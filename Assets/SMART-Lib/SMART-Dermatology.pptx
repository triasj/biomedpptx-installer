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16"/>
  </p:notesMasterIdLst>
  <p:sldIdLst>
    <p:sldId id="256" r:id="rId5"/>
    <p:sldId id="262" r:id="rId6"/>
    <p:sldId id="281" r:id="rId7"/>
    <p:sldId id="282" r:id="rId8"/>
    <p:sldId id="273" r:id="rId9"/>
    <p:sldId id="274" r:id="rId10"/>
    <p:sldId id="275" r:id="rId11"/>
    <p:sldId id="276" r:id="rId12"/>
    <p:sldId id="277" r:id="rId13"/>
    <p:sldId id="278" r:id="rId14"/>
    <p:sldId id="279" r:id="rId15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91514025-0B8D-44A1-90AA-7852EC96B76D}" v="1" dt="2024-11-28T08:45:37.77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microsoft.com/office/2016/11/relationships/changesInfo" Target="changesInfos/changesInfo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notesMaster" Target="notesMasters/notesMaster1.xml"/><Relationship Id="rId20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10" Type="http://schemas.openxmlformats.org/officeDocument/2006/relationships/slide" Target="slides/slide6.xml"/><Relationship Id="rId19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91514025-0B8D-44A1-90AA-7852EC96B76D}"/>
    <pc:docChg chg="custSel modSld modMainMaster">
      <pc:chgData name="LESUR Christophe SI" userId="a0bda02c-4e6d-4ba6-bae4-63d8a5b4dc4b" providerId="ADAL" clId="{91514025-0B8D-44A1-90AA-7852EC96B76D}" dt="2024-11-28T08:46:00.286" v="2" actId="2696"/>
      <pc:docMkLst>
        <pc:docMk/>
      </pc:docMkLst>
      <pc:sldChg chg="delSp modSp mod modClrScheme chgLayout">
        <pc:chgData name="LESUR Christophe SI" userId="a0bda02c-4e6d-4ba6-bae4-63d8a5b4dc4b" providerId="ADAL" clId="{91514025-0B8D-44A1-90AA-7852EC96B76D}" dt="2024-11-28T08:45:49.281" v="1" actId="700"/>
        <pc:sldMkLst>
          <pc:docMk/>
          <pc:sldMk cId="0" sldId="262"/>
        </pc:sldMkLst>
        <pc:spChg chg="mod ord">
          <ac:chgData name="LESUR Christophe SI" userId="a0bda02c-4e6d-4ba6-bae4-63d8a5b4dc4b" providerId="ADAL" clId="{91514025-0B8D-44A1-90AA-7852EC96B76D}" dt="2024-11-28T08:45:49.281" v="1" actId="700"/>
          <ac:spMkLst>
            <pc:docMk/>
            <pc:sldMk cId="0" sldId="262"/>
            <ac:spMk id="9218" creationId="{81E0111C-F8EE-4291-AB30-DC11C92B5C99}"/>
          </ac:spMkLst>
        </pc:spChg>
        <pc:spChg chg="del mod">
          <ac:chgData name="LESUR Christophe SI" userId="a0bda02c-4e6d-4ba6-bae4-63d8a5b4dc4b" providerId="ADAL" clId="{91514025-0B8D-44A1-90AA-7852EC96B76D}" dt="2024-11-28T08:45:49.281" v="1" actId="700"/>
          <ac:spMkLst>
            <pc:docMk/>
            <pc:sldMk cId="0" sldId="262"/>
            <ac:spMk id="9219" creationId="{DE65C795-1EE3-4A32-9B6D-A0ECFF0170CD}"/>
          </ac:spMkLst>
        </pc:spChg>
      </pc:sldChg>
      <pc:sldChg chg="modSp">
        <pc:chgData name="LESUR Christophe SI" userId="a0bda02c-4e6d-4ba6-bae4-63d8a5b4dc4b" providerId="ADAL" clId="{91514025-0B8D-44A1-90AA-7852EC96B76D}" dt="2024-11-28T08:45:37.769" v="0"/>
        <pc:sldMkLst>
          <pc:docMk/>
          <pc:sldMk cId="0" sldId="273"/>
        </pc:sldMkLst>
        <pc:spChg chg="mod">
          <ac:chgData name="LESUR Christophe SI" userId="a0bda02c-4e6d-4ba6-bae4-63d8a5b4dc4b" providerId="ADAL" clId="{91514025-0B8D-44A1-90AA-7852EC96B76D}" dt="2024-11-28T08:45:37.769" v="0"/>
          <ac:spMkLst>
            <pc:docMk/>
            <pc:sldMk cId="0" sldId="273"/>
            <ac:spMk id="7170" creationId="{FCAD6FCD-C0E9-4D91-A299-C529428767F0}"/>
          </ac:spMkLst>
        </pc:spChg>
      </pc:sldChg>
      <pc:sldChg chg="modSp">
        <pc:chgData name="LESUR Christophe SI" userId="a0bda02c-4e6d-4ba6-bae4-63d8a5b4dc4b" providerId="ADAL" clId="{91514025-0B8D-44A1-90AA-7852EC96B76D}" dt="2024-11-28T08:45:37.769" v="0"/>
        <pc:sldMkLst>
          <pc:docMk/>
          <pc:sldMk cId="0" sldId="274"/>
        </pc:sldMkLst>
        <pc:spChg chg="mod">
          <ac:chgData name="LESUR Christophe SI" userId="a0bda02c-4e6d-4ba6-bae4-63d8a5b4dc4b" providerId="ADAL" clId="{91514025-0B8D-44A1-90AA-7852EC96B76D}" dt="2024-11-28T08:45:37.769" v="0"/>
          <ac:spMkLst>
            <pc:docMk/>
            <pc:sldMk cId="0" sldId="274"/>
            <ac:spMk id="10242" creationId="{5BD1CE6E-E5F2-4512-88AA-E93BBFFA7FA8}"/>
          </ac:spMkLst>
        </pc:spChg>
      </pc:sldChg>
      <pc:sldChg chg="modSp">
        <pc:chgData name="LESUR Christophe SI" userId="a0bda02c-4e6d-4ba6-bae4-63d8a5b4dc4b" providerId="ADAL" clId="{91514025-0B8D-44A1-90AA-7852EC96B76D}" dt="2024-11-28T08:45:37.769" v="0"/>
        <pc:sldMkLst>
          <pc:docMk/>
          <pc:sldMk cId="0" sldId="275"/>
        </pc:sldMkLst>
        <pc:spChg chg="mod">
          <ac:chgData name="LESUR Christophe SI" userId="a0bda02c-4e6d-4ba6-bae4-63d8a5b4dc4b" providerId="ADAL" clId="{91514025-0B8D-44A1-90AA-7852EC96B76D}" dt="2024-11-28T08:45:37.769" v="0"/>
          <ac:spMkLst>
            <pc:docMk/>
            <pc:sldMk cId="0" sldId="275"/>
            <ac:spMk id="12290" creationId="{D524EBD7-BA3A-4682-B8E6-7F6691045756}"/>
          </ac:spMkLst>
        </pc:spChg>
      </pc:sldChg>
      <pc:sldChg chg="modSp">
        <pc:chgData name="LESUR Christophe SI" userId="a0bda02c-4e6d-4ba6-bae4-63d8a5b4dc4b" providerId="ADAL" clId="{91514025-0B8D-44A1-90AA-7852EC96B76D}" dt="2024-11-28T08:45:37.769" v="0"/>
        <pc:sldMkLst>
          <pc:docMk/>
          <pc:sldMk cId="0" sldId="276"/>
        </pc:sldMkLst>
        <pc:spChg chg="mod">
          <ac:chgData name="LESUR Christophe SI" userId="a0bda02c-4e6d-4ba6-bae4-63d8a5b4dc4b" providerId="ADAL" clId="{91514025-0B8D-44A1-90AA-7852EC96B76D}" dt="2024-11-28T08:45:37.769" v="0"/>
          <ac:spMkLst>
            <pc:docMk/>
            <pc:sldMk cId="0" sldId="276"/>
            <ac:spMk id="13314" creationId="{AAC886CF-50B0-417D-8828-6EC1FCBB61F8}"/>
          </ac:spMkLst>
        </pc:spChg>
      </pc:sldChg>
      <pc:sldChg chg="modSp">
        <pc:chgData name="LESUR Christophe SI" userId="a0bda02c-4e6d-4ba6-bae4-63d8a5b4dc4b" providerId="ADAL" clId="{91514025-0B8D-44A1-90AA-7852EC96B76D}" dt="2024-11-28T08:45:37.769" v="0"/>
        <pc:sldMkLst>
          <pc:docMk/>
          <pc:sldMk cId="0" sldId="277"/>
        </pc:sldMkLst>
        <pc:spChg chg="mod">
          <ac:chgData name="LESUR Christophe SI" userId="a0bda02c-4e6d-4ba6-bae4-63d8a5b4dc4b" providerId="ADAL" clId="{91514025-0B8D-44A1-90AA-7852EC96B76D}" dt="2024-11-28T08:45:37.769" v="0"/>
          <ac:spMkLst>
            <pc:docMk/>
            <pc:sldMk cId="0" sldId="277"/>
            <ac:spMk id="14338" creationId="{FCDD286F-749B-4473-B83B-6ADFAF97F5DF}"/>
          </ac:spMkLst>
        </pc:spChg>
      </pc:sldChg>
      <pc:sldChg chg="modSp">
        <pc:chgData name="LESUR Christophe SI" userId="a0bda02c-4e6d-4ba6-bae4-63d8a5b4dc4b" providerId="ADAL" clId="{91514025-0B8D-44A1-90AA-7852EC96B76D}" dt="2024-11-28T08:45:37.769" v="0"/>
        <pc:sldMkLst>
          <pc:docMk/>
          <pc:sldMk cId="0" sldId="278"/>
        </pc:sldMkLst>
        <pc:spChg chg="mod">
          <ac:chgData name="LESUR Christophe SI" userId="a0bda02c-4e6d-4ba6-bae4-63d8a5b4dc4b" providerId="ADAL" clId="{91514025-0B8D-44A1-90AA-7852EC96B76D}" dt="2024-11-28T08:45:37.769" v="0"/>
          <ac:spMkLst>
            <pc:docMk/>
            <pc:sldMk cId="0" sldId="278"/>
            <ac:spMk id="15362" creationId="{D678A149-75E6-4A9E-AE45-81BE555ACAF0}"/>
          </ac:spMkLst>
        </pc:spChg>
      </pc:sldChg>
      <pc:sldChg chg="modSp">
        <pc:chgData name="LESUR Christophe SI" userId="a0bda02c-4e6d-4ba6-bae4-63d8a5b4dc4b" providerId="ADAL" clId="{91514025-0B8D-44A1-90AA-7852EC96B76D}" dt="2024-11-28T08:45:37.769" v="0"/>
        <pc:sldMkLst>
          <pc:docMk/>
          <pc:sldMk cId="0" sldId="279"/>
        </pc:sldMkLst>
        <pc:spChg chg="mod">
          <ac:chgData name="LESUR Christophe SI" userId="a0bda02c-4e6d-4ba6-bae4-63d8a5b4dc4b" providerId="ADAL" clId="{91514025-0B8D-44A1-90AA-7852EC96B76D}" dt="2024-11-28T08:45:37.769" v="0"/>
          <ac:spMkLst>
            <pc:docMk/>
            <pc:sldMk cId="0" sldId="279"/>
            <ac:spMk id="17410" creationId="{80F3A70F-0172-4F06-9B58-919D0E639BEE}"/>
          </ac:spMkLst>
        </pc:spChg>
      </pc:sldChg>
      <pc:sldChg chg="modSp">
        <pc:chgData name="LESUR Christophe SI" userId="a0bda02c-4e6d-4ba6-bae4-63d8a5b4dc4b" providerId="ADAL" clId="{91514025-0B8D-44A1-90AA-7852EC96B76D}" dt="2024-11-28T08:45:37.769" v="0"/>
        <pc:sldMkLst>
          <pc:docMk/>
          <pc:sldMk cId="0" sldId="281"/>
        </pc:sldMkLst>
        <pc:spChg chg="mod">
          <ac:chgData name="LESUR Christophe SI" userId="a0bda02c-4e6d-4ba6-bae4-63d8a5b4dc4b" providerId="ADAL" clId="{91514025-0B8D-44A1-90AA-7852EC96B76D}" dt="2024-11-28T08:45:37.769" v="0"/>
          <ac:spMkLst>
            <pc:docMk/>
            <pc:sldMk cId="0" sldId="281"/>
            <ac:spMk id="6146" creationId="{5C0229C9-4B8F-4217-954F-5F5A200688ED}"/>
          </ac:spMkLst>
        </pc:spChg>
      </pc:sldChg>
      <pc:sldChg chg="modSp">
        <pc:chgData name="LESUR Christophe SI" userId="a0bda02c-4e6d-4ba6-bae4-63d8a5b4dc4b" providerId="ADAL" clId="{91514025-0B8D-44A1-90AA-7852EC96B76D}" dt="2024-11-28T08:45:37.769" v="0"/>
        <pc:sldMkLst>
          <pc:docMk/>
          <pc:sldMk cId="0" sldId="282"/>
        </pc:sldMkLst>
        <pc:spChg chg="mod">
          <ac:chgData name="LESUR Christophe SI" userId="a0bda02c-4e6d-4ba6-bae4-63d8a5b4dc4b" providerId="ADAL" clId="{91514025-0B8D-44A1-90AA-7852EC96B76D}" dt="2024-11-28T08:45:37.769" v="0"/>
          <ac:spMkLst>
            <pc:docMk/>
            <pc:sldMk cId="0" sldId="282"/>
            <ac:spMk id="12290" creationId="{51792169-1578-4CD9-8696-65105139F786}"/>
          </ac:spMkLst>
        </pc:spChg>
      </pc:sldChg>
      <pc:sldMasterChg chg="delSldLayout modSldLayout">
        <pc:chgData name="LESUR Christophe SI" userId="a0bda02c-4e6d-4ba6-bae4-63d8a5b4dc4b" providerId="ADAL" clId="{91514025-0B8D-44A1-90AA-7852EC96B76D}" dt="2024-11-28T08:46:00.286" v="2" actId="2696"/>
        <pc:sldMasterMkLst>
          <pc:docMk/>
          <pc:sldMasterMk cId="1640958322" sldId="2147483738"/>
        </pc:sldMasterMkLst>
        <pc:sldLayoutChg chg="delSp del">
          <pc:chgData name="LESUR Christophe SI" userId="a0bda02c-4e6d-4ba6-bae4-63d8a5b4dc4b" providerId="ADAL" clId="{91514025-0B8D-44A1-90AA-7852EC96B76D}" dt="2024-11-28T08:46:00.286" v="2" actId="2696"/>
          <pc:sldLayoutMkLst>
            <pc:docMk/>
            <pc:sldMasterMk cId="1640958322" sldId="2147483738"/>
            <pc:sldLayoutMk cId="2013484459" sldId="2147483742"/>
          </pc:sldLayoutMkLst>
          <pc:spChg chg="del">
            <ac:chgData name="LESUR Christophe SI" userId="a0bda02c-4e6d-4ba6-bae4-63d8a5b4dc4b" providerId="ADAL" clId="{91514025-0B8D-44A1-90AA-7852EC96B76D}" dt="2024-11-28T08:45:37.769" v="0"/>
            <ac:spMkLst>
              <pc:docMk/>
              <pc:sldMasterMk cId="1640958322" sldId="2147483738"/>
              <pc:sldLayoutMk cId="2013484459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4EE3224-5881-49EE-BF9C-D6E2B4907625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ED3ECBE-E2BE-4AB2-8843-2F7517ABF06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965521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Espace réservé de l'image des diapositives 1">
            <a:extLst>
              <a:ext uri="{FF2B5EF4-FFF2-40B4-BE49-F238E27FC236}">
                <a16:creationId xmlns:a16="http://schemas.microsoft.com/office/drawing/2014/main" id="{3FA252AE-35B4-47E5-AF54-595F9AA9E55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3" name="Espace réservé des commentaires 2">
            <a:extLst>
              <a:ext uri="{FF2B5EF4-FFF2-40B4-BE49-F238E27FC236}">
                <a16:creationId xmlns:a16="http://schemas.microsoft.com/office/drawing/2014/main" id="{41B508FE-5D3F-4AB2-88AF-7459EB1F051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0244" name="Espace réservé du numéro de diapositive 3">
            <a:extLst>
              <a:ext uri="{FF2B5EF4-FFF2-40B4-BE49-F238E27FC236}">
                <a16:creationId xmlns:a16="http://schemas.microsoft.com/office/drawing/2014/main" id="{6A6F5629-9EEA-4CB1-A41D-1C667E2B86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DBFF4DDD-5133-4FFC-B31A-4BC21D6E641C}" type="slidenum">
              <a:rPr lang="fr-FR" altLang="fr-FR" smtClean="0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0236653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0202653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4812119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09583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0434508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81E0111C-F8EE-4291-AB30-DC11C92B5C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algn="ctr" eaLnBrk="1" hangingPunct="1"/>
            <a:r>
              <a:rPr lang="fr-FR" altLang="fr-FR" sz="8000" b="0">
                <a:latin typeface="Arial" panose="020B0604020202020204" pitchFamily="34" charset="0"/>
                <a:cs typeface="Arial" panose="020B0604020202020204" pitchFamily="34" charset="0"/>
              </a:rPr>
              <a:t>Dermatology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5C0229C9-4B8F-4217-954F-5F5A200688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Skin</a:t>
            </a:r>
          </a:p>
        </p:txBody>
      </p:sp>
      <p:sp>
        <p:nvSpPr>
          <p:cNvPr id="11267" name="Oval 3">
            <a:extLst>
              <a:ext uri="{FF2B5EF4-FFF2-40B4-BE49-F238E27FC236}">
                <a16:creationId xmlns:a16="http://schemas.microsoft.com/office/drawing/2014/main" id="{08180844-0C23-479D-AB50-CED1A6E14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111375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1268" name="Oval 4">
            <a:extLst>
              <a:ext uri="{FF2B5EF4-FFF2-40B4-BE49-F238E27FC236}">
                <a16:creationId xmlns:a16="http://schemas.microsoft.com/office/drawing/2014/main" id="{C292D7F7-81B4-4956-A268-DCBACD3EB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6188" y="2882900"/>
            <a:ext cx="1111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11269" name="cross-section-of-human-skin">
            <a:extLst>
              <a:ext uri="{FF2B5EF4-FFF2-40B4-BE49-F238E27FC236}">
                <a16:creationId xmlns:a16="http://schemas.microsoft.com/office/drawing/2014/main" id="{7E24BF94-0D3C-4B4E-8C5F-78128AA80A41}"/>
              </a:ext>
            </a:extLst>
          </p:cNvPr>
          <p:cNvGrpSpPr>
            <a:grpSpLocks/>
          </p:cNvGrpSpPr>
          <p:nvPr/>
        </p:nvGrpSpPr>
        <p:grpSpPr bwMode="auto">
          <a:xfrm>
            <a:off x="3057525" y="1114425"/>
            <a:ext cx="5480050" cy="5281613"/>
            <a:chOff x="1104" y="0"/>
            <a:chExt cx="3452" cy="3327"/>
          </a:xfrm>
        </p:grpSpPr>
        <p:sp>
          <p:nvSpPr>
            <p:cNvPr id="11279" name="Freeform 6">
              <a:extLst>
                <a:ext uri="{FF2B5EF4-FFF2-40B4-BE49-F238E27FC236}">
                  <a16:creationId xmlns:a16="http://schemas.microsoft.com/office/drawing/2014/main" id="{7A3D5991-E83B-4212-8ED1-7E4DFE5B2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160"/>
              <a:ext cx="1577" cy="1167"/>
            </a:xfrm>
            <a:custGeom>
              <a:avLst/>
              <a:gdLst>
                <a:gd name="T0" fmla="*/ 1577 w 1577"/>
                <a:gd name="T1" fmla="*/ 421 h 1167"/>
                <a:gd name="T2" fmla="*/ 0 w 1577"/>
                <a:gd name="T3" fmla="*/ 1167 h 1167"/>
                <a:gd name="T4" fmla="*/ 0 w 1577"/>
                <a:gd name="T5" fmla="*/ 662 h 1167"/>
                <a:gd name="T6" fmla="*/ 1577 w 1577"/>
                <a:gd name="T7" fmla="*/ 0 h 1167"/>
                <a:gd name="T8" fmla="*/ 1577 w 1577"/>
                <a:gd name="T9" fmla="*/ 421 h 1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7" h="1167">
                  <a:moveTo>
                    <a:pt x="1577" y="421"/>
                  </a:moveTo>
                  <a:lnTo>
                    <a:pt x="0" y="1167"/>
                  </a:lnTo>
                  <a:lnTo>
                    <a:pt x="0" y="662"/>
                  </a:lnTo>
                  <a:lnTo>
                    <a:pt x="1577" y="0"/>
                  </a:lnTo>
                  <a:lnTo>
                    <a:pt x="1577" y="421"/>
                  </a:lnTo>
                  <a:close/>
                </a:path>
              </a:pathLst>
            </a:custGeom>
            <a:solidFill>
              <a:srgbClr val="F7DA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0" name="Freeform 7">
              <a:extLst>
                <a:ext uri="{FF2B5EF4-FFF2-40B4-BE49-F238E27FC236}">
                  <a16:creationId xmlns:a16="http://schemas.microsoft.com/office/drawing/2014/main" id="{CF9DB6CB-2DE5-4063-A200-68CFB7E4E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058"/>
              <a:ext cx="1869" cy="1269"/>
            </a:xfrm>
            <a:custGeom>
              <a:avLst/>
              <a:gdLst>
                <a:gd name="T0" fmla="*/ 0 w 1869"/>
                <a:gd name="T1" fmla="*/ 416 h 1269"/>
                <a:gd name="T2" fmla="*/ 1869 w 1869"/>
                <a:gd name="T3" fmla="*/ 1269 h 1269"/>
                <a:gd name="T4" fmla="*/ 1869 w 1869"/>
                <a:gd name="T5" fmla="*/ 764 h 1269"/>
                <a:gd name="T6" fmla="*/ 0 w 1869"/>
                <a:gd name="T7" fmla="*/ 0 h 1269"/>
                <a:gd name="T8" fmla="*/ 0 w 1869"/>
                <a:gd name="T9" fmla="*/ 416 h 1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9" h="1269">
                  <a:moveTo>
                    <a:pt x="0" y="416"/>
                  </a:moveTo>
                  <a:lnTo>
                    <a:pt x="1869" y="1269"/>
                  </a:lnTo>
                  <a:lnTo>
                    <a:pt x="1869" y="764"/>
                  </a:lnTo>
                  <a:lnTo>
                    <a:pt x="0" y="0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F9F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" name="Freeform 8">
              <a:extLst>
                <a:ext uri="{FF2B5EF4-FFF2-40B4-BE49-F238E27FC236}">
                  <a16:creationId xmlns:a16="http://schemas.microsoft.com/office/drawing/2014/main" id="{58341692-264E-440D-B47A-6FADBD7FF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685"/>
              <a:ext cx="3446" cy="1137"/>
            </a:xfrm>
            <a:custGeom>
              <a:avLst/>
              <a:gdLst>
                <a:gd name="T0" fmla="*/ 0 w 3446"/>
                <a:gd name="T1" fmla="*/ 373 h 1137"/>
                <a:gd name="T2" fmla="*/ 1869 w 3446"/>
                <a:gd name="T3" fmla="*/ 1137 h 1137"/>
                <a:gd name="T4" fmla="*/ 3446 w 3446"/>
                <a:gd name="T5" fmla="*/ 475 h 1137"/>
                <a:gd name="T6" fmla="*/ 1599 w 3446"/>
                <a:gd name="T7" fmla="*/ 0 h 1137"/>
                <a:gd name="T8" fmla="*/ 0 w 3446"/>
                <a:gd name="T9" fmla="*/ 373 h 1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6" h="1137">
                  <a:moveTo>
                    <a:pt x="0" y="373"/>
                  </a:moveTo>
                  <a:lnTo>
                    <a:pt x="1869" y="1137"/>
                  </a:lnTo>
                  <a:lnTo>
                    <a:pt x="3446" y="475"/>
                  </a:lnTo>
                  <a:lnTo>
                    <a:pt x="1599" y="0"/>
                  </a:lnTo>
                  <a:lnTo>
                    <a:pt x="0" y="373"/>
                  </a:lnTo>
                  <a:close/>
                </a:path>
              </a:pathLst>
            </a:custGeom>
            <a:solidFill>
              <a:srgbClr val="F9F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" name="Freeform 9">
              <a:extLst>
                <a:ext uri="{FF2B5EF4-FFF2-40B4-BE49-F238E27FC236}">
                  <a16:creationId xmlns:a16="http://schemas.microsoft.com/office/drawing/2014/main" id="{5BDAAF48-721E-46DF-86B9-705DB5901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656"/>
              <a:ext cx="1872" cy="2000"/>
            </a:xfrm>
            <a:custGeom>
              <a:avLst/>
              <a:gdLst>
                <a:gd name="T0" fmla="*/ 0 w 1334"/>
                <a:gd name="T1" fmla="*/ 500 h 1425"/>
                <a:gd name="T2" fmla="*/ 0 w 1334"/>
                <a:gd name="T3" fmla="*/ 5064 h 1425"/>
                <a:gd name="T4" fmla="*/ 7259 w 1334"/>
                <a:gd name="T5" fmla="*/ 7761 h 1425"/>
                <a:gd name="T6" fmla="*/ 7259 w 1334"/>
                <a:gd name="T7" fmla="*/ 2090 h 1425"/>
                <a:gd name="T8" fmla="*/ 6723 w 1334"/>
                <a:gd name="T9" fmla="*/ 1972 h 1425"/>
                <a:gd name="T10" fmla="*/ 5942 w 1334"/>
                <a:gd name="T11" fmla="*/ 2250 h 1425"/>
                <a:gd name="T12" fmla="*/ 5449 w 1334"/>
                <a:gd name="T13" fmla="*/ 1972 h 1425"/>
                <a:gd name="T14" fmla="*/ 4517 w 1334"/>
                <a:gd name="T15" fmla="*/ 1712 h 1425"/>
                <a:gd name="T16" fmla="*/ 3661 w 1334"/>
                <a:gd name="T17" fmla="*/ 1610 h 1425"/>
                <a:gd name="T18" fmla="*/ 2603 w 1334"/>
                <a:gd name="T19" fmla="*/ 1290 h 1425"/>
                <a:gd name="T20" fmla="*/ 1444 w 1334"/>
                <a:gd name="T21" fmla="*/ 1046 h 1425"/>
                <a:gd name="T22" fmla="*/ 368 w 1334"/>
                <a:gd name="T23" fmla="*/ 796 h 1425"/>
                <a:gd name="T24" fmla="*/ 0 w 1334"/>
                <a:gd name="T25" fmla="*/ 500 h 14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34" h="1425">
                  <a:moveTo>
                    <a:pt x="0" y="92"/>
                  </a:moveTo>
                  <a:cubicBezTo>
                    <a:pt x="0" y="930"/>
                    <a:pt x="0" y="930"/>
                    <a:pt x="0" y="930"/>
                  </a:cubicBezTo>
                  <a:cubicBezTo>
                    <a:pt x="1334" y="1425"/>
                    <a:pt x="1334" y="1425"/>
                    <a:pt x="1334" y="1425"/>
                  </a:cubicBezTo>
                  <a:cubicBezTo>
                    <a:pt x="1334" y="384"/>
                    <a:pt x="1334" y="384"/>
                    <a:pt x="1334" y="384"/>
                  </a:cubicBezTo>
                  <a:cubicBezTo>
                    <a:pt x="1334" y="384"/>
                    <a:pt x="1278" y="478"/>
                    <a:pt x="1236" y="362"/>
                  </a:cubicBezTo>
                  <a:cubicBezTo>
                    <a:pt x="1206" y="282"/>
                    <a:pt x="1123" y="372"/>
                    <a:pt x="1092" y="413"/>
                  </a:cubicBezTo>
                  <a:cubicBezTo>
                    <a:pt x="1060" y="454"/>
                    <a:pt x="1020" y="472"/>
                    <a:pt x="1001" y="362"/>
                  </a:cubicBezTo>
                  <a:cubicBezTo>
                    <a:pt x="982" y="253"/>
                    <a:pt x="873" y="472"/>
                    <a:pt x="830" y="314"/>
                  </a:cubicBezTo>
                  <a:cubicBezTo>
                    <a:pt x="788" y="157"/>
                    <a:pt x="708" y="442"/>
                    <a:pt x="673" y="296"/>
                  </a:cubicBezTo>
                  <a:cubicBezTo>
                    <a:pt x="638" y="149"/>
                    <a:pt x="537" y="392"/>
                    <a:pt x="478" y="237"/>
                  </a:cubicBezTo>
                  <a:cubicBezTo>
                    <a:pt x="420" y="82"/>
                    <a:pt x="345" y="384"/>
                    <a:pt x="265" y="192"/>
                  </a:cubicBezTo>
                  <a:cubicBezTo>
                    <a:pt x="185" y="0"/>
                    <a:pt x="156" y="340"/>
                    <a:pt x="68" y="146"/>
                  </a:cubicBezTo>
                  <a:cubicBezTo>
                    <a:pt x="28" y="58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A7E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3" name="Freeform 10">
              <a:extLst>
                <a:ext uri="{FF2B5EF4-FFF2-40B4-BE49-F238E27FC236}">
                  <a16:creationId xmlns:a16="http://schemas.microsoft.com/office/drawing/2014/main" id="{2F75DF56-1F8B-4D75-88CB-4E1075B8C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555"/>
              <a:ext cx="2243" cy="782"/>
            </a:xfrm>
            <a:custGeom>
              <a:avLst/>
              <a:gdLst>
                <a:gd name="T0" fmla="*/ 7245 w 1599"/>
                <a:gd name="T1" fmla="*/ 2509 h 557"/>
                <a:gd name="T2" fmla="*/ 6712 w 1599"/>
                <a:gd name="T3" fmla="*/ 2390 h 557"/>
                <a:gd name="T4" fmla="*/ 5932 w 1599"/>
                <a:gd name="T5" fmla="*/ 2670 h 557"/>
                <a:gd name="T6" fmla="*/ 5434 w 1599"/>
                <a:gd name="T7" fmla="*/ 2390 h 557"/>
                <a:gd name="T8" fmla="*/ 4515 w 1599"/>
                <a:gd name="T9" fmla="*/ 2128 h 557"/>
                <a:gd name="T10" fmla="*/ 3654 w 1599"/>
                <a:gd name="T11" fmla="*/ 2029 h 557"/>
                <a:gd name="T12" fmla="*/ 2604 w 1599"/>
                <a:gd name="T13" fmla="*/ 1704 h 557"/>
                <a:gd name="T14" fmla="*/ 1441 w 1599"/>
                <a:gd name="T15" fmla="*/ 1460 h 557"/>
                <a:gd name="T16" fmla="*/ 368 w 1599"/>
                <a:gd name="T17" fmla="*/ 1212 h 557"/>
                <a:gd name="T18" fmla="*/ 0 w 1599"/>
                <a:gd name="T19" fmla="*/ 917 h 557"/>
                <a:gd name="T20" fmla="*/ 460 w 1599"/>
                <a:gd name="T21" fmla="*/ 1036 h 557"/>
                <a:gd name="T22" fmla="*/ 1089 w 1599"/>
                <a:gd name="T23" fmla="*/ 595 h 557"/>
                <a:gd name="T24" fmla="*/ 1689 w 1599"/>
                <a:gd name="T25" fmla="*/ 625 h 557"/>
                <a:gd name="T26" fmla="*/ 2117 w 1599"/>
                <a:gd name="T27" fmla="*/ 625 h 557"/>
                <a:gd name="T28" fmla="*/ 2849 w 1599"/>
                <a:gd name="T29" fmla="*/ 855 h 557"/>
                <a:gd name="T30" fmla="*/ 4030 w 1599"/>
                <a:gd name="T31" fmla="*/ 1049 h 557"/>
                <a:gd name="T32" fmla="*/ 4855 w 1599"/>
                <a:gd name="T33" fmla="*/ 1231 h 557"/>
                <a:gd name="T34" fmla="*/ 5970 w 1599"/>
                <a:gd name="T35" fmla="*/ 1220 h 557"/>
                <a:gd name="T36" fmla="*/ 7174 w 1599"/>
                <a:gd name="T37" fmla="*/ 1355 h 557"/>
                <a:gd name="T38" fmla="*/ 8011 w 1599"/>
                <a:gd name="T39" fmla="*/ 1605 h 557"/>
                <a:gd name="T40" fmla="*/ 8683 w 1599"/>
                <a:gd name="T41" fmla="*/ 2225 h 557"/>
                <a:gd name="T42" fmla="*/ 7245 w 1599"/>
                <a:gd name="T43" fmla="*/ 2509 h 5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99" h="557">
                  <a:moveTo>
                    <a:pt x="1334" y="460"/>
                  </a:moveTo>
                  <a:cubicBezTo>
                    <a:pt x="1334" y="460"/>
                    <a:pt x="1278" y="554"/>
                    <a:pt x="1236" y="438"/>
                  </a:cubicBezTo>
                  <a:cubicBezTo>
                    <a:pt x="1207" y="358"/>
                    <a:pt x="1123" y="448"/>
                    <a:pt x="1092" y="489"/>
                  </a:cubicBezTo>
                  <a:cubicBezTo>
                    <a:pt x="1061" y="530"/>
                    <a:pt x="1020" y="548"/>
                    <a:pt x="1001" y="438"/>
                  </a:cubicBezTo>
                  <a:cubicBezTo>
                    <a:pt x="983" y="329"/>
                    <a:pt x="873" y="548"/>
                    <a:pt x="831" y="390"/>
                  </a:cubicBezTo>
                  <a:cubicBezTo>
                    <a:pt x="788" y="233"/>
                    <a:pt x="708" y="518"/>
                    <a:pt x="673" y="372"/>
                  </a:cubicBezTo>
                  <a:cubicBezTo>
                    <a:pt x="639" y="225"/>
                    <a:pt x="537" y="468"/>
                    <a:pt x="479" y="313"/>
                  </a:cubicBezTo>
                  <a:cubicBezTo>
                    <a:pt x="420" y="158"/>
                    <a:pt x="345" y="460"/>
                    <a:pt x="265" y="268"/>
                  </a:cubicBezTo>
                  <a:cubicBezTo>
                    <a:pt x="185" y="76"/>
                    <a:pt x="156" y="416"/>
                    <a:pt x="68" y="222"/>
                  </a:cubicBezTo>
                  <a:cubicBezTo>
                    <a:pt x="28" y="134"/>
                    <a:pt x="0" y="168"/>
                    <a:pt x="0" y="168"/>
                  </a:cubicBezTo>
                  <a:cubicBezTo>
                    <a:pt x="0" y="168"/>
                    <a:pt x="31" y="126"/>
                    <a:pt x="85" y="190"/>
                  </a:cubicBezTo>
                  <a:cubicBezTo>
                    <a:pt x="139" y="254"/>
                    <a:pt x="148" y="115"/>
                    <a:pt x="200" y="109"/>
                  </a:cubicBezTo>
                  <a:cubicBezTo>
                    <a:pt x="251" y="102"/>
                    <a:pt x="270" y="214"/>
                    <a:pt x="311" y="115"/>
                  </a:cubicBezTo>
                  <a:cubicBezTo>
                    <a:pt x="311" y="115"/>
                    <a:pt x="364" y="165"/>
                    <a:pt x="390" y="115"/>
                  </a:cubicBezTo>
                  <a:cubicBezTo>
                    <a:pt x="434" y="33"/>
                    <a:pt x="482" y="249"/>
                    <a:pt x="525" y="157"/>
                  </a:cubicBezTo>
                  <a:cubicBezTo>
                    <a:pt x="600" y="0"/>
                    <a:pt x="667" y="263"/>
                    <a:pt x="742" y="192"/>
                  </a:cubicBezTo>
                  <a:cubicBezTo>
                    <a:pt x="842" y="97"/>
                    <a:pt x="862" y="152"/>
                    <a:pt x="894" y="226"/>
                  </a:cubicBezTo>
                  <a:cubicBezTo>
                    <a:pt x="946" y="350"/>
                    <a:pt x="1004" y="84"/>
                    <a:pt x="1099" y="224"/>
                  </a:cubicBezTo>
                  <a:cubicBezTo>
                    <a:pt x="1261" y="462"/>
                    <a:pt x="1223" y="100"/>
                    <a:pt x="1321" y="248"/>
                  </a:cubicBezTo>
                  <a:cubicBezTo>
                    <a:pt x="1419" y="396"/>
                    <a:pt x="1407" y="180"/>
                    <a:pt x="1475" y="294"/>
                  </a:cubicBezTo>
                  <a:cubicBezTo>
                    <a:pt x="1543" y="408"/>
                    <a:pt x="1577" y="210"/>
                    <a:pt x="1599" y="408"/>
                  </a:cubicBezTo>
                  <a:cubicBezTo>
                    <a:pt x="1599" y="408"/>
                    <a:pt x="1538" y="557"/>
                    <a:pt x="1334" y="460"/>
                  </a:cubicBezTo>
                  <a:close/>
                </a:path>
              </a:pathLst>
            </a:custGeom>
            <a:solidFill>
              <a:srgbClr val="CA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" name="Freeform 11">
              <a:extLst>
                <a:ext uri="{FF2B5EF4-FFF2-40B4-BE49-F238E27FC236}">
                  <a16:creationId xmlns:a16="http://schemas.microsoft.com/office/drawing/2014/main" id="{44068D79-4171-4F1A-8F63-A5DB8D204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753"/>
              <a:ext cx="1205" cy="1905"/>
            </a:xfrm>
            <a:custGeom>
              <a:avLst/>
              <a:gdLst>
                <a:gd name="T0" fmla="*/ 4661 w 859"/>
                <a:gd name="T1" fmla="*/ 152 h 1357"/>
                <a:gd name="T2" fmla="*/ 4661 w 859"/>
                <a:gd name="T3" fmla="*/ 5452 h 1357"/>
                <a:gd name="T4" fmla="*/ 0 w 859"/>
                <a:gd name="T5" fmla="*/ 7398 h 1357"/>
                <a:gd name="T6" fmla="*/ 0 w 859"/>
                <a:gd name="T7" fmla="*/ 1781 h 1357"/>
                <a:gd name="T8" fmla="*/ 459 w 859"/>
                <a:gd name="T9" fmla="*/ 1405 h 1357"/>
                <a:gd name="T10" fmla="*/ 954 w 859"/>
                <a:gd name="T11" fmla="*/ 1557 h 1357"/>
                <a:gd name="T12" fmla="*/ 1378 w 859"/>
                <a:gd name="T13" fmla="*/ 1338 h 1357"/>
                <a:gd name="T14" fmla="*/ 1940 w 859"/>
                <a:gd name="T15" fmla="*/ 1348 h 1357"/>
                <a:gd name="T16" fmla="*/ 2472 w 859"/>
                <a:gd name="T17" fmla="*/ 981 h 1357"/>
                <a:gd name="T18" fmla="*/ 2829 w 859"/>
                <a:gd name="T19" fmla="*/ 1064 h 1357"/>
                <a:gd name="T20" fmla="*/ 3106 w 859"/>
                <a:gd name="T21" fmla="*/ 893 h 1357"/>
                <a:gd name="T22" fmla="*/ 3469 w 859"/>
                <a:gd name="T23" fmla="*/ 963 h 1357"/>
                <a:gd name="T24" fmla="*/ 3797 w 859"/>
                <a:gd name="T25" fmla="*/ 849 h 1357"/>
                <a:gd name="T26" fmla="*/ 4064 w 859"/>
                <a:gd name="T27" fmla="*/ 526 h 1357"/>
                <a:gd name="T28" fmla="*/ 4413 w 859"/>
                <a:gd name="T29" fmla="*/ 434 h 1357"/>
                <a:gd name="T30" fmla="*/ 4661 w 859"/>
                <a:gd name="T31" fmla="*/ 152 h 135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59" h="1357">
                  <a:moveTo>
                    <a:pt x="858" y="28"/>
                  </a:moveTo>
                  <a:cubicBezTo>
                    <a:pt x="858" y="1000"/>
                    <a:pt x="858" y="1000"/>
                    <a:pt x="858" y="1000"/>
                  </a:cubicBezTo>
                  <a:cubicBezTo>
                    <a:pt x="0" y="1357"/>
                    <a:pt x="0" y="1357"/>
                    <a:pt x="0" y="1357"/>
                  </a:cubicBezTo>
                  <a:cubicBezTo>
                    <a:pt x="0" y="327"/>
                    <a:pt x="0" y="327"/>
                    <a:pt x="0" y="327"/>
                  </a:cubicBezTo>
                  <a:cubicBezTo>
                    <a:pt x="0" y="327"/>
                    <a:pt x="35" y="183"/>
                    <a:pt x="84" y="258"/>
                  </a:cubicBezTo>
                  <a:cubicBezTo>
                    <a:pt x="134" y="333"/>
                    <a:pt x="157" y="326"/>
                    <a:pt x="176" y="286"/>
                  </a:cubicBezTo>
                  <a:cubicBezTo>
                    <a:pt x="196" y="247"/>
                    <a:pt x="222" y="156"/>
                    <a:pt x="254" y="246"/>
                  </a:cubicBezTo>
                  <a:cubicBezTo>
                    <a:pt x="286" y="336"/>
                    <a:pt x="333" y="295"/>
                    <a:pt x="357" y="247"/>
                  </a:cubicBezTo>
                  <a:cubicBezTo>
                    <a:pt x="382" y="199"/>
                    <a:pt x="424" y="132"/>
                    <a:pt x="455" y="180"/>
                  </a:cubicBezTo>
                  <a:cubicBezTo>
                    <a:pt x="485" y="229"/>
                    <a:pt x="500" y="244"/>
                    <a:pt x="521" y="195"/>
                  </a:cubicBezTo>
                  <a:cubicBezTo>
                    <a:pt x="543" y="147"/>
                    <a:pt x="546" y="130"/>
                    <a:pt x="572" y="164"/>
                  </a:cubicBezTo>
                  <a:cubicBezTo>
                    <a:pt x="597" y="199"/>
                    <a:pt x="622" y="233"/>
                    <a:pt x="639" y="177"/>
                  </a:cubicBezTo>
                  <a:cubicBezTo>
                    <a:pt x="639" y="177"/>
                    <a:pt x="664" y="71"/>
                    <a:pt x="699" y="156"/>
                  </a:cubicBezTo>
                  <a:cubicBezTo>
                    <a:pt x="699" y="156"/>
                    <a:pt x="729" y="241"/>
                    <a:pt x="748" y="96"/>
                  </a:cubicBezTo>
                  <a:cubicBezTo>
                    <a:pt x="760" y="0"/>
                    <a:pt x="806" y="49"/>
                    <a:pt x="813" y="80"/>
                  </a:cubicBezTo>
                  <a:cubicBezTo>
                    <a:pt x="820" y="110"/>
                    <a:pt x="859" y="121"/>
                    <a:pt x="858" y="28"/>
                  </a:cubicBezTo>
                  <a:close/>
                </a:path>
              </a:pathLst>
            </a:custGeom>
            <a:solidFill>
              <a:srgbClr val="5DA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" name="Freeform 12">
              <a:extLst>
                <a:ext uri="{FF2B5EF4-FFF2-40B4-BE49-F238E27FC236}">
                  <a16:creationId xmlns:a16="http://schemas.microsoft.com/office/drawing/2014/main" id="{79AE778B-D80A-4978-BA62-3DE2164B8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313"/>
              <a:ext cx="315" cy="907"/>
            </a:xfrm>
            <a:custGeom>
              <a:avLst/>
              <a:gdLst>
                <a:gd name="T0" fmla="*/ 308 w 225"/>
                <a:gd name="T1" fmla="*/ 0 h 646"/>
                <a:gd name="T2" fmla="*/ 0 w 225"/>
                <a:gd name="T3" fmla="*/ 3523 h 646"/>
                <a:gd name="T4" fmla="*/ 308 w 225"/>
                <a:gd name="T5" fmla="*/ 0 h 6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" h="646">
                  <a:moveTo>
                    <a:pt x="57" y="0"/>
                  </a:moveTo>
                  <a:cubicBezTo>
                    <a:pt x="57" y="0"/>
                    <a:pt x="225" y="624"/>
                    <a:pt x="0" y="646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4F8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6" name="Freeform 13">
              <a:extLst>
                <a:ext uri="{FF2B5EF4-FFF2-40B4-BE49-F238E27FC236}">
                  <a16:creationId xmlns:a16="http://schemas.microsoft.com/office/drawing/2014/main" id="{AB87DC7F-6996-4FF1-9770-CCA8CE194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506"/>
              <a:ext cx="2638" cy="706"/>
            </a:xfrm>
            <a:custGeom>
              <a:avLst/>
              <a:gdLst>
                <a:gd name="T0" fmla="*/ 0 w 1880"/>
                <a:gd name="T1" fmla="*/ 810 h 503"/>
                <a:gd name="T2" fmla="*/ 431 w 1880"/>
                <a:gd name="T3" fmla="*/ 817 h 503"/>
                <a:gd name="T4" fmla="*/ 1163 w 1880"/>
                <a:gd name="T5" fmla="*/ 1046 h 503"/>
                <a:gd name="T6" fmla="*/ 2345 w 1880"/>
                <a:gd name="T7" fmla="*/ 1239 h 503"/>
                <a:gd name="T8" fmla="*/ 3166 w 1880"/>
                <a:gd name="T9" fmla="*/ 1420 h 503"/>
                <a:gd name="T10" fmla="*/ 4288 w 1880"/>
                <a:gd name="T11" fmla="*/ 1412 h 503"/>
                <a:gd name="T12" fmla="*/ 5493 w 1880"/>
                <a:gd name="T13" fmla="*/ 1541 h 503"/>
                <a:gd name="T14" fmla="*/ 6330 w 1880"/>
                <a:gd name="T15" fmla="*/ 1792 h 503"/>
                <a:gd name="T16" fmla="*/ 7006 w 1880"/>
                <a:gd name="T17" fmla="*/ 2413 h 503"/>
                <a:gd name="T18" fmla="*/ 7002 w 1880"/>
                <a:gd name="T19" fmla="*/ 2452 h 503"/>
                <a:gd name="T20" fmla="*/ 7501 w 1880"/>
                <a:gd name="T21" fmla="*/ 2309 h 503"/>
                <a:gd name="T22" fmla="*/ 8029 w 1880"/>
                <a:gd name="T23" fmla="*/ 1951 h 503"/>
                <a:gd name="T24" fmla="*/ 8390 w 1880"/>
                <a:gd name="T25" fmla="*/ 2027 h 503"/>
                <a:gd name="T26" fmla="*/ 8663 w 1880"/>
                <a:gd name="T27" fmla="*/ 1864 h 503"/>
                <a:gd name="T28" fmla="*/ 9038 w 1880"/>
                <a:gd name="T29" fmla="*/ 1931 h 503"/>
                <a:gd name="T30" fmla="*/ 9355 w 1880"/>
                <a:gd name="T31" fmla="*/ 1811 h 503"/>
                <a:gd name="T32" fmla="*/ 9622 w 1880"/>
                <a:gd name="T33" fmla="*/ 1488 h 503"/>
                <a:gd name="T34" fmla="*/ 9975 w 1880"/>
                <a:gd name="T35" fmla="*/ 1402 h 503"/>
                <a:gd name="T36" fmla="*/ 10222 w 1880"/>
                <a:gd name="T37" fmla="*/ 1117 h 503"/>
                <a:gd name="T38" fmla="*/ 10222 w 1880"/>
                <a:gd name="T39" fmla="*/ 185 h 503"/>
                <a:gd name="T40" fmla="*/ 9018 w 1880"/>
                <a:gd name="T41" fmla="*/ 990 h 503"/>
                <a:gd name="T42" fmla="*/ 8747 w 1880"/>
                <a:gd name="T43" fmla="*/ 1001 h 503"/>
                <a:gd name="T44" fmla="*/ 7203 w 1880"/>
                <a:gd name="T45" fmla="*/ 1253 h 503"/>
                <a:gd name="T46" fmla="*/ 7006 w 1880"/>
                <a:gd name="T47" fmla="*/ 1267 h 503"/>
                <a:gd name="T48" fmla="*/ 6094 w 1880"/>
                <a:gd name="T49" fmla="*/ 838 h 503"/>
                <a:gd name="T50" fmla="*/ 4277 w 1880"/>
                <a:gd name="T51" fmla="*/ 633 h 503"/>
                <a:gd name="T52" fmla="*/ 2282 w 1880"/>
                <a:gd name="T53" fmla="*/ 185 h 503"/>
                <a:gd name="T54" fmla="*/ 0 w 1880"/>
                <a:gd name="T55" fmla="*/ 87 h 503"/>
                <a:gd name="T56" fmla="*/ 0 w 1880"/>
                <a:gd name="T57" fmla="*/ 810 h 50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80" h="503">
                  <a:moveTo>
                    <a:pt x="0" y="149"/>
                  </a:moveTo>
                  <a:cubicBezTo>
                    <a:pt x="0" y="149"/>
                    <a:pt x="53" y="200"/>
                    <a:pt x="79" y="150"/>
                  </a:cubicBezTo>
                  <a:cubicBezTo>
                    <a:pt x="123" y="67"/>
                    <a:pt x="171" y="284"/>
                    <a:pt x="214" y="192"/>
                  </a:cubicBezTo>
                  <a:cubicBezTo>
                    <a:pt x="289" y="35"/>
                    <a:pt x="356" y="298"/>
                    <a:pt x="431" y="227"/>
                  </a:cubicBezTo>
                  <a:cubicBezTo>
                    <a:pt x="530" y="131"/>
                    <a:pt x="551" y="187"/>
                    <a:pt x="582" y="261"/>
                  </a:cubicBezTo>
                  <a:cubicBezTo>
                    <a:pt x="635" y="384"/>
                    <a:pt x="693" y="119"/>
                    <a:pt x="788" y="259"/>
                  </a:cubicBezTo>
                  <a:cubicBezTo>
                    <a:pt x="950" y="497"/>
                    <a:pt x="912" y="135"/>
                    <a:pt x="1010" y="283"/>
                  </a:cubicBezTo>
                  <a:cubicBezTo>
                    <a:pt x="1108" y="431"/>
                    <a:pt x="1096" y="215"/>
                    <a:pt x="1164" y="329"/>
                  </a:cubicBezTo>
                  <a:cubicBezTo>
                    <a:pt x="1232" y="443"/>
                    <a:pt x="1266" y="245"/>
                    <a:pt x="1288" y="443"/>
                  </a:cubicBezTo>
                  <a:cubicBezTo>
                    <a:pt x="1287" y="450"/>
                    <a:pt x="1287" y="450"/>
                    <a:pt x="1287" y="450"/>
                  </a:cubicBezTo>
                  <a:cubicBezTo>
                    <a:pt x="1318" y="503"/>
                    <a:pt x="1357" y="467"/>
                    <a:pt x="1379" y="424"/>
                  </a:cubicBezTo>
                  <a:cubicBezTo>
                    <a:pt x="1403" y="376"/>
                    <a:pt x="1445" y="309"/>
                    <a:pt x="1476" y="358"/>
                  </a:cubicBezTo>
                  <a:cubicBezTo>
                    <a:pt x="1506" y="406"/>
                    <a:pt x="1521" y="421"/>
                    <a:pt x="1542" y="372"/>
                  </a:cubicBezTo>
                  <a:cubicBezTo>
                    <a:pt x="1564" y="324"/>
                    <a:pt x="1567" y="307"/>
                    <a:pt x="1593" y="342"/>
                  </a:cubicBezTo>
                  <a:cubicBezTo>
                    <a:pt x="1618" y="376"/>
                    <a:pt x="1643" y="410"/>
                    <a:pt x="1661" y="354"/>
                  </a:cubicBezTo>
                  <a:cubicBezTo>
                    <a:pt x="1661" y="354"/>
                    <a:pt x="1685" y="248"/>
                    <a:pt x="1720" y="333"/>
                  </a:cubicBezTo>
                  <a:cubicBezTo>
                    <a:pt x="1720" y="333"/>
                    <a:pt x="1750" y="418"/>
                    <a:pt x="1769" y="273"/>
                  </a:cubicBezTo>
                  <a:cubicBezTo>
                    <a:pt x="1781" y="177"/>
                    <a:pt x="1827" y="226"/>
                    <a:pt x="1834" y="257"/>
                  </a:cubicBezTo>
                  <a:cubicBezTo>
                    <a:pt x="1842" y="287"/>
                    <a:pt x="1880" y="298"/>
                    <a:pt x="1879" y="205"/>
                  </a:cubicBezTo>
                  <a:cubicBezTo>
                    <a:pt x="1879" y="34"/>
                    <a:pt x="1879" y="34"/>
                    <a:pt x="1879" y="34"/>
                  </a:cubicBezTo>
                  <a:cubicBezTo>
                    <a:pt x="1879" y="34"/>
                    <a:pt x="1690" y="0"/>
                    <a:pt x="1658" y="182"/>
                  </a:cubicBezTo>
                  <a:cubicBezTo>
                    <a:pt x="1626" y="364"/>
                    <a:pt x="1646" y="256"/>
                    <a:pt x="1608" y="184"/>
                  </a:cubicBezTo>
                  <a:cubicBezTo>
                    <a:pt x="1570" y="112"/>
                    <a:pt x="1460" y="64"/>
                    <a:pt x="1324" y="230"/>
                  </a:cubicBezTo>
                  <a:cubicBezTo>
                    <a:pt x="1324" y="230"/>
                    <a:pt x="1308" y="306"/>
                    <a:pt x="1288" y="232"/>
                  </a:cubicBezTo>
                  <a:cubicBezTo>
                    <a:pt x="1268" y="158"/>
                    <a:pt x="1200" y="166"/>
                    <a:pt x="1120" y="154"/>
                  </a:cubicBezTo>
                  <a:cubicBezTo>
                    <a:pt x="1040" y="142"/>
                    <a:pt x="945" y="89"/>
                    <a:pt x="786" y="116"/>
                  </a:cubicBezTo>
                  <a:cubicBezTo>
                    <a:pt x="692" y="132"/>
                    <a:pt x="614" y="46"/>
                    <a:pt x="420" y="34"/>
                  </a:cubicBezTo>
                  <a:cubicBezTo>
                    <a:pt x="226" y="22"/>
                    <a:pt x="24" y="0"/>
                    <a:pt x="0" y="16"/>
                  </a:cubicBezTo>
                  <a:lnTo>
                    <a:pt x="0" y="149"/>
                  </a:lnTo>
                  <a:close/>
                </a:path>
              </a:pathLst>
            </a:custGeom>
            <a:solidFill>
              <a:srgbClr val="F4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7" name="Freeform 14">
              <a:extLst>
                <a:ext uri="{FF2B5EF4-FFF2-40B4-BE49-F238E27FC236}">
                  <a16:creationId xmlns:a16="http://schemas.microsoft.com/office/drawing/2014/main" id="{729CA2D4-404D-4648-914D-024F76FE9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97"/>
              <a:ext cx="2638" cy="720"/>
            </a:xfrm>
            <a:custGeom>
              <a:avLst/>
              <a:gdLst>
                <a:gd name="T0" fmla="*/ 10229 w 1880"/>
                <a:gd name="T1" fmla="*/ 999 h 513"/>
                <a:gd name="T2" fmla="*/ 9018 w 1880"/>
                <a:gd name="T3" fmla="*/ 1805 h 513"/>
                <a:gd name="T4" fmla="*/ 8747 w 1880"/>
                <a:gd name="T5" fmla="*/ 1811 h 513"/>
                <a:gd name="T6" fmla="*/ 7203 w 1880"/>
                <a:gd name="T7" fmla="*/ 2065 h 513"/>
                <a:gd name="T8" fmla="*/ 7006 w 1880"/>
                <a:gd name="T9" fmla="*/ 2076 h 513"/>
                <a:gd name="T10" fmla="*/ 6094 w 1880"/>
                <a:gd name="T11" fmla="*/ 1646 h 513"/>
                <a:gd name="T12" fmla="*/ 4277 w 1880"/>
                <a:gd name="T13" fmla="*/ 1444 h 513"/>
                <a:gd name="T14" fmla="*/ 2282 w 1880"/>
                <a:gd name="T15" fmla="*/ 999 h 513"/>
                <a:gd name="T16" fmla="*/ 0 w 1880"/>
                <a:gd name="T17" fmla="*/ 904 h 513"/>
                <a:gd name="T18" fmla="*/ 2666 w 1880"/>
                <a:gd name="T19" fmla="*/ 444 h 513"/>
                <a:gd name="T20" fmla="*/ 5251 w 1880"/>
                <a:gd name="T21" fmla="*/ 307 h 513"/>
                <a:gd name="T22" fmla="*/ 7594 w 1880"/>
                <a:gd name="T23" fmla="*/ 605 h 513"/>
                <a:gd name="T24" fmla="*/ 10229 w 1880"/>
                <a:gd name="T25" fmla="*/ 999 h 5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80" h="513">
                  <a:moveTo>
                    <a:pt x="1880" y="183"/>
                  </a:moveTo>
                  <a:cubicBezTo>
                    <a:pt x="1880" y="183"/>
                    <a:pt x="1690" y="149"/>
                    <a:pt x="1658" y="331"/>
                  </a:cubicBezTo>
                  <a:cubicBezTo>
                    <a:pt x="1626" y="513"/>
                    <a:pt x="1646" y="405"/>
                    <a:pt x="1608" y="333"/>
                  </a:cubicBezTo>
                  <a:cubicBezTo>
                    <a:pt x="1570" y="261"/>
                    <a:pt x="1460" y="213"/>
                    <a:pt x="1324" y="379"/>
                  </a:cubicBezTo>
                  <a:cubicBezTo>
                    <a:pt x="1324" y="379"/>
                    <a:pt x="1308" y="455"/>
                    <a:pt x="1288" y="381"/>
                  </a:cubicBezTo>
                  <a:cubicBezTo>
                    <a:pt x="1268" y="307"/>
                    <a:pt x="1200" y="315"/>
                    <a:pt x="1120" y="303"/>
                  </a:cubicBezTo>
                  <a:cubicBezTo>
                    <a:pt x="1040" y="291"/>
                    <a:pt x="946" y="238"/>
                    <a:pt x="786" y="265"/>
                  </a:cubicBezTo>
                  <a:cubicBezTo>
                    <a:pt x="692" y="281"/>
                    <a:pt x="614" y="195"/>
                    <a:pt x="420" y="183"/>
                  </a:cubicBezTo>
                  <a:cubicBezTo>
                    <a:pt x="226" y="171"/>
                    <a:pt x="24" y="150"/>
                    <a:pt x="0" y="166"/>
                  </a:cubicBezTo>
                  <a:cubicBezTo>
                    <a:pt x="0" y="166"/>
                    <a:pt x="378" y="97"/>
                    <a:pt x="490" y="81"/>
                  </a:cubicBezTo>
                  <a:cubicBezTo>
                    <a:pt x="602" y="65"/>
                    <a:pt x="764" y="0"/>
                    <a:pt x="966" y="56"/>
                  </a:cubicBezTo>
                  <a:cubicBezTo>
                    <a:pt x="1138" y="104"/>
                    <a:pt x="1144" y="47"/>
                    <a:pt x="1396" y="111"/>
                  </a:cubicBezTo>
                  <a:cubicBezTo>
                    <a:pt x="1648" y="175"/>
                    <a:pt x="1835" y="123"/>
                    <a:pt x="1880" y="183"/>
                  </a:cubicBezTo>
                  <a:close/>
                </a:path>
              </a:pathLst>
            </a:custGeom>
            <a:solidFill>
              <a:srgbClr val="F2D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8" name="Freeform 15">
              <a:extLst>
                <a:ext uri="{FF2B5EF4-FFF2-40B4-BE49-F238E27FC236}">
                  <a16:creationId xmlns:a16="http://schemas.microsoft.com/office/drawing/2014/main" id="{DB9A0BF6-0B81-4C1B-A728-2890ABEE1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989"/>
              <a:ext cx="302" cy="491"/>
            </a:xfrm>
            <a:custGeom>
              <a:avLst/>
              <a:gdLst>
                <a:gd name="T0" fmla="*/ 287 w 215"/>
                <a:gd name="T1" fmla="*/ 953 h 350"/>
                <a:gd name="T2" fmla="*/ 365 w 215"/>
                <a:gd name="T3" fmla="*/ 1734 h 350"/>
                <a:gd name="T4" fmla="*/ 809 w 215"/>
                <a:gd name="T5" fmla="*/ 1592 h 350"/>
                <a:gd name="T6" fmla="*/ 903 w 215"/>
                <a:gd name="T7" fmla="*/ 903 h 350"/>
                <a:gd name="T8" fmla="*/ 701 w 215"/>
                <a:gd name="T9" fmla="*/ 450 h 350"/>
                <a:gd name="T10" fmla="*/ 258 w 215"/>
                <a:gd name="T11" fmla="*/ 431 h 350"/>
                <a:gd name="T12" fmla="*/ 287 w 215"/>
                <a:gd name="T13" fmla="*/ 953 h 3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350">
                  <a:moveTo>
                    <a:pt x="52" y="175"/>
                  </a:moveTo>
                  <a:cubicBezTo>
                    <a:pt x="52" y="175"/>
                    <a:pt x="0" y="278"/>
                    <a:pt x="67" y="319"/>
                  </a:cubicBezTo>
                  <a:cubicBezTo>
                    <a:pt x="117" y="350"/>
                    <a:pt x="80" y="288"/>
                    <a:pt x="148" y="293"/>
                  </a:cubicBezTo>
                  <a:cubicBezTo>
                    <a:pt x="215" y="297"/>
                    <a:pt x="148" y="210"/>
                    <a:pt x="165" y="166"/>
                  </a:cubicBezTo>
                  <a:cubicBezTo>
                    <a:pt x="183" y="122"/>
                    <a:pt x="176" y="81"/>
                    <a:pt x="128" y="83"/>
                  </a:cubicBezTo>
                  <a:cubicBezTo>
                    <a:pt x="80" y="85"/>
                    <a:pt x="91" y="0"/>
                    <a:pt x="47" y="79"/>
                  </a:cubicBezTo>
                  <a:lnTo>
                    <a:pt x="52" y="175"/>
                  </a:lnTo>
                  <a:close/>
                </a:path>
              </a:pathLst>
            </a:custGeom>
            <a:solidFill>
              <a:srgbClr val="4F8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9" name="Freeform 16">
              <a:extLst>
                <a:ext uri="{FF2B5EF4-FFF2-40B4-BE49-F238E27FC236}">
                  <a16:creationId xmlns:a16="http://schemas.microsoft.com/office/drawing/2014/main" id="{7196E5A0-756E-49A8-ACE8-CEE2C0580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894"/>
              <a:ext cx="603" cy="1334"/>
            </a:xfrm>
            <a:custGeom>
              <a:avLst/>
              <a:gdLst>
                <a:gd name="T0" fmla="*/ 954 w 430"/>
                <a:gd name="T1" fmla="*/ 288 h 951"/>
                <a:gd name="T2" fmla="*/ 768 w 430"/>
                <a:gd name="T3" fmla="*/ 2249 h 951"/>
                <a:gd name="T4" fmla="*/ 993 w 430"/>
                <a:gd name="T5" fmla="*/ 5165 h 951"/>
                <a:gd name="T6" fmla="*/ 1419 w 430"/>
                <a:gd name="T7" fmla="*/ 2170 h 951"/>
                <a:gd name="T8" fmla="*/ 1583 w 430"/>
                <a:gd name="T9" fmla="*/ 1392 h 951"/>
                <a:gd name="T10" fmla="*/ 1864 w 430"/>
                <a:gd name="T11" fmla="*/ 1780 h 951"/>
                <a:gd name="T12" fmla="*/ 2078 w 430"/>
                <a:gd name="T13" fmla="*/ 1338 h 951"/>
                <a:gd name="T14" fmla="*/ 2022 w 430"/>
                <a:gd name="T15" fmla="*/ 951 h 951"/>
                <a:gd name="T16" fmla="*/ 1604 w 430"/>
                <a:gd name="T17" fmla="*/ 797 h 951"/>
                <a:gd name="T18" fmla="*/ 1404 w 430"/>
                <a:gd name="T19" fmla="*/ 309 h 951"/>
                <a:gd name="T20" fmla="*/ 954 w 430"/>
                <a:gd name="T21" fmla="*/ 288 h 9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0" h="951">
                  <a:moveTo>
                    <a:pt x="176" y="53"/>
                  </a:moveTo>
                  <a:cubicBezTo>
                    <a:pt x="176" y="53"/>
                    <a:pt x="177" y="307"/>
                    <a:pt x="142" y="414"/>
                  </a:cubicBezTo>
                  <a:cubicBezTo>
                    <a:pt x="107" y="521"/>
                    <a:pt x="0" y="929"/>
                    <a:pt x="183" y="951"/>
                  </a:cubicBezTo>
                  <a:cubicBezTo>
                    <a:pt x="295" y="918"/>
                    <a:pt x="312" y="715"/>
                    <a:pt x="262" y="399"/>
                  </a:cubicBezTo>
                  <a:cubicBezTo>
                    <a:pt x="224" y="161"/>
                    <a:pt x="290" y="208"/>
                    <a:pt x="292" y="256"/>
                  </a:cubicBezTo>
                  <a:cubicBezTo>
                    <a:pt x="294" y="304"/>
                    <a:pt x="309" y="370"/>
                    <a:pt x="344" y="328"/>
                  </a:cubicBezTo>
                  <a:cubicBezTo>
                    <a:pt x="379" y="287"/>
                    <a:pt x="408" y="340"/>
                    <a:pt x="384" y="247"/>
                  </a:cubicBezTo>
                  <a:cubicBezTo>
                    <a:pt x="375" y="214"/>
                    <a:pt x="430" y="201"/>
                    <a:pt x="373" y="175"/>
                  </a:cubicBezTo>
                  <a:cubicBezTo>
                    <a:pt x="316" y="149"/>
                    <a:pt x="338" y="99"/>
                    <a:pt x="296" y="147"/>
                  </a:cubicBezTo>
                  <a:cubicBezTo>
                    <a:pt x="255" y="195"/>
                    <a:pt x="237" y="147"/>
                    <a:pt x="259" y="57"/>
                  </a:cubicBezTo>
                  <a:cubicBezTo>
                    <a:pt x="259" y="57"/>
                    <a:pt x="235" y="0"/>
                    <a:pt x="176" y="53"/>
                  </a:cubicBezTo>
                  <a:close/>
                </a:path>
              </a:pathLst>
            </a:custGeom>
            <a:solidFill>
              <a:srgbClr val="EAA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0" name="Freeform 17">
              <a:extLst>
                <a:ext uri="{FF2B5EF4-FFF2-40B4-BE49-F238E27FC236}">
                  <a16:creationId xmlns:a16="http://schemas.microsoft.com/office/drawing/2014/main" id="{560EF3BA-9781-4132-9117-E27B20937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338"/>
              <a:ext cx="886" cy="379"/>
            </a:xfrm>
            <a:custGeom>
              <a:avLst/>
              <a:gdLst>
                <a:gd name="T0" fmla="*/ 67 w 632"/>
                <a:gd name="T1" fmla="*/ 1472 h 270"/>
                <a:gd name="T2" fmla="*/ 537 w 632"/>
                <a:gd name="T3" fmla="*/ 1350 h 270"/>
                <a:gd name="T4" fmla="*/ 2103 w 632"/>
                <a:gd name="T5" fmla="*/ 800 h 270"/>
                <a:gd name="T6" fmla="*/ 3422 w 632"/>
                <a:gd name="T7" fmla="*/ 122 h 270"/>
                <a:gd name="T8" fmla="*/ 3314 w 632"/>
                <a:gd name="T9" fmla="*/ 11 h 270"/>
                <a:gd name="T10" fmla="*/ 2323 w 632"/>
                <a:gd name="T11" fmla="*/ 616 h 270"/>
                <a:gd name="T12" fmla="*/ 1082 w 632"/>
                <a:gd name="T13" fmla="*/ 921 h 270"/>
                <a:gd name="T14" fmla="*/ 0 w 632"/>
                <a:gd name="T15" fmla="*/ 1350 h 270"/>
                <a:gd name="T16" fmla="*/ 67 w 632"/>
                <a:gd name="T17" fmla="*/ 1472 h 2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2" h="270">
                  <a:moveTo>
                    <a:pt x="12" y="270"/>
                  </a:moveTo>
                  <a:cubicBezTo>
                    <a:pt x="12" y="270"/>
                    <a:pt x="67" y="270"/>
                    <a:pt x="99" y="248"/>
                  </a:cubicBezTo>
                  <a:cubicBezTo>
                    <a:pt x="149" y="214"/>
                    <a:pt x="264" y="167"/>
                    <a:pt x="388" y="147"/>
                  </a:cubicBezTo>
                  <a:cubicBezTo>
                    <a:pt x="465" y="135"/>
                    <a:pt x="583" y="68"/>
                    <a:pt x="632" y="22"/>
                  </a:cubicBezTo>
                  <a:cubicBezTo>
                    <a:pt x="632" y="22"/>
                    <a:pt x="629" y="0"/>
                    <a:pt x="612" y="2"/>
                  </a:cubicBezTo>
                  <a:cubicBezTo>
                    <a:pt x="612" y="2"/>
                    <a:pt x="514" y="87"/>
                    <a:pt x="429" y="113"/>
                  </a:cubicBezTo>
                  <a:cubicBezTo>
                    <a:pt x="386" y="127"/>
                    <a:pt x="262" y="142"/>
                    <a:pt x="200" y="169"/>
                  </a:cubicBezTo>
                  <a:cubicBezTo>
                    <a:pt x="138" y="195"/>
                    <a:pt x="48" y="258"/>
                    <a:pt x="0" y="248"/>
                  </a:cubicBezTo>
                  <a:cubicBezTo>
                    <a:pt x="0" y="248"/>
                    <a:pt x="2" y="265"/>
                    <a:pt x="12" y="27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1" name="Freeform 18">
              <a:extLst>
                <a:ext uri="{FF2B5EF4-FFF2-40B4-BE49-F238E27FC236}">
                  <a16:creationId xmlns:a16="http://schemas.microsoft.com/office/drawing/2014/main" id="{A07073E3-B402-469C-890B-63E22C19D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362"/>
              <a:ext cx="856" cy="405"/>
            </a:xfrm>
            <a:custGeom>
              <a:avLst/>
              <a:gdLst>
                <a:gd name="T0" fmla="*/ 55 w 610"/>
                <a:gd name="T1" fmla="*/ 1424 h 289"/>
                <a:gd name="T2" fmla="*/ 971 w 610"/>
                <a:gd name="T3" fmla="*/ 1016 h 289"/>
                <a:gd name="T4" fmla="*/ 2530 w 610"/>
                <a:gd name="T5" fmla="*/ 363 h 289"/>
                <a:gd name="T6" fmla="*/ 3267 w 610"/>
                <a:gd name="T7" fmla="*/ 0 h 289"/>
                <a:gd name="T8" fmla="*/ 3281 w 610"/>
                <a:gd name="T9" fmla="*/ 118 h 289"/>
                <a:gd name="T10" fmla="*/ 2530 w 610"/>
                <a:gd name="T11" fmla="*/ 481 h 289"/>
                <a:gd name="T12" fmla="*/ 1117 w 610"/>
                <a:gd name="T13" fmla="*/ 1078 h 289"/>
                <a:gd name="T14" fmla="*/ 77 w 610"/>
                <a:gd name="T15" fmla="*/ 1550 h 289"/>
                <a:gd name="T16" fmla="*/ 55 w 610"/>
                <a:gd name="T17" fmla="*/ 1424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0" h="289">
                  <a:moveTo>
                    <a:pt x="10" y="263"/>
                  </a:moveTo>
                  <a:cubicBezTo>
                    <a:pt x="10" y="263"/>
                    <a:pt x="135" y="227"/>
                    <a:pt x="178" y="188"/>
                  </a:cubicBezTo>
                  <a:cubicBezTo>
                    <a:pt x="222" y="149"/>
                    <a:pt x="371" y="87"/>
                    <a:pt x="465" y="67"/>
                  </a:cubicBezTo>
                  <a:cubicBezTo>
                    <a:pt x="559" y="48"/>
                    <a:pt x="600" y="0"/>
                    <a:pt x="600" y="0"/>
                  </a:cubicBezTo>
                  <a:cubicBezTo>
                    <a:pt x="600" y="0"/>
                    <a:pt x="610" y="2"/>
                    <a:pt x="603" y="22"/>
                  </a:cubicBezTo>
                  <a:cubicBezTo>
                    <a:pt x="603" y="22"/>
                    <a:pt x="574" y="65"/>
                    <a:pt x="465" y="89"/>
                  </a:cubicBezTo>
                  <a:cubicBezTo>
                    <a:pt x="357" y="113"/>
                    <a:pt x="244" y="166"/>
                    <a:pt x="205" y="200"/>
                  </a:cubicBezTo>
                  <a:cubicBezTo>
                    <a:pt x="169" y="232"/>
                    <a:pt x="39" y="284"/>
                    <a:pt x="14" y="287"/>
                  </a:cubicBezTo>
                  <a:cubicBezTo>
                    <a:pt x="14" y="287"/>
                    <a:pt x="0" y="289"/>
                    <a:pt x="10" y="263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2" name="Freeform 19">
              <a:extLst>
                <a:ext uri="{FF2B5EF4-FFF2-40B4-BE49-F238E27FC236}">
                  <a16:creationId xmlns:a16="http://schemas.microsoft.com/office/drawing/2014/main" id="{EB041082-A41E-4B9E-B316-D362D3EC9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870"/>
              <a:ext cx="300" cy="185"/>
            </a:xfrm>
            <a:custGeom>
              <a:avLst/>
              <a:gdLst>
                <a:gd name="T0" fmla="*/ 97 w 214"/>
                <a:gd name="T1" fmla="*/ 509 h 132"/>
                <a:gd name="T2" fmla="*/ 118 w 214"/>
                <a:gd name="T3" fmla="*/ 701 h 132"/>
                <a:gd name="T4" fmla="*/ 1159 w 214"/>
                <a:gd name="T5" fmla="*/ 112 h 132"/>
                <a:gd name="T6" fmla="*/ 993 w 214"/>
                <a:gd name="T7" fmla="*/ 29 h 132"/>
                <a:gd name="T8" fmla="*/ 97 w 214"/>
                <a:gd name="T9" fmla="*/ 509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132">
                  <a:moveTo>
                    <a:pt x="18" y="94"/>
                  </a:moveTo>
                  <a:cubicBezTo>
                    <a:pt x="18" y="94"/>
                    <a:pt x="0" y="117"/>
                    <a:pt x="22" y="130"/>
                  </a:cubicBezTo>
                  <a:cubicBezTo>
                    <a:pt x="22" y="130"/>
                    <a:pt x="181" y="132"/>
                    <a:pt x="214" y="21"/>
                  </a:cubicBezTo>
                  <a:cubicBezTo>
                    <a:pt x="214" y="21"/>
                    <a:pt x="203" y="0"/>
                    <a:pt x="183" y="6"/>
                  </a:cubicBezTo>
                  <a:cubicBezTo>
                    <a:pt x="183" y="6"/>
                    <a:pt x="141" y="110"/>
                    <a:pt x="18" y="94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3" name="Freeform 20">
              <a:extLst>
                <a:ext uri="{FF2B5EF4-FFF2-40B4-BE49-F238E27FC236}">
                  <a16:creationId xmlns:a16="http://schemas.microsoft.com/office/drawing/2014/main" id="{5B7D3CFB-F92F-449F-9181-119BE3448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529"/>
              <a:ext cx="319" cy="224"/>
            </a:xfrm>
            <a:custGeom>
              <a:avLst/>
              <a:gdLst>
                <a:gd name="T0" fmla="*/ 1091 w 227"/>
                <a:gd name="T1" fmla="*/ 349 h 160"/>
                <a:gd name="T2" fmla="*/ 1173 w 227"/>
                <a:gd name="T3" fmla="*/ 549 h 160"/>
                <a:gd name="T4" fmla="*/ 0 w 227"/>
                <a:gd name="T5" fmla="*/ 146 h 160"/>
                <a:gd name="T6" fmla="*/ 146 w 227"/>
                <a:gd name="T7" fmla="*/ 11 h 160"/>
                <a:gd name="T8" fmla="*/ 1091 w 227"/>
                <a:gd name="T9" fmla="*/ 349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0">
                  <a:moveTo>
                    <a:pt x="199" y="65"/>
                  </a:moveTo>
                  <a:cubicBezTo>
                    <a:pt x="199" y="65"/>
                    <a:pt x="227" y="83"/>
                    <a:pt x="214" y="102"/>
                  </a:cubicBezTo>
                  <a:cubicBezTo>
                    <a:pt x="214" y="102"/>
                    <a:pt x="37" y="160"/>
                    <a:pt x="0" y="27"/>
                  </a:cubicBezTo>
                  <a:cubicBezTo>
                    <a:pt x="0" y="27"/>
                    <a:pt x="1" y="0"/>
                    <a:pt x="27" y="2"/>
                  </a:cubicBezTo>
                  <a:cubicBezTo>
                    <a:pt x="27" y="2"/>
                    <a:pt x="63" y="127"/>
                    <a:pt x="199" y="65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4" name="Freeform 21">
              <a:extLst>
                <a:ext uri="{FF2B5EF4-FFF2-40B4-BE49-F238E27FC236}">
                  <a16:creationId xmlns:a16="http://schemas.microsoft.com/office/drawing/2014/main" id="{2461FEFA-7D76-499E-ADBF-307206F4D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853"/>
              <a:ext cx="200" cy="129"/>
            </a:xfrm>
            <a:custGeom>
              <a:avLst/>
              <a:gdLst>
                <a:gd name="T0" fmla="*/ 736 w 143"/>
                <a:gd name="T1" fmla="*/ 358 h 92"/>
                <a:gd name="T2" fmla="*/ 324 w 143"/>
                <a:gd name="T3" fmla="*/ 440 h 92"/>
                <a:gd name="T4" fmla="*/ 29 w 143"/>
                <a:gd name="T5" fmla="*/ 137 h 92"/>
                <a:gd name="T6" fmla="*/ 441 w 143"/>
                <a:gd name="T7" fmla="*/ 57 h 92"/>
                <a:gd name="T8" fmla="*/ 736 w 143"/>
                <a:gd name="T9" fmla="*/ 35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92">
                  <a:moveTo>
                    <a:pt x="137" y="66"/>
                  </a:moveTo>
                  <a:cubicBezTo>
                    <a:pt x="131" y="86"/>
                    <a:pt x="97" y="92"/>
                    <a:pt x="61" y="81"/>
                  </a:cubicBezTo>
                  <a:cubicBezTo>
                    <a:pt x="24" y="70"/>
                    <a:pt x="0" y="45"/>
                    <a:pt x="6" y="26"/>
                  </a:cubicBezTo>
                  <a:cubicBezTo>
                    <a:pt x="12" y="7"/>
                    <a:pt x="46" y="0"/>
                    <a:pt x="82" y="11"/>
                  </a:cubicBezTo>
                  <a:cubicBezTo>
                    <a:pt x="118" y="22"/>
                    <a:pt x="143" y="47"/>
                    <a:pt x="137" y="66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5" name="Freeform 22">
              <a:extLst>
                <a:ext uri="{FF2B5EF4-FFF2-40B4-BE49-F238E27FC236}">
                  <a16:creationId xmlns:a16="http://schemas.microsoft.com/office/drawing/2014/main" id="{CCDD65DF-2F8F-419B-BC5E-8E0543DDC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865"/>
              <a:ext cx="165" cy="103"/>
            </a:xfrm>
            <a:custGeom>
              <a:avLst/>
              <a:gdLst>
                <a:gd name="T0" fmla="*/ 604 w 118"/>
                <a:gd name="T1" fmla="*/ 299 h 73"/>
                <a:gd name="T2" fmla="*/ 268 w 118"/>
                <a:gd name="T3" fmla="*/ 357 h 73"/>
                <a:gd name="T4" fmla="*/ 21 w 118"/>
                <a:gd name="T5" fmla="*/ 111 h 73"/>
                <a:gd name="T6" fmla="*/ 358 w 118"/>
                <a:gd name="T7" fmla="*/ 49 h 73"/>
                <a:gd name="T8" fmla="*/ 604 w 118"/>
                <a:gd name="T9" fmla="*/ 29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73">
                  <a:moveTo>
                    <a:pt x="113" y="53"/>
                  </a:moveTo>
                  <a:cubicBezTo>
                    <a:pt x="109" y="68"/>
                    <a:pt x="80" y="73"/>
                    <a:pt x="50" y="64"/>
                  </a:cubicBezTo>
                  <a:cubicBezTo>
                    <a:pt x="20" y="55"/>
                    <a:pt x="0" y="35"/>
                    <a:pt x="4" y="20"/>
                  </a:cubicBezTo>
                  <a:cubicBezTo>
                    <a:pt x="9" y="5"/>
                    <a:pt x="37" y="0"/>
                    <a:pt x="67" y="9"/>
                  </a:cubicBezTo>
                  <a:cubicBezTo>
                    <a:pt x="97" y="18"/>
                    <a:pt x="118" y="38"/>
                    <a:pt x="113" y="53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6" name="Freeform 23">
              <a:extLst>
                <a:ext uri="{FF2B5EF4-FFF2-40B4-BE49-F238E27FC236}">
                  <a16:creationId xmlns:a16="http://schemas.microsoft.com/office/drawing/2014/main" id="{D2FA9B67-2834-43B9-9B60-6600A3EE9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323"/>
              <a:ext cx="30" cy="27"/>
            </a:xfrm>
            <a:custGeom>
              <a:avLst/>
              <a:gdLst>
                <a:gd name="T0" fmla="*/ 0 w 21"/>
                <a:gd name="T1" fmla="*/ 109 h 19"/>
                <a:gd name="T2" fmla="*/ 120 w 21"/>
                <a:gd name="T3" fmla="*/ 57 h 19"/>
                <a:gd name="T4" fmla="*/ 1 w 21"/>
                <a:gd name="T5" fmla="*/ 10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3" y="16"/>
                    <a:pt x="19" y="0"/>
                    <a:pt x="20" y="10"/>
                  </a:cubicBezTo>
                  <a:cubicBezTo>
                    <a:pt x="21" y="19"/>
                    <a:pt x="6" y="18"/>
                    <a:pt x="1" y="19"/>
                  </a:cubicBezTo>
                </a:path>
              </a:pathLst>
            </a:custGeom>
            <a:solidFill>
              <a:srgbClr val="E0B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7" name="Freeform 24">
              <a:extLst>
                <a:ext uri="{FF2B5EF4-FFF2-40B4-BE49-F238E27FC236}">
                  <a16:creationId xmlns:a16="http://schemas.microsoft.com/office/drawing/2014/main" id="{9CB647FB-EFA2-49E9-BCD1-333ACFB93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244"/>
              <a:ext cx="33" cy="23"/>
            </a:xfrm>
            <a:custGeom>
              <a:avLst/>
              <a:gdLst>
                <a:gd name="T0" fmla="*/ 0 w 23"/>
                <a:gd name="T1" fmla="*/ 86 h 16"/>
                <a:gd name="T2" fmla="*/ 128 w 23"/>
                <a:gd name="T3" fmla="*/ 56 h 16"/>
                <a:gd name="T4" fmla="*/ 1 w 23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14"/>
                  </a:moveTo>
                  <a:cubicBezTo>
                    <a:pt x="1" y="9"/>
                    <a:pt x="19" y="0"/>
                    <a:pt x="21" y="9"/>
                  </a:cubicBezTo>
                  <a:cubicBezTo>
                    <a:pt x="23" y="16"/>
                    <a:pt x="4" y="11"/>
                    <a:pt x="1" y="13"/>
                  </a:cubicBezTo>
                </a:path>
              </a:pathLst>
            </a:custGeom>
            <a:solidFill>
              <a:srgbClr val="E0B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8" name="Freeform 25">
              <a:extLst>
                <a:ext uri="{FF2B5EF4-FFF2-40B4-BE49-F238E27FC236}">
                  <a16:creationId xmlns:a16="http://schemas.microsoft.com/office/drawing/2014/main" id="{43EDBAE6-CCAC-454E-A4F9-263653A44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508"/>
              <a:ext cx="831" cy="706"/>
            </a:xfrm>
            <a:custGeom>
              <a:avLst/>
              <a:gdLst>
                <a:gd name="T0" fmla="*/ 0 w 592"/>
                <a:gd name="T1" fmla="*/ 2452 h 503"/>
                <a:gd name="T2" fmla="*/ 498 w 592"/>
                <a:gd name="T3" fmla="*/ 2309 h 503"/>
                <a:gd name="T4" fmla="*/ 1029 w 592"/>
                <a:gd name="T5" fmla="*/ 1944 h 503"/>
                <a:gd name="T6" fmla="*/ 1391 w 592"/>
                <a:gd name="T7" fmla="*/ 2027 h 503"/>
                <a:gd name="T8" fmla="*/ 1670 w 592"/>
                <a:gd name="T9" fmla="*/ 1858 h 503"/>
                <a:gd name="T10" fmla="*/ 2035 w 592"/>
                <a:gd name="T11" fmla="*/ 1931 h 503"/>
                <a:gd name="T12" fmla="*/ 2354 w 592"/>
                <a:gd name="T13" fmla="*/ 1811 h 503"/>
                <a:gd name="T14" fmla="*/ 2629 w 592"/>
                <a:gd name="T15" fmla="*/ 1481 h 503"/>
                <a:gd name="T16" fmla="*/ 2981 w 592"/>
                <a:gd name="T17" fmla="*/ 1392 h 503"/>
                <a:gd name="T18" fmla="*/ 3226 w 592"/>
                <a:gd name="T19" fmla="*/ 1109 h 503"/>
                <a:gd name="T20" fmla="*/ 3226 w 592"/>
                <a:gd name="T21" fmla="*/ 185 h 503"/>
                <a:gd name="T22" fmla="*/ 2021 w 592"/>
                <a:gd name="T23" fmla="*/ 990 h 503"/>
                <a:gd name="T24" fmla="*/ 1752 w 592"/>
                <a:gd name="T25" fmla="*/ 1001 h 503"/>
                <a:gd name="T26" fmla="*/ 201 w 592"/>
                <a:gd name="T27" fmla="*/ 1253 h 503"/>
                <a:gd name="T28" fmla="*/ 1 w 592"/>
                <a:gd name="T29" fmla="*/ 1267 h 503"/>
                <a:gd name="T30" fmla="*/ 0 w 592"/>
                <a:gd name="T31" fmla="*/ 2452 h 5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92" h="503">
                  <a:moveTo>
                    <a:pt x="0" y="450"/>
                  </a:moveTo>
                  <a:cubicBezTo>
                    <a:pt x="31" y="503"/>
                    <a:pt x="70" y="466"/>
                    <a:pt x="91" y="424"/>
                  </a:cubicBezTo>
                  <a:cubicBezTo>
                    <a:pt x="115" y="375"/>
                    <a:pt x="158" y="309"/>
                    <a:pt x="189" y="357"/>
                  </a:cubicBezTo>
                  <a:cubicBezTo>
                    <a:pt x="219" y="405"/>
                    <a:pt x="234" y="420"/>
                    <a:pt x="255" y="372"/>
                  </a:cubicBezTo>
                  <a:cubicBezTo>
                    <a:pt x="277" y="324"/>
                    <a:pt x="280" y="307"/>
                    <a:pt x="306" y="341"/>
                  </a:cubicBezTo>
                  <a:cubicBezTo>
                    <a:pt x="331" y="376"/>
                    <a:pt x="356" y="409"/>
                    <a:pt x="373" y="354"/>
                  </a:cubicBezTo>
                  <a:cubicBezTo>
                    <a:pt x="373" y="354"/>
                    <a:pt x="398" y="248"/>
                    <a:pt x="432" y="333"/>
                  </a:cubicBezTo>
                  <a:cubicBezTo>
                    <a:pt x="432" y="333"/>
                    <a:pt x="463" y="418"/>
                    <a:pt x="482" y="272"/>
                  </a:cubicBezTo>
                  <a:cubicBezTo>
                    <a:pt x="494" y="177"/>
                    <a:pt x="540" y="226"/>
                    <a:pt x="547" y="256"/>
                  </a:cubicBezTo>
                  <a:cubicBezTo>
                    <a:pt x="554" y="287"/>
                    <a:pt x="592" y="298"/>
                    <a:pt x="592" y="204"/>
                  </a:cubicBezTo>
                  <a:cubicBezTo>
                    <a:pt x="592" y="34"/>
                    <a:pt x="592" y="34"/>
                    <a:pt x="592" y="34"/>
                  </a:cubicBezTo>
                  <a:cubicBezTo>
                    <a:pt x="592" y="34"/>
                    <a:pt x="403" y="0"/>
                    <a:pt x="371" y="182"/>
                  </a:cubicBezTo>
                  <a:cubicBezTo>
                    <a:pt x="339" y="364"/>
                    <a:pt x="359" y="256"/>
                    <a:pt x="321" y="184"/>
                  </a:cubicBezTo>
                  <a:cubicBezTo>
                    <a:pt x="283" y="112"/>
                    <a:pt x="173" y="64"/>
                    <a:pt x="37" y="230"/>
                  </a:cubicBezTo>
                  <a:cubicBezTo>
                    <a:pt x="37" y="230"/>
                    <a:pt x="21" y="306"/>
                    <a:pt x="1" y="232"/>
                  </a:cubicBezTo>
                  <a:lnTo>
                    <a:pt x="0" y="450"/>
                  </a:lnTo>
                  <a:close/>
                </a:path>
              </a:pathLst>
            </a:custGeom>
            <a:solidFill>
              <a:srgbClr val="EAA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9" name="Oval 26">
              <a:extLst>
                <a:ext uri="{FF2B5EF4-FFF2-40B4-BE49-F238E27FC236}">
                  <a16:creationId xmlns:a16="http://schemas.microsoft.com/office/drawing/2014/main" id="{4518B7F0-9009-4DB8-99FB-B81BD1181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1740"/>
              <a:ext cx="187" cy="175"/>
            </a:xfrm>
            <a:prstGeom prst="ellipse">
              <a:avLst/>
            </a:prstGeom>
            <a:solidFill>
              <a:srgbClr val="5D9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300" name="Freeform 27">
              <a:extLst>
                <a:ext uri="{FF2B5EF4-FFF2-40B4-BE49-F238E27FC236}">
                  <a16:creationId xmlns:a16="http://schemas.microsoft.com/office/drawing/2014/main" id="{5E22CBAC-6DD6-4F35-87CF-F529ADA21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801"/>
              <a:ext cx="94" cy="84"/>
            </a:xfrm>
            <a:custGeom>
              <a:avLst/>
              <a:gdLst>
                <a:gd name="T0" fmla="*/ 365 w 67"/>
                <a:gd name="T1" fmla="*/ 0 h 60"/>
                <a:gd name="T2" fmla="*/ 185 w 67"/>
                <a:gd name="T3" fmla="*/ 123 h 60"/>
                <a:gd name="T4" fmla="*/ 0 w 67"/>
                <a:gd name="T5" fmla="*/ 323 h 60"/>
                <a:gd name="T6" fmla="*/ 199 w 67"/>
                <a:gd name="T7" fmla="*/ 132 h 60"/>
                <a:gd name="T8" fmla="*/ 365 w 6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0">
                  <a:moveTo>
                    <a:pt x="67" y="0"/>
                  </a:moveTo>
                  <a:cubicBezTo>
                    <a:pt x="67" y="0"/>
                    <a:pt x="63" y="9"/>
                    <a:pt x="34" y="23"/>
                  </a:cubicBezTo>
                  <a:cubicBezTo>
                    <a:pt x="4" y="37"/>
                    <a:pt x="0" y="60"/>
                    <a:pt x="0" y="60"/>
                  </a:cubicBezTo>
                  <a:cubicBezTo>
                    <a:pt x="0" y="60"/>
                    <a:pt x="16" y="32"/>
                    <a:pt x="36" y="24"/>
                  </a:cubicBezTo>
                  <a:cubicBezTo>
                    <a:pt x="56" y="17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1" name="Freeform 28">
              <a:extLst>
                <a:ext uri="{FF2B5EF4-FFF2-40B4-BE49-F238E27FC236}">
                  <a16:creationId xmlns:a16="http://schemas.microsoft.com/office/drawing/2014/main" id="{58903DB2-5936-4693-8B0A-516C04BE8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707"/>
              <a:ext cx="39" cy="34"/>
            </a:xfrm>
            <a:custGeom>
              <a:avLst/>
              <a:gdLst>
                <a:gd name="T0" fmla="*/ 0 w 28"/>
                <a:gd name="T1" fmla="*/ 0 h 24"/>
                <a:gd name="T2" fmla="*/ 145 w 28"/>
                <a:gd name="T3" fmla="*/ 136 h 24"/>
                <a:gd name="T4" fmla="*/ 0 w 2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4">
                  <a:moveTo>
                    <a:pt x="0" y="0"/>
                  </a:moveTo>
                  <a:cubicBezTo>
                    <a:pt x="0" y="0"/>
                    <a:pt x="24" y="7"/>
                    <a:pt x="28" y="24"/>
                  </a:cubicBezTo>
                  <a:cubicBezTo>
                    <a:pt x="28" y="24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2" name="Freeform 29">
              <a:extLst>
                <a:ext uri="{FF2B5EF4-FFF2-40B4-BE49-F238E27FC236}">
                  <a16:creationId xmlns:a16="http://schemas.microsoft.com/office/drawing/2014/main" id="{3B72B448-3722-47C9-8FA6-04A7D8E6F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609"/>
              <a:ext cx="131" cy="66"/>
            </a:xfrm>
            <a:custGeom>
              <a:avLst/>
              <a:gdLst>
                <a:gd name="T0" fmla="*/ 504 w 93"/>
                <a:gd name="T1" fmla="*/ 58 h 47"/>
                <a:gd name="T2" fmla="*/ 282 w 93"/>
                <a:gd name="T3" fmla="*/ 219 h 47"/>
                <a:gd name="T4" fmla="*/ 11 w 93"/>
                <a:gd name="T5" fmla="*/ 199 h 47"/>
                <a:gd name="T6" fmla="*/ 232 w 93"/>
                <a:gd name="T7" fmla="*/ 39 h 47"/>
                <a:gd name="T8" fmla="*/ 504 w 93"/>
                <a:gd name="T9" fmla="*/ 5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47">
                  <a:moveTo>
                    <a:pt x="91" y="11"/>
                  </a:moveTo>
                  <a:cubicBezTo>
                    <a:pt x="93" y="20"/>
                    <a:pt x="75" y="33"/>
                    <a:pt x="51" y="40"/>
                  </a:cubicBezTo>
                  <a:cubicBezTo>
                    <a:pt x="27" y="47"/>
                    <a:pt x="5" y="45"/>
                    <a:pt x="2" y="36"/>
                  </a:cubicBezTo>
                  <a:cubicBezTo>
                    <a:pt x="0" y="27"/>
                    <a:pt x="17" y="14"/>
                    <a:pt x="42" y="7"/>
                  </a:cubicBezTo>
                  <a:cubicBezTo>
                    <a:pt x="66" y="0"/>
                    <a:pt x="88" y="2"/>
                    <a:pt x="91" y="11"/>
                  </a:cubicBezTo>
                  <a:close/>
                </a:path>
              </a:pathLst>
            </a:custGeom>
            <a:solidFill>
              <a:srgbClr val="F7DA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3" name="Oval 30">
              <a:extLst>
                <a:ext uri="{FF2B5EF4-FFF2-40B4-BE49-F238E27FC236}">
                  <a16:creationId xmlns:a16="http://schemas.microsoft.com/office/drawing/2014/main" id="{A1040ABF-3C56-4EAE-B7F6-4B51B9034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588"/>
              <a:ext cx="60" cy="51"/>
            </a:xfrm>
            <a:prstGeom prst="ellipse">
              <a:avLst/>
            </a:prstGeom>
            <a:solidFill>
              <a:srgbClr val="F7DA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304" name="Freeform 31">
              <a:extLst>
                <a:ext uri="{FF2B5EF4-FFF2-40B4-BE49-F238E27FC236}">
                  <a16:creationId xmlns:a16="http://schemas.microsoft.com/office/drawing/2014/main" id="{3CC47DBC-1F6C-4604-9A6B-E7981335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145"/>
              <a:ext cx="1056" cy="464"/>
            </a:xfrm>
            <a:custGeom>
              <a:avLst/>
              <a:gdLst>
                <a:gd name="T0" fmla="*/ 0 w 752"/>
                <a:gd name="T1" fmla="*/ 1753 h 330"/>
                <a:gd name="T2" fmla="*/ 286 w 752"/>
                <a:gd name="T3" fmla="*/ 1649 h 330"/>
                <a:gd name="T4" fmla="*/ 499 w 752"/>
                <a:gd name="T5" fmla="*/ 1552 h 330"/>
                <a:gd name="T6" fmla="*/ 584 w 752"/>
                <a:gd name="T7" fmla="*/ 1474 h 330"/>
                <a:gd name="T8" fmla="*/ 692 w 752"/>
                <a:gd name="T9" fmla="*/ 1437 h 330"/>
                <a:gd name="T10" fmla="*/ 829 w 752"/>
                <a:gd name="T11" fmla="*/ 1378 h 330"/>
                <a:gd name="T12" fmla="*/ 1039 w 752"/>
                <a:gd name="T13" fmla="*/ 1271 h 330"/>
                <a:gd name="T14" fmla="*/ 1136 w 752"/>
                <a:gd name="T15" fmla="*/ 1220 h 330"/>
                <a:gd name="T16" fmla="*/ 1258 w 752"/>
                <a:gd name="T17" fmla="*/ 1182 h 330"/>
                <a:gd name="T18" fmla="*/ 1431 w 752"/>
                <a:gd name="T19" fmla="*/ 1070 h 330"/>
                <a:gd name="T20" fmla="*/ 1508 w 752"/>
                <a:gd name="T21" fmla="*/ 1080 h 330"/>
                <a:gd name="T22" fmla="*/ 1644 w 752"/>
                <a:gd name="T23" fmla="*/ 984 h 330"/>
                <a:gd name="T24" fmla="*/ 1786 w 752"/>
                <a:gd name="T25" fmla="*/ 993 h 330"/>
                <a:gd name="T26" fmla="*/ 2299 w 752"/>
                <a:gd name="T27" fmla="*/ 714 h 330"/>
                <a:gd name="T28" fmla="*/ 2404 w 752"/>
                <a:gd name="T29" fmla="*/ 609 h 330"/>
                <a:gd name="T30" fmla="*/ 2596 w 752"/>
                <a:gd name="T31" fmla="*/ 502 h 330"/>
                <a:gd name="T32" fmla="*/ 2883 w 752"/>
                <a:gd name="T33" fmla="*/ 502 h 330"/>
                <a:gd name="T34" fmla="*/ 3146 w 752"/>
                <a:gd name="T35" fmla="*/ 347 h 330"/>
                <a:gd name="T36" fmla="*/ 3386 w 752"/>
                <a:gd name="T37" fmla="*/ 259 h 330"/>
                <a:gd name="T38" fmla="*/ 3542 w 752"/>
                <a:gd name="T39" fmla="*/ 228 h 330"/>
                <a:gd name="T40" fmla="*/ 3713 w 752"/>
                <a:gd name="T41" fmla="*/ 176 h 330"/>
                <a:gd name="T42" fmla="*/ 3828 w 752"/>
                <a:gd name="T43" fmla="*/ 108 h 330"/>
                <a:gd name="T44" fmla="*/ 4048 w 752"/>
                <a:gd name="T45" fmla="*/ 1 h 330"/>
                <a:gd name="T46" fmla="*/ 4102 w 752"/>
                <a:gd name="T47" fmla="*/ 11 h 330"/>
                <a:gd name="T48" fmla="*/ 4107 w 752"/>
                <a:gd name="T49" fmla="*/ 67 h 330"/>
                <a:gd name="T50" fmla="*/ 3835 w 752"/>
                <a:gd name="T51" fmla="*/ 242 h 330"/>
                <a:gd name="T52" fmla="*/ 3089 w 752"/>
                <a:gd name="T53" fmla="*/ 540 h 330"/>
                <a:gd name="T54" fmla="*/ 2369 w 752"/>
                <a:gd name="T55" fmla="*/ 906 h 330"/>
                <a:gd name="T56" fmla="*/ 1536 w 752"/>
                <a:gd name="T57" fmla="*/ 1287 h 330"/>
                <a:gd name="T58" fmla="*/ 541 w 752"/>
                <a:gd name="T59" fmla="*/ 1627 h 330"/>
                <a:gd name="T60" fmla="*/ 253 w 752"/>
                <a:gd name="T61" fmla="*/ 1706 h 330"/>
                <a:gd name="T62" fmla="*/ 39 w 752"/>
                <a:gd name="T63" fmla="*/ 1787 h 3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2" h="330">
                  <a:moveTo>
                    <a:pt x="0" y="319"/>
                  </a:moveTo>
                  <a:cubicBezTo>
                    <a:pt x="9" y="298"/>
                    <a:pt x="32" y="295"/>
                    <a:pt x="52" y="300"/>
                  </a:cubicBezTo>
                  <a:cubicBezTo>
                    <a:pt x="59" y="280"/>
                    <a:pt x="77" y="288"/>
                    <a:pt x="91" y="282"/>
                  </a:cubicBezTo>
                  <a:cubicBezTo>
                    <a:pt x="99" y="279"/>
                    <a:pt x="101" y="272"/>
                    <a:pt x="107" y="268"/>
                  </a:cubicBezTo>
                  <a:cubicBezTo>
                    <a:pt x="115" y="262"/>
                    <a:pt x="116" y="263"/>
                    <a:pt x="127" y="262"/>
                  </a:cubicBezTo>
                  <a:cubicBezTo>
                    <a:pt x="141" y="261"/>
                    <a:pt x="143" y="259"/>
                    <a:pt x="152" y="251"/>
                  </a:cubicBezTo>
                  <a:cubicBezTo>
                    <a:pt x="165" y="238"/>
                    <a:pt x="173" y="236"/>
                    <a:pt x="190" y="231"/>
                  </a:cubicBezTo>
                  <a:cubicBezTo>
                    <a:pt x="197" y="228"/>
                    <a:pt x="201" y="226"/>
                    <a:pt x="208" y="222"/>
                  </a:cubicBezTo>
                  <a:cubicBezTo>
                    <a:pt x="216" y="218"/>
                    <a:pt x="223" y="218"/>
                    <a:pt x="230" y="215"/>
                  </a:cubicBezTo>
                  <a:cubicBezTo>
                    <a:pt x="240" y="210"/>
                    <a:pt x="249" y="197"/>
                    <a:pt x="262" y="195"/>
                  </a:cubicBezTo>
                  <a:cubicBezTo>
                    <a:pt x="267" y="194"/>
                    <a:pt x="272" y="198"/>
                    <a:pt x="276" y="196"/>
                  </a:cubicBezTo>
                  <a:cubicBezTo>
                    <a:pt x="286" y="194"/>
                    <a:pt x="292" y="182"/>
                    <a:pt x="301" y="179"/>
                  </a:cubicBezTo>
                  <a:cubicBezTo>
                    <a:pt x="309" y="176"/>
                    <a:pt x="321" y="176"/>
                    <a:pt x="327" y="181"/>
                  </a:cubicBezTo>
                  <a:cubicBezTo>
                    <a:pt x="339" y="145"/>
                    <a:pt x="396" y="147"/>
                    <a:pt x="421" y="130"/>
                  </a:cubicBezTo>
                  <a:cubicBezTo>
                    <a:pt x="429" y="125"/>
                    <a:pt x="433" y="117"/>
                    <a:pt x="440" y="111"/>
                  </a:cubicBezTo>
                  <a:cubicBezTo>
                    <a:pt x="449" y="102"/>
                    <a:pt x="464" y="97"/>
                    <a:pt x="476" y="92"/>
                  </a:cubicBezTo>
                  <a:cubicBezTo>
                    <a:pt x="493" y="85"/>
                    <a:pt x="514" y="76"/>
                    <a:pt x="528" y="92"/>
                  </a:cubicBezTo>
                  <a:cubicBezTo>
                    <a:pt x="540" y="71"/>
                    <a:pt x="559" y="75"/>
                    <a:pt x="576" y="63"/>
                  </a:cubicBezTo>
                  <a:cubicBezTo>
                    <a:pt x="594" y="50"/>
                    <a:pt x="598" y="48"/>
                    <a:pt x="620" y="47"/>
                  </a:cubicBezTo>
                  <a:cubicBezTo>
                    <a:pt x="632" y="47"/>
                    <a:pt x="638" y="46"/>
                    <a:pt x="649" y="41"/>
                  </a:cubicBezTo>
                  <a:cubicBezTo>
                    <a:pt x="659" y="36"/>
                    <a:pt x="670" y="35"/>
                    <a:pt x="680" y="32"/>
                  </a:cubicBezTo>
                  <a:cubicBezTo>
                    <a:pt x="688" y="29"/>
                    <a:pt x="693" y="26"/>
                    <a:pt x="701" y="20"/>
                  </a:cubicBezTo>
                  <a:cubicBezTo>
                    <a:pt x="713" y="12"/>
                    <a:pt x="724" y="1"/>
                    <a:pt x="741" y="1"/>
                  </a:cubicBezTo>
                  <a:cubicBezTo>
                    <a:pt x="740" y="0"/>
                    <a:pt x="752" y="3"/>
                    <a:pt x="751" y="2"/>
                  </a:cubicBezTo>
                  <a:cubicBezTo>
                    <a:pt x="751" y="1"/>
                    <a:pt x="751" y="12"/>
                    <a:pt x="752" y="12"/>
                  </a:cubicBezTo>
                  <a:cubicBezTo>
                    <a:pt x="740" y="31"/>
                    <a:pt x="723" y="33"/>
                    <a:pt x="702" y="44"/>
                  </a:cubicBezTo>
                  <a:cubicBezTo>
                    <a:pt x="660" y="66"/>
                    <a:pt x="611" y="81"/>
                    <a:pt x="566" y="98"/>
                  </a:cubicBezTo>
                  <a:cubicBezTo>
                    <a:pt x="520" y="115"/>
                    <a:pt x="478" y="145"/>
                    <a:pt x="434" y="165"/>
                  </a:cubicBezTo>
                  <a:cubicBezTo>
                    <a:pt x="383" y="189"/>
                    <a:pt x="332" y="211"/>
                    <a:pt x="281" y="234"/>
                  </a:cubicBezTo>
                  <a:cubicBezTo>
                    <a:pt x="223" y="260"/>
                    <a:pt x="160" y="276"/>
                    <a:pt x="99" y="296"/>
                  </a:cubicBezTo>
                  <a:cubicBezTo>
                    <a:pt x="82" y="302"/>
                    <a:pt x="64" y="305"/>
                    <a:pt x="46" y="311"/>
                  </a:cubicBezTo>
                  <a:cubicBezTo>
                    <a:pt x="36" y="314"/>
                    <a:pt x="14" y="330"/>
                    <a:pt x="7" y="325"/>
                  </a:cubicBezTo>
                </a:path>
              </a:pathLst>
            </a:custGeom>
            <a:solidFill>
              <a:srgbClr val="F7DA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5" name="Freeform 32">
              <a:extLst>
                <a:ext uri="{FF2B5EF4-FFF2-40B4-BE49-F238E27FC236}">
                  <a16:creationId xmlns:a16="http://schemas.microsoft.com/office/drawing/2014/main" id="{56A681B4-BC50-4D9E-8F7B-F64C8C752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974"/>
              <a:ext cx="612" cy="268"/>
            </a:xfrm>
            <a:custGeom>
              <a:avLst/>
              <a:gdLst>
                <a:gd name="T0" fmla="*/ 21 w 436"/>
                <a:gd name="T1" fmla="*/ 108 h 191"/>
                <a:gd name="T2" fmla="*/ 219 w 436"/>
                <a:gd name="T3" fmla="*/ 108 h 191"/>
                <a:gd name="T4" fmla="*/ 470 w 436"/>
                <a:gd name="T5" fmla="*/ 77 h 191"/>
                <a:gd name="T6" fmla="*/ 517 w 436"/>
                <a:gd name="T7" fmla="*/ 243 h 191"/>
                <a:gd name="T8" fmla="*/ 731 w 436"/>
                <a:gd name="T9" fmla="*/ 253 h 191"/>
                <a:gd name="T10" fmla="*/ 1040 w 436"/>
                <a:gd name="T11" fmla="*/ 376 h 191"/>
                <a:gd name="T12" fmla="*/ 1472 w 436"/>
                <a:gd name="T13" fmla="*/ 616 h 191"/>
                <a:gd name="T14" fmla="*/ 1611 w 436"/>
                <a:gd name="T15" fmla="*/ 685 h 191"/>
                <a:gd name="T16" fmla="*/ 1722 w 436"/>
                <a:gd name="T17" fmla="*/ 713 h 191"/>
                <a:gd name="T18" fmla="*/ 1821 w 436"/>
                <a:gd name="T19" fmla="*/ 768 h 191"/>
                <a:gd name="T20" fmla="*/ 2055 w 436"/>
                <a:gd name="T21" fmla="*/ 855 h 191"/>
                <a:gd name="T22" fmla="*/ 2270 w 436"/>
                <a:gd name="T23" fmla="*/ 800 h 191"/>
                <a:gd name="T24" fmla="*/ 2376 w 436"/>
                <a:gd name="T25" fmla="*/ 972 h 191"/>
                <a:gd name="T26" fmla="*/ 1821 w 436"/>
                <a:gd name="T27" fmla="*/ 1016 h 191"/>
                <a:gd name="T28" fmla="*/ 1204 w 436"/>
                <a:gd name="T29" fmla="*/ 807 h 191"/>
                <a:gd name="T30" fmla="*/ 679 w 436"/>
                <a:gd name="T31" fmla="*/ 609 h 191"/>
                <a:gd name="T32" fmla="*/ 160 w 436"/>
                <a:gd name="T33" fmla="*/ 376 h 191"/>
                <a:gd name="T34" fmla="*/ 0 w 436"/>
                <a:gd name="T35" fmla="*/ 136 h 1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6" h="191">
                  <a:moveTo>
                    <a:pt x="4" y="20"/>
                  </a:moveTo>
                  <a:cubicBezTo>
                    <a:pt x="9" y="6"/>
                    <a:pt x="38" y="2"/>
                    <a:pt x="40" y="20"/>
                  </a:cubicBezTo>
                  <a:cubicBezTo>
                    <a:pt x="44" y="0"/>
                    <a:pt x="71" y="28"/>
                    <a:pt x="86" y="14"/>
                  </a:cubicBezTo>
                  <a:cubicBezTo>
                    <a:pt x="99" y="18"/>
                    <a:pt x="87" y="39"/>
                    <a:pt x="95" y="45"/>
                  </a:cubicBezTo>
                  <a:cubicBezTo>
                    <a:pt x="103" y="52"/>
                    <a:pt x="123" y="42"/>
                    <a:pt x="134" y="46"/>
                  </a:cubicBezTo>
                  <a:cubicBezTo>
                    <a:pt x="152" y="54"/>
                    <a:pt x="171" y="67"/>
                    <a:pt x="191" y="69"/>
                  </a:cubicBezTo>
                  <a:cubicBezTo>
                    <a:pt x="232" y="73"/>
                    <a:pt x="267" y="60"/>
                    <a:pt x="270" y="113"/>
                  </a:cubicBezTo>
                  <a:cubicBezTo>
                    <a:pt x="283" y="111"/>
                    <a:pt x="297" y="103"/>
                    <a:pt x="296" y="126"/>
                  </a:cubicBezTo>
                  <a:cubicBezTo>
                    <a:pt x="303" y="127"/>
                    <a:pt x="310" y="128"/>
                    <a:pt x="316" y="131"/>
                  </a:cubicBezTo>
                  <a:cubicBezTo>
                    <a:pt x="321" y="132"/>
                    <a:pt x="330" y="141"/>
                    <a:pt x="334" y="141"/>
                  </a:cubicBezTo>
                  <a:cubicBezTo>
                    <a:pt x="348" y="144"/>
                    <a:pt x="375" y="130"/>
                    <a:pt x="377" y="157"/>
                  </a:cubicBezTo>
                  <a:cubicBezTo>
                    <a:pt x="386" y="141"/>
                    <a:pt x="403" y="147"/>
                    <a:pt x="417" y="147"/>
                  </a:cubicBezTo>
                  <a:cubicBezTo>
                    <a:pt x="423" y="157"/>
                    <a:pt x="426" y="173"/>
                    <a:pt x="436" y="179"/>
                  </a:cubicBezTo>
                  <a:cubicBezTo>
                    <a:pt x="405" y="191"/>
                    <a:pt x="367" y="188"/>
                    <a:pt x="334" y="187"/>
                  </a:cubicBezTo>
                  <a:cubicBezTo>
                    <a:pt x="294" y="185"/>
                    <a:pt x="257" y="164"/>
                    <a:pt x="221" y="148"/>
                  </a:cubicBezTo>
                  <a:cubicBezTo>
                    <a:pt x="189" y="135"/>
                    <a:pt x="157" y="124"/>
                    <a:pt x="125" y="112"/>
                  </a:cubicBezTo>
                  <a:cubicBezTo>
                    <a:pt x="92" y="100"/>
                    <a:pt x="58" y="88"/>
                    <a:pt x="29" y="69"/>
                  </a:cubicBezTo>
                  <a:cubicBezTo>
                    <a:pt x="10" y="55"/>
                    <a:pt x="7" y="45"/>
                    <a:pt x="0" y="25"/>
                  </a:cubicBezTo>
                </a:path>
              </a:pathLst>
            </a:custGeom>
            <a:solidFill>
              <a:srgbClr val="F9F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6" name="Freeform 33">
              <a:extLst>
                <a:ext uri="{FF2B5EF4-FFF2-40B4-BE49-F238E27FC236}">
                  <a16:creationId xmlns:a16="http://schemas.microsoft.com/office/drawing/2014/main" id="{B8F4EC06-68C6-49A9-A4A2-9916CD70D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397"/>
              <a:ext cx="79" cy="64"/>
            </a:xfrm>
            <a:custGeom>
              <a:avLst/>
              <a:gdLst>
                <a:gd name="T0" fmla="*/ 0 w 56"/>
                <a:gd name="T1" fmla="*/ 49 h 46"/>
                <a:gd name="T2" fmla="*/ 151 w 56"/>
                <a:gd name="T3" fmla="*/ 97 h 46"/>
                <a:gd name="T4" fmla="*/ 309 w 56"/>
                <a:gd name="T5" fmla="*/ 228 h 46"/>
                <a:gd name="T6" fmla="*/ 0 w 56"/>
                <a:gd name="T7" fmla="*/ 122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6">
                  <a:moveTo>
                    <a:pt x="0" y="9"/>
                  </a:moveTo>
                  <a:cubicBezTo>
                    <a:pt x="9" y="6"/>
                    <a:pt x="25" y="6"/>
                    <a:pt x="27" y="19"/>
                  </a:cubicBezTo>
                  <a:cubicBezTo>
                    <a:pt x="49" y="0"/>
                    <a:pt x="56" y="27"/>
                    <a:pt x="55" y="44"/>
                  </a:cubicBezTo>
                  <a:cubicBezTo>
                    <a:pt x="39" y="46"/>
                    <a:pt x="3" y="36"/>
                    <a:pt x="0" y="23"/>
                  </a:cubicBezTo>
                </a:path>
              </a:pathLst>
            </a:custGeom>
            <a:solidFill>
              <a:srgbClr val="F9F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7" name="Freeform 34">
              <a:extLst>
                <a:ext uri="{FF2B5EF4-FFF2-40B4-BE49-F238E27FC236}">
                  <a16:creationId xmlns:a16="http://schemas.microsoft.com/office/drawing/2014/main" id="{F6DF9D85-E84A-4387-92E2-6CA3593A1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451"/>
              <a:ext cx="108" cy="71"/>
            </a:xfrm>
            <a:custGeom>
              <a:avLst/>
              <a:gdLst>
                <a:gd name="T0" fmla="*/ 0 w 77"/>
                <a:gd name="T1" fmla="*/ 47 h 50"/>
                <a:gd name="T2" fmla="*/ 137 w 77"/>
                <a:gd name="T3" fmla="*/ 1 h 50"/>
                <a:gd name="T4" fmla="*/ 233 w 77"/>
                <a:gd name="T5" fmla="*/ 75 h 50"/>
                <a:gd name="T6" fmla="*/ 417 w 77"/>
                <a:gd name="T7" fmla="*/ 196 h 50"/>
                <a:gd name="T8" fmla="*/ 28 w 77"/>
                <a:gd name="T9" fmla="*/ 10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0">
                  <a:moveTo>
                    <a:pt x="0" y="8"/>
                  </a:moveTo>
                  <a:cubicBezTo>
                    <a:pt x="9" y="7"/>
                    <a:pt x="15" y="0"/>
                    <a:pt x="26" y="1"/>
                  </a:cubicBezTo>
                  <a:cubicBezTo>
                    <a:pt x="37" y="2"/>
                    <a:pt x="36" y="8"/>
                    <a:pt x="43" y="13"/>
                  </a:cubicBezTo>
                  <a:cubicBezTo>
                    <a:pt x="55" y="20"/>
                    <a:pt x="75" y="14"/>
                    <a:pt x="77" y="34"/>
                  </a:cubicBezTo>
                  <a:cubicBezTo>
                    <a:pt x="59" y="50"/>
                    <a:pt x="18" y="37"/>
                    <a:pt x="5" y="19"/>
                  </a:cubicBezTo>
                </a:path>
              </a:pathLst>
            </a:custGeom>
            <a:solidFill>
              <a:srgbClr val="F9F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8" name="Freeform 35">
              <a:extLst>
                <a:ext uri="{FF2B5EF4-FFF2-40B4-BE49-F238E27FC236}">
                  <a16:creationId xmlns:a16="http://schemas.microsoft.com/office/drawing/2014/main" id="{797EB3B2-42C5-400F-AA2B-C76980B89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520"/>
              <a:ext cx="104" cy="52"/>
            </a:xfrm>
            <a:custGeom>
              <a:avLst/>
              <a:gdLst>
                <a:gd name="T0" fmla="*/ 0 w 74"/>
                <a:gd name="T1" fmla="*/ 15 h 37"/>
                <a:gd name="T2" fmla="*/ 391 w 74"/>
                <a:gd name="T3" fmla="*/ 104 h 37"/>
                <a:gd name="T4" fmla="*/ 259 w 74"/>
                <a:gd name="T5" fmla="*/ 200 h 37"/>
                <a:gd name="T6" fmla="*/ 15 w 74"/>
                <a:gd name="T7" fmla="*/ 8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37">
                  <a:moveTo>
                    <a:pt x="0" y="3"/>
                  </a:moveTo>
                  <a:cubicBezTo>
                    <a:pt x="11" y="0"/>
                    <a:pt x="67" y="5"/>
                    <a:pt x="71" y="19"/>
                  </a:cubicBezTo>
                  <a:cubicBezTo>
                    <a:pt x="74" y="31"/>
                    <a:pt x="54" y="37"/>
                    <a:pt x="47" y="36"/>
                  </a:cubicBezTo>
                  <a:cubicBezTo>
                    <a:pt x="33" y="35"/>
                    <a:pt x="10" y="21"/>
                    <a:pt x="3" y="15"/>
                  </a:cubicBezTo>
                </a:path>
              </a:pathLst>
            </a:custGeom>
            <a:solidFill>
              <a:srgbClr val="F9F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9" name="Freeform 36">
              <a:extLst>
                <a:ext uri="{FF2B5EF4-FFF2-40B4-BE49-F238E27FC236}">
                  <a16:creationId xmlns:a16="http://schemas.microsoft.com/office/drawing/2014/main" id="{CD6101F3-36B7-4381-A554-62D1032AC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555"/>
              <a:ext cx="221" cy="118"/>
            </a:xfrm>
            <a:custGeom>
              <a:avLst/>
              <a:gdLst>
                <a:gd name="T0" fmla="*/ 0 w 158"/>
                <a:gd name="T1" fmla="*/ 97 h 84"/>
                <a:gd name="T2" fmla="*/ 290 w 158"/>
                <a:gd name="T3" fmla="*/ 164 h 84"/>
                <a:gd name="T4" fmla="*/ 471 w 158"/>
                <a:gd name="T5" fmla="*/ 204 h 84"/>
                <a:gd name="T6" fmla="*/ 540 w 158"/>
                <a:gd name="T7" fmla="*/ 230 h 84"/>
                <a:gd name="T8" fmla="*/ 627 w 158"/>
                <a:gd name="T9" fmla="*/ 204 h 84"/>
                <a:gd name="T10" fmla="*/ 845 w 158"/>
                <a:gd name="T11" fmla="*/ 410 h 84"/>
                <a:gd name="T12" fmla="*/ 403 w 158"/>
                <a:gd name="T13" fmla="*/ 296 h 84"/>
                <a:gd name="T14" fmla="*/ 183 w 158"/>
                <a:gd name="T15" fmla="*/ 180 h 84"/>
                <a:gd name="T16" fmla="*/ 0 w 158"/>
                <a:gd name="T17" fmla="*/ 136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8" h="84">
                  <a:moveTo>
                    <a:pt x="0" y="18"/>
                  </a:moveTo>
                  <a:cubicBezTo>
                    <a:pt x="20" y="0"/>
                    <a:pt x="45" y="6"/>
                    <a:pt x="54" y="30"/>
                  </a:cubicBezTo>
                  <a:cubicBezTo>
                    <a:pt x="66" y="32"/>
                    <a:pt x="77" y="34"/>
                    <a:pt x="88" y="37"/>
                  </a:cubicBezTo>
                  <a:cubicBezTo>
                    <a:pt x="95" y="39"/>
                    <a:pt x="95" y="42"/>
                    <a:pt x="101" y="42"/>
                  </a:cubicBezTo>
                  <a:cubicBezTo>
                    <a:pt x="105" y="42"/>
                    <a:pt x="111" y="37"/>
                    <a:pt x="117" y="37"/>
                  </a:cubicBezTo>
                  <a:cubicBezTo>
                    <a:pt x="133" y="37"/>
                    <a:pt x="153" y="62"/>
                    <a:pt x="158" y="75"/>
                  </a:cubicBezTo>
                  <a:cubicBezTo>
                    <a:pt x="132" y="84"/>
                    <a:pt x="97" y="66"/>
                    <a:pt x="75" y="54"/>
                  </a:cubicBezTo>
                  <a:cubicBezTo>
                    <a:pt x="62" y="46"/>
                    <a:pt x="48" y="38"/>
                    <a:pt x="34" y="33"/>
                  </a:cubicBezTo>
                  <a:cubicBezTo>
                    <a:pt x="24" y="29"/>
                    <a:pt x="8" y="31"/>
                    <a:pt x="0" y="25"/>
                  </a:cubicBezTo>
                </a:path>
              </a:pathLst>
            </a:custGeom>
            <a:solidFill>
              <a:srgbClr val="F9F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0" name="Freeform 37">
              <a:extLst>
                <a:ext uri="{FF2B5EF4-FFF2-40B4-BE49-F238E27FC236}">
                  <a16:creationId xmlns:a16="http://schemas.microsoft.com/office/drawing/2014/main" id="{BF5BFAC1-9EA3-44FE-9503-7AA3F5371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093"/>
              <a:ext cx="57" cy="77"/>
            </a:xfrm>
            <a:custGeom>
              <a:avLst/>
              <a:gdLst>
                <a:gd name="T0" fmla="*/ 29 w 40"/>
                <a:gd name="T1" fmla="*/ 84 h 55"/>
                <a:gd name="T2" fmla="*/ 54 w 40"/>
                <a:gd name="T3" fmla="*/ 200 h 55"/>
                <a:gd name="T4" fmla="*/ 77 w 40"/>
                <a:gd name="T5" fmla="*/ 295 h 55"/>
                <a:gd name="T6" fmla="*/ 128 w 40"/>
                <a:gd name="T7" fmla="*/ 266 h 55"/>
                <a:gd name="T8" fmla="*/ 191 w 40"/>
                <a:gd name="T9" fmla="*/ 231 h 55"/>
                <a:gd name="T10" fmla="*/ 205 w 40"/>
                <a:gd name="T11" fmla="*/ 67 h 55"/>
                <a:gd name="T12" fmla="*/ 97 w 40"/>
                <a:gd name="T13" fmla="*/ 15 h 55"/>
                <a:gd name="T14" fmla="*/ 29 w 40"/>
                <a:gd name="T15" fmla="*/ 84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5">
                  <a:moveTo>
                    <a:pt x="5" y="16"/>
                  </a:moveTo>
                  <a:cubicBezTo>
                    <a:pt x="7" y="23"/>
                    <a:pt x="8" y="29"/>
                    <a:pt x="9" y="37"/>
                  </a:cubicBezTo>
                  <a:cubicBezTo>
                    <a:pt x="10" y="42"/>
                    <a:pt x="10" y="49"/>
                    <a:pt x="13" y="55"/>
                  </a:cubicBezTo>
                  <a:cubicBezTo>
                    <a:pt x="16" y="55"/>
                    <a:pt x="19" y="51"/>
                    <a:pt x="22" y="49"/>
                  </a:cubicBezTo>
                  <a:cubicBezTo>
                    <a:pt x="25" y="47"/>
                    <a:pt x="29" y="46"/>
                    <a:pt x="32" y="43"/>
                  </a:cubicBezTo>
                  <a:cubicBezTo>
                    <a:pt x="40" y="36"/>
                    <a:pt x="37" y="22"/>
                    <a:pt x="35" y="12"/>
                  </a:cubicBezTo>
                  <a:cubicBezTo>
                    <a:pt x="33" y="3"/>
                    <a:pt x="26" y="0"/>
                    <a:pt x="17" y="3"/>
                  </a:cubicBezTo>
                  <a:cubicBezTo>
                    <a:pt x="13" y="4"/>
                    <a:pt x="0" y="10"/>
                    <a:pt x="5" y="16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1" name="Freeform 38">
              <a:extLst>
                <a:ext uri="{FF2B5EF4-FFF2-40B4-BE49-F238E27FC236}">
                  <a16:creationId xmlns:a16="http://schemas.microsoft.com/office/drawing/2014/main" id="{BA6BAAAE-9489-48C8-9667-E4636865E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048"/>
              <a:ext cx="37" cy="86"/>
            </a:xfrm>
            <a:custGeom>
              <a:avLst/>
              <a:gdLst>
                <a:gd name="T0" fmla="*/ 0 w 27"/>
                <a:gd name="T1" fmla="*/ 135 h 61"/>
                <a:gd name="T2" fmla="*/ 26 w 27"/>
                <a:gd name="T3" fmla="*/ 258 h 61"/>
                <a:gd name="T4" fmla="*/ 36 w 27"/>
                <a:gd name="T5" fmla="*/ 326 h 61"/>
                <a:gd name="T6" fmla="*/ 77 w 27"/>
                <a:gd name="T7" fmla="*/ 258 h 61"/>
                <a:gd name="T8" fmla="*/ 112 w 27"/>
                <a:gd name="T9" fmla="*/ 185 h 61"/>
                <a:gd name="T10" fmla="*/ 126 w 27"/>
                <a:gd name="T11" fmla="*/ 96 h 61"/>
                <a:gd name="T12" fmla="*/ 96 w 27"/>
                <a:gd name="T13" fmla="*/ 11 h 61"/>
                <a:gd name="T14" fmla="*/ 29 w 27"/>
                <a:gd name="T15" fmla="*/ 55 h 61"/>
                <a:gd name="T16" fmla="*/ 0 w 27"/>
                <a:gd name="T17" fmla="*/ 123 h 61"/>
                <a:gd name="T18" fmla="*/ 0 w 27"/>
                <a:gd name="T19" fmla="*/ 123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61">
                  <a:moveTo>
                    <a:pt x="0" y="24"/>
                  </a:moveTo>
                  <a:cubicBezTo>
                    <a:pt x="0" y="31"/>
                    <a:pt x="4" y="38"/>
                    <a:pt x="5" y="46"/>
                  </a:cubicBezTo>
                  <a:cubicBezTo>
                    <a:pt x="6" y="48"/>
                    <a:pt x="5" y="56"/>
                    <a:pt x="7" y="58"/>
                  </a:cubicBezTo>
                  <a:cubicBezTo>
                    <a:pt x="9" y="61"/>
                    <a:pt x="15" y="49"/>
                    <a:pt x="16" y="46"/>
                  </a:cubicBezTo>
                  <a:cubicBezTo>
                    <a:pt x="19" y="42"/>
                    <a:pt x="21" y="37"/>
                    <a:pt x="23" y="33"/>
                  </a:cubicBezTo>
                  <a:cubicBezTo>
                    <a:pt x="26" y="27"/>
                    <a:pt x="27" y="23"/>
                    <a:pt x="26" y="17"/>
                  </a:cubicBezTo>
                  <a:cubicBezTo>
                    <a:pt x="25" y="13"/>
                    <a:pt x="24" y="3"/>
                    <a:pt x="20" y="2"/>
                  </a:cubicBezTo>
                  <a:cubicBezTo>
                    <a:pt x="16" y="0"/>
                    <a:pt x="9" y="7"/>
                    <a:pt x="6" y="10"/>
                  </a:cubicBezTo>
                  <a:cubicBezTo>
                    <a:pt x="4" y="13"/>
                    <a:pt x="1" y="18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2" name="Freeform 39">
              <a:extLst>
                <a:ext uri="{FF2B5EF4-FFF2-40B4-BE49-F238E27FC236}">
                  <a16:creationId xmlns:a16="http://schemas.microsoft.com/office/drawing/2014/main" id="{1451091A-424A-4E4C-88FD-F6C6216AA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997"/>
              <a:ext cx="45" cy="73"/>
            </a:xfrm>
            <a:custGeom>
              <a:avLst/>
              <a:gdLst>
                <a:gd name="T0" fmla="*/ 0 w 32"/>
                <a:gd name="T1" fmla="*/ 152 h 52"/>
                <a:gd name="T2" fmla="*/ 55 w 32"/>
                <a:gd name="T3" fmla="*/ 282 h 52"/>
                <a:gd name="T4" fmla="*/ 125 w 32"/>
                <a:gd name="T5" fmla="*/ 171 h 52"/>
                <a:gd name="T6" fmla="*/ 165 w 32"/>
                <a:gd name="T7" fmla="*/ 108 h 52"/>
                <a:gd name="T8" fmla="*/ 148 w 32"/>
                <a:gd name="T9" fmla="*/ 55 h 52"/>
                <a:gd name="T10" fmla="*/ 108 w 32"/>
                <a:gd name="T11" fmla="*/ 1 h 52"/>
                <a:gd name="T12" fmla="*/ 68 w 32"/>
                <a:gd name="T13" fmla="*/ 39 h 52"/>
                <a:gd name="T14" fmla="*/ 0 w 32"/>
                <a:gd name="T15" fmla="*/ 136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52">
                  <a:moveTo>
                    <a:pt x="0" y="28"/>
                  </a:moveTo>
                  <a:cubicBezTo>
                    <a:pt x="1" y="27"/>
                    <a:pt x="9" y="48"/>
                    <a:pt x="10" y="52"/>
                  </a:cubicBezTo>
                  <a:cubicBezTo>
                    <a:pt x="17" y="50"/>
                    <a:pt x="20" y="36"/>
                    <a:pt x="23" y="31"/>
                  </a:cubicBezTo>
                  <a:cubicBezTo>
                    <a:pt x="25" y="27"/>
                    <a:pt x="28" y="24"/>
                    <a:pt x="30" y="20"/>
                  </a:cubicBezTo>
                  <a:cubicBezTo>
                    <a:pt x="32" y="16"/>
                    <a:pt x="30" y="14"/>
                    <a:pt x="27" y="10"/>
                  </a:cubicBezTo>
                  <a:cubicBezTo>
                    <a:pt x="25" y="8"/>
                    <a:pt x="23" y="2"/>
                    <a:pt x="20" y="1"/>
                  </a:cubicBezTo>
                  <a:cubicBezTo>
                    <a:pt x="17" y="0"/>
                    <a:pt x="14" y="5"/>
                    <a:pt x="12" y="7"/>
                  </a:cubicBezTo>
                  <a:cubicBezTo>
                    <a:pt x="7" y="12"/>
                    <a:pt x="2" y="18"/>
                    <a:pt x="0" y="25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3" name="Freeform 40">
              <a:extLst>
                <a:ext uri="{FF2B5EF4-FFF2-40B4-BE49-F238E27FC236}">
                  <a16:creationId xmlns:a16="http://schemas.microsoft.com/office/drawing/2014/main" id="{85236B6E-5D4C-42D1-B7C1-D46F6961D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960"/>
              <a:ext cx="52" cy="57"/>
            </a:xfrm>
            <a:custGeom>
              <a:avLst/>
              <a:gdLst>
                <a:gd name="T0" fmla="*/ 0 w 37"/>
                <a:gd name="T1" fmla="*/ 95 h 41"/>
                <a:gd name="T2" fmla="*/ 59 w 37"/>
                <a:gd name="T3" fmla="*/ 213 h 41"/>
                <a:gd name="T4" fmla="*/ 145 w 37"/>
                <a:gd name="T5" fmla="*/ 143 h 41"/>
                <a:gd name="T6" fmla="*/ 191 w 37"/>
                <a:gd name="T7" fmla="*/ 108 h 41"/>
                <a:gd name="T8" fmla="*/ 176 w 37"/>
                <a:gd name="T9" fmla="*/ 50 h 41"/>
                <a:gd name="T10" fmla="*/ 77 w 37"/>
                <a:gd name="T11" fmla="*/ 26 h 41"/>
                <a:gd name="T12" fmla="*/ 0 w 37"/>
                <a:gd name="T13" fmla="*/ 95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1">
                  <a:moveTo>
                    <a:pt x="0" y="18"/>
                  </a:moveTo>
                  <a:cubicBezTo>
                    <a:pt x="5" y="25"/>
                    <a:pt x="7" y="34"/>
                    <a:pt x="11" y="41"/>
                  </a:cubicBezTo>
                  <a:cubicBezTo>
                    <a:pt x="17" y="39"/>
                    <a:pt x="22" y="31"/>
                    <a:pt x="26" y="27"/>
                  </a:cubicBezTo>
                  <a:cubicBezTo>
                    <a:pt x="29" y="25"/>
                    <a:pt x="33" y="23"/>
                    <a:pt x="35" y="21"/>
                  </a:cubicBezTo>
                  <a:cubicBezTo>
                    <a:pt x="37" y="18"/>
                    <a:pt x="34" y="13"/>
                    <a:pt x="32" y="10"/>
                  </a:cubicBezTo>
                  <a:cubicBezTo>
                    <a:pt x="27" y="1"/>
                    <a:pt x="22" y="0"/>
                    <a:pt x="14" y="5"/>
                  </a:cubicBezTo>
                  <a:cubicBezTo>
                    <a:pt x="9" y="9"/>
                    <a:pt x="0" y="11"/>
                    <a:pt x="0" y="18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4" name="Freeform 41">
              <a:extLst>
                <a:ext uri="{FF2B5EF4-FFF2-40B4-BE49-F238E27FC236}">
                  <a16:creationId xmlns:a16="http://schemas.microsoft.com/office/drawing/2014/main" id="{5AD44820-D12E-4E84-999D-59A9A397B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950"/>
              <a:ext cx="63" cy="45"/>
            </a:xfrm>
            <a:custGeom>
              <a:avLst/>
              <a:gdLst>
                <a:gd name="T0" fmla="*/ 1 w 45"/>
                <a:gd name="T1" fmla="*/ 28 h 32"/>
                <a:gd name="T2" fmla="*/ 28 w 45"/>
                <a:gd name="T3" fmla="*/ 105 h 32"/>
                <a:gd name="T4" fmla="*/ 69 w 45"/>
                <a:gd name="T5" fmla="*/ 125 h 32"/>
                <a:gd name="T6" fmla="*/ 136 w 45"/>
                <a:gd name="T7" fmla="*/ 136 h 32"/>
                <a:gd name="T8" fmla="*/ 176 w 45"/>
                <a:gd name="T9" fmla="*/ 165 h 32"/>
                <a:gd name="T10" fmla="*/ 200 w 45"/>
                <a:gd name="T11" fmla="*/ 165 h 32"/>
                <a:gd name="T12" fmla="*/ 220 w 45"/>
                <a:gd name="T13" fmla="*/ 108 h 32"/>
                <a:gd name="T14" fmla="*/ 214 w 45"/>
                <a:gd name="T15" fmla="*/ 28 h 32"/>
                <a:gd name="T16" fmla="*/ 57 w 45"/>
                <a:gd name="T17" fmla="*/ 1 h 32"/>
                <a:gd name="T18" fmla="*/ 1 w 45"/>
                <a:gd name="T19" fmla="*/ 28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32">
                  <a:moveTo>
                    <a:pt x="1" y="5"/>
                  </a:moveTo>
                  <a:cubicBezTo>
                    <a:pt x="0" y="7"/>
                    <a:pt x="4" y="16"/>
                    <a:pt x="5" y="19"/>
                  </a:cubicBezTo>
                  <a:cubicBezTo>
                    <a:pt x="6" y="25"/>
                    <a:pt x="7" y="23"/>
                    <a:pt x="13" y="23"/>
                  </a:cubicBezTo>
                  <a:cubicBezTo>
                    <a:pt x="17" y="23"/>
                    <a:pt x="21" y="23"/>
                    <a:pt x="25" y="25"/>
                  </a:cubicBezTo>
                  <a:cubicBezTo>
                    <a:pt x="28" y="26"/>
                    <a:pt x="30" y="29"/>
                    <a:pt x="33" y="30"/>
                  </a:cubicBezTo>
                  <a:cubicBezTo>
                    <a:pt x="36" y="31"/>
                    <a:pt x="35" y="32"/>
                    <a:pt x="37" y="30"/>
                  </a:cubicBezTo>
                  <a:cubicBezTo>
                    <a:pt x="38" y="28"/>
                    <a:pt x="40" y="22"/>
                    <a:pt x="41" y="20"/>
                  </a:cubicBezTo>
                  <a:cubicBezTo>
                    <a:pt x="43" y="15"/>
                    <a:pt x="45" y="8"/>
                    <a:pt x="40" y="5"/>
                  </a:cubicBezTo>
                  <a:cubicBezTo>
                    <a:pt x="32" y="0"/>
                    <a:pt x="20" y="1"/>
                    <a:pt x="11" y="1"/>
                  </a:cubicBezTo>
                  <a:cubicBezTo>
                    <a:pt x="7" y="2"/>
                    <a:pt x="3" y="1"/>
                    <a:pt x="1" y="5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5" name="Freeform 42">
              <a:extLst>
                <a:ext uri="{FF2B5EF4-FFF2-40B4-BE49-F238E27FC236}">
                  <a16:creationId xmlns:a16="http://schemas.microsoft.com/office/drawing/2014/main" id="{E26D097E-A532-4A0A-A069-CF7E37351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968"/>
              <a:ext cx="82" cy="100"/>
            </a:xfrm>
            <a:custGeom>
              <a:avLst/>
              <a:gdLst>
                <a:gd name="T0" fmla="*/ 66 w 58"/>
                <a:gd name="T1" fmla="*/ 15 h 71"/>
                <a:gd name="T2" fmla="*/ 23 w 58"/>
                <a:gd name="T3" fmla="*/ 152 h 71"/>
                <a:gd name="T4" fmla="*/ 163 w 58"/>
                <a:gd name="T5" fmla="*/ 261 h 71"/>
                <a:gd name="T6" fmla="*/ 232 w 58"/>
                <a:gd name="T7" fmla="*/ 214 h 71"/>
                <a:gd name="T8" fmla="*/ 328 w 58"/>
                <a:gd name="T9" fmla="*/ 276 h 71"/>
                <a:gd name="T10" fmla="*/ 271 w 58"/>
                <a:gd name="T11" fmla="*/ 369 h 71"/>
                <a:gd name="T12" fmla="*/ 192 w 58"/>
                <a:gd name="T13" fmla="*/ 368 h 71"/>
                <a:gd name="T14" fmla="*/ 131 w 58"/>
                <a:gd name="T15" fmla="*/ 276 h 71"/>
                <a:gd name="T16" fmla="*/ 165 w 58"/>
                <a:gd name="T17" fmla="*/ 162 h 71"/>
                <a:gd name="T18" fmla="*/ 49 w 58"/>
                <a:gd name="T19" fmla="*/ 2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1">
                  <a:moveTo>
                    <a:pt x="11" y="3"/>
                  </a:moveTo>
                  <a:cubicBezTo>
                    <a:pt x="5" y="10"/>
                    <a:pt x="0" y="19"/>
                    <a:pt x="4" y="28"/>
                  </a:cubicBezTo>
                  <a:cubicBezTo>
                    <a:pt x="9" y="37"/>
                    <a:pt x="15" y="52"/>
                    <a:pt x="28" y="47"/>
                  </a:cubicBezTo>
                  <a:cubicBezTo>
                    <a:pt x="33" y="45"/>
                    <a:pt x="36" y="40"/>
                    <a:pt x="41" y="39"/>
                  </a:cubicBezTo>
                  <a:cubicBezTo>
                    <a:pt x="48" y="38"/>
                    <a:pt x="53" y="46"/>
                    <a:pt x="58" y="50"/>
                  </a:cubicBezTo>
                  <a:cubicBezTo>
                    <a:pt x="56" y="56"/>
                    <a:pt x="54" y="63"/>
                    <a:pt x="48" y="67"/>
                  </a:cubicBezTo>
                  <a:cubicBezTo>
                    <a:pt x="43" y="71"/>
                    <a:pt x="38" y="70"/>
                    <a:pt x="34" y="66"/>
                  </a:cubicBezTo>
                  <a:cubicBezTo>
                    <a:pt x="29" y="62"/>
                    <a:pt x="23" y="57"/>
                    <a:pt x="23" y="50"/>
                  </a:cubicBezTo>
                  <a:cubicBezTo>
                    <a:pt x="25" y="42"/>
                    <a:pt x="32" y="37"/>
                    <a:pt x="30" y="29"/>
                  </a:cubicBezTo>
                  <a:cubicBezTo>
                    <a:pt x="29" y="25"/>
                    <a:pt x="15" y="0"/>
                    <a:pt x="9" y="4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6" name="Freeform 43">
              <a:extLst>
                <a:ext uri="{FF2B5EF4-FFF2-40B4-BE49-F238E27FC236}">
                  <a16:creationId xmlns:a16="http://schemas.microsoft.com/office/drawing/2014/main" id="{82DAA180-D6C6-4044-8531-224466131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985"/>
              <a:ext cx="42" cy="50"/>
            </a:xfrm>
            <a:custGeom>
              <a:avLst/>
              <a:gdLst>
                <a:gd name="T0" fmla="*/ 0 w 30"/>
                <a:gd name="T1" fmla="*/ 124 h 36"/>
                <a:gd name="T2" fmla="*/ 69 w 30"/>
                <a:gd name="T3" fmla="*/ 160 h 36"/>
                <a:gd name="T4" fmla="*/ 104 w 30"/>
                <a:gd name="T5" fmla="*/ 185 h 36"/>
                <a:gd name="T6" fmla="*/ 118 w 30"/>
                <a:gd name="T7" fmla="*/ 144 h 36"/>
                <a:gd name="T8" fmla="*/ 137 w 30"/>
                <a:gd name="T9" fmla="*/ 94 h 36"/>
                <a:gd name="T10" fmla="*/ 157 w 30"/>
                <a:gd name="T11" fmla="*/ 49 h 36"/>
                <a:gd name="T12" fmla="*/ 112 w 30"/>
                <a:gd name="T13" fmla="*/ 11 h 36"/>
                <a:gd name="T14" fmla="*/ 69 w 30"/>
                <a:gd name="T15" fmla="*/ 15 h 36"/>
                <a:gd name="T16" fmla="*/ 29 w 30"/>
                <a:gd name="T17" fmla="*/ 56 h 36"/>
                <a:gd name="T18" fmla="*/ 0 w 30"/>
                <a:gd name="T19" fmla="*/ 124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36">
                  <a:moveTo>
                    <a:pt x="0" y="24"/>
                  </a:moveTo>
                  <a:cubicBezTo>
                    <a:pt x="4" y="25"/>
                    <a:pt x="9" y="29"/>
                    <a:pt x="13" y="31"/>
                  </a:cubicBezTo>
                  <a:cubicBezTo>
                    <a:pt x="15" y="33"/>
                    <a:pt x="17" y="36"/>
                    <a:pt x="19" y="36"/>
                  </a:cubicBezTo>
                  <a:cubicBezTo>
                    <a:pt x="20" y="33"/>
                    <a:pt x="21" y="30"/>
                    <a:pt x="22" y="28"/>
                  </a:cubicBezTo>
                  <a:cubicBezTo>
                    <a:pt x="23" y="25"/>
                    <a:pt x="24" y="21"/>
                    <a:pt x="26" y="18"/>
                  </a:cubicBezTo>
                  <a:cubicBezTo>
                    <a:pt x="26" y="16"/>
                    <a:pt x="30" y="11"/>
                    <a:pt x="29" y="9"/>
                  </a:cubicBezTo>
                  <a:cubicBezTo>
                    <a:pt x="29" y="6"/>
                    <a:pt x="23" y="3"/>
                    <a:pt x="21" y="2"/>
                  </a:cubicBezTo>
                  <a:cubicBezTo>
                    <a:pt x="18" y="0"/>
                    <a:pt x="16" y="0"/>
                    <a:pt x="13" y="3"/>
                  </a:cubicBezTo>
                  <a:cubicBezTo>
                    <a:pt x="11" y="6"/>
                    <a:pt x="8" y="8"/>
                    <a:pt x="6" y="11"/>
                  </a:cubicBezTo>
                  <a:cubicBezTo>
                    <a:pt x="4" y="15"/>
                    <a:pt x="3" y="20"/>
                    <a:pt x="0" y="24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7" name="Freeform 44">
              <a:extLst>
                <a:ext uri="{FF2B5EF4-FFF2-40B4-BE49-F238E27FC236}">
                  <a16:creationId xmlns:a16="http://schemas.microsoft.com/office/drawing/2014/main" id="{AC198445-4448-4CC6-957C-D11EEEB1E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946"/>
              <a:ext cx="42" cy="47"/>
            </a:xfrm>
            <a:custGeom>
              <a:avLst/>
              <a:gdLst>
                <a:gd name="T0" fmla="*/ 11 w 30"/>
                <a:gd name="T1" fmla="*/ 109 h 34"/>
                <a:gd name="T2" fmla="*/ 69 w 30"/>
                <a:gd name="T3" fmla="*/ 151 h 34"/>
                <a:gd name="T4" fmla="*/ 97 w 30"/>
                <a:gd name="T5" fmla="*/ 160 h 34"/>
                <a:gd name="T6" fmla="*/ 118 w 30"/>
                <a:gd name="T7" fmla="*/ 122 h 34"/>
                <a:gd name="T8" fmla="*/ 146 w 30"/>
                <a:gd name="T9" fmla="*/ 88 h 34"/>
                <a:gd name="T10" fmla="*/ 146 w 30"/>
                <a:gd name="T11" fmla="*/ 46 h 34"/>
                <a:gd name="T12" fmla="*/ 108 w 30"/>
                <a:gd name="T13" fmla="*/ 0 h 34"/>
                <a:gd name="T14" fmla="*/ 55 w 30"/>
                <a:gd name="T15" fmla="*/ 26 h 34"/>
                <a:gd name="T16" fmla="*/ 21 w 30"/>
                <a:gd name="T17" fmla="*/ 69 h 34"/>
                <a:gd name="T18" fmla="*/ 0 w 30"/>
                <a:gd name="T19" fmla="*/ 109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34">
                  <a:moveTo>
                    <a:pt x="2" y="22"/>
                  </a:moveTo>
                  <a:cubicBezTo>
                    <a:pt x="4" y="23"/>
                    <a:pt x="10" y="28"/>
                    <a:pt x="13" y="30"/>
                  </a:cubicBezTo>
                  <a:cubicBezTo>
                    <a:pt x="16" y="32"/>
                    <a:pt x="16" y="34"/>
                    <a:pt x="18" y="32"/>
                  </a:cubicBezTo>
                  <a:cubicBezTo>
                    <a:pt x="20" y="29"/>
                    <a:pt x="20" y="26"/>
                    <a:pt x="22" y="24"/>
                  </a:cubicBezTo>
                  <a:cubicBezTo>
                    <a:pt x="23" y="21"/>
                    <a:pt x="25" y="20"/>
                    <a:pt x="27" y="17"/>
                  </a:cubicBezTo>
                  <a:cubicBezTo>
                    <a:pt x="29" y="13"/>
                    <a:pt x="30" y="13"/>
                    <a:pt x="27" y="9"/>
                  </a:cubicBezTo>
                  <a:cubicBezTo>
                    <a:pt x="26" y="7"/>
                    <a:pt x="23" y="0"/>
                    <a:pt x="20" y="0"/>
                  </a:cubicBezTo>
                  <a:cubicBezTo>
                    <a:pt x="18" y="0"/>
                    <a:pt x="12" y="4"/>
                    <a:pt x="10" y="5"/>
                  </a:cubicBezTo>
                  <a:cubicBezTo>
                    <a:pt x="7" y="8"/>
                    <a:pt x="5" y="11"/>
                    <a:pt x="4" y="14"/>
                  </a:cubicBezTo>
                  <a:cubicBezTo>
                    <a:pt x="2" y="16"/>
                    <a:pt x="1" y="19"/>
                    <a:pt x="0" y="22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8" name="Freeform 45">
              <a:extLst>
                <a:ext uri="{FF2B5EF4-FFF2-40B4-BE49-F238E27FC236}">
                  <a16:creationId xmlns:a16="http://schemas.microsoft.com/office/drawing/2014/main" id="{AD499E14-05B8-482F-A1DE-8229C95DA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933"/>
              <a:ext cx="44" cy="29"/>
            </a:xfrm>
            <a:custGeom>
              <a:avLst/>
              <a:gdLst>
                <a:gd name="T0" fmla="*/ 0 w 32"/>
                <a:gd name="T1" fmla="*/ 26 h 21"/>
                <a:gd name="T2" fmla="*/ 15 w 32"/>
                <a:gd name="T3" fmla="*/ 61 h 21"/>
                <a:gd name="T4" fmla="*/ 36 w 32"/>
                <a:gd name="T5" fmla="*/ 95 h 21"/>
                <a:gd name="T6" fmla="*/ 69 w 32"/>
                <a:gd name="T7" fmla="*/ 95 h 21"/>
                <a:gd name="T8" fmla="*/ 105 w 32"/>
                <a:gd name="T9" fmla="*/ 105 h 21"/>
                <a:gd name="T10" fmla="*/ 144 w 32"/>
                <a:gd name="T11" fmla="*/ 55 h 21"/>
                <a:gd name="T12" fmla="*/ 144 w 32"/>
                <a:gd name="T13" fmla="*/ 21 h 21"/>
                <a:gd name="T14" fmla="*/ 44 w 32"/>
                <a:gd name="T15" fmla="*/ 11 h 21"/>
                <a:gd name="T16" fmla="*/ 0 w 32"/>
                <a:gd name="T17" fmla="*/ 2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1">
                  <a:moveTo>
                    <a:pt x="0" y="5"/>
                  </a:move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5" y="18"/>
                    <a:pt x="7" y="19"/>
                  </a:cubicBezTo>
                  <a:cubicBezTo>
                    <a:pt x="9" y="20"/>
                    <a:pt x="11" y="19"/>
                    <a:pt x="14" y="19"/>
                  </a:cubicBezTo>
                  <a:cubicBezTo>
                    <a:pt x="16" y="19"/>
                    <a:pt x="19" y="21"/>
                    <a:pt x="21" y="21"/>
                  </a:cubicBezTo>
                  <a:cubicBezTo>
                    <a:pt x="23" y="20"/>
                    <a:pt x="28" y="13"/>
                    <a:pt x="29" y="11"/>
                  </a:cubicBezTo>
                  <a:cubicBezTo>
                    <a:pt x="31" y="8"/>
                    <a:pt x="32" y="6"/>
                    <a:pt x="29" y="4"/>
                  </a:cubicBezTo>
                  <a:cubicBezTo>
                    <a:pt x="23" y="0"/>
                    <a:pt x="16" y="2"/>
                    <a:pt x="9" y="2"/>
                  </a:cubicBezTo>
                  <a:cubicBezTo>
                    <a:pt x="6" y="3"/>
                    <a:pt x="2" y="3"/>
                    <a:pt x="0" y="5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9" name="Freeform 46">
              <a:extLst>
                <a:ext uri="{FF2B5EF4-FFF2-40B4-BE49-F238E27FC236}">
                  <a16:creationId xmlns:a16="http://schemas.microsoft.com/office/drawing/2014/main" id="{08BEFFB6-F4C3-4B5D-A518-D2B3AD996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946"/>
              <a:ext cx="23" cy="110"/>
            </a:xfrm>
            <a:custGeom>
              <a:avLst/>
              <a:gdLst>
                <a:gd name="T0" fmla="*/ 68 w 16"/>
                <a:gd name="T1" fmla="*/ 0 h 79"/>
                <a:gd name="T2" fmla="*/ 13 w 16"/>
                <a:gd name="T3" fmla="*/ 56 h 79"/>
                <a:gd name="T4" fmla="*/ 19 w 16"/>
                <a:gd name="T5" fmla="*/ 95 h 79"/>
                <a:gd name="T6" fmla="*/ 27 w 16"/>
                <a:gd name="T7" fmla="*/ 163 h 79"/>
                <a:gd name="T8" fmla="*/ 56 w 16"/>
                <a:gd name="T9" fmla="*/ 188 h 79"/>
                <a:gd name="T10" fmla="*/ 95 w 16"/>
                <a:gd name="T11" fmla="*/ 213 h 79"/>
                <a:gd name="T12" fmla="*/ 86 w 16"/>
                <a:gd name="T13" fmla="*/ 277 h 79"/>
                <a:gd name="T14" fmla="*/ 72 w 16"/>
                <a:gd name="T15" fmla="*/ 365 h 79"/>
                <a:gd name="T16" fmla="*/ 39 w 16"/>
                <a:gd name="T17" fmla="*/ 400 h 79"/>
                <a:gd name="T18" fmla="*/ 27 w 16"/>
                <a:gd name="T19" fmla="*/ 308 h 79"/>
                <a:gd name="T20" fmla="*/ 27 w 16"/>
                <a:gd name="T21" fmla="*/ 227 h 79"/>
                <a:gd name="T22" fmla="*/ 81 w 16"/>
                <a:gd name="T23" fmla="*/ 157 h 79"/>
                <a:gd name="T24" fmla="*/ 95 w 16"/>
                <a:gd name="T25" fmla="*/ 68 h 79"/>
                <a:gd name="T26" fmla="*/ 86 w 16"/>
                <a:gd name="T27" fmla="*/ 15 h 79"/>
                <a:gd name="T28" fmla="*/ 68 w 16"/>
                <a:gd name="T29" fmla="*/ 0 h 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79">
                  <a:moveTo>
                    <a:pt x="11" y="0"/>
                  </a:moveTo>
                  <a:cubicBezTo>
                    <a:pt x="8" y="0"/>
                    <a:pt x="3" y="9"/>
                    <a:pt x="2" y="11"/>
                  </a:cubicBezTo>
                  <a:cubicBezTo>
                    <a:pt x="0" y="14"/>
                    <a:pt x="2" y="16"/>
                    <a:pt x="3" y="18"/>
                  </a:cubicBezTo>
                  <a:cubicBezTo>
                    <a:pt x="5" y="23"/>
                    <a:pt x="4" y="27"/>
                    <a:pt x="4" y="31"/>
                  </a:cubicBezTo>
                  <a:cubicBezTo>
                    <a:pt x="4" y="35"/>
                    <a:pt x="5" y="36"/>
                    <a:pt x="9" y="36"/>
                  </a:cubicBezTo>
                  <a:cubicBezTo>
                    <a:pt x="13" y="37"/>
                    <a:pt x="15" y="37"/>
                    <a:pt x="15" y="41"/>
                  </a:cubicBezTo>
                  <a:cubicBezTo>
                    <a:pt x="16" y="45"/>
                    <a:pt x="15" y="49"/>
                    <a:pt x="14" y="53"/>
                  </a:cubicBezTo>
                  <a:cubicBezTo>
                    <a:pt x="14" y="58"/>
                    <a:pt x="13" y="64"/>
                    <a:pt x="12" y="70"/>
                  </a:cubicBezTo>
                  <a:cubicBezTo>
                    <a:pt x="11" y="74"/>
                    <a:pt x="11" y="79"/>
                    <a:pt x="6" y="76"/>
                  </a:cubicBezTo>
                  <a:cubicBezTo>
                    <a:pt x="2" y="75"/>
                    <a:pt x="5" y="63"/>
                    <a:pt x="4" y="59"/>
                  </a:cubicBezTo>
                  <a:cubicBezTo>
                    <a:pt x="4" y="53"/>
                    <a:pt x="3" y="48"/>
                    <a:pt x="4" y="43"/>
                  </a:cubicBezTo>
                  <a:cubicBezTo>
                    <a:pt x="5" y="37"/>
                    <a:pt x="11" y="34"/>
                    <a:pt x="13" y="30"/>
                  </a:cubicBezTo>
                  <a:cubicBezTo>
                    <a:pt x="16" y="25"/>
                    <a:pt x="15" y="19"/>
                    <a:pt x="15" y="13"/>
                  </a:cubicBezTo>
                  <a:cubicBezTo>
                    <a:pt x="15" y="10"/>
                    <a:pt x="15" y="6"/>
                    <a:pt x="14" y="3"/>
                  </a:cubicBezTo>
                  <a:cubicBezTo>
                    <a:pt x="13" y="2"/>
                    <a:pt x="12" y="0"/>
                    <a:pt x="11" y="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0" name="Freeform 47">
              <a:extLst>
                <a:ext uri="{FF2B5EF4-FFF2-40B4-BE49-F238E27FC236}">
                  <a16:creationId xmlns:a16="http://schemas.microsoft.com/office/drawing/2014/main" id="{E0EEC0F6-0CEF-49F7-AF38-6A34FEA2A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056"/>
              <a:ext cx="19" cy="69"/>
            </a:xfrm>
            <a:custGeom>
              <a:avLst/>
              <a:gdLst>
                <a:gd name="T0" fmla="*/ 19 w 13"/>
                <a:gd name="T1" fmla="*/ 1 h 49"/>
                <a:gd name="T2" fmla="*/ 73 w 13"/>
                <a:gd name="T3" fmla="*/ 96 h 49"/>
                <a:gd name="T4" fmla="*/ 73 w 13"/>
                <a:gd name="T5" fmla="*/ 193 h 49"/>
                <a:gd name="T6" fmla="*/ 47 w 13"/>
                <a:gd name="T7" fmla="*/ 258 h 49"/>
                <a:gd name="T8" fmla="*/ 13 w 13"/>
                <a:gd name="T9" fmla="*/ 152 h 49"/>
                <a:gd name="T10" fmla="*/ 19 w 13"/>
                <a:gd name="T11" fmla="*/ 30 h 49"/>
                <a:gd name="T12" fmla="*/ 19 w 13"/>
                <a:gd name="T13" fmla="*/ 1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9">
                  <a:moveTo>
                    <a:pt x="3" y="1"/>
                  </a:moveTo>
                  <a:cubicBezTo>
                    <a:pt x="13" y="0"/>
                    <a:pt x="12" y="9"/>
                    <a:pt x="11" y="17"/>
                  </a:cubicBezTo>
                  <a:cubicBezTo>
                    <a:pt x="11" y="23"/>
                    <a:pt x="11" y="29"/>
                    <a:pt x="11" y="35"/>
                  </a:cubicBezTo>
                  <a:cubicBezTo>
                    <a:pt x="11" y="39"/>
                    <a:pt x="11" y="44"/>
                    <a:pt x="7" y="46"/>
                  </a:cubicBezTo>
                  <a:cubicBezTo>
                    <a:pt x="0" y="49"/>
                    <a:pt x="2" y="32"/>
                    <a:pt x="2" y="28"/>
                  </a:cubicBezTo>
                  <a:cubicBezTo>
                    <a:pt x="2" y="21"/>
                    <a:pt x="2" y="13"/>
                    <a:pt x="3" y="6"/>
                  </a:cubicBezTo>
                  <a:cubicBezTo>
                    <a:pt x="3" y="5"/>
                    <a:pt x="3" y="3"/>
                    <a:pt x="3" y="2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1" name="Freeform 48">
              <a:extLst>
                <a:ext uri="{FF2B5EF4-FFF2-40B4-BE49-F238E27FC236}">
                  <a16:creationId xmlns:a16="http://schemas.microsoft.com/office/drawing/2014/main" id="{4D37D128-5183-496C-B146-9A2B4C7F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125"/>
              <a:ext cx="17" cy="68"/>
            </a:xfrm>
            <a:custGeom>
              <a:avLst/>
              <a:gdLst>
                <a:gd name="T0" fmla="*/ 13 w 12"/>
                <a:gd name="T1" fmla="*/ 1 h 48"/>
                <a:gd name="T2" fmla="*/ 57 w 12"/>
                <a:gd name="T3" fmla="*/ 13 h 48"/>
                <a:gd name="T4" fmla="*/ 52 w 12"/>
                <a:gd name="T5" fmla="*/ 105 h 48"/>
                <a:gd name="T6" fmla="*/ 52 w 12"/>
                <a:gd name="T7" fmla="*/ 203 h 48"/>
                <a:gd name="T8" fmla="*/ 37 w 12"/>
                <a:gd name="T9" fmla="*/ 259 h 48"/>
                <a:gd name="T10" fmla="*/ 1 w 12"/>
                <a:gd name="T11" fmla="*/ 135 h 48"/>
                <a:gd name="T12" fmla="*/ 13 w 12"/>
                <a:gd name="T13" fmla="*/ 52 h 48"/>
                <a:gd name="T14" fmla="*/ 18 w 12"/>
                <a:gd name="T15" fmla="*/ 13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8">
                  <a:moveTo>
                    <a:pt x="2" y="1"/>
                  </a:moveTo>
                  <a:cubicBezTo>
                    <a:pt x="4" y="0"/>
                    <a:pt x="9" y="0"/>
                    <a:pt x="10" y="2"/>
                  </a:cubicBezTo>
                  <a:cubicBezTo>
                    <a:pt x="12" y="5"/>
                    <a:pt x="10" y="14"/>
                    <a:pt x="9" y="18"/>
                  </a:cubicBezTo>
                  <a:cubicBezTo>
                    <a:pt x="9" y="23"/>
                    <a:pt x="9" y="29"/>
                    <a:pt x="9" y="35"/>
                  </a:cubicBezTo>
                  <a:cubicBezTo>
                    <a:pt x="9" y="38"/>
                    <a:pt x="9" y="44"/>
                    <a:pt x="6" y="45"/>
                  </a:cubicBezTo>
                  <a:cubicBezTo>
                    <a:pt x="0" y="48"/>
                    <a:pt x="1" y="26"/>
                    <a:pt x="1" y="23"/>
                  </a:cubicBezTo>
                  <a:cubicBezTo>
                    <a:pt x="1" y="18"/>
                    <a:pt x="1" y="14"/>
                    <a:pt x="2" y="9"/>
                  </a:cubicBezTo>
                  <a:cubicBezTo>
                    <a:pt x="2" y="7"/>
                    <a:pt x="2" y="3"/>
                    <a:pt x="3" y="2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2" name="Freeform 49">
              <a:extLst>
                <a:ext uri="{FF2B5EF4-FFF2-40B4-BE49-F238E27FC236}">
                  <a16:creationId xmlns:a16="http://schemas.microsoft.com/office/drawing/2014/main" id="{18F36380-8EA7-41A2-9740-CAAD78057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191"/>
              <a:ext cx="17" cy="69"/>
            </a:xfrm>
            <a:custGeom>
              <a:avLst/>
              <a:gdLst>
                <a:gd name="T0" fmla="*/ 67 w 12"/>
                <a:gd name="T1" fmla="*/ 11 h 49"/>
                <a:gd name="T2" fmla="*/ 26 w 12"/>
                <a:gd name="T3" fmla="*/ 11 h 49"/>
                <a:gd name="T4" fmla="*/ 26 w 12"/>
                <a:gd name="T5" fmla="*/ 68 h 49"/>
                <a:gd name="T6" fmla="*/ 0 w 12"/>
                <a:gd name="T7" fmla="*/ 200 h 49"/>
                <a:gd name="T8" fmla="*/ 18 w 12"/>
                <a:gd name="T9" fmla="*/ 248 h 49"/>
                <a:gd name="T10" fmla="*/ 52 w 12"/>
                <a:gd name="T11" fmla="*/ 190 h 49"/>
                <a:gd name="T12" fmla="*/ 67 w 12"/>
                <a:gd name="T13" fmla="*/ 68 h 49"/>
                <a:gd name="T14" fmla="*/ 67 w 12"/>
                <a:gd name="T15" fmla="*/ 15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9">
                  <a:moveTo>
                    <a:pt x="11" y="2"/>
                  </a:moveTo>
                  <a:cubicBezTo>
                    <a:pt x="9" y="2"/>
                    <a:pt x="6" y="0"/>
                    <a:pt x="4" y="2"/>
                  </a:cubicBezTo>
                  <a:cubicBezTo>
                    <a:pt x="3" y="3"/>
                    <a:pt x="4" y="10"/>
                    <a:pt x="4" y="12"/>
                  </a:cubicBezTo>
                  <a:cubicBezTo>
                    <a:pt x="3" y="20"/>
                    <a:pt x="1" y="28"/>
                    <a:pt x="0" y="36"/>
                  </a:cubicBezTo>
                  <a:cubicBezTo>
                    <a:pt x="0" y="39"/>
                    <a:pt x="1" y="43"/>
                    <a:pt x="3" y="45"/>
                  </a:cubicBezTo>
                  <a:cubicBezTo>
                    <a:pt x="9" y="49"/>
                    <a:pt x="9" y="37"/>
                    <a:pt x="9" y="34"/>
                  </a:cubicBezTo>
                  <a:cubicBezTo>
                    <a:pt x="10" y="27"/>
                    <a:pt x="11" y="20"/>
                    <a:pt x="11" y="12"/>
                  </a:cubicBezTo>
                  <a:cubicBezTo>
                    <a:pt x="11" y="9"/>
                    <a:pt x="12" y="6"/>
                    <a:pt x="11" y="3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3" name="Freeform 50">
              <a:extLst>
                <a:ext uri="{FF2B5EF4-FFF2-40B4-BE49-F238E27FC236}">
                  <a16:creationId xmlns:a16="http://schemas.microsoft.com/office/drawing/2014/main" id="{CB0F780B-62E4-4B43-8E6A-F26A9D17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259"/>
              <a:ext cx="16" cy="58"/>
            </a:xfrm>
            <a:custGeom>
              <a:avLst/>
              <a:gdLst>
                <a:gd name="T0" fmla="*/ 28 w 11"/>
                <a:gd name="T1" fmla="*/ 0 h 42"/>
                <a:gd name="T2" fmla="*/ 41 w 11"/>
                <a:gd name="T3" fmla="*/ 1 h 42"/>
                <a:gd name="T4" fmla="*/ 60 w 11"/>
                <a:gd name="T5" fmla="*/ 11 h 42"/>
                <a:gd name="T6" fmla="*/ 68 w 11"/>
                <a:gd name="T7" fmla="*/ 55 h 42"/>
                <a:gd name="T8" fmla="*/ 47 w 11"/>
                <a:gd name="T9" fmla="*/ 209 h 42"/>
                <a:gd name="T10" fmla="*/ 0 w 11"/>
                <a:gd name="T11" fmla="*/ 189 h 42"/>
                <a:gd name="T12" fmla="*/ 13 w 11"/>
                <a:gd name="T13" fmla="*/ 116 h 42"/>
                <a:gd name="T14" fmla="*/ 19 w 11"/>
                <a:gd name="T15" fmla="*/ 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2">
                  <a:moveTo>
                    <a:pt x="4" y="0"/>
                  </a:moveTo>
                  <a:cubicBezTo>
                    <a:pt x="3" y="0"/>
                    <a:pt x="5" y="1"/>
                    <a:pt x="6" y="1"/>
                  </a:cubicBezTo>
                  <a:cubicBezTo>
                    <a:pt x="7" y="1"/>
                    <a:pt x="9" y="1"/>
                    <a:pt x="9" y="2"/>
                  </a:cubicBezTo>
                  <a:cubicBezTo>
                    <a:pt x="11" y="4"/>
                    <a:pt x="10" y="9"/>
                    <a:pt x="10" y="11"/>
                  </a:cubicBezTo>
                  <a:cubicBezTo>
                    <a:pt x="10" y="21"/>
                    <a:pt x="11" y="32"/>
                    <a:pt x="7" y="41"/>
                  </a:cubicBezTo>
                  <a:cubicBezTo>
                    <a:pt x="4" y="41"/>
                    <a:pt x="1" y="42"/>
                    <a:pt x="0" y="38"/>
                  </a:cubicBezTo>
                  <a:cubicBezTo>
                    <a:pt x="0" y="34"/>
                    <a:pt x="2" y="27"/>
                    <a:pt x="2" y="23"/>
                  </a:cubicBezTo>
                  <a:cubicBezTo>
                    <a:pt x="3" y="16"/>
                    <a:pt x="4" y="8"/>
                    <a:pt x="3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4" name="Freeform 51">
              <a:extLst>
                <a:ext uri="{FF2B5EF4-FFF2-40B4-BE49-F238E27FC236}">
                  <a16:creationId xmlns:a16="http://schemas.microsoft.com/office/drawing/2014/main" id="{29A5531F-6994-480B-B8AB-BEEF8A7B3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319"/>
              <a:ext cx="21" cy="70"/>
            </a:xfrm>
            <a:custGeom>
              <a:avLst/>
              <a:gdLst>
                <a:gd name="T0" fmla="*/ 39 w 15"/>
                <a:gd name="T1" fmla="*/ 0 h 50"/>
                <a:gd name="T2" fmla="*/ 69 w 15"/>
                <a:gd name="T3" fmla="*/ 11 h 50"/>
                <a:gd name="T4" fmla="*/ 55 w 15"/>
                <a:gd name="T5" fmla="*/ 165 h 50"/>
                <a:gd name="T6" fmla="*/ 11 w 15"/>
                <a:gd name="T7" fmla="*/ 253 h 50"/>
                <a:gd name="T8" fmla="*/ 11 w 15"/>
                <a:gd name="T9" fmla="*/ 200 h 50"/>
                <a:gd name="T10" fmla="*/ 28 w 15"/>
                <a:gd name="T11" fmla="*/ 108 h 50"/>
                <a:gd name="T12" fmla="*/ 29 w 15"/>
                <a:gd name="T13" fmla="*/ 15 h 50"/>
                <a:gd name="T14" fmla="*/ 39 w 15"/>
                <a:gd name="T15" fmla="*/ 1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0">
                  <a:moveTo>
                    <a:pt x="7" y="0"/>
                  </a:moveTo>
                  <a:cubicBezTo>
                    <a:pt x="9" y="1"/>
                    <a:pt x="11" y="1"/>
                    <a:pt x="13" y="2"/>
                  </a:cubicBezTo>
                  <a:cubicBezTo>
                    <a:pt x="15" y="11"/>
                    <a:pt x="11" y="22"/>
                    <a:pt x="10" y="31"/>
                  </a:cubicBezTo>
                  <a:cubicBezTo>
                    <a:pt x="10" y="34"/>
                    <a:pt x="8" y="50"/>
                    <a:pt x="2" y="47"/>
                  </a:cubicBezTo>
                  <a:cubicBezTo>
                    <a:pt x="0" y="45"/>
                    <a:pt x="2" y="40"/>
                    <a:pt x="2" y="37"/>
                  </a:cubicBezTo>
                  <a:cubicBezTo>
                    <a:pt x="3" y="31"/>
                    <a:pt x="4" y="26"/>
                    <a:pt x="5" y="20"/>
                  </a:cubicBezTo>
                  <a:cubicBezTo>
                    <a:pt x="6" y="14"/>
                    <a:pt x="5" y="9"/>
                    <a:pt x="6" y="3"/>
                  </a:cubicBezTo>
                  <a:cubicBezTo>
                    <a:pt x="6" y="2"/>
                    <a:pt x="6" y="2"/>
                    <a:pt x="7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5" name="Freeform 52">
              <a:extLst>
                <a:ext uri="{FF2B5EF4-FFF2-40B4-BE49-F238E27FC236}">
                  <a16:creationId xmlns:a16="http://schemas.microsoft.com/office/drawing/2014/main" id="{51B2379E-00FC-47CA-99D5-B10B9AD64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392"/>
              <a:ext cx="22" cy="77"/>
            </a:xfrm>
            <a:custGeom>
              <a:avLst/>
              <a:gdLst>
                <a:gd name="T0" fmla="*/ 77 w 16"/>
                <a:gd name="T1" fmla="*/ 1 h 55"/>
                <a:gd name="T2" fmla="*/ 55 w 16"/>
                <a:gd name="T3" fmla="*/ 0 h 55"/>
                <a:gd name="T4" fmla="*/ 40 w 16"/>
                <a:gd name="T5" fmla="*/ 123 h 55"/>
                <a:gd name="T6" fmla="*/ 1 w 16"/>
                <a:gd name="T7" fmla="*/ 246 h 55"/>
                <a:gd name="T8" fmla="*/ 26 w 16"/>
                <a:gd name="T9" fmla="*/ 295 h 55"/>
                <a:gd name="T10" fmla="*/ 55 w 16"/>
                <a:gd name="T11" fmla="*/ 204 h 55"/>
                <a:gd name="T12" fmla="*/ 69 w 16"/>
                <a:gd name="T13" fmla="*/ 67 h 55"/>
                <a:gd name="T14" fmla="*/ 77 w 16"/>
                <a:gd name="T15" fmla="*/ 1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55">
                  <a:moveTo>
                    <a:pt x="16" y="1"/>
                  </a:moveTo>
                  <a:cubicBezTo>
                    <a:pt x="14" y="1"/>
                    <a:pt x="13" y="0"/>
                    <a:pt x="11" y="0"/>
                  </a:cubicBezTo>
                  <a:cubicBezTo>
                    <a:pt x="9" y="7"/>
                    <a:pt x="9" y="15"/>
                    <a:pt x="8" y="23"/>
                  </a:cubicBezTo>
                  <a:cubicBezTo>
                    <a:pt x="6" y="31"/>
                    <a:pt x="3" y="38"/>
                    <a:pt x="1" y="46"/>
                  </a:cubicBezTo>
                  <a:cubicBezTo>
                    <a:pt x="1" y="49"/>
                    <a:pt x="0" y="55"/>
                    <a:pt x="5" y="55"/>
                  </a:cubicBezTo>
                  <a:cubicBezTo>
                    <a:pt x="9" y="54"/>
                    <a:pt x="10" y="42"/>
                    <a:pt x="11" y="38"/>
                  </a:cubicBezTo>
                  <a:cubicBezTo>
                    <a:pt x="12" y="30"/>
                    <a:pt x="14" y="21"/>
                    <a:pt x="14" y="12"/>
                  </a:cubicBezTo>
                  <a:cubicBezTo>
                    <a:pt x="15" y="9"/>
                    <a:pt x="16" y="5"/>
                    <a:pt x="16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6" name="Freeform 53">
              <a:extLst>
                <a:ext uri="{FF2B5EF4-FFF2-40B4-BE49-F238E27FC236}">
                  <a16:creationId xmlns:a16="http://schemas.microsoft.com/office/drawing/2014/main" id="{9F72C3B7-21B3-4CAE-8AD8-78663909D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470"/>
              <a:ext cx="32" cy="92"/>
            </a:xfrm>
            <a:custGeom>
              <a:avLst/>
              <a:gdLst>
                <a:gd name="T0" fmla="*/ 83 w 23"/>
                <a:gd name="T1" fmla="*/ 0 h 65"/>
                <a:gd name="T2" fmla="*/ 115 w 23"/>
                <a:gd name="T3" fmla="*/ 57 h 65"/>
                <a:gd name="T4" fmla="*/ 78 w 23"/>
                <a:gd name="T5" fmla="*/ 168 h 65"/>
                <a:gd name="T6" fmla="*/ 49 w 23"/>
                <a:gd name="T7" fmla="*/ 289 h 65"/>
                <a:gd name="T8" fmla="*/ 0 w 23"/>
                <a:gd name="T9" fmla="*/ 341 h 65"/>
                <a:gd name="T10" fmla="*/ 15 w 23"/>
                <a:gd name="T11" fmla="*/ 259 h 65"/>
                <a:gd name="T12" fmla="*/ 40 w 23"/>
                <a:gd name="T13" fmla="*/ 134 h 65"/>
                <a:gd name="T14" fmla="*/ 78 w 23"/>
                <a:gd name="T15" fmla="*/ 1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65">
                  <a:moveTo>
                    <a:pt x="16" y="0"/>
                  </a:moveTo>
                  <a:cubicBezTo>
                    <a:pt x="21" y="2"/>
                    <a:pt x="23" y="5"/>
                    <a:pt x="22" y="10"/>
                  </a:cubicBezTo>
                  <a:cubicBezTo>
                    <a:pt x="20" y="16"/>
                    <a:pt x="17" y="23"/>
                    <a:pt x="15" y="30"/>
                  </a:cubicBezTo>
                  <a:cubicBezTo>
                    <a:pt x="13" y="37"/>
                    <a:pt x="11" y="44"/>
                    <a:pt x="9" y="51"/>
                  </a:cubicBezTo>
                  <a:cubicBezTo>
                    <a:pt x="8" y="55"/>
                    <a:pt x="6" y="65"/>
                    <a:pt x="0" y="60"/>
                  </a:cubicBezTo>
                  <a:cubicBezTo>
                    <a:pt x="0" y="55"/>
                    <a:pt x="2" y="50"/>
                    <a:pt x="3" y="45"/>
                  </a:cubicBezTo>
                  <a:cubicBezTo>
                    <a:pt x="5" y="37"/>
                    <a:pt x="6" y="30"/>
                    <a:pt x="8" y="23"/>
                  </a:cubicBezTo>
                  <a:cubicBezTo>
                    <a:pt x="11" y="16"/>
                    <a:pt x="15" y="8"/>
                    <a:pt x="15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7" name="Freeform 54">
              <a:extLst>
                <a:ext uri="{FF2B5EF4-FFF2-40B4-BE49-F238E27FC236}">
                  <a16:creationId xmlns:a16="http://schemas.microsoft.com/office/drawing/2014/main" id="{93277304-89D7-4E47-B0D9-4D7082BD8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557"/>
              <a:ext cx="41" cy="86"/>
            </a:xfrm>
            <a:custGeom>
              <a:avLst/>
              <a:gdLst>
                <a:gd name="T0" fmla="*/ 83 w 29"/>
                <a:gd name="T1" fmla="*/ 11 h 61"/>
                <a:gd name="T2" fmla="*/ 93 w 29"/>
                <a:gd name="T3" fmla="*/ 137 h 61"/>
                <a:gd name="T4" fmla="*/ 57 w 29"/>
                <a:gd name="T5" fmla="*/ 258 h 61"/>
                <a:gd name="T6" fmla="*/ 33 w 29"/>
                <a:gd name="T7" fmla="*/ 328 h 61"/>
                <a:gd name="T8" fmla="*/ 16 w 29"/>
                <a:gd name="T9" fmla="*/ 268 h 61"/>
                <a:gd name="T10" fmla="*/ 40 w 29"/>
                <a:gd name="T11" fmla="*/ 151 h 61"/>
                <a:gd name="T12" fmla="*/ 83 w 29"/>
                <a:gd name="T13" fmla="*/ 16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1">
                  <a:moveTo>
                    <a:pt x="15" y="2"/>
                  </a:moveTo>
                  <a:cubicBezTo>
                    <a:pt x="29" y="0"/>
                    <a:pt x="17" y="20"/>
                    <a:pt x="16" y="25"/>
                  </a:cubicBezTo>
                  <a:cubicBezTo>
                    <a:pt x="14" y="32"/>
                    <a:pt x="12" y="39"/>
                    <a:pt x="10" y="46"/>
                  </a:cubicBezTo>
                  <a:cubicBezTo>
                    <a:pt x="9" y="49"/>
                    <a:pt x="9" y="58"/>
                    <a:pt x="6" y="59"/>
                  </a:cubicBezTo>
                  <a:cubicBezTo>
                    <a:pt x="0" y="61"/>
                    <a:pt x="3" y="50"/>
                    <a:pt x="3" y="48"/>
                  </a:cubicBezTo>
                  <a:cubicBezTo>
                    <a:pt x="4" y="41"/>
                    <a:pt x="5" y="34"/>
                    <a:pt x="7" y="27"/>
                  </a:cubicBezTo>
                  <a:cubicBezTo>
                    <a:pt x="9" y="18"/>
                    <a:pt x="13" y="11"/>
                    <a:pt x="15" y="3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8" name="Freeform 55">
              <a:extLst>
                <a:ext uri="{FF2B5EF4-FFF2-40B4-BE49-F238E27FC236}">
                  <a16:creationId xmlns:a16="http://schemas.microsoft.com/office/drawing/2014/main" id="{CD4496A8-D158-4BF6-A915-259F3897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40"/>
              <a:ext cx="23" cy="87"/>
            </a:xfrm>
            <a:custGeom>
              <a:avLst/>
              <a:gdLst>
                <a:gd name="T0" fmla="*/ 98 w 16"/>
                <a:gd name="T1" fmla="*/ 28 h 62"/>
                <a:gd name="T2" fmla="*/ 39 w 16"/>
                <a:gd name="T3" fmla="*/ 136 h 62"/>
                <a:gd name="T4" fmla="*/ 0 w 16"/>
                <a:gd name="T5" fmla="*/ 295 h 62"/>
                <a:gd name="T6" fmla="*/ 39 w 16"/>
                <a:gd name="T7" fmla="*/ 321 h 62"/>
                <a:gd name="T8" fmla="*/ 56 w 16"/>
                <a:gd name="T9" fmla="*/ 213 h 62"/>
                <a:gd name="T10" fmla="*/ 95 w 16"/>
                <a:gd name="T11" fmla="*/ 2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62">
                  <a:moveTo>
                    <a:pt x="16" y="5"/>
                  </a:moveTo>
                  <a:cubicBezTo>
                    <a:pt x="10" y="0"/>
                    <a:pt x="6" y="21"/>
                    <a:pt x="6" y="25"/>
                  </a:cubicBezTo>
                  <a:cubicBezTo>
                    <a:pt x="3" y="34"/>
                    <a:pt x="0" y="44"/>
                    <a:pt x="0" y="54"/>
                  </a:cubicBezTo>
                  <a:cubicBezTo>
                    <a:pt x="0" y="57"/>
                    <a:pt x="2" y="62"/>
                    <a:pt x="6" y="59"/>
                  </a:cubicBezTo>
                  <a:cubicBezTo>
                    <a:pt x="10" y="57"/>
                    <a:pt x="9" y="43"/>
                    <a:pt x="9" y="39"/>
                  </a:cubicBezTo>
                  <a:cubicBezTo>
                    <a:pt x="10" y="28"/>
                    <a:pt x="11" y="15"/>
                    <a:pt x="15" y="5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9" name="Freeform 56">
              <a:extLst>
                <a:ext uri="{FF2B5EF4-FFF2-40B4-BE49-F238E27FC236}">
                  <a16:creationId xmlns:a16="http://schemas.microsoft.com/office/drawing/2014/main" id="{A66F7042-E389-4214-AC25-4A16AE33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727"/>
              <a:ext cx="21" cy="89"/>
            </a:xfrm>
            <a:custGeom>
              <a:avLst/>
              <a:gdLst>
                <a:gd name="T0" fmla="*/ 80 w 15"/>
                <a:gd name="T1" fmla="*/ 16 h 63"/>
                <a:gd name="T2" fmla="*/ 29 w 15"/>
                <a:gd name="T3" fmla="*/ 40 h 63"/>
                <a:gd name="T4" fmla="*/ 15 w 15"/>
                <a:gd name="T5" fmla="*/ 151 h 63"/>
                <a:gd name="T6" fmla="*/ 0 w 15"/>
                <a:gd name="T7" fmla="*/ 342 h 63"/>
                <a:gd name="T8" fmla="*/ 39 w 15"/>
                <a:gd name="T9" fmla="*/ 321 h 63"/>
                <a:gd name="T10" fmla="*/ 55 w 15"/>
                <a:gd name="T11" fmla="*/ 165 h 63"/>
                <a:gd name="T12" fmla="*/ 80 w 15"/>
                <a:gd name="T13" fmla="*/ 2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3">
                  <a:moveTo>
                    <a:pt x="15" y="3"/>
                  </a:moveTo>
                  <a:cubicBezTo>
                    <a:pt x="9" y="2"/>
                    <a:pt x="7" y="0"/>
                    <a:pt x="6" y="7"/>
                  </a:cubicBezTo>
                  <a:cubicBezTo>
                    <a:pt x="5" y="13"/>
                    <a:pt x="4" y="20"/>
                    <a:pt x="3" y="27"/>
                  </a:cubicBezTo>
                  <a:cubicBezTo>
                    <a:pt x="1" y="38"/>
                    <a:pt x="0" y="50"/>
                    <a:pt x="0" y="61"/>
                  </a:cubicBezTo>
                  <a:cubicBezTo>
                    <a:pt x="4" y="63"/>
                    <a:pt x="6" y="61"/>
                    <a:pt x="7" y="57"/>
                  </a:cubicBezTo>
                  <a:cubicBezTo>
                    <a:pt x="9" y="48"/>
                    <a:pt x="9" y="39"/>
                    <a:pt x="10" y="30"/>
                  </a:cubicBezTo>
                  <a:cubicBezTo>
                    <a:pt x="11" y="21"/>
                    <a:pt x="13" y="12"/>
                    <a:pt x="15" y="4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0" name="Freeform 57">
              <a:extLst>
                <a:ext uri="{FF2B5EF4-FFF2-40B4-BE49-F238E27FC236}">
                  <a16:creationId xmlns:a16="http://schemas.microsoft.com/office/drawing/2014/main" id="{D0E6D228-AFF2-40C0-93E4-9DD91844A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818"/>
              <a:ext cx="16" cy="65"/>
            </a:xfrm>
            <a:custGeom>
              <a:avLst/>
              <a:gdLst>
                <a:gd name="T0" fmla="*/ 70 w 11"/>
                <a:gd name="T1" fmla="*/ 1 h 46"/>
                <a:gd name="T2" fmla="*/ 28 w 11"/>
                <a:gd name="T3" fmla="*/ 23 h 46"/>
                <a:gd name="T4" fmla="*/ 13 w 11"/>
                <a:gd name="T5" fmla="*/ 136 h 46"/>
                <a:gd name="T6" fmla="*/ 1 w 11"/>
                <a:gd name="T7" fmla="*/ 260 h 46"/>
                <a:gd name="T8" fmla="*/ 41 w 11"/>
                <a:gd name="T9" fmla="*/ 253 h 46"/>
                <a:gd name="T10" fmla="*/ 52 w 11"/>
                <a:gd name="T11" fmla="*/ 107 h 46"/>
                <a:gd name="T12" fmla="*/ 68 w 11"/>
                <a:gd name="T13" fmla="*/ 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6">
                  <a:moveTo>
                    <a:pt x="11" y="1"/>
                  </a:moveTo>
                  <a:cubicBezTo>
                    <a:pt x="6" y="0"/>
                    <a:pt x="5" y="0"/>
                    <a:pt x="4" y="4"/>
                  </a:cubicBezTo>
                  <a:cubicBezTo>
                    <a:pt x="2" y="10"/>
                    <a:pt x="3" y="17"/>
                    <a:pt x="2" y="24"/>
                  </a:cubicBezTo>
                  <a:cubicBezTo>
                    <a:pt x="2" y="31"/>
                    <a:pt x="0" y="39"/>
                    <a:pt x="1" y="46"/>
                  </a:cubicBezTo>
                  <a:cubicBezTo>
                    <a:pt x="3" y="46"/>
                    <a:pt x="5" y="46"/>
                    <a:pt x="6" y="45"/>
                  </a:cubicBezTo>
                  <a:cubicBezTo>
                    <a:pt x="7" y="36"/>
                    <a:pt x="7" y="28"/>
                    <a:pt x="8" y="19"/>
                  </a:cubicBezTo>
                  <a:cubicBezTo>
                    <a:pt x="8" y="13"/>
                    <a:pt x="10" y="7"/>
                    <a:pt x="10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1" name="Freeform 58">
              <a:extLst>
                <a:ext uri="{FF2B5EF4-FFF2-40B4-BE49-F238E27FC236}">
                  <a16:creationId xmlns:a16="http://schemas.microsoft.com/office/drawing/2014/main" id="{E66F7C5D-D265-423E-B97B-832BD4589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889"/>
              <a:ext cx="13" cy="96"/>
            </a:xfrm>
            <a:custGeom>
              <a:avLst/>
              <a:gdLst>
                <a:gd name="T0" fmla="*/ 42 w 9"/>
                <a:gd name="T1" fmla="*/ 0 h 69"/>
                <a:gd name="T2" fmla="*/ 1 w 9"/>
                <a:gd name="T3" fmla="*/ 36 h 69"/>
                <a:gd name="T4" fmla="*/ 0 w 9"/>
                <a:gd name="T5" fmla="*/ 115 h 69"/>
                <a:gd name="T6" fmla="*/ 0 w 9"/>
                <a:gd name="T7" fmla="*/ 277 h 69"/>
                <a:gd name="T8" fmla="*/ 19 w 9"/>
                <a:gd name="T9" fmla="*/ 345 h 69"/>
                <a:gd name="T10" fmla="*/ 56 w 9"/>
                <a:gd name="T11" fmla="*/ 269 h 69"/>
                <a:gd name="T12" fmla="*/ 42 w 9"/>
                <a:gd name="T13" fmla="*/ 26 h 69"/>
                <a:gd name="T14" fmla="*/ 39 w 9"/>
                <a:gd name="T15" fmla="*/ 1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69">
                  <a:moveTo>
                    <a:pt x="7" y="0"/>
                  </a:moveTo>
                  <a:cubicBezTo>
                    <a:pt x="1" y="0"/>
                    <a:pt x="1" y="2"/>
                    <a:pt x="1" y="7"/>
                  </a:cubicBezTo>
                  <a:cubicBezTo>
                    <a:pt x="1" y="12"/>
                    <a:pt x="0" y="17"/>
                    <a:pt x="0" y="22"/>
                  </a:cubicBezTo>
                  <a:cubicBezTo>
                    <a:pt x="0" y="32"/>
                    <a:pt x="0" y="43"/>
                    <a:pt x="0" y="53"/>
                  </a:cubicBezTo>
                  <a:cubicBezTo>
                    <a:pt x="0" y="56"/>
                    <a:pt x="0" y="64"/>
                    <a:pt x="3" y="66"/>
                  </a:cubicBezTo>
                  <a:cubicBezTo>
                    <a:pt x="9" y="69"/>
                    <a:pt x="9" y="55"/>
                    <a:pt x="9" y="52"/>
                  </a:cubicBezTo>
                  <a:cubicBezTo>
                    <a:pt x="8" y="37"/>
                    <a:pt x="9" y="21"/>
                    <a:pt x="7" y="5"/>
                  </a:cubicBezTo>
                  <a:cubicBezTo>
                    <a:pt x="7" y="4"/>
                    <a:pt x="6" y="3"/>
                    <a:pt x="6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2" name="Freeform 59">
              <a:extLst>
                <a:ext uri="{FF2B5EF4-FFF2-40B4-BE49-F238E27FC236}">
                  <a16:creationId xmlns:a16="http://schemas.microsoft.com/office/drawing/2014/main" id="{1C57C038-C2AB-4301-A94E-2677F1E8C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984"/>
              <a:ext cx="20" cy="84"/>
            </a:xfrm>
            <a:custGeom>
              <a:avLst/>
              <a:gdLst>
                <a:gd name="T0" fmla="*/ 47 w 14"/>
                <a:gd name="T1" fmla="*/ 1 h 60"/>
                <a:gd name="T2" fmla="*/ 1 w 14"/>
                <a:gd name="T3" fmla="*/ 15 h 60"/>
                <a:gd name="T4" fmla="*/ 47 w 14"/>
                <a:gd name="T5" fmla="*/ 300 h 60"/>
                <a:gd name="T6" fmla="*/ 80 w 14"/>
                <a:gd name="T7" fmla="*/ 300 h 60"/>
                <a:gd name="T8" fmla="*/ 56 w 14"/>
                <a:gd name="T9" fmla="*/ 172 h 60"/>
                <a:gd name="T10" fmla="*/ 41 w 14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60">
                  <a:moveTo>
                    <a:pt x="8" y="1"/>
                  </a:moveTo>
                  <a:cubicBezTo>
                    <a:pt x="5" y="0"/>
                    <a:pt x="3" y="2"/>
                    <a:pt x="1" y="3"/>
                  </a:cubicBezTo>
                  <a:cubicBezTo>
                    <a:pt x="0" y="20"/>
                    <a:pt x="2" y="40"/>
                    <a:pt x="8" y="56"/>
                  </a:cubicBezTo>
                  <a:cubicBezTo>
                    <a:pt x="9" y="59"/>
                    <a:pt x="12" y="60"/>
                    <a:pt x="13" y="56"/>
                  </a:cubicBezTo>
                  <a:cubicBezTo>
                    <a:pt x="14" y="50"/>
                    <a:pt x="10" y="38"/>
                    <a:pt x="9" y="32"/>
                  </a:cubicBezTo>
                  <a:cubicBezTo>
                    <a:pt x="8" y="22"/>
                    <a:pt x="7" y="10"/>
                    <a:pt x="7" y="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3" name="Freeform 60">
              <a:extLst>
                <a:ext uri="{FF2B5EF4-FFF2-40B4-BE49-F238E27FC236}">
                  <a16:creationId xmlns:a16="http://schemas.microsoft.com/office/drawing/2014/main" id="{78819577-CC1D-4150-962F-F12632A77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068"/>
              <a:ext cx="38" cy="93"/>
            </a:xfrm>
            <a:custGeom>
              <a:avLst/>
              <a:gdLst>
                <a:gd name="T0" fmla="*/ 39 w 27"/>
                <a:gd name="T1" fmla="*/ 0 h 66"/>
                <a:gd name="T2" fmla="*/ 28 w 27"/>
                <a:gd name="T3" fmla="*/ 97 h 66"/>
                <a:gd name="T4" fmla="*/ 68 w 27"/>
                <a:gd name="T5" fmla="*/ 241 h 66"/>
                <a:gd name="T6" fmla="*/ 145 w 27"/>
                <a:gd name="T7" fmla="*/ 307 h 66"/>
                <a:gd name="T8" fmla="*/ 106 w 27"/>
                <a:gd name="T9" fmla="*/ 190 h 66"/>
                <a:gd name="T10" fmla="*/ 59 w 27"/>
                <a:gd name="T11" fmla="*/ 96 h 66"/>
                <a:gd name="T12" fmla="*/ 39 w 27"/>
                <a:gd name="T13" fmla="*/ 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66">
                  <a:moveTo>
                    <a:pt x="7" y="0"/>
                  </a:moveTo>
                  <a:cubicBezTo>
                    <a:pt x="0" y="7"/>
                    <a:pt x="2" y="10"/>
                    <a:pt x="5" y="18"/>
                  </a:cubicBezTo>
                  <a:cubicBezTo>
                    <a:pt x="8" y="26"/>
                    <a:pt x="10" y="35"/>
                    <a:pt x="12" y="43"/>
                  </a:cubicBezTo>
                  <a:cubicBezTo>
                    <a:pt x="13" y="47"/>
                    <a:pt x="23" y="66"/>
                    <a:pt x="26" y="55"/>
                  </a:cubicBezTo>
                  <a:cubicBezTo>
                    <a:pt x="27" y="51"/>
                    <a:pt x="20" y="38"/>
                    <a:pt x="19" y="34"/>
                  </a:cubicBezTo>
                  <a:cubicBezTo>
                    <a:pt x="16" y="29"/>
                    <a:pt x="13" y="23"/>
                    <a:pt x="11" y="17"/>
                  </a:cubicBezTo>
                  <a:cubicBezTo>
                    <a:pt x="10" y="12"/>
                    <a:pt x="8" y="6"/>
                    <a:pt x="7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4" name="Freeform 61">
              <a:extLst>
                <a:ext uri="{FF2B5EF4-FFF2-40B4-BE49-F238E27FC236}">
                  <a16:creationId xmlns:a16="http://schemas.microsoft.com/office/drawing/2014/main" id="{5CB73379-CD35-4C20-92B7-ED52E3BBF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150"/>
              <a:ext cx="37" cy="50"/>
            </a:xfrm>
            <a:custGeom>
              <a:avLst/>
              <a:gdLst>
                <a:gd name="T0" fmla="*/ 27 w 26"/>
                <a:gd name="T1" fmla="*/ 0 h 36"/>
                <a:gd name="T2" fmla="*/ 1 w 26"/>
                <a:gd name="T3" fmla="*/ 49 h 36"/>
                <a:gd name="T4" fmla="*/ 47 w 26"/>
                <a:gd name="T5" fmla="*/ 108 h 36"/>
                <a:gd name="T6" fmla="*/ 152 w 26"/>
                <a:gd name="T7" fmla="*/ 185 h 36"/>
                <a:gd name="T8" fmla="*/ 87 w 26"/>
                <a:gd name="T9" fmla="*/ 78 h 36"/>
                <a:gd name="T10" fmla="*/ 27 w 26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6">
                  <a:moveTo>
                    <a:pt x="4" y="0"/>
                  </a:moveTo>
                  <a:cubicBezTo>
                    <a:pt x="2" y="3"/>
                    <a:pt x="0" y="4"/>
                    <a:pt x="1" y="9"/>
                  </a:cubicBezTo>
                  <a:cubicBezTo>
                    <a:pt x="3" y="13"/>
                    <a:pt x="5" y="18"/>
                    <a:pt x="8" y="21"/>
                  </a:cubicBezTo>
                  <a:cubicBezTo>
                    <a:pt x="13" y="26"/>
                    <a:pt x="20" y="33"/>
                    <a:pt x="26" y="36"/>
                  </a:cubicBezTo>
                  <a:cubicBezTo>
                    <a:pt x="26" y="28"/>
                    <a:pt x="19" y="22"/>
                    <a:pt x="15" y="15"/>
                  </a:cubicBezTo>
                  <a:cubicBezTo>
                    <a:pt x="11" y="10"/>
                    <a:pt x="6" y="6"/>
                    <a:pt x="4" y="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5" name="Freeform 62">
              <a:extLst>
                <a:ext uri="{FF2B5EF4-FFF2-40B4-BE49-F238E27FC236}">
                  <a16:creationId xmlns:a16="http://schemas.microsoft.com/office/drawing/2014/main" id="{0FCE4B0A-60B6-4265-AC29-990ABBD27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189"/>
              <a:ext cx="48" cy="32"/>
            </a:xfrm>
            <a:custGeom>
              <a:avLst/>
              <a:gdLst>
                <a:gd name="T0" fmla="*/ 28 w 34"/>
                <a:gd name="T1" fmla="*/ 21 h 23"/>
                <a:gd name="T2" fmla="*/ 192 w 34"/>
                <a:gd name="T3" fmla="*/ 122 h 23"/>
                <a:gd name="T4" fmla="*/ 97 w 34"/>
                <a:gd name="T5" fmla="*/ 50 h 23"/>
                <a:gd name="T6" fmla="*/ 32 w 34"/>
                <a:gd name="T7" fmla="*/ 11 h 23"/>
                <a:gd name="T8" fmla="*/ 32 w 34"/>
                <a:gd name="T9" fmla="*/ 3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3">
                  <a:moveTo>
                    <a:pt x="5" y="4"/>
                  </a:moveTo>
                  <a:cubicBezTo>
                    <a:pt x="0" y="16"/>
                    <a:pt x="26" y="21"/>
                    <a:pt x="34" y="23"/>
                  </a:cubicBezTo>
                  <a:cubicBezTo>
                    <a:pt x="28" y="19"/>
                    <a:pt x="23" y="15"/>
                    <a:pt x="18" y="10"/>
                  </a:cubicBezTo>
                  <a:cubicBezTo>
                    <a:pt x="16" y="7"/>
                    <a:pt x="10" y="0"/>
                    <a:pt x="6" y="2"/>
                  </a:cubicBezTo>
                  <a:cubicBezTo>
                    <a:pt x="6" y="4"/>
                    <a:pt x="6" y="5"/>
                    <a:pt x="6" y="7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6" name="Freeform 63">
              <a:extLst>
                <a:ext uri="{FF2B5EF4-FFF2-40B4-BE49-F238E27FC236}">
                  <a16:creationId xmlns:a16="http://schemas.microsoft.com/office/drawing/2014/main" id="{F8AAE33E-AC3C-460B-BCC6-B87D9DE9F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790"/>
              <a:ext cx="7" cy="42"/>
            </a:xfrm>
            <a:custGeom>
              <a:avLst/>
              <a:gdLst>
                <a:gd name="T0" fmla="*/ 28 w 5"/>
                <a:gd name="T1" fmla="*/ 94 h 30"/>
                <a:gd name="T2" fmla="*/ 28 w 5"/>
                <a:gd name="T3" fmla="*/ 39 h 30"/>
                <a:gd name="T4" fmla="*/ 21 w 5"/>
                <a:gd name="T5" fmla="*/ 0 h 30"/>
                <a:gd name="T6" fmla="*/ 0 w 5"/>
                <a:gd name="T7" fmla="*/ 80 h 30"/>
                <a:gd name="T8" fmla="*/ 15 w 5"/>
                <a:gd name="T9" fmla="*/ 162 h 30"/>
                <a:gd name="T10" fmla="*/ 21 w 5"/>
                <a:gd name="T11" fmla="*/ 123 h 30"/>
                <a:gd name="T12" fmla="*/ 21 w 5"/>
                <a:gd name="T13" fmla="*/ 8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30">
                  <a:moveTo>
                    <a:pt x="5" y="17"/>
                  </a:moveTo>
                  <a:cubicBezTo>
                    <a:pt x="5" y="14"/>
                    <a:pt x="5" y="10"/>
                    <a:pt x="5" y="7"/>
                  </a:cubicBezTo>
                  <a:cubicBezTo>
                    <a:pt x="5" y="5"/>
                    <a:pt x="5" y="2"/>
                    <a:pt x="4" y="0"/>
                  </a:cubicBezTo>
                  <a:cubicBezTo>
                    <a:pt x="0" y="4"/>
                    <a:pt x="0" y="10"/>
                    <a:pt x="0" y="15"/>
                  </a:cubicBezTo>
                  <a:cubicBezTo>
                    <a:pt x="0" y="20"/>
                    <a:pt x="0" y="27"/>
                    <a:pt x="3" y="30"/>
                  </a:cubicBezTo>
                  <a:cubicBezTo>
                    <a:pt x="4" y="29"/>
                    <a:pt x="4" y="25"/>
                    <a:pt x="4" y="23"/>
                  </a:cubicBezTo>
                  <a:cubicBezTo>
                    <a:pt x="4" y="21"/>
                    <a:pt x="4" y="19"/>
                    <a:pt x="4" y="16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7" name="Freeform 64">
              <a:extLst>
                <a:ext uri="{FF2B5EF4-FFF2-40B4-BE49-F238E27FC236}">
                  <a16:creationId xmlns:a16="http://schemas.microsoft.com/office/drawing/2014/main" id="{47944E5F-173A-465E-8DA3-DFE56CC4F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812"/>
              <a:ext cx="20" cy="42"/>
            </a:xfrm>
            <a:custGeom>
              <a:avLst/>
              <a:gdLst>
                <a:gd name="T0" fmla="*/ 84 w 14"/>
                <a:gd name="T1" fmla="*/ 97 h 30"/>
                <a:gd name="T2" fmla="*/ 70 w 14"/>
                <a:gd name="T3" fmla="*/ 157 h 30"/>
                <a:gd name="T4" fmla="*/ 19 w 14"/>
                <a:gd name="T5" fmla="*/ 112 h 30"/>
                <a:gd name="T6" fmla="*/ 29 w 14"/>
                <a:gd name="T7" fmla="*/ 28 h 30"/>
                <a:gd name="T8" fmla="*/ 56 w 14"/>
                <a:gd name="T9" fmla="*/ 15 h 30"/>
                <a:gd name="T10" fmla="*/ 59 w 14"/>
                <a:gd name="T11" fmla="*/ 41 h 30"/>
                <a:gd name="T12" fmla="*/ 67 w 14"/>
                <a:gd name="T13" fmla="*/ 77 h 30"/>
                <a:gd name="T14" fmla="*/ 80 w 14"/>
                <a:gd name="T15" fmla="*/ 97 h 30"/>
                <a:gd name="T16" fmla="*/ 84 w 14"/>
                <a:gd name="T17" fmla="*/ 108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30">
                  <a:moveTo>
                    <a:pt x="14" y="18"/>
                  </a:moveTo>
                  <a:cubicBezTo>
                    <a:pt x="14" y="22"/>
                    <a:pt x="13" y="25"/>
                    <a:pt x="12" y="29"/>
                  </a:cubicBezTo>
                  <a:cubicBezTo>
                    <a:pt x="8" y="30"/>
                    <a:pt x="4" y="24"/>
                    <a:pt x="3" y="21"/>
                  </a:cubicBezTo>
                  <a:cubicBezTo>
                    <a:pt x="0" y="15"/>
                    <a:pt x="3" y="10"/>
                    <a:pt x="5" y="5"/>
                  </a:cubicBezTo>
                  <a:cubicBezTo>
                    <a:pt x="6" y="4"/>
                    <a:pt x="7" y="0"/>
                    <a:pt x="9" y="3"/>
                  </a:cubicBezTo>
                  <a:cubicBezTo>
                    <a:pt x="10" y="4"/>
                    <a:pt x="10" y="7"/>
                    <a:pt x="10" y="8"/>
                  </a:cubicBezTo>
                  <a:cubicBezTo>
                    <a:pt x="10" y="10"/>
                    <a:pt x="11" y="12"/>
                    <a:pt x="11" y="14"/>
                  </a:cubicBezTo>
                  <a:cubicBezTo>
                    <a:pt x="12" y="15"/>
                    <a:pt x="13" y="17"/>
                    <a:pt x="13" y="18"/>
                  </a:cubicBezTo>
                  <a:cubicBezTo>
                    <a:pt x="14" y="19"/>
                    <a:pt x="14" y="19"/>
                    <a:pt x="14" y="2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8" name="Freeform 65">
              <a:extLst>
                <a:ext uri="{FF2B5EF4-FFF2-40B4-BE49-F238E27FC236}">
                  <a16:creationId xmlns:a16="http://schemas.microsoft.com/office/drawing/2014/main" id="{B3CB4D25-7637-4CEF-A72E-ABB0B54A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845"/>
              <a:ext cx="21" cy="36"/>
            </a:xfrm>
            <a:custGeom>
              <a:avLst/>
              <a:gdLst>
                <a:gd name="T0" fmla="*/ 28 w 15"/>
                <a:gd name="T1" fmla="*/ 0 h 26"/>
                <a:gd name="T2" fmla="*/ 49 w 15"/>
                <a:gd name="T3" fmla="*/ 26 h 26"/>
                <a:gd name="T4" fmla="*/ 69 w 15"/>
                <a:gd name="T5" fmla="*/ 40 h 26"/>
                <a:gd name="T6" fmla="*/ 67 w 15"/>
                <a:gd name="T7" fmla="*/ 89 h 26"/>
                <a:gd name="T8" fmla="*/ 41 w 15"/>
                <a:gd name="T9" fmla="*/ 123 h 26"/>
                <a:gd name="T10" fmla="*/ 21 w 15"/>
                <a:gd name="T11" fmla="*/ 89 h 26"/>
                <a:gd name="T12" fmla="*/ 1 w 15"/>
                <a:gd name="T13" fmla="*/ 64 h 26"/>
                <a:gd name="T14" fmla="*/ 28 w 15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6">
                  <a:moveTo>
                    <a:pt x="5" y="0"/>
                  </a:moveTo>
                  <a:cubicBezTo>
                    <a:pt x="6" y="2"/>
                    <a:pt x="7" y="4"/>
                    <a:pt x="9" y="5"/>
                  </a:cubicBezTo>
                  <a:cubicBezTo>
                    <a:pt x="10" y="6"/>
                    <a:pt x="12" y="7"/>
                    <a:pt x="13" y="8"/>
                  </a:cubicBezTo>
                  <a:cubicBezTo>
                    <a:pt x="15" y="10"/>
                    <a:pt x="13" y="14"/>
                    <a:pt x="12" y="17"/>
                  </a:cubicBezTo>
                  <a:cubicBezTo>
                    <a:pt x="12" y="19"/>
                    <a:pt x="11" y="26"/>
                    <a:pt x="8" y="24"/>
                  </a:cubicBezTo>
                  <a:cubicBezTo>
                    <a:pt x="6" y="23"/>
                    <a:pt x="5" y="19"/>
                    <a:pt x="4" y="17"/>
                  </a:cubicBezTo>
                  <a:cubicBezTo>
                    <a:pt x="3" y="16"/>
                    <a:pt x="2" y="14"/>
                    <a:pt x="1" y="12"/>
                  </a:cubicBezTo>
                  <a:cubicBezTo>
                    <a:pt x="0" y="8"/>
                    <a:pt x="3" y="4"/>
                    <a:pt x="5" y="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9" name="Freeform 66">
              <a:extLst>
                <a:ext uri="{FF2B5EF4-FFF2-40B4-BE49-F238E27FC236}">
                  <a16:creationId xmlns:a16="http://schemas.microsoft.com/office/drawing/2014/main" id="{663E89A4-59BB-4D7F-90F2-4AC3B3621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863"/>
              <a:ext cx="19" cy="33"/>
            </a:xfrm>
            <a:custGeom>
              <a:avLst/>
              <a:gdLst>
                <a:gd name="T0" fmla="*/ 27 w 14"/>
                <a:gd name="T1" fmla="*/ 0 h 24"/>
                <a:gd name="T2" fmla="*/ 56 w 14"/>
                <a:gd name="T3" fmla="*/ 55 h 24"/>
                <a:gd name="T4" fmla="*/ 50 w 14"/>
                <a:gd name="T5" fmla="*/ 102 h 24"/>
                <a:gd name="T6" fmla="*/ 27 w 14"/>
                <a:gd name="T7" fmla="*/ 116 h 24"/>
                <a:gd name="T8" fmla="*/ 14 w 14"/>
                <a:gd name="T9" fmla="*/ 102 h 24"/>
                <a:gd name="T10" fmla="*/ 1 w 14"/>
                <a:gd name="T11" fmla="*/ 26 h 24"/>
                <a:gd name="T12" fmla="*/ 27 w 14"/>
                <a:gd name="T13" fmla="*/ 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4">
                  <a:moveTo>
                    <a:pt x="6" y="0"/>
                  </a:moveTo>
                  <a:cubicBezTo>
                    <a:pt x="8" y="4"/>
                    <a:pt x="10" y="8"/>
                    <a:pt x="12" y="11"/>
                  </a:cubicBezTo>
                  <a:cubicBezTo>
                    <a:pt x="14" y="14"/>
                    <a:pt x="13" y="17"/>
                    <a:pt x="11" y="20"/>
                  </a:cubicBezTo>
                  <a:cubicBezTo>
                    <a:pt x="9" y="21"/>
                    <a:pt x="8" y="22"/>
                    <a:pt x="6" y="23"/>
                  </a:cubicBezTo>
                  <a:cubicBezTo>
                    <a:pt x="3" y="24"/>
                    <a:pt x="4" y="23"/>
                    <a:pt x="3" y="20"/>
                  </a:cubicBezTo>
                  <a:cubicBezTo>
                    <a:pt x="3" y="15"/>
                    <a:pt x="0" y="10"/>
                    <a:pt x="1" y="5"/>
                  </a:cubicBezTo>
                  <a:cubicBezTo>
                    <a:pt x="2" y="3"/>
                    <a:pt x="4" y="0"/>
                    <a:pt x="6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0" name="Freeform 67">
              <a:extLst>
                <a:ext uri="{FF2B5EF4-FFF2-40B4-BE49-F238E27FC236}">
                  <a16:creationId xmlns:a16="http://schemas.microsoft.com/office/drawing/2014/main" id="{EFEA389B-2A95-4A4D-BDB7-CA48F0E34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871"/>
              <a:ext cx="18" cy="27"/>
            </a:xfrm>
            <a:custGeom>
              <a:avLst/>
              <a:gdLst>
                <a:gd name="T0" fmla="*/ 55 w 13"/>
                <a:gd name="T1" fmla="*/ 1 h 19"/>
                <a:gd name="T2" fmla="*/ 64 w 13"/>
                <a:gd name="T3" fmla="*/ 57 h 19"/>
                <a:gd name="T4" fmla="*/ 66 w 13"/>
                <a:gd name="T5" fmla="*/ 95 h 19"/>
                <a:gd name="T6" fmla="*/ 26 w 13"/>
                <a:gd name="T7" fmla="*/ 87 h 19"/>
                <a:gd name="T8" fmla="*/ 1 w 13"/>
                <a:gd name="T9" fmla="*/ 67 h 19"/>
                <a:gd name="T10" fmla="*/ 15 w 13"/>
                <a:gd name="T11" fmla="*/ 26 h 19"/>
                <a:gd name="T12" fmla="*/ 26 w 13"/>
                <a:gd name="T13" fmla="*/ 0 h 19"/>
                <a:gd name="T14" fmla="*/ 50 w 13"/>
                <a:gd name="T15" fmla="*/ 1 h 19"/>
                <a:gd name="T16" fmla="*/ 55 w 13"/>
                <a:gd name="T17" fmla="*/ 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9">
                  <a:moveTo>
                    <a:pt x="11" y="1"/>
                  </a:moveTo>
                  <a:cubicBezTo>
                    <a:pt x="12" y="4"/>
                    <a:pt x="12" y="7"/>
                    <a:pt x="12" y="10"/>
                  </a:cubicBezTo>
                  <a:cubicBezTo>
                    <a:pt x="12" y="11"/>
                    <a:pt x="13" y="14"/>
                    <a:pt x="13" y="16"/>
                  </a:cubicBezTo>
                  <a:cubicBezTo>
                    <a:pt x="12" y="19"/>
                    <a:pt x="7" y="17"/>
                    <a:pt x="5" y="15"/>
                  </a:cubicBezTo>
                  <a:cubicBezTo>
                    <a:pt x="4" y="14"/>
                    <a:pt x="2" y="13"/>
                    <a:pt x="1" y="11"/>
                  </a:cubicBezTo>
                  <a:cubicBezTo>
                    <a:pt x="0" y="9"/>
                    <a:pt x="2" y="6"/>
                    <a:pt x="3" y="4"/>
                  </a:cubicBezTo>
                  <a:cubicBezTo>
                    <a:pt x="3" y="2"/>
                    <a:pt x="3" y="1"/>
                    <a:pt x="5" y="0"/>
                  </a:cubicBezTo>
                  <a:cubicBezTo>
                    <a:pt x="7" y="0"/>
                    <a:pt x="8" y="0"/>
                    <a:pt x="10" y="1"/>
                  </a:cubicBezTo>
                  <a:cubicBezTo>
                    <a:pt x="10" y="1"/>
                    <a:pt x="11" y="1"/>
                    <a:pt x="11" y="2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1" name="Freeform 68">
              <a:extLst>
                <a:ext uri="{FF2B5EF4-FFF2-40B4-BE49-F238E27FC236}">
                  <a16:creationId xmlns:a16="http://schemas.microsoft.com/office/drawing/2014/main" id="{AAEA108A-65E0-4EA7-9C32-83801A63B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852"/>
              <a:ext cx="17" cy="33"/>
            </a:xfrm>
            <a:custGeom>
              <a:avLst/>
              <a:gdLst>
                <a:gd name="T0" fmla="*/ 37 w 12"/>
                <a:gd name="T1" fmla="*/ 117 h 24"/>
                <a:gd name="T2" fmla="*/ 1 w 12"/>
                <a:gd name="T3" fmla="*/ 69 h 24"/>
                <a:gd name="T4" fmla="*/ 18 w 12"/>
                <a:gd name="T5" fmla="*/ 21 h 24"/>
                <a:gd name="T6" fmla="*/ 37 w 12"/>
                <a:gd name="T7" fmla="*/ 1 h 24"/>
                <a:gd name="T8" fmla="*/ 57 w 12"/>
                <a:gd name="T9" fmla="*/ 26 h 24"/>
                <a:gd name="T10" fmla="*/ 52 w 12"/>
                <a:gd name="T11" fmla="*/ 76 h 24"/>
                <a:gd name="T12" fmla="*/ 37 w 12"/>
                <a:gd name="T13" fmla="*/ 11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4">
                  <a:moveTo>
                    <a:pt x="6" y="24"/>
                  </a:moveTo>
                  <a:cubicBezTo>
                    <a:pt x="4" y="21"/>
                    <a:pt x="2" y="17"/>
                    <a:pt x="1" y="14"/>
                  </a:cubicBezTo>
                  <a:cubicBezTo>
                    <a:pt x="0" y="10"/>
                    <a:pt x="1" y="8"/>
                    <a:pt x="3" y="4"/>
                  </a:cubicBezTo>
                  <a:cubicBezTo>
                    <a:pt x="3" y="2"/>
                    <a:pt x="4" y="0"/>
                    <a:pt x="6" y="1"/>
                  </a:cubicBezTo>
                  <a:cubicBezTo>
                    <a:pt x="8" y="1"/>
                    <a:pt x="9" y="4"/>
                    <a:pt x="10" y="5"/>
                  </a:cubicBezTo>
                  <a:cubicBezTo>
                    <a:pt x="12" y="9"/>
                    <a:pt x="10" y="11"/>
                    <a:pt x="9" y="15"/>
                  </a:cubicBezTo>
                  <a:cubicBezTo>
                    <a:pt x="9" y="17"/>
                    <a:pt x="8" y="23"/>
                    <a:pt x="6" y="24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2" name="Freeform 69">
              <a:extLst>
                <a:ext uri="{FF2B5EF4-FFF2-40B4-BE49-F238E27FC236}">
                  <a16:creationId xmlns:a16="http://schemas.microsoft.com/office/drawing/2014/main" id="{AFA18B57-F8A4-4482-9FB1-5D8857E62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830"/>
              <a:ext cx="23" cy="33"/>
            </a:xfrm>
            <a:custGeom>
              <a:avLst/>
              <a:gdLst>
                <a:gd name="T0" fmla="*/ 68 w 16"/>
                <a:gd name="T1" fmla="*/ 138 h 23"/>
                <a:gd name="T2" fmla="*/ 86 w 16"/>
                <a:gd name="T3" fmla="*/ 67 h 23"/>
                <a:gd name="T4" fmla="*/ 42 w 16"/>
                <a:gd name="T5" fmla="*/ 0 h 23"/>
                <a:gd name="T6" fmla="*/ 68 w 16"/>
                <a:gd name="T7" fmla="*/ 136 h 23"/>
                <a:gd name="T8" fmla="*/ 68 w 16"/>
                <a:gd name="T9" fmla="*/ 13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1" y="23"/>
                  </a:moveTo>
                  <a:cubicBezTo>
                    <a:pt x="11" y="19"/>
                    <a:pt x="16" y="16"/>
                    <a:pt x="14" y="11"/>
                  </a:cubicBezTo>
                  <a:cubicBezTo>
                    <a:pt x="13" y="9"/>
                    <a:pt x="9" y="0"/>
                    <a:pt x="7" y="0"/>
                  </a:cubicBezTo>
                  <a:cubicBezTo>
                    <a:pt x="0" y="1"/>
                    <a:pt x="10" y="18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3" name="Freeform 70">
              <a:extLst>
                <a:ext uri="{FF2B5EF4-FFF2-40B4-BE49-F238E27FC236}">
                  <a16:creationId xmlns:a16="http://schemas.microsoft.com/office/drawing/2014/main" id="{32097115-3FFD-4CB2-B499-784795A99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807"/>
              <a:ext cx="24" cy="31"/>
            </a:xfrm>
            <a:custGeom>
              <a:avLst/>
              <a:gdLst>
                <a:gd name="T0" fmla="*/ 68 w 17"/>
                <a:gd name="T1" fmla="*/ 123 h 22"/>
                <a:gd name="T2" fmla="*/ 79 w 17"/>
                <a:gd name="T3" fmla="*/ 89 h 22"/>
                <a:gd name="T4" fmla="*/ 96 w 17"/>
                <a:gd name="T5" fmla="*/ 68 h 22"/>
                <a:gd name="T6" fmla="*/ 56 w 17"/>
                <a:gd name="T7" fmla="*/ 16 h 22"/>
                <a:gd name="T8" fmla="*/ 28 w 17"/>
                <a:gd name="T9" fmla="*/ 0 h 22"/>
                <a:gd name="T10" fmla="*/ 1 w 17"/>
                <a:gd name="T11" fmla="*/ 23 h 22"/>
                <a:gd name="T12" fmla="*/ 11 w 17"/>
                <a:gd name="T13" fmla="*/ 49 h 22"/>
                <a:gd name="T14" fmla="*/ 32 w 17"/>
                <a:gd name="T15" fmla="*/ 69 h 22"/>
                <a:gd name="T16" fmla="*/ 68 w 17"/>
                <a:gd name="T17" fmla="*/ 11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2" y="22"/>
                  </a:moveTo>
                  <a:cubicBezTo>
                    <a:pt x="12" y="20"/>
                    <a:pt x="13" y="18"/>
                    <a:pt x="14" y="16"/>
                  </a:cubicBezTo>
                  <a:cubicBezTo>
                    <a:pt x="15" y="15"/>
                    <a:pt x="17" y="13"/>
                    <a:pt x="17" y="12"/>
                  </a:cubicBezTo>
                  <a:cubicBezTo>
                    <a:pt x="17" y="8"/>
                    <a:pt x="12" y="5"/>
                    <a:pt x="10" y="3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2" y="3"/>
                    <a:pt x="1" y="4"/>
                  </a:cubicBezTo>
                  <a:cubicBezTo>
                    <a:pt x="0" y="6"/>
                    <a:pt x="0" y="7"/>
                    <a:pt x="2" y="9"/>
                  </a:cubicBezTo>
                  <a:cubicBezTo>
                    <a:pt x="3" y="10"/>
                    <a:pt x="5" y="11"/>
                    <a:pt x="6" y="13"/>
                  </a:cubicBezTo>
                  <a:cubicBezTo>
                    <a:pt x="8" y="15"/>
                    <a:pt x="11" y="19"/>
                    <a:pt x="12" y="2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4" name="Freeform 71">
              <a:extLst>
                <a:ext uri="{FF2B5EF4-FFF2-40B4-BE49-F238E27FC236}">
                  <a16:creationId xmlns:a16="http://schemas.microsoft.com/office/drawing/2014/main" id="{2C8BD7B1-7C4C-4839-A493-1771801AF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787"/>
              <a:ext cx="31" cy="28"/>
            </a:xfrm>
            <a:custGeom>
              <a:avLst/>
              <a:gdLst>
                <a:gd name="T0" fmla="*/ 96 w 22"/>
                <a:gd name="T1" fmla="*/ 108 h 20"/>
                <a:gd name="T2" fmla="*/ 11 w 22"/>
                <a:gd name="T3" fmla="*/ 80 h 20"/>
                <a:gd name="T4" fmla="*/ 11 w 22"/>
                <a:gd name="T5" fmla="*/ 15 h 20"/>
                <a:gd name="T6" fmla="*/ 89 w 22"/>
                <a:gd name="T7" fmla="*/ 21 h 20"/>
                <a:gd name="T8" fmla="*/ 117 w 22"/>
                <a:gd name="T9" fmla="*/ 67 h 20"/>
                <a:gd name="T10" fmla="*/ 89 w 22"/>
                <a:gd name="T11" fmla="*/ 10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0">
                  <a:moveTo>
                    <a:pt x="17" y="20"/>
                  </a:moveTo>
                  <a:cubicBezTo>
                    <a:pt x="12" y="17"/>
                    <a:pt x="7" y="16"/>
                    <a:pt x="2" y="15"/>
                  </a:cubicBezTo>
                  <a:cubicBezTo>
                    <a:pt x="1" y="12"/>
                    <a:pt x="0" y="6"/>
                    <a:pt x="2" y="3"/>
                  </a:cubicBezTo>
                  <a:cubicBezTo>
                    <a:pt x="6" y="0"/>
                    <a:pt x="12" y="2"/>
                    <a:pt x="16" y="4"/>
                  </a:cubicBezTo>
                  <a:cubicBezTo>
                    <a:pt x="19" y="6"/>
                    <a:pt x="22" y="8"/>
                    <a:pt x="21" y="12"/>
                  </a:cubicBezTo>
                  <a:cubicBezTo>
                    <a:pt x="21" y="15"/>
                    <a:pt x="18" y="18"/>
                    <a:pt x="16" y="2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5" name="Freeform 72">
              <a:extLst>
                <a:ext uri="{FF2B5EF4-FFF2-40B4-BE49-F238E27FC236}">
                  <a16:creationId xmlns:a16="http://schemas.microsoft.com/office/drawing/2014/main" id="{B45DD8A6-8AD6-4801-8841-A79BE71F8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794"/>
              <a:ext cx="31" cy="27"/>
            </a:xfrm>
            <a:custGeom>
              <a:avLst/>
              <a:gdLst>
                <a:gd name="T0" fmla="*/ 123 w 22"/>
                <a:gd name="T1" fmla="*/ 57 h 19"/>
                <a:gd name="T2" fmla="*/ 83 w 22"/>
                <a:gd name="T3" fmla="*/ 0 h 19"/>
                <a:gd name="T4" fmla="*/ 39 w 22"/>
                <a:gd name="T5" fmla="*/ 26 h 19"/>
                <a:gd name="T6" fmla="*/ 11 w 22"/>
                <a:gd name="T7" fmla="*/ 47 h 19"/>
                <a:gd name="T8" fmla="*/ 16 w 22"/>
                <a:gd name="T9" fmla="*/ 81 h 19"/>
                <a:gd name="T10" fmla="*/ 45 w 22"/>
                <a:gd name="T11" fmla="*/ 109 h 19"/>
                <a:gd name="T12" fmla="*/ 68 w 22"/>
                <a:gd name="T13" fmla="*/ 95 h 19"/>
                <a:gd name="T14" fmla="*/ 97 w 22"/>
                <a:gd name="T15" fmla="*/ 67 h 19"/>
                <a:gd name="T16" fmla="*/ 117 w 22"/>
                <a:gd name="T17" fmla="*/ 5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9">
                  <a:moveTo>
                    <a:pt x="22" y="10"/>
                  </a:moveTo>
                  <a:cubicBezTo>
                    <a:pt x="20" y="7"/>
                    <a:pt x="19" y="0"/>
                    <a:pt x="15" y="0"/>
                  </a:cubicBezTo>
                  <a:cubicBezTo>
                    <a:pt x="12" y="0"/>
                    <a:pt x="10" y="3"/>
                    <a:pt x="7" y="4"/>
                  </a:cubicBezTo>
                  <a:cubicBezTo>
                    <a:pt x="5" y="5"/>
                    <a:pt x="3" y="6"/>
                    <a:pt x="2" y="8"/>
                  </a:cubicBezTo>
                  <a:cubicBezTo>
                    <a:pt x="0" y="11"/>
                    <a:pt x="1" y="12"/>
                    <a:pt x="3" y="14"/>
                  </a:cubicBezTo>
                  <a:cubicBezTo>
                    <a:pt x="4" y="16"/>
                    <a:pt x="6" y="19"/>
                    <a:pt x="8" y="19"/>
                  </a:cubicBezTo>
                  <a:cubicBezTo>
                    <a:pt x="10" y="19"/>
                    <a:pt x="11" y="17"/>
                    <a:pt x="12" y="16"/>
                  </a:cubicBezTo>
                  <a:cubicBezTo>
                    <a:pt x="14" y="14"/>
                    <a:pt x="16" y="12"/>
                    <a:pt x="18" y="11"/>
                  </a:cubicBezTo>
                  <a:cubicBezTo>
                    <a:pt x="19" y="10"/>
                    <a:pt x="20" y="10"/>
                    <a:pt x="21" y="1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6" name="Freeform 73">
              <a:extLst>
                <a:ext uri="{FF2B5EF4-FFF2-40B4-BE49-F238E27FC236}">
                  <a16:creationId xmlns:a16="http://schemas.microsoft.com/office/drawing/2014/main" id="{F700D691-77BA-45F1-95B5-3F26B5481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812"/>
              <a:ext cx="35" cy="44"/>
            </a:xfrm>
            <a:custGeom>
              <a:avLst/>
              <a:gdLst>
                <a:gd name="T0" fmla="*/ 94 w 25"/>
                <a:gd name="T1" fmla="*/ 0 h 31"/>
                <a:gd name="T2" fmla="*/ 132 w 25"/>
                <a:gd name="T3" fmla="*/ 57 h 31"/>
                <a:gd name="T4" fmla="*/ 118 w 25"/>
                <a:gd name="T5" fmla="*/ 97 h 31"/>
                <a:gd name="T6" fmla="*/ 104 w 25"/>
                <a:gd name="T7" fmla="*/ 138 h 31"/>
                <a:gd name="T8" fmla="*/ 84 w 25"/>
                <a:gd name="T9" fmla="*/ 175 h 31"/>
                <a:gd name="T10" fmla="*/ 29 w 25"/>
                <a:gd name="T11" fmla="*/ 165 h 31"/>
                <a:gd name="T12" fmla="*/ 0 w 25"/>
                <a:gd name="T13" fmla="*/ 138 h 31"/>
                <a:gd name="T14" fmla="*/ 21 w 25"/>
                <a:gd name="T15" fmla="*/ 75 h 31"/>
                <a:gd name="T16" fmla="*/ 84 w 25"/>
                <a:gd name="T17" fmla="*/ 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1">
                  <a:moveTo>
                    <a:pt x="17" y="0"/>
                  </a:moveTo>
                  <a:cubicBezTo>
                    <a:pt x="19" y="1"/>
                    <a:pt x="24" y="7"/>
                    <a:pt x="24" y="10"/>
                  </a:cubicBezTo>
                  <a:cubicBezTo>
                    <a:pt x="25" y="12"/>
                    <a:pt x="23" y="15"/>
                    <a:pt x="22" y="17"/>
                  </a:cubicBezTo>
                  <a:cubicBezTo>
                    <a:pt x="21" y="19"/>
                    <a:pt x="20" y="21"/>
                    <a:pt x="19" y="24"/>
                  </a:cubicBezTo>
                  <a:cubicBezTo>
                    <a:pt x="18" y="26"/>
                    <a:pt x="18" y="29"/>
                    <a:pt x="16" y="30"/>
                  </a:cubicBezTo>
                  <a:cubicBezTo>
                    <a:pt x="13" y="31"/>
                    <a:pt x="8" y="29"/>
                    <a:pt x="6" y="29"/>
                  </a:cubicBezTo>
                  <a:cubicBezTo>
                    <a:pt x="3" y="28"/>
                    <a:pt x="1" y="27"/>
                    <a:pt x="0" y="24"/>
                  </a:cubicBezTo>
                  <a:cubicBezTo>
                    <a:pt x="0" y="21"/>
                    <a:pt x="3" y="16"/>
                    <a:pt x="4" y="13"/>
                  </a:cubicBezTo>
                  <a:cubicBezTo>
                    <a:pt x="7" y="7"/>
                    <a:pt x="11" y="3"/>
                    <a:pt x="16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7" name="Freeform 74">
              <a:extLst>
                <a:ext uri="{FF2B5EF4-FFF2-40B4-BE49-F238E27FC236}">
                  <a16:creationId xmlns:a16="http://schemas.microsoft.com/office/drawing/2014/main" id="{23DD347F-BA4C-43F2-9C7B-357D6E83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853"/>
              <a:ext cx="28" cy="43"/>
            </a:xfrm>
            <a:custGeom>
              <a:avLst/>
              <a:gdLst>
                <a:gd name="T0" fmla="*/ 28 w 20"/>
                <a:gd name="T1" fmla="*/ 0 h 31"/>
                <a:gd name="T2" fmla="*/ 84 w 20"/>
                <a:gd name="T3" fmla="*/ 11 h 31"/>
                <a:gd name="T4" fmla="*/ 97 w 20"/>
                <a:gd name="T5" fmla="*/ 50 h 31"/>
                <a:gd name="T6" fmla="*/ 84 w 20"/>
                <a:gd name="T7" fmla="*/ 105 h 31"/>
                <a:gd name="T8" fmla="*/ 80 w 20"/>
                <a:gd name="T9" fmla="*/ 160 h 31"/>
                <a:gd name="T10" fmla="*/ 28 w 20"/>
                <a:gd name="T11" fmla="*/ 146 h 31"/>
                <a:gd name="T12" fmla="*/ 1 w 20"/>
                <a:gd name="T13" fmla="*/ 105 h 31"/>
                <a:gd name="T14" fmla="*/ 21 w 20"/>
                <a:gd name="T15" fmla="*/ 1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1">
                  <a:moveTo>
                    <a:pt x="5" y="0"/>
                  </a:moveTo>
                  <a:cubicBezTo>
                    <a:pt x="8" y="0"/>
                    <a:pt x="12" y="1"/>
                    <a:pt x="16" y="2"/>
                  </a:cubicBezTo>
                  <a:cubicBezTo>
                    <a:pt x="20" y="4"/>
                    <a:pt x="19" y="5"/>
                    <a:pt x="18" y="10"/>
                  </a:cubicBezTo>
                  <a:cubicBezTo>
                    <a:pt x="18" y="13"/>
                    <a:pt x="17" y="17"/>
                    <a:pt x="16" y="21"/>
                  </a:cubicBezTo>
                  <a:cubicBezTo>
                    <a:pt x="16" y="24"/>
                    <a:pt x="16" y="27"/>
                    <a:pt x="15" y="31"/>
                  </a:cubicBezTo>
                  <a:cubicBezTo>
                    <a:pt x="11" y="31"/>
                    <a:pt x="8" y="30"/>
                    <a:pt x="5" y="29"/>
                  </a:cubicBezTo>
                  <a:cubicBezTo>
                    <a:pt x="0" y="27"/>
                    <a:pt x="1" y="25"/>
                    <a:pt x="1" y="21"/>
                  </a:cubicBezTo>
                  <a:cubicBezTo>
                    <a:pt x="1" y="15"/>
                    <a:pt x="1" y="6"/>
                    <a:pt x="4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8" name="Freeform 75">
              <a:extLst>
                <a:ext uri="{FF2B5EF4-FFF2-40B4-BE49-F238E27FC236}">
                  <a16:creationId xmlns:a16="http://schemas.microsoft.com/office/drawing/2014/main" id="{2AD0D0AB-B28B-4FDA-85EB-4E06DFA23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895"/>
              <a:ext cx="27" cy="46"/>
            </a:xfrm>
            <a:custGeom>
              <a:avLst/>
              <a:gdLst>
                <a:gd name="T0" fmla="*/ 40 w 19"/>
                <a:gd name="T1" fmla="*/ 1 h 33"/>
                <a:gd name="T2" fmla="*/ 95 w 19"/>
                <a:gd name="T3" fmla="*/ 11 h 33"/>
                <a:gd name="T4" fmla="*/ 109 w 19"/>
                <a:gd name="T5" fmla="*/ 39 h 33"/>
                <a:gd name="T6" fmla="*/ 107 w 19"/>
                <a:gd name="T7" fmla="*/ 124 h 33"/>
                <a:gd name="T8" fmla="*/ 40 w 19"/>
                <a:gd name="T9" fmla="*/ 159 h 33"/>
                <a:gd name="T10" fmla="*/ 1 w 19"/>
                <a:gd name="T11" fmla="*/ 124 h 33"/>
                <a:gd name="T12" fmla="*/ 13 w 19"/>
                <a:gd name="T13" fmla="*/ 54 h 33"/>
                <a:gd name="T14" fmla="*/ 37 w 19"/>
                <a:gd name="T15" fmla="*/ 1 h 33"/>
                <a:gd name="T16" fmla="*/ 40 w 19"/>
                <a:gd name="T17" fmla="*/ 1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33">
                  <a:moveTo>
                    <a:pt x="7" y="1"/>
                  </a:moveTo>
                  <a:cubicBezTo>
                    <a:pt x="9" y="0"/>
                    <a:pt x="14" y="2"/>
                    <a:pt x="16" y="2"/>
                  </a:cubicBezTo>
                  <a:cubicBezTo>
                    <a:pt x="19" y="3"/>
                    <a:pt x="19" y="4"/>
                    <a:pt x="19" y="7"/>
                  </a:cubicBezTo>
                  <a:cubicBezTo>
                    <a:pt x="18" y="13"/>
                    <a:pt x="18" y="18"/>
                    <a:pt x="18" y="24"/>
                  </a:cubicBezTo>
                  <a:cubicBezTo>
                    <a:pt x="18" y="31"/>
                    <a:pt x="13" y="33"/>
                    <a:pt x="7" y="30"/>
                  </a:cubicBezTo>
                  <a:cubicBezTo>
                    <a:pt x="4" y="28"/>
                    <a:pt x="1" y="27"/>
                    <a:pt x="1" y="24"/>
                  </a:cubicBezTo>
                  <a:cubicBezTo>
                    <a:pt x="0" y="20"/>
                    <a:pt x="2" y="15"/>
                    <a:pt x="2" y="10"/>
                  </a:cubicBezTo>
                  <a:cubicBezTo>
                    <a:pt x="3" y="6"/>
                    <a:pt x="4" y="4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9" name="Freeform 76">
              <a:extLst>
                <a:ext uri="{FF2B5EF4-FFF2-40B4-BE49-F238E27FC236}">
                  <a16:creationId xmlns:a16="http://schemas.microsoft.com/office/drawing/2014/main" id="{723B7D19-F419-447F-AB17-EA5DFDC3C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936"/>
              <a:ext cx="28" cy="42"/>
            </a:xfrm>
            <a:custGeom>
              <a:avLst/>
              <a:gdLst>
                <a:gd name="T0" fmla="*/ 21 w 20"/>
                <a:gd name="T1" fmla="*/ 0 h 30"/>
                <a:gd name="T2" fmla="*/ 67 w 20"/>
                <a:gd name="T3" fmla="*/ 11 h 30"/>
                <a:gd name="T4" fmla="*/ 97 w 20"/>
                <a:gd name="T5" fmla="*/ 21 h 30"/>
                <a:gd name="T6" fmla="*/ 80 w 20"/>
                <a:gd name="T7" fmla="*/ 97 h 30"/>
                <a:gd name="T8" fmla="*/ 57 w 20"/>
                <a:gd name="T9" fmla="*/ 157 h 30"/>
                <a:gd name="T10" fmla="*/ 11 w 20"/>
                <a:gd name="T11" fmla="*/ 146 h 30"/>
                <a:gd name="T12" fmla="*/ 0 w 20"/>
                <a:gd name="T13" fmla="*/ 94 h 30"/>
                <a:gd name="T14" fmla="*/ 21 w 20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0">
                  <a:moveTo>
                    <a:pt x="4" y="0"/>
                  </a:moveTo>
                  <a:cubicBezTo>
                    <a:pt x="7" y="0"/>
                    <a:pt x="9" y="1"/>
                    <a:pt x="12" y="2"/>
                  </a:cubicBezTo>
                  <a:cubicBezTo>
                    <a:pt x="14" y="2"/>
                    <a:pt x="17" y="2"/>
                    <a:pt x="18" y="4"/>
                  </a:cubicBezTo>
                  <a:cubicBezTo>
                    <a:pt x="20" y="7"/>
                    <a:pt x="16" y="15"/>
                    <a:pt x="15" y="18"/>
                  </a:cubicBezTo>
                  <a:cubicBezTo>
                    <a:pt x="15" y="21"/>
                    <a:pt x="15" y="28"/>
                    <a:pt x="11" y="29"/>
                  </a:cubicBezTo>
                  <a:cubicBezTo>
                    <a:pt x="9" y="30"/>
                    <a:pt x="4" y="29"/>
                    <a:pt x="2" y="27"/>
                  </a:cubicBezTo>
                  <a:cubicBezTo>
                    <a:pt x="0" y="26"/>
                    <a:pt x="0" y="21"/>
                    <a:pt x="0" y="17"/>
                  </a:cubicBezTo>
                  <a:cubicBezTo>
                    <a:pt x="1" y="11"/>
                    <a:pt x="2" y="5"/>
                    <a:pt x="4" y="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0" name="Freeform 77">
              <a:extLst>
                <a:ext uri="{FF2B5EF4-FFF2-40B4-BE49-F238E27FC236}">
                  <a16:creationId xmlns:a16="http://schemas.microsoft.com/office/drawing/2014/main" id="{DDEBA075-B28D-48A3-8EE2-4D5B41125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975"/>
              <a:ext cx="38" cy="35"/>
            </a:xfrm>
            <a:custGeom>
              <a:avLst/>
              <a:gdLst>
                <a:gd name="T0" fmla="*/ 83 w 27"/>
                <a:gd name="T1" fmla="*/ 0 h 25"/>
                <a:gd name="T2" fmla="*/ 122 w 27"/>
                <a:gd name="T3" fmla="*/ 15 h 25"/>
                <a:gd name="T4" fmla="*/ 145 w 27"/>
                <a:gd name="T5" fmla="*/ 28 h 25"/>
                <a:gd name="T6" fmla="*/ 117 w 27"/>
                <a:gd name="T7" fmla="*/ 104 h 25"/>
                <a:gd name="T8" fmla="*/ 42 w 27"/>
                <a:gd name="T9" fmla="*/ 118 h 25"/>
                <a:gd name="T10" fmla="*/ 11 w 27"/>
                <a:gd name="T11" fmla="*/ 49 h 25"/>
                <a:gd name="T12" fmla="*/ 83 w 27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5" y="0"/>
                  </a:moveTo>
                  <a:cubicBezTo>
                    <a:pt x="17" y="1"/>
                    <a:pt x="19" y="2"/>
                    <a:pt x="22" y="3"/>
                  </a:cubicBezTo>
                  <a:cubicBezTo>
                    <a:pt x="24" y="3"/>
                    <a:pt x="26" y="3"/>
                    <a:pt x="26" y="5"/>
                  </a:cubicBezTo>
                  <a:cubicBezTo>
                    <a:pt x="27" y="10"/>
                    <a:pt x="23" y="16"/>
                    <a:pt x="21" y="19"/>
                  </a:cubicBezTo>
                  <a:cubicBezTo>
                    <a:pt x="18" y="23"/>
                    <a:pt x="13" y="25"/>
                    <a:pt x="8" y="22"/>
                  </a:cubicBezTo>
                  <a:cubicBezTo>
                    <a:pt x="5" y="20"/>
                    <a:pt x="0" y="13"/>
                    <a:pt x="2" y="9"/>
                  </a:cubicBezTo>
                  <a:cubicBezTo>
                    <a:pt x="5" y="5"/>
                    <a:pt x="10" y="1"/>
                    <a:pt x="15" y="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1" name="Freeform 78">
              <a:extLst>
                <a:ext uri="{FF2B5EF4-FFF2-40B4-BE49-F238E27FC236}">
                  <a16:creationId xmlns:a16="http://schemas.microsoft.com/office/drawing/2014/main" id="{A4144663-F95D-4770-B910-19C596055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941"/>
              <a:ext cx="35" cy="48"/>
            </a:xfrm>
            <a:custGeom>
              <a:avLst/>
              <a:gdLst>
                <a:gd name="T0" fmla="*/ 67 w 25"/>
                <a:gd name="T1" fmla="*/ 192 h 34"/>
                <a:gd name="T2" fmla="*/ 97 w 25"/>
                <a:gd name="T3" fmla="*/ 158 h 34"/>
                <a:gd name="T4" fmla="*/ 123 w 25"/>
                <a:gd name="T5" fmla="*/ 136 h 34"/>
                <a:gd name="T6" fmla="*/ 97 w 25"/>
                <a:gd name="T7" fmla="*/ 83 h 34"/>
                <a:gd name="T8" fmla="*/ 77 w 25"/>
                <a:gd name="T9" fmla="*/ 28 h 34"/>
                <a:gd name="T10" fmla="*/ 55 w 25"/>
                <a:gd name="T11" fmla="*/ 0 h 34"/>
                <a:gd name="T12" fmla="*/ 15 w 25"/>
                <a:gd name="T13" fmla="*/ 16 h 34"/>
                <a:gd name="T14" fmla="*/ 28 w 25"/>
                <a:gd name="T15" fmla="*/ 97 h 34"/>
                <a:gd name="T16" fmla="*/ 49 w 25"/>
                <a:gd name="T17" fmla="*/ 151 h 34"/>
                <a:gd name="T18" fmla="*/ 67 w 25"/>
                <a:gd name="T19" fmla="*/ 192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34">
                  <a:moveTo>
                    <a:pt x="12" y="34"/>
                  </a:moveTo>
                  <a:cubicBezTo>
                    <a:pt x="14" y="32"/>
                    <a:pt x="16" y="30"/>
                    <a:pt x="18" y="28"/>
                  </a:cubicBezTo>
                  <a:cubicBezTo>
                    <a:pt x="19" y="27"/>
                    <a:pt x="22" y="25"/>
                    <a:pt x="23" y="24"/>
                  </a:cubicBezTo>
                  <a:cubicBezTo>
                    <a:pt x="25" y="20"/>
                    <a:pt x="20" y="18"/>
                    <a:pt x="18" y="15"/>
                  </a:cubicBezTo>
                  <a:cubicBezTo>
                    <a:pt x="17" y="12"/>
                    <a:pt x="16" y="8"/>
                    <a:pt x="14" y="5"/>
                  </a:cubicBezTo>
                  <a:cubicBezTo>
                    <a:pt x="13" y="4"/>
                    <a:pt x="12" y="0"/>
                    <a:pt x="10" y="0"/>
                  </a:cubicBezTo>
                  <a:cubicBezTo>
                    <a:pt x="8" y="0"/>
                    <a:pt x="4" y="2"/>
                    <a:pt x="3" y="3"/>
                  </a:cubicBezTo>
                  <a:cubicBezTo>
                    <a:pt x="0" y="7"/>
                    <a:pt x="4" y="15"/>
                    <a:pt x="5" y="18"/>
                  </a:cubicBezTo>
                  <a:cubicBezTo>
                    <a:pt x="6" y="21"/>
                    <a:pt x="7" y="24"/>
                    <a:pt x="9" y="27"/>
                  </a:cubicBezTo>
                  <a:cubicBezTo>
                    <a:pt x="10" y="29"/>
                    <a:pt x="12" y="31"/>
                    <a:pt x="12" y="34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2" name="Freeform 79">
              <a:extLst>
                <a:ext uri="{FF2B5EF4-FFF2-40B4-BE49-F238E27FC236}">
                  <a16:creationId xmlns:a16="http://schemas.microsoft.com/office/drawing/2014/main" id="{48DA1FA6-7D80-41AC-98FC-1A174FB50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909"/>
              <a:ext cx="38" cy="38"/>
            </a:xfrm>
            <a:custGeom>
              <a:avLst/>
              <a:gdLst>
                <a:gd name="T0" fmla="*/ 77 w 27"/>
                <a:gd name="T1" fmla="*/ 149 h 27"/>
                <a:gd name="T2" fmla="*/ 117 w 27"/>
                <a:gd name="T3" fmla="*/ 117 h 27"/>
                <a:gd name="T4" fmla="*/ 149 w 27"/>
                <a:gd name="T5" fmla="*/ 96 h 27"/>
                <a:gd name="T6" fmla="*/ 122 w 27"/>
                <a:gd name="T7" fmla="*/ 42 h 27"/>
                <a:gd name="T8" fmla="*/ 83 w 27"/>
                <a:gd name="T9" fmla="*/ 11 h 27"/>
                <a:gd name="T10" fmla="*/ 42 w 27"/>
                <a:gd name="T11" fmla="*/ 0 h 27"/>
                <a:gd name="T12" fmla="*/ 11 w 27"/>
                <a:gd name="T13" fmla="*/ 15 h 27"/>
                <a:gd name="T14" fmla="*/ 1 w 27"/>
                <a:gd name="T15" fmla="*/ 59 h 27"/>
                <a:gd name="T16" fmla="*/ 28 w 27"/>
                <a:gd name="T17" fmla="*/ 89 h 27"/>
                <a:gd name="T18" fmla="*/ 55 w 27"/>
                <a:gd name="T19" fmla="*/ 122 h 27"/>
                <a:gd name="T20" fmla="*/ 89 w 27"/>
                <a:gd name="T21" fmla="*/ 145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27">
                  <a:moveTo>
                    <a:pt x="14" y="27"/>
                  </a:moveTo>
                  <a:cubicBezTo>
                    <a:pt x="17" y="25"/>
                    <a:pt x="19" y="23"/>
                    <a:pt x="21" y="21"/>
                  </a:cubicBezTo>
                  <a:cubicBezTo>
                    <a:pt x="23" y="21"/>
                    <a:pt x="27" y="19"/>
                    <a:pt x="27" y="17"/>
                  </a:cubicBezTo>
                  <a:cubicBezTo>
                    <a:pt x="27" y="15"/>
                    <a:pt x="23" y="10"/>
                    <a:pt x="22" y="8"/>
                  </a:cubicBezTo>
                  <a:cubicBezTo>
                    <a:pt x="20" y="6"/>
                    <a:pt x="18" y="4"/>
                    <a:pt x="15" y="2"/>
                  </a:cubicBezTo>
                  <a:cubicBezTo>
                    <a:pt x="13" y="1"/>
                    <a:pt x="11" y="1"/>
                    <a:pt x="8" y="0"/>
                  </a:cubicBezTo>
                  <a:cubicBezTo>
                    <a:pt x="5" y="0"/>
                    <a:pt x="3" y="0"/>
                    <a:pt x="2" y="3"/>
                  </a:cubicBezTo>
                  <a:cubicBezTo>
                    <a:pt x="1" y="5"/>
                    <a:pt x="0" y="8"/>
                    <a:pt x="1" y="11"/>
                  </a:cubicBezTo>
                  <a:cubicBezTo>
                    <a:pt x="1" y="13"/>
                    <a:pt x="4" y="14"/>
                    <a:pt x="5" y="16"/>
                  </a:cubicBezTo>
                  <a:cubicBezTo>
                    <a:pt x="7" y="18"/>
                    <a:pt x="8" y="21"/>
                    <a:pt x="10" y="22"/>
                  </a:cubicBezTo>
                  <a:cubicBezTo>
                    <a:pt x="11" y="24"/>
                    <a:pt x="14" y="25"/>
                    <a:pt x="16" y="26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3" name="Freeform 80">
              <a:extLst>
                <a:ext uri="{FF2B5EF4-FFF2-40B4-BE49-F238E27FC236}">
                  <a16:creationId xmlns:a16="http://schemas.microsoft.com/office/drawing/2014/main" id="{D912CA04-806A-4519-9D6E-5A3E819AC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898"/>
              <a:ext cx="38" cy="34"/>
            </a:xfrm>
            <a:custGeom>
              <a:avLst/>
              <a:gdLst>
                <a:gd name="T0" fmla="*/ 117 w 27"/>
                <a:gd name="T1" fmla="*/ 115 h 24"/>
                <a:gd name="T2" fmla="*/ 108 w 27"/>
                <a:gd name="T3" fmla="*/ 13 h 24"/>
                <a:gd name="T4" fmla="*/ 55 w 27"/>
                <a:gd name="T5" fmla="*/ 13 h 24"/>
                <a:gd name="T6" fmla="*/ 1 w 27"/>
                <a:gd name="T7" fmla="*/ 28 h 24"/>
                <a:gd name="T8" fmla="*/ 39 w 27"/>
                <a:gd name="T9" fmla="*/ 125 h 24"/>
                <a:gd name="T10" fmla="*/ 108 w 27"/>
                <a:gd name="T11" fmla="*/ 10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4">
                  <a:moveTo>
                    <a:pt x="21" y="20"/>
                  </a:moveTo>
                  <a:cubicBezTo>
                    <a:pt x="20" y="15"/>
                    <a:pt x="27" y="5"/>
                    <a:pt x="20" y="2"/>
                  </a:cubicBezTo>
                  <a:cubicBezTo>
                    <a:pt x="18" y="0"/>
                    <a:pt x="13" y="2"/>
                    <a:pt x="10" y="2"/>
                  </a:cubicBezTo>
                  <a:cubicBezTo>
                    <a:pt x="8" y="3"/>
                    <a:pt x="2" y="3"/>
                    <a:pt x="1" y="5"/>
                  </a:cubicBezTo>
                  <a:cubicBezTo>
                    <a:pt x="0" y="6"/>
                    <a:pt x="4" y="20"/>
                    <a:pt x="7" y="22"/>
                  </a:cubicBezTo>
                  <a:cubicBezTo>
                    <a:pt x="10" y="24"/>
                    <a:pt x="16" y="18"/>
                    <a:pt x="20" y="19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4" name="Freeform 81">
              <a:extLst>
                <a:ext uri="{FF2B5EF4-FFF2-40B4-BE49-F238E27FC236}">
                  <a16:creationId xmlns:a16="http://schemas.microsoft.com/office/drawing/2014/main" id="{7D4A2B66-D224-4137-B27A-E17999FA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908"/>
              <a:ext cx="35" cy="50"/>
            </a:xfrm>
            <a:custGeom>
              <a:avLst/>
              <a:gdLst>
                <a:gd name="T0" fmla="*/ 136 w 25"/>
                <a:gd name="T1" fmla="*/ 96 h 36"/>
                <a:gd name="T2" fmla="*/ 104 w 25"/>
                <a:gd name="T3" fmla="*/ 49 h 36"/>
                <a:gd name="T4" fmla="*/ 80 w 25"/>
                <a:gd name="T5" fmla="*/ 15 h 36"/>
                <a:gd name="T6" fmla="*/ 11 w 25"/>
                <a:gd name="T7" fmla="*/ 78 h 36"/>
                <a:gd name="T8" fmla="*/ 1 w 25"/>
                <a:gd name="T9" fmla="*/ 115 h 36"/>
                <a:gd name="T10" fmla="*/ 49 w 25"/>
                <a:gd name="T11" fmla="*/ 160 h 36"/>
                <a:gd name="T12" fmla="*/ 108 w 25"/>
                <a:gd name="T13" fmla="*/ 124 h 36"/>
                <a:gd name="T14" fmla="*/ 132 w 25"/>
                <a:gd name="T15" fmla="*/ 96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6">
                  <a:moveTo>
                    <a:pt x="25" y="19"/>
                  </a:moveTo>
                  <a:cubicBezTo>
                    <a:pt x="23" y="16"/>
                    <a:pt x="21" y="12"/>
                    <a:pt x="19" y="9"/>
                  </a:cubicBezTo>
                  <a:cubicBezTo>
                    <a:pt x="18" y="8"/>
                    <a:pt x="17" y="4"/>
                    <a:pt x="15" y="3"/>
                  </a:cubicBezTo>
                  <a:cubicBezTo>
                    <a:pt x="10" y="0"/>
                    <a:pt x="4" y="12"/>
                    <a:pt x="2" y="15"/>
                  </a:cubicBezTo>
                  <a:cubicBezTo>
                    <a:pt x="1" y="18"/>
                    <a:pt x="0" y="20"/>
                    <a:pt x="1" y="22"/>
                  </a:cubicBezTo>
                  <a:cubicBezTo>
                    <a:pt x="2" y="25"/>
                    <a:pt x="7" y="29"/>
                    <a:pt x="9" y="31"/>
                  </a:cubicBezTo>
                  <a:cubicBezTo>
                    <a:pt x="15" y="36"/>
                    <a:pt x="18" y="29"/>
                    <a:pt x="20" y="24"/>
                  </a:cubicBezTo>
                  <a:cubicBezTo>
                    <a:pt x="21" y="22"/>
                    <a:pt x="23" y="21"/>
                    <a:pt x="24" y="19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5" name="Freeform 82">
              <a:extLst>
                <a:ext uri="{FF2B5EF4-FFF2-40B4-BE49-F238E27FC236}">
                  <a16:creationId xmlns:a16="http://schemas.microsoft.com/office/drawing/2014/main" id="{2108B4BA-AE13-4784-837F-8EED714A9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947"/>
              <a:ext cx="27" cy="45"/>
            </a:xfrm>
            <a:custGeom>
              <a:avLst/>
              <a:gdLst>
                <a:gd name="T0" fmla="*/ 109 w 19"/>
                <a:gd name="T1" fmla="*/ 39 h 32"/>
                <a:gd name="T2" fmla="*/ 18 w 19"/>
                <a:gd name="T3" fmla="*/ 0 h 32"/>
                <a:gd name="T4" fmla="*/ 1 w 19"/>
                <a:gd name="T5" fmla="*/ 49 h 32"/>
                <a:gd name="T6" fmla="*/ 0 w 19"/>
                <a:gd name="T7" fmla="*/ 96 h 32"/>
                <a:gd name="T8" fmla="*/ 28 w 19"/>
                <a:gd name="T9" fmla="*/ 162 h 32"/>
                <a:gd name="T10" fmla="*/ 67 w 19"/>
                <a:gd name="T11" fmla="*/ 176 h 32"/>
                <a:gd name="T12" fmla="*/ 81 w 19"/>
                <a:gd name="T13" fmla="*/ 135 h 32"/>
                <a:gd name="T14" fmla="*/ 109 w 19"/>
                <a:gd name="T15" fmla="*/ 4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32">
                  <a:moveTo>
                    <a:pt x="19" y="7"/>
                  </a:moveTo>
                  <a:cubicBezTo>
                    <a:pt x="14" y="8"/>
                    <a:pt x="9" y="1"/>
                    <a:pt x="3" y="0"/>
                  </a:cubicBezTo>
                  <a:cubicBezTo>
                    <a:pt x="2" y="3"/>
                    <a:pt x="2" y="6"/>
                    <a:pt x="1" y="9"/>
                  </a:cubicBezTo>
                  <a:cubicBezTo>
                    <a:pt x="1" y="12"/>
                    <a:pt x="0" y="15"/>
                    <a:pt x="0" y="17"/>
                  </a:cubicBezTo>
                  <a:cubicBezTo>
                    <a:pt x="0" y="22"/>
                    <a:pt x="0" y="27"/>
                    <a:pt x="5" y="29"/>
                  </a:cubicBezTo>
                  <a:cubicBezTo>
                    <a:pt x="6" y="29"/>
                    <a:pt x="10" y="32"/>
                    <a:pt x="11" y="32"/>
                  </a:cubicBezTo>
                  <a:cubicBezTo>
                    <a:pt x="13" y="31"/>
                    <a:pt x="13" y="26"/>
                    <a:pt x="14" y="24"/>
                  </a:cubicBezTo>
                  <a:cubicBezTo>
                    <a:pt x="15" y="19"/>
                    <a:pt x="17" y="13"/>
                    <a:pt x="19" y="8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6" name="Freeform 83">
              <a:extLst>
                <a:ext uri="{FF2B5EF4-FFF2-40B4-BE49-F238E27FC236}">
                  <a16:creationId xmlns:a16="http://schemas.microsoft.com/office/drawing/2014/main" id="{523C5705-0931-4D5F-825C-17C8E40E7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992"/>
              <a:ext cx="21" cy="49"/>
            </a:xfrm>
            <a:custGeom>
              <a:avLst/>
              <a:gdLst>
                <a:gd name="T0" fmla="*/ 80 w 15"/>
                <a:gd name="T1" fmla="*/ 15 h 35"/>
                <a:gd name="T2" fmla="*/ 1 w 15"/>
                <a:gd name="T3" fmla="*/ 0 h 35"/>
                <a:gd name="T4" fmla="*/ 1 w 15"/>
                <a:gd name="T5" fmla="*/ 57 h 35"/>
                <a:gd name="T6" fmla="*/ 1 w 15"/>
                <a:gd name="T7" fmla="*/ 136 h 35"/>
                <a:gd name="T8" fmla="*/ 15 w 15"/>
                <a:gd name="T9" fmla="*/ 176 h 35"/>
                <a:gd name="T10" fmla="*/ 55 w 15"/>
                <a:gd name="T11" fmla="*/ 185 h 35"/>
                <a:gd name="T12" fmla="*/ 80 w 15"/>
                <a:gd name="T13" fmla="*/ 1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5">
                  <a:moveTo>
                    <a:pt x="15" y="3"/>
                  </a:moveTo>
                  <a:cubicBezTo>
                    <a:pt x="11" y="2"/>
                    <a:pt x="6" y="0"/>
                    <a:pt x="1" y="0"/>
                  </a:cubicBezTo>
                  <a:cubicBezTo>
                    <a:pt x="0" y="3"/>
                    <a:pt x="1" y="8"/>
                    <a:pt x="1" y="11"/>
                  </a:cubicBezTo>
                  <a:cubicBezTo>
                    <a:pt x="1" y="15"/>
                    <a:pt x="1" y="20"/>
                    <a:pt x="1" y="25"/>
                  </a:cubicBezTo>
                  <a:cubicBezTo>
                    <a:pt x="1" y="28"/>
                    <a:pt x="0" y="31"/>
                    <a:pt x="3" y="33"/>
                  </a:cubicBezTo>
                  <a:cubicBezTo>
                    <a:pt x="5" y="34"/>
                    <a:pt x="8" y="35"/>
                    <a:pt x="10" y="34"/>
                  </a:cubicBezTo>
                  <a:cubicBezTo>
                    <a:pt x="11" y="24"/>
                    <a:pt x="14" y="13"/>
                    <a:pt x="15" y="3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7" name="Freeform 84">
              <a:extLst>
                <a:ext uri="{FF2B5EF4-FFF2-40B4-BE49-F238E27FC236}">
                  <a16:creationId xmlns:a16="http://schemas.microsoft.com/office/drawing/2014/main" id="{BBE44D71-B72C-40D7-834A-55A4A9C58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042"/>
              <a:ext cx="21" cy="44"/>
            </a:xfrm>
            <a:custGeom>
              <a:avLst/>
              <a:gdLst>
                <a:gd name="T0" fmla="*/ 77 w 15"/>
                <a:gd name="T1" fmla="*/ 1 h 31"/>
                <a:gd name="T2" fmla="*/ 15 w 15"/>
                <a:gd name="T3" fmla="*/ 1 h 31"/>
                <a:gd name="T4" fmla="*/ 1 w 15"/>
                <a:gd name="T5" fmla="*/ 87 h 31"/>
                <a:gd name="T6" fmla="*/ 21 w 15"/>
                <a:gd name="T7" fmla="*/ 163 h 31"/>
                <a:gd name="T8" fmla="*/ 77 w 15"/>
                <a:gd name="T9" fmla="*/ 175 h 31"/>
                <a:gd name="T10" fmla="*/ 77 w 15"/>
                <a:gd name="T11" fmla="*/ 81 h 31"/>
                <a:gd name="T12" fmla="*/ 77 w 15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1">
                  <a:moveTo>
                    <a:pt x="14" y="1"/>
                  </a:moveTo>
                  <a:cubicBezTo>
                    <a:pt x="11" y="1"/>
                    <a:pt x="6" y="0"/>
                    <a:pt x="3" y="1"/>
                  </a:cubicBezTo>
                  <a:cubicBezTo>
                    <a:pt x="0" y="2"/>
                    <a:pt x="1" y="11"/>
                    <a:pt x="1" y="15"/>
                  </a:cubicBezTo>
                  <a:cubicBezTo>
                    <a:pt x="1" y="18"/>
                    <a:pt x="1" y="25"/>
                    <a:pt x="4" y="28"/>
                  </a:cubicBezTo>
                  <a:cubicBezTo>
                    <a:pt x="6" y="31"/>
                    <a:pt x="11" y="30"/>
                    <a:pt x="14" y="30"/>
                  </a:cubicBezTo>
                  <a:cubicBezTo>
                    <a:pt x="14" y="25"/>
                    <a:pt x="14" y="19"/>
                    <a:pt x="14" y="14"/>
                  </a:cubicBezTo>
                  <a:cubicBezTo>
                    <a:pt x="14" y="10"/>
                    <a:pt x="15" y="4"/>
                    <a:pt x="14" y="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8" name="Freeform 85">
              <a:extLst>
                <a:ext uri="{FF2B5EF4-FFF2-40B4-BE49-F238E27FC236}">
                  <a16:creationId xmlns:a16="http://schemas.microsoft.com/office/drawing/2014/main" id="{28C31B64-89DD-4549-B4CB-9066676AA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090"/>
              <a:ext cx="31" cy="37"/>
            </a:xfrm>
            <a:custGeom>
              <a:avLst/>
              <a:gdLst>
                <a:gd name="T0" fmla="*/ 55 w 22"/>
                <a:gd name="T1" fmla="*/ 0 h 26"/>
                <a:gd name="T2" fmla="*/ 0 w 22"/>
                <a:gd name="T3" fmla="*/ 1 h 26"/>
                <a:gd name="T4" fmla="*/ 69 w 22"/>
                <a:gd name="T5" fmla="*/ 148 h 26"/>
                <a:gd name="T6" fmla="*/ 49 w 22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10" y="0"/>
                  </a:moveTo>
                  <a:cubicBezTo>
                    <a:pt x="7" y="1"/>
                    <a:pt x="3" y="1"/>
                    <a:pt x="0" y="1"/>
                  </a:cubicBezTo>
                  <a:cubicBezTo>
                    <a:pt x="0" y="6"/>
                    <a:pt x="5" y="26"/>
                    <a:pt x="13" y="25"/>
                  </a:cubicBezTo>
                  <a:cubicBezTo>
                    <a:pt x="22" y="24"/>
                    <a:pt x="10" y="6"/>
                    <a:pt x="9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9" name="Freeform 86">
              <a:extLst>
                <a:ext uri="{FF2B5EF4-FFF2-40B4-BE49-F238E27FC236}">
                  <a16:creationId xmlns:a16="http://schemas.microsoft.com/office/drawing/2014/main" id="{63D42EC6-3D52-4BD0-AD9E-CBB7C9A4D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22"/>
              <a:ext cx="60" cy="35"/>
            </a:xfrm>
            <a:custGeom>
              <a:avLst/>
              <a:gdLst>
                <a:gd name="T0" fmla="*/ 68 w 43"/>
                <a:gd name="T1" fmla="*/ 0 h 25"/>
                <a:gd name="T2" fmla="*/ 163 w 43"/>
                <a:gd name="T3" fmla="*/ 21 h 25"/>
                <a:gd name="T4" fmla="*/ 205 w 43"/>
                <a:gd name="T5" fmla="*/ 1 h 25"/>
                <a:gd name="T6" fmla="*/ 222 w 43"/>
                <a:gd name="T7" fmla="*/ 57 h 25"/>
                <a:gd name="T8" fmla="*/ 68 w 43"/>
                <a:gd name="T9" fmla="*/ 1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5">
                  <a:moveTo>
                    <a:pt x="13" y="0"/>
                  </a:moveTo>
                  <a:cubicBezTo>
                    <a:pt x="17" y="7"/>
                    <a:pt x="25" y="6"/>
                    <a:pt x="31" y="4"/>
                  </a:cubicBezTo>
                  <a:cubicBezTo>
                    <a:pt x="33" y="3"/>
                    <a:pt x="37" y="0"/>
                    <a:pt x="39" y="1"/>
                  </a:cubicBezTo>
                  <a:cubicBezTo>
                    <a:pt x="42" y="3"/>
                    <a:pt x="43" y="8"/>
                    <a:pt x="42" y="11"/>
                  </a:cubicBezTo>
                  <a:cubicBezTo>
                    <a:pt x="38" y="25"/>
                    <a:pt x="0" y="15"/>
                    <a:pt x="13" y="2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0" name="Freeform 87">
              <a:extLst>
                <a:ext uri="{FF2B5EF4-FFF2-40B4-BE49-F238E27FC236}">
                  <a16:creationId xmlns:a16="http://schemas.microsoft.com/office/drawing/2014/main" id="{7A31B1E8-F88F-4189-8E58-982CD167F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090"/>
              <a:ext cx="37" cy="44"/>
            </a:xfrm>
            <a:custGeom>
              <a:avLst/>
              <a:gdLst>
                <a:gd name="T0" fmla="*/ 38 w 26"/>
                <a:gd name="T1" fmla="*/ 177 h 31"/>
                <a:gd name="T2" fmla="*/ 0 w 26"/>
                <a:gd name="T3" fmla="*/ 123 h 31"/>
                <a:gd name="T4" fmla="*/ 38 w 26"/>
                <a:gd name="T5" fmla="*/ 87 h 31"/>
                <a:gd name="T6" fmla="*/ 107 w 26"/>
                <a:gd name="T7" fmla="*/ 18 h 31"/>
                <a:gd name="T8" fmla="*/ 128 w 26"/>
                <a:gd name="T9" fmla="*/ 115 h 31"/>
                <a:gd name="T10" fmla="*/ 27 w 26"/>
                <a:gd name="T11" fmla="*/ 17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1">
                  <a:moveTo>
                    <a:pt x="6" y="31"/>
                  </a:moveTo>
                  <a:cubicBezTo>
                    <a:pt x="4" y="29"/>
                    <a:pt x="0" y="24"/>
                    <a:pt x="0" y="21"/>
                  </a:cubicBezTo>
                  <a:cubicBezTo>
                    <a:pt x="1" y="19"/>
                    <a:pt x="5" y="16"/>
                    <a:pt x="6" y="15"/>
                  </a:cubicBezTo>
                  <a:cubicBezTo>
                    <a:pt x="10" y="12"/>
                    <a:pt x="14" y="4"/>
                    <a:pt x="18" y="3"/>
                  </a:cubicBezTo>
                  <a:cubicBezTo>
                    <a:pt x="26" y="0"/>
                    <a:pt x="26" y="16"/>
                    <a:pt x="22" y="20"/>
                  </a:cubicBezTo>
                  <a:cubicBezTo>
                    <a:pt x="19" y="24"/>
                    <a:pt x="10" y="31"/>
                    <a:pt x="4" y="3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1" name="Freeform 88">
              <a:extLst>
                <a:ext uri="{FF2B5EF4-FFF2-40B4-BE49-F238E27FC236}">
                  <a16:creationId xmlns:a16="http://schemas.microsoft.com/office/drawing/2014/main" id="{DB8DE05F-6BAA-4158-98AA-C8F51A663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075"/>
              <a:ext cx="37" cy="33"/>
            </a:xfrm>
            <a:custGeom>
              <a:avLst/>
              <a:gdLst>
                <a:gd name="T0" fmla="*/ 38 w 26"/>
                <a:gd name="T1" fmla="*/ 106 h 24"/>
                <a:gd name="T2" fmla="*/ 27 w 26"/>
                <a:gd name="T3" fmla="*/ 40 h 24"/>
                <a:gd name="T4" fmla="*/ 95 w 26"/>
                <a:gd name="T5" fmla="*/ 11 h 24"/>
                <a:gd name="T6" fmla="*/ 135 w 26"/>
                <a:gd name="T7" fmla="*/ 76 h 24"/>
                <a:gd name="T8" fmla="*/ 40 w 26"/>
                <a:gd name="T9" fmla="*/ 10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6" y="22"/>
                  </a:moveTo>
                  <a:cubicBezTo>
                    <a:pt x="5" y="16"/>
                    <a:pt x="0" y="13"/>
                    <a:pt x="4" y="8"/>
                  </a:cubicBezTo>
                  <a:cubicBezTo>
                    <a:pt x="7" y="4"/>
                    <a:pt x="11" y="0"/>
                    <a:pt x="16" y="2"/>
                  </a:cubicBezTo>
                  <a:cubicBezTo>
                    <a:pt x="21" y="4"/>
                    <a:pt x="26" y="10"/>
                    <a:pt x="23" y="15"/>
                  </a:cubicBezTo>
                  <a:cubicBezTo>
                    <a:pt x="20" y="17"/>
                    <a:pt x="11" y="24"/>
                    <a:pt x="7" y="22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2" name="Freeform 89">
              <a:extLst>
                <a:ext uri="{FF2B5EF4-FFF2-40B4-BE49-F238E27FC236}">
                  <a16:creationId xmlns:a16="http://schemas.microsoft.com/office/drawing/2014/main" id="{970B516D-EA8F-49A8-933C-9027D4934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099"/>
              <a:ext cx="44" cy="25"/>
            </a:xfrm>
            <a:custGeom>
              <a:avLst/>
              <a:gdLst>
                <a:gd name="T0" fmla="*/ 0 w 32"/>
                <a:gd name="T1" fmla="*/ 50 h 18"/>
                <a:gd name="T2" fmla="*/ 77 w 32"/>
                <a:gd name="T3" fmla="*/ 0 h 18"/>
                <a:gd name="T4" fmla="*/ 117 w 32"/>
                <a:gd name="T5" fmla="*/ 49 h 18"/>
                <a:gd name="T6" fmla="*/ 160 w 32"/>
                <a:gd name="T7" fmla="*/ 89 h 18"/>
                <a:gd name="T8" fmla="*/ 77 w 32"/>
                <a:gd name="T9" fmla="*/ 68 h 18"/>
                <a:gd name="T10" fmla="*/ 1 w 32"/>
                <a:gd name="T11" fmla="*/ 5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8">
                  <a:moveTo>
                    <a:pt x="0" y="10"/>
                  </a:moveTo>
                  <a:cubicBezTo>
                    <a:pt x="5" y="6"/>
                    <a:pt x="11" y="4"/>
                    <a:pt x="16" y="0"/>
                  </a:cubicBezTo>
                  <a:cubicBezTo>
                    <a:pt x="19" y="3"/>
                    <a:pt x="21" y="6"/>
                    <a:pt x="24" y="9"/>
                  </a:cubicBezTo>
                  <a:cubicBezTo>
                    <a:pt x="27" y="12"/>
                    <a:pt x="30" y="14"/>
                    <a:pt x="32" y="17"/>
                  </a:cubicBezTo>
                  <a:cubicBezTo>
                    <a:pt x="25" y="18"/>
                    <a:pt x="22" y="16"/>
                    <a:pt x="16" y="13"/>
                  </a:cubicBezTo>
                  <a:cubicBezTo>
                    <a:pt x="11" y="11"/>
                    <a:pt x="6" y="11"/>
                    <a:pt x="1" y="1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3" name="Freeform 90">
              <a:extLst>
                <a:ext uri="{FF2B5EF4-FFF2-40B4-BE49-F238E27FC236}">
                  <a16:creationId xmlns:a16="http://schemas.microsoft.com/office/drawing/2014/main" id="{A13909D3-B108-497B-9584-281CFB74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125"/>
              <a:ext cx="46" cy="21"/>
            </a:xfrm>
            <a:custGeom>
              <a:avLst/>
              <a:gdLst>
                <a:gd name="T0" fmla="*/ 0 w 33"/>
                <a:gd name="T1" fmla="*/ 0 h 15"/>
                <a:gd name="T2" fmla="*/ 84 w 33"/>
                <a:gd name="T3" fmla="*/ 15 h 15"/>
                <a:gd name="T4" fmla="*/ 173 w 33"/>
                <a:gd name="T5" fmla="*/ 55 h 15"/>
                <a:gd name="T6" fmla="*/ 68 w 33"/>
                <a:gd name="T7" fmla="*/ 55 h 15"/>
                <a:gd name="T8" fmla="*/ 1 w 33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5" y="3"/>
                    <a:pt x="11" y="2"/>
                    <a:pt x="16" y="3"/>
                  </a:cubicBezTo>
                  <a:cubicBezTo>
                    <a:pt x="22" y="4"/>
                    <a:pt x="28" y="8"/>
                    <a:pt x="33" y="10"/>
                  </a:cubicBezTo>
                  <a:cubicBezTo>
                    <a:pt x="29" y="15"/>
                    <a:pt x="18" y="12"/>
                    <a:pt x="13" y="10"/>
                  </a:cubicBezTo>
                  <a:cubicBezTo>
                    <a:pt x="8" y="9"/>
                    <a:pt x="4" y="5"/>
                    <a:pt x="1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4" name="Freeform 91">
              <a:extLst>
                <a:ext uri="{FF2B5EF4-FFF2-40B4-BE49-F238E27FC236}">
                  <a16:creationId xmlns:a16="http://schemas.microsoft.com/office/drawing/2014/main" id="{489D2D1F-F097-4244-84E5-8494B0CBB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145"/>
              <a:ext cx="41" cy="25"/>
            </a:xfrm>
            <a:custGeom>
              <a:avLst/>
              <a:gdLst>
                <a:gd name="T0" fmla="*/ 0 w 29"/>
                <a:gd name="T1" fmla="*/ 11 h 18"/>
                <a:gd name="T2" fmla="*/ 96 w 29"/>
                <a:gd name="T3" fmla="*/ 11 h 18"/>
                <a:gd name="T4" fmla="*/ 164 w 29"/>
                <a:gd name="T5" fmla="*/ 50 h 18"/>
                <a:gd name="T6" fmla="*/ 69 w 29"/>
                <a:gd name="T7" fmla="*/ 78 h 18"/>
                <a:gd name="T8" fmla="*/ 0 w 29"/>
                <a:gd name="T9" fmla="*/ 1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">
                  <a:moveTo>
                    <a:pt x="0" y="2"/>
                  </a:moveTo>
                  <a:cubicBezTo>
                    <a:pt x="5" y="0"/>
                    <a:pt x="12" y="0"/>
                    <a:pt x="17" y="2"/>
                  </a:cubicBezTo>
                  <a:cubicBezTo>
                    <a:pt x="20" y="3"/>
                    <a:pt x="27" y="6"/>
                    <a:pt x="29" y="10"/>
                  </a:cubicBezTo>
                  <a:cubicBezTo>
                    <a:pt x="25" y="14"/>
                    <a:pt x="18" y="18"/>
                    <a:pt x="13" y="15"/>
                  </a:cubicBezTo>
                  <a:cubicBezTo>
                    <a:pt x="9" y="12"/>
                    <a:pt x="3" y="6"/>
                    <a:pt x="0" y="3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5" name="Freeform 92">
              <a:extLst>
                <a:ext uri="{FF2B5EF4-FFF2-40B4-BE49-F238E27FC236}">
                  <a16:creationId xmlns:a16="http://schemas.microsoft.com/office/drawing/2014/main" id="{F64128C6-C2C3-4AD7-ADDA-5C8754A62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163"/>
              <a:ext cx="27" cy="38"/>
            </a:xfrm>
            <a:custGeom>
              <a:avLst/>
              <a:gdLst>
                <a:gd name="T0" fmla="*/ 18 w 19"/>
                <a:gd name="T1" fmla="*/ 28 h 27"/>
                <a:gd name="T2" fmla="*/ 87 w 19"/>
                <a:gd name="T3" fmla="*/ 0 h 27"/>
                <a:gd name="T4" fmla="*/ 109 w 19"/>
                <a:gd name="T5" fmla="*/ 68 h 27"/>
                <a:gd name="T6" fmla="*/ 26 w 19"/>
                <a:gd name="T7" fmla="*/ 3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3" y="5"/>
                  </a:moveTo>
                  <a:cubicBezTo>
                    <a:pt x="6" y="5"/>
                    <a:pt x="12" y="0"/>
                    <a:pt x="15" y="0"/>
                  </a:cubicBezTo>
                  <a:cubicBezTo>
                    <a:pt x="18" y="1"/>
                    <a:pt x="19" y="9"/>
                    <a:pt x="19" y="12"/>
                  </a:cubicBezTo>
                  <a:cubicBezTo>
                    <a:pt x="15" y="27"/>
                    <a:pt x="0" y="15"/>
                    <a:pt x="4" y="6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6" name="Freeform 93">
              <a:extLst>
                <a:ext uri="{FF2B5EF4-FFF2-40B4-BE49-F238E27FC236}">
                  <a16:creationId xmlns:a16="http://schemas.microsoft.com/office/drawing/2014/main" id="{49475828-F7E6-405C-9DF9-8B7089949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186"/>
              <a:ext cx="26" cy="50"/>
            </a:xfrm>
            <a:custGeom>
              <a:avLst/>
              <a:gdLst>
                <a:gd name="T0" fmla="*/ 92 w 19"/>
                <a:gd name="T1" fmla="*/ 26 h 36"/>
                <a:gd name="T2" fmla="*/ 14 w 19"/>
                <a:gd name="T3" fmla="*/ 108 h 36"/>
                <a:gd name="T4" fmla="*/ 29 w 19"/>
                <a:gd name="T5" fmla="*/ 29 h 36"/>
                <a:gd name="T6" fmla="*/ 88 w 19"/>
                <a:gd name="T7" fmla="*/ 2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6">
                  <a:moveTo>
                    <a:pt x="19" y="5"/>
                  </a:moveTo>
                  <a:cubicBezTo>
                    <a:pt x="14" y="10"/>
                    <a:pt x="10" y="36"/>
                    <a:pt x="3" y="21"/>
                  </a:cubicBezTo>
                  <a:cubicBezTo>
                    <a:pt x="0" y="14"/>
                    <a:pt x="2" y="11"/>
                    <a:pt x="6" y="6"/>
                  </a:cubicBezTo>
                  <a:cubicBezTo>
                    <a:pt x="11" y="0"/>
                    <a:pt x="13" y="5"/>
                    <a:pt x="18" y="6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7" name="Freeform 94">
              <a:extLst>
                <a:ext uri="{FF2B5EF4-FFF2-40B4-BE49-F238E27FC236}">
                  <a16:creationId xmlns:a16="http://schemas.microsoft.com/office/drawing/2014/main" id="{5A2975A0-D3FE-471E-B9A1-D54A6529B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216"/>
              <a:ext cx="26" cy="44"/>
            </a:xfrm>
            <a:custGeom>
              <a:avLst/>
              <a:gdLst>
                <a:gd name="T0" fmla="*/ 0 w 18"/>
                <a:gd name="T1" fmla="*/ 0 h 31"/>
                <a:gd name="T2" fmla="*/ 56 w 18"/>
                <a:gd name="T3" fmla="*/ 37 h 31"/>
                <a:gd name="T4" fmla="*/ 75 w 18"/>
                <a:gd name="T5" fmla="*/ 175 h 31"/>
                <a:gd name="T6" fmla="*/ 13 w 18"/>
                <a:gd name="T7" fmla="*/ 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cubicBezTo>
                    <a:pt x="3" y="1"/>
                    <a:pt x="5" y="5"/>
                    <a:pt x="9" y="6"/>
                  </a:cubicBezTo>
                  <a:cubicBezTo>
                    <a:pt x="9" y="10"/>
                    <a:pt x="18" y="29"/>
                    <a:pt x="12" y="30"/>
                  </a:cubicBezTo>
                  <a:cubicBezTo>
                    <a:pt x="1" y="31"/>
                    <a:pt x="4" y="6"/>
                    <a:pt x="2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8" name="Freeform 95">
              <a:extLst>
                <a:ext uri="{FF2B5EF4-FFF2-40B4-BE49-F238E27FC236}">
                  <a16:creationId xmlns:a16="http://schemas.microsoft.com/office/drawing/2014/main" id="{7CA7BDCE-489B-47B0-B30B-85EF0E364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257"/>
              <a:ext cx="24" cy="42"/>
            </a:xfrm>
            <a:custGeom>
              <a:avLst/>
              <a:gdLst>
                <a:gd name="T0" fmla="*/ 0 w 17"/>
                <a:gd name="T1" fmla="*/ 0 h 30"/>
                <a:gd name="T2" fmla="*/ 68 w 17"/>
                <a:gd name="T3" fmla="*/ 39 h 30"/>
                <a:gd name="T4" fmla="*/ 83 w 17"/>
                <a:gd name="T5" fmla="*/ 118 h 30"/>
                <a:gd name="T6" fmla="*/ 16 w 17"/>
                <a:gd name="T7" fmla="*/ 97 h 30"/>
                <a:gd name="T8" fmla="*/ 0 w 1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0">
                  <a:moveTo>
                    <a:pt x="0" y="0"/>
                  </a:moveTo>
                  <a:cubicBezTo>
                    <a:pt x="6" y="2"/>
                    <a:pt x="9" y="2"/>
                    <a:pt x="12" y="7"/>
                  </a:cubicBezTo>
                  <a:cubicBezTo>
                    <a:pt x="13" y="11"/>
                    <a:pt x="17" y="18"/>
                    <a:pt x="15" y="22"/>
                  </a:cubicBezTo>
                  <a:cubicBezTo>
                    <a:pt x="12" y="30"/>
                    <a:pt x="5" y="23"/>
                    <a:pt x="3" y="18"/>
                  </a:cubicBezTo>
                  <a:cubicBezTo>
                    <a:pt x="2" y="13"/>
                    <a:pt x="0" y="5"/>
                    <a:pt x="0" y="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9" name="Freeform 96">
              <a:extLst>
                <a:ext uri="{FF2B5EF4-FFF2-40B4-BE49-F238E27FC236}">
                  <a16:creationId xmlns:a16="http://schemas.microsoft.com/office/drawing/2014/main" id="{3F8BC17F-C66F-4519-8781-D95482AFD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92"/>
              <a:ext cx="22" cy="31"/>
            </a:xfrm>
            <a:custGeom>
              <a:avLst/>
              <a:gdLst>
                <a:gd name="T0" fmla="*/ 11 w 16"/>
                <a:gd name="T1" fmla="*/ 0 h 22"/>
                <a:gd name="T2" fmla="*/ 40 w 16"/>
                <a:gd name="T3" fmla="*/ 11 h 22"/>
                <a:gd name="T4" fmla="*/ 69 w 16"/>
                <a:gd name="T5" fmla="*/ 32 h 22"/>
                <a:gd name="T6" fmla="*/ 65 w 16"/>
                <a:gd name="T7" fmla="*/ 107 h 22"/>
                <a:gd name="T8" fmla="*/ 36 w 16"/>
                <a:gd name="T9" fmla="*/ 117 h 22"/>
                <a:gd name="T10" fmla="*/ 15 w 16"/>
                <a:gd name="T11" fmla="*/ 89 h 22"/>
                <a:gd name="T12" fmla="*/ 11 w 16"/>
                <a:gd name="T13" fmla="*/ 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2">
                  <a:moveTo>
                    <a:pt x="2" y="0"/>
                  </a:moveTo>
                  <a:cubicBezTo>
                    <a:pt x="4" y="0"/>
                    <a:pt x="6" y="2"/>
                    <a:pt x="8" y="2"/>
                  </a:cubicBezTo>
                  <a:cubicBezTo>
                    <a:pt x="11" y="3"/>
                    <a:pt x="12" y="3"/>
                    <a:pt x="14" y="6"/>
                  </a:cubicBezTo>
                  <a:cubicBezTo>
                    <a:pt x="15" y="10"/>
                    <a:pt x="16" y="15"/>
                    <a:pt x="13" y="19"/>
                  </a:cubicBezTo>
                  <a:cubicBezTo>
                    <a:pt x="11" y="20"/>
                    <a:pt x="9" y="22"/>
                    <a:pt x="7" y="21"/>
                  </a:cubicBezTo>
                  <a:cubicBezTo>
                    <a:pt x="4" y="20"/>
                    <a:pt x="4" y="18"/>
                    <a:pt x="3" y="16"/>
                  </a:cubicBezTo>
                  <a:cubicBezTo>
                    <a:pt x="1" y="10"/>
                    <a:pt x="0" y="6"/>
                    <a:pt x="2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0" name="Freeform 97">
              <a:extLst>
                <a:ext uri="{FF2B5EF4-FFF2-40B4-BE49-F238E27FC236}">
                  <a16:creationId xmlns:a16="http://schemas.microsoft.com/office/drawing/2014/main" id="{B2E4D049-A4A9-4C38-A801-949B13522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303"/>
              <a:ext cx="28" cy="29"/>
            </a:xfrm>
            <a:custGeom>
              <a:avLst/>
              <a:gdLst>
                <a:gd name="T0" fmla="*/ 80 w 20"/>
                <a:gd name="T1" fmla="*/ 0 h 20"/>
                <a:gd name="T2" fmla="*/ 104 w 20"/>
                <a:gd name="T3" fmla="*/ 88 h 20"/>
                <a:gd name="T4" fmla="*/ 39 w 20"/>
                <a:gd name="T5" fmla="*/ 116 h 20"/>
                <a:gd name="T6" fmla="*/ 1 w 20"/>
                <a:gd name="T7" fmla="*/ 125 h 20"/>
                <a:gd name="T8" fmla="*/ 1 w 20"/>
                <a:gd name="T9" fmla="*/ 70 h 20"/>
                <a:gd name="T10" fmla="*/ 80 w 20"/>
                <a:gd name="T11" fmla="*/ 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0">
                  <a:moveTo>
                    <a:pt x="15" y="0"/>
                  </a:moveTo>
                  <a:cubicBezTo>
                    <a:pt x="16" y="4"/>
                    <a:pt x="20" y="10"/>
                    <a:pt x="19" y="14"/>
                  </a:cubicBezTo>
                  <a:cubicBezTo>
                    <a:pt x="18" y="17"/>
                    <a:pt x="11" y="18"/>
                    <a:pt x="7" y="18"/>
                  </a:cubicBezTo>
                  <a:cubicBezTo>
                    <a:pt x="6" y="19"/>
                    <a:pt x="2" y="20"/>
                    <a:pt x="1" y="19"/>
                  </a:cubicBezTo>
                  <a:cubicBezTo>
                    <a:pt x="0" y="18"/>
                    <a:pt x="0" y="12"/>
                    <a:pt x="1" y="11"/>
                  </a:cubicBezTo>
                  <a:cubicBezTo>
                    <a:pt x="2" y="8"/>
                    <a:pt x="11" y="1"/>
                    <a:pt x="15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" name="Freeform 98">
              <a:extLst>
                <a:ext uri="{FF2B5EF4-FFF2-40B4-BE49-F238E27FC236}">
                  <a16:creationId xmlns:a16="http://schemas.microsoft.com/office/drawing/2014/main" id="{56985B8B-39F4-48BD-9174-7F15F4CD0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317"/>
              <a:ext cx="30" cy="33"/>
            </a:xfrm>
            <a:custGeom>
              <a:avLst/>
              <a:gdLst>
                <a:gd name="T0" fmla="*/ 114 w 21"/>
                <a:gd name="T1" fmla="*/ 13 h 23"/>
                <a:gd name="T2" fmla="*/ 124 w 21"/>
                <a:gd name="T3" fmla="*/ 56 h 23"/>
                <a:gd name="T4" fmla="*/ 87 w 21"/>
                <a:gd name="T5" fmla="*/ 86 h 23"/>
                <a:gd name="T6" fmla="*/ 29 w 21"/>
                <a:gd name="T7" fmla="*/ 115 h 23"/>
                <a:gd name="T8" fmla="*/ 47 w 21"/>
                <a:gd name="T9" fmla="*/ 27 h 23"/>
                <a:gd name="T10" fmla="*/ 114 w 21"/>
                <a:gd name="T11" fmla="*/ 1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9" y="2"/>
                  </a:moveTo>
                  <a:cubicBezTo>
                    <a:pt x="19" y="4"/>
                    <a:pt x="21" y="8"/>
                    <a:pt x="21" y="9"/>
                  </a:cubicBezTo>
                  <a:cubicBezTo>
                    <a:pt x="20" y="11"/>
                    <a:pt x="17" y="13"/>
                    <a:pt x="15" y="14"/>
                  </a:cubicBezTo>
                  <a:cubicBezTo>
                    <a:pt x="12" y="16"/>
                    <a:pt x="9" y="23"/>
                    <a:pt x="5" y="19"/>
                  </a:cubicBezTo>
                  <a:cubicBezTo>
                    <a:pt x="0" y="13"/>
                    <a:pt x="3" y="9"/>
                    <a:pt x="8" y="4"/>
                  </a:cubicBezTo>
                  <a:cubicBezTo>
                    <a:pt x="12" y="0"/>
                    <a:pt x="14" y="1"/>
                    <a:pt x="19" y="3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" name="Freeform 99">
              <a:extLst>
                <a:ext uri="{FF2B5EF4-FFF2-40B4-BE49-F238E27FC236}">
                  <a16:creationId xmlns:a16="http://schemas.microsoft.com/office/drawing/2014/main" id="{71DEADFC-001D-4FE2-967E-D66DA5C44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334"/>
              <a:ext cx="32" cy="34"/>
            </a:xfrm>
            <a:custGeom>
              <a:avLst/>
              <a:gdLst>
                <a:gd name="T0" fmla="*/ 83 w 23"/>
                <a:gd name="T1" fmla="*/ 0 h 24"/>
                <a:gd name="T2" fmla="*/ 104 w 23"/>
                <a:gd name="T3" fmla="*/ 81 h 24"/>
                <a:gd name="T4" fmla="*/ 78 w 23"/>
                <a:gd name="T5" fmla="*/ 105 h 24"/>
                <a:gd name="T6" fmla="*/ 56 w 23"/>
                <a:gd name="T7" fmla="*/ 125 h 24"/>
                <a:gd name="T8" fmla="*/ 11 w 23"/>
                <a:gd name="T9" fmla="*/ 74 h 24"/>
                <a:gd name="T10" fmla="*/ 49 w 23"/>
                <a:gd name="T11" fmla="*/ 28 h 24"/>
                <a:gd name="T12" fmla="*/ 78 w 23"/>
                <a:gd name="T13" fmla="*/ 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6" y="0"/>
                  </a:moveTo>
                  <a:cubicBezTo>
                    <a:pt x="18" y="4"/>
                    <a:pt x="23" y="9"/>
                    <a:pt x="20" y="14"/>
                  </a:cubicBezTo>
                  <a:cubicBezTo>
                    <a:pt x="19" y="15"/>
                    <a:pt x="17" y="17"/>
                    <a:pt x="15" y="18"/>
                  </a:cubicBezTo>
                  <a:cubicBezTo>
                    <a:pt x="14" y="19"/>
                    <a:pt x="12" y="21"/>
                    <a:pt x="11" y="22"/>
                  </a:cubicBezTo>
                  <a:cubicBezTo>
                    <a:pt x="6" y="24"/>
                    <a:pt x="0" y="18"/>
                    <a:pt x="2" y="13"/>
                  </a:cubicBezTo>
                  <a:cubicBezTo>
                    <a:pt x="3" y="11"/>
                    <a:pt x="7" y="7"/>
                    <a:pt x="9" y="5"/>
                  </a:cubicBezTo>
                  <a:cubicBezTo>
                    <a:pt x="11" y="3"/>
                    <a:pt x="12" y="1"/>
                    <a:pt x="15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3" name="Freeform 100">
              <a:extLst>
                <a:ext uri="{FF2B5EF4-FFF2-40B4-BE49-F238E27FC236}">
                  <a16:creationId xmlns:a16="http://schemas.microsoft.com/office/drawing/2014/main" id="{8E71CD3F-5B69-45E0-BE12-4123A1264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334"/>
              <a:ext cx="28" cy="35"/>
            </a:xfrm>
            <a:custGeom>
              <a:avLst/>
              <a:gdLst>
                <a:gd name="T0" fmla="*/ 94 w 20"/>
                <a:gd name="T1" fmla="*/ 69 h 25"/>
                <a:gd name="T2" fmla="*/ 94 w 20"/>
                <a:gd name="T3" fmla="*/ 136 h 25"/>
                <a:gd name="T4" fmla="*/ 1 w 20"/>
                <a:gd name="T5" fmla="*/ 39 h 25"/>
                <a:gd name="T6" fmla="*/ 15 w 20"/>
                <a:gd name="T7" fmla="*/ 1 h 25"/>
                <a:gd name="T8" fmla="*/ 49 w 20"/>
                <a:gd name="T9" fmla="*/ 21 h 25"/>
                <a:gd name="T10" fmla="*/ 94 w 20"/>
                <a:gd name="T11" fmla="*/ 8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5">
                  <a:moveTo>
                    <a:pt x="17" y="13"/>
                  </a:moveTo>
                  <a:cubicBezTo>
                    <a:pt x="16" y="17"/>
                    <a:pt x="20" y="22"/>
                    <a:pt x="17" y="25"/>
                  </a:cubicBezTo>
                  <a:cubicBezTo>
                    <a:pt x="10" y="25"/>
                    <a:pt x="2" y="14"/>
                    <a:pt x="1" y="7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6" y="0"/>
                    <a:pt x="7" y="2"/>
                    <a:pt x="9" y="4"/>
                  </a:cubicBezTo>
                  <a:cubicBezTo>
                    <a:pt x="13" y="7"/>
                    <a:pt x="17" y="9"/>
                    <a:pt x="17" y="15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4" name="Freeform 101">
              <a:extLst>
                <a:ext uri="{FF2B5EF4-FFF2-40B4-BE49-F238E27FC236}">
                  <a16:creationId xmlns:a16="http://schemas.microsoft.com/office/drawing/2014/main" id="{8C3A0C59-1335-40C4-BABE-0B7DC9014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299"/>
              <a:ext cx="19" cy="38"/>
            </a:xfrm>
            <a:custGeom>
              <a:avLst/>
              <a:gdLst>
                <a:gd name="T0" fmla="*/ 41 w 13"/>
                <a:gd name="T1" fmla="*/ 149 h 27"/>
                <a:gd name="T2" fmla="*/ 88 w 13"/>
                <a:gd name="T3" fmla="*/ 125 h 27"/>
                <a:gd name="T4" fmla="*/ 73 w 13"/>
                <a:gd name="T5" fmla="*/ 83 h 27"/>
                <a:gd name="T6" fmla="*/ 60 w 13"/>
                <a:gd name="T7" fmla="*/ 21 h 27"/>
                <a:gd name="T8" fmla="*/ 41 w 13"/>
                <a:gd name="T9" fmla="*/ 0 h 27"/>
                <a:gd name="T10" fmla="*/ 1 w 13"/>
                <a:gd name="T11" fmla="*/ 21 h 27"/>
                <a:gd name="T12" fmla="*/ 19 w 13"/>
                <a:gd name="T13" fmla="*/ 89 h 27"/>
                <a:gd name="T14" fmla="*/ 41 w 13"/>
                <a:gd name="T15" fmla="*/ 149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7">
                  <a:moveTo>
                    <a:pt x="6" y="27"/>
                  </a:moveTo>
                  <a:cubicBezTo>
                    <a:pt x="8" y="26"/>
                    <a:pt x="10" y="23"/>
                    <a:pt x="13" y="23"/>
                  </a:cubicBezTo>
                  <a:cubicBezTo>
                    <a:pt x="13" y="20"/>
                    <a:pt x="11" y="18"/>
                    <a:pt x="11" y="15"/>
                  </a:cubicBezTo>
                  <a:cubicBezTo>
                    <a:pt x="10" y="11"/>
                    <a:pt x="10" y="7"/>
                    <a:pt x="9" y="4"/>
                  </a:cubicBezTo>
                  <a:cubicBezTo>
                    <a:pt x="8" y="2"/>
                    <a:pt x="8" y="0"/>
                    <a:pt x="6" y="0"/>
                  </a:cubicBezTo>
                  <a:cubicBezTo>
                    <a:pt x="4" y="0"/>
                    <a:pt x="2" y="2"/>
                    <a:pt x="1" y="4"/>
                  </a:cubicBezTo>
                  <a:cubicBezTo>
                    <a:pt x="0" y="7"/>
                    <a:pt x="3" y="13"/>
                    <a:pt x="3" y="16"/>
                  </a:cubicBezTo>
                  <a:cubicBezTo>
                    <a:pt x="4" y="20"/>
                    <a:pt x="4" y="24"/>
                    <a:pt x="6" y="27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5" name="Freeform 102">
              <a:extLst>
                <a:ext uri="{FF2B5EF4-FFF2-40B4-BE49-F238E27FC236}">
                  <a16:creationId xmlns:a16="http://schemas.microsoft.com/office/drawing/2014/main" id="{58B88B70-D57E-4DD6-924D-498736240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256"/>
              <a:ext cx="19" cy="45"/>
            </a:xfrm>
            <a:custGeom>
              <a:avLst/>
              <a:gdLst>
                <a:gd name="T0" fmla="*/ 10 w 14"/>
                <a:gd name="T1" fmla="*/ 15 h 32"/>
                <a:gd name="T2" fmla="*/ 10 w 14"/>
                <a:gd name="T3" fmla="*/ 117 h 32"/>
                <a:gd name="T4" fmla="*/ 26 w 14"/>
                <a:gd name="T5" fmla="*/ 176 h 32"/>
                <a:gd name="T6" fmla="*/ 37 w 14"/>
                <a:gd name="T7" fmla="*/ 162 h 32"/>
                <a:gd name="T8" fmla="*/ 56 w 14"/>
                <a:gd name="T9" fmla="*/ 162 h 32"/>
                <a:gd name="T10" fmla="*/ 41 w 14"/>
                <a:gd name="T11" fmla="*/ 69 h 32"/>
                <a:gd name="T12" fmla="*/ 10 w 14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2">
                  <a:moveTo>
                    <a:pt x="2" y="3"/>
                  </a:moveTo>
                  <a:cubicBezTo>
                    <a:pt x="0" y="8"/>
                    <a:pt x="1" y="16"/>
                    <a:pt x="2" y="21"/>
                  </a:cubicBezTo>
                  <a:cubicBezTo>
                    <a:pt x="2" y="24"/>
                    <a:pt x="3" y="29"/>
                    <a:pt x="5" y="32"/>
                  </a:cubicBezTo>
                  <a:cubicBezTo>
                    <a:pt x="6" y="31"/>
                    <a:pt x="7" y="30"/>
                    <a:pt x="8" y="29"/>
                  </a:cubicBezTo>
                  <a:cubicBezTo>
                    <a:pt x="9" y="29"/>
                    <a:pt x="11" y="29"/>
                    <a:pt x="12" y="29"/>
                  </a:cubicBezTo>
                  <a:cubicBezTo>
                    <a:pt x="14" y="27"/>
                    <a:pt x="10" y="16"/>
                    <a:pt x="9" y="13"/>
                  </a:cubicBezTo>
                  <a:cubicBezTo>
                    <a:pt x="9" y="10"/>
                    <a:pt x="7" y="0"/>
                    <a:pt x="2" y="4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6" name="Freeform 103">
              <a:extLst>
                <a:ext uri="{FF2B5EF4-FFF2-40B4-BE49-F238E27FC236}">
                  <a16:creationId xmlns:a16="http://schemas.microsoft.com/office/drawing/2014/main" id="{09177FF5-C8C2-4CF6-B15D-ED188FCE8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215"/>
              <a:ext cx="18" cy="44"/>
            </a:xfrm>
            <a:custGeom>
              <a:avLst/>
              <a:gdLst>
                <a:gd name="T0" fmla="*/ 0 w 13"/>
                <a:gd name="T1" fmla="*/ 40 h 31"/>
                <a:gd name="T2" fmla="*/ 15 w 13"/>
                <a:gd name="T3" fmla="*/ 87 h 31"/>
                <a:gd name="T4" fmla="*/ 21 w 13"/>
                <a:gd name="T5" fmla="*/ 125 h 31"/>
                <a:gd name="T6" fmla="*/ 46 w 13"/>
                <a:gd name="T7" fmla="*/ 165 h 31"/>
                <a:gd name="T8" fmla="*/ 64 w 13"/>
                <a:gd name="T9" fmla="*/ 165 h 31"/>
                <a:gd name="T10" fmla="*/ 55 w 13"/>
                <a:gd name="T11" fmla="*/ 135 h 31"/>
                <a:gd name="T12" fmla="*/ 46 w 13"/>
                <a:gd name="T13" fmla="*/ 57 h 31"/>
                <a:gd name="T14" fmla="*/ 0 w 13"/>
                <a:gd name="T15" fmla="*/ 4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31">
                  <a:moveTo>
                    <a:pt x="0" y="7"/>
                  </a:moveTo>
                  <a:cubicBezTo>
                    <a:pt x="0" y="10"/>
                    <a:pt x="2" y="12"/>
                    <a:pt x="3" y="15"/>
                  </a:cubicBezTo>
                  <a:cubicBezTo>
                    <a:pt x="3" y="18"/>
                    <a:pt x="3" y="20"/>
                    <a:pt x="4" y="22"/>
                  </a:cubicBezTo>
                  <a:cubicBezTo>
                    <a:pt x="5" y="27"/>
                    <a:pt x="3" y="31"/>
                    <a:pt x="9" y="29"/>
                  </a:cubicBezTo>
                  <a:cubicBezTo>
                    <a:pt x="10" y="29"/>
                    <a:pt x="11" y="30"/>
                    <a:pt x="12" y="29"/>
                  </a:cubicBezTo>
                  <a:cubicBezTo>
                    <a:pt x="13" y="28"/>
                    <a:pt x="12" y="24"/>
                    <a:pt x="11" y="23"/>
                  </a:cubicBezTo>
                  <a:cubicBezTo>
                    <a:pt x="10" y="19"/>
                    <a:pt x="10" y="14"/>
                    <a:pt x="9" y="10"/>
                  </a:cubicBezTo>
                  <a:cubicBezTo>
                    <a:pt x="8" y="7"/>
                    <a:pt x="1" y="0"/>
                    <a:pt x="0" y="7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7" name="Freeform 104">
              <a:extLst>
                <a:ext uri="{FF2B5EF4-FFF2-40B4-BE49-F238E27FC236}">
                  <a16:creationId xmlns:a16="http://schemas.microsoft.com/office/drawing/2014/main" id="{716990B7-E52C-46CD-A0E9-94BC3332F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190"/>
              <a:ext cx="26" cy="29"/>
            </a:xfrm>
            <a:custGeom>
              <a:avLst/>
              <a:gdLst>
                <a:gd name="T0" fmla="*/ 0 w 19"/>
                <a:gd name="T1" fmla="*/ 26 h 21"/>
                <a:gd name="T2" fmla="*/ 67 w 19"/>
                <a:gd name="T3" fmla="*/ 105 h 21"/>
                <a:gd name="T4" fmla="*/ 92 w 19"/>
                <a:gd name="T5" fmla="*/ 69 h 21"/>
                <a:gd name="T6" fmla="*/ 64 w 19"/>
                <a:gd name="T7" fmla="*/ 26 h 21"/>
                <a:gd name="T8" fmla="*/ 29 w 19"/>
                <a:gd name="T9" fmla="*/ 1 h 21"/>
                <a:gd name="T10" fmla="*/ 1 w 19"/>
                <a:gd name="T11" fmla="*/ 2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0" y="5"/>
                  </a:moveTo>
                  <a:cubicBezTo>
                    <a:pt x="5" y="10"/>
                    <a:pt x="9" y="16"/>
                    <a:pt x="14" y="21"/>
                  </a:cubicBezTo>
                  <a:cubicBezTo>
                    <a:pt x="15" y="20"/>
                    <a:pt x="19" y="17"/>
                    <a:pt x="19" y="14"/>
                  </a:cubicBezTo>
                  <a:cubicBezTo>
                    <a:pt x="19" y="12"/>
                    <a:pt x="15" y="7"/>
                    <a:pt x="13" y="5"/>
                  </a:cubicBezTo>
                  <a:cubicBezTo>
                    <a:pt x="12" y="2"/>
                    <a:pt x="9" y="0"/>
                    <a:pt x="6" y="1"/>
                  </a:cubicBezTo>
                  <a:cubicBezTo>
                    <a:pt x="2" y="1"/>
                    <a:pt x="2" y="3"/>
                    <a:pt x="1" y="6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8" name="Freeform 105">
              <a:extLst>
                <a:ext uri="{FF2B5EF4-FFF2-40B4-BE49-F238E27FC236}">
                  <a16:creationId xmlns:a16="http://schemas.microsoft.com/office/drawing/2014/main" id="{16A0E593-CE27-46F9-AFDB-F3B593BDC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183"/>
              <a:ext cx="37" cy="22"/>
            </a:xfrm>
            <a:custGeom>
              <a:avLst/>
              <a:gdLst>
                <a:gd name="T0" fmla="*/ 124 w 26"/>
                <a:gd name="T1" fmla="*/ 50 h 16"/>
                <a:gd name="T2" fmla="*/ 138 w 26"/>
                <a:gd name="T3" fmla="*/ 15 h 16"/>
                <a:gd name="T4" fmla="*/ 87 w 26"/>
                <a:gd name="T5" fmla="*/ 0 h 16"/>
                <a:gd name="T6" fmla="*/ 47 w 26"/>
                <a:gd name="T7" fmla="*/ 1 h 16"/>
                <a:gd name="T8" fmla="*/ 1 w 26"/>
                <a:gd name="T9" fmla="*/ 36 h 16"/>
                <a:gd name="T10" fmla="*/ 19 w 26"/>
                <a:gd name="T11" fmla="*/ 65 h 16"/>
                <a:gd name="T12" fmla="*/ 47 w 26"/>
                <a:gd name="T13" fmla="*/ 65 h 16"/>
                <a:gd name="T14" fmla="*/ 115 w 26"/>
                <a:gd name="T15" fmla="*/ 5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6">
                  <a:moveTo>
                    <a:pt x="21" y="10"/>
                  </a:moveTo>
                  <a:cubicBezTo>
                    <a:pt x="23" y="8"/>
                    <a:pt x="26" y="5"/>
                    <a:pt x="24" y="3"/>
                  </a:cubicBezTo>
                  <a:cubicBezTo>
                    <a:pt x="23" y="0"/>
                    <a:pt x="18" y="0"/>
                    <a:pt x="15" y="0"/>
                  </a:cubicBezTo>
                  <a:cubicBezTo>
                    <a:pt x="13" y="0"/>
                    <a:pt x="10" y="0"/>
                    <a:pt x="8" y="1"/>
                  </a:cubicBezTo>
                  <a:cubicBezTo>
                    <a:pt x="6" y="2"/>
                    <a:pt x="2" y="5"/>
                    <a:pt x="1" y="7"/>
                  </a:cubicBezTo>
                  <a:cubicBezTo>
                    <a:pt x="0" y="9"/>
                    <a:pt x="1" y="12"/>
                    <a:pt x="3" y="13"/>
                  </a:cubicBezTo>
                  <a:cubicBezTo>
                    <a:pt x="6" y="16"/>
                    <a:pt x="5" y="15"/>
                    <a:pt x="8" y="13"/>
                  </a:cubicBezTo>
                  <a:cubicBezTo>
                    <a:pt x="12" y="9"/>
                    <a:pt x="16" y="7"/>
                    <a:pt x="20" y="1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9" name="Freeform 106">
              <a:extLst>
                <a:ext uri="{FF2B5EF4-FFF2-40B4-BE49-F238E27FC236}">
                  <a16:creationId xmlns:a16="http://schemas.microsoft.com/office/drawing/2014/main" id="{C8F664FF-D696-419E-A95B-85275C84A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198"/>
              <a:ext cx="18" cy="49"/>
            </a:xfrm>
            <a:custGeom>
              <a:avLst/>
              <a:gdLst>
                <a:gd name="T0" fmla="*/ 29 w 13"/>
                <a:gd name="T1" fmla="*/ 0 h 35"/>
                <a:gd name="T2" fmla="*/ 55 w 13"/>
                <a:gd name="T3" fmla="*/ 29 h 35"/>
                <a:gd name="T4" fmla="*/ 50 w 13"/>
                <a:gd name="T5" fmla="*/ 80 h 35"/>
                <a:gd name="T6" fmla="*/ 36 w 13"/>
                <a:gd name="T7" fmla="*/ 136 h 35"/>
                <a:gd name="T8" fmla="*/ 26 w 13"/>
                <a:gd name="T9" fmla="*/ 190 h 35"/>
                <a:gd name="T10" fmla="*/ 11 w 13"/>
                <a:gd name="T11" fmla="*/ 94 h 35"/>
                <a:gd name="T12" fmla="*/ 26 w 13"/>
                <a:gd name="T13" fmla="*/ 1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5">
                  <a:moveTo>
                    <a:pt x="6" y="0"/>
                  </a:moveTo>
                  <a:cubicBezTo>
                    <a:pt x="8" y="2"/>
                    <a:pt x="10" y="4"/>
                    <a:pt x="11" y="6"/>
                  </a:cubicBezTo>
                  <a:cubicBezTo>
                    <a:pt x="13" y="9"/>
                    <a:pt x="11" y="12"/>
                    <a:pt x="10" y="15"/>
                  </a:cubicBezTo>
                  <a:cubicBezTo>
                    <a:pt x="9" y="18"/>
                    <a:pt x="8" y="21"/>
                    <a:pt x="7" y="25"/>
                  </a:cubicBezTo>
                  <a:cubicBezTo>
                    <a:pt x="7" y="28"/>
                    <a:pt x="7" y="33"/>
                    <a:pt x="5" y="35"/>
                  </a:cubicBezTo>
                  <a:cubicBezTo>
                    <a:pt x="0" y="31"/>
                    <a:pt x="1" y="23"/>
                    <a:pt x="2" y="17"/>
                  </a:cubicBezTo>
                  <a:cubicBezTo>
                    <a:pt x="2" y="12"/>
                    <a:pt x="4" y="7"/>
                    <a:pt x="5" y="2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0" name="Freeform 107">
              <a:extLst>
                <a:ext uri="{FF2B5EF4-FFF2-40B4-BE49-F238E27FC236}">
                  <a16:creationId xmlns:a16="http://schemas.microsoft.com/office/drawing/2014/main" id="{464C1D5F-9AD8-48D4-BC19-5A747320B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247"/>
              <a:ext cx="14" cy="62"/>
            </a:xfrm>
            <a:custGeom>
              <a:avLst/>
              <a:gdLst>
                <a:gd name="T0" fmla="*/ 21 w 10"/>
                <a:gd name="T1" fmla="*/ 0 h 44"/>
                <a:gd name="T2" fmla="*/ 55 w 10"/>
                <a:gd name="T3" fmla="*/ 28 h 44"/>
                <a:gd name="T4" fmla="*/ 49 w 10"/>
                <a:gd name="T5" fmla="*/ 89 h 44"/>
                <a:gd name="T6" fmla="*/ 49 w 10"/>
                <a:gd name="T7" fmla="*/ 220 h 44"/>
                <a:gd name="T8" fmla="*/ 1 w 10"/>
                <a:gd name="T9" fmla="*/ 110 h 44"/>
                <a:gd name="T10" fmla="*/ 21 w 10"/>
                <a:gd name="T11" fmla="*/ 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4">
                  <a:moveTo>
                    <a:pt x="4" y="0"/>
                  </a:moveTo>
                  <a:cubicBezTo>
                    <a:pt x="8" y="2"/>
                    <a:pt x="9" y="1"/>
                    <a:pt x="10" y="5"/>
                  </a:cubicBezTo>
                  <a:cubicBezTo>
                    <a:pt x="10" y="9"/>
                    <a:pt x="9" y="12"/>
                    <a:pt x="9" y="16"/>
                  </a:cubicBezTo>
                  <a:cubicBezTo>
                    <a:pt x="8" y="23"/>
                    <a:pt x="8" y="32"/>
                    <a:pt x="9" y="40"/>
                  </a:cubicBezTo>
                  <a:cubicBezTo>
                    <a:pt x="1" y="44"/>
                    <a:pt x="1" y="24"/>
                    <a:pt x="1" y="20"/>
                  </a:cubicBezTo>
                  <a:cubicBezTo>
                    <a:pt x="1" y="14"/>
                    <a:pt x="0" y="5"/>
                    <a:pt x="4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1" name="Freeform 108">
              <a:extLst>
                <a:ext uri="{FF2B5EF4-FFF2-40B4-BE49-F238E27FC236}">
                  <a16:creationId xmlns:a16="http://schemas.microsoft.com/office/drawing/2014/main" id="{97B2FB1C-5FEE-4DA0-B09A-2CD6D3C80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302"/>
              <a:ext cx="15" cy="55"/>
            </a:xfrm>
            <a:custGeom>
              <a:avLst/>
              <a:gdLst>
                <a:gd name="T0" fmla="*/ 12 w 10"/>
                <a:gd name="T1" fmla="*/ 16 h 39"/>
                <a:gd name="T2" fmla="*/ 72 w 10"/>
                <a:gd name="T3" fmla="*/ 83 h 39"/>
                <a:gd name="T4" fmla="*/ 80 w 10"/>
                <a:gd name="T5" fmla="*/ 213 h 39"/>
                <a:gd name="T6" fmla="*/ 12 w 10"/>
                <a:gd name="T7" fmla="*/ 135 h 39"/>
                <a:gd name="T8" fmla="*/ 12 w 10"/>
                <a:gd name="T9" fmla="*/ 1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9">
                  <a:moveTo>
                    <a:pt x="1" y="3"/>
                  </a:moveTo>
                  <a:cubicBezTo>
                    <a:pt x="10" y="0"/>
                    <a:pt x="9" y="10"/>
                    <a:pt x="9" y="15"/>
                  </a:cubicBezTo>
                  <a:cubicBezTo>
                    <a:pt x="9" y="23"/>
                    <a:pt x="10" y="31"/>
                    <a:pt x="10" y="38"/>
                  </a:cubicBezTo>
                  <a:cubicBezTo>
                    <a:pt x="2" y="39"/>
                    <a:pt x="1" y="31"/>
                    <a:pt x="1" y="24"/>
                  </a:cubicBezTo>
                  <a:cubicBezTo>
                    <a:pt x="0" y="17"/>
                    <a:pt x="0" y="10"/>
                    <a:pt x="1" y="3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2" name="Freeform 109">
              <a:extLst>
                <a:ext uri="{FF2B5EF4-FFF2-40B4-BE49-F238E27FC236}">
                  <a16:creationId xmlns:a16="http://schemas.microsoft.com/office/drawing/2014/main" id="{7F011678-EA14-437F-8A0E-8074A618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358"/>
              <a:ext cx="17" cy="49"/>
            </a:xfrm>
            <a:custGeom>
              <a:avLst/>
              <a:gdLst>
                <a:gd name="T0" fmla="*/ 0 w 12"/>
                <a:gd name="T1" fmla="*/ 0 h 35"/>
                <a:gd name="T2" fmla="*/ 37 w 12"/>
                <a:gd name="T3" fmla="*/ 1 h 35"/>
                <a:gd name="T4" fmla="*/ 40 w 12"/>
                <a:gd name="T5" fmla="*/ 39 h 35"/>
                <a:gd name="T6" fmla="*/ 47 w 12"/>
                <a:gd name="T7" fmla="*/ 97 h 35"/>
                <a:gd name="T8" fmla="*/ 67 w 12"/>
                <a:gd name="T9" fmla="*/ 176 h 35"/>
                <a:gd name="T10" fmla="*/ 28 w 12"/>
                <a:gd name="T11" fmla="*/ 185 h 35"/>
                <a:gd name="T12" fmla="*/ 13 w 12"/>
                <a:gd name="T13" fmla="*/ 136 h 35"/>
                <a:gd name="T14" fmla="*/ 0 w 12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5"/>
                    <a:pt x="7" y="7"/>
                  </a:cubicBezTo>
                  <a:cubicBezTo>
                    <a:pt x="7" y="11"/>
                    <a:pt x="8" y="15"/>
                    <a:pt x="8" y="18"/>
                  </a:cubicBezTo>
                  <a:cubicBezTo>
                    <a:pt x="9" y="22"/>
                    <a:pt x="12" y="30"/>
                    <a:pt x="11" y="33"/>
                  </a:cubicBezTo>
                  <a:cubicBezTo>
                    <a:pt x="10" y="35"/>
                    <a:pt x="6" y="35"/>
                    <a:pt x="5" y="34"/>
                  </a:cubicBezTo>
                  <a:cubicBezTo>
                    <a:pt x="2" y="32"/>
                    <a:pt x="3" y="28"/>
                    <a:pt x="2" y="25"/>
                  </a:cubicBezTo>
                  <a:cubicBezTo>
                    <a:pt x="1" y="16"/>
                    <a:pt x="2" y="8"/>
                    <a:pt x="0" y="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3" name="Freeform 110">
              <a:extLst>
                <a:ext uri="{FF2B5EF4-FFF2-40B4-BE49-F238E27FC236}">
                  <a16:creationId xmlns:a16="http://schemas.microsoft.com/office/drawing/2014/main" id="{B56F547B-3185-4850-9477-7443AAC91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410"/>
              <a:ext cx="21" cy="62"/>
            </a:xfrm>
            <a:custGeom>
              <a:avLst/>
              <a:gdLst>
                <a:gd name="T0" fmla="*/ 1 w 15"/>
                <a:gd name="T1" fmla="*/ 0 h 44"/>
                <a:gd name="T2" fmla="*/ 39 w 15"/>
                <a:gd name="T3" fmla="*/ 1 h 44"/>
                <a:gd name="T4" fmla="*/ 67 w 15"/>
                <a:gd name="T5" fmla="*/ 123 h 44"/>
                <a:gd name="T6" fmla="*/ 77 w 15"/>
                <a:gd name="T7" fmla="*/ 244 h 44"/>
                <a:gd name="T8" fmla="*/ 28 w 15"/>
                <a:gd name="T9" fmla="*/ 220 h 44"/>
                <a:gd name="T10" fmla="*/ 15 w 15"/>
                <a:gd name="T11" fmla="*/ 123 h 44"/>
                <a:gd name="T12" fmla="*/ 0 w 15"/>
                <a:gd name="T13" fmla="*/ 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4">
                  <a:moveTo>
                    <a:pt x="1" y="0"/>
                  </a:moveTo>
                  <a:cubicBezTo>
                    <a:pt x="3" y="1"/>
                    <a:pt x="5" y="2"/>
                    <a:pt x="7" y="1"/>
                  </a:cubicBezTo>
                  <a:cubicBezTo>
                    <a:pt x="10" y="6"/>
                    <a:pt x="11" y="16"/>
                    <a:pt x="12" y="22"/>
                  </a:cubicBezTo>
                  <a:cubicBezTo>
                    <a:pt x="13" y="29"/>
                    <a:pt x="15" y="38"/>
                    <a:pt x="14" y="44"/>
                  </a:cubicBezTo>
                  <a:cubicBezTo>
                    <a:pt x="10" y="44"/>
                    <a:pt x="7" y="43"/>
                    <a:pt x="5" y="40"/>
                  </a:cubicBezTo>
                  <a:cubicBezTo>
                    <a:pt x="3" y="36"/>
                    <a:pt x="4" y="27"/>
                    <a:pt x="3" y="22"/>
                  </a:cubicBezTo>
                  <a:cubicBezTo>
                    <a:pt x="2" y="15"/>
                    <a:pt x="0" y="8"/>
                    <a:pt x="0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4" name="Freeform 111">
              <a:extLst>
                <a:ext uri="{FF2B5EF4-FFF2-40B4-BE49-F238E27FC236}">
                  <a16:creationId xmlns:a16="http://schemas.microsoft.com/office/drawing/2014/main" id="{C315FFFA-9EF3-4BE1-9C8B-464137D7D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1479"/>
              <a:ext cx="25" cy="74"/>
            </a:xfrm>
            <a:custGeom>
              <a:avLst/>
              <a:gdLst>
                <a:gd name="T0" fmla="*/ 0 w 18"/>
                <a:gd name="T1" fmla="*/ 0 h 53"/>
                <a:gd name="T2" fmla="*/ 83 w 18"/>
                <a:gd name="T3" fmla="*/ 269 h 53"/>
                <a:gd name="T4" fmla="*/ 26 w 18"/>
                <a:gd name="T5" fmla="*/ 123 h 53"/>
                <a:gd name="T6" fmla="*/ 0 w 18"/>
                <a:gd name="T7" fmla="*/ 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3">
                  <a:moveTo>
                    <a:pt x="0" y="0"/>
                  </a:moveTo>
                  <a:cubicBezTo>
                    <a:pt x="18" y="0"/>
                    <a:pt x="13" y="39"/>
                    <a:pt x="16" y="51"/>
                  </a:cubicBezTo>
                  <a:cubicBezTo>
                    <a:pt x="6" y="53"/>
                    <a:pt x="6" y="29"/>
                    <a:pt x="5" y="23"/>
                  </a:cubicBezTo>
                  <a:cubicBezTo>
                    <a:pt x="4" y="16"/>
                    <a:pt x="2" y="8"/>
                    <a:pt x="0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5" name="Freeform 112">
              <a:extLst>
                <a:ext uri="{FF2B5EF4-FFF2-40B4-BE49-F238E27FC236}">
                  <a16:creationId xmlns:a16="http://schemas.microsoft.com/office/drawing/2014/main" id="{D2660C06-01EA-47E2-9FDF-98C797671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546"/>
              <a:ext cx="19" cy="86"/>
            </a:xfrm>
            <a:custGeom>
              <a:avLst/>
              <a:gdLst>
                <a:gd name="T0" fmla="*/ 0 w 13"/>
                <a:gd name="T1" fmla="*/ 32 h 61"/>
                <a:gd name="T2" fmla="*/ 60 w 13"/>
                <a:gd name="T3" fmla="*/ 165 h 61"/>
                <a:gd name="T4" fmla="*/ 73 w 13"/>
                <a:gd name="T5" fmla="*/ 268 h 61"/>
                <a:gd name="T6" fmla="*/ 82 w 13"/>
                <a:gd name="T7" fmla="*/ 340 h 61"/>
                <a:gd name="T8" fmla="*/ 13 w 13"/>
                <a:gd name="T9" fmla="*/ 190 h 61"/>
                <a:gd name="T10" fmla="*/ 0 w 13"/>
                <a:gd name="T11" fmla="*/ 3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61">
                  <a:moveTo>
                    <a:pt x="0" y="6"/>
                  </a:moveTo>
                  <a:cubicBezTo>
                    <a:pt x="8" y="0"/>
                    <a:pt x="9" y="25"/>
                    <a:pt x="9" y="30"/>
                  </a:cubicBezTo>
                  <a:cubicBezTo>
                    <a:pt x="9" y="36"/>
                    <a:pt x="10" y="42"/>
                    <a:pt x="11" y="48"/>
                  </a:cubicBezTo>
                  <a:cubicBezTo>
                    <a:pt x="11" y="53"/>
                    <a:pt x="13" y="57"/>
                    <a:pt x="12" y="61"/>
                  </a:cubicBezTo>
                  <a:cubicBezTo>
                    <a:pt x="3" y="59"/>
                    <a:pt x="3" y="41"/>
                    <a:pt x="2" y="34"/>
                  </a:cubicBezTo>
                  <a:cubicBezTo>
                    <a:pt x="1" y="25"/>
                    <a:pt x="0" y="16"/>
                    <a:pt x="0" y="6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6" name="Freeform 113">
              <a:extLst>
                <a:ext uri="{FF2B5EF4-FFF2-40B4-BE49-F238E27FC236}">
                  <a16:creationId xmlns:a16="http://schemas.microsoft.com/office/drawing/2014/main" id="{E75D70CB-B21E-4AA9-BB62-594C79E6C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635"/>
              <a:ext cx="21" cy="75"/>
            </a:xfrm>
            <a:custGeom>
              <a:avLst/>
              <a:gdLst>
                <a:gd name="T0" fmla="*/ 11 w 15"/>
                <a:gd name="T1" fmla="*/ 1 h 54"/>
                <a:gd name="T2" fmla="*/ 49 w 15"/>
                <a:gd name="T3" fmla="*/ 36 h 54"/>
                <a:gd name="T4" fmla="*/ 57 w 15"/>
                <a:gd name="T5" fmla="*/ 118 h 54"/>
                <a:gd name="T6" fmla="*/ 80 w 15"/>
                <a:gd name="T7" fmla="*/ 278 h 54"/>
                <a:gd name="T8" fmla="*/ 41 w 15"/>
                <a:gd name="T9" fmla="*/ 267 h 54"/>
                <a:gd name="T10" fmla="*/ 29 w 15"/>
                <a:gd name="T11" fmla="*/ 213 h 54"/>
                <a:gd name="T12" fmla="*/ 15 w 15"/>
                <a:gd name="T13" fmla="*/ 150 h 54"/>
                <a:gd name="T14" fmla="*/ 11 w 15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4">
                  <a:moveTo>
                    <a:pt x="2" y="1"/>
                  </a:moveTo>
                  <a:cubicBezTo>
                    <a:pt x="8" y="0"/>
                    <a:pt x="8" y="2"/>
                    <a:pt x="9" y="7"/>
                  </a:cubicBezTo>
                  <a:cubicBezTo>
                    <a:pt x="10" y="12"/>
                    <a:pt x="11" y="17"/>
                    <a:pt x="11" y="23"/>
                  </a:cubicBezTo>
                  <a:cubicBezTo>
                    <a:pt x="12" y="34"/>
                    <a:pt x="14" y="44"/>
                    <a:pt x="15" y="54"/>
                  </a:cubicBezTo>
                  <a:cubicBezTo>
                    <a:pt x="11" y="54"/>
                    <a:pt x="9" y="53"/>
                    <a:pt x="8" y="51"/>
                  </a:cubicBezTo>
                  <a:cubicBezTo>
                    <a:pt x="6" y="48"/>
                    <a:pt x="7" y="44"/>
                    <a:pt x="6" y="41"/>
                  </a:cubicBezTo>
                  <a:cubicBezTo>
                    <a:pt x="6" y="37"/>
                    <a:pt x="4" y="33"/>
                    <a:pt x="3" y="29"/>
                  </a:cubicBezTo>
                  <a:cubicBezTo>
                    <a:pt x="2" y="21"/>
                    <a:pt x="0" y="8"/>
                    <a:pt x="2" y="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7" name="Freeform 114">
              <a:extLst>
                <a:ext uri="{FF2B5EF4-FFF2-40B4-BE49-F238E27FC236}">
                  <a16:creationId xmlns:a16="http://schemas.microsoft.com/office/drawing/2014/main" id="{CE53A24D-431F-451A-8747-548C2629B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715"/>
              <a:ext cx="18" cy="85"/>
            </a:xfrm>
            <a:custGeom>
              <a:avLst/>
              <a:gdLst>
                <a:gd name="T0" fmla="*/ 1 w 13"/>
                <a:gd name="T1" fmla="*/ 0 h 61"/>
                <a:gd name="T2" fmla="*/ 40 w 13"/>
                <a:gd name="T3" fmla="*/ 40 h 61"/>
                <a:gd name="T4" fmla="*/ 46 w 13"/>
                <a:gd name="T5" fmla="*/ 132 h 61"/>
                <a:gd name="T6" fmla="*/ 64 w 13"/>
                <a:gd name="T7" fmla="*/ 319 h 61"/>
                <a:gd name="T8" fmla="*/ 15 w 13"/>
                <a:gd name="T9" fmla="*/ 297 h 61"/>
                <a:gd name="T10" fmla="*/ 11 w 13"/>
                <a:gd name="T11" fmla="*/ 177 h 61"/>
                <a:gd name="T12" fmla="*/ 11 w 13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1">
                  <a:moveTo>
                    <a:pt x="1" y="0"/>
                  </a:moveTo>
                  <a:cubicBezTo>
                    <a:pt x="6" y="2"/>
                    <a:pt x="8" y="2"/>
                    <a:pt x="8" y="8"/>
                  </a:cubicBezTo>
                  <a:cubicBezTo>
                    <a:pt x="9" y="13"/>
                    <a:pt x="8" y="19"/>
                    <a:pt x="9" y="25"/>
                  </a:cubicBezTo>
                  <a:cubicBezTo>
                    <a:pt x="10" y="37"/>
                    <a:pt x="13" y="48"/>
                    <a:pt x="12" y="61"/>
                  </a:cubicBezTo>
                  <a:cubicBezTo>
                    <a:pt x="9" y="60"/>
                    <a:pt x="5" y="59"/>
                    <a:pt x="3" y="57"/>
                  </a:cubicBezTo>
                  <a:cubicBezTo>
                    <a:pt x="0" y="52"/>
                    <a:pt x="2" y="39"/>
                    <a:pt x="2" y="34"/>
                  </a:cubicBezTo>
                  <a:cubicBezTo>
                    <a:pt x="2" y="23"/>
                    <a:pt x="0" y="10"/>
                    <a:pt x="2" y="0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8" name="Freeform 115">
              <a:extLst>
                <a:ext uri="{FF2B5EF4-FFF2-40B4-BE49-F238E27FC236}">
                  <a16:creationId xmlns:a16="http://schemas.microsoft.com/office/drawing/2014/main" id="{1404274F-ACBB-4F47-B0BC-81558A4CC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797"/>
              <a:ext cx="21" cy="97"/>
            </a:xfrm>
            <a:custGeom>
              <a:avLst/>
              <a:gdLst>
                <a:gd name="T0" fmla="*/ 28 w 15"/>
                <a:gd name="T1" fmla="*/ 28 h 69"/>
                <a:gd name="T2" fmla="*/ 69 w 15"/>
                <a:gd name="T3" fmla="*/ 59 h 69"/>
                <a:gd name="T4" fmla="*/ 77 w 15"/>
                <a:gd name="T5" fmla="*/ 164 h 69"/>
                <a:gd name="T6" fmla="*/ 69 w 15"/>
                <a:gd name="T7" fmla="*/ 367 h 69"/>
                <a:gd name="T8" fmla="*/ 28 w 15"/>
                <a:gd name="T9" fmla="*/ 191 h 69"/>
                <a:gd name="T10" fmla="*/ 28 w 15"/>
                <a:gd name="T11" fmla="*/ 2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9">
                  <a:moveTo>
                    <a:pt x="5" y="5"/>
                  </a:moveTo>
                  <a:cubicBezTo>
                    <a:pt x="8" y="0"/>
                    <a:pt x="12" y="8"/>
                    <a:pt x="13" y="11"/>
                  </a:cubicBezTo>
                  <a:cubicBezTo>
                    <a:pt x="15" y="17"/>
                    <a:pt x="15" y="24"/>
                    <a:pt x="14" y="30"/>
                  </a:cubicBezTo>
                  <a:cubicBezTo>
                    <a:pt x="13" y="43"/>
                    <a:pt x="14" y="55"/>
                    <a:pt x="13" y="67"/>
                  </a:cubicBezTo>
                  <a:cubicBezTo>
                    <a:pt x="0" y="69"/>
                    <a:pt x="5" y="42"/>
                    <a:pt x="5" y="35"/>
                  </a:cubicBezTo>
                  <a:cubicBezTo>
                    <a:pt x="5" y="25"/>
                    <a:pt x="5" y="15"/>
                    <a:pt x="5" y="5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9" name="Freeform 116">
              <a:extLst>
                <a:ext uri="{FF2B5EF4-FFF2-40B4-BE49-F238E27FC236}">
                  <a16:creationId xmlns:a16="http://schemas.microsoft.com/office/drawing/2014/main" id="{EAAEAF59-1787-4521-83F5-57FC68433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894"/>
              <a:ext cx="27" cy="89"/>
            </a:xfrm>
            <a:custGeom>
              <a:avLst/>
              <a:gdLst>
                <a:gd name="T0" fmla="*/ 40 w 19"/>
                <a:gd name="T1" fmla="*/ 11 h 63"/>
                <a:gd name="T2" fmla="*/ 40 w 19"/>
                <a:gd name="T3" fmla="*/ 0 h 63"/>
                <a:gd name="T4" fmla="*/ 81 w 19"/>
                <a:gd name="T5" fmla="*/ 164 h 63"/>
                <a:gd name="T6" fmla="*/ 68 w 19"/>
                <a:gd name="T7" fmla="*/ 355 h 63"/>
                <a:gd name="T8" fmla="*/ 28 w 19"/>
                <a:gd name="T9" fmla="*/ 185 h 63"/>
                <a:gd name="T10" fmla="*/ 47 w 19"/>
                <a:gd name="T11" fmla="*/ 11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3">
                  <a:moveTo>
                    <a:pt x="7" y="2"/>
                  </a:moveTo>
                  <a:cubicBezTo>
                    <a:pt x="6" y="1"/>
                    <a:pt x="6" y="1"/>
                    <a:pt x="7" y="0"/>
                  </a:cubicBezTo>
                  <a:cubicBezTo>
                    <a:pt x="19" y="4"/>
                    <a:pt x="14" y="18"/>
                    <a:pt x="14" y="29"/>
                  </a:cubicBezTo>
                  <a:cubicBezTo>
                    <a:pt x="14" y="40"/>
                    <a:pt x="12" y="52"/>
                    <a:pt x="12" y="63"/>
                  </a:cubicBezTo>
                  <a:cubicBezTo>
                    <a:pt x="0" y="62"/>
                    <a:pt x="5" y="42"/>
                    <a:pt x="5" y="33"/>
                  </a:cubicBezTo>
                  <a:cubicBezTo>
                    <a:pt x="6" y="23"/>
                    <a:pt x="6" y="12"/>
                    <a:pt x="8" y="2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0" name="Freeform 117">
              <a:extLst>
                <a:ext uri="{FF2B5EF4-FFF2-40B4-BE49-F238E27FC236}">
                  <a16:creationId xmlns:a16="http://schemas.microsoft.com/office/drawing/2014/main" id="{4211BF52-2ADE-4301-9869-E46C65962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984"/>
              <a:ext cx="33" cy="98"/>
            </a:xfrm>
            <a:custGeom>
              <a:avLst/>
              <a:gdLst>
                <a:gd name="T0" fmla="*/ 67 w 23"/>
                <a:gd name="T1" fmla="*/ 0 h 70"/>
                <a:gd name="T2" fmla="*/ 86 w 23"/>
                <a:gd name="T3" fmla="*/ 190 h 70"/>
                <a:gd name="T4" fmla="*/ 13 w 23"/>
                <a:gd name="T5" fmla="*/ 364 h 70"/>
                <a:gd name="T6" fmla="*/ 13 w 23"/>
                <a:gd name="T7" fmla="*/ 286 h 70"/>
                <a:gd name="T8" fmla="*/ 42 w 23"/>
                <a:gd name="T9" fmla="*/ 151 h 70"/>
                <a:gd name="T10" fmla="*/ 70 w 23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0">
                  <a:moveTo>
                    <a:pt x="11" y="0"/>
                  </a:moveTo>
                  <a:cubicBezTo>
                    <a:pt x="23" y="0"/>
                    <a:pt x="15" y="28"/>
                    <a:pt x="14" y="35"/>
                  </a:cubicBezTo>
                  <a:cubicBezTo>
                    <a:pt x="13" y="40"/>
                    <a:pt x="9" y="70"/>
                    <a:pt x="2" y="68"/>
                  </a:cubicBezTo>
                  <a:cubicBezTo>
                    <a:pt x="0" y="64"/>
                    <a:pt x="2" y="58"/>
                    <a:pt x="2" y="53"/>
                  </a:cubicBezTo>
                  <a:cubicBezTo>
                    <a:pt x="4" y="45"/>
                    <a:pt x="5" y="36"/>
                    <a:pt x="7" y="28"/>
                  </a:cubicBezTo>
                  <a:cubicBezTo>
                    <a:pt x="9" y="20"/>
                    <a:pt x="13" y="9"/>
                    <a:pt x="12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1" name="Freeform 118">
              <a:extLst>
                <a:ext uri="{FF2B5EF4-FFF2-40B4-BE49-F238E27FC236}">
                  <a16:creationId xmlns:a16="http://schemas.microsoft.com/office/drawing/2014/main" id="{A4332C71-CDD7-4DED-A63F-6CF1124FD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081"/>
              <a:ext cx="40" cy="70"/>
            </a:xfrm>
            <a:custGeom>
              <a:avLst/>
              <a:gdLst>
                <a:gd name="T0" fmla="*/ 109 w 29"/>
                <a:gd name="T1" fmla="*/ 0 h 50"/>
                <a:gd name="T2" fmla="*/ 109 w 29"/>
                <a:gd name="T3" fmla="*/ 123 h 50"/>
                <a:gd name="T4" fmla="*/ 55 w 29"/>
                <a:gd name="T5" fmla="*/ 241 h 50"/>
                <a:gd name="T6" fmla="*/ 61 w 29"/>
                <a:gd name="T7" fmla="*/ 137 h 50"/>
                <a:gd name="T8" fmla="*/ 102 w 29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0">
                  <a:moveTo>
                    <a:pt x="22" y="0"/>
                  </a:moveTo>
                  <a:cubicBezTo>
                    <a:pt x="29" y="7"/>
                    <a:pt x="25" y="14"/>
                    <a:pt x="22" y="23"/>
                  </a:cubicBezTo>
                  <a:cubicBezTo>
                    <a:pt x="20" y="29"/>
                    <a:pt x="17" y="42"/>
                    <a:pt x="11" y="45"/>
                  </a:cubicBezTo>
                  <a:cubicBezTo>
                    <a:pt x="0" y="50"/>
                    <a:pt x="11" y="30"/>
                    <a:pt x="12" y="26"/>
                  </a:cubicBezTo>
                  <a:cubicBezTo>
                    <a:pt x="15" y="18"/>
                    <a:pt x="17" y="9"/>
                    <a:pt x="20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2" name="Freeform 119">
              <a:extLst>
                <a:ext uri="{FF2B5EF4-FFF2-40B4-BE49-F238E27FC236}">
                  <a16:creationId xmlns:a16="http://schemas.microsoft.com/office/drawing/2014/main" id="{D2448962-B977-49E0-BF4D-0AA318068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144"/>
              <a:ext cx="43" cy="55"/>
            </a:xfrm>
            <a:custGeom>
              <a:avLst/>
              <a:gdLst>
                <a:gd name="T0" fmla="*/ 118 w 31"/>
                <a:gd name="T1" fmla="*/ 0 h 39"/>
                <a:gd name="T2" fmla="*/ 118 w 31"/>
                <a:gd name="T3" fmla="*/ 83 h 39"/>
                <a:gd name="T4" fmla="*/ 46 w 31"/>
                <a:gd name="T5" fmla="*/ 203 h 39"/>
                <a:gd name="T6" fmla="*/ 15 w 31"/>
                <a:gd name="T7" fmla="*/ 203 h 39"/>
                <a:gd name="T8" fmla="*/ 36 w 31"/>
                <a:gd name="T9" fmla="*/ 135 h 39"/>
                <a:gd name="T10" fmla="*/ 118 w 31"/>
                <a:gd name="T11" fmla="*/ 2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9">
                  <a:moveTo>
                    <a:pt x="23" y="0"/>
                  </a:moveTo>
                  <a:cubicBezTo>
                    <a:pt x="31" y="6"/>
                    <a:pt x="29" y="8"/>
                    <a:pt x="23" y="15"/>
                  </a:cubicBezTo>
                  <a:cubicBezTo>
                    <a:pt x="18" y="21"/>
                    <a:pt x="15" y="30"/>
                    <a:pt x="9" y="36"/>
                  </a:cubicBezTo>
                  <a:cubicBezTo>
                    <a:pt x="7" y="38"/>
                    <a:pt x="5" y="39"/>
                    <a:pt x="3" y="36"/>
                  </a:cubicBezTo>
                  <a:cubicBezTo>
                    <a:pt x="0" y="32"/>
                    <a:pt x="5" y="27"/>
                    <a:pt x="7" y="24"/>
                  </a:cubicBezTo>
                  <a:cubicBezTo>
                    <a:pt x="12" y="16"/>
                    <a:pt x="17" y="11"/>
                    <a:pt x="23" y="4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3" name="Freeform 120">
              <a:extLst>
                <a:ext uri="{FF2B5EF4-FFF2-40B4-BE49-F238E27FC236}">
                  <a16:creationId xmlns:a16="http://schemas.microsoft.com/office/drawing/2014/main" id="{F5D2607A-1B55-4439-89F3-B97C8AAAE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192"/>
              <a:ext cx="47" cy="28"/>
            </a:xfrm>
            <a:custGeom>
              <a:avLst/>
              <a:gdLst>
                <a:gd name="T0" fmla="*/ 138 w 33"/>
                <a:gd name="T1" fmla="*/ 0 h 20"/>
                <a:gd name="T2" fmla="*/ 1 w 33"/>
                <a:gd name="T3" fmla="*/ 108 h 20"/>
                <a:gd name="T4" fmla="*/ 135 w 33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0">
                  <a:moveTo>
                    <a:pt x="24" y="0"/>
                  </a:moveTo>
                  <a:cubicBezTo>
                    <a:pt x="33" y="10"/>
                    <a:pt x="7" y="17"/>
                    <a:pt x="1" y="20"/>
                  </a:cubicBezTo>
                  <a:cubicBezTo>
                    <a:pt x="0" y="11"/>
                    <a:pt x="16" y="4"/>
                    <a:pt x="23" y="1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4" name="Freeform 121">
              <a:extLst>
                <a:ext uri="{FF2B5EF4-FFF2-40B4-BE49-F238E27FC236}">
                  <a16:creationId xmlns:a16="http://schemas.microsoft.com/office/drawing/2014/main" id="{A0967A04-7420-424E-8F24-4A074E534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103"/>
              <a:ext cx="24" cy="57"/>
            </a:xfrm>
            <a:custGeom>
              <a:avLst/>
              <a:gdLst>
                <a:gd name="T0" fmla="*/ 11 w 17"/>
                <a:gd name="T1" fmla="*/ 36 h 41"/>
                <a:gd name="T2" fmla="*/ 23 w 17"/>
                <a:gd name="T3" fmla="*/ 145 h 41"/>
                <a:gd name="T4" fmla="*/ 96 w 17"/>
                <a:gd name="T5" fmla="*/ 213 h 41"/>
                <a:gd name="T6" fmla="*/ 68 w 17"/>
                <a:gd name="T7" fmla="*/ 145 h 41"/>
                <a:gd name="T8" fmla="*/ 49 w 17"/>
                <a:gd name="T9" fmla="*/ 78 h 41"/>
                <a:gd name="T10" fmla="*/ 23 w 17"/>
                <a:gd name="T11" fmla="*/ 0 h 41"/>
                <a:gd name="T12" fmla="*/ 16 w 17"/>
                <a:gd name="T13" fmla="*/ 49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1">
                  <a:moveTo>
                    <a:pt x="2" y="7"/>
                  </a:moveTo>
                  <a:cubicBezTo>
                    <a:pt x="3" y="14"/>
                    <a:pt x="0" y="22"/>
                    <a:pt x="4" y="28"/>
                  </a:cubicBezTo>
                  <a:cubicBezTo>
                    <a:pt x="6" y="32"/>
                    <a:pt x="12" y="41"/>
                    <a:pt x="17" y="41"/>
                  </a:cubicBezTo>
                  <a:cubicBezTo>
                    <a:pt x="16" y="37"/>
                    <a:pt x="13" y="32"/>
                    <a:pt x="12" y="28"/>
                  </a:cubicBezTo>
                  <a:cubicBezTo>
                    <a:pt x="11" y="24"/>
                    <a:pt x="10" y="19"/>
                    <a:pt x="9" y="15"/>
                  </a:cubicBezTo>
                  <a:cubicBezTo>
                    <a:pt x="9" y="12"/>
                    <a:pt x="7" y="1"/>
                    <a:pt x="4" y="0"/>
                  </a:cubicBezTo>
                  <a:cubicBezTo>
                    <a:pt x="2" y="3"/>
                    <a:pt x="2" y="7"/>
                    <a:pt x="3" y="9"/>
                  </a:cubicBezTo>
                </a:path>
              </a:pathLst>
            </a:custGeom>
            <a:solidFill>
              <a:srgbClr val="DD7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5" name="Freeform 122">
              <a:extLst>
                <a:ext uri="{FF2B5EF4-FFF2-40B4-BE49-F238E27FC236}">
                  <a16:creationId xmlns:a16="http://schemas.microsoft.com/office/drawing/2014/main" id="{D8CF5801-772D-4F9A-8A36-DCDDF9349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671"/>
              <a:ext cx="50" cy="70"/>
            </a:xfrm>
            <a:custGeom>
              <a:avLst/>
              <a:gdLst>
                <a:gd name="T0" fmla="*/ 15 w 36"/>
                <a:gd name="T1" fmla="*/ 0 h 50"/>
                <a:gd name="T2" fmla="*/ 15 w 36"/>
                <a:gd name="T3" fmla="*/ 172 h 50"/>
                <a:gd name="T4" fmla="*/ 143 w 36"/>
                <a:gd name="T5" fmla="*/ 266 h 50"/>
                <a:gd name="T6" fmla="*/ 164 w 36"/>
                <a:gd name="T7" fmla="*/ 172 h 50"/>
                <a:gd name="T8" fmla="*/ 144 w 36"/>
                <a:gd name="T9" fmla="*/ 69 h 50"/>
                <a:gd name="T10" fmla="*/ 15 w 36"/>
                <a:gd name="T11" fmla="*/ 1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3" y="0"/>
                  </a:moveTo>
                  <a:cubicBezTo>
                    <a:pt x="0" y="8"/>
                    <a:pt x="0" y="25"/>
                    <a:pt x="3" y="32"/>
                  </a:cubicBezTo>
                  <a:cubicBezTo>
                    <a:pt x="6" y="38"/>
                    <a:pt x="20" y="47"/>
                    <a:pt x="27" y="49"/>
                  </a:cubicBezTo>
                  <a:cubicBezTo>
                    <a:pt x="36" y="50"/>
                    <a:pt x="32" y="39"/>
                    <a:pt x="32" y="32"/>
                  </a:cubicBezTo>
                  <a:cubicBezTo>
                    <a:pt x="31" y="26"/>
                    <a:pt x="31" y="18"/>
                    <a:pt x="28" y="13"/>
                  </a:cubicBezTo>
                  <a:cubicBezTo>
                    <a:pt x="23" y="5"/>
                    <a:pt x="11" y="2"/>
                    <a:pt x="3" y="2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6" name="Freeform 123">
              <a:extLst>
                <a:ext uri="{FF2B5EF4-FFF2-40B4-BE49-F238E27FC236}">
                  <a16:creationId xmlns:a16="http://schemas.microsoft.com/office/drawing/2014/main" id="{755E67D0-3337-45A7-96E4-20CE87BF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683"/>
              <a:ext cx="48" cy="63"/>
            </a:xfrm>
            <a:custGeom>
              <a:avLst/>
              <a:gdLst>
                <a:gd name="T0" fmla="*/ 0 w 34"/>
                <a:gd name="T1" fmla="*/ 15 h 45"/>
                <a:gd name="T2" fmla="*/ 16 w 34"/>
                <a:gd name="T3" fmla="*/ 172 h 45"/>
                <a:gd name="T4" fmla="*/ 32 w 34"/>
                <a:gd name="T5" fmla="*/ 231 h 45"/>
                <a:gd name="T6" fmla="*/ 112 w 34"/>
                <a:gd name="T7" fmla="*/ 239 h 45"/>
                <a:gd name="T8" fmla="*/ 117 w 34"/>
                <a:gd name="T9" fmla="*/ 69 h 45"/>
                <a:gd name="T10" fmla="*/ 0 w 34"/>
                <a:gd name="T11" fmla="*/ 2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5">
                  <a:moveTo>
                    <a:pt x="0" y="3"/>
                  </a:moveTo>
                  <a:cubicBezTo>
                    <a:pt x="0" y="13"/>
                    <a:pt x="2" y="22"/>
                    <a:pt x="3" y="32"/>
                  </a:cubicBezTo>
                  <a:cubicBezTo>
                    <a:pt x="3" y="37"/>
                    <a:pt x="1" y="41"/>
                    <a:pt x="6" y="43"/>
                  </a:cubicBezTo>
                  <a:cubicBezTo>
                    <a:pt x="9" y="45"/>
                    <a:pt x="17" y="45"/>
                    <a:pt x="20" y="44"/>
                  </a:cubicBezTo>
                  <a:cubicBezTo>
                    <a:pt x="34" y="40"/>
                    <a:pt x="24" y="22"/>
                    <a:pt x="21" y="13"/>
                  </a:cubicBezTo>
                  <a:cubicBezTo>
                    <a:pt x="17" y="0"/>
                    <a:pt x="11" y="2"/>
                    <a:pt x="0" y="4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7" name="Freeform 124">
              <a:extLst>
                <a:ext uri="{FF2B5EF4-FFF2-40B4-BE49-F238E27FC236}">
                  <a16:creationId xmlns:a16="http://schemas.microsoft.com/office/drawing/2014/main" id="{8E23BD75-AE71-4D98-BE1E-EE102CC21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668"/>
              <a:ext cx="45" cy="64"/>
            </a:xfrm>
            <a:custGeom>
              <a:avLst/>
              <a:gdLst>
                <a:gd name="T0" fmla="*/ 0 w 32"/>
                <a:gd name="T1" fmla="*/ 83 h 46"/>
                <a:gd name="T2" fmla="*/ 59 w 32"/>
                <a:gd name="T3" fmla="*/ 241 h 46"/>
                <a:gd name="T4" fmla="*/ 117 w 32"/>
                <a:gd name="T5" fmla="*/ 143 h 46"/>
                <a:gd name="T6" fmla="*/ 172 w 32"/>
                <a:gd name="T7" fmla="*/ 70 h 46"/>
                <a:gd name="T8" fmla="*/ 69 w 32"/>
                <a:gd name="T9" fmla="*/ 1 h 46"/>
                <a:gd name="T10" fmla="*/ 0 w 32"/>
                <a:gd name="T11" fmla="*/ 83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6">
                  <a:moveTo>
                    <a:pt x="0" y="16"/>
                  </a:moveTo>
                  <a:cubicBezTo>
                    <a:pt x="6" y="20"/>
                    <a:pt x="3" y="44"/>
                    <a:pt x="11" y="46"/>
                  </a:cubicBezTo>
                  <a:cubicBezTo>
                    <a:pt x="13" y="38"/>
                    <a:pt x="15" y="32"/>
                    <a:pt x="21" y="27"/>
                  </a:cubicBezTo>
                  <a:cubicBezTo>
                    <a:pt x="24" y="23"/>
                    <a:pt x="32" y="19"/>
                    <a:pt x="31" y="14"/>
                  </a:cubicBezTo>
                  <a:cubicBezTo>
                    <a:pt x="30" y="8"/>
                    <a:pt x="19" y="0"/>
                    <a:pt x="13" y="1"/>
                  </a:cubicBezTo>
                  <a:cubicBezTo>
                    <a:pt x="7" y="3"/>
                    <a:pt x="1" y="11"/>
                    <a:pt x="0" y="16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8" name="Freeform 125">
              <a:extLst>
                <a:ext uri="{FF2B5EF4-FFF2-40B4-BE49-F238E27FC236}">
                  <a16:creationId xmlns:a16="http://schemas.microsoft.com/office/drawing/2014/main" id="{8CE7900C-97E0-4B7B-89A3-26168FC6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654"/>
              <a:ext cx="62" cy="36"/>
            </a:xfrm>
            <a:custGeom>
              <a:avLst/>
              <a:gdLst>
                <a:gd name="T0" fmla="*/ 0 w 44"/>
                <a:gd name="T1" fmla="*/ 40 h 26"/>
                <a:gd name="T2" fmla="*/ 63 w 44"/>
                <a:gd name="T3" fmla="*/ 89 h 26"/>
                <a:gd name="T4" fmla="*/ 107 w 44"/>
                <a:gd name="T5" fmla="*/ 123 h 26"/>
                <a:gd name="T6" fmla="*/ 176 w 44"/>
                <a:gd name="T7" fmla="*/ 126 h 26"/>
                <a:gd name="T8" fmla="*/ 218 w 44"/>
                <a:gd name="T9" fmla="*/ 64 h 26"/>
                <a:gd name="T10" fmla="*/ 123 w 44"/>
                <a:gd name="T11" fmla="*/ 11 h 26"/>
                <a:gd name="T12" fmla="*/ 1 w 44"/>
                <a:gd name="T13" fmla="*/ 4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6">
                  <a:moveTo>
                    <a:pt x="0" y="8"/>
                  </a:moveTo>
                  <a:cubicBezTo>
                    <a:pt x="4" y="11"/>
                    <a:pt x="9" y="13"/>
                    <a:pt x="11" y="17"/>
                  </a:cubicBezTo>
                  <a:cubicBezTo>
                    <a:pt x="15" y="21"/>
                    <a:pt x="13" y="22"/>
                    <a:pt x="19" y="24"/>
                  </a:cubicBezTo>
                  <a:cubicBezTo>
                    <a:pt x="22" y="24"/>
                    <a:pt x="30" y="26"/>
                    <a:pt x="32" y="25"/>
                  </a:cubicBezTo>
                  <a:cubicBezTo>
                    <a:pt x="34" y="24"/>
                    <a:pt x="38" y="14"/>
                    <a:pt x="39" y="12"/>
                  </a:cubicBezTo>
                  <a:cubicBezTo>
                    <a:pt x="44" y="0"/>
                    <a:pt x="31" y="2"/>
                    <a:pt x="22" y="2"/>
                  </a:cubicBezTo>
                  <a:cubicBezTo>
                    <a:pt x="14" y="2"/>
                    <a:pt x="7" y="2"/>
                    <a:pt x="1" y="9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9" name="Freeform 126">
              <a:extLst>
                <a:ext uri="{FF2B5EF4-FFF2-40B4-BE49-F238E27FC236}">
                  <a16:creationId xmlns:a16="http://schemas.microsoft.com/office/drawing/2014/main" id="{5E87ACDB-EE4E-4AF2-A432-D9F395317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663"/>
              <a:ext cx="43" cy="62"/>
            </a:xfrm>
            <a:custGeom>
              <a:avLst/>
              <a:gdLst>
                <a:gd name="T0" fmla="*/ 46 w 31"/>
                <a:gd name="T1" fmla="*/ 0 h 44"/>
                <a:gd name="T2" fmla="*/ 0 w 31"/>
                <a:gd name="T3" fmla="*/ 117 h 44"/>
                <a:gd name="T4" fmla="*/ 115 w 31"/>
                <a:gd name="T5" fmla="*/ 244 h 44"/>
                <a:gd name="T6" fmla="*/ 146 w 31"/>
                <a:gd name="T7" fmla="*/ 155 h 44"/>
                <a:gd name="T8" fmla="*/ 136 w 31"/>
                <a:gd name="T9" fmla="*/ 83 h 44"/>
                <a:gd name="T10" fmla="*/ 46 w 3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4">
                  <a:moveTo>
                    <a:pt x="9" y="0"/>
                  </a:moveTo>
                  <a:cubicBezTo>
                    <a:pt x="9" y="8"/>
                    <a:pt x="0" y="15"/>
                    <a:pt x="0" y="21"/>
                  </a:cubicBezTo>
                  <a:cubicBezTo>
                    <a:pt x="9" y="26"/>
                    <a:pt x="12" y="41"/>
                    <a:pt x="22" y="44"/>
                  </a:cubicBezTo>
                  <a:cubicBezTo>
                    <a:pt x="25" y="39"/>
                    <a:pt x="27" y="33"/>
                    <a:pt x="29" y="28"/>
                  </a:cubicBezTo>
                  <a:cubicBezTo>
                    <a:pt x="31" y="21"/>
                    <a:pt x="30" y="20"/>
                    <a:pt x="27" y="15"/>
                  </a:cubicBezTo>
                  <a:cubicBezTo>
                    <a:pt x="22" y="9"/>
                    <a:pt x="14" y="6"/>
                    <a:pt x="9" y="0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0" name="Freeform 127">
              <a:extLst>
                <a:ext uri="{FF2B5EF4-FFF2-40B4-BE49-F238E27FC236}">
                  <a16:creationId xmlns:a16="http://schemas.microsoft.com/office/drawing/2014/main" id="{59D65C7A-8184-497B-A8AC-44CB844D9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699"/>
              <a:ext cx="38" cy="57"/>
            </a:xfrm>
            <a:custGeom>
              <a:avLst/>
              <a:gdLst>
                <a:gd name="T0" fmla="*/ 42 w 27"/>
                <a:gd name="T1" fmla="*/ 0 h 41"/>
                <a:gd name="T2" fmla="*/ 0 w 27"/>
                <a:gd name="T3" fmla="*/ 108 h 41"/>
                <a:gd name="T4" fmla="*/ 55 w 27"/>
                <a:gd name="T5" fmla="*/ 209 h 41"/>
                <a:gd name="T6" fmla="*/ 149 w 27"/>
                <a:gd name="T7" fmla="*/ 104 h 41"/>
                <a:gd name="T8" fmla="*/ 39 w 2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1">
                  <a:moveTo>
                    <a:pt x="8" y="0"/>
                  </a:moveTo>
                  <a:cubicBezTo>
                    <a:pt x="5" y="4"/>
                    <a:pt x="1" y="16"/>
                    <a:pt x="0" y="21"/>
                  </a:cubicBezTo>
                  <a:cubicBezTo>
                    <a:pt x="0" y="25"/>
                    <a:pt x="5" y="39"/>
                    <a:pt x="10" y="40"/>
                  </a:cubicBezTo>
                  <a:cubicBezTo>
                    <a:pt x="15" y="41"/>
                    <a:pt x="27" y="25"/>
                    <a:pt x="27" y="20"/>
                  </a:cubicBezTo>
                  <a:cubicBezTo>
                    <a:pt x="26" y="15"/>
                    <a:pt x="12" y="2"/>
                    <a:pt x="7" y="0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1" name="Freeform 128">
              <a:extLst>
                <a:ext uri="{FF2B5EF4-FFF2-40B4-BE49-F238E27FC236}">
                  <a16:creationId xmlns:a16="http://schemas.microsoft.com/office/drawing/2014/main" id="{C5525757-7243-4707-B30E-32CA490B0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734"/>
              <a:ext cx="44" cy="57"/>
            </a:xfrm>
            <a:custGeom>
              <a:avLst/>
              <a:gdLst>
                <a:gd name="T0" fmla="*/ 95 w 31"/>
                <a:gd name="T1" fmla="*/ 0 h 41"/>
                <a:gd name="T2" fmla="*/ 26 w 31"/>
                <a:gd name="T3" fmla="*/ 124 h 41"/>
                <a:gd name="T4" fmla="*/ 115 w 31"/>
                <a:gd name="T5" fmla="*/ 213 h 41"/>
                <a:gd name="T6" fmla="*/ 163 w 31"/>
                <a:gd name="T7" fmla="*/ 145 h 41"/>
                <a:gd name="T8" fmla="*/ 87 w 31"/>
                <a:gd name="T9" fmla="*/ 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1">
                  <a:moveTo>
                    <a:pt x="16" y="0"/>
                  </a:moveTo>
                  <a:cubicBezTo>
                    <a:pt x="11" y="6"/>
                    <a:pt x="0" y="15"/>
                    <a:pt x="4" y="24"/>
                  </a:cubicBezTo>
                  <a:cubicBezTo>
                    <a:pt x="5" y="28"/>
                    <a:pt x="16" y="40"/>
                    <a:pt x="20" y="41"/>
                  </a:cubicBezTo>
                  <a:cubicBezTo>
                    <a:pt x="22" y="36"/>
                    <a:pt x="24" y="31"/>
                    <a:pt x="28" y="28"/>
                  </a:cubicBezTo>
                  <a:cubicBezTo>
                    <a:pt x="31" y="18"/>
                    <a:pt x="17" y="10"/>
                    <a:pt x="15" y="1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2" name="Freeform 129">
              <a:extLst>
                <a:ext uri="{FF2B5EF4-FFF2-40B4-BE49-F238E27FC236}">
                  <a16:creationId xmlns:a16="http://schemas.microsoft.com/office/drawing/2014/main" id="{52EF329B-9C20-48E0-82F9-D6D06BA73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758"/>
              <a:ext cx="41" cy="50"/>
            </a:xfrm>
            <a:custGeom>
              <a:avLst/>
              <a:gdLst>
                <a:gd name="T0" fmla="*/ 47 w 29"/>
                <a:gd name="T1" fmla="*/ 40 h 36"/>
                <a:gd name="T2" fmla="*/ 0 w 29"/>
                <a:gd name="T3" fmla="*/ 150 h 36"/>
                <a:gd name="T4" fmla="*/ 164 w 29"/>
                <a:gd name="T5" fmla="*/ 115 h 36"/>
                <a:gd name="T6" fmla="*/ 33 w 29"/>
                <a:gd name="T7" fmla="*/ 4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6">
                  <a:moveTo>
                    <a:pt x="8" y="8"/>
                  </a:moveTo>
                  <a:cubicBezTo>
                    <a:pt x="3" y="11"/>
                    <a:pt x="0" y="23"/>
                    <a:pt x="0" y="29"/>
                  </a:cubicBezTo>
                  <a:cubicBezTo>
                    <a:pt x="9" y="36"/>
                    <a:pt x="25" y="33"/>
                    <a:pt x="29" y="22"/>
                  </a:cubicBezTo>
                  <a:cubicBezTo>
                    <a:pt x="25" y="18"/>
                    <a:pt x="13" y="0"/>
                    <a:pt x="6" y="9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3" name="Freeform 130">
              <a:extLst>
                <a:ext uri="{FF2B5EF4-FFF2-40B4-BE49-F238E27FC236}">
                  <a16:creationId xmlns:a16="http://schemas.microsoft.com/office/drawing/2014/main" id="{666D0049-BA2F-431E-819A-B96F981B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729"/>
              <a:ext cx="44" cy="54"/>
            </a:xfrm>
            <a:custGeom>
              <a:avLst/>
              <a:gdLst>
                <a:gd name="T0" fmla="*/ 0 w 31"/>
                <a:gd name="T1" fmla="*/ 128 h 38"/>
                <a:gd name="T2" fmla="*/ 123 w 31"/>
                <a:gd name="T3" fmla="*/ 192 h 38"/>
                <a:gd name="T4" fmla="*/ 175 w 31"/>
                <a:gd name="T5" fmla="*/ 68 h 38"/>
                <a:gd name="T6" fmla="*/ 81 w 31"/>
                <a:gd name="T7" fmla="*/ 28 h 38"/>
                <a:gd name="T8" fmla="*/ 0 w 31"/>
                <a:gd name="T9" fmla="*/ 12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8">
                  <a:moveTo>
                    <a:pt x="0" y="22"/>
                  </a:moveTo>
                  <a:cubicBezTo>
                    <a:pt x="5" y="25"/>
                    <a:pt x="16" y="38"/>
                    <a:pt x="21" y="33"/>
                  </a:cubicBezTo>
                  <a:cubicBezTo>
                    <a:pt x="24" y="31"/>
                    <a:pt x="30" y="16"/>
                    <a:pt x="30" y="12"/>
                  </a:cubicBezTo>
                  <a:cubicBezTo>
                    <a:pt x="31" y="5"/>
                    <a:pt x="20" y="0"/>
                    <a:pt x="14" y="5"/>
                  </a:cubicBezTo>
                  <a:cubicBezTo>
                    <a:pt x="8" y="10"/>
                    <a:pt x="5" y="16"/>
                    <a:pt x="0" y="22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4" name="Freeform 131">
              <a:extLst>
                <a:ext uri="{FF2B5EF4-FFF2-40B4-BE49-F238E27FC236}">
                  <a16:creationId xmlns:a16="http://schemas.microsoft.com/office/drawing/2014/main" id="{9E7FE277-4DE9-4688-872D-C8D9D9AA8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693"/>
              <a:ext cx="48" cy="48"/>
            </a:xfrm>
            <a:custGeom>
              <a:avLst/>
              <a:gdLst>
                <a:gd name="T0" fmla="*/ 1 w 34"/>
                <a:gd name="T1" fmla="*/ 117 h 34"/>
                <a:gd name="T2" fmla="*/ 64 w 34"/>
                <a:gd name="T3" fmla="*/ 164 h 34"/>
                <a:gd name="T4" fmla="*/ 107 w 34"/>
                <a:gd name="T5" fmla="*/ 179 h 34"/>
                <a:gd name="T6" fmla="*/ 185 w 34"/>
                <a:gd name="T7" fmla="*/ 68 h 34"/>
                <a:gd name="T8" fmla="*/ 64 w 34"/>
                <a:gd name="T9" fmla="*/ 11 h 34"/>
                <a:gd name="T10" fmla="*/ 0 w 34"/>
                <a:gd name="T11" fmla="*/ 12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4">
                  <a:moveTo>
                    <a:pt x="1" y="21"/>
                  </a:moveTo>
                  <a:cubicBezTo>
                    <a:pt x="3" y="23"/>
                    <a:pt x="8" y="26"/>
                    <a:pt x="11" y="29"/>
                  </a:cubicBezTo>
                  <a:cubicBezTo>
                    <a:pt x="14" y="32"/>
                    <a:pt x="14" y="34"/>
                    <a:pt x="19" y="32"/>
                  </a:cubicBezTo>
                  <a:cubicBezTo>
                    <a:pt x="21" y="30"/>
                    <a:pt x="34" y="14"/>
                    <a:pt x="33" y="12"/>
                  </a:cubicBezTo>
                  <a:cubicBezTo>
                    <a:pt x="32" y="7"/>
                    <a:pt x="15" y="0"/>
                    <a:pt x="11" y="2"/>
                  </a:cubicBezTo>
                  <a:cubicBezTo>
                    <a:pt x="7" y="5"/>
                    <a:pt x="0" y="17"/>
                    <a:pt x="0" y="22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5" name="Freeform 132">
              <a:extLst>
                <a:ext uri="{FF2B5EF4-FFF2-40B4-BE49-F238E27FC236}">
                  <a16:creationId xmlns:a16="http://schemas.microsoft.com/office/drawing/2014/main" id="{20E3E4A7-F782-4C6F-9330-1336FFDD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668"/>
              <a:ext cx="50" cy="40"/>
            </a:xfrm>
            <a:custGeom>
              <a:avLst/>
              <a:gdLst>
                <a:gd name="T0" fmla="*/ 0 w 36"/>
                <a:gd name="T1" fmla="*/ 76 h 29"/>
                <a:gd name="T2" fmla="*/ 68 w 36"/>
                <a:gd name="T3" fmla="*/ 109 h 29"/>
                <a:gd name="T4" fmla="*/ 124 w 36"/>
                <a:gd name="T5" fmla="*/ 141 h 29"/>
                <a:gd name="T6" fmla="*/ 160 w 36"/>
                <a:gd name="T7" fmla="*/ 11 h 29"/>
                <a:gd name="T8" fmla="*/ 0 w 36"/>
                <a:gd name="T9" fmla="*/ 7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9">
                  <a:moveTo>
                    <a:pt x="0" y="15"/>
                  </a:moveTo>
                  <a:cubicBezTo>
                    <a:pt x="4" y="18"/>
                    <a:pt x="9" y="19"/>
                    <a:pt x="13" y="22"/>
                  </a:cubicBezTo>
                  <a:cubicBezTo>
                    <a:pt x="16" y="24"/>
                    <a:pt x="19" y="29"/>
                    <a:pt x="24" y="28"/>
                  </a:cubicBezTo>
                  <a:cubicBezTo>
                    <a:pt x="33" y="26"/>
                    <a:pt x="36" y="9"/>
                    <a:pt x="31" y="2"/>
                  </a:cubicBezTo>
                  <a:cubicBezTo>
                    <a:pt x="21" y="0"/>
                    <a:pt x="6" y="7"/>
                    <a:pt x="0" y="15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6" name="Freeform 133">
              <a:extLst>
                <a:ext uri="{FF2B5EF4-FFF2-40B4-BE49-F238E27FC236}">
                  <a16:creationId xmlns:a16="http://schemas.microsoft.com/office/drawing/2014/main" id="{5018586D-9FAA-4F69-B8F6-428F1B9E1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663"/>
              <a:ext cx="46" cy="45"/>
            </a:xfrm>
            <a:custGeom>
              <a:avLst/>
              <a:gdLst>
                <a:gd name="T0" fmla="*/ 11 w 33"/>
                <a:gd name="T1" fmla="*/ 21 h 32"/>
                <a:gd name="T2" fmla="*/ 1 w 33"/>
                <a:gd name="T3" fmla="*/ 97 h 32"/>
                <a:gd name="T4" fmla="*/ 21 w 33"/>
                <a:gd name="T5" fmla="*/ 145 h 32"/>
                <a:gd name="T6" fmla="*/ 78 w 33"/>
                <a:gd name="T7" fmla="*/ 152 h 32"/>
                <a:gd name="T8" fmla="*/ 124 w 33"/>
                <a:gd name="T9" fmla="*/ 176 h 32"/>
                <a:gd name="T10" fmla="*/ 159 w 33"/>
                <a:gd name="T11" fmla="*/ 96 h 32"/>
                <a:gd name="T12" fmla="*/ 144 w 33"/>
                <a:gd name="T13" fmla="*/ 28 h 32"/>
                <a:gd name="T14" fmla="*/ 0 w 33"/>
                <a:gd name="T15" fmla="*/ 2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2">
                  <a:moveTo>
                    <a:pt x="2" y="4"/>
                  </a:moveTo>
                  <a:cubicBezTo>
                    <a:pt x="1" y="8"/>
                    <a:pt x="1" y="14"/>
                    <a:pt x="1" y="18"/>
                  </a:cubicBezTo>
                  <a:cubicBezTo>
                    <a:pt x="0" y="23"/>
                    <a:pt x="0" y="25"/>
                    <a:pt x="4" y="26"/>
                  </a:cubicBezTo>
                  <a:cubicBezTo>
                    <a:pt x="7" y="28"/>
                    <a:pt x="12" y="27"/>
                    <a:pt x="15" y="28"/>
                  </a:cubicBezTo>
                  <a:cubicBezTo>
                    <a:pt x="18" y="29"/>
                    <a:pt x="21" y="30"/>
                    <a:pt x="24" y="32"/>
                  </a:cubicBezTo>
                  <a:cubicBezTo>
                    <a:pt x="27" y="28"/>
                    <a:pt x="29" y="22"/>
                    <a:pt x="30" y="17"/>
                  </a:cubicBezTo>
                  <a:cubicBezTo>
                    <a:pt x="32" y="10"/>
                    <a:pt x="33" y="9"/>
                    <a:pt x="27" y="5"/>
                  </a:cubicBezTo>
                  <a:cubicBezTo>
                    <a:pt x="21" y="3"/>
                    <a:pt x="5" y="0"/>
                    <a:pt x="0" y="4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7" name="Freeform 134">
              <a:extLst>
                <a:ext uri="{FF2B5EF4-FFF2-40B4-BE49-F238E27FC236}">
                  <a16:creationId xmlns:a16="http://schemas.microsoft.com/office/drawing/2014/main" id="{1E8EB7DE-1122-4998-B546-A0322FF06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678"/>
              <a:ext cx="52" cy="56"/>
            </a:xfrm>
            <a:custGeom>
              <a:avLst/>
              <a:gdLst>
                <a:gd name="T0" fmla="*/ 67 w 37"/>
                <a:gd name="T1" fmla="*/ 0 h 40"/>
                <a:gd name="T2" fmla="*/ 30 w 37"/>
                <a:gd name="T3" fmla="*/ 132 h 40"/>
                <a:gd name="T4" fmla="*/ 94 w 37"/>
                <a:gd name="T5" fmla="*/ 172 h 40"/>
                <a:gd name="T6" fmla="*/ 145 w 37"/>
                <a:gd name="T7" fmla="*/ 211 h 40"/>
                <a:gd name="T8" fmla="*/ 200 w 37"/>
                <a:gd name="T9" fmla="*/ 137 h 40"/>
                <a:gd name="T10" fmla="*/ 186 w 37"/>
                <a:gd name="T11" fmla="*/ 94 h 40"/>
                <a:gd name="T12" fmla="*/ 59 w 37"/>
                <a:gd name="T13" fmla="*/ 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0">
                  <a:moveTo>
                    <a:pt x="12" y="0"/>
                  </a:moveTo>
                  <a:cubicBezTo>
                    <a:pt x="8" y="7"/>
                    <a:pt x="0" y="17"/>
                    <a:pt x="6" y="24"/>
                  </a:cubicBezTo>
                  <a:cubicBezTo>
                    <a:pt x="8" y="27"/>
                    <a:pt x="13" y="29"/>
                    <a:pt x="17" y="32"/>
                  </a:cubicBezTo>
                  <a:cubicBezTo>
                    <a:pt x="20" y="35"/>
                    <a:pt x="23" y="40"/>
                    <a:pt x="26" y="39"/>
                  </a:cubicBezTo>
                  <a:cubicBezTo>
                    <a:pt x="29" y="38"/>
                    <a:pt x="35" y="29"/>
                    <a:pt x="36" y="26"/>
                  </a:cubicBezTo>
                  <a:cubicBezTo>
                    <a:pt x="37" y="22"/>
                    <a:pt x="37" y="20"/>
                    <a:pt x="34" y="17"/>
                  </a:cubicBezTo>
                  <a:cubicBezTo>
                    <a:pt x="28" y="9"/>
                    <a:pt x="16" y="7"/>
                    <a:pt x="11" y="1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8" name="Freeform 135">
              <a:extLst>
                <a:ext uri="{FF2B5EF4-FFF2-40B4-BE49-F238E27FC236}">
                  <a16:creationId xmlns:a16="http://schemas.microsoft.com/office/drawing/2014/main" id="{4EA411F5-A2C1-4A62-B8ED-E6D72E77A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714"/>
              <a:ext cx="54" cy="60"/>
            </a:xfrm>
            <a:custGeom>
              <a:avLst/>
              <a:gdLst>
                <a:gd name="T0" fmla="*/ 76 w 39"/>
                <a:gd name="T1" fmla="*/ 0 h 43"/>
                <a:gd name="T2" fmla="*/ 26 w 39"/>
                <a:gd name="T3" fmla="*/ 56 h 43"/>
                <a:gd name="T4" fmla="*/ 21 w 39"/>
                <a:gd name="T5" fmla="*/ 123 h 43"/>
                <a:gd name="T6" fmla="*/ 80 w 39"/>
                <a:gd name="T7" fmla="*/ 173 h 43"/>
                <a:gd name="T8" fmla="*/ 133 w 39"/>
                <a:gd name="T9" fmla="*/ 227 h 43"/>
                <a:gd name="T10" fmla="*/ 174 w 39"/>
                <a:gd name="T11" fmla="*/ 105 h 43"/>
                <a:gd name="T12" fmla="*/ 66 w 39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3">
                  <a:moveTo>
                    <a:pt x="15" y="0"/>
                  </a:moveTo>
                  <a:cubicBezTo>
                    <a:pt x="11" y="1"/>
                    <a:pt x="7" y="8"/>
                    <a:pt x="5" y="11"/>
                  </a:cubicBezTo>
                  <a:cubicBezTo>
                    <a:pt x="1" y="16"/>
                    <a:pt x="0" y="18"/>
                    <a:pt x="4" y="23"/>
                  </a:cubicBezTo>
                  <a:cubicBezTo>
                    <a:pt x="8" y="27"/>
                    <a:pt x="13" y="30"/>
                    <a:pt x="16" y="33"/>
                  </a:cubicBezTo>
                  <a:cubicBezTo>
                    <a:pt x="19" y="36"/>
                    <a:pt x="23" y="42"/>
                    <a:pt x="26" y="43"/>
                  </a:cubicBezTo>
                  <a:cubicBezTo>
                    <a:pt x="29" y="35"/>
                    <a:pt x="39" y="28"/>
                    <a:pt x="35" y="20"/>
                  </a:cubicBezTo>
                  <a:cubicBezTo>
                    <a:pt x="30" y="12"/>
                    <a:pt x="20" y="6"/>
                    <a:pt x="13" y="0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9" name="Freeform 136">
              <a:extLst>
                <a:ext uri="{FF2B5EF4-FFF2-40B4-BE49-F238E27FC236}">
                  <a16:creationId xmlns:a16="http://schemas.microsoft.com/office/drawing/2014/main" id="{9E0B0E19-E70A-4F03-8DDF-C5E910652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752"/>
              <a:ext cx="53" cy="60"/>
            </a:xfrm>
            <a:custGeom>
              <a:avLst/>
              <a:gdLst>
                <a:gd name="T0" fmla="*/ 54 w 38"/>
                <a:gd name="T1" fmla="*/ 15 h 43"/>
                <a:gd name="T2" fmla="*/ 11 w 38"/>
                <a:gd name="T3" fmla="*/ 78 h 43"/>
                <a:gd name="T4" fmla="*/ 21 w 38"/>
                <a:gd name="T5" fmla="*/ 133 h 43"/>
                <a:gd name="T6" fmla="*/ 123 w 38"/>
                <a:gd name="T7" fmla="*/ 227 h 43"/>
                <a:gd name="T8" fmla="*/ 173 w 38"/>
                <a:gd name="T9" fmla="*/ 95 h 43"/>
                <a:gd name="T10" fmla="*/ 40 w 38"/>
                <a:gd name="T11" fmla="*/ 1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3">
                  <a:moveTo>
                    <a:pt x="10" y="3"/>
                  </a:moveTo>
                  <a:cubicBezTo>
                    <a:pt x="8" y="5"/>
                    <a:pt x="4" y="12"/>
                    <a:pt x="2" y="15"/>
                  </a:cubicBezTo>
                  <a:cubicBezTo>
                    <a:pt x="0" y="20"/>
                    <a:pt x="0" y="20"/>
                    <a:pt x="4" y="25"/>
                  </a:cubicBezTo>
                  <a:cubicBezTo>
                    <a:pt x="7" y="28"/>
                    <a:pt x="19" y="42"/>
                    <a:pt x="23" y="43"/>
                  </a:cubicBezTo>
                  <a:cubicBezTo>
                    <a:pt x="31" y="43"/>
                    <a:pt x="38" y="23"/>
                    <a:pt x="33" y="18"/>
                  </a:cubicBezTo>
                  <a:cubicBezTo>
                    <a:pt x="30" y="13"/>
                    <a:pt x="14" y="0"/>
                    <a:pt x="8" y="3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0" name="Freeform 137">
              <a:extLst>
                <a:ext uri="{FF2B5EF4-FFF2-40B4-BE49-F238E27FC236}">
                  <a16:creationId xmlns:a16="http://schemas.microsoft.com/office/drawing/2014/main" id="{590A91BF-970F-497E-9B82-DAA812994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786"/>
              <a:ext cx="42" cy="52"/>
            </a:xfrm>
            <a:custGeom>
              <a:avLst/>
              <a:gdLst>
                <a:gd name="T0" fmla="*/ 69 w 30"/>
                <a:gd name="T1" fmla="*/ 0 h 37"/>
                <a:gd name="T2" fmla="*/ 1 w 30"/>
                <a:gd name="T3" fmla="*/ 122 h 37"/>
                <a:gd name="T4" fmla="*/ 94 w 30"/>
                <a:gd name="T5" fmla="*/ 191 h 37"/>
                <a:gd name="T6" fmla="*/ 136 w 30"/>
                <a:gd name="T7" fmla="*/ 162 h 37"/>
                <a:gd name="T8" fmla="*/ 157 w 30"/>
                <a:gd name="T9" fmla="*/ 87 h 37"/>
                <a:gd name="T10" fmla="*/ 57 w 30"/>
                <a:gd name="T11" fmla="*/ 1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7">
                  <a:moveTo>
                    <a:pt x="13" y="0"/>
                  </a:moveTo>
                  <a:cubicBezTo>
                    <a:pt x="10" y="3"/>
                    <a:pt x="1" y="18"/>
                    <a:pt x="1" y="22"/>
                  </a:cubicBezTo>
                  <a:cubicBezTo>
                    <a:pt x="0" y="27"/>
                    <a:pt x="12" y="33"/>
                    <a:pt x="17" y="35"/>
                  </a:cubicBezTo>
                  <a:cubicBezTo>
                    <a:pt x="24" y="37"/>
                    <a:pt x="23" y="35"/>
                    <a:pt x="25" y="29"/>
                  </a:cubicBezTo>
                  <a:cubicBezTo>
                    <a:pt x="26" y="25"/>
                    <a:pt x="29" y="21"/>
                    <a:pt x="29" y="16"/>
                  </a:cubicBezTo>
                  <a:cubicBezTo>
                    <a:pt x="30" y="9"/>
                    <a:pt x="18" y="2"/>
                    <a:pt x="11" y="2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1" name="Freeform 138">
              <a:extLst>
                <a:ext uri="{FF2B5EF4-FFF2-40B4-BE49-F238E27FC236}">
                  <a16:creationId xmlns:a16="http://schemas.microsoft.com/office/drawing/2014/main" id="{763B84AE-2C7F-4B48-A058-F03F71D37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797"/>
              <a:ext cx="44" cy="48"/>
            </a:xfrm>
            <a:custGeom>
              <a:avLst/>
              <a:gdLst>
                <a:gd name="T0" fmla="*/ 53 w 31"/>
                <a:gd name="T1" fmla="*/ 23 h 34"/>
                <a:gd name="T2" fmla="*/ 28 w 31"/>
                <a:gd name="T3" fmla="*/ 112 h 34"/>
                <a:gd name="T4" fmla="*/ 40 w 31"/>
                <a:gd name="T5" fmla="*/ 175 h 34"/>
                <a:gd name="T6" fmla="*/ 177 w 31"/>
                <a:gd name="T7" fmla="*/ 107 h 34"/>
                <a:gd name="T8" fmla="*/ 115 w 31"/>
                <a:gd name="T9" fmla="*/ 16 h 34"/>
                <a:gd name="T10" fmla="*/ 40 w 31"/>
                <a:gd name="T11" fmla="*/ 4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4">
                  <a:moveTo>
                    <a:pt x="9" y="4"/>
                  </a:moveTo>
                  <a:cubicBezTo>
                    <a:pt x="6" y="9"/>
                    <a:pt x="6" y="15"/>
                    <a:pt x="5" y="20"/>
                  </a:cubicBezTo>
                  <a:cubicBezTo>
                    <a:pt x="4" y="25"/>
                    <a:pt x="0" y="30"/>
                    <a:pt x="7" y="31"/>
                  </a:cubicBezTo>
                  <a:cubicBezTo>
                    <a:pt x="17" y="34"/>
                    <a:pt x="25" y="25"/>
                    <a:pt x="31" y="19"/>
                  </a:cubicBezTo>
                  <a:cubicBezTo>
                    <a:pt x="29" y="14"/>
                    <a:pt x="23" y="7"/>
                    <a:pt x="20" y="3"/>
                  </a:cubicBezTo>
                  <a:cubicBezTo>
                    <a:pt x="15" y="0"/>
                    <a:pt x="10" y="1"/>
                    <a:pt x="7" y="7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2" name="Freeform 139">
              <a:extLst>
                <a:ext uri="{FF2B5EF4-FFF2-40B4-BE49-F238E27FC236}">
                  <a16:creationId xmlns:a16="http://schemas.microsoft.com/office/drawing/2014/main" id="{8FE0AB43-EBA5-470E-89F1-7585978C3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765"/>
              <a:ext cx="49" cy="53"/>
            </a:xfrm>
            <a:custGeom>
              <a:avLst/>
              <a:gdLst>
                <a:gd name="T0" fmla="*/ 0 w 35"/>
                <a:gd name="T1" fmla="*/ 98 h 38"/>
                <a:gd name="T2" fmla="*/ 49 w 35"/>
                <a:gd name="T3" fmla="*/ 163 h 38"/>
                <a:gd name="T4" fmla="*/ 94 w 35"/>
                <a:gd name="T5" fmla="*/ 179 h 38"/>
                <a:gd name="T6" fmla="*/ 185 w 35"/>
                <a:gd name="T7" fmla="*/ 68 h 38"/>
                <a:gd name="T8" fmla="*/ 69 w 35"/>
                <a:gd name="T9" fmla="*/ 11 h 38"/>
                <a:gd name="T10" fmla="*/ 1 w 35"/>
                <a:gd name="T11" fmla="*/ 10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8">
                  <a:moveTo>
                    <a:pt x="0" y="19"/>
                  </a:moveTo>
                  <a:cubicBezTo>
                    <a:pt x="3" y="23"/>
                    <a:pt x="6" y="26"/>
                    <a:pt x="9" y="31"/>
                  </a:cubicBezTo>
                  <a:cubicBezTo>
                    <a:pt x="12" y="35"/>
                    <a:pt x="12" y="38"/>
                    <a:pt x="17" y="34"/>
                  </a:cubicBezTo>
                  <a:cubicBezTo>
                    <a:pt x="21" y="32"/>
                    <a:pt x="35" y="17"/>
                    <a:pt x="34" y="13"/>
                  </a:cubicBezTo>
                  <a:cubicBezTo>
                    <a:pt x="32" y="8"/>
                    <a:pt x="18" y="0"/>
                    <a:pt x="13" y="2"/>
                  </a:cubicBezTo>
                  <a:cubicBezTo>
                    <a:pt x="7" y="4"/>
                    <a:pt x="2" y="15"/>
                    <a:pt x="1" y="21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3" name="Freeform 140">
              <a:extLst>
                <a:ext uri="{FF2B5EF4-FFF2-40B4-BE49-F238E27FC236}">
                  <a16:creationId xmlns:a16="http://schemas.microsoft.com/office/drawing/2014/main" id="{2C448F80-EFCB-42CD-B7EC-0F3871D10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734"/>
              <a:ext cx="53" cy="53"/>
            </a:xfrm>
            <a:custGeom>
              <a:avLst/>
              <a:gdLst>
                <a:gd name="T0" fmla="*/ 0 w 38"/>
                <a:gd name="T1" fmla="*/ 109 h 38"/>
                <a:gd name="T2" fmla="*/ 64 w 38"/>
                <a:gd name="T3" fmla="*/ 152 h 38"/>
                <a:gd name="T4" fmla="*/ 105 w 38"/>
                <a:gd name="T5" fmla="*/ 191 h 38"/>
                <a:gd name="T6" fmla="*/ 191 w 38"/>
                <a:gd name="T7" fmla="*/ 105 h 38"/>
                <a:gd name="T8" fmla="*/ 144 w 38"/>
                <a:gd name="T9" fmla="*/ 39 h 38"/>
                <a:gd name="T10" fmla="*/ 89 w 38"/>
                <a:gd name="T11" fmla="*/ 21 h 38"/>
                <a:gd name="T12" fmla="*/ 0 w 38"/>
                <a:gd name="T13" fmla="*/ 11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8">
                  <a:moveTo>
                    <a:pt x="0" y="21"/>
                  </a:moveTo>
                  <a:cubicBezTo>
                    <a:pt x="3" y="24"/>
                    <a:pt x="9" y="26"/>
                    <a:pt x="12" y="29"/>
                  </a:cubicBezTo>
                  <a:cubicBezTo>
                    <a:pt x="14" y="31"/>
                    <a:pt x="17" y="36"/>
                    <a:pt x="20" y="36"/>
                  </a:cubicBezTo>
                  <a:cubicBezTo>
                    <a:pt x="28" y="38"/>
                    <a:pt x="38" y="27"/>
                    <a:pt x="36" y="20"/>
                  </a:cubicBezTo>
                  <a:cubicBezTo>
                    <a:pt x="35" y="15"/>
                    <a:pt x="31" y="11"/>
                    <a:pt x="27" y="7"/>
                  </a:cubicBezTo>
                  <a:cubicBezTo>
                    <a:pt x="23" y="2"/>
                    <a:pt x="23" y="0"/>
                    <a:pt x="17" y="4"/>
                  </a:cubicBezTo>
                  <a:cubicBezTo>
                    <a:pt x="11" y="9"/>
                    <a:pt x="3" y="17"/>
                    <a:pt x="0" y="22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4" name="Freeform 141">
              <a:extLst>
                <a:ext uri="{FF2B5EF4-FFF2-40B4-BE49-F238E27FC236}">
                  <a16:creationId xmlns:a16="http://schemas.microsoft.com/office/drawing/2014/main" id="{B1CC33EC-F3A3-4EE2-A37E-14BB651D1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710"/>
              <a:ext cx="52" cy="59"/>
            </a:xfrm>
            <a:custGeom>
              <a:avLst/>
              <a:gdLst>
                <a:gd name="T0" fmla="*/ 0 w 37"/>
                <a:gd name="T1" fmla="*/ 69 h 42"/>
                <a:gd name="T2" fmla="*/ 67 w 37"/>
                <a:gd name="T3" fmla="*/ 214 h 42"/>
                <a:gd name="T4" fmla="*/ 152 w 37"/>
                <a:gd name="T5" fmla="*/ 185 h 42"/>
                <a:gd name="T6" fmla="*/ 171 w 37"/>
                <a:gd name="T7" fmla="*/ 87 h 42"/>
                <a:gd name="T8" fmla="*/ 0 w 37"/>
                <a:gd name="T9" fmla="*/ 7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2">
                  <a:moveTo>
                    <a:pt x="0" y="13"/>
                  </a:moveTo>
                  <a:cubicBezTo>
                    <a:pt x="3" y="22"/>
                    <a:pt x="10" y="30"/>
                    <a:pt x="12" y="39"/>
                  </a:cubicBezTo>
                  <a:cubicBezTo>
                    <a:pt x="16" y="42"/>
                    <a:pt x="24" y="36"/>
                    <a:pt x="28" y="34"/>
                  </a:cubicBezTo>
                  <a:cubicBezTo>
                    <a:pt x="37" y="30"/>
                    <a:pt x="34" y="26"/>
                    <a:pt x="31" y="16"/>
                  </a:cubicBezTo>
                  <a:cubicBezTo>
                    <a:pt x="25" y="0"/>
                    <a:pt x="10" y="7"/>
                    <a:pt x="0" y="14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5" name="Freeform 142">
              <a:extLst>
                <a:ext uri="{FF2B5EF4-FFF2-40B4-BE49-F238E27FC236}">
                  <a16:creationId xmlns:a16="http://schemas.microsoft.com/office/drawing/2014/main" id="{32155C63-55EB-4D19-BA39-981FDCBDB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710"/>
              <a:ext cx="48" cy="43"/>
            </a:xfrm>
            <a:custGeom>
              <a:avLst/>
              <a:gdLst>
                <a:gd name="T0" fmla="*/ 0 w 34"/>
                <a:gd name="T1" fmla="*/ 21 h 31"/>
                <a:gd name="T2" fmla="*/ 40 w 34"/>
                <a:gd name="T3" fmla="*/ 144 h 31"/>
                <a:gd name="T4" fmla="*/ 164 w 34"/>
                <a:gd name="T5" fmla="*/ 136 h 31"/>
                <a:gd name="T6" fmla="*/ 151 w 34"/>
                <a:gd name="T7" fmla="*/ 15 h 31"/>
                <a:gd name="T8" fmla="*/ 1 w 34"/>
                <a:gd name="T9" fmla="*/ 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0" y="4"/>
                  </a:moveTo>
                  <a:cubicBezTo>
                    <a:pt x="2" y="10"/>
                    <a:pt x="3" y="24"/>
                    <a:pt x="7" y="28"/>
                  </a:cubicBezTo>
                  <a:cubicBezTo>
                    <a:pt x="10" y="31"/>
                    <a:pt x="24" y="28"/>
                    <a:pt x="29" y="27"/>
                  </a:cubicBezTo>
                  <a:cubicBezTo>
                    <a:pt x="30" y="21"/>
                    <a:pt x="34" y="7"/>
                    <a:pt x="27" y="3"/>
                  </a:cubicBezTo>
                  <a:cubicBezTo>
                    <a:pt x="21" y="0"/>
                    <a:pt x="8" y="4"/>
                    <a:pt x="1" y="5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6" name="Freeform 143">
              <a:extLst>
                <a:ext uri="{FF2B5EF4-FFF2-40B4-BE49-F238E27FC236}">
                  <a16:creationId xmlns:a16="http://schemas.microsoft.com/office/drawing/2014/main" id="{2D332EA6-8F37-4234-9D99-6765B28C9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718"/>
              <a:ext cx="45" cy="55"/>
            </a:xfrm>
            <a:custGeom>
              <a:avLst/>
              <a:gdLst>
                <a:gd name="T0" fmla="*/ 30 w 32"/>
                <a:gd name="T1" fmla="*/ 0 h 39"/>
                <a:gd name="T2" fmla="*/ 15 w 32"/>
                <a:gd name="T3" fmla="*/ 83 h 39"/>
                <a:gd name="T4" fmla="*/ 15 w 32"/>
                <a:gd name="T5" fmla="*/ 137 h 39"/>
                <a:gd name="T6" fmla="*/ 69 w 32"/>
                <a:gd name="T7" fmla="*/ 165 h 39"/>
                <a:gd name="T8" fmla="*/ 122 w 32"/>
                <a:gd name="T9" fmla="*/ 204 h 39"/>
                <a:gd name="T10" fmla="*/ 172 w 32"/>
                <a:gd name="T11" fmla="*/ 135 h 39"/>
                <a:gd name="T12" fmla="*/ 145 w 32"/>
                <a:gd name="T13" fmla="*/ 83 h 39"/>
                <a:gd name="T14" fmla="*/ 39 w 32"/>
                <a:gd name="T15" fmla="*/ 1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9">
                  <a:moveTo>
                    <a:pt x="6" y="0"/>
                  </a:moveTo>
                  <a:cubicBezTo>
                    <a:pt x="5" y="5"/>
                    <a:pt x="4" y="10"/>
                    <a:pt x="3" y="15"/>
                  </a:cubicBezTo>
                  <a:cubicBezTo>
                    <a:pt x="2" y="20"/>
                    <a:pt x="0" y="22"/>
                    <a:pt x="3" y="25"/>
                  </a:cubicBezTo>
                  <a:cubicBezTo>
                    <a:pt x="6" y="27"/>
                    <a:pt x="11" y="28"/>
                    <a:pt x="13" y="30"/>
                  </a:cubicBezTo>
                  <a:cubicBezTo>
                    <a:pt x="17" y="34"/>
                    <a:pt x="18" y="39"/>
                    <a:pt x="22" y="37"/>
                  </a:cubicBezTo>
                  <a:cubicBezTo>
                    <a:pt x="25" y="36"/>
                    <a:pt x="30" y="27"/>
                    <a:pt x="31" y="24"/>
                  </a:cubicBezTo>
                  <a:cubicBezTo>
                    <a:pt x="32" y="19"/>
                    <a:pt x="30" y="18"/>
                    <a:pt x="26" y="15"/>
                  </a:cubicBezTo>
                  <a:cubicBezTo>
                    <a:pt x="21" y="10"/>
                    <a:pt x="13" y="3"/>
                    <a:pt x="7" y="1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7" name="Freeform 144">
              <a:extLst>
                <a:ext uri="{FF2B5EF4-FFF2-40B4-BE49-F238E27FC236}">
                  <a16:creationId xmlns:a16="http://schemas.microsoft.com/office/drawing/2014/main" id="{8FAD2320-9DBC-4771-B913-6594E963D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753"/>
              <a:ext cx="25" cy="63"/>
            </a:xfrm>
            <a:custGeom>
              <a:avLst/>
              <a:gdLst>
                <a:gd name="T0" fmla="*/ 50 w 18"/>
                <a:gd name="T1" fmla="*/ 0 h 45"/>
                <a:gd name="T2" fmla="*/ 15 w 18"/>
                <a:gd name="T3" fmla="*/ 69 h 45"/>
                <a:gd name="T4" fmla="*/ 26 w 18"/>
                <a:gd name="T5" fmla="*/ 132 h 45"/>
                <a:gd name="T6" fmla="*/ 94 w 18"/>
                <a:gd name="T7" fmla="*/ 241 h 45"/>
                <a:gd name="T8" fmla="*/ 49 w 18"/>
                <a:gd name="T9" fmla="*/ 1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5">
                  <a:moveTo>
                    <a:pt x="10" y="0"/>
                  </a:moveTo>
                  <a:cubicBezTo>
                    <a:pt x="8" y="4"/>
                    <a:pt x="4" y="9"/>
                    <a:pt x="3" y="13"/>
                  </a:cubicBezTo>
                  <a:cubicBezTo>
                    <a:pt x="0" y="18"/>
                    <a:pt x="2" y="19"/>
                    <a:pt x="5" y="24"/>
                  </a:cubicBezTo>
                  <a:cubicBezTo>
                    <a:pt x="9" y="29"/>
                    <a:pt x="12" y="43"/>
                    <a:pt x="18" y="45"/>
                  </a:cubicBezTo>
                  <a:cubicBezTo>
                    <a:pt x="15" y="40"/>
                    <a:pt x="12" y="3"/>
                    <a:pt x="9" y="3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8" name="Freeform 145">
              <a:extLst>
                <a:ext uri="{FF2B5EF4-FFF2-40B4-BE49-F238E27FC236}">
                  <a16:creationId xmlns:a16="http://schemas.microsoft.com/office/drawing/2014/main" id="{B37186BF-CF5E-4990-9867-C635BF617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823"/>
              <a:ext cx="46" cy="59"/>
            </a:xfrm>
            <a:custGeom>
              <a:avLst/>
              <a:gdLst>
                <a:gd name="T0" fmla="*/ 0 w 33"/>
                <a:gd name="T1" fmla="*/ 0 h 42"/>
                <a:gd name="T2" fmla="*/ 132 w 33"/>
                <a:gd name="T3" fmla="*/ 145 h 42"/>
                <a:gd name="T4" fmla="*/ 0 w 33"/>
                <a:gd name="T5" fmla="*/ 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2">
                  <a:moveTo>
                    <a:pt x="0" y="0"/>
                  </a:moveTo>
                  <a:cubicBezTo>
                    <a:pt x="9" y="0"/>
                    <a:pt x="33" y="16"/>
                    <a:pt x="25" y="26"/>
                  </a:cubicBezTo>
                  <a:cubicBezTo>
                    <a:pt x="11" y="42"/>
                    <a:pt x="1" y="11"/>
                    <a:pt x="0" y="1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9" name="Freeform 146">
              <a:extLst>
                <a:ext uri="{FF2B5EF4-FFF2-40B4-BE49-F238E27FC236}">
                  <a16:creationId xmlns:a16="http://schemas.microsoft.com/office/drawing/2014/main" id="{5FA1E853-C657-49B5-BB3D-1EB5BB65C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853"/>
              <a:ext cx="41" cy="63"/>
            </a:xfrm>
            <a:custGeom>
              <a:avLst/>
              <a:gdLst>
                <a:gd name="T0" fmla="*/ 1 w 29"/>
                <a:gd name="T1" fmla="*/ 80 h 45"/>
                <a:gd name="T2" fmla="*/ 115 w 29"/>
                <a:gd name="T3" fmla="*/ 39 h 45"/>
                <a:gd name="T4" fmla="*/ 163 w 29"/>
                <a:gd name="T5" fmla="*/ 165 h 45"/>
                <a:gd name="T6" fmla="*/ 136 w 29"/>
                <a:gd name="T7" fmla="*/ 231 h 45"/>
                <a:gd name="T8" fmla="*/ 69 w 29"/>
                <a:gd name="T9" fmla="*/ 192 h 45"/>
                <a:gd name="T10" fmla="*/ 0 w 29"/>
                <a:gd name="T11" fmla="*/ 84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5">
                  <a:moveTo>
                    <a:pt x="1" y="15"/>
                  </a:moveTo>
                  <a:cubicBezTo>
                    <a:pt x="10" y="15"/>
                    <a:pt x="11" y="0"/>
                    <a:pt x="20" y="7"/>
                  </a:cubicBezTo>
                  <a:cubicBezTo>
                    <a:pt x="27" y="12"/>
                    <a:pt x="29" y="23"/>
                    <a:pt x="28" y="31"/>
                  </a:cubicBezTo>
                  <a:cubicBezTo>
                    <a:pt x="28" y="35"/>
                    <a:pt x="28" y="42"/>
                    <a:pt x="24" y="43"/>
                  </a:cubicBezTo>
                  <a:cubicBezTo>
                    <a:pt x="21" y="45"/>
                    <a:pt x="15" y="38"/>
                    <a:pt x="13" y="36"/>
                  </a:cubicBezTo>
                  <a:cubicBezTo>
                    <a:pt x="6" y="30"/>
                    <a:pt x="5" y="22"/>
                    <a:pt x="0" y="16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0" name="Freeform 147">
              <a:extLst>
                <a:ext uri="{FF2B5EF4-FFF2-40B4-BE49-F238E27FC236}">
                  <a16:creationId xmlns:a16="http://schemas.microsoft.com/office/drawing/2014/main" id="{467B3B8A-EB49-4B95-A1CC-D5372ADEB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854"/>
              <a:ext cx="53" cy="52"/>
            </a:xfrm>
            <a:custGeom>
              <a:avLst/>
              <a:gdLst>
                <a:gd name="T0" fmla="*/ 11 w 38"/>
                <a:gd name="T1" fmla="*/ 204 h 37"/>
                <a:gd name="T2" fmla="*/ 146 w 38"/>
                <a:gd name="T3" fmla="*/ 15 h 37"/>
                <a:gd name="T4" fmla="*/ 0 w 38"/>
                <a:gd name="T5" fmla="*/ 20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7">
                  <a:moveTo>
                    <a:pt x="2" y="37"/>
                  </a:moveTo>
                  <a:cubicBezTo>
                    <a:pt x="0" y="32"/>
                    <a:pt x="20" y="0"/>
                    <a:pt x="28" y="3"/>
                  </a:cubicBezTo>
                  <a:cubicBezTo>
                    <a:pt x="38" y="7"/>
                    <a:pt x="9" y="37"/>
                    <a:pt x="0" y="37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1" name="Freeform 148">
              <a:extLst>
                <a:ext uri="{FF2B5EF4-FFF2-40B4-BE49-F238E27FC236}">
                  <a16:creationId xmlns:a16="http://schemas.microsoft.com/office/drawing/2014/main" id="{BC8C874F-F06C-4D0F-A778-A70A7A162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823"/>
              <a:ext cx="49" cy="41"/>
            </a:xfrm>
            <a:custGeom>
              <a:avLst/>
              <a:gdLst>
                <a:gd name="T0" fmla="*/ 29 w 35"/>
                <a:gd name="T1" fmla="*/ 164 h 29"/>
                <a:gd name="T2" fmla="*/ 0 w 35"/>
                <a:gd name="T3" fmla="*/ 117 h 29"/>
                <a:gd name="T4" fmla="*/ 80 w 35"/>
                <a:gd name="T5" fmla="*/ 49 h 29"/>
                <a:gd name="T6" fmla="*/ 190 w 35"/>
                <a:gd name="T7" fmla="*/ 0 h 29"/>
                <a:gd name="T8" fmla="*/ 104 w 35"/>
                <a:gd name="T9" fmla="*/ 93 h 29"/>
                <a:gd name="T10" fmla="*/ 21 w 35"/>
                <a:gd name="T11" fmla="*/ 16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9">
                  <a:moveTo>
                    <a:pt x="6" y="29"/>
                  </a:moveTo>
                  <a:cubicBezTo>
                    <a:pt x="3" y="27"/>
                    <a:pt x="0" y="24"/>
                    <a:pt x="0" y="21"/>
                  </a:cubicBezTo>
                  <a:cubicBezTo>
                    <a:pt x="6" y="17"/>
                    <a:pt x="9" y="12"/>
                    <a:pt x="15" y="9"/>
                  </a:cubicBezTo>
                  <a:cubicBezTo>
                    <a:pt x="21" y="6"/>
                    <a:pt x="28" y="2"/>
                    <a:pt x="35" y="0"/>
                  </a:cubicBezTo>
                  <a:cubicBezTo>
                    <a:pt x="31" y="7"/>
                    <a:pt x="24" y="11"/>
                    <a:pt x="19" y="16"/>
                  </a:cubicBezTo>
                  <a:cubicBezTo>
                    <a:pt x="14" y="22"/>
                    <a:pt x="10" y="26"/>
                    <a:pt x="4" y="29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2" name="Freeform 149">
              <a:extLst>
                <a:ext uri="{FF2B5EF4-FFF2-40B4-BE49-F238E27FC236}">
                  <a16:creationId xmlns:a16="http://schemas.microsoft.com/office/drawing/2014/main" id="{83196752-F092-4807-8A11-7AAF053D6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776"/>
              <a:ext cx="65" cy="46"/>
            </a:xfrm>
            <a:custGeom>
              <a:avLst/>
              <a:gdLst>
                <a:gd name="T0" fmla="*/ 0 w 47"/>
                <a:gd name="T1" fmla="*/ 173 h 33"/>
                <a:gd name="T2" fmla="*/ 95 w 47"/>
                <a:gd name="T3" fmla="*/ 64 h 33"/>
                <a:gd name="T4" fmla="*/ 228 w 47"/>
                <a:gd name="T5" fmla="*/ 15 h 33"/>
                <a:gd name="T6" fmla="*/ 228 w 47"/>
                <a:gd name="T7" fmla="*/ 95 h 33"/>
                <a:gd name="T8" fmla="*/ 170 w 47"/>
                <a:gd name="T9" fmla="*/ 117 h 33"/>
                <a:gd name="T10" fmla="*/ 26 w 47"/>
                <a:gd name="T11" fmla="*/ 159 h 33"/>
                <a:gd name="T12" fmla="*/ 0 w 47"/>
                <a:gd name="T13" fmla="*/ 17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3">
                  <a:moveTo>
                    <a:pt x="0" y="33"/>
                  </a:moveTo>
                  <a:cubicBezTo>
                    <a:pt x="2" y="27"/>
                    <a:pt x="11" y="16"/>
                    <a:pt x="19" y="12"/>
                  </a:cubicBezTo>
                  <a:cubicBezTo>
                    <a:pt x="23" y="10"/>
                    <a:pt x="41" y="0"/>
                    <a:pt x="45" y="3"/>
                  </a:cubicBezTo>
                  <a:cubicBezTo>
                    <a:pt x="47" y="4"/>
                    <a:pt x="47" y="16"/>
                    <a:pt x="45" y="18"/>
                  </a:cubicBezTo>
                  <a:cubicBezTo>
                    <a:pt x="43" y="22"/>
                    <a:pt x="38" y="21"/>
                    <a:pt x="33" y="22"/>
                  </a:cubicBezTo>
                  <a:cubicBezTo>
                    <a:pt x="23" y="23"/>
                    <a:pt x="14" y="26"/>
                    <a:pt x="5" y="30"/>
                  </a:cubicBezTo>
                  <a:cubicBezTo>
                    <a:pt x="3" y="31"/>
                    <a:pt x="0" y="33"/>
                    <a:pt x="0" y="33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3" name="Freeform 150">
              <a:extLst>
                <a:ext uri="{FF2B5EF4-FFF2-40B4-BE49-F238E27FC236}">
                  <a16:creationId xmlns:a16="http://schemas.microsoft.com/office/drawing/2014/main" id="{376555A6-1D5C-4FF1-B7CD-BF68DDDB7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772"/>
              <a:ext cx="55" cy="70"/>
            </a:xfrm>
            <a:custGeom>
              <a:avLst/>
              <a:gdLst>
                <a:gd name="T0" fmla="*/ 11 w 39"/>
                <a:gd name="T1" fmla="*/ 21 h 50"/>
                <a:gd name="T2" fmla="*/ 11 w 39"/>
                <a:gd name="T3" fmla="*/ 104 h 50"/>
                <a:gd name="T4" fmla="*/ 39 w 39"/>
                <a:gd name="T5" fmla="*/ 162 h 50"/>
                <a:gd name="T6" fmla="*/ 107 w 39"/>
                <a:gd name="T7" fmla="*/ 204 h 50"/>
                <a:gd name="T8" fmla="*/ 173 w 39"/>
                <a:gd name="T9" fmla="*/ 266 h 50"/>
                <a:gd name="T10" fmla="*/ 203 w 39"/>
                <a:gd name="T11" fmla="*/ 172 h 50"/>
                <a:gd name="T12" fmla="*/ 178 w 39"/>
                <a:gd name="T13" fmla="*/ 84 h 50"/>
                <a:gd name="T14" fmla="*/ 1 w 39"/>
                <a:gd name="T15" fmla="*/ 28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0">
                  <a:moveTo>
                    <a:pt x="2" y="4"/>
                  </a:moveTo>
                  <a:cubicBezTo>
                    <a:pt x="2" y="9"/>
                    <a:pt x="2" y="14"/>
                    <a:pt x="2" y="19"/>
                  </a:cubicBezTo>
                  <a:cubicBezTo>
                    <a:pt x="1" y="27"/>
                    <a:pt x="0" y="27"/>
                    <a:pt x="7" y="30"/>
                  </a:cubicBezTo>
                  <a:cubicBezTo>
                    <a:pt x="11" y="32"/>
                    <a:pt x="16" y="35"/>
                    <a:pt x="19" y="38"/>
                  </a:cubicBezTo>
                  <a:cubicBezTo>
                    <a:pt x="21" y="40"/>
                    <a:pt x="27" y="50"/>
                    <a:pt x="31" y="49"/>
                  </a:cubicBezTo>
                  <a:cubicBezTo>
                    <a:pt x="32" y="49"/>
                    <a:pt x="36" y="34"/>
                    <a:pt x="36" y="32"/>
                  </a:cubicBezTo>
                  <a:cubicBezTo>
                    <a:pt x="39" y="25"/>
                    <a:pt x="38" y="20"/>
                    <a:pt x="32" y="16"/>
                  </a:cubicBezTo>
                  <a:cubicBezTo>
                    <a:pt x="27" y="12"/>
                    <a:pt x="6" y="0"/>
                    <a:pt x="1" y="5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4" name="Freeform 151">
              <a:extLst>
                <a:ext uri="{FF2B5EF4-FFF2-40B4-BE49-F238E27FC236}">
                  <a16:creationId xmlns:a16="http://schemas.microsoft.com/office/drawing/2014/main" id="{6B805C57-DE5F-4DAB-843C-F60FD573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811"/>
              <a:ext cx="65" cy="71"/>
            </a:xfrm>
            <a:custGeom>
              <a:avLst/>
              <a:gdLst>
                <a:gd name="T0" fmla="*/ 57 w 46"/>
                <a:gd name="T1" fmla="*/ 0 h 51"/>
                <a:gd name="T2" fmla="*/ 16 w 46"/>
                <a:gd name="T3" fmla="*/ 143 h 51"/>
                <a:gd name="T4" fmla="*/ 69 w 46"/>
                <a:gd name="T5" fmla="*/ 213 h 51"/>
                <a:gd name="T6" fmla="*/ 96 w 46"/>
                <a:gd name="T7" fmla="*/ 242 h 51"/>
                <a:gd name="T8" fmla="*/ 136 w 46"/>
                <a:gd name="T9" fmla="*/ 256 h 51"/>
                <a:gd name="T10" fmla="*/ 233 w 46"/>
                <a:gd name="T11" fmla="*/ 199 h 51"/>
                <a:gd name="T12" fmla="*/ 195 w 46"/>
                <a:gd name="T13" fmla="*/ 123 h 51"/>
                <a:gd name="T14" fmla="*/ 49 w 46"/>
                <a:gd name="T15" fmla="*/ 1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1">
                  <a:moveTo>
                    <a:pt x="10" y="0"/>
                  </a:moveTo>
                  <a:cubicBezTo>
                    <a:pt x="6" y="5"/>
                    <a:pt x="0" y="21"/>
                    <a:pt x="3" y="27"/>
                  </a:cubicBezTo>
                  <a:cubicBezTo>
                    <a:pt x="5" y="32"/>
                    <a:pt x="10" y="36"/>
                    <a:pt x="13" y="41"/>
                  </a:cubicBezTo>
                  <a:cubicBezTo>
                    <a:pt x="14" y="42"/>
                    <a:pt x="16" y="45"/>
                    <a:pt x="17" y="47"/>
                  </a:cubicBezTo>
                  <a:cubicBezTo>
                    <a:pt x="21" y="51"/>
                    <a:pt x="20" y="50"/>
                    <a:pt x="24" y="49"/>
                  </a:cubicBezTo>
                  <a:cubicBezTo>
                    <a:pt x="29" y="48"/>
                    <a:pt x="40" y="43"/>
                    <a:pt x="42" y="38"/>
                  </a:cubicBezTo>
                  <a:cubicBezTo>
                    <a:pt x="46" y="31"/>
                    <a:pt x="40" y="26"/>
                    <a:pt x="35" y="23"/>
                  </a:cubicBezTo>
                  <a:cubicBezTo>
                    <a:pt x="26" y="16"/>
                    <a:pt x="19" y="7"/>
                    <a:pt x="9" y="2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5" name="Freeform 152">
              <a:extLst>
                <a:ext uri="{FF2B5EF4-FFF2-40B4-BE49-F238E27FC236}">
                  <a16:creationId xmlns:a16="http://schemas.microsoft.com/office/drawing/2014/main" id="{CAD597C0-9A96-49FD-8AA7-8EC76D7F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864"/>
              <a:ext cx="54" cy="76"/>
            </a:xfrm>
            <a:custGeom>
              <a:avLst/>
              <a:gdLst>
                <a:gd name="T0" fmla="*/ 135 w 38"/>
                <a:gd name="T1" fmla="*/ 0 h 54"/>
                <a:gd name="T2" fmla="*/ 0 w 38"/>
                <a:gd name="T3" fmla="*/ 89 h 54"/>
                <a:gd name="T4" fmla="*/ 182 w 38"/>
                <a:gd name="T5" fmla="*/ 267 h 54"/>
                <a:gd name="T6" fmla="*/ 196 w 38"/>
                <a:gd name="T7" fmla="*/ 180 h 54"/>
                <a:gd name="T8" fmla="*/ 216 w 38"/>
                <a:gd name="T9" fmla="*/ 108 h 54"/>
                <a:gd name="T10" fmla="*/ 128 w 38"/>
                <a:gd name="T11" fmla="*/ 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4">
                  <a:moveTo>
                    <a:pt x="23" y="0"/>
                  </a:moveTo>
                  <a:cubicBezTo>
                    <a:pt x="16" y="6"/>
                    <a:pt x="10" y="14"/>
                    <a:pt x="0" y="16"/>
                  </a:cubicBezTo>
                  <a:cubicBezTo>
                    <a:pt x="3" y="22"/>
                    <a:pt x="25" y="54"/>
                    <a:pt x="31" y="48"/>
                  </a:cubicBezTo>
                  <a:cubicBezTo>
                    <a:pt x="33" y="46"/>
                    <a:pt x="33" y="36"/>
                    <a:pt x="34" y="33"/>
                  </a:cubicBezTo>
                  <a:cubicBezTo>
                    <a:pt x="36" y="29"/>
                    <a:pt x="38" y="25"/>
                    <a:pt x="37" y="20"/>
                  </a:cubicBezTo>
                  <a:cubicBezTo>
                    <a:pt x="36" y="14"/>
                    <a:pt x="27" y="5"/>
                    <a:pt x="22" y="1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6" name="Freeform 153">
              <a:extLst>
                <a:ext uri="{FF2B5EF4-FFF2-40B4-BE49-F238E27FC236}">
                  <a16:creationId xmlns:a16="http://schemas.microsoft.com/office/drawing/2014/main" id="{6275359E-CD4D-41EC-9F67-BD3743CBE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901"/>
              <a:ext cx="36" cy="70"/>
            </a:xfrm>
            <a:custGeom>
              <a:avLst/>
              <a:gdLst>
                <a:gd name="T0" fmla="*/ 46 w 26"/>
                <a:gd name="T1" fmla="*/ 1 h 50"/>
                <a:gd name="T2" fmla="*/ 36 w 26"/>
                <a:gd name="T3" fmla="*/ 1 h 50"/>
                <a:gd name="T4" fmla="*/ 26 w 26"/>
                <a:gd name="T5" fmla="*/ 94 h 50"/>
                <a:gd name="T6" fmla="*/ 0 w 26"/>
                <a:gd name="T7" fmla="*/ 157 h 50"/>
                <a:gd name="T8" fmla="*/ 91 w 26"/>
                <a:gd name="T9" fmla="*/ 266 h 50"/>
                <a:gd name="T10" fmla="*/ 126 w 26"/>
                <a:gd name="T11" fmla="*/ 192 h 50"/>
                <a:gd name="T12" fmla="*/ 126 w 26"/>
                <a:gd name="T13" fmla="*/ 84 h 50"/>
                <a:gd name="T14" fmla="*/ 36 w 2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50">
                  <a:moveTo>
                    <a:pt x="9" y="1"/>
                  </a:moveTo>
                  <a:cubicBezTo>
                    <a:pt x="8" y="1"/>
                    <a:pt x="8" y="1"/>
                    <a:pt x="7" y="1"/>
                  </a:cubicBezTo>
                  <a:cubicBezTo>
                    <a:pt x="6" y="6"/>
                    <a:pt x="6" y="12"/>
                    <a:pt x="5" y="17"/>
                  </a:cubicBezTo>
                  <a:cubicBezTo>
                    <a:pt x="4" y="20"/>
                    <a:pt x="0" y="26"/>
                    <a:pt x="0" y="29"/>
                  </a:cubicBezTo>
                  <a:cubicBezTo>
                    <a:pt x="0" y="35"/>
                    <a:pt x="13" y="47"/>
                    <a:pt x="18" y="49"/>
                  </a:cubicBezTo>
                  <a:cubicBezTo>
                    <a:pt x="26" y="50"/>
                    <a:pt x="24" y="42"/>
                    <a:pt x="25" y="36"/>
                  </a:cubicBezTo>
                  <a:cubicBezTo>
                    <a:pt x="25" y="29"/>
                    <a:pt x="26" y="23"/>
                    <a:pt x="25" y="16"/>
                  </a:cubicBezTo>
                  <a:cubicBezTo>
                    <a:pt x="25" y="5"/>
                    <a:pt x="17" y="3"/>
                    <a:pt x="7" y="0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7" name="Freeform 154">
              <a:extLst>
                <a:ext uri="{FF2B5EF4-FFF2-40B4-BE49-F238E27FC236}">
                  <a16:creationId xmlns:a16="http://schemas.microsoft.com/office/drawing/2014/main" id="{EEAD948D-A11C-4F21-9E95-D037181F0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925"/>
              <a:ext cx="46" cy="63"/>
            </a:xfrm>
            <a:custGeom>
              <a:avLst/>
              <a:gdLst>
                <a:gd name="T0" fmla="*/ 15 w 33"/>
                <a:gd name="T1" fmla="*/ 1 h 45"/>
                <a:gd name="T2" fmla="*/ 28 w 33"/>
                <a:gd name="T3" fmla="*/ 192 h 45"/>
                <a:gd name="T4" fmla="*/ 173 w 33"/>
                <a:gd name="T5" fmla="*/ 192 h 45"/>
                <a:gd name="T6" fmla="*/ 146 w 33"/>
                <a:gd name="T7" fmla="*/ 136 h 45"/>
                <a:gd name="T8" fmla="*/ 105 w 33"/>
                <a:gd name="T9" fmla="*/ 39 h 45"/>
                <a:gd name="T10" fmla="*/ 11 w 33"/>
                <a:gd name="T11" fmla="*/ 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5">
                  <a:moveTo>
                    <a:pt x="3" y="1"/>
                  </a:moveTo>
                  <a:cubicBezTo>
                    <a:pt x="2" y="7"/>
                    <a:pt x="0" y="30"/>
                    <a:pt x="5" y="36"/>
                  </a:cubicBezTo>
                  <a:cubicBezTo>
                    <a:pt x="12" y="45"/>
                    <a:pt x="26" y="40"/>
                    <a:pt x="33" y="36"/>
                  </a:cubicBezTo>
                  <a:cubicBezTo>
                    <a:pt x="33" y="32"/>
                    <a:pt x="30" y="28"/>
                    <a:pt x="28" y="25"/>
                  </a:cubicBezTo>
                  <a:cubicBezTo>
                    <a:pt x="25" y="19"/>
                    <a:pt x="23" y="12"/>
                    <a:pt x="20" y="7"/>
                  </a:cubicBezTo>
                  <a:cubicBezTo>
                    <a:pt x="15" y="0"/>
                    <a:pt x="10" y="1"/>
                    <a:pt x="2" y="1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8" name="Freeform 155">
              <a:extLst>
                <a:ext uri="{FF2B5EF4-FFF2-40B4-BE49-F238E27FC236}">
                  <a16:creationId xmlns:a16="http://schemas.microsoft.com/office/drawing/2014/main" id="{5CA59660-FC52-4B19-9091-4352B0332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910"/>
              <a:ext cx="36" cy="65"/>
            </a:xfrm>
            <a:custGeom>
              <a:avLst/>
              <a:gdLst>
                <a:gd name="T0" fmla="*/ 11 w 26"/>
                <a:gd name="T1" fmla="*/ 69 h 46"/>
                <a:gd name="T2" fmla="*/ 76 w 26"/>
                <a:gd name="T3" fmla="*/ 206 h 46"/>
                <a:gd name="T4" fmla="*/ 133 w 26"/>
                <a:gd name="T5" fmla="*/ 161 h 46"/>
                <a:gd name="T6" fmla="*/ 91 w 26"/>
                <a:gd name="T7" fmla="*/ 1 h 46"/>
                <a:gd name="T8" fmla="*/ 0 w 26"/>
                <a:gd name="T9" fmla="*/ 6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6">
                  <a:moveTo>
                    <a:pt x="2" y="13"/>
                  </a:moveTo>
                  <a:cubicBezTo>
                    <a:pt x="3" y="19"/>
                    <a:pt x="12" y="32"/>
                    <a:pt x="15" y="37"/>
                  </a:cubicBezTo>
                  <a:cubicBezTo>
                    <a:pt x="22" y="46"/>
                    <a:pt x="26" y="35"/>
                    <a:pt x="26" y="28"/>
                  </a:cubicBezTo>
                  <a:cubicBezTo>
                    <a:pt x="26" y="24"/>
                    <a:pt x="23" y="2"/>
                    <a:pt x="18" y="1"/>
                  </a:cubicBezTo>
                  <a:cubicBezTo>
                    <a:pt x="14" y="0"/>
                    <a:pt x="6" y="12"/>
                    <a:pt x="0" y="12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9" name="Freeform 156">
              <a:extLst>
                <a:ext uri="{FF2B5EF4-FFF2-40B4-BE49-F238E27FC236}">
                  <a16:creationId xmlns:a16="http://schemas.microsoft.com/office/drawing/2014/main" id="{DFF10ACA-1B53-43A1-971C-D49CF7F0E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882"/>
              <a:ext cx="38" cy="68"/>
            </a:xfrm>
            <a:custGeom>
              <a:avLst/>
              <a:gdLst>
                <a:gd name="T0" fmla="*/ 1 w 27"/>
                <a:gd name="T1" fmla="*/ 105 h 48"/>
                <a:gd name="T2" fmla="*/ 42 w 27"/>
                <a:gd name="T3" fmla="*/ 193 h 48"/>
                <a:gd name="T4" fmla="*/ 59 w 27"/>
                <a:gd name="T5" fmla="*/ 259 h 48"/>
                <a:gd name="T6" fmla="*/ 125 w 27"/>
                <a:gd name="T7" fmla="*/ 115 h 48"/>
                <a:gd name="T8" fmla="*/ 117 w 27"/>
                <a:gd name="T9" fmla="*/ 52 h 48"/>
                <a:gd name="T10" fmla="*/ 49 w 27"/>
                <a:gd name="T11" fmla="*/ 1 h 48"/>
                <a:gd name="T12" fmla="*/ 11 w 27"/>
                <a:gd name="T13" fmla="*/ 10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8">
                  <a:moveTo>
                    <a:pt x="1" y="18"/>
                  </a:moveTo>
                  <a:cubicBezTo>
                    <a:pt x="4" y="23"/>
                    <a:pt x="6" y="28"/>
                    <a:pt x="8" y="34"/>
                  </a:cubicBezTo>
                  <a:cubicBezTo>
                    <a:pt x="9" y="35"/>
                    <a:pt x="9" y="44"/>
                    <a:pt x="11" y="45"/>
                  </a:cubicBezTo>
                  <a:cubicBezTo>
                    <a:pt x="15" y="48"/>
                    <a:pt x="21" y="24"/>
                    <a:pt x="23" y="20"/>
                  </a:cubicBezTo>
                  <a:cubicBezTo>
                    <a:pt x="25" y="14"/>
                    <a:pt x="27" y="14"/>
                    <a:pt x="21" y="9"/>
                  </a:cubicBezTo>
                  <a:cubicBezTo>
                    <a:pt x="19" y="8"/>
                    <a:pt x="12" y="1"/>
                    <a:pt x="9" y="1"/>
                  </a:cubicBezTo>
                  <a:cubicBezTo>
                    <a:pt x="2" y="0"/>
                    <a:pt x="0" y="14"/>
                    <a:pt x="2" y="19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0" name="Freeform 157">
              <a:extLst>
                <a:ext uri="{FF2B5EF4-FFF2-40B4-BE49-F238E27FC236}">
                  <a16:creationId xmlns:a16="http://schemas.microsoft.com/office/drawing/2014/main" id="{77CAA790-4F57-46D5-ADD1-AE8360AD7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849"/>
              <a:ext cx="44" cy="52"/>
            </a:xfrm>
            <a:custGeom>
              <a:avLst/>
              <a:gdLst>
                <a:gd name="T0" fmla="*/ 0 w 32"/>
                <a:gd name="T1" fmla="*/ 117 h 37"/>
                <a:gd name="T2" fmla="*/ 105 w 32"/>
                <a:gd name="T3" fmla="*/ 176 h 37"/>
                <a:gd name="T4" fmla="*/ 131 w 32"/>
                <a:gd name="T5" fmla="*/ 117 h 37"/>
                <a:gd name="T6" fmla="*/ 153 w 32"/>
                <a:gd name="T7" fmla="*/ 59 h 37"/>
                <a:gd name="T8" fmla="*/ 122 w 32"/>
                <a:gd name="T9" fmla="*/ 21 h 37"/>
                <a:gd name="T10" fmla="*/ 65 w 32"/>
                <a:gd name="T11" fmla="*/ 1 h 37"/>
                <a:gd name="T12" fmla="*/ 1 w 32"/>
                <a:gd name="T13" fmla="*/ 11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7">
                  <a:moveTo>
                    <a:pt x="0" y="21"/>
                  </a:moveTo>
                  <a:cubicBezTo>
                    <a:pt x="5" y="25"/>
                    <a:pt x="15" y="37"/>
                    <a:pt x="21" y="32"/>
                  </a:cubicBezTo>
                  <a:cubicBezTo>
                    <a:pt x="24" y="30"/>
                    <a:pt x="25" y="24"/>
                    <a:pt x="26" y="21"/>
                  </a:cubicBezTo>
                  <a:cubicBezTo>
                    <a:pt x="27" y="18"/>
                    <a:pt x="30" y="14"/>
                    <a:pt x="31" y="11"/>
                  </a:cubicBezTo>
                  <a:cubicBezTo>
                    <a:pt x="32" y="5"/>
                    <a:pt x="30" y="5"/>
                    <a:pt x="25" y="4"/>
                  </a:cubicBezTo>
                  <a:cubicBezTo>
                    <a:pt x="22" y="2"/>
                    <a:pt x="16" y="0"/>
                    <a:pt x="13" y="1"/>
                  </a:cubicBezTo>
                  <a:cubicBezTo>
                    <a:pt x="7" y="3"/>
                    <a:pt x="1" y="16"/>
                    <a:pt x="1" y="21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1" name="Freeform 158">
              <a:extLst>
                <a:ext uri="{FF2B5EF4-FFF2-40B4-BE49-F238E27FC236}">
                  <a16:creationId xmlns:a16="http://schemas.microsoft.com/office/drawing/2014/main" id="{358CED0E-13E9-44D3-B030-DEB1578F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802"/>
              <a:ext cx="52" cy="55"/>
            </a:xfrm>
            <a:custGeom>
              <a:avLst/>
              <a:gdLst>
                <a:gd name="T0" fmla="*/ 0 w 37"/>
                <a:gd name="T1" fmla="*/ 145 h 39"/>
                <a:gd name="T2" fmla="*/ 69 w 37"/>
                <a:gd name="T3" fmla="*/ 178 h 39"/>
                <a:gd name="T4" fmla="*/ 125 w 37"/>
                <a:gd name="T5" fmla="*/ 219 h 39"/>
                <a:gd name="T6" fmla="*/ 180 w 37"/>
                <a:gd name="T7" fmla="*/ 185 h 39"/>
                <a:gd name="T8" fmla="*/ 200 w 37"/>
                <a:gd name="T9" fmla="*/ 123 h 39"/>
                <a:gd name="T10" fmla="*/ 97 w 37"/>
                <a:gd name="T11" fmla="*/ 32 h 39"/>
                <a:gd name="T12" fmla="*/ 0 w 37"/>
                <a:gd name="T13" fmla="*/ 13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9">
                  <a:moveTo>
                    <a:pt x="0" y="26"/>
                  </a:moveTo>
                  <a:cubicBezTo>
                    <a:pt x="4" y="28"/>
                    <a:pt x="9" y="30"/>
                    <a:pt x="13" y="32"/>
                  </a:cubicBezTo>
                  <a:cubicBezTo>
                    <a:pt x="16" y="35"/>
                    <a:pt x="19" y="39"/>
                    <a:pt x="23" y="39"/>
                  </a:cubicBezTo>
                  <a:cubicBezTo>
                    <a:pt x="26" y="39"/>
                    <a:pt x="31" y="35"/>
                    <a:pt x="33" y="33"/>
                  </a:cubicBezTo>
                  <a:cubicBezTo>
                    <a:pt x="37" y="29"/>
                    <a:pt x="37" y="28"/>
                    <a:pt x="36" y="22"/>
                  </a:cubicBezTo>
                  <a:cubicBezTo>
                    <a:pt x="33" y="11"/>
                    <a:pt x="31" y="0"/>
                    <a:pt x="18" y="6"/>
                  </a:cubicBezTo>
                  <a:cubicBezTo>
                    <a:pt x="11" y="10"/>
                    <a:pt x="1" y="18"/>
                    <a:pt x="0" y="25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2" name="Freeform 159">
              <a:extLst>
                <a:ext uri="{FF2B5EF4-FFF2-40B4-BE49-F238E27FC236}">
                  <a16:creationId xmlns:a16="http://schemas.microsoft.com/office/drawing/2014/main" id="{C8892F20-6442-41F7-A86A-DBD33049C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800"/>
              <a:ext cx="44" cy="53"/>
            </a:xfrm>
            <a:custGeom>
              <a:avLst/>
              <a:gdLst>
                <a:gd name="T0" fmla="*/ 1 w 32"/>
                <a:gd name="T1" fmla="*/ 28 h 38"/>
                <a:gd name="T2" fmla="*/ 36 w 32"/>
                <a:gd name="T3" fmla="*/ 179 h 38"/>
                <a:gd name="T4" fmla="*/ 106 w 32"/>
                <a:gd name="T5" fmla="*/ 198 h 38"/>
                <a:gd name="T6" fmla="*/ 117 w 32"/>
                <a:gd name="T7" fmla="*/ 29 h 38"/>
                <a:gd name="T8" fmla="*/ 0 w 32"/>
                <a:gd name="T9" fmla="*/ 3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8">
                  <a:moveTo>
                    <a:pt x="1" y="5"/>
                  </a:moveTo>
                  <a:cubicBezTo>
                    <a:pt x="3" y="14"/>
                    <a:pt x="5" y="25"/>
                    <a:pt x="7" y="34"/>
                  </a:cubicBezTo>
                  <a:cubicBezTo>
                    <a:pt x="12" y="35"/>
                    <a:pt x="17" y="38"/>
                    <a:pt x="22" y="37"/>
                  </a:cubicBezTo>
                  <a:cubicBezTo>
                    <a:pt x="24" y="29"/>
                    <a:pt x="32" y="12"/>
                    <a:pt x="24" y="6"/>
                  </a:cubicBezTo>
                  <a:cubicBezTo>
                    <a:pt x="19" y="2"/>
                    <a:pt x="3" y="0"/>
                    <a:pt x="0" y="7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3" name="Freeform 160">
              <a:extLst>
                <a:ext uri="{FF2B5EF4-FFF2-40B4-BE49-F238E27FC236}">
                  <a16:creationId xmlns:a16="http://schemas.microsoft.com/office/drawing/2014/main" id="{EBF6849D-7379-4E22-B7A1-6AA02DDD4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816"/>
              <a:ext cx="40" cy="59"/>
            </a:xfrm>
            <a:custGeom>
              <a:avLst/>
              <a:gdLst>
                <a:gd name="T0" fmla="*/ 50 w 29"/>
                <a:gd name="T1" fmla="*/ 0 h 42"/>
                <a:gd name="T2" fmla="*/ 1 w 29"/>
                <a:gd name="T3" fmla="*/ 125 h 42"/>
                <a:gd name="T4" fmla="*/ 61 w 29"/>
                <a:gd name="T5" fmla="*/ 219 h 42"/>
                <a:gd name="T6" fmla="*/ 116 w 29"/>
                <a:gd name="T7" fmla="*/ 164 h 42"/>
                <a:gd name="T8" fmla="*/ 145 w 29"/>
                <a:gd name="T9" fmla="*/ 104 h 42"/>
                <a:gd name="T10" fmla="*/ 61 w 29"/>
                <a:gd name="T11" fmla="*/ 1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10" y="0"/>
                  </a:moveTo>
                  <a:cubicBezTo>
                    <a:pt x="8" y="8"/>
                    <a:pt x="2" y="15"/>
                    <a:pt x="1" y="23"/>
                  </a:cubicBezTo>
                  <a:cubicBezTo>
                    <a:pt x="0" y="28"/>
                    <a:pt x="6" y="38"/>
                    <a:pt x="12" y="40"/>
                  </a:cubicBezTo>
                  <a:cubicBezTo>
                    <a:pt x="17" y="42"/>
                    <a:pt x="20" y="35"/>
                    <a:pt x="23" y="30"/>
                  </a:cubicBezTo>
                  <a:cubicBezTo>
                    <a:pt x="25" y="27"/>
                    <a:pt x="29" y="23"/>
                    <a:pt x="29" y="19"/>
                  </a:cubicBezTo>
                  <a:cubicBezTo>
                    <a:pt x="29" y="12"/>
                    <a:pt x="17" y="4"/>
                    <a:pt x="12" y="1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4" name="Freeform 161">
              <a:extLst>
                <a:ext uri="{FF2B5EF4-FFF2-40B4-BE49-F238E27FC236}">
                  <a16:creationId xmlns:a16="http://schemas.microsoft.com/office/drawing/2014/main" id="{171E7860-99AB-4B2F-BF1E-79B9B9046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849"/>
              <a:ext cx="45" cy="54"/>
            </a:xfrm>
            <a:custGeom>
              <a:avLst/>
              <a:gdLst>
                <a:gd name="T0" fmla="*/ 96 w 32"/>
                <a:gd name="T1" fmla="*/ 11 h 39"/>
                <a:gd name="T2" fmla="*/ 89 w 32"/>
                <a:gd name="T3" fmla="*/ 0 h 39"/>
                <a:gd name="T4" fmla="*/ 1 w 32"/>
                <a:gd name="T5" fmla="*/ 96 h 39"/>
                <a:gd name="T6" fmla="*/ 59 w 32"/>
                <a:gd name="T7" fmla="*/ 184 h 39"/>
                <a:gd name="T8" fmla="*/ 117 w 32"/>
                <a:gd name="T9" fmla="*/ 161 h 39"/>
                <a:gd name="T10" fmla="*/ 165 w 32"/>
                <a:gd name="T11" fmla="*/ 96 h 39"/>
                <a:gd name="T12" fmla="*/ 96 w 32"/>
                <a:gd name="T13" fmla="*/ 1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9">
                  <a:moveTo>
                    <a:pt x="17" y="2"/>
                  </a:moveTo>
                  <a:cubicBezTo>
                    <a:pt x="17" y="1"/>
                    <a:pt x="17" y="1"/>
                    <a:pt x="16" y="0"/>
                  </a:cubicBezTo>
                  <a:cubicBezTo>
                    <a:pt x="13" y="3"/>
                    <a:pt x="1" y="15"/>
                    <a:pt x="1" y="19"/>
                  </a:cubicBezTo>
                  <a:cubicBezTo>
                    <a:pt x="0" y="23"/>
                    <a:pt x="8" y="34"/>
                    <a:pt x="11" y="36"/>
                  </a:cubicBezTo>
                  <a:cubicBezTo>
                    <a:pt x="17" y="39"/>
                    <a:pt x="17" y="37"/>
                    <a:pt x="21" y="32"/>
                  </a:cubicBezTo>
                  <a:cubicBezTo>
                    <a:pt x="23" y="28"/>
                    <a:pt x="30" y="23"/>
                    <a:pt x="30" y="19"/>
                  </a:cubicBezTo>
                  <a:cubicBezTo>
                    <a:pt x="32" y="12"/>
                    <a:pt x="22" y="5"/>
                    <a:pt x="17" y="2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5" name="Freeform 162">
              <a:extLst>
                <a:ext uri="{FF2B5EF4-FFF2-40B4-BE49-F238E27FC236}">
                  <a16:creationId xmlns:a16="http://schemas.microsoft.com/office/drawing/2014/main" id="{1A196E9E-9AA3-4829-BD5E-01D6B050F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880"/>
              <a:ext cx="38" cy="56"/>
            </a:xfrm>
            <a:custGeom>
              <a:avLst/>
              <a:gdLst>
                <a:gd name="T0" fmla="*/ 96 w 27"/>
                <a:gd name="T1" fmla="*/ 0 h 40"/>
                <a:gd name="T2" fmla="*/ 1 w 27"/>
                <a:gd name="T3" fmla="*/ 104 h 40"/>
                <a:gd name="T4" fmla="*/ 68 w 27"/>
                <a:gd name="T5" fmla="*/ 200 h 40"/>
                <a:gd name="T6" fmla="*/ 149 w 27"/>
                <a:gd name="T7" fmla="*/ 112 h 40"/>
                <a:gd name="T8" fmla="*/ 89 w 27"/>
                <a:gd name="T9" fmla="*/ 1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0">
                  <a:moveTo>
                    <a:pt x="17" y="0"/>
                  </a:moveTo>
                  <a:cubicBezTo>
                    <a:pt x="12" y="4"/>
                    <a:pt x="2" y="12"/>
                    <a:pt x="1" y="19"/>
                  </a:cubicBezTo>
                  <a:cubicBezTo>
                    <a:pt x="0" y="24"/>
                    <a:pt x="7" y="35"/>
                    <a:pt x="12" y="37"/>
                  </a:cubicBezTo>
                  <a:cubicBezTo>
                    <a:pt x="18" y="40"/>
                    <a:pt x="26" y="28"/>
                    <a:pt x="27" y="21"/>
                  </a:cubicBezTo>
                  <a:cubicBezTo>
                    <a:pt x="27" y="15"/>
                    <a:pt x="20" y="6"/>
                    <a:pt x="16" y="2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6" name="Freeform 163">
              <a:extLst>
                <a:ext uri="{FF2B5EF4-FFF2-40B4-BE49-F238E27FC236}">
                  <a16:creationId xmlns:a16="http://schemas.microsoft.com/office/drawing/2014/main" id="{92254063-C6CD-45C9-9111-EAC32D467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910"/>
              <a:ext cx="41" cy="62"/>
            </a:xfrm>
            <a:custGeom>
              <a:avLst/>
              <a:gdLst>
                <a:gd name="T0" fmla="*/ 93 w 29"/>
                <a:gd name="T1" fmla="*/ 0 h 44"/>
                <a:gd name="T2" fmla="*/ 0 w 29"/>
                <a:gd name="T3" fmla="*/ 110 h 44"/>
                <a:gd name="T4" fmla="*/ 131 w 29"/>
                <a:gd name="T5" fmla="*/ 190 h 44"/>
                <a:gd name="T6" fmla="*/ 163 w 29"/>
                <a:gd name="T7" fmla="*/ 68 h 44"/>
                <a:gd name="T8" fmla="*/ 81 w 29"/>
                <a:gd name="T9" fmla="*/ 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4">
                  <a:moveTo>
                    <a:pt x="16" y="0"/>
                  </a:moveTo>
                  <a:cubicBezTo>
                    <a:pt x="13" y="8"/>
                    <a:pt x="6" y="14"/>
                    <a:pt x="0" y="20"/>
                  </a:cubicBezTo>
                  <a:cubicBezTo>
                    <a:pt x="4" y="27"/>
                    <a:pt x="16" y="44"/>
                    <a:pt x="23" y="34"/>
                  </a:cubicBezTo>
                  <a:cubicBezTo>
                    <a:pt x="26" y="30"/>
                    <a:pt x="29" y="16"/>
                    <a:pt x="28" y="12"/>
                  </a:cubicBezTo>
                  <a:cubicBezTo>
                    <a:pt x="26" y="6"/>
                    <a:pt x="19" y="5"/>
                    <a:pt x="14" y="1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7" name="Freeform 164">
              <a:extLst>
                <a:ext uri="{FF2B5EF4-FFF2-40B4-BE49-F238E27FC236}">
                  <a16:creationId xmlns:a16="http://schemas.microsoft.com/office/drawing/2014/main" id="{E7E4E1E6-E9CD-483C-9D74-F59296D22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929"/>
              <a:ext cx="41" cy="45"/>
            </a:xfrm>
            <a:custGeom>
              <a:avLst/>
              <a:gdLst>
                <a:gd name="T0" fmla="*/ 49 w 29"/>
                <a:gd name="T1" fmla="*/ 0 h 32"/>
                <a:gd name="T2" fmla="*/ 33 w 29"/>
                <a:gd name="T3" fmla="*/ 77 h 32"/>
                <a:gd name="T4" fmla="*/ 16 w 29"/>
                <a:gd name="T5" fmla="*/ 145 h 32"/>
                <a:gd name="T6" fmla="*/ 33 w 29"/>
                <a:gd name="T7" fmla="*/ 176 h 32"/>
                <a:gd name="T8" fmla="*/ 93 w 29"/>
                <a:gd name="T9" fmla="*/ 172 h 32"/>
                <a:gd name="T10" fmla="*/ 164 w 29"/>
                <a:gd name="T11" fmla="*/ 122 h 32"/>
                <a:gd name="T12" fmla="*/ 115 w 29"/>
                <a:gd name="T13" fmla="*/ 55 h 32"/>
                <a:gd name="T14" fmla="*/ 83 w 29"/>
                <a:gd name="T15" fmla="*/ 1 h 32"/>
                <a:gd name="T16" fmla="*/ 49 w 29"/>
                <a:gd name="T17" fmla="*/ 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2">
                  <a:moveTo>
                    <a:pt x="9" y="0"/>
                  </a:moveTo>
                  <a:cubicBezTo>
                    <a:pt x="7" y="4"/>
                    <a:pt x="7" y="9"/>
                    <a:pt x="6" y="14"/>
                  </a:cubicBezTo>
                  <a:cubicBezTo>
                    <a:pt x="5" y="18"/>
                    <a:pt x="3" y="22"/>
                    <a:pt x="3" y="26"/>
                  </a:cubicBezTo>
                  <a:cubicBezTo>
                    <a:pt x="2" y="30"/>
                    <a:pt x="0" y="31"/>
                    <a:pt x="6" y="32"/>
                  </a:cubicBezTo>
                  <a:cubicBezTo>
                    <a:pt x="9" y="32"/>
                    <a:pt x="13" y="32"/>
                    <a:pt x="16" y="31"/>
                  </a:cubicBezTo>
                  <a:cubicBezTo>
                    <a:pt x="20" y="31"/>
                    <a:pt x="29" y="27"/>
                    <a:pt x="29" y="22"/>
                  </a:cubicBezTo>
                  <a:cubicBezTo>
                    <a:pt x="29" y="19"/>
                    <a:pt x="22" y="13"/>
                    <a:pt x="20" y="10"/>
                  </a:cubicBezTo>
                  <a:cubicBezTo>
                    <a:pt x="18" y="7"/>
                    <a:pt x="17" y="4"/>
                    <a:pt x="15" y="1"/>
                  </a:cubicBezTo>
                  <a:cubicBezTo>
                    <a:pt x="13" y="1"/>
                    <a:pt x="11" y="0"/>
                    <a:pt x="9" y="1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8" name="Freeform 165">
              <a:extLst>
                <a:ext uri="{FF2B5EF4-FFF2-40B4-BE49-F238E27FC236}">
                  <a16:creationId xmlns:a16="http://schemas.microsoft.com/office/drawing/2014/main" id="{12138A59-A7FE-4BFD-A296-3C53F1BAB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906"/>
              <a:ext cx="39" cy="52"/>
            </a:xfrm>
            <a:custGeom>
              <a:avLst/>
              <a:gdLst>
                <a:gd name="T0" fmla="*/ 0 w 28"/>
                <a:gd name="T1" fmla="*/ 83 h 37"/>
                <a:gd name="T2" fmla="*/ 78 w 28"/>
                <a:gd name="T3" fmla="*/ 204 h 37"/>
                <a:gd name="T4" fmla="*/ 132 w 28"/>
                <a:gd name="T5" fmla="*/ 125 h 37"/>
                <a:gd name="T6" fmla="*/ 109 w 28"/>
                <a:gd name="T7" fmla="*/ 55 h 37"/>
                <a:gd name="T8" fmla="*/ 49 w 28"/>
                <a:gd name="T9" fmla="*/ 28 h 37"/>
                <a:gd name="T10" fmla="*/ 0 w 28"/>
                <a:gd name="T11" fmla="*/ 9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7">
                  <a:moveTo>
                    <a:pt x="0" y="15"/>
                  </a:moveTo>
                  <a:cubicBezTo>
                    <a:pt x="3" y="23"/>
                    <a:pt x="12" y="29"/>
                    <a:pt x="15" y="37"/>
                  </a:cubicBezTo>
                  <a:cubicBezTo>
                    <a:pt x="19" y="36"/>
                    <a:pt x="24" y="28"/>
                    <a:pt x="25" y="23"/>
                  </a:cubicBezTo>
                  <a:cubicBezTo>
                    <a:pt x="28" y="16"/>
                    <a:pt x="26" y="15"/>
                    <a:pt x="21" y="10"/>
                  </a:cubicBezTo>
                  <a:cubicBezTo>
                    <a:pt x="17" y="5"/>
                    <a:pt x="15" y="0"/>
                    <a:pt x="9" y="5"/>
                  </a:cubicBezTo>
                  <a:cubicBezTo>
                    <a:pt x="5" y="8"/>
                    <a:pt x="3" y="14"/>
                    <a:pt x="0" y="18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9" name="Freeform 166">
              <a:extLst>
                <a:ext uri="{FF2B5EF4-FFF2-40B4-BE49-F238E27FC236}">
                  <a16:creationId xmlns:a16="http://schemas.microsoft.com/office/drawing/2014/main" id="{35899185-F58B-41CF-8EF4-C890D2D0C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888"/>
              <a:ext cx="35" cy="45"/>
            </a:xfrm>
            <a:custGeom>
              <a:avLst/>
              <a:gdLst>
                <a:gd name="T0" fmla="*/ 0 w 25"/>
                <a:gd name="T1" fmla="*/ 49 h 32"/>
                <a:gd name="T2" fmla="*/ 49 w 25"/>
                <a:gd name="T3" fmla="*/ 152 h 32"/>
                <a:gd name="T4" fmla="*/ 118 w 25"/>
                <a:gd name="T5" fmla="*/ 125 h 32"/>
                <a:gd name="T6" fmla="*/ 123 w 25"/>
                <a:gd name="T7" fmla="*/ 96 h 32"/>
                <a:gd name="T8" fmla="*/ 80 w 25"/>
                <a:gd name="T9" fmla="*/ 21 h 32"/>
                <a:gd name="T10" fmla="*/ 1 w 25"/>
                <a:gd name="T11" fmla="*/ 4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2">
                  <a:moveTo>
                    <a:pt x="0" y="9"/>
                  </a:moveTo>
                  <a:cubicBezTo>
                    <a:pt x="0" y="11"/>
                    <a:pt x="7" y="26"/>
                    <a:pt x="9" y="28"/>
                  </a:cubicBezTo>
                  <a:cubicBezTo>
                    <a:pt x="13" y="32"/>
                    <a:pt x="19" y="27"/>
                    <a:pt x="22" y="23"/>
                  </a:cubicBezTo>
                  <a:cubicBezTo>
                    <a:pt x="25" y="20"/>
                    <a:pt x="25" y="21"/>
                    <a:pt x="23" y="17"/>
                  </a:cubicBezTo>
                  <a:cubicBezTo>
                    <a:pt x="22" y="14"/>
                    <a:pt x="17" y="7"/>
                    <a:pt x="15" y="4"/>
                  </a:cubicBezTo>
                  <a:cubicBezTo>
                    <a:pt x="10" y="0"/>
                    <a:pt x="3" y="2"/>
                    <a:pt x="1" y="8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0" name="Freeform 167">
              <a:extLst>
                <a:ext uri="{FF2B5EF4-FFF2-40B4-BE49-F238E27FC236}">
                  <a16:creationId xmlns:a16="http://schemas.microsoft.com/office/drawing/2014/main" id="{547C4C3E-70E0-439D-AAE1-ECA3B102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874"/>
              <a:ext cx="45" cy="49"/>
            </a:xfrm>
            <a:custGeom>
              <a:avLst/>
              <a:gdLst>
                <a:gd name="T0" fmla="*/ 68 w 32"/>
                <a:gd name="T1" fmla="*/ 165 h 35"/>
                <a:gd name="T2" fmla="*/ 11 w 32"/>
                <a:gd name="T3" fmla="*/ 29 h 35"/>
                <a:gd name="T4" fmla="*/ 136 w 32"/>
                <a:gd name="T5" fmla="*/ 11 h 35"/>
                <a:gd name="T6" fmla="*/ 152 w 32"/>
                <a:gd name="T7" fmla="*/ 136 h 35"/>
                <a:gd name="T8" fmla="*/ 59 w 32"/>
                <a:gd name="T9" fmla="*/ 15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12" y="31"/>
                  </a:moveTo>
                  <a:cubicBezTo>
                    <a:pt x="10" y="27"/>
                    <a:pt x="0" y="10"/>
                    <a:pt x="2" y="6"/>
                  </a:cubicBezTo>
                  <a:cubicBezTo>
                    <a:pt x="5" y="1"/>
                    <a:pt x="20" y="0"/>
                    <a:pt x="25" y="2"/>
                  </a:cubicBezTo>
                  <a:cubicBezTo>
                    <a:pt x="32" y="6"/>
                    <a:pt x="30" y="19"/>
                    <a:pt x="28" y="25"/>
                  </a:cubicBezTo>
                  <a:cubicBezTo>
                    <a:pt x="23" y="35"/>
                    <a:pt x="17" y="24"/>
                    <a:pt x="11" y="29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1" name="Freeform 168">
              <a:extLst>
                <a:ext uri="{FF2B5EF4-FFF2-40B4-BE49-F238E27FC236}">
                  <a16:creationId xmlns:a16="http://schemas.microsoft.com/office/drawing/2014/main" id="{364DFF86-D058-45A9-9B3A-877A6FC3B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888"/>
              <a:ext cx="44" cy="55"/>
            </a:xfrm>
            <a:custGeom>
              <a:avLst/>
              <a:gdLst>
                <a:gd name="T0" fmla="*/ 0 w 31"/>
                <a:gd name="T1" fmla="*/ 126 h 39"/>
                <a:gd name="T2" fmla="*/ 68 w 31"/>
                <a:gd name="T3" fmla="*/ 0 h 39"/>
                <a:gd name="T4" fmla="*/ 175 w 31"/>
                <a:gd name="T5" fmla="*/ 190 h 39"/>
                <a:gd name="T6" fmla="*/ 75 w 31"/>
                <a:gd name="T7" fmla="*/ 204 h 39"/>
                <a:gd name="T8" fmla="*/ 0 w 31"/>
                <a:gd name="T9" fmla="*/ 12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9">
                  <a:moveTo>
                    <a:pt x="0" y="23"/>
                  </a:moveTo>
                  <a:cubicBezTo>
                    <a:pt x="2" y="15"/>
                    <a:pt x="9" y="7"/>
                    <a:pt x="12" y="0"/>
                  </a:cubicBezTo>
                  <a:cubicBezTo>
                    <a:pt x="23" y="4"/>
                    <a:pt x="31" y="23"/>
                    <a:pt x="30" y="34"/>
                  </a:cubicBezTo>
                  <a:cubicBezTo>
                    <a:pt x="25" y="34"/>
                    <a:pt x="19" y="39"/>
                    <a:pt x="13" y="37"/>
                  </a:cubicBezTo>
                  <a:cubicBezTo>
                    <a:pt x="9" y="34"/>
                    <a:pt x="3" y="26"/>
                    <a:pt x="0" y="23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2" name="Freeform 169">
              <a:extLst>
                <a:ext uri="{FF2B5EF4-FFF2-40B4-BE49-F238E27FC236}">
                  <a16:creationId xmlns:a16="http://schemas.microsoft.com/office/drawing/2014/main" id="{188AF602-EC74-4B52-BED4-9B902168D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932"/>
              <a:ext cx="52" cy="56"/>
            </a:xfrm>
            <a:custGeom>
              <a:avLst/>
              <a:gdLst>
                <a:gd name="T0" fmla="*/ 0 w 37"/>
                <a:gd name="T1" fmla="*/ 55 h 40"/>
                <a:gd name="T2" fmla="*/ 164 w 37"/>
                <a:gd name="T3" fmla="*/ 162 h 40"/>
                <a:gd name="T4" fmla="*/ 176 w 37"/>
                <a:gd name="T5" fmla="*/ 80 h 40"/>
                <a:gd name="T6" fmla="*/ 108 w 37"/>
                <a:gd name="T7" fmla="*/ 0 h 40"/>
                <a:gd name="T8" fmla="*/ 11 w 37"/>
                <a:gd name="T9" fmla="*/ 49 h 40"/>
                <a:gd name="T10" fmla="*/ 1 w 37"/>
                <a:gd name="T11" fmla="*/ 55 h 40"/>
                <a:gd name="T12" fmla="*/ 0 w 37"/>
                <a:gd name="T13" fmla="*/ 6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0">
                  <a:moveTo>
                    <a:pt x="0" y="10"/>
                  </a:moveTo>
                  <a:cubicBezTo>
                    <a:pt x="6" y="19"/>
                    <a:pt x="17" y="40"/>
                    <a:pt x="30" y="30"/>
                  </a:cubicBezTo>
                  <a:cubicBezTo>
                    <a:pt x="36" y="25"/>
                    <a:pt x="37" y="22"/>
                    <a:pt x="32" y="15"/>
                  </a:cubicBezTo>
                  <a:cubicBezTo>
                    <a:pt x="29" y="10"/>
                    <a:pt x="25" y="3"/>
                    <a:pt x="20" y="0"/>
                  </a:cubicBezTo>
                  <a:cubicBezTo>
                    <a:pt x="13" y="3"/>
                    <a:pt x="10" y="8"/>
                    <a:pt x="2" y="9"/>
                  </a:cubicBezTo>
                  <a:cubicBezTo>
                    <a:pt x="2" y="10"/>
                    <a:pt x="2" y="9"/>
                    <a:pt x="1" y="10"/>
                  </a:cubicBezTo>
                  <a:cubicBezTo>
                    <a:pt x="1" y="11"/>
                    <a:pt x="1" y="11"/>
                    <a:pt x="0" y="12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3" name="Freeform 170">
              <a:extLst>
                <a:ext uri="{FF2B5EF4-FFF2-40B4-BE49-F238E27FC236}">
                  <a16:creationId xmlns:a16="http://schemas.microsoft.com/office/drawing/2014/main" id="{569533DD-3D80-486C-B16C-F8453D7B8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967"/>
              <a:ext cx="55" cy="47"/>
            </a:xfrm>
            <a:custGeom>
              <a:avLst/>
              <a:gdLst>
                <a:gd name="T0" fmla="*/ 0 w 39"/>
                <a:gd name="T1" fmla="*/ 66 h 34"/>
                <a:gd name="T2" fmla="*/ 123 w 39"/>
                <a:gd name="T3" fmla="*/ 160 h 34"/>
                <a:gd name="T4" fmla="*/ 204 w 39"/>
                <a:gd name="T5" fmla="*/ 64 h 34"/>
                <a:gd name="T6" fmla="*/ 164 w 39"/>
                <a:gd name="T7" fmla="*/ 15 h 34"/>
                <a:gd name="T8" fmla="*/ 110 w 39"/>
                <a:gd name="T9" fmla="*/ 21 h 34"/>
                <a:gd name="T10" fmla="*/ 55 w 39"/>
                <a:gd name="T11" fmla="*/ 55 h 34"/>
                <a:gd name="T12" fmla="*/ 11 w 39"/>
                <a:gd name="T13" fmla="*/ 7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4">
                  <a:moveTo>
                    <a:pt x="0" y="13"/>
                  </a:moveTo>
                  <a:cubicBezTo>
                    <a:pt x="7" y="19"/>
                    <a:pt x="12" y="30"/>
                    <a:pt x="22" y="32"/>
                  </a:cubicBezTo>
                  <a:cubicBezTo>
                    <a:pt x="31" y="34"/>
                    <a:pt x="39" y="21"/>
                    <a:pt x="37" y="12"/>
                  </a:cubicBezTo>
                  <a:cubicBezTo>
                    <a:pt x="37" y="10"/>
                    <a:pt x="31" y="4"/>
                    <a:pt x="29" y="3"/>
                  </a:cubicBezTo>
                  <a:cubicBezTo>
                    <a:pt x="25" y="0"/>
                    <a:pt x="24" y="0"/>
                    <a:pt x="20" y="4"/>
                  </a:cubicBezTo>
                  <a:cubicBezTo>
                    <a:pt x="16" y="6"/>
                    <a:pt x="14" y="9"/>
                    <a:pt x="10" y="11"/>
                  </a:cubicBezTo>
                  <a:cubicBezTo>
                    <a:pt x="7" y="12"/>
                    <a:pt x="1" y="10"/>
                    <a:pt x="2" y="15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4" name="Freeform 171">
              <a:extLst>
                <a:ext uri="{FF2B5EF4-FFF2-40B4-BE49-F238E27FC236}">
                  <a16:creationId xmlns:a16="http://schemas.microsoft.com/office/drawing/2014/main" id="{A334752A-6EF9-43CC-B325-D2D3E36C3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962"/>
              <a:ext cx="38" cy="58"/>
            </a:xfrm>
            <a:custGeom>
              <a:avLst/>
              <a:gdLst>
                <a:gd name="T0" fmla="*/ 39 w 27"/>
                <a:gd name="T1" fmla="*/ 96 h 41"/>
                <a:gd name="T2" fmla="*/ 28 w 27"/>
                <a:gd name="T3" fmla="*/ 163 h 41"/>
                <a:gd name="T4" fmla="*/ 0 w 27"/>
                <a:gd name="T5" fmla="*/ 221 h 41"/>
                <a:gd name="T6" fmla="*/ 135 w 27"/>
                <a:gd name="T7" fmla="*/ 149 h 41"/>
                <a:gd name="T8" fmla="*/ 39 w 27"/>
                <a:gd name="T9" fmla="*/ 10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1">
                  <a:moveTo>
                    <a:pt x="7" y="17"/>
                  </a:moveTo>
                  <a:cubicBezTo>
                    <a:pt x="5" y="20"/>
                    <a:pt x="6" y="25"/>
                    <a:pt x="5" y="28"/>
                  </a:cubicBezTo>
                  <a:cubicBezTo>
                    <a:pt x="3" y="32"/>
                    <a:pt x="0" y="35"/>
                    <a:pt x="0" y="39"/>
                  </a:cubicBezTo>
                  <a:cubicBezTo>
                    <a:pt x="7" y="41"/>
                    <a:pt x="27" y="36"/>
                    <a:pt x="24" y="26"/>
                  </a:cubicBezTo>
                  <a:cubicBezTo>
                    <a:pt x="22" y="18"/>
                    <a:pt x="9" y="0"/>
                    <a:pt x="7" y="18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5" name="Freeform 172">
              <a:extLst>
                <a:ext uri="{FF2B5EF4-FFF2-40B4-BE49-F238E27FC236}">
                  <a16:creationId xmlns:a16="http://schemas.microsoft.com/office/drawing/2014/main" id="{AE94E768-301D-4752-94C2-C734BC92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953"/>
              <a:ext cx="41" cy="53"/>
            </a:xfrm>
            <a:custGeom>
              <a:avLst/>
              <a:gdLst>
                <a:gd name="T0" fmla="*/ 0 w 29"/>
                <a:gd name="T1" fmla="*/ 78 h 38"/>
                <a:gd name="T2" fmla="*/ 66 w 29"/>
                <a:gd name="T3" fmla="*/ 201 h 38"/>
                <a:gd name="T4" fmla="*/ 148 w 29"/>
                <a:gd name="T5" fmla="*/ 163 h 38"/>
                <a:gd name="T6" fmla="*/ 117 w 29"/>
                <a:gd name="T7" fmla="*/ 54 h 38"/>
                <a:gd name="T8" fmla="*/ 49 w 29"/>
                <a:gd name="T9" fmla="*/ 21 h 38"/>
                <a:gd name="T10" fmla="*/ 0 w 29"/>
                <a:gd name="T11" fmla="*/ 7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8">
                  <a:moveTo>
                    <a:pt x="0" y="15"/>
                  </a:moveTo>
                  <a:cubicBezTo>
                    <a:pt x="2" y="23"/>
                    <a:pt x="8" y="30"/>
                    <a:pt x="11" y="38"/>
                  </a:cubicBezTo>
                  <a:cubicBezTo>
                    <a:pt x="14" y="36"/>
                    <a:pt x="24" y="34"/>
                    <a:pt x="26" y="31"/>
                  </a:cubicBezTo>
                  <a:cubicBezTo>
                    <a:pt x="29" y="27"/>
                    <a:pt x="23" y="15"/>
                    <a:pt x="21" y="10"/>
                  </a:cubicBezTo>
                  <a:cubicBezTo>
                    <a:pt x="18" y="1"/>
                    <a:pt x="18" y="0"/>
                    <a:pt x="9" y="4"/>
                  </a:cubicBezTo>
                  <a:cubicBezTo>
                    <a:pt x="5" y="7"/>
                    <a:pt x="0" y="9"/>
                    <a:pt x="0" y="15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6" name="Freeform 173">
              <a:extLst>
                <a:ext uri="{FF2B5EF4-FFF2-40B4-BE49-F238E27FC236}">
                  <a16:creationId xmlns:a16="http://schemas.microsoft.com/office/drawing/2014/main" id="{4AA1C334-93D2-4EE1-9D75-971AB498A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957"/>
              <a:ext cx="37" cy="52"/>
            </a:xfrm>
            <a:custGeom>
              <a:avLst/>
              <a:gdLst>
                <a:gd name="T0" fmla="*/ 13 w 26"/>
                <a:gd name="T1" fmla="*/ 1 h 37"/>
                <a:gd name="T2" fmla="*/ 54 w 26"/>
                <a:gd name="T3" fmla="*/ 132 h 37"/>
                <a:gd name="T4" fmla="*/ 115 w 26"/>
                <a:gd name="T5" fmla="*/ 162 h 37"/>
                <a:gd name="T6" fmla="*/ 152 w 26"/>
                <a:gd name="T7" fmla="*/ 204 h 37"/>
                <a:gd name="T8" fmla="*/ 148 w 26"/>
                <a:gd name="T9" fmla="*/ 117 h 37"/>
                <a:gd name="T10" fmla="*/ 128 w 26"/>
                <a:gd name="T11" fmla="*/ 21 h 37"/>
                <a:gd name="T12" fmla="*/ 0 w 26"/>
                <a:gd name="T13" fmla="*/ 1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7">
                  <a:moveTo>
                    <a:pt x="2" y="1"/>
                  </a:moveTo>
                  <a:cubicBezTo>
                    <a:pt x="0" y="6"/>
                    <a:pt x="5" y="21"/>
                    <a:pt x="9" y="24"/>
                  </a:cubicBezTo>
                  <a:cubicBezTo>
                    <a:pt x="13" y="26"/>
                    <a:pt x="17" y="26"/>
                    <a:pt x="20" y="29"/>
                  </a:cubicBezTo>
                  <a:cubicBezTo>
                    <a:pt x="23" y="32"/>
                    <a:pt x="23" y="36"/>
                    <a:pt x="26" y="37"/>
                  </a:cubicBezTo>
                  <a:cubicBezTo>
                    <a:pt x="26" y="32"/>
                    <a:pt x="25" y="26"/>
                    <a:pt x="25" y="21"/>
                  </a:cubicBezTo>
                  <a:cubicBezTo>
                    <a:pt x="24" y="17"/>
                    <a:pt x="25" y="7"/>
                    <a:pt x="22" y="4"/>
                  </a:cubicBezTo>
                  <a:cubicBezTo>
                    <a:pt x="18" y="0"/>
                    <a:pt x="5" y="1"/>
                    <a:pt x="0" y="3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7" name="Freeform 174">
              <a:extLst>
                <a:ext uri="{FF2B5EF4-FFF2-40B4-BE49-F238E27FC236}">
                  <a16:creationId xmlns:a16="http://schemas.microsoft.com/office/drawing/2014/main" id="{26F53CB9-C5EF-474B-B1D7-B5601538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975"/>
              <a:ext cx="13" cy="74"/>
            </a:xfrm>
            <a:custGeom>
              <a:avLst/>
              <a:gdLst>
                <a:gd name="T0" fmla="*/ 1 w 9"/>
                <a:gd name="T1" fmla="*/ 40 h 53"/>
                <a:gd name="T2" fmla="*/ 52 w 9"/>
                <a:gd name="T3" fmla="*/ 281 h 53"/>
                <a:gd name="T4" fmla="*/ 27 w 9"/>
                <a:gd name="T5" fmla="*/ 117 h 53"/>
                <a:gd name="T6" fmla="*/ 0 w 9"/>
                <a:gd name="T7" fmla="*/ 0 h 53"/>
                <a:gd name="T8" fmla="*/ 0 w 9"/>
                <a:gd name="T9" fmla="*/ 4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3">
                  <a:moveTo>
                    <a:pt x="1" y="8"/>
                  </a:moveTo>
                  <a:cubicBezTo>
                    <a:pt x="1" y="21"/>
                    <a:pt x="0" y="42"/>
                    <a:pt x="8" y="53"/>
                  </a:cubicBezTo>
                  <a:cubicBezTo>
                    <a:pt x="9" y="43"/>
                    <a:pt x="5" y="32"/>
                    <a:pt x="4" y="22"/>
                  </a:cubicBezTo>
                  <a:cubicBezTo>
                    <a:pt x="3" y="15"/>
                    <a:pt x="3" y="7"/>
                    <a:pt x="0" y="0"/>
                  </a:cubicBez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solidFill>
              <a:srgbClr val="EA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8" name="Freeform 175">
              <a:extLst>
                <a:ext uri="{FF2B5EF4-FFF2-40B4-BE49-F238E27FC236}">
                  <a16:creationId xmlns:a16="http://schemas.microsoft.com/office/drawing/2014/main" id="{9D57D7D4-E39A-4A76-BD53-C4E93C13C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124"/>
              <a:ext cx="136" cy="202"/>
            </a:xfrm>
            <a:custGeom>
              <a:avLst/>
              <a:gdLst>
                <a:gd name="T0" fmla="*/ 29 w 97"/>
                <a:gd name="T1" fmla="*/ 136 h 144"/>
                <a:gd name="T2" fmla="*/ 151 w 97"/>
                <a:gd name="T3" fmla="*/ 58 h 144"/>
                <a:gd name="T4" fmla="*/ 255 w 97"/>
                <a:gd name="T5" fmla="*/ 21 h 144"/>
                <a:gd name="T6" fmla="*/ 386 w 97"/>
                <a:gd name="T7" fmla="*/ 123 h 144"/>
                <a:gd name="T8" fmla="*/ 482 w 97"/>
                <a:gd name="T9" fmla="*/ 229 h 144"/>
                <a:gd name="T10" fmla="*/ 468 w 97"/>
                <a:gd name="T11" fmla="*/ 314 h 144"/>
                <a:gd name="T12" fmla="*/ 468 w 97"/>
                <a:gd name="T13" fmla="*/ 414 h 144"/>
                <a:gd name="T14" fmla="*/ 494 w 97"/>
                <a:gd name="T15" fmla="*/ 596 h 144"/>
                <a:gd name="T16" fmla="*/ 366 w 97"/>
                <a:gd name="T17" fmla="*/ 700 h 144"/>
                <a:gd name="T18" fmla="*/ 231 w 97"/>
                <a:gd name="T19" fmla="*/ 718 h 144"/>
                <a:gd name="T20" fmla="*/ 219 w 97"/>
                <a:gd name="T21" fmla="*/ 581 h 144"/>
                <a:gd name="T22" fmla="*/ 192 w 97"/>
                <a:gd name="T23" fmla="*/ 419 h 144"/>
                <a:gd name="T24" fmla="*/ 97 w 97"/>
                <a:gd name="T25" fmla="*/ 268 h 144"/>
                <a:gd name="T26" fmla="*/ 11 w 97"/>
                <a:gd name="T27" fmla="*/ 152 h 144"/>
                <a:gd name="T28" fmla="*/ 39 w 97"/>
                <a:gd name="T29" fmla="*/ 136 h 1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7" h="144">
                  <a:moveTo>
                    <a:pt x="6" y="25"/>
                  </a:moveTo>
                  <a:cubicBezTo>
                    <a:pt x="12" y="29"/>
                    <a:pt x="24" y="15"/>
                    <a:pt x="28" y="11"/>
                  </a:cubicBezTo>
                  <a:cubicBezTo>
                    <a:pt x="32" y="4"/>
                    <a:pt x="39" y="0"/>
                    <a:pt x="47" y="4"/>
                  </a:cubicBezTo>
                  <a:cubicBezTo>
                    <a:pt x="56" y="9"/>
                    <a:pt x="63" y="17"/>
                    <a:pt x="71" y="23"/>
                  </a:cubicBezTo>
                  <a:cubicBezTo>
                    <a:pt x="79" y="28"/>
                    <a:pt x="88" y="30"/>
                    <a:pt x="89" y="42"/>
                  </a:cubicBezTo>
                  <a:cubicBezTo>
                    <a:pt x="89" y="47"/>
                    <a:pt x="87" y="53"/>
                    <a:pt x="86" y="58"/>
                  </a:cubicBezTo>
                  <a:cubicBezTo>
                    <a:pt x="85" y="64"/>
                    <a:pt x="85" y="71"/>
                    <a:pt x="86" y="76"/>
                  </a:cubicBezTo>
                  <a:cubicBezTo>
                    <a:pt x="88" y="87"/>
                    <a:pt x="97" y="99"/>
                    <a:pt x="91" y="110"/>
                  </a:cubicBezTo>
                  <a:cubicBezTo>
                    <a:pt x="86" y="121"/>
                    <a:pt x="77" y="123"/>
                    <a:pt x="68" y="129"/>
                  </a:cubicBezTo>
                  <a:cubicBezTo>
                    <a:pt x="60" y="134"/>
                    <a:pt x="50" y="144"/>
                    <a:pt x="43" y="132"/>
                  </a:cubicBezTo>
                  <a:cubicBezTo>
                    <a:pt x="39" y="124"/>
                    <a:pt x="39" y="115"/>
                    <a:pt x="40" y="107"/>
                  </a:cubicBezTo>
                  <a:cubicBezTo>
                    <a:pt x="40" y="97"/>
                    <a:pt x="39" y="86"/>
                    <a:pt x="36" y="77"/>
                  </a:cubicBezTo>
                  <a:cubicBezTo>
                    <a:pt x="33" y="67"/>
                    <a:pt x="28" y="54"/>
                    <a:pt x="18" y="49"/>
                  </a:cubicBezTo>
                  <a:cubicBezTo>
                    <a:pt x="8" y="44"/>
                    <a:pt x="0" y="39"/>
                    <a:pt x="2" y="28"/>
                  </a:cubicBezTo>
                  <a:cubicBezTo>
                    <a:pt x="3" y="26"/>
                    <a:pt x="5" y="26"/>
                    <a:pt x="7" y="25"/>
                  </a:cubicBezTo>
                </a:path>
              </a:pathLst>
            </a:custGeom>
            <a:solidFill>
              <a:srgbClr val="F4E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9" name="Freeform 176">
              <a:extLst>
                <a:ext uri="{FF2B5EF4-FFF2-40B4-BE49-F238E27FC236}">
                  <a16:creationId xmlns:a16="http://schemas.microsoft.com/office/drawing/2014/main" id="{541CA811-02EB-4EE5-BB9B-084EAB6CB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149"/>
              <a:ext cx="63" cy="108"/>
            </a:xfrm>
            <a:custGeom>
              <a:avLst/>
              <a:gdLst>
                <a:gd name="T0" fmla="*/ 157 w 45"/>
                <a:gd name="T1" fmla="*/ 41 h 77"/>
                <a:gd name="T2" fmla="*/ 67 w 45"/>
                <a:gd name="T3" fmla="*/ 15 h 77"/>
                <a:gd name="T4" fmla="*/ 41 w 45"/>
                <a:gd name="T5" fmla="*/ 137 h 77"/>
                <a:gd name="T6" fmla="*/ 118 w 45"/>
                <a:gd name="T7" fmla="*/ 297 h 77"/>
                <a:gd name="T8" fmla="*/ 136 w 45"/>
                <a:gd name="T9" fmla="*/ 376 h 77"/>
                <a:gd name="T10" fmla="*/ 204 w 45"/>
                <a:gd name="T11" fmla="*/ 396 h 77"/>
                <a:gd name="T12" fmla="*/ 214 w 45"/>
                <a:gd name="T13" fmla="*/ 321 h 77"/>
                <a:gd name="T14" fmla="*/ 227 w 45"/>
                <a:gd name="T15" fmla="*/ 243 h 77"/>
                <a:gd name="T16" fmla="*/ 211 w 45"/>
                <a:gd name="T17" fmla="*/ 132 h 77"/>
                <a:gd name="T18" fmla="*/ 151 w 45"/>
                <a:gd name="T19" fmla="*/ 41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77">
                  <a:moveTo>
                    <a:pt x="29" y="8"/>
                  </a:moveTo>
                  <a:cubicBezTo>
                    <a:pt x="23" y="6"/>
                    <a:pt x="19" y="0"/>
                    <a:pt x="12" y="3"/>
                  </a:cubicBezTo>
                  <a:cubicBezTo>
                    <a:pt x="0" y="7"/>
                    <a:pt x="2" y="18"/>
                    <a:pt x="8" y="26"/>
                  </a:cubicBezTo>
                  <a:cubicBezTo>
                    <a:pt x="14" y="33"/>
                    <a:pt x="21" y="45"/>
                    <a:pt x="22" y="55"/>
                  </a:cubicBezTo>
                  <a:cubicBezTo>
                    <a:pt x="23" y="60"/>
                    <a:pt x="22" y="64"/>
                    <a:pt x="25" y="69"/>
                  </a:cubicBezTo>
                  <a:cubicBezTo>
                    <a:pt x="28" y="73"/>
                    <a:pt x="33" y="77"/>
                    <a:pt x="38" y="73"/>
                  </a:cubicBezTo>
                  <a:cubicBezTo>
                    <a:pt x="43" y="70"/>
                    <a:pt x="40" y="64"/>
                    <a:pt x="40" y="59"/>
                  </a:cubicBezTo>
                  <a:cubicBezTo>
                    <a:pt x="39" y="53"/>
                    <a:pt x="40" y="50"/>
                    <a:pt x="42" y="45"/>
                  </a:cubicBezTo>
                  <a:cubicBezTo>
                    <a:pt x="45" y="37"/>
                    <a:pt x="43" y="31"/>
                    <a:pt x="39" y="24"/>
                  </a:cubicBezTo>
                  <a:cubicBezTo>
                    <a:pt x="37" y="19"/>
                    <a:pt x="33" y="10"/>
                    <a:pt x="28" y="8"/>
                  </a:cubicBezTo>
                </a:path>
              </a:pathLst>
            </a:custGeom>
            <a:solidFill>
              <a:srgbClr val="F9F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0" name="Freeform 177">
              <a:extLst>
                <a:ext uri="{FF2B5EF4-FFF2-40B4-BE49-F238E27FC236}">
                  <a16:creationId xmlns:a16="http://schemas.microsoft.com/office/drawing/2014/main" id="{B88AFCFC-7EF1-455E-8BF5-87FF34D14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885"/>
              <a:ext cx="428" cy="195"/>
            </a:xfrm>
            <a:custGeom>
              <a:avLst/>
              <a:gdLst>
                <a:gd name="T0" fmla="*/ 0 w 305"/>
                <a:gd name="T1" fmla="*/ 690 h 139"/>
                <a:gd name="T2" fmla="*/ 243 w 305"/>
                <a:gd name="T3" fmla="*/ 431 h 139"/>
                <a:gd name="T4" fmla="*/ 528 w 305"/>
                <a:gd name="T5" fmla="*/ 132 h 139"/>
                <a:gd name="T6" fmla="*/ 782 w 305"/>
                <a:gd name="T7" fmla="*/ 104 h 139"/>
                <a:gd name="T8" fmla="*/ 1001 w 305"/>
                <a:gd name="T9" fmla="*/ 233 h 139"/>
                <a:gd name="T10" fmla="*/ 1344 w 305"/>
                <a:gd name="T11" fmla="*/ 28 h 139"/>
                <a:gd name="T12" fmla="*/ 1605 w 305"/>
                <a:gd name="T13" fmla="*/ 185 h 139"/>
                <a:gd name="T14" fmla="*/ 1632 w 305"/>
                <a:gd name="T15" fmla="*/ 529 h 139"/>
                <a:gd name="T16" fmla="*/ 1660 w 305"/>
                <a:gd name="T17" fmla="*/ 756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5" h="139">
                  <a:moveTo>
                    <a:pt x="0" y="127"/>
                  </a:moveTo>
                  <a:cubicBezTo>
                    <a:pt x="12" y="132"/>
                    <a:pt x="38" y="87"/>
                    <a:pt x="45" y="79"/>
                  </a:cubicBezTo>
                  <a:cubicBezTo>
                    <a:pt x="61" y="59"/>
                    <a:pt x="75" y="37"/>
                    <a:pt x="97" y="24"/>
                  </a:cubicBezTo>
                  <a:cubicBezTo>
                    <a:pt x="111" y="15"/>
                    <a:pt x="128" y="13"/>
                    <a:pt x="144" y="19"/>
                  </a:cubicBezTo>
                  <a:cubicBezTo>
                    <a:pt x="159" y="24"/>
                    <a:pt x="170" y="37"/>
                    <a:pt x="184" y="43"/>
                  </a:cubicBezTo>
                  <a:cubicBezTo>
                    <a:pt x="207" y="54"/>
                    <a:pt x="225" y="11"/>
                    <a:pt x="247" y="5"/>
                  </a:cubicBezTo>
                  <a:cubicBezTo>
                    <a:pt x="267" y="0"/>
                    <a:pt x="289" y="15"/>
                    <a:pt x="295" y="34"/>
                  </a:cubicBezTo>
                  <a:cubicBezTo>
                    <a:pt x="302" y="55"/>
                    <a:pt x="297" y="77"/>
                    <a:pt x="300" y="98"/>
                  </a:cubicBezTo>
                  <a:cubicBezTo>
                    <a:pt x="302" y="112"/>
                    <a:pt x="302" y="126"/>
                    <a:pt x="305" y="13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1" name="Freeform 178">
              <a:extLst>
                <a:ext uri="{FF2B5EF4-FFF2-40B4-BE49-F238E27FC236}">
                  <a16:creationId xmlns:a16="http://schemas.microsoft.com/office/drawing/2014/main" id="{71B053DD-2B24-4ECA-937A-DA5C9E869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836"/>
              <a:ext cx="325" cy="105"/>
            </a:xfrm>
            <a:custGeom>
              <a:avLst/>
              <a:gdLst>
                <a:gd name="T0" fmla="*/ 0 w 232"/>
                <a:gd name="T1" fmla="*/ 377 h 75"/>
                <a:gd name="T2" fmla="*/ 205 w 232"/>
                <a:gd name="T3" fmla="*/ 318 h 75"/>
                <a:gd name="T4" fmla="*/ 489 w 232"/>
                <a:gd name="T5" fmla="*/ 84 h 75"/>
                <a:gd name="T6" fmla="*/ 905 w 232"/>
                <a:gd name="T7" fmla="*/ 108 h 75"/>
                <a:gd name="T8" fmla="*/ 1116 w 232"/>
                <a:gd name="T9" fmla="*/ 227 h 75"/>
                <a:gd name="T10" fmla="*/ 1250 w 232"/>
                <a:gd name="T11" fmla="*/ 28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75">
                  <a:moveTo>
                    <a:pt x="0" y="70"/>
                  </a:moveTo>
                  <a:cubicBezTo>
                    <a:pt x="13" y="75"/>
                    <a:pt x="28" y="65"/>
                    <a:pt x="38" y="59"/>
                  </a:cubicBezTo>
                  <a:cubicBezTo>
                    <a:pt x="58" y="47"/>
                    <a:pt x="71" y="28"/>
                    <a:pt x="91" y="16"/>
                  </a:cubicBezTo>
                  <a:cubicBezTo>
                    <a:pt x="117" y="0"/>
                    <a:pt x="143" y="7"/>
                    <a:pt x="168" y="20"/>
                  </a:cubicBezTo>
                  <a:cubicBezTo>
                    <a:pt x="181" y="27"/>
                    <a:pt x="193" y="36"/>
                    <a:pt x="207" y="42"/>
                  </a:cubicBezTo>
                  <a:cubicBezTo>
                    <a:pt x="215" y="45"/>
                    <a:pt x="227" y="46"/>
                    <a:pt x="232" y="5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2" name="Freeform 179">
              <a:extLst>
                <a:ext uri="{FF2B5EF4-FFF2-40B4-BE49-F238E27FC236}">
                  <a16:creationId xmlns:a16="http://schemas.microsoft.com/office/drawing/2014/main" id="{D4018991-91F9-4CAF-8BD2-AA1813F03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895"/>
              <a:ext cx="196" cy="67"/>
            </a:xfrm>
            <a:custGeom>
              <a:avLst/>
              <a:gdLst>
                <a:gd name="T0" fmla="*/ 753 w 140"/>
                <a:gd name="T1" fmla="*/ 40 h 48"/>
                <a:gd name="T2" fmla="*/ 515 w 140"/>
                <a:gd name="T3" fmla="*/ 28 h 48"/>
                <a:gd name="T4" fmla="*/ 337 w 140"/>
                <a:gd name="T5" fmla="*/ 163 h 48"/>
                <a:gd name="T6" fmla="*/ 157 w 140"/>
                <a:gd name="T7" fmla="*/ 250 h 48"/>
                <a:gd name="T8" fmla="*/ 0 w 140"/>
                <a:gd name="T9" fmla="*/ 25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8">
                  <a:moveTo>
                    <a:pt x="140" y="8"/>
                  </a:moveTo>
                  <a:cubicBezTo>
                    <a:pt x="125" y="3"/>
                    <a:pt x="112" y="0"/>
                    <a:pt x="96" y="5"/>
                  </a:cubicBezTo>
                  <a:cubicBezTo>
                    <a:pt x="81" y="11"/>
                    <a:pt x="73" y="18"/>
                    <a:pt x="63" y="31"/>
                  </a:cubicBezTo>
                  <a:cubicBezTo>
                    <a:pt x="54" y="43"/>
                    <a:pt x="44" y="48"/>
                    <a:pt x="29" y="47"/>
                  </a:cubicBezTo>
                  <a:cubicBezTo>
                    <a:pt x="20" y="47"/>
                    <a:pt x="9" y="44"/>
                    <a:pt x="0" y="4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3" name="Freeform 180">
              <a:extLst>
                <a:ext uri="{FF2B5EF4-FFF2-40B4-BE49-F238E27FC236}">
                  <a16:creationId xmlns:a16="http://schemas.microsoft.com/office/drawing/2014/main" id="{3D1CEF3F-ED3F-4DD3-B824-5C3446863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825"/>
              <a:ext cx="212" cy="115"/>
            </a:xfrm>
            <a:custGeom>
              <a:avLst/>
              <a:gdLst>
                <a:gd name="T0" fmla="*/ 0 w 151"/>
                <a:gd name="T1" fmla="*/ 146 h 82"/>
                <a:gd name="T2" fmla="*/ 382 w 151"/>
                <a:gd name="T3" fmla="*/ 94 h 82"/>
                <a:gd name="T4" fmla="*/ 713 w 151"/>
                <a:gd name="T5" fmla="*/ 69 h 82"/>
                <a:gd name="T6" fmla="*/ 741 w 151"/>
                <a:gd name="T7" fmla="*/ 445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82">
                  <a:moveTo>
                    <a:pt x="0" y="27"/>
                  </a:moveTo>
                  <a:cubicBezTo>
                    <a:pt x="25" y="34"/>
                    <a:pt x="45" y="25"/>
                    <a:pt x="70" y="17"/>
                  </a:cubicBezTo>
                  <a:cubicBezTo>
                    <a:pt x="87" y="12"/>
                    <a:pt x="115" y="0"/>
                    <a:pt x="131" y="13"/>
                  </a:cubicBezTo>
                  <a:cubicBezTo>
                    <a:pt x="151" y="29"/>
                    <a:pt x="141" y="62"/>
                    <a:pt x="136" y="8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4" name="Freeform 181">
              <a:extLst>
                <a:ext uri="{FF2B5EF4-FFF2-40B4-BE49-F238E27FC236}">
                  <a16:creationId xmlns:a16="http://schemas.microsoft.com/office/drawing/2014/main" id="{53AB68A8-F6F2-4BD8-B2C9-7E3A535AB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759"/>
              <a:ext cx="408" cy="140"/>
            </a:xfrm>
            <a:custGeom>
              <a:avLst/>
              <a:gdLst>
                <a:gd name="T0" fmla="*/ 0 w 291"/>
                <a:gd name="T1" fmla="*/ 508 h 100"/>
                <a:gd name="T2" fmla="*/ 241 w 291"/>
                <a:gd name="T3" fmla="*/ 364 h 100"/>
                <a:gd name="T4" fmla="*/ 522 w 291"/>
                <a:gd name="T5" fmla="*/ 94 h 100"/>
                <a:gd name="T6" fmla="*/ 768 w 291"/>
                <a:gd name="T7" fmla="*/ 28 h 100"/>
                <a:gd name="T8" fmla="*/ 1050 w 291"/>
                <a:gd name="T9" fmla="*/ 69 h 100"/>
                <a:gd name="T10" fmla="*/ 1458 w 291"/>
                <a:gd name="T11" fmla="*/ 97 h 100"/>
                <a:gd name="T12" fmla="*/ 1565 w 291"/>
                <a:gd name="T13" fmla="*/ 273 h 100"/>
                <a:gd name="T14" fmla="*/ 1576 w 291"/>
                <a:gd name="T15" fmla="*/ 328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1" h="100">
                  <a:moveTo>
                    <a:pt x="0" y="94"/>
                  </a:moveTo>
                  <a:cubicBezTo>
                    <a:pt x="12" y="100"/>
                    <a:pt x="37" y="75"/>
                    <a:pt x="45" y="68"/>
                  </a:cubicBezTo>
                  <a:cubicBezTo>
                    <a:pt x="63" y="52"/>
                    <a:pt x="78" y="32"/>
                    <a:pt x="96" y="17"/>
                  </a:cubicBezTo>
                  <a:cubicBezTo>
                    <a:pt x="109" y="5"/>
                    <a:pt x="124" y="0"/>
                    <a:pt x="142" y="5"/>
                  </a:cubicBezTo>
                  <a:cubicBezTo>
                    <a:pt x="160" y="11"/>
                    <a:pt x="174" y="16"/>
                    <a:pt x="194" y="13"/>
                  </a:cubicBezTo>
                  <a:cubicBezTo>
                    <a:pt x="216" y="9"/>
                    <a:pt x="249" y="7"/>
                    <a:pt x="269" y="18"/>
                  </a:cubicBezTo>
                  <a:cubicBezTo>
                    <a:pt x="280" y="25"/>
                    <a:pt x="286" y="39"/>
                    <a:pt x="289" y="51"/>
                  </a:cubicBezTo>
                  <a:cubicBezTo>
                    <a:pt x="290" y="55"/>
                    <a:pt x="290" y="58"/>
                    <a:pt x="291" y="6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5" name="Freeform 182">
              <a:extLst>
                <a:ext uri="{FF2B5EF4-FFF2-40B4-BE49-F238E27FC236}">
                  <a16:creationId xmlns:a16="http://schemas.microsoft.com/office/drawing/2014/main" id="{CED9639B-5473-42DB-AB2C-8686AC2F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798"/>
              <a:ext cx="212" cy="47"/>
            </a:xfrm>
            <a:custGeom>
              <a:avLst/>
              <a:gdLst>
                <a:gd name="T0" fmla="*/ 824 w 151"/>
                <a:gd name="T1" fmla="*/ 157 h 33"/>
                <a:gd name="T2" fmla="*/ 323 w 151"/>
                <a:gd name="T3" fmla="*/ 38 h 33"/>
                <a:gd name="T4" fmla="*/ 114 w 151"/>
                <a:gd name="T5" fmla="*/ 107 h 33"/>
                <a:gd name="T6" fmla="*/ 0 w 151"/>
                <a:gd name="T7" fmla="*/ 19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33">
                  <a:moveTo>
                    <a:pt x="151" y="27"/>
                  </a:moveTo>
                  <a:cubicBezTo>
                    <a:pt x="119" y="22"/>
                    <a:pt x="93" y="0"/>
                    <a:pt x="59" y="6"/>
                  </a:cubicBezTo>
                  <a:cubicBezTo>
                    <a:pt x="47" y="7"/>
                    <a:pt x="31" y="13"/>
                    <a:pt x="21" y="18"/>
                  </a:cubicBezTo>
                  <a:cubicBezTo>
                    <a:pt x="14" y="23"/>
                    <a:pt x="8" y="32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6" name="Freeform 183">
              <a:extLst>
                <a:ext uri="{FF2B5EF4-FFF2-40B4-BE49-F238E27FC236}">
                  <a16:creationId xmlns:a16="http://schemas.microsoft.com/office/drawing/2014/main" id="{F92CE0D6-7E28-49C2-906D-3F6CE170C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713"/>
              <a:ext cx="207" cy="67"/>
            </a:xfrm>
            <a:custGeom>
              <a:avLst/>
              <a:gdLst>
                <a:gd name="T0" fmla="*/ 794 w 148"/>
                <a:gd name="T1" fmla="*/ 241 h 48"/>
                <a:gd name="T2" fmla="*/ 708 w 148"/>
                <a:gd name="T3" fmla="*/ 201 h 48"/>
                <a:gd name="T4" fmla="*/ 564 w 148"/>
                <a:gd name="T5" fmla="*/ 103 h 48"/>
                <a:gd name="T6" fmla="*/ 309 w 148"/>
                <a:gd name="T7" fmla="*/ 28 h 48"/>
                <a:gd name="T8" fmla="*/ 123 w 148"/>
                <a:gd name="T9" fmla="*/ 123 h 48"/>
                <a:gd name="T10" fmla="*/ 0 w 148"/>
                <a:gd name="T11" fmla="*/ 19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48">
                  <a:moveTo>
                    <a:pt x="148" y="46"/>
                  </a:moveTo>
                  <a:cubicBezTo>
                    <a:pt x="143" y="48"/>
                    <a:pt x="137" y="41"/>
                    <a:pt x="132" y="38"/>
                  </a:cubicBezTo>
                  <a:cubicBezTo>
                    <a:pt x="123" y="32"/>
                    <a:pt x="114" y="26"/>
                    <a:pt x="105" y="19"/>
                  </a:cubicBezTo>
                  <a:cubicBezTo>
                    <a:pt x="90" y="9"/>
                    <a:pt x="77" y="0"/>
                    <a:pt x="58" y="5"/>
                  </a:cubicBezTo>
                  <a:cubicBezTo>
                    <a:pt x="45" y="8"/>
                    <a:pt x="35" y="17"/>
                    <a:pt x="23" y="23"/>
                  </a:cubicBezTo>
                  <a:cubicBezTo>
                    <a:pt x="15" y="28"/>
                    <a:pt x="7" y="32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7" name="Freeform 184">
              <a:extLst>
                <a:ext uri="{FF2B5EF4-FFF2-40B4-BE49-F238E27FC236}">
                  <a16:creationId xmlns:a16="http://schemas.microsoft.com/office/drawing/2014/main" id="{A35B0516-CEB3-411E-8594-ABAA4CFF2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717"/>
              <a:ext cx="189" cy="165"/>
            </a:xfrm>
            <a:custGeom>
              <a:avLst/>
              <a:gdLst>
                <a:gd name="T0" fmla="*/ 0 w 135"/>
                <a:gd name="T1" fmla="*/ 632 h 118"/>
                <a:gd name="T2" fmla="*/ 80 w 135"/>
                <a:gd name="T3" fmla="*/ 529 h 118"/>
                <a:gd name="T4" fmla="*/ 176 w 135"/>
                <a:gd name="T5" fmla="*/ 358 h 118"/>
                <a:gd name="T6" fmla="*/ 372 w 135"/>
                <a:gd name="T7" fmla="*/ 94 h 118"/>
                <a:gd name="T8" fmla="*/ 577 w 135"/>
                <a:gd name="T9" fmla="*/ 1 h 118"/>
                <a:gd name="T10" fmla="*/ 727 w 135"/>
                <a:gd name="T11" fmla="*/ 55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118">
                  <a:moveTo>
                    <a:pt x="0" y="118"/>
                  </a:moveTo>
                  <a:cubicBezTo>
                    <a:pt x="3" y="111"/>
                    <a:pt x="11" y="105"/>
                    <a:pt x="15" y="99"/>
                  </a:cubicBezTo>
                  <a:cubicBezTo>
                    <a:pt x="21" y="89"/>
                    <a:pt x="27" y="77"/>
                    <a:pt x="33" y="67"/>
                  </a:cubicBezTo>
                  <a:cubicBezTo>
                    <a:pt x="43" y="48"/>
                    <a:pt x="52" y="31"/>
                    <a:pt x="69" y="17"/>
                  </a:cubicBezTo>
                  <a:cubicBezTo>
                    <a:pt x="79" y="9"/>
                    <a:pt x="94" y="0"/>
                    <a:pt x="107" y="1"/>
                  </a:cubicBezTo>
                  <a:cubicBezTo>
                    <a:pt x="114" y="1"/>
                    <a:pt x="130" y="5"/>
                    <a:pt x="135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8" name="Freeform 185">
              <a:extLst>
                <a:ext uri="{FF2B5EF4-FFF2-40B4-BE49-F238E27FC236}">
                  <a16:creationId xmlns:a16="http://schemas.microsoft.com/office/drawing/2014/main" id="{3936DB4C-251E-4FB6-82EE-E90ED2EB2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717"/>
              <a:ext cx="156" cy="244"/>
            </a:xfrm>
            <a:custGeom>
              <a:avLst/>
              <a:gdLst>
                <a:gd name="T0" fmla="*/ 0 w 111"/>
                <a:gd name="T1" fmla="*/ 15 h 174"/>
                <a:gd name="T2" fmla="*/ 191 w 111"/>
                <a:gd name="T3" fmla="*/ 1 h 174"/>
                <a:gd name="T4" fmla="*/ 384 w 111"/>
                <a:gd name="T5" fmla="*/ 69 h 174"/>
                <a:gd name="T6" fmla="*/ 576 w 111"/>
                <a:gd name="T7" fmla="*/ 377 h 174"/>
                <a:gd name="T8" fmla="*/ 594 w 111"/>
                <a:gd name="T9" fmla="*/ 557 h 174"/>
                <a:gd name="T10" fmla="*/ 609 w 111"/>
                <a:gd name="T11" fmla="*/ 693 h 174"/>
                <a:gd name="T12" fmla="*/ 555 w 111"/>
                <a:gd name="T13" fmla="*/ 944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74">
                  <a:moveTo>
                    <a:pt x="0" y="3"/>
                  </a:moveTo>
                  <a:cubicBezTo>
                    <a:pt x="8" y="7"/>
                    <a:pt x="26" y="2"/>
                    <a:pt x="35" y="1"/>
                  </a:cubicBezTo>
                  <a:cubicBezTo>
                    <a:pt x="48" y="0"/>
                    <a:pt x="59" y="4"/>
                    <a:pt x="70" y="13"/>
                  </a:cubicBezTo>
                  <a:cubicBezTo>
                    <a:pt x="85" y="28"/>
                    <a:pt x="98" y="50"/>
                    <a:pt x="105" y="70"/>
                  </a:cubicBezTo>
                  <a:cubicBezTo>
                    <a:pt x="108" y="81"/>
                    <a:pt x="107" y="92"/>
                    <a:pt x="108" y="103"/>
                  </a:cubicBezTo>
                  <a:cubicBezTo>
                    <a:pt x="109" y="112"/>
                    <a:pt x="111" y="120"/>
                    <a:pt x="111" y="128"/>
                  </a:cubicBezTo>
                  <a:cubicBezTo>
                    <a:pt x="110" y="144"/>
                    <a:pt x="101" y="157"/>
                    <a:pt x="101" y="17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9" name="Freeform 186">
              <a:extLst>
                <a:ext uri="{FF2B5EF4-FFF2-40B4-BE49-F238E27FC236}">
                  <a16:creationId xmlns:a16="http://schemas.microsoft.com/office/drawing/2014/main" id="{AC53A38B-DB78-4920-B788-46FDAD3FD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678"/>
              <a:ext cx="169" cy="43"/>
            </a:xfrm>
            <a:custGeom>
              <a:avLst/>
              <a:gdLst>
                <a:gd name="T0" fmla="*/ 0 w 121"/>
                <a:gd name="T1" fmla="*/ 160 h 31"/>
                <a:gd name="T2" fmla="*/ 198 w 121"/>
                <a:gd name="T3" fmla="*/ 40 h 31"/>
                <a:gd name="T4" fmla="*/ 387 w 121"/>
                <a:gd name="T5" fmla="*/ 1 h 31"/>
                <a:gd name="T6" fmla="*/ 521 w 121"/>
                <a:gd name="T7" fmla="*/ 69 h 31"/>
                <a:gd name="T8" fmla="*/ 644 w 121"/>
                <a:gd name="T9" fmla="*/ 14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1">
                  <a:moveTo>
                    <a:pt x="0" y="31"/>
                  </a:moveTo>
                  <a:cubicBezTo>
                    <a:pt x="1" y="22"/>
                    <a:pt x="29" y="11"/>
                    <a:pt x="37" y="8"/>
                  </a:cubicBezTo>
                  <a:cubicBezTo>
                    <a:pt x="48" y="3"/>
                    <a:pt x="61" y="0"/>
                    <a:pt x="73" y="1"/>
                  </a:cubicBezTo>
                  <a:cubicBezTo>
                    <a:pt x="83" y="2"/>
                    <a:pt x="91" y="8"/>
                    <a:pt x="98" y="14"/>
                  </a:cubicBezTo>
                  <a:cubicBezTo>
                    <a:pt x="105" y="19"/>
                    <a:pt x="115" y="23"/>
                    <a:pt x="121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0" name="Freeform 187">
              <a:extLst>
                <a:ext uri="{FF2B5EF4-FFF2-40B4-BE49-F238E27FC236}">
                  <a16:creationId xmlns:a16="http://schemas.microsoft.com/office/drawing/2014/main" id="{95E82D65-692A-4E54-95FF-DD6EB645D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794"/>
              <a:ext cx="202" cy="111"/>
            </a:xfrm>
            <a:custGeom>
              <a:avLst/>
              <a:gdLst>
                <a:gd name="T0" fmla="*/ 781 w 144"/>
                <a:gd name="T1" fmla="*/ 42 h 79"/>
                <a:gd name="T2" fmla="*/ 671 w 144"/>
                <a:gd name="T3" fmla="*/ 21 h 79"/>
                <a:gd name="T4" fmla="*/ 512 w 144"/>
                <a:gd name="T5" fmla="*/ 0 h 79"/>
                <a:gd name="T6" fmla="*/ 269 w 144"/>
                <a:gd name="T7" fmla="*/ 77 h 79"/>
                <a:gd name="T8" fmla="*/ 0 w 144"/>
                <a:gd name="T9" fmla="*/ 43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79">
                  <a:moveTo>
                    <a:pt x="144" y="8"/>
                  </a:moveTo>
                  <a:cubicBezTo>
                    <a:pt x="139" y="5"/>
                    <a:pt x="130" y="5"/>
                    <a:pt x="123" y="4"/>
                  </a:cubicBezTo>
                  <a:cubicBezTo>
                    <a:pt x="113" y="3"/>
                    <a:pt x="105" y="0"/>
                    <a:pt x="94" y="0"/>
                  </a:cubicBezTo>
                  <a:cubicBezTo>
                    <a:pt x="76" y="0"/>
                    <a:pt x="65" y="4"/>
                    <a:pt x="50" y="14"/>
                  </a:cubicBezTo>
                  <a:cubicBezTo>
                    <a:pt x="26" y="31"/>
                    <a:pt x="15" y="57"/>
                    <a:pt x="0" y="7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1" name="Freeform 188">
              <a:extLst>
                <a:ext uri="{FF2B5EF4-FFF2-40B4-BE49-F238E27FC236}">
                  <a16:creationId xmlns:a16="http://schemas.microsoft.com/office/drawing/2014/main" id="{ACE1F21E-BBCD-4562-A524-E33DDC9C6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901"/>
              <a:ext cx="205" cy="87"/>
            </a:xfrm>
            <a:custGeom>
              <a:avLst/>
              <a:gdLst>
                <a:gd name="T0" fmla="*/ 0 w 146"/>
                <a:gd name="T1" fmla="*/ 41 h 62"/>
                <a:gd name="T2" fmla="*/ 132 w 146"/>
                <a:gd name="T3" fmla="*/ 180 h 62"/>
                <a:gd name="T4" fmla="*/ 233 w 146"/>
                <a:gd name="T5" fmla="*/ 299 h 62"/>
                <a:gd name="T6" fmla="*/ 425 w 146"/>
                <a:gd name="T7" fmla="*/ 142 h 62"/>
                <a:gd name="T8" fmla="*/ 623 w 146"/>
                <a:gd name="T9" fmla="*/ 11 h 62"/>
                <a:gd name="T10" fmla="*/ 796 w 146"/>
                <a:gd name="T11" fmla="*/ 67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62">
                  <a:moveTo>
                    <a:pt x="0" y="8"/>
                  </a:moveTo>
                  <a:cubicBezTo>
                    <a:pt x="10" y="15"/>
                    <a:pt x="16" y="24"/>
                    <a:pt x="24" y="33"/>
                  </a:cubicBezTo>
                  <a:cubicBezTo>
                    <a:pt x="29" y="40"/>
                    <a:pt x="35" y="52"/>
                    <a:pt x="43" y="55"/>
                  </a:cubicBezTo>
                  <a:cubicBezTo>
                    <a:pt x="62" y="62"/>
                    <a:pt x="71" y="37"/>
                    <a:pt x="78" y="26"/>
                  </a:cubicBezTo>
                  <a:cubicBezTo>
                    <a:pt x="86" y="14"/>
                    <a:pt x="100" y="3"/>
                    <a:pt x="114" y="2"/>
                  </a:cubicBezTo>
                  <a:cubicBezTo>
                    <a:pt x="128" y="0"/>
                    <a:pt x="135" y="6"/>
                    <a:pt x="146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2" name="Freeform 189">
              <a:extLst>
                <a:ext uri="{FF2B5EF4-FFF2-40B4-BE49-F238E27FC236}">
                  <a16:creationId xmlns:a16="http://schemas.microsoft.com/office/drawing/2014/main" id="{7AAF5A88-42C0-430C-AAC9-E15E72BA2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965"/>
              <a:ext cx="92" cy="30"/>
            </a:xfrm>
            <a:custGeom>
              <a:avLst/>
              <a:gdLst>
                <a:gd name="T0" fmla="*/ 346 w 66"/>
                <a:gd name="T1" fmla="*/ 0 h 21"/>
                <a:gd name="T2" fmla="*/ 256 w 66"/>
                <a:gd name="T3" fmla="*/ 67 h 21"/>
                <a:gd name="T4" fmla="*/ 146 w 66"/>
                <a:gd name="T5" fmla="*/ 96 h 21"/>
                <a:gd name="T6" fmla="*/ 0 w 66"/>
                <a:gd name="T7" fmla="*/ 12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1">
                  <a:moveTo>
                    <a:pt x="66" y="0"/>
                  </a:moveTo>
                  <a:cubicBezTo>
                    <a:pt x="60" y="3"/>
                    <a:pt x="55" y="8"/>
                    <a:pt x="49" y="11"/>
                  </a:cubicBezTo>
                  <a:cubicBezTo>
                    <a:pt x="42" y="15"/>
                    <a:pt x="36" y="16"/>
                    <a:pt x="28" y="16"/>
                  </a:cubicBezTo>
                  <a:cubicBezTo>
                    <a:pt x="17" y="16"/>
                    <a:pt x="9" y="20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3" name="Freeform 190">
              <a:extLst>
                <a:ext uri="{FF2B5EF4-FFF2-40B4-BE49-F238E27FC236}">
                  <a16:creationId xmlns:a16="http://schemas.microsoft.com/office/drawing/2014/main" id="{3277AF69-20B8-4F06-AF5A-1583606D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913"/>
              <a:ext cx="137" cy="183"/>
            </a:xfrm>
            <a:custGeom>
              <a:avLst/>
              <a:gdLst>
                <a:gd name="T0" fmla="*/ 524 w 98"/>
                <a:gd name="T1" fmla="*/ 0 h 130"/>
                <a:gd name="T2" fmla="*/ 377 w 98"/>
                <a:gd name="T3" fmla="*/ 220 h 130"/>
                <a:gd name="T4" fmla="*/ 212 w 98"/>
                <a:gd name="T5" fmla="*/ 473 h 130"/>
                <a:gd name="T6" fmla="*/ 0 w 98"/>
                <a:gd name="T7" fmla="*/ 719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130">
                  <a:moveTo>
                    <a:pt x="98" y="0"/>
                  </a:moveTo>
                  <a:cubicBezTo>
                    <a:pt x="86" y="3"/>
                    <a:pt x="77" y="31"/>
                    <a:pt x="71" y="40"/>
                  </a:cubicBezTo>
                  <a:cubicBezTo>
                    <a:pt x="62" y="56"/>
                    <a:pt x="51" y="72"/>
                    <a:pt x="40" y="86"/>
                  </a:cubicBezTo>
                  <a:cubicBezTo>
                    <a:pt x="31" y="98"/>
                    <a:pt x="13" y="130"/>
                    <a:pt x="0" y="1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4" name="Freeform 191">
              <a:extLst>
                <a:ext uri="{FF2B5EF4-FFF2-40B4-BE49-F238E27FC236}">
                  <a16:creationId xmlns:a16="http://schemas.microsoft.com/office/drawing/2014/main" id="{1739F7C8-B90D-4F4D-84DF-64EF30AC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565"/>
              <a:ext cx="331" cy="379"/>
            </a:xfrm>
            <a:custGeom>
              <a:avLst/>
              <a:gdLst>
                <a:gd name="T0" fmla="*/ 1281 w 236"/>
                <a:gd name="T1" fmla="*/ 67 h 270"/>
                <a:gd name="T2" fmla="*/ 1079 w 236"/>
                <a:gd name="T3" fmla="*/ 1 h 270"/>
                <a:gd name="T4" fmla="*/ 865 w 236"/>
                <a:gd name="T5" fmla="*/ 199 h 270"/>
                <a:gd name="T6" fmla="*/ 617 w 236"/>
                <a:gd name="T7" fmla="*/ 444 h 270"/>
                <a:gd name="T8" fmla="*/ 295 w 236"/>
                <a:gd name="T9" fmla="*/ 644 h 270"/>
                <a:gd name="T10" fmla="*/ 132 w 236"/>
                <a:gd name="T11" fmla="*/ 1200 h 270"/>
                <a:gd name="T12" fmla="*/ 67 w 236"/>
                <a:gd name="T13" fmla="*/ 1336 h 270"/>
                <a:gd name="T14" fmla="*/ 0 w 236"/>
                <a:gd name="T15" fmla="*/ 1450 h 270"/>
                <a:gd name="T16" fmla="*/ 0 w 236"/>
                <a:gd name="T17" fmla="*/ 1472 h 2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6" h="270">
                  <a:moveTo>
                    <a:pt x="236" y="12"/>
                  </a:moveTo>
                  <a:cubicBezTo>
                    <a:pt x="223" y="7"/>
                    <a:pt x="215" y="0"/>
                    <a:pt x="199" y="1"/>
                  </a:cubicBezTo>
                  <a:cubicBezTo>
                    <a:pt x="177" y="2"/>
                    <a:pt x="170" y="19"/>
                    <a:pt x="160" y="36"/>
                  </a:cubicBezTo>
                  <a:cubicBezTo>
                    <a:pt x="149" y="55"/>
                    <a:pt x="135" y="72"/>
                    <a:pt x="114" y="81"/>
                  </a:cubicBezTo>
                  <a:cubicBezTo>
                    <a:pt x="92" y="90"/>
                    <a:pt x="70" y="98"/>
                    <a:pt x="54" y="118"/>
                  </a:cubicBezTo>
                  <a:cubicBezTo>
                    <a:pt x="33" y="145"/>
                    <a:pt x="33" y="188"/>
                    <a:pt x="24" y="220"/>
                  </a:cubicBezTo>
                  <a:cubicBezTo>
                    <a:pt x="21" y="229"/>
                    <a:pt x="17" y="237"/>
                    <a:pt x="12" y="245"/>
                  </a:cubicBezTo>
                  <a:cubicBezTo>
                    <a:pt x="8" y="252"/>
                    <a:pt x="1" y="258"/>
                    <a:pt x="0" y="266"/>
                  </a:cubicBezTo>
                  <a:cubicBezTo>
                    <a:pt x="0" y="267"/>
                    <a:pt x="0" y="268"/>
                    <a:pt x="0" y="27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5" name="Freeform 192">
              <a:extLst>
                <a:ext uri="{FF2B5EF4-FFF2-40B4-BE49-F238E27FC236}">
                  <a16:creationId xmlns:a16="http://schemas.microsoft.com/office/drawing/2014/main" id="{CA9B3E14-067E-4623-9623-DBA3A3524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706"/>
              <a:ext cx="299" cy="155"/>
            </a:xfrm>
            <a:custGeom>
              <a:avLst/>
              <a:gdLst>
                <a:gd name="T0" fmla="*/ 1162 w 213"/>
                <a:gd name="T1" fmla="*/ 0 h 111"/>
                <a:gd name="T2" fmla="*/ 738 w 213"/>
                <a:gd name="T3" fmla="*/ 39 h 111"/>
                <a:gd name="T4" fmla="*/ 444 w 213"/>
                <a:gd name="T5" fmla="*/ 128 h 111"/>
                <a:gd name="T6" fmla="*/ 348 w 213"/>
                <a:gd name="T7" fmla="*/ 335 h 111"/>
                <a:gd name="T8" fmla="*/ 0 w 213"/>
                <a:gd name="T9" fmla="*/ 589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11">
                  <a:moveTo>
                    <a:pt x="213" y="0"/>
                  </a:moveTo>
                  <a:cubicBezTo>
                    <a:pt x="194" y="18"/>
                    <a:pt x="157" y="8"/>
                    <a:pt x="135" y="7"/>
                  </a:cubicBezTo>
                  <a:cubicBezTo>
                    <a:pt x="117" y="6"/>
                    <a:pt x="94" y="10"/>
                    <a:pt x="81" y="24"/>
                  </a:cubicBezTo>
                  <a:cubicBezTo>
                    <a:pt x="72" y="35"/>
                    <a:pt x="70" y="50"/>
                    <a:pt x="64" y="63"/>
                  </a:cubicBezTo>
                  <a:cubicBezTo>
                    <a:pt x="49" y="91"/>
                    <a:pt x="15" y="86"/>
                    <a:pt x="0" y="1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6" name="Freeform 193">
              <a:extLst>
                <a:ext uri="{FF2B5EF4-FFF2-40B4-BE49-F238E27FC236}">
                  <a16:creationId xmlns:a16="http://schemas.microsoft.com/office/drawing/2014/main" id="{B3CF8051-C44C-4E65-98AE-BBF8E8ED3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581"/>
              <a:ext cx="162" cy="137"/>
            </a:xfrm>
            <a:custGeom>
              <a:avLst/>
              <a:gdLst>
                <a:gd name="T0" fmla="*/ 637 w 115"/>
                <a:gd name="T1" fmla="*/ 0 h 98"/>
                <a:gd name="T2" fmla="*/ 540 w 115"/>
                <a:gd name="T3" fmla="*/ 41 h 98"/>
                <a:gd name="T4" fmla="*/ 404 w 115"/>
                <a:gd name="T5" fmla="*/ 67 h 98"/>
                <a:gd name="T6" fmla="*/ 173 w 115"/>
                <a:gd name="T7" fmla="*/ 201 h 98"/>
                <a:gd name="T8" fmla="*/ 0 w 115"/>
                <a:gd name="T9" fmla="*/ 524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8">
                  <a:moveTo>
                    <a:pt x="115" y="0"/>
                  </a:moveTo>
                  <a:cubicBezTo>
                    <a:pt x="109" y="0"/>
                    <a:pt x="102" y="5"/>
                    <a:pt x="97" y="8"/>
                  </a:cubicBezTo>
                  <a:cubicBezTo>
                    <a:pt x="88" y="12"/>
                    <a:pt x="83" y="11"/>
                    <a:pt x="73" y="12"/>
                  </a:cubicBezTo>
                  <a:cubicBezTo>
                    <a:pt x="57" y="13"/>
                    <a:pt x="41" y="26"/>
                    <a:pt x="31" y="38"/>
                  </a:cubicBezTo>
                  <a:cubicBezTo>
                    <a:pt x="17" y="55"/>
                    <a:pt x="7" y="79"/>
                    <a:pt x="0" y="9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7" name="Freeform 194">
              <a:extLst>
                <a:ext uri="{FF2B5EF4-FFF2-40B4-BE49-F238E27FC236}">
                  <a16:creationId xmlns:a16="http://schemas.microsoft.com/office/drawing/2014/main" id="{50F29944-464D-49DB-966A-D74ACE079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645"/>
              <a:ext cx="129" cy="70"/>
            </a:xfrm>
            <a:custGeom>
              <a:avLst/>
              <a:gdLst>
                <a:gd name="T0" fmla="*/ 0 w 92"/>
                <a:gd name="T1" fmla="*/ 269 h 50"/>
                <a:gd name="T2" fmla="*/ 287 w 92"/>
                <a:gd name="T3" fmla="*/ 94 h 50"/>
                <a:gd name="T4" fmla="*/ 499 w 92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50">
                  <a:moveTo>
                    <a:pt x="0" y="50"/>
                  </a:moveTo>
                  <a:cubicBezTo>
                    <a:pt x="21" y="50"/>
                    <a:pt x="37" y="29"/>
                    <a:pt x="53" y="17"/>
                  </a:cubicBezTo>
                  <a:cubicBezTo>
                    <a:pt x="66" y="7"/>
                    <a:pt x="77" y="1"/>
                    <a:pt x="9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8" name="Freeform 195">
              <a:extLst>
                <a:ext uri="{FF2B5EF4-FFF2-40B4-BE49-F238E27FC236}">
                  <a16:creationId xmlns:a16="http://schemas.microsoft.com/office/drawing/2014/main" id="{EE3A699D-24D4-4BEE-95B9-4A1F8EB8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715"/>
              <a:ext cx="206" cy="97"/>
            </a:xfrm>
            <a:custGeom>
              <a:avLst/>
              <a:gdLst>
                <a:gd name="T0" fmla="*/ 796 w 147"/>
                <a:gd name="T1" fmla="*/ 0 h 69"/>
                <a:gd name="T2" fmla="*/ 583 w 147"/>
                <a:gd name="T3" fmla="*/ 152 h 69"/>
                <a:gd name="T4" fmla="*/ 300 w 147"/>
                <a:gd name="T5" fmla="*/ 191 h 69"/>
                <a:gd name="T6" fmla="*/ 0 w 147"/>
                <a:gd name="T7" fmla="*/ 378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69">
                  <a:moveTo>
                    <a:pt x="147" y="0"/>
                  </a:moveTo>
                  <a:cubicBezTo>
                    <a:pt x="133" y="7"/>
                    <a:pt x="126" y="24"/>
                    <a:pt x="108" y="28"/>
                  </a:cubicBezTo>
                  <a:cubicBezTo>
                    <a:pt x="91" y="31"/>
                    <a:pt x="73" y="28"/>
                    <a:pt x="56" y="35"/>
                  </a:cubicBezTo>
                  <a:cubicBezTo>
                    <a:pt x="36" y="44"/>
                    <a:pt x="23" y="69"/>
                    <a:pt x="0" y="6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" name="Freeform 196">
              <a:extLst>
                <a:ext uri="{FF2B5EF4-FFF2-40B4-BE49-F238E27FC236}">
                  <a16:creationId xmlns:a16="http://schemas.microsoft.com/office/drawing/2014/main" id="{3AADE302-40F0-4368-A923-FF73414D8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780"/>
              <a:ext cx="147" cy="129"/>
            </a:xfrm>
            <a:custGeom>
              <a:avLst/>
              <a:gdLst>
                <a:gd name="T0" fmla="*/ 0 w 105"/>
                <a:gd name="T1" fmla="*/ 454 h 92"/>
                <a:gd name="T2" fmla="*/ 239 w 105"/>
                <a:gd name="T3" fmla="*/ 386 h 92"/>
                <a:gd name="T4" fmla="*/ 431 w 105"/>
                <a:gd name="T5" fmla="*/ 482 h 92"/>
                <a:gd name="T6" fmla="*/ 528 w 105"/>
                <a:gd name="T7" fmla="*/ 201 h 92"/>
                <a:gd name="T8" fmla="*/ 564 w 105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92">
                  <a:moveTo>
                    <a:pt x="0" y="84"/>
                  </a:moveTo>
                  <a:cubicBezTo>
                    <a:pt x="10" y="71"/>
                    <a:pt x="29" y="69"/>
                    <a:pt x="44" y="71"/>
                  </a:cubicBezTo>
                  <a:cubicBezTo>
                    <a:pt x="56" y="73"/>
                    <a:pt x="68" y="92"/>
                    <a:pt x="80" y="89"/>
                  </a:cubicBezTo>
                  <a:cubicBezTo>
                    <a:pt x="95" y="85"/>
                    <a:pt x="96" y="49"/>
                    <a:pt x="98" y="37"/>
                  </a:cubicBezTo>
                  <a:cubicBezTo>
                    <a:pt x="100" y="24"/>
                    <a:pt x="102" y="12"/>
                    <a:pt x="10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" name="Freeform 197">
              <a:extLst>
                <a:ext uri="{FF2B5EF4-FFF2-40B4-BE49-F238E27FC236}">
                  <a16:creationId xmlns:a16="http://schemas.microsoft.com/office/drawing/2014/main" id="{AA72A016-D225-4FE1-B700-76480392C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745"/>
              <a:ext cx="129" cy="67"/>
            </a:xfrm>
            <a:custGeom>
              <a:avLst/>
              <a:gdLst>
                <a:gd name="T0" fmla="*/ 0 w 92"/>
                <a:gd name="T1" fmla="*/ 68 h 48"/>
                <a:gd name="T2" fmla="*/ 307 w 92"/>
                <a:gd name="T3" fmla="*/ 191 h 48"/>
                <a:gd name="T4" fmla="*/ 499 w 92"/>
                <a:gd name="T5" fmla="*/ 5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48">
                  <a:moveTo>
                    <a:pt x="0" y="13"/>
                  </a:moveTo>
                  <a:cubicBezTo>
                    <a:pt x="8" y="0"/>
                    <a:pt x="46" y="31"/>
                    <a:pt x="56" y="36"/>
                  </a:cubicBezTo>
                  <a:cubicBezTo>
                    <a:pt x="79" y="48"/>
                    <a:pt x="80" y="24"/>
                    <a:pt x="92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" name="Freeform 198">
              <a:extLst>
                <a:ext uri="{FF2B5EF4-FFF2-40B4-BE49-F238E27FC236}">
                  <a16:creationId xmlns:a16="http://schemas.microsoft.com/office/drawing/2014/main" id="{C83768D4-B3AC-4BA9-A837-12CAD5D4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640"/>
              <a:ext cx="159" cy="92"/>
            </a:xfrm>
            <a:custGeom>
              <a:avLst/>
              <a:gdLst>
                <a:gd name="T0" fmla="*/ 623 w 113"/>
                <a:gd name="T1" fmla="*/ 28 h 66"/>
                <a:gd name="T2" fmla="*/ 210 w 113"/>
                <a:gd name="T3" fmla="*/ 98 h 66"/>
                <a:gd name="T4" fmla="*/ 0 w 113"/>
                <a:gd name="T5" fmla="*/ 346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6">
                  <a:moveTo>
                    <a:pt x="113" y="5"/>
                  </a:moveTo>
                  <a:cubicBezTo>
                    <a:pt x="85" y="6"/>
                    <a:pt x="61" y="0"/>
                    <a:pt x="38" y="19"/>
                  </a:cubicBezTo>
                  <a:cubicBezTo>
                    <a:pt x="22" y="31"/>
                    <a:pt x="7" y="48"/>
                    <a:pt x="0" y="6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" name="Freeform 199">
              <a:extLst>
                <a:ext uri="{FF2B5EF4-FFF2-40B4-BE49-F238E27FC236}">
                  <a16:creationId xmlns:a16="http://schemas.microsoft.com/office/drawing/2014/main" id="{BF2BC804-E1A8-40BB-AC3E-85FC76D4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620"/>
              <a:ext cx="127" cy="282"/>
            </a:xfrm>
            <a:custGeom>
              <a:avLst/>
              <a:gdLst>
                <a:gd name="T0" fmla="*/ 504 w 90"/>
                <a:gd name="T1" fmla="*/ 0 h 201"/>
                <a:gd name="T2" fmla="*/ 40 w 90"/>
                <a:gd name="T3" fmla="*/ 522 h 201"/>
                <a:gd name="T4" fmla="*/ 23 w 90"/>
                <a:gd name="T5" fmla="*/ 1094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201">
                  <a:moveTo>
                    <a:pt x="90" y="0"/>
                  </a:moveTo>
                  <a:cubicBezTo>
                    <a:pt x="56" y="23"/>
                    <a:pt x="15" y="53"/>
                    <a:pt x="7" y="96"/>
                  </a:cubicBezTo>
                  <a:cubicBezTo>
                    <a:pt x="0" y="129"/>
                    <a:pt x="19" y="169"/>
                    <a:pt x="4" y="20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" name="Freeform 200">
              <a:extLst>
                <a:ext uri="{FF2B5EF4-FFF2-40B4-BE49-F238E27FC236}">
                  <a16:creationId xmlns:a16="http://schemas.microsoft.com/office/drawing/2014/main" id="{CE7F4121-75F9-410E-88FF-14ED719D8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547"/>
              <a:ext cx="139" cy="58"/>
            </a:xfrm>
            <a:custGeom>
              <a:avLst/>
              <a:gdLst>
                <a:gd name="T0" fmla="*/ 0 w 99"/>
                <a:gd name="T1" fmla="*/ 232 h 41"/>
                <a:gd name="T2" fmla="*/ 536 w 99"/>
                <a:gd name="T3" fmla="*/ 71 h 41"/>
                <a:gd name="T4" fmla="*/ 541 w 99"/>
                <a:gd name="T5" fmla="*/ 8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41">
                  <a:moveTo>
                    <a:pt x="0" y="41"/>
                  </a:moveTo>
                  <a:cubicBezTo>
                    <a:pt x="17" y="13"/>
                    <a:pt x="70" y="0"/>
                    <a:pt x="98" y="13"/>
                  </a:cubicBezTo>
                  <a:cubicBezTo>
                    <a:pt x="97" y="14"/>
                    <a:pt x="98" y="14"/>
                    <a:pt x="99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" name="Freeform 201">
              <a:extLst>
                <a:ext uri="{FF2B5EF4-FFF2-40B4-BE49-F238E27FC236}">
                  <a16:creationId xmlns:a16="http://schemas.microsoft.com/office/drawing/2014/main" id="{ED630622-2710-4EB7-BF93-ACD775EC1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592"/>
              <a:ext cx="95" cy="57"/>
            </a:xfrm>
            <a:custGeom>
              <a:avLst/>
              <a:gdLst>
                <a:gd name="T0" fmla="*/ 0 w 68"/>
                <a:gd name="T1" fmla="*/ 213 h 41"/>
                <a:gd name="T2" fmla="*/ 363 w 68"/>
                <a:gd name="T3" fmla="*/ 6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41">
                  <a:moveTo>
                    <a:pt x="0" y="41"/>
                  </a:moveTo>
                  <a:cubicBezTo>
                    <a:pt x="19" y="31"/>
                    <a:pt x="44" y="0"/>
                    <a:pt x="68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" name="Freeform 202">
              <a:extLst>
                <a:ext uri="{FF2B5EF4-FFF2-40B4-BE49-F238E27FC236}">
                  <a16:creationId xmlns:a16="http://schemas.microsoft.com/office/drawing/2014/main" id="{FD8F58E4-506C-474F-9FDB-CA6A49A95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694"/>
              <a:ext cx="129" cy="113"/>
            </a:xfrm>
            <a:custGeom>
              <a:avLst/>
              <a:gdLst>
                <a:gd name="T0" fmla="*/ 499 w 92"/>
                <a:gd name="T1" fmla="*/ 0 h 80"/>
                <a:gd name="T2" fmla="*/ 191 w 92"/>
                <a:gd name="T3" fmla="*/ 227 h 80"/>
                <a:gd name="T4" fmla="*/ 0 w 92"/>
                <a:gd name="T5" fmla="*/ 451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0">
                  <a:moveTo>
                    <a:pt x="92" y="0"/>
                  </a:moveTo>
                  <a:cubicBezTo>
                    <a:pt x="74" y="14"/>
                    <a:pt x="52" y="25"/>
                    <a:pt x="35" y="40"/>
                  </a:cubicBezTo>
                  <a:cubicBezTo>
                    <a:pt x="23" y="49"/>
                    <a:pt x="3" y="65"/>
                    <a:pt x="0" y="8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" name="Freeform 203">
              <a:extLst>
                <a:ext uri="{FF2B5EF4-FFF2-40B4-BE49-F238E27FC236}">
                  <a16:creationId xmlns:a16="http://schemas.microsoft.com/office/drawing/2014/main" id="{310B6CEE-DF0A-456B-9EB3-8947B01AD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960"/>
              <a:ext cx="39" cy="446"/>
            </a:xfrm>
            <a:custGeom>
              <a:avLst/>
              <a:gdLst>
                <a:gd name="T0" fmla="*/ 145 w 28"/>
                <a:gd name="T1" fmla="*/ 0 h 318"/>
                <a:gd name="T2" fmla="*/ 123 w 28"/>
                <a:gd name="T3" fmla="*/ 269 h 318"/>
                <a:gd name="T4" fmla="*/ 78 w 28"/>
                <a:gd name="T5" fmla="*/ 522 h 318"/>
                <a:gd name="T6" fmla="*/ 56 w 28"/>
                <a:gd name="T7" fmla="*/ 959 h 318"/>
                <a:gd name="T8" fmla="*/ 11 w 28"/>
                <a:gd name="T9" fmla="*/ 1318 h 318"/>
                <a:gd name="T10" fmla="*/ 40 w 28"/>
                <a:gd name="T11" fmla="*/ 1726 h 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18">
                  <a:moveTo>
                    <a:pt x="28" y="0"/>
                  </a:moveTo>
                  <a:cubicBezTo>
                    <a:pt x="23" y="10"/>
                    <a:pt x="24" y="39"/>
                    <a:pt x="23" y="50"/>
                  </a:cubicBezTo>
                  <a:cubicBezTo>
                    <a:pt x="23" y="66"/>
                    <a:pt x="17" y="81"/>
                    <a:pt x="15" y="96"/>
                  </a:cubicBezTo>
                  <a:cubicBezTo>
                    <a:pt x="12" y="123"/>
                    <a:pt x="13" y="149"/>
                    <a:pt x="11" y="177"/>
                  </a:cubicBezTo>
                  <a:cubicBezTo>
                    <a:pt x="10" y="200"/>
                    <a:pt x="4" y="220"/>
                    <a:pt x="2" y="243"/>
                  </a:cubicBezTo>
                  <a:cubicBezTo>
                    <a:pt x="0" y="262"/>
                    <a:pt x="8" y="296"/>
                    <a:pt x="8" y="3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" name="Freeform 204">
              <a:extLst>
                <a:ext uri="{FF2B5EF4-FFF2-40B4-BE49-F238E27FC236}">
                  <a16:creationId xmlns:a16="http://schemas.microsoft.com/office/drawing/2014/main" id="{3D96AAF9-A86F-4C99-BAA7-BF7017FF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350"/>
              <a:ext cx="40" cy="285"/>
            </a:xfrm>
            <a:custGeom>
              <a:avLst/>
              <a:gdLst>
                <a:gd name="T0" fmla="*/ 29 w 29"/>
                <a:gd name="T1" fmla="*/ 1108 h 203"/>
                <a:gd name="T2" fmla="*/ 15 w 29"/>
                <a:gd name="T3" fmla="*/ 1057 h 203"/>
                <a:gd name="T4" fmla="*/ 1 w 29"/>
                <a:gd name="T5" fmla="*/ 943 h 203"/>
                <a:gd name="T6" fmla="*/ 50 w 29"/>
                <a:gd name="T7" fmla="*/ 703 h 203"/>
                <a:gd name="T8" fmla="*/ 44 w 29"/>
                <a:gd name="T9" fmla="*/ 518 h 203"/>
                <a:gd name="T10" fmla="*/ 79 w 29"/>
                <a:gd name="T11" fmla="*/ 348 h 203"/>
                <a:gd name="T12" fmla="*/ 102 w 29"/>
                <a:gd name="T13" fmla="*/ 136 h 203"/>
                <a:gd name="T14" fmla="*/ 145 w 29"/>
                <a:gd name="T15" fmla="*/ 0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03">
                  <a:moveTo>
                    <a:pt x="6" y="203"/>
                  </a:moveTo>
                  <a:cubicBezTo>
                    <a:pt x="6" y="199"/>
                    <a:pt x="4" y="197"/>
                    <a:pt x="3" y="194"/>
                  </a:cubicBezTo>
                  <a:cubicBezTo>
                    <a:pt x="0" y="187"/>
                    <a:pt x="0" y="180"/>
                    <a:pt x="1" y="173"/>
                  </a:cubicBezTo>
                  <a:cubicBezTo>
                    <a:pt x="4" y="158"/>
                    <a:pt x="10" y="144"/>
                    <a:pt x="10" y="129"/>
                  </a:cubicBezTo>
                  <a:cubicBezTo>
                    <a:pt x="10" y="117"/>
                    <a:pt x="9" y="106"/>
                    <a:pt x="9" y="95"/>
                  </a:cubicBezTo>
                  <a:cubicBezTo>
                    <a:pt x="9" y="84"/>
                    <a:pt x="14" y="74"/>
                    <a:pt x="16" y="64"/>
                  </a:cubicBezTo>
                  <a:cubicBezTo>
                    <a:pt x="18" y="51"/>
                    <a:pt x="15" y="38"/>
                    <a:pt x="20" y="25"/>
                  </a:cubicBezTo>
                  <a:cubicBezTo>
                    <a:pt x="22" y="19"/>
                    <a:pt x="26" y="4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" name="Freeform 205">
              <a:extLst>
                <a:ext uri="{FF2B5EF4-FFF2-40B4-BE49-F238E27FC236}">
                  <a16:creationId xmlns:a16="http://schemas.microsoft.com/office/drawing/2014/main" id="{9B61774E-E58B-46EF-B671-926BC7FEF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065"/>
              <a:ext cx="32" cy="236"/>
            </a:xfrm>
            <a:custGeom>
              <a:avLst/>
              <a:gdLst>
                <a:gd name="T0" fmla="*/ 89 w 23"/>
                <a:gd name="T1" fmla="*/ 0 h 168"/>
                <a:gd name="T2" fmla="*/ 115 w 23"/>
                <a:gd name="T3" fmla="*/ 280 h 168"/>
                <a:gd name="T4" fmla="*/ 89 w 23"/>
                <a:gd name="T5" fmla="*/ 584 h 168"/>
                <a:gd name="T6" fmla="*/ 40 w 23"/>
                <a:gd name="T7" fmla="*/ 795 h 168"/>
                <a:gd name="T8" fmla="*/ 0 w 23"/>
                <a:gd name="T9" fmla="*/ 92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8">
                  <a:moveTo>
                    <a:pt x="17" y="0"/>
                  </a:moveTo>
                  <a:cubicBezTo>
                    <a:pt x="23" y="15"/>
                    <a:pt x="23" y="35"/>
                    <a:pt x="22" y="51"/>
                  </a:cubicBezTo>
                  <a:cubicBezTo>
                    <a:pt x="21" y="69"/>
                    <a:pt x="19" y="88"/>
                    <a:pt x="17" y="107"/>
                  </a:cubicBezTo>
                  <a:cubicBezTo>
                    <a:pt x="16" y="120"/>
                    <a:pt x="12" y="133"/>
                    <a:pt x="8" y="145"/>
                  </a:cubicBezTo>
                  <a:cubicBezTo>
                    <a:pt x="5" y="152"/>
                    <a:pt x="0" y="161"/>
                    <a:pt x="0" y="16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" name="Freeform 206">
              <a:extLst>
                <a:ext uri="{FF2B5EF4-FFF2-40B4-BE49-F238E27FC236}">
                  <a16:creationId xmlns:a16="http://schemas.microsoft.com/office/drawing/2014/main" id="{4D40943A-5B39-4DA7-BBBD-5FDD8A288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909"/>
              <a:ext cx="23" cy="142"/>
            </a:xfrm>
            <a:custGeom>
              <a:avLst/>
              <a:gdLst>
                <a:gd name="T0" fmla="*/ 0 w 16"/>
                <a:gd name="T1" fmla="*/ 0 h 101"/>
                <a:gd name="T2" fmla="*/ 68 w 16"/>
                <a:gd name="T3" fmla="*/ 354 h 101"/>
                <a:gd name="T4" fmla="*/ 68 w 16"/>
                <a:gd name="T5" fmla="*/ 472 h 101"/>
                <a:gd name="T6" fmla="*/ 95 w 16"/>
                <a:gd name="T7" fmla="*/ 555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1">
                  <a:moveTo>
                    <a:pt x="0" y="0"/>
                  </a:moveTo>
                  <a:cubicBezTo>
                    <a:pt x="16" y="19"/>
                    <a:pt x="12" y="41"/>
                    <a:pt x="11" y="64"/>
                  </a:cubicBezTo>
                  <a:cubicBezTo>
                    <a:pt x="10" y="71"/>
                    <a:pt x="10" y="79"/>
                    <a:pt x="11" y="86"/>
                  </a:cubicBezTo>
                  <a:cubicBezTo>
                    <a:pt x="12" y="91"/>
                    <a:pt x="15" y="97"/>
                    <a:pt x="15" y="10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" name="Freeform 207">
              <a:extLst>
                <a:ext uri="{FF2B5EF4-FFF2-40B4-BE49-F238E27FC236}">
                  <a16:creationId xmlns:a16="http://schemas.microsoft.com/office/drawing/2014/main" id="{2891AF08-536C-4D19-976E-2C7CFE540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228"/>
              <a:ext cx="22" cy="108"/>
            </a:xfrm>
            <a:custGeom>
              <a:avLst/>
              <a:gdLst>
                <a:gd name="T0" fmla="*/ 77 w 16"/>
                <a:gd name="T1" fmla="*/ 0 h 77"/>
                <a:gd name="T2" fmla="*/ 61 w 16"/>
                <a:gd name="T3" fmla="*/ 268 h 77"/>
                <a:gd name="T4" fmla="*/ 0 w 16"/>
                <a:gd name="T5" fmla="*/ 417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7">
                  <a:moveTo>
                    <a:pt x="16" y="0"/>
                  </a:moveTo>
                  <a:cubicBezTo>
                    <a:pt x="15" y="17"/>
                    <a:pt x="16" y="32"/>
                    <a:pt x="12" y="49"/>
                  </a:cubicBezTo>
                  <a:cubicBezTo>
                    <a:pt x="9" y="59"/>
                    <a:pt x="2" y="68"/>
                    <a:pt x="0" y="7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" name="Freeform 208">
              <a:extLst>
                <a:ext uri="{FF2B5EF4-FFF2-40B4-BE49-F238E27FC236}">
                  <a16:creationId xmlns:a16="http://schemas.microsoft.com/office/drawing/2014/main" id="{EE6FE186-98C3-4E2C-ACF2-529D6F546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511"/>
              <a:ext cx="68" cy="410"/>
            </a:xfrm>
            <a:custGeom>
              <a:avLst/>
              <a:gdLst>
                <a:gd name="T0" fmla="*/ 251 w 48"/>
                <a:gd name="T1" fmla="*/ 0 h 292"/>
                <a:gd name="T2" fmla="*/ 136 w 48"/>
                <a:gd name="T3" fmla="*/ 376 h 292"/>
                <a:gd name="T4" fmla="*/ 135 w 48"/>
                <a:gd name="T5" fmla="*/ 590 h 292"/>
                <a:gd name="T6" fmla="*/ 95 w 48"/>
                <a:gd name="T7" fmla="*/ 835 h 292"/>
                <a:gd name="T8" fmla="*/ 18 w 48"/>
                <a:gd name="T9" fmla="*/ 1028 h 292"/>
                <a:gd name="T10" fmla="*/ 26 w 48"/>
                <a:gd name="T11" fmla="*/ 1233 h 292"/>
                <a:gd name="T12" fmla="*/ 52 w 48"/>
                <a:gd name="T13" fmla="*/ 1434 h 292"/>
                <a:gd name="T14" fmla="*/ 95 w 48"/>
                <a:gd name="T15" fmla="*/ 1595 h 2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292">
                  <a:moveTo>
                    <a:pt x="44" y="0"/>
                  </a:moveTo>
                  <a:cubicBezTo>
                    <a:pt x="48" y="24"/>
                    <a:pt x="27" y="46"/>
                    <a:pt x="24" y="69"/>
                  </a:cubicBezTo>
                  <a:cubicBezTo>
                    <a:pt x="22" y="82"/>
                    <a:pt x="24" y="95"/>
                    <a:pt x="23" y="108"/>
                  </a:cubicBezTo>
                  <a:cubicBezTo>
                    <a:pt x="23" y="123"/>
                    <a:pt x="19" y="139"/>
                    <a:pt x="16" y="153"/>
                  </a:cubicBezTo>
                  <a:cubicBezTo>
                    <a:pt x="13" y="166"/>
                    <a:pt x="5" y="176"/>
                    <a:pt x="3" y="188"/>
                  </a:cubicBezTo>
                  <a:cubicBezTo>
                    <a:pt x="0" y="201"/>
                    <a:pt x="0" y="214"/>
                    <a:pt x="4" y="226"/>
                  </a:cubicBezTo>
                  <a:cubicBezTo>
                    <a:pt x="8" y="239"/>
                    <a:pt x="9" y="250"/>
                    <a:pt x="9" y="263"/>
                  </a:cubicBezTo>
                  <a:cubicBezTo>
                    <a:pt x="9" y="274"/>
                    <a:pt x="10" y="283"/>
                    <a:pt x="16" y="29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" name="Freeform 209">
              <a:extLst>
                <a:ext uri="{FF2B5EF4-FFF2-40B4-BE49-F238E27FC236}">
                  <a16:creationId xmlns:a16="http://schemas.microsoft.com/office/drawing/2014/main" id="{76082ABB-EF2D-41ED-84BD-36E397FC5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797"/>
              <a:ext cx="52" cy="333"/>
            </a:xfrm>
            <a:custGeom>
              <a:avLst/>
              <a:gdLst>
                <a:gd name="T0" fmla="*/ 204 w 37"/>
                <a:gd name="T1" fmla="*/ 1300 h 237"/>
                <a:gd name="T2" fmla="*/ 117 w 37"/>
                <a:gd name="T3" fmla="*/ 1200 h 237"/>
                <a:gd name="T4" fmla="*/ 11 w 37"/>
                <a:gd name="T5" fmla="*/ 974 h 237"/>
                <a:gd name="T6" fmla="*/ 21 w 37"/>
                <a:gd name="T7" fmla="*/ 663 h 237"/>
                <a:gd name="T8" fmla="*/ 0 w 37"/>
                <a:gd name="T9" fmla="*/ 403 h 237"/>
                <a:gd name="T10" fmla="*/ 28 w 37"/>
                <a:gd name="T11" fmla="*/ 247 h 237"/>
                <a:gd name="T12" fmla="*/ 49 w 37"/>
                <a:gd name="T13" fmla="*/ 132 h 237"/>
                <a:gd name="T14" fmla="*/ 83 w 37"/>
                <a:gd name="T15" fmla="*/ 0 h 2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37">
                  <a:moveTo>
                    <a:pt x="37" y="237"/>
                  </a:moveTo>
                  <a:cubicBezTo>
                    <a:pt x="33" y="229"/>
                    <a:pt x="27" y="225"/>
                    <a:pt x="21" y="219"/>
                  </a:cubicBezTo>
                  <a:cubicBezTo>
                    <a:pt x="12" y="209"/>
                    <a:pt x="4" y="191"/>
                    <a:pt x="2" y="178"/>
                  </a:cubicBezTo>
                  <a:cubicBezTo>
                    <a:pt x="0" y="159"/>
                    <a:pt x="5" y="140"/>
                    <a:pt x="4" y="121"/>
                  </a:cubicBezTo>
                  <a:cubicBezTo>
                    <a:pt x="3" y="105"/>
                    <a:pt x="0" y="89"/>
                    <a:pt x="0" y="73"/>
                  </a:cubicBezTo>
                  <a:cubicBezTo>
                    <a:pt x="0" y="62"/>
                    <a:pt x="2" y="55"/>
                    <a:pt x="5" y="45"/>
                  </a:cubicBezTo>
                  <a:cubicBezTo>
                    <a:pt x="8" y="38"/>
                    <a:pt x="8" y="31"/>
                    <a:pt x="9" y="24"/>
                  </a:cubicBezTo>
                  <a:cubicBezTo>
                    <a:pt x="10" y="17"/>
                    <a:pt x="11" y="5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" name="Freeform 210">
              <a:extLst>
                <a:ext uri="{FF2B5EF4-FFF2-40B4-BE49-F238E27FC236}">
                  <a16:creationId xmlns:a16="http://schemas.microsoft.com/office/drawing/2014/main" id="{AB41E439-F122-47EA-A526-EBCC629A6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602"/>
              <a:ext cx="32" cy="165"/>
            </a:xfrm>
            <a:custGeom>
              <a:avLst/>
              <a:gdLst>
                <a:gd name="T0" fmla="*/ 115 w 23"/>
                <a:gd name="T1" fmla="*/ 0 h 117"/>
                <a:gd name="T2" fmla="*/ 70 w 23"/>
                <a:gd name="T3" fmla="*/ 190 h 117"/>
                <a:gd name="T4" fmla="*/ 21 w 23"/>
                <a:gd name="T5" fmla="*/ 392 h 117"/>
                <a:gd name="T6" fmla="*/ 0 w 23"/>
                <a:gd name="T7" fmla="*/ 654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7">
                  <a:moveTo>
                    <a:pt x="22" y="0"/>
                  </a:moveTo>
                  <a:cubicBezTo>
                    <a:pt x="23" y="11"/>
                    <a:pt x="18" y="24"/>
                    <a:pt x="14" y="34"/>
                  </a:cubicBezTo>
                  <a:cubicBezTo>
                    <a:pt x="9" y="45"/>
                    <a:pt x="6" y="57"/>
                    <a:pt x="4" y="70"/>
                  </a:cubicBezTo>
                  <a:cubicBezTo>
                    <a:pt x="1" y="86"/>
                    <a:pt x="0" y="100"/>
                    <a:pt x="0" y="1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" name="Freeform 211">
              <a:extLst>
                <a:ext uri="{FF2B5EF4-FFF2-40B4-BE49-F238E27FC236}">
                  <a16:creationId xmlns:a16="http://schemas.microsoft.com/office/drawing/2014/main" id="{2A562206-A887-426E-AA8A-D23ACB01A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608"/>
              <a:ext cx="37" cy="261"/>
            </a:xfrm>
            <a:custGeom>
              <a:avLst/>
              <a:gdLst>
                <a:gd name="T0" fmla="*/ 152 w 26"/>
                <a:gd name="T1" fmla="*/ 0 h 186"/>
                <a:gd name="T2" fmla="*/ 124 w 26"/>
                <a:gd name="T3" fmla="*/ 396 h 186"/>
                <a:gd name="T4" fmla="*/ 57 w 26"/>
                <a:gd name="T5" fmla="*/ 685 h 186"/>
                <a:gd name="T6" fmla="*/ 47 w 26"/>
                <a:gd name="T7" fmla="*/ 883 h 186"/>
                <a:gd name="T8" fmla="*/ 1 w 26"/>
                <a:gd name="T9" fmla="*/ 1012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86">
                  <a:moveTo>
                    <a:pt x="26" y="0"/>
                  </a:moveTo>
                  <a:cubicBezTo>
                    <a:pt x="26" y="25"/>
                    <a:pt x="20" y="49"/>
                    <a:pt x="21" y="73"/>
                  </a:cubicBezTo>
                  <a:cubicBezTo>
                    <a:pt x="22" y="92"/>
                    <a:pt x="14" y="108"/>
                    <a:pt x="10" y="126"/>
                  </a:cubicBezTo>
                  <a:cubicBezTo>
                    <a:pt x="7" y="138"/>
                    <a:pt x="12" y="150"/>
                    <a:pt x="8" y="162"/>
                  </a:cubicBezTo>
                  <a:cubicBezTo>
                    <a:pt x="6" y="170"/>
                    <a:pt x="0" y="177"/>
                    <a:pt x="1" y="18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" name="Freeform 212">
              <a:extLst>
                <a:ext uri="{FF2B5EF4-FFF2-40B4-BE49-F238E27FC236}">
                  <a16:creationId xmlns:a16="http://schemas.microsoft.com/office/drawing/2014/main" id="{688771FC-CC1F-4519-8119-462975C50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841"/>
              <a:ext cx="31" cy="222"/>
            </a:xfrm>
            <a:custGeom>
              <a:avLst/>
              <a:gdLst>
                <a:gd name="T0" fmla="*/ 117 w 22"/>
                <a:gd name="T1" fmla="*/ 0 h 158"/>
                <a:gd name="T2" fmla="*/ 107 w 22"/>
                <a:gd name="T3" fmla="*/ 253 h 158"/>
                <a:gd name="T4" fmla="*/ 69 w 22"/>
                <a:gd name="T5" fmla="*/ 375 h 158"/>
                <a:gd name="T6" fmla="*/ 96 w 22"/>
                <a:gd name="T7" fmla="*/ 492 h 158"/>
                <a:gd name="T8" fmla="*/ 39 w 22"/>
                <a:gd name="T9" fmla="*/ 701 h 158"/>
                <a:gd name="T10" fmla="*/ 16 w 22"/>
                <a:gd name="T11" fmla="*/ 864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58">
                  <a:moveTo>
                    <a:pt x="21" y="0"/>
                  </a:moveTo>
                  <a:cubicBezTo>
                    <a:pt x="21" y="16"/>
                    <a:pt x="22" y="31"/>
                    <a:pt x="19" y="46"/>
                  </a:cubicBezTo>
                  <a:cubicBezTo>
                    <a:pt x="17" y="54"/>
                    <a:pt x="14" y="61"/>
                    <a:pt x="13" y="68"/>
                  </a:cubicBezTo>
                  <a:cubicBezTo>
                    <a:pt x="13" y="76"/>
                    <a:pt x="16" y="83"/>
                    <a:pt x="17" y="90"/>
                  </a:cubicBezTo>
                  <a:cubicBezTo>
                    <a:pt x="20" y="104"/>
                    <a:pt x="13" y="116"/>
                    <a:pt x="7" y="128"/>
                  </a:cubicBezTo>
                  <a:cubicBezTo>
                    <a:pt x="3" y="136"/>
                    <a:pt x="0" y="151"/>
                    <a:pt x="3" y="15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" name="Freeform 213">
              <a:extLst>
                <a:ext uri="{FF2B5EF4-FFF2-40B4-BE49-F238E27FC236}">
                  <a16:creationId xmlns:a16="http://schemas.microsoft.com/office/drawing/2014/main" id="{C389D903-39AD-4FCF-8AD0-6E75C3481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082"/>
              <a:ext cx="67" cy="113"/>
            </a:xfrm>
            <a:custGeom>
              <a:avLst/>
              <a:gdLst>
                <a:gd name="T0" fmla="*/ 0 w 48"/>
                <a:gd name="T1" fmla="*/ 0 h 80"/>
                <a:gd name="T2" fmla="*/ 56 w 48"/>
                <a:gd name="T3" fmla="*/ 136 h 80"/>
                <a:gd name="T4" fmla="*/ 117 w 48"/>
                <a:gd name="T5" fmla="*/ 299 h 80"/>
                <a:gd name="T6" fmla="*/ 255 w 48"/>
                <a:gd name="T7" fmla="*/ 451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80">
                  <a:moveTo>
                    <a:pt x="0" y="0"/>
                  </a:moveTo>
                  <a:cubicBezTo>
                    <a:pt x="9" y="4"/>
                    <a:pt x="9" y="16"/>
                    <a:pt x="11" y="24"/>
                  </a:cubicBezTo>
                  <a:cubicBezTo>
                    <a:pt x="13" y="34"/>
                    <a:pt x="17" y="44"/>
                    <a:pt x="22" y="53"/>
                  </a:cubicBezTo>
                  <a:cubicBezTo>
                    <a:pt x="29" y="64"/>
                    <a:pt x="38" y="73"/>
                    <a:pt x="48" y="8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" name="Freeform 214">
              <a:extLst>
                <a:ext uri="{FF2B5EF4-FFF2-40B4-BE49-F238E27FC236}">
                  <a16:creationId xmlns:a16="http://schemas.microsoft.com/office/drawing/2014/main" id="{E47B032C-B480-4AF4-B638-62815B92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654"/>
              <a:ext cx="53" cy="361"/>
            </a:xfrm>
            <a:custGeom>
              <a:avLst/>
              <a:gdLst>
                <a:gd name="T0" fmla="*/ 201 w 38"/>
                <a:gd name="T1" fmla="*/ 0 h 257"/>
                <a:gd name="T2" fmla="*/ 124 w 38"/>
                <a:gd name="T3" fmla="*/ 146 h 257"/>
                <a:gd name="T4" fmla="*/ 84 w 38"/>
                <a:gd name="T5" fmla="*/ 327 h 257"/>
                <a:gd name="T6" fmla="*/ 29 w 38"/>
                <a:gd name="T7" fmla="*/ 701 h 257"/>
                <a:gd name="T8" fmla="*/ 1 w 38"/>
                <a:gd name="T9" fmla="*/ 1028 h 257"/>
                <a:gd name="T10" fmla="*/ 15 w 38"/>
                <a:gd name="T11" fmla="*/ 1308 h 257"/>
                <a:gd name="T12" fmla="*/ 49 w 38"/>
                <a:gd name="T13" fmla="*/ 1405 h 2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57">
                  <a:moveTo>
                    <a:pt x="38" y="0"/>
                  </a:moveTo>
                  <a:cubicBezTo>
                    <a:pt x="37" y="7"/>
                    <a:pt x="27" y="18"/>
                    <a:pt x="24" y="27"/>
                  </a:cubicBezTo>
                  <a:cubicBezTo>
                    <a:pt x="20" y="37"/>
                    <a:pt x="18" y="49"/>
                    <a:pt x="16" y="60"/>
                  </a:cubicBezTo>
                  <a:cubicBezTo>
                    <a:pt x="12" y="83"/>
                    <a:pt x="7" y="105"/>
                    <a:pt x="6" y="128"/>
                  </a:cubicBezTo>
                  <a:cubicBezTo>
                    <a:pt x="5" y="148"/>
                    <a:pt x="1" y="167"/>
                    <a:pt x="1" y="188"/>
                  </a:cubicBezTo>
                  <a:cubicBezTo>
                    <a:pt x="1" y="205"/>
                    <a:pt x="0" y="223"/>
                    <a:pt x="3" y="239"/>
                  </a:cubicBezTo>
                  <a:cubicBezTo>
                    <a:pt x="4" y="246"/>
                    <a:pt x="6" y="252"/>
                    <a:pt x="9" y="25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" name="Freeform 215">
              <a:extLst>
                <a:ext uri="{FF2B5EF4-FFF2-40B4-BE49-F238E27FC236}">
                  <a16:creationId xmlns:a16="http://schemas.microsoft.com/office/drawing/2014/main" id="{857EA2FA-4EB4-4031-B996-7DBD0CBD5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897"/>
              <a:ext cx="29" cy="230"/>
            </a:xfrm>
            <a:custGeom>
              <a:avLst/>
              <a:gdLst>
                <a:gd name="T0" fmla="*/ 15 w 21"/>
                <a:gd name="T1" fmla="*/ 0 h 164"/>
                <a:gd name="T2" fmla="*/ 21 w 21"/>
                <a:gd name="T3" fmla="*/ 146 h 164"/>
                <a:gd name="T4" fmla="*/ 40 w 21"/>
                <a:gd name="T5" fmla="*/ 314 h 164"/>
                <a:gd name="T6" fmla="*/ 15 w 21"/>
                <a:gd name="T7" fmla="*/ 611 h 164"/>
                <a:gd name="T8" fmla="*/ 105 w 21"/>
                <a:gd name="T9" fmla="*/ 891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4">
                  <a:moveTo>
                    <a:pt x="3" y="0"/>
                  </a:moveTo>
                  <a:cubicBezTo>
                    <a:pt x="0" y="7"/>
                    <a:pt x="4" y="19"/>
                    <a:pt x="4" y="27"/>
                  </a:cubicBezTo>
                  <a:cubicBezTo>
                    <a:pt x="5" y="37"/>
                    <a:pt x="8" y="48"/>
                    <a:pt x="8" y="58"/>
                  </a:cubicBezTo>
                  <a:cubicBezTo>
                    <a:pt x="8" y="76"/>
                    <a:pt x="2" y="94"/>
                    <a:pt x="3" y="113"/>
                  </a:cubicBezTo>
                  <a:cubicBezTo>
                    <a:pt x="4" y="130"/>
                    <a:pt x="12" y="150"/>
                    <a:pt x="21" y="16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" name="Freeform 216">
              <a:extLst>
                <a:ext uri="{FF2B5EF4-FFF2-40B4-BE49-F238E27FC236}">
                  <a16:creationId xmlns:a16="http://schemas.microsoft.com/office/drawing/2014/main" id="{92B6A3CE-CCB2-4CF0-AA06-A4F780D8E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468"/>
              <a:ext cx="61" cy="214"/>
            </a:xfrm>
            <a:custGeom>
              <a:avLst/>
              <a:gdLst>
                <a:gd name="T0" fmla="*/ 1 w 43"/>
                <a:gd name="T1" fmla="*/ 818 h 153"/>
                <a:gd name="T2" fmla="*/ 57 w 43"/>
                <a:gd name="T3" fmla="*/ 575 h 153"/>
                <a:gd name="T4" fmla="*/ 96 w 43"/>
                <a:gd name="T5" fmla="*/ 376 h 153"/>
                <a:gd name="T6" fmla="*/ 174 w 43"/>
                <a:gd name="T7" fmla="*/ 172 h 153"/>
                <a:gd name="T8" fmla="*/ 247 w 43"/>
                <a:gd name="T9" fmla="*/ 0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53">
                  <a:moveTo>
                    <a:pt x="1" y="153"/>
                  </a:moveTo>
                  <a:cubicBezTo>
                    <a:pt x="0" y="138"/>
                    <a:pt x="7" y="121"/>
                    <a:pt x="10" y="107"/>
                  </a:cubicBezTo>
                  <a:cubicBezTo>
                    <a:pt x="12" y="94"/>
                    <a:pt x="12" y="82"/>
                    <a:pt x="17" y="70"/>
                  </a:cubicBezTo>
                  <a:cubicBezTo>
                    <a:pt x="23" y="57"/>
                    <a:pt x="27" y="45"/>
                    <a:pt x="30" y="32"/>
                  </a:cubicBezTo>
                  <a:cubicBezTo>
                    <a:pt x="33" y="20"/>
                    <a:pt x="34" y="9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" name="Freeform 217">
              <a:extLst>
                <a:ext uri="{FF2B5EF4-FFF2-40B4-BE49-F238E27FC236}">
                  <a16:creationId xmlns:a16="http://schemas.microsoft.com/office/drawing/2014/main" id="{7B1AD263-6A69-4FC6-810F-02AAD8ABA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374"/>
              <a:ext cx="31" cy="134"/>
            </a:xfrm>
            <a:custGeom>
              <a:avLst/>
              <a:gdLst>
                <a:gd name="T0" fmla="*/ 123 w 22"/>
                <a:gd name="T1" fmla="*/ 0 h 96"/>
                <a:gd name="T2" fmla="*/ 83 w 22"/>
                <a:gd name="T3" fmla="*/ 281 h 96"/>
                <a:gd name="T4" fmla="*/ 0 w 22"/>
                <a:gd name="T5" fmla="*/ 508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6">
                  <a:moveTo>
                    <a:pt x="22" y="0"/>
                  </a:moveTo>
                  <a:cubicBezTo>
                    <a:pt x="22" y="18"/>
                    <a:pt x="17" y="36"/>
                    <a:pt x="15" y="53"/>
                  </a:cubicBezTo>
                  <a:cubicBezTo>
                    <a:pt x="12" y="69"/>
                    <a:pt x="3" y="82"/>
                    <a:pt x="0" y="9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" name="Freeform 218">
              <a:extLst>
                <a:ext uri="{FF2B5EF4-FFF2-40B4-BE49-F238E27FC236}">
                  <a16:creationId xmlns:a16="http://schemas.microsoft.com/office/drawing/2014/main" id="{CE869110-0BC2-4099-8A90-BDE486720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198"/>
              <a:ext cx="45" cy="396"/>
            </a:xfrm>
            <a:custGeom>
              <a:avLst/>
              <a:gdLst>
                <a:gd name="T0" fmla="*/ 42 w 32"/>
                <a:gd name="T1" fmla="*/ 0 h 282"/>
                <a:gd name="T2" fmla="*/ 39 w 32"/>
                <a:gd name="T3" fmla="*/ 77 h 282"/>
                <a:gd name="T4" fmla="*/ 21 w 32"/>
                <a:gd name="T5" fmla="*/ 204 h 282"/>
                <a:gd name="T6" fmla="*/ 21 w 32"/>
                <a:gd name="T7" fmla="*/ 433 h 282"/>
                <a:gd name="T8" fmla="*/ 39 w 32"/>
                <a:gd name="T9" fmla="*/ 961 h 282"/>
                <a:gd name="T10" fmla="*/ 83 w 32"/>
                <a:gd name="T11" fmla="*/ 1177 h 282"/>
                <a:gd name="T12" fmla="*/ 96 w 32"/>
                <a:gd name="T13" fmla="*/ 1382 h 282"/>
                <a:gd name="T14" fmla="*/ 176 w 32"/>
                <a:gd name="T15" fmla="*/ 1540 h 2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82">
                  <a:moveTo>
                    <a:pt x="8" y="0"/>
                  </a:moveTo>
                  <a:cubicBezTo>
                    <a:pt x="10" y="4"/>
                    <a:pt x="7" y="10"/>
                    <a:pt x="7" y="14"/>
                  </a:cubicBezTo>
                  <a:cubicBezTo>
                    <a:pt x="5" y="22"/>
                    <a:pt x="5" y="30"/>
                    <a:pt x="4" y="37"/>
                  </a:cubicBezTo>
                  <a:cubicBezTo>
                    <a:pt x="3" y="51"/>
                    <a:pt x="4" y="65"/>
                    <a:pt x="4" y="79"/>
                  </a:cubicBezTo>
                  <a:cubicBezTo>
                    <a:pt x="5" y="111"/>
                    <a:pt x="0" y="144"/>
                    <a:pt x="7" y="176"/>
                  </a:cubicBezTo>
                  <a:cubicBezTo>
                    <a:pt x="10" y="190"/>
                    <a:pt x="15" y="201"/>
                    <a:pt x="15" y="216"/>
                  </a:cubicBezTo>
                  <a:cubicBezTo>
                    <a:pt x="16" y="228"/>
                    <a:pt x="14" y="241"/>
                    <a:pt x="17" y="253"/>
                  </a:cubicBezTo>
                  <a:cubicBezTo>
                    <a:pt x="20" y="264"/>
                    <a:pt x="27" y="271"/>
                    <a:pt x="32" y="28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" name="Freeform 219">
              <a:extLst>
                <a:ext uri="{FF2B5EF4-FFF2-40B4-BE49-F238E27FC236}">
                  <a16:creationId xmlns:a16="http://schemas.microsoft.com/office/drawing/2014/main" id="{6C2066DC-B928-4DBE-BD29-88BB80738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515"/>
              <a:ext cx="46" cy="381"/>
            </a:xfrm>
            <a:custGeom>
              <a:avLst/>
              <a:gdLst>
                <a:gd name="T0" fmla="*/ 28 w 33"/>
                <a:gd name="T1" fmla="*/ 1490 h 271"/>
                <a:gd name="T2" fmla="*/ 117 w 33"/>
                <a:gd name="T3" fmla="*/ 1206 h 271"/>
                <a:gd name="T4" fmla="*/ 137 w 33"/>
                <a:gd name="T5" fmla="*/ 867 h 271"/>
                <a:gd name="T6" fmla="*/ 109 w 33"/>
                <a:gd name="T7" fmla="*/ 423 h 271"/>
                <a:gd name="T8" fmla="*/ 75 w 33"/>
                <a:gd name="T9" fmla="*/ 0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1">
                  <a:moveTo>
                    <a:pt x="5" y="271"/>
                  </a:moveTo>
                  <a:cubicBezTo>
                    <a:pt x="18" y="263"/>
                    <a:pt x="20" y="234"/>
                    <a:pt x="22" y="220"/>
                  </a:cubicBezTo>
                  <a:cubicBezTo>
                    <a:pt x="25" y="199"/>
                    <a:pt x="27" y="179"/>
                    <a:pt x="26" y="158"/>
                  </a:cubicBezTo>
                  <a:cubicBezTo>
                    <a:pt x="25" y="129"/>
                    <a:pt x="33" y="104"/>
                    <a:pt x="21" y="77"/>
                  </a:cubicBezTo>
                  <a:cubicBezTo>
                    <a:pt x="15" y="61"/>
                    <a:pt x="0" y="13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" name="Freeform 220">
              <a:extLst>
                <a:ext uri="{FF2B5EF4-FFF2-40B4-BE49-F238E27FC236}">
                  <a16:creationId xmlns:a16="http://schemas.microsoft.com/office/drawing/2014/main" id="{04AE143B-0261-4150-890C-B9F387124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914"/>
              <a:ext cx="109" cy="289"/>
            </a:xfrm>
            <a:custGeom>
              <a:avLst/>
              <a:gdLst>
                <a:gd name="T0" fmla="*/ 0 w 78"/>
                <a:gd name="T1" fmla="*/ 1118 h 206"/>
                <a:gd name="T2" fmla="*/ 161 w 78"/>
                <a:gd name="T3" fmla="*/ 797 h 206"/>
                <a:gd name="T4" fmla="*/ 267 w 78"/>
                <a:gd name="T5" fmla="*/ 664 h 206"/>
                <a:gd name="T6" fmla="*/ 306 w 78"/>
                <a:gd name="T7" fmla="*/ 478 h 206"/>
                <a:gd name="T8" fmla="*/ 363 w 78"/>
                <a:gd name="T9" fmla="*/ 142 h 206"/>
                <a:gd name="T10" fmla="*/ 412 w 78"/>
                <a:gd name="T11" fmla="*/ 0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206">
                  <a:moveTo>
                    <a:pt x="0" y="206"/>
                  </a:moveTo>
                  <a:cubicBezTo>
                    <a:pt x="22" y="195"/>
                    <a:pt x="21" y="166"/>
                    <a:pt x="30" y="147"/>
                  </a:cubicBezTo>
                  <a:cubicBezTo>
                    <a:pt x="35" y="137"/>
                    <a:pt x="45" y="132"/>
                    <a:pt x="50" y="122"/>
                  </a:cubicBezTo>
                  <a:cubicBezTo>
                    <a:pt x="55" y="112"/>
                    <a:pt x="56" y="99"/>
                    <a:pt x="57" y="88"/>
                  </a:cubicBezTo>
                  <a:cubicBezTo>
                    <a:pt x="60" y="66"/>
                    <a:pt x="60" y="45"/>
                    <a:pt x="68" y="26"/>
                  </a:cubicBezTo>
                  <a:cubicBezTo>
                    <a:pt x="71" y="18"/>
                    <a:pt x="78" y="8"/>
                    <a:pt x="7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" name="Freeform 221">
              <a:extLst>
                <a:ext uri="{FF2B5EF4-FFF2-40B4-BE49-F238E27FC236}">
                  <a16:creationId xmlns:a16="http://schemas.microsoft.com/office/drawing/2014/main" id="{625EE88B-0F08-4433-ADEF-1D5E6C309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740"/>
              <a:ext cx="38" cy="325"/>
            </a:xfrm>
            <a:custGeom>
              <a:avLst/>
              <a:gdLst>
                <a:gd name="T0" fmla="*/ 117 w 27"/>
                <a:gd name="T1" fmla="*/ 0 h 232"/>
                <a:gd name="T2" fmla="*/ 135 w 27"/>
                <a:gd name="T3" fmla="*/ 108 h 232"/>
                <a:gd name="T4" fmla="*/ 149 w 27"/>
                <a:gd name="T5" fmla="*/ 366 h 232"/>
                <a:gd name="T6" fmla="*/ 42 w 27"/>
                <a:gd name="T7" fmla="*/ 817 h 232"/>
                <a:gd name="T8" fmla="*/ 55 w 27"/>
                <a:gd name="T9" fmla="*/ 125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2">
                  <a:moveTo>
                    <a:pt x="21" y="0"/>
                  </a:moveTo>
                  <a:cubicBezTo>
                    <a:pt x="21" y="7"/>
                    <a:pt x="23" y="13"/>
                    <a:pt x="24" y="20"/>
                  </a:cubicBezTo>
                  <a:cubicBezTo>
                    <a:pt x="27" y="36"/>
                    <a:pt x="27" y="52"/>
                    <a:pt x="27" y="68"/>
                  </a:cubicBezTo>
                  <a:cubicBezTo>
                    <a:pt x="27" y="98"/>
                    <a:pt x="15" y="123"/>
                    <a:pt x="8" y="151"/>
                  </a:cubicBezTo>
                  <a:cubicBezTo>
                    <a:pt x="0" y="178"/>
                    <a:pt x="6" y="205"/>
                    <a:pt x="10" y="2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" name="Freeform 222">
              <a:extLst>
                <a:ext uri="{FF2B5EF4-FFF2-40B4-BE49-F238E27FC236}">
                  <a16:creationId xmlns:a16="http://schemas.microsoft.com/office/drawing/2014/main" id="{9918D36F-C852-4E73-9FA9-5FE113E8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584"/>
              <a:ext cx="16" cy="227"/>
            </a:xfrm>
            <a:custGeom>
              <a:avLst/>
              <a:gdLst>
                <a:gd name="T0" fmla="*/ 0 w 11"/>
                <a:gd name="T1" fmla="*/ 0 h 162"/>
                <a:gd name="T2" fmla="*/ 28 w 11"/>
                <a:gd name="T3" fmla="*/ 280 h 162"/>
                <a:gd name="T4" fmla="*/ 13 w 11"/>
                <a:gd name="T5" fmla="*/ 537 h 162"/>
                <a:gd name="T6" fmla="*/ 70 w 11"/>
                <a:gd name="T7" fmla="*/ 876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2">
                  <a:moveTo>
                    <a:pt x="0" y="0"/>
                  </a:moveTo>
                  <a:cubicBezTo>
                    <a:pt x="1" y="17"/>
                    <a:pt x="6" y="35"/>
                    <a:pt x="4" y="52"/>
                  </a:cubicBezTo>
                  <a:cubicBezTo>
                    <a:pt x="3" y="68"/>
                    <a:pt x="1" y="83"/>
                    <a:pt x="2" y="99"/>
                  </a:cubicBezTo>
                  <a:cubicBezTo>
                    <a:pt x="2" y="120"/>
                    <a:pt x="11" y="141"/>
                    <a:pt x="11" y="16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" name="Freeform 223">
              <a:extLst>
                <a:ext uri="{FF2B5EF4-FFF2-40B4-BE49-F238E27FC236}">
                  <a16:creationId xmlns:a16="http://schemas.microsoft.com/office/drawing/2014/main" id="{EDFB71F7-F7B0-43A4-8073-4F8D8C164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824"/>
              <a:ext cx="16" cy="128"/>
            </a:xfrm>
            <a:custGeom>
              <a:avLst/>
              <a:gdLst>
                <a:gd name="T0" fmla="*/ 13 w 11"/>
                <a:gd name="T1" fmla="*/ 0 h 91"/>
                <a:gd name="T2" fmla="*/ 52 w 11"/>
                <a:gd name="T3" fmla="*/ 301 h 91"/>
                <a:gd name="T4" fmla="*/ 1 w 11"/>
                <a:gd name="T5" fmla="*/ 501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1">
                  <a:moveTo>
                    <a:pt x="2" y="0"/>
                  </a:moveTo>
                  <a:cubicBezTo>
                    <a:pt x="2" y="18"/>
                    <a:pt x="11" y="37"/>
                    <a:pt x="8" y="55"/>
                  </a:cubicBezTo>
                  <a:cubicBezTo>
                    <a:pt x="6" y="68"/>
                    <a:pt x="0" y="79"/>
                    <a:pt x="1" y="9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" name="Freeform 224">
              <a:extLst>
                <a:ext uri="{FF2B5EF4-FFF2-40B4-BE49-F238E27FC236}">
                  <a16:creationId xmlns:a16="http://schemas.microsoft.com/office/drawing/2014/main" id="{3F501F7B-A41F-4B1D-9692-F9AA07C89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939"/>
              <a:ext cx="49" cy="236"/>
            </a:xfrm>
            <a:custGeom>
              <a:avLst/>
              <a:gdLst>
                <a:gd name="T0" fmla="*/ 190 w 35"/>
                <a:gd name="T1" fmla="*/ 0 h 168"/>
                <a:gd name="T2" fmla="*/ 108 w 35"/>
                <a:gd name="T3" fmla="*/ 260 h 168"/>
                <a:gd name="T4" fmla="*/ 97 w 35"/>
                <a:gd name="T5" fmla="*/ 546 h 168"/>
                <a:gd name="T6" fmla="*/ 15 w 35"/>
                <a:gd name="T7" fmla="*/ 756 h 168"/>
                <a:gd name="T8" fmla="*/ 1 w 35"/>
                <a:gd name="T9" fmla="*/ 92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68">
                  <a:moveTo>
                    <a:pt x="35" y="0"/>
                  </a:moveTo>
                  <a:cubicBezTo>
                    <a:pt x="28" y="16"/>
                    <a:pt x="21" y="29"/>
                    <a:pt x="20" y="48"/>
                  </a:cubicBezTo>
                  <a:cubicBezTo>
                    <a:pt x="19" y="65"/>
                    <a:pt x="24" y="84"/>
                    <a:pt x="18" y="100"/>
                  </a:cubicBezTo>
                  <a:cubicBezTo>
                    <a:pt x="13" y="113"/>
                    <a:pt x="7" y="126"/>
                    <a:pt x="3" y="138"/>
                  </a:cubicBezTo>
                  <a:cubicBezTo>
                    <a:pt x="0" y="148"/>
                    <a:pt x="1" y="160"/>
                    <a:pt x="1" y="16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" name="Freeform 225">
              <a:extLst>
                <a:ext uri="{FF2B5EF4-FFF2-40B4-BE49-F238E27FC236}">
                  <a16:creationId xmlns:a16="http://schemas.microsoft.com/office/drawing/2014/main" id="{AFF94925-EB9D-42C7-A616-B4349F964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966"/>
              <a:ext cx="61" cy="194"/>
            </a:xfrm>
            <a:custGeom>
              <a:avLst/>
              <a:gdLst>
                <a:gd name="T0" fmla="*/ 231 w 43"/>
                <a:gd name="T1" fmla="*/ 0 h 138"/>
                <a:gd name="T2" fmla="*/ 247 w 43"/>
                <a:gd name="T3" fmla="*/ 228 h 138"/>
                <a:gd name="T4" fmla="*/ 206 w 43"/>
                <a:gd name="T5" fmla="*/ 444 h 138"/>
                <a:gd name="T6" fmla="*/ 0 w 43"/>
                <a:gd name="T7" fmla="*/ 759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38">
                  <a:moveTo>
                    <a:pt x="40" y="0"/>
                  </a:moveTo>
                  <a:cubicBezTo>
                    <a:pt x="39" y="13"/>
                    <a:pt x="43" y="27"/>
                    <a:pt x="43" y="41"/>
                  </a:cubicBezTo>
                  <a:cubicBezTo>
                    <a:pt x="42" y="55"/>
                    <a:pt x="39" y="68"/>
                    <a:pt x="36" y="81"/>
                  </a:cubicBezTo>
                  <a:cubicBezTo>
                    <a:pt x="30" y="104"/>
                    <a:pt x="15" y="121"/>
                    <a:pt x="0" y="13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" name="Freeform 226">
              <a:extLst>
                <a:ext uri="{FF2B5EF4-FFF2-40B4-BE49-F238E27FC236}">
                  <a16:creationId xmlns:a16="http://schemas.microsoft.com/office/drawing/2014/main" id="{FB0C267B-81A8-4AFC-9719-57FF253D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580"/>
              <a:ext cx="20" cy="226"/>
            </a:xfrm>
            <a:custGeom>
              <a:avLst/>
              <a:gdLst>
                <a:gd name="T0" fmla="*/ 1 w 14"/>
                <a:gd name="T1" fmla="*/ 0 h 161"/>
                <a:gd name="T2" fmla="*/ 39 w 14"/>
                <a:gd name="T3" fmla="*/ 233 h 161"/>
                <a:gd name="T4" fmla="*/ 67 w 14"/>
                <a:gd name="T5" fmla="*/ 508 h 161"/>
                <a:gd name="T6" fmla="*/ 80 w 14"/>
                <a:gd name="T7" fmla="*/ 741 h 161"/>
                <a:gd name="T8" fmla="*/ 59 w 14"/>
                <a:gd name="T9" fmla="*/ 877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1">
                  <a:moveTo>
                    <a:pt x="1" y="0"/>
                  </a:moveTo>
                  <a:cubicBezTo>
                    <a:pt x="0" y="14"/>
                    <a:pt x="4" y="29"/>
                    <a:pt x="6" y="43"/>
                  </a:cubicBezTo>
                  <a:cubicBezTo>
                    <a:pt x="9" y="59"/>
                    <a:pt x="9" y="76"/>
                    <a:pt x="11" y="93"/>
                  </a:cubicBezTo>
                  <a:cubicBezTo>
                    <a:pt x="12" y="107"/>
                    <a:pt x="14" y="121"/>
                    <a:pt x="13" y="136"/>
                  </a:cubicBezTo>
                  <a:cubicBezTo>
                    <a:pt x="13" y="143"/>
                    <a:pt x="9" y="155"/>
                    <a:pt x="10" y="16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" name="Freeform 227">
              <a:extLst>
                <a:ext uri="{FF2B5EF4-FFF2-40B4-BE49-F238E27FC236}">
                  <a16:creationId xmlns:a16="http://schemas.microsoft.com/office/drawing/2014/main" id="{F7DB1BD5-0DCA-4847-9516-923BBF5B2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347"/>
              <a:ext cx="10" cy="101"/>
            </a:xfrm>
            <a:custGeom>
              <a:avLst/>
              <a:gdLst>
                <a:gd name="T0" fmla="*/ 0 w 7"/>
                <a:gd name="T1" fmla="*/ 0 h 72"/>
                <a:gd name="T2" fmla="*/ 41 w 7"/>
                <a:gd name="T3" fmla="*/ 233 h 72"/>
                <a:gd name="T4" fmla="*/ 41 w 7"/>
                <a:gd name="T5" fmla="*/ 39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2">
                  <a:moveTo>
                    <a:pt x="0" y="0"/>
                  </a:moveTo>
                  <a:cubicBezTo>
                    <a:pt x="2" y="14"/>
                    <a:pt x="7" y="29"/>
                    <a:pt x="7" y="43"/>
                  </a:cubicBezTo>
                  <a:cubicBezTo>
                    <a:pt x="7" y="52"/>
                    <a:pt x="4" y="63"/>
                    <a:pt x="7" y="7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" name="Freeform 228">
              <a:extLst>
                <a:ext uri="{FF2B5EF4-FFF2-40B4-BE49-F238E27FC236}">
                  <a16:creationId xmlns:a16="http://schemas.microsoft.com/office/drawing/2014/main" id="{94986757-8F92-48B8-9198-7BC074D5D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163"/>
              <a:ext cx="150" cy="160"/>
            </a:xfrm>
            <a:custGeom>
              <a:avLst/>
              <a:gdLst>
                <a:gd name="T0" fmla="*/ 11 w 107"/>
                <a:gd name="T1" fmla="*/ 146 h 114"/>
                <a:gd name="T2" fmla="*/ 118 w 107"/>
                <a:gd name="T3" fmla="*/ 1 h 114"/>
                <a:gd name="T4" fmla="*/ 268 w 107"/>
                <a:gd name="T5" fmla="*/ 55 h 114"/>
                <a:gd name="T6" fmla="*/ 338 w 107"/>
                <a:gd name="T7" fmla="*/ 58 h 114"/>
                <a:gd name="T8" fmla="*/ 432 w 107"/>
                <a:gd name="T9" fmla="*/ 81 h 114"/>
                <a:gd name="T10" fmla="*/ 527 w 107"/>
                <a:gd name="T11" fmla="*/ 180 h 114"/>
                <a:gd name="T12" fmla="*/ 474 w 107"/>
                <a:gd name="T13" fmla="*/ 420 h 114"/>
                <a:gd name="T14" fmla="*/ 578 w 107"/>
                <a:gd name="T15" fmla="*/ 62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14">
                  <a:moveTo>
                    <a:pt x="2" y="27"/>
                  </a:moveTo>
                  <a:cubicBezTo>
                    <a:pt x="0" y="14"/>
                    <a:pt x="7" y="3"/>
                    <a:pt x="22" y="1"/>
                  </a:cubicBezTo>
                  <a:cubicBezTo>
                    <a:pt x="32" y="0"/>
                    <a:pt x="39" y="9"/>
                    <a:pt x="49" y="10"/>
                  </a:cubicBezTo>
                  <a:cubicBezTo>
                    <a:pt x="54" y="10"/>
                    <a:pt x="58" y="9"/>
                    <a:pt x="63" y="11"/>
                  </a:cubicBezTo>
                  <a:cubicBezTo>
                    <a:pt x="68" y="13"/>
                    <a:pt x="74" y="14"/>
                    <a:pt x="80" y="15"/>
                  </a:cubicBezTo>
                  <a:cubicBezTo>
                    <a:pt x="88" y="17"/>
                    <a:pt x="95" y="24"/>
                    <a:pt x="97" y="33"/>
                  </a:cubicBezTo>
                  <a:cubicBezTo>
                    <a:pt x="103" y="50"/>
                    <a:pt x="89" y="61"/>
                    <a:pt x="88" y="77"/>
                  </a:cubicBezTo>
                  <a:cubicBezTo>
                    <a:pt x="86" y="92"/>
                    <a:pt x="94" y="108"/>
                    <a:pt x="107" y="1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" name="Freeform 229">
              <a:extLst>
                <a:ext uri="{FF2B5EF4-FFF2-40B4-BE49-F238E27FC236}">
                  <a16:creationId xmlns:a16="http://schemas.microsoft.com/office/drawing/2014/main" id="{691BE96B-88D0-4CBA-AC20-0EA4CB6BA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132"/>
              <a:ext cx="129" cy="73"/>
            </a:xfrm>
            <a:custGeom>
              <a:avLst/>
              <a:gdLst>
                <a:gd name="T0" fmla="*/ 499 w 92"/>
                <a:gd name="T1" fmla="*/ 282 h 52"/>
                <a:gd name="T2" fmla="*/ 395 w 92"/>
                <a:gd name="T3" fmla="*/ 136 h 52"/>
                <a:gd name="T4" fmla="*/ 279 w 92"/>
                <a:gd name="T5" fmla="*/ 15 h 52"/>
                <a:gd name="T6" fmla="*/ 104 w 92"/>
                <a:gd name="T7" fmla="*/ 81 h 52"/>
                <a:gd name="T8" fmla="*/ 0 w 92"/>
                <a:gd name="T9" fmla="*/ 16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2">
                  <a:moveTo>
                    <a:pt x="92" y="52"/>
                  </a:moveTo>
                  <a:cubicBezTo>
                    <a:pt x="82" y="45"/>
                    <a:pt x="78" y="36"/>
                    <a:pt x="73" y="25"/>
                  </a:cubicBezTo>
                  <a:cubicBezTo>
                    <a:pt x="69" y="15"/>
                    <a:pt x="62" y="6"/>
                    <a:pt x="51" y="3"/>
                  </a:cubicBezTo>
                  <a:cubicBezTo>
                    <a:pt x="39" y="0"/>
                    <a:pt x="27" y="7"/>
                    <a:pt x="19" y="15"/>
                  </a:cubicBezTo>
                  <a:cubicBezTo>
                    <a:pt x="14" y="21"/>
                    <a:pt x="9" y="29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" name="Freeform 230">
              <a:extLst>
                <a:ext uri="{FF2B5EF4-FFF2-40B4-BE49-F238E27FC236}">
                  <a16:creationId xmlns:a16="http://schemas.microsoft.com/office/drawing/2014/main" id="{DB278E17-7D7D-44D3-8AC4-094621EB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184"/>
              <a:ext cx="19" cy="91"/>
            </a:xfrm>
            <a:custGeom>
              <a:avLst/>
              <a:gdLst>
                <a:gd name="T0" fmla="*/ 0 w 13"/>
                <a:gd name="T1" fmla="*/ 0 h 65"/>
                <a:gd name="T2" fmla="*/ 69 w 13"/>
                <a:gd name="T3" fmla="*/ 104 h 65"/>
                <a:gd name="T4" fmla="*/ 32 w 13"/>
                <a:gd name="T5" fmla="*/ 211 h 65"/>
                <a:gd name="T6" fmla="*/ 82 w 13"/>
                <a:gd name="T7" fmla="*/ 349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0" y="0"/>
                  </a:moveTo>
                  <a:cubicBezTo>
                    <a:pt x="6" y="3"/>
                    <a:pt x="9" y="12"/>
                    <a:pt x="10" y="19"/>
                  </a:cubicBezTo>
                  <a:cubicBezTo>
                    <a:pt x="13" y="28"/>
                    <a:pt x="7" y="31"/>
                    <a:pt x="5" y="39"/>
                  </a:cubicBezTo>
                  <a:cubicBezTo>
                    <a:pt x="2" y="48"/>
                    <a:pt x="9" y="57"/>
                    <a:pt x="12" y="6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" name="Freeform 231">
              <a:extLst>
                <a:ext uri="{FF2B5EF4-FFF2-40B4-BE49-F238E27FC236}">
                  <a16:creationId xmlns:a16="http://schemas.microsoft.com/office/drawing/2014/main" id="{743FD281-CEE5-4A61-9C59-58D1C569D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129"/>
              <a:ext cx="80" cy="163"/>
            </a:xfrm>
            <a:custGeom>
              <a:avLst/>
              <a:gdLst>
                <a:gd name="T0" fmla="*/ 0 w 57"/>
                <a:gd name="T1" fmla="*/ 55 h 116"/>
                <a:gd name="T2" fmla="*/ 174 w 57"/>
                <a:gd name="T3" fmla="*/ 205 h 116"/>
                <a:gd name="T4" fmla="*/ 268 w 57"/>
                <a:gd name="T5" fmla="*/ 301 h 116"/>
                <a:gd name="T6" fmla="*/ 309 w 57"/>
                <a:gd name="T7" fmla="*/ 450 h 116"/>
                <a:gd name="T8" fmla="*/ 268 w 57"/>
                <a:gd name="T9" fmla="*/ 585 h 116"/>
                <a:gd name="T10" fmla="*/ 152 w 57"/>
                <a:gd name="T11" fmla="*/ 596 h 116"/>
                <a:gd name="T12" fmla="*/ 122 w 57"/>
                <a:gd name="T13" fmla="*/ 45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16">
                  <a:moveTo>
                    <a:pt x="0" y="10"/>
                  </a:moveTo>
                  <a:cubicBezTo>
                    <a:pt x="18" y="0"/>
                    <a:pt x="26" y="29"/>
                    <a:pt x="32" y="38"/>
                  </a:cubicBezTo>
                  <a:cubicBezTo>
                    <a:pt x="38" y="45"/>
                    <a:pt x="45" y="47"/>
                    <a:pt x="49" y="55"/>
                  </a:cubicBezTo>
                  <a:cubicBezTo>
                    <a:pt x="54" y="63"/>
                    <a:pt x="57" y="72"/>
                    <a:pt x="57" y="82"/>
                  </a:cubicBezTo>
                  <a:cubicBezTo>
                    <a:pt x="57" y="91"/>
                    <a:pt x="56" y="100"/>
                    <a:pt x="49" y="107"/>
                  </a:cubicBezTo>
                  <a:cubicBezTo>
                    <a:pt x="44" y="114"/>
                    <a:pt x="35" y="116"/>
                    <a:pt x="28" y="109"/>
                  </a:cubicBezTo>
                  <a:cubicBezTo>
                    <a:pt x="20" y="101"/>
                    <a:pt x="27" y="91"/>
                    <a:pt x="22" y="8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" name="Freeform 232">
              <a:extLst>
                <a:ext uri="{FF2B5EF4-FFF2-40B4-BE49-F238E27FC236}">
                  <a16:creationId xmlns:a16="http://schemas.microsoft.com/office/drawing/2014/main" id="{1184D526-1078-484A-8F3C-9110104AA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089"/>
              <a:ext cx="96" cy="68"/>
            </a:xfrm>
            <a:custGeom>
              <a:avLst/>
              <a:gdLst>
                <a:gd name="T0" fmla="*/ 0 w 69"/>
                <a:gd name="T1" fmla="*/ 0 h 49"/>
                <a:gd name="T2" fmla="*/ 26 w 69"/>
                <a:gd name="T3" fmla="*/ 94 h 49"/>
                <a:gd name="T4" fmla="*/ 83 w 69"/>
                <a:gd name="T5" fmla="*/ 190 h 49"/>
                <a:gd name="T6" fmla="*/ 223 w 69"/>
                <a:gd name="T7" fmla="*/ 250 h 49"/>
                <a:gd name="T8" fmla="*/ 360 w 69"/>
                <a:gd name="T9" fmla="*/ 22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9">
                  <a:moveTo>
                    <a:pt x="0" y="0"/>
                  </a:moveTo>
                  <a:cubicBezTo>
                    <a:pt x="0" y="6"/>
                    <a:pt x="4" y="12"/>
                    <a:pt x="5" y="18"/>
                  </a:cubicBezTo>
                  <a:cubicBezTo>
                    <a:pt x="8" y="26"/>
                    <a:pt x="11" y="31"/>
                    <a:pt x="16" y="37"/>
                  </a:cubicBezTo>
                  <a:cubicBezTo>
                    <a:pt x="24" y="45"/>
                    <a:pt x="32" y="49"/>
                    <a:pt x="43" y="49"/>
                  </a:cubicBezTo>
                  <a:cubicBezTo>
                    <a:pt x="53" y="49"/>
                    <a:pt x="60" y="45"/>
                    <a:pt x="69" y="4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" name="Freeform 233">
              <a:extLst>
                <a:ext uri="{FF2B5EF4-FFF2-40B4-BE49-F238E27FC236}">
                  <a16:creationId xmlns:a16="http://schemas.microsoft.com/office/drawing/2014/main" id="{406DCB00-A022-45C9-90B1-E2DF5FD1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202"/>
              <a:ext cx="19" cy="86"/>
            </a:xfrm>
            <a:custGeom>
              <a:avLst/>
              <a:gdLst>
                <a:gd name="T0" fmla="*/ 48 w 14"/>
                <a:gd name="T1" fmla="*/ 0 h 61"/>
                <a:gd name="T2" fmla="*/ 65 w 14"/>
                <a:gd name="T3" fmla="*/ 110 h 61"/>
                <a:gd name="T4" fmla="*/ 50 w 14"/>
                <a:gd name="T5" fmla="*/ 219 h 61"/>
                <a:gd name="T6" fmla="*/ 0 w 14"/>
                <a:gd name="T7" fmla="*/ 336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1">
                  <a:moveTo>
                    <a:pt x="10" y="0"/>
                  </a:moveTo>
                  <a:cubicBezTo>
                    <a:pt x="13" y="7"/>
                    <a:pt x="14" y="13"/>
                    <a:pt x="14" y="20"/>
                  </a:cubicBezTo>
                  <a:cubicBezTo>
                    <a:pt x="14" y="27"/>
                    <a:pt x="11" y="32"/>
                    <a:pt x="11" y="39"/>
                  </a:cubicBezTo>
                  <a:cubicBezTo>
                    <a:pt x="10" y="46"/>
                    <a:pt x="11" y="61"/>
                    <a:pt x="0" y="6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" name="Freeform 234">
              <a:extLst>
                <a:ext uri="{FF2B5EF4-FFF2-40B4-BE49-F238E27FC236}">
                  <a16:creationId xmlns:a16="http://schemas.microsoft.com/office/drawing/2014/main" id="{959C2592-2B41-4E90-87FF-81D48A673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173"/>
              <a:ext cx="70" cy="56"/>
            </a:xfrm>
            <a:custGeom>
              <a:avLst/>
              <a:gdLst>
                <a:gd name="T0" fmla="*/ 0 w 50"/>
                <a:gd name="T1" fmla="*/ 11 h 40"/>
                <a:gd name="T2" fmla="*/ 132 w 50"/>
                <a:gd name="T3" fmla="*/ 15 h 40"/>
                <a:gd name="T4" fmla="*/ 227 w 50"/>
                <a:gd name="T5" fmla="*/ 67 h 40"/>
                <a:gd name="T6" fmla="*/ 266 w 50"/>
                <a:gd name="T7" fmla="*/ 151 h 40"/>
                <a:gd name="T8" fmla="*/ 231 w 50"/>
                <a:gd name="T9" fmla="*/ 21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0">
                  <a:moveTo>
                    <a:pt x="0" y="2"/>
                  </a:moveTo>
                  <a:cubicBezTo>
                    <a:pt x="6" y="0"/>
                    <a:pt x="17" y="3"/>
                    <a:pt x="24" y="3"/>
                  </a:cubicBezTo>
                  <a:cubicBezTo>
                    <a:pt x="31" y="4"/>
                    <a:pt x="37" y="7"/>
                    <a:pt x="42" y="12"/>
                  </a:cubicBezTo>
                  <a:cubicBezTo>
                    <a:pt x="45" y="16"/>
                    <a:pt x="50" y="23"/>
                    <a:pt x="49" y="28"/>
                  </a:cubicBezTo>
                  <a:cubicBezTo>
                    <a:pt x="49" y="33"/>
                    <a:pt x="44" y="35"/>
                    <a:pt x="43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" name="Freeform 235">
              <a:extLst>
                <a:ext uri="{FF2B5EF4-FFF2-40B4-BE49-F238E27FC236}">
                  <a16:creationId xmlns:a16="http://schemas.microsoft.com/office/drawing/2014/main" id="{20E52FDC-1E72-466E-86B0-0872475EA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159"/>
              <a:ext cx="67" cy="20"/>
            </a:xfrm>
            <a:custGeom>
              <a:avLst/>
              <a:gdLst>
                <a:gd name="T0" fmla="*/ 0 w 48"/>
                <a:gd name="T1" fmla="*/ 19 h 14"/>
                <a:gd name="T2" fmla="*/ 163 w 48"/>
                <a:gd name="T3" fmla="*/ 41 h 14"/>
                <a:gd name="T4" fmla="*/ 212 w 48"/>
                <a:gd name="T5" fmla="*/ 70 h 14"/>
                <a:gd name="T6" fmla="*/ 255 w 48"/>
                <a:gd name="T7" fmla="*/ 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4">
                  <a:moveTo>
                    <a:pt x="0" y="3"/>
                  </a:moveTo>
                  <a:cubicBezTo>
                    <a:pt x="12" y="2"/>
                    <a:pt x="20" y="0"/>
                    <a:pt x="31" y="7"/>
                  </a:cubicBezTo>
                  <a:cubicBezTo>
                    <a:pt x="34" y="8"/>
                    <a:pt x="37" y="10"/>
                    <a:pt x="40" y="12"/>
                  </a:cubicBezTo>
                  <a:cubicBezTo>
                    <a:pt x="42" y="12"/>
                    <a:pt x="46" y="12"/>
                    <a:pt x="48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" name="Freeform 236">
              <a:extLst>
                <a:ext uri="{FF2B5EF4-FFF2-40B4-BE49-F238E27FC236}">
                  <a16:creationId xmlns:a16="http://schemas.microsoft.com/office/drawing/2014/main" id="{18FC263D-A40F-4C7C-893A-52BA0221C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218"/>
              <a:ext cx="36" cy="41"/>
            </a:xfrm>
            <a:custGeom>
              <a:avLst/>
              <a:gdLst>
                <a:gd name="T0" fmla="*/ 126 w 26"/>
                <a:gd name="T1" fmla="*/ 0 h 29"/>
                <a:gd name="T2" fmla="*/ 50 w 26"/>
                <a:gd name="T3" fmla="*/ 163 h 29"/>
                <a:gd name="T4" fmla="*/ 21 w 26"/>
                <a:gd name="T5" fmla="*/ 4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25" y="0"/>
                  </a:moveTo>
                  <a:cubicBezTo>
                    <a:pt x="26" y="8"/>
                    <a:pt x="19" y="28"/>
                    <a:pt x="10" y="28"/>
                  </a:cubicBezTo>
                  <a:cubicBezTo>
                    <a:pt x="0" y="29"/>
                    <a:pt x="5" y="13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" name="Freeform 237">
              <a:extLst>
                <a:ext uri="{FF2B5EF4-FFF2-40B4-BE49-F238E27FC236}">
                  <a16:creationId xmlns:a16="http://schemas.microsoft.com/office/drawing/2014/main" id="{120EAEDC-2AA5-42C5-ABA6-1037D571E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257"/>
              <a:ext cx="33" cy="16"/>
            </a:xfrm>
            <a:custGeom>
              <a:avLst/>
              <a:gdLst>
                <a:gd name="T0" fmla="*/ 138 w 23"/>
                <a:gd name="T1" fmla="*/ 0 h 11"/>
                <a:gd name="T2" fmla="*/ 60 w 23"/>
                <a:gd name="T3" fmla="*/ 70 h 11"/>
                <a:gd name="T4" fmla="*/ 0 w 23"/>
                <a:gd name="T5" fmla="*/ 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3"/>
                    <a:pt x="18" y="11"/>
                    <a:pt x="10" y="11"/>
                  </a:cubicBezTo>
                  <a:cubicBezTo>
                    <a:pt x="5" y="11"/>
                    <a:pt x="2" y="6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" name="Freeform 238">
              <a:extLst>
                <a:ext uri="{FF2B5EF4-FFF2-40B4-BE49-F238E27FC236}">
                  <a16:creationId xmlns:a16="http://schemas.microsoft.com/office/drawing/2014/main" id="{8B62C5CD-9FE2-45FE-8256-431BD102C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156"/>
              <a:ext cx="56" cy="51"/>
            </a:xfrm>
            <a:custGeom>
              <a:avLst/>
              <a:gdLst>
                <a:gd name="T0" fmla="*/ 0 w 40"/>
                <a:gd name="T1" fmla="*/ 0 h 36"/>
                <a:gd name="T2" fmla="*/ 132 w 40"/>
                <a:gd name="T3" fmla="*/ 125 h 36"/>
                <a:gd name="T4" fmla="*/ 172 w 40"/>
                <a:gd name="T5" fmla="*/ 183 h 36"/>
                <a:gd name="T6" fmla="*/ 214 w 40"/>
                <a:gd name="T7" fmla="*/ 20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0" y="0"/>
                  </a:moveTo>
                  <a:cubicBezTo>
                    <a:pt x="9" y="8"/>
                    <a:pt x="20" y="10"/>
                    <a:pt x="24" y="22"/>
                  </a:cubicBezTo>
                  <a:cubicBezTo>
                    <a:pt x="26" y="25"/>
                    <a:pt x="28" y="30"/>
                    <a:pt x="32" y="32"/>
                  </a:cubicBezTo>
                  <a:cubicBezTo>
                    <a:pt x="34" y="34"/>
                    <a:pt x="37" y="34"/>
                    <a:pt x="40" y="3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" name="Freeform 239">
              <a:extLst>
                <a:ext uri="{FF2B5EF4-FFF2-40B4-BE49-F238E27FC236}">
                  <a16:creationId xmlns:a16="http://schemas.microsoft.com/office/drawing/2014/main" id="{4417E615-872C-473F-88E5-244F671A9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145"/>
              <a:ext cx="49" cy="56"/>
            </a:xfrm>
            <a:custGeom>
              <a:avLst/>
              <a:gdLst>
                <a:gd name="T0" fmla="*/ 0 w 35"/>
                <a:gd name="T1" fmla="*/ 0 h 40"/>
                <a:gd name="T2" fmla="*/ 157 w 35"/>
                <a:gd name="T3" fmla="*/ 80 h 40"/>
                <a:gd name="T4" fmla="*/ 146 w 35"/>
                <a:gd name="T5" fmla="*/ 21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0">
                  <a:moveTo>
                    <a:pt x="0" y="0"/>
                  </a:moveTo>
                  <a:cubicBezTo>
                    <a:pt x="5" y="10"/>
                    <a:pt x="23" y="6"/>
                    <a:pt x="29" y="15"/>
                  </a:cubicBezTo>
                  <a:cubicBezTo>
                    <a:pt x="35" y="23"/>
                    <a:pt x="29" y="32"/>
                    <a:pt x="27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" name="Freeform 240">
              <a:extLst>
                <a:ext uri="{FF2B5EF4-FFF2-40B4-BE49-F238E27FC236}">
                  <a16:creationId xmlns:a16="http://schemas.microsoft.com/office/drawing/2014/main" id="{4042E005-1FB0-4AAA-8040-808DDF6C0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114"/>
              <a:ext cx="83" cy="41"/>
            </a:xfrm>
            <a:custGeom>
              <a:avLst/>
              <a:gdLst>
                <a:gd name="T0" fmla="*/ 11 w 59"/>
                <a:gd name="T1" fmla="*/ 164 h 29"/>
                <a:gd name="T2" fmla="*/ 42 w 59"/>
                <a:gd name="T3" fmla="*/ 136 h 29"/>
                <a:gd name="T4" fmla="*/ 96 w 59"/>
                <a:gd name="T5" fmla="*/ 93 h 29"/>
                <a:gd name="T6" fmla="*/ 176 w 59"/>
                <a:gd name="T7" fmla="*/ 16 h 29"/>
                <a:gd name="T8" fmla="*/ 267 w 59"/>
                <a:gd name="T9" fmla="*/ 23 h 29"/>
                <a:gd name="T10" fmla="*/ 326 w 59"/>
                <a:gd name="T11" fmla="*/ 93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9">
                  <a:moveTo>
                    <a:pt x="2" y="29"/>
                  </a:moveTo>
                  <a:cubicBezTo>
                    <a:pt x="0" y="27"/>
                    <a:pt x="7" y="25"/>
                    <a:pt x="8" y="24"/>
                  </a:cubicBezTo>
                  <a:cubicBezTo>
                    <a:pt x="12" y="22"/>
                    <a:pt x="15" y="18"/>
                    <a:pt x="17" y="16"/>
                  </a:cubicBezTo>
                  <a:cubicBezTo>
                    <a:pt x="21" y="11"/>
                    <a:pt x="26" y="6"/>
                    <a:pt x="32" y="3"/>
                  </a:cubicBezTo>
                  <a:cubicBezTo>
                    <a:pt x="37" y="0"/>
                    <a:pt x="42" y="2"/>
                    <a:pt x="48" y="4"/>
                  </a:cubicBezTo>
                  <a:cubicBezTo>
                    <a:pt x="54" y="8"/>
                    <a:pt x="55" y="12"/>
                    <a:pt x="59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" name="Freeform 241">
              <a:extLst>
                <a:ext uri="{FF2B5EF4-FFF2-40B4-BE49-F238E27FC236}">
                  <a16:creationId xmlns:a16="http://schemas.microsoft.com/office/drawing/2014/main" id="{F2140BD6-2A6B-4933-B60C-31084417E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180"/>
              <a:ext cx="45" cy="77"/>
            </a:xfrm>
            <a:custGeom>
              <a:avLst/>
              <a:gdLst>
                <a:gd name="T0" fmla="*/ 0 w 32"/>
                <a:gd name="T1" fmla="*/ 0 h 55"/>
                <a:gd name="T2" fmla="*/ 55 w 32"/>
                <a:gd name="T3" fmla="*/ 67 h 55"/>
                <a:gd name="T4" fmla="*/ 69 w 32"/>
                <a:gd name="T5" fmla="*/ 162 h 55"/>
                <a:gd name="T6" fmla="*/ 176 w 32"/>
                <a:gd name="T7" fmla="*/ 29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55">
                  <a:moveTo>
                    <a:pt x="0" y="0"/>
                  </a:moveTo>
                  <a:cubicBezTo>
                    <a:pt x="3" y="5"/>
                    <a:pt x="8" y="6"/>
                    <a:pt x="10" y="12"/>
                  </a:cubicBezTo>
                  <a:cubicBezTo>
                    <a:pt x="12" y="18"/>
                    <a:pt x="12" y="24"/>
                    <a:pt x="13" y="30"/>
                  </a:cubicBezTo>
                  <a:cubicBezTo>
                    <a:pt x="15" y="37"/>
                    <a:pt x="23" y="54"/>
                    <a:pt x="32" y="5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" name="Freeform 242">
              <a:extLst>
                <a:ext uri="{FF2B5EF4-FFF2-40B4-BE49-F238E27FC236}">
                  <a16:creationId xmlns:a16="http://schemas.microsoft.com/office/drawing/2014/main" id="{75A31E72-2FEA-44F7-BABE-D99F46009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243"/>
              <a:ext cx="52" cy="100"/>
            </a:xfrm>
            <a:custGeom>
              <a:avLst/>
              <a:gdLst>
                <a:gd name="T0" fmla="*/ 204 w 37"/>
                <a:gd name="T1" fmla="*/ 310 h 71"/>
                <a:gd name="T2" fmla="*/ 108 w 37"/>
                <a:gd name="T3" fmla="*/ 368 h 71"/>
                <a:gd name="T4" fmla="*/ 42 w 37"/>
                <a:gd name="T5" fmla="*/ 282 h 71"/>
                <a:gd name="T6" fmla="*/ 30 w 37"/>
                <a:gd name="T7" fmla="*/ 193 h 71"/>
                <a:gd name="T8" fmla="*/ 1 w 37"/>
                <a:gd name="T9" fmla="*/ 108 h 71"/>
                <a:gd name="T10" fmla="*/ 1 w 37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71">
                  <a:moveTo>
                    <a:pt x="37" y="56"/>
                  </a:moveTo>
                  <a:cubicBezTo>
                    <a:pt x="29" y="56"/>
                    <a:pt x="26" y="63"/>
                    <a:pt x="20" y="66"/>
                  </a:cubicBezTo>
                  <a:cubicBezTo>
                    <a:pt x="10" y="71"/>
                    <a:pt x="9" y="58"/>
                    <a:pt x="8" y="51"/>
                  </a:cubicBezTo>
                  <a:cubicBezTo>
                    <a:pt x="8" y="46"/>
                    <a:pt x="8" y="40"/>
                    <a:pt x="6" y="35"/>
                  </a:cubicBezTo>
                  <a:cubicBezTo>
                    <a:pt x="5" y="30"/>
                    <a:pt x="2" y="25"/>
                    <a:pt x="1" y="20"/>
                  </a:cubicBezTo>
                  <a:cubicBezTo>
                    <a:pt x="0" y="14"/>
                    <a:pt x="1" y="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" name="Freeform 243">
              <a:extLst>
                <a:ext uri="{FF2B5EF4-FFF2-40B4-BE49-F238E27FC236}">
                  <a16:creationId xmlns:a16="http://schemas.microsoft.com/office/drawing/2014/main" id="{3F2FF2FF-F33E-4A7B-89B1-5F8BE7EE1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257"/>
              <a:ext cx="58" cy="59"/>
            </a:xfrm>
            <a:custGeom>
              <a:avLst/>
              <a:gdLst>
                <a:gd name="T0" fmla="*/ 0 w 41"/>
                <a:gd name="T1" fmla="*/ 204 h 42"/>
                <a:gd name="T2" fmla="*/ 115 w 41"/>
                <a:gd name="T3" fmla="*/ 225 h 42"/>
                <a:gd name="T4" fmla="*/ 199 w 41"/>
                <a:gd name="T5" fmla="*/ 176 h 42"/>
                <a:gd name="T6" fmla="*/ 221 w 41"/>
                <a:gd name="T7" fmla="*/ 87 h 42"/>
                <a:gd name="T8" fmla="*/ 187 w 4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2">
                  <a:moveTo>
                    <a:pt x="0" y="37"/>
                  </a:moveTo>
                  <a:cubicBezTo>
                    <a:pt x="7" y="37"/>
                    <a:pt x="12" y="42"/>
                    <a:pt x="20" y="41"/>
                  </a:cubicBezTo>
                  <a:cubicBezTo>
                    <a:pt x="25" y="40"/>
                    <a:pt x="31" y="36"/>
                    <a:pt x="35" y="32"/>
                  </a:cubicBezTo>
                  <a:cubicBezTo>
                    <a:pt x="39" y="27"/>
                    <a:pt x="41" y="22"/>
                    <a:pt x="39" y="16"/>
                  </a:cubicBezTo>
                  <a:cubicBezTo>
                    <a:pt x="37" y="11"/>
                    <a:pt x="33" y="6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7" name="Freeform 244">
              <a:extLst>
                <a:ext uri="{FF2B5EF4-FFF2-40B4-BE49-F238E27FC236}">
                  <a16:creationId xmlns:a16="http://schemas.microsoft.com/office/drawing/2014/main" id="{A59C65A6-533A-40B7-9424-1EEBE48F2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1207"/>
              <a:ext cx="5" cy="42"/>
            </a:xfrm>
            <a:custGeom>
              <a:avLst/>
              <a:gdLst>
                <a:gd name="T0" fmla="*/ 0 w 4"/>
                <a:gd name="T1" fmla="*/ 0 h 30"/>
                <a:gd name="T2" fmla="*/ 13 w 4"/>
                <a:gd name="T3" fmla="*/ 94 h 30"/>
                <a:gd name="T4" fmla="*/ 1 w 4"/>
                <a:gd name="T5" fmla="*/ 16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4"/>
                    <a:pt x="4" y="11"/>
                    <a:pt x="4" y="17"/>
                  </a:cubicBezTo>
                  <a:cubicBezTo>
                    <a:pt x="4" y="22"/>
                    <a:pt x="1" y="25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8" name="Freeform 245">
              <a:extLst>
                <a:ext uri="{FF2B5EF4-FFF2-40B4-BE49-F238E27FC236}">
                  <a16:creationId xmlns:a16="http://schemas.microsoft.com/office/drawing/2014/main" id="{3994D1AE-3714-40AC-8434-D1522D44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254"/>
              <a:ext cx="9" cy="45"/>
            </a:xfrm>
            <a:custGeom>
              <a:avLst/>
              <a:gdLst>
                <a:gd name="T0" fmla="*/ 18 w 6"/>
                <a:gd name="T1" fmla="*/ 0 h 32"/>
                <a:gd name="T2" fmla="*/ 32 w 6"/>
                <a:gd name="T3" fmla="*/ 105 h 32"/>
                <a:gd name="T4" fmla="*/ 12 w 6"/>
                <a:gd name="T5" fmla="*/ 17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2" y="0"/>
                  </a:moveTo>
                  <a:cubicBezTo>
                    <a:pt x="4" y="7"/>
                    <a:pt x="6" y="12"/>
                    <a:pt x="4" y="19"/>
                  </a:cubicBezTo>
                  <a:cubicBezTo>
                    <a:pt x="3" y="23"/>
                    <a:pt x="0" y="28"/>
                    <a:pt x="1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9" name="Freeform 246">
              <a:extLst>
                <a:ext uri="{FF2B5EF4-FFF2-40B4-BE49-F238E27FC236}">
                  <a16:creationId xmlns:a16="http://schemas.microsoft.com/office/drawing/2014/main" id="{61F7DDCC-5AAE-49C6-B4C3-01D8D8B2D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179"/>
              <a:ext cx="16" cy="53"/>
            </a:xfrm>
            <a:custGeom>
              <a:avLst/>
              <a:gdLst>
                <a:gd name="T0" fmla="*/ 1 w 11"/>
                <a:gd name="T1" fmla="*/ 0 h 38"/>
                <a:gd name="T2" fmla="*/ 52 w 11"/>
                <a:gd name="T3" fmla="*/ 123 h 38"/>
                <a:gd name="T4" fmla="*/ 1 w 11"/>
                <a:gd name="T5" fmla="*/ 20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1" y="0"/>
                  </a:moveTo>
                  <a:cubicBezTo>
                    <a:pt x="8" y="5"/>
                    <a:pt x="11" y="15"/>
                    <a:pt x="8" y="23"/>
                  </a:cubicBezTo>
                  <a:cubicBezTo>
                    <a:pt x="8" y="26"/>
                    <a:pt x="0" y="37"/>
                    <a:pt x="1" y="3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0" name="Freeform 247">
              <a:extLst>
                <a:ext uri="{FF2B5EF4-FFF2-40B4-BE49-F238E27FC236}">
                  <a16:creationId xmlns:a16="http://schemas.microsoft.com/office/drawing/2014/main" id="{05EFA2A5-581B-4C16-B8CC-1D104241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1200"/>
              <a:ext cx="15" cy="46"/>
            </a:xfrm>
            <a:custGeom>
              <a:avLst/>
              <a:gdLst>
                <a:gd name="T0" fmla="*/ 0 w 11"/>
                <a:gd name="T1" fmla="*/ 0 h 33"/>
                <a:gd name="T2" fmla="*/ 41 w 11"/>
                <a:gd name="T3" fmla="*/ 95 h 33"/>
                <a:gd name="T4" fmla="*/ 50 w 11"/>
                <a:gd name="T5" fmla="*/ 17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0" y="0"/>
                  </a:moveTo>
                  <a:cubicBezTo>
                    <a:pt x="1" y="6"/>
                    <a:pt x="7" y="11"/>
                    <a:pt x="9" y="18"/>
                  </a:cubicBezTo>
                  <a:cubicBezTo>
                    <a:pt x="10" y="23"/>
                    <a:pt x="11" y="28"/>
                    <a:pt x="11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1" name="Freeform 248">
              <a:extLst>
                <a:ext uri="{FF2B5EF4-FFF2-40B4-BE49-F238E27FC236}">
                  <a16:creationId xmlns:a16="http://schemas.microsoft.com/office/drawing/2014/main" id="{4E3EF823-3F2C-4D30-9845-CAFC3063D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292"/>
              <a:ext cx="41" cy="35"/>
            </a:xfrm>
            <a:custGeom>
              <a:avLst/>
              <a:gdLst>
                <a:gd name="T0" fmla="*/ 164 w 29"/>
                <a:gd name="T1" fmla="*/ 108 h 25"/>
                <a:gd name="T2" fmla="*/ 47 w 29"/>
                <a:gd name="T3" fmla="*/ 84 h 25"/>
                <a:gd name="T4" fmla="*/ 0 w 29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29" y="20"/>
                  </a:moveTo>
                  <a:cubicBezTo>
                    <a:pt x="22" y="23"/>
                    <a:pt x="11" y="25"/>
                    <a:pt x="8" y="16"/>
                  </a:cubicBezTo>
                  <a:cubicBezTo>
                    <a:pt x="6" y="9"/>
                    <a:pt x="7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2" name="Freeform 249">
              <a:extLst>
                <a:ext uri="{FF2B5EF4-FFF2-40B4-BE49-F238E27FC236}">
                  <a16:creationId xmlns:a16="http://schemas.microsoft.com/office/drawing/2014/main" id="{70CB87E6-345D-43A4-9270-853A32BE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280"/>
              <a:ext cx="46" cy="26"/>
            </a:xfrm>
            <a:custGeom>
              <a:avLst/>
              <a:gdLst>
                <a:gd name="T0" fmla="*/ 0 w 33"/>
                <a:gd name="T1" fmla="*/ 0 h 19"/>
                <a:gd name="T2" fmla="*/ 84 w 33"/>
                <a:gd name="T3" fmla="*/ 78 h 19"/>
                <a:gd name="T4" fmla="*/ 173 w 33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0" y="0"/>
                  </a:moveTo>
                  <a:cubicBezTo>
                    <a:pt x="5" y="7"/>
                    <a:pt x="7" y="14"/>
                    <a:pt x="16" y="17"/>
                  </a:cubicBezTo>
                  <a:cubicBezTo>
                    <a:pt x="22" y="19"/>
                    <a:pt x="27" y="17"/>
                    <a:pt x="33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3" name="Freeform 250">
              <a:extLst>
                <a:ext uri="{FF2B5EF4-FFF2-40B4-BE49-F238E27FC236}">
                  <a16:creationId xmlns:a16="http://schemas.microsoft.com/office/drawing/2014/main" id="{78860061-B69C-4018-9F25-595F3D5E1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268"/>
              <a:ext cx="26" cy="44"/>
            </a:xfrm>
            <a:custGeom>
              <a:avLst/>
              <a:gdLst>
                <a:gd name="T0" fmla="*/ 0 w 19"/>
                <a:gd name="T1" fmla="*/ 0 h 31"/>
                <a:gd name="T2" fmla="*/ 92 w 19"/>
                <a:gd name="T3" fmla="*/ 17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8" y="9"/>
                    <a:pt x="7" y="27"/>
                    <a:pt x="19" y="3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4" name="Freeform 251">
              <a:extLst>
                <a:ext uri="{FF2B5EF4-FFF2-40B4-BE49-F238E27FC236}">
                  <a16:creationId xmlns:a16="http://schemas.microsoft.com/office/drawing/2014/main" id="{32CF6F19-FB81-4EFF-ABD8-0CA60B2BA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106"/>
              <a:ext cx="43" cy="60"/>
            </a:xfrm>
            <a:custGeom>
              <a:avLst/>
              <a:gdLst>
                <a:gd name="T0" fmla="*/ 183 w 30"/>
                <a:gd name="T1" fmla="*/ 227 h 43"/>
                <a:gd name="T2" fmla="*/ 80 w 30"/>
                <a:gd name="T3" fmla="*/ 198 h 43"/>
                <a:gd name="T4" fmla="*/ 29 w 30"/>
                <a:gd name="T5" fmla="*/ 133 h 43"/>
                <a:gd name="T6" fmla="*/ 0 w 30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3">
                  <a:moveTo>
                    <a:pt x="30" y="43"/>
                  </a:moveTo>
                  <a:cubicBezTo>
                    <a:pt x="24" y="41"/>
                    <a:pt x="18" y="41"/>
                    <a:pt x="13" y="37"/>
                  </a:cubicBezTo>
                  <a:cubicBezTo>
                    <a:pt x="9" y="34"/>
                    <a:pt x="7" y="30"/>
                    <a:pt x="5" y="25"/>
                  </a:cubicBezTo>
                  <a:cubicBezTo>
                    <a:pt x="2" y="17"/>
                    <a:pt x="0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5" name="Freeform 252">
              <a:extLst>
                <a:ext uri="{FF2B5EF4-FFF2-40B4-BE49-F238E27FC236}">
                  <a16:creationId xmlns:a16="http://schemas.microsoft.com/office/drawing/2014/main" id="{048F4A13-3C57-43E8-8A76-8FFB30D3A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152"/>
              <a:ext cx="17" cy="73"/>
            </a:xfrm>
            <a:custGeom>
              <a:avLst/>
              <a:gdLst>
                <a:gd name="T0" fmla="*/ 40 w 12"/>
                <a:gd name="T1" fmla="*/ 282 h 52"/>
                <a:gd name="T2" fmla="*/ 1 w 12"/>
                <a:gd name="T3" fmla="*/ 69 h 52"/>
                <a:gd name="T4" fmla="*/ 68 w 1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2">
                  <a:moveTo>
                    <a:pt x="7" y="52"/>
                  </a:moveTo>
                  <a:cubicBezTo>
                    <a:pt x="8" y="39"/>
                    <a:pt x="0" y="27"/>
                    <a:pt x="1" y="13"/>
                  </a:cubicBezTo>
                  <a:cubicBezTo>
                    <a:pt x="2" y="6"/>
                    <a:pt x="7" y="4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6" name="Freeform 253">
              <a:extLst>
                <a:ext uri="{FF2B5EF4-FFF2-40B4-BE49-F238E27FC236}">
                  <a16:creationId xmlns:a16="http://schemas.microsoft.com/office/drawing/2014/main" id="{930CA495-7225-497F-BC79-D54C3C531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198"/>
              <a:ext cx="64" cy="169"/>
            </a:xfrm>
            <a:custGeom>
              <a:avLst/>
              <a:gdLst>
                <a:gd name="T0" fmla="*/ 1 w 46"/>
                <a:gd name="T1" fmla="*/ 55 h 120"/>
                <a:gd name="T2" fmla="*/ 21 w 46"/>
                <a:gd name="T3" fmla="*/ 21 h 120"/>
                <a:gd name="T4" fmla="*/ 109 w 46"/>
                <a:gd name="T5" fmla="*/ 97 h 120"/>
                <a:gd name="T6" fmla="*/ 143 w 46"/>
                <a:gd name="T7" fmla="*/ 276 h 120"/>
                <a:gd name="T8" fmla="*/ 173 w 46"/>
                <a:gd name="T9" fmla="*/ 487 h 120"/>
                <a:gd name="T10" fmla="*/ 199 w 46"/>
                <a:gd name="T11" fmla="*/ 582 h 120"/>
                <a:gd name="T12" fmla="*/ 241 w 46"/>
                <a:gd name="T13" fmla="*/ 665 h 120"/>
                <a:gd name="T14" fmla="*/ 95 w 46"/>
                <a:gd name="T15" fmla="*/ 272 h 120"/>
                <a:gd name="T16" fmla="*/ 0 w 46"/>
                <a:gd name="T17" fmla="*/ 55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20">
                  <a:moveTo>
                    <a:pt x="1" y="10"/>
                  </a:moveTo>
                  <a:cubicBezTo>
                    <a:pt x="1" y="8"/>
                    <a:pt x="2" y="6"/>
                    <a:pt x="4" y="4"/>
                  </a:cubicBezTo>
                  <a:cubicBezTo>
                    <a:pt x="11" y="0"/>
                    <a:pt x="19" y="12"/>
                    <a:pt x="21" y="18"/>
                  </a:cubicBezTo>
                  <a:cubicBezTo>
                    <a:pt x="25" y="28"/>
                    <a:pt x="26" y="39"/>
                    <a:pt x="27" y="50"/>
                  </a:cubicBezTo>
                  <a:cubicBezTo>
                    <a:pt x="29" y="63"/>
                    <a:pt x="31" y="76"/>
                    <a:pt x="33" y="88"/>
                  </a:cubicBezTo>
                  <a:cubicBezTo>
                    <a:pt x="34" y="94"/>
                    <a:pt x="35" y="100"/>
                    <a:pt x="38" y="105"/>
                  </a:cubicBezTo>
                  <a:cubicBezTo>
                    <a:pt x="41" y="110"/>
                    <a:pt x="44" y="115"/>
                    <a:pt x="46" y="120"/>
                  </a:cubicBezTo>
                  <a:cubicBezTo>
                    <a:pt x="27" y="103"/>
                    <a:pt x="22" y="73"/>
                    <a:pt x="18" y="49"/>
                  </a:cubicBezTo>
                  <a:cubicBezTo>
                    <a:pt x="17" y="40"/>
                    <a:pt x="15" y="5"/>
                    <a:pt x="0" y="10"/>
                  </a:cubicBezTo>
                </a:path>
              </a:pathLst>
            </a:custGeom>
            <a:solidFill>
              <a:srgbClr val="A7E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27" name="Oval 254">
              <a:extLst>
                <a:ext uri="{FF2B5EF4-FFF2-40B4-BE49-F238E27FC236}">
                  <a16:creationId xmlns:a16="http://schemas.microsoft.com/office/drawing/2014/main" id="{F17204BC-925A-483A-9304-529CC8868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1228"/>
              <a:ext cx="17" cy="18"/>
            </a:xfrm>
            <a:prstGeom prst="ellipse">
              <a:avLst/>
            </a:prstGeom>
            <a:solidFill>
              <a:srgbClr val="A7E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528" name="Oval 255">
              <a:extLst>
                <a:ext uri="{FF2B5EF4-FFF2-40B4-BE49-F238E27FC236}">
                  <a16:creationId xmlns:a16="http://schemas.microsoft.com/office/drawing/2014/main" id="{4DA04E5B-0EE5-42AA-AF74-737807A82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1261"/>
              <a:ext cx="11" cy="13"/>
            </a:xfrm>
            <a:prstGeom prst="ellipse">
              <a:avLst/>
            </a:prstGeom>
            <a:solidFill>
              <a:srgbClr val="A7E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529" name="Freeform 256">
              <a:extLst>
                <a:ext uri="{FF2B5EF4-FFF2-40B4-BE49-F238E27FC236}">
                  <a16:creationId xmlns:a16="http://schemas.microsoft.com/office/drawing/2014/main" id="{10CBEF90-9FD3-4EDD-84EC-785118B05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136"/>
              <a:ext cx="42" cy="111"/>
            </a:xfrm>
            <a:custGeom>
              <a:avLst/>
              <a:gdLst>
                <a:gd name="T0" fmla="*/ 0 w 30"/>
                <a:gd name="T1" fmla="*/ 0 h 79"/>
                <a:gd name="T2" fmla="*/ 123 w 30"/>
                <a:gd name="T3" fmla="*/ 200 h 79"/>
                <a:gd name="T4" fmla="*/ 67 w 30"/>
                <a:gd name="T5" fmla="*/ 433 h 79"/>
                <a:gd name="T6" fmla="*/ 108 w 30"/>
                <a:gd name="T7" fmla="*/ 296 h 79"/>
                <a:gd name="T8" fmla="*/ 162 w 30"/>
                <a:gd name="T9" fmla="*/ 145 h 79"/>
                <a:gd name="T10" fmla="*/ 118 w 30"/>
                <a:gd name="T11" fmla="*/ 42 h 79"/>
                <a:gd name="T12" fmla="*/ 1 w 30"/>
                <a:gd name="T13" fmla="*/ 1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79">
                  <a:moveTo>
                    <a:pt x="0" y="0"/>
                  </a:moveTo>
                  <a:cubicBezTo>
                    <a:pt x="16" y="4"/>
                    <a:pt x="30" y="19"/>
                    <a:pt x="23" y="36"/>
                  </a:cubicBezTo>
                  <a:cubicBezTo>
                    <a:pt x="18" y="48"/>
                    <a:pt x="0" y="65"/>
                    <a:pt x="12" y="79"/>
                  </a:cubicBezTo>
                  <a:cubicBezTo>
                    <a:pt x="10" y="68"/>
                    <a:pt x="14" y="62"/>
                    <a:pt x="20" y="54"/>
                  </a:cubicBezTo>
                  <a:cubicBezTo>
                    <a:pt x="26" y="46"/>
                    <a:pt x="30" y="37"/>
                    <a:pt x="30" y="26"/>
                  </a:cubicBezTo>
                  <a:cubicBezTo>
                    <a:pt x="30" y="18"/>
                    <a:pt x="28" y="13"/>
                    <a:pt x="22" y="8"/>
                  </a:cubicBezTo>
                  <a:cubicBezTo>
                    <a:pt x="15" y="3"/>
                    <a:pt x="7" y="6"/>
                    <a:pt x="1" y="1"/>
                  </a:cubicBezTo>
                </a:path>
              </a:pathLst>
            </a:custGeom>
            <a:solidFill>
              <a:srgbClr val="A7E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0" name="Oval 257">
              <a:extLst>
                <a:ext uri="{FF2B5EF4-FFF2-40B4-BE49-F238E27FC236}">
                  <a16:creationId xmlns:a16="http://schemas.microsoft.com/office/drawing/2014/main" id="{5EC6C4BB-B94D-4B09-BBE8-A9382856E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3" y="1162"/>
              <a:ext cx="9" cy="19"/>
            </a:xfrm>
            <a:prstGeom prst="ellipse">
              <a:avLst/>
            </a:prstGeom>
            <a:solidFill>
              <a:srgbClr val="A7E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531" name="Oval 258">
              <a:extLst>
                <a:ext uri="{FF2B5EF4-FFF2-40B4-BE49-F238E27FC236}">
                  <a16:creationId xmlns:a16="http://schemas.microsoft.com/office/drawing/2014/main" id="{DFC7A06B-972B-4B57-B735-D1A2D2E5C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7" y="1200"/>
              <a:ext cx="7" cy="8"/>
            </a:xfrm>
            <a:prstGeom prst="ellipse">
              <a:avLst/>
            </a:prstGeom>
            <a:solidFill>
              <a:srgbClr val="A7E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532" name="Freeform 259">
              <a:extLst>
                <a:ext uri="{FF2B5EF4-FFF2-40B4-BE49-F238E27FC236}">
                  <a16:creationId xmlns:a16="http://schemas.microsoft.com/office/drawing/2014/main" id="{E7958CF4-56B3-4BFA-98DF-9B51118CB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216"/>
              <a:ext cx="19" cy="110"/>
            </a:xfrm>
            <a:custGeom>
              <a:avLst/>
              <a:gdLst>
                <a:gd name="T0" fmla="*/ 0 w 14"/>
                <a:gd name="T1" fmla="*/ 0 h 78"/>
                <a:gd name="T2" fmla="*/ 41 w 14"/>
                <a:gd name="T3" fmla="*/ 185 h 78"/>
                <a:gd name="T4" fmla="*/ 65 w 14"/>
                <a:gd name="T5" fmla="*/ 436 h 78"/>
                <a:gd name="T6" fmla="*/ 37 w 14"/>
                <a:gd name="T7" fmla="*/ 309 h 78"/>
                <a:gd name="T8" fmla="*/ 35 w 14"/>
                <a:gd name="T9" fmla="*/ 185 h 78"/>
                <a:gd name="T10" fmla="*/ 19 w 14"/>
                <a:gd name="T11" fmla="*/ 78 h 78"/>
                <a:gd name="T12" fmla="*/ 0 w 14"/>
                <a:gd name="T13" fmla="*/ 11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78">
                  <a:moveTo>
                    <a:pt x="0" y="0"/>
                  </a:moveTo>
                  <a:cubicBezTo>
                    <a:pt x="3" y="11"/>
                    <a:pt x="8" y="21"/>
                    <a:pt x="9" y="33"/>
                  </a:cubicBezTo>
                  <a:cubicBezTo>
                    <a:pt x="10" y="49"/>
                    <a:pt x="11" y="63"/>
                    <a:pt x="14" y="78"/>
                  </a:cubicBezTo>
                  <a:cubicBezTo>
                    <a:pt x="9" y="76"/>
                    <a:pt x="8" y="60"/>
                    <a:pt x="8" y="55"/>
                  </a:cubicBezTo>
                  <a:cubicBezTo>
                    <a:pt x="8" y="48"/>
                    <a:pt x="7" y="41"/>
                    <a:pt x="7" y="33"/>
                  </a:cubicBezTo>
                  <a:cubicBezTo>
                    <a:pt x="7" y="27"/>
                    <a:pt x="6" y="20"/>
                    <a:pt x="4" y="14"/>
                  </a:cubicBezTo>
                  <a:cubicBezTo>
                    <a:pt x="3" y="10"/>
                    <a:pt x="0" y="7"/>
                    <a:pt x="0" y="2"/>
                  </a:cubicBezTo>
                </a:path>
              </a:pathLst>
            </a:custGeom>
            <a:solidFill>
              <a:srgbClr val="204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3" name="Freeform 260">
              <a:extLst>
                <a:ext uri="{FF2B5EF4-FFF2-40B4-BE49-F238E27FC236}">
                  <a16:creationId xmlns:a16="http://schemas.microsoft.com/office/drawing/2014/main" id="{48650622-287B-4FE5-BA09-EEEA6ED24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065"/>
              <a:ext cx="56" cy="53"/>
            </a:xfrm>
            <a:custGeom>
              <a:avLst/>
              <a:gdLst>
                <a:gd name="T0" fmla="*/ 0 w 40"/>
                <a:gd name="T1" fmla="*/ 28 h 38"/>
                <a:gd name="T2" fmla="*/ 69 w 40"/>
                <a:gd name="T3" fmla="*/ 28 h 38"/>
                <a:gd name="T4" fmla="*/ 112 w 40"/>
                <a:gd name="T5" fmla="*/ 89 h 38"/>
                <a:gd name="T6" fmla="*/ 214 w 40"/>
                <a:gd name="T7" fmla="*/ 201 h 38"/>
                <a:gd name="T8" fmla="*/ 157 w 40"/>
                <a:gd name="T9" fmla="*/ 133 h 38"/>
                <a:gd name="T10" fmla="*/ 112 w 40"/>
                <a:gd name="T11" fmla="*/ 68 h 38"/>
                <a:gd name="T12" fmla="*/ 67 w 40"/>
                <a:gd name="T13" fmla="*/ 15 h 38"/>
                <a:gd name="T14" fmla="*/ 0 w 40"/>
                <a:gd name="T15" fmla="*/ 21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8">
                  <a:moveTo>
                    <a:pt x="0" y="5"/>
                  </a:moveTo>
                  <a:cubicBezTo>
                    <a:pt x="3" y="1"/>
                    <a:pt x="10" y="3"/>
                    <a:pt x="13" y="5"/>
                  </a:cubicBezTo>
                  <a:cubicBezTo>
                    <a:pt x="16" y="8"/>
                    <a:pt x="19" y="13"/>
                    <a:pt x="21" y="17"/>
                  </a:cubicBezTo>
                  <a:cubicBezTo>
                    <a:pt x="25" y="24"/>
                    <a:pt x="31" y="34"/>
                    <a:pt x="40" y="38"/>
                  </a:cubicBezTo>
                  <a:cubicBezTo>
                    <a:pt x="36" y="33"/>
                    <a:pt x="32" y="30"/>
                    <a:pt x="29" y="25"/>
                  </a:cubicBezTo>
                  <a:cubicBezTo>
                    <a:pt x="26" y="21"/>
                    <a:pt x="24" y="17"/>
                    <a:pt x="21" y="13"/>
                  </a:cubicBezTo>
                  <a:cubicBezTo>
                    <a:pt x="18" y="9"/>
                    <a:pt x="15" y="5"/>
                    <a:pt x="12" y="3"/>
                  </a:cubicBezTo>
                  <a:cubicBezTo>
                    <a:pt x="7" y="0"/>
                    <a:pt x="4" y="2"/>
                    <a:pt x="0" y="4"/>
                  </a:cubicBezTo>
                </a:path>
              </a:pathLst>
            </a:custGeom>
            <a:solidFill>
              <a:srgbClr val="204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4" name="Freeform 261">
              <a:extLst>
                <a:ext uri="{FF2B5EF4-FFF2-40B4-BE49-F238E27FC236}">
                  <a16:creationId xmlns:a16="http://schemas.microsoft.com/office/drawing/2014/main" id="{034AC0A4-F5D9-49E2-A5A2-1717384A7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357"/>
              <a:ext cx="152" cy="744"/>
            </a:xfrm>
            <a:custGeom>
              <a:avLst/>
              <a:gdLst>
                <a:gd name="T0" fmla="*/ 597 w 108"/>
                <a:gd name="T1" fmla="*/ 0 h 530"/>
                <a:gd name="T2" fmla="*/ 432 w 108"/>
                <a:gd name="T3" fmla="*/ 653 h 530"/>
                <a:gd name="T4" fmla="*/ 220 w 108"/>
                <a:gd name="T5" fmla="*/ 2889 h 530"/>
                <a:gd name="T6" fmla="*/ 267 w 108"/>
                <a:gd name="T7" fmla="*/ 1068 h 530"/>
                <a:gd name="T8" fmla="*/ 597 w 108"/>
                <a:gd name="T9" fmla="*/ 0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530">
                  <a:moveTo>
                    <a:pt x="108" y="0"/>
                  </a:moveTo>
                  <a:cubicBezTo>
                    <a:pt x="108" y="0"/>
                    <a:pt x="100" y="56"/>
                    <a:pt x="78" y="120"/>
                  </a:cubicBezTo>
                  <a:cubicBezTo>
                    <a:pt x="56" y="184"/>
                    <a:pt x="6" y="448"/>
                    <a:pt x="40" y="530"/>
                  </a:cubicBezTo>
                  <a:cubicBezTo>
                    <a:pt x="40" y="530"/>
                    <a:pt x="0" y="392"/>
                    <a:pt x="48" y="196"/>
                  </a:cubicBezTo>
                  <a:cubicBezTo>
                    <a:pt x="96" y="0"/>
                    <a:pt x="108" y="0"/>
                    <a:pt x="108" y="0"/>
                  </a:cubicBezTo>
                  <a:close/>
                </a:path>
              </a:pathLst>
            </a:custGeom>
            <a:solidFill>
              <a:srgbClr val="A7E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5" name="Freeform 262">
              <a:extLst>
                <a:ext uri="{FF2B5EF4-FFF2-40B4-BE49-F238E27FC236}">
                  <a16:creationId xmlns:a16="http://schemas.microsoft.com/office/drawing/2014/main" id="{42D573BB-EBBC-47EE-B919-9B6DF6507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000"/>
              <a:ext cx="121" cy="221"/>
            </a:xfrm>
            <a:custGeom>
              <a:avLst/>
              <a:gdLst>
                <a:gd name="T0" fmla="*/ 0 w 86"/>
                <a:gd name="T1" fmla="*/ 845 h 158"/>
                <a:gd name="T2" fmla="*/ 473 w 86"/>
                <a:gd name="T3" fmla="*/ 0 h 158"/>
                <a:gd name="T4" fmla="*/ 0 w 86"/>
                <a:gd name="T5" fmla="*/ 845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58">
                  <a:moveTo>
                    <a:pt x="0" y="158"/>
                  </a:moveTo>
                  <a:cubicBezTo>
                    <a:pt x="0" y="158"/>
                    <a:pt x="56" y="144"/>
                    <a:pt x="86" y="0"/>
                  </a:cubicBezTo>
                  <a:cubicBezTo>
                    <a:pt x="86" y="0"/>
                    <a:pt x="80" y="156"/>
                    <a:pt x="0" y="158"/>
                  </a:cubicBezTo>
                  <a:close/>
                </a:path>
              </a:pathLst>
            </a:custGeom>
            <a:solidFill>
              <a:srgbClr val="A7E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6" name="Freeform 263">
              <a:extLst>
                <a:ext uri="{FF2B5EF4-FFF2-40B4-BE49-F238E27FC236}">
                  <a16:creationId xmlns:a16="http://schemas.microsoft.com/office/drawing/2014/main" id="{9BDEBB19-9581-4D32-834E-1D94D171B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963"/>
              <a:ext cx="43" cy="195"/>
            </a:xfrm>
            <a:custGeom>
              <a:avLst/>
              <a:gdLst>
                <a:gd name="T0" fmla="*/ 144 w 31"/>
                <a:gd name="T1" fmla="*/ 0 h 139"/>
                <a:gd name="T2" fmla="*/ 0 w 31"/>
                <a:gd name="T3" fmla="*/ 756 h 139"/>
                <a:gd name="T4" fmla="*/ 144 w 31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39">
                  <a:moveTo>
                    <a:pt x="28" y="0"/>
                  </a:moveTo>
                  <a:cubicBezTo>
                    <a:pt x="28" y="0"/>
                    <a:pt x="27" y="83"/>
                    <a:pt x="0" y="139"/>
                  </a:cubicBezTo>
                  <a:cubicBezTo>
                    <a:pt x="0" y="139"/>
                    <a:pt x="31" y="89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7" name="Freeform 264">
              <a:extLst>
                <a:ext uri="{FF2B5EF4-FFF2-40B4-BE49-F238E27FC236}">
                  <a16:creationId xmlns:a16="http://schemas.microsoft.com/office/drawing/2014/main" id="{7701A2A3-08ED-45B7-B7C8-B477305DB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615"/>
              <a:ext cx="45" cy="275"/>
            </a:xfrm>
            <a:custGeom>
              <a:avLst/>
              <a:gdLst>
                <a:gd name="T0" fmla="*/ 176 w 32"/>
                <a:gd name="T1" fmla="*/ 0 h 196"/>
                <a:gd name="T2" fmla="*/ 28 w 32"/>
                <a:gd name="T3" fmla="*/ 1066 h 196"/>
                <a:gd name="T4" fmla="*/ 176 w 32"/>
                <a:gd name="T5" fmla="*/ 0 h 1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96">
                  <a:moveTo>
                    <a:pt x="32" y="0"/>
                  </a:moveTo>
                  <a:cubicBezTo>
                    <a:pt x="32" y="0"/>
                    <a:pt x="1" y="153"/>
                    <a:pt x="5" y="196"/>
                  </a:cubicBezTo>
                  <a:cubicBezTo>
                    <a:pt x="5" y="196"/>
                    <a:pt x="0" y="132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8" name="Freeform 265">
              <a:extLst>
                <a:ext uri="{FF2B5EF4-FFF2-40B4-BE49-F238E27FC236}">
                  <a16:creationId xmlns:a16="http://schemas.microsoft.com/office/drawing/2014/main" id="{B778BA1E-FCE5-4841-AE47-17E91657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440"/>
              <a:ext cx="222" cy="714"/>
            </a:xfrm>
            <a:custGeom>
              <a:avLst/>
              <a:gdLst>
                <a:gd name="T0" fmla="*/ 705 w 158"/>
                <a:gd name="T1" fmla="*/ 49 h 509"/>
                <a:gd name="T2" fmla="*/ 288 w 158"/>
                <a:gd name="T3" fmla="*/ 368 h 509"/>
                <a:gd name="T4" fmla="*/ 77 w 158"/>
                <a:gd name="T5" fmla="*/ 499 h 509"/>
                <a:gd name="T6" fmla="*/ 55 w 158"/>
                <a:gd name="T7" fmla="*/ 809 h 509"/>
                <a:gd name="T8" fmla="*/ 152 w 158"/>
                <a:gd name="T9" fmla="*/ 2090 h 509"/>
                <a:gd name="T10" fmla="*/ 67 w 158"/>
                <a:gd name="T11" fmla="*/ 2613 h 509"/>
                <a:gd name="T12" fmla="*/ 594 w 158"/>
                <a:gd name="T13" fmla="*/ 2633 h 509"/>
                <a:gd name="T14" fmla="*/ 686 w 158"/>
                <a:gd name="T15" fmla="*/ 1549 h 509"/>
                <a:gd name="T16" fmla="*/ 788 w 158"/>
                <a:gd name="T17" fmla="*/ 644 h 509"/>
                <a:gd name="T18" fmla="*/ 663 w 158"/>
                <a:gd name="T19" fmla="*/ 69 h 5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8" h="509">
                  <a:moveTo>
                    <a:pt x="129" y="9"/>
                  </a:moveTo>
                  <a:cubicBezTo>
                    <a:pt x="81" y="19"/>
                    <a:pt x="85" y="42"/>
                    <a:pt x="53" y="68"/>
                  </a:cubicBezTo>
                  <a:cubicBezTo>
                    <a:pt x="35" y="83"/>
                    <a:pt x="29" y="63"/>
                    <a:pt x="14" y="92"/>
                  </a:cubicBezTo>
                  <a:cubicBezTo>
                    <a:pt x="6" y="107"/>
                    <a:pt x="8" y="133"/>
                    <a:pt x="10" y="149"/>
                  </a:cubicBezTo>
                  <a:cubicBezTo>
                    <a:pt x="19" y="228"/>
                    <a:pt x="40" y="304"/>
                    <a:pt x="28" y="385"/>
                  </a:cubicBezTo>
                  <a:cubicBezTo>
                    <a:pt x="24" y="410"/>
                    <a:pt x="0" y="458"/>
                    <a:pt x="12" y="481"/>
                  </a:cubicBezTo>
                  <a:cubicBezTo>
                    <a:pt x="26" y="509"/>
                    <a:pt x="89" y="509"/>
                    <a:pt x="108" y="485"/>
                  </a:cubicBezTo>
                  <a:cubicBezTo>
                    <a:pt x="141" y="445"/>
                    <a:pt x="120" y="334"/>
                    <a:pt x="125" y="285"/>
                  </a:cubicBezTo>
                  <a:cubicBezTo>
                    <a:pt x="131" y="229"/>
                    <a:pt x="139" y="173"/>
                    <a:pt x="144" y="118"/>
                  </a:cubicBezTo>
                  <a:cubicBezTo>
                    <a:pt x="146" y="94"/>
                    <a:pt x="158" y="0"/>
                    <a:pt x="121" y="13"/>
                  </a:cubicBezTo>
                </a:path>
              </a:pathLst>
            </a:custGeom>
            <a:solidFill>
              <a:srgbClr val="6EBB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39" name="Freeform 266">
              <a:extLst>
                <a:ext uri="{FF2B5EF4-FFF2-40B4-BE49-F238E27FC236}">
                  <a16:creationId xmlns:a16="http://schemas.microsoft.com/office/drawing/2014/main" id="{21631E16-31A1-4F97-AECA-6097C52AD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104"/>
              <a:ext cx="668" cy="1387"/>
            </a:xfrm>
            <a:custGeom>
              <a:avLst/>
              <a:gdLst>
                <a:gd name="T0" fmla="*/ 2377 w 476"/>
                <a:gd name="T1" fmla="*/ 824 h 988"/>
                <a:gd name="T2" fmla="*/ 2445 w 476"/>
                <a:gd name="T3" fmla="*/ 225 h 988"/>
                <a:gd name="T4" fmla="*/ 2240 w 476"/>
                <a:gd name="T5" fmla="*/ 97 h 988"/>
                <a:gd name="T6" fmla="*/ 1993 w 476"/>
                <a:gd name="T7" fmla="*/ 114 h 988"/>
                <a:gd name="T8" fmla="*/ 1382 w 476"/>
                <a:gd name="T9" fmla="*/ 664 h 988"/>
                <a:gd name="T10" fmla="*/ 1016 w 476"/>
                <a:gd name="T11" fmla="*/ 327 h 988"/>
                <a:gd name="T12" fmla="*/ 624 w 476"/>
                <a:gd name="T13" fmla="*/ 663 h 988"/>
                <a:gd name="T14" fmla="*/ 180 w 476"/>
                <a:gd name="T15" fmla="*/ 389 h 988"/>
                <a:gd name="T16" fmla="*/ 136 w 476"/>
                <a:gd name="T17" fmla="*/ 1205 h 988"/>
                <a:gd name="T18" fmla="*/ 213 w 476"/>
                <a:gd name="T19" fmla="*/ 1770 h 988"/>
                <a:gd name="T20" fmla="*/ 180 w 476"/>
                <a:gd name="T21" fmla="*/ 2499 h 988"/>
                <a:gd name="T22" fmla="*/ 260 w 476"/>
                <a:gd name="T23" fmla="*/ 3698 h 988"/>
                <a:gd name="T24" fmla="*/ 136 w 476"/>
                <a:gd name="T25" fmla="*/ 4603 h 988"/>
                <a:gd name="T26" fmla="*/ 279 w 476"/>
                <a:gd name="T27" fmla="*/ 5182 h 988"/>
                <a:gd name="T28" fmla="*/ 1337 w 476"/>
                <a:gd name="T29" fmla="*/ 4925 h 988"/>
                <a:gd name="T30" fmla="*/ 1920 w 476"/>
                <a:gd name="T31" fmla="*/ 4777 h 988"/>
                <a:gd name="T32" fmla="*/ 1959 w 476"/>
                <a:gd name="T33" fmla="*/ 3966 h 988"/>
                <a:gd name="T34" fmla="*/ 2028 w 476"/>
                <a:gd name="T35" fmla="*/ 2239 h 988"/>
                <a:gd name="T36" fmla="*/ 2231 w 476"/>
                <a:gd name="T37" fmla="*/ 1269 h 988"/>
                <a:gd name="T38" fmla="*/ 2363 w 476"/>
                <a:gd name="T39" fmla="*/ 809 h 9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76" h="988">
                  <a:moveTo>
                    <a:pt x="437" y="151"/>
                  </a:moveTo>
                  <a:cubicBezTo>
                    <a:pt x="450" y="122"/>
                    <a:pt x="476" y="66"/>
                    <a:pt x="449" y="41"/>
                  </a:cubicBezTo>
                  <a:cubicBezTo>
                    <a:pt x="441" y="34"/>
                    <a:pt x="420" y="24"/>
                    <a:pt x="411" y="18"/>
                  </a:cubicBezTo>
                  <a:cubicBezTo>
                    <a:pt x="391" y="6"/>
                    <a:pt x="390" y="0"/>
                    <a:pt x="366" y="21"/>
                  </a:cubicBezTo>
                  <a:cubicBezTo>
                    <a:pt x="334" y="49"/>
                    <a:pt x="300" y="117"/>
                    <a:pt x="254" y="122"/>
                  </a:cubicBezTo>
                  <a:cubicBezTo>
                    <a:pt x="215" y="126"/>
                    <a:pt x="225" y="68"/>
                    <a:pt x="187" y="60"/>
                  </a:cubicBezTo>
                  <a:cubicBezTo>
                    <a:pt x="175" y="85"/>
                    <a:pt x="148" y="127"/>
                    <a:pt x="115" y="121"/>
                  </a:cubicBezTo>
                  <a:cubicBezTo>
                    <a:pt x="85" y="115"/>
                    <a:pt x="68" y="49"/>
                    <a:pt x="33" y="71"/>
                  </a:cubicBezTo>
                  <a:cubicBezTo>
                    <a:pt x="0" y="93"/>
                    <a:pt x="21" y="190"/>
                    <a:pt x="25" y="221"/>
                  </a:cubicBezTo>
                  <a:cubicBezTo>
                    <a:pt x="30" y="256"/>
                    <a:pt x="39" y="289"/>
                    <a:pt x="39" y="325"/>
                  </a:cubicBezTo>
                  <a:cubicBezTo>
                    <a:pt x="40" y="369"/>
                    <a:pt x="33" y="413"/>
                    <a:pt x="33" y="458"/>
                  </a:cubicBezTo>
                  <a:cubicBezTo>
                    <a:pt x="34" y="531"/>
                    <a:pt x="47" y="604"/>
                    <a:pt x="48" y="678"/>
                  </a:cubicBezTo>
                  <a:cubicBezTo>
                    <a:pt x="50" y="736"/>
                    <a:pt x="28" y="787"/>
                    <a:pt x="25" y="844"/>
                  </a:cubicBezTo>
                  <a:cubicBezTo>
                    <a:pt x="22" y="879"/>
                    <a:pt x="19" y="930"/>
                    <a:pt x="51" y="950"/>
                  </a:cubicBezTo>
                  <a:cubicBezTo>
                    <a:pt x="116" y="988"/>
                    <a:pt x="184" y="915"/>
                    <a:pt x="246" y="903"/>
                  </a:cubicBezTo>
                  <a:cubicBezTo>
                    <a:pt x="281" y="896"/>
                    <a:pt x="325" y="906"/>
                    <a:pt x="353" y="876"/>
                  </a:cubicBezTo>
                  <a:cubicBezTo>
                    <a:pt x="384" y="840"/>
                    <a:pt x="365" y="769"/>
                    <a:pt x="360" y="727"/>
                  </a:cubicBezTo>
                  <a:cubicBezTo>
                    <a:pt x="350" y="624"/>
                    <a:pt x="351" y="511"/>
                    <a:pt x="373" y="410"/>
                  </a:cubicBezTo>
                  <a:cubicBezTo>
                    <a:pt x="386" y="351"/>
                    <a:pt x="400" y="292"/>
                    <a:pt x="410" y="233"/>
                  </a:cubicBezTo>
                  <a:cubicBezTo>
                    <a:pt x="414" y="209"/>
                    <a:pt x="418" y="165"/>
                    <a:pt x="434" y="148"/>
                  </a:cubicBezTo>
                </a:path>
              </a:pathLst>
            </a:custGeom>
            <a:solidFill>
              <a:srgbClr val="6EBB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0" name="Freeform 267">
              <a:extLst>
                <a:ext uri="{FF2B5EF4-FFF2-40B4-BE49-F238E27FC236}">
                  <a16:creationId xmlns:a16="http://schemas.microsoft.com/office/drawing/2014/main" id="{1C33C73C-90E3-4644-979C-C606CF292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222"/>
              <a:ext cx="346" cy="487"/>
            </a:xfrm>
            <a:custGeom>
              <a:avLst/>
              <a:gdLst>
                <a:gd name="T0" fmla="*/ 1126 w 247"/>
                <a:gd name="T1" fmla="*/ 282 h 347"/>
                <a:gd name="T2" fmla="*/ 808 w 247"/>
                <a:gd name="T3" fmla="*/ 185 h 347"/>
                <a:gd name="T4" fmla="*/ 489 w 247"/>
                <a:gd name="T5" fmla="*/ 348 h 347"/>
                <a:gd name="T6" fmla="*/ 157 w 247"/>
                <a:gd name="T7" fmla="*/ 108 h 347"/>
                <a:gd name="T8" fmla="*/ 123 w 247"/>
                <a:gd name="T9" fmla="*/ 646 h 347"/>
                <a:gd name="T10" fmla="*/ 191 w 247"/>
                <a:gd name="T11" fmla="*/ 1273 h 347"/>
                <a:gd name="T12" fmla="*/ 363 w 247"/>
                <a:gd name="T13" fmla="*/ 1875 h 347"/>
                <a:gd name="T14" fmla="*/ 636 w 247"/>
                <a:gd name="T15" fmla="*/ 1225 h 347"/>
                <a:gd name="T16" fmla="*/ 1063 w 247"/>
                <a:gd name="T17" fmla="*/ 849 h 347"/>
                <a:gd name="T18" fmla="*/ 1095 w 247"/>
                <a:gd name="T19" fmla="*/ 335 h 3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7" h="347">
                  <a:moveTo>
                    <a:pt x="209" y="52"/>
                  </a:moveTo>
                  <a:cubicBezTo>
                    <a:pt x="178" y="45"/>
                    <a:pt x="183" y="0"/>
                    <a:pt x="150" y="34"/>
                  </a:cubicBezTo>
                  <a:cubicBezTo>
                    <a:pt x="127" y="58"/>
                    <a:pt x="128" y="82"/>
                    <a:pt x="91" y="64"/>
                  </a:cubicBezTo>
                  <a:cubicBezTo>
                    <a:pt x="76" y="57"/>
                    <a:pt x="47" y="13"/>
                    <a:pt x="29" y="20"/>
                  </a:cubicBezTo>
                  <a:cubicBezTo>
                    <a:pt x="0" y="31"/>
                    <a:pt x="19" y="101"/>
                    <a:pt x="23" y="119"/>
                  </a:cubicBezTo>
                  <a:cubicBezTo>
                    <a:pt x="32" y="155"/>
                    <a:pt x="36" y="197"/>
                    <a:pt x="35" y="234"/>
                  </a:cubicBezTo>
                  <a:cubicBezTo>
                    <a:pt x="34" y="261"/>
                    <a:pt x="23" y="342"/>
                    <a:pt x="67" y="344"/>
                  </a:cubicBezTo>
                  <a:cubicBezTo>
                    <a:pt x="115" y="347"/>
                    <a:pt x="101" y="252"/>
                    <a:pt x="118" y="225"/>
                  </a:cubicBezTo>
                  <a:cubicBezTo>
                    <a:pt x="136" y="196"/>
                    <a:pt x="173" y="182"/>
                    <a:pt x="197" y="156"/>
                  </a:cubicBezTo>
                  <a:cubicBezTo>
                    <a:pt x="218" y="134"/>
                    <a:pt x="247" y="76"/>
                    <a:pt x="203" y="61"/>
                  </a:cubicBezTo>
                </a:path>
              </a:pathLst>
            </a:custGeom>
            <a:solidFill>
              <a:srgbClr val="8AC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1" name="Freeform 268">
              <a:extLst>
                <a:ext uri="{FF2B5EF4-FFF2-40B4-BE49-F238E27FC236}">
                  <a16:creationId xmlns:a16="http://schemas.microsoft.com/office/drawing/2014/main" id="{A57A71A3-6E87-4063-B703-8EDBC794D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178"/>
              <a:ext cx="394" cy="278"/>
            </a:xfrm>
            <a:custGeom>
              <a:avLst/>
              <a:gdLst>
                <a:gd name="T0" fmla="*/ 893 w 281"/>
                <a:gd name="T1" fmla="*/ 0 h 198"/>
                <a:gd name="T2" fmla="*/ 676 w 281"/>
                <a:gd name="T3" fmla="*/ 191 h 198"/>
                <a:gd name="T4" fmla="*/ 874 w 281"/>
                <a:gd name="T5" fmla="*/ 472 h 198"/>
                <a:gd name="T6" fmla="*/ 1256 w 281"/>
                <a:gd name="T7" fmla="*/ 508 h 198"/>
                <a:gd name="T8" fmla="*/ 1136 w 281"/>
                <a:gd name="T9" fmla="*/ 663 h 198"/>
                <a:gd name="T10" fmla="*/ 864 w 281"/>
                <a:gd name="T11" fmla="*/ 472 h 198"/>
                <a:gd name="T12" fmla="*/ 557 w 281"/>
                <a:gd name="T13" fmla="*/ 609 h 198"/>
                <a:gd name="T14" fmla="*/ 663 w 281"/>
                <a:gd name="T15" fmla="*/ 835 h 198"/>
                <a:gd name="T16" fmla="*/ 876 w 281"/>
                <a:gd name="T17" fmla="*/ 772 h 198"/>
                <a:gd name="T18" fmla="*/ 578 w 281"/>
                <a:gd name="T19" fmla="*/ 501 h 198"/>
                <a:gd name="T20" fmla="*/ 185 w 281"/>
                <a:gd name="T21" fmla="*/ 431 h 198"/>
                <a:gd name="T22" fmla="*/ 358 w 281"/>
                <a:gd name="T23" fmla="*/ 892 h 198"/>
                <a:gd name="T24" fmla="*/ 676 w 281"/>
                <a:gd name="T25" fmla="*/ 623 h 198"/>
                <a:gd name="T26" fmla="*/ 916 w 281"/>
                <a:gd name="T27" fmla="*/ 760 h 198"/>
                <a:gd name="T28" fmla="*/ 1089 w 281"/>
                <a:gd name="T29" fmla="*/ 584 h 198"/>
                <a:gd name="T30" fmla="*/ 916 w 281"/>
                <a:gd name="T31" fmla="*/ 260 h 198"/>
                <a:gd name="T32" fmla="*/ 1228 w 281"/>
                <a:gd name="T33" fmla="*/ 199 h 198"/>
                <a:gd name="T34" fmla="*/ 1317 w 281"/>
                <a:gd name="T35" fmla="*/ 747 h 198"/>
                <a:gd name="T36" fmla="*/ 1183 w 281"/>
                <a:gd name="T37" fmla="*/ 673 h 198"/>
                <a:gd name="T38" fmla="*/ 1056 w 281"/>
                <a:gd name="T39" fmla="*/ 855 h 198"/>
                <a:gd name="T40" fmla="*/ 1077 w 281"/>
                <a:gd name="T41" fmla="*/ 835 h 19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1" h="198">
                  <a:moveTo>
                    <a:pt x="165" y="0"/>
                  </a:moveTo>
                  <a:cubicBezTo>
                    <a:pt x="148" y="6"/>
                    <a:pt x="133" y="16"/>
                    <a:pt x="125" y="35"/>
                  </a:cubicBezTo>
                  <a:cubicBezTo>
                    <a:pt x="112" y="65"/>
                    <a:pt x="124" y="97"/>
                    <a:pt x="161" y="86"/>
                  </a:cubicBezTo>
                  <a:cubicBezTo>
                    <a:pt x="183" y="79"/>
                    <a:pt x="237" y="28"/>
                    <a:pt x="232" y="93"/>
                  </a:cubicBezTo>
                  <a:cubicBezTo>
                    <a:pt x="231" y="108"/>
                    <a:pt x="226" y="116"/>
                    <a:pt x="210" y="121"/>
                  </a:cubicBezTo>
                  <a:cubicBezTo>
                    <a:pt x="182" y="128"/>
                    <a:pt x="172" y="104"/>
                    <a:pt x="159" y="86"/>
                  </a:cubicBezTo>
                  <a:cubicBezTo>
                    <a:pt x="135" y="51"/>
                    <a:pt x="106" y="73"/>
                    <a:pt x="103" y="112"/>
                  </a:cubicBezTo>
                  <a:cubicBezTo>
                    <a:pt x="103" y="129"/>
                    <a:pt x="105" y="145"/>
                    <a:pt x="122" y="153"/>
                  </a:cubicBezTo>
                  <a:cubicBezTo>
                    <a:pt x="133" y="158"/>
                    <a:pt x="159" y="156"/>
                    <a:pt x="162" y="142"/>
                  </a:cubicBezTo>
                  <a:cubicBezTo>
                    <a:pt x="165" y="126"/>
                    <a:pt x="117" y="99"/>
                    <a:pt x="107" y="92"/>
                  </a:cubicBezTo>
                  <a:cubicBezTo>
                    <a:pt x="86" y="78"/>
                    <a:pt x="59" y="62"/>
                    <a:pt x="34" y="79"/>
                  </a:cubicBezTo>
                  <a:cubicBezTo>
                    <a:pt x="0" y="102"/>
                    <a:pt x="29" y="177"/>
                    <a:pt x="66" y="163"/>
                  </a:cubicBezTo>
                  <a:cubicBezTo>
                    <a:pt x="88" y="155"/>
                    <a:pt x="101" y="124"/>
                    <a:pt x="125" y="114"/>
                  </a:cubicBezTo>
                  <a:cubicBezTo>
                    <a:pt x="154" y="101"/>
                    <a:pt x="158" y="114"/>
                    <a:pt x="169" y="139"/>
                  </a:cubicBezTo>
                  <a:cubicBezTo>
                    <a:pt x="192" y="198"/>
                    <a:pt x="231" y="150"/>
                    <a:pt x="201" y="107"/>
                  </a:cubicBezTo>
                  <a:cubicBezTo>
                    <a:pt x="190" y="91"/>
                    <a:pt x="159" y="70"/>
                    <a:pt x="169" y="48"/>
                  </a:cubicBezTo>
                  <a:cubicBezTo>
                    <a:pt x="178" y="27"/>
                    <a:pt x="210" y="27"/>
                    <a:pt x="227" y="36"/>
                  </a:cubicBezTo>
                  <a:cubicBezTo>
                    <a:pt x="263" y="53"/>
                    <a:pt x="281" y="114"/>
                    <a:pt x="243" y="137"/>
                  </a:cubicBezTo>
                  <a:cubicBezTo>
                    <a:pt x="185" y="173"/>
                    <a:pt x="183" y="101"/>
                    <a:pt x="218" y="123"/>
                  </a:cubicBezTo>
                  <a:cubicBezTo>
                    <a:pt x="247" y="141"/>
                    <a:pt x="221" y="177"/>
                    <a:pt x="195" y="157"/>
                  </a:cubicBezTo>
                  <a:cubicBezTo>
                    <a:pt x="195" y="155"/>
                    <a:pt x="197" y="155"/>
                    <a:pt x="199" y="153"/>
                  </a:cubicBezTo>
                </a:path>
              </a:pathLst>
            </a:custGeom>
            <a:noFill/>
            <a:ln w="61913" cap="rnd">
              <a:solidFill>
                <a:srgbClr val="296D4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2" name="Freeform 269">
              <a:extLst>
                <a:ext uri="{FF2B5EF4-FFF2-40B4-BE49-F238E27FC236}">
                  <a16:creationId xmlns:a16="http://schemas.microsoft.com/office/drawing/2014/main" id="{FB368644-8500-4D8C-B218-02DE7B987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936"/>
              <a:ext cx="111" cy="127"/>
            </a:xfrm>
            <a:custGeom>
              <a:avLst/>
              <a:gdLst>
                <a:gd name="T0" fmla="*/ 423 w 79"/>
                <a:gd name="T1" fmla="*/ 0 h 90"/>
                <a:gd name="T2" fmla="*/ 355 w 79"/>
                <a:gd name="T3" fmla="*/ 11 h 90"/>
                <a:gd name="T4" fmla="*/ 94 w 79"/>
                <a:gd name="T5" fmla="*/ 313 h 90"/>
                <a:gd name="T6" fmla="*/ 433 w 79"/>
                <a:gd name="T7" fmla="*/ 49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90">
                  <a:moveTo>
                    <a:pt x="77" y="0"/>
                  </a:moveTo>
                  <a:cubicBezTo>
                    <a:pt x="73" y="1"/>
                    <a:pt x="69" y="2"/>
                    <a:pt x="65" y="2"/>
                  </a:cubicBezTo>
                  <a:cubicBezTo>
                    <a:pt x="31" y="8"/>
                    <a:pt x="0" y="13"/>
                    <a:pt x="17" y="56"/>
                  </a:cubicBezTo>
                  <a:cubicBezTo>
                    <a:pt x="29" y="87"/>
                    <a:pt x="53" y="90"/>
                    <a:pt x="79" y="87"/>
                  </a:cubicBezTo>
                </a:path>
              </a:pathLst>
            </a:custGeom>
            <a:noFill/>
            <a:ln w="61913" cap="flat">
              <a:solidFill>
                <a:srgbClr val="81C1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3" name="Freeform 270">
              <a:extLst>
                <a:ext uri="{FF2B5EF4-FFF2-40B4-BE49-F238E27FC236}">
                  <a16:creationId xmlns:a16="http://schemas.microsoft.com/office/drawing/2014/main" id="{302517E2-C629-4B9A-883F-114AAFC3B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677"/>
              <a:ext cx="105" cy="109"/>
            </a:xfrm>
            <a:custGeom>
              <a:avLst/>
              <a:gdLst>
                <a:gd name="T0" fmla="*/ 403 w 75"/>
                <a:gd name="T1" fmla="*/ 0 h 78"/>
                <a:gd name="T2" fmla="*/ 308 w 75"/>
                <a:gd name="T3" fmla="*/ 29 h 78"/>
                <a:gd name="T4" fmla="*/ 94 w 75"/>
                <a:gd name="T5" fmla="*/ 309 h 78"/>
                <a:gd name="T6" fmla="*/ 403 w 75"/>
                <a:gd name="T7" fmla="*/ 39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78">
                  <a:moveTo>
                    <a:pt x="75" y="0"/>
                  </a:moveTo>
                  <a:cubicBezTo>
                    <a:pt x="69" y="2"/>
                    <a:pt x="62" y="4"/>
                    <a:pt x="57" y="6"/>
                  </a:cubicBezTo>
                  <a:cubicBezTo>
                    <a:pt x="34" y="13"/>
                    <a:pt x="0" y="27"/>
                    <a:pt x="17" y="58"/>
                  </a:cubicBezTo>
                  <a:cubicBezTo>
                    <a:pt x="29" y="78"/>
                    <a:pt x="52" y="77"/>
                    <a:pt x="75" y="73"/>
                  </a:cubicBezTo>
                </a:path>
              </a:pathLst>
            </a:custGeom>
            <a:noFill/>
            <a:ln w="61913" cap="flat">
              <a:solidFill>
                <a:srgbClr val="81C1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4" name="Freeform 271">
              <a:extLst>
                <a:ext uri="{FF2B5EF4-FFF2-40B4-BE49-F238E27FC236}">
                  <a16:creationId xmlns:a16="http://schemas.microsoft.com/office/drawing/2014/main" id="{45B11B4A-B1F5-4845-B2E8-150BCB23A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54"/>
              <a:ext cx="149" cy="153"/>
            </a:xfrm>
            <a:custGeom>
              <a:avLst/>
              <a:gdLst>
                <a:gd name="T0" fmla="*/ 581 w 106"/>
                <a:gd name="T1" fmla="*/ 58 h 109"/>
                <a:gd name="T2" fmla="*/ 261 w 106"/>
                <a:gd name="T3" fmla="*/ 28 h 109"/>
                <a:gd name="T4" fmla="*/ 97 w 106"/>
                <a:gd name="T5" fmla="*/ 415 h 109"/>
                <a:gd name="T6" fmla="*/ 569 w 106"/>
                <a:gd name="T7" fmla="*/ 396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09">
                  <a:moveTo>
                    <a:pt x="106" y="11"/>
                  </a:moveTo>
                  <a:cubicBezTo>
                    <a:pt x="87" y="8"/>
                    <a:pt x="67" y="0"/>
                    <a:pt x="48" y="5"/>
                  </a:cubicBezTo>
                  <a:cubicBezTo>
                    <a:pt x="22" y="12"/>
                    <a:pt x="0" y="51"/>
                    <a:pt x="18" y="76"/>
                  </a:cubicBezTo>
                  <a:cubicBezTo>
                    <a:pt x="42" y="109"/>
                    <a:pt x="76" y="90"/>
                    <a:pt x="104" y="73"/>
                  </a:cubicBezTo>
                </a:path>
              </a:pathLst>
            </a:custGeom>
            <a:noFill/>
            <a:ln w="61913" cap="flat">
              <a:solidFill>
                <a:srgbClr val="81C1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5" name="Freeform 272">
              <a:extLst>
                <a:ext uri="{FF2B5EF4-FFF2-40B4-BE49-F238E27FC236}">
                  <a16:creationId xmlns:a16="http://schemas.microsoft.com/office/drawing/2014/main" id="{5213F343-ED2D-4BB8-BEE4-CC1EB5932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212"/>
              <a:ext cx="108" cy="121"/>
            </a:xfrm>
            <a:custGeom>
              <a:avLst/>
              <a:gdLst>
                <a:gd name="T0" fmla="*/ 417 w 77"/>
                <a:gd name="T1" fmla="*/ 0 h 86"/>
                <a:gd name="T2" fmla="*/ 49 w 77"/>
                <a:gd name="T3" fmla="*/ 308 h 86"/>
                <a:gd name="T4" fmla="*/ 417 w 77"/>
                <a:gd name="T5" fmla="*/ 443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86">
                  <a:moveTo>
                    <a:pt x="77" y="0"/>
                  </a:moveTo>
                  <a:cubicBezTo>
                    <a:pt x="47" y="7"/>
                    <a:pt x="0" y="10"/>
                    <a:pt x="9" y="56"/>
                  </a:cubicBezTo>
                  <a:cubicBezTo>
                    <a:pt x="14" y="86"/>
                    <a:pt x="46" y="81"/>
                    <a:pt x="77" y="80"/>
                  </a:cubicBezTo>
                </a:path>
              </a:pathLst>
            </a:custGeom>
            <a:noFill/>
            <a:ln w="61913" cap="flat">
              <a:solidFill>
                <a:srgbClr val="81C1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6" name="Freeform 273">
              <a:extLst>
                <a:ext uri="{FF2B5EF4-FFF2-40B4-BE49-F238E27FC236}">
                  <a16:creationId xmlns:a16="http://schemas.microsoft.com/office/drawing/2014/main" id="{451EFF99-64CA-40CA-B7F5-ADF091DE9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852"/>
              <a:ext cx="71" cy="360"/>
            </a:xfrm>
            <a:custGeom>
              <a:avLst/>
              <a:gdLst>
                <a:gd name="T0" fmla="*/ 68 w 50"/>
                <a:gd name="T1" fmla="*/ 0 h 257"/>
                <a:gd name="T2" fmla="*/ 28 w 50"/>
                <a:gd name="T3" fmla="*/ 273 h 257"/>
                <a:gd name="T4" fmla="*/ 47 w 50"/>
                <a:gd name="T5" fmla="*/ 797 h 257"/>
                <a:gd name="T6" fmla="*/ 0 w 50"/>
                <a:gd name="T7" fmla="*/ 1385 h 2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57">
                  <a:moveTo>
                    <a:pt x="12" y="0"/>
                  </a:moveTo>
                  <a:cubicBezTo>
                    <a:pt x="13" y="18"/>
                    <a:pt x="6" y="35"/>
                    <a:pt x="5" y="51"/>
                  </a:cubicBezTo>
                  <a:cubicBezTo>
                    <a:pt x="3" y="84"/>
                    <a:pt x="6" y="122"/>
                    <a:pt x="8" y="148"/>
                  </a:cubicBezTo>
                  <a:cubicBezTo>
                    <a:pt x="12" y="184"/>
                    <a:pt x="50" y="245"/>
                    <a:pt x="0" y="257"/>
                  </a:cubicBezTo>
                </a:path>
              </a:pathLst>
            </a:custGeom>
            <a:noFill/>
            <a:ln w="61913" cap="rnd">
              <a:solidFill>
                <a:srgbClr val="296D4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7" name="Freeform 274">
              <a:extLst>
                <a:ext uri="{FF2B5EF4-FFF2-40B4-BE49-F238E27FC236}">
                  <a16:creationId xmlns:a16="http://schemas.microsoft.com/office/drawing/2014/main" id="{C7EC24EC-E409-439F-82EE-A3C270F67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866"/>
              <a:ext cx="131" cy="258"/>
            </a:xfrm>
            <a:custGeom>
              <a:avLst/>
              <a:gdLst>
                <a:gd name="T0" fmla="*/ 108 w 93"/>
                <a:gd name="T1" fmla="*/ 321 h 184"/>
                <a:gd name="T2" fmla="*/ 21 w 93"/>
                <a:gd name="T3" fmla="*/ 808 h 184"/>
                <a:gd name="T4" fmla="*/ 117 w 93"/>
                <a:gd name="T5" fmla="*/ 948 h 184"/>
                <a:gd name="T6" fmla="*/ 397 w 93"/>
                <a:gd name="T7" fmla="*/ 953 h 184"/>
                <a:gd name="T8" fmla="*/ 485 w 93"/>
                <a:gd name="T9" fmla="*/ 651 h 184"/>
                <a:gd name="T10" fmla="*/ 500 w 93"/>
                <a:gd name="T11" fmla="*/ 321 h 184"/>
                <a:gd name="T12" fmla="*/ 183 w 93"/>
                <a:gd name="T13" fmla="*/ 104 h 184"/>
                <a:gd name="T14" fmla="*/ 107 w 93"/>
                <a:gd name="T15" fmla="*/ 338 h 1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184">
                  <a:moveTo>
                    <a:pt x="20" y="59"/>
                  </a:moveTo>
                  <a:cubicBezTo>
                    <a:pt x="20" y="91"/>
                    <a:pt x="10" y="118"/>
                    <a:pt x="4" y="149"/>
                  </a:cubicBezTo>
                  <a:cubicBezTo>
                    <a:pt x="0" y="166"/>
                    <a:pt x="5" y="171"/>
                    <a:pt x="21" y="175"/>
                  </a:cubicBezTo>
                  <a:cubicBezTo>
                    <a:pt x="33" y="178"/>
                    <a:pt x="61" y="184"/>
                    <a:pt x="72" y="176"/>
                  </a:cubicBezTo>
                  <a:cubicBezTo>
                    <a:pt x="87" y="166"/>
                    <a:pt x="85" y="136"/>
                    <a:pt x="87" y="120"/>
                  </a:cubicBezTo>
                  <a:cubicBezTo>
                    <a:pt x="90" y="99"/>
                    <a:pt x="93" y="80"/>
                    <a:pt x="90" y="59"/>
                  </a:cubicBezTo>
                  <a:cubicBezTo>
                    <a:pt x="86" y="33"/>
                    <a:pt x="63" y="0"/>
                    <a:pt x="33" y="19"/>
                  </a:cubicBezTo>
                  <a:cubicBezTo>
                    <a:pt x="21" y="27"/>
                    <a:pt x="18" y="50"/>
                    <a:pt x="19" y="63"/>
                  </a:cubicBezTo>
                </a:path>
              </a:pathLst>
            </a:custGeom>
            <a:solidFill>
              <a:srgbClr val="8AC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8" name="Freeform 275">
              <a:extLst>
                <a:ext uri="{FF2B5EF4-FFF2-40B4-BE49-F238E27FC236}">
                  <a16:creationId xmlns:a16="http://schemas.microsoft.com/office/drawing/2014/main" id="{285CB02B-8519-45C5-B36E-DCCA3F8B3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324"/>
              <a:ext cx="94" cy="148"/>
            </a:xfrm>
            <a:custGeom>
              <a:avLst/>
              <a:gdLst>
                <a:gd name="T0" fmla="*/ 0 w 67"/>
                <a:gd name="T1" fmla="*/ 0 h 105"/>
                <a:gd name="T2" fmla="*/ 309 w 67"/>
                <a:gd name="T3" fmla="*/ 151 h 105"/>
                <a:gd name="T4" fmla="*/ 185 w 67"/>
                <a:gd name="T5" fmla="*/ 547 h 105"/>
                <a:gd name="T6" fmla="*/ 1 w 67"/>
                <a:gd name="T7" fmla="*/ 572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05">
                  <a:moveTo>
                    <a:pt x="0" y="0"/>
                  </a:moveTo>
                  <a:cubicBezTo>
                    <a:pt x="24" y="0"/>
                    <a:pt x="48" y="2"/>
                    <a:pt x="57" y="27"/>
                  </a:cubicBezTo>
                  <a:cubicBezTo>
                    <a:pt x="67" y="50"/>
                    <a:pt x="57" y="86"/>
                    <a:pt x="34" y="98"/>
                  </a:cubicBezTo>
                  <a:cubicBezTo>
                    <a:pt x="23" y="104"/>
                    <a:pt x="12" y="105"/>
                    <a:pt x="1" y="103"/>
                  </a:cubicBezTo>
                </a:path>
              </a:pathLst>
            </a:custGeom>
            <a:noFill/>
            <a:ln w="61913" cap="rnd">
              <a:solidFill>
                <a:srgbClr val="296D4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49" name="Freeform 276">
              <a:extLst>
                <a:ext uri="{FF2B5EF4-FFF2-40B4-BE49-F238E27FC236}">
                  <a16:creationId xmlns:a16="http://schemas.microsoft.com/office/drawing/2014/main" id="{7C28CD51-B93F-4D88-B4F6-3CF6B4060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520"/>
              <a:ext cx="114" cy="157"/>
            </a:xfrm>
            <a:custGeom>
              <a:avLst/>
              <a:gdLst>
                <a:gd name="T0" fmla="*/ 0 w 81"/>
                <a:gd name="T1" fmla="*/ 137 h 112"/>
                <a:gd name="T2" fmla="*/ 145 w 81"/>
                <a:gd name="T3" fmla="*/ 67 h 112"/>
                <a:gd name="T4" fmla="*/ 407 w 81"/>
                <a:gd name="T5" fmla="*/ 269 h 112"/>
                <a:gd name="T6" fmla="*/ 11 w 81"/>
                <a:gd name="T7" fmla="*/ 606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12">
                  <a:moveTo>
                    <a:pt x="0" y="26"/>
                  </a:moveTo>
                  <a:cubicBezTo>
                    <a:pt x="10" y="20"/>
                    <a:pt x="18" y="15"/>
                    <a:pt x="26" y="12"/>
                  </a:cubicBezTo>
                  <a:cubicBezTo>
                    <a:pt x="52" y="0"/>
                    <a:pt x="81" y="19"/>
                    <a:pt x="74" y="50"/>
                  </a:cubicBezTo>
                  <a:cubicBezTo>
                    <a:pt x="67" y="83"/>
                    <a:pt x="32" y="101"/>
                    <a:pt x="2" y="112"/>
                  </a:cubicBezTo>
                </a:path>
              </a:pathLst>
            </a:custGeom>
            <a:noFill/>
            <a:ln w="61913" cap="rnd">
              <a:solidFill>
                <a:srgbClr val="296D4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0" name="Freeform 277">
              <a:extLst>
                <a:ext uri="{FF2B5EF4-FFF2-40B4-BE49-F238E27FC236}">
                  <a16:creationId xmlns:a16="http://schemas.microsoft.com/office/drawing/2014/main" id="{A93D91C5-A664-432C-95A2-38E6182B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764"/>
              <a:ext cx="143" cy="172"/>
            </a:xfrm>
            <a:custGeom>
              <a:avLst/>
              <a:gdLst>
                <a:gd name="T0" fmla="*/ 11 w 102"/>
                <a:gd name="T1" fmla="*/ 57 h 123"/>
                <a:gd name="T2" fmla="*/ 255 w 102"/>
                <a:gd name="T3" fmla="*/ 11 h 123"/>
                <a:gd name="T4" fmla="*/ 527 w 102"/>
                <a:gd name="T5" fmla="*/ 324 h 123"/>
                <a:gd name="T6" fmla="*/ 0 w 102"/>
                <a:gd name="T7" fmla="*/ 659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123">
                  <a:moveTo>
                    <a:pt x="2" y="11"/>
                  </a:moveTo>
                  <a:cubicBezTo>
                    <a:pt x="19" y="8"/>
                    <a:pt x="35" y="3"/>
                    <a:pt x="47" y="2"/>
                  </a:cubicBezTo>
                  <a:cubicBezTo>
                    <a:pt x="85" y="0"/>
                    <a:pt x="102" y="22"/>
                    <a:pt x="97" y="61"/>
                  </a:cubicBezTo>
                  <a:cubicBezTo>
                    <a:pt x="91" y="111"/>
                    <a:pt x="42" y="117"/>
                    <a:pt x="0" y="123"/>
                  </a:cubicBezTo>
                </a:path>
              </a:pathLst>
            </a:custGeom>
            <a:noFill/>
            <a:ln w="61913" cap="rnd">
              <a:solidFill>
                <a:srgbClr val="296D4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1" name="Freeform 278">
              <a:extLst>
                <a:ext uri="{FF2B5EF4-FFF2-40B4-BE49-F238E27FC236}">
                  <a16:creationId xmlns:a16="http://schemas.microsoft.com/office/drawing/2014/main" id="{47777FFE-23B5-4049-AECB-EB52C6C77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044"/>
              <a:ext cx="160" cy="134"/>
            </a:xfrm>
            <a:custGeom>
              <a:avLst/>
              <a:gdLst>
                <a:gd name="T0" fmla="*/ 1 w 114"/>
                <a:gd name="T1" fmla="*/ 55 h 95"/>
                <a:gd name="T2" fmla="*/ 258 w 114"/>
                <a:gd name="T3" fmla="*/ 11 h 95"/>
                <a:gd name="T4" fmla="*/ 577 w 114"/>
                <a:gd name="T5" fmla="*/ 203 h 95"/>
                <a:gd name="T6" fmla="*/ 260 w 114"/>
                <a:gd name="T7" fmla="*/ 491 h 95"/>
                <a:gd name="T8" fmla="*/ 0 w 114"/>
                <a:gd name="T9" fmla="*/ 532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5">
                  <a:moveTo>
                    <a:pt x="1" y="10"/>
                  </a:moveTo>
                  <a:cubicBezTo>
                    <a:pt x="17" y="8"/>
                    <a:pt x="33" y="4"/>
                    <a:pt x="47" y="2"/>
                  </a:cubicBezTo>
                  <a:cubicBezTo>
                    <a:pt x="72" y="0"/>
                    <a:pt x="100" y="9"/>
                    <a:pt x="106" y="36"/>
                  </a:cubicBezTo>
                  <a:cubicBezTo>
                    <a:pt x="114" y="76"/>
                    <a:pt x="79" y="88"/>
                    <a:pt x="48" y="88"/>
                  </a:cubicBezTo>
                  <a:cubicBezTo>
                    <a:pt x="32" y="88"/>
                    <a:pt x="15" y="90"/>
                    <a:pt x="0" y="95"/>
                  </a:cubicBezTo>
                </a:path>
              </a:pathLst>
            </a:custGeom>
            <a:noFill/>
            <a:ln w="61913" cap="rnd">
              <a:solidFill>
                <a:srgbClr val="296D4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2" name="Freeform 279">
              <a:extLst>
                <a:ext uri="{FF2B5EF4-FFF2-40B4-BE49-F238E27FC236}">
                  <a16:creationId xmlns:a16="http://schemas.microsoft.com/office/drawing/2014/main" id="{D7B93E2B-861E-46A0-940D-EC89F908C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037"/>
              <a:ext cx="33" cy="57"/>
            </a:xfrm>
            <a:custGeom>
              <a:avLst/>
              <a:gdLst>
                <a:gd name="T0" fmla="*/ 95 w 23"/>
                <a:gd name="T1" fmla="*/ 0 h 40"/>
                <a:gd name="T2" fmla="*/ 47 w 23"/>
                <a:gd name="T3" fmla="*/ 128 h 40"/>
                <a:gd name="T4" fmla="*/ 95 w 23"/>
                <a:gd name="T5" fmla="*/ 177 h 40"/>
                <a:gd name="T6" fmla="*/ 138 w 23"/>
                <a:gd name="T7" fmla="*/ 197 h 40"/>
                <a:gd name="T8" fmla="*/ 13 w 23"/>
                <a:gd name="T9" fmla="*/ 110 h 40"/>
                <a:gd name="T10" fmla="*/ 86 w 23"/>
                <a:gd name="T11" fmla="*/ 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0">
                  <a:moveTo>
                    <a:pt x="15" y="0"/>
                  </a:moveTo>
                  <a:cubicBezTo>
                    <a:pt x="5" y="3"/>
                    <a:pt x="4" y="14"/>
                    <a:pt x="8" y="22"/>
                  </a:cubicBezTo>
                  <a:cubicBezTo>
                    <a:pt x="9" y="25"/>
                    <a:pt x="12" y="28"/>
                    <a:pt x="15" y="30"/>
                  </a:cubicBezTo>
                  <a:cubicBezTo>
                    <a:pt x="17" y="32"/>
                    <a:pt x="21" y="33"/>
                    <a:pt x="23" y="34"/>
                  </a:cubicBezTo>
                  <a:cubicBezTo>
                    <a:pt x="15" y="40"/>
                    <a:pt x="3" y="26"/>
                    <a:pt x="2" y="19"/>
                  </a:cubicBezTo>
                  <a:cubicBezTo>
                    <a:pt x="0" y="10"/>
                    <a:pt x="7" y="3"/>
                    <a:pt x="14" y="1"/>
                  </a:cubicBezTo>
                </a:path>
              </a:pathLst>
            </a:custGeom>
            <a:solidFill>
              <a:srgbClr val="C6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3" name="Freeform 280">
              <a:extLst>
                <a:ext uri="{FF2B5EF4-FFF2-40B4-BE49-F238E27FC236}">
                  <a16:creationId xmlns:a16="http://schemas.microsoft.com/office/drawing/2014/main" id="{55039EF3-1B15-4D4D-B7EF-176813CD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903"/>
              <a:ext cx="37" cy="52"/>
            </a:xfrm>
            <a:custGeom>
              <a:avLst/>
              <a:gdLst>
                <a:gd name="T0" fmla="*/ 152 w 26"/>
                <a:gd name="T1" fmla="*/ 39 h 37"/>
                <a:gd name="T2" fmla="*/ 67 w 26"/>
                <a:gd name="T3" fmla="*/ 97 h 37"/>
                <a:gd name="T4" fmla="*/ 77 w 26"/>
                <a:gd name="T5" fmla="*/ 200 h 37"/>
                <a:gd name="T6" fmla="*/ 148 w 26"/>
                <a:gd name="T7" fmla="*/ 4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7">
                  <a:moveTo>
                    <a:pt x="26" y="7"/>
                  </a:moveTo>
                  <a:cubicBezTo>
                    <a:pt x="20" y="10"/>
                    <a:pt x="13" y="11"/>
                    <a:pt x="11" y="18"/>
                  </a:cubicBezTo>
                  <a:cubicBezTo>
                    <a:pt x="8" y="24"/>
                    <a:pt x="9" y="31"/>
                    <a:pt x="13" y="36"/>
                  </a:cubicBezTo>
                  <a:cubicBezTo>
                    <a:pt x="0" y="37"/>
                    <a:pt x="4" y="0"/>
                    <a:pt x="25" y="8"/>
                  </a:cubicBezTo>
                </a:path>
              </a:pathLst>
            </a:custGeom>
            <a:solidFill>
              <a:srgbClr val="C6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4" name="Freeform 281">
              <a:extLst>
                <a:ext uri="{FF2B5EF4-FFF2-40B4-BE49-F238E27FC236}">
                  <a16:creationId xmlns:a16="http://schemas.microsoft.com/office/drawing/2014/main" id="{A4CB270C-5D41-443E-845A-0FE46BE3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758"/>
              <a:ext cx="25" cy="51"/>
            </a:xfrm>
            <a:custGeom>
              <a:avLst/>
              <a:gdLst>
                <a:gd name="T0" fmla="*/ 50 w 18"/>
                <a:gd name="T1" fmla="*/ 0 h 36"/>
                <a:gd name="T2" fmla="*/ 15 w 18"/>
                <a:gd name="T3" fmla="*/ 105 h 36"/>
                <a:gd name="T4" fmla="*/ 94 w 18"/>
                <a:gd name="T5" fmla="*/ 183 h 36"/>
                <a:gd name="T6" fmla="*/ 40 w 18"/>
                <a:gd name="T7" fmla="*/ 177 h 36"/>
                <a:gd name="T8" fmla="*/ 0 w 18"/>
                <a:gd name="T9" fmla="*/ 122 h 36"/>
                <a:gd name="T10" fmla="*/ 50 w 18"/>
                <a:gd name="T11" fmla="*/ 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6">
                  <a:moveTo>
                    <a:pt x="10" y="0"/>
                  </a:moveTo>
                  <a:cubicBezTo>
                    <a:pt x="5" y="6"/>
                    <a:pt x="2" y="10"/>
                    <a:pt x="3" y="18"/>
                  </a:cubicBezTo>
                  <a:cubicBezTo>
                    <a:pt x="4" y="26"/>
                    <a:pt x="10" y="31"/>
                    <a:pt x="18" y="32"/>
                  </a:cubicBezTo>
                  <a:cubicBezTo>
                    <a:pt x="17" y="36"/>
                    <a:pt x="10" y="33"/>
                    <a:pt x="8" y="31"/>
                  </a:cubicBezTo>
                  <a:cubicBezTo>
                    <a:pt x="3" y="29"/>
                    <a:pt x="1" y="26"/>
                    <a:pt x="0" y="21"/>
                  </a:cubicBezTo>
                  <a:cubicBezTo>
                    <a:pt x="0" y="14"/>
                    <a:pt x="2" y="3"/>
                    <a:pt x="10" y="1"/>
                  </a:cubicBezTo>
                </a:path>
              </a:pathLst>
            </a:custGeom>
            <a:solidFill>
              <a:srgbClr val="C6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5" name="Freeform 282">
              <a:extLst>
                <a:ext uri="{FF2B5EF4-FFF2-40B4-BE49-F238E27FC236}">
                  <a16:creationId xmlns:a16="http://schemas.microsoft.com/office/drawing/2014/main" id="{6A8F2461-62CE-48D9-B8C6-AD27145D1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656"/>
              <a:ext cx="31" cy="49"/>
            </a:xfrm>
            <a:custGeom>
              <a:avLst/>
              <a:gdLst>
                <a:gd name="T0" fmla="*/ 63 w 22"/>
                <a:gd name="T1" fmla="*/ 0 h 35"/>
                <a:gd name="T2" fmla="*/ 55 w 22"/>
                <a:gd name="T3" fmla="*/ 1 h 35"/>
                <a:gd name="T4" fmla="*/ 32 w 22"/>
                <a:gd name="T5" fmla="*/ 112 h 35"/>
                <a:gd name="T6" fmla="*/ 69 w 22"/>
                <a:gd name="T7" fmla="*/ 157 h 35"/>
                <a:gd name="T8" fmla="*/ 123 w 22"/>
                <a:gd name="T9" fmla="*/ 176 h 35"/>
                <a:gd name="T10" fmla="*/ 11 w 22"/>
                <a:gd name="T11" fmla="*/ 118 h 35"/>
                <a:gd name="T12" fmla="*/ 63 w 22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5">
                  <a:moveTo>
                    <a:pt x="11" y="0"/>
                  </a:moveTo>
                  <a:cubicBezTo>
                    <a:pt x="11" y="0"/>
                    <a:pt x="11" y="1"/>
                    <a:pt x="10" y="1"/>
                  </a:cubicBezTo>
                  <a:cubicBezTo>
                    <a:pt x="4" y="2"/>
                    <a:pt x="4" y="17"/>
                    <a:pt x="6" y="21"/>
                  </a:cubicBezTo>
                  <a:cubicBezTo>
                    <a:pt x="7" y="24"/>
                    <a:pt x="10" y="27"/>
                    <a:pt x="13" y="29"/>
                  </a:cubicBezTo>
                  <a:cubicBezTo>
                    <a:pt x="15" y="30"/>
                    <a:pt x="21" y="30"/>
                    <a:pt x="22" y="33"/>
                  </a:cubicBezTo>
                  <a:cubicBezTo>
                    <a:pt x="13" y="35"/>
                    <a:pt x="4" y="32"/>
                    <a:pt x="2" y="22"/>
                  </a:cubicBezTo>
                  <a:cubicBezTo>
                    <a:pt x="0" y="15"/>
                    <a:pt x="5" y="4"/>
                    <a:pt x="11" y="1"/>
                  </a:cubicBezTo>
                </a:path>
              </a:pathLst>
            </a:custGeom>
            <a:solidFill>
              <a:srgbClr val="C6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6" name="Freeform 283">
              <a:extLst>
                <a:ext uri="{FF2B5EF4-FFF2-40B4-BE49-F238E27FC236}">
                  <a16:creationId xmlns:a16="http://schemas.microsoft.com/office/drawing/2014/main" id="{A691EF34-853C-4480-8648-567081B77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553"/>
              <a:ext cx="36" cy="41"/>
            </a:xfrm>
            <a:custGeom>
              <a:avLst/>
              <a:gdLst>
                <a:gd name="T0" fmla="*/ 1 w 26"/>
                <a:gd name="T1" fmla="*/ 0 h 29"/>
                <a:gd name="T2" fmla="*/ 133 w 26"/>
                <a:gd name="T3" fmla="*/ 107 h 29"/>
                <a:gd name="T4" fmla="*/ 36 w 26"/>
                <a:gd name="T5" fmla="*/ 136 h 29"/>
                <a:gd name="T6" fmla="*/ 1 w 26"/>
                <a:gd name="T7" fmla="*/ 1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1" y="0"/>
                  </a:moveTo>
                  <a:cubicBezTo>
                    <a:pt x="1" y="12"/>
                    <a:pt x="12" y="29"/>
                    <a:pt x="26" y="19"/>
                  </a:cubicBezTo>
                  <a:cubicBezTo>
                    <a:pt x="21" y="24"/>
                    <a:pt x="15" y="29"/>
                    <a:pt x="7" y="24"/>
                  </a:cubicBezTo>
                  <a:cubicBezTo>
                    <a:pt x="2" y="20"/>
                    <a:pt x="0" y="9"/>
                    <a:pt x="1" y="2"/>
                  </a:cubicBezTo>
                </a:path>
              </a:pathLst>
            </a:custGeom>
            <a:solidFill>
              <a:srgbClr val="C6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7" name="Freeform 284">
              <a:extLst>
                <a:ext uri="{FF2B5EF4-FFF2-40B4-BE49-F238E27FC236}">
                  <a16:creationId xmlns:a16="http://schemas.microsoft.com/office/drawing/2014/main" id="{61600652-DF89-4CB7-B88C-FAD35199B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452"/>
              <a:ext cx="26" cy="39"/>
            </a:xfrm>
            <a:custGeom>
              <a:avLst/>
              <a:gdLst>
                <a:gd name="T0" fmla="*/ 88 w 18"/>
                <a:gd name="T1" fmla="*/ 0 h 28"/>
                <a:gd name="T2" fmla="*/ 114 w 18"/>
                <a:gd name="T3" fmla="*/ 145 h 28"/>
                <a:gd name="T4" fmla="*/ 81 w 18"/>
                <a:gd name="T5" fmla="*/ 1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4" y="0"/>
                  </a:moveTo>
                  <a:cubicBezTo>
                    <a:pt x="3" y="5"/>
                    <a:pt x="11" y="23"/>
                    <a:pt x="18" y="28"/>
                  </a:cubicBezTo>
                  <a:cubicBezTo>
                    <a:pt x="6" y="28"/>
                    <a:pt x="0" y="4"/>
                    <a:pt x="13" y="2"/>
                  </a:cubicBezTo>
                </a:path>
              </a:pathLst>
            </a:custGeom>
            <a:solidFill>
              <a:srgbClr val="C6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8" name="Freeform 285">
              <a:extLst>
                <a:ext uri="{FF2B5EF4-FFF2-40B4-BE49-F238E27FC236}">
                  <a16:creationId xmlns:a16="http://schemas.microsoft.com/office/drawing/2014/main" id="{EDFD27FB-B3BB-4AA9-A12D-34D42144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296"/>
              <a:ext cx="27" cy="44"/>
            </a:xfrm>
            <a:custGeom>
              <a:avLst/>
              <a:gdLst>
                <a:gd name="T0" fmla="*/ 107 w 19"/>
                <a:gd name="T1" fmla="*/ 26 h 31"/>
                <a:gd name="T2" fmla="*/ 37 w 19"/>
                <a:gd name="T3" fmla="*/ 87 h 31"/>
                <a:gd name="T4" fmla="*/ 40 w 19"/>
                <a:gd name="T5" fmla="*/ 177 h 31"/>
                <a:gd name="T6" fmla="*/ 18 w 19"/>
                <a:gd name="T7" fmla="*/ 53 h 31"/>
                <a:gd name="T8" fmla="*/ 109 w 19"/>
                <a:gd name="T9" fmla="*/ 28 h 31"/>
                <a:gd name="T10" fmla="*/ 97 w 19"/>
                <a:gd name="T11" fmla="*/ 28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1">
                  <a:moveTo>
                    <a:pt x="18" y="4"/>
                  </a:moveTo>
                  <a:cubicBezTo>
                    <a:pt x="13" y="7"/>
                    <a:pt x="9" y="10"/>
                    <a:pt x="6" y="15"/>
                  </a:cubicBezTo>
                  <a:cubicBezTo>
                    <a:pt x="4" y="21"/>
                    <a:pt x="5" y="25"/>
                    <a:pt x="7" y="31"/>
                  </a:cubicBezTo>
                  <a:cubicBezTo>
                    <a:pt x="0" y="28"/>
                    <a:pt x="0" y="14"/>
                    <a:pt x="3" y="9"/>
                  </a:cubicBezTo>
                  <a:cubicBezTo>
                    <a:pt x="5" y="6"/>
                    <a:pt x="17" y="0"/>
                    <a:pt x="19" y="5"/>
                  </a:cubicBezTo>
                  <a:cubicBezTo>
                    <a:pt x="18" y="5"/>
                    <a:pt x="17" y="5"/>
                    <a:pt x="17" y="5"/>
                  </a:cubicBezTo>
                </a:path>
              </a:pathLst>
            </a:custGeom>
            <a:solidFill>
              <a:srgbClr val="C6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59" name="Freeform 286">
              <a:extLst>
                <a:ext uri="{FF2B5EF4-FFF2-40B4-BE49-F238E27FC236}">
                  <a16:creationId xmlns:a16="http://schemas.microsoft.com/office/drawing/2014/main" id="{9BAE1F67-A66F-4648-BF04-BEEA3EEF2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201"/>
              <a:ext cx="28" cy="41"/>
            </a:xfrm>
            <a:custGeom>
              <a:avLst/>
              <a:gdLst>
                <a:gd name="T0" fmla="*/ 29 w 20"/>
                <a:gd name="T1" fmla="*/ 0 h 29"/>
                <a:gd name="T2" fmla="*/ 39 w 20"/>
                <a:gd name="T3" fmla="*/ 107 h 29"/>
                <a:gd name="T4" fmla="*/ 108 w 20"/>
                <a:gd name="T5" fmla="*/ 148 h 29"/>
                <a:gd name="T6" fmla="*/ 11 w 20"/>
                <a:gd name="T7" fmla="*/ 117 h 29"/>
                <a:gd name="T8" fmla="*/ 28 w 20"/>
                <a:gd name="T9" fmla="*/ 1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6" y="0"/>
                  </a:moveTo>
                  <a:cubicBezTo>
                    <a:pt x="3" y="5"/>
                    <a:pt x="4" y="14"/>
                    <a:pt x="7" y="19"/>
                  </a:cubicBezTo>
                  <a:cubicBezTo>
                    <a:pt x="10" y="24"/>
                    <a:pt x="15" y="25"/>
                    <a:pt x="20" y="26"/>
                  </a:cubicBezTo>
                  <a:cubicBezTo>
                    <a:pt x="15" y="29"/>
                    <a:pt x="5" y="27"/>
                    <a:pt x="2" y="21"/>
                  </a:cubicBezTo>
                  <a:cubicBezTo>
                    <a:pt x="0" y="16"/>
                    <a:pt x="1" y="5"/>
                    <a:pt x="5" y="2"/>
                  </a:cubicBezTo>
                </a:path>
              </a:pathLst>
            </a:custGeom>
            <a:solidFill>
              <a:srgbClr val="C6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0" name="Freeform 287">
              <a:extLst>
                <a:ext uri="{FF2B5EF4-FFF2-40B4-BE49-F238E27FC236}">
                  <a16:creationId xmlns:a16="http://schemas.microsoft.com/office/drawing/2014/main" id="{457A45A9-61A5-4452-B142-D1B231DE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839"/>
              <a:ext cx="58" cy="362"/>
            </a:xfrm>
            <a:custGeom>
              <a:avLst/>
              <a:gdLst>
                <a:gd name="T0" fmla="*/ 115 w 41"/>
                <a:gd name="T1" fmla="*/ 49 h 258"/>
                <a:gd name="T2" fmla="*/ 1 w 41"/>
                <a:gd name="T3" fmla="*/ 358 h 258"/>
                <a:gd name="T4" fmla="*/ 11 w 41"/>
                <a:gd name="T5" fmla="*/ 561 h 258"/>
                <a:gd name="T6" fmla="*/ 23 w 41"/>
                <a:gd name="T7" fmla="*/ 807 h 258"/>
                <a:gd name="T8" fmla="*/ 83 w 41"/>
                <a:gd name="T9" fmla="*/ 1040 h 258"/>
                <a:gd name="T10" fmla="*/ 117 w 41"/>
                <a:gd name="T11" fmla="*/ 1308 h 258"/>
                <a:gd name="T12" fmla="*/ 115 w 41"/>
                <a:gd name="T13" fmla="*/ 1382 h 258"/>
                <a:gd name="T14" fmla="*/ 187 w 41"/>
                <a:gd name="T15" fmla="*/ 1337 h 258"/>
                <a:gd name="T16" fmla="*/ 153 w 41"/>
                <a:gd name="T17" fmla="*/ 1035 h 258"/>
                <a:gd name="T18" fmla="*/ 81 w 41"/>
                <a:gd name="T19" fmla="*/ 473 h 258"/>
                <a:gd name="T20" fmla="*/ 93 w 41"/>
                <a:gd name="T21" fmla="*/ 335 h 258"/>
                <a:gd name="T22" fmla="*/ 124 w 41"/>
                <a:gd name="T23" fmla="*/ 199 h 258"/>
                <a:gd name="T24" fmla="*/ 108 w 41"/>
                <a:gd name="T25" fmla="*/ 55 h 258"/>
                <a:gd name="T26" fmla="*/ 100 w 41"/>
                <a:gd name="T27" fmla="*/ 55 h 2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258">
                  <a:moveTo>
                    <a:pt x="20" y="9"/>
                  </a:moveTo>
                  <a:cubicBezTo>
                    <a:pt x="3" y="0"/>
                    <a:pt x="1" y="56"/>
                    <a:pt x="1" y="66"/>
                  </a:cubicBezTo>
                  <a:cubicBezTo>
                    <a:pt x="0" y="82"/>
                    <a:pt x="1" y="96"/>
                    <a:pt x="2" y="103"/>
                  </a:cubicBezTo>
                  <a:cubicBezTo>
                    <a:pt x="3" y="118"/>
                    <a:pt x="1" y="132"/>
                    <a:pt x="4" y="148"/>
                  </a:cubicBezTo>
                  <a:cubicBezTo>
                    <a:pt x="8" y="164"/>
                    <a:pt x="9" y="175"/>
                    <a:pt x="15" y="191"/>
                  </a:cubicBezTo>
                  <a:cubicBezTo>
                    <a:pt x="20" y="204"/>
                    <a:pt x="24" y="226"/>
                    <a:pt x="21" y="240"/>
                  </a:cubicBezTo>
                  <a:cubicBezTo>
                    <a:pt x="20" y="244"/>
                    <a:pt x="15" y="250"/>
                    <a:pt x="20" y="254"/>
                  </a:cubicBezTo>
                  <a:cubicBezTo>
                    <a:pt x="26" y="258"/>
                    <a:pt x="31" y="250"/>
                    <a:pt x="33" y="246"/>
                  </a:cubicBezTo>
                  <a:cubicBezTo>
                    <a:pt x="41" y="227"/>
                    <a:pt x="32" y="208"/>
                    <a:pt x="27" y="190"/>
                  </a:cubicBezTo>
                  <a:cubicBezTo>
                    <a:pt x="18" y="157"/>
                    <a:pt x="12" y="122"/>
                    <a:pt x="14" y="87"/>
                  </a:cubicBezTo>
                  <a:cubicBezTo>
                    <a:pt x="14" y="78"/>
                    <a:pt x="14" y="70"/>
                    <a:pt x="16" y="61"/>
                  </a:cubicBezTo>
                  <a:cubicBezTo>
                    <a:pt x="18" y="53"/>
                    <a:pt x="20" y="45"/>
                    <a:pt x="22" y="36"/>
                  </a:cubicBezTo>
                  <a:cubicBezTo>
                    <a:pt x="23" y="27"/>
                    <a:pt x="23" y="19"/>
                    <a:pt x="19" y="10"/>
                  </a:cubicBezTo>
                  <a:cubicBezTo>
                    <a:pt x="19" y="9"/>
                    <a:pt x="19" y="10"/>
                    <a:pt x="18" y="10"/>
                  </a:cubicBezTo>
                </a:path>
              </a:pathLst>
            </a:custGeom>
            <a:solidFill>
              <a:srgbClr val="1C47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1" name="Freeform 288">
              <a:extLst>
                <a:ext uri="{FF2B5EF4-FFF2-40B4-BE49-F238E27FC236}">
                  <a16:creationId xmlns:a16="http://schemas.microsoft.com/office/drawing/2014/main" id="{C85C1E46-1FCC-46FC-974B-BDED299C4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802"/>
              <a:ext cx="70" cy="111"/>
            </a:xfrm>
            <a:custGeom>
              <a:avLst/>
              <a:gdLst>
                <a:gd name="T0" fmla="*/ 57 w 50"/>
                <a:gd name="T1" fmla="*/ 323 h 79"/>
                <a:gd name="T2" fmla="*/ 55 w 50"/>
                <a:gd name="T3" fmla="*/ 160 h 79"/>
                <a:gd name="T4" fmla="*/ 0 w 50"/>
                <a:gd name="T5" fmla="*/ 0 h 79"/>
                <a:gd name="T6" fmla="*/ 41 w 50"/>
                <a:gd name="T7" fmla="*/ 42 h 79"/>
                <a:gd name="T8" fmla="*/ 69 w 50"/>
                <a:gd name="T9" fmla="*/ 104 h 79"/>
                <a:gd name="T10" fmla="*/ 69 w 50"/>
                <a:gd name="T11" fmla="*/ 59 h 79"/>
                <a:gd name="T12" fmla="*/ 94 w 50"/>
                <a:gd name="T13" fmla="*/ 94 h 79"/>
                <a:gd name="T14" fmla="*/ 104 w 50"/>
                <a:gd name="T15" fmla="*/ 59 h 79"/>
                <a:gd name="T16" fmla="*/ 132 w 50"/>
                <a:gd name="T17" fmla="*/ 122 h 79"/>
                <a:gd name="T18" fmla="*/ 185 w 50"/>
                <a:gd name="T19" fmla="*/ 1 h 79"/>
                <a:gd name="T20" fmla="*/ 165 w 50"/>
                <a:gd name="T21" fmla="*/ 104 h 79"/>
                <a:gd name="T22" fmla="*/ 269 w 50"/>
                <a:gd name="T23" fmla="*/ 1 h 79"/>
                <a:gd name="T24" fmla="*/ 172 w 50"/>
                <a:gd name="T25" fmla="*/ 204 h 79"/>
                <a:gd name="T26" fmla="*/ 77 w 50"/>
                <a:gd name="T27" fmla="*/ 347 h 79"/>
                <a:gd name="T28" fmla="*/ 69 w 50"/>
                <a:gd name="T29" fmla="*/ 336 h 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79">
                  <a:moveTo>
                    <a:pt x="11" y="59"/>
                  </a:moveTo>
                  <a:cubicBezTo>
                    <a:pt x="13" y="52"/>
                    <a:pt x="11" y="35"/>
                    <a:pt x="10" y="29"/>
                  </a:cubicBezTo>
                  <a:cubicBezTo>
                    <a:pt x="8" y="18"/>
                    <a:pt x="6" y="9"/>
                    <a:pt x="0" y="0"/>
                  </a:cubicBezTo>
                  <a:cubicBezTo>
                    <a:pt x="3" y="3"/>
                    <a:pt x="6" y="5"/>
                    <a:pt x="8" y="8"/>
                  </a:cubicBezTo>
                  <a:cubicBezTo>
                    <a:pt x="11" y="11"/>
                    <a:pt x="11" y="15"/>
                    <a:pt x="13" y="19"/>
                  </a:cubicBezTo>
                  <a:cubicBezTo>
                    <a:pt x="14" y="17"/>
                    <a:pt x="14" y="14"/>
                    <a:pt x="13" y="11"/>
                  </a:cubicBezTo>
                  <a:cubicBezTo>
                    <a:pt x="15" y="13"/>
                    <a:pt x="15" y="16"/>
                    <a:pt x="17" y="17"/>
                  </a:cubicBezTo>
                  <a:cubicBezTo>
                    <a:pt x="18" y="15"/>
                    <a:pt x="18" y="13"/>
                    <a:pt x="19" y="11"/>
                  </a:cubicBezTo>
                  <a:cubicBezTo>
                    <a:pt x="22" y="14"/>
                    <a:pt x="22" y="18"/>
                    <a:pt x="24" y="22"/>
                  </a:cubicBezTo>
                  <a:cubicBezTo>
                    <a:pt x="25" y="15"/>
                    <a:pt x="29" y="6"/>
                    <a:pt x="34" y="1"/>
                  </a:cubicBezTo>
                  <a:cubicBezTo>
                    <a:pt x="33" y="6"/>
                    <a:pt x="31" y="14"/>
                    <a:pt x="31" y="19"/>
                  </a:cubicBezTo>
                  <a:cubicBezTo>
                    <a:pt x="36" y="12"/>
                    <a:pt x="42" y="5"/>
                    <a:pt x="50" y="1"/>
                  </a:cubicBezTo>
                  <a:cubicBezTo>
                    <a:pt x="43" y="13"/>
                    <a:pt x="34" y="24"/>
                    <a:pt x="32" y="37"/>
                  </a:cubicBezTo>
                  <a:cubicBezTo>
                    <a:pt x="32" y="44"/>
                    <a:pt x="29" y="79"/>
                    <a:pt x="14" y="63"/>
                  </a:cubicBezTo>
                  <a:cubicBezTo>
                    <a:pt x="14" y="62"/>
                    <a:pt x="14" y="62"/>
                    <a:pt x="13" y="61"/>
                  </a:cubicBezTo>
                </a:path>
              </a:pathLst>
            </a:custGeom>
            <a:solidFill>
              <a:srgbClr val="1C47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2" name="Freeform 289">
              <a:extLst>
                <a:ext uri="{FF2B5EF4-FFF2-40B4-BE49-F238E27FC236}">
                  <a16:creationId xmlns:a16="http://schemas.microsoft.com/office/drawing/2014/main" id="{3B17ABFE-1371-4958-801A-A0E05970D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1179"/>
              <a:ext cx="35" cy="36"/>
            </a:xfrm>
            <a:custGeom>
              <a:avLst/>
              <a:gdLst>
                <a:gd name="T0" fmla="*/ 49 w 25"/>
                <a:gd name="T1" fmla="*/ 0 h 26"/>
                <a:gd name="T2" fmla="*/ 49 w 25"/>
                <a:gd name="T3" fmla="*/ 66 h 26"/>
                <a:gd name="T4" fmla="*/ 136 w 25"/>
                <a:gd name="T5" fmla="*/ 46 h 26"/>
                <a:gd name="T6" fmla="*/ 39 w 25"/>
                <a:gd name="T7" fmla="*/ 76 h 26"/>
                <a:gd name="T8" fmla="*/ 49 w 25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">
                  <a:moveTo>
                    <a:pt x="9" y="0"/>
                  </a:moveTo>
                  <a:cubicBezTo>
                    <a:pt x="9" y="0"/>
                    <a:pt x="3" y="8"/>
                    <a:pt x="9" y="13"/>
                  </a:cubicBezTo>
                  <a:cubicBezTo>
                    <a:pt x="15" y="17"/>
                    <a:pt x="22" y="15"/>
                    <a:pt x="25" y="9"/>
                  </a:cubicBezTo>
                  <a:cubicBezTo>
                    <a:pt x="25" y="9"/>
                    <a:pt x="23" y="26"/>
                    <a:pt x="7" y="15"/>
                  </a:cubicBezTo>
                  <a:cubicBezTo>
                    <a:pt x="0" y="11"/>
                    <a:pt x="4" y="6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3" name="Freeform 290">
              <a:extLst>
                <a:ext uri="{FF2B5EF4-FFF2-40B4-BE49-F238E27FC236}">
                  <a16:creationId xmlns:a16="http://schemas.microsoft.com/office/drawing/2014/main" id="{0074A22A-0FB4-4732-834B-FBD9A1557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816"/>
              <a:ext cx="13" cy="59"/>
            </a:xfrm>
            <a:custGeom>
              <a:avLst/>
              <a:gdLst>
                <a:gd name="T0" fmla="*/ 0 w 9"/>
                <a:gd name="T1" fmla="*/ 0 h 42"/>
                <a:gd name="T2" fmla="*/ 27 w 9"/>
                <a:gd name="T3" fmla="*/ 23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2">
                  <a:moveTo>
                    <a:pt x="0" y="0"/>
                  </a:moveTo>
                  <a:cubicBezTo>
                    <a:pt x="0" y="0"/>
                    <a:pt x="9" y="33"/>
                    <a:pt x="4" y="42"/>
                  </a:cubicBezTo>
                  <a:cubicBezTo>
                    <a:pt x="4" y="42"/>
                    <a:pt x="6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4" name="Freeform 291">
              <a:extLst>
                <a:ext uri="{FF2B5EF4-FFF2-40B4-BE49-F238E27FC236}">
                  <a16:creationId xmlns:a16="http://schemas.microsoft.com/office/drawing/2014/main" id="{4E4C2164-C85E-4212-94AE-8EE852129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836"/>
              <a:ext cx="10" cy="41"/>
            </a:xfrm>
            <a:custGeom>
              <a:avLst/>
              <a:gdLst>
                <a:gd name="T0" fmla="*/ 39 w 7"/>
                <a:gd name="T1" fmla="*/ 0 h 29"/>
                <a:gd name="T2" fmla="*/ 0 w 7"/>
                <a:gd name="T3" fmla="*/ 164 h 29"/>
                <a:gd name="T4" fmla="*/ 39 w 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9">
                  <a:moveTo>
                    <a:pt x="6" y="0"/>
                  </a:moveTo>
                  <a:cubicBezTo>
                    <a:pt x="6" y="0"/>
                    <a:pt x="0" y="21"/>
                    <a:pt x="0" y="29"/>
                  </a:cubicBezTo>
                  <a:cubicBezTo>
                    <a:pt x="0" y="29"/>
                    <a:pt x="7" y="8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5" name="Freeform 292">
              <a:extLst>
                <a:ext uri="{FF2B5EF4-FFF2-40B4-BE49-F238E27FC236}">
                  <a16:creationId xmlns:a16="http://schemas.microsoft.com/office/drawing/2014/main" id="{9F2D2D04-EF1F-4C61-A7C1-820EF433B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212"/>
              <a:ext cx="18" cy="24"/>
            </a:xfrm>
            <a:custGeom>
              <a:avLst/>
              <a:gdLst>
                <a:gd name="T0" fmla="*/ 21 w 13"/>
                <a:gd name="T1" fmla="*/ 0 h 17"/>
                <a:gd name="T2" fmla="*/ 66 w 13"/>
                <a:gd name="T3" fmla="*/ 90 h 17"/>
                <a:gd name="T4" fmla="*/ 21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4" y="0"/>
                  </a:moveTo>
                  <a:cubicBezTo>
                    <a:pt x="4" y="0"/>
                    <a:pt x="2" y="11"/>
                    <a:pt x="13" y="16"/>
                  </a:cubicBezTo>
                  <a:cubicBezTo>
                    <a:pt x="13" y="16"/>
                    <a:pt x="0" y="17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6" name="Freeform 293">
              <a:extLst>
                <a:ext uri="{FF2B5EF4-FFF2-40B4-BE49-F238E27FC236}">
                  <a16:creationId xmlns:a16="http://schemas.microsoft.com/office/drawing/2014/main" id="{B0730879-E269-4B08-8738-2E329C94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302"/>
              <a:ext cx="22" cy="28"/>
            </a:xfrm>
            <a:custGeom>
              <a:avLst/>
              <a:gdLst>
                <a:gd name="T0" fmla="*/ 77 w 16"/>
                <a:gd name="T1" fmla="*/ 0 h 20"/>
                <a:gd name="T2" fmla="*/ 40 w 16"/>
                <a:gd name="T3" fmla="*/ 108 h 20"/>
                <a:gd name="T4" fmla="*/ 77 w 1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6" y="0"/>
                  </a:moveTo>
                  <a:cubicBezTo>
                    <a:pt x="16" y="0"/>
                    <a:pt x="5" y="9"/>
                    <a:pt x="8" y="20"/>
                  </a:cubicBezTo>
                  <a:cubicBezTo>
                    <a:pt x="8" y="20"/>
                    <a:pt x="0" y="1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7" name="Freeform 294">
              <a:extLst>
                <a:ext uri="{FF2B5EF4-FFF2-40B4-BE49-F238E27FC236}">
                  <a16:creationId xmlns:a16="http://schemas.microsoft.com/office/drawing/2014/main" id="{15FB8B85-D216-4A51-8F37-0E5223EAF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458"/>
              <a:ext cx="16" cy="29"/>
            </a:xfrm>
            <a:custGeom>
              <a:avLst/>
              <a:gdLst>
                <a:gd name="T0" fmla="*/ 41 w 11"/>
                <a:gd name="T1" fmla="*/ 0 h 21"/>
                <a:gd name="T2" fmla="*/ 70 w 11"/>
                <a:gd name="T3" fmla="*/ 104 h 21"/>
                <a:gd name="T4" fmla="*/ 41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6" y="0"/>
                  </a:moveTo>
                  <a:cubicBezTo>
                    <a:pt x="6" y="0"/>
                    <a:pt x="3" y="14"/>
                    <a:pt x="11" y="20"/>
                  </a:cubicBezTo>
                  <a:cubicBezTo>
                    <a:pt x="11" y="20"/>
                    <a:pt x="0" y="2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8" name="Freeform 295">
              <a:extLst>
                <a:ext uri="{FF2B5EF4-FFF2-40B4-BE49-F238E27FC236}">
                  <a16:creationId xmlns:a16="http://schemas.microsoft.com/office/drawing/2014/main" id="{11EF19C6-58BC-47D4-88D2-848BD4838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570"/>
              <a:ext cx="24" cy="27"/>
            </a:xfrm>
            <a:custGeom>
              <a:avLst/>
              <a:gdLst>
                <a:gd name="T0" fmla="*/ 0 w 17"/>
                <a:gd name="T1" fmla="*/ 0 h 19"/>
                <a:gd name="T2" fmla="*/ 96 w 17"/>
                <a:gd name="T3" fmla="*/ 57 h 19"/>
                <a:gd name="T4" fmla="*/ 0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0" y="0"/>
                    <a:pt x="10" y="15"/>
                    <a:pt x="17" y="10"/>
                  </a:cubicBezTo>
                  <a:cubicBezTo>
                    <a:pt x="17" y="10"/>
                    <a:pt x="9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69" name="Freeform 296">
              <a:extLst>
                <a:ext uri="{FF2B5EF4-FFF2-40B4-BE49-F238E27FC236}">
                  <a16:creationId xmlns:a16="http://schemas.microsoft.com/office/drawing/2014/main" id="{313316BD-9EF6-48AC-A781-803250D06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671"/>
              <a:ext cx="24" cy="37"/>
            </a:xfrm>
            <a:custGeom>
              <a:avLst/>
              <a:gdLst>
                <a:gd name="T0" fmla="*/ 16 w 17"/>
                <a:gd name="T1" fmla="*/ 0 h 26"/>
                <a:gd name="T2" fmla="*/ 96 w 17"/>
                <a:gd name="T3" fmla="*/ 124 h 26"/>
                <a:gd name="T4" fmla="*/ 16 w 1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3" y="0"/>
                  </a:moveTo>
                  <a:cubicBezTo>
                    <a:pt x="3" y="0"/>
                    <a:pt x="1" y="17"/>
                    <a:pt x="17" y="21"/>
                  </a:cubicBezTo>
                  <a:cubicBezTo>
                    <a:pt x="17" y="21"/>
                    <a:pt x="0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0" name="Freeform 297">
              <a:extLst>
                <a:ext uri="{FF2B5EF4-FFF2-40B4-BE49-F238E27FC236}">
                  <a16:creationId xmlns:a16="http://schemas.microsoft.com/office/drawing/2014/main" id="{04DDCB51-3360-45FD-903E-2DEF94DD3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769"/>
              <a:ext cx="25" cy="34"/>
            </a:xfrm>
            <a:custGeom>
              <a:avLst/>
              <a:gdLst>
                <a:gd name="T0" fmla="*/ 40 w 18"/>
                <a:gd name="T1" fmla="*/ 0 h 24"/>
                <a:gd name="T2" fmla="*/ 94 w 18"/>
                <a:gd name="T3" fmla="*/ 136 h 24"/>
                <a:gd name="T4" fmla="*/ 40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8" y="0"/>
                  </a:moveTo>
                  <a:cubicBezTo>
                    <a:pt x="8" y="0"/>
                    <a:pt x="3" y="18"/>
                    <a:pt x="18" y="24"/>
                  </a:cubicBezTo>
                  <a:cubicBezTo>
                    <a:pt x="18" y="24"/>
                    <a:pt x="0" y="2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1" name="Freeform 298">
              <a:extLst>
                <a:ext uri="{FF2B5EF4-FFF2-40B4-BE49-F238E27FC236}">
                  <a16:creationId xmlns:a16="http://schemas.microsoft.com/office/drawing/2014/main" id="{4870DA30-2E86-41A0-9F11-B6ED418BE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920"/>
              <a:ext cx="31" cy="39"/>
            </a:xfrm>
            <a:custGeom>
              <a:avLst/>
              <a:gdLst>
                <a:gd name="T0" fmla="*/ 96 w 22"/>
                <a:gd name="T1" fmla="*/ 0 h 28"/>
                <a:gd name="T2" fmla="*/ 123 w 22"/>
                <a:gd name="T3" fmla="*/ 145 h 28"/>
                <a:gd name="T4" fmla="*/ 96 w 2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17" y="0"/>
                  </a:moveTo>
                  <a:cubicBezTo>
                    <a:pt x="17" y="0"/>
                    <a:pt x="5" y="22"/>
                    <a:pt x="22" y="28"/>
                  </a:cubicBezTo>
                  <a:cubicBezTo>
                    <a:pt x="22" y="28"/>
                    <a:pt x="0" y="25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2" name="Freeform 299">
              <a:extLst>
                <a:ext uri="{FF2B5EF4-FFF2-40B4-BE49-F238E27FC236}">
                  <a16:creationId xmlns:a16="http://schemas.microsoft.com/office/drawing/2014/main" id="{B81E7ECE-E6E3-46B0-A682-CA25A1580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051"/>
              <a:ext cx="30" cy="31"/>
            </a:xfrm>
            <a:custGeom>
              <a:avLst/>
              <a:gdLst>
                <a:gd name="T0" fmla="*/ 56 w 21"/>
                <a:gd name="T1" fmla="*/ 0 h 22"/>
                <a:gd name="T2" fmla="*/ 124 w 21"/>
                <a:gd name="T3" fmla="*/ 123 h 22"/>
                <a:gd name="T4" fmla="*/ 56 w 2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9" y="0"/>
                  </a:moveTo>
                  <a:cubicBezTo>
                    <a:pt x="9" y="0"/>
                    <a:pt x="8" y="19"/>
                    <a:pt x="21" y="22"/>
                  </a:cubicBezTo>
                  <a:cubicBezTo>
                    <a:pt x="21" y="22"/>
                    <a:pt x="0" y="17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3" name="Freeform 300">
              <a:extLst>
                <a:ext uri="{FF2B5EF4-FFF2-40B4-BE49-F238E27FC236}">
                  <a16:creationId xmlns:a16="http://schemas.microsoft.com/office/drawing/2014/main" id="{86DBD961-49AB-4366-822C-1B8DCACD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202"/>
              <a:ext cx="114" cy="71"/>
            </a:xfrm>
            <a:custGeom>
              <a:avLst/>
              <a:gdLst>
                <a:gd name="T0" fmla="*/ 0 w 81"/>
                <a:gd name="T1" fmla="*/ 29 h 51"/>
                <a:gd name="T2" fmla="*/ 446 w 81"/>
                <a:gd name="T3" fmla="*/ 267 h 51"/>
                <a:gd name="T4" fmla="*/ 0 w 81"/>
                <a:gd name="T5" fmla="*/ 29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51">
                  <a:moveTo>
                    <a:pt x="0" y="6"/>
                  </a:moveTo>
                  <a:cubicBezTo>
                    <a:pt x="0" y="6"/>
                    <a:pt x="66" y="0"/>
                    <a:pt x="81" y="51"/>
                  </a:cubicBezTo>
                  <a:cubicBezTo>
                    <a:pt x="81" y="51"/>
                    <a:pt x="58" y="8"/>
                    <a:pt x="0" y="6"/>
                  </a:cubicBezTo>
                  <a:close/>
                </a:path>
              </a:pathLst>
            </a:custGeom>
            <a:solidFill>
              <a:srgbClr val="428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4" name="Freeform 301">
              <a:extLst>
                <a:ext uri="{FF2B5EF4-FFF2-40B4-BE49-F238E27FC236}">
                  <a16:creationId xmlns:a16="http://schemas.microsoft.com/office/drawing/2014/main" id="{630E02C4-0013-420E-AC91-ECB31F9B3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227"/>
              <a:ext cx="101" cy="67"/>
            </a:xfrm>
            <a:custGeom>
              <a:avLst/>
              <a:gdLst>
                <a:gd name="T0" fmla="*/ 0 w 72"/>
                <a:gd name="T1" fmla="*/ 218 h 48"/>
                <a:gd name="T2" fmla="*/ 391 w 72"/>
                <a:gd name="T3" fmla="*/ 255 h 48"/>
                <a:gd name="T4" fmla="*/ 0 w 72"/>
                <a:gd name="T5" fmla="*/ 21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8">
                  <a:moveTo>
                    <a:pt x="0" y="41"/>
                  </a:moveTo>
                  <a:cubicBezTo>
                    <a:pt x="0" y="41"/>
                    <a:pt x="13" y="0"/>
                    <a:pt x="72" y="48"/>
                  </a:cubicBezTo>
                  <a:cubicBezTo>
                    <a:pt x="72" y="48"/>
                    <a:pt x="24" y="13"/>
                    <a:pt x="0" y="41"/>
                  </a:cubicBezTo>
                  <a:close/>
                </a:path>
              </a:pathLst>
            </a:custGeom>
            <a:solidFill>
              <a:srgbClr val="428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5" name="Freeform 302">
              <a:extLst>
                <a:ext uri="{FF2B5EF4-FFF2-40B4-BE49-F238E27FC236}">
                  <a16:creationId xmlns:a16="http://schemas.microsoft.com/office/drawing/2014/main" id="{9979A371-78B1-466E-B108-056B9D65C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266"/>
              <a:ext cx="88" cy="122"/>
            </a:xfrm>
            <a:custGeom>
              <a:avLst/>
              <a:gdLst>
                <a:gd name="T0" fmla="*/ 335 w 63"/>
                <a:gd name="T1" fmla="*/ 0 h 87"/>
                <a:gd name="T2" fmla="*/ 212 w 63"/>
                <a:gd name="T3" fmla="*/ 473 h 87"/>
                <a:gd name="T4" fmla="*/ 335 w 63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87">
                  <a:moveTo>
                    <a:pt x="63" y="0"/>
                  </a:moveTo>
                  <a:cubicBezTo>
                    <a:pt x="63" y="0"/>
                    <a:pt x="0" y="13"/>
                    <a:pt x="40" y="87"/>
                  </a:cubicBezTo>
                  <a:cubicBezTo>
                    <a:pt x="40" y="87"/>
                    <a:pt x="29" y="20"/>
                    <a:pt x="63" y="0"/>
                  </a:cubicBezTo>
                  <a:close/>
                </a:path>
              </a:pathLst>
            </a:custGeom>
            <a:solidFill>
              <a:srgbClr val="428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6" name="Freeform 303">
              <a:extLst>
                <a:ext uri="{FF2B5EF4-FFF2-40B4-BE49-F238E27FC236}">
                  <a16:creationId xmlns:a16="http://schemas.microsoft.com/office/drawing/2014/main" id="{C5DDCEB6-5FBB-463C-843A-E5188532E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331"/>
              <a:ext cx="96" cy="92"/>
            </a:xfrm>
            <a:custGeom>
              <a:avLst/>
              <a:gdLst>
                <a:gd name="T0" fmla="*/ 0 w 69"/>
                <a:gd name="T1" fmla="*/ 0 h 66"/>
                <a:gd name="T2" fmla="*/ 199 w 69"/>
                <a:gd name="T3" fmla="*/ 204 h 66"/>
                <a:gd name="T4" fmla="*/ 360 w 69"/>
                <a:gd name="T5" fmla="*/ 346 h 66"/>
                <a:gd name="T6" fmla="*/ 218 w 69"/>
                <a:gd name="T7" fmla="*/ 163 h 66"/>
                <a:gd name="T8" fmla="*/ 0 w 69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6">
                  <a:moveTo>
                    <a:pt x="0" y="0"/>
                  </a:moveTo>
                  <a:cubicBezTo>
                    <a:pt x="0" y="0"/>
                    <a:pt x="27" y="20"/>
                    <a:pt x="38" y="39"/>
                  </a:cubicBezTo>
                  <a:cubicBezTo>
                    <a:pt x="49" y="57"/>
                    <a:pt x="69" y="66"/>
                    <a:pt x="69" y="66"/>
                  </a:cubicBezTo>
                  <a:cubicBezTo>
                    <a:pt x="69" y="66"/>
                    <a:pt x="44" y="39"/>
                    <a:pt x="42" y="31"/>
                  </a:cubicBezTo>
                  <a:cubicBezTo>
                    <a:pt x="39" y="22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428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" name="Freeform 304">
              <a:extLst>
                <a:ext uri="{FF2B5EF4-FFF2-40B4-BE49-F238E27FC236}">
                  <a16:creationId xmlns:a16="http://schemas.microsoft.com/office/drawing/2014/main" id="{7CCC50ED-1345-4EB1-BC57-4DE2D8196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353"/>
              <a:ext cx="41" cy="63"/>
            </a:xfrm>
            <a:custGeom>
              <a:avLst/>
              <a:gdLst>
                <a:gd name="T0" fmla="*/ 96 w 29"/>
                <a:gd name="T1" fmla="*/ 0 h 45"/>
                <a:gd name="T2" fmla="*/ 136 w 29"/>
                <a:gd name="T3" fmla="*/ 157 h 45"/>
                <a:gd name="T4" fmla="*/ 0 w 29"/>
                <a:gd name="T5" fmla="*/ 239 h 45"/>
                <a:gd name="T6" fmla="*/ 96 w 29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5">
                  <a:moveTo>
                    <a:pt x="17" y="0"/>
                  </a:moveTo>
                  <a:cubicBezTo>
                    <a:pt x="17" y="0"/>
                    <a:pt x="29" y="12"/>
                    <a:pt x="24" y="29"/>
                  </a:cubicBezTo>
                  <a:cubicBezTo>
                    <a:pt x="18" y="45"/>
                    <a:pt x="0" y="44"/>
                    <a:pt x="0" y="44"/>
                  </a:cubicBezTo>
                  <a:cubicBezTo>
                    <a:pt x="0" y="44"/>
                    <a:pt x="24" y="29"/>
                    <a:pt x="17" y="0"/>
                  </a:cubicBezTo>
                  <a:close/>
                </a:path>
              </a:pathLst>
            </a:custGeom>
            <a:solidFill>
              <a:srgbClr val="428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" name="Freeform 305">
              <a:extLst>
                <a:ext uri="{FF2B5EF4-FFF2-40B4-BE49-F238E27FC236}">
                  <a16:creationId xmlns:a16="http://schemas.microsoft.com/office/drawing/2014/main" id="{430534F3-D1FA-4F73-A02D-420D538D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304"/>
              <a:ext cx="72" cy="72"/>
            </a:xfrm>
            <a:custGeom>
              <a:avLst/>
              <a:gdLst>
                <a:gd name="T0" fmla="*/ 0 w 51"/>
                <a:gd name="T1" fmla="*/ 0 h 51"/>
                <a:gd name="T2" fmla="*/ 287 w 51"/>
                <a:gd name="T3" fmla="*/ 287 h 51"/>
                <a:gd name="T4" fmla="*/ 0 w 51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1">
                  <a:moveTo>
                    <a:pt x="0" y="0"/>
                  </a:moveTo>
                  <a:cubicBezTo>
                    <a:pt x="0" y="0"/>
                    <a:pt x="35" y="16"/>
                    <a:pt x="51" y="51"/>
                  </a:cubicBezTo>
                  <a:cubicBezTo>
                    <a:pt x="51" y="51"/>
                    <a:pt x="43" y="7"/>
                    <a:pt x="0" y="0"/>
                  </a:cubicBezTo>
                  <a:close/>
                </a:path>
              </a:pathLst>
            </a:custGeom>
            <a:solidFill>
              <a:srgbClr val="428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" name="Freeform 306">
              <a:extLst>
                <a:ext uri="{FF2B5EF4-FFF2-40B4-BE49-F238E27FC236}">
                  <a16:creationId xmlns:a16="http://schemas.microsoft.com/office/drawing/2014/main" id="{1D8C54D6-D042-4C2A-8FDF-BC89A7D8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279"/>
              <a:ext cx="36" cy="73"/>
            </a:xfrm>
            <a:custGeom>
              <a:avLst/>
              <a:gdLst>
                <a:gd name="T0" fmla="*/ 156 w 25"/>
                <a:gd name="T1" fmla="*/ 0 h 52"/>
                <a:gd name="T2" fmla="*/ 69 w 25"/>
                <a:gd name="T3" fmla="*/ 282 h 52"/>
                <a:gd name="T4" fmla="*/ 156 w 25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2">
                  <a:moveTo>
                    <a:pt x="25" y="0"/>
                  </a:moveTo>
                  <a:cubicBezTo>
                    <a:pt x="25" y="0"/>
                    <a:pt x="0" y="18"/>
                    <a:pt x="11" y="52"/>
                  </a:cubicBezTo>
                  <a:cubicBezTo>
                    <a:pt x="11" y="52"/>
                    <a:pt x="1" y="24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0" name="Freeform 307">
              <a:extLst>
                <a:ext uri="{FF2B5EF4-FFF2-40B4-BE49-F238E27FC236}">
                  <a16:creationId xmlns:a16="http://schemas.microsoft.com/office/drawing/2014/main" id="{3BF59E3F-971D-4EBF-9F7E-FB68DEA13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2336"/>
              <a:ext cx="45" cy="49"/>
            </a:xfrm>
            <a:custGeom>
              <a:avLst/>
              <a:gdLst>
                <a:gd name="T0" fmla="*/ 0 w 32"/>
                <a:gd name="T1" fmla="*/ 0 h 35"/>
                <a:gd name="T2" fmla="*/ 176 w 32"/>
                <a:gd name="T3" fmla="*/ 190 h 35"/>
                <a:gd name="T4" fmla="*/ 0 w 32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5">
                  <a:moveTo>
                    <a:pt x="0" y="0"/>
                  </a:moveTo>
                  <a:cubicBezTo>
                    <a:pt x="0" y="0"/>
                    <a:pt x="25" y="21"/>
                    <a:pt x="32" y="35"/>
                  </a:cubicBezTo>
                  <a:cubicBezTo>
                    <a:pt x="32" y="35"/>
                    <a:pt x="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" name="Freeform 308">
              <a:extLst>
                <a:ext uri="{FF2B5EF4-FFF2-40B4-BE49-F238E27FC236}">
                  <a16:creationId xmlns:a16="http://schemas.microsoft.com/office/drawing/2014/main" id="{3B455CFF-A680-49B2-A021-A4EB8E75C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310"/>
              <a:ext cx="48" cy="40"/>
            </a:xfrm>
            <a:custGeom>
              <a:avLst/>
              <a:gdLst>
                <a:gd name="T0" fmla="*/ 0 w 34"/>
                <a:gd name="T1" fmla="*/ 0 h 29"/>
                <a:gd name="T2" fmla="*/ 192 w 34"/>
                <a:gd name="T3" fmla="*/ 145 h 29"/>
                <a:gd name="T4" fmla="*/ 0 w 3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0" y="0"/>
                    <a:pt x="26" y="13"/>
                    <a:pt x="34" y="29"/>
                  </a:cubicBezTo>
                  <a:cubicBezTo>
                    <a:pt x="34" y="29"/>
                    <a:pt x="12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" name="Freeform 309">
              <a:extLst>
                <a:ext uri="{FF2B5EF4-FFF2-40B4-BE49-F238E27FC236}">
                  <a16:creationId xmlns:a16="http://schemas.microsoft.com/office/drawing/2014/main" id="{D02FC9F9-462D-4B13-ACCA-30CB21E03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255"/>
              <a:ext cx="51" cy="15"/>
            </a:xfrm>
            <a:custGeom>
              <a:avLst/>
              <a:gdLst>
                <a:gd name="T0" fmla="*/ 0 w 36"/>
                <a:gd name="T1" fmla="*/ 50 h 11"/>
                <a:gd name="T2" fmla="*/ 205 w 36"/>
                <a:gd name="T3" fmla="*/ 48 h 11"/>
                <a:gd name="T4" fmla="*/ 0 w 36"/>
                <a:gd name="T5" fmla="*/ 5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1">
                  <a:moveTo>
                    <a:pt x="0" y="11"/>
                  </a:moveTo>
                  <a:cubicBezTo>
                    <a:pt x="0" y="11"/>
                    <a:pt x="13" y="0"/>
                    <a:pt x="36" y="10"/>
                  </a:cubicBezTo>
                  <a:cubicBezTo>
                    <a:pt x="36" y="10"/>
                    <a:pt x="12" y="2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3" name="Freeform 310">
              <a:extLst>
                <a:ext uri="{FF2B5EF4-FFF2-40B4-BE49-F238E27FC236}">
                  <a16:creationId xmlns:a16="http://schemas.microsoft.com/office/drawing/2014/main" id="{3C515DDB-4516-44D5-B1EB-17C67BFFA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373"/>
              <a:ext cx="30" cy="41"/>
            </a:xfrm>
            <a:custGeom>
              <a:avLst/>
              <a:gdLst>
                <a:gd name="T0" fmla="*/ 0 w 21"/>
                <a:gd name="T1" fmla="*/ 164 h 29"/>
                <a:gd name="T2" fmla="*/ 114 w 21"/>
                <a:gd name="T3" fmla="*/ 0 h 29"/>
                <a:gd name="T4" fmla="*/ 0 w 21"/>
                <a:gd name="T5" fmla="*/ 16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29"/>
                  </a:moveTo>
                  <a:cubicBezTo>
                    <a:pt x="0" y="29"/>
                    <a:pt x="21" y="28"/>
                    <a:pt x="19" y="0"/>
                  </a:cubicBezTo>
                  <a:cubicBezTo>
                    <a:pt x="19" y="0"/>
                    <a:pt x="20" y="24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" name="Freeform 311">
              <a:extLst>
                <a:ext uri="{FF2B5EF4-FFF2-40B4-BE49-F238E27FC236}">
                  <a16:creationId xmlns:a16="http://schemas.microsoft.com/office/drawing/2014/main" id="{B44CC216-3CAB-4CC7-BC41-C768917D8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213"/>
              <a:ext cx="70" cy="41"/>
            </a:xfrm>
            <a:custGeom>
              <a:avLst/>
              <a:gdLst>
                <a:gd name="T0" fmla="*/ 0 w 50"/>
                <a:gd name="T1" fmla="*/ 0 h 29"/>
                <a:gd name="T2" fmla="*/ 269 w 50"/>
                <a:gd name="T3" fmla="*/ 164 h 29"/>
                <a:gd name="T4" fmla="*/ 0 w 5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0"/>
                  </a:moveTo>
                  <a:cubicBezTo>
                    <a:pt x="0" y="0"/>
                    <a:pt x="35" y="5"/>
                    <a:pt x="50" y="29"/>
                  </a:cubicBezTo>
                  <a:cubicBezTo>
                    <a:pt x="50" y="29"/>
                    <a:pt x="33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" name="Freeform 312">
              <a:extLst>
                <a:ext uri="{FF2B5EF4-FFF2-40B4-BE49-F238E27FC236}">
                  <a16:creationId xmlns:a16="http://schemas.microsoft.com/office/drawing/2014/main" id="{200F63C3-25B2-43CE-8137-6DDF66CC5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633"/>
              <a:ext cx="147" cy="136"/>
            </a:xfrm>
            <a:custGeom>
              <a:avLst/>
              <a:gdLst>
                <a:gd name="T0" fmla="*/ 364 w 105"/>
                <a:gd name="T1" fmla="*/ 28 h 97"/>
                <a:gd name="T2" fmla="*/ 318 w 105"/>
                <a:gd name="T3" fmla="*/ 11 h 97"/>
                <a:gd name="T4" fmla="*/ 231 w 105"/>
                <a:gd name="T5" fmla="*/ 28 h 97"/>
                <a:gd name="T6" fmla="*/ 137 w 105"/>
                <a:gd name="T7" fmla="*/ 191 h 97"/>
                <a:gd name="T8" fmla="*/ 29 w 105"/>
                <a:gd name="T9" fmla="*/ 336 h 97"/>
                <a:gd name="T10" fmla="*/ 55 w 105"/>
                <a:gd name="T11" fmla="*/ 482 h 97"/>
                <a:gd name="T12" fmla="*/ 220 w 105"/>
                <a:gd name="T13" fmla="*/ 468 h 97"/>
                <a:gd name="T14" fmla="*/ 420 w 105"/>
                <a:gd name="T15" fmla="*/ 376 h 97"/>
                <a:gd name="T16" fmla="*/ 528 w 105"/>
                <a:gd name="T17" fmla="*/ 123 h 97"/>
                <a:gd name="T18" fmla="*/ 363 w 105"/>
                <a:gd name="T19" fmla="*/ 28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97">
                  <a:moveTo>
                    <a:pt x="68" y="5"/>
                  </a:moveTo>
                  <a:cubicBezTo>
                    <a:pt x="65" y="5"/>
                    <a:pt x="62" y="3"/>
                    <a:pt x="59" y="2"/>
                  </a:cubicBezTo>
                  <a:cubicBezTo>
                    <a:pt x="53" y="0"/>
                    <a:pt x="49" y="2"/>
                    <a:pt x="43" y="5"/>
                  </a:cubicBezTo>
                  <a:cubicBezTo>
                    <a:pt x="30" y="13"/>
                    <a:pt x="28" y="21"/>
                    <a:pt x="26" y="35"/>
                  </a:cubicBezTo>
                  <a:cubicBezTo>
                    <a:pt x="24" y="49"/>
                    <a:pt x="13" y="52"/>
                    <a:pt x="6" y="62"/>
                  </a:cubicBezTo>
                  <a:cubicBezTo>
                    <a:pt x="0" y="70"/>
                    <a:pt x="1" y="83"/>
                    <a:pt x="10" y="89"/>
                  </a:cubicBezTo>
                  <a:cubicBezTo>
                    <a:pt x="20" y="97"/>
                    <a:pt x="32" y="91"/>
                    <a:pt x="41" y="86"/>
                  </a:cubicBezTo>
                  <a:cubicBezTo>
                    <a:pt x="52" y="79"/>
                    <a:pt x="66" y="76"/>
                    <a:pt x="78" y="69"/>
                  </a:cubicBezTo>
                  <a:cubicBezTo>
                    <a:pt x="92" y="58"/>
                    <a:pt x="105" y="41"/>
                    <a:pt x="98" y="23"/>
                  </a:cubicBezTo>
                  <a:cubicBezTo>
                    <a:pt x="93" y="11"/>
                    <a:pt x="80" y="1"/>
                    <a:pt x="67" y="5"/>
                  </a:cubicBezTo>
                </a:path>
              </a:pathLst>
            </a:custGeom>
            <a:solidFill>
              <a:srgbClr val="E5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6" name="Freeform 313">
              <a:extLst>
                <a:ext uri="{FF2B5EF4-FFF2-40B4-BE49-F238E27FC236}">
                  <a16:creationId xmlns:a16="http://schemas.microsoft.com/office/drawing/2014/main" id="{BDD906C3-38BC-4530-909A-F354F050A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626"/>
              <a:ext cx="147" cy="136"/>
            </a:xfrm>
            <a:custGeom>
              <a:avLst/>
              <a:gdLst>
                <a:gd name="T0" fmla="*/ 364 w 105"/>
                <a:gd name="T1" fmla="*/ 28 h 97"/>
                <a:gd name="T2" fmla="*/ 318 w 105"/>
                <a:gd name="T3" fmla="*/ 11 h 97"/>
                <a:gd name="T4" fmla="*/ 231 w 105"/>
                <a:gd name="T5" fmla="*/ 28 h 97"/>
                <a:gd name="T6" fmla="*/ 136 w 105"/>
                <a:gd name="T7" fmla="*/ 191 h 97"/>
                <a:gd name="T8" fmla="*/ 29 w 105"/>
                <a:gd name="T9" fmla="*/ 336 h 97"/>
                <a:gd name="T10" fmla="*/ 49 w 105"/>
                <a:gd name="T11" fmla="*/ 482 h 97"/>
                <a:gd name="T12" fmla="*/ 214 w 105"/>
                <a:gd name="T13" fmla="*/ 468 h 97"/>
                <a:gd name="T14" fmla="*/ 413 w 105"/>
                <a:gd name="T15" fmla="*/ 366 h 97"/>
                <a:gd name="T16" fmla="*/ 521 w 105"/>
                <a:gd name="T17" fmla="*/ 123 h 97"/>
                <a:gd name="T18" fmla="*/ 363 w 105"/>
                <a:gd name="T19" fmla="*/ 21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97">
                  <a:moveTo>
                    <a:pt x="68" y="5"/>
                  </a:moveTo>
                  <a:cubicBezTo>
                    <a:pt x="64" y="5"/>
                    <a:pt x="62" y="3"/>
                    <a:pt x="59" y="2"/>
                  </a:cubicBezTo>
                  <a:cubicBezTo>
                    <a:pt x="53" y="0"/>
                    <a:pt x="48" y="1"/>
                    <a:pt x="43" y="5"/>
                  </a:cubicBezTo>
                  <a:cubicBezTo>
                    <a:pt x="30" y="13"/>
                    <a:pt x="27" y="21"/>
                    <a:pt x="25" y="35"/>
                  </a:cubicBezTo>
                  <a:cubicBezTo>
                    <a:pt x="24" y="49"/>
                    <a:pt x="13" y="52"/>
                    <a:pt x="6" y="62"/>
                  </a:cubicBezTo>
                  <a:cubicBezTo>
                    <a:pt x="0" y="70"/>
                    <a:pt x="1" y="83"/>
                    <a:pt x="9" y="89"/>
                  </a:cubicBezTo>
                  <a:cubicBezTo>
                    <a:pt x="20" y="97"/>
                    <a:pt x="31" y="91"/>
                    <a:pt x="40" y="86"/>
                  </a:cubicBezTo>
                  <a:cubicBezTo>
                    <a:pt x="52" y="79"/>
                    <a:pt x="66" y="76"/>
                    <a:pt x="77" y="68"/>
                  </a:cubicBezTo>
                  <a:cubicBezTo>
                    <a:pt x="92" y="58"/>
                    <a:pt x="105" y="41"/>
                    <a:pt x="97" y="23"/>
                  </a:cubicBezTo>
                  <a:cubicBezTo>
                    <a:pt x="92" y="11"/>
                    <a:pt x="80" y="0"/>
                    <a:pt x="67" y="4"/>
                  </a:cubicBezTo>
                </a:path>
              </a:pathLst>
            </a:custGeom>
            <a:solidFill>
              <a:srgbClr val="C18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7" name="Freeform 314">
              <a:extLst>
                <a:ext uri="{FF2B5EF4-FFF2-40B4-BE49-F238E27FC236}">
                  <a16:creationId xmlns:a16="http://schemas.microsoft.com/office/drawing/2014/main" id="{888ABC39-8C05-48CC-97A5-AA94F0F50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624"/>
              <a:ext cx="147" cy="135"/>
            </a:xfrm>
            <a:custGeom>
              <a:avLst/>
              <a:gdLst>
                <a:gd name="T0" fmla="*/ 363 w 105"/>
                <a:gd name="T1" fmla="*/ 21 h 96"/>
                <a:gd name="T2" fmla="*/ 318 w 105"/>
                <a:gd name="T3" fmla="*/ 11 h 96"/>
                <a:gd name="T4" fmla="*/ 231 w 105"/>
                <a:gd name="T5" fmla="*/ 28 h 96"/>
                <a:gd name="T6" fmla="*/ 136 w 105"/>
                <a:gd name="T7" fmla="*/ 191 h 96"/>
                <a:gd name="T8" fmla="*/ 29 w 105"/>
                <a:gd name="T9" fmla="*/ 340 h 96"/>
                <a:gd name="T10" fmla="*/ 49 w 105"/>
                <a:gd name="T11" fmla="*/ 491 h 96"/>
                <a:gd name="T12" fmla="*/ 214 w 105"/>
                <a:gd name="T13" fmla="*/ 473 h 96"/>
                <a:gd name="T14" fmla="*/ 413 w 105"/>
                <a:gd name="T15" fmla="*/ 375 h 96"/>
                <a:gd name="T16" fmla="*/ 521 w 105"/>
                <a:gd name="T17" fmla="*/ 125 h 96"/>
                <a:gd name="T18" fmla="*/ 363 w 105"/>
                <a:gd name="T19" fmla="*/ 21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96">
                  <a:moveTo>
                    <a:pt x="67" y="4"/>
                  </a:moveTo>
                  <a:cubicBezTo>
                    <a:pt x="63" y="4"/>
                    <a:pt x="62" y="3"/>
                    <a:pt x="59" y="2"/>
                  </a:cubicBezTo>
                  <a:cubicBezTo>
                    <a:pt x="53" y="0"/>
                    <a:pt x="48" y="1"/>
                    <a:pt x="43" y="5"/>
                  </a:cubicBezTo>
                  <a:cubicBezTo>
                    <a:pt x="30" y="13"/>
                    <a:pt x="27" y="20"/>
                    <a:pt x="25" y="35"/>
                  </a:cubicBezTo>
                  <a:cubicBezTo>
                    <a:pt x="24" y="48"/>
                    <a:pt x="13" y="51"/>
                    <a:pt x="6" y="62"/>
                  </a:cubicBezTo>
                  <a:cubicBezTo>
                    <a:pt x="0" y="70"/>
                    <a:pt x="1" y="82"/>
                    <a:pt x="9" y="89"/>
                  </a:cubicBezTo>
                  <a:cubicBezTo>
                    <a:pt x="20" y="96"/>
                    <a:pt x="31" y="91"/>
                    <a:pt x="40" y="86"/>
                  </a:cubicBezTo>
                  <a:cubicBezTo>
                    <a:pt x="52" y="79"/>
                    <a:pt x="66" y="76"/>
                    <a:pt x="77" y="68"/>
                  </a:cubicBezTo>
                  <a:cubicBezTo>
                    <a:pt x="92" y="58"/>
                    <a:pt x="105" y="40"/>
                    <a:pt x="97" y="23"/>
                  </a:cubicBezTo>
                  <a:cubicBezTo>
                    <a:pt x="92" y="10"/>
                    <a:pt x="80" y="0"/>
                    <a:pt x="67" y="4"/>
                  </a:cubicBezTo>
                </a:path>
              </a:pathLst>
            </a:custGeom>
            <a:solidFill>
              <a:srgbClr val="D4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8" name="Freeform 315">
              <a:extLst>
                <a:ext uri="{FF2B5EF4-FFF2-40B4-BE49-F238E27FC236}">
                  <a16:creationId xmlns:a16="http://schemas.microsoft.com/office/drawing/2014/main" id="{B898F48C-CF6F-4350-9C75-B814DE89C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631"/>
              <a:ext cx="87" cy="82"/>
            </a:xfrm>
            <a:custGeom>
              <a:avLst/>
              <a:gdLst>
                <a:gd name="T0" fmla="*/ 299 w 62"/>
                <a:gd name="T1" fmla="*/ 40 h 58"/>
                <a:gd name="T2" fmla="*/ 132 w 62"/>
                <a:gd name="T3" fmla="*/ 57 h 58"/>
                <a:gd name="T4" fmla="*/ 94 w 62"/>
                <a:gd name="T5" fmla="*/ 136 h 58"/>
                <a:gd name="T6" fmla="*/ 21 w 62"/>
                <a:gd name="T7" fmla="*/ 230 h 58"/>
                <a:gd name="T8" fmla="*/ 69 w 62"/>
                <a:gd name="T9" fmla="*/ 288 h 58"/>
                <a:gd name="T10" fmla="*/ 136 w 62"/>
                <a:gd name="T11" fmla="*/ 175 h 58"/>
                <a:gd name="T12" fmla="*/ 233 w 62"/>
                <a:gd name="T13" fmla="*/ 124 h 58"/>
                <a:gd name="T14" fmla="*/ 309 w 62"/>
                <a:gd name="T15" fmla="*/ 96 h 58"/>
                <a:gd name="T16" fmla="*/ 327 w 62"/>
                <a:gd name="T17" fmla="*/ 57 h 58"/>
                <a:gd name="T18" fmla="*/ 295 w 62"/>
                <a:gd name="T19" fmla="*/ 4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58">
                  <a:moveTo>
                    <a:pt x="55" y="7"/>
                  </a:moveTo>
                  <a:cubicBezTo>
                    <a:pt x="43" y="11"/>
                    <a:pt x="35" y="0"/>
                    <a:pt x="24" y="10"/>
                  </a:cubicBezTo>
                  <a:cubicBezTo>
                    <a:pt x="19" y="15"/>
                    <a:pt x="18" y="18"/>
                    <a:pt x="17" y="24"/>
                  </a:cubicBezTo>
                  <a:cubicBezTo>
                    <a:pt x="14" y="32"/>
                    <a:pt x="8" y="34"/>
                    <a:pt x="4" y="40"/>
                  </a:cubicBezTo>
                  <a:cubicBezTo>
                    <a:pt x="0" y="47"/>
                    <a:pt x="4" y="58"/>
                    <a:pt x="13" y="51"/>
                  </a:cubicBezTo>
                  <a:cubicBezTo>
                    <a:pt x="19" y="47"/>
                    <a:pt x="21" y="36"/>
                    <a:pt x="25" y="31"/>
                  </a:cubicBezTo>
                  <a:cubicBezTo>
                    <a:pt x="30" y="24"/>
                    <a:pt x="34" y="23"/>
                    <a:pt x="43" y="22"/>
                  </a:cubicBezTo>
                  <a:cubicBezTo>
                    <a:pt x="48" y="21"/>
                    <a:pt x="53" y="22"/>
                    <a:pt x="57" y="17"/>
                  </a:cubicBezTo>
                  <a:cubicBezTo>
                    <a:pt x="59" y="15"/>
                    <a:pt x="62" y="13"/>
                    <a:pt x="60" y="10"/>
                  </a:cubicBezTo>
                  <a:cubicBezTo>
                    <a:pt x="59" y="7"/>
                    <a:pt x="56" y="6"/>
                    <a:pt x="54" y="7"/>
                  </a:cubicBezTo>
                </a:path>
              </a:pathLst>
            </a:custGeom>
            <a:solidFill>
              <a:srgbClr val="E8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9" name="Freeform 316">
              <a:extLst>
                <a:ext uri="{FF2B5EF4-FFF2-40B4-BE49-F238E27FC236}">
                  <a16:creationId xmlns:a16="http://schemas.microsoft.com/office/drawing/2014/main" id="{8484C008-77CA-4B20-BABE-93999E84E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666"/>
              <a:ext cx="21" cy="24"/>
            </a:xfrm>
            <a:custGeom>
              <a:avLst/>
              <a:gdLst>
                <a:gd name="T0" fmla="*/ 67 w 15"/>
                <a:gd name="T1" fmla="*/ 90 h 17"/>
                <a:gd name="T2" fmla="*/ 11 w 15"/>
                <a:gd name="T3" fmla="*/ 69 h 17"/>
                <a:gd name="T4" fmla="*/ 21 w 15"/>
                <a:gd name="T5" fmla="*/ 23 h 17"/>
                <a:gd name="T6" fmla="*/ 67 w 15"/>
                <a:gd name="T7" fmla="*/ 8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12" y="16"/>
                  </a:moveTo>
                  <a:cubicBezTo>
                    <a:pt x="8" y="16"/>
                    <a:pt x="4" y="17"/>
                    <a:pt x="2" y="13"/>
                  </a:cubicBezTo>
                  <a:cubicBezTo>
                    <a:pt x="0" y="10"/>
                    <a:pt x="1" y="5"/>
                    <a:pt x="4" y="4"/>
                  </a:cubicBezTo>
                  <a:cubicBezTo>
                    <a:pt x="10" y="0"/>
                    <a:pt x="15" y="10"/>
                    <a:pt x="1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0" name="Freeform 317">
              <a:extLst>
                <a:ext uri="{FF2B5EF4-FFF2-40B4-BE49-F238E27FC236}">
                  <a16:creationId xmlns:a16="http://schemas.microsoft.com/office/drawing/2014/main" id="{15559E31-3CA3-4C77-94C5-566A6785B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656"/>
              <a:ext cx="29" cy="19"/>
            </a:xfrm>
            <a:custGeom>
              <a:avLst/>
              <a:gdLst>
                <a:gd name="T0" fmla="*/ 69 w 21"/>
                <a:gd name="T1" fmla="*/ 1 h 13"/>
                <a:gd name="T2" fmla="*/ 36 w 21"/>
                <a:gd name="T3" fmla="*/ 73 h 13"/>
                <a:gd name="T4" fmla="*/ 69 w 21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4" y="1"/>
                  </a:moveTo>
                  <a:cubicBezTo>
                    <a:pt x="9" y="0"/>
                    <a:pt x="0" y="7"/>
                    <a:pt x="7" y="11"/>
                  </a:cubicBezTo>
                  <a:cubicBezTo>
                    <a:pt x="11" y="13"/>
                    <a:pt x="21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1" name="Freeform 318">
              <a:extLst>
                <a:ext uri="{FF2B5EF4-FFF2-40B4-BE49-F238E27FC236}">
                  <a16:creationId xmlns:a16="http://schemas.microsoft.com/office/drawing/2014/main" id="{8CC5520E-6F0F-453E-A2A9-F6F000C54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689"/>
              <a:ext cx="114" cy="60"/>
            </a:xfrm>
            <a:custGeom>
              <a:avLst/>
              <a:gdLst>
                <a:gd name="T0" fmla="*/ 15 w 81"/>
                <a:gd name="T1" fmla="*/ 123 h 43"/>
                <a:gd name="T2" fmla="*/ 42 w 81"/>
                <a:gd name="T3" fmla="*/ 205 h 43"/>
                <a:gd name="T4" fmla="*/ 135 w 81"/>
                <a:gd name="T5" fmla="*/ 218 h 43"/>
                <a:gd name="T6" fmla="*/ 193 w 81"/>
                <a:gd name="T7" fmla="*/ 191 h 43"/>
                <a:gd name="T8" fmla="*/ 259 w 81"/>
                <a:gd name="T9" fmla="*/ 159 h 43"/>
                <a:gd name="T10" fmla="*/ 355 w 81"/>
                <a:gd name="T11" fmla="*/ 117 h 43"/>
                <a:gd name="T12" fmla="*/ 417 w 81"/>
                <a:gd name="T13" fmla="*/ 75 h 43"/>
                <a:gd name="T14" fmla="*/ 355 w 81"/>
                <a:gd name="T15" fmla="*/ 15 h 43"/>
                <a:gd name="T16" fmla="*/ 214 w 81"/>
                <a:gd name="T17" fmla="*/ 109 h 43"/>
                <a:gd name="T18" fmla="*/ 152 w 81"/>
                <a:gd name="T19" fmla="*/ 117 h 43"/>
                <a:gd name="T20" fmla="*/ 137 w 81"/>
                <a:gd name="T21" fmla="*/ 95 h 43"/>
                <a:gd name="T22" fmla="*/ 108 w 81"/>
                <a:gd name="T23" fmla="*/ 78 h 43"/>
                <a:gd name="T24" fmla="*/ 21 w 81"/>
                <a:gd name="T25" fmla="*/ 103 h 43"/>
                <a:gd name="T26" fmla="*/ 15 w 81"/>
                <a:gd name="T27" fmla="*/ 124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43">
                  <a:moveTo>
                    <a:pt x="3" y="23"/>
                  </a:moveTo>
                  <a:cubicBezTo>
                    <a:pt x="0" y="27"/>
                    <a:pt x="4" y="36"/>
                    <a:pt x="8" y="39"/>
                  </a:cubicBezTo>
                  <a:cubicBezTo>
                    <a:pt x="12" y="43"/>
                    <a:pt x="19" y="43"/>
                    <a:pt x="24" y="41"/>
                  </a:cubicBezTo>
                  <a:cubicBezTo>
                    <a:pt x="28" y="40"/>
                    <a:pt x="31" y="38"/>
                    <a:pt x="35" y="36"/>
                  </a:cubicBezTo>
                  <a:cubicBezTo>
                    <a:pt x="39" y="34"/>
                    <a:pt x="43" y="33"/>
                    <a:pt x="47" y="30"/>
                  </a:cubicBezTo>
                  <a:cubicBezTo>
                    <a:pt x="52" y="27"/>
                    <a:pt x="58" y="25"/>
                    <a:pt x="64" y="22"/>
                  </a:cubicBezTo>
                  <a:cubicBezTo>
                    <a:pt x="68" y="20"/>
                    <a:pt x="73" y="18"/>
                    <a:pt x="75" y="14"/>
                  </a:cubicBezTo>
                  <a:cubicBezTo>
                    <a:pt x="81" y="6"/>
                    <a:pt x="72" y="0"/>
                    <a:pt x="64" y="3"/>
                  </a:cubicBezTo>
                  <a:cubicBezTo>
                    <a:pt x="55" y="8"/>
                    <a:pt x="48" y="16"/>
                    <a:pt x="39" y="21"/>
                  </a:cubicBezTo>
                  <a:cubicBezTo>
                    <a:pt x="35" y="23"/>
                    <a:pt x="31" y="26"/>
                    <a:pt x="28" y="22"/>
                  </a:cubicBezTo>
                  <a:cubicBezTo>
                    <a:pt x="26" y="21"/>
                    <a:pt x="26" y="20"/>
                    <a:pt x="25" y="18"/>
                  </a:cubicBezTo>
                  <a:cubicBezTo>
                    <a:pt x="24" y="17"/>
                    <a:pt x="22" y="16"/>
                    <a:pt x="20" y="15"/>
                  </a:cubicBezTo>
                  <a:cubicBezTo>
                    <a:pt x="15" y="13"/>
                    <a:pt x="7" y="14"/>
                    <a:pt x="4" y="19"/>
                  </a:cubicBezTo>
                  <a:cubicBezTo>
                    <a:pt x="3" y="20"/>
                    <a:pt x="3" y="22"/>
                    <a:pt x="3" y="24"/>
                  </a:cubicBezTo>
                </a:path>
              </a:pathLst>
            </a:custGeom>
            <a:solidFill>
              <a:srgbClr val="9AB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2" name="Freeform 319">
              <a:extLst>
                <a:ext uri="{FF2B5EF4-FFF2-40B4-BE49-F238E27FC236}">
                  <a16:creationId xmlns:a16="http://schemas.microsoft.com/office/drawing/2014/main" id="{E903942C-E051-4E19-8F17-4A5ADE274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654"/>
              <a:ext cx="118" cy="63"/>
            </a:xfrm>
            <a:custGeom>
              <a:avLst/>
              <a:gdLst>
                <a:gd name="T0" fmla="*/ 393 w 84"/>
                <a:gd name="T1" fmla="*/ 190 h 45"/>
                <a:gd name="T2" fmla="*/ 296 w 84"/>
                <a:gd name="T3" fmla="*/ 162 h 45"/>
                <a:gd name="T4" fmla="*/ 204 w 84"/>
                <a:gd name="T5" fmla="*/ 204 h 45"/>
                <a:gd name="T6" fmla="*/ 21 w 84"/>
                <a:gd name="T7" fmla="*/ 108 h 45"/>
                <a:gd name="T8" fmla="*/ 253 w 84"/>
                <a:gd name="T9" fmla="*/ 0 h 45"/>
                <a:gd name="T10" fmla="*/ 435 w 84"/>
                <a:gd name="T11" fmla="*/ 69 h 45"/>
                <a:gd name="T12" fmla="*/ 393 w 84"/>
                <a:gd name="T13" fmla="*/ 18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45">
                  <a:moveTo>
                    <a:pt x="72" y="35"/>
                  </a:moveTo>
                  <a:cubicBezTo>
                    <a:pt x="67" y="33"/>
                    <a:pt x="60" y="30"/>
                    <a:pt x="54" y="30"/>
                  </a:cubicBezTo>
                  <a:cubicBezTo>
                    <a:pt x="47" y="30"/>
                    <a:pt x="42" y="35"/>
                    <a:pt x="37" y="38"/>
                  </a:cubicBezTo>
                  <a:cubicBezTo>
                    <a:pt x="24" y="45"/>
                    <a:pt x="0" y="40"/>
                    <a:pt x="4" y="20"/>
                  </a:cubicBezTo>
                  <a:cubicBezTo>
                    <a:pt x="7" y="2"/>
                    <a:pt x="32" y="1"/>
                    <a:pt x="46" y="0"/>
                  </a:cubicBezTo>
                  <a:cubicBezTo>
                    <a:pt x="58" y="0"/>
                    <a:pt x="74" y="2"/>
                    <a:pt x="80" y="13"/>
                  </a:cubicBezTo>
                  <a:cubicBezTo>
                    <a:pt x="83" y="20"/>
                    <a:pt x="84" y="37"/>
                    <a:pt x="72" y="34"/>
                  </a:cubicBezTo>
                </a:path>
              </a:pathLst>
            </a:custGeom>
            <a:solidFill>
              <a:srgbClr val="E5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3" name="Freeform 320">
              <a:extLst>
                <a:ext uri="{FF2B5EF4-FFF2-40B4-BE49-F238E27FC236}">
                  <a16:creationId xmlns:a16="http://schemas.microsoft.com/office/drawing/2014/main" id="{5782DF1F-8011-4BD0-9E95-B09335CBE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644"/>
              <a:ext cx="117" cy="64"/>
            </a:xfrm>
            <a:custGeom>
              <a:avLst/>
              <a:gdLst>
                <a:gd name="T0" fmla="*/ 396 w 83"/>
                <a:gd name="T1" fmla="*/ 184 h 46"/>
                <a:gd name="T2" fmla="*/ 310 w 83"/>
                <a:gd name="T3" fmla="*/ 157 h 46"/>
                <a:gd name="T4" fmla="*/ 204 w 83"/>
                <a:gd name="T5" fmla="*/ 202 h 46"/>
                <a:gd name="T6" fmla="*/ 23 w 83"/>
                <a:gd name="T7" fmla="*/ 115 h 46"/>
                <a:gd name="T8" fmla="*/ 248 w 83"/>
                <a:gd name="T9" fmla="*/ 1 h 46"/>
                <a:gd name="T10" fmla="*/ 433 w 83"/>
                <a:gd name="T11" fmla="*/ 68 h 46"/>
                <a:gd name="T12" fmla="*/ 396 w 83"/>
                <a:gd name="T13" fmla="*/ 18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46">
                  <a:moveTo>
                    <a:pt x="71" y="35"/>
                  </a:moveTo>
                  <a:cubicBezTo>
                    <a:pt x="66" y="33"/>
                    <a:pt x="62" y="30"/>
                    <a:pt x="56" y="30"/>
                  </a:cubicBezTo>
                  <a:cubicBezTo>
                    <a:pt x="50" y="30"/>
                    <a:pt x="43" y="36"/>
                    <a:pt x="37" y="39"/>
                  </a:cubicBezTo>
                  <a:cubicBezTo>
                    <a:pt x="24" y="46"/>
                    <a:pt x="0" y="41"/>
                    <a:pt x="4" y="22"/>
                  </a:cubicBezTo>
                  <a:cubicBezTo>
                    <a:pt x="7" y="4"/>
                    <a:pt x="31" y="1"/>
                    <a:pt x="45" y="1"/>
                  </a:cubicBezTo>
                  <a:cubicBezTo>
                    <a:pt x="57" y="0"/>
                    <a:pt x="73" y="2"/>
                    <a:pt x="78" y="13"/>
                  </a:cubicBezTo>
                  <a:cubicBezTo>
                    <a:pt x="82" y="21"/>
                    <a:pt x="83" y="38"/>
                    <a:pt x="71" y="35"/>
                  </a:cubicBezTo>
                </a:path>
              </a:pathLst>
            </a:custGeom>
            <a:solidFill>
              <a:srgbClr val="C18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4" name="Freeform 321">
              <a:extLst>
                <a:ext uri="{FF2B5EF4-FFF2-40B4-BE49-F238E27FC236}">
                  <a16:creationId xmlns:a16="http://schemas.microsoft.com/office/drawing/2014/main" id="{C371F7E1-A4B1-4914-A578-2F3187A73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642"/>
              <a:ext cx="117" cy="64"/>
            </a:xfrm>
            <a:custGeom>
              <a:avLst/>
              <a:gdLst>
                <a:gd name="T0" fmla="*/ 398 w 83"/>
                <a:gd name="T1" fmla="*/ 205 h 45"/>
                <a:gd name="T2" fmla="*/ 296 w 83"/>
                <a:gd name="T3" fmla="*/ 176 h 45"/>
                <a:gd name="T4" fmla="*/ 200 w 83"/>
                <a:gd name="T5" fmla="*/ 222 h 45"/>
                <a:gd name="T6" fmla="*/ 16 w 83"/>
                <a:gd name="T7" fmla="*/ 115 h 45"/>
                <a:gd name="T8" fmla="*/ 258 w 83"/>
                <a:gd name="T9" fmla="*/ 1 h 45"/>
                <a:gd name="T10" fmla="*/ 437 w 83"/>
                <a:gd name="T11" fmla="*/ 75 h 45"/>
                <a:gd name="T12" fmla="*/ 396 w 83"/>
                <a:gd name="T13" fmla="*/ 19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45">
                  <a:moveTo>
                    <a:pt x="72" y="35"/>
                  </a:moveTo>
                  <a:cubicBezTo>
                    <a:pt x="67" y="33"/>
                    <a:pt x="59" y="30"/>
                    <a:pt x="53" y="30"/>
                  </a:cubicBezTo>
                  <a:cubicBezTo>
                    <a:pt x="47" y="31"/>
                    <a:pt x="42" y="35"/>
                    <a:pt x="36" y="38"/>
                  </a:cubicBezTo>
                  <a:cubicBezTo>
                    <a:pt x="23" y="45"/>
                    <a:pt x="0" y="40"/>
                    <a:pt x="3" y="20"/>
                  </a:cubicBezTo>
                  <a:cubicBezTo>
                    <a:pt x="6" y="2"/>
                    <a:pt x="32" y="1"/>
                    <a:pt x="46" y="1"/>
                  </a:cubicBezTo>
                  <a:cubicBezTo>
                    <a:pt x="57" y="0"/>
                    <a:pt x="73" y="2"/>
                    <a:pt x="79" y="13"/>
                  </a:cubicBezTo>
                  <a:cubicBezTo>
                    <a:pt x="82" y="20"/>
                    <a:pt x="83" y="38"/>
                    <a:pt x="71" y="34"/>
                  </a:cubicBezTo>
                </a:path>
              </a:pathLst>
            </a:custGeom>
            <a:solidFill>
              <a:srgbClr val="D4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5" name="Freeform 322">
              <a:extLst>
                <a:ext uri="{FF2B5EF4-FFF2-40B4-BE49-F238E27FC236}">
                  <a16:creationId xmlns:a16="http://schemas.microsoft.com/office/drawing/2014/main" id="{02BCDBFB-27DB-4836-99CB-384198DD2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648"/>
              <a:ext cx="72" cy="27"/>
            </a:xfrm>
            <a:custGeom>
              <a:avLst/>
              <a:gdLst>
                <a:gd name="T0" fmla="*/ 1 w 52"/>
                <a:gd name="T1" fmla="*/ 68 h 19"/>
                <a:gd name="T2" fmla="*/ 161 w 52"/>
                <a:gd name="T3" fmla="*/ 0 h 19"/>
                <a:gd name="T4" fmla="*/ 223 w 52"/>
                <a:gd name="T5" fmla="*/ 53 h 19"/>
                <a:gd name="T6" fmla="*/ 173 w 52"/>
                <a:gd name="T7" fmla="*/ 53 h 19"/>
                <a:gd name="T8" fmla="*/ 96 w 52"/>
                <a:gd name="T9" fmla="*/ 68 h 19"/>
                <a:gd name="T10" fmla="*/ 1 w 52"/>
                <a:gd name="T11" fmla="*/ 6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9">
                  <a:moveTo>
                    <a:pt x="1" y="12"/>
                  </a:moveTo>
                  <a:cubicBezTo>
                    <a:pt x="5" y="3"/>
                    <a:pt x="23" y="0"/>
                    <a:pt x="32" y="0"/>
                  </a:cubicBezTo>
                  <a:cubicBezTo>
                    <a:pt x="36" y="0"/>
                    <a:pt x="52" y="6"/>
                    <a:pt x="44" y="9"/>
                  </a:cubicBezTo>
                  <a:cubicBezTo>
                    <a:pt x="41" y="11"/>
                    <a:pt x="37" y="9"/>
                    <a:pt x="34" y="9"/>
                  </a:cubicBezTo>
                  <a:cubicBezTo>
                    <a:pt x="28" y="8"/>
                    <a:pt x="24" y="10"/>
                    <a:pt x="19" y="12"/>
                  </a:cubicBezTo>
                  <a:cubicBezTo>
                    <a:pt x="16" y="13"/>
                    <a:pt x="0" y="19"/>
                    <a:pt x="1" y="12"/>
                  </a:cubicBezTo>
                </a:path>
              </a:pathLst>
            </a:custGeom>
            <a:solidFill>
              <a:srgbClr val="E8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6" name="Freeform 323">
              <a:extLst>
                <a:ext uri="{FF2B5EF4-FFF2-40B4-BE49-F238E27FC236}">
                  <a16:creationId xmlns:a16="http://schemas.microsoft.com/office/drawing/2014/main" id="{8F107DC5-625A-4A9A-AF54-FE112890C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669"/>
              <a:ext cx="83" cy="39"/>
            </a:xfrm>
            <a:custGeom>
              <a:avLst/>
              <a:gdLst>
                <a:gd name="T0" fmla="*/ 1 w 59"/>
                <a:gd name="T1" fmla="*/ 40 h 28"/>
                <a:gd name="T2" fmla="*/ 228 w 59"/>
                <a:gd name="T3" fmla="*/ 54 h 28"/>
                <a:gd name="T4" fmla="*/ 259 w 59"/>
                <a:gd name="T5" fmla="*/ 40 h 28"/>
                <a:gd name="T6" fmla="*/ 298 w 59"/>
                <a:gd name="T7" fmla="*/ 40 h 28"/>
                <a:gd name="T8" fmla="*/ 248 w 59"/>
                <a:gd name="T9" fmla="*/ 15 h 28"/>
                <a:gd name="T10" fmla="*/ 106 w 59"/>
                <a:gd name="T11" fmla="*/ 40 h 28"/>
                <a:gd name="T12" fmla="*/ 68 w 59"/>
                <a:gd name="T13" fmla="*/ 29 h 28"/>
                <a:gd name="T14" fmla="*/ 39 w 59"/>
                <a:gd name="T15" fmla="*/ 11 h 28"/>
                <a:gd name="T16" fmla="*/ 1 w 59"/>
                <a:gd name="T17" fmla="*/ 49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28">
                  <a:moveTo>
                    <a:pt x="1" y="8"/>
                  </a:moveTo>
                  <a:cubicBezTo>
                    <a:pt x="6" y="28"/>
                    <a:pt x="30" y="16"/>
                    <a:pt x="41" y="10"/>
                  </a:cubicBezTo>
                  <a:cubicBezTo>
                    <a:pt x="43" y="9"/>
                    <a:pt x="45" y="9"/>
                    <a:pt x="47" y="8"/>
                  </a:cubicBezTo>
                  <a:cubicBezTo>
                    <a:pt x="48" y="8"/>
                    <a:pt x="53" y="9"/>
                    <a:pt x="54" y="8"/>
                  </a:cubicBezTo>
                  <a:cubicBezTo>
                    <a:pt x="59" y="3"/>
                    <a:pt x="47" y="2"/>
                    <a:pt x="45" y="3"/>
                  </a:cubicBezTo>
                  <a:cubicBezTo>
                    <a:pt x="36" y="4"/>
                    <a:pt x="28" y="9"/>
                    <a:pt x="19" y="8"/>
                  </a:cubicBezTo>
                  <a:cubicBezTo>
                    <a:pt x="17" y="8"/>
                    <a:pt x="14" y="7"/>
                    <a:pt x="12" y="6"/>
                  </a:cubicBezTo>
                  <a:cubicBezTo>
                    <a:pt x="10" y="5"/>
                    <a:pt x="9" y="3"/>
                    <a:pt x="7" y="2"/>
                  </a:cubicBezTo>
                  <a:cubicBezTo>
                    <a:pt x="3" y="0"/>
                    <a:pt x="0" y="5"/>
                    <a:pt x="1" y="9"/>
                  </a:cubicBezTo>
                </a:path>
              </a:pathLst>
            </a:custGeom>
            <a:solidFill>
              <a:srgbClr val="9AB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7" name="Freeform 324">
              <a:extLst>
                <a:ext uri="{FF2B5EF4-FFF2-40B4-BE49-F238E27FC236}">
                  <a16:creationId xmlns:a16="http://schemas.microsoft.com/office/drawing/2014/main" id="{5B2FF374-64A7-4905-9890-4E929B3DB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654"/>
              <a:ext cx="17" cy="12"/>
            </a:xfrm>
            <a:custGeom>
              <a:avLst/>
              <a:gdLst>
                <a:gd name="T0" fmla="*/ 52 w 12"/>
                <a:gd name="T1" fmla="*/ 9 h 9"/>
                <a:gd name="T2" fmla="*/ 0 w 12"/>
                <a:gd name="T3" fmla="*/ 21 h 9"/>
                <a:gd name="T4" fmla="*/ 52 w 12"/>
                <a:gd name="T5" fmla="*/ 37 h 9"/>
                <a:gd name="T6" fmla="*/ 47 w 1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9" y="2"/>
                  </a:moveTo>
                  <a:cubicBezTo>
                    <a:pt x="6" y="2"/>
                    <a:pt x="1" y="0"/>
                    <a:pt x="0" y="5"/>
                  </a:cubicBezTo>
                  <a:cubicBezTo>
                    <a:pt x="0" y="9"/>
                    <a:pt x="6" y="8"/>
                    <a:pt x="9" y="9"/>
                  </a:cubicBezTo>
                  <a:cubicBezTo>
                    <a:pt x="12" y="7"/>
                    <a:pt x="12" y="3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8" name="Freeform 325">
              <a:extLst>
                <a:ext uri="{FF2B5EF4-FFF2-40B4-BE49-F238E27FC236}">
                  <a16:creationId xmlns:a16="http://schemas.microsoft.com/office/drawing/2014/main" id="{F1A78BE7-4849-4044-AD80-2D7023406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665"/>
              <a:ext cx="11" cy="10"/>
            </a:xfrm>
            <a:custGeom>
              <a:avLst/>
              <a:gdLst>
                <a:gd name="T0" fmla="*/ 21 w 8"/>
                <a:gd name="T1" fmla="*/ 0 h 7"/>
                <a:gd name="T2" fmla="*/ 1 w 8"/>
                <a:gd name="T3" fmla="*/ 0 h 7"/>
                <a:gd name="T4" fmla="*/ 26 w 8"/>
                <a:gd name="T5" fmla="*/ 29 h 7"/>
                <a:gd name="T6" fmla="*/ 15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0" y="2"/>
                    <a:pt x="2" y="7"/>
                    <a:pt x="5" y="5"/>
                  </a:cubicBezTo>
                  <a:cubicBezTo>
                    <a:pt x="8" y="4"/>
                    <a:pt x="6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99" name="Freeform 326">
              <a:extLst>
                <a:ext uri="{FF2B5EF4-FFF2-40B4-BE49-F238E27FC236}">
                  <a16:creationId xmlns:a16="http://schemas.microsoft.com/office/drawing/2014/main" id="{2EF4EE75-2FF2-4B3D-BE09-8EE1E9E1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710"/>
              <a:ext cx="165" cy="91"/>
            </a:xfrm>
            <a:custGeom>
              <a:avLst/>
              <a:gdLst>
                <a:gd name="T0" fmla="*/ 49 w 118"/>
                <a:gd name="T1" fmla="*/ 104 h 65"/>
                <a:gd name="T2" fmla="*/ 96 w 118"/>
                <a:gd name="T3" fmla="*/ 108 h 65"/>
                <a:gd name="T4" fmla="*/ 162 w 118"/>
                <a:gd name="T5" fmla="*/ 132 h 65"/>
                <a:gd name="T6" fmla="*/ 252 w 118"/>
                <a:gd name="T7" fmla="*/ 185 h 65"/>
                <a:gd name="T8" fmla="*/ 365 w 118"/>
                <a:gd name="T9" fmla="*/ 309 h 65"/>
                <a:gd name="T10" fmla="*/ 453 w 118"/>
                <a:gd name="T11" fmla="*/ 349 h 65"/>
                <a:gd name="T12" fmla="*/ 492 w 118"/>
                <a:gd name="T13" fmla="*/ 335 h 65"/>
                <a:gd name="T14" fmla="*/ 550 w 118"/>
                <a:gd name="T15" fmla="*/ 309 h 65"/>
                <a:gd name="T16" fmla="*/ 583 w 118"/>
                <a:gd name="T17" fmla="*/ 241 h 65"/>
                <a:gd name="T18" fmla="*/ 473 w 118"/>
                <a:gd name="T19" fmla="*/ 204 h 65"/>
                <a:gd name="T20" fmla="*/ 378 w 118"/>
                <a:gd name="T21" fmla="*/ 136 h 65"/>
                <a:gd name="T22" fmla="*/ 309 w 118"/>
                <a:gd name="T23" fmla="*/ 41 h 65"/>
                <a:gd name="T24" fmla="*/ 157 w 118"/>
                <a:gd name="T25" fmla="*/ 15 h 65"/>
                <a:gd name="T26" fmla="*/ 39 w 118"/>
                <a:gd name="T27" fmla="*/ 55 h 65"/>
                <a:gd name="T28" fmla="*/ 55 w 118"/>
                <a:gd name="T29" fmla="*/ 104 h 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65">
                  <a:moveTo>
                    <a:pt x="9" y="19"/>
                  </a:moveTo>
                  <a:cubicBezTo>
                    <a:pt x="12" y="19"/>
                    <a:pt x="15" y="19"/>
                    <a:pt x="18" y="20"/>
                  </a:cubicBezTo>
                  <a:cubicBezTo>
                    <a:pt x="22" y="21"/>
                    <a:pt x="26" y="23"/>
                    <a:pt x="30" y="24"/>
                  </a:cubicBezTo>
                  <a:cubicBezTo>
                    <a:pt x="36" y="27"/>
                    <a:pt x="42" y="30"/>
                    <a:pt x="47" y="34"/>
                  </a:cubicBezTo>
                  <a:cubicBezTo>
                    <a:pt x="56" y="41"/>
                    <a:pt x="61" y="51"/>
                    <a:pt x="69" y="58"/>
                  </a:cubicBezTo>
                  <a:cubicBezTo>
                    <a:pt x="74" y="62"/>
                    <a:pt x="79" y="65"/>
                    <a:pt x="85" y="65"/>
                  </a:cubicBezTo>
                  <a:cubicBezTo>
                    <a:pt x="88" y="65"/>
                    <a:pt x="89" y="63"/>
                    <a:pt x="92" y="62"/>
                  </a:cubicBezTo>
                  <a:cubicBezTo>
                    <a:pt x="96" y="60"/>
                    <a:pt x="99" y="60"/>
                    <a:pt x="103" y="58"/>
                  </a:cubicBezTo>
                  <a:cubicBezTo>
                    <a:pt x="108" y="56"/>
                    <a:pt x="118" y="49"/>
                    <a:pt x="109" y="45"/>
                  </a:cubicBezTo>
                  <a:cubicBezTo>
                    <a:pt x="102" y="42"/>
                    <a:pt x="95" y="41"/>
                    <a:pt x="89" y="38"/>
                  </a:cubicBezTo>
                  <a:cubicBezTo>
                    <a:pt x="82" y="35"/>
                    <a:pt x="76" y="31"/>
                    <a:pt x="71" y="25"/>
                  </a:cubicBezTo>
                  <a:cubicBezTo>
                    <a:pt x="66" y="19"/>
                    <a:pt x="64" y="13"/>
                    <a:pt x="58" y="8"/>
                  </a:cubicBezTo>
                  <a:cubicBezTo>
                    <a:pt x="49" y="0"/>
                    <a:pt x="40" y="0"/>
                    <a:pt x="29" y="3"/>
                  </a:cubicBezTo>
                  <a:cubicBezTo>
                    <a:pt x="22" y="6"/>
                    <a:pt x="14" y="6"/>
                    <a:pt x="7" y="10"/>
                  </a:cubicBezTo>
                  <a:cubicBezTo>
                    <a:pt x="0" y="14"/>
                    <a:pt x="4" y="18"/>
                    <a:pt x="10" y="19"/>
                  </a:cubicBezTo>
                </a:path>
              </a:pathLst>
            </a:custGeom>
            <a:solidFill>
              <a:srgbClr val="F4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0" name="Freeform 327">
              <a:extLst>
                <a:ext uri="{FF2B5EF4-FFF2-40B4-BE49-F238E27FC236}">
                  <a16:creationId xmlns:a16="http://schemas.microsoft.com/office/drawing/2014/main" id="{F007729C-6EEB-40BB-AD3C-AD850DF01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749"/>
              <a:ext cx="42" cy="48"/>
            </a:xfrm>
            <a:custGeom>
              <a:avLst/>
              <a:gdLst>
                <a:gd name="T0" fmla="*/ 15 w 30"/>
                <a:gd name="T1" fmla="*/ 79 h 34"/>
                <a:gd name="T2" fmla="*/ 55 w 30"/>
                <a:gd name="T3" fmla="*/ 137 h 34"/>
                <a:gd name="T4" fmla="*/ 104 w 30"/>
                <a:gd name="T5" fmla="*/ 96 h 34"/>
                <a:gd name="T6" fmla="*/ 151 w 30"/>
                <a:gd name="T7" fmla="*/ 49 h 34"/>
                <a:gd name="T8" fmla="*/ 84 w 30"/>
                <a:gd name="T9" fmla="*/ 45 h 34"/>
                <a:gd name="T10" fmla="*/ 15 w 30"/>
                <a:gd name="T11" fmla="*/ 7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">
                  <a:moveTo>
                    <a:pt x="3" y="14"/>
                  </a:moveTo>
                  <a:cubicBezTo>
                    <a:pt x="7" y="18"/>
                    <a:pt x="0" y="34"/>
                    <a:pt x="10" y="25"/>
                  </a:cubicBezTo>
                  <a:cubicBezTo>
                    <a:pt x="13" y="23"/>
                    <a:pt x="16" y="19"/>
                    <a:pt x="19" y="17"/>
                  </a:cubicBezTo>
                  <a:cubicBezTo>
                    <a:pt x="22" y="14"/>
                    <a:pt x="26" y="13"/>
                    <a:pt x="28" y="9"/>
                  </a:cubicBezTo>
                  <a:cubicBezTo>
                    <a:pt x="30" y="0"/>
                    <a:pt x="19" y="7"/>
                    <a:pt x="16" y="8"/>
                  </a:cubicBezTo>
                  <a:cubicBezTo>
                    <a:pt x="13" y="10"/>
                    <a:pt x="3" y="10"/>
                    <a:pt x="3" y="14"/>
                  </a:cubicBezTo>
                </a:path>
              </a:pathLst>
            </a:custGeom>
            <a:solidFill>
              <a:srgbClr val="F4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1" name="Freeform 328">
              <a:extLst>
                <a:ext uri="{FF2B5EF4-FFF2-40B4-BE49-F238E27FC236}">
                  <a16:creationId xmlns:a16="http://schemas.microsoft.com/office/drawing/2014/main" id="{B403A239-0A3F-448D-9EFC-AEB7FB298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665"/>
              <a:ext cx="142" cy="49"/>
            </a:xfrm>
            <a:custGeom>
              <a:avLst/>
              <a:gdLst>
                <a:gd name="T0" fmla="*/ 15 w 101"/>
                <a:gd name="T1" fmla="*/ 108 h 35"/>
                <a:gd name="T2" fmla="*/ 311 w 101"/>
                <a:gd name="T3" fmla="*/ 123 h 35"/>
                <a:gd name="T4" fmla="*/ 555 w 101"/>
                <a:gd name="T5" fmla="*/ 80 h 35"/>
                <a:gd name="T6" fmla="*/ 292 w 101"/>
                <a:gd name="T7" fmla="*/ 49 h 35"/>
                <a:gd name="T8" fmla="*/ 125 w 101"/>
                <a:gd name="T9" fmla="*/ 80 h 35"/>
                <a:gd name="T10" fmla="*/ 0 w 101"/>
                <a:gd name="T11" fmla="*/ 55 h 35"/>
                <a:gd name="T12" fmla="*/ 30 w 101"/>
                <a:gd name="T13" fmla="*/ 1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5">
                  <a:moveTo>
                    <a:pt x="3" y="20"/>
                  </a:moveTo>
                  <a:cubicBezTo>
                    <a:pt x="18" y="35"/>
                    <a:pt x="41" y="31"/>
                    <a:pt x="57" y="23"/>
                  </a:cubicBezTo>
                  <a:cubicBezTo>
                    <a:pt x="72" y="15"/>
                    <a:pt x="84" y="7"/>
                    <a:pt x="101" y="15"/>
                  </a:cubicBezTo>
                  <a:cubicBezTo>
                    <a:pt x="87" y="0"/>
                    <a:pt x="71" y="1"/>
                    <a:pt x="53" y="9"/>
                  </a:cubicBezTo>
                  <a:cubicBezTo>
                    <a:pt x="44" y="14"/>
                    <a:pt x="34" y="17"/>
                    <a:pt x="23" y="15"/>
                  </a:cubicBezTo>
                  <a:cubicBezTo>
                    <a:pt x="15" y="14"/>
                    <a:pt x="8" y="10"/>
                    <a:pt x="0" y="10"/>
                  </a:cubicBezTo>
                  <a:cubicBezTo>
                    <a:pt x="0" y="15"/>
                    <a:pt x="4" y="19"/>
                    <a:pt x="6" y="23"/>
                  </a:cubicBezTo>
                </a:path>
              </a:pathLst>
            </a:custGeom>
            <a:solidFill>
              <a:srgbClr val="F4E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2" name="Freeform 329">
              <a:extLst>
                <a:ext uri="{FF2B5EF4-FFF2-40B4-BE49-F238E27FC236}">
                  <a16:creationId xmlns:a16="http://schemas.microsoft.com/office/drawing/2014/main" id="{0EE0D3B2-1509-46DB-A530-9246116C8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682"/>
              <a:ext cx="85" cy="19"/>
            </a:xfrm>
            <a:custGeom>
              <a:avLst/>
              <a:gdLst>
                <a:gd name="T0" fmla="*/ 0 w 60"/>
                <a:gd name="T1" fmla="*/ 19 h 14"/>
                <a:gd name="T2" fmla="*/ 193 w 60"/>
                <a:gd name="T3" fmla="*/ 56 h 14"/>
                <a:gd name="T4" fmla="*/ 341 w 60"/>
                <a:gd name="T5" fmla="*/ 10 h 14"/>
                <a:gd name="T6" fmla="*/ 177 w 60"/>
                <a:gd name="T7" fmla="*/ 37 h 14"/>
                <a:gd name="T8" fmla="*/ 86 w 60"/>
                <a:gd name="T9" fmla="*/ 41 h 14"/>
                <a:gd name="T10" fmla="*/ 1 w 60"/>
                <a:gd name="T11" fmla="*/ 2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14">
                  <a:moveTo>
                    <a:pt x="0" y="4"/>
                  </a:moveTo>
                  <a:cubicBezTo>
                    <a:pt x="10" y="11"/>
                    <a:pt x="22" y="14"/>
                    <a:pt x="34" y="12"/>
                  </a:cubicBezTo>
                  <a:cubicBezTo>
                    <a:pt x="43" y="10"/>
                    <a:pt x="51" y="2"/>
                    <a:pt x="60" y="2"/>
                  </a:cubicBezTo>
                  <a:cubicBezTo>
                    <a:pt x="51" y="0"/>
                    <a:pt x="40" y="6"/>
                    <a:pt x="31" y="8"/>
                  </a:cubicBezTo>
                  <a:cubicBezTo>
                    <a:pt x="26" y="9"/>
                    <a:pt x="20" y="10"/>
                    <a:pt x="15" y="9"/>
                  </a:cubicBezTo>
                  <a:cubicBezTo>
                    <a:pt x="10" y="8"/>
                    <a:pt x="7" y="4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3" name="Freeform 330">
              <a:extLst>
                <a:ext uri="{FF2B5EF4-FFF2-40B4-BE49-F238E27FC236}">
                  <a16:creationId xmlns:a16="http://schemas.microsoft.com/office/drawing/2014/main" id="{DAF5F799-63CC-4232-89D2-E96C354C6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0"/>
              <a:ext cx="588" cy="2224"/>
            </a:xfrm>
            <a:custGeom>
              <a:avLst/>
              <a:gdLst>
                <a:gd name="T0" fmla="*/ 2280 w 419"/>
                <a:gd name="T1" fmla="*/ 0 h 1585"/>
                <a:gd name="T2" fmla="*/ 876 w 419"/>
                <a:gd name="T3" fmla="*/ 3617 h 1585"/>
                <a:gd name="T4" fmla="*/ 646 w 419"/>
                <a:gd name="T5" fmla="*/ 8621 h 1585"/>
                <a:gd name="T6" fmla="*/ 985 w 419"/>
                <a:gd name="T7" fmla="*/ 6262 h 1585"/>
                <a:gd name="T8" fmla="*/ 985 w 419"/>
                <a:gd name="T9" fmla="*/ 3386 h 1585"/>
                <a:gd name="T10" fmla="*/ 2280 w 419"/>
                <a:gd name="T11" fmla="*/ 0 h 15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9" h="1585">
                  <a:moveTo>
                    <a:pt x="419" y="0"/>
                  </a:moveTo>
                  <a:cubicBezTo>
                    <a:pt x="419" y="0"/>
                    <a:pt x="175" y="246"/>
                    <a:pt x="161" y="665"/>
                  </a:cubicBezTo>
                  <a:cubicBezTo>
                    <a:pt x="147" y="1084"/>
                    <a:pt x="0" y="1480"/>
                    <a:pt x="119" y="1585"/>
                  </a:cubicBezTo>
                  <a:cubicBezTo>
                    <a:pt x="119" y="1585"/>
                    <a:pt x="198" y="1543"/>
                    <a:pt x="181" y="1152"/>
                  </a:cubicBezTo>
                  <a:cubicBezTo>
                    <a:pt x="164" y="762"/>
                    <a:pt x="181" y="623"/>
                    <a:pt x="181" y="623"/>
                  </a:cubicBezTo>
                  <a:cubicBezTo>
                    <a:pt x="181" y="623"/>
                    <a:pt x="206" y="272"/>
                    <a:pt x="419" y="0"/>
                  </a:cubicBezTo>
                  <a:close/>
                </a:path>
              </a:pathLst>
            </a:custGeom>
            <a:solidFill>
              <a:srgbClr val="724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4" name="Freeform 331">
              <a:extLst>
                <a:ext uri="{FF2B5EF4-FFF2-40B4-BE49-F238E27FC236}">
                  <a16:creationId xmlns:a16="http://schemas.microsoft.com/office/drawing/2014/main" id="{277FB672-638B-40E5-BBB7-BAAABBDC5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874"/>
              <a:ext cx="278" cy="1350"/>
            </a:xfrm>
            <a:custGeom>
              <a:avLst/>
              <a:gdLst>
                <a:gd name="T0" fmla="*/ 987 w 198"/>
                <a:gd name="T1" fmla="*/ 0 h 962"/>
                <a:gd name="T2" fmla="*/ 987 w 198"/>
                <a:gd name="T3" fmla="*/ 2877 h 962"/>
                <a:gd name="T4" fmla="*/ 649 w 198"/>
                <a:gd name="T5" fmla="*/ 5234 h 962"/>
                <a:gd name="T6" fmla="*/ 878 w 198"/>
                <a:gd name="T7" fmla="*/ 229 h 962"/>
                <a:gd name="T8" fmla="*/ 903 w 198"/>
                <a:gd name="T9" fmla="*/ 396 h 962"/>
                <a:gd name="T10" fmla="*/ 922 w 198"/>
                <a:gd name="T11" fmla="*/ 201 h 962"/>
                <a:gd name="T12" fmla="*/ 945 w 198"/>
                <a:gd name="T13" fmla="*/ 268 h 962"/>
                <a:gd name="T14" fmla="*/ 987 w 198"/>
                <a:gd name="T15" fmla="*/ 0 h 9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962">
                  <a:moveTo>
                    <a:pt x="181" y="0"/>
                  </a:moveTo>
                  <a:cubicBezTo>
                    <a:pt x="181" y="0"/>
                    <a:pt x="164" y="138"/>
                    <a:pt x="181" y="529"/>
                  </a:cubicBezTo>
                  <a:cubicBezTo>
                    <a:pt x="198" y="919"/>
                    <a:pt x="119" y="962"/>
                    <a:pt x="119" y="962"/>
                  </a:cubicBezTo>
                  <a:cubicBezTo>
                    <a:pt x="0" y="857"/>
                    <a:pt x="147" y="461"/>
                    <a:pt x="161" y="42"/>
                  </a:cubicBezTo>
                  <a:cubicBezTo>
                    <a:pt x="165" y="73"/>
                    <a:pt x="165" y="73"/>
                    <a:pt x="165" y="73"/>
                  </a:cubicBezTo>
                  <a:cubicBezTo>
                    <a:pt x="169" y="37"/>
                    <a:pt x="169" y="37"/>
                    <a:pt x="169" y="37"/>
                  </a:cubicBezTo>
                  <a:cubicBezTo>
                    <a:pt x="173" y="49"/>
                    <a:pt x="173" y="49"/>
                    <a:pt x="173" y="49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A53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5" name="Freeform 332">
              <a:extLst>
                <a:ext uri="{FF2B5EF4-FFF2-40B4-BE49-F238E27FC236}">
                  <a16:creationId xmlns:a16="http://schemas.microsoft.com/office/drawing/2014/main" id="{238FCD8B-BEA9-4CA1-9018-F71419D3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614"/>
              <a:ext cx="351" cy="55"/>
            </a:xfrm>
            <a:custGeom>
              <a:avLst/>
              <a:gdLst>
                <a:gd name="T0" fmla="*/ 0 w 250"/>
                <a:gd name="T1" fmla="*/ 89 h 39"/>
                <a:gd name="T2" fmla="*/ 152 w 250"/>
                <a:gd name="T3" fmla="*/ 137 h 39"/>
                <a:gd name="T4" fmla="*/ 431 w 250"/>
                <a:gd name="T5" fmla="*/ 45 h 39"/>
                <a:gd name="T6" fmla="*/ 673 w 250"/>
                <a:gd name="T7" fmla="*/ 32 h 39"/>
                <a:gd name="T8" fmla="*/ 903 w 250"/>
                <a:gd name="T9" fmla="*/ 97 h 39"/>
                <a:gd name="T10" fmla="*/ 1146 w 250"/>
                <a:gd name="T11" fmla="*/ 89 h 39"/>
                <a:gd name="T12" fmla="*/ 1252 w 250"/>
                <a:gd name="T13" fmla="*/ 145 h 39"/>
                <a:gd name="T14" fmla="*/ 1365 w 250"/>
                <a:gd name="T15" fmla="*/ 21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0" h="39">
                  <a:moveTo>
                    <a:pt x="0" y="16"/>
                  </a:moveTo>
                  <a:cubicBezTo>
                    <a:pt x="9" y="21"/>
                    <a:pt x="18" y="25"/>
                    <a:pt x="28" y="25"/>
                  </a:cubicBezTo>
                  <a:cubicBezTo>
                    <a:pt x="49" y="26"/>
                    <a:pt x="62" y="16"/>
                    <a:pt x="79" y="8"/>
                  </a:cubicBezTo>
                  <a:cubicBezTo>
                    <a:pt x="94" y="1"/>
                    <a:pt x="108" y="0"/>
                    <a:pt x="123" y="6"/>
                  </a:cubicBezTo>
                  <a:cubicBezTo>
                    <a:pt x="137" y="11"/>
                    <a:pt x="149" y="18"/>
                    <a:pt x="165" y="18"/>
                  </a:cubicBezTo>
                  <a:cubicBezTo>
                    <a:pt x="181" y="18"/>
                    <a:pt x="194" y="11"/>
                    <a:pt x="210" y="16"/>
                  </a:cubicBezTo>
                  <a:cubicBezTo>
                    <a:pt x="218" y="18"/>
                    <a:pt x="223" y="21"/>
                    <a:pt x="229" y="26"/>
                  </a:cubicBezTo>
                  <a:cubicBezTo>
                    <a:pt x="235" y="32"/>
                    <a:pt x="243" y="36"/>
                    <a:pt x="250" y="3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6" name="Freeform 333">
              <a:extLst>
                <a:ext uri="{FF2B5EF4-FFF2-40B4-BE49-F238E27FC236}">
                  <a16:creationId xmlns:a16="http://schemas.microsoft.com/office/drawing/2014/main" id="{4163D47D-190C-4E2D-9D5F-254E9BFC2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693"/>
              <a:ext cx="286" cy="67"/>
            </a:xfrm>
            <a:custGeom>
              <a:avLst/>
              <a:gdLst>
                <a:gd name="T0" fmla="*/ 1105 w 204"/>
                <a:gd name="T1" fmla="*/ 15 h 48"/>
                <a:gd name="T2" fmla="*/ 704 w 204"/>
                <a:gd name="T3" fmla="*/ 78 h 48"/>
                <a:gd name="T4" fmla="*/ 541 w 204"/>
                <a:gd name="T5" fmla="*/ 186 h 48"/>
                <a:gd name="T6" fmla="*/ 416 w 204"/>
                <a:gd name="T7" fmla="*/ 250 h 48"/>
                <a:gd name="T8" fmla="*/ 297 w 204"/>
                <a:gd name="T9" fmla="*/ 172 h 48"/>
                <a:gd name="T10" fmla="*/ 163 w 204"/>
                <a:gd name="T11" fmla="*/ 68 h 48"/>
                <a:gd name="T12" fmla="*/ 77 w 204"/>
                <a:gd name="T13" fmla="*/ 40 h 48"/>
                <a:gd name="T14" fmla="*/ 0 w 204"/>
                <a:gd name="T15" fmla="*/ 1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4" h="48">
                  <a:moveTo>
                    <a:pt x="204" y="3"/>
                  </a:moveTo>
                  <a:cubicBezTo>
                    <a:pt x="185" y="13"/>
                    <a:pt x="150" y="9"/>
                    <a:pt x="130" y="15"/>
                  </a:cubicBezTo>
                  <a:cubicBezTo>
                    <a:pt x="118" y="18"/>
                    <a:pt x="109" y="28"/>
                    <a:pt x="100" y="35"/>
                  </a:cubicBezTo>
                  <a:cubicBezTo>
                    <a:pt x="93" y="40"/>
                    <a:pt x="86" y="48"/>
                    <a:pt x="77" y="47"/>
                  </a:cubicBezTo>
                  <a:cubicBezTo>
                    <a:pt x="68" y="46"/>
                    <a:pt x="61" y="38"/>
                    <a:pt x="55" y="32"/>
                  </a:cubicBezTo>
                  <a:cubicBezTo>
                    <a:pt x="48" y="24"/>
                    <a:pt x="39" y="18"/>
                    <a:pt x="30" y="13"/>
                  </a:cubicBezTo>
                  <a:cubicBezTo>
                    <a:pt x="25" y="11"/>
                    <a:pt x="19" y="10"/>
                    <a:pt x="14" y="8"/>
                  </a:cubicBezTo>
                  <a:cubicBezTo>
                    <a:pt x="9" y="5"/>
                    <a:pt x="7" y="0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7" name="Freeform 334">
              <a:extLst>
                <a:ext uri="{FF2B5EF4-FFF2-40B4-BE49-F238E27FC236}">
                  <a16:creationId xmlns:a16="http://schemas.microsoft.com/office/drawing/2014/main" id="{287C7A07-3C8D-446C-8CB7-E4030E676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617"/>
              <a:ext cx="214" cy="122"/>
            </a:xfrm>
            <a:custGeom>
              <a:avLst/>
              <a:gdLst>
                <a:gd name="T0" fmla="*/ 818 w 153"/>
                <a:gd name="T1" fmla="*/ 172 h 87"/>
                <a:gd name="T2" fmla="*/ 627 w 153"/>
                <a:gd name="T3" fmla="*/ 367 h 87"/>
                <a:gd name="T4" fmla="*/ 536 w 153"/>
                <a:gd name="T5" fmla="*/ 460 h 87"/>
                <a:gd name="T6" fmla="*/ 432 w 153"/>
                <a:gd name="T7" fmla="*/ 367 h 87"/>
                <a:gd name="T8" fmla="*/ 298 w 153"/>
                <a:gd name="T9" fmla="*/ 157 h 87"/>
                <a:gd name="T10" fmla="*/ 200 w 153"/>
                <a:gd name="T11" fmla="*/ 112 h 87"/>
                <a:gd name="T12" fmla="*/ 117 w 153"/>
                <a:gd name="T13" fmla="*/ 55 h 87"/>
                <a:gd name="T14" fmla="*/ 0 w 153"/>
                <a:gd name="T15" fmla="*/ 2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87">
                  <a:moveTo>
                    <a:pt x="153" y="32"/>
                  </a:moveTo>
                  <a:cubicBezTo>
                    <a:pt x="139" y="23"/>
                    <a:pt x="121" y="58"/>
                    <a:pt x="117" y="68"/>
                  </a:cubicBezTo>
                  <a:cubicBezTo>
                    <a:pt x="114" y="74"/>
                    <a:pt x="109" y="87"/>
                    <a:pt x="100" y="85"/>
                  </a:cubicBezTo>
                  <a:cubicBezTo>
                    <a:pt x="94" y="84"/>
                    <a:pt x="84" y="72"/>
                    <a:pt x="81" y="68"/>
                  </a:cubicBezTo>
                  <a:cubicBezTo>
                    <a:pt x="71" y="56"/>
                    <a:pt x="67" y="39"/>
                    <a:pt x="56" y="29"/>
                  </a:cubicBezTo>
                  <a:cubicBezTo>
                    <a:pt x="50" y="24"/>
                    <a:pt x="44" y="23"/>
                    <a:pt x="37" y="21"/>
                  </a:cubicBezTo>
                  <a:cubicBezTo>
                    <a:pt x="31" y="18"/>
                    <a:pt x="27" y="14"/>
                    <a:pt x="22" y="10"/>
                  </a:cubicBezTo>
                  <a:cubicBezTo>
                    <a:pt x="17" y="7"/>
                    <a:pt x="5" y="0"/>
                    <a:pt x="0" y="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8" name="Freeform 335">
              <a:extLst>
                <a:ext uri="{FF2B5EF4-FFF2-40B4-BE49-F238E27FC236}">
                  <a16:creationId xmlns:a16="http://schemas.microsoft.com/office/drawing/2014/main" id="{71480E5D-1D88-4CAD-8B4A-1D3FEE0C1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713"/>
              <a:ext cx="138" cy="78"/>
            </a:xfrm>
            <a:custGeom>
              <a:avLst/>
              <a:gdLst>
                <a:gd name="T0" fmla="*/ 0 w 98"/>
                <a:gd name="T1" fmla="*/ 56 h 56"/>
                <a:gd name="T2" fmla="*/ 135 w 98"/>
                <a:gd name="T3" fmla="*/ 256 h 56"/>
                <a:gd name="T4" fmla="*/ 276 w 98"/>
                <a:gd name="T5" fmla="*/ 202 h 56"/>
                <a:gd name="T6" fmla="*/ 432 w 98"/>
                <a:gd name="T7" fmla="*/ 54 h 56"/>
                <a:gd name="T8" fmla="*/ 541 w 98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56">
                  <a:moveTo>
                    <a:pt x="0" y="11"/>
                  </a:moveTo>
                  <a:cubicBezTo>
                    <a:pt x="4" y="22"/>
                    <a:pt x="14" y="43"/>
                    <a:pt x="24" y="49"/>
                  </a:cubicBezTo>
                  <a:cubicBezTo>
                    <a:pt x="34" y="56"/>
                    <a:pt x="43" y="45"/>
                    <a:pt x="50" y="39"/>
                  </a:cubicBezTo>
                  <a:cubicBezTo>
                    <a:pt x="60" y="29"/>
                    <a:pt x="69" y="19"/>
                    <a:pt x="78" y="10"/>
                  </a:cubicBezTo>
                  <a:cubicBezTo>
                    <a:pt x="83" y="5"/>
                    <a:pt x="93" y="0"/>
                    <a:pt x="98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09" name="Freeform 336">
              <a:extLst>
                <a:ext uri="{FF2B5EF4-FFF2-40B4-BE49-F238E27FC236}">
                  <a16:creationId xmlns:a16="http://schemas.microsoft.com/office/drawing/2014/main" id="{CFC3E207-FDDF-4628-84CD-5283701DB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662"/>
              <a:ext cx="111" cy="31"/>
            </a:xfrm>
            <a:custGeom>
              <a:avLst/>
              <a:gdLst>
                <a:gd name="T0" fmla="*/ 433 w 79"/>
                <a:gd name="T1" fmla="*/ 0 h 22"/>
                <a:gd name="T2" fmla="*/ 205 w 79"/>
                <a:gd name="T3" fmla="*/ 107 h 22"/>
                <a:gd name="T4" fmla="*/ 0 w 79"/>
                <a:gd name="T5" fmla="*/ 1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2">
                  <a:moveTo>
                    <a:pt x="79" y="0"/>
                  </a:moveTo>
                  <a:cubicBezTo>
                    <a:pt x="62" y="0"/>
                    <a:pt x="57" y="22"/>
                    <a:pt x="38" y="19"/>
                  </a:cubicBezTo>
                  <a:cubicBezTo>
                    <a:pt x="24" y="16"/>
                    <a:pt x="15" y="4"/>
                    <a:pt x="0" y="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10" name="Freeform 337">
              <a:extLst>
                <a:ext uri="{FF2B5EF4-FFF2-40B4-BE49-F238E27FC236}">
                  <a16:creationId xmlns:a16="http://schemas.microsoft.com/office/drawing/2014/main" id="{C7536FBC-C3A8-4061-A60F-17FBC1A5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637"/>
              <a:ext cx="143" cy="41"/>
            </a:xfrm>
            <a:custGeom>
              <a:avLst/>
              <a:gdLst>
                <a:gd name="T0" fmla="*/ 551 w 102"/>
                <a:gd name="T1" fmla="*/ 0 h 29"/>
                <a:gd name="T2" fmla="*/ 454 w 102"/>
                <a:gd name="T3" fmla="*/ 16 h 29"/>
                <a:gd name="T4" fmla="*/ 366 w 102"/>
                <a:gd name="T5" fmla="*/ 68 h 29"/>
                <a:gd name="T6" fmla="*/ 205 w 102"/>
                <a:gd name="T7" fmla="*/ 163 h 29"/>
                <a:gd name="T8" fmla="*/ 0 w 102"/>
                <a:gd name="T9" fmla="*/ 1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9">
                  <a:moveTo>
                    <a:pt x="102" y="0"/>
                  </a:moveTo>
                  <a:cubicBezTo>
                    <a:pt x="96" y="1"/>
                    <a:pt x="91" y="0"/>
                    <a:pt x="84" y="3"/>
                  </a:cubicBezTo>
                  <a:cubicBezTo>
                    <a:pt x="78" y="5"/>
                    <a:pt x="73" y="8"/>
                    <a:pt x="68" y="12"/>
                  </a:cubicBezTo>
                  <a:cubicBezTo>
                    <a:pt x="58" y="19"/>
                    <a:pt x="51" y="29"/>
                    <a:pt x="38" y="28"/>
                  </a:cubicBezTo>
                  <a:cubicBezTo>
                    <a:pt x="22" y="27"/>
                    <a:pt x="10" y="12"/>
                    <a:pt x="0" y="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11" name="Freeform 338">
              <a:extLst>
                <a:ext uri="{FF2B5EF4-FFF2-40B4-BE49-F238E27FC236}">
                  <a16:creationId xmlns:a16="http://schemas.microsoft.com/office/drawing/2014/main" id="{A3469C7B-C31E-47E6-AE23-5F74B1778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669"/>
              <a:ext cx="181" cy="72"/>
            </a:xfrm>
            <a:custGeom>
              <a:avLst/>
              <a:gdLst>
                <a:gd name="T0" fmla="*/ 702 w 129"/>
                <a:gd name="T1" fmla="*/ 260 h 51"/>
                <a:gd name="T2" fmla="*/ 522 w 129"/>
                <a:gd name="T3" fmla="*/ 205 h 51"/>
                <a:gd name="T4" fmla="*/ 335 w 129"/>
                <a:gd name="T5" fmla="*/ 107 h 51"/>
                <a:gd name="T6" fmla="*/ 142 w 129"/>
                <a:gd name="T7" fmla="*/ 16 h 51"/>
                <a:gd name="T8" fmla="*/ 0 w 12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51">
                  <a:moveTo>
                    <a:pt x="129" y="46"/>
                  </a:moveTo>
                  <a:cubicBezTo>
                    <a:pt x="117" y="51"/>
                    <a:pt x="106" y="44"/>
                    <a:pt x="96" y="37"/>
                  </a:cubicBezTo>
                  <a:cubicBezTo>
                    <a:pt x="83" y="29"/>
                    <a:pt x="76" y="21"/>
                    <a:pt x="61" y="19"/>
                  </a:cubicBezTo>
                  <a:cubicBezTo>
                    <a:pt x="47" y="17"/>
                    <a:pt x="39" y="6"/>
                    <a:pt x="26" y="3"/>
                  </a:cubicBezTo>
                  <a:cubicBezTo>
                    <a:pt x="16" y="0"/>
                    <a:pt x="9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12" name="Freeform 339">
              <a:extLst>
                <a:ext uri="{FF2B5EF4-FFF2-40B4-BE49-F238E27FC236}">
                  <a16:creationId xmlns:a16="http://schemas.microsoft.com/office/drawing/2014/main" id="{64C75C04-15EA-4B13-A3CF-CA9B9D6D7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588"/>
              <a:ext cx="212" cy="49"/>
            </a:xfrm>
            <a:custGeom>
              <a:avLst/>
              <a:gdLst>
                <a:gd name="T0" fmla="*/ 824 w 151"/>
                <a:gd name="T1" fmla="*/ 190 h 35"/>
                <a:gd name="T2" fmla="*/ 577 w 151"/>
                <a:gd name="T3" fmla="*/ 69 h 35"/>
                <a:gd name="T4" fmla="*/ 327 w 151"/>
                <a:gd name="T5" fmla="*/ 21 h 35"/>
                <a:gd name="T6" fmla="*/ 124 w 151"/>
                <a:gd name="T7" fmla="*/ 41 h 35"/>
                <a:gd name="T8" fmla="*/ 0 w 151"/>
                <a:gd name="T9" fmla="*/ 2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35">
                  <a:moveTo>
                    <a:pt x="151" y="35"/>
                  </a:moveTo>
                  <a:cubicBezTo>
                    <a:pt x="137" y="26"/>
                    <a:pt x="121" y="22"/>
                    <a:pt x="106" y="13"/>
                  </a:cubicBezTo>
                  <a:cubicBezTo>
                    <a:pt x="92" y="4"/>
                    <a:pt x="76" y="0"/>
                    <a:pt x="60" y="4"/>
                  </a:cubicBezTo>
                  <a:cubicBezTo>
                    <a:pt x="47" y="7"/>
                    <a:pt x="36" y="8"/>
                    <a:pt x="23" y="8"/>
                  </a:cubicBezTo>
                  <a:cubicBezTo>
                    <a:pt x="17" y="8"/>
                    <a:pt x="5" y="10"/>
                    <a:pt x="0" y="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13" name="Freeform 340">
              <a:extLst>
                <a:ext uri="{FF2B5EF4-FFF2-40B4-BE49-F238E27FC236}">
                  <a16:creationId xmlns:a16="http://schemas.microsoft.com/office/drawing/2014/main" id="{5715785B-5945-4FFB-A802-4CF2E003C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609"/>
              <a:ext cx="571" cy="63"/>
            </a:xfrm>
            <a:custGeom>
              <a:avLst/>
              <a:gdLst>
                <a:gd name="T0" fmla="*/ 0 w 407"/>
                <a:gd name="T1" fmla="*/ 94 h 45"/>
                <a:gd name="T2" fmla="*/ 191 w 407"/>
                <a:gd name="T3" fmla="*/ 136 h 45"/>
                <a:gd name="T4" fmla="*/ 368 w 407"/>
                <a:gd name="T5" fmla="*/ 165 h 45"/>
                <a:gd name="T6" fmla="*/ 704 w 407"/>
                <a:gd name="T7" fmla="*/ 146 h 45"/>
                <a:gd name="T8" fmla="*/ 905 w 407"/>
                <a:gd name="T9" fmla="*/ 239 h 45"/>
                <a:gd name="T10" fmla="*/ 1076 w 407"/>
                <a:gd name="T11" fmla="*/ 172 h 45"/>
                <a:gd name="T12" fmla="*/ 1317 w 407"/>
                <a:gd name="T13" fmla="*/ 97 h 45"/>
                <a:gd name="T14" fmla="*/ 1482 w 407"/>
                <a:gd name="T15" fmla="*/ 80 h 45"/>
                <a:gd name="T16" fmla="*/ 1594 w 407"/>
                <a:gd name="T17" fmla="*/ 57 h 45"/>
                <a:gd name="T18" fmla="*/ 1778 w 407"/>
                <a:gd name="T19" fmla="*/ 97 h 45"/>
                <a:gd name="T20" fmla="*/ 1999 w 407"/>
                <a:gd name="T21" fmla="*/ 15 h 45"/>
                <a:gd name="T22" fmla="*/ 2212 w 407"/>
                <a:gd name="T23" fmla="*/ 1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7" h="45">
                  <a:moveTo>
                    <a:pt x="0" y="17"/>
                  </a:moveTo>
                  <a:cubicBezTo>
                    <a:pt x="12" y="16"/>
                    <a:pt x="24" y="23"/>
                    <a:pt x="35" y="25"/>
                  </a:cubicBezTo>
                  <a:cubicBezTo>
                    <a:pt x="46" y="28"/>
                    <a:pt x="57" y="30"/>
                    <a:pt x="68" y="31"/>
                  </a:cubicBezTo>
                  <a:cubicBezTo>
                    <a:pt x="89" y="33"/>
                    <a:pt x="109" y="21"/>
                    <a:pt x="130" y="27"/>
                  </a:cubicBezTo>
                  <a:cubicBezTo>
                    <a:pt x="144" y="30"/>
                    <a:pt x="153" y="42"/>
                    <a:pt x="167" y="44"/>
                  </a:cubicBezTo>
                  <a:cubicBezTo>
                    <a:pt x="178" y="45"/>
                    <a:pt x="188" y="37"/>
                    <a:pt x="198" y="32"/>
                  </a:cubicBezTo>
                  <a:cubicBezTo>
                    <a:pt x="212" y="25"/>
                    <a:pt x="226" y="19"/>
                    <a:pt x="242" y="18"/>
                  </a:cubicBezTo>
                  <a:cubicBezTo>
                    <a:pt x="253" y="17"/>
                    <a:pt x="262" y="19"/>
                    <a:pt x="273" y="15"/>
                  </a:cubicBezTo>
                  <a:cubicBezTo>
                    <a:pt x="279" y="12"/>
                    <a:pt x="286" y="11"/>
                    <a:pt x="293" y="11"/>
                  </a:cubicBezTo>
                  <a:cubicBezTo>
                    <a:pt x="305" y="11"/>
                    <a:pt x="314" y="19"/>
                    <a:pt x="327" y="18"/>
                  </a:cubicBezTo>
                  <a:cubicBezTo>
                    <a:pt x="342" y="17"/>
                    <a:pt x="353" y="5"/>
                    <a:pt x="368" y="3"/>
                  </a:cubicBezTo>
                  <a:cubicBezTo>
                    <a:pt x="381" y="0"/>
                    <a:pt x="396" y="5"/>
                    <a:pt x="407" y="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14" name="Freeform 341">
              <a:extLst>
                <a:ext uri="{FF2B5EF4-FFF2-40B4-BE49-F238E27FC236}">
                  <a16:creationId xmlns:a16="http://schemas.microsoft.com/office/drawing/2014/main" id="{6E0E2A2A-9EED-4CEA-8658-D22C75DE4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539"/>
              <a:ext cx="638" cy="94"/>
            </a:xfrm>
            <a:custGeom>
              <a:avLst/>
              <a:gdLst>
                <a:gd name="T0" fmla="*/ 0 w 455"/>
                <a:gd name="T1" fmla="*/ 0 h 67"/>
                <a:gd name="T2" fmla="*/ 269 w 455"/>
                <a:gd name="T3" fmla="*/ 118 h 67"/>
                <a:gd name="T4" fmla="*/ 903 w 455"/>
                <a:gd name="T5" fmla="*/ 118 h 67"/>
                <a:gd name="T6" fmla="*/ 1453 w 455"/>
                <a:gd name="T7" fmla="*/ 94 h 67"/>
                <a:gd name="T8" fmla="*/ 1837 w 455"/>
                <a:gd name="T9" fmla="*/ 229 h 67"/>
                <a:gd name="T10" fmla="*/ 2308 w 455"/>
                <a:gd name="T11" fmla="*/ 314 h 67"/>
                <a:gd name="T12" fmla="*/ 2468 w 455"/>
                <a:gd name="T13" fmla="*/ 365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5" h="67">
                  <a:moveTo>
                    <a:pt x="0" y="0"/>
                  </a:moveTo>
                  <a:cubicBezTo>
                    <a:pt x="5" y="12"/>
                    <a:pt x="39" y="20"/>
                    <a:pt x="50" y="22"/>
                  </a:cubicBezTo>
                  <a:cubicBezTo>
                    <a:pt x="90" y="30"/>
                    <a:pt x="126" y="27"/>
                    <a:pt x="166" y="22"/>
                  </a:cubicBezTo>
                  <a:cubicBezTo>
                    <a:pt x="200" y="19"/>
                    <a:pt x="234" y="13"/>
                    <a:pt x="268" y="17"/>
                  </a:cubicBezTo>
                  <a:cubicBezTo>
                    <a:pt x="294" y="20"/>
                    <a:pt x="315" y="35"/>
                    <a:pt x="339" y="42"/>
                  </a:cubicBezTo>
                  <a:cubicBezTo>
                    <a:pt x="368" y="50"/>
                    <a:pt x="396" y="57"/>
                    <a:pt x="426" y="58"/>
                  </a:cubicBezTo>
                  <a:cubicBezTo>
                    <a:pt x="438" y="58"/>
                    <a:pt x="447" y="59"/>
                    <a:pt x="455" y="6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15" name="Freeform 342">
              <a:extLst>
                <a:ext uri="{FF2B5EF4-FFF2-40B4-BE49-F238E27FC236}">
                  <a16:creationId xmlns:a16="http://schemas.microsoft.com/office/drawing/2014/main" id="{E2483C01-2164-48F5-8106-F9A0D2A6F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583"/>
              <a:ext cx="470" cy="55"/>
            </a:xfrm>
            <a:custGeom>
              <a:avLst/>
              <a:gdLst>
                <a:gd name="T0" fmla="*/ 1 w 335"/>
                <a:gd name="T1" fmla="*/ 55 h 39"/>
                <a:gd name="T2" fmla="*/ 41 w 335"/>
                <a:gd name="T3" fmla="*/ 55 h 39"/>
                <a:gd name="T4" fmla="*/ 191 w 335"/>
                <a:gd name="T5" fmla="*/ 63 h 39"/>
                <a:gd name="T6" fmla="*/ 441 w 335"/>
                <a:gd name="T7" fmla="*/ 23 h 39"/>
                <a:gd name="T8" fmla="*/ 724 w 335"/>
                <a:gd name="T9" fmla="*/ 39 h 39"/>
                <a:gd name="T10" fmla="*/ 1021 w 335"/>
                <a:gd name="T11" fmla="*/ 110 h 39"/>
                <a:gd name="T12" fmla="*/ 1581 w 335"/>
                <a:gd name="T13" fmla="*/ 123 h 39"/>
                <a:gd name="T14" fmla="*/ 1821 w 335"/>
                <a:gd name="T15" fmla="*/ 21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5" h="39">
                  <a:moveTo>
                    <a:pt x="1" y="10"/>
                  </a:moveTo>
                  <a:cubicBezTo>
                    <a:pt x="0" y="7"/>
                    <a:pt x="4" y="10"/>
                    <a:pt x="8" y="10"/>
                  </a:cubicBezTo>
                  <a:cubicBezTo>
                    <a:pt x="17" y="10"/>
                    <a:pt x="25" y="13"/>
                    <a:pt x="35" y="11"/>
                  </a:cubicBezTo>
                  <a:cubicBezTo>
                    <a:pt x="50" y="8"/>
                    <a:pt x="65" y="6"/>
                    <a:pt x="81" y="4"/>
                  </a:cubicBezTo>
                  <a:cubicBezTo>
                    <a:pt x="98" y="1"/>
                    <a:pt x="116" y="0"/>
                    <a:pt x="133" y="7"/>
                  </a:cubicBezTo>
                  <a:cubicBezTo>
                    <a:pt x="152" y="15"/>
                    <a:pt x="167" y="20"/>
                    <a:pt x="188" y="20"/>
                  </a:cubicBezTo>
                  <a:cubicBezTo>
                    <a:pt x="222" y="20"/>
                    <a:pt x="258" y="12"/>
                    <a:pt x="291" y="22"/>
                  </a:cubicBezTo>
                  <a:cubicBezTo>
                    <a:pt x="306" y="26"/>
                    <a:pt x="322" y="33"/>
                    <a:pt x="335" y="3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16" name="Freeform 343">
              <a:extLst>
                <a:ext uri="{FF2B5EF4-FFF2-40B4-BE49-F238E27FC236}">
                  <a16:creationId xmlns:a16="http://schemas.microsoft.com/office/drawing/2014/main" id="{740153A4-FBD0-4746-8B78-2FA00B0B7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532"/>
              <a:ext cx="283" cy="30"/>
            </a:xfrm>
            <a:custGeom>
              <a:avLst/>
              <a:gdLst>
                <a:gd name="T0" fmla="*/ 0 w 202"/>
                <a:gd name="T1" fmla="*/ 48 h 22"/>
                <a:gd name="T2" fmla="*/ 432 w 202"/>
                <a:gd name="T3" fmla="*/ 1 h 22"/>
                <a:gd name="T4" fmla="*/ 755 w 202"/>
                <a:gd name="T5" fmla="*/ 27 h 22"/>
                <a:gd name="T6" fmla="*/ 1090 w 202"/>
                <a:gd name="T7" fmla="*/ 10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22">
                  <a:moveTo>
                    <a:pt x="0" y="10"/>
                  </a:moveTo>
                  <a:cubicBezTo>
                    <a:pt x="27" y="10"/>
                    <a:pt x="53" y="2"/>
                    <a:pt x="80" y="1"/>
                  </a:cubicBezTo>
                  <a:cubicBezTo>
                    <a:pt x="100" y="0"/>
                    <a:pt x="120" y="2"/>
                    <a:pt x="140" y="6"/>
                  </a:cubicBezTo>
                  <a:cubicBezTo>
                    <a:pt x="161" y="11"/>
                    <a:pt x="181" y="19"/>
                    <a:pt x="202" y="2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17" name="Freeform 344">
              <a:extLst>
                <a:ext uri="{FF2B5EF4-FFF2-40B4-BE49-F238E27FC236}">
                  <a16:creationId xmlns:a16="http://schemas.microsoft.com/office/drawing/2014/main" id="{C548E0D2-A29F-4C76-9409-7B7B99905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575"/>
              <a:ext cx="132" cy="18"/>
            </a:xfrm>
            <a:custGeom>
              <a:avLst/>
              <a:gdLst>
                <a:gd name="T0" fmla="*/ 513 w 94"/>
                <a:gd name="T1" fmla="*/ 40 h 13"/>
                <a:gd name="T2" fmla="*/ 205 w 94"/>
                <a:gd name="T3" fmla="*/ 21 h 13"/>
                <a:gd name="T4" fmla="*/ 0 w 94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3">
                  <a:moveTo>
                    <a:pt x="94" y="8"/>
                  </a:moveTo>
                  <a:cubicBezTo>
                    <a:pt x="80" y="0"/>
                    <a:pt x="54" y="1"/>
                    <a:pt x="38" y="4"/>
                  </a:cubicBezTo>
                  <a:cubicBezTo>
                    <a:pt x="26" y="7"/>
                    <a:pt x="12" y="13"/>
                    <a:pt x="0" y="1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18" name="Freeform 345">
              <a:extLst>
                <a:ext uri="{FF2B5EF4-FFF2-40B4-BE49-F238E27FC236}">
                  <a16:creationId xmlns:a16="http://schemas.microsoft.com/office/drawing/2014/main" id="{3962AF1D-8486-4091-8191-3C38A4791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598"/>
              <a:ext cx="249" cy="37"/>
            </a:xfrm>
            <a:custGeom>
              <a:avLst/>
              <a:gdLst>
                <a:gd name="T0" fmla="*/ 953 w 178"/>
                <a:gd name="T1" fmla="*/ 55 h 27"/>
                <a:gd name="T2" fmla="*/ 718 w 178"/>
                <a:gd name="T3" fmla="*/ 103 h 27"/>
                <a:gd name="T4" fmla="*/ 406 w 178"/>
                <a:gd name="T5" fmla="*/ 67 h 27"/>
                <a:gd name="T6" fmla="*/ 176 w 178"/>
                <a:gd name="T7" fmla="*/ 49 h 27"/>
                <a:gd name="T8" fmla="*/ 0 w 178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27">
                  <a:moveTo>
                    <a:pt x="178" y="11"/>
                  </a:moveTo>
                  <a:cubicBezTo>
                    <a:pt x="162" y="11"/>
                    <a:pt x="149" y="16"/>
                    <a:pt x="134" y="21"/>
                  </a:cubicBezTo>
                  <a:cubicBezTo>
                    <a:pt x="112" y="27"/>
                    <a:pt x="96" y="21"/>
                    <a:pt x="76" y="14"/>
                  </a:cubicBezTo>
                  <a:cubicBezTo>
                    <a:pt x="62" y="9"/>
                    <a:pt x="47" y="12"/>
                    <a:pt x="33" y="10"/>
                  </a:cubicBezTo>
                  <a:cubicBezTo>
                    <a:pt x="22" y="9"/>
                    <a:pt x="11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19" name="Freeform 346">
              <a:extLst>
                <a:ext uri="{FF2B5EF4-FFF2-40B4-BE49-F238E27FC236}">
                  <a16:creationId xmlns:a16="http://schemas.microsoft.com/office/drawing/2014/main" id="{EDA560EB-94BA-4371-AD10-4537DC05F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575"/>
              <a:ext cx="93" cy="24"/>
            </a:xfrm>
            <a:custGeom>
              <a:avLst/>
              <a:gdLst>
                <a:gd name="T0" fmla="*/ 368 w 66"/>
                <a:gd name="T1" fmla="*/ 0 h 17"/>
                <a:gd name="T2" fmla="*/ 0 w 66"/>
                <a:gd name="T3" fmla="*/ 4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7">
                  <a:moveTo>
                    <a:pt x="66" y="0"/>
                  </a:moveTo>
                  <a:cubicBezTo>
                    <a:pt x="46" y="0"/>
                    <a:pt x="18" y="17"/>
                    <a:pt x="0" y="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20" name="Freeform 347">
              <a:extLst>
                <a:ext uri="{FF2B5EF4-FFF2-40B4-BE49-F238E27FC236}">
                  <a16:creationId xmlns:a16="http://schemas.microsoft.com/office/drawing/2014/main" id="{89D35542-E71F-4E72-B5D7-0D72F85C4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561"/>
              <a:ext cx="400" cy="51"/>
            </a:xfrm>
            <a:custGeom>
              <a:avLst/>
              <a:gdLst>
                <a:gd name="T0" fmla="*/ 0 w 285"/>
                <a:gd name="T1" fmla="*/ 0 h 36"/>
                <a:gd name="T2" fmla="*/ 567 w 285"/>
                <a:gd name="T3" fmla="*/ 40 h 36"/>
                <a:gd name="T4" fmla="*/ 888 w 285"/>
                <a:gd name="T5" fmla="*/ 105 h 36"/>
                <a:gd name="T6" fmla="*/ 1068 w 285"/>
                <a:gd name="T7" fmla="*/ 57 h 36"/>
                <a:gd name="T8" fmla="*/ 1336 w 285"/>
                <a:gd name="T9" fmla="*/ 109 h 36"/>
                <a:gd name="T10" fmla="*/ 1551 w 285"/>
                <a:gd name="T11" fmla="*/ 20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36">
                  <a:moveTo>
                    <a:pt x="0" y="0"/>
                  </a:moveTo>
                  <a:cubicBezTo>
                    <a:pt x="4" y="24"/>
                    <a:pt x="88" y="5"/>
                    <a:pt x="104" y="7"/>
                  </a:cubicBezTo>
                  <a:cubicBezTo>
                    <a:pt x="122" y="9"/>
                    <a:pt x="144" y="21"/>
                    <a:pt x="163" y="18"/>
                  </a:cubicBezTo>
                  <a:cubicBezTo>
                    <a:pt x="175" y="16"/>
                    <a:pt x="183" y="9"/>
                    <a:pt x="196" y="10"/>
                  </a:cubicBezTo>
                  <a:cubicBezTo>
                    <a:pt x="212" y="12"/>
                    <a:pt x="229" y="16"/>
                    <a:pt x="245" y="19"/>
                  </a:cubicBezTo>
                  <a:cubicBezTo>
                    <a:pt x="257" y="21"/>
                    <a:pt x="277" y="27"/>
                    <a:pt x="285" y="3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21" name="Freeform 348">
              <a:extLst>
                <a:ext uri="{FF2B5EF4-FFF2-40B4-BE49-F238E27FC236}">
                  <a16:creationId xmlns:a16="http://schemas.microsoft.com/office/drawing/2014/main" id="{EBC364E2-71A0-4F8E-AB34-A24E8E55D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663"/>
              <a:ext cx="590" cy="69"/>
            </a:xfrm>
            <a:custGeom>
              <a:avLst/>
              <a:gdLst>
                <a:gd name="T0" fmla="*/ 0 w 421"/>
                <a:gd name="T1" fmla="*/ 28 h 49"/>
                <a:gd name="T2" fmla="*/ 11 w 421"/>
                <a:gd name="T3" fmla="*/ 11 h 49"/>
                <a:gd name="T4" fmla="*/ 385 w 421"/>
                <a:gd name="T5" fmla="*/ 96 h 49"/>
                <a:gd name="T6" fmla="*/ 674 w 421"/>
                <a:gd name="T7" fmla="*/ 77 h 49"/>
                <a:gd name="T8" fmla="*/ 960 w 421"/>
                <a:gd name="T9" fmla="*/ 11 h 49"/>
                <a:gd name="T10" fmla="*/ 1184 w 421"/>
                <a:gd name="T11" fmla="*/ 39 h 49"/>
                <a:gd name="T12" fmla="*/ 1376 w 421"/>
                <a:gd name="T13" fmla="*/ 173 h 49"/>
                <a:gd name="T14" fmla="*/ 1819 w 421"/>
                <a:gd name="T15" fmla="*/ 259 h 49"/>
                <a:gd name="T16" fmla="*/ 2144 w 421"/>
                <a:gd name="T17" fmla="*/ 125 h 49"/>
                <a:gd name="T18" fmla="*/ 2276 w 421"/>
                <a:gd name="T19" fmla="*/ 28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1" h="49">
                  <a:moveTo>
                    <a:pt x="0" y="5"/>
                  </a:moveTo>
                  <a:cubicBezTo>
                    <a:pt x="1" y="4"/>
                    <a:pt x="1" y="3"/>
                    <a:pt x="2" y="2"/>
                  </a:cubicBezTo>
                  <a:cubicBezTo>
                    <a:pt x="24" y="9"/>
                    <a:pt x="48" y="15"/>
                    <a:pt x="71" y="17"/>
                  </a:cubicBezTo>
                  <a:cubicBezTo>
                    <a:pt x="90" y="19"/>
                    <a:pt x="106" y="19"/>
                    <a:pt x="125" y="14"/>
                  </a:cubicBezTo>
                  <a:cubicBezTo>
                    <a:pt x="142" y="9"/>
                    <a:pt x="160" y="4"/>
                    <a:pt x="178" y="2"/>
                  </a:cubicBezTo>
                  <a:cubicBezTo>
                    <a:pt x="192" y="0"/>
                    <a:pt x="206" y="3"/>
                    <a:pt x="219" y="7"/>
                  </a:cubicBezTo>
                  <a:cubicBezTo>
                    <a:pt x="235" y="12"/>
                    <a:pt x="242" y="22"/>
                    <a:pt x="255" y="31"/>
                  </a:cubicBezTo>
                  <a:cubicBezTo>
                    <a:pt x="278" y="47"/>
                    <a:pt x="309" y="49"/>
                    <a:pt x="337" y="47"/>
                  </a:cubicBezTo>
                  <a:cubicBezTo>
                    <a:pt x="360" y="45"/>
                    <a:pt x="378" y="35"/>
                    <a:pt x="397" y="23"/>
                  </a:cubicBezTo>
                  <a:cubicBezTo>
                    <a:pt x="404" y="18"/>
                    <a:pt x="417" y="10"/>
                    <a:pt x="421" y="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22" name="Freeform 349">
              <a:extLst>
                <a:ext uri="{FF2B5EF4-FFF2-40B4-BE49-F238E27FC236}">
                  <a16:creationId xmlns:a16="http://schemas.microsoft.com/office/drawing/2014/main" id="{4E481FFC-8B45-42CD-8EA0-01BEB1B99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753"/>
              <a:ext cx="245" cy="89"/>
            </a:xfrm>
            <a:custGeom>
              <a:avLst/>
              <a:gdLst>
                <a:gd name="T0" fmla="*/ 0 w 175"/>
                <a:gd name="T1" fmla="*/ 0 h 63"/>
                <a:gd name="T2" fmla="*/ 77 w 175"/>
                <a:gd name="T3" fmla="*/ 64 h 63"/>
                <a:gd name="T4" fmla="*/ 190 w 175"/>
                <a:gd name="T5" fmla="*/ 206 h 63"/>
                <a:gd name="T6" fmla="*/ 280 w 175"/>
                <a:gd name="T7" fmla="*/ 339 h 63"/>
                <a:gd name="T8" fmla="*/ 441 w 175"/>
                <a:gd name="T9" fmla="*/ 274 h 63"/>
                <a:gd name="T10" fmla="*/ 741 w 175"/>
                <a:gd name="T11" fmla="*/ 114 h 63"/>
                <a:gd name="T12" fmla="*/ 941 w 175"/>
                <a:gd name="T13" fmla="*/ 114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63">
                  <a:moveTo>
                    <a:pt x="0" y="0"/>
                  </a:moveTo>
                  <a:cubicBezTo>
                    <a:pt x="2" y="7"/>
                    <a:pt x="8" y="6"/>
                    <a:pt x="14" y="11"/>
                  </a:cubicBezTo>
                  <a:cubicBezTo>
                    <a:pt x="23" y="18"/>
                    <a:pt x="30" y="28"/>
                    <a:pt x="35" y="37"/>
                  </a:cubicBezTo>
                  <a:cubicBezTo>
                    <a:pt x="39" y="44"/>
                    <a:pt x="43" y="57"/>
                    <a:pt x="52" y="60"/>
                  </a:cubicBezTo>
                  <a:cubicBezTo>
                    <a:pt x="62" y="63"/>
                    <a:pt x="74" y="54"/>
                    <a:pt x="82" y="49"/>
                  </a:cubicBezTo>
                  <a:cubicBezTo>
                    <a:pt x="99" y="38"/>
                    <a:pt x="117" y="23"/>
                    <a:pt x="138" y="20"/>
                  </a:cubicBezTo>
                  <a:cubicBezTo>
                    <a:pt x="146" y="19"/>
                    <a:pt x="169" y="17"/>
                    <a:pt x="175" y="2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23" name="Freeform 350">
              <a:extLst>
                <a:ext uri="{FF2B5EF4-FFF2-40B4-BE49-F238E27FC236}">
                  <a16:creationId xmlns:a16="http://schemas.microsoft.com/office/drawing/2014/main" id="{6A819BDF-57A7-4FB9-B9A4-413066F01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678"/>
              <a:ext cx="239" cy="35"/>
            </a:xfrm>
            <a:custGeom>
              <a:avLst/>
              <a:gdLst>
                <a:gd name="T0" fmla="*/ 934 w 170"/>
                <a:gd name="T1" fmla="*/ 1 h 25"/>
                <a:gd name="T2" fmla="*/ 813 w 170"/>
                <a:gd name="T3" fmla="*/ 55 h 25"/>
                <a:gd name="T4" fmla="*/ 652 w 170"/>
                <a:gd name="T5" fmla="*/ 80 h 25"/>
                <a:gd name="T6" fmla="*/ 498 w 170"/>
                <a:gd name="T7" fmla="*/ 108 h 25"/>
                <a:gd name="T8" fmla="*/ 395 w 170"/>
                <a:gd name="T9" fmla="*/ 132 h 25"/>
                <a:gd name="T10" fmla="*/ 191 w 170"/>
                <a:gd name="T11" fmla="*/ 55 h 25"/>
                <a:gd name="T12" fmla="*/ 0 w 170"/>
                <a:gd name="T13" fmla="*/ 2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5">
                  <a:moveTo>
                    <a:pt x="170" y="1"/>
                  </a:moveTo>
                  <a:cubicBezTo>
                    <a:pt x="165" y="0"/>
                    <a:pt x="155" y="8"/>
                    <a:pt x="148" y="10"/>
                  </a:cubicBezTo>
                  <a:cubicBezTo>
                    <a:pt x="139" y="12"/>
                    <a:pt x="128" y="14"/>
                    <a:pt x="119" y="15"/>
                  </a:cubicBezTo>
                  <a:cubicBezTo>
                    <a:pt x="109" y="16"/>
                    <a:pt x="100" y="17"/>
                    <a:pt x="90" y="20"/>
                  </a:cubicBezTo>
                  <a:cubicBezTo>
                    <a:pt x="84" y="23"/>
                    <a:pt x="79" y="25"/>
                    <a:pt x="72" y="24"/>
                  </a:cubicBezTo>
                  <a:cubicBezTo>
                    <a:pt x="59" y="21"/>
                    <a:pt x="48" y="13"/>
                    <a:pt x="35" y="10"/>
                  </a:cubicBezTo>
                  <a:cubicBezTo>
                    <a:pt x="24" y="8"/>
                    <a:pt x="12" y="6"/>
                    <a:pt x="0" y="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24" name="Freeform 351">
              <a:extLst>
                <a:ext uri="{FF2B5EF4-FFF2-40B4-BE49-F238E27FC236}">
                  <a16:creationId xmlns:a16="http://schemas.microsoft.com/office/drawing/2014/main" id="{D54ADBE4-6FD2-4B9D-8D49-6A2355C86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534"/>
              <a:ext cx="326" cy="38"/>
            </a:xfrm>
            <a:custGeom>
              <a:avLst/>
              <a:gdLst>
                <a:gd name="T0" fmla="*/ 1272 w 232"/>
                <a:gd name="T1" fmla="*/ 149 h 27"/>
                <a:gd name="T2" fmla="*/ 946 w 232"/>
                <a:gd name="T3" fmla="*/ 59 h 27"/>
                <a:gd name="T4" fmla="*/ 530 w 232"/>
                <a:gd name="T5" fmla="*/ 30 h 27"/>
                <a:gd name="T6" fmla="*/ 230 w 232"/>
                <a:gd name="T7" fmla="*/ 21 h 27"/>
                <a:gd name="T8" fmla="*/ 117 w 232"/>
                <a:gd name="T9" fmla="*/ 11 h 27"/>
                <a:gd name="T10" fmla="*/ 0 w 232"/>
                <a:gd name="T11" fmla="*/ 39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7">
                  <a:moveTo>
                    <a:pt x="232" y="27"/>
                  </a:moveTo>
                  <a:cubicBezTo>
                    <a:pt x="217" y="16"/>
                    <a:pt x="193" y="11"/>
                    <a:pt x="173" y="11"/>
                  </a:cubicBezTo>
                  <a:cubicBezTo>
                    <a:pt x="148" y="11"/>
                    <a:pt x="122" y="7"/>
                    <a:pt x="97" y="6"/>
                  </a:cubicBezTo>
                  <a:cubicBezTo>
                    <a:pt x="78" y="5"/>
                    <a:pt x="60" y="7"/>
                    <a:pt x="42" y="4"/>
                  </a:cubicBezTo>
                  <a:cubicBezTo>
                    <a:pt x="34" y="3"/>
                    <a:pt x="29" y="0"/>
                    <a:pt x="21" y="2"/>
                  </a:cubicBezTo>
                  <a:cubicBezTo>
                    <a:pt x="14" y="3"/>
                    <a:pt x="8" y="8"/>
                    <a:pt x="0" y="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25" name="Freeform 352">
              <a:extLst>
                <a:ext uri="{FF2B5EF4-FFF2-40B4-BE49-F238E27FC236}">
                  <a16:creationId xmlns:a16="http://schemas.microsoft.com/office/drawing/2014/main" id="{400BD411-58CB-41BD-88C9-5CBC33307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631"/>
              <a:ext cx="401" cy="97"/>
            </a:xfrm>
            <a:custGeom>
              <a:avLst/>
              <a:gdLst>
                <a:gd name="T0" fmla="*/ 0 w 286"/>
                <a:gd name="T1" fmla="*/ 87 h 69"/>
                <a:gd name="T2" fmla="*/ 255 w 286"/>
                <a:gd name="T3" fmla="*/ 94 h 69"/>
                <a:gd name="T4" fmla="*/ 583 w 286"/>
                <a:gd name="T5" fmla="*/ 1 h 69"/>
                <a:gd name="T6" fmla="*/ 885 w 286"/>
                <a:gd name="T7" fmla="*/ 49 h 69"/>
                <a:gd name="T8" fmla="*/ 1089 w 286"/>
                <a:gd name="T9" fmla="*/ 97 h 69"/>
                <a:gd name="T10" fmla="*/ 1317 w 286"/>
                <a:gd name="T11" fmla="*/ 273 h 69"/>
                <a:gd name="T12" fmla="*/ 1549 w 286"/>
                <a:gd name="T13" fmla="*/ 378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6" h="69">
                  <a:moveTo>
                    <a:pt x="0" y="16"/>
                  </a:moveTo>
                  <a:cubicBezTo>
                    <a:pt x="15" y="22"/>
                    <a:pt x="30" y="19"/>
                    <a:pt x="47" y="17"/>
                  </a:cubicBezTo>
                  <a:cubicBezTo>
                    <a:pt x="68" y="15"/>
                    <a:pt x="87" y="3"/>
                    <a:pt x="108" y="1"/>
                  </a:cubicBezTo>
                  <a:cubicBezTo>
                    <a:pt x="127" y="0"/>
                    <a:pt x="144" y="3"/>
                    <a:pt x="163" y="9"/>
                  </a:cubicBezTo>
                  <a:cubicBezTo>
                    <a:pt x="175" y="13"/>
                    <a:pt x="189" y="13"/>
                    <a:pt x="201" y="18"/>
                  </a:cubicBezTo>
                  <a:cubicBezTo>
                    <a:pt x="216" y="25"/>
                    <a:pt x="229" y="41"/>
                    <a:pt x="243" y="50"/>
                  </a:cubicBezTo>
                  <a:cubicBezTo>
                    <a:pt x="256" y="58"/>
                    <a:pt x="272" y="64"/>
                    <a:pt x="286" y="6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26" name="Freeform 353">
              <a:extLst>
                <a:ext uri="{FF2B5EF4-FFF2-40B4-BE49-F238E27FC236}">
                  <a16:creationId xmlns:a16="http://schemas.microsoft.com/office/drawing/2014/main" id="{75649AA1-27E1-428F-813C-07EA49A7E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619"/>
              <a:ext cx="312" cy="66"/>
            </a:xfrm>
            <a:custGeom>
              <a:avLst/>
              <a:gdLst>
                <a:gd name="T0" fmla="*/ 1217 w 222"/>
                <a:gd name="T1" fmla="*/ 244 h 47"/>
                <a:gd name="T2" fmla="*/ 1107 w 222"/>
                <a:gd name="T3" fmla="*/ 258 h 47"/>
                <a:gd name="T4" fmla="*/ 838 w 222"/>
                <a:gd name="T5" fmla="*/ 204 h 47"/>
                <a:gd name="T6" fmla="*/ 347 w 222"/>
                <a:gd name="T7" fmla="*/ 11 h 47"/>
                <a:gd name="T8" fmla="*/ 0 w 222"/>
                <a:gd name="T9" fmla="*/ 6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47">
                  <a:moveTo>
                    <a:pt x="222" y="45"/>
                  </a:moveTo>
                  <a:cubicBezTo>
                    <a:pt x="217" y="44"/>
                    <a:pt x="208" y="47"/>
                    <a:pt x="202" y="47"/>
                  </a:cubicBezTo>
                  <a:cubicBezTo>
                    <a:pt x="184" y="47"/>
                    <a:pt x="170" y="44"/>
                    <a:pt x="153" y="37"/>
                  </a:cubicBezTo>
                  <a:cubicBezTo>
                    <a:pt x="123" y="24"/>
                    <a:pt x="96" y="6"/>
                    <a:pt x="63" y="2"/>
                  </a:cubicBezTo>
                  <a:cubicBezTo>
                    <a:pt x="41" y="0"/>
                    <a:pt x="21" y="10"/>
                    <a:pt x="0" y="1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27" name="Freeform 354">
              <a:extLst>
                <a:ext uri="{FF2B5EF4-FFF2-40B4-BE49-F238E27FC236}">
                  <a16:creationId xmlns:a16="http://schemas.microsoft.com/office/drawing/2014/main" id="{B1EFF3AA-356C-49A5-B2E0-B4560A545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690"/>
              <a:ext cx="247" cy="41"/>
            </a:xfrm>
            <a:custGeom>
              <a:avLst/>
              <a:gdLst>
                <a:gd name="T0" fmla="*/ 959 w 176"/>
                <a:gd name="T1" fmla="*/ 164 h 29"/>
                <a:gd name="T2" fmla="*/ 685 w 176"/>
                <a:gd name="T3" fmla="*/ 151 h 29"/>
                <a:gd name="T4" fmla="*/ 542 w 176"/>
                <a:gd name="T5" fmla="*/ 131 h 29"/>
                <a:gd name="T6" fmla="*/ 404 w 176"/>
                <a:gd name="T7" fmla="*/ 40 h 29"/>
                <a:gd name="T8" fmla="*/ 163 w 176"/>
                <a:gd name="T9" fmla="*/ 11 h 29"/>
                <a:gd name="T10" fmla="*/ 0 w 176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6" h="29">
                  <a:moveTo>
                    <a:pt x="176" y="29"/>
                  </a:moveTo>
                  <a:cubicBezTo>
                    <a:pt x="166" y="22"/>
                    <a:pt x="138" y="26"/>
                    <a:pt x="126" y="27"/>
                  </a:cubicBezTo>
                  <a:cubicBezTo>
                    <a:pt x="115" y="28"/>
                    <a:pt x="110" y="29"/>
                    <a:pt x="100" y="23"/>
                  </a:cubicBezTo>
                  <a:cubicBezTo>
                    <a:pt x="91" y="18"/>
                    <a:pt x="84" y="10"/>
                    <a:pt x="74" y="7"/>
                  </a:cubicBezTo>
                  <a:cubicBezTo>
                    <a:pt x="60" y="3"/>
                    <a:pt x="44" y="5"/>
                    <a:pt x="30" y="2"/>
                  </a:cubicBezTo>
                  <a:cubicBezTo>
                    <a:pt x="20" y="0"/>
                    <a:pt x="10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28" name="Freeform 355">
              <a:extLst>
                <a:ext uri="{FF2B5EF4-FFF2-40B4-BE49-F238E27FC236}">
                  <a16:creationId xmlns:a16="http://schemas.microsoft.com/office/drawing/2014/main" id="{93105111-CF1D-41D7-98F4-92EF9D197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766"/>
              <a:ext cx="178" cy="42"/>
            </a:xfrm>
            <a:custGeom>
              <a:avLst/>
              <a:gdLst>
                <a:gd name="T0" fmla="*/ 0 w 127"/>
                <a:gd name="T1" fmla="*/ 1 h 30"/>
                <a:gd name="T2" fmla="*/ 108 w 127"/>
                <a:gd name="T3" fmla="*/ 55 h 30"/>
                <a:gd name="T4" fmla="*/ 191 w 127"/>
                <a:gd name="T5" fmla="*/ 112 h 30"/>
                <a:gd name="T6" fmla="*/ 405 w 127"/>
                <a:gd name="T7" fmla="*/ 118 h 30"/>
                <a:gd name="T8" fmla="*/ 685 w 127"/>
                <a:gd name="T9" fmla="*/ 6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30">
                  <a:moveTo>
                    <a:pt x="0" y="1"/>
                  </a:moveTo>
                  <a:cubicBezTo>
                    <a:pt x="7" y="4"/>
                    <a:pt x="14" y="6"/>
                    <a:pt x="20" y="10"/>
                  </a:cubicBezTo>
                  <a:cubicBezTo>
                    <a:pt x="26" y="13"/>
                    <a:pt x="30" y="18"/>
                    <a:pt x="35" y="21"/>
                  </a:cubicBezTo>
                  <a:cubicBezTo>
                    <a:pt x="48" y="30"/>
                    <a:pt x="60" y="28"/>
                    <a:pt x="75" y="22"/>
                  </a:cubicBezTo>
                  <a:cubicBezTo>
                    <a:pt x="91" y="15"/>
                    <a:pt x="112" y="0"/>
                    <a:pt x="127" y="1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29" name="Freeform 356">
              <a:extLst>
                <a:ext uri="{FF2B5EF4-FFF2-40B4-BE49-F238E27FC236}">
                  <a16:creationId xmlns:a16="http://schemas.microsoft.com/office/drawing/2014/main" id="{BBD1C73E-6B41-42A4-85D0-6666CBBCB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661"/>
              <a:ext cx="177" cy="32"/>
            </a:xfrm>
            <a:custGeom>
              <a:avLst/>
              <a:gdLst>
                <a:gd name="T0" fmla="*/ 691 w 126"/>
                <a:gd name="T1" fmla="*/ 83 h 23"/>
                <a:gd name="T2" fmla="*/ 464 w 126"/>
                <a:gd name="T3" fmla="*/ 109 h 23"/>
                <a:gd name="T4" fmla="*/ 230 w 126"/>
                <a:gd name="T5" fmla="*/ 15 h 23"/>
                <a:gd name="T6" fmla="*/ 81 w 126"/>
                <a:gd name="T7" fmla="*/ 0 h 23"/>
                <a:gd name="T8" fmla="*/ 0 w 126"/>
                <a:gd name="T9" fmla="*/ 1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23">
                  <a:moveTo>
                    <a:pt x="126" y="16"/>
                  </a:moveTo>
                  <a:cubicBezTo>
                    <a:pt x="112" y="21"/>
                    <a:pt x="100" y="23"/>
                    <a:pt x="85" y="21"/>
                  </a:cubicBezTo>
                  <a:cubicBezTo>
                    <a:pt x="69" y="19"/>
                    <a:pt x="57" y="8"/>
                    <a:pt x="42" y="3"/>
                  </a:cubicBezTo>
                  <a:cubicBezTo>
                    <a:pt x="35" y="1"/>
                    <a:pt x="22" y="0"/>
                    <a:pt x="15" y="0"/>
                  </a:cubicBezTo>
                  <a:cubicBezTo>
                    <a:pt x="10" y="0"/>
                    <a:pt x="0" y="3"/>
                    <a:pt x="0" y="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30" name="Freeform 357">
              <a:extLst>
                <a:ext uri="{FF2B5EF4-FFF2-40B4-BE49-F238E27FC236}">
                  <a16:creationId xmlns:a16="http://schemas.microsoft.com/office/drawing/2014/main" id="{4ACED206-D736-45A1-A407-6B8BF0EA0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710"/>
              <a:ext cx="259" cy="50"/>
            </a:xfrm>
            <a:custGeom>
              <a:avLst/>
              <a:gdLst>
                <a:gd name="T0" fmla="*/ 995 w 185"/>
                <a:gd name="T1" fmla="*/ 0 h 36"/>
                <a:gd name="T2" fmla="*/ 694 w 185"/>
                <a:gd name="T3" fmla="*/ 143 h 36"/>
                <a:gd name="T4" fmla="*/ 386 w 185"/>
                <a:gd name="T5" fmla="*/ 150 h 36"/>
                <a:gd name="T6" fmla="*/ 136 w 185"/>
                <a:gd name="T7" fmla="*/ 131 h 36"/>
                <a:gd name="T8" fmla="*/ 0 w 185"/>
                <a:gd name="T9" fmla="*/ 11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36">
                  <a:moveTo>
                    <a:pt x="185" y="0"/>
                  </a:moveTo>
                  <a:cubicBezTo>
                    <a:pt x="166" y="4"/>
                    <a:pt x="147" y="18"/>
                    <a:pt x="129" y="27"/>
                  </a:cubicBezTo>
                  <a:cubicBezTo>
                    <a:pt x="112" y="36"/>
                    <a:pt x="90" y="35"/>
                    <a:pt x="72" y="29"/>
                  </a:cubicBezTo>
                  <a:cubicBezTo>
                    <a:pt x="53" y="22"/>
                    <a:pt x="43" y="19"/>
                    <a:pt x="25" y="25"/>
                  </a:cubicBezTo>
                  <a:cubicBezTo>
                    <a:pt x="15" y="28"/>
                    <a:pt x="10" y="27"/>
                    <a:pt x="0" y="2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31" name="Freeform 358">
              <a:extLst>
                <a:ext uri="{FF2B5EF4-FFF2-40B4-BE49-F238E27FC236}">
                  <a16:creationId xmlns:a16="http://schemas.microsoft.com/office/drawing/2014/main" id="{F9255C34-7B00-42BC-8A4C-3884BFCB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710"/>
              <a:ext cx="72" cy="11"/>
            </a:xfrm>
            <a:custGeom>
              <a:avLst/>
              <a:gdLst>
                <a:gd name="T0" fmla="*/ 287 w 51"/>
                <a:gd name="T1" fmla="*/ 26 h 8"/>
                <a:gd name="T2" fmla="*/ 232 w 51"/>
                <a:gd name="T3" fmla="*/ 1 h 8"/>
                <a:gd name="T4" fmla="*/ 136 w 51"/>
                <a:gd name="T5" fmla="*/ 11 h 8"/>
                <a:gd name="T6" fmla="*/ 0 w 51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8">
                  <a:moveTo>
                    <a:pt x="51" y="5"/>
                  </a:moveTo>
                  <a:cubicBezTo>
                    <a:pt x="51" y="8"/>
                    <a:pt x="45" y="2"/>
                    <a:pt x="41" y="1"/>
                  </a:cubicBezTo>
                  <a:cubicBezTo>
                    <a:pt x="36" y="0"/>
                    <a:pt x="29" y="1"/>
                    <a:pt x="24" y="2"/>
                  </a:cubicBezTo>
                  <a:cubicBezTo>
                    <a:pt x="17" y="3"/>
                    <a:pt x="5" y="3"/>
                    <a:pt x="0" y="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32" name="Freeform 359">
              <a:extLst>
                <a:ext uri="{FF2B5EF4-FFF2-40B4-BE49-F238E27FC236}">
                  <a16:creationId xmlns:a16="http://schemas.microsoft.com/office/drawing/2014/main" id="{F7904FCD-68C7-42EC-AF47-24F079C9E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795"/>
              <a:ext cx="242" cy="76"/>
            </a:xfrm>
            <a:custGeom>
              <a:avLst/>
              <a:gdLst>
                <a:gd name="T0" fmla="*/ 947 w 172"/>
                <a:gd name="T1" fmla="*/ 30 h 54"/>
                <a:gd name="T2" fmla="*/ 884 w 172"/>
                <a:gd name="T3" fmla="*/ 30 h 54"/>
                <a:gd name="T4" fmla="*/ 782 w 172"/>
                <a:gd name="T5" fmla="*/ 1 h 54"/>
                <a:gd name="T6" fmla="*/ 646 w 172"/>
                <a:gd name="T7" fmla="*/ 77 h 54"/>
                <a:gd name="T8" fmla="*/ 546 w 172"/>
                <a:gd name="T9" fmla="*/ 248 h 54"/>
                <a:gd name="T10" fmla="*/ 405 w 172"/>
                <a:gd name="T11" fmla="*/ 300 h 54"/>
                <a:gd name="T12" fmla="*/ 172 w 172"/>
                <a:gd name="T13" fmla="*/ 193 h 54"/>
                <a:gd name="T14" fmla="*/ 0 w 172"/>
                <a:gd name="T15" fmla="*/ 12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54">
                  <a:moveTo>
                    <a:pt x="172" y="6"/>
                  </a:moveTo>
                  <a:cubicBezTo>
                    <a:pt x="168" y="4"/>
                    <a:pt x="165" y="7"/>
                    <a:pt x="160" y="6"/>
                  </a:cubicBezTo>
                  <a:cubicBezTo>
                    <a:pt x="154" y="6"/>
                    <a:pt x="148" y="2"/>
                    <a:pt x="142" y="1"/>
                  </a:cubicBezTo>
                  <a:cubicBezTo>
                    <a:pt x="131" y="0"/>
                    <a:pt x="122" y="5"/>
                    <a:pt x="117" y="14"/>
                  </a:cubicBezTo>
                  <a:cubicBezTo>
                    <a:pt x="110" y="25"/>
                    <a:pt x="109" y="36"/>
                    <a:pt x="99" y="45"/>
                  </a:cubicBezTo>
                  <a:cubicBezTo>
                    <a:pt x="92" y="51"/>
                    <a:pt x="84" y="54"/>
                    <a:pt x="74" y="54"/>
                  </a:cubicBezTo>
                  <a:cubicBezTo>
                    <a:pt x="56" y="53"/>
                    <a:pt x="45" y="43"/>
                    <a:pt x="31" y="35"/>
                  </a:cubicBezTo>
                  <a:cubicBezTo>
                    <a:pt x="22" y="29"/>
                    <a:pt x="10" y="24"/>
                    <a:pt x="0" y="2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33" name="Freeform 360">
              <a:extLst>
                <a:ext uri="{FF2B5EF4-FFF2-40B4-BE49-F238E27FC236}">
                  <a16:creationId xmlns:a16="http://schemas.microsoft.com/office/drawing/2014/main" id="{1917B3F6-6D4B-40C8-886E-C389C9AC6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703"/>
              <a:ext cx="592" cy="77"/>
            </a:xfrm>
            <a:custGeom>
              <a:avLst/>
              <a:gdLst>
                <a:gd name="T0" fmla="*/ 0 w 422"/>
                <a:gd name="T1" fmla="*/ 55 h 55"/>
                <a:gd name="T2" fmla="*/ 282 w 422"/>
                <a:gd name="T3" fmla="*/ 108 h 55"/>
                <a:gd name="T4" fmla="*/ 502 w 422"/>
                <a:gd name="T5" fmla="*/ 80 h 55"/>
                <a:gd name="T6" fmla="*/ 742 w 422"/>
                <a:gd name="T7" fmla="*/ 11 h 55"/>
                <a:gd name="T8" fmla="*/ 1035 w 422"/>
                <a:gd name="T9" fmla="*/ 28 h 55"/>
                <a:gd name="T10" fmla="*/ 1306 w 422"/>
                <a:gd name="T11" fmla="*/ 104 h 55"/>
                <a:gd name="T12" fmla="*/ 1734 w 422"/>
                <a:gd name="T13" fmla="*/ 190 h 55"/>
                <a:gd name="T14" fmla="*/ 2013 w 422"/>
                <a:gd name="T15" fmla="*/ 290 h 55"/>
                <a:gd name="T16" fmla="*/ 2194 w 422"/>
                <a:gd name="T17" fmla="*/ 231 h 55"/>
                <a:gd name="T18" fmla="*/ 2291 w 422"/>
                <a:gd name="T19" fmla="*/ 118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2" h="55">
                  <a:moveTo>
                    <a:pt x="0" y="10"/>
                  </a:moveTo>
                  <a:cubicBezTo>
                    <a:pt x="7" y="19"/>
                    <a:pt x="38" y="20"/>
                    <a:pt x="52" y="20"/>
                  </a:cubicBezTo>
                  <a:cubicBezTo>
                    <a:pt x="66" y="20"/>
                    <a:pt x="80" y="19"/>
                    <a:pt x="93" y="15"/>
                  </a:cubicBezTo>
                  <a:cubicBezTo>
                    <a:pt x="109" y="11"/>
                    <a:pt x="121" y="3"/>
                    <a:pt x="137" y="2"/>
                  </a:cubicBezTo>
                  <a:cubicBezTo>
                    <a:pt x="155" y="0"/>
                    <a:pt x="173" y="2"/>
                    <a:pt x="190" y="5"/>
                  </a:cubicBezTo>
                  <a:cubicBezTo>
                    <a:pt x="207" y="8"/>
                    <a:pt x="223" y="17"/>
                    <a:pt x="240" y="19"/>
                  </a:cubicBezTo>
                  <a:cubicBezTo>
                    <a:pt x="266" y="23"/>
                    <a:pt x="293" y="26"/>
                    <a:pt x="319" y="35"/>
                  </a:cubicBezTo>
                  <a:cubicBezTo>
                    <a:pt x="339" y="42"/>
                    <a:pt x="349" y="55"/>
                    <a:pt x="371" y="54"/>
                  </a:cubicBezTo>
                  <a:cubicBezTo>
                    <a:pt x="383" y="54"/>
                    <a:pt x="394" y="49"/>
                    <a:pt x="404" y="43"/>
                  </a:cubicBezTo>
                  <a:cubicBezTo>
                    <a:pt x="414" y="37"/>
                    <a:pt x="416" y="31"/>
                    <a:pt x="422" y="2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34" name="Freeform 361">
              <a:extLst>
                <a:ext uri="{FF2B5EF4-FFF2-40B4-BE49-F238E27FC236}">
                  <a16:creationId xmlns:a16="http://schemas.microsoft.com/office/drawing/2014/main" id="{FC2ED833-C867-4C71-847C-D8E23532C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808"/>
              <a:ext cx="137" cy="95"/>
            </a:xfrm>
            <a:custGeom>
              <a:avLst/>
              <a:gdLst>
                <a:gd name="T0" fmla="*/ 524 w 98"/>
                <a:gd name="T1" fmla="*/ 0 h 68"/>
                <a:gd name="T2" fmla="*/ 486 w 98"/>
                <a:gd name="T3" fmla="*/ 131 h 68"/>
                <a:gd name="T4" fmla="*/ 447 w 98"/>
                <a:gd name="T5" fmla="*/ 240 h 68"/>
                <a:gd name="T6" fmla="*/ 280 w 98"/>
                <a:gd name="T7" fmla="*/ 363 h 68"/>
                <a:gd name="T8" fmla="*/ 103 w 98"/>
                <a:gd name="T9" fmla="*/ 240 h 68"/>
                <a:gd name="T10" fmla="*/ 0 w 98"/>
                <a:gd name="T11" fmla="*/ 103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68">
                  <a:moveTo>
                    <a:pt x="98" y="0"/>
                  </a:moveTo>
                  <a:cubicBezTo>
                    <a:pt x="92" y="4"/>
                    <a:pt x="92" y="17"/>
                    <a:pt x="91" y="24"/>
                  </a:cubicBezTo>
                  <a:cubicBezTo>
                    <a:pt x="90" y="31"/>
                    <a:pt x="87" y="39"/>
                    <a:pt x="84" y="45"/>
                  </a:cubicBezTo>
                  <a:cubicBezTo>
                    <a:pt x="77" y="59"/>
                    <a:pt x="68" y="68"/>
                    <a:pt x="52" y="68"/>
                  </a:cubicBezTo>
                  <a:cubicBezTo>
                    <a:pt x="34" y="68"/>
                    <a:pt x="29" y="59"/>
                    <a:pt x="19" y="45"/>
                  </a:cubicBezTo>
                  <a:cubicBezTo>
                    <a:pt x="13" y="36"/>
                    <a:pt x="5" y="28"/>
                    <a:pt x="0" y="1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35" name="Freeform 362">
              <a:extLst>
                <a:ext uri="{FF2B5EF4-FFF2-40B4-BE49-F238E27FC236}">
                  <a16:creationId xmlns:a16="http://schemas.microsoft.com/office/drawing/2014/main" id="{D519304A-19B6-47F6-B8F5-537F0F6FE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725"/>
              <a:ext cx="375" cy="79"/>
            </a:xfrm>
            <a:custGeom>
              <a:avLst/>
              <a:gdLst>
                <a:gd name="T0" fmla="*/ 1459 w 267"/>
                <a:gd name="T1" fmla="*/ 0 h 56"/>
                <a:gd name="T2" fmla="*/ 1272 w 267"/>
                <a:gd name="T3" fmla="*/ 40 h 56"/>
                <a:gd name="T4" fmla="*/ 989 w 267"/>
                <a:gd name="T5" fmla="*/ 178 h 56"/>
                <a:gd name="T6" fmla="*/ 472 w 267"/>
                <a:gd name="T7" fmla="*/ 231 h 56"/>
                <a:gd name="T8" fmla="*/ 0 w 267"/>
                <a:gd name="T9" fmla="*/ 9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7" h="56">
                  <a:moveTo>
                    <a:pt x="267" y="0"/>
                  </a:moveTo>
                  <a:cubicBezTo>
                    <a:pt x="256" y="3"/>
                    <a:pt x="245" y="3"/>
                    <a:pt x="233" y="7"/>
                  </a:cubicBezTo>
                  <a:cubicBezTo>
                    <a:pt x="214" y="13"/>
                    <a:pt x="199" y="24"/>
                    <a:pt x="181" y="32"/>
                  </a:cubicBezTo>
                  <a:cubicBezTo>
                    <a:pt x="150" y="46"/>
                    <a:pt x="119" y="56"/>
                    <a:pt x="86" y="41"/>
                  </a:cubicBezTo>
                  <a:cubicBezTo>
                    <a:pt x="58" y="28"/>
                    <a:pt x="30" y="20"/>
                    <a:pt x="0" y="1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36" name="Freeform 363">
              <a:extLst>
                <a:ext uri="{FF2B5EF4-FFF2-40B4-BE49-F238E27FC236}">
                  <a16:creationId xmlns:a16="http://schemas.microsoft.com/office/drawing/2014/main" id="{D3781423-CDE9-40E8-9293-A32F173C7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734"/>
              <a:ext cx="413" cy="157"/>
            </a:xfrm>
            <a:custGeom>
              <a:avLst/>
              <a:gdLst>
                <a:gd name="T0" fmla="*/ 1608 w 294"/>
                <a:gd name="T1" fmla="*/ 606 h 112"/>
                <a:gd name="T2" fmla="*/ 1541 w 294"/>
                <a:gd name="T3" fmla="*/ 405 h 112"/>
                <a:gd name="T4" fmla="*/ 1347 w 294"/>
                <a:gd name="T5" fmla="*/ 192 h 112"/>
                <a:gd name="T6" fmla="*/ 756 w 294"/>
                <a:gd name="T7" fmla="*/ 275 h 112"/>
                <a:gd name="T8" fmla="*/ 253 w 294"/>
                <a:gd name="T9" fmla="*/ 108 h 112"/>
                <a:gd name="T10" fmla="*/ 0 w 294"/>
                <a:gd name="T11" fmla="*/ 0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4" h="112">
                  <a:moveTo>
                    <a:pt x="294" y="112"/>
                  </a:moveTo>
                  <a:cubicBezTo>
                    <a:pt x="290" y="99"/>
                    <a:pt x="289" y="87"/>
                    <a:pt x="282" y="75"/>
                  </a:cubicBezTo>
                  <a:cubicBezTo>
                    <a:pt x="276" y="62"/>
                    <a:pt x="259" y="44"/>
                    <a:pt x="246" y="36"/>
                  </a:cubicBezTo>
                  <a:cubicBezTo>
                    <a:pt x="216" y="17"/>
                    <a:pt x="167" y="43"/>
                    <a:pt x="138" y="51"/>
                  </a:cubicBezTo>
                  <a:cubicBezTo>
                    <a:pt x="100" y="62"/>
                    <a:pt x="77" y="35"/>
                    <a:pt x="46" y="20"/>
                  </a:cubicBezTo>
                  <a:cubicBezTo>
                    <a:pt x="31" y="12"/>
                    <a:pt x="14" y="6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37" name="Freeform 364">
              <a:extLst>
                <a:ext uri="{FF2B5EF4-FFF2-40B4-BE49-F238E27FC236}">
                  <a16:creationId xmlns:a16="http://schemas.microsoft.com/office/drawing/2014/main" id="{4A2FC6CF-7B99-47C7-B07C-09CC8B9A3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815"/>
              <a:ext cx="200" cy="81"/>
            </a:xfrm>
            <a:custGeom>
              <a:avLst/>
              <a:gdLst>
                <a:gd name="T0" fmla="*/ 0 w 142"/>
                <a:gd name="T1" fmla="*/ 0 h 58"/>
                <a:gd name="T2" fmla="*/ 300 w 142"/>
                <a:gd name="T3" fmla="*/ 156 h 58"/>
                <a:gd name="T4" fmla="*/ 465 w 142"/>
                <a:gd name="T5" fmla="*/ 286 h 58"/>
                <a:gd name="T6" fmla="*/ 665 w 142"/>
                <a:gd name="T7" fmla="*/ 198 h 58"/>
                <a:gd name="T8" fmla="*/ 787 w 142"/>
                <a:gd name="T9" fmla="*/ 22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58">
                  <a:moveTo>
                    <a:pt x="0" y="0"/>
                  </a:moveTo>
                  <a:cubicBezTo>
                    <a:pt x="21" y="2"/>
                    <a:pt x="42" y="12"/>
                    <a:pt x="54" y="29"/>
                  </a:cubicBezTo>
                  <a:cubicBezTo>
                    <a:pt x="61" y="39"/>
                    <a:pt x="69" y="58"/>
                    <a:pt x="84" y="54"/>
                  </a:cubicBezTo>
                  <a:cubicBezTo>
                    <a:pt x="96" y="50"/>
                    <a:pt x="106" y="37"/>
                    <a:pt x="120" y="37"/>
                  </a:cubicBezTo>
                  <a:cubicBezTo>
                    <a:pt x="128" y="37"/>
                    <a:pt x="135" y="40"/>
                    <a:pt x="142" y="4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38" name="Freeform 365">
              <a:extLst>
                <a:ext uri="{FF2B5EF4-FFF2-40B4-BE49-F238E27FC236}">
                  <a16:creationId xmlns:a16="http://schemas.microsoft.com/office/drawing/2014/main" id="{5C475DC2-3946-45B2-88D1-A85E3C065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898"/>
              <a:ext cx="169" cy="88"/>
            </a:xfrm>
            <a:custGeom>
              <a:avLst/>
              <a:gdLst>
                <a:gd name="T0" fmla="*/ 644 w 121"/>
                <a:gd name="T1" fmla="*/ 335 h 63"/>
                <a:gd name="T2" fmla="*/ 496 w 121"/>
                <a:gd name="T3" fmla="*/ 144 h 63"/>
                <a:gd name="T4" fmla="*/ 365 w 121"/>
                <a:gd name="T5" fmla="*/ 129 h 63"/>
                <a:gd name="T6" fmla="*/ 281 w 121"/>
                <a:gd name="T7" fmla="*/ 172 h 63"/>
                <a:gd name="T8" fmla="*/ 0 w 121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63">
                  <a:moveTo>
                    <a:pt x="121" y="63"/>
                  </a:moveTo>
                  <a:cubicBezTo>
                    <a:pt x="114" y="47"/>
                    <a:pt x="110" y="36"/>
                    <a:pt x="93" y="27"/>
                  </a:cubicBezTo>
                  <a:cubicBezTo>
                    <a:pt x="85" y="23"/>
                    <a:pt x="77" y="21"/>
                    <a:pt x="69" y="24"/>
                  </a:cubicBezTo>
                  <a:cubicBezTo>
                    <a:pt x="63" y="26"/>
                    <a:pt x="60" y="31"/>
                    <a:pt x="53" y="32"/>
                  </a:cubicBezTo>
                  <a:cubicBezTo>
                    <a:pt x="33" y="34"/>
                    <a:pt x="19" y="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39" name="Freeform 366">
              <a:extLst>
                <a:ext uri="{FF2B5EF4-FFF2-40B4-BE49-F238E27FC236}">
                  <a16:creationId xmlns:a16="http://schemas.microsoft.com/office/drawing/2014/main" id="{C611DB91-AB36-4DE7-8577-3A48A784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791"/>
              <a:ext cx="202" cy="37"/>
            </a:xfrm>
            <a:custGeom>
              <a:avLst/>
              <a:gdLst>
                <a:gd name="T0" fmla="*/ 781 w 144"/>
                <a:gd name="T1" fmla="*/ 152 h 26"/>
                <a:gd name="T2" fmla="*/ 617 w 144"/>
                <a:gd name="T3" fmla="*/ 28 h 26"/>
                <a:gd name="T4" fmla="*/ 341 w 144"/>
                <a:gd name="T5" fmla="*/ 38 h 26"/>
                <a:gd name="T6" fmla="*/ 0 w 144"/>
                <a:gd name="T7" fmla="*/ 5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26">
                  <a:moveTo>
                    <a:pt x="144" y="26"/>
                  </a:moveTo>
                  <a:cubicBezTo>
                    <a:pt x="133" y="21"/>
                    <a:pt x="127" y="9"/>
                    <a:pt x="114" y="5"/>
                  </a:cubicBezTo>
                  <a:cubicBezTo>
                    <a:pt x="97" y="0"/>
                    <a:pt x="80" y="2"/>
                    <a:pt x="63" y="6"/>
                  </a:cubicBezTo>
                  <a:cubicBezTo>
                    <a:pt x="40" y="11"/>
                    <a:pt x="22" y="16"/>
                    <a:pt x="0" y="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40" name="Freeform 367">
              <a:extLst>
                <a:ext uri="{FF2B5EF4-FFF2-40B4-BE49-F238E27FC236}">
                  <a16:creationId xmlns:a16="http://schemas.microsoft.com/office/drawing/2014/main" id="{161BD5D5-403A-4BBF-9CA0-70E30C0D3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766"/>
              <a:ext cx="439" cy="60"/>
            </a:xfrm>
            <a:custGeom>
              <a:avLst/>
              <a:gdLst>
                <a:gd name="T0" fmla="*/ 1700 w 313"/>
                <a:gd name="T1" fmla="*/ 152 h 43"/>
                <a:gd name="T2" fmla="*/ 1203 w 313"/>
                <a:gd name="T3" fmla="*/ 54 h 43"/>
                <a:gd name="T4" fmla="*/ 875 w 313"/>
                <a:gd name="T5" fmla="*/ 29 h 43"/>
                <a:gd name="T6" fmla="*/ 612 w 313"/>
                <a:gd name="T7" fmla="*/ 152 h 43"/>
                <a:gd name="T8" fmla="*/ 396 w 313"/>
                <a:gd name="T9" fmla="*/ 191 h 43"/>
                <a:gd name="T10" fmla="*/ 205 w 313"/>
                <a:gd name="T11" fmla="*/ 144 h 43"/>
                <a:gd name="T12" fmla="*/ 0 w 313"/>
                <a:gd name="T13" fmla="*/ 1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3" h="43">
                  <a:moveTo>
                    <a:pt x="313" y="29"/>
                  </a:moveTo>
                  <a:cubicBezTo>
                    <a:pt x="286" y="43"/>
                    <a:pt x="248" y="19"/>
                    <a:pt x="222" y="10"/>
                  </a:cubicBezTo>
                  <a:cubicBezTo>
                    <a:pt x="203" y="3"/>
                    <a:pt x="181" y="0"/>
                    <a:pt x="161" y="6"/>
                  </a:cubicBezTo>
                  <a:cubicBezTo>
                    <a:pt x="143" y="11"/>
                    <a:pt x="129" y="21"/>
                    <a:pt x="113" y="29"/>
                  </a:cubicBezTo>
                  <a:cubicBezTo>
                    <a:pt x="101" y="35"/>
                    <a:pt x="86" y="38"/>
                    <a:pt x="73" y="36"/>
                  </a:cubicBezTo>
                  <a:cubicBezTo>
                    <a:pt x="61" y="34"/>
                    <a:pt x="50" y="28"/>
                    <a:pt x="38" y="27"/>
                  </a:cubicBezTo>
                  <a:cubicBezTo>
                    <a:pt x="27" y="26"/>
                    <a:pt x="6" y="37"/>
                    <a:pt x="0" y="2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41" name="Freeform 368">
              <a:extLst>
                <a:ext uri="{FF2B5EF4-FFF2-40B4-BE49-F238E27FC236}">
                  <a16:creationId xmlns:a16="http://schemas.microsoft.com/office/drawing/2014/main" id="{2920DCEB-2A7F-44BA-AAB6-A749F4F19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711"/>
              <a:ext cx="169" cy="34"/>
            </a:xfrm>
            <a:custGeom>
              <a:avLst/>
              <a:gdLst>
                <a:gd name="T0" fmla="*/ 665 w 120"/>
                <a:gd name="T1" fmla="*/ 0 h 24"/>
                <a:gd name="T2" fmla="*/ 296 w 120"/>
                <a:gd name="T3" fmla="*/ 136 h 24"/>
                <a:gd name="T4" fmla="*/ 0 w 120"/>
                <a:gd name="T5" fmla="*/ 8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24">
                  <a:moveTo>
                    <a:pt x="120" y="0"/>
                  </a:moveTo>
                  <a:cubicBezTo>
                    <a:pt x="97" y="5"/>
                    <a:pt x="78" y="24"/>
                    <a:pt x="53" y="24"/>
                  </a:cubicBezTo>
                  <a:cubicBezTo>
                    <a:pt x="36" y="24"/>
                    <a:pt x="16" y="18"/>
                    <a:pt x="0" y="1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42" name="Freeform 369">
              <a:extLst>
                <a:ext uri="{FF2B5EF4-FFF2-40B4-BE49-F238E27FC236}">
                  <a16:creationId xmlns:a16="http://schemas.microsoft.com/office/drawing/2014/main" id="{1F89F0E7-03AB-4A7F-A769-E61112BB0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745"/>
              <a:ext cx="238" cy="24"/>
            </a:xfrm>
            <a:custGeom>
              <a:avLst/>
              <a:gdLst>
                <a:gd name="T0" fmla="*/ 913 w 170"/>
                <a:gd name="T1" fmla="*/ 68 h 17"/>
                <a:gd name="T2" fmla="*/ 643 w 170"/>
                <a:gd name="T3" fmla="*/ 79 h 17"/>
                <a:gd name="T4" fmla="*/ 372 w 170"/>
                <a:gd name="T5" fmla="*/ 32 h 17"/>
                <a:gd name="T6" fmla="*/ 259 w 170"/>
                <a:gd name="T7" fmla="*/ 1 h 17"/>
                <a:gd name="T8" fmla="*/ 157 w 170"/>
                <a:gd name="T9" fmla="*/ 16 h 17"/>
                <a:gd name="T10" fmla="*/ 0 w 170"/>
                <a:gd name="T11" fmla="*/ 3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17">
                  <a:moveTo>
                    <a:pt x="170" y="12"/>
                  </a:moveTo>
                  <a:cubicBezTo>
                    <a:pt x="155" y="17"/>
                    <a:pt x="135" y="16"/>
                    <a:pt x="119" y="14"/>
                  </a:cubicBezTo>
                  <a:cubicBezTo>
                    <a:pt x="102" y="13"/>
                    <a:pt x="85" y="12"/>
                    <a:pt x="69" y="6"/>
                  </a:cubicBezTo>
                  <a:cubicBezTo>
                    <a:pt x="60" y="3"/>
                    <a:pt x="57" y="0"/>
                    <a:pt x="48" y="1"/>
                  </a:cubicBezTo>
                  <a:cubicBezTo>
                    <a:pt x="42" y="1"/>
                    <a:pt x="35" y="2"/>
                    <a:pt x="29" y="3"/>
                  </a:cubicBezTo>
                  <a:cubicBezTo>
                    <a:pt x="20" y="4"/>
                    <a:pt x="8" y="3"/>
                    <a:pt x="0" y="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43" name="Freeform 370">
              <a:extLst>
                <a:ext uri="{FF2B5EF4-FFF2-40B4-BE49-F238E27FC236}">
                  <a16:creationId xmlns:a16="http://schemas.microsoft.com/office/drawing/2014/main" id="{5853267A-E557-487C-BC14-89CFEB145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696"/>
              <a:ext cx="294" cy="54"/>
            </a:xfrm>
            <a:custGeom>
              <a:avLst/>
              <a:gdLst>
                <a:gd name="T0" fmla="*/ 1152 w 209"/>
                <a:gd name="T1" fmla="*/ 174 h 39"/>
                <a:gd name="T2" fmla="*/ 865 w 209"/>
                <a:gd name="T3" fmla="*/ 161 h 39"/>
                <a:gd name="T4" fmla="*/ 618 w 209"/>
                <a:gd name="T5" fmla="*/ 96 h 39"/>
                <a:gd name="T6" fmla="*/ 405 w 209"/>
                <a:gd name="T7" fmla="*/ 26 h 39"/>
                <a:gd name="T8" fmla="*/ 0 w 209"/>
                <a:gd name="T9" fmla="*/ 6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39">
                  <a:moveTo>
                    <a:pt x="209" y="35"/>
                  </a:moveTo>
                  <a:cubicBezTo>
                    <a:pt x="196" y="36"/>
                    <a:pt x="174" y="39"/>
                    <a:pt x="157" y="32"/>
                  </a:cubicBezTo>
                  <a:cubicBezTo>
                    <a:pt x="142" y="27"/>
                    <a:pt x="127" y="25"/>
                    <a:pt x="112" y="19"/>
                  </a:cubicBezTo>
                  <a:cubicBezTo>
                    <a:pt x="99" y="14"/>
                    <a:pt x="88" y="8"/>
                    <a:pt x="74" y="5"/>
                  </a:cubicBezTo>
                  <a:cubicBezTo>
                    <a:pt x="51" y="0"/>
                    <a:pt x="23" y="11"/>
                    <a:pt x="0" y="1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44" name="Freeform 371">
              <a:extLst>
                <a:ext uri="{FF2B5EF4-FFF2-40B4-BE49-F238E27FC236}">
                  <a16:creationId xmlns:a16="http://schemas.microsoft.com/office/drawing/2014/main" id="{FDE5E542-4D8D-421E-958A-EBBCDC42D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800"/>
              <a:ext cx="247" cy="36"/>
            </a:xfrm>
            <a:custGeom>
              <a:avLst/>
              <a:gdLst>
                <a:gd name="T0" fmla="*/ 959 w 176"/>
                <a:gd name="T1" fmla="*/ 0 h 26"/>
                <a:gd name="T2" fmla="*/ 744 w 176"/>
                <a:gd name="T3" fmla="*/ 104 h 26"/>
                <a:gd name="T4" fmla="*/ 386 w 176"/>
                <a:gd name="T5" fmla="*/ 111 h 26"/>
                <a:gd name="T6" fmla="*/ 0 w 176"/>
                <a:gd name="T7" fmla="*/ 9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26">
                  <a:moveTo>
                    <a:pt x="176" y="0"/>
                  </a:moveTo>
                  <a:cubicBezTo>
                    <a:pt x="162" y="1"/>
                    <a:pt x="150" y="16"/>
                    <a:pt x="137" y="20"/>
                  </a:cubicBezTo>
                  <a:cubicBezTo>
                    <a:pt x="116" y="26"/>
                    <a:pt x="92" y="25"/>
                    <a:pt x="71" y="22"/>
                  </a:cubicBezTo>
                  <a:cubicBezTo>
                    <a:pt x="58" y="20"/>
                    <a:pt x="7" y="8"/>
                    <a:pt x="0" y="1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45" name="Freeform 372">
              <a:extLst>
                <a:ext uri="{FF2B5EF4-FFF2-40B4-BE49-F238E27FC236}">
                  <a16:creationId xmlns:a16="http://schemas.microsoft.com/office/drawing/2014/main" id="{96D18199-FEA7-4D00-A010-F813445BF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668"/>
              <a:ext cx="258" cy="63"/>
            </a:xfrm>
            <a:custGeom>
              <a:avLst/>
              <a:gdLst>
                <a:gd name="T0" fmla="*/ 998 w 184"/>
                <a:gd name="T1" fmla="*/ 118 h 45"/>
                <a:gd name="T2" fmla="*/ 673 w 184"/>
                <a:gd name="T3" fmla="*/ 15 h 45"/>
                <a:gd name="T4" fmla="*/ 352 w 184"/>
                <a:gd name="T5" fmla="*/ 21 h 45"/>
                <a:gd name="T6" fmla="*/ 0 w 184"/>
                <a:gd name="T7" fmla="*/ 24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45">
                  <a:moveTo>
                    <a:pt x="184" y="22"/>
                  </a:moveTo>
                  <a:cubicBezTo>
                    <a:pt x="166" y="33"/>
                    <a:pt x="142" y="5"/>
                    <a:pt x="124" y="3"/>
                  </a:cubicBezTo>
                  <a:cubicBezTo>
                    <a:pt x="105" y="0"/>
                    <a:pt x="84" y="1"/>
                    <a:pt x="65" y="4"/>
                  </a:cubicBezTo>
                  <a:cubicBezTo>
                    <a:pt x="40" y="8"/>
                    <a:pt x="16" y="26"/>
                    <a:pt x="0" y="4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46" name="Freeform 373">
              <a:extLst>
                <a:ext uri="{FF2B5EF4-FFF2-40B4-BE49-F238E27FC236}">
                  <a16:creationId xmlns:a16="http://schemas.microsoft.com/office/drawing/2014/main" id="{1AE552D0-158A-415E-AFA5-C50D37923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753"/>
              <a:ext cx="83" cy="20"/>
            </a:xfrm>
            <a:custGeom>
              <a:avLst/>
              <a:gdLst>
                <a:gd name="T0" fmla="*/ 326 w 59"/>
                <a:gd name="T1" fmla="*/ 84 h 14"/>
                <a:gd name="T2" fmla="*/ 125 w 59"/>
                <a:gd name="T3" fmla="*/ 39 h 14"/>
                <a:gd name="T4" fmla="*/ 0 w 59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4">
                  <a:moveTo>
                    <a:pt x="59" y="14"/>
                  </a:moveTo>
                  <a:cubicBezTo>
                    <a:pt x="44" y="14"/>
                    <a:pt x="37" y="10"/>
                    <a:pt x="23" y="6"/>
                  </a:cubicBezTo>
                  <a:cubicBezTo>
                    <a:pt x="17" y="4"/>
                    <a:pt x="7" y="0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47" name="Freeform 374">
              <a:extLst>
                <a:ext uri="{FF2B5EF4-FFF2-40B4-BE49-F238E27FC236}">
                  <a16:creationId xmlns:a16="http://schemas.microsoft.com/office/drawing/2014/main" id="{B1862E41-0238-46E3-ABBD-172221D7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678"/>
              <a:ext cx="133" cy="21"/>
            </a:xfrm>
            <a:custGeom>
              <a:avLst/>
              <a:gdLst>
                <a:gd name="T0" fmla="*/ 510 w 95"/>
                <a:gd name="T1" fmla="*/ 11 h 15"/>
                <a:gd name="T2" fmla="*/ 382 w 95"/>
                <a:gd name="T3" fmla="*/ 15 h 15"/>
                <a:gd name="T4" fmla="*/ 211 w 95"/>
                <a:gd name="T5" fmla="*/ 29 h 15"/>
                <a:gd name="T6" fmla="*/ 0 w 95"/>
                <a:gd name="T7" fmla="*/ 8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15">
                  <a:moveTo>
                    <a:pt x="95" y="2"/>
                  </a:moveTo>
                  <a:cubicBezTo>
                    <a:pt x="90" y="0"/>
                    <a:pt x="77" y="2"/>
                    <a:pt x="71" y="3"/>
                  </a:cubicBezTo>
                  <a:cubicBezTo>
                    <a:pt x="59" y="5"/>
                    <a:pt x="51" y="6"/>
                    <a:pt x="39" y="6"/>
                  </a:cubicBezTo>
                  <a:cubicBezTo>
                    <a:pt x="26" y="6"/>
                    <a:pt x="10" y="6"/>
                    <a:pt x="0" y="1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48" name="Freeform 375">
              <a:extLst>
                <a:ext uri="{FF2B5EF4-FFF2-40B4-BE49-F238E27FC236}">
                  <a16:creationId xmlns:a16="http://schemas.microsoft.com/office/drawing/2014/main" id="{11B2EF2C-79CF-4466-BB91-1711BB3AF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819"/>
              <a:ext cx="254" cy="49"/>
            </a:xfrm>
            <a:custGeom>
              <a:avLst/>
              <a:gdLst>
                <a:gd name="T0" fmla="*/ 985 w 181"/>
                <a:gd name="T1" fmla="*/ 190 h 35"/>
                <a:gd name="T2" fmla="*/ 761 w 181"/>
                <a:gd name="T3" fmla="*/ 55 h 35"/>
                <a:gd name="T4" fmla="*/ 443 w 181"/>
                <a:gd name="T5" fmla="*/ 132 h 35"/>
                <a:gd name="T6" fmla="*/ 146 w 181"/>
                <a:gd name="T7" fmla="*/ 94 h 35"/>
                <a:gd name="T8" fmla="*/ 0 w 181"/>
                <a:gd name="T9" fmla="*/ 5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35">
                  <a:moveTo>
                    <a:pt x="181" y="35"/>
                  </a:moveTo>
                  <a:cubicBezTo>
                    <a:pt x="164" y="32"/>
                    <a:pt x="155" y="17"/>
                    <a:pt x="140" y="10"/>
                  </a:cubicBezTo>
                  <a:cubicBezTo>
                    <a:pt x="117" y="0"/>
                    <a:pt x="102" y="18"/>
                    <a:pt x="81" y="24"/>
                  </a:cubicBezTo>
                  <a:cubicBezTo>
                    <a:pt x="61" y="29"/>
                    <a:pt x="44" y="25"/>
                    <a:pt x="27" y="17"/>
                  </a:cubicBezTo>
                  <a:cubicBezTo>
                    <a:pt x="18" y="13"/>
                    <a:pt x="9" y="10"/>
                    <a:pt x="0" y="1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49" name="Freeform 376">
              <a:extLst>
                <a:ext uri="{FF2B5EF4-FFF2-40B4-BE49-F238E27FC236}">
                  <a16:creationId xmlns:a16="http://schemas.microsoft.com/office/drawing/2014/main" id="{5323BDC4-8F41-4A1B-9D73-D06903731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819"/>
              <a:ext cx="142" cy="89"/>
            </a:xfrm>
            <a:custGeom>
              <a:avLst/>
              <a:gdLst>
                <a:gd name="T0" fmla="*/ 555 w 101"/>
                <a:gd name="T1" fmla="*/ 194 h 63"/>
                <a:gd name="T2" fmla="*/ 391 w 101"/>
                <a:gd name="T3" fmla="*/ 315 h 63"/>
                <a:gd name="T4" fmla="*/ 176 w 101"/>
                <a:gd name="T5" fmla="*/ 271 h 63"/>
                <a:gd name="T6" fmla="*/ 97 w 101"/>
                <a:gd name="T7" fmla="*/ 114 h 63"/>
                <a:gd name="T8" fmla="*/ 0 w 101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3">
                  <a:moveTo>
                    <a:pt x="101" y="35"/>
                  </a:moveTo>
                  <a:cubicBezTo>
                    <a:pt x="93" y="32"/>
                    <a:pt x="79" y="52"/>
                    <a:pt x="71" y="56"/>
                  </a:cubicBezTo>
                  <a:cubicBezTo>
                    <a:pt x="57" y="63"/>
                    <a:pt x="42" y="59"/>
                    <a:pt x="32" y="48"/>
                  </a:cubicBezTo>
                  <a:cubicBezTo>
                    <a:pt x="25" y="40"/>
                    <a:pt x="23" y="29"/>
                    <a:pt x="18" y="20"/>
                  </a:cubicBezTo>
                  <a:cubicBezTo>
                    <a:pt x="13" y="12"/>
                    <a:pt x="6" y="6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50" name="Freeform 377">
              <a:extLst>
                <a:ext uri="{FF2B5EF4-FFF2-40B4-BE49-F238E27FC236}">
                  <a16:creationId xmlns:a16="http://schemas.microsoft.com/office/drawing/2014/main" id="{376A17EA-1211-43A5-B7D0-5BE19ED5F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736"/>
              <a:ext cx="114" cy="38"/>
            </a:xfrm>
            <a:custGeom>
              <a:avLst/>
              <a:gdLst>
                <a:gd name="T0" fmla="*/ 11 w 81"/>
                <a:gd name="T1" fmla="*/ 135 h 27"/>
                <a:gd name="T2" fmla="*/ 11 w 81"/>
                <a:gd name="T3" fmla="*/ 122 h 27"/>
                <a:gd name="T4" fmla="*/ 310 w 81"/>
                <a:gd name="T5" fmla="*/ 55 h 27"/>
                <a:gd name="T6" fmla="*/ 446 w 81"/>
                <a:gd name="T7" fmla="*/ 1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27">
                  <a:moveTo>
                    <a:pt x="2" y="24"/>
                  </a:moveTo>
                  <a:cubicBezTo>
                    <a:pt x="2" y="23"/>
                    <a:pt x="0" y="23"/>
                    <a:pt x="2" y="22"/>
                  </a:cubicBezTo>
                  <a:cubicBezTo>
                    <a:pt x="20" y="27"/>
                    <a:pt x="39" y="16"/>
                    <a:pt x="56" y="10"/>
                  </a:cubicBezTo>
                  <a:cubicBezTo>
                    <a:pt x="64" y="7"/>
                    <a:pt x="72" y="0"/>
                    <a:pt x="81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51" name="Freeform 378">
              <a:extLst>
                <a:ext uri="{FF2B5EF4-FFF2-40B4-BE49-F238E27FC236}">
                  <a16:creationId xmlns:a16="http://schemas.microsoft.com/office/drawing/2014/main" id="{44CD0F4B-F3D8-4A2A-BF8D-FE1A799F3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850"/>
              <a:ext cx="207" cy="52"/>
            </a:xfrm>
            <a:custGeom>
              <a:avLst/>
              <a:gdLst>
                <a:gd name="T0" fmla="*/ 813 w 147"/>
                <a:gd name="T1" fmla="*/ 204 h 37"/>
                <a:gd name="T2" fmla="*/ 575 w 147"/>
                <a:gd name="T3" fmla="*/ 146 h 37"/>
                <a:gd name="T4" fmla="*/ 315 w 147"/>
                <a:gd name="T5" fmla="*/ 176 h 37"/>
                <a:gd name="T6" fmla="*/ 108 w 147"/>
                <a:gd name="T7" fmla="*/ 59 h 37"/>
                <a:gd name="T8" fmla="*/ 0 w 147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37">
                  <a:moveTo>
                    <a:pt x="147" y="37"/>
                  </a:moveTo>
                  <a:cubicBezTo>
                    <a:pt x="131" y="29"/>
                    <a:pt x="124" y="22"/>
                    <a:pt x="104" y="27"/>
                  </a:cubicBezTo>
                  <a:cubicBezTo>
                    <a:pt x="89" y="31"/>
                    <a:pt x="73" y="37"/>
                    <a:pt x="57" y="32"/>
                  </a:cubicBezTo>
                  <a:cubicBezTo>
                    <a:pt x="44" y="27"/>
                    <a:pt x="33" y="16"/>
                    <a:pt x="20" y="11"/>
                  </a:cubicBezTo>
                  <a:cubicBezTo>
                    <a:pt x="12" y="8"/>
                    <a:pt x="5" y="8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52" name="Freeform 379">
              <a:extLst>
                <a:ext uri="{FF2B5EF4-FFF2-40B4-BE49-F238E27FC236}">
                  <a16:creationId xmlns:a16="http://schemas.microsoft.com/office/drawing/2014/main" id="{B1EE0ECE-7F6B-4070-8D35-B4F93F0B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908"/>
              <a:ext cx="136" cy="39"/>
            </a:xfrm>
            <a:custGeom>
              <a:avLst/>
              <a:gdLst>
                <a:gd name="T0" fmla="*/ 0 w 97"/>
                <a:gd name="T1" fmla="*/ 68 h 28"/>
                <a:gd name="T2" fmla="*/ 321 w 97"/>
                <a:gd name="T3" fmla="*/ 11 h 28"/>
                <a:gd name="T4" fmla="*/ 527 w 97"/>
                <a:gd name="T5" fmla="*/ 5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28">
                  <a:moveTo>
                    <a:pt x="0" y="13"/>
                  </a:moveTo>
                  <a:cubicBezTo>
                    <a:pt x="22" y="28"/>
                    <a:pt x="38" y="5"/>
                    <a:pt x="59" y="2"/>
                  </a:cubicBezTo>
                  <a:cubicBezTo>
                    <a:pt x="70" y="0"/>
                    <a:pt x="89" y="2"/>
                    <a:pt x="97" y="1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53" name="Freeform 380">
              <a:extLst>
                <a:ext uri="{FF2B5EF4-FFF2-40B4-BE49-F238E27FC236}">
                  <a16:creationId xmlns:a16="http://schemas.microsoft.com/office/drawing/2014/main" id="{D2263E46-BD20-4FA1-B0F7-BE1E9A838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842"/>
              <a:ext cx="156" cy="25"/>
            </a:xfrm>
            <a:custGeom>
              <a:avLst/>
              <a:gdLst>
                <a:gd name="T0" fmla="*/ 609 w 111"/>
                <a:gd name="T1" fmla="*/ 94 h 18"/>
                <a:gd name="T2" fmla="*/ 233 w 111"/>
                <a:gd name="T3" fmla="*/ 11 h 18"/>
                <a:gd name="T4" fmla="*/ 87 w 111"/>
                <a:gd name="T5" fmla="*/ 26 h 18"/>
                <a:gd name="T6" fmla="*/ 0 w 111"/>
                <a:gd name="T7" fmla="*/ 2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8">
                  <a:moveTo>
                    <a:pt x="111" y="18"/>
                  </a:moveTo>
                  <a:cubicBezTo>
                    <a:pt x="86" y="18"/>
                    <a:pt x="67" y="6"/>
                    <a:pt x="43" y="2"/>
                  </a:cubicBezTo>
                  <a:cubicBezTo>
                    <a:pt x="33" y="0"/>
                    <a:pt x="25" y="2"/>
                    <a:pt x="16" y="5"/>
                  </a:cubicBezTo>
                  <a:cubicBezTo>
                    <a:pt x="11" y="6"/>
                    <a:pt x="2" y="12"/>
                    <a:pt x="0" y="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54" name="Freeform 381">
              <a:extLst>
                <a:ext uri="{FF2B5EF4-FFF2-40B4-BE49-F238E27FC236}">
                  <a16:creationId xmlns:a16="http://schemas.microsoft.com/office/drawing/2014/main" id="{F94BD8C1-694A-412A-B1EC-143FAC7AC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918"/>
              <a:ext cx="125" cy="42"/>
            </a:xfrm>
            <a:custGeom>
              <a:avLst/>
              <a:gdLst>
                <a:gd name="T0" fmla="*/ 487 w 89"/>
                <a:gd name="T1" fmla="*/ 104 h 30"/>
                <a:gd name="T2" fmla="*/ 199 w 89"/>
                <a:gd name="T3" fmla="*/ 157 h 30"/>
                <a:gd name="T4" fmla="*/ 29 w 8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0">
                  <a:moveTo>
                    <a:pt x="89" y="19"/>
                  </a:moveTo>
                  <a:cubicBezTo>
                    <a:pt x="75" y="24"/>
                    <a:pt x="51" y="30"/>
                    <a:pt x="36" y="29"/>
                  </a:cubicBezTo>
                  <a:cubicBezTo>
                    <a:pt x="25" y="28"/>
                    <a:pt x="0" y="13"/>
                    <a:pt x="6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55" name="Oval 382">
              <a:extLst>
                <a:ext uri="{FF2B5EF4-FFF2-40B4-BE49-F238E27FC236}">
                  <a16:creationId xmlns:a16="http://schemas.microsoft.com/office/drawing/2014/main" id="{8EAF9DB1-6C00-4D9A-9924-D59C24DAA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638"/>
              <a:ext cx="40" cy="42"/>
            </a:xfrm>
            <a:prstGeom prst="ellipse">
              <a:avLst/>
            </a:pr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656" name="Oval 383">
              <a:extLst>
                <a:ext uri="{FF2B5EF4-FFF2-40B4-BE49-F238E27FC236}">
                  <a16:creationId xmlns:a16="http://schemas.microsoft.com/office/drawing/2014/main" id="{281A4117-475A-4ACB-B802-935E8BAD1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606"/>
              <a:ext cx="41" cy="42"/>
            </a:xfrm>
            <a:prstGeom prst="ellipse">
              <a:avLst/>
            </a:pr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657" name="Oval 384">
              <a:extLst>
                <a:ext uri="{FF2B5EF4-FFF2-40B4-BE49-F238E27FC236}">
                  <a16:creationId xmlns:a16="http://schemas.microsoft.com/office/drawing/2014/main" id="{78ED66A2-3E51-4E10-A719-A9B9F8DF2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655"/>
              <a:ext cx="41" cy="41"/>
            </a:xfrm>
            <a:prstGeom prst="ellipse">
              <a:avLst/>
            </a:pr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658" name="Oval 385">
              <a:extLst>
                <a:ext uri="{FF2B5EF4-FFF2-40B4-BE49-F238E27FC236}">
                  <a16:creationId xmlns:a16="http://schemas.microsoft.com/office/drawing/2014/main" id="{262E9FAC-AEF2-426D-A84E-E1769AAB4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683"/>
              <a:ext cx="38" cy="35"/>
            </a:xfrm>
            <a:prstGeom prst="ellipse">
              <a:avLst/>
            </a:pr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659" name="Oval 386">
              <a:extLst>
                <a:ext uri="{FF2B5EF4-FFF2-40B4-BE49-F238E27FC236}">
                  <a16:creationId xmlns:a16="http://schemas.microsoft.com/office/drawing/2014/main" id="{25D2F198-B5CF-4E57-8A98-6923475C2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704"/>
              <a:ext cx="37" cy="34"/>
            </a:xfrm>
            <a:prstGeom prst="ellipse">
              <a:avLst/>
            </a:pr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660" name="Oval 387">
              <a:extLst>
                <a:ext uri="{FF2B5EF4-FFF2-40B4-BE49-F238E27FC236}">
                  <a16:creationId xmlns:a16="http://schemas.microsoft.com/office/drawing/2014/main" id="{FDE61837-5E30-4F29-818C-94289F177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735"/>
              <a:ext cx="38" cy="35"/>
            </a:xfrm>
            <a:prstGeom prst="ellipse">
              <a:avLst/>
            </a:pr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661" name="Freeform 388">
              <a:extLst>
                <a:ext uri="{FF2B5EF4-FFF2-40B4-BE49-F238E27FC236}">
                  <a16:creationId xmlns:a16="http://schemas.microsoft.com/office/drawing/2014/main" id="{3B428872-131F-495F-AC45-ADB901D71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725"/>
              <a:ext cx="41" cy="23"/>
            </a:xfrm>
            <a:custGeom>
              <a:avLst/>
              <a:gdLst>
                <a:gd name="T0" fmla="*/ 164 w 29"/>
                <a:gd name="T1" fmla="*/ 27 h 16"/>
                <a:gd name="T2" fmla="*/ 0 w 29"/>
                <a:gd name="T3" fmla="*/ 98 h 16"/>
                <a:gd name="T4" fmla="*/ 139 w 29"/>
                <a:gd name="T5" fmla="*/ 0 h 16"/>
                <a:gd name="T6" fmla="*/ 164 w 29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6">
                  <a:moveTo>
                    <a:pt x="29" y="4"/>
                  </a:moveTo>
                  <a:cubicBezTo>
                    <a:pt x="29" y="4"/>
                    <a:pt x="10" y="7"/>
                    <a:pt x="0" y="16"/>
                  </a:cubicBezTo>
                  <a:cubicBezTo>
                    <a:pt x="0" y="16"/>
                    <a:pt x="12" y="2"/>
                    <a:pt x="25" y="0"/>
                  </a:cubicBezTo>
                  <a:lnTo>
                    <a:pt x="29" y="4"/>
                  </a:lnTo>
                  <a:close/>
                </a:path>
              </a:pathLst>
            </a:cu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62" name="Freeform 389">
              <a:extLst>
                <a:ext uri="{FF2B5EF4-FFF2-40B4-BE49-F238E27FC236}">
                  <a16:creationId xmlns:a16="http://schemas.microsoft.com/office/drawing/2014/main" id="{08A4BE1A-9DB7-42DC-AEC2-598F9C713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763"/>
              <a:ext cx="43" cy="13"/>
            </a:xfrm>
            <a:custGeom>
              <a:avLst/>
              <a:gdLst>
                <a:gd name="T0" fmla="*/ 136 w 31"/>
                <a:gd name="T1" fmla="*/ 0 h 9"/>
                <a:gd name="T2" fmla="*/ 0 w 31"/>
                <a:gd name="T3" fmla="*/ 39 h 9"/>
                <a:gd name="T4" fmla="*/ 160 w 31"/>
                <a:gd name="T5" fmla="*/ 19 h 9"/>
                <a:gd name="T6" fmla="*/ 136 w 3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9">
                  <a:moveTo>
                    <a:pt x="27" y="0"/>
                  </a:moveTo>
                  <a:cubicBezTo>
                    <a:pt x="27" y="0"/>
                    <a:pt x="13" y="7"/>
                    <a:pt x="0" y="6"/>
                  </a:cubicBezTo>
                  <a:cubicBezTo>
                    <a:pt x="0" y="6"/>
                    <a:pt x="14" y="9"/>
                    <a:pt x="31" y="3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63" name="Freeform 390">
              <a:extLst>
                <a:ext uri="{FF2B5EF4-FFF2-40B4-BE49-F238E27FC236}">
                  <a16:creationId xmlns:a16="http://schemas.microsoft.com/office/drawing/2014/main" id="{2B8A02D6-F2D2-4D51-A8E6-159220C4B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713"/>
              <a:ext cx="6" cy="39"/>
            </a:xfrm>
            <a:custGeom>
              <a:avLst/>
              <a:gdLst>
                <a:gd name="T0" fmla="*/ 0 w 4"/>
                <a:gd name="T1" fmla="*/ 15 h 28"/>
                <a:gd name="T2" fmla="*/ 27 w 4"/>
                <a:gd name="T3" fmla="*/ 145 h 28"/>
                <a:gd name="T4" fmla="*/ 32 w 4"/>
                <a:gd name="T5" fmla="*/ 0 h 28"/>
                <a:gd name="T6" fmla="*/ 0 w 4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8">
                  <a:moveTo>
                    <a:pt x="0" y="3"/>
                  </a:moveTo>
                  <a:cubicBezTo>
                    <a:pt x="0" y="3"/>
                    <a:pt x="0" y="20"/>
                    <a:pt x="3" y="28"/>
                  </a:cubicBezTo>
                  <a:cubicBezTo>
                    <a:pt x="3" y="28"/>
                    <a:pt x="1" y="5"/>
                    <a:pt x="4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64" name="Freeform 391">
              <a:extLst>
                <a:ext uri="{FF2B5EF4-FFF2-40B4-BE49-F238E27FC236}">
                  <a16:creationId xmlns:a16="http://schemas.microsoft.com/office/drawing/2014/main" id="{6ACA80B4-A865-458E-95C3-A7E436D69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693"/>
              <a:ext cx="20" cy="52"/>
            </a:xfrm>
            <a:custGeom>
              <a:avLst/>
              <a:gdLst>
                <a:gd name="T0" fmla="*/ 19 w 14"/>
                <a:gd name="T1" fmla="*/ 0 h 37"/>
                <a:gd name="T2" fmla="*/ 19 w 14"/>
                <a:gd name="T3" fmla="*/ 204 h 37"/>
                <a:gd name="T4" fmla="*/ 0 w 14"/>
                <a:gd name="T5" fmla="*/ 1 h 37"/>
                <a:gd name="T6" fmla="*/ 19 w 14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7">
                  <a:moveTo>
                    <a:pt x="3" y="0"/>
                  </a:moveTo>
                  <a:cubicBezTo>
                    <a:pt x="3" y="0"/>
                    <a:pt x="14" y="16"/>
                    <a:pt x="3" y="37"/>
                  </a:cubicBezTo>
                  <a:cubicBezTo>
                    <a:pt x="3" y="37"/>
                    <a:pt x="11" y="11"/>
                    <a:pt x="0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65" name="Freeform 392">
              <a:extLst>
                <a:ext uri="{FF2B5EF4-FFF2-40B4-BE49-F238E27FC236}">
                  <a16:creationId xmlns:a16="http://schemas.microsoft.com/office/drawing/2014/main" id="{D1FF8C53-8B49-408F-99D0-F07B9CB7D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645"/>
              <a:ext cx="31" cy="33"/>
            </a:xfrm>
            <a:custGeom>
              <a:avLst/>
              <a:gdLst>
                <a:gd name="T0" fmla="*/ 0 w 22"/>
                <a:gd name="T1" fmla="*/ 1 h 23"/>
                <a:gd name="T2" fmla="*/ 123 w 22"/>
                <a:gd name="T3" fmla="*/ 138 h 23"/>
                <a:gd name="T4" fmla="*/ 23 w 22"/>
                <a:gd name="T5" fmla="*/ 0 h 23"/>
                <a:gd name="T6" fmla="*/ 0 w 22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0" y="1"/>
                  </a:moveTo>
                  <a:cubicBezTo>
                    <a:pt x="0" y="1"/>
                    <a:pt x="16" y="21"/>
                    <a:pt x="22" y="23"/>
                  </a:cubicBezTo>
                  <a:cubicBezTo>
                    <a:pt x="22" y="23"/>
                    <a:pt x="4" y="4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66" name="Freeform 393">
              <a:extLst>
                <a:ext uri="{FF2B5EF4-FFF2-40B4-BE49-F238E27FC236}">
                  <a16:creationId xmlns:a16="http://schemas.microsoft.com/office/drawing/2014/main" id="{B2F6A86B-7705-4E30-A8AD-5A57E9109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678"/>
              <a:ext cx="35" cy="21"/>
            </a:xfrm>
            <a:custGeom>
              <a:avLst/>
              <a:gdLst>
                <a:gd name="T0" fmla="*/ 0 w 25"/>
                <a:gd name="T1" fmla="*/ 1 h 15"/>
                <a:gd name="T2" fmla="*/ 11 w 25"/>
                <a:gd name="T3" fmla="*/ 0 h 15"/>
                <a:gd name="T4" fmla="*/ 136 w 25"/>
                <a:gd name="T5" fmla="*/ 80 h 15"/>
                <a:gd name="T6" fmla="*/ 0 w 25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0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7" y="13"/>
                    <a:pt x="25" y="15"/>
                  </a:cubicBezTo>
                  <a:cubicBezTo>
                    <a:pt x="25" y="15"/>
                    <a:pt x="4" y="5"/>
                    <a:pt x="0" y="1"/>
                  </a:cubicBezTo>
                  <a:close/>
                </a:path>
              </a:pathLst>
            </a:custGeom>
            <a:solidFill>
              <a:srgbClr val="EDC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67" name="Freeform 394">
              <a:extLst>
                <a:ext uri="{FF2B5EF4-FFF2-40B4-BE49-F238E27FC236}">
                  <a16:creationId xmlns:a16="http://schemas.microsoft.com/office/drawing/2014/main" id="{25CF699C-46F2-44CD-89ED-255C2EA3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663"/>
              <a:ext cx="215" cy="530"/>
            </a:xfrm>
            <a:custGeom>
              <a:avLst/>
              <a:gdLst>
                <a:gd name="T0" fmla="*/ 0 w 153"/>
                <a:gd name="T1" fmla="*/ 0 h 377"/>
                <a:gd name="T2" fmla="*/ 180 w 153"/>
                <a:gd name="T3" fmla="*/ 105 h 377"/>
                <a:gd name="T4" fmla="*/ 384 w 153"/>
                <a:gd name="T5" fmla="*/ 152 h 377"/>
                <a:gd name="T6" fmla="*/ 513 w 153"/>
                <a:gd name="T7" fmla="*/ 527 h 377"/>
                <a:gd name="T8" fmla="*/ 760 w 153"/>
                <a:gd name="T9" fmla="*/ 863 h 377"/>
                <a:gd name="T10" fmla="*/ 705 w 153"/>
                <a:gd name="T11" fmla="*/ 1312 h 377"/>
                <a:gd name="T12" fmla="*/ 780 w 153"/>
                <a:gd name="T13" fmla="*/ 1788 h 377"/>
                <a:gd name="T14" fmla="*/ 732 w 153"/>
                <a:gd name="T15" fmla="*/ 2069 h 3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377">
                  <a:moveTo>
                    <a:pt x="0" y="0"/>
                  </a:moveTo>
                  <a:cubicBezTo>
                    <a:pt x="12" y="3"/>
                    <a:pt x="20" y="14"/>
                    <a:pt x="33" y="19"/>
                  </a:cubicBezTo>
                  <a:cubicBezTo>
                    <a:pt x="45" y="24"/>
                    <a:pt x="58" y="23"/>
                    <a:pt x="70" y="28"/>
                  </a:cubicBezTo>
                  <a:cubicBezTo>
                    <a:pt x="105" y="43"/>
                    <a:pt x="86" y="67"/>
                    <a:pt x="94" y="96"/>
                  </a:cubicBezTo>
                  <a:cubicBezTo>
                    <a:pt x="102" y="123"/>
                    <a:pt x="135" y="127"/>
                    <a:pt x="139" y="157"/>
                  </a:cubicBezTo>
                  <a:cubicBezTo>
                    <a:pt x="143" y="185"/>
                    <a:pt x="125" y="210"/>
                    <a:pt x="129" y="239"/>
                  </a:cubicBezTo>
                  <a:cubicBezTo>
                    <a:pt x="135" y="273"/>
                    <a:pt x="153" y="292"/>
                    <a:pt x="142" y="326"/>
                  </a:cubicBezTo>
                  <a:cubicBezTo>
                    <a:pt x="134" y="348"/>
                    <a:pt x="130" y="362"/>
                    <a:pt x="134" y="377"/>
                  </a:cubicBezTo>
                </a:path>
              </a:pathLst>
            </a:custGeom>
            <a:noFill/>
            <a:ln w="26988" cap="rnd">
              <a:solidFill>
                <a:srgbClr val="F7F1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68" name="Freeform 395">
              <a:extLst>
                <a:ext uri="{FF2B5EF4-FFF2-40B4-BE49-F238E27FC236}">
                  <a16:creationId xmlns:a16="http://schemas.microsoft.com/office/drawing/2014/main" id="{8BC8D1A0-2EDA-4926-8866-9A9DABDE0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707"/>
              <a:ext cx="135" cy="184"/>
            </a:xfrm>
            <a:custGeom>
              <a:avLst/>
              <a:gdLst>
                <a:gd name="T0" fmla="*/ 384 w 96"/>
                <a:gd name="T1" fmla="*/ 0 h 131"/>
                <a:gd name="T2" fmla="*/ 287 w 96"/>
                <a:gd name="T3" fmla="*/ 430 h 131"/>
                <a:gd name="T4" fmla="*/ 0 w 96"/>
                <a:gd name="T5" fmla="*/ 714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31">
                  <a:moveTo>
                    <a:pt x="70" y="0"/>
                  </a:moveTo>
                  <a:cubicBezTo>
                    <a:pt x="66" y="40"/>
                    <a:pt x="96" y="57"/>
                    <a:pt x="52" y="78"/>
                  </a:cubicBezTo>
                  <a:cubicBezTo>
                    <a:pt x="24" y="91"/>
                    <a:pt x="13" y="104"/>
                    <a:pt x="0" y="131"/>
                  </a:cubicBezTo>
                </a:path>
              </a:pathLst>
            </a:custGeom>
            <a:noFill/>
            <a:ln w="26988" cap="rnd">
              <a:solidFill>
                <a:srgbClr val="F7F1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69" name="Freeform 396">
              <a:extLst>
                <a:ext uri="{FF2B5EF4-FFF2-40B4-BE49-F238E27FC236}">
                  <a16:creationId xmlns:a16="http://schemas.microsoft.com/office/drawing/2014/main" id="{4AAEDF42-E1EA-487B-992C-0608E4851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717"/>
              <a:ext cx="104" cy="69"/>
            </a:xfrm>
            <a:custGeom>
              <a:avLst/>
              <a:gdLst>
                <a:gd name="T0" fmla="*/ 405 w 74"/>
                <a:gd name="T1" fmla="*/ 0 h 49"/>
                <a:gd name="T2" fmla="*/ 0 w 74"/>
                <a:gd name="T3" fmla="*/ 27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49">
                  <a:moveTo>
                    <a:pt x="74" y="0"/>
                  </a:moveTo>
                  <a:cubicBezTo>
                    <a:pt x="38" y="5"/>
                    <a:pt x="29" y="44"/>
                    <a:pt x="0" y="49"/>
                  </a:cubicBezTo>
                </a:path>
              </a:pathLst>
            </a:custGeom>
            <a:noFill/>
            <a:ln w="26988" cap="rnd">
              <a:solidFill>
                <a:srgbClr val="F7F1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0" name="Freeform 397">
              <a:extLst>
                <a:ext uri="{FF2B5EF4-FFF2-40B4-BE49-F238E27FC236}">
                  <a16:creationId xmlns:a16="http://schemas.microsoft.com/office/drawing/2014/main" id="{75965651-E8F4-4F2F-B791-1BF23D1B6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626"/>
              <a:ext cx="59" cy="94"/>
            </a:xfrm>
            <a:custGeom>
              <a:avLst/>
              <a:gdLst>
                <a:gd name="T0" fmla="*/ 160 w 42"/>
                <a:gd name="T1" fmla="*/ 365 h 67"/>
                <a:gd name="T2" fmla="*/ 0 w 42"/>
                <a:gd name="T3" fmla="*/ 0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67">
                  <a:moveTo>
                    <a:pt x="29" y="67"/>
                  </a:moveTo>
                  <a:cubicBezTo>
                    <a:pt x="42" y="37"/>
                    <a:pt x="7" y="24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F7F1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1" name="Freeform 398">
              <a:extLst>
                <a:ext uri="{FF2B5EF4-FFF2-40B4-BE49-F238E27FC236}">
                  <a16:creationId xmlns:a16="http://schemas.microsoft.com/office/drawing/2014/main" id="{5F27F198-35CE-445E-9233-38C4278AF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748"/>
              <a:ext cx="114" cy="28"/>
            </a:xfrm>
            <a:custGeom>
              <a:avLst/>
              <a:gdLst>
                <a:gd name="T0" fmla="*/ 0 w 81"/>
                <a:gd name="T1" fmla="*/ 77 h 20"/>
                <a:gd name="T2" fmla="*/ 446 w 81"/>
                <a:gd name="T3" fmla="*/ 1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20">
                  <a:moveTo>
                    <a:pt x="0" y="14"/>
                  </a:moveTo>
                  <a:cubicBezTo>
                    <a:pt x="25" y="0"/>
                    <a:pt x="54" y="20"/>
                    <a:pt x="81" y="3"/>
                  </a:cubicBezTo>
                </a:path>
              </a:pathLst>
            </a:custGeom>
            <a:noFill/>
            <a:ln w="26988" cap="rnd">
              <a:solidFill>
                <a:srgbClr val="F7F1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2" name="Freeform 399">
              <a:extLst>
                <a:ext uri="{FF2B5EF4-FFF2-40B4-BE49-F238E27FC236}">
                  <a16:creationId xmlns:a16="http://schemas.microsoft.com/office/drawing/2014/main" id="{4706FD16-ED87-4459-9AA9-A4BCF2808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676"/>
              <a:ext cx="61" cy="167"/>
            </a:xfrm>
            <a:custGeom>
              <a:avLst/>
              <a:gdLst>
                <a:gd name="T0" fmla="*/ 28 w 43"/>
                <a:gd name="T1" fmla="*/ 646 h 119"/>
                <a:gd name="T2" fmla="*/ 37 w 43"/>
                <a:gd name="T3" fmla="*/ 450 h 119"/>
                <a:gd name="T4" fmla="*/ 174 w 43"/>
                <a:gd name="T5" fmla="*/ 316 h 119"/>
                <a:gd name="T6" fmla="*/ 143 w 43"/>
                <a:gd name="T7" fmla="*/ 0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19">
                  <a:moveTo>
                    <a:pt x="5" y="119"/>
                  </a:moveTo>
                  <a:cubicBezTo>
                    <a:pt x="6" y="105"/>
                    <a:pt x="0" y="96"/>
                    <a:pt x="6" y="83"/>
                  </a:cubicBezTo>
                  <a:cubicBezTo>
                    <a:pt x="11" y="73"/>
                    <a:pt x="24" y="67"/>
                    <a:pt x="30" y="58"/>
                  </a:cubicBezTo>
                  <a:cubicBezTo>
                    <a:pt x="43" y="38"/>
                    <a:pt x="41" y="11"/>
                    <a:pt x="25" y="0"/>
                  </a:cubicBezTo>
                </a:path>
              </a:pathLst>
            </a:custGeom>
            <a:noFill/>
            <a:ln w="26988" cap="rnd">
              <a:solidFill>
                <a:srgbClr val="F7F1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3" name="Oval 400">
              <a:extLst>
                <a:ext uri="{FF2B5EF4-FFF2-40B4-BE49-F238E27FC236}">
                  <a16:creationId xmlns:a16="http://schemas.microsoft.com/office/drawing/2014/main" id="{DEEE3F8A-E6FF-4D06-855D-0590B4664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699"/>
              <a:ext cx="35" cy="33"/>
            </a:xfrm>
            <a:prstGeom prst="ellipse">
              <a:avLst/>
            </a:prstGeom>
            <a:solidFill>
              <a:srgbClr val="F7F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674" name="Oval 401">
              <a:extLst>
                <a:ext uri="{FF2B5EF4-FFF2-40B4-BE49-F238E27FC236}">
                  <a16:creationId xmlns:a16="http://schemas.microsoft.com/office/drawing/2014/main" id="{DCF3738E-D248-4A84-9A96-5F0B0CCF1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683"/>
              <a:ext cx="35" cy="34"/>
            </a:xfrm>
            <a:prstGeom prst="ellipse">
              <a:avLst/>
            </a:prstGeom>
            <a:solidFill>
              <a:srgbClr val="F7F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675" name="Oval 402">
              <a:extLst>
                <a:ext uri="{FF2B5EF4-FFF2-40B4-BE49-F238E27FC236}">
                  <a16:creationId xmlns:a16="http://schemas.microsoft.com/office/drawing/2014/main" id="{EA1CCFA9-6931-48B1-8011-03AF9D2BC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732"/>
              <a:ext cx="35" cy="35"/>
            </a:xfrm>
            <a:prstGeom prst="ellipse">
              <a:avLst/>
            </a:prstGeom>
            <a:solidFill>
              <a:srgbClr val="F7F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676" name="Oval 403">
              <a:extLst>
                <a:ext uri="{FF2B5EF4-FFF2-40B4-BE49-F238E27FC236}">
                  <a16:creationId xmlns:a16="http://schemas.microsoft.com/office/drawing/2014/main" id="{BA26DD32-A725-4EB9-895A-D747ED6CA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655"/>
              <a:ext cx="38" cy="37"/>
            </a:xfrm>
            <a:prstGeom prst="ellipse">
              <a:avLst/>
            </a:prstGeom>
            <a:solidFill>
              <a:srgbClr val="F7F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677" name="Oval 404">
              <a:extLst>
                <a:ext uri="{FF2B5EF4-FFF2-40B4-BE49-F238E27FC236}">
                  <a16:creationId xmlns:a16="http://schemas.microsoft.com/office/drawing/2014/main" id="{0DDDA8D2-2F98-4891-9B98-8F48AB5CA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605"/>
              <a:ext cx="40" cy="40"/>
            </a:xfrm>
            <a:prstGeom prst="ellipse">
              <a:avLst/>
            </a:prstGeom>
            <a:solidFill>
              <a:srgbClr val="F7F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678" name="Oval 405">
              <a:extLst>
                <a:ext uri="{FF2B5EF4-FFF2-40B4-BE49-F238E27FC236}">
                  <a16:creationId xmlns:a16="http://schemas.microsoft.com/office/drawing/2014/main" id="{74C5437D-4C6E-400F-9131-9DD4C03D2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645"/>
              <a:ext cx="37" cy="37"/>
            </a:xfrm>
            <a:prstGeom prst="ellipse">
              <a:avLst/>
            </a:prstGeom>
            <a:solidFill>
              <a:srgbClr val="F7F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679" name="Freeform 406">
              <a:extLst>
                <a:ext uri="{FF2B5EF4-FFF2-40B4-BE49-F238E27FC236}">
                  <a16:creationId xmlns:a16="http://schemas.microsoft.com/office/drawing/2014/main" id="{313A9A9A-1CF0-4E54-9E80-1108D3463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652"/>
              <a:ext cx="15" cy="24"/>
            </a:xfrm>
            <a:custGeom>
              <a:avLst/>
              <a:gdLst>
                <a:gd name="T0" fmla="*/ 1 w 11"/>
                <a:gd name="T1" fmla="*/ 23 h 17"/>
                <a:gd name="T2" fmla="*/ 19 w 11"/>
                <a:gd name="T3" fmla="*/ 69 h 17"/>
                <a:gd name="T4" fmla="*/ 48 w 11"/>
                <a:gd name="T5" fmla="*/ 69 h 17"/>
                <a:gd name="T6" fmla="*/ 35 w 11"/>
                <a:gd name="T7" fmla="*/ 56 h 17"/>
                <a:gd name="T8" fmla="*/ 27 w 11"/>
                <a:gd name="T9" fmla="*/ 32 h 17"/>
                <a:gd name="T10" fmla="*/ 1 w 11"/>
                <a:gd name="T11" fmla="*/ 2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7">
                  <a:moveTo>
                    <a:pt x="1" y="4"/>
                  </a:moveTo>
                  <a:cubicBezTo>
                    <a:pt x="0" y="7"/>
                    <a:pt x="2" y="11"/>
                    <a:pt x="4" y="13"/>
                  </a:cubicBezTo>
                  <a:cubicBezTo>
                    <a:pt x="6" y="15"/>
                    <a:pt x="11" y="17"/>
                    <a:pt x="10" y="13"/>
                  </a:cubicBezTo>
                  <a:cubicBezTo>
                    <a:pt x="10" y="12"/>
                    <a:pt x="7" y="11"/>
                    <a:pt x="7" y="10"/>
                  </a:cubicBezTo>
                  <a:cubicBezTo>
                    <a:pt x="6" y="9"/>
                    <a:pt x="6" y="7"/>
                    <a:pt x="6" y="6"/>
                  </a:cubicBezTo>
                  <a:cubicBezTo>
                    <a:pt x="4" y="3"/>
                    <a:pt x="2" y="0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0" name="Freeform 407">
              <a:extLst>
                <a:ext uri="{FF2B5EF4-FFF2-40B4-BE49-F238E27FC236}">
                  <a16:creationId xmlns:a16="http://schemas.microsoft.com/office/drawing/2014/main" id="{5ACBFB80-211F-4D46-8072-6E473B99C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613"/>
              <a:ext cx="17" cy="22"/>
            </a:xfrm>
            <a:custGeom>
              <a:avLst/>
              <a:gdLst>
                <a:gd name="T0" fmla="*/ 40 w 12"/>
                <a:gd name="T1" fmla="*/ 0 h 16"/>
                <a:gd name="T2" fmla="*/ 26 w 12"/>
                <a:gd name="T3" fmla="*/ 1 h 16"/>
                <a:gd name="T4" fmla="*/ 40 w 12"/>
                <a:gd name="T5" fmla="*/ 76 h 16"/>
                <a:gd name="T6" fmla="*/ 40 w 12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7" y="0"/>
                  </a:moveTo>
                  <a:cubicBezTo>
                    <a:pt x="6" y="1"/>
                    <a:pt x="6" y="1"/>
                    <a:pt x="4" y="1"/>
                  </a:cubicBezTo>
                  <a:cubicBezTo>
                    <a:pt x="1" y="4"/>
                    <a:pt x="0" y="16"/>
                    <a:pt x="7" y="15"/>
                  </a:cubicBezTo>
                  <a:cubicBezTo>
                    <a:pt x="6" y="11"/>
                    <a:pt x="12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1" name="Freeform 408">
              <a:extLst>
                <a:ext uri="{FF2B5EF4-FFF2-40B4-BE49-F238E27FC236}">
                  <a16:creationId xmlns:a16="http://schemas.microsoft.com/office/drawing/2014/main" id="{E183514F-0079-4C57-92D2-BA56FFF7F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658"/>
              <a:ext cx="17" cy="27"/>
            </a:xfrm>
            <a:custGeom>
              <a:avLst/>
              <a:gdLst>
                <a:gd name="T0" fmla="*/ 47 w 12"/>
                <a:gd name="T1" fmla="*/ 18 h 19"/>
                <a:gd name="T2" fmla="*/ 68 w 12"/>
                <a:gd name="T3" fmla="*/ 107 h 19"/>
                <a:gd name="T4" fmla="*/ 67 w 12"/>
                <a:gd name="T5" fmla="*/ 47 h 19"/>
                <a:gd name="T6" fmla="*/ 40 w 12"/>
                <a:gd name="T7" fmla="*/ 1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8" y="3"/>
                  </a:moveTo>
                  <a:cubicBezTo>
                    <a:pt x="0" y="6"/>
                    <a:pt x="3" y="19"/>
                    <a:pt x="12" y="18"/>
                  </a:cubicBezTo>
                  <a:cubicBezTo>
                    <a:pt x="12" y="14"/>
                    <a:pt x="11" y="12"/>
                    <a:pt x="11" y="8"/>
                  </a:cubicBezTo>
                  <a:cubicBezTo>
                    <a:pt x="11" y="6"/>
                    <a:pt x="12" y="0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2" name="Freeform 409">
              <a:extLst>
                <a:ext uri="{FF2B5EF4-FFF2-40B4-BE49-F238E27FC236}">
                  <a16:creationId xmlns:a16="http://schemas.microsoft.com/office/drawing/2014/main" id="{92E900A0-D2F5-47F7-BA03-C7502504A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686"/>
              <a:ext cx="14" cy="18"/>
            </a:xfrm>
            <a:custGeom>
              <a:avLst/>
              <a:gdLst>
                <a:gd name="T0" fmla="*/ 41 w 10"/>
                <a:gd name="T1" fmla="*/ 11 h 13"/>
                <a:gd name="T2" fmla="*/ 21 w 10"/>
                <a:gd name="T3" fmla="*/ 66 h 13"/>
                <a:gd name="T4" fmla="*/ 41 w 10"/>
                <a:gd name="T5" fmla="*/ 1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8" y="2"/>
                  </a:moveTo>
                  <a:cubicBezTo>
                    <a:pt x="2" y="0"/>
                    <a:pt x="0" y="10"/>
                    <a:pt x="4" y="13"/>
                  </a:cubicBezTo>
                  <a:cubicBezTo>
                    <a:pt x="4" y="9"/>
                    <a:pt x="10" y="6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3" name="Freeform 410">
              <a:extLst>
                <a:ext uri="{FF2B5EF4-FFF2-40B4-BE49-F238E27FC236}">
                  <a16:creationId xmlns:a16="http://schemas.microsoft.com/office/drawing/2014/main" id="{AB9A0426-BDAE-4074-B279-218514689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645"/>
              <a:ext cx="28" cy="41"/>
            </a:xfrm>
            <a:custGeom>
              <a:avLst/>
              <a:gdLst>
                <a:gd name="T0" fmla="*/ 0 w 20"/>
                <a:gd name="T1" fmla="*/ 0 h 29"/>
                <a:gd name="T2" fmla="*/ 108 w 20"/>
                <a:gd name="T3" fmla="*/ 164 h 29"/>
                <a:gd name="T4" fmla="*/ 57 w 20"/>
                <a:gd name="T5" fmla="*/ 68 h 29"/>
                <a:gd name="T6" fmla="*/ 1 w 20"/>
                <a:gd name="T7" fmla="*/ 1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9">
                  <a:moveTo>
                    <a:pt x="0" y="0"/>
                  </a:moveTo>
                  <a:cubicBezTo>
                    <a:pt x="4" y="11"/>
                    <a:pt x="16" y="19"/>
                    <a:pt x="20" y="29"/>
                  </a:cubicBezTo>
                  <a:cubicBezTo>
                    <a:pt x="20" y="24"/>
                    <a:pt x="14" y="16"/>
                    <a:pt x="11" y="12"/>
                  </a:cubicBezTo>
                  <a:cubicBezTo>
                    <a:pt x="8" y="8"/>
                    <a:pt x="6" y="5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4" name="Freeform 411">
              <a:extLst>
                <a:ext uri="{FF2B5EF4-FFF2-40B4-BE49-F238E27FC236}">
                  <a16:creationId xmlns:a16="http://schemas.microsoft.com/office/drawing/2014/main" id="{B92BE177-6AB6-4FF9-9E7F-07DF0A5A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707"/>
              <a:ext cx="27" cy="43"/>
            </a:xfrm>
            <a:custGeom>
              <a:avLst/>
              <a:gdLst>
                <a:gd name="T0" fmla="*/ 0 w 19"/>
                <a:gd name="T1" fmla="*/ 0 h 31"/>
                <a:gd name="T2" fmla="*/ 109 w 19"/>
                <a:gd name="T3" fmla="*/ 160 h 31"/>
                <a:gd name="T4" fmla="*/ 13 w 19"/>
                <a:gd name="T5" fmla="*/ 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16" y="6"/>
                    <a:pt x="15" y="18"/>
                    <a:pt x="19" y="31"/>
                  </a:cubicBezTo>
                  <a:cubicBezTo>
                    <a:pt x="19" y="19"/>
                    <a:pt x="16" y="4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5" name="Freeform 412">
              <a:extLst>
                <a:ext uri="{FF2B5EF4-FFF2-40B4-BE49-F238E27FC236}">
                  <a16:creationId xmlns:a16="http://schemas.microsoft.com/office/drawing/2014/main" id="{5334CDCC-3ED8-4A16-A067-8F5E3361D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700"/>
              <a:ext cx="9" cy="41"/>
            </a:xfrm>
            <a:custGeom>
              <a:avLst/>
              <a:gdLst>
                <a:gd name="T0" fmla="*/ 0 w 6"/>
                <a:gd name="T1" fmla="*/ 0 h 29"/>
                <a:gd name="T2" fmla="*/ 12 w 6"/>
                <a:gd name="T3" fmla="*/ 164 h 29"/>
                <a:gd name="T4" fmla="*/ 12 w 6"/>
                <a:gd name="T5" fmla="*/ 1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9">
                  <a:moveTo>
                    <a:pt x="0" y="0"/>
                  </a:moveTo>
                  <a:cubicBezTo>
                    <a:pt x="4" y="9"/>
                    <a:pt x="1" y="19"/>
                    <a:pt x="1" y="29"/>
                  </a:cubicBezTo>
                  <a:cubicBezTo>
                    <a:pt x="5" y="19"/>
                    <a:pt x="6" y="12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6" name="Freeform 413">
              <a:extLst>
                <a:ext uri="{FF2B5EF4-FFF2-40B4-BE49-F238E27FC236}">
                  <a16:creationId xmlns:a16="http://schemas.microsoft.com/office/drawing/2014/main" id="{13B2CAF5-74FD-4852-815C-FF8E52844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791"/>
              <a:ext cx="9" cy="34"/>
            </a:xfrm>
            <a:custGeom>
              <a:avLst/>
              <a:gdLst>
                <a:gd name="T0" fmla="*/ 41 w 6"/>
                <a:gd name="T1" fmla="*/ 0 h 24"/>
                <a:gd name="T2" fmla="*/ 32 w 6"/>
                <a:gd name="T3" fmla="*/ 136 h 24"/>
                <a:gd name="T4" fmla="*/ 48 w 6"/>
                <a:gd name="T5" fmla="*/ 1 h 24"/>
                <a:gd name="T6" fmla="*/ 32 w 6"/>
                <a:gd name="T7" fmla="*/ 1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5" y="0"/>
                  </a:moveTo>
                  <a:cubicBezTo>
                    <a:pt x="0" y="5"/>
                    <a:pt x="3" y="19"/>
                    <a:pt x="4" y="24"/>
                  </a:cubicBezTo>
                  <a:cubicBezTo>
                    <a:pt x="4" y="16"/>
                    <a:pt x="4" y="8"/>
                    <a:pt x="6" y="1"/>
                  </a:cubicBezTo>
                  <a:cubicBezTo>
                    <a:pt x="5" y="1"/>
                    <a:pt x="5" y="1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7" name="Freeform 414">
              <a:extLst>
                <a:ext uri="{FF2B5EF4-FFF2-40B4-BE49-F238E27FC236}">
                  <a16:creationId xmlns:a16="http://schemas.microsoft.com/office/drawing/2014/main" id="{48139F7A-CB7E-4BEC-8991-D1ACBF6BF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724"/>
              <a:ext cx="11" cy="43"/>
            </a:xfrm>
            <a:custGeom>
              <a:avLst/>
              <a:gdLst>
                <a:gd name="T0" fmla="*/ 11 w 8"/>
                <a:gd name="T1" fmla="*/ 0 h 31"/>
                <a:gd name="T2" fmla="*/ 21 w 8"/>
                <a:gd name="T3" fmla="*/ 83 h 31"/>
                <a:gd name="T4" fmla="*/ 40 w 8"/>
                <a:gd name="T5" fmla="*/ 160 h 31"/>
                <a:gd name="T6" fmla="*/ 11 w 8"/>
                <a:gd name="T7" fmla="*/ 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1">
                  <a:moveTo>
                    <a:pt x="2" y="0"/>
                  </a:moveTo>
                  <a:cubicBezTo>
                    <a:pt x="0" y="5"/>
                    <a:pt x="3" y="11"/>
                    <a:pt x="4" y="16"/>
                  </a:cubicBezTo>
                  <a:cubicBezTo>
                    <a:pt x="5" y="21"/>
                    <a:pt x="6" y="27"/>
                    <a:pt x="8" y="31"/>
                  </a:cubicBezTo>
                  <a:cubicBezTo>
                    <a:pt x="5" y="27"/>
                    <a:pt x="8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8" name="Freeform 415">
              <a:extLst>
                <a:ext uri="{FF2B5EF4-FFF2-40B4-BE49-F238E27FC236}">
                  <a16:creationId xmlns:a16="http://schemas.microsoft.com/office/drawing/2014/main" id="{F29CBFFB-FE02-4022-9191-052B2D7C6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697"/>
              <a:ext cx="24" cy="14"/>
            </a:xfrm>
            <a:custGeom>
              <a:avLst/>
              <a:gdLst>
                <a:gd name="T0" fmla="*/ 0 w 17"/>
                <a:gd name="T1" fmla="*/ 41 h 10"/>
                <a:gd name="T2" fmla="*/ 64 w 17"/>
                <a:gd name="T3" fmla="*/ 55 h 10"/>
                <a:gd name="T4" fmla="*/ 1 w 17"/>
                <a:gd name="T5" fmla="*/ 49 h 10"/>
                <a:gd name="T6" fmla="*/ 1 w 17"/>
                <a:gd name="T7" fmla="*/ 4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8"/>
                  </a:moveTo>
                  <a:cubicBezTo>
                    <a:pt x="2" y="0"/>
                    <a:pt x="17" y="6"/>
                    <a:pt x="11" y="10"/>
                  </a:cubicBezTo>
                  <a:cubicBezTo>
                    <a:pt x="8" y="8"/>
                    <a:pt x="4" y="8"/>
                    <a:pt x="1" y="9"/>
                  </a:cubicBezTo>
                  <a:cubicBezTo>
                    <a:pt x="1" y="9"/>
                    <a:pt x="1" y="8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9" name="Freeform 416">
              <a:extLst>
                <a:ext uri="{FF2B5EF4-FFF2-40B4-BE49-F238E27FC236}">
                  <a16:creationId xmlns:a16="http://schemas.microsoft.com/office/drawing/2014/main" id="{A2DDE97D-38DE-46AE-967F-1EE429744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736"/>
              <a:ext cx="20" cy="13"/>
            </a:xfrm>
            <a:custGeom>
              <a:avLst/>
              <a:gdLst>
                <a:gd name="T0" fmla="*/ 13 w 14"/>
                <a:gd name="T1" fmla="*/ 29 h 9"/>
                <a:gd name="T2" fmla="*/ 80 w 14"/>
                <a:gd name="T3" fmla="*/ 42 h 9"/>
                <a:gd name="T4" fmla="*/ 0 w 14"/>
                <a:gd name="T5" fmla="*/ 2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2" y="5"/>
                  </a:moveTo>
                  <a:cubicBezTo>
                    <a:pt x="3" y="0"/>
                    <a:pt x="14" y="2"/>
                    <a:pt x="13" y="7"/>
                  </a:cubicBezTo>
                  <a:cubicBezTo>
                    <a:pt x="13" y="9"/>
                    <a:pt x="1" y="7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0" name="Freeform 417">
              <a:extLst>
                <a:ext uri="{FF2B5EF4-FFF2-40B4-BE49-F238E27FC236}">
                  <a16:creationId xmlns:a16="http://schemas.microsoft.com/office/drawing/2014/main" id="{F7B7A6BB-A90E-45A3-8DB2-C188D5A8A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856"/>
              <a:ext cx="27" cy="35"/>
            </a:xfrm>
            <a:custGeom>
              <a:avLst/>
              <a:gdLst>
                <a:gd name="T0" fmla="*/ 109 w 19"/>
                <a:gd name="T1" fmla="*/ 0 h 25"/>
                <a:gd name="T2" fmla="*/ 0 w 19"/>
                <a:gd name="T3" fmla="*/ 57 h 25"/>
                <a:gd name="T4" fmla="*/ 53 w 19"/>
                <a:gd name="T5" fmla="*/ 97 h 25"/>
                <a:gd name="T6" fmla="*/ 97 w 19"/>
                <a:gd name="T7" fmla="*/ 1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19" y="0"/>
                  </a:moveTo>
                  <a:cubicBezTo>
                    <a:pt x="16" y="1"/>
                    <a:pt x="4" y="25"/>
                    <a:pt x="0" y="11"/>
                  </a:cubicBezTo>
                  <a:cubicBezTo>
                    <a:pt x="1" y="17"/>
                    <a:pt x="3" y="24"/>
                    <a:pt x="9" y="18"/>
                  </a:cubicBezTo>
                  <a:cubicBezTo>
                    <a:pt x="13" y="14"/>
                    <a:pt x="14" y="8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1" name="Freeform 418">
              <a:extLst>
                <a:ext uri="{FF2B5EF4-FFF2-40B4-BE49-F238E27FC236}">
                  <a16:creationId xmlns:a16="http://schemas.microsoft.com/office/drawing/2014/main" id="{5F2F2A7D-6E8F-4BB8-8D51-7619DC949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649"/>
              <a:ext cx="10" cy="24"/>
            </a:xfrm>
            <a:custGeom>
              <a:avLst/>
              <a:gdLst>
                <a:gd name="T0" fmla="*/ 0 w 7"/>
                <a:gd name="T1" fmla="*/ 16 h 17"/>
                <a:gd name="T2" fmla="*/ 19 w 7"/>
                <a:gd name="T3" fmla="*/ 56 h 17"/>
                <a:gd name="T4" fmla="*/ 39 w 7"/>
                <a:gd name="T5" fmla="*/ 69 h 17"/>
                <a:gd name="T6" fmla="*/ 1 w 7"/>
                <a:gd name="T7" fmla="*/ 1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7">
                  <a:moveTo>
                    <a:pt x="0" y="3"/>
                  </a:moveTo>
                  <a:cubicBezTo>
                    <a:pt x="3" y="4"/>
                    <a:pt x="3" y="8"/>
                    <a:pt x="3" y="10"/>
                  </a:cubicBezTo>
                  <a:cubicBezTo>
                    <a:pt x="3" y="13"/>
                    <a:pt x="3" y="17"/>
                    <a:pt x="6" y="13"/>
                  </a:cubicBezTo>
                  <a:cubicBezTo>
                    <a:pt x="7" y="10"/>
                    <a:pt x="6" y="0"/>
                    <a:pt x="1" y="3"/>
                  </a:cubicBezTo>
                </a:path>
              </a:pathLst>
            </a:custGeom>
            <a:solidFill>
              <a:srgbClr val="F4C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2" name="Freeform 419">
              <a:extLst>
                <a:ext uri="{FF2B5EF4-FFF2-40B4-BE49-F238E27FC236}">
                  <a16:creationId xmlns:a16="http://schemas.microsoft.com/office/drawing/2014/main" id="{0AA70D4E-119B-4352-B603-A24777534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614"/>
              <a:ext cx="16" cy="27"/>
            </a:xfrm>
            <a:custGeom>
              <a:avLst/>
              <a:gdLst>
                <a:gd name="T0" fmla="*/ 28 w 11"/>
                <a:gd name="T1" fmla="*/ 0 h 19"/>
                <a:gd name="T2" fmla="*/ 13 w 11"/>
                <a:gd name="T3" fmla="*/ 67 h 19"/>
                <a:gd name="T4" fmla="*/ 32 w 11"/>
                <a:gd name="T5" fmla="*/ 87 h 19"/>
                <a:gd name="T6" fmla="*/ 32 w 11"/>
                <a:gd name="T7" fmla="*/ 0 h 19"/>
                <a:gd name="T8" fmla="*/ 28 w 11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4" y="0"/>
                  </a:moveTo>
                  <a:cubicBezTo>
                    <a:pt x="7" y="4"/>
                    <a:pt x="4" y="7"/>
                    <a:pt x="2" y="11"/>
                  </a:cubicBezTo>
                  <a:cubicBezTo>
                    <a:pt x="0" y="14"/>
                    <a:pt x="1" y="19"/>
                    <a:pt x="5" y="15"/>
                  </a:cubicBezTo>
                  <a:cubicBezTo>
                    <a:pt x="9" y="11"/>
                    <a:pt x="11" y="3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F4C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3" name="Freeform 420">
              <a:extLst>
                <a:ext uri="{FF2B5EF4-FFF2-40B4-BE49-F238E27FC236}">
                  <a16:creationId xmlns:a16="http://schemas.microsoft.com/office/drawing/2014/main" id="{E2256656-D944-4C76-9042-B681686A8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661"/>
              <a:ext cx="11" cy="26"/>
            </a:xfrm>
            <a:custGeom>
              <a:avLst/>
              <a:gdLst>
                <a:gd name="T0" fmla="*/ 15 w 8"/>
                <a:gd name="T1" fmla="*/ 10 h 19"/>
                <a:gd name="T2" fmla="*/ 11 w 8"/>
                <a:gd name="T3" fmla="*/ 56 h 19"/>
                <a:gd name="T4" fmla="*/ 26 w 8"/>
                <a:gd name="T5" fmla="*/ 75 h 19"/>
                <a:gd name="T6" fmla="*/ 36 w 8"/>
                <a:gd name="T7" fmla="*/ 29 h 19"/>
                <a:gd name="T8" fmla="*/ 26 w 8"/>
                <a:gd name="T9" fmla="*/ 14 h 19"/>
                <a:gd name="T10" fmla="*/ 15 w 8"/>
                <a:gd name="T11" fmla="*/ 1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9">
                  <a:moveTo>
                    <a:pt x="3" y="2"/>
                  </a:moveTo>
                  <a:cubicBezTo>
                    <a:pt x="5" y="5"/>
                    <a:pt x="3" y="9"/>
                    <a:pt x="2" y="12"/>
                  </a:cubicBezTo>
                  <a:cubicBezTo>
                    <a:pt x="0" y="16"/>
                    <a:pt x="1" y="19"/>
                    <a:pt x="5" y="15"/>
                  </a:cubicBezTo>
                  <a:cubicBezTo>
                    <a:pt x="7" y="13"/>
                    <a:pt x="8" y="10"/>
                    <a:pt x="7" y="6"/>
                  </a:cubicBezTo>
                  <a:cubicBezTo>
                    <a:pt x="7" y="5"/>
                    <a:pt x="6" y="3"/>
                    <a:pt x="5" y="3"/>
                  </a:cubicBezTo>
                  <a:cubicBezTo>
                    <a:pt x="4" y="2"/>
                    <a:pt x="2" y="0"/>
                    <a:pt x="3" y="3"/>
                  </a:cubicBezTo>
                </a:path>
              </a:pathLst>
            </a:custGeom>
            <a:solidFill>
              <a:srgbClr val="F4C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4" name="Freeform 421">
              <a:extLst>
                <a:ext uri="{FF2B5EF4-FFF2-40B4-BE49-F238E27FC236}">
                  <a16:creationId xmlns:a16="http://schemas.microsoft.com/office/drawing/2014/main" id="{4CA9BC4E-C8A8-4DF8-A425-0F1623C71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689"/>
              <a:ext cx="19" cy="28"/>
            </a:xfrm>
            <a:custGeom>
              <a:avLst/>
              <a:gdLst>
                <a:gd name="T0" fmla="*/ 0 w 13"/>
                <a:gd name="T1" fmla="*/ 77 h 20"/>
                <a:gd name="T2" fmla="*/ 47 w 13"/>
                <a:gd name="T3" fmla="*/ 28 h 20"/>
                <a:gd name="T4" fmla="*/ 88 w 13"/>
                <a:gd name="T5" fmla="*/ 57 h 20"/>
                <a:gd name="T6" fmla="*/ 32 w 13"/>
                <a:gd name="T7" fmla="*/ 104 h 20"/>
                <a:gd name="T8" fmla="*/ 0 w 13"/>
                <a:gd name="T9" fmla="*/ 6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0" y="14"/>
                  </a:moveTo>
                  <a:cubicBezTo>
                    <a:pt x="6" y="15"/>
                    <a:pt x="5" y="7"/>
                    <a:pt x="7" y="5"/>
                  </a:cubicBezTo>
                  <a:cubicBezTo>
                    <a:pt x="10" y="0"/>
                    <a:pt x="13" y="8"/>
                    <a:pt x="13" y="11"/>
                  </a:cubicBezTo>
                  <a:cubicBezTo>
                    <a:pt x="12" y="15"/>
                    <a:pt x="9" y="19"/>
                    <a:pt x="5" y="19"/>
                  </a:cubicBezTo>
                  <a:cubicBezTo>
                    <a:pt x="1" y="20"/>
                    <a:pt x="0" y="16"/>
                    <a:pt x="0" y="13"/>
                  </a:cubicBezTo>
                </a:path>
              </a:pathLst>
            </a:custGeom>
            <a:solidFill>
              <a:srgbClr val="F4C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5" name="Freeform 422">
              <a:extLst>
                <a:ext uri="{FF2B5EF4-FFF2-40B4-BE49-F238E27FC236}">
                  <a16:creationId xmlns:a16="http://schemas.microsoft.com/office/drawing/2014/main" id="{4D57CE68-D0B8-49E3-9793-19EAB8D89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706"/>
              <a:ext cx="22" cy="25"/>
            </a:xfrm>
            <a:custGeom>
              <a:avLst/>
              <a:gdLst>
                <a:gd name="T0" fmla="*/ 15 w 16"/>
                <a:gd name="T1" fmla="*/ 29 h 18"/>
                <a:gd name="T2" fmla="*/ 29 w 16"/>
                <a:gd name="T3" fmla="*/ 78 h 18"/>
                <a:gd name="T4" fmla="*/ 76 w 16"/>
                <a:gd name="T5" fmla="*/ 69 h 18"/>
                <a:gd name="T6" fmla="*/ 15 w 16"/>
                <a:gd name="T7" fmla="*/ 3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3" y="6"/>
                  </a:moveTo>
                  <a:cubicBezTo>
                    <a:pt x="0" y="7"/>
                    <a:pt x="4" y="14"/>
                    <a:pt x="6" y="15"/>
                  </a:cubicBezTo>
                  <a:cubicBezTo>
                    <a:pt x="8" y="16"/>
                    <a:pt x="14" y="18"/>
                    <a:pt x="15" y="14"/>
                  </a:cubicBezTo>
                  <a:cubicBezTo>
                    <a:pt x="16" y="9"/>
                    <a:pt x="4" y="0"/>
                    <a:pt x="3" y="7"/>
                  </a:cubicBezTo>
                </a:path>
              </a:pathLst>
            </a:custGeom>
            <a:solidFill>
              <a:srgbClr val="F4C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6" name="Freeform 423">
              <a:extLst>
                <a:ext uri="{FF2B5EF4-FFF2-40B4-BE49-F238E27FC236}">
                  <a16:creationId xmlns:a16="http://schemas.microsoft.com/office/drawing/2014/main" id="{42A83CD6-7B63-4CED-8E49-FC4582E27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746"/>
              <a:ext cx="23" cy="17"/>
            </a:xfrm>
            <a:custGeom>
              <a:avLst/>
              <a:gdLst>
                <a:gd name="T0" fmla="*/ 0 w 16"/>
                <a:gd name="T1" fmla="*/ 26 h 12"/>
                <a:gd name="T2" fmla="*/ 39 w 16"/>
                <a:gd name="T3" fmla="*/ 68 h 12"/>
                <a:gd name="T4" fmla="*/ 86 w 16"/>
                <a:gd name="T5" fmla="*/ 47 h 12"/>
                <a:gd name="T6" fmla="*/ 56 w 16"/>
                <a:gd name="T7" fmla="*/ 37 h 12"/>
                <a:gd name="T8" fmla="*/ 39 w 16"/>
                <a:gd name="T9" fmla="*/ 18 h 12"/>
                <a:gd name="T10" fmla="*/ 0 w 16"/>
                <a:gd name="T11" fmla="*/ 2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0" y="4"/>
                  </a:moveTo>
                  <a:cubicBezTo>
                    <a:pt x="0" y="7"/>
                    <a:pt x="3" y="11"/>
                    <a:pt x="6" y="12"/>
                  </a:cubicBezTo>
                  <a:cubicBezTo>
                    <a:pt x="8" y="12"/>
                    <a:pt x="16" y="12"/>
                    <a:pt x="14" y="8"/>
                  </a:cubicBezTo>
                  <a:cubicBezTo>
                    <a:pt x="13" y="7"/>
                    <a:pt x="10" y="7"/>
                    <a:pt x="9" y="6"/>
                  </a:cubicBezTo>
                  <a:cubicBezTo>
                    <a:pt x="8" y="6"/>
                    <a:pt x="7" y="4"/>
                    <a:pt x="6" y="3"/>
                  </a:cubicBezTo>
                  <a:cubicBezTo>
                    <a:pt x="4" y="2"/>
                    <a:pt x="0" y="0"/>
                    <a:pt x="0" y="4"/>
                  </a:cubicBezTo>
                </a:path>
              </a:pathLst>
            </a:custGeom>
            <a:solidFill>
              <a:srgbClr val="F4C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7" name="Freeform 424">
              <a:extLst>
                <a:ext uri="{FF2B5EF4-FFF2-40B4-BE49-F238E27FC236}">
                  <a16:creationId xmlns:a16="http://schemas.microsoft.com/office/drawing/2014/main" id="{55BACC9A-3954-4E6D-97FC-839D37003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205"/>
              <a:ext cx="25" cy="69"/>
            </a:xfrm>
            <a:custGeom>
              <a:avLst/>
              <a:gdLst>
                <a:gd name="T0" fmla="*/ 0 w 18"/>
                <a:gd name="T1" fmla="*/ 0 h 49"/>
                <a:gd name="T2" fmla="*/ 94 w 18"/>
                <a:gd name="T3" fmla="*/ 272 h 49"/>
                <a:gd name="T4" fmla="*/ 0 w 18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9">
                  <a:moveTo>
                    <a:pt x="0" y="0"/>
                  </a:moveTo>
                  <a:cubicBezTo>
                    <a:pt x="0" y="0"/>
                    <a:pt x="16" y="3"/>
                    <a:pt x="18" y="49"/>
                  </a:cubicBezTo>
                  <a:cubicBezTo>
                    <a:pt x="18" y="49"/>
                    <a:pt x="13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8" name="Freeform 425">
              <a:extLst>
                <a:ext uri="{FF2B5EF4-FFF2-40B4-BE49-F238E27FC236}">
                  <a16:creationId xmlns:a16="http://schemas.microsoft.com/office/drawing/2014/main" id="{00501AD0-18F2-477A-8D9A-4BC3DC99F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159"/>
              <a:ext cx="22" cy="42"/>
            </a:xfrm>
            <a:custGeom>
              <a:avLst/>
              <a:gdLst>
                <a:gd name="T0" fmla="*/ 29 w 16"/>
                <a:gd name="T1" fmla="*/ 0 h 30"/>
                <a:gd name="T2" fmla="*/ 0 w 16"/>
                <a:gd name="T3" fmla="*/ 162 h 30"/>
                <a:gd name="T4" fmla="*/ 29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6" y="0"/>
                  </a:moveTo>
                  <a:cubicBezTo>
                    <a:pt x="6" y="0"/>
                    <a:pt x="11" y="11"/>
                    <a:pt x="0" y="30"/>
                  </a:cubicBezTo>
                  <a:cubicBezTo>
                    <a:pt x="0" y="30"/>
                    <a:pt x="16" y="14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9" name="Freeform 426">
              <a:extLst>
                <a:ext uri="{FF2B5EF4-FFF2-40B4-BE49-F238E27FC236}">
                  <a16:creationId xmlns:a16="http://schemas.microsoft.com/office/drawing/2014/main" id="{517B48F2-0311-432B-9405-BBCE9FE0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780"/>
              <a:ext cx="1728" cy="377"/>
            </a:xfrm>
            <a:custGeom>
              <a:avLst/>
              <a:gdLst>
                <a:gd name="T0" fmla="*/ 0 w 1232"/>
                <a:gd name="T1" fmla="*/ 259 h 269"/>
                <a:gd name="T2" fmla="*/ 212 w 1232"/>
                <a:gd name="T3" fmla="*/ 177 h 269"/>
                <a:gd name="T4" fmla="*/ 445 w 1232"/>
                <a:gd name="T5" fmla="*/ 280 h 269"/>
                <a:gd name="T6" fmla="*/ 778 w 1232"/>
                <a:gd name="T7" fmla="*/ 448 h 269"/>
                <a:gd name="T8" fmla="*/ 1123 w 1232"/>
                <a:gd name="T9" fmla="*/ 123 h 269"/>
                <a:gd name="T10" fmla="*/ 1471 w 1232"/>
                <a:gd name="T11" fmla="*/ 527 h 269"/>
                <a:gd name="T12" fmla="*/ 1739 w 1232"/>
                <a:gd name="T13" fmla="*/ 268 h 269"/>
                <a:gd name="T14" fmla="*/ 2126 w 1232"/>
                <a:gd name="T15" fmla="*/ 39 h 269"/>
                <a:gd name="T16" fmla="*/ 2508 w 1232"/>
                <a:gd name="T17" fmla="*/ 356 h 269"/>
                <a:gd name="T18" fmla="*/ 3009 w 1232"/>
                <a:gd name="T19" fmla="*/ 605 h 269"/>
                <a:gd name="T20" fmla="*/ 3558 w 1232"/>
                <a:gd name="T21" fmla="*/ 412 h 269"/>
                <a:gd name="T22" fmla="*/ 3909 w 1232"/>
                <a:gd name="T23" fmla="*/ 959 h 269"/>
                <a:gd name="T24" fmla="*/ 4183 w 1232"/>
                <a:gd name="T25" fmla="*/ 1055 h 269"/>
                <a:gd name="T26" fmla="*/ 4408 w 1232"/>
                <a:gd name="T27" fmla="*/ 628 h 269"/>
                <a:gd name="T28" fmla="*/ 4608 w 1232"/>
                <a:gd name="T29" fmla="*/ 448 h 269"/>
                <a:gd name="T30" fmla="*/ 4798 w 1232"/>
                <a:gd name="T31" fmla="*/ 671 h 269"/>
                <a:gd name="T32" fmla="*/ 5125 w 1232"/>
                <a:gd name="T33" fmla="*/ 1125 h 269"/>
                <a:gd name="T34" fmla="*/ 5731 w 1232"/>
                <a:gd name="T35" fmla="*/ 768 h 269"/>
                <a:gd name="T36" fmla="*/ 5990 w 1232"/>
                <a:gd name="T37" fmla="*/ 880 h 269"/>
                <a:gd name="T38" fmla="*/ 6113 w 1232"/>
                <a:gd name="T39" fmla="*/ 1076 h 269"/>
                <a:gd name="T40" fmla="*/ 6382 w 1232"/>
                <a:gd name="T41" fmla="*/ 862 h 269"/>
                <a:gd name="T42" fmla="*/ 6689 w 1232"/>
                <a:gd name="T43" fmla="*/ 1453 h 26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2" h="269">
                  <a:moveTo>
                    <a:pt x="0" y="48"/>
                  </a:moveTo>
                  <a:cubicBezTo>
                    <a:pt x="11" y="44"/>
                    <a:pt x="24" y="33"/>
                    <a:pt x="39" y="33"/>
                  </a:cubicBezTo>
                  <a:cubicBezTo>
                    <a:pt x="56" y="34"/>
                    <a:pt x="69" y="41"/>
                    <a:pt x="82" y="52"/>
                  </a:cubicBezTo>
                  <a:cubicBezTo>
                    <a:pt x="98" y="64"/>
                    <a:pt x="120" y="92"/>
                    <a:pt x="143" y="83"/>
                  </a:cubicBezTo>
                  <a:cubicBezTo>
                    <a:pt x="170" y="72"/>
                    <a:pt x="170" y="18"/>
                    <a:pt x="207" y="23"/>
                  </a:cubicBezTo>
                  <a:cubicBezTo>
                    <a:pt x="244" y="28"/>
                    <a:pt x="242" y="82"/>
                    <a:pt x="271" y="97"/>
                  </a:cubicBezTo>
                  <a:cubicBezTo>
                    <a:pt x="302" y="113"/>
                    <a:pt x="309" y="69"/>
                    <a:pt x="320" y="49"/>
                  </a:cubicBezTo>
                  <a:cubicBezTo>
                    <a:pt x="333" y="26"/>
                    <a:pt x="363" y="0"/>
                    <a:pt x="392" y="7"/>
                  </a:cubicBezTo>
                  <a:cubicBezTo>
                    <a:pt x="418" y="12"/>
                    <a:pt x="443" y="47"/>
                    <a:pt x="462" y="66"/>
                  </a:cubicBezTo>
                  <a:cubicBezTo>
                    <a:pt x="487" y="92"/>
                    <a:pt x="514" y="120"/>
                    <a:pt x="554" y="112"/>
                  </a:cubicBezTo>
                  <a:cubicBezTo>
                    <a:pt x="590" y="104"/>
                    <a:pt x="615" y="58"/>
                    <a:pt x="656" y="76"/>
                  </a:cubicBezTo>
                  <a:cubicBezTo>
                    <a:pt x="697" y="94"/>
                    <a:pt x="693" y="148"/>
                    <a:pt x="720" y="177"/>
                  </a:cubicBezTo>
                  <a:cubicBezTo>
                    <a:pt x="730" y="187"/>
                    <a:pt x="757" y="200"/>
                    <a:pt x="771" y="195"/>
                  </a:cubicBezTo>
                  <a:cubicBezTo>
                    <a:pt x="794" y="185"/>
                    <a:pt x="801" y="136"/>
                    <a:pt x="812" y="116"/>
                  </a:cubicBezTo>
                  <a:cubicBezTo>
                    <a:pt x="820" y="101"/>
                    <a:pt x="829" y="78"/>
                    <a:pt x="849" y="83"/>
                  </a:cubicBezTo>
                  <a:cubicBezTo>
                    <a:pt x="865" y="86"/>
                    <a:pt x="877" y="112"/>
                    <a:pt x="884" y="124"/>
                  </a:cubicBezTo>
                  <a:cubicBezTo>
                    <a:pt x="898" y="152"/>
                    <a:pt x="906" y="201"/>
                    <a:pt x="944" y="208"/>
                  </a:cubicBezTo>
                  <a:cubicBezTo>
                    <a:pt x="990" y="215"/>
                    <a:pt x="1009" y="145"/>
                    <a:pt x="1056" y="142"/>
                  </a:cubicBezTo>
                  <a:cubicBezTo>
                    <a:pt x="1077" y="140"/>
                    <a:pt x="1091" y="145"/>
                    <a:pt x="1104" y="163"/>
                  </a:cubicBezTo>
                  <a:cubicBezTo>
                    <a:pt x="1111" y="173"/>
                    <a:pt x="1113" y="197"/>
                    <a:pt x="1126" y="199"/>
                  </a:cubicBezTo>
                  <a:cubicBezTo>
                    <a:pt x="1145" y="202"/>
                    <a:pt x="1150" y="158"/>
                    <a:pt x="1176" y="159"/>
                  </a:cubicBezTo>
                  <a:cubicBezTo>
                    <a:pt x="1225" y="161"/>
                    <a:pt x="1218" y="249"/>
                    <a:pt x="1232" y="269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0" name="Freeform 427">
              <a:extLst>
                <a:ext uri="{FF2B5EF4-FFF2-40B4-BE49-F238E27FC236}">
                  <a16:creationId xmlns:a16="http://schemas.microsoft.com/office/drawing/2014/main" id="{76938543-B635-48E5-B899-C6EB2AE88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915"/>
              <a:ext cx="164" cy="154"/>
            </a:xfrm>
            <a:custGeom>
              <a:avLst/>
              <a:gdLst>
                <a:gd name="T0" fmla="*/ 0 w 117"/>
                <a:gd name="T1" fmla="*/ 57 h 110"/>
                <a:gd name="T2" fmla="*/ 432 w 117"/>
                <a:gd name="T3" fmla="*/ 269 h 110"/>
                <a:gd name="T4" fmla="*/ 632 w 117"/>
                <a:gd name="T5" fmla="*/ 577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10">
                  <a:moveTo>
                    <a:pt x="0" y="11"/>
                  </a:moveTo>
                  <a:cubicBezTo>
                    <a:pt x="36" y="0"/>
                    <a:pt x="64" y="16"/>
                    <a:pt x="80" y="50"/>
                  </a:cubicBezTo>
                  <a:cubicBezTo>
                    <a:pt x="88" y="68"/>
                    <a:pt x="93" y="110"/>
                    <a:pt x="117" y="107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1" name="Freeform 428">
              <a:extLst>
                <a:ext uri="{FF2B5EF4-FFF2-40B4-BE49-F238E27FC236}">
                  <a16:creationId xmlns:a16="http://schemas.microsoft.com/office/drawing/2014/main" id="{6A6A4D5E-D2C7-40CF-BBBB-09AB221E1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990"/>
              <a:ext cx="166" cy="99"/>
            </a:xfrm>
            <a:custGeom>
              <a:avLst/>
              <a:gdLst>
                <a:gd name="T0" fmla="*/ 0 w 118"/>
                <a:gd name="T1" fmla="*/ 68 h 70"/>
                <a:gd name="T2" fmla="*/ 423 w 118"/>
                <a:gd name="T3" fmla="*/ 117 h 70"/>
                <a:gd name="T4" fmla="*/ 651 w 118"/>
                <a:gd name="T5" fmla="*/ 39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70">
                  <a:moveTo>
                    <a:pt x="0" y="12"/>
                  </a:moveTo>
                  <a:cubicBezTo>
                    <a:pt x="26" y="8"/>
                    <a:pt x="55" y="0"/>
                    <a:pt x="77" y="21"/>
                  </a:cubicBezTo>
                  <a:cubicBezTo>
                    <a:pt x="94" y="36"/>
                    <a:pt x="95" y="64"/>
                    <a:pt x="118" y="7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2" name="Freeform 429">
              <a:extLst>
                <a:ext uri="{FF2B5EF4-FFF2-40B4-BE49-F238E27FC236}">
                  <a16:creationId xmlns:a16="http://schemas.microsoft.com/office/drawing/2014/main" id="{7451F820-E157-4489-8F76-EA9B7E4B6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027"/>
              <a:ext cx="288" cy="128"/>
            </a:xfrm>
            <a:custGeom>
              <a:avLst/>
              <a:gdLst>
                <a:gd name="T0" fmla="*/ 0 w 205"/>
                <a:gd name="T1" fmla="*/ 28 h 91"/>
                <a:gd name="T2" fmla="*/ 171 w 205"/>
                <a:gd name="T3" fmla="*/ 11 h 91"/>
                <a:gd name="T4" fmla="*/ 365 w 205"/>
                <a:gd name="T5" fmla="*/ 172 h 91"/>
                <a:gd name="T6" fmla="*/ 556 w 205"/>
                <a:gd name="T7" fmla="*/ 267 h 91"/>
                <a:gd name="T8" fmla="*/ 701 w 205"/>
                <a:gd name="T9" fmla="*/ 148 h 91"/>
                <a:gd name="T10" fmla="*/ 1122 w 205"/>
                <a:gd name="T11" fmla="*/ 501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91">
                  <a:moveTo>
                    <a:pt x="0" y="5"/>
                  </a:moveTo>
                  <a:cubicBezTo>
                    <a:pt x="12" y="4"/>
                    <a:pt x="18" y="0"/>
                    <a:pt x="31" y="2"/>
                  </a:cubicBezTo>
                  <a:cubicBezTo>
                    <a:pt x="50" y="6"/>
                    <a:pt x="54" y="19"/>
                    <a:pt x="67" y="31"/>
                  </a:cubicBezTo>
                  <a:cubicBezTo>
                    <a:pt x="76" y="39"/>
                    <a:pt x="90" y="50"/>
                    <a:pt x="102" y="48"/>
                  </a:cubicBezTo>
                  <a:cubicBezTo>
                    <a:pt x="116" y="45"/>
                    <a:pt x="117" y="34"/>
                    <a:pt x="128" y="27"/>
                  </a:cubicBezTo>
                  <a:cubicBezTo>
                    <a:pt x="168" y="1"/>
                    <a:pt x="199" y="61"/>
                    <a:pt x="205" y="91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3" name="Freeform 430">
              <a:extLst>
                <a:ext uri="{FF2B5EF4-FFF2-40B4-BE49-F238E27FC236}">
                  <a16:creationId xmlns:a16="http://schemas.microsoft.com/office/drawing/2014/main" id="{D4653344-C166-470A-BE5C-CCC37D9F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047"/>
              <a:ext cx="272" cy="143"/>
            </a:xfrm>
            <a:custGeom>
              <a:avLst/>
              <a:gdLst>
                <a:gd name="T0" fmla="*/ 0 w 194"/>
                <a:gd name="T1" fmla="*/ 307 h 102"/>
                <a:gd name="T2" fmla="*/ 432 w 194"/>
                <a:gd name="T3" fmla="*/ 324 h 102"/>
                <a:gd name="T4" fmla="*/ 578 w 194"/>
                <a:gd name="T5" fmla="*/ 548 h 102"/>
                <a:gd name="T6" fmla="*/ 742 w 194"/>
                <a:gd name="T7" fmla="*/ 269 h 102"/>
                <a:gd name="T8" fmla="*/ 1050 w 194"/>
                <a:gd name="T9" fmla="*/ 15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102">
                  <a:moveTo>
                    <a:pt x="0" y="56"/>
                  </a:moveTo>
                  <a:cubicBezTo>
                    <a:pt x="20" y="45"/>
                    <a:pt x="69" y="32"/>
                    <a:pt x="80" y="60"/>
                  </a:cubicBezTo>
                  <a:cubicBezTo>
                    <a:pt x="87" y="71"/>
                    <a:pt x="99" y="100"/>
                    <a:pt x="107" y="101"/>
                  </a:cubicBezTo>
                  <a:cubicBezTo>
                    <a:pt x="122" y="102"/>
                    <a:pt x="133" y="61"/>
                    <a:pt x="137" y="50"/>
                  </a:cubicBezTo>
                  <a:cubicBezTo>
                    <a:pt x="144" y="33"/>
                    <a:pt x="149" y="0"/>
                    <a:pt x="194" y="29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4" name="Freeform 431">
              <a:extLst>
                <a:ext uri="{FF2B5EF4-FFF2-40B4-BE49-F238E27FC236}">
                  <a16:creationId xmlns:a16="http://schemas.microsoft.com/office/drawing/2014/main" id="{9A166052-09F1-49A9-B8A9-E2F9AE53C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014"/>
              <a:ext cx="187" cy="127"/>
            </a:xfrm>
            <a:custGeom>
              <a:avLst/>
              <a:gdLst>
                <a:gd name="T0" fmla="*/ 731 w 133"/>
                <a:gd name="T1" fmla="*/ 117 h 90"/>
                <a:gd name="T2" fmla="*/ 269 w 133"/>
                <a:gd name="T3" fmla="*/ 233 h 90"/>
                <a:gd name="T4" fmla="*/ 0 w 133"/>
                <a:gd name="T5" fmla="*/ 301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90">
                  <a:moveTo>
                    <a:pt x="133" y="21"/>
                  </a:moveTo>
                  <a:cubicBezTo>
                    <a:pt x="102" y="0"/>
                    <a:pt x="72" y="17"/>
                    <a:pt x="49" y="42"/>
                  </a:cubicBezTo>
                  <a:cubicBezTo>
                    <a:pt x="32" y="61"/>
                    <a:pt x="14" y="90"/>
                    <a:pt x="0" y="54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5" name="Freeform 432">
              <a:extLst>
                <a:ext uri="{FF2B5EF4-FFF2-40B4-BE49-F238E27FC236}">
                  <a16:creationId xmlns:a16="http://schemas.microsoft.com/office/drawing/2014/main" id="{7494957A-69B5-49DC-9F9E-4C1C4C43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875"/>
              <a:ext cx="240" cy="172"/>
            </a:xfrm>
            <a:custGeom>
              <a:avLst/>
              <a:gdLst>
                <a:gd name="T0" fmla="*/ 0 w 171"/>
                <a:gd name="T1" fmla="*/ 436 h 122"/>
                <a:gd name="T2" fmla="*/ 512 w 171"/>
                <a:gd name="T3" fmla="*/ 23 h 122"/>
                <a:gd name="T4" fmla="*/ 932 w 171"/>
                <a:gd name="T5" fmla="*/ 50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22">
                  <a:moveTo>
                    <a:pt x="0" y="78"/>
                  </a:moveTo>
                  <a:cubicBezTo>
                    <a:pt x="57" y="122"/>
                    <a:pt x="49" y="0"/>
                    <a:pt x="94" y="4"/>
                  </a:cubicBezTo>
                  <a:cubicBezTo>
                    <a:pt x="143" y="9"/>
                    <a:pt x="139" y="70"/>
                    <a:pt x="171" y="9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6" name="Freeform 433">
              <a:extLst>
                <a:ext uri="{FF2B5EF4-FFF2-40B4-BE49-F238E27FC236}">
                  <a16:creationId xmlns:a16="http://schemas.microsoft.com/office/drawing/2014/main" id="{671C252C-8877-4163-847D-E8983886C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943"/>
              <a:ext cx="213" cy="143"/>
            </a:xfrm>
            <a:custGeom>
              <a:avLst/>
              <a:gdLst>
                <a:gd name="T0" fmla="*/ 0 w 152"/>
                <a:gd name="T1" fmla="*/ 393 h 102"/>
                <a:gd name="T2" fmla="*/ 259 w 152"/>
                <a:gd name="T3" fmla="*/ 229 h 102"/>
                <a:gd name="T4" fmla="*/ 493 w 152"/>
                <a:gd name="T5" fmla="*/ 1 h 102"/>
                <a:gd name="T6" fmla="*/ 821 w 152"/>
                <a:gd name="T7" fmla="*/ 551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02">
                  <a:moveTo>
                    <a:pt x="0" y="73"/>
                  </a:moveTo>
                  <a:cubicBezTo>
                    <a:pt x="12" y="80"/>
                    <a:pt x="42" y="51"/>
                    <a:pt x="48" y="42"/>
                  </a:cubicBezTo>
                  <a:cubicBezTo>
                    <a:pt x="59" y="27"/>
                    <a:pt x="67" y="0"/>
                    <a:pt x="91" y="1"/>
                  </a:cubicBezTo>
                  <a:cubicBezTo>
                    <a:pt x="137" y="3"/>
                    <a:pt x="128" y="90"/>
                    <a:pt x="152" y="102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7" name="Freeform 434">
              <a:extLst>
                <a:ext uri="{FF2B5EF4-FFF2-40B4-BE49-F238E27FC236}">
                  <a16:creationId xmlns:a16="http://schemas.microsoft.com/office/drawing/2014/main" id="{9B423B10-9E54-4EBA-91BD-94593E0D3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058"/>
              <a:ext cx="207" cy="203"/>
            </a:xfrm>
            <a:custGeom>
              <a:avLst/>
              <a:gdLst>
                <a:gd name="T0" fmla="*/ 0 w 147"/>
                <a:gd name="T1" fmla="*/ 528 h 145"/>
                <a:gd name="T2" fmla="*/ 432 w 147"/>
                <a:gd name="T3" fmla="*/ 137 h 145"/>
                <a:gd name="T4" fmla="*/ 813 w 147"/>
                <a:gd name="T5" fmla="*/ 372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45">
                  <a:moveTo>
                    <a:pt x="0" y="98"/>
                  </a:moveTo>
                  <a:cubicBezTo>
                    <a:pt x="46" y="145"/>
                    <a:pt x="55" y="43"/>
                    <a:pt x="78" y="26"/>
                  </a:cubicBezTo>
                  <a:cubicBezTo>
                    <a:pt x="114" y="0"/>
                    <a:pt x="141" y="44"/>
                    <a:pt x="147" y="69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8" name="Freeform 435">
              <a:extLst>
                <a:ext uri="{FF2B5EF4-FFF2-40B4-BE49-F238E27FC236}">
                  <a16:creationId xmlns:a16="http://schemas.microsoft.com/office/drawing/2014/main" id="{EA7B1D0B-9347-4112-8E80-E642F5E94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836"/>
              <a:ext cx="178" cy="184"/>
            </a:xfrm>
            <a:custGeom>
              <a:avLst/>
              <a:gdLst>
                <a:gd name="T0" fmla="*/ 0 w 127"/>
                <a:gd name="T1" fmla="*/ 482 h 131"/>
                <a:gd name="T2" fmla="*/ 377 w 127"/>
                <a:gd name="T3" fmla="*/ 205 h 131"/>
                <a:gd name="T4" fmla="*/ 685 w 127"/>
                <a:gd name="T5" fmla="*/ 327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31">
                  <a:moveTo>
                    <a:pt x="0" y="88"/>
                  </a:moveTo>
                  <a:cubicBezTo>
                    <a:pt x="38" y="131"/>
                    <a:pt x="53" y="63"/>
                    <a:pt x="70" y="38"/>
                  </a:cubicBezTo>
                  <a:cubicBezTo>
                    <a:pt x="97" y="0"/>
                    <a:pt x="124" y="43"/>
                    <a:pt x="127" y="6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9" name="Freeform 436">
              <a:extLst>
                <a:ext uri="{FF2B5EF4-FFF2-40B4-BE49-F238E27FC236}">
                  <a16:creationId xmlns:a16="http://schemas.microsoft.com/office/drawing/2014/main" id="{D11B6999-8761-4CD7-8DB6-D6D1CE0FE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965"/>
              <a:ext cx="163" cy="176"/>
            </a:xfrm>
            <a:custGeom>
              <a:avLst/>
              <a:gdLst>
                <a:gd name="T0" fmla="*/ 0 w 116"/>
                <a:gd name="T1" fmla="*/ 567 h 125"/>
                <a:gd name="T2" fmla="*/ 185 w 116"/>
                <a:gd name="T3" fmla="*/ 282 h 125"/>
                <a:gd name="T4" fmla="*/ 377 w 116"/>
                <a:gd name="T5" fmla="*/ 0 h 125"/>
                <a:gd name="T6" fmla="*/ 635 w 116"/>
                <a:gd name="T7" fmla="*/ 463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125">
                  <a:moveTo>
                    <a:pt x="0" y="102"/>
                  </a:moveTo>
                  <a:cubicBezTo>
                    <a:pt x="16" y="125"/>
                    <a:pt x="31" y="57"/>
                    <a:pt x="34" y="51"/>
                  </a:cubicBezTo>
                  <a:cubicBezTo>
                    <a:pt x="40" y="39"/>
                    <a:pt x="50" y="0"/>
                    <a:pt x="69" y="0"/>
                  </a:cubicBezTo>
                  <a:cubicBezTo>
                    <a:pt x="94" y="1"/>
                    <a:pt x="101" y="68"/>
                    <a:pt x="116" y="84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0" name="Freeform 437">
              <a:extLst>
                <a:ext uri="{FF2B5EF4-FFF2-40B4-BE49-F238E27FC236}">
                  <a16:creationId xmlns:a16="http://schemas.microsoft.com/office/drawing/2014/main" id="{2CF66D64-0F68-4BA7-AEC4-F741EF62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728"/>
              <a:ext cx="178" cy="121"/>
            </a:xfrm>
            <a:custGeom>
              <a:avLst/>
              <a:gdLst>
                <a:gd name="T0" fmla="*/ 685 w 127"/>
                <a:gd name="T1" fmla="*/ 376 h 86"/>
                <a:gd name="T2" fmla="*/ 308 w 127"/>
                <a:gd name="T3" fmla="*/ 59 h 86"/>
                <a:gd name="T4" fmla="*/ 0 w 127"/>
                <a:gd name="T5" fmla="*/ 384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86">
                  <a:moveTo>
                    <a:pt x="127" y="68"/>
                  </a:moveTo>
                  <a:cubicBezTo>
                    <a:pt x="96" y="86"/>
                    <a:pt x="96" y="0"/>
                    <a:pt x="57" y="11"/>
                  </a:cubicBezTo>
                  <a:cubicBezTo>
                    <a:pt x="31" y="19"/>
                    <a:pt x="29" y="79"/>
                    <a:pt x="0" y="7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1" name="Freeform 438">
              <a:extLst>
                <a:ext uri="{FF2B5EF4-FFF2-40B4-BE49-F238E27FC236}">
                  <a16:creationId xmlns:a16="http://schemas.microsoft.com/office/drawing/2014/main" id="{C2DDCF4A-21EE-41F0-8891-17DCB872C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898"/>
              <a:ext cx="137" cy="101"/>
            </a:xfrm>
            <a:custGeom>
              <a:avLst/>
              <a:gdLst>
                <a:gd name="T0" fmla="*/ 0 w 98"/>
                <a:gd name="T1" fmla="*/ 160 h 72"/>
                <a:gd name="T2" fmla="*/ 144 w 98"/>
                <a:gd name="T3" fmla="*/ 123 h 72"/>
                <a:gd name="T4" fmla="*/ 306 w 98"/>
                <a:gd name="T5" fmla="*/ 28 h 72"/>
                <a:gd name="T6" fmla="*/ 524 w 98"/>
                <a:gd name="T7" fmla="*/ 39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72">
                  <a:moveTo>
                    <a:pt x="0" y="29"/>
                  </a:moveTo>
                  <a:cubicBezTo>
                    <a:pt x="13" y="49"/>
                    <a:pt x="22" y="30"/>
                    <a:pt x="27" y="23"/>
                  </a:cubicBezTo>
                  <a:cubicBezTo>
                    <a:pt x="34" y="13"/>
                    <a:pt x="42" y="0"/>
                    <a:pt x="57" y="5"/>
                  </a:cubicBezTo>
                  <a:cubicBezTo>
                    <a:pt x="85" y="14"/>
                    <a:pt x="68" y="64"/>
                    <a:pt x="98" y="72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2" name="Freeform 439">
              <a:extLst>
                <a:ext uri="{FF2B5EF4-FFF2-40B4-BE49-F238E27FC236}">
                  <a16:creationId xmlns:a16="http://schemas.microsoft.com/office/drawing/2014/main" id="{F4EAD30A-4C9F-4359-98E8-2302D0067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780"/>
              <a:ext cx="149" cy="139"/>
            </a:xfrm>
            <a:custGeom>
              <a:avLst/>
              <a:gdLst>
                <a:gd name="T0" fmla="*/ 581 w 106"/>
                <a:gd name="T1" fmla="*/ 323 h 99"/>
                <a:gd name="T2" fmla="*/ 247 w 106"/>
                <a:gd name="T3" fmla="*/ 258 h 99"/>
                <a:gd name="T4" fmla="*/ 0 w 106"/>
                <a:gd name="T5" fmla="*/ 541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99">
                  <a:moveTo>
                    <a:pt x="106" y="59"/>
                  </a:moveTo>
                  <a:cubicBezTo>
                    <a:pt x="94" y="73"/>
                    <a:pt x="74" y="0"/>
                    <a:pt x="45" y="47"/>
                  </a:cubicBezTo>
                  <a:cubicBezTo>
                    <a:pt x="32" y="70"/>
                    <a:pt x="21" y="87"/>
                    <a:pt x="0" y="99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3" name="Freeform 440">
              <a:extLst>
                <a:ext uri="{FF2B5EF4-FFF2-40B4-BE49-F238E27FC236}">
                  <a16:creationId xmlns:a16="http://schemas.microsoft.com/office/drawing/2014/main" id="{E03EDC27-7EF4-41F9-93E8-B3A0A6EB9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555"/>
              <a:ext cx="1807" cy="647"/>
            </a:xfrm>
            <a:custGeom>
              <a:avLst/>
              <a:gdLst>
                <a:gd name="T0" fmla="*/ 0 w 1288"/>
                <a:gd name="T1" fmla="*/ 622 h 461"/>
                <a:gd name="T2" fmla="*/ 434 w 1288"/>
                <a:gd name="T3" fmla="*/ 625 h 461"/>
                <a:gd name="T4" fmla="*/ 1171 w 1288"/>
                <a:gd name="T5" fmla="*/ 855 h 461"/>
                <a:gd name="T6" fmla="*/ 2344 w 1288"/>
                <a:gd name="T7" fmla="*/ 1046 h 461"/>
                <a:gd name="T8" fmla="*/ 3171 w 1288"/>
                <a:gd name="T9" fmla="*/ 1231 h 461"/>
                <a:gd name="T10" fmla="*/ 4285 w 1288"/>
                <a:gd name="T11" fmla="*/ 1214 h 461"/>
                <a:gd name="T12" fmla="*/ 5490 w 1288"/>
                <a:gd name="T13" fmla="*/ 1346 h 461"/>
                <a:gd name="T14" fmla="*/ 6326 w 1288"/>
                <a:gd name="T15" fmla="*/ 1596 h 461"/>
                <a:gd name="T16" fmla="*/ 6999 w 1288"/>
                <a:gd name="T17" fmla="*/ 2215 h 4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8" h="461">
                  <a:moveTo>
                    <a:pt x="0" y="114"/>
                  </a:moveTo>
                  <a:cubicBezTo>
                    <a:pt x="0" y="114"/>
                    <a:pt x="53" y="165"/>
                    <a:pt x="80" y="115"/>
                  </a:cubicBezTo>
                  <a:cubicBezTo>
                    <a:pt x="123" y="32"/>
                    <a:pt x="171" y="249"/>
                    <a:pt x="215" y="157"/>
                  </a:cubicBezTo>
                  <a:cubicBezTo>
                    <a:pt x="289" y="0"/>
                    <a:pt x="356" y="263"/>
                    <a:pt x="431" y="192"/>
                  </a:cubicBezTo>
                  <a:cubicBezTo>
                    <a:pt x="531" y="96"/>
                    <a:pt x="551" y="151"/>
                    <a:pt x="583" y="226"/>
                  </a:cubicBezTo>
                  <a:cubicBezTo>
                    <a:pt x="635" y="349"/>
                    <a:pt x="693" y="84"/>
                    <a:pt x="788" y="223"/>
                  </a:cubicBezTo>
                  <a:cubicBezTo>
                    <a:pt x="950" y="461"/>
                    <a:pt x="912" y="99"/>
                    <a:pt x="1010" y="247"/>
                  </a:cubicBezTo>
                  <a:cubicBezTo>
                    <a:pt x="1108" y="395"/>
                    <a:pt x="1096" y="179"/>
                    <a:pt x="1164" y="293"/>
                  </a:cubicBezTo>
                  <a:cubicBezTo>
                    <a:pt x="1232" y="407"/>
                    <a:pt x="1266" y="209"/>
                    <a:pt x="1288" y="40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4" name="Freeform 441">
              <a:extLst>
                <a:ext uri="{FF2B5EF4-FFF2-40B4-BE49-F238E27FC236}">
                  <a16:creationId xmlns:a16="http://schemas.microsoft.com/office/drawing/2014/main" id="{2DA9AD78-74D7-4953-9D31-4EA345D20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530"/>
              <a:ext cx="436" cy="382"/>
            </a:xfrm>
            <a:custGeom>
              <a:avLst/>
              <a:gdLst>
                <a:gd name="T0" fmla="*/ 0 w 311"/>
                <a:gd name="T1" fmla="*/ 1015 h 272"/>
                <a:gd name="T2" fmla="*/ 460 w 311"/>
                <a:gd name="T3" fmla="*/ 1136 h 272"/>
                <a:gd name="T4" fmla="*/ 1082 w 311"/>
                <a:gd name="T5" fmla="*/ 691 h 272"/>
                <a:gd name="T6" fmla="*/ 1684 w 311"/>
                <a:gd name="T7" fmla="*/ 720 h 272"/>
                <a:gd name="T8" fmla="*/ 1684 w 311"/>
                <a:gd name="T9" fmla="*/ 0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1" h="272">
                  <a:moveTo>
                    <a:pt x="0" y="186"/>
                  </a:moveTo>
                  <a:cubicBezTo>
                    <a:pt x="0" y="186"/>
                    <a:pt x="32" y="143"/>
                    <a:pt x="85" y="208"/>
                  </a:cubicBezTo>
                  <a:cubicBezTo>
                    <a:pt x="139" y="272"/>
                    <a:pt x="148" y="133"/>
                    <a:pt x="200" y="126"/>
                  </a:cubicBezTo>
                  <a:cubicBezTo>
                    <a:pt x="252" y="120"/>
                    <a:pt x="270" y="232"/>
                    <a:pt x="311" y="132"/>
                  </a:cubicBezTo>
                  <a:cubicBezTo>
                    <a:pt x="311" y="0"/>
                    <a:pt x="311" y="0"/>
                    <a:pt x="31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5" name="Freeform 442">
              <a:extLst>
                <a:ext uri="{FF2B5EF4-FFF2-40B4-BE49-F238E27FC236}">
                  <a16:creationId xmlns:a16="http://schemas.microsoft.com/office/drawing/2014/main" id="{79BD392F-A48F-429E-A2EB-E9C46BB27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661"/>
              <a:ext cx="1873" cy="672"/>
            </a:xfrm>
            <a:custGeom>
              <a:avLst/>
              <a:gdLst>
                <a:gd name="T0" fmla="*/ 7258 w 1335"/>
                <a:gd name="T1" fmla="*/ 2092 h 479"/>
                <a:gd name="T2" fmla="*/ 6718 w 1335"/>
                <a:gd name="T3" fmla="*/ 1973 h 479"/>
                <a:gd name="T4" fmla="*/ 5935 w 1335"/>
                <a:gd name="T5" fmla="*/ 2250 h 479"/>
                <a:gd name="T6" fmla="*/ 5448 w 1335"/>
                <a:gd name="T7" fmla="*/ 1973 h 479"/>
                <a:gd name="T8" fmla="*/ 4518 w 1335"/>
                <a:gd name="T9" fmla="*/ 1713 h 479"/>
                <a:gd name="T10" fmla="*/ 3665 w 1335"/>
                <a:gd name="T11" fmla="*/ 1608 h 479"/>
                <a:gd name="T12" fmla="*/ 2604 w 1335"/>
                <a:gd name="T13" fmla="*/ 1295 h 479"/>
                <a:gd name="T14" fmla="*/ 1445 w 1335"/>
                <a:gd name="T15" fmla="*/ 1041 h 479"/>
                <a:gd name="T16" fmla="*/ 368 w 1335"/>
                <a:gd name="T17" fmla="*/ 797 h 479"/>
                <a:gd name="T18" fmla="*/ 0 w 1335"/>
                <a:gd name="T19" fmla="*/ 502 h 4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5" h="479">
                  <a:moveTo>
                    <a:pt x="1335" y="385"/>
                  </a:moveTo>
                  <a:cubicBezTo>
                    <a:pt x="1335" y="385"/>
                    <a:pt x="1279" y="479"/>
                    <a:pt x="1236" y="363"/>
                  </a:cubicBezTo>
                  <a:cubicBezTo>
                    <a:pt x="1207" y="283"/>
                    <a:pt x="1124" y="373"/>
                    <a:pt x="1092" y="414"/>
                  </a:cubicBezTo>
                  <a:cubicBezTo>
                    <a:pt x="1061" y="455"/>
                    <a:pt x="1020" y="472"/>
                    <a:pt x="1002" y="363"/>
                  </a:cubicBezTo>
                  <a:cubicBezTo>
                    <a:pt x="983" y="254"/>
                    <a:pt x="874" y="472"/>
                    <a:pt x="831" y="315"/>
                  </a:cubicBezTo>
                  <a:cubicBezTo>
                    <a:pt x="788" y="158"/>
                    <a:pt x="708" y="443"/>
                    <a:pt x="674" y="296"/>
                  </a:cubicBezTo>
                  <a:cubicBezTo>
                    <a:pt x="639" y="150"/>
                    <a:pt x="538" y="392"/>
                    <a:pt x="479" y="238"/>
                  </a:cubicBezTo>
                  <a:cubicBezTo>
                    <a:pt x="420" y="83"/>
                    <a:pt x="346" y="384"/>
                    <a:pt x="266" y="192"/>
                  </a:cubicBezTo>
                  <a:cubicBezTo>
                    <a:pt x="186" y="0"/>
                    <a:pt x="156" y="340"/>
                    <a:pt x="68" y="147"/>
                  </a:cubicBezTo>
                  <a:cubicBezTo>
                    <a:pt x="28" y="59"/>
                    <a:pt x="0" y="93"/>
                    <a:pt x="0" y="9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6" name="Freeform 443">
              <a:extLst>
                <a:ext uri="{FF2B5EF4-FFF2-40B4-BE49-F238E27FC236}">
                  <a16:creationId xmlns:a16="http://schemas.microsoft.com/office/drawing/2014/main" id="{2767E32D-FB8B-48B0-A0D9-B32B37241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671"/>
              <a:ext cx="50" cy="70"/>
            </a:xfrm>
            <a:custGeom>
              <a:avLst/>
              <a:gdLst>
                <a:gd name="T0" fmla="*/ 15 w 36"/>
                <a:gd name="T1" fmla="*/ 0 h 50"/>
                <a:gd name="T2" fmla="*/ 15 w 36"/>
                <a:gd name="T3" fmla="*/ 172 h 50"/>
                <a:gd name="T4" fmla="*/ 143 w 36"/>
                <a:gd name="T5" fmla="*/ 259 h 50"/>
                <a:gd name="T6" fmla="*/ 164 w 36"/>
                <a:gd name="T7" fmla="*/ 172 h 50"/>
                <a:gd name="T8" fmla="*/ 144 w 36"/>
                <a:gd name="T9" fmla="*/ 67 h 50"/>
                <a:gd name="T10" fmla="*/ 15 w 36"/>
                <a:gd name="T11" fmla="*/ 1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3" y="0"/>
                  </a:moveTo>
                  <a:cubicBezTo>
                    <a:pt x="0" y="7"/>
                    <a:pt x="0" y="24"/>
                    <a:pt x="3" y="32"/>
                  </a:cubicBezTo>
                  <a:cubicBezTo>
                    <a:pt x="6" y="38"/>
                    <a:pt x="21" y="47"/>
                    <a:pt x="27" y="48"/>
                  </a:cubicBezTo>
                  <a:cubicBezTo>
                    <a:pt x="36" y="50"/>
                    <a:pt x="32" y="38"/>
                    <a:pt x="32" y="32"/>
                  </a:cubicBezTo>
                  <a:cubicBezTo>
                    <a:pt x="31" y="26"/>
                    <a:pt x="32" y="18"/>
                    <a:pt x="28" y="12"/>
                  </a:cubicBezTo>
                  <a:cubicBezTo>
                    <a:pt x="23" y="5"/>
                    <a:pt x="12" y="1"/>
                    <a:pt x="3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7" name="Freeform 444">
              <a:extLst>
                <a:ext uri="{FF2B5EF4-FFF2-40B4-BE49-F238E27FC236}">
                  <a16:creationId xmlns:a16="http://schemas.microsoft.com/office/drawing/2014/main" id="{A9FF70C7-64BB-41F6-90BA-4E71E4A3F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683"/>
              <a:ext cx="48" cy="63"/>
            </a:xfrm>
            <a:custGeom>
              <a:avLst/>
              <a:gdLst>
                <a:gd name="T0" fmla="*/ 0 w 34"/>
                <a:gd name="T1" fmla="*/ 15 h 45"/>
                <a:gd name="T2" fmla="*/ 16 w 34"/>
                <a:gd name="T3" fmla="*/ 165 h 45"/>
                <a:gd name="T4" fmla="*/ 32 w 34"/>
                <a:gd name="T5" fmla="*/ 231 h 45"/>
                <a:gd name="T6" fmla="*/ 112 w 34"/>
                <a:gd name="T7" fmla="*/ 239 h 45"/>
                <a:gd name="T8" fmla="*/ 117 w 34"/>
                <a:gd name="T9" fmla="*/ 69 h 45"/>
                <a:gd name="T10" fmla="*/ 1 w 34"/>
                <a:gd name="T11" fmla="*/ 2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5">
                  <a:moveTo>
                    <a:pt x="0" y="3"/>
                  </a:moveTo>
                  <a:cubicBezTo>
                    <a:pt x="0" y="12"/>
                    <a:pt x="3" y="22"/>
                    <a:pt x="3" y="31"/>
                  </a:cubicBezTo>
                  <a:cubicBezTo>
                    <a:pt x="3" y="37"/>
                    <a:pt x="1" y="41"/>
                    <a:pt x="6" y="43"/>
                  </a:cubicBezTo>
                  <a:cubicBezTo>
                    <a:pt x="9" y="45"/>
                    <a:pt x="17" y="45"/>
                    <a:pt x="20" y="44"/>
                  </a:cubicBezTo>
                  <a:cubicBezTo>
                    <a:pt x="34" y="40"/>
                    <a:pt x="24" y="22"/>
                    <a:pt x="21" y="13"/>
                  </a:cubicBezTo>
                  <a:cubicBezTo>
                    <a:pt x="18" y="0"/>
                    <a:pt x="11" y="1"/>
                    <a:pt x="1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8" name="Freeform 445">
              <a:extLst>
                <a:ext uri="{FF2B5EF4-FFF2-40B4-BE49-F238E27FC236}">
                  <a16:creationId xmlns:a16="http://schemas.microsoft.com/office/drawing/2014/main" id="{7DCE96FC-727A-493E-BFBD-3316C50C3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668"/>
              <a:ext cx="45" cy="63"/>
            </a:xfrm>
            <a:custGeom>
              <a:avLst/>
              <a:gdLst>
                <a:gd name="T0" fmla="*/ 0 w 32"/>
                <a:gd name="T1" fmla="*/ 84 h 45"/>
                <a:gd name="T2" fmla="*/ 59 w 32"/>
                <a:gd name="T3" fmla="*/ 241 h 45"/>
                <a:gd name="T4" fmla="*/ 117 w 32"/>
                <a:gd name="T5" fmla="*/ 137 h 45"/>
                <a:gd name="T6" fmla="*/ 172 w 32"/>
                <a:gd name="T7" fmla="*/ 69 h 45"/>
                <a:gd name="T8" fmla="*/ 69 w 32"/>
                <a:gd name="T9" fmla="*/ 1 h 45"/>
                <a:gd name="T10" fmla="*/ 0 w 32"/>
                <a:gd name="T11" fmla="*/ 84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5">
                  <a:moveTo>
                    <a:pt x="0" y="16"/>
                  </a:moveTo>
                  <a:cubicBezTo>
                    <a:pt x="6" y="20"/>
                    <a:pt x="3" y="44"/>
                    <a:pt x="11" y="45"/>
                  </a:cubicBezTo>
                  <a:cubicBezTo>
                    <a:pt x="13" y="38"/>
                    <a:pt x="15" y="32"/>
                    <a:pt x="21" y="26"/>
                  </a:cubicBezTo>
                  <a:cubicBezTo>
                    <a:pt x="24" y="23"/>
                    <a:pt x="32" y="19"/>
                    <a:pt x="31" y="13"/>
                  </a:cubicBezTo>
                  <a:cubicBezTo>
                    <a:pt x="30" y="8"/>
                    <a:pt x="19" y="0"/>
                    <a:pt x="13" y="1"/>
                  </a:cubicBezTo>
                  <a:cubicBezTo>
                    <a:pt x="7" y="2"/>
                    <a:pt x="1" y="10"/>
                    <a:pt x="0" y="1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9" name="Freeform 446">
              <a:extLst>
                <a:ext uri="{FF2B5EF4-FFF2-40B4-BE49-F238E27FC236}">
                  <a16:creationId xmlns:a16="http://schemas.microsoft.com/office/drawing/2014/main" id="{F103E52D-966F-450F-9689-38E07D03B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652"/>
              <a:ext cx="64" cy="38"/>
            </a:xfrm>
            <a:custGeom>
              <a:avLst/>
              <a:gdLst>
                <a:gd name="T0" fmla="*/ 0 w 45"/>
                <a:gd name="T1" fmla="*/ 49 h 27"/>
                <a:gd name="T2" fmla="*/ 68 w 45"/>
                <a:gd name="T3" fmla="*/ 96 h 27"/>
                <a:gd name="T4" fmla="*/ 110 w 45"/>
                <a:gd name="T5" fmla="*/ 135 h 27"/>
                <a:gd name="T6" fmla="*/ 186 w 45"/>
                <a:gd name="T7" fmla="*/ 145 h 27"/>
                <a:gd name="T8" fmla="*/ 233 w 45"/>
                <a:gd name="T9" fmla="*/ 68 h 27"/>
                <a:gd name="T10" fmla="*/ 128 w 45"/>
                <a:gd name="T11" fmla="*/ 15 h 27"/>
                <a:gd name="T12" fmla="*/ 1 w 45"/>
                <a:gd name="T13" fmla="*/ 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7">
                  <a:moveTo>
                    <a:pt x="0" y="9"/>
                  </a:moveTo>
                  <a:cubicBezTo>
                    <a:pt x="4" y="11"/>
                    <a:pt x="9" y="14"/>
                    <a:pt x="12" y="17"/>
                  </a:cubicBezTo>
                  <a:cubicBezTo>
                    <a:pt x="15" y="22"/>
                    <a:pt x="13" y="23"/>
                    <a:pt x="19" y="24"/>
                  </a:cubicBezTo>
                  <a:cubicBezTo>
                    <a:pt x="22" y="25"/>
                    <a:pt x="30" y="27"/>
                    <a:pt x="32" y="26"/>
                  </a:cubicBezTo>
                  <a:cubicBezTo>
                    <a:pt x="34" y="25"/>
                    <a:pt x="38" y="15"/>
                    <a:pt x="40" y="12"/>
                  </a:cubicBezTo>
                  <a:cubicBezTo>
                    <a:pt x="45" y="0"/>
                    <a:pt x="31" y="3"/>
                    <a:pt x="22" y="3"/>
                  </a:cubicBezTo>
                  <a:cubicBezTo>
                    <a:pt x="14" y="3"/>
                    <a:pt x="7" y="3"/>
                    <a:pt x="1" y="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0" name="Freeform 447">
              <a:extLst>
                <a:ext uri="{FF2B5EF4-FFF2-40B4-BE49-F238E27FC236}">
                  <a16:creationId xmlns:a16="http://schemas.microsoft.com/office/drawing/2014/main" id="{56CB7E1B-24DC-4520-80F3-E1C32865F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663"/>
              <a:ext cx="43" cy="62"/>
            </a:xfrm>
            <a:custGeom>
              <a:avLst/>
              <a:gdLst>
                <a:gd name="T0" fmla="*/ 46 w 31"/>
                <a:gd name="T1" fmla="*/ 0 h 44"/>
                <a:gd name="T2" fmla="*/ 0 w 31"/>
                <a:gd name="T3" fmla="*/ 117 h 44"/>
                <a:gd name="T4" fmla="*/ 115 w 31"/>
                <a:gd name="T5" fmla="*/ 244 h 44"/>
                <a:gd name="T6" fmla="*/ 146 w 31"/>
                <a:gd name="T7" fmla="*/ 151 h 44"/>
                <a:gd name="T8" fmla="*/ 136 w 31"/>
                <a:gd name="T9" fmla="*/ 83 h 44"/>
                <a:gd name="T10" fmla="*/ 50 w 3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4">
                  <a:moveTo>
                    <a:pt x="9" y="0"/>
                  </a:moveTo>
                  <a:cubicBezTo>
                    <a:pt x="9" y="7"/>
                    <a:pt x="0" y="15"/>
                    <a:pt x="0" y="21"/>
                  </a:cubicBezTo>
                  <a:cubicBezTo>
                    <a:pt x="9" y="26"/>
                    <a:pt x="12" y="41"/>
                    <a:pt x="22" y="44"/>
                  </a:cubicBezTo>
                  <a:cubicBezTo>
                    <a:pt x="25" y="39"/>
                    <a:pt x="27" y="33"/>
                    <a:pt x="29" y="27"/>
                  </a:cubicBezTo>
                  <a:cubicBezTo>
                    <a:pt x="31" y="21"/>
                    <a:pt x="31" y="20"/>
                    <a:pt x="27" y="15"/>
                  </a:cubicBezTo>
                  <a:cubicBezTo>
                    <a:pt x="22" y="8"/>
                    <a:pt x="15" y="5"/>
                    <a:pt x="1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1" name="Freeform 448">
              <a:extLst>
                <a:ext uri="{FF2B5EF4-FFF2-40B4-BE49-F238E27FC236}">
                  <a16:creationId xmlns:a16="http://schemas.microsoft.com/office/drawing/2014/main" id="{23083518-96BC-4BD2-BA81-79C79553D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697"/>
              <a:ext cx="38" cy="58"/>
            </a:xfrm>
            <a:custGeom>
              <a:avLst/>
              <a:gdLst>
                <a:gd name="T0" fmla="*/ 42 w 27"/>
                <a:gd name="T1" fmla="*/ 0 h 41"/>
                <a:gd name="T2" fmla="*/ 0 w 27"/>
                <a:gd name="T3" fmla="*/ 124 h 41"/>
                <a:gd name="T4" fmla="*/ 59 w 27"/>
                <a:gd name="T5" fmla="*/ 231 h 41"/>
                <a:gd name="T6" fmla="*/ 149 w 27"/>
                <a:gd name="T7" fmla="*/ 117 h 41"/>
                <a:gd name="T8" fmla="*/ 39 w 27"/>
                <a:gd name="T9" fmla="*/ 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1">
                  <a:moveTo>
                    <a:pt x="8" y="0"/>
                  </a:moveTo>
                  <a:cubicBezTo>
                    <a:pt x="5" y="4"/>
                    <a:pt x="1" y="17"/>
                    <a:pt x="0" y="22"/>
                  </a:cubicBezTo>
                  <a:cubicBezTo>
                    <a:pt x="0" y="26"/>
                    <a:pt x="5" y="40"/>
                    <a:pt x="11" y="40"/>
                  </a:cubicBezTo>
                  <a:cubicBezTo>
                    <a:pt x="15" y="41"/>
                    <a:pt x="27" y="25"/>
                    <a:pt x="27" y="21"/>
                  </a:cubicBezTo>
                  <a:cubicBezTo>
                    <a:pt x="26" y="16"/>
                    <a:pt x="12" y="2"/>
                    <a:pt x="7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2" name="Freeform 449">
              <a:extLst>
                <a:ext uri="{FF2B5EF4-FFF2-40B4-BE49-F238E27FC236}">
                  <a16:creationId xmlns:a16="http://schemas.microsoft.com/office/drawing/2014/main" id="{872AA348-9014-4480-83B3-ADCD9ADD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734"/>
              <a:ext cx="44" cy="57"/>
            </a:xfrm>
            <a:custGeom>
              <a:avLst/>
              <a:gdLst>
                <a:gd name="T0" fmla="*/ 95 w 31"/>
                <a:gd name="T1" fmla="*/ 0 h 41"/>
                <a:gd name="T2" fmla="*/ 26 w 31"/>
                <a:gd name="T3" fmla="*/ 124 h 41"/>
                <a:gd name="T4" fmla="*/ 115 w 31"/>
                <a:gd name="T5" fmla="*/ 213 h 41"/>
                <a:gd name="T6" fmla="*/ 163 w 31"/>
                <a:gd name="T7" fmla="*/ 145 h 41"/>
                <a:gd name="T8" fmla="*/ 87 w 31"/>
                <a:gd name="T9" fmla="*/ 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1">
                  <a:moveTo>
                    <a:pt x="16" y="0"/>
                  </a:moveTo>
                  <a:cubicBezTo>
                    <a:pt x="11" y="6"/>
                    <a:pt x="0" y="15"/>
                    <a:pt x="4" y="24"/>
                  </a:cubicBezTo>
                  <a:cubicBezTo>
                    <a:pt x="6" y="28"/>
                    <a:pt x="16" y="39"/>
                    <a:pt x="20" y="41"/>
                  </a:cubicBezTo>
                  <a:cubicBezTo>
                    <a:pt x="23" y="36"/>
                    <a:pt x="24" y="30"/>
                    <a:pt x="28" y="28"/>
                  </a:cubicBezTo>
                  <a:cubicBezTo>
                    <a:pt x="31" y="18"/>
                    <a:pt x="17" y="10"/>
                    <a:pt x="15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3" name="Freeform 450">
              <a:extLst>
                <a:ext uri="{FF2B5EF4-FFF2-40B4-BE49-F238E27FC236}">
                  <a16:creationId xmlns:a16="http://schemas.microsoft.com/office/drawing/2014/main" id="{35E855C8-7999-47EA-A094-6699E3AC0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758"/>
              <a:ext cx="42" cy="49"/>
            </a:xfrm>
            <a:custGeom>
              <a:avLst/>
              <a:gdLst>
                <a:gd name="T0" fmla="*/ 41 w 30"/>
                <a:gd name="T1" fmla="*/ 41 h 35"/>
                <a:gd name="T2" fmla="*/ 0 w 30"/>
                <a:gd name="T3" fmla="*/ 157 h 35"/>
                <a:gd name="T4" fmla="*/ 162 w 30"/>
                <a:gd name="T5" fmla="*/ 118 h 35"/>
                <a:gd name="T6" fmla="*/ 39 w 30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">
                  <a:moveTo>
                    <a:pt x="8" y="8"/>
                  </a:moveTo>
                  <a:cubicBezTo>
                    <a:pt x="3" y="11"/>
                    <a:pt x="0" y="23"/>
                    <a:pt x="0" y="29"/>
                  </a:cubicBezTo>
                  <a:cubicBezTo>
                    <a:pt x="9" y="35"/>
                    <a:pt x="25" y="33"/>
                    <a:pt x="30" y="22"/>
                  </a:cubicBezTo>
                  <a:cubicBezTo>
                    <a:pt x="25" y="17"/>
                    <a:pt x="13" y="0"/>
                    <a:pt x="7" y="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4" name="Freeform 451">
              <a:extLst>
                <a:ext uri="{FF2B5EF4-FFF2-40B4-BE49-F238E27FC236}">
                  <a16:creationId xmlns:a16="http://schemas.microsoft.com/office/drawing/2014/main" id="{9F16FE51-8F8E-4186-81FB-0478D5C87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728"/>
              <a:ext cx="45" cy="55"/>
            </a:xfrm>
            <a:custGeom>
              <a:avLst/>
              <a:gdLst>
                <a:gd name="T0" fmla="*/ 0 w 32"/>
                <a:gd name="T1" fmla="*/ 126 h 39"/>
                <a:gd name="T2" fmla="*/ 117 w 32"/>
                <a:gd name="T3" fmla="*/ 190 h 39"/>
                <a:gd name="T4" fmla="*/ 172 w 32"/>
                <a:gd name="T5" fmla="*/ 69 h 39"/>
                <a:gd name="T6" fmla="*/ 77 w 32"/>
                <a:gd name="T7" fmla="*/ 32 h 39"/>
                <a:gd name="T8" fmla="*/ 0 w 32"/>
                <a:gd name="T9" fmla="*/ 12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">
                  <a:moveTo>
                    <a:pt x="0" y="23"/>
                  </a:moveTo>
                  <a:cubicBezTo>
                    <a:pt x="6" y="26"/>
                    <a:pt x="16" y="39"/>
                    <a:pt x="21" y="34"/>
                  </a:cubicBezTo>
                  <a:cubicBezTo>
                    <a:pt x="24" y="32"/>
                    <a:pt x="30" y="16"/>
                    <a:pt x="31" y="13"/>
                  </a:cubicBezTo>
                  <a:cubicBezTo>
                    <a:pt x="32" y="5"/>
                    <a:pt x="20" y="0"/>
                    <a:pt x="14" y="6"/>
                  </a:cubicBezTo>
                  <a:cubicBezTo>
                    <a:pt x="9" y="10"/>
                    <a:pt x="5" y="17"/>
                    <a:pt x="0" y="2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5" name="Freeform 452">
              <a:extLst>
                <a:ext uri="{FF2B5EF4-FFF2-40B4-BE49-F238E27FC236}">
                  <a16:creationId xmlns:a16="http://schemas.microsoft.com/office/drawing/2014/main" id="{20BB8A2B-0A2F-4D13-9018-5D310A49F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692"/>
              <a:ext cx="48" cy="49"/>
            </a:xfrm>
            <a:custGeom>
              <a:avLst/>
              <a:gdLst>
                <a:gd name="T0" fmla="*/ 1 w 34"/>
                <a:gd name="T1" fmla="*/ 118 h 35"/>
                <a:gd name="T2" fmla="*/ 64 w 34"/>
                <a:gd name="T3" fmla="*/ 162 h 35"/>
                <a:gd name="T4" fmla="*/ 107 w 34"/>
                <a:gd name="T5" fmla="*/ 172 h 35"/>
                <a:gd name="T6" fmla="*/ 185 w 34"/>
                <a:gd name="T7" fmla="*/ 67 h 35"/>
                <a:gd name="T8" fmla="*/ 64 w 34"/>
                <a:gd name="T9" fmla="*/ 15 h 35"/>
                <a:gd name="T10" fmla="*/ 0 w 34"/>
                <a:gd name="T11" fmla="*/ 11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5">
                  <a:moveTo>
                    <a:pt x="1" y="22"/>
                  </a:moveTo>
                  <a:cubicBezTo>
                    <a:pt x="3" y="24"/>
                    <a:pt x="8" y="27"/>
                    <a:pt x="11" y="30"/>
                  </a:cubicBezTo>
                  <a:cubicBezTo>
                    <a:pt x="14" y="33"/>
                    <a:pt x="14" y="35"/>
                    <a:pt x="19" y="32"/>
                  </a:cubicBezTo>
                  <a:cubicBezTo>
                    <a:pt x="21" y="31"/>
                    <a:pt x="34" y="15"/>
                    <a:pt x="33" y="12"/>
                  </a:cubicBezTo>
                  <a:cubicBezTo>
                    <a:pt x="32" y="7"/>
                    <a:pt x="15" y="0"/>
                    <a:pt x="11" y="3"/>
                  </a:cubicBezTo>
                  <a:cubicBezTo>
                    <a:pt x="7" y="6"/>
                    <a:pt x="0" y="17"/>
                    <a:pt x="0" y="2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6" name="Freeform 453">
              <a:extLst>
                <a:ext uri="{FF2B5EF4-FFF2-40B4-BE49-F238E27FC236}">
                  <a16:creationId xmlns:a16="http://schemas.microsoft.com/office/drawing/2014/main" id="{B0FC77BB-9A86-437B-BEF6-9820BEDC1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668"/>
              <a:ext cx="50" cy="39"/>
            </a:xfrm>
            <a:custGeom>
              <a:avLst/>
              <a:gdLst>
                <a:gd name="T0" fmla="*/ 0 w 36"/>
                <a:gd name="T1" fmla="*/ 78 h 28"/>
                <a:gd name="T2" fmla="*/ 68 w 36"/>
                <a:gd name="T3" fmla="*/ 109 h 28"/>
                <a:gd name="T4" fmla="*/ 124 w 36"/>
                <a:gd name="T5" fmla="*/ 143 h 28"/>
                <a:gd name="T6" fmla="*/ 160 w 36"/>
                <a:gd name="T7" fmla="*/ 11 h 28"/>
                <a:gd name="T8" fmla="*/ 0 w 36"/>
                <a:gd name="T9" fmla="*/ 7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8">
                  <a:moveTo>
                    <a:pt x="0" y="15"/>
                  </a:moveTo>
                  <a:cubicBezTo>
                    <a:pt x="4" y="18"/>
                    <a:pt x="9" y="19"/>
                    <a:pt x="13" y="21"/>
                  </a:cubicBezTo>
                  <a:cubicBezTo>
                    <a:pt x="17" y="24"/>
                    <a:pt x="19" y="28"/>
                    <a:pt x="24" y="27"/>
                  </a:cubicBezTo>
                  <a:cubicBezTo>
                    <a:pt x="34" y="26"/>
                    <a:pt x="36" y="9"/>
                    <a:pt x="31" y="2"/>
                  </a:cubicBezTo>
                  <a:cubicBezTo>
                    <a:pt x="21" y="0"/>
                    <a:pt x="6" y="7"/>
                    <a:pt x="0" y="1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7" name="Freeform 454">
              <a:extLst>
                <a:ext uri="{FF2B5EF4-FFF2-40B4-BE49-F238E27FC236}">
                  <a16:creationId xmlns:a16="http://schemas.microsoft.com/office/drawing/2014/main" id="{36A02E49-23E7-45B7-B354-5DE11C12A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663"/>
              <a:ext cx="46" cy="45"/>
            </a:xfrm>
            <a:custGeom>
              <a:avLst/>
              <a:gdLst>
                <a:gd name="T0" fmla="*/ 11 w 33"/>
                <a:gd name="T1" fmla="*/ 21 h 32"/>
                <a:gd name="T2" fmla="*/ 1 w 33"/>
                <a:gd name="T3" fmla="*/ 96 h 32"/>
                <a:gd name="T4" fmla="*/ 21 w 33"/>
                <a:gd name="T5" fmla="*/ 145 h 32"/>
                <a:gd name="T6" fmla="*/ 78 w 33"/>
                <a:gd name="T7" fmla="*/ 152 h 32"/>
                <a:gd name="T8" fmla="*/ 124 w 33"/>
                <a:gd name="T9" fmla="*/ 176 h 32"/>
                <a:gd name="T10" fmla="*/ 159 w 33"/>
                <a:gd name="T11" fmla="*/ 89 h 32"/>
                <a:gd name="T12" fmla="*/ 144 w 33"/>
                <a:gd name="T13" fmla="*/ 28 h 32"/>
                <a:gd name="T14" fmla="*/ 0 w 33"/>
                <a:gd name="T15" fmla="*/ 2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2">
                  <a:moveTo>
                    <a:pt x="2" y="4"/>
                  </a:moveTo>
                  <a:cubicBezTo>
                    <a:pt x="1" y="7"/>
                    <a:pt x="1" y="13"/>
                    <a:pt x="1" y="17"/>
                  </a:cubicBezTo>
                  <a:cubicBezTo>
                    <a:pt x="1" y="22"/>
                    <a:pt x="0" y="25"/>
                    <a:pt x="4" y="26"/>
                  </a:cubicBezTo>
                  <a:cubicBezTo>
                    <a:pt x="7" y="27"/>
                    <a:pt x="12" y="27"/>
                    <a:pt x="15" y="28"/>
                  </a:cubicBezTo>
                  <a:cubicBezTo>
                    <a:pt x="18" y="28"/>
                    <a:pt x="21" y="30"/>
                    <a:pt x="24" y="32"/>
                  </a:cubicBezTo>
                  <a:cubicBezTo>
                    <a:pt x="27" y="28"/>
                    <a:pt x="29" y="21"/>
                    <a:pt x="30" y="16"/>
                  </a:cubicBezTo>
                  <a:cubicBezTo>
                    <a:pt x="32" y="10"/>
                    <a:pt x="33" y="8"/>
                    <a:pt x="27" y="5"/>
                  </a:cubicBezTo>
                  <a:cubicBezTo>
                    <a:pt x="22" y="2"/>
                    <a:pt x="5" y="0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8" name="Freeform 455">
              <a:extLst>
                <a:ext uri="{FF2B5EF4-FFF2-40B4-BE49-F238E27FC236}">
                  <a16:creationId xmlns:a16="http://schemas.microsoft.com/office/drawing/2014/main" id="{55E4A10C-4CB9-462D-836B-1AF4EE7E6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678"/>
              <a:ext cx="54" cy="56"/>
            </a:xfrm>
            <a:custGeom>
              <a:avLst/>
              <a:gdLst>
                <a:gd name="T0" fmla="*/ 68 w 38"/>
                <a:gd name="T1" fmla="*/ 0 h 40"/>
                <a:gd name="T2" fmla="*/ 37 w 38"/>
                <a:gd name="T3" fmla="*/ 123 h 40"/>
                <a:gd name="T4" fmla="*/ 97 w 38"/>
                <a:gd name="T5" fmla="*/ 172 h 40"/>
                <a:gd name="T6" fmla="*/ 155 w 38"/>
                <a:gd name="T7" fmla="*/ 204 h 40"/>
                <a:gd name="T8" fmla="*/ 206 w 38"/>
                <a:gd name="T9" fmla="*/ 137 h 40"/>
                <a:gd name="T10" fmla="*/ 196 w 38"/>
                <a:gd name="T11" fmla="*/ 84 h 40"/>
                <a:gd name="T12" fmla="*/ 67 w 38"/>
                <a:gd name="T13" fmla="*/ 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12" y="0"/>
                  </a:moveTo>
                  <a:cubicBezTo>
                    <a:pt x="8" y="7"/>
                    <a:pt x="0" y="17"/>
                    <a:pt x="6" y="23"/>
                  </a:cubicBezTo>
                  <a:cubicBezTo>
                    <a:pt x="8" y="27"/>
                    <a:pt x="14" y="29"/>
                    <a:pt x="17" y="32"/>
                  </a:cubicBezTo>
                  <a:cubicBezTo>
                    <a:pt x="20" y="35"/>
                    <a:pt x="23" y="40"/>
                    <a:pt x="27" y="38"/>
                  </a:cubicBezTo>
                  <a:cubicBezTo>
                    <a:pt x="29" y="37"/>
                    <a:pt x="35" y="29"/>
                    <a:pt x="36" y="26"/>
                  </a:cubicBezTo>
                  <a:cubicBezTo>
                    <a:pt x="38" y="22"/>
                    <a:pt x="37" y="20"/>
                    <a:pt x="34" y="16"/>
                  </a:cubicBezTo>
                  <a:cubicBezTo>
                    <a:pt x="28" y="8"/>
                    <a:pt x="16" y="6"/>
                    <a:pt x="11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9" name="Freeform 456">
              <a:extLst>
                <a:ext uri="{FF2B5EF4-FFF2-40B4-BE49-F238E27FC236}">
                  <a16:creationId xmlns:a16="http://schemas.microsoft.com/office/drawing/2014/main" id="{5B154514-FD75-459A-A194-52DA51F3A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713"/>
              <a:ext cx="54" cy="61"/>
            </a:xfrm>
            <a:custGeom>
              <a:avLst/>
              <a:gdLst>
                <a:gd name="T0" fmla="*/ 76 w 39"/>
                <a:gd name="T1" fmla="*/ 0 h 44"/>
                <a:gd name="T2" fmla="*/ 26 w 39"/>
                <a:gd name="T3" fmla="*/ 64 h 44"/>
                <a:gd name="T4" fmla="*/ 21 w 39"/>
                <a:gd name="T5" fmla="*/ 123 h 44"/>
                <a:gd name="T6" fmla="*/ 89 w 39"/>
                <a:gd name="T7" fmla="*/ 173 h 44"/>
                <a:gd name="T8" fmla="*/ 136 w 39"/>
                <a:gd name="T9" fmla="*/ 227 h 44"/>
                <a:gd name="T10" fmla="*/ 174 w 39"/>
                <a:gd name="T11" fmla="*/ 104 h 44"/>
                <a:gd name="T12" fmla="*/ 69 w 39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4">
                  <a:moveTo>
                    <a:pt x="15" y="0"/>
                  </a:moveTo>
                  <a:cubicBezTo>
                    <a:pt x="12" y="1"/>
                    <a:pt x="7" y="8"/>
                    <a:pt x="5" y="12"/>
                  </a:cubicBezTo>
                  <a:cubicBezTo>
                    <a:pt x="1" y="17"/>
                    <a:pt x="0" y="19"/>
                    <a:pt x="4" y="24"/>
                  </a:cubicBezTo>
                  <a:cubicBezTo>
                    <a:pt x="8" y="28"/>
                    <a:pt x="13" y="31"/>
                    <a:pt x="17" y="34"/>
                  </a:cubicBezTo>
                  <a:cubicBezTo>
                    <a:pt x="19" y="37"/>
                    <a:pt x="23" y="43"/>
                    <a:pt x="27" y="44"/>
                  </a:cubicBezTo>
                  <a:cubicBezTo>
                    <a:pt x="29" y="35"/>
                    <a:pt x="39" y="29"/>
                    <a:pt x="35" y="20"/>
                  </a:cubicBezTo>
                  <a:cubicBezTo>
                    <a:pt x="30" y="12"/>
                    <a:pt x="20" y="7"/>
                    <a:pt x="14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0" name="Freeform 457">
              <a:extLst>
                <a:ext uri="{FF2B5EF4-FFF2-40B4-BE49-F238E27FC236}">
                  <a16:creationId xmlns:a16="http://schemas.microsoft.com/office/drawing/2014/main" id="{4F14844E-E02C-4C84-976A-4B986C0FA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752"/>
              <a:ext cx="53" cy="59"/>
            </a:xfrm>
            <a:custGeom>
              <a:avLst/>
              <a:gdLst>
                <a:gd name="T0" fmla="*/ 54 w 38"/>
                <a:gd name="T1" fmla="*/ 11 h 42"/>
                <a:gd name="T2" fmla="*/ 11 w 38"/>
                <a:gd name="T3" fmla="*/ 81 h 42"/>
                <a:gd name="T4" fmla="*/ 21 w 38"/>
                <a:gd name="T5" fmla="*/ 132 h 42"/>
                <a:gd name="T6" fmla="*/ 123 w 38"/>
                <a:gd name="T7" fmla="*/ 230 h 42"/>
                <a:gd name="T8" fmla="*/ 179 w 38"/>
                <a:gd name="T9" fmla="*/ 94 h 42"/>
                <a:gd name="T10" fmla="*/ 40 w 38"/>
                <a:gd name="T11" fmla="*/ 11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2">
                  <a:moveTo>
                    <a:pt x="10" y="2"/>
                  </a:moveTo>
                  <a:cubicBezTo>
                    <a:pt x="8" y="5"/>
                    <a:pt x="4" y="11"/>
                    <a:pt x="2" y="15"/>
                  </a:cubicBezTo>
                  <a:cubicBezTo>
                    <a:pt x="0" y="19"/>
                    <a:pt x="0" y="20"/>
                    <a:pt x="4" y="24"/>
                  </a:cubicBezTo>
                  <a:cubicBezTo>
                    <a:pt x="7" y="28"/>
                    <a:pt x="19" y="42"/>
                    <a:pt x="23" y="42"/>
                  </a:cubicBezTo>
                  <a:cubicBezTo>
                    <a:pt x="31" y="42"/>
                    <a:pt x="38" y="23"/>
                    <a:pt x="34" y="17"/>
                  </a:cubicBezTo>
                  <a:cubicBezTo>
                    <a:pt x="30" y="13"/>
                    <a:pt x="15" y="0"/>
                    <a:pt x="8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1" name="Freeform 458">
              <a:extLst>
                <a:ext uri="{FF2B5EF4-FFF2-40B4-BE49-F238E27FC236}">
                  <a16:creationId xmlns:a16="http://schemas.microsoft.com/office/drawing/2014/main" id="{97325747-A152-4138-A634-ECFF29C79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786"/>
              <a:ext cx="42" cy="52"/>
            </a:xfrm>
            <a:custGeom>
              <a:avLst/>
              <a:gdLst>
                <a:gd name="T0" fmla="*/ 69 w 30"/>
                <a:gd name="T1" fmla="*/ 0 h 37"/>
                <a:gd name="T2" fmla="*/ 1 w 30"/>
                <a:gd name="T3" fmla="*/ 117 h 37"/>
                <a:gd name="T4" fmla="*/ 94 w 30"/>
                <a:gd name="T5" fmla="*/ 191 h 37"/>
                <a:gd name="T6" fmla="*/ 136 w 30"/>
                <a:gd name="T7" fmla="*/ 162 h 37"/>
                <a:gd name="T8" fmla="*/ 162 w 30"/>
                <a:gd name="T9" fmla="*/ 87 h 37"/>
                <a:gd name="T10" fmla="*/ 57 w 30"/>
                <a:gd name="T11" fmla="*/ 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7">
                  <a:moveTo>
                    <a:pt x="13" y="0"/>
                  </a:moveTo>
                  <a:cubicBezTo>
                    <a:pt x="10" y="2"/>
                    <a:pt x="1" y="17"/>
                    <a:pt x="1" y="21"/>
                  </a:cubicBezTo>
                  <a:cubicBezTo>
                    <a:pt x="0" y="27"/>
                    <a:pt x="12" y="33"/>
                    <a:pt x="17" y="35"/>
                  </a:cubicBezTo>
                  <a:cubicBezTo>
                    <a:pt x="24" y="37"/>
                    <a:pt x="23" y="35"/>
                    <a:pt x="25" y="29"/>
                  </a:cubicBezTo>
                  <a:cubicBezTo>
                    <a:pt x="26" y="25"/>
                    <a:pt x="29" y="20"/>
                    <a:pt x="30" y="16"/>
                  </a:cubicBezTo>
                  <a:cubicBezTo>
                    <a:pt x="30" y="8"/>
                    <a:pt x="18" y="2"/>
                    <a:pt x="11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2" name="Freeform 459">
              <a:extLst>
                <a:ext uri="{FF2B5EF4-FFF2-40B4-BE49-F238E27FC236}">
                  <a16:creationId xmlns:a16="http://schemas.microsoft.com/office/drawing/2014/main" id="{CD2E4011-B491-4971-AD74-AF3E0112F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797"/>
              <a:ext cx="42" cy="48"/>
            </a:xfrm>
            <a:custGeom>
              <a:avLst/>
              <a:gdLst>
                <a:gd name="T0" fmla="*/ 41 w 30"/>
                <a:gd name="T1" fmla="*/ 23 h 34"/>
                <a:gd name="T2" fmla="*/ 21 w 30"/>
                <a:gd name="T3" fmla="*/ 112 h 34"/>
                <a:gd name="T4" fmla="*/ 29 w 30"/>
                <a:gd name="T5" fmla="*/ 175 h 34"/>
                <a:gd name="T6" fmla="*/ 162 w 30"/>
                <a:gd name="T7" fmla="*/ 97 h 34"/>
                <a:gd name="T8" fmla="*/ 104 w 30"/>
                <a:gd name="T9" fmla="*/ 11 h 34"/>
                <a:gd name="T10" fmla="*/ 29 w 30"/>
                <a:gd name="T11" fmla="*/ 4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">
                  <a:moveTo>
                    <a:pt x="8" y="4"/>
                  </a:moveTo>
                  <a:cubicBezTo>
                    <a:pt x="5" y="8"/>
                    <a:pt x="5" y="15"/>
                    <a:pt x="4" y="20"/>
                  </a:cubicBezTo>
                  <a:cubicBezTo>
                    <a:pt x="3" y="25"/>
                    <a:pt x="0" y="29"/>
                    <a:pt x="6" y="31"/>
                  </a:cubicBezTo>
                  <a:cubicBezTo>
                    <a:pt x="16" y="34"/>
                    <a:pt x="25" y="25"/>
                    <a:pt x="30" y="18"/>
                  </a:cubicBezTo>
                  <a:cubicBezTo>
                    <a:pt x="28" y="13"/>
                    <a:pt x="22" y="7"/>
                    <a:pt x="19" y="2"/>
                  </a:cubicBezTo>
                  <a:cubicBezTo>
                    <a:pt x="14" y="0"/>
                    <a:pt x="9" y="1"/>
                    <a:pt x="6" y="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3" name="Freeform 460">
              <a:extLst>
                <a:ext uri="{FF2B5EF4-FFF2-40B4-BE49-F238E27FC236}">
                  <a16:creationId xmlns:a16="http://schemas.microsoft.com/office/drawing/2014/main" id="{89F1CAD5-A93C-42B3-9FBB-31CD6EDF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765"/>
              <a:ext cx="49" cy="51"/>
            </a:xfrm>
            <a:custGeom>
              <a:avLst/>
              <a:gdLst>
                <a:gd name="T0" fmla="*/ 0 w 35"/>
                <a:gd name="T1" fmla="*/ 90 h 37"/>
                <a:gd name="T2" fmla="*/ 49 w 35"/>
                <a:gd name="T3" fmla="*/ 150 h 37"/>
                <a:gd name="T4" fmla="*/ 94 w 35"/>
                <a:gd name="T5" fmla="*/ 171 h 37"/>
                <a:gd name="T6" fmla="*/ 185 w 35"/>
                <a:gd name="T7" fmla="*/ 65 h 37"/>
                <a:gd name="T8" fmla="*/ 69 w 35"/>
                <a:gd name="T9" fmla="*/ 11 h 37"/>
                <a:gd name="T10" fmla="*/ 1 w 35"/>
                <a:gd name="T11" fmla="*/ 10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7">
                  <a:moveTo>
                    <a:pt x="0" y="18"/>
                  </a:moveTo>
                  <a:cubicBezTo>
                    <a:pt x="3" y="23"/>
                    <a:pt x="6" y="26"/>
                    <a:pt x="9" y="30"/>
                  </a:cubicBezTo>
                  <a:cubicBezTo>
                    <a:pt x="12" y="35"/>
                    <a:pt x="12" y="37"/>
                    <a:pt x="17" y="34"/>
                  </a:cubicBezTo>
                  <a:cubicBezTo>
                    <a:pt x="21" y="31"/>
                    <a:pt x="35" y="17"/>
                    <a:pt x="34" y="13"/>
                  </a:cubicBezTo>
                  <a:cubicBezTo>
                    <a:pt x="33" y="7"/>
                    <a:pt x="18" y="0"/>
                    <a:pt x="13" y="2"/>
                  </a:cubicBezTo>
                  <a:cubicBezTo>
                    <a:pt x="7" y="4"/>
                    <a:pt x="2" y="15"/>
                    <a:pt x="1" y="2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4" name="Freeform 461">
              <a:extLst>
                <a:ext uri="{FF2B5EF4-FFF2-40B4-BE49-F238E27FC236}">
                  <a16:creationId xmlns:a16="http://schemas.microsoft.com/office/drawing/2014/main" id="{03CA481E-D282-4F01-8F0B-45BF73AB4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734"/>
              <a:ext cx="54" cy="53"/>
            </a:xfrm>
            <a:custGeom>
              <a:avLst/>
              <a:gdLst>
                <a:gd name="T0" fmla="*/ 0 w 39"/>
                <a:gd name="T1" fmla="*/ 105 h 38"/>
                <a:gd name="T2" fmla="*/ 64 w 39"/>
                <a:gd name="T3" fmla="*/ 152 h 38"/>
                <a:gd name="T4" fmla="*/ 104 w 39"/>
                <a:gd name="T5" fmla="*/ 191 h 38"/>
                <a:gd name="T6" fmla="*/ 184 w 39"/>
                <a:gd name="T7" fmla="*/ 105 h 38"/>
                <a:gd name="T8" fmla="*/ 144 w 39"/>
                <a:gd name="T9" fmla="*/ 39 h 38"/>
                <a:gd name="T10" fmla="*/ 89 w 39"/>
                <a:gd name="T11" fmla="*/ 21 h 38"/>
                <a:gd name="T12" fmla="*/ 0 w 39"/>
                <a:gd name="T13" fmla="*/ 11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8">
                  <a:moveTo>
                    <a:pt x="0" y="20"/>
                  </a:moveTo>
                  <a:cubicBezTo>
                    <a:pt x="3" y="23"/>
                    <a:pt x="9" y="26"/>
                    <a:pt x="12" y="29"/>
                  </a:cubicBezTo>
                  <a:cubicBezTo>
                    <a:pt x="15" y="30"/>
                    <a:pt x="17" y="35"/>
                    <a:pt x="20" y="36"/>
                  </a:cubicBezTo>
                  <a:cubicBezTo>
                    <a:pt x="28" y="38"/>
                    <a:pt x="39" y="27"/>
                    <a:pt x="36" y="20"/>
                  </a:cubicBezTo>
                  <a:cubicBezTo>
                    <a:pt x="35" y="15"/>
                    <a:pt x="31" y="10"/>
                    <a:pt x="28" y="7"/>
                  </a:cubicBezTo>
                  <a:cubicBezTo>
                    <a:pt x="23" y="2"/>
                    <a:pt x="23" y="0"/>
                    <a:pt x="17" y="4"/>
                  </a:cubicBezTo>
                  <a:cubicBezTo>
                    <a:pt x="11" y="9"/>
                    <a:pt x="3" y="16"/>
                    <a:pt x="0" y="2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5" name="Freeform 462">
              <a:extLst>
                <a:ext uri="{FF2B5EF4-FFF2-40B4-BE49-F238E27FC236}">
                  <a16:creationId xmlns:a16="http://schemas.microsoft.com/office/drawing/2014/main" id="{08A422CB-F2FE-446C-9025-CCBA9511B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708"/>
              <a:ext cx="52" cy="59"/>
            </a:xfrm>
            <a:custGeom>
              <a:avLst/>
              <a:gdLst>
                <a:gd name="T0" fmla="*/ 0 w 37"/>
                <a:gd name="T1" fmla="*/ 77 h 42"/>
                <a:gd name="T2" fmla="*/ 67 w 37"/>
                <a:gd name="T3" fmla="*/ 219 h 42"/>
                <a:gd name="T4" fmla="*/ 152 w 37"/>
                <a:gd name="T5" fmla="*/ 191 h 42"/>
                <a:gd name="T6" fmla="*/ 171 w 37"/>
                <a:gd name="T7" fmla="*/ 94 h 42"/>
                <a:gd name="T8" fmla="*/ 0 w 37"/>
                <a:gd name="T9" fmla="*/ 8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2">
                  <a:moveTo>
                    <a:pt x="0" y="14"/>
                  </a:moveTo>
                  <a:cubicBezTo>
                    <a:pt x="3" y="23"/>
                    <a:pt x="10" y="31"/>
                    <a:pt x="12" y="40"/>
                  </a:cubicBezTo>
                  <a:cubicBezTo>
                    <a:pt x="17" y="42"/>
                    <a:pt x="25" y="36"/>
                    <a:pt x="28" y="35"/>
                  </a:cubicBezTo>
                  <a:cubicBezTo>
                    <a:pt x="37" y="31"/>
                    <a:pt x="34" y="26"/>
                    <a:pt x="31" y="17"/>
                  </a:cubicBezTo>
                  <a:cubicBezTo>
                    <a:pt x="25" y="0"/>
                    <a:pt x="10" y="8"/>
                    <a:pt x="0" y="1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6" name="Freeform 463">
              <a:extLst>
                <a:ext uri="{FF2B5EF4-FFF2-40B4-BE49-F238E27FC236}">
                  <a16:creationId xmlns:a16="http://schemas.microsoft.com/office/drawing/2014/main" id="{3AAA45E2-4E69-4D57-90A9-FB39936AF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708"/>
              <a:ext cx="48" cy="44"/>
            </a:xfrm>
            <a:custGeom>
              <a:avLst/>
              <a:gdLst>
                <a:gd name="T0" fmla="*/ 0 w 34"/>
                <a:gd name="T1" fmla="*/ 28 h 31"/>
                <a:gd name="T2" fmla="*/ 40 w 34"/>
                <a:gd name="T3" fmla="*/ 163 h 31"/>
                <a:gd name="T4" fmla="*/ 164 w 34"/>
                <a:gd name="T5" fmla="*/ 163 h 31"/>
                <a:gd name="T6" fmla="*/ 158 w 34"/>
                <a:gd name="T7" fmla="*/ 26 h 31"/>
                <a:gd name="T8" fmla="*/ 1 w 34"/>
                <a:gd name="T9" fmla="*/ 3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0" y="5"/>
                  </a:moveTo>
                  <a:cubicBezTo>
                    <a:pt x="2" y="10"/>
                    <a:pt x="3" y="25"/>
                    <a:pt x="7" y="28"/>
                  </a:cubicBezTo>
                  <a:cubicBezTo>
                    <a:pt x="10" y="31"/>
                    <a:pt x="24" y="28"/>
                    <a:pt x="29" y="28"/>
                  </a:cubicBezTo>
                  <a:cubicBezTo>
                    <a:pt x="31" y="22"/>
                    <a:pt x="34" y="8"/>
                    <a:pt x="28" y="4"/>
                  </a:cubicBezTo>
                  <a:cubicBezTo>
                    <a:pt x="21" y="0"/>
                    <a:pt x="8" y="5"/>
                    <a:pt x="1" y="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7" name="Freeform 464">
              <a:extLst>
                <a:ext uri="{FF2B5EF4-FFF2-40B4-BE49-F238E27FC236}">
                  <a16:creationId xmlns:a16="http://schemas.microsoft.com/office/drawing/2014/main" id="{56644EBA-20C3-4EF6-AB10-381FBD6D9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717"/>
              <a:ext cx="45" cy="56"/>
            </a:xfrm>
            <a:custGeom>
              <a:avLst/>
              <a:gdLst>
                <a:gd name="T0" fmla="*/ 30 w 32"/>
                <a:gd name="T1" fmla="*/ 0 h 40"/>
                <a:gd name="T2" fmla="*/ 15 w 32"/>
                <a:gd name="T3" fmla="*/ 84 h 40"/>
                <a:gd name="T4" fmla="*/ 15 w 32"/>
                <a:gd name="T5" fmla="*/ 136 h 40"/>
                <a:gd name="T6" fmla="*/ 69 w 32"/>
                <a:gd name="T7" fmla="*/ 165 h 40"/>
                <a:gd name="T8" fmla="*/ 122 w 32"/>
                <a:gd name="T9" fmla="*/ 204 h 40"/>
                <a:gd name="T10" fmla="*/ 172 w 32"/>
                <a:gd name="T11" fmla="*/ 136 h 40"/>
                <a:gd name="T12" fmla="*/ 148 w 32"/>
                <a:gd name="T13" fmla="*/ 80 h 40"/>
                <a:gd name="T14" fmla="*/ 39 w 32"/>
                <a:gd name="T15" fmla="*/ 1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0">
                  <a:moveTo>
                    <a:pt x="6" y="0"/>
                  </a:moveTo>
                  <a:cubicBezTo>
                    <a:pt x="5" y="5"/>
                    <a:pt x="4" y="10"/>
                    <a:pt x="3" y="16"/>
                  </a:cubicBezTo>
                  <a:cubicBezTo>
                    <a:pt x="2" y="21"/>
                    <a:pt x="0" y="22"/>
                    <a:pt x="3" y="25"/>
                  </a:cubicBezTo>
                  <a:cubicBezTo>
                    <a:pt x="6" y="28"/>
                    <a:pt x="11" y="29"/>
                    <a:pt x="13" y="31"/>
                  </a:cubicBezTo>
                  <a:cubicBezTo>
                    <a:pt x="17" y="34"/>
                    <a:pt x="18" y="40"/>
                    <a:pt x="22" y="38"/>
                  </a:cubicBezTo>
                  <a:cubicBezTo>
                    <a:pt x="25" y="37"/>
                    <a:pt x="30" y="28"/>
                    <a:pt x="31" y="25"/>
                  </a:cubicBezTo>
                  <a:cubicBezTo>
                    <a:pt x="32" y="20"/>
                    <a:pt x="30" y="18"/>
                    <a:pt x="27" y="15"/>
                  </a:cubicBezTo>
                  <a:cubicBezTo>
                    <a:pt x="21" y="11"/>
                    <a:pt x="14" y="4"/>
                    <a:pt x="7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8" name="Freeform 465">
              <a:extLst>
                <a:ext uri="{FF2B5EF4-FFF2-40B4-BE49-F238E27FC236}">
                  <a16:creationId xmlns:a16="http://schemas.microsoft.com/office/drawing/2014/main" id="{31CFCE7C-8F12-453E-BC18-5C47A434D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753"/>
              <a:ext cx="24" cy="63"/>
            </a:xfrm>
            <a:custGeom>
              <a:avLst/>
              <a:gdLst>
                <a:gd name="T0" fmla="*/ 49 w 17"/>
                <a:gd name="T1" fmla="*/ 0 h 45"/>
                <a:gd name="T2" fmla="*/ 11 w 17"/>
                <a:gd name="T3" fmla="*/ 69 h 45"/>
                <a:gd name="T4" fmla="*/ 23 w 17"/>
                <a:gd name="T5" fmla="*/ 123 h 45"/>
                <a:gd name="T6" fmla="*/ 96 w 17"/>
                <a:gd name="T7" fmla="*/ 241 h 45"/>
                <a:gd name="T8" fmla="*/ 45 w 17"/>
                <a:gd name="T9" fmla="*/ 1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5">
                  <a:moveTo>
                    <a:pt x="9" y="0"/>
                  </a:moveTo>
                  <a:cubicBezTo>
                    <a:pt x="7" y="4"/>
                    <a:pt x="4" y="8"/>
                    <a:pt x="2" y="13"/>
                  </a:cubicBezTo>
                  <a:cubicBezTo>
                    <a:pt x="0" y="18"/>
                    <a:pt x="1" y="18"/>
                    <a:pt x="4" y="23"/>
                  </a:cubicBezTo>
                  <a:cubicBezTo>
                    <a:pt x="8" y="29"/>
                    <a:pt x="12" y="43"/>
                    <a:pt x="17" y="45"/>
                  </a:cubicBezTo>
                  <a:cubicBezTo>
                    <a:pt x="15" y="40"/>
                    <a:pt x="11" y="3"/>
                    <a:pt x="8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9" name="Freeform 466">
              <a:extLst>
                <a:ext uri="{FF2B5EF4-FFF2-40B4-BE49-F238E27FC236}">
                  <a16:creationId xmlns:a16="http://schemas.microsoft.com/office/drawing/2014/main" id="{74DB2C87-6999-43E4-9FFF-895D98FD1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822"/>
              <a:ext cx="48" cy="60"/>
            </a:xfrm>
            <a:custGeom>
              <a:avLst/>
              <a:gdLst>
                <a:gd name="T0" fmla="*/ 0 w 34"/>
                <a:gd name="T1" fmla="*/ 0 h 43"/>
                <a:gd name="T2" fmla="*/ 137 w 34"/>
                <a:gd name="T3" fmla="*/ 144 h 43"/>
                <a:gd name="T4" fmla="*/ 0 w 34"/>
                <a:gd name="T5" fmla="*/ 1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3">
                  <a:moveTo>
                    <a:pt x="0" y="0"/>
                  </a:moveTo>
                  <a:cubicBezTo>
                    <a:pt x="9" y="0"/>
                    <a:pt x="34" y="17"/>
                    <a:pt x="25" y="27"/>
                  </a:cubicBezTo>
                  <a:cubicBezTo>
                    <a:pt x="11" y="43"/>
                    <a:pt x="1" y="12"/>
                    <a:pt x="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0" name="Freeform 467">
              <a:extLst>
                <a:ext uri="{FF2B5EF4-FFF2-40B4-BE49-F238E27FC236}">
                  <a16:creationId xmlns:a16="http://schemas.microsoft.com/office/drawing/2014/main" id="{334E3F69-5167-47FB-A68E-309324102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853"/>
              <a:ext cx="41" cy="62"/>
            </a:xfrm>
            <a:custGeom>
              <a:avLst/>
              <a:gdLst>
                <a:gd name="T0" fmla="*/ 1 w 29"/>
                <a:gd name="T1" fmla="*/ 83 h 44"/>
                <a:gd name="T2" fmla="*/ 115 w 29"/>
                <a:gd name="T3" fmla="*/ 39 h 44"/>
                <a:gd name="T4" fmla="*/ 163 w 29"/>
                <a:gd name="T5" fmla="*/ 173 h 44"/>
                <a:gd name="T6" fmla="*/ 139 w 29"/>
                <a:gd name="T7" fmla="*/ 241 h 44"/>
                <a:gd name="T8" fmla="*/ 69 w 29"/>
                <a:gd name="T9" fmla="*/ 200 h 44"/>
                <a:gd name="T10" fmla="*/ 0 w 29"/>
                <a:gd name="T11" fmla="*/ 83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4">
                  <a:moveTo>
                    <a:pt x="1" y="15"/>
                  </a:moveTo>
                  <a:cubicBezTo>
                    <a:pt x="10" y="14"/>
                    <a:pt x="11" y="0"/>
                    <a:pt x="20" y="7"/>
                  </a:cubicBezTo>
                  <a:cubicBezTo>
                    <a:pt x="27" y="12"/>
                    <a:pt x="29" y="23"/>
                    <a:pt x="28" y="31"/>
                  </a:cubicBezTo>
                  <a:cubicBezTo>
                    <a:pt x="28" y="35"/>
                    <a:pt x="28" y="41"/>
                    <a:pt x="25" y="43"/>
                  </a:cubicBezTo>
                  <a:cubicBezTo>
                    <a:pt x="21" y="44"/>
                    <a:pt x="15" y="38"/>
                    <a:pt x="13" y="36"/>
                  </a:cubicBezTo>
                  <a:cubicBezTo>
                    <a:pt x="6" y="29"/>
                    <a:pt x="5" y="21"/>
                    <a:pt x="0" y="1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1" name="Freeform 468">
              <a:extLst>
                <a:ext uri="{FF2B5EF4-FFF2-40B4-BE49-F238E27FC236}">
                  <a16:creationId xmlns:a16="http://schemas.microsoft.com/office/drawing/2014/main" id="{770BFC16-F257-4471-8FA4-4B8C4D374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854"/>
              <a:ext cx="53" cy="52"/>
            </a:xfrm>
            <a:custGeom>
              <a:avLst/>
              <a:gdLst>
                <a:gd name="T0" fmla="*/ 11 w 38"/>
                <a:gd name="T1" fmla="*/ 204 h 37"/>
                <a:gd name="T2" fmla="*/ 146 w 38"/>
                <a:gd name="T3" fmla="*/ 11 h 37"/>
                <a:gd name="T4" fmla="*/ 0 w 38"/>
                <a:gd name="T5" fmla="*/ 20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7">
                  <a:moveTo>
                    <a:pt x="2" y="37"/>
                  </a:moveTo>
                  <a:cubicBezTo>
                    <a:pt x="0" y="31"/>
                    <a:pt x="21" y="0"/>
                    <a:pt x="28" y="2"/>
                  </a:cubicBezTo>
                  <a:cubicBezTo>
                    <a:pt x="38" y="7"/>
                    <a:pt x="9" y="37"/>
                    <a:pt x="0" y="3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2" name="Freeform 469">
              <a:extLst>
                <a:ext uri="{FF2B5EF4-FFF2-40B4-BE49-F238E27FC236}">
                  <a16:creationId xmlns:a16="http://schemas.microsoft.com/office/drawing/2014/main" id="{B65EFF3E-9DFC-43EF-9935-9A62940D4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823"/>
              <a:ext cx="49" cy="41"/>
            </a:xfrm>
            <a:custGeom>
              <a:avLst/>
              <a:gdLst>
                <a:gd name="T0" fmla="*/ 29 w 35"/>
                <a:gd name="T1" fmla="*/ 163 h 29"/>
                <a:gd name="T2" fmla="*/ 0 w 35"/>
                <a:gd name="T3" fmla="*/ 117 h 29"/>
                <a:gd name="T4" fmla="*/ 80 w 35"/>
                <a:gd name="T5" fmla="*/ 49 h 29"/>
                <a:gd name="T6" fmla="*/ 190 w 35"/>
                <a:gd name="T7" fmla="*/ 0 h 29"/>
                <a:gd name="T8" fmla="*/ 104 w 35"/>
                <a:gd name="T9" fmla="*/ 93 h 29"/>
                <a:gd name="T10" fmla="*/ 21 w 35"/>
                <a:gd name="T11" fmla="*/ 16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9">
                  <a:moveTo>
                    <a:pt x="6" y="28"/>
                  </a:moveTo>
                  <a:cubicBezTo>
                    <a:pt x="3" y="27"/>
                    <a:pt x="0" y="24"/>
                    <a:pt x="0" y="21"/>
                  </a:cubicBezTo>
                  <a:cubicBezTo>
                    <a:pt x="6" y="17"/>
                    <a:pt x="9" y="12"/>
                    <a:pt x="15" y="9"/>
                  </a:cubicBezTo>
                  <a:cubicBezTo>
                    <a:pt x="22" y="6"/>
                    <a:pt x="28" y="2"/>
                    <a:pt x="35" y="0"/>
                  </a:cubicBezTo>
                  <a:cubicBezTo>
                    <a:pt x="31" y="6"/>
                    <a:pt x="24" y="11"/>
                    <a:pt x="19" y="16"/>
                  </a:cubicBezTo>
                  <a:cubicBezTo>
                    <a:pt x="14" y="21"/>
                    <a:pt x="10" y="25"/>
                    <a:pt x="4" y="2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3" name="Freeform 470">
              <a:extLst>
                <a:ext uri="{FF2B5EF4-FFF2-40B4-BE49-F238E27FC236}">
                  <a16:creationId xmlns:a16="http://schemas.microsoft.com/office/drawing/2014/main" id="{808FF1F7-B923-43BA-B8F7-C02BEBE4F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774"/>
              <a:ext cx="65" cy="48"/>
            </a:xfrm>
            <a:custGeom>
              <a:avLst/>
              <a:gdLst>
                <a:gd name="T0" fmla="*/ 0 w 47"/>
                <a:gd name="T1" fmla="*/ 192 h 34"/>
                <a:gd name="T2" fmla="*/ 95 w 47"/>
                <a:gd name="T3" fmla="*/ 69 h 34"/>
                <a:gd name="T4" fmla="*/ 228 w 47"/>
                <a:gd name="T5" fmla="*/ 16 h 34"/>
                <a:gd name="T6" fmla="*/ 235 w 47"/>
                <a:gd name="T7" fmla="*/ 107 h 34"/>
                <a:gd name="T8" fmla="*/ 170 w 47"/>
                <a:gd name="T9" fmla="*/ 127 h 34"/>
                <a:gd name="T10" fmla="*/ 26 w 47"/>
                <a:gd name="T11" fmla="*/ 175 h 34"/>
                <a:gd name="T12" fmla="*/ 0 w 47"/>
                <a:gd name="T13" fmla="*/ 19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4">
                  <a:moveTo>
                    <a:pt x="0" y="34"/>
                  </a:moveTo>
                  <a:cubicBezTo>
                    <a:pt x="2" y="28"/>
                    <a:pt x="12" y="17"/>
                    <a:pt x="19" y="13"/>
                  </a:cubicBezTo>
                  <a:cubicBezTo>
                    <a:pt x="23" y="10"/>
                    <a:pt x="41" y="0"/>
                    <a:pt x="45" y="3"/>
                  </a:cubicBezTo>
                  <a:cubicBezTo>
                    <a:pt x="47" y="5"/>
                    <a:pt x="47" y="17"/>
                    <a:pt x="46" y="19"/>
                  </a:cubicBezTo>
                  <a:cubicBezTo>
                    <a:pt x="43" y="22"/>
                    <a:pt x="38" y="22"/>
                    <a:pt x="33" y="23"/>
                  </a:cubicBezTo>
                  <a:cubicBezTo>
                    <a:pt x="23" y="24"/>
                    <a:pt x="14" y="26"/>
                    <a:pt x="5" y="31"/>
                  </a:cubicBezTo>
                  <a:cubicBezTo>
                    <a:pt x="3" y="31"/>
                    <a:pt x="0" y="34"/>
                    <a:pt x="0" y="3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4" name="Freeform 471">
              <a:extLst>
                <a:ext uri="{FF2B5EF4-FFF2-40B4-BE49-F238E27FC236}">
                  <a16:creationId xmlns:a16="http://schemas.microsoft.com/office/drawing/2014/main" id="{F465E152-DA66-483A-9455-B63EC275E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770"/>
              <a:ext cx="54" cy="72"/>
            </a:xfrm>
            <a:custGeom>
              <a:avLst/>
              <a:gdLst>
                <a:gd name="T0" fmla="*/ 13 w 38"/>
                <a:gd name="T1" fmla="*/ 28 h 51"/>
                <a:gd name="T2" fmla="*/ 1 w 38"/>
                <a:gd name="T3" fmla="*/ 112 h 51"/>
                <a:gd name="T4" fmla="*/ 37 w 38"/>
                <a:gd name="T5" fmla="*/ 175 h 51"/>
                <a:gd name="T6" fmla="*/ 107 w 38"/>
                <a:gd name="T7" fmla="*/ 219 h 51"/>
                <a:gd name="T8" fmla="*/ 176 w 38"/>
                <a:gd name="T9" fmla="*/ 281 h 51"/>
                <a:gd name="T10" fmla="*/ 206 w 38"/>
                <a:gd name="T11" fmla="*/ 179 h 51"/>
                <a:gd name="T12" fmla="*/ 182 w 38"/>
                <a:gd name="T13" fmla="*/ 90 h 51"/>
                <a:gd name="T14" fmla="*/ 0 w 38"/>
                <a:gd name="T15" fmla="*/ 32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1">
                  <a:moveTo>
                    <a:pt x="2" y="5"/>
                  </a:moveTo>
                  <a:cubicBezTo>
                    <a:pt x="2" y="10"/>
                    <a:pt x="2" y="15"/>
                    <a:pt x="1" y="20"/>
                  </a:cubicBezTo>
                  <a:cubicBezTo>
                    <a:pt x="0" y="27"/>
                    <a:pt x="0" y="27"/>
                    <a:pt x="6" y="31"/>
                  </a:cubicBezTo>
                  <a:cubicBezTo>
                    <a:pt x="10" y="33"/>
                    <a:pt x="15" y="35"/>
                    <a:pt x="18" y="39"/>
                  </a:cubicBezTo>
                  <a:cubicBezTo>
                    <a:pt x="21" y="41"/>
                    <a:pt x="26" y="51"/>
                    <a:pt x="30" y="50"/>
                  </a:cubicBezTo>
                  <a:cubicBezTo>
                    <a:pt x="31" y="50"/>
                    <a:pt x="35" y="35"/>
                    <a:pt x="36" y="32"/>
                  </a:cubicBezTo>
                  <a:cubicBezTo>
                    <a:pt x="38" y="25"/>
                    <a:pt x="37" y="21"/>
                    <a:pt x="31" y="16"/>
                  </a:cubicBezTo>
                  <a:cubicBezTo>
                    <a:pt x="26" y="13"/>
                    <a:pt x="5" y="0"/>
                    <a:pt x="0" y="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5" name="Freeform 472">
              <a:extLst>
                <a:ext uri="{FF2B5EF4-FFF2-40B4-BE49-F238E27FC236}">
                  <a16:creationId xmlns:a16="http://schemas.microsoft.com/office/drawing/2014/main" id="{52D4EF78-8666-4740-98A2-83343C479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811"/>
              <a:ext cx="65" cy="71"/>
            </a:xfrm>
            <a:custGeom>
              <a:avLst/>
              <a:gdLst>
                <a:gd name="T0" fmla="*/ 57 w 46"/>
                <a:gd name="T1" fmla="*/ 0 h 51"/>
                <a:gd name="T2" fmla="*/ 16 w 46"/>
                <a:gd name="T3" fmla="*/ 143 h 51"/>
                <a:gd name="T4" fmla="*/ 69 w 46"/>
                <a:gd name="T5" fmla="*/ 212 h 51"/>
                <a:gd name="T6" fmla="*/ 96 w 46"/>
                <a:gd name="T7" fmla="*/ 242 h 51"/>
                <a:gd name="T8" fmla="*/ 136 w 46"/>
                <a:gd name="T9" fmla="*/ 256 h 51"/>
                <a:gd name="T10" fmla="*/ 243 w 46"/>
                <a:gd name="T11" fmla="*/ 199 h 51"/>
                <a:gd name="T12" fmla="*/ 195 w 46"/>
                <a:gd name="T13" fmla="*/ 117 h 51"/>
                <a:gd name="T14" fmla="*/ 57 w 46"/>
                <a:gd name="T15" fmla="*/ 1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1">
                  <a:moveTo>
                    <a:pt x="10" y="0"/>
                  </a:moveTo>
                  <a:cubicBezTo>
                    <a:pt x="6" y="5"/>
                    <a:pt x="0" y="21"/>
                    <a:pt x="3" y="27"/>
                  </a:cubicBezTo>
                  <a:cubicBezTo>
                    <a:pt x="6" y="31"/>
                    <a:pt x="10" y="36"/>
                    <a:pt x="13" y="40"/>
                  </a:cubicBezTo>
                  <a:cubicBezTo>
                    <a:pt x="15" y="42"/>
                    <a:pt x="16" y="45"/>
                    <a:pt x="17" y="47"/>
                  </a:cubicBezTo>
                  <a:cubicBezTo>
                    <a:pt x="21" y="51"/>
                    <a:pt x="20" y="49"/>
                    <a:pt x="24" y="49"/>
                  </a:cubicBezTo>
                  <a:cubicBezTo>
                    <a:pt x="30" y="48"/>
                    <a:pt x="40" y="43"/>
                    <a:pt x="43" y="38"/>
                  </a:cubicBezTo>
                  <a:cubicBezTo>
                    <a:pt x="46" y="31"/>
                    <a:pt x="40" y="26"/>
                    <a:pt x="35" y="22"/>
                  </a:cubicBezTo>
                  <a:cubicBezTo>
                    <a:pt x="26" y="15"/>
                    <a:pt x="19" y="6"/>
                    <a:pt x="1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6" name="Freeform 473">
              <a:extLst>
                <a:ext uri="{FF2B5EF4-FFF2-40B4-BE49-F238E27FC236}">
                  <a16:creationId xmlns:a16="http://schemas.microsoft.com/office/drawing/2014/main" id="{41B191D2-C8F3-4825-B6D4-B051DA9B8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864"/>
              <a:ext cx="55" cy="76"/>
            </a:xfrm>
            <a:custGeom>
              <a:avLst/>
              <a:gdLst>
                <a:gd name="T0" fmla="*/ 126 w 39"/>
                <a:gd name="T1" fmla="*/ 0 h 54"/>
                <a:gd name="T2" fmla="*/ 0 w 39"/>
                <a:gd name="T3" fmla="*/ 89 h 54"/>
                <a:gd name="T4" fmla="*/ 173 w 39"/>
                <a:gd name="T5" fmla="*/ 259 h 54"/>
                <a:gd name="T6" fmla="*/ 190 w 39"/>
                <a:gd name="T7" fmla="*/ 180 h 54"/>
                <a:gd name="T8" fmla="*/ 204 w 39"/>
                <a:gd name="T9" fmla="*/ 108 h 54"/>
                <a:gd name="T10" fmla="*/ 123 w 39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4">
                  <a:moveTo>
                    <a:pt x="23" y="0"/>
                  </a:moveTo>
                  <a:cubicBezTo>
                    <a:pt x="16" y="6"/>
                    <a:pt x="11" y="14"/>
                    <a:pt x="0" y="16"/>
                  </a:cubicBezTo>
                  <a:cubicBezTo>
                    <a:pt x="3" y="21"/>
                    <a:pt x="25" y="54"/>
                    <a:pt x="31" y="47"/>
                  </a:cubicBezTo>
                  <a:cubicBezTo>
                    <a:pt x="33" y="45"/>
                    <a:pt x="33" y="36"/>
                    <a:pt x="34" y="33"/>
                  </a:cubicBezTo>
                  <a:cubicBezTo>
                    <a:pt x="36" y="29"/>
                    <a:pt x="39" y="25"/>
                    <a:pt x="37" y="20"/>
                  </a:cubicBezTo>
                  <a:cubicBezTo>
                    <a:pt x="36" y="13"/>
                    <a:pt x="27" y="5"/>
                    <a:pt x="2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7" name="Freeform 474">
              <a:extLst>
                <a:ext uri="{FF2B5EF4-FFF2-40B4-BE49-F238E27FC236}">
                  <a16:creationId xmlns:a16="http://schemas.microsoft.com/office/drawing/2014/main" id="{F5C76BCF-9830-43A9-8A2C-FD22EA58E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901"/>
              <a:ext cx="36" cy="70"/>
            </a:xfrm>
            <a:custGeom>
              <a:avLst/>
              <a:gdLst>
                <a:gd name="T0" fmla="*/ 46 w 26"/>
                <a:gd name="T1" fmla="*/ 1 h 50"/>
                <a:gd name="T2" fmla="*/ 40 w 26"/>
                <a:gd name="T3" fmla="*/ 1 h 50"/>
                <a:gd name="T4" fmla="*/ 26 w 26"/>
                <a:gd name="T5" fmla="*/ 84 h 50"/>
                <a:gd name="T6" fmla="*/ 0 w 26"/>
                <a:gd name="T7" fmla="*/ 157 h 50"/>
                <a:gd name="T8" fmla="*/ 96 w 26"/>
                <a:gd name="T9" fmla="*/ 259 h 50"/>
                <a:gd name="T10" fmla="*/ 126 w 26"/>
                <a:gd name="T11" fmla="*/ 190 h 50"/>
                <a:gd name="T12" fmla="*/ 133 w 26"/>
                <a:gd name="T13" fmla="*/ 84 h 50"/>
                <a:gd name="T14" fmla="*/ 36 w 2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50">
                  <a:moveTo>
                    <a:pt x="9" y="1"/>
                  </a:moveTo>
                  <a:cubicBezTo>
                    <a:pt x="9" y="1"/>
                    <a:pt x="8" y="1"/>
                    <a:pt x="8" y="1"/>
                  </a:cubicBezTo>
                  <a:cubicBezTo>
                    <a:pt x="6" y="6"/>
                    <a:pt x="6" y="11"/>
                    <a:pt x="5" y="16"/>
                  </a:cubicBezTo>
                  <a:cubicBezTo>
                    <a:pt x="4" y="20"/>
                    <a:pt x="0" y="25"/>
                    <a:pt x="0" y="29"/>
                  </a:cubicBezTo>
                  <a:cubicBezTo>
                    <a:pt x="1" y="35"/>
                    <a:pt x="13" y="47"/>
                    <a:pt x="19" y="48"/>
                  </a:cubicBezTo>
                  <a:cubicBezTo>
                    <a:pt x="26" y="50"/>
                    <a:pt x="25" y="41"/>
                    <a:pt x="25" y="35"/>
                  </a:cubicBezTo>
                  <a:cubicBezTo>
                    <a:pt x="25" y="29"/>
                    <a:pt x="26" y="22"/>
                    <a:pt x="26" y="16"/>
                  </a:cubicBezTo>
                  <a:cubicBezTo>
                    <a:pt x="25" y="4"/>
                    <a:pt x="17" y="3"/>
                    <a:pt x="7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8" name="Freeform 475">
              <a:extLst>
                <a:ext uri="{FF2B5EF4-FFF2-40B4-BE49-F238E27FC236}">
                  <a16:creationId xmlns:a16="http://schemas.microsoft.com/office/drawing/2014/main" id="{20D58D7F-F60F-46B6-800B-293EBC248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923"/>
              <a:ext cx="46" cy="63"/>
            </a:xfrm>
            <a:custGeom>
              <a:avLst/>
              <a:gdLst>
                <a:gd name="T0" fmla="*/ 21 w 33"/>
                <a:gd name="T1" fmla="*/ 11 h 45"/>
                <a:gd name="T2" fmla="*/ 28 w 33"/>
                <a:gd name="T3" fmla="*/ 200 h 45"/>
                <a:gd name="T4" fmla="*/ 173 w 33"/>
                <a:gd name="T5" fmla="*/ 200 h 45"/>
                <a:gd name="T6" fmla="*/ 146 w 33"/>
                <a:gd name="T7" fmla="*/ 136 h 45"/>
                <a:gd name="T8" fmla="*/ 105 w 33"/>
                <a:gd name="T9" fmla="*/ 39 h 45"/>
                <a:gd name="T10" fmla="*/ 11 w 33"/>
                <a:gd name="T11" fmla="*/ 1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5">
                  <a:moveTo>
                    <a:pt x="4" y="2"/>
                  </a:moveTo>
                  <a:cubicBezTo>
                    <a:pt x="2" y="8"/>
                    <a:pt x="0" y="31"/>
                    <a:pt x="5" y="37"/>
                  </a:cubicBezTo>
                  <a:cubicBezTo>
                    <a:pt x="12" y="45"/>
                    <a:pt x="26" y="41"/>
                    <a:pt x="33" y="37"/>
                  </a:cubicBezTo>
                  <a:cubicBezTo>
                    <a:pt x="33" y="32"/>
                    <a:pt x="30" y="29"/>
                    <a:pt x="28" y="25"/>
                  </a:cubicBezTo>
                  <a:cubicBezTo>
                    <a:pt x="25" y="20"/>
                    <a:pt x="23" y="13"/>
                    <a:pt x="20" y="7"/>
                  </a:cubicBezTo>
                  <a:cubicBezTo>
                    <a:pt x="15" y="0"/>
                    <a:pt x="10" y="2"/>
                    <a:pt x="2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49" name="Freeform 476">
              <a:extLst>
                <a:ext uri="{FF2B5EF4-FFF2-40B4-BE49-F238E27FC236}">
                  <a16:creationId xmlns:a16="http://schemas.microsoft.com/office/drawing/2014/main" id="{FBBE5D35-78DC-4CD6-893C-F91E01B2E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910"/>
              <a:ext cx="36" cy="65"/>
            </a:xfrm>
            <a:custGeom>
              <a:avLst/>
              <a:gdLst>
                <a:gd name="T0" fmla="*/ 11 w 26"/>
                <a:gd name="T1" fmla="*/ 69 h 46"/>
                <a:gd name="T2" fmla="*/ 80 w 26"/>
                <a:gd name="T3" fmla="*/ 206 h 46"/>
                <a:gd name="T4" fmla="*/ 133 w 26"/>
                <a:gd name="T5" fmla="*/ 161 h 46"/>
                <a:gd name="T6" fmla="*/ 91 w 26"/>
                <a:gd name="T7" fmla="*/ 1 h 46"/>
                <a:gd name="T8" fmla="*/ 0 w 26"/>
                <a:gd name="T9" fmla="*/ 6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6">
                  <a:moveTo>
                    <a:pt x="2" y="13"/>
                  </a:moveTo>
                  <a:cubicBezTo>
                    <a:pt x="3" y="19"/>
                    <a:pt x="12" y="31"/>
                    <a:pt x="16" y="37"/>
                  </a:cubicBezTo>
                  <a:cubicBezTo>
                    <a:pt x="22" y="46"/>
                    <a:pt x="26" y="35"/>
                    <a:pt x="26" y="28"/>
                  </a:cubicBezTo>
                  <a:cubicBezTo>
                    <a:pt x="26" y="23"/>
                    <a:pt x="23" y="2"/>
                    <a:pt x="18" y="1"/>
                  </a:cubicBezTo>
                  <a:cubicBezTo>
                    <a:pt x="14" y="0"/>
                    <a:pt x="6" y="11"/>
                    <a:pt x="0" y="1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0" name="Freeform 477">
              <a:extLst>
                <a:ext uri="{FF2B5EF4-FFF2-40B4-BE49-F238E27FC236}">
                  <a16:creationId xmlns:a16="http://schemas.microsoft.com/office/drawing/2014/main" id="{5A557A5C-BD8A-45C0-A8B4-8F431C341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882"/>
              <a:ext cx="38" cy="68"/>
            </a:xfrm>
            <a:custGeom>
              <a:avLst/>
              <a:gdLst>
                <a:gd name="T0" fmla="*/ 1 w 27"/>
                <a:gd name="T1" fmla="*/ 105 h 48"/>
                <a:gd name="T2" fmla="*/ 42 w 27"/>
                <a:gd name="T3" fmla="*/ 191 h 48"/>
                <a:gd name="T4" fmla="*/ 59 w 27"/>
                <a:gd name="T5" fmla="*/ 259 h 48"/>
                <a:gd name="T6" fmla="*/ 125 w 27"/>
                <a:gd name="T7" fmla="*/ 115 h 48"/>
                <a:gd name="T8" fmla="*/ 117 w 27"/>
                <a:gd name="T9" fmla="*/ 52 h 48"/>
                <a:gd name="T10" fmla="*/ 49 w 27"/>
                <a:gd name="T11" fmla="*/ 1 h 48"/>
                <a:gd name="T12" fmla="*/ 11 w 27"/>
                <a:gd name="T13" fmla="*/ 10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8">
                  <a:moveTo>
                    <a:pt x="1" y="18"/>
                  </a:moveTo>
                  <a:cubicBezTo>
                    <a:pt x="4" y="22"/>
                    <a:pt x="6" y="28"/>
                    <a:pt x="8" y="33"/>
                  </a:cubicBezTo>
                  <a:cubicBezTo>
                    <a:pt x="9" y="35"/>
                    <a:pt x="9" y="44"/>
                    <a:pt x="11" y="45"/>
                  </a:cubicBezTo>
                  <a:cubicBezTo>
                    <a:pt x="15" y="48"/>
                    <a:pt x="21" y="24"/>
                    <a:pt x="23" y="20"/>
                  </a:cubicBezTo>
                  <a:cubicBezTo>
                    <a:pt x="25" y="14"/>
                    <a:pt x="27" y="13"/>
                    <a:pt x="21" y="9"/>
                  </a:cubicBezTo>
                  <a:cubicBezTo>
                    <a:pt x="19" y="7"/>
                    <a:pt x="12" y="1"/>
                    <a:pt x="9" y="1"/>
                  </a:cubicBezTo>
                  <a:cubicBezTo>
                    <a:pt x="2" y="0"/>
                    <a:pt x="0" y="14"/>
                    <a:pt x="2" y="1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1" name="Freeform 478">
              <a:extLst>
                <a:ext uri="{FF2B5EF4-FFF2-40B4-BE49-F238E27FC236}">
                  <a16:creationId xmlns:a16="http://schemas.microsoft.com/office/drawing/2014/main" id="{8718BCF4-83CB-4721-9DCB-344020444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849"/>
              <a:ext cx="44" cy="50"/>
            </a:xfrm>
            <a:custGeom>
              <a:avLst/>
              <a:gdLst>
                <a:gd name="T0" fmla="*/ 0 w 32"/>
                <a:gd name="T1" fmla="*/ 108 h 36"/>
                <a:gd name="T2" fmla="*/ 105 w 32"/>
                <a:gd name="T3" fmla="*/ 164 h 36"/>
                <a:gd name="T4" fmla="*/ 131 w 32"/>
                <a:gd name="T5" fmla="*/ 108 h 36"/>
                <a:gd name="T6" fmla="*/ 153 w 32"/>
                <a:gd name="T7" fmla="*/ 50 h 36"/>
                <a:gd name="T8" fmla="*/ 122 w 32"/>
                <a:gd name="T9" fmla="*/ 15 h 36"/>
                <a:gd name="T10" fmla="*/ 65 w 32"/>
                <a:gd name="T11" fmla="*/ 1 h 36"/>
                <a:gd name="T12" fmla="*/ 1 w 32"/>
                <a:gd name="T13" fmla="*/ 10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6">
                  <a:moveTo>
                    <a:pt x="0" y="21"/>
                  </a:moveTo>
                  <a:cubicBezTo>
                    <a:pt x="6" y="25"/>
                    <a:pt x="15" y="36"/>
                    <a:pt x="21" y="32"/>
                  </a:cubicBezTo>
                  <a:cubicBezTo>
                    <a:pt x="24" y="29"/>
                    <a:pt x="25" y="24"/>
                    <a:pt x="26" y="21"/>
                  </a:cubicBezTo>
                  <a:cubicBezTo>
                    <a:pt x="27" y="17"/>
                    <a:pt x="30" y="14"/>
                    <a:pt x="31" y="10"/>
                  </a:cubicBezTo>
                  <a:cubicBezTo>
                    <a:pt x="32" y="5"/>
                    <a:pt x="31" y="5"/>
                    <a:pt x="25" y="3"/>
                  </a:cubicBezTo>
                  <a:cubicBezTo>
                    <a:pt x="22" y="2"/>
                    <a:pt x="17" y="0"/>
                    <a:pt x="13" y="1"/>
                  </a:cubicBezTo>
                  <a:cubicBezTo>
                    <a:pt x="7" y="3"/>
                    <a:pt x="1" y="15"/>
                    <a:pt x="1" y="2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2" name="Freeform 479">
              <a:extLst>
                <a:ext uri="{FF2B5EF4-FFF2-40B4-BE49-F238E27FC236}">
                  <a16:creationId xmlns:a16="http://schemas.microsoft.com/office/drawing/2014/main" id="{C9D6B060-AD18-4BBF-A0FB-64CB0C41E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801"/>
              <a:ext cx="54" cy="56"/>
            </a:xfrm>
            <a:custGeom>
              <a:avLst/>
              <a:gdLst>
                <a:gd name="T0" fmla="*/ 0 w 38"/>
                <a:gd name="T1" fmla="*/ 146 h 40"/>
                <a:gd name="T2" fmla="*/ 75 w 38"/>
                <a:gd name="T3" fmla="*/ 176 h 40"/>
                <a:gd name="T4" fmla="*/ 135 w 38"/>
                <a:gd name="T5" fmla="*/ 214 h 40"/>
                <a:gd name="T6" fmla="*/ 192 w 38"/>
                <a:gd name="T7" fmla="*/ 185 h 40"/>
                <a:gd name="T8" fmla="*/ 206 w 38"/>
                <a:gd name="T9" fmla="*/ 118 h 40"/>
                <a:gd name="T10" fmla="*/ 107 w 38"/>
                <a:gd name="T11" fmla="*/ 39 h 40"/>
                <a:gd name="T12" fmla="*/ 0 w 38"/>
                <a:gd name="T13" fmla="*/ 13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0" y="27"/>
                  </a:moveTo>
                  <a:cubicBezTo>
                    <a:pt x="4" y="29"/>
                    <a:pt x="9" y="30"/>
                    <a:pt x="13" y="33"/>
                  </a:cubicBezTo>
                  <a:cubicBezTo>
                    <a:pt x="17" y="36"/>
                    <a:pt x="19" y="40"/>
                    <a:pt x="23" y="40"/>
                  </a:cubicBezTo>
                  <a:cubicBezTo>
                    <a:pt x="26" y="40"/>
                    <a:pt x="31" y="36"/>
                    <a:pt x="33" y="34"/>
                  </a:cubicBezTo>
                  <a:cubicBezTo>
                    <a:pt x="38" y="30"/>
                    <a:pt x="38" y="29"/>
                    <a:pt x="36" y="22"/>
                  </a:cubicBezTo>
                  <a:cubicBezTo>
                    <a:pt x="33" y="12"/>
                    <a:pt x="31" y="0"/>
                    <a:pt x="18" y="7"/>
                  </a:cubicBezTo>
                  <a:cubicBezTo>
                    <a:pt x="12" y="10"/>
                    <a:pt x="1" y="18"/>
                    <a:pt x="0" y="2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3" name="Freeform 480">
              <a:extLst>
                <a:ext uri="{FF2B5EF4-FFF2-40B4-BE49-F238E27FC236}">
                  <a16:creationId xmlns:a16="http://schemas.microsoft.com/office/drawing/2014/main" id="{962E2338-B5CB-4A57-B076-A3E936612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800"/>
              <a:ext cx="46" cy="53"/>
            </a:xfrm>
            <a:custGeom>
              <a:avLst/>
              <a:gdLst>
                <a:gd name="T0" fmla="*/ 11 w 33"/>
                <a:gd name="T1" fmla="*/ 28 h 38"/>
                <a:gd name="T2" fmla="*/ 39 w 33"/>
                <a:gd name="T3" fmla="*/ 173 h 38"/>
                <a:gd name="T4" fmla="*/ 117 w 33"/>
                <a:gd name="T5" fmla="*/ 198 h 38"/>
                <a:gd name="T6" fmla="*/ 124 w 33"/>
                <a:gd name="T7" fmla="*/ 29 h 38"/>
                <a:gd name="T8" fmla="*/ 0 w 33"/>
                <a:gd name="T9" fmla="*/ 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8">
                  <a:moveTo>
                    <a:pt x="2" y="5"/>
                  </a:moveTo>
                  <a:cubicBezTo>
                    <a:pt x="3" y="14"/>
                    <a:pt x="5" y="24"/>
                    <a:pt x="7" y="33"/>
                  </a:cubicBezTo>
                  <a:cubicBezTo>
                    <a:pt x="12" y="35"/>
                    <a:pt x="17" y="38"/>
                    <a:pt x="22" y="37"/>
                  </a:cubicBezTo>
                  <a:cubicBezTo>
                    <a:pt x="25" y="28"/>
                    <a:pt x="33" y="12"/>
                    <a:pt x="24" y="6"/>
                  </a:cubicBezTo>
                  <a:cubicBezTo>
                    <a:pt x="19" y="2"/>
                    <a:pt x="3" y="0"/>
                    <a:pt x="0" y="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4" name="Freeform 481">
              <a:extLst>
                <a:ext uri="{FF2B5EF4-FFF2-40B4-BE49-F238E27FC236}">
                  <a16:creationId xmlns:a16="http://schemas.microsoft.com/office/drawing/2014/main" id="{C5209F7E-9373-4B4B-BA6C-482CBF28A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816"/>
              <a:ext cx="42" cy="58"/>
            </a:xfrm>
            <a:custGeom>
              <a:avLst/>
              <a:gdLst>
                <a:gd name="T0" fmla="*/ 55 w 30"/>
                <a:gd name="T1" fmla="*/ 0 h 41"/>
                <a:gd name="T2" fmla="*/ 1 w 30"/>
                <a:gd name="T3" fmla="*/ 124 h 41"/>
                <a:gd name="T4" fmla="*/ 67 w 30"/>
                <a:gd name="T5" fmla="*/ 231 h 41"/>
                <a:gd name="T6" fmla="*/ 123 w 30"/>
                <a:gd name="T7" fmla="*/ 166 h 41"/>
                <a:gd name="T8" fmla="*/ 157 w 30"/>
                <a:gd name="T9" fmla="*/ 100 h 41"/>
                <a:gd name="T10" fmla="*/ 67 w 30"/>
                <a:gd name="T11" fmla="*/ 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1">
                  <a:moveTo>
                    <a:pt x="10" y="0"/>
                  </a:moveTo>
                  <a:cubicBezTo>
                    <a:pt x="8" y="7"/>
                    <a:pt x="2" y="15"/>
                    <a:pt x="1" y="22"/>
                  </a:cubicBezTo>
                  <a:cubicBezTo>
                    <a:pt x="0" y="28"/>
                    <a:pt x="7" y="38"/>
                    <a:pt x="12" y="40"/>
                  </a:cubicBezTo>
                  <a:cubicBezTo>
                    <a:pt x="17" y="41"/>
                    <a:pt x="20" y="34"/>
                    <a:pt x="23" y="30"/>
                  </a:cubicBezTo>
                  <a:cubicBezTo>
                    <a:pt x="25" y="27"/>
                    <a:pt x="30" y="22"/>
                    <a:pt x="29" y="18"/>
                  </a:cubicBezTo>
                  <a:cubicBezTo>
                    <a:pt x="29" y="12"/>
                    <a:pt x="17" y="4"/>
                    <a:pt x="12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5" name="Freeform 482">
              <a:extLst>
                <a:ext uri="{FF2B5EF4-FFF2-40B4-BE49-F238E27FC236}">
                  <a16:creationId xmlns:a16="http://schemas.microsoft.com/office/drawing/2014/main" id="{00618F00-40C8-4C07-A640-0D8030C96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849"/>
              <a:ext cx="45" cy="54"/>
            </a:xfrm>
            <a:custGeom>
              <a:avLst/>
              <a:gdLst>
                <a:gd name="T0" fmla="*/ 97 w 32"/>
                <a:gd name="T1" fmla="*/ 1 h 39"/>
                <a:gd name="T2" fmla="*/ 89 w 32"/>
                <a:gd name="T3" fmla="*/ 0 h 39"/>
                <a:gd name="T4" fmla="*/ 1 w 32"/>
                <a:gd name="T5" fmla="*/ 96 h 39"/>
                <a:gd name="T6" fmla="*/ 59 w 32"/>
                <a:gd name="T7" fmla="*/ 184 h 39"/>
                <a:gd name="T8" fmla="*/ 117 w 32"/>
                <a:gd name="T9" fmla="*/ 159 h 39"/>
                <a:gd name="T10" fmla="*/ 172 w 32"/>
                <a:gd name="T11" fmla="*/ 96 h 39"/>
                <a:gd name="T12" fmla="*/ 97 w 32"/>
                <a:gd name="T13" fmla="*/ 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9">
                  <a:moveTo>
                    <a:pt x="18" y="1"/>
                  </a:moveTo>
                  <a:cubicBezTo>
                    <a:pt x="17" y="1"/>
                    <a:pt x="17" y="0"/>
                    <a:pt x="16" y="0"/>
                  </a:cubicBezTo>
                  <a:cubicBezTo>
                    <a:pt x="13" y="2"/>
                    <a:pt x="1" y="15"/>
                    <a:pt x="1" y="19"/>
                  </a:cubicBezTo>
                  <a:cubicBezTo>
                    <a:pt x="0" y="22"/>
                    <a:pt x="8" y="34"/>
                    <a:pt x="11" y="36"/>
                  </a:cubicBezTo>
                  <a:cubicBezTo>
                    <a:pt x="17" y="39"/>
                    <a:pt x="17" y="36"/>
                    <a:pt x="21" y="31"/>
                  </a:cubicBezTo>
                  <a:cubicBezTo>
                    <a:pt x="23" y="28"/>
                    <a:pt x="30" y="23"/>
                    <a:pt x="31" y="19"/>
                  </a:cubicBezTo>
                  <a:cubicBezTo>
                    <a:pt x="32" y="12"/>
                    <a:pt x="22" y="5"/>
                    <a:pt x="18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6" name="Freeform 483">
              <a:extLst>
                <a:ext uri="{FF2B5EF4-FFF2-40B4-BE49-F238E27FC236}">
                  <a16:creationId xmlns:a16="http://schemas.microsoft.com/office/drawing/2014/main" id="{5B352EFB-A87A-4CA0-BC26-23CF253A1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880"/>
              <a:ext cx="38" cy="56"/>
            </a:xfrm>
            <a:custGeom>
              <a:avLst/>
              <a:gdLst>
                <a:gd name="T0" fmla="*/ 96 w 27"/>
                <a:gd name="T1" fmla="*/ 0 h 40"/>
                <a:gd name="T2" fmla="*/ 1 w 27"/>
                <a:gd name="T3" fmla="*/ 97 h 40"/>
                <a:gd name="T4" fmla="*/ 68 w 27"/>
                <a:gd name="T5" fmla="*/ 200 h 40"/>
                <a:gd name="T6" fmla="*/ 149 w 27"/>
                <a:gd name="T7" fmla="*/ 112 h 40"/>
                <a:gd name="T8" fmla="*/ 89 w 27"/>
                <a:gd name="T9" fmla="*/ 1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0">
                  <a:moveTo>
                    <a:pt x="17" y="0"/>
                  </a:moveTo>
                  <a:cubicBezTo>
                    <a:pt x="12" y="4"/>
                    <a:pt x="2" y="12"/>
                    <a:pt x="1" y="18"/>
                  </a:cubicBezTo>
                  <a:cubicBezTo>
                    <a:pt x="0" y="24"/>
                    <a:pt x="7" y="34"/>
                    <a:pt x="12" y="37"/>
                  </a:cubicBezTo>
                  <a:cubicBezTo>
                    <a:pt x="18" y="40"/>
                    <a:pt x="27" y="27"/>
                    <a:pt x="27" y="21"/>
                  </a:cubicBezTo>
                  <a:cubicBezTo>
                    <a:pt x="27" y="15"/>
                    <a:pt x="21" y="5"/>
                    <a:pt x="16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7" name="Freeform 484">
              <a:extLst>
                <a:ext uri="{FF2B5EF4-FFF2-40B4-BE49-F238E27FC236}">
                  <a16:creationId xmlns:a16="http://schemas.microsoft.com/office/drawing/2014/main" id="{CFA010DD-E913-4DEF-BF3A-F2F9FFEA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909"/>
              <a:ext cx="39" cy="62"/>
            </a:xfrm>
            <a:custGeom>
              <a:avLst/>
              <a:gdLst>
                <a:gd name="T0" fmla="*/ 78 w 28"/>
                <a:gd name="T1" fmla="*/ 0 h 44"/>
                <a:gd name="T2" fmla="*/ 0 w 28"/>
                <a:gd name="T3" fmla="*/ 117 h 44"/>
                <a:gd name="T4" fmla="*/ 117 w 28"/>
                <a:gd name="T5" fmla="*/ 190 h 44"/>
                <a:gd name="T6" fmla="*/ 143 w 28"/>
                <a:gd name="T7" fmla="*/ 68 h 44"/>
                <a:gd name="T8" fmla="*/ 68 w 28"/>
                <a:gd name="T9" fmla="*/ 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4">
                  <a:moveTo>
                    <a:pt x="15" y="0"/>
                  </a:moveTo>
                  <a:cubicBezTo>
                    <a:pt x="12" y="9"/>
                    <a:pt x="5" y="15"/>
                    <a:pt x="0" y="21"/>
                  </a:cubicBezTo>
                  <a:cubicBezTo>
                    <a:pt x="3" y="28"/>
                    <a:pt x="16" y="44"/>
                    <a:pt x="22" y="34"/>
                  </a:cubicBezTo>
                  <a:cubicBezTo>
                    <a:pt x="25" y="31"/>
                    <a:pt x="28" y="16"/>
                    <a:pt x="27" y="12"/>
                  </a:cubicBezTo>
                  <a:cubicBezTo>
                    <a:pt x="26" y="6"/>
                    <a:pt x="18" y="5"/>
                    <a:pt x="13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8" name="Freeform 485">
              <a:extLst>
                <a:ext uri="{FF2B5EF4-FFF2-40B4-BE49-F238E27FC236}">
                  <a16:creationId xmlns:a16="http://schemas.microsoft.com/office/drawing/2014/main" id="{1D8B6617-07FE-40C9-858B-1C374D4BE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929"/>
              <a:ext cx="40" cy="45"/>
            </a:xfrm>
            <a:custGeom>
              <a:avLst/>
              <a:gdLst>
                <a:gd name="T0" fmla="*/ 40 w 29"/>
                <a:gd name="T1" fmla="*/ 0 h 32"/>
                <a:gd name="T2" fmla="*/ 26 w 29"/>
                <a:gd name="T3" fmla="*/ 77 h 32"/>
                <a:gd name="T4" fmla="*/ 11 w 29"/>
                <a:gd name="T5" fmla="*/ 136 h 32"/>
                <a:gd name="T6" fmla="*/ 26 w 29"/>
                <a:gd name="T7" fmla="*/ 172 h 32"/>
                <a:gd name="T8" fmla="*/ 76 w 29"/>
                <a:gd name="T9" fmla="*/ 172 h 32"/>
                <a:gd name="T10" fmla="*/ 141 w 29"/>
                <a:gd name="T11" fmla="*/ 117 h 32"/>
                <a:gd name="T12" fmla="*/ 95 w 29"/>
                <a:gd name="T13" fmla="*/ 55 h 32"/>
                <a:gd name="T14" fmla="*/ 69 w 29"/>
                <a:gd name="T15" fmla="*/ 1 h 32"/>
                <a:gd name="T16" fmla="*/ 40 w 29"/>
                <a:gd name="T17" fmla="*/ 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2">
                  <a:moveTo>
                    <a:pt x="8" y="0"/>
                  </a:moveTo>
                  <a:cubicBezTo>
                    <a:pt x="6" y="4"/>
                    <a:pt x="6" y="9"/>
                    <a:pt x="5" y="14"/>
                  </a:cubicBezTo>
                  <a:cubicBezTo>
                    <a:pt x="5" y="18"/>
                    <a:pt x="2" y="22"/>
                    <a:pt x="2" y="25"/>
                  </a:cubicBezTo>
                  <a:cubicBezTo>
                    <a:pt x="1" y="30"/>
                    <a:pt x="0" y="30"/>
                    <a:pt x="5" y="31"/>
                  </a:cubicBezTo>
                  <a:cubicBezTo>
                    <a:pt x="8" y="32"/>
                    <a:pt x="12" y="31"/>
                    <a:pt x="15" y="31"/>
                  </a:cubicBezTo>
                  <a:cubicBezTo>
                    <a:pt x="19" y="30"/>
                    <a:pt x="29" y="27"/>
                    <a:pt x="28" y="21"/>
                  </a:cubicBezTo>
                  <a:cubicBezTo>
                    <a:pt x="28" y="19"/>
                    <a:pt x="21" y="13"/>
                    <a:pt x="19" y="10"/>
                  </a:cubicBezTo>
                  <a:cubicBezTo>
                    <a:pt x="17" y="7"/>
                    <a:pt x="16" y="4"/>
                    <a:pt x="14" y="1"/>
                  </a:cubicBezTo>
                  <a:cubicBezTo>
                    <a:pt x="12" y="0"/>
                    <a:pt x="10" y="0"/>
                    <a:pt x="8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59" name="Freeform 486">
              <a:extLst>
                <a:ext uri="{FF2B5EF4-FFF2-40B4-BE49-F238E27FC236}">
                  <a16:creationId xmlns:a16="http://schemas.microsoft.com/office/drawing/2014/main" id="{C0B92DFF-D6D3-405C-8D7B-D3AD49B7D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905"/>
              <a:ext cx="39" cy="53"/>
            </a:xfrm>
            <a:custGeom>
              <a:avLst/>
              <a:gdLst>
                <a:gd name="T0" fmla="*/ 0 w 28"/>
                <a:gd name="T1" fmla="*/ 84 h 38"/>
                <a:gd name="T2" fmla="*/ 78 w 28"/>
                <a:gd name="T3" fmla="*/ 201 h 38"/>
                <a:gd name="T4" fmla="*/ 132 w 28"/>
                <a:gd name="T5" fmla="*/ 124 h 38"/>
                <a:gd name="T6" fmla="*/ 117 w 28"/>
                <a:gd name="T7" fmla="*/ 56 h 38"/>
                <a:gd name="T8" fmla="*/ 49 w 28"/>
                <a:gd name="T9" fmla="*/ 28 h 38"/>
                <a:gd name="T10" fmla="*/ 0 w 28"/>
                <a:gd name="T11" fmla="*/ 9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8">
                  <a:moveTo>
                    <a:pt x="0" y="16"/>
                  </a:moveTo>
                  <a:cubicBezTo>
                    <a:pt x="3" y="24"/>
                    <a:pt x="12" y="30"/>
                    <a:pt x="15" y="38"/>
                  </a:cubicBezTo>
                  <a:cubicBezTo>
                    <a:pt x="20" y="37"/>
                    <a:pt x="24" y="28"/>
                    <a:pt x="25" y="24"/>
                  </a:cubicBezTo>
                  <a:cubicBezTo>
                    <a:pt x="28" y="17"/>
                    <a:pt x="26" y="16"/>
                    <a:pt x="22" y="11"/>
                  </a:cubicBezTo>
                  <a:cubicBezTo>
                    <a:pt x="17" y="6"/>
                    <a:pt x="15" y="0"/>
                    <a:pt x="9" y="5"/>
                  </a:cubicBezTo>
                  <a:cubicBezTo>
                    <a:pt x="5" y="9"/>
                    <a:pt x="3" y="14"/>
                    <a:pt x="0" y="1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0" name="Freeform 487">
              <a:extLst>
                <a:ext uri="{FF2B5EF4-FFF2-40B4-BE49-F238E27FC236}">
                  <a16:creationId xmlns:a16="http://schemas.microsoft.com/office/drawing/2014/main" id="{AF2A9E4B-CD98-49D6-8C47-AE1129EE6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887"/>
              <a:ext cx="35" cy="46"/>
            </a:xfrm>
            <a:custGeom>
              <a:avLst/>
              <a:gdLst>
                <a:gd name="T0" fmla="*/ 0 w 25"/>
                <a:gd name="T1" fmla="*/ 54 h 33"/>
                <a:gd name="T2" fmla="*/ 49 w 25"/>
                <a:gd name="T3" fmla="*/ 152 h 33"/>
                <a:gd name="T4" fmla="*/ 118 w 25"/>
                <a:gd name="T5" fmla="*/ 124 h 33"/>
                <a:gd name="T6" fmla="*/ 123 w 25"/>
                <a:gd name="T7" fmla="*/ 95 h 33"/>
                <a:gd name="T8" fmla="*/ 80 w 25"/>
                <a:gd name="T9" fmla="*/ 28 h 33"/>
                <a:gd name="T10" fmla="*/ 1 w 25"/>
                <a:gd name="T11" fmla="*/ 4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3">
                  <a:moveTo>
                    <a:pt x="0" y="10"/>
                  </a:moveTo>
                  <a:cubicBezTo>
                    <a:pt x="0" y="12"/>
                    <a:pt x="7" y="27"/>
                    <a:pt x="9" y="29"/>
                  </a:cubicBezTo>
                  <a:cubicBezTo>
                    <a:pt x="14" y="33"/>
                    <a:pt x="19" y="27"/>
                    <a:pt x="22" y="24"/>
                  </a:cubicBezTo>
                  <a:cubicBezTo>
                    <a:pt x="25" y="20"/>
                    <a:pt x="25" y="22"/>
                    <a:pt x="23" y="18"/>
                  </a:cubicBezTo>
                  <a:cubicBezTo>
                    <a:pt x="22" y="14"/>
                    <a:pt x="18" y="7"/>
                    <a:pt x="15" y="5"/>
                  </a:cubicBezTo>
                  <a:cubicBezTo>
                    <a:pt x="10" y="0"/>
                    <a:pt x="3" y="2"/>
                    <a:pt x="1" y="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1" name="Freeform 488">
              <a:extLst>
                <a:ext uri="{FF2B5EF4-FFF2-40B4-BE49-F238E27FC236}">
                  <a16:creationId xmlns:a16="http://schemas.microsoft.com/office/drawing/2014/main" id="{D1D088BD-51C0-41C1-B223-A6926316E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874"/>
              <a:ext cx="45" cy="48"/>
            </a:xfrm>
            <a:custGeom>
              <a:avLst/>
              <a:gdLst>
                <a:gd name="T0" fmla="*/ 68 w 32"/>
                <a:gd name="T1" fmla="*/ 165 h 34"/>
                <a:gd name="T2" fmla="*/ 11 w 32"/>
                <a:gd name="T3" fmla="*/ 32 h 34"/>
                <a:gd name="T4" fmla="*/ 136 w 32"/>
                <a:gd name="T5" fmla="*/ 11 h 34"/>
                <a:gd name="T6" fmla="*/ 152 w 32"/>
                <a:gd name="T7" fmla="*/ 137 h 34"/>
                <a:gd name="T8" fmla="*/ 59 w 32"/>
                <a:gd name="T9" fmla="*/ 16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12" y="30"/>
                  </a:moveTo>
                  <a:cubicBezTo>
                    <a:pt x="10" y="27"/>
                    <a:pt x="0" y="10"/>
                    <a:pt x="2" y="6"/>
                  </a:cubicBezTo>
                  <a:cubicBezTo>
                    <a:pt x="5" y="1"/>
                    <a:pt x="20" y="0"/>
                    <a:pt x="25" y="2"/>
                  </a:cubicBezTo>
                  <a:cubicBezTo>
                    <a:pt x="32" y="6"/>
                    <a:pt x="31" y="18"/>
                    <a:pt x="28" y="25"/>
                  </a:cubicBezTo>
                  <a:cubicBezTo>
                    <a:pt x="24" y="34"/>
                    <a:pt x="17" y="24"/>
                    <a:pt x="11" y="2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2" name="Freeform 489">
              <a:extLst>
                <a:ext uri="{FF2B5EF4-FFF2-40B4-BE49-F238E27FC236}">
                  <a16:creationId xmlns:a16="http://schemas.microsoft.com/office/drawing/2014/main" id="{E430717E-8737-4F1A-884A-CA6DC3350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887"/>
              <a:ext cx="43" cy="56"/>
            </a:xfrm>
            <a:custGeom>
              <a:avLst/>
              <a:gdLst>
                <a:gd name="T0" fmla="*/ 0 w 31"/>
                <a:gd name="T1" fmla="*/ 132 h 40"/>
                <a:gd name="T2" fmla="*/ 64 w 31"/>
                <a:gd name="T3" fmla="*/ 0 h 40"/>
                <a:gd name="T4" fmla="*/ 154 w 31"/>
                <a:gd name="T5" fmla="*/ 190 h 40"/>
                <a:gd name="T6" fmla="*/ 68 w 31"/>
                <a:gd name="T7" fmla="*/ 200 h 40"/>
                <a:gd name="T8" fmla="*/ 0 w 31"/>
                <a:gd name="T9" fmla="*/ 12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0">
                  <a:moveTo>
                    <a:pt x="0" y="24"/>
                  </a:moveTo>
                  <a:cubicBezTo>
                    <a:pt x="1" y="16"/>
                    <a:pt x="8" y="7"/>
                    <a:pt x="12" y="0"/>
                  </a:cubicBezTo>
                  <a:cubicBezTo>
                    <a:pt x="22" y="5"/>
                    <a:pt x="31" y="24"/>
                    <a:pt x="30" y="35"/>
                  </a:cubicBezTo>
                  <a:cubicBezTo>
                    <a:pt x="24" y="35"/>
                    <a:pt x="18" y="40"/>
                    <a:pt x="13" y="37"/>
                  </a:cubicBezTo>
                  <a:cubicBezTo>
                    <a:pt x="8" y="35"/>
                    <a:pt x="2" y="27"/>
                    <a:pt x="0" y="2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3" name="Freeform 490">
              <a:extLst>
                <a:ext uri="{FF2B5EF4-FFF2-40B4-BE49-F238E27FC236}">
                  <a16:creationId xmlns:a16="http://schemas.microsoft.com/office/drawing/2014/main" id="{B2B63625-217F-4C2E-8342-E4C94C3EE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932"/>
              <a:ext cx="50" cy="56"/>
            </a:xfrm>
            <a:custGeom>
              <a:avLst/>
              <a:gdLst>
                <a:gd name="T0" fmla="*/ 0 w 36"/>
                <a:gd name="T1" fmla="*/ 49 h 40"/>
                <a:gd name="T2" fmla="*/ 150 w 36"/>
                <a:gd name="T3" fmla="*/ 162 h 40"/>
                <a:gd name="T4" fmla="*/ 160 w 36"/>
                <a:gd name="T5" fmla="*/ 80 h 40"/>
                <a:gd name="T6" fmla="*/ 96 w 36"/>
                <a:gd name="T7" fmla="*/ 0 h 40"/>
                <a:gd name="T8" fmla="*/ 1 w 36"/>
                <a:gd name="T9" fmla="*/ 41 h 40"/>
                <a:gd name="T10" fmla="*/ 0 w 36"/>
                <a:gd name="T11" fmla="*/ 55 h 40"/>
                <a:gd name="T12" fmla="*/ 0 w 36"/>
                <a:gd name="T13" fmla="*/ 5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0">
                  <a:moveTo>
                    <a:pt x="0" y="9"/>
                  </a:moveTo>
                  <a:cubicBezTo>
                    <a:pt x="5" y="19"/>
                    <a:pt x="16" y="40"/>
                    <a:pt x="29" y="30"/>
                  </a:cubicBezTo>
                  <a:cubicBezTo>
                    <a:pt x="35" y="25"/>
                    <a:pt x="36" y="22"/>
                    <a:pt x="31" y="15"/>
                  </a:cubicBezTo>
                  <a:cubicBezTo>
                    <a:pt x="28" y="10"/>
                    <a:pt x="24" y="3"/>
                    <a:pt x="19" y="0"/>
                  </a:cubicBezTo>
                  <a:cubicBezTo>
                    <a:pt x="12" y="2"/>
                    <a:pt x="9" y="7"/>
                    <a:pt x="1" y="8"/>
                  </a:cubicBezTo>
                  <a:cubicBezTo>
                    <a:pt x="1" y="9"/>
                    <a:pt x="1" y="9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4" name="Freeform 491">
              <a:extLst>
                <a:ext uri="{FF2B5EF4-FFF2-40B4-BE49-F238E27FC236}">
                  <a16:creationId xmlns:a16="http://schemas.microsoft.com/office/drawing/2014/main" id="{5254747C-6214-4703-AD1C-4AC3B989F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965"/>
              <a:ext cx="57" cy="49"/>
            </a:xfrm>
            <a:custGeom>
              <a:avLst/>
              <a:gdLst>
                <a:gd name="T0" fmla="*/ 0 w 40"/>
                <a:gd name="T1" fmla="*/ 77 h 35"/>
                <a:gd name="T2" fmla="*/ 128 w 40"/>
                <a:gd name="T3" fmla="*/ 176 h 35"/>
                <a:gd name="T4" fmla="*/ 224 w 40"/>
                <a:gd name="T5" fmla="*/ 69 h 35"/>
                <a:gd name="T6" fmla="*/ 168 w 40"/>
                <a:gd name="T7" fmla="*/ 15 h 35"/>
                <a:gd name="T8" fmla="*/ 118 w 40"/>
                <a:gd name="T9" fmla="*/ 21 h 35"/>
                <a:gd name="T10" fmla="*/ 58 w 40"/>
                <a:gd name="T11" fmla="*/ 57 h 35"/>
                <a:gd name="T12" fmla="*/ 13 w 40"/>
                <a:gd name="T13" fmla="*/ 8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5">
                  <a:moveTo>
                    <a:pt x="0" y="14"/>
                  </a:moveTo>
                  <a:cubicBezTo>
                    <a:pt x="7" y="20"/>
                    <a:pt x="12" y="31"/>
                    <a:pt x="22" y="33"/>
                  </a:cubicBezTo>
                  <a:cubicBezTo>
                    <a:pt x="31" y="35"/>
                    <a:pt x="40" y="21"/>
                    <a:pt x="38" y="13"/>
                  </a:cubicBezTo>
                  <a:cubicBezTo>
                    <a:pt x="37" y="10"/>
                    <a:pt x="31" y="5"/>
                    <a:pt x="29" y="3"/>
                  </a:cubicBezTo>
                  <a:cubicBezTo>
                    <a:pt x="25" y="0"/>
                    <a:pt x="24" y="1"/>
                    <a:pt x="20" y="4"/>
                  </a:cubicBezTo>
                  <a:cubicBezTo>
                    <a:pt x="17" y="7"/>
                    <a:pt x="14" y="10"/>
                    <a:pt x="10" y="11"/>
                  </a:cubicBezTo>
                  <a:cubicBezTo>
                    <a:pt x="7" y="12"/>
                    <a:pt x="1" y="11"/>
                    <a:pt x="2" y="1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5" name="Freeform 492">
              <a:extLst>
                <a:ext uri="{FF2B5EF4-FFF2-40B4-BE49-F238E27FC236}">
                  <a16:creationId xmlns:a16="http://schemas.microsoft.com/office/drawing/2014/main" id="{37EEB701-5407-48CF-A33D-9017F30D6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962"/>
              <a:ext cx="38" cy="58"/>
            </a:xfrm>
            <a:custGeom>
              <a:avLst/>
              <a:gdLst>
                <a:gd name="T0" fmla="*/ 39 w 27"/>
                <a:gd name="T1" fmla="*/ 93 h 41"/>
                <a:gd name="T2" fmla="*/ 28 w 27"/>
                <a:gd name="T3" fmla="*/ 163 h 41"/>
                <a:gd name="T4" fmla="*/ 0 w 27"/>
                <a:gd name="T5" fmla="*/ 221 h 41"/>
                <a:gd name="T6" fmla="*/ 135 w 27"/>
                <a:gd name="T7" fmla="*/ 149 h 41"/>
                <a:gd name="T8" fmla="*/ 39 w 27"/>
                <a:gd name="T9" fmla="*/ 10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1">
                  <a:moveTo>
                    <a:pt x="7" y="16"/>
                  </a:moveTo>
                  <a:cubicBezTo>
                    <a:pt x="5" y="20"/>
                    <a:pt x="6" y="24"/>
                    <a:pt x="5" y="28"/>
                  </a:cubicBezTo>
                  <a:cubicBezTo>
                    <a:pt x="3" y="32"/>
                    <a:pt x="0" y="35"/>
                    <a:pt x="0" y="39"/>
                  </a:cubicBezTo>
                  <a:cubicBezTo>
                    <a:pt x="7" y="41"/>
                    <a:pt x="27" y="36"/>
                    <a:pt x="24" y="26"/>
                  </a:cubicBezTo>
                  <a:cubicBezTo>
                    <a:pt x="22" y="17"/>
                    <a:pt x="9" y="0"/>
                    <a:pt x="7" y="1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6" name="Freeform 493">
              <a:extLst>
                <a:ext uri="{FF2B5EF4-FFF2-40B4-BE49-F238E27FC236}">
                  <a16:creationId xmlns:a16="http://schemas.microsoft.com/office/drawing/2014/main" id="{6FA397EC-81A7-4A9B-8E50-4E85A790B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953"/>
              <a:ext cx="41" cy="52"/>
            </a:xfrm>
            <a:custGeom>
              <a:avLst/>
              <a:gdLst>
                <a:gd name="T0" fmla="*/ 0 w 29"/>
                <a:gd name="T1" fmla="*/ 77 h 37"/>
                <a:gd name="T2" fmla="*/ 66 w 29"/>
                <a:gd name="T3" fmla="*/ 204 h 37"/>
                <a:gd name="T4" fmla="*/ 148 w 29"/>
                <a:gd name="T5" fmla="*/ 171 h 37"/>
                <a:gd name="T6" fmla="*/ 117 w 29"/>
                <a:gd name="T7" fmla="*/ 49 h 37"/>
                <a:gd name="T8" fmla="*/ 57 w 29"/>
                <a:gd name="T9" fmla="*/ 21 h 37"/>
                <a:gd name="T10" fmla="*/ 0 w 29"/>
                <a:gd name="T11" fmla="*/ 7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7">
                  <a:moveTo>
                    <a:pt x="0" y="14"/>
                  </a:moveTo>
                  <a:cubicBezTo>
                    <a:pt x="2" y="22"/>
                    <a:pt x="8" y="30"/>
                    <a:pt x="11" y="37"/>
                  </a:cubicBezTo>
                  <a:cubicBezTo>
                    <a:pt x="14" y="36"/>
                    <a:pt x="24" y="34"/>
                    <a:pt x="26" y="31"/>
                  </a:cubicBezTo>
                  <a:cubicBezTo>
                    <a:pt x="29" y="27"/>
                    <a:pt x="23" y="15"/>
                    <a:pt x="21" y="9"/>
                  </a:cubicBezTo>
                  <a:cubicBezTo>
                    <a:pt x="18" y="1"/>
                    <a:pt x="18" y="0"/>
                    <a:pt x="10" y="4"/>
                  </a:cubicBezTo>
                  <a:cubicBezTo>
                    <a:pt x="5" y="6"/>
                    <a:pt x="0" y="8"/>
                    <a:pt x="0" y="1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7" name="Freeform 494">
              <a:extLst>
                <a:ext uri="{FF2B5EF4-FFF2-40B4-BE49-F238E27FC236}">
                  <a16:creationId xmlns:a16="http://schemas.microsoft.com/office/drawing/2014/main" id="{9D043E80-C2FD-4CA5-9251-943BD6CD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957"/>
              <a:ext cx="37" cy="52"/>
            </a:xfrm>
            <a:custGeom>
              <a:avLst/>
              <a:gdLst>
                <a:gd name="T0" fmla="*/ 13 w 26"/>
                <a:gd name="T1" fmla="*/ 1 h 37"/>
                <a:gd name="T2" fmla="*/ 54 w 26"/>
                <a:gd name="T3" fmla="*/ 125 h 37"/>
                <a:gd name="T4" fmla="*/ 115 w 26"/>
                <a:gd name="T5" fmla="*/ 162 h 37"/>
                <a:gd name="T6" fmla="*/ 152 w 26"/>
                <a:gd name="T7" fmla="*/ 204 h 37"/>
                <a:gd name="T8" fmla="*/ 148 w 26"/>
                <a:gd name="T9" fmla="*/ 108 h 37"/>
                <a:gd name="T10" fmla="*/ 128 w 26"/>
                <a:gd name="T11" fmla="*/ 21 h 37"/>
                <a:gd name="T12" fmla="*/ 1 w 26"/>
                <a:gd name="T13" fmla="*/ 1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7">
                  <a:moveTo>
                    <a:pt x="2" y="1"/>
                  </a:moveTo>
                  <a:cubicBezTo>
                    <a:pt x="0" y="6"/>
                    <a:pt x="5" y="21"/>
                    <a:pt x="9" y="23"/>
                  </a:cubicBezTo>
                  <a:cubicBezTo>
                    <a:pt x="13" y="26"/>
                    <a:pt x="17" y="26"/>
                    <a:pt x="20" y="29"/>
                  </a:cubicBezTo>
                  <a:cubicBezTo>
                    <a:pt x="23" y="31"/>
                    <a:pt x="23" y="36"/>
                    <a:pt x="26" y="37"/>
                  </a:cubicBezTo>
                  <a:cubicBezTo>
                    <a:pt x="26" y="31"/>
                    <a:pt x="25" y="26"/>
                    <a:pt x="25" y="20"/>
                  </a:cubicBezTo>
                  <a:cubicBezTo>
                    <a:pt x="24" y="16"/>
                    <a:pt x="25" y="7"/>
                    <a:pt x="22" y="4"/>
                  </a:cubicBezTo>
                  <a:cubicBezTo>
                    <a:pt x="18" y="0"/>
                    <a:pt x="5" y="0"/>
                    <a:pt x="1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8" name="Freeform 495">
              <a:extLst>
                <a:ext uri="{FF2B5EF4-FFF2-40B4-BE49-F238E27FC236}">
                  <a16:creationId xmlns:a16="http://schemas.microsoft.com/office/drawing/2014/main" id="{468B05AC-A418-49A1-B4C5-B3EA4AB3F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975"/>
              <a:ext cx="13" cy="74"/>
            </a:xfrm>
            <a:custGeom>
              <a:avLst/>
              <a:gdLst>
                <a:gd name="T0" fmla="*/ 1 w 9"/>
                <a:gd name="T1" fmla="*/ 39 h 53"/>
                <a:gd name="T2" fmla="*/ 56 w 9"/>
                <a:gd name="T3" fmla="*/ 281 h 53"/>
                <a:gd name="T4" fmla="*/ 27 w 9"/>
                <a:gd name="T5" fmla="*/ 109 h 53"/>
                <a:gd name="T6" fmla="*/ 0 w 9"/>
                <a:gd name="T7" fmla="*/ 0 h 53"/>
                <a:gd name="T8" fmla="*/ 0 w 9"/>
                <a:gd name="T9" fmla="*/ 39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3">
                  <a:moveTo>
                    <a:pt x="1" y="7"/>
                  </a:moveTo>
                  <a:cubicBezTo>
                    <a:pt x="1" y="21"/>
                    <a:pt x="0" y="42"/>
                    <a:pt x="9" y="53"/>
                  </a:cubicBezTo>
                  <a:cubicBezTo>
                    <a:pt x="9" y="42"/>
                    <a:pt x="5" y="32"/>
                    <a:pt x="4" y="21"/>
                  </a:cubicBezTo>
                  <a:cubicBezTo>
                    <a:pt x="3" y="14"/>
                    <a:pt x="3" y="7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69" name="Freeform 496">
              <a:extLst>
                <a:ext uri="{FF2B5EF4-FFF2-40B4-BE49-F238E27FC236}">
                  <a16:creationId xmlns:a16="http://schemas.microsoft.com/office/drawing/2014/main" id="{AA03F407-FFBB-4E09-B2CA-54EF98A92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093"/>
              <a:ext cx="58" cy="77"/>
            </a:xfrm>
            <a:custGeom>
              <a:avLst/>
              <a:gdLst>
                <a:gd name="T0" fmla="*/ 28 w 41"/>
                <a:gd name="T1" fmla="*/ 84 h 55"/>
                <a:gd name="T2" fmla="*/ 50 w 41"/>
                <a:gd name="T3" fmla="*/ 200 h 55"/>
                <a:gd name="T4" fmla="*/ 71 w 41"/>
                <a:gd name="T5" fmla="*/ 295 h 55"/>
                <a:gd name="T6" fmla="*/ 124 w 41"/>
                <a:gd name="T7" fmla="*/ 266 h 55"/>
                <a:gd name="T8" fmla="*/ 182 w 41"/>
                <a:gd name="T9" fmla="*/ 231 h 55"/>
                <a:gd name="T10" fmla="*/ 199 w 41"/>
                <a:gd name="T11" fmla="*/ 67 h 55"/>
                <a:gd name="T12" fmla="*/ 96 w 41"/>
                <a:gd name="T13" fmla="*/ 15 h 55"/>
                <a:gd name="T14" fmla="*/ 28 w 41"/>
                <a:gd name="T15" fmla="*/ 84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55">
                  <a:moveTo>
                    <a:pt x="5" y="16"/>
                  </a:moveTo>
                  <a:cubicBezTo>
                    <a:pt x="7" y="23"/>
                    <a:pt x="8" y="29"/>
                    <a:pt x="9" y="37"/>
                  </a:cubicBezTo>
                  <a:cubicBezTo>
                    <a:pt x="10" y="42"/>
                    <a:pt x="10" y="49"/>
                    <a:pt x="13" y="55"/>
                  </a:cubicBezTo>
                  <a:cubicBezTo>
                    <a:pt x="16" y="55"/>
                    <a:pt x="19" y="51"/>
                    <a:pt x="22" y="49"/>
                  </a:cubicBezTo>
                  <a:cubicBezTo>
                    <a:pt x="25" y="47"/>
                    <a:pt x="29" y="46"/>
                    <a:pt x="32" y="43"/>
                  </a:cubicBezTo>
                  <a:cubicBezTo>
                    <a:pt x="41" y="35"/>
                    <a:pt x="37" y="22"/>
                    <a:pt x="35" y="12"/>
                  </a:cubicBezTo>
                  <a:cubicBezTo>
                    <a:pt x="33" y="3"/>
                    <a:pt x="26" y="0"/>
                    <a:pt x="17" y="3"/>
                  </a:cubicBezTo>
                  <a:cubicBezTo>
                    <a:pt x="13" y="4"/>
                    <a:pt x="0" y="10"/>
                    <a:pt x="5" y="1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0" name="Freeform 497">
              <a:extLst>
                <a:ext uri="{FF2B5EF4-FFF2-40B4-BE49-F238E27FC236}">
                  <a16:creationId xmlns:a16="http://schemas.microsoft.com/office/drawing/2014/main" id="{BF44CA78-8219-4D36-BE5D-0913BA4B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048"/>
              <a:ext cx="37" cy="86"/>
            </a:xfrm>
            <a:custGeom>
              <a:avLst/>
              <a:gdLst>
                <a:gd name="T0" fmla="*/ 0 w 27"/>
                <a:gd name="T1" fmla="*/ 135 h 61"/>
                <a:gd name="T2" fmla="*/ 26 w 27"/>
                <a:gd name="T3" fmla="*/ 258 h 61"/>
                <a:gd name="T4" fmla="*/ 36 w 27"/>
                <a:gd name="T5" fmla="*/ 326 h 61"/>
                <a:gd name="T6" fmla="*/ 77 w 27"/>
                <a:gd name="T7" fmla="*/ 258 h 61"/>
                <a:gd name="T8" fmla="*/ 112 w 27"/>
                <a:gd name="T9" fmla="*/ 185 h 61"/>
                <a:gd name="T10" fmla="*/ 126 w 27"/>
                <a:gd name="T11" fmla="*/ 96 h 61"/>
                <a:gd name="T12" fmla="*/ 96 w 27"/>
                <a:gd name="T13" fmla="*/ 11 h 61"/>
                <a:gd name="T14" fmla="*/ 29 w 27"/>
                <a:gd name="T15" fmla="*/ 55 h 61"/>
                <a:gd name="T16" fmla="*/ 0 w 27"/>
                <a:gd name="T17" fmla="*/ 123 h 61"/>
                <a:gd name="T18" fmla="*/ 0 w 27"/>
                <a:gd name="T19" fmla="*/ 123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61">
                  <a:moveTo>
                    <a:pt x="0" y="24"/>
                  </a:moveTo>
                  <a:cubicBezTo>
                    <a:pt x="1" y="31"/>
                    <a:pt x="4" y="38"/>
                    <a:pt x="5" y="46"/>
                  </a:cubicBezTo>
                  <a:cubicBezTo>
                    <a:pt x="6" y="48"/>
                    <a:pt x="5" y="56"/>
                    <a:pt x="7" y="58"/>
                  </a:cubicBezTo>
                  <a:cubicBezTo>
                    <a:pt x="10" y="61"/>
                    <a:pt x="15" y="49"/>
                    <a:pt x="16" y="46"/>
                  </a:cubicBezTo>
                  <a:cubicBezTo>
                    <a:pt x="19" y="42"/>
                    <a:pt x="21" y="37"/>
                    <a:pt x="23" y="33"/>
                  </a:cubicBezTo>
                  <a:cubicBezTo>
                    <a:pt x="26" y="27"/>
                    <a:pt x="27" y="23"/>
                    <a:pt x="26" y="17"/>
                  </a:cubicBezTo>
                  <a:cubicBezTo>
                    <a:pt x="25" y="13"/>
                    <a:pt x="24" y="3"/>
                    <a:pt x="20" y="2"/>
                  </a:cubicBezTo>
                  <a:cubicBezTo>
                    <a:pt x="16" y="0"/>
                    <a:pt x="9" y="7"/>
                    <a:pt x="6" y="10"/>
                  </a:cubicBezTo>
                  <a:cubicBezTo>
                    <a:pt x="4" y="13"/>
                    <a:pt x="1" y="18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1" name="Freeform 498">
              <a:extLst>
                <a:ext uri="{FF2B5EF4-FFF2-40B4-BE49-F238E27FC236}">
                  <a16:creationId xmlns:a16="http://schemas.microsoft.com/office/drawing/2014/main" id="{84140F88-CF73-4215-8B6D-CFA4BA915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997"/>
              <a:ext cx="45" cy="73"/>
            </a:xfrm>
            <a:custGeom>
              <a:avLst/>
              <a:gdLst>
                <a:gd name="T0" fmla="*/ 0 w 32"/>
                <a:gd name="T1" fmla="*/ 152 h 52"/>
                <a:gd name="T2" fmla="*/ 55 w 32"/>
                <a:gd name="T3" fmla="*/ 282 h 52"/>
                <a:gd name="T4" fmla="*/ 125 w 32"/>
                <a:gd name="T5" fmla="*/ 164 h 52"/>
                <a:gd name="T6" fmla="*/ 165 w 32"/>
                <a:gd name="T7" fmla="*/ 108 h 52"/>
                <a:gd name="T8" fmla="*/ 148 w 32"/>
                <a:gd name="T9" fmla="*/ 55 h 52"/>
                <a:gd name="T10" fmla="*/ 108 w 32"/>
                <a:gd name="T11" fmla="*/ 1 h 52"/>
                <a:gd name="T12" fmla="*/ 68 w 32"/>
                <a:gd name="T13" fmla="*/ 39 h 52"/>
                <a:gd name="T14" fmla="*/ 0 w 32"/>
                <a:gd name="T15" fmla="*/ 136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52">
                  <a:moveTo>
                    <a:pt x="0" y="28"/>
                  </a:moveTo>
                  <a:cubicBezTo>
                    <a:pt x="1" y="27"/>
                    <a:pt x="9" y="48"/>
                    <a:pt x="10" y="52"/>
                  </a:cubicBezTo>
                  <a:cubicBezTo>
                    <a:pt x="17" y="50"/>
                    <a:pt x="20" y="36"/>
                    <a:pt x="23" y="30"/>
                  </a:cubicBezTo>
                  <a:cubicBezTo>
                    <a:pt x="25" y="27"/>
                    <a:pt x="29" y="24"/>
                    <a:pt x="30" y="20"/>
                  </a:cubicBezTo>
                  <a:cubicBezTo>
                    <a:pt x="32" y="16"/>
                    <a:pt x="30" y="14"/>
                    <a:pt x="27" y="10"/>
                  </a:cubicBezTo>
                  <a:cubicBezTo>
                    <a:pt x="25" y="8"/>
                    <a:pt x="23" y="2"/>
                    <a:pt x="20" y="1"/>
                  </a:cubicBezTo>
                  <a:cubicBezTo>
                    <a:pt x="17" y="0"/>
                    <a:pt x="14" y="5"/>
                    <a:pt x="12" y="7"/>
                  </a:cubicBezTo>
                  <a:cubicBezTo>
                    <a:pt x="7" y="12"/>
                    <a:pt x="2" y="18"/>
                    <a:pt x="0" y="2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2" name="Freeform 499">
              <a:extLst>
                <a:ext uri="{FF2B5EF4-FFF2-40B4-BE49-F238E27FC236}">
                  <a16:creationId xmlns:a16="http://schemas.microsoft.com/office/drawing/2014/main" id="{9FECD23F-6E2A-4D97-B568-2FB719757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960"/>
              <a:ext cx="52" cy="57"/>
            </a:xfrm>
            <a:custGeom>
              <a:avLst/>
              <a:gdLst>
                <a:gd name="T0" fmla="*/ 0 w 37"/>
                <a:gd name="T1" fmla="*/ 95 h 41"/>
                <a:gd name="T2" fmla="*/ 59 w 37"/>
                <a:gd name="T3" fmla="*/ 213 h 41"/>
                <a:gd name="T4" fmla="*/ 146 w 37"/>
                <a:gd name="T5" fmla="*/ 143 h 41"/>
                <a:gd name="T6" fmla="*/ 191 w 37"/>
                <a:gd name="T7" fmla="*/ 108 h 41"/>
                <a:gd name="T8" fmla="*/ 176 w 37"/>
                <a:gd name="T9" fmla="*/ 50 h 41"/>
                <a:gd name="T10" fmla="*/ 77 w 37"/>
                <a:gd name="T11" fmla="*/ 26 h 41"/>
                <a:gd name="T12" fmla="*/ 0 w 37"/>
                <a:gd name="T13" fmla="*/ 89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1">
                  <a:moveTo>
                    <a:pt x="0" y="18"/>
                  </a:moveTo>
                  <a:cubicBezTo>
                    <a:pt x="5" y="25"/>
                    <a:pt x="7" y="33"/>
                    <a:pt x="11" y="41"/>
                  </a:cubicBezTo>
                  <a:cubicBezTo>
                    <a:pt x="17" y="39"/>
                    <a:pt x="22" y="31"/>
                    <a:pt x="27" y="27"/>
                  </a:cubicBezTo>
                  <a:cubicBezTo>
                    <a:pt x="29" y="25"/>
                    <a:pt x="33" y="23"/>
                    <a:pt x="35" y="21"/>
                  </a:cubicBezTo>
                  <a:cubicBezTo>
                    <a:pt x="37" y="18"/>
                    <a:pt x="34" y="13"/>
                    <a:pt x="32" y="10"/>
                  </a:cubicBezTo>
                  <a:cubicBezTo>
                    <a:pt x="27" y="1"/>
                    <a:pt x="22" y="0"/>
                    <a:pt x="14" y="5"/>
                  </a:cubicBezTo>
                  <a:cubicBezTo>
                    <a:pt x="9" y="9"/>
                    <a:pt x="0" y="11"/>
                    <a:pt x="0" y="1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3" name="Freeform 500">
              <a:extLst>
                <a:ext uri="{FF2B5EF4-FFF2-40B4-BE49-F238E27FC236}">
                  <a16:creationId xmlns:a16="http://schemas.microsoft.com/office/drawing/2014/main" id="{9D3F5441-E918-49FD-8DA8-313CDA07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950"/>
              <a:ext cx="63" cy="45"/>
            </a:xfrm>
            <a:custGeom>
              <a:avLst/>
              <a:gdLst>
                <a:gd name="T0" fmla="*/ 1 w 45"/>
                <a:gd name="T1" fmla="*/ 28 h 32"/>
                <a:gd name="T2" fmla="*/ 28 w 45"/>
                <a:gd name="T3" fmla="*/ 105 h 32"/>
                <a:gd name="T4" fmla="*/ 69 w 45"/>
                <a:gd name="T5" fmla="*/ 125 h 32"/>
                <a:gd name="T6" fmla="*/ 136 w 45"/>
                <a:gd name="T7" fmla="*/ 135 h 32"/>
                <a:gd name="T8" fmla="*/ 176 w 45"/>
                <a:gd name="T9" fmla="*/ 165 h 32"/>
                <a:gd name="T10" fmla="*/ 200 w 45"/>
                <a:gd name="T11" fmla="*/ 165 h 32"/>
                <a:gd name="T12" fmla="*/ 220 w 45"/>
                <a:gd name="T13" fmla="*/ 108 h 32"/>
                <a:gd name="T14" fmla="*/ 214 w 45"/>
                <a:gd name="T15" fmla="*/ 28 h 32"/>
                <a:gd name="T16" fmla="*/ 57 w 45"/>
                <a:gd name="T17" fmla="*/ 1 h 32"/>
                <a:gd name="T18" fmla="*/ 1 w 45"/>
                <a:gd name="T19" fmla="*/ 28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32">
                  <a:moveTo>
                    <a:pt x="1" y="5"/>
                  </a:moveTo>
                  <a:cubicBezTo>
                    <a:pt x="0" y="7"/>
                    <a:pt x="4" y="16"/>
                    <a:pt x="5" y="19"/>
                  </a:cubicBezTo>
                  <a:cubicBezTo>
                    <a:pt x="6" y="25"/>
                    <a:pt x="7" y="23"/>
                    <a:pt x="13" y="23"/>
                  </a:cubicBezTo>
                  <a:cubicBezTo>
                    <a:pt x="17" y="23"/>
                    <a:pt x="21" y="23"/>
                    <a:pt x="25" y="24"/>
                  </a:cubicBezTo>
                  <a:cubicBezTo>
                    <a:pt x="28" y="26"/>
                    <a:pt x="30" y="29"/>
                    <a:pt x="33" y="30"/>
                  </a:cubicBezTo>
                  <a:cubicBezTo>
                    <a:pt x="36" y="31"/>
                    <a:pt x="35" y="32"/>
                    <a:pt x="37" y="30"/>
                  </a:cubicBezTo>
                  <a:cubicBezTo>
                    <a:pt x="38" y="28"/>
                    <a:pt x="40" y="22"/>
                    <a:pt x="41" y="20"/>
                  </a:cubicBezTo>
                  <a:cubicBezTo>
                    <a:pt x="43" y="15"/>
                    <a:pt x="45" y="8"/>
                    <a:pt x="40" y="5"/>
                  </a:cubicBezTo>
                  <a:cubicBezTo>
                    <a:pt x="32" y="0"/>
                    <a:pt x="20" y="1"/>
                    <a:pt x="11" y="1"/>
                  </a:cubicBezTo>
                  <a:cubicBezTo>
                    <a:pt x="7" y="1"/>
                    <a:pt x="3" y="1"/>
                    <a:pt x="1" y="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4" name="Freeform 501">
              <a:extLst>
                <a:ext uri="{FF2B5EF4-FFF2-40B4-BE49-F238E27FC236}">
                  <a16:creationId xmlns:a16="http://schemas.microsoft.com/office/drawing/2014/main" id="{F18A1655-A267-4B01-AD24-B9D7A4181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968"/>
              <a:ext cx="82" cy="100"/>
            </a:xfrm>
            <a:custGeom>
              <a:avLst/>
              <a:gdLst>
                <a:gd name="T0" fmla="*/ 66 w 58"/>
                <a:gd name="T1" fmla="*/ 15 h 71"/>
                <a:gd name="T2" fmla="*/ 23 w 58"/>
                <a:gd name="T3" fmla="*/ 152 h 71"/>
                <a:gd name="T4" fmla="*/ 163 w 58"/>
                <a:gd name="T5" fmla="*/ 261 h 71"/>
                <a:gd name="T6" fmla="*/ 232 w 58"/>
                <a:gd name="T7" fmla="*/ 214 h 71"/>
                <a:gd name="T8" fmla="*/ 328 w 58"/>
                <a:gd name="T9" fmla="*/ 272 h 71"/>
                <a:gd name="T10" fmla="*/ 271 w 58"/>
                <a:gd name="T11" fmla="*/ 369 h 71"/>
                <a:gd name="T12" fmla="*/ 192 w 58"/>
                <a:gd name="T13" fmla="*/ 368 h 71"/>
                <a:gd name="T14" fmla="*/ 136 w 58"/>
                <a:gd name="T15" fmla="*/ 276 h 71"/>
                <a:gd name="T16" fmla="*/ 165 w 58"/>
                <a:gd name="T17" fmla="*/ 162 h 71"/>
                <a:gd name="T18" fmla="*/ 49 w 58"/>
                <a:gd name="T19" fmla="*/ 2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1">
                  <a:moveTo>
                    <a:pt x="11" y="3"/>
                  </a:moveTo>
                  <a:cubicBezTo>
                    <a:pt x="5" y="10"/>
                    <a:pt x="0" y="19"/>
                    <a:pt x="4" y="28"/>
                  </a:cubicBezTo>
                  <a:cubicBezTo>
                    <a:pt x="9" y="37"/>
                    <a:pt x="15" y="52"/>
                    <a:pt x="28" y="47"/>
                  </a:cubicBezTo>
                  <a:cubicBezTo>
                    <a:pt x="33" y="45"/>
                    <a:pt x="36" y="40"/>
                    <a:pt x="41" y="39"/>
                  </a:cubicBezTo>
                  <a:cubicBezTo>
                    <a:pt x="48" y="38"/>
                    <a:pt x="53" y="46"/>
                    <a:pt x="58" y="49"/>
                  </a:cubicBezTo>
                  <a:cubicBezTo>
                    <a:pt x="56" y="56"/>
                    <a:pt x="54" y="63"/>
                    <a:pt x="48" y="67"/>
                  </a:cubicBezTo>
                  <a:cubicBezTo>
                    <a:pt x="43" y="71"/>
                    <a:pt x="38" y="70"/>
                    <a:pt x="34" y="66"/>
                  </a:cubicBezTo>
                  <a:cubicBezTo>
                    <a:pt x="29" y="62"/>
                    <a:pt x="23" y="57"/>
                    <a:pt x="24" y="50"/>
                  </a:cubicBezTo>
                  <a:cubicBezTo>
                    <a:pt x="25" y="42"/>
                    <a:pt x="32" y="37"/>
                    <a:pt x="30" y="29"/>
                  </a:cubicBezTo>
                  <a:cubicBezTo>
                    <a:pt x="29" y="25"/>
                    <a:pt x="15" y="0"/>
                    <a:pt x="9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5" name="Freeform 502">
              <a:extLst>
                <a:ext uri="{FF2B5EF4-FFF2-40B4-BE49-F238E27FC236}">
                  <a16:creationId xmlns:a16="http://schemas.microsoft.com/office/drawing/2014/main" id="{2212ADFD-9B14-4246-A59D-AED0E73F0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985"/>
              <a:ext cx="42" cy="50"/>
            </a:xfrm>
            <a:custGeom>
              <a:avLst/>
              <a:gdLst>
                <a:gd name="T0" fmla="*/ 0 w 30"/>
                <a:gd name="T1" fmla="*/ 124 h 36"/>
                <a:gd name="T2" fmla="*/ 69 w 30"/>
                <a:gd name="T3" fmla="*/ 160 h 36"/>
                <a:gd name="T4" fmla="*/ 104 w 30"/>
                <a:gd name="T5" fmla="*/ 185 h 36"/>
                <a:gd name="T6" fmla="*/ 118 w 30"/>
                <a:gd name="T7" fmla="*/ 144 h 36"/>
                <a:gd name="T8" fmla="*/ 137 w 30"/>
                <a:gd name="T9" fmla="*/ 94 h 36"/>
                <a:gd name="T10" fmla="*/ 157 w 30"/>
                <a:gd name="T11" fmla="*/ 49 h 36"/>
                <a:gd name="T12" fmla="*/ 112 w 30"/>
                <a:gd name="T13" fmla="*/ 11 h 36"/>
                <a:gd name="T14" fmla="*/ 69 w 30"/>
                <a:gd name="T15" fmla="*/ 15 h 36"/>
                <a:gd name="T16" fmla="*/ 29 w 30"/>
                <a:gd name="T17" fmla="*/ 56 h 36"/>
                <a:gd name="T18" fmla="*/ 0 w 30"/>
                <a:gd name="T19" fmla="*/ 124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36">
                  <a:moveTo>
                    <a:pt x="0" y="24"/>
                  </a:moveTo>
                  <a:cubicBezTo>
                    <a:pt x="5" y="25"/>
                    <a:pt x="9" y="29"/>
                    <a:pt x="13" y="31"/>
                  </a:cubicBezTo>
                  <a:cubicBezTo>
                    <a:pt x="15" y="32"/>
                    <a:pt x="17" y="36"/>
                    <a:pt x="19" y="36"/>
                  </a:cubicBezTo>
                  <a:cubicBezTo>
                    <a:pt x="20" y="33"/>
                    <a:pt x="21" y="30"/>
                    <a:pt x="22" y="28"/>
                  </a:cubicBezTo>
                  <a:cubicBezTo>
                    <a:pt x="23" y="25"/>
                    <a:pt x="24" y="21"/>
                    <a:pt x="26" y="18"/>
                  </a:cubicBezTo>
                  <a:cubicBezTo>
                    <a:pt x="26" y="16"/>
                    <a:pt x="30" y="11"/>
                    <a:pt x="29" y="9"/>
                  </a:cubicBezTo>
                  <a:cubicBezTo>
                    <a:pt x="29" y="6"/>
                    <a:pt x="23" y="3"/>
                    <a:pt x="21" y="2"/>
                  </a:cubicBezTo>
                  <a:cubicBezTo>
                    <a:pt x="18" y="0"/>
                    <a:pt x="16" y="0"/>
                    <a:pt x="13" y="3"/>
                  </a:cubicBezTo>
                  <a:cubicBezTo>
                    <a:pt x="11" y="6"/>
                    <a:pt x="8" y="8"/>
                    <a:pt x="6" y="11"/>
                  </a:cubicBezTo>
                  <a:cubicBezTo>
                    <a:pt x="4" y="15"/>
                    <a:pt x="3" y="20"/>
                    <a:pt x="0" y="2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6" name="Freeform 503">
              <a:extLst>
                <a:ext uri="{FF2B5EF4-FFF2-40B4-BE49-F238E27FC236}">
                  <a16:creationId xmlns:a16="http://schemas.microsoft.com/office/drawing/2014/main" id="{9AA4F301-91EC-41CE-B047-253544261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946"/>
              <a:ext cx="42" cy="47"/>
            </a:xfrm>
            <a:custGeom>
              <a:avLst/>
              <a:gdLst>
                <a:gd name="T0" fmla="*/ 11 w 30"/>
                <a:gd name="T1" fmla="*/ 109 h 34"/>
                <a:gd name="T2" fmla="*/ 69 w 30"/>
                <a:gd name="T3" fmla="*/ 151 h 34"/>
                <a:gd name="T4" fmla="*/ 97 w 30"/>
                <a:gd name="T5" fmla="*/ 156 h 34"/>
                <a:gd name="T6" fmla="*/ 118 w 30"/>
                <a:gd name="T7" fmla="*/ 122 h 34"/>
                <a:gd name="T8" fmla="*/ 146 w 30"/>
                <a:gd name="T9" fmla="*/ 88 h 34"/>
                <a:gd name="T10" fmla="*/ 146 w 30"/>
                <a:gd name="T11" fmla="*/ 46 h 34"/>
                <a:gd name="T12" fmla="*/ 108 w 30"/>
                <a:gd name="T13" fmla="*/ 0 h 34"/>
                <a:gd name="T14" fmla="*/ 55 w 30"/>
                <a:gd name="T15" fmla="*/ 26 h 34"/>
                <a:gd name="T16" fmla="*/ 21 w 30"/>
                <a:gd name="T17" fmla="*/ 69 h 34"/>
                <a:gd name="T18" fmla="*/ 0 w 30"/>
                <a:gd name="T19" fmla="*/ 109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34">
                  <a:moveTo>
                    <a:pt x="2" y="22"/>
                  </a:moveTo>
                  <a:cubicBezTo>
                    <a:pt x="4" y="23"/>
                    <a:pt x="10" y="28"/>
                    <a:pt x="13" y="30"/>
                  </a:cubicBezTo>
                  <a:cubicBezTo>
                    <a:pt x="16" y="32"/>
                    <a:pt x="16" y="34"/>
                    <a:pt x="18" y="31"/>
                  </a:cubicBezTo>
                  <a:cubicBezTo>
                    <a:pt x="20" y="29"/>
                    <a:pt x="20" y="26"/>
                    <a:pt x="22" y="24"/>
                  </a:cubicBezTo>
                  <a:cubicBezTo>
                    <a:pt x="23" y="21"/>
                    <a:pt x="25" y="19"/>
                    <a:pt x="27" y="17"/>
                  </a:cubicBezTo>
                  <a:cubicBezTo>
                    <a:pt x="30" y="13"/>
                    <a:pt x="30" y="13"/>
                    <a:pt x="27" y="9"/>
                  </a:cubicBezTo>
                  <a:cubicBezTo>
                    <a:pt x="26" y="6"/>
                    <a:pt x="23" y="0"/>
                    <a:pt x="20" y="0"/>
                  </a:cubicBezTo>
                  <a:cubicBezTo>
                    <a:pt x="18" y="0"/>
                    <a:pt x="12" y="4"/>
                    <a:pt x="10" y="5"/>
                  </a:cubicBezTo>
                  <a:cubicBezTo>
                    <a:pt x="7" y="8"/>
                    <a:pt x="5" y="11"/>
                    <a:pt x="4" y="14"/>
                  </a:cubicBezTo>
                  <a:cubicBezTo>
                    <a:pt x="2" y="16"/>
                    <a:pt x="1" y="19"/>
                    <a:pt x="0" y="2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7" name="Freeform 504">
              <a:extLst>
                <a:ext uri="{FF2B5EF4-FFF2-40B4-BE49-F238E27FC236}">
                  <a16:creationId xmlns:a16="http://schemas.microsoft.com/office/drawing/2014/main" id="{80A47B08-DCCC-4E08-9E3E-80BEF4F7B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933"/>
              <a:ext cx="44" cy="29"/>
            </a:xfrm>
            <a:custGeom>
              <a:avLst/>
              <a:gdLst>
                <a:gd name="T0" fmla="*/ 0 w 32"/>
                <a:gd name="T1" fmla="*/ 26 h 21"/>
                <a:gd name="T2" fmla="*/ 15 w 32"/>
                <a:gd name="T3" fmla="*/ 61 h 21"/>
                <a:gd name="T4" fmla="*/ 36 w 32"/>
                <a:gd name="T5" fmla="*/ 95 h 21"/>
                <a:gd name="T6" fmla="*/ 69 w 32"/>
                <a:gd name="T7" fmla="*/ 95 h 21"/>
                <a:gd name="T8" fmla="*/ 105 w 32"/>
                <a:gd name="T9" fmla="*/ 104 h 21"/>
                <a:gd name="T10" fmla="*/ 144 w 32"/>
                <a:gd name="T11" fmla="*/ 55 h 21"/>
                <a:gd name="T12" fmla="*/ 144 w 32"/>
                <a:gd name="T13" fmla="*/ 21 h 21"/>
                <a:gd name="T14" fmla="*/ 44 w 32"/>
                <a:gd name="T15" fmla="*/ 11 h 21"/>
                <a:gd name="T16" fmla="*/ 0 w 32"/>
                <a:gd name="T17" fmla="*/ 2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1">
                  <a:moveTo>
                    <a:pt x="0" y="5"/>
                  </a:move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5" y="17"/>
                    <a:pt x="7" y="19"/>
                  </a:cubicBezTo>
                  <a:cubicBezTo>
                    <a:pt x="9" y="20"/>
                    <a:pt x="11" y="19"/>
                    <a:pt x="14" y="19"/>
                  </a:cubicBezTo>
                  <a:cubicBezTo>
                    <a:pt x="16" y="19"/>
                    <a:pt x="19" y="21"/>
                    <a:pt x="21" y="20"/>
                  </a:cubicBezTo>
                  <a:cubicBezTo>
                    <a:pt x="23" y="19"/>
                    <a:pt x="28" y="13"/>
                    <a:pt x="29" y="11"/>
                  </a:cubicBezTo>
                  <a:cubicBezTo>
                    <a:pt x="31" y="8"/>
                    <a:pt x="32" y="6"/>
                    <a:pt x="29" y="4"/>
                  </a:cubicBezTo>
                  <a:cubicBezTo>
                    <a:pt x="23" y="0"/>
                    <a:pt x="16" y="2"/>
                    <a:pt x="9" y="2"/>
                  </a:cubicBezTo>
                  <a:cubicBezTo>
                    <a:pt x="6" y="2"/>
                    <a:pt x="2" y="3"/>
                    <a:pt x="0" y="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8" name="Freeform 505">
              <a:extLst>
                <a:ext uri="{FF2B5EF4-FFF2-40B4-BE49-F238E27FC236}">
                  <a16:creationId xmlns:a16="http://schemas.microsoft.com/office/drawing/2014/main" id="{3FAF2CFF-5A8A-4D5A-AB20-2271F6EF1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946"/>
              <a:ext cx="21" cy="110"/>
            </a:xfrm>
            <a:custGeom>
              <a:avLst/>
              <a:gdLst>
                <a:gd name="T0" fmla="*/ 55 w 15"/>
                <a:gd name="T1" fmla="*/ 0 h 79"/>
                <a:gd name="T2" fmla="*/ 1 w 15"/>
                <a:gd name="T3" fmla="*/ 56 h 79"/>
                <a:gd name="T4" fmla="*/ 11 w 15"/>
                <a:gd name="T5" fmla="*/ 95 h 79"/>
                <a:gd name="T6" fmla="*/ 15 w 15"/>
                <a:gd name="T7" fmla="*/ 163 h 79"/>
                <a:gd name="T8" fmla="*/ 41 w 15"/>
                <a:gd name="T9" fmla="*/ 188 h 79"/>
                <a:gd name="T10" fmla="*/ 77 w 15"/>
                <a:gd name="T11" fmla="*/ 213 h 79"/>
                <a:gd name="T12" fmla="*/ 69 w 15"/>
                <a:gd name="T13" fmla="*/ 277 h 79"/>
                <a:gd name="T14" fmla="*/ 57 w 15"/>
                <a:gd name="T15" fmla="*/ 365 h 79"/>
                <a:gd name="T16" fmla="*/ 28 w 15"/>
                <a:gd name="T17" fmla="*/ 400 h 79"/>
                <a:gd name="T18" fmla="*/ 15 w 15"/>
                <a:gd name="T19" fmla="*/ 308 h 79"/>
                <a:gd name="T20" fmla="*/ 15 w 15"/>
                <a:gd name="T21" fmla="*/ 227 h 79"/>
                <a:gd name="T22" fmla="*/ 67 w 15"/>
                <a:gd name="T23" fmla="*/ 157 h 79"/>
                <a:gd name="T24" fmla="*/ 77 w 15"/>
                <a:gd name="T25" fmla="*/ 68 h 79"/>
                <a:gd name="T26" fmla="*/ 69 w 15"/>
                <a:gd name="T27" fmla="*/ 15 h 79"/>
                <a:gd name="T28" fmla="*/ 55 w 15"/>
                <a:gd name="T29" fmla="*/ 0 h 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79">
                  <a:moveTo>
                    <a:pt x="10" y="0"/>
                  </a:moveTo>
                  <a:cubicBezTo>
                    <a:pt x="8" y="0"/>
                    <a:pt x="2" y="8"/>
                    <a:pt x="1" y="11"/>
                  </a:cubicBezTo>
                  <a:cubicBezTo>
                    <a:pt x="0" y="14"/>
                    <a:pt x="1" y="15"/>
                    <a:pt x="2" y="18"/>
                  </a:cubicBezTo>
                  <a:cubicBezTo>
                    <a:pt x="4" y="22"/>
                    <a:pt x="3" y="27"/>
                    <a:pt x="3" y="31"/>
                  </a:cubicBezTo>
                  <a:cubicBezTo>
                    <a:pt x="3" y="35"/>
                    <a:pt x="4" y="36"/>
                    <a:pt x="8" y="36"/>
                  </a:cubicBezTo>
                  <a:cubicBezTo>
                    <a:pt x="12" y="37"/>
                    <a:pt x="14" y="37"/>
                    <a:pt x="14" y="41"/>
                  </a:cubicBezTo>
                  <a:cubicBezTo>
                    <a:pt x="15" y="45"/>
                    <a:pt x="14" y="49"/>
                    <a:pt x="13" y="53"/>
                  </a:cubicBezTo>
                  <a:cubicBezTo>
                    <a:pt x="13" y="58"/>
                    <a:pt x="12" y="64"/>
                    <a:pt x="11" y="70"/>
                  </a:cubicBezTo>
                  <a:cubicBezTo>
                    <a:pt x="10" y="74"/>
                    <a:pt x="10" y="79"/>
                    <a:pt x="5" y="76"/>
                  </a:cubicBezTo>
                  <a:cubicBezTo>
                    <a:pt x="2" y="75"/>
                    <a:pt x="4" y="63"/>
                    <a:pt x="3" y="59"/>
                  </a:cubicBezTo>
                  <a:cubicBezTo>
                    <a:pt x="3" y="53"/>
                    <a:pt x="2" y="48"/>
                    <a:pt x="3" y="43"/>
                  </a:cubicBezTo>
                  <a:cubicBezTo>
                    <a:pt x="4" y="37"/>
                    <a:pt x="10" y="34"/>
                    <a:pt x="12" y="30"/>
                  </a:cubicBezTo>
                  <a:cubicBezTo>
                    <a:pt x="15" y="25"/>
                    <a:pt x="14" y="19"/>
                    <a:pt x="14" y="13"/>
                  </a:cubicBezTo>
                  <a:cubicBezTo>
                    <a:pt x="14" y="10"/>
                    <a:pt x="14" y="6"/>
                    <a:pt x="13" y="3"/>
                  </a:cubicBezTo>
                  <a:cubicBezTo>
                    <a:pt x="12" y="2"/>
                    <a:pt x="11" y="0"/>
                    <a:pt x="1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79" name="Freeform 506">
              <a:extLst>
                <a:ext uri="{FF2B5EF4-FFF2-40B4-BE49-F238E27FC236}">
                  <a16:creationId xmlns:a16="http://schemas.microsoft.com/office/drawing/2014/main" id="{7A3DC3F3-E1DD-434D-ACA6-0B38B8C36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056"/>
              <a:ext cx="19" cy="69"/>
            </a:xfrm>
            <a:custGeom>
              <a:avLst/>
              <a:gdLst>
                <a:gd name="T0" fmla="*/ 19 w 13"/>
                <a:gd name="T1" fmla="*/ 1 h 49"/>
                <a:gd name="T2" fmla="*/ 73 w 13"/>
                <a:gd name="T3" fmla="*/ 96 h 49"/>
                <a:gd name="T4" fmla="*/ 73 w 13"/>
                <a:gd name="T5" fmla="*/ 193 h 49"/>
                <a:gd name="T6" fmla="*/ 47 w 13"/>
                <a:gd name="T7" fmla="*/ 258 h 49"/>
                <a:gd name="T8" fmla="*/ 13 w 13"/>
                <a:gd name="T9" fmla="*/ 152 h 49"/>
                <a:gd name="T10" fmla="*/ 19 w 13"/>
                <a:gd name="T11" fmla="*/ 30 h 49"/>
                <a:gd name="T12" fmla="*/ 19 w 13"/>
                <a:gd name="T13" fmla="*/ 1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9">
                  <a:moveTo>
                    <a:pt x="3" y="1"/>
                  </a:moveTo>
                  <a:cubicBezTo>
                    <a:pt x="13" y="0"/>
                    <a:pt x="12" y="9"/>
                    <a:pt x="11" y="17"/>
                  </a:cubicBezTo>
                  <a:cubicBezTo>
                    <a:pt x="11" y="23"/>
                    <a:pt x="11" y="29"/>
                    <a:pt x="11" y="35"/>
                  </a:cubicBezTo>
                  <a:cubicBezTo>
                    <a:pt x="12" y="39"/>
                    <a:pt x="11" y="44"/>
                    <a:pt x="7" y="46"/>
                  </a:cubicBezTo>
                  <a:cubicBezTo>
                    <a:pt x="0" y="49"/>
                    <a:pt x="2" y="32"/>
                    <a:pt x="2" y="28"/>
                  </a:cubicBezTo>
                  <a:cubicBezTo>
                    <a:pt x="2" y="20"/>
                    <a:pt x="2" y="13"/>
                    <a:pt x="3" y="6"/>
                  </a:cubicBezTo>
                  <a:cubicBezTo>
                    <a:pt x="3" y="5"/>
                    <a:pt x="3" y="3"/>
                    <a:pt x="3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0" name="Freeform 507">
              <a:extLst>
                <a:ext uri="{FF2B5EF4-FFF2-40B4-BE49-F238E27FC236}">
                  <a16:creationId xmlns:a16="http://schemas.microsoft.com/office/drawing/2014/main" id="{4654D05C-C201-4993-A684-90950161B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125"/>
              <a:ext cx="17" cy="68"/>
            </a:xfrm>
            <a:custGeom>
              <a:avLst/>
              <a:gdLst>
                <a:gd name="T0" fmla="*/ 13 w 12"/>
                <a:gd name="T1" fmla="*/ 1 h 48"/>
                <a:gd name="T2" fmla="*/ 57 w 12"/>
                <a:gd name="T3" fmla="*/ 13 h 48"/>
                <a:gd name="T4" fmla="*/ 52 w 12"/>
                <a:gd name="T5" fmla="*/ 96 h 48"/>
                <a:gd name="T6" fmla="*/ 52 w 12"/>
                <a:gd name="T7" fmla="*/ 203 h 48"/>
                <a:gd name="T8" fmla="*/ 37 w 12"/>
                <a:gd name="T9" fmla="*/ 259 h 48"/>
                <a:gd name="T10" fmla="*/ 1 w 12"/>
                <a:gd name="T11" fmla="*/ 135 h 48"/>
                <a:gd name="T12" fmla="*/ 13 w 12"/>
                <a:gd name="T13" fmla="*/ 52 h 48"/>
                <a:gd name="T14" fmla="*/ 18 w 12"/>
                <a:gd name="T15" fmla="*/ 13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8">
                  <a:moveTo>
                    <a:pt x="2" y="1"/>
                  </a:moveTo>
                  <a:cubicBezTo>
                    <a:pt x="4" y="0"/>
                    <a:pt x="9" y="0"/>
                    <a:pt x="10" y="2"/>
                  </a:cubicBezTo>
                  <a:cubicBezTo>
                    <a:pt x="12" y="5"/>
                    <a:pt x="10" y="14"/>
                    <a:pt x="9" y="17"/>
                  </a:cubicBezTo>
                  <a:cubicBezTo>
                    <a:pt x="9" y="23"/>
                    <a:pt x="9" y="29"/>
                    <a:pt x="9" y="35"/>
                  </a:cubicBezTo>
                  <a:cubicBezTo>
                    <a:pt x="9" y="37"/>
                    <a:pt x="9" y="43"/>
                    <a:pt x="6" y="45"/>
                  </a:cubicBezTo>
                  <a:cubicBezTo>
                    <a:pt x="0" y="48"/>
                    <a:pt x="1" y="26"/>
                    <a:pt x="1" y="23"/>
                  </a:cubicBezTo>
                  <a:cubicBezTo>
                    <a:pt x="1" y="18"/>
                    <a:pt x="1" y="14"/>
                    <a:pt x="2" y="9"/>
                  </a:cubicBezTo>
                  <a:cubicBezTo>
                    <a:pt x="2" y="7"/>
                    <a:pt x="2" y="3"/>
                    <a:pt x="3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1" name="Freeform 508">
              <a:extLst>
                <a:ext uri="{FF2B5EF4-FFF2-40B4-BE49-F238E27FC236}">
                  <a16:creationId xmlns:a16="http://schemas.microsoft.com/office/drawing/2014/main" id="{0BEF5C1C-E721-47B3-AA4A-8053F50B9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191"/>
              <a:ext cx="17" cy="69"/>
            </a:xfrm>
            <a:custGeom>
              <a:avLst/>
              <a:gdLst>
                <a:gd name="T0" fmla="*/ 67 w 12"/>
                <a:gd name="T1" fmla="*/ 11 h 49"/>
                <a:gd name="T2" fmla="*/ 26 w 12"/>
                <a:gd name="T3" fmla="*/ 11 h 49"/>
                <a:gd name="T4" fmla="*/ 26 w 12"/>
                <a:gd name="T5" fmla="*/ 68 h 49"/>
                <a:gd name="T6" fmla="*/ 0 w 12"/>
                <a:gd name="T7" fmla="*/ 200 h 49"/>
                <a:gd name="T8" fmla="*/ 18 w 12"/>
                <a:gd name="T9" fmla="*/ 248 h 49"/>
                <a:gd name="T10" fmla="*/ 52 w 12"/>
                <a:gd name="T11" fmla="*/ 190 h 49"/>
                <a:gd name="T12" fmla="*/ 67 w 12"/>
                <a:gd name="T13" fmla="*/ 68 h 49"/>
                <a:gd name="T14" fmla="*/ 67 w 12"/>
                <a:gd name="T15" fmla="*/ 15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9">
                  <a:moveTo>
                    <a:pt x="11" y="2"/>
                  </a:moveTo>
                  <a:cubicBezTo>
                    <a:pt x="9" y="2"/>
                    <a:pt x="6" y="0"/>
                    <a:pt x="4" y="2"/>
                  </a:cubicBezTo>
                  <a:cubicBezTo>
                    <a:pt x="3" y="3"/>
                    <a:pt x="4" y="10"/>
                    <a:pt x="4" y="12"/>
                  </a:cubicBezTo>
                  <a:cubicBezTo>
                    <a:pt x="3" y="20"/>
                    <a:pt x="1" y="28"/>
                    <a:pt x="0" y="36"/>
                  </a:cubicBezTo>
                  <a:cubicBezTo>
                    <a:pt x="0" y="39"/>
                    <a:pt x="1" y="43"/>
                    <a:pt x="3" y="45"/>
                  </a:cubicBezTo>
                  <a:cubicBezTo>
                    <a:pt x="9" y="49"/>
                    <a:pt x="9" y="37"/>
                    <a:pt x="9" y="34"/>
                  </a:cubicBezTo>
                  <a:cubicBezTo>
                    <a:pt x="10" y="27"/>
                    <a:pt x="11" y="19"/>
                    <a:pt x="11" y="12"/>
                  </a:cubicBezTo>
                  <a:cubicBezTo>
                    <a:pt x="11" y="9"/>
                    <a:pt x="12" y="6"/>
                    <a:pt x="11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2" name="Freeform 509">
              <a:extLst>
                <a:ext uri="{FF2B5EF4-FFF2-40B4-BE49-F238E27FC236}">
                  <a16:creationId xmlns:a16="http://schemas.microsoft.com/office/drawing/2014/main" id="{53554E13-AF67-4C14-813C-1F32EA554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259"/>
              <a:ext cx="16" cy="58"/>
            </a:xfrm>
            <a:custGeom>
              <a:avLst/>
              <a:gdLst>
                <a:gd name="T0" fmla="*/ 28 w 11"/>
                <a:gd name="T1" fmla="*/ 0 h 42"/>
                <a:gd name="T2" fmla="*/ 41 w 11"/>
                <a:gd name="T3" fmla="*/ 1 h 42"/>
                <a:gd name="T4" fmla="*/ 60 w 11"/>
                <a:gd name="T5" fmla="*/ 11 h 42"/>
                <a:gd name="T6" fmla="*/ 68 w 11"/>
                <a:gd name="T7" fmla="*/ 55 h 42"/>
                <a:gd name="T8" fmla="*/ 47 w 11"/>
                <a:gd name="T9" fmla="*/ 209 h 42"/>
                <a:gd name="T10" fmla="*/ 0 w 11"/>
                <a:gd name="T11" fmla="*/ 189 h 42"/>
                <a:gd name="T12" fmla="*/ 13 w 11"/>
                <a:gd name="T13" fmla="*/ 116 h 42"/>
                <a:gd name="T14" fmla="*/ 19 w 11"/>
                <a:gd name="T15" fmla="*/ 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2">
                  <a:moveTo>
                    <a:pt x="4" y="0"/>
                  </a:moveTo>
                  <a:cubicBezTo>
                    <a:pt x="3" y="0"/>
                    <a:pt x="5" y="1"/>
                    <a:pt x="6" y="1"/>
                  </a:cubicBezTo>
                  <a:cubicBezTo>
                    <a:pt x="7" y="1"/>
                    <a:pt x="9" y="1"/>
                    <a:pt x="9" y="2"/>
                  </a:cubicBezTo>
                  <a:cubicBezTo>
                    <a:pt x="11" y="4"/>
                    <a:pt x="10" y="9"/>
                    <a:pt x="10" y="11"/>
                  </a:cubicBezTo>
                  <a:cubicBezTo>
                    <a:pt x="10" y="21"/>
                    <a:pt x="11" y="32"/>
                    <a:pt x="7" y="41"/>
                  </a:cubicBezTo>
                  <a:cubicBezTo>
                    <a:pt x="4" y="41"/>
                    <a:pt x="1" y="42"/>
                    <a:pt x="0" y="38"/>
                  </a:cubicBezTo>
                  <a:cubicBezTo>
                    <a:pt x="0" y="33"/>
                    <a:pt x="2" y="27"/>
                    <a:pt x="2" y="23"/>
                  </a:cubicBezTo>
                  <a:cubicBezTo>
                    <a:pt x="3" y="16"/>
                    <a:pt x="4" y="8"/>
                    <a:pt x="3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3" name="Freeform 510">
              <a:extLst>
                <a:ext uri="{FF2B5EF4-FFF2-40B4-BE49-F238E27FC236}">
                  <a16:creationId xmlns:a16="http://schemas.microsoft.com/office/drawing/2014/main" id="{3879311E-0D1A-49E2-8427-2F509157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319"/>
              <a:ext cx="21" cy="70"/>
            </a:xfrm>
            <a:custGeom>
              <a:avLst/>
              <a:gdLst>
                <a:gd name="T0" fmla="*/ 39 w 15"/>
                <a:gd name="T1" fmla="*/ 0 h 50"/>
                <a:gd name="T2" fmla="*/ 69 w 15"/>
                <a:gd name="T3" fmla="*/ 11 h 50"/>
                <a:gd name="T4" fmla="*/ 55 w 15"/>
                <a:gd name="T5" fmla="*/ 165 h 50"/>
                <a:gd name="T6" fmla="*/ 15 w 15"/>
                <a:gd name="T7" fmla="*/ 253 h 50"/>
                <a:gd name="T8" fmla="*/ 11 w 15"/>
                <a:gd name="T9" fmla="*/ 200 h 50"/>
                <a:gd name="T10" fmla="*/ 28 w 15"/>
                <a:gd name="T11" fmla="*/ 108 h 50"/>
                <a:gd name="T12" fmla="*/ 29 w 15"/>
                <a:gd name="T13" fmla="*/ 15 h 50"/>
                <a:gd name="T14" fmla="*/ 39 w 15"/>
                <a:gd name="T15" fmla="*/ 1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0">
                  <a:moveTo>
                    <a:pt x="7" y="0"/>
                  </a:moveTo>
                  <a:cubicBezTo>
                    <a:pt x="9" y="1"/>
                    <a:pt x="11" y="1"/>
                    <a:pt x="13" y="2"/>
                  </a:cubicBezTo>
                  <a:cubicBezTo>
                    <a:pt x="15" y="10"/>
                    <a:pt x="11" y="22"/>
                    <a:pt x="10" y="31"/>
                  </a:cubicBezTo>
                  <a:cubicBezTo>
                    <a:pt x="10" y="34"/>
                    <a:pt x="8" y="50"/>
                    <a:pt x="3" y="47"/>
                  </a:cubicBezTo>
                  <a:cubicBezTo>
                    <a:pt x="0" y="45"/>
                    <a:pt x="2" y="40"/>
                    <a:pt x="2" y="37"/>
                  </a:cubicBezTo>
                  <a:cubicBezTo>
                    <a:pt x="3" y="31"/>
                    <a:pt x="4" y="26"/>
                    <a:pt x="5" y="20"/>
                  </a:cubicBezTo>
                  <a:cubicBezTo>
                    <a:pt x="6" y="14"/>
                    <a:pt x="6" y="8"/>
                    <a:pt x="6" y="3"/>
                  </a:cubicBezTo>
                  <a:cubicBezTo>
                    <a:pt x="6" y="2"/>
                    <a:pt x="6" y="2"/>
                    <a:pt x="7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4" name="Freeform 511">
              <a:extLst>
                <a:ext uri="{FF2B5EF4-FFF2-40B4-BE49-F238E27FC236}">
                  <a16:creationId xmlns:a16="http://schemas.microsoft.com/office/drawing/2014/main" id="{2C31F903-C6A2-4229-9921-9A592D63D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392"/>
              <a:ext cx="22" cy="77"/>
            </a:xfrm>
            <a:custGeom>
              <a:avLst/>
              <a:gdLst>
                <a:gd name="T0" fmla="*/ 77 w 16"/>
                <a:gd name="T1" fmla="*/ 1 h 55"/>
                <a:gd name="T2" fmla="*/ 55 w 16"/>
                <a:gd name="T3" fmla="*/ 0 h 55"/>
                <a:gd name="T4" fmla="*/ 40 w 16"/>
                <a:gd name="T5" fmla="*/ 123 h 55"/>
                <a:gd name="T6" fmla="*/ 1 w 16"/>
                <a:gd name="T7" fmla="*/ 246 h 55"/>
                <a:gd name="T8" fmla="*/ 26 w 16"/>
                <a:gd name="T9" fmla="*/ 290 h 55"/>
                <a:gd name="T10" fmla="*/ 55 w 16"/>
                <a:gd name="T11" fmla="*/ 204 h 55"/>
                <a:gd name="T12" fmla="*/ 69 w 16"/>
                <a:gd name="T13" fmla="*/ 67 h 55"/>
                <a:gd name="T14" fmla="*/ 77 w 16"/>
                <a:gd name="T15" fmla="*/ 1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55">
                  <a:moveTo>
                    <a:pt x="16" y="1"/>
                  </a:moveTo>
                  <a:cubicBezTo>
                    <a:pt x="14" y="1"/>
                    <a:pt x="13" y="0"/>
                    <a:pt x="11" y="0"/>
                  </a:cubicBezTo>
                  <a:cubicBezTo>
                    <a:pt x="9" y="7"/>
                    <a:pt x="9" y="15"/>
                    <a:pt x="8" y="23"/>
                  </a:cubicBezTo>
                  <a:cubicBezTo>
                    <a:pt x="7" y="31"/>
                    <a:pt x="3" y="38"/>
                    <a:pt x="1" y="46"/>
                  </a:cubicBezTo>
                  <a:cubicBezTo>
                    <a:pt x="1" y="49"/>
                    <a:pt x="0" y="55"/>
                    <a:pt x="5" y="54"/>
                  </a:cubicBezTo>
                  <a:cubicBezTo>
                    <a:pt x="9" y="54"/>
                    <a:pt x="10" y="42"/>
                    <a:pt x="11" y="38"/>
                  </a:cubicBezTo>
                  <a:cubicBezTo>
                    <a:pt x="12" y="29"/>
                    <a:pt x="14" y="21"/>
                    <a:pt x="14" y="12"/>
                  </a:cubicBezTo>
                  <a:cubicBezTo>
                    <a:pt x="15" y="9"/>
                    <a:pt x="16" y="5"/>
                    <a:pt x="16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5" name="Freeform 512">
              <a:extLst>
                <a:ext uri="{FF2B5EF4-FFF2-40B4-BE49-F238E27FC236}">
                  <a16:creationId xmlns:a16="http://schemas.microsoft.com/office/drawing/2014/main" id="{20059A5B-5382-40C8-B318-1D53BD180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470"/>
              <a:ext cx="32" cy="92"/>
            </a:xfrm>
            <a:custGeom>
              <a:avLst/>
              <a:gdLst>
                <a:gd name="T0" fmla="*/ 83 w 23"/>
                <a:gd name="T1" fmla="*/ 0 h 65"/>
                <a:gd name="T2" fmla="*/ 115 w 23"/>
                <a:gd name="T3" fmla="*/ 50 h 65"/>
                <a:gd name="T4" fmla="*/ 78 w 23"/>
                <a:gd name="T5" fmla="*/ 168 h 65"/>
                <a:gd name="T6" fmla="*/ 49 w 23"/>
                <a:gd name="T7" fmla="*/ 289 h 65"/>
                <a:gd name="T8" fmla="*/ 0 w 23"/>
                <a:gd name="T9" fmla="*/ 341 h 65"/>
                <a:gd name="T10" fmla="*/ 15 w 23"/>
                <a:gd name="T11" fmla="*/ 259 h 65"/>
                <a:gd name="T12" fmla="*/ 40 w 23"/>
                <a:gd name="T13" fmla="*/ 134 h 65"/>
                <a:gd name="T14" fmla="*/ 78 w 23"/>
                <a:gd name="T15" fmla="*/ 1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65">
                  <a:moveTo>
                    <a:pt x="16" y="0"/>
                  </a:moveTo>
                  <a:cubicBezTo>
                    <a:pt x="21" y="2"/>
                    <a:pt x="23" y="5"/>
                    <a:pt x="22" y="9"/>
                  </a:cubicBezTo>
                  <a:cubicBezTo>
                    <a:pt x="20" y="16"/>
                    <a:pt x="17" y="23"/>
                    <a:pt x="15" y="30"/>
                  </a:cubicBezTo>
                  <a:cubicBezTo>
                    <a:pt x="13" y="37"/>
                    <a:pt x="11" y="44"/>
                    <a:pt x="9" y="51"/>
                  </a:cubicBezTo>
                  <a:cubicBezTo>
                    <a:pt x="8" y="55"/>
                    <a:pt x="6" y="65"/>
                    <a:pt x="0" y="60"/>
                  </a:cubicBezTo>
                  <a:cubicBezTo>
                    <a:pt x="0" y="55"/>
                    <a:pt x="2" y="50"/>
                    <a:pt x="3" y="45"/>
                  </a:cubicBezTo>
                  <a:cubicBezTo>
                    <a:pt x="5" y="37"/>
                    <a:pt x="6" y="30"/>
                    <a:pt x="8" y="23"/>
                  </a:cubicBezTo>
                  <a:cubicBezTo>
                    <a:pt x="11" y="16"/>
                    <a:pt x="15" y="8"/>
                    <a:pt x="15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6" name="Freeform 513">
              <a:extLst>
                <a:ext uri="{FF2B5EF4-FFF2-40B4-BE49-F238E27FC236}">
                  <a16:creationId xmlns:a16="http://schemas.microsoft.com/office/drawing/2014/main" id="{DB262B8E-D762-4686-991A-09ED0BC89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557"/>
              <a:ext cx="41" cy="86"/>
            </a:xfrm>
            <a:custGeom>
              <a:avLst/>
              <a:gdLst>
                <a:gd name="T0" fmla="*/ 83 w 29"/>
                <a:gd name="T1" fmla="*/ 11 h 61"/>
                <a:gd name="T2" fmla="*/ 93 w 29"/>
                <a:gd name="T3" fmla="*/ 137 h 61"/>
                <a:gd name="T4" fmla="*/ 57 w 29"/>
                <a:gd name="T5" fmla="*/ 258 h 61"/>
                <a:gd name="T6" fmla="*/ 33 w 29"/>
                <a:gd name="T7" fmla="*/ 328 h 61"/>
                <a:gd name="T8" fmla="*/ 16 w 29"/>
                <a:gd name="T9" fmla="*/ 268 h 61"/>
                <a:gd name="T10" fmla="*/ 40 w 29"/>
                <a:gd name="T11" fmla="*/ 151 h 61"/>
                <a:gd name="T12" fmla="*/ 83 w 29"/>
                <a:gd name="T13" fmla="*/ 1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1">
                  <a:moveTo>
                    <a:pt x="15" y="2"/>
                  </a:moveTo>
                  <a:cubicBezTo>
                    <a:pt x="29" y="0"/>
                    <a:pt x="17" y="19"/>
                    <a:pt x="16" y="25"/>
                  </a:cubicBezTo>
                  <a:cubicBezTo>
                    <a:pt x="14" y="32"/>
                    <a:pt x="12" y="39"/>
                    <a:pt x="10" y="46"/>
                  </a:cubicBezTo>
                  <a:cubicBezTo>
                    <a:pt x="9" y="49"/>
                    <a:pt x="9" y="58"/>
                    <a:pt x="6" y="59"/>
                  </a:cubicBezTo>
                  <a:cubicBezTo>
                    <a:pt x="0" y="61"/>
                    <a:pt x="3" y="50"/>
                    <a:pt x="3" y="48"/>
                  </a:cubicBezTo>
                  <a:cubicBezTo>
                    <a:pt x="4" y="41"/>
                    <a:pt x="5" y="34"/>
                    <a:pt x="7" y="27"/>
                  </a:cubicBezTo>
                  <a:cubicBezTo>
                    <a:pt x="9" y="18"/>
                    <a:pt x="13" y="11"/>
                    <a:pt x="15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7" name="Freeform 514">
              <a:extLst>
                <a:ext uri="{FF2B5EF4-FFF2-40B4-BE49-F238E27FC236}">
                  <a16:creationId xmlns:a16="http://schemas.microsoft.com/office/drawing/2014/main" id="{6A10349A-E25C-4F36-994F-82EB74B2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40"/>
              <a:ext cx="23" cy="87"/>
            </a:xfrm>
            <a:custGeom>
              <a:avLst/>
              <a:gdLst>
                <a:gd name="T0" fmla="*/ 98 w 16"/>
                <a:gd name="T1" fmla="*/ 28 h 62"/>
                <a:gd name="T2" fmla="*/ 39 w 16"/>
                <a:gd name="T3" fmla="*/ 136 h 62"/>
                <a:gd name="T4" fmla="*/ 0 w 16"/>
                <a:gd name="T5" fmla="*/ 295 h 62"/>
                <a:gd name="T6" fmla="*/ 39 w 16"/>
                <a:gd name="T7" fmla="*/ 321 h 62"/>
                <a:gd name="T8" fmla="*/ 56 w 16"/>
                <a:gd name="T9" fmla="*/ 213 h 62"/>
                <a:gd name="T10" fmla="*/ 95 w 16"/>
                <a:gd name="T11" fmla="*/ 2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62">
                  <a:moveTo>
                    <a:pt x="16" y="5"/>
                  </a:moveTo>
                  <a:cubicBezTo>
                    <a:pt x="10" y="0"/>
                    <a:pt x="6" y="21"/>
                    <a:pt x="6" y="25"/>
                  </a:cubicBezTo>
                  <a:cubicBezTo>
                    <a:pt x="3" y="34"/>
                    <a:pt x="0" y="44"/>
                    <a:pt x="0" y="54"/>
                  </a:cubicBezTo>
                  <a:cubicBezTo>
                    <a:pt x="0" y="57"/>
                    <a:pt x="2" y="62"/>
                    <a:pt x="6" y="59"/>
                  </a:cubicBezTo>
                  <a:cubicBezTo>
                    <a:pt x="10" y="57"/>
                    <a:pt x="9" y="43"/>
                    <a:pt x="9" y="39"/>
                  </a:cubicBezTo>
                  <a:cubicBezTo>
                    <a:pt x="10" y="28"/>
                    <a:pt x="11" y="15"/>
                    <a:pt x="15" y="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8" name="Freeform 515">
              <a:extLst>
                <a:ext uri="{FF2B5EF4-FFF2-40B4-BE49-F238E27FC236}">
                  <a16:creationId xmlns:a16="http://schemas.microsoft.com/office/drawing/2014/main" id="{02514056-7C9B-4811-9DC0-08A973356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727"/>
              <a:ext cx="21" cy="89"/>
            </a:xfrm>
            <a:custGeom>
              <a:avLst/>
              <a:gdLst>
                <a:gd name="T0" fmla="*/ 80 w 15"/>
                <a:gd name="T1" fmla="*/ 16 h 63"/>
                <a:gd name="T2" fmla="*/ 29 w 15"/>
                <a:gd name="T3" fmla="*/ 40 h 63"/>
                <a:gd name="T4" fmla="*/ 15 w 15"/>
                <a:gd name="T5" fmla="*/ 151 h 63"/>
                <a:gd name="T6" fmla="*/ 0 w 15"/>
                <a:gd name="T7" fmla="*/ 342 h 63"/>
                <a:gd name="T8" fmla="*/ 39 w 15"/>
                <a:gd name="T9" fmla="*/ 321 h 63"/>
                <a:gd name="T10" fmla="*/ 55 w 15"/>
                <a:gd name="T11" fmla="*/ 165 h 63"/>
                <a:gd name="T12" fmla="*/ 80 w 15"/>
                <a:gd name="T13" fmla="*/ 2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3">
                  <a:moveTo>
                    <a:pt x="15" y="3"/>
                  </a:moveTo>
                  <a:cubicBezTo>
                    <a:pt x="9" y="2"/>
                    <a:pt x="7" y="0"/>
                    <a:pt x="6" y="7"/>
                  </a:cubicBezTo>
                  <a:cubicBezTo>
                    <a:pt x="5" y="13"/>
                    <a:pt x="5" y="20"/>
                    <a:pt x="3" y="27"/>
                  </a:cubicBezTo>
                  <a:cubicBezTo>
                    <a:pt x="1" y="38"/>
                    <a:pt x="0" y="50"/>
                    <a:pt x="0" y="61"/>
                  </a:cubicBezTo>
                  <a:cubicBezTo>
                    <a:pt x="4" y="63"/>
                    <a:pt x="6" y="61"/>
                    <a:pt x="7" y="57"/>
                  </a:cubicBezTo>
                  <a:cubicBezTo>
                    <a:pt x="9" y="48"/>
                    <a:pt x="9" y="39"/>
                    <a:pt x="10" y="30"/>
                  </a:cubicBezTo>
                  <a:cubicBezTo>
                    <a:pt x="11" y="21"/>
                    <a:pt x="14" y="12"/>
                    <a:pt x="15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89" name="Freeform 516">
              <a:extLst>
                <a:ext uri="{FF2B5EF4-FFF2-40B4-BE49-F238E27FC236}">
                  <a16:creationId xmlns:a16="http://schemas.microsoft.com/office/drawing/2014/main" id="{E4D0E417-D317-4279-B6D1-341EB24CA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818"/>
              <a:ext cx="16" cy="65"/>
            </a:xfrm>
            <a:custGeom>
              <a:avLst/>
              <a:gdLst>
                <a:gd name="T0" fmla="*/ 70 w 11"/>
                <a:gd name="T1" fmla="*/ 1 h 46"/>
                <a:gd name="T2" fmla="*/ 28 w 11"/>
                <a:gd name="T3" fmla="*/ 23 h 46"/>
                <a:gd name="T4" fmla="*/ 13 w 11"/>
                <a:gd name="T5" fmla="*/ 136 h 46"/>
                <a:gd name="T6" fmla="*/ 1 w 11"/>
                <a:gd name="T7" fmla="*/ 260 h 46"/>
                <a:gd name="T8" fmla="*/ 41 w 11"/>
                <a:gd name="T9" fmla="*/ 253 h 46"/>
                <a:gd name="T10" fmla="*/ 52 w 11"/>
                <a:gd name="T11" fmla="*/ 107 h 46"/>
                <a:gd name="T12" fmla="*/ 68 w 11"/>
                <a:gd name="T13" fmla="*/ 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6">
                  <a:moveTo>
                    <a:pt x="11" y="1"/>
                  </a:moveTo>
                  <a:cubicBezTo>
                    <a:pt x="6" y="0"/>
                    <a:pt x="5" y="0"/>
                    <a:pt x="4" y="4"/>
                  </a:cubicBezTo>
                  <a:cubicBezTo>
                    <a:pt x="3" y="10"/>
                    <a:pt x="3" y="17"/>
                    <a:pt x="2" y="24"/>
                  </a:cubicBezTo>
                  <a:cubicBezTo>
                    <a:pt x="2" y="31"/>
                    <a:pt x="0" y="39"/>
                    <a:pt x="1" y="46"/>
                  </a:cubicBezTo>
                  <a:cubicBezTo>
                    <a:pt x="3" y="46"/>
                    <a:pt x="5" y="46"/>
                    <a:pt x="6" y="45"/>
                  </a:cubicBezTo>
                  <a:cubicBezTo>
                    <a:pt x="7" y="36"/>
                    <a:pt x="7" y="27"/>
                    <a:pt x="8" y="19"/>
                  </a:cubicBezTo>
                  <a:cubicBezTo>
                    <a:pt x="8" y="13"/>
                    <a:pt x="10" y="7"/>
                    <a:pt x="10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0" name="Freeform 517">
              <a:extLst>
                <a:ext uri="{FF2B5EF4-FFF2-40B4-BE49-F238E27FC236}">
                  <a16:creationId xmlns:a16="http://schemas.microsoft.com/office/drawing/2014/main" id="{51275963-2CD9-462F-8722-65FC30140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889"/>
              <a:ext cx="13" cy="96"/>
            </a:xfrm>
            <a:custGeom>
              <a:avLst/>
              <a:gdLst>
                <a:gd name="T0" fmla="*/ 42 w 9"/>
                <a:gd name="T1" fmla="*/ 0 h 69"/>
                <a:gd name="T2" fmla="*/ 1 w 9"/>
                <a:gd name="T3" fmla="*/ 36 h 69"/>
                <a:gd name="T4" fmla="*/ 0 w 9"/>
                <a:gd name="T5" fmla="*/ 115 h 69"/>
                <a:gd name="T6" fmla="*/ 0 w 9"/>
                <a:gd name="T7" fmla="*/ 277 h 69"/>
                <a:gd name="T8" fmla="*/ 19 w 9"/>
                <a:gd name="T9" fmla="*/ 345 h 69"/>
                <a:gd name="T10" fmla="*/ 56 w 9"/>
                <a:gd name="T11" fmla="*/ 269 h 69"/>
                <a:gd name="T12" fmla="*/ 42 w 9"/>
                <a:gd name="T13" fmla="*/ 26 h 69"/>
                <a:gd name="T14" fmla="*/ 39 w 9"/>
                <a:gd name="T15" fmla="*/ 1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69">
                  <a:moveTo>
                    <a:pt x="7" y="0"/>
                  </a:moveTo>
                  <a:cubicBezTo>
                    <a:pt x="1" y="0"/>
                    <a:pt x="2" y="2"/>
                    <a:pt x="1" y="7"/>
                  </a:cubicBezTo>
                  <a:cubicBezTo>
                    <a:pt x="1" y="12"/>
                    <a:pt x="0" y="17"/>
                    <a:pt x="0" y="22"/>
                  </a:cubicBezTo>
                  <a:cubicBezTo>
                    <a:pt x="0" y="32"/>
                    <a:pt x="0" y="43"/>
                    <a:pt x="0" y="53"/>
                  </a:cubicBezTo>
                  <a:cubicBezTo>
                    <a:pt x="1" y="56"/>
                    <a:pt x="0" y="64"/>
                    <a:pt x="3" y="66"/>
                  </a:cubicBezTo>
                  <a:cubicBezTo>
                    <a:pt x="9" y="69"/>
                    <a:pt x="9" y="55"/>
                    <a:pt x="9" y="52"/>
                  </a:cubicBezTo>
                  <a:cubicBezTo>
                    <a:pt x="8" y="37"/>
                    <a:pt x="9" y="21"/>
                    <a:pt x="7" y="5"/>
                  </a:cubicBezTo>
                  <a:cubicBezTo>
                    <a:pt x="7" y="4"/>
                    <a:pt x="6" y="2"/>
                    <a:pt x="6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1" name="Freeform 518">
              <a:extLst>
                <a:ext uri="{FF2B5EF4-FFF2-40B4-BE49-F238E27FC236}">
                  <a16:creationId xmlns:a16="http://schemas.microsoft.com/office/drawing/2014/main" id="{2619F692-A5B9-4C09-AF60-4ADDEF12E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984"/>
              <a:ext cx="21" cy="84"/>
            </a:xfrm>
            <a:custGeom>
              <a:avLst/>
              <a:gdLst>
                <a:gd name="T0" fmla="*/ 41 w 15"/>
                <a:gd name="T1" fmla="*/ 1 h 60"/>
                <a:gd name="T2" fmla="*/ 1 w 15"/>
                <a:gd name="T3" fmla="*/ 15 h 60"/>
                <a:gd name="T4" fmla="*/ 41 w 15"/>
                <a:gd name="T5" fmla="*/ 300 h 60"/>
                <a:gd name="T6" fmla="*/ 69 w 15"/>
                <a:gd name="T7" fmla="*/ 300 h 60"/>
                <a:gd name="T8" fmla="*/ 49 w 15"/>
                <a:gd name="T9" fmla="*/ 172 h 60"/>
                <a:gd name="T10" fmla="*/ 39 w 1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0">
                  <a:moveTo>
                    <a:pt x="8" y="1"/>
                  </a:moveTo>
                  <a:cubicBezTo>
                    <a:pt x="5" y="0"/>
                    <a:pt x="3" y="2"/>
                    <a:pt x="1" y="3"/>
                  </a:cubicBezTo>
                  <a:cubicBezTo>
                    <a:pt x="0" y="20"/>
                    <a:pt x="2" y="40"/>
                    <a:pt x="8" y="56"/>
                  </a:cubicBezTo>
                  <a:cubicBezTo>
                    <a:pt x="9" y="59"/>
                    <a:pt x="12" y="60"/>
                    <a:pt x="13" y="56"/>
                  </a:cubicBezTo>
                  <a:cubicBezTo>
                    <a:pt x="15" y="50"/>
                    <a:pt x="10" y="38"/>
                    <a:pt x="9" y="32"/>
                  </a:cubicBezTo>
                  <a:cubicBezTo>
                    <a:pt x="8" y="22"/>
                    <a:pt x="7" y="10"/>
                    <a:pt x="7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2" name="Freeform 519">
              <a:extLst>
                <a:ext uri="{FF2B5EF4-FFF2-40B4-BE49-F238E27FC236}">
                  <a16:creationId xmlns:a16="http://schemas.microsoft.com/office/drawing/2014/main" id="{810B2B16-9A0C-47DA-B1FD-601947873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068"/>
              <a:ext cx="38" cy="93"/>
            </a:xfrm>
            <a:custGeom>
              <a:avLst/>
              <a:gdLst>
                <a:gd name="T0" fmla="*/ 39 w 27"/>
                <a:gd name="T1" fmla="*/ 0 h 66"/>
                <a:gd name="T2" fmla="*/ 28 w 27"/>
                <a:gd name="T3" fmla="*/ 97 h 66"/>
                <a:gd name="T4" fmla="*/ 68 w 27"/>
                <a:gd name="T5" fmla="*/ 241 h 66"/>
                <a:gd name="T6" fmla="*/ 145 w 27"/>
                <a:gd name="T7" fmla="*/ 307 h 66"/>
                <a:gd name="T8" fmla="*/ 106 w 27"/>
                <a:gd name="T9" fmla="*/ 190 h 66"/>
                <a:gd name="T10" fmla="*/ 59 w 27"/>
                <a:gd name="T11" fmla="*/ 96 h 66"/>
                <a:gd name="T12" fmla="*/ 39 w 27"/>
                <a:gd name="T13" fmla="*/ 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66">
                  <a:moveTo>
                    <a:pt x="7" y="0"/>
                  </a:moveTo>
                  <a:cubicBezTo>
                    <a:pt x="0" y="7"/>
                    <a:pt x="2" y="10"/>
                    <a:pt x="5" y="18"/>
                  </a:cubicBezTo>
                  <a:cubicBezTo>
                    <a:pt x="8" y="26"/>
                    <a:pt x="10" y="35"/>
                    <a:pt x="12" y="43"/>
                  </a:cubicBezTo>
                  <a:cubicBezTo>
                    <a:pt x="13" y="46"/>
                    <a:pt x="23" y="66"/>
                    <a:pt x="26" y="55"/>
                  </a:cubicBezTo>
                  <a:cubicBezTo>
                    <a:pt x="27" y="50"/>
                    <a:pt x="20" y="38"/>
                    <a:pt x="19" y="34"/>
                  </a:cubicBezTo>
                  <a:cubicBezTo>
                    <a:pt x="16" y="28"/>
                    <a:pt x="13" y="23"/>
                    <a:pt x="11" y="17"/>
                  </a:cubicBezTo>
                  <a:cubicBezTo>
                    <a:pt x="10" y="12"/>
                    <a:pt x="8" y="6"/>
                    <a:pt x="7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3" name="Freeform 520">
              <a:extLst>
                <a:ext uri="{FF2B5EF4-FFF2-40B4-BE49-F238E27FC236}">
                  <a16:creationId xmlns:a16="http://schemas.microsoft.com/office/drawing/2014/main" id="{8587E5AB-C179-4BE0-88BA-BF9F8DA17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150"/>
              <a:ext cx="37" cy="50"/>
            </a:xfrm>
            <a:custGeom>
              <a:avLst/>
              <a:gdLst>
                <a:gd name="T0" fmla="*/ 27 w 26"/>
                <a:gd name="T1" fmla="*/ 0 h 36"/>
                <a:gd name="T2" fmla="*/ 1 w 26"/>
                <a:gd name="T3" fmla="*/ 49 h 36"/>
                <a:gd name="T4" fmla="*/ 47 w 26"/>
                <a:gd name="T5" fmla="*/ 108 h 36"/>
                <a:gd name="T6" fmla="*/ 152 w 26"/>
                <a:gd name="T7" fmla="*/ 185 h 36"/>
                <a:gd name="T8" fmla="*/ 87 w 26"/>
                <a:gd name="T9" fmla="*/ 78 h 36"/>
                <a:gd name="T10" fmla="*/ 27 w 26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6">
                  <a:moveTo>
                    <a:pt x="4" y="0"/>
                  </a:moveTo>
                  <a:cubicBezTo>
                    <a:pt x="2" y="3"/>
                    <a:pt x="0" y="4"/>
                    <a:pt x="1" y="9"/>
                  </a:cubicBezTo>
                  <a:cubicBezTo>
                    <a:pt x="3" y="13"/>
                    <a:pt x="5" y="18"/>
                    <a:pt x="8" y="21"/>
                  </a:cubicBezTo>
                  <a:cubicBezTo>
                    <a:pt x="13" y="26"/>
                    <a:pt x="20" y="33"/>
                    <a:pt x="26" y="36"/>
                  </a:cubicBezTo>
                  <a:cubicBezTo>
                    <a:pt x="26" y="28"/>
                    <a:pt x="19" y="22"/>
                    <a:pt x="15" y="15"/>
                  </a:cubicBezTo>
                  <a:cubicBezTo>
                    <a:pt x="11" y="10"/>
                    <a:pt x="6" y="6"/>
                    <a:pt x="4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4" name="Freeform 521">
              <a:extLst>
                <a:ext uri="{FF2B5EF4-FFF2-40B4-BE49-F238E27FC236}">
                  <a16:creationId xmlns:a16="http://schemas.microsoft.com/office/drawing/2014/main" id="{C325FF84-9F57-4905-B14C-C3F084260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189"/>
              <a:ext cx="48" cy="32"/>
            </a:xfrm>
            <a:custGeom>
              <a:avLst/>
              <a:gdLst>
                <a:gd name="T0" fmla="*/ 28 w 34"/>
                <a:gd name="T1" fmla="*/ 21 h 23"/>
                <a:gd name="T2" fmla="*/ 192 w 34"/>
                <a:gd name="T3" fmla="*/ 122 h 23"/>
                <a:gd name="T4" fmla="*/ 97 w 34"/>
                <a:gd name="T5" fmla="*/ 50 h 23"/>
                <a:gd name="T6" fmla="*/ 32 w 34"/>
                <a:gd name="T7" fmla="*/ 11 h 23"/>
                <a:gd name="T8" fmla="*/ 32 w 34"/>
                <a:gd name="T9" fmla="*/ 3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3">
                  <a:moveTo>
                    <a:pt x="5" y="4"/>
                  </a:moveTo>
                  <a:cubicBezTo>
                    <a:pt x="0" y="16"/>
                    <a:pt x="26" y="21"/>
                    <a:pt x="34" y="23"/>
                  </a:cubicBezTo>
                  <a:cubicBezTo>
                    <a:pt x="28" y="19"/>
                    <a:pt x="23" y="15"/>
                    <a:pt x="18" y="10"/>
                  </a:cubicBezTo>
                  <a:cubicBezTo>
                    <a:pt x="16" y="7"/>
                    <a:pt x="10" y="0"/>
                    <a:pt x="6" y="2"/>
                  </a:cubicBezTo>
                  <a:cubicBezTo>
                    <a:pt x="6" y="4"/>
                    <a:pt x="6" y="5"/>
                    <a:pt x="6" y="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5" name="Freeform 522">
              <a:extLst>
                <a:ext uri="{FF2B5EF4-FFF2-40B4-BE49-F238E27FC236}">
                  <a16:creationId xmlns:a16="http://schemas.microsoft.com/office/drawing/2014/main" id="{1CC50D24-4240-4F8F-ABF4-6BE1F75E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790"/>
              <a:ext cx="7" cy="42"/>
            </a:xfrm>
            <a:custGeom>
              <a:avLst/>
              <a:gdLst>
                <a:gd name="T0" fmla="*/ 28 w 5"/>
                <a:gd name="T1" fmla="*/ 94 h 30"/>
                <a:gd name="T2" fmla="*/ 28 w 5"/>
                <a:gd name="T3" fmla="*/ 39 h 30"/>
                <a:gd name="T4" fmla="*/ 21 w 5"/>
                <a:gd name="T5" fmla="*/ 0 h 30"/>
                <a:gd name="T6" fmla="*/ 0 w 5"/>
                <a:gd name="T7" fmla="*/ 80 h 30"/>
                <a:gd name="T8" fmla="*/ 15 w 5"/>
                <a:gd name="T9" fmla="*/ 162 h 30"/>
                <a:gd name="T10" fmla="*/ 21 w 5"/>
                <a:gd name="T11" fmla="*/ 123 h 30"/>
                <a:gd name="T12" fmla="*/ 21 w 5"/>
                <a:gd name="T13" fmla="*/ 8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30">
                  <a:moveTo>
                    <a:pt x="5" y="17"/>
                  </a:moveTo>
                  <a:cubicBezTo>
                    <a:pt x="5" y="14"/>
                    <a:pt x="5" y="10"/>
                    <a:pt x="5" y="7"/>
                  </a:cubicBezTo>
                  <a:cubicBezTo>
                    <a:pt x="5" y="5"/>
                    <a:pt x="5" y="2"/>
                    <a:pt x="4" y="0"/>
                  </a:cubicBezTo>
                  <a:cubicBezTo>
                    <a:pt x="0" y="4"/>
                    <a:pt x="0" y="10"/>
                    <a:pt x="0" y="15"/>
                  </a:cubicBezTo>
                  <a:cubicBezTo>
                    <a:pt x="0" y="19"/>
                    <a:pt x="0" y="27"/>
                    <a:pt x="3" y="30"/>
                  </a:cubicBezTo>
                  <a:cubicBezTo>
                    <a:pt x="4" y="29"/>
                    <a:pt x="4" y="25"/>
                    <a:pt x="4" y="23"/>
                  </a:cubicBezTo>
                  <a:cubicBezTo>
                    <a:pt x="4" y="21"/>
                    <a:pt x="4" y="18"/>
                    <a:pt x="4" y="1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6" name="Freeform 523">
              <a:extLst>
                <a:ext uri="{FF2B5EF4-FFF2-40B4-BE49-F238E27FC236}">
                  <a16:creationId xmlns:a16="http://schemas.microsoft.com/office/drawing/2014/main" id="{2E4AF1D0-3B8B-4AFD-AA43-C989FFAF6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812"/>
              <a:ext cx="20" cy="42"/>
            </a:xfrm>
            <a:custGeom>
              <a:avLst/>
              <a:gdLst>
                <a:gd name="T0" fmla="*/ 84 w 14"/>
                <a:gd name="T1" fmla="*/ 97 h 30"/>
                <a:gd name="T2" fmla="*/ 70 w 14"/>
                <a:gd name="T3" fmla="*/ 157 h 30"/>
                <a:gd name="T4" fmla="*/ 19 w 14"/>
                <a:gd name="T5" fmla="*/ 112 h 30"/>
                <a:gd name="T6" fmla="*/ 29 w 14"/>
                <a:gd name="T7" fmla="*/ 28 h 30"/>
                <a:gd name="T8" fmla="*/ 56 w 14"/>
                <a:gd name="T9" fmla="*/ 15 h 30"/>
                <a:gd name="T10" fmla="*/ 59 w 14"/>
                <a:gd name="T11" fmla="*/ 41 h 30"/>
                <a:gd name="T12" fmla="*/ 67 w 14"/>
                <a:gd name="T13" fmla="*/ 77 h 30"/>
                <a:gd name="T14" fmla="*/ 84 w 14"/>
                <a:gd name="T15" fmla="*/ 97 h 30"/>
                <a:gd name="T16" fmla="*/ 84 w 14"/>
                <a:gd name="T17" fmla="*/ 104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30">
                  <a:moveTo>
                    <a:pt x="14" y="18"/>
                  </a:moveTo>
                  <a:cubicBezTo>
                    <a:pt x="14" y="22"/>
                    <a:pt x="13" y="25"/>
                    <a:pt x="12" y="29"/>
                  </a:cubicBezTo>
                  <a:cubicBezTo>
                    <a:pt x="9" y="30"/>
                    <a:pt x="4" y="24"/>
                    <a:pt x="3" y="21"/>
                  </a:cubicBezTo>
                  <a:cubicBezTo>
                    <a:pt x="0" y="15"/>
                    <a:pt x="3" y="10"/>
                    <a:pt x="5" y="5"/>
                  </a:cubicBezTo>
                  <a:cubicBezTo>
                    <a:pt x="6" y="3"/>
                    <a:pt x="7" y="0"/>
                    <a:pt x="9" y="3"/>
                  </a:cubicBezTo>
                  <a:cubicBezTo>
                    <a:pt x="10" y="4"/>
                    <a:pt x="10" y="7"/>
                    <a:pt x="10" y="8"/>
                  </a:cubicBezTo>
                  <a:cubicBezTo>
                    <a:pt x="10" y="10"/>
                    <a:pt x="11" y="12"/>
                    <a:pt x="11" y="14"/>
                  </a:cubicBezTo>
                  <a:cubicBezTo>
                    <a:pt x="12" y="15"/>
                    <a:pt x="13" y="17"/>
                    <a:pt x="14" y="18"/>
                  </a:cubicBezTo>
                  <a:cubicBezTo>
                    <a:pt x="14" y="18"/>
                    <a:pt x="14" y="19"/>
                    <a:pt x="14" y="1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7" name="Freeform 524">
              <a:extLst>
                <a:ext uri="{FF2B5EF4-FFF2-40B4-BE49-F238E27FC236}">
                  <a16:creationId xmlns:a16="http://schemas.microsoft.com/office/drawing/2014/main" id="{9DF60716-0AC4-4B47-B2B0-61E893101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845"/>
              <a:ext cx="21" cy="36"/>
            </a:xfrm>
            <a:custGeom>
              <a:avLst/>
              <a:gdLst>
                <a:gd name="T0" fmla="*/ 28 w 15"/>
                <a:gd name="T1" fmla="*/ 0 h 26"/>
                <a:gd name="T2" fmla="*/ 49 w 15"/>
                <a:gd name="T3" fmla="*/ 26 h 26"/>
                <a:gd name="T4" fmla="*/ 69 w 15"/>
                <a:gd name="T5" fmla="*/ 40 h 26"/>
                <a:gd name="T6" fmla="*/ 67 w 15"/>
                <a:gd name="T7" fmla="*/ 89 h 26"/>
                <a:gd name="T8" fmla="*/ 41 w 15"/>
                <a:gd name="T9" fmla="*/ 123 h 26"/>
                <a:gd name="T10" fmla="*/ 21 w 15"/>
                <a:gd name="T11" fmla="*/ 89 h 26"/>
                <a:gd name="T12" fmla="*/ 1 w 15"/>
                <a:gd name="T13" fmla="*/ 64 h 26"/>
                <a:gd name="T14" fmla="*/ 28 w 15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6">
                  <a:moveTo>
                    <a:pt x="5" y="0"/>
                  </a:moveTo>
                  <a:cubicBezTo>
                    <a:pt x="6" y="2"/>
                    <a:pt x="7" y="4"/>
                    <a:pt x="9" y="5"/>
                  </a:cubicBezTo>
                  <a:cubicBezTo>
                    <a:pt x="10" y="6"/>
                    <a:pt x="12" y="6"/>
                    <a:pt x="13" y="8"/>
                  </a:cubicBezTo>
                  <a:cubicBezTo>
                    <a:pt x="15" y="10"/>
                    <a:pt x="13" y="14"/>
                    <a:pt x="12" y="17"/>
                  </a:cubicBezTo>
                  <a:cubicBezTo>
                    <a:pt x="12" y="19"/>
                    <a:pt x="11" y="26"/>
                    <a:pt x="8" y="24"/>
                  </a:cubicBezTo>
                  <a:cubicBezTo>
                    <a:pt x="6" y="23"/>
                    <a:pt x="5" y="19"/>
                    <a:pt x="4" y="17"/>
                  </a:cubicBezTo>
                  <a:cubicBezTo>
                    <a:pt x="3" y="16"/>
                    <a:pt x="2" y="14"/>
                    <a:pt x="1" y="12"/>
                  </a:cubicBezTo>
                  <a:cubicBezTo>
                    <a:pt x="0" y="8"/>
                    <a:pt x="3" y="4"/>
                    <a:pt x="5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8" name="Freeform 525">
              <a:extLst>
                <a:ext uri="{FF2B5EF4-FFF2-40B4-BE49-F238E27FC236}">
                  <a16:creationId xmlns:a16="http://schemas.microsoft.com/office/drawing/2014/main" id="{CD26D3C9-4D7B-494B-8AFB-E1C7DF33F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863"/>
              <a:ext cx="19" cy="33"/>
            </a:xfrm>
            <a:custGeom>
              <a:avLst/>
              <a:gdLst>
                <a:gd name="T0" fmla="*/ 27 w 14"/>
                <a:gd name="T1" fmla="*/ 0 h 24"/>
                <a:gd name="T2" fmla="*/ 56 w 14"/>
                <a:gd name="T3" fmla="*/ 55 h 24"/>
                <a:gd name="T4" fmla="*/ 50 w 14"/>
                <a:gd name="T5" fmla="*/ 102 h 24"/>
                <a:gd name="T6" fmla="*/ 27 w 14"/>
                <a:gd name="T7" fmla="*/ 116 h 24"/>
                <a:gd name="T8" fmla="*/ 14 w 14"/>
                <a:gd name="T9" fmla="*/ 102 h 24"/>
                <a:gd name="T10" fmla="*/ 1 w 14"/>
                <a:gd name="T11" fmla="*/ 26 h 24"/>
                <a:gd name="T12" fmla="*/ 27 w 14"/>
                <a:gd name="T13" fmla="*/ 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4">
                  <a:moveTo>
                    <a:pt x="6" y="0"/>
                  </a:moveTo>
                  <a:cubicBezTo>
                    <a:pt x="8" y="4"/>
                    <a:pt x="10" y="7"/>
                    <a:pt x="12" y="11"/>
                  </a:cubicBezTo>
                  <a:cubicBezTo>
                    <a:pt x="14" y="14"/>
                    <a:pt x="13" y="17"/>
                    <a:pt x="11" y="20"/>
                  </a:cubicBezTo>
                  <a:cubicBezTo>
                    <a:pt x="10" y="21"/>
                    <a:pt x="8" y="22"/>
                    <a:pt x="6" y="23"/>
                  </a:cubicBezTo>
                  <a:cubicBezTo>
                    <a:pt x="3" y="24"/>
                    <a:pt x="4" y="23"/>
                    <a:pt x="3" y="20"/>
                  </a:cubicBezTo>
                  <a:cubicBezTo>
                    <a:pt x="3" y="15"/>
                    <a:pt x="0" y="9"/>
                    <a:pt x="1" y="5"/>
                  </a:cubicBezTo>
                  <a:cubicBezTo>
                    <a:pt x="2" y="3"/>
                    <a:pt x="4" y="0"/>
                    <a:pt x="6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99" name="Freeform 526">
              <a:extLst>
                <a:ext uri="{FF2B5EF4-FFF2-40B4-BE49-F238E27FC236}">
                  <a16:creationId xmlns:a16="http://schemas.microsoft.com/office/drawing/2014/main" id="{9A991AFE-D8E3-4B7B-AA6E-053207CBD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871"/>
              <a:ext cx="18" cy="27"/>
            </a:xfrm>
            <a:custGeom>
              <a:avLst/>
              <a:gdLst>
                <a:gd name="T0" fmla="*/ 55 w 13"/>
                <a:gd name="T1" fmla="*/ 1 h 19"/>
                <a:gd name="T2" fmla="*/ 64 w 13"/>
                <a:gd name="T3" fmla="*/ 57 h 19"/>
                <a:gd name="T4" fmla="*/ 66 w 13"/>
                <a:gd name="T5" fmla="*/ 87 h 19"/>
                <a:gd name="T6" fmla="*/ 26 w 13"/>
                <a:gd name="T7" fmla="*/ 87 h 19"/>
                <a:gd name="T8" fmla="*/ 1 w 13"/>
                <a:gd name="T9" fmla="*/ 67 h 19"/>
                <a:gd name="T10" fmla="*/ 15 w 13"/>
                <a:gd name="T11" fmla="*/ 26 h 19"/>
                <a:gd name="T12" fmla="*/ 26 w 13"/>
                <a:gd name="T13" fmla="*/ 0 h 19"/>
                <a:gd name="T14" fmla="*/ 50 w 13"/>
                <a:gd name="T15" fmla="*/ 1 h 19"/>
                <a:gd name="T16" fmla="*/ 55 w 13"/>
                <a:gd name="T17" fmla="*/ 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9">
                  <a:moveTo>
                    <a:pt x="11" y="1"/>
                  </a:moveTo>
                  <a:cubicBezTo>
                    <a:pt x="12" y="4"/>
                    <a:pt x="12" y="7"/>
                    <a:pt x="12" y="10"/>
                  </a:cubicBezTo>
                  <a:cubicBezTo>
                    <a:pt x="12" y="11"/>
                    <a:pt x="13" y="14"/>
                    <a:pt x="13" y="15"/>
                  </a:cubicBezTo>
                  <a:cubicBezTo>
                    <a:pt x="12" y="19"/>
                    <a:pt x="7" y="17"/>
                    <a:pt x="5" y="15"/>
                  </a:cubicBezTo>
                  <a:cubicBezTo>
                    <a:pt x="4" y="14"/>
                    <a:pt x="2" y="13"/>
                    <a:pt x="1" y="11"/>
                  </a:cubicBezTo>
                  <a:cubicBezTo>
                    <a:pt x="0" y="9"/>
                    <a:pt x="2" y="6"/>
                    <a:pt x="3" y="4"/>
                  </a:cubicBezTo>
                  <a:cubicBezTo>
                    <a:pt x="3" y="2"/>
                    <a:pt x="3" y="1"/>
                    <a:pt x="5" y="0"/>
                  </a:cubicBezTo>
                  <a:cubicBezTo>
                    <a:pt x="7" y="0"/>
                    <a:pt x="8" y="0"/>
                    <a:pt x="10" y="1"/>
                  </a:cubicBezTo>
                  <a:cubicBezTo>
                    <a:pt x="10" y="1"/>
                    <a:pt x="11" y="1"/>
                    <a:pt x="11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0" name="Freeform 527">
              <a:extLst>
                <a:ext uri="{FF2B5EF4-FFF2-40B4-BE49-F238E27FC236}">
                  <a16:creationId xmlns:a16="http://schemas.microsoft.com/office/drawing/2014/main" id="{06FF8518-F969-4D83-B2E2-970A52844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852"/>
              <a:ext cx="17" cy="33"/>
            </a:xfrm>
            <a:custGeom>
              <a:avLst/>
              <a:gdLst>
                <a:gd name="T0" fmla="*/ 37 w 12"/>
                <a:gd name="T1" fmla="*/ 117 h 24"/>
                <a:gd name="T2" fmla="*/ 1 w 12"/>
                <a:gd name="T3" fmla="*/ 69 h 24"/>
                <a:gd name="T4" fmla="*/ 18 w 12"/>
                <a:gd name="T5" fmla="*/ 21 h 24"/>
                <a:gd name="T6" fmla="*/ 37 w 12"/>
                <a:gd name="T7" fmla="*/ 1 h 24"/>
                <a:gd name="T8" fmla="*/ 57 w 12"/>
                <a:gd name="T9" fmla="*/ 26 h 24"/>
                <a:gd name="T10" fmla="*/ 52 w 12"/>
                <a:gd name="T11" fmla="*/ 76 h 24"/>
                <a:gd name="T12" fmla="*/ 37 w 12"/>
                <a:gd name="T13" fmla="*/ 11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4">
                  <a:moveTo>
                    <a:pt x="6" y="24"/>
                  </a:moveTo>
                  <a:cubicBezTo>
                    <a:pt x="4" y="21"/>
                    <a:pt x="2" y="17"/>
                    <a:pt x="1" y="14"/>
                  </a:cubicBezTo>
                  <a:cubicBezTo>
                    <a:pt x="0" y="10"/>
                    <a:pt x="1" y="8"/>
                    <a:pt x="3" y="4"/>
                  </a:cubicBezTo>
                  <a:cubicBezTo>
                    <a:pt x="3" y="2"/>
                    <a:pt x="4" y="0"/>
                    <a:pt x="6" y="1"/>
                  </a:cubicBezTo>
                  <a:cubicBezTo>
                    <a:pt x="8" y="1"/>
                    <a:pt x="9" y="4"/>
                    <a:pt x="10" y="5"/>
                  </a:cubicBezTo>
                  <a:cubicBezTo>
                    <a:pt x="12" y="8"/>
                    <a:pt x="11" y="11"/>
                    <a:pt x="9" y="15"/>
                  </a:cubicBezTo>
                  <a:cubicBezTo>
                    <a:pt x="9" y="17"/>
                    <a:pt x="8" y="23"/>
                    <a:pt x="6" y="2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1" name="Freeform 528">
              <a:extLst>
                <a:ext uri="{FF2B5EF4-FFF2-40B4-BE49-F238E27FC236}">
                  <a16:creationId xmlns:a16="http://schemas.microsoft.com/office/drawing/2014/main" id="{549B0625-B1DB-4022-A402-73442DA52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830"/>
              <a:ext cx="23" cy="33"/>
            </a:xfrm>
            <a:custGeom>
              <a:avLst/>
              <a:gdLst>
                <a:gd name="T0" fmla="*/ 68 w 16"/>
                <a:gd name="T1" fmla="*/ 138 h 23"/>
                <a:gd name="T2" fmla="*/ 86 w 16"/>
                <a:gd name="T3" fmla="*/ 67 h 23"/>
                <a:gd name="T4" fmla="*/ 42 w 16"/>
                <a:gd name="T5" fmla="*/ 0 h 23"/>
                <a:gd name="T6" fmla="*/ 68 w 16"/>
                <a:gd name="T7" fmla="*/ 136 h 23"/>
                <a:gd name="T8" fmla="*/ 68 w 16"/>
                <a:gd name="T9" fmla="*/ 13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1" y="23"/>
                  </a:moveTo>
                  <a:cubicBezTo>
                    <a:pt x="11" y="19"/>
                    <a:pt x="16" y="16"/>
                    <a:pt x="14" y="11"/>
                  </a:cubicBezTo>
                  <a:cubicBezTo>
                    <a:pt x="13" y="9"/>
                    <a:pt x="9" y="0"/>
                    <a:pt x="7" y="0"/>
                  </a:cubicBezTo>
                  <a:cubicBezTo>
                    <a:pt x="0" y="1"/>
                    <a:pt x="10" y="18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2" name="Freeform 529">
              <a:extLst>
                <a:ext uri="{FF2B5EF4-FFF2-40B4-BE49-F238E27FC236}">
                  <a16:creationId xmlns:a16="http://schemas.microsoft.com/office/drawing/2014/main" id="{BFD15EB7-A7F3-43BC-9482-8E59298AE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807"/>
              <a:ext cx="24" cy="31"/>
            </a:xfrm>
            <a:custGeom>
              <a:avLst/>
              <a:gdLst>
                <a:gd name="T0" fmla="*/ 68 w 17"/>
                <a:gd name="T1" fmla="*/ 123 h 22"/>
                <a:gd name="T2" fmla="*/ 79 w 17"/>
                <a:gd name="T3" fmla="*/ 89 h 22"/>
                <a:gd name="T4" fmla="*/ 96 w 17"/>
                <a:gd name="T5" fmla="*/ 63 h 22"/>
                <a:gd name="T6" fmla="*/ 56 w 17"/>
                <a:gd name="T7" fmla="*/ 16 h 22"/>
                <a:gd name="T8" fmla="*/ 28 w 17"/>
                <a:gd name="T9" fmla="*/ 0 h 22"/>
                <a:gd name="T10" fmla="*/ 1 w 17"/>
                <a:gd name="T11" fmla="*/ 23 h 22"/>
                <a:gd name="T12" fmla="*/ 11 w 17"/>
                <a:gd name="T13" fmla="*/ 49 h 22"/>
                <a:gd name="T14" fmla="*/ 32 w 17"/>
                <a:gd name="T15" fmla="*/ 69 h 22"/>
                <a:gd name="T16" fmla="*/ 68 w 17"/>
                <a:gd name="T17" fmla="*/ 11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2" y="22"/>
                  </a:moveTo>
                  <a:cubicBezTo>
                    <a:pt x="12" y="20"/>
                    <a:pt x="13" y="18"/>
                    <a:pt x="14" y="16"/>
                  </a:cubicBezTo>
                  <a:cubicBezTo>
                    <a:pt x="15" y="15"/>
                    <a:pt x="17" y="13"/>
                    <a:pt x="17" y="11"/>
                  </a:cubicBezTo>
                  <a:cubicBezTo>
                    <a:pt x="17" y="8"/>
                    <a:pt x="12" y="5"/>
                    <a:pt x="10" y="3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2" y="3"/>
                    <a:pt x="1" y="4"/>
                  </a:cubicBezTo>
                  <a:cubicBezTo>
                    <a:pt x="0" y="6"/>
                    <a:pt x="0" y="7"/>
                    <a:pt x="2" y="9"/>
                  </a:cubicBezTo>
                  <a:cubicBezTo>
                    <a:pt x="3" y="10"/>
                    <a:pt x="5" y="11"/>
                    <a:pt x="6" y="13"/>
                  </a:cubicBezTo>
                  <a:cubicBezTo>
                    <a:pt x="8" y="15"/>
                    <a:pt x="11" y="19"/>
                    <a:pt x="12" y="2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3" name="Freeform 530">
              <a:extLst>
                <a:ext uri="{FF2B5EF4-FFF2-40B4-BE49-F238E27FC236}">
                  <a16:creationId xmlns:a16="http://schemas.microsoft.com/office/drawing/2014/main" id="{16F69D07-B5DA-4421-BDA9-0A78A11D7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787"/>
              <a:ext cx="31" cy="28"/>
            </a:xfrm>
            <a:custGeom>
              <a:avLst/>
              <a:gdLst>
                <a:gd name="T0" fmla="*/ 96 w 22"/>
                <a:gd name="T1" fmla="*/ 108 h 20"/>
                <a:gd name="T2" fmla="*/ 11 w 22"/>
                <a:gd name="T3" fmla="*/ 80 h 20"/>
                <a:gd name="T4" fmla="*/ 11 w 22"/>
                <a:gd name="T5" fmla="*/ 15 h 20"/>
                <a:gd name="T6" fmla="*/ 89 w 22"/>
                <a:gd name="T7" fmla="*/ 21 h 20"/>
                <a:gd name="T8" fmla="*/ 117 w 22"/>
                <a:gd name="T9" fmla="*/ 67 h 20"/>
                <a:gd name="T10" fmla="*/ 89 w 22"/>
                <a:gd name="T11" fmla="*/ 10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0">
                  <a:moveTo>
                    <a:pt x="17" y="20"/>
                  </a:moveTo>
                  <a:cubicBezTo>
                    <a:pt x="12" y="17"/>
                    <a:pt x="8" y="16"/>
                    <a:pt x="2" y="15"/>
                  </a:cubicBezTo>
                  <a:cubicBezTo>
                    <a:pt x="1" y="12"/>
                    <a:pt x="0" y="6"/>
                    <a:pt x="2" y="3"/>
                  </a:cubicBezTo>
                  <a:cubicBezTo>
                    <a:pt x="6" y="0"/>
                    <a:pt x="12" y="2"/>
                    <a:pt x="16" y="4"/>
                  </a:cubicBezTo>
                  <a:cubicBezTo>
                    <a:pt x="19" y="6"/>
                    <a:pt x="22" y="8"/>
                    <a:pt x="21" y="12"/>
                  </a:cubicBezTo>
                  <a:cubicBezTo>
                    <a:pt x="21" y="15"/>
                    <a:pt x="18" y="18"/>
                    <a:pt x="16" y="2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4" name="Freeform 531">
              <a:extLst>
                <a:ext uri="{FF2B5EF4-FFF2-40B4-BE49-F238E27FC236}">
                  <a16:creationId xmlns:a16="http://schemas.microsoft.com/office/drawing/2014/main" id="{BAB2C512-AEBB-44A9-8A78-7E245B5F6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794"/>
              <a:ext cx="31" cy="27"/>
            </a:xfrm>
            <a:custGeom>
              <a:avLst/>
              <a:gdLst>
                <a:gd name="T0" fmla="*/ 123 w 22"/>
                <a:gd name="T1" fmla="*/ 57 h 19"/>
                <a:gd name="T2" fmla="*/ 83 w 22"/>
                <a:gd name="T3" fmla="*/ 0 h 19"/>
                <a:gd name="T4" fmla="*/ 39 w 22"/>
                <a:gd name="T5" fmla="*/ 26 h 19"/>
                <a:gd name="T6" fmla="*/ 11 w 22"/>
                <a:gd name="T7" fmla="*/ 47 h 19"/>
                <a:gd name="T8" fmla="*/ 16 w 22"/>
                <a:gd name="T9" fmla="*/ 81 h 19"/>
                <a:gd name="T10" fmla="*/ 45 w 22"/>
                <a:gd name="T11" fmla="*/ 109 h 19"/>
                <a:gd name="T12" fmla="*/ 68 w 22"/>
                <a:gd name="T13" fmla="*/ 95 h 19"/>
                <a:gd name="T14" fmla="*/ 97 w 22"/>
                <a:gd name="T15" fmla="*/ 67 h 19"/>
                <a:gd name="T16" fmla="*/ 117 w 22"/>
                <a:gd name="T17" fmla="*/ 5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9">
                  <a:moveTo>
                    <a:pt x="22" y="10"/>
                  </a:moveTo>
                  <a:cubicBezTo>
                    <a:pt x="20" y="7"/>
                    <a:pt x="19" y="0"/>
                    <a:pt x="15" y="0"/>
                  </a:cubicBezTo>
                  <a:cubicBezTo>
                    <a:pt x="12" y="0"/>
                    <a:pt x="10" y="3"/>
                    <a:pt x="7" y="4"/>
                  </a:cubicBezTo>
                  <a:cubicBezTo>
                    <a:pt x="5" y="5"/>
                    <a:pt x="3" y="6"/>
                    <a:pt x="2" y="8"/>
                  </a:cubicBezTo>
                  <a:cubicBezTo>
                    <a:pt x="0" y="11"/>
                    <a:pt x="1" y="12"/>
                    <a:pt x="3" y="14"/>
                  </a:cubicBezTo>
                  <a:cubicBezTo>
                    <a:pt x="4" y="16"/>
                    <a:pt x="6" y="19"/>
                    <a:pt x="8" y="19"/>
                  </a:cubicBezTo>
                  <a:cubicBezTo>
                    <a:pt x="10" y="19"/>
                    <a:pt x="11" y="17"/>
                    <a:pt x="12" y="16"/>
                  </a:cubicBezTo>
                  <a:cubicBezTo>
                    <a:pt x="14" y="14"/>
                    <a:pt x="16" y="12"/>
                    <a:pt x="18" y="11"/>
                  </a:cubicBezTo>
                  <a:cubicBezTo>
                    <a:pt x="19" y="10"/>
                    <a:pt x="20" y="10"/>
                    <a:pt x="21" y="1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5" name="Freeform 532">
              <a:extLst>
                <a:ext uri="{FF2B5EF4-FFF2-40B4-BE49-F238E27FC236}">
                  <a16:creationId xmlns:a16="http://schemas.microsoft.com/office/drawing/2014/main" id="{A827E3C9-6CB5-4049-A7F1-F23029609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812"/>
              <a:ext cx="35" cy="44"/>
            </a:xfrm>
            <a:custGeom>
              <a:avLst/>
              <a:gdLst>
                <a:gd name="T0" fmla="*/ 94 w 25"/>
                <a:gd name="T1" fmla="*/ 0 h 31"/>
                <a:gd name="T2" fmla="*/ 132 w 25"/>
                <a:gd name="T3" fmla="*/ 57 h 31"/>
                <a:gd name="T4" fmla="*/ 118 w 25"/>
                <a:gd name="T5" fmla="*/ 97 h 31"/>
                <a:gd name="T6" fmla="*/ 104 w 25"/>
                <a:gd name="T7" fmla="*/ 138 h 31"/>
                <a:gd name="T8" fmla="*/ 84 w 25"/>
                <a:gd name="T9" fmla="*/ 175 h 31"/>
                <a:gd name="T10" fmla="*/ 29 w 25"/>
                <a:gd name="T11" fmla="*/ 165 h 31"/>
                <a:gd name="T12" fmla="*/ 0 w 25"/>
                <a:gd name="T13" fmla="*/ 138 h 31"/>
                <a:gd name="T14" fmla="*/ 21 w 25"/>
                <a:gd name="T15" fmla="*/ 75 h 31"/>
                <a:gd name="T16" fmla="*/ 84 w 25"/>
                <a:gd name="T17" fmla="*/ 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1">
                  <a:moveTo>
                    <a:pt x="17" y="0"/>
                  </a:moveTo>
                  <a:cubicBezTo>
                    <a:pt x="19" y="1"/>
                    <a:pt x="24" y="7"/>
                    <a:pt x="24" y="10"/>
                  </a:cubicBezTo>
                  <a:cubicBezTo>
                    <a:pt x="25" y="12"/>
                    <a:pt x="23" y="15"/>
                    <a:pt x="22" y="17"/>
                  </a:cubicBezTo>
                  <a:cubicBezTo>
                    <a:pt x="21" y="19"/>
                    <a:pt x="20" y="21"/>
                    <a:pt x="19" y="24"/>
                  </a:cubicBezTo>
                  <a:cubicBezTo>
                    <a:pt x="18" y="26"/>
                    <a:pt x="18" y="29"/>
                    <a:pt x="16" y="30"/>
                  </a:cubicBezTo>
                  <a:cubicBezTo>
                    <a:pt x="13" y="31"/>
                    <a:pt x="8" y="29"/>
                    <a:pt x="6" y="29"/>
                  </a:cubicBezTo>
                  <a:cubicBezTo>
                    <a:pt x="3" y="28"/>
                    <a:pt x="1" y="27"/>
                    <a:pt x="0" y="24"/>
                  </a:cubicBezTo>
                  <a:cubicBezTo>
                    <a:pt x="0" y="21"/>
                    <a:pt x="3" y="16"/>
                    <a:pt x="4" y="13"/>
                  </a:cubicBezTo>
                  <a:cubicBezTo>
                    <a:pt x="7" y="7"/>
                    <a:pt x="11" y="3"/>
                    <a:pt x="16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6" name="Freeform 533">
              <a:extLst>
                <a:ext uri="{FF2B5EF4-FFF2-40B4-BE49-F238E27FC236}">
                  <a16:creationId xmlns:a16="http://schemas.microsoft.com/office/drawing/2014/main" id="{1008EFA2-58D3-4C05-A3E8-A77055A30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853"/>
              <a:ext cx="28" cy="43"/>
            </a:xfrm>
            <a:custGeom>
              <a:avLst/>
              <a:gdLst>
                <a:gd name="T0" fmla="*/ 28 w 20"/>
                <a:gd name="T1" fmla="*/ 0 h 31"/>
                <a:gd name="T2" fmla="*/ 84 w 20"/>
                <a:gd name="T3" fmla="*/ 11 h 31"/>
                <a:gd name="T4" fmla="*/ 97 w 20"/>
                <a:gd name="T5" fmla="*/ 50 h 31"/>
                <a:gd name="T6" fmla="*/ 84 w 20"/>
                <a:gd name="T7" fmla="*/ 105 h 31"/>
                <a:gd name="T8" fmla="*/ 80 w 20"/>
                <a:gd name="T9" fmla="*/ 154 h 31"/>
                <a:gd name="T10" fmla="*/ 28 w 20"/>
                <a:gd name="T11" fmla="*/ 146 h 31"/>
                <a:gd name="T12" fmla="*/ 1 w 20"/>
                <a:gd name="T13" fmla="*/ 105 h 31"/>
                <a:gd name="T14" fmla="*/ 21 w 20"/>
                <a:gd name="T15" fmla="*/ 1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1">
                  <a:moveTo>
                    <a:pt x="5" y="0"/>
                  </a:moveTo>
                  <a:cubicBezTo>
                    <a:pt x="8" y="0"/>
                    <a:pt x="12" y="1"/>
                    <a:pt x="16" y="2"/>
                  </a:cubicBezTo>
                  <a:cubicBezTo>
                    <a:pt x="20" y="4"/>
                    <a:pt x="19" y="5"/>
                    <a:pt x="18" y="10"/>
                  </a:cubicBezTo>
                  <a:cubicBezTo>
                    <a:pt x="18" y="13"/>
                    <a:pt x="17" y="17"/>
                    <a:pt x="16" y="21"/>
                  </a:cubicBezTo>
                  <a:cubicBezTo>
                    <a:pt x="16" y="24"/>
                    <a:pt x="16" y="27"/>
                    <a:pt x="15" y="30"/>
                  </a:cubicBezTo>
                  <a:cubicBezTo>
                    <a:pt x="12" y="31"/>
                    <a:pt x="8" y="30"/>
                    <a:pt x="5" y="29"/>
                  </a:cubicBezTo>
                  <a:cubicBezTo>
                    <a:pt x="0" y="27"/>
                    <a:pt x="1" y="25"/>
                    <a:pt x="1" y="21"/>
                  </a:cubicBezTo>
                  <a:cubicBezTo>
                    <a:pt x="1" y="15"/>
                    <a:pt x="1" y="6"/>
                    <a:pt x="4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7" name="Freeform 534">
              <a:extLst>
                <a:ext uri="{FF2B5EF4-FFF2-40B4-BE49-F238E27FC236}">
                  <a16:creationId xmlns:a16="http://schemas.microsoft.com/office/drawing/2014/main" id="{CF9F3805-5275-4520-AEFB-8EFFE92ED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895"/>
              <a:ext cx="27" cy="46"/>
            </a:xfrm>
            <a:custGeom>
              <a:avLst/>
              <a:gdLst>
                <a:gd name="T0" fmla="*/ 40 w 19"/>
                <a:gd name="T1" fmla="*/ 1 h 33"/>
                <a:gd name="T2" fmla="*/ 95 w 19"/>
                <a:gd name="T3" fmla="*/ 11 h 33"/>
                <a:gd name="T4" fmla="*/ 109 w 19"/>
                <a:gd name="T5" fmla="*/ 39 h 33"/>
                <a:gd name="T6" fmla="*/ 107 w 19"/>
                <a:gd name="T7" fmla="*/ 124 h 33"/>
                <a:gd name="T8" fmla="*/ 40 w 19"/>
                <a:gd name="T9" fmla="*/ 159 h 33"/>
                <a:gd name="T10" fmla="*/ 1 w 19"/>
                <a:gd name="T11" fmla="*/ 124 h 33"/>
                <a:gd name="T12" fmla="*/ 13 w 19"/>
                <a:gd name="T13" fmla="*/ 54 h 33"/>
                <a:gd name="T14" fmla="*/ 37 w 19"/>
                <a:gd name="T15" fmla="*/ 1 h 33"/>
                <a:gd name="T16" fmla="*/ 40 w 19"/>
                <a:gd name="T17" fmla="*/ 1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33">
                  <a:moveTo>
                    <a:pt x="7" y="1"/>
                  </a:moveTo>
                  <a:cubicBezTo>
                    <a:pt x="9" y="0"/>
                    <a:pt x="14" y="2"/>
                    <a:pt x="16" y="2"/>
                  </a:cubicBezTo>
                  <a:cubicBezTo>
                    <a:pt x="19" y="3"/>
                    <a:pt x="19" y="4"/>
                    <a:pt x="19" y="7"/>
                  </a:cubicBezTo>
                  <a:cubicBezTo>
                    <a:pt x="18" y="13"/>
                    <a:pt x="18" y="18"/>
                    <a:pt x="18" y="24"/>
                  </a:cubicBezTo>
                  <a:cubicBezTo>
                    <a:pt x="18" y="31"/>
                    <a:pt x="13" y="33"/>
                    <a:pt x="7" y="30"/>
                  </a:cubicBezTo>
                  <a:cubicBezTo>
                    <a:pt x="4" y="28"/>
                    <a:pt x="1" y="27"/>
                    <a:pt x="1" y="24"/>
                  </a:cubicBezTo>
                  <a:cubicBezTo>
                    <a:pt x="0" y="20"/>
                    <a:pt x="2" y="14"/>
                    <a:pt x="2" y="10"/>
                  </a:cubicBezTo>
                  <a:cubicBezTo>
                    <a:pt x="3" y="6"/>
                    <a:pt x="4" y="4"/>
                    <a:pt x="6" y="1"/>
                  </a:cubicBezTo>
                  <a:cubicBezTo>
                    <a:pt x="6" y="1"/>
                    <a:pt x="7" y="0"/>
                    <a:pt x="7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8" name="Freeform 535">
              <a:extLst>
                <a:ext uri="{FF2B5EF4-FFF2-40B4-BE49-F238E27FC236}">
                  <a16:creationId xmlns:a16="http://schemas.microsoft.com/office/drawing/2014/main" id="{E7D7FE1F-7D3A-4F60-9770-E262EF1F4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934"/>
              <a:ext cx="28" cy="44"/>
            </a:xfrm>
            <a:custGeom>
              <a:avLst/>
              <a:gdLst>
                <a:gd name="T0" fmla="*/ 28 w 20"/>
                <a:gd name="T1" fmla="*/ 0 h 31"/>
                <a:gd name="T2" fmla="*/ 67 w 20"/>
                <a:gd name="T3" fmla="*/ 18 h 31"/>
                <a:gd name="T4" fmla="*/ 97 w 20"/>
                <a:gd name="T5" fmla="*/ 28 h 31"/>
                <a:gd name="T6" fmla="*/ 80 w 20"/>
                <a:gd name="T7" fmla="*/ 109 h 31"/>
                <a:gd name="T8" fmla="*/ 57 w 20"/>
                <a:gd name="T9" fmla="*/ 175 h 31"/>
                <a:gd name="T10" fmla="*/ 11 w 20"/>
                <a:gd name="T11" fmla="*/ 163 h 31"/>
                <a:gd name="T12" fmla="*/ 0 w 20"/>
                <a:gd name="T13" fmla="*/ 106 h 31"/>
                <a:gd name="T14" fmla="*/ 28 w 20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1">
                  <a:moveTo>
                    <a:pt x="5" y="0"/>
                  </a:moveTo>
                  <a:cubicBezTo>
                    <a:pt x="7" y="1"/>
                    <a:pt x="10" y="2"/>
                    <a:pt x="12" y="3"/>
                  </a:cubicBezTo>
                  <a:cubicBezTo>
                    <a:pt x="14" y="3"/>
                    <a:pt x="17" y="3"/>
                    <a:pt x="18" y="5"/>
                  </a:cubicBezTo>
                  <a:cubicBezTo>
                    <a:pt x="20" y="8"/>
                    <a:pt x="16" y="16"/>
                    <a:pt x="15" y="19"/>
                  </a:cubicBezTo>
                  <a:cubicBezTo>
                    <a:pt x="15" y="22"/>
                    <a:pt x="15" y="29"/>
                    <a:pt x="11" y="30"/>
                  </a:cubicBezTo>
                  <a:cubicBezTo>
                    <a:pt x="9" y="31"/>
                    <a:pt x="4" y="30"/>
                    <a:pt x="2" y="28"/>
                  </a:cubicBezTo>
                  <a:cubicBezTo>
                    <a:pt x="0" y="26"/>
                    <a:pt x="0" y="22"/>
                    <a:pt x="0" y="18"/>
                  </a:cubicBezTo>
                  <a:cubicBezTo>
                    <a:pt x="1" y="12"/>
                    <a:pt x="2" y="6"/>
                    <a:pt x="5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09" name="Freeform 536">
              <a:extLst>
                <a:ext uri="{FF2B5EF4-FFF2-40B4-BE49-F238E27FC236}">
                  <a16:creationId xmlns:a16="http://schemas.microsoft.com/office/drawing/2014/main" id="{8B4D9A1F-ADA1-4AF8-A27A-F86C50EF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975"/>
              <a:ext cx="38" cy="35"/>
            </a:xfrm>
            <a:custGeom>
              <a:avLst/>
              <a:gdLst>
                <a:gd name="T0" fmla="*/ 83 w 27"/>
                <a:gd name="T1" fmla="*/ 0 h 25"/>
                <a:gd name="T2" fmla="*/ 122 w 27"/>
                <a:gd name="T3" fmla="*/ 11 h 25"/>
                <a:gd name="T4" fmla="*/ 145 w 27"/>
                <a:gd name="T5" fmla="*/ 28 h 25"/>
                <a:gd name="T6" fmla="*/ 117 w 27"/>
                <a:gd name="T7" fmla="*/ 104 h 25"/>
                <a:gd name="T8" fmla="*/ 42 w 27"/>
                <a:gd name="T9" fmla="*/ 118 h 25"/>
                <a:gd name="T10" fmla="*/ 11 w 27"/>
                <a:gd name="T11" fmla="*/ 49 h 25"/>
                <a:gd name="T12" fmla="*/ 83 w 27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5" y="0"/>
                  </a:moveTo>
                  <a:cubicBezTo>
                    <a:pt x="17" y="1"/>
                    <a:pt x="19" y="2"/>
                    <a:pt x="22" y="2"/>
                  </a:cubicBezTo>
                  <a:cubicBezTo>
                    <a:pt x="24" y="3"/>
                    <a:pt x="26" y="3"/>
                    <a:pt x="26" y="5"/>
                  </a:cubicBezTo>
                  <a:cubicBezTo>
                    <a:pt x="27" y="10"/>
                    <a:pt x="23" y="16"/>
                    <a:pt x="21" y="19"/>
                  </a:cubicBezTo>
                  <a:cubicBezTo>
                    <a:pt x="18" y="23"/>
                    <a:pt x="13" y="25"/>
                    <a:pt x="8" y="22"/>
                  </a:cubicBezTo>
                  <a:cubicBezTo>
                    <a:pt x="5" y="20"/>
                    <a:pt x="0" y="13"/>
                    <a:pt x="2" y="9"/>
                  </a:cubicBezTo>
                  <a:cubicBezTo>
                    <a:pt x="5" y="5"/>
                    <a:pt x="10" y="1"/>
                    <a:pt x="15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0" name="Freeform 537">
              <a:extLst>
                <a:ext uri="{FF2B5EF4-FFF2-40B4-BE49-F238E27FC236}">
                  <a16:creationId xmlns:a16="http://schemas.microsoft.com/office/drawing/2014/main" id="{7EE735DF-2A62-4957-A426-4B976EEDE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940"/>
              <a:ext cx="35" cy="49"/>
            </a:xfrm>
            <a:custGeom>
              <a:avLst/>
              <a:gdLst>
                <a:gd name="T0" fmla="*/ 67 w 25"/>
                <a:gd name="T1" fmla="*/ 190 h 35"/>
                <a:gd name="T2" fmla="*/ 97 w 25"/>
                <a:gd name="T3" fmla="*/ 157 h 35"/>
                <a:gd name="T4" fmla="*/ 123 w 25"/>
                <a:gd name="T5" fmla="*/ 132 h 35"/>
                <a:gd name="T6" fmla="*/ 97 w 25"/>
                <a:gd name="T7" fmla="*/ 84 h 35"/>
                <a:gd name="T8" fmla="*/ 77 w 25"/>
                <a:gd name="T9" fmla="*/ 29 h 35"/>
                <a:gd name="T10" fmla="*/ 55 w 25"/>
                <a:gd name="T11" fmla="*/ 1 h 35"/>
                <a:gd name="T12" fmla="*/ 15 w 25"/>
                <a:gd name="T13" fmla="*/ 21 h 35"/>
                <a:gd name="T14" fmla="*/ 28 w 25"/>
                <a:gd name="T15" fmla="*/ 104 h 35"/>
                <a:gd name="T16" fmla="*/ 49 w 25"/>
                <a:gd name="T17" fmla="*/ 151 h 35"/>
                <a:gd name="T18" fmla="*/ 67 w 25"/>
                <a:gd name="T19" fmla="*/ 185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35">
                  <a:moveTo>
                    <a:pt x="12" y="35"/>
                  </a:moveTo>
                  <a:cubicBezTo>
                    <a:pt x="14" y="33"/>
                    <a:pt x="16" y="31"/>
                    <a:pt x="18" y="29"/>
                  </a:cubicBezTo>
                  <a:cubicBezTo>
                    <a:pt x="19" y="28"/>
                    <a:pt x="22" y="26"/>
                    <a:pt x="23" y="24"/>
                  </a:cubicBezTo>
                  <a:cubicBezTo>
                    <a:pt x="25" y="21"/>
                    <a:pt x="20" y="19"/>
                    <a:pt x="18" y="16"/>
                  </a:cubicBezTo>
                  <a:cubicBezTo>
                    <a:pt x="17" y="13"/>
                    <a:pt x="16" y="9"/>
                    <a:pt x="14" y="6"/>
                  </a:cubicBezTo>
                  <a:cubicBezTo>
                    <a:pt x="13" y="5"/>
                    <a:pt x="12" y="1"/>
                    <a:pt x="10" y="1"/>
                  </a:cubicBezTo>
                  <a:cubicBezTo>
                    <a:pt x="8" y="0"/>
                    <a:pt x="4" y="3"/>
                    <a:pt x="3" y="4"/>
                  </a:cubicBezTo>
                  <a:cubicBezTo>
                    <a:pt x="0" y="8"/>
                    <a:pt x="4" y="16"/>
                    <a:pt x="5" y="19"/>
                  </a:cubicBezTo>
                  <a:cubicBezTo>
                    <a:pt x="6" y="22"/>
                    <a:pt x="7" y="25"/>
                    <a:pt x="9" y="28"/>
                  </a:cubicBezTo>
                  <a:cubicBezTo>
                    <a:pt x="10" y="30"/>
                    <a:pt x="12" y="32"/>
                    <a:pt x="12" y="3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1" name="Freeform 538">
              <a:extLst>
                <a:ext uri="{FF2B5EF4-FFF2-40B4-BE49-F238E27FC236}">
                  <a16:creationId xmlns:a16="http://schemas.microsoft.com/office/drawing/2014/main" id="{DA13EC3F-AE1B-4601-8324-ADDCC6173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908"/>
              <a:ext cx="38" cy="39"/>
            </a:xfrm>
            <a:custGeom>
              <a:avLst/>
              <a:gdLst>
                <a:gd name="T0" fmla="*/ 77 w 27"/>
                <a:gd name="T1" fmla="*/ 145 h 28"/>
                <a:gd name="T2" fmla="*/ 117 w 27"/>
                <a:gd name="T3" fmla="*/ 117 h 28"/>
                <a:gd name="T4" fmla="*/ 149 w 27"/>
                <a:gd name="T5" fmla="*/ 95 h 28"/>
                <a:gd name="T6" fmla="*/ 122 w 27"/>
                <a:gd name="T7" fmla="*/ 49 h 28"/>
                <a:gd name="T8" fmla="*/ 83 w 27"/>
                <a:gd name="T9" fmla="*/ 15 h 28"/>
                <a:gd name="T10" fmla="*/ 42 w 27"/>
                <a:gd name="T11" fmla="*/ 1 h 28"/>
                <a:gd name="T12" fmla="*/ 11 w 27"/>
                <a:gd name="T13" fmla="*/ 21 h 28"/>
                <a:gd name="T14" fmla="*/ 1 w 27"/>
                <a:gd name="T15" fmla="*/ 64 h 28"/>
                <a:gd name="T16" fmla="*/ 28 w 27"/>
                <a:gd name="T17" fmla="*/ 89 h 28"/>
                <a:gd name="T18" fmla="*/ 55 w 27"/>
                <a:gd name="T19" fmla="*/ 123 h 28"/>
                <a:gd name="T20" fmla="*/ 89 w 27"/>
                <a:gd name="T21" fmla="*/ 143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28">
                  <a:moveTo>
                    <a:pt x="14" y="28"/>
                  </a:moveTo>
                  <a:cubicBezTo>
                    <a:pt x="17" y="26"/>
                    <a:pt x="19" y="24"/>
                    <a:pt x="21" y="22"/>
                  </a:cubicBezTo>
                  <a:cubicBezTo>
                    <a:pt x="23" y="21"/>
                    <a:pt x="27" y="20"/>
                    <a:pt x="27" y="18"/>
                  </a:cubicBezTo>
                  <a:cubicBezTo>
                    <a:pt x="27" y="16"/>
                    <a:pt x="23" y="11"/>
                    <a:pt x="22" y="9"/>
                  </a:cubicBezTo>
                  <a:cubicBezTo>
                    <a:pt x="20" y="7"/>
                    <a:pt x="18" y="5"/>
                    <a:pt x="15" y="3"/>
                  </a:cubicBezTo>
                  <a:cubicBezTo>
                    <a:pt x="13" y="2"/>
                    <a:pt x="11" y="2"/>
                    <a:pt x="8" y="1"/>
                  </a:cubicBezTo>
                  <a:cubicBezTo>
                    <a:pt x="5" y="1"/>
                    <a:pt x="4" y="0"/>
                    <a:pt x="2" y="4"/>
                  </a:cubicBezTo>
                  <a:cubicBezTo>
                    <a:pt x="1" y="6"/>
                    <a:pt x="0" y="9"/>
                    <a:pt x="1" y="12"/>
                  </a:cubicBezTo>
                  <a:cubicBezTo>
                    <a:pt x="1" y="13"/>
                    <a:pt x="4" y="15"/>
                    <a:pt x="5" y="17"/>
                  </a:cubicBezTo>
                  <a:cubicBezTo>
                    <a:pt x="7" y="19"/>
                    <a:pt x="8" y="22"/>
                    <a:pt x="10" y="23"/>
                  </a:cubicBezTo>
                  <a:cubicBezTo>
                    <a:pt x="11" y="25"/>
                    <a:pt x="14" y="26"/>
                    <a:pt x="16" y="2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2" name="Freeform 539">
              <a:extLst>
                <a:ext uri="{FF2B5EF4-FFF2-40B4-BE49-F238E27FC236}">
                  <a16:creationId xmlns:a16="http://schemas.microsoft.com/office/drawing/2014/main" id="{CF87CBBD-87CF-4064-BB43-F108FBC05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898"/>
              <a:ext cx="38" cy="34"/>
            </a:xfrm>
            <a:custGeom>
              <a:avLst/>
              <a:gdLst>
                <a:gd name="T0" fmla="*/ 117 w 27"/>
                <a:gd name="T1" fmla="*/ 115 h 24"/>
                <a:gd name="T2" fmla="*/ 108 w 27"/>
                <a:gd name="T3" fmla="*/ 13 h 24"/>
                <a:gd name="T4" fmla="*/ 55 w 27"/>
                <a:gd name="T5" fmla="*/ 13 h 24"/>
                <a:gd name="T6" fmla="*/ 1 w 27"/>
                <a:gd name="T7" fmla="*/ 26 h 24"/>
                <a:gd name="T8" fmla="*/ 39 w 27"/>
                <a:gd name="T9" fmla="*/ 122 h 24"/>
                <a:gd name="T10" fmla="*/ 117 w 27"/>
                <a:gd name="T11" fmla="*/ 10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4">
                  <a:moveTo>
                    <a:pt x="21" y="20"/>
                  </a:moveTo>
                  <a:cubicBezTo>
                    <a:pt x="20" y="15"/>
                    <a:pt x="27" y="5"/>
                    <a:pt x="20" y="2"/>
                  </a:cubicBezTo>
                  <a:cubicBezTo>
                    <a:pt x="18" y="0"/>
                    <a:pt x="13" y="2"/>
                    <a:pt x="10" y="2"/>
                  </a:cubicBezTo>
                  <a:cubicBezTo>
                    <a:pt x="8" y="3"/>
                    <a:pt x="2" y="3"/>
                    <a:pt x="1" y="4"/>
                  </a:cubicBezTo>
                  <a:cubicBezTo>
                    <a:pt x="0" y="6"/>
                    <a:pt x="4" y="20"/>
                    <a:pt x="7" y="21"/>
                  </a:cubicBezTo>
                  <a:cubicBezTo>
                    <a:pt x="10" y="24"/>
                    <a:pt x="16" y="18"/>
                    <a:pt x="21" y="1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3" name="Freeform 540">
              <a:extLst>
                <a:ext uri="{FF2B5EF4-FFF2-40B4-BE49-F238E27FC236}">
                  <a16:creationId xmlns:a16="http://schemas.microsoft.com/office/drawing/2014/main" id="{CE6FEFD2-24A7-41D1-AC42-2CF72748D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908"/>
              <a:ext cx="35" cy="50"/>
            </a:xfrm>
            <a:custGeom>
              <a:avLst/>
              <a:gdLst>
                <a:gd name="T0" fmla="*/ 136 w 25"/>
                <a:gd name="T1" fmla="*/ 96 h 36"/>
                <a:gd name="T2" fmla="*/ 104 w 25"/>
                <a:gd name="T3" fmla="*/ 49 h 36"/>
                <a:gd name="T4" fmla="*/ 80 w 25"/>
                <a:gd name="T5" fmla="*/ 15 h 36"/>
                <a:gd name="T6" fmla="*/ 11 w 25"/>
                <a:gd name="T7" fmla="*/ 78 h 36"/>
                <a:gd name="T8" fmla="*/ 1 w 25"/>
                <a:gd name="T9" fmla="*/ 115 h 36"/>
                <a:gd name="T10" fmla="*/ 49 w 25"/>
                <a:gd name="T11" fmla="*/ 160 h 36"/>
                <a:gd name="T12" fmla="*/ 108 w 25"/>
                <a:gd name="T13" fmla="*/ 124 h 36"/>
                <a:gd name="T14" fmla="*/ 132 w 25"/>
                <a:gd name="T15" fmla="*/ 96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6">
                  <a:moveTo>
                    <a:pt x="25" y="19"/>
                  </a:moveTo>
                  <a:cubicBezTo>
                    <a:pt x="23" y="16"/>
                    <a:pt x="21" y="12"/>
                    <a:pt x="19" y="9"/>
                  </a:cubicBezTo>
                  <a:cubicBezTo>
                    <a:pt x="18" y="8"/>
                    <a:pt x="17" y="4"/>
                    <a:pt x="15" y="3"/>
                  </a:cubicBezTo>
                  <a:cubicBezTo>
                    <a:pt x="10" y="0"/>
                    <a:pt x="4" y="12"/>
                    <a:pt x="2" y="15"/>
                  </a:cubicBezTo>
                  <a:cubicBezTo>
                    <a:pt x="1" y="18"/>
                    <a:pt x="0" y="20"/>
                    <a:pt x="1" y="22"/>
                  </a:cubicBezTo>
                  <a:cubicBezTo>
                    <a:pt x="2" y="25"/>
                    <a:pt x="7" y="29"/>
                    <a:pt x="9" y="31"/>
                  </a:cubicBezTo>
                  <a:cubicBezTo>
                    <a:pt x="15" y="36"/>
                    <a:pt x="18" y="29"/>
                    <a:pt x="20" y="24"/>
                  </a:cubicBezTo>
                  <a:cubicBezTo>
                    <a:pt x="22" y="22"/>
                    <a:pt x="23" y="21"/>
                    <a:pt x="24" y="1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4" name="Freeform 541">
              <a:extLst>
                <a:ext uri="{FF2B5EF4-FFF2-40B4-BE49-F238E27FC236}">
                  <a16:creationId xmlns:a16="http://schemas.microsoft.com/office/drawing/2014/main" id="{AA2823C8-CFFE-4564-A179-22383089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947"/>
              <a:ext cx="27" cy="45"/>
            </a:xfrm>
            <a:custGeom>
              <a:avLst/>
              <a:gdLst>
                <a:gd name="T0" fmla="*/ 109 w 19"/>
                <a:gd name="T1" fmla="*/ 39 h 32"/>
                <a:gd name="T2" fmla="*/ 18 w 19"/>
                <a:gd name="T3" fmla="*/ 0 h 32"/>
                <a:gd name="T4" fmla="*/ 13 w 19"/>
                <a:gd name="T5" fmla="*/ 49 h 32"/>
                <a:gd name="T6" fmla="*/ 0 w 19"/>
                <a:gd name="T7" fmla="*/ 96 h 32"/>
                <a:gd name="T8" fmla="*/ 28 w 19"/>
                <a:gd name="T9" fmla="*/ 162 h 32"/>
                <a:gd name="T10" fmla="*/ 67 w 19"/>
                <a:gd name="T11" fmla="*/ 172 h 32"/>
                <a:gd name="T12" fmla="*/ 81 w 19"/>
                <a:gd name="T13" fmla="*/ 135 h 32"/>
                <a:gd name="T14" fmla="*/ 109 w 19"/>
                <a:gd name="T15" fmla="*/ 4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32">
                  <a:moveTo>
                    <a:pt x="19" y="7"/>
                  </a:moveTo>
                  <a:cubicBezTo>
                    <a:pt x="14" y="8"/>
                    <a:pt x="9" y="1"/>
                    <a:pt x="3" y="0"/>
                  </a:cubicBezTo>
                  <a:cubicBezTo>
                    <a:pt x="2" y="3"/>
                    <a:pt x="2" y="6"/>
                    <a:pt x="2" y="9"/>
                  </a:cubicBezTo>
                  <a:cubicBezTo>
                    <a:pt x="1" y="12"/>
                    <a:pt x="0" y="15"/>
                    <a:pt x="0" y="17"/>
                  </a:cubicBezTo>
                  <a:cubicBezTo>
                    <a:pt x="0" y="22"/>
                    <a:pt x="0" y="26"/>
                    <a:pt x="5" y="29"/>
                  </a:cubicBezTo>
                  <a:cubicBezTo>
                    <a:pt x="6" y="29"/>
                    <a:pt x="10" y="32"/>
                    <a:pt x="11" y="31"/>
                  </a:cubicBezTo>
                  <a:cubicBezTo>
                    <a:pt x="13" y="31"/>
                    <a:pt x="13" y="26"/>
                    <a:pt x="14" y="24"/>
                  </a:cubicBezTo>
                  <a:cubicBezTo>
                    <a:pt x="15" y="19"/>
                    <a:pt x="17" y="13"/>
                    <a:pt x="19" y="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5" name="Freeform 542">
              <a:extLst>
                <a:ext uri="{FF2B5EF4-FFF2-40B4-BE49-F238E27FC236}">
                  <a16:creationId xmlns:a16="http://schemas.microsoft.com/office/drawing/2014/main" id="{DE78F3B8-524E-4315-97EE-8764E30CE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992"/>
              <a:ext cx="21" cy="49"/>
            </a:xfrm>
            <a:custGeom>
              <a:avLst/>
              <a:gdLst>
                <a:gd name="T0" fmla="*/ 80 w 15"/>
                <a:gd name="T1" fmla="*/ 15 h 35"/>
                <a:gd name="T2" fmla="*/ 1 w 15"/>
                <a:gd name="T3" fmla="*/ 0 h 35"/>
                <a:gd name="T4" fmla="*/ 1 w 15"/>
                <a:gd name="T5" fmla="*/ 57 h 35"/>
                <a:gd name="T6" fmla="*/ 1 w 15"/>
                <a:gd name="T7" fmla="*/ 136 h 35"/>
                <a:gd name="T8" fmla="*/ 15 w 15"/>
                <a:gd name="T9" fmla="*/ 176 h 35"/>
                <a:gd name="T10" fmla="*/ 55 w 15"/>
                <a:gd name="T11" fmla="*/ 185 h 35"/>
                <a:gd name="T12" fmla="*/ 80 w 15"/>
                <a:gd name="T13" fmla="*/ 1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5">
                  <a:moveTo>
                    <a:pt x="15" y="3"/>
                  </a:moveTo>
                  <a:cubicBezTo>
                    <a:pt x="11" y="2"/>
                    <a:pt x="6" y="0"/>
                    <a:pt x="1" y="0"/>
                  </a:cubicBezTo>
                  <a:cubicBezTo>
                    <a:pt x="0" y="3"/>
                    <a:pt x="1" y="8"/>
                    <a:pt x="1" y="11"/>
                  </a:cubicBezTo>
                  <a:cubicBezTo>
                    <a:pt x="1" y="15"/>
                    <a:pt x="1" y="20"/>
                    <a:pt x="1" y="25"/>
                  </a:cubicBezTo>
                  <a:cubicBezTo>
                    <a:pt x="1" y="28"/>
                    <a:pt x="0" y="31"/>
                    <a:pt x="3" y="33"/>
                  </a:cubicBezTo>
                  <a:cubicBezTo>
                    <a:pt x="5" y="34"/>
                    <a:pt x="8" y="35"/>
                    <a:pt x="10" y="34"/>
                  </a:cubicBezTo>
                  <a:cubicBezTo>
                    <a:pt x="11" y="24"/>
                    <a:pt x="14" y="13"/>
                    <a:pt x="15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6" name="Freeform 543">
              <a:extLst>
                <a:ext uri="{FF2B5EF4-FFF2-40B4-BE49-F238E27FC236}">
                  <a16:creationId xmlns:a16="http://schemas.microsoft.com/office/drawing/2014/main" id="{0AA3EC1A-3F3C-4BD7-B755-7F79F1A0D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041"/>
              <a:ext cx="21" cy="45"/>
            </a:xfrm>
            <a:custGeom>
              <a:avLst/>
              <a:gdLst>
                <a:gd name="T0" fmla="*/ 77 w 15"/>
                <a:gd name="T1" fmla="*/ 11 h 32"/>
                <a:gd name="T2" fmla="*/ 15 w 15"/>
                <a:gd name="T3" fmla="*/ 11 h 32"/>
                <a:gd name="T4" fmla="*/ 1 w 15"/>
                <a:gd name="T5" fmla="*/ 89 h 32"/>
                <a:gd name="T6" fmla="*/ 21 w 15"/>
                <a:gd name="T7" fmla="*/ 162 h 32"/>
                <a:gd name="T8" fmla="*/ 77 w 15"/>
                <a:gd name="T9" fmla="*/ 172 h 32"/>
                <a:gd name="T10" fmla="*/ 77 w 15"/>
                <a:gd name="T11" fmla="*/ 83 h 32"/>
                <a:gd name="T12" fmla="*/ 77 w 15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2">
                  <a:moveTo>
                    <a:pt x="14" y="2"/>
                  </a:moveTo>
                  <a:cubicBezTo>
                    <a:pt x="11" y="2"/>
                    <a:pt x="6" y="0"/>
                    <a:pt x="3" y="2"/>
                  </a:cubicBezTo>
                  <a:cubicBezTo>
                    <a:pt x="0" y="3"/>
                    <a:pt x="1" y="12"/>
                    <a:pt x="1" y="16"/>
                  </a:cubicBezTo>
                  <a:cubicBezTo>
                    <a:pt x="1" y="19"/>
                    <a:pt x="1" y="26"/>
                    <a:pt x="4" y="29"/>
                  </a:cubicBezTo>
                  <a:cubicBezTo>
                    <a:pt x="6" y="32"/>
                    <a:pt x="11" y="31"/>
                    <a:pt x="14" y="31"/>
                  </a:cubicBezTo>
                  <a:cubicBezTo>
                    <a:pt x="14" y="26"/>
                    <a:pt x="14" y="20"/>
                    <a:pt x="14" y="15"/>
                  </a:cubicBezTo>
                  <a:cubicBezTo>
                    <a:pt x="14" y="11"/>
                    <a:pt x="15" y="5"/>
                    <a:pt x="14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7" name="Freeform 544">
              <a:extLst>
                <a:ext uri="{FF2B5EF4-FFF2-40B4-BE49-F238E27FC236}">
                  <a16:creationId xmlns:a16="http://schemas.microsoft.com/office/drawing/2014/main" id="{0651F5FF-CD59-41EA-9AD3-B164F5BA7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090"/>
              <a:ext cx="31" cy="37"/>
            </a:xfrm>
            <a:custGeom>
              <a:avLst/>
              <a:gdLst>
                <a:gd name="T0" fmla="*/ 55 w 22"/>
                <a:gd name="T1" fmla="*/ 0 h 26"/>
                <a:gd name="T2" fmla="*/ 0 w 22"/>
                <a:gd name="T3" fmla="*/ 1 h 26"/>
                <a:gd name="T4" fmla="*/ 69 w 22"/>
                <a:gd name="T5" fmla="*/ 148 h 26"/>
                <a:gd name="T6" fmla="*/ 49 w 22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10" y="0"/>
                  </a:moveTo>
                  <a:cubicBezTo>
                    <a:pt x="7" y="1"/>
                    <a:pt x="3" y="1"/>
                    <a:pt x="0" y="1"/>
                  </a:cubicBezTo>
                  <a:cubicBezTo>
                    <a:pt x="0" y="6"/>
                    <a:pt x="5" y="26"/>
                    <a:pt x="13" y="25"/>
                  </a:cubicBezTo>
                  <a:cubicBezTo>
                    <a:pt x="22" y="24"/>
                    <a:pt x="10" y="6"/>
                    <a:pt x="9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8" name="Freeform 545">
              <a:extLst>
                <a:ext uri="{FF2B5EF4-FFF2-40B4-BE49-F238E27FC236}">
                  <a16:creationId xmlns:a16="http://schemas.microsoft.com/office/drawing/2014/main" id="{48400ABF-79DA-46DA-BBA8-A181FD5E2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22"/>
              <a:ext cx="60" cy="35"/>
            </a:xfrm>
            <a:custGeom>
              <a:avLst/>
              <a:gdLst>
                <a:gd name="T0" fmla="*/ 68 w 43"/>
                <a:gd name="T1" fmla="*/ 0 h 25"/>
                <a:gd name="T2" fmla="*/ 163 w 43"/>
                <a:gd name="T3" fmla="*/ 21 h 25"/>
                <a:gd name="T4" fmla="*/ 205 w 43"/>
                <a:gd name="T5" fmla="*/ 1 h 25"/>
                <a:gd name="T6" fmla="*/ 222 w 43"/>
                <a:gd name="T7" fmla="*/ 55 h 25"/>
                <a:gd name="T8" fmla="*/ 68 w 43"/>
                <a:gd name="T9" fmla="*/ 1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5">
                  <a:moveTo>
                    <a:pt x="13" y="0"/>
                  </a:moveTo>
                  <a:cubicBezTo>
                    <a:pt x="17" y="7"/>
                    <a:pt x="25" y="6"/>
                    <a:pt x="31" y="4"/>
                  </a:cubicBezTo>
                  <a:cubicBezTo>
                    <a:pt x="33" y="3"/>
                    <a:pt x="37" y="0"/>
                    <a:pt x="39" y="1"/>
                  </a:cubicBezTo>
                  <a:cubicBezTo>
                    <a:pt x="42" y="3"/>
                    <a:pt x="43" y="8"/>
                    <a:pt x="42" y="10"/>
                  </a:cubicBezTo>
                  <a:cubicBezTo>
                    <a:pt x="38" y="25"/>
                    <a:pt x="0" y="15"/>
                    <a:pt x="13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19" name="Freeform 546">
              <a:extLst>
                <a:ext uri="{FF2B5EF4-FFF2-40B4-BE49-F238E27FC236}">
                  <a16:creationId xmlns:a16="http://schemas.microsoft.com/office/drawing/2014/main" id="{01CBC132-902D-454D-8A6E-48C040CAD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090"/>
              <a:ext cx="37" cy="44"/>
            </a:xfrm>
            <a:custGeom>
              <a:avLst/>
              <a:gdLst>
                <a:gd name="T0" fmla="*/ 38 w 26"/>
                <a:gd name="T1" fmla="*/ 177 h 31"/>
                <a:gd name="T2" fmla="*/ 0 w 26"/>
                <a:gd name="T3" fmla="*/ 123 h 31"/>
                <a:gd name="T4" fmla="*/ 38 w 26"/>
                <a:gd name="T5" fmla="*/ 87 h 31"/>
                <a:gd name="T6" fmla="*/ 107 w 26"/>
                <a:gd name="T7" fmla="*/ 18 h 31"/>
                <a:gd name="T8" fmla="*/ 128 w 26"/>
                <a:gd name="T9" fmla="*/ 115 h 31"/>
                <a:gd name="T10" fmla="*/ 27 w 26"/>
                <a:gd name="T11" fmla="*/ 17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1">
                  <a:moveTo>
                    <a:pt x="6" y="31"/>
                  </a:moveTo>
                  <a:cubicBezTo>
                    <a:pt x="4" y="29"/>
                    <a:pt x="0" y="24"/>
                    <a:pt x="0" y="21"/>
                  </a:cubicBezTo>
                  <a:cubicBezTo>
                    <a:pt x="1" y="19"/>
                    <a:pt x="5" y="16"/>
                    <a:pt x="6" y="15"/>
                  </a:cubicBezTo>
                  <a:cubicBezTo>
                    <a:pt x="10" y="12"/>
                    <a:pt x="14" y="4"/>
                    <a:pt x="18" y="3"/>
                  </a:cubicBezTo>
                  <a:cubicBezTo>
                    <a:pt x="26" y="0"/>
                    <a:pt x="26" y="16"/>
                    <a:pt x="22" y="20"/>
                  </a:cubicBezTo>
                  <a:cubicBezTo>
                    <a:pt x="19" y="24"/>
                    <a:pt x="10" y="31"/>
                    <a:pt x="4" y="3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0" name="Freeform 547">
              <a:extLst>
                <a:ext uri="{FF2B5EF4-FFF2-40B4-BE49-F238E27FC236}">
                  <a16:creationId xmlns:a16="http://schemas.microsoft.com/office/drawing/2014/main" id="{61733711-E82D-4044-B03C-B59848397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075"/>
              <a:ext cx="37" cy="32"/>
            </a:xfrm>
            <a:custGeom>
              <a:avLst/>
              <a:gdLst>
                <a:gd name="T0" fmla="*/ 38 w 26"/>
                <a:gd name="T1" fmla="*/ 115 h 23"/>
                <a:gd name="T2" fmla="*/ 27 w 26"/>
                <a:gd name="T3" fmla="*/ 40 h 23"/>
                <a:gd name="T4" fmla="*/ 95 w 26"/>
                <a:gd name="T5" fmla="*/ 11 h 23"/>
                <a:gd name="T6" fmla="*/ 135 w 26"/>
                <a:gd name="T7" fmla="*/ 70 h 23"/>
                <a:gd name="T8" fmla="*/ 40 w 26"/>
                <a:gd name="T9" fmla="*/ 11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6" y="22"/>
                  </a:moveTo>
                  <a:cubicBezTo>
                    <a:pt x="5" y="16"/>
                    <a:pt x="0" y="13"/>
                    <a:pt x="4" y="8"/>
                  </a:cubicBezTo>
                  <a:cubicBezTo>
                    <a:pt x="7" y="4"/>
                    <a:pt x="11" y="0"/>
                    <a:pt x="16" y="2"/>
                  </a:cubicBezTo>
                  <a:cubicBezTo>
                    <a:pt x="21" y="4"/>
                    <a:pt x="26" y="10"/>
                    <a:pt x="23" y="14"/>
                  </a:cubicBezTo>
                  <a:cubicBezTo>
                    <a:pt x="20" y="17"/>
                    <a:pt x="11" y="23"/>
                    <a:pt x="7" y="2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1" name="Freeform 548">
              <a:extLst>
                <a:ext uri="{FF2B5EF4-FFF2-40B4-BE49-F238E27FC236}">
                  <a16:creationId xmlns:a16="http://schemas.microsoft.com/office/drawing/2014/main" id="{ADA9DC7C-0653-4CEB-950F-A46508078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099"/>
              <a:ext cx="44" cy="25"/>
            </a:xfrm>
            <a:custGeom>
              <a:avLst/>
              <a:gdLst>
                <a:gd name="T0" fmla="*/ 0 w 32"/>
                <a:gd name="T1" fmla="*/ 50 h 18"/>
                <a:gd name="T2" fmla="*/ 77 w 32"/>
                <a:gd name="T3" fmla="*/ 0 h 18"/>
                <a:gd name="T4" fmla="*/ 117 w 32"/>
                <a:gd name="T5" fmla="*/ 49 h 18"/>
                <a:gd name="T6" fmla="*/ 160 w 32"/>
                <a:gd name="T7" fmla="*/ 89 h 18"/>
                <a:gd name="T8" fmla="*/ 77 w 32"/>
                <a:gd name="T9" fmla="*/ 68 h 18"/>
                <a:gd name="T10" fmla="*/ 1 w 32"/>
                <a:gd name="T11" fmla="*/ 5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8">
                  <a:moveTo>
                    <a:pt x="0" y="10"/>
                  </a:moveTo>
                  <a:cubicBezTo>
                    <a:pt x="5" y="6"/>
                    <a:pt x="11" y="4"/>
                    <a:pt x="16" y="0"/>
                  </a:cubicBezTo>
                  <a:cubicBezTo>
                    <a:pt x="19" y="3"/>
                    <a:pt x="21" y="6"/>
                    <a:pt x="24" y="9"/>
                  </a:cubicBezTo>
                  <a:cubicBezTo>
                    <a:pt x="27" y="11"/>
                    <a:pt x="30" y="14"/>
                    <a:pt x="32" y="17"/>
                  </a:cubicBezTo>
                  <a:cubicBezTo>
                    <a:pt x="25" y="18"/>
                    <a:pt x="22" y="16"/>
                    <a:pt x="16" y="13"/>
                  </a:cubicBezTo>
                  <a:cubicBezTo>
                    <a:pt x="11" y="11"/>
                    <a:pt x="6" y="11"/>
                    <a:pt x="1" y="1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2" name="Freeform 549">
              <a:extLst>
                <a:ext uri="{FF2B5EF4-FFF2-40B4-BE49-F238E27FC236}">
                  <a16:creationId xmlns:a16="http://schemas.microsoft.com/office/drawing/2014/main" id="{53FD19F3-3517-473B-B60B-BFA1FA86E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125"/>
              <a:ext cx="46" cy="21"/>
            </a:xfrm>
            <a:custGeom>
              <a:avLst/>
              <a:gdLst>
                <a:gd name="T0" fmla="*/ 0 w 33"/>
                <a:gd name="T1" fmla="*/ 0 h 15"/>
                <a:gd name="T2" fmla="*/ 84 w 33"/>
                <a:gd name="T3" fmla="*/ 15 h 15"/>
                <a:gd name="T4" fmla="*/ 173 w 33"/>
                <a:gd name="T5" fmla="*/ 55 h 15"/>
                <a:gd name="T6" fmla="*/ 68 w 33"/>
                <a:gd name="T7" fmla="*/ 55 h 15"/>
                <a:gd name="T8" fmla="*/ 1 w 33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5" y="2"/>
                    <a:pt x="11" y="2"/>
                    <a:pt x="16" y="3"/>
                  </a:cubicBezTo>
                  <a:cubicBezTo>
                    <a:pt x="22" y="4"/>
                    <a:pt x="28" y="8"/>
                    <a:pt x="33" y="10"/>
                  </a:cubicBezTo>
                  <a:cubicBezTo>
                    <a:pt x="29" y="15"/>
                    <a:pt x="18" y="12"/>
                    <a:pt x="13" y="10"/>
                  </a:cubicBezTo>
                  <a:cubicBezTo>
                    <a:pt x="8" y="9"/>
                    <a:pt x="4" y="5"/>
                    <a:pt x="1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3" name="Freeform 550">
              <a:extLst>
                <a:ext uri="{FF2B5EF4-FFF2-40B4-BE49-F238E27FC236}">
                  <a16:creationId xmlns:a16="http://schemas.microsoft.com/office/drawing/2014/main" id="{141469DF-8E25-404D-B559-A0125AB68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145"/>
              <a:ext cx="41" cy="24"/>
            </a:xfrm>
            <a:custGeom>
              <a:avLst/>
              <a:gdLst>
                <a:gd name="T0" fmla="*/ 0 w 29"/>
                <a:gd name="T1" fmla="*/ 11 h 17"/>
                <a:gd name="T2" fmla="*/ 96 w 29"/>
                <a:gd name="T3" fmla="*/ 11 h 17"/>
                <a:gd name="T4" fmla="*/ 164 w 29"/>
                <a:gd name="T5" fmla="*/ 56 h 17"/>
                <a:gd name="T6" fmla="*/ 69 w 29"/>
                <a:gd name="T7" fmla="*/ 83 h 17"/>
                <a:gd name="T8" fmla="*/ 0 w 29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7">
                  <a:moveTo>
                    <a:pt x="0" y="2"/>
                  </a:moveTo>
                  <a:cubicBezTo>
                    <a:pt x="5" y="0"/>
                    <a:pt x="12" y="0"/>
                    <a:pt x="17" y="2"/>
                  </a:cubicBezTo>
                  <a:cubicBezTo>
                    <a:pt x="20" y="3"/>
                    <a:pt x="27" y="6"/>
                    <a:pt x="29" y="10"/>
                  </a:cubicBezTo>
                  <a:cubicBezTo>
                    <a:pt x="25" y="14"/>
                    <a:pt x="18" y="17"/>
                    <a:pt x="13" y="15"/>
                  </a:cubicBezTo>
                  <a:cubicBezTo>
                    <a:pt x="9" y="12"/>
                    <a:pt x="3" y="6"/>
                    <a:pt x="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4" name="Freeform 551">
              <a:extLst>
                <a:ext uri="{FF2B5EF4-FFF2-40B4-BE49-F238E27FC236}">
                  <a16:creationId xmlns:a16="http://schemas.microsoft.com/office/drawing/2014/main" id="{84CF90CC-31E4-481F-A552-50829722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163"/>
              <a:ext cx="27" cy="38"/>
            </a:xfrm>
            <a:custGeom>
              <a:avLst/>
              <a:gdLst>
                <a:gd name="T0" fmla="*/ 18 w 19"/>
                <a:gd name="T1" fmla="*/ 28 h 27"/>
                <a:gd name="T2" fmla="*/ 87 w 19"/>
                <a:gd name="T3" fmla="*/ 0 h 27"/>
                <a:gd name="T4" fmla="*/ 109 w 19"/>
                <a:gd name="T5" fmla="*/ 68 h 27"/>
                <a:gd name="T6" fmla="*/ 26 w 19"/>
                <a:gd name="T7" fmla="*/ 3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3" y="5"/>
                  </a:moveTo>
                  <a:cubicBezTo>
                    <a:pt x="6" y="5"/>
                    <a:pt x="12" y="0"/>
                    <a:pt x="15" y="0"/>
                  </a:cubicBezTo>
                  <a:cubicBezTo>
                    <a:pt x="18" y="1"/>
                    <a:pt x="19" y="9"/>
                    <a:pt x="19" y="12"/>
                  </a:cubicBezTo>
                  <a:cubicBezTo>
                    <a:pt x="15" y="27"/>
                    <a:pt x="0" y="15"/>
                    <a:pt x="4" y="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5" name="Freeform 552">
              <a:extLst>
                <a:ext uri="{FF2B5EF4-FFF2-40B4-BE49-F238E27FC236}">
                  <a16:creationId xmlns:a16="http://schemas.microsoft.com/office/drawing/2014/main" id="{6D73E683-BB48-4545-ADC8-7B1BDC469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186"/>
              <a:ext cx="26" cy="50"/>
            </a:xfrm>
            <a:custGeom>
              <a:avLst/>
              <a:gdLst>
                <a:gd name="T0" fmla="*/ 92 w 19"/>
                <a:gd name="T1" fmla="*/ 26 h 36"/>
                <a:gd name="T2" fmla="*/ 14 w 19"/>
                <a:gd name="T3" fmla="*/ 108 h 36"/>
                <a:gd name="T4" fmla="*/ 29 w 19"/>
                <a:gd name="T5" fmla="*/ 29 h 36"/>
                <a:gd name="T6" fmla="*/ 88 w 19"/>
                <a:gd name="T7" fmla="*/ 2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6">
                  <a:moveTo>
                    <a:pt x="19" y="5"/>
                  </a:moveTo>
                  <a:cubicBezTo>
                    <a:pt x="14" y="10"/>
                    <a:pt x="10" y="36"/>
                    <a:pt x="3" y="21"/>
                  </a:cubicBezTo>
                  <a:cubicBezTo>
                    <a:pt x="0" y="14"/>
                    <a:pt x="2" y="11"/>
                    <a:pt x="6" y="6"/>
                  </a:cubicBezTo>
                  <a:cubicBezTo>
                    <a:pt x="11" y="0"/>
                    <a:pt x="13" y="5"/>
                    <a:pt x="18" y="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6" name="Freeform 553">
              <a:extLst>
                <a:ext uri="{FF2B5EF4-FFF2-40B4-BE49-F238E27FC236}">
                  <a16:creationId xmlns:a16="http://schemas.microsoft.com/office/drawing/2014/main" id="{2097D311-7DDD-42B9-8438-1C0F1581B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216"/>
              <a:ext cx="26" cy="44"/>
            </a:xfrm>
            <a:custGeom>
              <a:avLst/>
              <a:gdLst>
                <a:gd name="T0" fmla="*/ 0 w 18"/>
                <a:gd name="T1" fmla="*/ 0 h 31"/>
                <a:gd name="T2" fmla="*/ 56 w 18"/>
                <a:gd name="T3" fmla="*/ 37 h 31"/>
                <a:gd name="T4" fmla="*/ 75 w 18"/>
                <a:gd name="T5" fmla="*/ 175 h 31"/>
                <a:gd name="T6" fmla="*/ 13 w 18"/>
                <a:gd name="T7" fmla="*/ 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cubicBezTo>
                    <a:pt x="3" y="1"/>
                    <a:pt x="5" y="5"/>
                    <a:pt x="9" y="6"/>
                  </a:cubicBezTo>
                  <a:cubicBezTo>
                    <a:pt x="9" y="10"/>
                    <a:pt x="18" y="29"/>
                    <a:pt x="12" y="30"/>
                  </a:cubicBezTo>
                  <a:cubicBezTo>
                    <a:pt x="1" y="31"/>
                    <a:pt x="4" y="6"/>
                    <a:pt x="2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7" name="Freeform 554">
              <a:extLst>
                <a:ext uri="{FF2B5EF4-FFF2-40B4-BE49-F238E27FC236}">
                  <a16:creationId xmlns:a16="http://schemas.microsoft.com/office/drawing/2014/main" id="{A256641F-7D26-4DD5-8EDA-F71740BD9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257"/>
              <a:ext cx="24" cy="42"/>
            </a:xfrm>
            <a:custGeom>
              <a:avLst/>
              <a:gdLst>
                <a:gd name="T0" fmla="*/ 0 w 17"/>
                <a:gd name="T1" fmla="*/ 0 h 30"/>
                <a:gd name="T2" fmla="*/ 68 w 17"/>
                <a:gd name="T3" fmla="*/ 39 h 30"/>
                <a:gd name="T4" fmla="*/ 83 w 17"/>
                <a:gd name="T5" fmla="*/ 118 h 30"/>
                <a:gd name="T6" fmla="*/ 16 w 17"/>
                <a:gd name="T7" fmla="*/ 97 h 30"/>
                <a:gd name="T8" fmla="*/ 0 w 1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0">
                  <a:moveTo>
                    <a:pt x="0" y="0"/>
                  </a:moveTo>
                  <a:cubicBezTo>
                    <a:pt x="6" y="2"/>
                    <a:pt x="9" y="2"/>
                    <a:pt x="12" y="7"/>
                  </a:cubicBezTo>
                  <a:cubicBezTo>
                    <a:pt x="13" y="11"/>
                    <a:pt x="17" y="18"/>
                    <a:pt x="15" y="22"/>
                  </a:cubicBezTo>
                  <a:cubicBezTo>
                    <a:pt x="12" y="30"/>
                    <a:pt x="5" y="23"/>
                    <a:pt x="3" y="18"/>
                  </a:cubicBezTo>
                  <a:cubicBezTo>
                    <a:pt x="2" y="13"/>
                    <a:pt x="0" y="5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8" name="Freeform 555">
              <a:extLst>
                <a:ext uri="{FF2B5EF4-FFF2-40B4-BE49-F238E27FC236}">
                  <a16:creationId xmlns:a16="http://schemas.microsoft.com/office/drawing/2014/main" id="{A4D0E04A-9819-42F0-AB3E-284B60E1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92"/>
              <a:ext cx="22" cy="30"/>
            </a:xfrm>
            <a:custGeom>
              <a:avLst/>
              <a:gdLst>
                <a:gd name="T0" fmla="*/ 11 w 16"/>
                <a:gd name="T1" fmla="*/ 0 h 21"/>
                <a:gd name="T2" fmla="*/ 40 w 16"/>
                <a:gd name="T3" fmla="*/ 13 h 21"/>
                <a:gd name="T4" fmla="*/ 69 w 16"/>
                <a:gd name="T5" fmla="*/ 39 h 21"/>
                <a:gd name="T6" fmla="*/ 65 w 16"/>
                <a:gd name="T7" fmla="*/ 114 h 21"/>
                <a:gd name="T8" fmla="*/ 36 w 16"/>
                <a:gd name="T9" fmla="*/ 124 h 21"/>
                <a:gd name="T10" fmla="*/ 15 w 16"/>
                <a:gd name="T11" fmla="*/ 96 h 21"/>
                <a:gd name="T12" fmla="*/ 11 w 16"/>
                <a:gd name="T13" fmla="*/ 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1">
                  <a:moveTo>
                    <a:pt x="2" y="0"/>
                  </a:moveTo>
                  <a:cubicBezTo>
                    <a:pt x="4" y="0"/>
                    <a:pt x="6" y="2"/>
                    <a:pt x="8" y="2"/>
                  </a:cubicBezTo>
                  <a:cubicBezTo>
                    <a:pt x="11" y="3"/>
                    <a:pt x="12" y="3"/>
                    <a:pt x="14" y="6"/>
                  </a:cubicBezTo>
                  <a:cubicBezTo>
                    <a:pt x="15" y="10"/>
                    <a:pt x="16" y="15"/>
                    <a:pt x="13" y="19"/>
                  </a:cubicBezTo>
                  <a:cubicBezTo>
                    <a:pt x="11" y="20"/>
                    <a:pt x="9" y="21"/>
                    <a:pt x="7" y="21"/>
                  </a:cubicBezTo>
                  <a:cubicBezTo>
                    <a:pt x="4" y="20"/>
                    <a:pt x="4" y="18"/>
                    <a:pt x="3" y="16"/>
                  </a:cubicBezTo>
                  <a:cubicBezTo>
                    <a:pt x="1" y="10"/>
                    <a:pt x="0" y="6"/>
                    <a:pt x="2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29" name="Freeform 556">
              <a:extLst>
                <a:ext uri="{FF2B5EF4-FFF2-40B4-BE49-F238E27FC236}">
                  <a16:creationId xmlns:a16="http://schemas.microsoft.com/office/drawing/2014/main" id="{D5DBEC5A-03D7-436C-AAE3-836F85357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303"/>
              <a:ext cx="28" cy="29"/>
            </a:xfrm>
            <a:custGeom>
              <a:avLst/>
              <a:gdLst>
                <a:gd name="T0" fmla="*/ 80 w 20"/>
                <a:gd name="T1" fmla="*/ 0 h 20"/>
                <a:gd name="T2" fmla="*/ 104 w 20"/>
                <a:gd name="T3" fmla="*/ 88 h 20"/>
                <a:gd name="T4" fmla="*/ 41 w 20"/>
                <a:gd name="T5" fmla="*/ 116 h 20"/>
                <a:gd name="T6" fmla="*/ 1 w 20"/>
                <a:gd name="T7" fmla="*/ 125 h 20"/>
                <a:gd name="T8" fmla="*/ 1 w 20"/>
                <a:gd name="T9" fmla="*/ 70 h 20"/>
                <a:gd name="T10" fmla="*/ 80 w 20"/>
                <a:gd name="T11" fmla="*/ 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0">
                  <a:moveTo>
                    <a:pt x="15" y="0"/>
                  </a:moveTo>
                  <a:cubicBezTo>
                    <a:pt x="16" y="4"/>
                    <a:pt x="20" y="10"/>
                    <a:pt x="19" y="14"/>
                  </a:cubicBezTo>
                  <a:cubicBezTo>
                    <a:pt x="18" y="17"/>
                    <a:pt x="11" y="18"/>
                    <a:pt x="8" y="18"/>
                  </a:cubicBezTo>
                  <a:cubicBezTo>
                    <a:pt x="6" y="19"/>
                    <a:pt x="2" y="20"/>
                    <a:pt x="1" y="19"/>
                  </a:cubicBezTo>
                  <a:cubicBezTo>
                    <a:pt x="0" y="18"/>
                    <a:pt x="0" y="12"/>
                    <a:pt x="1" y="11"/>
                  </a:cubicBezTo>
                  <a:cubicBezTo>
                    <a:pt x="2" y="7"/>
                    <a:pt x="11" y="1"/>
                    <a:pt x="15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0" name="Freeform 557">
              <a:extLst>
                <a:ext uri="{FF2B5EF4-FFF2-40B4-BE49-F238E27FC236}">
                  <a16:creationId xmlns:a16="http://schemas.microsoft.com/office/drawing/2014/main" id="{A2517BD7-2905-415B-BA19-751B6E6A5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317"/>
              <a:ext cx="30" cy="33"/>
            </a:xfrm>
            <a:custGeom>
              <a:avLst/>
              <a:gdLst>
                <a:gd name="T0" fmla="*/ 114 w 21"/>
                <a:gd name="T1" fmla="*/ 13 h 23"/>
                <a:gd name="T2" fmla="*/ 124 w 21"/>
                <a:gd name="T3" fmla="*/ 56 h 23"/>
                <a:gd name="T4" fmla="*/ 87 w 21"/>
                <a:gd name="T5" fmla="*/ 86 h 23"/>
                <a:gd name="T6" fmla="*/ 29 w 21"/>
                <a:gd name="T7" fmla="*/ 115 h 23"/>
                <a:gd name="T8" fmla="*/ 47 w 21"/>
                <a:gd name="T9" fmla="*/ 27 h 23"/>
                <a:gd name="T10" fmla="*/ 114 w 21"/>
                <a:gd name="T11" fmla="*/ 1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9" y="2"/>
                  </a:moveTo>
                  <a:cubicBezTo>
                    <a:pt x="19" y="3"/>
                    <a:pt x="21" y="8"/>
                    <a:pt x="21" y="9"/>
                  </a:cubicBezTo>
                  <a:cubicBezTo>
                    <a:pt x="20" y="11"/>
                    <a:pt x="17" y="13"/>
                    <a:pt x="15" y="14"/>
                  </a:cubicBezTo>
                  <a:cubicBezTo>
                    <a:pt x="12" y="16"/>
                    <a:pt x="9" y="23"/>
                    <a:pt x="5" y="19"/>
                  </a:cubicBezTo>
                  <a:cubicBezTo>
                    <a:pt x="0" y="13"/>
                    <a:pt x="3" y="9"/>
                    <a:pt x="8" y="4"/>
                  </a:cubicBezTo>
                  <a:cubicBezTo>
                    <a:pt x="12" y="0"/>
                    <a:pt x="14" y="1"/>
                    <a:pt x="19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1" name="Freeform 558">
              <a:extLst>
                <a:ext uri="{FF2B5EF4-FFF2-40B4-BE49-F238E27FC236}">
                  <a16:creationId xmlns:a16="http://schemas.microsoft.com/office/drawing/2014/main" id="{0836377D-991C-42EC-B237-7E94286E2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334"/>
              <a:ext cx="32" cy="34"/>
            </a:xfrm>
            <a:custGeom>
              <a:avLst/>
              <a:gdLst>
                <a:gd name="T0" fmla="*/ 83 w 23"/>
                <a:gd name="T1" fmla="*/ 0 h 24"/>
                <a:gd name="T2" fmla="*/ 104 w 23"/>
                <a:gd name="T3" fmla="*/ 81 h 24"/>
                <a:gd name="T4" fmla="*/ 83 w 23"/>
                <a:gd name="T5" fmla="*/ 105 h 24"/>
                <a:gd name="T6" fmla="*/ 56 w 23"/>
                <a:gd name="T7" fmla="*/ 125 h 24"/>
                <a:gd name="T8" fmla="*/ 11 w 23"/>
                <a:gd name="T9" fmla="*/ 74 h 24"/>
                <a:gd name="T10" fmla="*/ 49 w 23"/>
                <a:gd name="T11" fmla="*/ 28 h 24"/>
                <a:gd name="T12" fmla="*/ 78 w 23"/>
                <a:gd name="T13" fmla="*/ 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6" y="0"/>
                  </a:moveTo>
                  <a:cubicBezTo>
                    <a:pt x="18" y="4"/>
                    <a:pt x="23" y="9"/>
                    <a:pt x="20" y="14"/>
                  </a:cubicBezTo>
                  <a:cubicBezTo>
                    <a:pt x="19" y="15"/>
                    <a:pt x="17" y="17"/>
                    <a:pt x="16" y="18"/>
                  </a:cubicBezTo>
                  <a:cubicBezTo>
                    <a:pt x="14" y="19"/>
                    <a:pt x="12" y="21"/>
                    <a:pt x="11" y="22"/>
                  </a:cubicBezTo>
                  <a:cubicBezTo>
                    <a:pt x="6" y="24"/>
                    <a:pt x="0" y="18"/>
                    <a:pt x="2" y="13"/>
                  </a:cubicBezTo>
                  <a:cubicBezTo>
                    <a:pt x="3" y="11"/>
                    <a:pt x="7" y="7"/>
                    <a:pt x="9" y="5"/>
                  </a:cubicBezTo>
                  <a:cubicBezTo>
                    <a:pt x="11" y="3"/>
                    <a:pt x="12" y="1"/>
                    <a:pt x="15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2" name="Freeform 559">
              <a:extLst>
                <a:ext uri="{FF2B5EF4-FFF2-40B4-BE49-F238E27FC236}">
                  <a16:creationId xmlns:a16="http://schemas.microsoft.com/office/drawing/2014/main" id="{6425A4AC-6E5D-4FD9-999E-9AC322D20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334"/>
              <a:ext cx="28" cy="35"/>
            </a:xfrm>
            <a:custGeom>
              <a:avLst/>
              <a:gdLst>
                <a:gd name="T0" fmla="*/ 94 w 20"/>
                <a:gd name="T1" fmla="*/ 69 h 25"/>
                <a:gd name="T2" fmla="*/ 97 w 20"/>
                <a:gd name="T3" fmla="*/ 136 h 25"/>
                <a:gd name="T4" fmla="*/ 1 w 20"/>
                <a:gd name="T5" fmla="*/ 39 h 25"/>
                <a:gd name="T6" fmla="*/ 15 w 20"/>
                <a:gd name="T7" fmla="*/ 1 h 25"/>
                <a:gd name="T8" fmla="*/ 49 w 20"/>
                <a:gd name="T9" fmla="*/ 21 h 25"/>
                <a:gd name="T10" fmla="*/ 94 w 20"/>
                <a:gd name="T11" fmla="*/ 8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5">
                  <a:moveTo>
                    <a:pt x="17" y="13"/>
                  </a:moveTo>
                  <a:cubicBezTo>
                    <a:pt x="16" y="17"/>
                    <a:pt x="20" y="22"/>
                    <a:pt x="18" y="25"/>
                  </a:cubicBezTo>
                  <a:cubicBezTo>
                    <a:pt x="10" y="25"/>
                    <a:pt x="2" y="14"/>
                    <a:pt x="1" y="7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6" y="0"/>
                    <a:pt x="7" y="2"/>
                    <a:pt x="9" y="4"/>
                  </a:cubicBezTo>
                  <a:cubicBezTo>
                    <a:pt x="13" y="7"/>
                    <a:pt x="17" y="9"/>
                    <a:pt x="17" y="1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3" name="Freeform 560">
              <a:extLst>
                <a:ext uri="{FF2B5EF4-FFF2-40B4-BE49-F238E27FC236}">
                  <a16:creationId xmlns:a16="http://schemas.microsoft.com/office/drawing/2014/main" id="{127725A2-0928-4800-B725-6548DD710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299"/>
              <a:ext cx="20" cy="38"/>
            </a:xfrm>
            <a:custGeom>
              <a:avLst/>
              <a:gdLst>
                <a:gd name="T0" fmla="*/ 39 w 14"/>
                <a:gd name="T1" fmla="*/ 149 h 27"/>
                <a:gd name="T2" fmla="*/ 80 w 14"/>
                <a:gd name="T3" fmla="*/ 125 h 27"/>
                <a:gd name="T4" fmla="*/ 67 w 14"/>
                <a:gd name="T5" fmla="*/ 83 h 27"/>
                <a:gd name="T6" fmla="*/ 56 w 14"/>
                <a:gd name="T7" fmla="*/ 21 h 27"/>
                <a:gd name="T8" fmla="*/ 39 w 14"/>
                <a:gd name="T9" fmla="*/ 0 h 27"/>
                <a:gd name="T10" fmla="*/ 1 w 14"/>
                <a:gd name="T11" fmla="*/ 15 h 27"/>
                <a:gd name="T12" fmla="*/ 19 w 14"/>
                <a:gd name="T13" fmla="*/ 89 h 27"/>
                <a:gd name="T14" fmla="*/ 39 w 14"/>
                <a:gd name="T15" fmla="*/ 149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7">
                  <a:moveTo>
                    <a:pt x="6" y="27"/>
                  </a:moveTo>
                  <a:cubicBezTo>
                    <a:pt x="8" y="26"/>
                    <a:pt x="10" y="23"/>
                    <a:pt x="13" y="23"/>
                  </a:cubicBezTo>
                  <a:cubicBezTo>
                    <a:pt x="14" y="20"/>
                    <a:pt x="11" y="17"/>
                    <a:pt x="11" y="15"/>
                  </a:cubicBezTo>
                  <a:cubicBezTo>
                    <a:pt x="10" y="11"/>
                    <a:pt x="10" y="7"/>
                    <a:pt x="9" y="4"/>
                  </a:cubicBezTo>
                  <a:cubicBezTo>
                    <a:pt x="8" y="2"/>
                    <a:pt x="8" y="0"/>
                    <a:pt x="6" y="0"/>
                  </a:cubicBezTo>
                  <a:cubicBezTo>
                    <a:pt x="4" y="0"/>
                    <a:pt x="2" y="2"/>
                    <a:pt x="1" y="3"/>
                  </a:cubicBezTo>
                  <a:cubicBezTo>
                    <a:pt x="0" y="7"/>
                    <a:pt x="3" y="13"/>
                    <a:pt x="3" y="16"/>
                  </a:cubicBezTo>
                  <a:cubicBezTo>
                    <a:pt x="4" y="20"/>
                    <a:pt x="5" y="24"/>
                    <a:pt x="6" y="2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4" name="Freeform 561">
              <a:extLst>
                <a:ext uri="{FF2B5EF4-FFF2-40B4-BE49-F238E27FC236}">
                  <a16:creationId xmlns:a16="http://schemas.microsoft.com/office/drawing/2014/main" id="{97711457-1900-4176-9D12-DC1F3B737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256"/>
              <a:ext cx="19" cy="45"/>
            </a:xfrm>
            <a:custGeom>
              <a:avLst/>
              <a:gdLst>
                <a:gd name="T0" fmla="*/ 10 w 14"/>
                <a:gd name="T1" fmla="*/ 15 h 32"/>
                <a:gd name="T2" fmla="*/ 10 w 14"/>
                <a:gd name="T3" fmla="*/ 117 h 32"/>
                <a:gd name="T4" fmla="*/ 26 w 14"/>
                <a:gd name="T5" fmla="*/ 176 h 32"/>
                <a:gd name="T6" fmla="*/ 37 w 14"/>
                <a:gd name="T7" fmla="*/ 162 h 32"/>
                <a:gd name="T8" fmla="*/ 56 w 14"/>
                <a:gd name="T9" fmla="*/ 152 h 32"/>
                <a:gd name="T10" fmla="*/ 41 w 14"/>
                <a:gd name="T11" fmla="*/ 69 h 32"/>
                <a:gd name="T12" fmla="*/ 10 w 14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2">
                  <a:moveTo>
                    <a:pt x="2" y="3"/>
                  </a:moveTo>
                  <a:cubicBezTo>
                    <a:pt x="0" y="8"/>
                    <a:pt x="1" y="16"/>
                    <a:pt x="2" y="21"/>
                  </a:cubicBezTo>
                  <a:cubicBezTo>
                    <a:pt x="2" y="24"/>
                    <a:pt x="3" y="29"/>
                    <a:pt x="5" y="32"/>
                  </a:cubicBezTo>
                  <a:cubicBezTo>
                    <a:pt x="6" y="31"/>
                    <a:pt x="7" y="30"/>
                    <a:pt x="8" y="29"/>
                  </a:cubicBezTo>
                  <a:cubicBezTo>
                    <a:pt x="9" y="29"/>
                    <a:pt x="11" y="29"/>
                    <a:pt x="12" y="28"/>
                  </a:cubicBezTo>
                  <a:cubicBezTo>
                    <a:pt x="14" y="27"/>
                    <a:pt x="10" y="16"/>
                    <a:pt x="9" y="13"/>
                  </a:cubicBezTo>
                  <a:cubicBezTo>
                    <a:pt x="9" y="10"/>
                    <a:pt x="7" y="0"/>
                    <a:pt x="2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5" name="Freeform 562">
              <a:extLst>
                <a:ext uri="{FF2B5EF4-FFF2-40B4-BE49-F238E27FC236}">
                  <a16:creationId xmlns:a16="http://schemas.microsoft.com/office/drawing/2014/main" id="{A6BF0EA5-F02E-4DFC-ABCF-B87DCF7DA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215"/>
              <a:ext cx="18" cy="44"/>
            </a:xfrm>
            <a:custGeom>
              <a:avLst/>
              <a:gdLst>
                <a:gd name="T0" fmla="*/ 0 w 13"/>
                <a:gd name="T1" fmla="*/ 40 h 31"/>
                <a:gd name="T2" fmla="*/ 15 w 13"/>
                <a:gd name="T3" fmla="*/ 87 h 31"/>
                <a:gd name="T4" fmla="*/ 21 w 13"/>
                <a:gd name="T5" fmla="*/ 125 h 31"/>
                <a:gd name="T6" fmla="*/ 46 w 13"/>
                <a:gd name="T7" fmla="*/ 165 h 31"/>
                <a:gd name="T8" fmla="*/ 64 w 13"/>
                <a:gd name="T9" fmla="*/ 165 h 31"/>
                <a:gd name="T10" fmla="*/ 55 w 13"/>
                <a:gd name="T11" fmla="*/ 135 h 31"/>
                <a:gd name="T12" fmla="*/ 46 w 13"/>
                <a:gd name="T13" fmla="*/ 57 h 31"/>
                <a:gd name="T14" fmla="*/ 0 w 13"/>
                <a:gd name="T15" fmla="*/ 4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31">
                  <a:moveTo>
                    <a:pt x="0" y="7"/>
                  </a:moveTo>
                  <a:cubicBezTo>
                    <a:pt x="0" y="10"/>
                    <a:pt x="2" y="12"/>
                    <a:pt x="3" y="15"/>
                  </a:cubicBezTo>
                  <a:cubicBezTo>
                    <a:pt x="3" y="18"/>
                    <a:pt x="4" y="20"/>
                    <a:pt x="4" y="22"/>
                  </a:cubicBezTo>
                  <a:cubicBezTo>
                    <a:pt x="5" y="27"/>
                    <a:pt x="3" y="31"/>
                    <a:pt x="9" y="29"/>
                  </a:cubicBezTo>
                  <a:cubicBezTo>
                    <a:pt x="10" y="29"/>
                    <a:pt x="11" y="30"/>
                    <a:pt x="12" y="29"/>
                  </a:cubicBezTo>
                  <a:cubicBezTo>
                    <a:pt x="13" y="28"/>
                    <a:pt x="12" y="24"/>
                    <a:pt x="11" y="23"/>
                  </a:cubicBezTo>
                  <a:cubicBezTo>
                    <a:pt x="10" y="19"/>
                    <a:pt x="10" y="14"/>
                    <a:pt x="9" y="10"/>
                  </a:cubicBezTo>
                  <a:cubicBezTo>
                    <a:pt x="8" y="7"/>
                    <a:pt x="1" y="0"/>
                    <a:pt x="0" y="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6" name="Freeform 563">
              <a:extLst>
                <a:ext uri="{FF2B5EF4-FFF2-40B4-BE49-F238E27FC236}">
                  <a16:creationId xmlns:a16="http://schemas.microsoft.com/office/drawing/2014/main" id="{7F768683-10F9-4081-8BFC-D3E9028F8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190"/>
              <a:ext cx="26" cy="29"/>
            </a:xfrm>
            <a:custGeom>
              <a:avLst/>
              <a:gdLst>
                <a:gd name="T0" fmla="*/ 0 w 19"/>
                <a:gd name="T1" fmla="*/ 26 h 21"/>
                <a:gd name="T2" fmla="*/ 67 w 19"/>
                <a:gd name="T3" fmla="*/ 105 h 21"/>
                <a:gd name="T4" fmla="*/ 92 w 19"/>
                <a:gd name="T5" fmla="*/ 69 h 21"/>
                <a:gd name="T6" fmla="*/ 64 w 19"/>
                <a:gd name="T7" fmla="*/ 26 h 21"/>
                <a:gd name="T8" fmla="*/ 29 w 19"/>
                <a:gd name="T9" fmla="*/ 0 h 21"/>
                <a:gd name="T10" fmla="*/ 1 w 19"/>
                <a:gd name="T11" fmla="*/ 2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0" y="5"/>
                  </a:moveTo>
                  <a:cubicBezTo>
                    <a:pt x="5" y="10"/>
                    <a:pt x="9" y="16"/>
                    <a:pt x="14" y="21"/>
                  </a:cubicBezTo>
                  <a:cubicBezTo>
                    <a:pt x="15" y="20"/>
                    <a:pt x="19" y="16"/>
                    <a:pt x="19" y="14"/>
                  </a:cubicBezTo>
                  <a:cubicBezTo>
                    <a:pt x="19" y="12"/>
                    <a:pt x="15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2" y="1"/>
                    <a:pt x="2" y="3"/>
                    <a:pt x="1" y="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7" name="Freeform 564">
              <a:extLst>
                <a:ext uri="{FF2B5EF4-FFF2-40B4-BE49-F238E27FC236}">
                  <a16:creationId xmlns:a16="http://schemas.microsoft.com/office/drawing/2014/main" id="{298D7271-91DF-4F60-93A4-DCD5E706D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183"/>
              <a:ext cx="37" cy="22"/>
            </a:xfrm>
            <a:custGeom>
              <a:avLst/>
              <a:gdLst>
                <a:gd name="T0" fmla="*/ 124 w 26"/>
                <a:gd name="T1" fmla="*/ 50 h 16"/>
                <a:gd name="T2" fmla="*/ 138 w 26"/>
                <a:gd name="T3" fmla="*/ 15 h 16"/>
                <a:gd name="T4" fmla="*/ 87 w 26"/>
                <a:gd name="T5" fmla="*/ 0 h 16"/>
                <a:gd name="T6" fmla="*/ 47 w 26"/>
                <a:gd name="T7" fmla="*/ 1 h 16"/>
                <a:gd name="T8" fmla="*/ 1 w 26"/>
                <a:gd name="T9" fmla="*/ 36 h 16"/>
                <a:gd name="T10" fmla="*/ 19 w 26"/>
                <a:gd name="T11" fmla="*/ 65 h 16"/>
                <a:gd name="T12" fmla="*/ 47 w 26"/>
                <a:gd name="T13" fmla="*/ 65 h 16"/>
                <a:gd name="T14" fmla="*/ 115 w 26"/>
                <a:gd name="T15" fmla="*/ 5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6">
                  <a:moveTo>
                    <a:pt x="21" y="10"/>
                  </a:moveTo>
                  <a:cubicBezTo>
                    <a:pt x="23" y="8"/>
                    <a:pt x="26" y="5"/>
                    <a:pt x="24" y="3"/>
                  </a:cubicBezTo>
                  <a:cubicBezTo>
                    <a:pt x="23" y="0"/>
                    <a:pt x="18" y="0"/>
                    <a:pt x="15" y="0"/>
                  </a:cubicBezTo>
                  <a:cubicBezTo>
                    <a:pt x="13" y="0"/>
                    <a:pt x="10" y="0"/>
                    <a:pt x="8" y="1"/>
                  </a:cubicBezTo>
                  <a:cubicBezTo>
                    <a:pt x="6" y="2"/>
                    <a:pt x="2" y="5"/>
                    <a:pt x="1" y="7"/>
                  </a:cubicBezTo>
                  <a:cubicBezTo>
                    <a:pt x="0" y="9"/>
                    <a:pt x="2" y="12"/>
                    <a:pt x="3" y="13"/>
                  </a:cubicBezTo>
                  <a:cubicBezTo>
                    <a:pt x="6" y="16"/>
                    <a:pt x="5" y="15"/>
                    <a:pt x="8" y="13"/>
                  </a:cubicBezTo>
                  <a:cubicBezTo>
                    <a:pt x="12" y="9"/>
                    <a:pt x="16" y="7"/>
                    <a:pt x="20" y="1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8" name="Freeform 565">
              <a:extLst>
                <a:ext uri="{FF2B5EF4-FFF2-40B4-BE49-F238E27FC236}">
                  <a16:creationId xmlns:a16="http://schemas.microsoft.com/office/drawing/2014/main" id="{744A8D5A-1DDD-41F9-8B39-D5A8ABF1B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198"/>
              <a:ext cx="18" cy="49"/>
            </a:xfrm>
            <a:custGeom>
              <a:avLst/>
              <a:gdLst>
                <a:gd name="T0" fmla="*/ 29 w 13"/>
                <a:gd name="T1" fmla="*/ 0 h 35"/>
                <a:gd name="T2" fmla="*/ 64 w 13"/>
                <a:gd name="T3" fmla="*/ 29 h 35"/>
                <a:gd name="T4" fmla="*/ 50 w 13"/>
                <a:gd name="T5" fmla="*/ 80 h 35"/>
                <a:gd name="T6" fmla="*/ 36 w 13"/>
                <a:gd name="T7" fmla="*/ 136 h 35"/>
                <a:gd name="T8" fmla="*/ 26 w 13"/>
                <a:gd name="T9" fmla="*/ 190 h 35"/>
                <a:gd name="T10" fmla="*/ 11 w 13"/>
                <a:gd name="T11" fmla="*/ 94 h 35"/>
                <a:gd name="T12" fmla="*/ 29 w 13"/>
                <a:gd name="T13" fmla="*/ 1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5">
                  <a:moveTo>
                    <a:pt x="6" y="0"/>
                  </a:moveTo>
                  <a:cubicBezTo>
                    <a:pt x="8" y="2"/>
                    <a:pt x="11" y="4"/>
                    <a:pt x="12" y="6"/>
                  </a:cubicBezTo>
                  <a:cubicBezTo>
                    <a:pt x="13" y="9"/>
                    <a:pt x="11" y="12"/>
                    <a:pt x="10" y="15"/>
                  </a:cubicBezTo>
                  <a:cubicBezTo>
                    <a:pt x="9" y="18"/>
                    <a:pt x="8" y="21"/>
                    <a:pt x="7" y="25"/>
                  </a:cubicBezTo>
                  <a:cubicBezTo>
                    <a:pt x="7" y="28"/>
                    <a:pt x="7" y="33"/>
                    <a:pt x="5" y="35"/>
                  </a:cubicBezTo>
                  <a:cubicBezTo>
                    <a:pt x="0" y="31"/>
                    <a:pt x="1" y="23"/>
                    <a:pt x="2" y="17"/>
                  </a:cubicBezTo>
                  <a:cubicBezTo>
                    <a:pt x="2" y="12"/>
                    <a:pt x="4" y="7"/>
                    <a:pt x="6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39" name="Freeform 566">
              <a:extLst>
                <a:ext uri="{FF2B5EF4-FFF2-40B4-BE49-F238E27FC236}">
                  <a16:creationId xmlns:a16="http://schemas.microsoft.com/office/drawing/2014/main" id="{A2432AF5-F91A-4D58-8FC1-F6B5E4958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247"/>
              <a:ext cx="14" cy="62"/>
            </a:xfrm>
            <a:custGeom>
              <a:avLst/>
              <a:gdLst>
                <a:gd name="T0" fmla="*/ 21 w 10"/>
                <a:gd name="T1" fmla="*/ 0 h 44"/>
                <a:gd name="T2" fmla="*/ 55 w 10"/>
                <a:gd name="T3" fmla="*/ 28 h 44"/>
                <a:gd name="T4" fmla="*/ 49 w 10"/>
                <a:gd name="T5" fmla="*/ 89 h 44"/>
                <a:gd name="T6" fmla="*/ 49 w 10"/>
                <a:gd name="T7" fmla="*/ 218 h 44"/>
                <a:gd name="T8" fmla="*/ 1 w 10"/>
                <a:gd name="T9" fmla="*/ 110 h 44"/>
                <a:gd name="T10" fmla="*/ 21 w 10"/>
                <a:gd name="T11" fmla="*/ 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4">
                  <a:moveTo>
                    <a:pt x="4" y="0"/>
                  </a:moveTo>
                  <a:cubicBezTo>
                    <a:pt x="8" y="2"/>
                    <a:pt x="10" y="1"/>
                    <a:pt x="10" y="5"/>
                  </a:cubicBezTo>
                  <a:cubicBezTo>
                    <a:pt x="10" y="9"/>
                    <a:pt x="9" y="12"/>
                    <a:pt x="9" y="16"/>
                  </a:cubicBezTo>
                  <a:cubicBezTo>
                    <a:pt x="8" y="23"/>
                    <a:pt x="8" y="32"/>
                    <a:pt x="9" y="39"/>
                  </a:cubicBezTo>
                  <a:cubicBezTo>
                    <a:pt x="1" y="44"/>
                    <a:pt x="1" y="24"/>
                    <a:pt x="1" y="20"/>
                  </a:cubicBezTo>
                  <a:cubicBezTo>
                    <a:pt x="1" y="14"/>
                    <a:pt x="0" y="5"/>
                    <a:pt x="4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0" name="Freeform 567">
              <a:extLst>
                <a:ext uri="{FF2B5EF4-FFF2-40B4-BE49-F238E27FC236}">
                  <a16:creationId xmlns:a16="http://schemas.microsoft.com/office/drawing/2014/main" id="{1CB5E4EA-25CC-4992-9FFA-E86150E9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302"/>
              <a:ext cx="15" cy="55"/>
            </a:xfrm>
            <a:custGeom>
              <a:avLst/>
              <a:gdLst>
                <a:gd name="T0" fmla="*/ 12 w 10"/>
                <a:gd name="T1" fmla="*/ 16 h 39"/>
                <a:gd name="T2" fmla="*/ 72 w 10"/>
                <a:gd name="T3" fmla="*/ 83 h 39"/>
                <a:gd name="T4" fmla="*/ 80 w 10"/>
                <a:gd name="T5" fmla="*/ 213 h 39"/>
                <a:gd name="T6" fmla="*/ 12 w 10"/>
                <a:gd name="T7" fmla="*/ 135 h 39"/>
                <a:gd name="T8" fmla="*/ 12 w 10"/>
                <a:gd name="T9" fmla="*/ 1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9">
                  <a:moveTo>
                    <a:pt x="1" y="3"/>
                  </a:moveTo>
                  <a:cubicBezTo>
                    <a:pt x="10" y="0"/>
                    <a:pt x="9" y="10"/>
                    <a:pt x="9" y="15"/>
                  </a:cubicBezTo>
                  <a:cubicBezTo>
                    <a:pt x="9" y="23"/>
                    <a:pt x="10" y="31"/>
                    <a:pt x="10" y="38"/>
                  </a:cubicBezTo>
                  <a:cubicBezTo>
                    <a:pt x="2" y="39"/>
                    <a:pt x="1" y="31"/>
                    <a:pt x="1" y="24"/>
                  </a:cubicBezTo>
                  <a:cubicBezTo>
                    <a:pt x="0" y="17"/>
                    <a:pt x="0" y="10"/>
                    <a:pt x="1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1" name="Freeform 568">
              <a:extLst>
                <a:ext uri="{FF2B5EF4-FFF2-40B4-BE49-F238E27FC236}">
                  <a16:creationId xmlns:a16="http://schemas.microsoft.com/office/drawing/2014/main" id="{D1879C61-0E45-462D-BF72-DBD6E824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358"/>
              <a:ext cx="17" cy="49"/>
            </a:xfrm>
            <a:custGeom>
              <a:avLst/>
              <a:gdLst>
                <a:gd name="T0" fmla="*/ 0 w 12"/>
                <a:gd name="T1" fmla="*/ 0 h 35"/>
                <a:gd name="T2" fmla="*/ 37 w 12"/>
                <a:gd name="T3" fmla="*/ 0 h 35"/>
                <a:gd name="T4" fmla="*/ 40 w 12"/>
                <a:gd name="T5" fmla="*/ 39 h 35"/>
                <a:gd name="T6" fmla="*/ 47 w 12"/>
                <a:gd name="T7" fmla="*/ 97 h 35"/>
                <a:gd name="T8" fmla="*/ 67 w 12"/>
                <a:gd name="T9" fmla="*/ 176 h 35"/>
                <a:gd name="T10" fmla="*/ 28 w 12"/>
                <a:gd name="T11" fmla="*/ 185 h 35"/>
                <a:gd name="T12" fmla="*/ 13 w 12"/>
                <a:gd name="T13" fmla="*/ 136 h 35"/>
                <a:gd name="T14" fmla="*/ 0 w 12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7" y="2"/>
                    <a:pt x="7" y="5"/>
                    <a:pt x="7" y="7"/>
                  </a:cubicBezTo>
                  <a:cubicBezTo>
                    <a:pt x="7" y="11"/>
                    <a:pt x="8" y="15"/>
                    <a:pt x="8" y="18"/>
                  </a:cubicBezTo>
                  <a:cubicBezTo>
                    <a:pt x="9" y="22"/>
                    <a:pt x="12" y="30"/>
                    <a:pt x="11" y="33"/>
                  </a:cubicBezTo>
                  <a:cubicBezTo>
                    <a:pt x="10" y="35"/>
                    <a:pt x="7" y="35"/>
                    <a:pt x="5" y="34"/>
                  </a:cubicBezTo>
                  <a:cubicBezTo>
                    <a:pt x="2" y="32"/>
                    <a:pt x="3" y="28"/>
                    <a:pt x="2" y="25"/>
                  </a:cubicBezTo>
                  <a:cubicBezTo>
                    <a:pt x="1" y="16"/>
                    <a:pt x="2" y="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2" name="Freeform 569">
              <a:extLst>
                <a:ext uri="{FF2B5EF4-FFF2-40B4-BE49-F238E27FC236}">
                  <a16:creationId xmlns:a16="http://schemas.microsoft.com/office/drawing/2014/main" id="{48F09C6B-A49C-485D-93F4-DF7DB078F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410"/>
              <a:ext cx="21" cy="62"/>
            </a:xfrm>
            <a:custGeom>
              <a:avLst/>
              <a:gdLst>
                <a:gd name="T0" fmla="*/ 1 w 15"/>
                <a:gd name="T1" fmla="*/ 0 h 44"/>
                <a:gd name="T2" fmla="*/ 39 w 15"/>
                <a:gd name="T3" fmla="*/ 1 h 44"/>
                <a:gd name="T4" fmla="*/ 67 w 15"/>
                <a:gd name="T5" fmla="*/ 123 h 44"/>
                <a:gd name="T6" fmla="*/ 77 w 15"/>
                <a:gd name="T7" fmla="*/ 244 h 44"/>
                <a:gd name="T8" fmla="*/ 28 w 15"/>
                <a:gd name="T9" fmla="*/ 220 h 44"/>
                <a:gd name="T10" fmla="*/ 15 w 15"/>
                <a:gd name="T11" fmla="*/ 123 h 44"/>
                <a:gd name="T12" fmla="*/ 0 w 15"/>
                <a:gd name="T13" fmla="*/ 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4">
                  <a:moveTo>
                    <a:pt x="1" y="0"/>
                  </a:moveTo>
                  <a:cubicBezTo>
                    <a:pt x="3" y="1"/>
                    <a:pt x="5" y="2"/>
                    <a:pt x="7" y="1"/>
                  </a:cubicBezTo>
                  <a:cubicBezTo>
                    <a:pt x="10" y="6"/>
                    <a:pt x="11" y="16"/>
                    <a:pt x="12" y="22"/>
                  </a:cubicBezTo>
                  <a:cubicBezTo>
                    <a:pt x="13" y="29"/>
                    <a:pt x="15" y="38"/>
                    <a:pt x="14" y="44"/>
                  </a:cubicBezTo>
                  <a:cubicBezTo>
                    <a:pt x="10" y="43"/>
                    <a:pt x="7" y="43"/>
                    <a:pt x="5" y="40"/>
                  </a:cubicBezTo>
                  <a:cubicBezTo>
                    <a:pt x="3" y="36"/>
                    <a:pt x="4" y="27"/>
                    <a:pt x="3" y="22"/>
                  </a:cubicBezTo>
                  <a:cubicBezTo>
                    <a:pt x="2" y="15"/>
                    <a:pt x="0" y="8"/>
                    <a:pt x="0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3" name="Freeform 570">
              <a:extLst>
                <a:ext uri="{FF2B5EF4-FFF2-40B4-BE49-F238E27FC236}">
                  <a16:creationId xmlns:a16="http://schemas.microsoft.com/office/drawing/2014/main" id="{038FA948-7906-4C64-AF6D-11C7B3592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1479"/>
              <a:ext cx="25" cy="74"/>
            </a:xfrm>
            <a:custGeom>
              <a:avLst/>
              <a:gdLst>
                <a:gd name="T0" fmla="*/ 0 w 18"/>
                <a:gd name="T1" fmla="*/ 0 h 53"/>
                <a:gd name="T2" fmla="*/ 83 w 18"/>
                <a:gd name="T3" fmla="*/ 269 h 53"/>
                <a:gd name="T4" fmla="*/ 26 w 18"/>
                <a:gd name="T5" fmla="*/ 123 h 53"/>
                <a:gd name="T6" fmla="*/ 0 w 18"/>
                <a:gd name="T7" fmla="*/ 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3">
                  <a:moveTo>
                    <a:pt x="0" y="0"/>
                  </a:moveTo>
                  <a:cubicBezTo>
                    <a:pt x="18" y="0"/>
                    <a:pt x="13" y="39"/>
                    <a:pt x="16" y="51"/>
                  </a:cubicBezTo>
                  <a:cubicBezTo>
                    <a:pt x="6" y="53"/>
                    <a:pt x="6" y="29"/>
                    <a:pt x="5" y="23"/>
                  </a:cubicBezTo>
                  <a:cubicBezTo>
                    <a:pt x="4" y="16"/>
                    <a:pt x="2" y="8"/>
                    <a:pt x="0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4" name="Freeform 571">
              <a:extLst>
                <a:ext uri="{FF2B5EF4-FFF2-40B4-BE49-F238E27FC236}">
                  <a16:creationId xmlns:a16="http://schemas.microsoft.com/office/drawing/2014/main" id="{85DE5FCA-B359-49E6-87BD-2FAA69531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546"/>
              <a:ext cx="19" cy="86"/>
            </a:xfrm>
            <a:custGeom>
              <a:avLst/>
              <a:gdLst>
                <a:gd name="T0" fmla="*/ 0 w 13"/>
                <a:gd name="T1" fmla="*/ 32 h 61"/>
                <a:gd name="T2" fmla="*/ 60 w 13"/>
                <a:gd name="T3" fmla="*/ 164 h 61"/>
                <a:gd name="T4" fmla="*/ 73 w 13"/>
                <a:gd name="T5" fmla="*/ 268 h 61"/>
                <a:gd name="T6" fmla="*/ 82 w 13"/>
                <a:gd name="T7" fmla="*/ 340 h 61"/>
                <a:gd name="T8" fmla="*/ 13 w 13"/>
                <a:gd name="T9" fmla="*/ 190 h 61"/>
                <a:gd name="T10" fmla="*/ 0 w 13"/>
                <a:gd name="T11" fmla="*/ 3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61">
                  <a:moveTo>
                    <a:pt x="0" y="6"/>
                  </a:moveTo>
                  <a:cubicBezTo>
                    <a:pt x="8" y="0"/>
                    <a:pt x="9" y="25"/>
                    <a:pt x="9" y="29"/>
                  </a:cubicBezTo>
                  <a:cubicBezTo>
                    <a:pt x="9" y="36"/>
                    <a:pt x="10" y="42"/>
                    <a:pt x="11" y="48"/>
                  </a:cubicBezTo>
                  <a:cubicBezTo>
                    <a:pt x="11" y="52"/>
                    <a:pt x="13" y="57"/>
                    <a:pt x="12" y="61"/>
                  </a:cubicBezTo>
                  <a:cubicBezTo>
                    <a:pt x="3" y="59"/>
                    <a:pt x="3" y="41"/>
                    <a:pt x="2" y="34"/>
                  </a:cubicBezTo>
                  <a:cubicBezTo>
                    <a:pt x="1" y="25"/>
                    <a:pt x="0" y="16"/>
                    <a:pt x="0" y="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5" name="Freeform 572">
              <a:extLst>
                <a:ext uri="{FF2B5EF4-FFF2-40B4-BE49-F238E27FC236}">
                  <a16:creationId xmlns:a16="http://schemas.microsoft.com/office/drawing/2014/main" id="{E6708EDC-65B5-4845-A93A-5487A5A9B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635"/>
              <a:ext cx="21" cy="75"/>
            </a:xfrm>
            <a:custGeom>
              <a:avLst/>
              <a:gdLst>
                <a:gd name="T0" fmla="*/ 11 w 15"/>
                <a:gd name="T1" fmla="*/ 1 h 54"/>
                <a:gd name="T2" fmla="*/ 49 w 15"/>
                <a:gd name="T3" fmla="*/ 36 h 54"/>
                <a:gd name="T4" fmla="*/ 57 w 15"/>
                <a:gd name="T5" fmla="*/ 118 h 54"/>
                <a:gd name="T6" fmla="*/ 80 w 15"/>
                <a:gd name="T7" fmla="*/ 278 h 54"/>
                <a:gd name="T8" fmla="*/ 41 w 15"/>
                <a:gd name="T9" fmla="*/ 267 h 54"/>
                <a:gd name="T10" fmla="*/ 29 w 15"/>
                <a:gd name="T11" fmla="*/ 213 h 54"/>
                <a:gd name="T12" fmla="*/ 15 w 15"/>
                <a:gd name="T13" fmla="*/ 150 h 54"/>
                <a:gd name="T14" fmla="*/ 11 w 15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4">
                  <a:moveTo>
                    <a:pt x="2" y="1"/>
                  </a:moveTo>
                  <a:cubicBezTo>
                    <a:pt x="8" y="0"/>
                    <a:pt x="8" y="2"/>
                    <a:pt x="9" y="7"/>
                  </a:cubicBezTo>
                  <a:cubicBezTo>
                    <a:pt x="10" y="12"/>
                    <a:pt x="11" y="17"/>
                    <a:pt x="11" y="23"/>
                  </a:cubicBezTo>
                  <a:cubicBezTo>
                    <a:pt x="12" y="34"/>
                    <a:pt x="14" y="44"/>
                    <a:pt x="15" y="54"/>
                  </a:cubicBezTo>
                  <a:cubicBezTo>
                    <a:pt x="12" y="54"/>
                    <a:pt x="9" y="53"/>
                    <a:pt x="8" y="51"/>
                  </a:cubicBezTo>
                  <a:cubicBezTo>
                    <a:pt x="6" y="48"/>
                    <a:pt x="7" y="44"/>
                    <a:pt x="6" y="41"/>
                  </a:cubicBezTo>
                  <a:cubicBezTo>
                    <a:pt x="6" y="37"/>
                    <a:pt x="4" y="33"/>
                    <a:pt x="3" y="29"/>
                  </a:cubicBezTo>
                  <a:cubicBezTo>
                    <a:pt x="2" y="21"/>
                    <a:pt x="0" y="8"/>
                    <a:pt x="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6" name="Freeform 573">
              <a:extLst>
                <a:ext uri="{FF2B5EF4-FFF2-40B4-BE49-F238E27FC236}">
                  <a16:creationId xmlns:a16="http://schemas.microsoft.com/office/drawing/2014/main" id="{BF49FABF-464D-46CC-9DC5-5D76D320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715"/>
              <a:ext cx="18" cy="85"/>
            </a:xfrm>
            <a:custGeom>
              <a:avLst/>
              <a:gdLst>
                <a:gd name="T0" fmla="*/ 1 w 13"/>
                <a:gd name="T1" fmla="*/ 0 h 61"/>
                <a:gd name="T2" fmla="*/ 40 w 13"/>
                <a:gd name="T3" fmla="*/ 40 h 61"/>
                <a:gd name="T4" fmla="*/ 46 w 13"/>
                <a:gd name="T5" fmla="*/ 124 h 61"/>
                <a:gd name="T6" fmla="*/ 64 w 13"/>
                <a:gd name="T7" fmla="*/ 319 h 61"/>
                <a:gd name="T8" fmla="*/ 15 w 13"/>
                <a:gd name="T9" fmla="*/ 297 h 61"/>
                <a:gd name="T10" fmla="*/ 11 w 13"/>
                <a:gd name="T11" fmla="*/ 173 h 61"/>
                <a:gd name="T12" fmla="*/ 11 w 13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1">
                  <a:moveTo>
                    <a:pt x="1" y="0"/>
                  </a:moveTo>
                  <a:cubicBezTo>
                    <a:pt x="6" y="2"/>
                    <a:pt x="8" y="2"/>
                    <a:pt x="8" y="8"/>
                  </a:cubicBezTo>
                  <a:cubicBezTo>
                    <a:pt x="9" y="13"/>
                    <a:pt x="8" y="19"/>
                    <a:pt x="9" y="24"/>
                  </a:cubicBezTo>
                  <a:cubicBezTo>
                    <a:pt x="10" y="37"/>
                    <a:pt x="13" y="48"/>
                    <a:pt x="12" y="61"/>
                  </a:cubicBezTo>
                  <a:cubicBezTo>
                    <a:pt x="9" y="60"/>
                    <a:pt x="5" y="59"/>
                    <a:pt x="3" y="57"/>
                  </a:cubicBezTo>
                  <a:cubicBezTo>
                    <a:pt x="0" y="52"/>
                    <a:pt x="2" y="39"/>
                    <a:pt x="2" y="33"/>
                  </a:cubicBezTo>
                  <a:cubicBezTo>
                    <a:pt x="2" y="23"/>
                    <a:pt x="0" y="10"/>
                    <a:pt x="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7" name="Freeform 574">
              <a:extLst>
                <a:ext uri="{FF2B5EF4-FFF2-40B4-BE49-F238E27FC236}">
                  <a16:creationId xmlns:a16="http://schemas.microsoft.com/office/drawing/2014/main" id="{46F08048-EC53-4E75-A637-12184AAC7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797"/>
              <a:ext cx="21" cy="97"/>
            </a:xfrm>
            <a:custGeom>
              <a:avLst/>
              <a:gdLst>
                <a:gd name="T0" fmla="*/ 28 w 15"/>
                <a:gd name="T1" fmla="*/ 28 h 69"/>
                <a:gd name="T2" fmla="*/ 69 w 15"/>
                <a:gd name="T3" fmla="*/ 59 h 69"/>
                <a:gd name="T4" fmla="*/ 77 w 15"/>
                <a:gd name="T5" fmla="*/ 164 h 69"/>
                <a:gd name="T6" fmla="*/ 69 w 15"/>
                <a:gd name="T7" fmla="*/ 367 h 69"/>
                <a:gd name="T8" fmla="*/ 28 w 15"/>
                <a:gd name="T9" fmla="*/ 191 h 69"/>
                <a:gd name="T10" fmla="*/ 28 w 15"/>
                <a:gd name="T11" fmla="*/ 2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9">
                  <a:moveTo>
                    <a:pt x="5" y="5"/>
                  </a:moveTo>
                  <a:cubicBezTo>
                    <a:pt x="8" y="0"/>
                    <a:pt x="12" y="8"/>
                    <a:pt x="13" y="11"/>
                  </a:cubicBezTo>
                  <a:cubicBezTo>
                    <a:pt x="15" y="17"/>
                    <a:pt x="15" y="24"/>
                    <a:pt x="14" y="30"/>
                  </a:cubicBezTo>
                  <a:cubicBezTo>
                    <a:pt x="13" y="43"/>
                    <a:pt x="14" y="55"/>
                    <a:pt x="13" y="67"/>
                  </a:cubicBezTo>
                  <a:cubicBezTo>
                    <a:pt x="0" y="69"/>
                    <a:pt x="5" y="42"/>
                    <a:pt x="5" y="35"/>
                  </a:cubicBezTo>
                  <a:cubicBezTo>
                    <a:pt x="5" y="25"/>
                    <a:pt x="5" y="15"/>
                    <a:pt x="5" y="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8" name="Freeform 575">
              <a:extLst>
                <a:ext uri="{FF2B5EF4-FFF2-40B4-BE49-F238E27FC236}">
                  <a16:creationId xmlns:a16="http://schemas.microsoft.com/office/drawing/2014/main" id="{1AE9BD8E-94E5-4FAA-8E16-2E02F4769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894"/>
              <a:ext cx="27" cy="89"/>
            </a:xfrm>
            <a:custGeom>
              <a:avLst/>
              <a:gdLst>
                <a:gd name="T0" fmla="*/ 40 w 19"/>
                <a:gd name="T1" fmla="*/ 11 h 63"/>
                <a:gd name="T2" fmla="*/ 40 w 19"/>
                <a:gd name="T3" fmla="*/ 0 h 63"/>
                <a:gd name="T4" fmla="*/ 81 w 19"/>
                <a:gd name="T5" fmla="*/ 164 h 63"/>
                <a:gd name="T6" fmla="*/ 68 w 19"/>
                <a:gd name="T7" fmla="*/ 355 h 63"/>
                <a:gd name="T8" fmla="*/ 28 w 19"/>
                <a:gd name="T9" fmla="*/ 185 h 63"/>
                <a:gd name="T10" fmla="*/ 47 w 19"/>
                <a:gd name="T11" fmla="*/ 11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3">
                  <a:moveTo>
                    <a:pt x="7" y="2"/>
                  </a:moveTo>
                  <a:cubicBezTo>
                    <a:pt x="6" y="1"/>
                    <a:pt x="6" y="1"/>
                    <a:pt x="7" y="0"/>
                  </a:cubicBezTo>
                  <a:cubicBezTo>
                    <a:pt x="19" y="4"/>
                    <a:pt x="14" y="18"/>
                    <a:pt x="14" y="29"/>
                  </a:cubicBezTo>
                  <a:cubicBezTo>
                    <a:pt x="14" y="40"/>
                    <a:pt x="12" y="52"/>
                    <a:pt x="12" y="63"/>
                  </a:cubicBezTo>
                  <a:cubicBezTo>
                    <a:pt x="0" y="62"/>
                    <a:pt x="5" y="42"/>
                    <a:pt x="5" y="33"/>
                  </a:cubicBezTo>
                  <a:cubicBezTo>
                    <a:pt x="6" y="23"/>
                    <a:pt x="6" y="12"/>
                    <a:pt x="8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49" name="Freeform 576">
              <a:extLst>
                <a:ext uri="{FF2B5EF4-FFF2-40B4-BE49-F238E27FC236}">
                  <a16:creationId xmlns:a16="http://schemas.microsoft.com/office/drawing/2014/main" id="{796A3B61-31B3-48F8-84B8-933ABF4F1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984"/>
              <a:ext cx="33" cy="98"/>
            </a:xfrm>
            <a:custGeom>
              <a:avLst/>
              <a:gdLst>
                <a:gd name="T0" fmla="*/ 67 w 23"/>
                <a:gd name="T1" fmla="*/ 0 h 70"/>
                <a:gd name="T2" fmla="*/ 86 w 23"/>
                <a:gd name="T3" fmla="*/ 190 h 70"/>
                <a:gd name="T4" fmla="*/ 13 w 23"/>
                <a:gd name="T5" fmla="*/ 364 h 70"/>
                <a:gd name="T6" fmla="*/ 19 w 23"/>
                <a:gd name="T7" fmla="*/ 286 h 70"/>
                <a:gd name="T8" fmla="*/ 42 w 23"/>
                <a:gd name="T9" fmla="*/ 151 h 70"/>
                <a:gd name="T10" fmla="*/ 70 w 23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0">
                  <a:moveTo>
                    <a:pt x="11" y="0"/>
                  </a:moveTo>
                  <a:cubicBezTo>
                    <a:pt x="23" y="0"/>
                    <a:pt x="15" y="28"/>
                    <a:pt x="14" y="35"/>
                  </a:cubicBezTo>
                  <a:cubicBezTo>
                    <a:pt x="13" y="40"/>
                    <a:pt x="9" y="70"/>
                    <a:pt x="2" y="68"/>
                  </a:cubicBezTo>
                  <a:cubicBezTo>
                    <a:pt x="0" y="63"/>
                    <a:pt x="2" y="58"/>
                    <a:pt x="3" y="53"/>
                  </a:cubicBezTo>
                  <a:cubicBezTo>
                    <a:pt x="4" y="44"/>
                    <a:pt x="5" y="36"/>
                    <a:pt x="7" y="28"/>
                  </a:cubicBezTo>
                  <a:cubicBezTo>
                    <a:pt x="9" y="20"/>
                    <a:pt x="13" y="9"/>
                    <a:pt x="12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0" name="Freeform 577">
              <a:extLst>
                <a:ext uri="{FF2B5EF4-FFF2-40B4-BE49-F238E27FC236}">
                  <a16:creationId xmlns:a16="http://schemas.microsoft.com/office/drawing/2014/main" id="{C4BC7F73-E6CB-445A-898F-F5556049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081"/>
              <a:ext cx="40" cy="70"/>
            </a:xfrm>
            <a:custGeom>
              <a:avLst/>
              <a:gdLst>
                <a:gd name="T0" fmla="*/ 109 w 29"/>
                <a:gd name="T1" fmla="*/ 0 h 50"/>
                <a:gd name="T2" fmla="*/ 109 w 29"/>
                <a:gd name="T3" fmla="*/ 123 h 50"/>
                <a:gd name="T4" fmla="*/ 55 w 29"/>
                <a:gd name="T5" fmla="*/ 241 h 50"/>
                <a:gd name="T6" fmla="*/ 61 w 29"/>
                <a:gd name="T7" fmla="*/ 137 h 50"/>
                <a:gd name="T8" fmla="*/ 102 w 29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0">
                  <a:moveTo>
                    <a:pt x="22" y="0"/>
                  </a:moveTo>
                  <a:cubicBezTo>
                    <a:pt x="29" y="7"/>
                    <a:pt x="25" y="14"/>
                    <a:pt x="22" y="23"/>
                  </a:cubicBezTo>
                  <a:cubicBezTo>
                    <a:pt x="20" y="29"/>
                    <a:pt x="17" y="42"/>
                    <a:pt x="11" y="45"/>
                  </a:cubicBezTo>
                  <a:cubicBezTo>
                    <a:pt x="0" y="50"/>
                    <a:pt x="11" y="30"/>
                    <a:pt x="12" y="26"/>
                  </a:cubicBezTo>
                  <a:cubicBezTo>
                    <a:pt x="15" y="18"/>
                    <a:pt x="17" y="9"/>
                    <a:pt x="20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1" name="Freeform 578">
              <a:extLst>
                <a:ext uri="{FF2B5EF4-FFF2-40B4-BE49-F238E27FC236}">
                  <a16:creationId xmlns:a16="http://schemas.microsoft.com/office/drawing/2014/main" id="{1C424738-15CE-46E2-8226-FC23A675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144"/>
              <a:ext cx="43" cy="55"/>
            </a:xfrm>
            <a:custGeom>
              <a:avLst/>
              <a:gdLst>
                <a:gd name="T0" fmla="*/ 118 w 31"/>
                <a:gd name="T1" fmla="*/ 0 h 39"/>
                <a:gd name="T2" fmla="*/ 118 w 31"/>
                <a:gd name="T3" fmla="*/ 83 h 39"/>
                <a:gd name="T4" fmla="*/ 46 w 31"/>
                <a:gd name="T5" fmla="*/ 203 h 39"/>
                <a:gd name="T6" fmla="*/ 15 w 31"/>
                <a:gd name="T7" fmla="*/ 203 h 39"/>
                <a:gd name="T8" fmla="*/ 36 w 31"/>
                <a:gd name="T9" fmla="*/ 135 h 39"/>
                <a:gd name="T10" fmla="*/ 118 w 31"/>
                <a:gd name="T11" fmla="*/ 2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9">
                  <a:moveTo>
                    <a:pt x="23" y="0"/>
                  </a:moveTo>
                  <a:cubicBezTo>
                    <a:pt x="31" y="6"/>
                    <a:pt x="29" y="8"/>
                    <a:pt x="23" y="15"/>
                  </a:cubicBezTo>
                  <a:cubicBezTo>
                    <a:pt x="18" y="21"/>
                    <a:pt x="15" y="30"/>
                    <a:pt x="9" y="36"/>
                  </a:cubicBezTo>
                  <a:cubicBezTo>
                    <a:pt x="7" y="38"/>
                    <a:pt x="5" y="39"/>
                    <a:pt x="3" y="36"/>
                  </a:cubicBezTo>
                  <a:cubicBezTo>
                    <a:pt x="0" y="32"/>
                    <a:pt x="5" y="27"/>
                    <a:pt x="7" y="24"/>
                  </a:cubicBezTo>
                  <a:cubicBezTo>
                    <a:pt x="12" y="16"/>
                    <a:pt x="17" y="10"/>
                    <a:pt x="23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2" name="Freeform 579">
              <a:extLst>
                <a:ext uri="{FF2B5EF4-FFF2-40B4-BE49-F238E27FC236}">
                  <a16:creationId xmlns:a16="http://schemas.microsoft.com/office/drawing/2014/main" id="{D2932BE2-37A4-462C-8AFA-92A752FA8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192"/>
              <a:ext cx="47" cy="28"/>
            </a:xfrm>
            <a:custGeom>
              <a:avLst/>
              <a:gdLst>
                <a:gd name="T0" fmla="*/ 138 w 33"/>
                <a:gd name="T1" fmla="*/ 0 h 20"/>
                <a:gd name="T2" fmla="*/ 1 w 33"/>
                <a:gd name="T3" fmla="*/ 108 h 20"/>
                <a:gd name="T4" fmla="*/ 135 w 33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0">
                  <a:moveTo>
                    <a:pt x="24" y="0"/>
                  </a:moveTo>
                  <a:cubicBezTo>
                    <a:pt x="33" y="10"/>
                    <a:pt x="7" y="17"/>
                    <a:pt x="1" y="20"/>
                  </a:cubicBezTo>
                  <a:cubicBezTo>
                    <a:pt x="0" y="11"/>
                    <a:pt x="16" y="4"/>
                    <a:pt x="23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3" name="Freeform 580">
              <a:extLst>
                <a:ext uri="{FF2B5EF4-FFF2-40B4-BE49-F238E27FC236}">
                  <a16:creationId xmlns:a16="http://schemas.microsoft.com/office/drawing/2014/main" id="{103684B8-34E8-4DF1-B81C-83E6608CE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103"/>
              <a:ext cx="24" cy="57"/>
            </a:xfrm>
            <a:custGeom>
              <a:avLst/>
              <a:gdLst>
                <a:gd name="T0" fmla="*/ 11 w 17"/>
                <a:gd name="T1" fmla="*/ 36 h 41"/>
                <a:gd name="T2" fmla="*/ 23 w 17"/>
                <a:gd name="T3" fmla="*/ 145 h 41"/>
                <a:gd name="T4" fmla="*/ 96 w 17"/>
                <a:gd name="T5" fmla="*/ 213 h 41"/>
                <a:gd name="T6" fmla="*/ 68 w 17"/>
                <a:gd name="T7" fmla="*/ 145 h 41"/>
                <a:gd name="T8" fmla="*/ 49 w 17"/>
                <a:gd name="T9" fmla="*/ 78 h 41"/>
                <a:gd name="T10" fmla="*/ 23 w 17"/>
                <a:gd name="T11" fmla="*/ 0 h 41"/>
                <a:gd name="T12" fmla="*/ 16 w 17"/>
                <a:gd name="T13" fmla="*/ 49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1">
                  <a:moveTo>
                    <a:pt x="2" y="7"/>
                  </a:moveTo>
                  <a:cubicBezTo>
                    <a:pt x="3" y="14"/>
                    <a:pt x="0" y="22"/>
                    <a:pt x="4" y="28"/>
                  </a:cubicBezTo>
                  <a:cubicBezTo>
                    <a:pt x="6" y="32"/>
                    <a:pt x="12" y="41"/>
                    <a:pt x="17" y="41"/>
                  </a:cubicBezTo>
                  <a:cubicBezTo>
                    <a:pt x="16" y="37"/>
                    <a:pt x="13" y="32"/>
                    <a:pt x="12" y="28"/>
                  </a:cubicBezTo>
                  <a:cubicBezTo>
                    <a:pt x="11" y="24"/>
                    <a:pt x="10" y="19"/>
                    <a:pt x="9" y="15"/>
                  </a:cubicBezTo>
                  <a:cubicBezTo>
                    <a:pt x="9" y="12"/>
                    <a:pt x="7" y="1"/>
                    <a:pt x="4" y="0"/>
                  </a:cubicBezTo>
                  <a:cubicBezTo>
                    <a:pt x="2" y="3"/>
                    <a:pt x="2" y="7"/>
                    <a:pt x="3" y="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4" name="Freeform 581">
              <a:extLst>
                <a:ext uri="{FF2B5EF4-FFF2-40B4-BE49-F238E27FC236}">
                  <a16:creationId xmlns:a16="http://schemas.microsoft.com/office/drawing/2014/main" id="{BF8811D6-0606-467C-896A-9C0A29B11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788"/>
              <a:ext cx="245" cy="107"/>
            </a:xfrm>
            <a:custGeom>
              <a:avLst/>
              <a:gdLst>
                <a:gd name="T0" fmla="*/ 0 w 175"/>
                <a:gd name="T1" fmla="*/ 363 h 76"/>
                <a:gd name="T2" fmla="*/ 176 w 175"/>
                <a:gd name="T3" fmla="*/ 408 h 76"/>
                <a:gd name="T4" fmla="*/ 372 w 175"/>
                <a:gd name="T5" fmla="*/ 239 h 76"/>
                <a:gd name="T6" fmla="*/ 645 w 175"/>
                <a:gd name="T7" fmla="*/ 15 h 76"/>
                <a:gd name="T8" fmla="*/ 941 w 175"/>
                <a:gd name="T9" fmla="*/ 36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6">
                  <a:moveTo>
                    <a:pt x="0" y="65"/>
                  </a:moveTo>
                  <a:cubicBezTo>
                    <a:pt x="9" y="63"/>
                    <a:pt x="21" y="76"/>
                    <a:pt x="33" y="74"/>
                  </a:cubicBezTo>
                  <a:cubicBezTo>
                    <a:pt x="48" y="72"/>
                    <a:pt x="60" y="54"/>
                    <a:pt x="69" y="43"/>
                  </a:cubicBezTo>
                  <a:cubicBezTo>
                    <a:pt x="83" y="27"/>
                    <a:pt x="95" y="0"/>
                    <a:pt x="120" y="3"/>
                  </a:cubicBezTo>
                  <a:cubicBezTo>
                    <a:pt x="156" y="8"/>
                    <a:pt x="155" y="46"/>
                    <a:pt x="175" y="6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5" name="Freeform 582">
              <a:extLst>
                <a:ext uri="{FF2B5EF4-FFF2-40B4-BE49-F238E27FC236}">
                  <a16:creationId xmlns:a16="http://schemas.microsoft.com/office/drawing/2014/main" id="{2B5B09B0-7F05-4CBC-98F8-74216E66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773"/>
              <a:ext cx="153" cy="80"/>
            </a:xfrm>
            <a:custGeom>
              <a:avLst/>
              <a:gdLst>
                <a:gd name="T0" fmla="*/ 595 w 109"/>
                <a:gd name="T1" fmla="*/ 240 h 57"/>
                <a:gd name="T2" fmla="*/ 365 w 109"/>
                <a:gd name="T3" fmla="*/ 229 h 57"/>
                <a:gd name="T4" fmla="*/ 279 w 109"/>
                <a:gd name="T5" fmla="*/ 122 h 57"/>
                <a:gd name="T6" fmla="*/ 219 w 109"/>
                <a:gd name="T7" fmla="*/ 55 h 57"/>
                <a:gd name="T8" fmla="*/ 0 w 109"/>
                <a:gd name="T9" fmla="*/ 17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57">
                  <a:moveTo>
                    <a:pt x="109" y="44"/>
                  </a:moveTo>
                  <a:cubicBezTo>
                    <a:pt x="100" y="57"/>
                    <a:pt x="76" y="49"/>
                    <a:pt x="67" y="42"/>
                  </a:cubicBezTo>
                  <a:cubicBezTo>
                    <a:pt x="59" y="36"/>
                    <a:pt x="56" y="30"/>
                    <a:pt x="51" y="22"/>
                  </a:cubicBezTo>
                  <a:cubicBezTo>
                    <a:pt x="49" y="18"/>
                    <a:pt x="45" y="12"/>
                    <a:pt x="40" y="10"/>
                  </a:cubicBezTo>
                  <a:cubicBezTo>
                    <a:pt x="18" y="0"/>
                    <a:pt x="15" y="24"/>
                    <a:pt x="0" y="32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6" name="Freeform 583">
              <a:extLst>
                <a:ext uri="{FF2B5EF4-FFF2-40B4-BE49-F238E27FC236}">
                  <a16:creationId xmlns:a16="http://schemas.microsoft.com/office/drawing/2014/main" id="{CEE54A28-A7C4-48DC-B617-0CF71B96A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972"/>
              <a:ext cx="397" cy="1686"/>
            </a:xfrm>
            <a:custGeom>
              <a:avLst/>
              <a:gdLst>
                <a:gd name="T0" fmla="*/ 1537 w 283"/>
                <a:gd name="T1" fmla="*/ 747 h 1201"/>
                <a:gd name="T2" fmla="*/ 1378 w 283"/>
                <a:gd name="T3" fmla="*/ 489 h 1201"/>
                <a:gd name="T4" fmla="*/ 961 w 283"/>
                <a:gd name="T5" fmla="*/ 713 h 1201"/>
                <a:gd name="T6" fmla="*/ 459 w 283"/>
                <a:gd name="T7" fmla="*/ 556 h 1201"/>
                <a:gd name="T8" fmla="*/ 0 w 283"/>
                <a:gd name="T9" fmla="*/ 934 h 1201"/>
                <a:gd name="T10" fmla="*/ 0 w 283"/>
                <a:gd name="T11" fmla="*/ 6549 h 1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1201">
                  <a:moveTo>
                    <a:pt x="283" y="137"/>
                  </a:moveTo>
                  <a:cubicBezTo>
                    <a:pt x="273" y="130"/>
                    <a:pt x="263" y="115"/>
                    <a:pt x="254" y="90"/>
                  </a:cubicBezTo>
                  <a:cubicBezTo>
                    <a:pt x="223" y="0"/>
                    <a:pt x="196" y="91"/>
                    <a:pt x="177" y="131"/>
                  </a:cubicBezTo>
                  <a:cubicBezTo>
                    <a:pt x="158" y="170"/>
                    <a:pt x="134" y="177"/>
                    <a:pt x="84" y="102"/>
                  </a:cubicBezTo>
                  <a:cubicBezTo>
                    <a:pt x="35" y="27"/>
                    <a:pt x="0" y="172"/>
                    <a:pt x="0" y="172"/>
                  </a:cubicBezTo>
                  <a:cubicBezTo>
                    <a:pt x="0" y="1201"/>
                    <a:pt x="0" y="1201"/>
                    <a:pt x="0" y="120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7" name="Freeform 584">
              <a:extLst>
                <a:ext uri="{FF2B5EF4-FFF2-40B4-BE49-F238E27FC236}">
                  <a16:creationId xmlns:a16="http://schemas.microsoft.com/office/drawing/2014/main" id="{6FC2BBB8-6BF0-4F24-A272-070314263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753"/>
              <a:ext cx="769" cy="1475"/>
            </a:xfrm>
            <a:custGeom>
              <a:avLst/>
              <a:gdLst>
                <a:gd name="T0" fmla="*/ 2979 w 548"/>
                <a:gd name="T1" fmla="*/ 5442 h 1051"/>
                <a:gd name="T2" fmla="*/ 2979 w 548"/>
                <a:gd name="T3" fmla="*/ 152 h 1051"/>
                <a:gd name="T4" fmla="*/ 2729 w 548"/>
                <a:gd name="T5" fmla="*/ 434 h 1051"/>
                <a:gd name="T6" fmla="*/ 2377 w 548"/>
                <a:gd name="T7" fmla="*/ 522 h 1051"/>
                <a:gd name="T8" fmla="*/ 2109 w 548"/>
                <a:gd name="T9" fmla="*/ 849 h 1051"/>
                <a:gd name="T10" fmla="*/ 1845 w 548"/>
                <a:gd name="T11" fmla="*/ 787 h 1051"/>
                <a:gd name="T12" fmla="*/ 1823 w 548"/>
                <a:gd name="T13" fmla="*/ 855 h 1051"/>
                <a:gd name="T14" fmla="*/ 2026 w 548"/>
                <a:gd name="T15" fmla="*/ 1346 h 1051"/>
                <a:gd name="T16" fmla="*/ 2443 w 548"/>
                <a:gd name="T17" fmla="*/ 1499 h 1051"/>
                <a:gd name="T18" fmla="*/ 2506 w 548"/>
                <a:gd name="T19" fmla="*/ 1889 h 1051"/>
                <a:gd name="T20" fmla="*/ 2286 w 548"/>
                <a:gd name="T21" fmla="*/ 2330 h 1051"/>
                <a:gd name="T22" fmla="*/ 2001 w 548"/>
                <a:gd name="T23" fmla="*/ 1940 h 1051"/>
                <a:gd name="T24" fmla="*/ 1837 w 548"/>
                <a:gd name="T25" fmla="*/ 2713 h 1051"/>
                <a:gd name="T26" fmla="*/ 1406 w 548"/>
                <a:gd name="T27" fmla="*/ 5722 h 1051"/>
                <a:gd name="T28" fmla="*/ 1186 w 548"/>
                <a:gd name="T29" fmla="*/ 2797 h 1051"/>
                <a:gd name="T30" fmla="*/ 1372 w 548"/>
                <a:gd name="T31" fmla="*/ 845 h 1051"/>
                <a:gd name="T32" fmla="*/ 1363 w 548"/>
                <a:gd name="T33" fmla="*/ 827 h 1051"/>
                <a:gd name="T34" fmla="*/ 1144 w 548"/>
                <a:gd name="T35" fmla="*/ 1064 h 1051"/>
                <a:gd name="T36" fmla="*/ 782 w 548"/>
                <a:gd name="T37" fmla="*/ 985 h 1051"/>
                <a:gd name="T38" fmla="*/ 258 w 548"/>
                <a:gd name="T39" fmla="*/ 1346 h 1051"/>
                <a:gd name="T40" fmla="*/ 0 w 548"/>
                <a:gd name="T41" fmla="*/ 1622 h 10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8" h="1051">
                  <a:moveTo>
                    <a:pt x="547" y="1000"/>
                  </a:moveTo>
                  <a:cubicBezTo>
                    <a:pt x="547" y="28"/>
                    <a:pt x="547" y="28"/>
                    <a:pt x="547" y="28"/>
                  </a:cubicBezTo>
                  <a:cubicBezTo>
                    <a:pt x="548" y="121"/>
                    <a:pt x="510" y="111"/>
                    <a:pt x="502" y="80"/>
                  </a:cubicBezTo>
                  <a:cubicBezTo>
                    <a:pt x="495" y="49"/>
                    <a:pt x="449" y="0"/>
                    <a:pt x="437" y="96"/>
                  </a:cubicBezTo>
                  <a:cubicBezTo>
                    <a:pt x="419" y="241"/>
                    <a:pt x="388" y="156"/>
                    <a:pt x="388" y="156"/>
                  </a:cubicBezTo>
                  <a:cubicBezTo>
                    <a:pt x="367" y="105"/>
                    <a:pt x="350" y="123"/>
                    <a:pt x="339" y="145"/>
                  </a:cubicBezTo>
                  <a:cubicBezTo>
                    <a:pt x="335" y="157"/>
                    <a:pt x="335" y="157"/>
                    <a:pt x="335" y="157"/>
                  </a:cubicBezTo>
                  <a:cubicBezTo>
                    <a:pt x="313" y="247"/>
                    <a:pt x="331" y="295"/>
                    <a:pt x="372" y="247"/>
                  </a:cubicBezTo>
                  <a:cubicBezTo>
                    <a:pt x="414" y="199"/>
                    <a:pt x="392" y="249"/>
                    <a:pt x="449" y="275"/>
                  </a:cubicBezTo>
                  <a:cubicBezTo>
                    <a:pt x="506" y="301"/>
                    <a:pt x="451" y="314"/>
                    <a:pt x="460" y="347"/>
                  </a:cubicBezTo>
                  <a:cubicBezTo>
                    <a:pt x="484" y="440"/>
                    <a:pt x="455" y="387"/>
                    <a:pt x="420" y="428"/>
                  </a:cubicBezTo>
                  <a:cubicBezTo>
                    <a:pt x="385" y="470"/>
                    <a:pt x="370" y="404"/>
                    <a:pt x="368" y="356"/>
                  </a:cubicBezTo>
                  <a:cubicBezTo>
                    <a:pt x="366" y="308"/>
                    <a:pt x="300" y="261"/>
                    <a:pt x="338" y="498"/>
                  </a:cubicBezTo>
                  <a:cubicBezTo>
                    <a:pt x="388" y="815"/>
                    <a:pt x="371" y="1018"/>
                    <a:pt x="259" y="1051"/>
                  </a:cubicBezTo>
                  <a:cubicBezTo>
                    <a:pt x="76" y="1029"/>
                    <a:pt x="183" y="621"/>
                    <a:pt x="218" y="514"/>
                  </a:cubicBezTo>
                  <a:cubicBezTo>
                    <a:pt x="251" y="413"/>
                    <a:pt x="252" y="181"/>
                    <a:pt x="252" y="155"/>
                  </a:cubicBezTo>
                  <a:cubicBezTo>
                    <a:pt x="250" y="152"/>
                    <a:pt x="250" y="152"/>
                    <a:pt x="250" y="152"/>
                  </a:cubicBezTo>
                  <a:cubicBezTo>
                    <a:pt x="234" y="137"/>
                    <a:pt x="229" y="155"/>
                    <a:pt x="210" y="195"/>
                  </a:cubicBezTo>
                  <a:cubicBezTo>
                    <a:pt x="189" y="244"/>
                    <a:pt x="174" y="229"/>
                    <a:pt x="144" y="181"/>
                  </a:cubicBezTo>
                  <a:cubicBezTo>
                    <a:pt x="114" y="132"/>
                    <a:pt x="71" y="199"/>
                    <a:pt x="47" y="247"/>
                  </a:cubicBezTo>
                  <a:cubicBezTo>
                    <a:pt x="35" y="270"/>
                    <a:pt x="18" y="292"/>
                    <a:pt x="0" y="29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8" name="Freeform 585">
              <a:extLst>
                <a:ext uri="{FF2B5EF4-FFF2-40B4-BE49-F238E27FC236}">
                  <a16:creationId xmlns:a16="http://schemas.microsoft.com/office/drawing/2014/main" id="{CC771FC0-1995-4AC0-AB7B-AF86913F3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343"/>
              <a:ext cx="52" cy="116"/>
            </a:xfrm>
            <a:custGeom>
              <a:avLst/>
              <a:gdLst>
                <a:gd name="T0" fmla="*/ 42 w 37"/>
                <a:gd name="T1" fmla="*/ 0 h 83"/>
                <a:gd name="T2" fmla="*/ 0 w 37"/>
                <a:gd name="T3" fmla="*/ 442 h 83"/>
                <a:gd name="T4" fmla="*/ 42 w 37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3">
                  <a:moveTo>
                    <a:pt x="8" y="0"/>
                  </a:moveTo>
                  <a:cubicBezTo>
                    <a:pt x="8" y="0"/>
                    <a:pt x="37" y="46"/>
                    <a:pt x="0" y="83"/>
                  </a:cubicBezTo>
                  <a:cubicBezTo>
                    <a:pt x="0" y="83"/>
                    <a:pt x="22" y="42"/>
                    <a:pt x="8" y="0"/>
                  </a:cubicBezTo>
                  <a:close/>
                </a:path>
              </a:pathLst>
            </a:custGeom>
            <a:solidFill>
              <a:srgbClr val="428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59" name="Freeform 586">
              <a:extLst>
                <a:ext uri="{FF2B5EF4-FFF2-40B4-BE49-F238E27FC236}">
                  <a16:creationId xmlns:a16="http://schemas.microsoft.com/office/drawing/2014/main" id="{EB443F0B-14C5-4943-86E7-F841732DC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20"/>
              <a:ext cx="73" cy="91"/>
            </a:xfrm>
            <a:custGeom>
              <a:avLst/>
              <a:gdLst>
                <a:gd name="T0" fmla="*/ 0 w 52"/>
                <a:gd name="T1" fmla="*/ 0 h 65"/>
                <a:gd name="T2" fmla="*/ 164 w 52"/>
                <a:gd name="T3" fmla="*/ 349 h 65"/>
                <a:gd name="T4" fmla="*/ 0 w 5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65">
                  <a:moveTo>
                    <a:pt x="0" y="0"/>
                  </a:moveTo>
                  <a:cubicBezTo>
                    <a:pt x="0" y="0"/>
                    <a:pt x="52" y="12"/>
                    <a:pt x="30" y="65"/>
                  </a:cubicBezTo>
                  <a:cubicBezTo>
                    <a:pt x="30" y="65"/>
                    <a:pt x="32" y="20"/>
                    <a:pt x="0" y="0"/>
                  </a:cubicBezTo>
                  <a:close/>
                </a:path>
              </a:pathLst>
            </a:custGeom>
            <a:solidFill>
              <a:srgbClr val="428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0" name="Freeform 587">
              <a:extLst>
                <a:ext uri="{FF2B5EF4-FFF2-40B4-BE49-F238E27FC236}">
                  <a16:creationId xmlns:a16="http://schemas.microsoft.com/office/drawing/2014/main" id="{2C338909-369E-4061-8DE1-DF0FD414E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769"/>
              <a:ext cx="43" cy="145"/>
            </a:xfrm>
            <a:custGeom>
              <a:avLst/>
              <a:gdLst>
                <a:gd name="T0" fmla="*/ 40 w 31"/>
                <a:gd name="T1" fmla="*/ 0 h 103"/>
                <a:gd name="T2" fmla="*/ 144 w 31"/>
                <a:gd name="T3" fmla="*/ 282 h 103"/>
                <a:gd name="T4" fmla="*/ 0 w 31"/>
                <a:gd name="T5" fmla="*/ 569 h 103"/>
                <a:gd name="T6" fmla="*/ 105 w 31"/>
                <a:gd name="T7" fmla="*/ 282 h 103"/>
                <a:gd name="T8" fmla="*/ 40 w 31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3">
                  <a:moveTo>
                    <a:pt x="8" y="0"/>
                  </a:moveTo>
                  <a:cubicBezTo>
                    <a:pt x="8" y="0"/>
                    <a:pt x="31" y="20"/>
                    <a:pt x="28" y="51"/>
                  </a:cubicBezTo>
                  <a:cubicBezTo>
                    <a:pt x="25" y="82"/>
                    <a:pt x="0" y="103"/>
                    <a:pt x="0" y="103"/>
                  </a:cubicBezTo>
                  <a:cubicBezTo>
                    <a:pt x="0" y="103"/>
                    <a:pt x="22" y="71"/>
                    <a:pt x="21" y="51"/>
                  </a:cubicBezTo>
                  <a:cubicBezTo>
                    <a:pt x="19" y="32"/>
                    <a:pt x="15" y="5"/>
                    <a:pt x="8" y="0"/>
                  </a:cubicBezTo>
                  <a:close/>
                </a:path>
              </a:pathLst>
            </a:custGeom>
            <a:solidFill>
              <a:srgbClr val="428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1" name="Freeform 588">
              <a:extLst>
                <a:ext uri="{FF2B5EF4-FFF2-40B4-BE49-F238E27FC236}">
                  <a16:creationId xmlns:a16="http://schemas.microsoft.com/office/drawing/2014/main" id="{23F89FB0-18A2-40B4-840B-AE9B21640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053"/>
              <a:ext cx="61" cy="104"/>
            </a:xfrm>
            <a:custGeom>
              <a:avLst/>
              <a:gdLst>
                <a:gd name="T0" fmla="*/ 0 w 44"/>
                <a:gd name="T1" fmla="*/ 0 h 74"/>
                <a:gd name="T2" fmla="*/ 26 w 44"/>
                <a:gd name="T3" fmla="*/ 405 h 74"/>
                <a:gd name="T4" fmla="*/ 0 w 4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74">
                  <a:moveTo>
                    <a:pt x="0" y="0"/>
                  </a:moveTo>
                  <a:cubicBezTo>
                    <a:pt x="0" y="0"/>
                    <a:pt x="44" y="34"/>
                    <a:pt x="5" y="74"/>
                  </a:cubicBezTo>
                  <a:cubicBezTo>
                    <a:pt x="5" y="74"/>
                    <a:pt x="22" y="26"/>
                    <a:pt x="0" y="0"/>
                  </a:cubicBezTo>
                  <a:close/>
                </a:path>
              </a:pathLst>
            </a:custGeom>
            <a:solidFill>
              <a:srgbClr val="428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2" name="Freeform 589">
              <a:extLst>
                <a:ext uri="{FF2B5EF4-FFF2-40B4-BE49-F238E27FC236}">
                  <a16:creationId xmlns:a16="http://schemas.microsoft.com/office/drawing/2014/main" id="{1325EE20-358C-4ABD-A3AF-E170F04FD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362"/>
              <a:ext cx="21" cy="80"/>
            </a:xfrm>
            <a:custGeom>
              <a:avLst/>
              <a:gdLst>
                <a:gd name="T0" fmla="*/ 29 w 15"/>
                <a:gd name="T1" fmla="*/ 0 h 57"/>
                <a:gd name="T2" fmla="*/ 0 w 15"/>
                <a:gd name="T3" fmla="*/ 309 h 57"/>
                <a:gd name="T4" fmla="*/ 29 w 15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7">
                  <a:moveTo>
                    <a:pt x="6" y="0"/>
                  </a:moveTo>
                  <a:cubicBezTo>
                    <a:pt x="6" y="0"/>
                    <a:pt x="15" y="39"/>
                    <a:pt x="0" y="57"/>
                  </a:cubicBezTo>
                  <a:cubicBezTo>
                    <a:pt x="0" y="57"/>
                    <a:pt x="10" y="33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3" name="Freeform 590">
              <a:extLst>
                <a:ext uri="{FF2B5EF4-FFF2-40B4-BE49-F238E27FC236}">
                  <a16:creationId xmlns:a16="http://schemas.microsoft.com/office/drawing/2014/main" id="{2BCAE3A8-34CF-451E-BBD7-69DCE484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531"/>
              <a:ext cx="31" cy="60"/>
            </a:xfrm>
            <a:custGeom>
              <a:avLst/>
              <a:gdLst>
                <a:gd name="T0" fmla="*/ 0 w 22"/>
                <a:gd name="T1" fmla="*/ 0 h 43"/>
                <a:gd name="T2" fmla="*/ 107 w 22"/>
                <a:gd name="T3" fmla="*/ 227 h 43"/>
                <a:gd name="T4" fmla="*/ 0 w 2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0" y="0"/>
                    <a:pt x="22" y="11"/>
                    <a:pt x="19" y="43"/>
                  </a:cubicBezTo>
                  <a:cubicBezTo>
                    <a:pt x="19" y="43"/>
                    <a:pt x="1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4" name="Freeform 591">
              <a:extLst>
                <a:ext uri="{FF2B5EF4-FFF2-40B4-BE49-F238E27FC236}">
                  <a16:creationId xmlns:a16="http://schemas.microsoft.com/office/drawing/2014/main" id="{1B27499E-CADF-49D0-965A-6FE8C22CE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790"/>
              <a:ext cx="21" cy="82"/>
            </a:xfrm>
            <a:custGeom>
              <a:avLst/>
              <a:gdLst>
                <a:gd name="T0" fmla="*/ 0 w 15"/>
                <a:gd name="T1" fmla="*/ 0 h 58"/>
                <a:gd name="T2" fmla="*/ 1 w 15"/>
                <a:gd name="T3" fmla="*/ 328 h 58"/>
                <a:gd name="T4" fmla="*/ 0 w 15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8">
                  <a:moveTo>
                    <a:pt x="0" y="0"/>
                  </a:moveTo>
                  <a:cubicBezTo>
                    <a:pt x="0" y="0"/>
                    <a:pt x="15" y="30"/>
                    <a:pt x="1" y="58"/>
                  </a:cubicBezTo>
                  <a:cubicBezTo>
                    <a:pt x="1" y="58"/>
                    <a:pt x="11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5" name="Freeform 592">
              <a:extLst>
                <a:ext uri="{FF2B5EF4-FFF2-40B4-BE49-F238E27FC236}">
                  <a16:creationId xmlns:a16="http://schemas.microsoft.com/office/drawing/2014/main" id="{1B5676FD-CCD0-46E0-99E9-69955D98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73"/>
              <a:ext cx="17" cy="65"/>
            </a:xfrm>
            <a:custGeom>
              <a:avLst/>
              <a:gdLst>
                <a:gd name="T0" fmla="*/ 0 w 12"/>
                <a:gd name="T1" fmla="*/ 0 h 47"/>
                <a:gd name="T2" fmla="*/ 0 w 12"/>
                <a:gd name="T3" fmla="*/ 1 h 47"/>
                <a:gd name="T4" fmla="*/ 1 w 12"/>
                <a:gd name="T5" fmla="*/ 236 h 47"/>
                <a:gd name="T6" fmla="*/ 0 w 12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7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2" y="5"/>
                    <a:pt x="12" y="24"/>
                    <a:pt x="1" y="47"/>
                  </a:cubicBezTo>
                  <a:cubicBezTo>
                    <a:pt x="1" y="47"/>
                    <a:pt x="11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6" name="Freeform 593">
              <a:extLst>
                <a:ext uri="{FF2B5EF4-FFF2-40B4-BE49-F238E27FC236}">
                  <a16:creationId xmlns:a16="http://schemas.microsoft.com/office/drawing/2014/main" id="{F0ED1C98-0921-4A38-BEF1-65D202038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212"/>
              <a:ext cx="701" cy="1200"/>
            </a:xfrm>
            <a:custGeom>
              <a:avLst/>
              <a:gdLst>
                <a:gd name="T0" fmla="*/ 551 w 500"/>
                <a:gd name="T1" fmla="*/ 4062 h 855"/>
                <a:gd name="T2" fmla="*/ 1047 w 500"/>
                <a:gd name="T3" fmla="*/ 4509 h 855"/>
                <a:gd name="T4" fmla="*/ 1384 w 500"/>
                <a:gd name="T5" fmla="*/ 4239 h 855"/>
                <a:gd name="T6" fmla="*/ 1989 w 500"/>
                <a:gd name="T7" fmla="*/ 4324 h 855"/>
                <a:gd name="T8" fmla="*/ 2480 w 500"/>
                <a:gd name="T9" fmla="*/ 4335 h 855"/>
                <a:gd name="T10" fmla="*/ 2601 w 500"/>
                <a:gd name="T11" fmla="*/ 3756 h 855"/>
                <a:gd name="T12" fmla="*/ 2529 w 500"/>
                <a:gd name="T13" fmla="*/ 3158 h 855"/>
                <a:gd name="T14" fmla="*/ 2651 w 500"/>
                <a:gd name="T15" fmla="*/ 2508 h 855"/>
                <a:gd name="T16" fmla="*/ 2585 w 500"/>
                <a:gd name="T17" fmla="*/ 1297 h 855"/>
                <a:gd name="T18" fmla="*/ 2376 w 500"/>
                <a:gd name="T19" fmla="*/ 355 h 855"/>
                <a:gd name="T20" fmla="*/ 1776 w 500"/>
                <a:gd name="T21" fmla="*/ 431 h 855"/>
                <a:gd name="T22" fmla="*/ 1012 w 500"/>
                <a:gd name="T23" fmla="*/ 174 h 855"/>
                <a:gd name="T24" fmla="*/ 220 w 500"/>
                <a:gd name="T25" fmla="*/ 260 h 855"/>
                <a:gd name="T26" fmla="*/ 1 w 500"/>
                <a:gd name="T27" fmla="*/ 1161 h 855"/>
                <a:gd name="T28" fmla="*/ 294 w 500"/>
                <a:gd name="T29" fmla="*/ 2604 h 855"/>
                <a:gd name="T30" fmla="*/ 376 w 500"/>
                <a:gd name="T31" fmla="*/ 3481 h 855"/>
                <a:gd name="T32" fmla="*/ 568 w 500"/>
                <a:gd name="T33" fmla="*/ 4140 h 8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00" h="855">
                  <a:moveTo>
                    <a:pt x="102" y="746"/>
                  </a:moveTo>
                  <a:cubicBezTo>
                    <a:pt x="102" y="787"/>
                    <a:pt x="146" y="855"/>
                    <a:pt x="193" y="828"/>
                  </a:cubicBezTo>
                  <a:cubicBezTo>
                    <a:pt x="216" y="815"/>
                    <a:pt x="226" y="787"/>
                    <a:pt x="255" y="778"/>
                  </a:cubicBezTo>
                  <a:cubicBezTo>
                    <a:pt x="291" y="766"/>
                    <a:pt x="333" y="782"/>
                    <a:pt x="367" y="794"/>
                  </a:cubicBezTo>
                  <a:cubicBezTo>
                    <a:pt x="396" y="804"/>
                    <a:pt x="430" y="815"/>
                    <a:pt x="458" y="796"/>
                  </a:cubicBezTo>
                  <a:cubicBezTo>
                    <a:pt x="494" y="773"/>
                    <a:pt x="485" y="725"/>
                    <a:pt x="480" y="690"/>
                  </a:cubicBezTo>
                  <a:cubicBezTo>
                    <a:pt x="475" y="652"/>
                    <a:pt x="465" y="618"/>
                    <a:pt x="467" y="580"/>
                  </a:cubicBezTo>
                  <a:cubicBezTo>
                    <a:pt x="470" y="539"/>
                    <a:pt x="483" y="500"/>
                    <a:pt x="489" y="460"/>
                  </a:cubicBezTo>
                  <a:cubicBezTo>
                    <a:pt x="500" y="385"/>
                    <a:pt x="483" y="312"/>
                    <a:pt x="477" y="238"/>
                  </a:cubicBezTo>
                  <a:cubicBezTo>
                    <a:pt x="473" y="176"/>
                    <a:pt x="486" y="115"/>
                    <a:pt x="439" y="65"/>
                  </a:cubicBezTo>
                  <a:cubicBezTo>
                    <a:pt x="391" y="16"/>
                    <a:pt x="374" y="65"/>
                    <a:pt x="328" y="79"/>
                  </a:cubicBezTo>
                  <a:cubicBezTo>
                    <a:pt x="278" y="94"/>
                    <a:pt x="232" y="47"/>
                    <a:pt x="187" y="32"/>
                  </a:cubicBezTo>
                  <a:cubicBezTo>
                    <a:pt x="135" y="14"/>
                    <a:pt x="82" y="0"/>
                    <a:pt x="41" y="48"/>
                  </a:cubicBezTo>
                  <a:cubicBezTo>
                    <a:pt x="4" y="92"/>
                    <a:pt x="2" y="159"/>
                    <a:pt x="1" y="213"/>
                  </a:cubicBezTo>
                  <a:cubicBezTo>
                    <a:pt x="0" y="306"/>
                    <a:pt x="39" y="388"/>
                    <a:pt x="54" y="478"/>
                  </a:cubicBezTo>
                  <a:cubicBezTo>
                    <a:pt x="62" y="532"/>
                    <a:pt x="53" y="587"/>
                    <a:pt x="69" y="639"/>
                  </a:cubicBezTo>
                  <a:cubicBezTo>
                    <a:pt x="81" y="680"/>
                    <a:pt x="97" y="720"/>
                    <a:pt x="105" y="760"/>
                  </a:cubicBezTo>
                </a:path>
              </a:pathLst>
            </a:custGeom>
            <a:solidFill>
              <a:srgbClr val="BD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7" name="Freeform 594">
              <a:extLst>
                <a:ext uri="{FF2B5EF4-FFF2-40B4-BE49-F238E27FC236}">
                  <a16:creationId xmlns:a16="http://schemas.microsoft.com/office/drawing/2014/main" id="{705AEE93-05AC-4D22-9FB9-E7CEFFD28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212"/>
              <a:ext cx="244" cy="235"/>
            </a:xfrm>
            <a:custGeom>
              <a:avLst/>
              <a:gdLst>
                <a:gd name="T0" fmla="*/ 651 w 174"/>
                <a:gd name="T1" fmla="*/ 652 h 167"/>
                <a:gd name="T2" fmla="*/ 97 w 174"/>
                <a:gd name="T3" fmla="*/ 816 h 167"/>
                <a:gd name="T4" fmla="*/ 294 w 174"/>
                <a:gd name="T5" fmla="*/ 267 h 167"/>
                <a:gd name="T6" fmla="*/ 837 w 174"/>
                <a:gd name="T7" fmla="*/ 106 h 167"/>
                <a:gd name="T8" fmla="*/ 651 w 174"/>
                <a:gd name="T9" fmla="*/ 652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67">
                  <a:moveTo>
                    <a:pt x="120" y="118"/>
                  </a:moveTo>
                  <a:cubicBezTo>
                    <a:pt x="82" y="154"/>
                    <a:pt x="37" y="167"/>
                    <a:pt x="18" y="148"/>
                  </a:cubicBezTo>
                  <a:cubicBezTo>
                    <a:pt x="0" y="128"/>
                    <a:pt x="16" y="84"/>
                    <a:pt x="54" y="48"/>
                  </a:cubicBezTo>
                  <a:cubicBezTo>
                    <a:pt x="92" y="13"/>
                    <a:pt x="137" y="0"/>
                    <a:pt x="155" y="19"/>
                  </a:cubicBezTo>
                  <a:cubicBezTo>
                    <a:pt x="174" y="38"/>
                    <a:pt x="158" y="83"/>
                    <a:pt x="120" y="118"/>
                  </a:cubicBezTo>
                  <a:close/>
                </a:path>
              </a:pathLst>
            </a:custGeom>
            <a:solidFill>
              <a:srgbClr val="99D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8" name="Freeform 595">
              <a:extLst>
                <a:ext uri="{FF2B5EF4-FFF2-40B4-BE49-F238E27FC236}">
                  <a16:creationId xmlns:a16="http://schemas.microsoft.com/office/drawing/2014/main" id="{1557B7C6-B85C-4FC0-8A39-F5FDE7839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198"/>
              <a:ext cx="243" cy="235"/>
            </a:xfrm>
            <a:custGeom>
              <a:avLst/>
              <a:gdLst>
                <a:gd name="T0" fmla="*/ 657 w 173"/>
                <a:gd name="T1" fmla="*/ 656 h 167"/>
                <a:gd name="T2" fmla="*/ 97 w 173"/>
                <a:gd name="T3" fmla="*/ 816 h 167"/>
                <a:gd name="T4" fmla="*/ 296 w 173"/>
                <a:gd name="T5" fmla="*/ 269 h 167"/>
                <a:gd name="T6" fmla="*/ 848 w 173"/>
                <a:gd name="T7" fmla="*/ 106 h 167"/>
                <a:gd name="T8" fmla="*/ 657 w 173"/>
                <a:gd name="T9" fmla="*/ 656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67">
                  <a:moveTo>
                    <a:pt x="120" y="119"/>
                  </a:moveTo>
                  <a:cubicBezTo>
                    <a:pt x="82" y="154"/>
                    <a:pt x="36" y="167"/>
                    <a:pt x="18" y="148"/>
                  </a:cubicBezTo>
                  <a:cubicBezTo>
                    <a:pt x="0" y="129"/>
                    <a:pt x="16" y="84"/>
                    <a:pt x="54" y="49"/>
                  </a:cubicBezTo>
                  <a:cubicBezTo>
                    <a:pt x="92" y="13"/>
                    <a:pt x="137" y="0"/>
                    <a:pt x="155" y="19"/>
                  </a:cubicBezTo>
                  <a:cubicBezTo>
                    <a:pt x="173" y="39"/>
                    <a:pt x="158" y="83"/>
                    <a:pt x="120" y="119"/>
                  </a:cubicBezTo>
                  <a:close/>
                </a:path>
              </a:pathLst>
            </a:custGeom>
            <a:solidFill>
              <a:srgbClr val="7CA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69" name="Freeform 596">
              <a:extLst>
                <a:ext uri="{FF2B5EF4-FFF2-40B4-BE49-F238E27FC236}">
                  <a16:creationId xmlns:a16="http://schemas.microsoft.com/office/drawing/2014/main" id="{D8A6F8DA-57F3-4501-A929-C7E3A3F14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107"/>
              <a:ext cx="210" cy="330"/>
            </a:xfrm>
            <a:custGeom>
              <a:avLst/>
              <a:gdLst>
                <a:gd name="T0" fmla="*/ 700 w 150"/>
                <a:gd name="T1" fmla="*/ 741 h 235"/>
                <a:gd name="T2" fmla="*/ 204 w 150"/>
                <a:gd name="T3" fmla="*/ 1229 h 235"/>
                <a:gd name="T4" fmla="*/ 108 w 150"/>
                <a:gd name="T5" fmla="*/ 541 h 235"/>
                <a:gd name="T6" fmla="*/ 596 w 150"/>
                <a:gd name="T7" fmla="*/ 55 h 235"/>
                <a:gd name="T8" fmla="*/ 700 w 150"/>
                <a:gd name="T9" fmla="*/ 741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35">
                  <a:moveTo>
                    <a:pt x="130" y="136"/>
                  </a:moveTo>
                  <a:cubicBezTo>
                    <a:pt x="109" y="195"/>
                    <a:pt x="69" y="235"/>
                    <a:pt x="38" y="225"/>
                  </a:cubicBezTo>
                  <a:cubicBezTo>
                    <a:pt x="8" y="214"/>
                    <a:pt x="0" y="158"/>
                    <a:pt x="20" y="99"/>
                  </a:cubicBezTo>
                  <a:cubicBezTo>
                    <a:pt x="40" y="39"/>
                    <a:pt x="81" y="0"/>
                    <a:pt x="111" y="10"/>
                  </a:cubicBezTo>
                  <a:cubicBezTo>
                    <a:pt x="142" y="21"/>
                    <a:pt x="150" y="77"/>
                    <a:pt x="130" y="136"/>
                  </a:cubicBezTo>
                  <a:close/>
                </a:path>
              </a:pathLst>
            </a:custGeom>
            <a:solidFill>
              <a:srgbClr val="99D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0" name="Freeform 597">
              <a:extLst>
                <a:ext uri="{FF2B5EF4-FFF2-40B4-BE49-F238E27FC236}">
                  <a16:creationId xmlns:a16="http://schemas.microsoft.com/office/drawing/2014/main" id="{454CE695-B293-4B84-BE38-467BCAD94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099"/>
              <a:ext cx="211" cy="329"/>
            </a:xfrm>
            <a:custGeom>
              <a:avLst/>
              <a:gdLst>
                <a:gd name="T0" fmla="*/ 716 w 150"/>
                <a:gd name="T1" fmla="*/ 729 h 235"/>
                <a:gd name="T2" fmla="*/ 214 w 150"/>
                <a:gd name="T3" fmla="*/ 1207 h 235"/>
                <a:gd name="T4" fmla="*/ 108 w 150"/>
                <a:gd name="T5" fmla="*/ 528 h 235"/>
                <a:gd name="T6" fmla="*/ 618 w 150"/>
                <a:gd name="T7" fmla="*/ 55 h 235"/>
                <a:gd name="T8" fmla="*/ 716 w 150"/>
                <a:gd name="T9" fmla="*/ 729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35">
                  <a:moveTo>
                    <a:pt x="130" y="136"/>
                  </a:moveTo>
                  <a:cubicBezTo>
                    <a:pt x="110" y="195"/>
                    <a:pt x="69" y="235"/>
                    <a:pt x="39" y="224"/>
                  </a:cubicBezTo>
                  <a:cubicBezTo>
                    <a:pt x="8" y="214"/>
                    <a:pt x="0" y="157"/>
                    <a:pt x="20" y="98"/>
                  </a:cubicBezTo>
                  <a:cubicBezTo>
                    <a:pt x="41" y="39"/>
                    <a:pt x="82" y="0"/>
                    <a:pt x="112" y="10"/>
                  </a:cubicBezTo>
                  <a:cubicBezTo>
                    <a:pt x="142" y="20"/>
                    <a:pt x="150" y="77"/>
                    <a:pt x="130" y="136"/>
                  </a:cubicBezTo>
                  <a:close/>
                </a:path>
              </a:pathLst>
            </a:custGeom>
            <a:solidFill>
              <a:srgbClr val="7CA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1" name="Freeform 598">
              <a:extLst>
                <a:ext uri="{FF2B5EF4-FFF2-40B4-BE49-F238E27FC236}">
                  <a16:creationId xmlns:a16="http://schemas.microsoft.com/office/drawing/2014/main" id="{ED1B9882-B039-484D-A006-DCC899A22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402"/>
              <a:ext cx="127" cy="967"/>
            </a:xfrm>
            <a:custGeom>
              <a:avLst/>
              <a:gdLst>
                <a:gd name="T0" fmla="*/ 250 w 91"/>
                <a:gd name="T1" fmla="*/ 0 h 689"/>
                <a:gd name="T2" fmla="*/ 117 w 91"/>
                <a:gd name="T3" fmla="*/ 368 h 689"/>
                <a:gd name="T4" fmla="*/ 363 w 91"/>
                <a:gd name="T5" fmla="*/ 836 h 689"/>
                <a:gd name="T6" fmla="*/ 117 w 91"/>
                <a:gd name="T7" fmla="*/ 1499 h 689"/>
                <a:gd name="T8" fmla="*/ 144 w 91"/>
                <a:gd name="T9" fmla="*/ 2250 h 689"/>
                <a:gd name="T10" fmla="*/ 392 w 91"/>
                <a:gd name="T11" fmla="*/ 2742 h 689"/>
                <a:gd name="T12" fmla="*/ 335 w 91"/>
                <a:gd name="T13" fmla="*/ 3213 h 689"/>
                <a:gd name="T14" fmla="*/ 479 w 91"/>
                <a:gd name="T15" fmla="*/ 3753 h 689"/>
                <a:gd name="T16" fmla="*/ 481 w 91"/>
                <a:gd name="T17" fmla="*/ 3739 h 6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689">
                  <a:moveTo>
                    <a:pt x="47" y="0"/>
                  </a:moveTo>
                  <a:cubicBezTo>
                    <a:pt x="26" y="6"/>
                    <a:pt x="20" y="48"/>
                    <a:pt x="22" y="68"/>
                  </a:cubicBezTo>
                  <a:cubicBezTo>
                    <a:pt x="25" y="105"/>
                    <a:pt x="58" y="120"/>
                    <a:pt x="68" y="154"/>
                  </a:cubicBezTo>
                  <a:cubicBezTo>
                    <a:pt x="82" y="198"/>
                    <a:pt x="37" y="237"/>
                    <a:pt x="22" y="275"/>
                  </a:cubicBezTo>
                  <a:cubicBezTo>
                    <a:pt x="3" y="323"/>
                    <a:pt x="0" y="368"/>
                    <a:pt x="27" y="413"/>
                  </a:cubicBezTo>
                  <a:cubicBezTo>
                    <a:pt x="46" y="445"/>
                    <a:pt x="70" y="466"/>
                    <a:pt x="74" y="504"/>
                  </a:cubicBezTo>
                  <a:cubicBezTo>
                    <a:pt x="76" y="534"/>
                    <a:pt x="68" y="562"/>
                    <a:pt x="63" y="590"/>
                  </a:cubicBezTo>
                  <a:cubicBezTo>
                    <a:pt x="58" y="617"/>
                    <a:pt x="58" y="680"/>
                    <a:pt x="90" y="689"/>
                  </a:cubicBezTo>
                  <a:cubicBezTo>
                    <a:pt x="90" y="688"/>
                    <a:pt x="91" y="687"/>
                    <a:pt x="91" y="686"/>
                  </a:cubicBezTo>
                </a:path>
              </a:pathLst>
            </a:custGeom>
            <a:noFill/>
            <a:ln w="26988" cap="flat">
              <a:solidFill>
                <a:srgbClr val="F7F1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2" name="Freeform 599">
              <a:extLst>
                <a:ext uri="{FF2B5EF4-FFF2-40B4-BE49-F238E27FC236}">
                  <a16:creationId xmlns:a16="http://schemas.microsoft.com/office/drawing/2014/main" id="{F5746BA2-8B4A-4977-92BE-5F7FD25B1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395"/>
              <a:ext cx="227" cy="607"/>
            </a:xfrm>
            <a:custGeom>
              <a:avLst/>
              <a:gdLst>
                <a:gd name="T0" fmla="*/ 876 w 162"/>
                <a:gd name="T1" fmla="*/ 0 h 433"/>
                <a:gd name="T2" fmla="*/ 493 w 162"/>
                <a:gd name="T3" fmla="*/ 603 h 433"/>
                <a:gd name="T4" fmla="*/ 392 w 162"/>
                <a:gd name="T5" fmla="*/ 1385 h 433"/>
                <a:gd name="T6" fmla="*/ 67 w 162"/>
                <a:gd name="T7" fmla="*/ 2344 h 4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433">
                  <a:moveTo>
                    <a:pt x="162" y="0"/>
                  </a:moveTo>
                  <a:cubicBezTo>
                    <a:pt x="122" y="30"/>
                    <a:pt x="89" y="54"/>
                    <a:pt x="91" y="111"/>
                  </a:cubicBezTo>
                  <a:cubicBezTo>
                    <a:pt x="92" y="169"/>
                    <a:pt x="113" y="205"/>
                    <a:pt x="73" y="256"/>
                  </a:cubicBezTo>
                  <a:cubicBezTo>
                    <a:pt x="26" y="315"/>
                    <a:pt x="0" y="359"/>
                    <a:pt x="12" y="433"/>
                  </a:cubicBezTo>
                </a:path>
              </a:pathLst>
            </a:custGeom>
            <a:noFill/>
            <a:ln w="26988" cap="flat">
              <a:solidFill>
                <a:srgbClr val="F7F1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3" name="Freeform 600">
              <a:extLst>
                <a:ext uri="{FF2B5EF4-FFF2-40B4-BE49-F238E27FC236}">
                  <a16:creationId xmlns:a16="http://schemas.microsoft.com/office/drawing/2014/main" id="{0F963290-1DB6-4970-8553-A0C69318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193"/>
              <a:ext cx="243" cy="235"/>
            </a:xfrm>
            <a:custGeom>
              <a:avLst/>
              <a:gdLst>
                <a:gd name="T0" fmla="*/ 652 w 173"/>
                <a:gd name="T1" fmla="*/ 636 h 168"/>
                <a:gd name="T2" fmla="*/ 97 w 173"/>
                <a:gd name="T3" fmla="*/ 795 h 168"/>
                <a:gd name="T4" fmla="*/ 296 w 173"/>
                <a:gd name="T5" fmla="*/ 266 h 168"/>
                <a:gd name="T6" fmla="*/ 848 w 173"/>
                <a:gd name="T7" fmla="*/ 108 h 168"/>
                <a:gd name="T8" fmla="*/ 652 w 173"/>
                <a:gd name="T9" fmla="*/ 636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68">
                  <a:moveTo>
                    <a:pt x="119" y="119"/>
                  </a:moveTo>
                  <a:cubicBezTo>
                    <a:pt x="82" y="154"/>
                    <a:pt x="36" y="168"/>
                    <a:pt x="18" y="148"/>
                  </a:cubicBezTo>
                  <a:cubicBezTo>
                    <a:pt x="0" y="129"/>
                    <a:pt x="16" y="84"/>
                    <a:pt x="54" y="49"/>
                  </a:cubicBezTo>
                  <a:cubicBezTo>
                    <a:pt x="91" y="13"/>
                    <a:pt x="137" y="0"/>
                    <a:pt x="155" y="20"/>
                  </a:cubicBezTo>
                  <a:cubicBezTo>
                    <a:pt x="173" y="39"/>
                    <a:pt x="157" y="83"/>
                    <a:pt x="119" y="119"/>
                  </a:cubicBezTo>
                  <a:close/>
                </a:path>
              </a:pathLst>
            </a:custGeom>
            <a:solidFill>
              <a:srgbClr val="F7F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4" name="Freeform 601">
              <a:extLst>
                <a:ext uri="{FF2B5EF4-FFF2-40B4-BE49-F238E27FC236}">
                  <a16:creationId xmlns:a16="http://schemas.microsoft.com/office/drawing/2014/main" id="{A48BE7CA-E334-4DCA-8767-1869B25C5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215"/>
              <a:ext cx="153" cy="118"/>
            </a:xfrm>
            <a:custGeom>
              <a:avLst/>
              <a:gdLst>
                <a:gd name="T0" fmla="*/ 556 w 109"/>
                <a:gd name="T1" fmla="*/ 49 h 84"/>
                <a:gd name="T2" fmla="*/ 309 w 109"/>
                <a:gd name="T3" fmla="*/ 49 h 84"/>
                <a:gd name="T4" fmla="*/ 15 w 109"/>
                <a:gd name="T5" fmla="*/ 280 h 84"/>
                <a:gd name="T6" fmla="*/ 108 w 109"/>
                <a:gd name="T7" fmla="*/ 459 h 84"/>
                <a:gd name="T8" fmla="*/ 288 w 109"/>
                <a:gd name="T9" fmla="*/ 403 h 84"/>
                <a:gd name="T10" fmla="*/ 550 w 109"/>
                <a:gd name="T11" fmla="*/ 214 h 84"/>
                <a:gd name="T12" fmla="*/ 556 w 109"/>
                <a:gd name="T13" fmla="*/ 49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84">
                  <a:moveTo>
                    <a:pt x="102" y="9"/>
                  </a:moveTo>
                  <a:cubicBezTo>
                    <a:pt x="91" y="0"/>
                    <a:pt x="69" y="4"/>
                    <a:pt x="57" y="9"/>
                  </a:cubicBezTo>
                  <a:cubicBezTo>
                    <a:pt x="37" y="17"/>
                    <a:pt x="9" y="26"/>
                    <a:pt x="3" y="51"/>
                  </a:cubicBezTo>
                  <a:cubicBezTo>
                    <a:pt x="0" y="63"/>
                    <a:pt x="4" y="84"/>
                    <a:pt x="20" y="84"/>
                  </a:cubicBezTo>
                  <a:cubicBezTo>
                    <a:pt x="30" y="84"/>
                    <a:pt x="43" y="75"/>
                    <a:pt x="53" y="73"/>
                  </a:cubicBezTo>
                  <a:cubicBezTo>
                    <a:pt x="75" y="69"/>
                    <a:pt x="89" y="58"/>
                    <a:pt x="101" y="39"/>
                  </a:cubicBezTo>
                  <a:cubicBezTo>
                    <a:pt x="107" y="31"/>
                    <a:pt x="109" y="17"/>
                    <a:pt x="102" y="9"/>
                  </a:cubicBezTo>
                </a:path>
              </a:pathLst>
            </a:custGeom>
            <a:solidFill>
              <a:srgbClr val="F9F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5" name="Freeform 602">
              <a:extLst>
                <a:ext uri="{FF2B5EF4-FFF2-40B4-BE49-F238E27FC236}">
                  <a16:creationId xmlns:a16="http://schemas.microsoft.com/office/drawing/2014/main" id="{3B668B7F-6CA5-4A31-A95F-17F49802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233"/>
              <a:ext cx="90" cy="48"/>
            </a:xfrm>
            <a:custGeom>
              <a:avLst/>
              <a:gdLst>
                <a:gd name="T0" fmla="*/ 340 w 64"/>
                <a:gd name="T1" fmla="*/ 40 h 34"/>
                <a:gd name="T2" fmla="*/ 253 w 64"/>
                <a:gd name="T3" fmla="*/ 0 h 34"/>
                <a:gd name="T4" fmla="*/ 148 w 64"/>
                <a:gd name="T5" fmla="*/ 49 h 34"/>
                <a:gd name="T6" fmla="*/ 28 w 64"/>
                <a:gd name="T7" fmla="*/ 83 h 34"/>
                <a:gd name="T8" fmla="*/ 49 w 64"/>
                <a:gd name="T9" fmla="*/ 179 h 34"/>
                <a:gd name="T10" fmla="*/ 148 w 64"/>
                <a:gd name="T11" fmla="*/ 175 h 34"/>
                <a:gd name="T12" fmla="*/ 248 w 64"/>
                <a:gd name="T13" fmla="*/ 175 h 34"/>
                <a:gd name="T14" fmla="*/ 340 w 64"/>
                <a:gd name="T15" fmla="*/ 4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34">
                  <a:moveTo>
                    <a:pt x="62" y="7"/>
                  </a:moveTo>
                  <a:cubicBezTo>
                    <a:pt x="58" y="3"/>
                    <a:pt x="52" y="0"/>
                    <a:pt x="46" y="0"/>
                  </a:cubicBezTo>
                  <a:cubicBezTo>
                    <a:pt x="38" y="0"/>
                    <a:pt x="34" y="7"/>
                    <a:pt x="27" y="9"/>
                  </a:cubicBezTo>
                  <a:cubicBezTo>
                    <a:pt x="19" y="11"/>
                    <a:pt x="11" y="8"/>
                    <a:pt x="5" y="15"/>
                  </a:cubicBezTo>
                  <a:cubicBezTo>
                    <a:pt x="0" y="21"/>
                    <a:pt x="0" y="30"/>
                    <a:pt x="9" y="32"/>
                  </a:cubicBezTo>
                  <a:cubicBezTo>
                    <a:pt x="13" y="34"/>
                    <a:pt x="21" y="31"/>
                    <a:pt x="27" y="31"/>
                  </a:cubicBezTo>
                  <a:cubicBezTo>
                    <a:pt x="33" y="32"/>
                    <a:pt x="39" y="33"/>
                    <a:pt x="45" y="31"/>
                  </a:cubicBezTo>
                  <a:cubicBezTo>
                    <a:pt x="54" y="28"/>
                    <a:pt x="64" y="18"/>
                    <a:pt x="62" y="7"/>
                  </a:cubicBezTo>
                </a:path>
              </a:pathLst>
            </a:custGeom>
            <a:solidFill>
              <a:srgbClr val="F7F1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6" name="Freeform 603">
              <a:extLst>
                <a:ext uri="{FF2B5EF4-FFF2-40B4-BE49-F238E27FC236}">
                  <a16:creationId xmlns:a16="http://schemas.microsoft.com/office/drawing/2014/main" id="{302838F2-B87F-4E5C-88FB-06EDE3A36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237"/>
              <a:ext cx="24" cy="13"/>
            </a:xfrm>
            <a:custGeom>
              <a:avLst/>
              <a:gdLst>
                <a:gd name="T0" fmla="*/ 83 w 17"/>
                <a:gd name="T1" fmla="*/ 19 h 9"/>
                <a:gd name="T2" fmla="*/ 32 w 17"/>
                <a:gd name="T3" fmla="*/ 1 h 9"/>
                <a:gd name="T4" fmla="*/ 23 w 17"/>
                <a:gd name="T5" fmla="*/ 39 h 9"/>
                <a:gd name="T6" fmla="*/ 68 w 17"/>
                <a:gd name="T7" fmla="*/ 52 h 9"/>
                <a:gd name="T8" fmla="*/ 79 w 17"/>
                <a:gd name="T9" fmla="*/ 1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5" y="3"/>
                  </a:moveTo>
                  <a:cubicBezTo>
                    <a:pt x="12" y="1"/>
                    <a:pt x="9" y="0"/>
                    <a:pt x="6" y="1"/>
                  </a:cubicBezTo>
                  <a:cubicBezTo>
                    <a:pt x="2" y="1"/>
                    <a:pt x="0" y="4"/>
                    <a:pt x="4" y="6"/>
                  </a:cubicBezTo>
                  <a:cubicBezTo>
                    <a:pt x="6" y="8"/>
                    <a:pt x="10" y="9"/>
                    <a:pt x="12" y="8"/>
                  </a:cubicBezTo>
                  <a:cubicBezTo>
                    <a:pt x="14" y="8"/>
                    <a:pt x="17" y="5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7" name="Freeform 604">
              <a:extLst>
                <a:ext uri="{FF2B5EF4-FFF2-40B4-BE49-F238E27FC236}">
                  <a16:creationId xmlns:a16="http://schemas.microsoft.com/office/drawing/2014/main" id="{ADA9E873-63DF-4AC8-A003-9821376D5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246"/>
              <a:ext cx="17" cy="10"/>
            </a:xfrm>
            <a:custGeom>
              <a:avLst/>
              <a:gdLst>
                <a:gd name="T0" fmla="*/ 52 w 12"/>
                <a:gd name="T1" fmla="*/ 0 h 7"/>
                <a:gd name="T2" fmla="*/ 18 w 12"/>
                <a:gd name="T3" fmla="*/ 19 h 7"/>
                <a:gd name="T4" fmla="*/ 28 w 12"/>
                <a:gd name="T5" fmla="*/ 41 h 7"/>
                <a:gd name="T6" fmla="*/ 68 w 12"/>
                <a:gd name="T7" fmla="*/ 19 h 7"/>
                <a:gd name="T8" fmla="*/ 40 w 12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9" y="0"/>
                  </a:moveTo>
                  <a:cubicBezTo>
                    <a:pt x="7" y="2"/>
                    <a:pt x="4" y="1"/>
                    <a:pt x="3" y="3"/>
                  </a:cubicBezTo>
                  <a:cubicBezTo>
                    <a:pt x="0" y="6"/>
                    <a:pt x="3" y="7"/>
                    <a:pt x="5" y="7"/>
                  </a:cubicBezTo>
                  <a:cubicBezTo>
                    <a:pt x="7" y="7"/>
                    <a:pt x="12" y="6"/>
                    <a:pt x="12" y="3"/>
                  </a:cubicBezTo>
                  <a:cubicBezTo>
                    <a:pt x="12" y="0"/>
                    <a:pt x="9" y="0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8" name="Freeform 605">
              <a:extLst>
                <a:ext uri="{FF2B5EF4-FFF2-40B4-BE49-F238E27FC236}">
                  <a16:creationId xmlns:a16="http://schemas.microsoft.com/office/drawing/2014/main" id="{1BB33994-E6E0-4A93-B40F-3AE0479F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347"/>
              <a:ext cx="106" cy="63"/>
            </a:xfrm>
            <a:custGeom>
              <a:avLst/>
              <a:gdLst>
                <a:gd name="T0" fmla="*/ 0 w 76"/>
                <a:gd name="T1" fmla="*/ 77 h 45"/>
                <a:gd name="T2" fmla="*/ 95 w 76"/>
                <a:gd name="T3" fmla="*/ 214 h 45"/>
                <a:gd name="T4" fmla="*/ 252 w 76"/>
                <a:gd name="T5" fmla="*/ 192 h 45"/>
                <a:gd name="T6" fmla="*/ 310 w 76"/>
                <a:gd name="T7" fmla="*/ 104 h 45"/>
                <a:gd name="T8" fmla="*/ 218 w 76"/>
                <a:gd name="T9" fmla="*/ 80 h 45"/>
                <a:gd name="T10" fmla="*/ 133 w 76"/>
                <a:gd name="T11" fmla="*/ 29 h 45"/>
                <a:gd name="T12" fmla="*/ 29 w 76"/>
                <a:gd name="T13" fmla="*/ 11 h 45"/>
                <a:gd name="T14" fmla="*/ 1 w 76"/>
                <a:gd name="T15" fmla="*/ 94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45">
                  <a:moveTo>
                    <a:pt x="0" y="14"/>
                  </a:moveTo>
                  <a:cubicBezTo>
                    <a:pt x="1" y="25"/>
                    <a:pt x="9" y="35"/>
                    <a:pt x="18" y="40"/>
                  </a:cubicBezTo>
                  <a:cubicBezTo>
                    <a:pt x="28" y="45"/>
                    <a:pt x="38" y="39"/>
                    <a:pt x="48" y="36"/>
                  </a:cubicBezTo>
                  <a:cubicBezTo>
                    <a:pt x="55" y="34"/>
                    <a:pt x="76" y="23"/>
                    <a:pt x="59" y="19"/>
                  </a:cubicBezTo>
                  <a:cubicBezTo>
                    <a:pt x="53" y="17"/>
                    <a:pt x="47" y="17"/>
                    <a:pt x="41" y="15"/>
                  </a:cubicBezTo>
                  <a:cubicBezTo>
                    <a:pt x="35" y="13"/>
                    <a:pt x="30" y="9"/>
                    <a:pt x="25" y="6"/>
                  </a:cubicBezTo>
                  <a:cubicBezTo>
                    <a:pt x="20" y="4"/>
                    <a:pt x="12" y="0"/>
                    <a:pt x="6" y="2"/>
                  </a:cubicBezTo>
                  <a:cubicBezTo>
                    <a:pt x="1" y="4"/>
                    <a:pt x="0" y="13"/>
                    <a:pt x="1" y="17"/>
                  </a:cubicBezTo>
                </a:path>
              </a:pathLst>
            </a:custGeom>
            <a:solidFill>
              <a:srgbClr val="F4E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" name="Freeform 606">
              <a:extLst>
                <a:ext uri="{FF2B5EF4-FFF2-40B4-BE49-F238E27FC236}">
                  <a16:creationId xmlns:a16="http://schemas.microsoft.com/office/drawing/2014/main" id="{D7D83A9B-0AF8-4F6A-85E3-8D00C86B1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230"/>
              <a:ext cx="51" cy="165"/>
            </a:xfrm>
            <a:custGeom>
              <a:avLst/>
              <a:gdLst>
                <a:gd name="T0" fmla="*/ 191 w 36"/>
                <a:gd name="T1" fmla="*/ 0 h 117"/>
                <a:gd name="T2" fmla="*/ 205 w 36"/>
                <a:gd name="T3" fmla="*/ 654 h 117"/>
                <a:gd name="T4" fmla="*/ 191 w 36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17">
                  <a:moveTo>
                    <a:pt x="33" y="0"/>
                  </a:moveTo>
                  <a:cubicBezTo>
                    <a:pt x="33" y="0"/>
                    <a:pt x="7" y="69"/>
                    <a:pt x="36" y="117"/>
                  </a:cubicBezTo>
                  <a:cubicBezTo>
                    <a:pt x="36" y="117"/>
                    <a:pt x="0" y="8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" name="Freeform 607">
              <a:extLst>
                <a:ext uri="{FF2B5EF4-FFF2-40B4-BE49-F238E27FC236}">
                  <a16:creationId xmlns:a16="http://schemas.microsoft.com/office/drawing/2014/main" id="{69A99B90-0C16-42ED-BC95-7A27C45D9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232"/>
              <a:ext cx="68" cy="158"/>
            </a:xfrm>
            <a:custGeom>
              <a:avLst/>
              <a:gdLst>
                <a:gd name="T0" fmla="*/ 250 w 49"/>
                <a:gd name="T1" fmla="*/ 0 h 113"/>
                <a:gd name="T2" fmla="*/ 0 w 49"/>
                <a:gd name="T3" fmla="*/ 604 h 113"/>
                <a:gd name="T4" fmla="*/ 250 w 49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13">
                  <a:moveTo>
                    <a:pt x="49" y="0"/>
                  </a:moveTo>
                  <a:cubicBezTo>
                    <a:pt x="49" y="0"/>
                    <a:pt x="41" y="72"/>
                    <a:pt x="0" y="113"/>
                  </a:cubicBezTo>
                  <a:cubicBezTo>
                    <a:pt x="0" y="113"/>
                    <a:pt x="45" y="79"/>
                    <a:pt x="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" name="Freeform 608">
              <a:extLst>
                <a:ext uri="{FF2B5EF4-FFF2-40B4-BE49-F238E27FC236}">
                  <a16:creationId xmlns:a16="http://schemas.microsoft.com/office/drawing/2014/main" id="{082A94CB-5083-4997-9EC6-01A4BDAC8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361"/>
              <a:ext cx="115" cy="77"/>
            </a:xfrm>
            <a:custGeom>
              <a:avLst/>
              <a:gdLst>
                <a:gd name="T0" fmla="*/ 0 w 82"/>
                <a:gd name="T1" fmla="*/ 273 h 55"/>
                <a:gd name="T2" fmla="*/ 445 w 82"/>
                <a:gd name="T3" fmla="*/ 0 h 55"/>
                <a:gd name="T4" fmla="*/ 0 w 82"/>
                <a:gd name="T5" fmla="*/ 273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55">
                  <a:moveTo>
                    <a:pt x="0" y="51"/>
                  </a:moveTo>
                  <a:cubicBezTo>
                    <a:pt x="0" y="51"/>
                    <a:pt x="40" y="50"/>
                    <a:pt x="82" y="0"/>
                  </a:cubicBezTo>
                  <a:cubicBezTo>
                    <a:pt x="82" y="0"/>
                    <a:pt x="51" y="55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" name="Freeform 609">
              <a:extLst>
                <a:ext uri="{FF2B5EF4-FFF2-40B4-BE49-F238E27FC236}">
                  <a16:creationId xmlns:a16="http://schemas.microsoft.com/office/drawing/2014/main" id="{4B2B026B-5300-488A-ABAC-64F3F86B4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287"/>
              <a:ext cx="54" cy="103"/>
            </a:xfrm>
            <a:custGeom>
              <a:avLst/>
              <a:gdLst>
                <a:gd name="T0" fmla="*/ 199 w 39"/>
                <a:gd name="T1" fmla="*/ 0 h 74"/>
                <a:gd name="T2" fmla="*/ 76 w 39"/>
                <a:gd name="T3" fmla="*/ 386 h 74"/>
                <a:gd name="T4" fmla="*/ 199 w 39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4">
                  <a:moveTo>
                    <a:pt x="39" y="0"/>
                  </a:moveTo>
                  <a:cubicBezTo>
                    <a:pt x="39" y="0"/>
                    <a:pt x="7" y="35"/>
                    <a:pt x="15" y="74"/>
                  </a:cubicBezTo>
                  <a:cubicBezTo>
                    <a:pt x="15" y="74"/>
                    <a:pt x="0" y="39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" name="Oval 610">
              <a:extLst>
                <a:ext uri="{FF2B5EF4-FFF2-40B4-BE49-F238E27FC236}">
                  <a16:creationId xmlns:a16="http://schemas.microsoft.com/office/drawing/2014/main" id="{AD9AA7B6-E6DE-4DC7-AE6B-B8BFB79CA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142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884" name="Oval 611">
              <a:extLst>
                <a:ext uri="{FF2B5EF4-FFF2-40B4-BE49-F238E27FC236}">
                  <a16:creationId xmlns:a16="http://schemas.microsoft.com/office/drawing/2014/main" id="{AC9292B0-6AB3-4D0B-990C-EAE12A6D7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1413"/>
              <a:ext cx="10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885" name="Oval 612">
              <a:extLst>
                <a:ext uri="{FF2B5EF4-FFF2-40B4-BE49-F238E27FC236}">
                  <a16:creationId xmlns:a16="http://schemas.microsoft.com/office/drawing/2014/main" id="{90D54BC0-7864-48A1-B49E-52CD71494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34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886" name="Freeform 613">
              <a:extLst>
                <a:ext uri="{FF2B5EF4-FFF2-40B4-BE49-F238E27FC236}">
                  <a16:creationId xmlns:a16="http://schemas.microsoft.com/office/drawing/2014/main" id="{75891851-D848-4DA2-B660-D7B12FC2C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332"/>
              <a:ext cx="11" cy="15"/>
            </a:xfrm>
            <a:custGeom>
              <a:avLst/>
              <a:gdLst>
                <a:gd name="T0" fmla="*/ 36 w 8"/>
                <a:gd name="T1" fmla="*/ 35 h 11"/>
                <a:gd name="T2" fmla="*/ 11 w 8"/>
                <a:gd name="T3" fmla="*/ 50 h 11"/>
                <a:gd name="T4" fmla="*/ 1 w 8"/>
                <a:gd name="T5" fmla="*/ 19 h 11"/>
                <a:gd name="T6" fmla="*/ 29 w 8"/>
                <a:gd name="T7" fmla="*/ 1 h 11"/>
                <a:gd name="T8" fmla="*/ 36 w 8"/>
                <a:gd name="T9" fmla="*/ 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7" y="7"/>
                  </a:moveTo>
                  <a:cubicBezTo>
                    <a:pt x="6" y="10"/>
                    <a:pt x="4" y="11"/>
                    <a:pt x="2" y="11"/>
                  </a:cubicBezTo>
                  <a:cubicBezTo>
                    <a:pt x="1" y="10"/>
                    <a:pt x="0" y="7"/>
                    <a:pt x="1" y="4"/>
                  </a:cubicBezTo>
                  <a:cubicBezTo>
                    <a:pt x="2" y="2"/>
                    <a:pt x="5" y="0"/>
                    <a:pt x="6" y="1"/>
                  </a:cubicBezTo>
                  <a:cubicBezTo>
                    <a:pt x="8" y="2"/>
                    <a:pt x="8" y="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" name="Oval 614">
              <a:extLst>
                <a:ext uri="{FF2B5EF4-FFF2-40B4-BE49-F238E27FC236}">
                  <a16:creationId xmlns:a16="http://schemas.microsoft.com/office/drawing/2014/main" id="{66FE568C-790A-46DC-ACC6-1FA26A0D0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1317"/>
              <a:ext cx="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888" name="Oval 615">
              <a:extLst>
                <a:ext uri="{FF2B5EF4-FFF2-40B4-BE49-F238E27FC236}">
                  <a16:creationId xmlns:a16="http://schemas.microsoft.com/office/drawing/2014/main" id="{9AE1F2AB-0A88-4A59-BF11-B749D4347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135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889" name="Freeform 616">
              <a:extLst>
                <a:ext uri="{FF2B5EF4-FFF2-40B4-BE49-F238E27FC236}">
                  <a16:creationId xmlns:a16="http://schemas.microsoft.com/office/drawing/2014/main" id="{B4D6F5C0-74DB-491C-A559-AE785FF6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093"/>
              <a:ext cx="210" cy="330"/>
            </a:xfrm>
            <a:custGeom>
              <a:avLst/>
              <a:gdLst>
                <a:gd name="T0" fmla="*/ 700 w 150"/>
                <a:gd name="T1" fmla="*/ 741 h 235"/>
                <a:gd name="T2" fmla="*/ 211 w 150"/>
                <a:gd name="T3" fmla="*/ 1225 h 235"/>
                <a:gd name="T4" fmla="*/ 108 w 150"/>
                <a:gd name="T5" fmla="*/ 536 h 235"/>
                <a:gd name="T6" fmla="*/ 603 w 150"/>
                <a:gd name="T7" fmla="*/ 55 h 235"/>
                <a:gd name="T8" fmla="*/ 700 w 150"/>
                <a:gd name="T9" fmla="*/ 741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35">
                  <a:moveTo>
                    <a:pt x="130" y="136"/>
                  </a:moveTo>
                  <a:cubicBezTo>
                    <a:pt x="110" y="195"/>
                    <a:pt x="69" y="235"/>
                    <a:pt x="39" y="224"/>
                  </a:cubicBezTo>
                  <a:cubicBezTo>
                    <a:pt x="8" y="214"/>
                    <a:pt x="0" y="158"/>
                    <a:pt x="20" y="98"/>
                  </a:cubicBezTo>
                  <a:cubicBezTo>
                    <a:pt x="40" y="39"/>
                    <a:pt x="81" y="0"/>
                    <a:pt x="112" y="10"/>
                  </a:cubicBezTo>
                  <a:cubicBezTo>
                    <a:pt x="142" y="20"/>
                    <a:pt x="150" y="77"/>
                    <a:pt x="130" y="136"/>
                  </a:cubicBezTo>
                  <a:close/>
                </a:path>
              </a:pathLst>
            </a:custGeom>
            <a:solidFill>
              <a:srgbClr val="F7F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0" name="Freeform 617">
              <a:extLst>
                <a:ext uri="{FF2B5EF4-FFF2-40B4-BE49-F238E27FC236}">
                  <a16:creationId xmlns:a16="http://schemas.microsoft.com/office/drawing/2014/main" id="{F59074AA-809D-49C2-AFD5-1CA1FCDFE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139"/>
              <a:ext cx="169" cy="250"/>
            </a:xfrm>
            <a:custGeom>
              <a:avLst/>
              <a:gdLst>
                <a:gd name="T0" fmla="*/ 162 w 120"/>
                <a:gd name="T1" fmla="*/ 942 h 178"/>
                <a:gd name="T2" fmla="*/ 107 w 120"/>
                <a:gd name="T3" fmla="*/ 747 h 178"/>
                <a:gd name="T4" fmla="*/ 200 w 120"/>
                <a:gd name="T5" fmla="*/ 618 h 178"/>
                <a:gd name="T6" fmla="*/ 135 w 120"/>
                <a:gd name="T7" fmla="*/ 433 h 178"/>
                <a:gd name="T8" fmla="*/ 337 w 120"/>
                <a:gd name="T9" fmla="*/ 299 h 178"/>
                <a:gd name="T10" fmla="*/ 337 w 120"/>
                <a:gd name="T11" fmla="*/ 145 h 178"/>
                <a:gd name="T12" fmla="*/ 504 w 120"/>
                <a:gd name="T13" fmla="*/ 29 h 178"/>
                <a:gd name="T14" fmla="*/ 452 w 120"/>
                <a:gd name="T15" fmla="*/ 233 h 178"/>
                <a:gd name="T16" fmla="*/ 369 w 120"/>
                <a:gd name="T17" fmla="*/ 487 h 178"/>
                <a:gd name="T18" fmla="*/ 258 w 120"/>
                <a:gd name="T19" fmla="*/ 820 h 178"/>
                <a:gd name="T20" fmla="*/ 162 w 120"/>
                <a:gd name="T21" fmla="*/ 942 h 1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0" h="178">
                  <a:moveTo>
                    <a:pt x="29" y="172"/>
                  </a:moveTo>
                  <a:cubicBezTo>
                    <a:pt x="8" y="168"/>
                    <a:pt x="0" y="133"/>
                    <a:pt x="19" y="137"/>
                  </a:cubicBezTo>
                  <a:cubicBezTo>
                    <a:pt x="38" y="140"/>
                    <a:pt x="51" y="125"/>
                    <a:pt x="36" y="113"/>
                  </a:cubicBezTo>
                  <a:cubicBezTo>
                    <a:pt x="20" y="100"/>
                    <a:pt x="1" y="78"/>
                    <a:pt x="24" y="79"/>
                  </a:cubicBezTo>
                  <a:cubicBezTo>
                    <a:pt x="48" y="80"/>
                    <a:pt x="77" y="64"/>
                    <a:pt x="61" y="55"/>
                  </a:cubicBezTo>
                  <a:cubicBezTo>
                    <a:pt x="44" y="47"/>
                    <a:pt x="34" y="22"/>
                    <a:pt x="61" y="26"/>
                  </a:cubicBezTo>
                  <a:cubicBezTo>
                    <a:pt x="89" y="30"/>
                    <a:pt x="63" y="0"/>
                    <a:pt x="91" y="6"/>
                  </a:cubicBezTo>
                  <a:cubicBezTo>
                    <a:pt x="120" y="11"/>
                    <a:pt x="99" y="45"/>
                    <a:pt x="82" y="43"/>
                  </a:cubicBezTo>
                  <a:cubicBezTo>
                    <a:pt x="65" y="41"/>
                    <a:pt x="104" y="94"/>
                    <a:pt x="67" y="89"/>
                  </a:cubicBezTo>
                  <a:cubicBezTo>
                    <a:pt x="31" y="84"/>
                    <a:pt x="77" y="152"/>
                    <a:pt x="46" y="150"/>
                  </a:cubicBezTo>
                  <a:cubicBezTo>
                    <a:pt x="15" y="148"/>
                    <a:pt x="69" y="178"/>
                    <a:pt x="29" y="172"/>
                  </a:cubicBezTo>
                  <a:close/>
                </a:path>
              </a:pathLst>
            </a:custGeom>
            <a:solidFill>
              <a:srgbClr val="F4C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1" name="Freeform 618">
              <a:extLst>
                <a:ext uri="{FF2B5EF4-FFF2-40B4-BE49-F238E27FC236}">
                  <a16:creationId xmlns:a16="http://schemas.microsoft.com/office/drawing/2014/main" id="{C15E62B7-D646-46F5-ADA5-210D243A6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323"/>
              <a:ext cx="22" cy="45"/>
            </a:xfrm>
            <a:custGeom>
              <a:avLst/>
              <a:gdLst>
                <a:gd name="T0" fmla="*/ 77 w 16"/>
                <a:gd name="T1" fmla="*/ 15 h 32"/>
                <a:gd name="T2" fmla="*/ 69 w 16"/>
                <a:gd name="T3" fmla="*/ 176 h 32"/>
                <a:gd name="T4" fmla="*/ 76 w 16"/>
                <a:gd name="T5" fmla="*/ 15 h 32"/>
                <a:gd name="T6" fmla="*/ 77 w 16"/>
                <a:gd name="T7" fmla="*/ 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16" y="3"/>
                  </a:moveTo>
                  <a:cubicBezTo>
                    <a:pt x="5" y="5"/>
                    <a:pt x="10" y="25"/>
                    <a:pt x="14" y="32"/>
                  </a:cubicBezTo>
                  <a:cubicBezTo>
                    <a:pt x="3" y="30"/>
                    <a:pt x="0" y="0"/>
                    <a:pt x="15" y="3"/>
                  </a:cubicBezTo>
                  <a:cubicBezTo>
                    <a:pt x="15" y="4"/>
                    <a:pt x="15" y="4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2" name="Freeform 619">
              <a:extLst>
                <a:ext uri="{FF2B5EF4-FFF2-40B4-BE49-F238E27FC236}">
                  <a16:creationId xmlns:a16="http://schemas.microsoft.com/office/drawing/2014/main" id="{0DCFCDC1-169C-4F26-8372-879B97CE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174"/>
              <a:ext cx="44" cy="66"/>
            </a:xfrm>
            <a:custGeom>
              <a:avLst/>
              <a:gdLst>
                <a:gd name="T0" fmla="*/ 68 w 31"/>
                <a:gd name="T1" fmla="*/ 0 h 47"/>
                <a:gd name="T2" fmla="*/ 109 w 31"/>
                <a:gd name="T3" fmla="*/ 152 h 47"/>
                <a:gd name="T4" fmla="*/ 68 w 31"/>
                <a:gd name="T5" fmla="*/ 258 h 47"/>
                <a:gd name="T6" fmla="*/ 115 w 31"/>
                <a:gd name="T7" fmla="*/ 204 h 47"/>
                <a:gd name="T8" fmla="*/ 57 w 31"/>
                <a:gd name="T9" fmla="*/ 122 h 47"/>
                <a:gd name="T10" fmla="*/ 57 w 31"/>
                <a:gd name="T11" fmla="*/ 1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7">
                  <a:moveTo>
                    <a:pt x="12" y="0"/>
                  </a:moveTo>
                  <a:cubicBezTo>
                    <a:pt x="1" y="8"/>
                    <a:pt x="11" y="22"/>
                    <a:pt x="19" y="28"/>
                  </a:cubicBezTo>
                  <a:cubicBezTo>
                    <a:pt x="31" y="37"/>
                    <a:pt x="24" y="44"/>
                    <a:pt x="12" y="47"/>
                  </a:cubicBezTo>
                  <a:cubicBezTo>
                    <a:pt x="15" y="45"/>
                    <a:pt x="20" y="41"/>
                    <a:pt x="20" y="37"/>
                  </a:cubicBezTo>
                  <a:cubicBezTo>
                    <a:pt x="19" y="32"/>
                    <a:pt x="13" y="26"/>
                    <a:pt x="10" y="22"/>
                  </a:cubicBezTo>
                  <a:cubicBezTo>
                    <a:pt x="5" y="17"/>
                    <a:pt x="0" y="6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3" name="Freeform 620">
              <a:extLst>
                <a:ext uri="{FF2B5EF4-FFF2-40B4-BE49-F238E27FC236}">
                  <a16:creationId xmlns:a16="http://schemas.microsoft.com/office/drawing/2014/main" id="{199F1DCC-BB8D-4EC6-B14F-B972FD374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230"/>
              <a:ext cx="56" cy="75"/>
            </a:xfrm>
            <a:custGeom>
              <a:avLst/>
              <a:gdLst>
                <a:gd name="T0" fmla="*/ 157 w 40"/>
                <a:gd name="T1" fmla="*/ 0 h 53"/>
                <a:gd name="T2" fmla="*/ 172 w 40"/>
                <a:gd name="T3" fmla="*/ 115 h 53"/>
                <a:gd name="T4" fmla="*/ 104 w 40"/>
                <a:gd name="T5" fmla="*/ 163 h 53"/>
                <a:gd name="T6" fmla="*/ 21 w 40"/>
                <a:gd name="T7" fmla="*/ 190 h 53"/>
                <a:gd name="T8" fmla="*/ 28 w 40"/>
                <a:gd name="T9" fmla="*/ 300 h 53"/>
                <a:gd name="T10" fmla="*/ 136 w 40"/>
                <a:gd name="T11" fmla="*/ 164 h 53"/>
                <a:gd name="T12" fmla="*/ 162 w 40"/>
                <a:gd name="T13" fmla="*/ 2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3">
                  <a:moveTo>
                    <a:pt x="29" y="0"/>
                  </a:moveTo>
                  <a:cubicBezTo>
                    <a:pt x="31" y="5"/>
                    <a:pt x="33" y="14"/>
                    <a:pt x="32" y="20"/>
                  </a:cubicBezTo>
                  <a:cubicBezTo>
                    <a:pt x="31" y="25"/>
                    <a:pt x="24" y="27"/>
                    <a:pt x="19" y="28"/>
                  </a:cubicBezTo>
                  <a:cubicBezTo>
                    <a:pt x="12" y="29"/>
                    <a:pt x="7" y="27"/>
                    <a:pt x="4" y="33"/>
                  </a:cubicBezTo>
                  <a:cubicBezTo>
                    <a:pt x="1" y="39"/>
                    <a:pt x="3" y="47"/>
                    <a:pt x="5" y="53"/>
                  </a:cubicBezTo>
                  <a:cubicBezTo>
                    <a:pt x="0" y="39"/>
                    <a:pt x="9" y="29"/>
                    <a:pt x="25" y="29"/>
                  </a:cubicBezTo>
                  <a:cubicBezTo>
                    <a:pt x="40" y="30"/>
                    <a:pt x="35" y="14"/>
                    <a:pt x="3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4" name="Freeform 621">
              <a:extLst>
                <a:ext uri="{FF2B5EF4-FFF2-40B4-BE49-F238E27FC236}">
                  <a16:creationId xmlns:a16="http://schemas.microsoft.com/office/drawing/2014/main" id="{9DB69031-B363-45E1-922F-410EDD78A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145"/>
              <a:ext cx="23" cy="39"/>
            </a:xfrm>
            <a:custGeom>
              <a:avLst/>
              <a:gdLst>
                <a:gd name="T0" fmla="*/ 0 w 16"/>
                <a:gd name="T1" fmla="*/ 0 h 28"/>
                <a:gd name="T2" fmla="*/ 68 w 16"/>
                <a:gd name="T3" fmla="*/ 145 h 28"/>
                <a:gd name="T4" fmla="*/ 13 w 16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13" y="1"/>
                    <a:pt x="15" y="18"/>
                    <a:pt x="11" y="28"/>
                  </a:cubicBezTo>
                  <a:cubicBezTo>
                    <a:pt x="16" y="19"/>
                    <a:pt x="15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5" name="Freeform 622">
              <a:extLst>
                <a:ext uri="{FF2B5EF4-FFF2-40B4-BE49-F238E27FC236}">
                  <a16:creationId xmlns:a16="http://schemas.microsoft.com/office/drawing/2014/main" id="{128CBBA8-2CC7-4D7A-BC2D-10EDDE24C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257"/>
              <a:ext cx="54" cy="62"/>
            </a:xfrm>
            <a:custGeom>
              <a:avLst/>
              <a:gdLst>
                <a:gd name="T0" fmla="*/ 159 w 39"/>
                <a:gd name="T1" fmla="*/ 244 h 44"/>
                <a:gd name="T2" fmla="*/ 105 w 39"/>
                <a:gd name="T3" fmla="*/ 145 h 44"/>
                <a:gd name="T4" fmla="*/ 29 w 39"/>
                <a:gd name="T5" fmla="*/ 55 h 44"/>
                <a:gd name="T6" fmla="*/ 26 w 39"/>
                <a:gd name="T7" fmla="*/ 1 h 44"/>
                <a:gd name="T8" fmla="*/ 91 w 39"/>
                <a:gd name="T9" fmla="*/ 23 h 44"/>
                <a:gd name="T10" fmla="*/ 174 w 39"/>
                <a:gd name="T11" fmla="*/ 145 h 44"/>
                <a:gd name="T12" fmla="*/ 159 w 39"/>
                <a:gd name="T13" fmla="*/ 24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4">
                  <a:moveTo>
                    <a:pt x="31" y="44"/>
                  </a:moveTo>
                  <a:cubicBezTo>
                    <a:pt x="33" y="37"/>
                    <a:pt x="27" y="30"/>
                    <a:pt x="21" y="26"/>
                  </a:cubicBezTo>
                  <a:cubicBezTo>
                    <a:pt x="15" y="21"/>
                    <a:pt x="11" y="16"/>
                    <a:pt x="6" y="10"/>
                  </a:cubicBezTo>
                  <a:cubicBezTo>
                    <a:pt x="4" y="7"/>
                    <a:pt x="0" y="2"/>
                    <a:pt x="5" y="1"/>
                  </a:cubicBezTo>
                  <a:cubicBezTo>
                    <a:pt x="7" y="0"/>
                    <a:pt x="15" y="4"/>
                    <a:pt x="18" y="4"/>
                  </a:cubicBezTo>
                  <a:cubicBezTo>
                    <a:pt x="28" y="7"/>
                    <a:pt x="32" y="17"/>
                    <a:pt x="35" y="26"/>
                  </a:cubicBezTo>
                  <a:cubicBezTo>
                    <a:pt x="37" y="32"/>
                    <a:pt x="39" y="42"/>
                    <a:pt x="31" y="43"/>
                  </a:cubicBezTo>
                </a:path>
              </a:pathLst>
            </a:custGeom>
            <a:solidFill>
              <a:srgbClr val="E0B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6" name="Freeform 623">
              <a:extLst>
                <a:ext uri="{FF2B5EF4-FFF2-40B4-BE49-F238E27FC236}">
                  <a16:creationId xmlns:a16="http://schemas.microsoft.com/office/drawing/2014/main" id="{A28BD78C-932B-4E62-A9D5-53F3BAF1B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1172"/>
              <a:ext cx="36" cy="49"/>
            </a:xfrm>
            <a:custGeom>
              <a:avLst/>
              <a:gdLst>
                <a:gd name="T0" fmla="*/ 0 w 26"/>
                <a:gd name="T1" fmla="*/ 41 h 35"/>
                <a:gd name="T2" fmla="*/ 36 w 26"/>
                <a:gd name="T3" fmla="*/ 132 h 35"/>
                <a:gd name="T4" fmla="*/ 105 w 26"/>
                <a:gd name="T5" fmla="*/ 190 h 35"/>
                <a:gd name="T6" fmla="*/ 126 w 26"/>
                <a:gd name="T7" fmla="*/ 118 h 35"/>
                <a:gd name="T8" fmla="*/ 111 w 26"/>
                <a:gd name="T9" fmla="*/ 55 h 35"/>
                <a:gd name="T10" fmla="*/ 1 w 26"/>
                <a:gd name="T11" fmla="*/ 5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5">
                  <a:moveTo>
                    <a:pt x="0" y="8"/>
                  </a:moveTo>
                  <a:cubicBezTo>
                    <a:pt x="1" y="15"/>
                    <a:pt x="2" y="20"/>
                    <a:pt x="7" y="24"/>
                  </a:cubicBezTo>
                  <a:cubicBezTo>
                    <a:pt x="12" y="28"/>
                    <a:pt x="17" y="31"/>
                    <a:pt x="21" y="35"/>
                  </a:cubicBezTo>
                  <a:cubicBezTo>
                    <a:pt x="23" y="33"/>
                    <a:pt x="25" y="25"/>
                    <a:pt x="25" y="22"/>
                  </a:cubicBezTo>
                  <a:cubicBezTo>
                    <a:pt x="26" y="17"/>
                    <a:pt x="26" y="13"/>
                    <a:pt x="22" y="10"/>
                  </a:cubicBezTo>
                  <a:cubicBezTo>
                    <a:pt x="18" y="5"/>
                    <a:pt x="1" y="0"/>
                    <a:pt x="1" y="11"/>
                  </a:cubicBezTo>
                </a:path>
              </a:pathLst>
            </a:custGeom>
            <a:solidFill>
              <a:srgbClr val="E0B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7" name="Freeform 624">
              <a:extLst>
                <a:ext uri="{FF2B5EF4-FFF2-40B4-BE49-F238E27FC236}">
                  <a16:creationId xmlns:a16="http://schemas.microsoft.com/office/drawing/2014/main" id="{DC032232-37FB-4706-8489-C0C482D05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379"/>
              <a:ext cx="485" cy="452"/>
            </a:xfrm>
            <a:custGeom>
              <a:avLst/>
              <a:gdLst>
                <a:gd name="T0" fmla="*/ 1789 w 346"/>
                <a:gd name="T1" fmla="*/ 460 h 322"/>
                <a:gd name="T2" fmla="*/ 1239 w 346"/>
                <a:gd name="T3" fmla="*/ 11 h 322"/>
                <a:gd name="T4" fmla="*/ 827 w 346"/>
                <a:gd name="T5" fmla="*/ 260 h 322"/>
                <a:gd name="T6" fmla="*/ 563 w 346"/>
                <a:gd name="T7" fmla="*/ 382 h 322"/>
                <a:gd name="T8" fmla="*/ 212 w 346"/>
                <a:gd name="T9" fmla="*/ 404 h 322"/>
                <a:gd name="T10" fmla="*/ 123 w 346"/>
                <a:gd name="T11" fmla="*/ 921 h 322"/>
                <a:gd name="T12" fmla="*/ 391 w 346"/>
                <a:gd name="T13" fmla="*/ 1162 h 322"/>
                <a:gd name="T14" fmla="*/ 548 w 346"/>
                <a:gd name="T15" fmla="*/ 1537 h 322"/>
                <a:gd name="T16" fmla="*/ 1213 w 346"/>
                <a:gd name="T17" fmla="*/ 1635 h 322"/>
                <a:gd name="T18" fmla="*/ 1733 w 346"/>
                <a:gd name="T19" fmla="*/ 1293 h 322"/>
                <a:gd name="T20" fmla="*/ 1835 w 346"/>
                <a:gd name="T21" fmla="*/ 877 h 322"/>
                <a:gd name="T22" fmla="*/ 1776 w 346"/>
                <a:gd name="T23" fmla="*/ 460 h 3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6" h="322">
                  <a:moveTo>
                    <a:pt x="330" y="85"/>
                  </a:moveTo>
                  <a:cubicBezTo>
                    <a:pt x="314" y="46"/>
                    <a:pt x="275" y="0"/>
                    <a:pt x="229" y="2"/>
                  </a:cubicBezTo>
                  <a:cubicBezTo>
                    <a:pt x="200" y="4"/>
                    <a:pt x="175" y="32"/>
                    <a:pt x="153" y="48"/>
                  </a:cubicBezTo>
                  <a:cubicBezTo>
                    <a:pt x="136" y="59"/>
                    <a:pt x="125" y="67"/>
                    <a:pt x="104" y="70"/>
                  </a:cubicBezTo>
                  <a:cubicBezTo>
                    <a:pt x="83" y="73"/>
                    <a:pt x="59" y="67"/>
                    <a:pt x="39" y="74"/>
                  </a:cubicBezTo>
                  <a:cubicBezTo>
                    <a:pt x="2" y="88"/>
                    <a:pt x="0" y="142"/>
                    <a:pt x="23" y="169"/>
                  </a:cubicBezTo>
                  <a:cubicBezTo>
                    <a:pt x="38" y="185"/>
                    <a:pt x="61" y="193"/>
                    <a:pt x="72" y="213"/>
                  </a:cubicBezTo>
                  <a:cubicBezTo>
                    <a:pt x="84" y="235"/>
                    <a:pt x="84" y="262"/>
                    <a:pt x="101" y="282"/>
                  </a:cubicBezTo>
                  <a:cubicBezTo>
                    <a:pt x="133" y="322"/>
                    <a:pt x="182" y="322"/>
                    <a:pt x="224" y="300"/>
                  </a:cubicBezTo>
                  <a:cubicBezTo>
                    <a:pt x="258" y="283"/>
                    <a:pt x="301" y="271"/>
                    <a:pt x="320" y="237"/>
                  </a:cubicBezTo>
                  <a:cubicBezTo>
                    <a:pt x="332" y="214"/>
                    <a:pt x="336" y="185"/>
                    <a:pt x="339" y="161"/>
                  </a:cubicBezTo>
                  <a:cubicBezTo>
                    <a:pt x="342" y="141"/>
                    <a:pt x="346" y="93"/>
                    <a:pt x="328" y="85"/>
                  </a:cubicBezTo>
                </a:path>
              </a:pathLst>
            </a:custGeom>
            <a:solidFill>
              <a:srgbClr val="D5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98" name="Oval 625">
              <a:extLst>
                <a:ext uri="{FF2B5EF4-FFF2-40B4-BE49-F238E27FC236}">
                  <a16:creationId xmlns:a16="http://schemas.microsoft.com/office/drawing/2014/main" id="{EF7F7E76-CF0E-4E25-B2ED-3FCDB9D41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1504"/>
              <a:ext cx="206" cy="205"/>
            </a:xfrm>
            <a:prstGeom prst="ellipse">
              <a:avLst/>
            </a:prstGeom>
            <a:solidFill>
              <a:srgbClr val="6EC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899" name="Oval 626">
              <a:extLst>
                <a:ext uri="{FF2B5EF4-FFF2-40B4-BE49-F238E27FC236}">
                  <a16:creationId xmlns:a16="http://schemas.microsoft.com/office/drawing/2014/main" id="{1FD94E0D-8011-4C54-AAC0-761E3D967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1503"/>
              <a:ext cx="206" cy="205"/>
            </a:xfrm>
            <a:prstGeom prst="ellipse">
              <a:avLst/>
            </a:prstGeom>
            <a:solidFill>
              <a:srgbClr val="5D9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00" name="Oval 627">
              <a:extLst>
                <a:ext uri="{FF2B5EF4-FFF2-40B4-BE49-F238E27FC236}">
                  <a16:creationId xmlns:a16="http://schemas.microsoft.com/office/drawing/2014/main" id="{2C247DB8-A5DD-4BA5-9BC9-DF06A1AEE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1499"/>
              <a:ext cx="205" cy="204"/>
            </a:xfrm>
            <a:prstGeom prst="ellipse">
              <a:avLst/>
            </a:prstGeom>
            <a:solidFill>
              <a:srgbClr val="E5D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01" name="Freeform 628">
              <a:extLst>
                <a:ext uri="{FF2B5EF4-FFF2-40B4-BE49-F238E27FC236}">
                  <a16:creationId xmlns:a16="http://schemas.microsoft.com/office/drawing/2014/main" id="{ABF12D2D-F726-4D11-BEAA-F3AF4928C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511"/>
              <a:ext cx="139" cy="145"/>
            </a:xfrm>
            <a:custGeom>
              <a:avLst/>
              <a:gdLst>
                <a:gd name="T0" fmla="*/ 316 w 99"/>
                <a:gd name="T1" fmla="*/ 0 h 103"/>
                <a:gd name="T2" fmla="*/ 11 w 99"/>
                <a:gd name="T3" fmla="*/ 258 h 103"/>
                <a:gd name="T4" fmla="*/ 108 w 99"/>
                <a:gd name="T5" fmla="*/ 519 h 103"/>
                <a:gd name="T6" fmla="*/ 288 w 99"/>
                <a:gd name="T7" fmla="*/ 436 h 103"/>
                <a:gd name="T8" fmla="*/ 508 w 99"/>
                <a:gd name="T9" fmla="*/ 125 h 103"/>
                <a:gd name="T10" fmla="*/ 309 w 99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103">
                  <a:moveTo>
                    <a:pt x="58" y="0"/>
                  </a:moveTo>
                  <a:cubicBezTo>
                    <a:pt x="31" y="0"/>
                    <a:pt x="6" y="20"/>
                    <a:pt x="2" y="46"/>
                  </a:cubicBezTo>
                  <a:cubicBezTo>
                    <a:pt x="0" y="64"/>
                    <a:pt x="2" y="84"/>
                    <a:pt x="20" y="94"/>
                  </a:cubicBezTo>
                  <a:cubicBezTo>
                    <a:pt x="36" y="103"/>
                    <a:pt x="41" y="86"/>
                    <a:pt x="53" y="79"/>
                  </a:cubicBezTo>
                  <a:cubicBezTo>
                    <a:pt x="73" y="67"/>
                    <a:pt x="99" y="51"/>
                    <a:pt x="93" y="23"/>
                  </a:cubicBezTo>
                  <a:cubicBezTo>
                    <a:pt x="90" y="5"/>
                    <a:pt x="70" y="5"/>
                    <a:pt x="57" y="0"/>
                  </a:cubicBezTo>
                </a:path>
              </a:pathLst>
            </a:custGeom>
            <a:solidFill>
              <a:srgbClr val="EFE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2" name="Freeform 629">
              <a:extLst>
                <a:ext uri="{FF2B5EF4-FFF2-40B4-BE49-F238E27FC236}">
                  <a16:creationId xmlns:a16="http://schemas.microsoft.com/office/drawing/2014/main" id="{DFC72B92-069B-48E5-92CA-8A56C4534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524"/>
              <a:ext cx="75" cy="55"/>
            </a:xfrm>
            <a:custGeom>
              <a:avLst/>
              <a:gdLst>
                <a:gd name="T0" fmla="*/ 211 w 53"/>
                <a:gd name="T1" fmla="*/ 16 h 39"/>
                <a:gd name="T2" fmla="*/ 33 w 53"/>
                <a:gd name="T3" fmla="*/ 89 h 39"/>
                <a:gd name="T4" fmla="*/ 115 w 53"/>
                <a:gd name="T5" fmla="*/ 213 h 39"/>
                <a:gd name="T6" fmla="*/ 279 w 53"/>
                <a:gd name="T7" fmla="*/ 97 h 39"/>
                <a:gd name="T8" fmla="*/ 190 w 53"/>
                <a:gd name="T9" fmla="*/ 1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9">
                  <a:moveTo>
                    <a:pt x="37" y="3"/>
                  </a:moveTo>
                  <a:cubicBezTo>
                    <a:pt x="26" y="2"/>
                    <a:pt x="12" y="7"/>
                    <a:pt x="6" y="16"/>
                  </a:cubicBezTo>
                  <a:cubicBezTo>
                    <a:pt x="0" y="28"/>
                    <a:pt x="8" y="39"/>
                    <a:pt x="20" y="38"/>
                  </a:cubicBezTo>
                  <a:cubicBezTo>
                    <a:pt x="29" y="37"/>
                    <a:pt x="46" y="27"/>
                    <a:pt x="49" y="18"/>
                  </a:cubicBezTo>
                  <a:cubicBezTo>
                    <a:pt x="53" y="7"/>
                    <a:pt x="43" y="0"/>
                    <a:pt x="33" y="3"/>
                  </a:cubicBezTo>
                </a:path>
              </a:pathLst>
            </a:custGeom>
            <a:solidFill>
              <a:srgbClr val="F2E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3" name="Freeform 630">
              <a:extLst>
                <a:ext uri="{FF2B5EF4-FFF2-40B4-BE49-F238E27FC236}">
                  <a16:creationId xmlns:a16="http://schemas.microsoft.com/office/drawing/2014/main" id="{DC5AC61F-9BD6-4E53-8097-E6CB5EA3A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522"/>
              <a:ext cx="27" cy="26"/>
            </a:xfrm>
            <a:custGeom>
              <a:avLst/>
              <a:gdLst>
                <a:gd name="T0" fmla="*/ 47 w 19"/>
                <a:gd name="T1" fmla="*/ 0 h 18"/>
                <a:gd name="T2" fmla="*/ 1 w 19"/>
                <a:gd name="T3" fmla="*/ 69 h 18"/>
                <a:gd name="T4" fmla="*/ 75 w 19"/>
                <a:gd name="T5" fmla="*/ 100 h 18"/>
                <a:gd name="T6" fmla="*/ 107 w 19"/>
                <a:gd name="T7" fmla="*/ 27 h 18"/>
                <a:gd name="T8" fmla="*/ 40 w 1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8" y="0"/>
                  </a:moveTo>
                  <a:cubicBezTo>
                    <a:pt x="4" y="2"/>
                    <a:pt x="0" y="5"/>
                    <a:pt x="1" y="11"/>
                  </a:cubicBezTo>
                  <a:cubicBezTo>
                    <a:pt x="1" y="17"/>
                    <a:pt x="8" y="18"/>
                    <a:pt x="13" y="16"/>
                  </a:cubicBezTo>
                  <a:cubicBezTo>
                    <a:pt x="16" y="14"/>
                    <a:pt x="19" y="9"/>
                    <a:pt x="18" y="4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4" name="Oval 631">
              <a:extLst>
                <a:ext uri="{FF2B5EF4-FFF2-40B4-BE49-F238E27FC236}">
                  <a16:creationId xmlns:a16="http://schemas.microsoft.com/office/drawing/2014/main" id="{13D57256-D6F0-4EA0-A9D3-E95161D45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1741"/>
              <a:ext cx="187" cy="177"/>
            </a:xfrm>
            <a:prstGeom prst="ellipse">
              <a:avLst/>
            </a:prstGeom>
            <a:solidFill>
              <a:srgbClr val="6EC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05" name="Oval 632">
              <a:extLst>
                <a:ext uri="{FF2B5EF4-FFF2-40B4-BE49-F238E27FC236}">
                  <a16:creationId xmlns:a16="http://schemas.microsoft.com/office/drawing/2014/main" id="{7EAC1A08-0753-4B04-87FB-530C35266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1738"/>
              <a:ext cx="187" cy="177"/>
            </a:xfrm>
            <a:prstGeom prst="ellipse">
              <a:avLst/>
            </a:prstGeom>
            <a:solidFill>
              <a:srgbClr val="5D9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06" name="Oval 633">
              <a:extLst>
                <a:ext uri="{FF2B5EF4-FFF2-40B4-BE49-F238E27FC236}">
                  <a16:creationId xmlns:a16="http://schemas.microsoft.com/office/drawing/2014/main" id="{A79BA96C-E6A7-442D-B25D-187050F7D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733"/>
              <a:ext cx="181" cy="180"/>
            </a:xfrm>
            <a:prstGeom prst="ellipse">
              <a:avLst/>
            </a:prstGeom>
            <a:solidFill>
              <a:srgbClr val="E5D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07" name="Freeform 634">
              <a:extLst>
                <a:ext uri="{FF2B5EF4-FFF2-40B4-BE49-F238E27FC236}">
                  <a16:creationId xmlns:a16="http://schemas.microsoft.com/office/drawing/2014/main" id="{930AC4D8-9DAB-492E-87DA-48AB19F0E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755"/>
              <a:ext cx="73" cy="80"/>
            </a:xfrm>
            <a:custGeom>
              <a:avLst/>
              <a:gdLst>
                <a:gd name="T0" fmla="*/ 205 w 52"/>
                <a:gd name="T1" fmla="*/ 1 h 57"/>
                <a:gd name="T2" fmla="*/ 39 w 52"/>
                <a:gd name="T3" fmla="*/ 87 h 57"/>
                <a:gd name="T4" fmla="*/ 87 w 52"/>
                <a:gd name="T5" fmla="*/ 282 h 57"/>
                <a:gd name="T6" fmla="*/ 171 w 52"/>
                <a:gd name="T7" fmla="*/ 199 h 57"/>
                <a:gd name="T8" fmla="*/ 260 w 52"/>
                <a:gd name="T9" fmla="*/ 124 h 57"/>
                <a:gd name="T10" fmla="*/ 199 w 52"/>
                <a:gd name="T11" fmla="*/ 1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7">
                  <a:moveTo>
                    <a:pt x="38" y="1"/>
                  </a:moveTo>
                  <a:cubicBezTo>
                    <a:pt x="27" y="0"/>
                    <a:pt x="12" y="7"/>
                    <a:pt x="7" y="16"/>
                  </a:cubicBezTo>
                  <a:cubicBezTo>
                    <a:pt x="2" y="24"/>
                    <a:pt x="0" y="57"/>
                    <a:pt x="16" y="52"/>
                  </a:cubicBezTo>
                  <a:cubicBezTo>
                    <a:pt x="19" y="51"/>
                    <a:pt x="27" y="39"/>
                    <a:pt x="31" y="36"/>
                  </a:cubicBezTo>
                  <a:cubicBezTo>
                    <a:pt x="37" y="32"/>
                    <a:pt x="44" y="30"/>
                    <a:pt x="48" y="23"/>
                  </a:cubicBezTo>
                  <a:cubicBezTo>
                    <a:pt x="52" y="13"/>
                    <a:pt x="45" y="5"/>
                    <a:pt x="36" y="2"/>
                  </a:cubicBezTo>
                </a:path>
              </a:pathLst>
            </a:custGeom>
            <a:solidFill>
              <a:srgbClr val="EFE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8" name="Freeform 635">
              <a:extLst>
                <a:ext uri="{FF2B5EF4-FFF2-40B4-BE49-F238E27FC236}">
                  <a16:creationId xmlns:a16="http://schemas.microsoft.com/office/drawing/2014/main" id="{D9270467-0ACB-43AA-92C3-0F99B0A02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767"/>
              <a:ext cx="46" cy="33"/>
            </a:xfrm>
            <a:custGeom>
              <a:avLst/>
              <a:gdLst>
                <a:gd name="T0" fmla="*/ 117 w 33"/>
                <a:gd name="T1" fmla="*/ 15 h 24"/>
                <a:gd name="T2" fmla="*/ 56 w 33"/>
                <a:gd name="T3" fmla="*/ 89 h 24"/>
                <a:gd name="T4" fmla="*/ 98 w 33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4">
                  <a:moveTo>
                    <a:pt x="22" y="3"/>
                  </a:moveTo>
                  <a:cubicBezTo>
                    <a:pt x="15" y="0"/>
                    <a:pt x="0" y="13"/>
                    <a:pt x="11" y="18"/>
                  </a:cubicBezTo>
                  <a:cubicBezTo>
                    <a:pt x="21" y="24"/>
                    <a:pt x="33" y="6"/>
                    <a:pt x="19" y="4"/>
                  </a:cubicBezTo>
                </a:path>
              </a:pathLst>
            </a:custGeom>
            <a:solidFill>
              <a:srgbClr val="F2E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09" name="Freeform 636">
              <a:extLst>
                <a:ext uri="{FF2B5EF4-FFF2-40B4-BE49-F238E27FC236}">
                  <a16:creationId xmlns:a16="http://schemas.microsoft.com/office/drawing/2014/main" id="{7D08FEBF-0969-4D78-859C-273B6CDB6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765"/>
              <a:ext cx="19" cy="16"/>
            </a:xfrm>
            <a:custGeom>
              <a:avLst/>
              <a:gdLst>
                <a:gd name="T0" fmla="*/ 41 w 14"/>
                <a:gd name="T1" fmla="*/ 13 h 11"/>
                <a:gd name="T2" fmla="*/ 26 w 14"/>
                <a:gd name="T3" fmla="*/ 60 h 11"/>
                <a:gd name="T4" fmla="*/ 41 w 14"/>
                <a:gd name="T5" fmla="*/ 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9" y="2"/>
                  </a:moveTo>
                  <a:cubicBezTo>
                    <a:pt x="4" y="0"/>
                    <a:pt x="0" y="7"/>
                    <a:pt x="5" y="9"/>
                  </a:cubicBezTo>
                  <a:cubicBezTo>
                    <a:pt x="9" y="11"/>
                    <a:pt x="14" y="5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0" name="Oval 637">
              <a:extLst>
                <a:ext uri="{FF2B5EF4-FFF2-40B4-BE49-F238E27FC236}">
                  <a16:creationId xmlns:a16="http://schemas.microsoft.com/office/drawing/2014/main" id="{810ADEDF-136C-47C2-87D3-AB45B9315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7" y="1720"/>
              <a:ext cx="221" cy="221"/>
            </a:xfrm>
            <a:prstGeom prst="ellipse">
              <a:avLst/>
            </a:prstGeom>
            <a:solidFill>
              <a:srgbClr val="6EC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11" name="Oval 638">
              <a:extLst>
                <a:ext uri="{FF2B5EF4-FFF2-40B4-BE49-F238E27FC236}">
                  <a16:creationId xmlns:a16="http://schemas.microsoft.com/office/drawing/2014/main" id="{E6BE3BB7-D0CA-4FF5-8B49-4EBA65D6D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1722"/>
              <a:ext cx="216" cy="210"/>
            </a:xfrm>
            <a:prstGeom prst="ellipse">
              <a:avLst/>
            </a:prstGeom>
            <a:solidFill>
              <a:srgbClr val="5D9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12" name="Oval 639">
              <a:extLst>
                <a:ext uri="{FF2B5EF4-FFF2-40B4-BE49-F238E27FC236}">
                  <a16:creationId xmlns:a16="http://schemas.microsoft.com/office/drawing/2014/main" id="{0ED686D7-8A91-49E9-84F9-77E8E5446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1717"/>
              <a:ext cx="209" cy="210"/>
            </a:xfrm>
            <a:prstGeom prst="ellipse">
              <a:avLst/>
            </a:prstGeom>
            <a:solidFill>
              <a:srgbClr val="E5D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13" name="Freeform 640">
              <a:extLst>
                <a:ext uri="{FF2B5EF4-FFF2-40B4-BE49-F238E27FC236}">
                  <a16:creationId xmlns:a16="http://schemas.microsoft.com/office/drawing/2014/main" id="{376B1B34-3DA0-49A1-9A12-E4CEEFB2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715"/>
              <a:ext cx="148" cy="137"/>
            </a:xfrm>
            <a:custGeom>
              <a:avLst/>
              <a:gdLst>
                <a:gd name="T0" fmla="*/ 423 w 105"/>
                <a:gd name="T1" fmla="*/ 57 h 98"/>
                <a:gd name="T2" fmla="*/ 28 w 105"/>
                <a:gd name="T3" fmla="*/ 403 h 98"/>
                <a:gd name="T4" fmla="*/ 137 w 105"/>
                <a:gd name="T5" fmla="*/ 510 h 98"/>
                <a:gd name="T6" fmla="*/ 278 w 105"/>
                <a:gd name="T7" fmla="*/ 324 h 98"/>
                <a:gd name="T8" fmla="*/ 533 w 105"/>
                <a:gd name="T9" fmla="*/ 137 h 98"/>
                <a:gd name="T10" fmla="*/ 417 w 105"/>
                <a:gd name="T11" fmla="*/ 57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98">
                  <a:moveTo>
                    <a:pt x="76" y="11"/>
                  </a:moveTo>
                  <a:cubicBezTo>
                    <a:pt x="43" y="0"/>
                    <a:pt x="0" y="40"/>
                    <a:pt x="5" y="75"/>
                  </a:cubicBezTo>
                  <a:cubicBezTo>
                    <a:pt x="6" y="84"/>
                    <a:pt x="13" y="98"/>
                    <a:pt x="25" y="96"/>
                  </a:cubicBezTo>
                  <a:cubicBezTo>
                    <a:pt x="39" y="92"/>
                    <a:pt x="40" y="69"/>
                    <a:pt x="50" y="61"/>
                  </a:cubicBezTo>
                  <a:cubicBezTo>
                    <a:pt x="61" y="50"/>
                    <a:pt x="105" y="50"/>
                    <a:pt x="96" y="26"/>
                  </a:cubicBezTo>
                  <a:cubicBezTo>
                    <a:pt x="93" y="18"/>
                    <a:pt x="84" y="10"/>
                    <a:pt x="75" y="11"/>
                  </a:cubicBezTo>
                </a:path>
              </a:pathLst>
            </a:custGeom>
            <a:solidFill>
              <a:srgbClr val="EFE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4" name="Freeform 641">
              <a:extLst>
                <a:ext uri="{FF2B5EF4-FFF2-40B4-BE49-F238E27FC236}">
                  <a16:creationId xmlns:a16="http://schemas.microsoft.com/office/drawing/2014/main" id="{CAB4B9FC-3CFB-4048-9206-D5F48140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720"/>
              <a:ext cx="85" cy="58"/>
            </a:xfrm>
            <a:custGeom>
              <a:avLst/>
              <a:gdLst>
                <a:gd name="T0" fmla="*/ 268 w 61"/>
                <a:gd name="T1" fmla="*/ 83 h 41"/>
                <a:gd name="T2" fmla="*/ 173 w 61"/>
                <a:gd name="T3" fmla="*/ 221 h 41"/>
                <a:gd name="T4" fmla="*/ 295 w 61"/>
                <a:gd name="T5" fmla="*/ 175 h 41"/>
                <a:gd name="T6" fmla="*/ 266 w 61"/>
                <a:gd name="T7" fmla="*/ 8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1">
                  <a:moveTo>
                    <a:pt x="51" y="15"/>
                  </a:moveTo>
                  <a:cubicBezTo>
                    <a:pt x="36" y="0"/>
                    <a:pt x="0" y="34"/>
                    <a:pt x="33" y="39"/>
                  </a:cubicBezTo>
                  <a:cubicBezTo>
                    <a:pt x="42" y="41"/>
                    <a:pt x="51" y="38"/>
                    <a:pt x="56" y="31"/>
                  </a:cubicBezTo>
                  <a:cubicBezTo>
                    <a:pt x="60" y="25"/>
                    <a:pt x="61" y="13"/>
                    <a:pt x="50" y="15"/>
                  </a:cubicBezTo>
                </a:path>
              </a:pathLst>
            </a:custGeom>
            <a:solidFill>
              <a:srgbClr val="F2E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5" name="Freeform 642">
              <a:extLst>
                <a:ext uri="{FF2B5EF4-FFF2-40B4-BE49-F238E27FC236}">
                  <a16:creationId xmlns:a16="http://schemas.microsoft.com/office/drawing/2014/main" id="{5CEA078C-D59D-43A1-8AF6-9B470745C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733"/>
              <a:ext cx="24" cy="18"/>
            </a:xfrm>
            <a:custGeom>
              <a:avLst/>
              <a:gdLst>
                <a:gd name="T0" fmla="*/ 56 w 17"/>
                <a:gd name="T1" fmla="*/ 11 h 13"/>
                <a:gd name="T2" fmla="*/ 1 w 17"/>
                <a:gd name="T3" fmla="*/ 21 h 13"/>
                <a:gd name="T4" fmla="*/ 40 w 17"/>
                <a:gd name="T5" fmla="*/ 55 h 13"/>
                <a:gd name="T6" fmla="*/ 49 w 17"/>
                <a:gd name="T7" fmla="*/ 1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10" y="2"/>
                  </a:moveTo>
                  <a:cubicBezTo>
                    <a:pt x="7" y="2"/>
                    <a:pt x="3" y="0"/>
                    <a:pt x="1" y="4"/>
                  </a:cubicBezTo>
                  <a:cubicBezTo>
                    <a:pt x="0" y="7"/>
                    <a:pt x="5" y="10"/>
                    <a:pt x="7" y="11"/>
                  </a:cubicBezTo>
                  <a:cubicBezTo>
                    <a:pt x="17" y="13"/>
                    <a:pt x="17" y="4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6" name="Freeform 643">
              <a:extLst>
                <a:ext uri="{FF2B5EF4-FFF2-40B4-BE49-F238E27FC236}">
                  <a16:creationId xmlns:a16="http://schemas.microsoft.com/office/drawing/2014/main" id="{EB30E14F-2FAA-4E16-BC3D-551C57002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774"/>
              <a:ext cx="62" cy="119"/>
            </a:xfrm>
            <a:custGeom>
              <a:avLst/>
              <a:gdLst>
                <a:gd name="T0" fmla="*/ 32 w 44"/>
                <a:gd name="T1" fmla="*/ 0 h 85"/>
                <a:gd name="T2" fmla="*/ 0 w 44"/>
                <a:gd name="T3" fmla="*/ 459 h 85"/>
                <a:gd name="T4" fmla="*/ 32 w 44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5">
                  <a:moveTo>
                    <a:pt x="6" y="0"/>
                  </a:moveTo>
                  <a:cubicBezTo>
                    <a:pt x="6" y="0"/>
                    <a:pt x="39" y="47"/>
                    <a:pt x="0" y="85"/>
                  </a:cubicBezTo>
                  <a:cubicBezTo>
                    <a:pt x="0" y="85"/>
                    <a:pt x="44" y="54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7" name="Freeform 644">
              <a:extLst>
                <a:ext uri="{FF2B5EF4-FFF2-40B4-BE49-F238E27FC236}">
                  <a16:creationId xmlns:a16="http://schemas.microsoft.com/office/drawing/2014/main" id="{1F375523-A821-42EF-A78A-1B3004422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751"/>
              <a:ext cx="73" cy="126"/>
            </a:xfrm>
            <a:custGeom>
              <a:avLst/>
              <a:gdLst>
                <a:gd name="T0" fmla="*/ 282 w 52"/>
                <a:gd name="T1" fmla="*/ 0 h 90"/>
                <a:gd name="T2" fmla="*/ 213 w 52"/>
                <a:gd name="T3" fmla="*/ 482 h 90"/>
                <a:gd name="T4" fmla="*/ 282 w 52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90">
                  <a:moveTo>
                    <a:pt x="52" y="0"/>
                  </a:moveTo>
                  <a:cubicBezTo>
                    <a:pt x="52" y="0"/>
                    <a:pt x="11" y="31"/>
                    <a:pt x="39" y="90"/>
                  </a:cubicBezTo>
                  <a:cubicBezTo>
                    <a:pt x="39" y="90"/>
                    <a:pt x="0" y="42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18" name="Oval 645">
              <a:extLst>
                <a:ext uri="{FF2B5EF4-FFF2-40B4-BE49-F238E27FC236}">
                  <a16:creationId xmlns:a16="http://schemas.microsoft.com/office/drawing/2014/main" id="{7D86512E-DBE3-4918-96F1-B9BDF4080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1859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19" name="Oval 646">
              <a:extLst>
                <a:ext uri="{FF2B5EF4-FFF2-40B4-BE49-F238E27FC236}">
                  <a16:creationId xmlns:a16="http://schemas.microsoft.com/office/drawing/2014/main" id="{F6DC5DD4-3450-4C40-A3B4-5385385B3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184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20" name="Oval 647">
              <a:extLst>
                <a:ext uri="{FF2B5EF4-FFF2-40B4-BE49-F238E27FC236}">
                  <a16:creationId xmlns:a16="http://schemas.microsoft.com/office/drawing/2014/main" id="{73DF5225-2F08-4D1C-9C55-EEA050DC7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1799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21" name="Freeform 648">
              <a:extLst>
                <a:ext uri="{FF2B5EF4-FFF2-40B4-BE49-F238E27FC236}">
                  <a16:creationId xmlns:a16="http://schemas.microsoft.com/office/drawing/2014/main" id="{5A6564E2-3F43-40B2-8A56-CFB76A151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536"/>
              <a:ext cx="78" cy="138"/>
            </a:xfrm>
            <a:custGeom>
              <a:avLst/>
              <a:gdLst>
                <a:gd name="T0" fmla="*/ 0 w 55"/>
                <a:gd name="T1" fmla="*/ 0 h 98"/>
                <a:gd name="T2" fmla="*/ 1 w 55"/>
                <a:gd name="T3" fmla="*/ 541 h 98"/>
                <a:gd name="T4" fmla="*/ 0 w 55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98">
                  <a:moveTo>
                    <a:pt x="0" y="0"/>
                  </a:moveTo>
                  <a:cubicBezTo>
                    <a:pt x="0" y="0"/>
                    <a:pt x="42" y="47"/>
                    <a:pt x="1" y="98"/>
                  </a:cubicBezTo>
                  <a:cubicBezTo>
                    <a:pt x="1" y="98"/>
                    <a:pt x="55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2" name="Freeform 649">
              <a:extLst>
                <a:ext uri="{FF2B5EF4-FFF2-40B4-BE49-F238E27FC236}">
                  <a16:creationId xmlns:a16="http://schemas.microsoft.com/office/drawing/2014/main" id="{F96C88EE-224F-4190-B92C-2EAD9E572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500"/>
              <a:ext cx="125" cy="153"/>
            </a:xfrm>
            <a:custGeom>
              <a:avLst/>
              <a:gdLst>
                <a:gd name="T0" fmla="*/ 487 w 89"/>
                <a:gd name="T1" fmla="*/ 0 h 109"/>
                <a:gd name="T2" fmla="*/ 268 w 89"/>
                <a:gd name="T3" fmla="*/ 595 h 109"/>
                <a:gd name="T4" fmla="*/ 487 w 89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09">
                  <a:moveTo>
                    <a:pt x="89" y="0"/>
                  </a:moveTo>
                  <a:cubicBezTo>
                    <a:pt x="89" y="0"/>
                    <a:pt x="17" y="32"/>
                    <a:pt x="49" y="109"/>
                  </a:cubicBezTo>
                  <a:cubicBezTo>
                    <a:pt x="49" y="109"/>
                    <a:pt x="0" y="30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3" name="Oval 650">
              <a:extLst>
                <a:ext uri="{FF2B5EF4-FFF2-40B4-BE49-F238E27FC236}">
                  <a16:creationId xmlns:a16="http://schemas.microsoft.com/office/drawing/2014/main" id="{E41E4953-5B5D-4E37-8F31-EBD4F0440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1577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24" name="Oval 651">
              <a:extLst>
                <a:ext uri="{FF2B5EF4-FFF2-40B4-BE49-F238E27FC236}">
                  <a16:creationId xmlns:a16="http://schemas.microsoft.com/office/drawing/2014/main" id="{6D9660DA-D15B-48C6-928C-B4CC94591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161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25" name="Oval 652">
              <a:extLst>
                <a:ext uri="{FF2B5EF4-FFF2-40B4-BE49-F238E27FC236}">
                  <a16:creationId xmlns:a16="http://schemas.microsoft.com/office/drawing/2014/main" id="{27BA198B-14CE-4BC3-B35C-0B7A0E985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6" y="158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26" name="Freeform 653">
              <a:extLst>
                <a:ext uri="{FF2B5EF4-FFF2-40B4-BE49-F238E27FC236}">
                  <a16:creationId xmlns:a16="http://schemas.microsoft.com/office/drawing/2014/main" id="{A37020E6-3CD0-4319-8BB8-FB37688C2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736"/>
              <a:ext cx="97" cy="158"/>
            </a:xfrm>
            <a:custGeom>
              <a:avLst/>
              <a:gdLst>
                <a:gd name="T0" fmla="*/ 378 w 69"/>
                <a:gd name="T1" fmla="*/ 0 h 113"/>
                <a:gd name="T2" fmla="*/ 311 w 69"/>
                <a:gd name="T3" fmla="*/ 604 h 113"/>
                <a:gd name="T4" fmla="*/ 378 w 69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13">
                  <a:moveTo>
                    <a:pt x="69" y="0"/>
                  </a:moveTo>
                  <a:cubicBezTo>
                    <a:pt x="69" y="0"/>
                    <a:pt x="14" y="47"/>
                    <a:pt x="57" y="113"/>
                  </a:cubicBezTo>
                  <a:cubicBezTo>
                    <a:pt x="57" y="113"/>
                    <a:pt x="0" y="58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7" name="Freeform 654">
              <a:extLst>
                <a:ext uri="{FF2B5EF4-FFF2-40B4-BE49-F238E27FC236}">
                  <a16:creationId xmlns:a16="http://schemas.microsoft.com/office/drawing/2014/main" id="{7751D2FD-4726-4C99-A8F0-EAF546622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810"/>
              <a:ext cx="98" cy="128"/>
            </a:xfrm>
            <a:custGeom>
              <a:avLst/>
              <a:gdLst>
                <a:gd name="T0" fmla="*/ 300 w 70"/>
                <a:gd name="T1" fmla="*/ 0 h 91"/>
                <a:gd name="T2" fmla="*/ 0 w 70"/>
                <a:gd name="T3" fmla="*/ 501 h 91"/>
                <a:gd name="T4" fmla="*/ 300 w 70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91">
                  <a:moveTo>
                    <a:pt x="56" y="0"/>
                  </a:moveTo>
                  <a:cubicBezTo>
                    <a:pt x="56" y="0"/>
                    <a:pt x="66" y="70"/>
                    <a:pt x="0" y="91"/>
                  </a:cubicBezTo>
                  <a:cubicBezTo>
                    <a:pt x="0" y="91"/>
                    <a:pt x="70" y="85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28" name="Oval 655">
              <a:extLst>
                <a:ext uri="{FF2B5EF4-FFF2-40B4-BE49-F238E27FC236}">
                  <a16:creationId xmlns:a16="http://schemas.microsoft.com/office/drawing/2014/main" id="{2144585D-2E64-4F52-9BE1-588759913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78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29" name="Oval 656">
              <a:extLst>
                <a:ext uri="{FF2B5EF4-FFF2-40B4-BE49-F238E27FC236}">
                  <a16:creationId xmlns:a16="http://schemas.microsoft.com/office/drawing/2014/main" id="{264FA083-0C81-4D61-8EE2-32792FC54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190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30" name="Oval 657">
              <a:extLst>
                <a:ext uri="{FF2B5EF4-FFF2-40B4-BE49-F238E27FC236}">
                  <a16:creationId xmlns:a16="http://schemas.microsoft.com/office/drawing/2014/main" id="{531F208D-2BB4-4B46-906A-0D3555724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188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31" name="Freeform 658">
              <a:extLst>
                <a:ext uri="{FF2B5EF4-FFF2-40B4-BE49-F238E27FC236}">
                  <a16:creationId xmlns:a16="http://schemas.microsoft.com/office/drawing/2014/main" id="{50B7B27E-3C0C-4ED3-98C5-EC564858F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879"/>
              <a:ext cx="98" cy="540"/>
            </a:xfrm>
            <a:custGeom>
              <a:avLst/>
              <a:gdLst>
                <a:gd name="T0" fmla="*/ 137 w 70"/>
                <a:gd name="T1" fmla="*/ 0 h 385"/>
                <a:gd name="T2" fmla="*/ 204 w 70"/>
                <a:gd name="T3" fmla="*/ 670 h 385"/>
                <a:gd name="T4" fmla="*/ 364 w 70"/>
                <a:gd name="T5" fmla="*/ 1030 h 385"/>
                <a:gd name="T6" fmla="*/ 246 w 70"/>
                <a:gd name="T7" fmla="*/ 1335 h 385"/>
                <a:gd name="T8" fmla="*/ 323 w 70"/>
                <a:gd name="T9" fmla="*/ 1780 h 385"/>
                <a:gd name="T10" fmla="*/ 185 w 70"/>
                <a:gd name="T11" fmla="*/ 2090 h 3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85">
                  <a:moveTo>
                    <a:pt x="26" y="0"/>
                  </a:moveTo>
                  <a:cubicBezTo>
                    <a:pt x="0" y="48"/>
                    <a:pt x="7" y="81"/>
                    <a:pt x="38" y="123"/>
                  </a:cubicBezTo>
                  <a:cubicBezTo>
                    <a:pt x="54" y="143"/>
                    <a:pt x="70" y="163"/>
                    <a:pt x="68" y="190"/>
                  </a:cubicBezTo>
                  <a:cubicBezTo>
                    <a:pt x="66" y="210"/>
                    <a:pt x="50" y="227"/>
                    <a:pt x="46" y="246"/>
                  </a:cubicBezTo>
                  <a:cubicBezTo>
                    <a:pt x="39" y="278"/>
                    <a:pt x="61" y="299"/>
                    <a:pt x="60" y="328"/>
                  </a:cubicBezTo>
                  <a:cubicBezTo>
                    <a:pt x="59" y="349"/>
                    <a:pt x="36" y="366"/>
                    <a:pt x="34" y="385"/>
                  </a:cubicBezTo>
                </a:path>
              </a:pathLst>
            </a:custGeom>
            <a:noFill/>
            <a:ln w="26988" cap="flat">
              <a:solidFill>
                <a:srgbClr val="E5DE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2" name="Freeform 659">
              <a:extLst>
                <a:ext uri="{FF2B5EF4-FFF2-40B4-BE49-F238E27FC236}">
                  <a16:creationId xmlns:a16="http://schemas.microsoft.com/office/drawing/2014/main" id="{F31EC6C7-F01C-4400-B02C-5572515F4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688"/>
              <a:ext cx="172" cy="483"/>
            </a:xfrm>
            <a:custGeom>
              <a:avLst/>
              <a:gdLst>
                <a:gd name="T0" fmla="*/ 589 w 123"/>
                <a:gd name="T1" fmla="*/ 0 h 344"/>
                <a:gd name="T2" fmla="*/ 632 w 123"/>
                <a:gd name="T3" fmla="*/ 875 h 344"/>
                <a:gd name="T4" fmla="*/ 453 w 123"/>
                <a:gd name="T5" fmla="*/ 1540 h 344"/>
                <a:gd name="T6" fmla="*/ 0 w 123"/>
                <a:gd name="T7" fmla="*/ 1877 h 3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344">
                  <a:moveTo>
                    <a:pt x="110" y="0"/>
                  </a:moveTo>
                  <a:cubicBezTo>
                    <a:pt x="80" y="47"/>
                    <a:pt x="111" y="111"/>
                    <a:pt x="118" y="160"/>
                  </a:cubicBezTo>
                  <a:cubicBezTo>
                    <a:pt x="123" y="199"/>
                    <a:pt x="113" y="252"/>
                    <a:pt x="85" y="282"/>
                  </a:cubicBezTo>
                  <a:cubicBezTo>
                    <a:pt x="60" y="310"/>
                    <a:pt x="24" y="316"/>
                    <a:pt x="0" y="344"/>
                  </a:cubicBezTo>
                </a:path>
              </a:pathLst>
            </a:custGeom>
            <a:noFill/>
            <a:ln w="26988" cap="flat">
              <a:solidFill>
                <a:srgbClr val="E5DE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3" name="Freeform 660">
              <a:extLst>
                <a:ext uri="{FF2B5EF4-FFF2-40B4-BE49-F238E27FC236}">
                  <a16:creationId xmlns:a16="http://schemas.microsoft.com/office/drawing/2014/main" id="{C135EC9C-30D4-4D96-8874-C9F5A0017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904"/>
              <a:ext cx="380" cy="389"/>
            </a:xfrm>
            <a:custGeom>
              <a:avLst/>
              <a:gdLst>
                <a:gd name="T0" fmla="*/ 1468 w 271"/>
                <a:gd name="T1" fmla="*/ 0 h 277"/>
                <a:gd name="T2" fmla="*/ 1363 w 271"/>
                <a:gd name="T3" fmla="*/ 365 h 277"/>
                <a:gd name="T4" fmla="*/ 1384 w 271"/>
                <a:gd name="T5" fmla="*/ 770 h 277"/>
                <a:gd name="T6" fmla="*/ 830 w 271"/>
                <a:gd name="T7" fmla="*/ 1146 h 277"/>
                <a:gd name="T8" fmla="*/ 49 w 271"/>
                <a:gd name="T9" fmla="*/ 1512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277">
                  <a:moveTo>
                    <a:pt x="271" y="0"/>
                  </a:moveTo>
                  <a:cubicBezTo>
                    <a:pt x="260" y="22"/>
                    <a:pt x="252" y="42"/>
                    <a:pt x="251" y="67"/>
                  </a:cubicBezTo>
                  <a:cubicBezTo>
                    <a:pt x="249" y="91"/>
                    <a:pt x="259" y="117"/>
                    <a:pt x="255" y="141"/>
                  </a:cubicBezTo>
                  <a:cubicBezTo>
                    <a:pt x="248" y="190"/>
                    <a:pt x="194" y="202"/>
                    <a:pt x="153" y="210"/>
                  </a:cubicBezTo>
                  <a:cubicBezTo>
                    <a:pt x="111" y="217"/>
                    <a:pt x="0" y="211"/>
                    <a:pt x="9" y="277"/>
                  </a:cubicBezTo>
                </a:path>
              </a:pathLst>
            </a:custGeom>
            <a:noFill/>
            <a:ln w="26988" cap="flat">
              <a:solidFill>
                <a:srgbClr val="E5DE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4" name="Freeform 661">
              <a:extLst>
                <a:ext uri="{FF2B5EF4-FFF2-40B4-BE49-F238E27FC236}">
                  <a16:creationId xmlns:a16="http://schemas.microsoft.com/office/drawing/2014/main" id="{C288981F-57A7-484C-8F0C-CFB6A74D5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943"/>
              <a:ext cx="639" cy="686"/>
            </a:xfrm>
            <a:custGeom>
              <a:avLst/>
              <a:gdLst>
                <a:gd name="T0" fmla="*/ 1952 w 456"/>
                <a:gd name="T1" fmla="*/ 445 h 489"/>
                <a:gd name="T2" fmla="*/ 1385 w 456"/>
                <a:gd name="T3" fmla="*/ 567 h 489"/>
                <a:gd name="T4" fmla="*/ 1174 w 456"/>
                <a:gd name="T5" fmla="*/ 348 h 489"/>
                <a:gd name="T6" fmla="*/ 1078 w 456"/>
                <a:gd name="T7" fmla="*/ 104 h 489"/>
                <a:gd name="T8" fmla="*/ 671 w 456"/>
                <a:gd name="T9" fmla="*/ 240 h 489"/>
                <a:gd name="T10" fmla="*/ 383 w 456"/>
                <a:gd name="T11" fmla="*/ 185 h 489"/>
                <a:gd name="T12" fmla="*/ 137 w 456"/>
                <a:gd name="T13" fmla="*/ 77 h 489"/>
                <a:gd name="T14" fmla="*/ 132 w 456"/>
                <a:gd name="T15" fmla="*/ 836 h 489"/>
                <a:gd name="T16" fmla="*/ 123 w 456"/>
                <a:gd name="T17" fmla="*/ 1782 h 489"/>
                <a:gd name="T18" fmla="*/ 308 w 456"/>
                <a:gd name="T19" fmla="*/ 2545 h 489"/>
                <a:gd name="T20" fmla="*/ 685 w 456"/>
                <a:gd name="T21" fmla="*/ 2644 h 489"/>
                <a:gd name="T22" fmla="*/ 999 w 456"/>
                <a:gd name="T23" fmla="*/ 2385 h 489"/>
                <a:gd name="T24" fmla="*/ 2193 w 456"/>
                <a:gd name="T25" fmla="*/ 1521 h 489"/>
                <a:gd name="T26" fmla="*/ 2441 w 456"/>
                <a:gd name="T27" fmla="*/ 732 h 489"/>
                <a:gd name="T28" fmla="*/ 2249 w 456"/>
                <a:gd name="T29" fmla="*/ 201 h 489"/>
                <a:gd name="T30" fmla="*/ 1928 w 456"/>
                <a:gd name="T31" fmla="*/ 445 h 4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6" h="489">
                  <a:moveTo>
                    <a:pt x="361" y="82"/>
                  </a:moveTo>
                  <a:cubicBezTo>
                    <a:pt x="334" y="115"/>
                    <a:pt x="294" y="129"/>
                    <a:pt x="256" y="104"/>
                  </a:cubicBezTo>
                  <a:cubicBezTo>
                    <a:pt x="239" y="92"/>
                    <a:pt x="228" y="83"/>
                    <a:pt x="218" y="64"/>
                  </a:cubicBezTo>
                  <a:cubicBezTo>
                    <a:pt x="212" y="54"/>
                    <a:pt x="208" y="26"/>
                    <a:pt x="200" y="19"/>
                  </a:cubicBezTo>
                  <a:cubicBezTo>
                    <a:pt x="179" y="0"/>
                    <a:pt x="144" y="38"/>
                    <a:pt x="124" y="44"/>
                  </a:cubicBezTo>
                  <a:cubicBezTo>
                    <a:pt x="105" y="49"/>
                    <a:pt x="89" y="42"/>
                    <a:pt x="71" y="34"/>
                  </a:cubicBezTo>
                  <a:cubicBezTo>
                    <a:pt x="64" y="31"/>
                    <a:pt x="34" y="11"/>
                    <a:pt x="26" y="14"/>
                  </a:cubicBezTo>
                  <a:cubicBezTo>
                    <a:pt x="0" y="23"/>
                    <a:pt x="23" y="134"/>
                    <a:pt x="24" y="154"/>
                  </a:cubicBezTo>
                  <a:cubicBezTo>
                    <a:pt x="26" y="211"/>
                    <a:pt x="28" y="272"/>
                    <a:pt x="23" y="328"/>
                  </a:cubicBezTo>
                  <a:cubicBezTo>
                    <a:pt x="18" y="376"/>
                    <a:pt x="8" y="438"/>
                    <a:pt x="57" y="468"/>
                  </a:cubicBezTo>
                  <a:cubicBezTo>
                    <a:pt x="74" y="478"/>
                    <a:pt x="107" y="489"/>
                    <a:pt x="127" y="487"/>
                  </a:cubicBezTo>
                  <a:cubicBezTo>
                    <a:pt x="153" y="484"/>
                    <a:pt x="166" y="457"/>
                    <a:pt x="185" y="439"/>
                  </a:cubicBezTo>
                  <a:cubicBezTo>
                    <a:pt x="249" y="377"/>
                    <a:pt x="347" y="349"/>
                    <a:pt x="406" y="280"/>
                  </a:cubicBezTo>
                  <a:cubicBezTo>
                    <a:pt x="438" y="244"/>
                    <a:pt x="448" y="181"/>
                    <a:pt x="452" y="135"/>
                  </a:cubicBezTo>
                  <a:cubicBezTo>
                    <a:pt x="456" y="100"/>
                    <a:pt x="455" y="53"/>
                    <a:pt x="416" y="37"/>
                  </a:cubicBezTo>
                  <a:cubicBezTo>
                    <a:pt x="390" y="26"/>
                    <a:pt x="360" y="56"/>
                    <a:pt x="357" y="82"/>
                  </a:cubicBezTo>
                </a:path>
              </a:pathLst>
            </a:custGeom>
            <a:solidFill>
              <a:srgbClr val="BD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5" name="Freeform 662">
              <a:extLst>
                <a:ext uri="{FF2B5EF4-FFF2-40B4-BE49-F238E27FC236}">
                  <a16:creationId xmlns:a16="http://schemas.microsoft.com/office/drawing/2014/main" id="{300375B8-9688-4656-8376-21B33FBE7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062"/>
              <a:ext cx="362" cy="438"/>
            </a:xfrm>
            <a:custGeom>
              <a:avLst/>
              <a:gdLst>
                <a:gd name="T0" fmla="*/ 1061 w 258"/>
                <a:gd name="T1" fmla="*/ 282 h 312"/>
                <a:gd name="T2" fmla="*/ 699 w 258"/>
                <a:gd name="T3" fmla="*/ 81 h 312"/>
                <a:gd name="T4" fmla="*/ 185 w 258"/>
                <a:gd name="T5" fmla="*/ 67 h 312"/>
                <a:gd name="T6" fmla="*/ 123 w 258"/>
                <a:gd name="T7" fmla="*/ 649 h 312"/>
                <a:gd name="T8" fmla="*/ 163 w 258"/>
                <a:gd name="T9" fmla="*/ 1433 h 312"/>
                <a:gd name="T10" fmla="*/ 699 w 258"/>
                <a:gd name="T11" fmla="*/ 1096 h 312"/>
                <a:gd name="T12" fmla="*/ 1163 w 258"/>
                <a:gd name="T13" fmla="*/ 769 h 312"/>
                <a:gd name="T14" fmla="*/ 1124 w 258"/>
                <a:gd name="T15" fmla="*/ 272 h 312"/>
                <a:gd name="T16" fmla="*/ 1050 w 258"/>
                <a:gd name="T17" fmla="*/ 268 h 3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8" h="312">
                  <a:moveTo>
                    <a:pt x="195" y="52"/>
                  </a:moveTo>
                  <a:cubicBezTo>
                    <a:pt x="155" y="52"/>
                    <a:pt x="156" y="38"/>
                    <a:pt x="128" y="15"/>
                  </a:cubicBezTo>
                  <a:cubicBezTo>
                    <a:pt x="110" y="0"/>
                    <a:pt x="57" y="5"/>
                    <a:pt x="34" y="12"/>
                  </a:cubicBezTo>
                  <a:cubicBezTo>
                    <a:pt x="0" y="22"/>
                    <a:pt x="21" y="87"/>
                    <a:pt x="23" y="119"/>
                  </a:cubicBezTo>
                  <a:cubicBezTo>
                    <a:pt x="25" y="157"/>
                    <a:pt x="4" y="231"/>
                    <a:pt x="30" y="263"/>
                  </a:cubicBezTo>
                  <a:cubicBezTo>
                    <a:pt x="69" y="312"/>
                    <a:pt x="99" y="219"/>
                    <a:pt x="128" y="201"/>
                  </a:cubicBezTo>
                  <a:cubicBezTo>
                    <a:pt x="158" y="182"/>
                    <a:pt x="191" y="170"/>
                    <a:pt x="214" y="141"/>
                  </a:cubicBezTo>
                  <a:cubicBezTo>
                    <a:pt x="237" y="112"/>
                    <a:pt x="258" y="58"/>
                    <a:pt x="207" y="50"/>
                  </a:cubicBezTo>
                  <a:cubicBezTo>
                    <a:pt x="200" y="48"/>
                    <a:pt x="200" y="48"/>
                    <a:pt x="193" y="49"/>
                  </a:cubicBezTo>
                </a:path>
              </a:pathLst>
            </a:custGeom>
            <a:solidFill>
              <a:srgbClr val="D5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6" name="Freeform 663">
              <a:extLst>
                <a:ext uri="{FF2B5EF4-FFF2-40B4-BE49-F238E27FC236}">
                  <a16:creationId xmlns:a16="http://schemas.microsoft.com/office/drawing/2014/main" id="{8F1BD537-8F77-4791-B288-C6B75515D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975"/>
              <a:ext cx="895" cy="1033"/>
            </a:xfrm>
            <a:custGeom>
              <a:avLst/>
              <a:gdLst>
                <a:gd name="T0" fmla="*/ 0 w 638"/>
                <a:gd name="T1" fmla="*/ 3863 h 736"/>
                <a:gd name="T2" fmla="*/ 2371 w 638"/>
                <a:gd name="T3" fmla="*/ 1474 h 736"/>
                <a:gd name="T4" fmla="*/ 314 w 638"/>
                <a:gd name="T5" fmla="*/ 4008 h 736"/>
                <a:gd name="T6" fmla="*/ 0 w 638"/>
                <a:gd name="T7" fmla="*/ 3863 h 7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8" h="736">
                  <a:moveTo>
                    <a:pt x="0" y="709"/>
                  </a:moveTo>
                  <a:cubicBezTo>
                    <a:pt x="0" y="709"/>
                    <a:pt x="171" y="0"/>
                    <a:pt x="436" y="271"/>
                  </a:cubicBezTo>
                  <a:cubicBezTo>
                    <a:pt x="638" y="477"/>
                    <a:pt x="94" y="660"/>
                    <a:pt x="58" y="736"/>
                  </a:cubicBezTo>
                  <a:lnTo>
                    <a:pt x="0" y="709"/>
                  </a:lnTo>
                  <a:close/>
                </a:path>
              </a:pathLst>
            </a:custGeom>
            <a:solidFill>
              <a:srgbClr val="89C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7" name="Freeform 664">
              <a:extLst>
                <a:ext uri="{FF2B5EF4-FFF2-40B4-BE49-F238E27FC236}">
                  <a16:creationId xmlns:a16="http://schemas.microsoft.com/office/drawing/2014/main" id="{1227C70E-6430-4AEE-A045-EEFDA1C0A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62"/>
              <a:ext cx="875" cy="1042"/>
            </a:xfrm>
            <a:custGeom>
              <a:avLst/>
              <a:gdLst>
                <a:gd name="T0" fmla="*/ 0 w 623"/>
                <a:gd name="T1" fmla="*/ 3926 h 742"/>
                <a:gd name="T2" fmla="*/ 2233 w 623"/>
                <a:gd name="T3" fmla="*/ 1392 h 742"/>
                <a:gd name="T4" fmla="*/ 323 w 623"/>
                <a:gd name="T5" fmla="*/ 4053 h 742"/>
                <a:gd name="T6" fmla="*/ 0 w 623"/>
                <a:gd name="T7" fmla="*/ 3926 h 7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3" h="742">
                  <a:moveTo>
                    <a:pt x="0" y="719"/>
                  </a:moveTo>
                  <a:cubicBezTo>
                    <a:pt x="0" y="719"/>
                    <a:pt x="128" y="0"/>
                    <a:pt x="409" y="255"/>
                  </a:cubicBezTo>
                  <a:cubicBezTo>
                    <a:pt x="623" y="449"/>
                    <a:pt x="91" y="664"/>
                    <a:pt x="59" y="742"/>
                  </a:cubicBezTo>
                  <a:lnTo>
                    <a:pt x="0" y="719"/>
                  </a:lnTo>
                  <a:close/>
                </a:path>
              </a:pathLst>
            </a:custGeom>
            <a:solidFill>
              <a:srgbClr val="F9F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8" name="Freeform 665">
              <a:extLst>
                <a:ext uri="{FF2B5EF4-FFF2-40B4-BE49-F238E27FC236}">
                  <a16:creationId xmlns:a16="http://schemas.microsoft.com/office/drawing/2014/main" id="{000822C3-8CB4-4A21-9890-8D0455CA4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61"/>
              <a:ext cx="875" cy="1041"/>
            </a:xfrm>
            <a:custGeom>
              <a:avLst/>
              <a:gdLst>
                <a:gd name="T0" fmla="*/ 0 w 623"/>
                <a:gd name="T1" fmla="*/ 3911 h 742"/>
                <a:gd name="T2" fmla="*/ 2233 w 623"/>
                <a:gd name="T3" fmla="*/ 1386 h 742"/>
                <a:gd name="T4" fmla="*/ 323 w 623"/>
                <a:gd name="T5" fmla="*/ 4031 h 742"/>
                <a:gd name="T6" fmla="*/ 0 w 623"/>
                <a:gd name="T7" fmla="*/ 3911 h 7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3" h="742">
                  <a:moveTo>
                    <a:pt x="0" y="719"/>
                  </a:moveTo>
                  <a:cubicBezTo>
                    <a:pt x="0" y="719"/>
                    <a:pt x="128" y="0"/>
                    <a:pt x="409" y="255"/>
                  </a:cubicBezTo>
                  <a:cubicBezTo>
                    <a:pt x="623" y="449"/>
                    <a:pt x="91" y="664"/>
                    <a:pt x="59" y="742"/>
                  </a:cubicBezTo>
                  <a:lnTo>
                    <a:pt x="0" y="719"/>
                  </a:ln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39" name="Freeform 666">
              <a:extLst>
                <a:ext uri="{FF2B5EF4-FFF2-40B4-BE49-F238E27FC236}">
                  <a16:creationId xmlns:a16="http://schemas.microsoft.com/office/drawing/2014/main" id="{2E263551-512F-43CC-A22D-706F9AD3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435"/>
              <a:ext cx="286" cy="205"/>
            </a:xfrm>
            <a:custGeom>
              <a:avLst/>
              <a:gdLst>
                <a:gd name="T0" fmla="*/ 691 w 204"/>
                <a:gd name="T1" fmla="*/ 132 h 146"/>
                <a:gd name="T2" fmla="*/ 0 w 204"/>
                <a:gd name="T3" fmla="*/ 796 h 146"/>
                <a:gd name="T4" fmla="*/ 691 w 204"/>
                <a:gd name="T5" fmla="*/ 132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146">
                  <a:moveTo>
                    <a:pt x="128" y="24"/>
                  </a:moveTo>
                  <a:cubicBezTo>
                    <a:pt x="90" y="0"/>
                    <a:pt x="16" y="102"/>
                    <a:pt x="0" y="146"/>
                  </a:cubicBezTo>
                  <a:cubicBezTo>
                    <a:pt x="0" y="146"/>
                    <a:pt x="204" y="74"/>
                    <a:pt x="128" y="24"/>
                  </a:cubicBezTo>
                  <a:close/>
                </a:path>
              </a:pathLst>
            </a:custGeom>
            <a:solidFill>
              <a:srgbClr val="E5B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0" name="Freeform 667">
              <a:extLst>
                <a:ext uri="{FF2B5EF4-FFF2-40B4-BE49-F238E27FC236}">
                  <a16:creationId xmlns:a16="http://schemas.microsoft.com/office/drawing/2014/main" id="{0DA57745-90B9-403C-BD14-17D780FE0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469"/>
              <a:ext cx="132" cy="93"/>
            </a:xfrm>
            <a:custGeom>
              <a:avLst/>
              <a:gdLst>
                <a:gd name="T0" fmla="*/ 420 w 94"/>
                <a:gd name="T1" fmla="*/ 49 h 66"/>
                <a:gd name="T2" fmla="*/ 225 w 94"/>
                <a:gd name="T3" fmla="*/ 83 h 66"/>
                <a:gd name="T4" fmla="*/ 136 w 94"/>
                <a:gd name="T5" fmla="*/ 173 h 66"/>
                <a:gd name="T6" fmla="*/ 29 w 94"/>
                <a:gd name="T7" fmla="*/ 272 h 66"/>
                <a:gd name="T8" fmla="*/ 97 w 94"/>
                <a:gd name="T9" fmla="*/ 340 h 66"/>
                <a:gd name="T10" fmla="*/ 288 w 94"/>
                <a:gd name="T11" fmla="*/ 261 h 66"/>
                <a:gd name="T12" fmla="*/ 482 w 94"/>
                <a:gd name="T13" fmla="*/ 110 h 66"/>
                <a:gd name="T14" fmla="*/ 420 w 94"/>
                <a:gd name="T15" fmla="*/ 45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66">
                  <a:moveTo>
                    <a:pt x="77" y="9"/>
                  </a:moveTo>
                  <a:cubicBezTo>
                    <a:pt x="66" y="0"/>
                    <a:pt x="51" y="5"/>
                    <a:pt x="41" y="15"/>
                  </a:cubicBezTo>
                  <a:cubicBezTo>
                    <a:pt x="35" y="21"/>
                    <a:pt x="30" y="26"/>
                    <a:pt x="25" y="31"/>
                  </a:cubicBezTo>
                  <a:cubicBezTo>
                    <a:pt x="18" y="37"/>
                    <a:pt x="10" y="42"/>
                    <a:pt x="6" y="49"/>
                  </a:cubicBezTo>
                  <a:cubicBezTo>
                    <a:pt x="0" y="60"/>
                    <a:pt x="7" y="66"/>
                    <a:pt x="18" y="61"/>
                  </a:cubicBezTo>
                  <a:cubicBezTo>
                    <a:pt x="30" y="56"/>
                    <a:pt x="38" y="48"/>
                    <a:pt x="53" y="47"/>
                  </a:cubicBezTo>
                  <a:cubicBezTo>
                    <a:pt x="68" y="45"/>
                    <a:pt x="94" y="42"/>
                    <a:pt x="88" y="20"/>
                  </a:cubicBezTo>
                  <a:cubicBezTo>
                    <a:pt x="86" y="14"/>
                    <a:pt x="80" y="13"/>
                    <a:pt x="77" y="8"/>
                  </a:cubicBezTo>
                </a:path>
              </a:pathLst>
            </a:custGeom>
            <a:solidFill>
              <a:srgbClr val="E7C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1" name="Freeform 668">
              <a:extLst>
                <a:ext uri="{FF2B5EF4-FFF2-40B4-BE49-F238E27FC236}">
                  <a16:creationId xmlns:a16="http://schemas.microsoft.com/office/drawing/2014/main" id="{F453181B-BBD5-49D2-BA96-BA9BD7731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484"/>
              <a:ext cx="60" cy="36"/>
            </a:xfrm>
            <a:custGeom>
              <a:avLst/>
              <a:gdLst>
                <a:gd name="T0" fmla="*/ 205 w 43"/>
                <a:gd name="T1" fmla="*/ 27 h 25"/>
                <a:gd name="T2" fmla="*/ 89 w 43"/>
                <a:gd name="T3" fmla="*/ 19 h 25"/>
                <a:gd name="T4" fmla="*/ 1 w 43"/>
                <a:gd name="T5" fmla="*/ 128 h 25"/>
                <a:gd name="T6" fmla="*/ 205 w 43"/>
                <a:gd name="T7" fmla="*/ 2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5">
                  <a:moveTo>
                    <a:pt x="39" y="4"/>
                  </a:moveTo>
                  <a:cubicBezTo>
                    <a:pt x="32" y="3"/>
                    <a:pt x="25" y="0"/>
                    <a:pt x="17" y="3"/>
                  </a:cubicBezTo>
                  <a:cubicBezTo>
                    <a:pt x="13" y="5"/>
                    <a:pt x="0" y="17"/>
                    <a:pt x="1" y="21"/>
                  </a:cubicBezTo>
                  <a:cubicBezTo>
                    <a:pt x="2" y="25"/>
                    <a:pt x="43" y="21"/>
                    <a:pt x="3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2" name="Freeform 669">
              <a:extLst>
                <a:ext uri="{FF2B5EF4-FFF2-40B4-BE49-F238E27FC236}">
                  <a16:creationId xmlns:a16="http://schemas.microsoft.com/office/drawing/2014/main" id="{791A4D7D-6A6E-4A32-A084-72D506D97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274"/>
              <a:ext cx="585" cy="683"/>
            </a:xfrm>
            <a:custGeom>
              <a:avLst/>
              <a:gdLst>
                <a:gd name="T0" fmla="*/ 679 w 417"/>
                <a:gd name="T1" fmla="*/ 1536 h 487"/>
                <a:gd name="T2" fmla="*/ 878 w 417"/>
                <a:gd name="T3" fmla="*/ 1001 h 487"/>
                <a:gd name="T4" fmla="*/ 1232 w 417"/>
                <a:gd name="T5" fmla="*/ 676 h 487"/>
                <a:gd name="T6" fmla="*/ 1425 w 417"/>
                <a:gd name="T7" fmla="*/ 624 h 487"/>
                <a:gd name="T8" fmla="*/ 1606 w 417"/>
                <a:gd name="T9" fmla="*/ 631 h 487"/>
                <a:gd name="T10" fmla="*/ 1714 w 417"/>
                <a:gd name="T11" fmla="*/ 893 h 487"/>
                <a:gd name="T12" fmla="*/ 1528 w 417"/>
                <a:gd name="T13" fmla="*/ 1144 h 487"/>
                <a:gd name="T14" fmla="*/ 1228 w 417"/>
                <a:gd name="T15" fmla="*/ 1345 h 487"/>
                <a:gd name="T16" fmla="*/ 968 w 417"/>
                <a:gd name="T17" fmla="*/ 1471 h 487"/>
                <a:gd name="T18" fmla="*/ 787 w 417"/>
                <a:gd name="T19" fmla="*/ 1548 h 487"/>
                <a:gd name="T20" fmla="*/ 651 w 417"/>
                <a:gd name="T21" fmla="*/ 1644 h 487"/>
                <a:gd name="T22" fmla="*/ 567 w 417"/>
                <a:gd name="T23" fmla="*/ 1564 h 487"/>
                <a:gd name="T24" fmla="*/ 713 w 417"/>
                <a:gd name="T25" fmla="*/ 1104 h 487"/>
                <a:gd name="T26" fmla="*/ 1007 w 417"/>
                <a:gd name="T27" fmla="*/ 714 h 487"/>
                <a:gd name="T28" fmla="*/ 1392 w 417"/>
                <a:gd name="T29" fmla="*/ 445 h 487"/>
                <a:gd name="T30" fmla="*/ 1904 w 417"/>
                <a:gd name="T31" fmla="*/ 877 h 487"/>
                <a:gd name="T32" fmla="*/ 1578 w 417"/>
                <a:gd name="T33" fmla="*/ 1240 h 487"/>
                <a:gd name="T34" fmla="*/ 1240 w 417"/>
                <a:gd name="T35" fmla="*/ 1453 h 487"/>
                <a:gd name="T36" fmla="*/ 780 w 417"/>
                <a:gd name="T37" fmla="*/ 1714 h 487"/>
                <a:gd name="T38" fmla="*/ 556 w 417"/>
                <a:gd name="T39" fmla="*/ 1804 h 487"/>
                <a:gd name="T40" fmla="*/ 433 w 417"/>
                <a:gd name="T41" fmla="*/ 1739 h 487"/>
                <a:gd name="T42" fmla="*/ 728 w 417"/>
                <a:gd name="T43" fmla="*/ 797 h 487"/>
                <a:gd name="T44" fmla="*/ 1152 w 417"/>
                <a:gd name="T45" fmla="*/ 337 h 487"/>
                <a:gd name="T46" fmla="*/ 1568 w 417"/>
                <a:gd name="T47" fmla="*/ 231 h 487"/>
                <a:gd name="T48" fmla="*/ 1979 w 417"/>
                <a:gd name="T49" fmla="*/ 386 h 487"/>
                <a:gd name="T50" fmla="*/ 2087 w 417"/>
                <a:gd name="T51" fmla="*/ 877 h 487"/>
                <a:gd name="T52" fmla="*/ 1723 w 417"/>
                <a:gd name="T53" fmla="*/ 1241 h 487"/>
                <a:gd name="T54" fmla="*/ 1425 w 417"/>
                <a:gd name="T55" fmla="*/ 1432 h 487"/>
                <a:gd name="T56" fmla="*/ 875 w 417"/>
                <a:gd name="T57" fmla="*/ 1876 h 487"/>
                <a:gd name="T58" fmla="*/ 607 w 417"/>
                <a:gd name="T59" fmla="*/ 2036 h 487"/>
                <a:gd name="T60" fmla="*/ 419 w 417"/>
                <a:gd name="T61" fmla="*/ 2112 h 487"/>
                <a:gd name="T62" fmla="*/ 255 w 417"/>
                <a:gd name="T63" fmla="*/ 2220 h 487"/>
                <a:gd name="T64" fmla="*/ 201 w 417"/>
                <a:gd name="T65" fmla="*/ 2213 h 487"/>
                <a:gd name="T66" fmla="*/ 224 w 417"/>
                <a:gd name="T67" fmla="*/ 2140 h 487"/>
                <a:gd name="T68" fmla="*/ 243 w 417"/>
                <a:gd name="T69" fmla="*/ 1997 h 487"/>
                <a:gd name="T70" fmla="*/ 299 w 417"/>
                <a:gd name="T71" fmla="*/ 1529 h 487"/>
                <a:gd name="T72" fmla="*/ 404 w 417"/>
                <a:gd name="T73" fmla="*/ 1078 h 487"/>
                <a:gd name="T74" fmla="*/ 636 w 417"/>
                <a:gd name="T75" fmla="*/ 714 h 487"/>
                <a:gd name="T76" fmla="*/ 903 w 417"/>
                <a:gd name="T77" fmla="*/ 341 h 487"/>
                <a:gd name="T78" fmla="*/ 1240 w 417"/>
                <a:gd name="T79" fmla="*/ 104 h 487"/>
                <a:gd name="T80" fmla="*/ 1651 w 417"/>
                <a:gd name="T81" fmla="*/ 55 h 487"/>
                <a:gd name="T82" fmla="*/ 1988 w 417"/>
                <a:gd name="T83" fmla="*/ 219 h 487"/>
                <a:gd name="T84" fmla="*/ 2170 w 417"/>
                <a:gd name="T85" fmla="*/ 482 h 487"/>
                <a:gd name="T86" fmla="*/ 2065 w 417"/>
                <a:gd name="T87" fmla="*/ 1143 h 487"/>
                <a:gd name="T88" fmla="*/ 1495 w 417"/>
                <a:gd name="T89" fmla="*/ 1603 h 487"/>
                <a:gd name="T90" fmla="*/ 1061 w 417"/>
                <a:gd name="T91" fmla="*/ 1941 h 487"/>
                <a:gd name="T92" fmla="*/ 567 w 417"/>
                <a:gd name="T93" fmla="*/ 2337 h 487"/>
                <a:gd name="T94" fmla="*/ 358 w 417"/>
                <a:gd name="T95" fmla="*/ 2453 h 487"/>
                <a:gd name="T96" fmla="*/ 229 w 417"/>
                <a:gd name="T97" fmla="*/ 2496 h 487"/>
                <a:gd name="T98" fmla="*/ 15 w 417"/>
                <a:gd name="T99" fmla="*/ 2644 h 487"/>
                <a:gd name="T100" fmla="*/ 146 w 417"/>
                <a:gd name="T101" fmla="*/ 1701 h 487"/>
                <a:gd name="T102" fmla="*/ 282 w 417"/>
                <a:gd name="T103" fmla="*/ 1269 h 487"/>
                <a:gd name="T104" fmla="*/ 431 w 417"/>
                <a:gd name="T105" fmla="*/ 1028 h 4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17" h="487">
                  <a:moveTo>
                    <a:pt x="125" y="283"/>
                  </a:moveTo>
                  <a:cubicBezTo>
                    <a:pt x="137" y="249"/>
                    <a:pt x="139" y="215"/>
                    <a:pt x="162" y="185"/>
                  </a:cubicBezTo>
                  <a:cubicBezTo>
                    <a:pt x="180" y="161"/>
                    <a:pt x="202" y="141"/>
                    <a:pt x="227" y="125"/>
                  </a:cubicBezTo>
                  <a:cubicBezTo>
                    <a:pt x="237" y="119"/>
                    <a:pt x="251" y="116"/>
                    <a:pt x="262" y="115"/>
                  </a:cubicBezTo>
                  <a:cubicBezTo>
                    <a:pt x="273" y="114"/>
                    <a:pt x="286" y="110"/>
                    <a:pt x="296" y="116"/>
                  </a:cubicBezTo>
                  <a:cubicBezTo>
                    <a:pt x="312" y="126"/>
                    <a:pt x="317" y="147"/>
                    <a:pt x="316" y="165"/>
                  </a:cubicBezTo>
                  <a:cubicBezTo>
                    <a:pt x="315" y="188"/>
                    <a:pt x="297" y="198"/>
                    <a:pt x="281" y="211"/>
                  </a:cubicBezTo>
                  <a:cubicBezTo>
                    <a:pt x="263" y="225"/>
                    <a:pt x="247" y="238"/>
                    <a:pt x="226" y="248"/>
                  </a:cubicBezTo>
                  <a:cubicBezTo>
                    <a:pt x="209" y="255"/>
                    <a:pt x="193" y="261"/>
                    <a:pt x="178" y="271"/>
                  </a:cubicBezTo>
                  <a:cubicBezTo>
                    <a:pt x="168" y="278"/>
                    <a:pt x="156" y="279"/>
                    <a:pt x="145" y="285"/>
                  </a:cubicBezTo>
                  <a:cubicBezTo>
                    <a:pt x="136" y="290"/>
                    <a:pt x="129" y="298"/>
                    <a:pt x="120" y="303"/>
                  </a:cubicBezTo>
                  <a:cubicBezTo>
                    <a:pt x="104" y="312"/>
                    <a:pt x="102" y="305"/>
                    <a:pt x="104" y="288"/>
                  </a:cubicBezTo>
                  <a:cubicBezTo>
                    <a:pt x="109" y="259"/>
                    <a:pt x="118" y="230"/>
                    <a:pt x="131" y="203"/>
                  </a:cubicBezTo>
                  <a:cubicBezTo>
                    <a:pt x="143" y="177"/>
                    <a:pt x="165" y="152"/>
                    <a:pt x="185" y="132"/>
                  </a:cubicBezTo>
                  <a:cubicBezTo>
                    <a:pt x="207" y="111"/>
                    <a:pt x="228" y="94"/>
                    <a:pt x="256" y="82"/>
                  </a:cubicBezTo>
                  <a:cubicBezTo>
                    <a:pt x="308" y="59"/>
                    <a:pt x="364" y="107"/>
                    <a:pt x="350" y="162"/>
                  </a:cubicBezTo>
                  <a:cubicBezTo>
                    <a:pt x="343" y="192"/>
                    <a:pt x="312" y="208"/>
                    <a:pt x="291" y="228"/>
                  </a:cubicBezTo>
                  <a:cubicBezTo>
                    <a:pt x="272" y="245"/>
                    <a:pt x="250" y="255"/>
                    <a:pt x="228" y="268"/>
                  </a:cubicBezTo>
                  <a:cubicBezTo>
                    <a:pt x="200" y="284"/>
                    <a:pt x="173" y="304"/>
                    <a:pt x="143" y="316"/>
                  </a:cubicBezTo>
                  <a:cubicBezTo>
                    <a:pt x="130" y="321"/>
                    <a:pt x="116" y="327"/>
                    <a:pt x="102" y="332"/>
                  </a:cubicBezTo>
                  <a:cubicBezTo>
                    <a:pt x="86" y="338"/>
                    <a:pt x="83" y="342"/>
                    <a:pt x="80" y="320"/>
                  </a:cubicBezTo>
                  <a:cubicBezTo>
                    <a:pt x="70" y="256"/>
                    <a:pt x="102" y="200"/>
                    <a:pt x="134" y="147"/>
                  </a:cubicBezTo>
                  <a:cubicBezTo>
                    <a:pt x="153" y="115"/>
                    <a:pt x="178" y="80"/>
                    <a:pt x="212" y="62"/>
                  </a:cubicBezTo>
                  <a:cubicBezTo>
                    <a:pt x="234" y="51"/>
                    <a:pt x="265" y="44"/>
                    <a:pt x="289" y="43"/>
                  </a:cubicBezTo>
                  <a:cubicBezTo>
                    <a:pt x="318" y="41"/>
                    <a:pt x="346" y="45"/>
                    <a:pt x="364" y="71"/>
                  </a:cubicBezTo>
                  <a:cubicBezTo>
                    <a:pt x="379" y="93"/>
                    <a:pt x="393" y="136"/>
                    <a:pt x="384" y="162"/>
                  </a:cubicBezTo>
                  <a:cubicBezTo>
                    <a:pt x="372" y="194"/>
                    <a:pt x="344" y="211"/>
                    <a:pt x="317" y="229"/>
                  </a:cubicBezTo>
                  <a:cubicBezTo>
                    <a:pt x="299" y="241"/>
                    <a:pt x="281" y="253"/>
                    <a:pt x="262" y="264"/>
                  </a:cubicBezTo>
                  <a:cubicBezTo>
                    <a:pt x="224" y="286"/>
                    <a:pt x="195" y="319"/>
                    <a:pt x="161" y="346"/>
                  </a:cubicBezTo>
                  <a:cubicBezTo>
                    <a:pt x="145" y="359"/>
                    <a:pt x="131" y="370"/>
                    <a:pt x="112" y="375"/>
                  </a:cubicBezTo>
                  <a:cubicBezTo>
                    <a:pt x="100" y="379"/>
                    <a:pt x="88" y="383"/>
                    <a:pt x="77" y="389"/>
                  </a:cubicBezTo>
                  <a:cubicBezTo>
                    <a:pt x="67" y="395"/>
                    <a:pt x="58" y="405"/>
                    <a:pt x="47" y="409"/>
                  </a:cubicBezTo>
                  <a:cubicBezTo>
                    <a:pt x="41" y="411"/>
                    <a:pt x="39" y="414"/>
                    <a:pt x="37" y="408"/>
                  </a:cubicBezTo>
                  <a:cubicBezTo>
                    <a:pt x="36" y="405"/>
                    <a:pt x="40" y="397"/>
                    <a:pt x="41" y="394"/>
                  </a:cubicBezTo>
                  <a:cubicBezTo>
                    <a:pt x="43" y="385"/>
                    <a:pt x="44" y="377"/>
                    <a:pt x="45" y="368"/>
                  </a:cubicBezTo>
                  <a:cubicBezTo>
                    <a:pt x="48" y="339"/>
                    <a:pt x="49" y="310"/>
                    <a:pt x="55" y="282"/>
                  </a:cubicBezTo>
                  <a:cubicBezTo>
                    <a:pt x="60" y="255"/>
                    <a:pt x="65" y="225"/>
                    <a:pt x="74" y="199"/>
                  </a:cubicBezTo>
                  <a:cubicBezTo>
                    <a:pt x="83" y="173"/>
                    <a:pt x="101" y="154"/>
                    <a:pt x="117" y="132"/>
                  </a:cubicBezTo>
                  <a:cubicBezTo>
                    <a:pt x="134" y="110"/>
                    <a:pt x="146" y="84"/>
                    <a:pt x="166" y="63"/>
                  </a:cubicBezTo>
                  <a:cubicBezTo>
                    <a:pt x="183" y="46"/>
                    <a:pt x="207" y="31"/>
                    <a:pt x="228" y="19"/>
                  </a:cubicBezTo>
                  <a:cubicBezTo>
                    <a:pt x="248" y="6"/>
                    <a:pt x="282" y="0"/>
                    <a:pt x="304" y="10"/>
                  </a:cubicBezTo>
                  <a:cubicBezTo>
                    <a:pt x="325" y="19"/>
                    <a:pt x="348" y="26"/>
                    <a:pt x="366" y="40"/>
                  </a:cubicBezTo>
                  <a:cubicBezTo>
                    <a:pt x="379" y="51"/>
                    <a:pt x="392" y="73"/>
                    <a:pt x="399" y="89"/>
                  </a:cubicBezTo>
                  <a:cubicBezTo>
                    <a:pt x="417" y="126"/>
                    <a:pt x="402" y="177"/>
                    <a:pt x="380" y="210"/>
                  </a:cubicBezTo>
                  <a:cubicBezTo>
                    <a:pt x="355" y="248"/>
                    <a:pt x="310" y="267"/>
                    <a:pt x="275" y="295"/>
                  </a:cubicBezTo>
                  <a:cubicBezTo>
                    <a:pt x="248" y="316"/>
                    <a:pt x="222" y="338"/>
                    <a:pt x="195" y="358"/>
                  </a:cubicBezTo>
                  <a:cubicBezTo>
                    <a:pt x="164" y="381"/>
                    <a:pt x="136" y="409"/>
                    <a:pt x="104" y="431"/>
                  </a:cubicBezTo>
                  <a:cubicBezTo>
                    <a:pt x="93" y="439"/>
                    <a:pt x="79" y="447"/>
                    <a:pt x="66" y="452"/>
                  </a:cubicBezTo>
                  <a:cubicBezTo>
                    <a:pt x="58" y="455"/>
                    <a:pt x="50" y="456"/>
                    <a:pt x="42" y="460"/>
                  </a:cubicBezTo>
                  <a:cubicBezTo>
                    <a:pt x="29" y="467"/>
                    <a:pt x="14" y="477"/>
                    <a:pt x="3" y="487"/>
                  </a:cubicBezTo>
                  <a:cubicBezTo>
                    <a:pt x="0" y="430"/>
                    <a:pt x="15" y="369"/>
                    <a:pt x="27" y="314"/>
                  </a:cubicBezTo>
                  <a:cubicBezTo>
                    <a:pt x="33" y="287"/>
                    <a:pt x="39" y="258"/>
                    <a:pt x="52" y="234"/>
                  </a:cubicBezTo>
                  <a:cubicBezTo>
                    <a:pt x="58" y="224"/>
                    <a:pt x="70" y="194"/>
                    <a:pt x="79" y="19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3" name="Freeform 670">
              <a:extLst>
                <a:ext uri="{FF2B5EF4-FFF2-40B4-BE49-F238E27FC236}">
                  <a16:creationId xmlns:a16="http://schemas.microsoft.com/office/drawing/2014/main" id="{77378C6C-F547-4831-B3FC-B9EBA515A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623"/>
              <a:ext cx="228" cy="364"/>
            </a:xfrm>
            <a:custGeom>
              <a:avLst/>
              <a:gdLst>
                <a:gd name="T0" fmla="*/ 895 w 162"/>
                <a:gd name="T1" fmla="*/ 0 h 259"/>
                <a:gd name="T2" fmla="*/ 600 w 162"/>
                <a:gd name="T3" fmla="*/ 364 h 259"/>
                <a:gd name="T4" fmla="*/ 365 w 162"/>
                <a:gd name="T5" fmla="*/ 769 h 259"/>
                <a:gd name="T6" fmla="*/ 125 w 162"/>
                <a:gd name="T7" fmla="*/ 1114 h 259"/>
                <a:gd name="T8" fmla="*/ 0 w 162"/>
                <a:gd name="T9" fmla="*/ 1422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259">
                  <a:moveTo>
                    <a:pt x="162" y="0"/>
                  </a:moveTo>
                  <a:cubicBezTo>
                    <a:pt x="144" y="21"/>
                    <a:pt x="123" y="41"/>
                    <a:pt x="109" y="66"/>
                  </a:cubicBezTo>
                  <a:cubicBezTo>
                    <a:pt x="95" y="91"/>
                    <a:pt x="85" y="118"/>
                    <a:pt x="66" y="140"/>
                  </a:cubicBezTo>
                  <a:cubicBezTo>
                    <a:pt x="50" y="160"/>
                    <a:pt x="33" y="179"/>
                    <a:pt x="23" y="203"/>
                  </a:cubicBezTo>
                  <a:cubicBezTo>
                    <a:pt x="16" y="219"/>
                    <a:pt x="14" y="249"/>
                    <a:pt x="0" y="259"/>
                  </a:cubicBezTo>
                </a:path>
              </a:pathLst>
            </a:custGeom>
            <a:noFill/>
            <a:ln w="7938" cap="flat">
              <a:solidFill>
                <a:srgbClr val="E5B1E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4" name="Freeform 671">
              <a:extLst>
                <a:ext uri="{FF2B5EF4-FFF2-40B4-BE49-F238E27FC236}">
                  <a16:creationId xmlns:a16="http://schemas.microsoft.com/office/drawing/2014/main" id="{0BE0CEF6-3473-4173-9FB1-CAC6D2E17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945"/>
              <a:ext cx="119" cy="74"/>
            </a:xfrm>
            <a:custGeom>
              <a:avLst/>
              <a:gdLst>
                <a:gd name="T0" fmla="*/ 403 w 85"/>
                <a:gd name="T1" fmla="*/ 242 h 53"/>
                <a:gd name="T2" fmla="*/ 445 w 85"/>
                <a:gd name="T3" fmla="*/ 198 h 53"/>
                <a:gd name="T4" fmla="*/ 441 w 85"/>
                <a:gd name="T5" fmla="*/ 133 h 53"/>
                <a:gd name="T6" fmla="*/ 364 w 85"/>
                <a:gd name="T7" fmla="*/ 117 h 53"/>
                <a:gd name="T8" fmla="*/ 269 w 85"/>
                <a:gd name="T9" fmla="*/ 105 h 53"/>
                <a:gd name="T10" fmla="*/ 151 w 85"/>
                <a:gd name="T11" fmla="*/ 15 h 53"/>
                <a:gd name="T12" fmla="*/ 80 w 85"/>
                <a:gd name="T13" fmla="*/ 21 h 53"/>
                <a:gd name="T14" fmla="*/ 29 w 85"/>
                <a:gd name="T15" fmla="*/ 40 h 53"/>
                <a:gd name="T16" fmla="*/ 21 w 85"/>
                <a:gd name="T17" fmla="*/ 92 h 53"/>
                <a:gd name="T18" fmla="*/ 15 w 85"/>
                <a:gd name="T19" fmla="*/ 163 h 53"/>
                <a:gd name="T20" fmla="*/ 190 w 85"/>
                <a:gd name="T21" fmla="*/ 222 h 53"/>
                <a:gd name="T22" fmla="*/ 382 w 85"/>
                <a:gd name="T23" fmla="*/ 250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53">
                  <a:moveTo>
                    <a:pt x="75" y="46"/>
                  </a:moveTo>
                  <a:cubicBezTo>
                    <a:pt x="77" y="43"/>
                    <a:pt x="81" y="41"/>
                    <a:pt x="83" y="37"/>
                  </a:cubicBezTo>
                  <a:cubicBezTo>
                    <a:pt x="85" y="33"/>
                    <a:pt x="85" y="28"/>
                    <a:pt x="82" y="25"/>
                  </a:cubicBezTo>
                  <a:cubicBezTo>
                    <a:pt x="78" y="20"/>
                    <a:pt x="73" y="22"/>
                    <a:pt x="68" y="22"/>
                  </a:cubicBezTo>
                  <a:cubicBezTo>
                    <a:pt x="61" y="23"/>
                    <a:pt x="56" y="24"/>
                    <a:pt x="50" y="20"/>
                  </a:cubicBezTo>
                  <a:cubicBezTo>
                    <a:pt x="41" y="16"/>
                    <a:pt x="36" y="7"/>
                    <a:pt x="28" y="3"/>
                  </a:cubicBezTo>
                  <a:cubicBezTo>
                    <a:pt x="23" y="0"/>
                    <a:pt x="19" y="2"/>
                    <a:pt x="15" y="4"/>
                  </a:cubicBezTo>
                  <a:cubicBezTo>
                    <a:pt x="12" y="5"/>
                    <a:pt x="8" y="6"/>
                    <a:pt x="6" y="8"/>
                  </a:cubicBezTo>
                  <a:cubicBezTo>
                    <a:pt x="4" y="11"/>
                    <a:pt x="5" y="14"/>
                    <a:pt x="4" y="17"/>
                  </a:cubicBezTo>
                  <a:cubicBezTo>
                    <a:pt x="3" y="22"/>
                    <a:pt x="0" y="25"/>
                    <a:pt x="3" y="31"/>
                  </a:cubicBezTo>
                  <a:cubicBezTo>
                    <a:pt x="10" y="41"/>
                    <a:pt x="25" y="40"/>
                    <a:pt x="35" y="42"/>
                  </a:cubicBezTo>
                  <a:cubicBezTo>
                    <a:pt x="45" y="43"/>
                    <a:pt x="62" y="53"/>
                    <a:pt x="71" y="47"/>
                  </a:cubicBezTo>
                </a:path>
              </a:pathLst>
            </a:custGeom>
            <a:solidFill>
              <a:srgbClr val="F9F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5" name="Freeform 672">
              <a:extLst>
                <a:ext uri="{FF2B5EF4-FFF2-40B4-BE49-F238E27FC236}">
                  <a16:creationId xmlns:a16="http://schemas.microsoft.com/office/drawing/2014/main" id="{6082407D-2B0D-42F8-8913-6A2503B14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699"/>
              <a:ext cx="81" cy="119"/>
            </a:xfrm>
            <a:custGeom>
              <a:avLst/>
              <a:gdLst>
                <a:gd name="T0" fmla="*/ 0 w 58"/>
                <a:gd name="T1" fmla="*/ 41 h 85"/>
                <a:gd name="T2" fmla="*/ 66 w 58"/>
                <a:gd name="T3" fmla="*/ 55 h 85"/>
                <a:gd name="T4" fmla="*/ 191 w 58"/>
                <a:gd name="T5" fmla="*/ 41 h 85"/>
                <a:gd name="T6" fmla="*/ 281 w 58"/>
                <a:gd name="T7" fmla="*/ 0 h 85"/>
                <a:gd name="T8" fmla="*/ 286 w 58"/>
                <a:gd name="T9" fmla="*/ 67 h 85"/>
                <a:gd name="T10" fmla="*/ 250 w 58"/>
                <a:gd name="T11" fmla="*/ 286 h 85"/>
                <a:gd name="T12" fmla="*/ 242 w 58"/>
                <a:gd name="T13" fmla="*/ 459 h 85"/>
                <a:gd name="T14" fmla="*/ 173 w 58"/>
                <a:gd name="T15" fmla="*/ 286 h 85"/>
                <a:gd name="T16" fmla="*/ 105 w 58"/>
                <a:gd name="T17" fmla="*/ 172 h 85"/>
                <a:gd name="T18" fmla="*/ 54 w 58"/>
                <a:gd name="T19" fmla="*/ 80 h 85"/>
                <a:gd name="T20" fmla="*/ 28 w 58"/>
                <a:gd name="T21" fmla="*/ 67 h 85"/>
                <a:gd name="T22" fmla="*/ 1 w 58"/>
                <a:gd name="T23" fmla="*/ 39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85">
                  <a:moveTo>
                    <a:pt x="0" y="8"/>
                  </a:moveTo>
                  <a:cubicBezTo>
                    <a:pt x="1" y="7"/>
                    <a:pt x="9" y="10"/>
                    <a:pt x="12" y="10"/>
                  </a:cubicBezTo>
                  <a:cubicBezTo>
                    <a:pt x="19" y="11"/>
                    <a:pt x="29" y="9"/>
                    <a:pt x="36" y="8"/>
                  </a:cubicBezTo>
                  <a:cubicBezTo>
                    <a:pt x="41" y="7"/>
                    <a:pt x="48" y="0"/>
                    <a:pt x="53" y="0"/>
                  </a:cubicBezTo>
                  <a:cubicBezTo>
                    <a:pt x="58" y="0"/>
                    <a:pt x="55" y="8"/>
                    <a:pt x="54" y="12"/>
                  </a:cubicBezTo>
                  <a:cubicBezTo>
                    <a:pt x="52" y="26"/>
                    <a:pt x="48" y="39"/>
                    <a:pt x="47" y="53"/>
                  </a:cubicBezTo>
                  <a:cubicBezTo>
                    <a:pt x="46" y="64"/>
                    <a:pt x="47" y="75"/>
                    <a:pt x="46" y="85"/>
                  </a:cubicBezTo>
                  <a:cubicBezTo>
                    <a:pt x="38" y="79"/>
                    <a:pt x="38" y="63"/>
                    <a:pt x="33" y="53"/>
                  </a:cubicBezTo>
                  <a:cubicBezTo>
                    <a:pt x="29" y="46"/>
                    <a:pt x="24" y="40"/>
                    <a:pt x="20" y="32"/>
                  </a:cubicBezTo>
                  <a:cubicBezTo>
                    <a:pt x="18" y="27"/>
                    <a:pt x="15" y="19"/>
                    <a:pt x="10" y="15"/>
                  </a:cubicBezTo>
                  <a:cubicBezTo>
                    <a:pt x="8" y="14"/>
                    <a:pt x="7" y="14"/>
                    <a:pt x="5" y="12"/>
                  </a:cubicBezTo>
                  <a:cubicBezTo>
                    <a:pt x="3" y="10"/>
                    <a:pt x="3" y="9"/>
                    <a:pt x="1" y="7"/>
                  </a:cubicBezTo>
                </a:path>
              </a:pathLst>
            </a:custGeom>
            <a:solidFill>
              <a:srgbClr val="DDB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6" name="Freeform 673">
              <a:extLst>
                <a:ext uri="{FF2B5EF4-FFF2-40B4-BE49-F238E27FC236}">
                  <a16:creationId xmlns:a16="http://schemas.microsoft.com/office/drawing/2014/main" id="{919A3174-C4D8-43A3-AAFB-514818C7A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772"/>
              <a:ext cx="122" cy="438"/>
            </a:xfrm>
            <a:custGeom>
              <a:avLst/>
              <a:gdLst>
                <a:gd name="T0" fmla="*/ 376 w 87"/>
                <a:gd name="T1" fmla="*/ 1395 h 312"/>
                <a:gd name="T2" fmla="*/ 219 w 87"/>
                <a:gd name="T3" fmla="*/ 1692 h 312"/>
                <a:gd name="T4" fmla="*/ 41 w 87"/>
                <a:gd name="T5" fmla="*/ 1414 h 312"/>
                <a:gd name="T6" fmla="*/ 0 w 87"/>
                <a:gd name="T7" fmla="*/ 877 h 312"/>
                <a:gd name="T8" fmla="*/ 104 w 87"/>
                <a:gd name="T9" fmla="*/ 288 h 312"/>
                <a:gd name="T10" fmla="*/ 229 w 87"/>
                <a:gd name="T11" fmla="*/ 15 h 312"/>
                <a:gd name="T12" fmla="*/ 440 w 87"/>
                <a:gd name="T13" fmla="*/ 416 h 312"/>
                <a:gd name="T14" fmla="*/ 454 w 87"/>
                <a:gd name="T15" fmla="*/ 1077 h 312"/>
                <a:gd name="T16" fmla="*/ 309 w 87"/>
                <a:gd name="T17" fmla="*/ 1527 h 3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312">
                  <a:moveTo>
                    <a:pt x="69" y="256"/>
                  </a:moveTo>
                  <a:cubicBezTo>
                    <a:pt x="69" y="266"/>
                    <a:pt x="52" y="312"/>
                    <a:pt x="40" y="310"/>
                  </a:cubicBezTo>
                  <a:cubicBezTo>
                    <a:pt x="25" y="307"/>
                    <a:pt x="10" y="270"/>
                    <a:pt x="8" y="259"/>
                  </a:cubicBezTo>
                  <a:cubicBezTo>
                    <a:pt x="4" y="215"/>
                    <a:pt x="0" y="206"/>
                    <a:pt x="0" y="161"/>
                  </a:cubicBezTo>
                  <a:cubicBezTo>
                    <a:pt x="0" y="136"/>
                    <a:pt x="15" y="77"/>
                    <a:pt x="19" y="53"/>
                  </a:cubicBezTo>
                  <a:cubicBezTo>
                    <a:pt x="22" y="42"/>
                    <a:pt x="26" y="5"/>
                    <a:pt x="42" y="3"/>
                  </a:cubicBezTo>
                  <a:cubicBezTo>
                    <a:pt x="64" y="0"/>
                    <a:pt x="79" y="63"/>
                    <a:pt x="81" y="76"/>
                  </a:cubicBezTo>
                  <a:cubicBezTo>
                    <a:pt x="84" y="98"/>
                    <a:pt x="87" y="137"/>
                    <a:pt x="84" y="197"/>
                  </a:cubicBezTo>
                  <a:cubicBezTo>
                    <a:pt x="82" y="225"/>
                    <a:pt x="70" y="256"/>
                    <a:pt x="57" y="280"/>
                  </a:cubicBezTo>
                </a:path>
              </a:pathLst>
            </a:custGeom>
            <a:solidFill>
              <a:srgbClr val="933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7" name="Freeform 674">
              <a:extLst>
                <a:ext uri="{FF2B5EF4-FFF2-40B4-BE49-F238E27FC236}">
                  <a16:creationId xmlns:a16="http://schemas.microsoft.com/office/drawing/2014/main" id="{997EA136-65F2-477A-9FED-477302FD1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908"/>
              <a:ext cx="124" cy="294"/>
            </a:xfrm>
            <a:custGeom>
              <a:avLst/>
              <a:gdLst>
                <a:gd name="T0" fmla="*/ 324 w 88"/>
                <a:gd name="T1" fmla="*/ 1033 h 209"/>
                <a:gd name="T2" fmla="*/ 307 w 88"/>
                <a:gd name="T3" fmla="*/ 1069 h 209"/>
                <a:gd name="T4" fmla="*/ 176 w 88"/>
                <a:gd name="T5" fmla="*/ 1108 h 209"/>
                <a:gd name="T6" fmla="*/ 96 w 88"/>
                <a:gd name="T7" fmla="*/ 935 h 209"/>
                <a:gd name="T8" fmla="*/ 11 w 88"/>
                <a:gd name="T9" fmla="*/ 556 h 209"/>
                <a:gd name="T10" fmla="*/ 137 w 88"/>
                <a:gd name="T11" fmla="*/ 122 h 209"/>
                <a:gd name="T12" fmla="*/ 397 w 88"/>
                <a:gd name="T13" fmla="*/ 298 h 209"/>
                <a:gd name="T14" fmla="*/ 310 w 88"/>
                <a:gd name="T15" fmla="*/ 1041 h 2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209">
                  <a:moveTo>
                    <a:pt x="58" y="188"/>
                  </a:moveTo>
                  <a:cubicBezTo>
                    <a:pt x="56" y="191"/>
                    <a:pt x="55" y="191"/>
                    <a:pt x="55" y="194"/>
                  </a:cubicBezTo>
                  <a:cubicBezTo>
                    <a:pt x="47" y="199"/>
                    <a:pt x="42" y="209"/>
                    <a:pt x="32" y="201"/>
                  </a:cubicBezTo>
                  <a:cubicBezTo>
                    <a:pt x="25" y="196"/>
                    <a:pt x="20" y="177"/>
                    <a:pt x="17" y="170"/>
                  </a:cubicBezTo>
                  <a:cubicBezTo>
                    <a:pt x="9" y="148"/>
                    <a:pt x="5" y="124"/>
                    <a:pt x="2" y="101"/>
                  </a:cubicBezTo>
                  <a:cubicBezTo>
                    <a:pt x="0" y="75"/>
                    <a:pt x="2" y="40"/>
                    <a:pt x="25" y="22"/>
                  </a:cubicBezTo>
                  <a:cubicBezTo>
                    <a:pt x="53" y="0"/>
                    <a:pt x="69" y="29"/>
                    <a:pt x="72" y="54"/>
                  </a:cubicBezTo>
                  <a:cubicBezTo>
                    <a:pt x="78" y="90"/>
                    <a:pt x="88" y="164"/>
                    <a:pt x="56" y="189"/>
                  </a:cubicBezTo>
                </a:path>
              </a:pathLst>
            </a:custGeom>
            <a:solidFill>
              <a:srgbClr val="822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8" name="Freeform 675">
              <a:extLst>
                <a:ext uri="{FF2B5EF4-FFF2-40B4-BE49-F238E27FC236}">
                  <a16:creationId xmlns:a16="http://schemas.microsoft.com/office/drawing/2014/main" id="{9FE1F4CE-A9D3-4277-B021-EF688495A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970"/>
              <a:ext cx="154" cy="561"/>
            </a:xfrm>
            <a:custGeom>
              <a:avLst/>
              <a:gdLst>
                <a:gd name="T0" fmla="*/ 0 w 110"/>
                <a:gd name="T1" fmla="*/ 2093 h 400"/>
                <a:gd name="T2" fmla="*/ 431 w 110"/>
                <a:gd name="T3" fmla="*/ 1492 h 400"/>
                <a:gd name="T4" fmla="*/ 377 w 110"/>
                <a:gd name="T5" fmla="*/ 739 h 400"/>
                <a:gd name="T6" fmla="*/ 426 w 110"/>
                <a:gd name="T7" fmla="*/ 0 h 400"/>
                <a:gd name="T8" fmla="*/ 445 w 110"/>
                <a:gd name="T9" fmla="*/ 67 h 400"/>
                <a:gd name="T10" fmla="*/ 372 w 110"/>
                <a:gd name="T11" fmla="*/ 548 h 400"/>
                <a:gd name="T12" fmla="*/ 472 w 110"/>
                <a:gd name="T13" fmla="*/ 1240 h 400"/>
                <a:gd name="T14" fmla="*/ 403 w 110"/>
                <a:gd name="T15" fmla="*/ 1872 h 400"/>
                <a:gd name="T16" fmla="*/ 176 w 110"/>
                <a:gd name="T17" fmla="*/ 2093 h 400"/>
                <a:gd name="T18" fmla="*/ 0 w 110"/>
                <a:gd name="T19" fmla="*/ 2093 h 4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0" h="400">
                  <a:moveTo>
                    <a:pt x="0" y="386"/>
                  </a:moveTo>
                  <a:cubicBezTo>
                    <a:pt x="0" y="386"/>
                    <a:pt x="95" y="356"/>
                    <a:pt x="80" y="275"/>
                  </a:cubicBezTo>
                  <a:cubicBezTo>
                    <a:pt x="64" y="195"/>
                    <a:pt x="101" y="197"/>
                    <a:pt x="70" y="136"/>
                  </a:cubicBezTo>
                  <a:cubicBezTo>
                    <a:pt x="38" y="75"/>
                    <a:pt x="58" y="2"/>
                    <a:pt x="79" y="0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52" y="25"/>
                    <a:pt x="69" y="101"/>
                  </a:cubicBezTo>
                  <a:cubicBezTo>
                    <a:pt x="85" y="177"/>
                    <a:pt x="98" y="141"/>
                    <a:pt x="88" y="228"/>
                  </a:cubicBezTo>
                  <a:cubicBezTo>
                    <a:pt x="80" y="291"/>
                    <a:pt x="110" y="303"/>
                    <a:pt x="75" y="345"/>
                  </a:cubicBezTo>
                  <a:cubicBezTo>
                    <a:pt x="56" y="368"/>
                    <a:pt x="36" y="376"/>
                    <a:pt x="33" y="386"/>
                  </a:cubicBezTo>
                  <a:cubicBezTo>
                    <a:pt x="33" y="386"/>
                    <a:pt x="21" y="400"/>
                    <a:pt x="0" y="386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49" name="Freeform 676">
              <a:extLst>
                <a:ext uri="{FF2B5EF4-FFF2-40B4-BE49-F238E27FC236}">
                  <a16:creationId xmlns:a16="http://schemas.microsoft.com/office/drawing/2014/main" id="{57B92D3A-B7CE-469F-94F2-C47B6B9F6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955"/>
              <a:ext cx="119" cy="543"/>
            </a:xfrm>
            <a:custGeom>
              <a:avLst/>
              <a:gdLst>
                <a:gd name="T0" fmla="*/ 0 w 85"/>
                <a:gd name="T1" fmla="*/ 58 h 387"/>
                <a:gd name="T2" fmla="*/ 165 w 85"/>
                <a:gd name="T3" fmla="*/ 272 h 387"/>
                <a:gd name="T4" fmla="*/ 176 w 85"/>
                <a:gd name="T5" fmla="*/ 1179 h 387"/>
                <a:gd name="T6" fmla="*/ 400 w 85"/>
                <a:gd name="T7" fmla="*/ 2067 h 387"/>
                <a:gd name="T8" fmla="*/ 309 w 85"/>
                <a:gd name="T9" fmla="*/ 2105 h 387"/>
                <a:gd name="T10" fmla="*/ 308 w 85"/>
                <a:gd name="T11" fmla="*/ 1632 h 387"/>
                <a:gd name="T12" fmla="*/ 146 w 85"/>
                <a:gd name="T13" fmla="*/ 1225 h 387"/>
                <a:gd name="T14" fmla="*/ 57 w 85"/>
                <a:gd name="T15" fmla="*/ 770 h 387"/>
                <a:gd name="T16" fmla="*/ 21 w 85"/>
                <a:gd name="T17" fmla="*/ 123 h 387"/>
                <a:gd name="T18" fmla="*/ 0 w 85"/>
                <a:gd name="T19" fmla="*/ 58 h 3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387">
                  <a:moveTo>
                    <a:pt x="0" y="11"/>
                  </a:moveTo>
                  <a:cubicBezTo>
                    <a:pt x="0" y="11"/>
                    <a:pt x="36" y="0"/>
                    <a:pt x="31" y="50"/>
                  </a:cubicBezTo>
                  <a:cubicBezTo>
                    <a:pt x="25" y="100"/>
                    <a:pt x="6" y="183"/>
                    <a:pt x="33" y="217"/>
                  </a:cubicBezTo>
                  <a:cubicBezTo>
                    <a:pt x="60" y="252"/>
                    <a:pt x="85" y="361"/>
                    <a:pt x="74" y="380"/>
                  </a:cubicBezTo>
                  <a:cubicBezTo>
                    <a:pt x="58" y="387"/>
                    <a:pt x="58" y="387"/>
                    <a:pt x="58" y="387"/>
                  </a:cubicBezTo>
                  <a:cubicBezTo>
                    <a:pt x="58" y="387"/>
                    <a:pt x="76" y="354"/>
                    <a:pt x="57" y="300"/>
                  </a:cubicBezTo>
                  <a:cubicBezTo>
                    <a:pt x="38" y="246"/>
                    <a:pt x="40" y="241"/>
                    <a:pt x="27" y="225"/>
                  </a:cubicBezTo>
                  <a:cubicBezTo>
                    <a:pt x="13" y="207"/>
                    <a:pt x="13" y="181"/>
                    <a:pt x="11" y="142"/>
                  </a:cubicBezTo>
                  <a:cubicBezTo>
                    <a:pt x="9" y="103"/>
                    <a:pt x="44" y="17"/>
                    <a:pt x="4" y="2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0" name="Freeform 677">
              <a:extLst>
                <a:ext uri="{FF2B5EF4-FFF2-40B4-BE49-F238E27FC236}">
                  <a16:creationId xmlns:a16="http://schemas.microsoft.com/office/drawing/2014/main" id="{8DB6C4F9-79A5-4903-9729-DD82C95EA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41"/>
              <a:ext cx="192" cy="641"/>
            </a:xfrm>
            <a:custGeom>
              <a:avLst/>
              <a:gdLst>
                <a:gd name="T0" fmla="*/ 740 w 137"/>
                <a:gd name="T1" fmla="*/ 0 h 457"/>
                <a:gd name="T2" fmla="*/ 0 w 137"/>
                <a:gd name="T3" fmla="*/ 2481 h 457"/>
                <a:gd name="T4" fmla="*/ 740 w 137"/>
                <a:gd name="T5" fmla="*/ 0 h 4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457">
                  <a:moveTo>
                    <a:pt x="137" y="0"/>
                  </a:moveTo>
                  <a:cubicBezTo>
                    <a:pt x="137" y="0"/>
                    <a:pt x="8" y="227"/>
                    <a:pt x="0" y="457"/>
                  </a:cubicBezTo>
                  <a:cubicBezTo>
                    <a:pt x="0" y="457"/>
                    <a:pt x="23" y="240"/>
                    <a:pt x="137" y="0"/>
                  </a:cubicBezTo>
                  <a:close/>
                </a:path>
              </a:pathLst>
            </a:custGeom>
            <a:solidFill>
              <a:srgbClr val="895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1" name="Freeform 678">
              <a:extLst>
                <a:ext uri="{FF2B5EF4-FFF2-40B4-BE49-F238E27FC236}">
                  <a16:creationId xmlns:a16="http://schemas.microsoft.com/office/drawing/2014/main" id="{83DC9626-445A-417F-955D-A81D887A0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436"/>
              <a:ext cx="91" cy="333"/>
            </a:xfrm>
            <a:custGeom>
              <a:avLst/>
              <a:gdLst>
                <a:gd name="T0" fmla="*/ 0 w 65"/>
                <a:gd name="T1" fmla="*/ 1300 h 237"/>
                <a:gd name="T2" fmla="*/ 349 w 65"/>
                <a:gd name="T3" fmla="*/ 0 h 237"/>
                <a:gd name="T4" fmla="*/ 0 w 65"/>
                <a:gd name="T5" fmla="*/ 130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37">
                  <a:moveTo>
                    <a:pt x="0" y="237"/>
                  </a:moveTo>
                  <a:cubicBezTo>
                    <a:pt x="0" y="237"/>
                    <a:pt x="35" y="56"/>
                    <a:pt x="65" y="0"/>
                  </a:cubicBezTo>
                  <a:cubicBezTo>
                    <a:pt x="65" y="0"/>
                    <a:pt x="37" y="63"/>
                    <a:pt x="0" y="2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2" name="Freeform 679">
              <a:extLst>
                <a:ext uri="{FF2B5EF4-FFF2-40B4-BE49-F238E27FC236}">
                  <a16:creationId xmlns:a16="http://schemas.microsoft.com/office/drawing/2014/main" id="{C84DA2C1-C72C-4B96-86F0-E1C2F8347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87"/>
              <a:ext cx="159" cy="296"/>
            </a:xfrm>
            <a:custGeom>
              <a:avLst/>
              <a:gdLst>
                <a:gd name="T0" fmla="*/ 623 w 113"/>
                <a:gd name="T1" fmla="*/ 0 h 211"/>
                <a:gd name="T2" fmla="*/ 136 w 113"/>
                <a:gd name="T3" fmla="*/ 835 h 211"/>
                <a:gd name="T4" fmla="*/ 623 w 113"/>
                <a:gd name="T5" fmla="*/ 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11">
                  <a:moveTo>
                    <a:pt x="113" y="0"/>
                  </a:moveTo>
                  <a:cubicBezTo>
                    <a:pt x="113" y="0"/>
                    <a:pt x="49" y="94"/>
                    <a:pt x="25" y="153"/>
                  </a:cubicBezTo>
                  <a:cubicBezTo>
                    <a:pt x="0" y="211"/>
                    <a:pt x="60" y="69"/>
                    <a:pt x="1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3" name="Freeform 680">
              <a:extLst>
                <a:ext uri="{FF2B5EF4-FFF2-40B4-BE49-F238E27FC236}">
                  <a16:creationId xmlns:a16="http://schemas.microsoft.com/office/drawing/2014/main" id="{F75532C0-0399-4684-9EB1-ECFD0F0BC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193"/>
              <a:ext cx="243" cy="235"/>
            </a:xfrm>
            <a:custGeom>
              <a:avLst/>
              <a:gdLst>
                <a:gd name="T0" fmla="*/ 657 w 173"/>
                <a:gd name="T1" fmla="*/ 636 h 168"/>
                <a:gd name="T2" fmla="*/ 97 w 173"/>
                <a:gd name="T3" fmla="*/ 795 h 168"/>
                <a:gd name="T4" fmla="*/ 296 w 173"/>
                <a:gd name="T5" fmla="*/ 266 h 168"/>
                <a:gd name="T6" fmla="*/ 848 w 173"/>
                <a:gd name="T7" fmla="*/ 108 h 168"/>
                <a:gd name="T8" fmla="*/ 657 w 173"/>
                <a:gd name="T9" fmla="*/ 636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68">
                  <a:moveTo>
                    <a:pt x="120" y="119"/>
                  </a:moveTo>
                  <a:cubicBezTo>
                    <a:pt x="82" y="155"/>
                    <a:pt x="36" y="168"/>
                    <a:pt x="18" y="148"/>
                  </a:cubicBezTo>
                  <a:cubicBezTo>
                    <a:pt x="0" y="129"/>
                    <a:pt x="16" y="84"/>
                    <a:pt x="54" y="49"/>
                  </a:cubicBezTo>
                  <a:cubicBezTo>
                    <a:pt x="92" y="13"/>
                    <a:pt x="137" y="0"/>
                    <a:pt x="155" y="20"/>
                  </a:cubicBezTo>
                  <a:cubicBezTo>
                    <a:pt x="173" y="39"/>
                    <a:pt x="157" y="84"/>
                    <a:pt x="120" y="119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4" name="Freeform 681">
              <a:extLst>
                <a:ext uri="{FF2B5EF4-FFF2-40B4-BE49-F238E27FC236}">
                  <a16:creationId xmlns:a16="http://schemas.microsoft.com/office/drawing/2014/main" id="{3505EB02-371A-4222-B2C6-DB0A9DBC4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093"/>
              <a:ext cx="210" cy="330"/>
            </a:xfrm>
            <a:custGeom>
              <a:avLst/>
              <a:gdLst>
                <a:gd name="T0" fmla="*/ 700 w 150"/>
                <a:gd name="T1" fmla="*/ 741 h 235"/>
                <a:gd name="T2" fmla="*/ 204 w 150"/>
                <a:gd name="T3" fmla="*/ 1225 h 235"/>
                <a:gd name="T4" fmla="*/ 108 w 150"/>
                <a:gd name="T5" fmla="*/ 541 h 235"/>
                <a:gd name="T6" fmla="*/ 603 w 150"/>
                <a:gd name="T7" fmla="*/ 55 h 235"/>
                <a:gd name="T8" fmla="*/ 700 w 150"/>
                <a:gd name="T9" fmla="*/ 741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35">
                  <a:moveTo>
                    <a:pt x="130" y="136"/>
                  </a:moveTo>
                  <a:cubicBezTo>
                    <a:pt x="110" y="195"/>
                    <a:pt x="69" y="235"/>
                    <a:pt x="38" y="224"/>
                  </a:cubicBezTo>
                  <a:cubicBezTo>
                    <a:pt x="8" y="214"/>
                    <a:pt x="0" y="158"/>
                    <a:pt x="20" y="99"/>
                  </a:cubicBezTo>
                  <a:cubicBezTo>
                    <a:pt x="40" y="39"/>
                    <a:pt x="81" y="0"/>
                    <a:pt x="112" y="10"/>
                  </a:cubicBezTo>
                  <a:cubicBezTo>
                    <a:pt x="142" y="20"/>
                    <a:pt x="150" y="77"/>
                    <a:pt x="130" y="136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5" name="Freeform 682">
              <a:extLst>
                <a:ext uri="{FF2B5EF4-FFF2-40B4-BE49-F238E27FC236}">
                  <a16:creationId xmlns:a16="http://schemas.microsoft.com/office/drawing/2014/main" id="{8847DC4A-9A5C-402E-97FB-F8D042B2F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216"/>
              <a:ext cx="336" cy="181"/>
            </a:xfrm>
            <a:custGeom>
              <a:avLst/>
              <a:gdLst>
                <a:gd name="T0" fmla="*/ 0 w 239"/>
                <a:gd name="T1" fmla="*/ 166 h 129"/>
                <a:gd name="T2" fmla="*/ 259 w 239"/>
                <a:gd name="T3" fmla="*/ 199 h 129"/>
                <a:gd name="T4" fmla="*/ 686 w 239"/>
                <a:gd name="T5" fmla="*/ 268 h 129"/>
                <a:gd name="T6" fmla="*/ 933 w 239"/>
                <a:gd name="T7" fmla="*/ 314 h 129"/>
                <a:gd name="T8" fmla="*/ 984 w 239"/>
                <a:gd name="T9" fmla="*/ 405 h 129"/>
                <a:gd name="T10" fmla="*/ 1097 w 239"/>
                <a:gd name="T11" fmla="*/ 470 h 129"/>
                <a:gd name="T12" fmla="*/ 1312 w 239"/>
                <a:gd name="T13" fmla="*/ 636 h 129"/>
                <a:gd name="T14" fmla="*/ 1028 w 239"/>
                <a:gd name="T15" fmla="*/ 605 h 129"/>
                <a:gd name="T16" fmla="*/ 623 w 239"/>
                <a:gd name="T17" fmla="*/ 459 h 129"/>
                <a:gd name="T18" fmla="*/ 233 w 239"/>
                <a:gd name="T19" fmla="*/ 335 h 129"/>
                <a:gd name="T20" fmla="*/ 39 w 239"/>
                <a:gd name="T21" fmla="*/ 233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9" h="129">
                  <a:moveTo>
                    <a:pt x="0" y="31"/>
                  </a:moveTo>
                  <a:cubicBezTo>
                    <a:pt x="12" y="0"/>
                    <a:pt x="33" y="28"/>
                    <a:pt x="47" y="36"/>
                  </a:cubicBezTo>
                  <a:cubicBezTo>
                    <a:pt x="74" y="51"/>
                    <a:pt x="100" y="23"/>
                    <a:pt x="125" y="49"/>
                  </a:cubicBezTo>
                  <a:cubicBezTo>
                    <a:pt x="143" y="36"/>
                    <a:pt x="156" y="39"/>
                    <a:pt x="170" y="58"/>
                  </a:cubicBezTo>
                  <a:cubicBezTo>
                    <a:pt x="175" y="64"/>
                    <a:pt x="174" y="70"/>
                    <a:pt x="179" y="75"/>
                  </a:cubicBezTo>
                  <a:cubicBezTo>
                    <a:pt x="186" y="82"/>
                    <a:pt x="192" y="81"/>
                    <a:pt x="200" y="86"/>
                  </a:cubicBezTo>
                  <a:cubicBezTo>
                    <a:pt x="213" y="95"/>
                    <a:pt x="226" y="108"/>
                    <a:pt x="239" y="117"/>
                  </a:cubicBezTo>
                  <a:cubicBezTo>
                    <a:pt x="226" y="129"/>
                    <a:pt x="201" y="116"/>
                    <a:pt x="187" y="111"/>
                  </a:cubicBezTo>
                  <a:cubicBezTo>
                    <a:pt x="163" y="101"/>
                    <a:pt x="137" y="94"/>
                    <a:pt x="113" y="84"/>
                  </a:cubicBezTo>
                  <a:cubicBezTo>
                    <a:pt x="89" y="74"/>
                    <a:pt x="67" y="68"/>
                    <a:pt x="43" y="61"/>
                  </a:cubicBezTo>
                  <a:cubicBezTo>
                    <a:pt x="31" y="58"/>
                    <a:pt x="13" y="53"/>
                    <a:pt x="7" y="43"/>
                  </a:cubicBezTo>
                </a:path>
              </a:pathLst>
            </a:custGeom>
            <a:solidFill>
              <a:srgbClr val="F9F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56" name="Oval 683">
              <a:extLst>
                <a:ext uri="{FF2B5EF4-FFF2-40B4-BE49-F238E27FC236}">
                  <a16:creationId xmlns:a16="http://schemas.microsoft.com/office/drawing/2014/main" id="{5E3D0752-A003-4507-AC93-D477DBDF4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1733"/>
              <a:ext cx="180" cy="180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57" name="Oval 684">
              <a:extLst>
                <a:ext uri="{FF2B5EF4-FFF2-40B4-BE49-F238E27FC236}">
                  <a16:creationId xmlns:a16="http://schemas.microsoft.com/office/drawing/2014/main" id="{AECEDE1E-922F-47E4-A7E0-B45252651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1499"/>
              <a:ext cx="206" cy="204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58" name="Oval 685">
              <a:extLst>
                <a:ext uri="{FF2B5EF4-FFF2-40B4-BE49-F238E27FC236}">
                  <a16:creationId xmlns:a16="http://schemas.microsoft.com/office/drawing/2014/main" id="{40E43B92-B336-4C6F-A836-5C09B9132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1719"/>
              <a:ext cx="209" cy="208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959" name="Freeform 686">
              <a:extLst>
                <a:ext uri="{FF2B5EF4-FFF2-40B4-BE49-F238E27FC236}">
                  <a16:creationId xmlns:a16="http://schemas.microsoft.com/office/drawing/2014/main" id="{DC4FFB54-A971-4B69-9A19-059AEE59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97"/>
              <a:ext cx="2638" cy="1907"/>
            </a:xfrm>
            <a:custGeom>
              <a:avLst/>
              <a:gdLst>
                <a:gd name="T0" fmla="*/ 8689 w 1880"/>
                <a:gd name="T1" fmla="*/ 7394 h 1359"/>
                <a:gd name="T2" fmla="*/ 8955 w 1880"/>
                <a:gd name="T3" fmla="*/ 5113 h 1359"/>
                <a:gd name="T4" fmla="*/ 8955 w 1880"/>
                <a:gd name="T5" fmla="*/ 2238 h 1359"/>
                <a:gd name="T6" fmla="*/ 8962 w 1880"/>
                <a:gd name="T7" fmla="*/ 2126 h 1359"/>
                <a:gd name="T8" fmla="*/ 9025 w 1880"/>
                <a:gd name="T9" fmla="*/ 1800 h 1359"/>
                <a:gd name="T10" fmla="*/ 10229 w 1880"/>
                <a:gd name="T11" fmla="*/ 998 h 1359"/>
                <a:gd name="T12" fmla="*/ 7598 w 1880"/>
                <a:gd name="T13" fmla="*/ 605 h 1359"/>
                <a:gd name="T14" fmla="*/ 5251 w 1880"/>
                <a:gd name="T15" fmla="*/ 309 h 1359"/>
                <a:gd name="T16" fmla="*/ 2666 w 1880"/>
                <a:gd name="T17" fmla="*/ 443 h 1359"/>
                <a:gd name="T18" fmla="*/ 0 w 1880"/>
                <a:gd name="T19" fmla="*/ 904 h 1359"/>
                <a:gd name="T20" fmla="*/ 2290 w 1880"/>
                <a:gd name="T21" fmla="*/ 998 h 1359"/>
                <a:gd name="T22" fmla="*/ 4281 w 1880"/>
                <a:gd name="T23" fmla="*/ 1441 h 1359"/>
                <a:gd name="T24" fmla="*/ 6098 w 1880"/>
                <a:gd name="T25" fmla="*/ 1646 h 1359"/>
                <a:gd name="T26" fmla="*/ 7012 w 1880"/>
                <a:gd name="T27" fmla="*/ 2075 h 1359"/>
                <a:gd name="T28" fmla="*/ 7012 w 1880"/>
                <a:gd name="T29" fmla="*/ 2276 h 13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80" h="1359">
                  <a:moveTo>
                    <a:pt x="1597" y="1359"/>
                  </a:moveTo>
                  <a:cubicBezTo>
                    <a:pt x="1619" y="1326"/>
                    <a:pt x="1658" y="1227"/>
                    <a:pt x="1646" y="940"/>
                  </a:cubicBezTo>
                  <a:cubicBezTo>
                    <a:pt x="1629" y="550"/>
                    <a:pt x="1646" y="411"/>
                    <a:pt x="1646" y="411"/>
                  </a:cubicBezTo>
                  <a:cubicBezTo>
                    <a:pt x="1648" y="391"/>
                    <a:pt x="1648" y="391"/>
                    <a:pt x="1648" y="391"/>
                  </a:cubicBezTo>
                  <a:cubicBezTo>
                    <a:pt x="1651" y="376"/>
                    <a:pt x="1654" y="356"/>
                    <a:pt x="1659" y="331"/>
                  </a:cubicBezTo>
                  <a:cubicBezTo>
                    <a:pt x="1691" y="149"/>
                    <a:pt x="1880" y="183"/>
                    <a:pt x="1880" y="183"/>
                  </a:cubicBezTo>
                  <a:cubicBezTo>
                    <a:pt x="1835" y="123"/>
                    <a:pt x="1649" y="175"/>
                    <a:pt x="1397" y="111"/>
                  </a:cubicBezTo>
                  <a:cubicBezTo>
                    <a:pt x="1145" y="47"/>
                    <a:pt x="1138" y="104"/>
                    <a:pt x="966" y="57"/>
                  </a:cubicBezTo>
                  <a:cubicBezTo>
                    <a:pt x="764" y="0"/>
                    <a:pt x="602" y="65"/>
                    <a:pt x="490" y="81"/>
                  </a:cubicBezTo>
                  <a:cubicBezTo>
                    <a:pt x="378" y="97"/>
                    <a:pt x="0" y="166"/>
                    <a:pt x="0" y="166"/>
                  </a:cubicBezTo>
                  <a:cubicBezTo>
                    <a:pt x="24" y="150"/>
                    <a:pt x="227" y="171"/>
                    <a:pt x="421" y="183"/>
                  </a:cubicBezTo>
                  <a:cubicBezTo>
                    <a:pt x="615" y="195"/>
                    <a:pt x="693" y="281"/>
                    <a:pt x="787" y="265"/>
                  </a:cubicBezTo>
                  <a:cubicBezTo>
                    <a:pt x="946" y="238"/>
                    <a:pt x="1041" y="291"/>
                    <a:pt x="1121" y="303"/>
                  </a:cubicBezTo>
                  <a:cubicBezTo>
                    <a:pt x="1201" y="315"/>
                    <a:pt x="1269" y="307"/>
                    <a:pt x="1289" y="381"/>
                  </a:cubicBezTo>
                  <a:cubicBezTo>
                    <a:pt x="1290" y="385"/>
                    <a:pt x="1291" y="408"/>
                    <a:pt x="1289" y="41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0" name="Freeform 687">
              <a:extLst>
                <a:ext uri="{FF2B5EF4-FFF2-40B4-BE49-F238E27FC236}">
                  <a16:creationId xmlns:a16="http://schemas.microsoft.com/office/drawing/2014/main" id="{67CC482B-DB00-4265-AADD-CF0D44F49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596"/>
              <a:ext cx="438" cy="1624"/>
            </a:xfrm>
            <a:custGeom>
              <a:avLst/>
              <a:gdLst>
                <a:gd name="T0" fmla="*/ 0 w 312"/>
                <a:gd name="T1" fmla="*/ 1103 h 1157"/>
                <a:gd name="T2" fmla="*/ 39 w 312"/>
                <a:gd name="T3" fmla="*/ 904 h 1157"/>
                <a:gd name="T4" fmla="*/ 1589 w 312"/>
                <a:gd name="T5" fmla="*/ 653 h 1157"/>
                <a:gd name="T6" fmla="*/ 1701 w 312"/>
                <a:gd name="T7" fmla="*/ 999 h 1157"/>
                <a:gd name="T8" fmla="*/ 1678 w 312"/>
                <a:gd name="T9" fmla="*/ 1308 h 1157"/>
                <a:gd name="T10" fmla="*/ 1431 w 312"/>
                <a:gd name="T11" fmla="*/ 6302 h 1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2" h="1157">
                  <a:moveTo>
                    <a:pt x="0" y="202"/>
                  </a:moveTo>
                  <a:cubicBezTo>
                    <a:pt x="0" y="185"/>
                    <a:pt x="7" y="166"/>
                    <a:pt x="7" y="166"/>
                  </a:cubicBezTo>
                  <a:cubicBezTo>
                    <a:pt x="143" y="0"/>
                    <a:pt x="253" y="48"/>
                    <a:pt x="291" y="120"/>
                  </a:cubicBezTo>
                  <a:cubicBezTo>
                    <a:pt x="301" y="141"/>
                    <a:pt x="308" y="164"/>
                    <a:pt x="312" y="183"/>
                  </a:cubicBezTo>
                  <a:cubicBezTo>
                    <a:pt x="308" y="240"/>
                    <a:pt x="308" y="240"/>
                    <a:pt x="308" y="240"/>
                  </a:cubicBezTo>
                  <a:cubicBezTo>
                    <a:pt x="294" y="655"/>
                    <a:pt x="149" y="1048"/>
                    <a:pt x="262" y="115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1" name="Freeform 688">
              <a:extLst>
                <a:ext uri="{FF2B5EF4-FFF2-40B4-BE49-F238E27FC236}">
                  <a16:creationId xmlns:a16="http://schemas.microsoft.com/office/drawing/2014/main" id="{02FB58D1-1D1D-4FEC-B727-E51EDC13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970"/>
              <a:ext cx="142" cy="542"/>
            </a:xfrm>
            <a:custGeom>
              <a:avLst/>
              <a:gdLst>
                <a:gd name="T0" fmla="*/ 0 w 101"/>
                <a:gd name="T1" fmla="*/ 2108 h 386"/>
                <a:gd name="T2" fmla="*/ 437 w 101"/>
                <a:gd name="T3" fmla="*/ 1501 h 386"/>
                <a:gd name="T4" fmla="*/ 384 w 101"/>
                <a:gd name="T5" fmla="*/ 741 h 386"/>
                <a:gd name="T6" fmla="*/ 433 w 101"/>
                <a:gd name="T7" fmla="*/ 0 h 3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386">
                  <a:moveTo>
                    <a:pt x="0" y="386"/>
                  </a:moveTo>
                  <a:cubicBezTo>
                    <a:pt x="0" y="386"/>
                    <a:pt x="95" y="356"/>
                    <a:pt x="80" y="275"/>
                  </a:cubicBezTo>
                  <a:cubicBezTo>
                    <a:pt x="64" y="195"/>
                    <a:pt x="101" y="197"/>
                    <a:pt x="70" y="136"/>
                  </a:cubicBezTo>
                  <a:cubicBezTo>
                    <a:pt x="38" y="74"/>
                    <a:pt x="58" y="2"/>
                    <a:pt x="79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2" name="Freeform 689">
              <a:extLst>
                <a:ext uri="{FF2B5EF4-FFF2-40B4-BE49-F238E27FC236}">
                  <a16:creationId xmlns:a16="http://schemas.microsoft.com/office/drawing/2014/main" id="{FDA6DBCC-5745-40B3-882E-53A834E44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987"/>
              <a:ext cx="108" cy="525"/>
            </a:xfrm>
            <a:custGeom>
              <a:avLst/>
              <a:gdLst>
                <a:gd name="T0" fmla="*/ 269 w 77"/>
                <a:gd name="T1" fmla="*/ 0 h 374"/>
                <a:gd name="T2" fmla="*/ 192 w 77"/>
                <a:gd name="T3" fmla="*/ 484 h 374"/>
                <a:gd name="T4" fmla="*/ 295 w 77"/>
                <a:gd name="T5" fmla="*/ 1176 h 374"/>
                <a:gd name="T6" fmla="*/ 229 w 77"/>
                <a:gd name="T7" fmla="*/ 1809 h 374"/>
                <a:gd name="T8" fmla="*/ 0 w 77"/>
                <a:gd name="T9" fmla="*/ 2040 h 3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74">
                  <a:moveTo>
                    <a:pt x="50" y="0"/>
                  </a:moveTo>
                  <a:cubicBezTo>
                    <a:pt x="50" y="0"/>
                    <a:pt x="19" y="13"/>
                    <a:pt x="36" y="89"/>
                  </a:cubicBezTo>
                  <a:cubicBezTo>
                    <a:pt x="52" y="165"/>
                    <a:pt x="65" y="129"/>
                    <a:pt x="54" y="216"/>
                  </a:cubicBezTo>
                  <a:cubicBezTo>
                    <a:pt x="47" y="279"/>
                    <a:pt x="77" y="291"/>
                    <a:pt x="42" y="332"/>
                  </a:cubicBezTo>
                  <a:cubicBezTo>
                    <a:pt x="23" y="356"/>
                    <a:pt x="3" y="364"/>
                    <a:pt x="0" y="37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3" name="Freeform 690">
              <a:extLst>
                <a:ext uri="{FF2B5EF4-FFF2-40B4-BE49-F238E27FC236}">
                  <a16:creationId xmlns:a16="http://schemas.microsoft.com/office/drawing/2014/main" id="{1EFBCF24-04E6-46F5-920A-32E408058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978"/>
              <a:ext cx="101" cy="520"/>
            </a:xfrm>
            <a:custGeom>
              <a:avLst/>
              <a:gdLst>
                <a:gd name="T0" fmla="*/ 295 w 72"/>
                <a:gd name="T1" fmla="*/ 2028 h 370"/>
                <a:gd name="T2" fmla="*/ 288 w 72"/>
                <a:gd name="T3" fmla="*/ 1553 h 370"/>
                <a:gd name="T4" fmla="*/ 123 w 72"/>
                <a:gd name="T5" fmla="*/ 1138 h 370"/>
                <a:gd name="T6" fmla="*/ 39 w 72"/>
                <a:gd name="T7" fmla="*/ 686 h 370"/>
                <a:gd name="T8" fmla="*/ 0 w 72"/>
                <a:gd name="T9" fmla="*/ 30 h 3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370">
                  <a:moveTo>
                    <a:pt x="54" y="370"/>
                  </a:moveTo>
                  <a:cubicBezTo>
                    <a:pt x="54" y="370"/>
                    <a:pt x="72" y="337"/>
                    <a:pt x="53" y="283"/>
                  </a:cubicBezTo>
                  <a:cubicBezTo>
                    <a:pt x="34" y="229"/>
                    <a:pt x="36" y="224"/>
                    <a:pt x="23" y="208"/>
                  </a:cubicBezTo>
                  <a:cubicBezTo>
                    <a:pt x="9" y="190"/>
                    <a:pt x="9" y="164"/>
                    <a:pt x="7" y="125"/>
                  </a:cubicBezTo>
                  <a:cubicBezTo>
                    <a:pt x="4" y="86"/>
                    <a:pt x="39" y="0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4" name="Freeform 691">
              <a:extLst>
                <a:ext uri="{FF2B5EF4-FFF2-40B4-BE49-F238E27FC236}">
                  <a16:creationId xmlns:a16="http://schemas.microsoft.com/office/drawing/2014/main" id="{A4A5D11D-1328-4E18-8CB2-94B08DF27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955"/>
              <a:ext cx="119" cy="533"/>
            </a:xfrm>
            <a:custGeom>
              <a:avLst/>
              <a:gdLst>
                <a:gd name="T0" fmla="*/ 0 w 85"/>
                <a:gd name="T1" fmla="*/ 58 h 380"/>
                <a:gd name="T2" fmla="*/ 165 w 85"/>
                <a:gd name="T3" fmla="*/ 269 h 380"/>
                <a:gd name="T4" fmla="*/ 176 w 85"/>
                <a:gd name="T5" fmla="*/ 1177 h 380"/>
                <a:gd name="T6" fmla="*/ 400 w 85"/>
                <a:gd name="T7" fmla="*/ 2063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380">
                  <a:moveTo>
                    <a:pt x="0" y="11"/>
                  </a:moveTo>
                  <a:cubicBezTo>
                    <a:pt x="0" y="11"/>
                    <a:pt x="36" y="0"/>
                    <a:pt x="31" y="50"/>
                  </a:cubicBezTo>
                  <a:cubicBezTo>
                    <a:pt x="25" y="100"/>
                    <a:pt x="6" y="183"/>
                    <a:pt x="33" y="217"/>
                  </a:cubicBezTo>
                  <a:cubicBezTo>
                    <a:pt x="60" y="252"/>
                    <a:pt x="85" y="361"/>
                    <a:pt x="74" y="38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5" name="Freeform 692">
              <a:extLst>
                <a:ext uri="{FF2B5EF4-FFF2-40B4-BE49-F238E27FC236}">
                  <a16:creationId xmlns:a16="http://schemas.microsoft.com/office/drawing/2014/main" id="{2584A579-5088-4807-A8DB-BE5A1DDB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338"/>
              <a:ext cx="128" cy="118"/>
            </a:xfrm>
            <a:custGeom>
              <a:avLst/>
              <a:gdLst>
                <a:gd name="T0" fmla="*/ 21 w 91"/>
                <a:gd name="T1" fmla="*/ 459 h 84"/>
                <a:gd name="T2" fmla="*/ 501 w 91"/>
                <a:gd name="T3" fmla="*/ 122 h 84"/>
                <a:gd name="T4" fmla="*/ 395 w 91"/>
                <a:gd name="T5" fmla="*/ 11 h 84"/>
                <a:gd name="T6" fmla="*/ 0 w 91"/>
                <a:gd name="T7" fmla="*/ 308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84">
                  <a:moveTo>
                    <a:pt x="4" y="84"/>
                  </a:moveTo>
                  <a:cubicBezTo>
                    <a:pt x="40" y="63"/>
                    <a:pt x="71" y="41"/>
                    <a:pt x="91" y="22"/>
                  </a:cubicBezTo>
                  <a:cubicBezTo>
                    <a:pt x="91" y="22"/>
                    <a:pt x="89" y="0"/>
                    <a:pt x="72" y="2"/>
                  </a:cubicBezTo>
                  <a:cubicBezTo>
                    <a:pt x="72" y="2"/>
                    <a:pt x="42" y="28"/>
                    <a:pt x="0" y="56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6" name="Freeform 693">
              <a:extLst>
                <a:ext uri="{FF2B5EF4-FFF2-40B4-BE49-F238E27FC236}">
                  <a16:creationId xmlns:a16="http://schemas.microsoft.com/office/drawing/2014/main" id="{2BB4593D-D1B4-41CC-B15E-74A23A5A9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65"/>
              <a:ext cx="745" cy="252"/>
            </a:xfrm>
            <a:custGeom>
              <a:avLst/>
              <a:gdLst>
                <a:gd name="T0" fmla="*/ 2131 w 531"/>
                <a:gd name="T1" fmla="*/ 172 h 179"/>
                <a:gd name="T2" fmla="*/ 1089 w 531"/>
                <a:gd name="T3" fmla="*/ 432 h 179"/>
                <a:gd name="T4" fmla="*/ 0 w 531"/>
                <a:gd name="T5" fmla="*/ 869 h 179"/>
                <a:gd name="T6" fmla="*/ 67 w 531"/>
                <a:gd name="T7" fmla="*/ 991 h 179"/>
                <a:gd name="T8" fmla="*/ 529 w 531"/>
                <a:gd name="T9" fmla="*/ 869 h 179"/>
                <a:gd name="T10" fmla="*/ 2106 w 531"/>
                <a:gd name="T11" fmla="*/ 310 h 179"/>
                <a:gd name="T12" fmla="*/ 2886 w 53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1" h="179">
                  <a:moveTo>
                    <a:pt x="392" y="31"/>
                  </a:moveTo>
                  <a:cubicBezTo>
                    <a:pt x="336" y="43"/>
                    <a:pt x="248" y="57"/>
                    <a:pt x="200" y="78"/>
                  </a:cubicBezTo>
                  <a:cubicBezTo>
                    <a:pt x="137" y="104"/>
                    <a:pt x="48" y="167"/>
                    <a:pt x="0" y="157"/>
                  </a:cubicBezTo>
                  <a:cubicBezTo>
                    <a:pt x="0" y="157"/>
                    <a:pt x="2" y="174"/>
                    <a:pt x="12" y="179"/>
                  </a:cubicBezTo>
                  <a:cubicBezTo>
                    <a:pt x="12" y="179"/>
                    <a:pt x="67" y="179"/>
                    <a:pt x="98" y="157"/>
                  </a:cubicBezTo>
                  <a:cubicBezTo>
                    <a:pt x="148" y="123"/>
                    <a:pt x="263" y="76"/>
                    <a:pt x="388" y="56"/>
                  </a:cubicBezTo>
                  <a:cubicBezTo>
                    <a:pt x="429" y="50"/>
                    <a:pt x="483" y="27"/>
                    <a:pt x="531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7" name="Freeform 694">
              <a:extLst>
                <a:ext uri="{FF2B5EF4-FFF2-40B4-BE49-F238E27FC236}">
                  <a16:creationId xmlns:a16="http://schemas.microsoft.com/office/drawing/2014/main" id="{1949D2AE-4E17-45AD-9481-45AD2CA23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423"/>
              <a:ext cx="143" cy="73"/>
            </a:xfrm>
            <a:custGeom>
              <a:avLst/>
              <a:gdLst>
                <a:gd name="T0" fmla="*/ 551 w 102"/>
                <a:gd name="T1" fmla="*/ 0 h 52"/>
                <a:gd name="T2" fmla="*/ 0 w 102"/>
                <a:gd name="T3" fmla="*/ 282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52">
                  <a:moveTo>
                    <a:pt x="102" y="0"/>
                  </a:moveTo>
                  <a:cubicBezTo>
                    <a:pt x="70" y="21"/>
                    <a:pt x="34" y="41"/>
                    <a:pt x="0" y="52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8" name="Freeform 695">
              <a:extLst>
                <a:ext uri="{FF2B5EF4-FFF2-40B4-BE49-F238E27FC236}">
                  <a16:creationId xmlns:a16="http://schemas.microsoft.com/office/drawing/2014/main" id="{D5F91257-7D4C-4848-9E05-CC4471FE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362"/>
              <a:ext cx="856" cy="405"/>
            </a:xfrm>
            <a:custGeom>
              <a:avLst/>
              <a:gdLst>
                <a:gd name="T0" fmla="*/ 2226 w 610"/>
                <a:gd name="T1" fmla="*/ 444 h 289"/>
                <a:gd name="T2" fmla="*/ 2530 w 610"/>
                <a:gd name="T3" fmla="*/ 363 h 289"/>
                <a:gd name="T4" fmla="*/ 3267 w 610"/>
                <a:gd name="T5" fmla="*/ 0 h 289"/>
                <a:gd name="T6" fmla="*/ 3277 w 610"/>
                <a:gd name="T7" fmla="*/ 118 h 289"/>
                <a:gd name="T8" fmla="*/ 2530 w 610"/>
                <a:gd name="T9" fmla="*/ 481 h 289"/>
                <a:gd name="T10" fmla="*/ 1117 w 610"/>
                <a:gd name="T11" fmla="*/ 1078 h 289"/>
                <a:gd name="T12" fmla="*/ 77 w 610"/>
                <a:gd name="T13" fmla="*/ 1550 h 289"/>
                <a:gd name="T14" fmla="*/ 49 w 610"/>
                <a:gd name="T15" fmla="*/ 1424 h 289"/>
                <a:gd name="T16" fmla="*/ 971 w 610"/>
                <a:gd name="T17" fmla="*/ 1016 h 289"/>
                <a:gd name="T18" fmla="*/ 2137 w 610"/>
                <a:gd name="T19" fmla="*/ 471 h 2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0" h="289">
                  <a:moveTo>
                    <a:pt x="409" y="82"/>
                  </a:moveTo>
                  <a:cubicBezTo>
                    <a:pt x="429" y="76"/>
                    <a:pt x="448" y="71"/>
                    <a:pt x="465" y="67"/>
                  </a:cubicBezTo>
                  <a:cubicBezTo>
                    <a:pt x="559" y="48"/>
                    <a:pt x="600" y="0"/>
                    <a:pt x="600" y="0"/>
                  </a:cubicBezTo>
                  <a:cubicBezTo>
                    <a:pt x="600" y="0"/>
                    <a:pt x="610" y="2"/>
                    <a:pt x="602" y="22"/>
                  </a:cubicBezTo>
                  <a:cubicBezTo>
                    <a:pt x="602" y="22"/>
                    <a:pt x="574" y="65"/>
                    <a:pt x="465" y="89"/>
                  </a:cubicBezTo>
                  <a:cubicBezTo>
                    <a:pt x="356" y="113"/>
                    <a:pt x="243" y="166"/>
                    <a:pt x="205" y="200"/>
                  </a:cubicBezTo>
                  <a:cubicBezTo>
                    <a:pt x="168" y="232"/>
                    <a:pt x="38" y="284"/>
                    <a:pt x="14" y="287"/>
                  </a:cubicBezTo>
                  <a:cubicBezTo>
                    <a:pt x="14" y="287"/>
                    <a:pt x="0" y="289"/>
                    <a:pt x="9" y="263"/>
                  </a:cubicBezTo>
                  <a:cubicBezTo>
                    <a:pt x="9" y="263"/>
                    <a:pt x="135" y="227"/>
                    <a:pt x="178" y="188"/>
                  </a:cubicBezTo>
                  <a:cubicBezTo>
                    <a:pt x="211" y="158"/>
                    <a:pt x="308" y="114"/>
                    <a:pt x="393" y="87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69" name="Freeform 696">
              <a:extLst>
                <a:ext uri="{FF2B5EF4-FFF2-40B4-BE49-F238E27FC236}">
                  <a16:creationId xmlns:a16="http://schemas.microsoft.com/office/drawing/2014/main" id="{FCD39444-D0EC-4ACC-B076-D28271314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870"/>
              <a:ext cx="300" cy="185"/>
            </a:xfrm>
            <a:custGeom>
              <a:avLst/>
              <a:gdLst>
                <a:gd name="T0" fmla="*/ 97 w 214"/>
                <a:gd name="T1" fmla="*/ 509 h 132"/>
                <a:gd name="T2" fmla="*/ 118 w 214"/>
                <a:gd name="T3" fmla="*/ 701 h 132"/>
                <a:gd name="T4" fmla="*/ 1159 w 214"/>
                <a:gd name="T5" fmla="*/ 112 h 132"/>
                <a:gd name="T6" fmla="*/ 993 w 214"/>
                <a:gd name="T7" fmla="*/ 29 h 132"/>
                <a:gd name="T8" fmla="*/ 97 w 214"/>
                <a:gd name="T9" fmla="*/ 509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132">
                  <a:moveTo>
                    <a:pt x="18" y="94"/>
                  </a:moveTo>
                  <a:cubicBezTo>
                    <a:pt x="18" y="94"/>
                    <a:pt x="0" y="117"/>
                    <a:pt x="22" y="130"/>
                  </a:cubicBezTo>
                  <a:cubicBezTo>
                    <a:pt x="22" y="130"/>
                    <a:pt x="181" y="132"/>
                    <a:pt x="214" y="21"/>
                  </a:cubicBezTo>
                  <a:cubicBezTo>
                    <a:pt x="214" y="21"/>
                    <a:pt x="203" y="0"/>
                    <a:pt x="183" y="6"/>
                  </a:cubicBezTo>
                  <a:cubicBezTo>
                    <a:pt x="183" y="6"/>
                    <a:pt x="141" y="110"/>
                    <a:pt x="18" y="9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0" name="Freeform 697">
              <a:extLst>
                <a:ext uri="{FF2B5EF4-FFF2-40B4-BE49-F238E27FC236}">
                  <a16:creationId xmlns:a16="http://schemas.microsoft.com/office/drawing/2014/main" id="{176A9019-086D-4877-BA58-97954D378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53"/>
              <a:ext cx="201" cy="129"/>
            </a:xfrm>
            <a:custGeom>
              <a:avLst/>
              <a:gdLst>
                <a:gd name="T0" fmla="*/ 753 w 143"/>
                <a:gd name="T1" fmla="*/ 358 h 92"/>
                <a:gd name="T2" fmla="*/ 336 w 143"/>
                <a:gd name="T3" fmla="*/ 440 h 92"/>
                <a:gd name="T4" fmla="*/ 30 w 143"/>
                <a:gd name="T5" fmla="*/ 137 h 92"/>
                <a:gd name="T6" fmla="*/ 450 w 143"/>
                <a:gd name="T7" fmla="*/ 57 h 92"/>
                <a:gd name="T8" fmla="*/ 753 w 143"/>
                <a:gd name="T9" fmla="*/ 35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92">
                  <a:moveTo>
                    <a:pt x="137" y="66"/>
                  </a:moveTo>
                  <a:cubicBezTo>
                    <a:pt x="131" y="85"/>
                    <a:pt x="97" y="92"/>
                    <a:pt x="61" y="81"/>
                  </a:cubicBezTo>
                  <a:cubicBezTo>
                    <a:pt x="25" y="70"/>
                    <a:pt x="0" y="45"/>
                    <a:pt x="6" y="26"/>
                  </a:cubicBezTo>
                  <a:cubicBezTo>
                    <a:pt x="12" y="7"/>
                    <a:pt x="46" y="0"/>
                    <a:pt x="82" y="11"/>
                  </a:cubicBezTo>
                  <a:cubicBezTo>
                    <a:pt x="119" y="22"/>
                    <a:pt x="143" y="47"/>
                    <a:pt x="137" y="66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1" name="Freeform 698">
              <a:extLst>
                <a:ext uri="{FF2B5EF4-FFF2-40B4-BE49-F238E27FC236}">
                  <a16:creationId xmlns:a16="http://schemas.microsoft.com/office/drawing/2014/main" id="{8B3B45FA-3271-4171-B4B2-F7266605C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529"/>
              <a:ext cx="319" cy="224"/>
            </a:xfrm>
            <a:custGeom>
              <a:avLst/>
              <a:gdLst>
                <a:gd name="T0" fmla="*/ 1091 w 227"/>
                <a:gd name="T1" fmla="*/ 349 h 160"/>
                <a:gd name="T2" fmla="*/ 1173 w 227"/>
                <a:gd name="T3" fmla="*/ 540 h 160"/>
                <a:gd name="T4" fmla="*/ 0 w 227"/>
                <a:gd name="T5" fmla="*/ 146 h 160"/>
                <a:gd name="T6" fmla="*/ 146 w 227"/>
                <a:gd name="T7" fmla="*/ 1 h 160"/>
                <a:gd name="T8" fmla="*/ 1091 w 227"/>
                <a:gd name="T9" fmla="*/ 349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0">
                  <a:moveTo>
                    <a:pt x="199" y="65"/>
                  </a:moveTo>
                  <a:cubicBezTo>
                    <a:pt x="199" y="65"/>
                    <a:pt x="227" y="83"/>
                    <a:pt x="214" y="101"/>
                  </a:cubicBezTo>
                  <a:cubicBezTo>
                    <a:pt x="214" y="101"/>
                    <a:pt x="36" y="160"/>
                    <a:pt x="0" y="27"/>
                  </a:cubicBezTo>
                  <a:cubicBezTo>
                    <a:pt x="0" y="27"/>
                    <a:pt x="1" y="0"/>
                    <a:pt x="27" y="1"/>
                  </a:cubicBezTo>
                  <a:cubicBezTo>
                    <a:pt x="27" y="1"/>
                    <a:pt x="62" y="127"/>
                    <a:pt x="199" y="65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2" name="Freeform 699">
              <a:extLst>
                <a:ext uri="{FF2B5EF4-FFF2-40B4-BE49-F238E27FC236}">
                  <a16:creationId xmlns:a16="http://schemas.microsoft.com/office/drawing/2014/main" id="{13A6F85B-8FC1-498C-9C16-5271DC0EE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865"/>
              <a:ext cx="165" cy="103"/>
            </a:xfrm>
            <a:custGeom>
              <a:avLst/>
              <a:gdLst>
                <a:gd name="T0" fmla="*/ 604 w 118"/>
                <a:gd name="T1" fmla="*/ 299 h 73"/>
                <a:gd name="T2" fmla="*/ 268 w 118"/>
                <a:gd name="T3" fmla="*/ 357 h 73"/>
                <a:gd name="T4" fmla="*/ 21 w 118"/>
                <a:gd name="T5" fmla="*/ 111 h 73"/>
                <a:gd name="T6" fmla="*/ 358 w 118"/>
                <a:gd name="T7" fmla="*/ 49 h 73"/>
                <a:gd name="T8" fmla="*/ 604 w 118"/>
                <a:gd name="T9" fmla="*/ 29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73">
                  <a:moveTo>
                    <a:pt x="113" y="53"/>
                  </a:moveTo>
                  <a:cubicBezTo>
                    <a:pt x="109" y="68"/>
                    <a:pt x="80" y="73"/>
                    <a:pt x="50" y="64"/>
                  </a:cubicBezTo>
                  <a:cubicBezTo>
                    <a:pt x="20" y="55"/>
                    <a:pt x="0" y="35"/>
                    <a:pt x="4" y="20"/>
                  </a:cubicBezTo>
                  <a:cubicBezTo>
                    <a:pt x="9" y="5"/>
                    <a:pt x="37" y="0"/>
                    <a:pt x="67" y="9"/>
                  </a:cubicBezTo>
                  <a:cubicBezTo>
                    <a:pt x="97" y="18"/>
                    <a:pt x="118" y="38"/>
                    <a:pt x="113" y="53"/>
                  </a:cubicBezTo>
                  <a:close/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3" name="Line 700">
              <a:extLst>
                <a:ext uri="{FF2B5EF4-FFF2-40B4-BE49-F238E27FC236}">
                  <a16:creationId xmlns:a16="http://schemas.microsoft.com/office/drawing/2014/main" id="{D32B8622-261E-4E5C-98EE-207EDD05EA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74" y="2822"/>
              <a:ext cx="1" cy="505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4" name="Freeform 701">
              <a:extLst>
                <a:ext uri="{FF2B5EF4-FFF2-40B4-BE49-F238E27FC236}">
                  <a16:creationId xmlns:a16="http://schemas.microsoft.com/office/drawing/2014/main" id="{CD60953E-8738-4DDC-BB6B-2B8039C5E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588"/>
              <a:ext cx="150" cy="78"/>
            </a:xfrm>
            <a:custGeom>
              <a:avLst/>
              <a:gdLst>
                <a:gd name="T0" fmla="*/ 0 w 107"/>
                <a:gd name="T1" fmla="*/ 295 h 56"/>
                <a:gd name="T2" fmla="*/ 21 w 107"/>
                <a:gd name="T3" fmla="*/ 290 h 56"/>
                <a:gd name="T4" fmla="*/ 41 w 107"/>
                <a:gd name="T5" fmla="*/ 213 h 56"/>
                <a:gd name="T6" fmla="*/ 123 w 107"/>
                <a:gd name="T7" fmla="*/ 145 h 56"/>
                <a:gd name="T8" fmla="*/ 376 w 107"/>
                <a:gd name="T9" fmla="*/ 104 h 56"/>
                <a:gd name="T10" fmla="*/ 481 w 107"/>
                <a:gd name="T11" fmla="*/ 1 h 56"/>
                <a:gd name="T12" fmla="*/ 578 w 107"/>
                <a:gd name="T13" fmla="*/ 29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56">
                  <a:moveTo>
                    <a:pt x="0" y="56"/>
                  </a:moveTo>
                  <a:cubicBezTo>
                    <a:pt x="2" y="56"/>
                    <a:pt x="3" y="56"/>
                    <a:pt x="4" y="55"/>
                  </a:cubicBezTo>
                  <a:cubicBezTo>
                    <a:pt x="2" y="49"/>
                    <a:pt x="3" y="46"/>
                    <a:pt x="8" y="41"/>
                  </a:cubicBezTo>
                  <a:cubicBezTo>
                    <a:pt x="13" y="37"/>
                    <a:pt x="18" y="32"/>
                    <a:pt x="23" y="28"/>
                  </a:cubicBezTo>
                  <a:cubicBezTo>
                    <a:pt x="37" y="19"/>
                    <a:pt x="54" y="18"/>
                    <a:pt x="69" y="20"/>
                  </a:cubicBezTo>
                  <a:cubicBezTo>
                    <a:pt x="69" y="10"/>
                    <a:pt x="79" y="2"/>
                    <a:pt x="89" y="1"/>
                  </a:cubicBezTo>
                  <a:cubicBezTo>
                    <a:pt x="97" y="0"/>
                    <a:pt x="102" y="4"/>
                    <a:pt x="107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5" name="Freeform 702">
              <a:extLst>
                <a:ext uri="{FF2B5EF4-FFF2-40B4-BE49-F238E27FC236}">
                  <a16:creationId xmlns:a16="http://schemas.microsoft.com/office/drawing/2014/main" id="{21533393-C315-4922-8110-B5AA7DDAE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428"/>
              <a:ext cx="195" cy="91"/>
            </a:xfrm>
            <a:custGeom>
              <a:avLst/>
              <a:gdLst>
                <a:gd name="T0" fmla="*/ 0 w 139"/>
                <a:gd name="T1" fmla="*/ 349 h 65"/>
                <a:gd name="T2" fmla="*/ 173 w 139"/>
                <a:gd name="T3" fmla="*/ 309 h 65"/>
                <a:gd name="T4" fmla="*/ 365 w 139"/>
                <a:gd name="T5" fmla="*/ 190 h 65"/>
                <a:gd name="T6" fmla="*/ 567 w 139"/>
                <a:gd name="T7" fmla="*/ 97 h 65"/>
                <a:gd name="T8" fmla="*/ 679 w 139"/>
                <a:gd name="T9" fmla="*/ 67 h 65"/>
                <a:gd name="T10" fmla="*/ 756 w 139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65">
                  <a:moveTo>
                    <a:pt x="0" y="65"/>
                  </a:moveTo>
                  <a:cubicBezTo>
                    <a:pt x="10" y="57"/>
                    <a:pt x="21" y="64"/>
                    <a:pt x="32" y="58"/>
                  </a:cubicBezTo>
                  <a:cubicBezTo>
                    <a:pt x="43" y="50"/>
                    <a:pt x="55" y="41"/>
                    <a:pt x="67" y="35"/>
                  </a:cubicBezTo>
                  <a:cubicBezTo>
                    <a:pt x="79" y="28"/>
                    <a:pt x="91" y="24"/>
                    <a:pt x="104" y="18"/>
                  </a:cubicBezTo>
                  <a:cubicBezTo>
                    <a:pt x="111" y="14"/>
                    <a:pt x="119" y="15"/>
                    <a:pt x="125" y="12"/>
                  </a:cubicBezTo>
                  <a:cubicBezTo>
                    <a:pt x="130" y="10"/>
                    <a:pt x="135" y="4"/>
                    <a:pt x="1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6" name="Freeform 703">
              <a:extLst>
                <a:ext uri="{FF2B5EF4-FFF2-40B4-BE49-F238E27FC236}">
                  <a16:creationId xmlns:a16="http://schemas.microsoft.com/office/drawing/2014/main" id="{CF3D7160-21B5-463C-8BAF-08F9849A4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343"/>
              <a:ext cx="126" cy="56"/>
            </a:xfrm>
            <a:custGeom>
              <a:avLst/>
              <a:gdLst>
                <a:gd name="T0" fmla="*/ 0 w 90"/>
                <a:gd name="T1" fmla="*/ 200 h 40"/>
                <a:gd name="T2" fmla="*/ 57 w 90"/>
                <a:gd name="T3" fmla="*/ 200 h 40"/>
                <a:gd name="T4" fmla="*/ 108 w 90"/>
                <a:gd name="T5" fmla="*/ 214 h 40"/>
                <a:gd name="T6" fmla="*/ 112 w 90"/>
                <a:gd name="T7" fmla="*/ 214 h 40"/>
                <a:gd name="T8" fmla="*/ 162 w 90"/>
                <a:gd name="T9" fmla="*/ 136 h 40"/>
                <a:gd name="T10" fmla="*/ 214 w 90"/>
                <a:gd name="T11" fmla="*/ 94 h 40"/>
                <a:gd name="T12" fmla="*/ 266 w 90"/>
                <a:gd name="T13" fmla="*/ 57 h 40"/>
                <a:gd name="T14" fmla="*/ 328 w 90"/>
                <a:gd name="T15" fmla="*/ 41 h 40"/>
                <a:gd name="T16" fmla="*/ 400 w 90"/>
                <a:gd name="T17" fmla="*/ 28 h 40"/>
                <a:gd name="T18" fmla="*/ 441 w 90"/>
                <a:gd name="T19" fmla="*/ 11 h 40"/>
                <a:gd name="T20" fmla="*/ 482 w 90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40">
                  <a:moveTo>
                    <a:pt x="0" y="37"/>
                  </a:moveTo>
                  <a:cubicBezTo>
                    <a:pt x="4" y="37"/>
                    <a:pt x="7" y="36"/>
                    <a:pt x="11" y="37"/>
                  </a:cubicBezTo>
                  <a:cubicBezTo>
                    <a:pt x="14" y="37"/>
                    <a:pt x="18" y="38"/>
                    <a:pt x="20" y="40"/>
                  </a:cubicBezTo>
                  <a:cubicBezTo>
                    <a:pt x="20" y="40"/>
                    <a:pt x="21" y="40"/>
                    <a:pt x="21" y="40"/>
                  </a:cubicBezTo>
                  <a:cubicBezTo>
                    <a:pt x="22" y="34"/>
                    <a:pt x="26" y="29"/>
                    <a:pt x="30" y="25"/>
                  </a:cubicBezTo>
                  <a:cubicBezTo>
                    <a:pt x="33" y="22"/>
                    <a:pt x="37" y="20"/>
                    <a:pt x="40" y="17"/>
                  </a:cubicBezTo>
                  <a:cubicBezTo>
                    <a:pt x="43" y="14"/>
                    <a:pt x="45" y="12"/>
                    <a:pt x="49" y="11"/>
                  </a:cubicBezTo>
                  <a:cubicBezTo>
                    <a:pt x="53" y="10"/>
                    <a:pt x="57" y="9"/>
                    <a:pt x="61" y="8"/>
                  </a:cubicBezTo>
                  <a:cubicBezTo>
                    <a:pt x="65" y="7"/>
                    <a:pt x="69" y="6"/>
                    <a:pt x="74" y="5"/>
                  </a:cubicBezTo>
                  <a:cubicBezTo>
                    <a:pt x="76" y="4"/>
                    <a:pt x="79" y="3"/>
                    <a:pt x="82" y="2"/>
                  </a:cubicBezTo>
                  <a:cubicBezTo>
                    <a:pt x="84" y="1"/>
                    <a:pt x="87" y="0"/>
                    <a:pt x="9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7" name="Freeform 704">
              <a:extLst>
                <a:ext uri="{FF2B5EF4-FFF2-40B4-BE49-F238E27FC236}">
                  <a16:creationId xmlns:a16="http://schemas.microsoft.com/office/drawing/2014/main" id="{143AC176-1B67-42B7-8AE4-FA40B3C2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223"/>
              <a:ext cx="128" cy="53"/>
            </a:xfrm>
            <a:custGeom>
              <a:avLst/>
              <a:gdLst>
                <a:gd name="T0" fmla="*/ 0 w 91"/>
                <a:gd name="T1" fmla="*/ 159 h 38"/>
                <a:gd name="T2" fmla="*/ 180 w 91"/>
                <a:gd name="T3" fmla="*/ 201 h 38"/>
                <a:gd name="T4" fmla="*/ 321 w 91"/>
                <a:gd name="T5" fmla="*/ 105 h 38"/>
                <a:gd name="T6" fmla="*/ 419 w 91"/>
                <a:gd name="T7" fmla="*/ 49 h 38"/>
                <a:gd name="T8" fmla="*/ 501 w 91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38">
                  <a:moveTo>
                    <a:pt x="0" y="30"/>
                  </a:moveTo>
                  <a:cubicBezTo>
                    <a:pt x="8" y="25"/>
                    <a:pt x="31" y="27"/>
                    <a:pt x="33" y="38"/>
                  </a:cubicBezTo>
                  <a:cubicBezTo>
                    <a:pt x="35" y="28"/>
                    <a:pt x="50" y="24"/>
                    <a:pt x="58" y="20"/>
                  </a:cubicBezTo>
                  <a:cubicBezTo>
                    <a:pt x="64" y="16"/>
                    <a:pt x="70" y="13"/>
                    <a:pt x="76" y="9"/>
                  </a:cubicBezTo>
                  <a:cubicBezTo>
                    <a:pt x="81" y="7"/>
                    <a:pt x="87" y="5"/>
                    <a:pt x="9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8" name="Freeform 705">
              <a:extLst>
                <a:ext uri="{FF2B5EF4-FFF2-40B4-BE49-F238E27FC236}">
                  <a16:creationId xmlns:a16="http://schemas.microsoft.com/office/drawing/2014/main" id="{8D15CE2C-9D43-4863-811F-5191588E3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160"/>
              <a:ext cx="129" cy="50"/>
            </a:xfrm>
            <a:custGeom>
              <a:avLst/>
              <a:gdLst>
                <a:gd name="T0" fmla="*/ 0 w 92"/>
                <a:gd name="T1" fmla="*/ 185 h 36"/>
                <a:gd name="T2" fmla="*/ 57 w 92"/>
                <a:gd name="T3" fmla="*/ 174 h 36"/>
                <a:gd name="T4" fmla="*/ 118 w 92"/>
                <a:gd name="T5" fmla="*/ 157 h 36"/>
                <a:gd name="T6" fmla="*/ 241 w 92"/>
                <a:gd name="T7" fmla="*/ 131 h 36"/>
                <a:gd name="T8" fmla="*/ 377 w 92"/>
                <a:gd name="T9" fmla="*/ 69 h 36"/>
                <a:gd name="T10" fmla="*/ 499 w 92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36">
                  <a:moveTo>
                    <a:pt x="0" y="36"/>
                  </a:moveTo>
                  <a:cubicBezTo>
                    <a:pt x="3" y="34"/>
                    <a:pt x="7" y="35"/>
                    <a:pt x="11" y="34"/>
                  </a:cubicBezTo>
                  <a:cubicBezTo>
                    <a:pt x="15" y="33"/>
                    <a:pt x="18" y="32"/>
                    <a:pt x="22" y="30"/>
                  </a:cubicBezTo>
                  <a:cubicBezTo>
                    <a:pt x="29" y="28"/>
                    <a:pt x="37" y="27"/>
                    <a:pt x="45" y="25"/>
                  </a:cubicBezTo>
                  <a:cubicBezTo>
                    <a:pt x="53" y="23"/>
                    <a:pt x="63" y="19"/>
                    <a:pt x="70" y="14"/>
                  </a:cubicBezTo>
                  <a:cubicBezTo>
                    <a:pt x="76" y="9"/>
                    <a:pt x="83" y="0"/>
                    <a:pt x="9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79" name="Freeform 706">
              <a:extLst>
                <a:ext uri="{FF2B5EF4-FFF2-40B4-BE49-F238E27FC236}">
                  <a16:creationId xmlns:a16="http://schemas.microsoft.com/office/drawing/2014/main" id="{843CBCB8-02C7-4186-903A-8BB978CA8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5"/>
              <a:ext cx="126" cy="42"/>
            </a:xfrm>
            <a:custGeom>
              <a:avLst/>
              <a:gdLst>
                <a:gd name="T0" fmla="*/ 1 w 90"/>
                <a:gd name="T1" fmla="*/ 104 h 30"/>
                <a:gd name="T2" fmla="*/ 104 w 90"/>
                <a:gd name="T3" fmla="*/ 1 h 30"/>
                <a:gd name="T4" fmla="*/ 220 w 90"/>
                <a:gd name="T5" fmla="*/ 77 h 30"/>
                <a:gd name="T6" fmla="*/ 433 w 90"/>
                <a:gd name="T7" fmla="*/ 162 h 30"/>
                <a:gd name="T8" fmla="*/ 482 w 90"/>
                <a:gd name="T9" fmla="*/ 15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30">
                  <a:moveTo>
                    <a:pt x="1" y="19"/>
                  </a:moveTo>
                  <a:cubicBezTo>
                    <a:pt x="0" y="12"/>
                    <a:pt x="13" y="2"/>
                    <a:pt x="19" y="1"/>
                  </a:cubicBezTo>
                  <a:cubicBezTo>
                    <a:pt x="30" y="0"/>
                    <a:pt x="34" y="8"/>
                    <a:pt x="41" y="14"/>
                  </a:cubicBezTo>
                  <a:cubicBezTo>
                    <a:pt x="50" y="23"/>
                    <a:pt x="80" y="10"/>
                    <a:pt x="81" y="30"/>
                  </a:cubicBezTo>
                  <a:cubicBezTo>
                    <a:pt x="83" y="28"/>
                    <a:pt x="87" y="27"/>
                    <a:pt x="9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0" name="Freeform 707">
              <a:extLst>
                <a:ext uri="{FF2B5EF4-FFF2-40B4-BE49-F238E27FC236}">
                  <a16:creationId xmlns:a16="http://schemas.microsoft.com/office/drawing/2014/main" id="{87919FFA-3308-45E4-BE3B-3A25130C7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036"/>
              <a:ext cx="103" cy="32"/>
            </a:xfrm>
            <a:custGeom>
              <a:avLst/>
              <a:gdLst>
                <a:gd name="T0" fmla="*/ 408 w 73"/>
                <a:gd name="T1" fmla="*/ 122 h 23"/>
                <a:gd name="T2" fmla="*/ 190 w 73"/>
                <a:gd name="T3" fmla="*/ 15 h 23"/>
                <a:gd name="T4" fmla="*/ 0 w 73"/>
                <a:gd name="T5" fmla="*/ 2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3">
                  <a:moveTo>
                    <a:pt x="73" y="23"/>
                  </a:moveTo>
                  <a:cubicBezTo>
                    <a:pt x="61" y="15"/>
                    <a:pt x="47" y="10"/>
                    <a:pt x="34" y="3"/>
                  </a:cubicBezTo>
                  <a:cubicBezTo>
                    <a:pt x="28" y="0"/>
                    <a:pt x="7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" name="Freeform 708">
              <a:extLst>
                <a:ext uri="{FF2B5EF4-FFF2-40B4-BE49-F238E27FC236}">
                  <a16:creationId xmlns:a16="http://schemas.microsoft.com/office/drawing/2014/main" id="{8BB392C0-AD39-460D-8F21-19084472A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129"/>
              <a:ext cx="14" cy="5"/>
            </a:xfrm>
            <a:custGeom>
              <a:avLst/>
              <a:gdLst>
                <a:gd name="T0" fmla="*/ 0 w 10"/>
                <a:gd name="T1" fmla="*/ 1 h 4"/>
                <a:gd name="T2" fmla="*/ 55 w 10"/>
                <a:gd name="T3" fmla="*/ 1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4" y="1"/>
                    <a:pt x="8" y="0"/>
                    <a:pt x="1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" name="Freeform 709">
              <a:extLst>
                <a:ext uri="{FF2B5EF4-FFF2-40B4-BE49-F238E27FC236}">
                  <a16:creationId xmlns:a16="http://schemas.microsoft.com/office/drawing/2014/main" id="{9E38B01E-933C-44C0-A63A-F709AB868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172"/>
              <a:ext cx="77" cy="28"/>
            </a:xfrm>
            <a:custGeom>
              <a:avLst/>
              <a:gdLst>
                <a:gd name="T0" fmla="*/ 0 w 55"/>
                <a:gd name="T1" fmla="*/ 0 h 20"/>
                <a:gd name="T2" fmla="*/ 55 w 55"/>
                <a:gd name="T3" fmla="*/ 57 h 20"/>
                <a:gd name="T4" fmla="*/ 200 w 55"/>
                <a:gd name="T5" fmla="*/ 29 h 20"/>
                <a:gd name="T6" fmla="*/ 295 w 55"/>
                <a:gd name="T7" fmla="*/ 10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0">
                  <a:moveTo>
                    <a:pt x="0" y="0"/>
                  </a:moveTo>
                  <a:cubicBezTo>
                    <a:pt x="5" y="1"/>
                    <a:pt x="9" y="6"/>
                    <a:pt x="10" y="11"/>
                  </a:cubicBezTo>
                  <a:cubicBezTo>
                    <a:pt x="15" y="5"/>
                    <a:pt x="30" y="6"/>
                    <a:pt x="37" y="6"/>
                  </a:cubicBezTo>
                  <a:cubicBezTo>
                    <a:pt x="50" y="6"/>
                    <a:pt x="50" y="11"/>
                    <a:pt x="55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" name="Freeform 710">
              <a:extLst>
                <a:ext uri="{FF2B5EF4-FFF2-40B4-BE49-F238E27FC236}">
                  <a16:creationId xmlns:a16="http://schemas.microsoft.com/office/drawing/2014/main" id="{B3B00A02-EBB0-4119-B64D-7535E223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248"/>
              <a:ext cx="178" cy="38"/>
            </a:xfrm>
            <a:custGeom>
              <a:avLst/>
              <a:gdLst>
                <a:gd name="T0" fmla="*/ 0 w 127"/>
                <a:gd name="T1" fmla="*/ 0 h 27"/>
                <a:gd name="T2" fmla="*/ 108 w 127"/>
                <a:gd name="T3" fmla="*/ 83 h 27"/>
                <a:gd name="T4" fmla="*/ 241 w 127"/>
                <a:gd name="T5" fmla="*/ 96 h 27"/>
                <a:gd name="T6" fmla="*/ 499 w 127"/>
                <a:gd name="T7" fmla="*/ 149 h 27"/>
                <a:gd name="T8" fmla="*/ 685 w 127"/>
                <a:gd name="T9" fmla="*/ 1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27">
                  <a:moveTo>
                    <a:pt x="0" y="0"/>
                  </a:moveTo>
                  <a:cubicBezTo>
                    <a:pt x="8" y="1"/>
                    <a:pt x="13" y="12"/>
                    <a:pt x="20" y="15"/>
                  </a:cubicBezTo>
                  <a:cubicBezTo>
                    <a:pt x="26" y="18"/>
                    <a:pt x="39" y="17"/>
                    <a:pt x="45" y="17"/>
                  </a:cubicBezTo>
                  <a:cubicBezTo>
                    <a:pt x="60" y="16"/>
                    <a:pt x="87" y="5"/>
                    <a:pt x="92" y="27"/>
                  </a:cubicBezTo>
                  <a:cubicBezTo>
                    <a:pt x="103" y="20"/>
                    <a:pt x="116" y="15"/>
                    <a:pt x="127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" name="Freeform 711">
              <a:extLst>
                <a:ext uri="{FF2B5EF4-FFF2-40B4-BE49-F238E27FC236}">
                  <a16:creationId xmlns:a16="http://schemas.microsoft.com/office/drawing/2014/main" id="{D9062F7C-D4C8-4A18-B8A4-80A818C71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407"/>
              <a:ext cx="51" cy="28"/>
            </a:xfrm>
            <a:custGeom>
              <a:avLst/>
              <a:gdLst>
                <a:gd name="T0" fmla="*/ 0 w 36"/>
                <a:gd name="T1" fmla="*/ 1 h 20"/>
                <a:gd name="T2" fmla="*/ 57 w 36"/>
                <a:gd name="T3" fmla="*/ 55 h 20"/>
                <a:gd name="T4" fmla="*/ 205 w 36"/>
                <a:gd name="T5" fmla="*/ 10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0">
                  <a:moveTo>
                    <a:pt x="0" y="1"/>
                  </a:moveTo>
                  <a:cubicBezTo>
                    <a:pt x="4" y="2"/>
                    <a:pt x="9" y="5"/>
                    <a:pt x="10" y="10"/>
                  </a:cubicBezTo>
                  <a:cubicBezTo>
                    <a:pt x="20" y="0"/>
                    <a:pt x="34" y="9"/>
                    <a:pt x="36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" name="Freeform 712">
              <a:extLst>
                <a:ext uri="{FF2B5EF4-FFF2-40B4-BE49-F238E27FC236}">
                  <a16:creationId xmlns:a16="http://schemas.microsoft.com/office/drawing/2014/main" id="{2842962E-7ABD-4105-A280-DBA8FEFE3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454"/>
              <a:ext cx="59" cy="34"/>
            </a:xfrm>
            <a:custGeom>
              <a:avLst/>
              <a:gdLst>
                <a:gd name="T0" fmla="*/ 0 w 42"/>
                <a:gd name="T1" fmla="*/ 1 h 24"/>
                <a:gd name="T2" fmla="*/ 55 w 42"/>
                <a:gd name="T3" fmla="*/ 57 h 24"/>
                <a:gd name="T4" fmla="*/ 152 w 42"/>
                <a:gd name="T5" fmla="*/ 86 h 24"/>
                <a:gd name="T6" fmla="*/ 199 w 42"/>
                <a:gd name="T7" fmla="*/ 105 h 24"/>
                <a:gd name="T8" fmla="*/ 230 w 42"/>
                <a:gd name="T9" fmla="*/ 1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4">
                  <a:moveTo>
                    <a:pt x="0" y="1"/>
                  </a:moveTo>
                  <a:cubicBezTo>
                    <a:pt x="5" y="0"/>
                    <a:pt x="8" y="6"/>
                    <a:pt x="10" y="10"/>
                  </a:cubicBezTo>
                  <a:cubicBezTo>
                    <a:pt x="16" y="12"/>
                    <a:pt x="22" y="14"/>
                    <a:pt x="28" y="15"/>
                  </a:cubicBezTo>
                  <a:cubicBezTo>
                    <a:pt x="31" y="16"/>
                    <a:pt x="33" y="16"/>
                    <a:pt x="36" y="18"/>
                  </a:cubicBezTo>
                  <a:cubicBezTo>
                    <a:pt x="38" y="20"/>
                    <a:pt x="39" y="22"/>
                    <a:pt x="42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" name="Freeform 713">
              <a:extLst>
                <a:ext uri="{FF2B5EF4-FFF2-40B4-BE49-F238E27FC236}">
                  <a16:creationId xmlns:a16="http://schemas.microsoft.com/office/drawing/2014/main" id="{31ACD188-F59B-45A6-9B66-017C3A5FE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526"/>
              <a:ext cx="32" cy="24"/>
            </a:xfrm>
            <a:custGeom>
              <a:avLst/>
              <a:gdLst>
                <a:gd name="T0" fmla="*/ 0 w 23"/>
                <a:gd name="T1" fmla="*/ 1 h 17"/>
                <a:gd name="T2" fmla="*/ 122 w 23"/>
                <a:gd name="T3" fmla="*/ 9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0" y="1"/>
                  </a:moveTo>
                  <a:cubicBezTo>
                    <a:pt x="9" y="0"/>
                    <a:pt x="22" y="6"/>
                    <a:pt x="23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" name="Freeform 714">
              <a:extLst>
                <a:ext uri="{FF2B5EF4-FFF2-40B4-BE49-F238E27FC236}">
                  <a16:creationId xmlns:a16="http://schemas.microsoft.com/office/drawing/2014/main" id="{A6756682-FC37-4417-A0F6-C87EB4B33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572"/>
              <a:ext cx="111" cy="45"/>
            </a:xfrm>
            <a:custGeom>
              <a:avLst/>
              <a:gdLst>
                <a:gd name="T0" fmla="*/ 0 w 79"/>
                <a:gd name="T1" fmla="*/ 0 h 32"/>
                <a:gd name="T2" fmla="*/ 83 w 79"/>
                <a:gd name="T3" fmla="*/ 97 h 32"/>
                <a:gd name="T4" fmla="*/ 230 w 79"/>
                <a:gd name="T5" fmla="*/ 122 h 32"/>
                <a:gd name="T6" fmla="*/ 327 w 79"/>
                <a:gd name="T7" fmla="*/ 176 h 32"/>
                <a:gd name="T8" fmla="*/ 433 w 79"/>
                <a:gd name="T9" fmla="*/ 14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32">
                  <a:moveTo>
                    <a:pt x="0" y="0"/>
                  </a:moveTo>
                  <a:cubicBezTo>
                    <a:pt x="6" y="3"/>
                    <a:pt x="13" y="12"/>
                    <a:pt x="15" y="18"/>
                  </a:cubicBezTo>
                  <a:cubicBezTo>
                    <a:pt x="21" y="13"/>
                    <a:pt x="36" y="19"/>
                    <a:pt x="42" y="22"/>
                  </a:cubicBezTo>
                  <a:cubicBezTo>
                    <a:pt x="49" y="24"/>
                    <a:pt x="54" y="28"/>
                    <a:pt x="60" y="32"/>
                  </a:cubicBezTo>
                  <a:cubicBezTo>
                    <a:pt x="64" y="28"/>
                    <a:pt x="73" y="22"/>
                    <a:pt x="79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" name="Freeform 715">
              <a:extLst>
                <a:ext uri="{FF2B5EF4-FFF2-40B4-BE49-F238E27FC236}">
                  <a16:creationId xmlns:a16="http://schemas.microsoft.com/office/drawing/2014/main" id="{13825FB8-CD17-41C6-AF46-383FB966A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624"/>
              <a:ext cx="34" cy="41"/>
            </a:xfrm>
            <a:custGeom>
              <a:avLst/>
              <a:gdLst>
                <a:gd name="T0" fmla="*/ 136 w 24"/>
                <a:gd name="T1" fmla="*/ 164 h 29"/>
                <a:gd name="T2" fmla="*/ 67 w 24"/>
                <a:gd name="T3" fmla="*/ 98 h 29"/>
                <a:gd name="T4" fmla="*/ 0 w 2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24" y="29"/>
                  </a:moveTo>
                  <a:cubicBezTo>
                    <a:pt x="21" y="24"/>
                    <a:pt x="15" y="22"/>
                    <a:pt x="11" y="18"/>
                  </a:cubicBezTo>
                  <a:cubicBezTo>
                    <a:pt x="7" y="13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" name="Line 716">
              <a:extLst>
                <a:ext uri="{FF2B5EF4-FFF2-40B4-BE49-F238E27FC236}">
                  <a16:creationId xmlns:a16="http://schemas.microsoft.com/office/drawing/2014/main" id="{684BBB8C-BC18-487A-A072-5F860FEBC7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73" y="2819"/>
              <a:ext cx="1" cy="507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" name="Freeform 717">
              <a:extLst>
                <a:ext uri="{FF2B5EF4-FFF2-40B4-BE49-F238E27FC236}">
                  <a16:creationId xmlns:a16="http://schemas.microsoft.com/office/drawing/2014/main" id="{756F46D8-5A84-46C2-9915-1553AE524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639"/>
              <a:ext cx="121" cy="89"/>
            </a:xfrm>
            <a:custGeom>
              <a:avLst/>
              <a:gdLst>
                <a:gd name="T0" fmla="*/ 77 w 86"/>
                <a:gd name="T1" fmla="*/ 355 h 63"/>
                <a:gd name="T2" fmla="*/ 117 w 86"/>
                <a:gd name="T3" fmla="*/ 192 h 63"/>
                <a:gd name="T4" fmla="*/ 376 w 86"/>
                <a:gd name="T5" fmla="*/ 117 h 63"/>
                <a:gd name="T6" fmla="*/ 473 w 86"/>
                <a:gd name="T7" fmla="*/ 192 h 63"/>
                <a:gd name="T8" fmla="*/ 149 w 86"/>
                <a:gd name="T9" fmla="*/ 32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63">
                  <a:moveTo>
                    <a:pt x="14" y="63"/>
                  </a:moveTo>
                  <a:cubicBezTo>
                    <a:pt x="0" y="55"/>
                    <a:pt x="8" y="38"/>
                    <a:pt x="21" y="34"/>
                  </a:cubicBezTo>
                  <a:cubicBezTo>
                    <a:pt x="20" y="11"/>
                    <a:pt x="59" y="0"/>
                    <a:pt x="68" y="21"/>
                  </a:cubicBezTo>
                  <a:cubicBezTo>
                    <a:pt x="76" y="17"/>
                    <a:pt x="84" y="26"/>
                    <a:pt x="86" y="34"/>
                  </a:cubicBezTo>
                  <a:cubicBezTo>
                    <a:pt x="62" y="35"/>
                    <a:pt x="48" y="53"/>
                    <a:pt x="27" y="59"/>
                  </a:cubicBezTo>
                </a:path>
              </a:pathLst>
            </a:custGeom>
            <a:solidFill>
              <a:srgbClr val="F7DA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" name="Freeform 718">
              <a:extLst>
                <a:ext uri="{FF2B5EF4-FFF2-40B4-BE49-F238E27FC236}">
                  <a16:creationId xmlns:a16="http://schemas.microsoft.com/office/drawing/2014/main" id="{B9037A77-C31E-4681-8D6D-810DDC0FD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715"/>
              <a:ext cx="247" cy="149"/>
            </a:xfrm>
            <a:custGeom>
              <a:avLst/>
              <a:gdLst>
                <a:gd name="T0" fmla="*/ 959 w 176"/>
                <a:gd name="T1" fmla="*/ 21 h 106"/>
                <a:gd name="T2" fmla="*/ 705 w 176"/>
                <a:gd name="T3" fmla="*/ 42 h 106"/>
                <a:gd name="T4" fmla="*/ 577 w 176"/>
                <a:gd name="T5" fmla="*/ 28 h 106"/>
                <a:gd name="T6" fmla="*/ 540 w 176"/>
                <a:gd name="T7" fmla="*/ 59 h 106"/>
                <a:gd name="T8" fmla="*/ 450 w 176"/>
                <a:gd name="T9" fmla="*/ 97 h 106"/>
                <a:gd name="T10" fmla="*/ 376 w 176"/>
                <a:gd name="T11" fmla="*/ 186 h 106"/>
                <a:gd name="T12" fmla="*/ 244 w 176"/>
                <a:gd name="T13" fmla="*/ 152 h 106"/>
                <a:gd name="T14" fmla="*/ 55 w 176"/>
                <a:gd name="T15" fmla="*/ 364 h 106"/>
                <a:gd name="T16" fmla="*/ 21 w 176"/>
                <a:gd name="T17" fmla="*/ 367 h 106"/>
                <a:gd name="T18" fmla="*/ 1 w 176"/>
                <a:gd name="T19" fmla="*/ 444 h 106"/>
                <a:gd name="T20" fmla="*/ 835 w 176"/>
                <a:gd name="T21" fmla="*/ 122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6" h="106">
                  <a:moveTo>
                    <a:pt x="176" y="4"/>
                  </a:moveTo>
                  <a:cubicBezTo>
                    <a:pt x="164" y="14"/>
                    <a:pt x="145" y="14"/>
                    <a:pt x="130" y="8"/>
                  </a:cubicBezTo>
                  <a:cubicBezTo>
                    <a:pt x="117" y="3"/>
                    <a:pt x="118" y="0"/>
                    <a:pt x="106" y="5"/>
                  </a:cubicBezTo>
                  <a:cubicBezTo>
                    <a:pt x="106" y="5"/>
                    <a:pt x="99" y="11"/>
                    <a:pt x="99" y="11"/>
                  </a:cubicBezTo>
                  <a:cubicBezTo>
                    <a:pt x="96" y="14"/>
                    <a:pt x="88" y="15"/>
                    <a:pt x="83" y="18"/>
                  </a:cubicBezTo>
                  <a:cubicBezTo>
                    <a:pt x="78" y="23"/>
                    <a:pt x="74" y="33"/>
                    <a:pt x="69" y="34"/>
                  </a:cubicBezTo>
                  <a:cubicBezTo>
                    <a:pt x="64" y="34"/>
                    <a:pt x="52" y="27"/>
                    <a:pt x="45" y="28"/>
                  </a:cubicBezTo>
                  <a:cubicBezTo>
                    <a:pt x="24" y="32"/>
                    <a:pt x="13" y="46"/>
                    <a:pt x="10" y="66"/>
                  </a:cubicBezTo>
                  <a:cubicBezTo>
                    <a:pt x="8" y="66"/>
                    <a:pt x="6" y="67"/>
                    <a:pt x="4" y="67"/>
                  </a:cubicBezTo>
                  <a:cubicBezTo>
                    <a:pt x="1" y="71"/>
                    <a:pt x="0" y="76"/>
                    <a:pt x="1" y="81"/>
                  </a:cubicBezTo>
                  <a:cubicBezTo>
                    <a:pt x="54" y="106"/>
                    <a:pt x="111" y="43"/>
                    <a:pt x="153" y="22"/>
                  </a:cubicBezTo>
                </a:path>
              </a:pathLst>
            </a:custGeom>
            <a:solidFill>
              <a:srgbClr val="F7DA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" name="Freeform 719">
              <a:extLst>
                <a:ext uri="{FF2B5EF4-FFF2-40B4-BE49-F238E27FC236}">
                  <a16:creationId xmlns:a16="http://schemas.microsoft.com/office/drawing/2014/main" id="{14E37A75-037D-44A4-A717-A6A2ECFE7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058"/>
              <a:ext cx="442" cy="208"/>
            </a:xfrm>
            <a:custGeom>
              <a:avLst/>
              <a:gdLst>
                <a:gd name="T0" fmla="*/ 0 w 315"/>
                <a:gd name="T1" fmla="*/ 21 h 148"/>
                <a:gd name="T2" fmla="*/ 229 w 315"/>
                <a:gd name="T3" fmla="*/ 28 h 148"/>
                <a:gd name="T4" fmla="*/ 341 w 315"/>
                <a:gd name="T5" fmla="*/ 83 h 148"/>
                <a:gd name="T6" fmla="*/ 404 w 315"/>
                <a:gd name="T7" fmla="*/ 67 h 148"/>
                <a:gd name="T8" fmla="*/ 498 w 315"/>
                <a:gd name="T9" fmla="*/ 125 h 148"/>
                <a:gd name="T10" fmla="*/ 609 w 315"/>
                <a:gd name="T11" fmla="*/ 186 h 148"/>
                <a:gd name="T12" fmla="*/ 800 w 315"/>
                <a:gd name="T13" fmla="*/ 287 h 148"/>
                <a:gd name="T14" fmla="*/ 953 w 315"/>
                <a:gd name="T15" fmla="*/ 327 h 148"/>
                <a:gd name="T16" fmla="*/ 1094 w 315"/>
                <a:gd name="T17" fmla="*/ 391 h 148"/>
                <a:gd name="T18" fmla="*/ 1295 w 315"/>
                <a:gd name="T19" fmla="*/ 403 h 148"/>
                <a:gd name="T20" fmla="*/ 1445 w 315"/>
                <a:gd name="T21" fmla="*/ 512 h 148"/>
                <a:gd name="T22" fmla="*/ 1608 w 315"/>
                <a:gd name="T23" fmla="*/ 624 h 148"/>
                <a:gd name="T24" fmla="*/ 1622 w 315"/>
                <a:gd name="T25" fmla="*/ 760 h 148"/>
                <a:gd name="T26" fmla="*/ 1364 w 315"/>
                <a:gd name="T27" fmla="*/ 760 h 148"/>
                <a:gd name="T28" fmla="*/ 821 w 315"/>
                <a:gd name="T29" fmla="*/ 550 h 148"/>
                <a:gd name="T30" fmla="*/ 213 w 315"/>
                <a:gd name="T31" fmla="*/ 288 h 148"/>
                <a:gd name="T32" fmla="*/ 39 w 315"/>
                <a:gd name="T33" fmla="*/ 108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5" h="148">
                  <a:moveTo>
                    <a:pt x="0" y="4"/>
                  </a:moveTo>
                  <a:cubicBezTo>
                    <a:pt x="13" y="0"/>
                    <a:pt x="30" y="1"/>
                    <a:pt x="42" y="5"/>
                  </a:cubicBezTo>
                  <a:cubicBezTo>
                    <a:pt x="49" y="8"/>
                    <a:pt x="56" y="15"/>
                    <a:pt x="63" y="15"/>
                  </a:cubicBezTo>
                  <a:cubicBezTo>
                    <a:pt x="67" y="16"/>
                    <a:pt x="70" y="12"/>
                    <a:pt x="74" y="12"/>
                  </a:cubicBezTo>
                  <a:cubicBezTo>
                    <a:pt x="80" y="13"/>
                    <a:pt x="86" y="20"/>
                    <a:pt x="91" y="23"/>
                  </a:cubicBezTo>
                  <a:cubicBezTo>
                    <a:pt x="99" y="29"/>
                    <a:pt x="103" y="31"/>
                    <a:pt x="112" y="34"/>
                  </a:cubicBezTo>
                  <a:cubicBezTo>
                    <a:pt x="125" y="38"/>
                    <a:pt x="135" y="47"/>
                    <a:pt x="147" y="52"/>
                  </a:cubicBezTo>
                  <a:cubicBezTo>
                    <a:pt x="157" y="57"/>
                    <a:pt x="165" y="57"/>
                    <a:pt x="175" y="60"/>
                  </a:cubicBezTo>
                  <a:cubicBezTo>
                    <a:pt x="184" y="62"/>
                    <a:pt x="193" y="70"/>
                    <a:pt x="201" y="71"/>
                  </a:cubicBezTo>
                  <a:cubicBezTo>
                    <a:pt x="214" y="74"/>
                    <a:pt x="225" y="69"/>
                    <a:pt x="238" y="73"/>
                  </a:cubicBezTo>
                  <a:cubicBezTo>
                    <a:pt x="251" y="77"/>
                    <a:pt x="256" y="85"/>
                    <a:pt x="266" y="93"/>
                  </a:cubicBezTo>
                  <a:cubicBezTo>
                    <a:pt x="275" y="100"/>
                    <a:pt x="287" y="107"/>
                    <a:pt x="296" y="114"/>
                  </a:cubicBezTo>
                  <a:cubicBezTo>
                    <a:pt x="309" y="123"/>
                    <a:pt x="315" y="131"/>
                    <a:pt x="298" y="139"/>
                  </a:cubicBezTo>
                  <a:cubicBezTo>
                    <a:pt x="282" y="148"/>
                    <a:pt x="268" y="144"/>
                    <a:pt x="251" y="139"/>
                  </a:cubicBezTo>
                  <a:cubicBezTo>
                    <a:pt x="217" y="129"/>
                    <a:pt x="185" y="112"/>
                    <a:pt x="151" y="100"/>
                  </a:cubicBezTo>
                  <a:cubicBezTo>
                    <a:pt x="113" y="86"/>
                    <a:pt x="74" y="73"/>
                    <a:pt x="39" y="53"/>
                  </a:cubicBezTo>
                  <a:cubicBezTo>
                    <a:pt x="25" y="45"/>
                    <a:pt x="17" y="32"/>
                    <a:pt x="7" y="20"/>
                  </a:cubicBezTo>
                </a:path>
              </a:pathLst>
            </a:custGeom>
            <a:solidFill>
              <a:srgbClr val="F9F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" name="Freeform 720">
              <a:extLst>
                <a:ext uri="{FF2B5EF4-FFF2-40B4-BE49-F238E27FC236}">
                  <a16:creationId xmlns:a16="http://schemas.microsoft.com/office/drawing/2014/main" id="{D7CA65A9-EA44-4185-86E6-EA51A04AD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256"/>
              <a:ext cx="152" cy="101"/>
            </a:xfrm>
            <a:custGeom>
              <a:avLst/>
              <a:gdLst>
                <a:gd name="T0" fmla="*/ 0 w 108"/>
                <a:gd name="T1" fmla="*/ 77 h 72"/>
                <a:gd name="T2" fmla="*/ 248 w 108"/>
                <a:gd name="T3" fmla="*/ 118 h 72"/>
                <a:gd name="T4" fmla="*/ 422 w 108"/>
                <a:gd name="T5" fmla="*/ 166 h 72"/>
                <a:gd name="T6" fmla="*/ 526 w 108"/>
                <a:gd name="T7" fmla="*/ 243 h 72"/>
                <a:gd name="T8" fmla="*/ 491 w 108"/>
                <a:gd name="T9" fmla="*/ 354 h 72"/>
                <a:gd name="T10" fmla="*/ 97 w 108"/>
                <a:gd name="T11" fmla="*/ 219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72">
                  <a:moveTo>
                    <a:pt x="0" y="14"/>
                  </a:moveTo>
                  <a:cubicBezTo>
                    <a:pt x="13" y="0"/>
                    <a:pt x="35" y="5"/>
                    <a:pt x="45" y="22"/>
                  </a:cubicBezTo>
                  <a:cubicBezTo>
                    <a:pt x="48" y="3"/>
                    <a:pt x="73" y="21"/>
                    <a:pt x="76" y="31"/>
                  </a:cubicBezTo>
                  <a:cubicBezTo>
                    <a:pt x="88" y="29"/>
                    <a:pt x="89" y="37"/>
                    <a:pt x="95" y="45"/>
                  </a:cubicBezTo>
                  <a:cubicBezTo>
                    <a:pt x="108" y="41"/>
                    <a:pt x="99" y="61"/>
                    <a:pt x="89" y="65"/>
                  </a:cubicBezTo>
                  <a:cubicBezTo>
                    <a:pt x="68" y="72"/>
                    <a:pt x="32" y="55"/>
                    <a:pt x="18" y="40"/>
                  </a:cubicBezTo>
                </a:path>
              </a:pathLst>
            </a:custGeom>
            <a:solidFill>
              <a:srgbClr val="F9F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" name="Freeform 721">
              <a:extLst>
                <a:ext uri="{FF2B5EF4-FFF2-40B4-BE49-F238E27FC236}">
                  <a16:creationId xmlns:a16="http://schemas.microsoft.com/office/drawing/2014/main" id="{CEDDB252-8831-4649-8C74-F4EE64DE3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349"/>
              <a:ext cx="104" cy="70"/>
            </a:xfrm>
            <a:custGeom>
              <a:avLst/>
              <a:gdLst>
                <a:gd name="T0" fmla="*/ 0 w 74"/>
                <a:gd name="T1" fmla="*/ 29 h 50"/>
                <a:gd name="T2" fmla="*/ 253 w 74"/>
                <a:gd name="T3" fmla="*/ 108 h 50"/>
                <a:gd name="T4" fmla="*/ 395 w 74"/>
                <a:gd name="T5" fmla="*/ 253 h 50"/>
                <a:gd name="T6" fmla="*/ 87 w 74"/>
                <a:gd name="T7" fmla="*/ 15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0">
                  <a:moveTo>
                    <a:pt x="0" y="6"/>
                  </a:moveTo>
                  <a:cubicBezTo>
                    <a:pt x="15" y="14"/>
                    <a:pt x="36" y="0"/>
                    <a:pt x="46" y="20"/>
                  </a:cubicBezTo>
                  <a:cubicBezTo>
                    <a:pt x="54" y="1"/>
                    <a:pt x="74" y="35"/>
                    <a:pt x="72" y="47"/>
                  </a:cubicBezTo>
                  <a:cubicBezTo>
                    <a:pt x="53" y="50"/>
                    <a:pt x="33" y="34"/>
                    <a:pt x="16" y="29"/>
                  </a:cubicBezTo>
                </a:path>
              </a:pathLst>
            </a:custGeom>
            <a:solidFill>
              <a:srgbClr val="F9F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" name="Freeform 722">
              <a:extLst>
                <a:ext uri="{FF2B5EF4-FFF2-40B4-BE49-F238E27FC236}">
                  <a16:creationId xmlns:a16="http://schemas.microsoft.com/office/drawing/2014/main" id="{D113A343-9F3B-4F8B-8299-DA8C0F7DB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416"/>
              <a:ext cx="236" cy="127"/>
            </a:xfrm>
            <a:custGeom>
              <a:avLst/>
              <a:gdLst>
                <a:gd name="T0" fmla="*/ 0 w 168"/>
                <a:gd name="T1" fmla="*/ 49 h 90"/>
                <a:gd name="T2" fmla="*/ 287 w 168"/>
                <a:gd name="T3" fmla="*/ 69 h 90"/>
                <a:gd name="T4" fmla="*/ 350 w 168"/>
                <a:gd name="T5" fmla="*/ 135 h 90"/>
                <a:gd name="T6" fmla="*/ 403 w 168"/>
                <a:gd name="T7" fmla="*/ 135 h 90"/>
                <a:gd name="T8" fmla="*/ 546 w 168"/>
                <a:gd name="T9" fmla="*/ 233 h 90"/>
                <a:gd name="T10" fmla="*/ 663 w 168"/>
                <a:gd name="T11" fmla="*/ 258 h 90"/>
                <a:gd name="T12" fmla="*/ 760 w 168"/>
                <a:gd name="T13" fmla="*/ 313 h 90"/>
                <a:gd name="T14" fmla="*/ 906 w 168"/>
                <a:gd name="T15" fmla="*/ 397 h 90"/>
                <a:gd name="T16" fmla="*/ 473 w 168"/>
                <a:gd name="T17" fmla="*/ 357 h 90"/>
                <a:gd name="T18" fmla="*/ 185 w 168"/>
                <a:gd name="T19" fmla="*/ 233 h 90"/>
                <a:gd name="T20" fmla="*/ 39 w 168"/>
                <a:gd name="T21" fmla="*/ 191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8" h="90">
                  <a:moveTo>
                    <a:pt x="0" y="9"/>
                  </a:moveTo>
                  <a:cubicBezTo>
                    <a:pt x="20" y="11"/>
                    <a:pt x="35" y="0"/>
                    <a:pt x="52" y="13"/>
                  </a:cubicBezTo>
                  <a:cubicBezTo>
                    <a:pt x="56" y="16"/>
                    <a:pt x="59" y="22"/>
                    <a:pt x="64" y="24"/>
                  </a:cubicBezTo>
                  <a:cubicBezTo>
                    <a:pt x="66" y="25"/>
                    <a:pt x="71" y="23"/>
                    <a:pt x="73" y="24"/>
                  </a:cubicBezTo>
                  <a:cubicBezTo>
                    <a:pt x="83" y="28"/>
                    <a:pt x="92" y="34"/>
                    <a:pt x="100" y="42"/>
                  </a:cubicBezTo>
                  <a:cubicBezTo>
                    <a:pt x="108" y="39"/>
                    <a:pt x="114" y="42"/>
                    <a:pt x="121" y="46"/>
                  </a:cubicBezTo>
                  <a:cubicBezTo>
                    <a:pt x="129" y="51"/>
                    <a:pt x="129" y="53"/>
                    <a:pt x="139" y="56"/>
                  </a:cubicBezTo>
                  <a:cubicBezTo>
                    <a:pt x="147" y="58"/>
                    <a:pt x="166" y="62"/>
                    <a:pt x="166" y="71"/>
                  </a:cubicBezTo>
                  <a:cubicBezTo>
                    <a:pt x="168" y="90"/>
                    <a:pt x="98" y="67"/>
                    <a:pt x="87" y="64"/>
                  </a:cubicBezTo>
                  <a:cubicBezTo>
                    <a:pt x="68" y="59"/>
                    <a:pt x="52" y="48"/>
                    <a:pt x="34" y="42"/>
                  </a:cubicBezTo>
                  <a:cubicBezTo>
                    <a:pt x="25" y="39"/>
                    <a:pt x="14" y="40"/>
                    <a:pt x="7" y="34"/>
                  </a:cubicBezTo>
                </a:path>
              </a:pathLst>
            </a:custGeom>
            <a:solidFill>
              <a:srgbClr val="F9F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" name="Freeform 723">
              <a:extLst>
                <a:ext uri="{FF2B5EF4-FFF2-40B4-BE49-F238E27FC236}">
                  <a16:creationId xmlns:a16="http://schemas.microsoft.com/office/drawing/2014/main" id="{F20CFFDD-37E8-4B89-9A09-C1FEDA37E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551"/>
              <a:ext cx="264" cy="124"/>
            </a:xfrm>
            <a:custGeom>
              <a:avLst/>
              <a:gdLst>
                <a:gd name="T0" fmla="*/ 0 w 188"/>
                <a:gd name="T1" fmla="*/ 0 h 88"/>
                <a:gd name="T2" fmla="*/ 146 w 188"/>
                <a:gd name="T3" fmla="*/ 23 h 88"/>
                <a:gd name="T4" fmla="*/ 362 w 188"/>
                <a:gd name="T5" fmla="*/ 45 h 88"/>
                <a:gd name="T6" fmla="*/ 527 w 188"/>
                <a:gd name="T7" fmla="*/ 193 h 88"/>
                <a:gd name="T8" fmla="*/ 623 w 188"/>
                <a:gd name="T9" fmla="*/ 241 h 88"/>
                <a:gd name="T10" fmla="*/ 848 w 188"/>
                <a:gd name="T11" fmla="*/ 307 h 88"/>
                <a:gd name="T12" fmla="*/ 1028 w 188"/>
                <a:gd name="T13" fmla="*/ 485 h 88"/>
                <a:gd name="T14" fmla="*/ 727 w 188"/>
                <a:gd name="T15" fmla="*/ 397 h 88"/>
                <a:gd name="T16" fmla="*/ 472 w 188"/>
                <a:gd name="T17" fmla="*/ 261 h 88"/>
                <a:gd name="T18" fmla="*/ 132 w 188"/>
                <a:gd name="T19" fmla="*/ 155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88">
                  <a:moveTo>
                    <a:pt x="0" y="0"/>
                  </a:moveTo>
                  <a:cubicBezTo>
                    <a:pt x="5" y="9"/>
                    <a:pt x="18" y="6"/>
                    <a:pt x="27" y="4"/>
                  </a:cubicBezTo>
                  <a:cubicBezTo>
                    <a:pt x="42" y="2"/>
                    <a:pt x="52" y="2"/>
                    <a:pt x="66" y="8"/>
                  </a:cubicBezTo>
                  <a:cubicBezTo>
                    <a:pt x="80" y="15"/>
                    <a:pt x="87" y="24"/>
                    <a:pt x="96" y="35"/>
                  </a:cubicBezTo>
                  <a:cubicBezTo>
                    <a:pt x="103" y="44"/>
                    <a:pt x="103" y="43"/>
                    <a:pt x="114" y="43"/>
                  </a:cubicBezTo>
                  <a:cubicBezTo>
                    <a:pt x="130" y="44"/>
                    <a:pt x="142" y="46"/>
                    <a:pt x="155" y="55"/>
                  </a:cubicBezTo>
                  <a:cubicBezTo>
                    <a:pt x="166" y="63"/>
                    <a:pt x="183" y="75"/>
                    <a:pt x="188" y="87"/>
                  </a:cubicBezTo>
                  <a:cubicBezTo>
                    <a:pt x="172" y="88"/>
                    <a:pt x="149" y="77"/>
                    <a:pt x="133" y="72"/>
                  </a:cubicBezTo>
                  <a:cubicBezTo>
                    <a:pt x="115" y="66"/>
                    <a:pt x="102" y="55"/>
                    <a:pt x="86" y="47"/>
                  </a:cubicBezTo>
                  <a:cubicBezTo>
                    <a:pt x="69" y="40"/>
                    <a:pt x="42" y="26"/>
                    <a:pt x="24" y="28"/>
                  </a:cubicBezTo>
                </a:path>
              </a:pathLst>
            </a:custGeom>
            <a:solidFill>
              <a:srgbClr val="F9F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" name="Freeform 724">
              <a:extLst>
                <a:ext uri="{FF2B5EF4-FFF2-40B4-BE49-F238E27FC236}">
                  <a16:creationId xmlns:a16="http://schemas.microsoft.com/office/drawing/2014/main" id="{C65C2D65-9462-4B24-833A-316B8749C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661"/>
              <a:ext cx="64" cy="49"/>
            </a:xfrm>
            <a:custGeom>
              <a:avLst/>
              <a:gdLst>
                <a:gd name="T0" fmla="*/ 1 w 45"/>
                <a:gd name="T1" fmla="*/ 67 h 35"/>
                <a:gd name="T2" fmla="*/ 166 w 45"/>
                <a:gd name="T3" fmla="*/ 80 h 35"/>
                <a:gd name="T4" fmla="*/ 95 w 45"/>
                <a:gd name="T5" fmla="*/ 137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5">
                  <a:moveTo>
                    <a:pt x="1" y="12"/>
                  </a:moveTo>
                  <a:cubicBezTo>
                    <a:pt x="0" y="0"/>
                    <a:pt x="25" y="9"/>
                    <a:pt x="29" y="15"/>
                  </a:cubicBezTo>
                  <a:cubicBezTo>
                    <a:pt x="45" y="33"/>
                    <a:pt x="18" y="35"/>
                    <a:pt x="16" y="26"/>
                  </a:cubicBezTo>
                </a:path>
              </a:pathLst>
            </a:custGeom>
            <a:solidFill>
              <a:srgbClr val="F9F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8" name="Freeform 725">
              <a:extLst>
                <a:ext uri="{FF2B5EF4-FFF2-40B4-BE49-F238E27FC236}">
                  <a16:creationId xmlns:a16="http://schemas.microsoft.com/office/drawing/2014/main" id="{AF557CA0-72C4-49AA-806E-5EA91D4BC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724"/>
              <a:ext cx="253" cy="139"/>
            </a:xfrm>
            <a:custGeom>
              <a:avLst/>
              <a:gdLst>
                <a:gd name="T0" fmla="*/ 0 w 180"/>
                <a:gd name="T1" fmla="*/ 0 h 99"/>
                <a:gd name="T2" fmla="*/ 233 w 180"/>
                <a:gd name="T3" fmla="*/ 39 h 99"/>
                <a:gd name="T4" fmla="*/ 405 w 180"/>
                <a:gd name="T5" fmla="*/ 132 h 99"/>
                <a:gd name="T6" fmla="*/ 609 w 180"/>
                <a:gd name="T7" fmla="*/ 191 h 99"/>
                <a:gd name="T8" fmla="*/ 838 w 180"/>
                <a:gd name="T9" fmla="*/ 180 h 99"/>
                <a:gd name="T10" fmla="*/ 902 w 180"/>
                <a:gd name="T11" fmla="*/ 454 h 99"/>
                <a:gd name="T12" fmla="*/ 444 w 180"/>
                <a:gd name="T13" fmla="*/ 288 h 99"/>
                <a:gd name="T14" fmla="*/ 231 w 180"/>
                <a:gd name="T15" fmla="*/ 136 h 99"/>
                <a:gd name="T16" fmla="*/ 15 w 180"/>
                <a:gd name="T17" fmla="*/ 69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99">
                  <a:moveTo>
                    <a:pt x="0" y="0"/>
                  </a:moveTo>
                  <a:cubicBezTo>
                    <a:pt x="12" y="6"/>
                    <a:pt x="30" y="2"/>
                    <a:pt x="43" y="7"/>
                  </a:cubicBezTo>
                  <a:cubicBezTo>
                    <a:pt x="55" y="11"/>
                    <a:pt x="62" y="20"/>
                    <a:pt x="74" y="24"/>
                  </a:cubicBezTo>
                  <a:cubicBezTo>
                    <a:pt x="86" y="27"/>
                    <a:pt x="99" y="33"/>
                    <a:pt x="111" y="35"/>
                  </a:cubicBezTo>
                  <a:cubicBezTo>
                    <a:pt x="123" y="37"/>
                    <a:pt x="140" y="32"/>
                    <a:pt x="153" y="33"/>
                  </a:cubicBezTo>
                  <a:cubicBezTo>
                    <a:pt x="177" y="37"/>
                    <a:pt x="180" y="71"/>
                    <a:pt x="164" y="83"/>
                  </a:cubicBezTo>
                  <a:cubicBezTo>
                    <a:pt x="144" y="99"/>
                    <a:pt x="98" y="64"/>
                    <a:pt x="81" y="53"/>
                  </a:cubicBezTo>
                  <a:cubicBezTo>
                    <a:pt x="66" y="44"/>
                    <a:pt x="58" y="31"/>
                    <a:pt x="42" y="25"/>
                  </a:cubicBezTo>
                  <a:cubicBezTo>
                    <a:pt x="30" y="21"/>
                    <a:pt x="10" y="14"/>
                    <a:pt x="3" y="13"/>
                  </a:cubicBezTo>
                </a:path>
              </a:pathLst>
            </a:custGeom>
            <a:solidFill>
              <a:srgbClr val="F9F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9" name="Freeform 726">
              <a:extLst>
                <a:ext uri="{FF2B5EF4-FFF2-40B4-BE49-F238E27FC236}">
                  <a16:creationId xmlns:a16="http://schemas.microsoft.com/office/drawing/2014/main" id="{C92C3189-2B14-4E2F-BEB4-88F79062F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058"/>
              <a:ext cx="416" cy="160"/>
            </a:xfrm>
            <a:custGeom>
              <a:avLst/>
              <a:gdLst>
                <a:gd name="T0" fmla="*/ 0 w 296"/>
                <a:gd name="T1" fmla="*/ 21 h 114"/>
                <a:gd name="T2" fmla="*/ 230 w 296"/>
                <a:gd name="T3" fmla="*/ 28 h 114"/>
                <a:gd name="T4" fmla="*/ 347 w 296"/>
                <a:gd name="T5" fmla="*/ 81 h 114"/>
                <a:gd name="T6" fmla="*/ 405 w 296"/>
                <a:gd name="T7" fmla="*/ 67 h 114"/>
                <a:gd name="T8" fmla="*/ 500 w 296"/>
                <a:gd name="T9" fmla="*/ 124 h 114"/>
                <a:gd name="T10" fmla="*/ 614 w 296"/>
                <a:gd name="T11" fmla="*/ 185 h 114"/>
                <a:gd name="T12" fmla="*/ 808 w 296"/>
                <a:gd name="T13" fmla="*/ 282 h 114"/>
                <a:gd name="T14" fmla="*/ 960 w 296"/>
                <a:gd name="T15" fmla="*/ 321 h 114"/>
                <a:gd name="T16" fmla="*/ 1100 w 296"/>
                <a:gd name="T17" fmla="*/ 386 h 114"/>
                <a:gd name="T18" fmla="*/ 1301 w 296"/>
                <a:gd name="T19" fmla="*/ 396 h 114"/>
                <a:gd name="T20" fmla="*/ 1460 w 296"/>
                <a:gd name="T21" fmla="*/ 508 h 114"/>
                <a:gd name="T22" fmla="*/ 1623 w 296"/>
                <a:gd name="T23" fmla="*/ 623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6" h="114">
                  <a:moveTo>
                    <a:pt x="0" y="4"/>
                  </a:moveTo>
                  <a:cubicBezTo>
                    <a:pt x="13" y="0"/>
                    <a:pt x="30" y="1"/>
                    <a:pt x="42" y="5"/>
                  </a:cubicBezTo>
                  <a:cubicBezTo>
                    <a:pt x="49" y="8"/>
                    <a:pt x="56" y="14"/>
                    <a:pt x="63" y="15"/>
                  </a:cubicBezTo>
                  <a:cubicBezTo>
                    <a:pt x="67" y="16"/>
                    <a:pt x="70" y="12"/>
                    <a:pt x="74" y="12"/>
                  </a:cubicBezTo>
                  <a:cubicBezTo>
                    <a:pt x="80" y="13"/>
                    <a:pt x="86" y="20"/>
                    <a:pt x="91" y="23"/>
                  </a:cubicBezTo>
                  <a:cubicBezTo>
                    <a:pt x="99" y="29"/>
                    <a:pt x="103" y="31"/>
                    <a:pt x="112" y="34"/>
                  </a:cubicBezTo>
                  <a:cubicBezTo>
                    <a:pt x="125" y="38"/>
                    <a:pt x="135" y="46"/>
                    <a:pt x="147" y="52"/>
                  </a:cubicBezTo>
                  <a:cubicBezTo>
                    <a:pt x="157" y="57"/>
                    <a:pt x="165" y="57"/>
                    <a:pt x="175" y="59"/>
                  </a:cubicBezTo>
                  <a:cubicBezTo>
                    <a:pt x="184" y="62"/>
                    <a:pt x="193" y="69"/>
                    <a:pt x="201" y="71"/>
                  </a:cubicBezTo>
                  <a:cubicBezTo>
                    <a:pt x="214" y="74"/>
                    <a:pt x="225" y="69"/>
                    <a:pt x="238" y="73"/>
                  </a:cubicBezTo>
                  <a:cubicBezTo>
                    <a:pt x="251" y="77"/>
                    <a:pt x="256" y="85"/>
                    <a:pt x="266" y="93"/>
                  </a:cubicBezTo>
                  <a:cubicBezTo>
                    <a:pt x="275" y="100"/>
                    <a:pt x="287" y="106"/>
                    <a:pt x="296" y="1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0" name="Freeform 727">
              <a:extLst>
                <a:ext uri="{FF2B5EF4-FFF2-40B4-BE49-F238E27FC236}">
                  <a16:creationId xmlns:a16="http://schemas.microsoft.com/office/drawing/2014/main" id="{5D173FBF-076D-4CA4-A130-47C2275D8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256"/>
              <a:ext cx="135" cy="64"/>
            </a:xfrm>
            <a:custGeom>
              <a:avLst/>
              <a:gdLst>
                <a:gd name="T0" fmla="*/ 0 w 96"/>
                <a:gd name="T1" fmla="*/ 81 h 45"/>
                <a:gd name="T2" fmla="*/ 253 w 96"/>
                <a:gd name="T3" fmla="*/ 128 h 45"/>
                <a:gd name="T4" fmla="*/ 423 w 96"/>
                <a:gd name="T5" fmla="*/ 186 h 45"/>
                <a:gd name="T6" fmla="*/ 527 w 96"/>
                <a:gd name="T7" fmla="*/ 26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45">
                  <a:moveTo>
                    <a:pt x="0" y="14"/>
                  </a:moveTo>
                  <a:cubicBezTo>
                    <a:pt x="14" y="0"/>
                    <a:pt x="36" y="5"/>
                    <a:pt x="46" y="22"/>
                  </a:cubicBezTo>
                  <a:cubicBezTo>
                    <a:pt x="49" y="3"/>
                    <a:pt x="74" y="21"/>
                    <a:pt x="77" y="32"/>
                  </a:cubicBezTo>
                  <a:cubicBezTo>
                    <a:pt x="89" y="29"/>
                    <a:pt x="89" y="38"/>
                    <a:pt x="96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1" name="Freeform 728">
              <a:extLst>
                <a:ext uri="{FF2B5EF4-FFF2-40B4-BE49-F238E27FC236}">
                  <a16:creationId xmlns:a16="http://schemas.microsoft.com/office/drawing/2014/main" id="{E1E648D9-603E-49E9-8A2C-723271940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348"/>
              <a:ext cx="93" cy="40"/>
            </a:xfrm>
            <a:custGeom>
              <a:avLst/>
              <a:gdLst>
                <a:gd name="T0" fmla="*/ 0 w 66"/>
                <a:gd name="T1" fmla="*/ 29 h 29"/>
                <a:gd name="T2" fmla="*/ 248 w 66"/>
                <a:gd name="T3" fmla="*/ 102 h 29"/>
                <a:gd name="T4" fmla="*/ 368 w 66"/>
                <a:gd name="T5" fmla="*/ 14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9">
                  <a:moveTo>
                    <a:pt x="0" y="6"/>
                  </a:moveTo>
                  <a:cubicBezTo>
                    <a:pt x="15" y="15"/>
                    <a:pt x="36" y="0"/>
                    <a:pt x="45" y="20"/>
                  </a:cubicBezTo>
                  <a:cubicBezTo>
                    <a:pt x="51" y="9"/>
                    <a:pt x="60" y="18"/>
                    <a:pt x="66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2" name="Freeform 729">
              <a:extLst>
                <a:ext uri="{FF2B5EF4-FFF2-40B4-BE49-F238E27FC236}">
                  <a16:creationId xmlns:a16="http://schemas.microsoft.com/office/drawing/2014/main" id="{00E55331-18A5-4F14-ACAE-76989BA99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415"/>
              <a:ext cx="211" cy="83"/>
            </a:xfrm>
            <a:custGeom>
              <a:avLst/>
              <a:gdLst>
                <a:gd name="T0" fmla="*/ 0 w 150"/>
                <a:gd name="T1" fmla="*/ 49 h 59"/>
                <a:gd name="T2" fmla="*/ 281 w 150"/>
                <a:gd name="T3" fmla="*/ 69 h 59"/>
                <a:gd name="T4" fmla="*/ 349 w 150"/>
                <a:gd name="T5" fmla="*/ 136 h 59"/>
                <a:gd name="T6" fmla="*/ 404 w 150"/>
                <a:gd name="T7" fmla="*/ 135 h 59"/>
                <a:gd name="T8" fmla="*/ 546 w 150"/>
                <a:gd name="T9" fmla="*/ 232 h 59"/>
                <a:gd name="T10" fmla="*/ 663 w 150"/>
                <a:gd name="T11" fmla="*/ 253 h 59"/>
                <a:gd name="T12" fmla="*/ 760 w 150"/>
                <a:gd name="T13" fmla="*/ 308 h 59"/>
                <a:gd name="T14" fmla="*/ 827 w 150"/>
                <a:gd name="T15" fmla="*/ 326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59">
                  <a:moveTo>
                    <a:pt x="0" y="9"/>
                  </a:moveTo>
                  <a:cubicBezTo>
                    <a:pt x="19" y="11"/>
                    <a:pt x="34" y="0"/>
                    <a:pt x="51" y="13"/>
                  </a:cubicBezTo>
                  <a:cubicBezTo>
                    <a:pt x="56" y="17"/>
                    <a:pt x="58" y="22"/>
                    <a:pt x="63" y="25"/>
                  </a:cubicBezTo>
                  <a:cubicBezTo>
                    <a:pt x="65" y="25"/>
                    <a:pt x="70" y="23"/>
                    <a:pt x="73" y="24"/>
                  </a:cubicBezTo>
                  <a:cubicBezTo>
                    <a:pt x="82" y="28"/>
                    <a:pt x="92" y="34"/>
                    <a:pt x="99" y="42"/>
                  </a:cubicBezTo>
                  <a:cubicBezTo>
                    <a:pt x="107" y="39"/>
                    <a:pt x="113" y="43"/>
                    <a:pt x="120" y="46"/>
                  </a:cubicBezTo>
                  <a:cubicBezTo>
                    <a:pt x="128" y="51"/>
                    <a:pt x="128" y="54"/>
                    <a:pt x="138" y="56"/>
                  </a:cubicBezTo>
                  <a:cubicBezTo>
                    <a:pt x="141" y="57"/>
                    <a:pt x="146" y="58"/>
                    <a:pt x="150" y="5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3" name="Freeform 730">
              <a:extLst>
                <a:ext uri="{FF2B5EF4-FFF2-40B4-BE49-F238E27FC236}">
                  <a16:creationId xmlns:a16="http://schemas.microsoft.com/office/drawing/2014/main" id="{1E541FA8-ABA8-4646-AE41-726FFB0C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550"/>
              <a:ext cx="246" cy="99"/>
            </a:xfrm>
            <a:custGeom>
              <a:avLst/>
              <a:gdLst>
                <a:gd name="T0" fmla="*/ 0 w 175"/>
                <a:gd name="T1" fmla="*/ 0 h 71"/>
                <a:gd name="T2" fmla="*/ 145 w 175"/>
                <a:gd name="T3" fmla="*/ 21 h 71"/>
                <a:gd name="T4" fmla="*/ 364 w 175"/>
                <a:gd name="T5" fmla="*/ 40 h 71"/>
                <a:gd name="T6" fmla="*/ 527 w 175"/>
                <a:gd name="T7" fmla="*/ 184 h 71"/>
                <a:gd name="T8" fmla="*/ 623 w 175"/>
                <a:gd name="T9" fmla="*/ 227 h 71"/>
                <a:gd name="T10" fmla="*/ 849 w 175"/>
                <a:gd name="T11" fmla="*/ 290 h 71"/>
                <a:gd name="T12" fmla="*/ 960 w 175"/>
                <a:gd name="T13" fmla="*/ 374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71">
                  <a:moveTo>
                    <a:pt x="0" y="0"/>
                  </a:moveTo>
                  <a:cubicBezTo>
                    <a:pt x="4" y="9"/>
                    <a:pt x="18" y="5"/>
                    <a:pt x="26" y="4"/>
                  </a:cubicBezTo>
                  <a:cubicBezTo>
                    <a:pt x="41" y="2"/>
                    <a:pt x="51" y="1"/>
                    <a:pt x="66" y="8"/>
                  </a:cubicBezTo>
                  <a:cubicBezTo>
                    <a:pt x="80" y="14"/>
                    <a:pt x="86" y="23"/>
                    <a:pt x="96" y="35"/>
                  </a:cubicBezTo>
                  <a:cubicBezTo>
                    <a:pt x="103" y="44"/>
                    <a:pt x="102" y="42"/>
                    <a:pt x="113" y="43"/>
                  </a:cubicBezTo>
                  <a:cubicBezTo>
                    <a:pt x="130" y="44"/>
                    <a:pt x="141" y="45"/>
                    <a:pt x="155" y="55"/>
                  </a:cubicBezTo>
                  <a:cubicBezTo>
                    <a:pt x="161" y="60"/>
                    <a:pt x="168" y="65"/>
                    <a:pt x="175" y="7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4" name="Freeform 731">
              <a:extLst>
                <a:ext uri="{FF2B5EF4-FFF2-40B4-BE49-F238E27FC236}">
                  <a16:creationId xmlns:a16="http://schemas.microsoft.com/office/drawing/2014/main" id="{F2310543-1711-4460-A01C-6E9CDF71E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725"/>
              <a:ext cx="247" cy="93"/>
            </a:xfrm>
            <a:custGeom>
              <a:avLst/>
              <a:gdLst>
                <a:gd name="T0" fmla="*/ 0 w 176"/>
                <a:gd name="T1" fmla="*/ 0 h 66"/>
                <a:gd name="T2" fmla="*/ 233 w 176"/>
                <a:gd name="T3" fmla="*/ 32 h 66"/>
                <a:gd name="T4" fmla="*/ 396 w 176"/>
                <a:gd name="T5" fmla="*/ 125 h 66"/>
                <a:gd name="T6" fmla="*/ 605 w 176"/>
                <a:gd name="T7" fmla="*/ 190 h 66"/>
                <a:gd name="T8" fmla="*/ 827 w 176"/>
                <a:gd name="T9" fmla="*/ 185 h 66"/>
                <a:gd name="T10" fmla="*/ 943 w 176"/>
                <a:gd name="T11" fmla="*/ 368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6" h="66">
                  <a:moveTo>
                    <a:pt x="0" y="0"/>
                  </a:moveTo>
                  <a:cubicBezTo>
                    <a:pt x="12" y="5"/>
                    <a:pt x="30" y="2"/>
                    <a:pt x="43" y="6"/>
                  </a:cubicBezTo>
                  <a:cubicBezTo>
                    <a:pt x="55" y="10"/>
                    <a:pt x="61" y="20"/>
                    <a:pt x="73" y="23"/>
                  </a:cubicBezTo>
                  <a:cubicBezTo>
                    <a:pt x="85" y="27"/>
                    <a:pt x="99" y="32"/>
                    <a:pt x="111" y="34"/>
                  </a:cubicBezTo>
                  <a:cubicBezTo>
                    <a:pt x="123" y="37"/>
                    <a:pt x="139" y="31"/>
                    <a:pt x="152" y="33"/>
                  </a:cubicBezTo>
                  <a:cubicBezTo>
                    <a:pt x="169" y="35"/>
                    <a:pt x="176" y="52"/>
                    <a:pt x="173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5" name="Freeform 732">
              <a:extLst>
                <a:ext uri="{FF2B5EF4-FFF2-40B4-BE49-F238E27FC236}">
                  <a16:creationId xmlns:a16="http://schemas.microsoft.com/office/drawing/2014/main" id="{B97FB2D6-5417-401D-BA22-57E580C20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715"/>
              <a:ext cx="188" cy="101"/>
            </a:xfrm>
            <a:custGeom>
              <a:avLst/>
              <a:gdLst>
                <a:gd name="T0" fmla="*/ 728 w 134"/>
                <a:gd name="T1" fmla="*/ 55 h 72"/>
                <a:gd name="T2" fmla="*/ 700 w 134"/>
                <a:gd name="T3" fmla="*/ 41 h 72"/>
                <a:gd name="T4" fmla="*/ 568 w 134"/>
                <a:gd name="T5" fmla="*/ 28 h 72"/>
                <a:gd name="T6" fmla="*/ 529 w 134"/>
                <a:gd name="T7" fmla="*/ 58 h 72"/>
                <a:gd name="T8" fmla="*/ 450 w 134"/>
                <a:gd name="T9" fmla="*/ 97 h 72"/>
                <a:gd name="T10" fmla="*/ 368 w 134"/>
                <a:gd name="T11" fmla="*/ 185 h 72"/>
                <a:gd name="T12" fmla="*/ 240 w 134"/>
                <a:gd name="T13" fmla="*/ 152 h 72"/>
                <a:gd name="T14" fmla="*/ 49 w 134"/>
                <a:gd name="T15" fmla="*/ 358 h 72"/>
                <a:gd name="T16" fmla="*/ 15 w 134"/>
                <a:gd name="T17" fmla="*/ 365 h 72"/>
                <a:gd name="T18" fmla="*/ 0 w 134"/>
                <a:gd name="T19" fmla="*/ 391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72">
                  <a:moveTo>
                    <a:pt x="134" y="10"/>
                  </a:moveTo>
                  <a:cubicBezTo>
                    <a:pt x="132" y="9"/>
                    <a:pt x="130" y="9"/>
                    <a:pt x="129" y="8"/>
                  </a:cubicBezTo>
                  <a:cubicBezTo>
                    <a:pt x="117" y="3"/>
                    <a:pt x="117" y="0"/>
                    <a:pt x="105" y="5"/>
                  </a:cubicBezTo>
                  <a:cubicBezTo>
                    <a:pt x="106" y="5"/>
                    <a:pt x="98" y="11"/>
                    <a:pt x="98" y="11"/>
                  </a:cubicBezTo>
                  <a:cubicBezTo>
                    <a:pt x="95" y="14"/>
                    <a:pt x="87" y="15"/>
                    <a:pt x="83" y="18"/>
                  </a:cubicBezTo>
                  <a:cubicBezTo>
                    <a:pt x="77" y="23"/>
                    <a:pt x="74" y="33"/>
                    <a:pt x="68" y="34"/>
                  </a:cubicBezTo>
                  <a:cubicBezTo>
                    <a:pt x="64" y="34"/>
                    <a:pt x="52" y="27"/>
                    <a:pt x="44" y="28"/>
                  </a:cubicBezTo>
                  <a:cubicBezTo>
                    <a:pt x="23" y="32"/>
                    <a:pt x="13" y="46"/>
                    <a:pt x="9" y="66"/>
                  </a:cubicBezTo>
                  <a:cubicBezTo>
                    <a:pt x="7" y="66"/>
                    <a:pt x="6" y="67"/>
                    <a:pt x="3" y="67"/>
                  </a:cubicBezTo>
                  <a:cubicBezTo>
                    <a:pt x="2" y="69"/>
                    <a:pt x="1" y="71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6" name="Freeform 733">
              <a:extLst>
                <a:ext uri="{FF2B5EF4-FFF2-40B4-BE49-F238E27FC236}">
                  <a16:creationId xmlns:a16="http://schemas.microsoft.com/office/drawing/2014/main" id="{B1E56EDC-C621-43F2-B4AD-20D9D9B42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638"/>
              <a:ext cx="100" cy="74"/>
            </a:xfrm>
            <a:custGeom>
              <a:avLst/>
              <a:gdLst>
                <a:gd name="T0" fmla="*/ 0 w 71"/>
                <a:gd name="T1" fmla="*/ 281 h 53"/>
                <a:gd name="T2" fmla="*/ 77 w 71"/>
                <a:gd name="T3" fmla="*/ 179 h 53"/>
                <a:gd name="T4" fmla="*/ 337 w 71"/>
                <a:gd name="T5" fmla="*/ 117 h 53"/>
                <a:gd name="T6" fmla="*/ 394 w 71"/>
                <a:gd name="T7" fmla="*/ 123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3">
                  <a:moveTo>
                    <a:pt x="0" y="53"/>
                  </a:moveTo>
                  <a:cubicBezTo>
                    <a:pt x="0" y="45"/>
                    <a:pt x="6" y="37"/>
                    <a:pt x="14" y="34"/>
                  </a:cubicBezTo>
                  <a:cubicBezTo>
                    <a:pt x="13" y="12"/>
                    <a:pt x="53" y="0"/>
                    <a:pt x="61" y="22"/>
                  </a:cubicBezTo>
                  <a:cubicBezTo>
                    <a:pt x="65" y="20"/>
                    <a:pt x="68" y="21"/>
                    <a:pt x="71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7" name="Freeform 734">
              <a:extLst>
                <a:ext uri="{FF2B5EF4-FFF2-40B4-BE49-F238E27FC236}">
                  <a16:creationId xmlns:a16="http://schemas.microsoft.com/office/drawing/2014/main" id="{645FC98F-1CBA-452F-A3F6-6B3BF4A2E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554"/>
              <a:ext cx="3446" cy="2773"/>
            </a:xfrm>
            <a:custGeom>
              <a:avLst/>
              <a:gdLst>
                <a:gd name="T0" fmla="*/ 3446 w 3446"/>
                <a:gd name="T1" fmla="*/ 0 h 2773"/>
                <a:gd name="T2" fmla="*/ 3446 w 3446"/>
                <a:gd name="T3" fmla="*/ 2027 h 2773"/>
                <a:gd name="T4" fmla="*/ 1869 w 3446"/>
                <a:gd name="T5" fmla="*/ 2773 h 2773"/>
                <a:gd name="T6" fmla="*/ 0 w 3446"/>
                <a:gd name="T7" fmla="*/ 1920 h 2773"/>
                <a:gd name="T8" fmla="*/ 0 w 3446"/>
                <a:gd name="T9" fmla="*/ 1504 h 2773"/>
                <a:gd name="T10" fmla="*/ 372 w 3446"/>
                <a:gd name="T11" fmla="*/ 1417 h 2773"/>
                <a:gd name="T12" fmla="*/ 372 w 3446"/>
                <a:gd name="T13" fmla="*/ 233 h 27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46" h="2773">
                  <a:moveTo>
                    <a:pt x="3446" y="0"/>
                  </a:moveTo>
                  <a:lnTo>
                    <a:pt x="3446" y="2027"/>
                  </a:lnTo>
                  <a:lnTo>
                    <a:pt x="1869" y="2773"/>
                  </a:lnTo>
                  <a:lnTo>
                    <a:pt x="0" y="1920"/>
                  </a:lnTo>
                  <a:lnTo>
                    <a:pt x="0" y="1504"/>
                  </a:lnTo>
                  <a:lnTo>
                    <a:pt x="372" y="1417"/>
                  </a:lnTo>
                  <a:lnTo>
                    <a:pt x="372" y="233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8" name="Freeform 735">
              <a:extLst>
                <a:ext uri="{FF2B5EF4-FFF2-40B4-BE49-F238E27FC236}">
                  <a16:creationId xmlns:a16="http://schemas.microsoft.com/office/drawing/2014/main" id="{76385165-7C58-4D53-8518-0DC128589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481"/>
              <a:ext cx="475" cy="184"/>
            </a:xfrm>
            <a:custGeom>
              <a:avLst/>
              <a:gdLst>
                <a:gd name="T0" fmla="*/ 549 w 338"/>
                <a:gd name="T1" fmla="*/ 81 h 131"/>
                <a:gd name="T2" fmla="*/ 323 w 338"/>
                <a:gd name="T3" fmla="*/ 136 h 131"/>
                <a:gd name="T4" fmla="*/ 125 w 338"/>
                <a:gd name="T5" fmla="*/ 191 h 131"/>
                <a:gd name="T6" fmla="*/ 228 w 338"/>
                <a:gd name="T7" fmla="*/ 444 h 131"/>
                <a:gd name="T8" fmla="*/ 614 w 338"/>
                <a:gd name="T9" fmla="*/ 569 h 131"/>
                <a:gd name="T10" fmla="*/ 960 w 338"/>
                <a:gd name="T11" fmla="*/ 691 h 131"/>
                <a:gd name="T12" fmla="*/ 1315 w 338"/>
                <a:gd name="T13" fmla="*/ 584 h 131"/>
                <a:gd name="T14" fmla="*/ 1691 w 338"/>
                <a:gd name="T15" fmla="*/ 336 h 131"/>
                <a:gd name="T16" fmla="*/ 1692 w 338"/>
                <a:gd name="T17" fmla="*/ 29 h 131"/>
                <a:gd name="T18" fmla="*/ 1300 w 338"/>
                <a:gd name="T19" fmla="*/ 97 h 131"/>
                <a:gd name="T20" fmla="*/ 530 w 338"/>
                <a:gd name="T21" fmla="*/ 67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8" h="131">
                  <a:moveTo>
                    <a:pt x="100" y="15"/>
                  </a:moveTo>
                  <a:cubicBezTo>
                    <a:pt x="86" y="17"/>
                    <a:pt x="73" y="22"/>
                    <a:pt x="59" y="25"/>
                  </a:cubicBezTo>
                  <a:cubicBezTo>
                    <a:pt x="45" y="28"/>
                    <a:pt x="33" y="24"/>
                    <a:pt x="23" y="35"/>
                  </a:cubicBezTo>
                  <a:cubicBezTo>
                    <a:pt x="0" y="58"/>
                    <a:pt x="18" y="75"/>
                    <a:pt x="41" y="81"/>
                  </a:cubicBezTo>
                  <a:cubicBezTo>
                    <a:pt x="65" y="87"/>
                    <a:pt x="88" y="96"/>
                    <a:pt x="112" y="104"/>
                  </a:cubicBezTo>
                  <a:cubicBezTo>
                    <a:pt x="132" y="111"/>
                    <a:pt x="153" y="122"/>
                    <a:pt x="175" y="126"/>
                  </a:cubicBezTo>
                  <a:cubicBezTo>
                    <a:pt x="201" y="131"/>
                    <a:pt x="220" y="121"/>
                    <a:pt x="240" y="107"/>
                  </a:cubicBezTo>
                  <a:cubicBezTo>
                    <a:pt x="264" y="89"/>
                    <a:pt x="282" y="75"/>
                    <a:pt x="308" y="61"/>
                  </a:cubicBezTo>
                  <a:cubicBezTo>
                    <a:pt x="329" y="49"/>
                    <a:pt x="338" y="14"/>
                    <a:pt x="309" y="6"/>
                  </a:cubicBezTo>
                  <a:cubicBezTo>
                    <a:pt x="287" y="0"/>
                    <a:pt x="259" y="15"/>
                    <a:pt x="237" y="18"/>
                  </a:cubicBezTo>
                  <a:cubicBezTo>
                    <a:pt x="188" y="24"/>
                    <a:pt x="145" y="0"/>
                    <a:pt x="97" y="12"/>
                  </a:cubicBezTo>
                </a:path>
              </a:pathLst>
            </a:custGeom>
            <a:solidFill>
              <a:srgbClr val="E2C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09" name="Freeform 736">
              <a:extLst>
                <a:ext uri="{FF2B5EF4-FFF2-40B4-BE49-F238E27FC236}">
                  <a16:creationId xmlns:a16="http://schemas.microsoft.com/office/drawing/2014/main" id="{CADB39EB-FD4F-4733-AB26-2A8EDAB82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381"/>
              <a:ext cx="280" cy="87"/>
            </a:xfrm>
            <a:custGeom>
              <a:avLst/>
              <a:gdLst>
                <a:gd name="T0" fmla="*/ 137 w 200"/>
                <a:gd name="T1" fmla="*/ 39 h 62"/>
                <a:gd name="T2" fmla="*/ 616 w 200"/>
                <a:gd name="T3" fmla="*/ 122 h 62"/>
                <a:gd name="T4" fmla="*/ 844 w 200"/>
                <a:gd name="T5" fmla="*/ 152 h 62"/>
                <a:gd name="T6" fmla="*/ 1077 w 200"/>
                <a:gd name="T7" fmla="*/ 152 h 62"/>
                <a:gd name="T8" fmla="*/ 784 w 200"/>
                <a:gd name="T9" fmla="*/ 243 h 62"/>
                <a:gd name="T10" fmla="*/ 452 w 200"/>
                <a:gd name="T11" fmla="*/ 337 h 62"/>
                <a:gd name="T12" fmla="*/ 151 w 200"/>
                <a:gd name="T13" fmla="*/ 219 h 62"/>
                <a:gd name="T14" fmla="*/ 151 w 200"/>
                <a:gd name="T15" fmla="*/ 49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0" h="62">
                  <a:moveTo>
                    <a:pt x="26" y="7"/>
                  </a:moveTo>
                  <a:cubicBezTo>
                    <a:pt x="56" y="9"/>
                    <a:pt x="83" y="20"/>
                    <a:pt x="114" y="22"/>
                  </a:cubicBezTo>
                  <a:cubicBezTo>
                    <a:pt x="129" y="24"/>
                    <a:pt x="143" y="26"/>
                    <a:pt x="157" y="28"/>
                  </a:cubicBezTo>
                  <a:cubicBezTo>
                    <a:pt x="171" y="29"/>
                    <a:pt x="188" y="24"/>
                    <a:pt x="200" y="28"/>
                  </a:cubicBezTo>
                  <a:cubicBezTo>
                    <a:pt x="187" y="37"/>
                    <a:pt x="162" y="39"/>
                    <a:pt x="146" y="45"/>
                  </a:cubicBezTo>
                  <a:cubicBezTo>
                    <a:pt x="126" y="52"/>
                    <a:pt x="107" y="61"/>
                    <a:pt x="84" y="62"/>
                  </a:cubicBezTo>
                  <a:cubicBezTo>
                    <a:pt x="59" y="62"/>
                    <a:pt x="47" y="55"/>
                    <a:pt x="28" y="40"/>
                  </a:cubicBezTo>
                  <a:cubicBezTo>
                    <a:pt x="17" y="31"/>
                    <a:pt x="0" y="0"/>
                    <a:pt x="28" y="9"/>
                  </a:cubicBezTo>
                </a:path>
              </a:pathLst>
            </a:custGeom>
            <a:solidFill>
              <a:srgbClr val="E2C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0" name="Freeform 737">
              <a:extLst>
                <a:ext uri="{FF2B5EF4-FFF2-40B4-BE49-F238E27FC236}">
                  <a16:creationId xmlns:a16="http://schemas.microsoft.com/office/drawing/2014/main" id="{570451AF-75CB-40A4-8004-01FC632C1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481"/>
              <a:ext cx="122" cy="133"/>
            </a:xfrm>
            <a:custGeom>
              <a:avLst/>
              <a:gdLst>
                <a:gd name="T0" fmla="*/ 185 w 87"/>
                <a:gd name="T1" fmla="*/ 57 h 95"/>
                <a:gd name="T2" fmla="*/ 21 w 87"/>
                <a:gd name="T3" fmla="*/ 496 h 95"/>
                <a:gd name="T4" fmla="*/ 433 w 87"/>
                <a:gd name="T5" fmla="*/ 192 h 95"/>
                <a:gd name="T6" fmla="*/ 163 w 87"/>
                <a:gd name="T7" fmla="*/ 11 h 95"/>
                <a:gd name="T8" fmla="*/ 172 w 87"/>
                <a:gd name="T9" fmla="*/ 69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5">
                  <a:moveTo>
                    <a:pt x="34" y="11"/>
                  </a:moveTo>
                  <a:cubicBezTo>
                    <a:pt x="48" y="50"/>
                    <a:pt x="0" y="60"/>
                    <a:pt x="4" y="92"/>
                  </a:cubicBezTo>
                  <a:cubicBezTo>
                    <a:pt x="20" y="95"/>
                    <a:pt x="75" y="54"/>
                    <a:pt x="80" y="36"/>
                  </a:cubicBezTo>
                  <a:cubicBezTo>
                    <a:pt x="87" y="10"/>
                    <a:pt x="52" y="0"/>
                    <a:pt x="30" y="2"/>
                  </a:cubicBezTo>
                  <a:cubicBezTo>
                    <a:pt x="27" y="7"/>
                    <a:pt x="29" y="9"/>
                    <a:pt x="32" y="13"/>
                  </a:cubicBezTo>
                </a:path>
              </a:pathLst>
            </a:custGeom>
            <a:solidFill>
              <a:srgbClr val="F4D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1" name="Freeform 738">
              <a:extLst>
                <a:ext uri="{FF2B5EF4-FFF2-40B4-BE49-F238E27FC236}">
                  <a16:creationId xmlns:a16="http://schemas.microsoft.com/office/drawing/2014/main" id="{FA7D2106-A5BD-4F0E-93B4-6E61E30A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440"/>
              <a:ext cx="176" cy="93"/>
            </a:xfrm>
            <a:custGeom>
              <a:avLst/>
              <a:gdLst>
                <a:gd name="T0" fmla="*/ 21 w 125"/>
                <a:gd name="T1" fmla="*/ 137 h 66"/>
                <a:gd name="T2" fmla="*/ 200 w 125"/>
                <a:gd name="T3" fmla="*/ 151 h 66"/>
                <a:gd name="T4" fmla="*/ 363 w 125"/>
                <a:gd name="T5" fmla="*/ 96 h 66"/>
                <a:gd name="T6" fmla="*/ 691 w 125"/>
                <a:gd name="T7" fmla="*/ 39 h 66"/>
                <a:gd name="T8" fmla="*/ 0 w 125"/>
                <a:gd name="T9" fmla="*/ 163 h 66"/>
                <a:gd name="T10" fmla="*/ 30 w 125"/>
                <a:gd name="T11" fmla="*/ 125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66">
                  <a:moveTo>
                    <a:pt x="4" y="25"/>
                  </a:moveTo>
                  <a:cubicBezTo>
                    <a:pt x="13" y="23"/>
                    <a:pt x="24" y="29"/>
                    <a:pt x="36" y="27"/>
                  </a:cubicBezTo>
                  <a:cubicBezTo>
                    <a:pt x="46" y="26"/>
                    <a:pt x="56" y="20"/>
                    <a:pt x="65" y="17"/>
                  </a:cubicBezTo>
                  <a:cubicBezTo>
                    <a:pt x="83" y="12"/>
                    <a:pt x="106" y="0"/>
                    <a:pt x="125" y="7"/>
                  </a:cubicBezTo>
                  <a:cubicBezTo>
                    <a:pt x="95" y="24"/>
                    <a:pt x="32" y="66"/>
                    <a:pt x="0" y="29"/>
                  </a:cubicBezTo>
                  <a:cubicBezTo>
                    <a:pt x="1" y="27"/>
                    <a:pt x="3" y="25"/>
                    <a:pt x="6" y="23"/>
                  </a:cubicBezTo>
                </a:path>
              </a:pathLst>
            </a:custGeom>
            <a:solidFill>
              <a:srgbClr val="F4D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2" name="Freeform 739">
              <a:extLst>
                <a:ext uri="{FF2B5EF4-FFF2-40B4-BE49-F238E27FC236}">
                  <a16:creationId xmlns:a16="http://schemas.microsoft.com/office/drawing/2014/main" id="{146F9AB4-45ED-4DE9-92B2-CD5353C6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506"/>
              <a:ext cx="51" cy="61"/>
            </a:xfrm>
            <a:custGeom>
              <a:avLst/>
              <a:gdLst>
                <a:gd name="T0" fmla="*/ 0 w 36"/>
                <a:gd name="T1" fmla="*/ 26 h 43"/>
                <a:gd name="T2" fmla="*/ 68 w 36"/>
                <a:gd name="T3" fmla="*/ 28 h 43"/>
                <a:gd name="T4" fmla="*/ 122 w 36"/>
                <a:gd name="T5" fmla="*/ 68 h 43"/>
                <a:gd name="T6" fmla="*/ 149 w 36"/>
                <a:gd name="T7" fmla="*/ 136 h 43"/>
                <a:gd name="T8" fmla="*/ 136 w 36"/>
                <a:gd name="T9" fmla="*/ 203 h 43"/>
                <a:gd name="T10" fmla="*/ 122 w 36"/>
                <a:gd name="T11" fmla="*/ 231 h 43"/>
                <a:gd name="T12" fmla="*/ 143 w 36"/>
                <a:gd name="T13" fmla="*/ 67 h 43"/>
                <a:gd name="T14" fmla="*/ 13 w 36"/>
                <a:gd name="T15" fmla="*/ 2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3">
                  <a:moveTo>
                    <a:pt x="0" y="4"/>
                  </a:moveTo>
                  <a:cubicBezTo>
                    <a:pt x="4" y="5"/>
                    <a:pt x="8" y="4"/>
                    <a:pt x="12" y="5"/>
                  </a:cubicBezTo>
                  <a:cubicBezTo>
                    <a:pt x="16" y="6"/>
                    <a:pt x="19" y="10"/>
                    <a:pt x="21" y="12"/>
                  </a:cubicBezTo>
                  <a:cubicBezTo>
                    <a:pt x="24" y="15"/>
                    <a:pt x="26" y="20"/>
                    <a:pt x="26" y="24"/>
                  </a:cubicBezTo>
                  <a:cubicBezTo>
                    <a:pt x="27" y="29"/>
                    <a:pt x="25" y="31"/>
                    <a:pt x="24" y="35"/>
                  </a:cubicBezTo>
                  <a:cubicBezTo>
                    <a:pt x="22" y="36"/>
                    <a:pt x="22" y="38"/>
                    <a:pt x="21" y="40"/>
                  </a:cubicBezTo>
                  <a:cubicBezTo>
                    <a:pt x="36" y="43"/>
                    <a:pt x="30" y="16"/>
                    <a:pt x="25" y="11"/>
                  </a:cubicBezTo>
                  <a:cubicBezTo>
                    <a:pt x="19" y="3"/>
                    <a:pt x="11" y="0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3" name="Freeform 740">
              <a:extLst>
                <a:ext uri="{FF2B5EF4-FFF2-40B4-BE49-F238E27FC236}">
                  <a16:creationId xmlns:a16="http://schemas.microsoft.com/office/drawing/2014/main" id="{E3DDEA2A-2579-45A6-8694-12475414F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467"/>
              <a:ext cx="42" cy="50"/>
            </a:xfrm>
            <a:custGeom>
              <a:avLst/>
              <a:gdLst>
                <a:gd name="T0" fmla="*/ 0 w 30"/>
                <a:gd name="T1" fmla="*/ 0 h 36"/>
                <a:gd name="T2" fmla="*/ 108 w 30"/>
                <a:gd name="T3" fmla="*/ 56 h 36"/>
                <a:gd name="T4" fmla="*/ 112 w 30"/>
                <a:gd name="T5" fmla="*/ 185 h 36"/>
                <a:gd name="T6" fmla="*/ 112 w 30"/>
                <a:gd name="T7" fmla="*/ 29 h 36"/>
                <a:gd name="T8" fmla="*/ 1 w 3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cubicBezTo>
                    <a:pt x="8" y="2"/>
                    <a:pt x="15" y="3"/>
                    <a:pt x="20" y="11"/>
                  </a:cubicBezTo>
                  <a:cubicBezTo>
                    <a:pt x="24" y="18"/>
                    <a:pt x="23" y="28"/>
                    <a:pt x="21" y="36"/>
                  </a:cubicBezTo>
                  <a:cubicBezTo>
                    <a:pt x="30" y="27"/>
                    <a:pt x="29" y="15"/>
                    <a:pt x="21" y="6"/>
                  </a:cubicBezTo>
                  <a:cubicBezTo>
                    <a:pt x="15" y="0"/>
                    <a:pt x="8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4" name="Freeform 741">
              <a:extLst>
                <a:ext uri="{FF2B5EF4-FFF2-40B4-BE49-F238E27FC236}">
                  <a16:creationId xmlns:a16="http://schemas.microsoft.com/office/drawing/2014/main" id="{FF41A38B-5CB7-4368-892F-FACFDC5AD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343"/>
              <a:ext cx="78" cy="27"/>
            </a:xfrm>
            <a:custGeom>
              <a:avLst/>
              <a:gdLst>
                <a:gd name="T0" fmla="*/ 0 w 56"/>
                <a:gd name="T1" fmla="*/ 97 h 19"/>
                <a:gd name="T2" fmla="*/ 143 w 56"/>
                <a:gd name="T3" fmla="*/ 40 h 19"/>
                <a:gd name="T4" fmla="*/ 295 w 56"/>
                <a:gd name="T5" fmla="*/ 109 h 19"/>
                <a:gd name="T6" fmla="*/ 221 w 56"/>
                <a:gd name="T7" fmla="*/ 28 h 19"/>
                <a:gd name="T8" fmla="*/ 117 w 56"/>
                <a:gd name="T9" fmla="*/ 0 h 19"/>
                <a:gd name="T10" fmla="*/ 0 w 56"/>
                <a:gd name="T11" fmla="*/ 9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9">
                  <a:moveTo>
                    <a:pt x="0" y="17"/>
                  </a:moveTo>
                  <a:cubicBezTo>
                    <a:pt x="7" y="9"/>
                    <a:pt x="16" y="6"/>
                    <a:pt x="27" y="7"/>
                  </a:cubicBezTo>
                  <a:cubicBezTo>
                    <a:pt x="39" y="7"/>
                    <a:pt x="46" y="12"/>
                    <a:pt x="56" y="19"/>
                  </a:cubicBezTo>
                  <a:cubicBezTo>
                    <a:pt x="55" y="15"/>
                    <a:pt x="46" y="8"/>
                    <a:pt x="42" y="5"/>
                  </a:cubicBezTo>
                  <a:cubicBezTo>
                    <a:pt x="36" y="2"/>
                    <a:pt x="29" y="0"/>
                    <a:pt x="22" y="0"/>
                  </a:cubicBezTo>
                  <a:cubicBezTo>
                    <a:pt x="10" y="0"/>
                    <a:pt x="3" y="5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5" name="Freeform 742">
              <a:extLst>
                <a:ext uri="{FF2B5EF4-FFF2-40B4-BE49-F238E27FC236}">
                  <a16:creationId xmlns:a16="http://schemas.microsoft.com/office/drawing/2014/main" id="{ACAEB69E-2624-4417-9995-3334E301B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203"/>
              <a:ext cx="24" cy="38"/>
            </a:xfrm>
            <a:custGeom>
              <a:avLst/>
              <a:gdLst>
                <a:gd name="T0" fmla="*/ 0 w 17"/>
                <a:gd name="T1" fmla="*/ 0 h 27"/>
                <a:gd name="T2" fmla="*/ 49 w 17"/>
                <a:gd name="T3" fmla="*/ 59 h 27"/>
                <a:gd name="T4" fmla="*/ 64 w 17"/>
                <a:gd name="T5" fmla="*/ 149 h 27"/>
                <a:gd name="T6" fmla="*/ 69 w 17"/>
                <a:gd name="T7" fmla="*/ 55 h 27"/>
                <a:gd name="T8" fmla="*/ 0 w 17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2" y="4"/>
                    <a:pt x="7" y="7"/>
                    <a:pt x="9" y="11"/>
                  </a:cubicBezTo>
                  <a:cubicBezTo>
                    <a:pt x="11" y="16"/>
                    <a:pt x="12" y="23"/>
                    <a:pt x="11" y="27"/>
                  </a:cubicBezTo>
                  <a:cubicBezTo>
                    <a:pt x="17" y="26"/>
                    <a:pt x="15" y="14"/>
                    <a:pt x="13" y="10"/>
                  </a:cubicBezTo>
                  <a:cubicBezTo>
                    <a:pt x="11" y="4"/>
                    <a:pt x="6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6" name="Freeform 743">
              <a:extLst>
                <a:ext uri="{FF2B5EF4-FFF2-40B4-BE49-F238E27FC236}">
                  <a16:creationId xmlns:a16="http://schemas.microsoft.com/office/drawing/2014/main" id="{D5C66E00-48FC-430F-8F45-B4885695E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188"/>
              <a:ext cx="31" cy="25"/>
            </a:xfrm>
            <a:custGeom>
              <a:avLst/>
              <a:gdLst>
                <a:gd name="T0" fmla="*/ 123 w 22"/>
                <a:gd name="T1" fmla="*/ 1 h 18"/>
                <a:gd name="T2" fmla="*/ 1 w 22"/>
                <a:gd name="T3" fmla="*/ 94 h 18"/>
                <a:gd name="T4" fmla="*/ 107 w 22"/>
                <a:gd name="T5" fmla="*/ 1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22" y="1"/>
                  </a:moveTo>
                  <a:cubicBezTo>
                    <a:pt x="12" y="0"/>
                    <a:pt x="0" y="5"/>
                    <a:pt x="1" y="18"/>
                  </a:cubicBezTo>
                  <a:cubicBezTo>
                    <a:pt x="3" y="11"/>
                    <a:pt x="12" y="1"/>
                    <a:pt x="1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7" name="Freeform 744">
              <a:extLst>
                <a:ext uri="{FF2B5EF4-FFF2-40B4-BE49-F238E27FC236}">
                  <a16:creationId xmlns:a16="http://schemas.microsoft.com/office/drawing/2014/main" id="{C8AC12D9-4E77-4419-BCB3-81C9A7727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124"/>
              <a:ext cx="14" cy="30"/>
            </a:xfrm>
            <a:custGeom>
              <a:avLst/>
              <a:gdLst>
                <a:gd name="T0" fmla="*/ 0 w 10"/>
                <a:gd name="T1" fmla="*/ 1 h 21"/>
                <a:gd name="T2" fmla="*/ 11 w 10"/>
                <a:gd name="T3" fmla="*/ 124 h 21"/>
                <a:gd name="T4" fmla="*/ 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1"/>
                  </a:moveTo>
                  <a:cubicBezTo>
                    <a:pt x="4" y="6"/>
                    <a:pt x="3" y="15"/>
                    <a:pt x="2" y="21"/>
                  </a:cubicBezTo>
                  <a:cubicBezTo>
                    <a:pt x="10" y="20"/>
                    <a:pt x="7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8" name="Freeform 745">
              <a:extLst>
                <a:ext uri="{FF2B5EF4-FFF2-40B4-BE49-F238E27FC236}">
                  <a16:creationId xmlns:a16="http://schemas.microsoft.com/office/drawing/2014/main" id="{0046EB37-A722-4938-8704-9B6E2CEEF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103"/>
              <a:ext cx="29" cy="30"/>
            </a:xfrm>
            <a:custGeom>
              <a:avLst/>
              <a:gdLst>
                <a:gd name="T0" fmla="*/ 128 w 20"/>
                <a:gd name="T1" fmla="*/ 27 h 21"/>
                <a:gd name="T2" fmla="*/ 19 w 20"/>
                <a:gd name="T3" fmla="*/ 124 h 21"/>
                <a:gd name="T4" fmla="*/ 116 w 20"/>
                <a:gd name="T5" fmla="*/ 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20" y="4"/>
                  </a:moveTo>
                  <a:cubicBezTo>
                    <a:pt x="9" y="3"/>
                    <a:pt x="7" y="12"/>
                    <a:pt x="3" y="21"/>
                  </a:cubicBezTo>
                  <a:cubicBezTo>
                    <a:pt x="0" y="12"/>
                    <a:pt x="9" y="0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19" name="Freeform 746">
              <a:extLst>
                <a:ext uri="{FF2B5EF4-FFF2-40B4-BE49-F238E27FC236}">
                  <a16:creationId xmlns:a16="http://schemas.microsoft.com/office/drawing/2014/main" id="{20FFD8DD-A306-4461-9CCB-D5DF82F32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054"/>
              <a:ext cx="64" cy="70"/>
            </a:xfrm>
            <a:custGeom>
              <a:avLst/>
              <a:gdLst>
                <a:gd name="T0" fmla="*/ 0 w 46"/>
                <a:gd name="T1" fmla="*/ 49 h 50"/>
                <a:gd name="T2" fmla="*/ 157 w 46"/>
                <a:gd name="T3" fmla="*/ 80 h 50"/>
                <a:gd name="T4" fmla="*/ 188 w 46"/>
                <a:gd name="T5" fmla="*/ 269 h 50"/>
                <a:gd name="T6" fmla="*/ 174 w 46"/>
                <a:gd name="T7" fmla="*/ 49 h 50"/>
                <a:gd name="T8" fmla="*/ 15 w 46"/>
                <a:gd name="T9" fmla="*/ 3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0">
                  <a:moveTo>
                    <a:pt x="0" y="9"/>
                  </a:moveTo>
                  <a:cubicBezTo>
                    <a:pt x="8" y="4"/>
                    <a:pt x="24" y="10"/>
                    <a:pt x="30" y="15"/>
                  </a:cubicBezTo>
                  <a:cubicBezTo>
                    <a:pt x="40" y="23"/>
                    <a:pt x="39" y="40"/>
                    <a:pt x="36" y="50"/>
                  </a:cubicBezTo>
                  <a:cubicBezTo>
                    <a:pt x="46" y="40"/>
                    <a:pt x="45" y="18"/>
                    <a:pt x="34" y="9"/>
                  </a:cubicBezTo>
                  <a:cubicBezTo>
                    <a:pt x="24" y="0"/>
                    <a:pt x="14" y="8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0" name="Freeform 747">
              <a:extLst>
                <a:ext uri="{FF2B5EF4-FFF2-40B4-BE49-F238E27FC236}">
                  <a16:creationId xmlns:a16="http://schemas.microsoft.com/office/drawing/2014/main" id="{23174794-D401-45A3-BD92-5435639B8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974"/>
              <a:ext cx="65" cy="75"/>
            </a:xfrm>
            <a:custGeom>
              <a:avLst/>
              <a:gdLst>
                <a:gd name="T0" fmla="*/ 0 w 47"/>
                <a:gd name="T1" fmla="*/ 16 h 53"/>
                <a:gd name="T2" fmla="*/ 104 w 47"/>
                <a:gd name="T3" fmla="*/ 28 h 53"/>
                <a:gd name="T4" fmla="*/ 170 w 47"/>
                <a:gd name="T5" fmla="*/ 81 h 53"/>
                <a:gd name="T6" fmla="*/ 199 w 47"/>
                <a:gd name="T7" fmla="*/ 192 h 53"/>
                <a:gd name="T8" fmla="*/ 174 w 47"/>
                <a:gd name="T9" fmla="*/ 300 h 53"/>
                <a:gd name="T10" fmla="*/ 235 w 47"/>
                <a:gd name="T11" fmla="*/ 201 h 53"/>
                <a:gd name="T12" fmla="*/ 188 w 47"/>
                <a:gd name="T13" fmla="*/ 50 h 53"/>
                <a:gd name="T14" fmla="*/ 79 w 47"/>
                <a:gd name="T15" fmla="*/ 1 h 53"/>
                <a:gd name="T16" fmla="*/ 11 w 47"/>
                <a:gd name="T17" fmla="*/ 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3">
                  <a:moveTo>
                    <a:pt x="0" y="3"/>
                  </a:moveTo>
                  <a:cubicBezTo>
                    <a:pt x="6" y="0"/>
                    <a:pt x="14" y="2"/>
                    <a:pt x="20" y="5"/>
                  </a:cubicBezTo>
                  <a:cubicBezTo>
                    <a:pt x="25" y="7"/>
                    <a:pt x="30" y="10"/>
                    <a:pt x="33" y="14"/>
                  </a:cubicBezTo>
                  <a:cubicBezTo>
                    <a:pt x="38" y="19"/>
                    <a:pt x="38" y="27"/>
                    <a:pt x="39" y="34"/>
                  </a:cubicBezTo>
                  <a:cubicBezTo>
                    <a:pt x="39" y="39"/>
                    <a:pt x="39" y="49"/>
                    <a:pt x="35" y="53"/>
                  </a:cubicBezTo>
                  <a:cubicBezTo>
                    <a:pt x="42" y="50"/>
                    <a:pt x="45" y="42"/>
                    <a:pt x="46" y="35"/>
                  </a:cubicBezTo>
                  <a:cubicBezTo>
                    <a:pt x="47" y="26"/>
                    <a:pt x="44" y="15"/>
                    <a:pt x="37" y="9"/>
                  </a:cubicBezTo>
                  <a:cubicBezTo>
                    <a:pt x="31" y="4"/>
                    <a:pt x="23" y="1"/>
                    <a:pt x="16" y="1"/>
                  </a:cubicBezTo>
                  <a:cubicBezTo>
                    <a:pt x="11" y="1"/>
                    <a:pt x="6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1" name="Freeform 748">
              <a:extLst>
                <a:ext uri="{FF2B5EF4-FFF2-40B4-BE49-F238E27FC236}">
                  <a16:creationId xmlns:a16="http://schemas.microsoft.com/office/drawing/2014/main" id="{8AC8BC46-D9F3-4445-993E-A83407374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496"/>
              <a:ext cx="32" cy="20"/>
            </a:xfrm>
            <a:custGeom>
              <a:avLst/>
              <a:gdLst>
                <a:gd name="T0" fmla="*/ 0 w 23"/>
                <a:gd name="T1" fmla="*/ 27 h 14"/>
                <a:gd name="T2" fmla="*/ 109 w 23"/>
                <a:gd name="T3" fmla="*/ 84 h 14"/>
                <a:gd name="T4" fmla="*/ 68 w 23"/>
                <a:gd name="T5" fmla="*/ 13 h 14"/>
                <a:gd name="T6" fmla="*/ 0 w 23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4">
                  <a:moveTo>
                    <a:pt x="0" y="4"/>
                  </a:moveTo>
                  <a:cubicBezTo>
                    <a:pt x="9" y="2"/>
                    <a:pt x="16" y="7"/>
                    <a:pt x="21" y="14"/>
                  </a:cubicBezTo>
                  <a:cubicBezTo>
                    <a:pt x="23" y="9"/>
                    <a:pt x="17" y="3"/>
                    <a:pt x="13" y="2"/>
                  </a:cubicBezTo>
                  <a:cubicBezTo>
                    <a:pt x="9" y="0"/>
                    <a:pt x="4" y="3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2" name="Freeform 749">
              <a:extLst>
                <a:ext uri="{FF2B5EF4-FFF2-40B4-BE49-F238E27FC236}">
                  <a16:creationId xmlns:a16="http://schemas.microsoft.com/office/drawing/2014/main" id="{244592DA-38E5-49A3-A0EA-2A923335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97"/>
              <a:ext cx="35" cy="56"/>
            </a:xfrm>
            <a:custGeom>
              <a:avLst/>
              <a:gdLst>
                <a:gd name="T0" fmla="*/ 0 w 25"/>
                <a:gd name="T1" fmla="*/ 1 h 40"/>
                <a:gd name="T2" fmla="*/ 97 w 25"/>
                <a:gd name="T3" fmla="*/ 94 h 40"/>
                <a:gd name="T4" fmla="*/ 69 w 25"/>
                <a:gd name="T5" fmla="*/ 214 h 40"/>
                <a:gd name="T6" fmla="*/ 108 w 25"/>
                <a:gd name="T7" fmla="*/ 57 h 40"/>
                <a:gd name="T8" fmla="*/ 0 w 25"/>
                <a:gd name="T9" fmla="*/ 1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1"/>
                  </a:moveTo>
                  <a:cubicBezTo>
                    <a:pt x="9" y="4"/>
                    <a:pt x="16" y="8"/>
                    <a:pt x="18" y="17"/>
                  </a:cubicBezTo>
                  <a:cubicBezTo>
                    <a:pt x="20" y="25"/>
                    <a:pt x="19" y="35"/>
                    <a:pt x="13" y="40"/>
                  </a:cubicBezTo>
                  <a:cubicBezTo>
                    <a:pt x="24" y="38"/>
                    <a:pt x="25" y="19"/>
                    <a:pt x="20" y="11"/>
                  </a:cubicBezTo>
                  <a:cubicBezTo>
                    <a:pt x="16" y="5"/>
                    <a:pt x="7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3" name="Freeform 750">
              <a:extLst>
                <a:ext uri="{FF2B5EF4-FFF2-40B4-BE49-F238E27FC236}">
                  <a16:creationId xmlns:a16="http://schemas.microsoft.com/office/drawing/2014/main" id="{4C5A66DF-E49B-4790-B1AA-21743B2C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385"/>
              <a:ext cx="32" cy="13"/>
            </a:xfrm>
            <a:custGeom>
              <a:avLst/>
              <a:gdLst>
                <a:gd name="T0" fmla="*/ 0 w 23"/>
                <a:gd name="T1" fmla="*/ 27 h 9"/>
                <a:gd name="T2" fmla="*/ 64 w 23"/>
                <a:gd name="T3" fmla="*/ 19 h 9"/>
                <a:gd name="T4" fmla="*/ 122 w 23"/>
                <a:gd name="T5" fmla="*/ 56 h 9"/>
                <a:gd name="T6" fmla="*/ 56 w 23"/>
                <a:gd name="T7" fmla="*/ 0 h 9"/>
                <a:gd name="T8" fmla="*/ 1 w 23"/>
                <a:gd name="T9" fmla="*/ 2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">
                  <a:moveTo>
                    <a:pt x="0" y="4"/>
                  </a:moveTo>
                  <a:cubicBezTo>
                    <a:pt x="4" y="5"/>
                    <a:pt x="8" y="3"/>
                    <a:pt x="12" y="3"/>
                  </a:cubicBezTo>
                  <a:cubicBezTo>
                    <a:pt x="16" y="3"/>
                    <a:pt x="20" y="6"/>
                    <a:pt x="23" y="9"/>
                  </a:cubicBezTo>
                  <a:cubicBezTo>
                    <a:pt x="22" y="4"/>
                    <a:pt x="17" y="0"/>
                    <a:pt x="11" y="0"/>
                  </a:cubicBezTo>
                  <a:cubicBezTo>
                    <a:pt x="7" y="0"/>
                    <a:pt x="4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4" name="Freeform 751">
              <a:extLst>
                <a:ext uri="{FF2B5EF4-FFF2-40B4-BE49-F238E27FC236}">
                  <a16:creationId xmlns:a16="http://schemas.microsoft.com/office/drawing/2014/main" id="{D5A08CD1-926C-4FFF-84DA-5C2925A10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123"/>
              <a:ext cx="11" cy="15"/>
            </a:xfrm>
            <a:custGeom>
              <a:avLst/>
              <a:gdLst>
                <a:gd name="T0" fmla="*/ 0 w 8"/>
                <a:gd name="T1" fmla="*/ 1 h 11"/>
                <a:gd name="T2" fmla="*/ 29 w 8"/>
                <a:gd name="T3" fmla="*/ 50 h 11"/>
                <a:gd name="T4" fmla="*/ 0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1"/>
                  </a:moveTo>
                  <a:cubicBezTo>
                    <a:pt x="5" y="2"/>
                    <a:pt x="4" y="7"/>
                    <a:pt x="6" y="11"/>
                  </a:cubicBezTo>
                  <a:cubicBezTo>
                    <a:pt x="8" y="5"/>
                    <a:pt x="6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5" name="Freeform 752">
              <a:extLst>
                <a:ext uri="{FF2B5EF4-FFF2-40B4-BE49-F238E27FC236}">
                  <a16:creationId xmlns:a16="http://schemas.microsoft.com/office/drawing/2014/main" id="{96ACC9FD-7E9C-4B46-A9D9-FB7D364DA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974"/>
              <a:ext cx="21" cy="17"/>
            </a:xfrm>
            <a:custGeom>
              <a:avLst/>
              <a:gdLst>
                <a:gd name="T0" fmla="*/ 0 w 15"/>
                <a:gd name="T1" fmla="*/ 1 h 12"/>
                <a:gd name="T2" fmla="*/ 80 w 15"/>
                <a:gd name="T3" fmla="*/ 68 h 12"/>
                <a:gd name="T4" fmla="*/ 1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1"/>
                  </a:moveTo>
                  <a:cubicBezTo>
                    <a:pt x="6" y="0"/>
                    <a:pt x="12" y="7"/>
                    <a:pt x="15" y="12"/>
                  </a:cubicBezTo>
                  <a:cubicBezTo>
                    <a:pt x="11" y="4"/>
                    <a:pt x="1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6" name="Freeform 753">
              <a:extLst>
                <a:ext uri="{FF2B5EF4-FFF2-40B4-BE49-F238E27FC236}">
                  <a16:creationId xmlns:a16="http://schemas.microsoft.com/office/drawing/2014/main" id="{5C4756D3-E6DD-4F1C-BADE-62D375C0C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930"/>
              <a:ext cx="153" cy="94"/>
            </a:xfrm>
            <a:custGeom>
              <a:avLst/>
              <a:gdLst>
                <a:gd name="T0" fmla="*/ 0 w 109"/>
                <a:gd name="T1" fmla="*/ 337 h 67"/>
                <a:gd name="T2" fmla="*/ 174 w 109"/>
                <a:gd name="T3" fmla="*/ 295 h 67"/>
                <a:gd name="T4" fmla="*/ 355 w 109"/>
                <a:gd name="T5" fmla="*/ 185 h 67"/>
                <a:gd name="T6" fmla="*/ 480 w 109"/>
                <a:gd name="T7" fmla="*/ 77 h 67"/>
                <a:gd name="T8" fmla="*/ 567 w 109"/>
                <a:gd name="T9" fmla="*/ 0 h 67"/>
                <a:gd name="T10" fmla="*/ 528 w 109"/>
                <a:gd name="T11" fmla="*/ 152 h 67"/>
                <a:gd name="T12" fmla="*/ 335 w 109"/>
                <a:gd name="T13" fmla="*/ 314 h 67"/>
                <a:gd name="T14" fmla="*/ 132 w 109"/>
                <a:gd name="T15" fmla="*/ 358 h 67"/>
                <a:gd name="T16" fmla="*/ 1 w 109"/>
                <a:gd name="T17" fmla="*/ 348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67">
                  <a:moveTo>
                    <a:pt x="0" y="62"/>
                  </a:moveTo>
                  <a:cubicBezTo>
                    <a:pt x="11" y="62"/>
                    <a:pt x="22" y="57"/>
                    <a:pt x="32" y="54"/>
                  </a:cubicBezTo>
                  <a:cubicBezTo>
                    <a:pt x="43" y="50"/>
                    <a:pt x="55" y="42"/>
                    <a:pt x="65" y="34"/>
                  </a:cubicBezTo>
                  <a:cubicBezTo>
                    <a:pt x="73" y="28"/>
                    <a:pt x="81" y="21"/>
                    <a:pt x="88" y="14"/>
                  </a:cubicBezTo>
                  <a:cubicBezTo>
                    <a:pt x="94" y="10"/>
                    <a:pt x="97" y="3"/>
                    <a:pt x="104" y="0"/>
                  </a:cubicBezTo>
                  <a:cubicBezTo>
                    <a:pt x="109" y="7"/>
                    <a:pt x="101" y="22"/>
                    <a:pt x="97" y="28"/>
                  </a:cubicBezTo>
                  <a:cubicBezTo>
                    <a:pt x="88" y="39"/>
                    <a:pt x="74" y="51"/>
                    <a:pt x="61" y="58"/>
                  </a:cubicBezTo>
                  <a:cubicBezTo>
                    <a:pt x="50" y="63"/>
                    <a:pt x="37" y="64"/>
                    <a:pt x="24" y="66"/>
                  </a:cubicBezTo>
                  <a:cubicBezTo>
                    <a:pt x="17" y="67"/>
                    <a:pt x="8" y="65"/>
                    <a:pt x="1" y="64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7" name="Freeform 754">
              <a:extLst>
                <a:ext uri="{FF2B5EF4-FFF2-40B4-BE49-F238E27FC236}">
                  <a16:creationId xmlns:a16="http://schemas.microsoft.com/office/drawing/2014/main" id="{001970CA-F008-47CE-A26C-977A6D1F1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526"/>
              <a:ext cx="368" cy="136"/>
            </a:xfrm>
            <a:custGeom>
              <a:avLst/>
              <a:gdLst>
                <a:gd name="T0" fmla="*/ 1433 w 262"/>
                <a:gd name="T1" fmla="*/ 11 h 97"/>
                <a:gd name="T2" fmla="*/ 1089 w 262"/>
                <a:gd name="T3" fmla="*/ 67 h 97"/>
                <a:gd name="T4" fmla="*/ 677 w 262"/>
                <a:gd name="T5" fmla="*/ 192 h 97"/>
                <a:gd name="T6" fmla="*/ 288 w 262"/>
                <a:gd name="T7" fmla="*/ 352 h 97"/>
                <a:gd name="T8" fmla="*/ 0 w 262"/>
                <a:gd name="T9" fmla="*/ 527 h 97"/>
                <a:gd name="T10" fmla="*/ 219 w 262"/>
                <a:gd name="T11" fmla="*/ 416 h 97"/>
                <a:gd name="T12" fmla="*/ 433 w 262"/>
                <a:gd name="T13" fmla="*/ 324 h 97"/>
                <a:gd name="T14" fmla="*/ 868 w 262"/>
                <a:gd name="T15" fmla="*/ 177 h 97"/>
                <a:gd name="T16" fmla="*/ 1244 w 262"/>
                <a:gd name="T17" fmla="*/ 77 h 97"/>
                <a:gd name="T18" fmla="*/ 1427 w 262"/>
                <a:gd name="T19" fmla="*/ 15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2" h="97">
                  <a:moveTo>
                    <a:pt x="262" y="2"/>
                  </a:moveTo>
                  <a:cubicBezTo>
                    <a:pt x="242" y="0"/>
                    <a:pt x="218" y="6"/>
                    <a:pt x="199" y="12"/>
                  </a:cubicBezTo>
                  <a:cubicBezTo>
                    <a:pt x="174" y="20"/>
                    <a:pt x="148" y="25"/>
                    <a:pt x="124" y="36"/>
                  </a:cubicBezTo>
                  <a:cubicBezTo>
                    <a:pt x="101" y="47"/>
                    <a:pt x="77" y="54"/>
                    <a:pt x="53" y="65"/>
                  </a:cubicBezTo>
                  <a:cubicBezTo>
                    <a:pt x="35" y="74"/>
                    <a:pt x="16" y="85"/>
                    <a:pt x="0" y="97"/>
                  </a:cubicBezTo>
                  <a:cubicBezTo>
                    <a:pt x="14" y="93"/>
                    <a:pt x="27" y="83"/>
                    <a:pt x="40" y="77"/>
                  </a:cubicBezTo>
                  <a:cubicBezTo>
                    <a:pt x="53" y="71"/>
                    <a:pt x="66" y="66"/>
                    <a:pt x="79" y="60"/>
                  </a:cubicBezTo>
                  <a:cubicBezTo>
                    <a:pt x="105" y="49"/>
                    <a:pt x="132" y="42"/>
                    <a:pt x="159" y="33"/>
                  </a:cubicBezTo>
                  <a:cubicBezTo>
                    <a:pt x="181" y="25"/>
                    <a:pt x="205" y="22"/>
                    <a:pt x="228" y="14"/>
                  </a:cubicBezTo>
                  <a:cubicBezTo>
                    <a:pt x="239" y="10"/>
                    <a:pt x="250" y="6"/>
                    <a:pt x="261" y="3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8" name="Freeform 755">
              <a:extLst>
                <a:ext uri="{FF2B5EF4-FFF2-40B4-BE49-F238E27FC236}">
                  <a16:creationId xmlns:a16="http://schemas.microsoft.com/office/drawing/2014/main" id="{9C5563EE-CBB4-4D33-AC2D-24E14887A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353"/>
              <a:ext cx="88" cy="73"/>
            </a:xfrm>
            <a:custGeom>
              <a:avLst/>
              <a:gdLst>
                <a:gd name="T0" fmla="*/ 335 w 63"/>
                <a:gd name="T1" fmla="*/ 0 h 52"/>
                <a:gd name="T2" fmla="*/ 123 w 63"/>
                <a:gd name="T3" fmla="*/ 185 h 52"/>
                <a:gd name="T4" fmla="*/ 0 w 63"/>
                <a:gd name="T5" fmla="*/ 282 h 52"/>
                <a:gd name="T6" fmla="*/ 225 w 63"/>
                <a:gd name="T7" fmla="*/ 143 h 52"/>
                <a:gd name="T8" fmla="*/ 314 w 63"/>
                <a:gd name="T9" fmla="*/ 2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2">
                  <a:moveTo>
                    <a:pt x="63" y="0"/>
                  </a:moveTo>
                  <a:cubicBezTo>
                    <a:pt x="54" y="14"/>
                    <a:pt x="36" y="25"/>
                    <a:pt x="23" y="34"/>
                  </a:cubicBezTo>
                  <a:cubicBezTo>
                    <a:pt x="16" y="39"/>
                    <a:pt x="5" y="44"/>
                    <a:pt x="0" y="52"/>
                  </a:cubicBezTo>
                  <a:cubicBezTo>
                    <a:pt x="14" y="52"/>
                    <a:pt x="32" y="34"/>
                    <a:pt x="42" y="26"/>
                  </a:cubicBezTo>
                  <a:cubicBezTo>
                    <a:pt x="50" y="20"/>
                    <a:pt x="55" y="12"/>
                    <a:pt x="59" y="4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29" name="Freeform 756">
              <a:extLst>
                <a:ext uri="{FF2B5EF4-FFF2-40B4-BE49-F238E27FC236}">
                  <a16:creationId xmlns:a16="http://schemas.microsoft.com/office/drawing/2014/main" id="{DF6B838A-06A6-4408-8037-04EBD1501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446"/>
              <a:ext cx="97" cy="55"/>
            </a:xfrm>
            <a:custGeom>
              <a:avLst/>
              <a:gdLst>
                <a:gd name="T0" fmla="*/ 378 w 69"/>
                <a:gd name="T1" fmla="*/ 0 h 39"/>
                <a:gd name="T2" fmla="*/ 186 w 69"/>
                <a:gd name="T3" fmla="*/ 110 h 39"/>
                <a:gd name="T4" fmla="*/ 0 w 69"/>
                <a:gd name="T5" fmla="*/ 204 h 39"/>
                <a:gd name="T6" fmla="*/ 375 w 69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39">
                  <a:moveTo>
                    <a:pt x="69" y="0"/>
                  </a:moveTo>
                  <a:cubicBezTo>
                    <a:pt x="62" y="8"/>
                    <a:pt x="44" y="15"/>
                    <a:pt x="34" y="20"/>
                  </a:cubicBezTo>
                  <a:cubicBezTo>
                    <a:pt x="23" y="26"/>
                    <a:pt x="8" y="30"/>
                    <a:pt x="0" y="37"/>
                  </a:cubicBezTo>
                  <a:cubicBezTo>
                    <a:pt x="25" y="39"/>
                    <a:pt x="48" y="13"/>
                    <a:pt x="68" y="0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0" name="Freeform 757">
              <a:extLst>
                <a:ext uri="{FF2B5EF4-FFF2-40B4-BE49-F238E27FC236}">
                  <a16:creationId xmlns:a16="http://schemas.microsoft.com/office/drawing/2014/main" id="{B90ADB67-8DF2-44DD-A5C7-88257A505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016"/>
              <a:ext cx="23" cy="118"/>
            </a:xfrm>
            <a:custGeom>
              <a:avLst/>
              <a:gdLst>
                <a:gd name="T0" fmla="*/ 50 w 16"/>
                <a:gd name="T1" fmla="*/ 0 h 84"/>
                <a:gd name="T2" fmla="*/ 98 w 16"/>
                <a:gd name="T3" fmla="*/ 459 h 84"/>
                <a:gd name="T4" fmla="*/ 39 w 16"/>
                <a:gd name="T5" fmla="*/ 205 h 84"/>
                <a:gd name="T6" fmla="*/ 50 w 16"/>
                <a:gd name="T7" fmla="*/ 1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4">
                  <a:moveTo>
                    <a:pt x="8" y="0"/>
                  </a:moveTo>
                  <a:cubicBezTo>
                    <a:pt x="0" y="27"/>
                    <a:pt x="5" y="60"/>
                    <a:pt x="16" y="84"/>
                  </a:cubicBezTo>
                  <a:cubicBezTo>
                    <a:pt x="10" y="70"/>
                    <a:pt x="6" y="54"/>
                    <a:pt x="6" y="38"/>
                  </a:cubicBezTo>
                  <a:cubicBezTo>
                    <a:pt x="6" y="27"/>
                    <a:pt x="4" y="12"/>
                    <a:pt x="8" y="1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1" name="Freeform 758">
              <a:extLst>
                <a:ext uri="{FF2B5EF4-FFF2-40B4-BE49-F238E27FC236}">
                  <a16:creationId xmlns:a16="http://schemas.microsoft.com/office/drawing/2014/main" id="{D726D357-A8DA-41D1-A8C2-B75BDE31A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255"/>
              <a:ext cx="10" cy="73"/>
            </a:xfrm>
            <a:custGeom>
              <a:avLst/>
              <a:gdLst>
                <a:gd name="T0" fmla="*/ 41 w 7"/>
                <a:gd name="T1" fmla="*/ 0 h 52"/>
                <a:gd name="T2" fmla="*/ 39 w 7"/>
                <a:gd name="T3" fmla="*/ 282 h 52"/>
                <a:gd name="T4" fmla="*/ 39 w 7"/>
                <a:gd name="T5" fmla="*/ 124 h 52"/>
                <a:gd name="T6" fmla="*/ 39 w 7"/>
                <a:gd name="T7" fmla="*/ 2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2">
                  <a:moveTo>
                    <a:pt x="7" y="0"/>
                  </a:moveTo>
                  <a:cubicBezTo>
                    <a:pt x="0" y="14"/>
                    <a:pt x="1" y="38"/>
                    <a:pt x="6" y="52"/>
                  </a:cubicBezTo>
                  <a:cubicBezTo>
                    <a:pt x="2" y="44"/>
                    <a:pt x="5" y="32"/>
                    <a:pt x="6" y="23"/>
                  </a:cubicBezTo>
                  <a:cubicBezTo>
                    <a:pt x="6" y="17"/>
                    <a:pt x="6" y="10"/>
                    <a:pt x="6" y="4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2" name="Freeform 759">
              <a:extLst>
                <a:ext uri="{FF2B5EF4-FFF2-40B4-BE49-F238E27FC236}">
                  <a16:creationId xmlns:a16="http://schemas.microsoft.com/office/drawing/2014/main" id="{22A787CF-1FBB-4B89-BFA4-02FA32C90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84"/>
              <a:ext cx="48" cy="64"/>
            </a:xfrm>
            <a:custGeom>
              <a:avLst/>
              <a:gdLst>
                <a:gd name="T0" fmla="*/ 64 w 34"/>
                <a:gd name="T1" fmla="*/ 0 h 46"/>
                <a:gd name="T2" fmla="*/ 69 w 34"/>
                <a:gd name="T3" fmla="*/ 124 h 46"/>
                <a:gd name="T4" fmla="*/ 124 w 34"/>
                <a:gd name="T5" fmla="*/ 184 h 46"/>
                <a:gd name="T6" fmla="*/ 192 w 34"/>
                <a:gd name="T7" fmla="*/ 237 h 46"/>
                <a:gd name="T8" fmla="*/ 90 w 34"/>
                <a:gd name="T9" fmla="*/ 188 h 46"/>
                <a:gd name="T10" fmla="*/ 28 w 34"/>
                <a:gd name="T11" fmla="*/ 115 h 46"/>
                <a:gd name="T12" fmla="*/ 16 w 34"/>
                <a:gd name="T13" fmla="*/ 36 h 46"/>
                <a:gd name="T14" fmla="*/ 56 w 3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46">
                  <a:moveTo>
                    <a:pt x="11" y="0"/>
                  </a:moveTo>
                  <a:cubicBezTo>
                    <a:pt x="3" y="6"/>
                    <a:pt x="9" y="18"/>
                    <a:pt x="13" y="24"/>
                  </a:cubicBezTo>
                  <a:cubicBezTo>
                    <a:pt x="16" y="28"/>
                    <a:pt x="18" y="31"/>
                    <a:pt x="22" y="35"/>
                  </a:cubicBezTo>
                  <a:cubicBezTo>
                    <a:pt x="26" y="38"/>
                    <a:pt x="31" y="41"/>
                    <a:pt x="34" y="45"/>
                  </a:cubicBezTo>
                  <a:cubicBezTo>
                    <a:pt x="28" y="46"/>
                    <a:pt x="20" y="40"/>
                    <a:pt x="16" y="36"/>
                  </a:cubicBezTo>
                  <a:cubicBezTo>
                    <a:pt x="12" y="32"/>
                    <a:pt x="8" y="28"/>
                    <a:pt x="5" y="22"/>
                  </a:cubicBezTo>
                  <a:cubicBezTo>
                    <a:pt x="3" y="17"/>
                    <a:pt x="0" y="12"/>
                    <a:pt x="3" y="7"/>
                  </a:cubicBezTo>
                  <a:cubicBezTo>
                    <a:pt x="4" y="4"/>
                    <a:pt x="8" y="0"/>
                    <a:pt x="10" y="0"/>
                  </a:cubicBezTo>
                </a:path>
              </a:pathLst>
            </a:custGeom>
            <a:solidFill>
              <a:srgbClr val="F7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3" name="Freeform 760">
              <a:extLst>
                <a:ext uri="{FF2B5EF4-FFF2-40B4-BE49-F238E27FC236}">
                  <a16:creationId xmlns:a16="http://schemas.microsoft.com/office/drawing/2014/main" id="{9E456E6C-97B1-48D0-A56A-6C122A025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582"/>
              <a:ext cx="221" cy="88"/>
            </a:xfrm>
            <a:custGeom>
              <a:avLst/>
              <a:gdLst>
                <a:gd name="T0" fmla="*/ 0 w 158"/>
                <a:gd name="T1" fmla="*/ 0 h 63"/>
                <a:gd name="T2" fmla="*/ 55 w 158"/>
                <a:gd name="T3" fmla="*/ 84 h 63"/>
                <a:gd name="T4" fmla="*/ 145 w 158"/>
                <a:gd name="T5" fmla="*/ 191 h 63"/>
                <a:gd name="T6" fmla="*/ 358 w 158"/>
                <a:gd name="T7" fmla="*/ 314 h 63"/>
                <a:gd name="T8" fmla="*/ 659 w 158"/>
                <a:gd name="T9" fmla="*/ 324 h 63"/>
                <a:gd name="T10" fmla="*/ 769 w 158"/>
                <a:gd name="T11" fmla="*/ 309 h 63"/>
                <a:gd name="T12" fmla="*/ 845 w 158"/>
                <a:gd name="T13" fmla="*/ 267 h 63"/>
                <a:gd name="T14" fmla="*/ 540 w 158"/>
                <a:gd name="T15" fmla="*/ 270 h 63"/>
                <a:gd name="T16" fmla="*/ 284 w 158"/>
                <a:gd name="T17" fmla="*/ 205 h 63"/>
                <a:gd name="T18" fmla="*/ 94 w 158"/>
                <a:gd name="T19" fmla="*/ 84 h 63"/>
                <a:gd name="T20" fmla="*/ 0 w 158"/>
                <a:gd name="T21" fmla="*/ 11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8" h="63">
                  <a:moveTo>
                    <a:pt x="0" y="0"/>
                  </a:moveTo>
                  <a:cubicBezTo>
                    <a:pt x="1" y="6"/>
                    <a:pt x="7" y="11"/>
                    <a:pt x="10" y="16"/>
                  </a:cubicBezTo>
                  <a:cubicBezTo>
                    <a:pt x="16" y="23"/>
                    <a:pt x="21" y="30"/>
                    <a:pt x="27" y="36"/>
                  </a:cubicBezTo>
                  <a:cubicBezTo>
                    <a:pt x="39" y="48"/>
                    <a:pt x="52" y="55"/>
                    <a:pt x="67" y="59"/>
                  </a:cubicBezTo>
                  <a:cubicBezTo>
                    <a:pt x="85" y="63"/>
                    <a:pt x="105" y="62"/>
                    <a:pt x="123" y="61"/>
                  </a:cubicBezTo>
                  <a:cubicBezTo>
                    <a:pt x="130" y="61"/>
                    <a:pt x="138" y="61"/>
                    <a:pt x="144" y="58"/>
                  </a:cubicBezTo>
                  <a:cubicBezTo>
                    <a:pt x="147" y="57"/>
                    <a:pt x="157" y="53"/>
                    <a:pt x="158" y="50"/>
                  </a:cubicBezTo>
                  <a:cubicBezTo>
                    <a:pt x="139" y="51"/>
                    <a:pt x="120" y="53"/>
                    <a:pt x="101" y="51"/>
                  </a:cubicBezTo>
                  <a:cubicBezTo>
                    <a:pt x="84" y="49"/>
                    <a:pt x="68" y="45"/>
                    <a:pt x="53" y="39"/>
                  </a:cubicBezTo>
                  <a:cubicBezTo>
                    <a:pt x="39" y="34"/>
                    <a:pt x="28" y="25"/>
                    <a:pt x="17" y="16"/>
                  </a:cubicBezTo>
                  <a:cubicBezTo>
                    <a:pt x="12" y="12"/>
                    <a:pt x="2" y="6"/>
                    <a:pt x="0" y="2"/>
                  </a:cubicBezTo>
                </a:path>
              </a:pathLst>
            </a:custGeom>
            <a:solidFill>
              <a:srgbClr val="F7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4" name="Freeform 761">
              <a:extLst>
                <a:ext uri="{FF2B5EF4-FFF2-40B4-BE49-F238E27FC236}">
                  <a16:creationId xmlns:a16="http://schemas.microsoft.com/office/drawing/2014/main" id="{B5EB1405-B92B-4695-AFCD-AB31C7C5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576"/>
              <a:ext cx="265" cy="148"/>
            </a:xfrm>
            <a:custGeom>
              <a:avLst/>
              <a:gdLst>
                <a:gd name="T0" fmla="*/ 1021 w 189"/>
                <a:gd name="T1" fmla="*/ 0 h 105"/>
                <a:gd name="T2" fmla="*/ 920 w 189"/>
                <a:gd name="T3" fmla="*/ 45 h 105"/>
                <a:gd name="T4" fmla="*/ 777 w 189"/>
                <a:gd name="T5" fmla="*/ 123 h 105"/>
                <a:gd name="T6" fmla="*/ 564 w 189"/>
                <a:gd name="T7" fmla="*/ 278 h 105"/>
                <a:gd name="T8" fmla="*/ 269 w 189"/>
                <a:gd name="T9" fmla="*/ 460 h 105"/>
                <a:gd name="T10" fmla="*/ 123 w 189"/>
                <a:gd name="T11" fmla="*/ 529 h 105"/>
                <a:gd name="T12" fmla="*/ 0 w 189"/>
                <a:gd name="T13" fmla="*/ 586 h 105"/>
                <a:gd name="T14" fmla="*/ 405 w 189"/>
                <a:gd name="T15" fmla="*/ 437 h 105"/>
                <a:gd name="T16" fmla="*/ 690 w 189"/>
                <a:gd name="T17" fmla="*/ 288 h 105"/>
                <a:gd name="T18" fmla="*/ 920 w 189"/>
                <a:gd name="T19" fmla="*/ 110 h 105"/>
                <a:gd name="T20" fmla="*/ 998 w 189"/>
                <a:gd name="T21" fmla="*/ 39 h 105"/>
                <a:gd name="T22" fmla="*/ 1026 w 189"/>
                <a:gd name="T23" fmla="*/ 1 h 1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9" h="105">
                  <a:moveTo>
                    <a:pt x="188" y="0"/>
                  </a:moveTo>
                  <a:cubicBezTo>
                    <a:pt x="184" y="4"/>
                    <a:pt x="176" y="5"/>
                    <a:pt x="170" y="8"/>
                  </a:cubicBezTo>
                  <a:cubicBezTo>
                    <a:pt x="161" y="13"/>
                    <a:pt x="152" y="17"/>
                    <a:pt x="143" y="22"/>
                  </a:cubicBezTo>
                  <a:cubicBezTo>
                    <a:pt x="128" y="30"/>
                    <a:pt x="116" y="40"/>
                    <a:pt x="104" y="50"/>
                  </a:cubicBezTo>
                  <a:cubicBezTo>
                    <a:pt x="88" y="63"/>
                    <a:pt x="68" y="71"/>
                    <a:pt x="50" y="82"/>
                  </a:cubicBezTo>
                  <a:cubicBezTo>
                    <a:pt x="41" y="87"/>
                    <a:pt x="33" y="92"/>
                    <a:pt x="23" y="95"/>
                  </a:cubicBezTo>
                  <a:cubicBezTo>
                    <a:pt x="15" y="98"/>
                    <a:pt x="8" y="103"/>
                    <a:pt x="0" y="105"/>
                  </a:cubicBezTo>
                  <a:cubicBezTo>
                    <a:pt x="25" y="98"/>
                    <a:pt x="52" y="91"/>
                    <a:pt x="75" y="79"/>
                  </a:cubicBezTo>
                  <a:cubicBezTo>
                    <a:pt x="93" y="70"/>
                    <a:pt x="111" y="63"/>
                    <a:pt x="127" y="52"/>
                  </a:cubicBezTo>
                  <a:cubicBezTo>
                    <a:pt x="142" y="41"/>
                    <a:pt x="156" y="31"/>
                    <a:pt x="170" y="20"/>
                  </a:cubicBezTo>
                  <a:cubicBezTo>
                    <a:pt x="175" y="16"/>
                    <a:pt x="180" y="12"/>
                    <a:pt x="184" y="7"/>
                  </a:cubicBezTo>
                  <a:cubicBezTo>
                    <a:pt x="185" y="5"/>
                    <a:pt x="187" y="2"/>
                    <a:pt x="189" y="1"/>
                  </a:cubicBezTo>
                </a:path>
              </a:pathLst>
            </a:custGeom>
            <a:solidFill>
              <a:srgbClr val="F7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5" name="Freeform 762">
              <a:extLst>
                <a:ext uri="{FF2B5EF4-FFF2-40B4-BE49-F238E27FC236}">
                  <a16:creationId xmlns:a16="http://schemas.microsoft.com/office/drawing/2014/main" id="{800243FB-85E9-4319-96C7-D2EB7D05F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409"/>
              <a:ext cx="114" cy="52"/>
            </a:xfrm>
            <a:custGeom>
              <a:avLst/>
              <a:gdLst>
                <a:gd name="T0" fmla="*/ 446 w 81"/>
                <a:gd name="T1" fmla="*/ 0 h 37"/>
                <a:gd name="T2" fmla="*/ 355 w 81"/>
                <a:gd name="T3" fmla="*/ 42 h 37"/>
                <a:gd name="T4" fmla="*/ 242 w 81"/>
                <a:gd name="T5" fmla="*/ 104 h 37"/>
                <a:gd name="T6" fmla="*/ 125 w 81"/>
                <a:gd name="T7" fmla="*/ 162 h 37"/>
                <a:gd name="T8" fmla="*/ 0 w 81"/>
                <a:gd name="T9" fmla="*/ 200 h 37"/>
                <a:gd name="T10" fmla="*/ 165 w 81"/>
                <a:gd name="T11" fmla="*/ 162 h 37"/>
                <a:gd name="T12" fmla="*/ 301 w 81"/>
                <a:gd name="T13" fmla="*/ 97 h 37"/>
                <a:gd name="T14" fmla="*/ 443 w 81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7">
                  <a:moveTo>
                    <a:pt x="81" y="0"/>
                  </a:moveTo>
                  <a:cubicBezTo>
                    <a:pt x="77" y="0"/>
                    <a:pt x="68" y="6"/>
                    <a:pt x="64" y="8"/>
                  </a:cubicBezTo>
                  <a:cubicBezTo>
                    <a:pt x="57" y="12"/>
                    <a:pt x="51" y="16"/>
                    <a:pt x="44" y="19"/>
                  </a:cubicBezTo>
                  <a:cubicBezTo>
                    <a:pt x="37" y="22"/>
                    <a:pt x="30" y="26"/>
                    <a:pt x="23" y="29"/>
                  </a:cubicBezTo>
                  <a:cubicBezTo>
                    <a:pt x="15" y="32"/>
                    <a:pt x="8" y="34"/>
                    <a:pt x="0" y="36"/>
                  </a:cubicBezTo>
                  <a:cubicBezTo>
                    <a:pt x="10" y="37"/>
                    <a:pt x="21" y="31"/>
                    <a:pt x="30" y="29"/>
                  </a:cubicBezTo>
                  <a:cubicBezTo>
                    <a:pt x="39" y="27"/>
                    <a:pt x="47" y="22"/>
                    <a:pt x="55" y="18"/>
                  </a:cubicBezTo>
                  <a:cubicBezTo>
                    <a:pt x="64" y="13"/>
                    <a:pt x="72" y="6"/>
                    <a:pt x="80" y="0"/>
                  </a:cubicBezTo>
                </a:path>
              </a:pathLst>
            </a:custGeom>
            <a:solidFill>
              <a:srgbClr val="F7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6" name="Freeform 763">
              <a:extLst>
                <a:ext uri="{FF2B5EF4-FFF2-40B4-BE49-F238E27FC236}">
                  <a16:creationId xmlns:a16="http://schemas.microsoft.com/office/drawing/2014/main" id="{AEB71140-8E2E-4ABE-A031-3034F9704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263"/>
              <a:ext cx="43" cy="99"/>
            </a:xfrm>
            <a:custGeom>
              <a:avLst/>
              <a:gdLst>
                <a:gd name="T0" fmla="*/ 0 w 31"/>
                <a:gd name="T1" fmla="*/ 0 h 70"/>
                <a:gd name="T2" fmla="*/ 89 w 31"/>
                <a:gd name="T3" fmla="*/ 175 h 70"/>
                <a:gd name="T4" fmla="*/ 160 w 31"/>
                <a:gd name="T5" fmla="*/ 396 h 70"/>
                <a:gd name="T6" fmla="*/ 123 w 31"/>
                <a:gd name="T7" fmla="*/ 264 h 70"/>
                <a:gd name="T8" fmla="*/ 94 w 31"/>
                <a:gd name="T9" fmla="*/ 163 h 70"/>
                <a:gd name="T10" fmla="*/ 11 w 31"/>
                <a:gd name="T11" fmla="*/ 1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70">
                  <a:moveTo>
                    <a:pt x="0" y="0"/>
                  </a:moveTo>
                  <a:cubicBezTo>
                    <a:pt x="9" y="8"/>
                    <a:pt x="13" y="20"/>
                    <a:pt x="17" y="31"/>
                  </a:cubicBezTo>
                  <a:cubicBezTo>
                    <a:pt x="22" y="44"/>
                    <a:pt x="25" y="58"/>
                    <a:pt x="31" y="70"/>
                  </a:cubicBezTo>
                  <a:cubicBezTo>
                    <a:pt x="30" y="62"/>
                    <a:pt x="26" y="54"/>
                    <a:pt x="24" y="47"/>
                  </a:cubicBezTo>
                  <a:cubicBezTo>
                    <a:pt x="22" y="40"/>
                    <a:pt x="20" y="35"/>
                    <a:pt x="18" y="28"/>
                  </a:cubicBezTo>
                  <a:cubicBezTo>
                    <a:pt x="15" y="17"/>
                    <a:pt x="8" y="11"/>
                    <a:pt x="2" y="2"/>
                  </a:cubicBezTo>
                </a:path>
              </a:pathLst>
            </a:custGeom>
            <a:solidFill>
              <a:srgbClr val="F7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7" name="Freeform 764">
              <a:extLst>
                <a:ext uri="{FF2B5EF4-FFF2-40B4-BE49-F238E27FC236}">
                  <a16:creationId xmlns:a16="http://schemas.microsoft.com/office/drawing/2014/main" id="{838D57FF-D4B4-4273-BA66-C21557F78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1973"/>
              <a:ext cx="31" cy="57"/>
            </a:xfrm>
            <a:custGeom>
              <a:avLst/>
              <a:gdLst>
                <a:gd name="T0" fmla="*/ 1 w 22"/>
                <a:gd name="T1" fmla="*/ 21 h 41"/>
                <a:gd name="T2" fmla="*/ 63 w 22"/>
                <a:gd name="T3" fmla="*/ 36 h 41"/>
                <a:gd name="T4" fmla="*/ 96 w 22"/>
                <a:gd name="T5" fmla="*/ 78 h 41"/>
                <a:gd name="T6" fmla="*/ 110 w 22"/>
                <a:gd name="T7" fmla="*/ 132 h 41"/>
                <a:gd name="T8" fmla="*/ 117 w 22"/>
                <a:gd name="T9" fmla="*/ 213 h 41"/>
                <a:gd name="T10" fmla="*/ 89 w 22"/>
                <a:gd name="T11" fmla="*/ 40 h 41"/>
                <a:gd name="T12" fmla="*/ 0 w 22"/>
                <a:gd name="T13" fmla="*/ 2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1">
                  <a:moveTo>
                    <a:pt x="1" y="4"/>
                  </a:moveTo>
                  <a:cubicBezTo>
                    <a:pt x="4" y="5"/>
                    <a:pt x="7" y="5"/>
                    <a:pt x="11" y="7"/>
                  </a:cubicBezTo>
                  <a:cubicBezTo>
                    <a:pt x="14" y="9"/>
                    <a:pt x="15" y="11"/>
                    <a:pt x="17" y="15"/>
                  </a:cubicBezTo>
                  <a:cubicBezTo>
                    <a:pt x="18" y="18"/>
                    <a:pt x="19" y="22"/>
                    <a:pt x="20" y="25"/>
                  </a:cubicBezTo>
                  <a:cubicBezTo>
                    <a:pt x="21" y="30"/>
                    <a:pt x="19" y="36"/>
                    <a:pt x="21" y="41"/>
                  </a:cubicBezTo>
                  <a:cubicBezTo>
                    <a:pt x="22" y="32"/>
                    <a:pt x="22" y="16"/>
                    <a:pt x="16" y="8"/>
                  </a:cubicBezTo>
                  <a:cubicBezTo>
                    <a:pt x="13" y="3"/>
                    <a:pt x="3" y="0"/>
                    <a:pt x="0" y="5"/>
                  </a:cubicBezTo>
                </a:path>
              </a:pathLst>
            </a:custGeom>
            <a:solidFill>
              <a:srgbClr val="F7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8" name="Freeform 765">
              <a:extLst>
                <a:ext uri="{FF2B5EF4-FFF2-40B4-BE49-F238E27FC236}">
                  <a16:creationId xmlns:a16="http://schemas.microsoft.com/office/drawing/2014/main" id="{EBAD8C92-F366-4BBF-9104-A360251CC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589"/>
              <a:ext cx="128" cy="86"/>
            </a:xfrm>
            <a:custGeom>
              <a:avLst/>
              <a:gdLst>
                <a:gd name="T0" fmla="*/ 498 w 91"/>
                <a:gd name="T1" fmla="*/ 0 h 61"/>
                <a:gd name="T2" fmla="*/ 443 w 91"/>
                <a:gd name="T3" fmla="*/ 32 h 61"/>
                <a:gd name="T4" fmla="*/ 364 w 91"/>
                <a:gd name="T5" fmla="*/ 83 h 61"/>
                <a:gd name="T6" fmla="*/ 242 w 91"/>
                <a:gd name="T7" fmla="*/ 155 h 61"/>
                <a:gd name="T8" fmla="*/ 122 w 91"/>
                <a:gd name="T9" fmla="*/ 261 h 61"/>
                <a:gd name="T10" fmla="*/ 0 w 91"/>
                <a:gd name="T11" fmla="*/ 340 h 61"/>
                <a:gd name="T12" fmla="*/ 97 w 91"/>
                <a:gd name="T13" fmla="*/ 286 h 61"/>
                <a:gd name="T14" fmla="*/ 190 w 91"/>
                <a:gd name="T15" fmla="*/ 231 h 61"/>
                <a:gd name="T16" fmla="*/ 326 w 91"/>
                <a:gd name="T17" fmla="*/ 125 h 61"/>
                <a:gd name="T18" fmla="*/ 501 w 91"/>
                <a:gd name="T19" fmla="*/ 0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61">
                  <a:moveTo>
                    <a:pt x="90" y="0"/>
                  </a:moveTo>
                  <a:cubicBezTo>
                    <a:pt x="87" y="1"/>
                    <a:pt x="83" y="5"/>
                    <a:pt x="80" y="6"/>
                  </a:cubicBezTo>
                  <a:cubicBezTo>
                    <a:pt x="75" y="9"/>
                    <a:pt x="70" y="12"/>
                    <a:pt x="66" y="15"/>
                  </a:cubicBezTo>
                  <a:cubicBezTo>
                    <a:pt x="58" y="19"/>
                    <a:pt x="50" y="23"/>
                    <a:pt x="44" y="28"/>
                  </a:cubicBezTo>
                  <a:cubicBezTo>
                    <a:pt x="36" y="33"/>
                    <a:pt x="29" y="41"/>
                    <a:pt x="22" y="47"/>
                  </a:cubicBezTo>
                  <a:cubicBezTo>
                    <a:pt x="16" y="52"/>
                    <a:pt x="7" y="59"/>
                    <a:pt x="0" y="61"/>
                  </a:cubicBezTo>
                  <a:cubicBezTo>
                    <a:pt x="4" y="56"/>
                    <a:pt x="12" y="54"/>
                    <a:pt x="18" y="51"/>
                  </a:cubicBezTo>
                  <a:cubicBezTo>
                    <a:pt x="24" y="49"/>
                    <a:pt x="29" y="44"/>
                    <a:pt x="34" y="41"/>
                  </a:cubicBezTo>
                  <a:cubicBezTo>
                    <a:pt x="43" y="35"/>
                    <a:pt x="51" y="29"/>
                    <a:pt x="59" y="23"/>
                  </a:cubicBezTo>
                  <a:cubicBezTo>
                    <a:pt x="68" y="15"/>
                    <a:pt x="79" y="5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39" name="Freeform 766">
              <a:extLst>
                <a:ext uri="{FF2B5EF4-FFF2-40B4-BE49-F238E27FC236}">
                  <a16:creationId xmlns:a16="http://schemas.microsoft.com/office/drawing/2014/main" id="{D92111D5-B3D9-407E-9E7B-616760472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537"/>
              <a:ext cx="115" cy="32"/>
            </a:xfrm>
            <a:custGeom>
              <a:avLst/>
              <a:gdLst>
                <a:gd name="T0" fmla="*/ 445 w 82"/>
                <a:gd name="T1" fmla="*/ 0 h 23"/>
                <a:gd name="T2" fmla="*/ 243 w 82"/>
                <a:gd name="T3" fmla="*/ 49 h 23"/>
                <a:gd name="T4" fmla="*/ 118 w 82"/>
                <a:gd name="T5" fmla="*/ 83 h 23"/>
                <a:gd name="T6" fmla="*/ 0 w 82"/>
                <a:gd name="T7" fmla="*/ 109 h 23"/>
                <a:gd name="T8" fmla="*/ 49 w 82"/>
                <a:gd name="T9" fmla="*/ 109 h 23"/>
                <a:gd name="T10" fmla="*/ 163 w 82"/>
                <a:gd name="T11" fmla="*/ 89 h 23"/>
                <a:gd name="T12" fmla="*/ 282 w 82"/>
                <a:gd name="T13" fmla="*/ 50 h 23"/>
                <a:gd name="T14" fmla="*/ 386 w 82"/>
                <a:gd name="T15" fmla="*/ 15 h 23"/>
                <a:gd name="T16" fmla="*/ 440 w 82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23">
                  <a:moveTo>
                    <a:pt x="82" y="0"/>
                  </a:moveTo>
                  <a:cubicBezTo>
                    <a:pt x="70" y="0"/>
                    <a:pt x="56" y="5"/>
                    <a:pt x="45" y="9"/>
                  </a:cubicBezTo>
                  <a:cubicBezTo>
                    <a:pt x="37" y="11"/>
                    <a:pt x="30" y="13"/>
                    <a:pt x="22" y="16"/>
                  </a:cubicBezTo>
                  <a:cubicBezTo>
                    <a:pt x="15" y="18"/>
                    <a:pt x="7" y="18"/>
                    <a:pt x="0" y="21"/>
                  </a:cubicBezTo>
                  <a:cubicBezTo>
                    <a:pt x="1" y="23"/>
                    <a:pt x="6" y="21"/>
                    <a:pt x="9" y="21"/>
                  </a:cubicBezTo>
                  <a:cubicBezTo>
                    <a:pt x="16" y="20"/>
                    <a:pt x="23" y="18"/>
                    <a:pt x="30" y="17"/>
                  </a:cubicBezTo>
                  <a:cubicBezTo>
                    <a:pt x="38" y="15"/>
                    <a:pt x="45" y="13"/>
                    <a:pt x="52" y="10"/>
                  </a:cubicBezTo>
                  <a:cubicBezTo>
                    <a:pt x="58" y="7"/>
                    <a:pt x="65" y="6"/>
                    <a:pt x="71" y="3"/>
                  </a:cubicBezTo>
                  <a:cubicBezTo>
                    <a:pt x="74" y="2"/>
                    <a:pt x="77" y="0"/>
                    <a:pt x="8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0" name="Freeform 767">
              <a:extLst>
                <a:ext uri="{FF2B5EF4-FFF2-40B4-BE49-F238E27FC236}">
                  <a16:creationId xmlns:a16="http://schemas.microsoft.com/office/drawing/2014/main" id="{1E31D7D6-58AE-49C3-BB9B-9B03C91C0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416"/>
              <a:ext cx="55" cy="26"/>
            </a:xfrm>
            <a:custGeom>
              <a:avLst/>
              <a:gdLst>
                <a:gd name="T0" fmla="*/ 219 w 39"/>
                <a:gd name="T1" fmla="*/ 0 h 18"/>
                <a:gd name="T2" fmla="*/ 123 w 39"/>
                <a:gd name="T3" fmla="*/ 56 h 18"/>
                <a:gd name="T4" fmla="*/ 0 w 39"/>
                <a:gd name="T5" fmla="*/ 114 h 18"/>
                <a:gd name="T6" fmla="*/ 137 w 39"/>
                <a:gd name="T7" fmla="*/ 52 h 18"/>
                <a:gd name="T8" fmla="*/ 204 w 3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9" y="0"/>
                  </a:moveTo>
                  <a:cubicBezTo>
                    <a:pt x="34" y="1"/>
                    <a:pt x="27" y="7"/>
                    <a:pt x="22" y="9"/>
                  </a:cubicBezTo>
                  <a:cubicBezTo>
                    <a:pt x="15" y="12"/>
                    <a:pt x="7" y="15"/>
                    <a:pt x="0" y="18"/>
                  </a:cubicBezTo>
                  <a:cubicBezTo>
                    <a:pt x="9" y="17"/>
                    <a:pt x="17" y="12"/>
                    <a:pt x="25" y="8"/>
                  </a:cubicBezTo>
                  <a:cubicBezTo>
                    <a:pt x="29" y="5"/>
                    <a:pt x="33" y="2"/>
                    <a:pt x="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1" name="Freeform 768">
              <a:extLst>
                <a:ext uri="{FF2B5EF4-FFF2-40B4-BE49-F238E27FC236}">
                  <a16:creationId xmlns:a16="http://schemas.microsoft.com/office/drawing/2014/main" id="{52BDA82A-AEF5-4E65-B14E-E3B604EFA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388"/>
              <a:ext cx="37" cy="30"/>
            </a:xfrm>
            <a:custGeom>
              <a:avLst/>
              <a:gdLst>
                <a:gd name="T0" fmla="*/ 0 w 27"/>
                <a:gd name="T1" fmla="*/ 124 h 21"/>
                <a:gd name="T2" fmla="*/ 0 w 27"/>
                <a:gd name="T3" fmla="*/ 124 h 21"/>
                <a:gd name="T4" fmla="*/ 82 w 27"/>
                <a:gd name="T5" fmla="*/ 56 h 21"/>
                <a:gd name="T6" fmla="*/ 132 w 27"/>
                <a:gd name="T7" fmla="*/ 1 h 21"/>
                <a:gd name="T8" fmla="*/ 77 w 27"/>
                <a:gd name="T9" fmla="*/ 56 h 21"/>
                <a:gd name="T10" fmla="*/ 14 w 27"/>
                <a:gd name="T11" fmla="*/ 10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1">
                  <a:moveTo>
                    <a:pt x="0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4" y="15"/>
                    <a:pt x="12" y="13"/>
                    <a:pt x="17" y="9"/>
                  </a:cubicBezTo>
                  <a:cubicBezTo>
                    <a:pt x="20" y="6"/>
                    <a:pt x="24" y="4"/>
                    <a:pt x="27" y="1"/>
                  </a:cubicBezTo>
                  <a:cubicBezTo>
                    <a:pt x="24" y="0"/>
                    <a:pt x="18" y="7"/>
                    <a:pt x="16" y="9"/>
                  </a:cubicBezTo>
                  <a:cubicBezTo>
                    <a:pt x="13" y="12"/>
                    <a:pt x="8" y="16"/>
                    <a:pt x="3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2" name="Freeform 769">
              <a:extLst>
                <a:ext uri="{FF2B5EF4-FFF2-40B4-BE49-F238E27FC236}">
                  <a16:creationId xmlns:a16="http://schemas.microsoft.com/office/drawing/2014/main" id="{4248EFC9-82B5-400D-BC2F-B64D7A3B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977"/>
              <a:ext cx="34" cy="18"/>
            </a:xfrm>
            <a:custGeom>
              <a:avLst/>
              <a:gdLst>
                <a:gd name="T0" fmla="*/ 136 w 24"/>
                <a:gd name="T1" fmla="*/ 1 h 13"/>
                <a:gd name="T2" fmla="*/ 115 w 24"/>
                <a:gd name="T3" fmla="*/ 0 h 13"/>
                <a:gd name="T4" fmla="*/ 68 w 24"/>
                <a:gd name="T5" fmla="*/ 1 h 13"/>
                <a:gd name="T6" fmla="*/ 26 w 24"/>
                <a:gd name="T7" fmla="*/ 29 h 13"/>
                <a:gd name="T8" fmla="*/ 1 w 24"/>
                <a:gd name="T9" fmla="*/ 50 h 13"/>
                <a:gd name="T10" fmla="*/ 0 w 24"/>
                <a:gd name="T11" fmla="*/ 66 h 13"/>
                <a:gd name="T12" fmla="*/ 13 w 24"/>
                <a:gd name="T13" fmla="*/ 55 h 13"/>
                <a:gd name="T14" fmla="*/ 37 w 24"/>
                <a:gd name="T15" fmla="*/ 36 h 13"/>
                <a:gd name="T16" fmla="*/ 95 w 24"/>
                <a:gd name="T17" fmla="*/ 15 h 13"/>
                <a:gd name="T18" fmla="*/ 122 w 24"/>
                <a:gd name="T19" fmla="*/ 11 h 13"/>
                <a:gd name="T20" fmla="*/ 136 w 24"/>
                <a:gd name="T21" fmla="*/ 1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3">
                  <a:moveTo>
                    <a:pt x="24" y="1"/>
                  </a:moveTo>
                  <a:cubicBezTo>
                    <a:pt x="23" y="0"/>
                    <a:pt x="21" y="0"/>
                    <a:pt x="20" y="0"/>
                  </a:cubicBezTo>
                  <a:cubicBezTo>
                    <a:pt x="17" y="0"/>
                    <a:pt x="14" y="0"/>
                    <a:pt x="12" y="1"/>
                  </a:cubicBezTo>
                  <a:cubicBezTo>
                    <a:pt x="9" y="1"/>
                    <a:pt x="5" y="3"/>
                    <a:pt x="4" y="6"/>
                  </a:cubicBezTo>
                  <a:cubicBezTo>
                    <a:pt x="3" y="7"/>
                    <a:pt x="2" y="9"/>
                    <a:pt x="1" y="10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3" y="9"/>
                    <a:pt x="5" y="8"/>
                    <a:pt x="6" y="7"/>
                  </a:cubicBezTo>
                  <a:cubicBezTo>
                    <a:pt x="9" y="5"/>
                    <a:pt x="12" y="3"/>
                    <a:pt x="16" y="3"/>
                  </a:cubicBezTo>
                  <a:cubicBezTo>
                    <a:pt x="18" y="2"/>
                    <a:pt x="20" y="2"/>
                    <a:pt x="21" y="2"/>
                  </a:cubicBezTo>
                  <a:cubicBezTo>
                    <a:pt x="22" y="1"/>
                    <a:pt x="24" y="1"/>
                    <a:pt x="2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3" name="Freeform 770">
              <a:extLst>
                <a:ext uri="{FF2B5EF4-FFF2-40B4-BE49-F238E27FC236}">
                  <a16:creationId xmlns:a16="http://schemas.microsoft.com/office/drawing/2014/main" id="{C3FFC993-EFE4-45B2-9D6F-6B4DDB92B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940"/>
              <a:ext cx="92" cy="76"/>
            </a:xfrm>
            <a:custGeom>
              <a:avLst/>
              <a:gdLst>
                <a:gd name="T0" fmla="*/ 368 w 65"/>
                <a:gd name="T1" fmla="*/ 0 h 54"/>
                <a:gd name="T2" fmla="*/ 307 w 65"/>
                <a:gd name="T3" fmla="*/ 89 h 54"/>
                <a:gd name="T4" fmla="*/ 211 w 65"/>
                <a:gd name="T5" fmla="*/ 172 h 54"/>
                <a:gd name="T6" fmla="*/ 0 w 65"/>
                <a:gd name="T7" fmla="*/ 300 h 54"/>
                <a:gd name="T8" fmla="*/ 269 w 65"/>
                <a:gd name="T9" fmla="*/ 165 h 54"/>
                <a:gd name="T10" fmla="*/ 357 w 65"/>
                <a:gd name="T11" fmla="*/ 2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4">
                  <a:moveTo>
                    <a:pt x="65" y="0"/>
                  </a:moveTo>
                  <a:cubicBezTo>
                    <a:pt x="65" y="6"/>
                    <a:pt x="58" y="12"/>
                    <a:pt x="54" y="16"/>
                  </a:cubicBezTo>
                  <a:cubicBezTo>
                    <a:pt x="49" y="22"/>
                    <a:pt x="43" y="27"/>
                    <a:pt x="37" y="31"/>
                  </a:cubicBezTo>
                  <a:cubicBezTo>
                    <a:pt x="25" y="39"/>
                    <a:pt x="13" y="48"/>
                    <a:pt x="0" y="54"/>
                  </a:cubicBezTo>
                  <a:cubicBezTo>
                    <a:pt x="16" y="54"/>
                    <a:pt x="36" y="40"/>
                    <a:pt x="47" y="30"/>
                  </a:cubicBezTo>
                  <a:cubicBezTo>
                    <a:pt x="53" y="24"/>
                    <a:pt x="62" y="12"/>
                    <a:pt x="6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4" name="Freeform 771">
              <a:extLst>
                <a:ext uri="{FF2B5EF4-FFF2-40B4-BE49-F238E27FC236}">
                  <a16:creationId xmlns:a16="http://schemas.microsoft.com/office/drawing/2014/main" id="{F4F8C5BB-B16D-4E73-BA58-366566306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488"/>
              <a:ext cx="32" cy="25"/>
            </a:xfrm>
            <a:custGeom>
              <a:avLst/>
              <a:gdLst>
                <a:gd name="T0" fmla="*/ 0 w 23"/>
                <a:gd name="T1" fmla="*/ 0 h 18"/>
                <a:gd name="T2" fmla="*/ 122 w 23"/>
                <a:gd name="T3" fmla="*/ 94 h 18"/>
                <a:gd name="T4" fmla="*/ 68 w 23"/>
                <a:gd name="T5" fmla="*/ 26 h 18"/>
                <a:gd name="T6" fmla="*/ 1 w 23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8">
                  <a:moveTo>
                    <a:pt x="0" y="0"/>
                  </a:moveTo>
                  <a:cubicBezTo>
                    <a:pt x="10" y="1"/>
                    <a:pt x="17" y="10"/>
                    <a:pt x="23" y="18"/>
                  </a:cubicBezTo>
                  <a:cubicBezTo>
                    <a:pt x="21" y="13"/>
                    <a:pt x="18" y="8"/>
                    <a:pt x="13" y="5"/>
                  </a:cubicBezTo>
                  <a:cubicBezTo>
                    <a:pt x="10" y="3"/>
                    <a:pt x="3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5" name="Freeform 772">
              <a:extLst>
                <a:ext uri="{FF2B5EF4-FFF2-40B4-BE49-F238E27FC236}">
                  <a16:creationId xmlns:a16="http://schemas.microsoft.com/office/drawing/2014/main" id="{A5FC477F-3532-4B1C-B610-7ABBD72A0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614"/>
              <a:ext cx="22" cy="21"/>
            </a:xfrm>
            <a:custGeom>
              <a:avLst/>
              <a:gdLst>
                <a:gd name="T0" fmla="*/ 1 w 16"/>
                <a:gd name="T1" fmla="*/ 0 h 15"/>
                <a:gd name="T2" fmla="*/ 0 w 16"/>
                <a:gd name="T3" fmla="*/ 0 h 15"/>
                <a:gd name="T4" fmla="*/ 50 w 16"/>
                <a:gd name="T5" fmla="*/ 29 h 15"/>
                <a:gd name="T6" fmla="*/ 77 w 16"/>
                <a:gd name="T7" fmla="*/ 80 h 15"/>
                <a:gd name="T8" fmla="*/ 1 w 1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" y="0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4" y="1"/>
                    <a:pt x="7" y="3"/>
                    <a:pt x="10" y="6"/>
                  </a:cubicBezTo>
                  <a:cubicBezTo>
                    <a:pt x="13" y="9"/>
                    <a:pt x="13" y="12"/>
                    <a:pt x="16" y="15"/>
                  </a:cubicBezTo>
                  <a:cubicBezTo>
                    <a:pt x="16" y="8"/>
                    <a:pt x="7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6" name="Freeform 773">
              <a:extLst>
                <a:ext uri="{FF2B5EF4-FFF2-40B4-BE49-F238E27FC236}">
                  <a16:creationId xmlns:a16="http://schemas.microsoft.com/office/drawing/2014/main" id="{DC5A38DD-EC7C-430C-8A41-4196E9AD2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656"/>
              <a:ext cx="25" cy="20"/>
            </a:xfrm>
            <a:custGeom>
              <a:avLst/>
              <a:gdLst>
                <a:gd name="T0" fmla="*/ 0 w 18"/>
                <a:gd name="T1" fmla="*/ 13 h 14"/>
                <a:gd name="T2" fmla="*/ 94 w 18"/>
                <a:gd name="T3" fmla="*/ 84 h 14"/>
                <a:gd name="T4" fmla="*/ 15 w 1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2"/>
                  </a:moveTo>
                  <a:cubicBezTo>
                    <a:pt x="8" y="1"/>
                    <a:pt x="13" y="9"/>
                    <a:pt x="18" y="14"/>
                  </a:cubicBezTo>
                  <a:cubicBezTo>
                    <a:pt x="15" y="7"/>
                    <a:pt x="8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7" name="Freeform 774">
              <a:extLst>
                <a:ext uri="{FF2B5EF4-FFF2-40B4-BE49-F238E27FC236}">
                  <a16:creationId xmlns:a16="http://schemas.microsoft.com/office/drawing/2014/main" id="{CA3339AC-B384-4570-BFB2-9C571C22F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611"/>
              <a:ext cx="133" cy="54"/>
            </a:xfrm>
            <a:custGeom>
              <a:avLst/>
              <a:gdLst>
                <a:gd name="T0" fmla="*/ 0 w 95"/>
                <a:gd name="T1" fmla="*/ 0 h 38"/>
                <a:gd name="T2" fmla="*/ 259 w 95"/>
                <a:gd name="T3" fmla="*/ 176 h 38"/>
                <a:gd name="T4" fmla="*/ 510 w 95"/>
                <a:gd name="T5" fmla="*/ 206 h 38"/>
                <a:gd name="T6" fmla="*/ 21 w 95"/>
                <a:gd name="T7" fmla="*/ 4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38">
                  <a:moveTo>
                    <a:pt x="0" y="0"/>
                  </a:moveTo>
                  <a:cubicBezTo>
                    <a:pt x="16" y="9"/>
                    <a:pt x="31" y="22"/>
                    <a:pt x="48" y="30"/>
                  </a:cubicBezTo>
                  <a:cubicBezTo>
                    <a:pt x="65" y="38"/>
                    <a:pt x="77" y="34"/>
                    <a:pt x="95" y="36"/>
                  </a:cubicBezTo>
                  <a:cubicBezTo>
                    <a:pt x="67" y="32"/>
                    <a:pt x="27" y="25"/>
                    <a:pt x="4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8" name="Freeform 775">
              <a:extLst>
                <a:ext uri="{FF2B5EF4-FFF2-40B4-BE49-F238E27FC236}">
                  <a16:creationId xmlns:a16="http://schemas.microsoft.com/office/drawing/2014/main" id="{C07D3362-2A1E-41FC-B462-BCF2EF316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889"/>
              <a:ext cx="25" cy="45"/>
            </a:xfrm>
            <a:custGeom>
              <a:avLst/>
              <a:gdLst>
                <a:gd name="T0" fmla="*/ 15 w 18"/>
                <a:gd name="T1" fmla="*/ 0 h 32"/>
                <a:gd name="T2" fmla="*/ 21 w 18"/>
                <a:gd name="T3" fmla="*/ 89 h 32"/>
                <a:gd name="T4" fmla="*/ 50 w 18"/>
                <a:gd name="T5" fmla="*/ 136 h 32"/>
                <a:gd name="T6" fmla="*/ 94 w 18"/>
                <a:gd name="T7" fmla="*/ 176 h 32"/>
                <a:gd name="T8" fmla="*/ 29 w 18"/>
                <a:gd name="T9" fmla="*/ 83 h 32"/>
                <a:gd name="T10" fmla="*/ 15 w 18"/>
                <a:gd name="T11" fmla="*/ 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2">
                  <a:moveTo>
                    <a:pt x="3" y="0"/>
                  </a:moveTo>
                  <a:cubicBezTo>
                    <a:pt x="0" y="5"/>
                    <a:pt x="2" y="11"/>
                    <a:pt x="4" y="16"/>
                  </a:cubicBezTo>
                  <a:cubicBezTo>
                    <a:pt x="6" y="19"/>
                    <a:pt x="8" y="22"/>
                    <a:pt x="10" y="25"/>
                  </a:cubicBezTo>
                  <a:cubicBezTo>
                    <a:pt x="12" y="28"/>
                    <a:pt x="16" y="29"/>
                    <a:pt x="18" y="32"/>
                  </a:cubicBezTo>
                  <a:cubicBezTo>
                    <a:pt x="12" y="28"/>
                    <a:pt x="9" y="21"/>
                    <a:pt x="6" y="15"/>
                  </a:cubicBezTo>
                  <a:cubicBezTo>
                    <a:pt x="5" y="12"/>
                    <a:pt x="1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49" name="Freeform 776">
              <a:extLst>
                <a:ext uri="{FF2B5EF4-FFF2-40B4-BE49-F238E27FC236}">
                  <a16:creationId xmlns:a16="http://schemas.microsoft.com/office/drawing/2014/main" id="{9B87211D-2B9E-403C-A447-ED5F9D569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061"/>
              <a:ext cx="234" cy="1197"/>
            </a:xfrm>
            <a:custGeom>
              <a:avLst/>
              <a:gdLst>
                <a:gd name="T0" fmla="*/ 500 w 167"/>
                <a:gd name="T1" fmla="*/ 1 h 853"/>
                <a:gd name="T2" fmla="*/ 589 w 167"/>
                <a:gd name="T3" fmla="*/ 1 h 853"/>
                <a:gd name="T4" fmla="*/ 626 w 167"/>
                <a:gd name="T5" fmla="*/ 1144 h 853"/>
                <a:gd name="T6" fmla="*/ 527 w 167"/>
                <a:gd name="T7" fmla="*/ 2818 h 853"/>
                <a:gd name="T8" fmla="*/ 231 w 167"/>
                <a:gd name="T9" fmla="*/ 3695 h 853"/>
                <a:gd name="T10" fmla="*/ 177 w 167"/>
                <a:gd name="T11" fmla="*/ 4643 h 853"/>
                <a:gd name="T12" fmla="*/ 0 w 167"/>
                <a:gd name="T13" fmla="*/ 4599 h 853"/>
                <a:gd name="T14" fmla="*/ 163 w 167"/>
                <a:gd name="T15" fmla="*/ 3869 h 853"/>
                <a:gd name="T16" fmla="*/ 420 w 167"/>
                <a:gd name="T17" fmla="*/ 2787 h 853"/>
                <a:gd name="T18" fmla="*/ 589 w 167"/>
                <a:gd name="T19" fmla="*/ 864 h 853"/>
                <a:gd name="T20" fmla="*/ 537 w 167"/>
                <a:gd name="T21" fmla="*/ 114 h 853"/>
                <a:gd name="T22" fmla="*/ 513 w 167"/>
                <a:gd name="T23" fmla="*/ 114 h 8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7" h="853">
                  <a:moveTo>
                    <a:pt x="93" y="1"/>
                  </a:moveTo>
                  <a:cubicBezTo>
                    <a:pt x="98" y="0"/>
                    <a:pt x="103" y="0"/>
                    <a:pt x="109" y="1"/>
                  </a:cubicBezTo>
                  <a:cubicBezTo>
                    <a:pt x="167" y="4"/>
                    <a:pt x="142" y="147"/>
                    <a:pt x="116" y="210"/>
                  </a:cubicBezTo>
                  <a:cubicBezTo>
                    <a:pt x="100" y="251"/>
                    <a:pt x="113" y="395"/>
                    <a:pt x="97" y="518"/>
                  </a:cubicBezTo>
                  <a:cubicBezTo>
                    <a:pt x="88" y="584"/>
                    <a:pt x="30" y="651"/>
                    <a:pt x="43" y="679"/>
                  </a:cubicBezTo>
                  <a:cubicBezTo>
                    <a:pt x="81" y="759"/>
                    <a:pt x="33" y="853"/>
                    <a:pt x="33" y="853"/>
                  </a:cubicBezTo>
                  <a:cubicBezTo>
                    <a:pt x="0" y="845"/>
                    <a:pt x="0" y="845"/>
                    <a:pt x="0" y="845"/>
                  </a:cubicBezTo>
                  <a:cubicBezTo>
                    <a:pt x="0" y="845"/>
                    <a:pt x="60" y="764"/>
                    <a:pt x="30" y="711"/>
                  </a:cubicBezTo>
                  <a:cubicBezTo>
                    <a:pt x="0" y="658"/>
                    <a:pt x="69" y="568"/>
                    <a:pt x="78" y="512"/>
                  </a:cubicBezTo>
                  <a:cubicBezTo>
                    <a:pt x="88" y="448"/>
                    <a:pt x="91" y="202"/>
                    <a:pt x="109" y="159"/>
                  </a:cubicBezTo>
                  <a:cubicBezTo>
                    <a:pt x="126" y="117"/>
                    <a:pt x="130" y="22"/>
                    <a:pt x="99" y="21"/>
                  </a:cubicBezTo>
                  <a:cubicBezTo>
                    <a:pt x="97" y="21"/>
                    <a:pt x="96" y="21"/>
                    <a:pt x="95" y="21"/>
                  </a:cubicBezTo>
                </a:path>
              </a:pathLst>
            </a:custGeom>
            <a:solidFill>
              <a:srgbClr val="7DC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0" name="Freeform 777">
              <a:extLst>
                <a:ext uri="{FF2B5EF4-FFF2-40B4-BE49-F238E27FC236}">
                  <a16:creationId xmlns:a16="http://schemas.microsoft.com/office/drawing/2014/main" id="{297623B9-7051-4547-86F6-4009A1B0E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062"/>
              <a:ext cx="320" cy="1103"/>
            </a:xfrm>
            <a:custGeom>
              <a:avLst/>
              <a:gdLst>
                <a:gd name="T0" fmla="*/ 1241 w 228"/>
                <a:gd name="T1" fmla="*/ 108 h 786"/>
                <a:gd name="T2" fmla="*/ 1137 w 228"/>
                <a:gd name="T3" fmla="*/ 885 h 786"/>
                <a:gd name="T4" fmla="*/ 855 w 228"/>
                <a:gd name="T5" fmla="*/ 2979 h 786"/>
                <a:gd name="T6" fmla="*/ 396 w 228"/>
                <a:gd name="T7" fmla="*/ 3536 h 786"/>
                <a:gd name="T8" fmla="*/ 108 w 228"/>
                <a:gd name="T9" fmla="*/ 4277 h 786"/>
                <a:gd name="T10" fmla="*/ 0 w 228"/>
                <a:gd name="T11" fmla="*/ 4223 h 786"/>
                <a:gd name="T12" fmla="*/ 299 w 228"/>
                <a:gd name="T13" fmla="*/ 3510 h 786"/>
                <a:gd name="T14" fmla="*/ 761 w 228"/>
                <a:gd name="T15" fmla="*/ 2885 h 786"/>
                <a:gd name="T16" fmla="*/ 1036 w 228"/>
                <a:gd name="T17" fmla="*/ 1041 h 786"/>
                <a:gd name="T18" fmla="*/ 1231 w 228"/>
                <a:gd name="T19" fmla="*/ 0 h 7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8" h="786">
                  <a:moveTo>
                    <a:pt x="228" y="20"/>
                  </a:moveTo>
                  <a:cubicBezTo>
                    <a:pt x="194" y="23"/>
                    <a:pt x="192" y="83"/>
                    <a:pt x="209" y="163"/>
                  </a:cubicBezTo>
                  <a:cubicBezTo>
                    <a:pt x="226" y="247"/>
                    <a:pt x="172" y="485"/>
                    <a:pt x="157" y="547"/>
                  </a:cubicBezTo>
                  <a:cubicBezTo>
                    <a:pt x="146" y="588"/>
                    <a:pt x="81" y="635"/>
                    <a:pt x="73" y="650"/>
                  </a:cubicBezTo>
                  <a:cubicBezTo>
                    <a:pt x="50" y="695"/>
                    <a:pt x="20" y="786"/>
                    <a:pt x="20" y="786"/>
                  </a:cubicBezTo>
                  <a:cubicBezTo>
                    <a:pt x="0" y="776"/>
                    <a:pt x="0" y="776"/>
                    <a:pt x="0" y="776"/>
                  </a:cubicBezTo>
                  <a:cubicBezTo>
                    <a:pt x="0" y="776"/>
                    <a:pt x="15" y="708"/>
                    <a:pt x="55" y="645"/>
                  </a:cubicBezTo>
                  <a:cubicBezTo>
                    <a:pt x="81" y="602"/>
                    <a:pt x="133" y="568"/>
                    <a:pt x="140" y="530"/>
                  </a:cubicBezTo>
                  <a:cubicBezTo>
                    <a:pt x="168" y="371"/>
                    <a:pt x="202" y="321"/>
                    <a:pt x="190" y="192"/>
                  </a:cubicBezTo>
                  <a:cubicBezTo>
                    <a:pt x="178" y="73"/>
                    <a:pt x="162" y="4"/>
                    <a:pt x="226" y="0"/>
                  </a:cubicBezTo>
                </a:path>
              </a:pathLst>
            </a:custGeom>
            <a:solidFill>
              <a:srgbClr val="7DC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1" name="Freeform 778">
              <a:extLst>
                <a:ext uri="{FF2B5EF4-FFF2-40B4-BE49-F238E27FC236}">
                  <a16:creationId xmlns:a16="http://schemas.microsoft.com/office/drawing/2014/main" id="{5BAC70AA-B4B2-4ED8-84DA-ECF337E66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004"/>
              <a:ext cx="494" cy="264"/>
            </a:xfrm>
            <a:custGeom>
              <a:avLst/>
              <a:gdLst>
                <a:gd name="T0" fmla="*/ 1742 w 352"/>
                <a:gd name="T1" fmla="*/ 482 h 188"/>
                <a:gd name="T2" fmla="*/ 1693 w 352"/>
                <a:gd name="T3" fmla="*/ 260 h 188"/>
                <a:gd name="T4" fmla="*/ 685 w 352"/>
                <a:gd name="T5" fmla="*/ 191 h 188"/>
                <a:gd name="T6" fmla="*/ 817 w 352"/>
                <a:gd name="T7" fmla="*/ 146 h 188"/>
                <a:gd name="T8" fmla="*/ 570 w 352"/>
                <a:gd name="T9" fmla="*/ 0 h 188"/>
                <a:gd name="T10" fmla="*/ 1183 w 352"/>
                <a:gd name="T11" fmla="*/ 406 h 188"/>
                <a:gd name="T12" fmla="*/ 1225 w 352"/>
                <a:gd name="T13" fmla="*/ 546 h 188"/>
                <a:gd name="T14" fmla="*/ 404 w 352"/>
                <a:gd name="T15" fmla="*/ 767 h 188"/>
                <a:gd name="T16" fmla="*/ 368 w 352"/>
                <a:gd name="T17" fmla="*/ 796 h 188"/>
                <a:gd name="T18" fmla="*/ 473 w 352"/>
                <a:gd name="T19" fmla="*/ 984 h 188"/>
                <a:gd name="T20" fmla="*/ 674 w 352"/>
                <a:gd name="T21" fmla="*/ 961 h 188"/>
                <a:gd name="T22" fmla="*/ 1446 w 352"/>
                <a:gd name="T23" fmla="*/ 689 h 188"/>
                <a:gd name="T24" fmla="*/ 1865 w 352"/>
                <a:gd name="T25" fmla="*/ 570 h 188"/>
                <a:gd name="T26" fmla="*/ 1865 w 352"/>
                <a:gd name="T27" fmla="*/ 565 h 188"/>
                <a:gd name="T28" fmla="*/ 1742 w 352"/>
                <a:gd name="T29" fmla="*/ 482 h 1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2" h="188">
                  <a:moveTo>
                    <a:pt x="320" y="88"/>
                  </a:moveTo>
                  <a:cubicBezTo>
                    <a:pt x="296" y="83"/>
                    <a:pt x="311" y="48"/>
                    <a:pt x="311" y="48"/>
                  </a:cubicBezTo>
                  <a:cubicBezTo>
                    <a:pt x="304" y="52"/>
                    <a:pt x="174" y="53"/>
                    <a:pt x="126" y="35"/>
                  </a:cubicBezTo>
                  <a:cubicBezTo>
                    <a:pt x="106" y="27"/>
                    <a:pt x="128" y="29"/>
                    <a:pt x="150" y="27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0" y="57"/>
                    <a:pt x="193" y="75"/>
                    <a:pt x="217" y="75"/>
                  </a:cubicBezTo>
                  <a:cubicBezTo>
                    <a:pt x="242" y="75"/>
                    <a:pt x="284" y="95"/>
                    <a:pt x="225" y="100"/>
                  </a:cubicBezTo>
                  <a:cubicBezTo>
                    <a:pt x="121" y="108"/>
                    <a:pt x="85" y="130"/>
                    <a:pt x="74" y="140"/>
                  </a:cubicBezTo>
                  <a:cubicBezTo>
                    <a:pt x="71" y="142"/>
                    <a:pt x="69" y="144"/>
                    <a:pt x="68" y="146"/>
                  </a:cubicBezTo>
                  <a:cubicBezTo>
                    <a:pt x="63" y="157"/>
                    <a:pt x="71" y="172"/>
                    <a:pt x="87" y="180"/>
                  </a:cubicBezTo>
                  <a:cubicBezTo>
                    <a:pt x="102" y="188"/>
                    <a:pt x="118" y="186"/>
                    <a:pt x="124" y="176"/>
                  </a:cubicBezTo>
                  <a:cubicBezTo>
                    <a:pt x="143" y="152"/>
                    <a:pt x="236" y="133"/>
                    <a:pt x="266" y="126"/>
                  </a:cubicBezTo>
                  <a:cubicBezTo>
                    <a:pt x="293" y="120"/>
                    <a:pt x="324" y="117"/>
                    <a:pt x="343" y="105"/>
                  </a:cubicBezTo>
                  <a:cubicBezTo>
                    <a:pt x="343" y="103"/>
                    <a:pt x="343" y="103"/>
                    <a:pt x="343" y="103"/>
                  </a:cubicBezTo>
                  <a:cubicBezTo>
                    <a:pt x="343" y="103"/>
                    <a:pt x="352" y="94"/>
                    <a:pt x="320" y="88"/>
                  </a:cubicBezTo>
                  <a:close/>
                </a:path>
              </a:pathLst>
            </a:cu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2" name="Freeform 779">
              <a:extLst>
                <a:ext uri="{FF2B5EF4-FFF2-40B4-BE49-F238E27FC236}">
                  <a16:creationId xmlns:a16="http://schemas.microsoft.com/office/drawing/2014/main" id="{55F601B1-B457-40FA-9077-C2F5CD94B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202"/>
              <a:ext cx="922" cy="342"/>
            </a:xfrm>
            <a:custGeom>
              <a:avLst/>
              <a:gdLst>
                <a:gd name="T0" fmla="*/ 3374 w 657"/>
                <a:gd name="T1" fmla="*/ 684 h 244"/>
                <a:gd name="T2" fmla="*/ 2824 w 657"/>
                <a:gd name="T3" fmla="*/ 798 h 244"/>
                <a:gd name="T4" fmla="*/ 2184 w 657"/>
                <a:gd name="T5" fmla="*/ 701 h 244"/>
                <a:gd name="T6" fmla="*/ 1459 w 657"/>
                <a:gd name="T7" fmla="*/ 674 h 244"/>
                <a:gd name="T8" fmla="*/ 1465 w 657"/>
                <a:gd name="T9" fmla="*/ 474 h 244"/>
                <a:gd name="T10" fmla="*/ 1959 w 657"/>
                <a:gd name="T11" fmla="*/ 177 h 244"/>
                <a:gd name="T12" fmla="*/ 1830 w 657"/>
                <a:gd name="T13" fmla="*/ 137 h 244"/>
                <a:gd name="T14" fmla="*/ 1753 w 657"/>
                <a:gd name="T15" fmla="*/ 0 h 244"/>
                <a:gd name="T16" fmla="*/ 1656 w 657"/>
                <a:gd name="T17" fmla="*/ 67 h 244"/>
                <a:gd name="T18" fmla="*/ 758 w 657"/>
                <a:gd name="T19" fmla="*/ 352 h 244"/>
                <a:gd name="T20" fmla="*/ 0 w 657"/>
                <a:gd name="T21" fmla="*/ 377 h 244"/>
                <a:gd name="T22" fmla="*/ 243 w 657"/>
                <a:gd name="T23" fmla="*/ 603 h 244"/>
                <a:gd name="T24" fmla="*/ 1095 w 657"/>
                <a:gd name="T25" fmla="*/ 739 h 244"/>
                <a:gd name="T26" fmla="*/ 2193 w 657"/>
                <a:gd name="T27" fmla="*/ 876 h 244"/>
                <a:gd name="T28" fmla="*/ 2222 w 657"/>
                <a:gd name="T29" fmla="*/ 992 h 244"/>
                <a:gd name="T30" fmla="*/ 1857 w 657"/>
                <a:gd name="T31" fmla="*/ 1180 h 244"/>
                <a:gd name="T32" fmla="*/ 2160 w 657"/>
                <a:gd name="T33" fmla="*/ 1318 h 244"/>
                <a:gd name="T34" fmla="*/ 2506 w 657"/>
                <a:gd name="T35" fmla="*/ 1161 h 244"/>
                <a:gd name="T36" fmla="*/ 3144 w 657"/>
                <a:gd name="T37" fmla="*/ 925 h 244"/>
                <a:gd name="T38" fmla="*/ 3576 w 657"/>
                <a:gd name="T39" fmla="*/ 809 h 244"/>
                <a:gd name="T40" fmla="*/ 3374 w 657"/>
                <a:gd name="T41" fmla="*/ 684 h 24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7" h="244">
                  <a:moveTo>
                    <a:pt x="620" y="126"/>
                  </a:moveTo>
                  <a:cubicBezTo>
                    <a:pt x="622" y="107"/>
                    <a:pt x="559" y="140"/>
                    <a:pt x="519" y="148"/>
                  </a:cubicBezTo>
                  <a:cubicBezTo>
                    <a:pt x="470" y="157"/>
                    <a:pt x="454" y="128"/>
                    <a:pt x="401" y="130"/>
                  </a:cubicBezTo>
                  <a:cubicBezTo>
                    <a:pt x="337" y="133"/>
                    <a:pt x="322" y="126"/>
                    <a:pt x="268" y="125"/>
                  </a:cubicBezTo>
                  <a:cubicBezTo>
                    <a:pt x="214" y="124"/>
                    <a:pt x="242" y="96"/>
                    <a:pt x="269" y="88"/>
                  </a:cubicBezTo>
                  <a:cubicBezTo>
                    <a:pt x="297" y="80"/>
                    <a:pt x="354" y="58"/>
                    <a:pt x="360" y="33"/>
                  </a:cubicBezTo>
                  <a:cubicBezTo>
                    <a:pt x="360" y="33"/>
                    <a:pt x="343" y="36"/>
                    <a:pt x="336" y="26"/>
                  </a:cubicBezTo>
                  <a:cubicBezTo>
                    <a:pt x="322" y="0"/>
                    <a:pt x="322" y="0"/>
                    <a:pt x="322" y="0"/>
                  </a:cubicBezTo>
                  <a:cubicBezTo>
                    <a:pt x="314" y="1"/>
                    <a:pt x="308" y="4"/>
                    <a:pt x="304" y="12"/>
                  </a:cubicBezTo>
                  <a:cubicBezTo>
                    <a:pt x="289" y="37"/>
                    <a:pt x="185" y="77"/>
                    <a:pt x="139" y="65"/>
                  </a:cubicBezTo>
                  <a:cubicBezTo>
                    <a:pt x="32" y="35"/>
                    <a:pt x="0" y="70"/>
                    <a:pt x="0" y="70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105" y="97"/>
                    <a:pt x="168" y="112"/>
                    <a:pt x="201" y="136"/>
                  </a:cubicBezTo>
                  <a:cubicBezTo>
                    <a:pt x="234" y="160"/>
                    <a:pt x="355" y="157"/>
                    <a:pt x="403" y="162"/>
                  </a:cubicBezTo>
                  <a:cubicBezTo>
                    <a:pt x="450" y="167"/>
                    <a:pt x="440" y="177"/>
                    <a:pt x="408" y="183"/>
                  </a:cubicBezTo>
                  <a:cubicBezTo>
                    <a:pt x="344" y="196"/>
                    <a:pt x="341" y="218"/>
                    <a:pt x="341" y="218"/>
                  </a:cubicBezTo>
                  <a:cubicBezTo>
                    <a:pt x="397" y="244"/>
                    <a:pt x="397" y="244"/>
                    <a:pt x="397" y="244"/>
                  </a:cubicBezTo>
                  <a:cubicBezTo>
                    <a:pt x="397" y="244"/>
                    <a:pt x="407" y="224"/>
                    <a:pt x="460" y="215"/>
                  </a:cubicBezTo>
                  <a:cubicBezTo>
                    <a:pt x="512" y="206"/>
                    <a:pt x="512" y="169"/>
                    <a:pt x="577" y="171"/>
                  </a:cubicBezTo>
                  <a:cubicBezTo>
                    <a:pt x="617" y="173"/>
                    <a:pt x="643" y="160"/>
                    <a:pt x="657" y="150"/>
                  </a:cubicBezTo>
                  <a:cubicBezTo>
                    <a:pt x="657" y="150"/>
                    <a:pt x="618" y="144"/>
                    <a:pt x="620" y="126"/>
                  </a:cubicBezTo>
                  <a:close/>
                </a:path>
              </a:pathLst>
            </a:cu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3" name="Freeform 780">
              <a:extLst>
                <a:ext uri="{FF2B5EF4-FFF2-40B4-BE49-F238E27FC236}">
                  <a16:creationId xmlns:a16="http://schemas.microsoft.com/office/drawing/2014/main" id="{D2E24DF0-E711-4C36-8CA5-CEDE5E0A3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495"/>
              <a:ext cx="91" cy="63"/>
            </a:xfrm>
            <a:custGeom>
              <a:avLst/>
              <a:gdLst>
                <a:gd name="T0" fmla="*/ 328 w 65"/>
                <a:gd name="T1" fmla="*/ 190 h 45"/>
                <a:gd name="T2" fmla="*/ 137 w 65"/>
                <a:gd name="T3" fmla="*/ 211 h 45"/>
                <a:gd name="T4" fmla="*/ 21 w 65"/>
                <a:gd name="T5" fmla="*/ 55 h 45"/>
                <a:gd name="T6" fmla="*/ 211 w 65"/>
                <a:gd name="T7" fmla="*/ 39 h 45"/>
                <a:gd name="T8" fmla="*/ 328 w 65"/>
                <a:gd name="T9" fmla="*/ 19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5">
                  <a:moveTo>
                    <a:pt x="61" y="35"/>
                  </a:moveTo>
                  <a:cubicBezTo>
                    <a:pt x="58" y="44"/>
                    <a:pt x="42" y="45"/>
                    <a:pt x="26" y="39"/>
                  </a:cubicBezTo>
                  <a:cubicBezTo>
                    <a:pt x="10" y="32"/>
                    <a:pt x="0" y="19"/>
                    <a:pt x="4" y="10"/>
                  </a:cubicBezTo>
                  <a:cubicBezTo>
                    <a:pt x="7" y="2"/>
                    <a:pt x="23" y="0"/>
                    <a:pt x="39" y="7"/>
                  </a:cubicBezTo>
                  <a:cubicBezTo>
                    <a:pt x="55" y="14"/>
                    <a:pt x="65" y="26"/>
                    <a:pt x="61" y="35"/>
                  </a:cubicBezTo>
                  <a:close/>
                </a:path>
              </a:pathLst>
            </a:cu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4" name="Freeform 781">
              <a:extLst>
                <a:ext uri="{FF2B5EF4-FFF2-40B4-BE49-F238E27FC236}">
                  <a16:creationId xmlns:a16="http://schemas.microsoft.com/office/drawing/2014/main" id="{E593CB01-B2EF-4911-BDFC-B4DBC7973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282"/>
              <a:ext cx="108" cy="78"/>
            </a:xfrm>
            <a:custGeom>
              <a:avLst/>
              <a:gdLst>
                <a:gd name="T0" fmla="*/ 404 w 77"/>
                <a:gd name="T1" fmla="*/ 191 h 56"/>
                <a:gd name="T2" fmla="*/ 180 w 77"/>
                <a:gd name="T3" fmla="*/ 267 h 56"/>
                <a:gd name="T4" fmla="*/ 15 w 77"/>
                <a:gd name="T5" fmla="*/ 98 h 56"/>
                <a:gd name="T6" fmla="*/ 240 w 77"/>
                <a:gd name="T7" fmla="*/ 21 h 56"/>
                <a:gd name="T8" fmla="*/ 404 w 77"/>
                <a:gd name="T9" fmla="*/ 19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6">
                  <a:moveTo>
                    <a:pt x="74" y="36"/>
                  </a:moveTo>
                  <a:cubicBezTo>
                    <a:pt x="71" y="49"/>
                    <a:pt x="52" y="56"/>
                    <a:pt x="33" y="51"/>
                  </a:cubicBezTo>
                  <a:cubicBezTo>
                    <a:pt x="13" y="46"/>
                    <a:pt x="0" y="32"/>
                    <a:pt x="3" y="19"/>
                  </a:cubicBezTo>
                  <a:cubicBezTo>
                    <a:pt x="6" y="6"/>
                    <a:pt x="24" y="0"/>
                    <a:pt x="44" y="4"/>
                  </a:cubicBezTo>
                  <a:cubicBezTo>
                    <a:pt x="63" y="9"/>
                    <a:pt x="77" y="23"/>
                    <a:pt x="74" y="36"/>
                  </a:cubicBezTo>
                  <a:close/>
                </a:path>
              </a:pathLst>
            </a:cu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5" name="Freeform 782">
              <a:extLst>
                <a:ext uri="{FF2B5EF4-FFF2-40B4-BE49-F238E27FC236}">
                  <a16:creationId xmlns:a16="http://schemas.microsoft.com/office/drawing/2014/main" id="{6F46FB5A-FDEF-48F8-8655-23728F454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509"/>
              <a:ext cx="413" cy="156"/>
            </a:xfrm>
            <a:custGeom>
              <a:avLst/>
              <a:gdLst>
                <a:gd name="T0" fmla="*/ 1608 w 294"/>
                <a:gd name="T1" fmla="*/ 49 h 111"/>
                <a:gd name="T2" fmla="*/ 1242 w 294"/>
                <a:gd name="T3" fmla="*/ 219 h 111"/>
                <a:gd name="T4" fmla="*/ 473 w 294"/>
                <a:gd name="T5" fmla="*/ 488 h 111"/>
                <a:gd name="T6" fmla="*/ 287 w 294"/>
                <a:gd name="T7" fmla="*/ 512 h 111"/>
                <a:gd name="T8" fmla="*/ 160 w 294"/>
                <a:gd name="T9" fmla="*/ 609 h 111"/>
                <a:gd name="T10" fmla="*/ 0 w 294"/>
                <a:gd name="T11" fmla="*/ 472 h 111"/>
                <a:gd name="T12" fmla="*/ 430 w 294"/>
                <a:gd name="T13" fmla="*/ 327 h 111"/>
                <a:gd name="T14" fmla="*/ 1037 w 294"/>
                <a:gd name="T15" fmla="*/ 94 h 111"/>
                <a:gd name="T16" fmla="*/ 1410 w 294"/>
                <a:gd name="T17" fmla="*/ 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4" h="111">
                  <a:moveTo>
                    <a:pt x="294" y="9"/>
                  </a:moveTo>
                  <a:cubicBezTo>
                    <a:pt x="285" y="21"/>
                    <a:pt x="267" y="36"/>
                    <a:pt x="227" y="40"/>
                  </a:cubicBezTo>
                  <a:cubicBezTo>
                    <a:pt x="164" y="45"/>
                    <a:pt x="140" y="90"/>
                    <a:pt x="87" y="89"/>
                  </a:cubicBezTo>
                  <a:cubicBezTo>
                    <a:pt x="71" y="88"/>
                    <a:pt x="58" y="87"/>
                    <a:pt x="52" y="93"/>
                  </a:cubicBezTo>
                  <a:cubicBezTo>
                    <a:pt x="38" y="109"/>
                    <a:pt x="29" y="111"/>
                    <a:pt x="29" y="111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6"/>
                    <a:pt x="12" y="63"/>
                    <a:pt x="78" y="60"/>
                  </a:cubicBezTo>
                  <a:cubicBezTo>
                    <a:pt x="123" y="57"/>
                    <a:pt x="149" y="21"/>
                    <a:pt x="189" y="17"/>
                  </a:cubicBezTo>
                  <a:cubicBezTo>
                    <a:pt x="216" y="15"/>
                    <a:pt x="244" y="11"/>
                    <a:pt x="258" y="0"/>
                  </a:cubicBezTo>
                </a:path>
              </a:pathLst>
            </a:cu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6" name="Freeform 783">
              <a:extLst>
                <a:ext uri="{FF2B5EF4-FFF2-40B4-BE49-F238E27FC236}">
                  <a16:creationId xmlns:a16="http://schemas.microsoft.com/office/drawing/2014/main" id="{D8F4DA00-262D-4EA1-8290-F034C033E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618"/>
              <a:ext cx="60" cy="52"/>
            </a:xfrm>
            <a:custGeom>
              <a:avLst/>
              <a:gdLst>
                <a:gd name="T0" fmla="*/ 205 w 43"/>
                <a:gd name="T1" fmla="*/ 164 h 37"/>
                <a:gd name="T2" fmla="*/ 75 w 43"/>
                <a:gd name="T3" fmla="*/ 164 h 37"/>
                <a:gd name="T4" fmla="*/ 21 w 43"/>
                <a:gd name="T5" fmla="*/ 39 h 37"/>
                <a:gd name="T6" fmla="*/ 152 w 43"/>
                <a:gd name="T7" fmla="*/ 39 h 37"/>
                <a:gd name="T8" fmla="*/ 205 w 43"/>
                <a:gd name="T9" fmla="*/ 16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7">
                  <a:moveTo>
                    <a:pt x="39" y="30"/>
                  </a:moveTo>
                  <a:cubicBezTo>
                    <a:pt x="35" y="37"/>
                    <a:pt x="23" y="37"/>
                    <a:pt x="14" y="30"/>
                  </a:cubicBezTo>
                  <a:cubicBezTo>
                    <a:pt x="4" y="24"/>
                    <a:pt x="0" y="13"/>
                    <a:pt x="4" y="7"/>
                  </a:cubicBezTo>
                  <a:cubicBezTo>
                    <a:pt x="9" y="0"/>
                    <a:pt x="20" y="0"/>
                    <a:pt x="29" y="7"/>
                  </a:cubicBezTo>
                  <a:cubicBezTo>
                    <a:pt x="39" y="13"/>
                    <a:pt x="43" y="24"/>
                    <a:pt x="39" y="30"/>
                  </a:cubicBezTo>
                  <a:close/>
                </a:path>
              </a:pathLst>
            </a:cu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7" name="Freeform 784">
              <a:extLst>
                <a:ext uri="{FF2B5EF4-FFF2-40B4-BE49-F238E27FC236}">
                  <a16:creationId xmlns:a16="http://schemas.microsoft.com/office/drawing/2014/main" id="{B5CD5783-B0B9-42EA-97F5-670DC4B16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85"/>
              <a:ext cx="168" cy="323"/>
            </a:xfrm>
            <a:custGeom>
              <a:avLst/>
              <a:gdLst>
                <a:gd name="T0" fmla="*/ 382 w 120"/>
                <a:gd name="T1" fmla="*/ 204 h 230"/>
                <a:gd name="T2" fmla="*/ 200 w 120"/>
                <a:gd name="T3" fmla="*/ 829 h 230"/>
                <a:gd name="T4" fmla="*/ 29 w 120"/>
                <a:gd name="T5" fmla="*/ 1104 h 230"/>
                <a:gd name="T6" fmla="*/ 1 w 120"/>
                <a:gd name="T7" fmla="*/ 1152 h 230"/>
                <a:gd name="T8" fmla="*/ 295 w 120"/>
                <a:gd name="T9" fmla="*/ 1258 h 230"/>
                <a:gd name="T10" fmla="*/ 413 w 120"/>
                <a:gd name="T11" fmla="*/ 984 h 230"/>
                <a:gd name="T12" fmla="*/ 528 w 120"/>
                <a:gd name="T13" fmla="*/ 420 h 230"/>
                <a:gd name="T14" fmla="*/ 645 w 120"/>
                <a:gd name="T15" fmla="*/ 260 h 230"/>
                <a:gd name="T16" fmla="*/ 382 w 120"/>
                <a:gd name="T17" fmla="*/ 204 h 2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230">
                  <a:moveTo>
                    <a:pt x="71" y="37"/>
                  </a:moveTo>
                  <a:cubicBezTo>
                    <a:pt x="64" y="0"/>
                    <a:pt x="34" y="119"/>
                    <a:pt x="37" y="152"/>
                  </a:cubicBezTo>
                  <a:cubicBezTo>
                    <a:pt x="40" y="179"/>
                    <a:pt x="18" y="194"/>
                    <a:pt x="6" y="202"/>
                  </a:cubicBezTo>
                  <a:cubicBezTo>
                    <a:pt x="0" y="207"/>
                    <a:pt x="1" y="211"/>
                    <a:pt x="1" y="211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5" y="230"/>
                    <a:pt x="60" y="224"/>
                    <a:pt x="77" y="180"/>
                  </a:cubicBezTo>
                  <a:cubicBezTo>
                    <a:pt x="92" y="139"/>
                    <a:pt x="85" y="88"/>
                    <a:pt x="98" y="77"/>
                  </a:cubicBezTo>
                  <a:cubicBezTo>
                    <a:pt x="105" y="71"/>
                    <a:pt x="114" y="58"/>
                    <a:pt x="120" y="48"/>
                  </a:cubicBezTo>
                  <a:cubicBezTo>
                    <a:pt x="120" y="48"/>
                    <a:pt x="76" y="63"/>
                    <a:pt x="71" y="37"/>
                  </a:cubicBezTo>
                  <a:close/>
                </a:path>
              </a:pathLst>
            </a:cu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8" name="Freeform 785">
              <a:extLst>
                <a:ext uri="{FF2B5EF4-FFF2-40B4-BE49-F238E27FC236}">
                  <a16:creationId xmlns:a16="http://schemas.microsoft.com/office/drawing/2014/main" id="{2E573129-7CBB-4396-85B1-4DEEDA6D3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659"/>
              <a:ext cx="87" cy="65"/>
            </a:xfrm>
            <a:custGeom>
              <a:avLst/>
              <a:gdLst>
                <a:gd name="T0" fmla="*/ 15 w 62"/>
                <a:gd name="T1" fmla="*/ 83 h 46"/>
                <a:gd name="T2" fmla="*/ 199 w 62"/>
                <a:gd name="T3" fmla="*/ 23 h 46"/>
                <a:gd name="T4" fmla="*/ 321 w 62"/>
                <a:gd name="T5" fmla="*/ 175 h 46"/>
                <a:gd name="T6" fmla="*/ 142 w 62"/>
                <a:gd name="T7" fmla="*/ 233 h 46"/>
                <a:gd name="T8" fmla="*/ 15 w 62"/>
                <a:gd name="T9" fmla="*/ 8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6">
                  <a:moveTo>
                    <a:pt x="3" y="15"/>
                  </a:moveTo>
                  <a:cubicBezTo>
                    <a:pt x="6" y="5"/>
                    <a:pt x="21" y="0"/>
                    <a:pt x="36" y="4"/>
                  </a:cubicBezTo>
                  <a:cubicBezTo>
                    <a:pt x="52" y="9"/>
                    <a:pt x="62" y="21"/>
                    <a:pt x="59" y="31"/>
                  </a:cubicBezTo>
                  <a:cubicBezTo>
                    <a:pt x="56" y="41"/>
                    <a:pt x="41" y="46"/>
                    <a:pt x="26" y="42"/>
                  </a:cubicBezTo>
                  <a:cubicBezTo>
                    <a:pt x="10" y="37"/>
                    <a:pt x="0" y="25"/>
                    <a:pt x="3" y="15"/>
                  </a:cubicBezTo>
                  <a:close/>
                </a:path>
              </a:pathLst>
            </a:cu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59" name="Freeform 786">
              <a:extLst>
                <a:ext uri="{FF2B5EF4-FFF2-40B4-BE49-F238E27FC236}">
                  <a16:creationId xmlns:a16="http://schemas.microsoft.com/office/drawing/2014/main" id="{5AF5E371-6A69-4456-909F-1867707C7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545"/>
              <a:ext cx="394" cy="225"/>
            </a:xfrm>
            <a:custGeom>
              <a:avLst/>
              <a:gdLst>
                <a:gd name="T0" fmla="*/ 1284 w 281"/>
                <a:gd name="T1" fmla="*/ 83 h 160"/>
                <a:gd name="T2" fmla="*/ 1056 w 281"/>
                <a:gd name="T3" fmla="*/ 248 h 160"/>
                <a:gd name="T4" fmla="*/ 876 w 281"/>
                <a:gd name="T5" fmla="*/ 404 h 160"/>
                <a:gd name="T6" fmla="*/ 1521 w 281"/>
                <a:gd name="T7" fmla="*/ 550 h 160"/>
                <a:gd name="T8" fmla="*/ 1329 w 281"/>
                <a:gd name="T9" fmla="*/ 676 h 160"/>
                <a:gd name="T10" fmla="*/ 781 w 281"/>
                <a:gd name="T11" fmla="*/ 560 h 160"/>
                <a:gd name="T12" fmla="*/ 177 w 281"/>
                <a:gd name="T13" fmla="*/ 731 h 160"/>
                <a:gd name="T14" fmla="*/ 0 w 281"/>
                <a:gd name="T15" fmla="*/ 637 h 160"/>
                <a:gd name="T16" fmla="*/ 474 w 281"/>
                <a:gd name="T17" fmla="*/ 423 h 160"/>
                <a:gd name="T18" fmla="*/ 1075 w 281"/>
                <a:gd name="T19" fmla="*/ 0 h 1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160">
                  <a:moveTo>
                    <a:pt x="237" y="15"/>
                  </a:moveTo>
                  <a:cubicBezTo>
                    <a:pt x="225" y="21"/>
                    <a:pt x="205" y="32"/>
                    <a:pt x="195" y="45"/>
                  </a:cubicBezTo>
                  <a:cubicBezTo>
                    <a:pt x="180" y="63"/>
                    <a:pt x="162" y="73"/>
                    <a:pt x="162" y="73"/>
                  </a:cubicBezTo>
                  <a:cubicBezTo>
                    <a:pt x="162" y="73"/>
                    <a:pt x="242" y="67"/>
                    <a:pt x="281" y="100"/>
                  </a:cubicBezTo>
                  <a:cubicBezTo>
                    <a:pt x="245" y="123"/>
                    <a:pt x="245" y="123"/>
                    <a:pt x="245" y="123"/>
                  </a:cubicBezTo>
                  <a:cubicBezTo>
                    <a:pt x="245" y="123"/>
                    <a:pt x="195" y="94"/>
                    <a:pt x="144" y="102"/>
                  </a:cubicBezTo>
                  <a:cubicBezTo>
                    <a:pt x="94" y="110"/>
                    <a:pt x="58" y="107"/>
                    <a:pt x="33" y="133"/>
                  </a:cubicBezTo>
                  <a:cubicBezTo>
                    <a:pt x="8" y="160"/>
                    <a:pt x="0" y="116"/>
                    <a:pt x="0" y="116"/>
                  </a:cubicBezTo>
                  <a:cubicBezTo>
                    <a:pt x="0" y="116"/>
                    <a:pt x="8" y="91"/>
                    <a:pt x="88" y="77"/>
                  </a:cubicBezTo>
                  <a:cubicBezTo>
                    <a:pt x="153" y="65"/>
                    <a:pt x="168" y="24"/>
                    <a:pt x="198" y="0"/>
                  </a:cubicBezTo>
                </a:path>
              </a:pathLst>
            </a:cu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60" name="Oval 787">
              <a:extLst>
                <a:ext uri="{FF2B5EF4-FFF2-40B4-BE49-F238E27FC236}">
                  <a16:creationId xmlns:a16="http://schemas.microsoft.com/office/drawing/2014/main" id="{B54D1CD5-49BB-4EAC-A1DE-11F26E43B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698"/>
              <a:ext cx="56" cy="50"/>
            </a:xfrm>
            <a:prstGeom prst="ellipse">
              <a:avLst/>
            </a:pr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061" name="Freeform 788">
              <a:extLst>
                <a:ext uri="{FF2B5EF4-FFF2-40B4-BE49-F238E27FC236}">
                  <a16:creationId xmlns:a16="http://schemas.microsoft.com/office/drawing/2014/main" id="{D3286F91-47EC-40CE-BFAE-E0DC81AC7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677"/>
              <a:ext cx="67" cy="48"/>
            </a:xfrm>
            <a:custGeom>
              <a:avLst/>
              <a:gdLst>
                <a:gd name="T0" fmla="*/ 240 w 48"/>
                <a:gd name="T1" fmla="*/ 49 h 34"/>
                <a:gd name="T2" fmla="*/ 103 w 48"/>
                <a:gd name="T3" fmla="*/ 28 h 34"/>
                <a:gd name="T4" fmla="*/ 15 w 48"/>
                <a:gd name="T5" fmla="*/ 137 h 34"/>
                <a:gd name="T6" fmla="*/ 152 w 48"/>
                <a:gd name="T7" fmla="*/ 164 h 34"/>
                <a:gd name="T8" fmla="*/ 240 w 48"/>
                <a:gd name="T9" fmla="*/ 4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45" y="9"/>
                  </a:moveTo>
                  <a:cubicBezTo>
                    <a:pt x="43" y="2"/>
                    <a:pt x="31" y="0"/>
                    <a:pt x="19" y="5"/>
                  </a:cubicBezTo>
                  <a:cubicBezTo>
                    <a:pt x="8" y="9"/>
                    <a:pt x="0" y="18"/>
                    <a:pt x="3" y="25"/>
                  </a:cubicBezTo>
                  <a:cubicBezTo>
                    <a:pt x="5" y="32"/>
                    <a:pt x="17" y="34"/>
                    <a:pt x="29" y="29"/>
                  </a:cubicBezTo>
                  <a:cubicBezTo>
                    <a:pt x="40" y="25"/>
                    <a:pt x="48" y="16"/>
                    <a:pt x="45" y="9"/>
                  </a:cubicBezTo>
                  <a:close/>
                </a:path>
              </a:pathLst>
            </a:cu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62" name="Freeform 789">
              <a:extLst>
                <a:ext uri="{FF2B5EF4-FFF2-40B4-BE49-F238E27FC236}">
                  <a16:creationId xmlns:a16="http://schemas.microsoft.com/office/drawing/2014/main" id="{F2F645A8-8137-40E2-9621-1187D4163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145"/>
              <a:ext cx="100" cy="250"/>
            </a:xfrm>
            <a:custGeom>
              <a:avLst/>
              <a:gdLst>
                <a:gd name="T0" fmla="*/ 151 w 71"/>
                <a:gd name="T1" fmla="*/ 49 h 178"/>
                <a:gd name="T2" fmla="*/ 69 w 71"/>
                <a:gd name="T3" fmla="*/ 299 h 178"/>
                <a:gd name="T4" fmla="*/ 30 w 71"/>
                <a:gd name="T5" fmla="*/ 972 h 178"/>
                <a:gd name="T6" fmla="*/ 301 w 71"/>
                <a:gd name="T7" fmla="*/ 951 h 178"/>
                <a:gd name="T8" fmla="*/ 282 w 71"/>
                <a:gd name="T9" fmla="*/ 482 h 178"/>
                <a:gd name="T10" fmla="*/ 394 w 71"/>
                <a:gd name="T11" fmla="*/ 97 h 178"/>
                <a:gd name="T12" fmla="*/ 151 w 71"/>
                <a:gd name="T13" fmla="*/ 4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178">
                  <a:moveTo>
                    <a:pt x="27" y="9"/>
                  </a:moveTo>
                  <a:cubicBezTo>
                    <a:pt x="22" y="0"/>
                    <a:pt x="19" y="33"/>
                    <a:pt x="13" y="55"/>
                  </a:cubicBezTo>
                  <a:cubicBezTo>
                    <a:pt x="0" y="99"/>
                    <a:pt x="6" y="178"/>
                    <a:pt x="6" y="178"/>
                  </a:cubicBezTo>
                  <a:cubicBezTo>
                    <a:pt x="55" y="174"/>
                    <a:pt x="55" y="174"/>
                    <a:pt x="55" y="174"/>
                  </a:cubicBezTo>
                  <a:cubicBezTo>
                    <a:pt x="55" y="174"/>
                    <a:pt x="51" y="128"/>
                    <a:pt x="51" y="88"/>
                  </a:cubicBezTo>
                  <a:cubicBezTo>
                    <a:pt x="51" y="62"/>
                    <a:pt x="63" y="34"/>
                    <a:pt x="71" y="18"/>
                  </a:cubicBezTo>
                  <a:cubicBezTo>
                    <a:pt x="71" y="18"/>
                    <a:pt x="40" y="33"/>
                    <a:pt x="27" y="9"/>
                  </a:cubicBezTo>
                  <a:close/>
                </a:path>
              </a:pathLst>
            </a:cu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63" name="Oval 790">
              <a:extLst>
                <a:ext uri="{FF2B5EF4-FFF2-40B4-BE49-F238E27FC236}">
                  <a16:creationId xmlns:a16="http://schemas.microsoft.com/office/drawing/2014/main" id="{D168AECC-1DCC-48EB-AFA0-C3BA80897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360"/>
              <a:ext cx="70" cy="56"/>
            </a:xfrm>
            <a:prstGeom prst="ellipse">
              <a:avLst/>
            </a:prstGeom>
            <a:solidFill>
              <a:srgbClr val="D3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064" name="Freeform 791">
              <a:extLst>
                <a:ext uri="{FF2B5EF4-FFF2-40B4-BE49-F238E27FC236}">
                  <a16:creationId xmlns:a16="http://schemas.microsoft.com/office/drawing/2014/main" id="{B31EFDE1-73D6-4CFA-A7ED-CB4690B43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049"/>
              <a:ext cx="234" cy="1198"/>
            </a:xfrm>
            <a:custGeom>
              <a:avLst/>
              <a:gdLst>
                <a:gd name="T0" fmla="*/ 500 w 167"/>
                <a:gd name="T1" fmla="*/ 1 h 853"/>
                <a:gd name="T2" fmla="*/ 583 w 167"/>
                <a:gd name="T3" fmla="*/ 1 h 853"/>
                <a:gd name="T4" fmla="*/ 626 w 167"/>
                <a:gd name="T5" fmla="*/ 1146 h 853"/>
                <a:gd name="T6" fmla="*/ 520 w 167"/>
                <a:gd name="T7" fmla="*/ 2837 h 853"/>
                <a:gd name="T8" fmla="*/ 231 w 167"/>
                <a:gd name="T9" fmla="*/ 3712 h 853"/>
                <a:gd name="T10" fmla="*/ 177 w 167"/>
                <a:gd name="T11" fmla="*/ 4663 h 853"/>
                <a:gd name="T12" fmla="*/ 0 w 167"/>
                <a:gd name="T13" fmla="*/ 4618 h 853"/>
                <a:gd name="T14" fmla="*/ 163 w 167"/>
                <a:gd name="T15" fmla="*/ 3886 h 853"/>
                <a:gd name="T16" fmla="*/ 420 w 167"/>
                <a:gd name="T17" fmla="*/ 2798 h 853"/>
                <a:gd name="T18" fmla="*/ 583 w 167"/>
                <a:gd name="T19" fmla="*/ 876 h 853"/>
                <a:gd name="T20" fmla="*/ 528 w 167"/>
                <a:gd name="T21" fmla="*/ 114 h 853"/>
                <a:gd name="T22" fmla="*/ 509 w 167"/>
                <a:gd name="T23" fmla="*/ 114 h 8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7" h="853">
                  <a:moveTo>
                    <a:pt x="93" y="1"/>
                  </a:moveTo>
                  <a:cubicBezTo>
                    <a:pt x="98" y="0"/>
                    <a:pt x="103" y="0"/>
                    <a:pt x="108" y="1"/>
                  </a:cubicBezTo>
                  <a:cubicBezTo>
                    <a:pt x="167" y="4"/>
                    <a:pt x="141" y="147"/>
                    <a:pt x="116" y="210"/>
                  </a:cubicBezTo>
                  <a:cubicBezTo>
                    <a:pt x="99" y="251"/>
                    <a:pt x="113" y="395"/>
                    <a:pt x="96" y="519"/>
                  </a:cubicBezTo>
                  <a:cubicBezTo>
                    <a:pt x="87" y="584"/>
                    <a:pt x="30" y="651"/>
                    <a:pt x="43" y="679"/>
                  </a:cubicBezTo>
                  <a:cubicBezTo>
                    <a:pt x="81" y="759"/>
                    <a:pt x="33" y="853"/>
                    <a:pt x="33" y="853"/>
                  </a:cubicBezTo>
                  <a:cubicBezTo>
                    <a:pt x="0" y="845"/>
                    <a:pt x="0" y="845"/>
                    <a:pt x="0" y="845"/>
                  </a:cubicBezTo>
                  <a:cubicBezTo>
                    <a:pt x="0" y="845"/>
                    <a:pt x="60" y="764"/>
                    <a:pt x="30" y="711"/>
                  </a:cubicBezTo>
                  <a:cubicBezTo>
                    <a:pt x="0" y="658"/>
                    <a:pt x="69" y="569"/>
                    <a:pt x="78" y="512"/>
                  </a:cubicBezTo>
                  <a:cubicBezTo>
                    <a:pt x="87" y="448"/>
                    <a:pt x="91" y="202"/>
                    <a:pt x="108" y="160"/>
                  </a:cubicBezTo>
                  <a:cubicBezTo>
                    <a:pt x="126" y="117"/>
                    <a:pt x="130" y="22"/>
                    <a:pt x="98" y="21"/>
                  </a:cubicBezTo>
                  <a:cubicBezTo>
                    <a:pt x="97" y="21"/>
                    <a:pt x="96" y="21"/>
                    <a:pt x="94" y="21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65" name="Freeform 792">
              <a:extLst>
                <a:ext uri="{FF2B5EF4-FFF2-40B4-BE49-F238E27FC236}">
                  <a16:creationId xmlns:a16="http://schemas.microsoft.com/office/drawing/2014/main" id="{777F6C58-5A5E-4DC8-8A22-B2A3964B9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051"/>
              <a:ext cx="319" cy="1103"/>
            </a:xfrm>
            <a:custGeom>
              <a:avLst/>
              <a:gdLst>
                <a:gd name="T0" fmla="*/ 1221 w 228"/>
                <a:gd name="T1" fmla="*/ 108 h 786"/>
                <a:gd name="T2" fmla="*/ 1119 w 228"/>
                <a:gd name="T3" fmla="*/ 893 h 786"/>
                <a:gd name="T4" fmla="*/ 844 w 228"/>
                <a:gd name="T5" fmla="*/ 2979 h 786"/>
                <a:gd name="T6" fmla="*/ 399 w 228"/>
                <a:gd name="T7" fmla="*/ 3536 h 786"/>
                <a:gd name="T8" fmla="*/ 112 w 228"/>
                <a:gd name="T9" fmla="*/ 4277 h 786"/>
                <a:gd name="T10" fmla="*/ 0 w 228"/>
                <a:gd name="T11" fmla="*/ 4223 h 786"/>
                <a:gd name="T12" fmla="*/ 295 w 228"/>
                <a:gd name="T13" fmla="*/ 3510 h 786"/>
                <a:gd name="T14" fmla="*/ 756 w 228"/>
                <a:gd name="T15" fmla="*/ 2885 h 786"/>
                <a:gd name="T16" fmla="*/ 1024 w 228"/>
                <a:gd name="T17" fmla="*/ 1050 h 786"/>
                <a:gd name="T18" fmla="*/ 1220 w 228"/>
                <a:gd name="T19" fmla="*/ 0 h 7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8" h="786">
                  <a:moveTo>
                    <a:pt x="228" y="20"/>
                  </a:moveTo>
                  <a:cubicBezTo>
                    <a:pt x="194" y="23"/>
                    <a:pt x="192" y="83"/>
                    <a:pt x="209" y="164"/>
                  </a:cubicBezTo>
                  <a:cubicBezTo>
                    <a:pt x="227" y="247"/>
                    <a:pt x="173" y="485"/>
                    <a:pt x="157" y="547"/>
                  </a:cubicBezTo>
                  <a:cubicBezTo>
                    <a:pt x="147" y="588"/>
                    <a:pt x="81" y="635"/>
                    <a:pt x="74" y="650"/>
                  </a:cubicBezTo>
                  <a:cubicBezTo>
                    <a:pt x="51" y="695"/>
                    <a:pt x="21" y="786"/>
                    <a:pt x="21" y="786"/>
                  </a:cubicBezTo>
                  <a:cubicBezTo>
                    <a:pt x="0" y="776"/>
                    <a:pt x="0" y="776"/>
                    <a:pt x="0" y="776"/>
                  </a:cubicBezTo>
                  <a:cubicBezTo>
                    <a:pt x="0" y="776"/>
                    <a:pt x="16" y="709"/>
                    <a:pt x="55" y="645"/>
                  </a:cubicBezTo>
                  <a:cubicBezTo>
                    <a:pt x="81" y="602"/>
                    <a:pt x="134" y="568"/>
                    <a:pt x="141" y="530"/>
                  </a:cubicBezTo>
                  <a:cubicBezTo>
                    <a:pt x="168" y="371"/>
                    <a:pt x="203" y="321"/>
                    <a:pt x="191" y="193"/>
                  </a:cubicBezTo>
                  <a:cubicBezTo>
                    <a:pt x="179" y="73"/>
                    <a:pt x="163" y="4"/>
                    <a:pt x="227" y="0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66" name="Freeform 793">
              <a:extLst>
                <a:ext uri="{FF2B5EF4-FFF2-40B4-BE49-F238E27FC236}">
                  <a16:creationId xmlns:a16="http://schemas.microsoft.com/office/drawing/2014/main" id="{22BE918B-13E3-4FF9-841B-3EC015FB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502"/>
              <a:ext cx="393" cy="254"/>
            </a:xfrm>
            <a:custGeom>
              <a:avLst/>
              <a:gdLst>
                <a:gd name="T0" fmla="*/ 1186 w 280"/>
                <a:gd name="T1" fmla="*/ 49 h 181"/>
                <a:gd name="T2" fmla="*/ 1338 w 280"/>
                <a:gd name="T3" fmla="*/ 173 h 181"/>
                <a:gd name="T4" fmla="*/ 1055 w 280"/>
                <a:gd name="T5" fmla="*/ 362 h 181"/>
                <a:gd name="T6" fmla="*/ 877 w 280"/>
                <a:gd name="T7" fmla="*/ 512 h 181"/>
                <a:gd name="T8" fmla="*/ 1527 w 280"/>
                <a:gd name="T9" fmla="*/ 664 h 181"/>
                <a:gd name="T10" fmla="*/ 1336 w 280"/>
                <a:gd name="T11" fmla="*/ 782 h 181"/>
                <a:gd name="T12" fmla="*/ 786 w 280"/>
                <a:gd name="T13" fmla="*/ 672 h 181"/>
                <a:gd name="T14" fmla="*/ 180 w 280"/>
                <a:gd name="T15" fmla="*/ 845 h 181"/>
                <a:gd name="T16" fmla="*/ 0 w 280"/>
                <a:gd name="T17" fmla="*/ 752 h 181"/>
                <a:gd name="T18" fmla="*/ 473 w 280"/>
                <a:gd name="T19" fmla="*/ 536 h 181"/>
                <a:gd name="T20" fmla="*/ 1186 w 280"/>
                <a:gd name="T21" fmla="*/ 49 h 1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0" h="181">
                  <a:moveTo>
                    <a:pt x="218" y="9"/>
                  </a:moveTo>
                  <a:cubicBezTo>
                    <a:pt x="218" y="9"/>
                    <a:pt x="251" y="0"/>
                    <a:pt x="246" y="32"/>
                  </a:cubicBezTo>
                  <a:cubicBezTo>
                    <a:pt x="246" y="32"/>
                    <a:pt x="209" y="48"/>
                    <a:pt x="194" y="66"/>
                  </a:cubicBezTo>
                  <a:cubicBezTo>
                    <a:pt x="180" y="85"/>
                    <a:pt x="161" y="94"/>
                    <a:pt x="161" y="94"/>
                  </a:cubicBezTo>
                  <a:cubicBezTo>
                    <a:pt x="161" y="94"/>
                    <a:pt x="242" y="89"/>
                    <a:pt x="280" y="122"/>
                  </a:cubicBezTo>
                  <a:cubicBezTo>
                    <a:pt x="245" y="144"/>
                    <a:pt x="245" y="144"/>
                    <a:pt x="245" y="144"/>
                  </a:cubicBezTo>
                  <a:cubicBezTo>
                    <a:pt x="245" y="144"/>
                    <a:pt x="194" y="115"/>
                    <a:pt x="144" y="123"/>
                  </a:cubicBezTo>
                  <a:cubicBezTo>
                    <a:pt x="94" y="131"/>
                    <a:pt x="58" y="128"/>
                    <a:pt x="33" y="155"/>
                  </a:cubicBezTo>
                  <a:cubicBezTo>
                    <a:pt x="8" y="181"/>
                    <a:pt x="0" y="138"/>
                    <a:pt x="0" y="138"/>
                  </a:cubicBezTo>
                  <a:cubicBezTo>
                    <a:pt x="0" y="138"/>
                    <a:pt x="8" y="113"/>
                    <a:pt x="87" y="98"/>
                  </a:cubicBezTo>
                  <a:cubicBezTo>
                    <a:pt x="167" y="83"/>
                    <a:pt x="172" y="28"/>
                    <a:pt x="218" y="9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67" name="Freeform 794">
              <a:extLst>
                <a:ext uri="{FF2B5EF4-FFF2-40B4-BE49-F238E27FC236}">
                  <a16:creationId xmlns:a16="http://schemas.microsoft.com/office/drawing/2014/main" id="{72D94695-5095-4847-B784-C38ED1BE0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456"/>
              <a:ext cx="421" cy="202"/>
            </a:xfrm>
            <a:custGeom>
              <a:avLst/>
              <a:gdLst>
                <a:gd name="T0" fmla="*/ 1454 w 300"/>
                <a:gd name="T1" fmla="*/ 67 h 144"/>
                <a:gd name="T2" fmla="*/ 1632 w 300"/>
                <a:gd name="T3" fmla="*/ 166 h 144"/>
                <a:gd name="T4" fmla="*/ 1239 w 300"/>
                <a:gd name="T5" fmla="*/ 396 h 144"/>
                <a:gd name="T6" fmla="*/ 473 w 300"/>
                <a:gd name="T7" fmla="*/ 664 h 144"/>
                <a:gd name="T8" fmla="*/ 282 w 300"/>
                <a:gd name="T9" fmla="*/ 685 h 144"/>
                <a:gd name="T10" fmla="*/ 160 w 300"/>
                <a:gd name="T11" fmla="*/ 781 h 144"/>
                <a:gd name="T12" fmla="*/ 0 w 300"/>
                <a:gd name="T13" fmla="*/ 645 h 144"/>
                <a:gd name="T14" fmla="*/ 424 w 300"/>
                <a:gd name="T15" fmla="*/ 502 h 144"/>
                <a:gd name="T16" fmla="*/ 1029 w 300"/>
                <a:gd name="T17" fmla="*/ 269 h 144"/>
                <a:gd name="T18" fmla="*/ 1454 w 300"/>
                <a:gd name="T19" fmla="*/ 67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0" h="144">
                  <a:moveTo>
                    <a:pt x="267" y="12"/>
                  </a:moveTo>
                  <a:cubicBezTo>
                    <a:pt x="267" y="12"/>
                    <a:pt x="300" y="0"/>
                    <a:pt x="300" y="31"/>
                  </a:cubicBezTo>
                  <a:cubicBezTo>
                    <a:pt x="300" y="31"/>
                    <a:pt x="290" y="68"/>
                    <a:pt x="227" y="73"/>
                  </a:cubicBezTo>
                  <a:cubicBezTo>
                    <a:pt x="164" y="78"/>
                    <a:pt x="140" y="123"/>
                    <a:pt x="87" y="122"/>
                  </a:cubicBezTo>
                  <a:cubicBezTo>
                    <a:pt x="71" y="121"/>
                    <a:pt x="57" y="120"/>
                    <a:pt x="52" y="126"/>
                  </a:cubicBezTo>
                  <a:cubicBezTo>
                    <a:pt x="38" y="142"/>
                    <a:pt x="29" y="144"/>
                    <a:pt x="29" y="144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12" y="96"/>
                    <a:pt x="78" y="93"/>
                  </a:cubicBezTo>
                  <a:cubicBezTo>
                    <a:pt x="123" y="90"/>
                    <a:pt x="149" y="54"/>
                    <a:pt x="189" y="50"/>
                  </a:cubicBezTo>
                  <a:cubicBezTo>
                    <a:pt x="228" y="46"/>
                    <a:pt x="269" y="41"/>
                    <a:pt x="267" y="1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68" name="Freeform 795">
              <a:extLst>
                <a:ext uri="{FF2B5EF4-FFF2-40B4-BE49-F238E27FC236}">
                  <a16:creationId xmlns:a16="http://schemas.microsoft.com/office/drawing/2014/main" id="{52B6E13B-997B-4117-B5FA-4AFF1127D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380"/>
              <a:ext cx="179" cy="323"/>
            </a:xfrm>
            <a:custGeom>
              <a:avLst/>
              <a:gdLst>
                <a:gd name="T0" fmla="*/ 462 w 127"/>
                <a:gd name="T1" fmla="*/ 104 h 230"/>
                <a:gd name="T2" fmla="*/ 705 w 127"/>
                <a:gd name="T3" fmla="*/ 185 h 230"/>
                <a:gd name="T4" fmla="*/ 547 w 127"/>
                <a:gd name="T5" fmla="*/ 420 h 230"/>
                <a:gd name="T6" fmla="*/ 423 w 127"/>
                <a:gd name="T7" fmla="*/ 984 h 230"/>
                <a:gd name="T8" fmla="*/ 300 w 127"/>
                <a:gd name="T9" fmla="*/ 1258 h 230"/>
                <a:gd name="T10" fmla="*/ 1 w 127"/>
                <a:gd name="T11" fmla="*/ 1146 h 230"/>
                <a:gd name="T12" fmla="*/ 32 w 127"/>
                <a:gd name="T13" fmla="*/ 1104 h 230"/>
                <a:gd name="T14" fmla="*/ 204 w 127"/>
                <a:gd name="T15" fmla="*/ 829 h 230"/>
                <a:gd name="T16" fmla="*/ 462 w 127"/>
                <a:gd name="T17" fmla="*/ 104 h 2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230">
                  <a:moveTo>
                    <a:pt x="83" y="19"/>
                  </a:moveTo>
                  <a:cubicBezTo>
                    <a:pt x="83" y="19"/>
                    <a:pt x="117" y="0"/>
                    <a:pt x="127" y="34"/>
                  </a:cubicBezTo>
                  <a:cubicBezTo>
                    <a:pt x="127" y="34"/>
                    <a:pt x="111" y="66"/>
                    <a:pt x="98" y="77"/>
                  </a:cubicBezTo>
                  <a:cubicBezTo>
                    <a:pt x="84" y="87"/>
                    <a:pt x="92" y="139"/>
                    <a:pt x="76" y="180"/>
                  </a:cubicBezTo>
                  <a:cubicBezTo>
                    <a:pt x="60" y="224"/>
                    <a:pt x="54" y="230"/>
                    <a:pt x="54" y="230"/>
                  </a:cubicBezTo>
                  <a:cubicBezTo>
                    <a:pt x="1" y="210"/>
                    <a:pt x="1" y="210"/>
                    <a:pt x="1" y="210"/>
                  </a:cubicBezTo>
                  <a:cubicBezTo>
                    <a:pt x="1" y="210"/>
                    <a:pt x="0" y="206"/>
                    <a:pt x="6" y="202"/>
                  </a:cubicBezTo>
                  <a:cubicBezTo>
                    <a:pt x="17" y="194"/>
                    <a:pt x="39" y="179"/>
                    <a:pt x="37" y="152"/>
                  </a:cubicBezTo>
                  <a:cubicBezTo>
                    <a:pt x="33" y="111"/>
                    <a:pt x="59" y="49"/>
                    <a:pt x="83" y="19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69" name="Freeform 796">
              <a:extLst>
                <a:ext uri="{FF2B5EF4-FFF2-40B4-BE49-F238E27FC236}">
                  <a16:creationId xmlns:a16="http://schemas.microsoft.com/office/drawing/2014/main" id="{8166FF85-FAA8-4D0A-9F48-4A5A9EFFC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192"/>
              <a:ext cx="938" cy="342"/>
            </a:xfrm>
            <a:custGeom>
              <a:avLst/>
              <a:gdLst>
                <a:gd name="T0" fmla="*/ 1886 w 669"/>
                <a:gd name="T1" fmla="*/ 41 h 244"/>
                <a:gd name="T2" fmla="*/ 1952 w 669"/>
                <a:gd name="T3" fmla="*/ 172 h 244"/>
                <a:gd name="T4" fmla="*/ 1453 w 669"/>
                <a:gd name="T5" fmla="*/ 474 h 244"/>
                <a:gd name="T6" fmla="*/ 1446 w 669"/>
                <a:gd name="T7" fmla="*/ 674 h 244"/>
                <a:gd name="T8" fmla="*/ 2172 w 669"/>
                <a:gd name="T9" fmla="*/ 701 h 244"/>
                <a:gd name="T10" fmla="*/ 2806 w 669"/>
                <a:gd name="T11" fmla="*/ 796 h 244"/>
                <a:gd name="T12" fmla="*/ 3385 w 669"/>
                <a:gd name="T13" fmla="*/ 632 h 244"/>
                <a:gd name="T14" fmla="*/ 3624 w 669"/>
                <a:gd name="T15" fmla="*/ 747 h 244"/>
                <a:gd name="T16" fmla="*/ 3124 w 669"/>
                <a:gd name="T17" fmla="*/ 925 h 244"/>
                <a:gd name="T18" fmla="*/ 2489 w 669"/>
                <a:gd name="T19" fmla="*/ 1161 h 244"/>
                <a:gd name="T20" fmla="*/ 2152 w 669"/>
                <a:gd name="T21" fmla="*/ 1318 h 244"/>
                <a:gd name="T22" fmla="*/ 1844 w 669"/>
                <a:gd name="T23" fmla="*/ 1173 h 244"/>
                <a:gd name="T24" fmla="*/ 2208 w 669"/>
                <a:gd name="T25" fmla="*/ 992 h 244"/>
                <a:gd name="T26" fmla="*/ 2180 w 669"/>
                <a:gd name="T27" fmla="*/ 876 h 244"/>
                <a:gd name="T28" fmla="*/ 1084 w 669"/>
                <a:gd name="T29" fmla="*/ 729 h 244"/>
                <a:gd name="T30" fmla="*/ 240 w 669"/>
                <a:gd name="T31" fmla="*/ 596 h 244"/>
                <a:gd name="T32" fmla="*/ 0 w 669"/>
                <a:gd name="T33" fmla="*/ 376 h 244"/>
                <a:gd name="T34" fmla="*/ 753 w 669"/>
                <a:gd name="T35" fmla="*/ 348 h 244"/>
                <a:gd name="T36" fmla="*/ 1643 w 669"/>
                <a:gd name="T37" fmla="*/ 57 h 244"/>
                <a:gd name="T38" fmla="*/ 1740 w 669"/>
                <a:gd name="T39" fmla="*/ 0 h 24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69" h="244">
                  <a:moveTo>
                    <a:pt x="348" y="8"/>
                  </a:moveTo>
                  <a:cubicBezTo>
                    <a:pt x="357" y="14"/>
                    <a:pt x="362" y="23"/>
                    <a:pt x="360" y="32"/>
                  </a:cubicBezTo>
                  <a:cubicBezTo>
                    <a:pt x="353" y="57"/>
                    <a:pt x="296" y="80"/>
                    <a:pt x="268" y="88"/>
                  </a:cubicBezTo>
                  <a:cubicBezTo>
                    <a:pt x="241" y="96"/>
                    <a:pt x="213" y="123"/>
                    <a:pt x="267" y="125"/>
                  </a:cubicBezTo>
                  <a:cubicBezTo>
                    <a:pt x="321" y="126"/>
                    <a:pt x="336" y="133"/>
                    <a:pt x="401" y="130"/>
                  </a:cubicBezTo>
                  <a:cubicBezTo>
                    <a:pt x="453" y="128"/>
                    <a:pt x="469" y="156"/>
                    <a:pt x="518" y="147"/>
                  </a:cubicBezTo>
                  <a:cubicBezTo>
                    <a:pt x="567" y="138"/>
                    <a:pt x="623" y="137"/>
                    <a:pt x="625" y="117"/>
                  </a:cubicBezTo>
                  <a:cubicBezTo>
                    <a:pt x="625" y="117"/>
                    <a:pt x="668" y="105"/>
                    <a:pt x="669" y="138"/>
                  </a:cubicBezTo>
                  <a:cubicBezTo>
                    <a:pt x="669" y="138"/>
                    <a:pt x="641" y="174"/>
                    <a:pt x="576" y="171"/>
                  </a:cubicBezTo>
                  <a:cubicBezTo>
                    <a:pt x="512" y="168"/>
                    <a:pt x="512" y="205"/>
                    <a:pt x="459" y="215"/>
                  </a:cubicBezTo>
                  <a:cubicBezTo>
                    <a:pt x="406" y="224"/>
                    <a:pt x="397" y="244"/>
                    <a:pt x="397" y="244"/>
                  </a:cubicBezTo>
                  <a:cubicBezTo>
                    <a:pt x="340" y="217"/>
                    <a:pt x="340" y="217"/>
                    <a:pt x="340" y="217"/>
                  </a:cubicBezTo>
                  <a:cubicBezTo>
                    <a:pt x="340" y="217"/>
                    <a:pt x="343" y="195"/>
                    <a:pt x="407" y="183"/>
                  </a:cubicBezTo>
                  <a:cubicBezTo>
                    <a:pt x="439" y="177"/>
                    <a:pt x="449" y="167"/>
                    <a:pt x="402" y="162"/>
                  </a:cubicBezTo>
                  <a:cubicBezTo>
                    <a:pt x="354" y="156"/>
                    <a:pt x="233" y="159"/>
                    <a:pt x="200" y="135"/>
                  </a:cubicBezTo>
                  <a:cubicBezTo>
                    <a:pt x="167" y="112"/>
                    <a:pt x="104" y="97"/>
                    <a:pt x="44" y="11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31" y="34"/>
                    <a:pt x="139" y="64"/>
                  </a:cubicBezTo>
                  <a:cubicBezTo>
                    <a:pt x="184" y="77"/>
                    <a:pt x="288" y="36"/>
                    <a:pt x="303" y="11"/>
                  </a:cubicBezTo>
                  <a:cubicBezTo>
                    <a:pt x="307" y="4"/>
                    <a:pt x="314" y="1"/>
                    <a:pt x="321" y="0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70" name="Freeform 797">
              <a:extLst>
                <a:ext uri="{FF2B5EF4-FFF2-40B4-BE49-F238E27FC236}">
                  <a16:creationId xmlns:a16="http://schemas.microsoft.com/office/drawing/2014/main" id="{5D4A993A-2157-4B79-B79A-1E9A0A055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190"/>
              <a:ext cx="38" cy="13"/>
            </a:xfrm>
            <a:custGeom>
              <a:avLst/>
              <a:gdLst>
                <a:gd name="T0" fmla="*/ 0 w 27"/>
                <a:gd name="T1" fmla="*/ 1 h 9"/>
                <a:gd name="T2" fmla="*/ 149 w 27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1"/>
                  </a:moveTo>
                  <a:cubicBezTo>
                    <a:pt x="9" y="0"/>
                    <a:pt x="20" y="3"/>
                    <a:pt x="27" y="9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71" name="Freeform 798">
              <a:extLst>
                <a:ext uri="{FF2B5EF4-FFF2-40B4-BE49-F238E27FC236}">
                  <a16:creationId xmlns:a16="http://schemas.microsoft.com/office/drawing/2014/main" id="{7D78269D-46CF-4928-A5C3-8361499C5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095"/>
              <a:ext cx="111" cy="304"/>
            </a:xfrm>
            <a:custGeom>
              <a:avLst/>
              <a:gdLst>
                <a:gd name="T0" fmla="*/ 200 w 79"/>
                <a:gd name="T1" fmla="*/ 77 h 217"/>
                <a:gd name="T2" fmla="*/ 433 w 79"/>
                <a:gd name="T3" fmla="*/ 157 h 217"/>
                <a:gd name="T4" fmla="*/ 287 w 79"/>
                <a:gd name="T5" fmla="*/ 604 h 217"/>
                <a:gd name="T6" fmla="*/ 301 w 79"/>
                <a:gd name="T7" fmla="*/ 1146 h 217"/>
                <a:gd name="T8" fmla="*/ 39 w 79"/>
                <a:gd name="T9" fmla="*/ 1171 h 217"/>
                <a:gd name="T10" fmla="*/ 69 w 79"/>
                <a:gd name="T11" fmla="*/ 430 h 217"/>
                <a:gd name="T12" fmla="*/ 200 w 79"/>
                <a:gd name="T13" fmla="*/ 77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17">
                  <a:moveTo>
                    <a:pt x="36" y="14"/>
                  </a:moveTo>
                  <a:cubicBezTo>
                    <a:pt x="36" y="14"/>
                    <a:pt x="70" y="0"/>
                    <a:pt x="79" y="29"/>
                  </a:cubicBezTo>
                  <a:cubicBezTo>
                    <a:pt x="79" y="29"/>
                    <a:pt x="52" y="72"/>
                    <a:pt x="52" y="112"/>
                  </a:cubicBezTo>
                  <a:cubicBezTo>
                    <a:pt x="52" y="151"/>
                    <a:pt x="55" y="213"/>
                    <a:pt x="55" y="213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7" y="217"/>
                    <a:pt x="0" y="123"/>
                    <a:pt x="13" y="79"/>
                  </a:cubicBezTo>
                  <a:cubicBezTo>
                    <a:pt x="31" y="20"/>
                    <a:pt x="36" y="14"/>
                    <a:pt x="36" y="14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72" name="Freeform 799">
              <a:extLst>
                <a:ext uri="{FF2B5EF4-FFF2-40B4-BE49-F238E27FC236}">
                  <a16:creationId xmlns:a16="http://schemas.microsoft.com/office/drawing/2014/main" id="{FE372B15-A78F-4BC9-9F92-32015359B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964"/>
              <a:ext cx="539" cy="287"/>
            </a:xfrm>
            <a:custGeom>
              <a:avLst/>
              <a:gdLst>
                <a:gd name="T0" fmla="*/ 1792 w 384"/>
                <a:gd name="T1" fmla="*/ 405 h 204"/>
                <a:gd name="T2" fmla="*/ 2061 w 384"/>
                <a:gd name="T3" fmla="*/ 566 h 204"/>
                <a:gd name="T4" fmla="*/ 1548 w 384"/>
                <a:gd name="T5" fmla="*/ 837 h 204"/>
                <a:gd name="T6" fmla="*/ 768 w 384"/>
                <a:gd name="T7" fmla="*/ 1124 h 204"/>
                <a:gd name="T8" fmla="*/ 470 w 384"/>
                <a:gd name="T9" fmla="*/ 945 h 204"/>
                <a:gd name="T10" fmla="*/ 1324 w 384"/>
                <a:gd name="T11" fmla="*/ 692 h 204"/>
                <a:gd name="T12" fmla="*/ 1280 w 384"/>
                <a:gd name="T13" fmla="*/ 553 h 204"/>
                <a:gd name="T14" fmla="*/ 758 w 384"/>
                <a:gd name="T15" fmla="*/ 97 h 204"/>
                <a:gd name="T16" fmla="*/ 1078 w 384"/>
                <a:gd name="T17" fmla="*/ 176 h 204"/>
                <a:gd name="T18" fmla="*/ 786 w 384"/>
                <a:gd name="T19" fmla="*/ 336 h 204"/>
                <a:gd name="T20" fmla="*/ 1792 w 384"/>
                <a:gd name="T21" fmla="*/ 405 h 2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4" h="204">
                  <a:moveTo>
                    <a:pt x="329" y="74"/>
                  </a:moveTo>
                  <a:cubicBezTo>
                    <a:pt x="329" y="74"/>
                    <a:pt x="384" y="64"/>
                    <a:pt x="378" y="102"/>
                  </a:cubicBezTo>
                  <a:cubicBezTo>
                    <a:pt x="373" y="141"/>
                    <a:pt x="325" y="143"/>
                    <a:pt x="284" y="152"/>
                  </a:cubicBezTo>
                  <a:cubicBezTo>
                    <a:pt x="253" y="159"/>
                    <a:pt x="158" y="178"/>
                    <a:pt x="141" y="204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172"/>
                    <a:pt x="103" y="137"/>
                    <a:pt x="243" y="126"/>
                  </a:cubicBezTo>
                  <a:cubicBezTo>
                    <a:pt x="302" y="121"/>
                    <a:pt x="260" y="100"/>
                    <a:pt x="235" y="100"/>
                  </a:cubicBezTo>
                  <a:cubicBezTo>
                    <a:pt x="210" y="100"/>
                    <a:pt x="0" y="81"/>
                    <a:pt x="139" y="18"/>
                  </a:cubicBezTo>
                  <a:cubicBezTo>
                    <a:pt x="139" y="18"/>
                    <a:pt x="183" y="0"/>
                    <a:pt x="198" y="32"/>
                  </a:cubicBezTo>
                  <a:cubicBezTo>
                    <a:pt x="212" y="63"/>
                    <a:pt x="108" y="47"/>
                    <a:pt x="144" y="61"/>
                  </a:cubicBezTo>
                  <a:cubicBezTo>
                    <a:pt x="192" y="79"/>
                    <a:pt x="322" y="78"/>
                    <a:pt x="329" y="74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73" name="Oval 800">
              <a:extLst>
                <a:ext uri="{FF2B5EF4-FFF2-40B4-BE49-F238E27FC236}">
                  <a16:creationId xmlns:a16="http://schemas.microsoft.com/office/drawing/2014/main" id="{9A21D748-9370-4B0E-B184-B89657414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7" y="2684"/>
              <a:ext cx="56" cy="50"/>
            </a:xfrm>
            <a:prstGeom prst="ellipse">
              <a:avLst/>
            </a:prstGeom>
            <a:solidFill>
              <a:srgbClr val="C5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074" name="Freeform 801">
              <a:extLst>
                <a:ext uri="{FF2B5EF4-FFF2-40B4-BE49-F238E27FC236}">
                  <a16:creationId xmlns:a16="http://schemas.microsoft.com/office/drawing/2014/main" id="{B5C4B941-91E5-49F6-B395-122FC6C70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65"/>
              <a:ext cx="66" cy="46"/>
            </a:xfrm>
            <a:custGeom>
              <a:avLst/>
              <a:gdLst>
                <a:gd name="T0" fmla="*/ 244 w 47"/>
                <a:gd name="T1" fmla="*/ 40 h 33"/>
                <a:gd name="T2" fmla="*/ 104 w 47"/>
                <a:gd name="T3" fmla="*/ 21 h 33"/>
                <a:gd name="T4" fmla="*/ 15 w 47"/>
                <a:gd name="T5" fmla="*/ 124 h 33"/>
                <a:gd name="T6" fmla="*/ 152 w 47"/>
                <a:gd name="T7" fmla="*/ 152 h 33"/>
                <a:gd name="T8" fmla="*/ 244 w 47"/>
                <a:gd name="T9" fmla="*/ 4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3">
                  <a:moveTo>
                    <a:pt x="45" y="8"/>
                  </a:moveTo>
                  <a:cubicBezTo>
                    <a:pt x="42" y="2"/>
                    <a:pt x="31" y="0"/>
                    <a:pt x="19" y="4"/>
                  </a:cubicBezTo>
                  <a:cubicBezTo>
                    <a:pt x="7" y="8"/>
                    <a:pt x="0" y="17"/>
                    <a:pt x="3" y="24"/>
                  </a:cubicBezTo>
                  <a:cubicBezTo>
                    <a:pt x="5" y="31"/>
                    <a:pt x="17" y="33"/>
                    <a:pt x="28" y="29"/>
                  </a:cubicBezTo>
                  <a:cubicBezTo>
                    <a:pt x="40" y="24"/>
                    <a:pt x="47" y="15"/>
                    <a:pt x="45" y="8"/>
                  </a:cubicBezTo>
                  <a:close/>
                </a:path>
              </a:pathLst>
            </a:custGeom>
            <a:solidFill>
              <a:srgbClr val="C5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75" name="Freeform 802">
              <a:extLst>
                <a:ext uri="{FF2B5EF4-FFF2-40B4-BE49-F238E27FC236}">
                  <a16:creationId xmlns:a16="http://schemas.microsoft.com/office/drawing/2014/main" id="{008EC87B-0F11-4E80-BBCD-4B7A5E35D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652"/>
              <a:ext cx="89" cy="65"/>
            </a:xfrm>
            <a:custGeom>
              <a:avLst/>
              <a:gdLst>
                <a:gd name="T0" fmla="*/ 16 w 63"/>
                <a:gd name="T1" fmla="*/ 83 h 46"/>
                <a:gd name="T2" fmla="*/ 206 w 63"/>
                <a:gd name="T3" fmla="*/ 28 h 46"/>
                <a:gd name="T4" fmla="*/ 339 w 63"/>
                <a:gd name="T5" fmla="*/ 175 h 46"/>
                <a:gd name="T6" fmla="*/ 146 w 63"/>
                <a:gd name="T7" fmla="*/ 233 h 46"/>
                <a:gd name="T8" fmla="*/ 16 w 63"/>
                <a:gd name="T9" fmla="*/ 8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6">
                  <a:moveTo>
                    <a:pt x="3" y="15"/>
                  </a:moveTo>
                  <a:cubicBezTo>
                    <a:pt x="6" y="5"/>
                    <a:pt x="21" y="0"/>
                    <a:pt x="37" y="5"/>
                  </a:cubicBezTo>
                  <a:cubicBezTo>
                    <a:pt x="52" y="9"/>
                    <a:pt x="63" y="21"/>
                    <a:pt x="60" y="31"/>
                  </a:cubicBezTo>
                  <a:cubicBezTo>
                    <a:pt x="57" y="42"/>
                    <a:pt x="42" y="46"/>
                    <a:pt x="26" y="42"/>
                  </a:cubicBezTo>
                  <a:cubicBezTo>
                    <a:pt x="11" y="38"/>
                    <a:pt x="0" y="26"/>
                    <a:pt x="3" y="15"/>
                  </a:cubicBezTo>
                  <a:close/>
                </a:path>
              </a:pathLst>
            </a:custGeom>
            <a:solidFill>
              <a:srgbClr val="C5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76" name="Freeform 803">
              <a:extLst>
                <a:ext uri="{FF2B5EF4-FFF2-40B4-BE49-F238E27FC236}">
                  <a16:creationId xmlns:a16="http://schemas.microsoft.com/office/drawing/2014/main" id="{DE15548D-63AB-4E2C-B413-5E63BC6BA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611"/>
              <a:ext cx="60" cy="52"/>
            </a:xfrm>
            <a:custGeom>
              <a:avLst/>
              <a:gdLst>
                <a:gd name="T0" fmla="*/ 205 w 43"/>
                <a:gd name="T1" fmla="*/ 164 h 37"/>
                <a:gd name="T2" fmla="*/ 68 w 43"/>
                <a:gd name="T3" fmla="*/ 164 h 37"/>
                <a:gd name="T4" fmla="*/ 21 w 43"/>
                <a:gd name="T5" fmla="*/ 39 h 37"/>
                <a:gd name="T6" fmla="*/ 152 w 43"/>
                <a:gd name="T7" fmla="*/ 39 h 37"/>
                <a:gd name="T8" fmla="*/ 205 w 43"/>
                <a:gd name="T9" fmla="*/ 16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7">
                  <a:moveTo>
                    <a:pt x="39" y="30"/>
                  </a:moveTo>
                  <a:cubicBezTo>
                    <a:pt x="34" y="37"/>
                    <a:pt x="23" y="37"/>
                    <a:pt x="13" y="30"/>
                  </a:cubicBezTo>
                  <a:cubicBezTo>
                    <a:pt x="4" y="24"/>
                    <a:pt x="0" y="13"/>
                    <a:pt x="4" y="7"/>
                  </a:cubicBezTo>
                  <a:cubicBezTo>
                    <a:pt x="8" y="0"/>
                    <a:pt x="20" y="0"/>
                    <a:pt x="29" y="7"/>
                  </a:cubicBezTo>
                  <a:cubicBezTo>
                    <a:pt x="39" y="13"/>
                    <a:pt x="43" y="24"/>
                    <a:pt x="39" y="30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77" name="Freeform 804">
              <a:extLst>
                <a:ext uri="{FF2B5EF4-FFF2-40B4-BE49-F238E27FC236}">
                  <a16:creationId xmlns:a16="http://schemas.microsoft.com/office/drawing/2014/main" id="{85F733A5-D4C0-44A9-A39F-DF45E7484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485"/>
              <a:ext cx="91" cy="63"/>
            </a:xfrm>
            <a:custGeom>
              <a:avLst/>
              <a:gdLst>
                <a:gd name="T0" fmla="*/ 335 w 65"/>
                <a:gd name="T1" fmla="*/ 190 h 45"/>
                <a:gd name="T2" fmla="*/ 137 w 65"/>
                <a:gd name="T3" fmla="*/ 204 h 45"/>
                <a:gd name="T4" fmla="*/ 21 w 65"/>
                <a:gd name="T5" fmla="*/ 55 h 45"/>
                <a:gd name="T6" fmla="*/ 211 w 65"/>
                <a:gd name="T7" fmla="*/ 29 h 45"/>
                <a:gd name="T8" fmla="*/ 335 w 65"/>
                <a:gd name="T9" fmla="*/ 19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5">
                  <a:moveTo>
                    <a:pt x="62" y="35"/>
                  </a:moveTo>
                  <a:cubicBezTo>
                    <a:pt x="58" y="43"/>
                    <a:pt x="42" y="45"/>
                    <a:pt x="26" y="38"/>
                  </a:cubicBezTo>
                  <a:cubicBezTo>
                    <a:pt x="10" y="31"/>
                    <a:pt x="0" y="19"/>
                    <a:pt x="4" y="10"/>
                  </a:cubicBezTo>
                  <a:cubicBezTo>
                    <a:pt x="8" y="1"/>
                    <a:pt x="24" y="0"/>
                    <a:pt x="39" y="6"/>
                  </a:cubicBezTo>
                  <a:cubicBezTo>
                    <a:pt x="55" y="13"/>
                    <a:pt x="65" y="26"/>
                    <a:pt x="62" y="35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78" name="Oval 805">
              <a:extLst>
                <a:ext uri="{FF2B5EF4-FFF2-40B4-BE49-F238E27FC236}">
                  <a16:creationId xmlns:a16="http://schemas.microsoft.com/office/drawing/2014/main" id="{912B7120-CFDC-4959-B514-3C65F8EF1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2364"/>
              <a:ext cx="70" cy="57"/>
            </a:xfrm>
            <a:prstGeom prst="ellipse">
              <a:avLst/>
            </a:prstGeom>
            <a:solidFill>
              <a:srgbClr val="C5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079" name="Freeform 806">
              <a:extLst>
                <a:ext uri="{FF2B5EF4-FFF2-40B4-BE49-F238E27FC236}">
                  <a16:creationId xmlns:a16="http://schemas.microsoft.com/office/drawing/2014/main" id="{FD2B56CA-AAB2-4FA2-B200-BC1828B9B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270"/>
              <a:ext cx="108" cy="79"/>
            </a:xfrm>
            <a:custGeom>
              <a:avLst/>
              <a:gdLst>
                <a:gd name="T0" fmla="*/ 404 w 77"/>
                <a:gd name="T1" fmla="*/ 205 h 56"/>
                <a:gd name="T2" fmla="*/ 180 w 77"/>
                <a:gd name="T3" fmla="*/ 289 h 56"/>
                <a:gd name="T4" fmla="*/ 15 w 77"/>
                <a:gd name="T5" fmla="*/ 111 h 56"/>
                <a:gd name="T6" fmla="*/ 240 w 77"/>
                <a:gd name="T7" fmla="*/ 28 h 56"/>
                <a:gd name="T8" fmla="*/ 404 w 77"/>
                <a:gd name="T9" fmla="*/ 20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6">
                  <a:moveTo>
                    <a:pt x="74" y="37"/>
                  </a:moveTo>
                  <a:cubicBezTo>
                    <a:pt x="71" y="50"/>
                    <a:pt x="52" y="56"/>
                    <a:pt x="33" y="52"/>
                  </a:cubicBezTo>
                  <a:cubicBezTo>
                    <a:pt x="13" y="47"/>
                    <a:pt x="0" y="33"/>
                    <a:pt x="3" y="20"/>
                  </a:cubicBezTo>
                  <a:cubicBezTo>
                    <a:pt x="6" y="7"/>
                    <a:pt x="24" y="0"/>
                    <a:pt x="44" y="5"/>
                  </a:cubicBezTo>
                  <a:cubicBezTo>
                    <a:pt x="63" y="10"/>
                    <a:pt x="77" y="24"/>
                    <a:pt x="74" y="37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0" name="Freeform 807">
              <a:extLst>
                <a:ext uri="{FF2B5EF4-FFF2-40B4-BE49-F238E27FC236}">
                  <a16:creationId xmlns:a16="http://schemas.microsoft.com/office/drawing/2014/main" id="{233D5F45-F91E-45C4-88BE-15D14F2B9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188"/>
              <a:ext cx="95" cy="77"/>
            </a:xfrm>
            <a:custGeom>
              <a:avLst/>
              <a:gdLst>
                <a:gd name="T0" fmla="*/ 335 w 68"/>
                <a:gd name="T1" fmla="*/ 227 h 55"/>
                <a:gd name="T2" fmla="*/ 133 w 68"/>
                <a:gd name="T3" fmla="*/ 253 h 55"/>
                <a:gd name="T4" fmla="*/ 29 w 68"/>
                <a:gd name="T5" fmla="*/ 69 h 55"/>
                <a:gd name="T6" fmla="*/ 232 w 68"/>
                <a:gd name="T7" fmla="*/ 41 h 55"/>
                <a:gd name="T8" fmla="*/ 335 w 68"/>
                <a:gd name="T9" fmla="*/ 22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5">
                  <a:moveTo>
                    <a:pt x="63" y="42"/>
                  </a:moveTo>
                  <a:cubicBezTo>
                    <a:pt x="58" y="53"/>
                    <a:pt x="40" y="55"/>
                    <a:pt x="25" y="47"/>
                  </a:cubicBezTo>
                  <a:cubicBezTo>
                    <a:pt x="9" y="39"/>
                    <a:pt x="0" y="24"/>
                    <a:pt x="6" y="13"/>
                  </a:cubicBezTo>
                  <a:cubicBezTo>
                    <a:pt x="11" y="2"/>
                    <a:pt x="28" y="0"/>
                    <a:pt x="44" y="8"/>
                  </a:cubicBezTo>
                  <a:cubicBezTo>
                    <a:pt x="60" y="16"/>
                    <a:pt x="68" y="31"/>
                    <a:pt x="63" y="42"/>
                  </a:cubicBezTo>
                  <a:close/>
                </a:path>
              </a:pathLst>
            </a:custGeom>
            <a:solidFill>
              <a:srgbClr val="C5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1" name="Freeform 808">
              <a:extLst>
                <a:ext uri="{FF2B5EF4-FFF2-40B4-BE49-F238E27FC236}">
                  <a16:creationId xmlns:a16="http://schemas.microsoft.com/office/drawing/2014/main" id="{2879E4D1-1062-419C-AB00-D5F1768F3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665"/>
              <a:ext cx="286" cy="49"/>
            </a:xfrm>
            <a:custGeom>
              <a:avLst/>
              <a:gdLst>
                <a:gd name="T0" fmla="*/ 1105 w 204"/>
                <a:gd name="T1" fmla="*/ 137 h 35"/>
                <a:gd name="T2" fmla="*/ 578 w 204"/>
                <a:gd name="T3" fmla="*/ 39 h 35"/>
                <a:gd name="T4" fmla="*/ 0 w 204"/>
                <a:gd name="T5" fmla="*/ 19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35">
                  <a:moveTo>
                    <a:pt x="204" y="26"/>
                  </a:moveTo>
                  <a:cubicBezTo>
                    <a:pt x="193" y="20"/>
                    <a:pt x="150" y="0"/>
                    <a:pt x="107" y="7"/>
                  </a:cubicBezTo>
                  <a:cubicBezTo>
                    <a:pt x="59" y="14"/>
                    <a:pt x="25" y="12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2" name="Freeform 809">
              <a:extLst>
                <a:ext uri="{FF2B5EF4-FFF2-40B4-BE49-F238E27FC236}">
                  <a16:creationId xmlns:a16="http://schemas.microsoft.com/office/drawing/2014/main" id="{B6D95A4D-D5C6-42B5-9EBD-F79645A02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502"/>
              <a:ext cx="387" cy="192"/>
            </a:xfrm>
            <a:custGeom>
              <a:avLst/>
              <a:gdLst>
                <a:gd name="T0" fmla="*/ 0 w 276"/>
                <a:gd name="T1" fmla="*/ 740 h 137"/>
                <a:gd name="T2" fmla="*/ 473 w 276"/>
                <a:gd name="T3" fmla="*/ 528 h 137"/>
                <a:gd name="T4" fmla="*/ 1183 w 276"/>
                <a:gd name="T5" fmla="*/ 49 h 137"/>
                <a:gd name="T6" fmla="*/ 1335 w 276"/>
                <a:gd name="T7" fmla="*/ 172 h 137"/>
                <a:gd name="T8" fmla="*/ 1050 w 276"/>
                <a:gd name="T9" fmla="*/ 356 h 137"/>
                <a:gd name="T10" fmla="*/ 874 w 276"/>
                <a:gd name="T11" fmla="*/ 509 h 137"/>
                <a:gd name="T12" fmla="*/ 1496 w 276"/>
                <a:gd name="T13" fmla="*/ 636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137">
                  <a:moveTo>
                    <a:pt x="0" y="137"/>
                  </a:moveTo>
                  <a:cubicBezTo>
                    <a:pt x="0" y="137"/>
                    <a:pt x="8" y="112"/>
                    <a:pt x="87" y="98"/>
                  </a:cubicBezTo>
                  <a:cubicBezTo>
                    <a:pt x="166" y="83"/>
                    <a:pt x="172" y="28"/>
                    <a:pt x="218" y="9"/>
                  </a:cubicBezTo>
                  <a:cubicBezTo>
                    <a:pt x="218" y="9"/>
                    <a:pt x="251" y="0"/>
                    <a:pt x="246" y="32"/>
                  </a:cubicBezTo>
                  <a:cubicBezTo>
                    <a:pt x="246" y="32"/>
                    <a:pt x="209" y="48"/>
                    <a:pt x="194" y="66"/>
                  </a:cubicBezTo>
                  <a:cubicBezTo>
                    <a:pt x="179" y="85"/>
                    <a:pt x="161" y="94"/>
                    <a:pt x="161" y="94"/>
                  </a:cubicBezTo>
                  <a:cubicBezTo>
                    <a:pt x="161" y="94"/>
                    <a:pt x="236" y="89"/>
                    <a:pt x="276" y="11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3" name="Freeform 810">
              <a:extLst>
                <a:ext uri="{FF2B5EF4-FFF2-40B4-BE49-F238E27FC236}">
                  <a16:creationId xmlns:a16="http://schemas.microsoft.com/office/drawing/2014/main" id="{5D5BF973-68C5-4BBB-B158-25244A044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624"/>
              <a:ext cx="94" cy="30"/>
            </a:xfrm>
            <a:custGeom>
              <a:avLst/>
              <a:gdLst>
                <a:gd name="T0" fmla="*/ 365 w 67"/>
                <a:gd name="T1" fmla="*/ 1 h 21"/>
                <a:gd name="T2" fmla="*/ 282 w 67"/>
                <a:gd name="T3" fmla="*/ 13 h 21"/>
                <a:gd name="T4" fmla="*/ 84 w 67"/>
                <a:gd name="T5" fmla="*/ 39 h 21"/>
                <a:gd name="T6" fmla="*/ 0 w 67"/>
                <a:gd name="T7" fmla="*/ 12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1">
                  <a:moveTo>
                    <a:pt x="67" y="1"/>
                  </a:moveTo>
                  <a:cubicBezTo>
                    <a:pt x="62" y="1"/>
                    <a:pt x="57" y="2"/>
                    <a:pt x="52" y="2"/>
                  </a:cubicBezTo>
                  <a:cubicBezTo>
                    <a:pt x="36" y="1"/>
                    <a:pt x="22" y="0"/>
                    <a:pt x="16" y="6"/>
                  </a:cubicBezTo>
                  <a:cubicBezTo>
                    <a:pt x="10" y="14"/>
                    <a:pt x="4" y="18"/>
                    <a:pt x="0" y="2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4" name="Freeform 811">
              <a:extLst>
                <a:ext uri="{FF2B5EF4-FFF2-40B4-BE49-F238E27FC236}">
                  <a16:creationId xmlns:a16="http://schemas.microsoft.com/office/drawing/2014/main" id="{E3F12DB2-FBE6-4492-870C-FDE6FAC57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456"/>
              <a:ext cx="205" cy="139"/>
            </a:xfrm>
            <a:custGeom>
              <a:avLst/>
              <a:gdLst>
                <a:gd name="T0" fmla="*/ 28 w 146"/>
                <a:gd name="T1" fmla="*/ 323 h 99"/>
                <a:gd name="T2" fmla="*/ 191 w 146"/>
                <a:gd name="T3" fmla="*/ 272 h 99"/>
                <a:gd name="T4" fmla="*/ 616 w 146"/>
                <a:gd name="T5" fmla="*/ 67 h 99"/>
                <a:gd name="T6" fmla="*/ 796 w 146"/>
                <a:gd name="T7" fmla="*/ 164 h 99"/>
                <a:gd name="T8" fmla="*/ 404 w 146"/>
                <a:gd name="T9" fmla="*/ 396 h 99"/>
                <a:gd name="T10" fmla="*/ 0 w 146"/>
                <a:gd name="T11" fmla="*/ 54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99">
                  <a:moveTo>
                    <a:pt x="5" y="59"/>
                  </a:moveTo>
                  <a:cubicBezTo>
                    <a:pt x="14" y="55"/>
                    <a:pt x="24" y="51"/>
                    <a:pt x="35" y="50"/>
                  </a:cubicBezTo>
                  <a:cubicBezTo>
                    <a:pt x="75" y="46"/>
                    <a:pt x="116" y="41"/>
                    <a:pt x="113" y="12"/>
                  </a:cubicBezTo>
                  <a:cubicBezTo>
                    <a:pt x="113" y="12"/>
                    <a:pt x="146" y="0"/>
                    <a:pt x="146" y="30"/>
                  </a:cubicBezTo>
                  <a:cubicBezTo>
                    <a:pt x="146" y="30"/>
                    <a:pt x="137" y="67"/>
                    <a:pt x="74" y="73"/>
                  </a:cubicBezTo>
                  <a:cubicBezTo>
                    <a:pt x="42" y="75"/>
                    <a:pt x="21" y="88"/>
                    <a:pt x="0" y="9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5" name="Freeform 812">
              <a:extLst>
                <a:ext uri="{FF2B5EF4-FFF2-40B4-BE49-F238E27FC236}">
                  <a16:creationId xmlns:a16="http://schemas.microsoft.com/office/drawing/2014/main" id="{9A3BDF09-C82A-414E-99BD-D8F5F021B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576"/>
              <a:ext cx="150" cy="47"/>
            </a:xfrm>
            <a:custGeom>
              <a:avLst/>
              <a:gdLst>
                <a:gd name="T0" fmla="*/ 0 w 107"/>
                <a:gd name="T1" fmla="*/ 192 h 33"/>
                <a:gd name="T2" fmla="*/ 421 w 107"/>
                <a:gd name="T3" fmla="*/ 38 h 33"/>
                <a:gd name="T4" fmla="*/ 578 w 10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0" y="33"/>
                  </a:moveTo>
                  <a:cubicBezTo>
                    <a:pt x="0" y="33"/>
                    <a:pt x="13" y="10"/>
                    <a:pt x="78" y="6"/>
                  </a:cubicBezTo>
                  <a:cubicBezTo>
                    <a:pt x="89" y="6"/>
                    <a:pt x="98" y="4"/>
                    <a:pt x="107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6" name="Freeform 813">
              <a:extLst>
                <a:ext uri="{FF2B5EF4-FFF2-40B4-BE49-F238E27FC236}">
                  <a16:creationId xmlns:a16="http://schemas.microsoft.com/office/drawing/2014/main" id="{F9D1F995-BB35-4474-AA4D-CA1BDFE92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380"/>
              <a:ext cx="177" cy="323"/>
            </a:xfrm>
            <a:custGeom>
              <a:avLst/>
              <a:gdLst>
                <a:gd name="T0" fmla="*/ 1 w 126"/>
                <a:gd name="T1" fmla="*/ 1146 h 230"/>
                <a:gd name="T2" fmla="*/ 29 w 126"/>
                <a:gd name="T3" fmla="*/ 1104 h 230"/>
                <a:gd name="T4" fmla="*/ 199 w 126"/>
                <a:gd name="T5" fmla="*/ 829 h 230"/>
                <a:gd name="T6" fmla="*/ 454 w 126"/>
                <a:gd name="T7" fmla="*/ 97 h 230"/>
                <a:gd name="T8" fmla="*/ 691 w 126"/>
                <a:gd name="T9" fmla="*/ 185 h 230"/>
                <a:gd name="T10" fmla="*/ 528 w 126"/>
                <a:gd name="T11" fmla="*/ 416 h 230"/>
                <a:gd name="T12" fmla="*/ 416 w 126"/>
                <a:gd name="T13" fmla="*/ 984 h 230"/>
                <a:gd name="T14" fmla="*/ 296 w 126"/>
                <a:gd name="T15" fmla="*/ 1258 h 2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230">
                  <a:moveTo>
                    <a:pt x="1" y="210"/>
                  </a:moveTo>
                  <a:cubicBezTo>
                    <a:pt x="1" y="210"/>
                    <a:pt x="0" y="206"/>
                    <a:pt x="6" y="202"/>
                  </a:cubicBezTo>
                  <a:cubicBezTo>
                    <a:pt x="17" y="194"/>
                    <a:pt x="39" y="179"/>
                    <a:pt x="36" y="152"/>
                  </a:cubicBezTo>
                  <a:cubicBezTo>
                    <a:pt x="32" y="111"/>
                    <a:pt x="59" y="49"/>
                    <a:pt x="83" y="18"/>
                  </a:cubicBezTo>
                  <a:cubicBezTo>
                    <a:pt x="83" y="18"/>
                    <a:pt x="117" y="0"/>
                    <a:pt x="126" y="34"/>
                  </a:cubicBezTo>
                  <a:cubicBezTo>
                    <a:pt x="126" y="34"/>
                    <a:pt x="110" y="66"/>
                    <a:pt x="97" y="76"/>
                  </a:cubicBezTo>
                  <a:cubicBezTo>
                    <a:pt x="84" y="87"/>
                    <a:pt x="92" y="139"/>
                    <a:pt x="76" y="180"/>
                  </a:cubicBezTo>
                  <a:cubicBezTo>
                    <a:pt x="59" y="223"/>
                    <a:pt x="54" y="230"/>
                    <a:pt x="54" y="23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7" name="Freeform 814">
              <a:extLst>
                <a:ext uri="{FF2B5EF4-FFF2-40B4-BE49-F238E27FC236}">
                  <a16:creationId xmlns:a16="http://schemas.microsoft.com/office/drawing/2014/main" id="{AA6BA5B4-7FD2-4ABA-B44D-A5C356C4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92"/>
              <a:ext cx="205" cy="92"/>
            </a:xfrm>
            <a:custGeom>
              <a:avLst/>
              <a:gdLst>
                <a:gd name="T0" fmla="*/ 0 w 146"/>
                <a:gd name="T1" fmla="*/ 346 h 66"/>
                <a:gd name="T2" fmla="*/ 699 w 146"/>
                <a:gd name="T3" fmla="*/ 56 h 66"/>
                <a:gd name="T4" fmla="*/ 796 w 14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66">
                  <a:moveTo>
                    <a:pt x="0" y="66"/>
                  </a:moveTo>
                  <a:cubicBezTo>
                    <a:pt x="50" y="60"/>
                    <a:pt x="116" y="31"/>
                    <a:pt x="128" y="11"/>
                  </a:cubicBezTo>
                  <a:cubicBezTo>
                    <a:pt x="132" y="4"/>
                    <a:pt x="138" y="0"/>
                    <a:pt x="146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8" name="Freeform 815">
              <a:extLst>
                <a:ext uri="{FF2B5EF4-FFF2-40B4-BE49-F238E27FC236}">
                  <a16:creationId xmlns:a16="http://schemas.microsoft.com/office/drawing/2014/main" id="{91D9EBA7-4522-4A76-91D9-3A1484DF2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242"/>
              <a:ext cx="181" cy="47"/>
            </a:xfrm>
            <a:custGeom>
              <a:avLst/>
              <a:gdLst>
                <a:gd name="T0" fmla="*/ 0 w 129"/>
                <a:gd name="T1" fmla="*/ 192 h 33"/>
                <a:gd name="T2" fmla="*/ 702 w 129"/>
                <a:gd name="T3" fmla="*/ 15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33">
                  <a:moveTo>
                    <a:pt x="0" y="33"/>
                  </a:moveTo>
                  <a:cubicBezTo>
                    <a:pt x="0" y="33"/>
                    <a:pt x="29" y="0"/>
                    <a:pt x="129" y="26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9" name="Freeform 816">
              <a:extLst>
                <a:ext uri="{FF2B5EF4-FFF2-40B4-BE49-F238E27FC236}">
                  <a16:creationId xmlns:a16="http://schemas.microsoft.com/office/drawing/2014/main" id="{8F6C5D3D-5197-4B66-B9E0-E216E59B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336"/>
              <a:ext cx="117" cy="9"/>
            </a:xfrm>
            <a:custGeom>
              <a:avLst/>
              <a:gdLst>
                <a:gd name="T0" fmla="*/ 440 w 84"/>
                <a:gd name="T1" fmla="*/ 41 h 6"/>
                <a:gd name="T2" fmla="*/ 0 w 84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6">
                  <a:moveTo>
                    <a:pt x="84" y="5"/>
                  </a:moveTo>
                  <a:cubicBezTo>
                    <a:pt x="58" y="1"/>
                    <a:pt x="28" y="0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0" name="Freeform 817">
              <a:extLst>
                <a:ext uri="{FF2B5EF4-FFF2-40B4-BE49-F238E27FC236}">
                  <a16:creationId xmlns:a16="http://schemas.microsoft.com/office/drawing/2014/main" id="{E61DF28C-FE24-4DD3-907F-787BA78E8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363"/>
              <a:ext cx="382" cy="133"/>
            </a:xfrm>
            <a:custGeom>
              <a:avLst/>
              <a:gdLst>
                <a:gd name="T0" fmla="*/ 892 w 272"/>
                <a:gd name="T1" fmla="*/ 510 h 95"/>
                <a:gd name="T2" fmla="*/ 1258 w 272"/>
                <a:gd name="T3" fmla="*/ 328 h 95"/>
                <a:gd name="T4" fmla="*/ 1230 w 272"/>
                <a:gd name="T5" fmla="*/ 214 h 95"/>
                <a:gd name="T6" fmla="*/ 122 w 272"/>
                <a:gd name="T7" fmla="*/ 69 h 95"/>
                <a:gd name="T8" fmla="*/ 0 w 272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2" h="95">
                  <a:moveTo>
                    <a:pt x="163" y="95"/>
                  </a:moveTo>
                  <a:cubicBezTo>
                    <a:pt x="163" y="95"/>
                    <a:pt x="166" y="73"/>
                    <a:pt x="230" y="61"/>
                  </a:cubicBezTo>
                  <a:cubicBezTo>
                    <a:pt x="261" y="55"/>
                    <a:pt x="272" y="45"/>
                    <a:pt x="225" y="40"/>
                  </a:cubicBezTo>
                  <a:cubicBezTo>
                    <a:pt x="177" y="34"/>
                    <a:pt x="55" y="37"/>
                    <a:pt x="22" y="13"/>
                  </a:cubicBezTo>
                  <a:cubicBezTo>
                    <a:pt x="16" y="8"/>
                    <a:pt x="8" y="4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1" name="Freeform 818">
              <a:extLst>
                <a:ext uri="{FF2B5EF4-FFF2-40B4-BE49-F238E27FC236}">
                  <a16:creationId xmlns:a16="http://schemas.microsoft.com/office/drawing/2014/main" id="{B228509A-170F-41FE-9513-1075D9529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03"/>
              <a:ext cx="639" cy="330"/>
            </a:xfrm>
            <a:custGeom>
              <a:avLst/>
              <a:gdLst>
                <a:gd name="T0" fmla="*/ 729 w 456"/>
                <a:gd name="T1" fmla="*/ 0 h 235"/>
                <a:gd name="T2" fmla="*/ 789 w 456"/>
                <a:gd name="T3" fmla="*/ 132 h 235"/>
                <a:gd name="T4" fmla="*/ 297 w 456"/>
                <a:gd name="T5" fmla="*/ 434 h 235"/>
                <a:gd name="T6" fmla="*/ 294 w 456"/>
                <a:gd name="T7" fmla="*/ 638 h 235"/>
                <a:gd name="T8" fmla="*/ 1009 w 456"/>
                <a:gd name="T9" fmla="*/ 664 h 235"/>
                <a:gd name="T10" fmla="*/ 1645 w 456"/>
                <a:gd name="T11" fmla="*/ 760 h 235"/>
                <a:gd name="T12" fmla="*/ 2227 w 456"/>
                <a:gd name="T13" fmla="*/ 595 h 235"/>
                <a:gd name="T14" fmla="*/ 2462 w 456"/>
                <a:gd name="T15" fmla="*/ 712 h 235"/>
                <a:gd name="T16" fmla="*/ 1962 w 456"/>
                <a:gd name="T17" fmla="*/ 892 h 235"/>
                <a:gd name="T18" fmla="*/ 1323 w 456"/>
                <a:gd name="T19" fmla="*/ 1123 h 235"/>
                <a:gd name="T20" fmla="*/ 988 w 456"/>
                <a:gd name="T21" fmla="*/ 1282 h 2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6" h="235">
                  <a:moveTo>
                    <a:pt x="135" y="0"/>
                  </a:moveTo>
                  <a:cubicBezTo>
                    <a:pt x="144" y="6"/>
                    <a:pt x="149" y="15"/>
                    <a:pt x="146" y="24"/>
                  </a:cubicBezTo>
                  <a:cubicBezTo>
                    <a:pt x="140" y="49"/>
                    <a:pt x="83" y="72"/>
                    <a:pt x="55" y="80"/>
                  </a:cubicBezTo>
                  <a:cubicBezTo>
                    <a:pt x="27" y="87"/>
                    <a:pt x="0" y="115"/>
                    <a:pt x="54" y="117"/>
                  </a:cubicBezTo>
                  <a:cubicBezTo>
                    <a:pt x="108" y="118"/>
                    <a:pt x="123" y="124"/>
                    <a:pt x="187" y="122"/>
                  </a:cubicBezTo>
                  <a:cubicBezTo>
                    <a:pt x="240" y="120"/>
                    <a:pt x="256" y="148"/>
                    <a:pt x="305" y="139"/>
                  </a:cubicBezTo>
                  <a:cubicBezTo>
                    <a:pt x="354" y="130"/>
                    <a:pt x="409" y="128"/>
                    <a:pt x="412" y="109"/>
                  </a:cubicBezTo>
                  <a:cubicBezTo>
                    <a:pt x="412" y="109"/>
                    <a:pt x="454" y="97"/>
                    <a:pt x="456" y="130"/>
                  </a:cubicBezTo>
                  <a:cubicBezTo>
                    <a:pt x="456" y="130"/>
                    <a:pt x="428" y="165"/>
                    <a:pt x="363" y="163"/>
                  </a:cubicBezTo>
                  <a:cubicBezTo>
                    <a:pt x="298" y="160"/>
                    <a:pt x="298" y="197"/>
                    <a:pt x="245" y="206"/>
                  </a:cubicBezTo>
                  <a:cubicBezTo>
                    <a:pt x="193" y="216"/>
                    <a:pt x="183" y="235"/>
                    <a:pt x="183" y="235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2" name="Freeform 819">
              <a:extLst>
                <a:ext uri="{FF2B5EF4-FFF2-40B4-BE49-F238E27FC236}">
                  <a16:creationId xmlns:a16="http://schemas.microsoft.com/office/drawing/2014/main" id="{7B2EF13C-3B65-4970-B487-A689C3B54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09"/>
              <a:ext cx="75" cy="289"/>
            </a:xfrm>
            <a:custGeom>
              <a:avLst/>
              <a:gdLst>
                <a:gd name="T0" fmla="*/ 33 w 53"/>
                <a:gd name="T1" fmla="*/ 1118 h 206"/>
                <a:gd name="T2" fmla="*/ 71 w 53"/>
                <a:gd name="T3" fmla="*/ 376 h 206"/>
                <a:gd name="T4" fmla="*/ 201 w 53"/>
                <a:gd name="T5" fmla="*/ 21 h 206"/>
                <a:gd name="T6" fmla="*/ 300 w 53"/>
                <a:gd name="T7" fmla="*/ 0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06">
                  <a:moveTo>
                    <a:pt x="6" y="206"/>
                  </a:moveTo>
                  <a:cubicBezTo>
                    <a:pt x="6" y="206"/>
                    <a:pt x="0" y="112"/>
                    <a:pt x="13" y="69"/>
                  </a:cubicBezTo>
                  <a:cubicBezTo>
                    <a:pt x="30" y="10"/>
                    <a:pt x="35" y="4"/>
                    <a:pt x="35" y="4"/>
                  </a:cubicBezTo>
                  <a:cubicBezTo>
                    <a:pt x="35" y="4"/>
                    <a:pt x="43" y="1"/>
                    <a:pt x="53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3" name="Freeform 820">
              <a:extLst>
                <a:ext uri="{FF2B5EF4-FFF2-40B4-BE49-F238E27FC236}">
                  <a16:creationId xmlns:a16="http://schemas.microsoft.com/office/drawing/2014/main" id="{BCDC58F7-3952-4E9A-9E2C-760E4BC2C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22"/>
              <a:ext cx="39" cy="270"/>
            </a:xfrm>
            <a:custGeom>
              <a:avLst/>
              <a:gdLst>
                <a:gd name="T0" fmla="*/ 123 w 28"/>
                <a:gd name="T1" fmla="*/ 0 h 193"/>
                <a:gd name="T2" fmla="*/ 145 w 28"/>
                <a:gd name="T3" fmla="*/ 49 h 193"/>
                <a:gd name="T4" fmla="*/ 0 w 28"/>
                <a:gd name="T5" fmla="*/ 499 h 193"/>
                <a:gd name="T6" fmla="*/ 21 w 28"/>
                <a:gd name="T7" fmla="*/ 1035 h 1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3">
                  <a:moveTo>
                    <a:pt x="23" y="0"/>
                  </a:moveTo>
                  <a:cubicBezTo>
                    <a:pt x="25" y="2"/>
                    <a:pt x="27" y="6"/>
                    <a:pt x="28" y="9"/>
                  </a:cubicBezTo>
                  <a:cubicBezTo>
                    <a:pt x="28" y="9"/>
                    <a:pt x="0" y="53"/>
                    <a:pt x="0" y="93"/>
                  </a:cubicBezTo>
                  <a:cubicBezTo>
                    <a:pt x="0" y="132"/>
                    <a:pt x="4" y="193"/>
                    <a:pt x="4" y="193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4" name="Freeform 821">
              <a:extLst>
                <a:ext uri="{FF2B5EF4-FFF2-40B4-BE49-F238E27FC236}">
                  <a16:creationId xmlns:a16="http://schemas.microsoft.com/office/drawing/2014/main" id="{AD78C9C0-FD99-4DEE-B1A5-87326E4BC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964"/>
              <a:ext cx="538" cy="285"/>
            </a:xfrm>
            <a:custGeom>
              <a:avLst/>
              <a:gdLst>
                <a:gd name="T0" fmla="*/ 472 w 383"/>
                <a:gd name="T1" fmla="*/ 936 h 203"/>
                <a:gd name="T2" fmla="*/ 1327 w 383"/>
                <a:gd name="T3" fmla="*/ 680 h 203"/>
                <a:gd name="T4" fmla="*/ 1287 w 383"/>
                <a:gd name="T5" fmla="*/ 546 h 203"/>
                <a:gd name="T6" fmla="*/ 760 w 383"/>
                <a:gd name="T7" fmla="*/ 94 h 203"/>
                <a:gd name="T8" fmla="*/ 1083 w 383"/>
                <a:gd name="T9" fmla="*/ 171 h 203"/>
                <a:gd name="T10" fmla="*/ 781 w 383"/>
                <a:gd name="T11" fmla="*/ 336 h 203"/>
                <a:gd name="T12" fmla="*/ 1795 w 383"/>
                <a:gd name="T13" fmla="*/ 404 h 203"/>
                <a:gd name="T14" fmla="*/ 2068 w 383"/>
                <a:gd name="T15" fmla="*/ 556 h 203"/>
                <a:gd name="T16" fmla="*/ 1552 w 383"/>
                <a:gd name="T17" fmla="*/ 828 h 203"/>
                <a:gd name="T18" fmla="*/ 771 w 383"/>
                <a:gd name="T19" fmla="*/ 1108 h 2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3" h="203">
                  <a:moveTo>
                    <a:pt x="86" y="172"/>
                  </a:moveTo>
                  <a:cubicBezTo>
                    <a:pt x="86" y="172"/>
                    <a:pt x="102" y="136"/>
                    <a:pt x="243" y="125"/>
                  </a:cubicBezTo>
                  <a:cubicBezTo>
                    <a:pt x="302" y="121"/>
                    <a:pt x="260" y="100"/>
                    <a:pt x="235" y="100"/>
                  </a:cubicBezTo>
                  <a:cubicBezTo>
                    <a:pt x="210" y="100"/>
                    <a:pt x="0" y="81"/>
                    <a:pt x="139" y="17"/>
                  </a:cubicBezTo>
                  <a:cubicBezTo>
                    <a:pt x="139" y="17"/>
                    <a:pt x="183" y="0"/>
                    <a:pt x="198" y="31"/>
                  </a:cubicBezTo>
                  <a:cubicBezTo>
                    <a:pt x="212" y="63"/>
                    <a:pt x="107" y="47"/>
                    <a:pt x="143" y="61"/>
                  </a:cubicBezTo>
                  <a:cubicBezTo>
                    <a:pt x="192" y="79"/>
                    <a:pt x="322" y="78"/>
                    <a:pt x="328" y="74"/>
                  </a:cubicBezTo>
                  <a:cubicBezTo>
                    <a:pt x="328" y="74"/>
                    <a:pt x="383" y="64"/>
                    <a:pt x="378" y="102"/>
                  </a:cubicBezTo>
                  <a:cubicBezTo>
                    <a:pt x="373" y="141"/>
                    <a:pt x="324" y="143"/>
                    <a:pt x="284" y="152"/>
                  </a:cubicBezTo>
                  <a:cubicBezTo>
                    <a:pt x="253" y="159"/>
                    <a:pt x="158" y="178"/>
                    <a:pt x="141" y="203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5" name="Oval 822">
              <a:extLst>
                <a:ext uri="{FF2B5EF4-FFF2-40B4-BE49-F238E27FC236}">
                  <a16:creationId xmlns:a16="http://schemas.microsoft.com/office/drawing/2014/main" id="{AB3CD980-486B-4590-B902-7E2607F34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7" y="2684"/>
              <a:ext cx="55" cy="50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096" name="Freeform 823">
              <a:extLst>
                <a:ext uri="{FF2B5EF4-FFF2-40B4-BE49-F238E27FC236}">
                  <a16:creationId xmlns:a16="http://schemas.microsoft.com/office/drawing/2014/main" id="{00E4FF45-A0CB-45C9-BF96-1FA7ACD46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63"/>
              <a:ext cx="66" cy="48"/>
            </a:xfrm>
            <a:custGeom>
              <a:avLst/>
              <a:gdLst>
                <a:gd name="T0" fmla="*/ 244 w 47"/>
                <a:gd name="T1" fmla="*/ 49 h 34"/>
                <a:gd name="T2" fmla="*/ 104 w 47"/>
                <a:gd name="T3" fmla="*/ 28 h 34"/>
                <a:gd name="T4" fmla="*/ 11 w 47"/>
                <a:gd name="T5" fmla="*/ 137 h 34"/>
                <a:gd name="T6" fmla="*/ 152 w 47"/>
                <a:gd name="T7" fmla="*/ 165 h 34"/>
                <a:gd name="T8" fmla="*/ 244 w 47"/>
                <a:gd name="T9" fmla="*/ 4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4">
                  <a:moveTo>
                    <a:pt x="45" y="9"/>
                  </a:moveTo>
                  <a:cubicBezTo>
                    <a:pt x="42" y="2"/>
                    <a:pt x="31" y="0"/>
                    <a:pt x="19" y="5"/>
                  </a:cubicBezTo>
                  <a:cubicBezTo>
                    <a:pt x="7" y="9"/>
                    <a:pt x="0" y="18"/>
                    <a:pt x="2" y="25"/>
                  </a:cubicBezTo>
                  <a:cubicBezTo>
                    <a:pt x="5" y="32"/>
                    <a:pt x="16" y="34"/>
                    <a:pt x="28" y="30"/>
                  </a:cubicBezTo>
                  <a:cubicBezTo>
                    <a:pt x="40" y="25"/>
                    <a:pt x="47" y="16"/>
                    <a:pt x="45" y="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7" name="Freeform 824">
              <a:extLst>
                <a:ext uri="{FF2B5EF4-FFF2-40B4-BE49-F238E27FC236}">
                  <a16:creationId xmlns:a16="http://schemas.microsoft.com/office/drawing/2014/main" id="{2752E364-D86D-489A-A768-F7BC54E0F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652"/>
              <a:ext cx="87" cy="65"/>
            </a:xfrm>
            <a:custGeom>
              <a:avLst/>
              <a:gdLst>
                <a:gd name="T0" fmla="*/ 15 w 62"/>
                <a:gd name="T1" fmla="*/ 83 h 46"/>
                <a:gd name="T2" fmla="*/ 201 w 62"/>
                <a:gd name="T3" fmla="*/ 28 h 46"/>
                <a:gd name="T4" fmla="*/ 327 w 62"/>
                <a:gd name="T5" fmla="*/ 175 h 46"/>
                <a:gd name="T6" fmla="*/ 142 w 62"/>
                <a:gd name="T7" fmla="*/ 233 h 46"/>
                <a:gd name="T8" fmla="*/ 15 w 62"/>
                <a:gd name="T9" fmla="*/ 8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6">
                  <a:moveTo>
                    <a:pt x="3" y="15"/>
                  </a:moveTo>
                  <a:cubicBezTo>
                    <a:pt x="6" y="5"/>
                    <a:pt x="21" y="0"/>
                    <a:pt x="37" y="5"/>
                  </a:cubicBezTo>
                  <a:cubicBezTo>
                    <a:pt x="52" y="9"/>
                    <a:pt x="62" y="21"/>
                    <a:pt x="60" y="31"/>
                  </a:cubicBezTo>
                  <a:cubicBezTo>
                    <a:pt x="57" y="41"/>
                    <a:pt x="42" y="46"/>
                    <a:pt x="26" y="42"/>
                  </a:cubicBezTo>
                  <a:cubicBezTo>
                    <a:pt x="10" y="37"/>
                    <a:pt x="0" y="26"/>
                    <a:pt x="3" y="15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8" name="Freeform 825">
              <a:extLst>
                <a:ext uri="{FF2B5EF4-FFF2-40B4-BE49-F238E27FC236}">
                  <a16:creationId xmlns:a16="http://schemas.microsoft.com/office/drawing/2014/main" id="{150F2FAD-1E8F-4C22-B882-4B3C6E439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611"/>
              <a:ext cx="62" cy="52"/>
            </a:xfrm>
            <a:custGeom>
              <a:avLst/>
              <a:gdLst>
                <a:gd name="T0" fmla="*/ 218 w 44"/>
                <a:gd name="T1" fmla="*/ 164 h 37"/>
                <a:gd name="T2" fmla="*/ 78 w 44"/>
                <a:gd name="T3" fmla="*/ 164 h 37"/>
                <a:gd name="T4" fmla="*/ 28 w 44"/>
                <a:gd name="T5" fmla="*/ 39 h 37"/>
                <a:gd name="T6" fmla="*/ 165 w 44"/>
                <a:gd name="T7" fmla="*/ 39 h 37"/>
                <a:gd name="T8" fmla="*/ 218 w 44"/>
                <a:gd name="T9" fmla="*/ 16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7">
                  <a:moveTo>
                    <a:pt x="39" y="30"/>
                  </a:moveTo>
                  <a:cubicBezTo>
                    <a:pt x="35" y="37"/>
                    <a:pt x="24" y="37"/>
                    <a:pt x="14" y="30"/>
                  </a:cubicBezTo>
                  <a:cubicBezTo>
                    <a:pt x="5" y="24"/>
                    <a:pt x="0" y="13"/>
                    <a:pt x="5" y="7"/>
                  </a:cubicBezTo>
                  <a:cubicBezTo>
                    <a:pt x="9" y="0"/>
                    <a:pt x="20" y="0"/>
                    <a:pt x="30" y="7"/>
                  </a:cubicBezTo>
                  <a:cubicBezTo>
                    <a:pt x="39" y="13"/>
                    <a:pt x="44" y="24"/>
                    <a:pt x="39" y="3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9" name="Freeform 826">
              <a:extLst>
                <a:ext uri="{FF2B5EF4-FFF2-40B4-BE49-F238E27FC236}">
                  <a16:creationId xmlns:a16="http://schemas.microsoft.com/office/drawing/2014/main" id="{FC24518B-584C-4D90-9D9C-DDA5CDD3A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484"/>
              <a:ext cx="92" cy="63"/>
            </a:xfrm>
            <a:custGeom>
              <a:avLst/>
              <a:gdLst>
                <a:gd name="T0" fmla="*/ 325 w 66"/>
                <a:gd name="T1" fmla="*/ 190 h 45"/>
                <a:gd name="T2" fmla="*/ 137 w 66"/>
                <a:gd name="T3" fmla="*/ 211 h 45"/>
                <a:gd name="T4" fmla="*/ 21 w 66"/>
                <a:gd name="T5" fmla="*/ 55 h 45"/>
                <a:gd name="T6" fmla="*/ 212 w 66"/>
                <a:gd name="T7" fmla="*/ 39 h 45"/>
                <a:gd name="T8" fmla="*/ 325 w 66"/>
                <a:gd name="T9" fmla="*/ 19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5">
                  <a:moveTo>
                    <a:pt x="62" y="35"/>
                  </a:moveTo>
                  <a:cubicBezTo>
                    <a:pt x="58" y="44"/>
                    <a:pt x="42" y="45"/>
                    <a:pt x="26" y="39"/>
                  </a:cubicBezTo>
                  <a:cubicBezTo>
                    <a:pt x="10" y="32"/>
                    <a:pt x="0" y="19"/>
                    <a:pt x="4" y="10"/>
                  </a:cubicBezTo>
                  <a:cubicBezTo>
                    <a:pt x="8" y="2"/>
                    <a:pt x="24" y="0"/>
                    <a:pt x="40" y="7"/>
                  </a:cubicBezTo>
                  <a:cubicBezTo>
                    <a:pt x="56" y="14"/>
                    <a:pt x="66" y="26"/>
                    <a:pt x="62" y="35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0" name="Oval 827">
              <a:extLst>
                <a:ext uri="{FF2B5EF4-FFF2-40B4-BE49-F238E27FC236}">
                  <a16:creationId xmlns:a16="http://schemas.microsoft.com/office/drawing/2014/main" id="{525C9EC2-D904-4C57-A1FD-2E89C1F2A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2364"/>
              <a:ext cx="71" cy="57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101" name="Freeform 828">
              <a:extLst>
                <a:ext uri="{FF2B5EF4-FFF2-40B4-BE49-F238E27FC236}">
                  <a16:creationId xmlns:a16="http://schemas.microsoft.com/office/drawing/2014/main" id="{58E20BD3-F948-46A5-9393-15786A23F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270"/>
              <a:ext cx="109" cy="79"/>
            </a:xfrm>
            <a:custGeom>
              <a:avLst/>
              <a:gdLst>
                <a:gd name="T0" fmla="*/ 400 w 78"/>
                <a:gd name="T1" fmla="*/ 205 h 56"/>
                <a:gd name="T2" fmla="*/ 173 w 78"/>
                <a:gd name="T3" fmla="*/ 286 h 56"/>
                <a:gd name="T4" fmla="*/ 15 w 78"/>
                <a:gd name="T5" fmla="*/ 111 h 56"/>
                <a:gd name="T6" fmla="*/ 240 w 78"/>
                <a:gd name="T7" fmla="*/ 28 h 56"/>
                <a:gd name="T8" fmla="*/ 400 w 78"/>
                <a:gd name="T9" fmla="*/ 20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6">
                  <a:moveTo>
                    <a:pt x="75" y="37"/>
                  </a:moveTo>
                  <a:cubicBezTo>
                    <a:pt x="72" y="49"/>
                    <a:pt x="53" y="56"/>
                    <a:pt x="33" y="51"/>
                  </a:cubicBezTo>
                  <a:cubicBezTo>
                    <a:pt x="14" y="47"/>
                    <a:pt x="0" y="33"/>
                    <a:pt x="3" y="20"/>
                  </a:cubicBezTo>
                  <a:cubicBezTo>
                    <a:pt x="7" y="7"/>
                    <a:pt x="25" y="0"/>
                    <a:pt x="45" y="5"/>
                  </a:cubicBezTo>
                  <a:cubicBezTo>
                    <a:pt x="64" y="9"/>
                    <a:pt x="78" y="24"/>
                    <a:pt x="75" y="3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2" name="Freeform 829">
              <a:extLst>
                <a:ext uri="{FF2B5EF4-FFF2-40B4-BE49-F238E27FC236}">
                  <a16:creationId xmlns:a16="http://schemas.microsoft.com/office/drawing/2014/main" id="{A8E7E9AF-21DA-461F-A1E9-2FE3130B5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188"/>
              <a:ext cx="95" cy="77"/>
            </a:xfrm>
            <a:custGeom>
              <a:avLst/>
              <a:gdLst>
                <a:gd name="T0" fmla="*/ 335 w 68"/>
                <a:gd name="T1" fmla="*/ 227 h 55"/>
                <a:gd name="T2" fmla="*/ 131 w 68"/>
                <a:gd name="T3" fmla="*/ 253 h 55"/>
                <a:gd name="T4" fmla="*/ 29 w 68"/>
                <a:gd name="T5" fmla="*/ 69 h 55"/>
                <a:gd name="T6" fmla="*/ 232 w 68"/>
                <a:gd name="T7" fmla="*/ 41 h 55"/>
                <a:gd name="T8" fmla="*/ 335 w 68"/>
                <a:gd name="T9" fmla="*/ 22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5">
                  <a:moveTo>
                    <a:pt x="63" y="42"/>
                  </a:moveTo>
                  <a:cubicBezTo>
                    <a:pt x="57" y="52"/>
                    <a:pt x="40" y="55"/>
                    <a:pt x="24" y="47"/>
                  </a:cubicBezTo>
                  <a:cubicBezTo>
                    <a:pt x="9" y="39"/>
                    <a:pt x="0" y="24"/>
                    <a:pt x="6" y="13"/>
                  </a:cubicBezTo>
                  <a:cubicBezTo>
                    <a:pt x="11" y="2"/>
                    <a:pt x="28" y="0"/>
                    <a:pt x="44" y="8"/>
                  </a:cubicBezTo>
                  <a:cubicBezTo>
                    <a:pt x="60" y="15"/>
                    <a:pt x="68" y="31"/>
                    <a:pt x="63" y="4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3" name="Freeform 830">
              <a:extLst>
                <a:ext uri="{FF2B5EF4-FFF2-40B4-BE49-F238E27FC236}">
                  <a16:creationId xmlns:a16="http://schemas.microsoft.com/office/drawing/2014/main" id="{82D57677-AF8A-43F6-8319-D393403E2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1076"/>
              <a:ext cx="182" cy="1158"/>
            </a:xfrm>
            <a:custGeom>
              <a:avLst/>
              <a:gdLst>
                <a:gd name="T0" fmla="*/ 0 w 130"/>
                <a:gd name="T1" fmla="*/ 4494 h 825"/>
                <a:gd name="T2" fmla="*/ 162 w 130"/>
                <a:gd name="T3" fmla="*/ 3767 h 825"/>
                <a:gd name="T4" fmla="*/ 420 w 130"/>
                <a:gd name="T5" fmla="*/ 2684 h 825"/>
                <a:gd name="T6" fmla="*/ 588 w 130"/>
                <a:gd name="T7" fmla="*/ 758 h 825"/>
                <a:gd name="T8" fmla="*/ 528 w 130"/>
                <a:gd name="T9" fmla="*/ 1 h 825"/>
                <a:gd name="T10" fmla="*/ 508 w 130"/>
                <a:gd name="T11" fmla="*/ 1 h 8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825">
                  <a:moveTo>
                    <a:pt x="0" y="825"/>
                  </a:moveTo>
                  <a:cubicBezTo>
                    <a:pt x="0" y="825"/>
                    <a:pt x="60" y="744"/>
                    <a:pt x="30" y="691"/>
                  </a:cubicBezTo>
                  <a:cubicBezTo>
                    <a:pt x="0" y="638"/>
                    <a:pt x="69" y="548"/>
                    <a:pt x="78" y="492"/>
                  </a:cubicBezTo>
                  <a:cubicBezTo>
                    <a:pt x="87" y="427"/>
                    <a:pt x="91" y="182"/>
                    <a:pt x="109" y="139"/>
                  </a:cubicBezTo>
                  <a:cubicBezTo>
                    <a:pt x="126" y="96"/>
                    <a:pt x="130" y="1"/>
                    <a:pt x="98" y="1"/>
                  </a:cubicBezTo>
                  <a:cubicBezTo>
                    <a:pt x="97" y="0"/>
                    <a:pt x="96" y="1"/>
                    <a:pt x="94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4" name="Freeform 831">
              <a:extLst>
                <a:ext uri="{FF2B5EF4-FFF2-40B4-BE49-F238E27FC236}">
                  <a16:creationId xmlns:a16="http://schemas.microsoft.com/office/drawing/2014/main" id="{E3D07493-66E1-48D5-99F7-C4F2A8AB9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048"/>
              <a:ext cx="318" cy="1090"/>
            </a:xfrm>
            <a:custGeom>
              <a:avLst/>
              <a:gdLst>
                <a:gd name="T0" fmla="*/ 1223 w 227"/>
                <a:gd name="T1" fmla="*/ 0 h 777"/>
                <a:gd name="T2" fmla="*/ 1030 w 227"/>
                <a:gd name="T3" fmla="*/ 1049 h 777"/>
                <a:gd name="T4" fmla="*/ 762 w 227"/>
                <a:gd name="T5" fmla="*/ 2886 h 777"/>
                <a:gd name="T6" fmla="*/ 297 w 227"/>
                <a:gd name="T7" fmla="*/ 3507 h 777"/>
                <a:gd name="T8" fmla="*/ 0 w 227"/>
                <a:gd name="T9" fmla="*/ 4221 h 7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777">
                  <a:moveTo>
                    <a:pt x="227" y="0"/>
                  </a:moveTo>
                  <a:cubicBezTo>
                    <a:pt x="163" y="5"/>
                    <a:pt x="179" y="73"/>
                    <a:pt x="191" y="193"/>
                  </a:cubicBezTo>
                  <a:cubicBezTo>
                    <a:pt x="203" y="322"/>
                    <a:pt x="168" y="372"/>
                    <a:pt x="141" y="531"/>
                  </a:cubicBezTo>
                  <a:cubicBezTo>
                    <a:pt x="134" y="569"/>
                    <a:pt x="82" y="603"/>
                    <a:pt x="55" y="645"/>
                  </a:cubicBezTo>
                  <a:cubicBezTo>
                    <a:pt x="16" y="709"/>
                    <a:pt x="0" y="777"/>
                    <a:pt x="0" y="77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5" name="Freeform 832">
              <a:extLst>
                <a:ext uri="{FF2B5EF4-FFF2-40B4-BE49-F238E27FC236}">
                  <a16:creationId xmlns:a16="http://schemas.microsoft.com/office/drawing/2014/main" id="{021FDED9-37A5-47C4-B307-C1B8F4DDD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077"/>
              <a:ext cx="291" cy="1076"/>
            </a:xfrm>
            <a:custGeom>
              <a:avLst/>
              <a:gdLst>
                <a:gd name="T0" fmla="*/ 1136 w 207"/>
                <a:gd name="T1" fmla="*/ 0 h 766"/>
                <a:gd name="T2" fmla="*/ 1032 w 207"/>
                <a:gd name="T3" fmla="*/ 781 h 766"/>
                <a:gd name="T4" fmla="*/ 746 w 207"/>
                <a:gd name="T5" fmla="*/ 2877 h 766"/>
                <a:gd name="T6" fmla="*/ 292 w 207"/>
                <a:gd name="T7" fmla="*/ 3446 h 766"/>
                <a:gd name="T8" fmla="*/ 0 w 207"/>
                <a:gd name="T9" fmla="*/ 4189 h 7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766">
                  <a:moveTo>
                    <a:pt x="207" y="0"/>
                  </a:moveTo>
                  <a:cubicBezTo>
                    <a:pt x="173" y="3"/>
                    <a:pt x="171" y="63"/>
                    <a:pt x="188" y="143"/>
                  </a:cubicBezTo>
                  <a:cubicBezTo>
                    <a:pt x="206" y="226"/>
                    <a:pt x="152" y="464"/>
                    <a:pt x="136" y="526"/>
                  </a:cubicBezTo>
                  <a:cubicBezTo>
                    <a:pt x="126" y="568"/>
                    <a:pt x="60" y="614"/>
                    <a:pt x="53" y="630"/>
                  </a:cubicBezTo>
                  <a:cubicBezTo>
                    <a:pt x="30" y="675"/>
                    <a:pt x="0" y="766"/>
                    <a:pt x="0" y="76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6" name="Freeform 833">
              <a:extLst>
                <a:ext uri="{FF2B5EF4-FFF2-40B4-BE49-F238E27FC236}">
                  <a16:creationId xmlns:a16="http://schemas.microsoft.com/office/drawing/2014/main" id="{BD51E18E-B950-4CB2-80AC-2F827C9A2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196"/>
              <a:ext cx="77" cy="60"/>
            </a:xfrm>
            <a:custGeom>
              <a:avLst/>
              <a:gdLst>
                <a:gd name="T0" fmla="*/ 273 w 55"/>
                <a:gd name="T1" fmla="*/ 173 h 43"/>
                <a:gd name="T2" fmla="*/ 108 w 55"/>
                <a:gd name="T3" fmla="*/ 198 h 43"/>
                <a:gd name="T4" fmla="*/ 28 w 55"/>
                <a:gd name="T5" fmla="*/ 54 h 43"/>
                <a:gd name="T6" fmla="*/ 190 w 55"/>
                <a:gd name="T7" fmla="*/ 29 h 43"/>
                <a:gd name="T8" fmla="*/ 273 w 55"/>
                <a:gd name="T9" fmla="*/ 17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3">
                  <a:moveTo>
                    <a:pt x="51" y="33"/>
                  </a:moveTo>
                  <a:cubicBezTo>
                    <a:pt x="47" y="41"/>
                    <a:pt x="33" y="43"/>
                    <a:pt x="20" y="37"/>
                  </a:cubicBezTo>
                  <a:cubicBezTo>
                    <a:pt x="7" y="30"/>
                    <a:pt x="0" y="18"/>
                    <a:pt x="5" y="10"/>
                  </a:cubicBezTo>
                  <a:cubicBezTo>
                    <a:pt x="9" y="2"/>
                    <a:pt x="22" y="0"/>
                    <a:pt x="35" y="6"/>
                  </a:cubicBezTo>
                  <a:cubicBezTo>
                    <a:pt x="48" y="13"/>
                    <a:pt x="55" y="25"/>
                    <a:pt x="51" y="33"/>
                  </a:cubicBezTo>
                  <a:close/>
                </a:path>
              </a:pathLst>
            </a:custGeom>
            <a:solidFill>
              <a:srgbClr val="2F5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7" name="Freeform 834">
              <a:extLst>
                <a:ext uri="{FF2B5EF4-FFF2-40B4-BE49-F238E27FC236}">
                  <a16:creationId xmlns:a16="http://schemas.microsoft.com/office/drawing/2014/main" id="{F62B56EA-2D18-4464-8786-58D09CCC3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196"/>
              <a:ext cx="77" cy="60"/>
            </a:xfrm>
            <a:custGeom>
              <a:avLst/>
              <a:gdLst>
                <a:gd name="T0" fmla="*/ 273 w 55"/>
                <a:gd name="T1" fmla="*/ 173 h 43"/>
                <a:gd name="T2" fmla="*/ 108 w 55"/>
                <a:gd name="T3" fmla="*/ 198 h 43"/>
                <a:gd name="T4" fmla="*/ 28 w 55"/>
                <a:gd name="T5" fmla="*/ 54 h 43"/>
                <a:gd name="T6" fmla="*/ 190 w 55"/>
                <a:gd name="T7" fmla="*/ 29 h 43"/>
                <a:gd name="T8" fmla="*/ 273 w 55"/>
                <a:gd name="T9" fmla="*/ 17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3">
                  <a:moveTo>
                    <a:pt x="51" y="33"/>
                  </a:moveTo>
                  <a:cubicBezTo>
                    <a:pt x="47" y="41"/>
                    <a:pt x="33" y="43"/>
                    <a:pt x="20" y="37"/>
                  </a:cubicBezTo>
                  <a:cubicBezTo>
                    <a:pt x="7" y="30"/>
                    <a:pt x="0" y="18"/>
                    <a:pt x="5" y="10"/>
                  </a:cubicBezTo>
                  <a:cubicBezTo>
                    <a:pt x="9" y="2"/>
                    <a:pt x="22" y="0"/>
                    <a:pt x="35" y="6"/>
                  </a:cubicBezTo>
                  <a:cubicBezTo>
                    <a:pt x="48" y="13"/>
                    <a:pt x="55" y="25"/>
                    <a:pt x="51" y="33"/>
                  </a:cubicBezTo>
                  <a:close/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8" name="Freeform 835">
              <a:extLst>
                <a:ext uri="{FF2B5EF4-FFF2-40B4-BE49-F238E27FC236}">
                  <a16:creationId xmlns:a16="http://schemas.microsoft.com/office/drawing/2014/main" id="{E1407C4B-BB9F-41E5-AD73-C81F6921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282"/>
              <a:ext cx="80" cy="57"/>
            </a:xfrm>
            <a:custGeom>
              <a:avLst/>
              <a:gdLst>
                <a:gd name="T0" fmla="*/ 296 w 57"/>
                <a:gd name="T1" fmla="*/ 143 h 41"/>
                <a:gd name="T2" fmla="*/ 132 w 57"/>
                <a:gd name="T3" fmla="*/ 192 h 41"/>
                <a:gd name="T4" fmla="*/ 15 w 57"/>
                <a:gd name="T5" fmla="*/ 70 h 41"/>
                <a:gd name="T6" fmla="*/ 180 w 57"/>
                <a:gd name="T7" fmla="*/ 15 h 41"/>
                <a:gd name="T8" fmla="*/ 296 w 57"/>
                <a:gd name="T9" fmla="*/ 14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1">
                  <a:moveTo>
                    <a:pt x="54" y="27"/>
                  </a:moveTo>
                  <a:cubicBezTo>
                    <a:pt x="52" y="36"/>
                    <a:pt x="39" y="41"/>
                    <a:pt x="24" y="37"/>
                  </a:cubicBezTo>
                  <a:cubicBezTo>
                    <a:pt x="10" y="34"/>
                    <a:pt x="0" y="24"/>
                    <a:pt x="3" y="14"/>
                  </a:cubicBezTo>
                  <a:cubicBezTo>
                    <a:pt x="5" y="5"/>
                    <a:pt x="18" y="0"/>
                    <a:pt x="33" y="3"/>
                  </a:cubicBezTo>
                  <a:cubicBezTo>
                    <a:pt x="47" y="7"/>
                    <a:pt x="57" y="17"/>
                    <a:pt x="54" y="27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9" name="Freeform 836">
              <a:extLst>
                <a:ext uri="{FF2B5EF4-FFF2-40B4-BE49-F238E27FC236}">
                  <a16:creationId xmlns:a16="http://schemas.microsoft.com/office/drawing/2014/main" id="{15419D09-6D02-4DFA-9FF5-9C3A1D009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282"/>
              <a:ext cx="80" cy="57"/>
            </a:xfrm>
            <a:custGeom>
              <a:avLst/>
              <a:gdLst>
                <a:gd name="T0" fmla="*/ 296 w 57"/>
                <a:gd name="T1" fmla="*/ 135 h 41"/>
                <a:gd name="T2" fmla="*/ 136 w 57"/>
                <a:gd name="T3" fmla="*/ 192 h 41"/>
                <a:gd name="T4" fmla="*/ 15 w 57"/>
                <a:gd name="T5" fmla="*/ 70 h 41"/>
                <a:gd name="T6" fmla="*/ 180 w 57"/>
                <a:gd name="T7" fmla="*/ 15 h 41"/>
                <a:gd name="T8" fmla="*/ 296 w 57"/>
                <a:gd name="T9" fmla="*/ 13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1">
                  <a:moveTo>
                    <a:pt x="54" y="26"/>
                  </a:moveTo>
                  <a:cubicBezTo>
                    <a:pt x="52" y="36"/>
                    <a:pt x="39" y="41"/>
                    <a:pt x="25" y="37"/>
                  </a:cubicBezTo>
                  <a:cubicBezTo>
                    <a:pt x="10" y="34"/>
                    <a:pt x="0" y="23"/>
                    <a:pt x="3" y="14"/>
                  </a:cubicBezTo>
                  <a:cubicBezTo>
                    <a:pt x="5" y="5"/>
                    <a:pt x="18" y="0"/>
                    <a:pt x="33" y="3"/>
                  </a:cubicBezTo>
                  <a:cubicBezTo>
                    <a:pt x="47" y="7"/>
                    <a:pt x="57" y="17"/>
                    <a:pt x="54" y="26"/>
                  </a:cubicBezTo>
                  <a:close/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10" name="Oval 837">
              <a:extLst>
                <a:ext uri="{FF2B5EF4-FFF2-40B4-BE49-F238E27FC236}">
                  <a16:creationId xmlns:a16="http://schemas.microsoft.com/office/drawing/2014/main" id="{B2E49639-A819-4B1C-B632-7E3FD51B5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373"/>
              <a:ext cx="50" cy="41"/>
            </a:xfrm>
            <a:prstGeom prst="ellipse">
              <a:avLst/>
            </a:prstGeom>
            <a:solidFill>
              <a:srgbClr val="2F5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111" name="Oval 838">
              <a:extLst>
                <a:ext uri="{FF2B5EF4-FFF2-40B4-BE49-F238E27FC236}">
                  <a16:creationId xmlns:a16="http://schemas.microsoft.com/office/drawing/2014/main" id="{F96CC691-F653-4F40-BE6F-D4A8EA11A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373"/>
              <a:ext cx="50" cy="41"/>
            </a:xfrm>
            <a:prstGeom prst="ellipse">
              <a:avLst/>
            </a:prstGeom>
            <a:noFill/>
            <a:ln w="158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112" name="Freeform 839">
              <a:extLst>
                <a:ext uri="{FF2B5EF4-FFF2-40B4-BE49-F238E27FC236}">
                  <a16:creationId xmlns:a16="http://schemas.microsoft.com/office/drawing/2014/main" id="{13C5F6FB-26B4-4FE7-9392-5F0BCBBB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492"/>
              <a:ext cx="69" cy="48"/>
            </a:xfrm>
            <a:custGeom>
              <a:avLst/>
              <a:gdLst>
                <a:gd name="T0" fmla="*/ 258 w 49"/>
                <a:gd name="T1" fmla="*/ 145 h 34"/>
                <a:gd name="T2" fmla="*/ 107 w 49"/>
                <a:gd name="T3" fmla="*/ 164 h 34"/>
                <a:gd name="T4" fmla="*/ 15 w 49"/>
                <a:gd name="T5" fmla="*/ 40 h 34"/>
                <a:gd name="T6" fmla="*/ 165 w 49"/>
                <a:gd name="T7" fmla="*/ 28 h 34"/>
                <a:gd name="T8" fmla="*/ 258 w 49"/>
                <a:gd name="T9" fmla="*/ 14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4">
                  <a:moveTo>
                    <a:pt x="46" y="26"/>
                  </a:moveTo>
                  <a:cubicBezTo>
                    <a:pt x="43" y="32"/>
                    <a:pt x="31" y="34"/>
                    <a:pt x="19" y="29"/>
                  </a:cubicBezTo>
                  <a:cubicBezTo>
                    <a:pt x="7" y="23"/>
                    <a:pt x="0" y="14"/>
                    <a:pt x="3" y="7"/>
                  </a:cubicBezTo>
                  <a:cubicBezTo>
                    <a:pt x="6" y="1"/>
                    <a:pt x="18" y="0"/>
                    <a:pt x="30" y="5"/>
                  </a:cubicBezTo>
                  <a:cubicBezTo>
                    <a:pt x="42" y="10"/>
                    <a:pt x="49" y="19"/>
                    <a:pt x="46" y="26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13" name="Freeform 840">
              <a:extLst>
                <a:ext uri="{FF2B5EF4-FFF2-40B4-BE49-F238E27FC236}">
                  <a16:creationId xmlns:a16="http://schemas.microsoft.com/office/drawing/2014/main" id="{969477FF-A403-4A23-9985-E1C0E2760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491"/>
              <a:ext cx="69" cy="47"/>
            </a:xfrm>
            <a:custGeom>
              <a:avLst/>
              <a:gdLst>
                <a:gd name="T0" fmla="*/ 258 w 49"/>
                <a:gd name="T1" fmla="*/ 135 h 34"/>
                <a:gd name="T2" fmla="*/ 107 w 49"/>
                <a:gd name="T3" fmla="*/ 145 h 34"/>
                <a:gd name="T4" fmla="*/ 15 w 49"/>
                <a:gd name="T5" fmla="*/ 40 h 34"/>
                <a:gd name="T6" fmla="*/ 162 w 49"/>
                <a:gd name="T7" fmla="*/ 26 h 34"/>
                <a:gd name="T8" fmla="*/ 258 w 49"/>
                <a:gd name="T9" fmla="*/ 13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4">
                  <a:moveTo>
                    <a:pt x="46" y="27"/>
                  </a:moveTo>
                  <a:cubicBezTo>
                    <a:pt x="43" y="33"/>
                    <a:pt x="31" y="34"/>
                    <a:pt x="19" y="29"/>
                  </a:cubicBezTo>
                  <a:cubicBezTo>
                    <a:pt x="7" y="24"/>
                    <a:pt x="0" y="15"/>
                    <a:pt x="3" y="8"/>
                  </a:cubicBezTo>
                  <a:cubicBezTo>
                    <a:pt x="5" y="2"/>
                    <a:pt x="17" y="0"/>
                    <a:pt x="29" y="5"/>
                  </a:cubicBezTo>
                  <a:cubicBezTo>
                    <a:pt x="41" y="11"/>
                    <a:pt x="49" y="20"/>
                    <a:pt x="46" y="27"/>
                  </a:cubicBezTo>
                  <a:close/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14" name="Freeform 841">
              <a:extLst>
                <a:ext uri="{FF2B5EF4-FFF2-40B4-BE49-F238E27FC236}">
                  <a16:creationId xmlns:a16="http://schemas.microsoft.com/office/drawing/2014/main" id="{1D96EAFB-36C5-4F71-BCA1-131F8C195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20"/>
              <a:ext cx="42" cy="35"/>
            </a:xfrm>
            <a:custGeom>
              <a:avLst/>
              <a:gdLst>
                <a:gd name="T0" fmla="*/ 146 w 30"/>
                <a:gd name="T1" fmla="*/ 112 h 25"/>
                <a:gd name="T2" fmla="*/ 49 w 30"/>
                <a:gd name="T3" fmla="*/ 112 h 25"/>
                <a:gd name="T4" fmla="*/ 15 w 30"/>
                <a:gd name="T5" fmla="*/ 28 h 25"/>
                <a:gd name="T6" fmla="*/ 108 w 30"/>
                <a:gd name="T7" fmla="*/ 28 h 25"/>
                <a:gd name="T8" fmla="*/ 146 w 30"/>
                <a:gd name="T9" fmla="*/ 1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5">
                  <a:moveTo>
                    <a:pt x="27" y="21"/>
                  </a:moveTo>
                  <a:cubicBezTo>
                    <a:pt x="24" y="25"/>
                    <a:pt x="16" y="25"/>
                    <a:pt x="9" y="21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6" y="0"/>
                    <a:pt x="14" y="0"/>
                    <a:pt x="20" y="5"/>
                  </a:cubicBezTo>
                  <a:cubicBezTo>
                    <a:pt x="27" y="9"/>
                    <a:pt x="30" y="16"/>
                    <a:pt x="27" y="21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15" name="Freeform 842">
              <a:extLst>
                <a:ext uri="{FF2B5EF4-FFF2-40B4-BE49-F238E27FC236}">
                  <a16:creationId xmlns:a16="http://schemas.microsoft.com/office/drawing/2014/main" id="{D665A9B5-9A8C-4BA4-A4BB-D3E76FE7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20"/>
              <a:ext cx="42" cy="35"/>
            </a:xfrm>
            <a:custGeom>
              <a:avLst/>
              <a:gdLst>
                <a:gd name="T0" fmla="*/ 146 w 30"/>
                <a:gd name="T1" fmla="*/ 112 h 25"/>
                <a:gd name="T2" fmla="*/ 49 w 30"/>
                <a:gd name="T3" fmla="*/ 112 h 25"/>
                <a:gd name="T4" fmla="*/ 15 w 30"/>
                <a:gd name="T5" fmla="*/ 28 h 25"/>
                <a:gd name="T6" fmla="*/ 108 w 30"/>
                <a:gd name="T7" fmla="*/ 28 h 25"/>
                <a:gd name="T8" fmla="*/ 146 w 30"/>
                <a:gd name="T9" fmla="*/ 1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5">
                  <a:moveTo>
                    <a:pt x="27" y="21"/>
                  </a:moveTo>
                  <a:cubicBezTo>
                    <a:pt x="24" y="25"/>
                    <a:pt x="16" y="25"/>
                    <a:pt x="9" y="21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6" y="0"/>
                    <a:pt x="14" y="0"/>
                    <a:pt x="20" y="5"/>
                  </a:cubicBezTo>
                  <a:cubicBezTo>
                    <a:pt x="27" y="9"/>
                    <a:pt x="30" y="16"/>
                    <a:pt x="27" y="21"/>
                  </a:cubicBezTo>
                  <a:close/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16" name="Freeform 843">
              <a:extLst>
                <a:ext uri="{FF2B5EF4-FFF2-40B4-BE49-F238E27FC236}">
                  <a16:creationId xmlns:a16="http://schemas.microsoft.com/office/drawing/2014/main" id="{400E34EA-211C-40B7-A53C-451726AE8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662"/>
              <a:ext cx="65" cy="48"/>
            </a:xfrm>
            <a:custGeom>
              <a:avLst/>
              <a:gdLst>
                <a:gd name="T0" fmla="*/ 11 w 46"/>
                <a:gd name="T1" fmla="*/ 64 h 34"/>
                <a:gd name="T2" fmla="*/ 151 w 46"/>
                <a:gd name="T3" fmla="*/ 16 h 34"/>
                <a:gd name="T4" fmla="*/ 247 w 46"/>
                <a:gd name="T5" fmla="*/ 127 h 34"/>
                <a:gd name="T6" fmla="*/ 107 w 46"/>
                <a:gd name="T7" fmla="*/ 175 h 34"/>
                <a:gd name="T8" fmla="*/ 11 w 46"/>
                <a:gd name="T9" fmla="*/ 6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4">
                  <a:moveTo>
                    <a:pt x="2" y="11"/>
                  </a:moveTo>
                  <a:cubicBezTo>
                    <a:pt x="5" y="3"/>
                    <a:pt x="16" y="0"/>
                    <a:pt x="27" y="3"/>
                  </a:cubicBezTo>
                  <a:cubicBezTo>
                    <a:pt x="39" y="6"/>
                    <a:pt x="46" y="15"/>
                    <a:pt x="44" y="23"/>
                  </a:cubicBezTo>
                  <a:cubicBezTo>
                    <a:pt x="42" y="30"/>
                    <a:pt x="31" y="34"/>
                    <a:pt x="19" y="31"/>
                  </a:cubicBezTo>
                  <a:cubicBezTo>
                    <a:pt x="8" y="27"/>
                    <a:pt x="0" y="19"/>
                    <a:pt x="2" y="11"/>
                  </a:cubicBezTo>
                  <a:close/>
                </a:path>
              </a:pathLst>
            </a:custGeom>
            <a:solidFill>
              <a:srgbClr val="2F5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17" name="Freeform 844">
              <a:extLst>
                <a:ext uri="{FF2B5EF4-FFF2-40B4-BE49-F238E27FC236}">
                  <a16:creationId xmlns:a16="http://schemas.microsoft.com/office/drawing/2014/main" id="{22F313BF-A68C-42DE-84BC-8E63A5891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662"/>
              <a:ext cx="65" cy="48"/>
            </a:xfrm>
            <a:custGeom>
              <a:avLst/>
              <a:gdLst>
                <a:gd name="T0" fmla="*/ 11 w 46"/>
                <a:gd name="T1" fmla="*/ 64 h 34"/>
                <a:gd name="T2" fmla="*/ 151 w 46"/>
                <a:gd name="T3" fmla="*/ 16 h 34"/>
                <a:gd name="T4" fmla="*/ 247 w 46"/>
                <a:gd name="T5" fmla="*/ 127 h 34"/>
                <a:gd name="T6" fmla="*/ 107 w 46"/>
                <a:gd name="T7" fmla="*/ 175 h 34"/>
                <a:gd name="T8" fmla="*/ 11 w 46"/>
                <a:gd name="T9" fmla="*/ 6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4">
                  <a:moveTo>
                    <a:pt x="2" y="11"/>
                  </a:moveTo>
                  <a:cubicBezTo>
                    <a:pt x="4" y="3"/>
                    <a:pt x="15" y="0"/>
                    <a:pt x="27" y="3"/>
                  </a:cubicBezTo>
                  <a:cubicBezTo>
                    <a:pt x="39" y="6"/>
                    <a:pt x="46" y="15"/>
                    <a:pt x="44" y="23"/>
                  </a:cubicBezTo>
                  <a:cubicBezTo>
                    <a:pt x="42" y="30"/>
                    <a:pt x="31" y="34"/>
                    <a:pt x="19" y="31"/>
                  </a:cubicBezTo>
                  <a:cubicBezTo>
                    <a:pt x="8" y="27"/>
                    <a:pt x="0" y="19"/>
                    <a:pt x="2" y="11"/>
                  </a:cubicBezTo>
                  <a:close/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18" name="Oval 845">
              <a:extLst>
                <a:ext uri="{FF2B5EF4-FFF2-40B4-BE49-F238E27FC236}">
                  <a16:creationId xmlns:a16="http://schemas.microsoft.com/office/drawing/2014/main" id="{222F1649-DBBC-4F2E-809D-F3EF56146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691"/>
              <a:ext cx="42" cy="37"/>
            </a:xfrm>
            <a:prstGeom prst="ellipse">
              <a:avLst/>
            </a:prstGeom>
            <a:solidFill>
              <a:srgbClr val="2F5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119" name="Oval 846">
              <a:extLst>
                <a:ext uri="{FF2B5EF4-FFF2-40B4-BE49-F238E27FC236}">
                  <a16:creationId xmlns:a16="http://schemas.microsoft.com/office/drawing/2014/main" id="{7FCC46C0-4A02-4893-863F-BEA05F624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691"/>
              <a:ext cx="41" cy="37"/>
            </a:xfrm>
            <a:prstGeom prst="ellipse">
              <a:avLst/>
            </a:prstGeom>
            <a:noFill/>
            <a:ln w="158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120" name="Freeform 847">
              <a:extLst>
                <a:ext uri="{FF2B5EF4-FFF2-40B4-BE49-F238E27FC236}">
                  <a16:creationId xmlns:a16="http://schemas.microsoft.com/office/drawing/2014/main" id="{452B2726-1E89-432E-97AB-DC215592E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670"/>
              <a:ext cx="49" cy="35"/>
            </a:xfrm>
            <a:custGeom>
              <a:avLst/>
              <a:gdLst>
                <a:gd name="T0" fmla="*/ 176 w 35"/>
                <a:gd name="T1" fmla="*/ 39 h 25"/>
                <a:gd name="T2" fmla="*/ 77 w 35"/>
                <a:gd name="T3" fmla="*/ 15 h 25"/>
                <a:gd name="T4" fmla="*/ 11 w 35"/>
                <a:gd name="T5" fmla="*/ 97 h 25"/>
                <a:gd name="T6" fmla="*/ 112 w 35"/>
                <a:gd name="T7" fmla="*/ 112 h 25"/>
                <a:gd name="T8" fmla="*/ 176 w 35"/>
                <a:gd name="T9" fmla="*/ 3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5">
                  <a:moveTo>
                    <a:pt x="33" y="7"/>
                  </a:moveTo>
                  <a:cubicBezTo>
                    <a:pt x="31" y="2"/>
                    <a:pt x="23" y="0"/>
                    <a:pt x="14" y="3"/>
                  </a:cubicBezTo>
                  <a:cubicBezTo>
                    <a:pt x="6" y="7"/>
                    <a:pt x="0" y="13"/>
                    <a:pt x="2" y="18"/>
                  </a:cubicBezTo>
                  <a:cubicBezTo>
                    <a:pt x="4" y="23"/>
                    <a:pt x="12" y="25"/>
                    <a:pt x="21" y="21"/>
                  </a:cubicBezTo>
                  <a:cubicBezTo>
                    <a:pt x="29" y="18"/>
                    <a:pt x="35" y="12"/>
                    <a:pt x="33" y="7"/>
                  </a:cubicBezTo>
                  <a:close/>
                </a:path>
              </a:pathLst>
            </a:custGeom>
            <a:solidFill>
              <a:srgbClr val="2F5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21" name="Freeform 848">
              <a:extLst>
                <a:ext uri="{FF2B5EF4-FFF2-40B4-BE49-F238E27FC236}">
                  <a16:creationId xmlns:a16="http://schemas.microsoft.com/office/drawing/2014/main" id="{A86A7262-60C5-4831-BA01-238BC5A79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670"/>
              <a:ext cx="49" cy="35"/>
            </a:xfrm>
            <a:custGeom>
              <a:avLst/>
              <a:gdLst>
                <a:gd name="T0" fmla="*/ 176 w 35"/>
                <a:gd name="T1" fmla="*/ 39 h 25"/>
                <a:gd name="T2" fmla="*/ 77 w 35"/>
                <a:gd name="T3" fmla="*/ 21 h 25"/>
                <a:gd name="T4" fmla="*/ 11 w 35"/>
                <a:gd name="T5" fmla="*/ 97 h 25"/>
                <a:gd name="T6" fmla="*/ 112 w 35"/>
                <a:gd name="T7" fmla="*/ 118 h 25"/>
                <a:gd name="T8" fmla="*/ 176 w 35"/>
                <a:gd name="T9" fmla="*/ 3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5">
                  <a:moveTo>
                    <a:pt x="33" y="7"/>
                  </a:moveTo>
                  <a:cubicBezTo>
                    <a:pt x="31" y="2"/>
                    <a:pt x="23" y="0"/>
                    <a:pt x="14" y="4"/>
                  </a:cubicBezTo>
                  <a:cubicBezTo>
                    <a:pt x="6" y="7"/>
                    <a:pt x="0" y="13"/>
                    <a:pt x="2" y="18"/>
                  </a:cubicBezTo>
                  <a:cubicBezTo>
                    <a:pt x="4" y="23"/>
                    <a:pt x="12" y="25"/>
                    <a:pt x="21" y="22"/>
                  </a:cubicBezTo>
                  <a:cubicBezTo>
                    <a:pt x="29" y="18"/>
                    <a:pt x="35" y="12"/>
                    <a:pt x="33" y="7"/>
                  </a:cubicBezTo>
                  <a:close/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22" name="Freeform 849">
              <a:extLst>
                <a:ext uri="{FF2B5EF4-FFF2-40B4-BE49-F238E27FC236}">
                  <a16:creationId xmlns:a16="http://schemas.microsoft.com/office/drawing/2014/main" id="{1E6F4988-02A6-48D0-9DB8-4F7615E6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048"/>
              <a:ext cx="192" cy="1196"/>
            </a:xfrm>
            <a:custGeom>
              <a:avLst/>
              <a:gdLst>
                <a:gd name="T0" fmla="*/ 338 w 137"/>
                <a:gd name="T1" fmla="*/ 0 h 852"/>
                <a:gd name="T2" fmla="*/ 430 w 137"/>
                <a:gd name="T3" fmla="*/ 0 h 852"/>
                <a:gd name="T4" fmla="*/ 468 w 137"/>
                <a:gd name="T5" fmla="*/ 1145 h 852"/>
                <a:gd name="T6" fmla="*/ 356 w 137"/>
                <a:gd name="T7" fmla="*/ 2824 h 852"/>
                <a:gd name="T8" fmla="*/ 69 w 137"/>
                <a:gd name="T9" fmla="*/ 3695 h 852"/>
                <a:gd name="T10" fmla="*/ 15 w 137"/>
                <a:gd name="T11" fmla="*/ 4645 h 8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852">
                  <a:moveTo>
                    <a:pt x="63" y="0"/>
                  </a:moveTo>
                  <a:cubicBezTo>
                    <a:pt x="68" y="0"/>
                    <a:pt x="73" y="0"/>
                    <a:pt x="79" y="0"/>
                  </a:cubicBezTo>
                  <a:cubicBezTo>
                    <a:pt x="137" y="4"/>
                    <a:pt x="111" y="147"/>
                    <a:pt x="86" y="210"/>
                  </a:cubicBezTo>
                  <a:cubicBezTo>
                    <a:pt x="70" y="251"/>
                    <a:pt x="83" y="394"/>
                    <a:pt x="66" y="518"/>
                  </a:cubicBezTo>
                  <a:cubicBezTo>
                    <a:pt x="58" y="583"/>
                    <a:pt x="0" y="651"/>
                    <a:pt x="13" y="678"/>
                  </a:cubicBezTo>
                  <a:cubicBezTo>
                    <a:pt x="51" y="759"/>
                    <a:pt x="3" y="852"/>
                    <a:pt x="3" y="85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23" name="Freeform 850">
              <a:extLst>
                <a:ext uri="{FF2B5EF4-FFF2-40B4-BE49-F238E27FC236}">
                  <a16:creationId xmlns:a16="http://schemas.microsoft.com/office/drawing/2014/main" id="{505E390A-10CD-47DE-B51D-E37809C2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183"/>
              <a:ext cx="111" cy="75"/>
            </a:xfrm>
            <a:custGeom>
              <a:avLst/>
              <a:gdLst>
                <a:gd name="T0" fmla="*/ 0 w 79"/>
                <a:gd name="T1" fmla="*/ 96 h 53"/>
                <a:gd name="T2" fmla="*/ 273 w 79"/>
                <a:gd name="T3" fmla="*/ 57 h 53"/>
                <a:gd name="T4" fmla="*/ 433 w 79"/>
                <a:gd name="T5" fmla="*/ 30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3">
                  <a:moveTo>
                    <a:pt x="0" y="17"/>
                  </a:moveTo>
                  <a:cubicBezTo>
                    <a:pt x="11" y="1"/>
                    <a:pt x="33" y="0"/>
                    <a:pt x="50" y="10"/>
                  </a:cubicBezTo>
                  <a:cubicBezTo>
                    <a:pt x="67" y="21"/>
                    <a:pt x="74" y="37"/>
                    <a:pt x="79" y="53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24" name="Freeform 851">
              <a:extLst>
                <a:ext uri="{FF2B5EF4-FFF2-40B4-BE49-F238E27FC236}">
                  <a16:creationId xmlns:a16="http://schemas.microsoft.com/office/drawing/2014/main" id="{871501A4-3A90-4283-B114-AE913575A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394"/>
              <a:ext cx="86" cy="70"/>
            </a:xfrm>
            <a:custGeom>
              <a:avLst/>
              <a:gdLst>
                <a:gd name="T0" fmla="*/ 340 w 61"/>
                <a:gd name="T1" fmla="*/ 41 h 50"/>
                <a:gd name="T2" fmla="*/ 16 w 61"/>
                <a:gd name="T3" fmla="*/ 26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50">
                  <a:moveTo>
                    <a:pt x="61" y="8"/>
                  </a:moveTo>
                  <a:cubicBezTo>
                    <a:pt x="32" y="0"/>
                    <a:pt x="0" y="16"/>
                    <a:pt x="3" y="50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25" name="Freeform 852">
              <a:extLst>
                <a:ext uri="{FF2B5EF4-FFF2-40B4-BE49-F238E27FC236}">
                  <a16:creationId xmlns:a16="http://schemas.microsoft.com/office/drawing/2014/main" id="{47F6B6E2-6876-4D37-AD83-B38EB328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169"/>
              <a:ext cx="83" cy="45"/>
            </a:xfrm>
            <a:custGeom>
              <a:avLst/>
              <a:gdLst>
                <a:gd name="T0" fmla="*/ 0 w 59"/>
                <a:gd name="T1" fmla="*/ 176 h 32"/>
                <a:gd name="T2" fmla="*/ 326 w 59"/>
                <a:gd name="T3" fmla="*/ 12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32">
                  <a:moveTo>
                    <a:pt x="0" y="32"/>
                  </a:moveTo>
                  <a:cubicBezTo>
                    <a:pt x="8" y="3"/>
                    <a:pt x="42" y="0"/>
                    <a:pt x="59" y="22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26" name="Freeform 853">
              <a:extLst>
                <a:ext uri="{FF2B5EF4-FFF2-40B4-BE49-F238E27FC236}">
                  <a16:creationId xmlns:a16="http://schemas.microsoft.com/office/drawing/2014/main" id="{E9423B94-8E80-4F44-94F7-9174366E6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395"/>
              <a:ext cx="125" cy="51"/>
            </a:xfrm>
            <a:custGeom>
              <a:avLst/>
              <a:gdLst>
                <a:gd name="T0" fmla="*/ 487 w 89"/>
                <a:gd name="T1" fmla="*/ 115 h 36"/>
                <a:gd name="T2" fmla="*/ 316 w 89"/>
                <a:gd name="T3" fmla="*/ 149 h 36"/>
                <a:gd name="T4" fmla="*/ 296 w 89"/>
                <a:gd name="T5" fmla="*/ 203 h 36"/>
                <a:gd name="T6" fmla="*/ 0 w 89"/>
                <a:gd name="T7" fmla="*/ 20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6">
                  <a:moveTo>
                    <a:pt x="89" y="20"/>
                  </a:moveTo>
                  <a:cubicBezTo>
                    <a:pt x="78" y="17"/>
                    <a:pt x="65" y="18"/>
                    <a:pt x="58" y="26"/>
                  </a:cubicBezTo>
                  <a:cubicBezTo>
                    <a:pt x="57" y="30"/>
                    <a:pt x="56" y="31"/>
                    <a:pt x="54" y="35"/>
                  </a:cubicBezTo>
                  <a:cubicBezTo>
                    <a:pt x="40" y="23"/>
                    <a:pt x="1" y="0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27" name="Freeform 854">
              <a:extLst>
                <a:ext uri="{FF2B5EF4-FFF2-40B4-BE49-F238E27FC236}">
                  <a16:creationId xmlns:a16="http://schemas.microsoft.com/office/drawing/2014/main" id="{69B1220E-3BB8-4209-8193-93F6FED16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468"/>
              <a:ext cx="50" cy="65"/>
            </a:xfrm>
            <a:custGeom>
              <a:avLst/>
              <a:gdLst>
                <a:gd name="T0" fmla="*/ 185 w 36"/>
                <a:gd name="T1" fmla="*/ 260 h 46"/>
                <a:gd name="T2" fmla="*/ 0 w 3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36" y="46"/>
                  </a:moveTo>
                  <a:cubicBezTo>
                    <a:pt x="14" y="38"/>
                    <a:pt x="0" y="2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28" name="Freeform 855">
              <a:extLst>
                <a:ext uri="{FF2B5EF4-FFF2-40B4-BE49-F238E27FC236}">
                  <a16:creationId xmlns:a16="http://schemas.microsoft.com/office/drawing/2014/main" id="{64EA57D7-8904-4F98-80AC-F9ADAD8FA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652"/>
              <a:ext cx="36" cy="73"/>
            </a:xfrm>
            <a:custGeom>
              <a:avLst/>
              <a:gdLst>
                <a:gd name="T0" fmla="*/ 133 w 26"/>
                <a:gd name="T1" fmla="*/ 0 h 52"/>
                <a:gd name="T2" fmla="*/ 96 w 26"/>
                <a:gd name="T3" fmla="*/ 146 h 52"/>
                <a:gd name="T4" fmla="*/ 0 w 26"/>
                <a:gd name="T5" fmla="*/ 28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2">
                  <a:moveTo>
                    <a:pt x="26" y="0"/>
                  </a:moveTo>
                  <a:cubicBezTo>
                    <a:pt x="22" y="8"/>
                    <a:pt x="23" y="18"/>
                    <a:pt x="19" y="27"/>
                  </a:cubicBezTo>
                  <a:cubicBezTo>
                    <a:pt x="15" y="38"/>
                    <a:pt x="8" y="44"/>
                    <a:pt x="0" y="52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29" name="Freeform 856">
              <a:extLst>
                <a:ext uri="{FF2B5EF4-FFF2-40B4-BE49-F238E27FC236}">
                  <a16:creationId xmlns:a16="http://schemas.microsoft.com/office/drawing/2014/main" id="{AF272BDD-4889-42FD-86C4-73DAE64CB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24"/>
              <a:ext cx="86" cy="47"/>
            </a:xfrm>
            <a:custGeom>
              <a:avLst/>
              <a:gdLst>
                <a:gd name="T0" fmla="*/ 340 w 61"/>
                <a:gd name="T1" fmla="*/ 0 h 33"/>
                <a:gd name="T2" fmla="*/ 0 w 61"/>
                <a:gd name="T3" fmla="*/ 19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33">
                  <a:moveTo>
                    <a:pt x="61" y="0"/>
                  </a:moveTo>
                  <a:cubicBezTo>
                    <a:pt x="52" y="31"/>
                    <a:pt x="27" y="33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30" name="Freeform 857">
              <a:extLst>
                <a:ext uri="{FF2B5EF4-FFF2-40B4-BE49-F238E27FC236}">
                  <a16:creationId xmlns:a16="http://schemas.microsoft.com/office/drawing/2014/main" id="{1A50CB34-BD2C-41B0-A35B-8BB5638B1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565"/>
              <a:ext cx="42" cy="83"/>
            </a:xfrm>
            <a:custGeom>
              <a:avLst/>
              <a:gdLst>
                <a:gd name="T0" fmla="*/ 162 w 30"/>
                <a:gd name="T1" fmla="*/ 326 h 59"/>
                <a:gd name="T2" fmla="*/ 77 w 30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9">
                  <a:moveTo>
                    <a:pt x="30" y="59"/>
                  </a:moveTo>
                  <a:cubicBezTo>
                    <a:pt x="13" y="45"/>
                    <a:pt x="0" y="21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31" name="Freeform 858">
              <a:extLst>
                <a:ext uri="{FF2B5EF4-FFF2-40B4-BE49-F238E27FC236}">
                  <a16:creationId xmlns:a16="http://schemas.microsoft.com/office/drawing/2014/main" id="{EEB0CDB6-52F6-444B-A760-F1FBBBE01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318"/>
              <a:ext cx="82" cy="124"/>
            </a:xfrm>
            <a:custGeom>
              <a:avLst/>
              <a:gdLst>
                <a:gd name="T0" fmla="*/ 0 w 59"/>
                <a:gd name="T1" fmla="*/ 89 h 88"/>
                <a:gd name="T2" fmla="*/ 202 w 59"/>
                <a:gd name="T3" fmla="*/ 490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88">
                  <a:moveTo>
                    <a:pt x="0" y="16"/>
                  </a:moveTo>
                  <a:cubicBezTo>
                    <a:pt x="37" y="0"/>
                    <a:pt x="59" y="64"/>
                    <a:pt x="39" y="88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32" name="Freeform 859">
              <a:extLst>
                <a:ext uri="{FF2B5EF4-FFF2-40B4-BE49-F238E27FC236}">
                  <a16:creationId xmlns:a16="http://schemas.microsoft.com/office/drawing/2014/main" id="{BA2ED103-3C49-4893-84AA-097CB92EB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353"/>
              <a:ext cx="76" cy="56"/>
            </a:xfrm>
            <a:custGeom>
              <a:avLst/>
              <a:gdLst>
                <a:gd name="T0" fmla="*/ 300 w 54"/>
                <a:gd name="T1" fmla="*/ 214 h 40"/>
                <a:gd name="T2" fmla="*/ 0 w 54"/>
                <a:gd name="T3" fmla="*/ 3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0">
                  <a:moveTo>
                    <a:pt x="54" y="40"/>
                  </a:moveTo>
                  <a:cubicBezTo>
                    <a:pt x="52" y="19"/>
                    <a:pt x="19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33" name="Freeform 860">
              <a:extLst>
                <a:ext uri="{FF2B5EF4-FFF2-40B4-BE49-F238E27FC236}">
                  <a16:creationId xmlns:a16="http://schemas.microsoft.com/office/drawing/2014/main" id="{1A77DE0F-461E-46E4-A3DE-1C84B6244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794"/>
              <a:ext cx="56" cy="133"/>
            </a:xfrm>
            <a:custGeom>
              <a:avLst/>
              <a:gdLst>
                <a:gd name="T0" fmla="*/ 0 w 40"/>
                <a:gd name="T1" fmla="*/ 510 h 95"/>
                <a:gd name="T2" fmla="*/ 21 w 40"/>
                <a:gd name="T3" fmla="*/ 508 h 95"/>
                <a:gd name="T4" fmla="*/ 104 w 40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95">
                  <a:moveTo>
                    <a:pt x="0" y="95"/>
                  </a:moveTo>
                  <a:cubicBezTo>
                    <a:pt x="2" y="95"/>
                    <a:pt x="3" y="95"/>
                    <a:pt x="4" y="94"/>
                  </a:cubicBezTo>
                  <a:cubicBezTo>
                    <a:pt x="20" y="65"/>
                    <a:pt x="40" y="35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34" name="Freeform 861">
              <a:extLst>
                <a:ext uri="{FF2B5EF4-FFF2-40B4-BE49-F238E27FC236}">
                  <a16:creationId xmlns:a16="http://schemas.microsoft.com/office/drawing/2014/main" id="{3E77F5BC-90AB-464A-844A-EE37FAF5E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879"/>
              <a:ext cx="95" cy="156"/>
            </a:xfrm>
            <a:custGeom>
              <a:avLst/>
              <a:gdLst>
                <a:gd name="T0" fmla="*/ 363 w 68"/>
                <a:gd name="T1" fmla="*/ 0 h 111"/>
                <a:gd name="T2" fmla="*/ 351 w 68"/>
                <a:gd name="T3" fmla="*/ 391 h 111"/>
                <a:gd name="T4" fmla="*/ 0 w 68"/>
                <a:gd name="T5" fmla="*/ 609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11">
                  <a:moveTo>
                    <a:pt x="68" y="0"/>
                  </a:moveTo>
                  <a:cubicBezTo>
                    <a:pt x="54" y="22"/>
                    <a:pt x="57" y="48"/>
                    <a:pt x="66" y="71"/>
                  </a:cubicBezTo>
                  <a:cubicBezTo>
                    <a:pt x="38" y="73"/>
                    <a:pt x="0" y="72"/>
                    <a:pt x="0" y="111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35" name="Freeform 862">
              <a:extLst>
                <a:ext uri="{FF2B5EF4-FFF2-40B4-BE49-F238E27FC236}">
                  <a16:creationId xmlns:a16="http://schemas.microsoft.com/office/drawing/2014/main" id="{ED99CC8E-617C-4251-A90A-5DF614137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77"/>
              <a:ext cx="73" cy="80"/>
            </a:xfrm>
            <a:custGeom>
              <a:avLst/>
              <a:gdLst>
                <a:gd name="T0" fmla="*/ 0 w 52"/>
                <a:gd name="T1" fmla="*/ 309 h 57"/>
                <a:gd name="T2" fmla="*/ 213 w 52"/>
                <a:gd name="T3" fmla="*/ 219 h 57"/>
                <a:gd name="T4" fmla="*/ 282 w 52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7">
                  <a:moveTo>
                    <a:pt x="0" y="57"/>
                  </a:moveTo>
                  <a:cubicBezTo>
                    <a:pt x="14" y="52"/>
                    <a:pt x="29" y="55"/>
                    <a:pt x="39" y="40"/>
                  </a:cubicBezTo>
                  <a:cubicBezTo>
                    <a:pt x="47" y="29"/>
                    <a:pt x="50" y="10"/>
                    <a:pt x="52" y="0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36" name="Freeform 863">
              <a:extLst>
                <a:ext uri="{FF2B5EF4-FFF2-40B4-BE49-F238E27FC236}">
                  <a16:creationId xmlns:a16="http://schemas.microsoft.com/office/drawing/2014/main" id="{4FAC4929-FAB3-48E4-9B2D-222E9A15E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654"/>
              <a:ext cx="151" cy="84"/>
            </a:xfrm>
            <a:custGeom>
              <a:avLst/>
              <a:gdLst>
                <a:gd name="T0" fmla="*/ 0 w 108"/>
                <a:gd name="T1" fmla="*/ 136 h 60"/>
                <a:gd name="T2" fmla="*/ 365 w 108"/>
                <a:gd name="T3" fmla="*/ 49 h 60"/>
                <a:gd name="T4" fmla="*/ 576 w 108"/>
                <a:gd name="T5" fmla="*/ 32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60">
                  <a:moveTo>
                    <a:pt x="0" y="25"/>
                  </a:moveTo>
                  <a:cubicBezTo>
                    <a:pt x="13" y="5"/>
                    <a:pt x="49" y="0"/>
                    <a:pt x="69" y="9"/>
                  </a:cubicBezTo>
                  <a:cubicBezTo>
                    <a:pt x="93" y="20"/>
                    <a:pt x="98" y="39"/>
                    <a:pt x="108" y="60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37" name="Freeform 864">
              <a:extLst>
                <a:ext uri="{FF2B5EF4-FFF2-40B4-BE49-F238E27FC236}">
                  <a16:creationId xmlns:a16="http://schemas.microsoft.com/office/drawing/2014/main" id="{905F0762-1221-4D58-A8BD-BE5DC879F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662"/>
              <a:ext cx="135" cy="31"/>
            </a:xfrm>
            <a:custGeom>
              <a:avLst/>
              <a:gdLst>
                <a:gd name="T0" fmla="*/ 527 w 96"/>
                <a:gd name="T1" fmla="*/ 123 h 22"/>
                <a:gd name="T2" fmla="*/ 0 w 96"/>
                <a:gd name="T3" fmla="*/ 1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2">
                  <a:moveTo>
                    <a:pt x="96" y="22"/>
                  </a:moveTo>
                  <a:cubicBezTo>
                    <a:pt x="64" y="10"/>
                    <a:pt x="28" y="0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38" name="Freeform 865">
              <a:extLst>
                <a:ext uri="{FF2B5EF4-FFF2-40B4-BE49-F238E27FC236}">
                  <a16:creationId xmlns:a16="http://schemas.microsoft.com/office/drawing/2014/main" id="{F7AA2EEA-A2A1-489D-B932-726403FC5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029"/>
              <a:ext cx="157" cy="72"/>
            </a:xfrm>
            <a:custGeom>
              <a:avLst/>
              <a:gdLst>
                <a:gd name="T0" fmla="*/ 0 w 112"/>
                <a:gd name="T1" fmla="*/ 90 h 51"/>
                <a:gd name="T2" fmla="*/ 220 w 112"/>
                <a:gd name="T3" fmla="*/ 90 h 51"/>
                <a:gd name="T4" fmla="*/ 269 w 112"/>
                <a:gd name="T5" fmla="*/ 287 h 51"/>
                <a:gd name="T6" fmla="*/ 606 w 112"/>
                <a:gd name="T7" fmla="*/ 203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51">
                  <a:moveTo>
                    <a:pt x="0" y="16"/>
                  </a:moveTo>
                  <a:cubicBezTo>
                    <a:pt x="8" y="0"/>
                    <a:pt x="31" y="6"/>
                    <a:pt x="41" y="16"/>
                  </a:cubicBezTo>
                  <a:cubicBezTo>
                    <a:pt x="51" y="24"/>
                    <a:pt x="52" y="40"/>
                    <a:pt x="50" y="51"/>
                  </a:cubicBezTo>
                  <a:cubicBezTo>
                    <a:pt x="54" y="23"/>
                    <a:pt x="95" y="16"/>
                    <a:pt x="112" y="36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39" name="Freeform 866">
              <a:extLst>
                <a:ext uri="{FF2B5EF4-FFF2-40B4-BE49-F238E27FC236}">
                  <a16:creationId xmlns:a16="http://schemas.microsoft.com/office/drawing/2014/main" id="{CCC5C202-2001-49C3-9358-C2E3635AD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102"/>
              <a:ext cx="50" cy="62"/>
            </a:xfrm>
            <a:custGeom>
              <a:avLst/>
              <a:gdLst>
                <a:gd name="T0" fmla="*/ 185 w 36"/>
                <a:gd name="T1" fmla="*/ 23 h 44"/>
                <a:gd name="T2" fmla="*/ 11 w 36"/>
                <a:gd name="T3" fmla="*/ 24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4">
                  <a:moveTo>
                    <a:pt x="36" y="4"/>
                  </a:moveTo>
                  <a:cubicBezTo>
                    <a:pt x="13" y="0"/>
                    <a:pt x="0" y="24"/>
                    <a:pt x="2" y="44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0" name="Freeform 867">
              <a:extLst>
                <a:ext uri="{FF2B5EF4-FFF2-40B4-BE49-F238E27FC236}">
                  <a16:creationId xmlns:a16="http://schemas.microsoft.com/office/drawing/2014/main" id="{1C9343B4-F62A-484B-8DFB-44B5170C6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108"/>
              <a:ext cx="92" cy="28"/>
            </a:xfrm>
            <a:custGeom>
              <a:avLst/>
              <a:gdLst>
                <a:gd name="T0" fmla="*/ 0 w 66"/>
                <a:gd name="T1" fmla="*/ 97 h 20"/>
                <a:gd name="T2" fmla="*/ 346 w 66"/>
                <a:gd name="T3" fmla="*/ 10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20">
                  <a:moveTo>
                    <a:pt x="0" y="18"/>
                  </a:moveTo>
                  <a:cubicBezTo>
                    <a:pt x="18" y="3"/>
                    <a:pt x="51" y="0"/>
                    <a:pt x="66" y="20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1" name="Freeform 868">
              <a:extLst>
                <a:ext uri="{FF2B5EF4-FFF2-40B4-BE49-F238E27FC236}">
                  <a16:creationId xmlns:a16="http://schemas.microsoft.com/office/drawing/2014/main" id="{CB28788A-D22F-42FF-932A-CC7923E6E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312"/>
              <a:ext cx="119" cy="37"/>
            </a:xfrm>
            <a:custGeom>
              <a:avLst/>
              <a:gdLst>
                <a:gd name="T0" fmla="*/ 0 w 85"/>
                <a:gd name="T1" fmla="*/ 81 h 26"/>
                <a:gd name="T2" fmla="*/ 241 w 85"/>
                <a:gd name="T3" fmla="*/ 28 h 26"/>
                <a:gd name="T4" fmla="*/ 459 w 85"/>
                <a:gd name="T5" fmla="*/ 15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26">
                  <a:moveTo>
                    <a:pt x="0" y="14"/>
                  </a:moveTo>
                  <a:cubicBezTo>
                    <a:pt x="3" y="0"/>
                    <a:pt x="34" y="1"/>
                    <a:pt x="45" y="5"/>
                  </a:cubicBezTo>
                  <a:cubicBezTo>
                    <a:pt x="59" y="9"/>
                    <a:pt x="75" y="15"/>
                    <a:pt x="85" y="26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2" name="Freeform 869">
              <a:extLst>
                <a:ext uri="{FF2B5EF4-FFF2-40B4-BE49-F238E27FC236}">
                  <a16:creationId xmlns:a16="http://schemas.microsoft.com/office/drawing/2014/main" id="{EF61F382-6C2F-411F-B8DB-D93A022B0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304"/>
              <a:ext cx="86" cy="23"/>
            </a:xfrm>
            <a:custGeom>
              <a:avLst/>
              <a:gdLst>
                <a:gd name="T0" fmla="*/ 340 w 61"/>
                <a:gd name="T1" fmla="*/ 56 h 16"/>
                <a:gd name="T2" fmla="*/ 0 w 61"/>
                <a:gd name="T3" fmla="*/ 9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61" y="9"/>
                  </a:moveTo>
                  <a:cubicBezTo>
                    <a:pt x="47" y="1"/>
                    <a:pt x="9" y="0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3" name="Freeform 870">
              <a:extLst>
                <a:ext uri="{FF2B5EF4-FFF2-40B4-BE49-F238E27FC236}">
                  <a16:creationId xmlns:a16="http://schemas.microsoft.com/office/drawing/2014/main" id="{3EE8A4FF-33CB-4A6D-99EC-33C22BFCE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513"/>
              <a:ext cx="82" cy="72"/>
            </a:xfrm>
            <a:custGeom>
              <a:avLst/>
              <a:gdLst>
                <a:gd name="T0" fmla="*/ 0 w 59"/>
                <a:gd name="T1" fmla="*/ 40 h 51"/>
                <a:gd name="T2" fmla="*/ 222 w 59"/>
                <a:gd name="T3" fmla="*/ 79 h 51"/>
                <a:gd name="T4" fmla="*/ 306 w 59"/>
                <a:gd name="T5" fmla="*/ 287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1">
                  <a:moveTo>
                    <a:pt x="0" y="7"/>
                  </a:moveTo>
                  <a:cubicBezTo>
                    <a:pt x="16" y="0"/>
                    <a:pt x="30" y="3"/>
                    <a:pt x="43" y="14"/>
                  </a:cubicBezTo>
                  <a:cubicBezTo>
                    <a:pt x="57" y="25"/>
                    <a:pt x="54" y="37"/>
                    <a:pt x="59" y="51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4" name="Freeform 871">
              <a:extLst>
                <a:ext uri="{FF2B5EF4-FFF2-40B4-BE49-F238E27FC236}">
                  <a16:creationId xmlns:a16="http://schemas.microsoft.com/office/drawing/2014/main" id="{E3243F0C-4B72-4BA9-9836-18E95C8CF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510"/>
              <a:ext cx="151" cy="31"/>
            </a:xfrm>
            <a:custGeom>
              <a:avLst/>
              <a:gdLst>
                <a:gd name="T0" fmla="*/ 600 w 107"/>
                <a:gd name="T1" fmla="*/ 78 h 22"/>
                <a:gd name="T2" fmla="*/ 0 w 107"/>
                <a:gd name="T3" fmla="*/ 1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22">
                  <a:moveTo>
                    <a:pt x="107" y="14"/>
                  </a:moveTo>
                  <a:cubicBezTo>
                    <a:pt x="76" y="0"/>
                    <a:pt x="27" y="0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5" name="Freeform 872">
              <a:extLst>
                <a:ext uri="{FF2B5EF4-FFF2-40B4-BE49-F238E27FC236}">
                  <a16:creationId xmlns:a16="http://schemas.microsoft.com/office/drawing/2014/main" id="{DC66ED8D-F0C4-46E0-99E2-3B86B9F59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571"/>
              <a:ext cx="101" cy="45"/>
            </a:xfrm>
            <a:custGeom>
              <a:avLst/>
              <a:gdLst>
                <a:gd name="T0" fmla="*/ 0 w 72"/>
                <a:gd name="T1" fmla="*/ 172 h 32"/>
                <a:gd name="T2" fmla="*/ 314 w 72"/>
                <a:gd name="T3" fmla="*/ 176 h 32"/>
                <a:gd name="T4" fmla="*/ 391 w 7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2">
                  <a:moveTo>
                    <a:pt x="0" y="31"/>
                  </a:moveTo>
                  <a:cubicBezTo>
                    <a:pt x="20" y="17"/>
                    <a:pt x="40" y="15"/>
                    <a:pt x="58" y="32"/>
                  </a:cubicBezTo>
                  <a:cubicBezTo>
                    <a:pt x="56" y="19"/>
                    <a:pt x="62" y="7"/>
                    <a:pt x="72" y="0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6" name="Freeform 873">
              <a:extLst>
                <a:ext uri="{FF2B5EF4-FFF2-40B4-BE49-F238E27FC236}">
                  <a16:creationId xmlns:a16="http://schemas.microsoft.com/office/drawing/2014/main" id="{729C6D21-52CA-4790-8D9F-964614D58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721"/>
              <a:ext cx="84" cy="29"/>
            </a:xfrm>
            <a:custGeom>
              <a:avLst/>
              <a:gdLst>
                <a:gd name="T0" fmla="*/ 0 w 60"/>
                <a:gd name="T1" fmla="*/ 36 h 21"/>
                <a:gd name="T2" fmla="*/ 151 w 60"/>
                <a:gd name="T3" fmla="*/ 105 h 21"/>
                <a:gd name="T4" fmla="*/ 323 w 60"/>
                <a:gd name="T5" fmla="*/ 4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1">
                  <a:moveTo>
                    <a:pt x="0" y="7"/>
                  </a:moveTo>
                  <a:cubicBezTo>
                    <a:pt x="11" y="0"/>
                    <a:pt x="29" y="6"/>
                    <a:pt x="28" y="21"/>
                  </a:cubicBezTo>
                  <a:cubicBezTo>
                    <a:pt x="26" y="7"/>
                    <a:pt x="52" y="0"/>
                    <a:pt x="60" y="9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7" name="Freeform 874">
              <a:extLst>
                <a:ext uri="{FF2B5EF4-FFF2-40B4-BE49-F238E27FC236}">
                  <a16:creationId xmlns:a16="http://schemas.microsoft.com/office/drawing/2014/main" id="{8BA89F15-D9A4-4C6B-B37A-5F3DC1B78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945"/>
              <a:ext cx="45" cy="107"/>
            </a:xfrm>
            <a:custGeom>
              <a:avLst/>
              <a:gdLst>
                <a:gd name="T0" fmla="*/ 0 w 32"/>
                <a:gd name="T1" fmla="*/ 422 h 76"/>
                <a:gd name="T2" fmla="*/ 165 w 32"/>
                <a:gd name="T3" fmla="*/ 0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6">
                  <a:moveTo>
                    <a:pt x="0" y="76"/>
                  </a:moveTo>
                  <a:cubicBezTo>
                    <a:pt x="32" y="62"/>
                    <a:pt x="28" y="29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8" name="Freeform 875">
              <a:extLst>
                <a:ext uri="{FF2B5EF4-FFF2-40B4-BE49-F238E27FC236}">
                  <a16:creationId xmlns:a16="http://schemas.microsoft.com/office/drawing/2014/main" id="{93A53499-E50B-445C-83C9-F42894ADC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034"/>
              <a:ext cx="52" cy="85"/>
            </a:xfrm>
            <a:custGeom>
              <a:avLst/>
              <a:gdLst>
                <a:gd name="T0" fmla="*/ 204 w 37"/>
                <a:gd name="T1" fmla="*/ 319 h 61"/>
                <a:gd name="T2" fmla="*/ 0 w 37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37" y="61"/>
                  </a:moveTo>
                  <a:cubicBezTo>
                    <a:pt x="37" y="33"/>
                    <a:pt x="30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49" name="Freeform 876">
              <a:extLst>
                <a:ext uri="{FF2B5EF4-FFF2-40B4-BE49-F238E27FC236}">
                  <a16:creationId xmlns:a16="http://schemas.microsoft.com/office/drawing/2014/main" id="{EFFFB387-C1D5-4CD7-9988-5A43D40B6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829"/>
              <a:ext cx="96" cy="53"/>
            </a:xfrm>
            <a:custGeom>
              <a:avLst/>
              <a:gdLst>
                <a:gd name="T0" fmla="*/ 383 w 68"/>
                <a:gd name="T1" fmla="*/ 201 h 38"/>
                <a:gd name="T2" fmla="*/ 0 w 68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8">
                  <a:moveTo>
                    <a:pt x="68" y="38"/>
                  </a:moveTo>
                  <a:cubicBezTo>
                    <a:pt x="46" y="30"/>
                    <a:pt x="2" y="3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0" name="Freeform 877">
              <a:extLst>
                <a:ext uri="{FF2B5EF4-FFF2-40B4-BE49-F238E27FC236}">
                  <a16:creationId xmlns:a16="http://schemas.microsoft.com/office/drawing/2014/main" id="{806D902F-B1EA-48C6-996F-F3BE972FE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829"/>
              <a:ext cx="51" cy="102"/>
            </a:xfrm>
            <a:custGeom>
              <a:avLst/>
              <a:gdLst>
                <a:gd name="T0" fmla="*/ 0 w 36"/>
                <a:gd name="T1" fmla="*/ 0 h 73"/>
                <a:gd name="T2" fmla="*/ 205 w 36"/>
                <a:gd name="T3" fmla="*/ 39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3">
                  <a:moveTo>
                    <a:pt x="0" y="0"/>
                  </a:moveTo>
                  <a:cubicBezTo>
                    <a:pt x="0" y="29"/>
                    <a:pt x="6" y="60"/>
                    <a:pt x="36" y="73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1" name="Freeform 878">
              <a:extLst>
                <a:ext uri="{FF2B5EF4-FFF2-40B4-BE49-F238E27FC236}">
                  <a16:creationId xmlns:a16="http://schemas.microsoft.com/office/drawing/2014/main" id="{1C2C9848-E467-489D-9835-9AAE8FC5A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652"/>
              <a:ext cx="48" cy="48"/>
            </a:xfrm>
            <a:custGeom>
              <a:avLst/>
              <a:gdLst>
                <a:gd name="T0" fmla="*/ 192 w 34"/>
                <a:gd name="T1" fmla="*/ 192 h 34"/>
                <a:gd name="T2" fmla="*/ 0 w 34"/>
                <a:gd name="T3" fmla="*/ 2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4">
                  <a:moveTo>
                    <a:pt x="34" y="34"/>
                  </a:moveTo>
                  <a:cubicBezTo>
                    <a:pt x="31" y="19"/>
                    <a:pt x="15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2" name="Freeform 879">
              <a:extLst>
                <a:ext uri="{FF2B5EF4-FFF2-40B4-BE49-F238E27FC236}">
                  <a16:creationId xmlns:a16="http://schemas.microsoft.com/office/drawing/2014/main" id="{6818C13E-7024-414B-A63E-B3B3BBE73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691"/>
              <a:ext cx="42" cy="80"/>
            </a:xfrm>
            <a:custGeom>
              <a:avLst/>
              <a:gdLst>
                <a:gd name="T0" fmla="*/ 0 w 30"/>
                <a:gd name="T1" fmla="*/ 299 h 57"/>
                <a:gd name="T2" fmla="*/ 77 w 30"/>
                <a:gd name="T3" fmla="*/ 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7">
                  <a:moveTo>
                    <a:pt x="0" y="55"/>
                  </a:moveTo>
                  <a:cubicBezTo>
                    <a:pt x="27" y="57"/>
                    <a:pt x="30" y="14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3" name="Freeform 880">
              <a:extLst>
                <a:ext uri="{FF2B5EF4-FFF2-40B4-BE49-F238E27FC236}">
                  <a16:creationId xmlns:a16="http://schemas.microsoft.com/office/drawing/2014/main" id="{5AA6BCB3-B7F7-4F8E-8E12-944546739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749"/>
              <a:ext cx="29" cy="79"/>
            </a:xfrm>
            <a:custGeom>
              <a:avLst/>
              <a:gdLst>
                <a:gd name="T0" fmla="*/ 66 w 21"/>
                <a:gd name="T1" fmla="*/ 312 h 56"/>
                <a:gd name="T2" fmla="*/ 0 w 21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6">
                  <a:moveTo>
                    <a:pt x="13" y="56"/>
                  </a:moveTo>
                  <a:cubicBezTo>
                    <a:pt x="21" y="40"/>
                    <a:pt x="18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4" name="Freeform 881">
              <a:extLst>
                <a:ext uri="{FF2B5EF4-FFF2-40B4-BE49-F238E27FC236}">
                  <a16:creationId xmlns:a16="http://schemas.microsoft.com/office/drawing/2014/main" id="{BE470B39-FB55-46F8-AA8E-5DBEE384E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693"/>
              <a:ext cx="76" cy="76"/>
            </a:xfrm>
            <a:custGeom>
              <a:avLst/>
              <a:gdLst>
                <a:gd name="T0" fmla="*/ 0 w 54"/>
                <a:gd name="T1" fmla="*/ 28 h 54"/>
                <a:gd name="T2" fmla="*/ 204 w 54"/>
                <a:gd name="T3" fmla="*/ 96 h 54"/>
                <a:gd name="T4" fmla="*/ 300 w 54"/>
                <a:gd name="T5" fmla="*/ 30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54">
                  <a:moveTo>
                    <a:pt x="0" y="5"/>
                  </a:moveTo>
                  <a:cubicBezTo>
                    <a:pt x="17" y="7"/>
                    <a:pt x="26" y="0"/>
                    <a:pt x="37" y="17"/>
                  </a:cubicBezTo>
                  <a:cubicBezTo>
                    <a:pt x="45" y="28"/>
                    <a:pt x="47" y="44"/>
                    <a:pt x="54" y="54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5" name="Freeform 882">
              <a:extLst>
                <a:ext uri="{FF2B5EF4-FFF2-40B4-BE49-F238E27FC236}">
                  <a16:creationId xmlns:a16="http://schemas.microsoft.com/office/drawing/2014/main" id="{114CDE5B-C263-4FF8-BB55-7B0335767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321"/>
              <a:ext cx="83" cy="21"/>
            </a:xfrm>
            <a:custGeom>
              <a:avLst/>
              <a:gdLst>
                <a:gd name="T0" fmla="*/ 0 w 59"/>
                <a:gd name="T1" fmla="*/ 0 h 15"/>
                <a:gd name="T2" fmla="*/ 172 w 59"/>
                <a:gd name="T3" fmla="*/ 77 h 15"/>
                <a:gd name="T4" fmla="*/ 326 w 5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5">
                  <a:moveTo>
                    <a:pt x="0" y="0"/>
                  </a:moveTo>
                  <a:cubicBezTo>
                    <a:pt x="9" y="8"/>
                    <a:pt x="18" y="15"/>
                    <a:pt x="31" y="14"/>
                  </a:cubicBezTo>
                  <a:cubicBezTo>
                    <a:pt x="38" y="13"/>
                    <a:pt x="58" y="4"/>
                    <a:pt x="59" y="0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6" name="Freeform 883">
              <a:extLst>
                <a:ext uri="{FF2B5EF4-FFF2-40B4-BE49-F238E27FC236}">
                  <a16:creationId xmlns:a16="http://schemas.microsoft.com/office/drawing/2014/main" id="{FBE07650-BFB2-4A9C-878E-A8DF512E6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341"/>
              <a:ext cx="37" cy="60"/>
            </a:xfrm>
            <a:custGeom>
              <a:avLst/>
              <a:gdLst>
                <a:gd name="T0" fmla="*/ 152 w 26"/>
                <a:gd name="T1" fmla="*/ 163 h 43"/>
                <a:gd name="T2" fmla="*/ 0 w 26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3">
                  <a:moveTo>
                    <a:pt x="26" y="31"/>
                  </a:moveTo>
                  <a:cubicBezTo>
                    <a:pt x="6" y="43"/>
                    <a:pt x="0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7" name="Freeform 884">
              <a:extLst>
                <a:ext uri="{FF2B5EF4-FFF2-40B4-BE49-F238E27FC236}">
                  <a16:creationId xmlns:a16="http://schemas.microsoft.com/office/drawing/2014/main" id="{DF37BD0A-45EC-4CCB-9B00-8319F9391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342"/>
              <a:ext cx="58" cy="25"/>
            </a:xfrm>
            <a:custGeom>
              <a:avLst/>
              <a:gdLst>
                <a:gd name="T0" fmla="*/ 0 w 41"/>
                <a:gd name="T1" fmla="*/ 0 h 18"/>
                <a:gd name="T2" fmla="*/ 232 w 41"/>
                <a:gd name="T3" fmla="*/ 9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8">
                  <a:moveTo>
                    <a:pt x="0" y="0"/>
                  </a:moveTo>
                  <a:cubicBezTo>
                    <a:pt x="10" y="14"/>
                    <a:pt x="26" y="14"/>
                    <a:pt x="41" y="18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8" name="Freeform 885">
              <a:extLst>
                <a:ext uri="{FF2B5EF4-FFF2-40B4-BE49-F238E27FC236}">
                  <a16:creationId xmlns:a16="http://schemas.microsoft.com/office/drawing/2014/main" id="{245FDD0E-3F34-4FE1-ABEE-A305B402D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367"/>
              <a:ext cx="17" cy="77"/>
            </a:xfrm>
            <a:custGeom>
              <a:avLst/>
              <a:gdLst>
                <a:gd name="T0" fmla="*/ 68 w 12"/>
                <a:gd name="T1" fmla="*/ 295 h 55"/>
                <a:gd name="T2" fmla="*/ 18 w 12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5">
                  <a:moveTo>
                    <a:pt x="12" y="55"/>
                  </a:moveTo>
                  <a:cubicBezTo>
                    <a:pt x="0" y="38"/>
                    <a:pt x="4" y="19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59" name="Freeform 886">
              <a:extLst>
                <a:ext uri="{FF2B5EF4-FFF2-40B4-BE49-F238E27FC236}">
                  <a16:creationId xmlns:a16="http://schemas.microsoft.com/office/drawing/2014/main" id="{F2F88DAE-B2BE-43E9-814C-C04B75930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637"/>
              <a:ext cx="138" cy="53"/>
            </a:xfrm>
            <a:custGeom>
              <a:avLst/>
              <a:gdLst>
                <a:gd name="T0" fmla="*/ 0 w 98"/>
                <a:gd name="T1" fmla="*/ 95 h 38"/>
                <a:gd name="T2" fmla="*/ 330 w 98"/>
                <a:gd name="T3" fmla="*/ 39 h 38"/>
                <a:gd name="T4" fmla="*/ 541 w 98"/>
                <a:gd name="T5" fmla="*/ 20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38">
                  <a:moveTo>
                    <a:pt x="0" y="18"/>
                  </a:moveTo>
                  <a:cubicBezTo>
                    <a:pt x="9" y="0"/>
                    <a:pt x="45" y="2"/>
                    <a:pt x="60" y="7"/>
                  </a:cubicBezTo>
                  <a:cubicBezTo>
                    <a:pt x="75" y="12"/>
                    <a:pt x="91" y="24"/>
                    <a:pt x="98" y="38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60" name="Freeform 887">
              <a:extLst>
                <a:ext uri="{FF2B5EF4-FFF2-40B4-BE49-F238E27FC236}">
                  <a16:creationId xmlns:a16="http://schemas.microsoft.com/office/drawing/2014/main" id="{68B19618-CE41-4796-AE44-4947CAF1A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621"/>
              <a:ext cx="90" cy="41"/>
            </a:xfrm>
            <a:custGeom>
              <a:avLst/>
              <a:gdLst>
                <a:gd name="T0" fmla="*/ 354 w 64"/>
                <a:gd name="T1" fmla="*/ 0 h 29"/>
                <a:gd name="T2" fmla="*/ 0 w 64"/>
                <a:gd name="T3" fmla="*/ 164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29">
                  <a:moveTo>
                    <a:pt x="64" y="0"/>
                  </a:moveTo>
                  <a:cubicBezTo>
                    <a:pt x="38" y="0"/>
                    <a:pt x="9" y="1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61" name="Freeform 888">
              <a:extLst>
                <a:ext uri="{FF2B5EF4-FFF2-40B4-BE49-F238E27FC236}">
                  <a16:creationId xmlns:a16="http://schemas.microsoft.com/office/drawing/2014/main" id="{4E2665B4-9C32-4481-B1AB-E2E8A5416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227"/>
              <a:ext cx="79" cy="64"/>
            </a:xfrm>
            <a:custGeom>
              <a:avLst/>
              <a:gdLst>
                <a:gd name="T0" fmla="*/ 0 w 56"/>
                <a:gd name="T1" fmla="*/ 36 h 46"/>
                <a:gd name="T2" fmla="*/ 203 w 56"/>
                <a:gd name="T3" fmla="*/ 89 h 46"/>
                <a:gd name="T4" fmla="*/ 312 w 56"/>
                <a:gd name="T5" fmla="*/ 24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46">
                  <a:moveTo>
                    <a:pt x="0" y="7"/>
                  </a:moveTo>
                  <a:cubicBezTo>
                    <a:pt x="4" y="0"/>
                    <a:pt x="30" y="13"/>
                    <a:pt x="36" y="17"/>
                  </a:cubicBezTo>
                  <a:cubicBezTo>
                    <a:pt x="48" y="25"/>
                    <a:pt x="49" y="39"/>
                    <a:pt x="56" y="46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62" name="Freeform 889">
              <a:extLst>
                <a:ext uri="{FF2B5EF4-FFF2-40B4-BE49-F238E27FC236}">
                  <a16:creationId xmlns:a16="http://schemas.microsoft.com/office/drawing/2014/main" id="{91FD0AB6-F597-4EA4-A7EA-4F0DF9DD9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802"/>
              <a:ext cx="146" cy="55"/>
            </a:xfrm>
            <a:custGeom>
              <a:avLst/>
              <a:gdLst>
                <a:gd name="T0" fmla="*/ 0 w 104"/>
                <a:gd name="T1" fmla="*/ 137 h 39"/>
                <a:gd name="T2" fmla="*/ 253 w 104"/>
                <a:gd name="T3" fmla="*/ 219 h 39"/>
                <a:gd name="T4" fmla="*/ 567 w 10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9">
                  <a:moveTo>
                    <a:pt x="0" y="25"/>
                  </a:moveTo>
                  <a:cubicBezTo>
                    <a:pt x="15" y="15"/>
                    <a:pt x="38" y="24"/>
                    <a:pt x="46" y="39"/>
                  </a:cubicBezTo>
                  <a:cubicBezTo>
                    <a:pt x="48" y="11"/>
                    <a:pt x="81" y="0"/>
                    <a:pt x="104" y="0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63" name="Freeform 890">
              <a:extLst>
                <a:ext uri="{FF2B5EF4-FFF2-40B4-BE49-F238E27FC236}">
                  <a16:creationId xmlns:a16="http://schemas.microsoft.com/office/drawing/2014/main" id="{6405248F-8266-49C1-9806-92916DC8C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931"/>
              <a:ext cx="83" cy="89"/>
            </a:xfrm>
            <a:custGeom>
              <a:avLst/>
              <a:gdLst>
                <a:gd name="T0" fmla="*/ 326 w 59"/>
                <a:gd name="T1" fmla="*/ 0 h 63"/>
                <a:gd name="T2" fmla="*/ 0 w 59"/>
                <a:gd name="T3" fmla="*/ 35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63">
                  <a:moveTo>
                    <a:pt x="59" y="0"/>
                  </a:moveTo>
                  <a:cubicBezTo>
                    <a:pt x="27" y="2"/>
                    <a:pt x="11" y="37"/>
                    <a:pt x="0" y="63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64" name="Freeform 891">
              <a:extLst>
                <a:ext uri="{FF2B5EF4-FFF2-40B4-BE49-F238E27FC236}">
                  <a16:creationId xmlns:a16="http://schemas.microsoft.com/office/drawing/2014/main" id="{EF44288A-5920-4343-A042-5D74A335A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975"/>
              <a:ext cx="134" cy="56"/>
            </a:xfrm>
            <a:custGeom>
              <a:avLst/>
              <a:gdLst>
                <a:gd name="T0" fmla="*/ 0 w 95"/>
                <a:gd name="T1" fmla="*/ 214 h 40"/>
                <a:gd name="T2" fmla="*/ 532 w 9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40">
                  <a:moveTo>
                    <a:pt x="0" y="40"/>
                  </a:moveTo>
                  <a:cubicBezTo>
                    <a:pt x="17" y="14"/>
                    <a:pt x="67" y="3"/>
                    <a:pt x="95" y="0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65" name="Freeform 892">
              <a:extLst>
                <a:ext uri="{FF2B5EF4-FFF2-40B4-BE49-F238E27FC236}">
                  <a16:creationId xmlns:a16="http://schemas.microsoft.com/office/drawing/2014/main" id="{6F3A2C1F-5E3D-4CCE-84FC-6F28DB659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771"/>
              <a:ext cx="62" cy="144"/>
            </a:xfrm>
            <a:custGeom>
              <a:avLst/>
              <a:gdLst>
                <a:gd name="T0" fmla="*/ 244 w 44"/>
                <a:gd name="T1" fmla="*/ 96 h 102"/>
                <a:gd name="T2" fmla="*/ 0 w 44"/>
                <a:gd name="T3" fmla="*/ 572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02">
                  <a:moveTo>
                    <a:pt x="44" y="17"/>
                  </a:moveTo>
                  <a:cubicBezTo>
                    <a:pt x="15" y="0"/>
                    <a:pt x="0" y="87"/>
                    <a:pt x="0" y="102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66" name="Freeform 893">
              <a:extLst>
                <a:ext uri="{FF2B5EF4-FFF2-40B4-BE49-F238E27FC236}">
                  <a16:creationId xmlns:a16="http://schemas.microsoft.com/office/drawing/2014/main" id="{98263E08-1A92-4D14-A111-11184F50E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439"/>
              <a:ext cx="128" cy="24"/>
            </a:xfrm>
            <a:custGeom>
              <a:avLst/>
              <a:gdLst>
                <a:gd name="T0" fmla="*/ 0 w 91"/>
                <a:gd name="T1" fmla="*/ 96 h 17"/>
                <a:gd name="T2" fmla="*/ 269 w 91"/>
                <a:gd name="T3" fmla="*/ 0 h 17"/>
                <a:gd name="T4" fmla="*/ 501 w 91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7">
                  <a:moveTo>
                    <a:pt x="0" y="17"/>
                  </a:moveTo>
                  <a:cubicBezTo>
                    <a:pt x="17" y="5"/>
                    <a:pt x="27" y="0"/>
                    <a:pt x="49" y="0"/>
                  </a:cubicBezTo>
                  <a:cubicBezTo>
                    <a:pt x="66" y="0"/>
                    <a:pt x="76" y="7"/>
                    <a:pt x="91" y="10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67" name="Freeform 894">
              <a:extLst>
                <a:ext uri="{FF2B5EF4-FFF2-40B4-BE49-F238E27FC236}">
                  <a16:creationId xmlns:a16="http://schemas.microsoft.com/office/drawing/2014/main" id="{691721DE-E028-4B2D-A1E3-308D2A777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398"/>
              <a:ext cx="80" cy="45"/>
            </a:xfrm>
            <a:custGeom>
              <a:avLst/>
              <a:gdLst>
                <a:gd name="T0" fmla="*/ 309 w 57"/>
                <a:gd name="T1" fmla="*/ 0 h 32"/>
                <a:gd name="T2" fmla="*/ 0 w 57"/>
                <a:gd name="T3" fmla="*/ 17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2">
                  <a:moveTo>
                    <a:pt x="57" y="0"/>
                  </a:moveTo>
                  <a:cubicBezTo>
                    <a:pt x="39" y="10"/>
                    <a:pt x="10" y="13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F49F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68" name="Freeform 895">
              <a:extLst>
                <a:ext uri="{FF2B5EF4-FFF2-40B4-BE49-F238E27FC236}">
                  <a16:creationId xmlns:a16="http://schemas.microsoft.com/office/drawing/2014/main" id="{1F77E955-412E-41FD-B345-66B0B7B72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101"/>
              <a:ext cx="105" cy="115"/>
            </a:xfrm>
            <a:custGeom>
              <a:avLst/>
              <a:gdLst>
                <a:gd name="T0" fmla="*/ 403 w 75"/>
                <a:gd name="T1" fmla="*/ 58 h 82"/>
                <a:gd name="T2" fmla="*/ 97 w 75"/>
                <a:gd name="T3" fmla="*/ 180 h 82"/>
                <a:gd name="T4" fmla="*/ 0 w 75"/>
                <a:gd name="T5" fmla="*/ 445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82">
                  <a:moveTo>
                    <a:pt x="75" y="11"/>
                  </a:moveTo>
                  <a:cubicBezTo>
                    <a:pt x="54" y="0"/>
                    <a:pt x="31" y="16"/>
                    <a:pt x="18" y="33"/>
                  </a:cubicBezTo>
                  <a:cubicBezTo>
                    <a:pt x="5" y="49"/>
                    <a:pt x="5" y="64"/>
                    <a:pt x="0" y="82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69" name="Freeform 896">
              <a:extLst>
                <a:ext uri="{FF2B5EF4-FFF2-40B4-BE49-F238E27FC236}">
                  <a16:creationId xmlns:a16="http://schemas.microsoft.com/office/drawing/2014/main" id="{230F1217-42B0-42FB-8374-4F8F07BA5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3112"/>
              <a:ext cx="150" cy="48"/>
            </a:xfrm>
            <a:custGeom>
              <a:avLst/>
              <a:gdLst>
                <a:gd name="T0" fmla="*/ 0 w 107"/>
                <a:gd name="T1" fmla="*/ 16 h 34"/>
                <a:gd name="T2" fmla="*/ 205 w 107"/>
                <a:gd name="T3" fmla="*/ 0 h 34"/>
                <a:gd name="T4" fmla="*/ 386 w 107"/>
                <a:gd name="T5" fmla="*/ 40 h 34"/>
                <a:gd name="T6" fmla="*/ 578 w 107"/>
                <a:gd name="T7" fmla="*/ 19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34">
                  <a:moveTo>
                    <a:pt x="0" y="3"/>
                  </a:moveTo>
                  <a:cubicBezTo>
                    <a:pt x="11" y="7"/>
                    <a:pt x="27" y="0"/>
                    <a:pt x="38" y="0"/>
                  </a:cubicBezTo>
                  <a:cubicBezTo>
                    <a:pt x="50" y="0"/>
                    <a:pt x="61" y="3"/>
                    <a:pt x="71" y="7"/>
                  </a:cubicBezTo>
                  <a:cubicBezTo>
                    <a:pt x="87" y="13"/>
                    <a:pt x="95" y="25"/>
                    <a:pt x="107" y="34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70" name="Freeform 897">
              <a:extLst>
                <a:ext uri="{FF2B5EF4-FFF2-40B4-BE49-F238E27FC236}">
                  <a16:creationId xmlns:a16="http://schemas.microsoft.com/office/drawing/2014/main" id="{5E93209F-CFD5-4096-A738-328C5B659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844"/>
              <a:ext cx="196" cy="113"/>
            </a:xfrm>
            <a:custGeom>
              <a:avLst/>
              <a:gdLst>
                <a:gd name="T0" fmla="*/ 0 w 140"/>
                <a:gd name="T1" fmla="*/ 0 h 80"/>
                <a:gd name="T2" fmla="*/ 753 w 140"/>
                <a:gd name="T3" fmla="*/ 451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0" h="80">
                  <a:moveTo>
                    <a:pt x="0" y="0"/>
                  </a:moveTo>
                  <a:cubicBezTo>
                    <a:pt x="59" y="10"/>
                    <a:pt x="114" y="19"/>
                    <a:pt x="140" y="80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71" name="Freeform 898">
              <a:extLst>
                <a:ext uri="{FF2B5EF4-FFF2-40B4-BE49-F238E27FC236}">
                  <a16:creationId xmlns:a16="http://schemas.microsoft.com/office/drawing/2014/main" id="{694C6858-CB51-44B1-A82D-E69C0764A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75"/>
              <a:ext cx="158" cy="20"/>
            </a:xfrm>
            <a:custGeom>
              <a:avLst/>
              <a:gdLst>
                <a:gd name="T0" fmla="*/ 626 w 112"/>
                <a:gd name="T1" fmla="*/ 59 h 14"/>
                <a:gd name="T2" fmla="*/ 0 w 112"/>
                <a:gd name="T3" fmla="*/ 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14">
                  <a:moveTo>
                    <a:pt x="112" y="10"/>
                  </a:moveTo>
                  <a:cubicBezTo>
                    <a:pt x="81" y="0"/>
                    <a:pt x="27" y="2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9C2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72" name="Freeform 899">
              <a:extLst>
                <a:ext uri="{FF2B5EF4-FFF2-40B4-BE49-F238E27FC236}">
                  <a16:creationId xmlns:a16="http://schemas.microsoft.com/office/drawing/2014/main" id="{5AA2D15C-4F2D-4B82-9064-E9773D208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176"/>
              <a:ext cx="28" cy="37"/>
            </a:xfrm>
            <a:custGeom>
              <a:avLst/>
              <a:gdLst>
                <a:gd name="T0" fmla="*/ 0 w 20"/>
                <a:gd name="T1" fmla="*/ 0 h 26"/>
                <a:gd name="T2" fmla="*/ 104 w 20"/>
                <a:gd name="T3" fmla="*/ 138 h 26"/>
                <a:gd name="T4" fmla="*/ 97 w 20"/>
                <a:gd name="T5" fmla="*/ 2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4" y="8"/>
                    <a:pt x="7" y="26"/>
                    <a:pt x="19" y="24"/>
                  </a:cubicBezTo>
                  <a:cubicBezTo>
                    <a:pt x="19" y="18"/>
                    <a:pt x="20" y="10"/>
                    <a:pt x="18" y="4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73" name="Freeform 900">
              <a:extLst>
                <a:ext uri="{FF2B5EF4-FFF2-40B4-BE49-F238E27FC236}">
                  <a16:creationId xmlns:a16="http://schemas.microsoft.com/office/drawing/2014/main" id="{B696C8EE-63F5-4335-8BFE-4A2897D19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230"/>
              <a:ext cx="25" cy="15"/>
            </a:xfrm>
            <a:custGeom>
              <a:avLst/>
              <a:gdLst>
                <a:gd name="T0" fmla="*/ 83 w 18"/>
                <a:gd name="T1" fmla="*/ 0 h 11"/>
                <a:gd name="T2" fmla="*/ 0 w 18"/>
                <a:gd name="T3" fmla="*/ 14 h 11"/>
                <a:gd name="T4" fmla="*/ 0 w 18"/>
                <a:gd name="T5" fmla="*/ 48 h 11"/>
                <a:gd name="T6" fmla="*/ 94 w 18"/>
                <a:gd name="T7" fmla="*/ 1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16" y="0"/>
                  </a:moveTo>
                  <a:cubicBezTo>
                    <a:pt x="11" y="2"/>
                    <a:pt x="6" y="3"/>
                    <a:pt x="0" y="3"/>
                  </a:cubicBezTo>
                  <a:cubicBezTo>
                    <a:pt x="0" y="5"/>
                    <a:pt x="0" y="8"/>
                    <a:pt x="0" y="10"/>
                  </a:cubicBezTo>
                  <a:cubicBezTo>
                    <a:pt x="7" y="11"/>
                    <a:pt x="14" y="8"/>
                    <a:pt x="18" y="3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74" name="Freeform 901">
              <a:extLst>
                <a:ext uri="{FF2B5EF4-FFF2-40B4-BE49-F238E27FC236}">
                  <a16:creationId xmlns:a16="http://schemas.microsoft.com/office/drawing/2014/main" id="{5EF935BD-19B8-449D-ACF8-3A0716679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182"/>
              <a:ext cx="16" cy="21"/>
            </a:xfrm>
            <a:custGeom>
              <a:avLst/>
              <a:gdLst>
                <a:gd name="T0" fmla="*/ 70 w 11"/>
                <a:gd name="T1" fmla="*/ 0 h 15"/>
                <a:gd name="T2" fmla="*/ 0 w 11"/>
                <a:gd name="T3" fmla="*/ 8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1" y="0"/>
                  </a:moveTo>
                  <a:cubicBezTo>
                    <a:pt x="7" y="5"/>
                    <a:pt x="2" y="9"/>
                    <a:pt x="0" y="15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75" name="Freeform 902">
              <a:extLst>
                <a:ext uri="{FF2B5EF4-FFF2-40B4-BE49-F238E27FC236}">
                  <a16:creationId xmlns:a16="http://schemas.microsoft.com/office/drawing/2014/main" id="{1D003789-6F2F-4475-8A7B-B880F3F30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176"/>
              <a:ext cx="9" cy="10"/>
            </a:xfrm>
            <a:custGeom>
              <a:avLst/>
              <a:gdLst>
                <a:gd name="T0" fmla="*/ 0 w 7"/>
                <a:gd name="T1" fmla="*/ 41 h 7"/>
                <a:gd name="T2" fmla="*/ 24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4" y="2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76" name="Freeform 903">
              <a:extLst>
                <a:ext uri="{FF2B5EF4-FFF2-40B4-BE49-F238E27FC236}">
                  <a16:creationId xmlns:a16="http://schemas.microsoft.com/office/drawing/2014/main" id="{D0B54D33-F9CA-4D39-B8FB-48847CC77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2190"/>
              <a:ext cx="8" cy="9"/>
            </a:xfrm>
            <a:custGeom>
              <a:avLst/>
              <a:gdLst>
                <a:gd name="T0" fmla="*/ 0 w 6"/>
                <a:gd name="T1" fmla="*/ 48 h 6"/>
                <a:gd name="T2" fmla="*/ 2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4"/>
                    <a:pt x="4" y="2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77" name="Freeform 904">
              <a:extLst>
                <a:ext uri="{FF2B5EF4-FFF2-40B4-BE49-F238E27FC236}">
                  <a16:creationId xmlns:a16="http://schemas.microsoft.com/office/drawing/2014/main" id="{B8D8A299-F026-4F9E-B2A6-112A7074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415"/>
              <a:ext cx="26" cy="25"/>
            </a:xfrm>
            <a:custGeom>
              <a:avLst/>
              <a:gdLst>
                <a:gd name="T0" fmla="*/ 0 w 18"/>
                <a:gd name="T1" fmla="*/ 68 h 18"/>
                <a:gd name="T2" fmla="*/ 75 w 18"/>
                <a:gd name="T3" fmla="*/ 94 h 18"/>
                <a:gd name="T4" fmla="*/ 27 w 18"/>
                <a:gd name="T5" fmla="*/ 0 h 18"/>
                <a:gd name="T6" fmla="*/ 114 w 18"/>
                <a:gd name="T7" fmla="*/ 4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0" y="13"/>
                  </a:moveTo>
                  <a:cubicBezTo>
                    <a:pt x="1" y="16"/>
                    <a:pt x="7" y="18"/>
                    <a:pt x="12" y="18"/>
                  </a:cubicBezTo>
                  <a:cubicBezTo>
                    <a:pt x="8" y="12"/>
                    <a:pt x="4" y="8"/>
                    <a:pt x="4" y="0"/>
                  </a:cubicBezTo>
                  <a:cubicBezTo>
                    <a:pt x="10" y="0"/>
                    <a:pt x="14" y="5"/>
                    <a:pt x="18" y="8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78" name="Freeform 905">
              <a:extLst>
                <a:ext uri="{FF2B5EF4-FFF2-40B4-BE49-F238E27FC236}">
                  <a16:creationId xmlns:a16="http://schemas.microsoft.com/office/drawing/2014/main" id="{FF6B434F-6F1F-415D-B98E-0E5034682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397"/>
              <a:ext cx="38" cy="19"/>
            </a:xfrm>
            <a:custGeom>
              <a:avLst/>
              <a:gdLst>
                <a:gd name="T0" fmla="*/ 0 w 27"/>
                <a:gd name="T1" fmla="*/ 0 h 14"/>
                <a:gd name="T2" fmla="*/ 55 w 27"/>
                <a:gd name="T3" fmla="*/ 61 h 14"/>
                <a:gd name="T4" fmla="*/ 89 w 27"/>
                <a:gd name="T5" fmla="*/ 0 h 14"/>
                <a:gd name="T6" fmla="*/ 149 w 27"/>
                <a:gd name="T7" fmla="*/ 5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4">
                  <a:moveTo>
                    <a:pt x="0" y="0"/>
                  </a:moveTo>
                  <a:cubicBezTo>
                    <a:pt x="2" y="3"/>
                    <a:pt x="7" y="14"/>
                    <a:pt x="10" y="13"/>
                  </a:cubicBezTo>
                  <a:cubicBezTo>
                    <a:pt x="13" y="13"/>
                    <a:pt x="13" y="2"/>
                    <a:pt x="16" y="0"/>
                  </a:cubicBezTo>
                  <a:cubicBezTo>
                    <a:pt x="20" y="3"/>
                    <a:pt x="23" y="9"/>
                    <a:pt x="27" y="12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79" name="Freeform 906">
              <a:extLst>
                <a:ext uri="{FF2B5EF4-FFF2-40B4-BE49-F238E27FC236}">
                  <a16:creationId xmlns:a16="http://schemas.microsoft.com/office/drawing/2014/main" id="{2CA692CF-AA69-4B8F-A4D6-479678393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324"/>
              <a:ext cx="23" cy="24"/>
            </a:xfrm>
            <a:custGeom>
              <a:avLst/>
              <a:gdLst>
                <a:gd name="T0" fmla="*/ 0 w 16"/>
                <a:gd name="T1" fmla="*/ 16 h 17"/>
                <a:gd name="T2" fmla="*/ 27 w 16"/>
                <a:gd name="T3" fmla="*/ 96 h 17"/>
                <a:gd name="T4" fmla="*/ 72 w 16"/>
                <a:gd name="T5" fmla="*/ 0 h 17"/>
                <a:gd name="T6" fmla="*/ 98 w 16"/>
                <a:gd name="T7" fmla="*/ 9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0" y="3"/>
                  </a:moveTo>
                  <a:cubicBezTo>
                    <a:pt x="1" y="8"/>
                    <a:pt x="1" y="13"/>
                    <a:pt x="4" y="17"/>
                  </a:cubicBezTo>
                  <a:cubicBezTo>
                    <a:pt x="7" y="12"/>
                    <a:pt x="8" y="5"/>
                    <a:pt x="12" y="0"/>
                  </a:cubicBezTo>
                  <a:cubicBezTo>
                    <a:pt x="15" y="4"/>
                    <a:pt x="14" y="13"/>
                    <a:pt x="16" y="17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0" name="Freeform 907">
              <a:extLst>
                <a:ext uri="{FF2B5EF4-FFF2-40B4-BE49-F238E27FC236}">
                  <a16:creationId xmlns:a16="http://schemas.microsoft.com/office/drawing/2014/main" id="{D257E245-657E-48CD-95E5-A9A736614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419"/>
              <a:ext cx="20" cy="21"/>
            </a:xfrm>
            <a:custGeom>
              <a:avLst/>
              <a:gdLst>
                <a:gd name="T0" fmla="*/ 0 w 14"/>
                <a:gd name="T1" fmla="*/ 49 h 15"/>
                <a:gd name="T2" fmla="*/ 70 w 14"/>
                <a:gd name="T3" fmla="*/ 80 h 15"/>
                <a:gd name="T4" fmla="*/ 27 w 14"/>
                <a:gd name="T5" fmla="*/ 15 h 15"/>
                <a:gd name="T6" fmla="*/ 84 w 14"/>
                <a:gd name="T7" fmla="*/ 15 h 15"/>
                <a:gd name="T8" fmla="*/ 84 w 1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0" y="9"/>
                  </a:moveTo>
                  <a:cubicBezTo>
                    <a:pt x="3" y="11"/>
                    <a:pt x="8" y="14"/>
                    <a:pt x="12" y="15"/>
                  </a:cubicBezTo>
                  <a:cubicBezTo>
                    <a:pt x="13" y="10"/>
                    <a:pt x="9" y="6"/>
                    <a:pt x="4" y="3"/>
                  </a:cubicBezTo>
                  <a:cubicBezTo>
                    <a:pt x="7" y="3"/>
                    <a:pt x="11" y="3"/>
                    <a:pt x="14" y="3"/>
                  </a:cubicBezTo>
                  <a:cubicBezTo>
                    <a:pt x="14" y="2"/>
                    <a:pt x="14" y="1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1" name="Freeform 908">
              <a:extLst>
                <a:ext uri="{FF2B5EF4-FFF2-40B4-BE49-F238E27FC236}">
                  <a16:creationId xmlns:a16="http://schemas.microsoft.com/office/drawing/2014/main" id="{41A43A0B-377C-4C3F-AC96-906EF1AB3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474"/>
              <a:ext cx="21" cy="28"/>
            </a:xfrm>
            <a:custGeom>
              <a:avLst/>
              <a:gdLst>
                <a:gd name="T0" fmla="*/ 0 w 15"/>
                <a:gd name="T1" fmla="*/ 11 h 20"/>
                <a:gd name="T2" fmla="*/ 67 w 15"/>
                <a:gd name="T3" fmla="*/ 0 h 20"/>
                <a:gd name="T4" fmla="*/ 41 w 15"/>
                <a:gd name="T5" fmla="*/ 10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0" y="2"/>
                  </a:moveTo>
                  <a:cubicBezTo>
                    <a:pt x="4" y="1"/>
                    <a:pt x="8" y="1"/>
                    <a:pt x="12" y="0"/>
                  </a:cubicBezTo>
                  <a:cubicBezTo>
                    <a:pt x="15" y="5"/>
                    <a:pt x="11" y="15"/>
                    <a:pt x="8" y="20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2" name="Freeform 909">
              <a:extLst>
                <a:ext uri="{FF2B5EF4-FFF2-40B4-BE49-F238E27FC236}">
                  <a16:creationId xmlns:a16="http://schemas.microsoft.com/office/drawing/2014/main" id="{62182D3B-6ADC-41B1-807B-A46760C14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562"/>
              <a:ext cx="21" cy="21"/>
            </a:xfrm>
            <a:custGeom>
              <a:avLst/>
              <a:gdLst>
                <a:gd name="T0" fmla="*/ 0 w 15"/>
                <a:gd name="T1" fmla="*/ 80 h 15"/>
                <a:gd name="T2" fmla="*/ 29 w 15"/>
                <a:gd name="T3" fmla="*/ 0 h 15"/>
                <a:gd name="T4" fmla="*/ 80 w 15"/>
                <a:gd name="T5" fmla="*/ 6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15"/>
                  </a:moveTo>
                  <a:cubicBezTo>
                    <a:pt x="2" y="10"/>
                    <a:pt x="4" y="5"/>
                    <a:pt x="6" y="0"/>
                  </a:cubicBezTo>
                  <a:cubicBezTo>
                    <a:pt x="9" y="3"/>
                    <a:pt x="13" y="11"/>
                    <a:pt x="15" y="13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3" name="Freeform 910">
              <a:extLst>
                <a:ext uri="{FF2B5EF4-FFF2-40B4-BE49-F238E27FC236}">
                  <a16:creationId xmlns:a16="http://schemas.microsoft.com/office/drawing/2014/main" id="{E5391CF0-9D8E-4398-B9AF-DD16BE038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67"/>
              <a:ext cx="22" cy="26"/>
            </a:xfrm>
            <a:custGeom>
              <a:avLst/>
              <a:gdLst>
                <a:gd name="T0" fmla="*/ 1 w 15"/>
                <a:gd name="T1" fmla="*/ 0 h 19"/>
                <a:gd name="T2" fmla="*/ 101 w 15"/>
                <a:gd name="T3" fmla="*/ 55 h 19"/>
                <a:gd name="T4" fmla="*/ 0 w 15"/>
                <a:gd name="T5" fmla="*/ 9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" y="0"/>
                  </a:moveTo>
                  <a:cubicBezTo>
                    <a:pt x="6" y="4"/>
                    <a:pt x="12" y="6"/>
                    <a:pt x="15" y="11"/>
                  </a:cubicBezTo>
                  <a:cubicBezTo>
                    <a:pt x="11" y="15"/>
                    <a:pt x="5" y="17"/>
                    <a:pt x="0" y="19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4" name="Freeform 911">
              <a:extLst>
                <a:ext uri="{FF2B5EF4-FFF2-40B4-BE49-F238E27FC236}">
                  <a16:creationId xmlns:a16="http://schemas.microsoft.com/office/drawing/2014/main" id="{CA8F98A1-B4DB-4CE5-B7D4-EC8B1E782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701"/>
              <a:ext cx="23" cy="30"/>
            </a:xfrm>
            <a:custGeom>
              <a:avLst/>
              <a:gdLst>
                <a:gd name="T0" fmla="*/ 56 w 16"/>
                <a:gd name="T1" fmla="*/ 124 h 21"/>
                <a:gd name="T2" fmla="*/ 0 w 16"/>
                <a:gd name="T3" fmla="*/ 0 h 21"/>
                <a:gd name="T4" fmla="*/ 98 w 16"/>
                <a:gd name="T5" fmla="*/ 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9" y="21"/>
                  </a:moveTo>
                  <a:cubicBezTo>
                    <a:pt x="4" y="15"/>
                    <a:pt x="1" y="8"/>
                    <a:pt x="0" y="0"/>
                  </a:cubicBezTo>
                  <a:cubicBezTo>
                    <a:pt x="6" y="0"/>
                    <a:pt x="11" y="2"/>
                    <a:pt x="16" y="4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5" name="Freeform 912">
              <a:extLst>
                <a:ext uri="{FF2B5EF4-FFF2-40B4-BE49-F238E27FC236}">
                  <a16:creationId xmlns:a16="http://schemas.microsoft.com/office/drawing/2014/main" id="{73508208-FF08-4EC6-9ED0-359C062D3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656"/>
              <a:ext cx="44" cy="35"/>
            </a:xfrm>
            <a:custGeom>
              <a:avLst/>
              <a:gdLst>
                <a:gd name="T0" fmla="*/ 28 w 31"/>
                <a:gd name="T1" fmla="*/ 136 h 25"/>
                <a:gd name="T2" fmla="*/ 1 w 31"/>
                <a:gd name="T3" fmla="*/ 28 h 25"/>
                <a:gd name="T4" fmla="*/ 81 w 31"/>
                <a:gd name="T5" fmla="*/ 94 h 25"/>
                <a:gd name="T6" fmla="*/ 67 w 31"/>
                <a:gd name="T7" fmla="*/ 0 h 25"/>
                <a:gd name="T8" fmla="*/ 177 w 31"/>
                <a:gd name="T9" fmla="*/ 6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5" y="25"/>
                  </a:moveTo>
                  <a:cubicBezTo>
                    <a:pt x="4" y="19"/>
                    <a:pt x="0" y="12"/>
                    <a:pt x="1" y="5"/>
                  </a:cubicBezTo>
                  <a:cubicBezTo>
                    <a:pt x="5" y="9"/>
                    <a:pt x="9" y="14"/>
                    <a:pt x="14" y="17"/>
                  </a:cubicBezTo>
                  <a:cubicBezTo>
                    <a:pt x="12" y="12"/>
                    <a:pt x="11" y="6"/>
                    <a:pt x="11" y="0"/>
                  </a:cubicBezTo>
                  <a:cubicBezTo>
                    <a:pt x="19" y="2"/>
                    <a:pt x="24" y="9"/>
                    <a:pt x="31" y="13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6" name="Freeform 913">
              <a:extLst>
                <a:ext uri="{FF2B5EF4-FFF2-40B4-BE49-F238E27FC236}">
                  <a16:creationId xmlns:a16="http://schemas.microsoft.com/office/drawing/2014/main" id="{9787FE94-7D97-4472-BEB4-BFFBCDA15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666"/>
              <a:ext cx="42" cy="48"/>
            </a:xfrm>
            <a:custGeom>
              <a:avLst/>
              <a:gdLst>
                <a:gd name="T0" fmla="*/ 0 w 30"/>
                <a:gd name="T1" fmla="*/ 79 h 34"/>
                <a:gd name="T2" fmla="*/ 21 w 30"/>
                <a:gd name="T3" fmla="*/ 56 h 34"/>
                <a:gd name="T4" fmla="*/ 77 w 30"/>
                <a:gd name="T5" fmla="*/ 0 h 34"/>
                <a:gd name="T6" fmla="*/ 67 w 30"/>
                <a:gd name="T7" fmla="*/ 117 h 34"/>
                <a:gd name="T8" fmla="*/ 146 w 30"/>
                <a:gd name="T9" fmla="*/ 28 h 34"/>
                <a:gd name="T10" fmla="*/ 151 w 30"/>
                <a:gd name="T11" fmla="*/ 192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">
                  <a:moveTo>
                    <a:pt x="0" y="14"/>
                  </a:moveTo>
                  <a:cubicBezTo>
                    <a:pt x="0" y="18"/>
                    <a:pt x="2" y="12"/>
                    <a:pt x="4" y="10"/>
                  </a:cubicBezTo>
                  <a:cubicBezTo>
                    <a:pt x="7" y="6"/>
                    <a:pt x="10" y="2"/>
                    <a:pt x="14" y="0"/>
                  </a:cubicBezTo>
                  <a:cubicBezTo>
                    <a:pt x="15" y="7"/>
                    <a:pt x="11" y="14"/>
                    <a:pt x="12" y="21"/>
                  </a:cubicBezTo>
                  <a:cubicBezTo>
                    <a:pt x="16" y="16"/>
                    <a:pt x="21" y="9"/>
                    <a:pt x="27" y="5"/>
                  </a:cubicBezTo>
                  <a:cubicBezTo>
                    <a:pt x="30" y="13"/>
                    <a:pt x="28" y="25"/>
                    <a:pt x="28" y="34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7" name="Freeform 914">
              <a:extLst>
                <a:ext uri="{FF2B5EF4-FFF2-40B4-BE49-F238E27FC236}">
                  <a16:creationId xmlns:a16="http://schemas.microsoft.com/office/drawing/2014/main" id="{81FE8681-C295-44B6-BB22-FC3288A4F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787"/>
              <a:ext cx="28" cy="25"/>
            </a:xfrm>
            <a:custGeom>
              <a:avLst/>
              <a:gdLst>
                <a:gd name="T0" fmla="*/ 77 w 20"/>
                <a:gd name="T1" fmla="*/ 94 h 18"/>
                <a:gd name="T2" fmla="*/ 1 w 20"/>
                <a:gd name="T3" fmla="*/ 29 h 18"/>
                <a:gd name="T4" fmla="*/ 108 w 20"/>
                <a:gd name="T5" fmla="*/ 4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14" y="18"/>
                  </a:moveTo>
                  <a:cubicBezTo>
                    <a:pt x="13" y="18"/>
                    <a:pt x="0" y="12"/>
                    <a:pt x="1" y="6"/>
                  </a:cubicBezTo>
                  <a:cubicBezTo>
                    <a:pt x="3" y="0"/>
                    <a:pt x="17" y="6"/>
                    <a:pt x="20" y="8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8" name="Freeform 915">
              <a:extLst>
                <a:ext uri="{FF2B5EF4-FFF2-40B4-BE49-F238E27FC236}">
                  <a16:creationId xmlns:a16="http://schemas.microsoft.com/office/drawing/2014/main" id="{B08CAFCA-EB44-4B27-AEB8-E6CD4A352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901"/>
              <a:ext cx="18" cy="22"/>
            </a:xfrm>
            <a:custGeom>
              <a:avLst/>
              <a:gdLst>
                <a:gd name="T0" fmla="*/ 0 w 13"/>
                <a:gd name="T1" fmla="*/ 44 h 16"/>
                <a:gd name="T2" fmla="*/ 64 w 13"/>
                <a:gd name="T3" fmla="*/ 77 h 16"/>
                <a:gd name="T4" fmla="*/ 29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9"/>
                  </a:moveTo>
                  <a:cubicBezTo>
                    <a:pt x="2" y="7"/>
                    <a:pt x="8" y="14"/>
                    <a:pt x="12" y="16"/>
                  </a:cubicBezTo>
                  <a:cubicBezTo>
                    <a:pt x="13" y="10"/>
                    <a:pt x="9" y="5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9" name="Freeform 916">
              <a:extLst>
                <a:ext uri="{FF2B5EF4-FFF2-40B4-BE49-F238E27FC236}">
                  <a16:creationId xmlns:a16="http://schemas.microsoft.com/office/drawing/2014/main" id="{75F0D796-F347-4F3C-A8BE-F2BA442E0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863"/>
              <a:ext cx="80" cy="42"/>
            </a:xfrm>
            <a:custGeom>
              <a:avLst/>
              <a:gdLst>
                <a:gd name="T0" fmla="*/ 0 w 57"/>
                <a:gd name="T1" fmla="*/ 123 h 30"/>
                <a:gd name="T2" fmla="*/ 114 w 57"/>
                <a:gd name="T3" fmla="*/ 0 h 30"/>
                <a:gd name="T4" fmla="*/ 205 w 57"/>
                <a:gd name="T5" fmla="*/ 157 h 30"/>
                <a:gd name="T6" fmla="*/ 279 w 57"/>
                <a:gd name="T7" fmla="*/ 39 h 30"/>
                <a:gd name="T8" fmla="*/ 307 w 57"/>
                <a:gd name="T9" fmla="*/ 15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0">
                  <a:moveTo>
                    <a:pt x="0" y="23"/>
                  </a:moveTo>
                  <a:cubicBezTo>
                    <a:pt x="5" y="14"/>
                    <a:pt x="13" y="7"/>
                    <a:pt x="21" y="0"/>
                  </a:cubicBezTo>
                  <a:cubicBezTo>
                    <a:pt x="28" y="5"/>
                    <a:pt x="29" y="29"/>
                    <a:pt x="38" y="29"/>
                  </a:cubicBezTo>
                  <a:cubicBezTo>
                    <a:pt x="46" y="30"/>
                    <a:pt x="50" y="12"/>
                    <a:pt x="51" y="7"/>
                  </a:cubicBezTo>
                  <a:cubicBezTo>
                    <a:pt x="56" y="11"/>
                    <a:pt x="57" y="22"/>
                    <a:pt x="56" y="28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0" name="Freeform 917">
              <a:extLst>
                <a:ext uri="{FF2B5EF4-FFF2-40B4-BE49-F238E27FC236}">
                  <a16:creationId xmlns:a16="http://schemas.microsoft.com/office/drawing/2014/main" id="{30F593EE-1534-4568-9DC8-1D05A611B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835"/>
              <a:ext cx="66" cy="40"/>
            </a:xfrm>
            <a:custGeom>
              <a:avLst/>
              <a:gdLst>
                <a:gd name="T0" fmla="*/ 1 w 47"/>
                <a:gd name="T1" fmla="*/ 79 h 29"/>
                <a:gd name="T2" fmla="*/ 55 w 47"/>
                <a:gd name="T3" fmla="*/ 1 h 29"/>
                <a:gd name="T4" fmla="*/ 77 w 47"/>
                <a:gd name="T5" fmla="*/ 95 h 29"/>
                <a:gd name="T6" fmla="*/ 171 w 47"/>
                <a:gd name="T7" fmla="*/ 15 h 29"/>
                <a:gd name="T8" fmla="*/ 258 w 47"/>
                <a:gd name="T9" fmla="*/ 14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9">
                  <a:moveTo>
                    <a:pt x="1" y="16"/>
                  </a:moveTo>
                  <a:cubicBezTo>
                    <a:pt x="0" y="13"/>
                    <a:pt x="5" y="0"/>
                    <a:pt x="10" y="1"/>
                  </a:cubicBezTo>
                  <a:cubicBezTo>
                    <a:pt x="13" y="2"/>
                    <a:pt x="13" y="15"/>
                    <a:pt x="14" y="19"/>
                  </a:cubicBezTo>
                  <a:cubicBezTo>
                    <a:pt x="19" y="14"/>
                    <a:pt x="21" y="0"/>
                    <a:pt x="31" y="3"/>
                  </a:cubicBezTo>
                  <a:cubicBezTo>
                    <a:pt x="39" y="6"/>
                    <a:pt x="39" y="24"/>
                    <a:pt x="47" y="29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1" name="Freeform 918">
              <a:extLst>
                <a:ext uri="{FF2B5EF4-FFF2-40B4-BE49-F238E27FC236}">
                  <a16:creationId xmlns:a16="http://schemas.microsoft.com/office/drawing/2014/main" id="{A916F8B9-8A92-403A-B691-BA616174F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940"/>
              <a:ext cx="23" cy="11"/>
            </a:xfrm>
            <a:custGeom>
              <a:avLst/>
              <a:gdLst>
                <a:gd name="T0" fmla="*/ 0 w 16"/>
                <a:gd name="T1" fmla="*/ 40 h 8"/>
                <a:gd name="T2" fmla="*/ 98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6" y="5"/>
                    <a:pt x="12" y="5"/>
                    <a:pt x="16" y="0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2" name="Freeform 919">
              <a:extLst>
                <a:ext uri="{FF2B5EF4-FFF2-40B4-BE49-F238E27FC236}">
                  <a16:creationId xmlns:a16="http://schemas.microsoft.com/office/drawing/2014/main" id="{05BA450A-D4B4-4CD5-9020-A58290740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885"/>
              <a:ext cx="20" cy="23"/>
            </a:xfrm>
            <a:custGeom>
              <a:avLst/>
              <a:gdLst>
                <a:gd name="T0" fmla="*/ 70 w 14"/>
                <a:gd name="T1" fmla="*/ 95 h 16"/>
                <a:gd name="T2" fmla="*/ 0 w 14"/>
                <a:gd name="T3" fmla="*/ 0 h 16"/>
                <a:gd name="T4" fmla="*/ 84 w 14"/>
                <a:gd name="T5" fmla="*/ 3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12" y="15"/>
                  </a:moveTo>
                  <a:cubicBezTo>
                    <a:pt x="7" y="16"/>
                    <a:pt x="2" y="5"/>
                    <a:pt x="0" y="0"/>
                  </a:cubicBezTo>
                  <a:cubicBezTo>
                    <a:pt x="6" y="0"/>
                    <a:pt x="9" y="5"/>
                    <a:pt x="14" y="6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3" name="Freeform 920">
              <a:extLst>
                <a:ext uri="{FF2B5EF4-FFF2-40B4-BE49-F238E27FC236}">
                  <a16:creationId xmlns:a16="http://schemas.microsoft.com/office/drawing/2014/main" id="{E19551B0-2B7D-478F-BA9D-3C3BBAE85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997"/>
              <a:ext cx="26" cy="30"/>
            </a:xfrm>
            <a:custGeom>
              <a:avLst/>
              <a:gdLst>
                <a:gd name="T0" fmla="*/ 0 w 19"/>
                <a:gd name="T1" fmla="*/ 80 h 21"/>
                <a:gd name="T2" fmla="*/ 88 w 19"/>
                <a:gd name="T3" fmla="*/ 120 h 21"/>
                <a:gd name="T4" fmla="*/ 19 w 19"/>
                <a:gd name="T5" fmla="*/ 13 h 21"/>
                <a:gd name="T6" fmla="*/ 29 w 19"/>
                <a:gd name="T7" fmla="*/ 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13"/>
                  </a:moveTo>
                  <a:cubicBezTo>
                    <a:pt x="5" y="18"/>
                    <a:pt x="11" y="21"/>
                    <a:pt x="18" y="20"/>
                  </a:cubicBezTo>
                  <a:cubicBezTo>
                    <a:pt x="19" y="13"/>
                    <a:pt x="9" y="5"/>
                    <a:pt x="4" y="2"/>
                  </a:cubicBezTo>
                  <a:cubicBezTo>
                    <a:pt x="4" y="0"/>
                    <a:pt x="5" y="2"/>
                    <a:pt x="6" y="1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" name="Freeform 921">
              <a:extLst>
                <a:ext uri="{FF2B5EF4-FFF2-40B4-BE49-F238E27FC236}">
                  <a16:creationId xmlns:a16="http://schemas.microsoft.com/office/drawing/2014/main" id="{2380879E-5E9A-427D-96EC-492C97952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096"/>
              <a:ext cx="66" cy="32"/>
            </a:xfrm>
            <a:custGeom>
              <a:avLst/>
              <a:gdLst>
                <a:gd name="T0" fmla="*/ 1 w 47"/>
                <a:gd name="T1" fmla="*/ 122 h 23"/>
                <a:gd name="T2" fmla="*/ 39 w 47"/>
                <a:gd name="T3" fmla="*/ 21 h 23"/>
                <a:gd name="T4" fmla="*/ 81 w 47"/>
                <a:gd name="T5" fmla="*/ 122 h 23"/>
                <a:gd name="T6" fmla="*/ 132 w 47"/>
                <a:gd name="T7" fmla="*/ 0 h 23"/>
                <a:gd name="T8" fmla="*/ 258 w 47"/>
                <a:gd name="T9" fmla="*/ 10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3">
                  <a:moveTo>
                    <a:pt x="1" y="23"/>
                  </a:moveTo>
                  <a:cubicBezTo>
                    <a:pt x="0" y="17"/>
                    <a:pt x="3" y="8"/>
                    <a:pt x="7" y="4"/>
                  </a:cubicBezTo>
                  <a:cubicBezTo>
                    <a:pt x="11" y="9"/>
                    <a:pt x="10" y="19"/>
                    <a:pt x="15" y="23"/>
                  </a:cubicBezTo>
                  <a:cubicBezTo>
                    <a:pt x="17" y="15"/>
                    <a:pt x="17" y="4"/>
                    <a:pt x="24" y="0"/>
                  </a:cubicBezTo>
                  <a:cubicBezTo>
                    <a:pt x="31" y="7"/>
                    <a:pt x="35" y="20"/>
                    <a:pt x="47" y="20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" name="Freeform 922">
              <a:extLst>
                <a:ext uri="{FF2B5EF4-FFF2-40B4-BE49-F238E27FC236}">
                  <a16:creationId xmlns:a16="http://schemas.microsoft.com/office/drawing/2014/main" id="{173262B1-A630-4D68-AD44-D2B439F6D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3105"/>
              <a:ext cx="28" cy="20"/>
            </a:xfrm>
            <a:custGeom>
              <a:avLst/>
              <a:gdLst>
                <a:gd name="T0" fmla="*/ 0 w 20"/>
                <a:gd name="T1" fmla="*/ 84 h 14"/>
                <a:gd name="T2" fmla="*/ 69 w 20"/>
                <a:gd name="T3" fmla="*/ 0 h 14"/>
                <a:gd name="T4" fmla="*/ 108 w 20"/>
                <a:gd name="T5" fmla="*/ 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4" y="11"/>
                    <a:pt x="8" y="0"/>
                    <a:pt x="13" y="0"/>
                  </a:cubicBezTo>
                  <a:cubicBezTo>
                    <a:pt x="19" y="0"/>
                    <a:pt x="20" y="9"/>
                    <a:pt x="20" y="14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" name="Freeform 923">
              <a:extLst>
                <a:ext uri="{FF2B5EF4-FFF2-40B4-BE49-F238E27FC236}">
                  <a16:creationId xmlns:a16="http://schemas.microsoft.com/office/drawing/2014/main" id="{5C7B39D6-78B6-4E90-92D3-5F6738E4F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194"/>
              <a:ext cx="19" cy="18"/>
            </a:xfrm>
            <a:custGeom>
              <a:avLst/>
              <a:gdLst>
                <a:gd name="T0" fmla="*/ 0 w 14"/>
                <a:gd name="T1" fmla="*/ 46 h 13"/>
                <a:gd name="T2" fmla="*/ 65 w 14"/>
                <a:gd name="T3" fmla="*/ 64 h 13"/>
                <a:gd name="T4" fmla="*/ 19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0" y="11"/>
                    <a:pt x="9" y="13"/>
                    <a:pt x="14" y="12"/>
                  </a:cubicBezTo>
                  <a:cubicBezTo>
                    <a:pt x="12" y="8"/>
                    <a:pt x="5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9F7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7" name="Freeform 924">
              <a:extLst>
                <a:ext uri="{FF2B5EF4-FFF2-40B4-BE49-F238E27FC236}">
                  <a16:creationId xmlns:a16="http://schemas.microsoft.com/office/drawing/2014/main" id="{A5E8F4AF-729F-4552-ABBE-66BF0C1A7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023"/>
              <a:ext cx="22" cy="31"/>
            </a:xfrm>
            <a:custGeom>
              <a:avLst/>
              <a:gdLst>
                <a:gd name="T0" fmla="*/ 15 w 16"/>
                <a:gd name="T1" fmla="*/ 123 h 22"/>
                <a:gd name="T2" fmla="*/ 21 w 16"/>
                <a:gd name="T3" fmla="*/ 11 h 22"/>
                <a:gd name="T4" fmla="*/ 77 w 16"/>
                <a:gd name="T5" fmla="*/ 9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3" y="22"/>
                  </a:moveTo>
                  <a:cubicBezTo>
                    <a:pt x="4" y="18"/>
                    <a:pt x="0" y="4"/>
                    <a:pt x="4" y="2"/>
                  </a:cubicBezTo>
                  <a:cubicBezTo>
                    <a:pt x="10" y="0"/>
                    <a:pt x="14" y="14"/>
                    <a:pt x="16" y="17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8" name="Freeform 925">
              <a:extLst>
                <a:ext uri="{FF2B5EF4-FFF2-40B4-BE49-F238E27FC236}">
                  <a16:creationId xmlns:a16="http://schemas.microsoft.com/office/drawing/2014/main" id="{BA2F09C8-AFBA-41D8-BE6F-A6EF0B2E9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061"/>
              <a:ext cx="22" cy="24"/>
            </a:xfrm>
            <a:custGeom>
              <a:avLst/>
              <a:gdLst>
                <a:gd name="T0" fmla="*/ 26 w 16"/>
                <a:gd name="T1" fmla="*/ 0 h 17"/>
                <a:gd name="T2" fmla="*/ 15 w 16"/>
                <a:gd name="T3" fmla="*/ 83 h 17"/>
                <a:gd name="T4" fmla="*/ 77 w 16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5" y="0"/>
                  </a:moveTo>
                  <a:cubicBezTo>
                    <a:pt x="4" y="2"/>
                    <a:pt x="0" y="13"/>
                    <a:pt x="3" y="15"/>
                  </a:cubicBezTo>
                  <a:cubicBezTo>
                    <a:pt x="7" y="17"/>
                    <a:pt x="14" y="4"/>
                    <a:pt x="16" y="2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9" name="Freeform 926">
              <a:extLst>
                <a:ext uri="{FF2B5EF4-FFF2-40B4-BE49-F238E27FC236}">
                  <a16:creationId xmlns:a16="http://schemas.microsoft.com/office/drawing/2014/main" id="{AE48BBA5-596B-4111-BA5B-3922C13A9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108"/>
              <a:ext cx="25" cy="30"/>
            </a:xfrm>
            <a:custGeom>
              <a:avLst/>
              <a:gdLst>
                <a:gd name="T0" fmla="*/ 1 w 18"/>
                <a:gd name="T1" fmla="*/ 104 h 22"/>
                <a:gd name="T2" fmla="*/ 0 w 18"/>
                <a:gd name="T3" fmla="*/ 41 h 22"/>
                <a:gd name="T4" fmla="*/ 78 w 18"/>
                <a:gd name="T5" fmla="*/ 76 h 22"/>
                <a:gd name="T6" fmla="*/ 89 w 1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2">
                  <a:moveTo>
                    <a:pt x="1" y="22"/>
                  </a:moveTo>
                  <a:cubicBezTo>
                    <a:pt x="1" y="18"/>
                    <a:pt x="0" y="14"/>
                    <a:pt x="0" y="9"/>
                  </a:cubicBezTo>
                  <a:cubicBezTo>
                    <a:pt x="5" y="8"/>
                    <a:pt x="10" y="19"/>
                    <a:pt x="15" y="16"/>
                  </a:cubicBezTo>
                  <a:cubicBezTo>
                    <a:pt x="18" y="15"/>
                    <a:pt x="16" y="3"/>
                    <a:pt x="17" y="0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00" name="Freeform 927">
              <a:extLst>
                <a:ext uri="{FF2B5EF4-FFF2-40B4-BE49-F238E27FC236}">
                  <a16:creationId xmlns:a16="http://schemas.microsoft.com/office/drawing/2014/main" id="{43B3BE18-EE8E-43E9-B70E-90A878378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099"/>
              <a:ext cx="16" cy="21"/>
            </a:xfrm>
            <a:custGeom>
              <a:avLst/>
              <a:gdLst>
                <a:gd name="T0" fmla="*/ 19 w 11"/>
                <a:gd name="T1" fmla="*/ 80 h 15"/>
                <a:gd name="T2" fmla="*/ 28 w 11"/>
                <a:gd name="T3" fmla="*/ 1 h 15"/>
                <a:gd name="T4" fmla="*/ 70 w 11"/>
                <a:gd name="T5" fmla="*/ 5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3" y="15"/>
                  </a:moveTo>
                  <a:cubicBezTo>
                    <a:pt x="3" y="12"/>
                    <a:pt x="0" y="3"/>
                    <a:pt x="4" y="1"/>
                  </a:cubicBezTo>
                  <a:cubicBezTo>
                    <a:pt x="8" y="0"/>
                    <a:pt x="10" y="8"/>
                    <a:pt x="11" y="10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01" name="Freeform 928">
              <a:extLst>
                <a:ext uri="{FF2B5EF4-FFF2-40B4-BE49-F238E27FC236}">
                  <a16:creationId xmlns:a16="http://schemas.microsoft.com/office/drawing/2014/main" id="{D74C331B-E95C-45BF-AE01-326D5A24E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311"/>
              <a:ext cx="27" cy="23"/>
            </a:xfrm>
            <a:custGeom>
              <a:avLst/>
              <a:gdLst>
                <a:gd name="T0" fmla="*/ 57 w 19"/>
                <a:gd name="T1" fmla="*/ 98 h 16"/>
                <a:gd name="T2" fmla="*/ 13 w 19"/>
                <a:gd name="T3" fmla="*/ 39 h 16"/>
                <a:gd name="T4" fmla="*/ 109 w 19"/>
                <a:gd name="T5" fmla="*/ 8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0" y="16"/>
                  </a:moveTo>
                  <a:cubicBezTo>
                    <a:pt x="7" y="15"/>
                    <a:pt x="0" y="10"/>
                    <a:pt x="2" y="6"/>
                  </a:cubicBezTo>
                  <a:cubicBezTo>
                    <a:pt x="5" y="0"/>
                    <a:pt x="16" y="12"/>
                    <a:pt x="19" y="14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02" name="Freeform 929">
              <a:extLst>
                <a:ext uri="{FF2B5EF4-FFF2-40B4-BE49-F238E27FC236}">
                  <a16:creationId xmlns:a16="http://schemas.microsoft.com/office/drawing/2014/main" id="{15A70ED0-7CF0-4215-BF34-3982F5A7D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303"/>
              <a:ext cx="18" cy="18"/>
            </a:xfrm>
            <a:custGeom>
              <a:avLst/>
              <a:gdLst>
                <a:gd name="T0" fmla="*/ 11 w 13"/>
                <a:gd name="T1" fmla="*/ 50 h 13"/>
                <a:gd name="T2" fmla="*/ 46 w 13"/>
                <a:gd name="T3" fmla="*/ 11 h 13"/>
                <a:gd name="T4" fmla="*/ 55 w 13"/>
                <a:gd name="T5" fmla="*/ 6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2" y="10"/>
                  </a:moveTo>
                  <a:cubicBezTo>
                    <a:pt x="0" y="7"/>
                    <a:pt x="4" y="0"/>
                    <a:pt x="9" y="2"/>
                  </a:cubicBezTo>
                  <a:cubicBezTo>
                    <a:pt x="13" y="3"/>
                    <a:pt x="11" y="9"/>
                    <a:pt x="11" y="13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03" name="Freeform 930">
              <a:extLst>
                <a:ext uri="{FF2B5EF4-FFF2-40B4-BE49-F238E27FC236}">
                  <a16:creationId xmlns:a16="http://schemas.microsoft.com/office/drawing/2014/main" id="{0C0C3692-7689-4AA0-9F3F-8946836B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510"/>
              <a:ext cx="19" cy="20"/>
            </a:xfrm>
            <a:custGeom>
              <a:avLst/>
              <a:gdLst>
                <a:gd name="T0" fmla="*/ 0 w 14"/>
                <a:gd name="T1" fmla="*/ 84 h 14"/>
                <a:gd name="T2" fmla="*/ 37 w 14"/>
                <a:gd name="T3" fmla="*/ 1 h 14"/>
                <a:gd name="T4" fmla="*/ 61 w 14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14"/>
                  </a:moveTo>
                  <a:cubicBezTo>
                    <a:pt x="0" y="10"/>
                    <a:pt x="2" y="0"/>
                    <a:pt x="8" y="1"/>
                  </a:cubicBezTo>
                  <a:cubicBezTo>
                    <a:pt x="14" y="1"/>
                    <a:pt x="10" y="9"/>
                    <a:pt x="13" y="12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04" name="Freeform 931">
              <a:extLst>
                <a:ext uri="{FF2B5EF4-FFF2-40B4-BE49-F238E27FC236}">
                  <a16:creationId xmlns:a16="http://schemas.microsoft.com/office/drawing/2014/main" id="{74687FA1-BE42-4812-AFA1-C1C9EC0F8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502"/>
              <a:ext cx="60" cy="36"/>
            </a:xfrm>
            <a:custGeom>
              <a:avLst/>
              <a:gdLst>
                <a:gd name="T0" fmla="*/ 0 w 43"/>
                <a:gd name="T1" fmla="*/ 89 h 26"/>
                <a:gd name="T2" fmla="*/ 68 w 43"/>
                <a:gd name="T3" fmla="*/ 11 h 26"/>
                <a:gd name="T4" fmla="*/ 89 w 43"/>
                <a:gd name="T5" fmla="*/ 116 h 26"/>
                <a:gd name="T6" fmla="*/ 163 w 43"/>
                <a:gd name="T7" fmla="*/ 40 h 26"/>
                <a:gd name="T8" fmla="*/ 186 w 43"/>
                <a:gd name="T9" fmla="*/ 133 h 26"/>
                <a:gd name="T10" fmla="*/ 227 w 43"/>
                <a:gd name="T11" fmla="*/ 5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6">
                  <a:moveTo>
                    <a:pt x="0" y="17"/>
                  </a:moveTo>
                  <a:cubicBezTo>
                    <a:pt x="2" y="14"/>
                    <a:pt x="6" y="0"/>
                    <a:pt x="13" y="2"/>
                  </a:cubicBezTo>
                  <a:cubicBezTo>
                    <a:pt x="17" y="3"/>
                    <a:pt x="16" y="19"/>
                    <a:pt x="17" y="23"/>
                  </a:cubicBezTo>
                  <a:cubicBezTo>
                    <a:pt x="21" y="22"/>
                    <a:pt x="24" y="7"/>
                    <a:pt x="31" y="8"/>
                  </a:cubicBezTo>
                  <a:cubicBezTo>
                    <a:pt x="37" y="9"/>
                    <a:pt x="32" y="23"/>
                    <a:pt x="35" y="26"/>
                  </a:cubicBezTo>
                  <a:cubicBezTo>
                    <a:pt x="39" y="21"/>
                    <a:pt x="39" y="14"/>
                    <a:pt x="43" y="10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05" name="Freeform 932">
              <a:extLst>
                <a:ext uri="{FF2B5EF4-FFF2-40B4-BE49-F238E27FC236}">
                  <a16:creationId xmlns:a16="http://schemas.microsoft.com/office/drawing/2014/main" id="{B640463D-E1C2-4EFC-9938-22539FF23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595"/>
              <a:ext cx="17" cy="29"/>
            </a:xfrm>
            <a:custGeom>
              <a:avLst/>
              <a:gdLst>
                <a:gd name="T0" fmla="*/ 26 w 12"/>
                <a:gd name="T1" fmla="*/ 105 h 21"/>
                <a:gd name="T2" fmla="*/ 0 w 12"/>
                <a:gd name="T3" fmla="*/ 15 h 21"/>
                <a:gd name="T4" fmla="*/ 57 w 12"/>
                <a:gd name="T5" fmla="*/ 66 h 21"/>
                <a:gd name="T6" fmla="*/ 67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4" y="21"/>
                  </a:moveTo>
                  <a:cubicBezTo>
                    <a:pt x="3" y="15"/>
                    <a:pt x="1" y="9"/>
                    <a:pt x="0" y="3"/>
                  </a:cubicBezTo>
                  <a:cubicBezTo>
                    <a:pt x="5" y="4"/>
                    <a:pt x="7" y="10"/>
                    <a:pt x="10" y="13"/>
                  </a:cubicBezTo>
                  <a:cubicBezTo>
                    <a:pt x="12" y="9"/>
                    <a:pt x="9" y="4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06" name="Freeform 933">
              <a:extLst>
                <a:ext uri="{FF2B5EF4-FFF2-40B4-BE49-F238E27FC236}">
                  <a16:creationId xmlns:a16="http://schemas.microsoft.com/office/drawing/2014/main" id="{D4330B77-B6CE-4AC4-8B12-7E5F8248C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571"/>
              <a:ext cx="13" cy="17"/>
            </a:xfrm>
            <a:custGeom>
              <a:avLst/>
              <a:gdLst>
                <a:gd name="T0" fmla="*/ 56 w 9"/>
                <a:gd name="T1" fmla="*/ 68 h 12"/>
                <a:gd name="T2" fmla="*/ 0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12"/>
                  </a:moveTo>
                  <a:cubicBezTo>
                    <a:pt x="5" y="10"/>
                    <a:pt x="1" y="4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07" name="Freeform 934">
              <a:extLst>
                <a:ext uri="{FF2B5EF4-FFF2-40B4-BE49-F238E27FC236}">
                  <a16:creationId xmlns:a16="http://schemas.microsoft.com/office/drawing/2014/main" id="{D4EEF15B-AE88-4DA9-8C06-07EDFA419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568"/>
              <a:ext cx="9" cy="11"/>
            </a:xfrm>
            <a:custGeom>
              <a:avLst/>
              <a:gdLst>
                <a:gd name="T0" fmla="*/ 0 w 6"/>
                <a:gd name="T1" fmla="*/ 0 h 8"/>
                <a:gd name="T2" fmla="*/ 48 w 6"/>
                <a:gd name="T3" fmla="*/ 4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08" name="Freeform 935">
              <a:extLst>
                <a:ext uri="{FF2B5EF4-FFF2-40B4-BE49-F238E27FC236}">
                  <a16:creationId xmlns:a16="http://schemas.microsoft.com/office/drawing/2014/main" id="{BE8C6A17-CC24-46AC-B383-9FBCF977E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717"/>
              <a:ext cx="15" cy="22"/>
            </a:xfrm>
            <a:custGeom>
              <a:avLst/>
              <a:gdLst>
                <a:gd name="T0" fmla="*/ 0 w 11"/>
                <a:gd name="T1" fmla="*/ 77 h 16"/>
                <a:gd name="T2" fmla="*/ 37 w 11"/>
                <a:gd name="T3" fmla="*/ 11 h 16"/>
                <a:gd name="T4" fmla="*/ 50 w 11"/>
                <a:gd name="T5" fmla="*/ 6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13"/>
                    <a:pt x="2" y="0"/>
                    <a:pt x="8" y="2"/>
                  </a:cubicBezTo>
                  <a:cubicBezTo>
                    <a:pt x="11" y="3"/>
                    <a:pt x="11" y="12"/>
                    <a:pt x="11" y="14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09" name="Freeform 936">
              <a:extLst>
                <a:ext uri="{FF2B5EF4-FFF2-40B4-BE49-F238E27FC236}">
                  <a16:creationId xmlns:a16="http://schemas.microsoft.com/office/drawing/2014/main" id="{7CA989B4-BBC4-4F33-9F1F-6FF33A13A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724"/>
              <a:ext cx="1" cy="12"/>
            </a:xfrm>
            <a:custGeom>
              <a:avLst/>
              <a:gdLst>
                <a:gd name="T0" fmla="*/ 1 w 1"/>
                <a:gd name="T1" fmla="*/ 37 h 9"/>
                <a:gd name="T2" fmla="*/ 1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9"/>
                  </a:moveTo>
                  <a:cubicBezTo>
                    <a:pt x="0" y="7"/>
                    <a:pt x="1" y="3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9F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10" name="Freeform 937">
              <a:extLst>
                <a:ext uri="{FF2B5EF4-FFF2-40B4-BE49-F238E27FC236}">
                  <a16:creationId xmlns:a16="http://schemas.microsoft.com/office/drawing/2014/main" id="{60896261-45E5-4D9E-9C8C-0F652A7AB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784"/>
              <a:ext cx="27" cy="38"/>
            </a:xfrm>
            <a:custGeom>
              <a:avLst/>
              <a:gdLst>
                <a:gd name="T0" fmla="*/ 53 w 19"/>
                <a:gd name="T1" fmla="*/ 149 h 27"/>
                <a:gd name="T2" fmla="*/ 0 w 19"/>
                <a:gd name="T3" fmla="*/ 39 h 27"/>
                <a:gd name="T4" fmla="*/ 109 w 19"/>
                <a:gd name="T5" fmla="*/ 106 h 27"/>
                <a:gd name="T6" fmla="*/ 68 w 19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9" y="27"/>
                  </a:moveTo>
                  <a:cubicBezTo>
                    <a:pt x="5" y="21"/>
                    <a:pt x="0" y="15"/>
                    <a:pt x="0" y="7"/>
                  </a:cubicBezTo>
                  <a:cubicBezTo>
                    <a:pt x="7" y="8"/>
                    <a:pt x="13" y="15"/>
                    <a:pt x="19" y="19"/>
                  </a:cubicBezTo>
                  <a:cubicBezTo>
                    <a:pt x="17" y="12"/>
                    <a:pt x="14" y="7"/>
                    <a:pt x="12" y="0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11" name="Freeform 938">
              <a:extLst>
                <a:ext uri="{FF2B5EF4-FFF2-40B4-BE49-F238E27FC236}">
                  <a16:creationId xmlns:a16="http://schemas.microsoft.com/office/drawing/2014/main" id="{815443B0-79FD-4AE6-94FD-0FA32F27E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957"/>
              <a:ext cx="28" cy="22"/>
            </a:xfrm>
            <a:custGeom>
              <a:avLst/>
              <a:gdLst>
                <a:gd name="T0" fmla="*/ 0 w 20"/>
                <a:gd name="T1" fmla="*/ 61 h 16"/>
                <a:gd name="T2" fmla="*/ 108 w 20"/>
                <a:gd name="T3" fmla="*/ 69 h 16"/>
                <a:gd name="T4" fmla="*/ 0 w 2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12"/>
                  </a:moveTo>
                  <a:cubicBezTo>
                    <a:pt x="3" y="15"/>
                    <a:pt x="14" y="16"/>
                    <a:pt x="20" y="14"/>
                  </a:cubicBezTo>
                  <a:cubicBezTo>
                    <a:pt x="20" y="6"/>
                    <a:pt x="6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12" name="Freeform 939">
              <a:extLst>
                <a:ext uri="{FF2B5EF4-FFF2-40B4-BE49-F238E27FC236}">
                  <a16:creationId xmlns:a16="http://schemas.microsoft.com/office/drawing/2014/main" id="{578DC83A-6CAA-4ED5-9614-E903BE3FA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082"/>
              <a:ext cx="36" cy="23"/>
            </a:xfrm>
            <a:custGeom>
              <a:avLst/>
              <a:gdLst>
                <a:gd name="T0" fmla="*/ 0 w 26"/>
                <a:gd name="T1" fmla="*/ 12 h 17"/>
                <a:gd name="T2" fmla="*/ 123 w 26"/>
                <a:gd name="T3" fmla="*/ 27 h 17"/>
                <a:gd name="T4" fmla="*/ 55 w 26"/>
                <a:gd name="T5" fmla="*/ 7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7">
                  <a:moveTo>
                    <a:pt x="0" y="3"/>
                  </a:moveTo>
                  <a:cubicBezTo>
                    <a:pt x="5" y="3"/>
                    <a:pt x="23" y="0"/>
                    <a:pt x="24" y="6"/>
                  </a:cubicBezTo>
                  <a:cubicBezTo>
                    <a:pt x="26" y="12"/>
                    <a:pt x="13" y="17"/>
                    <a:pt x="11" y="17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13" name="Freeform 940">
              <a:extLst>
                <a:ext uri="{FF2B5EF4-FFF2-40B4-BE49-F238E27FC236}">
                  <a16:creationId xmlns:a16="http://schemas.microsoft.com/office/drawing/2014/main" id="{5FCDF19D-6F7A-42BF-8E51-AEC1F2460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833"/>
              <a:ext cx="46" cy="35"/>
            </a:xfrm>
            <a:custGeom>
              <a:avLst/>
              <a:gdLst>
                <a:gd name="T0" fmla="*/ 109 w 33"/>
                <a:gd name="T1" fmla="*/ 0 h 25"/>
                <a:gd name="T2" fmla="*/ 54 w 33"/>
                <a:gd name="T3" fmla="*/ 132 h 25"/>
                <a:gd name="T4" fmla="*/ 173 w 33"/>
                <a:gd name="T5" fmla="*/ 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21" y="0"/>
                  </a:moveTo>
                  <a:cubicBezTo>
                    <a:pt x="15" y="0"/>
                    <a:pt x="0" y="21"/>
                    <a:pt x="10" y="24"/>
                  </a:cubicBezTo>
                  <a:cubicBezTo>
                    <a:pt x="16" y="25"/>
                    <a:pt x="29" y="5"/>
                    <a:pt x="33" y="1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14" name="Freeform 941">
              <a:extLst>
                <a:ext uri="{FF2B5EF4-FFF2-40B4-BE49-F238E27FC236}">
                  <a16:creationId xmlns:a16="http://schemas.microsoft.com/office/drawing/2014/main" id="{89C88C4F-ED37-4EF9-B49D-0297EDCE5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840"/>
              <a:ext cx="30" cy="9"/>
            </a:xfrm>
            <a:custGeom>
              <a:avLst/>
              <a:gdLst>
                <a:gd name="T0" fmla="*/ 0 w 21"/>
                <a:gd name="T1" fmla="*/ 0 h 6"/>
                <a:gd name="T2" fmla="*/ 124 w 2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0"/>
                  </a:moveTo>
                  <a:cubicBezTo>
                    <a:pt x="3" y="2"/>
                    <a:pt x="15" y="3"/>
                    <a:pt x="21" y="6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15" name="Freeform 942">
              <a:extLst>
                <a:ext uri="{FF2B5EF4-FFF2-40B4-BE49-F238E27FC236}">
                  <a16:creationId xmlns:a16="http://schemas.microsoft.com/office/drawing/2014/main" id="{5202CC69-8B6C-4223-A87A-F97459B7B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642"/>
              <a:ext cx="27" cy="30"/>
            </a:xfrm>
            <a:custGeom>
              <a:avLst/>
              <a:gdLst>
                <a:gd name="T0" fmla="*/ 40 w 19"/>
                <a:gd name="T1" fmla="*/ 0 h 21"/>
                <a:gd name="T2" fmla="*/ 1 w 19"/>
                <a:gd name="T3" fmla="*/ 124 h 21"/>
                <a:gd name="T4" fmla="*/ 109 w 19"/>
                <a:gd name="T5" fmla="*/ 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7" y="0"/>
                  </a:moveTo>
                  <a:cubicBezTo>
                    <a:pt x="0" y="4"/>
                    <a:pt x="1" y="13"/>
                    <a:pt x="1" y="21"/>
                  </a:cubicBezTo>
                  <a:cubicBezTo>
                    <a:pt x="5" y="19"/>
                    <a:pt x="18" y="7"/>
                    <a:pt x="19" y="5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16" name="Freeform 943">
              <a:extLst>
                <a:ext uri="{FF2B5EF4-FFF2-40B4-BE49-F238E27FC236}">
                  <a16:creationId xmlns:a16="http://schemas.microsoft.com/office/drawing/2014/main" id="{23D616BA-4CBD-44E6-B81D-064EE93F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972"/>
              <a:ext cx="42" cy="66"/>
            </a:xfrm>
            <a:custGeom>
              <a:avLst/>
              <a:gdLst>
                <a:gd name="T0" fmla="*/ 39 w 30"/>
                <a:gd name="T1" fmla="*/ 258 h 47"/>
                <a:gd name="T2" fmla="*/ 1 w 30"/>
                <a:gd name="T3" fmla="*/ 122 h 47"/>
                <a:gd name="T4" fmla="*/ 84 w 30"/>
                <a:gd name="T5" fmla="*/ 204 h 47"/>
                <a:gd name="T6" fmla="*/ 77 w 30"/>
                <a:gd name="T7" fmla="*/ 69 h 47"/>
                <a:gd name="T8" fmla="*/ 157 w 30"/>
                <a:gd name="T9" fmla="*/ 136 h 47"/>
                <a:gd name="T10" fmla="*/ 132 w 30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7">
                  <a:moveTo>
                    <a:pt x="7" y="47"/>
                  </a:moveTo>
                  <a:cubicBezTo>
                    <a:pt x="5" y="39"/>
                    <a:pt x="0" y="30"/>
                    <a:pt x="1" y="22"/>
                  </a:cubicBezTo>
                  <a:cubicBezTo>
                    <a:pt x="7" y="25"/>
                    <a:pt x="11" y="32"/>
                    <a:pt x="16" y="37"/>
                  </a:cubicBezTo>
                  <a:cubicBezTo>
                    <a:pt x="19" y="29"/>
                    <a:pt x="11" y="20"/>
                    <a:pt x="14" y="13"/>
                  </a:cubicBezTo>
                  <a:cubicBezTo>
                    <a:pt x="19" y="17"/>
                    <a:pt x="23" y="23"/>
                    <a:pt x="29" y="25"/>
                  </a:cubicBezTo>
                  <a:cubicBezTo>
                    <a:pt x="30" y="18"/>
                    <a:pt x="25" y="8"/>
                    <a:pt x="24" y="0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17" name="Freeform 944">
              <a:extLst>
                <a:ext uri="{FF2B5EF4-FFF2-40B4-BE49-F238E27FC236}">
                  <a16:creationId xmlns:a16="http://schemas.microsoft.com/office/drawing/2014/main" id="{1B898CC4-9F51-46B5-B37B-300B0F4E9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917"/>
              <a:ext cx="25" cy="42"/>
            </a:xfrm>
            <a:custGeom>
              <a:avLst/>
              <a:gdLst>
                <a:gd name="T0" fmla="*/ 0 w 18"/>
                <a:gd name="T1" fmla="*/ 57 h 30"/>
                <a:gd name="T2" fmla="*/ 94 w 18"/>
                <a:gd name="T3" fmla="*/ 162 h 30"/>
                <a:gd name="T4" fmla="*/ 83 w 1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0">
                  <a:moveTo>
                    <a:pt x="0" y="11"/>
                  </a:moveTo>
                  <a:cubicBezTo>
                    <a:pt x="4" y="18"/>
                    <a:pt x="12" y="24"/>
                    <a:pt x="18" y="30"/>
                  </a:cubicBezTo>
                  <a:cubicBezTo>
                    <a:pt x="17" y="22"/>
                    <a:pt x="12" y="6"/>
                    <a:pt x="16" y="0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18" name="Freeform 945">
              <a:extLst>
                <a:ext uri="{FF2B5EF4-FFF2-40B4-BE49-F238E27FC236}">
                  <a16:creationId xmlns:a16="http://schemas.microsoft.com/office/drawing/2014/main" id="{9ED48CAD-AC14-47ED-A659-4A51E504E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759"/>
              <a:ext cx="21" cy="25"/>
            </a:xfrm>
            <a:custGeom>
              <a:avLst/>
              <a:gdLst>
                <a:gd name="T0" fmla="*/ 0 w 15"/>
                <a:gd name="T1" fmla="*/ 11 h 18"/>
                <a:gd name="T2" fmla="*/ 80 w 15"/>
                <a:gd name="T3" fmla="*/ 9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2"/>
                  </a:moveTo>
                  <a:cubicBezTo>
                    <a:pt x="1" y="0"/>
                    <a:pt x="11" y="14"/>
                    <a:pt x="15" y="18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19" name="Freeform 946">
              <a:extLst>
                <a:ext uri="{FF2B5EF4-FFF2-40B4-BE49-F238E27FC236}">
                  <a16:creationId xmlns:a16="http://schemas.microsoft.com/office/drawing/2014/main" id="{232894D7-C837-450F-BC68-E02BD7BC1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816"/>
              <a:ext cx="22" cy="6"/>
            </a:xfrm>
            <a:custGeom>
              <a:avLst/>
              <a:gdLst>
                <a:gd name="T0" fmla="*/ 0 w 16"/>
                <a:gd name="T1" fmla="*/ 0 h 4"/>
                <a:gd name="T2" fmla="*/ 77 w 1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2"/>
                    <a:pt x="14" y="3"/>
                    <a:pt x="16" y="4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20" name="Freeform 947">
              <a:extLst>
                <a:ext uri="{FF2B5EF4-FFF2-40B4-BE49-F238E27FC236}">
                  <a16:creationId xmlns:a16="http://schemas.microsoft.com/office/drawing/2014/main" id="{BBF5B54E-0D3E-42E7-8041-3DA4E1F68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2797"/>
              <a:ext cx="17" cy="4"/>
            </a:xfrm>
            <a:custGeom>
              <a:avLst/>
              <a:gdLst>
                <a:gd name="T0" fmla="*/ 0 w 12"/>
                <a:gd name="T1" fmla="*/ 0 h 3"/>
                <a:gd name="T2" fmla="*/ 68 w 12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0" y="1"/>
                    <a:pt x="8" y="2"/>
                    <a:pt x="12" y="3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21" name="Freeform 948">
              <a:extLst>
                <a:ext uri="{FF2B5EF4-FFF2-40B4-BE49-F238E27FC236}">
                  <a16:creationId xmlns:a16="http://schemas.microsoft.com/office/drawing/2014/main" id="{7E74568A-D54E-49E7-8F02-28728FCC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816"/>
              <a:ext cx="17" cy="33"/>
            </a:xfrm>
            <a:custGeom>
              <a:avLst/>
              <a:gdLst>
                <a:gd name="T0" fmla="*/ 13 w 12"/>
                <a:gd name="T1" fmla="*/ 138 h 23"/>
                <a:gd name="T2" fmla="*/ 13 w 12"/>
                <a:gd name="T3" fmla="*/ 0 h 23"/>
                <a:gd name="T4" fmla="*/ 68 w 12"/>
                <a:gd name="T5" fmla="*/ 12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2" y="23"/>
                  </a:moveTo>
                  <a:cubicBezTo>
                    <a:pt x="0" y="17"/>
                    <a:pt x="0" y="6"/>
                    <a:pt x="2" y="0"/>
                  </a:cubicBezTo>
                  <a:cubicBezTo>
                    <a:pt x="9" y="0"/>
                    <a:pt x="10" y="14"/>
                    <a:pt x="12" y="20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22" name="Freeform 949">
              <a:extLst>
                <a:ext uri="{FF2B5EF4-FFF2-40B4-BE49-F238E27FC236}">
                  <a16:creationId xmlns:a16="http://schemas.microsoft.com/office/drawing/2014/main" id="{FFC2A2CB-162E-4006-9633-FCD778901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791"/>
              <a:ext cx="22" cy="30"/>
            </a:xfrm>
            <a:custGeom>
              <a:avLst/>
              <a:gdLst>
                <a:gd name="T0" fmla="*/ 0 w 16"/>
                <a:gd name="T1" fmla="*/ 19 h 21"/>
                <a:gd name="T2" fmla="*/ 50 w 16"/>
                <a:gd name="T3" fmla="*/ 120 h 21"/>
                <a:gd name="T4" fmla="*/ 69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0" y="3"/>
                  </a:moveTo>
                  <a:cubicBezTo>
                    <a:pt x="1" y="7"/>
                    <a:pt x="3" y="21"/>
                    <a:pt x="10" y="20"/>
                  </a:cubicBezTo>
                  <a:cubicBezTo>
                    <a:pt x="16" y="19"/>
                    <a:pt x="14" y="5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23" name="Freeform 950">
              <a:extLst>
                <a:ext uri="{FF2B5EF4-FFF2-40B4-BE49-F238E27FC236}">
                  <a16:creationId xmlns:a16="http://schemas.microsoft.com/office/drawing/2014/main" id="{93E28E78-2BED-4CCB-87E1-AA34F855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632"/>
              <a:ext cx="36" cy="33"/>
            </a:xfrm>
            <a:custGeom>
              <a:avLst/>
              <a:gdLst>
                <a:gd name="T0" fmla="*/ 0 w 26"/>
                <a:gd name="T1" fmla="*/ 56 h 23"/>
                <a:gd name="T2" fmla="*/ 96 w 26"/>
                <a:gd name="T3" fmla="*/ 128 h 23"/>
                <a:gd name="T4" fmla="*/ 111 w 2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3">
                  <a:moveTo>
                    <a:pt x="0" y="9"/>
                  </a:moveTo>
                  <a:cubicBezTo>
                    <a:pt x="3" y="13"/>
                    <a:pt x="13" y="23"/>
                    <a:pt x="19" y="21"/>
                  </a:cubicBezTo>
                  <a:cubicBezTo>
                    <a:pt x="26" y="19"/>
                    <a:pt x="23" y="6"/>
                    <a:pt x="22" y="0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24" name="Freeform 951">
              <a:extLst>
                <a:ext uri="{FF2B5EF4-FFF2-40B4-BE49-F238E27FC236}">
                  <a16:creationId xmlns:a16="http://schemas.microsoft.com/office/drawing/2014/main" id="{4009D409-B645-4CB6-A33F-027597987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604"/>
              <a:ext cx="50" cy="35"/>
            </a:xfrm>
            <a:custGeom>
              <a:avLst/>
              <a:gdLst>
                <a:gd name="T0" fmla="*/ 0 w 36"/>
                <a:gd name="T1" fmla="*/ 67 h 25"/>
                <a:gd name="T2" fmla="*/ 49 w 36"/>
                <a:gd name="T3" fmla="*/ 136 h 25"/>
                <a:gd name="T4" fmla="*/ 115 w 36"/>
                <a:gd name="T5" fmla="*/ 39 h 25"/>
                <a:gd name="T6" fmla="*/ 157 w 36"/>
                <a:gd name="T7" fmla="*/ 104 h 25"/>
                <a:gd name="T8" fmla="*/ 185 w 36"/>
                <a:gd name="T9" fmla="*/ 1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5">
                  <a:moveTo>
                    <a:pt x="0" y="12"/>
                  </a:moveTo>
                  <a:cubicBezTo>
                    <a:pt x="2" y="17"/>
                    <a:pt x="5" y="22"/>
                    <a:pt x="9" y="25"/>
                  </a:cubicBezTo>
                  <a:cubicBezTo>
                    <a:pt x="13" y="19"/>
                    <a:pt x="14" y="0"/>
                    <a:pt x="22" y="7"/>
                  </a:cubicBezTo>
                  <a:cubicBezTo>
                    <a:pt x="25" y="9"/>
                    <a:pt x="23" y="21"/>
                    <a:pt x="30" y="19"/>
                  </a:cubicBezTo>
                  <a:cubicBezTo>
                    <a:pt x="35" y="18"/>
                    <a:pt x="35" y="7"/>
                    <a:pt x="36" y="3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25" name="Freeform 952">
              <a:extLst>
                <a:ext uri="{FF2B5EF4-FFF2-40B4-BE49-F238E27FC236}">
                  <a16:creationId xmlns:a16="http://schemas.microsoft.com/office/drawing/2014/main" id="{2C3DEA70-C4B6-43ED-A5D5-A3361B6BE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435"/>
              <a:ext cx="46" cy="32"/>
            </a:xfrm>
            <a:custGeom>
              <a:avLst/>
              <a:gdLst>
                <a:gd name="T0" fmla="*/ 0 w 33"/>
                <a:gd name="T1" fmla="*/ 56 h 23"/>
                <a:gd name="T2" fmla="*/ 84 w 33"/>
                <a:gd name="T3" fmla="*/ 122 h 23"/>
                <a:gd name="T4" fmla="*/ 95 w 33"/>
                <a:gd name="T5" fmla="*/ 0 h 23"/>
                <a:gd name="T6" fmla="*/ 173 w 33"/>
                <a:gd name="T7" fmla="*/ 9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0" y="11"/>
                  </a:moveTo>
                  <a:cubicBezTo>
                    <a:pt x="7" y="13"/>
                    <a:pt x="9" y="22"/>
                    <a:pt x="16" y="23"/>
                  </a:cubicBezTo>
                  <a:cubicBezTo>
                    <a:pt x="19" y="16"/>
                    <a:pt x="18" y="8"/>
                    <a:pt x="18" y="0"/>
                  </a:cubicBezTo>
                  <a:cubicBezTo>
                    <a:pt x="26" y="2"/>
                    <a:pt x="27" y="13"/>
                    <a:pt x="33" y="18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26" name="Freeform 953">
              <a:extLst>
                <a:ext uri="{FF2B5EF4-FFF2-40B4-BE49-F238E27FC236}">
                  <a16:creationId xmlns:a16="http://schemas.microsoft.com/office/drawing/2014/main" id="{3F687A0E-346A-4B93-A4A2-5DAF3D916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390"/>
              <a:ext cx="25" cy="28"/>
            </a:xfrm>
            <a:custGeom>
              <a:avLst/>
              <a:gdLst>
                <a:gd name="T0" fmla="*/ 0 w 18"/>
                <a:gd name="T1" fmla="*/ 49 h 20"/>
                <a:gd name="T2" fmla="*/ 89 w 18"/>
                <a:gd name="T3" fmla="*/ 108 h 20"/>
                <a:gd name="T4" fmla="*/ 64 w 1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0" y="9"/>
                  </a:moveTo>
                  <a:cubicBezTo>
                    <a:pt x="5" y="13"/>
                    <a:pt x="10" y="20"/>
                    <a:pt x="17" y="20"/>
                  </a:cubicBezTo>
                  <a:cubicBezTo>
                    <a:pt x="18" y="13"/>
                    <a:pt x="12" y="5"/>
                    <a:pt x="12" y="0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27" name="Freeform 954">
              <a:extLst>
                <a:ext uri="{FF2B5EF4-FFF2-40B4-BE49-F238E27FC236}">
                  <a16:creationId xmlns:a16="http://schemas.microsoft.com/office/drawing/2014/main" id="{D85ECF9B-F3D5-4067-8289-25C9F7323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318"/>
              <a:ext cx="21" cy="17"/>
            </a:xfrm>
            <a:custGeom>
              <a:avLst/>
              <a:gdLst>
                <a:gd name="T0" fmla="*/ 80 w 15"/>
                <a:gd name="T1" fmla="*/ 0 h 12"/>
                <a:gd name="T2" fmla="*/ 0 w 15"/>
                <a:gd name="T3" fmla="*/ 6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10" y="1"/>
                    <a:pt x="2" y="9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28" name="Freeform 955">
              <a:extLst>
                <a:ext uri="{FF2B5EF4-FFF2-40B4-BE49-F238E27FC236}">
                  <a16:creationId xmlns:a16="http://schemas.microsoft.com/office/drawing/2014/main" id="{541446A6-42EB-4C33-BE06-C00AF585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377"/>
              <a:ext cx="12" cy="21"/>
            </a:xfrm>
            <a:custGeom>
              <a:avLst/>
              <a:gdLst>
                <a:gd name="T0" fmla="*/ 0 w 9"/>
                <a:gd name="T1" fmla="*/ 80 h 15"/>
                <a:gd name="T2" fmla="*/ 37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15"/>
                  </a:moveTo>
                  <a:cubicBezTo>
                    <a:pt x="5" y="13"/>
                    <a:pt x="6" y="5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29" name="Freeform 956">
              <a:extLst>
                <a:ext uri="{FF2B5EF4-FFF2-40B4-BE49-F238E27FC236}">
                  <a16:creationId xmlns:a16="http://schemas.microsoft.com/office/drawing/2014/main" id="{7E71BBC0-8EFD-45F6-B7B9-49C3314AD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220"/>
              <a:ext cx="25" cy="32"/>
            </a:xfrm>
            <a:custGeom>
              <a:avLst/>
              <a:gdLst>
                <a:gd name="T0" fmla="*/ 36 w 18"/>
                <a:gd name="T1" fmla="*/ 0 h 23"/>
                <a:gd name="T2" fmla="*/ 29 w 18"/>
                <a:gd name="T3" fmla="*/ 109 h 23"/>
                <a:gd name="T4" fmla="*/ 94 w 18"/>
                <a:gd name="T5" fmla="*/ 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7" y="0"/>
                  </a:moveTo>
                  <a:cubicBezTo>
                    <a:pt x="7" y="4"/>
                    <a:pt x="0" y="19"/>
                    <a:pt x="6" y="21"/>
                  </a:cubicBezTo>
                  <a:cubicBezTo>
                    <a:pt x="12" y="23"/>
                    <a:pt x="15" y="6"/>
                    <a:pt x="18" y="3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30" name="Freeform 957">
              <a:extLst>
                <a:ext uri="{FF2B5EF4-FFF2-40B4-BE49-F238E27FC236}">
                  <a16:creationId xmlns:a16="http://schemas.microsoft.com/office/drawing/2014/main" id="{5978C48F-1013-494F-87FD-D2988F3D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422"/>
              <a:ext cx="15" cy="14"/>
            </a:xfrm>
            <a:custGeom>
              <a:avLst/>
              <a:gdLst>
                <a:gd name="T0" fmla="*/ 0 w 10"/>
                <a:gd name="T1" fmla="*/ 55 h 10"/>
                <a:gd name="T2" fmla="*/ 8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3" y="6"/>
                    <a:pt x="5" y="2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31" name="Freeform 958">
              <a:extLst>
                <a:ext uri="{FF2B5EF4-FFF2-40B4-BE49-F238E27FC236}">
                  <a16:creationId xmlns:a16="http://schemas.microsoft.com/office/drawing/2014/main" id="{78C327C1-8B13-40A5-826B-907DDD2C2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341"/>
              <a:ext cx="15" cy="16"/>
            </a:xfrm>
            <a:custGeom>
              <a:avLst/>
              <a:gdLst>
                <a:gd name="T0" fmla="*/ 50 w 11"/>
                <a:gd name="T1" fmla="*/ 0 h 12"/>
                <a:gd name="T2" fmla="*/ 0 w 11"/>
                <a:gd name="T3" fmla="*/ 4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3" y="8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F7DA4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32" name="Freeform 959">
              <a:extLst>
                <a:ext uri="{FF2B5EF4-FFF2-40B4-BE49-F238E27FC236}">
                  <a16:creationId xmlns:a16="http://schemas.microsoft.com/office/drawing/2014/main" id="{DB22415D-643E-4254-9030-8C15F3CB7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167"/>
              <a:ext cx="160" cy="44"/>
            </a:xfrm>
            <a:custGeom>
              <a:avLst/>
              <a:gdLst>
                <a:gd name="T0" fmla="*/ 0 w 114"/>
                <a:gd name="T1" fmla="*/ 84 h 32"/>
                <a:gd name="T2" fmla="*/ 97 w 114"/>
                <a:gd name="T3" fmla="*/ 105 h 32"/>
                <a:gd name="T4" fmla="*/ 174 w 114"/>
                <a:gd name="T5" fmla="*/ 160 h 32"/>
                <a:gd name="T6" fmla="*/ 240 w 114"/>
                <a:gd name="T7" fmla="*/ 117 h 32"/>
                <a:gd name="T8" fmla="*/ 376 w 114"/>
                <a:gd name="T9" fmla="*/ 76 h 32"/>
                <a:gd name="T10" fmla="*/ 516 w 114"/>
                <a:gd name="T11" fmla="*/ 44 h 32"/>
                <a:gd name="T12" fmla="*/ 623 w 114"/>
                <a:gd name="T13" fmla="*/ 15 h 32"/>
                <a:gd name="T14" fmla="*/ 540 w 114"/>
                <a:gd name="T15" fmla="*/ 1 h 32"/>
                <a:gd name="T16" fmla="*/ 431 w 114"/>
                <a:gd name="T17" fmla="*/ 15 h 32"/>
                <a:gd name="T18" fmla="*/ 225 w 114"/>
                <a:gd name="T19" fmla="*/ 50 h 32"/>
                <a:gd name="T20" fmla="*/ 94 w 114"/>
                <a:gd name="T21" fmla="*/ 69 h 32"/>
                <a:gd name="T22" fmla="*/ 0 w 114"/>
                <a:gd name="T23" fmla="*/ 77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32">
                  <a:moveTo>
                    <a:pt x="0" y="17"/>
                  </a:moveTo>
                  <a:cubicBezTo>
                    <a:pt x="0" y="17"/>
                    <a:pt x="15" y="19"/>
                    <a:pt x="18" y="21"/>
                  </a:cubicBezTo>
                  <a:cubicBezTo>
                    <a:pt x="24" y="23"/>
                    <a:pt x="28" y="28"/>
                    <a:pt x="32" y="32"/>
                  </a:cubicBezTo>
                  <a:cubicBezTo>
                    <a:pt x="36" y="29"/>
                    <a:pt x="40" y="26"/>
                    <a:pt x="44" y="24"/>
                  </a:cubicBezTo>
                  <a:cubicBezTo>
                    <a:pt x="52" y="19"/>
                    <a:pt x="60" y="17"/>
                    <a:pt x="69" y="15"/>
                  </a:cubicBezTo>
                  <a:cubicBezTo>
                    <a:pt x="77" y="12"/>
                    <a:pt x="86" y="10"/>
                    <a:pt x="95" y="9"/>
                  </a:cubicBezTo>
                  <a:cubicBezTo>
                    <a:pt x="100" y="7"/>
                    <a:pt x="109" y="6"/>
                    <a:pt x="114" y="3"/>
                  </a:cubicBezTo>
                  <a:cubicBezTo>
                    <a:pt x="112" y="0"/>
                    <a:pt x="103" y="1"/>
                    <a:pt x="99" y="1"/>
                  </a:cubicBezTo>
                  <a:cubicBezTo>
                    <a:pt x="92" y="0"/>
                    <a:pt x="85" y="2"/>
                    <a:pt x="79" y="3"/>
                  </a:cubicBezTo>
                  <a:cubicBezTo>
                    <a:pt x="66" y="6"/>
                    <a:pt x="54" y="8"/>
                    <a:pt x="41" y="10"/>
                  </a:cubicBezTo>
                  <a:cubicBezTo>
                    <a:pt x="34" y="12"/>
                    <a:pt x="25" y="13"/>
                    <a:pt x="17" y="14"/>
                  </a:cubicBezTo>
                  <a:cubicBezTo>
                    <a:pt x="12" y="14"/>
                    <a:pt x="3" y="13"/>
                    <a:pt x="0" y="16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33" name="Freeform 960">
              <a:extLst>
                <a:ext uri="{FF2B5EF4-FFF2-40B4-BE49-F238E27FC236}">
                  <a16:creationId xmlns:a16="http://schemas.microsoft.com/office/drawing/2014/main" id="{8E9FF7E5-591F-42F5-9A1B-1298549C7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077"/>
              <a:ext cx="56" cy="67"/>
            </a:xfrm>
            <a:custGeom>
              <a:avLst/>
              <a:gdLst>
                <a:gd name="T0" fmla="*/ 1 w 40"/>
                <a:gd name="T1" fmla="*/ 21 h 48"/>
                <a:gd name="T2" fmla="*/ 214 w 40"/>
                <a:gd name="T3" fmla="*/ 103 h 48"/>
                <a:gd name="T4" fmla="*/ 15 w 40"/>
                <a:gd name="T5" fmla="*/ 241 h 48"/>
                <a:gd name="T6" fmla="*/ 112 w 40"/>
                <a:gd name="T7" fmla="*/ 163 h 48"/>
                <a:gd name="T8" fmla="*/ 97 w 40"/>
                <a:gd name="T9" fmla="*/ 95 h 48"/>
                <a:gd name="T10" fmla="*/ 0 w 40"/>
                <a:gd name="T11" fmla="*/ 21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8">
                  <a:moveTo>
                    <a:pt x="1" y="4"/>
                  </a:moveTo>
                  <a:cubicBezTo>
                    <a:pt x="14" y="0"/>
                    <a:pt x="40" y="1"/>
                    <a:pt x="40" y="19"/>
                  </a:cubicBezTo>
                  <a:cubicBezTo>
                    <a:pt x="39" y="36"/>
                    <a:pt x="18" y="48"/>
                    <a:pt x="3" y="46"/>
                  </a:cubicBezTo>
                  <a:cubicBezTo>
                    <a:pt x="9" y="42"/>
                    <a:pt x="19" y="39"/>
                    <a:pt x="21" y="31"/>
                  </a:cubicBezTo>
                  <a:cubicBezTo>
                    <a:pt x="22" y="27"/>
                    <a:pt x="20" y="21"/>
                    <a:pt x="18" y="18"/>
                  </a:cubicBezTo>
                  <a:cubicBezTo>
                    <a:pt x="15" y="13"/>
                    <a:pt x="6" y="5"/>
                    <a:pt x="0" y="4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34" name="Freeform 961">
              <a:extLst>
                <a:ext uri="{FF2B5EF4-FFF2-40B4-BE49-F238E27FC236}">
                  <a16:creationId xmlns:a16="http://schemas.microsoft.com/office/drawing/2014/main" id="{431C22B3-53AF-48DD-8D1B-7E1F63B3D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002"/>
              <a:ext cx="51" cy="72"/>
            </a:xfrm>
            <a:custGeom>
              <a:avLst/>
              <a:gdLst>
                <a:gd name="T0" fmla="*/ 182 w 37"/>
                <a:gd name="T1" fmla="*/ 11 h 51"/>
                <a:gd name="T2" fmla="*/ 105 w 37"/>
                <a:gd name="T3" fmla="*/ 49 h 51"/>
                <a:gd name="T4" fmla="*/ 29 w 37"/>
                <a:gd name="T5" fmla="*/ 137 h 51"/>
                <a:gd name="T6" fmla="*/ 154 w 37"/>
                <a:gd name="T7" fmla="*/ 287 h 51"/>
                <a:gd name="T8" fmla="*/ 90 w 37"/>
                <a:gd name="T9" fmla="*/ 112 h 51"/>
                <a:gd name="T10" fmla="*/ 181 w 37"/>
                <a:gd name="T11" fmla="*/ 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1">
                  <a:moveTo>
                    <a:pt x="37" y="2"/>
                  </a:moveTo>
                  <a:cubicBezTo>
                    <a:pt x="32" y="0"/>
                    <a:pt x="24" y="6"/>
                    <a:pt x="21" y="9"/>
                  </a:cubicBezTo>
                  <a:cubicBezTo>
                    <a:pt x="15" y="13"/>
                    <a:pt x="8" y="18"/>
                    <a:pt x="6" y="25"/>
                  </a:cubicBezTo>
                  <a:cubicBezTo>
                    <a:pt x="0" y="42"/>
                    <a:pt x="19" y="46"/>
                    <a:pt x="31" y="51"/>
                  </a:cubicBezTo>
                  <a:cubicBezTo>
                    <a:pt x="16" y="45"/>
                    <a:pt x="13" y="33"/>
                    <a:pt x="18" y="20"/>
                  </a:cubicBezTo>
                  <a:cubicBezTo>
                    <a:pt x="22" y="12"/>
                    <a:pt x="28" y="4"/>
                    <a:pt x="36" y="1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35" name="Freeform 962">
              <a:extLst>
                <a:ext uri="{FF2B5EF4-FFF2-40B4-BE49-F238E27FC236}">
                  <a16:creationId xmlns:a16="http://schemas.microsoft.com/office/drawing/2014/main" id="{B52B5831-5BEF-47CB-BD43-D89A7958C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196"/>
              <a:ext cx="34" cy="166"/>
            </a:xfrm>
            <a:custGeom>
              <a:avLst/>
              <a:gdLst>
                <a:gd name="T0" fmla="*/ 0 w 24"/>
                <a:gd name="T1" fmla="*/ 646 h 118"/>
                <a:gd name="T2" fmla="*/ 135 w 24"/>
                <a:gd name="T3" fmla="*/ 636 h 118"/>
                <a:gd name="T4" fmla="*/ 122 w 24"/>
                <a:gd name="T5" fmla="*/ 568 h 118"/>
                <a:gd name="T6" fmla="*/ 105 w 24"/>
                <a:gd name="T7" fmla="*/ 473 h 118"/>
                <a:gd name="T8" fmla="*/ 95 w 24"/>
                <a:gd name="T9" fmla="*/ 269 h 118"/>
                <a:gd name="T10" fmla="*/ 95 w 24"/>
                <a:gd name="T11" fmla="*/ 97 h 118"/>
                <a:gd name="T12" fmla="*/ 105 w 24"/>
                <a:gd name="T13" fmla="*/ 0 h 118"/>
                <a:gd name="T14" fmla="*/ 67 w 24"/>
                <a:gd name="T15" fmla="*/ 242 h 118"/>
                <a:gd name="T16" fmla="*/ 40 w 24"/>
                <a:gd name="T17" fmla="*/ 446 h 118"/>
                <a:gd name="T18" fmla="*/ 13 w 24"/>
                <a:gd name="T19" fmla="*/ 651 h 1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18">
                  <a:moveTo>
                    <a:pt x="0" y="117"/>
                  </a:moveTo>
                  <a:cubicBezTo>
                    <a:pt x="7" y="112"/>
                    <a:pt x="16" y="113"/>
                    <a:pt x="23" y="115"/>
                  </a:cubicBezTo>
                  <a:cubicBezTo>
                    <a:pt x="24" y="111"/>
                    <a:pt x="22" y="107"/>
                    <a:pt x="21" y="103"/>
                  </a:cubicBezTo>
                  <a:cubicBezTo>
                    <a:pt x="20" y="97"/>
                    <a:pt x="19" y="91"/>
                    <a:pt x="18" y="86"/>
                  </a:cubicBezTo>
                  <a:cubicBezTo>
                    <a:pt x="16" y="74"/>
                    <a:pt x="16" y="61"/>
                    <a:pt x="16" y="49"/>
                  </a:cubicBezTo>
                  <a:cubicBezTo>
                    <a:pt x="16" y="39"/>
                    <a:pt x="15" y="29"/>
                    <a:pt x="16" y="18"/>
                  </a:cubicBezTo>
                  <a:cubicBezTo>
                    <a:pt x="16" y="12"/>
                    <a:pt x="17" y="5"/>
                    <a:pt x="18" y="0"/>
                  </a:cubicBezTo>
                  <a:cubicBezTo>
                    <a:pt x="15" y="15"/>
                    <a:pt x="12" y="29"/>
                    <a:pt x="11" y="44"/>
                  </a:cubicBezTo>
                  <a:cubicBezTo>
                    <a:pt x="9" y="56"/>
                    <a:pt x="9" y="69"/>
                    <a:pt x="7" y="81"/>
                  </a:cubicBezTo>
                  <a:cubicBezTo>
                    <a:pt x="5" y="93"/>
                    <a:pt x="1" y="106"/>
                    <a:pt x="2" y="118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36" name="Freeform 963">
              <a:extLst>
                <a:ext uri="{FF2B5EF4-FFF2-40B4-BE49-F238E27FC236}">
                  <a16:creationId xmlns:a16="http://schemas.microsoft.com/office/drawing/2014/main" id="{85A91D9A-002E-4950-A0EC-9EAB73E45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405"/>
              <a:ext cx="50" cy="65"/>
            </a:xfrm>
            <a:custGeom>
              <a:avLst/>
              <a:gdLst>
                <a:gd name="T0" fmla="*/ 64 w 36"/>
                <a:gd name="T1" fmla="*/ 33 h 46"/>
                <a:gd name="T2" fmla="*/ 172 w 36"/>
                <a:gd name="T3" fmla="*/ 57 h 46"/>
                <a:gd name="T4" fmla="*/ 133 w 36"/>
                <a:gd name="T5" fmla="*/ 93 h 46"/>
                <a:gd name="T6" fmla="*/ 83 w 36"/>
                <a:gd name="T7" fmla="*/ 146 h 46"/>
                <a:gd name="T8" fmla="*/ 0 w 36"/>
                <a:gd name="T9" fmla="*/ 260 h 46"/>
                <a:gd name="T10" fmla="*/ 68 w 36"/>
                <a:gd name="T11" fmla="*/ 23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6">
                  <a:moveTo>
                    <a:pt x="12" y="6"/>
                  </a:moveTo>
                  <a:cubicBezTo>
                    <a:pt x="17" y="3"/>
                    <a:pt x="36" y="0"/>
                    <a:pt x="33" y="10"/>
                  </a:cubicBezTo>
                  <a:cubicBezTo>
                    <a:pt x="32" y="12"/>
                    <a:pt x="27" y="15"/>
                    <a:pt x="26" y="16"/>
                  </a:cubicBezTo>
                  <a:cubicBezTo>
                    <a:pt x="23" y="20"/>
                    <a:pt x="20" y="23"/>
                    <a:pt x="16" y="26"/>
                  </a:cubicBezTo>
                  <a:cubicBezTo>
                    <a:pt x="10" y="31"/>
                    <a:pt x="2" y="37"/>
                    <a:pt x="0" y="46"/>
                  </a:cubicBezTo>
                  <a:cubicBezTo>
                    <a:pt x="1" y="32"/>
                    <a:pt x="11" y="18"/>
                    <a:pt x="13" y="4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37" name="Freeform 964">
              <a:extLst>
                <a:ext uri="{FF2B5EF4-FFF2-40B4-BE49-F238E27FC236}">
                  <a16:creationId xmlns:a16="http://schemas.microsoft.com/office/drawing/2014/main" id="{7E16EBA3-BC85-4C9C-B51F-E867A4F1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524"/>
              <a:ext cx="74" cy="52"/>
            </a:xfrm>
            <a:custGeom>
              <a:avLst/>
              <a:gdLst>
                <a:gd name="T0" fmla="*/ 218 w 53"/>
                <a:gd name="T1" fmla="*/ 0 h 37"/>
                <a:gd name="T2" fmla="*/ 281 w 53"/>
                <a:gd name="T3" fmla="*/ 67 h 37"/>
                <a:gd name="T4" fmla="*/ 0 w 53"/>
                <a:gd name="T5" fmla="*/ 204 h 37"/>
                <a:gd name="T6" fmla="*/ 147 w 53"/>
                <a:gd name="T7" fmla="*/ 59 h 37"/>
                <a:gd name="T8" fmla="*/ 212 w 53"/>
                <a:gd name="T9" fmla="*/ 1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7">
                  <a:moveTo>
                    <a:pt x="41" y="0"/>
                  </a:moveTo>
                  <a:cubicBezTo>
                    <a:pt x="45" y="4"/>
                    <a:pt x="53" y="3"/>
                    <a:pt x="53" y="12"/>
                  </a:cubicBezTo>
                  <a:cubicBezTo>
                    <a:pt x="36" y="2"/>
                    <a:pt x="14" y="32"/>
                    <a:pt x="0" y="37"/>
                  </a:cubicBezTo>
                  <a:cubicBezTo>
                    <a:pt x="8" y="28"/>
                    <a:pt x="18" y="19"/>
                    <a:pt x="28" y="11"/>
                  </a:cubicBezTo>
                  <a:cubicBezTo>
                    <a:pt x="31" y="8"/>
                    <a:pt x="35" y="3"/>
                    <a:pt x="40" y="2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38" name="Freeform 965">
              <a:extLst>
                <a:ext uri="{FF2B5EF4-FFF2-40B4-BE49-F238E27FC236}">
                  <a16:creationId xmlns:a16="http://schemas.microsoft.com/office/drawing/2014/main" id="{65159EE1-702B-4C92-AF1C-A5DB0D527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623"/>
              <a:ext cx="94" cy="47"/>
            </a:xfrm>
            <a:custGeom>
              <a:avLst/>
              <a:gdLst>
                <a:gd name="T0" fmla="*/ 355 w 67"/>
                <a:gd name="T1" fmla="*/ 1 h 34"/>
                <a:gd name="T2" fmla="*/ 365 w 67"/>
                <a:gd name="T3" fmla="*/ 109 h 34"/>
                <a:gd name="T4" fmla="*/ 199 w 67"/>
                <a:gd name="T5" fmla="*/ 105 h 34"/>
                <a:gd name="T6" fmla="*/ 0 w 67"/>
                <a:gd name="T7" fmla="*/ 171 h 34"/>
                <a:gd name="T8" fmla="*/ 199 w 67"/>
                <a:gd name="T9" fmla="*/ 66 h 34"/>
                <a:gd name="T10" fmla="*/ 355 w 67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4">
                  <a:moveTo>
                    <a:pt x="65" y="1"/>
                  </a:moveTo>
                  <a:cubicBezTo>
                    <a:pt x="55" y="0"/>
                    <a:pt x="58" y="20"/>
                    <a:pt x="67" y="22"/>
                  </a:cubicBezTo>
                  <a:cubicBezTo>
                    <a:pt x="57" y="19"/>
                    <a:pt x="46" y="17"/>
                    <a:pt x="36" y="21"/>
                  </a:cubicBezTo>
                  <a:cubicBezTo>
                    <a:pt x="24" y="26"/>
                    <a:pt x="13" y="32"/>
                    <a:pt x="0" y="34"/>
                  </a:cubicBezTo>
                  <a:cubicBezTo>
                    <a:pt x="12" y="27"/>
                    <a:pt x="24" y="19"/>
                    <a:pt x="36" y="13"/>
                  </a:cubicBezTo>
                  <a:cubicBezTo>
                    <a:pt x="45" y="8"/>
                    <a:pt x="56" y="4"/>
                    <a:pt x="65" y="0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39" name="Freeform 966">
              <a:extLst>
                <a:ext uri="{FF2B5EF4-FFF2-40B4-BE49-F238E27FC236}">
                  <a16:creationId xmlns:a16="http://schemas.microsoft.com/office/drawing/2014/main" id="{DCCECBD0-7CD4-41C6-81C8-50F98D6AA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070"/>
              <a:ext cx="49" cy="137"/>
            </a:xfrm>
            <a:custGeom>
              <a:avLst/>
              <a:gdLst>
                <a:gd name="T0" fmla="*/ 190 w 35"/>
                <a:gd name="T1" fmla="*/ 0 h 97"/>
                <a:gd name="T2" fmla="*/ 57 w 35"/>
                <a:gd name="T3" fmla="*/ 545 h 97"/>
                <a:gd name="T4" fmla="*/ 77 w 35"/>
                <a:gd name="T5" fmla="*/ 232 h 97"/>
                <a:gd name="T6" fmla="*/ 151 w 35"/>
                <a:gd name="T7" fmla="*/ 1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7">
                  <a:moveTo>
                    <a:pt x="35" y="0"/>
                  </a:moveTo>
                  <a:cubicBezTo>
                    <a:pt x="0" y="13"/>
                    <a:pt x="1" y="68"/>
                    <a:pt x="11" y="97"/>
                  </a:cubicBezTo>
                  <a:cubicBezTo>
                    <a:pt x="14" y="79"/>
                    <a:pt x="9" y="60"/>
                    <a:pt x="14" y="41"/>
                  </a:cubicBezTo>
                  <a:cubicBezTo>
                    <a:pt x="16" y="30"/>
                    <a:pt x="19" y="8"/>
                    <a:pt x="28" y="1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40" name="Freeform 967">
              <a:extLst>
                <a:ext uri="{FF2B5EF4-FFF2-40B4-BE49-F238E27FC236}">
                  <a16:creationId xmlns:a16="http://schemas.microsoft.com/office/drawing/2014/main" id="{05CDA4DC-DD61-4E53-983D-03C440578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738"/>
              <a:ext cx="84" cy="173"/>
            </a:xfrm>
            <a:custGeom>
              <a:avLst/>
              <a:gdLst>
                <a:gd name="T0" fmla="*/ 318 w 60"/>
                <a:gd name="T1" fmla="*/ 0 h 123"/>
                <a:gd name="T2" fmla="*/ 220 w 60"/>
                <a:gd name="T3" fmla="*/ 340 h 123"/>
                <a:gd name="T4" fmla="*/ 0 w 60"/>
                <a:gd name="T5" fmla="*/ 677 h 123"/>
                <a:gd name="T6" fmla="*/ 273 w 60"/>
                <a:gd name="T7" fmla="*/ 326 h 123"/>
                <a:gd name="T8" fmla="*/ 309 w 60"/>
                <a:gd name="T9" fmla="*/ 42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23">
                  <a:moveTo>
                    <a:pt x="59" y="0"/>
                  </a:moveTo>
                  <a:cubicBezTo>
                    <a:pt x="60" y="20"/>
                    <a:pt x="49" y="44"/>
                    <a:pt x="41" y="62"/>
                  </a:cubicBezTo>
                  <a:cubicBezTo>
                    <a:pt x="31" y="86"/>
                    <a:pt x="14" y="102"/>
                    <a:pt x="0" y="123"/>
                  </a:cubicBezTo>
                  <a:cubicBezTo>
                    <a:pt x="17" y="102"/>
                    <a:pt x="42" y="84"/>
                    <a:pt x="51" y="59"/>
                  </a:cubicBezTo>
                  <a:cubicBezTo>
                    <a:pt x="57" y="42"/>
                    <a:pt x="59" y="26"/>
                    <a:pt x="58" y="8"/>
                  </a:cubicBezTo>
                </a:path>
              </a:pathLst>
            </a:custGeom>
            <a:solidFill>
              <a:srgbClr val="C7E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41" name="Freeform 968">
              <a:extLst>
                <a:ext uri="{FF2B5EF4-FFF2-40B4-BE49-F238E27FC236}">
                  <a16:creationId xmlns:a16="http://schemas.microsoft.com/office/drawing/2014/main" id="{2E353D5A-7993-4E4E-84C0-C08A6F991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143"/>
              <a:ext cx="35" cy="190"/>
            </a:xfrm>
            <a:custGeom>
              <a:avLst/>
              <a:gdLst>
                <a:gd name="T0" fmla="*/ 108 w 25"/>
                <a:gd name="T1" fmla="*/ 0 h 135"/>
                <a:gd name="T2" fmla="*/ 80 w 25"/>
                <a:gd name="T3" fmla="*/ 376 h 135"/>
                <a:gd name="T4" fmla="*/ 0 w 25"/>
                <a:gd name="T5" fmla="*/ 745 h 135"/>
                <a:gd name="T6" fmla="*/ 123 w 25"/>
                <a:gd name="T7" fmla="*/ 296 h 135"/>
                <a:gd name="T8" fmla="*/ 108 w 25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5">
                  <a:moveTo>
                    <a:pt x="20" y="0"/>
                  </a:moveTo>
                  <a:cubicBezTo>
                    <a:pt x="19" y="24"/>
                    <a:pt x="20" y="45"/>
                    <a:pt x="15" y="68"/>
                  </a:cubicBezTo>
                  <a:cubicBezTo>
                    <a:pt x="10" y="90"/>
                    <a:pt x="0" y="112"/>
                    <a:pt x="0" y="135"/>
                  </a:cubicBezTo>
                  <a:cubicBezTo>
                    <a:pt x="5" y="107"/>
                    <a:pt x="19" y="82"/>
                    <a:pt x="23" y="53"/>
                  </a:cubicBezTo>
                  <a:cubicBezTo>
                    <a:pt x="25" y="34"/>
                    <a:pt x="21" y="19"/>
                    <a:pt x="20" y="0"/>
                  </a:cubicBezTo>
                </a:path>
              </a:pathLst>
            </a:custGeom>
            <a:solidFill>
              <a:srgbClr val="F7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42" name="Freeform 969">
              <a:extLst>
                <a:ext uri="{FF2B5EF4-FFF2-40B4-BE49-F238E27FC236}">
                  <a16:creationId xmlns:a16="http://schemas.microsoft.com/office/drawing/2014/main" id="{8062E384-C07E-41B8-82DB-7D7079070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929"/>
              <a:ext cx="36" cy="153"/>
            </a:xfrm>
            <a:custGeom>
              <a:avLst/>
              <a:gdLst>
                <a:gd name="T0" fmla="*/ 91 w 26"/>
                <a:gd name="T1" fmla="*/ 0 h 109"/>
                <a:gd name="T2" fmla="*/ 26 w 26"/>
                <a:gd name="T3" fmla="*/ 279 h 109"/>
                <a:gd name="T4" fmla="*/ 126 w 26"/>
                <a:gd name="T5" fmla="*/ 595 h 109"/>
                <a:gd name="T6" fmla="*/ 69 w 26"/>
                <a:gd name="T7" fmla="*/ 49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09">
                  <a:moveTo>
                    <a:pt x="18" y="0"/>
                  </a:moveTo>
                  <a:cubicBezTo>
                    <a:pt x="12" y="16"/>
                    <a:pt x="4" y="34"/>
                    <a:pt x="5" y="51"/>
                  </a:cubicBezTo>
                  <a:cubicBezTo>
                    <a:pt x="7" y="71"/>
                    <a:pt x="26" y="89"/>
                    <a:pt x="25" y="109"/>
                  </a:cubicBezTo>
                  <a:cubicBezTo>
                    <a:pt x="19" y="75"/>
                    <a:pt x="0" y="44"/>
                    <a:pt x="14" y="9"/>
                  </a:cubicBezTo>
                </a:path>
              </a:pathLst>
            </a:custGeom>
            <a:solidFill>
              <a:srgbClr val="F7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43" name="Freeform 970">
              <a:extLst>
                <a:ext uri="{FF2B5EF4-FFF2-40B4-BE49-F238E27FC236}">
                  <a16:creationId xmlns:a16="http://schemas.microsoft.com/office/drawing/2014/main" id="{31D9420D-5594-492C-95A2-416C76A2B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210"/>
              <a:ext cx="59" cy="53"/>
            </a:xfrm>
            <a:custGeom>
              <a:avLst/>
              <a:gdLst>
                <a:gd name="T0" fmla="*/ 219 w 42"/>
                <a:gd name="T1" fmla="*/ 0 h 38"/>
                <a:gd name="T2" fmla="*/ 0 w 42"/>
                <a:gd name="T3" fmla="*/ 198 h 38"/>
                <a:gd name="T4" fmla="*/ 199 w 42"/>
                <a:gd name="T5" fmla="*/ 159 h 38"/>
                <a:gd name="T6" fmla="*/ 225 w 42"/>
                <a:gd name="T7" fmla="*/ 28 h 38"/>
                <a:gd name="T8" fmla="*/ 219 w 42"/>
                <a:gd name="T9" fmla="*/ 2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40" y="0"/>
                  </a:moveTo>
                  <a:cubicBezTo>
                    <a:pt x="34" y="23"/>
                    <a:pt x="16" y="23"/>
                    <a:pt x="0" y="37"/>
                  </a:cubicBezTo>
                  <a:cubicBezTo>
                    <a:pt x="8" y="38"/>
                    <a:pt x="30" y="35"/>
                    <a:pt x="36" y="30"/>
                  </a:cubicBezTo>
                  <a:cubicBezTo>
                    <a:pt x="41" y="26"/>
                    <a:pt x="42" y="11"/>
                    <a:pt x="41" y="5"/>
                  </a:cubicBezTo>
                  <a:cubicBezTo>
                    <a:pt x="40" y="5"/>
                    <a:pt x="40" y="4"/>
                    <a:pt x="40" y="4"/>
                  </a:cubicBezTo>
                </a:path>
              </a:pathLst>
            </a:custGeom>
            <a:solidFill>
              <a:srgbClr val="F7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44" name="Freeform 971">
              <a:extLst>
                <a:ext uri="{FF2B5EF4-FFF2-40B4-BE49-F238E27FC236}">
                  <a16:creationId xmlns:a16="http://schemas.microsoft.com/office/drawing/2014/main" id="{B1CF0DED-9AB4-4C41-AA25-160F2CEE9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280"/>
              <a:ext cx="83" cy="30"/>
            </a:xfrm>
            <a:custGeom>
              <a:avLst/>
              <a:gdLst>
                <a:gd name="T0" fmla="*/ 0 w 59"/>
                <a:gd name="T1" fmla="*/ 0 h 21"/>
                <a:gd name="T2" fmla="*/ 108 w 59"/>
                <a:gd name="T3" fmla="*/ 120 h 21"/>
                <a:gd name="T4" fmla="*/ 326 w 59"/>
                <a:gd name="T5" fmla="*/ 87 h 21"/>
                <a:gd name="T6" fmla="*/ 165 w 59"/>
                <a:gd name="T7" fmla="*/ 39 h 21"/>
                <a:gd name="T8" fmla="*/ 15 w 59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1">
                  <a:moveTo>
                    <a:pt x="0" y="0"/>
                  </a:moveTo>
                  <a:cubicBezTo>
                    <a:pt x="9" y="3"/>
                    <a:pt x="19" y="10"/>
                    <a:pt x="20" y="20"/>
                  </a:cubicBezTo>
                  <a:cubicBezTo>
                    <a:pt x="31" y="20"/>
                    <a:pt x="49" y="21"/>
                    <a:pt x="59" y="15"/>
                  </a:cubicBezTo>
                  <a:cubicBezTo>
                    <a:pt x="52" y="9"/>
                    <a:pt x="39" y="8"/>
                    <a:pt x="30" y="6"/>
                  </a:cubicBezTo>
                  <a:cubicBezTo>
                    <a:pt x="21" y="3"/>
                    <a:pt x="13" y="3"/>
                    <a:pt x="3" y="3"/>
                  </a:cubicBezTo>
                </a:path>
              </a:pathLst>
            </a:custGeom>
            <a:solidFill>
              <a:srgbClr val="F7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45" name="Freeform 972">
              <a:extLst>
                <a:ext uri="{FF2B5EF4-FFF2-40B4-BE49-F238E27FC236}">
                  <a16:creationId xmlns:a16="http://schemas.microsoft.com/office/drawing/2014/main" id="{CB2A8D0A-563E-4904-B49C-544305FE5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408"/>
              <a:ext cx="192" cy="76"/>
            </a:xfrm>
            <a:custGeom>
              <a:avLst/>
              <a:gdLst>
                <a:gd name="T0" fmla="*/ 259 w 137"/>
                <a:gd name="T1" fmla="*/ 0 h 54"/>
                <a:gd name="T2" fmla="*/ 328 w 137"/>
                <a:gd name="T3" fmla="*/ 77 h 54"/>
                <a:gd name="T4" fmla="*/ 275 w 137"/>
                <a:gd name="T5" fmla="*/ 172 h 54"/>
                <a:gd name="T6" fmla="*/ 0 w 137"/>
                <a:gd name="T7" fmla="*/ 296 h 54"/>
                <a:gd name="T8" fmla="*/ 259 w 137"/>
                <a:gd name="T9" fmla="*/ 210 h 54"/>
                <a:gd name="T10" fmla="*/ 460 w 137"/>
                <a:gd name="T11" fmla="*/ 125 h 54"/>
                <a:gd name="T12" fmla="*/ 605 w 137"/>
                <a:gd name="T13" fmla="*/ 77 h 54"/>
                <a:gd name="T14" fmla="*/ 740 w 137"/>
                <a:gd name="T15" fmla="*/ 49 h 54"/>
                <a:gd name="T16" fmla="*/ 416 w 137"/>
                <a:gd name="T17" fmla="*/ 68 h 54"/>
                <a:gd name="T18" fmla="*/ 231 w 137"/>
                <a:gd name="T19" fmla="*/ 21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7" h="54">
                  <a:moveTo>
                    <a:pt x="48" y="0"/>
                  </a:moveTo>
                  <a:cubicBezTo>
                    <a:pt x="51" y="5"/>
                    <a:pt x="60" y="6"/>
                    <a:pt x="61" y="14"/>
                  </a:cubicBezTo>
                  <a:cubicBezTo>
                    <a:pt x="62" y="22"/>
                    <a:pt x="56" y="27"/>
                    <a:pt x="51" y="31"/>
                  </a:cubicBezTo>
                  <a:cubicBezTo>
                    <a:pt x="36" y="39"/>
                    <a:pt x="10" y="39"/>
                    <a:pt x="0" y="53"/>
                  </a:cubicBezTo>
                  <a:cubicBezTo>
                    <a:pt x="15" y="54"/>
                    <a:pt x="34" y="42"/>
                    <a:pt x="48" y="38"/>
                  </a:cubicBezTo>
                  <a:cubicBezTo>
                    <a:pt x="61" y="34"/>
                    <a:pt x="72" y="28"/>
                    <a:pt x="85" y="23"/>
                  </a:cubicBezTo>
                  <a:cubicBezTo>
                    <a:pt x="94" y="20"/>
                    <a:pt x="103" y="16"/>
                    <a:pt x="112" y="14"/>
                  </a:cubicBezTo>
                  <a:cubicBezTo>
                    <a:pt x="119" y="12"/>
                    <a:pt x="131" y="14"/>
                    <a:pt x="137" y="9"/>
                  </a:cubicBezTo>
                  <a:cubicBezTo>
                    <a:pt x="118" y="9"/>
                    <a:pt x="96" y="16"/>
                    <a:pt x="77" y="12"/>
                  </a:cubicBezTo>
                  <a:cubicBezTo>
                    <a:pt x="65" y="10"/>
                    <a:pt x="56" y="2"/>
                    <a:pt x="43" y="4"/>
                  </a:cubicBezTo>
                </a:path>
              </a:pathLst>
            </a:custGeom>
            <a:solidFill>
              <a:srgbClr val="F7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46" name="Freeform 973">
              <a:extLst>
                <a:ext uri="{FF2B5EF4-FFF2-40B4-BE49-F238E27FC236}">
                  <a16:creationId xmlns:a16="http://schemas.microsoft.com/office/drawing/2014/main" id="{4EE6D277-D7C5-4EFD-9087-E395B2D43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482"/>
              <a:ext cx="114" cy="61"/>
            </a:xfrm>
            <a:custGeom>
              <a:avLst/>
              <a:gdLst>
                <a:gd name="T0" fmla="*/ 341 w 81"/>
                <a:gd name="T1" fmla="*/ 1 h 43"/>
                <a:gd name="T2" fmla="*/ 210 w 81"/>
                <a:gd name="T3" fmla="*/ 149 h 43"/>
                <a:gd name="T4" fmla="*/ 0 w 81"/>
                <a:gd name="T5" fmla="*/ 234 h 43"/>
                <a:gd name="T6" fmla="*/ 349 w 81"/>
                <a:gd name="T7" fmla="*/ 123 h 43"/>
                <a:gd name="T8" fmla="*/ 336 w 81"/>
                <a:gd name="T9" fmla="*/ 1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3">
                  <a:moveTo>
                    <a:pt x="62" y="1"/>
                  </a:moveTo>
                  <a:cubicBezTo>
                    <a:pt x="61" y="11"/>
                    <a:pt x="46" y="22"/>
                    <a:pt x="38" y="26"/>
                  </a:cubicBezTo>
                  <a:cubicBezTo>
                    <a:pt x="27" y="31"/>
                    <a:pt x="8" y="31"/>
                    <a:pt x="0" y="41"/>
                  </a:cubicBezTo>
                  <a:cubicBezTo>
                    <a:pt x="18" y="43"/>
                    <a:pt x="48" y="32"/>
                    <a:pt x="63" y="21"/>
                  </a:cubicBezTo>
                  <a:cubicBezTo>
                    <a:pt x="75" y="13"/>
                    <a:pt x="81" y="0"/>
                    <a:pt x="61" y="2"/>
                  </a:cubicBezTo>
                </a:path>
              </a:pathLst>
            </a:custGeom>
            <a:solidFill>
              <a:srgbClr val="F7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47" name="Freeform 974">
              <a:extLst>
                <a:ext uri="{FF2B5EF4-FFF2-40B4-BE49-F238E27FC236}">
                  <a16:creationId xmlns:a16="http://schemas.microsoft.com/office/drawing/2014/main" id="{9ABC128C-93BD-44DD-8F5C-1F2D6E955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632"/>
              <a:ext cx="40" cy="20"/>
            </a:xfrm>
            <a:custGeom>
              <a:avLst/>
              <a:gdLst>
                <a:gd name="T0" fmla="*/ 166 w 28"/>
                <a:gd name="T1" fmla="*/ 0 h 14"/>
                <a:gd name="T2" fmla="*/ 0 w 28"/>
                <a:gd name="T3" fmla="*/ 84 h 14"/>
                <a:gd name="T4" fmla="*/ 163 w 28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28" y="0"/>
                  </a:moveTo>
                  <a:cubicBezTo>
                    <a:pt x="19" y="3"/>
                    <a:pt x="7" y="7"/>
                    <a:pt x="0" y="14"/>
                  </a:cubicBezTo>
                  <a:cubicBezTo>
                    <a:pt x="8" y="11"/>
                    <a:pt x="22" y="7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48" name="Freeform 975">
              <a:extLst>
                <a:ext uri="{FF2B5EF4-FFF2-40B4-BE49-F238E27FC236}">
                  <a16:creationId xmlns:a16="http://schemas.microsoft.com/office/drawing/2014/main" id="{6E70D82B-AC07-4D3A-B849-E99E1718D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419"/>
              <a:ext cx="12" cy="21"/>
            </a:xfrm>
            <a:custGeom>
              <a:avLst/>
              <a:gdLst>
                <a:gd name="T0" fmla="*/ 27 w 9"/>
                <a:gd name="T1" fmla="*/ 0 h 15"/>
                <a:gd name="T2" fmla="*/ 0 w 9"/>
                <a:gd name="T3" fmla="*/ 80 h 15"/>
                <a:gd name="T4" fmla="*/ 37 w 9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6" y="0"/>
                  </a:moveTo>
                  <a:cubicBezTo>
                    <a:pt x="6" y="5"/>
                    <a:pt x="0" y="9"/>
                    <a:pt x="0" y="15"/>
                  </a:cubicBezTo>
                  <a:cubicBezTo>
                    <a:pt x="4" y="10"/>
                    <a:pt x="7" y="7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49" name="Freeform 976">
              <a:extLst>
                <a:ext uri="{FF2B5EF4-FFF2-40B4-BE49-F238E27FC236}">
                  <a16:creationId xmlns:a16="http://schemas.microsoft.com/office/drawing/2014/main" id="{4D854997-EE21-414E-9181-58E18ADCA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495"/>
              <a:ext cx="52" cy="32"/>
            </a:xfrm>
            <a:custGeom>
              <a:avLst/>
              <a:gdLst>
                <a:gd name="T0" fmla="*/ 200 w 37"/>
                <a:gd name="T1" fmla="*/ 0 h 23"/>
                <a:gd name="T2" fmla="*/ 125 w 37"/>
                <a:gd name="T3" fmla="*/ 56 h 23"/>
                <a:gd name="T4" fmla="*/ 0 w 37"/>
                <a:gd name="T5" fmla="*/ 115 h 23"/>
                <a:gd name="T6" fmla="*/ 204 w 37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3">
                  <a:moveTo>
                    <a:pt x="36" y="0"/>
                  </a:moveTo>
                  <a:cubicBezTo>
                    <a:pt x="33" y="1"/>
                    <a:pt x="26" y="8"/>
                    <a:pt x="23" y="11"/>
                  </a:cubicBezTo>
                  <a:cubicBezTo>
                    <a:pt x="17" y="14"/>
                    <a:pt x="7" y="22"/>
                    <a:pt x="0" y="22"/>
                  </a:cubicBezTo>
                  <a:cubicBezTo>
                    <a:pt x="14" y="23"/>
                    <a:pt x="28" y="10"/>
                    <a:pt x="3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50" name="Freeform 977">
              <a:extLst>
                <a:ext uri="{FF2B5EF4-FFF2-40B4-BE49-F238E27FC236}">
                  <a16:creationId xmlns:a16="http://schemas.microsoft.com/office/drawing/2014/main" id="{C1ACBC4D-B275-440A-8581-AAF2E9D6A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451"/>
              <a:ext cx="62" cy="30"/>
            </a:xfrm>
            <a:custGeom>
              <a:avLst/>
              <a:gdLst>
                <a:gd name="T0" fmla="*/ 244 w 44"/>
                <a:gd name="T1" fmla="*/ 0 h 21"/>
                <a:gd name="T2" fmla="*/ 137 w 44"/>
                <a:gd name="T3" fmla="*/ 56 h 21"/>
                <a:gd name="T4" fmla="*/ 0 w 44"/>
                <a:gd name="T5" fmla="*/ 114 h 21"/>
                <a:gd name="T6" fmla="*/ 230 w 44"/>
                <a:gd name="T7" fmla="*/ 1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1">
                  <a:moveTo>
                    <a:pt x="44" y="0"/>
                  </a:moveTo>
                  <a:cubicBezTo>
                    <a:pt x="38" y="4"/>
                    <a:pt x="31" y="7"/>
                    <a:pt x="25" y="9"/>
                  </a:cubicBezTo>
                  <a:cubicBezTo>
                    <a:pt x="19" y="11"/>
                    <a:pt x="2" y="12"/>
                    <a:pt x="0" y="19"/>
                  </a:cubicBezTo>
                  <a:cubicBezTo>
                    <a:pt x="15" y="21"/>
                    <a:pt x="27" y="4"/>
                    <a:pt x="4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51" name="Freeform 978">
              <a:extLst>
                <a:ext uri="{FF2B5EF4-FFF2-40B4-BE49-F238E27FC236}">
                  <a16:creationId xmlns:a16="http://schemas.microsoft.com/office/drawing/2014/main" id="{75FC46C8-598F-45CA-AF86-ACAB03331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280"/>
              <a:ext cx="28" cy="37"/>
            </a:xfrm>
            <a:custGeom>
              <a:avLst/>
              <a:gdLst>
                <a:gd name="T0" fmla="*/ 0 w 20"/>
                <a:gd name="T1" fmla="*/ 0 h 26"/>
                <a:gd name="T2" fmla="*/ 77 w 20"/>
                <a:gd name="T3" fmla="*/ 57 h 26"/>
                <a:gd name="T4" fmla="*/ 108 w 20"/>
                <a:gd name="T5" fmla="*/ 152 h 26"/>
                <a:gd name="T6" fmla="*/ 28 w 20"/>
                <a:gd name="T7" fmla="*/ 1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5" y="3"/>
                    <a:pt x="10" y="5"/>
                    <a:pt x="14" y="10"/>
                  </a:cubicBezTo>
                  <a:cubicBezTo>
                    <a:pt x="17" y="14"/>
                    <a:pt x="19" y="21"/>
                    <a:pt x="20" y="26"/>
                  </a:cubicBezTo>
                  <a:cubicBezTo>
                    <a:pt x="20" y="15"/>
                    <a:pt x="16" y="6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52" name="Freeform 979">
              <a:extLst>
                <a:ext uri="{FF2B5EF4-FFF2-40B4-BE49-F238E27FC236}">
                  <a16:creationId xmlns:a16="http://schemas.microsoft.com/office/drawing/2014/main" id="{70D2B67E-EA90-44CF-996F-80E339463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189"/>
              <a:ext cx="35" cy="25"/>
            </a:xfrm>
            <a:custGeom>
              <a:avLst/>
              <a:gdLst>
                <a:gd name="T0" fmla="*/ 0 w 25"/>
                <a:gd name="T1" fmla="*/ 0 h 18"/>
                <a:gd name="T2" fmla="*/ 132 w 25"/>
                <a:gd name="T3" fmla="*/ 94 h 18"/>
                <a:gd name="T4" fmla="*/ 118 w 25"/>
                <a:gd name="T5" fmla="*/ 36 h 18"/>
                <a:gd name="T6" fmla="*/ 21 w 25"/>
                <a:gd name="T7" fmla="*/ 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8" y="1"/>
                    <a:pt x="25" y="8"/>
                    <a:pt x="24" y="18"/>
                  </a:cubicBezTo>
                  <a:cubicBezTo>
                    <a:pt x="24" y="14"/>
                    <a:pt x="25" y="10"/>
                    <a:pt x="22" y="7"/>
                  </a:cubicBezTo>
                  <a:cubicBezTo>
                    <a:pt x="17" y="2"/>
                    <a:pt x="7" y="7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53" name="Freeform 980">
              <a:extLst>
                <a:ext uri="{FF2B5EF4-FFF2-40B4-BE49-F238E27FC236}">
                  <a16:creationId xmlns:a16="http://schemas.microsoft.com/office/drawing/2014/main" id="{3A0B91B1-EBE2-42E1-9F5D-F50D3545E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085"/>
              <a:ext cx="20" cy="44"/>
            </a:xfrm>
            <a:custGeom>
              <a:avLst/>
              <a:gdLst>
                <a:gd name="T0" fmla="*/ 39 w 14"/>
                <a:gd name="T1" fmla="*/ 0 h 31"/>
                <a:gd name="T2" fmla="*/ 0 w 14"/>
                <a:gd name="T3" fmla="*/ 177 h 31"/>
                <a:gd name="T4" fmla="*/ 41 w 14"/>
                <a:gd name="T5" fmla="*/ 1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6" y="0"/>
                  </a:moveTo>
                  <a:cubicBezTo>
                    <a:pt x="14" y="11"/>
                    <a:pt x="13" y="25"/>
                    <a:pt x="0" y="31"/>
                  </a:cubicBezTo>
                  <a:cubicBezTo>
                    <a:pt x="8" y="23"/>
                    <a:pt x="12" y="1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54" name="Freeform 981">
              <a:extLst>
                <a:ext uri="{FF2B5EF4-FFF2-40B4-BE49-F238E27FC236}">
                  <a16:creationId xmlns:a16="http://schemas.microsoft.com/office/drawing/2014/main" id="{95E1F4B8-2C1E-4BD1-B952-3705786A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021"/>
              <a:ext cx="24" cy="40"/>
            </a:xfrm>
            <a:custGeom>
              <a:avLst/>
              <a:gdLst>
                <a:gd name="T0" fmla="*/ 79 w 17"/>
                <a:gd name="T1" fmla="*/ 0 h 29"/>
                <a:gd name="T2" fmla="*/ 69 w 17"/>
                <a:gd name="T3" fmla="*/ 145 h 29"/>
                <a:gd name="T4" fmla="*/ 96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4" y="0"/>
                  </a:moveTo>
                  <a:cubicBezTo>
                    <a:pt x="8" y="8"/>
                    <a:pt x="0" y="22"/>
                    <a:pt x="13" y="29"/>
                  </a:cubicBezTo>
                  <a:cubicBezTo>
                    <a:pt x="5" y="20"/>
                    <a:pt x="9" y="7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55" name="Freeform 982">
              <a:extLst>
                <a:ext uri="{FF2B5EF4-FFF2-40B4-BE49-F238E27FC236}">
                  <a16:creationId xmlns:a16="http://schemas.microsoft.com/office/drawing/2014/main" id="{8990E70B-C78A-4738-B2FB-88670E65B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035"/>
              <a:ext cx="113" cy="92"/>
            </a:xfrm>
            <a:custGeom>
              <a:avLst/>
              <a:gdLst>
                <a:gd name="T0" fmla="*/ 11 w 80"/>
                <a:gd name="T1" fmla="*/ 231 h 65"/>
                <a:gd name="T2" fmla="*/ 227 w 80"/>
                <a:gd name="T3" fmla="*/ 163 h 65"/>
                <a:gd name="T4" fmla="*/ 367 w 80"/>
                <a:gd name="T5" fmla="*/ 368 h 65"/>
                <a:gd name="T6" fmla="*/ 0 w 80"/>
                <a:gd name="T7" fmla="*/ 217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65">
                  <a:moveTo>
                    <a:pt x="2" y="40"/>
                  </a:moveTo>
                  <a:cubicBezTo>
                    <a:pt x="10" y="27"/>
                    <a:pt x="27" y="24"/>
                    <a:pt x="40" y="28"/>
                  </a:cubicBezTo>
                  <a:cubicBezTo>
                    <a:pt x="55" y="33"/>
                    <a:pt x="64" y="49"/>
                    <a:pt x="65" y="65"/>
                  </a:cubicBezTo>
                  <a:cubicBezTo>
                    <a:pt x="80" y="25"/>
                    <a:pt x="16" y="0"/>
                    <a:pt x="0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70" name="Group 983">
            <a:extLst>
              <a:ext uri="{FF2B5EF4-FFF2-40B4-BE49-F238E27FC236}">
                <a16:creationId xmlns:a16="http://schemas.microsoft.com/office/drawing/2014/main" id="{890F340D-FE79-488A-B73B-5CA9B48E8A22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1981200"/>
            <a:ext cx="152400" cy="3200400"/>
            <a:chOff x="4464" y="1248"/>
            <a:chExt cx="96" cy="2016"/>
          </a:xfrm>
        </p:grpSpPr>
        <p:sp>
          <p:nvSpPr>
            <p:cNvPr id="11274" name="Line 984">
              <a:extLst>
                <a:ext uri="{FF2B5EF4-FFF2-40B4-BE49-F238E27FC236}">
                  <a16:creationId xmlns:a16="http://schemas.microsoft.com/office/drawing/2014/main" id="{A9200842-22BF-4614-A227-F6DB57ACA5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0" y="1248"/>
              <a:ext cx="0" cy="201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5" name="Line 985">
              <a:extLst>
                <a:ext uri="{FF2B5EF4-FFF2-40B4-BE49-F238E27FC236}">
                  <a16:creationId xmlns:a16="http://schemas.microsoft.com/office/drawing/2014/main" id="{D10D94A6-AF25-415C-9E22-D4081EF81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64" y="1248"/>
              <a:ext cx="96" cy="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" name="Line 986">
              <a:extLst>
                <a:ext uri="{FF2B5EF4-FFF2-40B4-BE49-F238E27FC236}">
                  <a16:creationId xmlns:a16="http://schemas.microsoft.com/office/drawing/2014/main" id="{D847EA15-D6BD-42B6-B65B-7B8A16EDDA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64" y="1584"/>
              <a:ext cx="96" cy="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7" name="Line 987">
              <a:extLst>
                <a:ext uri="{FF2B5EF4-FFF2-40B4-BE49-F238E27FC236}">
                  <a16:creationId xmlns:a16="http://schemas.microsoft.com/office/drawing/2014/main" id="{47E90815-2124-4B34-B593-BB12F8903D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64" y="2832"/>
              <a:ext cx="96" cy="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8" name="Line 988">
              <a:extLst>
                <a:ext uri="{FF2B5EF4-FFF2-40B4-BE49-F238E27FC236}">
                  <a16:creationId xmlns:a16="http://schemas.microsoft.com/office/drawing/2014/main" id="{386BDA70-3EA1-4021-9BB7-714D44CCBE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64" y="3264"/>
              <a:ext cx="96" cy="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71" name="Text Box 989">
            <a:extLst>
              <a:ext uri="{FF2B5EF4-FFF2-40B4-BE49-F238E27FC236}">
                <a16:creationId xmlns:a16="http://schemas.microsoft.com/office/drawing/2014/main" id="{DF57924F-D51D-43A4-BE6A-58A4203180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3950" y="2085975"/>
            <a:ext cx="9731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Epidermis</a:t>
            </a:r>
          </a:p>
        </p:txBody>
      </p:sp>
      <p:sp>
        <p:nvSpPr>
          <p:cNvPr id="11272" name="Text Box 990">
            <a:extLst>
              <a:ext uri="{FF2B5EF4-FFF2-40B4-BE49-F238E27FC236}">
                <a16:creationId xmlns:a16="http://schemas.microsoft.com/office/drawing/2014/main" id="{06D551B5-DF81-4FCB-BB4E-3863D8FBB8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3475" y="3352800"/>
            <a:ext cx="7461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Dermis</a:t>
            </a:r>
          </a:p>
        </p:txBody>
      </p:sp>
      <p:sp>
        <p:nvSpPr>
          <p:cNvPr id="11273" name="Text Box 991">
            <a:extLst>
              <a:ext uri="{FF2B5EF4-FFF2-40B4-BE49-F238E27FC236}">
                <a16:creationId xmlns:a16="http://schemas.microsoft.com/office/drawing/2014/main" id="{353C231E-13D3-47AD-9B1E-CA279B4B1A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3000" y="4587875"/>
            <a:ext cx="13287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Subcutaneous</a:t>
            </a:r>
          </a:p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tissue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Titre 1">
            <a:extLst>
              <a:ext uri="{FF2B5EF4-FFF2-40B4-BE49-F238E27FC236}">
                <a16:creationId xmlns:a16="http://schemas.microsoft.com/office/drawing/2014/main" id="{51792169-1578-4CD9-8696-65105139F7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/>
              <a:t>Integumentary system</a:t>
            </a:r>
          </a:p>
        </p:txBody>
      </p:sp>
      <p:grpSp>
        <p:nvGrpSpPr>
          <p:cNvPr id="9060" name="human-skin-layers-cross-section">
            <a:extLst>
              <a:ext uri="{FF2B5EF4-FFF2-40B4-BE49-F238E27FC236}">
                <a16:creationId xmlns:a16="http://schemas.microsoft.com/office/drawing/2014/main" id="{DB5D76D8-825B-4C58-81A2-10739A284F5D}"/>
              </a:ext>
            </a:extLst>
          </p:cNvPr>
          <p:cNvGrpSpPr/>
          <p:nvPr/>
        </p:nvGrpSpPr>
        <p:grpSpPr>
          <a:xfrm>
            <a:off x="1563926" y="1902675"/>
            <a:ext cx="4896544" cy="3331189"/>
            <a:chOff x="-375757" y="0"/>
            <a:chExt cx="8582119" cy="5838538"/>
          </a:xfrm>
          <a:solidFill>
            <a:schemeClr val="accent1"/>
          </a:solidFill>
        </p:grpSpPr>
        <p:grpSp>
          <p:nvGrpSpPr>
            <p:cNvPr id="9061" name="Graphique 1">
              <a:extLst>
                <a:ext uri="{FF2B5EF4-FFF2-40B4-BE49-F238E27FC236}">
                  <a16:creationId xmlns:a16="http://schemas.microsoft.com/office/drawing/2014/main" id="{247917AB-DCE8-4F10-B5B4-36FB40425901}"/>
                </a:ext>
              </a:extLst>
            </p:cNvPr>
            <p:cNvGrpSpPr/>
            <p:nvPr/>
          </p:nvGrpSpPr>
          <p:grpSpPr>
            <a:xfrm>
              <a:off x="258131" y="3720365"/>
              <a:ext cx="7948231" cy="2118173"/>
              <a:chOff x="258131" y="3720365"/>
              <a:chExt cx="7948231" cy="2118173"/>
            </a:xfrm>
            <a:solidFill>
              <a:schemeClr val="accent1"/>
            </a:solidFill>
          </p:grpSpPr>
          <p:grpSp>
            <p:nvGrpSpPr>
              <p:cNvPr id="16348" name="Graphique 1">
                <a:extLst>
                  <a:ext uri="{FF2B5EF4-FFF2-40B4-BE49-F238E27FC236}">
                    <a16:creationId xmlns:a16="http://schemas.microsoft.com/office/drawing/2014/main" id="{7D07D3D8-0557-41B0-AA12-CA3755B196CA}"/>
                  </a:ext>
                </a:extLst>
              </p:cNvPr>
              <p:cNvGrpSpPr/>
              <p:nvPr/>
            </p:nvGrpSpPr>
            <p:grpSpPr>
              <a:xfrm>
                <a:off x="413529" y="3720365"/>
                <a:ext cx="7665198" cy="1788513"/>
                <a:chOff x="413529" y="3720365"/>
                <a:chExt cx="7665198" cy="1788513"/>
              </a:xfrm>
              <a:solidFill>
                <a:schemeClr val="accent1"/>
              </a:solidFill>
            </p:grpSpPr>
            <p:sp>
              <p:nvSpPr>
                <p:cNvPr id="17330" name="Forme libre : forme 17329">
                  <a:extLst>
                    <a:ext uri="{FF2B5EF4-FFF2-40B4-BE49-F238E27FC236}">
                      <a16:creationId xmlns:a16="http://schemas.microsoft.com/office/drawing/2014/main" id="{33D4E313-0087-4A44-A504-9195DE0602F6}"/>
                    </a:ext>
                  </a:extLst>
                </p:cNvPr>
                <p:cNvSpPr/>
                <p:nvPr/>
              </p:nvSpPr>
              <p:spPr>
                <a:xfrm>
                  <a:off x="413815" y="3720365"/>
                  <a:ext cx="7664912" cy="1788228"/>
                </a:xfrm>
                <a:custGeom>
                  <a:avLst/>
                  <a:gdLst>
                    <a:gd name="connsiteX0" fmla="*/ 7664913 w 7664912"/>
                    <a:gd name="connsiteY0" fmla="*/ 97064 h 1788228"/>
                    <a:gd name="connsiteX1" fmla="*/ 7572044 w 7664912"/>
                    <a:gd name="connsiteY1" fmla="*/ 10482 h 1788228"/>
                    <a:gd name="connsiteX2" fmla="*/ 7497845 w 7664912"/>
                    <a:gd name="connsiteY2" fmla="*/ 45058 h 1788228"/>
                    <a:gd name="connsiteX3" fmla="*/ 7368495 w 7664912"/>
                    <a:gd name="connsiteY3" fmla="*/ 2862 h 1788228"/>
                    <a:gd name="connsiteX4" fmla="*/ 7193140 w 7664912"/>
                    <a:gd name="connsiteY4" fmla="*/ 120686 h 1788228"/>
                    <a:gd name="connsiteX5" fmla="*/ 7020928 w 7664912"/>
                    <a:gd name="connsiteY5" fmla="*/ 100 h 1788228"/>
                    <a:gd name="connsiteX6" fmla="*/ 6857193 w 7664912"/>
                    <a:gd name="connsiteY6" fmla="*/ 130687 h 1788228"/>
                    <a:gd name="connsiteX7" fmla="*/ 6781279 w 7664912"/>
                    <a:gd name="connsiteY7" fmla="*/ 100874 h 1788228"/>
                    <a:gd name="connsiteX8" fmla="*/ 6694983 w 7664912"/>
                    <a:gd name="connsiteY8" fmla="*/ 152976 h 1788228"/>
                    <a:gd name="connsiteX9" fmla="*/ 6534105 w 7664912"/>
                    <a:gd name="connsiteY9" fmla="*/ 68870 h 1788228"/>
                    <a:gd name="connsiteX10" fmla="*/ 6379229 w 7664912"/>
                    <a:gd name="connsiteY10" fmla="*/ 163263 h 1788228"/>
                    <a:gd name="connsiteX11" fmla="*/ 6245117 w 7664912"/>
                    <a:gd name="connsiteY11" fmla="*/ 48772 h 1788228"/>
                    <a:gd name="connsiteX12" fmla="*/ 6125387 w 7664912"/>
                    <a:gd name="connsiteY12" fmla="*/ 138117 h 1788228"/>
                    <a:gd name="connsiteX13" fmla="*/ 5987370 w 7664912"/>
                    <a:gd name="connsiteY13" fmla="*/ 80491 h 1788228"/>
                    <a:gd name="connsiteX14" fmla="*/ 5820683 w 7664912"/>
                    <a:gd name="connsiteY14" fmla="*/ 208412 h 1788228"/>
                    <a:gd name="connsiteX15" fmla="*/ 5713050 w 7664912"/>
                    <a:gd name="connsiteY15" fmla="*/ 157167 h 1788228"/>
                    <a:gd name="connsiteX16" fmla="*/ 5648947 w 7664912"/>
                    <a:gd name="connsiteY16" fmla="*/ 176598 h 1788228"/>
                    <a:gd name="connsiteX17" fmla="*/ 5549029 w 7664912"/>
                    <a:gd name="connsiteY17" fmla="*/ 118114 h 1788228"/>
                    <a:gd name="connsiteX18" fmla="*/ 5471972 w 7664912"/>
                    <a:gd name="connsiteY18" fmla="*/ 153929 h 1788228"/>
                    <a:gd name="connsiteX19" fmla="*/ 5472735 w 7664912"/>
                    <a:gd name="connsiteY19" fmla="*/ 141737 h 1788228"/>
                    <a:gd name="connsiteX20" fmla="*/ 5400820 w 7664912"/>
                    <a:gd name="connsiteY20" fmla="*/ 74395 h 1788228"/>
                    <a:gd name="connsiteX21" fmla="*/ 5333479 w 7664912"/>
                    <a:gd name="connsiteY21" fmla="*/ 146309 h 1788228"/>
                    <a:gd name="connsiteX22" fmla="*/ 5334717 w 7664912"/>
                    <a:gd name="connsiteY22" fmla="*/ 156786 h 1788228"/>
                    <a:gd name="connsiteX23" fmla="*/ 5271757 w 7664912"/>
                    <a:gd name="connsiteY23" fmla="*/ 131450 h 1788228"/>
                    <a:gd name="connsiteX24" fmla="*/ 5196033 w 7664912"/>
                    <a:gd name="connsiteY24" fmla="*/ 184694 h 1788228"/>
                    <a:gd name="connsiteX25" fmla="*/ 5088972 w 7664912"/>
                    <a:gd name="connsiteY25" fmla="*/ 131069 h 1788228"/>
                    <a:gd name="connsiteX26" fmla="*/ 4979244 w 7664912"/>
                    <a:gd name="connsiteY26" fmla="*/ 203649 h 1788228"/>
                    <a:gd name="connsiteX27" fmla="*/ 4899520 w 7664912"/>
                    <a:gd name="connsiteY27" fmla="*/ 152119 h 1788228"/>
                    <a:gd name="connsiteX28" fmla="*/ 4856562 w 7664912"/>
                    <a:gd name="connsiteY28" fmla="*/ 165835 h 1788228"/>
                    <a:gd name="connsiteX29" fmla="*/ 4782648 w 7664912"/>
                    <a:gd name="connsiteY29" fmla="*/ 98969 h 1788228"/>
                    <a:gd name="connsiteX30" fmla="*/ 4717592 w 7664912"/>
                    <a:gd name="connsiteY30" fmla="*/ 146118 h 1788228"/>
                    <a:gd name="connsiteX31" fmla="*/ 4635392 w 7664912"/>
                    <a:gd name="connsiteY31" fmla="*/ 118591 h 1788228"/>
                    <a:gd name="connsiteX32" fmla="*/ 4530903 w 7664912"/>
                    <a:gd name="connsiteY32" fmla="*/ 182218 h 1788228"/>
                    <a:gd name="connsiteX33" fmla="*/ 4443272 w 7664912"/>
                    <a:gd name="connsiteY33" fmla="*/ 154405 h 1788228"/>
                    <a:gd name="connsiteX34" fmla="*/ 4344689 w 7664912"/>
                    <a:gd name="connsiteY34" fmla="*/ 200601 h 1788228"/>
                    <a:gd name="connsiteX35" fmla="*/ 4232580 w 7664912"/>
                    <a:gd name="connsiteY35" fmla="*/ 140117 h 1788228"/>
                    <a:gd name="connsiteX36" fmla="*/ 4134377 w 7664912"/>
                    <a:gd name="connsiteY36" fmla="*/ 192219 h 1788228"/>
                    <a:gd name="connsiteX37" fmla="*/ 4023410 w 7664912"/>
                    <a:gd name="connsiteY37" fmla="*/ 108970 h 1788228"/>
                    <a:gd name="connsiteX38" fmla="*/ 3917397 w 7664912"/>
                    <a:gd name="connsiteY38" fmla="*/ 204506 h 1788228"/>
                    <a:gd name="connsiteX39" fmla="*/ 3821957 w 7664912"/>
                    <a:gd name="connsiteY39" fmla="*/ 149452 h 1788228"/>
                    <a:gd name="connsiteX40" fmla="*/ 3728707 w 7664912"/>
                    <a:gd name="connsiteY40" fmla="*/ 214412 h 1788228"/>
                    <a:gd name="connsiteX41" fmla="*/ 3617645 w 7664912"/>
                    <a:gd name="connsiteY41" fmla="*/ 166692 h 1788228"/>
                    <a:gd name="connsiteX42" fmla="*/ 3491344 w 7664912"/>
                    <a:gd name="connsiteY42" fmla="*/ 253370 h 1788228"/>
                    <a:gd name="connsiteX43" fmla="*/ 3343135 w 7664912"/>
                    <a:gd name="connsiteY43" fmla="*/ 169454 h 1788228"/>
                    <a:gd name="connsiteX44" fmla="*/ 3214738 w 7664912"/>
                    <a:gd name="connsiteY44" fmla="*/ 239082 h 1788228"/>
                    <a:gd name="connsiteX45" fmla="*/ 3071387 w 7664912"/>
                    <a:gd name="connsiteY45" fmla="*/ 129830 h 1788228"/>
                    <a:gd name="connsiteX46" fmla="*/ 2936513 w 7664912"/>
                    <a:gd name="connsiteY46" fmla="*/ 243845 h 1788228"/>
                    <a:gd name="connsiteX47" fmla="*/ 2807163 w 7664912"/>
                    <a:gd name="connsiteY47" fmla="*/ 189171 h 1788228"/>
                    <a:gd name="connsiteX48" fmla="*/ 2651620 w 7664912"/>
                    <a:gd name="connsiteY48" fmla="*/ 309757 h 1788228"/>
                    <a:gd name="connsiteX49" fmla="*/ 2523508 w 7664912"/>
                    <a:gd name="connsiteY49" fmla="*/ 238606 h 1788228"/>
                    <a:gd name="connsiteX50" fmla="*/ 2420257 w 7664912"/>
                    <a:gd name="connsiteY50" fmla="*/ 288231 h 1788228"/>
                    <a:gd name="connsiteX51" fmla="*/ 2273573 w 7664912"/>
                    <a:gd name="connsiteY51" fmla="*/ 156024 h 1788228"/>
                    <a:gd name="connsiteX52" fmla="*/ 2135936 w 7664912"/>
                    <a:gd name="connsiteY52" fmla="*/ 293184 h 1788228"/>
                    <a:gd name="connsiteX53" fmla="*/ 2040877 w 7664912"/>
                    <a:gd name="connsiteY53" fmla="*/ 243940 h 1788228"/>
                    <a:gd name="connsiteX54" fmla="*/ 1955438 w 7664912"/>
                    <a:gd name="connsiteY54" fmla="*/ 289660 h 1788228"/>
                    <a:gd name="connsiteX55" fmla="*/ 1818754 w 7664912"/>
                    <a:gd name="connsiteY55" fmla="*/ 200506 h 1788228"/>
                    <a:gd name="connsiteX56" fmla="*/ 1685594 w 7664912"/>
                    <a:gd name="connsiteY56" fmla="*/ 307090 h 1788228"/>
                    <a:gd name="connsiteX57" fmla="*/ 1589677 w 7664912"/>
                    <a:gd name="connsiteY57" fmla="*/ 386434 h 1788228"/>
                    <a:gd name="connsiteX58" fmla="*/ 1589296 w 7664912"/>
                    <a:gd name="connsiteY58" fmla="*/ 389101 h 1788228"/>
                    <a:gd name="connsiteX59" fmla="*/ 1472425 w 7664912"/>
                    <a:gd name="connsiteY59" fmla="*/ 475873 h 1788228"/>
                    <a:gd name="connsiteX60" fmla="*/ 1401463 w 7664912"/>
                    <a:gd name="connsiteY60" fmla="*/ 532071 h 1788228"/>
                    <a:gd name="connsiteX61" fmla="*/ 1400416 w 7664912"/>
                    <a:gd name="connsiteY61" fmla="*/ 550740 h 1788228"/>
                    <a:gd name="connsiteX62" fmla="*/ 1323168 w 7664912"/>
                    <a:gd name="connsiteY62" fmla="*/ 591507 h 1788228"/>
                    <a:gd name="connsiteX63" fmla="*/ 1279163 w 7664912"/>
                    <a:gd name="connsiteY63" fmla="*/ 575886 h 1788228"/>
                    <a:gd name="connsiteX64" fmla="*/ 1092472 w 7664912"/>
                    <a:gd name="connsiteY64" fmla="*/ 701616 h 1788228"/>
                    <a:gd name="connsiteX65" fmla="*/ 1089615 w 7664912"/>
                    <a:gd name="connsiteY65" fmla="*/ 731429 h 1788228"/>
                    <a:gd name="connsiteX66" fmla="*/ 1064183 w 7664912"/>
                    <a:gd name="connsiteY66" fmla="*/ 722762 h 1788228"/>
                    <a:gd name="connsiteX67" fmla="*/ 945311 w 7664912"/>
                    <a:gd name="connsiteY67" fmla="*/ 802771 h 1788228"/>
                    <a:gd name="connsiteX68" fmla="*/ 947121 w 7664912"/>
                    <a:gd name="connsiteY68" fmla="*/ 848777 h 1788228"/>
                    <a:gd name="connsiteX69" fmla="*/ 912926 w 7664912"/>
                    <a:gd name="connsiteY69" fmla="*/ 887735 h 1788228"/>
                    <a:gd name="connsiteX70" fmla="*/ 880732 w 7664912"/>
                    <a:gd name="connsiteY70" fmla="*/ 877257 h 1788228"/>
                    <a:gd name="connsiteX71" fmla="*/ 711663 w 7664912"/>
                    <a:gd name="connsiteY71" fmla="*/ 991081 h 1788228"/>
                    <a:gd name="connsiteX72" fmla="*/ 710615 w 7664912"/>
                    <a:gd name="connsiteY72" fmla="*/ 998129 h 1788228"/>
                    <a:gd name="connsiteX73" fmla="*/ 667276 w 7664912"/>
                    <a:gd name="connsiteY73" fmla="*/ 974317 h 1788228"/>
                    <a:gd name="connsiteX74" fmla="*/ 573455 w 7664912"/>
                    <a:gd name="connsiteY74" fmla="*/ 1031086 h 1788228"/>
                    <a:gd name="connsiteX75" fmla="*/ 542023 w 7664912"/>
                    <a:gd name="connsiteY75" fmla="*/ 1020799 h 1788228"/>
                    <a:gd name="connsiteX76" fmla="*/ 377621 w 7664912"/>
                    <a:gd name="connsiteY76" fmla="*/ 1131479 h 1788228"/>
                    <a:gd name="connsiteX77" fmla="*/ 385336 w 7664912"/>
                    <a:gd name="connsiteY77" fmla="*/ 1210823 h 1788228"/>
                    <a:gd name="connsiteX78" fmla="*/ 331044 w 7664912"/>
                    <a:gd name="connsiteY78" fmla="*/ 1184534 h 1788228"/>
                    <a:gd name="connsiteX79" fmla="*/ 199408 w 7664912"/>
                    <a:gd name="connsiteY79" fmla="*/ 1267782 h 1788228"/>
                    <a:gd name="connsiteX80" fmla="*/ 198361 w 7664912"/>
                    <a:gd name="connsiteY80" fmla="*/ 1300167 h 1788228"/>
                    <a:gd name="connsiteX81" fmla="*/ 181882 w 7664912"/>
                    <a:gd name="connsiteY81" fmla="*/ 1295786 h 1788228"/>
                    <a:gd name="connsiteX82" fmla="*/ 3384 w 7664912"/>
                    <a:gd name="connsiteY82" fmla="*/ 1428755 h 1788228"/>
                    <a:gd name="connsiteX83" fmla="*/ 118732 w 7664912"/>
                    <a:gd name="connsiteY83" fmla="*/ 1619064 h 1788228"/>
                    <a:gd name="connsiteX84" fmla="*/ 240175 w 7664912"/>
                    <a:gd name="connsiteY84" fmla="*/ 1585155 h 1788228"/>
                    <a:gd name="connsiteX85" fmla="*/ 1051896 w 7664912"/>
                    <a:gd name="connsiteY85" fmla="*/ 1788228 h 1788228"/>
                    <a:gd name="connsiteX86" fmla="*/ 5663711 w 7664912"/>
                    <a:gd name="connsiteY86" fmla="*/ 1756510 h 1788228"/>
                    <a:gd name="connsiteX87" fmla="*/ 6417519 w 7664912"/>
                    <a:gd name="connsiteY87" fmla="*/ 1541150 h 1788228"/>
                    <a:gd name="connsiteX88" fmla="*/ 7348778 w 7664912"/>
                    <a:gd name="connsiteY88" fmla="*/ 508544 h 1788228"/>
                    <a:gd name="connsiteX89" fmla="*/ 7464221 w 7664912"/>
                    <a:gd name="connsiteY89" fmla="*/ 380623 h 1788228"/>
                    <a:gd name="connsiteX90" fmla="*/ 7562615 w 7664912"/>
                    <a:gd name="connsiteY90" fmla="*/ 271562 h 1788228"/>
                    <a:gd name="connsiteX91" fmla="*/ 7583189 w 7664912"/>
                    <a:gd name="connsiteY91" fmla="*/ 248702 h 1788228"/>
                    <a:gd name="connsiteX92" fmla="*/ 7569854 w 7664912"/>
                    <a:gd name="connsiteY92" fmla="*/ 246893 h 1788228"/>
                    <a:gd name="connsiteX93" fmla="*/ 7575092 w 7664912"/>
                    <a:gd name="connsiteY93" fmla="*/ 195267 h 1788228"/>
                    <a:gd name="connsiteX94" fmla="*/ 7574045 w 7664912"/>
                    <a:gd name="connsiteY94" fmla="*/ 183075 h 1788228"/>
                    <a:gd name="connsiteX95" fmla="*/ 7664913 w 7664912"/>
                    <a:gd name="connsiteY95" fmla="*/ 97064 h 1788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</a:cxnLst>
                  <a:rect l="l" t="t" r="r" b="b"/>
                  <a:pathLst>
                    <a:path w="7664912" h="1788228">
                      <a:moveTo>
                        <a:pt x="7664913" y="97064"/>
                      </a:moveTo>
                      <a:cubicBezTo>
                        <a:pt x="7664913" y="49249"/>
                        <a:pt x="7623289" y="10482"/>
                        <a:pt x="7572044" y="10482"/>
                      </a:cubicBezTo>
                      <a:cubicBezTo>
                        <a:pt x="7541660" y="10482"/>
                        <a:pt x="7514799" y="24103"/>
                        <a:pt x="7497845" y="45058"/>
                      </a:cubicBezTo>
                      <a:cubicBezTo>
                        <a:pt x="7462317" y="17245"/>
                        <a:pt x="7417168" y="1243"/>
                        <a:pt x="7368495" y="2862"/>
                      </a:cubicBezTo>
                      <a:cubicBezTo>
                        <a:pt x="7289818" y="5434"/>
                        <a:pt x="7223430" y="53345"/>
                        <a:pt x="7193140" y="120686"/>
                      </a:cubicBezTo>
                      <a:cubicBezTo>
                        <a:pt x="7169518" y="48487"/>
                        <a:pt x="7100652" y="-2567"/>
                        <a:pt x="7020928" y="100"/>
                      </a:cubicBezTo>
                      <a:cubicBezTo>
                        <a:pt x="6941585" y="2671"/>
                        <a:pt x="6876434" y="57726"/>
                        <a:pt x="6857193" y="130687"/>
                      </a:cubicBezTo>
                      <a:cubicBezTo>
                        <a:pt x="6837667" y="111447"/>
                        <a:pt x="6810711" y="99922"/>
                        <a:pt x="6781279" y="100874"/>
                      </a:cubicBezTo>
                      <a:cubicBezTo>
                        <a:pt x="6744036" y="102112"/>
                        <a:pt x="6712223" y="122877"/>
                        <a:pt x="6694983" y="152976"/>
                      </a:cubicBezTo>
                      <a:cubicBezTo>
                        <a:pt x="6660883" y="100588"/>
                        <a:pt x="6601161" y="66679"/>
                        <a:pt x="6534105" y="68870"/>
                      </a:cubicBezTo>
                      <a:cubicBezTo>
                        <a:pt x="6467144" y="71061"/>
                        <a:pt x="6409804" y="108780"/>
                        <a:pt x="6379229" y="163263"/>
                      </a:cubicBezTo>
                      <a:cubicBezTo>
                        <a:pt x="6370942" y="96874"/>
                        <a:pt x="6313221" y="46582"/>
                        <a:pt x="6245117" y="48772"/>
                      </a:cubicBezTo>
                      <a:cubicBezTo>
                        <a:pt x="6188919" y="50582"/>
                        <a:pt x="6142247" y="87730"/>
                        <a:pt x="6125387" y="138117"/>
                      </a:cubicBezTo>
                      <a:cubicBezTo>
                        <a:pt x="6091097" y="101255"/>
                        <a:pt x="6041663" y="78681"/>
                        <a:pt x="5987370" y="80491"/>
                      </a:cubicBezTo>
                      <a:cubicBezTo>
                        <a:pt x="5908122" y="83062"/>
                        <a:pt x="5842590" y="136498"/>
                        <a:pt x="5820683" y="208412"/>
                      </a:cubicBezTo>
                      <a:cubicBezTo>
                        <a:pt x="5796108" y="176122"/>
                        <a:pt x="5756770" y="155738"/>
                        <a:pt x="5713050" y="157167"/>
                      </a:cubicBezTo>
                      <a:cubicBezTo>
                        <a:pt x="5689523" y="157929"/>
                        <a:pt x="5667711" y="165073"/>
                        <a:pt x="5648947" y="176598"/>
                      </a:cubicBezTo>
                      <a:cubicBezTo>
                        <a:pt x="5630183" y="140689"/>
                        <a:pt x="5592178" y="116686"/>
                        <a:pt x="5549029" y="118114"/>
                      </a:cubicBezTo>
                      <a:cubicBezTo>
                        <a:pt x="5518359" y="119162"/>
                        <a:pt x="5491022" y="132783"/>
                        <a:pt x="5471972" y="153929"/>
                      </a:cubicBezTo>
                      <a:cubicBezTo>
                        <a:pt x="5472544" y="149928"/>
                        <a:pt x="5472829" y="145928"/>
                        <a:pt x="5472735" y="141737"/>
                      </a:cubicBezTo>
                      <a:cubicBezTo>
                        <a:pt x="5471496" y="103255"/>
                        <a:pt x="5439302" y="73156"/>
                        <a:pt x="5400820" y="74395"/>
                      </a:cubicBezTo>
                      <a:cubicBezTo>
                        <a:pt x="5362340" y="75633"/>
                        <a:pt x="5332241" y="107828"/>
                        <a:pt x="5333479" y="146309"/>
                      </a:cubicBezTo>
                      <a:cubicBezTo>
                        <a:pt x="5333574" y="149833"/>
                        <a:pt x="5334051" y="153357"/>
                        <a:pt x="5334717" y="156786"/>
                      </a:cubicBezTo>
                      <a:cubicBezTo>
                        <a:pt x="5318715" y="140498"/>
                        <a:pt x="5296331" y="130687"/>
                        <a:pt x="5271757" y="131450"/>
                      </a:cubicBezTo>
                      <a:cubicBezTo>
                        <a:pt x="5237086" y="132593"/>
                        <a:pt x="5208035" y="154500"/>
                        <a:pt x="5196033" y="184694"/>
                      </a:cubicBezTo>
                      <a:cubicBezTo>
                        <a:pt x="5172506" y="151071"/>
                        <a:pt x="5133073" y="129640"/>
                        <a:pt x="5088972" y="131069"/>
                      </a:cubicBezTo>
                      <a:cubicBezTo>
                        <a:pt x="5040014" y="132688"/>
                        <a:pt x="4998675" y="162120"/>
                        <a:pt x="4979244" y="203649"/>
                      </a:cubicBezTo>
                      <a:cubicBezTo>
                        <a:pt x="4966385" y="172407"/>
                        <a:pt x="4935239" y="150880"/>
                        <a:pt x="4899520" y="152119"/>
                      </a:cubicBezTo>
                      <a:cubicBezTo>
                        <a:pt x="4883613" y="152595"/>
                        <a:pt x="4868945" y="157643"/>
                        <a:pt x="4856562" y="165835"/>
                      </a:cubicBezTo>
                      <a:cubicBezTo>
                        <a:pt x="4853990" y="127449"/>
                        <a:pt x="4821415" y="97636"/>
                        <a:pt x="4782648" y="98969"/>
                      </a:cubicBezTo>
                      <a:cubicBezTo>
                        <a:pt x="4752454" y="99922"/>
                        <a:pt x="4727308" y="119448"/>
                        <a:pt x="4717592" y="146118"/>
                      </a:cubicBezTo>
                      <a:cubicBezTo>
                        <a:pt x="4695209" y="128020"/>
                        <a:pt x="4666443" y="117543"/>
                        <a:pt x="4635392" y="118591"/>
                      </a:cubicBezTo>
                      <a:cubicBezTo>
                        <a:pt x="4590243" y="120115"/>
                        <a:pt x="4551572" y="145546"/>
                        <a:pt x="4530903" y="182218"/>
                      </a:cubicBezTo>
                      <a:cubicBezTo>
                        <a:pt x="4506519" y="163835"/>
                        <a:pt x="4476039" y="153357"/>
                        <a:pt x="4443272" y="154405"/>
                      </a:cubicBezTo>
                      <a:cubicBezTo>
                        <a:pt x="4403934" y="155738"/>
                        <a:pt x="4368978" y="173360"/>
                        <a:pt x="4344689" y="200601"/>
                      </a:cubicBezTo>
                      <a:cubicBezTo>
                        <a:pt x="4321638" y="163072"/>
                        <a:pt x="4279728" y="138593"/>
                        <a:pt x="4232580" y="140117"/>
                      </a:cubicBezTo>
                      <a:cubicBezTo>
                        <a:pt x="4192003" y="141451"/>
                        <a:pt x="4156665" y="161739"/>
                        <a:pt x="4134377" y="192219"/>
                      </a:cubicBezTo>
                      <a:cubicBezTo>
                        <a:pt x="4121804" y="142975"/>
                        <a:pt x="4076369" y="107256"/>
                        <a:pt x="4023410" y="108970"/>
                      </a:cubicBezTo>
                      <a:cubicBezTo>
                        <a:pt x="3968641" y="110780"/>
                        <a:pt x="3924636" y="152023"/>
                        <a:pt x="3917397" y="204506"/>
                      </a:cubicBezTo>
                      <a:cubicBezTo>
                        <a:pt x="3899204" y="170597"/>
                        <a:pt x="3863009" y="148118"/>
                        <a:pt x="3821957" y="149452"/>
                      </a:cubicBezTo>
                      <a:cubicBezTo>
                        <a:pt x="3779475" y="150880"/>
                        <a:pt x="3743852" y="177455"/>
                        <a:pt x="3728707" y="214412"/>
                      </a:cubicBezTo>
                      <a:cubicBezTo>
                        <a:pt x="3701561" y="183932"/>
                        <a:pt x="3661556" y="165263"/>
                        <a:pt x="3617645" y="166692"/>
                      </a:cubicBezTo>
                      <a:cubicBezTo>
                        <a:pt x="3560495" y="168597"/>
                        <a:pt x="3512394" y="203935"/>
                        <a:pt x="3491344" y="253370"/>
                      </a:cubicBezTo>
                      <a:cubicBezTo>
                        <a:pt x="3462483" y="201649"/>
                        <a:pt x="3406476" y="167359"/>
                        <a:pt x="3343135" y="169454"/>
                      </a:cubicBezTo>
                      <a:cubicBezTo>
                        <a:pt x="3289699" y="171169"/>
                        <a:pt x="3243313" y="198505"/>
                        <a:pt x="3214738" y="239082"/>
                      </a:cubicBezTo>
                      <a:cubicBezTo>
                        <a:pt x="3199403" y="174503"/>
                        <a:pt x="3140252" y="127544"/>
                        <a:pt x="3071387" y="129830"/>
                      </a:cubicBezTo>
                      <a:cubicBezTo>
                        <a:pt x="3004045" y="132021"/>
                        <a:pt x="2949371" y="180598"/>
                        <a:pt x="2936513" y="243845"/>
                      </a:cubicBezTo>
                      <a:cubicBezTo>
                        <a:pt x="2904604" y="208888"/>
                        <a:pt x="2858122" y="187552"/>
                        <a:pt x="2807163" y="189171"/>
                      </a:cubicBezTo>
                      <a:cubicBezTo>
                        <a:pt x="2732868" y="191647"/>
                        <a:pt x="2671432" y="242035"/>
                        <a:pt x="2651620" y="309757"/>
                      </a:cubicBezTo>
                      <a:cubicBezTo>
                        <a:pt x="2626093" y="265752"/>
                        <a:pt x="2577896" y="236796"/>
                        <a:pt x="2523508" y="238606"/>
                      </a:cubicBezTo>
                      <a:cubicBezTo>
                        <a:pt x="2481980" y="239939"/>
                        <a:pt x="2445404" y="259085"/>
                        <a:pt x="2420257" y="288231"/>
                      </a:cubicBezTo>
                      <a:cubicBezTo>
                        <a:pt x="2414828" y="212221"/>
                        <a:pt x="2350344" y="153452"/>
                        <a:pt x="2273573" y="156024"/>
                      </a:cubicBezTo>
                      <a:cubicBezTo>
                        <a:pt x="2198230" y="158501"/>
                        <a:pt x="2138698" y="218984"/>
                        <a:pt x="2135936" y="293184"/>
                      </a:cubicBezTo>
                      <a:cubicBezTo>
                        <a:pt x="2115553" y="262513"/>
                        <a:pt x="2080405" y="242702"/>
                        <a:pt x="2040877" y="243940"/>
                      </a:cubicBezTo>
                      <a:cubicBezTo>
                        <a:pt x="2005444" y="245083"/>
                        <a:pt x="1974583" y="262990"/>
                        <a:pt x="1955438" y="289660"/>
                      </a:cubicBezTo>
                      <a:cubicBezTo>
                        <a:pt x="1933625" y="235748"/>
                        <a:pt x="1880190" y="198505"/>
                        <a:pt x="1818754" y="200506"/>
                      </a:cubicBezTo>
                      <a:cubicBezTo>
                        <a:pt x="1754079" y="202601"/>
                        <a:pt x="1701025" y="247464"/>
                        <a:pt x="1685594" y="307090"/>
                      </a:cubicBezTo>
                      <a:cubicBezTo>
                        <a:pt x="1639684" y="307281"/>
                        <a:pt x="1598821" y="339666"/>
                        <a:pt x="1589677" y="386434"/>
                      </a:cubicBezTo>
                      <a:cubicBezTo>
                        <a:pt x="1589487" y="387291"/>
                        <a:pt x="1589487" y="388244"/>
                        <a:pt x="1589296" y="389101"/>
                      </a:cubicBezTo>
                      <a:cubicBezTo>
                        <a:pt x="1535004" y="385767"/>
                        <a:pt x="1485188" y="421962"/>
                        <a:pt x="1472425" y="475873"/>
                      </a:cubicBezTo>
                      <a:cubicBezTo>
                        <a:pt x="1438706" y="474635"/>
                        <a:pt x="1408131" y="497971"/>
                        <a:pt x="1401463" y="532071"/>
                      </a:cubicBezTo>
                      <a:cubicBezTo>
                        <a:pt x="1400225" y="538357"/>
                        <a:pt x="1399939" y="544644"/>
                        <a:pt x="1400416" y="550740"/>
                      </a:cubicBezTo>
                      <a:cubicBezTo>
                        <a:pt x="1368793" y="549406"/>
                        <a:pt x="1339456" y="565504"/>
                        <a:pt x="1323168" y="591507"/>
                      </a:cubicBezTo>
                      <a:cubicBezTo>
                        <a:pt x="1309642" y="584363"/>
                        <a:pt x="1294879" y="579029"/>
                        <a:pt x="1279163" y="575886"/>
                      </a:cubicBezTo>
                      <a:cubicBezTo>
                        <a:pt x="1192866" y="559027"/>
                        <a:pt x="1109332" y="615320"/>
                        <a:pt x="1092472" y="701616"/>
                      </a:cubicBezTo>
                      <a:cubicBezTo>
                        <a:pt x="1090472" y="711617"/>
                        <a:pt x="1089615" y="721619"/>
                        <a:pt x="1089615" y="731429"/>
                      </a:cubicBezTo>
                      <a:cubicBezTo>
                        <a:pt x="1081709" y="727524"/>
                        <a:pt x="1073232" y="724476"/>
                        <a:pt x="1064183" y="722762"/>
                      </a:cubicBezTo>
                      <a:cubicBezTo>
                        <a:pt x="1009224" y="711998"/>
                        <a:pt x="955979" y="747907"/>
                        <a:pt x="945311" y="802771"/>
                      </a:cubicBezTo>
                      <a:cubicBezTo>
                        <a:pt x="942263" y="818583"/>
                        <a:pt x="943121" y="834204"/>
                        <a:pt x="947121" y="848777"/>
                      </a:cubicBezTo>
                      <a:cubicBezTo>
                        <a:pt x="931024" y="856016"/>
                        <a:pt x="918260" y="869923"/>
                        <a:pt x="912926" y="887735"/>
                      </a:cubicBezTo>
                      <a:cubicBezTo>
                        <a:pt x="902830" y="883163"/>
                        <a:pt x="892162" y="879543"/>
                        <a:pt x="880732" y="877257"/>
                      </a:cubicBezTo>
                      <a:cubicBezTo>
                        <a:pt x="802627" y="862017"/>
                        <a:pt x="726903" y="912976"/>
                        <a:pt x="711663" y="991081"/>
                      </a:cubicBezTo>
                      <a:cubicBezTo>
                        <a:pt x="711187" y="993462"/>
                        <a:pt x="710996" y="995748"/>
                        <a:pt x="710615" y="998129"/>
                      </a:cubicBezTo>
                      <a:cubicBezTo>
                        <a:pt x="699376" y="986318"/>
                        <a:pt x="684517" y="977746"/>
                        <a:pt x="667276" y="974317"/>
                      </a:cubicBezTo>
                      <a:cubicBezTo>
                        <a:pt x="625652" y="966221"/>
                        <a:pt x="585266" y="991271"/>
                        <a:pt x="573455" y="1031086"/>
                      </a:cubicBezTo>
                      <a:cubicBezTo>
                        <a:pt x="563549" y="1026609"/>
                        <a:pt x="553072" y="1022989"/>
                        <a:pt x="542023" y="1020799"/>
                      </a:cubicBezTo>
                      <a:cubicBezTo>
                        <a:pt x="466013" y="1005940"/>
                        <a:pt x="392385" y="1055565"/>
                        <a:pt x="377621" y="1131479"/>
                      </a:cubicBezTo>
                      <a:cubicBezTo>
                        <a:pt x="372192" y="1159197"/>
                        <a:pt x="375430" y="1186534"/>
                        <a:pt x="385336" y="1210823"/>
                      </a:cubicBezTo>
                      <a:cubicBezTo>
                        <a:pt x="370477" y="1197964"/>
                        <a:pt x="351999" y="1188629"/>
                        <a:pt x="331044" y="1184534"/>
                      </a:cubicBezTo>
                      <a:cubicBezTo>
                        <a:pt x="269703" y="1172532"/>
                        <a:pt x="210743" y="1209775"/>
                        <a:pt x="199408" y="1267782"/>
                      </a:cubicBezTo>
                      <a:cubicBezTo>
                        <a:pt x="197313" y="1278736"/>
                        <a:pt x="197027" y="1289594"/>
                        <a:pt x="198361" y="1300167"/>
                      </a:cubicBezTo>
                      <a:cubicBezTo>
                        <a:pt x="193027" y="1298358"/>
                        <a:pt x="187502" y="1296833"/>
                        <a:pt x="181882" y="1295786"/>
                      </a:cubicBezTo>
                      <a:cubicBezTo>
                        <a:pt x="100729" y="1279974"/>
                        <a:pt x="20815" y="1339505"/>
                        <a:pt x="3384" y="1428755"/>
                      </a:cubicBezTo>
                      <a:cubicBezTo>
                        <a:pt x="-14047" y="1518004"/>
                        <a:pt x="37579" y="1603252"/>
                        <a:pt x="118732" y="1619064"/>
                      </a:cubicBezTo>
                      <a:cubicBezTo>
                        <a:pt x="162928" y="1627732"/>
                        <a:pt x="206647" y="1613825"/>
                        <a:pt x="240175" y="1585155"/>
                      </a:cubicBezTo>
                      <a:lnTo>
                        <a:pt x="1051896" y="1788228"/>
                      </a:lnTo>
                      <a:lnTo>
                        <a:pt x="5663711" y="1756510"/>
                      </a:lnTo>
                      <a:lnTo>
                        <a:pt x="6417519" y="1541150"/>
                      </a:lnTo>
                      <a:lnTo>
                        <a:pt x="7348778" y="508544"/>
                      </a:lnTo>
                      <a:lnTo>
                        <a:pt x="7464221" y="380623"/>
                      </a:lnTo>
                      <a:cubicBezTo>
                        <a:pt x="7509465" y="358145"/>
                        <a:pt x="7544898" y="319092"/>
                        <a:pt x="7562615" y="271562"/>
                      </a:cubicBezTo>
                      <a:lnTo>
                        <a:pt x="7583189" y="248702"/>
                      </a:lnTo>
                      <a:lnTo>
                        <a:pt x="7569854" y="246893"/>
                      </a:lnTo>
                      <a:cubicBezTo>
                        <a:pt x="7573664" y="230319"/>
                        <a:pt x="7575664" y="213079"/>
                        <a:pt x="7575092" y="195267"/>
                      </a:cubicBezTo>
                      <a:cubicBezTo>
                        <a:pt x="7574997" y="191171"/>
                        <a:pt x="7574426" y="187171"/>
                        <a:pt x="7574045" y="183075"/>
                      </a:cubicBezTo>
                      <a:cubicBezTo>
                        <a:pt x="7624051" y="182885"/>
                        <a:pt x="7664913" y="144404"/>
                        <a:pt x="7664913" y="97064"/>
                      </a:cubicBezTo>
                      <a:close/>
                    </a:path>
                  </a:pathLst>
                </a:custGeom>
                <a:solidFill>
                  <a:srgbClr val="F7E07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7331" name="Graphique 1">
                  <a:extLst>
                    <a:ext uri="{FF2B5EF4-FFF2-40B4-BE49-F238E27FC236}">
                      <a16:creationId xmlns:a16="http://schemas.microsoft.com/office/drawing/2014/main" id="{D9431121-538D-4CB3-865E-32D000DBD66D}"/>
                    </a:ext>
                  </a:extLst>
                </p:cNvPr>
                <p:cNvGrpSpPr/>
                <p:nvPr/>
              </p:nvGrpSpPr>
              <p:grpSpPr>
                <a:xfrm>
                  <a:off x="413529" y="3720365"/>
                  <a:ext cx="7665198" cy="1788513"/>
                  <a:chOff x="413529" y="3720365"/>
                  <a:chExt cx="7665198" cy="1788513"/>
                </a:xfrm>
                <a:solidFill>
                  <a:schemeClr val="accent1"/>
                </a:solidFill>
              </p:grpSpPr>
              <p:sp>
                <p:nvSpPr>
                  <p:cNvPr id="17333" name="Forme libre : forme 17332">
                    <a:extLst>
                      <a:ext uri="{FF2B5EF4-FFF2-40B4-BE49-F238E27FC236}">
                        <a16:creationId xmlns:a16="http://schemas.microsoft.com/office/drawing/2014/main" id="{9D5FF652-E82E-4BAB-A647-85432247F24A}"/>
                      </a:ext>
                    </a:extLst>
                  </p:cNvPr>
                  <p:cNvSpPr/>
                  <p:nvPr/>
                </p:nvSpPr>
                <p:spPr>
                  <a:xfrm>
                    <a:off x="1495429" y="4438078"/>
                    <a:ext cx="8191" cy="13811"/>
                  </a:xfrm>
                  <a:custGeom>
                    <a:avLst/>
                    <a:gdLst>
                      <a:gd name="connsiteX0" fmla="*/ 0 w 8191"/>
                      <a:gd name="connsiteY0" fmla="*/ 10668 h 13811"/>
                      <a:gd name="connsiteX1" fmla="*/ 7525 w 8191"/>
                      <a:gd name="connsiteY1" fmla="*/ 13811 h 13811"/>
                      <a:gd name="connsiteX2" fmla="*/ 8192 w 8191"/>
                      <a:gd name="connsiteY2" fmla="*/ 0 h 13811"/>
                      <a:gd name="connsiteX3" fmla="*/ 1048 w 8191"/>
                      <a:gd name="connsiteY3" fmla="*/ 9430 h 13811"/>
                      <a:gd name="connsiteX4" fmla="*/ 0 w 8191"/>
                      <a:gd name="connsiteY4" fmla="*/ 10668 h 13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91" h="13811">
                        <a:moveTo>
                          <a:pt x="0" y="10668"/>
                        </a:moveTo>
                        <a:cubicBezTo>
                          <a:pt x="2572" y="11716"/>
                          <a:pt x="5144" y="12668"/>
                          <a:pt x="7525" y="13811"/>
                        </a:cubicBezTo>
                        <a:cubicBezTo>
                          <a:pt x="7525" y="9239"/>
                          <a:pt x="7811" y="4572"/>
                          <a:pt x="8192" y="0"/>
                        </a:cubicBezTo>
                        <a:cubicBezTo>
                          <a:pt x="6287" y="3238"/>
                          <a:pt x="3620" y="6572"/>
                          <a:pt x="1048" y="9430"/>
                        </a:cubicBezTo>
                        <a:cubicBezTo>
                          <a:pt x="762" y="9811"/>
                          <a:pt x="381" y="10287"/>
                          <a:pt x="0" y="10668"/>
                        </a:cubicBezTo>
                        <a:close/>
                      </a:path>
                    </a:pathLst>
                  </a:custGeom>
                  <a:noFill/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34" name="Forme libre : forme 17333">
                    <a:extLst>
                      <a:ext uri="{FF2B5EF4-FFF2-40B4-BE49-F238E27FC236}">
                        <a16:creationId xmlns:a16="http://schemas.microsoft.com/office/drawing/2014/main" id="{3D6EF469-C349-495C-9DBC-50AB7EC8493E}"/>
                      </a:ext>
                    </a:extLst>
                  </p:cNvPr>
                  <p:cNvSpPr/>
                  <p:nvPr/>
                </p:nvSpPr>
                <p:spPr>
                  <a:xfrm>
                    <a:off x="1204154" y="4596002"/>
                    <a:ext cx="46482" cy="13525"/>
                  </a:xfrm>
                  <a:custGeom>
                    <a:avLst/>
                    <a:gdLst>
                      <a:gd name="connsiteX0" fmla="*/ 46482 w 46482"/>
                      <a:gd name="connsiteY0" fmla="*/ 0 h 13525"/>
                      <a:gd name="connsiteX1" fmla="*/ 0 w 46482"/>
                      <a:gd name="connsiteY1" fmla="*/ 13526 h 13525"/>
                      <a:gd name="connsiteX2" fmla="*/ 45529 w 46482"/>
                      <a:gd name="connsiteY2" fmla="*/ 381 h 13525"/>
                      <a:gd name="connsiteX3" fmla="*/ 46482 w 46482"/>
                      <a:gd name="connsiteY3" fmla="*/ 0 h 13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482" h="13525">
                        <a:moveTo>
                          <a:pt x="46482" y="0"/>
                        </a:moveTo>
                        <a:cubicBezTo>
                          <a:pt x="30099" y="1810"/>
                          <a:pt x="14478" y="6477"/>
                          <a:pt x="0" y="13526"/>
                        </a:cubicBezTo>
                        <a:cubicBezTo>
                          <a:pt x="14859" y="10478"/>
                          <a:pt x="30290" y="5429"/>
                          <a:pt x="45529" y="381"/>
                        </a:cubicBezTo>
                        <a:cubicBezTo>
                          <a:pt x="45911" y="191"/>
                          <a:pt x="46196" y="95"/>
                          <a:pt x="46482" y="0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35" name="Forme libre : forme 17334">
                    <a:extLst>
                      <a:ext uri="{FF2B5EF4-FFF2-40B4-BE49-F238E27FC236}">
                        <a16:creationId xmlns:a16="http://schemas.microsoft.com/office/drawing/2014/main" id="{FBA547DD-CCAF-4D81-8FFE-CFBBB62DCF80}"/>
                      </a:ext>
                    </a:extLst>
                  </p:cNvPr>
                  <p:cNvSpPr/>
                  <p:nvPr/>
                </p:nvSpPr>
                <p:spPr>
                  <a:xfrm>
                    <a:off x="844871" y="5148262"/>
                    <a:ext cx="666" cy="380"/>
                  </a:xfrm>
                  <a:custGeom>
                    <a:avLst/>
                    <a:gdLst>
                      <a:gd name="connsiteX0" fmla="*/ 0 w 666"/>
                      <a:gd name="connsiteY0" fmla="*/ 0 h 380"/>
                      <a:gd name="connsiteX1" fmla="*/ 381 w 666"/>
                      <a:gd name="connsiteY1" fmla="*/ 381 h 380"/>
                      <a:gd name="connsiteX2" fmla="*/ 667 w 666"/>
                      <a:gd name="connsiteY2" fmla="*/ 191 h 380"/>
                      <a:gd name="connsiteX3" fmla="*/ 0 w 666"/>
                      <a:gd name="connsiteY3" fmla="*/ 0 h 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6" h="380">
                        <a:moveTo>
                          <a:pt x="0" y="0"/>
                        </a:moveTo>
                        <a:cubicBezTo>
                          <a:pt x="95" y="95"/>
                          <a:pt x="286" y="191"/>
                          <a:pt x="381" y="381"/>
                        </a:cubicBezTo>
                        <a:cubicBezTo>
                          <a:pt x="476" y="286"/>
                          <a:pt x="572" y="191"/>
                          <a:pt x="667" y="191"/>
                        </a:cubicBezTo>
                        <a:cubicBezTo>
                          <a:pt x="381" y="95"/>
                          <a:pt x="191" y="9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36" name="Forme libre : forme 17335">
                    <a:extLst>
                      <a:ext uri="{FF2B5EF4-FFF2-40B4-BE49-F238E27FC236}">
                        <a16:creationId xmlns:a16="http://schemas.microsoft.com/office/drawing/2014/main" id="{35998604-21F7-4C5C-BA98-4EBB66175E1E}"/>
                      </a:ext>
                    </a:extLst>
                  </p:cNvPr>
                  <p:cNvSpPr/>
                  <p:nvPr/>
                </p:nvSpPr>
                <p:spPr>
                  <a:xfrm>
                    <a:off x="413529" y="3720365"/>
                    <a:ext cx="7665198" cy="1788513"/>
                  </a:xfrm>
                  <a:custGeom>
                    <a:avLst/>
                    <a:gdLst>
                      <a:gd name="connsiteX0" fmla="*/ 7665199 w 7665198"/>
                      <a:gd name="connsiteY0" fmla="*/ 97064 h 1788513"/>
                      <a:gd name="connsiteX1" fmla="*/ 7572330 w 7665198"/>
                      <a:gd name="connsiteY1" fmla="*/ 10482 h 1788513"/>
                      <a:gd name="connsiteX2" fmla="*/ 7498130 w 7665198"/>
                      <a:gd name="connsiteY2" fmla="*/ 45058 h 1788513"/>
                      <a:gd name="connsiteX3" fmla="*/ 7368781 w 7665198"/>
                      <a:gd name="connsiteY3" fmla="*/ 2862 h 1788513"/>
                      <a:gd name="connsiteX4" fmla="*/ 7193426 w 7665198"/>
                      <a:gd name="connsiteY4" fmla="*/ 120686 h 1788513"/>
                      <a:gd name="connsiteX5" fmla="*/ 7021214 w 7665198"/>
                      <a:gd name="connsiteY5" fmla="*/ 100 h 1788513"/>
                      <a:gd name="connsiteX6" fmla="*/ 6863194 w 7665198"/>
                      <a:gd name="connsiteY6" fmla="*/ 113352 h 1788513"/>
                      <a:gd name="connsiteX7" fmla="*/ 6870528 w 7665198"/>
                      <a:gd name="connsiteY7" fmla="*/ 114781 h 1788513"/>
                      <a:gd name="connsiteX8" fmla="*/ 6893293 w 7665198"/>
                      <a:gd name="connsiteY8" fmla="*/ 158786 h 1788513"/>
                      <a:gd name="connsiteX9" fmla="*/ 6979018 w 7665198"/>
                      <a:gd name="connsiteY9" fmla="*/ 266800 h 1788513"/>
                      <a:gd name="connsiteX10" fmla="*/ 6981113 w 7665198"/>
                      <a:gd name="connsiteY10" fmla="*/ 325379 h 1788513"/>
                      <a:gd name="connsiteX11" fmla="*/ 6916439 w 7665198"/>
                      <a:gd name="connsiteY11" fmla="*/ 334713 h 1788513"/>
                      <a:gd name="connsiteX12" fmla="*/ 6855193 w 7665198"/>
                      <a:gd name="connsiteY12" fmla="*/ 304423 h 1788513"/>
                      <a:gd name="connsiteX13" fmla="*/ 6814997 w 7665198"/>
                      <a:gd name="connsiteY13" fmla="*/ 248036 h 1788513"/>
                      <a:gd name="connsiteX14" fmla="*/ 6798424 w 7665198"/>
                      <a:gd name="connsiteY14" fmla="*/ 193648 h 1788513"/>
                      <a:gd name="connsiteX15" fmla="*/ 6810997 w 7665198"/>
                      <a:gd name="connsiteY15" fmla="*/ 139546 h 1788513"/>
                      <a:gd name="connsiteX16" fmla="*/ 6841477 w 7665198"/>
                      <a:gd name="connsiteY16" fmla="*/ 117829 h 1788513"/>
                      <a:gd name="connsiteX17" fmla="*/ 6781660 w 7665198"/>
                      <a:gd name="connsiteY17" fmla="*/ 101065 h 1788513"/>
                      <a:gd name="connsiteX18" fmla="*/ 6695363 w 7665198"/>
                      <a:gd name="connsiteY18" fmla="*/ 153167 h 1788513"/>
                      <a:gd name="connsiteX19" fmla="*/ 6534486 w 7665198"/>
                      <a:gd name="connsiteY19" fmla="*/ 69061 h 1788513"/>
                      <a:gd name="connsiteX20" fmla="*/ 6379610 w 7665198"/>
                      <a:gd name="connsiteY20" fmla="*/ 163454 h 1788513"/>
                      <a:gd name="connsiteX21" fmla="*/ 6245498 w 7665198"/>
                      <a:gd name="connsiteY21" fmla="*/ 48963 h 1788513"/>
                      <a:gd name="connsiteX22" fmla="*/ 6125768 w 7665198"/>
                      <a:gd name="connsiteY22" fmla="*/ 138307 h 1788513"/>
                      <a:gd name="connsiteX23" fmla="*/ 5987751 w 7665198"/>
                      <a:gd name="connsiteY23" fmla="*/ 80681 h 1788513"/>
                      <a:gd name="connsiteX24" fmla="*/ 5821064 w 7665198"/>
                      <a:gd name="connsiteY24" fmla="*/ 208602 h 1788513"/>
                      <a:gd name="connsiteX25" fmla="*/ 5713431 w 7665198"/>
                      <a:gd name="connsiteY25" fmla="*/ 157357 h 1788513"/>
                      <a:gd name="connsiteX26" fmla="*/ 5649328 w 7665198"/>
                      <a:gd name="connsiteY26" fmla="*/ 176788 h 1788513"/>
                      <a:gd name="connsiteX27" fmla="*/ 5549410 w 7665198"/>
                      <a:gd name="connsiteY27" fmla="*/ 118305 h 1788513"/>
                      <a:gd name="connsiteX28" fmla="*/ 5472354 w 7665198"/>
                      <a:gd name="connsiteY28" fmla="*/ 154119 h 1788513"/>
                      <a:gd name="connsiteX29" fmla="*/ 5473115 w 7665198"/>
                      <a:gd name="connsiteY29" fmla="*/ 141927 h 1788513"/>
                      <a:gd name="connsiteX30" fmla="*/ 5401202 w 7665198"/>
                      <a:gd name="connsiteY30" fmla="*/ 74585 h 1788513"/>
                      <a:gd name="connsiteX31" fmla="*/ 5333860 w 7665198"/>
                      <a:gd name="connsiteY31" fmla="*/ 146499 h 1788513"/>
                      <a:gd name="connsiteX32" fmla="*/ 5335098 w 7665198"/>
                      <a:gd name="connsiteY32" fmla="*/ 156977 h 1788513"/>
                      <a:gd name="connsiteX33" fmla="*/ 5272138 w 7665198"/>
                      <a:gd name="connsiteY33" fmla="*/ 131640 h 1788513"/>
                      <a:gd name="connsiteX34" fmla="*/ 5196414 w 7665198"/>
                      <a:gd name="connsiteY34" fmla="*/ 184885 h 1788513"/>
                      <a:gd name="connsiteX35" fmla="*/ 5089353 w 7665198"/>
                      <a:gd name="connsiteY35" fmla="*/ 131259 h 1788513"/>
                      <a:gd name="connsiteX36" fmla="*/ 4987435 w 7665198"/>
                      <a:gd name="connsiteY36" fmla="*/ 189743 h 1788513"/>
                      <a:gd name="connsiteX37" fmla="*/ 4989531 w 7665198"/>
                      <a:gd name="connsiteY37" fmla="*/ 189171 h 1788513"/>
                      <a:gd name="connsiteX38" fmla="*/ 5007057 w 7665198"/>
                      <a:gd name="connsiteY38" fmla="*/ 190219 h 1788513"/>
                      <a:gd name="connsiteX39" fmla="*/ 5035823 w 7665198"/>
                      <a:gd name="connsiteY39" fmla="*/ 201172 h 1788513"/>
                      <a:gd name="connsiteX40" fmla="*/ 5053539 w 7665198"/>
                      <a:gd name="connsiteY40" fmla="*/ 258513 h 1788513"/>
                      <a:gd name="connsiteX41" fmla="*/ 5016963 w 7665198"/>
                      <a:gd name="connsiteY41" fmla="*/ 299280 h 1788513"/>
                      <a:gd name="connsiteX42" fmla="*/ 4999342 w 7665198"/>
                      <a:gd name="connsiteY42" fmla="*/ 294137 h 1788513"/>
                      <a:gd name="connsiteX43" fmla="*/ 4987817 w 7665198"/>
                      <a:gd name="connsiteY43" fmla="*/ 300995 h 1788513"/>
                      <a:gd name="connsiteX44" fmla="*/ 4976958 w 7665198"/>
                      <a:gd name="connsiteY44" fmla="*/ 305567 h 1788513"/>
                      <a:gd name="connsiteX45" fmla="*/ 4957908 w 7665198"/>
                      <a:gd name="connsiteY45" fmla="*/ 288993 h 1788513"/>
                      <a:gd name="connsiteX46" fmla="*/ 4959337 w 7665198"/>
                      <a:gd name="connsiteY46" fmla="*/ 275944 h 1788513"/>
                      <a:gd name="connsiteX47" fmla="*/ 4899139 w 7665198"/>
                      <a:gd name="connsiteY47" fmla="*/ 261847 h 1788513"/>
                      <a:gd name="connsiteX48" fmla="*/ 4895329 w 7665198"/>
                      <a:gd name="connsiteY48" fmla="*/ 256894 h 1788513"/>
                      <a:gd name="connsiteX49" fmla="*/ 4897234 w 7665198"/>
                      <a:gd name="connsiteY49" fmla="*/ 251750 h 1788513"/>
                      <a:gd name="connsiteX50" fmla="*/ 4911617 w 7665198"/>
                      <a:gd name="connsiteY50" fmla="*/ 229652 h 1788513"/>
                      <a:gd name="connsiteX51" fmla="*/ 4929047 w 7665198"/>
                      <a:gd name="connsiteY51" fmla="*/ 209078 h 1788513"/>
                      <a:gd name="connsiteX52" fmla="*/ 4951145 w 7665198"/>
                      <a:gd name="connsiteY52" fmla="*/ 200029 h 1788513"/>
                      <a:gd name="connsiteX53" fmla="*/ 4974577 w 7665198"/>
                      <a:gd name="connsiteY53" fmla="*/ 193362 h 1788513"/>
                      <a:gd name="connsiteX54" fmla="*/ 4900091 w 7665198"/>
                      <a:gd name="connsiteY54" fmla="*/ 152214 h 1788513"/>
                      <a:gd name="connsiteX55" fmla="*/ 4857134 w 7665198"/>
                      <a:gd name="connsiteY55" fmla="*/ 165930 h 1788513"/>
                      <a:gd name="connsiteX56" fmla="*/ 4783219 w 7665198"/>
                      <a:gd name="connsiteY56" fmla="*/ 99064 h 1788513"/>
                      <a:gd name="connsiteX57" fmla="*/ 4718164 w 7665198"/>
                      <a:gd name="connsiteY57" fmla="*/ 146213 h 1788513"/>
                      <a:gd name="connsiteX58" fmla="*/ 4635963 w 7665198"/>
                      <a:gd name="connsiteY58" fmla="*/ 118686 h 1788513"/>
                      <a:gd name="connsiteX59" fmla="*/ 4531474 w 7665198"/>
                      <a:gd name="connsiteY59" fmla="*/ 182313 h 1788513"/>
                      <a:gd name="connsiteX60" fmla="*/ 4443844 w 7665198"/>
                      <a:gd name="connsiteY60" fmla="*/ 154500 h 1788513"/>
                      <a:gd name="connsiteX61" fmla="*/ 4380503 w 7665198"/>
                      <a:gd name="connsiteY61" fmla="*/ 172502 h 1788513"/>
                      <a:gd name="connsiteX62" fmla="*/ 4428699 w 7665198"/>
                      <a:gd name="connsiteY62" fmla="*/ 185361 h 1788513"/>
                      <a:gd name="connsiteX63" fmla="*/ 4448702 w 7665198"/>
                      <a:gd name="connsiteY63" fmla="*/ 209459 h 1788513"/>
                      <a:gd name="connsiteX64" fmla="*/ 4458989 w 7665198"/>
                      <a:gd name="connsiteY64" fmla="*/ 244511 h 1788513"/>
                      <a:gd name="connsiteX65" fmla="*/ 4461751 w 7665198"/>
                      <a:gd name="connsiteY65" fmla="*/ 293279 h 1788513"/>
                      <a:gd name="connsiteX66" fmla="*/ 4431747 w 7665198"/>
                      <a:gd name="connsiteY66" fmla="*/ 336046 h 1788513"/>
                      <a:gd name="connsiteX67" fmla="*/ 4387456 w 7665198"/>
                      <a:gd name="connsiteY67" fmla="*/ 353954 h 1788513"/>
                      <a:gd name="connsiteX68" fmla="*/ 4347356 w 7665198"/>
                      <a:gd name="connsiteY68" fmla="*/ 331284 h 1788513"/>
                      <a:gd name="connsiteX69" fmla="*/ 4343260 w 7665198"/>
                      <a:gd name="connsiteY69" fmla="*/ 300137 h 1788513"/>
                      <a:gd name="connsiteX70" fmla="*/ 4350499 w 7665198"/>
                      <a:gd name="connsiteY70" fmla="*/ 195457 h 1788513"/>
                      <a:gd name="connsiteX71" fmla="*/ 4345260 w 7665198"/>
                      <a:gd name="connsiteY71" fmla="*/ 200792 h 1788513"/>
                      <a:gd name="connsiteX72" fmla="*/ 4233151 w 7665198"/>
                      <a:gd name="connsiteY72" fmla="*/ 140308 h 1788513"/>
                      <a:gd name="connsiteX73" fmla="*/ 4134948 w 7665198"/>
                      <a:gd name="connsiteY73" fmla="*/ 192410 h 1788513"/>
                      <a:gd name="connsiteX74" fmla="*/ 4023982 w 7665198"/>
                      <a:gd name="connsiteY74" fmla="*/ 109161 h 1788513"/>
                      <a:gd name="connsiteX75" fmla="*/ 3917969 w 7665198"/>
                      <a:gd name="connsiteY75" fmla="*/ 204697 h 1788513"/>
                      <a:gd name="connsiteX76" fmla="*/ 3822528 w 7665198"/>
                      <a:gd name="connsiteY76" fmla="*/ 149642 h 1788513"/>
                      <a:gd name="connsiteX77" fmla="*/ 3735089 w 7665198"/>
                      <a:gd name="connsiteY77" fmla="*/ 202696 h 1788513"/>
                      <a:gd name="connsiteX78" fmla="*/ 3757948 w 7665198"/>
                      <a:gd name="connsiteY78" fmla="*/ 194981 h 1788513"/>
                      <a:gd name="connsiteX79" fmla="*/ 3853865 w 7665198"/>
                      <a:gd name="connsiteY79" fmla="*/ 178884 h 1788513"/>
                      <a:gd name="connsiteX80" fmla="*/ 3857771 w 7665198"/>
                      <a:gd name="connsiteY80" fmla="*/ 203744 h 1788513"/>
                      <a:gd name="connsiteX81" fmla="*/ 3861295 w 7665198"/>
                      <a:gd name="connsiteY81" fmla="*/ 203078 h 1788513"/>
                      <a:gd name="connsiteX82" fmla="*/ 3844912 w 7665198"/>
                      <a:gd name="connsiteY82" fmla="*/ 282421 h 1788513"/>
                      <a:gd name="connsiteX83" fmla="*/ 3820432 w 7665198"/>
                      <a:gd name="connsiteY83" fmla="*/ 333951 h 1788513"/>
                      <a:gd name="connsiteX84" fmla="*/ 3796715 w 7665198"/>
                      <a:gd name="connsiteY84" fmla="*/ 343952 h 1788513"/>
                      <a:gd name="connsiteX85" fmla="*/ 3696703 w 7665198"/>
                      <a:gd name="connsiteY85" fmla="*/ 323664 h 1788513"/>
                      <a:gd name="connsiteX86" fmla="*/ 3687940 w 7665198"/>
                      <a:gd name="connsiteY86" fmla="*/ 314425 h 1788513"/>
                      <a:gd name="connsiteX87" fmla="*/ 3688511 w 7665198"/>
                      <a:gd name="connsiteY87" fmla="*/ 296422 h 1788513"/>
                      <a:gd name="connsiteX88" fmla="*/ 3708799 w 7665198"/>
                      <a:gd name="connsiteY88" fmla="*/ 235844 h 1788513"/>
                      <a:gd name="connsiteX89" fmla="*/ 3724230 w 7665198"/>
                      <a:gd name="connsiteY89" fmla="*/ 209840 h 1788513"/>
                      <a:gd name="connsiteX90" fmla="*/ 3724325 w 7665198"/>
                      <a:gd name="connsiteY90" fmla="*/ 209745 h 1788513"/>
                      <a:gd name="connsiteX91" fmla="*/ 3618026 w 7665198"/>
                      <a:gd name="connsiteY91" fmla="*/ 166882 h 1788513"/>
                      <a:gd name="connsiteX92" fmla="*/ 3491725 w 7665198"/>
                      <a:gd name="connsiteY92" fmla="*/ 253560 h 1788513"/>
                      <a:gd name="connsiteX93" fmla="*/ 3343516 w 7665198"/>
                      <a:gd name="connsiteY93" fmla="*/ 169645 h 1788513"/>
                      <a:gd name="connsiteX94" fmla="*/ 3226358 w 7665198"/>
                      <a:gd name="connsiteY94" fmla="*/ 224985 h 1788513"/>
                      <a:gd name="connsiteX95" fmla="*/ 3233788 w 7665198"/>
                      <a:gd name="connsiteY95" fmla="*/ 263371 h 1788513"/>
                      <a:gd name="connsiteX96" fmla="*/ 3241979 w 7665198"/>
                      <a:gd name="connsiteY96" fmla="*/ 367384 h 1788513"/>
                      <a:gd name="connsiteX97" fmla="*/ 3233692 w 7665198"/>
                      <a:gd name="connsiteY97" fmla="*/ 384814 h 1788513"/>
                      <a:gd name="connsiteX98" fmla="*/ 3219215 w 7665198"/>
                      <a:gd name="connsiteY98" fmla="*/ 387577 h 1788513"/>
                      <a:gd name="connsiteX99" fmla="*/ 3141110 w 7665198"/>
                      <a:gd name="connsiteY99" fmla="*/ 377861 h 1788513"/>
                      <a:gd name="connsiteX100" fmla="*/ 3087484 w 7665198"/>
                      <a:gd name="connsiteY100" fmla="*/ 324236 h 1788513"/>
                      <a:gd name="connsiteX101" fmla="*/ 3086722 w 7665198"/>
                      <a:gd name="connsiteY101" fmla="*/ 286707 h 1788513"/>
                      <a:gd name="connsiteX102" fmla="*/ 3096723 w 7665198"/>
                      <a:gd name="connsiteY102" fmla="*/ 225747 h 1788513"/>
                      <a:gd name="connsiteX103" fmla="*/ 3161588 w 7665198"/>
                      <a:gd name="connsiteY103" fmla="*/ 166120 h 1788513"/>
                      <a:gd name="connsiteX104" fmla="*/ 3169304 w 7665198"/>
                      <a:gd name="connsiteY104" fmla="*/ 164501 h 1788513"/>
                      <a:gd name="connsiteX105" fmla="*/ 3071577 w 7665198"/>
                      <a:gd name="connsiteY105" fmla="*/ 129926 h 1788513"/>
                      <a:gd name="connsiteX106" fmla="*/ 2936703 w 7665198"/>
                      <a:gd name="connsiteY106" fmla="*/ 243940 h 1788513"/>
                      <a:gd name="connsiteX107" fmla="*/ 2908223 w 7665198"/>
                      <a:gd name="connsiteY107" fmla="*/ 219175 h 1788513"/>
                      <a:gd name="connsiteX108" fmla="*/ 2908509 w 7665198"/>
                      <a:gd name="connsiteY108" fmla="*/ 235558 h 1788513"/>
                      <a:gd name="connsiteX109" fmla="*/ 2934512 w 7665198"/>
                      <a:gd name="connsiteY109" fmla="*/ 314615 h 1788513"/>
                      <a:gd name="connsiteX110" fmla="*/ 2916224 w 7665198"/>
                      <a:gd name="connsiteY110" fmla="*/ 330522 h 1788513"/>
                      <a:gd name="connsiteX111" fmla="*/ 2874505 w 7665198"/>
                      <a:gd name="connsiteY111" fmla="*/ 328236 h 1788513"/>
                      <a:gd name="connsiteX112" fmla="*/ 2838691 w 7665198"/>
                      <a:gd name="connsiteY112" fmla="*/ 305471 h 1788513"/>
                      <a:gd name="connsiteX113" fmla="*/ 2819927 w 7665198"/>
                      <a:gd name="connsiteY113" fmla="*/ 283945 h 1788513"/>
                      <a:gd name="connsiteX114" fmla="*/ 2816974 w 7665198"/>
                      <a:gd name="connsiteY114" fmla="*/ 257275 h 1788513"/>
                      <a:gd name="connsiteX115" fmla="*/ 2835166 w 7665198"/>
                      <a:gd name="connsiteY115" fmla="*/ 190981 h 1788513"/>
                      <a:gd name="connsiteX116" fmla="*/ 2807354 w 7665198"/>
                      <a:gd name="connsiteY116" fmla="*/ 189362 h 1788513"/>
                      <a:gd name="connsiteX117" fmla="*/ 2651810 w 7665198"/>
                      <a:gd name="connsiteY117" fmla="*/ 309948 h 1788513"/>
                      <a:gd name="connsiteX118" fmla="*/ 2523699 w 7665198"/>
                      <a:gd name="connsiteY118" fmla="*/ 238796 h 1788513"/>
                      <a:gd name="connsiteX119" fmla="*/ 2420448 w 7665198"/>
                      <a:gd name="connsiteY119" fmla="*/ 288421 h 1788513"/>
                      <a:gd name="connsiteX120" fmla="*/ 2273763 w 7665198"/>
                      <a:gd name="connsiteY120" fmla="*/ 156214 h 1788513"/>
                      <a:gd name="connsiteX121" fmla="*/ 2136127 w 7665198"/>
                      <a:gd name="connsiteY121" fmla="*/ 293375 h 1788513"/>
                      <a:gd name="connsiteX122" fmla="*/ 2108504 w 7665198"/>
                      <a:gd name="connsiteY122" fmla="*/ 264704 h 1788513"/>
                      <a:gd name="connsiteX123" fmla="*/ 2108409 w 7665198"/>
                      <a:gd name="connsiteY123" fmla="*/ 270991 h 1788513"/>
                      <a:gd name="connsiteX124" fmla="*/ 2126125 w 7665198"/>
                      <a:gd name="connsiteY124" fmla="*/ 340619 h 1788513"/>
                      <a:gd name="connsiteX125" fmla="*/ 2120791 w 7665198"/>
                      <a:gd name="connsiteY125" fmla="*/ 356430 h 1788513"/>
                      <a:gd name="connsiteX126" fmla="*/ 2109838 w 7665198"/>
                      <a:gd name="connsiteY126" fmla="*/ 359192 h 1788513"/>
                      <a:gd name="connsiteX127" fmla="*/ 2031256 w 7665198"/>
                      <a:gd name="connsiteY127" fmla="*/ 329951 h 1788513"/>
                      <a:gd name="connsiteX128" fmla="*/ 2018969 w 7665198"/>
                      <a:gd name="connsiteY128" fmla="*/ 312234 h 1788513"/>
                      <a:gd name="connsiteX129" fmla="*/ 2017731 w 7665198"/>
                      <a:gd name="connsiteY129" fmla="*/ 296994 h 1788513"/>
                      <a:gd name="connsiteX130" fmla="*/ 2022779 w 7665198"/>
                      <a:gd name="connsiteY130" fmla="*/ 249940 h 1788513"/>
                      <a:gd name="connsiteX131" fmla="*/ 2024113 w 7665198"/>
                      <a:gd name="connsiteY131" fmla="*/ 246226 h 1788513"/>
                      <a:gd name="connsiteX132" fmla="*/ 1992775 w 7665198"/>
                      <a:gd name="connsiteY132" fmla="*/ 257179 h 1788513"/>
                      <a:gd name="connsiteX133" fmla="*/ 1988489 w 7665198"/>
                      <a:gd name="connsiteY133" fmla="*/ 297470 h 1788513"/>
                      <a:gd name="connsiteX134" fmla="*/ 1985155 w 7665198"/>
                      <a:gd name="connsiteY134" fmla="*/ 317854 h 1788513"/>
                      <a:gd name="connsiteX135" fmla="*/ 2000586 w 7665198"/>
                      <a:gd name="connsiteY135" fmla="*/ 339952 h 1788513"/>
                      <a:gd name="connsiteX136" fmla="*/ 1975154 w 7665198"/>
                      <a:gd name="connsiteY136" fmla="*/ 328617 h 1788513"/>
                      <a:gd name="connsiteX137" fmla="*/ 1952771 w 7665198"/>
                      <a:gd name="connsiteY137" fmla="*/ 342904 h 1788513"/>
                      <a:gd name="connsiteX138" fmla="*/ 1901716 w 7665198"/>
                      <a:gd name="connsiteY138" fmla="*/ 354239 h 1788513"/>
                      <a:gd name="connsiteX139" fmla="*/ 1930768 w 7665198"/>
                      <a:gd name="connsiteY139" fmla="*/ 346238 h 1788513"/>
                      <a:gd name="connsiteX140" fmla="*/ 1953152 w 7665198"/>
                      <a:gd name="connsiteY140" fmla="*/ 325188 h 1788513"/>
                      <a:gd name="connsiteX141" fmla="*/ 1979631 w 7665198"/>
                      <a:gd name="connsiteY141" fmla="*/ 291279 h 1788513"/>
                      <a:gd name="connsiteX142" fmla="*/ 1988108 w 7665198"/>
                      <a:gd name="connsiteY142" fmla="*/ 270229 h 1788513"/>
                      <a:gd name="connsiteX143" fmla="*/ 1989918 w 7665198"/>
                      <a:gd name="connsiteY143" fmla="*/ 258704 h 1788513"/>
                      <a:gd name="connsiteX144" fmla="*/ 1955438 w 7665198"/>
                      <a:gd name="connsiteY144" fmla="*/ 289755 h 1788513"/>
                      <a:gd name="connsiteX145" fmla="*/ 1818754 w 7665198"/>
                      <a:gd name="connsiteY145" fmla="*/ 200601 h 1788513"/>
                      <a:gd name="connsiteX146" fmla="*/ 1685594 w 7665198"/>
                      <a:gd name="connsiteY146" fmla="*/ 307186 h 1788513"/>
                      <a:gd name="connsiteX147" fmla="*/ 1658162 w 7665198"/>
                      <a:gd name="connsiteY147" fmla="*/ 311281 h 1788513"/>
                      <a:gd name="connsiteX148" fmla="*/ 1658257 w 7665198"/>
                      <a:gd name="connsiteY148" fmla="*/ 330998 h 1788513"/>
                      <a:gd name="connsiteX149" fmla="*/ 1648923 w 7665198"/>
                      <a:gd name="connsiteY149" fmla="*/ 358811 h 1788513"/>
                      <a:gd name="connsiteX150" fmla="*/ 1622539 w 7665198"/>
                      <a:gd name="connsiteY150" fmla="*/ 372908 h 1788513"/>
                      <a:gd name="connsiteX151" fmla="*/ 1595202 w 7665198"/>
                      <a:gd name="connsiteY151" fmla="*/ 368146 h 1788513"/>
                      <a:gd name="connsiteX152" fmla="*/ 1589677 w 7665198"/>
                      <a:gd name="connsiteY152" fmla="*/ 386529 h 1788513"/>
                      <a:gd name="connsiteX153" fmla="*/ 1589296 w 7665198"/>
                      <a:gd name="connsiteY153" fmla="*/ 389196 h 1788513"/>
                      <a:gd name="connsiteX154" fmla="*/ 1589201 w 7665198"/>
                      <a:gd name="connsiteY154" fmla="*/ 389196 h 1788513"/>
                      <a:gd name="connsiteX155" fmla="*/ 1598345 w 7665198"/>
                      <a:gd name="connsiteY155" fmla="*/ 392339 h 1788513"/>
                      <a:gd name="connsiteX156" fmla="*/ 1705597 w 7665198"/>
                      <a:gd name="connsiteY156" fmla="*/ 353096 h 1788513"/>
                      <a:gd name="connsiteX157" fmla="*/ 1672545 w 7665198"/>
                      <a:gd name="connsiteY157" fmla="*/ 390148 h 1788513"/>
                      <a:gd name="connsiteX158" fmla="*/ 1624920 w 7665198"/>
                      <a:gd name="connsiteY158" fmla="*/ 401960 h 1788513"/>
                      <a:gd name="connsiteX159" fmla="*/ 1613204 w 7665198"/>
                      <a:gd name="connsiteY159" fmla="*/ 416914 h 1788513"/>
                      <a:gd name="connsiteX160" fmla="*/ 1611680 w 7665198"/>
                      <a:gd name="connsiteY160" fmla="*/ 441679 h 1788513"/>
                      <a:gd name="connsiteX161" fmla="*/ 1584820 w 7665198"/>
                      <a:gd name="connsiteY161" fmla="*/ 487685 h 1788513"/>
                      <a:gd name="connsiteX162" fmla="*/ 1578438 w 7665198"/>
                      <a:gd name="connsiteY162" fmla="*/ 492352 h 1788513"/>
                      <a:gd name="connsiteX163" fmla="*/ 1584820 w 7665198"/>
                      <a:gd name="connsiteY163" fmla="*/ 487685 h 1788513"/>
                      <a:gd name="connsiteX164" fmla="*/ 1593583 w 7665198"/>
                      <a:gd name="connsiteY164" fmla="*/ 476064 h 1788513"/>
                      <a:gd name="connsiteX165" fmla="*/ 1604917 w 7665198"/>
                      <a:gd name="connsiteY165" fmla="*/ 421771 h 1788513"/>
                      <a:gd name="connsiteX166" fmla="*/ 1593583 w 7665198"/>
                      <a:gd name="connsiteY166" fmla="*/ 401102 h 1788513"/>
                      <a:gd name="connsiteX167" fmla="*/ 1592821 w 7665198"/>
                      <a:gd name="connsiteY167" fmla="*/ 401864 h 1788513"/>
                      <a:gd name="connsiteX168" fmla="*/ 1590725 w 7665198"/>
                      <a:gd name="connsiteY168" fmla="*/ 400054 h 1788513"/>
                      <a:gd name="connsiteX169" fmla="*/ 1570532 w 7665198"/>
                      <a:gd name="connsiteY169" fmla="*/ 389768 h 1788513"/>
                      <a:gd name="connsiteX170" fmla="*/ 1561864 w 7665198"/>
                      <a:gd name="connsiteY170" fmla="*/ 391006 h 1788513"/>
                      <a:gd name="connsiteX171" fmla="*/ 1530337 w 7665198"/>
                      <a:gd name="connsiteY171" fmla="*/ 428725 h 1788513"/>
                      <a:gd name="connsiteX172" fmla="*/ 1532527 w 7665198"/>
                      <a:gd name="connsiteY172" fmla="*/ 468730 h 1788513"/>
                      <a:gd name="connsiteX173" fmla="*/ 1509382 w 7665198"/>
                      <a:gd name="connsiteY173" fmla="*/ 477112 h 1788513"/>
                      <a:gd name="connsiteX174" fmla="*/ 1488903 w 7665198"/>
                      <a:gd name="connsiteY174" fmla="*/ 469873 h 1788513"/>
                      <a:gd name="connsiteX175" fmla="*/ 1487188 w 7665198"/>
                      <a:gd name="connsiteY175" fmla="*/ 467968 h 1788513"/>
                      <a:gd name="connsiteX176" fmla="*/ 1481378 w 7665198"/>
                      <a:gd name="connsiteY176" fmla="*/ 455300 h 1788513"/>
                      <a:gd name="connsiteX177" fmla="*/ 1480807 w 7665198"/>
                      <a:gd name="connsiteY177" fmla="*/ 452632 h 1788513"/>
                      <a:gd name="connsiteX178" fmla="*/ 1472330 w 7665198"/>
                      <a:gd name="connsiteY178" fmla="*/ 475969 h 1788513"/>
                      <a:gd name="connsiteX179" fmla="*/ 1401368 w 7665198"/>
                      <a:gd name="connsiteY179" fmla="*/ 532166 h 1788513"/>
                      <a:gd name="connsiteX180" fmla="*/ 1400321 w 7665198"/>
                      <a:gd name="connsiteY180" fmla="*/ 550169 h 1788513"/>
                      <a:gd name="connsiteX181" fmla="*/ 1430419 w 7665198"/>
                      <a:gd name="connsiteY181" fmla="*/ 517879 h 1788513"/>
                      <a:gd name="connsiteX182" fmla="*/ 1404512 w 7665198"/>
                      <a:gd name="connsiteY182" fmla="*/ 560265 h 1788513"/>
                      <a:gd name="connsiteX183" fmla="*/ 1390510 w 7665198"/>
                      <a:gd name="connsiteY183" fmla="*/ 568647 h 1788513"/>
                      <a:gd name="connsiteX184" fmla="*/ 1424609 w 7665198"/>
                      <a:gd name="connsiteY184" fmla="*/ 589983 h 1788513"/>
                      <a:gd name="connsiteX185" fmla="*/ 1456518 w 7665198"/>
                      <a:gd name="connsiteY185" fmla="*/ 627702 h 1788513"/>
                      <a:gd name="connsiteX186" fmla="*/ 1403940 w 7665198"/>
                      <a:gd name="connsiteY186" fmla="*/ 588173 h 1788513"/>
                      <a:gd name="connsiteX187" fmla="*/ 1375270 w 7665198"/>
                      <a:gd name="connsiteY187" fmla="*/ 577124 h 1788513"/>
                      <a:gd name="connsiteX188" fmla="*/ 1375365 w 7665198"/>
                      <a:gd name="connsiteY188" fmla="*/ 574362 h 1788513"/>
                      <a:gd name="connsiteX189" fmla="*/ 1344885 w 7665198"/>
                      <a:gd name="connsiteY189" fmla="*/ 581125 h 1788513"/>
                      <a:gd name="connsiteX190" fmla="*/ 1329359 w 7665198"/>
                      <a:gd name="connsiteY190" fmla="*/ 583315 h 1788513"/>
                      <a:gd name="connsiteX191" fmla="*/ 1323263 w 7665198"/>
                      <a:gd name="connsiteY191" fmla="*/ 591793 h 1788513"/>
                      <a:gd name="connsiteX192" fmla="*/ 1279258 w 7665198"/>
                      <a:gd name="connsiteY192" fmla="*/ 576172 h 1788513"/>
                      <a:gd name="connsiteX193" fmla="*/ 1092568 w 7665198"/>
                      <a:gd name="connsiteY193" fmla="*/ 701902 h 1788513"/>
                      <a:gd name="connsiteX194" fmla="*/ 1091806 w 7665198"/>
                      <a:gd name="connsiteY194" fmla="*/ 706950 h 1788513"/>
                      <a:gd name="connsiteX195" fmla="*/ 1090377 w 7665198"/>
                      <a:gd name="connsiteY195" fmla="*/ 717809 h 1788513"/>
                      <a:gd name="connsiteX196" fmla="*/ 1089710 w 7665198"/>
                      <a:gd name="connsiteY196" fmla="*/ 731620 h 1788513"/>
                      <a:gd name="connsiteX197" fmla="*/ 1082185 w 7665198"/>
                      <a:gd name="connsiteY197" fmla="*/ 728477 h 1788513"/>
                      <a:gd name="connsiteX198" fmla="*/ 1054563 w 7665198"/>
                      <a:gd name="connsiteY198" fmla="*/ 763243 h 1788513"/>
                      <a:gd name="connsiteX199" fmla="*/ 1048943 w 7665198"/>
                      <a:gd name="connsiteY199" fmla="*/ 774101 h 1788513"/>
                      <a:gd name="connsiteX200" fmla="*/ 1051991 w 7665198"/>
                      <a:gd name="connsiteY200" fmla="*/ 784674 h 1788513"/>
                      <a:gd name="connsiteX201" fmla="*/ 1062183 w 7665198"/>
                      <a:gd name="connsiteY201" fmla="*/ 800867 h 1788513"/>
                      <a:gd name="connsiteX202" fmla="*/ 1065898 w 7665198"/>
                      <a:gd name="connsiteY202" fmla="*/ 813059 h 1788513"/>
                      <a:gd name="connsiteX203" fmla="*/ 1053230 w 7665198"/>
                      <a:gd name="connsiteY203" fmla="*/ 833156 h 1788513"/>
                      <a:gd name="connsiteX204" fmla="*/ 1026179 w 7665198"/>
                      <a:gd name="connsiteY204" fmla="*/ 858969 h 1788513"/>
                      <a:gd name="connsiteX205" fmla="*/ 989412 w 7665198"/>
                      <a:gd name="connsiteY205" fmla="*/ 871828 h 1788513"/>
                      <a:gd name="connsiteX206" fmla="*/ 961123 w 7665198"/>
                      <a:gd name="connsiteY206" fmla="*/ 866113 h 1788513"/>
                      <a:gd name="connsiteX207" fmla="*/ 945978 w 7665198"/>
                      <a:gd name="connsiteY207" fmla="*/ 849539 h 1788513"/>
                      <a:gd name="connsiteX208" fmla="*/ 922927 w 7665198"/>
                      <a:gd name="connsiteY208" fmla="*/ 868304 h 1788513"/>
                      <a:gd name="connsiteX209" fmla="*/ 951598 w 7665198"/>
                      <a:gd name="connsiteY209" fmla="*/ 889639 h 1788513"/>
                      <a:gd name="connsiteX210" fmla="*/ 1090187 w 7665198"/>
                      <a:gd name="connsiteY210" fmla="*/ 854206 h 1788513"/>
                      <a:gd name="connsiteX211" fmla="*/ 1032084 w 7665198"/>
                      <a:gd name="connsiteY211" fmla="*/ 888401 h 1788513"/>
                      <a:gd name="connsiteX212" fmla="*/ 973981 w 7665198"/>
                      <a:gd name="connsiteY212" fmla="*/ 898879 h 1788513"/>
                      <a:gd name="connsiteX213" fmla="*/ 952264 w 7665198"/>
                      <a:gd name="connsiteY213" fmla="*/ 912690 h 1788513"/>
                      <a:gd name="connsiteX214" fmla="*/ 935310 w 7665198"/>
                      <a:gd name="connsiteY214" fmla="*/ 935740 h 1788513"/>
                      <a:gd name="connsiteX215" fmla="*/ 878350 w 7665198"/>
                      <a:gd name="connsiteY215" fmla="*/ 978317 h 1788513"/>
                      <a:gd name="connsiteX216" fmla="*/ 868730 w 7665198"/>
                      <a:gd name="connsiteY216" fmla="*/ 982604 h 1788513"/>
                      <a:gd name="connsiteX217" fmla="*/ 878350 w 7665198"/>
                      <a:gd name="connsiteY217" fmla="*/ 978317 h 1788513"/>
                      <a:gd name="connsiteX218" fmla="*/ 894924 w 7665198"/>
                      <a:gd name="connsiteY218" fmla="*/ 967554 h 1788513"/>
                      <a:gd name="connsiteX219" fmla="*/ 940454 w 7665198"/>
                      <a:gd name="connsiteY219" fmla="*/ 917071 h 1788513"/>
                      <a:gd name="connsiteX220" fmla="*/ 941120 w 7665198"/>
                      <a:gd name="connsiteY220" fmla="*/ 897640 h 1788513"/>
                      <a:gd name="connsiteX221" fmla="*/ 939882 w 7665198"/>
                      <a:gd name="connsiteY221" fmla="*/ 898307 h 1788513"/>
                      <a:gd name="connsiteX222" fmla="*/ 938834 w 7665198"/>
                      <a:gd name="connsiteY222" fmla="*/ 896593 h 1788513"/>
                      <a:gd name="connsiteX223" fmla="*/ 917593 w 7665198"/>
                      <a:gd name="connsiteY223" fmla="*/ 876495 h 1788513"/>
                      <a:gd name="connsiteX224" fmla="*/ 915593 w 7665198"/>
                      <a:gd name="connsiteY224" fmla="*/ 880591 h 1788513"/>
                      <a:gd name="connsiteX225" fmla="*/ 856729 w 7665198"/>
                      <a:gd name="connsiteY225" fmla="*/ 922691 h 1788513"/>
                      <a:gd name="connsiteX226" fmla="*/ 834440 w 7665198"/>
                      <a:gd name="connsiteY226" fmla="*/ 960029 h 1788513"/>
                      <a:gd name="connsiteX227" fmla="*/ 804627 w 7665198"/>
                      <a:gd name="connsiteY227" fmla="*/ 967554 h 1788513"/>
                      <a:gd name="connsiteX228" fmla="*/ 787291 w 7665198"/>
                      <a:gd name="connsiteY228" fmla="*/ 960601 h 1788513"/>
                      <a:gd name="connsiteX229" fmla="*/ 786625 w 7665198"/>
                      <a:gd name="connsiteY229" fmla="*/ 958791 h 1788513"/>
                      <a:gd name="connsiteX230" fmla="*/ 788244 w 7665198"/>
                      <a:gd name="connsiteY230" fmla="*/ 946885 h 1788513"/>
                      <a:gd name="connsiteX231" fmla="*/ 819486 w 7665198"/>
                      <a:gd name="connsiteY231" fmla="*/ 908594 h 1788513"/>
                      <a:gd name="connsiteX232" fmla="*/ 872826 w 7665198"/>
                      <a:gd name="connsiteY232" fmla="*/ 876209 h 1788513"/>
                      <a:gd name="connsiteX233" fmla="*/ 840727 w 7665198"/>
                      <a:gd name="connsiteY233" fmla="*/ 875352 h 1788513"/>
                      <a:gd name="connsiteX234" fmla="*/ 799579 w 7665198"/>
                      <a:gd name="connsiteY234" fmla="*/ 897260 h 1788513"/>
                      <a:gd name="connsiteX235" fmla="*/ 740619 w 7665198"/>
                      <a:gd name="connsiteY235" fmla="*/ 961077 h 1788513"/>
                      <a:gd name="connsiteX236" fmla="*/ 754525 w 7665198"/>
                      <a:gd name="connsiteY236" fmla="*/ 914023 h 1788513"/>
                      <a:gd name="connsiteX237" fmla="*/ 711758 w 7665198"/>
                      <a:gd name="connsiteY237" fmla="*/ 991176 h 1788513"/>
                      <a:gd name="connsiteX238" fmla="*/ 710710 w 7665198"/>
                      <a:gd name="connsiteY238" fmla="*/ 998225 h 1788513"/>
                      <a:gd name="connsiteX239" fmla="*/ 667372 w 7665198"/>
                      <a:gd name="connsiteY239" fmla="*/ 974412 h 1788513"/>
                      <a:gd name="connsiteX240" fmla="*/ 573550 w 7665198"/>
                      <a:gd name="connsiteY240" fmla="*/ 1031181 h 1788513"/>
                      <a:gd name="connsiteX241" fmla="*/ 542118 w 7665198"/>
                      <a:gd name="connsiteY241" fmla="*/ 1020894 h 1788513"/>
                      <a:gd name="connsiteX242" fmla="*/ 377716 w 7665198"/>
                      <a:gd name="connsiteY242" fmla="*/ 1131575 h 1788513"/>
                      <a:gd name="connsiteX243" fmla="*/ 381622 w 7665198"/>
                      <a:gd name="connsiteY243" fmla="*/ 1200440 h 1788513"/>
                      <a:gd name="connsiteX244" fmla="*/ 428008 w 7665198"/>
                      <a:gd name="connsiteY244" fmla="*/ 1133670 h 1788513"/>
                      <a:gd name="connsiteX245" fmla="*/ 516115 w 7665198"/>
                      <a:gd name="connsiteY245" fmla="*/ 1087188 h 1788513"/>
                      <a:gd name="connsiteX246" fmla="*/ 579837 w 7665198"/>
                      <a:gd name="connsiteY246" fmla="*/ 1084997 h 1788513"/>
                      <a:gd name="connsiteX247" fmla="*/ 571550 w 7665198"/>
                      <a:gd name="connsiteY247" fmla="*/ 1108429 h 1788513"/>
                      <a:gd name="connsiteX248" fmla="*/ 551262 w 7665198"/>
                      <a:gd name="connsiteY248" fmla="*/ 1133003 h 1788513"/>
                      <a:gd name="connsiteX249" fmla="*/ 548881 w 7665198"/>
                      <a:gd name="connsiteY249" fmla="*/ 1138528 h 1788513"/>
                      <a:gd name="connsiteX250" fmla="*/ 540404 w 7665198"/>
                      <a:gd name="connsiteY250" fmla="*/ 1147005 h 1788513"/>
                      <a:gd name="connsiteX251" fmla="*/ 498303 w 7665198"/>
                      <a:gd name="connsiteY251" fmla="*/ 1206632 h 1788513"/>
                      <a:gd name="connsiteX252" fmla="*/ 478681 w 7665198"/>
                      <a:gd name="connsiteY252" fmla="*/ 1230540 h 1788513"/>
                      <a:gd name="connsiteX253" fmla="*/ 453535 w 7665198"/>
                      <a:gd name="connsiteY253" fmla="*/ 1243589 h 1788513"/>
                      <a:gd name="connsiteX254" fmla="*/ 456012 w 7665198"/>
                      <a:gd name="connsiteY254" fmla="*/ 1260829 h 1788513"/>
                      <a:gd name="connsiteX255" fmla="*/ 452202 w 7665198"/>
                      <a:gd name="connsiteY255" fmla="*/ 1296166 h 1788513"/>
                      <a:gd name="connsiteX256" fmla="*/ 454107 w 7665198"/>
                      <a:gd name="connsiteY256" fmla="*/ 1306740 h 1788513"/>
                      <a:gd name="connsiteX257" fmla="*/ 464775 w 7665198"/>
                      <a:gd name="connsiteY257" fmla="*/ 1317122 h 1788513"/>
                      <a:gd name="connsiteX258" fmla="*/ 486683 w 7665198"/>
                      <a:gd name="connsiteY258" fmla="*/ 1332933 h 1788513"/>
                      <a:gd name="connsiteX259" fmla="*/ 499065 w 7665198"/>
                      <a:gd name="connsiteY259" fmla="*/ 1344840 h 1788513"/>
                      <a:gd name="connsiteX260" fmla="*/ 500398 w 7665198"/>
                      <a:gd name="connsiteY260" fmla="*/ 1364556 h 1788513"/>
                      <a:gd name="connsiteX261" fmla="*/ 491064 w 7665198"/>
                      <a:gd name="connsiteY261" fmla="*/ 1389893 h 1788513"/>
                      <a:gd name="connsiteX262" fmla="*/ 462584 w 7665198"/>
                      <a:gd name="connsiteY262" fmla="*/ 1402561 h 1788513"/>
                      <a:gd name="connsiteX263" fmla="*/ 429723 w 7665198"/>
                      <a:gd name="connsiteY263" fmla="*/ 1397132 h 1788513"/>
                      <a:gd name="connsiteX264" fmla="*/ 374573 w 7665198"/>
                      <a:gd name="connsiteY264" fmla="*/ 1338267 h 1788513"/>
                      <a:gd name="connsiteX265" fmla="*/ 391909 w 7665198"/>
                      <a:gd name="connsiteY265" fmla="*/ 1265972 h 1788513"/>
                      <a:gd name="connsiteX266" fmla="*/ 405910 w 7665198"/>
                      <a:gd name="connsiteY266" fmla="*/ 1252732 h 1788513"/>
                      <a:gd name="connsiteX267" fmla="*/ 389051 w 7665198"/>
                      <a:gd name="connsiteY267" fmla="*/ 1236159 h 1788513"/>
                      <a:gd name="connsiteX268" fmla="*/ 381145 w 7665198"/>
                      <a:gd name="connsiteY268" fmla="*/ 1207870 h 1788513"/>
                      <a:gd name="connsiteX269" fmla="*/ 330949 w 7665198"/>
                      <a:gd name="connsiteY269" fmla="*/ 1184629 h 1788513"/>
                      <a:gd name="connsiteX270" fmla="*/ 203409 w 7665198"/>
                      <a:gd name="connsiteY270" fmla="*/ 1253495 h 1788513"/>
                      <a:gd name="connsiteX271" fmla="*/ 205028 w 7665198"/>
                      <a:gd name="connsiteY271" fmla="*/ 1280260 h 1788513"/>
                      <a:gd name="connsiteX272" fmla="*/ 219697 w 7665198"/>
                      <a:gd name="connsiteY272" fmla="*/ 1319884 h 1788513"/>
                      <a:gd name="connsiteX273" fmla="*/ 244176 w 7665198"/>
                      <a:gd name="connsiteY273" fmla="*/ 1338267 h 1788513"/>
                      <a:gd name="connsiteX274" fmla="*/ 272275 w 7665198"/>
                      <a:gd name="connsiteY274" fmla="*/ 1350650 h 1788513"/>
                      <a:gd name="connsiteX275" fmla="*/ 290563 w 7665198"/>
                      <a:gd name="connsiteY275" fmla="*/ 1371319 h 1788513"/>
                      <a:gd name="connsiteX276" fmla="*/ 283133 w 7665198"/>
                      <a:gd name="connsiteY276" fmla="*/ 1390083 h 1788513"/>
                      <a:gd name="connsiteX277" fmla="*/ 264655 w 7665198"/>
                      <a:gd name="connsiteY277" fmla="*/ 1399798 h 1788513"/>
                      <a:gd name="connsiteX278" fmla="*/ 224269 w 7665198"/>
                      <a:gd name="connsiteY278" fmla="*/ 1403799 h 1788513"/>
                      <a:gd name="connsiteX279" fmla="*/ 184835 w 7665198"/>
                      <a:gd name="connsiteY279" fmla="*/ 1401799 h 1788513"/>
                      <a:gd name="connsiteX280" fmla="*/ 141877 w 7665198"/>
                      <a:gd name="connsiteY280" fmla="*/ 1386273 h 1788513"/>
                      <a:gd name="connsiteX281" fmla="*/ 116922 w 7665198"/>
                      <a:gd name="connsiteY281" fmla="*/ 1369604 h 1788513"/>
                      <a:gd name="connsiteX282" fmla="*/ 100348 w 7665198"/>
                      <a:gd name="connsiteY282" fmla="*/ 1348364 h 1788513"/>
                      <a:gd name="connsiteX283" fmla="*/ 85489 w 7665198"/>
                      <a:gd name="connsiteY283" fmla="*/ 1312264 h 1788513"/>
                      <a:gd name="connsiteX284" fmla="*/ 3384 w 7665198"/>
                      <a:gd name="connsiteY284" fmla="*/ 1428850 h 1788513"/>
                      <a:gd name="connsiteX285" fmla="*/ 118732 w 7665198"/>
                      <a:gd name="connsiteY285" fmla="*/ 1619159 h 1788513"/>
                      <a:gd name="connsiteX286" fmla="*/ 121780 w 7665198"/>
                      <a:gd name="connsiteY286" fmla="*/ 1619540 h 1788513"/>
                      <a:gd name="connsiteX287" fmla="*/ 132257 w 7665198"/>
                      <a:gd name="connsiteY287" fmla="*/ 1614968 h 1788513"/>
                      <a:gd name="connsiteX288" fmla="*/ 194741 w 7665198"/>
                      <a:gd name="connsiteY288" fmla="*/ 1612206 h 1788513"/>
                      <a:gd name="connsiteX289" fmla="*/ 225316 w 7665198"/>
                      <a:gd name="connsiteY289" fmla="*/ 1596395 h 1788513"/>
                      <a:gd name="connsiteX290" fmla="*/ 197980 w 7665198"/>
                      <a:gd name="connsiteY290" fmla="*/ 1587155 h 1788513"/>
                      <a:gd name="connsiteX291" fmla="*/ 197980 w 7665198"/>
                      <a:gd name="connsiteY291" fmla="*/ 1584679 h 1788513"/>
                      <a:gd name="connsiteX292" fmla="*/ 164737 w 7665198"/>
                      <a:gd name="connsiteY292" fmla="*/ 1590680 h 1788513"/>
                      <a:gd name="connsiteX293" fmla="*/ 122256 w 7665198"/>
                      <a:gd name="connsiteY293" fmla="*/ 1588775 h 1788513"/>
                      <a:gd name="connsiteX294" fmla="*/ 119017 w 7665198"/>
                      <a:gd name="connsiteY294" fmla="*/ 1584012 h 1788513"/>
                      <a:gd name="connsiteX295" fmla="*/ 177120 w 7665198"/>
                      <a:gd name="connsiteY295" fmla="*/ 1581631 h 1788513"/>
                      <a:gd name="connsiteX296" fmla="*/ 256654 w 7665198"/>
                      <a:gd name="connsiteY296" fmla="*/ 1533625 h 1788513"/>
                      <a:gd name="connsiteX297" fmla="*/ 229507 w 7665198"/>
                      <a:gd name="connsiteY297" fmla="*/ 1572106 h 1788513"/>
                      <a:gd name="connsiteX298" fmla="*/ 214363 w 7665198"/>
                      <a:gd name="connsiteY298" fmla="*/ 1579630 h 1788513"/>
                      <a:gd name="connsiteX299" fmla="*/ 231412 w 7665198"/>
                      <a:gd name="connsiteY299" fmla="*/ 1592013 h 1788513"/>
                      <a:gd name="connsiteX300" fmla="*/ 239985 w 7665198"/>
                      <a:gd name="connsiteY300" fmla="*/ 1585346 h 1788513"/>
                      <a:gd name="connsiteX301" fmla="*/ 349618 w 7665198"/>
                      <a:gd name="connsiteY301" fmla="*/ 1612777 h 1788513"/>
                      <a:gd name="connsiteX302" fmla="*/ 381145 w 7665198"/>
                      <a:gd name="connsiteY302" fmla="*/ 1585250 h 1788513"/>
                      <a:gd name="connsiteX303" fmla="*/ 384574 w 7665198"/>
                      <a:gd name="connsiteY303" fmla="*/ 1547341 h 1788513"/>
                      <a:gd name="connsiteX304" fmla="*/ 339235 w 7665198"/>
                      <a:gd name="connsiteY304" fmla="*/ 1520575 h 1788513"/>
                      <a:gd name="connsiteX305" fmla="*/ 293325 w 7665198"/>
                      <a:gd name="connsiteY305" fmla="*/ 1522385 h 1788513"/>
                      <a:gd name="connsiteX306" fmla="*/ 323995 w 7665198"/>
                      <a:gd name="connsiteY306" fmla="*/ 1515813 h 1788513"/>
                      <a:gd name="connsiteX307" fmla="*/ 362572 w 7665198"/>
                      <a:gd name="connsiteY307" fmla="*/ 1521338 h 1788513"/>
                      <a:gd name="connsiteX308" fmla="*/ 392671 w 7665198"/>
                      <a:gd name="connsiteY308" fmla="*/ 1541626 h 1788513"/>
                      <a:gd name="connsiteX309" fmla="*/ 409720 w 7665198"/>
                      <a:gd name="connsiteY309" fmla="*/ 1559724 h 1788513"/>
                      <a:gd name="connsiteX310" fmla="*/ 422865 w 7665198"/>
                      <a:gd name="connsiteY310" fmla="*/ 1562295 h 1788513"/>
                      <a:gd name="connsiteX311" fmla="*/ 399243 w 7665198"/>
                      <a:gd name="connsiteY311" fmla="*/ 1570963 h 1788513"/>
                      <a:gd name="connsiteX312" fmla="*/ 384289 w 7665198"/>
                      <a:gd name="connsiteY312" fmla="*/ 1589442 h 1788513"/>
                      <a:gd name="connsiteX313" fmla="*/ 349713 w 7665198"/>
                      <a:gd name="connsiteY313" fmla="*/ 1612873 h 1788513"/>
                      <a:gd name="connsiteX314" fmla="*/ 386194 w 7665198"/>
                      <a:gd name="connsiteY314" fmla="*/ 1622017 h 1788513"/>
                      <a:gd name="connsiteX315" fmla="*/ 398481 w 7665198"/>
                      <a:gd name="connsiteY315" fmla="*/ 1611634 h 1788513"/>
                      <a:gd name="connsiteX316" fmla="*/ 423341 w 7665198"/>
                      <a:gd name="connsiteY316" fmla="*/ 1582774 h 1788513"/>
                      <a:gd name="connsiteX317" fmla="*/ 460584 w 7665198"/>
                      <a:gd name="connsiteY317" fmla="*/ 1588108 h 1788513"/>
                      <a:gd name="connsiteX318" fmla="*/ 500303 w 7665198"/>
                      <a:gd name="connsiteY318" fmla="*/ 1577249 h 1788513"/>
                      <a:gd name="connsiteX319" fmla="*/ 529354 w 7665198"/>
                      <a:gd name="connsiteY319" fmla="*/ 1579821 h 1788513"/>
                      <a:gd name="connsiteX320" fmla="*/ 534212 w 7665198"/>
                      <a:gd name="connsiteY320" fmla="*/ 1592013 h 1788513"/>
                      <a:gd name="connsiteX321" fmla="*/ 555167 w 7665198"/>
                      <a:gd name="connsiteY321" fmla="*/ 1630399 h 1788513"/>
                      <a:gd name="connsiteX322" fmla="*/ 575551 w 7665198"/>
                      <a:gd name="connsiteY322" fmla="*/ 1649449 h 1788513"/>
                      <a:gd name="connsiteX323" fmla="*/ 550595 w 7665198"/>
                      <a:gd name="connsiteY323" fmla="*/ 1653735 h 1788513"/>
                      <a:gd name="connsiteX324" fmla="*/ 522782 w 7665198"/>
                      <a:gd name="connsiteY324" fmla="*/ 1649925 h 1788513"/>
                      <a:gd name="connsiteX325" fmla="*/ 517639 w 7665198"/>
                      <a:gd name="connsiteY325" fmla="*/ 1654878 h 1788513"/>
                      <a:gd name="connsiteX326" fmla="*/ 616984 w 7665198"/>
                      <a:gd name="connsiteY326" fmla="*/ 1679738 h 1788513"/>
                      <a:gd name="connsiteX327" fmla="*/ 629176 w 7665198"/>
                      <a:gd name="connsiteY327" fmla="*/ 1675452 h 1788513"/>
                      <a:gd name="connsiteX328" fmla="*/ 626509 w 7665198"/>
                      <a:gd name="connsiteY328" fmla="*/ 1682120 h 1788513"/>
                      <a:gd name="connsiteX329" fmla="*/ 726236 w 7665198"/>
                      <a:gd name="connsiteY329" fmla="*/ 1707075 h 1788513"/>
                      <a:gd name="connsiteX330" fmla="*/ 781958 w 7665198"/>
                      <a:gd name="connsiteY330" fmla="*/ 1716409 h 1788513"/>
                      <a:gd name="connsiteX331" fmla="*/ 792340 w 7665198"/>
                      <a:gd name="connsiteY331" fmla="*/ 1723648 h 1788513"/>
                      <a:gd name="connsiteX332" fmla="*/ 934643 w 7665198"/>
                      <a:gd name="connsiteY332" fmla="*/ 1759272 h 1788513"/>
                      <a:gd name="connsiteX333" fmla="*/ 936358 w 7665198"/>
                      <a:gd name="connsiteY333" fmla="*/ 1749461 h 1788513"/>
                      <a:gd name="connsiteX334" fmla="*/ 834345 w 7665198"/>
                      <a:gd name="connsiteY334" fmla="*/ 1719172 h 1788513"/>
                      <a:gd name="connsiteX335" fmla="*/ 897210 w 7665198"/>
                      <a:gd name="connsiteY335" fmla="*/ 1732507 h 1788513"/>
                      <a:gd name="connsiteX336" fmla="*/ 923404 w 7665198"/>
                      <a:gd name="connsiteY336" fmla="*/ 1738889 h 1788513"/>
                      <a:gd name="connsiteX337" fmla="*/ 959980 w 7665198"/>
                      <a:gd name="connsiteY337" fmla="*/ 1735174 h 1788513"/>
                      <a:gd name="connsiteX338" fmla="*/ 996079 w 7665198"/>
                      <a:gd name="connsiteY338" fmla="*/ 1726125 h 1788513"/>
                      <a:gd name="connsiteX339" fmla="*/ 1021606 w 7665198"/>
                      <a:gd name="connsiteY339" fmla="*/ 1717458 h 1788513"/>
                      <a:gd name="connsiteX340" fmla="*/ 963123 w 7665198"/>
                      <a:gd name="connsiteY340" fmla="*/ 1741270 h 1788513"/>
                      <a:gd name="connsiteX341" fmla="*/ 954169 w 7665198"/>
                      <a:gd name="connsiteY341" fmla="*/ 1742603 h 1788513"/>
                      <a:gd name="connsiteX342" fmla="*/ 948645 w 7665198"/>
                      <a:gd name="connsiteY342" fmla="*/ 1748318 h 1788513"/>
                      <a:gd name="connsiteX343" fmla="*/ 941596 w 7665198"/>
                      <a:gd name="connsiteY343" fmla="*/ 1760986 h 1788513"/>
                      <a:gd name="connsiteX344" fmla="*/ 971600 w 7665198"/>
                      <a:gd name="connsiteY344" fmla="*/ 1768511 h 1788513"/>
                      <a:gd name="connsiteX345" fmla="*/ 992746 w 7665198"/>
                      <a:gd name="connsiteY345" fmla="*/ 1751843 h 1788513"/>
                      <a:gd name="connsiteX346" fmla="*/ 1078185 w 7665198"/>
                      <a:gd name="connsiteY346" fmla="*/ 1752414 h 1788513"/>
                      <a:gd name="connsiteX347" fmla="*/ 1011224 w 7665198"/>
                      <a:gd name="connsiteY347" fmla="*/ 1778417 h 1788513"/>
                      <a:gd name="connsiteX348" fmla="*/ 1051610 w 7665198"/>
                      <a:gd name="connsiteY348" fmla="*/ 1788514 h 1788513"/>
                      <a:gd name="connsiteX349" fmla="*/ 5663425 w 7665198"/>
                      <a:gd name="connsiteY349" fmla="*/ 1756796 h 1788513"/>
                      <a:gd name="connsiteX350" fmla="*/ 5811063 w 7665198"/>
                      <a:gd name="connsiteY350" fmla="*/ 1714600 h 1788513"/>
                      <a:gd name="connsiteX351" fmla="*/ 5793632 w 7665198"/>
                      <a:gd name="connsiteY351" fmla="*/ 1698502 h 1788513"/>
                      <a:gd name="connsiteX352" fmla="*/ 5764866 w 7665198"/>
                      <a:gd name="connsiteY352" fmla="*/ 1664879 h 1788513"/>
                      <a:gd name="connsiteX353" fmla="*/ 5788774 w 7665198"/>
                      <a:gd name="connsiteY353" fmla="*/ 1604967 h 1788513"/>
                      <a:gd name="connsiteX354" fmla="*/ 5874499 w 7665198"/>
                      <a:gd name="connsiteY354" fmla="*/ 1595442 h 1788513"/>
                      <a:gd name="connsiteX355" fmla="*/ 5875070 w 7665198"/>
                      <a:gd name="connsiteY355" fmla="*/ 1653259 h 1788513"/>
                      <a:gd name="connsiteX356" fmla="*/ 5885738 w 7665198"/>
                      <a:gd name="connsiteY356" fmla="*/ 1693168 h 1788513"/>
                      <a:gd name="connsiteX357" fmla="*/ 6003562 w 7665198"/>
                      <a:gd name="connsiteY357" fmla="*/ 1659450 h 1788513"/>
                      <a:gd name="connsiteX358" fmla="*/ 5972702 w 7665198"/>
                      <a:gd name="connsiteY358" fmla="*/ 1616778 h 1788513"/>
                      <a:gd name="connsiteX359" fmla="*/ 5970320 w 7665198"/>
                      <a:gd name="connsiteY359" fmla="*/ 1518289 h 1788513"/>
                      <a:gd name="connsiteX360" fmla="*/ 5987560 w 7665198"/>
                      <a:gd name="connsiteY360" fmla="*/ 1462092 h 1788513"/>
                      <a:gd name="connsiteX361" fmla="*/ 6067475 w 7665198"/>
                      <a:gd name="connsiteY361" fmla="*/ 1419039 h 1788513"/>
                      <a:gd name="connsiteX362" fmla="*/ 6079382 w 7665198"/>
                      <a:gd name="connsiteY362" fmla="*/ 1447614 h 1788513"/>
                      <a:gd name="connsiteX363" fmla="*/ 6107385 w 7665198"/>
                      <a:gd name="connsiteY363" fmla="*/ 1449995 h 1788513"/>
                      <a:gd name="connsiteX364" fmla="*/ 6125959 w 7665198"/>
                      <a:gd name="connsiteY364" fmla="*/ 1464759 h 1788513"/>
                      <a:gd name="connsiteX365" fmla="*/ 6110529 w 7665198"/>
                      <a:gd name="connsiteY365" fmla="*/ 1479523 h 1788513"/>
                      <a:gd name="connsiteX366" fmla="*/ 6098146 w 7665198"/>
                      <a:gd name="connsiteY366" fmla="*/ 1486952 h 1788513"/>
                      <a:gd name="connsiteX367" fmla="*/ 6071381 w 7665198"/>
                      <a:gd name="connsiteY367" fmla="*/ 1500287 h 1788513"/>
                      <a:gd name="connsiteX368" fmla="*/ 6072238 w 7665198"/>
                      <a:gd name="connsiteY368" fmla="*/ 1501907 h 1788513"/>
                      <a:gd name="connsiteX369" fmla="*/ 6131293 w 7665198"/>
                      <a:gd name="connsiteY369" fmla="*/ 1586107 h 1788513"/>
                      <a:gd name="connsiteX370" fmla="*/ 6158915 w 7665198"/>
                      <a:gd name="connsiteY370" fmla="*/ 1615159 h 1788513"/>
                      <a:gd name="connsiteX371" fmla="*/ 6272454 w 7665198"/>
                      <a:gd name="connsiteY371" fmla="*/ 1582679 h 1788513"/>
                      <a:gd name="connsiteX372" fmla="*/ 6289884 w 7665198"/>
                      <a:gd name="connsiteY372" fmla="*/ 1534863 h 1788513"/>
                      <a:gd name="connsiteX373" fmla="*/ 6294932 w 7665198"/>
                      <a:gd name="connsiteY373" fmla="*/ 1529815 h 1788513"/>
                      <a:gd name="connsiteX374" fmla="*/ 6297123 w 7665198"/>
                      <a:gd name="connsiteY374" fmla="*/ 1523528 h 1788513"/>
                      <a:gd name="connsiteX375" fmla="*/ 6307696 w 7665198"/>
                      <a:gd name="connsiteY375" fmla="*/ 1494858 h 1788513"/>
                      <a:gd name="connsiteX376" fmla="*/ 6320459 w 7665198"/>
                      <a:gd name="connsiteY376" fmla="*/ 1531434 h 1788513"/>
                      <a:gd name="connsiteX377" fmla="*/ 6353892 w 7665198"/>
                      <a:gd name="connsiteY377" fmla="*/ 1559342 h 1788513"/>
                      <a:gd name="connsiteX378" fmla="*/ 6417234 w 7665198"/>
                      <a:gd name="connsiteY378" fmla="*/ 1541245 h 1788513"/>
                      <a:gd name="connsiteX379" fmla="*/ 6430283 w 7665198"/>
                      <a:gd name="connsiteY379" fmla="*/ 1526767 h 1788513"/>
                      <a:gd name="connsiteX380" fmla="*/ 6380086 w 7665198"/>
                      <a:gd name="connsiteY380" fmla="*/ 1525433 h 1788513"/>
                      <a:gd name="connsiteX381" fmla="*/ 6363703 w 7665198"/>
                      <a:gd name="connsiteY381" fmla="*/ 1513622 h 1788513"/>
                      <a:gd name="connsiteX382" fmla="*/ 6361512 w 7665198"/>
                      <a:gd name="connsiteY382" fmla="*/ 1499621 h 1788513"/>
                      <a:gd name="connsiteX383" fmla="*/ 6412280 w 7665198"/>
                      <a:gd name="connsiteY383" fmla="*/ 1440851 h 1788513"/>
                      <a:gd name="connsiteX384" fmla="*/ 6481908 w 7665198"/>
                      <a:gd name="connsiteY384" fmla="*/ 1394464 h 1788513"/>
                      <a:gd name="connsiteX385" fmla="*/ 6549631 w 7665198"/>
                      <a:gd name="connsiteY385" fmla="*/ 1331314 h 1788513"/>
                      <a:gd name="connsiteX386" fmla="*/ 6589255 w 7665198"/>
                      <a:gd name="connsiteY386" fmla="*/ 1344458 h 1788513"/>
                      <a:gd name="connsiteX387" fmla="*/ 6598875 w 7665198"/>
                      <a:gd name="connsiteY387" fmla="*/ 1339791 h 1788513"/>
                      <a:gd name="connsiteX388" fmla="*/ 6695173 w 7665198"/>
                      <a:gd name="connsiteY388" fmla="*/ 1233016 h 1788513"/>
                      <a:gd name="connsiteX389" fmla="*/ 6581921 w 7665198"/>
                      <a:gd name="connsiteY389" fmla="*/ 1244065 h 1788513"/>
                      <a:gd name="connsiteX390" fmla="*/ 6522866 w 7665198"/>
                      <a:gd name="connsiteY390" fmla="*/ 1238159 h 1788513"/>
                      <a:gd name="connsiteX391" fmla="*/ 6501910 w 7665198"/>
                      <a:gd name="connsiteY391" fmla="*/ 1201774 h 1788513"/>
                      <a:gd name="connsiteX392" fmla="*/ 6539058 w 7665198"/>
                      <a:gd name="connsiteY392" fmla="*/ 1139671 h 1788513"/>
                      <a:gd name="connsiteX393" fmla="*/ 6545535 w 7665198"/>
                      <a:gd name="connsiteY393" fmla="*/ 1116906 h 1788513"/>
                      <a:gd name="connsiteX394" fmla="*/ 6634308 w 7665198"/>
                      <a:gd name="connsiteY394" fmla="*/ 1096618 h 1788513"/>
                      <a:gd name="connsiteX395" fmla="*/ 6639738 w 7665198"/>
                      <a:gd name="connsiteY395" fmla="*/ 1116620 h 1788513"/>
                      <a:gd name="connsiteX396" fmla="*/ 6666407 w 7665198"/>
                      <a:gd name="connsiteY396" fmla="*/ 1113287 h 1788513"/>
                      <a:gd name="connsiteX397" fmla="*/ 6692410 w 7665198"/>
                      <a:gd name="connsiteY397" fmla="*/ 1099761 h 1788513"/>
                      <a:gd name="connsiteX398" fmla="*/ 6700031 w 7665198"/>
                      <a:gd name="connsiteY398" fmla="*/ 1114906 h 1788513"/>
                      <a:gd name="connsiteX399" fmla="*/ 6676313 w 7665198"/>
                      <a:gd name="connsiteY399" fmla="*/ 1129765 h 1788513"/>
                      <a:gd name="connsiteX400" fmla="*/ 6670884 w 7665198"/>
                      <a:gd name="connsiteY400" fmla="*/ 1138052 h 1788513"/>
                      <a:gd name="connsiteX401" fmla="*/ 6640976 w 7665198"/>
                      <a:gd name="connsiteY401" fmla="*/ 1154625 h 1788513"/>
                      <a:gd name="connsiteX402" fmla="*/ 6613544 w 7665198"/>
                      <a:gd name="connsiteY402" fmla="*/ 1165102 h 1788513"/>
                      <a:gd name="connsiteX403" fmla="*/ 6662693 w 7665198"/>
                      <a:gd name="connsiteY403" fmla="*/ 1180152 h 1788513"/>
                      <a:gd name="connsiteX404" fmla="*/ 6725939 w 7665198"/>
                      <a:gd name="connsiteY404" fmla="*/ 1198821 h 1788513"/>
                      <a:gd name="connsiteX405" fmla="*/ 6817188 w 7665198"/>
                      <a:gd name="connsiteY405" fmla="*/ 1097665 h 1788513"/>
                      <a:gd name="connsiteX406" fmla="*/ 6816807 w 7665198"/>
                      <a:gd name="connsiteY406" fmla="*/ 1095475 h 1788513"/>
                      <a:gd name="connsiteX407" fmla="*/ 6820713 w 7665198"/>
                      <a:gd name="connsiteY407" fmla="*/ 1093760 h 1788513"/>
                      <a:gd name="connsiteX408" fmla="*/ 6890340 w 7665198"/>
                      <a:gd name="connsiteY408" fmla="*/ 1016513 h 1788513"/>
                      <a:gd name="connsiteX409" fmla="*/ 6879672 w 7665198"/>
                      <a:gd name="connsiteY409" fmla="*/ 1017560 h 1788513"/>
                      <a:gd name="connsiteX410" fmla="*/ 6820998 w 7665198"/>
                      <a:gd name="connsiteY410" fmla="*/ 1019942 h 1788513"/>
                      <a:gd name="connsiteX411" fmla="*/ 6864432 w 7665198"/>
                      <a:gd name="connsiteY411" fmla="*/ 1019179 h 1788513"/>
                      <a:gd name="connsiteX412" fmla="*/ 6879672 w 7665198"/>
                      <a:gd name="connsiteY412" fmla="*/ 1017655 h 1788513"/>
                      <a:gd name="connsiteX413" fmla="*/ 6891483 w 7665198"/>
                      <a:gd name="connsiteY413" fmla="*/ 1015274 h 1788513"/>
                      <a:gd name="connsiteX414" fmla="*/ 6933107 w 7665198"/>
                      <a:gd name="connsiteY414" fmla="*/ 969173 h 1788513"/>
                      <a:gd name="connsiteX415" fmla="*/ 6875005 w 7665198"/>
                      <a:gd name="connsiteY415" fmla="*/ 989462 h 1788513"/>
                      <a:gd name="connsiteX416" fmla="*/ 6824618 w 7665198"/>
                      <a:gd name="connsiteY416" fmla="*/ 994796 h 1788513"/>
                      <a:gd name="connsiteX417" fmla="*/ 6748513 w 7665198"/>
                      <a:gd name="connsiteY417" fmla="*/ 1015560 h 1788513"/>
                      <a:gd name="connsiteX418" fmla="*/ 6681266 w 7665198"/>
                      <a:gd name="connsiteY418" fmla="*/ 1018513 h 1788513"/>
                      <a:gd name="connsiteX419" fmla="*/ 6673647 w 7665198"/>
                      <a:gd name="connsiteY419" fmla="*/ 1006321 h 1788513"/>
                      <a:gd name="connsiteX420" fmla="*/ 6681457 w 7665198"/>
                      <a:gd name="connsiteY420" fmla="*/ 992033 h 1788513"/>
                      <a:gd name="connsiteX421" fmla="*/ 6772706 w 7665198"/>
                      <a:gd name="connsiteY421" fmla="*/ 932216 h 1788513"/>
                      <a:gd name="connsiteX422" fmla="*/ 6873576 w 7665198"/>
                      <a:gd name="connsiteY422" fmla="*/ 885068 h 1788513"/>
                      <a:gd name="connsiteX423" fmla="*/ 6984543 w 7665198"/>
                      <a:gd name="connsiteY423" fmla="*/ 820869 h 1788513"/>
                      <a:gd name="connsiteX424" fmla="*/ 7013879 w 7665198"/>
                      <a:gd name="connsiteY424" fmla="*/ 834490 h 1788513"/>
                      <a:gd name="connsiteX425" fmla="*/ 7058552 w 7665198"/>
                      <a:gd name="connsiteY425" fmla="*/ 828203 h 1788513"/>
                      <a:gd name="connsiteX426" fmla="*/ 7059504 w 7665198"/>
                      <a:gd name="connsiteY426" fmla="*/ 828965 h 1788513"/>
                      <a:gd name="connsiteX427" fmla="*/ 7239813 w 7665198"/>
                      <a:gd name="connsiteY427" fmla="*/ 629036 h 1788513"/>
                      <a:gd name="connsiteX428" fmla="*/ 7226001 w 7665198"/>
                      <a:gd name="connsiteY428" fmla="*/ 579220 h 1788513"/>
                      <a:gd name="connsiteX429" fmla="*/ 7190949 w 7665198"/>
                      <a:gd name="connsiteY429" fmla="*/ 547882 h 1788513"/>
                      <a:gd name="connsiteX430" fmla="*/ 7242194 w 7665198"/>
                      <a:gd name="connsiteY430" fmla="*/ 540739 h 1788513"/>
                      <a:gd name="connsiteX431" fmla="*/ 7231335 w 7665198"/>
                      <a:gd name="connsiteY431" fmla="*/ 551407 h 1788513"/>
                      <a:gd name="connsiteX432" fmla="*/ 7231144 w 7665198"/>
                      <a:gd name="connsiteY432" fmla="*/ 567313 h 1788513"/>
                      <a:gd name="connsiteX433" fmla="*/ 7238955 w 7665198"/>
                      <a:gd name="connsiteY433" fmla="*/ 607509 h 1788513"/>
                      <a:gd name="connsiteX434" fmla="*/ 7242956 w 7665198"/>
                      <a:gd name="connsiteY434" fmla="*/ 625606 h 1788513"/>
                      <a:gd name="connsiteX435" fmla="*/ 7261053 w 7665198"/>
                      <a:gd name="connsiteY435" fmla="*/ 605509 h 1788513"/>
                      <a:gd name="connsiteX436" fmla="*/ 7262768 w 7665198"/>
                      <a:gd name="connsiteY436" fmla="*/ 601318 h 1788513"/>
                      <a:gd name="connsiteX437" fmla="*/ 7307344 w 7665198"/>
                      <a:gd name="connsiteY437" fmla="*/ 554074 h 1788513"/>
                      <a:gd name="connsiteX438" fmla="*/ 7348397 w 7665198"/>
                      <a:gd name="connsiteY438" fmla="*/ 508544 h 1788513"/>
                      <a:gd name="connsiteX439" fmla="*/ 7463840 w 7665198"/>
                      <a:gd name="connsiteY439" fmla="*/ 380623 h 1788513"/>
                      <a:gd name="connsiteX440" fmla="*/ 7562234 w 7665198"/>
                      <a:gd name="connsiteY440" fmla="*/ 271562 h 1788513"/>
                      <a:gd name="connsiteX441" fmla="*/ 7582808 w 7665198"/>
                      <a:gd name="connsiteY441" fmla="*/ 248702 h 1788513"/>
                      <a:gd name="connsiteX442" fmla="*/ 7569473 w 7665198"/>
                      <a:gd name="connsiteY442" fmla="*/ 246893 h 1788513"/>
                      <a:gd name="connsiteX443" fmla="*/ 7574711 w 7665198"/>
                      <a:gd name="connsiteY443" fmla="*/ 195267 h 1788513"/>
                      <a:gd name="connsiteX444" fmla="*/ 7573664 w 7665198"/>
                      <a:gd name="connsiteY444" fmla="*/ 183075 h 1788513"/>
                      <a:gd name="connsiteX445" fmla="*/ 7665199 w 7665198"/>
                      <a:gd name="connsiteY445" fmla="*/ 97064 h 1788513"/>
                      <a:gd name="connsiteX446" fmla="*/ 6711651 w 7665198"/>
                      <a:gd name="connsiteY446" fmla="*/ 1134718 h 1788513"/>
                      <a:gd name="connsiteX447" fmla="*/ 6715556 w 7665198"/>
                      <a:gd name="connsiteY447" fmla="*/ 1142433 h 1788513"/>
                      <a:gd name="connsiteX448" fmla="*/ 6701650 w 7665198"/>
                      <a:gd name="connsiteY448" fmla="*/ 1150148 h 1788513"/>
                      <a:gd name="connsiteX449" fmla="*/ 6697744 w 7665198"/>
                      <a:gd name="connsiteY449" fmla="*/ 1142433 h 1788513"/>
                      <a:gd name="connsiteX450" fmla="*/ 6711651 w 7665198"/>
                      <a:gd name="connsiteY450" fmla="*/ 1134718 h 1788513"/>
                      <a:gd name="connsiteX451" fmla="*/ 7281818 w 7665198"/>
                      <a:gd name="connsiteY451" fmla="*/ 322807 h 1788513"/>
                      <a:gd name="connsiteX452" fmla="*/ 7290200 w 7665198"/>
                      <a:gd name="connsiteY452" fmla="*/ 330998 h 1788513"/>
                      <a:gd name="connsiteX453" fmla="*/ 7282008 w 7665198"/>
                      <a:gd name="connsiteY453" fmla="*/ 339380 h 1788513"/>
                      <a:gd name="connsiteX454" fmla="*/ 7273626 w 7665198"/>
                      <a:gd name="connsiteY454" fmla="*/ 331189 h 1788513"/>
                      <a:gd name="connsiteX455" fmla="*/ 7281818 w 7665198"/>
                      <a:gd name="connsiteY455" fmla="*/ 322807 h 1788513"/>
                      <a:gd name="connsiteX456" fmla="*/ 7213904 w 7665198"/>
                      <a:gd name="connsiteY456" fmla="*/ 267467 h 1788513"/>
                      <a:gd name="connsiteX457" fmla="*/ 7251719 w 7665198"/>
                      <a:gd name="connsiteY457" fmla="*/ 260323 h 1788513"/>
                      <a:gd name="connsiteX458" fmla="*/ 7273626 w 7665198"/>
                      <a:gd name="connsiteY458" fmla="*/ 294708 h 1788513"/>
                      <a:gd name="connsiteX459" fmla="*/ 7265053 w 7665198"/>
                      <a:gd name="connsiteY459" fmla="*/ 306614 h 1788513"/>
                      <a:gd name="connsiteX460" fmla="*/ 7243813 w 7665198"/>
                      <a:gd name="connsiteY460" fmla="*/ 334999 h 1788513"/>
                      <a:gd name="connsiteX461" fmla="*/ 7179900 w 7665198"/>
                      <a:gd name="connsiteY461" fmla="*/ 434154 h 1788513"/>
                      <a:gd name="connsiteX462" fmla="*/ 7136276 w 7665198"/>
                      <a:gd name="connsiteY462" fmla="*/ 440440 h 1788513"/>
                      <a:gd name="connsiteX463" fmla="*/ 7078173 w 7665198"/>
                      <a:gd name="connsiteY463" fmla="*/ 463396 h 1788513"/>
                      <a:gd name="connsiteX464" fmla="*/ 7017403 w 7665198"/>
                      <a:gd name="connsiteY464" fmla="*/ 467301 h 1788513"/>
                      <a:gd name="connsiteX465" fmla="*/ 7002830 w 7665198"/>
                      <a:gd name="connsiteY465" fmla="*/ 454442 h 1788513"/>
                      <a:gd name="connsiteX466" fmla="*/ 7001211 w 7665198"/>
                      <a:gd name="connsiteY466" fmla="*/ 439107 h 1788513"/>
                      <a:gd name="connsiteX467" fmla="*/ 7049408 w 7665198"/>
                      <a:gd name="connsiteY467" fmla="*/ 374337 h 1788513"/>
                      <a:gd name="connsiteX468" fmla="*/ 7114368 w 7665198"/>
                      <a:gd name="connsiteY468" fmla="*/ 322997 h 1788513"/>
                      <a:gd name="connsiteX469" fmla="*/ 7178185 w 7665198"/>
                      <a:gd name="connsiteY469" fmla="*/ 253274 h 1788513"/>
                      <a:gd name="connsiteX470" fmla="*/ 7213904 w 7665198"/>
                      <a:gd name="connsiteY470" fmla="*/ 267467 h 1788513"/>
                      <a:gd name="connsiteX471" fmla="*/ 7125513 w 7665198"/>
                      <a:gd name="connsiteY471" fmla="*/ 598841 h 1788513"/>
                      <a:gd name="connsiteX472" fmla="*/ 7117321 w 7665198"/>
                      <a:gd name="connsiteY472" fmla="*/ 607223 h 1788513"/>
                      <a:gd name="connsiteX473" fmla="*/ 7108939 w 7665198"/>
                      <a:gd name="connsiteY473" fmla="*/ 599032 h 1788513"/>
                      <a:gd name="connsiteX474" fmla="*/ 7117130 w 7665198"/>
                      <a:gd name="connsiteY474" fmla="*/ 590650 h 1788513"/>
                      <a:gd name="connsiteX475" fmla="*/ 7125513 w 7665198"/>
                      <a:gd name="connsiteY475" fmla="*/ 598841 h 1788513"/>
                      <a:gd name="connsiteX476" fmla="*/ 7065219 w 7665198"/>
                      <a:gd name="connsiteY476" fmla="*/ 319759 h 1788513"/>
                      <a:gd name="connsiteX477" fmla="*/ 7085698 w 7665198"/>
                      <a:gd name="connsiteY477" fmla="*/ 287183 h 1788513"/>
                      <a:gd name="connsiteX478" fmla="*/ 7088365 w 7665198"/>
                      <a:gd name="connsiteY478" fmla="*/ 246416 h 1788513"/>
                      <a:gd name="connsiteX479" fmla="*/ 7064457 w 7665198"/>
                      <a:gd name="connsiteY479" fmla="*/ 167930 h 1788513"/>
                      <a:gd name="connsiteX480" fmla="*/ 7084078 w 7665198"/>
                      <a:gd name="connsiteY480" fmla="*/ 194886 h 1788513"/>
                      <a:gd name="connsiteX481" fmla="*/ 7107319 w 7665198"/>
                      <a:gd name="connsiteY481" fmla="*/ 238796 h 1788513"/>
                      <a:gd name="connsiteX482" fmla="*/ 7181234 w 7665198"/>
                      <a:gd name="connsiteY482" fmla="*/ 224604 h 1788513"/>
                      <a:gd name="connsiteX483" fmla="*/ 7132085 w 7665198"/>
                      <a:gd name="connsiteY483" fmla="*/ 241273 h 1788513"/>
                      <a:gd name="connsiteX484" fmla="*/ 7103510 w 7665198"/>
                      <a:gd name="connsiteY484" fmla="*/ 278611 h 1788513"/>
                      <a:gd name="connsiteX485" fmla="*/ 7043979 w 7665198"/>
                      <a:gd name="connsiteY485" fmla="*/ 349096 h 1788513"/>
                      <a:gd name="connsiteX486" fmla="*/ 6998353 w 7665198"/>
                      <a:gd name="connsiteY486" fmla="*/ 375004 h 1788513"/>
                      <a:gd name="connsiteX487" fmla="*/ 7065219 w 7665198"/>
                      <a:gd name="connsiteY487" fmla="*/ 319759 h 1788513"/>
                      <a:gd name="connsiteX488" fmla="*/ 6934917 w 7665198"/>
                      <a:gd name="connsiteY488" fmla="*/ 478160 h 1788513"/>
                      <a:gd name="connsiteX489" fmla="*/ 6939680 w 7665198"/>
                      <a:gd name="connsiteY489" fmla="*/ 472540 h 1788513"/>
                      <a:gd name="connsiteX490" fmla="*/ 6941870 w 7665198"/>
                      <a:gd name="connsiteY490" fmla="*/ 465587 h 1788513"/>
                      <a:gd name="connsiteX491" fmla="*/ 6952348 w 7665198"/>
                      <a:gd name="connsiteY491" fmla="*/ 434059 h 1788513"/>
                      <a:gd name="connsiteX492" fmla="*/ 6962825 w 7665198"/>
                      <a:gd name="connsiteY492" fmla="*/ 474159 h 1788513"/>
                      <a:gd name="connsiteX493" fmla="*/ 7010736 w 7665198"/>
                      <a:gd name="connsiteY493" fmla="*/ 514069 h 1788513"/>
                      <a:gd name="connsiteX494" fmla="*/ 6978732 w 7665198"/>
                      <a:gd name="connsiteY494" fmla="*/ 502258 h 1788513"/>
                      <a:gd name="connsiteX495" fmla="*/ 6956444 w 7665198"/>
                      <a:gd name="connsiteY495" fmla="*/ 492256 h 1788513"/>
                      <a:gd name="connsiteX496" fmla="*/ 6931298 w 7665198"/>
                      <a:gd name="connsiteY496" fmla="*/ 508163 h 1788513"/>
                      <a:gd name="connsiteX497" fmla="*/ 6917105 w 7665198"/>
                      <a:gd name="connsiteY497" fmla="*/ 536834 h 1788513"/>
                      <a:gd name="connsiteX498" fmla="*/ 6934917 w 7665198"/>
                      <a:gd name="connsiteY498" fmla="*/ 478160 h 1788513"/>
                      <a:gd name="connsiteX499" fmla="*/ 6935965 w 7665198"/>
                      <a:gd name="connsiteY499" fmla="*/ 590459 h 1788513"/>
                      <a:gd name="connsiteX500" fmla="*/ 6931869 w 7665198"/>
                      <a:gd name="connsiteY500" fmla="*/ 644276 h 1788513"/>
                      <a:gd name="connsiteX501" fmla="*/ 6934155 w 7665198"/>
                      <a:gd name="connsiteY501" fmla="*/ 667231 h 1788513"/>
                      <a:gd name="connsiteX502" fmla="*/ 6963397 w 7665198"/>
                      <a:gd name="connsiteY502" fmla="*/ 703902 h 1788513"/>
                      <a:gd name="connsiteX503" fmla="*/ 6930059 w 7665198"/>
                      <a:gd name="connsiteY503" fmla="*/ 685804 h 1788513"/>
                      <a:gd name="connsiteX504" fmla="*/ 6925011 w 7665198"/>
                      <a:gd name="connsiteY504" fmla="*/ 676946 h 1788513"/>
                      <a:gd name="connsiteX505" fmla="*/ 6910057 w 7665198"/>
                      <a:gd name="connsiteY505" fmla="*/ 673803 h 1788513"/>
                      <a:gd name="connsiteX506" fmla="*/ 6895770 w 7665198"/>
                      <a:gd name="connsiteY506" fmla="*/ 680756 h 1788513"/>
                      <a:gd name="connsiteX507" fmla="*/ 6839477 w 7665198"/>
                      <a:gd name="connsiteY507" fmla="*/ 692948 h 1788513"/>
                      <a:gd name="connsiteX508" fmla="*/ 6868909 w 7665198"/>
                      <a:gd name="connsiteY508" fmla="*/ 675041 h 1788513"/>
                      <a:gd name="connsiteX509" fmla="*/ 6935965 w 7665198"/>
                      <a:gd name="connsiteY509" fmla="*/ 590459 h 1788513"/>
                      <a:gd name="connsiteX510" fmla="*/ 6714699 w 7665198"/>
                      <a:gd name="connsiteY510" fmla="*/ 240415 h 1788513"/>
                      <a:gd name="connsiteX511" fmla="*/ 6750703 w 7665198"/>
                      <a:gd name="connsiteY511" fmla="*/ 213841 h 1788513"/>
                      <a:gd name="connsiteX512" fmla="*/ 6766611 w 7665198"/>
                      <a:gd name="connsiteY512" fmla="*/ 180027 h 1788513"/>
                      <a:gd name="connsiteX513" fmla="*/ 6774802 w 7665198"/>
                      <a:gd name="connsiteY513" fmla="*/ 212698 h 1788513"/>
                      <a:gd name="connsiteX514" fmla="*/ 6796614 w 7665198"/>
                      <a:gd name="connsiteY514" fmla="*/ 280325 h 1788513"/>
                      <a:gd name="connsiteX515" fmla="*/ 6868242 w 7665198"/>
                      <a:gd name="connsiteY515" fmla="*/ 358811 h 1788513"/>
                      <a:gd name="connsiteX516" fmla="*/ 6763181 w 7665198"/>
                      <a:gd name="connsiteY516" fmla="*/ 221651 h 1788513"/>
                      <a:gd name="connsiteX517" fmla="*/ 6625069 w 7665198"/>
                      <a:gd name="connsiteY517" fmla="*/ 283469 h 1788513"/>
                      <a:gd name="connsiteX518" fmla="*/ 6610972 w 7665198"/>
                      <a:gd name="connsiteY518" fmla="*/ 283659 h 1788513"/>
                      <a:gd name="connsiteX519" fmla="*/ 6625069 w 7665198"/>
                      <a:gd name="connsiteY519" fmla="*/ 283469 h 1788513"/>
                      <a:gd name="connsiteX520" fmla="*/ 6663740 w 7665198"/>
                      <a:gd name="connsiteY520" fmla="*/ 268610 h 1788513"/>
                      <a:gd name="connsiteX521" fmla="*/ 6714699 w 7665198"/>
                      <a:gd name="connsiteY521" fmla="*/ 240415 h 1788513"/>
                      <a:gd name="connsiteX522" fmla="*/ 6770992 w 7665198"/>
                      <a:gd name="connsiteY522" fmla="*/ 386338 h 1788513"/>
                      <a:gd name="connsiteX523" fmla="*/ 6787470 w 7665198"/>
                      <a:gd name="connsiteY523" fmla="*/ 402340 h 1788513"/>
                      <a:gd name="connsiteX524" fmla="*/ 6772992 w 7665198"/>
                      <a:gd name="connsiteY524" fmla="*/ 418628 h 1788513"/>
                      <a:gd name="connsiteX525" fmla="*/ 6761467 w 7665198"/>
                      <a:gd name="connsiteY525" fmla="*/ 426915 h 1788513"/>
                      <a:gd name="connsiteX526" fmla="*/ 6736702 w 7665198"/>
                      <a:gd name="connsiteY526" fmla="*/ 441774 h 1788513"/>
                      <a:gd name="connsiteX527" fmla="*/ 6737369 w 7665198"/>
                      <a:gd name="connsiteY527" fmla="*/ 443584 h 1788513"/>
                      <a:gd name="connsiteX528" fmla="*/ 6788613 w 7665198"/>
                      <a:gd name="connsiteY528" fmla="*/ 535500 h 1788513"/>
                      <a:gd name="connsiteX529" fmla="*/ 6819379 w 7665198"/>
                      <a:gd name="connsiteY529" fmla="*/ 587221 h 1788513"/>
                      <a:gd name="connsiteX530" fmla="*/ 6782708 w 7665198"/>
                      <a:gd name="connsiteY530" fmla="*/ 647514 h 1788513"/>
                      <a:gd name="connsiteX531" fmla="*/ 6755657 w 7665198"/>
                      <a:gd name="connsiteY531" fmla="*/ 663992 h 1788513"/>
                      <a:gd name="connsiteX532" fmla="*/ 6720605 w 7665198"/>
                      <a:gd name="connsiteY532" fmla="*/ 656087 h 1788513"/>
                      <a:gd name="connsiteX533" fmla="*/ 6643071 w 7665198"/>
                      <a:gd name="connsiteY533" fmla="*/ 570171 h 1788513"/>
                      <a:gd name="connsiteX534" fmla="*/ 6644024 w 7665198"/>
                      <a:gd name="connsiteY534" fmla="*/ 462157 h 1788513"/>
                      <a:gd name="connsiteX535" fmla="*/ 6661454 w 7665198"/>
                      <a:gd name="connsiteY535" fmla="*/ 400436 h 1788513"/>
                      <a:gd name="connsiteX536" fmla="*/ 6735750 w 7665198"/>
                      <a:gd name="connsiteY536" fmla="*/ 352620 h 1788513"/>
                      <a:gd name="connsiteX537" fmla="*/ 6745751 w 7665198"/>
                      <a:gd name="connsiteY537" fmla="*/ 383862 h 1788513"/>
                      <a:gd name="connsiteX538" fmla="*/ 6770992 w 7665198"/>
                      <a:gd name="connsiteY538" fmla="*/ 386338 h 1788513"/>
                      <a:gd name="connsiteX539" fmla="*/ 6802043 w 7665198"/>
                      <a:gd name="connsiteY539" fmla="*/ 431392 h 1788513"/>
                      <a:gd name="connsiteX540" fmla="*/ 6810235 w 7665198"/>
                      <a:gd name="connsiteY540" fmla="*/ 423010 h 1788513"/>
                      <a:gd name="connsiteX541" fmla="*/ 6818617 w 7665198"/>
                      <a:gd name="connsiteY541" fmla="*/ 431201 h 1788513"/>
                      <a:gd name="connsiteX542" fmla="*/ 6810425 w 7665198"/>
                      <a:gd name="connsiteY542" fmla="*/ 439583 h 1788513"/>
                      <a:gd name="connsiteX543" fmla="*/ 6802043 w 7665198"/>
                      <a:gd name="connsiteY543" fmla="*/ 431392 h 1788513"/>
                      <a:gd name="connsiteX544" fmla="*/ 6607067 w 7665198"/>
                      <a:gd name="connsiteY544" fmla="*/ 453776 h 1788513"/>
                      <a:gd name="connsiteX545" fmla="*/ 6610400 w 7665198"/>
                      <a:gd name="connsiteY545" fmla="*/ 518831 h 1788513"/>
                      <a:gd name="connsiteX546" fmla="*/ 6598970 w 7665198"/>
                      <a:gd name="connsiteY546" fmla="*/ 486446 h 1788513"/>
                      <a:gd name="connsiteX547" fmla="*/ 6596208 w 7665198"/>
                      <a:gd name="connsiteY547" fmla="*/ 470063 h 1788513"/>
                      <a:gd name="connsiteX548" fmla="*/ 6569538 w 7665198"/>
                      <a:gd name="connsiteY548" fmla="*/ 467111 h 1788513"/>
                      <a:gd name="connsiteX549" fmla="*/ 6528866 w 7665198"/>
                      <a:gd name="connsiteY549" fmla="*/ 479874 h 1788513"/>
                      <a:gd name="connsiteX550" fmla="*/ 6488194 w 7665198"/>
                      <a:gd name="connsiteY550" fmla="*/ 502734 h 1788513"/>
                      <a:gd name="connsiteX551" fmla="*/ 6506864 w 7665198"/>
                      <a:gd name="connsiteY551" fmla="*/ 480922 h 1788513"/>
                      <a:gd name="connsiteX552" fmla="*/ 6512674 w 7665198"/>
                      <a:gd name="connsiteY552" fmla="*/ 454537 h 1788513"/>
                      <a:gd name="connsiteX553" fmla="*/ 6578968 w 7665198"/>
                      <a:gd name="connsiteY553" fmla="*/ 439107 h 1788513"/>
                      <a:gd name="connsiteX554" fmla="*/ 6626974 w 7665198"/>
                      <a:gd name="connsiteY554" fmla="*/ 402721 h 1788513"/>
                      <a:gd name="connsiteX555" fmla="*/ 6607067 w 7665198"/>
                      <a:gd name="connsiteY555" fmla="*/ 453776 h 1788513"/>
                      <a:gd name="connsiteX556" fmla="*/ 6620973 w 7665198"/>
                      <a:gd name="connsiteY556" fmla="*/ 594364 h 1788513"/>
                      <a:gd name="connsiteX557" fmla="*/ 6612782 w 7665198"/>
                      <a:gd name="connsiteY557" fmla="*/ 602746 h 1788513"/>
                      <a:gd name="connsiteX558" fmla="*/ 6604400 w 7665198"/>
                      <a:gd name="connsiteY558" fmla="*/ 594555 h 1788513"/>
                      <a:gd name="connsiteX559" fmla="*/ 6612591 w 7665198"/>
                      <a:gd name="connsiteY559" fmla="*/ 586173 h 1788513"/>
                      <a:gd name="connsiteX560" fmla="*/ 6620973 w 7665198"/>
                      <a:gd name="connsiteY560" fmla="*/ 594364 h 1788513"/>
                      <a:gd name="connsiteX561" fmla="*/ 6589445 w 7665198"/>
                      <a:gd name="connsiteY561" fmla="*/ 915929 h 1788513"/>
                      <a:gd name="connsiteX562" fmla="*/ 6562013 w 7665198"/>
                      <a:gd name="connsiteY562" fmla="*/ 786960 h 1788513"/>
                      <a:gd name="connsiteX563" fmla="*/ 6376657 w 7665198"/>
                      <a:gd name="connsiteY563" fmla="*/ 843062 h 1788513"/>
                      <a:gd name="connsiteX564" fmla="*/ 6361512 w 7665198"/>
                      <a:gd name="connsiteY564" fmla="*/ 843062 h 1788513"/>
                      <a:gd name="connsiteX565" fmla="*/ 6376657 w 7665198"/>
                      <a:gd name="connsiteY565" fmla="*/ 843062 h 1788513"/>
                      <a:gd name="connsiteX566" fmla="*/ 6427044 w 7665198"/>
                      <a:gd name="connsiteY566" fmla="*/ 829632 h 1788513"/>
                      <a:gd name="connsiteX567" fmla="*/ 6498672 w 7665198"/>
                      <a:gd name="connsiteY567" fmla="*/ 803914 h 1788513"/>
                      <a:gd name="connsiteX568" fmla="*/ 6553441 w 7665198"/>
                      <a:gd name="connsiteY568" fmla="*/ 779530 h 1788513"/>
                      <a:gd name="connsiteX569" fmla="*/ 6591160 w 7665198"/>
                      <a:gd name="connsiteY569" fmla="*/ 748193 h 1788513"/>
                      <a:gd name="connsiteX570" fmla="*/ 6579730 w 7665198"/>
                      <a:gd name="connsiteY570" fmla="*/ 778673 h 1788513"/>
                      <a:gd name="connsiteX571" fmla="*/ 6561346 w 7665198"/>
                      <a:gd name="connsiteY571" fmla="*/ 841919 h 1788513"/>
                      <a:gd name="connsiteX572" fmla="*/ 6589445 w 7665198"/>
                      <a:gd name="connsiteY572" fmla="*/ 915929 h 1788513"/>
                      <a:gd name="connsiteX573" fmla="*/ 6395516 w 7665198"/>
                      <a:gd name="connsiteY573" fmla="*/ 1079663 h 1788513"/>
                      <a:gd name="connsiteX574" fmla="*/ 6396374 w 7665198"/>
                      <a:gd name="connsiteY574" fmla="*/ 1128241 h 1788513"/>
                      <a:gd name="connsiteX575" fmla="*/ 6320174 w 7665198"/>
                      <a:gd name="connsiteY575" fmla="*/ 1184058 h 1788513"/>
                      <a:gd name="connsiteX576" fmla="*/ 6281121 w 7665198"/>
                      <a:gd name="connsiteY576" fmla="*/ 1199107 h 1788513"/>
                      <a:gd name="connsiteX577" fmla="*/ 6248546 w 7665198"/>
                      <a:gd name="connsiteY577" fmla="*/ 1191391 h 1788513"/>
                      <a:gd name="connsiteX578" fmla="*/ 6218828 w 7665198"/>
                      <a:gd name="connsiteY578" fmla="*/ 1110524 h 1788513"/>
                      <a:gd name="connsiteX579" fmla="*/ 6286360 w 7665198"/>
                      <a:gd name="connsiteY579" fmla="*/ 1009940 h 1788513"/>
                      <a:gd name="connsiteX580" fmla="*/ 6343034 w 7665198"/>
                      <a:gd name="connsiteY580" fmla="*/ 952600 h 1788513"/>
                      <a:gd name="connsiteX581" fmla="*/ 6451619 w 7665198"/>
                      <a:gd name="connsiteY581" fmla="*/ 908880 h 1788513"/>
                      <a:gd name="connsiteX582" fmla="*/ 6442951 w 7665198"/>
                      <a:gd name="connsiteY582" fmla="*/ 938122 h 1788513"/>
                      <a:gd name="connsiteX583" fmla="*/ 6468573 w 7665198"/>
                      <a:gd name="connsiteY583" fmla="*/ 940694 h 1788513"/>
                      <a:gd name="connsiteX584" fmla="*/ 6476193 w 7665198"/>
                      <a:gd name="connsiteY584" fmla="*/ 955838 h 1788513"/>
                      <a:gd name="connsiteX585" fmla="*/ 6450571 w 7665198"/>
                      <a:gd name="connsiteY585" fmla="*/ 970888 h 1788513"/>
                      <a:gd name="connsiteX586" fmla="*/ 6433331 w 7665198"/>
                      <a:gd name="connsiteY586" fmla="*/ 978508 h 1788513"/>
                      <a:gd name="connsiteX587" fmla="*/ 6397802 w 7665198"/>
                      <a:gd name="connsiteY587" fmla="*/ 992033 h 1788513"/>
                      <a:gd name="connsiteX588" fmla="*/ 6397422 w 7665198"/>
                      <a:gd name="connsiteY588" fmla="*/ 993653 h 1788513"/>
                      <a:gd name="connsiteX589" fmla="*/ 6395516 w 7665198"/>
                      <a:gd name="connsiteY589" fmla="*/ 1079663 h 1788513"/>
                      <a:gd name="connsiteX590" fmla="*/ 6204159 w 7665198"/>
                      <a:gd name="connsiteY590" fmla="*/ 1013560 h 1788513"/>
                      <a:gd name="connsiteX591" fmla="*/ 6152915 w 7665198"/>
                      <a:gd name="connsiteY591" fmla="*/ 1024990 h 1788513"/>
                      <a:gd name="connsiteX592" fmla="*/ 6095479 w 7665198"/>
                      <a:gd name="connsiteY592" fmla="*/ 1045850 h 1788513"/>
                      <a:gd name="connsiteX593" fmla="*/ 6128912 w 7665198"/>
                      <a:gd name="connsiteY593" fmla="*/ 1025656 h 1788513"/>
                      <a:gd name="connsiteX594" fmla="*/ 6151391 w 7665198"/>
                      <a:gd name="connsiteY594" fmla="*/ 1001082 h 1788513"/>
                      <a:gd name="connsiteX595" fmla="*/ 6231591 w 7665198"/>
                      <a:gd name="connsiteY595" fmla="*/ 987461 h 1788513"/>
                      <a:gd name="connsiteX596" fmla="*/ 6305124 w 7665198"/>
                      <a:gd name="connsiteY596" fmla="*/ 954029 h 1788513"/>
                      <a:gd name="connsiteX597" fmla="*/ 6252356 w 7665198"/>
                      <a:gd name="connsiteY597" fmla="*/ 1001463 h 1788513"/>
                      <a:gd name="connsiteX598" fmla="*/ 6215875 w 7665198"/>
                      <a:gd name="connsiteY598" fmla="*/ 1062137 h 1788513"/>
                      <a:gd name="connsiteX599" fmla="*/ 6223686 w 7665198"/>
                      <a:gd name="connsiteY599" fmla="*/ 1031848 h 1788513"/>
                      <a:gd name="connsiteX600" fmla="*/ 6230829 w 7665198"/>
                      <a:gd name="connsiteY600" fmla="*/ 1016608 h 1788513"/>
                      <a:gd name="connsiteX601" fmla="*/ 6204159 w 7665198"/>
                      <a:gd name="connsiteY601" fmla="*/ 1013560 h 1788513"/>
                      <a:gd name="connsiteX602" fmla="*/ 5915647 w 7665198"/>
                      <a:gd name="connsiteY602" fmla="*/ 1321503 h 1788513"/>
                      <a:gd name="connsiteX603" fmla="*/ 5806872 w 7665198"/>
                      <a:gd name="connsiteY603" fmla="*/ 1327123 h 1788513"/>
                      <a:gd name="connsiteX604" fmla="*/ 5795822 w 7665198"/>
                      <a:gd name="connsiteY604" fmla="*/ 1319789 h 1788513"/>
                      <a:gd name="connsiteX605" fmla="*/ 5794203 w 7665198"/>
                      <a:gd name="connsiteY605" fmla="*/ 1310454 h 1788513"/>
                      <a:gd name="connsiteX606" fmla="*/ 5799061 w 7665198"/>
                      <a:gd name="connsiteY606" fmla="*/ 1261210 h 1788513"/>
                      <a:gd name="connsiteX607" fmla="*/ 5806967 w 7665198"/>
                      <a:gd name="connsiteY607" fmla="*/ 1237969 h 1788513"/>
                      <a:gd name="connsiteX608" fmla="*/ 5825540 w 7665198"/>
                      <a:gd name="connsiteY608" fmla="*/ 1223014 h 1788513"/>
                      <a:gd name="connsiteX609" fmla="*/ 5934792 w 7665198"/>
                      <a:gd name="connsiteY609" fmla="*/ 1204155 h 1788513"/>
                      <a:gd name="connsiteX610" fmla="*/ 5965462 w 7665198"/>
                      <a:gd name="connsiteY610" fmla="*/ 1241969 h 1788513"/>
                      <a:gd name="connsiteX611" fmla="*/ 5915647 w 7665198"/>
                      <a:gd name="connsiteY611" fmla="*/ 1321503 h 1788513"/>
                      <a:gd name="connsiteX612" fmla="*/ 5923077 w 7665198"/>
                      <a:gd name="connsiteY612" fmla="*/ 1406275 h 1788513"/>
                      <a:gd name="connsiteX613" fmla="*/ 5914313 w 7665198"/>
                      <a:gd name="connsiteY613" fmla="*/ 1413896 h 1788513"/>
                      <a:gd name="connsiteX614" fmla="*/ 5904788 w 7665198"/>
                      <a:gd name="connsiteY614" fmla="*/ 1406371 h 1788513"/>
                      <a:gd name="connsiteX615" fmla="*/ 5913552 w 7665198"/>
                      <a:gd name="connsiteY615" fmla="*/ 1398751 h 1788513"/>
                      <a:gd name="connsiteX616" fmla="*/ 5923077 w 7665198"/>
                      <a:gd name="connsiteY616" fmla="*/ 1406275 h 1788513"/>
                      <a:gd name="connsiteX617" fmla="*/ 5715527 w 7665198"/>
                      <a:gd name="connsiteY617" fmla="*/ 1370271 h 1788513"/>
                      <a:gd name="connsiteX618" fmla="*/ 5697619 w 7665198"/>
                      <a:gd name="connsiteY618" fmla="*/ 1364080 h 1788513"/>
                      <a:gd name="connsiteX619" fmla="*/ 5669997 w 7665198"/>
                      <a:gd name="connsiteY619" fmla="*/ 1364937 h 1788513"/>
                      <a:gd name="connsiteX620" fmla="*/ 5697619 w 7665198"/>
                      <a:gd name="connsiteY620" fmla="*/ 1364080 h 1788513"/>
                      <a:gd name="connsiteX621" fmla="*/ 5728481 w 7665198"/>
                      <a:gd name="connsiteY621" fmla="*/ 1349697 h 1788513"/>
                      <a:gd name="connsiteX622" fmla="*/ 5744768 w 7665198"/>
                      <a:gd name="connsiteY622" fmla="*/ 1336267 h 1788513"/>
                      <a:gd name="connsiteX623" fmla="*/ 5752103 w 7665198"/>
                      <a:gd name="connsiteY623" fmla="*/ 1280831 h 1788513"/>
                      <a:gd name="connsiteX624" fmla="*/ 5733720 w 7665198"/>
                      <a:gd name="connsiteY624" fmla="*/ 1359793 h 1788513"/>
                      <a:gd name="connsiteX625" fmla="*/ 5727052 w 7665198"/>
                      <a:gd name="connsiteY625" fmla="*/ 1367318 h 1788513"/>
                      <a:gd name="connsiteX626" fmla="*/ 5728576 w 7665198"/>
                      <a:gd name="connsiteY626" fmla="*/ 1375129 h 1788513"/>
                      <a:gd name="connsiteX627" fmla="*/ 5770771 w 7665198"/>
                      <a:gd name="connsiteY627" fmla="*/ 1436279 h 1788513"/>
                      <a:gd name="connsiteX628" fmla="*/ 5737720 w 7665198"/>
                      <a:gd name="connsiteY628" fmla="*/ 1409895 h 1788513"/>
                      <a:gd name="connsiteX629" fmla="*/ 5715527 w 7665198"/>
                      <a:gd name="connsiteY629" fmla="*/ 1370271 h 1788513"/>
                      <a:gd name="connsiteX630" fmla="*/ 5735148 w 7665198"/>
                      <a:gd name="connsiteY630" fmla="*/ 1449043 h 1788513"/>
                      <a:gd name="connsiteX631" fmla="*/ 5726385 w 7665198"/>
                      <a:gd name="connsiteY631" fmla="*/ 1456663 h 1788513"/>
                      <a:gd name="connsiteX632" fmla="*/ 5716860 w 7665198"/>
                      <a:gd name="connsiteY632" fmla="*/ 1449138 h 1788513"/>
                      <a:gd name="connsiteX633" fmla="*/ 5725623 w 7665198"/>
                      <a:gd name="connsiteY633" fmla="*/ 1441518 h 1788513"/>
                      <a:gd name="connsiteX634" fmla="*/ 5735148 w 7665198"/>
                      <a:gd name="connsiteY634" fmla="*/ 1449043 h 1788513"/>
                      <a:gd name="connsiteX635" fmla="*/ 4747882 w 7665198"/>
                      <a:gd name="connsiteY635" fmla="*/ 1225205 h 1788513"/>
                      <a:gd name="connsiteX636" fmla="*/ 4751787 w 7665198"/>
                      <a:gd name="connsiteY636" fmla="*/ 1280450 h 1788513"/>
                      <a:gd name="connsiteX637" fmla="*/ 4757883 w 7665198"/>
                      <a:gd name="connsiteY637" fmla="*/ 1356936 h 1788513"/>
                      <a:gd name="connsiteX638" fmla="*/ 4703305 w 7665198"/>
                      <a:gd name="connsiteY638" fmla="*/ 1408847 h 1788513"/>
                      <a:gd name="connsiteX639" fmla="*/ 4653870 w 7665198"/>
                      <a:gd name="connsiteY639" fmla="*/ 1384939 h 1788513"/>
                      <a:gd name="connsiteX640" fmla="*/ 4653680 w 7665198"/>
                      <a:gd name="connsiteY640" fmla="*/ 1258257 h 1788513"/>
                      <a:gd name="connsiteX641" fmla="*/ 4705591 w 7665198"/>
                      <a:gd name="connsiteY641" fmla="*/ 1214728 h 1788513"/>
                      <a:gd name="connsiteX642" fmla="*/ 4780077 w 7665198"/>
                      <a:gd name="connsiteY642" fmla="*/ 1115001 h 1788513"/>
                      <a:gd name="connsiteX643" fmla="*/ 4767218 w 7665198"/>
                      <a:gd name="connsiteY643" fmla="*/ 1118621 h 1788513"/>
                      <a:gd name="connsiteX644" fmla="*/ 4757121 w 7665198"/>
                      <a:gd name="connsiteY644" fmla="*/ 1103000 h 1788513"/>
                      <a:gd name="connsiteX645" fmla="*/ 4781981 w 7665198"/>
                      <a:gd name="connsiteY645" fmla="*/ 1078806 h 1788513"/>
                      <a:gd name="connsiteX646" fmla="*/ 4821986 w 7665198"/>
                      <a:gd name="connsiteY646" fmla="*/ 1059089 h 1788513"/>
                      <a:gd name="connsiteX647" fmla="*/ 4873040 w 7665198"/>
                      <a:gd name="connsiteY647" fmla="*/ 1052136 h 1788513"/>
                      <a:gd name="connsiteX648" fmla="*/ 4888566 w 7665198"/>
                      <a:gd name="connsiteY648" fmla="*/ 1050326 h 1788513"/>
                      <a:gd name="connsiteX649" fmla="*/ 4929714 w 7665198"/>
                      <a:gd name="connsiteY649" fmla="*/ 1062328 h 1788513"/>
                      <a:gd name="connsiteX650" fmla="*/ 4893043 w 7665198"/>
                      <a:gd name="connsiteY650" fmla="*/ 1096713 h 1788513"/>
                      <a:gd name="connsiteX651" fmla="*/ 4745310 w 7665198"/>
                      <a:gd name="connsiteY651" fmla="*/ 1221109 h 1788513"/>
                      <a:gd name="connsiteX652" fmla="*/ 4747882 w 7665198"/>
                      <a:gd name="connsiteY652" fmla="*/ 1225205 h 1788513"/>
                      <a:gd name="connsiteX653" fmla="*/ 4485563 w 7665198"/>
                      <a:gd name="connsiteY653" fmla="*/ 1316359 h 1788513"/>
                      <a:gd name="connsiteX654" fmla="*/ 4466704 w 7665198"/>
                      <a:gd name="connsiteY654" fmla="*/ 1332647 h 1788513"/>
                      <a:gd name="connsiteX655" fmla="*/ 4442320 w 7665198"/>
                      <a:gd name="connsiteY655" fmla="*/ 1344840 h 1788513"/>
                      <a:gd name="connsiteX656" fmla="*/ 4441368 w 7665198"/>
                      <a:gd name="connsiteY656" fmla="*/ 1370652 h 1788513"/>
                      <a:gd name="connsiteX657" fmla="*/ 4425080 w 7665198"/>
                      <a:gd name="connsiteY657" fmla="*/ 1411895 h 1788513"/>
                      <a:gd name="connsiteX658" fmla="*/ 4390790 w 7665198"/>
                      <a:gd name="connsiteY658" fmla="*/ 1432660 h 1788513"/>
                      <a:gd name="connsiteX659" fmla="*/ 4350309 w 7665198"/>
                      <a:gd name="connsiteY659" fmla="*/ 1418468 h 1788513"/>
                      <a:gd name="connsiteX660" fmla="*/ 4340974 w 7665198"/>
                      <a:gd name="connsiteY660" fmla="*/ 1345887 h 1788513"/>
                      <a:gd name="connsiteX661" fmla="*/ 4399362 w 7665198"/>
                      <a:gd name="connsiteY661" fmla="*/ 1288642 h 1788513"/>
                      <a:gd name="connsiteX662" fmla="*/ 4430890 w 7665198"/>
                      <a:gd name="connsiteY662" fmla="*/ 1272068 h 1788513"/>
                      <a:gd name="connsiteX663" fmla="*/ 4515377 w 7665198"/>
                      <a:gd name="connsiteY663" fmla="*/ 1280736 h 1788513"/>
                      <a:gd name="connsiteX664" fmla="*/ 4482610 w 7665198"/>
                      <a:gd name="connsiteY664" fmla="*/ 1302549 h 1788513"/>
                      <a:gd name="connsiteX665" fmla="*/ 4485563 w 7665198"/>
                      <a:gd name="connsiteY665" fmla="*/ 1316359 h 1788513"/>
                      <a:gd name="connsiteX666" fmla="*/ 4319924 w 7665198"/>
                      <a:gd name="connsiteY666" fmla="*/ 1397703 h 1788513"/>
                      <a:gd name="connsiteX667" fmla="*/ 4313637 w 7665198"/>
                      <a:gd name="connsiteY667" fmla="*/ 1373795 h 1788513"/>
                      <a:gd name="connsiteX668" fmla="*/ 4294778 w 7665198"/>
                      <a:gd name="connsiteY668" fmla="*/ 1356364 h 1788513"/>
                      <a:gd name="connsiteX669" fmla="*/ 4224388 w 7665198"/>
                      <a:gd name="connsiteY669" fmla="*/ 1243207 h 1788513"/>
                      <a:gd name="connsiteX670" fmla="*/ 4255535 w 7665198"/>
                      <a:gd name="connsiteY670" fmla="*/ 1307311 h 1788513"/>
                      <a:gd name="connsiteX671" fmla="*/ 4289444 w 7665198"/>
                      <a:gd name="connsiteY671" fmla="*/ 1338077 h 1788513"/>
                      <a:gd name="connsiteX672" fmla="*/ 4297254 w 7665198"/>
                      <a:gd name="connsiteY672" fmla="*/ 1341505 h 1788513"/>
                      <a:gd name="connsiteX673" fmla="*/ 4306113 w 7665198"/>
                      <a:gd name="connsiteY673" fmla="*/ 1335981 h 1788513"/>
                      <a:gd name="connsiteX674" fmla="*/ 4349165 w 7665198"/>
                      <a:gd name="connsiteY674" fmla="*/ 1296929 h 1788513"/>
                      <a:gd name="connsiteX675" fmla="*/ 4370120 w 7665198"/>
                      <a:gd name="connsiteY675" fmla="*/ 1279498 h 1788513"/>
                      <a:gd name="connsiteX676" fmla="*/ 4349165 w 7665198"/>
                      <a:gd name="connsiteY676" fmla="*/ 1296929 h 1788513"/>
                      <a:gd name="connsiteX677" fmla="*/ 4319924 w 7665198"/>
                      <a:gd name="connsiteY677" fmla="*/ 1397703 h 1788513"/>
                      <a:gd name="connsiteX678" fmla="*/ 3408095 w 7665198"/>
                      <a:gd name="connsiteY678" fmla="*/ 1451043 h 1788513"/>
                      <a:gd name="connsiteX679" fmla="*/ 3387902 w 7665198"/>
                      <a:gd name="connsiteY679" fmla="*/ 1400941 h 1788513"/>
                      <a:gd name="connsiteX680" fmla="*/ 3365042 w 7665198"/>
                      <a:gd name="connsiteY680" fmla="*/ 1367414 h 1788513"/>
                      <a:gd name="connsiteX681" fmla="*/ 3387902 w 7665198"/>
                      <a:gd name="connsiteY681" fmla="*/ 1400941 h 1788513"/>
                      <a:gd name="connsiteX682" fmla="*/ 3396475 w 7665198"/>
                      <a:gd name="connsiteY682" fmla="*/ 1413514 h 1788513"/>
                      <a:gd name="connsiteX683" fmla="*/ 3423526 w 7665198"/>
                      <a:gd name="connsiteY683" fmla="*/ 1462664 h 1788513"/>
                      <a:gd name="connsiteX684" fmla="*/ 3417525 w 7665198"/>
                      <a:gd name="connsiteY684" fmla="*/ 1514289 h 1788513"/>
                      <a:gd name="connsiteX685" fmla="*/ 3381616 w 7665198"/>
                      <a:gd name="connsiteY685" fmla="*/ 1539721 h 1788513"/>
                      <a:gd name="connsiteX686" fmla="*/ 3404666 w 7665198"/>
                      <a:gd name="connsiteY686" fmla="*/ 1500478 h 1788513"/>
                      <a:gd name="connsiteX687" fmla="*/ 3408095 w 7665198"/>
                      <a:gd name="connsiteY687" fmla="*/ 1451043 h 1788513"/>
                      <a:gd name="connsiteX688" fmla="*/ 3364471 w 7665198"/>
                      <a:gd name="connsiteY688" fmla="*/ 1211680 h 1788513"/>
                      <a:gd name="connsiteX689" fmla="*/ 3478295 w 7665198"/>
                      <a:gd name="connsiteY689" fmla="*/ 1102047 h 1788513"/>
                      <a:gd name="connsiteX690" fmla="*/ 3491439 w 7665198"/>
                      <a:gd name="connsiteY690" fmla="*/ 1055946 h 1788513"/>
                      <a:gd name="connsiteX691" fmla="*/ 3484200 w 7665198"/>
                      <a:gd name="connsiteY691" fmla="*/ 1042897 h 1788513"/>
                      <a:gd name="connsiteX692" fmla="*/ 3470770 w 7665198"/>
                      <a:gd name="connsiteY692" fmla="*/ 1033467 h 1788513"/>
                      <a:gd name="connsiteX693" fmla="*/ 3484200 w 7665198"/>
                      <a:gd name="connsiteY693" fmla="*/ 1042897 h 1788513"/>
                      <a:gd name="connsiteX694" fmla="*/ 3512680 w 7665198"/>
                      <a:gd name="connsiteY694" fmla="*/ 1058137 h 1788513"/>
                      <a:gd name="connsiteX695" fmla="*/ 3513537 w 7665198"/>
                      <a:gd name="connsiteY695" fmla="*/ 1063471 h 1788513"/>
                      <a:gd name="connsiteX696" fmla="*/ 3524777 w 7665198"/>
                      <a:gd name="connsiteY696" fmla="*/ 1061661 h 1788513"/>
                      <a:gd name="connsiteX697" fmla="*/ 3593642 w 7665198"/>
                      <a:gd name="connsiteY697" fmla="*/ 1044040 h 1788513"/>
                      <a:gd name="connsiteX698" fmla="*/ 3517252 w 7665198"/>
                      <a:gd name="connsiteY698" fmla="*/ 1073948 h 1788513"/>
                      <a:gd name="connsiteX699" fmla="*/ 3505631 w 7665198"/>
                      <a:gd name="connsiteY699" fmla="*/ 1079663 h 1788513"/>
                      <a:gd name="connsiteX700" fmla="*/ 3497154 w 7665198"/>
                      <a:gd name="connsiteY700" fmla="*/ 1108524 h 1788513"/>
                      <a:gd name="connsiteX701" fmla="*/ 3480390 w 7665198"/>
                      <a:gd name="connsiteY701" fmla="*/ 1144624 h 1788513"/>
                      <a:gd name="connsiteX702" fmla="*/ 3494678 w 7665198"/>
                      <a:gd name="connsiteY702" fmla="*/ 1177199 h 1788513"/>
                      <a:gd name="connsiteX703" fmla="*/ 3539921 w 7665198"/>
                      <a:gd name="connsiteY703" fmla="*/ 1204536 h 1788513"/>
                      <a:gd name="connsiteX704" fmla="*/ 3480104 w 7665198"/>
                      <a:gd name="connsiteY704" fmla="*/ 1182724 h 1788513"/>
                      <a:gd name="connsiteX705" fmla="*/ 3468960 w 7665198"/>
                      <a:gd name="connsiteY705" fmla="*/ 1129003 h 1788513"/>
                      <a:gd name="connsiteX706" fmla="*/ 3364471 w 7665198"/>
                      <a:gd name="connsiteY706" fmla="*/ 1211680 h 1788513"/>
                      <a:gd name="connsiteX707" fmla="*/ 2973660 w 7665198"/>
                      <a:gd name="connsiteY707" fmla="*/ 1475236 h 1788513"/>
                      <a:gd name="connsiteX708" fmla="*/ 2968516 w 7665198"/>
                      <a:gd name="connsiteY708" fmla="*/ 1541435 h 1788513"/>
                      <a:gd name="connsiteX709" fmla="*/ 2965469 w 7665198"/>
                      <a:gd name="connsiteY709" fmla="*/ 1479713 h 1788513"/>
                      <a:gd name="connsiteX710" fmla="*/ 2918891 w 7665198"/>
                      <a:gd name="connsiteY710" fmla="*/ 1431993 h 1788513"/>
                      <a:gd name="connsiteX711" fmla="*/ 2882315 w 7665198"/>
                      <a:gd name="connsiteY711" fmla="*/ 1424849 h 1788513"/>
                      <a:gd name="connsiteX712" fmla="*/ 2826689 w 7665198"/>
                      <a:gd name="connsiteY712" fmla="*/ 1429707 h 1788513"/>
                      <a:gd name="connsiteX713" fmla="*/ 2882315 w 7665198"/>
                      <a:gd name="connsiteY713" fmla="*/ 1424849 h 1788513"/>
                      <a:gd name="connsiteX714" fmla="*/ 2958230 w 7665198"/>
                      <a:gd name="connsiteY714" fmla="*/ 1382177 h 1788513"/>
                      <a:gd name="connsiteX715" fmla="*/ 2988519 w 7665198"/>
                      <a:gd name="connsiteY715" fmla="*/ 1295500 h 1788513"/>
                      <a:gd name="connsiteX716" fmla="*/ 2981280 w 7665198"/>
                      <a:gd name="connsiteY716" fmla="*/ 1355508 h 1788513"/>
                      <a:gd name="connsiteX717" fmla="*/ 2924130 w 7665198"/>
                      <a:gd name="connsiteY717" fmla="*/ 1425897 h 1788513"/>
                      <a:gd name="connsiteX718" fmla="*/ 2973660 w 7665198"/>
                      <a:gd name="connsiteY718" fmla="*/ 1475236 h 1788513"/>
                      <a:gd name="connsiteX719" fmla="*/ 2711913 w 7665198"/>
                      <a:gd name="connsiteY719" fmla="*/ 1166722 h 1788513"/>
                      <a:gd name="connsiteX720" fmla="*/ 2710961 w 7665198"/>
                      <a:gd name="connsiteY720" fmla="*/ 1142528 h 1788513"/>
                      <a:gd name="connsiteX721" fmla="*/ 2746108 w 7665198"/>
                      <a:gd name="connsiteY721" fmla="*/ 1075663 h 1788513"/>
                      <a:gd name="connsiteX722" fmla="*/ 2666860 w 7665198"/>
                      <a:gd name="connsiteY722" fmla="*/ 1114430 h 1788513"/>
                      <a:gd name="connsiteX723" fmla="*/ 2725534 w 7665198"/>
                      <a:gd name="connsiteY723" fmla="*/ 1080616 h 1788513"/>
                      <a:gd name="connsiteX724" fmla="*/ 2760014 w 7665198"/>
                      <a:gd name="connsiteY724" fmla="*/ 1045945 h 1788513"/>
                      <a:gd name="connsiteX725" fmla="*/ 2755633 w 7665198"/>
                      <a:gd name="connsiteY725" fmla="*/ 1025847 h 1788513"/>
                      <a:gd name="connsiteX726" fmla="*/ 2756109 w 7665198"/>
                      <a:gd name="connsiteY726" fmla="*/ 1005940 h 1788513"/>
                      <a:gd name="connsiteX727" fmla="*/ 2870695 w 7665198"/>
                      <a:gd name="connsiteY727" fmla="*/ 996224 h 1788513"/>
                      <a:gd name="connsiteX728" fmla="*/ 2818974 w 7665198"/>
                      <a:gd name="connsiteY728" fmla="*/ 1025085 h 1788513"/>
                      <a:gd name="connsiteX729" fmla="*/ 2799448 w 7665198"/>
                      <a:gd name="connsiteY729" fmla="*/ 1032134 h 1788513"/>
                      <a:gd name="connsiteX730" fmla="*/ 2768396 w 7665198"/>
                      <a:gd name="connsiteY730" fmla="*/ 1058899 h 1788513"/>
                      <a:gd name="connsiteX731" fmla="*/ 2722676 w 7665198"/>
                      <a:gd name="connsiteY731" fmla="*/ 1120716 h 1788513"/>
                      <a:gd name="connsiteX732" fmla="*/ 2710865 w 7665198"/>
                      <a:gd name="connsiteY732" fmla="*/ 1142528 h 1788513"/>
                      <a:gd name="connsiteX733" fmla="*/ 2711913 w 7665198"/>
                      <a:gd name="connsiteY733" fmla="*/ 1166722 h 1788513"/>
                      <a:gd name="connsiteX734" fmla="*/ 2439307 w 7665198"/>
                      <a:gd name="connsiteY734" fmla="*/ 1473427 h 1788513"/>
                      <a:gd name="connsiteX735" fmla="*/ 2439593 w 7665198"/>
                      <a:gd name="connsiteY735" fmla="*/ 1515241 h 1788513"/>
                      <a:gd name="connsiteX736" fmla="*/ 2397112 w 7665198"/>
                      <a:gd name="connsiteY736" fmla="*/ 1528957 h 1788513"/>
                      <a:gd name="connsiteX737" fmla="*/ 2350535 w 7665198"/>
                      <a:gd name="connsiteY737" fmla="*/ 1516004 h 1788513"/>
                      <a:gd name="connsiteX738" fmla="*/ 2327389 w 7665198"/>
                      <a:gd name="connsiteY738" fmla="*/ 1480761 h 1788513"/>
                      <a:gd name="connsiteX739" fmla="*/ 2356345 w 7665198"/>
                      <a:gd name="connsiteY739" fmla="*/ 1420944 h 1788513"/>
                      <a:gd name="connsiteX740" fmla="*/ 2363774 w 7665198"/>
                      <a:gd name="connsiteY740" fmla="*/ 1382082 h 1788513"/>
                      <a:gd name="connsiteX741" fmla="*/ 2453023 w 7665198"/>
                      <a:gd name="connsiteY741" fmla="*/ 1357127 h 1788513"/>
                      <a:gd name="connsiteX742" fmla="*/ 2430164 w 7665198"/>
                      <a:gd name="connsiteY742" fmla="*/ 1411419 h 1788513"/>
                      <a:gd name="connsiteX743" fmla="*/ 2439307 w 7665198"/>
                      <a:gd name="connsiteY743" fmla="*/ 1473427 h 1788513"/>
                      <a:gd name="connsiteX744" fmla="*/ 2242616 w 7665198"/>
                      <a:gd name="connsiteY744" fmla="*/ 1605253 h 1788513"/>
                      <a:gd name="connsiteX745" fmla="*/ 2215184 w 7665198"/>
                      <a:gd name="connsiteY745" fmla="*/ 1613444 h 1788513"/>
                      <a:gd name="connsiteX746" fmla="*/ 2187943 w 7665198"/>
                      <a:gd name="connsiteY746" fmla="*/ 1599252 h 1788513"/>
                      <a:gd name="connsiteX747" fmla="*/ 2094503 w 7665198"/>
                      <a:gd name="connsiteY747" fmla="*/ 1533244 h 1788513"/>
                      <a:gd name="connsiteX748" fmla="*/ 2079929 w 7665198"/>
                      <a:gd name="connsiteY748" fmla="*/ 1517623 h 1788513"/>
                      <a:gd name="connsiteX749" fmla="*/ 2094121 w 7665198"/>
                      <a:gd name="connsiteY749" fmla="*/ 1495811 h 1788513"/>
                      <a:gd name="connsiteX750" fmla="*/ 2125745 w 7665198"/>
                      <a:gd name="connsiteY750" fmla="*/ 1491239 h 1788513"/>
                      <a:gd name="connsiteX751" fmla="*/ 2208326 w 7665198"/>
                      <a:gd name="connsiteY751" fmla="*/ 1489619 h 1788513"/>
                      <a:gd name="connsiteX752" fmla="*/ 2280431 w 7665198"/>
                      <a:gd name="connsiteY752" fmla="*/ 1479904 h 1788513"/>
                      <a:gd name="connsiteX753" fmla="*/ 2283383 w 7665198"/>
                      <a:gd name="connsiteY753" fmla="*/ 1506669 h 1788513"/>
                      <a:gd name="connsiteX754" fmla="*/ 2281573 w 7665198"/>
                      <a:gd name="connsiteY754" fmla="*/ 1509431 h 1788513"/>
                      <a:gd name="connsiteX755" fmla="*/ 2283288 w 7665198"/>
                      <a:gd name="connsiteY755" fmla="*/ 1510193 h 1788513"/>
                      <a:gd name="connsiteX756" fmla="*/ 2292813 w 7665198"/>
                      <a:gd name="connsiteY756" fmla="*/ 1530767 h 1788513"/>
                      <a:gd name="connsiteX757" fmla="*/ 2273954 w 7665198"/>
                      <a:gd name="connsiteY757" fmla="*/ 1547055 h 1788513"/>
                      <a:gd name="connsiteX758" fmla="*/ 2249093 w 7665198"/>
                      <a:gd name="connsiteY758" fmla="*/ 1559533 h 1788513"/>
                      <a:gd name="connsiteX759" fmla="*/ 2242902 w 7665198"/>
                      <a:gd name="connsiteY759" fmla="*/ 1582583 h 1788513"/>
                      <a:gd name="connsiteX760" fmla="*/ 2242616 w 7665198"/>
                      <a:gd name="connsiteY760" fmla="*/ 1605253 h 1788513"/>
                      <a:gd name="connsiteX761" fmla="*/ 1610537 w 7665198"/>
                      <a:gd name="connsiteY761" fmla="*/ 1474570 h 1788513"/>
                      <a:gd name="connsiteX762" fmla="*/ 1632540 w 7665198"/>
                      <a:gd name="connsiteY762" fmla="*/ 1502764 h 1788513"/>
                      <a:gd name="connsiteX763" fmla="*/ 1634540 w 7665198"/>
                      <a:gd name="connsiteY763" fmla="*/ 1508574 h 1788513"/>
                      <a:gd name="connsiteX764" fmla="*/ 1640351 w 7665198"/>
                      <a:gd name="connsiteY764" fmla="*/ 1509527 h 1788513"/>
                      <a:gd name="connsiteX765" fmla="*/ 1691309 w 7665198"/>
                      <a:gd name="connsiteY765" fmla="*/ 1507241 h 1788513"/>
                      <a:gd name="connsiteX766" fmla="*/ 1616062 w 7665198"/>
                      <a:gd name="connsiteY766" fmla="*/ 1539340 h 1788513"/>
                      <a:gd name="connsiteX767" fmla="*/ 1604155 w 7665198"/>
                      <a:gd name="connsiteY767" fmla="*/ 1551151 h 1788513"/>
                      <a:gd name="connsiteX768" fmla="*/ 1616062 w 7665198"/>
                      <a:gd name="connsiteY768" fmla="*/ 1539340 h 1788513"/>
                      <a:gd name="connsiteX769" fmla="*/ 1624158 w 7665198"/>
                      <a:gd name="connsiteY769" fmla="*/ 1513718 h 1788513"/>
                      <a:gd name="connsiteX770" fmla="*/ 1610537 w 7665198"/>
                      <a:gd name="connsiteY770" fmla="*/ 1474570 h 1788513"/>
                      <a:gd name="connsiteX771" fmla="*/ 1612156 w 7665198"/>
                      <a:gd name="connsiteY771" fmla="*/ 1395893 h 1788513"/>
                      <a:gd name="connsiteX772" fmla="*/ 1589868 w 7665198"/>
                      <a:gd name="connsiteY772" fmla="*/ 1431993 h 1788513"/>
                      <a:gd name="connsiteX773" fmla="*/ 1495285 w 7665198"/>
                      <a:gd name="connsiteY773" fmla="*/ 1373415 h 1788513"/>
                      <a:gd name="connsiteX774" fmla="*/ 1540338 w 7665198"/>
                      <a:gd name="connsiteY774" fmla="*/ 1379701 h 1788513"/>
                      <a:gd name="connsiteX775" fmla="*/ 1554816 w 7665198"/>
                      <a:gd name="connsiteY775" fmla="*/ 1386654 h 1788513"/>
                      <a:gd name="connsiteX776" fmla="*/ 1570818 w 7665198"/>
                      <a:gd name="connsiteY776" fmla="*/ 1388559 h 1788513"/>
                      <a:gd name="connsiteX777" fmla="*/ 1653305 w 7665198"/>
                      <a:gd name="connsiteY777" fmla="*/ 1369890 h 1788513"/>
                      <a:gd name="connsiteX778" fmla="*/ 1612156 w 7665198"/>
                      <a:gd name="connsiteY778" fmla="*/ 1395893 h 1788513"/>
                      <a:gd name="connsiteX779" fmla="*/ 1564246 w 7665198"/>
                      <a:gd name="connsiteY779" fmla="*/ 1479427 h 1788513"/>
                      <a:gd name="connsiteX780" fmla="*/ 1555483 w 7665198"/>
                      <a:gd name="connsiteY780" fmla="*/ 1487048 h 1788513"/>
                      <a:gd name="connsiteX781" fmla="*/ 1545958 w 7665198"/>
                      <a:gd name="connsiteY781" fmla="*/ 1479523 h 1788513"/>
                      <a:gd name="connsiteX782" fmla="*/ 1554721 w 7665198"/>
                      <a:gd name="connsiteY782" fmla="*/ 1471903 h 1788513"/>
                      <a:gd name="connsiteX783" fmla="*/ 1564246 w 7665198"/>
                      <a:gd name="connsiteY783" fmla="*/ 1479427 h 1788513"/>
                      <a:gd name="connsiteX784" fmla="*/ 1252302 w 7665198"/>
                      <a:gd name="connsiteY784" fmla="*/ 1551151 h 1788513"/>
                      <a:gd name="connsiteX785" fmla="*/ 1230966 w 7665198"/>
                      <a:gd name="connsiteY785" fmla="*/ 1543721 h 1788513"/>
                      <a:gd name="connsiteX786" fmla="*/ 1262875 w 7665198"/>
                      <a:gd name="connsiteY786" fmla="*/ 1540578 h 1788513"/>
                      <a:gd name="connsiteX787" fmla="*/ 1295069 w 7665198"/>
                      <a:gd name="connsiteY787" fmla="*/ 1518575 h 1788513"/>
                      <a:gd name="connsiteX788" fmla="*/ 1312976 w 7665198"/>
                      <a:gd name="connsiteY788" fmla="*/ 1571344 h 1788513"/>
                      <a:gd name="connsiteX789" fmla="*/ 1330597 w 7665198"/>
                      <a:gd name="connsiteY789" fmla="*/ 1586012 h 1788513"/>
                      <a:gd name="connsiteX790" fmla="*/ 1363078 w 7665198"/>
                      <a:gd name="connsiteY790" fmla="*/ 1645258 h 1788513"/>
                      <a:gd name="connsiteX791" fmla="*/ 1286116 w 7665198"/>
                      <a:gd name="connsiteY791" fmla="*/ 1562866 h 1788513"/>
                      <a:gd name="connsiteX792" fmla="*/ 1252302 w 7665198"/>
                      <a:gd name="connsiteY792" fmla="*/ 1551151 h 1788513"/>
                      <a:gd name="connsiteX793" fmla="*/ 1276305 w 7665198"/>
                      <a:gd name="connsiteY793" fmla="*/ 1646401 h 1788513"/>
                      <a:gd name="connsiteX794" fmla="*/ 1267542 w 7665198"/>
                      <a:gd name="connsiteY794" fmla="*/ 1654021 h 1788513"/>
                      <a:gd name="connsiteX795" fmla="*/ 1258017 w 7665198"/>
                      <a:gd name="connsiteY795" fmla="*/ 1646496 h 1788513"/>
                      <a:gd name="connsiteX796" fmla="*/ 1266780 w 7665198"/>
                      <a:gd name="connsiteY796" fmla="*/ 1638876 h 1788513"/>
                      <a:gd name="connsiteX797" fmla="*/ 1276305 w 7665198"/>
                      <a:gd name="connsiteY797" fmla="*/ 1646401 h 1788513"/>
                      <a:gd name="connsiteX798" fmla="*/ 1128001 w 7665198"/>
                      <a:gd name="connsiteY798" fmla="*/ 1196249 h 1788513"/>
                      <a:gd name="connsiteX799" fmla="*/ 1180007 w 7665198"/>
                      <a:gd name="connsiteY799" fmla="*/ 1210061 h 1788513"/>
                      <a:gd name="connsiteX800" fmla="*/ 1201058 w 7665198"/>
                      <a:gd name="connsiteY800" fmla="*/ 1216633 h 1788513"/>
                      <a:gd name="connsiteX801" fmla="*/ 1239443 w 7665198"/>
                      <a:gd name="connsiteY801" fmla="*/ 1212918 h 1788513"/>
                      <a:gd name="connsiteX802" fmla="*/ 1281163 w 7665198"/>
                      <a:gd name="connsiteY802" fmla="*/ 1203774 h 1788513"/>
                      <a:gd name="connsiteX803" fmla="*/ 1312214 w 7665198"/>
                      <a:gd name="connsiteY803" fmla="*/ 1195011 h 1788513"/>
                      <a:gd name="connsiteX804" fmla="*/ 1238205 w 7665198"/>
                      <a:gd name="connsiteY804" fmla="*/ 1219109 h 1788513"/>
                      <a:gd name="connsiteX805" fmla="*/ 1228489 w 7665198"/>
                      <a:gd name="connsiteY805" fmla="*/ 1220443 h 1788513"/>
                      <a:gd name="connsiteX806" fmla="*/ 1220488 w 7665198"/>
                      <a:gd name="connsiteY806" fmla="*/ 1225205 h 1788513"/>
                      <a:gd name="connsiteX807" fmla="*/ 1239158 w 7665198"/>
                      <a:gd name="connsiteY807" fmla="*/ 1229396 h 1788513"/>
                      <a:gd name="connsiteX808" fmla="*/ 1245349 w 7665198"/>
                      <a:gd name="connsiteY808" fmla="*/ 1235016 h 1788513"/>
                      <a:gd name="connsiteX809" fmla="*/ 1259636 w 7665198"/>
                      <a:gd name="connsiteY809" fmla="*/ 1230063 h 1788513"/>
                      <a:gd name="connsiteX810" fmla="*/ 1342694 w 7665198"/>
                      <a:gd name="connsiteY810" fmla="*/ 1230920 h 1788513"/>
                      <a:gd name="connsiteX811" fmla="*/ 1255255 w 7665198"/>
                      <a:gd name="connsiteY811" fmla="*/ 1257400 h 1788513"/>
                      <a:gd name="connsiteX812" fmla="*/ 1259922 w 7665198"/>
                      <a:gd name="connsiteY812" fmla="*/ 1279402 h 1788513"/>
                      <a:gd name="connsiteX813" fmla="*/ 1289640 w 7665198"/>
                      <a:gd name="connsiteY813" fmla="*/ 1352269 h 1788513"/>
                      <a:gd name="connsiteX814" fmla="*/ 1302784 w 7665198"/>
                      <a:gd name="connsiteY814" fmla="*/ 1382463 h 1788513"/>
                      <a:gd name="connsiteX815" fmla="*/ 1278972 w 7665198"/>
                      <a:gd name="connsiteY815" fmla="*/ 1396465 h 1788513"/>
                      <a:gd name="connsiteX816" fmla="*/ 1247730 w 7665198"/>
                      <a:gd name="connsiteY816" fmla="*/ 1393226 h 1788513"/>
                      <a:gd name="connsiteX817" fmla="*/ 1190675 w 7665198"/>
                      <a:gd name="connsiteY817" fmla="*/ 1381606 h 1788513"/>
                      <a:gd name="connsiteX818" fmla="*/ 1146765 w 7665198"/>
                      <a:gd name="connsiteY818" fmla="*/ 1310549 h 1788513"/>
                      <a:gd name="connsiteX819" fmla="*/ 1202677 w 7665198"/>
                      <a:gd name="connsiteY819" fmla="*/ 1231683 h 1788513"/>
                      <a:gd name="connsiteX820" fmla="*/ 1206296 w 7665198"/>
                      <a:gd name="connsiteY820" fmla="*/ 1227586 h 1788513"/>
                      <a:gd name="connsiteX821" fmla="*/ 1128001 w 7665198"/>
                      <a:gd name="connsiteY821" fmla="*/ 1196249 h 1788513"/>
                      <a:gd name="connsiteX822" fmla="*/ 1094568 w 7665198"/>
                      <a:gd name="connsiteY822" fmla="*/ 1419230 h 1788513"/>
                      <a:gd name="connsiteX823" fmla="*/ 1079423 w 7665198"/>
                      <a:gd name="connsiteY823" fmla="*/ 1411800 h 1788513"/>
                      <a:gd name="connsiteX824" fmla="*/ 1047324 w 7665198"/>
                      <a:gd name="connsiteY824" fmla="*/ 1415896 h 1788513"/>
                      <a:gd name="connsiteX825" fmla="*/ 990364 w 7665198"/>
                      <a:gd name="connsiteY825" fmla="*/ 1419515 h 1788513"/>
                      <a:gd name="connsiteX826" fmla="*/ 1078566 w 7665198"/>
                      <a:gd name="connsiteY826" fmla="*/ 1396084 h 1788513"/>
                      <a:gd name="connsiteX827" fmla="*/ 1116952 w 7665198"/>
                      <a:gd name="connsiteY827" fmla="*/ 1354174 h 1788513"/>
                      <a:gd name="connsiteX828" fmla="*/ 1090853 w 7665198"/>
                      <a:gd name="connsiteY828" fmla="*/ 1398370 h 1788513"/>
                      <a:gd name="connsiteX829" fmla="*/ 1089996 w 7665198"/>
                      <a:gd name="connsiteY829" fmla="*/ 1403037 h 1788513"/>
                      <a:gd name="connsiteX830" fmla="*/ 1102569 w 7665198"/>
                      <a:gd name="connsiteY830" fmla="*/ 1413610 h 1788513"/>
                      <a:gd name="connsiteX831" fmla="*/ 1122000 w 7665198"/>
                      <a:gd name="connsiteY831" fmla="*/ 1458091 h 1788513"/>
                      <a:gd name="connsiteX832" fmla="*/ 1094568 w 7665198"/>
                      <a:gd name="connsiteY832" fmla="*/ 1419230 h 1788513"/>
                      <a:gd name="connsiteX833" fmla="*/ 1099426 w 7665198"/>
                      <a:gd name="connsiteY833" fmla="*/ 1487333 h 1788513"/>
                      <a:gd name="connsiteX834" fmla="*/ 1090663 w 7665198"/>
                      <a:gd name="connsiteY834" fmla="*/ 1494953 h 1788513"/>
                      <a:gd name="connsiteX835" fmla="*/ 1081138 w 7665198"/>
                      <a:gd name="connsiteY835" fmla="*/ 1487429 h 1788513"/>
                      <a:gd name="connsiteX836" fmla="*/ 1089901 w 7665198"/>
                      <a:gd name="connsiteY836" fmla="*/ 1479809 h 1788513"/>
                      <a:gd name="connsiteX837" fmla="*/ 1099426 w 7665198"/>
                      <a:gd name="connsiteY837" fmla="*/ 1487333 h 1788513"/>
                      <a:gd name="connsiteX838" fmla="*/ 837107 w 7665198"/>
                      <a:gd name="connsiteY838" fmla="*/ 1518480 h 1788513"/>
                      <a:gd name="connsiteX839" fmla="*/ 781005 w 7665198"/>
                      <a:gd name="connsiteY839" fmla="*/ 1568391 h 1788513"/>
                      <a:gd name="connsiteX840" fmla="*/ 741762 w 7665198"/>
                      <a:gd name="connsiteY840" fmla="*/ 1556104 h 1788513"/>
                      <a:gd name="connsiteX841" fmla="*/ 738142 w 7665198"/>
                      <a:gd name="connsiteY841" fmla="*/ 1530863 h 1788513"/>
                      <a:gd name="connsiteX842" fmla="*/ 746525 w 7665198"/>
                      <a:gd name="connsiteY842" fmla="*/ 1461425 h 1788513"/>
                      <a:gd name="connsiteX843" fmla="*/ 814057 w 7665198"/>
                      <a:gd name="connsiteY843" fmla="*/ 1400656 h 1788513"/>
                      <a:gd name="connsiteX844" fmla="*/ 839774 w 7665198"/>
                      <a:gd name="connsiteY844" fmla="*/ 1411229 h 1788513"/>
                      <a:gd name="connsiteX845" fmla="*/ 869492 w 7665198"/>
                      <a:gd name="connsiteY845" fmla="*/ 1417515 h 1788513"/>
                      <a:gd name="connsiteX846" fmla="*/ 841489 w 7665198"/>
                      <a:gd name="connsiteY846" fmla="*/ 1463045 h 1788513"/>
                      <a:gd name="connsiteX847" fmla="*/ 837107 w 7665198"/>
                      <a:gd name="connsiteY847" fmla="*/ 1518480 h 1788513"/>
                      <a:gd name="connsiteX848" fmla="*/ 720521 w 7665198"/>
                      <a:gd name="connsiteY848" fmla="*/ 1229587 h 1788513"/>
                      <a:gd name="connsiteX849" fmla="*/ 641368 w 7665198"/>
                      <a:gd name="connsiteY849" fmla="*/ 1246446 h 1788513"/>
                      <a:gd name="connsiteX850" fmla="*/ 620223 w 7665198"/>
                      <a:gd name="connsiteY850" fmla="*/ 1236254 h 1788513"/>
                      <a:gd name="connsiteX851" fmla="*/ 635272 w 7665198"/>
                      <a:gd name="connsiteY851" fmla="*/ 1204536 h 1788513"/>
                      <a:gd name="connsiteX852" fmla="*/ 654132 w 7665198"/>
                      <a:gd name="connsiteY852" fmla="*/ 1185677 h 1788513"/>
                      <a:gd name="connsiteX853" fmla="*/ 691375 w 7665198"/>
                      <a:gd name="connsiteY853" fmla="*/ 1177485 h 1788513"/>
                      <a:gd name="connsiteX854" fmla="*/ 722807 w 7665198"/>
                      <a:gd name="connsiteY854" fmla="*/ 1191773 h 1788513"/>
                      <a:gd name="connsiteX855" fmla="*/ 739571 w 7665198"/>
                      <a:gd name="connsiteY855" fmla="*/ 1202822 h 1788513"/>
                      <a:gd name="connsiteX856" fmla="*/ 720521 w 7665198"/>
                      <a:gd name="connsiteY856" fmla="*/ 1229587 h 1788513"/>
                      <a:gd name="connsiteX857" fmla="*/ 900448 w 7665198"/>
                      <a:gd name="connsiteY857" fmla="*/ 1162721 h 1788513"/>
                      <a:gd name="connsiteX858" fmla="*/ 958741 w 7665198"/>
                      <a:gd name="connsiteY858" fmla="*/ 1150910 h 1788513"/>
                      <a:gd name="connsiteX859" fmla="*/ 939310 w 7665198"/>
                      <a:gd name="connsiteY859" fmla="*/ 1163865 h 1788513"/>
                      <a:gd name="connsiteX860" fmla="*/ 917975 w 7665198"/>
                      <a:gd name="connsiteY860" fmla="*/ 1167960 h 1788513"/>
                      <a:gd name="connsiteX861" fmla="*/ 867397 w 7665198"/>
                      <a:gd name="connsiteY861" fmla="*/ 1158340 h 1788513"/>
                      <a:gd name="connsiteX862" fmla="*/ 839774 w 7665198"/>
                      <a:gd name="connsiteY862" fmla="*/ 1177009 h 1788513"/>
                      <a:gd name="connsiteX863" fmla="*/ 816152 w 7665198"/>
                      <a:gd name="connsiteY863" fmla="*/ 1183581 h 1788513"/>
                      <a:gd name="connsiteX864" fmla="*/ 801579 w 7665198"/>
                      <a:gd name="connsiteY864" fmla="*/ 1188058 h 1788513"/>
                      <a:gd name="connsiteX865" fmla="*/ 777957 w 7665198"/>
                      <a:gd name="connsiteY865" fmla="*/ 1189486 h 1788513"/>
                      <a:gd name="connsiteX866" fmla="*/ 768718 w 7665198"/>
                      <a:gd name="connsiteY866" fmla="*/ 1189582 h 1788513"/>
                      <a:gd name="connsiteX867" fmla="*/ 752906 w 7665198"/>
                      <a:gd name="connsiteY867" fmla="*/ 1180438 h 1788513"/>
                      <a:gd name="connsiteX868" fmla="*/ 777957 w 7665198"/>
                      <a:gd name="connsiteY868" fmla="*/ 1189486 h 1788513"/>
                      <a:gd name="connsiteX869" fmla="*/ 808818 w 7665198"/>
                      <a:gd name="connsiteY869" fmla="*/ 1185010 h 1788513"/>
                      <a:gd name="connsiteX870" fmla="*/ 816152 w 7665198"/>
                      <a:gd name="connsiteY870" fmla="*/ 1183581 h 1788513"/>
                      <a:gd name="connsiteX871" fmla="*/ 872064 w 7665198"/>
                      <a:gd name="connsiteY871" fmla="*/ 1140623 h 1788513"/>
                      <a:gd name="connsiteX872" fmla="*/ 900448 w 7665198"/>
                      <a:gd name="connsiteY872" fmla="*/ 1162721 h 1788513"/>
                      <a:gd name="connsiteX873" fmla="*/ 858348 w 7665198"/>
                      <a:gd name="connsiteY873" fmla="*/ 1355031 h 1788513"/>
                      <a:gd name="connsiteX874" fmla="*/ 875969 w 7665198"/>
                      <a:gd name="connsiteY874" fmla="*/ 1375319 h 1788513"/>
                      <a:gd name="connsiteX875" fmla="*/ 847680 w 7665198"/>
                      <a:gd name="connsiteY875" fmla="*/ 1364842 h 1788513"/>
                      <a:gd name="connsiteX876" fmla="*/ 823582 w 7665198"/>
                      <a:gd name="connsiteY876" fmla="*/ 1377700 h 1788513"/>
                      <a:gd name="connsiteX877" fmla="*/ 767956 w 7665198"/>
                      <a:gd name="connsiteY877" fmla="*/ 1387702 h 1788513"/>
                      <a:gd name="connsiteX878" fmla="*/ 799579 w 7665198"/>
                      <a:gd name="connsiteY878" fmla="*/ 1380558 h 1788513"/>
                      <a:gd name="connsiteX879" fmla="*/ 823391 w 7665198"/>
                      <a:gd name="connsiteY879" fmla="*/ 1361508 h 1788513"/>
                      <a:gd name="connsiteX880" fmla="*/ 851300 w 7665198"/>
                      <a:gd name="connsiteY880" fmla="*/ 1330742 h 1788513"/>
                      <a:gd name="connsiteX881" fmla="*/ 859967 w 7665198"/>
                      <a:gd name="connsiteY881" fmla="*/ 1311597 h 1788513"/>
                      <a:gd name="connsiteX882" fmla="*/ 863968 w 7665198"/>
                      <a:gd name="connsiteY882" fmla="*/ 1296548 h 1788513"/>
                      <a:gd name="connsiteX883" fmla="*/ 861205 w 7665198"/>
                      <a:gd name="connsiteY883" fmla="*/ 1336362 h 1788513"/>
                      <a:gd name="connsiteX884" fmla="*/ 858348 w 7665198"/>
                      <a:gd name="connsiteY884" fmla="*/ 1355031 h 1788513"/>
                      <a:gd name="connsiteX885" fmla="*/ 784339 w 7665198"/>
                      <a:gd name="connsiteY885" fmla="*/ 1235302 h 1788513"/>
                      <a:gd name="connsiteX886" fmla="*/ 759002 w 7665198"/>
                      <a:gd name="connsiteY886" fmla="*/ 1230254 h 1788513"/>
                      <a:gd name="connsiteX887" fmla="*/ 757764 w 7665198"/>
                      <a:gd name="connsiteY887" fmla="*/ 1225015 h 1788513"/>
                      <a:gd name="connsiteX888" fmla="*/ 772623 w 7665198"/>
                      <a:gd name="connsiteY888" fmla="*/ 1215585 h 1788513"/>
                      <a:gd name="connsiteX889" fmla="*/ 889685 w 7665198"/>
                      <a:gd name="connsiteY889" fmla="*/ 1205107 h 1788513"/>
                      <a:gd name="connsiteX890" fmla="*/ 784339 w 7665198"/>
                      <a:gd name="connsiteY890" fmla="*/ 1235302 h 1788513"/>
                      <a:gd name="connsiteX891" fmla="*/ 893590 w 7665198"/>
                      <a:gd name="connsiteY891" fmla="*/ 1455520 h 1788513"/>
                      <a:gd name="connsiteX892" fmla="*/ 903115 w 7665198"/>
                      <a:gd name="connsiteY892" fmla="*/ 1463045 h 1788513"/>
                      <a:gd name="connsiteX893" fmla="*/ 894352 w 7665198"/>
                      <a:gd name="connsiteY893" fmla="*/ 1470664 h 1788513"/>
                      <a:gd name="connsiteX894" fmla="*/ 884827 w 7665198"/>
                      <a:gd name="connsiteY894" fmla="*/ 1463140 h 1788513"/>
                      <a:gd name="connsiteX895" fmla="*/ 893590 w 7665198"/>
                      <a:gd name="connsiteY895" fmla="*/ 1455520 h 1788513"/>
                      <a:gd name="connsiteX896" fmla="*/ 895114 w 7665198"/>
                      <a:gd name="connsiteY896" fmla="*/ 1350078 h 1788513"/>
                      <a:gd name="connsiteX897" fmla="*/ 893305 w 7665198"/>
                      <a:gd name="connsiteY897" fmla="*/ 1336172 h 1788513"/>
                      <a:gd name="connsiteX898" fmla="*/ 897305 w 7665198"/>
                      <a:gd name="connsiteY898" fmla="*/ 1293214 h 1788513"/>
                      <a:gd name="connsiteX899" fmla="*/ 932167 w 7665198"/>
                      <a:gd name="connsiteY899" fmla="*/ 1256923 h 1788513"/>
                      <a:gd name="connsiteX900" fmla="*/ 930738 w 7665198"/>
                      <a:gd name="connsiteY900" fmla="*/ 1256923 h 1788513"/>
                      <a:gd name="connsiteX901" fmla="*/ 896829 w 7665198"/>
                      <a:gd name="connsiteY901" fmla="*/ 1253209 h 1788513"/>
                      <a:gd name="connsiteX902" fmla="*/ 944359 w 7665198"/>
                      <a:gd name="connsiteY902" fmla="*/ 1228253 h 1788513"/>
                      <a:gd name="connsiteX903" fmla="*/ 936262 w 7665198"/>
                      <a:gd name="connsiteY903" fmla="*/ 1245113 h 1788513"/>
                      <a:gd name="connsiteX904" fmla="*/ 947026 w 7665198"/>
                      <a:gd name="connsiteY904" fmla="*/ 1250923 h 1788513"/>
                      <a:gd name="connsiteX905" fmla="*/ 986935 w 7665198"/>
                      <a:gd name="connsiteY905" fmla="*/ 1265305 h 1788513"/>
                      <a:gd name="connsiteX906" fmla="*/ 991888 w 7665198"/>
                      <a:gd name="connsiteY906" fmla="*/ 1313121 h 1788513"/>
                      <a:gd name="connsiteX907" fmla="*/ 1013415 w 7665198"/>
                      <a:gd name="connsiteY907" fmla="*/ 1376748 h 1788513"/>
                      <a:gd name="connsiteX908" fmla="*/ 1008081 w 7665198"/>
                      <a:gd name="connsiteY908" fmla="*/ 1391131 h 1788513"/>
                      <a:gd name="connsiteX909" fmla="*/ 996079 w 7665198"/>
                      <a:gd name="connsiteY909" fmla="*/ 1393608 h 1788513"/>
                      <a:gd name="connsiteX910" fmla="*/ 909021 w 7665198"/>
                      <a:gd name="connsiteY910" fmla="*/ 1366461 h 1788513"/>
                      <a:gd name="connsiteX911" fmla="*/ 895114 w 7665198"/>
                      <a:gd name="connsiteY911" fmla="*/ 1350078 h 1788513"/>
                      <a:gd name="connsiteX912" fmla="*/ 1029988 w 7665198"/>
                      <a:gd name="connsiteY912" fmla="*/ 1168532 h 1788513"/>
                      <a:gd name="connsiteX913" fmla="*/ 1085519 w 7665198"/>
                      <a:gd name="connsiteY913" fmla="*/ 1133003 h 1788513"/>
                      <a:gd name="connsiteX914" fmla="*/ 1085996 w 7665198"/>
                      <a:gd name="connsiteY914" fmla="*/ 1159483 h 1788513"/>
                      <a:gd name="connsiteX915" fmla="*/ 1106188 w 7665198"/>
                      <a:gd name="connsiteY915" fmla="*/ 1174437 h 1788513"/>
                      <a:gd name="connsiteX916" fmla="*/ 1078185 w 7665198"/>
                      <a:gd name="connsiteY916" fmla="*/ 1148815 h 1788513"/>
                      <a:gd name="connsiteX917" fmla="*/ 1029988 w 7665198"/>
                      <a:gd name="connsiteY917" fmla="*/ 1168532 h 1788513"/>
                      <a:gd name="connsiteX918" fmla="*/ 1089234 w 7665198"/>
                      <a:gd name="connsiteY918" fmla="*/ 1107857 h 1788513"/>
                      <a:gd name="connsiteX919" fmla="*/ 1083043 w 7665198"/>
                      <a:gd name="connsiteY919" fmla="*/ 1114811 h 1788513"/>
                      <a:gd name="connsiteX920" fmla="*/ 1054277 w 7665198"/>
                      <a:gd name="connsiteY920" fmla="*/ 1118049 h 1788513"/>
                      <a:gd name="connsiteX921" fmla="*/ 1049705 w 7665198"/>
                      <a:gd name="connsiteY921" fmla="*/ 1097094 h 1788513"/>
                      <a:gd name="connsiteX922" fmla="*/ 1043323 w 7665198"/>
                      <a:gd name="connsiteY922" fmla="*/ 1074044 h 1788513"/>
                      <a:gd name="connsiteX923" fmla="*/ 1016558 w 7665198"/>
                      <a:gd name="connsiteY923" fmla="*/ 1066043 h 1788513"/>
                      <a:gd name="connsiteX924" fmla="*/ 990841 w 7665198"/>
                      <a:gd name="connsiteY924" fmla="*/ 1061185 h 1788513"/>
                      <a:gd name="connsiteX925" fmla="*/ 1041990 w 7665198"/>
                      <a:gd name="connsiteY925" fmla="*/ 1046326 h 1788513"/>
                      <a:gd name="connsiteX926" fmla="*/ 1055515 w 7665198"/>
                      <a:gd name="connsiteY926" fmla="*/ 1045088 h 1788513"/>
                      <a:gd name="connsiteX927" fmla="*/ 1062755 w 7665198"/>
                      <a:gd name="connsiteY927" fmla="*/ 1048421 h 1788513"/>
                      <a:gd name="connsiteX928" fmla="*/ 1091425 w 7665198"/>
                      <a:gd name="connsiteY928" fmla="*/ 1091474 h 1788513"/>
                      <a:gd name="connsiteX929" fmla="*/ 1089234 w 7665198"/>
                      <a:gd name="connsiteY929" fmla="*/ 1107857 h 1788513"/>
                      <a:gd name="connsiteX930" fmla="*/ 1001033 w 7665198"/>
                      <a:gd name="connsiteY930" fmla="*/ 1196630 h 1788513"/>
                      <a:gd name="connsiteX931" fmla="*/ 1078947 w 7665198"/>
                      <a:gd name="connsiteY931" fmla="*/ 1193201 h 1788513"/>
                      <a:gd name="connsiteX932" fmla="*/ 1057421 w 7665198"/>
                      <a:gd name="connsiteY932" fmla="*/ 1240731 h 1788513"/>
                      <a:gd name="connsiteX933" fmla="*/ 1020368 w 7665198"/>
                      <a:gd name="connsiteY933" fmla="*/ 1243017 h 1788513"/>
                      <a:gd name="connsiteX934" fmla="*/ 983602 w 7665198"/>
                      <a:gd name="connsiteY934" fmla="*/ 1242731 h 1788513"/>
                      <a:gd name="connsiteX935" fmla="*/ 973029 w 7665198"/>
                      <a:gd name="connsiteY935" fmla="*/ 1221109 h 1788513"/>
                      <a:gd name="connsiteX936" fmla="*/ 1001033 w 7665198"/>
                      <a:gd name="connsiteY936" fmla="*/ 1196630 h 1788513"/>
                      <a:gd name="connsiteX937" fmla="*/ 1064279 w 7665198"/>
                      <a:gd name="connsiteY937" fmla="*/ 1521242 h 1788513"/>
                      <a:gd name="connsiteX938" fmla="*/ 1014272 w 7665198"/>
                      <a:gd name="connsiteY938" fmla="*/ 1528672 h 1788513"/>
                      <a:gd name="connsiteX939" fmla="*/ 988174 w 7665198"/>
                      <a:gd name="connsiteY939" fmla="*/ 1490000 h 1788513"/>
                      <a:gd name="connsiteX940" fmla="*/ 1038656 w 7665198"/>
                      <a:gd name="connsiteY940" fmla="*/ 1447233 h 1788513"/>
                      <a:gd name="connsiteX941" fmla="*/ 1045705 w 7665198"/>
                      <a:gd name="connsiteY941" fmla="*/ 1445995 h 1788513"/>
                      <a:gd name="connsiteX942" fmla="*/ 1064279 w 7665198"/>
                      <a:gd name="connsiteY942" fmla="*/ 1460759 h 1788513"/>
                      <a:gd name="connsiteX943" fmla="*/ 1054182 w 7665198"/>
                      <a:gd name="connsiteY943" fmla="*/ 1474379 h 1788513"/>
                      <a:gd name="connsiteX944" fmla="*/ 1064279 w 7665198"/>
                      <a:gd name="connsiteY944" fmla="*/ 1521242 h 1788513"/>
                      <a:gd name="connsiteX945" fmla="*/ 1118190 w 7665198"/>
                      <a:gd name="connsiteY945" fmla="*/ 1162340 h 1788513"/>
                      <a:gd name="connsiteX946" fmla="*/ 1131334 w 7665198"/>
                      <a:gd name="connsiteY946" fmla="*/ 1146910 h 1788513"/>
                      <a:gd name="connsiteX947" fmla="*/ 1123714 w 7665198"/>
                      <a:gd name="connsiteY947" fmla="*/ 1138528 h 1788513"/>
                      <a:gd name="connsiteX948" fmla="*/ 1127143 w 7665198"/>
                      <a:gd name="connsiteY948" fmla="*/ 1114430 h 1788513"/>
                      <a:gd name="connsiteX949" fmla="*/ 1172768 w 7665198"/>
                      <a:gd name="connsiteY949" fmla="*/ 1088236 h 1788513"/>
                      <a:gd name="connsiteX950" fmla="*/ 1218393 w 7665198"/>
                      <a:gd name="connsiteY950" fmla="*/ 1085569 h 1788513"/>
                      <a:gd name="connsiteX951" fmla="*/ 1305451 w 7665198"/>
                      <a:gd name="connsiteY951" fmla="*/ 1092903 h 1788513"/>
                      <a:gd name="connsiteX952" fmla="*/ 1292402 w 7665198"/>
                      <a:gd name="connsiteY952" fmla="*/ 1133765 h 1788513"/>
                      <a:gd name="connsiteX953" fmla="*/ 1293831 w 7665198"/>
                      <a:gd name="connsiteY953" fmla="*/ 1146053 h 1788513"/>
                      <a:gd name="connsiteX954" fmla="*/ 1294879 w 7665198"/>
                      <a:gd name="connsiteY954" fmla="*/ 1143481 h 1788513"/>
                      <a:gd name="connsiteX955" fmla="*/ 1308785 w 7665198"/>
                      <a:gd name="connsiteY955" fmla="*/ 1135765 h 1788513"/>
                      <a:gd name="connsiteX956" fmla="*/ 1312690 w 7665198"/>
                      <a:gd name="connsiteY956" fmla="*/ 1143481 h 1788513"/>
                      <a:gd name="connsiteX957" fmla="*/ 1298784 w 7665198"/>
                      <a:gd name="connsiteY957" fmla="*/ 1151196 h 1788513"/>
                      <a:gd name="connsiteX958" fmla="*/ 1294784 w 7665198"/>
                      <a:gd name="connsiteY958" fmla="*/ 1149672 h 1788513"/>
                      <a:gd name="connsiteX959" fmla="*/ 1292974 w 7665198"/>
                      <a:gd name="connsiteY959" fmla="*/ 1171770 h 1788513"/>
                      <a:gd name="connsiteX960" fmla="*/ 1252588 w 7665198"/>
                      <a:gd name="connsiteY960" fmla="*/ 1195964 h 1788513"/>
                      <a:gd name="connsiteX961" fmla="*/ 1215631 w 7665198"/>
                      <a:gd name="connsiteY961" fmla="*/ 1191773 h 1788513"/>
                      <a:gd name="connsiteX962" fmla="*/ 1162291 w 7665198"/>
                      <a:gd name="connsiteY962" fmla="*/ 1166150 h 1788513"/>
                      <a:gd name="connsiteX963" fmla="*/ 1142479 w 7665198"/>
                      <a:gd name="connsiteY963" fmla="*/ 1173675 h 1788513"/>
                      <a:gd name="connsiteX964" fmla="*/ 1128096 w 7665198"/>
                      <a:gd name="connsiteY964" fmla="*/ 1177866 h 1788513"/>
                      <a:gd name="connsiteX965" fmla="*/ 1118190 w 7665198"/>
                      <a:gd name="connsiteY965" fmla="*/ 1162340 h 1788513"/>
                      <a:gd name="connsiteX966" fmla="*/ 1398796 w 7665198"/>
                      <a:gd name="connsiteY966" fmla="*/ 1004321 h 1788513"/>
                      <a:gd name="connsiteX967" fmla="*/ 1422704 w 7665198"/>
                      <a:gd name="connsiteY967" fmla="*/ 972031 h 1788513"/>
                      <a:gd name="connsiteX968" fmla="*/ 1441373 w 7665198"/>
                      <a:gd name="connsiteY968" fmla="*/ 916786 h 1788513"/>
                      <a:gd name="connsiteX969" fmla="*/ 1438516 w 7665198"/>
                      <a:gd name="connsiteY969" fmla="*/ 893164 h 1788513"/>
                      <a:gd name="connsiteX970" fmla="*/ 1430896 w 7665198"/>
                      <a:gd name="connsiteY970" fmla="*/ 874400 h 1788513"/>
                      <a:gd name="connsiteX971" fmla="*/ 1443659 w 7665198"/>
                      <a:gd name="connsiteY971" fmla="*/ 881829 h 1788513"/>
                      <a:gd name="connsiteX972" fmla="*/ 1449279 w 7665198"/>
                      <a:gd name="connsiteY972" fmla="*/ 907642 h 1788513"/>
                      <a:gd name="connsiteX973" fmla="*/ 1412798 w 7665198"/>
                      <a:gd name="connsiteY973" fmla="*/ 1004511 h 1788513"/>
                      <a:gd name="connsiteX974" fmla="*/ 1450231 w 7665198"/>
                      <a:gd name="connsiteY974" fmla="*/ 1030610 h 1788513"/>
                      <a:gd name="connsiteX975" fmla="*/ 1470996 w 7665198"/>
                      <a:gd name="connsiteY975" fmla="*/ 1030324 h 1788513"/>
                      <a:gd name="connsiteX976" fmla="*/ 1505286 w 7665198"/>
                      <a:gd name="connsiteY976" fmla="*/ 1015370 h 1788513"/>
                      <a:gd name="connsiteX977" fmla="*/ 1554054 w 7665198"/>
                      <a:gd name="connsiteY977" fmla="*/ 977174 h 1788513"/>
                      <a:gd name="connsiteX978" fmla="*/ 1510048 w 7665198"/>
                      <a:gd name="connsiteY978" fmla="*/ 1019942 h 1788513"/>
                      <a:gd name="connsiteX979" fmla="*/ 1456137 w 7665198"/>
                      <a:gd name="connsiteY979" fmla="*/ 1041659 h 1788513"/>
                      <a:gd name="connsiteX980" fmla="*/ 1456994 w 7665198"/>
                      <a:gd name="connsiteY980" fmla="*/ 1057184 h 1788513"/>
                      <a:gd name="connsiteX981" fmla="*/ 1446326 w 7665198"/>
                      <a:gd name="connsiteY981" fmla="*/ 1073853 h 1788513"/>
                      <a:gd name="connsiteX982" fmla="*/ 1393081 w 7665198"/>
                      <a:gd name="connsiteY982" fmla="*/ 1133384 h 1788513"/>
                      <a:gd name="connsiteX983" fmla="*/ 1436992 w 7665198"/>
                      <a:gd name="connsiteY983" fmla="*/ 1064709 h 1788513"/>
                      <a:gd name="connsiteX984" fmla="*/ 1419275 w 7665198"/>
                      <a:gd name="connsiteY984" fmla="*/ 1013560 h 1788513"/>
                      <a:gd name="connsiteX985" fmla="*/ 1405655 w 7665198"/>
                      <a:gd name="connsiteY985" fmla="*/ 1012893 h 1788513"/>
                      <a:gd name="connsiteX986" fmla="*/ 1397272 w 7665198"/>
                      <a:gd name="connsiteY986" fmla="*/ 1018227 h 1788513"/>
                      <a:gd name="connsiteX987" fmla="*/ 1218774 w 7665198"/>
                      <a:gd name="connsiteY987" fmla="*/ 1075948 h 1788513"/>
                      <a:gd name="connsiteX988" fmla="*/ 1155242 w 7665198"/>
                      <a:gd name="connsiteY988" fmla="*/ 1067186 h 1788513"/>
                      <a:gd name="connsiteX989" fmla="*/ 1199438 w 7665198"/>
                      <a:gd name="connsiteY989" fmla="*/ 1069948 h 1788513"/>
                      <a:gd name="connsiteX990" fmla="*/ 1298308 w 7665198"/>
                      <a:gd name="connsiteY990" fmla="*/ 1061661 h 1788513"/>
                      <a:gd name="connsiteX991" fmla="*/ 1398796 w 7665198"/>
                      <a:gd name="connsiteY991" fmla="*/ 1004321 h 1788513"/>
                      <a:gd name="connsiteX992" fmla="*/ 1358887 w 7665198"/>
                      <a:gd name="connsiteY992" fmla="*/ 934979 h 1788513"/>
                      <a:gd name="connsiteX993" fmla="*/ 1372793 w 7665198"/>
                      <a:gd name="connsiteY993" fmla="*/ 927263 h 1788513"/>
                      <a:gd name="connsiteX994" fmla="*/ 1376698 w 7665198"/>
                      <a:gd name="connsiteY994" fmla="*/ 934979 h 1788513"/>
                      <a:gd name="connsiteX995" fmla="*/ 1362792 w 7665198"/>
                      <a:gd name="connsiteY995" fmla="*/ 942694 h 1788513"/>
                      <a:gd name="connsiteX996" fmla="*/ 1358887 w 7665198"/>
                      <a:gd name="connsiteY996" fmla="*/ 934979 h 1788513"/>
                      <a:gd name="connsiteX997" fmla="*/ 1467186 w 7665198"/>
                      <a:gd name="connsiteY997" fmla="*/ 763910 h 1788513"/>
                      <a:gd name="connsiteX998" fmla="*/ 1474806 w 7665198"/>
                      <a:gd name="connsiteY998" fmla="*/ 730858 h 1788513"/>
                      <a:gd name="connsiteX999" fmla="*/ 1472520 w 7665198"/>
                      <a:gd name="connsiteY999" fmla="*/ 696949 h 1788513"/>
                      <a:gd name="connsiteX1000" fmla="*/ 1474806 w 7665198"/>
                      <a:gd name="connsiteY1000" fmla="*/ 730763 h 1788513"/>
                      <a:gd name="connsiteX1001" fmla="*/ 1474806 w 7665198"/>
                      <a:gd name="connsiteY1001" fmla="*/ 730858 h 1788513"/>
                      <a:gd name="connsiteX1002" fmla="*/ 1476806 w 7665198"/>
                      <a:gd name="connsiteY1002" fmla="*/ 744002 h 1788513"/>
                      <a:gd name="connsiteX1003" fmla="*/ 1483569 w 7665198"/>
                      <a:gd name="connsiteY1003" fmla="*/ 770291 h 1788513"/>
                      <a:gd name="connsiteX1004" fmla="*/ 1491570 w 7665198"/>
                      <a:gd name="connsiteY1004" fmla="*/ 761528 h 1788513"/>
                      <a:gd name="connsiteX1005" fmla="*/ 1498333 w 7665198"/>
                      <a:gd name="connsiteY1005" fmla="*/ 755337 h 1788513"/>
                      <a:gd name="connsiteX1006" fmla="*/ 1497761 w 7665198"/>
                      <a:gd name="connsiteY1006" fmla="*/ 731620 h 1788513"/>
                      <a:gd name="connsiteX1007" fmla="*/ 1503667 w 7665198"/>
                      <a:gd name="connsiteY1007" fmla="*/ 711331 h 1788513"/>
                      <a:gd name="connsiteX1008" fmla="*/ 1533289 w 7665198"/>
                      <a:gd name="connsiteY1008" fmla="*/ 702188 h 1788513"/>
                      <a:gd name="connsiteX1009" fmla="*/ 1571389 w 7665198"/>
                      <a:gd name="connsiteY1009" fmla="*/ 717046 h 1788513"/>
                      <a:gd name="connsiteX1010" fmla="*/ 1572342 w 7665198"/>
                      <a:gd name="connsiteY1010" fmla="*/ 717713 h 1788513"/>
                      <a:gd name="connsiteX1011" fmla="*/ 1598726 w 7665198"/>
                      <a:gd name="connsiteY1011" fmla="*/ 733144 h 1788513"/>
                      <a:gd name="connsiteX1012" fmla="*/ 1592916 w 7665198"/>
                      <a:gd name="connsiteY1012" fmla="*/ 747717 h 1788513"/>
                      <a:gd name="connsiteX1013" fmla="*/ 1592535 w 7665198"/>
                      <a:gd name="connsiteY1013" fmla="*/ 757242 h 1788513"/>
                      <a:gd name="connsiteX1014" fmla="*/ 1582534 w 7665198"/>
                      <a:gd name="connsiteY1014" fmla="*/ 763719 h 1788513"/>
                      <a:gd name="connsiteX1015" fmla="*/ 1569675 w 7665198"/>
                      <a:gd name="connsiteY1015" fmla="*/ 782007 h 1788513"/>
                      <a:gd name="connsiteX1016" fmla="*/ 1545577 w 7665198"/>
                      <a:gd name="connsiteY1016" fmla="*/ 847063 h 1788513"/>
                      <a:gd name="connsiteX1017" fmla="*/ 1530146 w 7665198"/>
                      <a:gd name="connsiteY1017" fmla="*/ 861731 h 1788513"/>
                      <a:gd name="connsiteX1018" fmla="*/ 1516716 w 7665198"/>
                      <a:gd name="connsiteY1018" fmla="*/ 864208 h 1788513"/>
                      <a:gd name="connsiteX1019" fmla="*/ 1450993 w 7665198"/>
                      <a:gd name="connsiteY1019" fmla="*/ 836109 h 1788513"/>
                      <a:gd name="connsiteX1020" fmla="*/ 1448803 w 7665198"/>
                      <a:gd name="connsiteY1020" fmla="*/ 819440 h 1788513"/>
                      <a:gd name="connsiteX1021" fmla="*/ 1456899 w 7665198"/>
                      <a:gd name="connsiteY1021" fmla="*/ 805248 h 1788513"/>
                      <a:gd name="connsiteX1022" fmla="*/ 1473282 w 7665198"/>
                      <a:gd name="connsiteY1022" fmla="*/ 782293 h 1788513"/>
                      <a:gd name="connsiteX1023" fmla="*/ 1467186 w 7665198"/>
                      <a:gd name="connsiteY1023" fmla="*/ 763910 h 1788513"/>
                      <a:gd name="connsiteX1024" fmla="*/ 2074976 w 7665198"/>
                      <a:gd name="connsiteY1024" fmla="*/ 659325 h 1788513"/>
                      <a:gd name="connsiteX1025" fmla="*/ 2083168 w 7665198"/>
                      <a:gd name="connsiteY1025" fmla="*/ 650943 h 1788513"/>
                      <a:gd name="connsiteX1026" fmla="*/ 2091550 w 7665198"/>
                      <a:gd name="connsiteY1026" fmla="*/ 659135 h 1788513"/>
                      <a:gd name="connsiteX1027" fmla="*/ 2083358 w 7665198"/>
                      <a:gd name="connsiteY1027" fmla="*/ 667517 h 1788513"/>
                      <a:gd name="connsiteX1028" fmla="*/ 2078691 w 7665198"/>
                      <a:gd name="connsiteY1028" fmla="*/ 665993 h 1788513"/>
                      <a:gd name="connsiteX1029" fmla="*/ 2090692 w 7665198"/>
                      <a:gd name="connsiteY1029" fmla="*/ 689614 h 1788513"/>
                      <a:gd name="connsiteX1030" fmla="*/ 2067928 w 7665198"/>
                      <a:gd name="connsiteY1030" fmla="*/ 715808 h 1788513"/>
                      <a:gd name="connsiteX1031" fmla="*/ 2030971 w 7665198"/>
                      <a:gd name="connsiteY1031" fmla="*/ 711713 h 1788513"/>
                      <a:gd name="connsiteX1032" fmla="*/ 1965439 w 7665198"/>
                      <a:gd name="connsiteY1032" fmla="*/ 684947 h 1788513"/>
                      <a:gd name="connsiteX1033" fmla="*/ 1951628 w 7665198"/>
                      <a:gd name="connsiteY1033" fmla="*/ 693234 h 1788513"/>
                      <a:gd name="connsiteX1034" fmla="*/ 1940769 w 7665198"/>
                      <a:gd name="connsiteY1034" fmla="*/ 697806 h 1788513"/>
                      <a:gd name="connsiteX1035" fmla="*/ 1921719 w 7665198"/>
                      <a:gd name="connsiteY1035" fmla="*/ 681232 h 1788513"/>
                      <a:gd name="connsiteX1036" fmla="*/ 1924577 w 7665198"/>
                      <a:gd name="connsiteY1036" fmla="*/ 664754 h 1788513"/>
                      <a:gd name="connsiteX1037" fmla="*/ 1912194 w 7665198"/>
                      <a:gd name="connsiteY1037" fmla="*/ 655896 h 1788513"/>
                      <a:gd name="connsiteX1038" fmla="*/ 1900573 w 7665198"/>
                      <a:gd name="connsiteY1038" fmla="*/ 630179 h 1788513"/>
                      <a:gd name="connsiteX1039" fmla="*/ 1926958 w 7665198"/>
                      <a:gd name="connsiteY1039" fmla="*/ 601794 h 1788513"/>
                      <a:gd name="connsiteX1040" fmla="*/ 1967915 w 7665198"/>
                      <a:gd name="connsiteY1040" fmla="*/ 598460 h 1788513"/>
                      <a:gd name="connsiteX1041" fmla="*/ 2053640 w 7665198"/>
                      <a:gd name="connsiteY1041" fmla="*/ 605318 h 1788513"/>
                      <a:gd name="connsiteX1042" fmla="*/ 2066689 w 7665198"/>
                      <a:gd name="connsiteY1042" fmla="*/ 649038 h 1788513"/>
                      <a:gd name="connsiteX1043" fmla="*/ 2075643 w 7665198"/>
                      <a:gd name="connsiteY1043" fmla="*/ 662087 h 1788513"/>
                      <a:gd name="connsiteX1044" fmla="*/ 2074976 w 7665198"/>
                      <a:gd name="connsiteY1044" fmla="*/ 659325 h 1788513"/>
                      <a:gd name="connsiteX1045" fmla="*/ 2393207 w 7665198"/>
                      <a:gd name="connsiteY1045" fmla="*/ 551978 h 1788513"/>
                      <a:gd name="connsiteX1046" fmla="*/ 2408828 w 7665198"/>
                      <a:gd name="connsiteY1046" fmla="*/ 567980 h 1788513"/>
                      <a:gd name="connsiteX1047" fmla="*/ 2436640 w 7665198"/>
                      <a:gd name="connsiteY1047" fmla="*/ 632750 h 1788513"/>
                      <a:gd name="connsiteX1048" fmla="*/ 2369013 w 7665198"/>
                      <a:gd name="connsiteY1048" fmla="*/ 542929 h 1788513"/>
                      <a:gd name="connsiteX1049" fmla="*/ 2338438 w 7665198"/>
                      <a:gd name="connsiteY1049" fmla="*/ 530261 h 1788513"/>
                      <a:gd name="connsiteX1050" fmla="*/ 2319197 w 7665198"/>
                      <a:gd name="connsiteY1050" fmla="*/ 522260 h 1788513"/>
                      <a:gd name="connsiteX1051" fmla="*/ 2348439 w 7665198"/>
                      <a:gd name="connsiteY1051" fmla="*/ 518641 h 1788513"/>
                      <a:gd name="connsiteX1052" fmla="*/ 2378538 w 7665198"/>
                      <a:gd name="connsiteY1052" fmla="*/ 494352 h 1788513"/>
                      <a:gd name="connsiteX1053" fmla="*/ 2393207 w 7665198"/>
                      <a:gd name="connsiteY1053" fmla="*/ 551978 h 1788513"/>
                      <a:gd name="connsiteX1054" fmla="*/ 2612377 w 7665198"/>
                      <a:gd name="connsiteY1054" fmla="*/ 626654 h 1788513"/>
                      <a:gd name="connsiteX1055" fmla="*/ 2625712 w 7665198"/>
                      <a:gd name="connsiteY1055" fmla="*/ 573695 h 1788513"/>
                      <a:gd name="connsiteX1056" fmla="*/ 2613806 w 7665198"/>
                      <a:gd name="connsiteY1056" fmla="*/ 621987 h 1788513"/>
                      <a:gd name="connsiteX1057" fmla="*/ 2612377 w 7665198"/>
                      <a:gd name="connsiteY1057" fmla="*/ 626654 h 1788513"/>
                      <a:gd name="connsiteX1058" fmla="*/ 2612948 w 7665198"/>
                      <a:gd name="connsiteY1058" fmla="*/ 633607 h 1788513"/>
                      <a:gd name="connsiteX1059" fmla="*/ 2635904 w 7665198"/>
                      <a:gd name="connsiteY1059" fmla="*/ 691043 h 1788513"/>
                      <a:gd name="connsiteX1060" fmla="*/ 2621521 w 7665198"/>
                      <a:gd name="connsiteY1060" fmla="*/ 680089 h 1788513"/>
                      <a:gd name="connsiteX1061" fmla="*/ 2614853 w 7665198"/>
                      <a:gd name="connsiteY1061" fmla="*/ 705331 h 1788513"/>
                      <a:gd name="connsiteX1062" fmla="*/ 2612377 w 7665198"/>
                      <a:gd name="connsiteY1062" fmla="*/ 723143 h 1788513"/>
                      <a:gd name="connsiteX1063" fmla="*/ 2614853 w 7665198"/>
                      <a:gd name="connsiteY1063" fmla="*/ 705331 h 1788513"/>
                      <a:gd name="connsiteX1064" fmla="*/ 2615139 w 7665198"/>
                      <a:gd name="connsiteY1064" fmla="*/ 687995 h 1788513"/>
                      <a:gd name="connsiteX1065" fmla="*/ 2610377 w 7665198"/>
                      <a:gd name="connsiteY1065" fmla="*/ 665516 h 1788513"/>
                      <a:gd name="connsiteX1066" fmla="*/ 2597804 w 7665198"/>
                      <a:gd name="connsiteY1066" fmla="*/ 650086 h 1788513"/>
                      <a:gd name="connsiteX1067" fmla="*/ 2548083 w 7665198"/>
                      <a:gd name="connsiteY1067" fmla="*/ 618558 h 1788513"/>
                      <a:gd name="connsiteX1068" fmla="*/ 2578182 w 7665198"/>
                      <a:gd name="connsiteY1068" fmla="*/ 628559 h 1788513"/>
                      <a:gd name="connsiteX1069" fmla="*/ 2592660 w 7665198"/>
                      <a:gd name="connsiteY1069" fmla="*/ 636084 h 1788513"/>
                      <a:gd name="connsiteX1070" fmla="*/ 2608090 w 7665198"/>
                      <a:gd name="connsiteY1070" fmla="*/ 633512 h 1788513"/>
                      <a:gd name="connsiteX1071" fmla="*/ 2612377 w 7665198"/>
                      <a:gd name="connsiteY1071" fmla="*/ 626654 h 1788513"/>
                      <a:gd name="connsiteX1072" fmla="*/ 2608662 w 7665198"/>
                      <a:gd name="connsiteY1072" fmla="*/ 449680 h 1788513"/>
                      <a:gd name="connsiteX1073" fmla="*/ 2616854 w 7665198"/>
                      <a:gd name="connsiteY1073" fmla="*/ 441298 h 1788513"/>
                      <a:gd name="connsiteX1074" fmla="*/ 2625236 w 7665198"/>
                      <a:gd name="connsiteY1074" fmla="*/ 449489 h 1788513"/>
                      <a:gd name="connsiteX1075" fmla="*/ 2617044 w 7665198"/>
                      <a:gd name="connsiteY1075" fmla="*/ 457871 h 1788513"/>
                      <a:gd name="connsiteX1076" fmla="*/ 2608662 w 7665198"/>
                      <a:gd name="connsiteY1076" fmla="*/ 449680 h 1788513"/>
                      <a:gd name="connsiteX1077" fmla="*/ 2682766 w 7665198"/>
                      <a:gd name="connsiteY1077" fmla="*/ 708284 h 1788513"/>
                      <a:gd name="connsiteX1078" fmla="*/ 2666765 w 7665198"/>
                      <a:gd name="connsiteY1078" fmla="*/ 690853 h 1788513"/>
                      <a:gd name="connsiteX1079" fmla="*/ 2653620 w 7665198"/>
                      <a:gd name="connsiteY1079" fmla="*/ 626845 h 1788513"/>
                      <a:gd name="connsiteX1080" fmla="*/ 2642285 w 7665198"/>
                      <a:gd name="connsiteY1080" fmla="*/ 611319 h 1788513"/>
                      <a:gd name="connsiteX1081" fmla="*/ 2646000 w 7665198"/>
                      <a:gd name="connsiteY1081" fmla="*/ 594269 h 1788513"/>
                      <a:gd name="connsiteX1082" fmla="*/ 2669813 w 7665198"/>
                      <a:gd name="connsiteY1082" fmla="*/ 564075 h 1788513"/>
                      <a:gd name="connsiteX1083" fmla="*/ 2683243 w 7665198"/>
                      <a:gd name="connsiteY1083" fmla="*/ 556360 h 1788513"/>
                      <a:gd name="connsiteX1084" fmla="*/ 2770397 w 7665198"/>
                      <a:gd name="connsiteY1084" fmla="*/ 512545 h 1788513"/>
                      <a:gd name="connsiteX1085" fmla="*/ 2784684 w 7665198"/>
                      <a:gd name="connsiteY1085" fmla="*/ 537024 h 1788513"/>
                      <a:gd name="connsiteX1086" fmla="*/ 2787161 w 7665198"/>
                      <a:gd name="connsiteY1086" fmla="*/ 545311 h 1788513"/>
                      <a:gd name="connsiteX1087" fmla="*/ 2782684 w 7665198"/>
                      <a:gd name="connsiteY1087" fmla="*/ 556741 h 1788513"/>
                      <a:gd name="connsiteX1088" fmla="*/ 2777540 w 7665198"/>
                      <a:gd name="connsiteY1088" fmla="*/ 572076 h 1788513"/>
                      <a:gd name="connsiteX1089" fmla="*/ 2761348 w 7665198"/>
                      <a:gd name="connsiteY1089" fmla="*/ 658182 h 1788513"/>
                      <a:gd name="connsiteX1090" fmla="*/ 2758014 w 7665198"/>
                      <a:gd name="connsiteY1090" fmla="*/ 689138 h 1788513"/>
                      <a:gd name="connsiteX1091" fmla="*/ 2753156 w 7665198"/>
                      <a:gd name="connsiteY1091" fmla="*/ 696568 h 1788513"/>
                      <a:gd name="connsiteX1092" fmla="*/ 2756966 w 7665198"/>
                      <a:gd name="connsiteY1092" fmla="*/ 695806 h 1788513"/>
                      <a:gd name="connsiteX1093" fmla="*/ 2804782 w 7665198"/>
                      <a:gd name="connsiteY1093" fmla="*/ 712570 h 1788513"/>
                      <a:gd name="connsiteX1094" fmla="*/ 2773921 w 7665198"/>
                      <a:gd name="connsiteY1094" fmla="*/ 787246 h 1788513"/>
                      <a:gd name="connsiteX1095" fmla="*/ 2718581 w 7665198"/>
                      <a:gd name="connsiteY1095" fmla="*/ 884305 h 1788513"/>
                      <a:gd name="connsiteX1096" fmla="*/ 2699054 w 7665198"/>
                      <a:gd name="connsiteY1096" fmla="*/ 900403 h 1788513"/>
                      <a:gd name="connsiteX1097" fmla="*/ 2681909 w 7665198"/>
                      <a:gd name="connsiteY1097" fmla="*/ 902784 h 1788513"/>
                      <a:gd name="connsiteX1098" fmla="*/ 2604662 w 7665198"/>
                      <a:gd name="connsiteY1098" fmla="*/ 892878 h 1788513"/>
                      <a:gd name="connsiteX1099" fmla="*/ 2580563 w 7665198"/>
                      <a:gd name="connsiteY1099" fmla="*/ 842300 h 1788513"/>
                      <a:gd name="connsiteX1100" fmla="*/ 2602852 w 7665198"/>
                      <a:gd name="connsiteY1100" fmla="*/ 807344 h 1788513"/>
                      <a:gd name="connsiteX1101" fmla="*/ 2651048 w 7665198"/>
                      <a:gd name="connsiteY1101" fmla="*/ 750670 h 1788513"/>
                      <a:gd name="connsiteX1102" fmla="*/ 2703722 w 7665198"/>
                      <a:gd name="connsiteY1102" fmla="*/ 713237 h 1788513"/>
                      <a:gd name="connsiteX1103" fmla="*/ 2682766 w 7665198"/>
                      <a:gd name="connsiteY1103" fmla="*/ 708284 h 1788513"/>
                      <a:gd name="connsiteX1104" fmla="*/ 2667622 w 7665198"/>
                      <a:gd name="connsiteY1104" fmla="*/ 443870 h 1788513"/>
                      <a:gd name="connsiteX1105" fmla="*/ 2686767 w 7665198"/>
                      <a:gd name="connsiteY1105" fmla="*/ 474635 h 1788513"/>
                      <a:gd name="connsiteX1106" fmla="*/ 2688482 w 7665198"/>
                      <a:gd name="connsiteY1106" fmla="*/ 481017 h 1788513"/>
                      <a:gd name="connsiteX1107" fmla="*/ 2693720 w 7665198"/>
                      <a:gd name="connsiteY1107" fmla="*/ 482065 h 1788513"/>
                      <a:gd name="connsiteX1108" fmla="*/ 2740298 w 7665198"/>
                      <a:gd name="connsiteY1108" fmla="*/ 479207 h 1788513"/>
                      <a:gd name="connsiteX1109" fmla="*/ 2670574 w 7665198"/>
                      <a:gd name="connsiteY1109" fmla="*/ 514926 h 1788513"/>
                      <a:gd name="connsiteX1110" fmla="*/ 2659335 w 7665198"/>
                      <a:gd name="connsiteY1110" fmla="*/ 527975 h 1788513"/>
                      <a:gd name="connsiteX1111" fmla="*/ 2670574 w 7665198"/>
                      <a:gd name="connsiteY1111" fmla="*/ 514926 h 1788513"/>
                      <a:gd name="connsiteX1112" fmla="*/ 2678766 w 7665198"/>
                      <a:gd name="connsiteY1112" fmla="*/ 486827 h 1788513"/>
                      <a:gd name="connsiteX1113" fmla="*/ 2667622 w 7665198"/>
                      <a:gd name="connsiteY1113" fmla="*/ 443870 h 1788513"/>
                      <a:gd name="connsiteX1114" fmla="*/ 2544654 w 7665198"/>
                      <a:gd name="connsiteY1114" fmla="*/ 874876 h 1788513"/>
                      <a:gd name="connsiteX1115" fmla="*/ 2478265 w 7665198"/>
                      <a:gd name="connsiteY1115" fmla="*/ 875447 h 1788513"/>
                      <a:gd name="connsiteX1116" fmla="*/ 2400541 w 7665198"/>
                      <a:gd name="connsiteY1116" fmla="*/ 908785 h 1788513"/>
                      <a:gd name="connsiteX1117" fmla="*/ 2454929 w 7665198"/>
                      <a:gd name="connsiteY1117" fmla="*/ 877733 h 1788513"/>
                      <a:gd name="connsiteX1118" fmla="*/ 2499887 w 7665198"/>
                      <a:gd name="connsiteY1118" fmla="*/ 858207 h 1788513"/>
                      <a:gd name="connsiteX1119" fmla="*/ 2585421 w 7665198"/>
                      <a:gd name="connsiteY1119" fmla="*/ 789055 h 1788513"/>
                      <a:gd name="connsiteX1120" fmla="*/ 2553417 w 7665198"/>
                      <a:gd name="connsiteY1120" fmla="*/ 841443 h 1788513"/>
                      <a:gd name="connsiteX1121" fmla="*/ 2544654 w 7665198"/>
                      <a:gd name="connsiteY1121" fmla="*/ 874876 h 1788513"/>
                      <a:gd name="connsiteX1122" fmla="*/ 2453023 w 7665198"/>
                      <a:gd name="connsiteY1122" fmla="*/ 1171389 h 1788513"/>
                      <a:gd name="connsiteX1123" fmla="*/ 2483980 w 7665198"/>
                      <a:gd name="connsiteY1123" fmla="*/ 1138528 h 1788513"/>
                      <a:gd name="connsiteX1124" fmla="*/ 2493790 w 7665198"/>
                      <a:gd name="connsiteY1124" fmla="*/ 1089474 h 1788513"/>
                      <a:gd name="connsiteX1125" fmla="*/ 2471121 w 7665198"/>
                      <a:gd name="connsiteY1125" fmla="*/ 1053565 h 1788513"/>
                      <a:gd name="connsiteX1126" fmla="*/ 2466835 w 7665198"/>
                      <a:gd name="connsiteY1126" fmla="*/ 1031181 h 1788513"/>
                      <a:gd name="connsiteX1127" fmla="*/ 2497982 w 7665198"/>
                      <a:gd name="connsiteY1127" fmla="*/ 1064138 h 1788513"/>
                      <a:gd name="connsiteX1128" fmla="*/ 2510555 w 7665198"/>
                      <a:gd name="connsiteY1128" fmla="*/ 1111191 h 1788513"/>
                      <a:gd name="connsiteX1129" fmla="*/ 2517317 w 7665198"/>
                      <a:gd name="connsiteY1129" fmla="*/ 1117287 h 1788513"/>
                      <a:gd name="connsiteX1130" fmla="*/ 2528271 w 7665198"/>
                      <a:gd name="connsiteY1130" fmla="*/ 1115858 h 1788513"/>
                      <a:gd name="connsiteX1131" fmla="*/ 2609138 w 7665198"/>
                      <a:gd name="connsiteY1131" fmla="*/ 1096142 h 1788513"/>
                      <a:gd name="connsiteX1132" fmla="*/ 2532462 w 7665198"/>
                      <a:gd name="connsiteY1132" fmla="*/ 1120049 h 1788513"/>
                      <a:gd name="connsiteX1133" fmla="*/ 2495600 w 7665198"/>
                      <a:gd name="connsiteY1133" fmla="*/ 1138242 h 1788513"/>
                      <a:gd name="connsiteX1134" fmla="*/ 2484456 w 7665198"/>
                      <a:gd name="connsiteY1134" fmla="*/ 1152053 h 1788513"/>
                      <a:gd name="connsiteX1135" fmla="*/ 2452738 w 7665198"/>
                      <a:gd name="connsiteY1135" fmla="*/ 1177390 h 1788513"/>
                      <a:gd name="connsiteX1136" fmla="*/ 2402446 w 7665198"/>
                      <a:gd name="connsiteY1136" fmla="*/ 1208442 h 1788513"/>
                      <a:gd name="connsiteX1137" fmla="*/ 2369965 w 7665198"/>
                      <a:gd name="connsiteY1137" fmla="*/ 1227301 h 1788513"/>
                      <a:gd name="connsiteX1138" fmla="*/ 2402446 w 7665198"/>
                      <a:gd name="connsiteY1138" fmla="*/ 1208442 h 1788513"/>
                      <a:gd name="connsiteX1139" fmla="*/ 2453023 w 7665198"/>
                      <a:gd name="connsiteY1139" fmla="*/ 1171389 h 1788513"/>
                      <a:gd name="connsiteX1140" fmla="*/ 2419210 w 7665198"/>
                      <a:gd name="connsiteY1140" fmla="*/ 1117382 h 1788513"/>
                      <a:gd name="connsiteX1141" fmla="*/ 2433116 w 7665198"/>
                      <a:gd name="connsiteY1141" fmla="*/ 1109667 h 1788513"/>
                      <a:gd name="connsiteX1142" fmla="*/ 2437022 w 7665198"/>
                      <a:gd name="connsiteY1142" fmla="*/ 1117382 h 1788513"/>
                      <a:gd name="connsiteX1143" fmla="*/ 2423115 w 7665198"/>
                      <a:gd name="connsiteY1143" fmla="*/ 1125097 h 1788513"/>
                      <a:gd name="connsiteX1144" fmla="*/ 2419210 w 7665198"/>
                      <a:gd name="connsiteY1144" fmla="*/ 1117382 h 1788513"/>
                      <a:gd name="connsiteX1145" fmla="*/ 2438355 w 7665198"/>
                      <a:gd name="connsiteY1145" fmla="*/ 963458 h 1788513"/>
                      <a:gd name="connsiteX1146" fmla="*/ 2333961 w 7665198"/>
                      <a:gd name="connsiteY1146" fmla="*/ 1011464 h 1788513"/>
                      <a:gd name="connsiteX1147" fmla="*/ 2305767 w 7665198"/>
                      <a:gd name="connsiteY1147" fmla="*/ 1000320 h 1788513"/>
                      <a:gd name="connsiteX1148" fmla="*/ 2311387 w 7665198"/>
                      <a:gd name="connsiteY1148" fmla="*/ 989652 h 1788513"/>
                      <a:gd name="connsiteX1149" fmla="*/ 2323674 w 7665198"/>
                      <a:gd name="connsiteY1149" fmla="*/ 971173 h 1788513"/>
                      <a:gd name="connsiteX1150" fmla="*/ 2333580 w 7665198"/>
                      <a:gd name="connsiteY1150" fmla="*/ 959077 h 1788513"/>
                      <a:gd name="connsiteX1151" fmla="*/ 2355488 w 7665198"/>
                      <a:gd name="connsiteY1151" fmla="*/ 946504 h 1788513"/>
                      <a:gd name="connsiteX1152" fmla="*/ 2489409 w 7665198"/>
                      <a:gd name="connsiteY1152" fmla="*/ 906308 h 1788513"/>
                      <a:gd name="connsiteX1153" fmla="*/ 2521413 w 7665198"/>
                      <a:gd name="connsiteY1153" fmla="*/ 907642 h 1788513"/>
                      <a:gd name="connsiteX1154" fmla="*/ 2516174 w 7665198"/>
                      <a:gd name="connsiteY1154" fmla="*/ 928692 h 1788513"/>
                      <a:gd name="connsiteX1155" fmla="*/ 2486266 w 7665198"/>
                      <a:gd name="connsiteY1155" fmla="*/ 945265 h 1788513"/>
                      <a:gd name="connsiteX1156" fmla="*/ 2438355 w 7665198"/>
                      <a:gd name="connsiteY1156" fmla="*/ 963458 h 1788513"/>
                      <a:gd name="connsiteX1157" fmla="*/ 2074500 w 7665198"/>
                      <a:gd name="connsiteY1157" fmla="*/ 1206441 h 1788513"/>
                      <a:gd name="connsiteX1158" fmla="*/ 2162416 w 7665198"/>
                      <a:gd name="connsiteY1158" fmla="*/ 1143195 h 1788513"/>
                      <a:gd name="connsiteX1159" fmla="*/ 2235568 w 7665198"/>
                      <a:gd name="connsiteY1159" fmla="*/ 1083092 h 1788513"/>
                      <a:gd name="connsiteX1160" fmla="*/ 2270144 w 7665198"/>
                      <a:gd name="connsiteY1160" fmla="*/ 1007083 h 1788513"/>
                      <a:gd name="connsiteX1161" fmla="*/ 2239187 w 7665198"/>
                      <a:gd name="connsiteY1161" fmla="*/ 966411 h 1788513"/>
                      <a:gd name="connsiteX1162" fmla="*/ 2281383 w 7665198"/>
                      <a:gd name="connsiteY1162" fmla="*/ 980603 h 1788513"/>
                      <a:gd name="connsiteX1163" fmla="*/ 2279764 w 7665198"/>
                      <a:gd name="connsiteY1163" fmla="*/ 1033467 h 1788513"/>
                      <a:gd name="connsiteX1164" fmla="*/ 2282431 w 7665198"/>
                      <a:gd name="connsiteY1164" fmla="*/ 1041278 h 1788513"/>
                      <a:gd name="connsiteX1165" fmla="*/ 2293956 w 7665198"/>
                      <a:gd name="connsiteY1165" fmla="*/ 1040801 h 1788513"/>
                      <a:gd name="connsiteX1166" fmla="*/ 2325579 w 7665198"/>
                      <a:gd name="connsiteY1166" fmla="*/ 1034229 h 1788513"/>
                      <a:gd name="connsiteX1167" fmla="*/ 2352344 w 7665198"/>
                      <a:gd name="connsiteY1167" fmla="*/ 1028609 h 1788513"/>
                      <a:gd name="connsiteX1168" fmla="*/ 2325579 w 7665198"/>
                      <a:gd name="connsiteY1168" fmla="*/ 1034229 h 1788513"/>
                      <a:gd name="connsiteX1169" fmla="*/ 2285003 w 7665198"/>
                      <a:gd name="connsiteY1169" fmla="*/ 1054994 h 1788513"/>
                      <a:gd name="connsiteX1170" fmla="*/ 2235282 w 7665198"/>
                      <a:gd name="connsiteY1170" fmla="*/ 1108429 h 1788513"/>
                      <a:gd name="connsiteX1171" fmla="*/ 2168607 w 7665198"/>
                      <a:gd name="connsiteY1171" fmla="*/ 1198726 h 1788513"/>
                      <a:gd name="connsiteX1172" fmla="*/ 2223471 w 7665198"/>
                      <a:gd name="connsiteY1172" fmla="*/ 1108143 h 1788513"/>
                      <a:gd name="connsiteX1173" fmla="*/ 2074500 w 7665198"/>
                      <a:gd name="connsiteY1173" fmla="*/ 1206441 h 1788513"/>
                      <a:gd name="connsiteX1174" fmla="*/ 2086406 w 7665198"/>
                      <a:gd name="connsiteY1174" fmla="*/ 1238350 h 1788513"/>
                      <a:gd name="connsiteX1175" fmla="*/ 2080691 w 7665198"/>
                      <a:gd name="connsiteY1175" fmla="*/ 1237017 h 1788513"/>
                      <a:gd name="connsiteX1176" fmla="*/ 2078500 w 7665198"/>
                      <a:gd name="connsiteY1176" fmla="*/ 1235302 h 1788513"/>
                      <a:gd name="connsiteX1177" fmla="*/ 2110219 w 7665198"/>
                      <a:gd name="connsiteY1177" fmla="*/ 1218728 h 1788513"/>
                      <a:gd name="connsiteX1178" fmla="*/ 2086406 w 7665198"/>
                      <a:gd name="connsiteY1178" fmla="*/ 1238350 h 1788513"/>
                      <a:gd name="connsiteX1179" fmla="*/ 2121935 w 7665198"/>
                      <a:gd name="connsiteY1179" fmla="*/ 1072424 h 1788513"/>
                      <a:gd name="connsiteX1180" fmla="*/ 2135841 w 7665198"/>
                      <a:gd name="connsiteY1180" fmla="*/ 1064709 h 1788513"/>
                      <a:gd name="connsiteX1181" fmla="*/ 2139746 w 7665198"/>
                      <a:gd name="connsiteY1181" fmla="*/ 1072424 h 1788513"/>
                      <a:gd name="connsiteX1182" fmla="*/ 2125840 w 7665198"/>
                      <a:gd name="connsiteY1182" fmla="*/ 1080139 h 1788513"/>
                      <a:gd name="connsiteX1183" fmla="*/ 2121935 w 7665198"/>
                      <a:gd name="connsiteY1183" fmla="*/ 1072424 h 1788513"/>
                      <a:gd name="connsiteX1184" fmla="*/ 2244616 w 7665198"/>
                      <a:gd name="connsiteY1184" fmla="*/ 922215 h 1788513"/>
                      <a:gd name="connsiteX1185" fmla="*/ 2258523 w 7665198"/>
                      <a:gd name="connsiteY1185" fmla="*/ 914500 h 1788513"/>
                      <a:gd name="connsiteX1186" fmla="*/ 2262428 w 7665198"/>
                      <a:gd name="connsiteY1186" fmla="*/ 922215 h 1788513"/>
                      <a:gd name="connsiteX1187" fmla="*/ 2248522 w 7665198"/>
                      <a:gd name="connsiteY1187" fmla="*/ 929930 h 1788513"/>
                      <a:gd name="connsiteX1188" fmla="*/ 2244616 w 7665198"/>
                      <a:gd name="connsiteY1188" fmla="*/ 922215 h 1788513"/>
                      <a:gd name="connsiteX1189" fmla="*/ 2495410 w 7665198"/>
                      <a:gd name="connsiteY1189" fmla="*/ 758861 h 1788513"/>
                      <a:gd name="connsiteX1190" fmla="*/ 2464835 w 7665198"/>
                      <a:gd name="connsiteY1190" fmla="*/ 738668 h 1788513"/>
                      <a:gd name="connsiteX1191" fmla="*/ 2460358 w 7665198"/>
                      <a:gd name="connsiteY1191" fmla="*/ 734287 h 1788513"/>
                      <a:gd name="connsiteX1192" fmla="*/ 2450738 w 7665198"/>
                      <a:gd name="connsiteY1192" fmla="*/ 747241 h 1788513"/>
                      <a:gd name="connsiteX1193" fmla="*/ 2478455 w 7665198"/>
                      <a:gd name="connsiteY1193" fmla="*/ 766957 h 1788513"/>
                      <a:gd name="connsiteX1194" fmla="*/ 2442070 w 7665198"/>
                      <a:gd name="connsiteY1194" fmla="*/ 763814 h 1788513"/>
                      <a:gd name="connsiteX1195" fmla="*/ 2423401 w 7665198"/>
                      <a:gd name="connsiteY1195" fmla="*/ 831632 h 1788513"/>
                      <a:gd name="connsiteX1196" fmla="*/ 2394064 w 7665198"/>
                      <a:gd name="connsiteY1196" fmla="*/ 846205 h 1788513"/>
                      <a:gd name="connsiteX1197" fmla="*/ 2351011 w 7665198"/>
                      <a:gd name="connsiteY1197" fmla="*/ 843634 h 1788513"/>
                      <a:gd name="connsiteX1198" fmla="*/ 2326817 w 7665198"/>
                      <a:gd name="connsiteY1198" fmla="*/ 822012 h 1788513"/>
                      <a:gd name="connsiteX1199" fmla="*/ 2320055 w 7665198"/>
                      <a:gd name="connsiteY1199" fmla="*/ 801819 h 1788513"/>
                      <a:gd name="connsiteX1200" fmla="*/ 2333390 w 7665198"/>
                      <a:gd name="connsiteY1200" fmla="*/ 776959 h 1788513"/>
                      <a:gd name="connsiteX1201" fmla="*/ 2351773 w 7665198"/>
                      <a:gd name="connsiteY1201" fmla="*/ 753718 h 1788513"/>
                      <a:gd name="connsiteX1202" fmla="*/ 2303195 w 7665198"/>
                      <a:gd name="connsiteY1202" fmla="*/ 757147 h 1788513"/>
                      <a:gd name="connsiteX1203" fmla="*/ 2367489 w 7665198"/>
                      <a:gd name="connsiteY1203" fmla="*/ 734668 h 1788513"/>
                      <a:gd name="connsiteX1204" fmla="*/ 2375681 w 7665198"/>
                      <a:gd name="connsiteY1204" fmla="*/ 729429 h 1788513"/>
                      <a:gd name="connsiteX1205" fmla="*/ 2398350 w 7665198"/>
                      <a:gd name="connsiteY1205" fmla="*/ 712189 h 1788513"/>
                      <a:gd name="connsiteX1206" fmla="*/ 2415305 w 7665198"/>
                      <a:gd name="connsiteY1206" fmla="*/ 687995 h 1788513"/>
                      <a:gd name="connsiteX1207" fmla="*/ 2414828 w 7665198"/>
                      <a:gd name="connsiteY1207" fmla="*/ 702473 h 1788513"/>
                      <a:gd name="connsiteX1208" fmla="*/ 2439307 w 7665198"/>
                      <a:gd name="connsiteY1208" fmla="*/ 691615 h 1788513"/>
                      <a:gd name="connsiteX1209" fmla="*/ 2431973 w 7665198"/>
                      <a:gd name="connsiteY1209" fmla="*/ 679423 h 1788513"/>
                      <a:gd name="connsiteX1210" fmla="*/ 2435688 w 7665198"/>
                      <a:gd name="connsiteY1210" fmla="*/ 662373 h 1788513"/>
                      <a:gd name="connsiteX1211" fmla="*/ 2459500 w 7665198"/>
                      <a:gd name="connsiteY1211" fmla="*/ 632179 h 1788513"/>
                      <a:gd name="connsiteX1212" fmla="*/ 2499315 w 7665198"/>
                      <a:gd name="connsiteY1212" fmla="*/ 623606 h 1788513"/>
                      <a:gd name="connsiteX1213" fmla="*/ 2520175 w 7665198"/>
                      <a:gd name="connsiteY1213" fmla="*/ 643132 h 1788513"/>
                      <a:gd name="connsiteX1214" fmla="*/ 2535605 w 7665198"/>
                      <a:gd name="connsiteY1214" fmla="*/ 655229 h 1788513"/>
                      <a:gd name="connsiteX1215" fmla="*/ 2495410 w 7665198"/>
                      <a:gd name="connsiteY1215" fmla="*/ 758861 h 1788513"/>
                      <a:gd name="connsiteX1216" fmla="*/ 2340724 w 7665198"/>
                      <a:gd name="connsiteY1216" fmla="*/ 634751 h 1788513"/>
                      <a:gd name="connsiteX1217" fmla="*/ 2348915 w 7665198"/>
                      <a:gd name="connsiteY1217" fmla="*/ 626369 h 1788513"/>
                      <a:gd name="connsiteX1218" fmla="*/ 2357297 w 7665198"/>
                      <a:gd name="connsiteY1218" fmla="*/ 634560 h 1788513"/>
                      <a:gd name="connsiteX1219" fmla="*/ 2349106 w 7665198"/>
                      <a:gd name="connsiteY1219" fmla="*/ 642942 h 1788513"/>
                      <a:gd name="connsiteX1220" fmla="*/ 2340724 w 7665198"/>
                      <a:gd name="connsiteY1220" fmla="*/ 634751 h 1788513"/>
                      <a:gd name="connsiteX1221" fmla="*/ 2326055 w 7665198"/>
                      <a:gd name="connsiteY1221" fmla="*/ 605604 h 1788513"/>
                      <a:gd name="connsiteX1222" fmla="*/ 2319673 w 7665198"/>
                      <a:gd name="connsiteY1222" fmla="*/ 618653 h 1788513"/>
                      <a:gd name="connsiteX1223" fmla="*/ 2307100 w 7665198"/>
                      <a:gd name="connsiteY1223" fmla="*/ 697996 h 1788513"/>
                      <a:gd name="connsiteX1224" fmla="*/ 2295861 w 7665198"/>
                      <a:gd name="connsiteY1224" fmla="*/ 727524 h 1788513"/>
                      <a:gd name="connsiteX1225" fmla="*/ 2271572 w 7665198"/>
                      <a:gd name="connsiteY1225" fmla="*/ 729620 h 1788513"/>
                      <a:gd name="connsiteX1226" fmla="*/ 2224519 w 7665198"/>
                      <a:gd name="connsiteY1226" fmla="*/ 722190 h 1788513"/>
                      <a:gd name="connsiteX1227" fmla="*/ 2198135 w 7665198"/>
                      <a:gd name="connsiteY1227" fmla="*/ 714665 h 1788513"/>
                      <a:gd name="connsiteX1228" fmla="*/ 2175465 w 7665198"/>
                      <a:gd name="connsiteY1228" fmla="*/ 671803 h 1788513"/>
                      <a:gd name="connsiteX1229" fmla="*/ 2184799 w 7665198"/>
                      <a:gd name="connsiteY1229" fmla="*/ 622273 h 1788513"/>
                      <a:gd name="connsiteX1230" fmla="*/ 2300814 w 7665198"/>
                      <a:gd name="connsiteY1230" fmla="*/ 548835 h 1788513"/>
                      <a:gd name="connsiteX1231" fmla="*/ 2320436 w 7665198"/>
                      <a:gd name="connsiteY1231" fmla="*/ 593698 h 1788513"/>
                      <a:gd name="connsiteX1232" fmla="*/ 2326055 w 7665198"/>
                      <a:gd name="connsiteY1232" fmla="*/ 605604 h 1788513"/>
                      <a:gd name="connsiteX1233" fmla="*/ 2236139 w 7665198"/>
                      <a:gd name="connsiteY1233" fmla="*/ 863160 h 1788513"/>
                      <a:gd name="connsiteX1234" fmla="*/ 2237282 w 7665198"/>
                      <a:gd name="connsiteY1234" fmla="*/ 865541 h 1788513"/>
                      <a:gd name="connsiteX1235" fmla="*/ 2266333 w 7665198"/>
                      <a:gd name="connsiteY1235" fmla="*/ 870971 h 1788513"/>
                      <a:gd name="connsiteX1236" fmla="*/ 2241473 w 7665198"/>
                      <a:gd name="connsiteY1236" fmla="*/ 901260 h 1788513"/>
                      <a:gd name="connsiteX1237" fmla="*/ 2236711 w 7665198"/>
                      <a:gd name="connsiteY1237" fmla="*/ 904689 h 1788513"/>
                      <a:gd name="connsiteX1238" fmla="*/ 2217661 w 7665198"/>
                      <a:gd name="connsiteY1238" fmla="*/ 932693 h 1788513"/>
                      <a:gd name="connsiteX1239" fmla="*/ 2104694 w 7665198"/>
                      <a:gd name="connsiteY1239" fmla="*/ 961839 h 1788513"/>
                      <a:gd name="connsiteX1240" fmla="*/ 2083168 w 7665198"/>
                      <a:gd name="connsiteY1240" fmla="*/ 948695 h 1788513"/>
                      <a:gd name="connsiteX1241" fmla="*/ 2167750 w 7665198"/>
                      <a:gd name="connsiteY1241" fmla="*/ 866208 h 1788513"/>
                      <a:gd name="connsiteX1242" fmla="*/ 2236139 w 7665198"/>
                      <a:gd name="connsiteY1242" fmla="*/ 863160 h 1788513"/>
                      <a:gd name="connsiteX1243" fmla="*/ 1873332 w 7665198"/>
                      <a:gd name="connsiteY1243" fmla="*/ 1179200 h 1788513"/>
                      <a:gd name="connsiteX1244" fmla="*/ 1864760 w 7665198"/>
                      <a:gd name="connsiteY1244" fmla="*/ 1168817 h 1788513"/>
                      <a:gd name="connsiteX1245" fmla="*/ 1842185 w 7665198"/>
                      <a:gd name="connsiteY1245" fmla="*/ 1192154 h 1788513"/>
                      <a:gd name="connsiteX1246" fmla="*/ 1828469 w 7665198"/>
                      <a:gd name="connsiteY1246" fmla="*/ 1208822 h 1788513"/>
                      <a:gd name="connsiteX1247" fmla="*/ 1842185 w 7665198"/>
                      <a:gd name="connsiteY1247" fmla="*/ 1192154 h 1788513"/>
                      <a:gd name="connsiteX1248" fmla="*/ 1853139 w 7665198"/>
                      <a:gd name="connsiteY1248" fmla="*/ 1176152 h 1788513"/>
                      <a:gd name="connsiteX1249" fmla="*/ 1861902 w 7665198"/>
                      <a:gd name="connsiteY1249" fmla="*/ 1155197 h 1788513"/>
                      <a:gd name="connsiteX1250" fmla="*/ 1857997 w 7665198"/>
                      <a:gd name="connsiteY1250" fmla="*/ 1140623 h 1788513"/>
                      <a:gd name="connsiteX1251" fmla="*/ 1824469 w 7665198"/>
                      <a:gd name="connsiteY1251" fmla="*/ 1110715 h 1788513"/>
                      <a:gd name="connsiteX1252" fmla="*/ 1850377 w 7665198"/>
                      <a:gd name="connsiteY1252" fmla="*/ 1120335 h 1788513"/>
                      <a:gd name="connsiteX1253" fmla="*/ 1861140 w 7665198"/>
                      <a:gd name="connsiteY1253" fmla="*/ 1127479 h 1788513"/>
                      <a:gd name="connsiteX1254" fmla="*/ 1879238 w 7665198"/>
                      <a:gd name="connsiteY1254" fmla="*/ 1125288 h 1788513"/>
                      <a:gd name="connsiteX1255" fmla="*/ 1888000 w 7665198"/>
                      <a:gd name="connsiteY1255" fmla="*/ 1118811 h 1788513"/>
                      <a:gd name="connsiteX1256" fmla="*/ 1934863 w 7665198"/>
                      <a:gd name="connsiteY1256" fmla="*/ 1069757 h 1788513"/>
                      <a:gd name="connsiteX1257" fmla="*/ 1892477 w 7665198"/>
                      <a:gd name="connsiteY1257" fmla="*/ 1114620 h 1788513"/>
                      <a:gd name="connsiteX1258" fmla="*/ 1888096 w 7665198"/>
                      <a:gd name="connsiteY1258" fmla="*/ 1118811 h 1788513"/>
                      <a:gd name="connsiteX1259" fmla="*/ 1884286 w 7665198"/>
                      <a:gd name="connsiteY1259" fmla="*/ 1125383 h 1788513"/>
                      <a:gd name="connsiteX1260" fmla="*/ 1873332 w 7665198"/>
                      <a:gd name="connsiteY1260" fmla="*/ 1179200 h 1788513"/>
                      <a:gd name="connsiteX1261" fmla="*/ 1914099 w 7665198"/>
                      <a:gd name="connsiteY1261" fmla="*/ 1001177 h 1788513"/>
                      <a:gd name="connsiteX1262" fmla="*/ 1810277 w 7665198"/>
                      <a:gd name="connsiteY1262" fmla="*/ 1068233 h 1788513"/>
                      <a:gd name="connsiteX1263" fmla="*/ 1788083 w 7665198"/>
                      <a:gd name="connsiteY1263" fmla="*/ 1076520 h 1788513"/>
                      <a:gd name="connsiteX1264" fmla="*/ 1768462 w 7665198"/>
                      <a:gd name="connsiteY1264" fmla="*/ 1062232 h 1788513"/>
                      <a:gd name="connsiteX1265" fmla="*/ 1767319 w 7665198"/>
                      <a:gd name="connsiteY1265" fmla="*/ 962315 h 1788513"/>
                      <a:gd name="connsiteX1266" fmla="*/ 1778368 w 7665198"/>
                      <a:gd name="connsiteY1266" fmla="*/ 939931 h 1788513"/>
                      <a:gd name="connsiteX1267" fmla="*/ 1809991 w 7665198"/>
                      <a:gd name="connsiteY1267" fmla="*/ 919262 h 1788513"/>
                      <a:gd name="connsiteX1268" fmla="*/ 1981250 w 7665198"/>
                      <a:gd name="connsiteY1268" fmla="*/ 875923 h 1788513"/>
                      <a:gd name="connsiteX1269" fmla="*/ 1990585 w 7665198"/>
                      <a:gd name="connsiteY1269" fmla="*/ 911928 h 1788513"/>
                      <a:gd name="connsiteX1270" fmla="*/ 1995347 w 7665198"/>
                      <a:gd name="connsiteY1270" fmla="*/ 926787 h 1788513"/>
                      <a:gd name="connsiteX1271" fmla="*/ 1973440 w 7665198"/>
                      <a:gd name="connsiteY1271" fmla="*/ 941265 h 1788513"/>
                      <a:gd name="connsiteX1272" fmla="*/ 1914099 w 7665198"/>
                      <a:gd name="connsiteY1272" fmla="*/ 1001177 h 1788513"/>
                      <a:gd name="connsiteX1273" fmla="*/ 1754270 w 7665198"/>
                      <a:gd name="connsiteY1273" fmla="*/ 891926 h 1788513"/>
                      <a:gd name="connsiteX1274" fmla="*/ 1722646 w 7665198"/>
                      <a:gd name="connsiteY1274" fmla="*/ 872113 h 1788513"/>
                      <a:gd name="connsiteX1275" fmla="*/ 1748173 w 7665198"/>
                      <a:gd name="connsiteY1275" fmla="*/ 877543 h 1788513"/>
                      <a:gd name="connsiteX1276" fmla="*/ 1829707 w 7665198"/>
                      <a:gd name="connsiteY1276" fmla="*/ 886782 h 1788513"/>
                      <a:gd name="connsiteX1277" fmla="*/ 1932578 w 7665198"/>
                      <a:gd name="connsiteY1277" fmla="*/ 848587 h 1788513"/>
                      <a:gd name="connsiteX1278" fmla="*/ 1788655 w 7665198"/>
                      <a:gd name="connsiteY1278" fmla="*/ 911738 h 1788513"/>
                      <a:gd name="connsiteX1279" fmla="*/ 1760937 w 7665198"/>
                      <a:gd name="connsiteY1279" fmla="*/ 931550 h 1788513"/>
                      <a:gd name="connsiteX1280" fmla="*/ 1754270 w 7665198"/>
                      <a:gd name="connsiteY1280" fmla="*/ 891926 h 1788513"/>
                      <a:gd name="connsiteX1281" fmla="*/ 1700358 w 7665198"/>
                      <a:gd name="connsiteY1281" fmla="*/ 1046993 h 1788513"/>
                      <a:gd name="connsiteX1282" fmla="*/ 1707216 w 7665198"/>
                      <a:gd name="connsiteY1282" fmla="*/ 1062042 h 1788513"/>
                      <a:gd name="connsiteX1283" fmla="*/ 1696929 w 7665198"/>
                      <a:gd name="connsiteY1283" fmla="*/ 1122716 h 1788513"/>
                      <a:gd name="connsiteX1284" fmla="*/ 1680165 w 7665198"/>
                      <a:gd name="connsiteY1284" fmla="*/ 1038229 h 1788513"/>
                      <a:gd name="connsiteX1285" fmla="*/ 1655400 w 7665198"/>
                      <a:gd name="connsiteY1285" fmla="*/ 1026133 h 1788513"/>
                      <a:gd name="connsiteX1286" fmla="*/ 1639779 w 7665198"/>
                      <a:gd name="connsiteY1286" fmla="*/ 1018418 h 1788513"/>
                      <a:gd name="connsiteX1287" fmla="*/ 1673116 w 7665198"/>
                      <a:gd name="connsiteY1287" fmla="*/ 1015370 h 1788513"/>
                      <a:gd name="connsiteX1288" fmla="*/ 1720170 w 7665198"/>
                      <a:gd name="connsiteY1288" fmla="*/ 993081 h 1788513"/>
                      <a:gd name="connsiteX1289" fmla="*/ 1700358 w 7665198"/>
                      <a:gd name="connsiteY1289" fmla="*/ 1046993 h 1788513"/>
                      <a:gd name="connsiteX1290" fmla="*/ 1601108 w 7665198"/>
                      <a:gd name="connsiteY1290" fmla="*/ 994414 h 1788513"/>
                      <a:gd name="connsiteX1291" fmla="*/ 1586344 w 7665198"/>
                      <a:gd name="connsiteY1291" fmla="*/ 991176 h 1788513"/>
                      <a:gd name="connsiteX1292" fmla="*/ 1588058 w 7665198"/>
                      <a:gd name="connsiteY1292" fmla="*/ 974031 h 1788513"/>
                      <a:gd name="connsiteX1293" fmla="*/ 1677688 w 7665198"/>
                      <a:gd name="connsiteY1293" fmla="*/ 900879 h 1788513"/>
                      <a:gd name="connsiteX1294" fmla="*/ 1707216 w 7665198"/>
                      <a:gd name="connsiteY1294" fmla="*/ 905070 h 1788513"/>
                      <a:gd name="connsiteX1295" fmla="*/ 1707311 w 7665198"/>
                      <a:gd name="connsiteY1295" fmla="*/ 906308 h 1788513"/>
                      <a:gd name="connsiteX1296" fmla="*/ 1743221 w 7665198"/>
                      <a:gd name="connsiteY1296" fmla="*/ 909452 h 1788513"/>
                      <a:gd name="connsiteX1297" fmla="*/ 1682165 w 7665198"/>
                      <a:gd name="connsiteY1297" fmla="*/ 956410 h 1788513"/>
                      <a:gd name="connsiteX1298" fmla="*/ 1601108 w 7665198"/>
                      <a:gd name="connsiteY1298" fmla="*/ 994414 h 1788513"/>
                      <a:gd name="connsiteX1299" fmla="*/ 1392319 w 7665198"/>
                      <a:gd name="connsiteY1299" fmla="*/ 1196440 h 1788513"/>
                      <a:gd name="connsiteX1300" fmla="*/ 1394510 w 7665198"/>
                      <a:gd name="connsiteY1300" fmla="*/ 1156244 h 1788513"/>
                      <a:gd name="connsiteX1301" fmla="*/ 1434992 w 7665198"/>
                      <a:gd name="connsiteY1301" fmla="*/ 1110143 h 1788513"/>
                      <a:gd name="connsiteX1302" fmla="*/ 1603870 w 7665198"/>
                      <a:gd name="connsiteY1302" fmla="*/ 1042992 h 1788513"/>
                      <a:gd name="connsiteX1303" fmla="*/ 1597107 w 7665198"/>
                      <a:gd name="connsiteY1303" fmla="*/ 1085093 h 1788513"/>
                      <a:gd name="connsiteX1304" fmla="*/ 1595678 w 7665198"/>
                      <a:gd name="connsiteY1304" fmla="*/ 1096237 h 1788513"/>
                      <a:gd name="connsiteX1305" fmla="*/ 1580914 w 7665198"/>
                      <a:gd name="connsiteY1305" fmla="*/ 1108334 h 1788513"/>
                      <a:gd name="connsiteX1306" fmla="*/ 1518621 w 7665198"/>
                      <a:gd name="connsiteY1306" fmla="*/ 1182152 h 1788513"/>
                      <a:gd name="connsiteX1307" fmla="*/ 1488427 w 7665198"/>
                      <a:gd name="connsiteY1307" fmla="*/ 1209584 h 1788513"/>
                      <a:gd name="connsiteX1308" fmla="*/ 1461185 w 7665198"/>
                      <a:gd name="connsiteY1308" fmla="*/ 1211299 h 1788513"/>
                      <a:gd name="connsiteX1309" fmla="*/ 1415656 w 7665198"/>
                      <a:gd name="connsiteY1309" fmla="*/ 1203869 h 1788513"/>
                      <a:gd name="connsiteX1310" fmla="*/ 1392319 w 7665198"/>
                      <a:gd name="connsiteY1310" fmla="*/ 1196440 h 1788513"/>
                      <a:gd name="connsiteX1311" fmla="*/ 1409560 w 7665198"/>
                      <a:gd name="connsiteY1311" fmla="*/ 1376843 h 1788513"/>
                      <a:gd name="connsiteX1312" fmla="*/ 1307356 w 7665198"/>
                      <a:gd name="connsiteY1312" fmla="*/ 1439041 h 1788513"/>
                      <a:gd name="connsiteX1313" fmla="*/ 1293164 w 7665198"/>
                      <a:gd name="connsiteY1313" fmla="*/ 1458568 h 1788513"/>
                      <a:gd name="connsiteX1314" fmla="*/ 1258208 w 7665198"/>
                      <a:gd name="connsiteY1314" fmla="*/ 1419801 h 1788513"/>
                      <a:gd name="connsiteX1315" fmla="*/ 1211821 w 7665198"/>
                      <a:gd name="connsiteY1315" fmla="*/ 1400561 h 1788513"/>
                      <a:gd name="connsiteX1316" fmla="*/ 1241729 w 7665198"/>
                      <a:gd name="connsiteY1316" fmla="*/ 1405799 h 1788513"/>
                      <a:gd name="connsiteX1317" fmla="*/ 1331550 w 7665198"/>
                      <a:gd name="connsiteY1317" fmla="*/ 1414562 h 1788513"/>
                      <a:gd name="connsiteX1318" fmla="*/ 1409560 w 7665198"/>
                      <a:gd name="connsiteY1318" fmla="*/ 1376843 h 1788513"/>
                      <a:gd name="connsiteX1319" fmla="*/ 1533385 w 7665198"/>
                      <a:gd name="connsiteY1319" fmla="*/ 960410 h 1788513"/>
                      <a:gd name="connsiteX1320" fmla="*/ 1547291 w 7665198"/>
                      <a:gd name="connsiteY1320" fmla="*/ 952695 h 1788513"/>
                      <a:gd name="connsiteX1321" fmla="*/ 1551196 w 7665198"/>
                      <a:gd name="connsiteY1321" fmla="*/ 960410 h 1788513"/>
                      <a:gd name="connsiteX1322" fmla="*/ 1537290 w 7665198"/>
                      <a:gd name="connsiteY1322" fmla="*/ 968126 h 1788513"/>
                      <a:gd name="connsiteX1323" fmla="*/ 1533385 w 7665198"/>
                      <a:gd name="connsiteY1323" fmla="*/ 960410 h 1788513"/>
                      <a:gd name="connsiteX1324" fmla="*/ 1516240 w 7665198"/>
                      <a:gd name="connsiteY1324" fmla="*/ 947075 h 1788513"/>
                      <a:gd name="connsiteX1325" fmla="*/ 1492999 w 7665198"/>
                      <a:gd name="connsiteY1325" fmla="*/ 994986 h 1788513"/>
                      <a:gd name="connsiteX1326" fmla="*/ 1438897 w 7665198"/>
                      <a:gd name="connsiteY1326" fmla="*/ 1002415 h 1788513"/>
                      <a:gd name="connsiteX1327" fmla="*/ 1440802 w 7665198"/>
                      <a:gd name="connsiteY1327" fmla="*/ 962887 h 1788513"/>
                      <a:gd name="connsiteX1328" fmla="*/ 1520526 w 7665198"/>
                      <a:gd name="connsiteY1328" fmla="*/ 919357 h 1788513"/>
                      <a:gd name="connsiteX1329" fmla="*/ 1528146 w 7665198"/>
                      <a:gd name="connsiteY1329" fmla="*/ 918119 h 1788513"/>
                      <a:gd name="connsiteX1330" fmla="*/ 1535766 w 7665198"/>
                      <a:gd name="connsiteY1330" fmla="*/ 933264 h 1788513"/>
                      <a:gd name="connsiteX1331" fmla="*/ 1516240 w 7665198"/>
                      <a:gd name="connsiteY1331" fmla="*/ 947075 h 1788513"/>
                      <a:gd name="connsiteX1332" fmla="*/ 1551101 w 7665198"/>
                      <a:gd name="connsiteY1332" fmla="*/ 887258 h 1788513"/>
                      <a:gd name="connsiteX1333" fmla="*/ 1492808 w 7665198"/>
                      <a:gd name="connsiteY1333" fmla="*/ 890782 h 1788513"/>
                      <a:gd name="connsiteX1334" fmla="*/ 1595583 w 7665198"/>
                      <a:gd name="connsiteY1334" fmla="*/ 867161 h 1788513"/>
                      <a:gd name="connsiteX1335" fmla="*/ 1662734 w 7665198"/>
                      <a:gd name="connsiteY1335" fmla="*/ 824488 h 1788513"/>
                      <a:gd name="connsiteX1336" fmla="*/ 1605965 w 7665198"/>
                      <a:gd name="connsiteY1336" fmla="*/ 869446 h 1788513"/>
                      <a:gd name="connsiteX1337" fmla="*/ 1601869 w 7665198"/>
                      <a:gd name="connsiteY1337" fmla="*/ 874209 h 1788513"/>
                      <a:gd name="connsiteX1338" fmla="*/ 1606632 w 7665198"/>
                      <a:gd name="connsiteY1338" fmla="*/ 885068 h 1788513"/>
                      <a:gd name="connsiteX1339" fmla="*/ 1594059 w 7665198"/>
                      <a:gd name="connsiteY1339" fmla="*/ 930597 h 1788513"/>
                      <a:gd name="connsiteX1340" fmla="*/ 1594821 w 7665198"/>
                      <a:gd name="connsiteY1340" fmla="*/ 890878 h 1788513"/>
                      <a:gd name="connsiteX1341" fmla="*/ 1585296 w 7665198"/>
                      <a:gd name="connsiteY1341" fmla="*/ 883258 h 1788513"/>
                      <a:gd name="connsiteX1342" fmla="*/ 1551101 w 7665198"/>
                      <a:gd name="connsiteY1342" fmla="*/ 887258 h 1788513"/>
                      <a:gd name="connsiteX1343" fmla="*/ 1624444 w 7665198"/>
                      <a:gd name="connsiteY1343" fmla="*/ 752098 h 1788513"/>
                      <a:gd name="connsiteX1344" fmla="*/ 1632445 w 7665198"/>
                      <a:gd name="connsiteY1344" fmla="*/ 741812 h 1788513"/>
                      <a:gd name="connsiteX1345" fmla="*/ 1735124 w 7665198"/>
                      <a:gd name="connsiteY1345" fmla="*/ 729334 h 1788513"/>
                      <a:gd name="connsiteX1346" fmla="*/ 1655590 w 7665198"/>
                      <a:gd name="connsiteY1346" fmla="*/ 762671 h 1788513"/>
                      <a:gd name="connsiteX1347" fmla="*/ 1628825 w 7665198"/>
                      <a:gd name="connsiteY1347" fmla="*/ 757528 h 1788513"/>
                      <a:gd name="connsiteX1348" fmla="*/ 1624444 w 7665198"/>
                      <a:gd name="connsiteY1348" fmla="*/ 752098 h 1788513"/>
                      <a:gd name="connsiteX1349" fmla="*/ 1593392 w 7665198"/>
                      <a:gd name="connsiteY1349" fmla="*/ 1123573 h 1788513"/>
                      <a:gd name="connsiteX1350" fmla="*/ 1607299 w 7665198"/>
                      <a:gd name="connsiteY1350" fmla="*/ 1115858 h 1788513"/>
                      <a:gd name="connsiteX1351" fmla="*/ 1611204 w 7665198"/>
                      <a:gd name="connsiteY1351" fmla="*/ 1123573 h 1788513"/>
                      <a:gd name="connsiteX1352" fmla="*/ 1597297 w 7665198"/>
                      <a:gd name="connsiteY1352" fmla="*/ 1131289 h 1788513"/>
                      <a:gd name="connsiteX1353" fmla="*/ 1593392 w 7665198"/>
                      <a:gd name="connsiteY1353" fmla="*/ 1123573 h 1788513"/>
                      <a:gd name="connsiteX1354" fmla="*/ 1993061 w 7665198"/>
                      <a:gd name="connsiteY1354" fmla="*/ 954029 h 1788513"/>
                      <a:gd name="connsiteX1355" fmla="*/ 2006968 w 7665198"/>
                      <a:gd name="connsiteY1355" fmla="*/ 946313 h 1788513"/>
                      <a:gd name="connsiteX1356" fmla="*/ 2010873 w 7665198"/>
                      <a:gd name="connsiteY1356" fmla="*/ 954029 h 1788513"/>
                      <a:gd name="connsiteX1357" fmla="*/ 1996966 w 7665198"/>
                      <a:gd name="connsiteY1357" fmla="*/ 961744 h 1788513"/>
                      <a:gd name="connsiteX1358" fmla="*/ 1993061 w 7665198"/>
                      <a:gd name="connsiteY1358" fmla="*/ 954029 h 1788513"/>
                      <a:gd name="connsiteX1359" fmla="*/ 2018874 w 7665198"/>
                      <a:gd name="connsiteY1359" fmla="*/ 1015465 h 1788513"/>
                      <a:gd name="connsiteX1360" fmla="*/ 2044972 w 7665198"/>
                      <a:gd name="connsiteY1360" fmla="*/ 989366 h 1788513"/>
                      <a:gd name="connsiteX1361" fmla="*/ 2059450 w 7665198"/>
                      <a:gd name="connsiteY1361" fmla="*/ 949266 h 1788513"/>
                      <a:gd name="connsiteX1362" fmla="*/ 2060879 w 7665198"/>
                      <a:gd name="connsiteY1362" fmla="*/ 978127 h 1788513"/>
                      <a:gd name="connsiteX1363" fmla="*/ 2058688 w 7665198"/>
                      <a:gd name="connsiteY1363" fmla="*/ 984128 h 1788513"/>
                      <a:gd name="connsiteX1364" fmla="*/ 2063641 w 7665198"/>
                      <a:gd name="connsiteY1364" fmla="*/ 985175 h 1788513"/>
                      <a:gd name="connsiteX1365" fmla="*/ 2115077 w 7665198"/>
                      <a:gd name="connsiteY1365" fmla="*/ 982985 h 1788513"/>
                      <a:gd name="connsiteX1366" fmla="*/ 2018874 w 7665198"/>
                      <a:gd name="connsiteY1366" fmla="*/ 1015465 h 1788513"/>
                      <a:gd name="connsiteX1367" fmla="*/ 1998871 w 7665198"/>
                      <a:gd name="connsiteY1367" fmla="*/ 1027562 h 1788513"/>
                      <a:gd name="connsiteX1368" fmla="*/ 2018874 w 7665198"/>
                      <a:gd name="connsiteY1368" fmla="*/ 1015465 h 1788513"/>
                      <a:gd name="connsiteX1369" fmla="*/ 2116886 w 7665198"/>
                      <a:gd name="connsiteY1369" fmla="*/ 868875 h 1788513"/>
                      <a:gd name="connsiteX1370" fmla="*/ 2069547 w 7665198"/>
                      <a:gd name="connsiteY1370" fmla="*/ 905642 h 1788513"/>
                      <a:gd name="connsiteX1371" fmla="*/ 2018683 w 7665198"/>
                      <a:gd name="connsiteY1371" fmla="*/ 845444 h 1788513"/>
                      <a:gd name="connsiteX1372" fmla="*/ 2058212 w 7665198"/>
                      <a:gd name="connsiteY1372" fmla="*/ 852016 h 1788513"/>
                      <a:gd name="connsiteX1373" fmla="*/ 2067452 w 7665198"/>
                      <a:gd name="connsiteY1373" fmla="*/ 859160 h 1788513"/>
                      <a:gd name="connsiteX1374" fmla="*/ 2081739 w 7665198"/>
                      <a:gd name="connsiteY1374" fmla="*/ 861160 h 1788513"/>
                      <a:gd name="connsiteX1375" fmla="*/ 2175465 w 7665198"/>
                      <a:gd name="connsiteY1375" fmla="*/ 842396 h 1788513"/>
                      <a:gd name="connsiteX1376" fmla="*/ 2116886 w 7665198"/>
                      <a:gd name="connsiteY1376" fmla="*/ 868875 h 1788513"/>
                      <a:gd name="connsiteX1377" fmla="*/ 2082596 w 7665198"/>
                      <a:gd name="connsiteY1377" fmla="*/ 780102 h 1788513"/>
                      <a:gd name="connsiteX1378" fmla="*/ 2076881 w 7665198"/>
                      <a:gd name="connsiteY1378" fmla="*/ 777435 h 1788513"/>
                      <a:gd name="connsiteX1379" fmla="*/ 2075357 w 7665198"/>
                      <a:gd name="connsiteY1379" fmla="*/ 773339 h 1788513"/>
                      <a:gd name="connsiteX1380" fmla="*/ 2095360 w 7665198"/>
                      <a:gd name="connsiteY1380" fmla="*/ 752003 h 1788513"/>
                      <a:gd name="connsiteX1381" fmla="*/ 2173274 w 7665198"/>
                      <a:gd name="connsiteY1381" fmla="*/ 752003 h 1788513"/>
                      <a:gd name="connsiteX1382" fmla="*/ 2082596 w 7665198"/>
                      <a:gd name="connsiteY1382" fmla="*/ 780102 h 1788513"/>
                      <a:gd name="connsiteX1383" fmla="*/ 2068595 w 7665198"/>
                      <a:gd name="connsiteY1383" fmla="*/ 740573 h 1788513"/>
                      <a:gd name="connsiteX1384" fmla="*/ 2060308 w 7665198"/>
                      <a:gd name="connsiteY1384" fmla="*/ 742097 h 1788513"/>
                      <a:gd name="connsiteX1385" fmla="*/ 2055164 w 7665198"/>
                      <a:gd name="connsiteY1385" fmla="*/ 748479 h 1788513"/>
                      <a:gd name="connsiteX1386" fmla="*/ 2041448 w 7665198"/>
                      <a:gd name="connsiteY1386" fmla="*/ 779340 h 1788513"/>
                      <a:gd name="connsiteX1387" fmla="*/ 2043925 w 7665198"/>
                      <a:gd name="connsiteY1387" fmla="*/ 749813 h 1788513"/>
                      <a:gd name="connsiteX1388" fmla="*/ 1951723 w 7665198"/>
                      <a:gd name="connsiteY1388" fmla="*/ 717332 h 1788513"/>
                      <a:gd name="connsiteX1389" fmla="*/ 2008682 w 7665198"/>
                      <a:gd name="connsiteY1389" fmla="*/ 731525 h 1788513"/>
                      <a:gd name="connsiteX1390" fmla="*/ 2032304 w 7665198"/>
                      <a:gd name="connsiteY1390" fmla="*/ 738382 h 1788513"/>
                      <a:gd name="connsiteX1391" fmla="*/ 2065737 w 7665198"/>
                      <a:gd name="connsiteY1391" fmla="*/ 734096 h 1788513"/>
                      <a:gd name="connsiteX1392" fmla="*/ 2098979 w 7665198"/>
                      <a:gd name="connsiteY1392" fmla="*/ 723904 h 1788513"/>
                      <a:gd name="connsiteX1393" fmla="*/ 2122506 w 7665198"/>
                      <a:gd name="connsiteY1393" fmla="*/ 714284 h 1788513"/>
                      <a:gd name="connsiteX1394" fmla="*/ 2068595 w 7665198"/>
                      <a:gd name="connsiteY1394" fmla="*/ 740573 h 1788513"/>
                      <a:gd name="connsiteX1395" fmla="*/ 1913432 w 7665198"/>
                      <a:gd name="connsiteY1395" fmla="*/ 765529 h 1788513"/>
                      <a:gd name="connsiteX1396" fmla="*/ 1880285 w 7665198"/>
                      <a:gd name="connsiteY1396" fmla="*/ 768386 h 1788513"/>
                      <a:gd name="connsiteX1397" fmla="*/ 1846567 w 7665198"/>
                      <a:gd name="connsiteY1397" fmla="*/ 768672 h 1788513"/>
                      <a:gd name="connsiteX1398" fmla="*/ 1841138 w 7665198"/>
                      <a:gd name="connsiteY1398" fmla="*/ 782483 h 1788513"/>
                      <a:gd name="connsiteX1399" fmla="*/ 1847138 w 7665198"/>
                      <a:gd name="connsiteY1399" fmla="*/ 784484 h 1788513"/>
                      <a:gd name="connsiteX1400" fmla="*/ 1840471 w 7665198"/>
                      <a:gd name="connsiteY1400" fmla="*/ 784388 h 1788513"/>
                      <a:gd name="connsiteX1401" fmla="*/ 1832755 w 7665198"/>
                      <a:gd name="connsiteY1401" fmla="*/ 823155 h 1788513"/>
                      <a:gd name="connsiteX1402" fmla="*/ 1824183 w 7665198"/>
                      <a:gd name="connsiteY1402" fmla="*/ 854016 h 1788513"/>
                      <a:gd name="connsiteX1403" fmla="*/ 1791036 w 7665198"/>
                      <a:gd name="connsiteY1403" fmla="*/ 868304 h 1788513"/>
                      <a:gd name="connsiteX1404" fmla="*/ 1762842 w 7665198"/>
                      <a:gd name="connsiteY1404" fmla="*/ 864875 h 1788513"/>
                      <a:gd name="connsiteX1405" fmla="*/ 1715407 w 7665198"/>
                      <a:gd name="connsiteY1405" fmla="*/ 852778 h 1788513"/>
                      <a:gd name="connsiteX1406" fmla="*/ 1722837 w 7665198"/>
                      <a:gd name="connsiteY1406" fmla="*/ 780007 h 1788513"/>
                      <a:gd name="connsiteX1407" fmla="*/ 1870474 w 7665198"/>
                      <a:gd name="connsiteY1407" fmla="*/ 697711 h 1788513"/>
                      <a:gd name="connsiteX1408" fmla="*/ 1872475 w 7665198"/>
                      <a:gd name="connsiteY1408" fmla="*/ 701902 h 1788513"/>
                      <a:gd name="connsiteX1409" fmla="*/ 1904098 w 7665198"/>
                      <a:gd name="connsiteY1409" fmla="*/ 714570 h 1788513"/>
                      <a:gd name="connsiteX1410" fmla="*/ 1913432 w 7665198"/>
                      <a:gd name="connsiteY1410" fmla="*/ 765529 h 1788513"/>
                      <a:gd name="connsiteX1411" fmla="*/ 1755984 w 7665198"/>
                      <a:gd name="connsiteY1411" fmla="*/ 684757 h 1788513"/>
                      <a:gd name="connsiteX1412" fmla="*/ 1738648 w 7665198"/>
                      <a:gd name="connsiteY1412" fmla="*/ 689424 h 1788513"/>
                      <a:gd name="connsiteX1413" fmla="*/ 1685594 w 7665198"/>
                      <a:gd name="connsiteY1413" fmla="*/ 679709 h 1788513"/>
                      <a:gd name="connsiteX1414" fmla="*/ 1671402 w 7665198"/>
                      <a:gd name="connsiteY1414" fmla="*/ 699997 h 1788513"/>
                      <a:gd name="connsiteX1415" fmla="*/ 1653400 w 7665198"/>
                      <a:gd name="connsiteY1415" fmla="*/ 707236 h 1788513"/>
                      <a:gd name="connsiteX1416" fmla="*/ 1642541 w 7665198"/>
                      <a:gd name="connsiteY1416" fmla="*/ 712189 h 1788513"/>
                      <a:gd name="connsiteX1417" fmla="*/ 1621396 w 7665198"/>
                      <a:gd name="connsiteY1417" fmla="*/ 713998 h 1788513"/>
                      <a:gd name="connsiteX1418" fmla="*/ 1612823 w 7665198"/>
                      <a:gd name="connsiteY1418" fmla="*/ 714189 h 1788513"/>
                      <a:gd name="connsiteX1419" fmla="*/ 1592535 w 7665198"/>
                      <a:gd name="connsiteY1419" fmla="*/ 704664 h 1788513"/>
                      <a:gd name="connsiteX1420" fmla="*/ 1621396 w 7665198"/>
                      <a:gd name="connsiteY1420" fmla="*/ 713998 h 1788513"/>
                      <a:gd name="connsiteX1421" fmla="*/ 1647399 w 7665198"/>
                      <a:gd name="connsiteY1421" fmla="*/ 708855 h 1788513"/>
                      <a:gd name="connsiteX1422" fmla="*/ 1653305 w 7665198"/>
                      <a:gd name="connsiteY1422" fmla="*/ 707331 h 1788513"/>
                      <a:gd name="connsiteX1423" fmla="*/ 1679022 w 7665198"/>
                      <a:gd name="connsiteY1423" fmla="*/ 660944 h 1788513"/>
                      <a:gd name="connsiteX1424" fmla="*/ 1719027 w 7665198"/>
                      <a:gd name="connsiteY1424" fmla="*/ 684185 h 1788513"/>
                      <a:gd name="connsiteX1425" fmla="*/ 1765985 w 7665198"/>
                      <a:gd name="connsiteY1425" fmla="*/ 670946 h 1788513"/>
                      <a:gd name="connsiteX1426" fmla="*/ 1755984 w 7665198"/>
                      <a:gd name="connsiteY1426" fmla="*/ 684757 h 1788513"/>
                      <a:gd name="connsiteX1427" fmla="*/ 1186294 w 7665198"/>
                      <a:gd name="connsiteY1427" fmla="*/ 1428755 h 1788513"/>
                      <a:gd name="connsiteX1428" fmla="*/ 1219441 w 7665198"/>
                      <a:gd name="connsiteY1428" fmla="*/ 1432755 h 1788513"/>
                      <a:gd name="connsiteX1429" fmla="*/ 1220393 w 7665198"/>
                      <a:gd name="connsiteY1429" fmla="*/ 1433898 h 1788513"/>
                      <a:gd name="connsiteX1430" fmla="*/ 1259255 w 7665198"/>
                      <a:gd name="connsiteY1430" fmla="*/ 1436851 h 1788513"/>
                      <a:gd name="connsiteX1431" fmla="*/ 1230204 w 7665198"/>
                      <a:gd name="connsiteY1431" fmla="*/ 1482857 h 1788513"/>
                      <a:gd name="connsiteX1432" fmla="*/ 1174292 w 7665198"/>
                      <a:gd name="connsiteY1432" fmla="*/ 1520195 h 1788513"/>
                      <a:gd name="connsiteX1433" fmla="*/ 1156957 w 7665198"/>
                      <a:gd name="connsiteY1433" fmla="*/ 1517147 h 1788513"/>
                      <a:gd name="connsiteX1434" fmla="*/ 1146575 w 7665198"/>
                      <a:gd name="connsiteY1434" fmla="*/ 1500382 h 1788513"/>
                      <a:gd name="connsiteX1435" fmla="*/ 1186294 w 7665198"/>
                      <a:gd name="connsiteY1435" fmla="*/ 1428755 h 1788513"/>
                      <a:gd name="connsiteX1436" fmla="*/ 1321454 w 7665198"/>
                      <a:gd name="connsiteY1436" fmla="*/ 1488476 h 1788513"/>
                      <a:gd name="connsiteX1437" fmla="*/ 1316786 w 7665198"/>
                      <a:gd name="connsiteY1437" fmla="*/ 1466569 h 1788513"/>
                      <a:gd name="connsiteX1438" fmla="*/ 1334408 w 7665198"/>
                      <a:gd name="connsiteY1438" fmla="*/ 1446280 h 1788513"/>
                      <a:gd name="connsiteX1439" fmla="*/ 1478521 w 7665198"/>
                      <a:gd name="connsiteY1439" fmla="*/ 1403323 h 1788513"/>
                      <a:gd name="connsiteX1440" fmla="*/ 1513382 w 7665198"/>
                      <a:gd name="connsiteY1440" fmla="*/ 1438470 h 1788513"/>
                      <a:gd name="connsiteX1441" fmla="*/ 1528908 w 7665198"/>
                      <a:gd name="connsiteY1441" fmla="*/ 1452948 h 1788513"/>
                      <a:gd name="connsiteX1442" fmla="*/ 1516716 w 7665198"/>
                      <a:gd name="connsiteY1442" fmla="*/ 1467140 h 1788513"/>
                      <a:gd name="connsiteX1443" fmla="*/ 1498714 w 7665198"/>
                      <a:gd name="connsiteY1443" fmla="*/ 1525909 h 1788513"/>
                      <a:gd name="connsiteX1444" fmla="*/ 1440135 w 7665198"/>
                      <a:gd name="connsiteY1444" fmla="*/ 1591727 h 1788513"/>
                      <a:gd name="connsiteX1445" fmla="*/ 1423371 w 7665198"/>
                      <a:gd name="connsiteY1445" fmla="*/ 1599919 h 1788513"/>
                      <a:gd name="connsiteX1446" fmla="*/ 1393272 w 7665198"/>
                      <a:gd name="connsiteY1446" fmla="*/ 1586012 h 1788513"/>
                      <a:gd name="connsiteX1447" fmla="*/ 1321454 w 7665198"/>
                      <a:gd name="connsiteY1447" fmla="*/ 1488476 h 1788513"/>
                      <a:gd name="connsiteX1448" fmla="*/ 1604441 w 7665198"/>
                      <a:gd name="connsiteY1448" fmla="*/ 1221967 h 1788513"/>
                      <a:gd name="connsiteX1449" fmla="*/ 1600726 w 7665198"/>
                      <a:gd name="connsiteY1449" fmla="*/ 1214442 h 1788513"/>
                      <a:gd name="connsiteX1450" fmla="*/ 1588630 w 7665198"/>
                      <a:gd name="connsiteY1450" fmla="*/ 1216918 h 1788513"/>
                      <a:gd name="connsiteX1451" fmla="*/ 1477949 w 7665198"/>
                      <a:gd name="connsiteY1451" fmla="*/ 1237302 h 1788513"/>
                      <a:gd name="connsiteX1452" fmla="*/ 1560340 w 7665198"/>
                      <a:gd name="connsiteY1452" fmla="*/ 1217014 h 1788513"/>
                      <a:gd name="connsiteX1453" fmla="*/ 1640065 w 7665198"/>
                      <a:gd name="connsiteY1453" fmla="*/ 1174056 h 1788513"/>
                      <a:gd name="connsiteX1454" fmla="*/ 1622443 w 7665198"/>
                      <a:gd name="connsiteY1454" fmla="*/ 1209680 h 1788513"/>
                      <a:gd name="connsiteX1455" fmla="*/ 1658734 w 7665198"/>
                      <a:gd name="connsiteY1455" fmla="*/ 1248351 h 1788513"/>
                      <a:gd name="connsiteX1456" fmla="*/ 1604441 w 7665198"/>
                      <a:gd name="connsiteY1456" fmla="*/ 1221967 h 1788513"/>
                      <a:gd name="connsiteX1457" fmla="*/ 1657972 w 7665198"/>
                      <a:gd name="connsiteY1457" fmla="*/ 1200250 h 1788513"/>
                      <a:gd name="connsiteX1458" fmla="*/ 1668068 w 7665198"/>
                      <a:gd name="connsiteY1458" fmla="*/ 1183391 h 1788513"/>
                      <a:gd name="connsiteX1459" fmla="*/ 1666544 w 7665198"/>
                      <a:gd name="connsiteY1459" fmla="*/ 1182057 h 1788513"/>
                      <a:gd name="connsiteX1460" fmla="*/ 1663115 w 7665198"/>
                      <a:gd name="connsiteY1460" fmla="*/ 1166341 h 1788513"/>
                      <a:gd name="connsiteX1461" fmla="*/ 1677498 w 7665198"/>
                      <a:gd name="connsiteY1461" fmla="*/ 1150529 h 1788513"/>
                      <a:gd name="connsiteX1462" fmla="*/ 1721504 w 7665198"/>
                      <a:gd name="connsiteY1462" fmla="*/ 1122716 h 1788513"/>
                      <a:gd name="connsiteX1463" fmla="*/ 1769319 w 7665198"/>
                      <a:gd name="connsiteY1463" fmla="*/ 1115192 h 1788513"/>
                      <a:gd name="connsiteX1464" fmla="*/ 1779606 w 7665198"/>
                      <a:gd name="connsiteY1464" fmla="*/ 1133670 h 1788513"/>
                      <a:gd name="connsiteX1465" fmla="*/ 1788560 w 7665198"/>
                      <a:gd name="connsiteY1465" fmla="*/ 1145100 h 1788513"/>
                      <a:gd name="connsiteX1466" fmla="*/ 1681784 w 7665198"/>
                      <a:gd name="connsiteY1466" fmla="*/ 1241112 h 1788513"/>
                      <a:gd name="connsiteX1467" fmla="*/ 1661687 w 7665198"/>
                      <a:gd name="connsiteY1467" fmla="*/ 1221967 h 1788513"/>
                      <a:gd name="connsiteX1468" fmla="*/ 1657972 w 7665198"/>
                      <a:gd name="connsiteY1468" fmla="*/ 1200250 h 1788513"/>
                      <a:gd name="connsiteX1469" fmla="*/ 1768081 w 7665198"/>
                      <a:gd name="connsiteY1469" fmla="*/ 1305406 h 1788513"/>
                      <a:gd name="connsiteX1470" fmla="*/ 1797513 w 7665198"/>
                      <a:gd name="connsiteY1470" fmla="*/ 1233111 h 1788513"/>
                      <a:gd name="connsiteX1471" fmla="*/ 1860854 w 7665198"/>
                      <a:gd name="connsiteY1471" fmla="*/ 1222252 h 1788513"/>
                      <a:gd name="connsiteX1472" fmla="*/ 1867712 w 7665198"/>
                      <a:gd name="connsiteY1472" fmla="*/ 1286261 h 1788513"/>
                      <a:gd name="connsiteX1473" fmla="*/ 1898669 w 7665198"/>
                      <a:gd name="connsiteY1473" fmla="*/ 1358555 h 1788513"/>
                      <a:gd name="connsiteX1474" fmla="*/ 1879047 w 7665198"/>
                      <a:gd name="connsiteY1474" fmla="*/ 1372938 h 1788513"/>
                      <a:gd name="connsiteX1475" fmla="*/ 1833327 w 7665198"/>
                      <a:gd name="connsiteY1475" fmla="*/ 1370652 h 1788513"/>
                      <a:gd name="connsiteX1476" fmla="*/ 1793322 w 7665198"/>
                      <a:gd name="connsiteY1476" fmla="*/ 1349602 h 1788513"/>
                      <a:gd name="connsiteX1477" fmla="*/ 1772081 w 7665198"/>
                      <a:gd name="connsiteY1477" fmla="*/ 1329885 h 1788513"/>
                      <a:gd name="connsiteX1478" fmla="*/ 1768081 w 7665198"/>
                      <a:gd name="connsiteY1478" fmla="*/ 1305406 h 1788513"/>
                      <a:gd name="connsiteX1479" fmla="*/ 1897240 w 7665198"/>
                      <a:gd name="connsiteY1479" fmla="*/ 1483238 h 1788513"/>
                      <a:gd name="connsiteX1480" fmla="*/ 1910765 w 7665198"/>
                      <a:gd name="connsiteY1480" fmla="*/ 1470855 h 1788513"/>
                      <a:gd name="connsiteX1481" fmla="*/ 2018969 w 7665198"/>
                      <a:gd name="connsiteY1481" fmla="*/ 1431136 h 1788513"/>
                      <a:gd name="connsiteX1482" fmla="*/ 2052592 w 7665198"/>
                      <a:gd name="connsiteY1482" fmla="*/ 1432279 h 1788513"/>
                      <a:gd name="connsiteX1483" fmla="*/ 2062117 w 7665198"/>
                      <a:gd name="connsiteY1483" fmla="*/ 1452853 h 1788513"/>
                      <a:gd name="connsiteX1484" fmla="*/ 2043258 w 7665198"/>
                      <a:gd name="connsiteY1484" fmla="*/ 1469141 h 1788513"/>
                      <a:gd name="connsiteX1485" fmla="*/ 2007444 w 7665198"/>
                      <a:gd name="connsiteY1485" fmla="*/ 1487048 h 1788513"/>
                      <a:gd name="connsiteX1486" fmla="*/ 1934863 w 7665198"/>
                      <a:gd name="connsiteY1486" fmla="*/ 1534291 h 1788513"/>
                      <a:gd name="connsiteX1487" fmla="*/ 1898097 w 7665198"/>
                      <a:gd name="connsiteY1487" fmla="*/ 1523433 h 1788513"/>
                      <a:gd name="connsiteX1488" fmla="*/ 1896287 w 7665198"/>
                      <a:gd name="connsiteY1488" fmla="*/ 1513051 h 1788513"/>
                      <a:gd name="connsiteX1489" fmla="*/ 1895716 w 7665198"/>
                      <a:gd name="connsiteY1489" fmla="*/ 1494953 h 1788513"/>
                      <a:gd name="connsiteX1490" fmla="*/ 1897240 w 7665198"/>
                      <a:gd name="connsiteY1490" fmla="*/ 1483238 h 1788513"/>
                      <a:gd name="connsiteX1491" fmla="*/ 1930006 w 7665198"/>
                      <a:gd name="connsiteY1491" fmla="*/ 1433803 h 1788513"/>
                      <a:gd name="connsiteX1492" fmla="*/ 1963534 w 7665198"/>
                      <a:gd name="connsiteY1492" fmla="*/ 1403323 h 1788513"/>
                      <a:gd name="connsiteX1493" fmla="*/ 1995633 w 7665198"/>
                      <a:gd name="connsiteY1493" fmla="*/ 1384177 h 1788513"/>
                      <a:gd name="connsiteX1494" fmla="*/ 2033923 w 7665198"/>
                      <a:gd name="connsiteY1494" fmla="*/ 1316359 h 1788513"/>
                      <a:gd name="connsiteX1495" fmla="*/ 2038305 w 7665198"/>
                      <a:gd name="connsiteY1495" fmla="*/ 1367604 h 1788513"/>
                      <a:gd name="connsiteX1496" fmla="*/ 2053069 w 7665198"/>
                      <a:gd name="connsiteY1496" fmla="*/ 1400275 h 1788513"/>
                      <a:gd name="connsiteX1497" fmla="*/ 1985632 w 7665198"/>
                      <a:gd name="connsiteY1497" fmla="*/ 1401037 h 1788513"/>
                      <a:gd name="connsiteX1498" fmla="*/ 1930006 w 7665198"/>
                      <a:gd name="connsiteY1498" fmla="*/ 1433803 h 1788513"/>
                      <a:gd name="connsiteX1499" fmla="*/ 2027161 w 7665198"/>
                      <a:gd name="connsiteY1499" fmla="*/ 1150148 h 1788513"/>
                      <a:gd name="connsiteX1500" fmla="*/ 2004587 w 7665198"/>
                      <a:gd name="connsiteY1500" fmla="*/ 1179009 h 1788513"/>
                      <a:gd name="connsiteX1501" fmla="*/ 1939436 w 7665198"/>
                      <a:gd name="connsiteY1501" fmla="*/ 1200821 h 1788513"/>
                      <a:gd name="connsiteX1502" fmla="*/ 1912670 w 7665198"/>
                      <a:gd name="connsiteY1502" fmla="*/ 1195964 h 1788513"/>
                      <a:gd name="connsiteX1503" fmla="*/ 1906288 w 7665198"/>
                      <a:gd name="connsiteY1503" fmla="*/ 1179580 h 1788513"/>
                      <a:gd name="connsiteX1504" fmla="*/ 1931720 w 7665198"/>
                      <a:gd name="connsiteY1504" fmla="*/ 1119859 h 1788513"/>
                      <a:gd name="connsiteX1505" fmla="*/ 1929244 w 7665198"/>
                      <a:gd name="connsiteY1505" fmla="*/ 1105190 h 1788513"/>
                      <a:gd name="connsiteX1506" fmla="*/ 1943627 w 7665198"/>
                      <a:gd name="connsiteY1506" fmla="*/ 1089379 h 1788513"/>
                      <a:gd name="connsiteX1507" fmla="*/ 1987632 w 7665198"/>
                      <a:gd name="connsiteY1507" fmla="*/ 1061566 h 1788513"/>
                      <a:gd name="connsiteX1508" fmla="*/ 2006682 w 7665198"/>
                      <a:gd name="connsiteY1508" fmla="*/ 1054517 h 1788513"/>
                      <a:gd name="connsiteX1509" fmla="*/ 2126507 w 7665198"/>
                      <a:gd name="connsiteY1509" fmla="*/ 1014607 h 1788513"/>
                      <a:gd name="connsiteX1510" fmla="*/ 2126697 w 7665198"/>
                      <a:gd name="connsiteY1510" fmla="*/ 1037563 h 1788513"/>
                      <a:gd name="connsiteX1511" fmla="*/ 2124221 w 7665198"/>
                      <a:gd name="connsiteY1511" fmla="*/ 1045373 h 1788513"/>
                      <a:gd name="connsiteX1512" fmla="*/ 2112410 w 7665198"/>
                      <a:gd name="connsiteY1512" fmla="*/ 1055946 h 1788513"/>
                      <a:gd name="connsiteX1513" fmla="*/ 2097455 w 7665198"/>
                      <a:gd name="connsiteY1513" fmla="*/ 1070234 h 1788513"/>
                      <a:gd name="connsiteX1514" fmla="*/ 2027161 w 7665198"/>
                      <a:gd name="connsiteY1514" fmla="*/ 1150148 h 1788513"/>
                      <a:gd name="connsiteX1515" fmla="*/ 2064785 w 7665198"/>
                      <a:gd name="connsiteY1515" fmla="*/ 1334076 h 1788513"/>
                      <a:gd name="connsiteX1516" fmla="*/ 2073833 w 7665198"/>
                      <a:gd name="connsiteY1516" fmla="*/ 1278545 h 1788513"/>
                      <a:gd name="connsiteX1517" fmla="*/ 2143080 w 7665198"/>
                      <a:gd name="connsiteY1517" fmla="*/ 1224634 h 1788513"/>
                      <a:gd name="connsiteX1518" fmla="*/ 2190229 w 7665198"/>
                      <a:gd name="connsiteY1518" fmla="*/ 1227396 h 1788513"/>
                      <a:gd name="connsiteX1519" fmla="*/ 2189086 w 7665198"/>
                      <a:gd name="connsiteY1519" fmla="*/ 1211870 h 1788513"/>
                      <a:gd name="connsiteX1520" fmla="*/ 2275382 w 7665198"/>
                      <a:gd name="connsiteY1520" fmla="*/ 1095094 h 1788513"/>
                      <a:gd name="connsiteX1521" fmla="*/ 2360440 w 7665198"/>
                      <a:gd name="connsiteY1521" fmla="*/ 1041563 h 1788513"/>
                      <a:gd name="connsiteX1522" fmla="*/ 2384539 w 7665198"/>
                      <a:gd name="connsiteY1522" fmla="*/ 1067757 h 1788513"/>
                      <a:gd name="connsiteX1523" fmla="*/ 2418829 w 7665198"/>
                      <a:gd name="connsiteY1523" fmla="*/ 1071472 h 1788513"/>
                      <a:gd name="connsiteX1524" fmla="*/ 2419877 w 7665198"/>
                      <a:gd name="connsiteY1524" fmla="*/ 1076234 h 1788513"/>
                      <a:gd name="connsiteX1525" fmla="*/ 2421591 w 7665198"/>
                      <a:gd name="connsiteY1525" fmla="*/ 1090141 h 1788513"/>
                      <a:gd name="connsiteX1526" fmla="*/ 2394349 w 7665198"/>
                      <a:gd name="connsiteY1526" fmla="*/ 1105286 h 1788513"/>
                      <a:gd name="connsiteX1527" fmla="*/ 2389015 w 7665198"/>
                      <a:gd name="connsiteY1527" fmla="*/ 1104333 h 1788513"/>
                      <a:gd name="connsiteX1528" fmla="*/ 2353011 w 7665198"/>
                      <a:gd name="connsiteY1528" fmla="*/ 1120145 h 1788513"/>
                      <a:gd name="connsiteX1529" fmla="*/ 2306720 w 7665198"/>
                      <a:gd name="connsiteY1529" fmla="*/ 1193868 h 1788513"/>
                      <a:gd name="connsiteX1530" fmla="*/ 2231472 w 7665198"/>
                      <a:gd name="connsiteY1530" fmla="*/ 1232444 h 1788513"/>
                      <a:gd name="connsiteX1531" fmla="*/ 2198992 w 7665198"/>
                      <a:gd name="connsiteY1531" fmla="*/ 1234445 h 1788513"/>
                      <a:gd name="connsiteX1532" fmla="*/ 2203659 w 7665198"/>
                      <a:gd name="connsiteY1532" fmla="*/ 1240731 h 1788513"/>
                      <a:gd name="connsiteX1533" fmla="*/ 2225090 w 7665198"/>
                      <a:gd name="connsiteY1533" fmla="*/ 1313693 h 1788513"/>
                      <a:gd name="connsiteX1534" fmla="*/ 2237378 w 7665198"/>
                      <a:gd name="connsiteY1534" fmla="*/ 1408657 h 1788513"/>
                      <a:gd name="connsiteX1535" fmla="*/ 2228805 w 7665198"/>
                      <a:gd name="connsiteY1535" fmla="*/ 1424468 h 1788513"/>
                      <a:gd name="connsiteX1536" fmla="*/ 2212994 w 7665198"/>
                      <a:gd name="connsiteY1536" fmla="*/ 1426850 h 1788513"/>
                      <a:gd name="connsiteX1537" fmla="*/ 2127078 w 7665198"/>
                      <a:gd name="connsiteY1537" fmla="*/ 1417515 h 1788513"/>
                      <a:gd name="connsiteX1538" fmla="*/ 2066689 w 7665198"/>
                      <a:gd name="connsiteY1538" fmla="*/ 1368271 h 1788513"/>
                      <a:gd name="connsiteX1539" fmla="*/ 2064785 w 7665198"/>
                      <a:gd name="connsiteY1539" fmla="*/ 1334076 h 1788513"/>
                      <a:gd name="connsiteX1540" fmla="*/ 2212136 w 7665198"/>
                      <a:gd name="connsiteY1540" fmla="*/ 1465330 h 1788513"/>
                      <a:gd name="connsiteX1541" fmla="*/ 2310434 w 7665198"/>
                      <a:gd name="connsiteY1541" fmla="*/ 1419706 h 1788513"/>
                      <a:gd name="connsiteX1542" fmla="*/ 2338247 w 7665198"/>
                      <a:gd name="connsiteY1542" fmla="*/ 1347316 h 1788513"/>
                      <a:gd name="connsiteX1543" fmla="*/ 2326436 w 7665198"/>
                      <a:gd name="connsiteY1543" fmla="*/ 1283689 h 1788513"/>
                      <a:gd name="connsiteX1544" fmla="*/ 2362441 w 7665198"/>
                      <a:gd name="connsiteY1544" fmla="*/ 1308454 h 1788513"/>
                      <a:gd name="connsiteX1545" fmla="*/ 2431307 w 7665198"/>
                      <a:gd name="connsiteY1545" fmla="*/ 1330266 h 1788513"/>
                      <a:gd name="connsiteX1546" fmla="*/ 2362441 w 7665198"/>
                      <a:gd name="connsiteY1546" fmla="*/ 1340743 h 1788513"/>
                      <a:gd name="connsiteX1547" fmla="*/ 2339390 w 7665198"/>
                      <a:gd name="connsiteY1547" fmla="*/ 1364651 h 1788513"/>
                      <a:gd name="connsiteX1548" fmla="*/ 2337485 w 7665198"/>
                      <a:gd name="connsiteY1548" fmla="*/ 1382844 h 1788513"/>
                      <a:gd name="connsiteX1549" fmla="*/ 2297766 w 7665198"/>
                      <a:gd name="connsiteY1549" fmla="*/ 1447900 h 1788513"/>
                      <a:gd name="connsiteX1550" fmla="*/ 2212136 w 7665198"/>
                      <a:gd name="connsiteY1550" fmla="*/ 1465330 h 1788513"/>
                      <a:gd name="connsiteX1551" fmla="*/ 2416543 w 7665198"/>
                      <a:gd name="connsiteY1551" fmla="*/ 1232730 h 1788513"/>
                      <a:gd name="connsiteX1552" fmla="*/ 2407018 w 7665198"/>
                      <a:gd name="connsiteY1552" fmla="*/ 1224634 h 1788513"/>
                      <a:gd name="connsiteX1553" fmla="*/ 2415590 w 7665198"/>
                      <a:gd name="connsiteY1553" fmla="*/ 1218061 h 1788513"/>
                      <a:gd name="connsiteX1554" fmla="*/ 2528557 w 7665198"/>
                      <a:gd name="connsiteY1554" fmla="*/ 1153101 h 1788513"/>
                      <a:gd name="connsiteX1555" fmla="*/ 2578563 w 7665198"/>
                      <a:gd name="connsiteY1555" fmla="*/ 1129384 h 1788513"/>
                      <a:gd name="connsiteX1556" fmla="*/ 2616091 w 7665198"/>
                      <a:gd name="connsiteY1556" fmla="*/ 1125383 h 1788513"/>
                      <a:gd name="connsiteX1557" fmla="*/ 2649715 w 7665198"/>
                      <a:gd name="connsiteY1557" fmla="*/ 1126240 h 1788513"/>
                      <a:gd name="connsiteX1558" fmla="*/ 2633713 w 7665198"/>
                      <a:gd name="connsiteY1558" fmla="*/ 1153577 h 1788513"/>
                      <a:gd name="connsiteX1559" fmla="*/ 2527699 w 7665198"/>
                      <a:gd name="connsiteY1559" fmla="*/ 1232254 h 1788513"/>
                      <a:gd name="connsiteX1560" fmla="*/ 2486266 w 7665198"/>
                      <a:gd name="connsiteY1560" fmla="*/ 1234921 h 1788513"/>
                      <a:gd name="connsiteX1561" fmla="*/ 2416543 w 7665198"/>
                      <a:gd name="connsiteY1561" fmla="*/ 1232730 h 1788513"/>
                      <a:gd name="connsiteX1562" fmla="*/ 2600566 w 7665198"/>
                      <a:gd name="connsiteY1562" fmla="*/ 1061852 h 1788513"/>
                      <a:gd name="connsiteX1563" fmla="*/ 2584183 w 7665198"/>
                      <a:gd name="connsiteY1563" fmla="*/ 1084997 h 1788513"/>
                      <a:gd name="connsiteX1564" fmla="*/ 2551607 w 7665198"/>
                      <a:gd name="connsiteY1564" fmla="*/ 1093284 h 1788513"/>
                      <a:gd name="connsiteX1565" fmla="*/ 2535034 w 7665198"/>
                      <a:gd name="connsiteY1565" fmla="*/ 1078711 h 1788513"/>
                      <a:gd name="connsiteX1566" fmla="*/ 2490552 w 7665198"/>
                      <a:gd name="connsiteY1566" fmla="*/ 1010988 h 1788513"/>
                      <a:gd name="connsiteX1567" fmla="*/ 2487314 w 7665198"/>
                      <a:gd name="connsiteY1567" fmla="*/ 994986 h 1788513"/>
                      <a:gd name="connsiteX1568" fmla="*/ 2516650 w 7665198"/>
                      <a:gd name="connsiteY1568" fmla="*/ 972697 h 1788513"/>
                      <a:gd name="connsiteX1569" fmla="*/ 2550845 w 7665198"/>
                      <a:gd name="connsiteY1569" fmla="*/ 968126 h 1788513"/>
                      <a:gd name="connsiteX1570" fmla="*/ 2632665 w 7665198"/>
                      <a:gd name="connsiteY1570" fmla="*/ 966697 h 1788513"/>
                      <a:gd name="connsiteX1571" fmla="*/ 2709913 w 7665198"/>
                      <a:gd name="connsiteY1571" fmla="*/ 957077 h 1788513"/>
                      <a:gd name="connsiteX1572" fmla="*/ 2693815 w 7665198"/>
                      <a:gd name="connsiteY1572" fmla="*/ 984509 h 1788513"/>
                      <a:gd name="connsiteX1573" fmla="*/ 2690291 w 7665198"/>
                      <a:gd name="connsiteY1573" fmla="*/ 987176 h 1788513"/>
                      <a:gd name="connsiteX1574" fmla="*/ 2691339 w 7665198"/>
                      <a:gd name="connsiteY1574" fmla="*/ 988033 h 1788513"/>
                      <a:gd name="connsiteX1575" fmla="*/ 2686100 w 7665198"/>
                      <a:gd name="connsiteY1575" fmla="*/ 1009083 h 1788513"/>
                      <a:gd name="connsiteX1576" fmla="*/ 2656192 w 7665198"/>
                      <a:gd name="connsiteY1576" fmla="*/ 1025656 h 1788513"/>
                      <a:gd name="connsiteX1577" fmla="*/ 2623045 w 7665198"/>
                      <a:gd name="connsiteY1577" fmla="*/ 1038229 h 1788513"/>
                      <a:gd name="connsiteX1578" fmla="*/ 2600566 w 7665198"/>
                      <a:gd name="connsiteY1578" fmla="*/ 1061852 h 1788513"/>
                      <a:gd name="connsiteX1579" fmla="*/ 3435718 w 7665198"/>
                      <a:gd name="connsiteY1579" fmla="*/ 688948 h 1788513"/>
                      <a:gd name="connsiteX1580" fmla="*/ 3425907 w 7665198"/>
                      <a:gd name="connsiteY1580" fmla="*/ 609890 h 1788513"/>
                      <a:gd name="connsiteX1581" fmla="*/ 3413334 w 7665198"/>
                      <a:gd name="connsiteY1581" fmla="*/ 593412 h 1788513"/>
                      <a:gd name="connsiteX1582" fmla="*/ 3417049 w 7665198"/>
                      <a:gd name="connsiteY1582" fmla="*/ 576362 h 1788513"/>
                      <a:gd name="connsiteX1583" fmla="*/ 3440861 w 7665198"/>
                      <a:gd name="connsiteY1583" fmla="*/ 546168 h 1788513"/>
                      <a:gd name="connsiteX1584" fmla="*/ 3441623 w 7665198"/>
                      <a:gd name="connsiteY1584" fmla="*/ 545692 h 1788513"/>
                      <a:gd name="connsiteX1585" fmla="*/ 3458482 w 7665198"/>
                      <a:gd name="connsiteY1585" fmla="*/ 516926 h 1788513"/>
                      <a:gd name="connsiteX1586" fmla="*/ 3535349 w 7665198"/>
                      <a:gd name="connsiteY1586" fmla="*/ 482731 h 1788513"/>
                      <a:gd name="connsiteX1587" fmla="*/ 3537064 w 7665198"/>
                      <a:gd name="connsiteY1587" fmla="*/ 510163 h 1788513"/>
                      <a:gd name="connsiteX1588" fmla="*/ 3539445 w 7665198"/>
                      <a:gd name="connsiteY1588" fmla="*/ 509592 h 1788513"/>
                      <a:gd name="connsiteX1589" fmla="*/ 3540302 w 7665198"/>
                      <a:gd name="connsiteY1589" fmla="*/ 515212 h 1788513"/>
                      <a:gd name="connsiteX1590" fmla="*/ 3539445 w 7665198"/>
                      <a:gd name="connsiteY1590" fmla="*/ 518831 h 1788513"/>
                      <a:gd name="connsiteX1591" fmla="*/ 3540779 w 7665198"/>
                      <a:gd name="connsiteY1591" fmla="*/ 524927 h 1788513"/>
                      <a:gd name="connsiteX1592" fmla="*/ 3535159 w 7665198"/>
                      <a:gd name="connsiteY1592" fmla="*/ 537310 h 1788513"/>
                      <a:gd name="connsiteX1593" fmla="*/ 3529825 w 7665198"/>
                      <a:gd name="connsiteY1593" fmla="*/ 606938 h 1788513"/>
                      <a:gd name="connsiteX1594" fmla="*/ 3540493 w 7665198"/>
                      <a:gd name="connsiteY1594" fmla="*/ 709141 h 1788513"/>
                      <a:gd name="connsiteX1595" fmla="*/ 3527920 w 7665198"/>
                      <a:gd name="connsiteY1595" fmla="*/ 726762 h 1788513"/>
                      <a:gd name="connsiteX1596" fmla="*/ 3509346 w 7665198"/>
                      <a:gd name="connsiteY1596" fmla="*/ 733906 h 1788513"/>
                      <a:gd name="connsiteX1597" fmla="*/ 3479533 w 7665198"/>
                      <a:gd name="connsiteY1597" fmla="*/ 730191 h 1788513"/>
                      <a:gd name="connsiteX1598" fmla="*/ 3475532 w 7665198"/>
                      <a:gd name="connsiteY1598" fmla="*/ 738478 h 1788513"/>
                      <a:gd name="connsiteX1599" fmla="*/ 3479723 w 7665198"/>
                      <a:gd name="connsiteY1599" fmla="*/ 737906 h 1788513"/>
                      <a:gd name="connsiteX1600" fmla="*/ 3413334 w 7665198"/>
                      <a:gd name="connsiteY1600" fmla="*/ 811630 h 1788513"/>
                      <a:gd name="connsiteX1601" fmla="*/ 3355517 w 7665198"/>
                      <a:gd name="connsiteY1601" fmla="*/ 859350 h 1788513"/>
                      <a:gd name="connsiteX1602" fmla="*/ 3324085 w 7665198"/>
                      <a:gd name="connsiteY1602" fmla="*/ 868399 h 1788513"/>
                      <a:gd name="connsiteX1603" fmla="*/ 3229978 w 7665198"/>
                      <a:gd name="connsiteY1603" fmla="*/ 848396 h 1788513"/>
                      <a:gd name="connsiteX1604" fmla="*/ 3226358 w 7665198"/>
                      <a:gd name="connsiteY1604" fmla="*/ 839729 h 1788513"/>
                      <a:gd name="connsiteX1605" fmla="*/ 3237979 w 7665198"/>
                      <a:gd name="connsiteY1605" fmla="*/ 822964 h 1788513"/>
                      <a:gd name="connsiteX1606" fmla="*/ 3296939 w 7665198"/>
                      <a:gd name="connsiteY1606" fmla="*/ 766767 h 1788513"/>
                      <a:gd name="connsiteX1607" fmla="*/ 3329514 w 7665198"/>
                      <a:gd name="connsiteY1607" fmla="*/ 742669 h 1788513"/>
                      <a:gd name="connsiteX1608" fmla="*/ 3374567 w 7665198"/>
                      <a:gd name="connsiteY1608" fmla="*/ 729143 h 1788513"/>
                      <a:gd name="connsiteX1609" fmla="*/ 3458387 w 7665198"/>
                      <a:gd name="connsiteY1609" fmla="*/ 717618 h 1788513"/>
                      <a:gd name="connsiteX1610" fmla="*/ 3435718 w 7665198"/>
                      <a:gd name="connsiteY1610" fmla="*/ 688948 h 1788513"/>
                      <a:gd name="connsiteX1611" fmla="*/ 3632504 w 7665198"/>
                      <a:gd name="connsiteY1611" fmla="*/ 720952 h 1788513"/>
                      <a:gd name="connsiteX1612" fmla="*/ 3649078 w 7665198"/>
                      <a:gd name="connsiteY1612" fmla="*/ 709522 h 1788513"/>
                      <a:gd name="connsiteX1613" fmla="*/ 3662984 w 7665198"/>
                      <a:gd name="connsiteY1613" fmla="*/ 707045 h 1788513"/>
                      <a:gd name="connsiteX1614" fmla="*/ 3717182 w 7665198"/>
                      <a:gd name="connsiteY1614" fmla="*/ 711522 h 1788513"/>
                      <a:gd name="connsiteX1615" fmla="*/ 3714705 w 7665198"/>
                      <a:gd name="connsiteY1615" fmla="*/ 717809 h 1788513"/>
                      <a:gd name="connsiteX1616" fmla="*/ 3716134 w 7665198"/>
                      <a:gd name="connsiteY1616" fmla="*/ 718094 h 1788513"/>
                      <a:gd name="connsiteX1617" fmla="*/ 3747757 w 7665198"/>
                      <a:gd name="connsiteY1617" fmla="*/ 706950 h 1788513"/>
                      <a:gd name="connsiteX1618" fmla="*/ 3776522 w 7665198"/>
                      <a:gd name="connsiteY1618" fmla="*/ 670184 h 1788513"/>
                      <a:gd name="connsiteX1619" fmla="*/ 3783761 w 7665198"/>
                      <a:gd name="connsiteY1619" fmla="*/ 623987 h 1788513"/>
                      <a:gd name="connsiteX1620" fmla="*/ 3782714 w 7665198"/>
                      <a:gd name="connsiteY1620" fmla="*/ 669517 h 1788513"/>
                      <a:gd name="connsiteX1621" fmla="*/ 3749376 w 7665198"/>
                      <a:gd name="connsiteY1621" fmla="*/ 715142 h 1788513"/>
                      <a:gd name="connsiteX1622" fmla="*/ 3744804 w 7665198"/>
                      <a:gd name="connsiteY1622" fmla="*/ 719809 h 1788513"/>
                      <a:gd name="connsiteX1623" fmla="*/ 3750138 w 7665198"/>
                      <a:gd name="connsiteY1623" fmla="*/ 733715 h 1788513"/>
                      <a:gd name="connsiteX1624" fmla="*/ 3760520 w 7665198"/>
                      <a:gd name="connsiteY1624" fmla="*/ 745621 h 1788513"/>
                      <a:gd name="connsiteX1625" fmla="*/ 3716134 w 7665198"/>
                      <a:gd name="connsiteY1625" fmla="*/ 717999 h 1788513"/>
                      <a:gd name="connsiteX1626" fmla="*/ 3714610 w 7665198"/>
                      <a:gd name="connsiteY1626" fmla="*/ 718094 h 1788513"/>
                      <a:gd name="connsiteX1627" fmla="*/ 3702037 w 7665198"/>
                      <a:gd name="connsiteY1627" fmla="*/ 750384 h 1788513"/>
                      <a:gd name="connsiteX1628" fmla="*/ 3635552 w 7665198"/>
                      <a:gd name="connsiteY1628" fmla="*/ 811249 h 1788513"/>
                      <a:gd name="connsiteX1629" fmla="*/ 3597262 w 7665198"/>
                      <a:gd name="connsiteY1629" fmla="*/ 823060 h 1788513"/>
                      <a:gd name="connsiteX1630" fmla="*/ 3486772 w 7665198"/>
                      <a:gd name="connsiteY1630" fmla="*/ 890402 h 1788513"/>
                      <a:gd name="connsiteX1631" fmla="*/ 3468484 w 7665198"/>
                      <a:gd name="connsiteY1631" fmla="*/ 895259 h 1788513"/>
                      <a:gd name="connsiteX1632" fmla="*/ 3460197 w 7665198"/>
                      <a:gd name="connsiteY1632" fmla="*/ 881162 h 1788513"/>
                      <a:gd name="connsiteX1633" fmla="*/ 3476485 w 7665198"/>
                      <a:gd name="connsiteY1633" fmla="*/ 859350 h 1788513"/>
                      <a:gd name="connsiteX1634" fmla="*/ 3510489 w 7665198"/>
                      <a:gd name="connsiteY1634" fmla="*/ 828013 h 1788513"/>
                      <a:gd name="connsiteX1635" fmla="*/ 3632504 w 7665198"/>
                      <a:gd name="connsiteY1635" fmla="*/ 720952 h 1788513"/>
                      <a:gd name="connsiteX1636" fmla="*/ 3555447 w 7665198"/>
                      <a:gd name="connsiteY1636" fmla="*/ 554074 h 1788513"/>
                      <a:gd name="connsiteX1637" fmla="*/ 3563639 w 7665198"/>
                      <a:gd name="connsiteY1637" fmla="*/ 545692 h 1788513"/>
                      <a:gd name="connsiteX1638" fmla="*/ 3572021 w 7665198"/>
                      <a:gd name="connsiteY1638" fmla="*/ 553883 h 1788513"/>
                      <a:gd name="connsiteX1639" fmla="*/ 3563829 w 7665198"/>
                      <a:gd name="connsiteY1639" fmla="*/ 562265 h 1788513"/>
                      <a:gd name="connsiteX1640" fmla="*/ 3555447 w 7665198"/>
                      <a:gd name="connsiteY1640" fmla="*/ 554074 h 1788513"/>
                      <a:gd name="connsiteX1641" fmla="*/ 3666985 w 7665198"/>
                      <a:gd name="connsiteY1641" fmla="*/ 666469 h 1788513"/>
                      <a:gd name="connsiteX1642" fmla="*/ 3706418 w 7665198"/>
                      <a:gd name="connsiteY1642" fmla="*/ 614938 h 1788513"/>
                      <a:gd name="connsiteX1643" fmla="*/ 3724611 w 7665198"/>
                      <a:gd name="connsiteY1643" fmla="*/ 644371 h 1788513"/>
                      <a:gd name="connsiteX1644" fmla="*/ 3702418 w 7665198"/>
                      <a:gd name="connsiteY1644" fmla="*/ 691710 h 1788513"/>
                      <a:gd name="connsiteX1645" fmla="*/ 3666985 w 7665198"/>
                      <a:gd name="connsiteY1645" fmla="*/ 666469 h 1788513"/>
                      <a:gd name="connsiteX1646" fmla="*/ 3874058 w 7665198"/>
                      <a:gd name="connsiteY1646" fmla="*/ 583982 h 1788513"/>
                      <a:gd name="connsiteX1647" fmla="*/ 3880249 w 7665198"/>
                      <a:gd name="connsiteY1647" fmla="*/ 572743 h 1788513"/>
                      <a:gd name="connsiteX1648" fmla="*/ 3905300 w 7665198"/>
                      <a:gd name="connsiteY1648" fmla="*/ 551216 h 1788513"/>
                      <a:gd name="connsiteX1649" fmla="*/ 3952640 w 7665198"/>
                      <a:gd name="connsiteY1649" fmla="*/ 545501 h 1788513"/>
                      <a:gd name="connsiteX1650" fmla="*/ 3954068 w 7665198"/>
                      <a:gd name="connsiteY1650" fmla="*/ 546835 h 1788513"/>
                      <a:gd name="connsiteX1651" fmla="*/ 4006456 w 7665198"/>
                      <a:gd name="connsiteY1651" fmla="*/ 561694 h 1788513"/>
                      <a:gd name="connsiteX1652" fmla="*/ 4003217 w 7665198"/>
                      <a:gd name="connsiteY1652" fmla="*/ 607509 h 1788513"/>
                      <a:gd name="connsiteX1653" fmla="*/ 3995121 w 7665198"/>
                      <a:gd name="connsiteY1653" fmla="*/ 616844 h 1788513"/>
                      <a:gd name="connsiteX1654" fmla="*/ 3995216 w 7665198"/>
                      <a:gd name="connsiteY1654" fmla="*/ 617225 h 1788513"/>
                      <a:gd name="connsiteX1655" fmla="*/ 3987787 w 7665198"/>
                      <a:gd name="connsiteY1655" fmla="*/ 625511 h 1788513"/>
                      <a:gd name="connsiteX1656" fmla="*/ 3951306 w 7665198"/>
                      <a:gd name="connsiteY1656" fmla="*/ 667897 h 1788513"/>
                      <a:gd name="connsiteX1657" fmla="*/ 3840054 w 7665198"/>
                      <a:gd name="connsiteY1657" fmla="*/ 725905 h 1788513"/>
                      <a:gd name="connsiteX1658" fmla="*/ 3811289 w 7665198"/>
                      <a:gd name="connsiteY1658" fmla="*/ 732287 h 1788513"/>
                      <a:gd name="connsiteX1659" fmla="*/ 3785762 w 7665198"/>
                      <a:gd name="connsiteY1659" fmla="*/ 719904 h 1788513"/>
                      <a:gd name="connsiteX1660" fmla="*/ 3786047 w 7665198"/>
                      <a:gd name="connsiteY1660" fmla="*/ 685900 h 1788513"/>
                      <a:gd name="connsiteX1661" fmla="*/ 3874058 w 7665198"/>
                      <a:gd name="connsiteY1661" fmla="*/ 583982 h 1788513"/>
                      <a:gd name="connsiteX1662" fmla="*/ 3847865 w 7665198"/>
                      <a:gd name="connsiteY1662" fmla="*/ 469873 h 1788513"/>
                      <a:gd name="connsiteX1663" fmla="*/ 3856056 w 7665198"/>
                      <a:gd name="connsiteY1663" fmla="*/ 461491 h 1788513"/>
                      <a:gd name="connsiteX1664" fmla="*/ 3864438 w 7665198"/>
                      <a:gd name="connsiteY1664" fmla="*/ 469682 h 1788513"/>
                      <a:gd name="connsiteX1665" fmla="*/ 3856247 w 7665198"/>
                      <a:gd name="connsiteY1665" fmla="*/ 478064 h 1788513"/>
                      <a:gd name="connsiteX1666" fmla="*/ 3847865 w 7665198"/>
                      <a:gd name="connsiteY1666" fmla="*/ 469873 h 1788513"/>
                      <a:gd name="connsiteX1667" fmla="*/ 4320590 w 7665198"/>
                      <a:gd name="connsiteY1667" fmla="*/ 746764 h 1788513"/>
                      <a:gd name="connsiteX1668" fmla="*/ 4373644 w 7665198"/>
                      <a:gd name="connsiteY1668" fmla="*/ 758385 h 1788513"/>
                      <a:gd name="connsiteX1669" fmla="*/ 4404411 w 7665198"/>
                      <a:gd name="connsiteY1669" fmla="*/ 760004 h 1788513"/>
                      <a:gd name="connsiteX1670" fmla="*/ 4399171 w 7665198"/>
                      <a:gd name="connsiteY1670" fmla="*/ 781054 h 1788513"/>
                      <a:gd name="connsiteX1671" fmla="*/ 4369263 w 7665198"/>
                      <a:gd name="connsiteY1671" fmla="*/ 797628 h 1788513"/>
                      <a:gd name="connsiteX1672" fmla="*/ 4356595 w 7665198"/>
                      <a:gd name="connsiteY1672" fmla="*/ 802486 h 1788513"/>
                      <a:gd name="connsiteX1673" fmla="*/ 4341641 w 7665198"/>
                      <a:gd name="connsiteY1673" fmla="*/ 808201 h 1788513"/>
                      <a:gd name="connsiteX1674" fmla="*/ 4340784 w 7665198"/>
                      <a:gd name="connsiteY1674" fmla="*/ 808582 h 1788513"/>
                      <a:gd name="connsiteX1675" fmla="*/ 4323162 w 7665198"/>
                      <a:gd name="connsiteY1675" fmla="*/ 826679 h 1788513"/>
                      <a:gd name="connsiteX1676" fmla="*/ 4214577 w 7665198"/>
                      <a:gd name="connsiteY1676" fmla="*/ 930597 h 1788513"/>
                      <a:gd name="connsiteX1677" fmla="*/ 4189431 w 7665198"/>
                      <a:gd name="connsiteY1677" fmla="*/ 951362 h 1788513"/>
                      <a:gd name="connsiteX1678" fmla="*/ 4160665 w 7665198"/>
                      <a:gd name="connsiteY1678" fmla="*/ 959267 h 1788513"/>
                      <a:gd name="connsiteX1679" fmla="*/ 4152474 w 7665198"/>
                      <a:gd name="connsiteY1679" fmla="*/ 947837 h 1788513"/>
                      <a:gd name="connsiteX1680" fmla="*/ 4172953 w 7665198"/>
                      <a:gd name="connsiteY1680" fmla="*/ 895640 h 1788513"/>
                      <a:gd name="connsiteX1681" fmla="*/ 4228674 w 7665198"/>
                      <a:gd name="connsiteY1681" fmla="*/ 818869 h 1788513"/>
                      <a:gd name="connsiteX1682" fmla="*/ 4320590 w 7665198"/>
                      <a:gd name="connsiteY1682" fmla="*/ 746764 h 1788513"/>
                      <a:gd name="connsiteX1683" fmla="*/ 4268584 w 7665198"/>
                      <a:gd name="connsiteY1683" fmla="*/ 658182 h 1788513"/>
                      <a:gd name="connsiteX1684" fmla="*/ 4276775 w 7665198"/>
                      <a:gd name="connsiteY1684" fmla="*/ 649800 h 1788513"/>
                      <a:gd name="connsiteX1685" fmla="*/ 4285157 w 7665198"/>
                      <a:gd name="connsiteY1685" fmla="*/ 657992 h 1788513"/>
                      <a:gd name="connsiteX1686" fmla="*/ 4276966 w 7665198"/>
                      <a:gd name="connsiteY1686" fmla="*/ 666373 h 1788513"/>
                      <a:gd name="connsiteX1687" fmla="*/ 4268584 w 7665198"/>
                      <a:gd name="connsiteY1687" fmla="*/ 658182 h 1788513"/>
                      <a:gd name="connsiteX1688" fmla="*/ 4359928 w 7665198"/>
                      <a:gd name="connsiteY1688" fmla="*/ 627988 h 1788513"/>
                      <a:gd name="connsiteX1689" fmla="*/ 4363643 w 7665198"/>
                      <a:gd name="connsiteY1689" fmla="*/ 610938 h 1788513"/>
                      <a:gd name="connsiteX1690" fmla="*/ 4387456 w 7665198"/>
                      <a:gd name="connsiteY1690" fmla="*/ 580744 h 1788513"/>
                      <a:gd name="connsiteX1691" fmla="*/ 4427270 w 7665198"/>
                      <a:gd name="connsiteY1691" fmla="*/ 572171 h 1788513"/>
                      <a:gd name="connsiteX1692" fmla="*/ 4441272 w 7665198"/>
                      <a:gd name="connsiteY1692" fmla="*/ 582458 h 1788513"/>
                      <a:gd name="connsiteX1693" fmla="*/ 4455560 w 7665198"/>
                      <a:gd name="connsiteY1693" fmla="*/ 575791 h 1788513"/>
                      <a:gd name="connsiteX1694" fmla="*/ 4466513 w 7665198"/>
                      <a:gd name="connsiteY1694" fmla="*/ 597603 h 1788513"/>
                      <a:gd name="connsiteX1695" fmla="*/ 4444130 w 7665198"/>
                      <a:gd name="connsiteY1695" fmla="*/ 657325 h 1788513"/>
                      <a:gd name="connsiteX1696" fmla="*/ 4403362 w 7665198"/>
                      <a:gd name="connsiteY1696" fmla="*/ 710188 h 1788513"/>
                      <a:gd name="connsiteX1697" fmla="*/ 4376883 w 7665198"/>
                      <a:gd name="connsiteY1697" fmla="*/ 728096 h 1788513"/>
                      <a:gd name="connsiteX1698" fmla="*/ 4345927 w 7665198"/>
                      <a:gd name="connsiteY1698" fmla="*/ 726286 h 1788513"/>
                      <a:gd name="connsiteX1699" fmla="*/ 4334021 w 7665198"/>
                      <a:gd name="connsiteY1699" fmla="*/ 686852 h 1788513"/>
                      <a:gd name="connsiteX1700" fmla="*/ 4354118 w 7665198"/>
                      <a:gd name="connsiteY1700" fmla="*/ 647990 h 1788513"/>
                      <a:gd name="connsiteX1701" fmla="*/ 4362500 w 7665198"/>
                      <a:gd name="connsiteY1701" fmla="*/ 634179 h 1788513"/>
                      <a:gd name="connsiteX1702" fmla="*/ 4359928 w 7665198"/>
                      <a:gd name="connsiteY1702" fmla="*/ 627988 h 1788513"/>
                      <a:gd name="connsiteX1703" fmla="*/ 4709115 w 7665198"/>
                      <a:gd name="connsiteY1703" fmla="*/ 738382 h 1788513"/>
                      <a:gd name="connsiteX1704" fmla="*/ 4733023 w 7665198"/>
                      <a:gd name="connsiteY1704" fmla="*/ 748955 h 1788513"/>
                      <a:gd name="connsiteX1705" fmla="*/ 4716640 w 7665198"/>
                      <a:gd name="connsiteY1705" fmla="*/ 802581 h 1788513"/>
                      <a:gd name="connsiteX1706" fmla="*/ 4652537 w 7665198"/>
                      <a:gd name="connsiteY1706" fmla="*/ 840205 h 1788513"/>
                      <a:gd name="connsiteX1707" fmla="*/ 4636916 w 7665198"/>
                      <a:gd name="connsiteY1707" fmla="*/ 835156 h 1788513"/>
                      <a:gd name="connsiteX1708" fmla="*/ 4620342 w 7665198"/>
                      <a:gd name="connsiteY1708" fmla="*/ 841443 h 1788513"/>
                      <a:gd name="connsiteX1709" fmla="*/ 4605959 w 7665198"/>
                      <a:gd name="connsiteY1709" fmla="*/ 845634 h 1788513"/>
                      <a:gd name="connsiteX1710" fmla="*/ 4595863 w 7665198"/>
                      <a:gd name="connsiteY1710" fmla="*/ 830013 h 1788513"/>
                      <a:gd name="connsiteX1711" fmla="*/ 4605388 w 7665198"/>
                      <a:gd name="connsiteY1711" fmla="*/ 817916 h 1788513"/>
                      <a:gd name="connsiteX1712" fmla="*/ 4549952 w 7665198"/>
                      <a:gd name="connsiteY1712" fmla="*/ 804105 h 1788513"/>
                      <a:gd name="connsiteX1713" fmla="*/ 4548905 w 7665198"/>
                      <a:gd name="connsiteY1713" fmla="*/ 799438 h 1788513"/>
                      <a:gd name="connsiteX1714" fmla="*/ 4554048 w 7665198"/>
                      <a:gd name="connsiteY1714" fmla="*/ 794675 h 1788513"/>
                      <a:gd name="connsiteX1715" fmla="*/ 4583004 w 7665198"/>
                      <a:gd name="connsiteY1715" fmla="*/ 774196 h 1788513"/>
                      <a:gd name="connsiteX1716" fmla="*/ 4614246 w 7665198"/>
                      <a:gd name="connsiteY1716" fmla="*/ 755242 h 1788513"/>
                      <a:gd name="connsiteX1717" fmla="*/ 4643393 w 7665198"/>
                      <a:gd name="connsiteY1717" fmla="*/ 747050 h 1788513"/>
                      <a:gd name="connsiteX1718" fmla="*/ 4691208 w 7665198"/>
                      <a:gd name="connsiteY1718" fmla="*/ 737239 h 1788513"/>
                      <a:gd name="connsiteX1719" fmla="*/ 4709115 w 7665198"/>
                      <a:gd name="connsiteY1719" fmla="*/ 738382 h 1788513"/>
                      <a:gd name="connsiteX1720" fmla="*/ 4693970 w 7665198"/>
                      <a:gd name="connsiteY1720" fmla="*/ 603509 h 1788513"/>
                      <a:gd name="connsiteX1721" fmla="*/ 4702162 w 7665198"/>
                      <a:gd name="connsiteY1721" fmla="*/ 595127 h 1788513"/>
                      <a:gd name="connsiteX1722" fmla="*/ 4710544 w 7665198"/>
                      <a:gd name="connsiteY1722" fmla="*/ 603318 h 1788513"/>
                      <a:gd name="connsiteX1723" fmla="*/ 4702352 w 7665198"/>
                      <a:gd name="connsiteY1723" fmla="*/ 611700 h 1788513"/>
                      <a:gd name="connsiteX1724" fmla="*/ 4693970 w 7665198"/>
                      <a:gd name="connsiteY1724" fmla="*/ 603509 h 1788513"/>
                      <a:gd name="connsiteX1725" fmla="*/ 4845227 w 7665198"/>
                      <a:gd name="connsiteY1725" fmla="*/ 331665 h 1788513"/>
                      <a:gd name="connsiteX1726" fmla="*/ 4846846 w 7665198"/>
                      <a:gd name="connsiteY1726" fmla="*/ 331665 h 1788513"/>
                      <a:gd name="connsiteX1727" fmla="*/ 4845989 w 7665198"/>
                      <a:gd name="connsiteY1727" fmla="*/ 332046 h 1788513"/>
                      <a:gd name="connsiteX1728" fmla="*/ 4880946 w 7665198"/>
                      <a:gd name="connsiteY1728" fmla="*/ 349286 h 1788513"/>
                      <a:gd name="connsiteX1729" fmla="*/ 4880089 w 7665198"/>
                      <a:gd name="connsiteY1729" fmla="*/ 352239 h 1788513"/>
                      <a:gd name="connsiteX1730" fmla="*/ 4884185 w 7665198"/>
                      <a:gd name="connsiteY1730" fmla="*/ 362717 h 1788513"/>
                      <a:gd name="connsiteX1731" fmla="*/ 4873802 w 7665198"/>
                      <a:gd name="connsiteY1731" fmla="*/ 378052 h 1788513"/>
                      <a:gd name="connsiteX1732" fmla="*/ 4879041 w 7665198"/>
                      <a:gd name="connsiteY1732" fmla="*/ 380052 h 1788513"/>
                      <a:gd name="connsiteX1733" fmla="*/ 4900949 w 7665198"/>
                      <a:gd name="connsiteY1733" fmla="*/ 414437 h 1788513"/>
                      <a:gd name="connsiteX1734" fmla="*/ 4892376 w 7665198"/>
                      <a:gd name="connsiteY1734" fmla="*/ 426344 h 1788513"/>
                      <a:gd name="connsiteX1735" fmla="*/ 4865611 w 7665198"/>
                      <a:gd name="connsiteY1735" fmla="*/ 458633 h 1788513"/>
                      <a:gd name="connsiteX1736" fmla="*/ 4846752 w 7665198"/>
                      <a:gd name="connsiteY1736" fmla="*/ 461491 h 1788513"/>
                      <a:gd name="connsiteX1737" fmla="*/ 4823034 w 7665198"/>
                      <a:gd name="connsiteY1737" fmla="*/ 508639 h 1788513"/>
                      <a:gd name="connsiteX1738" fmla="*/ 4763598 w 7665198"/>
                      <a:gd name="connsiteY1738" fmla="*/ 528261 h 1788513"/>
                      <a:gd name="connsiteX1739" fmla="*/ 4736261 w 7665198"/>
                      <a:gd name="connsiteY1739" fmla="*/ 505211 h 1788513"/>
                      <a:gd name="connsiteX1740" fmla="*/ 4721498 w 7665198"/>
                      <a:gd name="connsiteY1740" fmla="*/ 477969 h 1788513"/>
                      <a:gd name="connsiteX1741" fmla="*/ 4754073 w 7665198"/>
                      <a:gd name="connsiteY1741" fmla="*/ 392911 h 1788513"/>
                      <a:gd name="connsiteX1742" fmla="*/ 4845989 w 7665198"/>
                      <a:gd name="connsiteY1742" fmla="*/ 332046 h 1788513"/>
                      <a:gd name="connsiteX1743" fmla="*/ 4845227 w 7665198"/>
                      <a:gd name="connsiteY1743" fmla="*/ 331665 h 1788513"/>
                      <a:gd name="connsiteX1744" fmla="*/ 4898662 w 7665198"/>
                      <a:gd name="connsiteY1744" fmla="*/ 391768 h 1788513"/>
                      <a:gd name="connsiteX1745" fmla="*/ 4906854 w 7665198"/>
                      <a:gd name="connsiteY1745" fmla="*/ 383386 h 1788513"/>
                      <a:gd name="connsiteX1746" fmla="*/ 4915236 w 7665198"/>
                      <a:gd name="connsiteY1746" fmla="*/ 391577 h 1788513"/>
                      <a:gd name="connsiteX1747" fmla="*/ 4907044 w 7665198"/>
                      <a:gd name="connsiteY1747" fmla="*/ 399959 h 1788513"/>
                      <a:gd name="connsiteX1748" fmla="*/ 4898662 w 7665198"/>
                      <a:gd name="connsiteY1748" fmla="*/ 391768 h 1788513"/>
                      <a:gd name="connsiteX1749" fmla="*/ 5244897 w 7665198"/>
                      <a:gd name="connsiteY1749" fmla="*/ 500543 h 1788513"/>
                      <a:gd name="connsiteX1750" fmla="*/ 5226989 w 7665198"/>
                      <a:gd name="connsiteY1750" fmla="*/ 449680 h 1788513"/>
                      <a:gd name="connsiteX1751" fmla="*/ 5200986 w 7665198"/>
                      <a:gd name="connsiteY1751" fmla="*/ 428248 h 1788513"/>
                      <a:gd name="connsiteX1752" fmla="*/ 5234419 w 7665198"/>
                      <a:gd name="connsiteY1752" fmla="*/ 438917 h 1788513"/>
                      <a:gd name="connsiteX1753" fmla="*/ 5250611 w 7665198"/>
                      <a:gd name="connsiteY1753" fmla="*/ 456919 h 1788513"/>
                      <a:gd name="connsiteX1754" fmla="*/ 5262232 w 7665198"/>
                      <a:gd name="connsiteY1754" fmla="*/ 517021 h 1788513"/>
                      <a:gd name="connsiteX1755" fmla="*/ 5278043 w 7665198"/>
                      <a:gd name="connsiteY1755" fmla="*/ 510640 h 1788513"/>
                      <a:gd name="connsiteX1756" fmla="*/ 5325002 w 7665198"/>
                      <a:gd name="connsiteY1756" fmla="*/ 496733 h 1788513"/>
                      <a:gd name="connsiteX1757" fmla="*/ 5290426 w 7665198"/>
                      <a:gd name="connsiteY1757" fmla="*/ 509878 h 1788513"/>
                      <a:gd name="connsiteX1758" fmla="*/ 5278139 w 7665198"/>
                      <a:gd name="connsiteY1758" fmla="*/ 517117 h 1788513"/>
                      <a:gd name="connsiteX1759" fmla="*/ 5273376 w 7665198"/>
                      <a:gd name="connsiteY1759" fmla="*/ 529595 h 1788513"/>
                      <a:gd name="connsiteX1760" fmla="*/ 5256993 w 7665198"/>
                      <a:gd name="connsiteY1760" fmla="*/ 647323 h 1788513"/>
                      <a:gd name="connsiteX1761" fmla="*/ 5257279 w 7665198"/>
                      <a:gd name="connsiteY1761" fmla="*/ 570362 h 1788513"/>
                      <a:gd name="connsiteX1762" fmla="*/ 5189461 w 7665198"/>
                      <a:gd name="connsiteY1762" fmla="*/ 676089 h 1788513"/>
                      <a:gd name="connsiteX1763" fmla="*/ 5244897 w 7665198"/>
                      <a:gd name="connsiteY1763" fmla="*/ 500543 h 1788513"/>
                      <a:gd name="connsiteX1764" fmla="*/ 5186127 w 7665198"/>
                      <a:gd name="connsiteY1764" fmla="*/ 543596 h 1788513"/>
                      <a:gd name="connsiteX1765" fmla="*/ 5177745 w 7665198"/>
                      <a:gd name="connsiteY1765" fmla="*/ 535405 h 1788513"/>
                      <a:gd name="connsiteX1766" fmla="*/ 5185937 w 7665198"/>
                      <a:gd name="connsiteY1766" fmla="*/ 527023 h 1788513"/>
                      <a:gd name="connsiteX1767" fmla="*/ 5194319 w 7665198"/>
                      <a:gd name="connsiteY1767" fmla="*/ 535214 h 1788513"/>
                      <a:gd name="connsiteX1768" fmla="*/ 5186127 w 7665198"/>
                      <a:gd name="connsiteY1768" fmla="*/ 543596 h 1788513"/>
                      <a:gd name="connsiteX1769" fmla="*/ 5184889 w 7665198"/>
                      <a:gd name="connsiteY1769" fmla="*/ 739335 h 1788513"/>
                      <a:gd name="connsiteX1770" fmla="*/ 5295950 w 7665198"/>
                      <a:gd name="connsiteY1770" fmla="*/ 691710 h 1788513"/>
                      <a:gd name="connsiteX1771" fmla="*/ 5305095 w 7665198"/>
                      <a:gd name="connsiteY1771" fmla="*/ 590745 h 1788513"/>
                      <a:gd name="connsiteX1772" fmla="*/ 5295284 w 7665198"/>
                      <a:gd name="connsiteY1772" fmla="*/ 594746 h 1788513"/>
                      <a:gd name="connsiteX1773" fmla="*/ 5276234 w 7665198"/>
                      <a:gd name="connsiteY1773" fmla="*/ 578172 h 1788513"/>
                      <a:gd name="connsiteX1774" fmla="*/ 5284425 w 7665198"/>
                      <a:gd name="connsiteY1774" fmla="*/ 552169 h 1788513"/>
                      <a:gd name="connsiteX1775" fmla="*/ 5309476 w 7665198"/>
                      <a:gd name="connsiteY1775" fmla="*/ 530642 h 1788513"/>
                      <a:gd name="connsiteX1776" fmla="*/ 5352624 w 7665198"/>
                      <a:gd name="connsiteY1776" fmla="*/ 522737 h 1788513"/>
                      <a:gd name="connsiteX1777" fmla="*/ 5366150 w 7665198"/>
                      <a:gd name="connsiteY1777" fmla="*/ 520546 h 1788513"/>
                      <a:gd name="connsiteX1778" fmla="*/ 5411869 w 7665198"/>
                      <a:gd name="connsiteY1778" fmla="*/ 532833 h 1788513"/>
                      <a:gd name="connsiteX1779" fmla="*/ 5398916 w 7665198"/>
                      <a:gd name="connsiteY1779" fmla="*/ 569885 h 1788513"/>
                      <a:gd name="connsiteX1780" fmla="*/ 5331669 w 7665198"/>
                      <a:gd name="connsiteY1780" fmla="*/ 709712 h 1788513"/>
                      <a:gd name="connsiteX1781" fmla="*/ 5307761 w 7665198"/>
                      <a:gd name="connsiteY1781" fmla="*/ 717332 h 1788513"/>
                      <a:gd name="connsiteX1782" fmla="*/ 5299761 w 7665198"/>
                      <a:gd name="connsiteY1782" fmla="*/ 707617 h 1788513"/>
                      <a:gd name="connsiteX1783" fmla="*/ 5264994 w 7665198"/>
                      <a:gd name="connsiteY1783" fmla="*/ 762195 h 1788513"/>
                      <a:gd name="connsiteX1784" fmla="*/ 5216798 w 7665198"/>
                      <a:gd name="connsiteY1784" fmla="*/ 840300 h 1788513"/>
                      <a:gd name="connsiteX1785" fmla="*/ 5126691 w 7665198"/>
                      <a:gd name="connsiteY1785" fmla="*/ 893069 h 1788513"/>
                      <a:gd name="connsiteX1786" fmla="*/ 5095354 w 7665198"/>
                      <a:gd name="connsiteY1786" fmla="*/ 868494 h 1788513"/>
                      <a:gd name="connsiteX1787" fmla="*/ 5184889 w 7665198"/>
                      <a:gd name="connsiteY1787" fmla="*/ 739335 h 1788513"/>
                      <a:gd name="connsiteX1788" fmla="*/ 5485117 w 7665198"/>
                      <a:gd name="connsiteY1788" fmla="*/ 884591 h 1788513"/>
                      <a:gd name="connsiteX1789" fmla="*/ 5479878 w 7665198"/>
                      <a:gd name="connsiteY1789" fmla="*/ 905642 h 1788513"/>
                      <a:gd name="connsiteX1790" fmla="*/ 5449969 w 7665198"/>
                      <a:gd name="connsiteY1790" fmla="*/ 922215 h 1788513"/>
                      <a:gd name="connsiteX1791" fmla="*/ 5392248 w 7665198"/>
                      <a:gd name="connsiteY1791" fmla="*/ 944218 h 1788513"/>
                      <a:gd name="connsiteX1792" fmla="*/ 5354148 w 7665198"/>
                      <a:gd name="connsiteY1792" fmla="*/ 968030 h 1788513"/>
                      <a:gd name="connsiteX1793" fmla="*/ 5323478 w 7665198"/>
                      <a:gd name="connsiteY1793" fmla="*/ 973079 h 1788513"/>
                      <a:gd name="connsiteX1794" fmla="*/ 5288426 w 7665198"/>
                      <a:gd name="connsiteY1794" fmla="*/ 974126 h 1788513"/>
                      <a:gd name="connsiteX1795" fmla="*/ 5270614 w 7665198"/>
                      <a:gd name="connsiteY1795" fmla="*/ 971745 h 1788513"/>
                      <a:gd name="connsiteX1796" fmla="*/ 5270614 w 7665198"/>
                      <a:gd name="connsiteY1796" fmla="*/ 951552 h 1788513"/>
                      <a:gd name="connsiteX1797" fmla="*/ 5303094 w 7665198"/>
                      <a:gd name="connsiteY1797" fmla="*/ 914690 h 1788513"/>
                      <a:gd name="connsiteX1798" fmla="*/ 5364816 w 7665198"/>
                      <a:gd name="connsiteY1798" fmla="*/ 878019 h 1788513"/>
                      <a:gd name="connsiteX1799" fmla="*/ 5440254 w 7665198"/>
                      <a:gd name="connsiteY1799" fmla="*/ 847539 h 1788513"/>
                      <a:gd name="connsiteX1800" fmla="*/ 5463590 w 7665198"/>
                      <a:gd name="connsiteY1800" fmla="*/ 868304 h 1788513"/>
                      <a:gd name="connsiteX1801" fmla="*/ 5458066 w 7665198"/>
                      <a:gd name="connsiteY1801" fmla="*/ 882305 h 1788513"/>
                      <a:gd name="connsiteX1802" fmla="*/ 5485117 w 7665198"/>
                      <a:gd name="connsiteY1802" fmla="*/ 884591 h 1788513"/>
                      <a:gd name="connsiteX1803" fmla="*/ 5537695 w 7665198"/>
                      <a:gd name="connsiteY1803" fmla="*/ 850301 h 1788513"/>
                      <a:gd name="connsiteX1804" fmla="*/ 5529313 w 7665198"/>
                      <a:gd name="connsiteY1804" fmla="*/ 846205 h 1788513"/>
                      <a:gd name="connsiteX1805" fmla="*/ 5493118 w 7665198"/>
                      <a:gd name="connsiteY1805" fmla="*/ 826584 h 1788513"/>
                      <a:gd name="connsiteX1806" fmla="*/ 5569889 w 7665198"/>
                      <a:gd name="connsiteY1806" fmla="*/ 834680 h 1788513"/>
                      <a:gd name="connsiteX1807" fmla="*/ 5693905 w 7665198"/>
                      <a:gd name="connsiteY1807" fmla="*/ 782102 h 1788513"/>
                      <a:gd name="connsiteX1808" fmla="*/ 5613990 w 7665198"/>
                      <a:gd name="connsiteY1808" fmla="*/ 823822 h 1788513"/>
                      <a:gd name="connsiteX1809" fmla="*/ 5546934 w 7665198"/>
                      <a:gd name="connsiteY1809" fmla="*/ 858017 h 1788513"/>
                      <a:gd name="connsiteX1810" fmla="*/ 5530837 w 7665198"/>
                      <a:gd name="connsiteY1810" fmla="*/ 880210 h 1788513"/>
                      <a:gd name="connsiteX1811" fmla="*/ 5510358 w 7665198"/>
                      <a:gd name="connsiteY1811" fmla="*/ 915262 h 1788513"/>
                      <a:gd name="connsiteX1812" fmla="*/ 5499023 w 7665198"/>
                      <a:gd name="connsiteY1812" fmla="*/ 961744 h 1788513"/>
                      <a:gd name="connsiteX1813" fmla="*/ 5531789 w 7665198"/>
                      <a:gd name="connsiteY1813" fmla="*/ 983842 h 1788513"/>
                      <a:gd name="connsiteX1814" fmla="*/ 5394344 w 7665198"/>
                      <a:gd name="connsiteY1814" fmla="*/ 995462 h 1788513"/>
                      <a:gd name="connsiteX1815" fmla="*/ 5467115 w 7665198"/>
                      <a:gd name="connsiteY1815" fmla="*/ 957362 h 1788513"/>
                      <a:gd name="connsiteX1816" fmla="*/ 5492927 w 7665198"/>
                      <a:gd name="connsiteY1816" fmla="*/ 926120 h 1788513"/>
                      <a:gd name="connsiteX1817" fmla="*/ 5533695 w 7665198"/>
                      <a:gd name="connsiteY1817" fmla="*/ 862970 h 1788513"/>
                      <a:gd name="connsiteX1818" fmla="*/ 5537695 w 7665198"/>
                      <a:gd name="connsiteY1818" fmla="*/ 850301 h 1788513"/>
                      <a:gd name="connsiteX1819" fmla="*/ 5712098 w 7665198"/>
                      <a:gd name="connsiteY1819" fmla="*/ 675422 h 1788513"/>
                      <a:gd name="connsiteX1820" fmla="*/ 5726290 w 7665198"/>
                      <a:gd name="connsiteY1820" fmla="*/ 633417 h 1788513"/>
                      <a:gd name="connsiteX1821" fmla="*/ 5742006 w 7665198"/>
                      <a:gd name="connsiteY1821" fmla="*/ 653134 h 1788513"/>
                      <a:gd name="connsiteX1822" fmla="*/ 5767629 w 7665198"/>
                      <a:gd name="connsiteY1822" fmla="*/ 668660 h 1788513"/>
                      <a:gd name="connsiteX1823" fmla="*/ 5815539 w 7665198"/>
                      <a:gd name="connsiteY1823" fmla="*/ 684662 h 1788513"/>
                      <a:gd name="connsiteX1824" fmla="*/ 5743625 w 7665198"/>
                      <a:gd name="connsiteY1824" fmla="*/ 668660 h 1788513"/>
                      <a:gd name="connsiteX1825" fmla="*/ 5731528 w 7665198"/>
                      <a:gd name="connsiteY1825" fmla="*/ 667326 h 1788513"/>
                      <a:gd name="connsiteX1826" fmla="*/ 5702668 w 7665198"/>
                      <a:gd name="connsiteY1826" fmla="*/ 695615 h 1788513"/>
                      <a:gd name="connsiteX1827" fmla="*/ 5666187 w 7665198"/>
                      <a:gd name="connsiteY1827" fmla="*/ 722762 h 1788513"/>
                      <a:gd name="connsiteX1828" fmla="*/ 5712098 w 7665198"/>
                      <a:gd name="connsiteY1828" fmla="*/ 675422 h 1788513"/>
                      <a:gd name="connsiteX1829" fmla="*/ 5703811 w 7665198"/>
                      <a:gd name="connsiteY1829" fmla="*/ 473587 h 1788513"/>
                      <a:gd name="connsiteX1830" fmla="*/ 5662568 w 7665198"/>
                      <a:gd name="connsiteY1830" fmla="*/ 463110 h 1788513"/>
                      <a:gd name="connsiteX1831" fmla="*/ 5632754 w 7665198"/>
                      <a:gd name="connsiteY1831" fmla="*/ 469015 h 1788513"/>
                      <a:gd name="connsiteX1832" fmla="*/ 5669426 w 7665198"/>
                      <a:gd name="connsiteY1832" fmla="*/ 456728 h 1788513"/>
                      <a:gd name="connsiteX1833" fmla="*/ 5700858 w 7665198"/>
                      <a:gd name="connsiteY1833" fmla="*/ 459681 h 1788513"/>
                      <a:gd name="connsiteX1834" fmla="*/ 5737434 w 7665198"/>
                      <a:gd name="connsiteY1834" fmla="*/ 489399 h 1788513"/>
                      <a:gd name="connsiteX1835" fmla="*/ 5741720 w 7665198"/>
                      <a:gd name="connsiteY1835" fmla="*/ 536357 h 1788513"/>
                      <a:gd name="connsiteX1836" fmla="*/ 5730005 w 7665198"/>
                      <a:gd name="connsiteY1836" fmla="*/ 491495 h 1788513"/>
                      <a:gd name="connsiteX1837" fmla="*/ 5703811 w 7665198"/>
                      <a:gd name="connsiteY1837" fmla="*/ 473587 h 1788513"/>
                      <a:gd name="connsiteX1838" fmla="*/ 5993276 w 7665198"/>
                      <a:gd name="connsiteY1838" fmla="*/ 847348 h 1788513"/>
                      <a:gd name="connsiteX1839" fmla="*/ 6038900 w 7665198"/>
                      <a:gd name="connsiteY1839" fmla="*/ 787627 h 1788513"/>
                      <a:gd name="connsiteX1840" fmla="*/ 6019470 w 7665198"/>
                      <a:gd name="connsiteY1840" fmla="*/ 838395 h 1788513"/>
                      <a:gd name="connsiteX1841" fmla="*/ 6006230 w 7665198"/>
                      <a:gd name="connsiteY1841" fmla="*/ 855350 h 1788513"/>
                      <a:gd name="connsiteX1842" fmla="*/ 5980988 w 7665198"/>
                      <a:gd name="connsiteY1842" fmla="*/ 874114 h 1788513"/>
                      <a:gd name="connsiteX1843" fmla="*/ 5886120 w 7665198"/>
                      <a:gd name="connsiteY1843" fmla="*/ 916310 h 1788513"/>
                      <a:gd name="connsiteX1844" fmla="*/ 5993276 w 7665198"/>
                      <a:gd name="connsiteY1844" fmla="*/ 847348 h 1788513"/>
                      <a:gd name="connsiteX1845" fmla="*/ 5929554 w 7665198"/>
                      <a:gd name="connsiteY1845" fmla="*/ 715427 h 1788513"/>
                      <a:gd name="connsiteX1846" fmla="*/ 5980988 w 7665198"/>
                      <a:gd name="connsiteY1846" fmla="*/ 698378 h 1788513"/>
                      <a:gd name="connsiteX1847" fmla="*/ 6016231 w 7665198"/>
                      <a:gd name="connsiteY1847" fmla="*/ 668945 h 1788513"/>
                      <a:gd name="connsiteX1848" fmla="*/ 5929554 w 7665198"/>
                      <a:gd name="connsiteY1848" fmla="*/ 715427 h 1788513"/>
                      <a:gd name="connsiteX1849" fmla="*/ 6392278 w 7665198"/>
                      <a:gd name="connsiteY1849" fmla="*/ 336332 h 1788513"/>
                      <a:gd name="connsiteX1850" fmla="*/ 6400374 w 7665198"/>
                      <a:gd name="connsiteY1850" fmla="*/ 358906 h 1788513"/>
                      <a:gd name="connsiteX1851" fmla="*/ 6399993 w 7665198"/>
                      <a:gd name="connsiteY1851" fmla="*/ 359859 h 1788513"/>
                      <a:gd name="connsiteX1852" fmla="*/ 6385611 w 7665198"/>
                      <a:gd name="connsiteY1852" fmla="*/ 375099 h 1788513"/>
                      <a:gd name="connsiteX1853" fmla="*/ 6382658 w 7665198"/>
                      <a:gd name="connsiteY1853" fmla="*/ 376909 h 1788513"/>
                      <a:gd name="connsiteX1854" fmla="*/ 6341414 w 7665198"/>
                      <a:gd name="connsiteY1854" fmla="*/ 401579 h 1788513"/>
                      <a:gd name="connsiteX1855" fmla="*/ 6332461 w 7665198"/>
                      <a:gd name="connsiteY1855" fmla="*/ 405770 h 1788513"/>
                      <a:gd name="connsiteX1856" fmla="*/ 6317221 w 7665198"/>
                      <a:gd name="connsiteY1856" fmla="*/ 418914 h 1788513"/>
                      <a:gd name="connsiteX1857" fmla="*/ 6286360 w 7665198"/>
                      <a:gd name="connsiteY1857" fmla="*/ 427201 h 1788513"/>
                      <a:gd name="connsiteX1858" fmla="*/ 6275596 w 7665198"/>
                      <a:gd name="connsiteY1858" fmla="*/ 412532 h 1788513"/>
                      <a:gd name="connsiteX1859" fmla="*/ 6273120 w 7665198"/>
                      <a:gd name="connsiteY1859" fmla="*/ 380052 h 1788513"/>
                      <a:gd name="connsiteX1860" fmla="*/ 6280454 w 7665198"/>
                      <a:gd name="connsiteY1860" fmla="*/ 346524 h 1788513"/>
                      <a:gd name="connsiteX1861" fmla="*/ 6359512 w 7665198"/>
                      <a:gd name="connsiteY1861" fmla="*/ 329474 h 1788513"/>
                      <a:gd name="connsiteX1862" fmla="*/ 6358083 w 7665198"/>
                      <a:gd name="connsiteY1862" fmla="*/ 336618 h 1788513"/>
                      <a:gd name="connsiteX1863" fmla="*/ 6392278 w 7665198"/>
                      <a:gd name="connsiteY1863" fmla="*/ 336332 h 1788513"/>
                      <a:gd name="connsiteX1864" fmla="*/ 6440760 w 7665198"/>
                      <a:gd name="connsiteY1864" fmla="*/ 527594 h 1788513"/>
                      <a:gd name="connsiteX1865" fmla="*/ 6481337 w 7665198"/>
                      <a:gd name="connsiteY1865" fmla="*/ 522546 h 1788513"/>
                      <a:gd name="connsiteX1866" fmla="*/ 6483051 w 7665198"/>
                      <a:gd name="connsiteY1866" fmla="*/ 520546 h 1788513"/>
                      <a:gd name="connsiteX1867" fmla="*/ 6481337 w 7665198"/>
                      <a:gd name="connsiteY1867" fmla="*/ 522546 h 1788513"/>
                      <a:gd name="connsiteX1868" fmla="*/ 6450285 w 7665198"/>
                      <a:gd name="connsiteY1868" fmla="*/ 537214 h 1788513"/>
                      <a:gd name="connsiteX1869" fmla="*/ 6432093 w 7665198"/>
                      <a:gd name="connsiteY1869" fmla="*/ 539977 h 1788513"/>
                      <a:gd name="connsiteX1870" fmla="*/ 6426473 w 7665198"/>
                      <a:gd name="connsiteY1870" fmla="*/ 555598 h 1788513"/>
                      <a:gd name="connsiteX1871" fmla="*/ 6426187 w 7665198"/>
                      <a:gd name="connsiteY1871" fmla="*/ 619987 h 1788513"/>
                      <a:gd name="connsiteX1872" fmla="*/ 6451714 w 7665198"/>
                      <a:gd name="connsiteY1872" fmla="*/ 678089 h 1788513"/>
                      <a:gd name="connsiteX1873" fmla="*/ 6430950 w 7665198"/>
                      <a:gd name="connsiteY1873" fmla="*/ 653420 h 1788513"/>
                      <a:gd name="connsiteX1874" fmla="*/ 6418853 w 7665198"/>
                      <a:gd name="connsiteY1874" fmla="*/ 615986 h 1788513"/>
                      <a:gd name="connsiteX1875" fmla="*/ 6405518 w 7665198"/>
                      <a:gd name="connsiteY1875" fmla="*/ 523784 h 1788513"/>
                      <a:gd name="connsiteX1876" fmla="*/ 6440760 w 7665198"/>
                      <a:gd name="connsiteY1876" fmla="*/ 527594 h 1788513"/>
                      <a:gd name="connsiteX1877" fmla="*/ 6414757 w 7665198"/>
                      <a:gd name="connsiteY1877" fmla="*/ 387958 h 1788513"/>
                      <a:gd name="connsiteX1878" fmla="*/ 6422948 w 7665198"/>
                      <a:gd name="connsiteY1878" fmla="*/ 379576 h 1788513"/>
                      <a:gd name="connsiteX1879" fmla="*/ 6431330 w 7665198"/>
                      <a:gd name="connsiteY1879" fmla="*/ 387767 h 1788513"/>
                      <a:gd name="connsiteX1880" fmla="*/ 6423139 w 7665198"/>
                      <a:gd name="connsiteY1880" fmla="*/ 396149 h 1788513"/>
                      <a:gd name="connsiteX1881" fmla="*/ 6414757 w 7665198"/>
                      <a:gd name="connsiteY1881" fmla="*/ 387958 h 1788513"/>
                      <a:gd name="connsiteX1882" fmla="*/ 6552679 w 7665198"/>
                      <a:gd name="connsiteY1882" fmla="*/ 610747 h 1788513"/>
                      <a:gd name="connsiteX1883" fmla="*/ 6568681 w 7665198"/>
                      <a:gd name="connsiteY1883" fmla="*/ 675041 h 1788513"/>
                      <a:gd name="connsiteX1884" fmla="*/ 6571634 w 7665198"/>
                      <a:gd name="connsiteY1884" fmla="*/ 696568 h 1788513"/>
                      <a:gd name="connsiteX1885" fmla="*/ 6564014 w 7665198"/>
                      <a:gd name="connsiteY1885" fmla="*/ 703712 h 1788513"/>
                      <a:gd name="connsiteX1886" fmla="*/ 6514198 w 7665198"/>
                      <a:gd name="connsiteY1886" fmla="*/ 698092 h 1788513"/>
                      <a:gd name="connsiteX1887" fmla="*/ 6477050 w 7665198"/>
                      <a:gd name="connsiteY1887" fmla="*/ 660944 h 1788513"/>
                      <a:gd name="connsiteX1888" fmla="*/ 6451809 w 7665198"/>
                      <a:gd name="connsiteY1888" fmla="*/ 624273 h 1788513"/>
                      <a:gd name="connsiteX1889" fmla="*/ 6475527 w 7665198"/>
                      <a:gd name="connsiteY1889" fmla="*/ 558360 h 1788513"/>
                      <a:gd name="connsiteX1890" fmla="*/ 6554013 w 7665198"/>
                      <a:gd name="connsiteY1890" fmla="*/ 547406 h 1788513"/>
                      <a:gd name="connsiteX1891" fmla="*/ 6552679 w 7665198"/>
                      <a:gd name="connsiteY1891" fmla="*/ 610747 h 1788513"/>
                      <a:gd name="connsiteX1892" fmla="*/ 6557251 w 7665198"/>
                      <a:gd name="connsiteY1892" fmla="*/ 565885 h 1788513"/>
                      <a:gd name="connsiteX1893" fmla="*/ 6573253 w 7665198"/>
                      <a:gd name="connsiteY1893" fmla="*/ 549406 h 1788513"/>
                      <a:gd name="connsiteX1894" fmla="*/ 6589731 w 7665198"/>
                      <a:gd name="connsiteY1894" fmla="*/ 565409 h 1788513"/>
                      <a:gd name="connsiteX1895" fmla="*/ 6573729 w 7665198"/>
                      <a:gd name="connsiteY1895" fmla="*/ 581887 h 1788513"/>
                      <a:gd name="connsiteX1896" fmla="*/ 6557251 w 7665198"/>
                      <a:gd name="connsiteY1896" fmla="*/ 565885 h 1788513"/>
                      <a:gd name="connsiteX1897" fmla="*/ 6301885 w 7665198"/>
                      <a:gd name="connsiteY1897" fmla="*/ 895164 h 1788513"/>
                      <a:gd name="connsiteX1898" fmla="*/ 6315792 w 7665198"/>
                      <a:gd name="connsiteY1898" fmla="*/ 887449 h 1788513"/>
                      <a:gd name="connsiteX1899" fmla="*/ 6319697 w 7665198"/>
                      <a:gd name="connsiteY1899" fmla="*/ 895164 h 1788513"/>
                      <a:gd name="connsiteX1900" fmla="*/ 6305791 w 7665198"/>
                      <a:gd name="connsiteY1900" fmla="*/ 902879 h 1788513"/>
                      <a:gd name="connsiteX1901" fmla="*/ 6301885 w 7665198"/>
                      <a:gd name="connsiteY1901" fmla="*/ 895164 h 1788513"/>
                      <a:gd name="connsiteX1902" fmla="*/ 6297314 w 7665198"/>
                      <a:gd name="connsiteY1902" fmla="*/ 881067 h 1788513"/>
                      <a:gd name="connsiteX1903" fmla="*/ 6209970 w 7665198"/>
                      <a:gd name="connsiteY1903" fmla="*/ 942027 h 1788513"/>
                      <a:gd name="connsiteX1904" fmla="*/ 6193872 w 7665198"/>
                      <a:gd name="connsiteY1904" fmla="*/ 877257 h 1788513"/>
                      <a:gd name="connsiteX1905" fmla="*/ 6210065 w 7665198"/>
                      <a:gd name="connsiteY1905" fmla="*/ 857445 h 1788513"/>
                      <a:gd name="connsiteX1906" fmla="*/ 6222447 w 7665198"/>
                      <a:gd name="connsiteY1906" fmla="*/ 854588 h 1788513"/>
                      <a:gd name="connsiteX1907" fmla="*/ 6290265 w 7665198"/>
                      <a:gd name="connsiteY1907" fmla="*/ 853635 h 1788513"/>
                      <a:gd name="connsiteX1908" fmla="*/ 6296552 w 7665198"/>
                      <a:gd name="connsiteY1908" fmla="*/ 852682 h 1788513"/>
                      <a:gd name="connsiteX1909" fmla="*/ 6304171 w 7665198"/>
                      <a:gd name="connsiteY1909" fmla="*/ 867827 h 1788513"/>
                      <a:gd name="connsiteX1910" fmla="*/ 6302362 w 7665198"/>
                      <a:gd name="connsiteY1910" fmla="*/ 870209 h 1788513"/>
                      <a:gd name="connsiteX1911" fmla="*/ 6297314 w 7665198"/>
                      <a:gd name="connsiteY1911" fmla="*/ 881067 h 1788513"/>
                      <a:gd name="connsiteX1912" fmla="*/ 6262357 w 7665198"/>
                      <a:gd name="connsiteY1912" fmla="*/ 813821 h 1788513"/>
                      <a:gd name="connsiteX1913" fmla="*/ 6256832 w 7665198"/>
                      <a:gd name="connsiteY1913" fmla="*/ 806296 h 1788513"/>
                      <a:gd name="connsiteX1914" fmla="*/ 6261881 w 7665198"/>
                      <a:gd name="connsiteY1914" fmla="*/ 796771 h 1788513"/>
                      <a:gd name="connsiteX1915" fmla="*/ 6301505 w 7665198"/>
                      <a:gd name="connsiteY1915" fmla="*/ 746479 h 1788513"/>
                      <a:gd name="connsiteX1916" fmla="*/ 6325603 w 7665198"/>
                      <a:gd name="connsiteY1916" fmla="*/ 722762 h 1788513"/>
                      <a:gd name="connsiteX1917" fmla="*/ 6354273 w 7665198"/>
                      <a:gd name="connsiteY1917" fmla="*/ 707617 h 1788513"/>
                      <a:gd name="connsiteX1918" fmla="*/ 6474384 w 7665198"/>
                      <a:gd name="connsiteY1918" fmla="*/ 688662 h 1788513"/>
                      <a:gd name="connsiteX1919" fmla="*/ 6477527 w 7665198"/>
                      <a:gd name="connsiteY1919" fmla="*/ 727334 h 1788513"/>
                      <a:gd name="connsiteX1920" fmla="*/ 6372656 w 7665198"/>
                      <a:gd name="connsiteY1920" fmla="*/ 808296 h 1788513"/>
                      <a:gd name="connsiteX1921" fmla="*/ 6262357 w 7665198"/>
                      <a:gd name="connsiteY1921" fmla="*/ 813821 h 1788513"/>
                      <a:gd name="connsiteX1922" fmla="*/ 6358274 w 7665198"/>
                      <a:gd name="connsiteY1922" fmla="*/ 548645 h 1788513"/>
                      <a:gd name="connsiteX1923" fmla="*/ 6366465 w 7665198"/>
                      <a:gd name="connsiteY1923" fmla="*/ 540263 h 1788513"/>
                      <a:gd name="connsiteX1924" fmla="*/ 6374847 w 7665198"/>
                      <a:gd name="connsiteY1924" fmla="*/ 548454 h 1788513"/>
                      <a:gd name="connsiteX1925" fmla="*/ 6366656 w 7665198"/>
                      <a:gd name="connsiteY1925" fmla="*/ 556836 h 1788513"/>
                      <a:gd name="connsiteX1926" fmla="*/ 6358274 w 7665198"/>
                      <a:gd name="connsiteY1926" fmla="*/ 548645 h 1788513"/>
                      <a:gd name="connsiteX1927" fmla="*/ 6347891 w 7665198"/>
                      <a:gd name="connsiteY1927" fmla="*/ 497971 h 1788513"/>
                      <a:gd name="connsiteX1928" fmla="*/ 6343415 w 7665198"/>
                      <a:gd name="connsiteY1928" fmla="*/ 518069 h 1788513"/>
                      <a:gd name="connsiteX1929" fmla="*/ 6343605 w 7665198"/>
                      <a:gd name="connsiteY1929" fmla="*/ 519498 h 1788513"/>
                      <a:gd name="connsiteX1930" fmla="*/ 6341414 w 7665198"/>
                      <a:gd name="connsiteY1930" fmla="*/ 527785 h 1788513"/>
                      <a:gd name="connsiteX1931" fmla="*/ 6323221 w 7665198"/>
                      <a:gd name="connsiteY1931" fmla="*/ 623321 h 1788513"/>
                      <a:gd name="connsiteX1932" fmla="*/ 6315316 w 7665198"/>
                      <a:gd name="connsiteY1932" fmla="*/ 648657 h 1788513"/>
                      <a:gd name="connsiteX1933" fmla="*/ 6292075 w 7665198"/>
                      <a:gd name="connsiteY1933" fmla="*/ 669326 h 1788513"/>
                      <a:gd name="connsiteX1934" fmla="*/ 6230925 w 7665198"/>
                      <a:gd name="connsiteY1934" fmla="*/ 671707 h 1788513"/>
                      <a:gd name="connsiteX1935" fmla="*/ 6213018 w 7665198"/>
                      <a:gd name="connsiteY1935" fmla="*/ 650562 h 1788513"/>
                      <a:gd name="connsiteX1936" fmla="*/ 6212446 w 7665198"/>
                      <a:gd name="connsiteY1936" fmla="*/ 563599 h 1788513"/>
                      <a:gd name="connsiteX1937" fmla="*/ 6275120 w 7665198"/>
                      <a:gd name="connsiteY1937" fmla="*/ 501401 h 1788513"/>
                      <a:gd name="connsiteX1938" fmla="*/ 6347891 w 7665198"/>
                      <a:gd name="connsiteY1938" fmla="*/ 497971 h 1788513"/>
                      <a:gd name="connsiteX1939" fmla="*/ 6241687 w 7665198"/>
                      <a:gd name="connsiteY1939" fmla="*/ 766291 h 1788513"/>
                      <a:gd name="connsiteX1940" fmla="*/ 6167679 w 7665198"/>
                      <a:gd name="connsiteY1940" fmla="*/ 846872 h 1788513"/>
                      <a:gd name="connsiteX1941" fmla="*/ 6155772 w 7665198"/>
                      <a:gd name="connsiteY1941" fmla="*/ 854588 h 1788513"/>
                      <a:gd name="connsiteX1942" fmla="*/ 6151677 w 7665198"/>
                      <a:gd name="connsiteY1942" fmla="*/ 862588 h 1788513"/>
                      <a:gd name="connsiteX1943" fmla="*/ 6149581 w 7665198"/>
                      <a:gd name="connsiteY1943" fmla="*/ 925168 h 1788513"/>
                      <a:gd name="connsiteX1944" fmla="*/ 6136055 w 7665198"/>
                      <a:gd name="connsiteY1944" fmla="*/ 898117 h 1788513"/>
                      <a:gd name="connsiteX1945" fmla="*/ 6142437 w 7665198"/>
                      <a:gd name="connsiteY1945" fmla="*/ 857636 h 1788513"/>
                      <a:gd name="connsiteX1946" fmla="*/ 6129388 w 7665198"/>
                      <a:gd name="connsiteY1946" fmla="*/ 851254 h 1788513"/>
                      <a:gd name="connsiteX1947" fmla="*/ 6101860 w 7665198"/>
                      <a:gd name="connsiteY1947" fmla="*/ 852016 h 1788513"/>
                      <a:gd name="connsiteX1948" fmla="*/ 6129388 w 7665198"/>
                      <a:gd name="connsiteY1948" fmla="*/ 851254 h 1788513"/>
                      <a:gd name="connsiteX1949" fmla="*/ 6169678 w 7665198"/>
                      <a:gd name="connsiteY1949" fmla="*/ 836585 h 1788513"/>
                      <a:gd name="connsiteX1950" fmla="*/ 6195111 w 7665198"/>
                      <a:gd name="connsiteY1950" fmla="*/ 822869 h 1788513"/>
                      <a:gd name="connsiteX1951" fmla="*/ 6241687 w 7665198"/>
                      <a:gd name="connsiteY1951" fmla="*/ 766291 h 1788513"/>
                      <a:gd name="connsiteX1952" fmla="*/ 6105861 w 7665198"/>
                      <a:gd name="connsiteY1952" fmla="*/ 938122 h 1788513"/>
                      <a:gd name="connsiteX1953" fmla="*/ 6091955 w 7665198"/>
                      <a:gd name="connsiteY1953" fmla="*/ 945837 h 1788513"/>
                      <a:gd name="connsiteX1954" fmla="*/ 6088050 w 7665198"/>
                      <a:gd name="connsiteY1954" fmla="*/ 938122 h 1788513"/>
                      <a:gd name="connsiteX1955" fmla="*/ 6101956 w 7665198"/>
                      <a:gd name="connsiteY1955" fmla="*/ 930406 h 1788513"/>
                      <a:gd name="connsiteX1956" fmla="*/ 6105861 w 7665198"/>
                      <a:gd name="connsiteY1956" fmla="*/ 938122 h 1788513"/>
                      <a:gd name="connsiteX1957" fmla="*/ 6166440 w 7665198"/>
                      <a:gd name="connsiteY1957" fmla="*/ 741145 h 1788513"/>
                      <a:gd name="connsiteX1958" fmla="*/ 6142913 w 7665198"/>
                      <a:gd name="connsiteY1958" fmla="*/ 795532 h 1788513"/>
                      <a:gd name="connsiteX1959" fmla="*/ 6104242 w 7665198"/>
                      <a:gd name="connsiteY1959" fmla="*/ 822584 h 1788513"/>
                      <a:gd name="connsiteX1960" fmla="*/ 6070237 w 7665198"/>
                      <a:gd name="connsiteY1960" fmla="*/ 834966 h 1788513"/>
                      <a:gd name="connsiteX1961" fmla="*/ 6059475 w 7665198"/>
                      <a:gd name="connsiteY1961" fmla="*/ 814011 h 1788513"/>
                      <a:gd name="connsiteX1962" fmla="*/ 6102623 w 7665198"/>
                      <a:gd name="connsiteY1962" fmla="*/ 745145 h 1788513"/>
                      <a:gd name="connsiteX1963" fmla="*/ 6189586 w 7665198"/>
                      <a:gd name="connsiteY1963" fmla="*/ 711331 h 1788513"/>
                      <a:gd name="connsiteX1964" fmla="*/ 6166440 w 7665198"/>
                      <a:gd name="connsiteY1964" fmla="*/ 741145 h 1788513"/>
                      <a:gd name="connsiteX1965" fmla="*/ 6122339 w 7665198"/>
                      <a:gd name="connsiteY1965" fmla="*/ 435011 h 1788513"/>
                      <a:gd name="connsiteX1966" fmla="*/ 6121482 w 7665198"/>
                      <a:gd name="connsiteY1966" fmla="*/ 470825 h 1788513"/>
                      <a:gd name="connsiteX1967" fmla="*/ 6101765 w 7665198"/>
                      <a:gd name="connsiteY1967" fmla="*/ 566647 h 1788513"/>
                      <a:gd name="connsiteX1968" fmla="*/ 6090621 w 7665198"/>
                      <a:gd name="connsiteY1968" fmla="*/ 578744 h 1788513"/>
                      <a:gd name="connsiteX1969" fmla="*/ 6062237 w 7665198"/>
                      <a:gd name="connsiteY1969" fmla="*/ 576077 h 1788513"/>
                      <a:gd name="connsiteX1970" fmla="*/ 6050235 w 7665198"/>
                      <a:gd name="connsiteY1970" fmla="*/ 565409 h 1788513"/>
                      <a:gd name="connsiteX1971" fmla="*/ 6046330 w 7665198"/>
                      <a:gd name="connsiteY1971" fmla="*/ 550740 h 1788513"/>
                      <a:gd name="connsiteX1972" fmla="*/ 6109766 w 7665198"/>
                      <a:gd name="connsiteY1972" fmla="*/ 404436 h 1788513"/>
                      <a:gd name="connsiteX1973" fmla="*/ 6110529 w 7665198"/>
                      <a:gd name="connsiteY1973" fmla="*/ 405293 h 1788513"/>
                      <a:gd name="connsiteX1974" fmla="*/ 6113767 w 7665198"/>
                      <a:gd name="connsiteY1974" fmla="*/ 404912 h 1788513"/>
                      <a:gd name="connsiteX1975" fmla="*/ 6130245 w 7665198"/>
                      <a:gd name="connsiteY1975" fmla="*/ 420914 h 1788513"/>
                      <a:gd name="connsiteX1976" fmla="*/ 6122339 w 7665198"/>
                      <a:gd name="connsiteY1976" fmla="*/ 435011 h 1788513"/>
                      <a:gd name="connsiteX1977" fmla="*/ 6065285 w 7665198"/>
                      <a:gd name="connsiteY1977" fmla="*/ 882877 h 1788513"/>
                      <a:gd name="connsiteX1978" fmla="*/ 6059475 w 7665198"/>
                      <a:gd name="connsiteY1978" fmla="*/ 889449 h 1788513"/>
                      <a:gd name="connsiteX1979" fmla="*/ 6095955 w 7665198"/>
                      <a:gd name="connsiteY1979" fmla="*/ 889735 h 1788513"/>
                      <a:gd name="connsiteX1980" fmla="*/ 6090716 w 7665198"/>
                      <a:gd name="connsiteY1980" fmla="*/ 910785 h 1788513"/>
                      <a:gd name="connsiteX1981" fmla="*/ 6089954 w 7665198"/>
                      <a:gd name="connsiteY1981" fmla="*/ 911452 h 1788513"/>
                      <a:gd name="connsiteX1982" fmla="*/ 6064903 w 7665198"/>
                      <a:gd name="connsiteY1982" fmla="*/ 925739 h 1788513"/>
                      <a:gd name="connsiteX1983" fmla="*/ 6060712 w 7665198"/>
                      <a:gd name="connsiteY1983" fmla="*/ 927359 h 1788513"/>
                      <a:gd name="connsiteX1984" fmla="*/ 6001563 w 7665198"/>
                      <a:gd name="connsiteY1984" fmla="*/ 949838 h 1788513"/>
                      <a:gd name="connsiteX1985" fmla="*/ 5989466 w 7665198"/>
                      <a:gd name="connsiteY1985" fmla="*/ 953647 h 1788513"/>
                      <a:gd name="connsiteX1986" fmla="*/ 5965082 w 7665198"/>
                      <a:gd name="connsiteY1986" fmla="*/ 965649 h 1788513"/>
                      <a:gd name="connsiteX1987" fmla="*/ 5927077 w 7665198"/>
                      <a:gd name="connsiteY1987" fmla="*/ 972983 h 1788513"/>
                      <a:gd name="connsiteX1988" fmla="*/ 5924696 w 7665198"/>
                      <a:gd name="connsiteY1988" fmla="*/ 959172 h 1788513"/>
                      <a:gd name="connsiteX1989" fmla="*/ 5942031 w 7665198"/>
                      <a:gd name="connsiteY1989" fmla="*/ 928882 h 1788513"/>
                      <a:gd name="connsiteX1990" fmla="*/ 5970511 w 7665198"/>
                      <a:gd name="connsiteY1990" fmla="*/ 897736 h 1788513"/>
                      <a:gd name="connsiteX1991" fmla="*/ 6065285 w 7665198"/>
                      <a:gd name="connsiteY1991" fmla="*/ 882877 h 1788513"/>
                      <a:gd name="connsiteX1992" fmla="*/ 5678951 w 7665198"/>
                      <a:gd name="connsiteY1992" fmla="*/ 892973 h 1788513"/>
                      <a:gd name="connsiteX1993" fmla="*/ 5732671 w 7665198"/>
                      <a:gd name="connsiteY1993" fmla="*/ 920024 h 1788513"/>
                      <a:gd name="connsiteX1994" fmla="*/ 5756865 w 7665198"/>
                      <a:gd name="connsiteY1994" fmla="*/ 934312 h 1788513"/>
                      <a:gd name="connsiteX1995" fmla="*/ 5671616 w 7665198"/>
                      <a:gd name="connsiteY1995" fmla="*/ 898879 h 1788513"/>
                      <a:gd name="connsiteX1996" fmla="*/ 5693810 w 7665198"/>
                      <a:gd name="connsiteY1996" fmla="*/ 805343 h 1788513"/>
                      <a:gd name="connsiteX1997" fmla="*/ 5677427 w 7665198"/>
                      <a:gd name="connsiteY1997" fmla="*/ 866779 h 1788513"/>
                      <a:gd name="connsiteX1998" fmla="*/ 5678951 w 7665198"/>
                      <a:gd name="connsiteY1998" fmla="*/ 892973 h 1788513"/>
                      <a:gd name="connsiteX1999" fmla="*/ 5844400 w 7665198"/>
                      <a:gd name="connsiteY1999" fmla="*/ 836680 h 1788513"/>
                      <a:gd name="connsiteX2000" fmla="*/ 5830398 w 7665198"/>
                      <a:gd name="connsiteY2000" fmla="*/ 868685 h 1788513"/>
                      <a:gd name="connsiteX2001" fmla="*/ 5790107 w 7665198"/>
                      <a:gd name="connsiteY2001" fmla="*/ 886687 h 1788513"/>
                      <a:gd name="connsiteX2002" fmla="*/ 5775629 w 7665198"/>
                      <a:gd name="connsiteY2002" fmla="*/ 879543 h 1788513"/>
                      <a:gd name="connsiteX2003" fmla="*/ 5738958 w 7665198"/>
                      <a:gd name="connsiteY2003" fmla="*/ 863065 h 1788513"/>
                      <a:gd name="connsiteX2004" fmla="*/ 5732862 w 7665198"/>
                      <a:gd name="connsiteY2004" fmla="*/ 843920 h 1788513"/>
                      <a:gd name="connsiteX2005" fmla="*/ 5802300 w 7665198"/>
                      <a:gd name="connsiteY2005" fmla="*/ 751432 h 1788513"/>
                      <a:gd name="connsiteX2006" fmla="*/ 5821254 w 7665198"/>
                      <a:gd name="connsiteY2006" fmla="*/ 764957 h 1788513"/>
                      <a:gd name="connsiteX2007" fmla="*/ 5862879 w 7665198"/>
                      <a:gd name="connsiteY2007" fmla="*/ 760004 h 1788513"/>
                      <a:gd name="connsiteX2008" fmla="*/ 5865069 w 7665198"/>
                      <a:gd name="connsiteY2008" fmla="*/ 792294 h 1788513"/>
                      <a:gd name="connsiteX2009" fmla="*/ 5848591 w 7665198"/>
                      <a:gd name="connsiteY2009" fmla="*/ 803343 h 1788513"/>
                      <a:gd name="connsiteX2010" fmla="*/ 5838495 w 7665198"/>
                      <a:gd name="connsiteY2010" fmla="*/ 810106 h 1788513"/>
                      <a:gd name="connsiteX2011" fmla="*/ 5844400 w 7665198"/>
                      <a:gd name="connsiteY2011" fmla="*/ 836680 h 1788513"/>
                      <a:gd name="connsiteX2012" fmla="*/ 5779725 w 7665198"/>
                      <a:gd name="connsiteY2012" fmla="*/ 993081 h 1788513"/>
                      <a:gd name="connsiteX2013" fmla="*/ 5765819 w 7665198"/>
                      <a:gd name="connsiteY2013" fmla="*/ 1000796 h 1788513"/>
                      <a:gd name="connsiteX2014" fmla="*/ 5761913 w 7665198"/>
                      <a:gd name="connsiteY2014" fmla="*/ 993081 h 1788513"/>
                      <a:gd name="connsiteX2015" fmla="*/ 5775820 w 7665198"/>
                      <a:gd name="connsiteY2015" fmla="*/ 985366 h 1788513"/>
                      <a:gd name="connsiteX2016" fmla="*/ 5779725 w 7665198"/>
                      <a:gd name="connsiteY2016" fmla="*/ 993081 h 1788513"/>
                      <a:gd name="connsiteX2017" fmla="*/ 5752579 w 7665198"/>
                      <a:gd name="connsiteY2017" fmla="*/ 950219 h 1788513"/>
                      <a:gd name="connsiteX2018" fmla="*/ 5753055 w 7665198"/>
                      <a:gd name="connsiteY2018" fmla="*/ 950980 h 1788513"/>
                      <a:gd name="connsiteX2019" fmla="*/ 5756579 w 7665198"/>
                      <a:gd name="connsiteY2019" fmla="*/ 950695 h 1788513"/>
                      <a:gd name="connsiteX2020" fmla="*/ 5764200 w 7665198"/>
                      <a:gd name="connsiteY2020" fmla="*/ 965839 h 1788513"/>
                      <a:gd name="connsiteX2021" fmla="*/ 5747340 w 7665198"/>
                      <a:gd name="connsiteY2021" fmla="*/ 978794 h 1788513"/>
                      <a:gd name="connsiteX2022" fmla="*/ 5724290 w 7665198"/>
                      <a:gd name="connsiteY2022" fmla="*/ 1012131 h 1788513"/>
                      <a:gd name="connsiteX2023" fmla="*/ 5644184 w 7665198"/>
                      <a:gd name="connsiteY2023" fmla="*/ 1101285 h 1788513"/>
                      <a:gd name="connsiteX2024" fmla="*/ 5624849 w 7665198"/>
                      <a:gd name="connsiteY2024" fmla="*/ 1112429 h 1788513"/>
                      <a:gd name="connsiteX2025" fmla="*/ 5596179 w 7665198"/>
                      <a:gd name="connsiteY2025" fmla="*/ 1109667 h 1788513"/>
                      <a:gd name="connsiteX2026" fmla="*/ 5589987 w 7665198"/>
                      <a:gd name="connsiteY2026" fmla="*/ 1099571 h 1788513"/>
                      <a:gd name="connsiteX2027" fmla="*/ 5594940 w 7665198"/>
                      <a:gd name="connsiteY2027" fmla="*/ 1085855 h 1788513"/>
                      <a:gd name="connsiteX2028" fmla="*/ 5752579 w 7665198"/>
                      <a:gd name="connsiteY2028" fmla="*/ 950219 h 1788513"/>
                      <a:gd name="connsiteX2029" fmla="*/ 5697239 w 7665198"/>
                      <a:gd name="connsiteY2029" fmla="*/ 1114239 h 1788513"/>
                      <a:gd name="connsiteX2030" fmla="*/ 5792393 w 7665198"/>
                      <a:gd name="connsiteY2030" fmla="*/ 1043087 h 1788513"/>
                      <a:gd name="connsiteX2031" fmla="*/ 5853830 w 7665198"/>
                      <a:gd name="connsiteY2031" fmla="*/ 1014512 h 1788513"/>
                      <a:gd name="connsiteX2032" fmla="*/ 5891644 w 7665198"/>
                      <a:gd name="connsiteY2032" fmla="*/ 955648 h 1788513"/>
                      <a:gd name="connsiteX2033" fmla="*/ 5893453 w 7665198"/>
                      <a:gd name="connsiteY2033" fmla="*/ 995367 h 1788513"/>
                      <a:gd name="connsiteX2034" fmla="*/ 5954890 w 7665198"/>
                      <a:gd name="connsiteY2034" fmla="*/ 1007845 h 1788513"/>
                      <a:gd name="connsiteX2035" fmla="*/ 5792298 w 7665198"/>
                      <a:gd name="connsiteY2035" fmla="*/ 1049469 h 1788513"/>
                      <a:gd name="connsiteX2036" fmla="*/ 5741339 w 7665198"/>
                      <a:gd name="connsiteY2036" fmla="*/ 1082045 h 1788513"/>
                      <a:gd name="connsiteX2037" fmla="*/ 5703430 w 7665198"/>
                      <a:gd name="connsiteY2037" fmla="*/ 1133384 h 1788513"/>
                      <a:gd name="connsiteX2038" fmla="*/ 5669330 w 7665198"/>
                      <a:gd name="connsiteY2038" fmla="*/ 1194535 h 1788513"/>
                      <a:gd name="connsiteX2039" fmla="*/ 5697239 w 7665198"/>
                      <a:gd name="connsiteY2039" fmla="*/ 1114239 h 1788513"/>
                      <a:gd name="connsiteX2040" fmla="*/ 5927553 w 7665198"/>
                      <a:gd name="connsiteY2040" fmla="*/ 503782 h 1788513"/>
                      <a:gd name="connsiteX2041" fmla="*/ 5909837 w 7665198"/>
                      <a:gd name="connsiteY2041" fmla="*/ 521784 h 1788513"/>
                      <a:gd name="connsiteX2042" fmla="*/ 5926315 w 7665198"/>
                      <a:gd name="connsiteY2042" fmla="*/ 537786 h 1788513"/>
                      <a:gd name="connsiteX2043" fmla="*/ 5910313 w 7665198"/>
                      <a:gd name="connsiteY2043" fmla="*/ 554264 h 1788513"/>
                      <a:gd name="connsiteX2044" fmla="*/ 5893835 w 7665198"/>
                      <a:gd name="connsiteY2044" fmla="*/ 538262 h 1788513"/>
                      <a:gd name="connsiteX2045" fmla="*/ 5896025 w 7665198"/>
                      <a:gd name="connsiteY2045" fmla="*/ 530071 h 1788513"/>
                      <a:gd name="connsiteX2046" fmla="*/ 5890596 w 7665198"/>
                      <a:gd name="connsiteY2046" fmla="*/ 533309 h 1788513"/>
                      <a:gd name="connsiteX2047" fmla="*/ 5892787 w 7665198"/>
                      <a:gd name="connsiteY2047" fmla="*/ 585030 h 1788513"/>
                      <a:gd name="connsiteX2048" fmla="*/ 5889262 w 7665198"/>
                      <a:gd name="connsiteY2048" fmla="*/ 617225 h 1788513"/>
                      <a:gd name="connsiteX2049" fmla="*/ 5860211 w 7665198"/>
                      <a:gd name="connsiteY2049" fmla="*/ 645038 h 1788513"/>
                      <a:gd name="connsiteX2050" fmla="*/ 5813825 w 7665198"/>
                      <a:gd name="connsiteY2050" fmla="*/ 659325 h 1788513"/>
                      <a:gd name="connsiteX2051" fmla="*/ 5778201 w 7665198"/>
                      <a:gd name="connsiteY2051" fmla="*/ 614557 h 1788513"/>
                      <a:gd name="connsiteX2052" fmla="*/ 5797632 w 7665198"/>
                      <a:gd name="connsiteY2052" fmla="*/ 509211 h 1788513"/>
                      <a:gd name="connsiteX2053" fmla="*/ 5880119 w 7665198"/>
                      <a:gd name="connsiteY2053" fmla="*/ 473969 h 1788513"/>
                      <a:gd name="connsiteX2054" fmla="*/ 5885643 w 7665198"/>
                      <a:gd name="connsiteY2054" fmla="*/ 481303 h 1788513"/>
                      <a:gd name="connsiteX2055" fmla="*/ 5919647 w 7665198"/>
                      <a:gd name="connsiteY2055" fmla="*/ 481207 h 1788513"/>
                      <a:gd name="connsiteX2056" fmla="*/ 5927553 w 7665198"/>
                      <a:gd name="connsiteY2056" fmla="*/ 503782 h 1788513"/>
                      <a:gd name="connsiteX2057" fmla="*/ 5538552 w 7665198"/>
                      <a:gd name="connsiteY2057" fmla="*/ 946599 h 1788513"/>
                      <a:gd name="connsiteX2058" fmla="*/ 5520169 w 7665198"/>
                      <a:gd name="connsiteY2058" fmla="*/ 937741 h 1788513"/>
                      <a:gd name="connsiteX2059" fmla="*/ 5609418 w 7665198"/>
                      <a:gd name="connsiteY2059" fmla="*/ 860779 h 1788513"/>
                      <a:gd name="connsiteX2060" fmla="*/ 5538552 w 7665198"/>
                      <a:gd name="connsiteY2060" fmla="*/ 946599 h 1788513"/>
                      <a:gd name="connsiteX2061" fmla="*/ 5294331 w 7665198"/>
                      <a:gd name="connsiteY2061" fmla="*/ 1026990 h 1788513"/>
                      <a:gd name="connsiteX2062" fmla="*/ 5277377 w 7665198"/>
                      <a:gd name="connsiteY2062" fmla="*/ 1010131 h 1788513"/>
                      <a:gd name="connsiteX2063" fmla="*/ 5239848 w 7665198"/>
                      <a:gd name="connsiteY2063" fmla="*/ 999939 h 1788513"/>
                      <a:gd name="connsiteX2064" fmla="*/ 5204415 w 7665198"/>
                      <a:gd name="connsiteY2064" fmla="*/ 1005082 h 1788513"/>
                      <a:gd name="connsiteX2065" fmla="*/ 5251087 w 7665198"/>
                      <a:gd name="connsiteY2065" fmla="*/ 994034 h 1788513"/>
                      <a:gd name="connsiteX2066" fmla="*/ 5282806 w 7665198"/>
                      <a:gd name="connsiteY2066" fmla="*/ 997081 h 1788513"/>
                      <a:gd name="connsiteX2067" fmla="*/ 5303570 w 7665198"/>
                      <a:gd name="connsiteY2067" fmla="*/ 1025180 h 1788513"/>
                      <a:gd name="connsiteX2068" fmla="*/ 5279186 w 7665198"/>
                      <a:gd name="connsiteY2068" fmla="*/ 1068995 h 1788513"/>
                      <a:gd name="connsiteX2069" fmla="*/ 5294331 w 7665198"/>
                      <a:gd name="connsiteY2069" fmla="*/ 1026990 h 1788513"/>
                      <a:gd name="connsiteX2070" fmla="*/ 5113356 w 7665198"/>
                      <a:gd name="connsiteY2070" fmla="*/ 1081664 h 1788513"/>
                      <a:gd name="connsiteX2071" fmla="*/ 5138216 w 7665198"/>
                      <a:gd name="connsiteY2071" fmla="*/ 1057470 h 1788513"/>
                      <a:gd name="connsiteX2072" fmla="*/ 5178222 w 7665198"/>
                      <a:gd name="connsiteY2072" fmla="*/ 1037753 h 1788513"/>
                      <a:gd name="connsiteX2073" fmla="*/ 5232228 w 7665198"/>
                      <a:gd name="connsiteY2073" fmla="*/ 1032896 h 1788513"/>
                      <a:gd name="connsiteX2074" fmla="*/ 5226989 w 7665198"/>
                      <a:gd name="connsiteY2074" fmla="*/ 1053946 h 1788513"/>
                      <a:gd name="connsiteX2075" fmla="*/ 5217560 w 7665198"/>
                      <a:gd name="connsiteY2075" fmla="*/ 1061089 h 1788513"/>
                      <a:gd name="connsiteX2076" fmla="*/ 5215655 w 7665198"/>
                      <a:gd name="connsiteY2076" fmla="*/ 1072805 h 1788513"/>
                      <a:gd name="connsiteX2077" fmla="*/ 5209749 w 7665198"/>
                      <a:gd name="connsiteY2077" fmla="*/ 1085759 h 1788513"/>
                      <a:gd name="connsiteX2078" fmla="*/ 5219941 w 7665198"/>
                      <a:gd name="connsiteY2078" fmla="*/ 1081759 h 1788513"/>
                      <a:gd name="connsiteX2079" fmla="*/ 5223846 w 7665198"/>
                      <a:gd name="connsiteY2079" fmla="*/ 1089474 h 1788513"/>
                      <a:gd name="connsiteX2080" fmla="*/ 5209940 w 7665198"/>
                      <a:gd name="connsiteY2080" fmla="*/ 1097189 h 1788513"/>
                      <a:gd name="connsiteX2081" fmla="*/ 5204796 w 7665198"/>
                      <a:gd name="connsiteY2081" fmla="*/ 1092903 h 1788513"/>
                      <a:gd name="connsiteX2082" fmla="*/ 5145075 w 7665198"/>
                      <a:gd name="connsiteY2082" fmla="*/ 1146910 h 1788513"/>
                      <a:gd name="connsiteX2083" fmla="*/ 5048872 w 7665198"/>
                      <a:gd name="connsiteY2083" fmla="*/ 1210251 h 1788513"/>
                      <a:gd name="connsiteX2084" fmla="*/ 4984007 w 7665198"/>
                      <a:gd name="connsiteY2084" fmla="*/ 1214252 h 1788513"/>
                      <a:gd name="connsiteX2085" fmla="*/ 4982388 w 7665198"/>
                      <a:gd name="connsiteY2085" fmla="*/ 1201298 h 1788513"/>
                      <a:gd name="connsiteX2086" fmla="*/ 5012962 w 7665198"/>
                      <a:gd name="connsiteY2086" fmla="*/ 1149577 h 1788513"/>
                      <a:gd name="connsiteX2087" fmla="*/ 5062016 w 7665198"/>
                      <a:gd name="connsiteY2087" fmla="*/ 1117859 h 1788513"/>
                      <a:gd name="connsiteX2088" fmla="*/ 5111737 w 7665198"/>
                      <a:gd name="connsiteY2088" fmla="*/ 1088426 h 1788513"/>
                      <a:gd name="connsiteX2089" fmla="*/ 5113356 w 7665198"/>
                      <a:gd name="connsiteY2089" fmla="*/ 1081664 h 1788513"/>
                      <a:gd name="connsiteX2090" fmla="*/ 5161838 w 7665198"/>
                      <a:gd name="connsiteY2090" fmla="*/ 1198345 h 1788513"/>
                      <a:gd name="connsiteX2091" fmla="*/ 5202891 w 7665198"/>
                      <a:gd name="connsiteY2091" fmla="*/ 1159388 h 1788513"/>
                      <a:gd name="connsiteX2092" fmla="*/ 5207463 w 7665198"/>
                      <a:gd name="connsiteY2092" fmla="*/ 1177961 h 1788513"/>
                      <a:gd name="connsiteX2093" fmla="*/ 5225180 w 7665198"/>
                      <a:gd name="connsiteY2093" fmla="*/ 1192725 h 1788513"/>
                      <a:gd name="connsiteX2094" fmla="*/ 5266423 w 7665198"/>
                      <a:gd name="connsiteY2094" fmla="*/ 1208155 h 1788513"/>
                      <a:gd name="connsiteX2095" fmla="*/ 5199653 w 7665198"/>
                      <a:gd name="connsiteY2095" fmla="*/ 1192440 h 1788513"/>
                      <a:gd name="connsiteX2096" fmla="*/ 5187556 w 7665198"/>
                      <a:gd name="connsiteY2096" fmla="*/ 1191106 h 1788513"/>
                      <a:gd name="connsiteX2097" fmla="*/ 5139359 w 7665198"/>
                      <a:gd name="connsiteY2097" fmla="*/ 1217109 h 1788513"/>
                      <a:gd name="connsiteX2098" fmla="*/ 5083828 w 7665198"/>
                      <a:gd name="connsiteY2098" fmla="*/ 1241969 h 1788513"/>
                      <a:gd name="connsiteX2099" fmla="*/ 5161838 w 7665198"/>
                      <a:gd name="connsiteY2099" fmla="*/ 1198345 h 1788513"/>
                      <a:gd name="connsiteX2100" fmla="*/ 5342052 w 7665198"/>
                      <a:gd name="connsiteY2100" fmla="*/ 877447 h 1788513"/>
                      <a:gd name="connsiteX2101" fmla="*/ 5232133 w 7665198"/>
                      <a:gd name="connsiteY2101" fmla="*/ 921072 h 1788513"/>
                      <a:gd name="connsiteX2102" fmla="*/ 5313191 w 7665198"/>
                      <a:gd name="connsiteY2102" fmla="*/ 887544 h 1788513"/>
                      <a:gd name="connsiteX2103" fmla="*/ 5432920 w 7665198"/>
                      <a:gd name="connsiteY2103" fmla="*/ 788008 h 1788513"/>
                      <a:gd name="connsiteX2104" fmla="*/ 5342052 w 7665198"/>
                      <a:gd name="connsiteY2104" fmla="*/ 877447 h 1788513"/>
                      <a:gd name="connsiteX2105" fmla="*/ 5061159 w 7665198"/>
                      <a:gd name="connsiteY2105" fmla="*/ 849158 h 1788513"/>
                      <a:gd name="connsiteX2106" fmla="*/ 5054682 w 7665198"/>
                      <a:gd name="connsiteY2106" fmla="*/ 860969 h 1788513"/>
                      <a:gd name="connsiteX2107" fmla="*/ 5059254 w 7665198"/>
                      <a:gd name="connsiteY2107" fmla="*/ 864113 h 1788513"/>
                      <a:gd name="connsiteX2108" fmla="*/ 5070875 w 7665198"/>
                      <a:gd name="connsiteY2108" fmla="*/ 882210 h 1788513"/>
                      <a:gd name="connsiteX2109" fmla="*/ 5101926 w 7665198"/>
                      <a:gd name="connsiteY2109" fmla="*/ 916786 h 1788513"/>
                      <a:gd name="connsiteX2110" fmla="*/ 5059730 w 7665198"/>
                      <a:gd name="connsiteY2110" fmla="*/ 884305 h 1788513"/>
                      <a:gd name="connsiteX2111" fmla="*/ 5047253 w 7665198"/>
                      <a:gd name="connsiteY2111" fmla="*/ 872780 h 1788513"/>
                      <a:gd name="connsiteX2112" fmla="*/ 5003343 w 7665198"/>
                      <a:gd name="connsiteY2112" fmla="*/ 875543 h 1788513"/>
                      <a:gd name="connsiteX2113" fmla="*/ 4976101 w 7665198"/>
                      <a:gd name="connsiteY2113" fmla="*/ 885068 h 1788513"/>
                      <a:gd name="connsiteX2114" fmla="*/ 5003343 w 7665198"/>
                      <a:gd name="connsiteY2114" fmla="*/ 875543 h 1788513"/>
                      <a:gd name="connsiteX2115" fmla="*/ 5054587 w 7665198"/>
                      <a:gd name="connsiteY2115" fmla="*/ 844491 h 1788513"/>
                      <a:gd name="connsiteX2116" fmla="*/ 5097259 w 7665198"/>
                      <a:gd name="connsiteY2116" fmla="*/ 790294 h 1788513"/>
                      <a:gd name="connsiteX2117" fmla="*/ 5061159 w 7665198"/>
                      <a:gd name="connsiteY2117" fmla="*/ 849158 h 1788513"/>
                      <a:gd name="connsiteX2118" fmla="*/ 5004866 w 7665198"/>
                      <a:gd name="connsiteY2118" fmla="*/ 937646 h 1788513"/>
                      <a:gd name="connsiteX2119" fmla="*/ 4999628 w 7665198"/>
                      <a:gd name="connsiteY2119" fmla="*/ 958696 h 1788513"/>
                      <a:gd name="connsiteX2120" fmla="*/ 4969719 w 7665198"/>
                      <a:gd name="connsiteY2120" fmla="*/ 975269 h 1788513"/>
                      <a:gd name="connsiteX2121" fmla="*/ 4910569 w 7665198"/>
                      <a:gd name="connsiteY2121" fmla="*/ 997748 h 1788513"/>
                      <a:gd name="connsiteX2122" fmla="*/ 4896186 w 7665198"/>
                      <a:gd name="connsiteY2122" fmla="*/ 1001939 h 1788513"/>
                      <a:gd name="connsiteX2123" fmla="*/ 4885804 w 7665198"/>
                      <a:gd name="connsiteY2123" fmla="*/ 987176 h 1788513"/>
                      <a:gd name="connsiteX2124" fmla="*/ 4884661 w 7665198"/>
                      <a:gd name="connsiteY2124" fmla="*/ 987652 h 1788513"/>
                      <a:gd name="connsiteX2125" fmla="*/ 4846846 w 7665198"/>
                      <a:gd name="connsiteY2125" fmla="*/ 996701 h 1788513"/>
                      <a:gd name="connsiteX2126" fmla="*/ 4837703 w 7665198"/>
                      <a:gd name="connsiteY2126" fmla="*/ 993557 h 1788513"/>
                      <a:gd name="connsiteX2127" fmla="*/ 4839036 w 7665198"/>
                      <a:gd name="connsiteY2127" fmla="*/ 988700 h 1788513"/>
                      <a:gd name="connsiteX2128" fmla="*/ 4878279 w 7665198"/>
                      <a:gd name="connsiteY2128" fmla="*/ 952886 h 1788513"/>
                      <a:gd name="connsiteX2129" fmla="*/ 4929905 w 7665198"/>
                      <a:gd name="connsiteY2129" fmla="*/ 927835 h 1788513"/>
                      <a:gd name="connsiteX2130" fmla="*/ 4968862 w 7665198"/>
                      <a:gd name="connsiteY2130" fmla="*/ 911642 h 1788513"/>
                      <a:gd name="connsiteX2131" fmla="*/ 5038299 w 7665198"/>
                      <a:gd name="connsiteY2131" fmla="*/ 914309 h 1788513"/>
                      <a:gd name="connsiteX2132" fmla="*/ 5002866 w 7665198"/>
                      <a:gd name="connsiteY2132" fmla="*/ 935931 h 1788513"/>
                      <a:gd name="connsiteX2133" fmla="*/ 5004866 w 7665198"/>
                      <a:gd name="connsiteY2133" fmla="*/ 937646 h 1788513"/>
                      <a:gd name="connsiteX2134" fmla="*/ 4979530 w 7665198"/>
                      <a:gd name="connsiteY2134" fmla="*/ 798104 h 1788513"/>
                      <a:gd name="connsiteX2135" fmla="*/ 4949622 w 7665198"/>
                      <a:gd name="connsiteY2135" fmla="*/ 814678 h 1788513"/>
                      <a:gd name="connsiteX2136" fmla="*/ 4917141 w 7665198"/>
                      <a:gd name="connsiteY2136" fmla="*/ 827060 h 1788513"/>
                      <a:gd name="connsiteX2137" fmla="*/ 4897805 w 7665198"/>
                      <a:gd name="connsiteY2137" fmla="*/ 853445 h 1788513"/>
                      <a:gd name="connsiteX2138" fmla="*/ 4852657 w 7665198"/>
                      <a:gd name="connsiteY2138" fmla="*/ 895545 h 1788513"/>
                      <a:gd name="connsiteX2139" fmla="*/ 4804461 w 7665198"/>
                      <a:gd name="connsiteY2139" fmla="*/ 916595 h 1788513"/>
                      <a:gd name="connsiteX2140" fmla="*/ 4775028 w 7665198"/>
                      <a:gd name="connsiteY2140" fmla="*/ 901927 h 1788513"/>
                      <a:gd name="connsiteX2141" fmla="*/ 4817414 w 7665198"/>
                      <a:gd name="connsiteY2141" fmla="*/ 827727 h 1788513"/>
                      <a:gd name="connsiteX2142" fmla="*/ 4914950 w 7665198"/>
                      <a:gd name="connsiteY2142" fmla="*/ 769434 h 1788513"/>
                      <a:gd name="connsiteX2143" fmla="*/ 4957432 w 7665198"/>
                      <a:gd name="connsiteY2143" fmla="*/ 752575 h 1788513"/>
                      <a:gd name="connsiteX2144" fmla="*/ 5033822 w 7665198"/>
                      <a:gd name="connsiteY2144" fmla="*/ 761719 h 1788513"/>
                      <a:gd name="connsiteX2145" fmla="*/ 4986388 w 7665198"/>
                      <a:gd name="connsiteY2145" fmla="*/ 783817 h 1788513"/>
                      <a:gd name="connsiteX2146" fmla="*/ 4979530 w 7665198"/>
                      <a:gd name="connsiteY2146" fmla="*/ 798104 h 1788513"/>
                      <a:gd name="connsiteX2147" fmla="*/ 4863801 w 7665198"/>
                      <a:gd name="connsiteY2147" fmla="*/ 723333 h 1788513"/>
                      <a:gd name="connsiteX2148" fmla="*/ 4859610 w 7665198"/>
                      <a:gd name="connsiteY2148" fmla="*/ 727334 h 1788513"/>
                      <a:gd name="connsiteX2149" fmla="*/ 4853229 w 7665198"/>
                      <a:gd name="connsiteY2149" fmla="*/ 727334 h 1788513"/>
                      <a:gd name="connsiteX2150" fmla="*/ 4828463 w 7665198"/>
                      <a:gd name="connsiteY2150" fmla="*/ 710760 h 1788513"/>
                      <a:gd name="connsiteX2151" fmla="*/ 4812747 w 7665198"/>
                      <a:gd name="connsiteY2151" fmla="*/ 687043 h 1788513"/>
                      <a:gd name="connsiteX2152" fmla="*/ 4816557 w 7665198"/>
                      <a:gd name="connsiteY2152" fmla="*/ 647038 h 1788513"/>
                      <a:gd name="connsiteX2153" fmla="*/ 4839513 w 7665198"/>
                      <a:gd name="connsiteY2153" fmla="*/ 614653 h 1788513"/>
                      <a:gd name="connsiteX2154" fmla="*/ 4872088 w 7665198"/>
                      <a:gd name="connsiteY2154" fmla="*/ 624082 h 1788513"/>
                      <a:gd name="connsiteX2155" fmla="*/ 4863801 w 7665198"/>
                      <a:gd name="connsiteY2155" fmla="*/ 723333 h 1788513"/>
                      <a:gd name="connsiteX2156" fmla="*/ 4745405 w 7665198"/>
                      <a:gd name="connsiteY2156" fmla="*/ 724762 h 1788513"/>
                      <a:gd name="connsiteX2157" fmla="*/ 4748263 w 7665198"/>
                      <a:gd name="connsiteY2157" fmla="*/ 722857 h 1788513"/>
                      <a:gd name="connsiteX2158" fmla="*/ 4763027 w 7665198"/>
                      <a:gd name="connsiteY2158" fmla="*/ 685614 h 1788513"/>
                      <a:gd name="connsiteX2159" fmla="*/ 4771980 w 7665198"/>
                      <a:gd name="connsiteY2159" fmla="*/ 640370 h 1788513"/>
                      <a:gd name="connsiteX2160" fmla="*/ 4785220 w 7665198"/>
                      <a:gd name="connsiteY2160" fmla="*/ 633131 h 1788513"/>
                      <a:gd name="connsiteX2161" fmla="*/ 4777885 w 7665198"/>
                      <a:gd name="connsiteY2161" fmla="*/ 672660 h 1788513"/>
                      <a:gd name="connsiteX2162" fmla="*/ 4785791 w 7665198"/>
                      <a:gd name="connsiteY2162" fmla="*/ 712189 h 1788513"/>
                      <a:gd name="connsiteX2163" fmla="*/ 4796650 w 7665198"/>
                      <a:gd name="connsiteY2163" fmla="*/ 736668 h 1788513"/>
                      <a:gd name="connsiteX2164" fmla="*/ 4775981 w 7665198"/>
                      <a:gd name="connsiteY2164" fmla="*/ 728762 h 1788513"/>
                      <a:gd name="connsiteX2165" fmla="*/ 4761312 w 7665198"/>
                      <a:gd name="connsiteY2165" fmla="*/ 787722 h 1788513"/>
                      <a:gd name="connsiteX2166" fmla="*/ 4772647 w 7665198"/>
                      <a:gd name="connsiteY2166" fmla="*/ 819250 h 1788513"/>
                      <a:gd name="connsiteX2167" fmla="*/ 4777790 w 7665198"/>
                      <a:gd name="connsiteY2167" fmla="*/ 822869 h 1788513"/>
                      <a:gd name="connsiteX2168" fmla="*/ 4790363 w 7665198"/>
                      <a:gd name="connsiteY2168" fmla="*/ 817250 h 1788513"/>
                      <a:gd name="connsiteX2169" fmla="*/ 4860182 w 7665198"/>
                      <a:gd name="connsiteY2169" fmla="*/ 777530 h 1788513"/>
                      <a:gd name="connsiteX2170" fmla="*/ 4893043 w 7665198"/>
                      <a:gd name="connsiteY2170" fmla="*/ 759814 h 1788513"/>
                      <a:gd name="connsiteX2171" fmla="*/ 4860182 w 7665198"/>
                      <a:gd name="connsiteY2171" fmla="*/ 777530 h 1788513"/>
                      <a:gd name="connsiteX2172" fmla="*/ 4759978 w 7665198"/>
                      <a:gd name="connsiteY2172" fmla="*/ 880496 h 1788513"/>
                      <a:gd name="connsiteX2173" fmla="*/ 4770837 w 7665198"/>
                      <a:gd name="connsiteY2173" fmla="*/ 856016 h 1788513"/>
                      <a:gd name="connsiteX2174" fmla="*/ 4764741 w 7665198"/>
                      <a:gd name="connsiteY2174" fmla="*/ 838109 h 1788513"/>
                      <a:gd name="connsiteX2175" fmla="*/ 4772838 w 7665198"/>
                      <a:gd name="connsiteY2175" fmla="*/ 728096 h 1788513"/>
                      <a:gd name="connsiteX2176" fmla="*/ 4745405 w 7665198"/>
                      <a:gd name="connsiteY2176" fmla="*/ 724762 h 1788513"/>
                      <a:gd name="connsiteX2177" fmla="*/ 4714354 w 7665198"/>
                      <a:gd name="connsiteY2177" fmla="*/ 729143 h 1788513"/>
                      <a:gd name="connsiteX2178" fmla="*/ 4745405 w 7665198"/>
                      <a:gd name="connsiteY2178" fmla="*/ 724762 h 1788513"/>
                      <a:gd name="connsiteX2179" fmla="*/ 4665681 w 7665198"/>
                      <a:gd name="connsiteY2179" fmla="*/ 590554 h 1788513"/>
                      <a:gd name="connsiteX2180" fmla="*/ 4652918 w 7665198"/>
                      <a:gd name="connsiteY2180" fmla="*/ 600079 h 1788513"/>
                      <a:gd name="connsiteX2181" fmla="*/ 4651870 w 7665198"/>
                      <a:gd name="connsiteY2181" fmla="*/ 600746 h 1788513"/>
                      <a:gd name="connsiteX2182" fmla="*/ 4545094 w 7665198"/>
                      <a:gd name="connsiteY2182" fmla="*/ 716570 h 1788513"/>
                      <a:gd name="connsiteX2183" fmla="*/ 4524711 w 7665198"/>
                      <a:gd name="connsiteY2183" fmla="*/ 718094 h 1788513"/>
                      <a:gd name="connsiteX2184" fmla="*/ 4505947 w 7665198"/>
                      <a:gd name="connsiteY2184" fmla="*/ 698663 h 1788513"/>
                      <a:gd name="connsiteX2185" fmla="*/ 4505185 w 7665198"/>
                      <a:gd name="connsiteY2185" fmla="*/ 670755 h 1788513"/>
                      <a:gd name="connsiteX2186" fmla="*/ 4548619 w 7665198"/>
                      <a:gd name="connsiteY2186" fmla="*/ 579887 h 1788513"/>
                      <a:gd name="connsiteX2187" fmla="*/ 4623771 w 7665198"/>
                      <a:gd name="connsiteY2187" fmla="*/ 535500 h 1788513"/>
                      <a:gd name="connsiteX2188" fmla="*/ 4651298 w 7665198"/>
                      <a:gd name="connsiteY2188" fmla="*/ 555788 h 1788513"/>
                      <a:gd name="connsiteX2189" fmla="*/ 4660823 w 7665198"/>
                      <a:gd name="connsiteY2189" fmla="*/ 558646 h 1788513"/>
                      <a:gd name="connsiteX2190" fmla="*/ 4662919 w 7665198"/>
                      <a:gd name="connsiteY2190" fmla="*/ 558360 h 1788513"/>
                      <a:gd name="connsiteX2191" fmla="*/ 4679397 w 7665198"/>
                      <a:gd name="connsiteY2191" fmla="*/ 574362 h 1788513"/>
                      <a:gd name="connsiteX2192" fmla="*/ 4665681 w 7665198"/>
                      <a:gd name="connsiteY2192" fmla="*/ 590554 h 1788513"/>
                      <a:gd name="connsiteX2193" fmla="*/ 4608341 w 7665198"/>
                      <a:gd name="connsiteY2193" fmla="*/ 502448 h 1788513"/>
                      <a:gd name="connsiteX2194" fmla="*/ 4553858 w 7665198"/>
                      <a:gd name="connsiteY2194" fmla="*/ 517879 h 1788513"/>
                      <a:gd name="connsiteX2195" fmla="*/ 4496231 w 7665198"/>
                      <a:gd name="connsiteY2195" fmla="*/ 610271 h 1788513"/>
                      <a:gd name="connsiteX2196" fmla="*/ 4515758 w 7665198"/>
                      <a:gd name="connsiteY2196" fmla="*/ 549026 h 1788513"/>
                      <a:gd name="connsiteX2197" fmla="*/ 4561573 w 7665198"/>
                      <a:gd name="connsiteY2197" fmla="*/ 504925 h 1788513"/>
                      <a:gd name="connsiteX2198" fmla="*/ 4622819 w 7665198"/>
                      <a:gd name="connsiteY2198" fmla="*/ 493876 h 1788513"/>
                      <a:gd name="connsiteX2199" fmla="*/ 4667872 w 7665198"/>
                      <a:gd name="connsiteY2199" fmla="*/ 499591 h 1788513"/>
                      <a:gd name="connsiteX2200" fmla="*/ 4608341 w 7665198"/>
                      <a:gd name="connsiteY2200" fmla="*/ 502448 h 1788513"/>
                      <a:gd name="connsiteX2201" fmla="*/ 4514805 w 7665198"/>
                      <a:gd name="connsiteY2201" fmla="*/ 765148 h 1788513"/>
                      <a:gd name="connsiteX2202" fmla="*/ 4497851 w 7665198"/>
                      <a:gd name="connsiteY2202" fmla="*/ 820869 h 1788513"/>
                      <a:gd name="connsiteX2203" fmla="*/ 4497755 w 7665198"/>
                      <a:gd name="connsiteY2203" fmla="*/ 826870 h 1788513"/>
                      <a:gd name="connsiteX2204" fmla="*/ 4504042 w 7665198"/>
                      <a:gd name="connsiteY2204" fmla="*/ 828203 h 1788513"/>
                      <a:gd name="connsiteX2205" fmla="*/ 4569288 w 7665198"/>
                      <a:gd name="connsiteY2205" fmla="*/ 849920 h 1788513"/>
                      <a:gd name="connsiteX2206" fmla="*/ 4580623 w 7665198"/>
                      <a:gd name="connsiteY2206" fmla="*/ 864017 h 1788513"/>
                      <a:gd name="connsiteX2207" fmla="*/ 4569288 w 7665198"/>
                      <a:gd name="connsiteY2207" fmla="*/ 849920 h 1788513"/>
                      <a:gd name="connsiteX2208" fmla="*/ 4466895 w 7665198"/>
                      <a:gd name="connsiteY2208" fmla="*/ 839157 h 1788513"/>
                      <a:gd name="connsiteX2209" fmla="*/ 4414697 w 7665198"/>
                      <a:gd name="connsiteY2209" fmla="*/ 854492 h 1788513"/>
                      <a:gd name="connsiteX2210" fmla="*/ 4404982 w 7665198"/>
                      <a:gd name="connsiteY2210" fmla="*/ 859826 h 1788513"/>
                      <a:gd name="connsiteX2211" fmla="*/ 4370025 w 7665198"/>
                      <a:gd name="connsiteY2211" fmla="*/ 872971 h 1788513"/>
                      <a:gd name="connsiteX2212" fmla="*/ 4308875 w 7665198"/>
                      <a:gd name="connsiteY2212" fmla="*/ 904308 h 1788513"/>
                      <a:gd name="connsiteX2213" fmla="*/ 4370025 w 7665198"/>
                      <a:gd name="connsiteY2213" fmla="*/ 872971 h 1788513"/>
                      <a:gd name="connsiteX2214" fmla="*/ 4414697 w 7665198"/>
                      <a:gd name="connsiteY2214" fmla="*/ 854492 h 1788513"/>
                      <a:gd name="connsiteX2215" fmla="*/ 4471276 w 7665198"/>
                      <a:gd name="connsiteY2215" fmla="*/ 816392 h 1788513"/>
                      <a:gd name="connsiteX2216" fmla="*/ 4495755 w 7665198"/>
                      <a:gd name="connsiteY2216" fmla="*/ 788865 h 1788513"/>
                      <a:gd name="connsiteX2217" fmla="*/ 4514805 w 7665198"/>
                      <a:gd name="connsiteY2217" fmla="*/ 765148 h 1788513"/>
                      <a:gd name="connsiteX2218" fmla="*/ 4374597 w 7665198"/>
                      <a:gd name="connsiteY2218" fmla="*/ 1206536 h 1788513"/>
                      <a:gd name="connsiteX2219" fmla="*/ 4373835 w 7665198"/>
                      <a:gd name="connsiteY2219" fmla="*/ 1169865 h 1788513"/>
                      <a:gd name="connsiteX2220" fmla="*/ 4380027 w 7665198"/>
                      <a:gd name="connsiteY2220" fmla="*/ 1130622 h 1788513"/>
                      <a:gd name="connsiteX2221" fmla="*/ 4361262 w 7665198"/>
                      <a:gd name="connsiteY2221" fmla="*/ 1110810 h 1788513"/>
                      <a:gd name="connsiteX2222" fmla="*/ 4352595 w 7665198"/>
                      <a:gd name="connsiteY2222" fmla="*/ 1110048 h 1788513"/>
                      <a:gd name="connsiteX2223" fmla="*/ 4361262 w 7665198"/>
                      <a:gd name="connsiteY2223" fmla="*/ 1110810 h 1788513"/>
                      <a:gd name="connsiteX2224" fmla="*/ 4419174 w 7665198"/>
                      <a:gd name="connsiteY2224" fmla="*/ 1092427 h 1788513"/>
                      <a:gd name="connsiteX2225" fmla="*/ 4521663 w 7665198"/>
                      <a:gd name="connsiteY2225" fmla="*/ 1024609 h 1788513"/>
                      <a:gd name="connsiteX2226" fmla="*/ 4570431 w 7665198"/>
                      <a:gd name="connsiteY2226" fmla="*/ 958791 h 1788513"/>
                      <a:gd name="connsiteX2227" fmla="*/ 4560144 w 7665198"/>
                      <a:gd name="connsiteY2227" fmla="*/ 997939 h 1788513"/>
                      <a:gd name="connsiteX2228" fmla="*/ 4515186 w 7665198"/>
                      <a:gd name="connsiteY2228" fmla="*/ 1049945 h 1788513"/>
                      <a:gd name="connsiteX2229" fmla="*/ 4468323 w 7665198"/>
                      <a:gd name="connsiteY2229" fmla="*/ 1077663 h 1788513"/>
                      <a:gd name="connsiteX2230" fmla="*/ 4406030 w 7665198"/>
                      <a:gd name="connsiteY2230" fmla="*/ 1110334 h 1788513"/>
                      <a:gd name="connsiteX2231" fmla="*/ 4397172 w 7665198"/>
                      <a:gd name="connsiteY2231" fmla="*/ 1116239 h 1788513"/>
                      <a:gd name="connsiteX2232" fmla="*/ 4394123 w 7665198"/>
                      <a:gd name="connsiteY2232" fmla="*/ 1121478 h 1788513"/>
                      <a:gd name="connsiteX2233" fmla="*/ 4386694 w 7665198"/>
                      <a:gd name="connsiteY2233" fmla="*/ 1161197 h 1788513"/>
                      <a:gd name="connsiteX2234" fmla="*/ 4374597 w 7665198"/>
                      <a:gd name="connsiteY2234" fmla="*/ 1206536 h 1788513"/>
                      <a:gd name="connsiteX2235" fmla="*/ 4449750 w 7665198"/>
                      <a:gd name="connsiteY2235" fmla="*/ 868494 h 1788513"/>
                      <a:gd name="connsiteX2236" fmla="*/ 4451464 w 7665198"/>
                      <a:gd name="connsiteY2236" fmla="*/ 868494 h 1788513"/>
                      <a:gd name="connsiteX2237" fmla="*/ 4450321 w 7665198"/>
                      <a:gd name="connsiteY2237" fmla="*/ 868875 h 1788513"/>
                      <a:gd name="connsiteX2238" fmla="*/ 4476896 w 7665198"/>
                      <a:gd name="connsiteY2238" fmla="*/ 885353 h 1788513"/>
                      <a:gd name="connsiteX2239" fmla="*/ 4474134 w 7665198"/>
                      <a:gd name="connsiteY2239" fmla="*/ 888115 h 1788513"/>
                      <a:gd name="connsiteX2240" fmla="*/ 4472038 w 7665198"/>
                      <a:gd name="connsiteY2240" fmla="*/ 897926 h 1788513"/>
                      <a:gd name="connsiteX2241" fmla="*/ 4451464 w 7665198"/>
                      <a:gd name="connsiteY2241" fmla="*/ 912119 h 1788513"/>
                      <a:gd name="connsiteX2242" fmla="*/ 4455845 w 7665198"/>
                      <a:gd name="connsiteY2242" fmla="*/ 914023 h 1788513"/>
                      <a:gd name="connsiteX2243" fmla="*/ 4458036 w 7665198"/>
                      <a:gd name="connsiteY2243" fmla="*/ 946313 h 1788513"/>
                      <a:gd name="connsiteX2244" fmla="*/ 4441558 w 7665198"/>
                      <a:gd name="connsiteY2244" fmla="*/ 957362 h 1788513"/>
                      <a:gd name="connsiteX2245" fmla="*/ 4393076 w 7665198"/>
                      <a:gd name="connsiteY2245" fmla="*/ 987176 h 1788513"/>
                      <a:gd name="connsiteX2246" fmla="*/ 4371263 w 7665198"/>
                      <a:gd name="connsiteY2246" fmla="*/ 989557 h 1788513"/>
                      <a:gd name="connsiteX2247" fmla="*/ 4316971 w 7665198"/>
                      <a:gd name="connsiteY2247" fmla="*/ 1033277 h 1788513"/>
                      <a:gd name="connsiteX2248" fmla="*/ 4241533 w 7665198"/>
                      <a:gd name="connsiteY2248" fmla="*/ 1050898 h 1788513"/>
                      <a:gd name="connsiteX2249" fmla="*/ 4226578 w 7665198"/>
                      <a:gd name="connsiteY2249" fmla="*/ 1029086 h 1788513"/>
                      <a:gd name="connsiteX2250" fmla="*/ 4227627 w 7665198"/>
                      <a:gd name="connsiteY2250" fmla="*/ 1003559 h 1788513"/>
                      <a:gd name="connsiteX2251" fmla="*/ 4314780 w 7665198"/>
                      <a:gd name="connsiteY2251" fmla="*/ 924692 h 1788513"/>
                      <a:gd name="connsiteX2252" fmla="*/ 4450321 w 7665198"/>
                      <a:gd name="connsiteY2252" fmla="*/ 868970 h 1788513"/>
                      <a:gd name="connsiteX2253" fmla="*/ 4449750 w 7665198"/>
                      <a:gd name="connsiteY2253" fmla="*/ 868494 h 1788513"/>
                      <a:gd name="connsiteX2254" fmla="*/ 4483563 w 7665198"/>
                      <a:gd name="connsiteY2254" fmla="*/ 917357 h 1788513"/>
                      <a:gd name="connsiteX2255" fmla="*/ 4487468 w 7665198"/>
                      <a:gd name="connsiteY2255" fmla="*/ 925072 h 1788513"/>
                      <a:gd name="connsiteX2256" fmla="*/ 4473562 w 7665198"/>
                      <a:gd name="connsiteY2256" fmla="*/ 932788 h 1788513"/>
                      <a:gd name="connsiteX2257" fmla="*/ 4469657 w 7665198"/>
                      <a:gd name="connsiteY2257" fmla="*/ 925072 h 1788513"/>
                      <a:gd name="connsiteX2258" fmla="*/ 4483563 w 7665198"/>
                      <a:gd name="connsiteY2258" fmla="*/ 917357 h 1788513"/>
                      <a:gd name="connsiteX2259" fmla="*/ 4363834 w 7665198"/>
                      <a:gd name="connsiteY2259" fmla="*/ 820488 h 1788513"/>
                      <a:gd name="connsiteX2260" fmla="*/ 4377740 w 7665198"/>
                      <a:gd name="connsiteY2260" fmla="*/ 812773 h 1788513"/>
                      <a:gd name="connsiteX2261" fmla="*/ 4381646 w 7665198"/>
                      <a:gd name="connsiteY2261" fmla="*/ 820488 h 1788513"/>
                      <a:gd name="connsiteX2262" fmla="*/ 4367739 w 7665198"/>
                      <a:gd name="connsiteY2262" fmla="*/ 828203 h 1788513"/>
                      <a:gd name="connsiteX2263" fmla="*/ 4363834 w 7665198"/>
                      <a:gd name="connsiteY2263" fmla="*/ 820488 h 1788513"/>
                      <a:gd name="connsiteX2264" fmla="*/ 3638696 w 7665198"/>
                      <a:gd name="connsiteY2264" fmla="*/ 1130813 h 1788513"/>
                      <a:gd name="connsiteX2265" fmla="*/ 3636219 w 7665198"/>
                      <a:gd name="connsiteY2265" fmla="*/ 1139195 h 1788513"/>
                      <a:gd name="connsiteX2266" fmla="*/ 3608978 w 7665198"/>
                      <a:gd name="connsiteY2266" fmla="*/ 1154339 h 1788513"/>
                      <a:gd name="connsiteX2267" fmla="*/ 3598881 w 7665198"/>
                      <a:gd name="connsiteY2267" fmla="*/ 1147862 h 1788513"/>
                      <a:gd name="connsiteX2268" fmla="*/ 3598786 w 7665198"/>
                      <a:gd name="connsiteY2268" fmla="*/ 1147957 h 1788513"/>
                      <a:gd name="connsiteX2269" fmla="*/ 3550304 w 7665198"/>
                      <a:gd name="connsiteY2269" fmla="*/ 1177771 h 1788513"/>
                      <a:gd name="connsiteX2270" fmla="*/ 3510298 w 7665198"/>
                      <a:gd name="connsiteY2270" fmla="*/ 1171580 h 1788513"/>
                      <a:gd name="connsiteX2271" fmla="*/ 3506870 w 7665198"/>
                      <a:gd name="connsiteY2271" fmla="*/ 1155863 h 1788513"/>
                      <a:gd name="connsiteX2272" fmla="*/ 3519157 w 7665198"/>
                      <a:gd name="connsiteY2272" fmla="*/ 1141862 h 1788513"/>
                      <a:gd name="connsiteX2273" fmla="*/ 3508013 w 7665198"/>
                      <a:gd name="connsiteY2273" fmla="*/ 1123859 h 1788513"/>
                      <a:gd name="connsiteX2274" fmla="*/ 3523348 w 7665198"/>
                      <a:gd name="connsiteY2274" fmla="*/ 1100714 h 1788513"/>
                      <a:gd name="connsiteX2275" fmla="*/ 3547351 w 7665198"/>
                      <a:gd name="connsiteY2275" fmla="*/ 1081378 h 1788513"/>
                      <a:gd name="connsiteX2276" fmla="*/ 3592309 w 7665198"/>
                      <a:gd name="connsiteY2276" fmla="*/ 1068710 h 1788513"/>
                      <a:gd name="connsiteX2277" fmla="*/ 3674414 w 7665198"/>
                      <a:gd name="connsiteY2277" fmla="*/ 1095570 h 1788513"/>
                      <a:gd name="connsiteX2278" fmla="*/ 3638696 w 7665198"/>
                      <a:gd name="connsiteY2278" fmla="*/ 1130813 h 1788513"/>
                      <a:gd name="connsiteX2279" fmla="*/ 3651745 w 7665198"/>
                      <a:gd name="connsiteY2279" fmla="*/ 1166436 h 1788513"/>
                      <a:gd name="connsiteX2280" fmla="*/ 3637838 w 7665198"/>
                      <a:gd name="connsiteY2280" fmla="*/ 1174151 h 1788513"/>
                      <a:gd name="connsiteX2281" fmla="*/ 3633933 w 7665198"/>
                      <a:gd name="connsiteY2281" fmla="*/ 1166436 h 1788513"/>
                      <a:gd name="connsiteX2282" fmla="*/ 3647840 w 7665198"/>
                      <a:gd name="connsiteY2282" fmla="*/ 1158721 h 1788513"/>
                      <a:gd name="connsiteX2283" fmla="*/ 3651745 w 7665198"/>
                      <a:gd name="connsiteY2283" fmla="*/ 1166436 h 1788513"/>
                      <a:gd name="connsiteX2284" fmla="*/ 3628504 w 7665198"/>
                      <a:gd name="connsiteY2284" fmla="*/ 999844 h 1788513"/>
                      <a:gd name="connsiteX2285" fmla="*/ 3538112 w 7665198"/>
                      <a:gd name="connsiteY2285" fmla="*/ 1018513 h 1788513"/>
                      <a:gd name="connsiteX2286" fmla="*/ 3466865 w 7665198"/>
                      <a:gd name="connsiteY2286" fmla="*/ 1003749 h 1788513"/>
                      <a:gd name="connsiteX2287" fmla="*/ 3443433 w 7665198"/>
                      <a:gd name="connsiteY2287" fmla="*/ 982889 h 1788513"/>
                      <a:gd name="connsiteX2288" fmla="*/ 3484581 w 7665198"/>
                      <a:gd name="connsiteY2288" fmla="*/ 941551 h 1788513"/>
                      <a:gd name="connsiteX2289" fmla="*/ 3545732 w 7665198"/>
                      <a:gd name="connsiteY2289" fmla="*/ 921453 h 1788513"/>
                      <a:gd name="connsiteX2290" fmla="*/ 3724325 w 7665198"/>
                      <a:gd name="connsiteY2290" fmla="*/ 849920 h 1788513"/>
                      <a:gd name="connsiteX2291" fmla="*/ 3735660 w 7665198"/>
                      <a:gd name="connsiteY2291" fmla="*/ 862398 h 1788513"/>
                      <a:gd name="connsiteX2292" fmla="*/ 3774332 w 7665198"/>
                      <a:gd name="connsiteY2292" fmla="*/ 858493 h 1788513"/>
                      <a:gd name="connsiteX2293" fmla="*/ 3776522 w 7665198"/>
                      <a:gd name="connsiteY2293" fmla="*/ 890782 h 1788513"/>
                      <a:gd name="connsiteX2294" fmla="*/ 3760044 w 7665198"/>
                      <a:gd name="connsiteY2294" fmla="*/ 901831 h 1788513"/>
                      <a:gd name="connsiteX2295" fmla="*/ 3714705 w 7665198"/>
                      <a:gd name="connsiteY2295" fmla="*/ 930406 h 1788513"/>
                      <a:gd name="connsiteX2296" fmla="*/ 3706895 w 7665198"/>
                      <a:gd name="connsiteY2296" fmla="*/ 940217 h 1788513"/>
                      <a:gd name="connsiteX2297" fmla="*/ 3628504 w 7665198"/>
                      <a:gd name="connsiteY2297" fmla="*/ 999844 h 1788513"/>
                      <a:gd name="connsiteX2298" fmla="*/ 3390283 w 7665198"/>
                      <a:gd name="connsiteY2298" fmla="*/ 954886 h 1788513"/>
                      <a:gd name="connsiteX2299" fmla="*/ 3338372 w 7665198"/>
                      <a:gd name="connsiteY2299" fmla="*/ 1022418 h 1788513"/>
                      <a:gd name="connsiteX2300" fmla="*/ 3379139 w 7665198"/>
                      <a:gd name="connsiteY2300" fmla="*/ 959458 h 1788513"/>
                      <a:gd name="connsiteX2301" fmla="*/ 3367423 w 7665198"/>
                      <a:gd name="connsiteY2301" fmla="*/ 910595 h 1788513"/>
                      <a:gd name="connsiteX2302" fmla="*/ 3336753 w 7665198"/>
                      <a:gd name="connsiteY2302" fmla="*/ 903165 h 1788513"/>
                      <a:gd name="connsiteX2303" fmla="*/ 3278936 w 7665198"/>
                      <a:gd name="connsiteY2303" fmla="*/ 907832 h 1788513"/>
                      <a:gd name="connsiteX2304" fmla="*/ 3336753 w 7665198"/>
                      <a:gd name="connsiteY2304" fmla="*/ 903165 h 1788513"/>
                      <a:gd name="connsiteX2305" fmla="*/ 3441147 w 7665198"/>
                      <a:gd name="connsiteY2305" fmla="*/ 859826 h 1788513"/>
                      <a:gd name="connsiteX2306" fmla="*/ 3532111 w 7665198"/>
                      <a:gd name="connsiteY2306" fmla="*/ 771434 h 1788513"/>
                      <a:gd name="connsiteX2307" fmla="*/ 3482486 w 7665198"/>
                      <a:gd name="connsiteY2307" fmla="*/ 832680 h 1788513"/>
                      <a:gd name="connsiteX2308" fmla="*/ 3376758 w 7665198"/>
                      <a:gd name="connsiteY2308" fmla="*/ 904308 h 1788513"/>
                      <a:gd name="connsiteX2309" fmla="*/ 3390283 w 7665198"/>
                      <a:gd name="connsiteY2309" fmla="*/ 954886 h 1788513"/>
                      <a:gd name="connsiteX2310" fmla="*/ 3296081 w 7665198"/>
                      <a:gd name="connsiteY2310" fmla="*/ 968030 h 1788513"/>
                      <a:gd name="connsiteX2311" fmla="*/ 3292462 w 7665198"/>
                      <a:gd name="connsiteY2311" fmla="*/ 969364 h 1788513"/>
                      <a:gd name="connsiteX2312" fmla="*/ 3280746 w 7665198"/>
                      <a:gd name="connsiteY2312" fmla="*/ 973840 h 1788513"/>
                      <a:gd name="connsiteX2313" fmla="*/ 3268840 w 7665198"/>
                      <a:gd name="connsiteY2313" fmla="*/ 978413 h 1788513"/>
                      <a:gd name="connsiteX2314" fmla="*/ 3262648 w 7665198"/>
                      <a:gd name="connsiteY2314" fmla="*/ 984699 h 1788513"/>
                      <a:gd name="connsiteX2315" fmla="*/ 3204641 w 7665198"/>
                      <a:gd name="connsiteY2315" fmla="*/ 1051755 h 1788513"/>
                      <a:gd name="connsiteX2316" fmla="*/ 3097295 w 7665198"/>
                      <a:gd name="connsiteY2316" fmla="*/ 1090141 h 1788513"/>
                      <a:gd name="connsiteX2317" fmla="*/ 3094628 w 7665198"/>
                      <a:gd name="connsiteY2317" fmla="*/ 1019465 h 1788513"/>
                      <a:gd name="connsiteX2318" fmla="*/ 3140729 w 7665198"/>
                      <a:gd name="connsiteY2318" fmla="*/ 981842 h 1788513"/>
                      <a:gd name="connsiteX2319" fmla="*/ 3284747 w 7665198"/>
                      <a:gd name="connsiteY2319" fmla="*/ 932883 h 1788513"/>
                      <a:gd name="connsiteX2320" fmla="*/ 3331324 w 7665198"/>
                      <a:gd name="connsiteY2320" fmla="*/ 930406 h 1788513"/>
                      <a:gd name="connsiteX2321" fmla="*/ 3326085 w 7665198"/>
                      <a:gd name="connsiteY2321" fmla="*/ 951457 h 1788513"/>
                      <a:gd name="connsiteX2322" fmla="*/ 3296081 w 7665198"/>
                      <a:gd name="connsiteY2322" fmla="*/ 968030 h 1788513"/>
                      <a:gd name="connsiteX2323" fmla="*/ 3319417 w 7665198"/>
                      <a:gd name="connsiteY2323" fmla="*/ 986318 h 1788513"/>
                      <a:gd name="connsiteX2324" fmla="*/ 3305511 w 7665198"/>
                      <a:gd name="connsiteY2324" fmla="*/ 994034 h 1788513"/>
                      <a:gd name="connsiteX2325" fmla="*/ 3301606 w 7665198"/>
                      <a:gd name="connsiteY2325" fmla="*/ 986318 h 1788513"/>
                      <a:gd name="connsiteX2326" fmla="*/ 3315512 w 7665198"/>
                      <a:gd name="connsiteY2326" fmla="*/ 978603 h 1788513"/>
                      <a:gd name="connsiteX2327" fmla="*/ 3319417 w 7665198"/>
                      <a:gd name="connsiteY2327" fmla="*/ 986318 h 1788513"/>
                      <a:gd name="connsiteX2328" fmla="*/ 3034620 w 7665198"/>
                      <a:gd name="connsiteY2328" fmla="*/ 1231206 h 1788513"/>
                      <a:gd name="connsiteX2329" fmla="*/ 3038335 w 7665198"/>
                      <a:gd name="connsiteY2329" fmla="*/ 1242446 h 1788513"/>
                      <a:gd name="connsiteX2330" fmla="*/ 3008045 w 7665198"/>
                      <a:gd name="connsiteY2330" fmla="*/ 1216252 h 1788513"/>
                      <a:gd name="connsiteX2331" fmla="*/ 2995091 w 7665198"/>
                      <a:gd name="connsiteY2331" fmla="*/ 1214823 h 1788513"/>
                      <a:gd name="connsiteX2332" fmla="*/ 3008045 w 7665198"/>
                      <a:gd name="connsiteY2332" fmla="*/ 1216252 h 1788513"/>
                      <a:gd name="connsiteX2333" fmla="*/ 3048622 w 7665198"/>
                      <a:gd name="connsiteY2333" fmla="*/ 1206155 h 1788513"/>
                      <a:gd name="connsiteX2334" fmla="*/ 3101962 w 7665198"/>
                      <a:gd name="connsiteY2334" fmla="*/ 1172246 h 1788513"/>
                      <a:gd name="connsiteX2335" fmla="*/ 3138157 w 7665198"/>
                      <a:gd name="connsiteY2335" fmla="*/ 1129193 h 1788513"/>
                      <a:gd name="connsiteX2336" fmla="*/ 3108915 w 7665198"/>
                      <a:gd name="connsiteY2336" fmla="*/ 1171675 h 1788513"/>
                      <a:gd name="connsiteX2337" fmla="*/ 3045288 w 7665198"/>
                      <a:gd name="connsiteY2337" fmla="*/ 1213775 h 1788513"/>
                      <a:gd name="connsiteX2338" fmla="*/ 3037573 w 7665198"/>
                      <a:gd name="connsiteY2338" fmla="*/ 1218061 h 1788513"/>
                      <a:gd name="connsiteX2339" fmla="*/ 3034620 w 7665198"/>
                      <a:gd name="connsiteY2339" fmla="*/ 1231206 h 1788513"/>
                      <a:gd name="connsiteX2340" fmla="*/ 2987471 w 7665198"/>
                      <a:gd name="connsiteY2340" fmla="*/ 1167674 h 1788513"/>
                      <a:gd name="connsiteX2341" fmla="*/ 3061290 w 7665198"/>
                      <a:gd name="connsiteY2341" fmla="*/ 1120049 h 1788513"/>
                      <a:gd name="connsiteX2342" fmla="*/ 3062623 w 7665198"/>
                      <a:gd name="connsiteY2342" fmla="*/ 1147672 h 1788513"/>
                      <a:gd name="connsiteX2343" fmla="*/ 3009855 w 7665198"/>
                      <a:gd name="connsiteY2343" fmla="*/ 1191487 h 1788513"/>
                      <a:gd name="connsiteX2344" fmla="*/ 2987471 w 7665198"/>
                      <a:gd name="connsiteY2344" fmla="*/ 1167674 h 1788513"/>
                      <a:gd name="connsiteX2345" fmla="*/ 3052241 w 7665198"/>
                      <a:gd name="connsiteY2345" fmla="*/ 1086521 h 1788513"/>
                      <a:gd name="connsiteX2346" fmla="*/ 2930131 w 7665198"/>
                      <a:gd name="connsiteY2346" fmla="*/ 1196440 h 1788513"/>
                      <a:gd name="connsiteX2347" fmla="*/ 3035477 w 7665198"/>
                      <a:gd name="connsiteY2347" fmla="*/ 1086712 h 1788513"/>
                      <a:gd name="connsiteX2348" fmla="*/ 3020047 w 7665198"/>
                      <a:gd name="connsiteY2348" fmla="*/ 996034 h 1788513"/>
                      <a:gd name="connsiteX2349" fmla="*/ 3055765 w 7665198"/>
                      <a:gd name="connsiteY2349" fmla="*/ 1023180 h 1788513"/>
                      <a:gd name="connsiteX2350" fmla="*/ 3066719 w 7665198"/>
                      <a:gd name="connsiteY2350" fmla="*/ 1025085 h 1788513"/>
                      <a:gd name="connsiteX2351" fmla="*/ 3073577 w 7665198"/>
                      <a:gd name="connsiteY2351" fmla="*/ 1020418 h 1788513"/>
                      <a:gd name="connsiteX2352" fmla="*/ 3126822 w 7665198"/>
                      <a:gd name="connsiteY2352" fmla="*/ 975079 h 1788513"/>
                      <a:gd name="connsiteX2353" fmla="*/ 3160160 w 7665198"/>
                      <a:gd name="connsiteY2353" fmla="*/ 946694 h 1788513"/>
                      <a:gd name="connsiteX2354" fmla="*/ 3126822 w 7665198"/>
                      <a:gd name="connsiteY2354" fmla="*/ 975079 h 1788513"/>
                      <a:gd name="connsiteX2355" fmla="*/ 3067862 w 7665198"/>
                      <a:gd name="connsiteY2355" fmla="*/ 1051184 h 1788513"/>
                      <a:gd name="connsiteX2356" fmla="*/ 3064338 w 7665198"/>
                      <a:gd name="connsiteY2356" fmla="*/ 1060613 h 1788513"/>
                      <a:gd name="connsiteX2357" fmla="*/ 3066148 w 7665198"/>
                      <a:gd name="connsiteY2357" fmla="*/ 1070424 h 1788513"/>
                      <a:gd name="connsiteX2358" fmla="*/ 3080912 w 7665198"/>
                      <a:gd name="connsiteY2358" fmla="*/ 1095380 h 1788513"/>
                      <a:gd name="connsiteX2359" fmla="*/ 3150063 w 7665198"/>
                      <a:gd name="connsiteY2359" fmla="*/ 1108619 h 1788513"/>
                      <a:gd name="connsiteX2360" fmla="*/ 3052241 w 7665198"/>
                      <a:gd name="connsiteY2360" fmla="*/ 1086521 h 1788513"/>
                      <a:gd name="connsiteX2361" fmla="*/ 2762205 w 7665198"/>
                      <a:gd name="connsiteY2361" fmla="*/ 1096713 h 1788513"/>
                      <a:gd name="connsiteX2362" fmla="*/ 2776588 w 7665198"/>
                      <a:gd name="connsiteY2362" fmla="*/ 1080902 h 1788513"/>
                      <a:gd name="connsiteX2363" fmla="*/ 2820593 w 7665198"/>
                      <a:gd name="connsiteY2363" fmla="*/ 1052993 h 1788513"/>
                      <a:gd name="connsiteX2364" fmla="*/ 2821736 w 7665198"/>
                      <a:gd name="connsiteY2364" fmla="*/ 1052517 h 1788513"/>
                      <a:gd name="connsiteX2365" fmla="*/ 2857455 w 7665198"/>
                      <a:gd name="connsiteY2365" fmla="*/ 1025942 h 1788513"/>
                      <a:gd name="connsiteX2366" fmla="*/ 2960420 w 7665198"/>
                      <a:gd name="connsiteY2366" fmla="*/ 994891 h 1788513"/>
                      <a:gd name="connsiteX2367" fmla="*/ 2945371 w 7665198"/>
                      <a:gd name="connsiteY2367" fmla="*/ 1020418 h 1788513"/>
                      <a:gd name="connsiteX2368" fmla="*/ 2948228 w 7665198"/>
                      <a:gd name="connsiteY2368" fmla="*/ 1019942 h 1788513"/>
                      <a:gd name="connsiteX2369" fmla="*/ 2945561 w 7665198"/>
                      <a:gd name="connsiteY2369" fmla="*/ 1025180 h 1788513"/>
                      <a:gd name="connsiteX2370" fmla="*/ 2942418 w 7665198"/>
                      <a:gd name="connsiteY2370" fmla="*/ 1028514 h 1788513"/>
                      <a:gd name="connsiteX2371" fmla="*/ 2940037 w 7665198"/>
                      <a:gd name="connsiteY2371" fmla="*/ 1034229 h 1788513"/>
                      <a:gd name="connsiteX2372" fmla="*/ 2926416 w 7665198"/>
                      <a:gd name="connsiteY2372" fmla="*/ 1045754 h 1788513"/>
                      <a:gd name="connsiteX2373" fmla="*/ 2877839 w 7665198"/>
                      <a:gd name="connsiteY2373" fmla="*/ 1110620 h 1788513"/>
                      <a:gd name="connsiteX2374" fmla="*/ 2826308 w 7665198"/>
                      <a:gd name="connsiteY2374" fmla="*/ 1205965 h 1788513"/>
                      <a:gd name="connsiteX2375" fmla="*/ 2802020 w 7665198"/>
                      <a:gd name="connsiteY2375" fmla="*/ 1222252 h 1788513"/>
                      <a:gd name="connsiteX2376" fmla="*/ 2777731 w 7665198"/>
                      <a:gd name="connsiteY2376" fmla="*/ 1228730 h 1788513"/>
                      <a:gd name="connsiteX2377" fmla="*/ 2727058 w 7665198"/>
                      <a:gd name="connsiteY2377" fmla="*/ 1185962 h 1788513"/>
                      <a:gd name="connsiteX2378" fmla="*/ 2765253 w 7665198"/>
                      <a:gd name="connsiteY2378" fmla="*/ 1112239 h 1788513"/>
                      <a:gd name="connsiteX2379" fmla="*/ 2762205 w 7665198"/>
                      <a:gd name="connsiteY2379" fmla="*/ 1096713 h 1788513"/>
                      <a:gd name="connsiteX2380" fmla="*/ 2955658 w 7665198"/>
                      <a:gd name="connsiteY2380" fmla="*/ 1061661 h 1788513"/>
                      <a:gd name="connsiteX2381" fmla="*/ 2941751 w 7665198"/>
                      <a:gd name="connsiteY2381" fmla="*/ 1069376 h 1788513"/>
                      <a:gd name="connsiteX2382" fmla="*/ 2937846 w 7665198"/>
                      <a:gd name="connsiteY2382" fmla="*/ 1061661 h 1788513"/>
                      <a:gd name="connsiteX2383" fmla="*/ 2951753 w 7665198"/>
                      <a:gd name="connsiteY2383" fmla="*/ 1053946 h 1788513"/>
                      <a:gd name="connsiteX2384" fmla="*/ 2955658 w 7665198"/>
                      <a:gd name="connsiteY2384" fmla="*/ 1061661 h 1788513"/>
                      <a:gd name="connsiteX2385" fmla="*/ 3760044 w 7665198"/>
                      <a:gd name="connsiteY2385" fmla="*/ 799914 h 1788513"/>
                      <a:gd name="connsiteX2386" fmla="*/ 3766426 w 7665198"/>
                      <a:gd name="connsiteY2386" fmla="*/ 803534 h 1788513"/>
                      <a:gd name="connsiteX2387" fmla="*/ 3791572 w 7665198"/>
                      <a:gd name="connsiteY2387" fmla="*/ 811344 h 1788513"/>
                      <a:gd name="connsiteX2388" fmla="*/ 3732803 w 7665198"/>
                      <a:gd name="connsiteY2388" fmla="*/ 818012 h 1788513"/>
                      <a:gd name="connsiteX2389" fmla="*/ 3674890 w 7665198"/>
                      <a:gd name="connsiteY2389" fmla="*/ 845348 h 1788513"/>
                      <a:gd name="connsiteX2390" fmla="*/ 3587546 w 7665198"/>
                      <a:gd name="connsiteY2390" fmla="*/ 874780 h 1788513"/>
                      <a:gd name="connsiteX2391" fmla="*/ 3689273 w 7665198"/>
                      <a:gd name="connsiteY2391" fmla="*/ 830204 h 1788513"/>
                      <a:gd name="connsiteX2392" fmla="*/ 3713181 w 7665198"/>
                      <a:gd name="connsiteY2392" fmla="*/ 817535 h 1788513"/>
                      <a:gd name="connsiteX2393" fmla="*/ 3733469 w 7665198"/>
                      <a:gd name="connsiteY2393" fmla="*/ 794485 h 1788513"/>
                      <a:gd name="connsiteX2394" fmla="*/ 3752138 w 7665198"/>
                      <a:gd name="connsiteY2394" fmla="*/ 751813 h 1788513"/>
                      <a:gd name="connsiteX2395" fmla="*/ 3760806 w 7665198"/>
                      <a:gd name="connsiteY2395" fmla="*/ 790770 h 1788513"/>
                      <a:gd name="connsiteX2396" fmla="*/ 3760044 w 7665198"/>
                      <a:gd name="connsiteY2396" fmla="*/ 799914 h 1788513"/>
                      <a:gd name="connsiteX2397" fmla="*/ 3793286 w 7665198"/>
                      <a:gd name="connsiteY2397" fmla="*/ 982318 h 1788513"/>
                      <a:gd name="connsiteX2398" fmla="*/ 3831767 w 7665198"/>
                      <a:gd name="connsiteY2398" fmla="*/ 931835 h 1788513"/>
                      <a:gd name="connsiteX2399" fmla="*/ 3847579 w 7665198"/>
                      <a:gd name="connsiteY2399" fmla="*/ 880591 h 1788513"/>
                      <a:gd name="connsiteX2400" fmla="*/ 3849007 w 7665198"/>
                      <a:gd name="connsiteY2400" fmla="*/ 846301 h 1788513"/>
                      <a:gd name="connsiteX2401" fmla="*/ 3847579 w 7665198"/>
                      <a:gd name="connsiteY2401" fmla="*/ 880591 h 1788513"/>
                      <a:gd name="connsiteX2402" fmla="*/ 3847007 w 7665198"/>
                      <a:gd name="connsiteY2402" fmla="*/ 893450 h 1788513"/>
                      <a:gd name="connsiteX2403" fmla="*/ 3838625 w 7665198"/>
                      <a:gd name="connsiteY2403" fmla="*/ 943742 h 1788513"/>
                      <a:gd name="connsiteX2404" fmla="*/ 3796144 w 7665198"/>
                      <a:gd name="connsiteY2404" fmla="*/ 996415 h 1788513"/>
                      <a:gd name="connsiteX2405" fmla="*/ 3743090 w 7665198"/>
                      <a:gd name="connsiteY2405" fmla="*/ 1022228 h 1788513"/>
                      <a:gd name="connsiteX2406" fmla="*/ 3793286 w 7665198"/>
                      <a:gd name="connsiteY2406" fmla="*/ 982318 h 1788513"/>
                      <a:gd name="connsiteX2407" fmla="*/ 3746709 w 7665198"/>
                      <a:gd name="connsiteY2407" fmla="*/ 931264 h 1788513"/>
                      <a:gd name="connsiteX2408" fmla="*/ 3760615 w 7665198"/>
                      <a:gd name="connsiteY2408" fmla="*/ 923548 h 1788513"/>
                      <a:gd name="connsiteX2409" fmla="*/ 3764521 w 7665198"/>
                      <a:gd name="connsiteY2409" fmla="*/ 931264 h 1788513"/>
                      <a:gd name="connsiteX2410" fmla="*/ 3750614 w 7665198"/>
                      <a:gd name="connsiteY2410" fmla="*/ 938979 h 1788513"/>
                      <a:gd name="connsiteX2411" fmla="*/ 3746709 w 7665198"/>
                      <a:gd name="connsiteY2411" fmla="*/ 931264 h 1788513"/>
                      <a:gd name="connsiteX2412" fmla="*/ 3708514 w 7665198"/>
                      <a:gd name="connsiteY2412" fmla="*/ 1143862 h 1788513"/>
                      <a:gd name="connsiteX2413" fmla="*/ 3725373 w 7665198"/>
                      <a:gd name="connsiteY2413" fmla="*/ 1127860 h 1788513"/>
                      <a:gd name="connsiteX2414" fmla="*/ 3745661 w 7665198"/>
                      <a:gd name="connsiteY2414" fmla="*/ 1103571 h 1788513"/>
                      <a:gd name="connsiteX2415" fmla="*/ 3740804 w 7665198"/>
                      <a:gd name="connsiteY2415" fmla="*/ 1053946 h 1788513"/>
                      <a:gd name="connsiteX2416" fmla="*/ 3704037 w 7665198"/>
                      <a:gd name="connsiteY2416" fmla="*/ 1036325 h 1788513"/>
                      <a:gd name="connsiteX2417" fmla="*/ 3748614 w 7665198"/>
                      <a:gd name="connsiteY2417" fmla="*/ 1053755 h 1788513"/>
                      <a:gd name="connsiteX2418" fmla="*/ 3763568 w 7665198"/>
                      <a:gd name="connsiteY2418" fmla="*/ 1096237 h 1788513"/>
                      <a:gd name="connsiteX2419" fmla="*/ 3852532 w 7665198"/>
                      <a:gd name="connsiteY2419" fmla="*/ 1069376 h 1788513"/>
                      <a:gd name="connsiteX2420" fmla="*/ 3763282 w 7665198"/>
                      <a:gd name="connsiteY2420" fmla="*/ 1104619 h 1788513"/>
                      <a:gd name="connsiteX2421" fmla="*/ 3708514 w 7665198"/>
                      <a:gd name="connsiteY2421" fmla="*/ 1143862 h 1788513"/>
                      <a:gd name="connsiteX2422" fmla="*/ 3686035 w 7665198"/>
                      <a:gd name="connsiteY2422" fmla="*/ 1163102 h 1788513"/>
                      <a:gd name="connsiteX2423" fmla="*/ 3708514 w 7665198"/>
                      <a:gd name="connsiteY2423" fmla="*/ 1143862 h 1788513"/>
                      <a:gd name="connsiteX2424" fmla="*/ 3838625 w 7665198"/>
                      <a:gd name="connsiteY2424" fmla="*/ 1037944 h 1788513"/>
                      <a:gd name="connsiteX2425" fmla="*/ 3816241 w 7665198"/>
                      <a:gd name="connsiteY2425" fmla="*/ 1020704 h 1788513"/>
                      <a:gd name="connsiteX2426" fmla="*/ 3845388 w 7665198"/>
                      <a:gd name="connsiteY2426" fmla="*/ 993462 h 1788513"/>
                      <a:gd name="connsiteX2427" fmla="*/ 3981500 w 7665198"/>
                      <a:gd name="connsiteY2427" fmla="*/ 958981 h 1788513"/>
                      <a:gd name="connsiteX2428" fmla="*/ 4019981 w 7665198"/>
                      <a:gd name="connsiteY2428" fmla="*/ 958791 h 1788513"/>
                      <a:gd name="connsiteX2429" fmla="*/ 4014742 w 7665198"/>
                      <a:gd name="connsiteY2429" fmla="*/ 979841 h 1788513"/>
                      <a:gd name="connsiteX2430" fmla="*/ 3984834 w 7665198"/>
                      <a:gd name="connsiteY2430" fmla="*/ 996415 h 1788513"/>
                      <a:gd name="connsiteX2431" fmla="*/ 3925684 w 7665198"/>
                      <a:gd name="connsiteY2431" fmla="*/ 1018894 h 1788513"/>
                      <a:gd name="connsiteX2432" fmla="*/ 3911301 w 7665198"/>
                      <a:gd name="connsiteY2432" fmla="*/ 1023085 h 1788513"/>
                      <a:gd name="connsiteX2433" fmla="*/ 3902919 w 7665198"/>
                      <a:gd name="connsiteY2433" fmla="*/ 1021180 h 1788513"/>
                      <a:gd name="connsiteX2434" fmla="*/ 3838625 w 7665198"/>
                      <a:gd name="connsiteY2434" fmla="*/ 1037944 h 1788513"/>
                      <a:gd name="connsiteX2435" fmla="*/ 4084370 w 7665198"/>
                      <a:gd name="connsiteY2435" fmla="*/ 1004511 h 1788513"/>
                      <a:gd name="connsiteX2436" fmla="*/ 4080656 w 7665198"/>
                      <a:gd name="connsiteY2436" fmla="*/ 962696 h 1788513"/>
                      <a:gd name="connsiteX2437" fmla="*/ 4091800 w 7665198"/>
                      <a:gd name="connsiteY2437" fmla="*/ 915071 h 1788513"/>
                      <a:gd name="connsiteX2438" fmla="*/ 4089895 w 7665198"/>
                      <a:gd name="connsiteY2438" fmla="*/ 911452 h 1788513"/>
                      <a:gd name="connsiteX2439" fmla="*/ 4082561 w 7665198"/>
                      <a:gd name="connsiteY2439" fmla="*/ 911356 h 1788513"/>
                      <a:gd name="connsiteX2440" fmla="*/ 4016838 w 7665198"/>
                      <a:gd name="connsiteY2440" fmla="*/ 920977 h 1788513"/>
                      <a:gd name="connsiteX2441" fmla="*/ 3985787 w 7665198"/>
                      <a:gd name="connsiteY2441" fmla="*/ 925549 h 1788513"/>
                      <a:gd name="connsiteX2442" fmla="*/ 4016838 w 7665198"/>
                      <a:gd name="connsiteY2442" fmla="*/ 920977 h 1788513"/>
                      <a:gd name="connsiteX2443" fmla="*/ 4061034 w 7665198"/>
                      <a:gd name="connsiteY2443" fmla="*/ 909071 h 1788513"/>
                      <a:gd name="connsiteX2444" fmla="*/ 4134472 w 7665198"/>
                      <a:gd name="connsiteY2444" fmla="*/ 867827 h 1788513"/>
                      <a:gd name="connsiteX2445" fmla="*/ 4171429 w 7665198"/>
                      <a:gd name="connsiteY2445" fmla="*/ 827441 h 1788513"/>
                      <a:gd name="connsiteX2446" fmla="*/ 4188098 w 7665198"/>
                      <a:gd name="connsiteY2446" fmla="*/ 802390 h 1788513"/>
                      <a:gd name="connsiteX2447" fmla="*/ 4155903 w 7665198"/>
                      <a:gd name="connsiteY2447" fmla="*/ 866970 h 1788513"/>
                      <a:gd name="connsiteX2448" fmla="*/ 4124090 w 7665198"/>
                      <a:gd name="connsiteY2448" fmla="*/ 899546 h 1788513"/>
                      <a:gd name="connsiteX2449" fmla="*/ 4097229 w 7665198"/>
                      <a:gd name="connsiteY2449" fmla="*/ 947171 h 1788513"/>
                      <a:gd name="connsiteX2450" fmla="*/ 4084370 w 7665198"/>
                      <a:gd name="connsiteY2450" fmla="*/ 1004511 h 1788513"/>
                      <a:gd name="connsiteX2451" fmla="*/ 3964641 w 7665198"/>
                      <a:gd name="connsiteY2451" fmla="*/ 1067471 h 1788513"/>
                      <a:gd name="connsiteX2452" fmla="*/ 4040555 w 7665198"/>
                      <a:gd name="connsiteY2452" fmla="*/ 1026895 h 1788513"/>
                      <a:gd name="connsiteX2453" fmla="*/ 4112564 w 7665198"/>
                      <a:gd name="connsiteY2453" fmla="*/ 1017275 h 1788513"/>
                      <a:gd name="connsiteX2454" fmla="*/ 4157046 w 7665198"/>
                      <a:gd name="connsiteY2454" fmla="*/ 1023085 h 1788513"/>
                      <a:gd name="connsiteX2455" fmla="*/ 4091800 w 7665198"/>
                      <a:gd name="connsiteY2455" fmla="*/ 1025085 h 1788513"/>
                      <a:gd name="connsiteX2456" fmla="*/ 4024267 w 7665198"/>
                      <a:gd name="connsiteY2456" fmla="*/ 1038896 h 1788513"/>
                      <a:gd name="connsiteX2457" fmla="*/ 3905967 w 7665198"/>
                      <a:gd name="connsiteY2457" fmla="*/ 1124336 h 1788513"/>
                      <a:gd name="connsiteX2458" fmla="*/ 3964641 w 7665198"/>
                      <a:gd name="connsiteY2458" fmla="*/ 1067471 h 1788513"/>
                      <a:gd name="connsiteX2459" fmla="*/ 4134853 w 7665198"/>
                      <a:gd name="connsiteY2459" fmla="*/ 1112429 h 1788513"/>
                      <a:gd name="connsiteX2460" fmla="*/ 4138758 w 7665198"/>
                      <a:gd name="connsiteY2460" fmla="*/ 1120145 h 1788513"/>
                      <a:gd name="connsiteX2461" fmla="*/ 4124851 w 7665198"/>
                      <a:gd name="connsiteY2461" fmla="*/ 1127860 h 1788513"/>
                      <a:gd name="connsiteX2462" fmla="*/ 4120946 w 7665198"/>
                      <a:gd name="connsiteY2462" fmla="*/ 1120145 h 1788513"/>
                      <a:gd name="connsiteX2463" fmla="*/ 4134853 w 7665198"/>
                      <a:gd name="connsiteY2463" fmla="*/ 1112429 h 1788513"/>
                      <a:gd name="connsiteX2464" fmla="*/ 4143997 w 7665198"/>
                      <a:gd name="connsiteY2464" fmla="*/ 1197488 h 1788513"/>
                      <a:gd name="connsiteX2465" fmla="*/ 4181430 w 7665198"/>
                      <a:gd name="connsiteY2465" fmla="*/ 1155482 h 1788513"/>
                      <a:gd name="connsiteX2466" fmla="*/ 4200004 w 7665198"/>
                      <a:gd name="connsiteY2466" fmla="*/ 1148910 h 1788513"/>
                      <a:gd name="connsiteX2467" fmla="*/ 4167809 w 7665198"/>
                      <a:gd name="connsiteY2467" fmla="*/ 1185677 h 1788513"/>
                      <a:gd name="connsiteX2468" fmla="*/ 4151903 w 7665198"/>
                      <a:gd name="connsiteY2468" fmla="*/ 1222634 h 1788513"/>
                      <a:gd name="connsiteX2469" fmla="*/ 4148378 w 7665198"/>
                      <a:gd name="connsiteY2469" fmla="*/ 1245493 h 1788513"/>
                      <a:gd name="connsiteX2470" fmla="*/ 4101134 w 7665198"/>
                      <a:gd name="connsiteY2470" fmla="*/ 1233682 h 1788513"/>
                      <a:gd name="connsiteX2471" fmla="*/ 4065320 w 7665198"/>
                      <a:gd name="connsiteY2471" fmla="*/ 1237397 h 1788513"/>
                      <a:gd name="connsiteX2472" fmla="*/ 4101134 w 7665198"/>
                      <a:gd name="connsiteY2472" fmla="*/ 1233682 h 1788513"/>
                      <a:gd name="connsiteX2473" fmla="*/ 4105325 w 7665198"/>
                      <a:gd name="connsiteY2473" fmla="*/ 1231968 h 1788513"/>
                      <a:gd name="connsiteX2474" fmla="*/ 4143997 w 7665198"/>
                      <a:gd name="connsiteY2474" fmla="*/ 1197488 h 1788513"/>
                      <a:gd name="connsiteX2475" fmla="*/ 4251153 w 7665198"/>
                      <a:gd name="connsiteY2475" fmla="*/ 620082 h 1788513"/>
                      <a:gd name="connsiteX2476" fmla="*/ 4254010 w 7665198"/>
                      <a:gd name="connsiteY2476" fmla="*/ 629036 h 1788513"/>
                      <a:gd name="connsiteX2477" fmla="*/ 4238009 w 7665198"/>
                      <a:gd name="connsiteY2477" fmla="*/ 645514 h 1788513"/>
                      <a:gd name="connsiteX2478" fmla="*/ 4224674 w 7665198"/>
                      <a:gd name="connsiteY2478" fmla="*/ 638751 h 1788513"/>
                      <a:gd name="connsiteX2479" fmla="*/ 4224579 w 7665198"/>
                      <a:gd name="connsiteY2479" fmla="*/ 638846 h 1788513"/>
                      <a:gd name="connsiteX2480" fmla="*/ 4197813 w 7665198"/>
                      <a:gd name="connsiteY2480" fmla="*/ 671136 h 1788513"/>
                      <a:gd name="connsiteX2481" fmla="*/ 4156760 w 7665198"/>
                      <a:gd name="connsiteY2481" fmla="*/ 665040 h 1788513"/>
                      <a:gd name="connsiteX2482" fmla="*/ 4143806 w 7665198"/>
                      <a:gd name="connsiteY2482" fmla="*/ 648276 h 1788513"/>
                      <a:gd name="connsiteX2483" fmla="*/ 4146664 w 7665198"/>
                      <a:gd name="connsiteY2483" fmla="*/ 633227 h 1788513"/>
                      <a:gd name="connsiteX2484" fmla="*/ 4125233 w 7665198"/>
                      <a:gd name="connsiteY2484" fmla="*/ 614081 h 1788513"/>
                      <a:gd name="connsiteX2485" fmla="*/ 4125233 w 7665198"/>
                      <a:gd name="connsiteY2485" fmla="*/ 589221 h 1788513"/>
                      <a:gd name="connsiteX2486" fmla="*/ 4135615 w 7665198"/>
                      <a:gd name="connsiteY2486" fmla="*/ 568361 h 1788513"/>
                      <a:gd name="connsiteX2487" fmla="*/ 4169714 w 7665198"/>
                      <a:gd name="connsiteY2487" fmla="*/ 554360 h 1788513"/>
                      <a:gd name="connsiteX2488" fmla="*/ 4262774 w 7665198"/>
                      <a:gd name="connsiteY2488" fmla="*/ 582077 h 1788513"/>
                      <a:gd name="connsiteX2489" fmla="*/ 4251153 w 7665198"/>
                      <a:gd name="connsiteY2489" fmla="*/ 620082 h 1788513"/>
                      <a:gd name="connsiteX2490" fmla="*/ 4103039 w 7665198"/>
                      <a:gd name="connsiteY2490" fmla="*/ 560932 h 1788513"/>
                      <a:gd name="connsiteX2491" fmla="*/ 4095705 w 7665198"/>
                      <a:gd name="connsiteY2491" fmla="*/ 567123 h 1788513"/>
                      <a:gd name="connsiteX2492" fmla="*/ 4105516 w 7665198"/>
                      <a:gd name="connsiteY2492" fmla="*/ 597889 h 1788513"/>
                      <a:gd name="connsiteX2493" fmla="*/ 4112184 w 7665198"/>
                      <a:gd name="connsiteY2493" fmla="*/ 636560 h 1788513"/>
                      <a:gd name="connsiteX2494" fmla="*/ 4145616 w 7665198"/>
                      <a:gd name="connsiteY2494" fmla="*/ 671136 h 1788513"/>
                      <a:gd name="connsiteX2495" fmla="*/ 4204576 w 7665198"/>
                      <a:gd name="connsiteY2495" fmla="*/ 699711 h 1788513"/>
                      <a:gd name="connsiteX2496" fmla="*/ 4135329 w 7665198"/>
                      <a:gd name="connsiteY2496" fmla="*/ 677042 h 1788513"/>
                      <a:gd name="connsiteX2497" fmla="*/ 4091800 w 7665198"/>
                      <a:gd name="connsiteY2497" fmla="*/ 619892 h 1788513"/>
                      <a:gd name="connsiteX2498" fmla="*/ 4045318 w 7665198"/>
                      <a:gd name="connsiteY2498" fmla="*/ 709236 h 1788513"/>
                      <a:gd name="connsiteX2499" fmla="*/ 4083894 w 7665198"/>
                      <a:gd name="connsiteY2499" fmla="*/ 591126 h 1788513"/>
                      <a:gd name="connsiteX2500" fmla="*/ 4067702 w 7665198"/>
                      <a:gd name="connsiteY2500" fmla="*/ 541787 h 1788513"/>
                      <a:gd name="connsiteX2501" fmla="*/ 4052938 w 7665198"/>
                      <a:gd name="connsiteY2501" fmla="*/ 527975 h 1788513"/>
                      <a:gd name="connsiteX2502" fmla="*/ 4034650 w 7665198"/>
                      <a:gd name="connsiteY2502" fmla="*/ 518069 h 1788513"/>
                      <a:gd name="connsiteX2503" fmla="*/ 4052938 w 7665198"/>
                      <a:gd name="connsiteY2503" fmla="*/ 527975 h 1788513"/>
                      <a:gd name="connsiteX2504" fmla="*/ 4088943 w 7665198"/>
                      <a:gd name="connsiteY2504" fmla="*/ 543882 h 1788513"/>
                      <a:gd name="connsiteX2505" fmla="*/ 4093038 w 7665198"/>
                      <a:gd name="connsiteY2505" fmla="*/ 549597 h 1788513"/>
                      <a:gd name="connsiteX2506" fmla="*/ 4102468 w 7665198"/>
                      <a:gd name="connsiteY2506" fmla="*/ 547597 h 1788513"/>
                      <a:gd name="connsiteX2507" fmla="*/ 4155712 w 7665198"/>
                      <a:gd name="connsiteY2507" fmla="*/ 528071 h 1788513"/>
                      <a:gd name="connsiteX2508" fmla="*/ 4103039 w 7665198"/>
                      <a:gd name="connsiteY2508" fmla="*/ 560932 h 1788513"/>
                      <a:gd name="connsiteX2509" fmla="*/ 4034840 w 7665198"/>
                      <a:gd name="connsiteY2509" fmla="*/ 710188 h 1788513"/>
                      <a:gd name="connsiteX2510" fmla="*/ 4095419 w 7665198"/>
                      <a:gd name="connsiteY2510" fmla="*/ 727619 h 1788513"/>
                      <a:gd name="connsiteX2511" fmla="*/ 4101896 w 7665198"/>
                      <a:gd name="connsiteY2511" fmla="*/ 750289 h 1788513"/>
                      <a:gd name="connsiteX2512" fmla="*/ 4091228 w 7665198"/>
                      <a:gd name="connsiteY2512" fmla="*/ 783055 h 1788513"/>
                      <a:gd name="connsiteX2513" fmla="*/ 4064082 w 7665198"/>
                      <a:gd name="connsiteY2513" fmla="*/ 828584 h 1788513"/>
                      <a:gd name="connsiteX2514" fmla="*/ 4005694 w 7665198"/>
                      <a:gd name="connsiteY2514" fmla="*/ 868113 h 1788513"/>
                      <a:gd name="connsiteX2515" fmla="*/ 3947401 w 7665198"/>
                      <a:gd name="connsiteY2515" fmla="*/ 884305 h 1788513"/>
                      <a:gd name="connsiteX2516" fmla="*/ 3918635 w 7665198"/>
                      <a:gd name="connsiteY2516" fmla="*/ 862779 h 1788513"/>
                      <a:gd name="connsiteX2517" fmla="*/ 3933494 w 7665198"/>
                      <a:gd name="connsiteY2517" fmla="*/ 833632 h 1788513"/>
                      <a:gd name="connsiteX2518" fmla="*/ 4021410 w 7665198"/>
                      <a:gd name="connsiteY2518" fmla="*/ 716189 h 1788513"/>
                      <a:gd name="connsiteX2519" fmla="*/ 4029030 w 7665198"/>
                      <a:gd name="connsiteY2519" fmla="*/ 709998 h 1788513"/>
                      <a:gd name="connsiteX2520" fmla="*/ 4034840 w 7665198"/>
                      <a:gd name="connsiteY2520" fmla="*/ 710188 h 1788513"/>
                      <a:gd name="connsiteX2521" fmla="*/ 3278555 w 7665198"/>
                      <a:gd name="connsiteY2521" fmla="*/ 740573 h 1788513"/>
                      <a:gd name="connsiteX2522" fmla="*/ 3241598 w 7665198"/>
                      <a:gd name="connsiteY2522" fmla="*/ 743812 h 1788513"/>
                      <a:gd name="connsiteX2523" fmla="*/ 3175209 w 7665198"/>
                      <a:gd name="connsiteY2523" fmla="*/ 742097 h 1788513"/>
                      <a:gd name="connsiteX2524" fmla="*/ 3161398 w 7665198"/>
                      <a:gd name="connsiteY2524" fmla="*/ 733620 h 1788513"/>
                      <a:gd name="connsiteX2525" fmla="*/ 3165303 w 7665198"/>
                      <a:gd name="connsiteY2525" fmla="*/ 726571 h 1788513"/>
                      <a:gd name="connsiteX2526" fmla="*/ 3230549 w 7665198"/>
                      <a:gd name="connsiteY2526" fmla="*/ 656087 h 1788513"/>
                      <a:gd name="connsiteX2527" fmla="*/ 3262553 w 7665198"/>
                      <a:gd name="connsiteY2527" fmla="*/ 630274 h 1788513"/>
                      <a:gd name="connsiteX2528" fmla="*/ 3295129 w 7665198"/>
                      <a:gd name="connsiteY2528" fmla="*/ 625606 h 1788513"/>
                      <a:gd name="connsiteX2529" fmla="*/ 3327038 w 7665198"/>
                      <a:gd name="connsiteY2529" fmla="*/ 626178 h 1788513"/>
                      <a:gd name="connsiteX2530" fmla="*/ 3328942 w 7665198"/>
                      <a:gd name="connsiteY2530" fmla="*/ 655515 h 1788513"/>
                      <a:gd name="connsiteX2531" fmla="*/ 3278555 w 7665198"/>
                      <a:gd name="connsiteY2531" fmla="*/ 740573 h 1788513"/>
                      <a:gd name="connsiteX2532" fmla="*/ 3213595 w 7665198"/>
                      <a:gd name="connsiteY2532" fmla="*/ 620844 h 1788513"/>
                      <a:gd name="connsiteX2533" fmla="*/ 3190449 w 7665198"/>
                      <a:gd name="connsiteY2533" fmla="*/ 640656 h 1788513"/>
                      <a:gd name="connsiteX2534" fmla="*/ 3188544 w 7665198"/>
                      <a:gd name="connsiteY2534" fmla="*/ 655515 h 1788513"/>
                      <a:gd name="connsiteX2535" fmla="*/ 3174638 w 7665198"/>
                      <a:gd name="connsiteY2535" fmla="*/ 682852 h 1788513"/>
                      <a:gd name="connsiteX2536" fmla="*/ 3146920 w 7665198"/>
                      <a:gd name="connsiteY2536" fmla="*/ 716475 h 1788513"/>
                      <a:gd name="connsiteX2537" fmla="*/ 3128251 w 7665198"/>
                      <a:gd name="connsiteY2537" fmla="*/ 736954 h 1788513"/>
                      <a:gd name="connsiteX2538" fmla="*/ 3146920 w 7665198"/>
                      <a:gd name="connsiteY2538" fmla="*/ 716475 h 1788513"/>
                      <a:gd name="connsiteX2539" fmla="*/ 3171208 w 7665198"/>
                      <a:gd name="connsiteY2539" fmla="*/ 676279 h 1788513"/>
                      <a:gd name="connsiteX2540" fmla="*/ 3179781 w 7665198"/>
                      <a:gd name="connsiteY2540" fmla="*/ 640942 h 1788513"/>
                      <a:gd name="connsiteX2541" fmla="*/ 3158636 w 7665198"/>
                      <a:gd name="connsiteY2541" fmla="*/ 588554 h 1788513"/>
                      <a:gd name="connsiteX2542" fmla="*/ 3115392 w 7665198"/>
                      <a:gd name="connsiteY2542" fmla="*/ 550550 h 1788513"/>
                      <a:gd name="connsiteX2543" fmla="*/ 3097580 w 7665198"/>
                      <a:gd name="connsiteY2543" fmla="*/ 526737 h 1788513"/>
                      <a:gd name="connsiteX2544" fmla="*/ 3146920 w 7665198"/>
                      <a:gd name="connsiteY2544" fmla="*/ 561503 h 1788513"/>
                      <a:gd name="connsiteX2545" fmla="*/ 3187687 w 7665198"/>
                      <a:gd name="connsiteY2545" fmla="*/ 611510 h 1788513"/>
                      <a:gd name="connsiteX2546" fmla="*/ 3197688 w 7665198"/>
                      <a:gd name="connsiteY2546" fmla="*/ 617891 h 1788513"/>
                      <a:gd name="connsiteX2547" fmla="*/ 3207023 w 7665198"/>
                      <a:gd name="connsiteY2547" fmla="*/ 616272 h 1788513"/>
                      <a:gd name="connsiteX2548" fmla="*/ 3270269 w 7665198"/>
                      <a:gd name="connsiteY2548" fmla="*/ 594364 h 1788513"/>
                      <a:gd name="connsiteX2549" fmla="*/ 3213595 w 7665198"/>
                      <a:gd name="connsiteY2549" fmla="*/ 620844 h 1788513"/>
                      <a:gd name="connsiteX2550" fmla="*/ 3123107 w 7665198"/>
                      <a:gd name="connsiteY2550" fmla="*/ 618844 h 1788513"/>
                      <a:gd name="connsiteX2551" fmla="*/ 3114916 w 7665198"/>
                      <a:gd name="connsiteY2551" fmla="*/ 627226 h 1788513"/>
                      <a:gd name="connsiteX2552" fmla="*/ 3106534 w 7665198"/>
                      <a:gd name="connsiteY2552" fmla="*/ 619034 h 1788513"/>
                      <a:gd name="connsiteX2553" fmla="*/ 3114725 w 7665198"/>
                      <a:gd name="connsiteY2553" fmla="*/ 610652 h 1788513"/>
                      <a:gd name="connsiteX2554" fmla="*/ 3123107 w 7665198"/>
                      <a:gd name="connsiteY2554" fmla="*/ 618844 h 1788513"/>
                      <a:gd name="connsiteX2555" fmla="*/ 3133871 w 7665198"/>
                      <a:gd name="connsiteY2555" fmla="*/ 814011 h 1788513"/>
                      <a:gd name="connsiteX2556" fmla="*/ 3123774 w 7665198"/>
                      <a:gd name="connsiteY2556" fmla="*/ 836871 h 1788513"/>
                      <a:gd name="connsiteX2557" fmla="*/ 3121298 w 7665198"/>
                      <a:gd name="connsiteY2557" fmla="*/ 870971 h 1788513"/>
                      <a:gd name="connsiteX2558" fmla="*/ 3122155 w 7665198"/>
                      <a:gd name="connsiteY2558" fmla="*/ 870780 h 1788513"/>
                      <a:gd name="connsiteX2559" fmla="*/ 3126060 w 7665198"/>
                      <a:gd name="connsiteY2559" fmla="*/ 878495 h 1788513"/>
                      <a:gd name="connsiteX2560" fmla="*/ 3121012 w 7665198"/>
                      <a:gd name="connsiteY2560" fmla="*/ 883163 h 1788513"/>
                      <a:gd name="connsiteX2561" fmla="*/ 3120821 w 7665198"/>
                      <a:gd name="connsiteY2561" fmla="*/ 896688 h 1788513"/>
                      <a:gd name="connsiteX2562" fmla="*/ 3111677 w 7665198"/>
                      <a:gd name="connsiteY2562" fmla="*/ 948028 h 1788513"/>
                      <a:gd name="connsiteX2563" fmla="*/ 3051956 w 7665198"/>
                      <a:gd name="connsiteY2563" fmla="*/ 990319 h 1788513"/>
                      <a:gd name="connsiteX2564" fmla="*/ 3025000 w 7665198"/>
                      <a:gd name="connsiteY2564" fmla="*/ 985461 h 1788513"/>
                      <a:gd name="connsiteX2565" fmla="*/ 2924416 w 7665198"/>
                      <a:gd name="connsiteY2565" fmla="*/ 946028 h 1788513"/>
                      <a:gd name="connsiteX2566" fmla="*/ 2914319 w 7665198"/>
                      <a:gd name="connsiteY2566" fmla="*/ 938217 h 1788513"/>
                      <a:gd name="connsiteX2567" fmla="*/ 2924225 w 7665198"/>
                      <a:gd name="connsiteY2567" fmla="*/ 917929 h 1788513"/>
                      <a:gd name="connsiteX2568" fmla="*/ 2956324 w 7665198"/>
                      <a:gd name="connsiteY2568" fmla="*/ 879829 h 1788513"/>
                      <a:gd name="connsiteX2569" fmla="*/ 3059480 w 7665198"/>
                      <a:gd name="connsiteY2569" fmla="*/ 805438 h 1788513"/>
                      <a:gd name="connsiteX2570" fmla="*/ 3133871 w 7665198"/>
                      <a:gd name="connsiteY2570" fmla="*/ 814011 h 1788513"/>
                      <a:gd name="connsiteX2571" fmla="*/ 2965564 w 7665198"/>
                      <a:gd name="connsiteY2571" fmla="*/ 832299 h 1788513"/>
                      <a:gd name="connsiteX2572" fmla="*/ 2904794 w 7665198"/>
                      <a:gd name="connsiteY2572" fmla="*/ 887639 h 1788513"/>
                      <a:gd name="connsiteX2573" fmla="*/ 2869742 w 7665198"/>
                      <a:gd name="connsiteY2573" fmla="*/ 950980 h 1788513"/>
                      <a:gd name="connsiteX2574" fmla="*/ 2840405 w 7665198"/>
                      <a:gd name="connsiteY2574" fmla="*/ 993748 h 1788513"/>
                      <a:gd name="connsiteX2575" fmla="*/ 2789161 w 7665198"/>
                      <a:gd name="connsiteY2575" fmla="*/ 1007559 h 1788513"/>
                      <a:gd name="connsiteX2576" fmla="*/ 2752871 w 7665198"/>
                      <a:gd name="connsiteY2576" fmla="*/ 994129 h 1788513"/>
                      <a:gd name="connsiteX2577" fmla="*/ 2755252 w 7665198"/>
                      <a:gd name="connsiteY2577" fmla="*/ 958029 h 1788513"/>
                      <a:gd name="connsiteX2578" fmla="*/ 2825927 w 7665198"/>
                      <a:gd name="connsiteY2578" fmla="*/ 897069 h 1788513"/>
                      <a:gd name="connsiteX2579" fmla="*/ 2860694 w 7665198"/>
                      <a:gd name="connsiteY2579" fmla="*/ 857350 h 1788513"/>
                      <a:gd name="connsiteX2580" fmla="*/ 2965564 w 7665198"/>
                      <a:gd name="connsiteY2580" fmla="*/ 832299 h 1788513"/>
                      <a:gd name="connsiteX2581" fmla="*/ 2724677 w 7665198"/>
                      <a:gd name="connsiteY2581" fmla="*/ 1347030 h 1788513"/>
                      <a:gd name="connsiteX2582" fmla="*/ 2745060 w 7665198"/>
                      <a:gd name="connsiteY2582" fmla="*/ 1291880 h 1788513"/>
                      <a:gd name="connsiteX2583" fmla="*/ 2761253 w 7665198"/>
                      <a:gd name="connsiteY2583" fmla="*/ 1268258 h 1788513"/>
                      <a:gd name="connsiteX2584" fmla="*/ 2797638 w 7665198"/>
                      <a:gd name="connsiteY2584" fmla="*/ 1254924 h 1788513"/>
                      <a:gd name="connsiteX2585" fmla="*/ 2902318 w 7665198"/>
                      <a:gd name="connsiteY2585" fmla="*/ 1240922 h 1788513"/>
                      <a:gd name="connsiteX2586" fmla="*/ 2907366 w 7665198"/>
                      <a:gd name="connsiteY2586" fmla="*/ 1263686 h 1788513"/>
                      <a:gd name="connsiteX2587" fmla="*/ 2911271 w 7665198"/>
                      <a:gd name="connsiteY2587" fmla="*/ 1263115 h 1788513"/>
                      <a:gd name="connsiteX2588" fmla="*/ 2895746 w 7665198"/>
                      <a:gd name="connsiteY2588" fmla="*/ 1335409 h 1788513"/>
                      <a:gd name="connsiteX2589" fmla="*/ 2870599 w 7665198"/>
                      <a:gd name="connsiteY2589" fmla="*/ 1382273 h 1788513"/>
                      <a:gd name="connsiteX2590" fmla="*/ 2844882 w 7665198"/>
                      <a:gd name="connsiteY2590" fmla="*/ 1391226 h 1788513"/>
                      <a:gd name="connsiteX2591" fmla="*/ 2734678 w 7665198"/>
                      <a:gd name="connsiteY2591" fmla="*/ 1372081 h 1788513"/>
                      <a:gd name="connsiteX2592" fmla="*/ 2724772 w 7665198"/>
                      <a:gd name="connsiteY2592" fmla="*/ 1363604 h 1788513"/>
                      <a:gd name="connsiteX2593" fmla="*/ 2724677 w 7665198"/>
                      <a:gd name="connsiteY2593" fmla="*/ 1347030 h 1788513"/>
                      <a:gd name="connsiteX2594" fmla="*/ 2737821 w 7665198"/>
                      <a:gd name="connsiteY2594" fmla="*/ 1502383 h 1788513"/>
                      <a:gd name="connsiteX2595" fmla="*/ 2850121 w 7665198"/>
                      <a:gd name="connsiteY2595" fmla="*/ 1453996 h 1788513"/>
                      <a:gd name="connsiteX2596" fmla="*/ 2895936 w 7665198"/>
                      <a:gd name="connsiteY2596" fmla="*/ 1451424 h 1788513"/>
                      <a:gd name="connsiteX2597" fmla="*/ 2905461 w 7665198"/>
                      <a:gd name="connsiteY2597" fmla="*/ 1471998 h 1788513"/>
                      <a:gd name="connsiteX2598" fmla="*/ 2886602 w 7665198"/>
                      <a:gd name="connsiteY2598" fmla="*/ 1488286 h 1788513"/>
                      <a:gd name="connsiteX2599" fmla="*/ 2883935 w 7665198"/>
                      <a:gd name="connsiteY2599" fmla="*/ 1489619 h 1788513"/>
                      <a:gd name="connsiteX2600" fmla="*/ 2875076 w 7665198"/>
                      <a:gd name="connsiteY2600" fmla="*/ 1494001 h 1788513"/>
                      <a:gd name="connsiteX2601" fmla="*/ 2866123 w 7665198"/>
                      <a:gd name="connsiteY2601" fmla="*/ 1498477 h 1788513"/>
                      <a:gd name="connsiteX2602" fmla="*/ 2864218 w 7665198"/>
                      <a:gd name="connsiteY2602" fmla="*/ 1504573 h 1788513"/>
                      <a:gd name="connsiteX2603" fmla="*/ 2852502 w 7665198"/>
                      <a:gd name="connsiteY2603" fmla="*/ 1570296 h 1788513"/>
                      <a:gd name="connsiteX2604" fmla="*/ 2770015 w 7665198"/>
                      <a:gd name="connsiteY2604" fmla="*/ 1608110 h 1788513"/>
                      <a:gd name="connsiteX2605" fmla="*/ 2717152 w 7665198"/>
                      <a:gd name="connsiteY2605" fmla="*/ 1539054 h 1788513"/>
                      <a:gd name="connsiteX2606" fmla="*/ 2737821 w 7665198"/>
                      <a:gd name="connsiteY2606" fmla="*/ 1502383 h 1788513"/>
                      <a:gd name="connsiteX2607" fmla="*/ 2914033 w 7665198"/>
                      <a:gd name="connsiteY2607" fmla="*/ 1498668 h 1788513"/>
                      <a:gd name="connsiteX2608" fmla="*/ 2923558 w 7665198"/>
                      <a:gd name="connsiteY2608" fmla="*/ 1506193 h 1788513"/>
                      <a:gd name="connsiteX2609" fmla="*/ 2914796 w 7665198"/>
                      <a:gd name="connsiteY2609" fmla="*/ 1513813 h 1788513"/>
                      <a:gd name="connsiteX2610" fmla="*/ 2905271 w 7665198"/>
                      <a:gd name="connsiteY2610" fmla="*/ 1506288 h 1788513"/>
                      <a:gd name="connsiteX2611" fmla="*/ 2914033 w 7665198"/>
                      <a:gd name="connsiteY2611" fmla="*/ 1498668 h 1788513"/>
                      <a:gd name="connsiteX2612" fmla="*/ 2993948 w 7665198"/>
                      <a:gd name="connsiteY2612" fmla="*/ 1381701 h 1788513"/>
                      <a:gd name="connsiteX2613" fmla="*/ 3006521 w 7665198"/>
                      <a:gd name="connsiteY2613" fmla="*/ 1351030 h 1788513"/>
                      <a:gd name="connsiteX2614" fmla="*/ 3055194 w 7665198"/>
                      <a:gd name="connsiteY2614" fmla="*/ 1245970 h 1788513"/>
                      <a:gd name="connsiteX2615" fmla="*/ 3063957 w 7665198"/>
                      <a:gd name="connsiteY2615" fmla="*/ 1234730 h 1788513"/>
                      <a:gd name="connsiteX2616" fmla="*/ 3076340 w 7665198"/>
                      <a:gd name="connsiteY2616" fmla="*/ 1232254 h 1788513"/>
                      <a:gd name="connsiteX2617" fmla="*/ 3134823 w 7665198"/>
                      <a:gd name="connsiteY2617" fmla="*/ 1236445 h 1788513"/>
                      <a:gd name="connsiteX2618" fmla="*/ 3146920 w 7665198"/>
                      <a:gd name="connsiteY2618" fmla="*/ 1274450 h 1788513"/>
                      <a:gd name="connsiteX2619" fmla="*/ 3122155 w 7665198"/>
                      <a:gd name="connsiteY2619" fmla="*/ 1334171 h 1788513"/>
                      <a:gd name="connsiteX2620" fmla="*/ 3091389 w 7665198"/>
                      <a:gd name="connsiteY2620" fmla="*/ 1345887 h 1788513"/>
                      <a:gd name="connsiteX2621" fmla="*/ 3026238 w 7665198"/>
                      <a:gd name="connsiteY2621" fmla="*/ 1412086 h 1788513"/>
                      <a:gd name="connsiteX2622" fmla="*/ 3010998 w 7665198"/>
                      <a:gd name="connsiteY2622" fmla="*/ 1416849 h 1788513"/>
                      <a:gd name="connsiteX2623" fmla="*/ 2992615 w 7665198"/>
                      <a:gd name="connsiteY2623" fmla="*/ 1403133 h 1788513"/>
                      <a:gd name="connsiteX2624" fmla="*/ 2993948 w 7665198"/>
                      <a:gd name="connsiteY2624" fmla="*/ 1381701 h 1788513"/>
                      <a:gd name="connsiteX2625" fmla="*/ 3210452 w 7665198"/>
                      <a:gd name="connsiteY2625" fmla="*/ 1317312 h 1788513"/>
                      <a:gd name="connsiteX2626" fmla="*/ 3199212 w 7665198"/>
                      <a:gd name="connsiteY2626" fmla="*/ 1275497 h 1788513"/>
                      <a:gd name="connsiteX2627" fmla="*/ 3235598 w 7665198"/>
                      <a:gd name="connsiteY2627" fmla="*/ 1313502 h 1788513"/>
                      <a:gd name="connsiteX2628" fmla="*/ 3241313 w 7665198"/>
                      <a:gd name="connsiteY2628" fmla="*/ 1322551 h 1788513"/>
                      <a:gd name="connsiteX2629" fmla="*/ 3250457 w 7665198"/>
                      <a:gd name="connsiteY2629" fmla="*/ 1326075 h 1788513"/>
                      <a:gd name="connsiteX2630" fmla="*/ 3281603 w 7665198"/>
                      <a:gd name="connsiteY2630" fmla="*/ 1333600 h 1788513"/>
                      <a:gd name="connsiteX2631" fmla="*/ 3226263 w 7665198"/>
                      <a:gd name="connsiteY2631" fmla="*/ 1340267 h 1788513"/>
                      <a:gd name="connsiteX2632" fmla="*/ 3186544 w 7665198"/>
                      <a:gd name="connsiteY2632" fmla="*/ 1367223 h 1788513"/>
                      <a:gd name="connsiteX2633" fmla="*/ 3118249 w 7665198"/>
                      <a:gd name="connsiteY2633" fmla="*/ 1396274 h 1788513"/>
                      <a:gd name="connsiteX2634" fmla="*/ 3190544 w 7665198"/>
                      <a:gd name="connsiteY2634" fmla="*/ 1352364 h 1788513"/>
                      <a:gd name="connsiteX2635" fmla="*/ 3206070 w 7665198"/>
                      <a:gd name="connsiteY2635" fmla="*/ 1339982 h 1788513"/>
                      <a:gd name="connsiteX2636" fmla="*/ 3210452 w 7665198"/>
                      <a:gd name="connsiteY2636" fmla="*/ 1317312 h 1788513"/>
                      <a:gd name="connsiteX2637" fmla="*/ 3060623 w 7665198"/>
                      <a:gd name="connsiteY2637" fmla="*/ 1461997 h 1788513"/>
                      <a:gd name="connsiteX2638" fmla="*/ 3108820 w 7665198"/>
                      <a:gd name="connsiteY2638" fmla="*/ 1442185 h 1788513"/>
                      <a:gd name="connsiteX2639" fmla="*/ 3240455 w 7665198"/>
                      <a:gd name="connsiteY2639" fmla="*/ 1371700 h 1788513"/>
                      <a:gd name="connsiteX2640" fmla="*/ 3260839 w 7665198"/>
                      <a:gd name="connsiteY2640" fmla="*/ 1383892 h 1788513"/>
                      <a:gd name="connsiteX2641" fmla="*/ 3297605 w 7665198"/>
                      <a:gd name="connsiteY2641" fmla="*/ 1379986 h 1788513"/>
                      <a:gd name="connsiteX2642" fmla="*/ 3322656 w 7665198"/>
                      <a:gd name="connsiteY2642" fmla="*/ 1411515 h 1788513"/>
                      <a:gd name="connsiteX2643" fmla="*/ 3313703 w 7665198"/>
                      <a:gd name="connsiteY2643" fmla="*/ 1422373 h 1788513"/>
                      <a:gd name="connsiteX2644" fmla="*/ 3287604 w 7665198"/>
                      <a:gd name="connsiteY2644" fmla="*/ 1450472 h 1788513"/>
                      <a:gd name="connsiteX2645" fmla="*/ 3286652 w 7665198"/>
                      <a:gd name="connsiteY2645" fmla="*/ 1460092 h 1788513"/>
                      <a:gd name="connsiteX2646" fmla="*/ 3248647 w 7665198"/>
                      <a:gd name="connsiteY2646" fmla="*/ 1518385 h 1788513"/>
                      <a:gd name="connsiteX2647" fmla="*/ 3169589 w 7665198"/>
                      <a:gd name="connsiteY2647" fmla="*/ 1536959 h 1788513"/>
                      <a:gd name="connsiteX2648" fmla="*/ 3086436 w 7665198"/>
                      <a:gd name="connsiteY2648" fmla="*/ 1522861 h 1788513"/>
                      <a:gd name="connsiteX2649" fmla="*/ 3047765 w 7665198"/>
                      <a:gd name="connsiteY2649" fmla="*/ 1502574 h 1788513"/>
                      <a:gd name="connsiteX2650" fmla="*/ 3060623 w 7665198"/>
                      <a:gd name="connsiteY2650" fmla="*/ 1461997 h 1788513"/>
                      <a:gd name="connsiteX2651" fmla="*/ 3329609 w 7665198"/>
                      <a:gd name="connsiteY2651" fmla="*/ 1443328 h 1788513"/>
                      <a:gd name="connsiteX2652" fmla="*/ 3339134 w 7665198"/>
                      <a:gd name="connsiteY2652" fmla="*/ 1450852 h 1788513"/>
                      <a:gd name="connsiteX2653" fmla="*/ 3330371 w 7665198"/>
                      <a:gd name="connsiteY2653" fmla="*/ 1458473 h 1788513"/>
                      <a:gd name="connsiteX2654" fmla="*/ 3320846 w 7665198"/>
                      <a:gd name="connsiteY2654" fmla="*/ 1450948 h 1788513"/>
                      <a:gd name="connsiteX2655" fmla="*/ 3329609 w 7665198"/>
                      <a:gd name="connsiteY2655" fmla="*/ 1443328 h 1788513"/>
                      <a:gd name="connsiteX2656" fmla="*/ 3289890 w 7665198"/>
                      <a:gd name="connsiteY2656" fmla="*/ 1171961 h 1788513"/>
                      <a:gd name="connsiteX2657" fmla="*/ 3135585 w 7665198"/>
                      <a:gd name="connsiteY2657" fmla="*/ 1224729 h 1788513"/>
                      <a:gd name="connsiteX2658" fmla="*/ 3101009 w 7665198"/>
                      <a:gd name="connsiteY2658" fmla="*/ 1230349 h 1788513"/>
                      <a:gd name="connsiteX2659" fmla="*/ 3081388 w 7665198"/>
                      <a:gd name="connsiteY2659" fmla="*/ 1218538 h 1788513"/>
                      <a:gd name="connsiteX2660" fmla="*/ 3102629 w 7665198"/>
                      <a:gd name="connsiteY2660" fmla="*/ 1186820 h 1788513"/>
                      <a:gd name="connsiteX2661" fmla="*/ 3259029 w 7665198"/>
                      <a:gd name="connsiteY2661" fmla="*/ 1092998 h 1788513"/>
                      <a:gd name="connsiteX2662" fmla="*/ 3272650 w 7665198"/>
                      <a:gd name="connsiteY2662" fmla="*/ 1082521 h 1788513"/>
                      <a:gd name="connsiteX2663" fmla="*/ 3312655 w 7665198"/>
                      <a:gd name="connsiteY2663" fmla="*/ 1062804 h 1788513"/>
                      <a:gd name="connsiteX2664" fmla="*/ 3366662 w 7665198"/>
                      <a:gd name="connsiteY2664" fmla="*/ 1057946 h 1788513"/>
                      <a:gd name="connsiteX2665" fmla="*/ 3367423 w 7665198"/>
                      <a:gd name="connsiteY2665" fmla="*/ 1059185 h 1788513"/>
                      <a:gd name="connsiteX2666" fmla="*/ 3414191 w 7665198"/>
                      <a:gd name="connsiteY2666" fmla="*/ 1073567 h 1788513"/>
                      <a:gd name="connsiteX2667" fmla="*/ 3382568 w 7665198"/>
                      <a:gd name="connsiteY2667" fmla="*/ 1116239 h 1788513"/>
                      <a:gd name="connsiteX2668" fmla="*/ 3368186 w 7665198"/>
                      <a:gd name="connsiteY2668" fmla="*/ 1124907 h 1788513"/>
                      <a:gd name="connsiteX2669" fmla="*/ 3368090 w 7665198"/>
                      <a:gd name="connsiteY2669" fmla="*/ 1125193 h 1788513"/>
                      <a:gd name="connsiteX2670" fmla="*/ 3355136 w 7665198"/>
                      <a:gd name="connsiteY2670" fmla="*/ 1132813 h 1788513"/>
                      <a:gd name="connsiteX2671" fmla="*/ 3289890 w 7665198"/>
                      <a:gd name="connsiteY2671" fmla="*/ 1171961 h 1788513"/>
                      <a:gd name="connsiteX2672" fmla="*/ 3449243 w 7665198"/>
                      <a:gd name="connsiteY2672" fmla="*/ 1239874 h 1788513"/>
                      <a:gd name="connsiteX2673" fmla="*/ 3452672 w 7665198"/>
                      <a:gd name="connsiteY2673" fmla="*/ 1233778 h 1788513"/>
                      <a:gd name="connsiteX2674" fmla="*/ 3458578 w 7665198"/>
                      <a:gd name="connsiteY2674" fmla="*/ 1233968 h 1788513"/>
                      <a:gd name="connsiteX2675" fmla="*/ 3532778 w 7665198"/>
                      <a:gd name="connsiteY2675" fmla="*/ 1250733 h 1788513"/>
                      <a:gd name="connsiteX2676" fmla="*/ 3555447 w 7665198"/>
                      <a:gd name="connsiteY2676" fmla="*/ 1272830 h 1788513"/>
                      <a:gd name="connsiteX2677" fmla="*/ 3567830 w 7665198"/>
                      <a:gd name="connsiteY2677" fmla="*/ 1304930 h 1788513"/>
                      <a:gd name="connsiteX2678" fmla="*/ 3572306 w 7665198"/>
                      <a:gd name="connsiteY2678" fmla="*/ 1349507 h 1788513"/>
                      <a:gd name="connsiteX2679" fmla="*/ 3540779 w 7665198"/>
                      <a:gd name="connsiteY2679" fmla="*/ 1388368 h 1788513"/>
                      <a:gd name="connsiteX2680" fmla="*/ 3492773 w 7665198"/>
                      <a:gd name="connsiteY2680" fmla="*/ 1404371 h 1788513"/>
                      <a:gd name="connsiteX2681" fmla="*/ 3448100 w 7665198"/>
                      <a:gd name="connsiteY2681" fmla="*/ 1383416 h 1788513"/>
                      <a:gd name="connsiteX2682" fmla="*/ 3442671 w 7665198"/>
                      <a:gd name="connsiteY2682" fmla="*/ 1354936 h 1788513"/>
                      <a:gd name="connsiteX2683" fmla="*/ 3449243 w 7665198"/>
                      <a:gd name="connsiteY2683" fmla="*/ 1239874 h 1788513"/>
                      <a:gd name="connsiteX2684" fmla="*/ 3589356 w 7665198"/>
                      <a:gd name="connsiteY2684" fmla="*/ 1439804 h 1788513"/>
                      <a:gd name="connsiteX2685" fmla="*/ 3626027 w 7665198"/>
                      <a:gd name="connsiteY2685" fmla="*/ 1427993 h 1788513"/>
                      <a:gd name="connsiteX2686" fmla="*/ 3671747 w 7665198"/>
                      <a:gd name="connsiteY2686" fmla="*/ 1387511 h 1788513"/>
                      <a:gd name="connsiteX2687" fmla="*/ 3680891 w 7665198"/>
                      <a:gd name="connsiteY2687" fmla="*/ 1347982 h 1788513"/>
                      <a:gd name="connsiteX2688" fmla="*/ 3680224 w 7665198"/>
                      <a:gd name="connsiteY2688" fmla="*/ 1323503 h 1788513"/>
                      <a:gd name="connsiteX2689" fmla="*/ 3693083 w 7665198"/>
                      <a:gd name="connsiteY2689" fmla="*/ 1386749 h 1788513"/>
                      <a:gd name="connsiteX2690" fmla="*/ 3683654 w 7665198"/>
                      <a:gd name="connsiteY2690" fmla="*/ 1418658 h 1788513"/>
                      <a:gd name="connsiteX2691" fmla="*/ 3690035 w 7665198"/>
                      <a:gd name="connsiteY2691" fmla="*/ 1465330 h 1788513"/>
                      <a:gd name="connsiteX2692" fmla="*/ 3717658 w 7665198"/>
                      <a:gd name="connsiteY2692" fmla="*/ 1521338 h 1788513"/>
                      <a:gd name="connsiteX2693" fmla="*/ 3684225 w 7665198"/>
                      <a:gd name="connsiteY2693" fmla="*/ 1480571 h 1788513"/>
                      <a:gd name="connsiteX2694" fmla="*/ 3661841 w 7665198"/>
                      <a:gd name="connsiteY2694" fmla="*/ 1433993 h 1788513"/>
                      <a:gd name="connsiteX2695" fmla="*/ 3657269 w 7665198"/>
                      <a:gd name="connsiteY2695" fmla="*/ 1430469 h 1788513"/>
                      <a:gd name="connsiteX2696" fmla="*/ 3649745 w 7665198"/>
                      <a:gd name="connsiteY2696" fmla="*/ 1430374 h 1788513"/>
                      <a:gd name="connsiteX2697" fmla="*/ 3589356 w 7665198"/>
                      <a:gd name="connsiteY2697" fmla="*/ 1439804 h 1788513"/>
                      <a:gd name="connsiteX2698" fmla="*/ 3560876 w 7665198"/>
                      <a:gd name="connsiteY2698" fmla="*/ 1444375 h 1788513"/>
                      <a:gd name="connsiteX2699" fmla="*/ 3589356 w 7665198"/>
                      <a:gd name="connsiteY2699" fmla="*/ 1439804 h 1788513"/>
                      <a:gd name="connsiteX2700" fmla="*/ 3706132 w 7665198"/>
                      <a:gd name="connsiteY2700" fmla="*/ 1232921 h 1788513"/>
                      <a:gd name="connsiteX2701" fmla="*/ 3674224 w 7665198"/>
                      <a:gd name="connsiteY2701" fmla="*/ 1230920 h 1788513"/>
                      <a:gd name="connsiteX2702" fmla="*/ 3685844 w 7665198"/>
                      <a:gd name="connsiteY2702" fmla="*/ 1194059 h 1788513"/>
                      <a:gd name="connsiteX2703" fmla="*/ 3731183 w 7665198"/>
                      <a:gd name="connsiteY2703" fmla="*/ 1158054 h 1788513"/>
                      <a:gd name="connsiteX2704" fmla="*/ 3748519 w 7665198"/>
                      <a:gd name="connsiteY2704" fmla="*/ 1145386 h 1788513"/>
                      <a:gd name="connsiteX2705" fmla="*/ 3749852 w 7665198"/>
                      <a:gd name="connsiteY2705" fmla="*/ 1139385 h 1788513"/>
                      <a:gd name="connsiteX2706" fmla="*/ 3764235 w 7665198"/>
                      <a:gd name="connsiteY2706" fmla="*/ 1123573 h 1788513"/>
                      <a:gd name="connsiteX2707" fmla="*/ 3808240 w 7665198"/>
                      <a:gd name="connsiteY2707" fmla="*/ 1095665 h 1788513"/>
                      <a:gd name="connsiteX2708" fmla="*/ 3856056 w 7665198"/>
                      <a:gd name="connsiteY2708" fmla="*/ 1088140 h 1788513"/>
                      <a:gd name="connsiteX2709" fmla="*/ 3864629 w 7665198"/>
                      <a:gd name="connsiteY2709" fmla="*/ 1097856 h 1788513"/>
                      <a:gd name="connsiteX2710" fmla="*/ 3883964 w 7665198"/>
                      <a:gd name="connsiteY2710" fmla="*/ 1091760 h 1788513"/>
                      <a:gd name="connsiteX2711" fmla="*/ 3882155 w 7665198"/>
                      <a:gd name="connsiteY2711" fmla="*/ 1112239 h 1788513"/>
                      <a:gd name="connsiteX2712" fmla="*/ 3821480 w 7665198"/>
                      <a:gd name="connsiteY2712" fmla="*/ 1167674 h 1788513"/>
                      <a:gd name="connsiteX2713" fmla="*/ 3745375 w 7665198"/>
                      <a:gd name="connsiteY2713" fmla="*/ 1216442 h 1788513"/>
                      <a:gd name="connsiteX2714" fmla="*/ 3706132 w 7665198"/>
                      <a:gd name="connsiteY2714" fmla="*/ 1232921 h 1788513"/>
                      <a:gd name="connsiteX2715" fmla="*/ 3861962 w 7665198"/>
                      <a:gd name="connsiteY2715" fmla="*/ 1206727 h 1788513"/>
                      <a:gd name="connsiteX2716" fmla="*/ 3878345 w 7665198"/>
                      <a:gd name="connsiteY2716" fmla="*/ 1180723 h 1788513"/>
                      <a:gd name="connsiteX2717" fmla="*/ 3980643 w 7665198"/>
                      <a:gd name="connsiteY2717" fmla="*/ 1096522 h 1788513"/>
                      <a:gd name="connsiteX2718" fmla="*/ 4088085 w 7665198"/>
                      <a:gd name="connsiteY2718" fmla="*/ 1055946 h 1788513"/>
                      <a:gd name="connsiteX2719" fmla="*/ 4105040 w 7665198"/>
                      <a:gd name="connsiteY2719" fmla="*/ 1075091 h 1788513"/>
                      <a:gd name="connsiteX2720" fmla="*/ 4113517 w 7665198"/>
                      <a:gd name="connsiteY2720" fmla="*/ 1077854 h 1788513"/>
                      <a:gd name="connsiteX2721" fmla="*/ 4115612 w 7665198"/>
                      <a:gd name="connsiteY2721" fmla="*/ 1077663 h 1788513"/>
                      <a:gd name="connsiteX2722" fmla="*/ 4123232 w 7665198"/>
                      <a:gd name="connsiteY2722" fmla="*/ 1092808 h 1788513"/>
                      <a:gd name="connsiteX2723" fmla="*/ 4098372 w 7665198"/>
                      <a:gd name="connsiteY2723" fmla="*/ 1107762 h 1788513"/>
                      <a:gd name="connsiteX2724" fmla="*/ 4079227 w 7665198"/>
                      <a:gd name="connsiteY2724" fmla="*/ 1116430 h 1788513"/>
                      <a:gd name="connsiteX2725" fmla="*/ 4077703 w 7665198"/>
                      <a:gd name="connsiteY2725" fmla="*/ 1117001 h 1788513"/>
                      <a:gd name="connsiteX2726" fmla="*/ 3892537 w 7665198"/>
                      <a:gd name="connsiteY2726" fmla="*/ 1223777 h 1788513"/>
                      <a:gd name="connsiteX2727" fmla="*/ 3869963 w 7665198"/>
                      <a:gd name="connsiteY2727" fmla="*/ 1224920 h 1788513"/>
                      <a:gd name="connsiteX2728" fmla="*/ 3861962 w 7665198"/>
                      <a:gd name="connsiteY2728" fmla="*/ 1206727 h 1788513"/>
                      <a:gd name="connsiteX2729" fmla="*/ 3890917 w 7665198"/>
                      <a:gd name="connsiteY2729" fmla="*/ 1340458 h 1788513"/>
                      <a:gd name="connsiteX2730" fmla="*/ 3882155 w 7665198"/>
                      <a:gd name="connsiteY2730" fmla="*/ 1348078 h 1788513"/>
                      <a:gd name="connsiteX2731" fmla="*/ 3872630 w 7665198"/>
                      <a:gd name="connsiteY2731" fmla="*/ 1340553 h 1788513"/>
                      <a:gd name="connsiteX2732" fmla="*/ 3881392 w 7665198"/>
                      <a:gd name="connsiteY2732" fmla="*/ 1332933 h 1788513"/>
                      <a:gd name="connsiteX2733" fmla="*/ 3890917 w 7665198"/>
                      <a:gd name="connsiteY2733" fmla="*/ 1340458 h 1788513"/>
                      <a:gd name="connsiteX2734" fmla="*/ 3916064 w 7665198"/>
                      <a:gd name="connsiteY2734" fmla="*/ 1391702 h 1788513"/>
                      <a:gd name="connsiteX2735" fmla="*/ 3948544 w 7665198"/>
                      <a:gd name="connsiteY2735" fmla="*/ 1373415 h 1788513"/>
                      <a:gd name="connsiteX2736" fmla="*/ 3979310 w 7665198"/>
                      <a:gd name="connsiteY2736" fmla="*/ 1336076 h 1788513"/>
                      <a:gd name="connsiteX2737" fmla="*/ 3984834 w 7665198"/>
                      <a:gd name="connsiteY2737" fmla="*/ 1309121 h 1788513"/>
                      <a:gd name="connsiteX2738" fmla="*/ 3987596 w 7665198"/>
                      <a:gd name="connsiteY2738" fmla="*/ 1285880 h 1788513"/>
                      <a:gd name="connsiteX2739" fmla="*/ 4009790 w 7665198"/>
                      <a:gd name="connsiteY2739" fmla="*/ 1340363 h 1788513"/>
                      <a:gd name="connsiteX2740" fmla="*/ 4013981 w 7665198"/>
                      <a:gd name="connsiteY2740" fmla="*/ 1346268 h 1788513"/>
                      <a:gd name="connsiteX2741" fmla="*/ 4021315 w 7665198"/>
                      <a:gd name="connsiteY2741" fmla="*/ 1347506 h 1788513"/>
                      <a:gd name="connsiteX2742" fmla="*/ 4107230 w 7665198"/>
                      <a:gd name="connsiteY2742" fmla="*/ 1370747 h 1788513"/>
                      <a:gd name="connsiteX2743" fmla="*/ 4113612 w 7665198"/>
                      <a:gd name="connsiteY2743" fmla="*/ 1374462 h 1788513"/>
                      <a:gd name="connsiteX2744" fmla="*/ 4124851 w 7665198"/>
                      <a:gd name="connsiteY2744" fmla="*/ 1382273 h 1788513"/>
                      <a:gd name="connsiteX2745" fmla="*/ 4113612 w 7665198"/>
                      <a:gd name="connsiteY2745" fmla="*/ 1374462 h 1788513"/>
                      <a:gd name="connsiteX2746" fmla="*/ 4107230 w 7665198"/>
                      <a:gd name="connsiteY2746" fmla="*/ 1370747 h 1788513"/>
                      <a:gd name="connsiteX2747" fmla="*/ 3991025 w 7665198"/>
                      <a:gd name="connsiteY2747" fmla="*/ 1358365 h 1788513"/>
                      <a:gd name="connsiteX2748" fmla="*/ 3948639 w 7665198"/>
                      <a:gd name="connsiteY2748" fmla="*/ 1373509 h 1788513"/>
                      <a:gd name="connsiteX2749" fmla="*/ 3942543 w 7665198"/>
                      <a:gd name="connsiteY2749" fmla="*/ 1378749 h 1788513"/>
                      <a:gd name="connsiteX2750" fmla="*/ 3916064 w 7665198"/>
                      <a:gd name="connsiteY2750" fmla="*/ 1391702 h 1788513"/>
                      <a:gd name="connsiteX2751" fmla="*/ 3875868 w 7665198"/>
                      <a:gd name="connsiteY2751" fmla="*/ 1422563 h 1788513"/>
                      <a:gd name="connsiteX2752" fmla="*/ 3916064 w 7665198"/>
                      <a:gd name="connsiteY2752" fmla="*/ 1391702 h 1788513"/>
                      <a:gd name="connsiteX2753" fmla="*/ 4116375 w 7665198"/>
                      <a:gd name="connsiteY2753" fmla="*/ 1348840 h 1788513"/>
                      <a:gd name="connsiteX2754" fmla="*/ 4117518 w 7665198"/>
                      <a:gd name="connsiteY2754" fmla="*/ 1336934 h 1788513"/>
                      <a:gd name="connsiteX2755" fmla="*/ 4051128 w 7665198"/>
                      <a:gd name="connsiteY2755" fmla="*/ 1323598 h 1788513"/>
                      <a:gd name="connsiteX2756" fmla="*/ 4046747 w 7665198"/>
                      <a:gd name="connsiteY2756" fmla="*/ 1319027 h 1788513"/>
                      <a:gd name="connsiteX2757" fmla="*/ 4048652 w 7665198"/>
                      <a:gd name="connsiteY2757" fmla="*/ 1314359 h 1788513"/>
                      <a:gd name="connsiteX2758" fmla="*/ 4063701 w 7665198"/>
                      <a:gd name="connsiteY2758" fmla="*/ 1294261 h 1788513"/>
                      <a:gd name="connsiteX2759" fmla="*/ 4082180 w 7665198"/>
                      <a:gd name="connsiteY2759" fmla="*/ 1275593 h 1788513"/>
                      <a:gd name="connsiteX2760" fmla="*/ 4106087 w 7665198"/>
                      <a:gd name="connsiteY2760" fmla="*/ 1267496 h 1788513"/>
                      <a:gd name="connsiteX2761" fmla="*/ 4147997 w 7665198"/>
                      <a:gd name="connsiteY2761" fmla="*/ 1257781 h 1788513"/>
                      <a:gd name="connsiteX2762" fmla="*/ 4167238 w 7665198"/>
                      <a:gd name="connsiteY2762" fmla="*/ 1258924 h 1788513"/>
                      <a:gd name="connsiteX2763" fmla="*/ 4199146 w 7665198"/>
                      <a:gd name="connsiteY2763" fmla="*/ 1269116 h 1788513"/>
                      <a:gd name="connsiteX2764" fmla="*/ 4220388 w 7665198"/>
                      <a:gd name="connsiteY2764" fmla="*/ 1321503 h 1788513"/>
                      <a:gd name="connsiteX2765" fmla="*/ 4181525 w 7665198"/>
                      <a:gd name="connsiteY2765" fmla="*/ 1358460 h 1788513"/>
                      <a:gd name="connsiteX2766" fmla="*/ 4161999 w 7665198"/>
                      <a:gd name="connsiteY2766" fmla="*/ 1353602 h 1788513"/>
                      <a:gd name="connsiteX2767" fmla="*/ 4149521 w 7665198"/>
                      <a:gd name="connsiteY2767" fmla="*/ 1359793 h 1788513"/>
                      <a:gd name="connsiteX2768" fmla="*/ 4137806 w 7665198"/>
                      <a:gd name="connsiteY2768" fmla="*/ 1363890 h 1788513"/>
                      <a:gd name="connsiteX2769" fmla="*/ 4116375 w 7665198"/>
                      <a:gd name="connsiteY2769" fmla="*/ 1348840 h 1788513"/>
                      <a:gd name="connsiteX2770" fmla="*/ 4214291 w 7665198"/>
                      <a:gd name="connsiteY2770" fmla="*/ 1237302 h 1788513"/>
                      <a:gd name="connsiteX2771" fmla="*/ 4198099 w 7665198"/>
                      <a:gd name="connsiteY2771" fmla="*/ 1221586 h 1788513"/>
                      <a:gd name="connsiteX2772" fmla="*/ 4196004 w 7665198"/>
                      <a:gd name="connsiteY2772" fmla="*/ 1199297 h 1788513"/>
                      <a:gd name="connsiteX2773" fmla="*/ 4224769 w 7665198"/>
                      <a:gd name="connsiteY2773" fmla="*/ 1162055 h 1788513"/>
                      <a:gd name="connsiteX2774" fmla="*/ 4269251 w 7665198"/>
                      <a:gd name="connsiteY2774" fmla="*/ 1132146 h 1788513"/>
                      <a:gd name="connsiteX2775" fmla="*/ 4298207 w 7665198"/>
                      <a:gd name="connsiteY2775" fmla="*/ 1141290 h 1788513"/>
                      <a:gd name="connsiteX2776" fmla="*/ 4228198 w 7665198"/>
                      <a:gd name="connsiteY2776" fmla="*/ 1233682 h 1788513"/>
                      <a:gd name="connsiteX2777" fmla="*/ 4221244 w 7665198"/>
                      <a:gd name="connsiteY2777" fmla="*/ 1237397 h 1788513"/>
                      <a:gd name="connsiteX2778" fmla="*/ 4214291 w 7665198"/>
                      <a:gd name="connsiteY2778" fmla="*/ 1237302 h 1788513"/>
                      <a:gd name="connsiteX2779" fmla="*/ 4512043 w 7665198"/>
                      <a:gd name="connsiteY2779" fmla="*/ 1141480 h 1788513"/>
                      <a:gd name="connsiteX2780" fmla="*/ 4468609 w 7665198"/>
                      <a:gd name="connsiteY2780" fmla="*/ 1159007 h 1788513"/>
                      <a:gd name="connsiteX2781" fmla="*/ 4437081 w 7665198"/>
                      <a:gd name="connsiteY2781" fmla="*/ 1152815 h 1788513"/>
                      <a:gd name="connsiteX2782" fmla="*/ 4461275 w 7665198"/>
                      <a:gd name="connsiteY2782" fmla="*/ 1113858 h 1788513"/>
                      <a:gd name="connsiteX2783" fmla="*/ 4512138 w 7665198"/>
                      <a:gd name="connsiteY2783" fmla="*/ 1080997 h 1788513"/>
                      <a:gd name="connsiteX2784" fmla="*/ 4595482 w 7665198"/>
                      <a:gd name="connsiteY2784" fmla="*/ 1011083 h 1788513"/>
                      <a:gd name="connsiteX2785" fmla="*/ 4596149 w 7665198"/>
                      <a:gd name="connsiteY2785" fmla="*/ 1001654 h 1788513"/>
                      <a:gd name="connsiteX2786" fmla="*/ 4610531 w 7665198"/>
                      <a:gd name="connsiteY2786" fmla="*/ 985842 h 1788513"/>
                      <a:gd name="connsiteX2787" fmla="*/ 4654537 w 7665198"/>
                      <a:gd name="connsiteY2787" fmla="*/ 957934 h 1788513"/>
                      <a:gd name="connsiteX2788" fmla="*/ 4702352 w 7665198"/>
                      <a:gd name="connsiteY2788" fmla="*/ 950409 h 1788513"/>
                      <a:gd name="connsiteX2789" fmla="*/ 4712353 w 7665198"/>
                      <a:gd name="connsiteY2789" fmla="*/ 970888 h 1788513"/>
                      <a:gd name="connsiteX2790" fmla="*/ 4722641 w 7665198"/>
                      <a:gd name="connsiteY2790" fmla="*/ 972031 h 1788513"/>
                      <a:gd name="connsiteX2791" fmla="*/ 4752454 w 7665198"/>
                      <a:gd name="connsiteY2791" fmla="*/ 979460 h 1788513"/>
                      <a:gd name="connsiteX2792" fmla="*/ 4754740 w 7665198"/>
                      <a:gd name="connsiteY2792" fmla="*/ 977460 h 1788513"/>
                      <a:gd name="connsiteX2793" fmla="*/ 4754454 w 7665198"/>
                      <a:gd name="connsiteY2793" fmla="*/ 981651 h 1788513"/>
                      <a:gd name="connsiteX2794" fmla="*/ 4734261 w 7665198"/>
                      <a:gd name="connsiteY2794" fmla="*/ 1009940 h 1788513"/>
                      <a:gd name="connsiteX2795" fmla="*/ 4716830 w 7665198"/>
                      <a:gd name="connsiteY2795" fmla="*/ 1027085 h 1788513"/>
                      <a:gd name="connsiteX2796" fmla="*/ 4673587 w 7665198"/>
                      <a:gd name="connsiteY2796" fmla="*/ 1042230 h 1788513"/>
                      <a:gd name="connsiteX2797" fmla="*/ 4656252 w 7665198"/>
                      <a:gd name="connsiteY2797" fmla="*/ 1049564 h 1788513"/>
                      <a:gd name="connsiteX2798" fmla="*/ 4617199 w 7665198"/>
                      <a:gd name="connsiteY2798" fmla="*/ 1081187 h 1788513"/>
                      <a:gd name="connsiteX2799" fmla="*/ 4574336 w 7665198"/>
                      <a:gd name="connsiteY2799" fmla="*/ 1108524 h 1788513"/>
                      <a:gd name="connsiteX2800" fmla="*/ 4512043 w 7665198"/>
                      <a:gd name="connsiteY2800" fmla="*/ 1141480 h 1788513"/>
                      <a:gd name="connsiteX2801" fmla="*/ 4696352 w 7665198"/>
                      <a:gd name="connsiteY2801" fmla="*/ 1062042 h 1788513"/>
                      <a:gd name="connsiteX2802" fmla="*/ 4682445 w 7665198"/>
                      <a:gd name="connsiteY2802" fmla="*/ 1069757 h 1788513"/>
                      <a:gd name="connsiteX2803" fmla="*/ 4678540 w 7665198"/>
                      <a:gd name="connsiteY2803" fmla="*/ 1062042 h 1788513"/>
                      <a:gd name="connsiteX2804" fmla="*/ 4692447 w 7665198"/>
                      <a:gd name="connsiteY2804" fmla="*/ 1054327 h 1788513"/>
                      <a:gd name="connsiteX2805" fmla="*/ 4696352 w 7665198"/>
                      <a:gd name="connsiteY2805" fmla="*/ 1062042 h 1788513"/>
                      <a:gd name="connsiteX2806" fmla="*/ 4771695 w 7665198"/>
                      <a:gd name="connsiteY2806" fmla="*/ 1030229 h 1788513"/>
                      <a:gd name="connsiteX2807" fmla="*/ 4783886 w 7665198"/>
                      <a:gd name="connsiteY2807" fmla="*/ 982699 h 1788513"/>
                      <a:gd name="connsiteX2808" fmla="*/ 4769313 w 7665198"/>
                      <a:gd name="connsiteY2808" fmla="*/ 962411 h 1788513"/>
                      <a:gd name="connsiteX2809" fmla="*/ 4798364 w 7665198"/>
                      <a:gd name="connsiteY2809" fmla="*/ 972697 h 1788513"/>
                      <a:gd name="connsiteX2810" fmla="*/ 4804556 w 7665198"/>
                      <a:gd name="connsiteY2810" fmla="*/ 989652 h 1788513"/>
                      <a:gd name="connsiteX2811" fmla="*/ 4779886 w 7665198"/>
                      <a:gd name="connsiteY2811" fmla="*/ 1045754 h 1788513"/>
                      <a:gd name="connsiteX2812" fmla="*/ 4800650 w 7665198"/>
                      <a:gd name="connsiteY2812" fmla="*/ 1039944 h 1788513"/>
                      <a:gd name="connsiteX2813" fmla="*/ 4859325 w 7665198"/>
                      <a:gd name="connsiteY2813" fmla="*/ 1027562 h 1788513"/>
                      <a:gd name="connsiteX2814" fmla="*/ 4814366 w 7665198"/>
                      <a:gd name="connsiteY2814" fmla="*/ 1039468 h 1788513"/>
                      <a:gd name="connsiteX2815" fmla="*/ 4796840 w 7665198"/>
                      <a:gd name="connsiteY2815" fmla="*/ 1046135 h 1788513"/>
                      <a:gd name="connsiteX2816" fmla="*/ 4784077 w 7665198"/>
                      <a:gd name="connsiteY2816" fmla="*/ 1057756 h 1788513"/>
                      <a:gd name="connsiteX2817" fmla="*/ 4694066 w 7665198"/>
                      <a:gd name="connsiteY2817" fmla="*/ 1167293 h 1788513"/>
                      <a:gd name="connsiteX2818" fmla="*/ 4741786 w 7665198"/>
                      <a:gd name="connsiteY2818" fmla="*/ 1095570 h 1788513"/>
                      <a:gd name="connsiteX2819" fmla="*/ 4604340 w 7665198"/>
                      <a:gd name="connsiteY2819" fmla="*/ 1193392 h 1788513"/>
                      <a:gd name="connsiteX2820" fmla="*/ 4771695 w 7665198"/>
                      <a:gd name="connsiteY2820" fmla="*/ 1030229 h 1788513"/>
                      <a:gd name="connsiteX2821" fmla="*/ 4945811 w 7665198"/>
                      <a:gd name="connsiteY2821" fmla="*/ 1152148 h 1788513"/>
                      <a:gd name="connsiteX2822" fmla="*/ 4980673 w 7665198"/>
                      <a:gd name="connsiteY2822" fmla="*/ 1119287 h 1788513"/>
                      <a:gd name="connsiteX2823" fmla="*/ 4982006 w 7665198"/>
                      <a:gd name="connsiteY2823" fmla="*/ 1094522 h 1788513"/>
                      <a:gd name="connsiteX2824" fmla="*/ 5043729 w 7665198"/>
                      <a:gd name="connsiteY2824" fmla="*/ 1099380 h 1788513"/>
                      <a:gd name="connsiteX2825" fmla="*/ 5103355 w 7665198"/>
                      <a:gd name="connsiteY2825" fmla="*/ 1069662 h 1788513"/>
                      <a:gd name="connsiteX2826" fmla="*/ 5053730 w 7665198"/>
                      <a:gd name="connsiteY2826" fmla="*/ 1105762 h 1788513"/>
                      <a:gd name="connsiteX2827" fmla="*/ 5002676 w 7665198"/>
                      <a:gd name="connsiteY2827" fmla="*/ 1132908 h 1788513"/>
                      <a:gd name="connsiteX2828" fmla="*/ 4992675 w 7665198"/>
                      <a:gd name="connsiteY2828" fmla="*/ 1152815 h 1788513"/>
                      <a:gd name="connsiteX2829" fmla="*/ 4976291 w 7665198"/>
                      <a:gd name="connsiteY2829" fmla="*/ 1182629 h 1788513"/>
                      <a:gd name="connsiteX2830" fmla="*/ 4972767 w 7665198"/>
                      <a:gd name="connsiteY2830" fmla="*/ 1175485 h 1788513"/>
                      <a:gd name="connsiteX2831" fmla="*/ 4972481 w 7665198"/>
                      <a:gd name="connsiteY2831" fmla="*/ 1175104 h 1788513"/>
                      <a:gd name="connsiteX2832" fmla="*/ 4947431 w 7665198"/>
                      <a:gd name="connsiteY2832" fmla="*/ 1217490 h 1788513"/>
                      <a:gd name="connsiteX2833" fmla="*/ 4965243 w 7665198"/>
                      <a:gd name="connsiteY2833" fmla="*/ 1172818 h 1788513"/>
                      <a:gd name="connsiteX2834" fmla="*/ 4963909 w 7665198"/>
                      <a:gd name="connsiteY2834" fmla="*/ 1173104 h 1788513"/>
                      <a:gd name="connsiteX2835" fmla="*/ 4958670 w 7665198"/>
                      <a:gd name="connsiteY2835" fmla="*/ 1175961 h 1788513"/>
                      <a:gd name="connsiteX2836" fmla="*/ 4903044 w 7665198"/>
                      <a:gd name="connsiteY2836" fmla="*/ 1211584 h 1788513"/>
                      <a:gd name="connsiteX2837" fmla="*/ 4874564 w 7665198"/>
                      <a:gd name="connsiteY2837" fmla="*/ 1220729 h 1788513"/>
                      <a:gd name="connsiteX2838" fmla="*/ 4945430 w 7665198"/>
                      <a:gd name="connsiteY2838" fmla="*/ 1177295 h 1788513"/>
                      <a:gd name="connsiteX2839" fmla="*/ 4976196 w 7665198"/>
                      <a:gd name="connsiteY2839" fmla="*/ 1144814 h 1788513"/>
                      <a:gd name="connsiteX2840" fmla="*/ 4956765 w 7665198"/>
                      <a:gd name="connsiteY2840" fmla="*/ 1155959 h 1788513"/>
                      <a:gd name="connsiteX2841" fmla="*/ 4823606 w 7665198"/>
                      <a:gd name="connsiteY2841" fmla="*/ 1232254 h 1788513"/>
                      <a:gd name="connsiteX2842" fmla="*/ 4945811 w 7665198"/>
                      <a:gd name="connsiteY2842" fmla="*/ 1152148 h 1788513"/>
                      <a:gd name="connsiteX2843" fmla="*/ 4889709 w 7665198"/>
                      <a:gd name="connsiteY2843" fmla="*/ 1402561 h 1788513"/>
                      <a:gd name="connsiteX2844" fmla="*/ 4941525 w 7665198"/>
                      <a:gd name="connsiteY2844" fmla="*/ 1304930 h 1788513"/>
                      <a:gd name="connsiteX2845" fmla="*/ 4912093 w 7665198"/>
                      <a:gd name="connsiteY2845" fmla="*/ 1392559 h 1788513"/>
                      <a:gd name="connsiteX2846" fmla="*/ 4830750 w 7665198"/>
                      <a:gd name="connsiteY2846" fmla="*/ 1435613 h 1788513"/>
                      <a:gd name="connsiteX2847" fmla="*/ 4889709 w 7665198"/>
                      <a:gd name="connsiteY2847" fmla="*/ 1402561 h 1788513"/>
                      <a:gd name="connsiteX2848" fmla="*/ 4901806 w 7665198"/>
                      <a:gd name="connsiteY2848" fmla="*/ 1506765 h 1788513"/>
                      <a:gd name="connsiteX2849" fmla="*/ 4936382 w 7665198"/>
                      <a:gd name="connsiteY2849" fmla="*/ 1509622 h 1788513"/>
                      <a:gd name="connsiteX2850" fmla="*/ 4977434 w 7665198"/>
                      <a:gd name="connsiteY2850" fmla="*/ 1536959 h 1788513"/>
                      <a:gd name="connsiteX2851" fmla="*/ 4983626 w 7665198"/>
                      <a:gd name="connsiteY2851" fmla="*/ 1579821 h 1788513"/>
                      <a:gd name="connsiteX2852" fmla="*/ 4969434 w 7665198"/>
                      <a:gd name="connsiteY2852" fmla="*/ 1538768 h 1788513"/>
                      <a:gd name="connsiteX2853" fmla="*/ 4940192 w 7665198"/>
                      <a:gd name="connsiteY2853" fmla="*/ 1522385 h 1788513"/>
                      <a:gd name="connsiteX2854" fmla="*/ 4894662 w 7665198"/>
                      <a:gd name="connsiteY2854" fmla="*/ 1512575 h 1788513"/>
                      <a:gd name="connsiteX2855" fmla="*/ 4862087 w 7665198"/>
                      <a:gd name="connsiteY2855" fmla="*/ 1517718 h 1788513"/>
                      <a:gd name="connsiteX2856" fmla="*/ 4901806 w 7665198"/>
                      <a:gd name="connsiteY2856" fmla="*/ 1506765 h 1788513"/>
                      <a:gd name="connsiteX2857" fmla="*/ 4960861 w 7665198"/>
                      <a:gd name="connsiteY2857" fmla="*/ 1486095 h 1788513"/>
                      <a:gd name="connsiteX2858" fmla="*/ 4925809 w 7665198"/>
                      <a:gd name="connsiteY2858" fmla="*/ 1487238 h 1788513"/>
                      <a:gd name="connsiteX2859" fmla="*/ 4905997 w 7665198"/>
                      <a:gd name="connsiteY2859" fmla="*/ 1484952 h 1788513"/>
                      <a:gd name="connsiteX2860" fmla="*/ 4891709 w 7665198"/>
                      <a:gd name="connsiteY2860" fmla="*/ 1465235 h 1788513"/>
                      <a:gd name="connsiteX2861" fmla="*/ 4898758 w 7665198"/>
                      <a:gd name="connsiteY2861" fmla="*/ 1429136 h 1788513"/>
                      <a:gd name="connsiteX2862" fmla="*/ 4935810 w 7665198"/>
                      <a:gd name="connsiteY2862" fmla="*/ 1393131 h 1788513"/>
                      <a:gd name="connsiteX2863" fmla="*/ 4991150 w 7665198"/>
                      <a:gd name="connsiteY2863" fmla="*/ 1363032 h 1788513"/>
                      <a:gd name="connsiteX2864" fmla="*/ 5029631 w 7665198"/>
                      <a:gd name="connsiteY2864" fmla="*/ 1383225 h 1788513"/>
                      <a:gd name="connsiteX2865" fmla="*/ 5033918 w 7665198"/>
                      <a:gd name="connsiteY2865" fmla="*/ 1396941 h 1788513"/>
                      <a:gd name="connsiteX2866" fmla="*/ 5063350 w 7665198"/>
                      <a:gd name="connsiteY2866" fmla="*/ 1398942 h 1788513"/>
                      <a:gd name="connsiteX2867" fmla="*/ 5072875 w 7665198"/>
                      <a:gd name="connsiteY2867" fmla="*/ 1419515 h 1788513"/>
                      <a:gd name="connsiteX2868" fmla="*/ 5054015 w 7665198"/>
                      <a:gd name="connsiteY2868" fmla="*/ 1435803 h 1788513"/>
                      <a:gd name="connsiteX2869" fmla="*/ 5010581 w 7665198"/>
                      <a:gd name="connsiteY2869" fmla="*/ 1457520 h 1788513"/>
                      <a:gd name="connsiteX2870" fmla="*/ 4988578 w 7665198"/>
                      <a:gd name="connsiteY2870" fmla="*/ 1480952 h 1788513"/>
                      <a:gd name="connsiteX2871" fmla="*/ 4960861 w 7665198"/>
                      <a:gd name="connsiteY2871" fmla="*/ 1486095 h 1788513"/>
                      <a:gd name="connsiteX2872" fmla="*/ 5096497 w 7665198"/>
                      <a:gd name="connsiteY2872" fmla="*/ 1470188 h 1788513"/>
                      <a:gd name="connsiteX2873" fmla="*/ 5100688 w 7665198"/>
                      <a:gd name="connsiteY2873" fmla="*/ 1439613 h 1788513"/>
                      <a:gd name="connsiteX2874" fmla="*/ 5097640 w 7665198"/>
                      <a:gd name="connsiteY2874" fmla="*/ 1377796 h 1788513"/>
                      <a:gd name="connsiteX2875" fmla="*/ 5092687 w 7665198"/>
                      <a:gd name="connsiteY2875" fmla="*/ 1365413 h 1788513"/>
                      <a:gd name="connsiteX2876" fmla="*/ 5081257 w 7665198"/>
                      <a:gd name="connsiteY2876" fmla="*/ 1361508 h 1788513"/>
                      <a:gd name="connsiteX2877" fmla="*/ 5030489 w 7665198"/>
                      <a:gd name="connsiteY2877" fmla="*/ 1342458 h 1788513"/>
                      <a:gd name="connsiteX2878" fmla="*/ 5114690 w 7665198"/>
                      <a:gd name="connsiteY2878" fmla="*/ 1350078 h 1788513"/>
                      <a:gd name="connsiteX2879" fmla="*/ 5204129 w 7665198"/>
                      <a:gd name="connsiteY2879" fmla="*/ 1298262 h 1788513"/>
                      <a:gd name="connsiteX2880" fmla="*/ 5152028 w 7665198"/>
                      <a:gd name="connsiteY2880" fmla="*/ 1339315 h 1788513"/>
                      <a:gd name="connsiteX2881" fmla="*/ 5107832 w 7665198"/>
                      <a:gd name="connsiteY2881" fmla="*/ 1372938 h 1788513"/>
                      <a:gd name="connsiteX2882" fmla="*/ 5107069 w 7665198"/>
                      <a:gd name="connsiteY2882" fmla="*/ 1394655 h 1788513"/>
                      <a:gd name="connsiteX2883" fmla="*/ 5110975 w 7665198"/>
                      <a:gd name="connsiteY2883" fmla="*/ 1428945 h 1788513"/>
                      <a:gd name="connsiteX2884" fmla="*/ 5132311 w 7665198"/>
                      <a:gd name="connsiteY2884" fmla="*/ 1474379 h 1788513"/>
                      <a:gd name="connsiteX2885" fmla="*/ 5181460 w 7665198"/>
                      <a:gd name="connsiteY2885" fmla="*/ 1495811 h 1788513"/>
                      <a:gd name="connsiteX2886" fmla="*/ 5049348 w 7665198"/>
                      <a:gd name="connsiteY2886" fmla="*/ 1507717 h 1788513"/>
                      <a:gd name="connsiteX2887" fmla="*/ 5096497 w 7665198"/>
                      <a:gd name="connsiteY2887" fmla="*/ 1470188 h 1788513"/>
                      <a:gd name="connsiteX2888" fmla="*/ 5161743 w 7665198"/>
                      <a:gd name="connsiteY2888" fmla="*/ 1459330 h 1788513"/>
                      <a:gd name="connsiteX2889" fmla="*/ 5136597 w 7665198"/>
                      <a:gd name="connsiteY2889" fmla="*/ 1450662 h 1788513"/>
                      <a:gd name="connsiteX2890" fmla="*/ 5173268 w 7665198"/>
                      <a:gd name="connsiteY2890" fmla="*/ 1375224 h 1788513"/>
                      <a:gd name="connsiteX2891" fmla="*/ 5161743 w 7665198"/>
                      <a:gd name="connsiteY2891" fmla="*/ 1459330 h 1788513"/>
                      <a:gd name="connsiteX2892" fmla="*/ 5211750 w 7665198"/>
                      <a:gd name="connsiteY2892" fmla="*/ 1601538 h 1788513"/>
                      <a:gd name="connsiteX2893" fmla="*/ 5221275 w 7665198"/>
                      <a:gd name="connsiteY2893" fmla="*/ 1609063 h 1788513"/>
                      <a:gd name="connsiteX2894" fmla="*/ 5212511 w 7665198"/>
                      <a:gd name="connsiteY2894" fmla="*/ 1616683 h 1788513"/>
                      <a:gd name="connsiteX2895" fmla="*/ 5202986 w 7665198"/>
                      <a:gd name="connsiteY2895" fmla="*/ 1609158 h 1788513"/>
                      <a:gd name="connsiteX2896" fmla="*/ 5211750 w 7665198"/>
                      <a:gd name="connsiteY2896" fmla="*/ 1601538 h 1788513"/>
                      <a:gd name="connsiteX2897" fmla="*/ 5220322 w 7665198"/>
                      <a:gd name="connsiteY2897" fmla="*/ 1320836 h 1788513"/>
                      <a:gd name="connsiteX2898" fmla="*/ 5247087 w 7665198"/>
                      <a:gd name="connsiteY2898" fmla="*/ 1380939 h 1788513"/>
                      <a:gd name="connsiteX2899" fmla="*/ 5267185 w 7665198"/>
                      <a:gd name="connsiteY2899" fmla="*/ 1406561 h 1788513"/>
                      <a:gd name="connsiteX2900" fmla="*/ 5341194 w 7665198"/>
                      <a:gd name="connsiteY2900" fmla="*/ 1432755 h 1788513"/>
                      <a:gd name="connsiteX2901" fmla="*/ 5376056 w 7665198"/>
                      <a:gd name="connsiteY2901" fmla="*/ 1446661 h 1788513"/>
                      <a:gd name="connsiteX2902" fmla="*/ 5263851 w 7665198"/>
                      <a:gd name="connsiteY2902" fmla="*/ 1412372 h 1788513"/>
                      <a:gd name="connsiteX2903" fmla="*/ 5220322 w 7665198"/>
                      <a:gd name="connsiteY2903" fmla="*/ 1320836 h 1788513"/>
                      <a:gd name="connsiteX2904" fmla="*/ 5356339 w 7665198"/>
                      <a:gd name="connsiteY2904" fmla="*/ 1392941 h 1788513"/>
                      <a:gd name="connsiteX2905" fmla="*/ 5307190 w 7665198"/>
                      <a:gd name="connsiteY2905" fmla="*/ 1376939 h 1788513"/>
                      <a:gd name="connsiteX2906" fmla="*/ 5287378 w 7665198"/>
                      <a:gd name="connsiteY2906" fmla="*/ 1358270 h 1788513"/>
                      <a:gd name="connsiteX2907" fmla="*/ 5292712 w 7665198"/>
                      <a:gd name="connsiteY2907" fmla="*/ 1267687 h 1788513"/>
                      <a:gd name="connsiteX2908" fmla="*/ 5321573 w 7665198"/>
                      <a:gd name="connsiteY2908" fmla="*/ 1280831 h 1788513"/>
                      <a:gd name="connsiteX2909" fmla="*/ 5360530 w 7665198"/>
                      <a:gd name="connsiteY2909" fmla="*/ 1275878 h 1788513"/>
                      <a:gd name="connsiteX2910" fmla="*/ 5385581 w 7665198"/>
                      <a:gd name="connsiteY2910" fmla="*/ 1307406 h 1788513"/>
                      <a:gd name="connsiteX2911" fmla="*/ 5376627 w 7665198"/>
                      <a:gd name="connsiteY2911" fmla="*/ 1318264 h 1788513"/>
                      <a:gd name="connsiteX2912" fmla="*/ 5371103 w 7665198"/>
                      <a:gd name="connsiteY2912" fmla="*/ 1324932 h 1788513"/>
                      <a:gd name="connsiteX2913" fmla="*/ 5396058 w 7665198"/>
                      <a:gd name="connsiteY2913" fmla="*/ 1350935 h 1788513"/>
                      <a:gd name="connsiteX2914" fmla="*/ 5404440 w 7665198"/>
                      <a:gd name="connsiteY2914" fmla="*/ 1382273 h 1788513"/>
                      <a:gd name="connsiteX2915" fmla="*/ 5376056 w 7665198"/>
                      <a:gd name="connsiteY2915" fmla="*/ 1399989 h 1788513"/>
                      <a:gd name="connsiteX2916" fmla="*/ 5356339 w 7665198"/>
                      <a:gd name="connsiteY2916" fmla="*/ 1392941 h 1788513"/>
                      <a:gd name="connsiteX2917" fmla="*/ 5369007 w 7665198"/>
                      <a:gd name="connsiteY2917" fmla="*/ 1237969 h 1788513"/>
                      <a:gd name="connsiteX2918" fmla="*/ 5434254 w 7665198"/>
                      <a:gd name="connsiteY2918" fmla="*/ 1222634 h 1788513"/>
                      <a:gd name="connsiteX2919" fmla="*/ 5489975 w 7665198"/>
                      <a:gd name="connsiteY2919" fmla="*/ 1195582 h 1788513"/>
                      <a:gd name="connsiteX2920" fmla="*/ 5369007 w 7665198"/>
                      <a:gd name="connsiteY2920" fmla="*/ 1237969 h 1788513"/>
                      <a:gd name="connsiteX2921" fmla="*/ 5476545 w 7665198"/>
                      <a:gd name="connsiteY2921" fmla="*/ 1107476 h 1788513"/>
                      <a:gd name="connsiteX2922" fmla="*/ 5472639 w 7665198"/>
                      <a:gd name="connsiteY2922" fmla="*/ 1099761 h 1788513"/>
                      <a:gd name="connsiteX2923" fmla="*/ 5486546 w 7665198"/>
                      <a:gd name="connsiteY2923" fmla="*/ 1092046 h 1788513"/>
                      <a:gd name="connsiteX2924" fmla="*/ 5490451 w 7665198"/>
                      <a:gd name="connsiteY2924" fmla="*/ 1099761 h 1788513"/>
                      <a:gd name="connsiteX2925" fmla="*/ 5476545 w 7665198"/>
                      <a:gd name="connsiteY2925" fmla="*/ 1107476 h 1788513"/>
                      <a:gd name="connsiteX2926" fmla="*/ 5467305 w 7665198"/>
                      <a:gd name="connsiteY2926" fmla="*/ 1057375 h 1788513"/>
                      <a:gd name="connsiteX2927" fmla="*/ 5474925 w 7665198"/>
                      <a:gd name="connsiteY2927" fmla="*/ 1072520 h 1788513"/>
                      <a:gd name="connsiteX2928" fmla="*/ 5447684 w 7665198"/>
                      <a:gd name="connsiteY2928" fmla="*/ 1087664 h 1788513"/>
                      <a:gd name="connsiteX2929" fmla="*/ 5440064 w 7665198"/>
                      <a:gd name="connsiteY2929" fmla="*/ 1072520 h 1788513"/>
                      <a:gd name="connsiteX2930" fmla="*/ 5447398 w 7665198"/>
                      <a:gd name="connsiteY2930" fmla="*/ 1064900 h 1788513"/>
                      <a:gd name="connsiteX2931" fmla="*/ 5439683 w 7665198"/>
                      <a:gd name="connsiteY2931" fmla="*/ 1067852 h 1788513"/>
                      <a:gd name="connsiteX2932" fmla="*/ 5410060 w 7665198"/>
                      <a:gd name="connsiteY2932" fmla="*/ 1116144 h 1788513"/>
                      <a:gd name="connsiteX2933" fmla="*/ 5386438 w 7665198"/>
                      <a:gd name="connsiteY2933" fmla="*/ 1146148 h 1788513"/>
                      <a:gd name="connsiteX2934" fmla="*/ 5338337 w 7665198"/>
                      <a:gd name="connsiteY2934" fmla="*/ 1171770 h 1788513"/>
                      <a:gd name="connsiteX2935" fmla="*/ 5280044 w 7665198"/>
                      <a:gd name="connsiteY2935" fmla="*/ 1184534 h 1788513"/>
                      <a:gd name="connsiteX2936" fmla="*/ 5269661 w 7665198"/>
                      <a:gd name="connsiteY2936" fmla="*/ 1142433 h 1788513"/>
                      <a:gd name="connsiteX2937" fmla="*/ 5355196 w 7665198"/>
                      <a:gd name="connsiteY2937" fmla="*/ 1044516 h 1788513"/>
                      <a:gd name="connsiteX2938" fmla="*/ 5464924 w 7665198"/>
                      <a:gd name="connsiteY2938" fmla="*/ 1012512 h 1788513"/>
                      <a:gd name="connsiteX2939" fmla="*/ 5466257 w 7665198"/>
                      <a:gd name="connsiteY2939" fmla="*/ 1019370 h 1788513"/>
                      <a:gd name="connsiteX2940" fmla="*/ 5502548 w 7665198"/>
                      <a:gd name="connsiteY2940" fmla="*/ 1019751 h 1788513"/>
                      <a:gd name="connsiteX2941" fmla="*/ 5497309 w 7665198"/>
                      <a:gd name="connsiteY2941" fmla="*/ 1040801 h 1788513"/>
                      <a:gd name="connsiteX2942" fmla="*/ 5467305 w 7665198"/>
                      <a:gd name="connsiteY2942" fmla="*/ 1057375 h 1788513"/>
                      <a:gd name="connsiteX2943" fmla="*/ 5555887 w 7665198"/>
                      <a:gd name="connsiteY2943" fmla="*/ 1360842 h 1788513"/>
                      <a:gd name="connsiteX2944" fmla="*/ 5560174 w 7665198"/>
                      <a:gd name="connsiteY2944" fmla="*/ 1302358 h 1788513"/>
                      <a:gd name="connsiteX2945" fmla="*/ 5576271 w 7665198"/>
                      <a:gd name="connsiteY2945" fmla="*/ 1351983 h 1788513"/>
                      <a:gd name="connsiteX2946" fmla="*/ 5574747 w 7665198"/>
                      <a:gd name="connsiteY2946" fmla="*/ 1368557 h 1788513"/>
                      <a:gd name="connsiteX2947" fmla="*/ 5562270 w 7665198"/>
                      <a:gd name="connsiteY2947" fmla="*/ 1386940 h 1788513"/>
                      <a:gd name="connsiteX2948" fmla="*/ 5495309 w 7665198"/>
                      <a:gd name="connsiteY2948" fmla="*/ 1428469 h 1788513"/>
                      <a:gd name="connsiteX2949" fmla="*/ 5555887 w 7665198"/>
                      <a:gd name="connsiteY2949" fmla="*/ 1360842 h 1788513"/>
                      <a:gd name="connsiteX2950" fmla="*/ 5572652 w 7665198"/>
                      <a:gd name="connsiteY2950" fmla="*/ 981937 h 1788513"/>
                      <a:gd name="connsiteX2951" fmla="*/ 5638660 w 7665198"/>
                      <a:gd name="connsiteY2951" fmla="*/ 969745 h 1788513"/>
                      <a:gd name="connsiteX2952" fmla="*/ 5680761 w 7665198"/>
                      <a:gd name="connsiteY2952" fmla="*/ 951362 h 1788513"/>
                      <a:gd name="connsiteX2953" fmla="*/ 5620563 w 7665198"/>
                      <a:gd name="connsiteY2953" fmla="*/ 1005463 h 1788513"/>
                      <a:gd name="connsiteX2954" fmla="*/ 5589796 w 7665198"/>
                      <a:gd name="connsiteY2954" fmla="*/ 1064138 h 1788513"/>
                      <a:gd name="connsiteX2955" fmla="*/ 5611323 w 7665198"/>
                      <a:gd name="connsiteY2955" fmla="*/ 995938 h 1788513"/>
                      <a:gd name="connsiteX2956" fmla="*/ 5614371 w 7665198"/>
                      <a:gd name="connsiteY2956" fmla="*/ 988223 h 1788513"/>
                      <a:gd name="connsiteX2957" fmla="*/ 5608561 w 7665198"/>
                      <a:gd name="connsiteY2957" fmla="*/ 986223 h 1788513"/>
                      <a:gd name="connsiteX2958" fmla="*/ 5572652 w 7665198"/>
                      <a:gd name="connsiteY2958" fmla="*/ 981937 h 1788513"/>
                      <a:gd name="connsiteX2959" fmla="*/ 5595036 w 7665198"/>
                      <a:gd name="connsiteY2959" fmla="*/ 1260638 h 1788513"/>
                      <a:gd name="connsiteX2960" fmla="*/ 5659901 w 7665198"/>
                      <a:gd name="connsiteY2960" fmla="*/ 1227301 h 1788513"/>
                      <a:gd name="connsiteX2961" fmla="*/ 5657329 w 7665198"/>
                      <a:gd name="connsiteY2961" fmla="*/ 1256543 h 1788513"/>
                      <a:gd name="connsiteX2962" fmla="*/ 5671807 w 7665198"/>
                      <a:gd name="connsiteY2962" fmla="*/ 1309692 h 1788513"/>
                      <a:gd name="connsiteX2963" fmla="*/ 5651519 w 7665198"/>
                      <a:gd name="connsiteY2963" fmla="*/ 1336267 h 1788513"/>
                      <a:gd name="connsiteX2964" fmla="*/ 5625515 w 7665198"/>
                      <a:gd name="connsiteY2964" fmla="*/ 1348459 h 1788513"/>
                      <a:gd name="connsiteX2965" fmla="*/ 5599703 w 7665198"/>
                      <a:gd name="connsiteY2965" fmla="*/ 1328075 h 1788513"/>
                      <a:gd name="connsiteX2966" fmla="*/ 5595036 w 7665198"/>
                      <a:gd name="connsiteY2966" fmla="*/ 1260638 h 1788513"/>
                      <a:gd name="connsiteX2967" fmla="*/ 5717146 w 7665198"/>
                      <a:gd name="connsiteY2967" fmla="*/ 1200631 h 1788513"/>
                      <a:gd name="connsiteX2968" fmla="*/ 5711145 w 7665198"/>
                      <a:gd name="connsiteY2968" fmla="*/ 1180723 h 1788513"/>
                      <a:gd name="connsiteX2969" fmla="*/ 5764104 w 7665198"/>
                      <a:gd name="connsiteY2969" fmla="*/ 1099666 h 1788513"/>
                      <a:gd name="connsiteX2970" fmla="*/ 5869260 w 7665198"/>
                      <a:gd name="connsiteY2970" fmla="*/ 1042421 h 1788513"/>
                      <a:gd name="connsiteX2971" fmla="*/ 5948889 w 7665198"/>
                      <a:gd name="connsiteY2971" fmla="*/ 1039944 h 1788513"/>
                      <a:gd name="connsiteX2972" fmla="*/ 5931744 w 7665198"/>
                      <a:gd name="connsiteY2972" fmla="*/ 1058613 h 1788513"/>
                      <a:gd name="connsiteX2973" fmla="*/ 5930982 w 7665198"/>
                      <a:gd name="connsiteY2973" fmla="*/ 1059947 h 1788513"/>
                      <a:gd name="connsiteX2974" fmla="*/ 5923553 w 7665198"/>
                      <a:gd name="connsiteY2974" fmla="*/ 1067662 h 1788513"/>
                      <a:gd name="connsiteX2975" fmla="*/ 5845352 w 7665198"/>
                      <a:gd name="connsiteY2975" fmla="*/ 1156435 h 1788513"/>
                      <a:gd name="connsiteX2976" fmla="*/ 5821350 w 7665198"/>
                      <a:gd name="connsiteY2976" fmla="*/ 1179961 h 1788513"/>
                      <a:gd name="connsiteX2977" fmla="*/ 5783821 w 7665198"/>
                      <a:gd name="connsiteY2977" fmla="*/ 1199011 h 1788513"/>
                      <a:gd name="connsiteX2978" fmla="*/ 5717146 w 7665198"/>
                      <a:gd name="connsiteY2978" fmla="*/ 1200631 h 1788513"/>
                      <a:gd name="connsiteX2979" fmla="*/ 5946603 w 7665198"/>
                      <a:gd name="connsiteY2979" fmla="*/ 1087283 h 1788513"/>
                      <a:gd name="connsiteX2980" fmla="*/ 5932696 w 7665198"/>
                      <a:gd name="connsiteY2980" fmla="*/ 1094998 h 1788513"/>
                      <a:gd name="connsiteX2981" fmla="*/ 5928791 w 7665198"/>
                      <a:gd name="connsiteY2981" fmla="*/ 1087283 h 1788513"/>
                      <a:gd name="connsiteX2982" fmla="*/ 5942698 w 7665198"/>
                      <a:gd name="connsiteY2982" fmla="*/ 1079568 h 1788513"/>
                      <a:gd name="connsiteX2983" fmla="*/ 5946603 w 7665198"/>
                      <a:gd name="connsiteY2983" fmla="*/ 1087283 h 1788513"/>
                      <a:gd name="connsiteX2984" fmla="*/ 5784393 w 7665198"/>
                      <a:gd name="connsiteY2984" fmla="*/ 1369890 h 1788513"/>
                      <a:gd name="connsiteX2985" fmla="*/ 5794965 w 7665198"/>
                      <a:gd name="connsiteY2985" fmla="*/ 1367032 h 1788513"/>
                      <a:gd name="connsiteX2986" fmla="*/ 5863355 w 7665198"/>
                      <a:gd name="connsiteY2986" fmla="*/ 1365889 h 1788513"/>
                      <a:gd name="connsiteX2987" fmla="*/ 5869260 w 7665198"/>
                      <a:gd name="connsiteY2987" fmla="*/ 1364937 h 1788513"/>
                      <a:gd name="connsiteX2988" fmla="*/ 5887834 w 7665198"/>
                      <a:gd name="connsiteY2988" fmla="*/ 1379701 h 1788513"/>
                      <a:gd name="connsiteX2989" fmla="*/ 5887643 w 7665198"/>
                      <a:gd name="connsiteY2989" fmla="*/ 1382368 h 1788513"/>
                      <a:gd name="connsiteX2990" fmla="*/ 5890215 w 7665198"/>
                      <a:gd name="connsiteY2990" fmla="*/ 1392655 h 1788513"/>
                      <a:gd name="connsiteX2991" fmla="*/ 5844209 w 7665198"/>
                      <a:gd name="connsiteY2991" fmla="*/ 1452567 h 1788513"/>
                      <a:gd name="connsiteX2992" fmla="*/ 5781916 w 7665198"/>
                      <a:gd name="connsiteY2992" fmla="*/ 1389417 h 1788513"/>
                      <a:gd name="connsiteX2993" fmla="*/ 5784393 w 7665198"/>
                      <a:gd name="connsiteY2993" fmla="*/ 1369890 h 1788513"/>
                      <a:gd name="connsiteX2994" fmla="*/ 5957271 w 7665198"/>
                      <a:gd name="connsiteY2994" fmla="*/ 1154435 h 1788513"/>
                      <a:gd name="connsiteX2995" fmla="*/ 5948699 w 7665198"/>
                      <a:gd name="connsiteY2995" fmla="*/ 1208918 h 1788513"/>
                      <a:gd name="connsiteX2996" fmla="*/ 5941841 w 7665198"/>
                      <a:gd name="connsiteY2996" fmla="*/ 1185677 h 1788513"/>
                      <a:gd name="connsiteX2997" fmla="*/ 5952032 w 7665198"/>
                      <a:gd name="connsiteY2997" fmla="*/ 1150720 h 1788513"/>
                      <a:gd name="connsiteX2998" fmla="*/ 5994609 w 7665198"/>
                      <a:gd name="connsiteY2998" fmla="*/ 1064614 h 1788513"/>
                      <a:gd name="connsiteX2999" fmla="*/ 6029661 w 7665198"/>
                      <a:gd name="connsiteY2999" fmla="*/ 1068614 h 1788513"/>
                      <a:gd name="connsiteX3000" fmla="*/ 6076048 w 7665198"/>
                      <a:gd name="connsiteY3000" fmla="*/ 1064328 h 1788513"/>
                      <a:gd name="connsiteX3001" fmla="*/ 6079096 w 7665198"/>
                      <a:gd name="connsiteY3001" fmla="*/ 1062423 h 1788513"/>
                      <a:gd name="connsiteX3002" fmla="*/ 6076048 w 7665198"/>
                      <a:gd name="connsiteY3002" fmla="*/ 1064328 h 1788513"/>
                      <a:gd name="connsiteX3003" fmla="*/ 6033947 w 7665198"/>
                      <a:gd name="connsiteY3003" fmla="*/ 1077568 h 1788513"/>
                      <a:gd name="connsiteX3004" fmla="*/ 6012897 w 7665198"/>
                      <a:gd name="connsiteY3004" fmla="*/ 1079949 h 1788513"/>
                      <a:gd name="connsiteX3005" fmla="*/ 5997276 w 7665198"/>
                      <a:gd name="connsiteY3005" fmla="*/ 1094427 h 1788513"/>
                      <a:gd name="connsiteX3006" fmla="*/ 5957271 w 7665198"/>
                      <a:gd name="connsiteY3006" fmla="*/ 1154435 h 1788513"/>
                      <a:gd name="connsiteX3007" fmla="*/ 5981846 w 7665198"/>
                      <a:gd name="connsiteY3007" fmla="*/ 1158721 h 1788513"/>
                      <a:gd name="connsiteX3008" fmla="*/ 6047759 w 7665198"/>
                      <a:gd name="connsiteY3008" fmla="*/ 1097570 h 1788513"/>
                      <a:gd name="connsiteX3009" fmla="*/ 6138151 w 7665198"/>
                      <a:gd name="connsiteY3009" fmla="*/ 1088140 h 1788513"/>
                      <a:gd name="connsiteX3010" fmla="*/ 6097669 w 7665198"/>
                      <a:gd name="connsiteY3010" fmla="*/ 1147196 h 1788513"/>
                      <a:gd name="connsiteX3011" fmla="*/ 6075095 w 7665198"/>
                      <a:gd name="connsiteY3011" fmla="*/ 1207299 h 1788513"/>
                      <a:gd name="connsiteX3012" fmla="*/ 6064999 w 7665198"/>
                      <a:gd name="connsiteY3012" fmla="*/ 1227396 h 1788513"/>
                      <a:gd name="connsiteX3013" fmla="*/ 6052521 w 7665198"/>
                      <a:gd name="connsiteY3013" fmla="*/ 1233968 h 1788513"/>
                      <a:gd name="connsiteX3014" fmla="*/ 6002896 w 7665198"/>
                      <a:gd name="connsiteY3014" fmla="*/ 1228158 h 1788513"/>
                      <a:gd name="connsiteX3015" fmla="*/ 5986227 w 7665198"/>
                      <a:gd name="connsiteY3015" fmla="*/ 1193106 h 1788513"/>
                      <a:gd name="connsiteX3016" fmla="*/ 5981846 w 7665198"/>
                      <a:gd name="connsiteY3016" fmla="*/ 1158721 h 1788513"/>
                      <a:gd name="connsiteX3017" fmla="*/ 6130245 w 7665198"/>
                      <a:gd name="connsiteY3017" fmla="*/ 1105476 h 1788513"/>
                      <a:gd name="connsiteX3018" fmla="*/ 6157487 w 7665198"/>
                      <a:gd name="connsiteY3018" fmla="*/ 1090331 h 1788513"/>
                      <a:gd name="connsiteX3019" fmla="*/ 6165107 w 7665198"/>
                      <a:gd name="connsiteY3019" fmla="*/ 1105476 h 1788513"/>
                      <a:gd name="connsiteX3020" fmla="*/ 6137865 w 7665198"/>
                      <a:gd name="connsiteY3020" fmla="*/ 1120621 h 1788513"/>
                      <a:gd name="connsiteX3021" fmla="*/ 6130245 w 7665198"/>
                      <a:gd name="connsiteY3021" fmla="*/ 1105476 h 1788513"/>
                      <a:gd name="connsiteX3022" fmla="*/ 6162725 w 7665198"/>
                      <a:gd name="connsiteY3022" fmla="*/ 1132718 h 1788513"/>
                      <a:gd name="connsiteX3023" fmla="*/ 6176632 w 7665198"/>
                      <a:gd name="connsiteY3023" fmla="*/ 1125002 h 1788513"/>
                      <a:gd name="connsiteX3024" fmla="*/ 6180537 w 7665198"/>
                      <a:gd name="connsiteY3024" fmla="*/ 1132718 h 1788513"/>
                      <a:gd name="connsiteX3025" fmla="*/ 6166631 w 7665198"/>
                      <a:gd name="connsiteY3025" fmla="*/ 1140433 h 1788513"/>
                      <a:gd name="connsiteX3026" fmla="*/ 6162725 w 7665198"/>
                      <a:gd name="connsiteY3026" fmla="*/ 1132718 h 1788513"/>
                      <a:gd name="connsiteX3027" fmla="*/ 6474002 w 7665198"/>
                      <a:gd name="connsiteY3027" fmla="*/ 982889 h 1788513"/>
                      <a:gd name="connsiteX3028" fmla="*/ 6487909 w 7665198"/>
                      <a:gd name="connsiteY3028" fmla="*/ 975174 h 1788513"/>
                      <a:gd name="connsiteX3029" fmla="*/ 6491814 w 7665198"/>
                      <a:gd name="connsiteY3029" fmla="*/ 982889 h 1788513"/>
                      <a:gd name="connsiteX3030" fmla="*/ 6477908 w 7665198"/>
                      <a:gd name="connsiteY3030" fmla="*/ 990604 h 1788513"/>
                      <a:gd name="connsiteX3031" fmla="*/ 6474002 w 7665198"/>
                      <a:gd name="connsiteY3031" fmla="*/ 982889 h 1788513"/>
                      <a:gd name="connsiteX3032" fmla="*/ 6587540 w 7665198"/>
                      <a:gd name="connsiteY3032" fmla="*/ 339761 h 1788513"/>
                      <a:gd name="connsiteX3033" fmla="*/ 6595732 w 7665198"/>
                      <a:gd name="connsiteY3033" fmla="*/ 331379 h 1788513"/>
                      <a:gd name="connsiteX3034" fmla="*/ 6604114 w 7665198"/>
                      <a:gd name="connsiteY3034" fmla="*/ 339571 h 1788513"/>
                      <a:gd name="connsiteX3035" fmla="*/ 6595922 w 7665198"/>
                      <a:gd name="connsiteY3035" fmla="*/ 347953 h 1788513"/>
                      <a:gd name="connsiteX3036" fmla="*/ 6587540 w 7665198"/>
                      <a:gd name="connsiteY3036" fmla="*/ 339761 h 1788513"/>
                      <a:gd name="connsiteX3037" fmla="*/ 6489623 w 7665198"/>
                      <a:gd name="connsiteY3037" fmla="*/ 235462 h 1788513"/>
                      <a:gd name="connsiteX3038" fmla="*/ 6495529 w 7665198"/>
                      <a:gd name="connsiteY3038" fmla="*/ 181456 h 1788513"/>
                      <a:gd name="connsiteX3039" fmla="*/ 6503435 w 7665198"/>
                      <a:gd name="connsiteY3039" fmla="*/ 155929 h 1788513"/>
                      <a:gd name="connsiteX3040" fmla="*/ 6520865 w 7665198"/>
                      <a:gd name="connsiteY3040" fmla="*/ 139451 h 1788513"/>
                      <a:gd name="connsiteX3041" fmla="*/ 6621068 w 7665198"/>
                      <a:gd name="connsiteY3041" fmla="*/ 118019 h 1788513"/>
                      <a:gd name="connsiteX3042" fmla="*/ 6647834 w 7665198"/>
                      <a:gd name="connsiteY3042" fmla="*/ 159262 h 1788513"/>
                      <a:gd name="connsiteX3043" fmla="*/ 6600018 w 7665198"/>
                      <a:gd name="connsiteY3043" fmla="*/ 246702 h 1788513"/>
                      <a:gd name="connsiteX3044" fmla="*/ 6500577 w 7665198"/>
                      <a:gd name="connsiteY3044" fmla="*/ 253560 h 1788513"/>
                      <a:gd name="connsiteX3045" fmla="*/ 6490766 w 7665198"/>
                      <a:gd name="connsiteY3045" fmla="*/ 245654 h 1788513"/>
                      <a:gd name="connsiteX3046" fmla="*/ 6489623 w 7665198"/>
                      <a:gd name="connsiteY3046" fmla="*/ 235462 h 1788513"/>
                      <a:gd name="connsiteX3047" fmla="*/ 6478860 w 7665198"/>
                      <a:gd name="connsiteY3047" fmla="*/ 300613 h 1788513"/>
                      <a:gd name="connsiteX3048" fmla="*/ 6488576 w 7665198"/>
                      <a:gd name="connsiteY3048" fmla="*/ 297470 h 1788513"/>
                      <a:gd name="connsiteX3049" fmla="*/ 6550964 w 7665198"/>
                      <a:gd name="connsiteY3049" fmla="*/ 295756 h 1788513"/>
                      <a:gd name="connsiteX3050" fmla="*/ 6556394 w 7665198"/>
                      <a:gd name="connsiteY3050" fmla="*/ 294708 h 1788513"/>
                      <a:gd name="connsiteX3051" fmla="*/ 6572872 w 7665198"/>
                      <a:gd name="connsiteY3051" fmla="*/ 310710 h 1788513"/>
                      <a:gd name="connsiteX3052" fmla="*/ 6572586 w 7665198"/>
                      <a:gd name="connsiteY3052" fmla="*/ 313568 h 1788513"/>
                      <a:gd name="connsiteX3053" fmla="*/ 6574586 w 7665198"/>
                      <a:gd name="connsiteY3053" fmla="*/ 324807 h 1788513"/>
                      <a:gd name="connsiteX3054" fmla="*/ 6530772 w 7665198"/>
                      <a:gd name="connsiteY3054" fmla="*/ 390815 h 1788513"/>
                      <a:gd name="connsiteX3055" fmla="*/ 6475907 w 7665198"/>
                      <a:gd name="connsiteY3055" fmla="*/ 321950 h 1788513"/>
                      <a:gd name="connsiteX3056" fmla="*/ 6478860 w 7665198"/>
                      <a:gd name="connsiteY3056" fmla="*/ 300613 h 1788513"/>
                      <a:gd name="connsiteX3057" fmla="*/ 6399803 w 7665198"/>
                      <a:gd name="connsiteY3057" fmla="*/ 294898 h 1788513"/>
                      <a:gd name="connsiteX3058" fmla="*/ 6428378 w 7665198"/>
                      <a:gd name="connsiteY3058" fmla="*/ 278896 h 1788513"/>
                      <a:gd name="connsiteX3059" fmla="*/ 6443618 w 7665198"/>
                      <a:gd name="connsiteY3059" fmla="*/ 264037 h 1788513"/>
                      <a:gd name="connsiteX3060" fmla="*/ 6452000 w 7665198"/>
                      <a:gd name="connsiteY3060" fmla="*/ 203173 h 1788513"/>
                      <a:gd name="connsiteX3061" fmla="*/ 6432759 w 7665198"/>
                      <a:gd name="connsiteY3061" fmla="*/ 289850 h 1788513"/>
                      <a:gd name="connsiteX3062" fmla="*/ 6426473 w 7665198"/>
                      <a:gd name="connsiteY3062" fmla="*/ 298232 h 1788513"/>
                      <a:gd name="connsiteX3063" fmla="*/ 6427616 w 7665198"/>
                      <a:gd name="connsiteY3063" fmla="*/ 306805 h 1788513"/>
                      <a:gd name="connsiteX3064" fmla="*/ 6464192 w 7665198"/>
                      <a:gd name="connsiteY3064" fmla="*/ 373575 h 1788513"/>
                      <a:gd name="connsiteX3065" fmla="*/ 6434855 w 7665198"/>
                      <a:gd name="connsiteY3065" fmla="*/ 344905 h 1788513"/>
                      <a:gd name="connsiteX3066" fmla="*/ 6415900 w 7665198"/>
                      <a:gd name="connsiteY3066" fmla="*/ 301661 h 1788513"/>
                      <a:gd name="connsiteX3067" fmla="*/ 6399803 w 7665198"/>
                      <a:gd name="connsiteY3067" fmla="*/ 294898 h 1788513"/>
                      <a:gd name="connsiteX3068" fmla="*/ 6374657 w 7665198"/>
                      <a:gd name="connsiteY3068" fmla="*/ 296042 h 1788513"/>
                      <a:gd name="connsiteX3069" fmla="*/ 6399803 w 7665198"/>
                      <a:gd name="connsiteY3069" fmla="*/ 294898 h 1788513"/>
                      <a:gd name="connsiteX3070" fmla="*/ 6309411 w 7665198"/>
                      <a:gd name="connsiteY3070" fmla="*/ 182122 h 1788513"/>
                      <a:gd name="connsiteX3071" fmla="*/ 6369609 w 7665198"/>
                      <a:gd name="connsiteY3071" fmla="*/ 145070 h 1788513"/>
                      <a:gd name="connsiteX3072" fmla="*/ 6366370 w 7665198"/>
                      <a:gd name="connsiteY3072" fmla="*/ 177074 h 1788513"/>
                      <a:gd name="connsiteX3073" fmla="*/ 6377895 w 7665198"/>
                      <a:gd name="connsiteY3073" fmla="*/ 235272 h 1788513"/>
                      <a:gd name="connsiteX3074" fmla="*/ 6358559 w 7665198"/>
                      <a:gd name="connsiteY3074" fmla="*/ 264609 h 1788513"/>
                      <a:gd name="connsiteX3075" fmla="*/ 6334461 w 7665198"/>
                      <a:gd name="connsiteY3075" fmla="*/ 278135 h 1788513"/>
                      <a:gd name="connsiteX3076" fmla="*/ 6311601 w 7665198"/>
                      <a:gd name="connsiteY3076" fmla="*/ 255941 h 1788513"/>
                      <a:gd name="connsiteX3077" fmla="*/ 6309411 w 7665198"/>
                      <a:gd name="connsiteY3077" fmla="*/ 182122 h 1788513"/>
                      <a:gd name="connsiteX3078" fmla="*/ 6270644 w 7665198"/>
                      <a:gd name="connsiteY3078" fmla="*/ 292231 h 1788513"/>
                      <a:gd name="connsiteX3079" fmla="*/ 6276359 w 7665198"/>
                      <a:gd name="connsiteY3079" fmla="*/ 228128 h 1788513"/>
                      <a:gd name="connsiteX3080" fmla="*/ 6289503 w 7665198"/>
                      <a:gd name="connsiteY3080" fmla="*/ 282516 h 1788513"/>
                      <a:gd name="connsiteX3081" fmla="*/ 6287598 w 7665198"/>
                      <a:gd name="connsiteY3081" fmla="*/ 300709 h 1788513"/>
                      <a:gd name="connsiteX3082" fmla="*/ 6275596 w 7665198"/>
                      <a:gd name="connsiteY3082" fmla="*/ 320997 h 1788513"/>
                      <a:gd name="connsiteX3083" fmla="*/ 6213208 w 7665198"/>
                      <a:gd name="connsiteY3083" fmla="*/ 367003 h 1788513"/>
                      <a:gd name="connsiteX3084" fmla="*/ 6270644 w 7665198"/>
                      <a:gd name="connsiteY3084" fmla="*/ 292231 h 1788513"/>
                      <a:gd name="connsiteX3085" fmla="*/ 6203969 w 7665198"/>
                      <a:gd name="connsiteY3085" fmla="*/ 503020 h 1788513"/>
                      <a:gd name="connsiteX3086" fmla="*/ 6243593 w 7665198"/>
                      <a:gd name="connsiteY3086" fmla="*/ 471968 h 1788513"/>
                      <a:gd name="connsiteX3087" fmla="*/ 6242545 w 7665198"/>
                      <a:gd name="connsiteY3087" fmla="*/ 408818 h 1788513"/>
                      <a:gd name="connsiteX3088" fmla="*/ 6268739 w 7665198"/>
                      <a:gd name="connsiteY3088" fmla="*/ 451109 h 1788513"/>
                      <a:gd name="connsiteX3089" fmla="*/ 6333699 w 7665198"/>
                      <a:gd name="connsiteY3089" fmla="*/ 463681 h 1788513"/>
                      <a:gd name="connsiteX3090" fmla="*/ 6207874 w 7665198"/>
                      <a:gd name="connsiteY3090" fmla="*/ 509878 h 1788513"/>
                      <a:gd name="connsiteX3091" fmla="*/ 6180442 w 7665198"/>
                      <a:gd name="connsiteY3091" fmla="*/ 545120 h 1788513"/>
                      <a:gd name="connsiteX3092" fmla="*/ 6176727 w 7665198"/>
                      <a:gd name="connsiteY3092" fmla="*/ 600175 h 1788513"/>
                      <a:gd name="connsiteX3093" fmla="*/ 6182633 w 7665198"/>
                      <a:gd name="connsiteY3093" fmla="*/ 665707 h 1788513"/>
                      <a:gd name="connsiteX3094" fmla="*/ 6159106 w 7665198"/>
                      <a:gd name="connsiteY3094" fmla="*/ 579887 h 1788513"/>
                      <a:gd name="connsiteX3095" fmla="*/ 6203969 w 7665198"/>
                      <a:gd name="connsiteY3095" fmla="*/ 503020 h 1788513"/>
                      <a:gd name="connsiteX3096" fmla="*/ 6152915 w 7665198"/>
                      <a:gd name="connsiteY3096" fmla="*/ 441679 h 1788513"/>
                      <a:gd name="connsiteX3097" fmla="*/ 6161296 w 7665198"/>
                      <a:gd name="connsiteY3097" fmla="*/ 449870 h 1788513"/>
                      <a:gd name="connsiteX3098" fmla="*/ 6153105 w 7665198"/>
                      <a:gd name="connsiteY3098" fmla="*/ 458252 h 1788513"/>
                      <a:gd name="connsiteX3099" fmla="*/ 6144723 w 7665198"/>
                      <a:gd name="connsiteY3099" fmla="*/ 450061 h 1788513"/>
                      <a:gd name="connsiteX3100" fmla="*/ 6152915 w 7665198"/>
                      <a:gd name="connsiteY3100" fmla="*/ 441679 h 1788513"/>
                      <a:gd name="connsiteX3101" fmla="*/ 6033471 w 7665198"/>
                      <a:gd name="connsiteY3101" fmla="*/ 192029 h 1788513"/>
                      <a:gd name="connsiteX3102" fmla="*/ 6059475 w 7665198"/>
                      <a:gd name="connsiteY3102" fmla="*/ 206221 h 1788513"/>
                      <a:gd name="connsiteX3103" fmla="*/ 6095193 w 7665198"/>
                      <a:gd name="connsiteY3103" fmla="*/ 200506 h 1788513"/>
                      <a:gd name="connsiteX3104" fmla="*/ 6117101 w 7665198"/>
                      <a:gd name="connsiteY3104" fmla="*/ 234891 h 1788513"/>
                      <a:gd name="connsiteX3105" fmla="*/ 6108528 w 7665198"/>
                      <a:gd name="connsiteY3105" fmla="*/ 246797 h 1788513"/>
                      <a:gd name="connsiteX3106" fmla="*/ 6103289 w 7665198"/>
                      <a:gd name="connsiteY3106" fmla="*/ 254131 h 1788513"/>
                      <a:gd name="connsiteX3107" fmla="*/ 6125292 w 7665198"/>
                      <a:gd name="connsiteY3107" fmla="*/ 282421 h 1788513"/>
                      <a:gd name="connsiteX3108" fmla="*/ 6131960 w 7665198"/>
                      <a:gd name="connsiteY3108" fmla="*/ 316711 h 1788513"/>
                      <a:gd name="connsiteX3109" fmla="*/ 6105480 w 7665198"/>
                      <a:gd name="connsiteY3109" fmla="*/ 336332 h 1788513"/>
                      <a:gd name="connsiteX3110" fmla="*/ 6087573 w 7665198"/>
                      <a:gd name="connsiteY3110" fmla="*/ 328807 h 1788513"/>
                      <a:gd name="connsiteX3111" fmla="*/ 6043282 w 7665198"/>
                      <a:gd name="connsiteY3111" fmla="*/ 311567 h 1788513"/>
                      <a:gd name="connsiteX3112" fmla="*/ 6025851 w 7665198"/>
                      <a:gd name="connsiteY3112" fmla="*/ 291279 h 1788513"/>
                      <a:gd name="connsiteX3113" fmla="*/ 6033471 w 7665198"/>
                      <a:gd name="connsiteY3113" fmla="*/ 192029 h 1788513"/>
                      <a:gd name="connsiteX3114" fmla="*/ 5988323 w 7665198"/>
                      <a:gd name="connsiteY3114" fmla="*/ 316425 h 1788513"/>
                      <a:gd name="connsiteX3115" fmla="*/ 6005849 w 7665198"/>
                      <a:gd name="connsiteY3115" fmla="*/ 344333 h 1788513"/>
                      <a:gd name="connsiteX3116" fmla="*/ 6072619 w 7665198"/>
                      <a:gd name="connsiteY3116" fmla="*/ 372527 h 1788513"/>
                      <a:gd name="connsiteX3117" fmla="*/ 6103956 w 7665198"/>
                      <a:gd name="connsiteY3117" fmla="*/ 387481 h 1788513"/>
                      <a:gd name="connsiteX3118" fmla="*/ 6002705 w 7665198"/>
                      <a:gd name="connsiteY3118" fmla="*/ 350620 h 1788513"/>
                      <a:gd name="connsiteX3119" fmla="*/ 5965748 w 7665198"/>
                      <a:gd name="connsiteY3119" fmla="*/ 250703 h 1788513"/>
                      <a:gd name="connsiteX3120" fmla="*/ 5988323 w 7665198"/>
                      <a:gd name="connsiteY3120" fmla="*/ 316425 h 1788513"/>
                      <a:gd name="connsiteX3121" fmla="*/ 6015469 w 7665198"/>
                      <a:gd name="connsiteY3121" fmla="*/ 426534 h 1788513"/>
                      <a:gd name="connsiteX3122" fmla="*/ 6043377 w 7665198"/>
                      <a:gd name="connsiteY3122" fmla="*/ 406436 h 1788513"/>
                      <a:gd name="connsiteX3123" fmla="*/ 6020708 w 7665198"/>
                      <a:gd name="connsiteY3123" fmla="*/ 464825 h 1788513"/>
                      <a:gd name="connsiteX3124" fmla="*/ 6028137 w 7665198"/>
                      <a:gd name="connsiteY3124" fmla="*/ 527689 h 1788513"/>
                      <a:gd name="connsiteX3125" fmla="*/ 6006134 w 7665198"/>
                      <a:gd name="connsiteY3125" fmla="*/ 454728 h 1788513"/>
                      <a:gd name="connsiteX3126" fmla="*/ 6004229 w 7665198"/>
                      <a:gd name="connsiteY3126" fmla="*/ 446537 h 1788513"/>
                      <a:gd name="connsiteX3127" fmla="*/ 5997657 w 7665198"/>
                      <a:gd name="connsiteY3127" fmla="*/ 444441 h 1788513"/>
                      <a:gd name="connsiteX3128" fmla="*/ 5961557 w 7665198"/>
                      <a:gd name="connsiteY3128" fmla="*/ 440250 h 1788513"/>
                      <a:gd name="connsiteX3129" fmla="*/ 6015469 w 7665198"/>
                      <a:gd name="connsiteY3129" fmla="*/ 426534 h 1788513"/>
                      <a:gd name="connsiteX3130" fmla="*/ 5957557 w 7665198"/>
                      <a:gd name="connsiteY3130" fmla="*/ 566742 h 1788513"/>
                      <a:gd name="connsiteX3131" fmla="*/ 5949365 w 7665198"/>
                      <a:gd name="connsiteY3131" fmla="*/ 575124 h 1788513"/>
                      <a:gd name="connsiteX3132" fmla="*/ 5940984 w 7665198"/>
                      <a:gd name="connsiteY3132" fmla="*/ 566932 h 1788513"/>
                      <a:gd name="connsiteX3133" fmla="*/ 5949175 w 7665198"/>
                      <a:gd name="connsiteY3133" fmla="*/ 558551 h 1788513"/>
                      <a:gd name="connsiteX3134" fmla="*/ 5957557 w 7665198"/>
                      <a:gd name="connsiteY3134" fmla="*/ 566742 h 1788513"/>
                      <a:gd name="connsiteX3135" fmla="*/ 5908027 w 7665198"/>
                      <a:gd name="connsiteY3135" fmla="*/ 402912 h 1788513"/>
                      <a:gd name="connsiteX3136" fmla="*/ 5885357 w 7665198"/>
                      <a:gd name="connsiteY3136" fmla="*/ 393673 h 1788513"/>
                      <a:gd name="connsiteX3137" fmla="*/ 5921172 w 7665198"/>
                      <a:gd name="connsiteY3137" fmla="*/ 310710 h 1788513"/>
                      <a:gd name="connsiteX3138" fmla="*/ 5908027 w 7665198"/>
                      <a:gd name="connsiteY3138" fmla="*/ 402912 h 1788513"/>
                      <a:gd name="connsiteX3139" fmla="*/ 5868308 w 7665198"/>
                      <a:gd name="connsiteY3139" fmla="*/ 283469 h 1788513"/>
                      <a:gd name="connsiteX3140" fmla="*/ 5951461 w 7665198"/>
                      <a:gd name="connsiteY3140" fmla="*/ 226033 h 1788513"/>
                      <a:gd name="connsiteX3141" fmla="*/ 5902598 w 7665198"/>
                      <a:gd name="connsiteY3141" fmla="*/ 271372 h 1788513"/>
                      <a:gd name="connsiteX3142" fmla="*/ 5861259 w 7665198"/>
                      <a:gd name="connsiteY3142" fmla="*/ 308519 h 1788513"/>
                      <a:gd name="connsiteX3143" fmla="*/ 5859926 w 7665198"/>
                      <a:gd name="connsiteY3143" fmla="*/ 332332 h 1788513"/>
                      <a:gd name="connsiteX3144" fmla="*/ 5862402 w 7665198"/>
                      <a:gd name="connsiteY3144" fmla="*/ 369860 h 1788513"/>
                      <a:gd name="connsiteX3145" fmla="*/ 5880500 w 7665198"/>
                      <a:gd name="connsiteY3145" fmla="*/ 419581 h 1788513"/>
                      <a:gd name="connsiteX3146" fmla="*/ 5924696 w 7665198"/>
                      <a:gd name="connsiteY3146" fmla="*/ 442727 h 1788513"/>
                      <a:gd name="connsiteX3147" fmla="*/ 5803823 w 7665198"/>
                      <a:gd name="connsiteY3147" fmla="*/ 456633 h 1788513"/>
                      <a:gd name="connsiteX3148" fmla="*/ 5848115 w 7665198"/>
                      <a:gd name="connsiteY3148" fmla="*/ 415199 h 1788513"/>
                      <a:gd name="connsiteX3149" fmla="*/ 5852877 w 7665198"/>
                      <a:gd name="connsiteY3149" fmla="*/ 381576 h 1788513"/>
                      <a:gd name="connsiteX3150" fmla="*/ 5852020 w 7665198"/>
                      <a:gd name="connsiteY3150" fmla="*/ 313853 h 1788513"/>
                      <a:gd name="connsiteX3151" fmla="*/ 5847924 w 7665198"/>
                      <a:gd name="connsiteY3151" fmla="*/ 300232 h 1788513"/>
                      <a:gd name="connsiteX3152" fmla="*/ 5837637 w 7665198"/>
                      <a:gd name="connsiteY3152" fmla="*/ 295946 h 1788513"/>
                      <a:gd name="connsiteX3153" fmla="*/ 5791917 w 7665198"/>
                      <a:gd name="connsiteY3153" fmla="*/ 275468 h 1788513"/>
                      <a:gd name="connsiteX3154" fmla="*/ 5868308 w 7665198"/>
                      <a:gd name="connsiteY3154" fmla="*/ 283469 h 1788513"/>
                      <a:gd name="connsiteX3155" fmla="*/ 5755246 w 7665198"/>
                      <a:gd name="connsiteY3155" fmla="*/ 298518 h 1788513"/>
                      <a:gd name="connsiteX3156" fmla="*/ 5789727 w 7665198"/>
                      <a:gd name="connsiteY3156" fmla="*/ 320426 h 1788513"/>
                      <a:gd name="connsiteX3157" fmla="*/ 5793155 w 7665198"/>
                      <a:gd name="connsiteY3157" fmla="*/ 335475 h 1788513"/>
                      <a:gd name="connsiteX3158" fmla="*/ 5820016 w 7665198"/>
                      <a:gd name="connsiteY3158" fmla="*/ 337475 h 1788513"/>
                      <a:gd name="connsiteX3159" fmla="*/ 5828112 w 7665198"/>
                      <a:gd name="connsiteY3159" fmla="*/ 360050 h 1788513"/>
                      <a:gd name="connsiteX3160" fmla="*/ 5810396 w 7665198"/>
                      <a:gd name="connsiteY3160" fmla="*/ 378052 h 1788513"/>
                      <a:gd name="connsiteX3161" fmla="*/ 5770105 w 7665198"/>
                      <a:gd name="connsiteY3161" fmla="*/ 402150 h 1788513"/>
                      <a:gd name="connsiteX3162" fmla="*/ 5749245 w 7665198"/>
                      <a:gd name="connsiteY3162" fmla="*/ 427963 h 1788513"/>
                      <a:gd name="connsiteX3163" fmla="*/ 5723718 w 7665198"/>
                      <a:gd name="connsiteY3163" fmla="*/ 433678 h 1788513"/>
                      <a:gd name="connsiteX3164" fmla="*/ 5691714 w 7665198"/>
                      <a:gd name="connsiteY3164" fmla="*/ 435106 h 1788513"/>
                      <a:gd name="connsiteX3165" fmla="*/ 5673712 w 7665198"/>
                      <a:gd name="connsiteY3165" fmla="*/ 432725 h 1788513"/>
                      <a:gd name="connsiteX3166" fmla="*/ 5661234 w 7665198"/>
                      <a:gd name="connsiteY3166" fmla="*/ 411199 h 1788513"/>
                      <a:gd name="connsiteX3167" fmla="*/ 5668759 w 7665198"/>
                      <a:gd name="connsiteY3167" fmla="*/ 371575 h 1788513"/>
                      <a:gd name="connsiteX3168" fmla="*/ 5703620 w 7665198"/>
                      <a:gd name="connsiteY3168" fmla="*/ 331855 h 1788513"/>
                      <a:gd name="connsiteX3169" fmla="*/ 5755246 w 7665198"/>
                      <a:gd name="connsiteY3169" fmla="*/ 298518 h 1788513"/>
                      <a:gd name="connsiteX3170" fmla="*/ 5661615 w 7665198"/>
                      <a:gd name="connsiteY3170" fmla="*/ 342523 h 1788513"/>
                      <a:gd name="connsiteX3171" fmla="*/ 5711907 w 7665198"/>
                      <a:gd name="connsiteY3171" fmla="*/ 235177 h 1788513"/>
                      <a:gd name="connsiteX3172" fmla="*/ 5682284 w 7665198"/>
                      <a:gd name="connsiteY3172" fmla="*/ 331475 h 1788513"/>
                      <a:gd name="connsiteX3173" fmla="*/ 5606751 w 7665198"/>
                      <a:gd name="connsiteY3173" fmla="*/ 379195 h 1788513"/>
                      <a:gd name="connsiteX3174" fmla="*/ 5661615 w 7665198"/>
                      <a:gd name="connsiteY3174" fmla="*/ 342523 h 1788513"/>
                      <a:gd name="connsiteX3175" fmla="*/ 5603227 w 7665198"/>
                      <a:gd name="connsiteY3175" fmla="*/ 525594 h 1788513"/>
                      <a:gd name="connsiteX3176" fmla="*/ 5628278 w 7665198"/>
                      <a:gd name="connsiteY3176" fmla="*/ 504068 h 1788513"/>
                      <a:gd name="connsiteX3177" fmla="*/ 5675617 w 7665198"/>
                      <a:gd name="connsiteY3177" fmla="*/ 498353 h 1788513"/>
                      <a:gd name="connsiteX3178" fmla="*/ 5683713 w 7665198"/>
                      <a:gd name="connsiteY3178" fmla="*/ 520927 h 1788513"/>
                      <a:gd name="connsiteX3179" fmla="*/ 5679427 w 7665198"/>
                      <a:gd name="connsiteY3179" fmla="*/ 528737 h 1788513"/>
                      <a:gd name="connsiteX3180" fmla="*/ 5684761 w 7665198"/>
                      <a:gd name="connsiteY3180" fmla="*/ 541120 h 1788513"/>
                      <a:gd name="connsiteX3181" fmla="*/ 5687142 w 7665198"/>
                      <a:gd name="connsiteY3181" fmla="*/ 554931 h 1788513"/>
                      <a:gd name="connsiteX3182" fmla="*/ 5694191 w 7665198"/>
                      <a:gd name="connsiteY3182" fmla="*/ 550550 h 1788513"/>
                      <a:gd name="connsiteX3183" fmla="*/ 5702573 w 7665198"/>
                      <a:gd name="connsiteY3183" fmla="*/ 558741 h 1788513"/>
                      <a:gd name="connsiteX3184" fmla="*/ 5694381 w 7665198"/>
                      <a:gd name="connsiteY3184" fmla="*/ 567123 h 1788513"/>
                      <a:gd name="connsiteX3185" fmla="*/ 5686952 w 7665198"/>
                      <a:gd name="connsiteY3185" fmla="*/ 562551 h 1788513"/>
                      <a:gd name="connsiteX3186" fmla="*/ 5664568 w 7665198"/>
                      <a:gd name="connsiteY3186" fmla="*/ 620749 h 1788513"/>
                      <a:gd name="connsiteX3187" fmla="*/ 5613990 w 7665198"/>
                      <a:gd name="connsiteY3187" fmla="*/ 689329 h 1788513"/>
                      <a:gd name="connsiteX3188" fmla="*/ 5555983 w 7665198"/>
                      <a:gd name="connsiteY3188" fmla="*/ 694282 h 1788513"/>
                      <a:gd name="connsiteX3189" fmla="*/ 5546553 w 7665198"/>
                      <a:gd name="connsiteY3189" fmla="*/ 680471 h 1788513"/>
                      <a:gd name="connsiteX3190" fmla="*/ 5543124 w 7665198"/>
                      <a:gd name="connsiteY3190" fmla="*/ 624940 h 1788513"/>
                      <a:gd name="connsiteX3191" fmla="*/ 5569318 w 7665198"/>
                      <a:gd name="connsiteY3191" fmla="*/ 590554 h 1788513"/>
                      <a:gd name="connsiteX3192" fmla="*/ 5597512 w 7665198"/>
                      <a:gd name="connsiteY3192" fmla="*/ 558646 h 1788513"/>
                      <a:gd name="connsiteX3193" fmla="*/ 5594940 w 7665198"/>
                      <a:gd name="connsiteY3193" fmla="*/ 551502 h 1788513"/>
                      <a:gd name="connsiteX3194" fmla="*/ 5603227 w 7665198"/>
                      <a:gd name="connsiteY3194" fmla="*/ 525594 h 1788513"/>
                      <a:gd name="connsiteX3195" fmla="*/ 5578367 w 7665198"/>
                      <a:gd name="connsiteY3195" fmla="*/ 539024 h 1788513"/>
                      <a:gd name="connsiteX3196" fmla="*/ 5554364 w 7665198"/>
                      <a:gd name="connsiteY3196" fmla="*/ 577981 h 1788513"/>
                      <a:gd name="connsiteX3197" fmla="*/ 5523503 w 7665198"/>
                      <a:gd name="connsiteY3197" fmla="*/ 607414 h 1788513"/>
                      <a:gd name="connsiteX3198" fmla="*/ 5526455 w 7665198"/>
                      <a:gd name="connsiteY3198" fmla="*/ 628750 h 1788513"/>
                      <a:gd name="connsiteX3199" fmla="*/ 5529504 w 7665198"/>
                      <a:gd name="connsiteY3199" fmla="*/ 660754 h 1788513"/>
                      <a:gd name="connsiteX3200" fmla="*/ 5521884 w 7665198"/>
                      <a:gd name="connsiteY3200" fmla="*/ 653229 h 1788513"/>
                      <a:gd name="connsiteX3201" fmla="*/ 5521312 w 7665198"/>
                      <a:gd name="connsiteY3201" fmla="*/ 652848 h 1788513"/>
                      <a:gd name="connsiteX3202" fmla="*/ 5524074 w 7665198"/>
                      <a:gd name="connsiteY3202" fmla="*/ 698282 h 1788513"/>
                      <a:gd name="connsiteX3203" fmla="*/ 5513216 w 7665198"/>
                      <a:gd name="connsiteY3203" fmla="*/ 650467 h 1788513"/>
                      <a:gd name="connsiteX3204" fmla="*/ 5512168 w 7665198"/>
                      <a:gd name="connsiteY3204" fmla="*/ 650753 h 1788513"/>
                      <a:gd name="connsiteX3205" fmla="*/ 5509025 w 7665198"/>
                      <a:gd name="connsiteY3205" fmla="*/ 653801 h 1788513"/>
                      <a:gd name="connsiteX3206" fmla="*/ 5479211 w 7665198"/>
                      <a:gd name="connsiteY3206" fmla="*/ 692377 h 1788513"/>
                      <a:gd name="connsiteX3207" fmla="*/ 5458256 w 7665198"/>
                      <a:gd name="connsiteY3207" fmla="*/ 702378 h 1788513"/>
                      <a:gd name="connsiteX3208" fmla="*/ 5497594 w 7665198"/>
                      <a:gd name="connsiteY3208" fmla="*/ 655325 h 1788513"/>
                      <a:gd name="connsiteX3209" fmla="*/ 5506167 w 7665198"/>
                      <a:gd name="connsiteY3209" fmla="*/ 620368 h 1788513"/>
                      <a:gd name="connsiteX3210" fmla="*/ 5494928 w 7665198"/>
                      <a:gd name="connsiteY3210" fmla="*/ 632464 h 1788513"/>
                      <a:gd name="connsiteX3211" fmla="*/ 5417870 w 7665198"/>
                      <a:gd name="connsiteY3211" fmla="*/ 715237 h 1788513"/>
                      <a:gd name="connsiteX3212" fmla="*/ 5482355 w 7665198"/>
                      <a:gd name="connsiteY3212" fmla="*/ 628464 h 1788513"/>
                      <a:gd name="connsiteX3213" fmla="*/ 5494642 w 7665198"/>
                      <a:gd name="connsiteY3213" fmla="*/ 593126 h 1788513"/>
                      <a:gd name="connsiteX3214" fmla="*/ 5480640 w 7665198"/>
                      <a:gd name="connsiteY3214" fmla="*/ 566742 h 1788513"/>
                      <a:gd name="connsiteX3215" fmla="*/ 5541219 w 7665198"/>
                      <a:gd name="connsiteY3215" fmla="*/ 571314 h 1788513"/>
                      <a:gd name="connsiteX3216" fmla="*/ 5578367 w 7665198"/>
                      <a:gd name="connsiteY3216" fmla="*/ 539024 h 1788513"/>
                      <a:gd name="connsiteX3217" fmla="*/ 5450732 w 7665198"/>
                      <a:gd name="connsiteY3217" fmla="*/ 185932 h 1788513"/>
                      <a:gd name="connsiteX3218" fmla="*/ 5537790 w 7665198"/>
                      <a:gd name="connsiteY3218" fmla="*/ 149071 h 1788513"/>
                      <a:gd name="connsiteX3219" fmla="*/ 5539695 w 7665198"/>
                      <a:gd name="connsiteY3219" fmla="*/ 209650 h 1788513"/>
                      <a:gd name="connsiteX3220" fmla="*/ 5542838 w 7665198"/>
                      <a:gd name="connsiteY3220" fmla="*/ 293470 h 1788513"/>
                      <a:gd name="connsiteX3221" fmla="*/ 5491404 w 7665198"/>
                      <a:gd name="connsiteY3221" fmla="*/ 350715 h 1788513"/>
                      <a:gd name="connsiteX3222" fmla="*/ 5447017 w 7665198"/>
                      <a:gd name="connsiteY3222" fmla="*/ 324807 h 1788513"/>
                      <a:gd name="connsiteX3223" fmla="*/ 5450732 w 7665198"/>
                      <a:gd name="connsiteY3223" fmla="*/ 185932 h 1788513"/>
                      <a:gd name="connsiteX3224" fmla="*/ 5365483 w 7665198"/>
                      <a:gd name="connsiteY3224" fmla="*/ 332998 h 1788513"/>
                      <a:gd name="connsiteX3225" fmla="*/ 5394153 w 7665198"/>
                      <a:gd name="connsiteY3225" fmla="*/ 299375 h 1788513"/>
                      <a:gd name="connsiteX3226" fmla="*/ 5400535 w 7665198"/>
                      <a:gd name="connsiteY3226" fmla="*/ 241178 h 1788513"/>
                      <a:gd name="connsiteX3227" fmla="*/ 5403107 w 7665198"/>
                      <a:gd name="connsiteY3227" fmla="*/ 304328 h 1788513"/>
                      <a:gd name="connsiteX3228" fmla="*/ 5404345 w 7665198"/>
                      <a:gd name="connsiteY3228" fmla="*/ 316996 h 1788513"/>
                      <a:gd name="connsiteX3229" fmla="*/ 5410536 w 7665198"/>
                      <a:gd name="connsiteY3229" fmla="*/ 320235 h 1788513"/>
                      <a:gd name="connsiteX3230" fmla="*/ 5432539 w 7665198"/>
                      <a:gd name="connsiteY3230" fmla="*/ 339380 h 1788513"/>
                      <a:gd name="connsiteX3231" fmla="*/ 5482831 w 7665198"/>
                      <a:gd name="connsiteY3231" fmla="*/ 375861 h 1788513"/>
                      <a:gd name="connsiteX3232" fmla="*/ 5423586 w 7665198"/>
                      <a:gd name="connsiteY3232" fmla="*/ 341762 h 1788513"/>
                      <a:gd name="connsiteX3233" fmla="*/ 5404916 w 7665198"/>
                      <a:gd name="connsiteY3233" fmla="*/ 329665 h 1788513"/>
                      <a:gd name="connsiteX3234" fmla="*/ 5365483 w 7665198"/>
                      <a:gd name="connsiteY3234" fmla="*/ 332998 h 1788513"/>
                      <a:gd name="connsiteX3235" fmla="*/ 5345957 w 7665198"/>
                      <a:gd name="connsiteY3235" fmla="*/ 343476 h 1788513"/>
                      <a:gd name="connsiteX3236" fmla="*/ 5365483 w 7665198"/>
                      <a:gd name="connsiteY3236" fmla="*/ 332998 h 1788513"/>
                      <a:gd name="connsiteX3237" fmla="*/ 5355482 w 7665198"/>
                      <a:gd name="connsiteY3237" fmla="*/ 371956 h 1788513"/>
                      <a:gd name="connsiteX3238" fmla="*/ 5421871 w 7665198"/>
                      <a:gd name="connsiteY3238" fmla="*/ 374051 h 1788513"/>
                      <a:gd name="connsiteX3239" fmla="*/ 5402059 w 7665198"/>
                      <a:gd name="connsiteY3239" fmla="*/ 397673 h 1788513"/>
                      <a:gd name="connsiteX3240" fmla="*/ 5405297 w 7665198"/>
                      <a:gd name="connsiteY3240" fmla="*/ 399293 h 1788513"/>
                      <a:gd name="connsiteX3241" fmla="*/ 5413394 w 7665198"/>
                      <a:gd name="connsiteY3241" fmla="*/ 421867 h 1788513"/>
                      <a:gd name="connsiteX3242" fmla="*/ 5395677 w 7665198"/>
                      <a:gd name="connsiteY3242" fmla="*/ 439869 h 1788513"/>
                      <a:gd name="connsiteX3243" fmla="*/ 5354434 w 7665198"/>
                      <a:gd name="connsiteY3243" fmla="*/ 464539 h 1788513"/>
                      <a:gd name="connsiteX3244" fmla="*/ 5343575 w 7665198"/>
                      <a:gd name="connsiteY3244" fmla="*/ 469111 h 1788513"/>
                      <a:gd name="connsiteX3245" fmla="*/ 5324811 w 7665198"/>
                      <a:gd name="connsiteY3245" fmla="*/ 453490 h 1788513"/>
                      <a:gd name="connsiteX3246" fmla="*/ 5323954 w 7665198"/>
                      <a:gd name="connsiteY3246" fmla="*/ 453966 h 1788513"/>
                      <a:gd name="connsiteX3247" fmla="*/ 5294331 w 7665198"/>
                      <a:gd name="connsiteY3247" fmla="*/ 464062 h 1788513"/>
                      <a:gd name="connsiteX3248" fmla="*/ 5283949 w 7665198"/>
                      <a:gd name="connsiteY3248" fmla="*/ 460824 h 1788513"/>
                      <a:gd name="connsiteX3249" fmla="*/ 5282139 w 7665198"/>
                      <a:gd name="connsiteY3249" fmla="*/ 455585 h 1788513"/>
                      <a:gd name="connsiteX3250" fmla="*/ 5296617 w 7665198"/>
                      <a:gd name="connsiteY3250" fmla="*/ 416914 h 1788513"/>
                      <a:gd name="connsiteX3251" fmla="*/ 5329288 w 7665198"/>
                      <a:gd name="connsiteY3251" fmla="*/ 389577 h 1788513"/>
                      <a:gd name="connsiteX3252" fmla="*/ 5355482 w 7665198"/>
                      <a:gd name="connsiteY3252" fmla="*/ 371956 h 1788513"/>
                      <a:gd name="connsiteX3253" fmla="*/ 5217750 w 7665198"/>
                      <a:gd name="connsiteY3253" fmla="*/ 220985 h 1788513"/>
                      <a:gd name="connsiteX3254" fmla="*/ 5246992 w 7665198"/>
                      <a:gd name="connsiteY3254" fmla="*/ 202601 h 1788513"/>
                      <a:gd name="connsiteX3255" fmla="*/ 5323763 w 7665198"/>
                      <a:gd name="connsiteY3255" fmla="*/ 211460 h 1788513"/>
                      <a:gd name="connsiteX3256" fmla="*/ 5293188 w 7665198"/>
                      <a:gd name="connsiteY3256" fmla="*/ 235558 h 1788513"/>
                      <a:gd name="connsiteX3257" fmla="*/ 5295474 w 7665198"/>
                      <a:gd name="connsiteY3257" fmla="*/ 250703 h 1788513"/>
                      <a:gd name="connsiteX3258" fmla="*/ 5277758 w 7665198"/>
                      <a:gd name="connsiteY3258" fmla="*/ 268705 h 1788513"/>
                      <a:gd name="connsiteX3259" fmla="*/ 5255088 w 7665198"/>
                      <a:gd name="connsiteY3259" fmla="*/ 282230 h 1788513"/>
                      <a:gd name="connsiteX3260" fmla="*/ 5253374 w 7665198"/>
                      <a:gd name="connsiteY3260" fmla="*/ 310615 h 1788513"/>
                      <a:gd name="connsiteX3261" fmla="*/ 5237277 w 7665198"/>
                      <a:gd name="connsiteY3261" fmla="*/ 355954 h 1788513"/>
                      <a:gd name="connsiteX3262" fmla="*/ 5205368 w 7665198"/>
                      <a:gd name="connsiteY3262" fmla="*/ 378909 h 1788513"/>
                      <a:gd name="connsiteX3263" fmla="*/ 5168887 w 7665198"/>
                      <a:gd name="connsiteY3263" fmla="*/ 363574 h 1788513"/>
                      <a:gd name="connsiteX3264" fmla="*/ 5162696 w 7665198"/>
                      <a:gd name="connsiteY3264" fmla="*/ 284040 h 1788513"/>
                      <a:gd name="connsiteX3265" fmla="*/ 5217750 w 7665198"/>
                      <a:gd name="connsiteY3265" fmla="*/ 220985 h 1788513"/>
                      <a:gd name="connsiteX3266" fmla="*/ 5086020 w 7665198"/>
                      <a:gd name="connsiteY3266" fmla="*/ 242320 h 1788513"/>
                      <a:gd name="connsiteX3267" fmla="*/ 5116023 w 7665198"/>
                      <a:gd name="connsiteY3267" fmla="*/ 275753 h 1788513"/>
                      <a:gd name="connsiteX3268" fmla="*/ 5122977 w 7665198"/>
                      <a:gd name="connsiteY3268" fmla="*/ 279468 h 1788513"/>
                      <a:gd name="connsiteX3269" fmla="*/ 5131263 w 7665198"/>
                      <a:gd name="connsiteY3269" fmla="*/ 273277 h 1788513"/>
                      <a:gd name="connsiteX3270" fmla="*/ 5171840 w 7665198"/>
                      <a:gd name="connsiteY3270" fmla="*/ 230129 h 1788513"/>
                      <a:gd name="connsiteX3271" fmla="*/ 5191461 w 7665198"/>
                      <a:gd name="connsiteY3271" fmla="*/ 210888 h 1788513"/>
                      <a:gd name="connsiteX3272" fmla="*/ 5171840 w 7665198"/>
                      <a:gd name="connsiteY3272" fmla="*/ 230129 h 1788513"/>
                      <a:gd name="connsiteX3273" fmla="*/ 5141931 w 7665198"/>
                      <a:gd name="connsiteY3273" fmla="*/ 341000 h 1788513"/>
                      <a:gd name="connsiteX3274" fmla="*/ 5136978 w 7665198"/>
                      <a:gd name="connsiteY3274" fmla="*/ 314806 h 1788513"/>
                      <a:gd name="connsiteX3275" fmla="*/ 5120309 w 7665198"/>
                      <a:gd name="connsiteY3275" fmla="*/ 295851 h 1788513"/>
                      <a:gd name="connsiteX3276" fmla="*/ 5059635 w 7665198"/>
                      <a:gd name="connsiteY3276" fmla="*/ 172217 h 1788513"/>
                      <a:gd name="connsiteX3277" fmla="*/ 5086020 w 7665198"/>
                      <a:gd name="connsiteY3277" fmla="*/ 242320 h 1788513"/>
                      <a:gd name="connsiteX3278" fmla="*/ 5068875 w 7665198"/>
                      <a:gd name="connsiteY3278" fmla="*/ 481970 h 1788513"/>
                      <a:gd name="connsiteX3279" fmla="*/ 5063826 w 7665198"/>
                      <a:gd name="connsiteY3279" fmla="*/ 472063 h 1788513"/>
                      <a:gd name="connsiteX3280" fmla="*/ 5067541 w 7665198"/>
                      <a:gd name="connsiteY3280" fmla="*/ 455014 h 1788513"/>
                      <a:gd name="connsiteX3281" fmla="*/ 5091354 w 7665198"/>
                      <a:gd name="connsiteY3281" fmla="*/ 424820 h 1788513"/>
                      <a:gd name="connsiteX3282" fmla="*/ 5131168 w 7665198"/>
                      <a:gd name="connsiteY3282" fmla="*/ 416247 h 1788513"/>
                      <a:gd name="connsiteX3283" fmla="*/ 5152980 w 7665198"/>
                      <a:gd name="connsiteY3283" fmla="*/ 437964 h 1788513"/>
                      <a:gd name="connsiteX3284" fmla="*/ 5163363 w 7665198"/>
                      <a:gd name="connsiteY3284" fmla="*/ 439107 h 1788513"/>
                      <a:gd name="connsiteX3285" fmla="*/ 5195652 w 7665198"/>
                      <a:gd name="connsiteY3285" fmla="*/ 446632 h 1788513"/>
                      <a:gd name="connsiteX3286" fmla="*/ 5196605 w 7665198"/>
                      <a:gd name="connsiteY3286" fmla="*/ 444536 h 1788513"/>
                      <a:gd name="connsiteX3287" fmla="*/ 5198986 w 7665198"/>
                      <a:gd name="connsiteY3287" fmla="*/ 449013 h 1788513"/>
                      <a:gd name="connsiteX3288" fmla="*/ 5197652 w 7665198"/>
                      <a:gd name="connsiteY3288" fmla="*/ 479398 h 1788513"/>
                      <a:gd name="connsiteX3289" fmla="*/ 5192033 w 7665198"/>
                      <a:gd name="connsiteY3289" fmla="*/ 497876 h 1788513"/>
                      <a:gd name="connsiteX3290" fmla="*/ 5161077 w 7665198"/>
                      <a:gd name="connsiteY3290" fmla="*/ 514450 h 1788513"/>
                      <a:gd name="connsiteX3291" fmla="*/ 5149456 w 7665198"/>
                      <a:gd name="connsiteY3291" fmla="*/ 522546 h 1788513"/>
                      <a:gd name="connsiteX3292" fmla="*/ 5132502 w 7665198"/>
                      <a:gd name="connsiteY3292" fmla="*/ 556741 h 1788513"/>
                      <a:gd name="connsiteX3293" fmla="*/ 5109356 w 7665198"/>
                      <a:gd name="connsiteY3293" fmla="*/ 586363 h 1788513"/>
                      <a:gd name="connsiteX3294" fmla="*/ 5071637 w 7665198"/>
                      <a:gd name="connsiteY3294" fmla="*/ 621987 h 1788513"/>
                      <a:gd name="connsiteX3295" fmla="*/ 5041919 w 7665198"/>
                      <a:gd name="connsiteY3295" fmla="*/ 641132 h 1788513"/>
                      <a:gd name="connsiteX3296" fmla="*/ 5008677 w 7665198"/>
                      <a:gd name="connsiteY3296" fmla="*/ 634846 h 1788513"/>
                      <a:gd name="connsiteX3297" fmla="*/ 5007248 w 7665198"/>
                      <a:gd name="connsiteY3297" fmla="*/ 593031 h 1788513"/>
                      <a:gd name="connsiteX3298" fmla="*/ 5034394 w 7665198"/>
                      <a:gd name="connsiteY3298" fmla="*/ 557407 h 1788513"/>
                      <a:gd name="connsiteX3299" fmla="*/ 5068875 w 7665198"/>
                      <a:gd name="connsiteY3299" fmla="*/ 481970 h 1788513"/>
                      <a:gd name="connsiteX3300" fmla="*/ 5008391 w 7665198"/>
                      <a:gd name="connsiteY3300" fmla="*/ 497210 h 1788513"/>
                      <a:gd name="connsiteX3301" fmla="*/ 5013248 w 7665198"/>
                      <a:gd name="connsiteY3301" fmla="*/ 426439 h 1788513"/>
                      <a:gd name="connsiteX3302" fmla="*/ 5027821 w 7665198"/>
                      <a:gd name="connsiteY3302" fmla="*/ 468349 h 1788513"/>
                      <a:gd name="connsiteX3303" fmla="*/ 5017916 w 7665198"/>
                      <a:gd name="connsiteY3303" fmla="*/ 524261 h 1788513"/>
                      <a:gd name="connsiteX3304" fmla="*/ 4991341 w 7665198"/>
                      <a:gd name="connsiteY3304" fmla="*/ 554360 h 1788513"/>
                      <a:gd name="connsiteX3305" fmla="*/ 4953336 w 7665198"/>
                      <a:gd name="connsiteY3305" fmla="*/ 589793 h 1788513"/>
                      <a:gd name="connsiteX3306" fmla="*/ 4948764 w 7665198"/>
                      <a:gd name="connsiteY3306" fmla="*/ 596174 h 1788513"/>
                      <a:gd name="connsiteX3307" fmla="*/ 4949145 w 7665198"/>
                      <a:gd name="connsiteY3307" fmla="*/ 601794 h 1788513"/>
                      <a:gd name="connsiteX3308" fmla="*/ 4966671 w 7665198"/>
                      <a:gd name="connsiteY3308" fmla="*/ 644180 h 1788513"/>
                      <a:gd name="connsiteX3309" fmla="*/ 4979053 w 7665198"/>
                      <a:gd name="connsiteY3309" fmla="*/ 687995 h 1788513"/>
                      <a:gd name="connsiteX3310" fmla="*/ 4983435 w 7665198"/>
                      <a:gd name="connsiteY3310" fmla="*/ 692663 h 1788513"/>
                      <a:gd name="connsiteX3311" fmla="*/ 4979053 w 7665198"/>
                      <a:gd name="connsiteY3311" fmla="*/ 687995 h 1788513"/>
                      <a:gd name="connsiteX3312" fmla="*/ 4960194 w 7665198"/>
                      <a:gd name="connsiteY3312" fmla="*/ 653610 h 1788513"/>
                      <a:gd name="connsiteX3313" fmla="*/ 4941716 w 7665198"/>
                      <a:gd name="connsiteY3313" fmla="*/ 611700 h 1788513"/>
                      <a:gd name="connsiteX3314" fmla="*/ 4911998 w 7665198"/>
                      <a:gd name="connsiteY3314" fmla="*/ 590745 h 1788513"/>
                      <a:gd name="connsiteX3315" fmla="*/ 4903425 w 7665198"/>
                      <a:gd name="connsiteY3315" fmla="*/ 590078 h 1788513"/>
                      <a:gd name="connsiteX3316" fmla="*/ 4911998 w 7665198"/>
                      <a:gd name="connsiteY3316" fmla="*/ 590745 h 1788513"/>
                      <a:gd name="connsiteX3317" fmla="*/ 4954575 w 7665198"/>
                      <a:gd name="connsiteY3317" fmla="*/ 570552 h 1788513"/>
                      <a:gd name="connsiteX3318" fmla="*/ 5008391 w 7665198"/>
                      <a:gd name="connsiteY3318" fmla="*/ 497210 h 1788513"/>
                      <a:gd name="connsiteX3319" fmla="*/ 4833131 w 7665198"/>
                      <a:gd name="connsiteY3319" fmla="*/ 275848 h 1788513"/>
                      <a:gd name="connsiteX3320" fmla="*/ 4838941 w 7665198"/>
                      <a:gd name="connsiteY3320" fmla="*/ 246226 h 1788513"/>
                      <a:gd name="connsiteX3321" fmla="*/ 4842179 w 7665198"/>
                      <a:gd name="connsiteY3321" fmla="*/ 220699 h 1788513"/>
                      <a:gd name="connsiteX3322" fmla="*/ 4860658 w 7665198"/>
                      <a:gd name="connsiteY3322" fmla="*/ 280230 h 1788513"/>
                      <a:gd name="connsiteX3323" fmla="*/ 4864277 w 7665198"/>
                      <a:gd name="connsiteY3323" fmla="*/ 286707 h 1788513"/>
                      <a:gd name="connsiteX3324" fmla="*/ 4870945 w 7665198"/>
                      <a:gd name="connsiteY3324" fmla="*/ 288040 h 1788513"/>
                      <a:gd name="connsiteX3325" fmla="*/ 4945144 w 7665198"/>
                      <a:gd name="connsiteY3325" fmla="*/ 310520 h 1788513"/>
                      <a:gd name="connsiteX3326" fmla="*/ 4964385 w 7665198"/>
                      <a:gd name="connsiteY3326" fmla="*/ 325474 h 1788513"/>
                      <a:gd name="connsiteX3327" fmla="*/ 4945144 w 7665198"/>
                      <a:gd name="connsiteY3327" fmla="*/ 310520 h 1788513"/>
                      <a:gd name="connsiteX3328" fmla="*/ 4843037 w 7665198"/>
                      <a:gd name="connsiteY3328" fmla="*/ 300137 h 1788513"/>
                      <a:gd name="connsiteX3329" fmla="*/ 4803889 w 7665198"/>
                      <a:gd name="connsiteY3329" fmla="*/ 316996 h 1788513"/>
                      <a:gd name="connsiteX3330" fmla="*/ 4798174 w 7665198"/>
                      <a:gd name="connsiteY3330" fmla="*/ 322807 h 1788513"/>
                      <a:gd name="connsiteX3331" fmla="*/ 4773694 w 7665198"/>
                      <a:gd name="connsiteY3331" fmla="*/ 337189 h 1788513"/>
                      <a:gd name="connsiteX3332" fmla="*/ 4735976 w 7665198"/>
                      <a:gd name="connsiteY3332" fmla="*/ 371289 h 1788513"/>
                      <a:gd name="connsiteX3333" fmla="*/ 4773694 w 7665198"/>
                      <a:gd name="connsiteY3333" fmla="*/ 337189 h 1788513"/>
                      <a:gd name="connsiteX3334" fmla="*/ 4803889 w 7665198"/>
                      <a:gd name="connsiteY3334" fmla="*/ 316996 h 1788513"/>
                      <a:gd name="connsiteX3335" fmla="*/ 4833131 w 7665198"/>
                      <a:gd name="connsiteY3335" fmla="*/ 275848 h 1788513"/>
                      <a:gd name="connsiteX3336" fmla="*/ 4752263 w 7665198"/>
                      <a:gd name="connsiteY3336" fmla="*/ 281182 h 1788513"/>
                      <a:gd name="connsiteX3337" fmla="*/ 4744072 w 7665198"/>
                      <a:gd name="connsiteY3337" fmla="*/ 289564 h 1788513"/>
                      <a:gd name="connsiteX3338" fmla="*/ 4735690 w 7665198"/>
                      <a:gd name="connsiteY3338" fmla="*/ 281373 h 1788513"/>
                      <a:gd name="connsiteX3339" fmla="*/ 4743881 w 7665198"/>
                      <a:gd name="connsiteY3339" fmla="*/ 272991 h 1788513"/>
                      <a:gd name="connsiteX3340" fmla="*/ 4752263 w 7665198"/>
                      <a:gd name="connsiteY3340" fmla="*/ 281182 h 1788513"/>
                      <a:gd name="connsiteX3341" fmla="*/ 4608531 w 7665198"/>
                      <a:gd name="connsiteY3341" fmla="*/ 281087 h 1788513"/>
                      <a:gd name="connsiteX3342" fmla="*/ 4649965 w 7665198"/>
                      <a:gd name="connsiteY3342" fmla="*/ 203268 h 1788513"/>
                      <a:gd name="connsiteX3343" fmla="*/ 4706543 w 7665198"/>
                      <a:gd name="connsiteY3343" fmla="*/ 215079 h 1788513"/>
                      <a:gd name="connsiteX3344" fmla="*/ 4736166 w 7665198"/>
                      <a:gd name="connsiteY3344" fmla="*/ 216412 h 1788513"/>
                      <a:gd name="connsiteX3345" fmla="*/ 4744263 w 7665198"/>
                      <a:gd name="connsiteY3345" fmla="*/ 238987 h 1788513"/>
                      <a:gd name="connsiteX3346" fmla="*/ 4726546 w 7665198"/>
                      <a:gd name="connsiteY3346" fmla="*/ 256989 h 1788513"/>
                      <a:gd name="connsiteX3347" fmla="*/ 4717687 w 7665198"/>
                      <a:gd name="connsiteY3347" fmla="*/ 262228 h 1788513"/>
                      <a:gd name="connsiteX3348" fmla="*/ 4707210 w 7665198"/>
                      <a:gd name="connsiteY3348" fmla="*/ 268514 h 1788513"/>
                      <a:gd name="connsiteX3349" fmla="*/ 4706543 w 7665198"/>
                      <a:gd name="connsiteY3349" fmla="*/ 268895 h 1788513"/>
                      <a:gd name="connsiteX3350" fmla="*/ 4701209 w 7665198"/>
                      <a:gd name="connsiteY3350" fmla="*/ 288326 h 1788513"/>
                      <a:gd name="connsiteX3351" fmla="*/ 4664062 w 7665198"/>
                      <a:gd name="connsiteY3351" fmla="*/ 400340 h 1788513"/>
                      <a:gd name="connsiteX3352" fmla="*/ 4653394 w 7665198"/>
                      <a:gd name="connsiteY3352" fmla="*/ 422724 h 1788513"/>
                      <a:gd name="connsiteX3353" fmla="*/ 4631391 w 7665198"/>
                      <a:gd name="connsiteY3353" fmla="*/ 431487 h 1788513"/>
                      <a:gd name="connsiteX3354" fmla="*/ 4616818 w 7665198"/>
                      <a:gd name="connsiteY3354" fmla="*/ 419390 h 1788513"/>
                      <a:gd name="connsiteX3355" fmla="*/ 4603769 w 7665198"/>
                      <a:gd name="connsiteY3355" fmla="*/ 363574 h 1788513"/>
                      <a:gd name="connsiteX3356" fmla="*/ 4608531 w 7665198"/>
                      <a:gd name="connsiteY3356" fmla="*/ 281087 h 1788513"/>
                      <a:gd name="connsiteX3357" fmla="*/ 4474038 w 7665198"/>
                      <a:gd name="connsiteY3357" fmla="*/ 392244 h 1788513"/>
                      <a:gd name="connsiteX3358" fmla="*/ 4507852 w 7665198"/>
                      <a:gd name="connsiteY3358" fmla="*/ 379100 h 1788513"/>
                      <a:gd name="connsiteX3359" fmla="*/ 4550810 w 7665198"/>
                      <a:gd name="connsiteY3359" fmla="*/ 334332 h 1788513"/>
                      <a:gd name="connsiteX3360" fmla="*/ 4560335 w 7665198"/>
                      <a:gd name="connsiteY3360" fmla="*/ 290898 h 1788513"/>
                      <a:gd name="connsiteX3361" fmla="*/ 4560430 w 7665198"/>
                      <a:gd name="connsiteY3361" fmla="*/ 264037 h 1788513"/>
                      <a:gd name="connsiteX3362" fmla="*/ 4570241 w 7665198"/>
                      <a:gd name="connsiteY3362" fmla="*/ 333284 h 1788513"/>
                      <a:gd name="connsiteX3363" fmla="*/ 4560716 w 7665198"/>
                      <a:gd name="connsiteY3363" fmla="*/ 368336 h 1788513"/>
                      <a:gd name="connsiteX3364" fmla="*/ 4565097 w 7665198"/>
                      <a:gd name="connsiteY3364" fmla="*/ 419390 h 1788513"/>
                      <a:gd name="connsiteX3365" fmla="*/ 4588528 w 7665198"/>
                      <a:gd name="connsiteY3365" fmla="*/ 480541 h 1788513"/>
                      <a:gd name="connsiteX3366" fmla="*/ 4559287 w 7665198"/>
                      <a:gd name="connsiteY3366" fmla="*/ 436059 h 1788513"/>
                      <a:gd name="connsiteX3367" fmla="*/ 4540332 w 7665198"/>
                      <a:gd name="connsiteY3367" fmla="*/ 385100 h 1788513"/>
                      <a:gd name="connsiteX3368" fmla="*/ 4536236 w 7665198"/>
                      <a:gd name="connsiteY3368" fmla="*/ 381195 h 1788513"/>
                      <a:gd name="connsiteX3369" fmla="*/ 4529379 w 7665198"/>
                      <a:gd name="connsiteY3369" fmla="*/ 381100 h 1788513"/>
                      <a:gd name="connsiteX3370" fmla="*/ 4474038 w 7665198"/>
                      <a:gd name="connsiteY3370" fmla="*/ 392244 h 1788513"/>
                      <a:gd name="connsiteX3371" fmla="*/ 4447940 w 7665198"/>
                      <a:gd name="connsiteY3371" fmla="*/ 397387 h 1788513"/>
                      <a:gd name="connsiteX3372" fmla="*/ 4474038 w 7665198"/>
                      <a:gd name="connsiteY3372" fmla="*/ 392244 h 1788513"/>
                      <a:gd name="connsiteX3373" fmla="*/ 4359072 w 7665198"/>
                      <a:gd name="connsiteY3373" fmla="*/ 471492 h 1788513"/>
                      <a:gd name="connsiteX3374" fmla="*/ 4464703 w 7665198"/>
                      <a:gd name="connsiteY3374" fmla="*/ 433297 h 1788513"/>
                      <a:gd name="connsiteX3375" fmla="*/ 4500422 w 7665198"/>
                      <a:gd name="connsiteY3375" fmla="*/ 432630 h 1788513"/>
                      <a:gd name="connsiteX3376" fmla="*/ 4508519 w 7665198"/>
                      <a:gd name="connsiteY3376" fmla="*/ 455204 h 1788513"/>
                      <a:gd name="connsiteX3377" fmla="*/ 4490802 w 7665198"/>
                      <a:gd name="connsiteY3377" fmla="*/ 473206 h 1788513"/>
                      <a:gd name="connsiteX3378" fmla="*/ 4449559 w 7665198"/>
                      <a:gd name="connsiteY3378" fmla="*/ 497876 h 1788513"/>
                      <a:gd name="connsiteX3379" fmla="*/ 4438700 w 7665198"/>
                      <a:gd name="connsiteY3379" fmla="*/ 502448 h 1788513"/>
                      <a:gd name="connsiteX3380" fmla="*/ 4429747 w 7665198"/>
                      <a:gd name="connsiteY3380" fmla="*/ 500543 h 1788513"/>
                      <a:gd name="connsiteX3381" fmla="*/ 4380121 w 7665198"/>
                      <a:gd name="connsiteY3381" fmla="*/ 518927 h 1788513"/>
                      <a:gd name="connsiteX3382" fmla="*/ 4348689 w 7665198"/>
                      <a:gd name="connsiteY3382" fmla="*/ 500829 h 1788513"/>
                      <a:gd name="connsiteX3383" fmla="*/ 4359072 w 7665198"/>
                      <a:gd name="connsiteY3383" fmla="*/ 471492 h 1788513"/>
                      <a:gd name="connsiteX3384" fmla="*/ 4298873 w 7665198"/>
                      <a:gd name="connsiteY3384" fmla="*/ 364717 h 1788513"/>
                      <a:gd name="connsiteX3385" fmla="*/ 4322019 w 7665198"/>
                      <a:gd name="connsiteY3385" fmla="*/ 418438 h 1788513"/>
                      <a:gd name="connsiteX3386" fmla="*/ 4314971 w 7665198"/>
                      <a:gd name="connsiteY3386" fmla="*/ 475112 h 1788513"/>
                      <a:gd name="connsiteX3387" fmla="*/ 4281443 w 7665198"/>
                      <a:gd name="connsiteY3387" fmla="*/ 503210 h 1788513"/>
                      <a:gd name="connsiteX3388" fmla="*/ 4303636 w 7665198"/>
                      <a:gd name="connsiteY3388" fmla="*/ 460062 h 1788513"/>
                      <a:gd name="connsiteX3389" fmla="*/ 4308303 w 7665198"/>
                      <a:gd name="connsiteY3389" fmla="*/ 405770 h 1788513"/>
                      <a:gd name="connsiteX3390" fmla="*/ 4291444 w 7665198"/>
                      <a:gd name="connsiteY3390" fmla="*/ 351001 h 1788513"/>
                      <a:gd name="connsiteX3391" fmla="*/ 4271632 w 7665198"/>
                      <a:gd name="connsiteY3391" fmla="*/ 314425 h 1788513"/>
                      <a:gd name="connsiteX3392" fmla="*/ 4291444 w 7665198"/>
                      <a:gd name="connsiteY3392" fmla="*/ 351001 h 1788513"/>
                      <a:gd name="connsiteX3393" fmla="*/ 4298873 w 7665198"/>
                      <a:gd name="connsiteY3393" fmla="*/ 364717 h 1788513"/>
                      <a:gd name="connsiteX3394" fmla="*/ 4306113 w 7665198"/>
                      <a:gd name="connsiteY3394" fmla="*/ 536834 h 1788513"/>
                      <a:gd name="connsiteX3395" fmla="*/ 4346212 w 7665198"/>
                      <a:gd name="connsiteY3395" fmla="*/ 581887 h 1788513"/>
                      <a:gd name="connsiteX3396" fmla="*/ 4412602 w 7665198"/>
                      <a:gd name="connsiteY3396" fmla="*/ 552359 h 1788513"/>
                      <a:gd name="connsiteX3397" fmla="*/ 4351166 w 7665198"/>
                      <a:gd name="connsiteY3397" fmla="*/ 590840 h 1788513"/>
                      <a:gd name="connsiteX3398" fmla="*/ 4324400 w 7665198"/>
                      <a:gd name="connsiteY3398" fmla="*/ 632560 h 1788513"/>
                      <a:gd name="connsiteX3399" fmla="*/ 4315066 w 7665198"/>
                      <a:gd name="connsiteY3399" fmla="*/ 653896 h 1788513"/>
                      <a:gd name="connsiteX3400" fmla="*/ 4324400 w 7665198"/>
                      <a:gd name="connsiteY3400" fmla="*/ 632560 h 1788513"/>
                      <a:gd name="connsiteX3401" fmla="*/ 4330020 w 7665198"/>
                      <a:gd name="connsiteY3401" fmla="*/ 615986 h 1788513"/>
                      <a:gd name="connsiteX3402" fmla="*/ 4334021 w 7665198"/>
                      <a:gd name="connsiteY3402" fmla="*/ 589888 h 1788513"/>
                      <a:gd name="connsiteX3403" fmla="*/ 4298873 w 7665198"/>
                      <a:gd name="connsiteY3403" fmla="*/ 537119 h 1788513"/>
                      <a:gd name="connsiteX3404" fmla="*/ 4253820 w 7665198"/>
                      <a:gd name="connsiteY3404" fmla="*/ 518736 h 1788513"/>
                      <a:gd name="connsiteX3405" fmla="*/ 4306113 w 7665198"/>
                      <a:gd name="connsiteY3405" fmla="*/ 536834 h 1788513"/>
                      <a:gd name="connsiteX3406" fmla="*/ 4245438 w 7665198"/>
                      <a:gd name="connsiteY3406" fmla="*/ 406055 h 1788513"/>
                      <a:gd name="connsiteX3407" fmla="*/ 4237246 w 7665198"/>
                      <a:gd name="connsiteY3407" fmla="*/ 414437 h 1788513"/>
                      <a:gd name="connsiteX3408" fmla="*/ 4228865 w 7665198"/>
                      <a:gd name="connsiteY3408" fmla="*/ 406246 h 1788513"/>
                      <a:gd name="connsiteX3409" fmla="*/ 4237056 w 7665198"/>
                      <a:gd name="connsiteY3409" fmla="*/ 397864 h 1788513"/>
                      <a:gd name="connsiteX3410" fmla="*/ 4245438 w 7665198"/>
                      <a:gd name="connsiteY3410" fmla="*/ 406055 h 1788513"/>
                      <a:gd name="connsiteX3411" fmla="*/ 4209815 w 7665198"/>
                      <a:gd name="connsiteY3411" fmla="*/ 328522 h 1788513"/>
                      <a:gd name="connsiteX3412" fmla="*/ 4231722 w 7665198"/>
                      <a:gd name="connsiteY3412" fmla="*/ 362907 h 1788513"/>
                      <a:gd name="connsiteX3413" fmla="*/ 4223150 w 7665198"/>
                      <a:gd name="connsiteY3413" fmla="*/ 374813 h 1788513"/>
                      <a:gd name="connsiteX3414" fmla="*/ 4198480 w 7665198"/>
                      <a:gd name="connsiteY3414" fmla="*/ 405770 h 1788513"/>
                      <a:gd name="connsiteX3415" fmla="*/ 4197242 w 7665198"/>
                      <a:gd name="connsiteY3415" fmla="*/ 416342 h 1788513"/>
                      <a:gd name="connsiteX3416" fmla="*/ 4160761 w 7665198"/>
                      <a:gd name="connsiteY3416" fmla="*/ 480541 h 1788513"/>
                      <a:gd name="connsiteX3417" fmla="*/ 4088085 w 7665198"/>
                      <a:gd name="connsiteY3417" fmla="*/ 501496 h 1788513"/>
                      <a:gd name="connsiteX3418" fmla="*/ 4012647 w 7665198"/>
                      <a:gd name="connsiteY3418" fmla="*/ 486542 h 1788513"/>
                      <a:gd name="connsiteX3419" fmla="*/ 3977976 w 7665198"/>
                      <a:gd name="connsiteY3419" fmla="*/ 464539 h 1788513"/>
                      <a:gd name="connsiteX3420" fmla="*/ 3990835 w 7665198"/>
                      <a:gd name="connsiteY3420" fmla="*/ 420057 h 1788513"/>
                      <a:gd name="connsiteX3421" fmla="*/ 4035412 w 7665198"/>
                      <a:gd name="connsiteY3421" fmla="*/ 398054 h 1788513"/>
                      <a:gd name="connsiteX3422" fmla="*/ 4157713 w 7665198"/>
                      <a:gd name="connsiteY3422" fmla="*/ 319854 h 1788513"/>
                      <a:gd name="connsiteX3423" fmla="*/ 4175906 w 7665198"/>
                      <a:gd name="connsiteY3423" fmla="*/ 332998 h 1788513"/>
                      <a:gd name="connsiteX3424" fmla="*/ 4209815 w 7665198"/>
                      <a:gd name="connsiteY3424" fmla="*/ 328522 h 1788513"/>
                      <a:gd name="connsiteX3425" fmla="*/ 4112945 w 7665198"/>
                      <a:gd name="connsiteY3425" fmla="*/ 299089 h 1788513"/>
                      <a:gd name="connsiteX3426" fmla="*/ 4127519 w 7665198"/>
                      <a:gd name="connsiteY3426" fmla="*/ 285373 h 1788513"/>
                      <a:gd name="connsiteX3427" fmla="*/ 4132186 w 7665198"/>
                      <a:gd name="connsiteY3427" fmla="*/ 260513 h 1788513"/>
                      <a:gd name="connsiteX3428" fmla="*/ 4123232 w 7665198"/>
                      <a:gd name="connsiteY3428" fmla="*/ 214793 h 1788513"/>
                      <a:gd name="connsiteX3429" fmla="*/ 4155236 w 7665198"/>
                      <a:gd name="connsiteY3429" fmla="*/ 256227 h 1788513"/>
                      <a:gd name="connsiteX3430" fmla="*/ 4160189 w 7665198"/>
                      <a:gd name="connsiteY3430" fmla="*/ 266038 h 1788513"/>
                      <a:gd name="connsiteX3431" fmla="*/ 4168381 w 7665198"/>
                      <a:gd name="connsiteY3431" fmla="*/ 269848 h 1788513"/>
                      <a:gd name="connsiteX3432" fmla="*/ 4196575 w 7665198"/>
                      <a:gd name="connsiteY3432" fmla="*/ 277849 h 1788513"/>
                      <a:gd name="connsiteX3433" fmla="*/ 4145902 w 7665198"/>
                      <a:gd name="connsiteY3433" fmla="*/ 285564 h 1788513"/>
                      <a:gd name="connsiteX3434" fmla="*/ 4108849 w 7665198"/>
                      <a:gd name="connsiteY3434" fmla="*/ 315377 h 1788513"/>
                      <a:gd name="connsiteX3435" fmla="*/ 4045604 w 7665198"/>
                      <a:gd name="connsiteY3435" fmla="*/ 347667 h 1788513"/>
                      <a:gd name="connsiteX3436" fmla="*/ 4112945 w 7665198"/>
                      <a:gd name="connsiteY3436" fmla="*/ 299089 h 1788513"/>
                      <a:gd name="connsiteX3437" fmla="*/ 3992835 w 7665198"/>
                      <a:gd name="connsiteY3437" fmla="*/ 183361 h 1788513"/>
                      <a:gd name="connsiteX3438" fmla="*/ 4001217 w 7665198"/>
                      <a:gd name="connsiteY3438" fmla="*/ 170978 h 1788513"/>
                      <a:gd name="connsiteX3439" fmla="*/ 4012647 w 7665198"/>
                      <a:gd name="connsiteY3439" fmla="*/ 168121 h 1788513"/>
                      <a:gd name="connsiteX3440" fmla="*/ 4065892 w 7665198"/>
                      <a:gd name="connsiteY3440" fmla="*/ 172312 h 1788513"/>
                      <a:gd name="connsiteX3441" fmla="*/ 4075798 w 7665198"/>
                      <a:gd name="connsiteY3441" fmla="*/ 213936 h 1788513"/>
                      <a:gd name="connsiteX3442" fmla="*/ 4051319 w 7665198"/>
                      <a:gd name="connsiteY3442" fmla="*/ 279563 h 1788513"/>
                      <a:gd name="connsiteX3443" fmla="*/ 4022934 w 7665198"/>
                      <a:gd name="connsiteY3443" fmla="*/ 292612 h 1788513"/>
                      <a:gd name="connsiteX3444" fmla="*/ 3961498 w 7665198"/>
                      <a:gd name="connsiteY3444" fmla="*/ 365574 h 1788513"/>
                      <a:gd name="connsiteX3445" fmla="*/ 3947496 w 7665198"/>
                      <a:gd name="connsiteY3445" fmla="*/ 370908 h 1788513"/>
                      <a:gd name="connsiteX3446" fmla="*/ 3931113 w 7665198"/>
                      <a:gd name="connsiteY3446" fmla="*/ 355954 h 1788513"/>
                      <a:gd name="connsiteX3447" fmla="*/ 3932828 w 7665198"/>
                      <a:gd name="connsiteY3447" fmla="*/ 332522 h 1788513"/>
                      <a:gd name="connsiteX3448" fmla="*/ 3945210 w 7665198"/>
                      <a:gd name="connsiteY3448" fmla="*/ 298804 h 1788513"/>
                      <a:gd name="connsiteX3449" fmla="*/ 3992835 w 7665198"/>
                      <a:gd name="connsiteY3449" fmla="*/ 183361 h 1788513"/>
                      <a:gd name="connsiteX3450" fmla="*/ 3829481 w 7665198"/>
                      <a:gd name="connsiteY3450" fmla="*/ 380719 h 1788513"/>
                      <a:gd name="connsiteX3451" fmla="*/ 3900062 w 7665198"/>
                      <a:gd name="connsiteY3451" fmla="*/ 333379 h 1788513"/>
                      <a:gd name="connsiteX3452" fmla="*/ 3930446 w 7665198"/>
                      <a:gd name="connsiteY3452" fmla="*/ 238129 h 1788513"/>
                      <a:gd name="connsiteX3453" fmla="*/ 3921969 w 7665198"/>
                      <a:gd name="connsiteY3453" fmla="*/ 303947 h 1788513"/>
                      <a:gd name="connsiteX3454" fmla="*/ 3867581 w 7665198"/>
                      <a:gd name="connsiteY3454" fmla="*/ 381481 h 1788513"/>
                      <a:gd name="connsiteX3455" fmla="*/ 3911301 w 7665198"/>
                      <a:gd name="connsiteY3455" fmla="*/ 435202 h 1788513"/>
                      <a:gd name="connsiteX3456" fmla="*/ 3904538 w 7665198"/>
                      <a:gd name="connsiteY3456" fmla="*/ 507782 h 1788513"/>
                      <a:gd name="connsiteX3457" fmla="*/ 3903681 w 7665198"/>
                      <a:gd name="connsiteY3457" fmla="*/ 440155 h 1788513"/>
                      <a:gd name="connsiteX3458" fmla="*/ 3862628 w 7665198"/>
                      <a:gd name="connsiteY3458" fmla="*/ 388148 h 1788513"/>
                      <a:gd name="connsiteX3459" fmla="*/ 3829481 w 7665198"/>
                      <a:gd name="connsiteY3459" fmla="*/ 380719 h 1788513"/>
                      <a:gd name="connsiteX3460" fmla="*/ 3778523 w 7665198"/>
                      <a:gd name="connsiteY3460" fmla="*/ 386338 h 1788513"/>
                      <a:gd name="connsiteX3461" fmla="*/ 3829481 w 7665198"/>
                      <a:gd name="connsiteY3461" fmla="*/ 380719 h 1788513"/>
                      <a:gd name="connsiteX3462" fmla="*/ 3799287 w 7665198"/>
                      <a:gd name="connsiteY3462" fmla="*/ 412818 h 1788513"/>
                      <a:gd name="connsiteX3463" fmla="*/ 3841197 w 7665198"/>
                      <a:gd name="connsiteY3463" fmla="*/ 409675 h 1788513"/>
                      <a:gd name="connsiteX3464" fmla="*/ 3849293 w 7665198"/>
                      <a:gd name="connsiteY3464" fmla="*/ 432249 h 1788513"/>
                      <a:gd name="connsiteX3465" fmla="*/ 3831577 w 7665198"/>
                      <a:gd name="connsiteY3465" fmla="*/ 450251 h 1788513"/>
                      <a:gd name="connsiteX3466" fmla="*/ 3829100 w 7665198"/>
                      <a:gd name="connsiteY3466" fmla="*/ 451775 h 1788513"/>
                      <a:gd name="connsiteX3467" fmla="*/ 3820909 w 7665198"/>
                      <a:gd name="connsiteY3467" fmla="*/ 456633 h 1788513"/>
                      <a:gd name="connsiteX3468" fmla="*/ 3812622 w 7665198"/>
                      <a:gd name="connsiteY3468" fmla="*/ 461586 h 1788513"/>
                      <a:gd name="connsiteX3469" fmla="*/ 3810717 w 7665198"/>
                      <a:gd name="connsiteY3469" fmla="*/ 468349 h 1788513"/>
                      <a:gd name="connsiteX3470" fmla="*/ 3797954 w 7665198"/>
                      <a:gd name="connsiteY3470" fmla="*/ 540453 h 1788513"/>
                      <a:gd name="connsiteX3471" fmla="*/ 3721563 w 7665198"/>
                      <a:gd name="connsiteY3471" fmla="*/ 582554 h 1788513"/>
                      <a:gd name="connsiteX3472" fmla="*/ 3675557 w 7665198"/>
                      <a:gd name="connsiteY3472" fmla="*/ 507211 h 1788513"/>
                      <a:gd name="connsiteX3473" fmla="*/ 3695369 w 7665198"/>
                      <a:gd name="connsiteY3473" fmla="*/ 466634 h 1788513"/>
                      <a:gd name="connsiteX3474" fmla="*/ 3799287 w 7665198"/>
                      <a:gd name="connsiteY3474" fmla="*/ 412818 h 1788513"/>
                      <a:gd name="connsiteX3475" fmla="*/ 3652792 w 7665198"/>
                      <a:gd name="connsiteY3475" fmla="*/ 513497 h 1788513"/>
                      <a:gd name="connsiteX3476" fmla="*/ 3656317 w 7665198"/>
                      <a:gd name="connsiteY3476" fmla="*/ 508449 h 1788513"/>
                      <a:gd name="connsiteX3477" fmla="*/ 3678034 w 7665198"/>
                      <a:gd name="connsiteY3477" fmla="*/ 459586 h 1788513"/>
                      <a:gd name="connsiteX3478" fmla="*/ 3691559 w 7665198"/>
                      <a:gd name="connsiteY3478" fmla="*/ 429011 h 1788513"/>
                      <a:gd name="connsiteX3479" fmla="*/ 3678034 w 7665198"/>
                      <a:gd name="connsiteY3479" fmla="*/ 459586 h 1788513"/>
                      <a:gd name="connsiteX3480" fmla="*/ 3669938 w 7665198"/>
                      <a:gd name="connsiteY3480" fmla="*/ 541405 h 1788513"/>
                      <a:gd name="connsiteX3481" fmla="*/ 3672414 w 7665198"/>
                      <a:gd name="connsiteY3481" fmla="*/ 551502 h 1788513"/>
                      <a:gd name="connsiteX3482" fmla="*/ 3680224 w 7665198"/>
                      <a:gd name="connsiteY3482" fmla="*/ 561979 h 1788513"/>
                      <a:gd name="connsiteX3483" fmla="*/ 3709371 w 7665198"/>
                      <a:gd name="connsiteY3483" fmla="*/ 588459 h 1788513"/>
                      <a:gd name="connsiteX3484" fmla="*/ 3782047 w 7665198"/>
                      <a:gd name="connsiteY3484" fmla="*/ 601889 h 1788513"/>
                      <a:gd name="connsiteX3485" fmla="*/ 3677272 w 7665198"/>
                      <a:gd name="connsiteY3485" fmla="*/ 579220 h 1788513"/>
                      <a:gd name="connsiteX3486" fmla="*/ 3631171 w 7665198"/>
                      <a:gd name="connsiteY3486" fmla="*/ 697711 h 1788513"/>
                      <a:gd name="connsiteX3487" fmla="*/ 3661746 w 7665198"/>
                      <a:gd name="connsiteY3487" fmla="*/ 579601 h 1788513"/>
                      <a:gd name="connsiteX3488" fmla="*/ 3591452 w 7665198"/>
                      <a:gd name="connsiteY3488" fmla="*/ 483112 h 1788513"/>
                      <a:gd name="connsiteX3489" fmla="*/ 3641458 w 7665198"/>
                      <a:gd name="connsiteY3489" fmla="*/ 511592 h 1788513"/>
                      <a:gd name="connsiteX3490" fmla="*/ 3652792 w 7665198"/>
                      <a:gd name="connsiteY3490" fmla="*/ 513497 h 1788513"/>
                      <a:gd name="connsiteX3491" fmla="*/ 3454291 w 7665198"/>
                      <a:gd name="connsiteY3491" fmla="*/ 401102 h 1788513"/>
                      <a:gd name="connsiteX3492" fmla="*/ 3460769 w 7665198"/>
                      <a:gd name="connsiteY3492" fmla="*/ 360145 h 1788513"/>
                      <a:gd name="connsiteX3493" fmla="*/ 3511061 w 7665198"/>
                      <a:gd name="connsiteY3493" fmla="*/ 279754 h 1788513"/>
                      <a:gd name="connsiteX3494" fmla="*/ 3585356 w 7665198"/>
                      <a:gd name="connsiteY3494" fmla="*/ 287850 h 1788513"/>
                      <a:gd name="connsiteX3495" fmla="*/ 3590118 w 7665198"/>
                      <a:gd name="connsiteY3495" fmla="*/ 312329 h 1788513"/>
                      <a:gd name="connsiteX3496" fmla="*/ 3608787 w 7665198"/>
                      <a:gd name="connsiteY3496" fmla="*/ 348715 h 1788513"/>
                      <a:gd name="connsiteX3497" fmla="*/ 3609549 w 7665198"/>
                      <a:gd name="connsiteY3497" fmla="*/ 348524 h 1788513"/>
                      <a:gd name="connsiteX3498" fmla="*/ 3617931 w 7665198"/>
                      <a:gd name="connsiteY3498" fmla="*/ 356716 h 1788513"/>
                      <a:gd name="connsiteX3499" fmla="*/ 3616121 w 7665198"/>
                      <a:gd name="connsiteY3499" fmla="*/ 361764 h 1788513"/>
                      <a:gd name="connsiteX3500" fmla="*/ 3624217 w 7665198"/>
                      <a:gd name="connsiteY3500" fmla="*/ 376147 h 1788513"/>
                      <a:gd name="connsiteX3501" fmla="*/ 3647363 w 7665198"/>
                      <a:gd name="connsiteY3501" fmla="*/ 430915 h 1788513"/>
                      <a:gd name="connsiteX3502" fmla="*/ 3617740 w 7665198"/>
                      <a:gd name="connsiteY3502" fmla="*/ 476636 h 1788513"/>
                      <a:gd name="connsiteX3503" fmla="*/ 3589642 w 7665198"/>
                      <a:gd name="connsiteY3503" fmla="*/ 471778 h 1788513"/>
                      <a:gd name="connsiteX3504" fmla="*/ 3471627 w 7665198"/>
                      <a:gd name="connsiteY3504" fmla="*/ 430915 h 1788513"/>
                      <a:gd name="connsiteX3505" fmla="*/ 3457435 w 7665198"/>
                      <a:gd name="connsiteY3505" fmla="*/ 422724 h 1788513"/>
                      <a:gd name="connsiteX3506" fmla="*/ 3454291 w 7665198"/>
                      <a:gd name="connsiteY3506" fmla="*/ 401102 h 1788513"/>
                      <a:gd name="connsiteX3507" fmla="*/ 3422192 w 7665198"/>
                      <a:gd name="connsiteY3507" fmla="*/ 516355 h 1788513"/>
                      <a:gd name="connsiteX3508" fmla="*/ 3408381 w 7665198"/>
                      <a:gd name="connsiteY3508" fmla="*/ 524070 h 1788513"/>
                      <a:gd name="connsiteX3509" fmla="*/ 3395998 w 7665198"/>
                      <a:gd name="connsiteY3509" fmla="*/ 552931 h 1788513"/>
                      <a:gd name="connsiteX3510" fmla="*/ 3391427 w 7665198"/>
                      <a:gd name="connsiteY3510" fmla="*/ 619320 h 1788513"/>
                      <a:gd name="connsiteX3511" fmla="*/ 3393617 w 7665198"/>
                      <a:gd name="connsiteY3511" fmla="*/ 641513 h 1788513"/>
                      <a:gd name="connsiteX3512" fmla="*/ 3409715 w 7665198"/>
                      <a:gd name="connsiteY3512" fmla="*/ 668374 h 1788513"/>
                      <a:gd name="connsiteX3513" fmla="*/ 3393617 w 7665198"/>
                      <a:gd name="connsiteY3513" fmla="*/ 641513 h 1788513"/>
                      <a:gd name="connsiteX3514" fmla="*/ 3385426 w 7665198"/>
                      <a:gd name="connsiteY3514" fmla="*/ 571028 h 1788513"/>
                      <a:gd name="connsiteX3515" fmla="*/ 3335515 w 7665198"/>
                      <a:gd name="connsiteY3515" fmla="*/ 613129 h 1788513"/>
                      <a:gd name="connsiteX3516" fmla="*/ 3369329 w 7665198"/>
                      <a:gd name="connsiteY3516" fmla="*/ 576457 h 1788513"/>
                      <a:gd name="connsiteX3517" fmla="*/ 3380092 w 7665198"/>
                      <a:gd name="connsiteY3517" fmla="*/ 539120 h 1788513"/>
                      <a:gd name="connsiteX3518" fmla="*/ 3363614 w 7665198"/>
                      <a:gd name="connsiteY3518" fmla="*/ 517688 h 1788513"/>
                      <a:gd name="connsiteX3519" fmla="*/ 3351803 w 7665198"/>
                      <a:gd name="connsiteY3519" fmla="*/ 496447 h 1788513"/>
                      <a:gd name="connsiteX3520" fmla="*/ 3452577 w 7665198"/>
                      <a:gd name="connsiteY3520" fmla="*/ 484827 h 1788513"/>
                      <a:gd name="connsiteX3521" fmla="*/ 3422192 w 7665198"/>
                      <a:gd name="connsiteY3521" fmla="*/ 516355 h 1788513"/>
                      <a:gd name="connsiteX3522" fmla="*/ 3439909 w 7665198"/>
                      <a:gd name="connsiteY3522" fmla="*/ 309281 h 1788513"/>
                      <a:gd name="connsiteX3523" fmla="*/ 3417430 w 7665198"/>
                      <a:gd name="connsiteY3523" fmla="*/ 369003 h 1788513"/>
                      <a:gd name="connsiteX3524" fmla="*/ 3423812 w 7665198"/>
                      <a:gd name="connsiteY3524" fmla="*/ 436916 h 1788513"/>
                      <a:gd name="connsiteX3525" fmla="*/ 3422764 w 7665198"/>
                      <a:gd name="connsiteY3525" fmla="*/ 482827 h 1788513"/>
                      <a:gd name="connsiteX3526" fmla="*/ 3383521 w 7665198"/>
                      <a:gd name="connsiteY3526" fmla="*/ 498162 h 1788513"/>
                      <a:gd name="connsiteX3527" fmla="*/ 3341420 w 7665198"/>
                      <a:gd name="connsiteY3527" fmla="*/ 484255 h 1788513"/>
                      <a:gd name="connsiteX3528" fmla="*/ 3321418 w 7665198"/>
                      <a:gd name="connsiteY3528" fmla="*/ 445775 h 1788513"/>
                      <a:gd name="connsiteX3529" fmla="*/ 3349707 w 7665198"/>
                      <a:gd name="connsiteY3529" fmla="*/ 380052 h 1788513"/>
                      <a:gd name="connsiteX3530" fmla="*/ 3357708 w 7665198"/>
                      <a:gd name="connsiteY3530" fmla="*/ 337380 h 1788513"/>
                      <a:gd name="connsiteX3531" fmla="*/ 3439909 w 7665198"/>
                      <a:gd name="connsiteY3531" fmla="*/ 309281 h 1788513"/>
                      <a:gd name="connsiteX3532" fmla="*/ 3307892 w 7665198"/>
                      <a:gd name="connsiteY3532" fmla="*/ 378909 h 1788513"/>
                      <a:gd name="connsiteX3533" fmla="*/ 3335515 w 7665198"/>
                      <a:gd name="connsiteY3533" fmla="*/ 299280 h 1788513"/>
                      <a:gd name="connsiteX3534" fmla="*/ 3326752 w 7665198"/>
                      <a:gd name="connsiteY3534" fmla="*/ 229652 h 1788513"/>
                      <a:gd name="connsiteX3535" fmla="*/ 3358851 w 7665198"/>
                      <a:gd name="connsiteY3535" fmla="*/ 256513 h 1788513"/>
                      <a:gd name="connsiteX3536" fmla="*/ 3421049 w 7665198"/>
                      <a:gd name="connsiteY3536" fmla="*/ 279944 h 1788513"/>
                      <a:gd name="connsiteX3537" fmla="*/ 3357898 w 7665198"/>
                      <a:gd name="connsiteY3537" fmla="*/ 291946 h 1788513"/>
                      <a:gd name="connsiteX3538" fmla="*/ 3336182 w 7665198"/>
                      <a:gd name="connsiteY3538" fmla="*/ 318235 h 1788513"/>
                      <a:gd name="connsiteX3539" fmla="*/ 3333896 w 7665198"/>
                      <a:gd name="connsiteY3539" fmla="*/ 338142 h 1788513"/>
                      <a:gd name="connsiteX3540" fmla="*/ 3295605 w 7665198"/>
                      <a:gd name="connsiteY3540" fmla="*/ 409770 h 1788513"/>
                      <a:gd name="connsiteX3541" fmla="*/ 3216833 w 7665198"/>
                      <a:gd name="connsiteY3541" fmla="*/ 429487 h 1788513"/>
                      <a:gd name="connsiteX3542" fmla="*/ 3307892 w 7665198"/>
                      <a:gd name="connsiteY3542" fmla="*/ 378909 h 1788513"/>
                      <a:gd name="connsiteX3543" fmla="*/ 3108153 w 7665198"/>
                      <a:gd name="connsiteY3543" fmla="*/ 463872 h 1788513"/>
                      <a:gd name="connsiteX3544" fmla="*/ 3137204 w 7665198"/>
                      <a:gd name="connsiteY3544" fmla="*/ 458633 h 1788513"/>
                      <a:gd name="connsiteX3545" fmla="*/ 3212547 w 7665198"/>
                      <a:gd name="connsiteY3545" fmla="*/ 456252 h 1788513"/>
                      <a:gd name="connsiteX3546" fmla="*/ 3278650 w 7665198"/>
                      <a:gd name="connsiteY3546" fmla="*/ 445108 h 1788513"/>
                      <a:gd name="connsiteX3547" fmla="*/ 3280460 w 7665198"/>
                      <a:gd name="connsiteY3547" fmla="*/ 474445 h 1788513"/>
                      <a:gd name="connsiteX3548" fmla="*/ 3278746 w 7665198"/>
                      <a:gd name="connsiteY3548" fmla="*/ 477397 h 1788513"/>
                      <a:gd name="connsiteX3549" fmla="*/ 3280365 w 7665198"/>
                      <a:gd name="connsiteY3549" fmla="*/ 478255 h 1788513"/>
                      <a:gd name="connsiteX3550" fmla="*/ 3288461 w 7665198"/>
                      <a:gd name="connsiteY3550" fmla="*/ 500829 h 1788513"/>
                      <a:gd name="connsiteX3551" fmla="*/ 3270745 w 7665198"/>
                      <a:gd name="connsiteY3551" fmla="*/ 518831 h 1788513"/>
                      <a:gd name="connsiteX3552" fmla="*/ 3247599 w 7665198"/>
                      <a:gd name="connsiteY3552" fmla="*/ 532643 h 1788513"/>
                      <a:gd name="connsiteX3553" fmla="*/ 3241217 w 7665198"/>
                      <a:gd name="connsiteY3553" fmla="*/ 557979 h 1788513"/>
                      <a:gd name="connsiteX3554" fmla="*/ 3240265 w 7665198"/>
                      <a:gd name="connsiteY3554" fmla="*/ 582744 h 1788513"/>
                      <a:gd name="connsiteX3555" fmla="*/ 3215023 w 7665198"/>
                      <a:gd name="connsiteY3555" fmla="*/ 591888 h 1788513"/>
                      <a:gd name="connsiteX3556" fmla="*/ 3190544 w 7665198"/>
                      <a:gd name="connsiteY3556" fmla="*/ 576553 h 1788513"/>
                      <a:gd name="connsiteX3557" fmla="*/ 3107296 w 7665198"/>
                      <a:gd name="connsiteY3557" fmla="*/ 504829 h 1788513"/>
                      <a:gd name="connsiteX3558" fmla="*/ 3094437 w 7665198"/>
                      <a:gd name="connsiteY3558" fmla="*/ 487875 h 1788513"/>
                      <a:gd name="connsiteX3559" fmla="*/ 3108153 w 7665198"/>
                      <a:gd name="connsiteY3559" fmla="*/ 463872 h 1788513"/>
                      <a:gd name="connsiteX3560" fmla="*/ 3091770 w 7665198"/>
                      <a:gd name="connsiteY3560" fmla="*/ 589983 h 1788513"/>
                      <a:gd name="connsiteX3561" fmla="*/ 3075768 w 7665198"/>
                      <a:gd name="connsiteY3561" fmla="*/ 606461 h 1788513"/>
                      <a:gd name="connsiteX3562" fmla="*/ 3070244 w 7665198"/>
                      <a:gd name="connsiteY3562" fmla="*/ 605509 h 1788513"/>
                      <a:gd name="connsiteX3563" fmla="*/ 3046526 w 7665198"/>
                      <a:gd name="connsiteY3563" fmla="*/ 622844 h 1788513"/>
                      <a:gd name="connsiteX3564" fmla="*/ 3048812 w 7665198"/>
                      <a:gd name="connsiteY3564" fmla="*/ 701997 h 1788513"/>
                      <a:gd name="connsiteX3565" fmla="*/ 3002521 w 7665198"/>
                      <a:gd name="connsiteY3565" fmla="*/ 743907 h 1788513"/>
                      <a:gd name="connsiteX3566" fmla="*/ 2971088 w 7665198"/>
                      <a:gd name="connsiteY3566" fmla="*/ 745717 h 1788513"/>
                      <a:gd name="connsiteX3567" fmla="*/ 2950229 w 7665198"/>
                      <a:gd name="connsiteY3567" fmla="*/ 722380 h 1788513"/>
                      <a:gd name="connsiteX3568" fmla="*/ 2958706 w 7665198"/>
                      <a:gd name="connsiteY3568" fmla="*/ 596936 h 1788513"/>
                      <a:gd name="connsiteX3569" fmla="*/ 3004997 w 7665198"/>
                      <a:gd name="connsiteY3569" fmla="*/ 539024 h 1788513"/>
                      <a:gd name="connsiteX3570" fmla="*/ 3043573 w 7665198"/>
                      <a:gd name="connsiteY3570" fmla="*/ 566647 h 1788513"/>
                      <a:gd name="connsiteX3571" fmla="*/ 3077768 w 7665198"/>
                      <a:gd name="connsiteY3571" fmla="*/ 570266 h 1788513"/>
                      <a:gd name="connsiteX3572" fmla="*/ 3081673 w 7665198"/>
                      <a:gd name="connsiteY3572" fmla="*/ 575314 h 1788513"/>
                      <a:gd name="connsiteX3573" fmla="*/ 3091770 w 7665198"/>
                      <a:gd name="connsiteY3573" fmla="*/ 589983 h 1788513"/>
                      <a:gd name="connsiteX3574" fmla="*/ 2991948 w 7665198"/>
                      <a:gd name="connsiteY3574" fmla="*/ 363288 h 1788513"/>
                      <a:gd name="connsiteX3575" fmla="*/ 3021857 w 7665198"/>
                      <a:gd name="connsiteY3575" fmla="*/ 342047 h 1788513"/>
                      <a:gd name="connsiteX3576" fmla="*/ 3058909 w 7665198"/>
                      <a:gd name="connsiteY3576" fmla="*/ 267371 h 1788513"/>
                      <a:gd name="connsiteX3577" fmla="*/ 3061385 w 7665198"/>
                      <a:gd name="connsiteY3577" fmla="*/ 323473 h 1788513"/>
                      <a:gd name="connsiteX3578" fmla="*/ 3073863 w 7665198"/>
                      <a:gd name="connsiteY3578" fmla="*/ 359192 h 1788513"/>
                      <a:gd name="connsiteX3579" fmla="*/ 3012332 w 7665198"/>
                      <a:gd name="connsiteY3579" fmla="*/ 360526 h 1788513"/>
                      <a:gd name="connsiteX3580" fmla="*/ 2960420 w 7665198"/>
                      <a:gd name="connsiteY3580" fmla="*/ 396911 h 1788513"/>
                      <a:gd name="connsiteX3581" fmla="*/ 2991948 w 7665198"/>
                      <a:gd name="connsiteY3581" fmla="*/ 363288 h 1788513"/>
                      <a:gd name="connsiteX3582" fmla="*/ 2927178 w 7665198"/>
                      <a:gd name="connsiteY3582" fmla="*/ 464348 h 1788513"/>
                      <a:gd name="connsiteX3583" fmla="*/ 2928988 w 7665198"/>
                      <a:gd name="connsiteY3583" fmla="*/ 451394 h 1788513"/>
                      <a:gd name="connsiteX3584" fmla="*/ 2941656 w 7665198"/>
                      <a:gd name="connsiteY3584" fmla="*/ 437678 h 1788513"/>
                      <a:gd name="connsiteX3585" fmla="*/ 3041669 w 7665198"/>
                      <a:gd name="connsiteY3585" fmla="*/ 393387 h 1788513"/>
                      <a:gd name="connsiteX3586" fmla="*/ 3072244 w 7665198"/>
                      <a:gd name="connsiteY3586" fmla="*/ 394435 h 1788513"/>
                      <a:gd name="connsiteX3587" fmla="*/ 3080340 w 7665198"/>
                      <a:gd name="connsiteY3587" fmla="*/ 417009 h 1788513"/>
                      <a:gd name="connsiteX3588" fmla="*/ 3062623 w 7665198"/>
                      <a:gd name="connsiteY3588" fmla="*/ 435011 h 1788513"/>
                      <a:gd name="connsiteX3589" fmla="*/ 3029381 w 7665198"/>
                      <a:gd name="connsiteY3589" fmla="*/ 454823 h 1788513"/>
                      <a:gd name="connsiteX3590" fmla="*/ 2961658 w 7665198"/>
                      <a:gd name="connsiteY3590" fmla="*/ 507115 h 1788513"/>
                      <a:gd name="connsiteX3591" fmla="*/ 2928416 w 7665198"/>
                      <a:gd name="connsiteY3591" fmla="*/ 495495 h 1788513"/>
                      <a:gd name="connsiteX3592" fmla="*/ 2927083 w 7665198"/>
                      <a:gd name="connsiteY3592" fmla="*/ 484065 h 1788513"/>
                      <a:gd name="connsiteX3593" fmla="*/ 2927178 w 7665198"/>
                      <a:gd name="connsiteY3593" fmla="*/ 464348 h 1788513"/>
                      <a:gd name="connsiteX3594" fmla="*/ 2893650 w 7665198"/>
                      <a:gd name="connsiteY3594" fmla="*/ 474826 h 1788513"/>
                      <a:gd name="connsiteX3595" fmla="*/ 2924702 w 7665198"/>
                      <a:gd name="connsiteY3595" fmla="*/ 531214 h 1788513"/>
                      <a:gd name="connsiteX3596" fmla="*/ 2931940 w 7665198"/>
                      <a:gd name="connsiteY3596" fmla="*/ 539501 h 1788513"/>
                      <a:gd name="connsiteX3597" fmla="*/ 2942418 w 7665198"/>
                      <a:gd name="connsiteY3597" fmla="*/ 538834 h 1788513"/>
                      <a:gd name="connsiteX3598" fmla="*/ 2967850 w 7665198"/>
                      <a:gd name="connsiteY3598" fmla="*/ 531404 h 1788513"/>
                      <a:gd name="connsiteX3599" fmla="*/ 2989376 w 7665198"/>
                      <a:gd name="connsiteY3599" fmla="*/ 525118 h 1788513"/>
                      <a:gd name="connsiteX3600" fmla="*/ 2967850 w 7665198"/>
                      <a:gd name="connsiteY3600" fmla="*/ 531404 h 1788513"/>
                      <a:gd name="connsiteX3601" fmla="*/ 2942894 w 7665198"/>
                      <a:gd name="connsiteY3601" fmla="*/ 553979 h 1788513"/>
                      <a:gd name="connsiteX3602" fmla="*/ 2929464 w 7665198"/>
                      <a:gd name="connsiteY3602" fmla="*/ 611510 h 1788513"/>
                      <a:gd name="connsiteX3603" fmla="*/ 2922987 w 7665198"/>
                      <a:gd name="connsiteY3603" fmla="*/ 708474 h 1788513"/>
                      <a:gd name="connsiteX3604" fmla="*/ 2918320 w 7665198"/>
                      <a:gd name="connsiteY3604" fmla="*/ 611319 h 1788513"/>
                      <a:gd name="connsiteX3605" fmla="*/ 2840215 w 7665198"/>
                      <a:gd name="connsiteY3605" fmla="*/ 717809 h 1788513"/>
                      <a:gd name="connsiteX3606" fmla="*/ 2883173 w 7665198"/>
                      <a:gd name="connsiteY3606" fmla="*/ 649419 h 1788513"/>
                      <a:gd name="connsiteX3607" fmla="*/ 2914319 w 7665198"/>
                      <a:gd name="connsiteY3607" fmla="*/ 584554 h 1788513"/>
                      <a:gd name="connsiteX3608" fmla="*/ 2899651 w 7665198"/>
                      <a:gd name="connsiteY3608" fmla="*/ 503115 h 1788513"/>
                      <a:gd name="connsiteX3609" fmla="*/ 2845739 w 7665198"/>
                      <a:gd name="connsiteY3609" fmla="*/ 460157 h 1788513"/>
                      <a:gd name="connsiteX3610" fmla="*/ 2893650 w 7665198"/>
                      <a:gd name="connsiteY3610" fmla="*/ 474826 h 1788513"/>
                      <a:gd name="connsiteX3611" fmla="*/ 2870790 w 7665198"/>
                      <a:gd name="connsiteY3611" fmla="*/ 751622 h 1788513"/>
                      <a:gd name="connsiteX3612" fmla="*/ 2864599 w 7665198"/>
                      <a:gd name="connsiteY3612" fmla="*/ 750289 h 1788513"/>
                      <a:gd name="connsiteX3613" fmla="*/ 2861551 w 7665198"/>
                      <a:gd name="connsiteY3613" fmla="*/ 748574 h 1788513"/>
                      <a:gd name="connsiteX3614" fmla="*/ 2880887 w 7665198"/>
                      <a:gd name="connsiteY3614" fmla="*/ 730572 h 1788513"/>
                      <a:gd name="connsiteX3615" fmla="*/ 2870790 w 7665198"/>
                      <a:gd name="connsiteY3615" fmla="*/ 751622 h 1788513"/>
                      <a:gd name="connsiteX3616" fmla="*/ 2831738 w 7665198"/>
                      <a:gd name="connsiteY3616" fmla="*/ 404627 h 1788513"/>
                      <a:gd name="connsiteX3617" fmla="*/ 2840120 w 7665198"/>
                      <a:gd name="connsiteY3617" fmla="*/ 412818 h 1788513"/>
                      <a:gd name="connsiteX3618" fmla="*/ 2831928 w 7665198"/>
                      <a:gd name="connsiteY3618" fmla="*/ 421200 h 1788513"/>
                      <a:gd name="connsiteX3619" fmla="*/ 2823546 w 7665198"/>
                      <a:gd name="connsiteY3619" fmla="*/ 413009 h 1788513"/>
                      <a:gd name="connsiteX3620" fmla="*/ 2831738 w 7665198"/>
                      <a:gd name="connsiteY3620" fmla="*/ 404627 h 1788513"/>
                      <a:gd name="connsiteX3621" fmla="*/ 2860503 w 7665198"/>
                      <a:gd name="connsiteY3621" fmla="*/ 821917 h 1788513"/>
                      <a:gd name="connsiteX3622" fmla="*/ 2894031 w 7665198"/>
                      <a:gd name="connsiteY3622" fmla="*/ 756956 h 1788513"/>
                      <a:gd name="connsiteX3623" fmla="*/ 2911652 w 7665198"/>
                      <a:gd name="connsiteY3623" fmla="*/ 782388 h 1788513"/>
                      <a:gd name="connsiteX3624" fmla="*/ 2963468 w 7665198"/>
                      <a:gd name="connsiteY3624" fmla="*/ 804867 h 1788513"/>
                      <a:gd name="connsiteX3625" fmla="*/ 2888792 w 7665198"/>
                      <a:gd name="connsiteY3625" fmla="*/ 815345 h 1788513"/>
                      <a:gd name="connsiteX3626" fmla="*/ 2849359 w 7665198"/>
                      <a:gd name="connsiteY3626" fmla="*/ 839633 h 1788513"/>
                      <a:gd name="connsiteX3627" fmla="*/ 2834690 w 7665198"/>
                      <a:gd name="connsiteY3627" fmla="*/ 858207 h 1788513"/>
                      <a:gd name="connsiteX3628" fmla="*/ 2749727 w 7665198"/>
                      <a:gd name="connsiteY3628" fmla="*/ 924501 h 1788513"/>
                      <a:gd name="connsiteX3629" fmla="*/ 2653620 w 7665198"/>
                      <a:gd name="connsiteY3629" fmla="*/ 942027 h 1788513"/>
                      <a:gd name="connsiteX3630" fmla="*/ 2782017 w 7665198"/>
                      <a:gd name="connsiteY3630" fmla="*/ 895736 h 1788513"/>
                      <a:gd name="connsiteX3631" fmla="*/ 2860503 w 7665198"/>
                      <a:gd name="connsiteY3631" fmla="*/ 821917 h 1788513"/>
                      <a:gd name="connsiteX3632" fmla="*/ 2810211 w 7665198"/>
                      <a:gd name="connsiteY3632" fmla="*/ 582649 h 1788513"/>
                      <a:gd name="connsiteX3633" fmla="*/ 2801829 w 7665198"/>
                      <a:gd name="connsiteY3633" fmla="*/ 574457 h 1788513"/>
                      <a:gd name="connsiteX3634" fmla="*/ 2810021 w 7665198"/>
                      <a:gd name="connsiteY3634" fmla="*/ 566075 h 1788513"/>
                      <a:gd name="connsiteX3635" fmla="*/ 2818403 w 7665198"/>
                      <a:gd name="connsiteY3635" fmla="*/ 574267 h 1788513"/>
                      <a:gd name="connsiteX3636" fmla="*/ 2810211 w 7665198"/>
                      <a:gd name="connsiteY3636" fmla="*/ 582649 h 1788513"/>
                      <a:gd name="connsiteX3637" fmla="*/ 2779255 w 7665198"/>
                      <a:gd name="connsiteY3637" fmla="*/ 350239 h 1788513"/>
                      <a:gd name="connsiteX3638" fmla="*/ 2781827 w 7665198"/>
                      <a:gd name="connsiteY3638" fmla="*/ 352715 h 1788513"/>
                      <a:gd name="connsiteX3639" fmla="*/ 2812021 w 7665198"/>
                      <a:gd name="connsiteY3639" fmla="*/ 358240 h 1788513"/>
                      <a:gd name="connsiteX3640" fmla="*/ 2807544 w 7665198"/>
                      <a:gd name="connsiteY3640" fmla="*/ 390815 h 1788513"/>
                      <a:gd name="connsiteX3641" fmla="*/ 2805258 w 7665198"/>
                      <a:gd name="connsiteY3641" fmla="*/ 394530 h 1788513"/>
                      <a:gd name="connsiteX3642" fmla="*/ 2804687 w 7665198"/>
                      <a:gd name="connsiteY3642" fmla="*/ 424629 h 1788513"/>
                      <a:gd name="connsiteX3643" fmla="*/ 2717342 w 7665198"/>
                      <a:gd name="connsiteY3643" fmla="*/ 456919 h 1788513"/>
                      <a:gd name="connsiteX3644" fmla="*/ 2689244 w 7665198"/>
                      <a:gd name="connsiteY3644" fmla="*/ 443203 h 1788513"/>
                      <a:gd name="connsiteX3645" fmla="*/ 2717247 w 7665198"/>
                      <a:gd name="connsiteY3645" fmla="*/ 354335 h 1788513"/>
                      <a:gd name="connsiteX3646" fmla="*/ 2779255 w 7665198"/>
                      <a:gd name="connsiteY3646" fmla="*/ 350239 h 1788513"/>
                      <a:gd name="connsiteX3647" fmla="*/ 2606662 w 7665198"/>
                      <a:gd name="connsiteY3647" fmla="*/ 340333 h 1788513"/>
                      <a:gd name="connsiteX3648" fmla="*/ 2619616 w 7665198"/>
                      <a:gd name="connsiteY3648" fmla="*/ 347857 h 1788513"/>
                      <a:gd name="connsiteX3649" fmla="*/ 2634189 w 7665198"/>
                      <a:gd name="connsiteY3649" fmla="*/ 349858 h 1788513"/>
                      <a:gd name="connsiteX3650" fmla="*/ 2710008 w 7665198"/>
                      <a:gd name="connsiteY3650" fmla="*/ 328807 h 1788513"/>
                      <a:gd name="connsiteX3651" fmla="*/ 2671717 w 7665198"/>
                      <a:gd name="connsiteY3651" fmla="*/ 357573 h 1788513"/>
                      <a:gd name="connsiteX3652" fmla="*/ 2650286 w 7665198"/>
                      <a:gd name="connsiteY3652" fmla="*/ 397292 h 1788513"/>
                      <a:gd name="connsiteX3653" fmla="*/ 2565799 w 7665198"/>
                      <a:gd name="connsiteY3653" fmla="*/ 333665 h 1788513"/>
                      <a:gd name="connsiteX3654" fmla="*/ 2606662 w 7665198"/>
                      <a:gd name="connsiteY3654" fmla="*/ 340333 h 1788513"/>
                      <a:gd name="connsiteX3655" fmla="*/ 2549512 w 7665198"/>
                      <a:gd name="connsiteY3655" fmla="*/ 366431 h 1788513"/>
                      <a:gd name="connsiteX3656" fmla="*/ 2580278 w 7665198"/>
                      <a:gd name="connsiteY3656" fmla="*/ 404722 h 1788513"/>
                      <a:gd name="connsiteX3657" fmla="*/ 2593994 w 7665198"/>
                      <a:gd name="connsiteY3657" fmla="*/ 420533 h 1788513"/>
                      <a:gd name="connsiteX3658" fmla="*/ 2582468 w 7665198"/>
                      <a:gd name="connsiteY3658" fmla="*/ 436250 h 1788513"/>
                      <a:gd name="connsiteX3659" fmla="*/ 2564180 w 7665198"/>
                      <a:gd name="connsiteY3659" fmla="*/ 500829 h 1788513"/>
                      <a:gd name="connsiteX3660" fmla="*/ 2508745 w 7665198"/>
                      <a:gd name="connsiteY3660" fmla="*/ 573410 h 1788513"/>
                      <a:gd name="connsiteX3661" fmla="*/ 2493219 w 7665198"/>
                      <a:gd name="connsiteY3661" fmla="*/ 582554 h 1788513"/>
                      <a:gd name="connsiteX3662" fmla="*/ 2466168 w 7665198"/>
                      <a:gd name="connsiteY3662" fmla="*/ 567504 h 1788513"/>
                      <a:gd name="connsiteX3663" fmla="*/ 2403589 w 7665198"/>
                      <a:gd name="connsiteY3663" fmla="*/ 461014 h 1788513"/>
                      <a:gd name="connsiteX3664" fmla="*/ 2400065 w 7665198"/>
                      <a:gd name="connsiteY3664" fmla="*/ 437012 h 1788513"/>
                      <a:gd name="connsiteX3665" fmla="*/ 2416829 w 7665198"/>
                      <a:gd name="connsiteY3665" fmla="*/ 414628 h 1788513"/>
                      <a:gd name="connsiteX3666" fmla="*/ 2549512 w 7665198"/>
                      <a:gd name="connsiteY3666" fmla="*/ 366431 h 1788513"/>
                      <a:gd name="connsiteX3667" fmla="*/ 2487314 w 7665198"/>
                      <a:gd name="connsiteY3667" fmla="*/ 338047 h 1788513"/>
                      <a:gd name="connsiteX3668" fmla="*/ 2392064 w 7665198"/>
                      <a:gd name="connsiteY3668" fmla="*/ 406912 h 1788513"/>
                      <a:gd name="connsiteX3669" fmla="*/ 2378538 w 7665198"/>
                      <a:gd name="connsiteY3669" fmla="*/ 428344 h 1788513"/>
                      <a:gd name="connsiteX3670" fmla="*/ 2347867 w 7665198"/>
                      <a:gd name="connsiteY3670" fmla="*/ 386148 h 1788513"/>
                      <a:gd name="connsiteX3671" fmla="*/ 2306148 w 7665198"/>
                      <a:gd name="connsiteY3671" fmla="*/ 365384 h 1788513"/>
                      <a:gd name="connsiteX3672" fmla="*/ 2333294 w 7665198"/>
                      <a:gd name="connsiteY3672" fmla="*/ 370908 h 1788513"/>
                      <a:gd name="connsiteX3673" fmla="*/ 2415019 w 7665198"/>
                      <a:gd name="connsiteY3673" fmla="*/ 379862 h 1788513"/>
                      <a:gd name="connsiteX3674" fmla="*/ 2487314 w 7665198"/>
                      <a:gd name="connsiteY3674" fmla="*/ 338047 h 1788513"/>
                      <a:gd name="connsiteX3675" fmla="*/ 2249570 w 7665198"/>
                      <a:gd name="connsiteY3675" fmla="*/ 267086 h 1788513"/>
                      <a:gd name="connsiteX3676" fmla="*/ 2336438 w 7665198"/>
                      <a:gd name="connsiteY3676" fmla="*/ 177741 h 1788513"/>
                      <a:gd name="connsiteX3677" fmla="*/ 2353773 w 7665198"/>
                      <a:gd name="connsiteY3677" fmla="*/ 232319 h 1788513"/>
                      <a:gd name="connsiteX3678" fmla="*/ 2378538 w 7665198"/>
                      <a:gd name="connsiteY3678" fmla="*/ 312044 h 1788513"/>
                      <a:gd name="connsiteX3679" fmla="*/ 2389587 w 7665198"/>
                      <a:gd name="connsiteY3679" fmla="*/ 345000 h 1788513"/>
                      <a:gd name="connsiteX3680" fmla="*/ 2367394 w 7665198"/>
                      <a:gd name="connsiteY3680" fmla="*/ 360526 h 1788513"/>
                      <a:gd name="connsiteX3681" fmla="*/ 2339009 w 7665198"/>
                      <a:gd name="connsiteY3681" fmla="*/ 357192 h 1788513"/>
                      <a:gd name="connsiteX3682" fmla="*/ 2287289 w 7665198"/>
                      <a:gd name="connsiteY3682" fmla="*/ 344810 h 1788513"/>
                      <a:gd name="connsiteX3683" fmla="*/ 2249570 w 7665198"/>
                      <a:gd name="connsiteY3683" fmla="*/ 267086 h 1788513"/>
                      <a:gd name="connsiteX3684" fmla="*/ 2282050 w 7665198"/>
                      <a:gd name="connsiteY3684" fmla="*/ 396530 h 1788513"/>
                      <a:gd name="connsiteX3685" fmla="*/ 2312149 w 7665198"/>
                      <a:gd name="connsiteY3685" fmla="*/ 400721 h 1788513"/>
                      <a:gd name="connsiteX3686" fmla="*/ 2313006 w 7665198"/>
                      <a:gd name="connsiteY3686" fmla="*/ 402055 h 1788513"/>
                      <a:gd name="connsiteX3687" fmla="*/ 2348344 w 7665198"/>
                      <a:gd name="connsiteY3687" fmla="*/ 405007 h 1788513"/>
                      <a:gd name="connsiteX3688" fmla="*/ 2320436 w 7665198"/>
                      <a:gd name="connsiteY3688" fmla="*/ 455680 h 1788513"/>
                      <a:gd name="connsiteX3689" fmla="*/ 2268239 w 7665198"/>
                      <a:gd name="connsiteY3689" fmla="*/ 497019 h 1788513"/>
                      <a:gd name="connsiteX3690" fmla="*/ 2252522 w 7665198"/>
                      <a:gd name="connsiteY3690" fmla="*/ 493780 h 1788513"/>
                      <a:gd name="connsiteX3691" fmla="*/ 2243569 w 7665198"/>
                      <a:gd name="connsiteY3691" fmla="*/ 475493 h 1788513"/>
                      <a:gd name="connsiteX3692" fmla="*/ 2282050 w 7665198"/>
                      <a:gd name="connsiteY3692" fmla="*/ 396530 h 1788513"/>
                      <a:gd name="connsiteX3693" fmla="*/ 2184799 w 7665198"/>
                      <a:gd name="connsiteY3693" fmla="*/ 361383 h 1788513"/>
                      <a:gd name="connsiteX3694" fmla="*/ 2221090 w 7665198"/>
                      <a:gd name="connsiteY3694" fmla="*/ 315187 h 1788513"/>
                      <a:gd name="connsiteX3695" fmla="*/ 2195944 w 7665198"/>
                      <a:gd name="connsiteY3695" fmla="*/ 363764 h 1788513"/>
                      <a:gd name="connsiteX3696" fmla="*/ 2194991 w 7665198"/>
                      <a:gd name="connsiteY3696" fmla="*/ 368812 h 1788513"/>
                      <a:gd name="connsiteX3697" fmla="*/ 2206136 w 7665198"/>
                      <a:gd name="connsiteY3697" fmla="*/ 380338 h 1788513"/>
                      <a:gd name="connsiteX3698" fmla="*/ 2222423 w 7665198"/>
                      <a:gd name="connsiteY3698" fmla="*/ 429011 h 1788513"/>
                      <a:gd name="connsiteX3699" fmla="*/ 2198611 w 7665198"/>
                      <a:gd name="connsiteY3699" fmla="*/ 386624 h 1788513"/>
                      <a:gd name="connsiteX3700" fmla="*/ 2184990 w 7665198"/>
                      <a:gd name="connsiteY3700" fmla="*/ 378623 h 1788513"/>
                      <a:gd name="connsiteX3701" fmla="*/ 2155653 w 7665198"/>
                      <a:gd name="connsiteY3701" fmla="*/ 383290 h 1788513"/>
                      <a:gd name="connsiteX3702" fmla="*/ 2103551 w 7665198"/>
                      <a:gd name="connsiteY3702" fmla="*/ 387672 h 1788513"/>
                      <a:gd name="connsiteX3703" fmla="*/ 2184799 w 7665198"/>
                      <a:gd name="connsiteY3703" fmla="*/ 361383 h 1788513"/>
                      <a:gd name="connsiteX3704" fmla="*/ 2200897 w 7665198"/>
                      <a:gd name="connsiteY3704" fmla="*/ 461300 h 1788513"/>
                      <a:gd name="connsiteX3705" fmla="*/ 2192705 w 7665198"/>
                      <a:gd name="connsiteY3705" fmla="*/ 469682 h 1788513"/>
                      <a:gd name="connsiteX3706" fmla="*/ 2184323 w 7665198"/>
                      <a:gd name="connsiteY3706" fmla="*/ 461491 h 1788513"/>
                      <a:gd name="connsiteX3707" fmla="*/ 2192515 w 7665198"/>
                      <a:gd name="connsiteY3707" fmla="*/ 453109 h 1788513"/>
                      <a:gd name="connsiteX3708" fmla="*/ 2200897 w 7665198"/>
                      <a:gd name="connsiteY3708" fmla="*/ 461300 h 1788513"/>
                      <a:gd name="connsiteX3709" fmla="*/ 2146699 w 7665198"/>
                      <a:gd name="connsiteY3709" fmla="*/ 417866 h 1788513"/>
                      <a:gd name="connsiteX3710" fmla="*/ 2153177 w 7665198"/>
                      <a:gd name="connsiteY3710" fmla="*/ 416437 h 1788513"/>
                      <a:gd name="connsiteX3711" fmla="*/ 2169655 w 7665198"/>
                      <a:gd name="connsiteY3711" fmla="*/ 432439 h 1788513"/>
                      <a:gd name="connsiteX3712" fmla="*/ 2160035 w 7665198"/>
                      <a:gd name="connsiteY3712" fmla="*/ 447489 h 1788513"/>
                      <a:gd name="connsiteX3713" fmla="*/ 2167845 w 7665198"/>
                      <a:gd name="connsiteY3713" fmla="*/ 498829 h 1788513"/>
                      <a:gd name="connsiteX3714" fmla="*/ 2121935 w 7665198"/>
                      <a:gd name="connsiteY3714" fmla="*/ 507306 h 1788513"/>
                      <a:gd name="connsiteX3715" fmla="*/ 2099360 w 7665198"/>
                      <a:gd name="connsiteY3715" fmla="*/ 465110 h 1788513"/>
                      <a:gd name="connsiteX3716" fmla="*/ 2146699 w 7665198"/>
                      <a:gd name="connsiteY3716" fmla="*/ 417866 h 1788513"/>
                      <a:gd name="connsiteX3717" fmla="*/ 2014112 w 7665198"/>
                      <a:gd name="connsiteY3717" fmla="*/ 427868 h 1788513"/>
                      <a:gd name="connsiteX3718" fmla="*/ 2022494 w 7665198"/>
                      <a:gd name="connsiteY3718" fmla="*/ 436059 h 1788513"/>
                      <a:gd name="connsiteX3719" fmla="*/ 2014302 w 7665198"/>
                      <a:gd name="connsiteY3719" fmla="*/ 444441 h 1788513"/>
                      <a:gd name="connsiteX3720" fmla="*/ 2005920 w 7665198"/>
                      <a:gd name="connsiteY3720" fmla="*/ 436250 h 1788513"/>
                      <a:gd name="connsiteX3721" fmla="*/ 2014112 w 7665198"/>
                      <a:gd name="connsiteY3721" fmla="*/ 427868 h 1788513"/>
                      <a:gd name="connsiteX3722" fmla="*/ 2027732 w 7665198"/>
                      <a:gd name="connsiteY3722" fmla="*/ 572267 h 1788513"/>
                      <a:gd name="connsiteX3723" fmla="*/ 2085930 w 7665198"/>
                      <a:gd name="connsiteY3723" fmla="*/ 509782 h 1788513"/>
                      <a:gd name="connsiteX3724" fmla="*/ 2088311 w 7665198"/>
                      <a:gd name="connsiteY3724" fmla="*/ 475112 h 1788513"/>
                      <a:gd name="connsiteX3725" fmla="*/ 2071738 w 7665198"/>
                      <a:gd name="connsiteY3725" fmla="*/ 416056 h 1788513"/>
                      <a:gd name="connsiteX3726" fmla="*/ 2054593 w 7665198"/>
                      <a:gd name="connsiteY3726" fmla="*/ 390911 h 1788513"/>
                      <a:gd name="connsiteX3727" fmla="*/ 2035924 w 7665198"/>
                      <a:gd name="connsiteY3727" fmla="*/ 370908 h 1788513"/>
                      <a:gd name="connsiteX3728" fmla="*/ 2052402 w 7665198"/>
                      <a:gd name="connsiteY3728" fmla="*/ 378623 h 1788513"/>
                      <a:gd name="connsiteX3729" fmla="*/ 2073547 w 7665198"/>
                      <a:gd name="connsiteY3729" fmla="*/ 406151 h 1788513"/>
                      <a:gd name="connsiteX3730" fmla="*/ 2099265 w 7665198"/>
                      <a:gd name="connsiteY3730" fmla="*/ 509782 h 1788513"/>
                      <a:gd name="connsiteX3731" fmla="*/ 2150033 w 7665198"/>
                      <a:gd name="connsiteY3731" fmla="*/ 537024 h 1788513"/>
                      <a:gd name="connsiteX3732" fmla="*/ 2169464 w 7665198"/>
                      <a:gd name="connsiteY3732" fmla="*/ 536738 h 1788513"/>
                      <a:gd name="connsiteX3733" fmla="*/ 2192229 w 7665198"/>
                      <a:gd name="connsiteY3733" fmla="*/ 520451 h 1788513"/>
                      <a:gd name="connsiteX3734" fmla="*/ 2214137 w 7665198"/>
                      <a:gd name="connsiteY3734" fmla="*/ 479207 h 1788513"/>
                      <a:gd name="connsiteX3735" fmla="*/ 2199468 w 7665198"/>
                      <a:gd name="connsiteY3735" fmla="*/ 525308 h 1788513"/>
                      <a:gd name="connsiteX3736" fmla="*/ 2162797 w 7665198"/>
                      <a:gd name="connsiteY3736" fmla="*/ 549216 h 1788513"/>
                      <a:gd name="connsiteX3737" fmla="*/ 2172989 w 7665198"/>
                      <a:gd name="connsiteY3737" fmla="*/ 565504 h 1788513"/>
                      <a:gd name="connsiteX3738" fmla="*/ 2173274 w 7665198"/>
                      <a:gd name="connsiteY3738" fmla="*/ 583315 h 1788513"/>
                      <a:gd name="connsiteX3739" fmla="*/ 2160415 w 7665198"/>
                      <a:gd name="connsiteY3739" fmla="*/ 647419 h 1788513"/>
                      <a:gd name="connsiteX3740" fmla="*/ 2158987 w 7665198"/>
                      <a:gd name="connsiteY3740" fmla="*/ 573790 h 1788513"/>
                      <a:gd name="connsiteX3741" fmla="*/ 2110981 w 7665198"/>
                      <a:gd name="connsiteY3741" fmla="*/ 519498 h 1788513"/>
                      <a:gd name="connsiteX3742" fmla="*/ 2097836 w 7665198"/>
                      <a:gd name="connsiteY3742" fmla="*/ 518927 h 1788513"/>
                      <a:gd name="connsiteX3743" fmla="*/ 2093264 w 7665198"/>
                      <a:gd name="connsiteY3743" fmla="*/ 524737 h 1788513"/>
                      <a:gd name="connsiteX3744" fmla="*/ 1962486 w 7665198"/>
                      <a:gd name="connsiteY3744" fmla="*/ 588173 h 1788513"/>
                      <a:gd name="connsiteX3745" fmla="*/ 1897811 w 7665198"/>
                      <a:gd name="connsiteY3745" fmla="*/ 579505 h 1788513"/>
                      <a:gd name="connsiteX3746" fmla="*/ 1940769 w 7665198"/>
                      <a:gd name="connsiteY3746" fmla="*/ 581982 h 1788513"/>
                      <a:gd name="connsiteX3747" fmla="*/ 2027732 w 7665198"/>
                      <a:gd name="connsiteY3747" fmla="*/ 572267 h 1788513"/>
                      <a:gd name="connsiteX3748" fmla="*/ 1870094 w 7665198"/>
                      <a:gd name="connsiteY3748" fmla="*/ 511497 h 1788513"/>
                      <a:gd name="connsiteX3749" fmla="*/ 1879904 w 7665198"/>
                      <a:gd name="connsiteY3749" fmla="*/ 435297 h 1788513"/>
                      <a:gd name="connsiteX3750" fmla="*/ 1943341 w 7665198"/>
                      <a:gd name="connsiteY3750" fmla="*/ 368241 h 1788513"/>
                      <a:gd name="connsiteX3751" fmla="*/ 1966487 w 7665198"/>
                      <a:gd name="connsiteY3751" fmla="*/ 379671 h 1788513"/>
                      <a:gd name="connsiteX3752" fmla="*/ 1993347 w 7665198"/>
                      <a:gd name="connsiteY3752" fmla="*/ 386434 h 1788513"/>
                      <a:gd name="connsiteX3753" fmla="*/ 1966391 w 7665198"/>
                      <a:gd name="connsiteY3753" fmla="*/ 436535 h 1788513"/>
                      <a:gd name="connsiteX3754" fmla="*/ 1960771 w 7665198"/>
                      <a:gd name="connsiteY3754" fmla="*/ 497305 h 1788513"/>
                      <a:gd name="connsiteX3755" fmla="*/ 1908098 w 7665198"/>
                      <a:gd name="connsiteY3755" fmla="*/ 552359 h 1788513"/>
                      <a:gd name="connsiteX3756" fmla="*/ 1872665 w 7665198"/>
                      <a:gd name="connsiteY3756" fmla="*/ 539215 h 1788513"/>
                      <a:gd name="connsiteX3757" fmla="*/ 1870094 w 7665198"/>
                      <a:gd name="connsiteY3757" fmla="*/ 511497 h 1788513"/>
                      <a:gd name="connsiteX3758" fmla="*/ 1873332 w 7665198"/>
                      <a:gd name="connsiteY3758" fmla="*/ 650371 h 1788513"/>
                      <a:gd name="connsiteX3759" fmla="*/ 1890096 w 7665198"/>
                      <a:gd name="connsiteY3759" fmla="*/ 678565 h 1788513"/>
                      <a:gd name="connsiteX3760" fmla="*/ 1918099 w 7665198"/>
                      <a:gd name="connsiteY3760" fmla="*/ 694282 h 1788513"/>
                      <a:gd name="connsiteX3761" fmla="*/ 1876189 w 7665198"/>
                      <a:gd name="connsiteY3761" fmla="*/ 667326 h 1788513"/>
                      <a:gd name="connsiteX3762" fmla="*/ 1843423 w 7665198"/>
                      <a:gd name="connsiteY3762" fmla="*/ 688853 h 1788513"/>
                      <a:gd name="connsiteX3763" fmla="*/ 1873332 w 7665198"/>
                      <a:gd name="connsiteY3763" fmla="*/ 650371 h 1788513"/>
                      <a:gd name="connsiteX3764" fmla="*/ 1859806 w 7665198"/>
                      <a:gd name="connsiteY3764" fmla="*/ 630940 h 1788513"/>
                      <a:gd name="connsiteX3765" fmla="*/ 1834946 w 7665198"/>
                      <a:gd name="connsiteY3765" fmla="*/ 634655 h 1788513"/>
                      <a:gd name="connsiteX3766" fmla="*/ 1817801 w 7665198"/>
                      <a:gd name="connsiteY3766" fmla="*/ 612367 h 1788513"/>
                      <a:gd name="connsiteX3767" fmla="*/ 1797608 w 7665198"/>
                      <a:gd name="connsiteY3767" fmla="*/ 587888 h 1788513"/>
                      <a:gd name="connsiteX3768" fmla="*/ 1767700 w 7665198"/>
                      <a:gd name="connsiteY3768" fmla="*/ 579601 h 1788513"/>
                      <a:gd name="connsiteX3769" fmla="*/ 1740744 w 7665198"/>
                      <a:gd name="connsiteY3769" fmla="*/ 574648 h 1788513"/>
                      <a:gd name="connsiteX3770" fmla="*/ 1779225 w 7665198"/>
                      <a:gd name="connsiteY3770" fmla="*/ 558265 h 1788513"/>
                      <a:gd name="connsiteX3771" fmla="*/ 1791036 w 7665198"/>
                      <a:gd name="connsiteY3771" fmla="*/ 556836 h 1788513"/>
                      <a:gd name="connsiteX3772" fmla="*/ 1799799 w 7665198"/>
                      <a:gd name="connsiteY3772" fmla="*/ 560265 h 1788513"/>
                      <a:gd name="connsiteX3773" fmla="*/ 1853044 w 7665198"/>
                      <a:gd name="connsiteY3773" fmla="*/ 605890 h 1788513"/>
                      <a:gd name="connsiteX3774" fmla="*/ 1861140 w 7665198"/>
                      <a:gd name="connsiteY3774" fmla="*/ 623416 h 1788513"/>
                      <a:gd name="connsiteX3775" fmla="*/ 1859806 w 7665198"/>
                      <a:gd name="connsiteY3775" fmla="*/ 630940 h 1788513"/>
                      <a:gd name="connsiteX3776" fmla="*/ 1823421 w 7665198"/>
                      <a:gd name="connsiteY3776" fmla="*/ 495686 h 1788513"/>
                      <a:gd name="connsiteX3777" fmla="*/ 1820945 w 7665198"/>
                      <a:gd name="connsiteY3777" fmla="*/ 422819 h 1788513"/>
                      <a:gd name="connsiteX3778" fmla="*/ 1838756 w 7665198"/>
                      <a:gd name="connsiteY3778" fmla="*/ 457204 h 1788513"/>
                      <a:gd name="connsiteX3779" fmla="*/ 1838947 w 7665198"/>
                      <a:gd name="connsiteY3779" fmla="*/ 497210 h 1788513"/>
                      <a:gd name="connsiteX3780" fmla="*/ 1823897 w 7665198"/>
                      <a:gd name="connsiteY3780" fmla="*/ 534071 h 1788513"/>
                      <a:gd name="connsiteX3781" fmla="*/ 1832184 w 7665198"/>
                      <a:gd name="connsiteY3781" fmla="*/ 553788 h 1788513"/>
                      <a:gd name="connsiteX3782" fmla="*/ 1856758 w 7665198"/>
                      <a:gd name="connsiteY3782" fmla="*/ 592650 h 1788513"/>
                      <a:gd name="connsiteX3783" fmla="*/ 1813515 w 7665198"/>
                      <a:gd name="connsiteY3783" fmla="*/ 554169 h 1788513"/>
                      <a:gd name="connsiteX3784" fmla="*/ 1799608 w 7665198"/>
                      <a:gd name="connsiteY3784" fmla="*/ 544644 h 1788513"/>
                      <a:gd name="connsiteX3785" fmla="*/ 1767795 w 7665198"/>
                      <a:gd name="connsiteY3785" fmla="*/ 548263 h 1788513"/>
                      <a:gd name="connsiteX3786" fmla="*/ 1647780 w 7665198"/>
                      <a:gd name="connsiteY3786" fmla="*/ 525404 h 1788513"/>
                      <a:gd name="connsiteX3787" fmla="*/ 1730552 w 7665198"/>
                      <a:gd name="connsiteY3787" fmla="*/ 543692 h 1788513"/>
                      <a:gd name="connsiteX3788" fmla="*/ 1808848 w 7665198"/>
                      <a:gd name="connsiteY3788" fmla="*/ 514069 h 1788513"/>
                      <a:gd name="connsiteX3789" fmla="*/ 1823421 w 7665198"/>
                      <a:gd name="connsiteY3789" fmla="*/ 495686 h 1788513"/>
                      <a:gd name="connsiteX3790" fmla="*/ 1727790 w 7665198"/>
                      <a:gd name="connsiteY3790" fmla="*/ 312615 h 1788513"/>
                      <a:gd name="connsiteX3791" fmla="*/ 1729314 w 7665198"/>
                      <a:gd name="connsiteY3791" fmla="*/ 305567 h 1788513"/>
                      <a:gd name="connsiteX3792" fmla="*/ 1727409 w 7665198"/>
                      <a:gd name="connsiteY3792" fmla="*/ 279754 h 1788513"/>
                      <a:gd name="connsiteX3793" fmla="*/ 1729886 w 7665198"/>
                      <a:gd name="connsiteY3793" fmla="*/ 300232 h 1788513"/>
                      <a:gd name="connsiteX3794" fmla="*/ 1729314 w 7665198"/>
                      <a:gd name="connsiteY3794" fmla="*/ 305567 h 1788513"/>
                      <a:gd name="connsiteX3795" fmla="*/ 1730362 w 7665198"/>
                      <a:gd name="connsiteY3795" fmla="*/ 309567 h 1788513"/>
                      <a:gd name="connsiteX3796" fmla="*/ 1734267 w 7665198"/>
                      <a:gd name="connsiteY3796" fmla="*/ 320616 h 1788513"/>
                      <a:gd name="connsiteX3797" fmla="*/ 1760842 w 7665198"/>
                      <a:gd name="connsiteY3797" fmla="*/ 343381 h 1788513"/>
                      <a:gd name="connsiteX3798" fmla="*/ 1733219 w 7665198"/>
                      <a:gd name="connsiteY3798" fmla="*/ 329284 h 1788513"/>
                      <a:gd name="connsiteX3799" fmla="*/ 1718932 w 7665198"/>
                      <a:gd name="connsiteY3799" fmla="*/ 339856 h 1788513"/>
                      <a:gd name="connsiteX3800" fmla="*/ 1727790 w 7665198"/>
                      <a:gd name="connsiteY3800" fmla="*/ 312615 h 1788513"/>
                      <a:gd name="connsiteX3801" fmla="*/ 1652828 w 7665198"/>
                      <a:gd name="connsiteY3801" fmla="*/ 423677 h 1788513"/>
                      <a:gd name="connsiteX3802" fmla="*/ 1685213 w 7665198"/>
                      <a:gd name="connsiteY3802" fmla="*/ 401388 h 1788513"/>
                      <a:gd name="connsiteX3803" fmla="*/ 1767319 w 7665198"/>
                      <a:gd name="connsiteY3803" fmla="*/ 382910 h 1788513"/>
                      <a:gd name="connsiteX3804" fmla="*/ 1780273 w 7665198"/>
                      <a:gd name="connsiteY3804" fmla="*/ 435487 h 1788513"/>
                      <a:gd name="connsiteX3805" fmla="*/ 1787226 w 7665198"/>
                      <a:gd name="connsiteY3805" fmla="*/ 443393 h 1788513"/>
                      <a:gd name="connsiteX3806" fmla="*/ 1779035 w 7665198"/>
                      <a:gd name="connsiteY3806" fmla="*/ 451775 h 1788513"/>
                      <a:gd name="connsiteX3807" fmla="*/ 1777130 w 7665198"/>
                      <a:gd name="connsiteY3807" fmla="*/ 451394 h 1788513"/>
                      <a:gd name="connsiteX3808" fmla="*/ 1774367 w 7665198"/>
                      <a:gd name="connsiteY3808" fmla="*/ 460729 h 1788513"/>
                      <a:gd name="connsiteX3809" fmla="*/ 1721313 w 7665198"/>
                      <a:gd name="connsiteY3809" fmla="*/ 510640 h 1788513"/>
                      <a:gd name="connsiteX3810" fmla="*/ 1682737 w 7665198"/>
                      <a:gd name="connsiteY3810" fmla="*/ 508925 h 1788513"/>
                      <a:gd name="connsiteX3811" fmla="*/ 1637874 w 7665198"/>
                      <a:gd name="connsiteY3811" fmla="*/ 459300 h 1788513"/>
                      <a:gd name="connsiteX3812" fmla="*/ 1652828 w 7665198"/>
                      <a:gd name="connsiteY3812" fmla="*/ 423677 h 1788513"/>
                      <a:gd name="connsiteX3813" fmla="*/ 1614919 w 7665198"/>
                      <a:gd name="connsiteY3813" fmla="*/ 576172 h 1788513"/>
                      <a:gd name="connsiteX3814" fmla="*/ 1651495 w 7665198"/>
                      <a:gd name="connsiteY3814" fmla="*/ 563980 h 1788513"/>
                      <a:gd name="connsiteX3815" fmla="*/ 1677974 w 7665198"/>
                      <a:gd name="connsiteY3815" fmla="*/ 566647 h 1788513"/>
                      <a:gd name="connsiteX3816" fmla="*/ 1682070 w 7665198"/>
                      <a:gd name="connsiteY3816" fmla="*/ 579982 h 1788513"/>
                      <a:gd name="connsiteX3817" fmla="*/ 1699977 w 7665198"/>
                      <a:gd name="connsiteY3817" fmla="*/ 621987 h 1788513"/>
                      <a:gd name="connsiteX3818" fmla="*/ 1717979 w 7665198"/>
                      <a:gd name="connsiteY3818" fmla="*/ 642752 h 1788513"/>
                      <a:gd name="connsiteX3819" fmla="*/ 1695024 w 7665198"/>
                      <a:gd name="connsiteY3819" fmla="*/ 647704 h 1788513"/>
                      <a:gd name="connsiteX3820" fmla="*/ 1669783 w 7665198"/>
                      <a:gd name="connsiteY3820" fmla="*/ 643704 h 1788513"/>
                      <a:gd name="connsiteX3821" fmla="*/ 1658257 w 7665198"/>
                      <a:gd name="connsiteY3821" fmla="*/ 672946 h 1788513"/>
                      <a:gd name="connsiteX3822" fmla="*/ 1646256 w 7665198"/>
                      <a:gd name="connsiteY3822" fmla="*/ 683709 h 1788513"/>
                      <a:gd name="connsiteX3823" fmla="*/ 1598917 w 7665198"/>
                      <a:gd name="connsiteY3823" fmla="*/ 688376 h 1788513"/>
                      <a:gd name="connsiteX3824" fmla="*/ 1539862 w 7665198"/>
                      <a:gd name="connsiteY3824" fmla="*/ 667517 h 1788513"/>
                      <a:gd name="connsiteX3825" fmla="*/ 1508905 w 7665198"/>
                      <a:gd name="connsiteY3825" fmla="*/ 665326 h 1788513"/>
                      <a:gd name="connsiteX3826" fmla="*/ 1507191 w 7665198"/>
                      <a:gd name="connsiteY3826" fmla="*/ 648752 h 1788513"/>
                      <a:gd name="connsiteX3827" fmla="*/ 1557578 w 7665198"/>
                      <a:gd name="connsiteY3827" fmla="*/ 602461 h 1788513"/>
                      <a:gd name="connsiteX3828" fmla="*/ 1581105 w 7665198"/>
                      <a:gd name="connsiteY3828" fmla="*/ 570647 h 1788513"/>
                      <a:gd name="connsiteX3829" fmla="*/ 1614919 w 7665198"/>
                      <a:gd name="connsiteY3829" fmla="*/ 576172 h 1788513"/>
                      <a:gd name="connsiteX3830" fmla="*/ 1492522 w 7665198"/>
                      <a:gd name="connsiteY3830" fmla="*/ 497876 h 1788513"/>
                      <a:gd name="connsiteX3831" fmla="*/ 1527479 w 7665198"/>
                      <a:gd name="connsiteY3831" fmla="*/ 503687 h 1788513"/>
                      <a:gd name="connsiteX3832" fmla="*/ 1554340 w 7665198"/>
                      <a:gd name="connsiteY3832" fmla="*/ 525689 h 1788513"/>
                      <a:gd name="connsiteX3833" fmla="*/ 1569294 w 7665198"/>
                      <a:gd name="connsiteY3833" fmla="*/ 545406 h 1788513"/>
                      <a:gd name="connsiteX3834" fmla="*/ 1581200 w 7665198"/>
                      <a:gd name="connsiteY3834" fmla="*/ 548073 h 1788513"/>
                      <a:gd name="connsiteX3835" fmla="*/ 1559388 w 7665198"/>
                      <a:gd name="connsiteY3835" fmla="*/ 557693 h 1788513"/>
                      <a:gd name="connsiteX3836" fmla="*/ 1545196 w 7665198"/>
                      <a:gd name="connsiteY3836" fmla="*/ 578077 h 1788513"/>
                      <a:gd name="connsiteX3837" fmla="*/ 1512525 w 7665198"/>
                      <a:gd name="connsiteY3837" fmla="*/ 604271 h 1788513"/>
                      <a:gd name="connsiteX3838" fmla="*/ 1542529 w 7665198"/>
                      <a:gd name="connsiteY3838" fmla="*/ 573695 h 1788513"/>
                      <a:gd name="connsiteX3839" fmla="*/ 1546815 w 7665198"/>
                      <a:gd name="connsiteY3839" fmla="*/ 532166 h 1788513"/>
                      <a:gd name="connsiteX3840" fmla="*/ 1506238 w 7665198"/>
                      <a:gd name="connsiteY3840" fmla="*/ 503115 h 1788513"/>
                      <a:gd name="connsiteX3841" fmla="*/ 1464329 w 7665198"/>
                      <a:gd name="connsiteY3841" fmla="*/ 505401 h 1788513"/>
                      <a:gd name="connsiteX3842" fmla="*/ 1492522 w 7665198"/>
                      <a:gd name="connsiteY3842" fmla="*/ 497876 h 1788513"/>
                      <a:gd name="connsiteX3843" fmla="*/ 1432134 w 7665198"/>
                      <a:gd name="connsiteY3843" fmla="*/ 577791 h 1788513"/>
                      <a:gd name="connsiteX3844" fmla="*/ 1427181 w 7665198"/>
                      <a:gd name="connsiteY3844" fmla="*/ 576077 h 1788513"/>
                      <a:gd name="connsiteX3845" fmla="*/ 1427467 w 7665198"/>
                      <a:gd name="connsiteY3845" fmla="*/ 559027 h 1788513"/>
                      <a:gd name="connsiteX3846" fmla="*/ 1490617 w 7665198"/>
                      <a:gd name="connsiteY3846" fmla="*/ 538834 h 1788513"/>
                      <a:gd name="connsiteX3847" fmla="*/ 1432134 w 7665198"/>
                      <a:gd name="connsiteY3847" fmla="*/ 577791 h 1788513"/>
                      <a:gd name="connsiteX3848" fmla="*/ 1442135 w 7665198"/>
                      <a:gd name="connsiteY3848" fmla="*/ 780102 h 1788513"/>
                      <a:gd name="connsiteX3849" fmla="*/ 1456709 w 7665198"/>
                      <a:gd name="connsiteY3849" fmla="*/ 764767 h 1788513"/>
                      <a:gd name="connsiteX3850" fmla="*/ 1425752 w 7665198"/>
                      <a:gd name="connsiteY3850" fmla="*/ 805438 h 1788513"/>
                      <a:gd name="connsiteX3851" fmla="*/ 1409655 w 7665198"/>
                      <a:gd name="connsiteY3851" fmla="*/ 824393 h 1788513"/>
                      <a:gd name="connsiteX3852" fmla="*/ 1412417 w 7665198"/>
                      <a:gd name="connsiteY3852" fmla="*/ 845158 h 1788513"/>
                      <a:gd name="connsiteX3853" fmla="*/ 1392224 w 7665198"/>
                      <a:gd name="connsiteY3853" fmla="*/ 834395 h 1788513"/>
                      <a:gd name="connsiteX3854" fmla="*/ 1359554 w 7665198"/>
                      <a:gd name="connsiteY3854" fmla="*/ 847444 h 1788513"/>
                      <a:gd name="connsiteX3855" fmla="*/ 1298117 w 7665198"/>
                      <a:gd name="connsiteY3855" fmla="*/ 857445 h 1788513"/>
                      <a:gd name="connsiteX3856" fmla="*/ 1334026 w 7665198"/>
                      <a:gd name="connsiteY3856" fmla="*/ 850301 h 1788513"/>
                      <a:gd name="connsiteX3857" fmla="*/ 1370888 w 7665198"/>
                      <a:gd name="connsiteY3857" fmla="*/ 830870 h 1788513"/>
                      <a:gd name="connsiteX3858" fmla="*/ 1420037 w 7665198"/>
                      <a:gd name="connsiteY3858" fmla="*/ 799533 h 1788513"/>
                      <a:gd name="connsiteX3859" fmla="*/ 1442135 w 7665198"/>
                      <a:gd name="connsiteY3859" fmla="*/ 780102 h 1788513"/>
                      <a:gd name="connsiteX3860" fmla="*/ 1399368 w 7665198"/>
                      <a:gd name="connsiteY3860" fmla="*/ 683042 h 1788513"/>
                      <a:gd name="connsiteX3861" fmla="*/ 1407750 w 7665198"/>
                      <a:gd name="connsiteY3861" fmla="*/ 691234 h 1788513"/>
                      <a:gd name="connsiteX3862" fmla="*/ 1399559 w 7665198"/>
                      <a:gd name="connsiteY3862" fmla="*/ 699616 h 1788513"/>
                      <a:gd name="connsiteX3863" fmla="*/ 1391176 w 7665198"/>
                      <a:gd name="connsiteY3863" fmla="*/ 691424 h 1788513"/>
                      <a:gd name="connsiteX3864" fmla="*/ 1399368 w 7665198"/>
                      <a:gd name="connsiteY3864" fmla="*/ 683042 h 1788513"/>
                      <a:gd name="connsiteX3865" fmla="*/ 1260875 w 7665198"/>
                      <a:gd name="connsiteY3865" fmla="*/ 658468 h 1788513"/>
                      <a:gd name="connsiteX3866" fmla="*/ 1314405 w 7665198"/>
                      <a:gd name="connsiteY3866" fmla="*/ 607985 h 1788513"/>
                      <a:gd name="connsiteX3867" fmla="*/ 1372412 w 7665198"/>
                      <a:gd name="connsiteY3867" fmla="*/ 604937 h 1788513"/>
                      <a:gd name="connsiteX3868" fmla="*/ 1379175 w 7665198"/>
                      <a:gd name="connsiteY3868" fmla="*/ 630083 h 1788513"/>
                      <a:gd name="connsiteX3869" fmla="*/ 1375365 w 7665198"/>
                      <a:gd name="connsiteY3869" fmla="*/ 656468 h 1788513"/>
                      <a:gd name="connsiteX3870" fmla="*/ 1376603 w 7665198"/>
                      <a:gd name="connsiteY3870" fmla="*/ 662373 h 1788513"/>
                      <a:gd name="connsiteX3871" fmla="*/ 1373936 w 7665198"/>
                      <a:gd name="connsiteY3871" fmla="*/ 671517 h 1788513"/>
                      <a:gd name="connsiteX3872" fmla="*/ 1371460 w 7665198"/>
                      <a:gd name="connsiteY3872" fmla="*/ 735620 h 1788513"/>
                      <a:gd name="connsiteX3873" fmla="*/ 1367935 w 7665198"/>
                      <a:gd name="connsiteY3873" fmla="*/ 761338 h 1788513"/>
                      <a:gd name="connsiteX3874" fmla="*/ 1335265 w 7665198"/>
                      <a:gd name="connsiteY3874" fmla="*/ 782388 h 1788513"/>
                      <a:gd name="connsiteX3875" fmla="*/ 1315358 w 7665198"/>
                      <a:gd name="connsiteY3875" fmla="*/ 785817 h 1788513"/>
                      <a:gd name="connsiteX3876" fmla="*/ 1287830 w 7665198"/>
                      <a:gd name="connsiteY3876" fmla="*/ 768005 h 1788513"/>
                      <a:gd name="connsiteX3877" fmla="*/ 1259065 w 7665198"/>
                      <a:gd name="connsiteY3877" fmla="*/ 730858 h 1788513"/>
                      <a:gd name="connsiteX3878" fmla="*/ 1260875 w 7665198"/>
                      <a:gd name="connsiteY3878" fmla="*/ 658468 h 1788513"/>
                      <a:gd name="connsiteX3879" fmla="*/ 1334122 w 7665198"/>
                      <a:gd name="connsiteY3879" fmla="*/ 870875 h 1788513"/>
                      <a:gd name="connsiteX3880" fmla="*/ 1351648 w 7665198"/>
                      <a:gd name="connsiteY3880" fmla="*/ 881829 h 1788513"/>
                      <a:gd name="connsiteX3881" fmla="*/ 1376127 w 7665198"/>
                      <a:gd name="connsiteY3881" fmla="*/ 888401 h 1788513"/>
                      <a:gd name="connsiteX3882" fmla="*/ 1316501 w 7665198"/>
                      <a:gd name="connsiteY3882" fmla="*/ 934788 h 1788513"/>
                      <a:gd name="connsiteX3883" fmla="*/ 1273067 w 7665198"/>
                      <a:gd name="connsiteY3883" fmla="*/ 991367 h 1788513"/>
                      <a:gd name="connsiteX3884" fmla="*/ 1182960 w 7665198"/>
                      <a:gd name="connsiteY3884" fmla="*/ 1042135 h 1788513"/>
                      <a:gd name="connsiteX3885" fmla="*/ 1153337 w 7665198"/>
                      <a:gd name="connsiteY3885" fmla="*/ 1029467 h 1788513"/>
                      <a:gd name="connsiteX3886" fmla="*/ 1167720 w 7665198"/>
                      <a:gd name="connsiteY3886" fmla="*/ 1003654 h 1788513"/>
                      <a:gd name="connsiteX3887" fmla="*/ 1225060 w 7665198"/>
                      <a:gd name="connsiteY3887" fmla="*/ 932788 h 1788513"/>
                      <a:gd name="connsiteX3888" fmla="*/ 1334122 w 7665198"/>
                      <a:gd name="connsiteY3888" fmla="*/ 870875 h 1788513"/>
                      <a:gd name="connsiteX3889" fmla="*/ 1138573 w 7665198"/>
                      <a:gd name="connsiteY3889" fmla="*/ 816678 h 1788513"/>
                      <a:gd name="connsiteX3890" fmla="*/ 1144574 w 7665198"/>
                      <a:gd name="connsiteY3890" fmla="*/ 810201 h 1788513"/>
                      <a:gd name="connsiteX3891" fmla="*/ 1158385 w 7665198"/>
                      <a:gd name="connsiteY3891" fmla="*/ 786103 h 1788513"/>
                      <a:gd name="connsiteX3892" fmla="*/ 1148384 w 7665198"/>
                      <a:gd name="connsiteY3892" fmla="*/ 805153 h 1788513"/>
                      <a:gd name="connsiteX3893" fmla="*/ 1144479 w 7665198"/>
                      <a:gd name="connsiteY3893" fmla="*/ 810106 h 1788513"/>
                      <a:gd name="connsiteX3894" fmla="*/ 1143050 w 7665198"/>
                      <a:gd name="connsiteY3894" fmla="*/ 813916 h 1788513"/>
                      <a:gd name="connsiteX3895" fmla="*/ 1140383 w 7665198"/>
                      <a:gd name="connsiteY3895" fmla="*/ 824298 h 1788513"/>
                      <a:gd name="connsiteX3896" fmla="*/ 1154671 w 7665198"/>
                      <a:gd name="connsiteY3896" fmla="*/ 845825 h 1788513"/>
                      <a:gd name="connsiteX3897" fmla="*/ 1133906 w 7665198"/>
                      <a:gd name="connsiteY3897" fmla="*/ 832394 h 1788513"/>
                      <a:gd name="connsiteX3898" fmla="*/ 1112189 w 7665198"/>
                      <a:gd name="connsiteY3898" fmla="*/ 842110 h 1788513"/>
                      <a:gd name="connsiteX3899" fmla="*/ 1138573 w 7665198"/>
                      <a:gd name="connsiteY3899" fmla="*/ 816678 h 1788513"/>
                      <a:gd name="connsiteX3900" fmla="*/ 952360 w 7665198"/>
                      <a:gd name="connsiteY3900" fmla="*/ 952314 h 1788513"/>
                      <a:gd name="connsiteX3901" fmla="*/ 990269 w 7665198"/>
                      <a:gd name="connsiteY3901" fmla="*/ 919357 h 1788513"/>
                      <a:gd name="connsiteX3902" fmla="*/ 1038561 w 7665198"/>
                      <a:gd name="connsiteY3902" fmla="*/ 898974 h 1788513"/>
                      <a:gd name="connsiteX3903" fmla="*/ 1137526 w 7665198"/>
                      <a:gd name="connsiteY3903" fmla="*/ 882591 h 1788513"/>
                      <a:gd name="connsiteX3904" fmla="*/ 1118952 w 7665198"/>
                      <a:gd name="connsiteY3904" fmla="*/ 931740 h 1788513"/>
                      <a:gd name="connsiteX3905" fmla="*/ 1121429 w 7665198"/>
                      <a:gd name="connsiteY3905" fmla="*/ 939170 h 1788513"/>
                      <a:gd name="connsiteX3906" fmla="*/ 1107522 w 7665198"/>
                      <a:gd name="connsiteY3906" fmla="*/ 946885 h 1788513"/>
                      <a:gd name="connsiteX3907" fmla="*/ 1105712 w 7665198"/>
                      <a:gd name="connsiteY3907" fmla="*/ 946504 h 1788513"/>
                      <a:gd name="connsiteX3908" fmla="*/ 1096949 w 7665198"/>
                      <a:gd name="connsiteY3908" fmla="*/ 955171 h 1788513"/>
                      <a:gd name="connsiteX3909" fmla="*/ 1009605 w 7665198"/>
                      <a:gd name="connsiteY3909" fmla="*/ 1001082 h 1788513"/>
                      <a:gd name="connsiteX3910" fmla="*/ 969600 w 7665198"/>
                      <a:gd name="connsiteY3910" fmla="*/ 998987 h 1788513"/>
                      <a:gd name="connsiteX3911" fmla="*/ 952360 w 7665198"/>
                      <a:gd name="connsiteY3911" fmla="*/ 952314 h 1788513"/>
                      <a:gd name="connsiteX3912" fmla="*/ 999223 w 7665198"/>
                      <a:gd name="connsiteY3912" fmla="*/ 1032038 h 1788513"/>
                      <a:gd name="connsiteX3913" fmla="*/ 1100855 w 7665198"/>
                      <a:gd name="connsiteY3913" fmla="*/ 1005273 h 1788513"/>
                      <a:gd name="connsiteX3914" fmla="*/ 1127715 w 7665198"/>
                      <a:gd name="connsiteY3914" fmla="*/ 988319 h 1788513"/>
                      <a:gd name="connsiteX3915" fmla="*/ 1169911 w 7665198"/>
                      <a:gd name="connsiteY3915" fmla="*/ 920405 h 1788513"/>
                      <a:gd name="connsiteX3916" fmla="*/ 1167625 w 7665198"/>
                      <a:gd name="connsiteY3916" fmla="*/ 952695 h 1788513"/>
                      <a:gd name="connsiteX3917" fmla="*/ 1143146 w 7665198"/>
                      <a:gd name="connsiteY3917" fmla="*/ 989938 h 1788513"/>
                      <a:gd name="connsiteX3918" fmla="*/ 1104379 w 7665198"/>
                      <a:gd name="connsiteY3918" fmla="*/ 1024132 h 1788513"/>
                      <a:gd name="connsiteX3919" fmla="*/ 1101140 w 7665198"/>
                      <a:gd name="connsiteY3919" fmla="*/ 1042516 h 1788513"/>
                      <a:gd name="connsiteX3920" fmla="*/ 1103426 w 7665198"/>
                      <a:gd name="connsiteY3920" fmla="*/ 1078997 h 1788513"/>
                      <a:gd name="connsiteX3921" fmla="*/ 1081042 w 7665198"/>
                      <a:gd name="connsiteY3921" fmla="*/ 1042611 h 1788513"/>
                      <a:gd name="connsiteX3922" fmla="*/ 1072089 w 7665198"/>
                      <a:gd name="connsiteY3922" fmla="*/ 1033562 h 1788513"/>
                      <a:gd name="connsiteX3923" fmla="*/ 1035989 w 7665198"/>
                      <a:gd name="connsiteY3923" fmla="*/ 1036610 h 1788513"/>
                      <a:gd name="connsiteX3924" fmla="*/ 922165 w 7665198"/>
                      <a:gd name="connsiteY3924" fmla="*/ 1014036 h 1788513"/>
                      <a:gd name="connsiteX3925" fmla="*/ 999223 w 7665198"/>
                      <a:gd name="connsiteY3925" fmla="*/ 1032038 h 1788513"/>
                      <a:gd name="connsiteX3926" fmla="*/ 855871 w 7665198"/>
                      <a:gd name="connsiteY3926" fmla="*/ 1060994 h 1788513"/>
                      <a:gd name="connsiteX3927" fmla="*/ 902354 w 7665198"/>
                      <a:gd name="connsiteY3927" fmla="*/ 1050040 h 1788513"/>
                      <a:gd name="connsiteX3928" fmla="*/ 928928 w 7665198"/>
                      <a:gd name="connsiteY3928" fmla="*/ 1052803 h 1788513"/>
                      <a:gd name="connsiteX3929" fmla="*/ 925118 w 7665198"/>
                      <a:gd name="connsiteY3929" fmla="*/ 1065185 h 1788513"/>
                      <a:gd name="connsiteX3930" fmla="*/ 918355 w 7665198"/>
                      <a:gd name="connsiteY3930" fmla="*/ 1104523 h 1788513"/>
                      <a:gd name="connsiteX3931" fmla="*/ 924737 w 7665198"/>
                      <a:gd name="connsiteY3931" fmla="*/ 1124050 h 1788513"/>
                      <a:gd name="connsiteX3932" fmla="*/ 897305 w 7665198"/>
                      <a:gd name="connsiteY3932" fmla="*/ 1128431 h 1788513"/>
                      <a:gd name="connsiteX3933" fmla="*/ 872826 w 7665198"/>
                      <a:gd name="connsiteY3933" fmla="*/ 1124431 h 1788513"/>
                      <a:gd name="connsiteX3934" fmla="*/ 842537 w 7665198"/>
                      <a:gd name="connsiteY3934" fmla="*/ 1151577 h 1788513"/>
                      <a:gd name="connsiteX3935" fmla="*/ 823105 w 7665198"/>
                      <a:gd name="connsiteY3935" fmla="*/ 1161483 h 1788513"/>
                      <a:gd name="connsiteX3936" fmla="*/ 769765 w 7665198"/>
                      <a:gd name="connsiteY3936" fmla="*/ 1165388 h 1788513"/>
                      <a:gd name="connsiteX3937" fmla="*/ 719569 w 7665198"/>
                      <a:gd name="connsiteY3937" fmla="*/ 1145290 h 1788513"/>
                      <a:gd name="connsiteX3938" fmla="*/ 687946 w 7665198"/>
                      <a:gd name="connsiteY3938" fmla="*/ 1142909 h 1788513"/>
                      <a:gd name="connsiteX3939" fmla="*/ 696328 w 7665198"/>
                      <a:gd name="connsiteY3939" fmla="*/ 1127479 h 1788513"/>
                      <a:gd name="connsiteX3940" fmla="*/ 778624 w 7665198"/>
                      <a:gd name="connsiteY3940" fmla="*/ 1084902 h 1788513"/>
                      <a:gd name="connsiteX3941" fmla="*/ 823296 w 7665198"/>
                      <a:gd name="connsiteY3941" fmla="*/ 1055565 h 1788513"/>
                      <a:gd name="connsiteX3942" fmla="*/ 855871 w 7665198"/>
                      <a:gd name="connsiteY3942" fmla="*/ 1060994 h 1788513"/>
                      <a:gd name="connsiteX3943" fmla="*/ 773671 w 7665198"/>
                      <a:gd name="connsiteY3943" fmla="*/ 986795 h 1788513"/>
                      <a:gd name="connsiteX3944" fmla="*/ 807389 w 7665198"/>
                      <a:gd name="connsiteY3944" fmla="*/ 992605 h 1788513"/>
                      <a:gd name="connsiteX3945" fmla="*/ 822439 w 7665198"/>
                      <a:gd name="connsiteY3945" fmla="*/ 1013369 h 1788513"/>
                      <a:gd name="connsiteX3946" fmla="*/ 826249 w 7665198"/>
                      <a:gd name="connsiteY3946" fmla="*/ 1031943 h 1788513"/>
                      <a:gd name="connsiteX3947" fmla="*/ 837298 w 7665198"/>
                      <a:gd name="connsiteY3947" fmla="*/ 1034610 h 1788513"/>
                      <a:gd name="connsiteX3948" fmla="*/ 808056 w 7665198"/>
                      <a:gd name="connsiteY3948" fmla="*/ 1043373 h 1788513"/>
                      <a:gd name="connsiteX3949" fmla="*/ 780338 w 7665198"/>
                      <a:gd name="connsiteY3949" fmla="*/ 1062137 h 1788513"/>
                      <a:gd name="connsiteX3950" fmla="*/ 729379 w 7665198"/>
                      <a:gd name="connsiteY3950" fmla="*/ 1086140 h 1788513"/>
                      <a:gd name="connsiteX3951" fmla="*/ 780148 w 7665198"/>
                      <a:gd name="connsiteY3951" fmla="*/ 1057946 h 1788513"/>
                      <a:gd name="connsiteX3952" fmla="*/ 810342 w 7665198"/>
                      <a:gd name="connsiteY3952" fmla="*/ 1019275 h 1788513"/>
                      <a:gd name="connsiteX3953" fmla="*/ 785005 w 7665198"/>
                      <a:gd name="connsiteY3953" fmla="*/ 991747 h 1788513"/>
                      <a:gd name="connsiteX3954" fmla="*/ 738904 w 7665198"/>
                      <a:gd name="connsiteY3954" fmla="*/ 993462 h 1788513"/>
                      <a:gd name="connsiteX3955" fmla="*/ 773671 w 7665198"/>
                      <a:gd name="connsiteY3955" fmla="*/ 986795 h 1788513"/>
                      <a:gd name="connsiteX3956" fmla="*/ 746429 w 7665198"/>
                      <a:gd name="connsiteY3956" fmla="*/ 1024895 h 1788513"/>
                      <a:gd name="connsiteX3957" fmla="*/ 660133 w 7665198"/>
                      <a:gd name="connsiteY3957" fmla="*/ 1060613 h 1788513"/>
                      <a:gd name="connsiteX3958" fmla="*/ 655942 w 7665198"/>
                      <a:gd name="connsiteY3958" fmla="*/ 1058994 h 1788513"/>
                      <a:gd name="connsiteX3959" fmla="*/ 666800 w 7665198"/>
                      <a:gd name="connsiteY3959" fmla="*/ 1043087 h 1788513"/>
                      <a:gd name="connsiteX3960" fmla="*/ 746429 w 7665198"/>
                      <a:gd name="connsiteY3960" fmla="*/ 1024895 h 1788513"/>
                      <a:gd name="connsiteX3961" fmla="*/ 564978 w 7665198"/>
                      <a:gd name="connsiteY3961" fmla="*/ 1062614 h 1788513"/>
                      <a:gd name="connsiteX3962" fmla="*/ 524878 w 7665198"/>
                      <a:gd name="connsiteY3962" fmla="*/ 1060518 h 1788513"/>
                      <a:gd name="connsiteX3963" fmla="*/ 525163 w 7665198"/>
                      <a:gd name="connsiteY3963" fmla="*/ 1055660 h 1788513"/>
                      <a:gd name="connsiteX3964" fmla="*/ 583552 w 7665198"/>
                      <a:gd name="connsiteY3964" fmla="*/ 1053374 h 1788513"/>
                      <a:gd name="connsiteX3965" fmla="*/ 695280 w 7665198"/>
                      <a:gd name="connsiteY3965" fmla="*/ 1004606 h 1788513"/>
                      <a:gd name="connsiteX3966" fmla="*/ 641559 w 7665198"/>
                      <a:gd name="connsiteY3966" fmla="*/ 1043754 h 1788513"/>
                      <a:gd name="connsiteX3967" fmla="*/ 621461 w 7665198"/>
                      <a:gd name="connsiteY3967" fmla="*/ 1051374 h 1788513"/>
                      <a:gd name="connsiteX3968" fmla="*/ 644702 w 7665198"/>
                      <a:gd name="connsiteY3968" fmla="*/ 1071567 h 1788513"/>
                      <a:gd name="connsiteX3969" fmla="*/ 655465 w 7665198"/>
                      <a:gd name="connsiteY3969" fmla="*/ 1107095 h 1788513"/>
                      <a:gd name="connsiteX3970" fmla="*/ 623747 w 7665198"/>
                      <a:gd name="connsiteY3970" fmla="*/ 1069662 h 1788513"/>
                      <a:gd name="connsiteX3971" fmla="*/ 599935 w 7665198"/>
                      <a:gd name="connsiteY3971" fmla="*/ 1059089 h 1788513"/>
                      <a:gd name="connsiteX3972" fmla="*/ 601744 w 7665198"/>
                      <a:gd name="connsiteY3972" fmla="*/ 1056518 h 1788513"/>
                      <a:gd name="connsiteX3973" fmla="*/ 564978 w 7665198"/>
                      <a:gd name="connsiteY3973" fmla="*/ 1062614 h 1788513"/>
                      <a:gd name="connsiteX3974" fmla="*/ 582790 w 7665198"/>
                      <a:gd name="connsiteY3974" fmla="*/ 1234349 h 1788513"/>
                      <a:gd name="connsiteX3975" fmla="*/ 611269 w 7665198"/>
                      <a:gd name="connsiteY3975" fmla="*/ 1203584 h 1788513"/>
                      <a:gd name="connsiteX3976" fmla="*/ 629748 w 7665198"/>
                      <a:gd name="connsiteY3976" fmla="*/ 1171961 h 1788513"/>
                      <a:gd name="connsiteX3977" fmla="*/ 611365 w 7665198"/>
                      <a:gd name="connsiteY3977" fmla="*/ 1203488 h 1788513"/>
                      <a:gd name="connsiteX3978" fmla="*/ 611269 w 7665198"/>
                      <a:gd name="connsiteY3978" fmla="*/ 1203584 h 1788513"/>
                      <a:gd name="connsiteX3979" fmla="*/ 605269 w 7665198"/>
                      <a:gd name="connsiteY3979" fmla="*/ 1215871 h 1788513"/>
                      <a:gd name="connsiteX3980" fmla="*/ 596315 w 7665198"/>
                      <a:gd name="connsiteY3980" fmla="*/ 1240445 h 1788513"/>
                      <a:gd name="connsiteX3981" fmla="*/ 603840 w 7665198"/>
                      <a:gd name="connsiteY3981" fmla="*/ 1258162 h 1788513"/>
                      <a:gd name="connsiteX3982" fmla="*/ 582790 w 7665198"/>
                      <a:gd name="connsiteY3982" fmla="*/ 1234349 h 1788513"/>
                      <a:gd name="connsiteX3983" fmla="*/ 576027 w 7665198"/>
                      <a:gd name="connsiteY3983" fmla="*/ 1348459 h 1788513"/>
                      <a:gd name="connsiteX3984" fmla="*/ 577551 w 7665198"/>
                      <a:gd name="connsiteY3984" fmla="*/ 1342077 h 1788513"/>
                      <a:gd name="connsiteX3985" fmla="*/ 574598 w 7665198"/>
                      <a:gd name="connsiteY3985" fmla="*/ 1318550 h 1788513"/>
                      <a:gd name="connsiteX3986" fmla="*/ 577932 w 7665198"/>
                      <a:gd name="connsiteY3986" fmla="*/ 1337219 h 1788513"/>
                      <a:gd name="connsiteX3987" fmla="*/ 577456 w 7665198"/>
                      <a:gd name="connsiteY3987" fmla="*/ 1342077 h 1788513"/>
                      <a:gd name="connsiteX3988" fmla="*/ 578694 w 7665198"/>
                      <a:gd name="connsiteY3988" fmla="*/ 1345792 h 1788513"/>
                      <a:gd name="connsiteX3989" fmla="*/ 583361 w 7665198"/>
                      <a:gd name="connsiteY3989" fmla="*/ 1355888 h 1788513"/>
                      <a:gd name="connsiteX3990" fmla="*/ 613175 w 7665198"/>
                      <a:gd name="connsiteY3990" fmla="*/ 1376843 h 1788513"/>
                      <a:gd name="connsiteX3991" fmla="*/ 582409 w 7665198"/>
                      <a:gd name="connsiteY3991" fmla="*/ 1363794 h 1788513"/>
                      <a:gd name="connsiteX3992" fmla="*/ 567073 w 7665198"/>
                      <a:gd name="connsiteY3992" fmla="*/ 1373319 h 1788513"/>
                      <a:gd name="connsiteX3993" fmla="*/ 576027 w 7665198"/>
                      <a:gd name="connsiteY3993" fmla="*/ 1348459 h 1788513"/>
                      <a:gd name="connsiteX3994" fmla="*/ 546309 w 7665198"/>
                      <a:gd name="connsiteY3994" fmla="*/ 1166055 h 1788513"/>
                      <a:gd name="connsiteX3995" fmla="*/ 560215 w 7665198"/>
                      <a:gd name="connsiteY3995" fmla="*/ 1158340 h 1788513"/>
                      <a:gd name="connsiteX3996" fmla="*/ 564121 w 7665198"/>
                      <a:gd name="connsiteY3996" fmla="*/ 1166055 h 1788513"/>
                      <a:gd name="connsiteX3997" fmla="*/ 550214 w 7665198"/>
                      <a:gd name="connsiteY3997" fmla="*/ 1173770 h 1788513"/>
                      <a:gd name="connsiteX3998" fmla="*/ 546309 w 7665198"/>
                      <a:gd name="connsiteY3998" fmla="*/ 1166055 h 1788513"/>
                      <a:gd name="connsiteX3999" fmla="*/ 171976 w 7665198"/>
                      <a:gd name="connsiteY3999" fmla="*/ 1479523 h 1788513"/>
                      <a:gd name="connsiteX4000" fmla="*/ 163023 w 7665198"/>
                      <a:gd name="connsiteY4000" fmla="*/ 1490381 h 1788513"/>
                      <a:gd name="connsiteX4001" fmla="*/ 134638 w 7665198"/>
                      <a:gd name="connsiteY4001" fmla="*/ 1519718 h 1788513"/>
                      <a:gd name="connsiteX4002" fmla="*/ 89395 w 7665198"/>
                      <a:gd name="connsiteY4002" fmla="*/ 1513813 h 1788513"/>
                      <a:gd name="connsiteX4003" fmla="*/ 74726 w 7665198"/>
                      <a:gd name="connsiteY4003" fmla="*/ 1498477 h 1788513"/>
                      <a:gd name="connsiteX4004" fmla="*/ 78250 w 7665198"/>
                      <a:gd name="connsiteY4004" fmla="*/ 1482952 h 1788513"/>
                      <a:gd name="connsiteX4005" fmla="*/ 103492 w 7665198"/>
                      <a:gd name="connsiteY4005" fmla="*/ 1455615 h 1788513"/>
                      <a:gd name="connsiteX4006" fmla="*/ 146926 w 7665198"/>
                      <a:gd name="connsiteY4006" fmla="*/ 1448090 h 1788513"/>
                      <a:gd name="connsiteX4007" fmla="*/ 171976 w 7665198"/>
                      <a:gd name="connsiteY4007" fmla="*/ 1479523 h 1788513"/>
                      <a:gd name="connsiteX4008" fmla="*/ 323043 w 7665198"/>
                      <a:gd name="connsiteY4008" fmla="*/ 1553151 h 1788513"/>
                      <a:gd name="connsiteX4009" fmla="*/ 260178 w 7665198"/>
                      <a:gd name="connsiteY4009" fmla="*/ 1588299 h 1788513"/>
                      <a:gd name="connsiteX4010" fmla="*/ 254653 w 7665198"/>
                      <a:gd name="connsiteY4010" fmla="*/ 1586679 h 1788513"/>
                      <a:gd name="connsiteX4011" fmla="*/ 254463 w 7665198"/>
                      <a:gd name="connsiteY4011" fmla="*/ 1571153 h 1788513"/>
                      <a:gd name="connsiteX4012" fmla="*/ 323043 w 7665198"/>
                      <a:gd name="connsiteY4012" fmla="*/ 1553151 h 1788513"/>
                      <a:gd name="connsiteX4013" fmla="*/ 286657 w 7665198"/>
                      <a:gd name="connsiteY4013" fmla="*/ 1428469 h 1788513"/>
                      <a:gd name="connsiteX4014" fmla="*/ 271608 w 7665198"/>
                      <a:gd name="connsiteY4014" fmla="*/ 1491048 h 1788513"/>
                      <a:gd name="connsiteX4015" fmla="*/ 244081 w 7665198"/>
                      <a:gd name="connsiteY4015" fmla="*/ 1438661 h 1788513"/>
                      <a:gd name="connsiteX4016" fmla="*/ 216172 w 7665198"/>
                      <a:gd name="connsiteY4016" fmla="*/ 1430374 h 1788513"/>
                      <a:gd name="connsiteX4017" fmla="*/ 176358 w 7665198"/>
                      <a:gd name="connsiteY4017" fmla="*/ 1426945 h 1788513"/>
                      <a:gd name="connsiteX4018" fmla="*/ 137972 w 7665198"/>
                      <a:gd name="connsiteY4018" fmla="*/ 1424087 h 1788513"/>
                      <a:gd name="connsiteX4019" fmla="*/ 115493 w 7665198"/>
                      <a:gd name="connsiteY4019" fmla="*/ 1409990 h 1788513"/>
                      <a:gd name="connsiteX4020" fmla="*/ 158641 w 7665198"/>
                      <a:gd name="connsiteY4020" fmla="*/ 1422849 h 1788513"/>
                      <a:gd name="connsiteX4021" fmla="*/ 223126 w 7665198"/>
                      <a:gd name="connsiteY4021" fmla="*/ 1424564 h 1788513"/>
                      <a:gd name="connsiteX4022" fmla="*/ 269989 w 7665198"/>
                      <a:gd name="connsiteY4022" fmla="*/ 1420849 h 1788513"/>
                      <a:gd name="connsiteX4023" fmla="*/ 309136 w 7665198"/>
                      <a:gd name="connsiteY4023" fmla="*/ 1407324 h 1788513"/>
                      <a:gd name="connsiteX4024" fmla="*/ 317233 w 7665198"/>
                      <a:gd name="connsiteY4024" fmla="*/ 1403609 h 1788513"/>
                      <a:gd name="connsiteX4025" fmla="*/ 331234 w 7665198"/>
                      <a:gd name="connsiteY4025" fmla="*/ 1388654 h 1788513"/>
                      <a:gd name="connsiteX4026" fmla="*/ 317233 w 7665198"/>
                      <a:gd name="connsiteY4026" fmla="*/ 1403609 h 1788513"/>
                      <a:gd name="connsiteX4027" fmla="*/ 286657 w 7665198"/>
                      <a:gd name="connsiteY4027" fmla="*/ 1428469 h 1788513"/>
                      <a:gd name="connsiteX4028" fmla="*/ 363238 w 7665198"/>
                      <a:gd name="connsiteY4028" fmla="*/ 1453043 h 1788513"/>
                      <a:gd name="connsiteX4029" fmla="*/ 366953 w 7665198"/>
                      <a:gd name="connsiteY4029" fmla="*/ 1489524 h 1788513"/>
                      <a:gd name="connsiteX4030" fmla="*/ 341807 w 7665198"/>
                      <a:gd name="connsiteY4030" fmla="*/ 1497049 h 1788513"/>
                      <a:gd name="connsiteX4031" fmla="*/ 319138 w 7665198"/>
                      <a:gd name="connsiteY4031" fmla="*/ 1490286 h 1788513"/>
                      <a:gd name="connsiteX4032" fmla="*/ 317137 w 7665198"/>
                      <a:gd name="connsiteY4032" fmla="*/ 1488572 h 1788513"/>
                      <a:gd name="connsiteX4033" fmla="*/ 310375 w 7665198"/>
                      <a:gd name="connsiteY4033" fmla="*/ 1476951 h 1788513"/>
                      <a:gd name="connsiteX4034" fmla="*/ 315137 w 7665198"/>
                      <a:gd name="connsiteY4034" fmla="*/ 1439423 h 1788513"/>
                      <a:gd name="connsiteX4035" fmla="*/ 390004 w 7665198"/>
                      <a:gd name="connsiteY4035" fmla="*/ 1408180 h 1788513"/>
                      <a:gd name="connsiteX4036" fmla="*/ 363238 w 7665198"/>
                      <a:gd name="connsiteY4036" fmla="*/ 1453043 h 1788513"/>
                      <a:gd name="connsiteX4037" fmla="*/ 453726 w 7665198"/>
                      <a:gd name="connsiteY4037" fmla="*/ 1442947 h 1788513"/>
                      <a:gd name="connsiteX4038" fmla="*/ 452773 w 7665198"/>
                      <a:gd name="connsiteY4038" fmla="*/ 1465521 h 1788513"/>
                      <a:gd name="connsiteX4039" fmla="*/ 424770 w 7665198"/>
                      <a:gd name="connsiteY4039" fmla="*/ 1507241 h 1788513"/>
                      <a:gd name="connsiteX4040" fmla="*/ 417912 w 7665198"/>
                      <a:gd name="connsiteY4040" fmla="*/ 1511432 h 1788513"/>
                      <a:gd name="connsiteX4041" fmla="*/ 424770 w 7665198"/>
                      <a:gd name="connsiteY4041" fmla="*/ 1507241 h 1788513"/>
                      <a:gd name="connsiteX4042" fmla="*/ 434009 w 7665198"/>
                      <a:gd name="connsiteY4042" fmla="*/ 1496668 h 1788513"/>
                      <a:gd name="connsiteX4043" fmla="*/ 444772 w 7665198"/>
                      <a:gd name="connsiteY4043" fmla="*/ 1447233 h 1788513"/>
                      <a:gd name="connsiteX4044" fmla="*/ 431723 w 7665198"/>
                      <a:gd name="connsiteY4044" fmla="*/ 1428278 h 1788513"/>
                      <a:gd name="connsiteX4045" fmla="*/ 430961 w 7665198"/>
                      <a:gd name="connsiteY4045" fmla="*/ 1428945 h 1788513"/>
                      <a:gd name="connsiteX4046" fmla="*/ 428675 w 7665198"/>
                      <a:gd name="connsiteY4046" fmla="*/ 1427230 h 1788513"/>
                      <a:gd name="connsiteX4047" fmla="*/ 381050 w 7665198"/>
                      <a:gd name="connsiteY4047" fmla="*/ 1395322 h 1788513"/>
                      <a:gd name="connsiteX4048" fmla="*/ 366667 w 7665198"/>
                      <a:gd name="connsiteY4048" fmla="*/ 1371795 h 1788513"/>
                      <a:gd name="connsiteX4049" fmla="*/ 360381 w 7665198"/>
                      <a:gd name="connsiteY4049" fmla="*/ 1359127 h 1788513"/>
                      <a:gd name="connsiteX4050" fmla="*/ 366667 w 7665198"/>
                      <a:gd name="connsiteY4050" fmla="*/ 1371795 h 1788513"/>
                      <a:gd name="connsiteX4051" fmla="*/ 436771 w 7665198"/>
                      <a:gd name="connsiteY4051" fmla="*/ 1420373 h 1788513"/>
                      <a:gd name="connsiteX4052" fmla="*/ 553167 w 7665198"/>
                      <a:gd name="connsiteY4052" fmla="*/ 1385321 h 1788513"/>
                      <a:gd name="connsiteX4053" fmla="*/ 518115 w 7665198"/>
                      <a:gd name="connsiteY4053" fmla="*/ 1418944 h 1788513"/>
                      <a:gd name="connsiteX4054" fmla="*/ 466299 w 7665198"/>
                      <a:gd name="connsiteY4054" fmla="*/ 1429421 h 1788513"/>
                      <a:gd name="connsiteX4055" fmla="*/ 453726 w 7665198"/>
                      <a:gd name="connsiteY4055" fmla="*/ 1442947 h 1788513"/>
                      <a:gd name="connsiteX4056" fmla="*/ 481920 w 7665198"/>
                      <a:gd name="connsiteY4056" fmla="*/ 1481618 h 1788513"/>
                      <a:gd name="connsiteX4057" fmla="*/ 497255 w 7665198"/>
                      <a:gd name="connsiteY4057" fmla="*/ 1449233 h 1788513"/>
                      <a:gd name="connsiteX4058" fmla="*/ 532117 w 7665198"/>
                      <a:gd name="connsiteY4058" fmla="*/ 1429136 h 1788513"/>
                      <a:gd name="connsiteX4059" fmla="*/ 621556 w 7665198"/>
                      <a:gd name="connsiteY4059" fmla="*/ 1412848 h 1788513"/>
                      <a:gd name="connsiteX4060" fmla="*/ 637368 w 7665198"/>
                      <a:gd name="connsiteY4060" fmla="*/ 1460854 h 1788513"/>
                      <a:gd name="connsiteX4061" fmla="*/ 645179 w 7665198"/>
                      <a:gd name="connsiteY4061" fmla="*/ 1468093 h 1788513"/>
                      <a:gd name="connsiteX4062" fmla="*/ 636415 w 7665198"/>
                      <a:gd name="connsiteY4062" fmla="*/ 1475713 h 1788513"/>
                      <a:gd name="connsiteX4063" fmla="*/ 634320 w 7665198"/>
                      <a:gd name="connsiteY4063" fmla="*/ 1475332 h 1788513"/>
                      <a:gd name="connsiteX4064" fmla="*/ 631558 w 7665198"/>
                      <a:gd name="connsiteY4064" fmla="*/ 1483809 h 1788513"/>
                      <a:gd name="connsiteX4065" fmla="*/ 574884 w 7665198"/>
                      <a:gd name="connsiteY4065" fmla="*/ 1528957 h 1788513"/>
                      <a:gd name="connsiteX4066" fmla="*/ 532593 w 7665198"/>
                      <a:gd name="connsiteY4066" fmla="*/ 1527052 h 1788513"/>
                      <a:gd name="connsiteX4067" fmla="*/ 481920 w 7665198"/>
                      <a:gd name="connsiteY4067" fmla="*/ 1481618 h 1788513"/>
                      <a:gd name="connsiteX4068" fmla="*/ 494969 w 7665198"/>
                      <a:gd name="connsiteY4068" fmla="*/ 1542007 h 1788513"/>
                      <a:gd name="connsiteX4069" fmla="*/ 586314 w 7665198"/>
                      <a:gd name="connsiteY4069" fmla="*/ 1559247 h 1788513"/>
                      <a:gd name="connsiteX4070" fmla="*/ 671182 w 7665198"/>
                      <a:gd name="connsiteY4070" fmla="*/ 1532768 h 1788513"/>
                      <a:gd name="connsiteX4071" fmla="*/ 686612 w 7665198"/>
                      <a:gd name="connsiteY4071" fmla="*/ 1516099 h 1788513"/>
                      <a:gd name="connsiteX4072" fmla="*/ 681564 w 7665198"/>
                      <a:gd name="connsiteY4072" fmla="*/ 1449615 h 1788513"/>
                      <a:gd name="connsiteX4073" fmla="*/ 702138 w 7665198"/>
                      <a:gd name="connsiteY4073" fmla="*/ 1481142 h 1788513"/>
                      <a:gd name="connsiteX4074" fmla="*/ 703567 w 7665198"/>
                      <a:gd name="connsiteY4074" fmla="*/ 1517623 h 1788513"/>
                      <a:gd name="connsiteX4075" fmla="*/ 688231 w 7665198"/>
                      <a:gd name="connsiteY4075" fmla="*/ 1551151 h 1788513"/>
                      <a:gd name="connsiteX4076" fmla="*/ 697947 w 7665198"/>
                      <a:gd name="connsiteY4076" fmla="*/ 1569153 h 1788513"/>
                      <a:gd name="connsiteX4077" fmla="*/ 726046 w 7665198"/>
                      <a:gd name="connsiteY4077" fmla="*/ 1604777 h 1788513"/>
                      <a:gd name="connsiteX4078" fmla="*/ 677468 w 7665198"/>
                      <a:gd name="connsiteY4078" fmla="*/ 1569343 h 1788513"/>
                      <a:gd name="connsiteX4079" fmla="*/ 661942 w 7665198"/>
                      <a:gd name="connsiteY4079" fmla="*/ 1560580 h 1788513"/>
                      <a:gd name="connsiteX4080" fmla="*/ 627176 w 7665198"/>
                      <a:gd name="connsiteY4080" fmla="*/ 1563629 h 1788513"/>
                      <a:gd name="connsiteX4081" fmla="*/ 494969 w 7665198"/>
                      <a:gd name="connsiteY4081" fmla="*/ 1542007 h 1788513"/>
                      <a:gd name="connsiteX4082" fmla="*/ 684136 w 7665198"/>
                      <a:gd name="connsiteY4082" fmla="*/ 1622684 h 1788513"/>
                      <a:gd name="connsiteX4083" fmla="*/ 661276 w 7665198"/>
                      <a:gd name="connsiteY4083" fmla="*/ 1600205 h 1788513"/>
                      <a:gd name="connsiteX4084" fmla="*/ 628224 w 7665198"/>
                      <a:gd name="connsiteY4084" fmla="*/ 1592490 h 1788513"/>
                      <a:gd name="connsiteX4085" fmla="*/ 598506 w 7665198"/>
                      <a:gd name="connsiteY4085" fmla="*/ 1587822 h 1788513"/>
                      <a:gd name="connsiteX4086" fmla="*/ 640130 w 7665198"/>
                      <a:gd name="connsiteY4086" fmla="*/ 1573154 h 1788513"/>
                      <a:gd name="connsiteX4087" fmla="*/ 653084 w 7665198"/>
                      <a:gd name="connsiteY4087" fmla="*/ 1571915 h 1788513"/>
                      <a:gd name="connsiteX4088" fmla="*/ 662800 w 7665198"/>
                      <a:gd name="connsiteY4088" fmla="*/ 1575154 h 1788513"/>
                      <a:gd name="connsiteX4089" fmla="*/ 722617 w 7665198"/>
                      <a:gd name="connsiteY4089" fmla="*/ 1617064 h 1788513"/>
                      <a:gd name="connsiteX4090" fmla="*/ 732046 w 7665198"/>
                      <a:gd name="connsiteY4090" fmla="*/ 1633066 h 1788513"/>
                      <a:gd name="connsiteX4091" fmla="*/ 730713 w 7665198"/>
                      <a:gd name="connsiteY4091" fmla="*/ 1639924 h 1788513"/>
                      <a:gd name="connsiteX4092" fmla="*/ 703662 w 7665198"/>
                      <a:gd name="connsiteY4092" fmla="*/ 1643162 h 1788513"/>
                      <a:gd name="connsiteX4093" fmla="*/ 684136 w 7665198"/>
                      <a:gd name="connsiteY4093" fmla="*/ 1622684 h 1788513"/>
                      <a:gd name="connsiteX4094" fmla="*/ 749763 w 7665198"/>
                      <a:gd name="connsiteY4094" fmla="*/ 1673071 h 1788513"/>
                      <a:gd name="connsiteX4095" fmla="*/ 714521 w 7665198"/>
                      <a:gd name="connsiteY4095" fmla="*/ 1692502 h 1788513"/>
                      <a:gd name="connsiteX4096" fmla="*/ 746048 w 7665198"/>
                      <a:gd name="connsiteY4096" fmla="*/ 1657640 h 1788513"/>
                      <a:gd name="connsiteX4097" fmla="*/ 765289 w 7665198"/>
                      <a:gd name="connsiteY4097" fmla="*/ 1683453 h 1788513"/>
                      <a:gd name="connsiteX4098" fmla="*/ 796435 w 7665198"/>
                      <a:gd name="connsiteY4098" fmla="*/ 1697931 h 1788513"/>
                      <a:gd name="connsiteX4099" fmla="*/ 749763 w 7665198"/>
                      <a:gd name="connsiteY4099" fmla="*/ 1673071 h 1788513"/>
                      <a:gd name="connsiteX4100" fmla="*/ 985602 w 7665198"/>
                      <a:gd name="connsiteY4100" fmla="*/ 1694883 h 1788513"/>
                      <a:gd name="connsiteX4101" fmla="*/ 961504 w 7665198"/>
                      <a:gd name="connsiteY4101" fmla="*/ 1718600 h 1788513"/>
                      <a:gd name="connsiteX4102" fmla="*/ 920832 w 7665198"/>
                      <a:gd name="connsiteY4102" fmla="*/ 1714695 h 1788513"/>
                      <a:gd name="connsiteX4103" fmla="*/ 848156 w 7665198"/>
                      <a:gd name="connsiteY4103" fmla="*/ 1689835 h 1788513"/>
                      <a:gd name="connsiteX4104" fmla="*/ 833297 w 7665198"/>
                      <a:gd name="connsiteY4104" fmla="*/ 1697265 h 1788513"/>
                      <a:gd name="connsiteX4105" fmla="*/ 821581 w 7665198"/>
                      <a:gd name="connsiteY4105" fmla="*/ 1701360 h 1788513"/>
                      <a:gd name="connsiteX4106" fmla="*/ 800150 w 7665198"/>
                      <a:gd name="connsiteY4106" fmla="*/ 1686120 h 1788513"/>
                      <a:gd name="connsiteX4107" fmla="*/ 802627 w 7665198"/>
                      <a:gd name="connsiteY4107" fmla="*/ 1671071 h 1788513"/>
                      <a:gd name="connsiteX4108" fmla="*/ 788911 w 7665198"/>
                      <a:gd name="connsiteY4108" fmla="*/ 1662879 h 1788513"/>
                      <a:gd name="connsiteX4109" fmla="*/ 775290 w 7665198"/>
                      <a:gd name="connsiteY4109" fmla="*/ 1639352 h 1788513"/>
                      <a:gd name="connsiteX4110" fmla="*/ 803293 w 7665198"/>
                      <a:gd name="connsiteY4110" fmla="*/ 1613635 h 1788513"/>
                      <a:gd name="connsiteX4111" fmla="*/ 848061 w 7665198"/>
                      <a:gd name="connsiteY4111" fmla="*/ 1610873 h 1788513"/>
                      <a:gd name="connsiteX4112" fmla="*/ 942263 w 7665198"/>
                      <a:gd name="connsiteY4112" fmla="*/ 1617730 h 1788513"/>
                      <a:gd name="connsiteX4113" fmla="*/ 957884 w 7665198"/>
                      <a:gd name="connsiteY4113" fmla="*/ 1657736 h 1788513"/>
                      <a:gd name="connsiteX4114" fmla="*/ 968076 w 7665198"/>
                      <a:gd name="connsiteY4114" fmla="*/ 1669737 h 1788513"/>
                      <a:gd name="connsiteX4115" fmla="*/ 967314 w 7665198"/>
                      <a:gd name="connsiteY4115" fmla="*/ 1667261 h 1788513"/>
                      <a:gd name="connsiteX4116" fmla="*/ 976077 w 7665198"/>
                      <a:gd name="connsiteY4116" fmla="*/ 1659641 h 1788513"/>
                      <a:gd name="connsiteX4117" fmla="*/ 985602 w 7665198"/>
                      <a:gd name="connsiteY4117" fmla="*/ 1667165 h 1788513"/>
                      <a:gd name="connsiteX4118" fmla="*/ 976839 w 7665198"/>
                      <a:gd name="connsiteY4118" fmla="*/ 1674785 h 1788513"/>
                      <a:gd name="connsiteX4119" fmla="*/ 971696 w 7665198"/>
                      <a:gd name="connsiteY4119" fmla="*/ 1673357 h 1788513"/>
                      <a:gd name="connsiteX4120" fmla="*/ 985602 w 7665198"/>
                      <a:gd name="connsiteY4120" fmla="*/ 1694883 h 1788513"/>
                      <a:gd name="connsiteX4121" fmla="*/ 1071803 w 7665198"/>
                      <a:gd name="connsiteY4121" fmla="*/ 1582298 h 1788513"/>
                      <a:gd name="connsiteX4122" fmla="*/ 1072756 w 7665198"/>
                      <a:gd name="connsiteY4122" fmla="*/ 1598585 h 1788513"/>
                      <a:gd name="connsiteX4123" fmla="*/ 1060659 w 7665198"/>
                      <a:gd name="connsiteY4123" fmla="*/ 1656973 h 1788513"/>
                      <a:gd name="connsiteX4124" fmla="*/ 1056849 w 7665198"/>
                      <a:gd name="connsiteY4124" fmla="*/ 1589727 h 1788513"/>
                      <a:gd name="connsiteX4125" fmla="*/ 1002556 w 7665198"/>
                      <a:gd name="connsiteY4125" fmla="*/ 1539911 h 1788513"/>
                      <a:gd name="connsiteX4126" fmla="*/ 988174 w 7665198"/>
                      <a:gd name="connsiteY4126" fmla="*/ 1539340 h 1788513"/>
                      <a:gd name="connsiteX4127" fmla="*/ 983411 w 7665198"/>
                      <a:gd name="connsiteY4127" fmla="*/ 1544579 h 1788513"/>
                      <a:gd name="connsiteX4128" fmla="*/ 842060 w 7665198"/>
                      <a:gd name="connsiteY4128" fmla="*/ 1601538 h 1788513"/>
                      <a:gd name="connsiteX4129" fmla="*/ 770908 w 7665198"/>
                      <a:gd name="connsiteY4129" fmla="*/ 1593251 h 1788513"/>
                      <a:gd name="connsiteX4130" fmla="*/ 818057 w 7665198"/>
                      <a:gd name="connsiteY4130" fmla="*/ 1595823 h 1788513"/>
                      <a:gd name="connsiteX4131" fmla="*/ 913212 w 7665198"/>
                      <a:gd name="connsiteY4131" fmla="*/ 1587441 h 1788513"/>
                      <a:gd name="connsiteX4132" fmla="*/ 975125 w 7665198"/>
                      <a:gd name="connsiteY4132" fmla="*/ 1530863 h 1788513"/>
                      <a:gd name="connsiteX4133" fmla="*/ 976648 w 7665198"/>
                      <a:gd name="connsiteY4133" fmla="*/ 1499239 h 1788513"/>
                      <a:gd name="connsiteX4134" fmla="*/ 956551 w 7665198"/>
                      <a:gd name="connsiteY4134" fmla="*/ 1445233 h 1788513"/>
                      <a:gd name="connsiteX4135" fmla="*/ 936929 w 7665198"/>
                      <a:gd name="connsiteY4135" fmla="*/ 1422183 h 1788513"/>
                      <a:gd name="connsiteX4136" fmla="*/ 915879 w 7665198"/>
                      <a:gd name="connsiteY4136" fmla="*/ 1403799 h 1788513"/>
                      <a:gd name="connsiteX4137" fmla="*/ 934167 w 7665198"/>
                      <a:gd name="connsiteY4137" fmla="*/ 1410943 h 1788513"/>
                      <a:gd name="connsiteX4138" fmla="*/ 958170 w 7665198"/>
                      <a:gd name="connsiteY4138" fmla="*/ 1436184 h 1788513"/>
                      <a:gd name="connsiteX4139" fmla="*/ 989602 w 7665198"/>
                      <a:gd name="connsiteY4139" fmla="*/ 1530863 h 1788513"/>
                      <a:gd name="connsiteX4140" fmla="*/ 1046086 w 7665198"/>
                      <a:gd name="connsiteY4140" fmla="*/ 1556104 h 1788513"/>
                      <a:gd name="connsiteX4141" fmla="*/ 1067326 w 7665198"/>
                      <a:gd name="connsiteY4141" fmla="*/ 1555913 h 1788513"/>
                      <a:gd name="connsiteX4142" fmla="*/ 1091806 w 7665198"/>
                      <a:gd name="connsiteY4142" fmla="*/ 1541150 h 1788513"/>
                      <a:gd name="connsiteX4143" fmla="*/ 1114475 w 7665198"/>
                      <a:gd name="connsiteY4143" fmla="*/ 1503717 h 1788513"/>
                      <a:gd name="connsiteX4144" fmla="*/ 1099807 w 7665198"/>
                      <a:gd name="connsiteY4144" fmla="*/ 1545626 h 1788513"/>
                      <a:gd name="connsiteX4145" fmla="*/ 1060183 w 7665198"/>
                      <a:gd name="connsiteY4145" fmla="*/ 1567057 h 1788513"/>
                      <a:gd name="connsiteX4146" fmla="*/ 1071803 w 7665198"/>
                      <a:gd name="connsiteY4146" fmla="*/ 1582298 h 1788513"/>
                      <a:gd name="connsiteX4147" fmla="*/ 1211916 w 7665198"/>
                      <a:gd name="connsiteY4147" fmla="*/ 1730888 h 1788513"/>
                      <a:gd name="connsiteX4148" fmla="*/ 1185341 w 7665198"/>
                      <a:gd name="connsiteY4148" fmla="*/ 1732602 h 1788513"/>
                      <a:gd name="connsiteX4149" fmla="*/ 1133525 w 7665198"/>
                      <a:gd name="connsiteY4149" fmla="*/ 1725458 h 1788513"/>
                      <a:gd name="connsiteX4150" fmla="*/ 1104379 w 7665198"/>
                      <a:gd name="connsiteY4150" fmla="*/ 1718410 h 1788513"/>
                      <a:gd name="connsiteX4151" fmla="*/ 1078185 w 7665198"/>
                      <a:gd name="connsiteY4151" fmla="*/ 1679167 h 1788513"/>
                      <a:gd name="connsiteX4152" fmla="*/ 1086853 w 7665198"/>
                      <a:gd name="connsiteY4152" fmla="*/ 1634018 h 1788513"/>
                      <a:gd name="connsiteX4153" fmla="*/ 1211726 w 7665198"/>
                      <a:gd name="connsiteY4153" fmla="*/ 1567820 h 1788513"/>
                      <a:gd name="connsiteX4154" fmla="*/ 1234585 w 7665198"/>
                      <a:gd name="connsiteY4154" fmla="*/ 1608872 h 1788513"/>
                      <a:gd name="connsiteX4155" fmla="*/ 1241158 w 7665198"/>
                      <a:gd name="connsiteY4155" fmla="*/ 1619826 h 1788513"/>
                      <a:gd name="connsiteX4156" fmla="*/ 1234585 w 7665198"/>
                      <a:gd name="connsiteY4156" fmla="*/ 1631637 h 1788513"/>
                      <a:gd name="connsiteX4157" fmla="*/ 1223251 w 7665198"/>
                      <a:gd name="connsiteY4157" fmla="*/ 1703932 h 1788513"/>
                      <a:gd name="connsiteX4158" fmla="*/ 1211916 w 7665198"/>
                      <a:gd name="connsiteY4158" fmla="*/ 1730888 h 1788513"/>
                      <a:gd name="connsiteX4159" fmla="*/ 1339075 w 7665198"/>
                      <a:gd name="connsiteY4159" fmla="*/ 1742603 h 1788513"/>
                      <a:gd name="connsiteX4160" fmla="*/ 1329931 w 7665198"/>
                      <a:gd name="connsiteY4160" fmla="*/ 1735269 h 1788513"/>
                      <a:gd name="connsiteX4161" fmla="*/ 1319263 w 7665198"/>
                      <a:gd name="connsiteY4161" fmla="*/ 1737746 h 1788513"/>
                      <a:gd name="connsiteX4162" fmla="*/ 1220679 w 7665198"/>
                      <a:gd name="connsiteY4162" fmla="*/ 1758034 h 1788513"/>
                      <a:gd name="connsiteX4163" fmla="*/ 1290402 w 7665198"/>
                      <a:gd name="connsiteY4163" fmla="*/ 1737936 h 1788513"/>
                      <a:gd name="connsiteX4164" fmla="*/ 1341361 w 7665198"/>
                      <a:gd name="connsiteY4164" fmla="*/ 1695645 h 1788513"/>
                      <a:gd name="connsiteX4165" fmla="*/ 1348695 w 7665198"/>
                      <a:gd name="connsiteY4165" fmla="*/ 1730507 h 1788513"/>
                      <a:gd name="connsiteX4166" fmla="*/ 1413084 w 7665198"/>
                      <a:gd name="connsiteY4166" fmla="*/ 1768130 h 1788513"/>
                      <a:gd name="connsiteX4167" fmla="*/ 1339075 w 7665198"/>
                      <a:gd name="connsiteY4167" fmla="*/ 1742603 h 1788513"/>
                      <a:gd name="connsiteX4168" fmla="*/ 1431467 w 7665198"/>
                      <a:gd name="connsiteY4168" fmla="*/ 1760796 h 1788513"/>
                      <a:gd name="connsiteX4169" fmla="*/ 1397368 w 7665198"/>
                      <a:gd name="connsiteY4169" fmla="*/ 1742127 h 1788513"/>
                      <a:gd name="connsiteX4170" fmla="*/ 1378413 w 7665198"/>
                      <a:gd name="connsiteY4170" fmla="*/ 1721172 h 1788513"/>
                      <a:gd name="connsiteX4171" fmla="*/ 1376794 w 7665198"/>
                      <a:gd name="connsiteY4171" fmla="*/ 1704694 h 1788513"/>
                      <a:gd name="connsiteX4172" fmla="*/ 1374317 w 7665198"/>
                      <a:gd name="connsiteY4172" fmla="*/ 1703360 h 1788513"/>
                      <a:gd name="connsiteX4173" fmla="*/ 1359649 w 7665198"/>
                      <a:gd name="connsiteY4173" fmla="*/ 1688025 h 1788513"/>
                      <a:gd name="connsiteX4174" fmla="*/ 1363173 w 7665198"/>
                      <a:gd name="connsiteY4174" fmla="*/ 1672499 h 1788513"/>
                      <a:gd name="connsiteX4175" fmla="*/ 1388414 w 7665198"/>
                      <a:gd name="connsiteY4175" fmla="*/ 1645163 h 1788513"/>
                      <a:gd name="connsiteX4176" fmla="*/ 1431848 w 7665198"/>
                      <a:gd name="connsiteY4176" fmla="*/ 1637638 h 1788513"/>
                      <a:gd name="connsiteX4177" fmla="*/ 1455470 w 7665198"/>
                      <a:gd name="connsiteY4177" fmla="*/ 1655640 h 1788513"/>
                      <a:gd name="connsiteX4178" fmla="*/ 1472710 w 7665198"/>
                      <a:gd name="connsiteY4178" fmla="*/ 1666689 h 1788513"/>
                      <a:gd name="connsiteX4179" fmla="*/ 1431467 w 7665198"/>
                      <a:gd name="connsiteY4179" fmla="*/ 1760796 h 1788513"/>
                      <a:gd name="connsiteX4180" fmla="*/ 1567389 w 7665198"/>
                      <a:gd name="connsiteY4180" fmla="*/ 1689739 h 1788513"/>
                      <a:gd name="connsiteX4181" fmla="*/ 1560912 w 7665198"/>
                      <a:gd name="connsiteY4181" fmla="*/ 1712600 h 1788513"/>
                      <a:gd name="connsiteX4182" fmla="*/ 1558817 w 7665198"/>
                      <a:gd name="connsiteY4182" fmla="*/ 1728982 h 1788513"/>
                      <a:gd name="connsiteX4183" fmla="*/ 1560912 w 7665198"/>
                      <a:gd name="connsiteY4183" fmla="*/ 1712600 h 1788513"/>
                      <a:gd name="connsiteX4184" fmla="*/ 1560721 w 7665198"/>
                      <a:gd name="connsiteY4184" fmla="*/ 1696883 h 1788513"/>
                      <a:gd name="connsiteX4185" fmla="*/ 1554816 w 7665198"/>
                      <a:gd name="connsiteY4185" fmla="*/ 1676309 h 1788513"/>
                      <a:gd name="connsiteX4186" fmla="*/ 1540529 w 7665198"/>
                      <a:gd name="connsiteY4186" fmla="*/ 1662117 h 1788513"/>
                      <a:gd name="connsiteX4187" fmla="*/ 1485093 w 7665198"/>
                      <a:gd name="connsiteY4187" fmla="*/ 1633066 h 1788513"/>
                      <a:gd name="connsiteX4188" fmla="*/ 1518430 w 7665198"/>
                      <a:gd name="connsiteY4188" fmla="*/ 1642400 h 1788513"/>
                      <a:gd name="connsiteX4189" fmla="*/ 1534528 w 7665198"/>
                      <a:gd name="connsiteY4189" fmla="*/ 1649354 h 1788513"/>
                      <a:gd name="connsiteX4190" fmla="*/ 1551387 w 7665198"/>
                      <a:gd name="connsiteY4190" fmla="*/ 1647163 h 1788513"/>
                      <a:gd name="connsiteX4191" fmla="*/ 1555768 w 7665198"/>
                      <a:gd name="connsiteY4191" fmla="*/ 1640972 h 1788513"/>
                      <a:gd name="connsiteX4192" fmla="*/ 1568818 w 7665198"/>
                      <a:gd name="connsiteY4192" fmla="*/ 1592680 h 1788513"/>
                      <a:gd name="connsiteX4193" fmla="*/ 1557292 w 7665198"/>
                      <a:gd name="connsiteY4193" fmla="*/ 1636685 h 1788513"/>
                      <a:gd name="connsiteX4194" fmla="*/ 1555768 w 7665198"/>
                      <a:gd name="connsiteY4194" fmla="*/ 1640972 h 1788513"/>
                      <a:gd name="connsiteX4195" fmla="*/ 1556530 w 7665198"/>
                      <a:gd name="connsiteY4195" fmla="*/ 1647353 h 1788513"/>
                      <a:gd name="connsiteX4196" fmla="*/ 1583486 w 7665198"/>
                      <a:gd name="connsiteY4196" fmla="*/ 1699931 h 1788513"/>
                      <a:gd name="connsiteX4197" fmla="*/ 1567389 w 7665198"/>
                      <a:gd name="connsiteY4197" fmla="*/ 1689739 h 1788513"/>
                      <a:gd name="connsiteX4198" fmla="*/ 1734934 w 7665198"/>
                      <a:gd name="connsiteY4198" fmla="*/ 1592394 h 1788513"/>
                      <a:gd name="connsiteX4199" fmla="*/ 1719884 w 7665198"/>
                      <a:gd name="connsiteY4199" fmla="*/ 1670880 h 1788513"/>
                      <a:gd name="connsiteX4200" fmla="*/ 1717217 w 7665198"/>
                      <a:gd name="connsiteY4200" fmla="*/ 1699074 h 1788513"/>
                      <a:gd name="connsiteX4201" fmla="*/ 1666163 w 7665198"/>
                      <a:gd name="connsiteY4201" fmla="*/ 1720600 h 1788513"/>
                      <a:gd name="connsiteX4202" fmla="*/ 1635397 w 7665198"/>
                      <a:gd name="connsiteY4202" fmla="*/ 1715933 h 1788513"/>
                      <a:gd name="connsiteX4203" fmla="*/ 1617300 w 7665198"/>
                      <a:gd name="connsiteY4203" fmla="*/ 1699931 h 1788513"/>
                      <a:gd name="connsiteX4204" fmla="*/ 1600917 w 7665198"/>
                      <a:gd name="connsiteY4204" fmla="*/ 1641448 h 1788513"/>
                      <a:gd name="connsiteX4205" fmla="*/ 1588058 w 7665198"/>
                      <a:gd name="connsiteY4205" fmla="*/ 1627160 h 1788513"/>
                      <a:gd name="connsiteX4206" fmla="*/ 1591583 w 7665198"/>
                      <a:gd name="connsiteY4206" fmla="*/ 1611634 h 1788513"/>
                      <a:gd name="connsiteX4207" fmla="*/ 1616824 w 7665198"/>
                      <a:gd name="connsiteY4207" fmla="*/ 1584298 h 1788513"/>
                      <a:gd name="connsiteX4208" fmla="*/ 1631302 w 7665198"/>
                      <a:gd name="connsiteY4208" fmla="*/ 1577345 h 1788513"/>
                      <a:gd name="connsiteX4209" fmla="*/ 1725409 w 7665198"/>
                      <a:gd name="connsiteY4209" fmla="*/ 1537911 h 1788513"/>
                      <a:gd name="connsiteX4210" fmla="*/ 1741887 w 7665198"/>
                      <a:gd name="connsiteY4210" fmla="*/ 1560295 h 1788513"/>
                      <a:gd name="connsiteX4211" fmla="*/ 1744840 w 7665198"/>
                      <a:gd name="connsiteY4211" fmla="*/ 1567915 h 1788513"/>
                      <a:gd name="connsiteX4212" fmla="*/ 1740268 w 7665198"/>
                      <a:gd name="connsiteY4212" fmla="*/ 1578297 h 1788513"/>
                      <a:gd name="connsiteX4213" fmla="*/ 1734934 w 7665198"/>
                      <a:gd name="connsiteY4213" fmla="*/ 1592394 h 1788513"/>
                      <a:gd name="connsiteX4214" fmla="*/ 1665401 w 7665198"/>
                      <a:gd name="connsiteY4214" fmla="*/ 1486666 h 1788513"/>
                      <a:gd name="connsiteX4215" fmla="*/ 1634159 w 7665198"/>
                      <a:gd name="connsiteY4215" fmla="*/ 1473903 h 1788513"/>
                      <a:gd name="connsiteX4216" fmla="*/ 1662067 w 7665198"/>
                      <a:gd name="connsiteY4216" fmla="*/ 1393036 h 1788513"/>
                      <a:gd name="connsiteX4217" fmla="*/ 1729981 w 7665198"/>
                      <a:gd name="connsiteY4217" fmla="*/ 1389893 h 1788513"/>
                      <a:gd name="connsiteX4218" fmla="*/ 1732933 w 7665198"/>
                      <a:gd name="connsiteY4218" fmla="*/ 1392179 h 1788513"/>
                      <a:gd name="connsiteX4219" fmla="*/ 1766271 w 7665198"/>
                      <a:gd name="connsiteY4219" fmla="*/ 1397417 h 1788513"/>
                      <a:gd name="connsiteX4220" fmla="*/ 1762366 w 7665198"/>
                      <a:gd name="connsiteY4220" fmla="*/ 1427040 h 1788513"/>
                      <a:gd name="connsiteX4221" fmla="*/ 1759985 w 7665198"/>
                      <a:gd name="connsiteY4221" fmla="*/ 1430374 h 1788513"/>
                      <a:gd name="connsiteX4222" fmla="*/ 1760365 w 7665198"/>
                      <a:gd name="connsiteY4222" fmla="*/ 1457806 h 1788513"/>
                      <a:gd name="connsiteX4223" fmla="*/ 1665401 w 7665198"/>
                      <a:gd name="connsiteY4223" fmla="*/ 1486666 h 1788513"/>
                      <a:gd name="connsiteX4224" fmla="*/ 1771129 w 7665198"/>
                      <a:gd name="connsiteY4224" fmla="*/ 1602205 h 1788513"/>
                      <a:gd name="connsiteX4225" fmla="*/ 1761604 w 7665198"/>
                      <a:gd name="connsiteY4225" fmla="*/ 1594680 h 1788513"/>
                      <a:gd name="connsiteX4226" fmla="*/ 1770367 w 7665198"/>
                      <a:gd name="connsiteY4226" fmla="*/ 1587060 h 1788513"/>
                      <a:gd name="connsiteX4227" fmla="*/ 1779892 w 7665198"/>
                      <a:gd name="connsiteY4227" fmla="*/ 1594585 h 1788513"/>
                      <a:gd name="connsiteX4228" fmla="*/ 1771129 w 7665198"/>
                      <a:gd name="connsiteY4228" fmla="*/ 1602205 h 1788513"/>
                      <a:gd name="connsiteX4229" fmla="*/ 1789988 w 7665198"/>
                      <a:gd name="connsiteY4229" fmla="*/ 1455043 h 1788513"/>
                      <a:gd name="connsiteX4230" fmla="*/ 1780463 w 7665198"/>
                      <a:gd name="connsiteY4230" fmla="*/ 1447519 h 1788513"/>
                      <a:gd name="connsiteX4231" fmla="*/ 1789226 w 7665198"/>
                      <a:gd name="connsiteY4231" fmla="*/ 1439899 h 1788513"/>
                      <a:gd name="connsiteX4232" fmla="*/ 1798751 w 7665198"/>
                      <a:gd name="connsiteY4232" fmla="*/ 1447423 h 1788513"/>
                      <a:gd name="connsiteX4233" fmla="*/ 1789988 w 7665198"/>
                      <a:gd name="connsiteY4233" fmla="*/ 1455043 h 1788513"/>
                      <a:gd name="connsiteX4234" fmla="*/ 1842852 w 7665198"/>
                      <a:gd name="connsiteY4234" fmla="*/ 1756796 h 1788513"/>
                      <a:gd name="connsiteX4235" fmla="*/ 1836089 w 7665198"/>
                      <a:gd name="connsiteY4235" fmla="*/ 1755462 h 1788513"/>
                      <a:gd name="connsiteX4236" fmla="*/ 1832660 w 7665198"/>
                      <a:gd name="connsiteY4236" fmla="*/ 1753843 h 1788513"/>
                      <a:gd name="connsiteX4237" fmla="*/ 1853330 w 7665198"/>
                      <a:gd name="connsiteY4237" fmla="*/ 1737555 h 1788513"/>
                      <a:gd name="connsiteX4238" fmla="*/ 1842852 w 7665198"/>
                      <a:gd name="connsiteY4238" fmla="*/ 1756796 h 1788513"/>
                      <a:gd name="connsiteX4239" fmla="*/ 1915718 w 7665198"/>
                      <a:gd name="connsiteY4239" fmla="*/ 1576964 h 1788513"/>
                      <a:gd name="connsiteX4240" fmla="*/ 1902860 w 7665198"/>
                      <a:gd name="connsiteY4240" fmla="*/ 1629351 h 1788513"/>
                      <a:gd name="connsiteX4241" fmla="*/ 1898764 w 7665198"/>
                      <a:gd name="connsiteY4241" fmla="*/ 1717838 h 1788513"/>
                      <a:gd name="connsiteX4242" fmla="*/ 1890572 w 7665198"/>
                      <a:gd name="connsiteY4242" fmla="*/ 1629161 h 1788513"/>
                      <a:gd name="connsiteX4243" fmla="*/ 1808181 w 7665198"/>
                      <a:gd name="connsiteY4243" fmla="*/ 1725744 h 1788513"/>
                      <a:gd name="connsiteX4244" fmla="*/ 1853139 w 7665198"/>
                      <a:gd name="connsiteY4244" fmla="*/ 1663641 h 1788513"/>
                      <a:gd name="connsiteX4245" fmla="*/ 1885238 w 7665198"/>
                      <a:gd name="connsiteY4245" fmla="*/ 1604681 h 1788513"/>
                      <a:gd name="connsiteX4246" fmla="*/ 1866664 w 7665198"/>
                      <a:gd name="connsiteY4246" fmla="*/ 1530291 h 1788513"/>
                      <a:gd name="connsiteX4247" fmla="*/ 1806181 w 7665198"/>
                      <a:gd name="connsiteY4247" fmla="*/ 1490667 h 1788513"/>
                      <a:gd name="connsiteX4248" fmla="*/ 1859330 w 7665198"/>
                      <a:gd name="connsiteY4248" fmla="*/ 1504383 h 1788513"/>
                      <a:gd name="connsiteX4249" fmla="*/ 1895144 w 7665198"/>
                      <a:gd name="connsiteY4249" fmla="*/ 1556104 h 1788513"/>
                      <a:gd name="connsiteX4250" fmla="*/ 1903336 w 7665198"/>
                      <a:gd name="connsiteY4250" fmla="*/ 1563724 h 1788513"/>
                      <a:gd name="connsiteX4251" fmla="*/ 1914766 w 7665198"/>
                      <a:gd name="connsiteY4251" fmla="*/ 1563152 h 1788513"/>
                      <a:gd name="connsiteX4252" fmla="*/ 1942388 w 7665198"/>
                      <a:gd name="connsiteY4252" fmla="*/ 1556580 h 1788513"/>
                      <a:gd name="connsiteX4253" fmla="*/ 1965820 w 7665198"/>
                      <a:gd name="connsiteY4253" fmla="*/ 1551055 h 1788513"/>
                      <a:gd name="connsiteX4254" fmla="*/ 1942388 w 7665198"/>
                      <a:gd name="connsiteY4254" fmla="*/ 1556580 h 1788513"/>
                      <a:gd name="connsiteX4255" fmla="*/ 1915718 w 7665198"/>
                      <a:gd name="connsiteY4255" fmla="*/ 1576964 h 1788513"/>
                      <a:gd name="connsiteX4256" fmla="*/ 2063070 w 7665198"/>
                      <a:gd name="connsiteY4256" fmla="*/ 1625636 h 1788513"/>
                      <a:gd name="connsiteX4257" fmla="*/ 2056974 w 7665198"/>
                      <a:gd name="connsiteY4257" fmla="*/ 1624684 h 1788513"/>
                      <a:gd name="connsiteX4258" fmla="*/ 2031447 w 7665198"/>
                      <a:gd name="connsiteY4258" fmla="*/ 1640305 h 1788513"/>
                      <a:gd name="connsiteX4259" fmla="*/ 2036495 w 7665198"/>
                      <a:gd name="connsiteY4259" fmla="*/ 1712504 h 1788513"/>
                      <a:gd name="connsiteX4260" fmla="*/ 1987061 w 7665198"/>
                      <a:gd name="connsiteY4260" fmla="*/ 1750414 h 1788513"/>
                      <a:gd name="connsiteX4261" fmla="*/ 1952675 w 7665198"/>
                      <a:gd name="connsiteY4261" fmla="*/ 1751843 h 1788513"/>
                      <a:gd name="connsiteX4262" fmla="*/ 1929053 w 7665198"/>
                      <a:gd name="connsiteY4262" fmla="*/ 1730411 h 1788513"/>
                      <a:gd name="connsiteX4263" fmla="*/ 1934387 w 7665198"/>
                      <a:gd name="connsiteY4263" fmla="*/ 1616016 h 1788513"/>
                      <a:gd name="connsiteX4264" fmla="*/ 1983346 w 7665198"/>
                      <a:gd name="connsiteY4264" fmla="*/ 1563438 h 1788513"/>
                      <a:gd name="connsiteX4265" fmla="*/ 2026494 w 7665198"/>
                      <a:gd name="connsiteY4265" fmla="*/ 1588870 h 1788513"/>
                      <a:gd name="connsiteX4266" fmla="*/ 2064118 w 7665198"/>
                      <a:gd name="connsiteY4266" fmla="*/ 1592394 h 1788513"/>
                      <a:gd name="connsiteX4267" fmla="*/ 2068595 w 7665198"/>
                      <a:gd name="connsiteY4267" fmla="*/ 1597061 h 1788513"/>
                      <a:gd name="connsiteX4268" fmla="*/ 2080215 w 7665198"/>
                      <a:gd name="connsiteY4268" fmla="*/ 1610682 h 1788513"/>
                      <a:gd name="connsiteX4269" fmla="*/ 2063070 w 7665198"/>
                      <a:gd name="connsiteY4269" fmla="*/ 1625636 h 1788513"/>
                      <a:gd name="connsiteX4270" fmla="*/ 2106599 w 7665198"/>
                      <a:gd name="connsiteY4270" fmla="*/ 1644972 h 1788513"/>
                      <a:gd name="connsiteX4271" fmla="*/ 2097074 w 7665198"/>
                      <a:gd name="connsiteY4271" fmla="*/ 1637447 h 1788513"/>
                      <a:gd name="connsiteX4272" fmla="*/ 2105837 w 7665198"/>
                      <a:gd name="connsiteY4272" fmla="*/ 1629827 h 1788513"/>
                      <a:gd name="connsiteX4273" fmla="*/ 2115362 w 7665198"/>
                      <a:gd name="connsiteY4273" fmla="*/ 1637352 h 1788513"/>
                      <a:gd name="connsiteX4274" fmla="*/ 2106599 w 7665198"/>
                      <a:gd name="connsiteY4274" fmla="*/ 1644972 h 1788513"/>
                      <a:gd name="connsiteX4275" fmla="*/ 2124697 w 7665198"/>
                      <a:gd name="connsiteY4275" fmla="*/ 1745175 h 1788513"/>
                      <a:gd name="connsiteX4276" fmla="*/ 2144509 w 7665198"/>
                      <a:gd name="connsiteY4276" fmla="*/ 1726601 h 1788513"/>
                      <a:gd name="connsiteX4277" fmla="*/ 2169845 w 7665198"/>
                      <a:gd name="connsiteY4277" fmla="*/ 1690121 h 1788513"/>
                      <a:gd name="connsiteX4278" fmla="*/ 2178227 w 7665198"/>
                      <a:gd name="connsiteY4278" fmla="*/ 1657926 h 1788513"/>
                      <a:gd name="connsiteX4279" fmla="*/ 2153462 w 7665198"/>
                      <a:gd name="connsiteY4279" fmla="*/ 1609920 h 1788513"/>
                      <a:gd name="connsiteX4280" fmla="*/ 2104885 w 7665198"/>
                      <a:gd name="connsiteY4280" fmla="*/ 1574963 h 1788513"/>
                      <a:gd name="connsiteX4281" fmla="*/ 2084596 w 7665198"/>
                      <a:gd name="connsiteY4281" fmla="*/ 1553151 h 1788513"/>
                      <a:gd name="connsiteX4282" fmla="*/ 2139746 w 7665198"/>
                      <a:gd name="connsiteY4282" fmla="*/ 1585250 h 1788513"/>
                      <a:gd name="connsiteX4283" fmla="*/ 2185942 w 7665198"/>
                      <a:gd name="connsiteY4283" fmla="*/ 1631161 h 1788513"/>
                      <a:gd name="connsiteX4284" fmla="*/ 2197087 w 7665198"/>
                      <a:gd name="connsiteY4284" fmla="*/ 1637067 h 1788513"/>
                      <a:gd name="connsiteX4285" fmla="*/ 2207279 w 7665198"/>
                      <a:gd name="connsiteY4285" fmla="*/ 1635638 h 1788513"/>
                      <a:gd name="connsiteX4286" fmla="*/ 2275954 w 7665198"/>
                      <a:gd name="connsiteY4286" fmla="*/ 1616111 h 1788513"/>
                      <a:gd name="connsiteX4287" fmla="*/ 2214613 w 7665198"/>
                      <a:gd name="connsiteY4287" fmla="*/ 1639733 h 1788513"/>
                      <a:gd name="connsiteX4288" fmla="*/ 2189848 w 7665198"/>
                      <a:gd name="connsiteY4288" fmla="*/ 1657640 h 1788513"/>
                      <a:gd name="connsiteX4289" fmla="*/ 2188229 w 7665198"/>
                      <a:gd name="connsiteY4289" fmla="*/ 1671166 h 1788513"/>
                      <a:gd name="connsiteX4290" fmla="*/ 2173750 w 7665198"/>
                      <a:gd name="connsiteY4290" fmla="*/ 1696026 h 1788513"/>
                      <a:gd name="connsiteX4291" fmla="*/ 2144414 w 7665198"/>
                      <a:gd name="connsiteY4291" fmla="*/ 1726506 h 1788513"/>
                      <a:gd name="connsiteX4292" fmla="*/ 2124697 w 7665198"/>
                      <a:gd name="connsiteY4292" fmla="*/ 1745175 h 1788513"/>
                      <a:gd name="connsiteX4293" fmla="*/ 2289479 w 7665198"/>
                      <a:gd name="connsiteY4293" fmla="*/ 1749461 h 1788513"/>
                      <a:gd name="connsiteX4294" fmla="*/ 2248998 w 7665198"/>
                      <a:gd name="connsiteY4294" fmla="*/ 1752223 h 1788513"/>
                      <a:gd name="connsiteX4295" fmla="*/ 2176132 w 7665198"/>
                      <a:gd name="connsiteY4295" fmla="*/ 1750224 h 1788513"/>
                      <a:gd name="connsiteX4296" fmla="*/ 2160701 w 7665198"/>
                      <a:gd name="connsiteY4296" fmla="*/ 1742413 h 1788513"/>
                      <a:gd name="connsiteX4297" fmla="*/ 2164797 w 7665198"/>
                      <a:gd name="connsiteY4297" fmla="*/ 1736031 h 1788513"/>
                      <a:gd name="connsiteX4298" fmla="*/ 2234139 w 7665198"/>
                      <a:gd name="connsiteY4298" fmla="*/ 1672214 h 1788513"/>
                      <a:gd name="connsiteX4299" fmla="*/ 2268429 w 7665198"/>
                      <a:gd name="connsiteY4299" fmla="*/ 1648877 h 1788513"/>
                      <a:gd name="connsiteX4300" fmla="*/ 2303957 w 7665198"/>
                      <a:gd name="connsiteY4300" fmla="*/ 1644782 h 1788513"/>
                      <a:gd name="connsiteX4301" fmla="*/ 2339009 w 7665198"/>
                      <a:gd name="connsiteY4301" fmla="*/ 1645543 h 1788513"/>
                      <a:gd name="connsiteX4302" fmla="*/ 2342057 w 7665198"/>
                      <a:gd name="connsiteY4302" fmla="*/ 1672309 h 1788513"/>
                      <a:gd name="connsiteX4303" fmla="*/ 2289479 w 7665198"/>
                      <a:gd name="connsiteY4303" fmla="*/ 1749461 h 1788513"/>
                      <a:gd name="connsiteX4304" fmla="*/ 2412542 w 7665198"/>
                      <a:gd name="connsiteY4304" fmla="*/ 1660022 h 1788513"/>
                      <a:gd name="connsiteX4305" fmla="*/ 2401398 w 7665198"/>
                      <a:gd name="connsiteY4305" fmla="*/ 1595632 h 1788513"/>
                      <a:gd name="connsiteX4306" fmla="*/ 2347963 w 7665198"/>
                      <a:gd name="connsiteY4306" fmla="*/ 1633732 h 1788513"/>
                      <a:gd name="connsiteX4307" fmla="*/ 2383967 w 7665198"/>
                      <a:gd name="connsiteY4307" fmla="*/ 1600490 h 1788513"/>
                      <a:gd name="connsiteX4308" fmla="*/ 2394635 w 7665198"/>
                      <a:gd name="connsiteY4308" fmla="*/ 1566486 h 1788513"/>
                      <a:gd name="connsiteX4309" fmla="*/ 2375871 w 7665198"/>
                      <a:gd name="connsiteY4309" fmla="*/ 1546864 h 1788513"/>
                      <a:gd name="connsiteX4310" fmla="*/ 2362346 w 7665198"/>
                      <a:gd name="connsiteY4310" fmla="*/ 1527434 h 1788513"/>
                      <a:gd name="connsiteX4311" fmla="*/ 2472455 w 7665198"/>
                      <a:gd name="connsiteY4311" fmla="*/ 1517527 h 1788513"/>
                      <a:gd name="connsiteX4312" fmla="*/ 2440070 w 7665198"/>
                      <a:gd name="connsiteY4312" fmla="*/ 1545912 h 1788513"/>
                      <a:gd name="connsiteX4313" fmla="*/ 2425115 w 7665198"/>
                      <a:gd name="connsiteY4313" fmla="*/ 1552865 h 1788513"/>
                      <a:gd name="connsiteX4314" fmla="*/ 2412447 w 7665198"/>
                      <a:gd name="connsiteY4314" fmla="*/ 1579154 h 1788513"/>
                      <a:gd name="connsiteX4315" fmla="*/ 2409494 w 7665198"/>
                      <a:gd name="connsiteY4315" fmla="*/ 1639733 h 1788513"/>
                      <a:gd name="connsiteX4316" fmla="*/ 2412542 w 7665198"/>
                      <a:gd name="connsiteY4316" fmla="*/ 1660022 h 1788513"/>
                      <a:gd name="connsiteX4317" fmla="*/ 2431021 w 7665198"/>
                      <a:gd name="connsiteY4317" fmla="*/ 1684692 h 1788513"/>
                      <a:gd name="connsiteX4318" fmla="*/ 2412542 w 7665198"/>
                      <a:gd name="connsiteY4318" fmla="*/ 1660022 h 1788513"/>
                      <a:gd name="connsiteX4319" fmla="*/ 2575801 w 7665198"/>
                      <a:gd name="connsiteY4319" fmla="*/ 1722601 h 1788513"/>
                      <a:gd name="connsiteX4320" fmla="*/ 2562561 w 7665198"/>
                      <a:gd name="connsiteY4320" fmla="*/ 1738603 h 1788513"/>
                      <a:gd name="connsiteX4321" fmla="*/ 2542368 w 7665198"/>
                      <a:gd name="connsiteY4321" fmla="*/ 1744984 h 1788513"/>
                      <a:gd name="connsiteX4322" fmla="*/ 2460263 w 7665198"/>
                      <a:gd name="connsiteY4322" fmla="*/ 1703360 h 1788513"/>
                      <a:gd name="connsiteX4323" fmla="*/ 2447023 w 7665198"/>
                      <a:gd name="connsiteY4323" fmla="*/ 1631161 h 1788513"/>
                      <a:gd name="connsiteX4324" fmla="*/ 2432735 w 7665198"/>
                      <a:gd name="connsiteY4324" fmla="*/ 1616016 h 1788513"/>
                      <a:gd name="connsiteX4325" fmla="*/ 2436260 w 7665198"/>
                      <a:gd name="connsiteY4325" fmla="*/ 1600490 h 1788513"/>
                      <a:gd name="connsiteX4326" fmla="*/ 2461501 w 7665198"/>
                      <a:gd name="connsiteY4326" fmla="*/ 1573154 h 1788513"/>
                      <a:gd name="connsiteX4327" fmla="*/ 2462263 w 7665198"/>
                      <a:gd name="connsiteY4327" fmla="*/ 1572677 h 1788513"/>
                      <a:gd name="connsiteX4328" fmla="*/ 2479884 w 7665198"/>
                      <a:gd name="connsiteY4328" fmla="*/ 1546579 h 1788513"/>
                      <a:gd name="connsiteX4329" fmla="*/ 2563037 w 7665198"/>
                      <a:gd name="connsiteY4329" fmla="*/ 1515908 h 1788513"/>
                      <a:gd name="connsiteX4330" fmla="*/ 2565799 w 7665198"/>
                      <a:gd name="connsiteY4330" fmla="*/ 1540959 h 1788513"/>
                      <a:gd name="connsiteX4331" fmla="*/ 2568371 w 7665198"/>
                      <a:gd name="connsiteY4331" fmla="*/ 1540483 h 1788513"/>
                      <a:gd name="connsiteX4332" fmla="*/ 2569419 w 7665198"/>
                      <a:gd name="connsiteY4332" fmla="*/ 1545626 h 1788513"/>
                      <a:gd name="connsiteX4333" fmla="*/ 2568562 w 7665198"/>
                      <a:gd name="connsiteY4333" fmla="*/ 1548960 h 1788513"/>
                      <a:gd name="connsiteX4334" fmla="*/ 2570181 w 7665198"/>
                      <a:gd name="connsiteY4334" fmla="*/ 1554580 h 1788513"/>
                      <a:gd name="connsiteX4335" fmla="*/ 2564371 w 7665198"/>
                      <a:gd name="connsiteY4335" fmla="*/ 1565819 h 1788513"/>
                      <a:gd name="connsiteX4336" fmla="*/ 2560751 w 7665198"/>
                      <a:gd name="connsiteY4336" fmla="*/ 1629256 h 1788513"/>
                      <a:gd name="connsiteX4337" fmla="*/ 2575801 w 7665198"/>
                      <a:gd name="connsiteY4337" fmla="*/ 1722601 h 1788513"/>
                      <a:gd name="connsiteX4338" fmla="*/ 2596756 w 7665198"/>
                      <a:gd name="connsiteY4338" fmla="*/ 1588775 h 1788513"/>
                      <a:gd name="connsiteX4339" fmla="*/ 2587231 w 7665198"/>
                      <a:gd name="connsiteY4339" fmla="*/ 1581250 h 1788513"/>
                      <a:gd name="connsiteX4340" fmla="*/ 2595994 w 7665198"/>
                      <a:gd name="connsiteY4340" fmla="*/ 1573630 h 1788513"/>
                      <a:gd name="connsiteX4341" fmla="*/ 2605519 w 7665198"/>
                      <a:gd name="connsiteY4341" fmla="*/ 1581155 h 1788513"/>
                      <a:gd name="connsiteX4342" fmla="*/ 2596756 w 7665198"/>
                      <a:gd name="connsiteY4342" fmla="*/ 1588775 h 1788513"/>
                      <a:gd name="connsiteX4343" fmla="*/ 2491790 w 7665198"/>
                      <a:gd name="connsiteY4343" fmla="*/ 1468379 h 1788513"/>
                      <a:gd name="connsiteX4344" fmla="*/ 2475979 w 7665198"/>
                      <a:gd name="connsiteY4344" fmla="*/ 1460854 h 1788513"/>
                      <a:gd name="connsiteX4345" fmla="*/ 2471692 w 7665198"/>
                      <a:gd name="connsiteY4345" fmla="*/ 1441042 h 1788513"/>
                      <a:gd name="connsiteX4346" fmla="*/ 2477503 w 7665198"/>
                      <a:gd name="connsiteY4346" fmla="*/ 1403704 h 1788513"/>
                      <a:gd name="connsiteX4347" fmla="*/ 2530176 w 7665198"/>
                      <a:gd name="connsiteY4347" fmla="*/ 1330742 h 1788513"/>
                      <a:gd name="connsiteX4348" fmla="*/ 2611900 w 7665198"/>
                      <a:gd name="connsiteY4348" fmla="*/ 1338648 h 1788513"/>
                      <a:gd name="connsiteX4349" fmla="*/ 2617806 w 7665198"/>
                      <a:gd name="connsiteY4349" fmla="*/ 1361032 h 1788513"/>
                      <a:gd name="connsiteX4350" fmla="*/ 2639428 w 7665198"/>
                      <a:gd name="connsiteY4350" fmla="*/ 1394369 h 1788513"/>
                      <a:gd name="connsiteX4351" fmla="*/ 2640285 w 7665198"/>
                      <a:gd name="connsiteY4351" fmla="*/ 1394179 h 1788513"/>
                      <a:gd name="connsiteX4352" fmla="*/ 2649810 w 7665198"/>
                      <a:gd name="connsiteY4352" fmla="*/ 1401704 h 1788513"/>
                      <a:gd name="connsiteX4353" fmla="*/ 2648000 w 7665198"/>
                      <a:gd name="connsiteY4353" fmla="*/ 1406275 h 1788513"/>
                      <a:gd name="connsiteX4354" fmla="*/ 2657335 w 7665198"/>
                      <a:gd name="connsiteY4354" fmla="*/ 1419420 h 1788513"/>
                      <a:gd name="connsiteX4355" fmla="*/ 2684386 w 7665198"/>
                      <a:gd name="connsiteY4355" fmla="*/ 1469522 h 1788513"/>
                      <a:gd name="connsiteX4356" fmla="*/ 2653334 w 7665198"/>
                      <a:gd name="connsiteY4356" fmla="*/ 1511050 h 1788513"/>
                      <a:gd name="connsiteX4357" fmla="*/ 2622378 w 7665198"/>
                      <a:gd name="connsiteY4357" fmla="*/ 1506383 h 1788513"/>
                      <a:gd name="connsiteX4358" fmla="*/ 2491790 w 7665198"/>
                      <a:gd name="connsiteY4358" fmla="*/ 1468379 h 1788513"/>
                      <a:gd name="connsiteX4359" fmla="*/ 2674861 w 7665198"/>
                      <a:gd name="connsiteY4359" fmla="*/ 1712790 h 1788513"/>
                      <a:gd name="connsiteX4360" fmla="*/ 2704674 w 7665198"/>
                      <a:gd name="connsiteY4360" fmla="*/ 1605253 h 1788513"/>
                      <a:gd name="connsiteX4361" fmla="*/ 2624664 w 7665198"/>
                      <a:gd name="connsiteY4361" fmla="*/ 1516766 h 1788513"/>
                      <a:gd name="connsiteX4362" fmla="*/ 2680290 w 7665198"/>
                      <a:gd name="connsiteY4362" fmla="*/ 1543150 h 1788513"/>
                      <a:gd name="connsiteX4363" fmla="*/ 2692768 w 7665198"/>
                      <a:gd name="connsiteY4363" fmla="*/ 1544959 h 1788513"/>
                      <a:gd name="connsiteX4364" fmla="*/ 2696482 w 7665198"/>
                      <a:gd name="connsiteY4364" fmla="*/ 1540388 h 1788513"/>
                      <a:gd name="connsiteX4365" fmla="*/ 2718676 w 7665198"/>
                      <a:gd name="connsiteY4365" fmla="*/ 1496001 h 1788513"/>
                      <a:gd name="connsiteX4366" fmla="*/ 2732582 w 7665198"/>
                      <a:gd name="connsiteY4366" fmla="*/ 1468188 h 1788513"/>
                      <a:gd name="connsiteX4367" fmla="*/ 2718676 w 7665198"/>
                      <a:gd name="connsiteY4367" fmla="*/ 1496001 h 1788513"/>
                      <a:gd name="connsiteX4368" fmla="*/ 2712389 w 7665198"/>
                      <a:gd name="connsiteY4368" fmla="*/ 1570582 h 1788513"/>
                      <a:gd name="connsiteX4369" fmla="*/ 2715437 w 7665198"/>
                      <a:gd name="connsiteY4369" fmla="*/ 1579821 h 1788513"/>
                      <a:gd name="connsiteX4370" fmla="*/ 2724296 w 7665198"/>
                      <a:gd name="connsiteY4370" fmla="*/ 1589442 h 1788513"/>
                      <a:gd name="connsiteX4371" fmla="*/ 2757157 w 7665198"/>
                      <a:gd name="connsiteY4371" fmla="*/ 1613825 h 1788513"/>
                      <a:gd name="connsiteX4372" fmla="*/ 2837262 w 7665198"/>
                      <a:gd name="connsiteY4372" fmla="*/ 1626493 h 1788513"/>
                      <a:gd name="connsiteX4373" fmla="*/ 2721724 w 7665198"/>
                      <a:gd name="connsiteY4373" fmla="*/ 1605157 h 1788513"/>
                      <a:gd name="connsiteX4374" fmla="*/ 2674861 w 7665198"/>
                      <a:gd name="connsiteY4374" fmla="*/ 1712790 h 1788513"/>
                      <a:gd name="connsiteX4375" fmla="*/ 2713056 w 7665198"/>
                      <a:gd name="connsiteY4375" fmla="*/ 1684501 h 1788513"/>
                      <a:gd name="connsiteX4376" fmla="*/ 2754680 w 7665198"/>
                      <a:gd name="connsiteY4376" fmla="*/ 1637733 h 1788513"/>
                      <a:gd name="connsiteX4377" fmla="*/ 2775540 w 7665198"/>
                      <a:gd name="connsiteY4377" fmla="*/ 1664689 h 1788513"/>
                      <a:gd name="connsiteX4378" fmla="*/ 2752775 w 7665198"/>
                      <a:gd name="connsiteY4378" fmla="*/ 1707647 h 1788513"/>
                      <a:gd name="connsiteX4379" fmla="*/ 2713056 w 7665198"/>
                      <a:gd name="connsiteY4379" fmla="*/ 1684501 h 1788513"/>
                      <a:gd name="connsiteX4380" fmla="*/ 2806306 w 7665198"/>
                      <a:gd name="connsiteY4380" fmla="*/ 1746413 h 1788513"/>
                      <a:gd name="connsiteX4381" fmla="*/ 2818117 w 7665198"/>
                      <a:gd name="connsiteY4381" fmla="*/ 1757367 h 1788513"/>
                      <a:gd name="connsiteX4382" fmla="*/ 2768587 w 7665198"/>
                      <a:gd name="connsiteY4382" fmla="*/ 1731840 h 1788513"/>
                      <a:gd name="connsiteX4383" fmla="*/ 2754395 w 7665198"/>
                      <a:gd name="connsiteY4383" fmla="*/ 1730507 h 1788513"/>
                      <a:gd name="connsiteX4384" fmla="*/ 2768587 w 7665198"/>
                      <a:gd name="connsiteY4384" fmla="*/ 1731840 h 1788513"/>
                      <a:gd name="connsiteX4385" fmla="*/ 2802877 w 7665198"/>
                      <a:gd name="connsiteY4385" fmla="*/ 1721839 h 1788513"/>
                      <a:gd name="connsiteX4386" fmla="*/ 2833262 w 7665198"/>
                      <a:gd name="connsiteY4386" fmla="*/ 1688501 h 1788513"/>
                      <a:gd name="connsiteX4387" fmla="*/ 2839739 w 7665198"/>
                      <a:gd name="connsiteY4387" fmla="*/ 1646401 h 1788513"/>
                      <a:gd name="connsiteX4388" fmla="*/ 2839929 w 7665198"/>
                      <a:gd name="connsiteY4388" fmla="*/ 1687930 h 1788513"/>
                      <a:gd name="connsiteX4389" fmla="*/ 2804782 w 7665198"/>
                      <a:gd name="connsiteY4389" fmla="*/ 1729364 h 1788513"/>
                      <a:gd name="connsiteX4390" fmla="*/ 2799924 w 7665198"/>
                      <a:gd name="connsiteY4390" fmla="*/ 1733650 h 1788513"/>
                      <a:gd name="connsiteX4391" fmla="*/ 2806306 w 7665198"/>
                      <a:gd name="connsiteY4391" fmla="*/ 1746413 h 1788513"/>
                      <a:gd name="connsiteX4392" fmla="*/ 3080054 w 7665198"/>
                      <a:gd name="connsiteY4392" fmla="*/ 1632971 h 1788513"/>
                      <a:gd name="connsiteX4393" fmla="*/ 3071482 w 7665198"/>
                      <a:gd name="connsiteY4393" fmla="*/ 1641448 h 1788513"/>
                      <a:gd name="connsiteX4394" fmla="*/ 3071577 w 7665198"/>
                      <a:gd name="connsiteY4394" fmla="*/ 1641734 h 1788513"/>
                      <a:gd name="connsiteX4395" fmla="*/ 3063766 w 7665198"/>
                      <a:gd name="connsiteY4395" fmla="*/ 1649163 h 1788513"/>
                      <a:gd name="connsiteX4396" fmla="*/ 3025095 w 7665198"/>
                      <a:gd name="connsiteY4396" fmla="*/ 1687549 h 1788513"/>
                      <a:gd name="connsiteX4397" fmla="*/ 2904890 w 7665198"/>
                      <a:gd name="connsiteY4397" fmla="*/ 1739650 h 1788513"/>
                      <a:gd name="connsiteX4398" fmla="*/ 2873552 w 7665198"/>
                      <a:gd name="connsiteY4398" fmla="*/ 1745270 h 1788513"/>
                      <a:gd name="connsiteX4399" fmla="*/ 2845168 w 7665198"/>
                      <a:gd name="connsiteY4399" fmla="*/ 1733840 h 1788513"/>
                      <a:gd name="connsiteX4400" fmla="*/ 2844406 w 7665198"/>
                      <a:gd name="connsiteY4400" fmla="*/ 1702789 h 1788513"/>
                      <a:gd name="connsiteX4401" fmla="*/ 2937656 w 7665198"/>
                      <a:gd name="connsiteY4401" fmla="*/ 1610682 h 1788513"/>
                      <a:gd name="connsiteX4402" fmla="*/ 2944132 w 7665198"/>
                      <a:gd name="connsiteY4402" fmla="*/ 1600395 h 1788513"/>
                      <a:gd name="connsiteX4403" fmla="*/ 2970993 w 7665198"/>
                      <a:gd name="connsiteY4403" fmla="*/ 1580964 h 1788513"/>
                      <a:gd name="connsiteX4404" fmla="*/ 3022809 w 7665198"/>
                      <a:gd name="connsiteY4404" fmla="*/ 1576106 h 1788513"/>
                      <a:gd name="connsiteX4405" fmla="*/ 3024428 w 7665198"/>
                      <a:gd name="connsiteY4405" fmla="*/ 1577345 h 1788513"/>
                      <a:gd name="connsiteX4406" fmla="*/ 3082340 w 7665198"/>
                      <a:gd name="connsiteY4406" fmla="*/ 1591251 h 1788513"/>
                      <a:gd name="connsiteX4407" fmla="*/ 3080054 w 7665198"/>
                      <a:gd name="connsiteY4407" fmla="*/ 1632971 h 1788513"/>
                      <a:gd name="connsiteX4408" fmla="*/ 3226930 w 7665198"/>
                      <a:gd name="connsiteY4408" fmla="*/ 1697359 h 1788513"/>
                      <a:gd name="connsiteX4409" fmla="*/ 3177400 w 7665198"/>
                      <a:gd name="connsiteY4409" fmla="*/ 1644972 h 1788513"/>
                      <a:gd name="connsiteX4410" fmla="*/ 3129203 w 7665198"/>
                      <a:gd name="connsiteY4410" fmla="*/ 1726125 h 1788513"/>
                      <a:gd name="connsiteX4411" fmla="*/ 3167780 w 7665198"/>
                      <a:gd name="connsiteY4411" fmla="*/ 1618683 h 1788513"/>
                      <a:gd name="connsiteX4412" fmla="*/ 3148539 w 7665198"/>
                      <a:gd name="connsiteY4412" fmla="*/ 1573630 h 1788513"/>
                      <a:gd name="connsiteX4413" fmla="*/ 3131965 w 7665198"/>
                      <a:gd name="connsiteY4413" fmla="*/ 1560961 h 1788513"/>
                      <a:gd name="connsiteX4414" fmla="*/ 3111582 w 7665198"/>
                      <a:gd name="connsiteY4414" fmla="*/ 1551818 h 1788513"/>
                      <a:gd name="connsiteX4415" fmla="*/ 3131965 w 7665198"/>
                      <a:gd name="connsiteY4415" fmla="*/ 1560961 h 1788513"/>
                      <a:gd name="connsiteX4416" fmla="*/ 3171875 w 7665198"/>
                      <a:gd name="connsiteY4416" fmla="*/ 1575725 h 1788513"/>
                      <a:gd name="connsiteX4417" fmla="*/ 3176542 w 7665198"/>
                      <a:gd name="connsiteY4417" fmla="*/ 1580964 h 1788513"/>
                      <a:gd name="connsiteX4418" fmla="*/ 3186830 w 7665198"/>
                      <a:gd name="connsiteY4418" fmla="*/ 1579154 h 1788513"/>
                      <a:gd name="connsiteX4419" fmla="*/ 3244646 w 7665198"/>
                      <a:gd name="connsiteY4419" fmla="*/ 1561628 h 1788513"/>
                      <a:gd name="connsiteX4420" fmla="*/ 3187877 w 7665198"/>
                      <a:gd name="connsiteY4420" fmla="*/ 1591156 h 1788513"/>
                      <a:gd name="connsiteX4421" fmla="*/ 3180067 w 7665198"/>
                      <a:gd name="connsiteY4421" fmla="*/ 1596775 h 1788513"/>
                      <a:gd name="connsiteX4422" fmla="*/ 3191782 w 7665198"/>
                      <a:gd name="connsiteY4422" fmla="*/ 1624970 h 1788513"/>
                      <a:gd name="connsiteX4423" fmla="*/ 3200260 w 7665198"/>
                      <a:gd name="connsiteY4423" fmla="*/ 1660308 h 1788513"/>
                      <a:gd name="connsiteX4424" fmla="*/ 3237979 w 7665198"/>
                      <a:gd name="connsiteY4424" fmla="*/ 1692025 h 1788513"/>
                      <a:gd name="connsiteX4425" fmla="*/ 3303511 w 7665198"/>
                      <a:gd name="connsiteY4425" fmla="*/ 1718505 h 1788513"/>
                      <a:gd name="connsiteX4426" fmla="*/ 3226930 w 7665198"/>
                      <a:gd name="connsiteY4426" fmla="*/ 1697359 h 1788513"/>
                      <a:gd name="connsiteX4427" fmla="*/ 3355422 w 7665198"/>
                      <a:gd name="connsiteY4427" fmla="*/ 1654307 h 1788513"/>
                      <a:gd name="connsiteX4428" fmla="*/ 3338372 w 7665198"/>
                      <a:gd name="connsiteY4428" fmla="*/ 1669166 h 1788513"/>
                      <a:gd name="connsiteX4429" fmla="*/ 3323513 w 7665198"/>
                      <a:gd name="connsiteY4429" fmla="*/ 1662879 h 1788513"/>
                      <a:gd name="connsiteX4430" fmla="*/ 3323418 w 7665198"/>
                      <a:gd name="connsiteY4430" fmla="*/ 1662974 h 1788513"/>
                      <a:gd name="connsiteX4431" fmla="*/ 3295033 w 7665198"/>
                      <a:gd name="connsiteY4431" fmla="*/ 1692311 h 1788513"/>
                      <a:gd name="connsiteX4432" fmla="*/ 3249790 w 7665198"/>
                      <a:gd name="connsiteY4432" fmla="*/ 1686406 h 1788513"/>
                      <a:gd name="connsiteX4433" fmla="*/ 3235121 w 7665198"/>
                      <a:gd name="connsiteY4433" fmla="*/ 1671071 h 1788513"/>
                      <a:gd name="connsiteX4434" fmla="*/ 3237788 w 7665198"/>
                      <a:gd name="connsiteY4434" fmla="*/ 1657355 h 1788513"/>
                      <a:gd name="connsiteX4435" fmla="*/ 3213690 w 7665198"/>
                      <a:gd name="connsiteY4435" fmla="*/ 1639733 h 1788513"/>
                      <a:gd name="connsiteX4436" fmla="*/ 3212928 w 7665198"/>
                      <a:gd name="connsiteY4436" fmla="*/ 1617064 h 1788513"/>
                      <a:gd name="connsiteX4437" fmla="*/ 3223691 w 7665198"/>
                      <a:gd name="connsiteY4437" fmla="*/ 1598109 h 1788513"/>
                      <a:gd name="connsiteX4438" fmla="*/ 3260648 w 7665198"/>
                      <a:gd name="connsiteY4438" fmla="*/ 1585536 h 1788513"/>
                      <a:gd name="connsiteX4439" fmla="*/ 3363518 w 7665198"/>
                      <a:gd name="connsiteY4439" fmla="*/ 1611444 h 1788513"/>
                      <a:gd name="connsiteX4440" fmla="*/ 3352088 w 7665198"/>
                      <a:gd name="connsiteY4440" fmla="*/ 1646115 h 1788513"/>
                      <a:gd name="connsiteX4441" fmla="*/ 3355422 w 7665198"/>
                      <a:gd name="connsiteY4441" fmla="*/ 1654307 h 1788513"/>
                      <a:gd name="connsiteX4442" fmla="*/ 3381902 w 7665198"/>
                      <a:gd name="connsiteY4442" fmla="*/ 1688597 h 1788513"/>
                      <a:gd name="connsiteX4443" fmla="*/ 3372377 w 7665198"/>
                      <a:gd name="connsiteY4443" fmla="*/ 1681072 h 1788513"/>
                      <a:gd name="connsiteX4444" fmla="*/ 3381140 w 7665198"/>
                      <a:gd name="connsiteY4444" fmla="*/ 1673452 h 1788513"/>
                      <a:gd name="connsiteX4445" fmla="*/ 3390665 w 7665198"/>
                      <a:gd name="connsiteY4445" fmla="*/ 1680977 h 1788513"/>
                      <a:gd name="connsiteX4446" fmla="*/ 3381902 w 7665198"/>
                      <a:gd name="connsiteY4446" fmla="*/ 1688597 h 1788513"/>
                      <a:gd name="connsiteX4447" fmla="*/ 3442004 w 7665198"/>
                      <a:gd name="connsiteY4447" fmla="*/ 1619159 h 1788513"/>
                      <a:gd name="connsiteX4448" fmla="*/ 3401809 w 7665198"/>
                      <a:gd name="connsiteY4448" fmla="*/ 1570772 h 1788513"/>
                      <a:gd name="connsiteX4449" fmla="*/ 3351803 w 7665198"/>
                      <a:gd name="connsiteY4449" fmla="*/ 1553723 h 1788513"/>
                      <a:gd name="connsiteX4450" fmla="*/ 3409715 w 7665198"/>
                      <a:gd name="connsiteY4450" fmla="*/ 1570582 h 1788513"/>
                      <a:gd name="connsiteX4451" fmla="*/ 3455054 w 7665198"/>
                      <a:gd name="connsiteY4451" fmla="*/ 1612016 h 1788513"/>
                      <a:gd name="connsiteX4452" fmla="*/ 3526967 w 7665198"/>
                      <a:gd name="connsiteY4452" fmla="*/ 1585536 h 1788513"/>
                      <a:gd name="connsiteX4453" fmla="*/ 3460769 w 7665198"/>
                      <a:gd name="connsiteY4453" fmla="*/ 1620207 h 1788513"/>
                      <a:gd name="connsiteX4454" fmla="*/ 3432765 w 7665198"/>
                      <a:gd name="connsiteY4454" fmla="*/ 1658116 h 1788513"/>
                      <a:gd name="connsiteX4455" fmla="*/ 3423240 w 7665198"/>
                      <a:gd name="connsiteY4455" fmla="*/ 1677548 h 1788513"/>
                      <a:gd name="connsiteX4456" fmla="*/ 3432765 w 7665198"/>
                      <a:gd name="connsiteY4456" fmla="*/ 1658116 h 1788513"/>
                      <a:gd name="connsiteX4457" fmla="*/ 3438385 w 7665198"/>
                      <a:gd name="connsiteY4457" fmla="*/ 1642972 h 1788513"/>
                      <a:gd name="connsiteX4458" fmla="*/ 3442004 w 7665198"/>
                      <a:gd name="connsiteY4458" fmla="*/ 1619159 h 1788513"/>
                      <a:gd name="connsiteX4459" fmla="*/ 3564782 w 7665198"/>
                      <a:gd name="connsiteY4459" fmla="*/ 1681453 h 1788513"/>
                      <a:gd name="connsiteX4460" fmla="*/ 3521729 w 7665198"/>
                      <a:gd name="connsiteY4460" fmla="*/ 1729364 h 1788513"/>
                      <a:gd name="connsiteX4461" fmla="*/ 3493249 w 7665198"/>
                      <a:gd name="connsiteY4461" fmla="*/ 1745556 h 1788513"/>
                      <a:gd name="connsiteX4462" fmla="*/ 3459245 w 7665198"/>
                      <a:gd name="connsiteY4462" fmla="*/ 1743746 h 1788513"/>
                      <a:gd name="connsiteX4463" fmla="*/ 3444957 w 7665198"/>
                      <a:gd name="connsiteY4463" fmla="*/ 1707647 h 1788513"/>
                      <a:gd name="connsiteX4464" fmla="*/ 3465722 w 7665198"/>
                      <a:gd name="connsiteY4464" fmla="*/ 1672309 h 1788513"/>
                      <a:gd name="connsiteX4465" fmla="*/ 3474485 w 7665198"/>
                      <a:gd name="connsiteY4465" fmla="*/ 1659831 h 1788513"/>
                      <a:gd name="connsiteX4466" fmla="*/ 3471532 w 7665198"/>
                      <a:gd name="connsiteY4466" fmla="*/ 1654116 h 1788513"/>
                      <a:gd name="connsiteX4467" fmla="*/ 3475056 w 7665198"/>
                      <a:gd name="connsiteY4467" fmla="*/ 1638590 h 1788513"/>
                      <a:gd name="connsiteX4468" fmla="*/ 3500297 w 7665198"/>
                      <a:gd name="connsiteY4468" fmla="*/ 1611254 h 1788513"/>
                      <a:gd name="connsiteX4469" fmla="*/ 3543731 w 7665198"/>
                      <a:gd name="connsiteY4469" fmla="*/ 1603729 h 1788513"/>
                      <a:gd name="connsiteX4470" fmla="*/ 3559352 w 7665198"/>
                      <a:gd name="connsiteY4470" fmla="*/ 1613159 h 1788513"/>
                      <a:gd name="connsiteX4471" fmla="*/ 3574783 w 7665198"/>
                      <a:gd name="connsiteY4471" fmla="*/ 1607158 h 1788513"/>
                      <a:gd name="connsiteX4472" fmla="*/ 3587451 w 7665198"/>
                      <a:gd name="connsiteY4472" fmla="*/ 1627160 h 1788513"/>
                      <a:gd name="connsiteX4473" fmla="*/ 3564782 w 7665198"/>
                      <a:gd name="connsiteY4473" fmla="*/ 1681453 h 1788513"/>
                      <a:gd name="connsiteX4474" fmla="*/ 3565734 w 7665198"/>
                      <a:gd name="connsiteY4474" fmla="*/ 1536006 h 1788513"/>
                      <a:gd name="connsiteX4475" fmla="*/ 3554018 w 7665198"/>
                      <a:gd name="connsiteY4475" fmla="*/ 1540102 h 1788513"/>
                      <a:gd name="connsiteX4476" fmla="*/ 3544112 w 7665198"/>
                      <a:gd name="connsiteY4476" fmla="*/ 1538292 h 1788513"/>
                      <a:gd name="connsiteX4477" fmla="*/ 3490296 w 7665198"/>
                      <a:gd name="connsiteY4477" fmla="*/ 1554770 h 1788513"/>
                      <a:gd name="connsiteX4478" fmla="*/ 3455244 w 7665198"/>
                      <a:gd name="connsiteY4478" fmla="*/ 1538006 h 1788513"/>
                      <a:gd name="connsiteX4479" fmla="*/ 3465722 w 7665198"/>
                      <a:gd name="connsiteY4479" fmla="*/ 1511241 h 1788513"/>
                      <a:gd name="connsiteX4480" fmla="*/ 3580307 w 7665198"/>
                      <a:gd name="connsiteY4480" fmla="*/ 1477141 h 1788513"/>
                      <a:gd name="connsiteX4481" fmla="*/ 3619455 w 7665198"/>
                      <a:gd name="connsiteY4481" fmla="*/ 1476761 h 1788513"/>
                      <a:gd name="connsiteX4482" fmla="*/ 3628980 w 7665198"/>
                      <a:gd name="connsiteY4482" fmla="*/ 1497334 h 1788513"/>
                      <a:gd name="connsiteX4483" fmla="*/ 3610121 w 7665198"/>
                      <a:gd name="connsiteY4483" fmla="*/ 1513622 h 1788513"/>
                      <a:gd name="connsiteX4484" fmla="*/ 3565734 w 7665198"/>
                      <a:gd name="connsiteY4484" fmla="*/ 1536006 h 1788513"/>
                      <a:gd name="connsiteX4485" fmla="*/ 3640029 w 7665198"/>
                      <a:gd name="connsiteY4485" fmla="*/ 1583155 h 1788513"/>
                      <a:gd name="connsiteX4486" fmla="*/ 3688892 w 7665198"/>
                      <a:gd name="connsiteY4486" fmla="*/ 1543245 h 1788513"/>
                      <a:gd name="connsiteX4487" fmla="*/ 3755663 w 7665198"/>
                      <a:gd name="connsiteY4487" fmla="*/ 1533625 h 1788513"/>
                      <a:gd name="connsiteX4488" fmla="*/ 3805288 w 7665198"/>
                      <a:gd name="connsiteY4488" fmla="*/ 1539149 h 1788513"/>
                      <a:gd name="connsiteX4489" fmla="*/ 3740041 w 7665198"/>
                      <a:gd name="connsiteY4489" fmla="*/ 1541340 h 1788513"/>
                      <a:gd name="connsiteX4490" fmla="*/ 3680796 w 7665198"/>
                      <a:gd name="connsiteY4490" fmla="*/ 1555056 h 1788513"/>
                      <a:gd name="connsiteX4491" fmla="*/ 3620503 w 7665198"/>
                      <a:gd name="connsiteY4491" fmla="*/ 1638971 h 1788513"/>
                      <a:gd name="connsiteX4492" fmla="*/ 3640029 w 7665198"/>
                      <a:gd name="connsiteY4492" fmla="*/ 1583155 h 1788513"/>
                      <a:gd name="connsiteX4493" fmla="*/ 3805573 w 7665198"/>
                      <a:gd name="connsiteY4493" fmla="*/ 1622017 h 1788513"/>
                      <a:gd name="connsiteX4494" fmla="*/ 3791857 w 7665198"/>
                      <a:gd name="connsiteY4494" fmla="*/ 1630590 h 1788513"/>
                      <a:gd name="connsiteX4495" fmla="*/ 3790715 w 7665198"/>
                      <a:gd name="connsiteY4495" fmla="*/ 1631161 h 1788513"/>
                      <a:gd name="connsiteX4496" fmla="*/ 3677272 w 7665198"/>
                      <a:gd name="connsiteY4496" fmla="*/ 1736126 h 1788513"/>
                      <a:gd name="connsiteX4497" fmla="*/ 3654983 w 7665198"/>
                      <a:gd name="connsiteY4497" fmla="*/ 1737364 h 1788513"/>
                      <a:gd name="connsiteX4498" fmla="*/ 3633838 w 7665198"/>
                      <a:gd name="connsiteY4498" fmla="*/ 1719553 h 1788513"/>
                      <a:gd name="connsiteX4499" fmla="*/ 3632123 w 7665198"/>
                      <a:gd name="connsiteY4499" fmla="*/ 1694121 h 1788513"/>
                      <a:gd name="connsiteX4500" fmla="*/ 3676891 w 7665198"/>
                      <a:gd name="connsiteY4500" fmla="*/ 1611540 h 1788513"/>
                      <a:gd name="connsiteX4501" fmla="*/ 3757948 w 7665198"/>
                      <a:gd name="connsiteY4501" fmla="*/ 1571534 h 1788513"/>
                      <a:gd name="connsiteX4502" fmla="*/ 3788714 w 7665198"/>
                      <a:gd name="connsiteY4502" fmla="*/ 1590203 h 1788513"/>
                      <a:gd name="connsiteX4503" fmla="*/ 3799192 w 7665198"/>
                      <a:gd name="connsiteY4503" fmla="*/ 1592870 h 1788513"/>
                      <a:gd name="connsiteX4504" fmla="*/ 3801478 w 7665198"/>
                      <a:gd name="connsiteY4504" fmla="*/ 1592680 h 1788513"/>
                      <a:gd name="connsiteX4505" fmla="*/ 3820052 w 7665198"/>
                      <a:gd name="connsiteY4505" fmla="*/ 1607443 h 1788513"/>
                      <a:gd name="connsiteX4506" fmla="*/ 3805573 w 7665198"/>
                      <a:gd name="connsiteY4506" fmla="*/ 1622017 h 1788513"/>
                      <a:gd name="connsiteX4507" fmla="*/ 3798049 w 7665198"/>
                      <a:gd name="connsiteY4507" fmla="*/ 1448471 h 1788513"/>
                      <a:gd name="connsiteX4508" fmla="*/ 3787095 w 7665198"/>
                      <a:gd name="connsiteY4508" fmla="*/ 1468855 h 1788513"/>
                      <a:gd name="connsiteX4509" fmla="*/ 3763282 w 7665198"/>
                      <a:gd name="connsiteY4509" fmla="*/ 1476665 h 1788513"/>
                      <a:gd name="connsiteX4510" fmla="*/ 3746899 w 7665198"/>
                      <a:gd name="connsiteY4510" fmla="*/ 1465521 h 1788513"/>
                      <a:gd name="connsiteX4511" fmla="*/ 3730802 w 7665198"/>
                      <a:gd name="connsiteY4511" fmla="*/ 1414467 h 1788513"/>
                      <a:gd name="connsiteX4512" fmla="*/ 3733279 w 7665198"/>
                      <a:gd name="connsiteY4512" fmla="*/ 1339315 h 1788513"/>
                      <a:gd name="connsiteX4513" fmla="*/ 3776237 w 7665198"/>
                      <a:gd name="connsiteY4513" fmla="*/ 1268544 h 1788513"/>
                      <a:gd name="connsiteX4514" fmla="*/ 3838625 w 7665198"/>
                      <a:gd name="connsiteY4514" fmla="*/ 1279784 h 1788513"/>
                      <a:gd name="connsiteX4515" fmla="*/ 3871201 w 7665198"/>
                      <a:gd name="connsiteY4515" fmla="*/ 1281212 h 1788513"/>
                      <a:gd name="connsiteX4516" fmla="*/ 3880726 w 7665198"/>
                      <a:gd name="connsiteY4516" fmla="*/ 1301786 h 1788513"/>
                      <a:gd name="connsiteX4517" fmla="*/ 3861866 w 7665198"/>
                      <a:gd name="connsiteY4517" fmla="*/ 1318074 h 1788513"/>
                      <a:gd name="connsiteX4518" fmla="*/ 3852341 w 7665198"/>
                      <a:gd name="connsiteY4518" fmla="*/ 1322836 h 1788513"/>
                      <a:gd name="connsiteX4519" fmla="*/ 3841102 w 7665198"/>
                      <a:gd name="connsiteY4519" fmla="*/ 1328456 h 1788513"/>
                      <a:gd name="connsiteX4520" fmla="*/ 3840435 w 7665198"/>
                      <a:gd name="connsiteY4520" fmla="*/ 1328837 h 1788513"/>
                      <a:gd name="connsiteX4521" fmla="*/ 3835196 w 7665198"/>
                      <a:gd name="connsiteY4521" fmla="*/ 1346554 h 1788513"/>
                      <a:gd name="connsiteX4522" fmla="*/ 3798049 w 7665198"/>
                      <a:gd name="connsiteY4522" fmla="*/ 1448471 h 1788513"/>
                      <a:gd name="connsiteX4523" fmla="*/ 3846531 w 7665198"/>
                      <a:gd name="connsiteY4523" fmla="*/ 1641543 h 1788513"/>
                      <a:gd name="connsiteX4524" fmla="*/ 3837006 w 7665198"/>
                      <a:gd name="connsiteY4524" fmla="*/ 1634018 h 1788513"/>
                      <a:gd name="connsiteX4525" fmla="*/ 3845769 w 7665198"/>
                      <a:gd name="connsiteY4525" fmla="*/ 1626399 h 1788513"/>
                      <a:gd name="connsiteX4526" fmla="*/ 3855294 w 7665198"/>
                      <a:gd name="connsiteY4526" fmla="*/ 1633923 h 1788513"/>
                      <a:gd name="connsiteX4527" fmla="*/ 3846531 w 7665198"/>
                      <a:gd name="connsiteY4527" fmla="*/ 1641543 h 1788513"/>
                      <a:gd name="connsiteX4528" fmla="*/ 3897204 w 7665198"/>
                      <a:gd name="connsiteY4528" fmla="*/ 1744984 h 1788513"/>
                      <a:gd name="connsiteX4529" fmla="*/ 3863295 w 7665198"/>
                      <a:gd name="connsiteY4529" fmla="*/ 1748699 h 1788513"/>
                      <a:gd name="connsiteX4530" fmla="*/ 3897204 w 7665198"/>
                      <a:gd name="connsiteY4530" fmla="*/ 1744984 h 1788513"/>
                      <a:gd name="connsiteX4531" fmla="*/ 3900252 w 7665198"/>
                      <a:gd name="connsiteY4531" fmla="*/ 1743270 h 1788513"/>
                      <a:gd name="connsiteX4532" fmla="*/ 3915302 w 7665198"/>
                      <a:gd name="connsiteY4532" fmla="*/ 1709361 h 1788513"/>
                      <a:gd name="connsiteX4533" fmla="*/ 3923779 w 7665198"/>
                      <a:gd name="connsiteY4533" fmla="*/ 1668213 h 1788513"/>
                      <a:gd name="connsiteX4534" fmla="*/ 3938162 w 7665198"/>
                      <a:gd name="connsiteY4534" fmla="*/ 1661736 h 1788513"/>
                      <a:gd name="connsiteX4535" fmla="*/ 3931304 w 7665198"/>
                      <a:gd name="connsiteY4535" fmla="*/ 1697741 h 1788513"/>
                      <a:gd name="connsiteX4536" fmla="*/ 3941210 w 7665198"/>
                      <a:gd name="connsiteY4536" fmla="*/ 1733936 h 1788513"/>
                      <a:gd name="connsiteX4537" fmla="*/ 3953782 w 7665198"/>
                      <a:gd name="connsiteY4537" fmla="*/ 1756319 h 1788513"/>
                      <a:gd name="connsiteX4538" fmla="*/ 3897204 w 7665198"/>
                      <a:gd name="connsiteY4538" fmla="*/ 1744984 h 1788513"/>
                      <a:gd name="connsiteX4539" fmla="*/ 4026935 w 7665198"/>
                      <a:gd name="connsiteY4539" fmla="*/ 1744508 h 1788513"/>
                      <a:gd name="connsiteX4540" fmla="*/ 4022458 w 7665198"/>
                      <a:gd name="connsiteY4540" fmla="*/ 1748128 h 1788513"/>
                      <a:gd name="connsiteX4541" fmla="*/ 4015409 w 7665198"/>
                      <a:gd name="connsiteY4541" fmla="*/ 1748128 h 1788513"/>
                      <a:gd name="connsiteX4542" fmla="*/ 3987787 w 7665198"/>
                      <a:gd name="connsiteY4542" fmla="*/ 1732888 h 1788513"/>
                      <a:gd name="connsiteX4543" fmla="*/ 3969785 w 7665198"/>
                      <a:gd name="connsiteY4543" fmla="*/ 1711171 h 1788513"/>
                      <a:gd name="connsiteX4544" fmla="*/ 3972737 w 7665198"/>
                      <a:gd name="connsiteY4544" fmla="*/ 1674690 h 1788513"/>
                      <a:gd name="connsiteX4545" fmla="*/ 3996931 w 7665198"/>
                      <a:gd name="connsiteY4545" fmla="*/ 1645258 h 1788513"/>
                      <a:gd name="connsiteX4546" fmla="*/ 4032935 w 7665198"/>
                      <a:gd name="connsiteY4546" fmla="*/ 1654116 h 1788513"/>
                      <a:gd name="connsiteX4547" fmla="*/ 4026935 w 7665198"/>
                      <a:gd name="connsiteY4547" fmla="*/ 1744508 h 1788513"/>
                      <a:gd name="connsiteX4548" fmla="*/ 4057891 w 7665198"/>
                      <a:gd name="connsiteY4548" fmla="*/ 1462854 h 1788513"/>
                      <a:gd name="connsiteX4549" fmla="*/ 4048937 w 7665198"/>
                      <a:gd name="connsiteY4549" fmla="*/ 1473713 h 1788513"/>
                      <a:gd name="connsiteX4550" fmla="*/ 4020553 w 7665198"/>
                      <a:gd name="connsiteY4550" fmla="*/ 1503050 h 1788513"/>
                      <a:gd name="connsiteX4551" fmla="*/ 3999979 w 7665198"/>
                      <a:gd name="connsiteY4551" fmla="*/ 1505526 h 1788513"/>
                      <a:gd name="connsiteX4552" fmla="*/ 3975499 w 7665198"/>
                      <a:gd name="connsiteY4552" fmla="*/ 1548389 h 1788513"/>
                      <a:gd name="connsiteX4553" fmla="*/ 3910920 w 7665198"/>
                      <a:gd name="connsiteY4553" fmla="*/ 1565819 h 1788513"/>
                      <a:gd name="connsiteX4554" fmla="*/ 3880249 w 7665198"/>
                      <a:gd name="connsiteY4554" fmla="*/ 1544579 h 1788513"/>
                      <a:gd name="connsiteX4555" fmla="*/ 3863200 w 7665198"/>
                      <a:gd name="connsiteY4555" fmla="*/ 1519623 h 1788513"/>
                      <a:gd name="connsiteX4556" fmla="*/ 3896252 w 7665198"/>
                      <a:gd name="connsiteY4556" fmla="*/ 1442280 h 1788513"/>
                      <a:gd name="connsiteX4557" fmla="*/ 3995121 w 7665198"/>
                      <a:gd name="connsiteY4557" fmla="*/ 1387321 h 1788513"/>
                      <a:gd name="connsiteX4558" fmla="*/ 3994359 w 7665198"/>
                      <a:gd name="connsiteY4558" fmla="*/ 1387035 h 1788513"/>
                      <a:gd name="connsiteX4559" fmla="*/ 3996073 w 7665198"/>
                      <a:gd name="connsiteY4559" fmla="*/ 1387035 h 1788513"/>
                      <a:gd name="connsiteX4560" fmla="*/ 3995121 w 7665198"/>
                      <a:gd name="connsiteY4560" fmla="*/ 1387416 h 1788513"/>
                      <a:gd name="connsiteX4561" fmla="*/ 4033983 w 7665198"/>
                      <a:gd name="connsiteY4561" fmla="*/ 1403418 h 1788513"/>
                      <a:gd name="connsiteX4562" fmla="*/ 4033126 w 7665198"/>
                      <a:gd name="connsiteY4562" fmla="*/ 1406085 h 1788513"/>
                      <a:gd name="connsiteX4563" fmla="*/ 4037888 w 7665198"/>
                      <a:gd name="connsiteY4563" fmla="*/ 1415610 h 1788513"/>
                      <a:gd name="connsiteX4564" fmla="*/ 4026935 w 7665198"/>
                      <a:gd name="connsiteY4564" fmla="*/ 1429516 h 1788513"/>
                      <a:gd name="connsiteX4565" fmla="*/ 4032745 w 7665198"/>
                      <a:gd name="connsiteY4565" fmla="*/ 1431326 h 1788513"/>
                      <a:gd name="connsiteX4566" fmla="*/ 4057891 w 7665198"/>
                      <a:gd name="connsiteY4566" fmla="*/ 1462854 h 1788513"/>
                      <a:gd name="connsiteX4567" fmla="*/ 4054843 w 7665198"/>
                      <a:gd name="connsiteY4567" fmla="*/ 1442280 h 1788513"/>
                      <a:gd name="connsiteX4568" fmla="*/ 4063606 w 7665198"/>
                      <a:gd name="connsiteY4568" fmla="*/ 1434660 h 1788513"/>
                      <a:gd name="connsiteX4569" fmla="*/ 4073131 w 7665198"/>
                      <a:gd name="connsiteY4569" fmla="*/ 1442185 h 1788513"/>
                      <a:gd name="connsiteX4570" fmla="*/ 4064368 w 7665198"/>
                      <a:gd name="connsiteY4570" fmla="*/ 1449805 h 1788513"/>
                      <a:gd name="connsiteX4571" fmla="*/ 4054843 w 7665198"/>
                      <a:gd name="connsiteY4571" fmla="*/ 1442280 h 1788513"/>
                      <a:gd name="connsiteX4572" fmla="*/ 4116851 w 7665198"/>
                      <a:gd name="connsiteY4572" fmla="*/ 1634304 h 1788513"/>
                      <a:gd name="connsiteX4573" fmla="*/ 4137424 w 7665198"/>
                      <a:gd name="connsiteY4573" fmla="*/ 1673071 h 1788513"/>
                      <a:gd name="connsiteX4574" fmla="*/ 4152379 w 7665198"/>
                      <a:gd name="connsiteY4574" fmla="*/ 1713171 h 1788513"/>
                      <a:gd name="connsiteX4575" fmla="*/ 4157332 w 7665198"/>
                      <a:gd name="connsiteY4575" fmla="*/ 1717458 h 1788513"/>
                      <a:gd name="connsiteX4576" fmla="*/ 4152379 w 7665198"/>
                      <a:gd name="connsiteY4576" fmla="*/ 1713171 h 1788513"/>
                      <a:gd name="connsiteX4577" fmla="*/ 4130567 w 7665198"/>
                      <a:gd name="connsiteY4577" fmla="*/ 1681739 h 1788513"/>
                      <a:gd name="connsiteX4578" fmla="*/ 4109040 w 7665198"/>
                      <a:gd name="connsiteY4578" fmla="*/ 1643353 h 1788513"/>
                      <a:gd name="connsiteX4579" fmla="*/ 4075798 w 7665198"/>
                      <a:gd name="connsiteY4579" fmla="*/ 1624017 h 1788513"/>
                      <a:gd name="connsiteX4580" fmla="*/ 4066463 w 7665198"/>
                      <a:gd name="connsiteY4580" fmla="*/ 1623350 h 1788513"/>
                      <a:gd name="connsiteX4581" fmla="*/ 4075798 w 7665198"/>
                      <a:gd name="connsiteY4581" fmla="*/ 1624017 h 1788513"/>
                      <a:gd name="connsiteX4582" fmla="*/ 4121899 w 7665198"/>
                      <a:gd name="connsiteY4582" fmla="*/ 1605824 h 1788513"/>
                      <a:gd name="connsiteX4583" fmla="*/ 4178573 w 7665198"/>
                      <a:gd name="connsiteY4583" fmla="*/ 1539245 h 1788513"/>
                      <a:gd name="connsiteX4584" fmla="*/ 4181621 w 7665198"/>
                      <a:gd name="connsiteY4584" fmla="*/ 1474760 h 1788513"/>
                      <a:gd name="connsiteX4585" fmla="*/ 4198956 w 7665198"/>
                      <a:gd name="connsiteY4585" fmla="*/ 1513051 h 1788513"/>
                      <a:gd name="connsiteX4586" fmla="*/ 4189907 w 7665198"/>
                      <a:gd name="connsiteY4586" fmla="*/ 1564009 h 1788513"/>
                      <a:gd name="connsiteX4587" fmla="*/ 4161713 w 7665198"/>
                      <a:gd name="connsiteY4587" fmla="*/ 1591251 h 1788513"/>
                      <a:gd name="connsiteX4588" fmla="*/ 4121232 w 7665198"/>
                      <a:gd name="connsiteY4588" fmla="*/ 1623350 h 1788513"/>
                      <a:gd name="connsiteX4589" fmla="*/ 4116375 w 7665198"/>
                      <a:gd name="connsiteY4589" fmla="*/ 1629161 h 1788513"/>
                      <a:gd name="connsiteX4590" fmla="*/ 4116851 w 7665198"/>
                      <a:gd name="connsiteY4590" fmla="*/ 1634304 h 1788513"/>
                      <a:gd name="connsiteX4591" fmla="*/ 4316304 w 7665198"/>
                      <a:gd name="connsiteY4591" fmla="*/ 1594299 h 1788513"/>
                      <a:gd name="connsiteX4592" fmla="*/ 4291920 w 7665198"/>
                      <a:gd name="connsiteY4592" fmla="*/ 1621159 h 1788513"/>
                      <a:gd name="connsiteX4593" fmla="*/ 4251629 w 7665198"/>
                      <a:gd name="connsiteY4593" fmla="*/ 1653449 h 1788513"/>
                      <a:gd name="connsiteX4594" fmla="*/ 4219625 w 7665198"/>
                      <a:gd name="connsiteY4594" fmla="*/ 1670785 h 1788513"/>
                      <a:gd name="connsiteX4595" fmla="*/ 4183050 w 7665198"/>
                      <a:gd name="connsiteY4595" fmla="*/ 1664879 h 1788513"/>
                      <a:gd name="connsiteX4596" fmla="*/ 4180192 w 7665198"/>
                      <a:gd name="connsiteY4596" fmla="*/ 1626684 h 1788513"/>
                      <a:gd name="connsiteX4597" fmla="*/ 4208862 w 7665198"/>
                      <a:gd name="connsiteY4597" fmla="*/ 1594394 h 1788513"/>
                      <a:gd name="connsiteX4598" fmla="*/ 4244295 w 7665198"/>
                      <a:gd name="connsiteY4598" fmla="*/ 1525719 h 1788513"/>
                      <a:gd name="connsiteX4599" fmla="*/ 4238390 w 7665198"/>
                      <a:gd name="connsiteY4599" fmla="*/ 1516670 h 1788513"/>
                      <a:gd name="connsiteX4600" fmla="*/ 4241914 w 7665198"/>
                      <a:gd name="connsiteY4600" fmla="*/ 1501145 h 1788513"/>
                      <a:gd name="connsiteX4601" fmla="*/ 4267155 w 7665198"/>
                      <a:gd name="connsiteY4601" fmla="*/ 1473808 h 1788513"/>
                      <a:gd name="connsiteX4602" fmla="*/ 4310589 w 7665198"/>
                      <a:gd name="connsiteY4602" fmla="*/ 1466283 h 1788513"/>
                      <a:gd name="connsiteX4603" fmla="*/ 4335259 w 7665198"/>
                      <a:gd name="connsiteY4603" fmla="*/ 1486286 h 1788513"/>
                      <a:gd name="connsiteX4604" fmla="*/ 4346498 w 7665198"/>
                      <a:gd name="connsiteY4604" fmla="*/ 1487333 h 1788513"/>
                      <a:gd name="connsiteX4605" fmla="*/ 4382122 w 7665198"/>
                      <a:gd name="connsiteY4605" fmla="*/ 1494477 h 1788513"/>
                      <a:gd name="connsiteX4606" fmla="*/ 4383075 w 7665198"/>
                      <a:gd name="connsiteY4606" fmla="*/ 1492572 h 1788513"/>
                      <a:gd name="connsiteX4607" fmla="*/ 4385741 w 7665198"/>
                      <a:gd name="connsiteY4607" fmla="*/ 1496668 h 1788513"/>
                      <a:gd name="connsiteX4608" fmla="*/ 4385170 w 7665198"/>
                      <a:gd name="connsiteY4608" fmla="*/ 1524386 h 1788513"/>
                      <a:gd name="connsiteX4609" fmla="*/ 4379550 w 7665198"/>
                      <a:gd name="connsiteY4609" fmla="*/ 1541245 h 1788513"/>
                      <a:gd name="connsiteX4610" fmla="*/ 4346118 w 7665198"/>
                      <a:gd name="connsiteY4610" fmla="*/ 1556199 h 1788513"/>
                      <a:gd name="connsiteX4611" fmla="*/ 4333640 w 7665198"/>
                      <a:gd name="connsiteY4611" fmla="*/ 1563438 h 1788513"/>
                      <a:gd name="connsiteX4612" fmla="*/ 4316304 w 7665198"/>
                      <a:gd name="connsiteY4612" fmla="*/ 1594299 h 1788513"/>
                      <a:gd name="connsiteX4613" fmla="*/ 4374787 w 7665198"/>
                      <a:gd name="connsiteY4613" fmla="*/ 1582774 h 1788513"/>
                      <a:gd name="connsiteX4614" fmla="*/ 4365262 w 7665198"/>
                      <a:gd name="connsiteY4614" fmla="*/ 1575249 h 1788513"/>
                      <a:gd name="connsiteX4615" fmla="*/ 4374026 w 7665198"/>
                      <a:gd name="connsiteY4615" fmla="*/ 1567629 h 1788513"/>
                      <a:gd name="connsiteX4616" fmla="*/ 4383551 w 7665198"/>
                      <a:gd name="connsiteY4616" fmla="*/ 1575154 h 1788513"/>
                      <a:gd name="connsiteX4617" fmla="*/ 4374787 w 7665198"/>
                      <a:gd name="connsiteY4617" fmla="*/ 1582774 h 1788513"/>
                      <a:gd name="connsiteX4618" fmla="*/ 4455750 w 7665198"/>
                      <a:gd name="connsiteY4618" fmla="*/ 1677929 h 1788513"/>
                      <a:gd name="connsiteX4619" fmla="*/ 4453655 w 7665198"/>
                      <a:gd name="connsiteY4619" fmla="*/ 1607729 h 1788513"/>
                      <a:gd name="connsiteX4620" fmla="*/ 4382598 w 7665198"/>
                      <a:gd name="connsiteY4620" fmla="*/ 1703742 h 1788513"/>
                      <a:gd name="connsiteX4621" fmla="*/ 4437938 w 7665198"/>
                      <a:gd name="connsiteY4621" fmla="*/ 1543816 h 1788513"/>
                      <a:gd name="connsiteX4622" fmla="*/ 4416698 w 7665198"/>
                      <a:gd name="connsiteY4622" fmla="*/ 1497334 h 1788513"/>
                      <a:gd name="connsiteX4623" fmla="*/ 4387456 w 7665198"/>
                      <a:gd name="connsiteY4623" fmla="*/ 1477618 h 1788513"/>
                      <a:gd name="connsiteX4624" fmla="*/ 4424508 w 7665198"/>
                      <a:gd name="connsiteY4624" fmla="*/ 1487619 h 1788513"/>
                      <a:gd name="connsiteX4625" fmla="*/ 4442891 w 7665198"/>
                      <a:gd name="connsiteY4625" fmla="*/ 1504193 h 1788513"/>
                      <a:gd name="connsiteX4626" fmla="*/ 4457465 w 7665198"/>
                      <a:gd name="connsiteY4626" fmla="*/ 1559057 h 1788513"/>
                      <a:gd name="connsiteX4627" fmla="*/ 4474514 w 7665198"/>
                      <a:gd name="connsiteY4627" fmla="*/ 1553341 h 1788513"/>
                      <a:gd name="connsiteX4628" fmla="*/ 4525568 w 7665198"/>
                      <a:gd name="connsiteY4628" fmla="*/ 1540959 h 1788513"/>
                      <a:gd name="connsiteX4629" fmla="*/ 4488135 w 7665198"/>
                      <a:gd name="connsiteY4629" fmla="*/ 1552770 h 1788513"/>
                      <a:gd name="connsiteX4630" fmla="*/ 4474895 w 7665198"/>
                      <a:gd name="connsiteY4630" fmla="*/ 1559342 h 1788513"/>
                      <a:gd name="connsiteX4631" fmla="*/ 4470037 w 7665198"/>
                      <a:gd name="connsiteY4631" fmla="*/ 1570677 h 1788513"/>
                      <a:gd name="connsiteX4632" fmla="*/ 4455750 w 7665198"/>
                      <a:gd name="connsiteY4632" fmla="*/ 1677929 h 1788513"/>
                      <a:gd name="connsiteX4633" fmla="*/ 4608912 w 7665198"/>
                      <a:gd name="connsiteY4633" fmla="*/ 1608205 h 1788513"/>
                      <a:gd name="connsiteX4634" fmla="*/ 4539570 w 7665198"/>
                      <a:gd name="connsiteY4634" fmla="*/ 1735365 h 1788513"/>
                      <a:gd name="connsiteX4635" fmla="*/ 4513567 w 7665198"/>
                      <a:gd name="connsiteY4635" fmla="*/ 1742222 h 1788513"/>
                      <a:gd name="connsiteX4636" fmla="*/ 4501947 w 7665198"/>
                      <a:gd name="connsiteY4636" fmla="*/ 1727268 h 1788513"/>
                      <a:gd name="connsiteX4637" fmla="*/ 4506518 w 7665198"/>
                      <a:gd name="connsiteY4637" fmla="*/ 1626589 h 1788513"/>
                      <a:gd name="connsiteX4638" fmla="*/ 4495946 w 7665198"/>
                      <a:gd name="connsiteY4638" fmla="*/ 1630208 h 1788513"/>
                      <a:gd name="connsiteX4639" fmla="*/ 4474514 w 7665198"/>
                      <a:gd name="connsiteY4639" fmla="*/ 1614968 h 1788513"/>
                      <a:gd name="connsiteX4640" fmla="*/ 4482706 w 7665198"/>
                      <a:gd name="connsiteY4640" fmla="*/ 1591251 h 1788513"/>
                      <a:gd name="connsiteX4641" fmla="*/ 4509566 w 7665198"/>
                      <a:gd name="connsiteY4641" fmla="*/ 1571820 h 1788513"/>
                      <a:gd name="connsiteX4642" fmla="*/ 4556620 w 7665198"/>
                      <a:gd name="connsiteY4642" fmla="*/ 1564962 h 1788513"/>
                      <a:gd name="connsiteX4643" fmla="*/ 4571384 w 7665198"/>
                      <a:gd name="connsiteY4643" fmla="*/ 1563057 h 1788513"/>
                      <a:gd name="connsiteX4644" fmla="*/ 4621961 w 7665198"/>
                      <a:gd name="connsiteY4644" fmla="*/ 1574583 h 1788513"/>
                      <a:gd name="connsiteX4645" fmla="*/ 4608912 w 7665198"/>
                      <a:gd name="connsiteY4645" fmla="*/ 1608205 h 1788513"/>
                      <a:gd name="connsiteX4646" fmla="*/ 4606817 w 7665198"/>
                      <a:gd name="connsiteY4646" fmla="*/ 1451043 h 1788513"/>
                      <a:gd name="connsiteX4647" fmla="*/ 4610436 w 7665198"/>
                      <a:gd name="connsiteY4647" fmla="*/ 1452567 h 1788513"/>
                      <a:gd name="connsiteX4648" fmla="*/ 4619961 w 7665198"/>
                      <a:gd name="connsiteY4648" fmla="*/ 1473141 h 1788513"/>
                      <a:gd name="connsiteX4649" fmla="*/ 4601102 w 7665198"/>
                      <a:gd name="connsiteY4649" fmla="*/ 1489429 h 1788513"/>
                      <a:gd name="connsiteX4650" fmla="*/ 4556620 w 7665198"/>
                      <a:gd name="connsiteY4650" fmla="*/ 1511622 h 1788513"/>
                      <a:gd name="connsiteX4651" fmla="*/ 4544904 w 7665198"/>
                      <a:gd name="connsiteY4651" fmla="*/ 1515718 h 1788513"/>
                      <a:gd name="connsiteX4652" fmla="*/ 4523759 w 7665198"/>
                      <a:gd name="connsiteY4652" fmla="*/ 1501335 h 1788513"/>
                      <a:gd name="connsiteX4653" fmla="*/ 4522806 w 7665198"/>
                      <a:gd name="connsiteY4653" fmla="*/ 1501716 h 1788513"/>
                      <a:gd name="connsiteX4654" fmla="*/ 4490612 w 7665198"/>
                      <a:gd name="connsiteY4654" fmla="*/ 1510670 h 1788513"/>
                      <a:gd name="connsiteX4655" fmla="*/ 4479086 w 7665198"/>
                      <a:gd name="connsiteY4655" fmla="*/ 1507622 h 1788513"/>
                      <a:gd name="connsiteX4656" fmla="*/ 4476991 w 7665198"/>
                      <a:gd name="connsiteY4656" fmla="*/ 1502859 h 1788513"/>
                      <a:gd name="connsiteX4657" fmla="*/ 4491659 w 7665198"/>
                      <a:gd name="connsiteY4657" fmla="*/ 1467712 h 1788513"/>
                      <a:gd name="connsiteX4658" fmla="*/ 4526616 w 7665198"/>
                      <a:gd name="connsiteY4658" fmla="*/ 1443042 h 1788513"/>
                      <a:gd name="connsiteX4659" fmla="*/ 4554905 w 7665198"/>
                      <a:gd name="connsiteY4659" fmla="*/ 1427135 h 1788513"/>
                      <a:gd name="connsiteX4660" fmla="*/ 4627677 w 7665198"/>
                      <a:gd name="connsiteY4660" fmla="*/ 1429421 h 1788513"/>
                      <a:gd name="connsiteX4661" fmla="*/ 4606817 w 7665198"/>
                      <a:gd name="connsiteY4661" fmla="*/ 1451043 h 1788513"/>
                      <a:gd name="connsiteX4662" fmla="*/ 4607674 w 7665198"/>
                      <a:gd name="connsiteY4662" fmla="*/ 1389035 h 1788513"/>
                      <a:gd name="connsiteX4663" fmla="*/ 4564716 w 7665198"/>
                      <a:gd name="connsiteY4663" fmla="*/ 1391893 h 1788513"/>
                      <a:gd name="connsiteX4664" fmla="*/ 4543571 w 7665198"/>
                      <a:gd name="connsiteY4664" fmla="*/ 1401323 h 1788513"/>
                      <a:gd name="connsiteX4665" fmla="*/ 4564716 w 7665198"/>
                      <a:gd name="connsiteY4665" fmla="*/ 1391893 h 1788513"/>
                      <a:gd name="connsiteX4666" fmla="*/ 4595006 w 7665198"/>
                      <a:gd name="connsiteY4666" fmla="*/ 1361413 h 1788513"/>
                      <a:gd name="connsiteX4667" fmla="*/ 4600149 w 7665198"/>
                      <a:gd name="connsiteY4667" fmla="*/ 1308359 h 1788513"/>
                      <a:gd name="connsiteX4668" fmla="*/ 4604912 w 7665198"/>
                      <a:gd name="connsiteY4668" fmla="*/ 1365985 h 1788513"/>
                      <a:gd name="connsiteX4669" fmla="*/ 4606626 w 7665198"/>
                      <a:gd name="connsiteY4669" fmla="*/ 1377510 h 1788513"/>
                      <a:gd name="connsiteX4670" fmla="*/ 4613579 w 7665198"/>
                      <a:gd name="connsiteY4670" fmla="*/ 1380558 h 1788513"/>
                      <a:gd name="connsiteX4671" fmla="*/ 4638249 w 7665198"/>
                      <a:gd name="connsiteY4671" fmla="*/ 1398179 h 1788513"/>
                      <a:gd name="connsiteX4672" fmla="*/ 4694446 w 7665198"/>
                      <a:gd name="connsiteY4672" fmla="*/ 1431802 h 1788513"/>
                      <a:gd name="connsiteX4673" fmla="*/ 4628438 w 7665198"/>
                      <a:gd name="connsiteY4673" fmla="*/ 1400275 h 1788513"/>
                      <a:gd name="connsiteX4674" fmla="*/ 4607674 w 7665198"/>
                      <a:gd name="connsiteY4674" fmla="*/ 1389035 h 1788513"/>
                      <a:gd name="connsiteX4675" fmla="*/ 4750073 w 7665198"/>
                      <a:gd name="connsiteY4675" fmla="*/ 1726125 h 1788513"/>
                      <a:gd name="connsiteX4676" fmla="*/ 4736643 w 7665198"/>
                      <a:gd name="connsiteY4676" fmla="*/ 1682405 h 1788513"/>
                      <a:gd name="connsiteX4677" fmla="*/ 4735500 w 7665198"/>
                      <a:gd name="connsiteY4677" fmla="*/ 1682691 h 1788513"/>
                      <a:gd name="connsiteX4678" fmla="*/ 4732166 w 7665198"/>
                      <a:gd name="connsiteY4678" fmla="*/ 1685453 h 1788513"/>
                      <a:gd name="connsiteX4679" fmla="*/ 4700638 w 7665198"/>
                      <a:gd name="connsiteY4679" fmla="*/ 1720505 h 1788513"/>
                      <a:gd name="connsiteX4680" fmla="*/ 4677968 w 7665198"/>
                      <a:gd name="connsiteY4680" fmla="*/ 1729554 h 1788513"/>
                      <a:gd name="connsiteX4681" fmla="*/ 4719593 w 7665198"/>
                      <a:gd name="connsiteY4681" fmla="*/ 1686882 h 1788513"/>
                      <a:gd name="connsiteX4682" fmla="*/ 4727975 w 7665198"/>
                      <a:gd name="connsiteY4682" fmla="*/ 1655068 h 1788513"/>
                      <a:gd name="connsiteX4683" fmla="*/ 4716068 w 7665198"/>
                      <a:gd name="connsiteY4683" fmla="*/ 1666022 h 1788513"/>
                      <a:gd name="connsiteX4684" fmla="*/ 4634154 w 7665198"/>
                      <a:gd name="connsiteY4684" fmla="*/ 1740984 h 1788513"/>
                      <a:gd name="connsiteX4685" fmla="*/ 4702162 w 7665198"/>
                      <a:gd name="connsiteY4685" fmla="*/ 1662307 h 1788513"/>
                      <a:gd name="connsiteX4686" fmla="*/ 4714545 w 7665198"/>
                      <a:gd name="connsiteY4686" fmla="*/ 1630113 h 1788513"/>
                      <a:gd name="connsiteX4687" fmla="*/ 4698447 w 7665198"/>
                      <a:gd name="connsiteY4687" fmla="*/ 1605920 h 1788513"/>
                      <a:gd name="connsiteX4688" fmla="*/ 4764932 w 7665198"/>
                      <a:gd name="connsiteY4688" fmla="*/ 1610491 h 1788513"/>
                      <a:gd name="connsiteX4689" fmla="*/ 4804651 w 7665198"/>
                      <a:gd name="connsiteY4689" fmla="*/ 1581250 h 1788513"/>
                      <a:gd name="connsiteX4690" fmla="*/ 4779600 w 7665198"/>
                      <a:gd name="connsiteY4690" fmla="*/ 1616683 h 1788513"/>
                      <a:gd name="connsiteX4691" fmla="*/ 4746739 w 7665198"/>
                      <a:gd name="connsiteY4691" fmla="*/ 1643353 h 1788513"/>
                      <a:gd name="connsiteX4692" fmla="*/ 4750644 w 7665198"/>
                      <a:gd name="connsiteY4692" fmla="*/ 1662784 h 1788513"/>
                      <a:gd name="connsiteX4693" fmla="*/ 4755026 w 7665198"/>
                      <a:gd name="connsiteY4693" fmla="*/ 1691930 h 1788513"/>
                      <a:gd name="connsiteX4694" fmla="*/ 4746358 w 7665198"/>
                      <a:gd name="connsiteY4694" fmla="*/ 1684977 h 1788513"/>
                      <a:gd name="connsiteX4695" fmla="*/ 4745691 w 7665198"/>
                      <a:gd name="connsiteY4695" fmla="*/ 1684596 h 1788513"/>
                      <a:gd name="connsiteX4696" fmla="*/ 4750073 w 7665198"/>
                      <a:gd name="connsiteY4696" fmla="*/ 1726125 h 1788513"/>
                      <a:gd name="connsiteX4697" fmla="*/ 4848466 w 7665198"/>
                      <a:gd name="connsiteY4697" fmla="*/ 1718696 h 1788513"/>
                      <a:gd name="connsiteX4698" fmla="*/ 4785029 w 7665198"/>
                      <a:gd name="connsiteY4698" fmla="*/ 1722792 h 1788513"/>
                      <a:gd name="connsiteX4699" fmla="*/ 4774171 w 7665198"/>
                      <a:gd name="connsiteY4699" fmla="*/ 1710123 h 1788513"/>
                      <a:gd name="connsiteX4700" fmla="*/ 4768742 w 7665198"/>
                      <a:gd name="connsiteY4700" fmla="*/ 1659450 h 1788513"/>
                      <a:gd name="connsiteX4701" fmla="*/ 4796364 w 7665198"/>
                      <a:gd name="connsiteY4701" fmla="*/ 1628303 h 1788513"/>
                      <a:gd name="connsiteX4702" fmla="*/ 4826273 w 7665198"/>
                      <a:gd name="connsiteY4702" fmla="*/ 1599347 h 1788513"/>
                      <a:gd name="connsiteX4703" fmla="*/ 4823225 w 7665198"/>
                      <a:gd name="connsiteY4703" fmla="*/ 1592775 h 1788513"/>
                      <a:gd name="connsiteX4704" fmla="*/ 4831416 w 7665198"/>
                      <a:gd name="connsiteY4704" fmla="*/ 1569058 h 1788513"/>
                      <a:gd name="connsiteX4705" fmla="*/ 4858277 w 7665198"/>
                      <a:gd name="connsiteY4705" fmla="*/ 1549627 h 1788513"/>
                      <a:gd name="connsiteX4706" fmla="*/ 4910093 w 7665198"/>
                      <a:gd name="connsiteY4706" fmla="*/ 1544769 h 1788513"/>
                      <a:gd name="connsiteX4707" fmla="*/ 4919618 w 7665198"/>
                      <a:gd name="connsiteY4707" fmla="*/ 1565343 h 1788513"/>
                      <a:gd name="connsiteX4708" fmla="*/ 4915141 w 7665198"/>
                      <a:gd name="connsiteY4708" fmla="*/ 1572487 h 1788513"/>
                      <a:gd name="connsiteX4709" fmla="*/ 4921332 w 7665198"/>
                      <a:gd name="connsiteY4709" fmla="*/ 1583822 h 1788513"/>
                      <a:gd name="connsiteX4710" fmla="*/ 4924380 w 7665198"/>
                      <a:gd name="connsiteY4710" fmla="*/ 1596490 h 1788513"/>
                      <a:gd name="connsiteX4711" fmla="*/ 4932000 w 7665198"/>
                      <a:gd name="connsiteY4711" fmla="*/ 1592584 h 1788513"/>
                      <a:gd name="connsiteX4712" fmla="*/ 4941525 w 7665198"/>
                      <a:gd name="connsiteY4712" fmla="*/ 1600109 h 1788513"/>
                      <a:gd name="connsiteX4713" fmla="*/ 4932762 w 7665198"/>
                      <a:gd name="connsiteY4713" fmla="*/ 1607729 h 1788513"/>
                      <a:gd name="connsiteX4714" fmla="*/ 4924475 w 7665198"/>
                      <a:gd name="connsiteY4714" fmla="*/ 1603538 h 1788513"/>
                      <a:gd name="connsiteX4715" fmla="*/ 4901806 w 7665198"/>
                      <a:gd name="connsiteY4715" fmla="*/ 1656497 h 1788513"/>
                      <a:gd name="connsiteX4716" fmla="*/ 4848466 w 7665198"/>
                      <a:gd name="connsiteY4716" fmla="*/ 1718696 h 1788513"/>
                      <a:gd name="connsiteX4717" fmla="*/ 4989817 w 7665198"/>
                      <a:gd name="connsiteY4717" fmla="*/ 1700598 h 1788513"/>
                      <a:gd name="connsiteX4718" fmla="*/ 4976482 w 7665198"/>
                      <a:gd name="connsiteY4718" fmla="*/ 1699264 h 1788513"/>
                      <a:gd name="connsiteX4719" fmla="*/ 4945716 w 7665198"/>
                      <a:gd name="connsiteY4719" fmla="*/ 1724887 h 1788513"/>
                      <a:gd name="connsiteX4720" fmla="*/ 4906568 w 7665198"/>
                      <a:gd name="connsiteY4720" fmla="*/ 1749366 h 1788513"/>
                      <a:gd name="connsiteX4721" fmla="*/ 4955432 w 7665198"/>
                      <a:gd name="connsiteY4721" fmla="*/ 1706504 h 1788513"/>
                      <a:gd name="connsiteX4722" fmla="*/ 4969719 w 7665198"/>
                      <a:gd name="connsiteY4722" fmla="*/ 1668308 h 1788513"/>
                      <a:gd name="connsiteX4723" fmla="*/ 4987531 w 7665198"/>
                      <a:gd name="connsiteY4723" fmla="*/ 1686406 h 1788513"/>
                      <a:gd name="connsiteX4724" fmla="*/ 5016106 w 7665198"/>
                      <a:gd name="connsiteY4724" fmla="*/ 1700789 h 1788513"/>
                      <a:gd name="connsiteX4725" fmla="*/ 5069065 w 7665198"/>
                      <a:gd name="connsiteY4725" fmla="*/ 1715648 h 1788513"/>
                      <a:gd name="connsiteX4726" fmla="*/ 4989817 w 7665198"/>
                      <a:gd name="connsiteY4726" fmla="*/ 1700598 h 1788513"/>
                      <a:gd name="connsiteX4727" fmla="*/ 5186318 w 7665198"/>
                      <a:gd name="connsiteY4727" fmla="*/ 1551532 h 1788513"/>
                      <a:gd name="connsiteX4728" fmla="*/ 5167458 w 7665198"/>
                      <a:gd name="connsiteY4728" fmla="*/ 1567820 h 1788513"/>
                      <a:gd name="connsiteX4729" fmla="*/ 5186032 w 7665198"/>
                      <a:gd name="connsiteY4729" fmla="*/ 1582583 h 1788513"/>
                      <a:gd name="connsiteX4730" fmla="*/ 5168982 w 7665198"/>
                      <a:gd name="connsiteY4730" fmla="*/ 1597442 h 1788513"/>
                      <a:gd name="connsiteX4731" fmla="*/ 5150409 w 7665198"/>
                      <a:gd name="connsiteY4731" fmla="*/ 1582679 h 1788513"/>
                      <a:gd name="connsiteX4732" fmla="*/ 5152504 w 7665198"/>
                      <a:gd name="connsiteY4732" fmla="*/ 1575249 h 1788513"/>
                      <a:gd name="connsiteX4733" fmla="*/ 5146694 w 7665198"/>
                      <a:gd name="connsiteY4733" fmla="*/ 1578202 h 1788513"/>
                      <a:gd name="connsiteX4734" fmla="*/ 5150694 w 7665198"/>
                      <a:gd name="connsiteY4734" fmla="*/ 1625446 h 1788513"/>
                      <a:gd name="connsiteX4735" fmla="*/ 5147837 w 7665198"/>
                      <a:gd name="connsiteY4735" fmla="*/ 1654783 h 1788513"/>
                      <a:gd name="connsiteX4736" fmla="*/ 5116785 w 7665198"/>
                      <a:gd name="connsiteY4736" fmla="*/ 1679929 h 1788513"/>
                      <a:gd name="connsiteX4737" fmla="*/ 5066303 w 7665198"/>
                      <a:gd name="connsiteY4737" fmla="*/ 1692597 h 1788513"/>
                      <a:gd name="connsiteX4738" fmla="*/ 5025822 w 7665198"/>
                      <a:gd name="connsiteY4738" fmla="*/ 1651449 h 1788513"/>
                      <a:gd name="connsiteX4739" fmla="*/ 5043824 w 7665198"/>
                      <a:gd name="connsiteY4739" fmla="*/ 1555533 h 1788513"/>
                      <a:gd name="connsiteX4740" fmla="*/ 5133168 w 7665198"/>
                      <a:gd name="connsiteY4740" fmla="*/ 1523909 h 1788513"/>
                      <a:gd name="connsiteX4741" fmla="*/ 5139455 w 7665198"/>
                      <a:gd name="connsiteY4741" fmla="*/ 1530672 h 1788513"/>
                      <a:gd name="connsiteX4742" fmla="*/ 5176793 w 7665198"/>
                      <a:gd name="connsiteY4742" fmla="*/ 1530863 h 1788513"/>
                      <a:gd name="connsiteX4743" fmla="*/ 5186318 w 7665198"/>
                      <a:gd name="connsiteY4743" fmla="*/ 1551532 h 1788513"/>
                      <a:gd name="connsiteX4744" fmla="*/ 5195176 w 7665198"/>
                      <a:gd name="connsiteY4744" fmla="*/ 1744508 h 1788513"/>
                      <a:gd name="connsiteX4745" fmla="*/ 5250993 w 7665198"/>
                      <a:gd name="connsiteY4745" fmla="*/ 1729268 h 1788513"/>
                      <a:gd name="connsiteX4746" fmla="*/ 5288711 w 7665198"/>
                      <a:gd name="connsiteY4746" fmla="*/ 1702693 h 1788513"/>
                      <a:gd name="connsiteX4747" fmla="*/ 5195176 w 7665198"/>
                      <a:gd name="connsiteY4747" fmla="*/ 1744508 h 1788513"/>
                      <a:gd name="connsiteX4748" fmla="*/ 5297379 w 7665198"/>
                      <a:gd name="connsiteY4748" fmla="*/ 1574011 h 1788513"/>
                      <a:gd name="connsiteX4749" fmla="*/ 5270995 w 7665198"/>
                      <a:gd name="connsiteY4749" fmla="*/ 1507241 h 1788513"/>
                      <a:gd name="connsiteX4750" fmla="*/ 5268709 w 7665198"/>
                      <a:gd name="connsiteY4750" fmla="*/ 1499716 h 1788513"/>
                      <a:gd name="connsiteX4751" fmla="*/ 5261375 w 7665198"/>
                      <a:gd name="connsiteY4751" fmla="*/ 1497716 h 1788513"/>
                      <a:gd name="connsiteX4752" fmla="*/ 5221655 w 7665198"/>
                      <a:gd name="connsiteY4752" fmla="*/ 1493715 h 1788513"/>
                      <a:gd name="connsiteX4753" fmla="*/ 5280329 w 7665198"/>
                      <a:gd name="connsiteY4753" fmla="*/ 1481523 h 1788513"/>
                      <a:gd name="connsiteX4754" fmla="*/ 5310333 w 7665198"/>
                      <a:gd name="connsiteY4754" fmla="*/ 1463425 h 1788513"/>
                      <a:gd name="connsiteX4755" fmla="*/ 5287283 w 7665198"/>
                      <a:gd name="connsiteY4755" fmla="*/ 1516480 h 1788513"/>
                      <a:gd name="connsiteX4756" fmla="*/ 5297379 w 7665198"/>
                      <a:gd name="connsiteY4756" fmla="*/ 1574011 h 1788513"/>
                      <a:gd name="connsiteX4757" fmla="*/ 5397773 w 7665198"/>
                      <a:gd name="connsiteY4757" fmla="*/ 1490000 h 1788513"/>
                      <a:gd name="connsiteX4758" fmla="*/ 5397868 w 7665198"/>
                      <a:gd name="connsiteY4758" fmla="*/ 1522671 h 1788513"/>
                      <a:gd name="connsiteX4759" fmla="*/ 5379199 w 7665198"/>
                      <a:gd name="connsiteY4759" fmla="*/ 1610015 h 1788513"/>
                      <a:gd name="connsiteX4760" fmla="*/ 5367388 w 7665198"/>
                      <a:gd name="connsiteY4760" fmla="*/ 1620969 h 1788513"/>
                      <a:gd name="connsiteX4761" fmla="*/ 5336146 w 7665198"/>
                      <a:gd name="connsiteY4761" fmla="*/ 1618397 h 1788513"/>
                      <a:gd name="connsiteX4762" fmla="*/ 5322620 w 7665198"/>
                      <a:gd name="connsiteY4762" fmla="*/ 1608586 h 1788513"/>
                      <a:gd name="connsiteX4763" fmla="*/ 5317858 w 7665198"/>
                      <a:gd name="connsiteY4763" fmla="*/ 1595156 h 1788513"/>
                      <a:gd name="connsiteX4764" fmla="*/ 5382818 w 7665198"/>
                      <a:gd name="connsiteY4764" fmla="*/ 1462092 h 1788513"/>
                      <a:gd name="connsiteX4765" fmla="*/ 5383676 w 7665198"/>
                      <a:gd name="connsiteY4765" fmla="*/ 1462854 h 1788513"/>
                      <a:gd name="connsiteX4766" fmla="*/ 5387200 w 7665198"/>
                      <a:gd name="connsiteY4766" fmla="*/ 1462568 h 1788513"/>
                      <a:gd name="connsiteX4767" fmla="*/ 5405774 w 7665198"/>
                      <a:gd name="connsiteY4767" fmla="*/ 1477332 h 1788513"/>
                      <a:gd name="connsiteX4768" fmla="*/ 5397773 w 7665198"/>
                      <a:gd name="connsiteY4768" fmla="*/ 1490000 h 1788513"/>
                      <a:gd name="connsiteX4769" fmla="*/ 5432253 w 7665198"/>
                      <a:gd name="connsiteY4769" fmla="*/ 1511527 h 1788513"/>
                      <a:gd name="connsiteX4770" fmla="*/ 5422728 w 7665198"/>
                      <a:gd name="connsiteY4770" fmla="*/ 1504002 h 1788513"/>
                      <a:gd name="connsiteX4771" fmla="*/ 5431491 w 7665198"/>
                      <a:gd name="connsiteY4771" fmla="*/ 1496382 h 1788513"/>
                      <a:gd name="connsiteX4772" fmla="*/ 5441016 w 7665198"/>
                      <a:gd name="connsiteY4772" fmla="*/ 1503907 h 1788513"/>
                      <a:gd name="connsiteX4773" fmla="*/ 5432253 w 7665198"/>
                      <a:gd name="connsiteY4773" fmla="*/ 1511527 h 1788513"/>
                      <a:gd name="connsiteX4774" fmla="*/ 5462543 w 7665198"/>
                      <a:gd name="connsiteY4774" fmla="*/ 1641067 h 1788513"/>
                      <a:gd name="connsiteX4775" fmla="*/ 5471020 w 7665198"/>
                      <a:gd name="connsiteY4775" fmla="*/ 1700884 h 1788513"/>
                      <a:gd name="connsiteX4776" fmla="*/ 5442636 w 7665198"/>
                      <a:gd name="connsiteY4776" fmla="*/ 1622398 h 1788513"/>
                      <a:gd name="connsiteX4777" fmla="*/ 5489403 w 7665198"/>
                      <a:gd name="connsiteY4777" fmla="*/ 1552580 h 1788513"/>
                      <a:gd name="connsiteX4778" fmla="*/ 5531885 w 7665198"/>
                      <a:gd name="connsiteY4778" fmla="*/ 1524481 h 1788513"/>
                      <a:gd name="connsiteX4779" fmla="*/ 5528741 w 7665198"/>
                      <a:gd name="connsiteY4779" fmla="*/ 1466855 h 1788513"/>
                      <a:gd name="connsiteX4780" fmla="*/ 5558745 w 7665198"/>
                      <a:gd name="connsiteY4780" fmla="*/ 1505621 h 1788513"/>
                      <a:gd name="connsiteX4781" fmla="*/ 5630373 w 7665198"/>
                      <a:gd name="connsiteY4781" fmla="*/ 1517623 h 1788513"/>
                      <a:gd name="connsiteX4782" fmla="*/ 5493880 w 7665198"/>
                      <a:gd name="connsiteY4782" fmla="*/ 1558866 h 1788513"/>
                      <a:gd name="connsiteX4783" fmla="*/ 5464924 w 7665198"/>
                      <a:gd name="connsiteY4783" fmla="*/ 1590870 h 1788513"/>
                      <a:gd name="connsiteX4784" fmla="*/ 5462543 w 7665198"/>
                      <a:gd name="connsiteY4784" fmla="*/ 1641067 h 1788513"/>
                      <a:gd name="connsiteX4785" fmla="*/ 5643041 w 7665198"/>
                      <a:gd name="connsiteY4785" fmla="*/ 1568677 h 1788513"/>
                      <a:gd name="connsiteX4786" fmla="*/ 5640851 w 7665198"/>
                      <a:gd name="connsiteY4786" fmla="*/ 1576202 h 1788513"/>
                      <a:gd name="connsiteX4787" fmla="*/ 5623896 w 7665198"/>
                      <a:gd name="connsiteY4787" fmla="*/ 1663165 h 1788513"/>
                      <a:gd name="connsiteX4788" fmla="*/ 5616085 w 7665198"/>
                      <a:gd name="connsiteY4788" fmla="*/ 1686215 h 1788513"/>
                      <a:gd name="connsiteX4789" fmla="*/ 5591225 w 7665198"/>
                      <a:gd name="connsiteY4789" fmla="*/ 1704980 h 1788513"/>
                      <a:gd name="connsiteX4790" fmla="*/ 5524265 w 7665198"/>
                      <a:gd name="connsiteY4790" fmla="*/ 1706790 h 1788513"/>
                      <a:gd name="connsiteX4791" fmla="*/ 5503977 w 7665198"/>
                      <a:gd name="connsiteY4791" fmla="*/ 1687358 h 1788513"/>
                      <a:gd name="connsiteX4792" fmla="*/ 5500643 w 7665198"/>
                      <a:gd name="connsiteY4792" fmla="*/ 1608015 h 1788513"/>
                      <a:gd name="connsiteX4793" fmla="*/ 5567413 w 7665198"/>
                      <a:gd name="connsiteY4793" fmla="*/ 1551722 h 1788513"/>
                      <a:gd name="connsiteX4794" fmla="*/ 5647042 w 7665198"/>
                      <a:gd name="connsiteY4794" fmla="*/ 1549055 h 1788513"/>
                      <a:gd name="connsiteX4795" fmla="*/ 5642756 w 7665198"/>
                      <a:gd name="connsiteY4795" fmla="*/ 1567343 h 1788513"/>
                      <a:gd name="connsiteX4796" fmla="*/ 5643041 w 7665198"/>
                      <a:gd name="connsiteY4796" fmla="*/ 1568677 h 1788513"/>
                      <a:gd name="connsiteX4797" fmla="*/ 5669426 w 7665198"/>
                      <a:gd name="connsiteY4797" fmla="*/ 1602872 h 1788513"/>
                      <a:gd name="connsiteX4798" fmla="*/ 5659901 w 7665198"/>
                      <a:gd name="connsiteY4798" fmla="*/ 1595347 h 1788513"/>
                      <a:gd name="connsiteX4799" fmla="*/ 5668664 w 7665198"/>
                      <a:gd name="connsiteY4799" fmla="*/ 1587727 h 1788513"/>
                      <a:gd name="connsiteX4800" fmla="*/ 5678189 w 7665198"/>
                      <a:gd name="connsiteY4800" fmla="*/ 1595252 h 1788513"/>
                      <a:gd name="connsiteX4801" fmla="*/ 5669426 w 7665198"/>
                      <a:gd name="connsiteY4801" fmla="*/ 1602872 h 1788513"/>
                      <a:gd name="connsiteX4802" fmla="*/ 5700191 w 7665198"/>
                      <a:gd name="connsiteY4802" fmla="*/ 1422468 h 1788513"/>
                      <a:gd name="connsiteX4803" fmla="*/ 5699811 w 7665198"/>
                      <a:gd name="connsiteY4803" fmla="*/ 1423325 h 1788513"/>
                      <a:gd name="connsiteX4804" fmla="*/ 5684570 w 7665198"/>
                      <a:gd name="connsiteY4804" fmla="*/ 1437136 h 1788513"/>
                      <a:gd name="connsiteX4805" fmla="*/ 5681427 w 7665198"/>
                      <a:gd name="connsiteY4805" fmla="*/ 1438756 h 1788513"/>
                      <a:gd name="connsiteX4806" fmla="*/ 5636945 w 7665198"/>
                      <a:gd name="connsiteY4806" fmla="*/ 1460949 h 1788513"/>
                      <a:gd name="connsiteX4807" fmla="*/ 5627516 w 7665198"/>
                      <a:gd name="connsiteY4807" fmla="*/ 1464474 h 1788513"/>
                      <a:gd name="connsiteX4808" fmla="*/ 5610942 w 7665198"/>
                      <a:gd name="connsiteY4808" fmla="*/ 1476570 h 1788513"/>
                      <a:gd name="connsiteX4809" fmla="*/ 5577414 w 7665198"/>
                      <a:gd name="connsiteY4809" fmla="*/ 1483904 h 1788513"/>
                      <a:gd name="connsiteX4810" fmla="*/ 5565222 w 7665198"/>
                      <a:gd name="connsiteY4810" fmla="*/ 1470474 h 1788513"/>
                      <a:gd name="connsiteX4811" fmla="*/ 5561507 w 7665198"/>
                      <a:gd name="connsiteY4811" fmla="*/ 1440756 h 1788513"/>
                      <a:gd name="connsiteX4812" fmla="*/ 5568460 w 7665198"/>
                      <a:gd name="connsiteY4812" fmla="*/ 1410181 h 1788513"/>
                      <a:gd name="connsiteX4813" fmla="*/ 5654567 w 7665198"/>
                      <a:gd name="connsiteY4813" fmla="*/ 1395131 h 1788513"/>
                      <a:gd name="connsiteX4814" fmla="*/ 5653233 w 7665198"/>
                      <a:gd name="connsiteY4814" fmla="*/ 1401704 h 1788513"/>
                      <a:gd name="connsiteX4815" fmla="*/ 5690666 w 7665198"/>
                      <a:gd name="connsiteY4815" fmla="*/ 1401799 h 1788513"/>
                      <a:gd name="connsiteX4816" fmla="*/ 5700191 w 7665198"/>
                      <a:gd name="connsiteY4816" fmla="*/ 1422468 h 1788513"/>
                      <a:gd name="connsiteX4817" fmla="*/ 5794108 w 7665198"/>
                      <a:gd name="connsiteY4817" fmla="*/ 1572296 h 1788513"/>
                      <a:gd name="connsiteX4818" fmla="*/ 5760485 w 7665198"/>
                      <a:gd name="connsiteY4818" fmla="*/ 1585441 h 1788513"/>
                      <a:gd name="connsiteX4819" fmla="*/ 5740673 w 7665198"/>
                      <a:gd name="connsiteY4819" fmla="*/ 1587822 h 1788513"/>
                      <a:gd name="connsiteX4820" fmla="*/ 5734958 w 7665198"/>
                      <a:gd name="connsiteY4820" fmla="*/ 1602015 h 1788513"/>
                      <a:gd name="connsiteX4821" fmla="*/ 5736672 w 7665198"/>
                      <a:gd name="connsiteY4821" fmla="*/ 1660784 h 1788513"/>
                      <a:gd name="connsiteX4822" fmla="*/ 5766486 w 7665198"/>
                      <a:gd name="connsiteY4822" fmla="*/ 1713933 h 1788513"/>
                      <a:gd name="connsiteX4823" fmla="*/ 5742959 w 7665198"/>
                      <a:gd name="connsiteY4823" fmla="*/ 1691264 h 1788513"/>
                      <a:gd name="connsiteX4824" fmla="*/ 5728576 w 7665198"/>
                      <a:gd name="connsiteY4824" fmla="*/ 1657069 h 1788513"/>
                      <a:gd name="connsiteX4825" fmla="*/ 5711050 w 7665198"/>
                      <a:gd name="connsiteY4825" fmla="*/ 1572868 h 1788513"/>
                      <a:gd name="connsiteX4826" fmla="*/ 5749722 w 7665198"/>
                      <a:gd name="connsiteY4826" fmla="*/ 1576678 h 1788513"/>
                      <a:gd name="connsiteX4827" fmla="*/ 5794108 w 7665198"/>
                      <a:gd name="connsiteY4827" fmla="*/ 1572296 h 1788513"/>
                      <a:gd name="connsiteX4828" fmla="*/ 5795918 w 7665198"/>
                      <a:gd name="connsiteY4828" fmla="*/ 1570486 h 1788513"/>
                      <a:gd name="connsiteX4829" fmla="*/ 5794108 w 7665198"/>
                      <a:gd name="connsiteY4829" fmla="*/ 1572296 h 1788513"/>
                      <a:gd name="connsiteX4830" fmla="*/ 5897168 w 7665198"/>
                      <a:gd name="connsiteY4830" fmla="*/ 1627160 h 1788513"/>
                      <a:gd name="connsiteX4831" fmla="*/ 5878594 w 7665198"/>
                      <a:gd name="connsiteY4831" fmla="*/ 1612397 h 1788513"/>
                      <a:gd name="connsiteX4832" fmla="*/ 5895645 w 7665198"/>
                      <a:gd name="connsiteY4832" fmla="*/ 1597538 h 1788513"/>
                      <a:gd name="connsiteX4833" fmla="*/ 5914218 w 7665198"/>
                      <a:gd name="connsiteY4833" fmla="*/ 1612301 h 1788513"/>
                      <a:gd name="connsiteX4834" fmla="*/ 5897168 w 7665198"/>
                      <a:gd name="connsiteY4834" fmla="*/ 1627160 h 1788513"/>
                      <a:gd name="connsiteX4835" fmla="*/ 5940698 w 7665198"/>
                      <a:gd name="connsiteY4835" fmla="*/ 1646401 h 1788513"/>
                      <a:gd name="connsiteX4836" fmla="*/ 5931173 w 7665198"/>
                      <a:gd name="connsiteY4836" fmla="*/ 1638876 h 1788513"/>
                      <a:gd name="connsiteX4837" fmla="*/ 5939935 w 7665198"/>
                      <a:gd name="connsiteY4837" fmla="*/ 1631256 h 1788513"/>
                      <a:gd name="connsiteX4838" fmla="*/ 5949460 w 7665198"/>
                      <a:gd name="connsiteY4838" fmla="*/ 1638781 h 1788513"/>
                      <a:gd name="connsiteX4839" fmla="*/ 5940698 w 7665198"/>
                      <a:gd name="connsiteY4839" fmla="*/ 1646401 h 1788513"/>
                      <a:gd name="connsiteX4840" fmla="*/ 5929744 w 7665198"/>
                      <a:gd name="connsiteY4840" fmla="*/ 1510479 h 1788513"/>
                      <a:gd name="connsiteX4841" fmla="*/ 5935459 w 7665198"/>
                      <a:gd name="connsiteY4841" fmla="*/ 1569820 h 1788513"/>
                      <a:gd name="connsiteX4842" fmla="*/ 5921934 w 7665198"/>
                      <a:gd name="connsiteY4842" fmla="*/ 1540197 h 1788513"/>
                      <a:gd name="connsiteX4843" fmla="*/ 5918314 w 7665198"/>
                      <a:gd name="connsiteY4843" fmla="*/ 1525243 h 1788513"/>
                      <a:gd name="connsiteX4844" fmla="*/ 5888977 w 7665198"/>
                      <a:gd name="connsiteY4844" fmla="*/ 1522385 h 1788513"/>
                      <a:gd name="connsiteX4845" fmla="*/ 5844781 w 7665198"/>
                      <a:gd name="connsiteY4845" fmla="*/ 1533720 h 1788513"/>
                      <a:gd name="connsiteX4846" fmla="*/ 5800871 w 7665198"/>
                      <a:gd name="connsiteY4846" fmla="*/ 1554294 h 1788513"/>
                      <a:gd name="connsiteX4847" fmla="*/ 5820683 w 7665198"/>
                      <a:gd name="connsiteY4847" fmla="*/ 1534482 h 1788513"/>
                      <a:gd name="connsiteX4848" fmla="*/ 5826302 w 7665198"/>
                      <a:gd name="connsiteY4848" fmla="*/ 1510479 h 1788513"/>
                      <a:gd name="connsiteX4849" fmla="*/ 5898502 w 7665198"/>
                      <a:gd name="connsiteY4849" fmla="*/ 1496858 h 1788513"/>
                      <a:gd name="connsiteX4850" fmla="*/ 5949937 w 7665198"/>
                      <a:gd name="connsiteY4850" fmla="*/ 1463997 h 1788513"/>
                      <a:gd name="connsiteX4851" fmla="*/ 5929744 w 7665198"/>
                      <a:gd name="connsiteY4851" fmla="*/ 1510479 h 1788513"/>
                      <a:gd name="connsiteX4852" fmla="*/ 6152343 w 7665198"/>
                      <a:gd name="connsiteY4852" fmla="*/ 1498954 h 1788513"/>
                      <a:gd name="connsiteX4853" fmla="*/ 6142818 w 7665198"/>
                      <a:gd name="connsiteY4853" fmla="*/ 1491429 h 1788513"/>
                      <a:gd name="connsiteX4854" fmla="*/ 6151581 w 7665198"/>
                      <a:gd name="connsiteY4854" fmla="*/ 1483809 h 1788513"/>
                      <a:gd name="connsiteX4855" fmla="*/ 6161106 w 7665198"/>
                      <a:gd name="connsiteY4855" fmla="*/ 1491334 h 1788513"/>
                      <a:gd name="connsiteX4856" fmla="*/ 6152343 w 7665198"/>
                      <a:gd name="connsiteY4856" fmla="*/ 1498954 h 1788513"/>
                      <a:gd name="connsiteX4857" fmla="*/ 6093764 w 7665198"/>
                      <a:gd name="connsiteY4857" fmla="*/ 1299691 h 1788513"/>
                      <a:gd name="connsiteX4858" fmla="*/ 5944222 w 7665198"/>
                      <a:gd name="connsiteY4858" fmla="*/ 1355222 h 1788513"/>
                      <a:gd name="connsiteX4859" fmla="*/ 5928696 w 7665198"/>
                      <a:gd name="connsiteY4859" fmla="*/ 1355222 h 1788513"/>
                      <a:gd name="connsiteX4860" fmla="*/ 5944222 w 7665198"/>
                      <a:gd name="connsiteY4860" fmla="*/ 1355222 h 1788513"/>
                      <a:gd name="connsiteX4861" fmla="*/ 5986227 w 7665198"/>
                      <a:gd name="connsiteY4861" fmla="*/ 1341886 h 1788513"/>
                      <a:gd name="connsiteX4862" fmla="*/ 6041186 w 7665198"/>
                      <a:gd name="connsiteY4862" fmla="*/ 1316550 h 1788513"/>
                      <a:gd name="connsiteX4863" fmla="*/ 6079858 w 7665198"/>
                      <a:gd name="connsiteY4863" fmla="*/ 1292547 h 1788513"/>
                      <a:gd name="connsiteX4864" fmla="*/ 6096241 w 7665198"/>
                      <a:gd name="connsiteY4864" fmla="*/ 1261877 h 1788513"/>
                      <a:gd name="connsiteX4865" fmla="*/ 6106242 w 7665198"/>
                      <a:gd name="connsiteY4865" fmla="*/ 1291690 h 1788513"/>
                      <a:gd name="connsiteX4866" fmla="*/ 6132341 w 7665198"/>
                      <a:gd name="connsiteY4866" fmla="*/ 1353507 h 1788513"/>
                      <a:gd name="connsiteX4867" fmla="*/ 6213398 w 7665198"/>
                      <a:gd name="connsiteY4867" fmla="*/ 1425611 h 1788513"/>
                      <a:gd name="connsiteX4868" fmla="*/ 6093764 w 7665198"/>
                      <a:gd name="connsiteY4868" fmla="*/ 1299691 h 1788513"/>
                      <a:gd name="connsiteX4869" fmla="*/ 6335700 w 7665198"/>
                      <a:gd name="connsiteY4869" fmla="*/ 1395703 h 1788513"/>
                      <a:gd name="connsiteX4870" fmla="*/ 6265119 w 7665198"/>
                      <a:gd name="connsiteY4870" fmla="*/ 1403799 h 1788513"/>
                      <a:gd name="connsiteX4871" fmla="*/ 6197110 w 7665198"/>
                      <a:gd name="connsiteY4871" fmla="*/ 1375796 h 1788513"/>
                      <a:gd name="connsiteX4872" fmla="*/ 6151200 w 7665198"/>
                      <a:gd name="connsiteY4872" fmla="*/ 1324075 h 1788513"/>
                      <a:gd name="connsiteX4873" fmla="*/ 6131388 w 7665198"/>
                      <a:gd name="connsiteY4873" fmla="*/ 1274354 h 1788513"/>
                      <a:gd name="connsiteX4874" fmla="*/ 6143485 w 7665198"/>
                      <a:gd name="connsiteY4874" fmla="*/ 1225015 h 1788513"/>
                      <a:gd name="connsiteX4875" fmla="*/ 6208064 w 7665198"/>
                      <a:gd name="connsiteY4875" fmla="*/ 1202917 h 1788513"/>
                      <a:gd name="connsiteX4876" fmla="*/ 6234354 w 7665198"/>
                      <a:gd name="connsiteY4876" fmla="*/ 1243207 h 1788513"/>
                      <a:gd name="connsiteX4877" fmla="*/ 6331699 w 7665198"/>
                      <a:gd name="connsiteY4877" fmla="*/ 1342363 h 1788513"/>
                      <a:gd name="connsiteX4878" fmla="*/ 6335700 w 7665198"/>
                      <a:gd name="connsiteY4878" fmla="*/ 1395703 h 1788513"/>
                      <a:gd name="connsiteX4879" fmla="*/ 6552107 w 7665198"/>
                      <a:gd name="connsiteY4879" fmla="*/ 1305215 h 1788513"/>
                      <a:gd name="connsiteX4880" fmla="*/ 6498768 w 7665198"/>
                      <a:gd name="connsiteY4880" fmla="*/ 1320074 h 1788513"/>
                      <a:gd name="connsiteX4881" fmla="*/ 6468668 w 7665198"/>
                      <a:gd name="connsiteY4881" fmla="*/ 1353983 h 1788513"/>
                      <a:gd name="connsiteX4882" fmla="*/ 6405518 w 7665198"/>
                      <a:gd name="connsiteY4882" fmla="*/ 1417896 h 1788513"/>
                      <a:gd name="connsiteX4883" fmla="*/ 6356369 w 7665198"/>
                      <a:gd name="connsiteY4883" fmla="*/ 1441233 h 1788513"/>
                      <a:gd name="connsiteX4884" fmla="*/ 6427996 w 7665198"/>
                      <a:gd name="connsiteY4884" fmla="*/ 1391416 h 1788513"/>
                      <a:gd name="connsiteX4885" fmla="*/ 6449428 w 7665198"/>
                      <a:gd name="connsiteY4885" fmla="*/ 1361794 h 1788513"/>
                      <a:gd name="connsiteX4886" fmla="*/ 6451143 w 7665198"/>
                      <a:gd name="connsiteY4886" fmla="*/ 1324646 h 1788513"/>
                      <a:gd name="connsiteX4887" fmla="*/ 6422472 w 7665198"/>
                      <a:gd name="connsiteY4887" fmla="*/ 1252828 h 1788513"/>
                      <a:gd name="connsiteX4888" fmla="*/ 6444760 w 7665198"/>
                      <a:gd name="connsiteY4888" fmla="*/ 1277498 h 1788513"/>
                      <a:gd name="connsiteX4889" fmla="*/ 6471526 w 7665198"/>
                      <a:gd name="connsiteY4889" fmla="*/ 1317693 h 1788513"/>
                      <a:gd name="connsiteX4890" fmla="*/ 6552107 w 7665198"/>
                      <a:gd name="connsiteY4890" fmla="*/ 1305215 h 1788513"/>
                      <a:gd name="connsiteX4891" fmla="*/ 6481241 w 7665198"/>
                      <a:gd name="connsiteY4891" fmla="*/ 1182629 h 1788513"/>
                      <a:gd name="connsiteX4892" fmla="*/ 6469526 w 7665198"/>
                      <a:gd name="connsiteY4892" fmla="*/ 1204060 h 1788513"/>
                      <a:gd name="connsiteX4893" fmla="*/ 6478098 w 7665198"/>
                      <a:gd name="connsiteY4893" fmla="*/ 1238540 h 1788513"/>
                      <a:gd name="connsiteX4894" fmla="*/ 6453714 w 7665198"/>
                      <a:gd name="connsiteY4894" fmla="*/ 1221300 h 1788513"/>
                      <a:gd name="connsiteX4895" fmla="*/ 6453714 w 7665198"/>
                      <a:gd name="connsiteY4895" fmla="*/ 1213013 h 1788513"/>
                      <a:gd name="connsiteX4896" fmla="*/ 6439713 w 7665198"/>
                      <a:gd name="connsiteY4896" fmla="*/ 1209965 h 1788513"/>
                      <a:gd name="connsiteX4897" fmla="*/ 6420186 w 7665198"/>
                      <a:gd name="connsiteY4897" fmla="*/ 1216252 h 1788513"/>
                      <a:gd name="connsiteX4898" fmla="*/ 6352654 w 7665198"/>
                      <a:gd name="connsiteY4898" fmla="*/ 1227015 h 1788513"/>
                      <a:gd name="connsiteX4899" fmla="*/ 6395040 w 7665198"/>
                      <a:gd name="connsiteY4899" fmla="*/ 1210632 h 1788513"/>
                      <a:gd name="connsiteX4900" fmla="*/ 6518675 w 7665198"/>
                      <a:gd name="connsiteY4900" fmla="*/ 1132527 h 1788513"/>
                      <a:gd name="connsiteX4901" fmla="*/ 6481241 w 7665198"/>
                      <a:gd name="connsiteY4901" fmla="*/ 1182629 h 1788513"/>
                      <a:gd name="connsiteX4902" fmla="*/ 6618496 w 7665198"/>
                      <a:gd name="connsiteY4902" fmla="*/ 1050898 h 1788513"/>
                      <a:gd name="connsiteX4903" fmla="*/ 6600875 w 7665198"/>
                      <a:gd name="connsiteY4903" fmla="*/ 1041278 h 1788513"/>
                      <a:gd name="connsiteX4904" fmla="*/ 6564300 w 7665198"/>
                      <a:gd name="connsiteY4904" fmla="*/ 1055851 h 1788513"/>
                      <a:gd name="connsiteX4905" fmla="*/ 6531534 w 7665198"/>
                      <a:gd name="connsiteY4905" fmla="*/ 1082330 h 1788513"/>
                      <a:gd name="connsiteX4906" fmla="*/ 6586779 w 7665198"/>
                      <a:gd name="connsiteY4906" fmla="*/ 1027847 h 1788513"/>
                      <a:gd name="connsiteX4907" fmla="*/ 6595256 w 7665198"/>
                      <a:gd name="connsiteY4907" fmla="*/ 1022704 h 1788513"/>
                      <a:gd name="connsiteX4908" fmla="*/ 6601828 w 7665198"/>
                      <a:gd name="connsiteY4908" fmla="*/ 1016322 h 1788513"/>
                      <a:gd name="connsiteX4909" fmla="*/ 6632403 w 7665198"/>
                      <a:gd name="connsiteY4909" fmla="*/ 987080 h 1788513"/>
                      <a:gd name="connsiteX4910" fmla="*/ 6618878 w 7665198"/>
                      <a:gd name="connsiteY4910" fmla="*/ 1024513 h 1788513"/>
                      <a:gd name="connsiteX4911" fmla="*/ 6645357 w 7665198"/>
                      <a:gd name="connsiteY4911" fmla="*/ 1062232 h 1788513"/>
                      <a:gd name="connsiteX4912" fmla="*/ 6618496 w 7665198"/>
                      <a:gd name="connsiteY4912" fmla="*/ 1050898 h 1788513"/>
                      <a:gd name="connsiteX4913" fmla="*/ 6655453 w 7665198"/>
                      <a:gd name="connsiteY4913" fmla="*/ 893830 h 1788513"/>
                      <a:gd name="connsiteX4914" fmla="*/ 6608877 w 7665198"/>
                      <a:gd name="connsiteY4914" fmla="*/ 864970 h 1788513"/>
                      <a:gd name="connsiteX4915" fmla="*/ 6600780 w 7665198"/>
                      <a:gd name="connsiteY4915" fmla="*/ 811915 h 1788513"/>
                      <a:gd name="connsiteX4916" fmla="*/ 6616687 w 7665198"/>
                      <a:gd name="connsiteY4916" fmla="*/ 761052 h 1788513"/>
                      <a:gd name="connsiteX4917" fmla="*/ 6663455 w 7665198"/>
                      <a:gd name="connsiteY4917" fmla="*/ 710760 h 1788513"/>
                      <a:gd name="connsiteX4918" fmla="*/ 6742227 w 7665198"/>
                      <a:gd name="connsiteY4918" fmla="*/ 688376 h 1788513"/>
                      <a:gd name="connsiteX4919" fmla="*/ 6739369 w 7665198"/>
                      <a:gd name="connsiteY4919" fmla="*/ 729620 h 1788513"/>
                      <a:gd name="connsiteX4920" fmla="*/ 6764134 w 7665198"/>
                      <a:gd name="connsiteY4920" fmla="*/ 831156 h 1788513"/>
                      <a:gd name="connsiteX4921" fmla="*/ 6730320 w 7665198"/>
                      <a:gd name="connsiteY4921" fmla="*/ 885734 h 1788513"/>
                      <a:gd name="connsiteX4922" fmla="*/ 6655453 w 7665198"/>
                      <a:gd name="connsiteY4922" fmla="*/ 893830 h 1788513"/>
                      <a:gd name="connsiteX4923" fmla="*/ 6942918 w 7665198"/>
                      <a:gd name="connsiteY4923" fmla="*/ 809153 h 1788513"/>
                      <a:gd name="connsiteX4924" fmla="*/ 6889483 w 7665198"/>
                      <a:gd name="connsiteY4924" fmla="*/ 843634 h 1788513"/>
                      <a:gd name="connsiteX4925" fmla="*/ 6782517 w 7665198"/>
                      <a:gd name="connsiteY4925" fmla="*/ 908689 h 1788513"/>
                      <a:gd name="connsiteX4926" fmla="*/ 6717937 w 7665198"/>
                      <a:gd name="connsiteY4926" fmla="*/ 932312 h 1788513"/>
                      <a:gd name="connsiteX4927" fmla="*/ 6823189 w 7665198"/>
                      <a:gd name="connsiteY4927" fmla="*/ 881734 h 1788513"/>
                      <a:gd name="connsiteX4928" fmla="*/ 6865099 w 7665198"/>
                      <a:gd name="connsiteY4928" fmla="*/ 851539 h 1788513"/>
                      <a:gd name="connsiteX4929" fmla="*/ 6893102 w 7665198"/>
                      <a:gd name="connsiteY4929" fmla="*/ 813535 h 1788513"/>
                      <a:gd name="connsiteX4930" fmla="*/ 6915963 w 7665198"/>
                      <a:gd name="connsiteY4930" fmla="*/ 740097 h 1788513"/>
                      <a:gd name="connsiteX4931" fmla="*/ 6920249 w 7665198"/>
                      <a:gd name="connsiteY4931" fmla="*/ 765434 h 1788513"/>
                      <a:gd name="connsiteX4932" fmla="*/ 6917962 w 7665198"/>
                      <a:gd name="connsiteY4932" fmla="*/ 806581 h 1788513"/>
                      <a:gd name="connsiteX4933" fmla="*/ 7005497 w 7665198"/>
                      <a:gd name="connsiteY4933" fmla="*/ 794199 h 1788513"/>
                      <a:gd name="connsiteX4934" fmla="*/ 6942918 w 7665198"/>
                      <a:gd name="connsiteY4934" fmla="*/ 809153 h 1788513"/>
                      <a:gd name="connsiteX4935" fmla="*/ 7176947 w 7665198"/>
                      <a:gd name="connsiteY4935" fmla="*/ 689519 h 1788513"/>
                      <a:gd name="connsiteX4936" fmla="*/ 7063695 w 7665198"/>
                      <a:gd name="connsiteY4936" fmla="*/ 708855 h 1788513"/>
                      <a:gd name="connsiteX4937" fmla="*/ 7005021 w 7665198"/>
                      <a:gd name="connsiteY4937" fmla="*/ 703140 h 1788513"/>
                      <a:gd name="connsiteX4938" fmla="*/ 6963111 w 7665198"/>
                      <a:gd name="connsiteY4938" fmla="*/ 664659 h 1788513"/>
                      <a:gd name="connsiteX4939" fmla="*/ 6959492 w 7665198"/>
                      <a:gd name="connsiteY4939" fmla="*/ 598079 h 1788513"/>
                      <a:gd name="connsiteX4940" fmla="*/ 6951491 w 7665198"/>
                      <a:gd name="connsiteY4940" fmla="*/ 573790 h 1788513"/>
                      <a:gd name="connsiteX4941" fmla="*/ 7021785 w 7665198"/>
                      <a:gd name="connsiteY4941" fmla="*/ 551216 h 1788513"/>
                      <a:gd name="connsiteX4942" fmla="*/ 7039216 w 7665198"/>
                      <a:gd name="connsiteY4942" fmla="*/ 572552 h 1788513"/>
                      <a:gd name="connsiteX4943" fmla="*/ 7061981 w 7665198"/>
                      <a:gd name="connsiteY4943" fmla="*/ 568647 h 1788513"/>
                      <a:gd name="connsiteX4944" fmla="*/ 7077888 w 7665198"/>
                      <a:gd name="connsiteY4944" fmla="*/ 553883 h 1788513"/>
                      <a:gd name="connsiteX4945" fmla="*/ 7094366 w 7665198"/>
                      <a:gd name="connsiteY4945" fmla="*/ 569885 h 1788513"/>
                      <a:gd name="connsiteX4946" fmla="*/ 7081412 w 7665198"/>
                      <a:gd name="connsiteY4946" fmla="*/ 585982 h 1788513"/>
                      <a:gd name="connsiteX4947" fmla="*/ 7081507 w 7665198"/>
                      <a:gd name="connsiteY4947" fmla="*/ 594936 h 1788513"/>
                      <a:gd name="connsiteX4948" fmla="*/ 7063790 w 7665198"/>
                      <a:gd name="connsiteY4948" fmla="*/ 612938 h 1788513"/>
                      <a:gd name="connsiteX4949" fmla="*/ 7044645 w 7665198"/>
                      <a:gd name="connsiteY4949" fmla="*/ 624368 h 1788513"/>
                      <a:gd name="connsiteX4950" fmla="*/ 7099700 w 7665198"/>
                      <a:gd name="connsiteY4950" fmla="*/ 639799 h 1788513"/>
                      <a:gd name="connsiteX4951" fmla="*/ 7183329 w 7665198"/>
                      <a:gd name="connsiteY4951" fmla="*/ 667231 h 1788513"/>
                      <a:gd name="connsiteX4952" fmla="*/ 7187806 w 7665198"/>
                      <a:gd name="connsiteY4952" fmla="*/ 671898 h 1788513"/>
                      <a:gd name="connsiteX4953" fmla="*/ 7176947 w 7665198"/>
                      <a:gd name="connsiteY4953" fmla="*/ 689519 h 1788513"/>
                      <a:gd name="connsiteX4954" fmla="*/ 7332300 w 7665198"/>
                      <a:gd name="connsiteY4954" fmla="*/ 417009 h 1788513"/>
                      <a:gd name="connsiteX4955" fmla="*/ 7289723 w 7665198"/>
                      <a:gd name="connsiteY4955" fmla="*/ 447489 h 1788513"/>
                      <a:gd name="connsiteX4956" fmla="*/ 7240193 w 7665198"/>
                      <a:gd name="connsiteY4956" fmla="*/ 458919 h 1788513"/>
                      <a:gd name="connsiteX4957" fmla="*/ 7201713 w 7665198"/>
                      <a:gd name="connsiteY4957" fmla="*/ 464253 h 1788513"/>
                      <a:gd name="connsiteX4958" fmla="*/ 7148468 w 7665198"/>
                      <a:gd name="connsiteY4958" fmla="*/ 467396 h 1788513"/>
                      <a:gd name="connsiteX4959" fmla="*/ 7188473 w 7665198"/>
                      <a:gd name="connsiteY4959" fmla="*/ 466063 h 1788513"/>
                      <a:gd name="connsiteX4960" fmla="*/ 7201713 w 7665198"/>
                      <a:gd name="connsiteY4960" fmla="*/ 464253 h 1788513"/>
                      <a:gd name="connsiteX4961" fmla="*/ 7218571 w 7665198"/>
                      <a:gd name="connsiteY4961" fmla="*/ 459395 h 1788513"/>
                      <a:gd name="connsiteX4962" fmla="*/ 7311535 w 7665198"/>
                      <a:gd name="connsiteY4962" fmla="*/ 417390 h 1788513"/>
                      <a:gd name="connsiteX4963" fmla="*/ 7341349 w 7665198"/>
                      <a:gd name="connsiteY4963" fmla="*/ 387481 h 1788513"/>
                      <a:gd name="connsiteX4964" fmla="*/ 7360113 w 7665198"/>
                      <a:gd name="connsiteY4964" fmla="*/ 351191 h 1788513"/>
                      <a:gd name="connsiteX4965" fmla="*/ 7332300 w 7665198"/>
                      <a:gd name="connsiteY4965" fmla="*/ 417009 h 1788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  <a:cxn ang="0">
                        <a:pos x="connsiteX2206" y="connsiteY2206"/>
                      </a:cxn>
                      <a:cxn ang="0">
                        <a:pos x="connsiteX2207" y="connsiteY2207"/>
                      </a:cxn>
                      <a:cxn ang="0">
                        <a:pos x="connsiteX2208" y="connsiteY2208"/>
                      </a:cxn>
                      <a:cxn ang="0">
                        <a:pos x="connsiteX2209" y="connsiteY2209"/>
                      </a:cxn>
                      <a:cxn ang="0">
                        <a:pos x="connsiteX2210" y="connsiteY2210"/>
                      </a:cxn>
                      <a:cxn ang="0">
                        <a:pos x="connsiteX2211" y="connsiteY2211"/>
                      </a:cxn>
                      <a:cxn ang="0">
                        <a:pos x="connsiteX2212" y="connsiteY2212"/>
                      </a:cxn>
                      <a:cxn ang="0">
                        <a:pos x="connsiteX2213" y="connsiteY2213"/>
                      </a:cxn>
                      <a:cxn ang="0">
                        <a:pos x="connsiteX2214" y="connsiteY2214"/>
                      </a:cxn>
                      <a:cxn ang="0">
                        <a:pos x="connsiteX2215" y="connsiteY2215"/>
                      </a:cxn>
                      <a:cxn ang="0">
                        <a:pos x="connsiteX2216" y="connsiteY2216"/>
                      </a:cxn>
                      <a:cxn ang="0">
                        <a:pos x="connsiteX2217" y="connsiteY2217"/>
                      </a:cxn>
                      <a:cxn ang="0">
                        <a:pos x="connsiteX2218" y="connsiteY2218"/>
                      </a:cxn>
                      <a:cxn ang="0">
                        <a:pos x="connsiteX2219" y="connsiteY2219"/>
                      </a:cxn>
                      <a:cxn ang="0">
                        <a:pos x="connsiteX2220" y="connsiteY2220"/>
                      </a:cxn>
                      <a:cxn ang="0">
                        <a:pos x="connsiteX2221" y="connsiteY2221"/>
                      </a:cxn>
                      <a:cxn ang="0">
                        <a:pos x="connsiteX2222" y="connsiteY2222"/>
                      </a:cxn>
                      <a:cxn ang="0">
                        <a:pos x="connsiteX2223" y="connsiteY2223"/>
                      </a:cxn>
                      <a:cxn ang="0">
                        <a:pos x="connsiteX2224" y="connsiteY2224"/>
                      </a:cxn>
                      <a:cxn ang="0">
                        <a:pos x="connsiteX2225" y="connsiteY2225"/>
                      </a:cxn>
                      <a:cxn ang="0">
                        <a:pos x="connsiteX2226" y="connsiteY2226"/>
                      </a:cxn>
                      <a:cxn ang="0">
                        <a:pos x="connsiteX2227" y="connsiteY2227"/>
                      </a:cxn>
                      <a:cxn ang="0">
                        <a:pos x="connsiteX2228" y="connsiteY2228"/>
                      </a:cxn>
                      <a:cxn ang="0">
                        <a:pos x="connsiteX2229" y="connsiteY2229"/>
                      </a:cxn>
                      <a:cxn ang="0">
                        <a:pos x="connsiteX2230" y="connsiteY2230"/>
                      </a:cxn>
                      <a:cxn ang="0">
                        <a:pos x="connsiteX2231" y="connsiteY2231"/>
                      </a:cxn>
                      <a:cxn ang="0">
                        <a:pos x="connsiteX2232" y="connsiteY2232"/>
                      </a:cxn>
                      <a:cxn ang="0">
                        <a:pos x="connsiteX2233" y="connsiteY2233"/>
                      </a:cxn>
                      <a:cxn ang="0">
                        <a:pos x="connsiteX2234" y="connsiteY2234"/>
                      </a:cxn>
                      <a:cxn ang="0">
                        <a:pos x="connsiteX2235" y="connsiteY2235"/>
                      </a:cxn>
                      <a:cxn ang="0">
                        <a:pos x="connsiteX2236" y="connsiteY2236"/>
                      </a:cxn>
                      <a:cxn ang="0">
                        <a:pos x="connsiteX2237" y="connsiteY2237"/>
                      </a:cxn>
                      <a:cxn ang="0">
                        <a:pos x="connsiteX2238" y="connsiteY2238"/>
                      </a:cxn>
                      <a:cxn ang="0">
                        <a:pos x="connsiteX2239" y="connsiteY2239"/>
                      </a:cxn>
                      <a:cxn ang="0">
                        <a:pos x="connsiteX2240" y="connsiteY2240"/>
                      </a:cxn>
                      <a:cxn ang="0">
                        <a:pos x="connsiteX2241" y="connsiteY2241"/>
                      </a:cxn>
                      <a:cxn ang="0">
                        <a:pos x="connsiteX2242" y="connsiteY2242"/>
                      </a:cxn>
                      <a:cxn ang="0">
                        <a:pos x="connsiteX2243" y="connsiteY2243"/>
                      </a:cxn>
                      <a:cxn ang="0">
                        <a:pos x="connsiteX2244" y="connsiteY2244"/>
                      </a:cxn>
                      <a:cxn ang="0">
                        <a:pos x="connsiteX2245" y="connsiteY2245"/>
                      </a:cxn>
                      <a:cxn ang="0">
                        <a:pos x="connsiteX2246" y="connsiteY2246"/>
                      </a:cxn>
                      <a:cxn ang="0">
                        <a:pos x="connsiteX2247" y="connsiteY2247"/>
                      </a:cxn>
                      <a:cxn ang="0">
                        <a:pos x="connsiteX2248" y="connsiteY2248"/>
                      </a:cxn>
                      <a:cxn ang="0">
                        <a:pos x="connsiteX2249" y="connsiteY2249"/>
                      </a:cxn>
                      <a:cxn ang="0">
                        <a:pos x="connsiteX2250" y="connsiteY2250"/>
                      </a:cxn>
                      <a:cxn ang="0">
                        <a:pos x="connsiteX2251" y="connsiteY2251"/>
                      </a:cxn>
                      <a:cxn ang="0">
                        <a:pos x="connsiteX2252" y="connsiteY2252"/>
                      </a:cxn>
                      <a:cxn ang="0">
                        <a:pos x="connsiteX2253" y="connsiteY2253"/>
                      </a:cxn>
                      <a:cxn ang="0">
                        <a:pos x="connsiteX2254" y="connsiteY2254"/>
                      </a:cxn>
                      <a:cxn ang="0">
                        <a:pos x="connsiteX2255" y="connsiteY2255"/>
                      </a:cxn>
                      <a:cxn ang="0">
                        <a:pos x="connsiteX2256" y="connsiteY2256"/>
                      </a:cxn>
                      <a:cxn ang="0">
                        <a:pos x="connsiteX2257" y="connsiteY2257"/>
                      </a:cxn>
                      <a:cxn ang="0">
                        <a:pos x="connsiteX2258" y="connsiteY2258"/>
                      </a:cxn>
                      <a:cxn ang="0">
                        <a:pos x="connsiteX2259" y="connsiteY2259"/>
                      </a:cxn>
                      <a:cxn ang="0">
                        <a:pos x="connsiteX2260" y="connsiteY2260"/>
                      </a:cxn>
                      <a:cxn ang="0">
                        <a:pos x="connsiteX2261" y="connsiteY2261"/>
                      </a:cxn>
                      <a:cxn ang="0">
                        <a:pos x="connsiteX2262" y="connsiteY2262"/>
                      </a:cxn>
                      <a:cxn ang="0">
                        <a:pos x="connsiteX2263" y="connsiteY2263"/>
                      </a:cxn>
                      <a:cxn ang="0">
                        <a:pos x="connsiteX2264" y="connsiteY2264"/>
                      </a:cxn>
                      <a:cxn ang="0">
                        <a:pos x="connsiteX2265" y="connsiteY2265"/>
                      </a:cxn>
                      <a:cxn ang="0">
                        <a:pos x="connsiteX2266" y="connsiteY2266"/>
                      </a:cxn>
                      <a:cxn ang="0">
                        <a:pos x="connsiteX2267" y="connsiteY2267"/>
                      </a:cxn>
                      <a:cxn ang="0">
                        <a:pos x="connsiteX2268" y="connsiteY2268"/>
                      </a:cxn>
                      <a:cxn ang="0">
                        <a:pos x="connsiteX2269" y="connsiteY2269"/>
                      </a:cxn>
                      <a:cxn ang="0">
                        <a:pos x="connsiteX2270" y="connsiteY2270"/>
                      </a:cxn>
                      <a:cxn ang="0">
                        <a:pos x="connsiteX2271" y="connsiteY2271"/>
                      </a:cxn>
                      <a:cxn ang="0">
                        <a:pos x="connsiteX2272" y="connsiteY2272"/>
                      </a:cxn>
                      <a:cxn ang="0">
                        <a:pos x="connsiteX2273" y="connsiteY2273"/>
                      </a:cxn>
                      <a:cxn ang="0">
                        <a:pos x="connsiteX2274" y="connsiteY2274"/>
                      </a:cxn>
                      <a:cxn ang="0">
                        <a:pos x="connsiteX2275" y="connsiteY2275"/>
                      </a:cxn>
                      <a:cxn ang="0">
                        <a:pos x="connsiteX2276" y="connsiteY2276"/>
                      </a:cxn>
                      <a:cxn ang="0">
                        <a:pos x="connsiteX2277" y="connsiteY2277"/>
                      </a:cxn>
                      <a:cxn ang="0">
                        <a:pos x="connsiteX2278" y="connsiteY2278"/>
                      </a:cxn>
                      <a:cxn ang="0">
                        <a:pos x="connsiteX2279" y="connsiteY2279"/>
                      </a:cxn>
                      <a:cxn ang="0">
                        <a:pos x="connsiteX2280" y="connsiteY2280"/>
                      </a:cxn>
                      <a:cxn ang="0">
                        <a:pos x="connsiteX2281" y="connsiteY2281"/>
                      </a:cxn>
                      <a:cxn ang="0">
                        <a:pos x="connsiteX2282" y="connsiteY2282"/>
                      </a:cxn>
                      <a:cxn ang="0">
                        <a:pos x="connsiteX2283" y="connsiteY2283"/>
                      </a:cxn>
                      <a:cxn ang="0">
                        <a:pos x="connsiteX2284" y="connsiteY2284"/>
                      </a:cxn>
                      <a:cxn ang="0">
                        <a:pos x="connsiteX2285" y="connsiteY2285"/>
                      </a:cxn>
                      <a:cxn ang="0">
                        <a:pos x="connsiteX2286" y="connsiteY2286"/>
                      </a:cxn>
                      <a:cxn ang="0">
                        <a:pos x="connsiteX2287" y="connsiteY2287"/>
                      </a:cxn>
                      <a:cxn ang="0">
                        <a:pos x="connsiteX2288" y="connsiteY2288"/>
                      </a:cxn>
                      <a:cxn ang="0">
                        <a:pos x="connsiteX2289" y="connsiteY2289"/>
                      </a:cxn>
                      <a:cxn ang="0">
                        <a:pos x="connsiteX2290" y="connsiteY2290"/>
                      </a:cxn>
                      <a:cxn ang="0">
                        <a:pos x="connsiteX2291" y="connsiteY2291"/>
                      </a:cxn>
                      <a:cxn ang="0">
                        <a:pos x="connsiteX2292" y="connsiteY2292"/>
                      </a:cxn>
                      <a:cxn ang="0">
                        <a:pos x="connsiteX2293" y="connsiteY2293"/>
                      </a:cxn>
                      <a:cxn ang="0">
                        <a:pos x="connsiteX2294" y="connsiteY2294"/>
                      </a:cxn>
                      <a:cxn ang="0">
                        <a:pos x="connsiteX2295" y="connsiteY2295"/>
                      </a:cxn>
                      <a:cxn ang="0">
                        <a:pos x="connsiteX2296" y="connsiteY2296"/>
                      </a:cxn>
                      <a:cxn ang="0">
                        <a:pos x="connsiteX2297" y="connsiteY2297"/>
                      </a:cxn>
                      <a:cxn ang="0">
                        <a:pos x="connsiteX2298" y="connsiteY2298"/>
                      </a:cxn>
                      <a:cxn ang="0">
                        <a:pos x="connsiteX2299" y="connsiteY2299"/>
                      </a:cxn>
                      <a:cxn ang="0">
                        <a:pos x="connsiteX2300" y="connsiteY2300"/>
                      </a:cxn>
                      <a:cxn ang="0">
                        <a:pos x="connsiteX2301" y="connsiteY2301"/>
                      </a:cxn>
                      <a:cxn ang="0">
                        <a:pos x="connsiteX2302" y="connsiteY2302"/>
                      </a:cxn>
                      <a:cxn ang="0">
                        <a:pos x="connsiteX2303" y="connsiteY2303"/>
                      </a:cxn>
                      <a:cxn ang="0">
                        <a:pos x="connsiteX2304" y="connsiteY2304"/>
                      </a:cxn>
                      <a:cxn ang="0">
                        <a:pos x="connsiteX2305" y="connsiteY2305"/>
                      </a:cxn>
                      <a:cxn ang="0">
                        <a:pos x="connsiteX2306" y="connsiteY2306"/>
                      </a:cxn>
                      <a:cxn ang="0">
                        <a:pos x="connsiteX2307" y="connsiteY2307"/>
                      </a:cxn>
                      <a:cxn ang="0">
                        <a:pos x="connsiteX2308" y="connsiteY2308"/>
                      </a:cxn>
                      <a:cxn ang="0">
                        <a:pos x="connsiteX2309" y="connsiteY2309"/>
                      </a:cxn>
                      <a:cxn ang="0">
                        <a:pos x="connsiteX2310" y="connsiteY2310"/>
                      </a:cxn>
                      <a:cxn ang="0">
                        <a:pos x="connsiteX2311" y="connsiteY2311"/>
                      </a:cxn>
                      <a:cxn ang="0">
                        <a:pos x="connsiteX2312" y="connsiteY2312"/>
                      </a:cxn>
                      <a:cxn ang="0">
                        <a:pos x="connsiteX2313" y="connsiteY2313"/>
                      </a:cxn>
                      <a:cxn ang="0">
                        <a:pos x="connsiteX2314" y="connsiteY2314"/>
                      </a:cxn>
                      <a:cxn ang="0">
                        <a:pos x="connsiteX2315" y="connsiteY2315"/>
                      </a:cxn>
                      <a:cxn ang="0">
                        <a:pos x="connsiteX2316" y="connsiteY2316"/>
                      </a:cxn>
                      <a:cxn ang="0">
                        <a:pos x="connsiteX2317" y="connsiteY2317"/>
                      </a:cxn>
                      <a:cxn ang="0">
                        <a:pos x="connsiteX2318" y="connsiteY2318"/>
                      </a:cxn>
                      <a:cxn ang="0">
                        <a:pos x="connsiteX2319" y="connsiteY2319"/>
                      </a:cxn>
                      <a:cxn ang="0">
                        <a:pos x="connsiteX2320" y="connsiteY2320"/>
                      </a:cxn>
                      <a:cxn ang="0">
                        <a:pos x="connsiteX2321" y="connsiteY2321"/>
                      </a:cxn>
                      <a:cxn ang="0">
                        <a:pos x="connsiteX2322" y="connsiteY2322"/>
                      </a:cxn>
                      <a:cxn ang="0">
                        <a:pos x="connsiteX2323" y="connsiteY2323"/>
                      </a:cxn>
                      <a:cxn ang="0">
                        <a:pos x="connsiteX2324" y="connsiteY2324"/>
                      </a:cxn>
                      <a:cxn ang="0">
                        <a:pos x="connsiteX2325" y="connsiteY2325"/>
                      </a:cxn>
                      <a:cxn ang="0">
                        <a:pos x="connsiteX2326" y="connsiteY2326"/>
                      </a:cxn>
                      <a:cxn ang="0">
                        <a:pos x="connsiteX2327" y="connsiteY2327"/>
                      </a:cxn>
                      <a:cxn ang="0">
                        <a:pos x="connsiteX2328" y="connsiteY2328"/>
                      </a:cxn>
                      <a:cxn ang="0">
                        <a:pos x="connsiteX2329" y="connsiteY2329"/>
                      </a:cxn>
                      <a:cxn ang="0">
                        <a:pos x="connsiteX2330" y="connsiteY2330"/>
                      </a:cxn>
                      <a:cxn ang="0">
                        <a:pos x="connsiteX2331" y="connsiteY2331"/>
                      </a:cxn>
                      <a:cxn ang="0">
                        <a:pos x="connsiteX2332" y="connsiteY2332"/>
                      </a:cxn>
                      <a:cxn ang="0">
                        <a:pos x="connsiteX2333" y="connsiteY2333"/>
                      </a:cxn>
                      <a:cxn ang="0">
                        <a:pos x="connsiteX2334" y="connsiteY2334"/>
                      </a:cxn>
                      <a:cxn ang="0">
                        <a:pos x="connsiteX2335" y="connsiteY2335"/>
                      </a:cxn>
                      <a:cxn ang="0">
                        <a:pos x="connsiteX2336" y="connsiteY2336"/>
                      </a:cxn>
                      <a:cxn ang="0">
                        <a:pos x="connsiteX2337" y="connsiteY2337"/>
                      </a:cxn>
                      <a:cxn ang="0">
                        <a:pos x="connsiteX2338" y="connsiteY2338"/>
                      </a:cxn>
                      <a:cxn ang="0">
                        <a:pos x="connsiteX2339" y="connsiteY2339"/>
                      </a:cxn>
                      <a:cxn ang="0">
                        <a:pos x="connsiteX2340" y="connsiteY2340"/>
                      </a:cxn>
                      <a:cxn ang="0">
                        <a:pos x="connsiteX2341" y="connsiteY2341"/>
                      </a:cxn>
                      <a:cxn ang="0">
                        <a:pos x="connsiteX2342" y="connsiteY2342"/>
                      </a:cxn>
                      <a:cxn ang="0">
                        <a:pos x="connsiteX2343" y="connsiteY2343"/>
                      </a:cxn>
                      <a:cxn ang="0">
                        <a:pos x="connsiteX2344" y="connsiteY2344"/>
                      </a:cxn>
                      <a:cxn ang="0">
                        <a:pos x="connsiteX2345" y="connsiteY2345"/>
                      </a:cxn>
                      <a:cxn ang="0">
                        <a:pos x="connsiteX2346" y="connsiteY2346"/>
                      </a:cxn>
                      <a:cxn ang="0">
                        <a:pos x="connsiteX2347" y="connsiteY2347"/>
                      </a:cxn>
                      <a:cxn ang="0">
                        <a:pos x="connsiteX2348" y="connsiteY2348"/>
                      </a:cxn>
                      <a:cxn ang="0">
                        <a:pos x="connsiteX2349" y="connsiteY2349"/>
                      </a:cxn>
                      <a:cxn ang="0">
                        <a:pos x="connsiteX2350" y="connsiteY2350"/>
                      </a:cxn>
                      <a:cxn ang="0">
                        <a:pos x="connsiteX2351" y="connsiteY2351"/>
                      </a:cxn>
                      <a:cxn ang="0">
                        <a:pos x="connsiteX2352" y="connsiteY2352"/>
                      </a:cxn>
                      <a:cxn ang="0">
                        <a:pos x="connsiteX2353" y="connsiteY2353"/>
                      </a:cxn>
                      <a:cxn ang="0">
                        <a:pos x="connsiteX2354" y="connsiteY2354"/>
                      </a:cxn>
                      <a:cxn ang="0">
                        <a:pos x="connsiteX2355" y="connsiteY2355"/>
                      </a:cxn>
                      <a:cxn ang="0">
                        <a:pos x="connsiteX2356" y="connsiteY2356"/>
                      </a:cxn>
                      <a:cxn ang="0">
                        <a:pos x="connsiteX2357" y="connsiteY2357"/>
                      </a:cxn>
                      <a:cxn ang="0">
                        <a:pos x="connsiteX2358" y="connsiteY2358"/>
                      </a:cxn>
                      <a:cxn ang="0">
                        <a:pos x="connsiteX2359" y="connsiteY2359"/>
                      </a:cxn>
                      <a:cxn ang="0">
                        <a:pos x="connsiteX2360" y="connsiteY2360"/>
                      </a:cxn>
                      <a:cxn ang="0">
                        <a:pos x="connsiteX2361" y="connsiteY2361"/>
                      </a:cxn>
                      <a:cxn ang="0">
                        <a:pos x="connsiteX2362" y="connsiteY2362"/>
                      </a:cxn>
                      <a:cxn ang="0">
                        <a:pos x="connsiteX2363" y="connsiteY2363"/>
                      </a:cxn>
                      <a:cxn ang="0">
                        <a:pos x="connsiteX2364" y="connsiteY2364"/>
                      </a:cxn>
                      <a:cxn ang="0">
                        <a:pos x="connsiteX2365" y="connsiteY2365"/>
                      </a:cxn>
                      <a:cxn ang="0">
                        <a:pos x="connsiteX2366" y="connsiteY2366"/>
                      </a:cxn>
                      <a:cxn ang="0">
                        <a:pos x="connsiteX2367" y="connsiteY2367"/>
                      </a:cxn>
                      <a:cxn ang="0">
                        <a:pos x="connsiteX2368" y="connsiteY2368"/>
                      </a:cxn>
                      <a:cxn ang="0">
                        <a:pos x="connsiteX2369" y="connsiteY2369"/>
                      </a:cxn>
                      <a:cxn ang="0">
                        <a:pos x="connsiteX2370" y="connsiteY2370"/>
                      </a:cxn>
                      <a:cxn ang="0">
                        <a:pos x="connsiteX2371" y="connsiteY2371"/>
                      </a:cxn>
                      <a:cxn ang="0">
                        <a:pos x="connsiteX2372" y="connsiteY2372"/>
                      </a:cxn>
                      <a:cxn ang="0">
                        <a:pos x="connsiteX2373" y="connsiteY2373"/>
                      </a:cxn>
                      <a:cxn ang="0">
                        <a:pos x="connsiteX2374" y="connsiteY2374"/>
                      </a:cxn>
                      <a:cxn ang="0">
                        <a:pos x="connsiteX2375" y="connsiteY2375"/>
                      </a:cxn>
                      <a:cxn ang="0">
                        <a:pos x="connsiteX2376" y="connsiteY2376"/>
                      </a:cxn>
                      <a:cxn ang="0">
                        <a:pos x="connsiteX2377" y="connsiteY2377"/>
                      </a:cxn>
                      <a:cxn ang="0">
                        <a:pos x="connsiteX2378" y="connsiteY2378"/>
                      </a:cxn>
                      <a:cxn ang="0">
                        <a:pos x="connsiteX2379" y="connsiteY2379"/>
                      </a:cxn>
                      <a:cxn ang="0">
                        <a:pos x="connsiteX2380" y="connsiteY2380"/>
                      </a:cxn>
                      <a:cxn ang="0">
                        <a:pos x="connsiteX2381" y="connsiteY2381"/>
                      </a:cxn>
                      <a:cxn ang="0">
                        <a:pos x="connsiteX2382" y="connsiteY2382"/>
                      </a:cxn>
                      <a:cxn ang="0">
                        <a:pos x="connsiteX2383" y="connsiteY2383"/>
                      </a:cxn>
                      <a:cxn ang="0">
                        <a:pos x="connsiteX2384" y="connsiteY2384"/>
                      </a:cxn>
                      <a:cxn ang="0">
                        <a:pos x="connsiteX2385" y="connsiteY2385"/>
                      </a:cxn>
                      <a:cxn ang="0">
                        <a:pos x="connsiteX2386" y="connsiteY2386"/>
                      </a:cxn>
                      <a:cxn ang="0">
                        <a:pos x="connsiteX2387" y="connsiteY2387"/>
                      </a:cxn>
                      <a:cxn ang="0">
                        <a:pos x="connsiteX2388" y="connsiteY2388"/>
                      </a:cxn>
                      <a:cxn ang="0">
                        <a:pos x="connsiteX2389" y="connsiteY2389"/>
                      </a:cxn>
                      <a:cxn ang="0">
                        <a:pos x="connsiteX2390" y="connsiteY2390"/>
                      </a:cxn>
                      <a:cxn ang="0">
                        <a:pos x="connsiteX2391" y="connsiteY2391"/>
                      </a:cxn>
                      <a:cxn ang="0">
                        <a:pos x="connsiteX2392" y="connsiteY2392"/>
                      </a:cxn>
                      <a:cxn ang="0">
                        <a:pos x="connsiteX2393" y="connsiteY2393"/>
                      </a:cxn>
                      <a:cxn ang="0">
                        <a:pos x="connsiteX2394" y="connsiteY2394"/>
                      </a:cxn>
                      <a:cxn ang="0">
                        <a:pos x="connsiteX2395" y="connsiteY2395"/>
                      </a:cxn>
                      <a:cxn ang="0">
                        <a:pos x="connsiteX2396" y="connsiteY2396"/>
                      </a:cxn>
                      <a:cxn ang="0">
                        <a:pos x="connsiteX2397" y="connsiteY2397"/>
                      </a:cxn>
                      <a:cxn ang="0">
                        <a:pos x="connsiteX2398" y="connsiteY2398"/>
                      </a:cxn>
                      <a:cxn ang="0">
                        <a:pos x="connsiteX2399" y="connsiteY2399"/>
                      </a:cxn>
                      <a:cxn ang="0">
                        <a:pos x="connsiteX2400" y="connsiteY2400"/>
                      </a:cxn>
                      <a:cxn ang="0">
                        <a:pos x="connsiteX2401" y="connsiteY2401"/>
                      </a:cxn>
                      <a:cxn ang="0">
                        <a:pos x="connsiteX2402" y="connsiteY2402"/>
                      </a:cxn>
                      <a:cxn ang="0">
                        <a:pos x="connsiteX2403" y="connsiteY2403"/>
                      </a:cxn>
                      <a:cxn ang="0">
                        <a:pos x="connsiteX2404" y="connsiteY2404"/>
                      </a:cxn>
                      <a:cxn ang="0">
                        <a:pos x="connsiteX2405" y="connsiteY2405"/>
                      </a:cxn>
                      <a:cxn ang="0">
                        <a:pos x="connsiteX2406" y="connsiteY2406"/>
                      </a:cxn>
                      <a:cxn ang="0">
                        <a:pos x="connsiteX2407" y="connsiteY2407"/>
                      </a:cxn>
                      <a:cxn ang="0">
                        <a:pos x="connsiteX2408" y="connsiteY2408"/>
                      </a:cxn>
                      <a:cxn ang="0">
                        <a:pos x="connsiteX2409" y="connsiteY2409"/>
                      </a:cxn>
                      <a:cxn ang="0">
                        <a:pos x="connsiteX2410" y="connsiteY2410"/>
                      </a:cxn>
                      <a:cxn ang="0">
                        <a:pos x="connsiteX2411" y="connsiteY2411"/>
                      </a:cxn>
                      <a:cxn ang="0">
                        <a:pos x="connsiteX2412" y="connsiteY2412"/>
                      </a:cxn>
                      <a:cxn ang="0">
                        <a:pos x="connsiteX2413" y="connsiteY2413"/>
                      </a:cxn>
                      <a:cxn ang="0">
                        <a:pos x="connsiteX2414" y="connsiteY2414"/>
                      </a:cxn>
                      <a:cxn ang="0">
                        <a:pos x="connsiteX2415" y="connsiteY2415"/>
                      </a:cxn>
                      <a:cxn ang="0">
                        <a:pos x="connsiteX2416" y="connsiteY2416"/>
                      </a:cxn>
                      <a:cxn ang="0">
                        <a:pos x="connsiteX2417" y="connsiteY2417"/>
                      </a:cxn>
                      <a:cxn ang="0">
                        <a:pos x="connsiteX2418" y="connsiteY2418"/>
                      </a:cxn>
                      <a:cxn ang="0">
                        <a:pos x="connsiteX2419" y="connsiteY2419"/>
                      </a:cxn>
                      <a:cxn ang="0">
                        <a:pos x="connsiteX2420" y="connsiteY2420"/>
                      </a:cxn>
                      <a:cxn ang="0">
                        <a:pos x="connsiteX2421" y="connsiteY2421"/>
                      </a:cxn>
                      <a:cxn ang="0">
                        <a:pos x="connsiteX2422" y="connsiteY2422"/>
                      </a:cxn>
                      <a:cxn ang="0">
                        <a:pos x="connsiteX2423" y="connsiteY2423"/>
                      </a:cxn>
                      <a:cxn ang="0">
                        <a:pos x="connsiteX2424" y="connsiteY2424"/>
                      </a:cxn>
                      <a:cxn ang="0">
                        <a:pos x="connsiteX2425" y="connsiteY2425"/>
                      </a:cxn>
                      <a:cxn ang="0">
                        <a:pos x="connsiteX2426" y="connsiteY2426"/>
                      </a:cxn>
                      <a:cxn ang="0">
                        <a:pos x="connsiteX2427" y="connsiteY2427"/>
                      </a:cxn>
                      <a:cxn ang="0">
                        <a:pos x="connsiteX2428" y="connsiteY2428"/>
                      </a:cxn>
                      <a:cxn ang="0">
                        <a:pos x="connsiteX2429" y="connsiteY2429"/>
                      </a:cxn>
                      <a:cxn ang="0">
                        <a:pos x="connsiteX2430" y="connsiteY2430"/>
                      </a:cxn>
                      <a:cxn ang="0">
                        <a:pos x="connsiteX2431" y="connsiteY2431"/>
                      </a:cxn>
                      <a:cxn ang="0">
                        <a:pos x="connsiteX2432" y="connsiteY2432"/>
                      </a:cxn>
                      <a:cxn ang="0">
                        <a:pos x="connsiteX2433" y="connsiteY2433"/>
                      </a:cxn>
                      <a:cxn ang="0">
                        <a:pos x="connsiteX2434" y="connsiteY2434"/>
                      </a:cxn>
                      <a:cxn ang="0">
                        <a:pos x="connsiteX2435" y="connsiteY2435"/>
                      </a:cxn>
                      <a:cxn ang="0">
                        <a:pos x="connsiteX2436" y="connsiteY2436"/>
                      </a:cxn>
                      <a:cxn ang="0">
                        <a:pos x="connsiteX2437" y="connsiteY2437"/>
                      </a:cxn>
                      <a:cxn ang="0">
                        <a:pos x="connsiteX2438" y="connsiteY2438"/>
                      </a:cxn>
                      <a:cxn ang="0">
                        <a:pos x="connsiteX2439" y="connsiteY2439"/>
                      </a:cxn>
                      <a:cxn ang="0">
                        <a:pos x="connsiteX2440" y="connsiteY2440"/>
                      </a:cxn>
                      <a:cxn ang="0">
                        <a:pos x="connsiteX2441" y="connsiteY2441"/>
                      </a:cxn>
                      <a:cxn ang="0">
                        <a:pos x="connsiteX2442" y="connsiteY2442"/>
                      </a:cxn>
                      <a:cxn ang="0">
                        <a:pos x="connsiteX2443" y="connsiteY2443"/>
                      </a:cxn>
                      <a:cxn ang="0">
                        <a:pos x="connsiteX2444" y="connsiteY2444"/>
                      </a:cxn>
                      <a:cxn ang="0">
                        <a:pos x="connsiteX2445" y="connsiteY2445"/>
                      </a:cxn>
                      <a:cxn ang="0">
                        <a:pos x="connsiteX2446" y="connsiteY2446"/>
                      </a:cxn>
                      <a:cxn ang="0">
                        <a:pos x="connsiteX2447" y="connsiteY2447"/>
                      </a:cxn>
                      <a:cxn ang="0">
                        <a:pos x="connsiteX2448" y="connsiteY2448"/>
                      </a:cxn>
                      <a:cxn ang="0">
                        <a:pos x="connsiteX2449" y="connsiteY2449"/>
                      </a:cxn>
                      <a:cxn ang="0">
                        <a:pos x="connsiteX2450" y="connsiteY2450"/>
                      </a:cxn>
                      <a:cxn ang="0">
                        <a:pos x="connsiteX2451" y="connsiteY2451"/>
                      </a:cxn>
                      <a:cxn ang="0">
                        <a:pos x="connsiteX2452" y="connsiteY2452"/>
                      </a:cxn>
                      <a:cxn ang="0">
                        <a:pos x="connsiteX2453" y="connsiteY2453"/>
                      </a:cxn>
                      <a:cxn ang="0">
                        <a:pos x="connsiteX2454" y="connsiteY2454"/>
                      </a:cxn>
                      <a:cxn ang="0">
                        <a:pos x="connsiteX2455" y="connsiteY2455"/>
                      </a:cxn>
                      <a:cxn ang="0">
                        <a:pos x="connsiteX2456" y="connsiteY2456"/>
                      </a:cxn>
                      <a:cxn ang="0">
                        <a:pos x="connsiteX2457" y="connsiteY2457"/>
                      </a:cxn>
                      <a:cxn ang="0">
                        <a:pos x="connsiteX2458" y="connsiteY2458"/>
                      </a:cxn>
                      <a:cxn ang="0">
                        <a:pos x="connsiteX2459" y="connsiteY2459"/>
                      </a:cxn>
                      <a:cxn ang="0">
                        <a:pos x="connsiteX2460" y="connsiteY2460"/>
                      </a:cxn>
                      <a:cxn ang="0">
                        <a:pos x="connsiteX2461" y="connsiteY2461"/>
                      </a:cxn>
                      <a:cxn ang="0">
                        <a:pos x="connsiteX2462" y="connsiteY2462"/>
                      </a:cxn>
                      <a:cxn ang="0">
                        <a:pos x="connsiteX2463" y="connsiteY2463"/>
                      </a:cxn>
                      <a:cxn ang="0">
                        <a:pos x="connsiteX2464" y="connsiteY2464"/>
                      </a:cxn>
                      <a:cxn ang="0">
                        <a:pos x="connsiteX2465" y="connsiteY2465"/>
                      </a:cxn>
                      <a:cxn ang="0">
                        <a:pos x="connsiteX2466" y="connsiteY2466"/>
                      </a:cxn>
                      <a:cxn ang="0">
                        <a:pos x="connsiteX2467" y="connsiteY2467"/>
                      </a:cxn>
                      <a:cxn ang="0">
                        <a:pos x="connsiteX2468" y="connsiteY2468"/>
                      </a:cxn>
                      <a:cxn ang="0">
                        <a:pos x="connsiteX2469" y="connsiteY2469"/>
                      </a:cxn>
                      <a:cxn ang="0">
                        <a:pos x="connsiteX2470" y="connsiteY2470"/>
                      </a:cxn>
                      <a:cxn ang="0">
                        <a:pos x="connsiteX2471" y="connsiteY2471"/>
                      </a:cxn>
                      <a:cxn ang="0">
                        <a:pos x="connsiteX2472" y="connsiteY2472"/>
                      </a:cxn>
                      <a:cxn ang="0">
                        <a:pos x="connsiteX2473" y="connsiteY2473"/>
                      </a:cxn>
                      <a:cxn ang="0">
                        <a:pos x="connsiteX2474" y="connsiteY2474"/>
                      </a:cxn>
                      <a:cxn ang="0">
                        <a:pos x="connsiteX2475" y="connsiteY2475"/>
                      </a:cxn>
                      <a:cxn ang="0">
                        <a:pos x="connsiteX2476" y="connsiteY2476"/>
                      </a:cxn>
                      <a:cxn ang="0">
                        <a:pos x="connsiteX2477" y="connsiteY2477"/>
                      </a:cxn>
                      <a:cxn ang="0">
                        <a:pos x="connsiteX2478" y="connsiteY2478"/>
                      </a:cxn>
                      <a:cxn ang="0">
                        <a:pos x="connsiteX2479" y="connsiteY2479"/>
                      </a:cxn>
                      <a:cxn ang="0">
                        <a:pos x="connsiteX2480" y="connsiteY2480"/>
                      </a:cxn>
                      <a:cxn ang="0">
                        <a:pos x="connsiteX2481" y="connsiteY2481"/>
                      </a:cxn>
                      <a:cxn ang="0">
                        <a:pos x="connsiteX2482" y="connsiteY2482"/>
                      </a:cxn>
                      <a:cxn ang="0">
                        <a:pos x="connsiteX2483" y="connsiteY2483"/>
                      </a:cxn>
                      <a:cxn ang="0">
                        <a:pos x="connsiteX2484" y="connsiteY2484"/>
                      </a:cxn>
                      <a:cxn ang="0">
                        <a:pos x="connsiteX2485" y="connsiteY2485"/>
                      </a:cxn>
                      <a:cxn ang="0">
                        <a:pos x="connsiteX2486" y="connsiteY2486"/>
                      </a:cxn>
                      <a:cxn ang="0">
                        <a:pos x="connsiteX2487" y="connsiteY2487"/>
                      </a:cxn>
                      <a:cxn ang="0">
                        <a:pos x="connsiteX2488" y="connsiteY2488"/>
                      </a:cxn>
                      <a:cxn ang="0">
                        <a:pos x="connsiteX2489" y="connsiteY2489"/>
                      </a:cxn>
                      <a:cxn ang="0">
                        <a:pos x="connsiteX2490" y="connsiteY2490"/>
                      </a:cxn>
                      <a:cxn ang="0">
                        <a:pos x="connsiteX2491" y="connsiteY2491"/>
                      </a:cxn>
                      <a:cxn ang="0">
                        <a:pos x="connsiteX2492" y="connsiteY2492"/>
                      </a:cxn>
                      <a:cxn ang="0">
                        <a:pos x="connsiteX2493" y="connsiteY2493"/>
                      </a:cxn>
                      <a:cxn ang="0">
                        <a:pos x="connsiteX2494" y="connsiteY2494"/>
                      </a:cxn>
                      <a:cxn ang="0">
                        <a:pos x="connsiteX2495" y="connsiteY2495"/>
                      </a:cxn>
                      <a:cxn ang="0">
                        <a:pos x="connsiteX2496" y="connsiteY2496"/>
                      </a:cxn>
                      <a:cxn ang="0">
                        <a:pos x="connsiteX2497" y="connsiteY2497"/>
                      </a:cxn>
                      <a:cxn ang="0">
                        <a:pos x="connsiteX2498" y="connsiteY2498"/>
                      </a:cxn>
                      <a:cxn ang="0">
                        <a:pos x="connsiteX2499" y="connsiteY2499"/>
                      </a:cxn>
                      <a:cxn ang="0">
                        <a:pos x="connsiteX2500" y="connsiteY2500"/>
                      </a:cxn>
                      <a:cxn ang="0">
                        <a:pos x="connsiteX2501" y="connsiteY2501"/>
                      </a:cxn>
                      <a:cxn ang="0">
                        <a:pos x="connsiteX2502" y="connsiteY2502"/>
                      </a:cxn>
                      <a:cxn ang="0">
                        <a:pos x="connsiteX2503" y="connsiteY2503"/>
                      </a:cxn>
                      <a:cxn ang="0">
                        <a:pos x="connsiteX2504" y="connsiteY2504"/>
                      </a:cxn>
                      <a:cxn ang="0">
                        <a:pos x="connsiteX2505" y="connsiteY2505"/>
                      </a:cxn>
                      <a:cxn ang="0">
                        <a:pos x="connsiteX2506" y="connsiteY2506"/>
                      </a:cxn>
                      <a:cxn ang="0">
                        <a:pos x="connsiteX2507" y="connsiteY2507"/>
                      </a:cxn>
                      <a:cxn ang="0">
                        <a:pos x="connsiteX2508" y="connsiteY2508"/>
                      </a:cxn>
                      <a:cxn ang="0">
                        <a:pos x="connsiteX2509" y="connsiteY2509"/>
                      </a:cxn>
                      <a:cxn ang="0">
                        <a:pos x="connsiteX2510" y="connsiteY2510"/>
                      </a:cxn>
                      <a:cxn ang="0">
                        <a:pos x="connsiteX2511" y="connsiteY2511"/>
                      </a:cxn>
                      <a:cxn ang="0">
                        <a:pos x="connsiteX2512" y="connsiteY2512"/>
                      </a:cxn>
                      <a:cxn ang="0">
                        <a:pos x="connsiteX2513" y="connsiteY2513"/>
                      </a:cxn>
                      <a:cxn ang="0">
                        <a:pos x="connsiteX2514" y="connsiteY2514"/>
                      </a:cxn>
                      <a:cxn ang="0">
                        <a:pos x="connsiteX2515" y="connsiteY2515"/>
                      </a:cxn>
                      <a:cxn ang="0">
                        <a:pos x="connsiteX2516" y="connsiteY2516"/>
                      </a:cxn>
                      <a:cxn ang="0">
                        <a:pos x="connsiteX2517" y="connsiteY2517"/>
                      </a:cxn>
                      <a:cxn ang="0">
                        <a:pos x="connsiteX2518" y="connsiteY2518"/>
                      </a:cxn>
                      <a:cxn ang="0">
                        <a:pos x="connsiteX2519" y="connsiteY2519"/>
                      </a:cxn>
                      <a:cxn ang="0">
                        <a:pos x="connsiteX2520" y="connsiteY2520"/>
                      </a:cxn>
                      <a:cxn ang="0">
                        <a:pos x="connsiteX2521" y="connsiteY2521"/>
                      </a:cxn>
                      <a:cxn ang="0">
                        <a:pos x="connsiteX2522" y="connsiteY2522"/>
                      </a:cxn>
                      <a:cxn ang="0">
                        <a:pos x="connsiteX2523" y="connsiteY2523"/>
                      </a:cxn>
                      <a:cxn ang="0">
                        <a:pos x="connsiteX2524" y="connsiteY2524"/>
                      </a:cxn>
                      <a:cxn ang="0">
                        <a:pos x="connsiteX2525" y="connsiteY2525"/>
                      </a:cxn>
                      <a:cxn ang="0">
                        <a:pos x="connsiteX2526" y="connsiteY2526"/>
                      </a:cxn>
                      <a:cxn ang="0">
                        <a:pos x="connsiteX2527" y="connsiteY2527"/>
                      </a:cxn>
                      <a:cxn ang="0">
                        <a:pos x="connsiteX2528" y="connsiteY2528"/>
                      </a:cxn>
                      <a:cxn ang="0">
                        <a:pos x="connsiteX2529" y="connsiteY2529"/>
                      </a:cxn>
                      <a:cxn ang="0">
                        <a:pos x="connsiteX2530" y="connsiteY2530"/>
                      </a:cxn>
                      <a:cxn ang="0">
                        <a:pos x="connsiteX2531" y="connsiteY2531"/>
                      </a:cxn>
                      <a:cxn ang="0">
                        <a:pos x="connsiteX2532" y="connsiteY2532"/>
                      </a:cxn>
                      <a:cxn ang="0">
                        <a:pos x="connsiteX2533" y="connsiteY2533"/>
                      </a:cxn>
                      <a:cxn ang="0">
                        <a:pos x="connsiteX2534" y="connsiteY2534"/>
                      </a:cxn>
                      <a:cxn ang="0">
                        <a:pos x="connsiteX2535" y="connsiteY2535"/>
                      </a:cxn>
                      <a:cxn ang="0">
                        <a:pos x="connsiteX2536" y="connsiteY2536"/>
                      </a:cxn>
                      <a:cxn ang="0">
                        <a:pos x="connsiteX2537" y="connsiteY2537"/>
                      </a:cxn>
                      <a:cxn ang="0">
                        <a:pos x="connsiteX2538" y="connsiteY2538"/>
                      </a:cxn>
                      <a:cxn ang="0">
                        <a:pos x="connsiteX2539" y="connsiteY2539"/>
                      </a:cxn>
                      <a:cxn ang="0">
                        <a:pos x="connsiteX2540" y="connsiteY2540"/>
                      </a:cxn>
                      <a:cxn ang="0">
                        <a:pos x="connsiteX2541" y="connsiteY2541"/>
                      </a:cxn>
                      <a:cxn ang="0">
                        <a:pos x="connsiteX2542" y="connsiteY2542"/>
                      </a:cxn>
                      <a:cxn ang="0">
                        <a:pos x="connsiteX2543" y="connsiteY2543"/>
                      </a:cxn>
                      <a:cxn ang="0">
                        <a:pos x="connsiteX2544" y="connsiteY2544"/>
                      </a:cxn>
                      <a:cxn ang="0">
                        <a:pos x="connsiteX2545" y="connsiteY2545"/>
                      </a:cxn>
                      <a:cxn ang="0">
                        <a:pos x="connsiteX2546" y="connsiteY2546"/>
                      </a:cxn>
                      <a:cxn ang="0">
                        <a:pos x="connsiteX2547" y="connsiteY2547"/>
                      </a:cxn>
                      <a:cxn ang="0">
                        <a:pos x="connsiteX2548" y="connsiteY2548"/>
                      </a:cxn>
                      <a:cxn ang="0">
                        <a:pos x="connsiteX2549" y="connsiteY2549"/>
                      </a:cxn>
                      <a:cxn ang="0">
                        <a:pos x="connsiteX2550" y="connsiteY2550"/>
                      </a:cxn>
                      <a:cxn ang="0">
                        <a:pos x="connsiteX2551" y="connsiteY2551"/>
                      </a:cxn>
                      <a:cxn ang="0">
                        <a:pos x="connsiteX2552" y="connsiteY2552"/>
                      </a:cxn>
                      <a:cxn ang="0">
                        <a:pos x="connsiteX2553" y="connsiteY2553"/>
                      </a:cxn>
                      <a:cxn ang="0">
                        <a:pos x="connsiteX2554" y="connsiteY2554"/>
                      </a:cxn>
                      <a:cxn ang="0">
                        <a:pos x="connsiteX2555" y="connsiteY2555"/>
                      </a:cxn>
                      <a:cxn ang="0">
                        <a:pos x="connsiteX2556" y="connsiteY2556"/>
                      </a:cxn>
                      <a:cxn ang="0">
                        <a:pos x="connsiteX2557" y="connsiteY2557"/>
                      </a:cxn>
                      <a:cxn ang="0">
                        <a:pos x="connsiteX2558" y="connsiteY2558"/>
                      </a:cxn>
                      <a:cxn ang="0">
                        <a:pos x="connsiteX2559" y="connsiteY2559"/>
                      </a:cxn>
                      <a:cxn ang="0">
                        <a:pos x="connsiteX2560" y="connsiteY2560"/>
                      </a:cxn>
                      <a:cxn ang="0">
                        <a:pos x="connsiteX2561" y="connsiteY2561"/>
                      </a:cxn>
                      <a:cxn ang="0">
                        <a:pos x="connsiteX2562" y="connsiteY2562"/>
                      </a:cxn>
                      <a:cxn ang="0">
                        <a:pos x="connsiteX2563" y="connsiteY2563"/>
                      </a:cxn>
                      <a:cxn ang="0">
                        <a:pos x="connsiteX2564" y="connsiteY2564"/>
                      </a:cxn>
                      <a:cxn ang="0">
                        <a:pos x="connsiteX2565" y="connsiteY2565"/>
                      </a:cxn>
                      <a:cxn ang="0">
                        <a:pos x="connsiteX2566" y="connsiteY2566"/>
                      </a:cxn>
                      <a:cxn ang="0">
                        <a:pos x="connsiteX2567" y="connsiteY2567"/>
                      </a:cxn>
                      <a:cxn ang="0">
                        <a:pos x="connsiteX2568" y="connsiteY2568"/>
                      </a:cxn>
                      <a:cxn ang="0">
                        <a:pos x="connsiteX2569" y="connsiteY2569"/>
                      </a:cxn>
                      <a:cxn ang="0">
                        <a:pos x="connsiteX2570" y="connsiteY2570"/>
                      </a:cxn>
                      <a:cxn ang="0">
                        <a:pos x="connsiteX2571" y="connsiteY2571"/>
                      </a:cxn>
                      <a:cxn ang="0">
                        <a:pos x="connsiteX2572" y="connsiteY2572"/>
                      </a:cxn>
                      <a:cxn ang="0">
                        <a:pos x="connsiteX2573" y="connsiteY2573"/>
                      </a:cxn>
                      <a:cxn ang="0">
                        <a:pos x="connsiteX2574" y="connsiteY2574"/>
                      </a:cxn>
                      <a:cxn ang="0">
                        <a:pos x="connsiteX2575" y="connsiteY2575"/>
                      </a:cxn>
                      <a:cxn ang="0">
                        <a:pos x="connsiteX2576" y="connsiteY2576"/>
                      </a:cxn>
                      <a:cxn ang="0">
                        <a:pos x="connsiteX2577" y="connsiteY2577"/>
                      </a:cxn>
                      <a:cxn ang="0">
                        <a:pos x="connsiteX2578" y="connsiteY2578"/>
                      </a:cxn>
                      <a:cxn ang="0">
                        <a:pos x="connsiteX2579" y="connsiteY2579"/>
                      </a:cxn>
                      <a:cxn ang="0">
                        <a:pos x="connsiteX2580" y="connsiteY2580"/>
                      </a:cxn>
                      <a:cxn ang="0">
                        <a:pos x="connsiteX2581" y="connsiteY2581"/>
                      </a:cxn>
                      <a:cxn ang="0">
                        <a:pos x="connsiteX2582" y="connsiteY2582"/>
                      </a:cxn>
                      <a:cxn ang="0">
                        <a:pos x="connsiteX2583" y="connsiteY2583"/>
                      </a:cxn>
                      <a:cxn ang="0">
                        <a:pos x="connsiteX2584" y="connsiteY2584"/>
                      </a:cxn>
                      <a:cxn ang="0">
                        <a:pos x="connsiteX2585" y="connsiteY2585"/>
                      </a:cxn>
                      <a:cxn ang="0">
                        <a:pos x="connsiteX2586" y="connsiteY2586"/>
                      </a:cxn>
                      <a:cxn ang="0">
                        <a:pos x="connsiteX2587" y="connsiteY2587"/>
                      </a:cxn>
                      <a:cxn ang="0">
                        <a:pos x="connsiteX2588" y="connsiteY2588"/>
                      </a:cxn>
                      <a:cxn ang="0">
                        <a:pos x="connsiteX2589" y="connsiteY2589"/>
                      </a:cxn>
                      <a:cxn ang="0">
                        <a:pos x="connsiteX2590" y="connsiteY2590"/>
                      </a:cxn>
                      <a:cxn ang="0">
                        <a:pos x="connsiteX2591" y="connsiteY2591"/>
                      </a:cxn>
                      <a:cxn ang="0">
                        <a:pos x="connsiteX2592" y="connsiteY2592"/>
                      </a:cxn>
                      <a:cxn ang="0">
                        <a:pos x="connsiteX2593" y="connsiteY2593"/>
                      </a:cxn>
                      <a:cxn ang="0">
                        <a:pos x="connsiteX2594" y="connsiteY2594"/>
                      </a:cxn>
                      <a:cxn ang="0">
                        <a:pos x="connsiteX2595" y="connsiteY2595"/>
                      </a:cxn>
                      <a:cxn ang="0">
                        <a:pos x="connsiteX2596" y="connsiteY2596"/>
                      </a:cxn>
                      <a:cxn ang="0">
                        <a:pos x="connsiteX2597" y="connsiteY2597"/>
                      </a:cxn>
                      <a:cxn ang="0">
                        <a:pos x="connsiteX2598" y="connsiteY2598"/>
                      </a:cxn>
                      <a:cxn ang="0">
                        <a:pos x="connsiteX2599" y="connsiteY2599"/>
                      </a:cxn>
                      <a:cxn ang="0">
                        <a:pos x="connsiteX2600" y="connsiteY2600"/>
                      </a:cxn>
                      <a:cxn ang="0">
                        <a:pos x="connsiteX2601" y="connsiteY2601"/>
                      </a:cxn>
                      <a:cxn ang="0">
                        <a:pos x="connsiteX2602" y="connsiteY2602"/>
                      </a:cxn>
                      <a:cxn ang="0">
                        <a:pos x="connsiteX2603" y="connsiteY2603"/>
                      </a:cxn>
                      <a:cxn ang="0">
                        <a:pos x="connsiteX2604" y="connsiteY2604"/>
                      </a:cxn>
                      <a:cxn ang="0">
                        <a:pos x="connsiteX2605" y="connsiteY2605"/>
                      </a:cxn>
                      <a:cxn ang="0">
                        <a:pos x="connsiteX2606" y="connsiteY2606"/>
                      </a:cxn>
                      <a:cxn ang="0">
                        <a:pos x="connsiteX2607" y="connsiteY2607"/>
                      </a:cxn>
                      <a:cxn ang="0">
                        <a:pos x="connsiteX2608" y="connsiteY2608"/>
                      </a:cxn>
                      <a:cxn ang="0">
                        <a:pos x="connsiteX2609" y="connsiteY2609"/>
                      </a:cxn>
                      <a:cxn ang="0">
                        <a:pos x="connsiteX2610" y="connsiteY2610"/>
                      </a:cxn>
                      <a:cxn ang="0">
                        <a:pos x="connsiteX2611" y="connsiteY2611"/>
                      </a:cxn>
                      <a:cxn ang="0">
                        <a:pos x="connsiteX2612" y="connsiteY2612"/>
                      </a:cxn>
                      <a:cxn ang="0">
                        <a:pos x="connsiteX2613" y="connsiteY2613"/>
                      </a:cxn>
                      <a:cxn ang="0">
                        <a:pos x="connsiteX2614" y="connsiteY2614"/>
                      </a:cxn>
                      <a:cxn ang="0">
                        <a:pos x="connsiteX2615" y="connsiteY2615"/>
                      </a:cxn>
                      <a:cxn ang="0">
                        <a:pos x="connsiteX2616" y="connsiteY2616"/>
                      </a:cxn>
                      <a:cxn ang="0">
                        <a:pos x="connsiteX2617" y="connsiteY2617"/>
                      </a:cxn>
                      <a:cxn ang="0">
                        <a:pos x="connsiteX2618" y="connsiteY2618"/>
                      </a:cxn>
                      <a:cxn ang="0">
                        <a:pos x="connsiteX2619" y="connsiteY2619"/>
                      </a:cxn>
                      <a:cxn ang="0">
                        <a:pos x="connsiteX2620" y="connsiteY2620"/>
                      </a:cxn>
                      <a:cxn ang="0">
                        <a:pos x="connsiteX2621" y="connsiteY2621"/>
                      </a:cxn>
                      <a:cxn ang="0">
                        <a:pos x="connsiteX2622" y="connsiteY2622"/>
                      </a:cxn>
                      <a:cxn ang="0">
                        <a:pos x="connsiteX2623" y="connsiteY2623"/>
                      </a:cxn>
                      <a:cxn ang="0">
                        <a:pos x="connsiteX2624" y="connsiteY2624"/>
                      </a:cxn>
                      <a:cxn ang="0">
                        <a:pos x="connsiteX2625" y="connsiteY2625"/>
                      </a:cxn>
                      <a:cxn ang="0">
                        <a:pos x="connsiteX2626" y="connsiteY2626"/>
                      </a:cxn>
                      <a:cxn ang="0">
                        <a:pos x="connsiteX2627" y="connsiteY2627"/>
                      </a:cxn>
                      <a:cxn ang="0">
                        <a:pos x="connsiteX2628" y="connsiteY2628"/>
                      </a:cxn>
                      <a:cxn ang="0">
                        <a:pos x="connsiteX2629" y="connsiteY2629"/>
                      </a:cxn>
                      <a:cxn ang="0">
                        <a:pos x="connsiteX2630" y="connsiteY2630"/>
                      </a:cxn>
                      <a:cxn ang="0">
                        <a:pos x="connsiteX2631" y="connsiteY2631"/>
                      </a:cxn>
                      <a:cxn ang="0">
                        <a:pos x="connsiteX2632" y="connsiteY2632"/>
                      </a:cxn>
                      <a:cxn ang="0">
                        <a:pos x="connsiteX2633" y="connsiteY2633"/>
                      </a:cxn>
                      <a:cxn ang="0">
                        <a:pos x="connsiteX2634" y="connsiteY2634"/>
                      </a:cxn>
                      <a:cxn ang="0">
                        <a:pos x="connsiteX2635" y="connsiteY2635"/>
                      </a:cxn>
                      <a:cxn ang="0">
                        <a:pos x="connsiteX2636" y="connsiteY2636"/>
                      </a:cxn>
                      <a:cxn ang="0">
                        <a:pos x="connsiteX2637" y="connsiteY2637"/>
                      </a:cxn>
                      <a:cxn ang="0">
                        <a:pos x="connsiteX2638" y="connsiteY2638"/>
                      </a:cxn>
                      <a:cxn ang="0">
                        <a:pos x="connsiteX2639" y="connsiteY2639"/>
                      </a:cxn>
                      <a:cxn ang="0">
                        <a:pos x="connsiteX2640" y="connsiteY2640"/>
                      </a:cxn>
                      <a:cxn ang="0">
                        <a:pos x="connsiteX2641" y="connsiteY2641"/>
                      </a:cxn>
                      <a:cxn ang="0">
                        <a:pos x="connsiteX2642" y="connsiteY2642"/>
                      </a:cxn>
                      <a:cxn ang="0">
                        <a:pos x="connsiteX2643" y="connsiteY2643"/>
                      </a:cxn>
                      <a:cxn ang="0">
                        <a:pos x="connsiteX2644" y="connsiteY2644"/>
                      </a:cxn>
                      <a:cxn ang="0">
                        <a:pos x="connsiteX2645" y="connsiteY2645"/>
                      </a:cxn>
                      <a:cxn ang="0">
                        <a:pos x="connsiteX2646" y="connsiteY2646"/>
                      </a:cxn>
                      <a:cxn ang="0">
                        <a:pos x="connsiteX2647" y="connsiteY2647"/>
                      </a:cxn>
                      <a:cxn ang="0">
                        <a:pos x="connsiteX2648" y="connsiteY2648"/>
                      </a:cxn>
                      <a:cxn ang="0">
                        <a:pos x="connsiteX2649" y="connsiteY2649"/>
                      </a:cxn>
                      <a:cxn ang="0">
                        <a:pos x="connsiteX2650" y="connsiteY2650"/>
                      </a:cxn>
                      <a:cxn ang="0">
                        <a:pos x="connsiteX2651" y="connsiteY2651"/>
                      </a:cxn>
                      <a:cxn ang="0">
                        <a:pos x="connsiteX2652" y="connsiteY2652"/>
                      </a:cxn>
                      <a:cxn ang="0">
                        <a:pos x="connsiteX2653" y="connsiteY2653"/>
                      </a:cxn>
                      <a:cxn ang="0">
                        <a:pos x="connsiteX2654" y="connsiteY2654"/>
                      </a:cxn>
                      <a:cxn ang="0">
                        <a:pos x="connsiteX2655" y="connsiteY2655"/>
                      </a:cxn>
                      <a:cxn ang="0">
                        <a:pos x="connsiteX2656" y="connsiteY2656"/>
                      </a:cxn>
                      <a:cxn ang="0">
                        <a:pos x="connsiteX2657" y="connsiteY2657"/>
                      </a:cxn>
                      <a:cxn ang="0">
                        <a:pos x="connsiteX2658" y="connsiteY2658"/>
                      </a:cxn>
                      <a:cxn ang="0">
                        <a:pos x="connsiteX2659" y="connsiteY2659"/>
                      </a:cxn>
                      <a:cxn ang="0">
                        <a:pos x="connsiteX2660" y="connsiteY2660"/>
                      </a:cxn>
                      <a:cxn ang="0">
                        <a:pos x="connsiteX2661" y="connsiteY2661"/>
                      </a:cxn>
                      <a:cxn ang="0">
                        <a:pos x="connsiteX2662" y="connsiteY2662"/>
                      </a:cxn>
                      <a:cxn ang="0">
                        <a:pos x="connsiteX2663" y="connsiteY2663"/>
                      </a:cxn>
                      <a:cxn ang="0">
                        <a:pos x="connsiteX2664" y="connsiteY2664"/>
                      </a:cxn>
                      <a:cxn ang="0">
                        <a:pos x="connsiteX2665" y="connsiteY2665"/>
                      </a:cxn>
                      <a:cxn ang="0">
                        <a:pos x="connsiteX2666" y="connsiteY2666"/>
                      </a:cxn>
                      <a:cxn ang="0">
                        <a:pos x="connsiteX2667" y="connsiteY2667"/>
                      </a:cxn>
                      <a:cxn ang="0">
                        <a:pos x="connsiteX2668" y="connsiteY2668"/>
                      </a:cxn>
                      <a:cxn ang="0">
                        <a:pos x="connsiteX2669" y="connsiteY2669"/>
                      </a:cxn>
                      <a:cxn ang="0">
                        <a:pos x="connsiteX2670" y="connsiteY2670"/>
                      </a:cxn>
                      <a:cxn ang="0">
                        <a:pos x="connsiteX2671" y="connsiteY2671"/>
                      </a:cxn>
                      <a:cxn ang="0">
                        <a:pos x="connsiteX2672" y="connsiteY2672"/>
                      </a:cxn>
                      <a:cxn ang="0">
                        <a:pos x="connsiteX2673" y="connsiteY2673"/>
                      </a:cxn>
                      <a:cxn ang="0">
                        <a:pos x="connsiteX2674" y="connsiteY2674"/>
                      </a:cxn>
                      <a:cxn ang="0">
                        <a:pos x="connsiteX2675" y="connsiteY2675"/>
                      </a:cxn>
                      <a:cxn ang="0">
                        <a:pos x="connsiteX2676" y="connsiteY2676"/>
                      </a:cxn>
                      <a:cxn ang="0">
                        <a:pos x="connsiteX2677" y="connsiteY2677"/>
                      </a:cxn>
                      <a:cxn ang="0">
                        <a:pos x="connsiteX2678" y="connsiteY2678"/>
                      </a:cxn>
                      <a:cxn ang="0">
                        <a:pos x="connsiteX2679" y="connsiteY2679"/>
                      </a:cxn>
                      <a:cxn ang="0">
                        <a:pos x="connsiteX2680" y="connsiteY2680"/>
                      </a:cxn>
                      <a:cxn ang="0">
                        <a:pos x="connsiteX2681" y="connsiteY2681"/>
                      </a:cxn>
                      <a:cxn ang="0">
                        <a:pos x="connsiteX2682" y="connsiteY2682"/>
                      </a:cxn>
                      <a:cxn ang="0">
                        <a:pos x="connsiteX2683" y="connsiteY2683"/>
                      </a:cxn>
                      <a:cxn ang="0">
                        <a:pos x="connsiteX2684" y="connsiteY2684"/>
                      </a:cxn>
                      <a:cxn ang="0">
                        <a:pos x="connsiteX2685" y="connsiteY2685"/>
                      </a:cxn>
                      <a:cxn ang="0">
                        <a:pos x="connsiteX2686" y="connsiteY2686"/>
                      </a:cxn>
                      <a:cxn ang="0">
                        <a:pos x="connsiteX2687" y="connsiteY2687"/>
                      </a:cxn>
                      <a:cxn ang="0">
                        <a:pos x="connsiteX2688" y="connsiteY2688"/>
                      </a:cxn>
                      <a:cxn ang="0">
                        <a:pos x="connsiteX2689" y="connsiteY2689"/>
                      </a:cxn>
                      <a:cxn ang="0">
                        <a:pos x="connsiteX2690" y="connsiteY2690"/>
                      </a:cxn>
                      <a:cxn ang="0">
                        <a:pos x="connsiteX2691" y="connsiteY2691"/>
                      </a:cxn>
                      <a:cxn ang="0">
                        <a:pos x="connsiteX2692" y="connsiteY2692"/>
                      </a:cxn>
                      <a:cxn ang="0">
                        <a:pos x="connsiteX2693" y="connsiteY2693"/>
                      </a:cxn>
                      <a:cxn ang="0">
                        <a:pos x="connsiteX2694" y="connsiteY2694"/>
                      </a:cxn>
                      <a:cxn ang="0">
                        <a:pos x="connsiteX2695" y="connsiteY2695"/>
                      </a:cxn>
                      <a:cxn ang="0">
                        <a:pos x="connsiteX2696" y="connsiteY2696"/>
                      </a:cxn>
                      <a:cxn ang="0">
                        <a:pos x="connsiteX2697" y="connsiteY2697"/>
                      </a:cxn>
                      <a:cxn ang="0">
                        <a:pos x="connsiteX2698" y="connsiteY2698"/>
                      </a:cxn>
                      <a:cxn ang="0">
                        <a:pos x="connsiteX2699" y="connsiteY2699"/>
                      </a:cxn>
                      <a:cxn ang="0">
                        <a:pos x="connsiteX2700" y="connsiteY2700"/>
                      </a:cxn>
                      <a:cxn ang="0">
                        <a:pos x="connsiteX2701" y="connsiteY2701"/>
                      </a:cxn>
                      <a:cxn ang="0">
                        <a:pos x="connsiteX2702" y="connsiteY2702"/>
                      </a:cxn>
                      <a:cxn ang="0">
                        <a:pos x="connsiteX2703" y="connsiteY2703"/>
                      </a:cxn>
                      <a:cxn ang="0">
                        <a:pos x="connsiteX2704" y="connsiteY2704"/>
                      </a:cxn>
                      <a:cxn ang="0">
                        <a:pos x="connsiteX2705" y="connsiteY2705"/>
                      </a:cxn>
                      <a:cxn ang="0">
                        <a:pos x="connsiteX2706" y="connsiteY2706"/>
                      </a:cxn>
                      <a:cxn ang="0">
                        <a:pos x="connsiteX2707" y="connsiteY2707"/>
                      </a:cxn>
                      <a:cxn ang="0">
                        <a:pos x="connsiteX2708" y="connsiteY2708"/>
                      </a:cxn>
                      <a:cxn ang="0">
                        <a:pos x="connsiteX2709" y="connsiteY2709"/>
                      </a:cxn>
                      <a:cxn ang="0">
                        <a:pos x="connsiteX2710" y="connsiteY2710"/>
                      </a:cxn>
                      <a:cxn ang="0">
                        <a:pos x="connsiteX2711" y="connsiteY2711"/>
                      </a:cxn>
                      <a:cxn ang="0">
                        <a:pos x="connsiteX2712" y="connsiteY2712"/>
                      </a:cxn>
                      <a:cxn ang="0">
                        <a:pos x="connsiteX2713" y="connsiteY2713"/>
                      </a:cxn>
                      <a:cxn ang="0">
                        <a:pos x="connsiteX2714" y="connsiteY2714"/>
                      </a:cxn>
                      <a:cxn ang="0">
                        <a:pos x="connsiteX2715" y="connsiteY2715"/>
                      </a:cxn>
                      <a:cxn ang="0">
                        <a:pos x="connsiteX2716" y="connsiteY2716"/>
                      </a:cxn>
                      <a:cxn ang="0">
                        <a:pos x="connsiteX2717" y="connsiteY2717"/>
                      </a:cxn>
                      <a:cxn ang="0">
                        <a:pos x="connsiteX2718" y="connsiteY2718"/>
                      </a:cxn>
                      <a:cxn ang="0">
                        <a:pos x="connsiteX2719" y="connsiteY2719"/>
                      </a:cxn>
                      <a:cxn ang="0">
                        <a:pos x="connsiteX2720" y="connsiteY2720"/>
                      </a:cxn>
                      <a:cxn ang="0">
                        <a:pos x="connsiteX2721" y="connsiteY2721"/>
                      </a:cxn>
                      <a:cxn ang="0">
                        <a:pos x="connsiteX2722" y="connsiteY2722"/>
                      </a:cxn>
                      <a:cxn ang="0">
                        <a:pos x="connsiteX2723" y="connsiteY2723"/>
                      </a:cxn>
                      <a:cxn ang="0">
                        <a:pos x="connsiteX2724" y="connsiteY2724"/>
                      </a:cxn>
                      <a:cxn ang="0">
                        <a:pos x="connsiteX2725" y="connsiteY2725"/>
                      </a:cxn>
                      <a:cxn ang="0">
                        <a:pos x="connsiteX2726" y="connsiteY2726"/>
                      </a:cxn>
                      <a:cxn ang="0">
                        <a:pos x="connsiteX2727" y="connsiteY2727"/>
                      </a:cxn>
                      <a:cxn ang="0">
                        <a:pos x="connsiteX2728" y="connsiteY2728"/>
                      </a:cxn>
                      <a:cxn ang="0">
                        <a:pos x="connsiteX2729" y="connsiteY2729"/>
                      </a:cxn>
                      <a:cxn ang="0">
                        <a:pos x="connsiteX2730" y="connsiteY2730"/>
                      </a:cxn>
                      <a:cxn ang="0">
                        <a:pos x="connsiteX2731" y="connsiteY2731"/>
                      </a:cxn>
                      <a:cxn ang="0">
                        <a:pos x="connsiteX2732" y="connsiteY2732"/>
                      </a:cxn>
                      <a:cxn ang="0">
                        <a:pos x="connsiteX2733" y="connsiteY2733"/>
                      </a:cxn>
                      <a:cxn ang="0">
                        <a:pos x="connsiteX2734" y="connsiteY2734"/>
                      </a:cxn>
                      <a:cxn ang="0">
                        <a:pos x="connsiteX2735" y="connsiteY2735"/>
                      </a:cxn>
                      <a:cxn ang="0">
                        <a:pos x="connsiteX2736" y="connsiteY2736"/>
                      </a:cxn>
                      <a:cxn ang="0">
                        <a:pos x="connsiteX2737" y="connsiteY2737"/>
                      </a:cxn>
                      <a:cxn ang="0">
                        <a:pos x="connsiteX2738" y="connsiteY2738"/>
                      </a:cxn>
                      <a:cxn ang="0">
                        <a:pos x="connsiteX2739" y="connsiteY2739"/>
                      </a:cxn>
                      <a:cxn ang="0">
                        <a:pos x="connsiteX2740" y="connsiteY2740"/>
                      </a:cxn>
                      <a:cxn ang="0">
                        <a:pos x="connsiteX2741" y="connsiteY2741"/>
                      </a:cxn>
                      <a:cxn ang="0">
                        <a:pos x="connsiteX2742" y="connsiteY2742"/>
                      </a:cxn>
                      <a:cxn ang="0">
                        <a:pos x="connsiteX2743" y="connsiteY2743"/>
                      </a:cxn>
                      <a:cxn ang="0">
                        <a:pos x="connsiteX2744" y="connsiteY2744"/>
                      </a:cxn>
                      <a:cxn ang="0">
                        <a:pos x="connsiteX2745" y="connsiteY2745"/>
                      </a:cxn>
                      <a:cxn ang="0">
                        <a:pos x="connsiteX2746" y="connsiteY2746"/>
                      </a:cxn>
                      <a:cxn ang="0">
                        <a:pos x="connsiteX2747" y="connsiteY2747"/>
                      </a:cxn>
                      <a:cxn ang="0">
                        <a:pos x="connsiteX2748" y="connsiteY2748"/>
                      </a:cxn>
                      <a:cxn ang="0">
                        <a:pos x="connsiteX2749" y="connsiteY2749"/>
                      </a:cxn>
                      <a:cxn ang="0">
                        <a:pos x="connsiteX2750" y="connsiteY2750"/>
                      </a:cxn>
                      <a:cxn ang="0">
                        <a:pos x="connsiteX2751" y="connsiteY2751"/>
                      </a:cxn>
                      <a:cxn ang="0">
                        <a:pos x="connsiteX2752" y="connsiteY2752"/>
                      </a:cxn>
                      <a:cxn ang="0">
                        <a:pos x="connsiteX2753" y="connsiteY2753"/>
                      </a:cxn>
                      <a:cxn ang="0">
                        <a:pos x="connsiteX2754" y="connsiteY2754"/>
                      </a:cxn>
                      <a:cxn ang="0">
                        <a:pos x="connsiteX2755" y="connsiteY2755"/>
                      </a:cxn>
                      <a:cxn ang="0">
                        <a:pos x="connsiteX2756" y="connsiteY2756"/>
                      </a:cxn>
                      <a:cxn ang="0">
                        <a:pos x="connsiteX2757" y="connsiteY2757"/>
                      </a:cxn>
                      <a:cxn ang="0">
                        <a:pos x="connsiteX2758" y="connsiteY2758"/>
                      </a:cxn>
                      <a:cxn ang="0">
                        <a:pos x="connsiteX2759" y="connsiteY2759"/>
                      </a:cxn>
                      <a:cxn ang="0">
                        <a:pos x="connsiteX2760" y="connsiteY2760"/>
                      </a:cxn>
                      <a:cxn ang="0">
                        <a:pos x="connsiteX2761" y="connsiteY2761"/>
                      </a:cxn>
                      <a:cxn ang="0">
                        <a:pos x="connsiteX2762" y="connsiteY2762"/>
                      </a:cxn>
                      <a:cxn ang="0">
                        <a:pos x="connsiteX2763" y="connsiteY2763"/>
                      </a:cxn>
                      <a:cxn ang="0">
                        <a:pos x="connsiteX2764" y="connsiteY2764"/>
                      </a:cxn>
                      <a:cxn ang="0">
                        <a:pos x="connsiteX2765" y="connsiteY2765"/>
                      </a:cxn>
                      <a:cxn ang="0">
                        <a:pos x="connsiteX2766" y="connsiteY2766"/>
                      </a:cxn>
                      <a:cxn ang="0">
                        <a:pos x="connsiteX2767" y="connsiteY2767"/>
                      </a:cxn>
                      <a:cxn ang="0">
                        <a:pos x="connsiteX2768" y="connsiteY2768"/>
                      </a:cxn>
                      <a:cxn ang="0">
                        <a:pos x="connsiteX2769" y="connsiteY2769"/>
                      </a:cxn>
                      <a:cxn ang="0">
                        <a:pos x="connsiteX2770" y="connsiteY2770"/>
                      </a:cxn>
                      <a:cxn ang="0">
                        <a:pos x="connsiteX2771" y="connsiteY2771"/>
                      </a:cxn>
                      <a:cxn ang="0">
                        <a:pos x="connsiteX2772" y="connsiteY2772"/>
                      </a:cxn>
                      <a:cxn ang="0">
                        <a:pos x="connsiteX2773" y="connsiteY2773"/>
                      </a:cxn>
                      <a:cxn ang="0">
                        <a:pos x="connsiteX2774" y="connsiteY2774"/>
                      </a:cxn>
                      <a:cxn ang="0">
                        <a:pos x="connsiteX2775" y="connsiteY2775"/>
                      </a:cxn>
                      <a:cxn ang="0">
                        <a:pos x="connsiteX2776" y="connsiteY2776"/>
                      </a:cxn>
                      <a:cxn ang="0">
                        <a:pos x="connsiteX2777" y="connsiteY2777"/>
                      </a:cxn>
                      <a:cxn ang="0">
                        <a:pos x="connsiteX2778" y="connsiteY2778"/>
                      </a:cxn>
                      <a:cxn ang="0">
                        <a:pos x="connsiteX2779" y="connsiteY2779"/>
                      </a:cxn>
                      <a:cxn ang="0">
                        <a:pos x="connsiteX2780" y="connsiteY2780"/>
                      </a:cxn>
                      <a:cxn ang="0">
                        <a:pos x="connsiteX2781" y="connsiteY2781"/>
                      </a:cxn>
                      <a:cxn ang="0">
                        <a:pos x="connsiteX2782" y="connsiteY2782"/>
                      </a:cxn>
                      <a:cxn ang="0">
                        <a:pos x="connsiteX2783" y="connsiteY2783"/>
                      </a:cxn>
                      <a:cxn ang="0">
                        <a:pos x="connsiteX2784" y="connsiteY2784"/>
                      </a:cxn>
                      <a:cxn ang="0">
                        <a:pos x="connsiteX2785" y="connsiteY2785"/>
                      </a:cxn>
                      <a:cxn ang="0">
                        <a:pos x="connsiteX2786" y="connsiteY2786"/>
                      </a:cxn>
                      <a:cxn ang="0">
                        <a:pos x="connsiteX2787" y="connsiteY2787"/>
                      </a:cxn>
                      <a:cxn ang="0">
                        <a:pos x="connsiteX2788" y="connsiteY2788"/>
                      </a:cxn>
                      <a:cxn ang="0">
                        <a:pos x="connsiteX2789" y="connsiteY2789"/>
                      </a:cxn>
                      <a:cxn ang="0">
                        <a:pos x="connsiteX2790" y="connsiteY2790"/>
                      </a:cxn>
                      <a:cxn ang="0">
                        <a:pos x="connsiteX2791" y="connsiteY2791"/>
                      </a:cxn>
                      <a:cxn ang="0">
                        <a:pos x="connsiteX2792" y="connsiteY2792"/>
                      </a:cxn>
                      <a:cxn ang="0">
                        <a:pos x="connsiteX2793" y="connsiteY2793"/>
                      </a:cxn>
                      <a:cxn ang="0">
                        <a:pos x="connsiteX2794" y="connsiteY2794"/>
                      </a:cxn>
                      <a:cxn ang="0">
                        <a:pos x="connsiteX2795" y="connsiteY2795"/>
                      </a:cxn>
                      <a:cxn ang="0">
                        <a:pos x="connsiteX2796" y="connsiteY2796"/>
                      </a:cxn>
                      <a:cxn ang="0">
                        <a:pos x="connsiteX2797" y="connsiteY2797"/>
                      </a:cxn>
                      <a:cxn ang="0">
                        <a:pos x="connsiteX2798" y="connsiteY2798"/>
                      </a:cxn>
                      <a:cxn ang="0">
                        <a:pos x="connsiteX2799" y="connsiteY2799"/>
                      </a:cxn>
                      <a:cxn ang="0">
                        <a:pos x="connsiteX2800" y="connsiteY2800"/>
                      </a:cxn>
                      <a:cxn ang="0">
                        <a:pos x="connsiteX2801" y="connsiteY2801"/>
                      </a:cxn>
                      <a:cxn ang="0">
                        <a:pos x="connsiteX2802" y="connsiteY2802"/>
                      </a:cxn>
                      <a:cxn ang="0">
                        <a:pos x="connsiteX2803" y="connsiteY2803"/>
                      </a:cxn>
                      <a:cxn ang="0">
                        <a:pos x="connsiteX2804" y="connsiteY2804"/>
                      </a:cxn>
                      <a:cxn ang="0">
                        <a:pos x="connsiteX2805" y="connsiteY2805"/>
                      </a:cxn>
                      <a:cxn ang="0">
                        <a:pos x="connsiteX2806" y="connsiteY2806"/>
                      </a:cxn>
                      <a:cxn ang="0">
                        <a:pos x="connsiteX2807" y="connsiteY2807"/>
                      </a:cxn>
                      <a:cxn ang="0">
                        <a:pos x="connsiteX2808" y="connsiteY2808"/>
                      </a:cxn>
                      <a:cxn ang="0">
                        <a:pos x="connsiteX2809" y="connsiteY2809"/>
                      </a:cxn>
                      <a:cxn ang="0">
                        <a:pos x="connsiteX2810" y="connsiteY2810"/>
                      </a:cxn>
                      <a:cxn ang="0">
                        <a:pos x="connsiteX2811" y="connsiteY2811"/>
                      </a:cxn>
                      <a:cxn ang="0">
                        <a:pos x="connsiteX2812" y="connsiteY2812"/>
                      </a:cxn>
                      <a:cxn ang="0">
                        <a:pos x="connsiteX2813" y="connsiteY2813"/>
                      </a:cxn>
                      <a:cxn ang="0">
                        <a:pos x="connsiteX2814" y="connsiteY2814"/>
                      </a:cxn>
                      <a:cxn ang="0">
                        <a:pos x="connsiteX2815" y="connsiteY2815"/>
                      </a:cxn>
                      <a:cxn ang="0">
                        <a:pos x="connsiteX2816" y="connsiteY2816"/>
                      </a:cxn>
                      <a:cxn ang="0">
                        <a:pos x="connsiteX2817" y="connsiteY2817"/>
                      </a:cxn>
                      <a:cxn ang="0">
                        <a:pos x="connsiteX2818" y="connsiteY2818"/>
                      </a:cxn>
                      <a:cxn ang="0">
                        <a:pos x="connsiteX2819" y="connsiteY2819"/>
                      </a:cxn>
                      <a:cxn ang="0">
                        <a:pos x="connsiteX2820" y="connsiteY2820"/>
                      </a:cxn>
                      <a:cxn ang="0">
                        <a:pos x="connsiteX2821" y="connsiteY2821"/>
                      </a:cxn>
                      <a:cxn ang="0">
                        <a:pos x="connsiteX2822" y="connsiteY2822"/>
                      </a:cxn>
                      <a:cxn ang="0">
                        <a:pos x="connsiteX2823" y="connsiteY2823"/>
                      </a:cxn>
                      <a:cxn ang="0">
                        <a:pos x="connsiteX2824" y="connsiteY2824"/>
                      </a:cxn>
                      <a:cxn ang="0">
                        <a:pos x="connsiteX2825" y="connsiteY2825"/>
                      </a:cxn>
                      <a:cxn ang="0">
                        <a:pos x="connsiteX2826" y="connsiteY2826"/>
                      </a:cxn>
                      <a:cxn ang="0">
                        <a:pos x="connsiteX2827" y="connsiteY2827"/>
                      </a:cxn>
                      <a:cxn ang="0">
                        <a:pos x="connsiteX2828" y="connsiteY2828"/>
                      </a:cxn>
                      <a:cxn ang="0">
                        <a:pos x="connsiteX2829" y="connsiteY2829"/>
                      </a:cxn>
                      <a:cxn ang="0">
                        <a:pos x="connsiteX2830" y="connsiteY2830"/>
                      </a:cxn>
                      <a:cxn ang="0">
                        <a:pos x="connsiteX2831" y="connsiteY2831"/>
                      </a:cxn>
                      <a:cxn ang="0">
                        <a:pos x="connsiteX2832" y="connsiteY2832"/>
                      </a:cxn>
                      <a:cxn ang="0">
                        <a:pos x="connsiteX2833" y="connsiteY2833"/>
                      </a:cxn>
                      <a:cxn ang="0">
                        <a:pos x="connsiteX2834" y="connsiteY2834"/>
                      </a:cxn>
                      <a:cxn ang="0">
                        <a:pos x="connsiteX2835" y="connsiteY2835"/>
                      </a:cxn>
                      <a:cxn ang="0">
                        <a:pos x="connsiteX2836" y="connsiteY2836"/>
                      </a:cxn>
                      <a:cxn ang="0">
                        <a:pos x="connsiteX2837" y="connsiteY2837"/>
                      </a:cxn>
                      <a:cxn ang="0">
                        <a:pos x="connsiteX2838" y="connsiteY2838"/>
                      </a:cxn>
                      <a:cxn ang="0">
                        <a:pos x="connsiteX2839" y="connsiteY2839"/>
                      </a:cxn>
                      <a:cxn ang="0">
                        <a:pos x="connsiteX2840" y="connsiteY2840"/>
                      </a:cxn>
                      <a:cxn ang="0">
                        <a:pos x="connsiteX2841" y="connsiteY2841"/>
                      </a:cxn>
                      <a:cxn ang="0">
                        <a:pos x="connsiteX2842" y="connsiteY2842"/>
                      </a:cxn>
                      <a:cxn ang="0">
                        <a:pos x="connsiteX2843" y="connsiteY2843"/>
                      </a:cxn>
                      <a:cxn ang="0">
                        <a:pos x="connsiteX2844" y="connsiteY2844"/>
                      </a:cxn>
                      <a:cxn ang="0">
                        <a:pos x="connsiteX2845" y="connsiteY2845"/>
                      </a:cxn>
                      <a:cxn ang="0">
                        <a:pos x="connsiteX2846" y="connsiteY2846"/>
                      </a:cxn>
                      <a:cxn ang="0">
                        <a:pos x="connsiteX2847" y="connsiteY2847"/>
                      </a:cxn>
                      <a:cxn ang="0">
                        <a:pos x="connsiteX2848" y="connsiteY2848"/>
                      </a:cxn>
                      <a:cxn ang="0">
                        <a:pos x="connsiteX2849" y="connsiteY2849"/>
                      </a:cxn>
                      <a:cxn ang="0">
                        <a:pos x="connsiteX2850" y="connsiteY2850"/>
                      </a:cxn>
                      <a:cxn ang="0">
                        <a:pos x="connsiteX2851" y="connsiteY2851"/>
                      </a:cxn>
                      <a:cxn ang="0">
                        <a:pos x="connsiteX2852" y="connsiteY2852"/>
                      </a:cxn>
                      <a:cxn ang="0">
                        <a:pos x="connsiteX2853" y="connsiteY2853"/>
                      </a:cxn>
                      <a:cxn ang="0">
                        <a:pos x="connsiteX2854" y="connsiteY2854"/>
                      </a:cxn>
                      <a:cxn ang="0">
                        <a:pos x="connsiteX2855" y="connsiteY2855"/>
                      </a:cxn>
                      <a:cxn ang="0">
                        <a:pos x="connsiteX2856" y="connsiteY2856"/>
                      </a:cxn>
                      <a:cxn ang="0">
                        <a:pos x="connsiteX2857" y="connsiteY2857"/>
                      </a:cxn>
                      <a:cxn ang="0">
                        <a:pos x="connsiteX2858" y="connsiteY2858"/>
                      </a:cxn>
                      <a:cxn ang="0">
                        <a:pos x="connsiteX2859" y="connsiteY2859"/>
                      </a:cxn>
                      <a:cxn ang="0">
                        <a:pos x="connsiteX2860" y="connsiteY2860"/>
                      </a:cxn>
                      <a:cxn ang="0">
                        <a:pos x="connsiteX2861" y="connsiteY2861"/>
                      </a:cxn>
                      <a:cxn ang="0">
                        <a:pos x="connsiteX2862" y="connsiteY2862"/>
                      </a:cxn>
                      <a:cxn ang="0">
                        <a:pos x="connsiteX2863" y="connsiteY2863"/>
                      </a:cxn>
                      <a:cxn ang="0">
                        <a:pos x="connsiteX2864" y="connsiteY2864"/>
                      </a:cxn>
                      <a:cxn ang="0">
                        <a:pos x="connsiteX2865" y="connsiteY2865"/>
                      </a:cxn>
                      <a:cxn ang="0">
                        <a:pos x="connsiteX2866" y="connsiteY2866"/>
                      </a:cxn>
                      <a:cxn ang="0">
                        <a:pos x="connsiteX2867" y="connsiteY2867"/>
                      </a:cxn>
                      <a:cxn ang="0">
                        <a:pos x="connsiteX2868" y="connsiteY2868"/>
                      </a:cxn>
                      <a:cxn ang="0">
                        <a:pos x="connsiteX2869" y="connsiteY2869"/>
                      </a:cxn>
                      <a:cxn ang="0">
                        <a:pos x="connsiteX2870" y="connsiteY2870"/>
                      </a:cxn>
                      <a:cxn ang="0">
                        <a:pos x="connsiteX2871" y="connsiteY2871"/>
                      </a:cxn>
                      <a:cxn ang="0">
                        <a:pos x="connsiteX2872" y="connsiteY2872"/>
                      </a:cxn>
                      <a:cxn ang="0">
                        <a:pos x="connsiteX2873" y="connsiteY2873"/>
                      </a:cxn>
                      <a:cxn ang="0">
                        <a:pos x="connsiteX2874" y="connsiteY2874"/>
                      </a:cxn>
                      <a:cxn ang="0">
                        <a:pos x="connsiteX2875" y="connsiteY2875"/>
                      </a:cxn>
                      <a:cxn ang="0">
                        <a:pos x="connsiteX2876" y="connsiteY2876"/>
                      </a:cxn>
                      <a:cxn ang="0">
                        <a:pos x="connsiteX2877" y="connsiteY2877"/>
                      </a:cxn>
                      <a:cxn ang="0">
                        <a:pos x="connsiteX2878" y="connsiteY2878"/>
                      </a:cxn>
                      <a:cxn ang="0">
                        <a:pos x="connsiteX2879" y="connsiteY2879"/>
                      </a:cxn>
                      <a:cxn ang="0">
                        <a:pos x="connsiteX2880" y="connsiteY2880"/>
                      </a:cxn>
                      <a:cxn ang="0">
                        <a:pos x="connsiteX2881" y="connsiteY2881"/>
                      </a:cxn>
                      <a:cxn ang="0">
                        <a:pos x="connsiteX2882" y="connsiteY2882"/>
                      </a:cxn>
                      <a:cxn ang="0">
                        <a:pos x="connsiteX2883" y="connsiteY2883"/>
                      </a:cxn>
                      <a:cxn ang="0">
                        <a:pos x="connsiteX2884" y="connsiteY2884"/>
                      </a:cxn>
                      <a:cxn ang="0">
                        <a:pos x="connsiteX2885" y="connsiteY2885"/>
                      </a:cxn>
                      <a:cxn ang="0">
                        <a:pos x="connsiteX2886" y="connsiteY2886"/>
                      </a:cxn>
                      <a:cxn ang="0">
                        <a:pos x="connsiteX2887" y="connsiteY2887"/>
                      </a:cxn>
                      <a:cxn ang="0">
                        <a:pos x="connsiteX2888" y="connsiteY2888"/>
                      </a:cxn>
                      <a:cxn ang="0">
                        <a:pos x="connsiteX2889" y="connsiteY2889"/>
                      </a:cxn>
                      <a:cxn ang="0">
                        <a:pos x="connsiteX2890" y="connsiteY2890"/>
                      </a:cxn>
                      <a:cxn ang="0">
                        <a:pos x="connsiteX2891" y="connsiteY2891"/>
                      </a:cxn>
                      <a:cxn ang="0">
                        <a:pos x="connsiteX2892" y="connsiteY2892"/>
                      </a:cxn>
                      <a:cxn ang="0">
                        <a:pos x="connsiteX2893" y="connsiteY2893"/>
                      </a:cxn>
                      <a:cxn ang="0">
                        <a:pos x="connsiteX2894" y="connsiteY2894"/>
                      </a:cxn>
                      <a:cxn ang="0">
                        <a:pos x="connsiteX2895" y="connsiteY2895"/>
                      </a:cxn>
                      <a:cxn ang="0">
                        <a:pos x="connsiteX2896" y="connsiteY2896"/>
                      </a:cxn>
                      <a:cxn ang="0">
                        <a:pos x="connsiteX2897" y="connsiteY2897"/>
                      </a:cxn>
                      <a:cxn ang="0">
                        <a:pos x="connsiteX2898" y="connsiteY2898"/>
                      </a:cxn>
                      <a:cxn ang="0">
                        <a:pos x="connsiteX2899" y="connsiteY2899"/>
                      </a:cxn>
                      <a:cxn ang="0">
                        <a:pos x="connsiteX2900" y="connsiteY2900"/>
                      </a:cxn>
                      <a:cxn ang="0">
                        <a:pos x="connsiteX2901" y="connsiteY2901"/>
                      </a:cxn>
                      <a:cxn ang="0">
                        <a:pos x="connsiteX2902" y="connsiteY2902"/>
                      </a:cxn>
                      <a:cxn ang="0">
                        <a:pos x="connsiteX2903" y="connsiteY2903"/>
                      </a:cxn>
                      <a:cxn ang="0">
                        <a:pos x="connsiteX2904" y="connsiteY2904"/>
                      </a:cxn>
                      <a:cxn ang="0">
                        <a:pos x="connsiteX2905" y="connsiteY2905"/>
                      </a:cxn>
                      <a:cxn ang="0">
                        <a:pos x="connsiteX2906" y="connsiteY2906"/>
                      </a:cxn>
                      <a:cxn ang="0">
                        <a:pos x="connsiteX2907" y="connsiteY2907"/>
                      </a:cxn>
                      <a:cxn ang="0">
                        <a:pos x="connsiteX2908" y="connsiteY2908"/>
                      </a:cxn>
                      <a:cxn ang="0">
                        <a:pos x="connsiteX2909" y="connsiteY2909"/>
                      </a:cxn>
                      <a:cxn ang="0">
                        <a:pos x="connsiteX2910" y="connsiteY2910"/>
                      </a:cxn>
                      <a:cxn ang="0">
                        <a:pos x="connsiteX2911" y="connsiteY2911"/>
                      </a:cxn>
                      <a:cxn ang="0">
                        <a:pos x="connsiteX2912" y="connsiteY2912"/>
                      </a:cxn>
                      <a:cxn ang="0">
                        <a:pos x="connsiteX2913" y="connsiteY2913"/>
                      </a:cxn>
                      <a:cxn ang="0">
                        <a:pos x="connsiteX2914" y="connsiteY2914"/>
                      </a:cxn>
                      <a:cxn ang="0">
                        <a:pos x="connsiteX2915" y="connsiteY2915"/>
                      </a:cxn>
                      <a:cxn ang="0">
                        <a:pos x="connsiteX2916" y="connsiteY2916"/>
                      </a:cxn>
                      <a:cxn ang="0">
                        <a:pos x="connsiteX2917" y="connsiteY2917"/>
                      </a:cxn>
                      <a:cxn ang="0">
                        <a:pos x="connsiteX2918" y="connsiteY2918"/>
                      </a:cxn>
                      <a:cxn ang="0">
                        <a:pos x="connsiteX2919" y="connsiteY2919"/>
                      </a:cxn>
                      <a:cxn ang="0">
                        <a:pos x="connsiteX2920" y="connsiteY2920"/>
                      </a:cxn>
                      <a:cxn ang="0">
                        <a:pos x="connsiteX2921" y="connsiteY2921"/>
                      </a:cxn>
                      <a:cxn ang="0">
                        <a:pos x="connsiteX2922" y="connsiteY2922"/>
                      </a:cxn>
                      <a:cxn ang="0">
                        <a:pos x="connsiteX2923" y="connsiteY2923"/>
                      </a:cxn>
                      <a:cxn ang="0">
                        <a:pos x="connsiteX2924" y="connsiteY2924"/>
                      </a:cxn>
                      <a:cxn ang="0">
                        <a:pos x="connsiteX2925" y="connsiteY2925"/>
                      </a:cxn>
                      <a:cxn ang="0">
                        <a:pos x="connsiteX2926" y="connsiteY2926"/>
                      </a:cxn>
                      <a:cxn ang="0">
                        <a:pos x="connsiteX2927" y="connsiteY2927"/>
                      </a:cxn>
                      <a:cxn ang="0">
                        <a:pos x="connsiteX2928" y="connsiteY2928"/>
                      </a:cxn>
                      <a:cxn ang="0">
                        <a:pos x="connsiteX2929" y="connsiteY2929"/>
                      </a:cxn>
                      <a:cxn ang="0">
                        <a:pos x="connsiteX2930" y="connsiteY2930"/>
                      </a:cxn>
                      <a:cxn ang="0">
                        <a:pos x="connsiteX2931" y="connsiteY2931"/>
                      </a:cxn>
                      <a:cxn ang="0">
                        <a:pos x="connsiteX2932" y="connsiteY2932"/>
                      </a:cxn>
                      <a:cxn ang="0">
                        <a:pos x="connsiteX2933" y="connsiteY2933"/>
                      </a:cxn>
                      <a:cxn ang="0">
                        <a:pos x="connsiteX2934" y="connsiteY2934"/>
                      </a:cxn>
                      <a:cxn ang="0">
                        <a:pos x="connsiteX2935" y="connsiteY2935"/>
                      </a:cxn>
                      <a:cxn ang="0">
                        <a:pos x="connsiteX2936" y="connsiteY2936"/>
                      </a:cxn>
                      <a:cxn ang="0">
                        <a:pos x="connsiteX2937" y="connsiteY2937"/>
                      </a:cxn>
                      <a:cxn ang="0">
                        <a:pos x="connsiteX2938" y="connsiteY2938"/>
                      </a:cxn>
                      <a:cxn ang="0">
                        <a:pos x="connsiteX2939" y="connsiteY2939"/>
                      </a:cxn>
                      <a:cxn ang="0">
                        <a:pos x="connsiteX2940" y="connsiteY2940"/>
                      </a:cxn>
                      <a:cxn ang="0">
                        <a:pos x="connsiteX2941" y="connsiteY2941"/>
                      </a:cxn>
                      <a:cxn ang="0">
                        <a:pos x="connsiteX2942" y="connsiteY2942"/>
                      </a:cxn>
                      <a:cxn ang="0">
                        <a:pos x="connsiteX2943" y="connsiteY2943"/>
                      </a:cxn>
                      <a:cxn ang="0">
                        <a:pos x="connsiteX2944" y="connsiteY2944"/>
                      </a:cxn>
                      <a:cxn ang="0">
                        <a:pos x="connsiteX2945" y="connsiteY2945"/>
                      </a:cxn>
                      <a:cxn ang="0">
                        <a:pos x="connsiteX2946" y="connsiteY2946"/>
                      </a:cxn>
                      <a:cxn ang="0">
                        <a:pos x="connsiteX2947" y="connsiteY2947"/>
                      </a:cxn>
                      <a:cxn ang="0">
                        <a:pos x="connsiteX2948" y="connsiteY2948"/>
                      </a:cxn>
                      <a:cxn ang="0">
                        <a:pos x="connsiteX2949" y="connsiteY2949"/>
                      </a:cxn>
                      <a:cxn ang="0">
                        <a:pos x="connsiteX2950" y="connsiteY2950"/>
                      </a:cxn>
                      <a:cxn ang="0">
                        <a:pos x="connsiteX2951" y="connsiteY2951"/>
                      </a:cxn>
                      <a:cxn ang="0">
                        <a:pos x="connsiteX2952" y="connsiteY2952"/>
                      </a:cxn>
                      <a:cxn ang="0">
                        <a:pos x="connsiteX2953" y="connsiteY2953"/>
                      </a:cxn>
                      <a:cxn ang="0">
                        <a:pos x="connsiteX2954" y="connsiteY2954"/>
                      </a:cxn>
                      <a:cxn ang="0">
                        <a:pos x="connsiteX2955" y="connsiteY2955"/>
                      </a:cxn>
                      <a:cxn ang="0">
                        <a:pos x="connsiteX2956" y="connsiteY2956"/>
                      </a:cxn>
                      <a:cxn ang="0">
                        <a:pos x="connsiteX2957" y="connsiteY2957"/>
                      </a:cxn>
                      <a:cxn ang="0">
                        <a:pos x="connsiteX2958" y="connsiteY2958"/>
                      </a:cxn>
                      <a:cxn ang="0">
                        <a:pos x="connsiteX2959" y="connsiteY2959"/>
                      </a:cxn>
                      <a:cxn ang="0">
                        <a:pos x="connsiteX2960" y="connsiteY2960"/>
                      </a:cxn>
                      <a:cxn ang="0">
                        <a:pos x="connsiteX2961" y="connsiteY2961"/>
                      </a:cxn>
                      <a:cxn ang="0">
                        <a:pos x="connsiteX2962" y="connsiteY2962"/>
                      </a:cxn>
                      <a:cxn ang="0">
                        <a:pos x="connsiteX2963" y="connsiteY2963"/>
                      </a:cxn>
                      <a:cxn ang="0">
                        <a:pos x="connsiteX2964" y="connsiteY2964"/>
                      </a:cxn>
                      <a:cxn ang="0">
                        <a:pos x="connsiteX2965" y="connsiteY2965"/>
                      </a:cxn>
                      <a:cxn ang="0">
                        <a:pos x="connsiteX2966" y="connsiteY2966"/>
                      </a:cxn>
                      <a:cxn ang="0">
                        <a:pos x="connsiteX2967" y="connsiteY2967"/>
                      </a:cxn>
                      <a:cxn ang="0">
                        <a:pos x="connsiteX2968" y="connsiteY2968"/>
                      </a:cxn>
                      <a:cxn ang="0">
                        <a:pos x="connsiteX2969" y="connsiteY2969"/>
                      </a:cxn>
                      <a:cxn ang="0">
                        <a:pos x="connsiteX2970" y="connsiteY2970"/>
                      </a:cxn>
                      <a:cxn ang="0">
                        <a:pos x="connsiteX2971" y="connsiteY2971"/>
                      </a:cxn>
                      <a:cxn ang="0">
                        <a:pos x="connsiteX2972" y="connsiteY2972"/>
                      </a:cxn>
                      <a:cxn ang="0">
                        <a:pos x="connsiteX2973" y="connsiteY2973"/>
                      </a:cxn>
                      <a:cxn ang="0">
                        <a:pos x="connsiteX2974" y="connsiteY2974"/>
                      </a:cxn>
                      <a:cxn ang="0">
                        <a:pos x="connsiteX2975" y="connsiteY2975"/>
                      </a:cxn>
                      <a:cxn ang="0">
                        <a:pos x="connsiteX2976" y="connsiteY2976"/>
                      </a:cxn>
                      <a:cxn ang="0">
                        <a:pos x="connsiteX2977" y="connsiteY2977"/>
                      </a:cxn>
                      <a:cxn ang="0">
                        <a:pos x="connsiteX2978" y="connsiteY2978"/>
                      </a:cxn>
                      <a:cxn ang="0">
                        <a:pos x="connsiteX2979" y="connsiteY2979"/>
                      </a:cxn>
                      <a:cxn ang="0">
                        <a:pos x="connsiteX2980" y="connsiteY2980"/>
                      </a:cxn>
                      <a:cxn ang="0">
                        <a:pos x="connsiteX2981" y="connsiteY2981"/>
                      </a:cxn>
                      <a:cxn ang="0">
                        <a:pos x="connsiteX2982" y="connsiteY2982"/>
                      </a:cxn>
                      <a:cxn ang="0">
                        <a:pos x="connsiteX2983" y="connsiteY2983"/>
                      </a:cxn>
                      <a:cxn ang="0">
                        <a:pos x="connsiteX2984" y="connsiteY2984"/>
                      </a:cxn>
                      <a:cxn ang="0">
                        <a:pos x="connsiteX2985" y="connsiteY2985"/>
                      </a:cxn>
                      <a:cxn ang="0">
                        <a:pos x="connsiteX2986" y="connsiteY2986"/>
                      </a:cxn>
                      <a:cxn ang="0">
                        <a:pos x="connsiteX2987" y="connsiteY2987"/>
                      </a:cxn>
                      <a:cxn ang="0">
                        <a:pos x="connsiteX2988" y="connsiteY2988"/>
                      </a:cxn>
                      <a:cxn ang="0">
                        <a:pos x="connsiteX2989" y="connsiteY2989"/>
                      </a:cxn>
                      <a:cxn ang="0">
                        <a:pos x="connsiteX2990" y="connsiteY2990"/>
                      </a:cxn>
                      <a:cxn ang="0">
                        <a:pos x="connsiteX2991" y="connsiteY2991"/>
                      </a:cxn>
                      <a:cxn ang="0">
                        <a:pos x="connsiteX2992" y="connsiteY2992"/>
                      </a:cxn>
                      <a:cxn ang="0">
                        <a:pos x="connsiteX2993" y="connsiteY2993"/>
                      </a:cxn>
                      <a:cxn ang="0">
                        <a:pos x="connsiteX2994" y="connsiteY2994"/>
                      </a:cxn>
                      <a:cxn ang="0">
                        <a:pos x="connsiteX2995" y="connsiteY2995"/>
                      </a:cxn>
                      <a:cxn ang="0">
                        <a:pos x="connsiteX2996" y="connsiteY2996"/>
                      </a:cxn>
                      <a:cxn ang="0">
                        <a:pos x="connsiteX2997" y="connsiteY2997"/>
                      </a:cxn>
                      <a:cxn ang="0">
                        <a:pos x="connsiteX2998" y="connsiteY2998"/>
                      </a:cxn>
                      <a:cxn ang="0">
                        <a:pos x="connsiteX2999" y="connsiteY2999"/>
                      </a:cxn>
                      <a:cxn ang="0">
                        <a:pos x="connsiteX3000" y="connsiteY3000"/>
                      </a:cxn>
                      <a:cxn ang="0">
                        <a:pos x="connsiteX3001" y="connsiteY3001"/>
                      </a:cxn>
                      <a:cxn ang="0">
                        <a:pos x="connsiteX3002" y="connsiteY3002"/>
                      </a:cxn>
                      <a:cxn ang="0">
                        <a:pos x="connsiteX3003" y="connsiteY3003"/>
                      </a:cxn>
                      <a:cxn ang="0">
                        <a:pos x="connsiteX3004" y="connsiteY3004"/>
                      </a:cxn>
                      <a:cxn ang="0">
                        <a:pos x="connsiteX3005" y="connsiteY3005"/>
                      </a:cxn>
                      <a:cxn ang="0">
                        <a:pos x="connsiteX3006" y="connsiteY3006"/>
                      </a:cxn>
                      <a:cxn ang="0">
                        <a:pos x="connsiteX3007" y="connsiteY3007"/>
                      </a:cxn>
                      <a:cxn ang="0">
                        <a:pos x="connsiteX3008" y="connsiteY3008"/>
                      </a:cxn>
                      <a:cxn ang="0">
                        <a:pos x="connsiteX3009" y="connsiteY3009"/>
                      </a:cxn>
                      <a:cxn ang="0">
                        <a:pos x="connsiteX3010" y="connsiteY3010"/>
                      </a:cxn>
                      <a:cxn ang="0">
                        <a:pos x="connsiteX3011" y="connsiteY3011"/>
                      </a:cxn>
                      <a:cxn ang="0">
                        <a:pos x="connsiteX3012" y="connsiteY3012"/>
                      </a:cxn>
                      <a:cxn ang="0">
                        <a:pos x="connsiteX3013" y="connsiteY3013"/>
                      </a:cxn>
                      <a:cxn ang="0">
                        <a:pos x="connsiteX3014" y="connsiteY3014"/>
                      </a:cxn>
                      <a:cxn ang="0">
                        <a:pos x="connsiteX3015" y="connsiteY3015"/>
                      </a:cxn>
                      <a:cxn ang="0">
                        <a:pos x="connsiteX3016" y="connsiteY3016"/>
                      </a:cxn>
                      <a:cxn ang="0">
                        <a:pos x="connsiteX3017" y="connsiteY3017"/>
                      </a:cxn>
                      <a:cxn ang="0">
                        <a:pos x="connsiteX3018" y="connsiteY3018"/>
                      </a:cxn>
                      <a:cxn ang="0">
                        <a:pos x="connsiteX3019" y="connsiteY3019"/>
                      </a:cxn>
                      <a:cxn ang="0">
                        <a:pos x="connsiteX3020" y="connsiteY3020"/>
                      </a:cxn>
                      <a:cxn ang="0">
                        <a:pos x="connsiteX3021" y="connsiteY3021"/>
                      </a:cxn>
                      <a:cxn ang="0">
                        <a:pos x="connsiteX3022" y="connsiteY3022"/>
                      </a:cxn>
                      <a:cxn ang="0">
                        <a:pos x="connsiteX3023" y="connsiteY3023"/>
                      </a:cxn>
                      <a:cxn ang="0">
                        <a:pos x="connsiteX3024" y="connsiteY3024"/>
                      </a:cxn>
                      <a:cxn ang="0">
                        <a:pos x="connsiteX3025" y="connsiteY3025"/>
                      </a:cxn>
                      <a:cxn ang="0">
                        <a:pos x="connsiteX3026" y="connsiteY3026"/>
                      </a:cxn>
                      <a:cxn ang="0">
                        <a:pos x="connsiteX3027" y="connsiteY3027"/>
                      </a:cxn>
                      <a:cxn ang="0">
                        <a:pos x="connsiteX3028" y="connsiteY3028"/>
                      </a:cxn>
                      <a:cxn ang="0">
                        <a:pos x="connsiteX3029" y="connsiteY3029"/>
                      </a:cxn>
                      <a:cxn ang="0">
                        <a:pos x="connsiteX3030" y="connsiteY3030"/>
                      </a:cxn>
                      <a:cxn ang="0">
                        <a:pos x="connsiteX3031" y="connsiteY3031"/>
                      </a:cxn>
                      <a:cxn ang="0">
                        <a:pos x="connsiteX3032" y="connsiteY3032"/>
                      </a:cxn>
                      <a:cxn ang="0">
                        <a:pos x="connsiteX3033" y="connsiteY3033"/>
                      </a:cxn>
                      <a:cxn ang="0">
                        <a:pos x="connsiteX3034" y="connsiteY3034"/>
                      </a:cxn>
                      <a:cxn ang="0">
                        <a:pos x="connsiteX3035" y="connsiteY3035"/>
                      </a:cxn>
                      <a:cxn ang="0">
                        <a:pos x="connsiteX3036" y="connsiteY3036"/>
                      </a:cxn>
                      <a:cxn ang="0">
                        <a:pos x="connsiteX3037" y="connsiteY3037"/>
                      </a:cxn>
                      <a:cxn ang="0">
                        <a:pos x="connsiteX3038" y="connsiteY3038"/>
                      </a:cxn>
                      <a:cxn ang="0">
                        <a:pos x="connsiteX3039" y="connsiteY3039"/>
                      </a:cxn>
                      <a:cxn ang="0">
                        <a:pos x="connsiteX3040" y="connsiteY3040"/>
                      </a:cxn>
                      <a:cxn ang="0">
                        <a:pos x="connsiteX3041" y="connsiteY3041"/>
                      </a:cxn>
                      <a:cxn ang="0">
                        <a:pos x="connsiteX3042" y="connsiteY3042"/>
                      </a:cxn>
                      <a:cxn ang="0">
                        <a:pos x="connsiteX3043" y="connsiteY3043"/>
                      </a:cxn>
                      <a:cxn ang="0">
                        <a:pos x="connsiteX3044" y="connsiteY3044"/>
                      </a:cxn>
                      <a:cxn ang="0">
                        <a:pos x="connsiteX3045" y="connsiteY3045"/>
                      </a:cxn>
                      <a:cxn ang="0">
                        <a:pos x="connsiteX3046" y="connsiteY3046"/>
                      </a:cxn>
                      <a:cxn ang="0">
                        <a:pos x="connsiteX3047" y="connsiteY3047"/>
                      </a:cxn>
                      <a:cxn ang="0">
                        <a:pos x="connsiteX3048" y="connsiteY3048"/>
                      </a:cxn>
                      <a:cxn ang="0">
                        <a:pos x="connsiteX3049" y="connsiteY3049"/>
                      </a:cxn>
                      <a:cxn ang="0">
                        <a:pos x="connsiteX3050" y="connsiteY3050"/>
                      </a:cxn>
                      <a:cxn ang="0">
                        <a:pos x="connsiteX3051" y="connsiteY3051"/>
                      </a:cxn>
                      <a:cxn ang="0">
                        <a:pos x="connsiteX3052" y="connsiteY3052"/>
                      </a:cxn>
                      <a:cxn ang="0">
                        <a:pos x="connsiteX3053" y="connsiteY3053"/>
                      </a:cxn>
                      <a:cxn ang="0">
                        <a:pos x="connsiteX3054" y="connsiteY3054"/>
                      </a:cxn>
                      <a:cxn ang="0">
                        <a:pos x="connsiteX3055" y="connsiteY3055"/>
                      </a:cxn>
                      <a:cxn ang="0">
                        <a:pos x="connsiteX3056" y="connsiteY3056"/>
                      </a:cxn>
                      <a:cxn ang="0">
                        <a:pos x="connsiteX3057" y="connsiteY3057"/>
                      </a:cxn>
                      <a:cxn ang="0">
                        <a:pos x="connsiteX3058" y="connsiteY3058"/>
                      </a:cxn>
                      <a:cxn ang="0">
                        <a:pos x="connsiteX3059" y="connsiteY3059"/>
                      </a:cxn>
                      <a:cxn ang="0">
                        <a:pos x="connsiteX3060" y="connsiteY3060"/>
                      </a:cxn>
                      <a:cxn ang="0">
                        <a:pos x="connsiteX3061" y="connsiteY3061"/>
                      </a:cxn>
                      <a:cxn ang="0">
                        <a:pos x="connsiteX3062" y="connsiteY3062"/>
                      </a:cxn>
                      <a:cxn ang="0">
                        <a:pos x="connsiteX3063" y="connsiteY3063"/>
                      </a:cxn>
                      <a:cxn ang="0">
                        <a:pos x="connsiteX3064" y="connsiteY3064"/>
                      </a:cxn>
                      <a:cxn ang="0">
                        <a:pos x="connsiteX3065" y="connsiteY3065"/>
                      </a:cxn>
                      <a:cxn ang="0">
                        <a:pos x="connsiteX3066" y="connsiteY3066"/>
                      </a:cxn>
                      <a:cxn ang="0">
                        <a:pos x="connsiteX3067" y="connsiteY3067"/>
                      </a:cxn>
                      <a:cxn ang="0">
                        <a:pos x="connsiteX3068" y="connsiteY3068"/>
                      </a:cxn>
                      <a:cxn ang="0">
                        <a:pos x="connsiteX3069" y="connsiteY3069"/>
                      </a:cxn>
                      <a:cxn ang="0">
                        <a:pos x="connsiteX3070" y="connsiteY3070"/>
                      </a:cxn>
                      <a:cxn ang="0">
                        <a:pos x="connsiteX3071" y="connsiteY3071"/>
                      </a:cxn>
                      <a:cxn ang="0">
                        <a:pos x="connsiteX3072" y="connsiteY3072"/>
                      </a:cxn>
                      <a:cxn ang="0">
                        <a:pos x="connsiteX3073" y="connsiteY3073"/>
                      </a:cxn>
                      <a:cxn ang="0">
                        <a:pos x="connsiteX3074" y="connsiteY3074"/>
                      </a:cxn>
                      <a:cxn ang="0">
                        <a:pos x="connsiteX3075" y="connsiteY3075"/>
                      </a:cxn>
                      <a:cxn ang="0">
                        <a:pos x="connsiteX3076" y="connsiteY3076"/>
                      </a:cxn>
                      <a:cxn ang="0">
                        <a:pos x="connsiteX3077" y="connsiteY3077"/>
                      </a:cxn>
                      <a:cxn ang="0">
                        <a:pos x="connsiteX3078" y="connsiteY3078"/>
                      </a:cxn>
                      <a:cxn ang="0">
                        <a:pos x="connsiteX3079" y="connsiteY3079"/>
                      </a:cxn>
                      <a:cxn ang="0">
                        <a:pos x="connsiteX3080" y="connsiteY3080"/>
                      </a:cxn>
                      <a:cxn ang="0">
                        <a:pos x="connsiteX3081" y="connsiteY3081"/>
                      </a:cxn>
                      <a:cxn ang="0">
                        <a:pos x="connsiteX3082" y="connsiteY3082"/>
                      </a:cxn>
                      <a:cxn ang="0">
                        <a:pos x="connsiteX3083" y="connsiteY3083"/>
                      </a:cxn>
                      <a:cxn ang="0">
                        <a:pos x="connsiteX3084" y="connsiteY3084"/>
                      </a:cxn>
                      <a:cxn ang="0">
                        <a:pos x="connsiteX3085" y="connsiteY3085"/>
                      </a:cxn>
                      <a:cxn ang="0">
                        <a:pos x="connsiteX3086" y="connsiteY3086"/>
                      </a:cxn>
                      <a:cxn ang="0">
                        <a:pos x="connsiteX3087" y="connsiteY3087"/>
                      </a:cxn>
                      <a:cxn ang="0">
                        <a:pos x="connsiteX3088" y="connsiteY3088"/>
                      </a:cxn>
                      <a:cxn ang="0">
                        <a:pos x="connsiteX3089" y="connsiteY3089"/>
                      </a:cxn>
                      <a:cxn ang="0">
                        <a:pos x="connsiteX3090" y="connsiteY3090"/>
                      </a:cxn>
                      <a:cxn ang="0">
                        <a:pos x="connsiteX3091" y="connsiteY3091"/>
                      </a:cxn>
                      <a:cxn ang="0">
                        <a:pos x="connsiteX3092" y="connsiteY3092"/>
                      </a:cxn>
                      <a:cxn ang="0">
                        <a:pos x="connsiteX3093" y="connsiteY3093"/>
                      </a:cxn>
                      <a:cxn ang="0">
                        <a:pos x="connsiteX3094" y="connsiteY3094"/>
                      </a:cxn>
                      <a:cxn ang="0">
                        <a:pos x="connsiteX3095" y="connsiteY3095"/>
                      </a:cxn>
                      <a:cxn ang="0">
                        <a:pos x="connsiteX3096" y="connsiteY3096"/>
                      </a:cxn>
                      <a:cxn ang="0">
                        <a:pos x="connsiteX3097" y="connsiteY3097"/>
                      </a:cxn>
                      <a:cxn ang="0">
                        <a:pos x="connsiteX3098" y="connsiteY3098"/>
                      </a:cxn>
                      <a:cxn ang="0">
                        <a:pos x="connsiteX3099" y="connsiteY3099"/>
                      </a:cxn>
                      <a:cxn ang="0">
                        <a:pos x="connsiteX3100" y="connsiteY3100"/>
                      </a:cxn>
                      <a:cxn ang="0">
                        <a:pos x="connsiteX3101" y="connsiteY3101"/>
                      </a:cxn>
                      <a:cxn ang="0">
                        <a:pos x="connsiteX3102" y="connsiteY3102"/>
                      </a:cxn>
                      <a:cxn ang="0">
                        <a:pos x="connsiteX3103" y="connsiteY3103"/>
                      </a:cxn>
                      <a:cxn ang="0">
                        <a:pos x="connsiteX3104" y="connsiteY3104"/>
                      </a:cxn>
                      <a:cxn ang="0">
                        <a:pos x="connsiteX3105" y="connsiteY3105"/>
                      </a:cxn>
                      <a:cxn ang="0">
                        <a:pos x="connsiteX3106" y="connsiteY3106"/>
                      </a:cxn>
                      <a:cxn ang="0">
                        <a:pos x="connsiteX3107" y="connsiteY3107"/>
                      </a:cxn>
                      <a:cxn ang="0">
                        <a:pos x="connsiteX3108" y="connsiteY3108"/>
                      </a:cxn>
                      <a:cxn ang="0">
                        <a:pos x="connsiteX3109" y="connsiteY3109"/>
                      </a:cxn>
                      <a:cxn ang="0">
                        <a:pos x="connsiteX3110" y="connsiteY3110"/>
                      </a:cxn>
                      <a:cxn ang="0">
                        <a:pos x="connsiteX3111" y="connsiteY3111"/>
                      </a:cxn>
                      <a:cxn ang="0">
                        <a:pos x="connsiteX3112" y="connsiteY3112"/>
                      </a:cxn>
                      <a:cxn ang="0">
                        <a:pos x="connsiteX3113" y="connsiteY3113"/>
                      </a:cxn>
                      <a:cxn ang="0">
                        <a:pos x="connsiteX3114" y="connsiteY3114"/>
                      </a:cxn>
                      <a:cxn ang="0">
                        <a:pos x="connsiteX3115" y="connsiteY3115"/>
                      </a:cxn>
                      <a:cxn ang="0">
                        <a:pos x="connsiteX3116" y="connsiteY3116"/>
                      </a:cxn>
                      <a:cxn ang="0">
                        <a:pos x="connsiteX3117" y="connsiteY3117"/>
                      </a:cxn>
                      <a:cxn ang="0">
                        <a:pos x="connsiteX3118" y="connsiteY3118"/>
                      </a:cxn>
                      <a:cxn ang="0">
                        <a:pos x="connsiteX3119" y="connsiteY3119"/>
                      </a:cxn>
                      <a:cxn ang="0">
                        <a:pos x="connsiteX3120" y="connsiteY3120"/>
                      </a:cxn>
                      <a:cxn ang="0">
                        <a:pos x="connsiteX3121" y="connsiteY3121"/>
                      </a:cxn>
                      <a:cxn ang="0">
                        <a:pos x="connsiteX3122" y="connsiteY3122"/>
                      </a:cxn>
                      <a:cxn ang="0">
                        <a:pos x="connsiteX3123" y="connsiteY3123"/>
                      </a:cxn>
                      <a:cxn ang="0">
                        <a:pos x="connsiteX3124" y="connsiteY3124"/>
                      </a:cxn>
                      <a:cxn ang="0">
                        <a:pos x="connsiteX3125" y="connsiteY3125"/>
                      </a:cxn>
                      <a:cxn ang="0">
                        <a:pos x="connsiteX3126" y="connsiteY3126"/>
                      </a:cxn>
                      <a:cxn ang="0">
                        <a:pos x="connsiteX3127" y="connsiteY3127"/>
                      </a:cxn>
                      <a:cxn ang="0">
                        <a:pos x="connsiteX3128" y="connsiteY3128"/>
                      </a:cxn>
                      <a:cxn ang="0">
                        <a:pos x="connsiteX3129" y="connsiteY3129"/>
                      </a:cxn>
                      <a:cxn ang="0">
                        <a:pos x="connsiteX3130" y="connsiteY3130"/>
                      </a:cxn>
                      <a:cxn ang="0">
                        <a:pos x="connsiteX3131" y="connsiteY3131"/>
                      </a:cxn>
                      <a:cxn ang="0">
                        <a:pos x="connsiteX3132" y="connsiteY3132"/>
                      </a:cxn>
                      <a:cxn ang="0">
                        <a:pos x="connsiteX3133" y="connsiteY3133"/>
                      </a:cxn>
                      <a:cxn ang="0">
                        <a:pos x="connsiteX3134" y="connsiteY3134"/>
                      </a:cxn>
                      <a:cxn ang="0">
                        <a:pos x="connsiteX3135" y="connsiteY3135"/>
                      </a:cxn>
                      <a:cxn ang="0">
                        <a:pos x="connsiteX3136" y="connsiteY3136"/>
                      </a:cxn>
                      <a:cxn ang="0">
                        <a:pos x="connsiteX3137" y="connsiteY3137"/>
                      </a:cxn>
                      <a:cxn ang="0">
                        <a:pos x="connsiteX3138" y="connsiteY3138"/>
                      </a:cxn>
                      <a:cxn ang="0">
                        <a:pos x="connsiteX3139" y="connsiteY3139"/>
                      </a:cxn>
                      <a:cxn ang="0">
                        <a:pos x="connsiteX3140" y="connsiteY3140"/>
                      </a:cxn>
                      <a:cxn ang="0">
                        <a:pos x="connsiteX3141" y="connsiteY3141"/>
                      </a:cxn>
                      <a:cxn ang="0">
                        <a:pos x="connsiteX3142" y="connsiteY3142"/>
                      </a:cxn>
                      <a:cxn ang="0">
                        <a:pos x="connsiteX3143" y="connsiteY3143"/>
                      </a:cxn>
                      <a:cxn ang="0">
                        <a:pos x="connsiteX3144" y="connsiteY3144"/>
                      </a:cxn>
                      <a:cxn ang="0">
                        <a:pos x="connsiteX3145" y="connsiteY3145"/>
                      </a:cxn>
                      <a:cxn ang="0">
                        <a:pos x="connsiteX3146" y="connsiteY3146"/>
                      </a:cxn>
                      <a:cxn ang="0">
                        <a:pos x="connsiteX3147" y="connsiteY3147"/>
                      </a:cxn>
                      <a:cxn ang="0">
                        <a:pos x="connsiteX3148" y="connsiteY3148"/>
                      </a:cxn>
                      <a:cxn ang="0">
                        <a:pos x="connsiteX3149" y="connsiteY3149"/>
                      </a:cxn>
                      <a:cxn ang="0">
                        <a:pos x="connsiteX3150" y="connsiteY3150"/>
                      </a:cxn>
                      <a:cxn ang="0">
                        <a:pos x="connsiteX3151" y="connsiteY3151"/>
                      </a:cxn>
                      <a:cxn ang="0">
                        <a:pos x="connsiteX3152" y="connsiteY3152"/>
                      </a:cxn>
                      <a:cxn ang="0">
                        <a:pos x="connsiteX3153" y="connsiteY3153"/>
                      </a:cxn>
                      <a:cxn ang="0">
                        <a:pos x="connsiteX3154" y="connsiteY3154"/>
                      </a:cxn>
                      <a:cxn ang="0">
                        <a:pos x="connsiteX3155" y="connsiteY3155"/>
                      </a:cxn>
                      <a:cxn ang="0">
                        <a:pos x="connsiteX3156" y="connsiteY3156"/>
                      </a:cxn>
                      <a:cxn ang="0">
                        <a:pos x="connsiteX3157" y="connsiteY3157"/>
                      </a:cxn>
                      <a:cxn ang="0">
                        <a:pos x="connsiteX3158" y="connsiteY3158"/>
                      </a:cxn>
                      <a:cxn ang="0">
                        <a:pos x="connsiteX3159" y="connsiteY3159"/>
                      </a:cxn>
                      <a:cxn ang="0">
                        <a:pos x="connsiteX3160" y="connsiteY3160"/>
                      </a:cxn>
                      <a:cxn ang="0">
                        <a:pos x="connsiteX3161" y="connsiteY3161"/>
                      </a:cxn>
                      <a:cxn ang="0">
                        <a:pos x="connsiteX3162" y="connsiteY3162"/>
                      </a:cxn>
                      <a:cxn ang="0">
                        <a:pos x="connsiteX3163" y="connsiteY3163"/>
                      </a:cxn>
                      <a:cxn ang="0">
                        <a:pos x="connsiteX3164" y="connsiteY3164"/>
                      </a:cxn>
                      <a:cxn ang="0">
                        <a:pos x="connsiteX3165" y="connsiteY3165"/>
                      </a:cxn>
                      <a:cxn ang="0">
                        <a:pos x="connsiteX3166" y="connsiteY3166"/>
                      </a:cxn>
                      <a:cxn ang="0">
                        <a:pos x="connsiteX3167" y="connsiteY3167"/>
                      </a:cxn>
                      <a:cxn ang="0">
                        <a:pos x="connsiteX3168" y="connsiteY3168"/>
                      </a:cxn>
                      <a:cxn ang="0">
                        <a:pos x="connsiteX3169" y="connsiteY3169"/>
                      </a:cxn>
                      <a:cxn ang="0">
                        <a:pos x="connsiteX3170" y="connsiteY3170"/>
                      </a:cxn>
                      <a:cxn ang="0">
                        <a:pos x="connsiteX3171" y="connsiteY3171"/>
                      </a:cxn>
                      <a:cxn ang="0">
                        <a:pos x="connsiteX3172" y="connsiteY3172"/>
                      </a:cxn>
                      <a:cxn ang="0">
                        <a:pos x="connsiteX3173" y="connsiteY3173"/>
                      </a:cxn>
                      <a:cxn ang="0">
                        <a:pos x="connsiteX3174" y="connsiteY3174"/>
                      </a:cxn>
                      <a:cxn ang="0">
                        <a:pos x="connsiteX3175" y="connsiteY3175"/>
                      </a:cxn>
                      <a:cxn ang="0">
                        <a:pos x="connsiteX3176" y="connsiteY3176"/>
                      </a:cxn>
                      <a:cxn ang="0">
                        <a:pos x="connsiteX3177" y="connsiteY3177"/>
                      </a:cxn>
                      <a:cxn ang="0">
                        <a:pos x="connsiteX3178" y="connsiteY3178"/>
                      </a:cxn>
                      <a:cxn ang="0">
                        <a:pos x="connsiteX3179" y="connsiteY3179"/>
                      </a:cxn>
                      <a:cxn ang="0">
                        <a:pos x="connsiteX3180" y="connsiteY3180"/>
                      </a:cxn>
                      <a:cxn ang="0">
                        <a:pos x="connsiteX3181" y="connsiteY3181"/>
                      </a:cxn>
                      <a:cxn ang="0">
                        <a:pos x="connsiteX3182" y="connsiteY3182"/>
                      </a:cxn>
                      <a:cxn ang="0">
                        <a:pos x="connsiteX3183" y="connsiteY3183"/>
                      </a:cxn>
                      <a:cxn ang="0">
                        <a:pos x="connsiteX3184" y="connsiteY3184"/>
                      </a:cxn>
                      <a:cxn ang="0">
                        <a:pos x="connsiteX3185" y="connsiteY3185"/>
                      </a:cxn>
                      <a:cxn ang="0">
                        <a:pos x="connsiteX3186" y="connsiteY3186"/>
                      </a:cxn>
                      <a:cxn ang="0">
                        <a:pos x="connsiteX3187" y="connsiteY3187"/>
                      </a:cxn>
                      <a:cxn ang="0">
                        <a:pos x="connsiteX3188" y="connsiteY3188"/>
                      </a:cxn>
                      <a:cxn ang="0">
                        <a:pos x="connsiteX3189" y="connsiteY3189"/>
                      </a:cxn>
                      <a:cxn ang="0">
                        <a:pos x="connsiteX3190" y="connsiteY3190"/>
                      </a:cxn>
                      <a:cxn ang="0">
                        <a:pos x="connsiteX3191" y="connsiteY3191"/>
                      </a:cxn>
                      <a:cxn ang="0">
                        <a:pos x="connsiteX3192" y="connsiteY3192"/>
                      </a:cxn>
                      <a:cxn ang="0">
                        <a:pos x="connsiteX3193" y="connsiteY3193"/>
                      </a:cxn>
                      <a:cxn ang="0">
                        <a:pos x="connsiteX3194" y="connsiteY3194"/>
                      </a:cxn>
                      <a:cxn ang="0">
                        <a:pos x="connsiteX3195" y="connsiteY3195"/>
                      </a:cxn>
                      <a:cxn ang="0">
                        <a:pos x="connsiteX3196" y="connsiteY3196"/>
                      </a:cxn>
                      <a:cxn ang="0">
                        <a:pos x="connsiteX3197" y="connsiteY3197"/>
                      </a:cxn>
                      <a:cxn ang="0">
                        <a:pos x="connsiteX3198" y="connsiteY3198"/>
                      </a:cxn>
                      <a:cxn ang="0">
                        <a:pos x="connsiteX3199" y="connsiteY3199"/>
                      </a:cxn>
                      <a:cxn ang="0">
                        <a:pos x="connsiteX3200" y="connsiteY3200"/>
                      </a:cxn>
                      <a:cxn ang="0">
                        <a:pos x="connsiteX3201" y="connsiteY3201"/>
                      </a:cxn>
                      <a:cxn ang="0">
                        <a:pos x="connsiteX3202" y="connsiteY3202"/>
                      </a:cxn>
                      <a:cxn ang="0">
                        <a:pos x="connsiteX3203" y="connsiteY3203"/>
                      </a:cxn>
                      <a:cxn ang="0">
                        <a:pos x="connsiteX3204" y="connsiteY3204"/>
                      </a:cxn>
                      <a:cxn ang="0">
                        <a:pos x="connsiteX3205" y="connsiteY3205"/>
                      </a:cxn>
                      <a:cxn ang="0">
                        <a:pos x="connsiteX3206" y="connsiteY3206"/>
                      </a:cxn>
                      <a:cxn ang="0">
                        <a:pos x="connsiteX3207" y="connsiteY3207"/>
                      </a:cxn>
                      <a:cxn ang="0">
                        <a:pos x="connsiteX3208" y="connsiteY3208"/>
                      </a:cxn>
                      <a:cxn ang="0">
                        <a:pos x="connsiteX3209" y="connsiteY3209"/>
                      </a:cxn>
                      <a:cxn ang="0">
                        <a:pos x="connsiteX3210" y="connsiteY3210"/>
                      </a:cxn>
                      <a:cxn ang="0">
                        <a:pos x="connsiteX3211" y="connsiteY3211"/>
                      </a:cxn>
                      <a:cxn ang="0">
                        <a:pos x="connsiteX3212" y="connsiteY3212"/>
                      </a:cxn>
                      <a:cxn ang="0">
                        <a:pos x="connsiteX3213" y="connsiteY3213"/>
                      </a:cxn>
                      <a:cxn ang="0">
                        <a:pos x="connsiteX3214" y="connsiteY3214"/>
                      </a:cxn>
                      <a:cxn ang="0">
                        <a:pos x="connsiteX3215" y="connsiteY3215"/>
                      </a:cxn>
                      <a:cxn ang="0">
                        <a:pos x="connsiteX3216" y="connsiteY3216"/>
                      </a:cxn>
                      <a:cxn ang="0">
                        <a:pos x="connsiteX3217" y="connsiteY3217"/>
                      </a:cxn>
                      <a:cxn ang="0">
                        <a:pos x="connsiteX3218" y="connsiteY3218"/>
                      </a:cxn>
                      <a:cxn ang="0">
                        <a:pos x="connsiteX3219" y="connsiteY3219"/>
                      </a:cxn>
                      <a:cxn ang="0">
                        <a:pos x="connsiteX3220" y="connsiteY3220"/>
                      </a:cxn>
                      <a:cxn ang="0">
                        <a:pos x="connsiteX3221" y="connsiteY3221"/>
                      </a:cxn>
                      <a:cxn ang="0">
                        <a:pos x="connsiteX3222" y="connsiteY3222"/>
                      </a:cxn>
                      <a:cxn ang="0">
                        <a:pos x="connsiteX3223" y="connsiteY3223"/>
                      </a:cxn>
                      <a:cxn ang="0">
                        <a:pos x="connsiteX3224" y="connsiteY3224"/>
                      </a:cxn>
                      <a:cxn ang="0">
                        <a:pos x="connsiteX3225" y="connsiteY3225"/>
                      </a:cxn>
                      <a:cxn ang="0">
                        <a:pos x="connsiteX3226" y="connsiteY3226"/>
                      </a:cxn>
                      <a:cxn ang="0">
                        <a:pos x="connsiteX3227" y="connsiteY3227"/>
                      </a:cxn>
                      <a:cxn ang="0">
                        <a:pos x="connsiteX3228" y="connsiteY3228"/>
                      </a:cxn>
                      <a:cxn ang="0">
                        <a:pos x="connsiteX3229" y="connsiteY3229"/>
                      </a:cxn>
                      <a:cxn ang="0">
                        <a:pos x="connsiteX3230" y="connsiteY3230"/>
                      </a:cxn>
                      <a:cxn ang="0">
                        <a:pos x="connsiteX3231" y="connsiteY3231"/>
                      </a:cxn>
                      <a:cxn ang="0">
                        <a:pos x="connsiteX3232" y="connsiteY3232"/>
                      </a:cxn>
                      <a:cxn ang="0">
                        <a:pos x="connsiteX3233" y="connsiteY3233"/>
                      </a:cxn>
                      <a:cxn ang="0">
                        <a:pos x="connsiteX3234" y="connsiteY3234"/>
                      </a:cxn>
                      <a:cxn ang="0">
                        <a:pos x="connsiteX3235" y="connsiteY3235"/>
                      </a:cxn>
                      <a:cxn ang="0">
                        <a:pos x="connsiteX3236" y="connsiteY3236"/>
                      </a:cxn>
                      <a:cxn ang="0">
                        <a:pos x="connsiteX3237" y="connsiteY3237"/>
                      </a:cxn>
                      <a:cxn ang="0">
                        <a:pos x="connsiteX3238" y="connsiteY3238"/>
                      </a:cxn>
                      <a:cxn ang="0">
                        <a:pos x="connsiteX3239" y="connsiteY3239"/>
                      </a:cxn>
                      <a:cxn ang="0">
                        <a:pos x="connsiteX3240" y="connsiteY3240"/>
                      </a:cxn>
                      <a:cxn ang="0">
                        <a:pos x="connsiteX3241" y="connsiteY3241"/>
                      </a:cxn>
                      <a:cxn ang="0">
                        <a:pos x="connsiteX3242" y="connsiteY3242"/>
                      </a:cxn>
                      <a:cxn ang="0">
                        <a:pos x="connsiteX3243" y="connsiteY3243"/>
                      </a:cxn>
                      <a:cxn ang="0">
                        <a:pos x="connsiteX3244" y="connsiteY3244"/>
                      </a:cxn>
                      <a:cxn ang="0">
                        <a:pos x="connsiteX3245" y="connsiteY3245"/>
                      </a:cxn>
                      <a:cxn ang="0">
                        <a:pos x="connsiteX3246" y="connsiteY3246"/>
                      </a:cxn>
                      <a:cxn ang="0">
                        <a:pos x="connsiteX3247" y="connsiteY3247"/>
                      </a:cxn>
                      <a:cxn ang="0">
                        <a:pos x="connsiteX3248" y="connsiteY3248"/>
                      </a:cxn>
                      <a:cxn ang="0">
                        <a:pos x="connsiteX3249" y="connsiteY3249"/>
                      </a:cxn>
                      <a:cxn ang="0">
                        <a:pos x="connsiteX3250" y="connsiteY3250"/>
                      </a:cxn>
                      <a:cxn ang="0">
                        <a:pos x="connsiteX3251" y="connsiteY3251"/>
                      </a:cxn>
                      <a:cxn ang="0">
                        <a:pos x="connsiteX3252" y="connsiteY3252"/>
                      </a:cxn>
                      <a:cxn ang="0">
                        <a:pos x="connsiteX3253" y="connsiteY3253"/>
                      </a:cxn>
                      <a:cxn ang="0">
                        <a:pos x="connsiteX3254" y="connsiteY3254"/>
                      </a:cxn>
                      <a:cxn ang="0">
                        <a:pos x="connsiteX3255" y="connsiteY3255"/>
                      </a:cxn>
                      <a:cxn ang="0">
                        <a:pos x="connsiteX3256" y="connsiteY3256"/>
                      </a:cxn>
                      <a:cxn ang="0">
                        <a:pos x="connsiteX3257" y="connsiteY3257"/>
                      </a:cxn>
                      <a:cxn ang="0">
                        <a:pos x="connsiteX3258" y="connsiteY3258"/>
                      </a:cxn>
                      <a:cxn ang="0">
                        <a:pos x="connsiteX3259" y="connsiteY3259"/>
                      </a:cxn>
                      <a:cxn ang="0">
                        <a:pos x="connsiteX3260" y="connsiteY3260"/>
                      </a:cxn>
                      <a:cxn ang="0">
                        <a:pos x="connsiteX3261" y="connsiteY3261"/>
                      </a:cxn>
                      <a:cxn ang="0">
                        <a:pos x="connsiteX3262" y="connsiteY3262"/>
                      </a:cxn>
                      <a:cxn ang="0">
                        <a:pos x="connsiteX3263" y="connsiteY3263"/>
                      </a:cxn>
                      <a:cxn ang="0">
                        <a:pos x="connsiteX3264" y="connsiteY3264"/>
                      </a:cxn>
                      <a:cxn ang="0">
                        <a:pos x="connsiteX3265" y="connsiteY3265"/>
                      </a:cxn>
                      <a:cxn ang="0">
                        <a:pos x="connsiteX3266" y="connsiteY3266"/>
                      </a:cxn>
                      <a:cxn ang="0">
                        <a:pos x="connsiteX3267" y="connsiteY3267"/>
                      </a:cxn>
                      <a:cxn ang="0">
                        <a:pos x="connsiteX3268" y="connsiteY3268"/>
                      </a:cxn>
                      <a:cxn ang="0">
                        <a:pos x="connsiteX3269" y="connsiteY3269"/>
                      </a:cxn>
                      <a:cxn ang="0">
                        <a:pos x="connsiteX3270" y="connsiteY3270"/>
                      </a:cxn>
                      <a:cxn ang="0">
                        <a:pos x="connsiteX3271" y="connsiteY3271"/>
                      </a:cxn>
                      <a:cxn ang="0">
                        <a:pos x="connsiteX3272" y="connsiteY3272"/>
                      </a:cxn>
                      <a:cxn ang="0">
                        <a:pos x="connsiteX3273" y="connsiteY3273"/>
                      </a:cxn>
                      <a:cxn ang="0">
                        <a:pos x="connsiteX3274" y="connsiteY3274"/>
                      </a:cxn>
                      <a:cxn ang="0">
                        <a:pos x="connsiteX3275" y="connsiteY3275"/>
                      </a:cxn>
                      <a:cxn ang="0">
                        <a:pos x="connsiteX3276" y="connsiteY3276"/>
                      </a:cxn>
                      <a:cxn ang="0">
                        <a:pos x="connsiteX3277" y="connsiteY3277"/>
                      </a:cxn>
                      <a:cxn ang="0">
                        <a:pos x="connsiteX3278" y="connsiteY3278"/>
                      </a:cxn>
                      <a:cxn ang="0">
                        <a:pos x="connsiteX3279" y="connsiteY3279"/>
                      </a:cxn>
                      <a:cxn ang="0">
                        <a:pos x="connsiteX3280" y="connsiteY3280"/>
                      </a:cxn>
                      <a:cxn ang="0">
                        <a:pos x="connsiteX3281" y="connsiteY3281"/>
                      </a:cxn>
                      <a:cxn ang="0">
                        <a:pos x="connsiteX3282" y="connsiteY3282"/>
                      </a:cxn>
                      <a:cxn ang="0">
                        <a:pos x="connsiteX3283" y="connsiteY3283"/>
                      </a:cxn>
                      <a:cxn ang="0">
                        <a:pos x="connsiteX3284" y="connsiteY3284"/>
                      </a:cxn>
                      <a:cxn ang="0">
                        <a:pos x="connsiteX3285" y="connsiteY3285"/>
                      </a:cxn>
                      <a:cxn ang="0">
                        <a:pos x="connsiteX3286" y="connsiteY3286"/>
                      </a:cxn>
                      <a:cxn ang="0">
                        <a:pos x="connsiteX3287" y="connsiteY3287"/>
                      </a:cxn>
                      <a:cxn ang="0">
                        <a:pos x="connsiteX3288" y="connsiteY3288"/>
                      </a:cxn>
                      <a:cxn ang="0">
                        <a:pos x="connsiteX3289" y="connsiteY3289"/>
                      </a:cxn>
                      <a:cxn ang="0">
                        <a:pos x="connsiteX3290" y="connsiteY3290"/>
                      </a:cxn>
                      <a:cxn ang="0">
                        <a:pos x="connsiteX3291" y="connsiteY3291"/>
                      </a:cxn>
                      <a:cxn ang="0">
                        <a:pos x="connsiteX3292" y="connsiteY3292"/>
                      </a:cxn>
                      <a:cxn ang="0">
                        <a:pos x="connsiteX3293" y="connsiteY3293"/>
                      </a:cxn>
                      <a:cxn ang="0">
                        <a:pos x="connsiteX3294" y="connsiteY3294"/>
                      </a:cxn>
                      <a:cxn ang="0">
                        <a:pos x="connsiteX3295" y="connsiteY3295"/>
                      </a:cxn>
                      <a:cxn ang="0">
                        <a:pos x="connsiteX3296" y="connsiteY3296"/>
                      </a:cxn>
                      <a:cxn ang="0">
                        <a:pos x="connsiteX3297" y="connsiteY3297"/>
                      </a:cxn>
                      <a:cxn ang="0">
                        <a:pos x="connsiteX3298" y="connsiteY3298"/>
                      </a:cxn>
                      <a:cxn ang="0">
                        <a:pos x="connsiteX3299" y="connsiteY3299"/>
                      </a:cxn>
                      <a:cxn ang="0">
                        <a:pos x="connsiteX3300" y="connsiteY3300"/>
                      </a:cxn>
                      <a:cxn ang="0">
                        <a:pos x="connsiteX3301" y="connsiteY3301"/>
                      </a:cxn>
                      <a:cxn ang="0">
                        <a:pos x="connsiteX3302" y="connsiteY3302"/>
                      </a:cxn>
                      <a:cxn ang="0">
                        <a:pos x="connsiteX3303" y="connsiteY3303"/>
                      </a:cxn>
                      <a:cxn ang="0">
                        <a:pos x="connsiteX3304" y="connsiteY3304"/>
                      </a:cxn>
                      <a:cxn ang="0">
                        <a:pos x="connsiteX3305" y="connsiteY3305"/>
                      </a:cxn>
                      <a:cxn ang="0">
                        <a:pos x="connsiteX3306" y="connsiteY3306"/>
                      </a:cxn>
                      <a:cxn ang="0">
                        <a:pos x="connsiteX3307" y="connsiteY3307"/>
                      </a:cxn>
                      <a:cxn ang="0">
                        <a:pos x="connsiteX3308" y="connsiteY3308"/>
                      </a:cxn>
                      <a:cxn ang="0">
                        <a:pos x="connsiteX3309" y="connsiteY3309"/>
                      </a:cxn>
                      <a:cxn ang="0">
                        <a:pos x="connsiteX3310" y="connsiteY3310"/>
                      </a:cxn>
                      <a:cxn ang="0">
                        <a:pos x="connsiteX3311" y="connsiteY3311"/>
                      </a:cxn>
                      <a:cxn ang="0">
                        <a:pos x="connsiteX3312" y="connsiteY3312"/>
                      </a:cxn>
                      <a:cxn ang="0">
                        <a:pos x="connsiteX3313" y="connsiteY3313"/>
                      </a:cxn>
                      <a:cxn ang="0">
                        <a:pos x="connsiteX3314" y="connsiteY3314"/>
                      </a:cxn>
                      <a:cxn ang="0">
                        <a:pos x="connsiteX3315" y="connsiteY3315"/>
                      </a:cxn>
                      <a:cxn ang="0">
                        <a:pos x="connsiteX3316" y="connsiteY3316"/>
                      </a:cxn>
                      <a:cxn ang="0">
                        <a:pos x="connsiteX3317" y="connsiteY3317"/>
                      </a:cxn>
                      <a:cxn ang="0">
                        <a:pos x="connsiteX3318" y="connsiteY3318"/>
                      </a:cxn>
                      <a:cxn ang="0">
                        <a:pos x="connsiteX3319" y="connsiteY3319"/>
                      </a:cxn>
                      <a:cxn ang="0">
                        <a:pos x="connsiteX3320" y="connsiteY3320"/>
                      </a:cxn>
                      <a:cxn ang="0">
                        <a:pos x="connsiteX3321" y="connsiteY3321"/>
                      </a:cxn>
                      <a:cxn ang="0">
                        <a:pos x="connsiteX3322" y="connsiteY3322"/>
                      </a:cxn>
                      <a:cxn ang="0">
                        <a:pos x="connsiteX3323" y="connsiteY3323"/>
                      </a:cxn>
                      <a:cxn ang="0">
                        <a:pos x="connsiteX3324" y="connsiteY3324"/>
                      </a:cxn>
                      <a:cxn ang="0">
                        <a:pos x="connsiteX3325" y="connsiteY3325"/>
                      </a:cxn>
                      <a:cxn ang="0">
                        <a:pos x="connsiteX3326" y="connsiteY3326"/>
                      </a:cxn>
                      <a:cxn ang="0">
                        <a:pos x="connsiteX3327" y="connsiteY3327"/>
                      </a:cxn>
                      <a:cxn ang="0">
                        <a:pos x="connsiteX3328" y="connsiteY3328"/>
                      </a:cxn>
                      <a:cxn ang="0">
                        <a:pos x="connsiteX3329" y="connsiteY3329"/>
                      </a:cxn>
                      <a:cxn ang="0">
                        <a:pos x="connsiteX3330" y="connsiteY3330"/>
                      </a:cxn>
                      <a:cxn ang="0">
                        <a:pos x="connsiteX3331" y="connsiteY3331"/>
                      </a:cxn>
                      <a:cxn ang="0">
                        <a:pos x="connsiteX3332" y="connsiteY3332"/>
                      </a:cxn>
                      <a:cxn ang="0">
                        <a:pos x="connsiteX3333" y="connsiteY3333"/>
                      </a:cxn>
                      <a:cxn ang="0">
                        <a:pos x="connsiteX3334" y="connsiteY3334"/>
                      </a:cxn>
                      <a:cxn ang="0">
                        <a:pos x="connsiteX3335" y="connsiteY3335"/>
                      </a:cxn>
                      <a:cxn ang="0">
                        <a:pos x="connsiteX3336" y="connsiteY3336"/>
                      </a:cxn>
                      <a:cxn ang="0">
                        <a:pos x="connsiteX3337" y="connsiteY3337"/>
                      </a:cxn>
                      <a:cxn ang="0">
                        <a:pos x="connsiteX3338" y="connsiteY3338"/>
                      </a:cxn>
                      <a:cxn ang="0">
                        <a:pos x="connsiteX3339" y="connsiteY3339"/>
                      </a:cxn>
                      <a:cxn ang="0">
                        <a:pos x="connsiteX3340" y="connsiteY3340"/>
                      </a:cxn>
                      <a:cxn ang="0">
                        <a:pos x="connsiteX3341" y="connsiteY3341"/>
                      </a:cxn>
                      <a:cxn ang="0">
                        <a:pos x="connsiteX3342" y="connsiteY3342"/>
                      </a:cxn>
                      <a:cxn ang="0">
                        <a:pos x="connsiteX3343" y="connsiteY3343"/>
                      </a:cxn>
                      <a:cxn ang="0">
                        <a:pos x="connsiteX3344" y="connsiteY3344"/>
                      </a:cxn>
                      <a:cxn ang="0">
                        <a:pos x="connsiteX3345" y="connsiteY3345"/>
                      </a:cxn>
                      <a:cxn ang="0">
                        <a:pos x="connsiteX3346" y="connsiteY3346"/>
                      </a:cxn>
                      <a:cxn ang="0">
                        <a:pos x="connsiteX3347" y="connsiteY3347"/>
                      </a:cxn>
                      <a:cxn ang="0">
                        <a:pos x="connsiteX3348" y="connsiteY3348"/>
                      </a:cxn>
                      <a:cxn ang="0">
                        <a:pos x="connsiteX3349" y="connsiteY3349"/>
                      </a:cxn>
                      <a:cxn ang="0">
                        <a:pos x="connsiteX3350" y="connsiteY3350"/>
                      </a:cxn>
                      <a:cxn ang="0">
                        <a:pos x="connsiteX3351" y="connsiteY3351"/>
                      </a:cxn>
                      <a:cxn ang="0">
                        <a:pos x="connsiteX3352" y="connsiteY3352"/>
                      </a:cxn>
                      <a:cxn ang="0">
                        <a:pos x="connsiteX3353" y="connsiteY3353"/>
                      </a:cxn>
                      <a:cxn ang="0">
                        <a:pos x="connsiteX3354" y="connsiteY3354"/>
                      </a:cxn>
                      <a:cxn ang="0">
                        <a:pos x="connsiteX3355" y="connsiteY3355"/>
                      </a:cxn>
                      <a:cxn ang="0">
                        <a:pos x="connsiteX3356" y="connsiteY3356"/>
                      </a:cxn>
                      <a:cxn ang="0">
                        <a:pos x="connsiteX3357" y="connsiteY3357"/>
                      </a:cxn>
                      <a:cxn ang="0">
                        <a:pos x="connsiteX3358" y="connsiteY3358"/>
                      </a:cxn>
                      <a:cxn ang="0">
                        <a:pos x="connsiteX3359" y="connsiteY3359"/>
                      </a:cxn>
                      <a:cxn ang="0">
                        <a:pos x="connsiteX3360" y="connsiteY3360"/>
                      </a:cxn>
                      <a:cxn ang="0">
                        <a:pos x="connsiteX3361" y="connsiteY3361"/>
                      </a:cxn>
                      <a:cxn ang="0">
                        <a:pos x="connsiteX3362" y="connsiteY3362"/>
                      </a:cxn>
                      <a:cxn ang="0">
                        <a:pos x="connsiteX3363" y="connsiteY3363"/>
                      </a:cxn>
                      <a:cxn ang="0">
                        <a:pos x="connsiteX3364" y="connsiteY3364"/>
                      </a:cxn>
                      <a:cxn ang="0">
                        <a:pos x="connsiteX3365" y="connsiteY3365"/>
                      </a:cxn>
                      <a:cxn ang="0">
                        <a:pos x="connsiteX3366" y="connsiteY3366"/>
                      </a:cxn>
                      <a:cxn ang="0">
                        <a:pos x="connsiteX3367" y="connsiteY3367"/>
                      </a:cxn>
                      <a:cxn ang="0">
                        <a:pos x="connsiteX3368" y="connsiteY3368"/>
                      </a:cxn>
                      <a:cxn ang="0">
                        <a:pos x="connsiteX3369" y="connsiteY3369"/>
                      </a:cxn>
                      <a:cxn ang="0">
                        <a:pos x="connsiteX3370" y="connsiteY3370"/>
                      </a:cxn>
                      <a:cxn ang="0">
                        <a:pos x="connsiteX3371" y="connsiteY3371"/>
                      </a:cxn>
                      <a:cxn ang="0">
                        <a:pos x="connsiteX3372" y="connsiteY3372"/>
                      </a:cxn>
                      <a:cxn ang="0">
                        <a:pos x="connsiteX3373" y="connsiteY3373"/>
                      </a:cxn>
                      <a:cxn ang="0">
                        <a:pos x="connsiteX3374" y="connsiteY3374"/>
                      </a:cxn>
                      <a:cxn ang="0">
                        <a:pos x="connsiteX3375" y="connsiteY3375"/>
                      </a:cxn>
                      <a:cxn ang="0">
                        <a:pos x="connsiteX3376" y="connsiteY3376"/>
                      </a:cxn>
                      <a:cxn ang="0">
                        <a:pos x="connsiteX3377" y="connsiteY3377"/>
                      </a:cxn>
                      <a:cxn ang="0">
                        <a:pos x="connsiteX3378" y="connsiteY3378"/>
                      </a:cxn>
                      <a:cxn ang="0">
                        <a:pos x="connsiteX3379" y="connsiteY3379"/>
                      </a:cxn>
                      <a:cxn ang="0">
                        <a:pos x="connsiteX3380" y="connsiteY3380"/>
                      </a:cxn>
                      <a:cxn ang="0">
                        <a:pos x="connsiteX3381" y="connsiteY3381"/>
                      </a:cxn>
                      <a:cxn ang="0">
                        <a:pos x="connsiteX3382" y="connsiteY3382"/>
                      </a:cxn>
                      <a:cxn ang="0">
                        <a:pos x="connsiteX3383" y="connsiteY3383"/>
                      </a:cxn>
                      <a:cxn ang="0">
                        <a:pos x="connsiteX3384" y="connsiteY3384"/>
                      </a:cxn>
                      <a:cxn ang="0">
                        <a:pos x="connsiteX3385" y="connsiteY3385"/>
                      </a:cxn>
                      <a:cxn ang="0">
                        <a:pos x="connsiteX3386" y="connsiteY3386"/>
                      </a:cxn>
                      <a:cxn ang="0">
                        <a:pos x="connsiteX3387" y="connsiteY3387"/>
                      </a:cxn>
                      <a:cxn ang="0">
                        <a:pos x="connsiteX3388" y="connsiteY3388"/>
                      </a:cxn>
                      <a:cxn ang="0">
                        <a:pos x="connsiteX3389" y="connsiteY3389"/>
                      </a:cxn>
                      <a:cxn ang="0">
                        <a:pos x="connsiteX3390" y="connsiteY3390"/>
                      </a:cxn>
                      <a:cxn ang="0">
                        <a:pos x="connsiteX3391" y="connsiteY3391"/>
                      </a:cxn>
                      <a:cxn ang="0">
                        <a:pos x="connsiteX3392" y="connsiteY3392"/>
                      </a:cxn>
                      <a:cxn ang="0">
                        <a:pos x="connsiteX3393" y="connsiteY3393"/>
                      </a:cxn>
                      <a:cxn ang="0">
                        <a:pos x="connsiteX3394" y="connsiteY3394"/>
                      </a:cxn>
                      <a:cxn ang="0">
                        <a:pos x="connsiteX3395" y="connsiteY3395"/>
                      </a:cxn>
                      <a:cxn ang="0">
                        <a:pos x="connsiteX3396" y="connsiteY3396"/>
                      </a:cxn>
                      <a:cxn ang="0">
                        <a:pos x="connsiteX3397" y="connsiteY3397"/>
                      </a:cxn>
                      <a:cxn ang="0">
                        <a:pos x="connsiteX3398" y="connsiteY3398"/>
                      </a:cxn>
                      <a:cxn ang="0">
                        <a:pos x="connsiteX3399" y="connsiteY3399"/>
                      </a:cxn>
                      <a:cxn ang="0">
                        <a:pos x="connsiteX3400" y="connsiteY3400"/>
                      </a:cxn>
                      <a:cxn ang="0">
                        <a:pos x="connsiteX3401" y="connsiteY3401"/>
                      </a:cxn>
                      <a:cxn ang="0">
                        <a:pos x="connsiteX3402" y="connsiteY3402"/>
                      </a:cxn>
                      <a:cxn ang="0">
                        <a:pos x="connsiteX3403" y="connsiteY3403"/>
                      </a:cxn>
                      <a:cxn ang="0">
                        <a:pos x="connsiteX3404" y="connsiteY3404"/>
                      </a:cxn>
                      <a:cxn ang="0">
                        <a:pos x="connsiteX3405" y="connsiteY3405"/>
                      </a:cxn>
                      <a:cxn ang="0">
                        <a:pos x="connsiteX3406" y="connsiteY3406"/>
                      </a:cxn>
                      <a:cxn ang="0">
                        <a:pos x="connsiteX3407" y="connsiteY3407"/>
                      </a:cxn>
                      <a:cxn ang="0">
                        <a:pos x="connsiteX3408" y="connsiteY3408"/>
                      </a:cxn>
                      <a:cxn ang="0">
                        <a:pos x="connsiteX3409" y="connsiteY3409"/>
                      </a:cxn>
                      <a:cxn ang="0">
                        <a:pos x="connsiteX3410" y="connsiteY3410"/>
                      </a:cxn>
                      <a:cxn ang="0">
                        <a:pos x="connsiteX3411" y="connsiteY3411"/>
                      </a:cxn>
                      <a:cxn ang="0">
                        <a:pos x="connsiteX3412" y="connsiteY3412"/>
                      </a:cxn>
                      <a:cxn ang="0">
                        <a:pos x="connsiteX3413" y="connsiteY3413"/>
                      </a:cxn>
                      <a:cxn ang="0">
                        <a:pos x="connsiteX3414" y="connsiteY3414"/>
                      </a:cxn>
                      <a:cxn ang="0">
                        <a:pos x="connsiteX3415" y="connsiteY3415"/>
                      </a:cxn>
                      <a:cxn ang="0">
                        <a:pos x="connsiteX3416" y="connsiteY3416"/>
                      </a:cxn>
                      <a:cxn ang="0">
                        <a:pos x="connsiteX3417" y="connsiteY3417"/>
                      </a:cxn>
                      <a:cxn ang="0">
                        <a:pos x="connsiteX3418" y="connsiteY3418"/>
                      </a:cxn>
                      <a:cxn ang="0">
                        <a:pos x="connsiteX3419" y="connsiteY3419"/>
                      </a:cxn>
                      <a:cxn ang="0">
                        <a:pos x="connsiteX3420" y="connsiteY3420"/>
                      </a:cxn>
                      <a:cxn ang="0">
                        <a:pos x="connsiteX3421" y="connsiteY3421"/>
                      </a:cxn>
                      <a:cxn ang="0">
                        <a:pos x="connsiteX3422" y="connsiteY3422"/>
                      </a:cxn>
                      <a:cxn ang="0">
                        <a:pos x="connsiteX3423" y="connsiteY3423"/>
                      </a:cxn>
                      <a:cxn ang="0">
                        <a:pos x="connsiteX3424" y="connsiteY3424"/>
                      </a:cxn>
                      <a:cxn ang="0">
                        <a:pos x="connsiteX3425" y="connsiteY3425"/>
                      </a:cxn>
                      <a:cxn ang="0">
                        <a:pos x="connsiteX3426" y="connsiteY3426"/>
                      </a:cxn>
                      <a:cxn ang="0">
                        <a:pos x="connsiteX3427" y="connsiteY3427"/>
                      </a:cxn>
                      <a:cxn ang="0">
                        <a:pos x="connsiteX3428" y="connsiteY3428"/>
                      </a:cxn>
                      <a:cxn ang="0">
                        <a:pos x="connsiteX3429" y="connsiteY3429"/>
                      </a:cxn>
                      <a:cxn ang="0">
                        <a:pos x="connsiteX3430" y="connsiteY3430"/>
                      </a:cxn>
                      <a:cxn ang="0">
                        <a:pos x="connsiteX3431" y="connsiteY3431"/>
                      </a:cxn>
                      <a:cxn ang="0">
                        <a:pos x="connsiteX3432" y="connsiteY3432"/>
                      </a:cxn>
                      <a:cxn ang="0">
                        <a:pos x="connsiteX3433" y="connsiteY3433"/>
                      </a:cxn>
                      <a:cxn ang="0">
                        <a:pos x="connsiteX3434" y="connsiteY3434"/>
                      </a:cxn>
                      <a:cxn ang="0">
                        <a:pos x="connsiteX3435" y="connsiteY3435"/>
                      </a:cxn>
                      <a:cxn ang="0">
                        <a:pos x="connsiteX3436" y="connsiteY3436"/>
                      </a:cxn>
                      <a:cxn ang="0">
                        <a:pos x="connsiteX3437" y="connsiteY3437"/>
                      </a:cxn>
                      <a:cxn ang="0">
                        <a:pos x="connsiteX3438" y="connsiteY3438"/>
                      </a:cxn>
                      <a:cxn ang="0">
                        <a:pos x="connsiteX3439" y="connsiteY3439"/>
                      </a:cxn>
                      <a:cxn ang="0">
                        <a:pos x="connsiteX3440" y="connsiteY3440"/>
                      </a:cxn>
                      <a:cxn ang="0">
                        <a:pos x="connsiteX3441" y="connsiteY3441"/>
                      </a:cxn>
                      <a:cxn ang="0">
                        <a:pos x="connsiteX3442" y="connsiteY3442"/>
                      </a:cxn>
                      <a:cxn ang="0">
                        <a:pos x="connsiteX3443" y="connsiteY3443"/>
                      </a:cxn>
                      <a:cxn ang="0">
                        <a:pos x="connsiteX3444" y="connsiteY3444"/>
                      </a:cxn>
                      <a:cxn ang="0">
                        <a:pos x="connsiteX3445" y="connsiteY3445"/>
                      </a:cxn>
                      <a:cxn ang="0">
                        <a:pos x="connsiteX3446" y="connsiteY3446"/>
                      </a:cxn>
                      <a:cxn ang="0">
                        <a:pos x="connsiteX3447" y="connsiteY3447"/>
                      </a:cxn>
                      <a:cxn ang="0">
                        <a:pos x="connsiteX3448" y="connsiteY3448"/>
                      </a:cxn>
                      <a:cxn ang="0">
                        <a:pos x="connsiteX3449" y="connsiteY3449"/>
                      </a:cxn>
                      <a:cxn ang="0">
                        <a:pos x="connsiteX3450" y="connsiteY3450"/>
                      </a:cxn>
                      <a:cxn ang="0">
                        <a:pos x="connsiteX3451" y="connsiteY3451"/>
                      </a:cxn>
                      <a:cxn ang="0">
                        <a:pos x="connsiteX3452" y="connsiteY3452"/>
                      </a:cxn>
                      <a:cxn ang="0">
                        <a:pos x="connsiteX3453" y="connsiteY3453"/>
                      </a:cxn>
                      <a:cxn ang="0">
                        <a:pos x="connsiteX3454" y="connsiteY3454"/>
                      </a:cxn>
                      <a:cxn ang="0">
                        <a:pos x="connsiteX3455" y="connsiteY3455"/>
                      </a:cxn>
                      <a:cxn ang="0">
                        <a:pos x="connsiteX3456" y="connsiteY3456"/>
                      </a:cxn>
                      <a:cxn ang="0">
                        <a:pos x="connsiteX3457" y="connsiteY3457"/>
                      </a:cxn>
                      <a:cxn ang="0">
                        <a:pos x="connsiteX3458" y="connsiteY3458"/>
                      </a:cxn>
                      <a:cxn ang="0">
                        <a:pos x="connsiteX3459" y="connsiteY3459"/>
                      </a:cxn>
                      <a:cxn ang="0">
                        <a:pos x="connsiteX3460" y="connsiteY3460"/>
                      </a:cxn>
                      <a:cxn ang="0">
                        <a:pos x="connsiteX3461" y="connsiteY3461"/>
                      </a:cxn>
                      <a:cxn ang="0">
                        <a:pos x="connsiteX3462" y="connsiteY3462"/>
                      </a:cxn>
                      <a:cxn ang="0">
                        <a:pos x="connsiteX3463" y="connsiteY3463"/>
                      </a:cxn>
                      <a:cxn ang="0">
                        <a:pos x="connsiteX3464" y="connsiteY3464"/>
                      </a:cxn>
                      <a:cxn ang="0">
                        <a:pos x="connsiteX3465" y="connsiteY3465"/>
                      </a:cxn>
                      <a:cxn ang="0">
                        <a:pos x="connsiteX3466" y="connsiteY3466"/>
                      </a:cxn>
                      <a:cxn ang="0">
                        <a:pos x="connsiteX3467" y="connsiteY3467"/>
                      </a:cxn>
                      <a:cxn ang="0">
                        <a:pos x="connsiteX3468" y="connsiteY3468"/>
                      </a:cxn>
                      <a:cxn ang="0">
                        <a:pos x="connsiteX3469" y="connsiteY3469"/>
                      </a:cxn>
                      <a:cxn ang="0">
                        <a:pos x="connsiteX3470" y="connsiteY3470"/>
                      </a:cxn>
                      <a:cxn ang="0">
                        <a:pos x="connsiteX3471" y="connsiteY3471"/>
                      </a:cxn>
                      <a:cxn ang="0">
                        <a:pos x="connsiteX3472" y="connsiteY3472"/>
                      </a:cxn>
                      <a:cxn ang="0">
                        <a:pos x="connsiteX3473" y="connsiteY3473"/>
                      </a:cxn>
                      <a:cxn ang="0">
                        <a:pos x="connsiteX3474" y="connsiteY3474"/>
                      </a:cxn>
                      <a:cxn ang="0">
                        <a:pos x="connsiteX3475" y="connsiteY3475"/>
                      </a:cxn>
                      <a:cxn ang="0">
                        <a:pos x="connsiteX3476" y="connsiteY3476"/>
                      </a:cxn>
                      <a:cxn ang="0">
                        <a:pos x="connsiteX3477" y="connsiteY3477"/>
                      </a:cxn>
                      <a:cxn ang="0">
                        <a:pos x="connsiteX3478" y="connsiteY3478"/>
                      </a:cxn>
                      <a:cxn ang="0">
                        <a:pos x="connsiteX3479" y="connsiteY3479"/>
                      </a:cxn>
                      <a:cxn ang="0">
                        <a:pos x="connsiteX3480" y="connsiteY3480"/>
                      </a:cxn>
                      <a:cxn ang="0">
                        <a:pos x="connsiteX3481" y="connsiteY3481"/>
                      </a:cxn>
                      <a:cxn ang="0">
                        <a:pos x="connsiteX3482" y="connsiteY3482"/>
                      </a:cxn>
                      <a:cxn ang="0">
                        <a:pos x="connsiteX3483" y="connsiteY3483"/>
                      </a:cxn>
                      <a:cxn ang="0">
                        <a:pos x="connsiteX3484" y="connsiteY3484"/>
                      </a:cxn>
                      <a:cxn ang="0">
                        <a:pos x="connsiteX3485" y="connsiteY3485"/>
                      </a:cxn>
                      <a:cxn ang="0">
                        <a:pos x="connsiteX3486" y="connsiteY3486"/>
                      </a:cxn>
                      <a:cxn ang="0">
                        <a:pos x="connsiteX3487" y="connsiteY3487"/>
                      </a:cxn>
                      <a:cxn ang="0">
                        <a:pos x="connsiteX3488" y="connsiteY3488"/>
                      </a:cxn>
                      <a:cxn ang="0">
                        <a:pos x="connsiteX3489" y="connsiteY3489"/>
                      </a:cxn>
                      <a:cxn ang="0">
                        <a:pos x="connsiteX3490" y="connsiteY3490"/>
                      </a:cxn>
                      <a:cxn ang="0">
                        <a:pos x="connsiteX3491" y="connsiteY3491"/>
                      </a:cxn>
                      <a:cxn ang="0">
                        <a:pos x="connsiteX3492" y="connsiteY3492"/>
                      </a:cxn>
                      <a:cxn ang="0">
                        <a:pos x="connsiteX3493" y="connsiteY3493"/>
                      </a:cxn>
                      <a:cxn ang="0">
                        <a:pos x="connsiteX3494" y="connsiteY3494"/>
                      </a:cxn>
                      <a:cxn ang="0">
                        <a:pos x="connsiteX3495" y="connsiteY3495"/>
                      </a:cxn>
                      <a:cxn ang="0">
                        <a:pos x="connsiteX3496" y="connsiteY3496"/>
                      </a:cxn>
                      <a:cxn ang="0">
                        <a:pos x="connsiteX3497" y="connsiteY3497"/>
                      </a:cxn>
                      <a:cxn ang="0">
                        <a:pos x="connsiteX3498" y="connsiteY3498"/>
                      </a:cxn>
                      <a:cxn ang="0">
                        <a:pos x="connsiteX3499" y="connsiteY3499"/>
                      </a:cxn>
                      <a:cxn ang="0">
                        <a:pos x="connsiteX3500" y="connsiteY3500"/>
                      </a:cxn>
                      <a:cxn ang="0">
                        <a:pos x="connsiteX3501" y="connsiteY3501"/>
                      </a:cxn>
                      <a:cxn ang="0">
                        <a:pos x="connsiteX3502" y="connsiteY3502"/>
                      </a:cxn>
                      <a:cxn ang="0">
                        <a:pos x="connsiteX3503" y="connsiteY3503"/>
                      </a:cxn>
                      <a:cxn ang="0">
                        <a:pos x="connsiteX3504" y="connsiteY3504"/>
                      </a:cxn>
                      <a:cxn ang="0">
                        <a:pos x="connsiteX3505" y="connsiteY3505"/>
                      </a:cxn>
                      <a:cxn ang="0">
                        <a:pos x="connsiteX3506" y="connsiteY3506"/>
                      </a:cxn>
                      <a:cxn ang="0">
                        <a:pos x="connsiteX3507" y="connsiteY3507"/>
                      </a:cxn>
                      <a:cxn ang="0">
                        <a:pos x="connsiteX3508" y="connsiteY3508"/>
                      </a:cxn>
                      <a:cxn ang="0">
                        <a:pos x="connsiteX3509" y="connsiteY3509"/>
                      </a:cxn>
                      <a:cxn ang="0">
                        <a:pos x="connsiteX3510" y="connsiteY3510"/>
                      </a:cxn>
                      <a:cxn ang="0">
                        <a:pos x="connsiteX3511" y="connsiteY3511"/>
                      </a:cxn>
                      <a:cxn ang="0">
                        <a:pos x="connsiteX3512" y="connsiteY3512"/>
                      </a:cxn>
                      <a:cxn ang="0">
                        <a:pos x="connsiteX3513" y="connsiteY3513"/>
                      </a:cxn>
                      <a:cxn ang="0">
                        <a:pos x="connsiteX3514" y="connsiteY3514"/>
                      </a:cxn>
                      <a:cxn ang="0">
                        <a:pos x="connsiteX3515" y="connsiteY3515"/>
                      </a:cxn>
                      <a:cxn ang="0">
                        <a:pos x="connsiteX3516" y="connsiteY3516"/>
                      </a:cxn>
                      <a:cxn ang="0">
                        <a:pos x="connsiteX3517" y="connsiteY3517"/>
                      </a:cxn>
                      <a:cxn ang="0">
                        <a:pos x="connsiteX3518" y="connsiteY3518"/>
                      </a:cxn>
                      <a:cxn ang="0">
                        <a:pos x="connsiteX3519" y="connsiteY3519"/>
                      </a:cxn>
                      <a:cxn ang="0">
                        <a:pos x="connsiteX3520" y="connsiteY3520"/>
                      </a:cxn>
                      <a:cxn ang="0">
                        <a:pos x="connsiteX3521" y="connsiteY3521"/>
                      </a:cxn>
                      <a:cxn ang="0">
                        <a:pos x="connsiteX3522" y="connsiteY3522"/>
                      </a:cxn>
                      <a:cxn ang="0">
                        <a:pos x="connsiteX3523" y="connsiteY3523"/>
                      </a:cxn>
                      <a:cxn ang="0">
                        <a:pos x="connsiteX3524" y="connsiteY3524"/>
                      </a:cxn>
                      <a:cxn ang="0">
                        <a:pos x="connsiteX3525" y="connsiteY3525"/>
                      </a:cxn>
                      <a:cxn ang="0">
                        <a:pos x="connsiteX3526" y="connsiteY3526"/>
                      </a:cxn>
                      <a:cxn ang="0">
                        <a:pos x="connsiteX3527" y="connsiteY3527"/>
                      </a:cxn>
                      <a:cxn ang="0">
                        <a:pos x="connsiteX3528" y="connsiteY3528"/>
                      </a:cxn>
                      <a:cxn ang="0">
                        <a:pos x="connsiteX3529" y="connsiteY3529"/>
                      </a:cxn>
                      <a:cxn ang="0">
                        <a:pos x="connsiteX3530" y="connsiteY3530"/>
                      </a:cxn>
                      <a:cxn ang="0">
                        <a:pos x="connsiteX3531" y="connsiteY3531"/>
                      </a:cxn>
                      <a:cxn ang="0">
                        <a:pos x="connsiteX3532" y="connsiteY3532"/>
                      </a:cxn>
                      <a:cxn ang="0">
                        <a:pos x="connsiteX3533" y="connsiteY3533"/>
                      </a:cxn>
                      <a:cxn ang="0">
                        <a:pos x="connsiteX3534" y="connsiteY3534"/>
                      </a:cxn>
                      <a:cxn ang="0">
                        <a:pos x="connsiteX3535" y="connsiteY3535"/>
                      </a:cxn>
                      <a:cxn ang="0">
                        <a:pos x="connsiteX3536" y="connsiteY3536"/>
                      </a:cxn>
                      <a:cxn ang="0">
                        <a:pos x="connsiteX3537" y="connsiteY3537"/>
                      </a:cxn>
                      <a:cxn ang="0">
                        <a:pos x="connsiteX3538" y="connsiteY3538"/>
                      </a:cxn>
                      <a:cxn ang="0">
                        <a:pos x="connsiteX3539" y="connsiteY3539"/>
                      </a:cxn>
                      <a:cxn ang="0">
                        <a:pos x="connsiteX3540" y="connsiteY3540"/>
                      </a:cxn>
                      <a:cxn ang="0">
                        <a:pos x="connsiteX3541" y="connsiteY3541"/>
                      </a:cxn>
                      <a:cxn ang="0">
                        <a:pos x="connsiteX3542" y="connsiteY3542"/>
                      </a:cxn>
                      <a:cxn ang="0">
                        <a:pos x="connsiteX3543" y="connsiteY3543"/>
                      </a:cxn>
                      <a:cxn ang="0">
                        <a:pos x="connsiteX3544" y="connsiteY3544"/>
                      </a:cxn>
                      <a:cxn ang="0">
                        <a:pos x="connsiteX3545" y="connsiteY3545"/>
                      </a:cxn>
                      <a:cxn ang="0">
                        <a:pos x="connsiteX3546" y="connsiteY3546"/>
                      </a:cxn>
                      <a:cxn ang="0">
                        <a:pos x="connsiteX3547" y="connsiteY3547"/>
                      </a:cxn>
                      <a:cxn ang="0">
                        <a:pos x="connsiteX3548" y="connsiteY3548"/>
                      </a:cxn>
                      <a:cxn ang="0">
                        <a:pos x="connsiteX3549" y="connsiteY3549"/>
                      </a:cxn>
                      <a:cxn ang="0">
                        <a:pos x="connsiteX3550" y="connsiteY3550"/>
                      </a:cxn>
                      <a:cxn ang="0">
                        <a:pos x="connsiteX3551" y="connsiteY3551"/>
                      </a:cxn>
                      <a:cxn ang="0">
                        <a:pos x="connsiteX3552" y="connsiteY3552"/>
                      </a:cxn>
                      <a:cxn ang="0">
                        <a:pos x="connsiteX3553" y="connsiteY3553"/>
                      </a:cxn>
                      <a:cxn ang="0">
                        <a:pos x="connsiteX3554" y="connsiteY3554"/>
                      </a:cxn>
                      <a:cxn ang="0">
                        <a:pos x="connsiteX3555" y="connsiteY3555"/>
                      </a:cxn>
                      <a:cxn ang="0">
                        <a:pos x="connsiteX3556" y="connsiteY3556"/>
                      </a:cxn>
                      <a:cxn ang="0">
                        <a:pos x="connsiteX3557" y="connsiteY3557"/>
                      </a:cxn>
                      <a:cxn ang="0">
                        <a:pos x="connsiteX3558" y="connsiteY3558"/>
                      </a:cxn>
                      <a:cxn ang="0">
                        <a:pos x="connsiteX3559" y="connsiteY3559"/>
                      </a:cxn>
                      <a:cxn ang="0">
                        <a:pos x="connsiteX3560" y="connsiteY3560"/>
                      </a:cxn>
                      <a:cxn ang="0">
                        <a:pos x="connsiteX3561" y="connsiteY3561"/>
                      </a:cxn>
                      <a:cxn ang="0">
                        <a:pos x="connsiteX3562" y="connsiteY3562"/>
                      </a:cxn>
                      <a:cxn ang="0">
                        <a:pos x="connsiteX3563" y="connsiteY3563"/>
                      </a:cxn>
                      <a:cxn ang="0">
                        <a:pos x="connsiteX3564" y="connsiteY3564"/>
                      </a:cxn>
                      <a:cxn ang="0">
                        <a:pos x="connsiteX3565" y="connsiteY3565"/>
                      </a:cxn>
                      <a:cxn ang="0">
                        <a:pos x="connsiteX3566" y="connsiteY3566"/>
                      </a:cxn>
                      <a:cxn ang="0">
                        <a:pos x="connsiteX3567" y="connsiteY3567"/>
                      </a:cxn>
                      <a:cxn ang="0">
                        <a:pos x="connsiteX3568" y="connsiteY3568"/>
                      </a:cxn>
                      <a:cxn ang="0">
                        <a:pos x="connsiteX3569" y="connsiteY3569"/>
                      </a:cxn>
                      <a:cxn ang="0">
                        <a:pos x="connsiteX3570" y="connsiteY3570"/>
                      </a:cxn>
                      <a:cxn ang="0">
                        <a:pos x="connsiteX3571" y="connsiteY3571"/>
                      </a:cxn>
                      <a:cxn ang="0">
                        <a:pos x="connsiteX3572" y="connsiteY3572"/>
                      </a:cxn>
                      <a:cxn ang="0">
                        <a:pos x="connsiteX3573" y="connsiteY3573"/>
                      </a:cxn>
                      <a:cxn ang="0">
                        <a:pos x="connsiteX3574" y="connsiteY3574"/>
                      </a:cxn>
                      <a:cxn ang="0">
                        <a:pos x="connsiteX3575" y="connsiteY3575"/>
                      </a:cxn>
                      <a:cxn ang="0">
                        <a:pos x="connsiteX3576" y="connsiteY3576"/>
                      </a:cxn>
                      <a:cxn ang="0">
                        <a:pos x="connsiteX3577" y="connsiteY3577"/>
                      </a:cxn>
                      <a:cxn ang="0">
                        <a:pos x="connsiteX3578" y="connsiteY3578"/>
                      </a:cxn>
                      <a:cxn ang="0">
                        <a:pos x="connsiteX3579" y="connsiteY3579"/>
                      </a:cxn>
                      <a:cxn ang="0">
                        <a:pos x="connsiteX3580" y="connsiteY3580"/>
                      </a:cxn>
                      <a:cxn ang="0">
                        <a:pos x="connsiteX3581" y="connsiteY3581"/>
                      </a:cxn>
                      <a:cxn ang="0">
                        <a:pos x="connsiteX3582" y="connsiteY3582"/>
                      </a:cxn>
                      <a:cxn ang="0">
                        <a:pos x="connsiteX3583" y="connsiteY3583"/>
                      </a:cxn>
                      <a:cxn ang="0">
                        <a:pos x="connsiteX3584" y="connsiteY3584"/>
                      </a:cxn>
                      <a:cxn ang="0">
                        <a:pos x="connsiteX3585" y="connsiteY3585"/>
                      </a:cxn>
                      <a:cxn ang="0">
                        <a:pos x="connsiteX3586" y="connsiteY3586"/>
                      </a:cxn>
                      <a:cxn ang="0">
                        <a:pos x="connsiteX3587" y="connsiteY3587"/>
                      </a:cxn>
                      <a:cxn ang="0">
                        <a:pos x="connsiteX3588" y="connsiteY3588"/>
                      </a:cxn>
                      <a:cxn ang="0">
                        <a:pos x="connsiteX3589" y="connsiteY3589"/>
                      </a:cxn>
                      <a:cxn ang="0">
                        <a:pos x="connsiteX3590" y="connsiteY3590"/>
                      </a:cxn>
                      <a:cxn ang="0">
                        <a:pos x="connsiteX3591" y="connsiteY3591"/>
                      </a:cxn>
                      <a:cxn ang="0">
                        <a:pos x="connsiteX3592" y="connsiteY3592"/>
                      </a:cxn>
                      <a:cxn ang="0">
                        <a:pos x="connsiteX3593" y="connsiteY3593"/>
                      </a:cxn>
                      <a:cxn ang="0">
                        <a:pos x="connsiteX3594" y="connsiteY3594"/>
                      </a:cxn>
                      <a:cxn ang="0">
                        <a:pos x="connsiteX3595" y="connsiteY3595"/>
                      </a:cxn>
                      <a:cxn ang="0">
                        <a:pos x="connsiteX3596" y="connsiteY3596"/>
                      </a:cxn>
                      <a:cxn ang="0">
                        <a:pos x="connsiteX3597" y="connsiteY3597"/>
                      </a:cxn>
                      <a:cxn ang="0">
                        <a:pos x="connsiteX3598" y="connsiteY3598"/>
                      </a:cxn>
                      <a:cxn ang="0">
                        <a:pos x="connsiteX3599" y="connsiteY3599"/>
                      </a:cxn>
                      <a:cxn ang="0">
                        <a:pos x="connsiteX3600" y="connsiteY3600"/>
                      </a:cxn>
                      <a:cxn ang="0">
                        <a:pos x="connsiteX3601" y="connsiteY3601"/>
                      </a:cxn>
                      <a:cxn ang="0">
                        <a:pos x="connsiteX3602" y="connsiteY3602"/>
                      </a:cxn>
                      <a:cxn ang="0">
                        <a:pos x="connsiteX3603" y="connsiteY3603"/>
                      </a:cxn>
                      <a:cxn ang="0">
                        <a:pos x="connsiteX3604" y="connsiteY3604"/>
                      </a:cxn>
                      <a:cxn ang="0">
                        <a:pos x="connsiteX3605" y="connsiteY3605"/>
                      </a:cxn>
                      <a:cxn ang="0">
                        <a:pos x="connsiteX3606" y="connsiteY3606"/>
                      </a:cxn>
                      <a:cxn ang="0">
                        <a:pos x="connsiteX3607" y="connsiteY3607"/>
                      </a:cxn>
                      <a:cxn ang="0">
                        <a:pos x="connsiteX3608" y="connsiteY3608"/>
                      </a:cxn>
                      <a:cxn ang="0">
                        <a:pos x="connsiteX3609" y="connsiteY3609"/>
                      </a:cxn>
                      <a:cxn ang="0">
                        <a:pos x="connsiteX3610" y="connsiteY3610"/>
                      </a:cxn>
                      <a:cxn ang="0">
                        <a:pos x="connsiteX3611" y="connsiteY3611"/>
                      </a:cxn>
                      <a:cxn ang="0">
                        <a:pos x="connsiteX3612" y="connsiteY3612"/>
                      </a:cxn>
                      <a:cxn ang="0">
                        <a:pos x="connsiteX3613" y="connsiteY3613"/>
                      </a:cxn>
                      <a:cxn ang="0">
                        <a:pos x="connsiteX3614" y="connsiteY3614"/>
                      </a:cxn>
                      <a:cxn ang="0">
                        <a:pos x="connsiteX3615" y="connsiteY3615"/>
                      </a:cxn>
                      <a:cxn ang="0">
                        <a:pos x="connsiteX3616" y="connsiteY3616"/>
                      </a:cxn>
                      <a:cxn ang="0">
                        <a:pos x="connsiteX3617" y="connsiteY3617"/>
                      </a:cxn>
                      <a:cxn ang="0">
                        <a:pos x="connsiteX3618" y="connsiteY3618"/>
                      </a:cxn>
                      <a:cxn ang="0">
                        <a:pos x="connsiteX3619" y="connsiteY3619"/>
                      </a:cxn>
                      <a:cxn ang="0">
                        <a:pos x="connsiteX3620" y="connsiteY3620"/>
                      </a:cxn>
                      <a:cxn ang="0">
                        <a:pos x="connsiteX3621" y="connsiteY3621"/>
                      </a:cxn>
                      <a:cxn ang="0">
                        <a:pos x="connsiteX3622" y="connsiteY3622"/>
                      </a:cxn>
                      <a:cxn ang="0">
                        <a:pos x="connsiteX3623" y="connsiteY3623"/>
                      </a:cxn>
                      <a:cxn ang="0">
                        <a:pos x="connsiteX3624" y="connsiteY3624"/>
                      </a:cxn>
                      <a:cxn ang="0">
                        <a:pos x="connsiteX3625" y="connsiteY3625"/>
                      </a:cxn>
                      <a:cxn ang="0">
                        <a:pos x="connsiteX3626" y="connsiteY3626"/>
                      </a:cxn>
                      <a:cxn ang="0">
                        <a:pos x="connsiteX3627" y="connsiteY3627"/>
                      </a:cxn>
                      <a:cxn ang="0">
                        <a:pos x="connsiteX3628" y="connsiteY3628"/>
                      </a:cxn>
                      <a:cxn ang="0">
                        <a:pos x="connsiteX3629" y="connsiteY3629"/>
                      </a:cxn>
                      <a:cxn ang="0">
                        <a:pos x="connsiteX3630" y="connsiteY3630"/>
                      </a:cxn>
                      <a:cxn ang="0">
                        <a:pos x="connsiteX3631" y="connsiteY3631"/>
                      </a:cxn>
                      <a:cxn ang="0">
                        <a:pos x="connsiteX3632" y="connsiteY3632"/>
                      </a:cxn>
                      <a:cxn ang="0">
                        <a:pos x="connsiteX3633" y="connsiteY3633"/>
                      </a:cxn>
                      <a:cxn ang="0">
                        <a:pos x="connsiteX3634" y="connsiteY3634"/>
                      </a:cxn>
                      <a:cxn ang="0">
                        <a:pos x="connsiteX3635" y="connsiteY3635"/>
                      </a:cxn>
                      <a:cxn ang="0">
                        <a:pos x="connsiteX3636" y="connsiteY3636"/>
                      </a:cxn>
                      <a:cxn ang="0">
                        <a:pos x="connsiteX3637" y="connsiteY3637"/>
                      </a:cxn>
                      <a:cxn ang="0">
                        <a:pos x="connsiteX3638" y="connsiteY3638"/>
                      </a:cxn>
                      <a:cxn ang="0">
                        <a:pos x="connsiteX3639" y="connsiteY3639"/>
                      </a:cxn>
                      <a:cxn ang="0">
                        <a:pos x="connsiteX3640" y="connsiteY3640"/>
                      </a:cxn>
                      <a:cxn ang="0">
                        <a:pos x="connsiteX3641" y="connsiteY3641"/>
                      </a:cxn>
                      <a:cxn ang="0">
                        <a:pos x="connsiteX3642" y="connsiteY3642"/>
                      </a:cxn>
                      <a:cxn ang="0">
                        <a:pos x="connsiteX3643" y="connsiteY3643"/>
                      </a:cxn>
                      <a:cxn ang="0">
                        <a:pos x="connsiteX3644" y="connsiteY3644"/>
                      </a:cxn>
                      <a:cxn ang="0">
                        <a:pos x="connsiteX3645" y="connsiteY3645"/>
                      </a:cxn>
                      <a:cxn ang="0">
                        <a:pos x="connsiteX3646" y="connsiteY3646"/>
                      </a:cxn>
                      <a:cxn ang="0">
                        <a:pos x="connsiteX3647" y="connsiteY3647"/>
                      </a:cxn>
                      <a:cxn ang="0">
                        <a:pos x="connsiteX3648" y="connsiteY3648"/>
                      </a:cxn>
                      <a:cxn ang="0">
                        <a:pos x="connsiteX3649" y="connsiteY3649"/>
                      </a:cxn>
                      <a:cxn ang="0">
                        <a:pos x="connsiteX3650" y="connsiteY3650"/>
                      </a:cxn>
                      <a:cxn ang="0">
                        <a:pos x="connsiteX3651" y="connsiteY3651"/>
                      </a:cxn>
                      <a:cxn ang="0">
                        <a:pos x="connsiteX3652" y="connsiteY3652"/>
                      </a:cxn>
                      <a:cxn ang="0">
                        <a:pos x="connsiteX3653" y="connsiteY3653"/>
                      </a:cxn>
                      <a:cxn ang="0">
                        <a:pos x="connsiteX3654" y="connsiteY3654"/>
                      </a:cxn>
                      <a:cxn ang="0">
                        <a:pos x="connsiteX3655" y="connsiteY3655"/>
                      </a:cxn>
                      <a:cxn ang="0">
                        <a:pos x="connsiteX3656" y="connsiteY3656"/>
                      </a:cxn>
                      <a:cxn ang="0">
                        <a:pos x="connsiteX3657" y="connsiteY3657"/>
                      </a:cxn>
                      <a:cxn ang="0">
                        <a:pos x="connsiteX3658" y="connsiteY3658"/>
                      </a:cxn>
                      <a:cxn ang="0">
                        <a:pos x="connsiteX3659" y="connsiteY3659"/>
                      </a:cxn>
                      <a:cxn ang="0">
                        <a:pos x="connsiteX3660" y="connsiteY3660"/>
                      </a:cxn>
                      <a:cxn ang="0">
                        <a:pos x="connsiteX3661" y="connsiteY3661"/>
                      </a:cxn>
                      <a:cxn ang="0">
                        <a:pos x="connsiteX3662" y="connsiteY3662"/>
                      </a:cxn>
                      <a:cxn ang="0">
                        <a:pos x="connsiteX3663" y="connsiteY3663"/>
                      </a:cxn>
                      <a:cxn ang="0">
                        <a:pos x="connsiteX3664" y="connsiteY3664"/>
                      </a:cxn>
                      <a:cxn ang="0">
                        <a:pos x="connsiteX3665" y="connsiteY3665"/>
                      </a:cxn>
                      <a:cxn ang="0">
                        <a:pos x="connsiteX3666" y="connsiteY3666"/>
                      </a:cxn>
                      <a:cxn ang="0">
                        <a:pos x="connsiteX3667" y="connsiteY3667"/>
                      </a:cxn>
                      <a:cxn ang="0">
                        <a:pos x="connsiteX3668" y="connsiteY3668"/>
                      </a:cxn>
                      <a:cxn ang="0">
                        <a:pos x="connsiteX3669" y="connsiteY3669"/>
                      </a:cxn>
                      <a:cxn ang="0">
                        <a:pos x="connsiteX3670" y="connsiteY3670"/>
                      </a:cxn>
                      <a:cxn ang="0">
                        <a:pos x="connsiteX3671" y="connsiteY3671"/>
                      </a:cxn>
                      <a:cxn ang="0">
                        <a:pos x="connsiteX3672" y="connsiteY3672"/>
                      </a:cxn>
                      <a:cxn ang="0">
                        <a:pos x="connsiteX3673" y="connsiteY3673"/>
                      </a:cxn>
                      <a:cxn ang="0">
                        <a:pos x="connsiteX3674" y="connsiteY3674"/>
                      </a:cxn>
                      <a:cxn ang="0">
                        <a:pos x="connsiteX3675" y="connsiteY3675"/>
                      </a:cxn>
                      <a:cxn ang="0">
                        <a:pos x="connsiteX3676" y="connsiteY3676"/>
                      </a:cxn>
                      <a:cxn ang="0">
                        <a:pos x="connsiteX3677" y="connsiteY3677"/>
                      </a:cxn>
                      <a:cxn ang="0">
                        <a:pos x="connsiteX3678" y="connsiteY3678"/>
                      </a:cxn>
                      <a:cxn ang="0">
                        <a:pos x="connsiteX3679" y="connsiteY3679"/>
                      </a:cxn>
                      <a:cxn ang="0">
                        <a:pos x="connsiteX3680" y="connsiteY3680"/>
                      </a:cxn>
                      <a:cxn ang="0">
                        <a:pos x="connsiteX3681" y="connsiteY3681"/>
                      </a:cxn>
                      <a:cxn ang="0">
                        <a:pos x="connsiteX3682" y="connsiteY3682"/>
                      </a:cxn>
                      <a:cxn ang="0">
                        <a:pos x="connsiteX3683" y="connsiteY3683"/>
                      </a:cxn>
                      <a:cxn ang="0">
                        <a:pos x="connsiteX3684" y="connsiteY3684"/>
                      </a:cxn>
                      <a:cxn ang="0">
                        <a:pos x="connsiteX3685" y="connsiteY3685"/>
                      </a:cxn>
                      <a:cxn ang="0">
                        <a:pos x="connsiteX3686" y="connsiteY3686"/>
                      </a:cxn>
                      <a:cxn ang="0">
                        <a:pos x="connsiteX3687" y="connsiteY3687"/>
                      </a:cxn>
                      <a:cxn ang="0">
                        <a:pos x="connsiteX3688" y="connsiteY3688"/>
                      </a:cxn>
                      <a:cxn ang="0">
                        <a:pos x="connsiteX3689" y="connsiteY3689"/>
                      </a:cxn>
                      <a:cxn ang="0">
                        <a:pos x="connsiteX3690" y="connsiteY3690"/>
                      </a:cxn>
                      <a:cxn ang="0">
                        <a:pos x="connsiteX3691" y="connsiteY3691"/>
                      </a:cxn>
                      <a:cxn ang="0">
                        <a:pos x="connsiteX3692" y="connsiteY3692"/>
                      </a:cxn>
                      <a:cxn ang="0">
                        <a:pos x="connsiteX3693" y="connsiteY3693"/>
                      </a:cxn>
                      <a:cxn ang="0">
                        <a:pos x="connsiteX3694" y="connsiteY3694"/>
                      </a:cxn>
                      <a:cxn ang="0">
                        <a:pos x="connsiteX3695" y="connsiteY3695"/>
                      </a:cxn>
                      <a:cxn ang="0">
                        <a:pos x="connsiteX3696" y="connsiteY3696"/>
                      </a:cxn>
                      <a:cxn ang="0">
                        <a:pos x="connsiteX3697" y="connsiteY3697"/>
                      </a:cxn>
                      <a:cxn ang="0">
                        <a:pos x="connsiteX3698" y="connsiteY3698"/>
                      </a:cxn>
                      <a:cxn ang="0">
                        <a:pos x="connsiteX3699" y="connsiteY3699"/>
                      </a:cxn>
                      <a:cxn ang="0">
                        <a:pos x="connsiteX3700" y="connsiteY3700"/>
                      </a:cxn>
                      <a:cxn ang="0">
                        <a:pos x="connsiteX3701" y="connsiteY3701"/>
                      </a:cxn>
                      <a:cxn ang="0">
                        <a:pos x="connsiteX3702" y="connsiteY3702"/>
                      </a:cxn>
                      <a:cxn ang="0">
                        <a:pos x="connsiteX3703" y="connsiteY3703"/>
                      </a:cxn>
                      <a:cxn ang="0">
                        <a:pos x="connsiteX3704" y="connsiteY3704"/>
                      </a:cxn>
                      <a:cxn ang="0">
                        <a:pos x="connsiteX3705" y="connsiteY3705"/>
                      </a:cxn>
                      <a:cxn ang="0">
                        <a:pos x="connsiteX3706" y="connsiteY3706"/>
                      </a:cxn>
                      <a:cxn ang="0">
                        <a:pos x="connsiteX3707" y="connsiteY3707"/>
                      </a:cxn>
                      <a:cxn ang="0">
                        <a:pos x="connsiteX3708" y="connsiteY3708"/>
                      </a:cxn>
                      <a:cxn ang="0">
                        <a:pos x="connsiteX3709" y="connsiteY3709"/>
                      </a:cxn>
                      <a:cxn ang="0">
                        <a:pos x="connsiteX3710" y="connsiteY3710"/>
                      </a:cxn>
                      <a:cxn ang="0">
                        <a:pos x="connsiteX3711" y="connsiteY3711"/>
                      </a:cxn>
                      <a:cxn ang="0">
                        <a:pos x="connsiteX3712" y="connsiteY3712"/>
                      </a:cxn>
                      <a:cxn ang="0">
                        <a:pos x="connsiteX3713" y="connsiteY3713"/>
                      </a:cxn>
                      <a:cxn ang="0">
                        <a:pos x="connsiteX3714" y="connsiteY3714"/>
                      </a:cxn>
                      <a:cxn ang="0">
                        <a:pos x="connsiteX3715" y="connsiteY3715"/>
                      </a:cxn>
                      <a:cxn ang="0">
                        <a:pos x="connsiteX3716" y="connsiteY3716"/>
                      </a:cxn>
                      <a:cxn ang="0">
                        <a:pos x="connsiteX3717" y="connsiteY3717"/>
                      </a:cxn>
                      <a:cxn ang="0">
                        <a:pos x="connsiteX3718" y="connsiteY3718"/>
                      </a:cxn>
                      <a:cxn ang="0">
                        <a:pos x="connsiteX3719" y="connsiteY3719"/>
                      </a:cxn>
                      <a:cxn ang="0">
                        <a:pos x="connsiteX3720" y="connsiteY3720"/>
                      </a:cxn>
                      <a:cxn ang="0">
                        <a:pos x="connsiteX3721" y="connsiteY3721"/>
                      </a:cxn>
                      <a:cxn ang="0">
                        <a:pos x="connsiteX3722" y="connsiteY3722"/>
                      </a:cxn>
                      <a:cxn ang="0">
                        <a:pos x="connsiteX3723" y="connsiteY3723"/>
                      </a:cxn>
                      <a:cxn ang="0">
                        <a:pos x="connsiteX3724" y="connsiteY3724"/>
                      </a:cxn>
                      <a:cxn ang="0">
                        <a:pos x="connsiteX3725" y="connsiteY3725"/>
                      </a:cxn>
                      <a:cxn ang="0">
                        <a:pos x="connsiteX3726" y="connsiteY3726"/>
                      </a:cxn>
                      <a:cxn ang="0">
                        <a:pos x="connsiteX3727" y="connsiteY3727"/>
                      </a:cxn>
                      <a:cxn ang="0">
                        <a:pos x="connsiteX3728" y="connsiteY3728"/>
                      </a:cxn>
                      <a:cxn ang="0">
                        <a:pos x="connsiteX3729" y="connsiteY3729"/>
                      </a:cxn>
                      <a:cxn ang="0">
                        <a:pos x="connsiteX3730" y="connsiteY3730"/>
                      </a:cxn>
                      <a:cxn ang="0">
                        <a:pos x="connsiteX3731" y="connsiteY3731"/>
                      </a:cxn>
                      <a:cxn ang="0">
                        <a:pos x="connsiteX3732" y="connsiteY3732"/>
                      </a:cxn>
                      <a:cxn ang="0">
                        <a:pos x="connsiteX3733" y="connsiteY3733"/>
                      </a:cxn>
                      <a:cxn ang="0">
                        <a:pos x="connsiteX3734" y="connsiteY3734"/>
                      </a:cxn>
                      <a:cxn ang="0">
                        <a:pos x="connsiteX3735" y="connsiteY3735"/>
                      </a:cxn>
                      <a:cxn ang="0">
                        <a:pos x="connsiteX3736" y="connsiteY3736"/>
                      </a:cxn>
                      <a:cxn ang="0">
                        <a:pos x="connsiteX3737" y="connsiteY3737"/>
                      </a:cxn>
                      <a:cxn ang="0">
                        <a:pos x="connsiteX3738" y="connsiteY3738"/>
                      </a:cxn>
                      <a:cxn ang="0">
                        <a:pos x="connsiteX3739" y="connsiteY3739"/>
                      </a:cxn>
                      <a:cxn ang="0">
                        <a:pos x="connsiteX3740" y="connsiteY3740"/>
                      </a:cxn>
                      <a:cxn ang="0">
                        <a:pos x="connsiteX3741" y="connsiteY3741"/>
                      </a:cxn>
                      <a:cxn ang="0">
                        <a:pos x="connsiteX3742" y="connsiteY3742"/>
                      </a:cxn>
                      <a:cxn ang="0">
                        <a:pos x="connsiteX3743" y="connsiteY3743"/>
                      </a:cxn>
                      <a:cxn ang="0">
                        <a:pos x="connsiteX3744" y="connsiteY3744"/>
                      </a:cxn>
                      <a:cxn ang="0">
                        <a:pos x="connsiteX3745" y="connsiteY3745"/>
                      </a:cxn>
                      <a:cxn ang="0">
                        <a:pos x="connsiteX3746" y="connsiteY3746"/>
                      </a:cxn>
                      <a:cxn ang="0">
                        <a:pos x="connsiteX3747" y="connsiteY3747"/>
                      </a:cxn>
                      <a:cxn ang="0">
                        <a:pos x="connsiteX3748" y="connsiteY3748"/>
                      </a:cxn>
                      <a:cxn ang="0">
                        <a:pos x="connsiteX3749" y="connsiteY3749"/>
                      </a:cxn>
                      <a:cxn ang="0">
                        <a:pos x="connsiteX3750" y="connsiteY3750"/>
                      </a:cxn>
                      <a:cxn ang="0">
                        <a:pos x="connsiteX3751" y="connsiteY3751"/>
                      </a:cxn>
                      <a:cxn ang="0">
                        <a:pos x="connsiteX3752" y="connsiteY3752"/>
                      </a:cxn>
                      <a:cxn ang="0">
                        <a:pos x="connsiteX3753" y="connsiteY3753"/>
                      </a:cxn>
                      <a:cxn ang="0">
                        <a:pos x="connsiteX3754" y="connsiteY3754"/>
                      </a:cxn>
                      <a:cxn ang="0">
                        <a:pos x="connsiteX3755" y="connsiteY3755"/>
                      </a:cxn>
                      <a:cxn ang="0">
                        <a:pos x="connsiteX3756" y="connsiteY3756"/>
                      </a:cxn>
                      <a:cxn ang="0">
                        <a:pos x="connsiteX3757" y="connsiteY3757"/>
                      </a:cxn>
                      <a:cxn ang="0">
                        <a:pos x="connsiteX3758" y="connsiteY3758"/>
                      </a:cxn>
                      <a:cxn ang="0">
                        <a:pos x="connsiteX3759" y="connsiteY3759"/>
                      </a:cxn>
                      <a:cxn ang="0">
                        <a:pos x="connsiteX3760" y="connsiteY3760"/>
                      </a:cxn>
                      <a:cxn ang="0">
                        <a:pos x="connsiteX3761" y="connsiteY3761"/>
                      </a:cxn>
                      <a:cxn ang="0">
                        <a:pos x="connsiteX3762" y="connsiteY3762"/>
                      </a:cxn>
                      <a:cxn ang="0">
                        <a:pos x="connsiteX3763" y="connsiteY3763"/>
                      </a:cxn>
                      <a:cxn ang="0">
                        <a:pos x="connsiteX3764" y="connsiteY3764"/>
                      </a:cxn>
                      <a:cxn ang="0">
                        <a:pos x="connsiteX3765" y="connsiteY3765"/>
                      </a:cxn>
                      <a:cxn ang="0">
                        <a:pos x="connsiteX3766" y="connsiteY3766"/>
                      </a:cxn>
                      <a:cxn ang="0">
                        <a:pos x="connsiteX3767" y="connsiteY3767"/>
                      </a:cxn>
                      <a:cxn ang="0">
                        <a:pos x="connsiteX3768" y="connsiteY3768"/>
                      </a:cxn>
                      <a:cxn ang="0">
                        <a:pos x="connsiteX3769" y="connsiteY3769"/>
                      </a:cxn>
                      <a:cxn ang="0">
                        <a:pos x="connsiteX3770" y="connsiteY3770"/>
                      </a:cxn>
                      <a:cxn ang="0">
                        <a:pos x="connsiteX3771" y="connsiteY3771"/>
                      </a:cxn>
                      <a:cxn ang="0">
                        <a:pos x="connsiteX3772" y="connsiteY3772"/>
                      </a:cxn>
                      <a:cxn ang="0">
                        <a:pos x="connsiteX3773" y="connsiteY3773"/>
                      </a:cxn>
                      <a:cxn ang="0">
                        <a:pos x="connsiteX3774" y="connsiteY3774"/>
                      </a:cxn>
                      <a:cxn ang="0">
                        <a:pos x="connsiteX3775" y="connsiteY3775"/>
                      </a:cxn>
                      <a:cxn ang="0">
                        <a:pos x="connsiteX3776" y="connsiteY3776"/>
                      </a:cxn>
                      <a:cxn ang="0">
                        <a:pos x="connsiteX3777" y="connsiteY3777"/>
                      </a:cxn>
                      <a:cxn ang="0">
                        <a:pos x="connsiteX3778" y="connsiteY3778"/>
                      </a:cxn>
                      <a:cxn ang="0">
                        <a:pos x="connsiteX3779" y="connsiteY3779"/>
                      </a:cxn>
                      <a:cxn ang="0">
                        <a:pos x="connsiteX3780" y="connsiteY3780"/>
                      </a:cxn>
                      <a:cxn ang="0">
                        <a:pos x="connsiteX3781" y="connsiteY3781"/>
                      </a:cxn>
                      <a:cxn ang="0">
                        <a:pos x="connsiteX3782" y="connsiteY3782"/>
                      </a:cxn>
                      <a:cxn ang="0">
                        <a:pos x="connsiteX3783" y="connsiteY3783"/>
                      </a:cxn>
                      <a:cxn ang="0">
                        <a:pos x="connsiteX3784" y="connsiteY3784"/>
                      </a:cxn>
                      <a:cxn ang="0">
                        <a:pos x="connsiteX3785" y="connsiteY3785"/>
                      </a:cxn>
                      <a:cxn ang="0">
                        <a:pos x="connsiteX3786" y="connsiteY3786"/>
                      </a:cxn>
                      <a:cxn ang="0">
                        <a:pos x="connsiteX3787" y="connsiteY3787"/>
                      </a:cxn>
                      <a:cxn ang="0">
                        <a:pos x="connsiteX3788" y="connsiteY3788"/>
                      </a:cxn>
                      <a:cxn ang="0">
                        <a:pos x="connsiteX3789" y="connsiteY3789"/>
                      </a:cxn>
                      <a:cxn ang="0">
                        <a:pos x="connsiteX3790" y="connsiteY3790"/>
                      </a:cxn>
                      <a:cxn ang="0">
                        <a:pos x="connsiteX3791" y="connsiteY3791"/>
                      </a:cxn>
                      <a:cxn ang="0">
                        <a:pos x="connsiteX3792" y="connsiteY3792"/>
                      </a:cxn>
                      <a:cxn ang="0">
                        <a:pos x="connsiteX3793" y="connsiteY3793"/>
                      </a:cxn>
                      <a:cxn ang="0">
                        <a:pos x="connsiteX3794" y="connsiteY3794"/>
                      </a:cxn>
                      <a:cxn ang="0">
                        <a:pos x="connsiteX3795" y="connsiteY3795"/>
                      </a:cxn>
                      <a:cxn ang="0">
                        <a:pos x="connsiteX3796" y="connsiteY3796"/>
                      </a:cxn>
                      <a:cxn ang="0">
                        <a:pos x="connsiteX3797" y="connsiteY3797"/>
                      </a:cxn>
                      <a:cxn ang="0">
                        <a:pos x="connsiteX3798" y="connsiteY3798"/>
                      </a:cxn>
                      <a:cxn ang="0">
                        <a:pos x="connsiteX3799" y="connsiteY3799"/>
                      </a:cxn>
                      <a:cxn ang="0">
                        <a:pos x="connsiteX3800" y="connsiteY3800"/>
                      </a:cxn>
                      <a:cxn ang="0">
                        <a:pos x="connsiteX3801" y="connsiteY3801"/>
                      </a:cxn>
                      <a:cxn ang="0">
                        <a:pos x="connsiteX3802" y="connsiteY3802"/>
                      </a:cxn>
                      <a:cxn ang="0">
                        <a:pos x="connsiteX3803" y="connsiteY3803"/>
                      </a:cxn>
                      <a:cxn ang="0">
                        <a:pos x="connsiteX3804" y="connsiteY3804"/>
                      </a:cxn>
                      <a:cxn ang="0">
                        <a:pos x="connsiteX3805" y="connsiteY3805"/>
                      </a:cxn>
                      <a:cxn ang="0">
                        <a:pos x="connsiteX3806" y="connsiteY3806"/>
                      </a:cxn>
                      <a:cxn ang="0">
                        <a:pos x="connsiteX3807" y="connsiteY3807"/>
                      </a:cxn>
                      <a:cxn ang="0">
                        <a:pos x="connsiteX3808" y="connsiteY3808"/>
                      </a:cxn>
                      <a:cxn ang="0">
                        <a:pos x="connsiteX3809" y="connsiteY3809"/>
                      </a:cxn>
                      <a:cxn ang="0">
                        <a:pos x="connsiteX3810" y="connsiteY3810"/>
                      </a:cxn>
                      <a:cxn ang="0">
                        <a:pos x="connsiteX3811" y="connsiteY3811"/>
                      </a:cxn>
                      <a:cxn ang="0">
                        <a:pos x="connsiteX3812" y="connsiteY3812"/>
                      </a:cxn>
                      <a:cxn ang="0">
                        <a:pos x="connsiteX3813" y="connsiteY3813"/>
                      </a:cxn>
                      <a:cxn ang="0">
                        <a:pos x="connsiteX3814" y="connsiteY3814"/>
                      </a:cxn>
                      <a:cxn ang="0">
                        <a:pos x="connsiteX3815" y="connsiteY3815"/>
                      </a:cxn>
                      <a:cxn ang="0">
                        <a:pos x="connsiteX3816" y="connsiteY3816"/>
                      </a:cxn>
                      <a:cxn ang="0">
                        <a:pos x="connsiteX3817" y="connsiteY3817"/>
                      </a:cxn>
                      <a:cxn ang="0">
                        <a:pos x="connsiteX3818" y="connsiteY3818"/>
                      </a:cxn>
                      <a:cxn ang="0">
                        <a:pos x="connsiteX3819" y="connsiteY3819"/>
                      </a:cxn>
                      <a:cxn ang="0">
                        <a:pos x="connsiteX3820" y="connsiteY3820"/>
                      </a:cxn>
                      <a:cxn ang="0">
                        <a:pos x="connsiteX3821" y="connsiteY3821"/>
                      </a:cxn>
                      <a:cxn ang="0">
                        <a:pos x="connsiteX3822" y="connsiteY3822"/>
                      </a:cxn>
                      <a:cxn ang="0">
                        <a:pos x="connsiteX3823" y="connsiteY3823"/>
                      </a:cxn>
                      <a:cxn ang="0">
                        <a:pos x="connsiteX3824" y="connsiteY3824"/>
                      </a:cxn>
                      <a:cxn ang="0">
                        <a:pos x="connsiteX3825" y="connsiteY3825"/>
                      </a:cxn>
                      <a:cxn ang="0">
                        <a:pos x="connsiteX3826" y="connsiteY3826"/>
                      </a:cxn>
                      <a:cxn ang="0">
                        <a:pos x="connsiteX3827" y="connsiteY3827"/>
                      </a:cxn>
                      <a:cxn ang="0">
                        <a:pos x="connsiteX3828" y="connsiteY3828"/>
                      </a:cxn>
                      <a:cxn ang="0">
                        <a:pos x="connsiteX3829" y="connsiteY3829"/>
                      </a:cxn>
                      <a:cxn ang="0">
                        <a:pos x="connsiteX3830" y="connsiteY3830"/>
                      </a:cxn>
                      <a:cxn ang="0">
                        <a:pos x="connsiteX3831" y="connsiteY3831"/>
                      </a:cxn>
                      <a:cxn ang="0">
                        <a:pos x="connsiteX3832" y="connsiteY3832"/>
                      </a:cxn>
                      <a:cxn ang="0">
                        <a:pos x="connsiteX3833" y="connsiteY3833"/>
                      </a:cxn>
                      <a:cxn ang="0">
                        <a:pos x="connsiteX3834" y="connsiteY3834"/>
                      </a:cxn>
                      <a:cxn ang="0">
                        <a:pos x="connsiteX3835" y="connsiteY3835"/>
                      </a:cxn>
                      <a:cxn ang="0">
                        <a:pos x="connsiteX3836" y="connsiteY3836"/>
                      </a:cxn>
                      <a:cxn ang="0">
                        <a:pos x="connsiteX3837" y="connsiteY3837"/>
                      </a:cxn>
                      <a:cxn ang="0">
                        <a:pos x="connsiteX3838" y="connsiteY3838"/>
                      </a:cxn>
                      <a:cxn ang="0">
                        <a:pos x="connsiteX3839" y="connsiteY3839"/>
                      </a:cxn>
                      <a:cxn ang="0">
                        <a:pos x="connsiteX3840" y="connsiteY3840"/>
                      </a:cxn>
                      <a:cxn ang="0">
                        <a:pos x="connsiteX3841" y="connsiteY3841"/>
                      </a:cxn>
                      <a:cxn ang="0">
                        <a:pos x="connsiteX3842" y="connsiteY3842"/>
                      </a:cxn>
                      <a:cxn ang="0">
                        <a:pos x="connsiteX3843" y="connsiteY3843"/>
                      </a:cxn>
                      <a:cxn ang="0">
                        <a:pos x="connsiteX3844" y="connsiteY3844"/>
                      </a:cxn>
                      <a:cxn ang="0">
                        <a:pos x="connsiteX3845" y="connsiteY3845"/>
                      </a:cxn>
                      <a:cxn ang="0">
                        <a:pos x="connsiteX3846" y="connsiteY3846"/>
                      </a:cxn>
                      <a:cxn ang="0">
                        <a:pos x="connsiteX3847" y="connsiteY3847"/>
                      </a:cxn>
                      <a:cxn ang="0">
                        <a:pos x="connsiteX3848" y="connsiteY3848"/>
                      </a:cxn>
                      <a:cxn ang="0">
                        <a:pos x="connsiteX3849" y="connsiteY3849"/>
                      </a:cxn>
                      <a:cxn ang="0">
                        <a:pos x="connsiteX3850" y="connsiteY3850"/>
                      </a:cxn>
                      <a:cxn ang="0">
                        <a:pos x="connsiteX3851" y="connsiteY3851"/>
                      </a:cxn>
                      <a:cxn ang="0">
                        <a:pos x="connsiteX3852" y="connsiteY3852"/>
                      </a:cxn>
                      <a:cxn ang="0">
                        <a:pos x="connsiteX3853" y="connsiteY3853"/>
                      </a:cxn>
                      <a:cxn ang="0">
                        <a:pos x="connsiteX3854" y="connsiteY3854"/>
                      </a:cxn>
                      <a:cxn ang="0">
                        <a:pos x="connsiteX3855" y="connsiteY3855"/>
                      </a:cxn>
                      <a:cxn ang="0">
                        <a:pos x="connsiteX3856" y="connsiteY3856"/>
                      </a:cxn>
                      <a:cxn ang="0">
                        <a:pos x="connsiteX3857" y="connsiteY3857"/>
                      </a:cxn>
                      <a:cxn ang="0">
                        <a:pos x="connsiteX3858" y="connsiteY3858"/>
                      </a:cxn>
                      <a:cxn ang="0">
                        <a:pos x="connsiteX3859" y="connsiteY3859"/>
                      </a:cxn>
                      <a:cxn ang="0">
                        <a:pos x="connsiteX3860" y="connsiteY3860"/>
                      </a:cxn>
                      <a:cxn ang="0">
                        <a:pos x="connsiteX3861" y="connsiteY3861"/>
                      </a:cxn>
                      <a:cxn ang="0">
                        <a:pos x="connsiteX3862" y="connsiteY3862"/>
                      </a:cxn>
                      <a:cxn ang="0">
                        <a:pos x="connsiteX3863" y="connsiteY3863"/>
                      </a:cxn>
                      <a:cxn ang="0">
                        <a:pos x="connsiteX3864" y="connsiteY3864"/>
                      </a:cxn>
                      <a:cxn ang="0">
                        <a:pos x="connsiteX3865" y="connsiteY3865"/>
                      </a:cxn>
                      <a:cxn ang="0">
                        <a:pos x="connsiteX3866" y="connsiteY3866"/>
                      </a:cxn>
                      <a:cxn ang="0">
                        <a:pos x="connsiteX3867" y="connsiteY3867"/>
                      </a:cxn>
                      <a:cxn ang="0">
                        <a:pos x="connsiteX3868" y="connsiteY3868"/>
                      </a:cxn>
                      <a:cxn ang="0">
                        <a:pos x="connsiteX3869" y="connsiteY3869"/>
                      </a:cxn>
                      <a:cxn ang="0">
                        <a:pos x="connsiteX3870" y="connsiteY3870"/>
                      </a:cxn>
                      <a:cxn ang="0">
                        <a:pos x="connsiteX3871" y="connsiteY3871"/>
                      </a:cxn>
                      <a:cxn ang="0">
                        <a:pos x="connsiteX3872" y="connsiteY3872"/>
                      </a:cxn>
                      <a:cxn ang="0">
                        <a:pos x="connsiteX3873" y="connsiteY3873"/>
                      </a:cxn>
                      <a:cxn ang="0">
                        <a:pos x="connsiteX3874" y="connsiteY3874"/>
                      </a:cxn>
                      <a:cxn ang="0">
                        <a:pos x="connsiteX3875" y="connsiteY3875"/>
                      </a:cxn>
                      <a:cxn ang="0">
                        <a:pos x="connsiteX3876" y="connsiteY3876"/>
                      </a:cxn>
                      <a:cxn ang="0">
                        <a:pos x="connsiteX3877" y="connsiteY3877"/>
                      </a:cxn>
                      <a:cxn ang="0">
                        <a:pos x="connsiteX3878" y="connsiteY3878"/>
                      </a:cxn>
                      <a:cxn ang="0">
                        <a:pos x="connsiteX3879" y="connsiteY3879"/>
                      </a:cxn>
                      <a:cxn ang="0">
                        <a:pos x="connsiteX3880" y="connsiteY3880"/>
                      </a:cxn>
                      <a:cxn ang="0">
                        <a:pos x="connsiteX3881" y="connsiteY3881"/>
                      </a:cxn>
                      <a:cxn ang="0">
                        <a:pos x="connsiteX3882" y="connsiteY3882"/>
                      </a:cxn>
                      <a:cxn ang="0">
                        <a:pos x="connsiteX3883" y="connsiteY3883"/>
                      </a:cxn>
                      <a:cxn ang="0">
                        <a:pos x="connsiteX3884" y="connsiteY3884"/>
                      </a:cxn>
                      <a:cxn ang="0">
                        <a:pos x="connsiteX3885" y="connsiteY3885"/>
                      </a:cxn>
                      <a:cxn ang="0">
                        <a:pos x="connsiteX3886" y="connsiteY3886"/>
                      </a:cxn>
                      <a:cxn ang="0">
                        <a:pos x="connsiteX3887" y="connsiteY3887"/>
                      </a:cxn>
                      <a:cxn ang="0">
                        <a:pos x="connsiteX3888" y="connsiteY3888"/>
                      </a:cxn>
                      <a:cxn ang="0">
                        <a:pos x="connsiteX3889" y="connsiteY3889"/>
                      </a:cxn>
                      <a:cxn ang="0">
                        <a:pos x="connsiteX3890" y="connsiteY3890"/>
                      </a:cxn>
                      <a:cxn ang="0">
                        <a:pos x="connsiteX3891" y="connsiteY3891"/>
                      </a:cxn>
                      <a:cxn ang="0">
                        <a:pos x="connsiteX3892" y="connsiteY3892"/>
                      </a:cxn>
                      <a:cxn ang="0">
                        <a:pos x="connsiteX3893" y="connsiteY3893"/>
                      </a:cxn>
                      <a:cxn ang="0">
                        <a:pos x="connsiteX3894" y="connsiteY3894"/>
                      </a:cxn>
                      <a:cxn ang="0">
                        <a:pos x="connsiteX3895" y="connsiteY3895"/>
                      </a:cxn>
                      <a:cxn ang="0">
                        <a:pos x="connsiteX3896" y="connsiteY3896"/>
                      </a:cxn>
                      <a:cxn ang="0">
                        <a:pos x="connsiteX3897" y="connsiteY3897"/>
                      </a:cxn>
                      <a:cxn ang="0">
                        <a:pos x="connsiteX3898" y="connsiteY3898"/>
                      </a:cxn>
                      <a:cxn ang="0">
                        <a:pos x="connsiteX3899" y="connsiteY3899"/>
                      </a:cxn>
                      <a:cxn ang="0">
                        <a:pos x="connsiteX3900" y="connsiteY3900"/>
                      </a:cxn>
                      <a:cxn ang="0">
                        <a:pos x="connsiteX3901" y="connsiteY3901"/>
                      </a:cxn>
                      <a:cxn ang="0">
                        <a:pos x="connsiteX3902" y="connsiteY3902"/>
                      </a:cxn>
                      <a:cxn ang="0">
                        <a:pos x="connsiteX3903" y="connsiteY3903"/>
                      </a:cxn>
                      <a:cxn ang="0">
                        <a:pos x="connsiteX3904" y="connsiteY3904"/>
                      </a:cxn>
                      <a:cxn ang="0">
                        <a:pos x="connsiteX3905" y="connsiteY3905"/>
                      </a:cxn>
                      <a:cxn ang="0">
                        <a:pos x="connsiteX3906" y="connsiteY3906"/>
                      </a:cxn>
                      <a:cxn ang="0">
                        <a:pos x="connsiteX3907" y="connsiteY3907"/>
                      </a:cxn>
                      <a:cxn ang="0">
                        <a:pos x="connsiteX3908" y="connsiteY3908"/>
                      </a:cxn>
                      <a:cxn ang="0">
                        <a:pos x="connsiteX3909" y="connsiteY3909"/>
                      </a:cxn>
                      <a:cxn ang="0">
                        <a:pos x="connsiteX3910" y="connsiteY3910"/>
                      </a:cxn>
                      <a:cxn ang="0">
                        <a:pos x="connsiteX3911" y="connsiteY3911"/>
                      </a:cxn>
                      <a:cxn ang="0">
                        <a:pos x="connsiteX3912" y="connsiteY3912"/>
                      </a:cxn>
                      <a:cxn ang="0">
                        <a:pos x="connsiteX3913" y="connsiteY3913"/>
                      </a:cxn>
                      <a:cxn ang="0">
                        <a:pos x="connsiteX3914" y="connsiteY3914"/>
                      </a:cxn>
                      <a:cxn ang="0">
                        <a:pos x="connsiteX3915" y="connsiteY3915"/>
                      </a:cxn>
                      <a:cxn ang="0">
                        <a:pos x="connsiteX3916" y="connsiteY3916"/>
                      </a:cxn>
                      <a:cxn ang="0">
                        <a:pos x="connsiteX3917" y="connsiteY3917"/>
                      </a:cxn>
                      <a:cxn ang="0">
                        <a:pos x="connsiteX3918" y="connsiteY3918"/>
                      </a:cxn>
                      <a:cxn ang="0">
                        <a:pos x="connsiteX3919" y="connsiteY3919"/>
                      </a:cxn>
                      <a:cxn ang="0">
                        <a:pos x="connsiteX3920" y="connsiteY3920"/>
                      </a:cxn>
                      <a:cxn ang="0">
                        <a:pos x="connsiteX3921" y="connsiteY3921"/>
                      </a:cxn>
                      <a:cxn ang="0">
                        <a:pos x="connsiteX3922" y="connsiteY3922"/>
                      </a:cxn>
                      <a:cxn ang="0">
                        <a:pos x="connsiteX3923" y="connsiteY3923"/>
                      </a:cxn>
                      <a:cxn ang="0">
                        <a:pos x="connsiteX3924" y="connsiteY3924"/>
                      </a:cxn>
                      <a:cxn ang="0">
                        <a:pos x="connsiteX3925" y="connsiteY3925"/>
                      </a:cxn>
                      <a:cxn ang="0">
                        <a:pos x="connsiteX3926" y="connsiteY3926"/>
                      </a:cxn>
                      <a:cxn ang="0">
                        <a:pos x="connsiteX3927" y="connsiteY3927"/>
                      </a:cxn>
                      <a:cxn ang="0">
                        <a:pos x="connsiteX3928" y="connsiteY3928"/>
                      </a:cxn>
                      <a:cxn ang="0">
                        <a:pos x="connsiteX3929" y="connsiteY3929"/>
                      </a:cxn>
                      <a:cxn ang="0">
                        <a:pos x="connsiteX3930" y="connsiteY3930"/>
                      </a:cxn>
                      <a:cxn ang="0">
                        <a:pos x="connsiteX3931" y="connsiteY3931"/>
                      </a:cxn>
                      <a:cxn ang="0">
                        <a:pos x="connsiteX3932" y="connsiteY3932"/>
                      </a:cxn>
                      <a:cxn ang="0">
                        <a:pos x="connsiteX3933" y="connsiteY3933"/>
                      </a:cxn>
                      <a:cxn ang="0">
                        <a:pos x="connsiteX3934" y="connsiteY3934"/>
                      </a:cxn>
                      <a:cxn ang="0">
                        <a:pos x="connsiteX3935" y="connsiteY3935"/>
                      </a:cxn>
                      <a:cxn ang="0">
                        <a:pos x="connsiteX3936" y="connsiteY3936"/>
                      </a:cxn>
                      <a:cxn ang="0">
                        <a:pos x="connsiteX3937" y="connsiteY3937"/>
                      </a:cxn>
                      <a:cxn ang="0">
                        <a:pos x="connsiteX3938" y="connsiteY3938"/>
                      </a:cxn>
                      <a:cxn ang="0">
                        <a:pos x="connsiteX3939" y="connsiteY3939"/>
                      </a:cxn>
                      <a:cxn ang="0">
                        <a:pos x="connsiteX3940" y="connsiteY3940"/>
                      </a:cxn>
                      <a:cxn ang="0">
                        <a:pos x="connsiteX3941" y="connsiteY3941"/>
                      </a:cxn>
                      <a:cxn ang="0">
                        <a:pos x="connsiteX3942" y="connsiteY3942"/>
                      </a:cxn>
                      <a:cxn ang="0">
                        <a:pos x="connsiteX3943" y="connsiteY3943"/>
                      </a:cxn>
                      <a:cxn ang="0">
                        <a:pos x="connsiteX3944" y="connsiteY3944"/>
                      </a:cxn>
                      <a:cxn ang="0">
                        <a:pos x="connsiteX3945" y="connsiteY3945"/>
                      </a:cxn>
                      <a:cxn ang="0">
                        <a:pos x="connsiteX3946" y="connsiteY3946"/>
                      </a:cxn>
                      <a:cxn ang="0">
                        <a:pos x="connsiteX3947" y="connsiteY3947"/>
                      </a:cxn>
                      <a:cxn ang="0">
                        <a:pos x="connsiteX3948" y="connsiteY3948"/>
                      </a:cxn>
                      <a:cxn ang="0">
                        <a:pos x="connsiteX3949" y="connsiteY3949"/>
                      </a:cxn>
                      <a:cxn ang="0">
                        <a:pos x="connsiteX3950" y="connsiteY3950"/>
                      </a:cxn>
                      <a:cxn ang="0">
                        <a:pos x="connsiteX3951" y="connsiteY3951"/>
                      </a:cxn>
                      <a:cxn ang="0">
                        <a:pos x="connsiteX3952" y="connsiteY3952"/>
                      </a:cxn>
                      <a:cxn ang="0">
                        <a:pos x="connsiteX3953" y="connsiteY3953"/>
                      </a:cxn>
                      <a:cxn ang="0">
                        <a:pos x="connsiteX3954" y="connsiteY3954"/>
                      </a:cxn>
                      <a:cxn ang="0">
                        <a:pos x="connsiteX3955" y="connsiteY3955"/>
                      </a:cxn>
                      <a:cxn ang="0">
                        <a:pos x="connsiteX3956" y="connsiteY3956"/>
                      </a:cxn>
                      <a:cxn ang="0">
                        <a:pos x="connsiteX3957" y="connsiteY3957"/>
                      </a:cxn>
                      <a:cxn ang="0">
                        <a:pos x="connsiteX3958" y="connsiteY3958"/>
                      </a:cxn>
                      <a:cxn ang="0">
                        <a:pos x="connsiteX3959" y="connsiteY3959"/>
                      </a:cxn>
                      <a:cxn ang="0">
                        <a:pos x="connsiteX3960" y="connsiteY3960"/>
                      </a:cxn>
                      <a:cxn ang="0">
                        <a:pos x="connsiteX3961" y="connsiteY3961"/>
                      </a:cxn>
                      <a:cxn ang="0">
                        <a:pos x="connsiteX3962" y="connsiteY3962"/>
                      </a:cxn>
                      <a:cxn ang="0">
                        <a:pos x="connsiteX3963" y="connsiteY3963"/>
                      </a:cxn>
                      <a:cxn ang="0">
                        <a:pos x="connsiteX3964" y="connsiteY3964"/>
                      </a:cxn>
                      <a:cxn ang="0">
                        <a:pos x="connsiteX3965" y="connsiteY3965"/>
                      </a:cxn>
                      <a:cxn ang="0">
                        <a:pos x="connsiteX3966" y="connsiteY3966"/>
                      </a:cxn>
                      <a:cxn ang="0">
                        <a:pos x="connsiteX3967" y="connsiteY3967"/>
                      </a:cxn>
                      <a:cxn ang="0">
                        <a:pos x="connsiteX3968" y="connsiteY3968"/>
                      </a:cxn>
                      <a:cxn ang="0">
                        <a:pos x="connsiteX3969" y="connsiteY3969"/>
                      </a:cxn>
                      <a:cxn ang="0">
                        <a:pos x="connsiteX3970" y="connsiteY3970"/>
                      </a:cxn>
                      <a:cxn ang="0">
                        <a:pos x="connsiteX3971" y="connsiteY3971"/>
                      </a:cxn>
                      <a:cxn ang="0">
                        <a:pos x="connsiteX3972" y="connsiteY3972"/>
                      </a:cxn>
                      <a:cxn ang="0">
                        <a:pos x="connsiteX3973" y="connsiteY3973"/>
                      </a:cxn>
                      <a:cxn ang="0">
                        <a:pos x="connsiteX3974" y="connsiteY3974"/>
                      </a:cxn>
                      <a:cxn ang="0">
                        <a:pos x="connsiteX3975" y="connsiteY3975"/>
                      </a:cxn>
                      <a:cxn ang="0">
                        <a:pos x="connsiteX3976" y="connsiteY3976"/>
                      </a:cxn>
                      <a:cxn ang="0">
                        <a:pos x="connsiteX3977" y="connsiteY3977"/>
                      </a:cxn>
                      <a:cxn ang="0">
                        <a:pos x="connsiteX3978" y="connsiteY3978"/>
                      </a:cxn>
                      <a:cxn ang="0">
                        <a:pos x="connsiteX3979" y="connsiteY3979"/>
                      </a:cxn>
                      <a:cxn ang="0">
                        <a:pos x="connsiteX3980" y="connsiteY3980"/>
                      </a:cxn>
                      <a:cxn ang="0">
                        <a:pos x="connsiteX3981" y="connsiteY3981"/>
                      </a:cxn>
                      <a:cxn ang="0">
                        <a:pos x="connsiteX3982" y="connsiteY3982"/>
                      </a:cxn>
                      <a:cxn ang="0">
                        <a:pos x="connsiteX3983" y="connsiteY3983"/>
                      </a:cxn>
                      <a:cxn ang="0">
                        <a:pos x="connsiteX3984" y="connsiteY3984"/>
                      </a:cxn>
                      <a:cxn ang="0">
                        <a:pos x="connsiteX3985" y="connsiteY3985"/>
                      </a:cxn>
                      <a:cxn ang="0">
                        <a:pos x="connsiteX3986" y="connsiteY3986"/>
                      </a:cxn>
                      <a:cxn ang="0">
                        <a:pos x="connsiteX3987" y="connsiteY3987"/>
                      </a:cxn>
                      <a:cxn ang="0">
                        <a:pos x="connsiteX3988" y="connsiteY3988"/>
                      </a:cxn>
                      <a:cxn ang="0">
                        <a:pos x="connsiteX3989" y="connsiteY3989"/>
                      </a:cxn>
                      <a:cxn ang="0">
                        <a:pos x="connsiteX3990" y="connsiteY3990"/>
                      </a:cxn>
                      <a:cxn ang="0">
                        <a:pos x="connsiteX3991" y="connsiteY3991"/>
                      </a:cxn>
                      <a:cxn ang="0">
                        <a:pos x="connsiteX3992" y="connsiteY3992"/>
                      </a:cxn>
                      <a:cxn ang="0">
                        <a:pos x="connsiteX3993" y="connsiteY3993"/>
                      </a:cxn>
                      <a:cxn ang="0">
                        <a:pos x="connsiteX3994" y="connsiteY3994"/>
                      </a:cxn>
                      <a:cxn ang="0">
                        <a:pos x="connsiteX3995" y="connsiteY3995"/>
                      </a:cxn>
                      <a:cxn ang="0">
                        <a:pos x="connsiteX3996" y="connsiteY3996"/>
                      </a:cxn>
                      <a:cxn ang="0">
                        <a:pos x="connsiteX3997" y="connsiteY3997"/>
                      </a:cxn>
                      <a:cxn ang="0">
                        <a:pos x="connsiteX3998" y="connsiteY3998"/>
                      </a:cxn>
                      <a:cxn ang="0">
                        <a:pos x="connsiteX3999" y="connsiteY3999"/>
                      </a:cxn>
                      <a:cxn ang="0">
                        <a:pos x="connsiteX4000" y="connsiteY4000"/>
                      </a:cxn>
                      <a:cxn ang="0">
                        <a:pos x="connsiteX4001" y="connsiteY4001"/>
                      </a:cxn>
                      <a:cxn ang="0">
                        <a:pos x="connsiteX4002" y="connsiteY4002"/>
                      </a:cxn>
                      <a:cxn ang="0">
                        <a:pos x="connsiteX4003" y="connsiteY4003"/>
                      </a:cxn>
                      <a:cxn ang="0">
                        <a:pos x="connsiteX4004" y="connsiteY4004"/>
                      </a:cxn>
                      <a:cxn ang="0">
                        <a:pos x="connsiteX4005" y="connsiteY4005"/>
                      </a:cxn>
                      <a:cxn ang="0">
                        <a:pos x="connsiteX4006" y="connsiteY4006"/>
                      </a:cxn>
                      <a:cxn ang="0">
                        <a:pos x="connsiteX4007" y="connsiteY4007"/>
                      </a:cxn>
                      <a:cxn ang="0">
                        <a:pos x="connsiteX4008" y="connsiteY4008"/>
                      </a:cxn>
                      <a:cxn ang="0">
                        <a:pos x="connsiteX4009" y="connsiteY4009"/>
                      </a:cxn>
                      <a:cxn ang="0">
                        <a:pos x="connsiteX4010" y="connsiteY4010"/>
                      </a:cxn>
                      <a:cxn ang="0">
                        <a:pos x="connsiteX4011" y="connsiteY4011"/>
                      </a:cxn>
                      <a:cxn ang="0">
                        <a:pos x="connsiteX4012" y="connsiteY4012"/>
                      </a:cxn>
                      <a:cxn ang="0">
                        <a:pos x="connsiteX4013" y="connsiteY4013"/>
                      </a:cxn>
                      <a:cxn ang="0">
                        <a:pos x="connsiteX4014" y="connsiteY4014"/>
                      </a:cxn>
                      <a:cxn ang="0">
                        <a:pos x="connsiteX4015" y="connsiteY4015"/>
                      </a:cxn>
                      <a:cxn ang="0">
                        <a:pos x="connsiteX4016" y="connsiteY4016"/>
                      </a:cxn>
                      <a:cxn ang="0">
                        <a:pos x="connsiteX4017" y="connsiteY4017"/>
                      </a:cxn>
                      <a:cxn ang="0">
                        <a:pos x="connsiteX4018" y="connsiteY4018"/>
                      </a:cxn>
                      <a:cxn ang="0">
                        <a:pos x="connsiteX4019" y="connsiteY4019"/>
                      </a:cxn>
                      <a:cxn ang="0">
                        <a:pos x="connsiteX4020" y="connsiteY4020"/>
                      </a:cxn>
                      <a:cxn ang="0">
                        <a:pos x="connsiteX4021" y="connsiteY4021"/>
                      </a:cxn>
                      <a:cxn ang="0">
                        <a:pos x="connsiteX4022" y="connsiteY4022"/>
                      </a:cxn>
                      <a:cxn ang="0">
                        <a:pos x="connsiteX4023" y="connsiteY4023"/>
                      </a:cxn>
                      <a:cxn ang="0">
                        <a:pos x="connsiteX4024" y="connsiteY4024"/>
                      </a:cxn>
                      <a:cxn ang="0">
                        <a:pos x="connsiteX4025" y="connsiteY4025"/>
                      </a:cxn>
                      <a:cxn ang="0">
                        <a:pos x="connsiteX4026" y="connsiteY4026"/>
                      </a:cxn>
                      <a:cxn ang="0">
                        <a:pos x="connsiteX4027" y="connsiteY4027"/>
                      </a:cxn>
                      <a:cxn ang="0">
                        <a:pos x="connsiteX4028" y="connsiteY4028"/>
                      </a:cxn>
                      <a:cxn ang="0">
                        <a:pos x="connsiteX4029" y="connsiteY4029"/>
                      </a:cxn>
                      <a:cxn ang="0">
                        <a:pos x="connsiteX4030" y="connsiteY4030"/>
                      </a:cxn>
                      <a:cxn ang="0">
                        <a:pos x="connsiteX4031" y="connsiteY4031"/>
                      </a:cxn>
                      <a:cxn ang="0">
                        <a:pos x="connsiteX4032" y="connsiteY4032"/>
                      </a:cxn>
                      <a:cxn ang="0">
                        <a:pos x="connsiteX4033" y="connsiteY4033"/>
                      </a:cxn>
                      <a:cxn ang="0">
                        <a:pos x="connsiteX4034" y="connsiteY4034"/>
                      </a:cxn>
                      <a:cxn ang="0">
                        <a:pos x="connsiteX4035" y="connsiteY4035"/>
                      </a:cxn>
                      <a:cxn ang="0">
                        <a:pos x="connsiteX4036" y="connsiteY4036"/>
                      </a:cxn>
                      <a:cxn ang="0">
                        <a:pos x="connsiteX4037" y="connsiteY4037"/>
                      </a:cxn>
                      <a:cxn ang="0">
                        <a:pos x="connsiteX4038" y="connsiteY4038"/>
                      </a:cxn>
                      <a:cxn ang="0">
                        <a:pos x="connsiteX4039" y="connsiteY4039"/>
                      </a:cxn>
                      <a:cxn ang="0">
                        <a:pos x="connsiteX4040" y="connsiteY4040"/>
                      </a:cxn>
                      <a:cxn ang="0">
                        <a:pos x="connsiteX4041" y="connsiteY4041"/>
                      </a:cxn>
                      <a:cxn ang="0">
                        <a:pos x="connsiteX4042" y="connsiteY4042"/>
                      </a:cxn>
                      <a:cxn ang="0">
                        <a:pos x="connsiteX4043" y="connsiteY4043"/>
                      </a:cxn>
                      <a:cxn ang="0">
                        <a:pos x="connsiteX4044" y="connsiteY4044"/>
                      </a:cxn>
                      <a:cxn ang="0">
                        <a:pos x="connsiteX4045" y="connsiteY4045"/>
                      </a:cxn>
                      <a:cxn ang="0">
                        <a:pos x="connsiteX4046" y="connsiteY4046"/>
                      </a:cxn>
                      <a:cxn ang="0">
                        <a:pos x="connsiteX4047" y="connsiteY4047"/>
                      </a:cxn>
                      <a:cxn ang="0">
                        <a:pos x="connsiteX4048" y="connsiteY4048"/>
                      </a:cxn>
                      <a:cxn ang="0">
                        <a:pos x="connsiteX4049" y="connsiteY4049"/>
                      </a:cxn>
                      <a:cxn ang="0">
                        <a:pos x="connsiteX4050" y="connsiteY4050"/>
                      </a:cxn>
                      <a:cxn ang="0">
                        <a:pos x="connsiteX4051" y="connsiteY4051"/>
                      </a:cxn>
                      <a:cxn ang="0">
                        <a:pos x="connsiteX4052" y="connsiteY4052"/>
                      </a:cxn>
                      <a:cxn ang="0">
                        <a:pos x="connsiteX4053" y="connsiteY4053"/>
                      </a:cxn>
                      <a:cxn ang="0">
                        <a:pos x="connsiteX4054" y="connsiteY4054"/>
                      </a:cxn>
                      <a:cxn ang="0">
                        <a:pos x="connsiteX4055" y="connsiteY4055"/>
                      </a:cxn>
                      <a:cxn ang="0">
                        <a:pos x="connsiteX4056" y="connsiteY4056"/>
                      </a:cxn>
                      <a:cxn ang="0">
                        <a:pos x="connsiteX4057" y="connsiteY4057"/>
                      </a:cxn>
                      <a:cxn ang="0">
                        <a:pos x="connsiteX4058" y="connsiteY4058"/>
                      </a:cxn>
                      <a:cxn ang="0">
                        <a:pos x="connsiteX4059" y="connsiteY4059"/>
                      </a:cxn>
                      <a:cxn ang="0">
                        <a:pos x="connsiteX4060" y="connsiteY4060"/>
                      </a:cxn>
                      <a:cxn ang="0">
                        <a:pos x="connsiteX4061" y="connsiteY4061"/>
                      </a:cxn>
                      <a:cxn ang="0">
                        <a:pos x="connsiteX4062" y="connsiteY4062"/>
                      </a:cxn>
                      <a:cxn ang="0">
                        <a:pos x="connsiteX4063" y="connsiteY4063"/>
                      </a:cxn>
                      <a:cxn ang="0">
                        <a:pos x="connsiteX4064" y="connsiteY4064"/>
                      </a:cxn>
                      <a:cxn ang="0">
                        <a:pos x="connsiteX4065" y="connsiteY4065"/>
                      </a:cxn>
                      <a:cxn ang="0">
                        <a:pos x="connsiteX4066" y="connsiteY4066"/>
                      </a:cxn>
                      <a:cxn ang="0">
                        <a:pos x="connsiteX4067" y="connsiteY4067"/>
                      </a:cxn>
                      <a:cxn ang="0">
                        <a:pos x="connsiteX4068" y="connsiteY4068"/>
                      </a:cxn>
                      <a:cxn ang="0">
                        <a:pos x="connsiteX4069" y="connsiteY4069"/>
                      </a:cxn>
                      <a:cxn ang="0">
                        <a:pos x="connsiteX4070" y="connsiteY4070"/>
                      </a:cxn>
                      <a:cxn ang="0">
                        <a:pos x="connsiteX4071" y="connsiteY4071"/>
                      </a:cxn>
                      <a:cxn ang="0">
                        <a:pos x="connsiteX4072" y="connsiteY4072"/>
                      </a:cxn>
                      <a:cxn ang="0">
                        <a:pos x="connsiteX4073" y="connsiteY4073"/>
                      </a:cxn>
                      <a:cxn ang="0">
                        <a:pos x="connsiteX4074" y="connsiteY4074"/>
                      </a:cxn>
                      <a:cxn ang="0">
                        <a:pos x="connsiteX4075" y="connsiteY4075"/>
                      </a:cxn>
                      <a:cxn ang="0">
                        <a:pos x="connsiteX4076" y="connsiteY4076"/>
                      </a:cxn>
                      <a:cxn ang="0">
                        <a:pos x="connsiteX4077" y="connsiteY4077"/>
                      </a:cxn>
                      <a:cxn ang="0">
                        <a:pos x="connsiteX4078" y="connsiteY4078"/>
                      </a:cxn>
                      <a:cxn ang="0">
                        <a:pos x="connsiteX4079" y="connsiteY4079"/>
                      </a:cxn>
                      <a:cxn ang="0">
                        <a:pos x="connsiteX4080" y="connsiteY4080"/>
                      </a:cxn>
                      <a:cxn ang="0">
                        <a:pos x="connsiteX4081" y="connsiteY4081"/>
                      </a:cxn>
                      <a:cxn ang="0">
                        <a:pos x="connsiteX4082" y="connsiteY4082"/>
                      </a:cxn>
                      <a:cxn ang="0">
                        <a:pos x="connsiteX4083" y="connsiteY4083"/>
                      </a:cxn>
                      <a:cxn ang="0">
                        <a:pos x="connsiteX4084" y="connsiteY4084"/>
                      </a:cxn>
                      <a:cxn ang="0">
                        <a:pos x="connsiteX4085" y="connsiteY4085"/>
                      </a:cxn>
                      <a:cxn ang="0">
                        <a:pos x="connsiteX4086" y="connsiteY4086"/>
                      </a:cxn>
                      <a:cxn ang="0">
                        <a:pos x="connsiteX4087" y="connsiteY4087"/>
                      </a:cxn>
                      <a:cxn ang="0">
                        <a:pos x="connsiteX4088" y="connsiteY4088"/>
                      </a:cxn>
                      <a:cxn ang="0">
                        <a:pos x="connsiteX4089" y="connsiteY4089"/>
                      </a:cxn>
                      <a:cxn ang="0">
                        <a:pos x="connsiteX4090" y="connsiteY4090"/>
                      </a:cxn>
                      <a:cxn ang="0">
                        <a:pos x="connsiteX4091" y="connsiteY4091"/>
                      </a:cxn>
                      <a:cxn ang="0">
                        <a:pos x="connsiteX4092" y="connsiteY4092"/>
                      </a:cxn>
                      <a:cxn ang="0">
                        <a:pos x="connsiteX4093" y="connsiteY4093"/>
                      </a:cxn>
                      <a:cxn ang="0">
                        <a:pos x="connsiteX4094" y="connsiteY4094"/>
                      </a:cxn>
                      <a:cxn ang="0">
                        <a:pos x="connsiteX4095" y="connsiteY4095"/>
                      </a:cxn>
                      <a:cxn ang="0">
                        <a:pos x="connsiteX4096" y="connsiteY4096"/>
                      </a:cxn>
                      <a:cxn ang="0">
                        <a:pos x="connsiteX4097" y="connsiteY4097"/>
                      </a:cxn>
                      <a:cxn ang="0">
                        <a:pos x="connsiteX4098" y="connsiteY4098"/>
                      </a:cxn>
                      <a:cxn ang="0">
                        <a:pos x="connsiteX4099" y="connsiteY4099"/>
                      </a:cxn>
                      <a:cxn ang="0">
                        <a:pos x="connsiteX4100" y="connsiteY4100"/>
                      </a:cxn>
                      <a:cxn ang="0">
                        <a:pos x="connsiteX4101" y="connsiteY4101"/>
                      </a:cxn>
                      <a:cxn ang="0">
                        <a:pos x="connsiteX4102" y="connsiteY4102"/>
                      </a:cxn>
                      <a:cxn ang="0">
                        <a:pos x="connsiteX4103" y="connsiteY4103"/>
                      </a:cxn>
                      <a:cxn ang="0">
                        <a:pos x="connsiteX4104" y="connsiteY4104"/>
                      </a:cxn>
                      <a:cxn ang="0">
                        <a:pos x="connsiteX4105" y="connsiteY4105"/>
                      </a:cxn>
                      <a:cxn ang="0">
                        <a:pos x="connsiteX4106" y="connsiteY4106"/>
                      </a:cxn>
                      <a:cxn ang="0">
                        <a:pos x="connsiteX4107" y="connsiteY4107"/>
                      </a:cxn>
                      <a:cxn ang="0">
                        <a:pos x="connsiteX4108" y="connsiteY4108"/>
                      </a:cxn>
                      <a:cxn ang="0">
                        <a:pos x="connsiteX4109" y="connsiteY4109"/>
                      </a:cxn>
                      <a:cxn ang="0">
                        <a:pos x="connsiteX4110" y="connsiteY4110"/>
                      </a:cxn>
                      <a:cxn ang="0">
                        <a:pos x="connsiteX4111" y="connsiteY4111"/>
                      </a:cxn>
                      <a:cxn ang="0">
                        <a:pos x="connsiteX4112" y="connsiteY4112"/>
                      </a:cxn>
                      <a:cxn ang="0">
                        <a:pos x="connsiteX4113" y="connsiteY4113"/>
                      </a:cxn>
                      <a:cxn ang="0">
                        <a:pos x="connsiteX4114" y="connsiteY4114"/>
                      </a:cxn>
                      <a:cxn ang="0">
                        <a:pos x="connsiteX4115" y="connsiteY4115"/>
                      </a:cxn>
                      <a:cxn ang="0">
                        <a:pos x="connsiteX4116" y="connsiteY4116"/>
                      </a:cxn>
                      <a:cxn ang="0">
                        <a:pos x="connsiteX4117" y="connsiteY4117"/>
                      </a:cxn>
                      <a:cxn ang="0">
                        <a:pos x="connsiteX4118" y="connsiteY4118"/>
                      </a:cxn>
                      <a:cxn ang="0">
                        <a:pos x="connsiteX4119" y="connsiteY4119"/>
                      </a:cxn>
                      <a:cxn ang="0">
                        <a:pos x="connsiteX4120" y="connsiteY4120"/>
                      </a:cxn>
                      <a:cxn ang="0">
                        <a:pos x="connsiteX4121" y="connsiteY4121"/>
                      </a:cxn>
                      <a:cxn ang="0">
                        <a:pos x="connsiteX4122" y="connsiteY4122"/>
                      </a:cxn>
                      <a:cxn ang="0">
                        <a:pos x="connsiteX4123" y="connsiteY4123"/>
                      </a:cxn>
                      <a:cxn ang="0">
                        <a:pos x="connsiteX4124" y="connsiteY4124"/>
                      </a:cxn>
                      <a:cxn ang="0">
                        <a:pos x="connsiteX4125" y="connsiteY4125"/>
                      </a:cxn>
                      <a:cxn ang="0">
                        <a:pos x="connsiteX4126" y="connsiteY4126"/>
                      </a:cxn>
                      <a:cxn ang="0">
                        <a:pos x="connsiteX4127" y="connsiteY4127"/>
                      </a:cxn>
                      <a:cxn ang="0">
                        <a:pos x="connsiteX4128" y="connsiteY4128"/>
                      </a:cxn>
                      <a:cxn ang="0">
                        <a:pos x="connsiteX4129" y="connsiteY4129"/>
                      </a:cxn>
                      <a:cxn ang="0">
                        <a:pos x="connsiteX4130" y="connsiteY4130"/>
                      </a:cxn>
                      <a:cxn ang="0">
                        <a:pos x="connsiteX4131" y="connsiteY4131"/>
                      </a:cxn>
                      <a:cxn ang="0">
                        <a:pos x="connsiteX4132" y="connsiteY4132"/>
                      </a:cxn>
                      <a:cxn ang="0">
                        <a:pos x="connsiteX4133" y="connsiteY4133"/>
                      </a:cxn>
                      <a:cxn ang="0">
                        <a:pos x="connsiteX4134" y="connsiteY4134"/>
                      </a:cxn>
                      <a:cxn ang="0">
                        <a:pos x="connsiteX4135" y="connsiteY4135"/>
                      </a:cxn>
                      <a:cxn ang="0">
                        <a:pos x="connsiteX4136" y="connsiteY4136"/>
                      </a:cxn>
                      <a:cxn ang="0">
                        <a:pos x="connsiteX4137" y="connsiteY4137"/>
                      </a:cxn>
                      <a:cxn ang="0">
                        <a:pos x="connsiteX4138" y="connsiteY4138"/>
                      </a:cxn>
                      <a:cxn ang="0">
                        <a:pos x="connsiteX4139" y="connsiteY4139"/>
                      </a:cxn>
                      <a:cxn ang="0">
                        <a:pos x="connsiteX4140" y="connsiteY4140"/>
                      </a:cxn>
                      <a:cxn ang="0">
                        <a:pos x="connsiteX4141" y="connsiteY4141"/>
                      </a:cxn>
                      <a:cxn ang="0">
                        <a:pos x="connsiteX4142" y="connsiteY4142"/>
                      </a:cxn>
                      <a:cxn ang="0">
                        <a:pos x="connsiteX4143" y="connsiteY4143"/>
                      </a:cxn>
                      <a:cxn ang="0">
                        <a:pos x="connsiteX4144" y="connsiteY4144"/>
                      </a:cxn>
                      <a:cxn ang="0">
                        <a:pos x="connsiteX4145" y="connsiteY4145"/>
                      </a:cxn>
                      <a:cxn ang="0">
                        <a:pos x="connsiteX4146" y="connsiteY4146"/>
                      </a:cxn>
                      <a:cxn ang="0">
                        <a:pos x="connsiteX4147" y="connsiteY4147"/>
                      </a:cxn>
                      <a:cxn ang="0">
                        <a:pos x="connsiteX4148" y="connsiteY4148"/>
                      </a:cxn>
                      <a:cxn ang="0">
                        <a:pos x="connsiteX4149" y="connsiteY4149"/>
                      </a:cxn>
                      <a:cxn ang="0">
                        <a:pos x="connsiteX4150" y="connsiteY4150"/>
                      </a:cxn>
                      <a:cxn ang="0">
                        <a:pos x="connsiteX4151" y="connsiteY4151"/>
                      </a:cxn>
                      <a:cxn ang="0">
                        <a:pos x="connsiteX4152" y="connsiteY4152"/>
                      </a:cxn>
                      <a:cxn ang="0">
                        <a:pos x="connsiteX4153" y="connsiteY4153"/>
                      </a:cxn>
                      <a:cxn ang="0">
                        <a:pos x="connsiteX4154" y="connsiteY4154"/>
                      </a:cxn>
                      <a:cxn ang="0">
                        <a:pos x="connsiteX4155" y="connsiteY4155"/>
                      </a:cxn>
                      <a:cxn ang="0">
                        <a:pos x="connsiteX4156" y="connsiteY4156"/>
                      </a:cxn>
                      <a:cxn ang="0">
                        <a:pos x="connsiteX4157" y="connsiteY4157"/>
                      </a:cxn>
                      <a:cxn ang="0">
                        <a:pos x="connsiteX4158" y="connsiteY4158"/>
                      </a:cxn>
                      <a:cxn ang="0">
                        <a:pos x="connsiteX4159" y="connsiteY4159"/>
                      </a:cxn>
                      <a:cxn ang="0">
                        <a:pos x="connsiteX4160" y="connsiteY4160"/>
                      </a:cxn>
                      <a:cxn ang="0">
                        <a:pos x="connsiteX4161" y="connsiteY4161"/>
                      </a:cxn>
                      <a:cxn ang="0">
                        <a:pos x="connsiteX4162" y="connsiteY4162"/>
                      </a:cxn>
                      <a:cxn ang="0">
                        <a:pos x="connsiteX4163" y="connsiteY4163"/>
                      </a:cxn>
                      <a:cxn ang="0">
                        <a:pos x="connsiteX4164" y="connsiteY4164"/>
                      </a:cxn>
                      <a:cxn ang="0">
                        <a:pos x="connsiteX4165" y="connsiteY4165"/>
                      </a:cxn>
                      <a:cxn ang="0">
                        <a:pos x="connsiteX4166" y="connsiteY4166"/>
                      </a:cxn>
                      <a:cxn ang="0">
                        <a:pos x="connsiteX4167" y="connsiteY4167"/>
                      </a:cxn>
                      <a:cxn ang="0">
                        <a:pos x="connsiteX4168" y="connsiteY4168"/>
                      </a:cxn>
                      <a:cxn ang="0">
                        <a:pos x="connsiteX4169" y="connsiteY4169"/>
                      </a:cxn>
                      <a:cxn ang="0">
                        <a:pos x="connsiteX4170" y="connsiteY4170"/>
                      </a:cxn>
                      <a:cxn ang="0">
                        <a:pos x="connsiteX4171" y="connsiteY4171"/>
                      </a:cxn>
                      <a:cxn ang="0">
                        <a:pos x="connsiteX4172" y="connsiteY4172"/>
                      </a:cxn>
                      <a:cxn ang="0">
                        <a:pos x="connsiteX4173" y="connsiteY4173"/>
                      </a:cxn>
                      <a:cxn ang="0">
                        <a:pos x="connsiteX4174" y="connsiteY4174"/>
                      </a:cxn>
                      <a:cxn ang="0">
                        <a:pos x="connsiteX4175" y="connsiteY4175"/>
                      </a:cxn>
                      <a:cxn ang="0">
                        <a:pos x="connsiteX4176" y="connsiteY4176"/>
                      </a:cxn>
                      <a:cxn ang="0">
                        <a:pos x="connsiteX4177" y="connsiteY4177"/>
                      </a:cxn>
                      <a:cxn ang="0">
                        <a:pos x="connsiteX4178" y="connsiteY4178"/>
                      </a:cxn>
                      <a:cxn ang="0">
                        <a:pos x="connsiteX4179" y="connsiteY4179"/>
                      </a:cxn>
                      <a:cxn ang="0">
                        <a:pos x="connsiteX4180" y="connsiteY4180"/>
                      </a:cxn>
                      <a:cxn ang="0">
                        <a:pos x="connsiteX4181" y="connsiteY4181"/>
                      </a:cxn>
                      <a:cxn ang="0">
                        <a:pos x="connsiteX4182" y="connsiteY4182"/>
                      </a:cxn>
                      <a:cxn ang="0">
                        <a:pos x="connsiteX4183" y="connsiteY4183"/>
                      </a:cxn>
                      <a:cxn ang="0">
                        <a:pos x="connsiteX4184" y="connsiteY4184"/>
                      </a:cxn>
                      <a:cxn ang="0">
                        <a:pos x="connsiteX4185" y="connsiteY4185"/>
                      </a:cxn>
                      <a:cxn ang="0">
                        <a:pos x="connsiteX4186" y="connsiteY4186"/>
                      </a:cxn>
                      <a:cxn ang="0">
                        <a:pos x="connsiteX4187" y="connsiteY4187"/>
                      </a:cxn>
                      <a:cxn ang="0">
                        <a:pos x="connsiteX4188" y="connsiteY4188"/>
                      </a:cxn>
                      <a:cxn ang="0">
                        <a:pos x="connsiteX4189" y="connsiteY4189"/>
                      </a:cxn>
                      <a:cxn ang="0">
                        <a:pos x="connsiteX4190" y="connsiteY4190"/>
                      </a:cxn>
                      <a:cxn ang="0">
                        <a:pos x="connsiteX4191" y="connsiteY4191"/>
                      </a:cxn>
                      <a:cxn ang="0">
                        <a:pos x="connsiteX4192" y="connsiteY4192"/>
                      </a:cxn>
                      <a:cxn ang="0">
                        <a:pos x="connsiteX4193" y="connsiteY4193"/>
                      </a:cxn>
                      <a:cxn ang="0">
                        <a:pos x="connsiteX4194" y="connsiteY4194"/>
                      </a:cxn>
                      <a:cxn ang="0">
                        <a:pos x="connsiteX4195" y="connsiteY4195"/>
                      </a:cxn>
                      <a:cxn ang="0">
                        <a:pos x="connsiteX4196" y="connsiteY4196"/>
                      </a:cxn>
                      <a:cxn ang="0">
                        <a:pos x="connsiteX4197" y="connsiteY4197"/>
                      </a:cxn>
                      <a:cxn ang="0">
                        <a:pos x="connsiteX4198" y="connsiteY4198"/>
                      </a:cxn>
                      <a:cxn ang="0">
                        <a:pos x="connsiteX4199" y="connsiteY4199"/>
                      </a:cxn>
                      <a:cxn ang="0">
                        <a:pos x="connsiteX4200" y="connsiteY4200"/>
                      </a:cxn>
                      <a:cxn ang="0">
                        <a:pos x="connsiteX4201" y="connsiteY4201"/>
                      </a:cxn>
                      <a:cxn ang="0">
                        <a:pos x="connsiteX4202" y="connsiteY4202"/>
                      </a:cxn>
                      <a:cxn ang="0">
                        <a:pos x="connsiteX4203" y="connsiteY4203"/>
                      </a:cxn>
                      <a:cxn ang="0">
                        <a:pos x="connsiteX4204" y="connsiteY4204"/>
                      </a:cxn>
                      <a:cxn ang="0">
                        <a:pos x="connsiteX4205" y="connsiteY4205"/>
                      </a:cxn>
                      <a:cxn ang="0">
                        <a:pos x="connsiteX4206" y="connsiteY4206"/>
                      </a:cxn>
                      <a:cxn ang="0">
                        <a:pos x="connsiteX4207" y="connsiteY4207"/>
                      </a:cxn>
                      <a:cxn ang="0">
                        <a:pos x="connsiteX4208" y="connsiteY4208"/>
                      </a:cxn>
                      <a:cxn ang="0">
                        <a:pos x="connsiteX4209" y="connsiteY4209"/>
                      </a:cxn>
                      <a:cxn ang="0">
                        <a:pos x="connsiteX4210" y="connsiteY4210"/>
                      </a:cxn>
                      <a:cxn ang="0">
                        <a:pos x="connsiteX4211" y="connsiteY4211"/>
                      </a:cxn>
                      <a:cxn ang="0">
                        <a:pos x="connsiteX4212" y="connsiteY4212"/>
                      </a:cxn>
                      <a:cxn ang="0">
                        <a:pos x="connsiteX4213" y="connsiteY4213"/>
                      </a:cxn>
                      <a:cxn ang="0">
                        <a:pos x="connsiteX4214" y="connsiteY4214"/>
                      </a:cxn>
                      <a:cxn ang="0">
                        <a:pos x="connsiteX4215" y="connsiteY4215"/>
                      </a:cxn>
                      <a:cxn ang="0">
                        <a:pos x="connsiteX4216" y="connsiteY4216"/>
                      </a:cxn>
                      <a:cxn ang="0">
                        <a:pos x="connsiteX4217" y="connsiteY4217"/>
                      </a:cxn>
                      <a:cxn ang="0">
                        <a:pos x="connsiteX4218" y="connsiteY4218"/>
                      </a:cxn>
                      <a:cxn ang="0">
                        <a:pos x="connsiteX4219" y="connsiteY4219"/>
                      </a:cxn>
                      <a:cxn ang="0">
                        <a:pos x="connsiteX4220" y="connsiteY4220"/>
                      </a:cxn>
                      <a:cxn ang="0">
                        <a:pos x="connsiteX4221" y="connsiteY4221"/>
                      </a:cxn>
                      <a:cxn ang="0">
                        <a:pos x="connsiteX4222" y="connsiteY4222"/>
                      </a:cxn>
                      <a:cxn ang="0">
                        <a:pos x="connsiteX4223" y="connsiteY4223"/>
                      </a:cxn>
                      <a:cxn ang="0">
                        <a:pos x="connsiteX4224" y="connsiteY4224"/>
                      </a:cxn>
                      <a:cxn ang="0">
                        <a:pos x="connsiteX4225" y="connsiteY4225"/>
                      </a:cxn>
                      <a:cxn ang="0">
                        <a:pos x="connsiteX4226" y="connsiteY4226"/>
                      </a:cxn>
                      <a:cxn ang="0">
                        <a:pos x="connsiteX4227" y="connsiteY4227"/>
                      </a:cxn>
                      <a:cxn ang="0">
                        <a:pos x="connsiteX4228" y="connsiteY4228"/>
                      </a:cxn>
                      <a:cxn ang="0">
                        <a:pos x="connsiteX4229" y="connsiteY4229"/>
                      </a:cxn>
                      <a:cxn ang="0">
                        <a:pos x="connsiteX4230" y="connsiteY4230"/>
                      </a:cxn>
                      <a:cxn ang="0">
                        <a:pos x="connsiteX4231" y="connsiteY4231"/>
                      </a:cxn>
                      <a:cxn ang="0">
                        <a:pos x="connsiteX4232" y="connsiteY4232"/>
                      </a:cxn>
                      <a:cxn ang="0">
                        <a:pos x="connsiteX4233" y="connsiteY4233"/>
                      </a:cxn>
                      <a:cxn ang="0">
                        <a:pos x="connsiteX4234" y="connsiteY4234"/>
                      </a:cxn>
                      <a:cxn ang="0">
                        <a:pos x="connsiteX4235" y="connsiteY4235"/>
                      </a:cxn>
                      <a:cxn ang="0">
                        <a:pos x="connsiteX4236" y="connsiteY4236"/>
                      </a:cxn>
                      <a:cxn ang="0">
                        <a:pos x="connsiteX4237" y="connsiteY4237"/>
                      </a:cxn>
                      <a:cxn ang="0">
                        <a:pos x="connsiteX4238" y="connsiteY4238"/>
                      </a:cxn>
                      <a:cxn ang="0">
                        <a:pos x="connsiteX4239" y="connsiteY4239"/>
                      </a:cxn>
                      <a:cxn ang="0">
                        <a:pos x="connsiteX4240" y="connsiteY4240"/>
                      </a:cxn>
                      <a:cxn ang="0">
                        <a:pos x="connsiteX4241" y="connsiteY4241"/>
                      </a:cxn>
                      <a:cxn ang="0">
                        <a:pos x="connsiteX4242" y="connsiteY4242"/>
                      </a:cxn>
                      <a:cxn ang="0">
                        <a:pos x="connsiteX4243" y="connsiteY4243"/>
                      </a:cxn>
                      <a:cxn ang="0">
                        <a:pos x="connsiteX4244" y="connsiteY4244"/>
                      </a:cxn>
                      <a:cxn ang="0">
                        <a:pos x="connsiteX4245" y="connsiteY4245"/>
                      </a:cxn>
                      <a:cxn ang="0">
                        <a:pos x="connsiteX4246" y="connsiteY4246"/>
                      </a:cxn>
                      <a:cxn ang="0">
                        <a:pos x="connsiteX4247" y="connsiteY4247"/>
                      </a:cxn>
                      <a:cxn ang="0">
                        <a:pos x="connsiteX4248" y="connsiteY4248"/>
                      </a:cxn>
                      <a:cxn ang="0">
                        <a:pos x="connsiteX4249" y="connsiteY4249"/>
                      </a:cxn>
                      <a:cxn ang="0">
                        <a:pos x="connsiteX4250" y="connsiteY4250"/>
                      </a:cxn>
                      <a:cxn ang="0">
                        <a:pos x="connsiteX4251" y="connsiteY4251"/>
                      </a:cxn>
                      <a:cxn ang="0">
                        <a:pos x="connsiteX4252" y="connsiteY4252"/>
                      </a:cxn>
                      <a:cxn ang="0">
                        <a:pos x="connsiteX4253" y="connsiteY4253"/>
                      </a:cxn>
                      <a:cxn ang="0">
                        <a:pos x="connsiteX4254" y="connsiteY4254"/>
                      </a:cxn>
                      <a:cxn ang="0">
                        <a:pos x="connsiteX4255" y="connsiteY4255"/>
                      </a:cxn>
                      <a:cxn ang="0">
                        <a:pos x="connsiteX4256" y="connsiteY4256"/>
                      </a:cxn>
                      <a:cxn ang="0">
                        <a:pos x="connsiteX4257" y="connsiteY4257"/>
                      </a:cxn>
                      <a:cxn ang="0">
                        <a:pos x="connsiteX4258" y="connsiteY4258"/>
                      </a:cxn>
                      <a:cxn ang="0">
                        <a:pos x="connsiteX4259" y="connsiteY4259"/>
                      </a:cxn>
                      <a:cxn ang="0">
                        <a:pos x="connsiteX4260" y="connsiteY4260"/>
                      </a:cxn>
                      <a:cxn ang="0">
                        <a:pos x="connsiteX4261" y="connsiteY4261"/>
                      </a:cxn>
                      <a:cxn ang="0">
                        <a:pos x="connsiteX4262" y="connsiteY4262"/>
                      </a:cxn>
                      <a:cxn ang="0">
                        <a:pos x="connsiteX4263" y="connsiteY4263"/>
                      </a:cxn>
                      <a:cxn ang="0">
                        <a:pos x="connsiteX4264" y="connsiteY4264"/>
                      </a:cxn>
                      <a:cxn ang="0">
                        <a:pos x="connsiteX4265" y="connsiteY4265"/>
                      </a:cxn>
                      <a:cxn ang="0">
                        <a:pos x="connsiteX4266" y="connsiteY4266"/>
                      </a:cxn>
                      <a:cxn ang="0">
                        <a:pos x="connsiteX4267" y="connsiteY4267"/>
                      </a:cxn>
                      <a:cxn ang="0">
                        <a:pos x="connsiteX4268" y="connsiteY4268"/>
                      </a:cxn>
                      <a:cxn ang="0">
                        <a:pos x="connsiteX4269" y="connsiteY4269"/>
                      </a:cxn>
                      <a:cxn ang="0">
                        <a:pos x="connsiteX4270" y="connsiteY4270"/>
                      </a:cxn>
                      <a:cxn ang="0">
                        <a:pos x="connsiteX4271" y="connsiteY4271"/>
                      </a:cxn>
                      <a:cxn ang="0">
                        <a:pos x="connsiteX4272" y="connsiteY4272"/>
                      </a:cxn>
                      <a:cxn ang="0">
                        <a:pos x="connsiteX4273" y="connsiteY4273"/>
                      </a:cxn>
                      <a:cxn ang="0">
                        <a:pos x="connsiteX4274" y="connsiteY4274"/>
                      </a:cxn>
                      <a:cxn ang="0">
                        <a:pos x="connsiteX4275" y="connsiteY4275"/>
                      </a:cxn>
                      <a:cxn ang="0">
                        <a:pos x="connsiteX4276" y="connsiteY4276"/>
                      </a:cxn>
                      <a:cxn ang="0">
                        <a:pos x="connsiteX4277" y="connsiteY4277"/>
                      </a:cxn>
                      <a:cxn ang="0">
                        <a:pos x="connsiteX4278" y="connsiteY4278"/>
                      </a:cxn>
                      <a:cxn ang="0">
                        <a:pos x="connsiteX4279" y="connsiteY4279"/>
                      </a:cxn>
                      <a:cxn ang="0">
                        <a:pos x="connsiteX4280" y="connsiteY4280"/>
                      </a:cxn>
                      <a:cxn ang="0">
                        <a:pos x="connsiteX4281" y="connsiteY4281"/>
                      </a:cxn>
                      <a:cxn ang="0">
                        <a:pos x="connsiteX4282" y="connsiteY4282"/>
                      </a:cxn>
                      <a:cxn ang="0">
                        <a:pos x="connsiteX4283" y="connsiteY4283"/>
                      </a:cxn>
                      <a:cxn ang="0">
                        <a:pos x="connsiteX4284" y="connsiteY4284"/>
                      </a:cxn>
                      <a:cxn ang="0">
                        <a:pos x="connsiteX4285" y="connsiteY4285"/>
                      </a:cxn>
                      <a:cxn ang="0">
                        <a:pos x="connsiteX4286" y="connsiteY4286"/>
                      </a:cxn>
                      <a:cxn ang="0">
                        <a:pos x="connsiteX4287" y="connsiteY4287"/>
                      </a:cxn>
                      <a:cxn ang="0">
                        <a:pos x="connsiteX4288" y="connsiteY4288"/>
                      </a:cxn>
                      <a:cxn ang="0">
                        <a:pos x="connsiteX4289" y="connsiteY4289"/>
                      </a:cxn>
                      <a:cxn ang="0">
                        <a:pos x="connsiteX4290" y="connsiteY4290"/>
                      </a:cxn>
                      <a:cxn ang="0">
                        <a:pos x="connsiteX4291" y="connsiteY4291"/>
                      </a:cxn>
                      <a:cxn ang="0">
                        <a:pos x="connsiteX4292" y="connsiteY4292"/>
                      </a:cxn>
                      <a:cxn ang="0">
                        <a:pos x="connsiteX4293" y="connsiteY4293"/>
                      </a:cxn>
                      <a:cxn ang="0">
                        <a:pos x="connsiteX4294" y="connsiteY4294"/>
                      </a:cxn>
                      <a:cxn ang="0">
                        <a:pos x="connsiteX4295" y="connsiteY4295"/>
                      </a:cxn>
                      <a:cxn ang="0">
                        <a:pos x="connsiteX4296" y="connsiteY4296"/>
                      </a:cxn>
                      <a:cxn ang="0">
                        <a:pos x="connsiteX4297" y="connsiteY4297"/>
                      </a:cxn>
                      <a:cxn ang="0">
                        <a:pos x="connsiteX4298" y="connsiteY4298"/>
                      </a:cxn>
                      <a:cxn ang="0">
                        <a:pos x="connsiteX4299" y="connsiteY4299"/>
                      </a:cxn>
                      <a:cxn ang="0">
                        <a:pos x="connsiteX4300" y="connsiteY4300"/>
                      </a:cxn>
                      <a:cxn ang="0">
                        <a:pos x="connsiteX4301" y="connsiteY4301"/>
                      </a:cxn>
                      <a:cxn ang="0">
                        <a:pos x="connsiteX4302" y="connsiteY4302"/>
                      </a:cxn>
                      <a:cxn ang="0">
                        <a:pos x="connsiteX4303" y="connsiteY4303"/>
                      </a:cxn>
                      <a:cxn ang="0">
                        <a:pos x="connsiteX4304" y="connsiteY4304"/>
                      </a:cxn>
                      <a:cxn ang="0">
                        <a:pos x="connsiteX4305" y="connsiteY4305"/>
                      </a:cxn>
                      <a:cxn ang="0">
                        <a:pos x="connsiteX4306" y="connsiteY4306"/>
                      </a:cxn>
                      <a:cxn ang="0">
                        <a:pos x="connsiteX4307" y="connsiteY4307"/>
                      </a:cxn>
                      <a:cxn ang="0">
                        <a:pos x="connsiteX4308" y="connsiteY4308"/>
                      </a:cxn>
                      <a:cxn ang="0">
                        <a:pos x="connsiteX4309" y="connsiteY4309"/>
                      </a:cxn>
                      <a:cxn ang="0">
                        <a:pos x="connsiteX4310" y="connsiteY4310"/>
                      </a:cxn>
                      <a:cxn ang="0">
                        <a:pos x="connsiteX4311" y="connsiteY4311"/>
                      </a:cxn>
                      <a:cxn ang="0">
                        <a:pos x="connsiteX4312" y="connsiteY4312"/>
                      </a:cxn>
                      <a:cxn ang="0">
                        <a:pos x="connsiteX4313" y="connsiteY4313"/>
                      </a:cxn>
                      <a:cxn ang="0">
                        <a:pos x="connsiteX4314" y="connsiteY4314"/>
                      </a:cxn>
                      <a:cxn ang="0">
                        <a:pos x="connsiteX4315" y="connsiteY4315"/>
                      </a:cxn>
                      <a:cxn ang="0">
                        <a:pos x="connsiteX4316" y="connsiteY4316"/>
                      </a:cxn>
                      <a:cxn ang="0">
                        <a:pos x="connsiteX4317" y="connsiteY4317"/>
                      </a:cxn>
                      <a:cxn ang="0">
                        <a:pos x="connsiteX4318" y="connsiteY4318"/>
                      </a:cxn>
                      <a:cxn ang="0">
                        <a:pos x="connsiteX4319" y="connsiteY4319"/>
                      </a:cxn>
                      <a:cxn ang="0">
                        <a:pos x="connsiteX4320" y="connsiteY4320"/>
                      </a:cxn>
                      <a:cxn ang="0">
                        <a:pos x="connsiteX4321" y="connsiteY4321"/>
                      </a:cxn>
                      <a:cxn ang="0">
                        <a:pos x="connsiteX4322" y="connsiteY4322"/>
                      </a:cxn>
                      <a:cxn ang="0">
                        <a:pos x="connsiteX4323" y="connsiteY4323"/>
                      </a:cxn>
                      <a:cxn ang="0">
                        <a:pos x="connsiteX4324" y="connsiteY4324"/>
                      </a:cxn>
                      <a:cxn ang="0">
                        <a:pos x="connsiteX4325" y="connsiteY4325"/>
                      </a:cxn>
                      <a:cxn ang="0">
                        <a:pos x="connsiteX4326" y="connsiteY4326"/>
                      </a:cxn>
                      <a:cxn ang="0">
                        <a:pos x="connsiteX4327" y="connsiteY4327"/>
                      </a:cxn>
                      <a:cxn ang="0">
                        <a:pos x="connsiteX4328" y="connsiteY4328"/>
                      </a:cxn>
                      <a:cxn ang="0">
                        <a:pos x="connsiteX4329" y="connsiteY4329"/>
                      </a:cxn>
                      <a:cxn ang="0">
                        <a:pos x="connsiteX4330" y="connsiteY4330"/>
                      </a:cxn>
                      <a:cxn ang="0">
                        <a:pos x="connsiteX4331" y="connsiteY4331"/>
                      </a:cxn>
                      <a:cxn ang="0">
                        <a:pos x="connsiteX4332" y="connsiteY4332"/>
                      </a:cxn>
                      <a:cxn ang="0">
                        <a:pos x="connsiteX4333" y="connsiteY4333"/>
                      </a:cxn>
                      <a:cxn ang="0">
                        <a:pos x="connsiteX4334" y="connsiteY4334"/>
                      </a:cxn>
                      <a:cxn ang="0">
                        <a:pos x="connsiteX4335" y="connsiteY4335"/>
                      </a:cxn>
                      <a:cxn ang="0">
                        <a:pos x="connsiteX4336" y="connsiteY4336"/>
                      </a:cxn>
                      <a:cxn ang="0">
                        <a:pos x="connsiteX4337" y="connsiteY4337"/>
                      </a:cxn>
                      <a:cxn ang="0">
                        <a:pos x="connsiteX4338" y="connsiteY4338"/>
                      </a:cxn>
                      <a:cxn ang="0">
                        <a:pos x="connsiteX4339" y="connsiteY4339"/>
                      </a:cxn>
                      <a:cxn ang="0">
                        <a:pos x="connsiteX4340" y="connsiteY4340"/>
                      </a:cxn>
                      <a:cxn ang="0">
                        <a:pos x="connsiteX4341" y="connsiteY4341"/>
                      </a:cxn>
                      <a:cxn ang="0">
                        <a:pos x="connsiteX4342" y="connsiteY4342"/>
                      </a:cxn>
                      <a:cxn ang="0">
                        <a:pos x="connsiteX4343" y="connsiteY4343"/>
                      </a:cxn>
                      <a:cxn ang="0">
                        <a:pos x="connsiteX4344" y="connsiteY4344"/>
                      </a:cxn>
                      <a:cxn ang="0">
                        <a:pos x="connsiteX4345" y="connsiteY4345"/>
                      </a:cxn>
                      <a:cxn ang="0">
                        <a:pos x="connsiteX4346" y="connsiteY4346"/>
                      </a:cxn>
                      <a:cxn ang="0">
                        <a:pos x="connsiteX4347" y="connsiteY4347"/>
                      </a:cxn>
                      <a:cxn ang="0">
                        <a:pos x="connsiteX4348" y="connsiteY4348"/>
                      </a:cxn>
                      <a:cxn ang="0">
                        <a:pos x="connsiteX4349" y="connsiteY4349"/>
                      </a:cxn>
                      <a:cxn ang="0">
                        <a:pos x="connsiteX4350" y="connsiteY4350"/>
                      </a:cxn>
                      <a:cxn ang="0">
                        <a:pos x="connsiteX4351" y="connsiteY4351"/>
                      </a:cxn>
                      <a:cxn ang="0">
                        <a:pos x="connsiteX4352" y="connsiteY4352"/>
                      </a:cxn>
                      <a:cxn ang="0">
                        <a:pos x="connsiteX4353" y="connsiteY4353"/>
                      </a:cxn>
                      <a:cxn ang="0">
                        <a:pos x="connsiteX4354" y="connsiteY4354"/>
                      </a:cxn>
                      <a:cxn ang="0">
                        <a:pos x="connsiteX4355" y="connsiteY4355"/>
                      </a:cxn>
                      <a:cxn ang="0">
                        <a:pos x="connsiteX4356" y="connsiteY4356"/>
                      </a:cxn>
                      <a:cxn ang="0">
                        <a:pos x="connsiteX4357" y="connsiteY4357"/>
                      </a:cxn>
                      <a:cxn ang="0">
                        <a:pos x="connsiteX4358" y="connsiteY4358"/>
                      </a:cxn>
                      <a:cxn ang="0">
                        <a:pos x="connsiteX4359" y="connsiteY4359"/>
                      </a:cxn>
                      <a:cxn ang="0">
                        <a:pos x="connsiteX4360" y="connsiteY4360"/>
                      </a:cxn>
                      <a:cxn ang="0">
                        <a:pos x="connsiteX4361" y="connsiteY4361"/>
                      </a:cxn>
                      <a:cxn ang="0">
                        <a:pos x="connsiteX4362" y="connsiteY4362"/>
                      </a:cxn>
                      <a:cxn ang="0">
                        <a:pos x="connsiteX4363" y="connsiteY4363"/>
                      </a:cxn>
                      <a:cxn ang="0">
                        <a:pos x="connsiteX4364" y="connsiteY4364"/>
                      </a:cxn>
                      <a:cxn ang="0">
                        <a:pos x="connsiteX4365" y="connsiteY4365"/>
                      </a:cxn>
                      <a:cxn ang="0">
                        <a:pos x="connsiteX4366" y="connsiteY4366"/>
                      </a:cxn>
                      <a:cxn ang="0">
                        <a:pos x="connsiteX4367" y="connsiteY4367"/>
                      </a:cxn>
                      <a:cxn ang="0">
                        <a:pos x="connsiteX4368" y="connsiteY4368"/>
                      </a:cxn>
                      <a:cxn ang="0">
                        <a:pos x="connsiteX4369" y="connsiteY4369"/>
                      </a:cxn>
                      <a:cxn ang="0">
                        <a:pos x="connsiteX4370" y="connsiteY4370"/>
                      </a:cxn>
                      <a:cxn ang="0">
                        <a:pos x="connsiteX4371" y="connsiteY4371"/>
                      </a:cxn>
                      <a:cxn ang="0">
                        <a:pos x="connsiteX4372" y="connsiteY4372"/>
                      </a:cxn>
                      <a:cxn ang="0">
                        <a:pos x="connsiteX4373" y="connsiteY4373"/>
                      </a:cxn>
                      <a:cxn ang="0">
                        <a:pos x="connsiteX4374" y="connsiteY4374"/>
                      </a:cxn>
                      <a:cxn ang="0">
                        <a:pos x="connsiteX4375" y="connsiteY4375"/>
                      </a:cxn>
                      <a:cxn ang="0">
                        <a:pos x="connsiteX4376" y="connsiteY4376"/>
                      </a:cxn>
                      <a:cxn ang="0">
                        <a:pos x="connsiteX4377" y="connsiteY4377"/>
                      </a:cxn>
                      <a:cxn ang="0">
                        <a:pos x="connsiteX4378" y="connsiteY4378"/>
                      </a:cxn>
                      <a:cxn ang="0">
                        <a:pos x="connsiteX4379" y="connsiteY4379"/>
                      </a:cxn>
                      <a:cxn ang="0">
                        <a:pos x="connsiteX4380" y="connsiteY4380"/>
                      </a:cxn>
                      <a:cxn ang="0">
                        <a:pos x="connsiteX4381" y="connsiteY4381"/>
                      </a:cxn>
                      <a:cxn ang="0">
                        <a:pos x="connsiteX4382" y="connsiteY4382"/>
                      </a:cxn>
                      <a:cxn ang="0">
                        <a:pos x="connsiteX4383" y="connsiteY4383"/>
                      </a:cxn>
                      <a:cxn ang="0">
                        <a:pos x="connsiteX4384" y="connsiteY4384"/>
                      </a:cxn>
                      <a:cxn ang="0">
                        <a:pos x="connsiteX4385" y="connsiteY4385"/>
                      </a:cxn>
                      <a:cxn ang="0">
                        <a:pos x="connsiteX4386" y="connsiteY4386"/>
                      </a:cxn>
                      <a:cxn ang="0">
                        <a:pos x="connsiteX4387" y="connsiteY4387"/>
                      </a:cxn>
                      <a:cxn ang="0">
                        <a:pos x="connsiteX4388" y="connsiteY4388"/>
                      </a:cxn>
                      <a:cxn ang="0">
                        <a:pos x="connsiteX4389" y="connsiteY4389"/>
                      </a:cxn>
                      <a:cxn ang="0">
                        <a:pos x="connsiteX4390" y="connsiteY4390"/>
                      </a:cxn>
                      <a:cxn ang="0">
                        <a:pos x="connsiteX4391" y="connsiteY4391"/>
                      </a:cxn>
                      <a:cxn ang="0">
                        <a:pos x="connsiteX4392" y="connsiteY4392"/>
                      </a:cxn>
                      <a:cxn ang="0">
                        <a:pos x="connsiteX4393" y="connsiteY4393"/>
                      </a:cxn>
                      <a:cxn ang="0">
                        <a:pos x="connsiteX4394" y="connsiteY4394"/>
                      </a:cxn>
                      <a:cxn ang="0">
                        <a:pos x="connsiteX4395" y="connsiteY4395"/>
                      </a:cxn>
                      <a:cxn ang="0">
                        <a:pos x="connsiteX4396" y="connsiteY4396"/>
                      </a:cxn>
                      <a:cxn ang="0">
                        <a:pos x="connsiteX4397" y="connsiteY4397"/>
                      </a:cxn>
                      <a:cxn ang="0">
                        <a:pos x="connsiteX4398" y="connsiteY4398"/>
                      </a:cxn>
                      <a:cxn ang="0">
                        <a:pos x="connsiteX4399" y="connsiteY4399"/>
                      </a:cxn>
                      <a:cxn ang="0">
                        <a:pos x="connsiteX4400" y="connsiteY4400"/>
                      </a:cxn>
                      <a:cxn ang="0">
                        <a:pos x="connsiteX4401" y="connsiteY4401"/>
                      </a:cxn>
                      <a:cxn ang="0">
                        <a:pos x="connsiteX4402" y="connsiteY4402"/>
                      </a:cxn>
                      <a:cxn ang="0">
                        <a:pos x="connsiteX4403" y="connsiteY4403"/>
                      </a:cxn>
                      <a:cxn ang="0">
                        <a:pos x="connsiteX4404" y="connsiteY4404"/>
                      </a:cxn>
                      <a:cxn ang="0">
                        <a:pos x="connsiteX4405" y="connsiteY4405"/>
                      </a:cxn>
                      <a:cxn ang="0">
                        <a:pos x="connsiteX4406" y="connsiteY4406"/>
                      </a:cxn>
                      <a:cxn ang="0">
                        <a:pos x="connsiteX4407" y="connsiteY4407"/>
                      </a:cxn>
                      <a:cxn ang="0">
                        <a:pos x="connsiteX4408" y="connsiteY4408"/>
                      </a:cxn>
                      <a:cxn ang="0">
                        <a:pos x="connsiteX4409" y="connsiteY4409"/>
                      </a:cxn>
                      <a:cxn ang="0">
                        <a:pos x="connsiteX4410" y="connsiteY4410"/>
                      </a:cxn>
                      <a:cxn ang="0">
                        <a:pos x="connsiteX4411" y="connsiteY4411"/>
                      </a:cxn>
                      <a:cxn ang="0">
                        <a:pos x="connsiteX4412" y="connsiteY4412"/>
                      </a:cxn>
                      <a:cxn ang="0">
                        <a:pos x="connsiteX4413" y="connsiteY4413"/>
                      </a:cxn>
                      <a:cxn ang="0">
                        <a:pos x="connsiteX4414" y="connsiteY4414"/>
                      </a:cxn>
                      <a:cxn ang="0">
                        <a:pos x="connsiteX4415" y="connsiteY4415"/>
                      </a:cxn>
                      <a:cxn ang="0">
                        <a:pos x="connsiteX4416" y="connsiteY4416"/>
                      </a:cxn>
                      <a:cxn ang="0">
                        <a:pos x="connsiteX4417" y="connsiteY4417"/>
                      </a:cxn>
                      <a:cxn ang="0">
                        <a:pos x="connsiteX4418" y="connsiteY4418"/>
                      </a:cxn>
                      <a:cxn ang="0">
                        <a:pos x="connsiteX4419" y="connsiteY4419"/>
                      </a:cxn>
                      <a:cxn ang="0">
                        <a:pos x="connsiteX4420" y="connsiteY4420"/>
                      </a:cxn>
                      <a:cxn ang="0">
                        <a:pos x="connsiteX4421" y="connsiteY4421"/>
                      </a:cxn>
                      <a:cxn ang="0">
                        <a:pos x="connsiteX4422" y="connsiteY4422"/>
                      </a:cxn>
                      <a:cxn ang="0">
                        <a:pos x="connsiteX4423" y="connsiteY4423"/>
                      </a:cxn>
                      <a:cxn ang="0">
                        <a:pos x="connsiteX4424" y="connsiteY4424"/>
                      </a:cxn>
                      <a:cxn ang="0">
                        <a:pos x="connsiteX4425" y="connsiteY4425"/>
                      </a:cxn>
                      <a:cxn ang="0">
                        <a:pos x="connsiteX4426" y="connsiteY4426"/>
                      </a:cxn>
                      <a:cxn ang="0">
                        <a:pos x="connsiteX4427" y="connsiteY4427"/>
                      </a:cxn>
                      <a:cxn ang="0">
                        <a:pos x="connsiteX4428" y="connsiteY4428"/>
                      </a:cxn>
                      <a:cxn ang="0">
                        <a:pos x="connsiteX4429" y="connsiteY4429"/>
                      </a:cxn>
                      <a:cxn ang="0">
                        <a:pos x="connsiteX4430" y="connsiteY4430"/>
                      </a:cxn>
                      <a:cxn ang="0">
                        <a:pos x="connsiteX4431" y="connsiteY4431"/>
                      </a:cxn>
                      <a:cxn ang="0">
                        <a:pos x="connsiteX4432" y="connsiteY4432"/>
                      </a:cxn>
                      <a:cxn ang="0">
                        <a:pos x="connsiteX4433" y="connsiteY4433"/>
                      </a:cxn>
                      <a:cxn ang="0">
                        <a:pos x="connsiteX4434" y="connsiteY4434"/>
                      </a:cxn>
                      <a:cxn ang="0">
                        <a:pos x="connsiteX4435" y="connsiteY4435"/>
                      </a:cxn>
                      <a:cxn ang="0">
                        <a:pos x="connsiteX4436" y="connsiteY4436"/>
                      </a:cxn>
                      <a:cxn ang="0">
                        <a:pos x="connsiteX4437" y="connsiteY4437"/>
                      </a:cxn>
                      <a:cxn ang="0">
                        <a:pos x="connsiteX4438" y="connsiteY4438"/>
                      </a:cxn>
                      <a:cxn ang="0">
                        <a:pos x="connsiteX4439" y="connsiteY4439"/>
                      </a:cxn>
                      <a:cxn ang="0">
                        <a:pos x="connsiteX4440" y="connsiteY4440"/>
                      </a:cxn>
                      <a:cxn ang="0">
                        <a:pos x="connsiteX4441" y="connsiteY4441"/>
                      </a:cxn>
                      <a:cxn ang="0">
                        <a:pos x="connsiteX4442" y="connsiteY4442"/>
                      </a:cxn>
                      <a:cxn ang="0">
                        <a:pos x="connsiteX4443" y="connsiteY4443"/>
                      </a:cxn>
                      <a:cxn ang="0">
                        <a:pos x="connsiteX4444" y="connsiteY4444"/>
                      </a:cxn>
                      <a:cxn ang="0">
                        <a:pos x="connsiteX4445" y="connsiteY4445"/>
                      </a:cxn>
                      <a:cxn ang="0">
                        <a:pos x="connsiteX4446" y="connsiteY4446"/>
                      </a:cxn>
                      <a:cxn ang="0">
                        <a:pos x="connsiteX4447" y="connsiteY4447"/>
                      </a:cxn>
                      <a:cxn ang="0">
                        <a:pos x="connsiteX4448" y="connsiteY4448"/>
                      </a:cxn>
                      <a:cxn ang="0">
                        <a:pos x="connsiteX4449" y="connsiteY4449"/>
                      </a:cxn>
                      <a:cxn ang="0">
                        <a:pos x="connsiteX4450" y="connsiteY4450"/>
                      </a:cxn>
                      <a:cxn ang="0">
                        <a:pos x="connsiteX4451" y="connsiteY4451"/>
                      </a:cxn>
                      <a:cxn ang="0">
                        <a:pos x="connsiteX4452" y="connsiteY4452"/>
                      </a:cxn>
                      <a:cxn ang="0">
                        <a:pos x="connsiteX4453" y="connsiteY4453"/>
                      </a:cxn>
                      <a:cxn ang="0">
                        <a:pos x="connsiteX4454" y="connsiteY4454"/>
                      </a:cxn>
                      <a:cxn ang="0">
                        <a:pos x="connsiteX4455" y="connsiteY4455"/>
                      </a:cxn>
                      <a:cxn ang="0">
                        <a:pos x="connsiteX4456" y="connsiteY4456"/>
                      </a:cxn>
                      <a:cxn ang="0">
                        <a:pos x="connsiteX4457" y="connsiteY4457"/>
                      </a:cxn>
                      <a:cxn ang="0">
                        <a:pos x="connsiteX4458" y="connsiteY4458"/>
                      </a:cxn>
                      <a:cxn ang="0">
                        <a:pos x="connsiteX4459" y="connsiteY4459"/>
                      </a:cxn>
                      <a:cxn ang="0">
                        <a:pos x="connsiteX4460" y="connsiteY4460"/>
                      </a:cxn>
                      <a:cxn ang="0">
                        <a:pos x="connsiteX4461" y="connsiteY4461"/>
                      </a:cxn>
                      <a:cxn ang="0">
                        <a:pos x="connsiteX4462" y="connsiteY4462"/>
                      </a:cxn>
                      <a:cxn ang="0">
                        <a:pos x="connsiteX4463" y="connsiteY4463"/>
                      </a:cxn>
                      <a:cxn ang="0">
                        <a:pos x="connsiteX4464" y="connsiteY4464"/>
                      </a:cxn>
                      <a:cxn ang="0">
                        <a:pos x="connsiteX4465" y="connsiteY4465"/>
                      </a:cxn>
                      <a:cxn ang="0">
                        <a:pos x="connsiteX4466" y="connsiteY4466"/>
                      </a:cxn>
                      <a:cxn ang="0">
                        <a:pos x="connsiteX4467" y="connsiteY4467"/>
                      </a:cxn>
                      <a:cxn ang="0">
                        <a:pos x="connsiteX4468" y="connsiteY4468"/>
                      </a:cxn>
                      <a:cxn ang="0">
                        <a:pos x="connsiteX4469" y="connsiteY4469"/>
                      </a:cxn>
                      <a:cxn ang="0">
                        <a:pos x="connsiteX4470" y="connsiteY4470"/>
                      </a:cxn>
                      <a:cxn ang="0">
                        <a:pos x="connsiteX4471" y="connsiteY4471"/>
                      </a:cxn>
                      <a:cxn ang="0">
                        <a:pos x="connsiteX4472" y="connsiteY4472"/>
                      </a:cxn>
                      <a:cxn ang="0">
                        <a:pos x="connsiteX4473" y="connsiteY4473"/>
                      </a:cxn>
                      <a:cxn ang="0">
                        <a:pos x="connsiteX4474" y="connsiteY4474"/>
                      </a:cxn>
                      <a:cxn ang="0">
                        <a:pos x="connsiteX4475" y="connsiteY4475"/>
                      </a:cxn>
                      <a:cxn ang="0">
                        <a:pos x="connsiteX4476" y="connsiteY4476"/>
                      </a:cxn>
                      <a:cxn ang="0">
                        <a:pos x="connsiteX4477" y="connsiteY4477"/>
                      </a:cxn>
                      <a:cxn ang="0">
                        <a:pos x="connsiteX4478" y="connsiteY4478"/>
                      </a:cxn>
                      <a:cxn ang="0">
                        <a:pos x="connsiteX4479" y="connsiteY4479"/>
                      </a:cxn>
                      <a:cxn ang="0">
                        <a:pos x="connsiteX4480" y="connsiteY4480"/>
                      </a:cxn>
                      <a:cxn ang="0">
                        <a:pos x="connsiteX4481" y="connsiteY4481"/>
                      </a:cxn>
                      <a:cxn ang="0">
                        <a:pos x="connsiteX4482" y="connsiteY4482"/>
                      </a:cxn>
                      <a:cxn ang="0">
                        <a:pos x="connsiteX4483" y="connsiteY4483"/>
                      </a:cxn>
                      <a:cxn ang="0">
                        <a:pos x="connsiteX4484" y="connsiteY4484"/>
                      </a:cxn>
                      <a:cxn ang="0">
                        <a:pos x="connsiteX4485" y="connsiteY4485"/>
                      </a:cxn>
                      <a:cxn ang="0">
                        <a:pos x="connsiteX4486" y="connsiteY4486"/>
                      </a:cxn>
                      <a:cxn ang="0">
                        <a:pos x="connsiteX4487" y="connsiteY4487"/>
                      </a:cxn>
                      <a:cxn ang="0">
                        <a:pos x="connsiteX4488" y="connsiteY4488"/>
                      </a:cxn>
                      <a:cxn ang="0">
                        <a:pos x="connsiteX4489" y="connsiteY4489"/>
                      </a:cxn>
                      <a:cxn ang="0">
                        <a:pos x="connsiteX4490" y="connsiteY4490"/>
                      </a:cxn>
                      <a:cxn ang="0">
                        <a:pos x="connsiteX4491" y="connsiteY4491"/>
                      </a:cxn>
                      <a:cxn ang="0">
                        <a:pos x="connsiteX4492" y="connsiteY4492"/>
                      </a:cxn>
                      <a:cxn ang="0">
                        <a:pos x="connsiteX4493" y="connsiteY4493"/>
                      </a:cxn>
                      <a:cxn ang="0">
                        <a:pos x="connsiteX4494" y="connsiteY4494"/>
                      </a:cxn>
                      <a:cxn ang="0">
                        <a:pos x="connsiteX4495" y="connsiteY4495"/>
                      </a:cxn>
                      <a:cxn ang="0">
                        <a:pos x="connsiteX4496" y="connsiteY4496"/>
                      </a:cxn>
                      <a:cxn ang="0">
                        <a:pos x="connsiteX4497" y="connsiteY4497"/>
                      </a:cxn>
                      <a:cxn ang="0">
                        <a:pos x="connsiteX4498" y="connsiteY4498"/>
                      </a:cxn>
                      <a:cxn ang="0">
                        <a:pos x="connsiteX4499" y="connsiteY4499"/>
                      </a:cxn>
                      <a:cxn ang="0">
                        <a:pos x="connsiteX4500" y="connsiteY4500"/>
                      </a:cxn>
                      <a:cxn ang="0">
                        <a:pos x="connsiteX4501" y="connsiteY4501"/>
                      </a:cxn>
                      <a:cxn ang="0">
                        <a:pos x="connsiteX4502" y="connsiteY4502"/>
                      </a:cxn>
                      <a:cxn ang="0">
                        <a:pos x="connsiteX4503" y="connsiteY4503"/>
                      </a:cxn>
                      <a:cxn ang="0">
                        <a:pos x="connsiteX4504" y="connsiteY4504"/>
                      </a:cxn>
                      <a:cxn ang="0">
                        <a:pos x="connsiteX4505" y="connsiteY4505"/>
                      </a:cxn>
                      <a:cxn ang="0">
                        <a:pos x="connsiteX4506" y="connsiteY4506"/>
                      </a:cxn>
                      <a:cxn ang="0">
                        <a:pos x="connsiteX4507" y="connsiteY4507"/>
                      </a:cxn>
                      <a:cxn ang="0">
                        <a:pos x="connsiteX4508" y="connsiteY4508"/>
                      </a:cxn>
                      <a:cxn ang="0">
                        <a:pos x="connsiteX4509" y="connsiteY4509"/>
                      </a:cxn>
                      <a:cxn ang="0">
                        <a:pos x="connsiteX4510" y="connsiteY4510"/>
                      </a:cxn>
                      <a:cxn ang="0">
                        <a:pos x="connsiteX4511" y="connsiteY4511"/>
                      </a:cxn>
                      <a:cxn ang="0">
                        <a:pos x="connsiteX4512" y="connsiteY4512"/>
                      </a:cxn>
                      <a:cxn ang="0">
                        <a:pos x="connsiteX4513" y="connsiteY4513"/>
                      </a:cxn>
                      <a:cxn ang="0">
                        <a:pos x="connsiteX4514" y="connsiteY4514"/>
                      </a:cxn>
                      <a:cxn ang="0">
                        <a:pos x="connsiteX4515" y="connsiteY4515"/>
                      </a:cxn>
                      <a:cxn ang="0">
                        <a:pos x="connsiteX4516" y="connsiteY4516"/>
                      </a:cxn>
                      <a:cxn ang="0">
                        <a:pos x="connsiteX4517" y="connsiteY4517"/>
                      </a:cxn>
                      <a:cxn ang="0">
                        <a:pos x="connsiteX4518" y="connsiteY4518"/>
                      </a:cxn>
                      <a:cxn ang="0">
                        <a:pos x="connsiteX4519" y="connsiteY4519"/>
                      </a:cxn>
                      <a:cxn ang="0">
                        <a:pos x="connsiteX4520" y="connsiteY4520"/>
                      </a:cxn>
                      <a:cxn ang="0">
                        <a:pos x="connsiteX4521" y="connsiteY4521"/>
                      </a:cxn>
                      <a:cxn ang="0">
                        <a:pos x="connsiteX4522" y="connsiteY4522"/>
                      </a:cxn>
                      <a:cxn ang="0">
                        <a:pos x="connsiteX4523" y="connsiteY4523"/>
                      </a:cxn>
                      <a:cxn ang="0">
                        <a:pos x="connsiteX4524" y="connsiteY4524"/>
                      </a:cxn>
                      <a:cxn ang="0">
                        <a:pos x="connsiteX4525" y="connsiteY4525"/>
                      </a:cxn>
                      <a:cxn ang="0">
                        <a:pos x="connsiteX4526" y="connsiteY4526"/>
                      </a:cxn>
                      <a:cxn ang="0">
                        <a:pos x="connsiteX4527" y="connsiteY4527"/>
                      </a:cxn>
                      <a:cxn ang="0">
                        <a:pos x="connsiteX4528" y="connsiteY4528"/>
                      </a:cxn>
                      <a:cxn ang="0">
                        <a:pos x="connsiteX4529" y="connsiteY4529"/>
                      </a:cxn>
                      <a:cxn ang="0">
                        <a:pos x="connsiteX4530" y="connsiteY4530"/>
                      </a:cxn>
                      <a:cxn ang="0">
                        <a:pos x="connsiteX4531" y="connsiteY4531"/>
                      </a:cxn>
                      <a:cxn ang="0">
                        <a:pos x="connsiteX4532" y="connsiteY4532"/>
                      </a:cxn>
                      <a:cxn ang="0">
                        <a:pos x="connsiteX4533" y="connsiteY4533"/>
                      </a:cxn>
                      <a:cxn ang="0">
                        <a:pos x="connsiteX4534" y="connsiteY4534"/>
                      </a:cxn>
                      <a:cxn ang="0">
                        <a:pos x="connsiteX4535" y="connsiteY4535"/>
                      </a:cxn>
                      <a:cxn ang="0">
                        <a:pos x="connsiteX4536" y="connsiteY4536"/>
                      </a:cxn>
                      <a:cxn ang="0">
                        <a:pos x="connsiteX4537" y="connsiteY4537"/>
                      </a:cxn>
                      <a:cxn ang="0">
                        <a:pos x="connsiteX4538" y="connsiteY4538"/>
                      </a:cxn>
                      <a:cxn ang="0">
                        <a:pos x="connsiteX4539" y="connsiteY4539"/>
                      </a:cxn>
                      <a:cxn ang="0">
                        <a:pos x="connsiteX4540" y="connsiteY4540"/>
                      </a:cxn>
                      <a:cxn ang="0">
                        <a:pos x="connsiteX4541" y="connsiteY4541"/>
                      </a:cxn>
                      <a:cxn ang="0">
                        <a:pos x="connsiteX4542" y="connsiteY4542"/>
                      </a:cxn>
                      <a:cxn ang="0">
                        <a:pos x="connsiteX4543" y="connsiteY4543"/>
                      </a:cxn>
                      <a:cxn ang="0">
                        <a:pos x="connsiteX4544" y="connsiteY4544"/>
                      </a:cxn>
                      <a:cxn ang="0">
                        <a:pos x="connsiteX4545" y="connsiteY4545"/>
                      </a:cxn>
                      <a:cxn ang="0">
                        <a:pos x="connsiteX4546" y="connsiteY4546"/>
                      </a:cxn>
                      <a:cxn ang="0">
                        <a:pos x="connsiteX4547" y="connsiteY4547"/>
                      </a:cxn>
                      <a:cxn ang="0">
                        <a:pos x="connsiteX4548" y="connsiteY4548"/>
                      </a:cxn>
                      <a:cxn ang="0">
                        <a:pos x="connsiteX4549" y="connsiteY4549"/>
                      </a:cxn>
                      <a:cxn ang="0">
                        <a:pos x="connsiteX4550" y="connsiteY4550"/>
                      </a:cxn>
                      <a:cxn ang="0">
                        <a:pos x="connsiteX4551" y="connsiteY4551"/>
                      </a:cxn>
                      <a:cxn ang="0">
                        <a:pos x="connsiteX4552" y="connsiteY4552"/>
                      </a:cxn>
                      <a:cxn ang="0">
                        <a:pos x="connsiteX4553" y="connsiteY4553"/>
                      </a:cxn>
                      <a:cxn ang="0">
                        <a:pos x="connsiteX4554" y="connsiteY4554"/>
                      </a:cxn>
                      <a:cxn ang="0">
                        <a:pos x="connsiteX4555" y="connsiteY4555"/>
                      </a:cxn>
                      <a:cxn ang="0">
                        <a:pos x="connsiteX4556" y="connsiteY4556"/>
                      </a:cxn>
                      <a:cxn ang="0">
                        <a:pos x="connsiteX4557" y="connsiteY4557"/>
                      </a:cxn>
                      <a:cxn ang="0">
                        <a:pos x="connsiteX4558" y="connsiteY4558"/>
                      </a:cxn>
                      <a:cxn ang="0">
                        <a:pos x="connsiteX4559" y="connsiteY4559"/>
                      </a:cxn>
                      <a:cxn ang="0">
                        <a:pos x="connsiteX4560" y="connsiteY4560"/>
                      </a:cxn>
                      <a:cxn ang="0">
                        <a:pos x="connsiteX4561" y="connsiteY4561"/>
                      </a:cxn>
                      <a:cxn ang="0">
                        <a:pos x="connsiteX4562" y="connsiteY4562"/>
                      </a:cxn>
                      <a:cxn ang="0">
                        <a:pos x="connsiteX4563" y="connsiteY4563"/>
                      </a:cxn>
                      <a:cxn ang="0">
                        <a:pos x="connsiteX4564" y="connsiteY4564"/>
                      </a:cxn>
                      <a:cxn ang="0">
                        <a:pos x="connsiteX4565" y="connsiteY4565"/>
                      </a:cxn>
                      <a:cxn ang="0">
                        <a:pos x="connsiteX4566" y="connsiteY4566"/>
                      </a:cxn>
                      <a:cxn ang="0">
                        <a:pos x="connsiteX4567" y="connsiteY4567"/>
                      </a:cxn>
                      <a:cxn ang="0">
                        <a:pos x="connsiteX4568" y="connsiteY4568"/>
                      </a:cxn>
                      <a:cxn ang="0">
                        <a:pos x="connsiteX4569" y="connsiteY4569"/>
                      </a:cxn>
                      <a:cxn ang="0">
                        <a:pos x="connsiteX4570" y="connsiteY4570"/>
                      </a:cxn>
                      <a:cxn ang="0">
                        <a:pos x="connsiteX4571" y="connsiteY4571"/>
                      </a:cxn>
                      <a:cxn ang="0">
                        <a:pos x="connsiteX4572" y="connsiteY4572"/>
                      </a:cxn>
                      <a:cxn ang="0">
                        <a:pos x="connsiteX4573" y="connsiteY4573"/>
                      </a:cxn>
                      <a:cxn ang="0">
                        <a:pos x="connsiteX4574" y="connsiteY4574"/>
                      </a:cxn>
                      <a:cxn ang="0">
                        <a:pos x="connsiteX4575" y="connsiteY4575"/>
                      </a:cxn>
                      <a:cxn ang="0">
                        <a:pos x="connsiteX4576" y="connsiteY4576"/>
                      </a:cxn>
                      <a:cxn ang="0">
                        <a:pos x="connsiteX4577" y="connsiteY4577"/>
                      </a:cxn>
                      <a:cxn ang="0">
                        <a:pos x="connsiteX4578" y="connsiteY4578"/>
                      </a:cxn>
                      <a:cxn ang="0">
                        <a:pos x="connsiteX4579" y="connsiteY4579"/>
                      </a:cxn>
                      <a:cxn ang="0">
                        <a:pos x="connsiteX4580" y="connsiteY4580"/>
                      </a:cxn>
                      <a:cxn ang="0">
                        <a:pos x="connsiteX4581" y="connsiteY4581"/>
                      </a:cxn>
                      <a:cxn ang="0">
                        <a:pos x="connsiteX4582" y="connsiteY4582"/>
                      </a:cxn>
                      <a:cxn ang="0">
                        <a:pos x="connsiteX4583" y="connsiteY4583"/>
                      </a:cxn>
                      <a:cxn ang="0">
                        <a:pos x="connsiteX4584" y="connsiteY4584"/>
                      </a:cxn>
                      <a:cxn ang="0">
                        <a:pos x="connsiteX4585" y="connsiteY4585"/>
                      </a:cxn>
                      <a:cxn ang="0">
                        <a:pos x="connsiteX4586" y="connsiteY4586"/>
                      </a:cxn>
                      <a:cxn ang="0">
                        <a:pos x="connsiteX4587" y="connsiteY4587"/>
                      </a:cxn>
                      <a:cxn ang="0">
                        <a:pos x="connsiteX4588" y="connsiteY4588"/>
                      </a:cxn>
                      <a:cxn ang="0">
                        <a:pos x="connsiteX4589" y="connsiteY4589"/>
                      </a:cxn>
                      <a:cxn ang="0">
                        <a:pos x="connsiteX4590" y="connsiteY4590"/>
                      </a:cxn>
                      <a:cxn ang="0">
                        <a:pos x="connsiteX4591" y="connsiteY4591"/>
                      </a:cxn>
                      <a:cxn ang="0">
                        <a:pos x="connsiteX4592" y="connsiteY4592"/>
                      </a:cxn>
                      <a:cxn ang="0">
                        <a:pos x="connsiteX4593" y="connsiteY4593"/>
                      </a:cxn>
                      <a:cxn ang="0">
                        <a:pos x="connsiteX4594" y="connsiteY4594"/>
                      </a:cxn>
                      <a:cxn ang="0">
                        <a:pos x="connsiteX4595" y="connsiteY4595"/>
                      </a:cxn>
                      <a:cxn ang="0">
                        <a:pos x="connsiteX4596" y="connsiteY4596"/>
                      </a:cxn>
                      <a:cxn ang="0">
                        <a:pos x="connsiteX4597" y="connsiteY4597"/>
                      </a:cxn>
                      <a:cxn ang="0">
                        <a:pos x="connsiteX4598" y="connsiteY4598"/>
                      </a:cxn>
                      <a:cxn ang="0">
                        <a:pos x="connsiteX4599" y="connsiteY4599"/>
                      </a:cxn>
                      <a:cxn ang="0">
                        <a:pos x="connsiteX4600" y="connsiteY4600"/>
                      </a:cxn>
                      <a:cxn ang="0">
                        <a:pos x="connsiteX4601" y="connsiteY4601"/>
                      </a:cxn>
                      <a:cxn ang="0">
                        <a:pos x="connsiteX4602" y="connsiteY4602"/>
                      </a:cxn>
                      <a:cxn ang="0">
                        <a:pos x="connsiteX4603" y="connsiteY4603"/>
                      </a:cxn>
                      <a:cxn ang="0">
                        <a:pos x="connsiteX4604" y="connsiteY4604"/>
                      </a:cxn>
                      <a:cxn ang="0">
                        <a:pos x="connsiteX4605" y="connsiteY4605"/>
                      </a:cxn>
                      <a:cxn ang="0">
                        <a:pos x="connsiteX4606" y="connsiteY4606"/>
                      </a:cxn>
                      <a:cxn ang="0">
                        <a:pos x="connsiteX4607" y="connsiteY4607"/>
                      </a:cxn>
                      <a:cxn ang="0">
                        <a:pos x="connsiteX4608" y="connsiteY4608"/>
                      </a:cxn>
                      <a:cxn ang="0">
                        <a:pos x="connsiteX4609" y="connsiteY4609"/>
                      </a:cxn>
                      <a:cxn ang="0">
                        <a:pos x="connsiteX4610" y="connsiteY4610"/>
                      </a:cxn>
                      <a:cxn ang="0">
                        <a:pos x="connsiteX4611" y="connsiteY4611"/>
                      </a:cxn>
                      <a:cxn ang="0">
                        <a:pos x="connsiteX4612" y="connsiteY4612"/>
                      </a:cxn>
                      <a:cxn ang="0">
                        <a:pos x="connsiteX4613" y="connsiteY4613"/>
                      </a:cxn>
                      <a:cxn ang="0">
                        <a:pos x="connsiteX4614" y="connsiteY4614"/>
                      </a:cxn>
                      <a:cxn ang="0">
                        <a:pos x="connsiteX4615" y="connsiteY4615"/>
                      </a:cxn>
                      <a:cxn ang="0">
                        <a:pos x="connsiteX4616" y="connsiteY4616"/>
                      </a:cxn>
                      <a:cxn ang="0">
                        <a:pos x="connsiteX4617" y="connsiteY4617"/>
                      </a:cxn>
                      <a:cxn ang="0">
                        <a:pos x="connsiteX4618" y="connsiteY4618"/>
                      </a:cxn>
                      <a:cxn ang="0">
                        <a:pos x="connsiteX4619" y="connsiteY4619"/>
                      </a:cxn>
                      <a:cxn ang="0">
                        <a:pos x="connsiteX4620" y="connsiteY4620"/>
                      </a:cxn>
                      <a:cxn ang="0">
                        <a:pos x="connsiteX4621" y="connsiteY4621"/>
                      </a:cxn>
                      <a:cxn ang="0">
                        <a:pos x="connsiteX4622" y="connsiteY4622"/>
                      </a:cxn>
                      <a:cxn ang="0">
                        <a:pos x="connsiteX4623" y="connsiteY4623"/>
                      </a:cxn>
                      <a:cxn ang="0">
                        <a:pos x="connsiteX4624" y="connsiteY4624"/>
                      </a:cxn>
                      <a:cxn ang="0">
                        <a:pos x="connsiteX4625" y="connsiteY4625"/>
                      </a:cxn>
                      <a:cxn ang="0">
                        <a:pos x="connsiteX4626" y="connsiteY4626"/>
                      </a:cxn>
                      <a:cxn ang="0">
                        <a:pos x="connsiteX4627" y="connsiteY4627"/>
                      </a:cxn>
                      <a:cxn ang="0">
                        <a:pos x="connsiteX4628" y="connsiteY4628"/>
                      </a:cxn>
                      <a:cxn ang="0">
                        <a:pos x="connsiteX4629" y="connsiteY4629"/>
                      </a:cxn>
                      <a:cxn ang="0">
                        <a:pos x="connsiteX4630" y="connsiteY4630"/>
                      </a:cxn>
                      <a:cxn ang="0">
                        <a:pos x="connsiteX4631" y="connsiteY4631"/>
                      </a:cxn>
                      <a:cxn ang="0">
                        <a:pos x="connsiteX4632" y="connsiteY4632"/>
                      </a:cxn>
                      <a:cxn ang="0">
                        <a:pos x="connsiteX4633" y="connsiteY4633"/>
                      </a:cxn>
                      <a:cxn ang="0">
                        <a:pos x="connsiteX4634" y="connsiteY4634"/>
                      </a:cxn>
                      <a:cxn ang="0">
                        <a:pos x="connsiteX4635" y="connsiteY4635"/>
                      </a:cxn>
                      <a:cxn ang="0">
                        <a:pos x="connsiteX4636" y="connsiteY4636"/>
                      </a:cxn>
                      <a:cxn ang="0">
                        <a:pos x="connsiteX4637" y="connsiteY4637"/>
                      </a:cxn>
                      <a:cxn ang="0">
                        <a:pos x="connsiteX4638" y="connsiteY4638"/>
                      </a:cxn>
                      <a:cxn ang="0">
                        <a:pos x="connsiteX4639" y="connsiteY4639"/>
                      </a:cxn>
                      <a:cxn ang="0">
                        <a:pos x="connsiteX4640" y="connsiteY4640"/>
                      </a:cxn>
                      <a:cxn ang="0">
                        <a:pos x="connsiteX4641" y="connsiteY4641"/>
                      </a:cxn>
                      <a:cxn ang="0">
                        <a:pos x="connsiteX4642" y="connsiteY4642"/>
                      </a:cxn>
                      <a:cxn ang="0">
                        <a:pos x="connsiteX4643" y="connsiteY4643"/>
                      </a:cxn>
                      <a:cxn ang="0">
                        <a:pos x="connsiteX4644" y="connsiteY4644"/>
                      </a:cxn>
                      <a:cxn ang="0">
                        <a:pos x="connsiteX4645" y="connsiteY4645"/>
                      </a:cxn>
                      <a:cxn ang="0">
                        <a:pos x="connsiteX4646" y="connsiteY4646"/>
                      </a:cxn>
                      <a:cxn ang="0">
                        <a:pos x="connsiteX4647" y="connsiteY4647"/>
                      </a:cxn>
                      <a:cxn ang="0">
                        <a:pos x="connsiteX4648" y="connsiteY4648"/>
                      </a:cxn>
                      <a:cxn ang="0">
                        <a:pos x="connsiteX4649" y="connsiteY4649"/>
                      </a:cxn>
                      <a:cxn ang="0">
                        <a:pos x="connsiteX4650" y="connsiteY4650"/>
                      </a:cxn>
                      <a:cxn ang="0">
                        <a:pos x="connsiteX4651" y="connsiteY4651"/>
                      </a:cxn>
                      <a:cxn ang="0">
                        <a:pos x="connsiteX4652" y="connsiteY4652"/>
                      </a:cxn>
                      <a:cxn ang="0">
                        <a:pos x="connsiteX4653" y="connsiteY4653"/>
                      </a:cxn>
                      <a:cxn ang="0">
                        <a:pos x="connsiteX4654" y="connsiteY4654"/>
                      </a:cxn>
                      <a:cxn ang="0">
                        <a:pos x="connsiteX4655" y="connsiteY4655"/>
                      </a:cxn>
                      <a:cxn ang="0">
                        <a:pos x="connsiteX4656" y="connsiteY4656"/>
                      </a:cxn>
                      <a:cxn ang="0">
                        <a:pos x="connsiteX4657" y="connsiteY4657"/>
                      </a:cxn>
                      <a:cxn ang="0">
                        <a:pos x="connsiteX4658" y="connsiteY4658"/>
                      </a:cxn>
                      <a:cxn ang="0">
                        <a:pos x="connsiteX4659" y="connsiteY4659"/>
                      </a:cxn>
                      <a:cxn ang="0">
                        <a:pos x="connsiteX4660" y="connsiteY4660"/>
                      </a:cxn>
                      <a:cxn ang="0">
                        <a:pos x="connsiteX4661" y="connsiteY4661"/>
                      </a:cxn>
                      <a:cxn ang="0">
                        <a:pos x="connsiteX4662" y="connsiteY4662"/>
                      </a:cxn>
                      <a:cxn ang="0">
                        <a:pos x="connsiteX4663" y="connsiteY4663"/>
                      </a:cxn>
                      <a:cxn ang="0">
                        <a:pos x="connsiteX4664" y="connsiteY4664"/>
                      </a:cxn>
                      <a:cxn ang="0">
                        <a:pos x="connsiteX4665" y="connsiteY4665"/>
                      </a:cxn>
                      <a:cxn ang="0">
                        <a:pos x="connsiteX4666" y="connsiteY4666"/>
                      </a:cxn>
                      <a:cxn ang="0">
                        <a:pos x="connsiteX4667" y="connsiteY4667"/>
                      </a:cxn>
                      <a:cxn ang="0">
                        <a:pos x="connsiteX4668" y="connsiteY4668"/>
                      </a:cxn>
                      <a:cxn ang="0">
                        <a:pos x="connsiteX4669" y="connsiteY4669"/>
                      </a:cxn>
                      <a:cxn ang="0">
                        <a:pos x="connsiteX4670" y="connsiteY4670"/>
                      </a:cxn>
                      <a:cxn ang="0">
                        <a:pos x="connsiteX4671" y="connsiteY4671"/>
                      </a:cxn>
                      <a:cxn ang="0">
                        <a:pos x="connsiteX4672" y="connsiteY4672"/>
                      </a:cxn>
                      <a:cxn ang="0">
                        <a:pos x="connsiteX4673" y="connsiteY4673"/>
                      </a:cxn>
                      <a:cxn ang="0">
                        <a:pos x="connsiteX4674" y="connsiteY4674"/>
                      </a:cxn>
                      <a:cxn ang="0">
                        <a:pos x="connsiteX4675" y="connsiteY4675"/>
                      </a:cxn>
                      <a:cxn ang="0">
                        <a:pos x="connsiteX4676" y="connsiteY4676"/>
                      </a:cxn>
                      <a:cxn ang="0">
                        <a:pos x="connsiteX4677" y="connsiteY4677"/>
                      </a:cxn>
                      <a:cxn ang="0">
                        <a:pos x="connsiteX4678" y="connsiteY4678"/>
                      </a:cxn>
                      <a:cxn ang="0">
                        <a:pos x="connsiteX4679" y="connsiteY4679"/>
                      </a:cxn>
                      <a:cxn ang="0">
                        <a:pos x="connsiteX4680" y="connsiteY4680"/>
                      </a:cxn>
                      <a:cxn ang="0">
                        <a:pos x="connsiteX4681" y="connsiteY4681"/>
                      </a:cxn>
                      <a:cxn ang="0">
                        <a:pos x="connsiteX4682" y="connsiteY4682"/>
                      </a:cxn>
                      <a:cxn ang="0">
                        <a:pos x="connsiteX4683" y="connsiteY4683"/>
                      </a:cxn>
                      <a:cxn ang="0">
                        <a:pos x="connsiteX4684" y="connsiteY4684"/>
                      </a:cxn>
                      <a:cxn ang="0">
                        <a:pos x="connsiteX4685" y="connsiteY4685"/>
                      </a:cxn>
                      <a:cxn ang="0">
                        <a:pos x="connsiteX4686" y="connsiteY4686"/>
                      </a:cxn>
                      <a:cxn ang="0">
                        <a:pos x="connsiteX4687" y="connsiteY4687"/>
                      </a:cxn>
                      <a:cxn ang="0">
                        <a:pos x="connsiteX4688" y="connsiteY4688"/>
                      </a:cxn>
                      <a:cxn ang="0">
                        <a:pos x="connsiteX4689" y="connsiteY4689"/>
                      </a:cxn>
                      <a:cxn ang="0">
                        <a:pos x="connsiteX4690" y="connsiteY4690"/>
                      </a:cxn>
                      <a:cxn ang="0">
                        <a:pos x="connsiteX4691" y="connsiteY4691"/>
                      </a:cxn>
                      <a:cxn ang="0">
                        <a:pos x="connsiteX4692" y="connsiteY4692"/>
                      </a:cxn>
                      <a:cxn ang="0">
                        <a:pos x="connsiteX4693" y="connsiteY4693"/>
                      </a:cxn>
                      <a:cxn ang="0">
                        <a:pos x="connsiteX4694" y="connsiteY4694"/>
                      </a:cxn>
                      <a:cxn ang="0">
                        <a:pos x="connsiteX4695" y="connsiteY4695"/>
                      </a:cxn>
                      <a:cxn ang="0">
                        <a:pos x="connsiteX4696" y="connsiteY4696"/>
                      </a:cxn>
                      <a:cxn ang="0">
                        <a:pos x="connsiteX4697" y="connsiteY4697"/>
                      </a:cxn>
                      <a:cxn ang="0">
                        <a:pos x="connsiteX4698" y="connsiteY4698"/>
                      </a:cxn>
                      <a:cxn ang="0">
                        <a:pos x="connsiteX4699" y="connsiteY4699"/>
                      </a:cxn>
                      <a:cxn ang="0">
                        <a:pos x="connsiteX4700" y="connsiteY4700"/>
                      </a:cxn>
                      <a:cxn ang="0">
                        <a:pos x="connsiteX4701" y="connsiteY4701"/>
                      </a:cxn>
                      <a:cxn ang="0">
                        <a:pos x="connsiteX4702" y="connsiteY4702"/>
                      </a:cxn>
                      <a:cxn ang="0">
                        <a:pos x="connsiteX4703" y="connsiteY4703"/>
                      </a:cxn>
                      <a:cxn ang="0">
                        <a:pos x="connsiteX4704" y="connsiteY4704"/>
                      </a:cxn>
                      <a:cxn ang="0">
                        <a:pos x="connsiteX4705" y="connsiteY4705"/>
                      </a:cxn>
                      <a:cxn ang="0">
                        <a:pos x="connsiteX4706" y="connsiteY4706"/>
                      </a:cxn>
                      <a:cxn ang="0">
                        <a:pos x="connsiteX4707" y="connsiteY4707"/>
                      </a:cxn>
                      <a:cxn ang="0">
                        <a:pos x="connsiteX4708" y="connsiteY4708"/>
                      </a:cxn>
                      <a:cxn ang="0">
                        <a:pos x="connsiteX4709" y="connsiteY4709"/>
                      </a:cxn>
                      <a:cxn ang="0">
                        <a:pos x="connsiteX4710" y="connsiteY4710"/>
                      </a:cxn>
                      <a:cxn ang="0">
                        <a:pos x="connsiteX4711" y="connsiteY4711"/>
                      </a:cxn>
                      <a:cxn ang="0">
                        <a:pos x="connsiteX4712" y="connsiteY4712"/>
                      </a:cxn>
                      <a:cxn ang="0">
                        <a:pos x="connsiteX4713" y="connsiteY4713"/>
                      </a:cxn>
                      <a:cxn ang="0">
                        <a:pos x="connsiteX4714" y="connsiteY4714"/>
                      </a:cxn>
                      <a:cxn ang="0">
                        <a:pos x="connsiteX4715" y="connsiteY4715"/>
                      </a:cxn>
                      <a:cxn ang="0">
                        <a:pos x="connsiteX4716" y="connsiteY4716"/>
                      </a:cxn>
                      <a:cxn ang="0">
                        <a:pos x="connsiteX4717" y="connsiteY4717"/>
                      </a:cxn>
                      <a:cxn ang="0">
                        <a:pos x="connsiteX4718" y="connsiteY4718"/>
                      </a:cxn>
                      <a:cxn ang="0">
                        <a:pos x="connsiteX4719" y="connsiteY4719"/>
                      </a:cxn>
                      <a:cxn ang="0">
                        <a:pos x="connsiteX4720" y="connsiteY4720"/>
                      </a:cxn>
                      <a:cxn ang="0">
                        <a:pos x="connsiteX4721" y="connsiteY4721"/>
                      </a:cxn>
                      <a:cxn ang="0">
                        <a:pos x="connsiteX4722" y="connsiteY4722"/>
                      </a:cxn>
                      <a:cxn ang="0">
                        <a:pos x="connsiteX4723" y="connsiteY4723"/>
                      </a:cxn>
                      <a:cxn ang="0">
                        <a:pos x="connsiteX4724" y="connsiteY4724"/>
                      </a:cxn>
                      <a:cxn ang="0">
                        <a:pos x="connsiteX4725" y="connsiteY4725"/>
                      </a:cxn>
                      <a:cxn ang="0">
                        <a:pos x="connsiteX4726" y="connsiteY4726"/>
                      </a:cxn>
                      <a:cxn ang="0">
                        <a:pos x="connsiteX4727" y="connsiteY4727"/>
                      </a:cxn>
                      <a:cxn ang="0">
                        <a:pos x="connsiteX4728" y="connsiteY4728"/>
                      </a:cxn>
                      <a:cxn ang="0">
                        <a:pos x="connsiteX4729" y="connsiteY4729"/>
                      </a:cxn>
                      <a:cxn ang="0">
                        <a:pos x="connsiteX4730" y="connsiteY4730"/>
                      </a:cxn>
                      <a:cxn ang="0">
                        <a:pos x="connsiteX4731" y="connsiteY4731"/>
                      </a:cxn>
                      <a:cxn ang="0">
                        <a:pos x="connsiteX4732" y="connsiteY4732"/>
                      </a:cxn>
                      <a:cxn ang="0">
                        <a:pos x="connsiteX4733" y="connsiteY4733"/>
                      </a:cxn>
                      <a:cxn ang="0">
                        <a:pos x="connsiteX4734" y="connsiteY4734"/>
                      </a:cxn>
                      <a:cxn ang="0">
                        <a:pos x="connsiteX4735" y="connsiteY4735"/>
                      </a:cxn>
                      <a:cxn ang="0">
                        <a:pos x="connsiteX4736" y="connsiteY4736"/>
                      </a:cxn>
                      <a:cxn ang="0">
                        <a:pos x="connsiteX4737" y="connsiteY4737"/>
                      </a:cxn>
                      <a:cxn ang="0">
                        <a:pos x="connsiteX4738" y="connsiteY4738"/>
                      </a:cxn>
                      <a:cxn ang="0">
                        <a:pos x="connsiteX4739" y="connsiteY4739"/>
                      </a:cxn>
                      <a:cxn ang="0">
                        <a:pos x="connsiteX4740" y="connsiteY4740"/>
                      </a:cxn>
                      <a:cxn ang="0">
                        <a:pos x="connsiteX4741" y="connsiteY4741"/>
                      </a:cxn>
                      <a:cxn ang="0">
                        <a:pos x="connsiteX4742" y="connsiteY4742"/>
                      </a:cxn>
                      <a:cxn ang="0">
                        <a:pos x="connsiteX4743" y="connsiteY4743"/>
                      </a:cxn>
                      <a:cxn ang="0">
                        <a:pos x="connsiteX4744" y="connsiteY4744"/>
                      </a:cxn>
                      <a:cxn ang="0">
                        <a:pos x="connsiteX4745" y="connsiteY4745"/>
                      </a:cxn>
                      <a:cxn ang="0">
                        <a:pos x="connsiteX4746" y="connsiteY4746"/>
                      </a:cxn>
                      <a:cxn ang="0">
                        <a:pos x="connsiteX4747" y="connsiteY4747"/>
                      </a:cxn>
                      <a:cxn ang="0">
                        <a:pos x="connsiteX4748" y="connsiteY4748"/>
                      </a:cxn>
                      <a:cxn ang="0">
                        <a:pos x="connsiteX4749" y="connsiteY4749"/>
                      </a:cxn>
                      <a:cxn ang="0">
                        <a:pos x="connsiteX4750" y="connsiteY4750"/>
                      </a:cxn>
                      <a:cxn ang="0">
                        <a:pos x="connsiteX4751" y="connsiteY4751"/>
                      </a:cxn>
                      <a:cxn ang="0">
                        <a:pos x="connsiteX4752" y="connsiteY4752"/>
                      </a:cxn>
                      <a:cxn ang="0">
                        <a:pos x="connsiteX4753" y="connsiteY4753"/>
                      </a:cxn>
                      <a:cxn ang="0">
                        <a:pos x="connsiteX4754" y="connsiteY4754"/>
                      </a:cxn>
                      <a:cxn ang="0">
                        <a:pos x="connsiteX4755" y="connsiteY4755"/>
                      </a:cxn>
                      <a:cxn ang="0">
                        <a:pos x="connsiteX4756" y="connsiteY4756"/>
                      </a:cxn>
                      <a:cxn ang="0">
                        <a:pos x="connsiteX4757" y="connsiteY4757"/>
                      </a:cxn>
                      <a:cxn ang="0">
                        <a:pos x="connsiteX4758" y="connsiteY4758"/>
                      </a:cxn>
                      <a:cxn ang="0">
                        <a:pos x="connsiteX4759" y="connsiteY4759"/>
                      </a:cxn>
                      <a:cxn ang="0">
                        <a:pos x="connsiteX4760" y="connsiteY4760"/>
                      </a:cxn>
                      <a:cxn ang="0">
                        <a:pos x="connsiteX4761" y="connsiteY4761"/>
                      </a:cxn>
                      <a:cxn ang="0">
                        <a:pos x="connsiteX4762" y="connsiteY4762"/>
                      </a:cxn>
                      <a:cxn ang="0">
                        <a:pos x="connsiteX4763" y="connsiteY4763"/>
                      </a:cxn>
                      <a:cxn ang="0">
                        <a:pos x="connsiteX4764" y="connsiteY4764"/>
                      </a:cxn>
                      <a:cxn ang="0">
                        <a:pos x="connsiteX4765" y="connsiteY4765"/>
                      </a:cxn>
                      <a:cxn ang="0">
                        <a:pos x="connsiteX4766" y="connsiteY4766"/>
                      </a:cxn>
                      <a:cxn ang="0">
                        <a:pos x="connsiteX4767" y="connsiteY4767"/>
                      </a:cxn>
                      <a:cxn ang="0">
                        <a:pos x="connsiteX4768" y="connsiteY4768"/>
                      </a:cxn>
                      <a:cxn ang="0">
                        <a:pos x="connsiteX4769" y="connsiteY4769"/>
                      </a:cxn>
                      <a:cxn ang="0">
                        <a:pos x="connsiteX4770" y="connsiteY4770"/>
                      </a:cxn>
                      <a:cxn ang="0">
                        <a:pos x="connsiteX4771" y="connsiteY4771"/>
                      </a:cxn>
                      <a:cxn ang="0">
                        <a:pos x="connsiteX4772" y="connsiteY4772"/>
                      </a:cxn>
                      <a:cxn ang="0">
                        <a:pos x="connsiteX4773" y="connsiteY4773"/>
                      </a:cxn>
                      <a:cxn ang="0">
                        <a:pos x="connsiteX4774" y="connsiteY4774"/>
                      </a:cxn>
                      <a:cxn ang="0">
                        <a:pos x="connsiteX4775" y="connsiteY4775"/>
                      </a:cxn>
                      <a:cxn ang="0">
                        <a:pos x="connsiteX4776" y="connsiteY4776"/>
                      </a:cxn>
                      <a:cxn ang="0">
                        <a:pos x="connsiteX4777" y="connsiteY4777"/>
                      </a:cxn>
                      <a:cxn ang="0">
                        <a:pos x="connsiteX4778" y="connsiteY4778"/>
                      </a:cxn>
                      <a:cxn ang="0">
                        <a:pos x="connsiteX4779" y="connsiteY4779"/>
                      </a:cxn>
                      <a:cxn ang="0">
                        <a:pos x="connsiteX4780" y="connsiteY4780"/>
                      </a:cxn>
                      <a:cxn ang="0">
                        <a:pos x="connsiteX4781" y="connsiteY4781"/>
                      </a:cxn>
                      <a:cxn ang="0">
                        <a:pos x="connsiteX4782" y="connsiteY4782"/>
                      </a:cxn>
                      <a:cxn ang="0">
                        <a:pos x="connsiteX4783" y="connsiteY4783"/>
                      </a:cxn>
                      <a:cxn ang="0">
                        <a:pos x="connsiteX4784" y="connsiteY4784"/>
                      </a:cxn>
                      <a:cxn ang="0">
                        <a:pos x="connsiteX4785" y="connsiteY4785"/>
                      </a:cxn>
                      <a:cxn ang="0">
                        <a:pos x="connsiteX4786" y="connsiteY4786"/>
                      </a:cxn>
                      <a:cxn ang="0">
                        <a:pos x="connsiteX4787" y="connsiteY4787"/>
                      </a:cxn>
                      <a:cxn ang="0">
                        <a:pos x="connsiteX4788" y="connsiteY4788"/>
                      </a:cxn>
                      <a:cxn ang="0">
                        <a:pos x="connsiteX4789" y="connsiteY4789"/>
                      </a:cxn>
                      <a:cxn ang="0">
                        <a:pos x="connsiteX4790" y="connsiteY4790"/>
                      </a:cxn>
                      <a:cxn ang="0">
                        <a:pos x="connsiteX4791" y="connsiteY4791"/>
                      </a:cxn>
                      <a:cxn ang="0">
                        <a:pos x="connsiteX4792" y="connsiteY4792"/>
                      </a:cxn>
                      <a:cxn ang="0">
                        <a:pos x="connsiteX4793" y="connsiteY4793"/>
                      </a:cxn>
                      <a:cxn ang="0">
                        <a:pos x="connsiteX4794" y="connsiteY4794"/>
                      </a:cxn>
                      <a:cxn ang="0">
                        <a:pos x="connsiteX4795" y="connsiteY4795"/>
                      </a:cxn>
                      <a:cxn ang="0">
                        <a:pos x="connsiteX4796" y="connsiteY4796"/>
                      </a:cxn>
                      <a:cxn ang="0">
                        <a:pos x="connsiteX4797" y="connsiteY4797"/>
                      </a:cxn>
                      <a:cxn ang="0">
                        <a:pos x="connsiteX4798" y="connsiteY4798"/>
                      </a:cxn>
                      <a:cxn ang="0">
                        <a:pos x="connsiteX4799" y="connsiteY4799"/>
                      </a:cxn>
                      <a:cxn ang="0">
                        <a:pos x="connsiteX4800" y="connsiteY4800"/>
                      </a:cxn>
                      <a:cxn ang="0">
                        <a:pos x="connsiteX4801" y="connsiteY4801"/>
                      </a:cxn>
                      <a:cxn ang="0">
                        <a:pos x="connsiteX4802" y="connsiteY4802"/>
                      </a:cxn>
                      <a:cxn ang="0">
                        <a:pos x="connsiteX4803" y="connsiteY4803"/>
                      </a:cxn>
                      <a:cxn ang="0">
                        <a:pos x="connsiteX4804" y="connsiteY4804"/>
                      </a:cxn>
                      <a:cxn ang="0">
                        <a:pos x="connsiteX4805" y="connsiteY4805"/>
                      </a:cxn>
                      <a:cxn ang="0">
                        <a:pos x="connsiteX4806" y="connsiteY4806"/>
                      </a:cxn>
                      <a:cxn ang="0">
                        <a:pos x="connsiteX4807" y="connsiteY4807"/>
                      </a:cxn>
                      <a:cxn ang="0">
                        <a:pos x="connsiteX4808" y="connsiteY4808"/>
                      </a:cxn>
                      <a:cxn ang="0">
                        <a:pos x="connsiteX4809" y="connsiteY4809"/>
                      </a:cxn>
                      <a:cxn ang="0">
                        <a:pos x="connsiteX4810" y="connsiteY4810"/>
                      </a:cxn>
                      <a:cxn ang="0">
                        <a:pos x="connsiteX4811" y="connsiteY4811"/>
                      </a:cxn>
                      <a:cxn ang="0">
                        <a:pos x="connsiteX4812" y="connsiteY4812"/>
                      </a:cxn>
                      <a:cxn ang="0">
                        <a:pos x="connsiteX4813" y="connsiteY4813"/>
                      </a:cxn>
                      <a:cxn ang="0">
                        <a:pos x="connsiteX4814" y="connsiteY4814"/>
                      </a:cxn>
                      <a:cxn ang="0">
                        <a:pos x="connsiteX4815" y="connsiteY4815"/>
                      </a:cxn>
                      <a:cxn ang="0">
                        <a:pos x="connsiteX4816" y="connsiteY4816"/>
                      </a:cxn>
                      <a:cxn ang="0">
                        <a:pos x="connsiteX4817" y="connsiteY4817"/>
                      </a:cxn>
                      <a:cxn ang="0">
                        <a:pos x="connsiteX4818" y="connsiteY4818"/>
                      </a:cxn>
                      <a:cxn ang="0">
                        <a:pos x="connsiteX4819" y="connsiteY4819"/>
                      </a:cxn>
                      <a:cxn ang="0">
                        <a:pos x="connsiteX4820" y="connsiteY4820"/>
                      </a:cxn>
                      <a:cxn ang="0">
                        <a:pos x="connsiteX4821" y="connsiteY4821"/>
                      </a:cxn>
                      <a:cxn ang="0">
                        <a:pos x="connsiteX4822" y="connsiteY4822"/>
                      </a:cxn>
                      <a:cxn ang="0">
                        <a:pos x="connsiteX4823" y="connsiteY4823"/>
                      </a:cxn>
                      <a:cxn ang="0">
                        <a:pos x="connsiteX4824" y="connsiteY4824"/>
                      </a:cxn>
                      <a:cxn ang="0">
                        <a:pos x="connsiteX4825" y="connsiteY4825"/>
                      </a:cxn>
                      <a:cxn ang="0">
                        <a:pos x="connsiteX4826" y="connsiteY4826"/>
                      </a:cxn>
                      <a:cxn ang="0">
                        <a:pos x="connsiteX4827" y="connsiteY4827"/>
                      </a:cxn>
                      <a:cxn ang="0">
                        <a:pos x="connsiteX4828" y="connsiteY4828"/>
                      </a:cxn>
                      <a:cxn ang="0">
                        <a:pos x="connsiteX4829" y="connsiteY4829"/>
                      </a:cxn>
                      <a:cxn ang="0">
                        <a:pos x="connsiteX4830" y="connsiteY4830"/>
                      </a:cxn>
                      <a:cxn ang="0">
                        <a:pos x="connsiteX4831" y="connsiteY4831"/>
                      </a:cxn>
                      <a:cxn ang="0">
                        <a:pos x="connsiteX4832" y="connsiteY4832"/>
                      </a:cxn>
                      <a:cxn ang="0">
                        <a:pos x="connsiteX4833" y="connsiteY4833"/>
                      </a:cxn>
                      <a:cxn ang="0">
                        <a:pos x="connsiteX4834" y="connsiteY4834"/>
                      </a:cxn>
                      <a:cxn ang="0">
                        <a:pos x="connsiteX4835" y="connsiteY4835"/>
                      </a:cxn>
                      <a:cxn ang="0">
                        <a:pos x="connsiteX4836" y="connsiteY4836"/>
                      </a:cxn>
                      <a:cxn ang="0">
                        <a:pos x="connsiteX4837" y="connsiteY4837"/>
                      </a:cxn>
                      <a:cxn ang="0">
                        <a:pos x="connsiteX4838" y="connsiteY4838"/>
                      </a:cxn>
                      <a:cxn ang="0">
                        <a:pos x="connsiteX4839" y="connsiteY4839"/>
                      </a:cxn>
                      <a:cxn ang="0">
                        <a:pos x="connsiteX4840" y="connsiteY4840"/>
                      </a:cxn>
                      <a:cxn ang="0">
                        <a:pos x="connsiteX4841" y="connsiteY4841"/>
                      </a:cxn>
                      <a:cxn ang="0">
                        <a:pos x="connsiteX4842" y="connsiteY4842"/>
                      </a:cxn>
                      <a:cxn ang="0">
                        <a:pos x="connsiteX4843" y="connsiteY4843"/>
                      </a:cxn>
                      <a:cxn ang="0">
                        <a:pos x="connsiteX4844" y="connsiteY4844"/>
                      </a:cxn>
                      <a:cxn ang="0">
                        <a:pos x="connsiteX4845" y="connsiteY4845"/>
                      </a:cxn>
                      <a:cxn ang="0">
                        <a:pos x="connsiteX4846" y="connsiteY4846"/>
                      </a:cxn>
                      <a:cxn ang="0">
                        <a:pos x="connsiteX4847" y="connsiteY4847"/>
                      </a:cxn>
                      <a:cxn ang="0">
                        <a:pos x="connsiteX4848" y="connsiteY4848"/>
                      </a:cxn>
                      <a:cxn ang="0">
                        <a:pos x="connsiteX4849" y="connsiteY4849"/>
                      </a:cxn>
                      <a:cxn ang="0">
                        <a:pos x="connsiteX4850" y="connsiteY4850"/>
                      </a:cxn>
                      <a:cxn ang="0">
                        <a:pos x="connsiteX4851" y="connsiteY4851"/>
                      </a:cxn>
                      <a:cxn ang="0">
                        <a:pos x="connsiteX4852" y="connsiteY4852"/>
                      </a:cxn>
                      <a:cxn ang="0">
                        <a:pos x="connsiteX4853" y="connsiteY4853"/>
                      </a:cxn>
                      <a:cxn ang="0">
                        <a:pos x="connsiteX4854" y="connsiteY4854"/>
                      </a:cxn>
                      <a:cxn ang="0">
                        <a:pos x="connsiteX4855" y="connsiteY4855"/>
                      </a:cxn>
                      <a:cxn ang="0">
                        <a:pos x="connsiteX4856" y="connsiteY4856"/>
                      </a:cxn>
                      <a:cxn ang="0">
                        <a:pos x="connsiteX4857" y="connsiteY4857"/>
                      </a:cxn>
                      <a:cxn ang="0">
                        <a:pos x="connsiteX4858" y="connsiteY4858"/>
                      </a:cxn>
                      <a:cxn ang="0">
                        <a:pos x="connsiteX4859" y="connsiteY4859"/>
                      </a:cxn>
                      <a:cxn ang="0">
                        <a:pos x="connsiteX4860" y="connsiteY4860"/>
                      </a:cxn>
                      <a:cxn ang="0">
                        <a:pos x="connsiteX4861" y="connsiteY4861"/>
                      </a:cxn>
                      <a:cxn ang="0">
                        <a:pos x="connsiteX4862" y="connsiteY4862"/>
                      </a:cxn>
                      <a:cxn ang="0">
                        <a:pos x="connsiteX4863" y="connsiteY4863"/>
                      </a:cxn>
                      <a:cxn ang="0">
                        <a:pos x="connsiteX4864" y="connsiteY4864"/>
                      </a:cxn>
                      <a:cxn ang="0">
                        <a:pos x="connsiteX4865" y="connsiteY4865"/>
                      </a:cxn>
                      <a:cxn ang="0">
                        <a:pos x="connsiteX4866" y="connsiteY4866"/>
                      </a:cxn>
                      <a:cxn ang="0">
                        <a:pos x="connsiteX4867" y="connsiteY4867"/>
                      </a:cxn>
                      <a:cxn ang="0">
                        <a:pos x="connsiteX4868" y="connsiteY4868"/>
                      </a:cxn>
                      <a:cxn ang="0">
                        <a:pos x="connsiteX4869" y="connsiteY4869"/>
                      </a:cxn>
                      <a:cxn ang="0">
                        <a:pos x="connsiteX4870" y="connsiteY4870"/>
                      </a:cxn>
                      <a:cxn ang="0">
                        <a:pos x="connsiteX4871" y="connsiteY4871"/>
                      </a:cxn>
                      <a:cxn ang="0">
                        <a:pos x="connsiteX4872" y="connsiteY4872"/>
                      </a:cxn>
                      <a:cxn ang="0">
                        <a:pos x="connsiteX4873" y="connsiteY4873"/>
                      </a:cxn>
                      <a:cxn ang="0">
                        <a:pos x="connsiteX4874" y="connsiteY4874"/>
                      </a:cxn>
                      <a:cxn ang="0">
                        <a:pos x="connsiteX4875" y="connsiteY4875"/>
                      </a:cxn>
                      <a:cxn ang="0">
                        <a:pos x="connsiteX4876" y="connsiteY4876"/>
                      </a:cxn>
                      <a:cxn ang="0">
                        <a:pos x="connsiteX4877" y="connsiteY4877"/>
                      </a:cxn>
                      <a:cxn ang="0">
                        <a:pos x="connsiteX4878" y="connsiteY4878"/>
                      </a:cxn>
                      <a:cxn ang="0">
                        <a:pos x="connsiteX4879" y="connsiteY4879"/>
                      </a:cxn>
                      <a:cxn ang="0">
                        <a:pos x="connsiteX4880" y="connsiteY4880"/>
                      </a:cxn>
                      <a:cxn ang="0">
                        <a:pos x="connsiteX4881" y="connsiteY4881"/>
                      </a:cxn>
                      <a:cxn ang="0">
                        <a:pos x="connsiteX4882" y="connsiteY4882"/>
                      </a:cxn>
                      <a:cxn ang="0">
                        <a:pos x="connsiteX4883" y="connsiteY4883"/>
                      </a:cxn>
                      <a:cxn ang="0">
                        <a:pos x="connsiteX4884" y="connsiteY4884"/>
                      </a:cxn>
                      <a:cxn ang="0">
                        <a:pos x="connsiteX4885" y="connsiteY4885"/>
                      </a:cxn>
                      <a:cxn ang="0">
                        <a:pos x="connsiteX4886" y="connsiteY4886"/>
                      </a:cxn>
                      <a:cxn ang="0">
                        <a:pos x="connsiteX4887" y="connsiteY4887"/>
                      </a:cxn>
                      <a:cxn ang="0">
                        <a:pos x="connsiteX4888" y="connsiteY4888"/>
                      </a:cxn>
                      <a:cxn ang="0">
                        <a:pos x="connsiteX4889" y="connsiteY4889"/>
                      </a:cxn>
                      <a:cxn ang="0">
                        <a:pos x="connsiteX4890" y="connsiteY4890"/>
                      </a:cxn>
                      <a:cxn ang="0">
                        <a:pos x="connsiteX4891" y="connsiteY4891"/>
                      </a:cxn>
                      <a:cxn ang="0">
                        <a:pos x="connsiteX4892" y="connsiteY4892"/>
                      </a:cxn>
                      <a:cxn ang="0">
                        <a:pos x="connsiteX4893" y="connsiteY4893"/>
                      </a:cxn>
                      <a:cxn ang="0">
                        <a:pos x="connsiteX4894" y="connsiteY4894"/>
                      </a:cxn>
                      <a:cxn ang="0">
                        <a:pos x="connsiteX4895" y="connsiteY4895"/>
                      </a:cxn>
                      <a:cxn ang="0">
                        <a:pos x="connsiteX4896" y="connsiteY4896"/>
                      </a:cxn>
                      <a:cxn ang="0">
                        <a:pos x="connsiteX4897" y="connsiteY4897"/>
                      </a:cxn>
                      <a:cxn ang="0">
                        <a:pos x="connsiteX4898" y="connsiteY4898"/>
                      </a:cxn>
                      <a:cxn ang="0">
                        <a:pos x="connsiteX4899" y="connsiteY4899"/>
                      </a:cxn>
                      <a:cxn ang="0">
                        <a:pos x="connsiteX4900" y="connsiteY4900"/>
                      </a:cxn>
                      <a:cxn ang="0">
                        <a:pos x="connsiteX4901" y="connsiteY4901"/>
                      </a:cxn>
                      <a:cxn ang="0">
                        <a:pos x="connsiteX4902" y="connsiteY4902"/>
                      </a:cxn>
                      <a:cxn ang="0">
                        <a:pos x="connsiteX4903" y="connsiteY4903"/>
                      </a:cxn>
                      <a:cxn ang="0">
                        <a:pos x="connsiteX4904" y="connsiteY4904"/>
                      </a:cxn>
                      <a:cxn ang="0">
                        <a:pos x="connsiteX4905" y="connsiteY4905"/>
                      </a:cxn>
                      <a:cxn ang="0">
                        <a:pos x="connsiteX4906" y="connsiteY4906"/>
                      </a:cxn>
                      <a:cxn ang="0">
                        <a:pos x="connsiteX4907" y="connsiteY4907"/>
                      </a:cxn>
                      <a:cxn ang="0">
                        <a:pos x="connsiteX4908" y="connsiteY4908"/>
                      </a:cxn>
                      <a:cxn ang="0">
                        <a:pos x="connsiteX4909" y="connsiteY4909"/>
                      </a:cxn>
                      <a:cxn ang="0">
                        <a:pos x="connsiteX4910" y="connsiteY4910"/>
                      </a:cxn>
                      <a:cxn ang="0">
                        <a:pos x="connsiteX4911" y="connsiteY4911"/>
                      </a:cxn>
                      <a:cxn ang="0">
                        <a:pos x="connsiteX4912" y="connsiteY4912"/>
                      </a:cxn>
                      <a:cxn ang="0">
                        <a:pos x="connsiteX4913" y="connsiteY4913"/>
                      </a:cxn>
                      <a:cxn ang="0">
                        <a:pos x="connsiteX4914" y="connsiteY4914"/>
                      </a:cxn>
                      <a:cxn ang="0">
                        <a:pos x="connsiteX4915" y="connsiteY4915"/>
                      </a:cxn>
                      <a:cxn ang="0">
                        <a:pos x="connsiteX4916" y="connsiteY4916"/>
                      </a:cxn>
                      <a:cxn ang="0">
                        <a:pos x="connsiteX4917" y="connsiteY4917"/>
                      </a:cxn>
                      <a:cxn ang="0">
                        <a:pos x="connsiteX4918" y="connsiteY4918"/>
                      </a:cxn>
                      <a:cxn ang="0">
                        <a:pos x="connsiteX4919" y="connsiteY4919"/>
                      </a:cxn>
                      <a:cxn ang="0">
                        <a:pos x="connsiteX4920" y="connsiteY4920"/>
                      </a:cxn>
                      <a:cxn ang="0">
                        <a:pos x="connsiteX4921" y="connsiteY4921"/>
                      </a:cxn>
                      <a:cxn ang="0">
                        <a:pos x="connsiteX4922" y="connsiteY4922"/>
                      </a:cxn>
                      <a:cxn ang="0">
                        <a:pos x="connsiteX4923" y="connsiteY4923"/>
                      </a:cxn>
                      <a:cxn ang="0">
                        <a:pos x="connsiteX4924" y="connsiteY4924"/>
                      </a:cxn>
                      <a:cxn ang="0">
                        <a:pos x="connsiteX4925" y="connsiteY4925"/>
                      </a:cxn>
                      <a:cxn ang="0">
                        <a:pos x="connsiteX4926" y="connsiteY4926"/>
                      </a:cxn>
                      <a:cxn ang="0">
                        <a:pos x="connsiteX4927" y="connsiteY4927"/>
                      </a:cxn>
                      <a:cxn ang="0">
                        <a:pos x="connsiteX4928" y="connsiteY4928"/>
                      </a:cxn>
                      <a:cxn ang="0">
                        <a:pos x="connsiteX4929" y="connsiteY4929"/>
                      </a:cxn>
                      <a:cxn ang="0">
                        <a:pos x="connsiteX4930" y="connsiteY4930"/>
                      </a:cxn>
                      <a:cxn ang="0">
                        <a:pos x="connsiteX4931" y="connsiteY4931"/>
                      </a:cxn>
                      <a:cxn ang="0">
                        <a:pos x="connsiteX4932" y="connsiteY4932"/>
                      </a:cxn>
                      <a:cxn ang="0">
                        <a:pos x="connsiteX4933" y="connsiteY4933"/>
                      </a:cxn>
                      <a:cxn ang="0">
                        <a:pos x="connsiteX4934" y="connsiteY4934"/>
                      </a:cxn>
                      <a:cxn ang="0">
                        <a:pos x="connsiteX4935" y="connsiteY4935"/>
                      </a:cxn>
                      <a:cxn ang="0">
                        <a:pos x="connsiteX4936" y="connsiteY4936"/>
                      </a:cxn>
                      <a:cxn ang="0">
                        <a:pos x="connsiteX4937" y="connsiteY4937"/>
                      </a:cxn>
                      <a:cxn ang="0">
                        <a:pos x="connsiteX4938" y="connsiteY4938"/>
                      </a:cxn>
                      <a:cxn ang="0">
                        <a:pos x="connsiteX4939" y="connsiteY4939"/>
                      </a:cxn>
                      <a:cxn ang="0">
                        <a:pos x="connsiteX4940" y="connsiteY4940"/>
                      </a:cxn>
                      <a:cxn ang="0">
                        <a:pos x="connsiteX4941" y="connsiteY4941"/>
                      </a:cxn>
                      <a:cxn ang="0">
                        <a:pos x="connsiteX4942" y="connsiteY4942"/>
                      </a:cxn>
                      <a:cxn ang="0">
                        <a:pos x="connsiteX4943" y="connsiteY4943"/>
                      </a:cxn>
                      <a:cxn ang="0">
                        <a:pos x="connsiteX4944" y="connsiteY4944"/>
                      </a:cxn>
                      <a:cxn ang="0">
                        <a:pos x="connsiteX4945" y="connsiteY4945"/>
                      </a:cxn>
                      <a:cxn ang="0">
                        <a:pos x="connsiteX4946" y="connsiteY4946"/>
                      </a:cxn>
                      <a:cxn ang="0">
                        <a:pos x="connsiteX4947" y="connsiteY4947"/>
                      </a:cxn>
                      <a:cxn ang="0">
                        <a:pos x="connsiteX4948" y="connsiteY4948"/>
                      </a:cxn>
                      <a:cxn ang="0">
                        <a:pos x="connsiteX4949" y="connsiteY4949"/>
                      </a:cxn>
                      <a:cxn ang="0">
                        <a:pos x="connsiteX4950" y="connsiteY4950"/>
                      </a:cxn>
                      <a:cxn ang="0">
                        <a:pos x="connsiteX4951" y="connsiteY4951"/>
                      </a:cxn>
                      <a:cxn ang="0">
                        <a:pos x="connsiteX4952" y="connsiteY4952"/>
                      </a:cxn>
                      <a:cxn ang="0">
                        <a:pos x="connsiteX4953" y="connsiteY4953"/>
                      </a:cxn>
                      <a:cxn ang="0">
                        <a:pos x="connsiteX4954" y="connsiteY4954"/>
                      </a:cxn>
                      <a:cxn ang="0">
                        <a:pos x="connsiteX4955" y="connsiteY4955"/>
                      </a:cxn>
                      <a:cxn ang="0">
                        <a:pos x="connsiteX4956" y="connsiteY4956"/>
                      </a:cxn>
                      <a:cxn ang="0">
                        <a:pos x="connsiteX4957" y="connsiteY4957"/>
                      </a:cxn>
                      <a:cxn ang="0">
                        <a:pos x="connsiteX4958" y="connsiteY4958"/>
                      </a:cxn>
                      <a:cxn ang="0">
                        <a:pos x="connsiteX4959" y="connsiteY4959"/>
                      </a:cxn>
                      <a:cxn ang="0">
                        <a:pos x="connsiteX4960" y="connsiteY4960"/>
                      </a:cxn>
                      <a:cxn ang="0">
                        <a:pos x="connsiteX4961" y="connsiteY4961"/>
                      </a:cxn>
                      <a:cxn ang="0">
                        <a:pos x="connsiteX4962" y="connsiteY4962"/>
                      </a:cxn>
                      <a:cxn ang="0">
                        <a:pos x="connsiteX4963" y="connsiteY4963"/>
                      </a:cxn>
                      <a:cxn ang="0">
                        <a:pos x="connsiteX4964" y="connsiteY4964"/>
                      </a:cxn>
                      <a:cxn ang="0">
                        <a:pos x="connsiteX4965" y="connsiteY4965"/>
                      </a:cxn>
                    </a:cxnLst>
                    <a:rect l="l" t="t" r="r" b="b"/>
                    <a:pathLst>
                      <a:path w="7665198" h="1788513">
                        <a:moveTo>
                          <a:pt x="7665199" y="97064"/>
                        </a:moveTo>
                        <a:cubicBezTo>
                          <a:pt x="7665199" y="49249"/>
                          <a:pt x="7623575" y="10482"/>
                          <a:pt x="7572330" y="10482"/>
                        </a:cubicBezTo>
                        <a:cubicBezTo>
                          <a:pt x="7541945" y="10482"/>
                          <a:pt x="7515085" y="24103"/>
                          <a:pt x="7498130" y="45058"/>
                        </a:cubicBezTo>
                        <a:cubicBezTo>
                          <a:pt x="7462602" y="17245"/>
                          <a:pt x="7417453" y="1243"/>
                          <a:pt x="7368781" y="2862"/>
                        </a:cubicBezTo>
                        <a:cubicBezTo>
                          <a:pt x="7290104" y="5434"/>
                          <a:pt x="7223715" y="53345"/>
                          <a:pt x="7193426" y="120686"/>
                        </a:cubicBezTo>
                        <a:cubicBezTo>
                          <a:pt x="7169803" y="48487"/>
                          <a:pt x="7100938" y="-2567"/>
                          <a:pt x="7021214" y="100"/>
                        </a:cubicBezTo>
                        <a:cubicBezTo>
                          <a:pt x="6948347" y="2481"/>
                          <a:pt x="6887483" y="49154"/>
                          <a:pt x="6863194" y="113352"/>
                        </a:cubicBezTo>
                        <a:cubicBezTo>
                          <a:pt x="6865766" y="113543"/>
                          <a:pt x="6868242" y="113923"/>
                          <a:pt x="6870528" y="114781"/>
                        </a:cubicBezTo>
                        <a:cubicBezTo>
                          <a:pt x="6887578" y="120686"/>
                          <a:pt x="6888626" y="144022"/>
                          <a:pt x="6893293" y="158786"/>
                        </a:cubicBezTo>
                        <a:cubicBezTo>
                          <a:pt x="6907294" y="203935"/>
                          <a:pt x="6937489" y="243559"/>
                          <a:pt x="6979018" y="266800"/>
                        </a:cubicBezTo>
                        <a:cubicBezTo>
                          <a:pt x="6998925" y="277944"/>
                          <a:pt x="6998068" y="310043"/>
                          <a:pt x="6981113" y="325379"/>
                        </a:cubicBezTo>
                        <a:cubicBezTo>
                          <a:pt x="6964159" y="340619"/>
                          <a:pt x="6938251" y="341476"/>
                          <a:pt x="6916439" y="334713"/>
                        </a:cubicBezTo>
                        <a:cubicBezTo>
                          <a:pt x="6894627" y="327950"/>
                          <a:pt x="6875481" y="314901"/>
                          <a:pt x="6855193" y="304423"/>
                        </a:cubicBezTo>
                        <a:cubicBezTo>
                          <a:pt x="6834143" y="293660"/>
                          <a:pt x="6823761" y="269943"/>
                          <a:pt x="6814997" y="248036"/>
                        </a:cubicBezTo>
                        <a:cubicBezTo>
                          <a:pt x="6807853" y="230414"/>
                          <a:pt x="6800710" y="212507"/>
                          <a:pt x="6798424" y="193648"/>
                        </a:cubicBezTo>
                        <a:cubicBezTo>
                          <a:pt x="6796138" y="174788"/>
                          <a:pt x="6799281" y="154500"/>
                          <a:pt x="6810997" y="139546"/>
                        </a:cubicBezTo>
                        <a:cubicBezTo>
                          <a:pt x="6817188" y="131640"/>
                          <a:pt x="6828904" y="122972"/>
                          <a:pt x="6841477" y="117829"/>
                        </a:cubicBezTo>
                        <a:cubicBezTo>
                          <a:pt x="6824332" y="106589"/>
                          <a:pt x="6803758" y="100398"/>
                          <a:pt x="6781660" y="101065"/>
                        </a:cubicBezTo>
                        <a:cubicBezTo>
                          <a:pt x="6744417" y="102303"/>
                          <a:pt x="6712603" y="123068"/>
                          <a:pt x="6695363" y="153167"/>
                        </a:cubicBezTo>
                        <a:cubicBezTo>
                          <a:pt x="6661264" y="100779"/>
                          <a:pt x="6601542" y="66870"/>
                          <a:pt x="6534486" y="69061"/>
                        </a:cubicBezTo>
                        <a:cubicBezTo>
                          <a:pt x="6467525" y="71252"/>
                          <a:pt x="6410185" y="108970"/>
                          <a:pt x="6379610" y="163454"/>
                        </a:cubicBezTo>
                        <a:cubicBezTo>
                          <a:pt x="6371323" y="97064"/>
                          <a:pt x="6313602" y="46772"/>
                          <a:pt x="6245498" y="48963"/>
                        </a:cubicBezTo>
                        <a:cubicBezTo>
                          <a:pt x="6189300" y="50773"/>
                          <a:pt x="6142628" y="87920"/>
                          <a:pt x="6125768" y="138307"/>
                        </a:cubicBezTo>
                        <a:cubicBezTo>
                          <a:pt x="6091479" y="101446"/>
                          <a:pt x="6042044" y="78871"/>
                          <a:pt x="5987751" y="80681"/>
                        </a:cubicBezTo>
                        <a:cubicBezTo>
                          <a:pt x="5908503" y="83253"/>
                          <a:pt x="5842971" y="136688"/>
                          <a:pt x="5821064" y="208602"/>
                        </a:cubicBezTo>
                        <a:cubicBezTo>
                          <a:pt x="5796489" y="176312"/>
                          <a:pt x="5757151" y="155929"/>
                          <a:pt x="5713431" y="157357"/>
                        </a:cubicBezTo>
                        <a:cubicBezTo>
                          <a:pt x="5689904" y="158120"/>
                          <a:pt x="5668092" y="165263"/>
                          <a:pt x="5649328" y="176788"/>
                        </a:cubicBezTo>
                        <a:cubicBezTo>
                          <a:pt x="5630564" y="140879"/>
                          <a:pt x="5592559" y="116876"/>
                          <a:pt x="5549410" y="118305"/>
                        </a:cubicBezTo>
                        <a:cubicBezTo>
                          <a:pt x="5518740" y="119353"/>
                          <a:pt x="5491404" y="132973"/>
                          <a:pt x="5472354" y="154119"/>
                        </a:cubicBezTo>
                        <a:cubicBezTo>
                          <a:pt x="5472925" y="150119"/>
                          <a:pt x="5473210" y="146118"/>
                          <a:pt x="5473115" y="141927"/>
                        </a:cubicBezTo>
                        <a:cubicBezTo>
                          <a:pt x="5471877" y="103446"/>
                          <a:pt x="5439683" y="73347"/>
                          <a:pt x="5401202" y="74585"/>
                        </a:cubicBezTo>
                        <a:cubicBezTo>
                          <a:pt x="5362721" y="75823"/>
                          <a:pt x="5332621" y="108018"/>
                          <a:pt x="5333860" y="146499"/>
                        </a:cubicBezTo>
                        <a:cubicBezTo>
                          <a:pt x="5333955" y="150023"/>
                          <a:pt x="5334431" y="153547"/>
                          <a:pt x="5335098" y="156977"/>
                        </a:cubicBezTo>
                        <a:cubicBezTo>
                          <a:pt x="5319096" y="140689"/>
                          <a:pt x="5296713" y="130878"/>
                          <a:pt x="5272138" y="131640"/>
                        </a:cubicBezTo>
                        <a:cubicBezTo>
                          <a:pt x="5237467" y="132783"/>
                          <a:pt x="5208416" y="154690"/>
                          <a:pt x="5196414" y="184885"/>
                        </a:cubicBezTo>
                        <a:cubicBezTo>
                          <a:pt x="5172888" y="151262"/>
                          <a:pt x="5133454" y="129830"/>
                          <a:pt x="5089353" y="131259"/>
                        </a:cubicBezTo>
                        <a:cubicBezTo>
                          <a:pt x="5046205" y="132688"/>
                          <a:pt x="5008867" y="155738"/>
                          <a:pt x="4987435" y="189743"/>
                        </a:cubicBezTo>
                        <a:cubicBezTo>
                          <a:pt x="4988102" y="189552"/>
                          <a:pt x="4988864" y="189362"/>
                          <a:pt x="4989531" y="189171"/>
                        </a:cubicBezTo>
                        <a:cubicBezTo>
                          <a:pt x="4995437" y="187552"/>
                          <a:pt x="5002580" y="186123"/>
                          <a:pt x="5007057" y="190219"/>
                        </a:cubicBezTo>
                        <a:cubicBezTo>
                          <a:pt x="5007628" y="184504"/>
                          <a:pt x="5035251" y="206887"/>
                          <a:pt x="5035823" y="201172"/>
                        </a:cubicBezTo>
                        <a:cubicBezTo>
                          <a:pt x="5045062" y="219175"/>
                          <a:pt x="5054492" y="238320"/>
                          <a:pt x="5053539" y="258513"/>
                        </a:cubicBezTo>
                        <a:cubicBezTo>
                          <a:pt x="5052587" y="278706"/>
                          <a:pt x="5037156" y="299852"/>
                          <a:pt x="5016963" y="299280"/>
                        </a:cubicBezTo>
                        <a:cubicBezTo>
                          <a:pt x="5010677" y="299089"/>
                          <a:pt x="5004866" y="296994"/>
                          <a:pt x="4999342" y="294137"/>
                        </a:cubicBezTo>
                        <a:cubicBezTo>
                          <a:pt x="4995532" y="296422"/>
                          <a:pt x="4991627" y="298709"/>
                          <a:pt x="4987817" y="300995"/>
                        </a:cubicBezTo>
                        <a:cubicBezTo>
                          <a:pt x="4984387" y="302995"/>
                          <a:pt x="4980959" y="305090"/>
                          <a:pt x="4976958" y="305567"/>
                        </a:cubicBezTo>
                        <a:cubicBezTo>
                          <a:pt x="4967719" y="306710"/>
                          <a:pt x="4959242" y="298232"/>
                          <a:pt x="4957908" y="288993"/>
                        </a:cubicBezTo>
                        <a:cubicBezTo>
                          <a:pt x="4957241" y="284612"/>
                          <a:pt x="4957908" y="280230"/>
                          <a:pt x="4959337" y="275944"/>
                        </a:cubicBezTo>
                        <a:cubicBezTo>
                          <a:pt x="4938763" y="271943"/>
                          <a:pt x="4916379" y="273562"/>
                          <a:pt x="4899139" y="261847"/>
                        </a:cubicBezTo>
                        <a:cubicBezTo>
                          <a:pt x="4897329" y="260609"/>
                          <a:pt x="4895520" y="259085"/>
                          <a:pt x="4895329" y="256894"/>
                        </a:cubicBezTo>
                        <a:cubicBezTo>
                          <a:pt x="4895138" y="255084"/>
                          <a:pt x="4896186" y="253370"/>
                          <a:pt x="4897234" y="251750"/>
                        </a:cubicBezTo>
                        <a:cubicBezTo>
                          <a:pt x="4901997" y="244416"/>
                          <a:pt x="4906854" y="236987"/>
                          <a:pt x="4911617" y="229652"/>
                        </a:cubicBezTo>
                        <a:cubicBezTo>
                          <a:pt x="4916569" y="222032"/>
                          <a:pt x="4921618" y="214317"/>
                          <a:pt x="4929047" y="209078"/>
                        </a:cubicBezTo>
                        <a:cubicBezTo>
                          <a:pt x="4935619" y="204506"/>
                          <a:pt x="4943430" y="202220"/>
                          <a:pt x="4951145" y="200029"/>
                        </a:cubicBezTo>
                        <a:cubicBezTo>
                          <a:pt x="4958956" y="197839"/>
                          <a:pt x="4966766" y="195553"/>
                          <a:pt x="4974577" y="193362"/>
                        </a:cubicBezTo>
                        <a:cubicBezTo>
                          <a:pt x="4959623" y="167930"/>
                          <a:pt x="4931619" y="151166"/>
                          <a:pt x="4900091" y="152214"/>
                        </a:cubicBezTo>
                        <a:cubicBezTo>
                          <a:pt x="4884185" y="152690"/>
                          <a:pt x="4869516" y="157738"/>
                          <a:pt x="4857134" y="165930"/>
                        </a:cubicBezTo>
                        <a:cubicBezTo>
                          <a:pt x="4854562" y="127544"/>
                          <a:pt x="4821986" y="97731"/>
                          <a:pt x="4783219" y="99064"/>
                        </a:cubicBezTo>
                        <a:cubicBezTo>
                          <a:pt x="4753025" y="100017"/>
                          <a:pt x="4727879" y="119543"/>
                          <a:pt x="4718164" y="146213"/>
                        </a:cubicBezTo>
                        <a:cubicBezTo>
                          <a:pt x="4695780" y="128116"/>
                          <a:pt x="4667015" y="117638"/>
                          <a:pt x="4635963" y="118686"/>
                        </a:cubicBezTo>
                        <a:cubicBezTo>
                          <a:pt x="4590815" y="120210"/>
                          <a:pt x="4552143" y="145642"/>
                          <a:pt x="4531474" y="182313"/>
                        </a:cubicBezTo>
                        <a:cubicBezTo>
                          <a:pt x="4507090" y="163930"/>
                          <a:pt x="4476610" y="153452"/>
                          <a:pt x="4443844" y="154500"/>
                        </a:cubicBezTo>
                        <a:cubicBezTo>
                          <a:pt x="4420698" y="155262"/>
                          <a:pt x="4399267" y="161834"/>
                          <a:pt x="4380503" y="172502"/>
                        </a:cubicBezTo>
                        <a:cubicBezTo>
                          <a:pt x="4396600" y="176788"/>
                          <a:pt x="4412602" y="181075"/>
                          <a:pt x="4428699" y="185361"/>
                        </a:cubicBezTo>
                        <a:lnTo>
                          <a:pt x="4448702" y="209459"/>
                        </a:lnTo>
                        <a:cubicBezTo>
                          <a:pt x="4452702" y="220985"/>
                          <a:pt x="4456131" y="232700"/>
                          <a:pt x="4458989" y="244511"/>
                        </a:cubicBezTo>
                        <a:cubicBezTo>
                          <a:pt x="4462894" y="260513"/>
                          <a:pt x="4465656" y="277372"/>
                          <a:pt x="4461751" y="293279"/>
                        </a:cubicBezTo>
                        <a:cubicBezTo>
                          <a:pt x="4457465" y="310520"/>
                          <a:pt x="4445653" y="325093"/>
                          <a:pt x="4431747" y="336046"/>
                        </a:cubicBezTo>
                        <a:cubicBezTo>
                          <a:pt x="4418984" y="346048"/>
                          <a:pt x="4403648" y="353668"/>
                          <a:pt x="4387456" y="353954"/>
                        </a:cubicBezTo>
                        <a:cubicBezTo>
                          <a:pt x="4371263" y="354239"/>
                          <a:pt x="4354309" y="345953"/>
                          <a:pt x="4347356" y="331284"/>
                        </a:cubicBezTo>
                        <a:cubicBezTo>
                          <a:pt x="4342879" y="321664"/>
                          <a:pt x="4342974" y="310710"/>
                          <a:pt x="4343260" y="300137"/>
                        </a:cubicBezTo>
                        <a:cubicBezTo>
                          <a:pt x="4344308" y="265180"/>
                          <a:pt x="4346784" y="230224"/>
                          <a:pt x="4350499" y="195457"/>
                        </a:cubicBezTo>
                        <a:cubicBezTo>
                          <a:pt x="4348784" y="197267"/>
                          <a:pt x="4346879" y="198887"/>
                          <a:pt x="4345260" y="200792"/>
                        </a:cubicBezTo>
                        <a:cubicBezTo>
                          <a:pt x="4322210" y="163263"/>
                          <a:pt x="4280300" y="138784"/>
                          <a:pt x="4233151" y="140308"/>
                        </a:cubicBezTo>
                        <a:cubicBezTo>
                          <a:pt x="4192575" y="141641"/>
                          <a:pt x="4157237" y="161929"/>
                          <a:pt x="4134948" y="192410"/>
                        </a:cubicBezTo>
                        <a:cubicBezTo>
                          <a:pt x="4122375" y="143165"/>
                          <a:pt x="4076941" y="107446"/>
                          <a:pt x="4023982" y="109161"/>
                        </a:cubicBezTo>
                        <a:cubicBezTo>
                          <a:pt x="3969213" y="110971"/>
                          <a:pt x="3925207" y="152214"/>
                          <a:pt x="3917969" y="204697"/>
                        </a:cubicBezTo>
                        <a:cubicBezTo>
                          <a:pt x="3899776" y="170788"/>
                          <a:pt x="3863581" y="148309"/>
                          <a:pt x="3822528" y="149642"/>
                        </a:cubicBezTo>
                        <a:cubicBezTo>
                          <a:pt x="3784714" y="150880"/>
                          <a:pt x="3752424" y="172026"/>
                          <a:pt x="3735089" y="202696"/>
                        </a:cubicBezTo>
                        <a:cubicBezTo>
                          <a:pt x="3742232" y="199077"/>
                          <a:pt x="3750138" y="196791"/>
                          <a:pt x="3757948" y="194981"/>
                        </a:cubicBezTo>
                        <a:cubicBezTo>
                          <a:pt x="3789476" y="187456"/>
                          <a:pt x="3821575" y="182027"/>
                          <a:pt x="3853865" y="178884"/>
                        </a:cubicBezTo>
                        <a:lnTo>
                          <a:pt x="3857771" y="203744"/>
                        </a:lnTo>
                        <a:cubicBezTo>
                          <a:pt x="3857961" y="202125"/>
                          <a:pt x="3860628" y="201649"/>
                          <a:pt x="3861295" y="203078"/>
                        </a:cubicBezTo>
                        <a:cubicBezTo>
                          <a:pt x="3855865" y="229557"/>
                          <a:pt x="3850341" y="255941"/>
                          <a:pt x="3844912" y="282421"/>
                        </a:cubicBezTo>
                        <a:cubicBezTo>
                          <a:pt x="3841007" y="301471"/>
                          <a:pt x="3835958" y="322235"/>
                          <a:pt x="3820432" y="333951"/>
                        </a:cubicBezTo>
                        <a:cubicBezTo>
                          <a:pt x="3813574" y="339190"/>
                          <a:pt x="3805097" y="342047"/>
                          <a:pt x="3796715" y="343952"/>
                        </a:cubicBezTo>
                        <a:cubicBezTo>
                          <a:pt x="3762521" y="351668"/>
                          <a:pt x="3725182" y="344143"/>
                          <a:pt x="3696703" y="323664"/>
                        </a:cubicBezTo>
                        <a:cubicBezTo>
                          <a:pt x="3693179" y="321187"/>
                          <a:pt x="3689749" y="318330"/>
                          <a:pt x="3687940" y="314425"/>
                        </a:cubicBezTo>
                        <a:cubicBezTo>
                          <a:pt x="3685368" y="308805"/>
                          <a:pt x="3686892" y="302328"/>
                          <a:pt x="3688511" y="296422"/>
                        </a:cubicBezTo>
                        <a:cubicBezTo>
                          <a:pt x="3694036" y="275848"/>
                          <a:pt x="3700894" y="255655"/>
                          <a:pt x="3708799" y="235844"/>
                        </a:cubicBezTo>
                        <a:cubicBezTo>
                          <a:pt x="3712610" y="226414"/>
                          <a:pt x="3716896" y="216794"/>
                          <a:pt x="3724230" y="209840"/>
                        </a:cubicBezTo>
                        <a:cubicBezTo>
                          <a:pt x="3724230" y="209840"/>
                          <a:pt x="3724325" y="209745"/>
                          <a:pt x="3724325" y="209745"/>
                        </a:cubicBezTo>
                        <a:cubicBezTo>
                          <a:pt x="3697370" y="182218"/>
                          <a:pt x="3659555" y="165549"/>
                          <a:pt x="3618026" y="166882"/>
                        </a:cubicBezTo>
                        <a:cubicBezTo>
                          <a:pt x="3560876" y="168787"/>
                          <a:pt x="3512775" y="204125"/>
                          <a:pt x="3491725" y="253560"/>
                        </a:cubicBezTo>
                        <a:cubicBezTo>
                          <a:pt x="3462864" y="201839"/>
                          <a:pt x="3406857" y="167549"/>
                          <a:pt x="3343516" y="169645"/>
                        </a:cubicBezTo>
                        <a:cubicBezTo>
                          <a:pt x="3296653" y="171169"/>
                          <a:pt x="3255124" y="192410"/>
                          <a:pt x="3226358" y="224985"/>
                        </a:cubicBezTo>
                        <a:cubicBezTo>
                          <a:pt x="3228073" y="238129"/>
                          <a:pt x="3229597" y="251274"/>
                          <a:pt x="3233788" y="263371"/>
                        </a:cubicBezTo>
                        <a:cubicBezTo>
                          <a:pt x="3246361" y="300328"/>
                          <a:pt x="3248932" y="328522"/>
                          <a:pt x="3241979" y="367384"/>
                        </a:cubicBezTo>
                        <a:cubicBezTo>
                          <a:pt x="3240836" y="373861"/>
                          <a:pt x="3239217" y="381100"/>
                          <a:pt x="3233692" y="384814"/>
                        </a:cubicBezTo>
                        <a:cubicBezTo>
                          <a:pt x="3229502" y="387577"/>
                          <a:pt x="3224167" y="387672"/>
                          <a:pt x="3219215" y="387577"/>
                        </a:cubicBezTo>
                        <a:cubicBezTo>
                          <a:pt x="3192830" y="387196"/>
                          <a:pt x="3165970" y="386815"/>
                          <a:pt x="3141110" y="377861"/>
                        </a:cubicBezTo>
                        <a:cubicBezTo>
                          <a:pt x="3116345" y="369003"/>
                          <a:pt x="3093580" y="349858"/>
                          <a:pt x="3087484" y="324236"/>
                        </a:cubicBezTo>
                        <a:cubicBezTo>
                          <a:pt x="3084626" y="312044"/>
                          <a:pt x="3085674" y="299280"/>
                          <a:pt x="3086722" y="286707"/>
                        </a:cubicBezTo>
                        <a:cubicBezTo>
                          <a:pt x="3088436" y="266133"/>
                          <a:pt x="3090246" y="245369"/>
                          <a:pt x="3096723" y="225747"/>
                        </a:cubicBezTo>
                        <a:cubicBezTo>
                          <a:pt x="3107296" y="193934"/>
                          <a:pt x="3129013" y="173645"/>
                          <a:pt x="3161588" y="166120"/>
                        </a:cubicBezTo>
                        <a:cubicBezTo>
                          <a:pt x="3164160" y="165549"/>
                          <a:pt x="3166827" y="164978"/>
                          <a:pt x="3169304" y="164501"/>
                        </a:cubicBezTo>
                        <a:cubicBezTo>
                          <a:pt x="3143110" y="141927"/>
                          <a:pt x="3108820" y="128687"/>
                          <a:pt x="3071577" y="129926"/>
                        </a:cubicBezTo>
                        <a:cubicBezTo>
                          <a:pt x="3004235" y="132116"/>
                          <a:pt x="2949562" y="180694"/>
                          <a:pt x="2936703" y="243940"/>
                        </a:cubicBezTo>
                        <a:cubicBezTo>
                          <a:pt x="2928226" y="234605"/>
                          <a:pt x="2918606" y="226319"/>
                          <a:pt x="2908223" y="219175"/>
                        </a:cubicBezTo>
                        <a:cubicBezTo>
                          <a:pt x="2907842" y="225080"/>
                          <a:pt x="2907747" y="230700"/>
                          <a:pt x="2908509" y="235558"/>
                        </a:cubicBezTo>
                        <a:cubicBezTo>
                          <a:pt x="2912129" y="259846"/>
                          <a:pt x="2944323" y="290517"/>
                          <a:pt x="2934512" y="314615"/>
                        </a:cubicBezTo>
                        <a:cubicBezTo>
                          <a:pt x="2931369" y="322330"/>
                          <a:pt x="2924035" y="327664"/>
                          <a:pt x="2916224" y="330522"/>
                        </a:cubicBezTo>
                        <a:cubicBezTo>
                          <a:pt x="2902794" y="335285"/>
                          <a:pt x="2887745" y="333570"/>
                          <a:pt x="2874505" y="328236"/>
                        </a:cubicBezTo>
                        <a:cubicBezTo>
                          <a:pt x="2861265" y="322902"/>
                          <a:pt x="2849645" y="314425"/>
                          <a:pt x="2838691" y="305471"/>
                        </a:cubicBezTo>
                        <a:cubicBezTo>
                          <a:pt x="2831261" y="299375"/>
                          <a:pt x="2823737" y="292803"/>
                          <a:pt x="2819927" y="283945"/>
                        </a:cubicBezTo>
                        <a:cubicBezTo>
                          <a:pt x="2816402" y="275658"/>
                          <a:pt x="2816498" y="266323"/>
                          <a:pt x="2816974" y="257275"/>
                        </a:cubicBezTo>
                        <a:cubicBezTo>
                          <a:pt x="2818212" y="234415"/>
                          <a:pt x="2822403" y="210221"/>
                          <a:pt x="2835166" y="190981"/>
                        </a:cubicBezTo>
                        <a:cubicBezTo>
                          <a:pt x="2826118" y="189743"/>
                          <a:pt x="2816879" y="189076"/>
                          <a:pt x="2807354" y="189362"/>
                        </a:cubicBezTo>
                        <a:cubicBezTo>
                          <a:pt x="2733058" y="191838"/>
                          <a:pt x="2671622" y="242225"/>
                          <a:pt x="2651810" y="309948"/>
                        </a:cubicBezTo>
                        <a:cubicBezTo>
                          <a:pt x="2626283" y="265943"/>
                          <a:pt x="2578087" y="236987"/>
                          <a:pt x="2523699" y="238796"/>
                        </a:cubicBezTo>
                        <a:cubicBezTo>
                          <a:pt x="2482170" y="240130"/>
                          <a:pt x="2445594" y="259275"/>
                          <a:pt x="2420448" y="288421"/>
                        </a:cubicBezTo>
                        <a:cubicBezTo>
                          <a:pt x="2415019" y="212412"/>
                          <a:pt x="2350535" y="153643"/>
                          <a:pt x="2273763" y="156214"/>
                        </a:cubicBezTo>
                        <a:cubicBezTo>
                          <a:pt x="2198420" y="158691"/>
                          <a:pt x="2138889" y="219175"/>
                          <a:pt x="2136127" y="293375"/>
                        </a:cubicBezTo>
                        <a:cubicBezTo>
                          <a:pt x="2128697" y="282230"/>
                          <a:pt x="2119267" y="272515"/>
                          <a:pt x="2108504" y="264704"/>
                        </a:cubicBezTo>
                        <a:cubicBezTo>
                          <a:pt x="2108409" y="266895"/>
                          <a:pt x="2108409" y="268990"/>
                          <a:pt x="2108409" y="270991"/>
                        </a:cubicBezTo>
                        <a:cubicBezTo>
                          <a:pt x="2108790" y="297470"/>
                          <a:pt x="2121839" y="316044"/>
                          <a:pt x="2126125" y="340619"/>
                        </a:cubicBezTo>
                        <a:cubicBezTo>
                          <a:pt x="2127173" y="346429"/>
                          <a:pt x="2125649" y="353096"/>
                          <a:pt x="2120791" y="356430"/>
                        </a:cubicBezTo>
                        <a:cubicBezTo>
                          <a:pt x="2117648" y="358621"/>
                          <a:pt x="2113648" y="359002"/>
                          <a:pt x="2109838" y="359192"/>
                        </a:cubicBezTo>
                        <a:cubicBezTo>
                          <a:pt x="2081167" y="360430"/>
                          <a:pt x="2052212" y="349572"/>
                          <a:pt x="2031256" y="329951"/>
                        </a:cubicBezTo>
                        <a:cubicBezTo>
                          <a:pt x="2025922" y="324997"/>
                          <a:pt x="2020970" y="319187"/>
                          <a:pt x="2018969" y="312234"/>
                        </a:cubicBezTo>
                        <a:cubicBezTo>
                          <a:pt x="2017540" y="307281"/>
                          <a:pt x="2017636" y="302137"/>
                          <a:pt x="2017731" y="296994"/>
                        </a:cubicBezTo>
                        <a:cubicBezTo>
                          <a:pt x="2018112" y="281182"/>
                          <a:pt x="2018493" y="265180"/>
                          <a:pt x="2022779" y="249940"/>
                        </a:cubicBezTo>
                        <a:cubicBezTo>
                          <a:pt x="2023160" y="248702"/>
                          <a:pt x="2023637" y="247464"/>
                          <a:pt x="2024113" y="246226"/>
                        </a:cubicBezTo>
                        <a:cubicBezTo>
                          <a:pt x="2012969" y="248321"/>
                          <a:pt x="2002396" y="252036"/>
                          <a:pt x="1992775" y="257179"/>
                        </a:cubicBezTo>
                        <a:cubicBezTo>
                          <a:pt x="1994490" y="270038"/>
                          <a:pt x="1991537" y="285278"/>
                          <a:pt x="1988489" y="297470"/>
                        </a:cubicBezTo>
                        <a:cubicBezTo>
                          <a:pt x="1986870" y="304233"/>
                          <a:pt x="1984679" y="310996"/>
                          <a:pt x="1985155" y="317854"/>
                        </a:cubicBezTo>
                        <a:cubicBezTo>
                          <a:pt x="1985917" y="327284"/>
                          <a:pt x="1992013" y="336046"/>
                          <a:pt x="2000586" y="339952"/>
                        </a:cubicBezTo>
                        <a:cubicBezTo>
                          <a:pt x="1991252" y="338713"/>
                          <a:pt x="1984489" y="328998"/>
                          <a:pt x="1975154" y="328617"/>
                        </a:cubicBezTo>
                        <a:cubicBezTo>
                          <a:pt x="1966010" y="328331"/>
                          <a:pt x="1959533" y="336809"/>
                          <a:pt x="1952771" y="342904"/>
                        </a:cubicBezTo>
                        <a:cubicBezTo>
                          <a:pt x="1939245" y="355192"/>
                          <a:pt x="1919147" y="359669"/>
                          <a:pt x="1901716" y="354239"/>
                        </a:cubicBezTo>
                        <a:cubicBezTo>
                          <a:pt x="1911908" y="355668"/>
                          <a:pt x="1922290" y="351953"/>
                          <a:pt x="1930768" y="346238"/>
                        </a:cubicBezTo>
                        <a:cubicBezTo>
                          <a:pt x="1939245" y="340523"/>
                          <a:pt x="1946294" y="332808"/>
                          <a:pt x="1953152" y="325188"/>
                        </a:cubicBezTo>
                        <a:cubicBezTo>
                          <a:pt x="1962772" y="314520"/>
                          <a:pt x="1972487" y="303757"/>
                          <a:pt x="1979631" y="291279"/>
                        </a:cubicBezTo>
                        <a:cubicBezTo>
                          <a:pt x="1983346" y="284707"/>
                          <a:pt x="1986394" y="277563"/>
                          <a:pt x="1988108" y="270229"/>
                        </a:cubicBezTo>
                        <a:cubicBezTo>
                          <a:pt x="1988965" y="266609"/>
                          <a:pt x="1988965" y="262418"/>
                          <a:pt x="1989918" y="258704"/>
                        </a:cubicBezTo>
                        <a:cubicBezTo>
                          <a:pt x="1976297" y="266514"/>
                          <a:pt x="1964581" y="277087"/>
                          <a:pt x="1955438" y="289755"/>
                        </a:cubicBezTo>
                        <a:cubicBezTo>
                          <a:pt x="1933625" y="235844"/>
                          <a:pt x="1880190" y="198601"/>
                          <a:pt x="1818754" y="200601"/>
                        </a:cubicBezTo>
                        <a:cubicBezTo>
                          <a:pt x="1754079" y="202696"/>
                          <a:pt x="1701025" y="247559"/>
                          <a:pt x="1685594" y="307186"/>
                        </a:cubicBezTo>
                        <a:cubicBezTo>
                          <a:pt x="1676164" y="307186"/>
                          <a:pt x="1666925" y="308710"/>
                          <a:pt x="1658162" y="311281"/>
                        </a:cubicBezTo>
                        <a:cubicBezTo>
                          <a:pt x="1660163" y="317568"/>
                          <a:pt x="1659305" y="324426"/>
                          <a:pt x="1658257" y="330998"/>
                        </a:cubicBezTo>
                        <a:cubicBezTo>
                          <a:pt x="1656638" y="340714"/>
                          <a:pt x="1654829" y="350905"/>
                          <a:pt x="1648923" y="358811"/>
                        </a:cubicBezTo>
                        <a:cubicBezTo>
                          <a:pt x="1642827" y="367003"/>
                          <a:pt x="1632730" y="371861"/>
                          <a:pt x="1622539" y="372908"/>
                        </a:cubicBezTo>
                        <a:cubicBezTo>
                          <a:pt x="1613204" y="373861"/>
                          <a:pt x="1603870" y="371765"/>
                          <a:pt x="1595202" y="368146"/>
                        </a:cubicBezTo>
                        <a:cubicBezTo>
                          <a:pt x="1592821" y="373956"/>
                          <a:pt x="1590916" y="380147"/>
                          <a:pt x="1589677" y="386529"/>
                        </a:cubicBezTo>
                        <a:cubicBezTo>
                          <a:pt x="1589487" y="387386"/>
                          <a:pt x="1589487" y="388339"/>
                          <a:pt x="1589296" y="389196"/>
                        </a:cubicBezTo>
                        <a:cubicBezTo>
                          <a:pt x="1589296" y="389196"/>
                          <a:pt x="1589201" y="389196"/>
                          <a:pt x="1589201" y="389196"/>
                        </a:cubicBezTo>
                        <a:cubicBezTo>
                          <a:pt x="1592249" y="390339"/>
                          <a:pt x="1595297" y="391482"/>
                          <a:pt x="1598345" y="392339"/>
                        </a:cubicBezTo>
                        <a:cubicBezTo>
                          <a:pt x="1637493" y="402721"/>
                          <a:pt x="1682070" y="386053"/>
                          <a:pt x="1705597" y="353096"/>
                        </a:cubicBezTo>
                        <a:cubicBezTo>
                          <a:pt x="1700739" y="369384"/>
                          <a:pt x="1687690" y="382433"/>
                          <a:pt x="1672545" y="390148"/>
                        </a:cubicBezTo>
                        <a:cubicBezTo>
                          <a:pt x="1657877" y="397673"/>
                          <a:pt x="1641303" y="400626"/>
                          <a:pt x="1624920" y="401960"/>
                        </a:cubicBezTo>
                        <a:cubicBezTo>
                          <a:pt x="1619110" y="404246"/>
                          <a:pt x="1614728" y="410532"/>
                          <a:pt x="1613204" y="416914"/>
                        </a:cubicBezTo>
                        <a:cubicBezTo>
                          <a:pt x="1611299" y="425010"/>
                          <a:pt x="1612347" y="433392"/>
                          <a:pt x="1611680" y="441679"/>
                        </a:cubicBezTo>
                        <a:cubicBezTo>
                          <a:pt x="1610061" y="459871"/>
                          <a:pt x="1599107" y="476159"/>
                          <a:pt x="1584820" y="487685"/>
                        </a:cubicBezTo>
                        <a:cubicBezTo>
                          <a:pt x="1582915" y="489494"/>
                          <a:pt x="1580914" y="491209"/>
                          <a:pt x="1578438" y="492352"/>
                        </a:cubicBezTo>
                        <a:cubicBezTo>
                          <a:pt x="1580629" y="490923"/>
                          <a:pt x="1582724" y="489399"/>
                          <a:pt x="1584820" y="487685"/>
                        </a:cubicBezTo>
                        <a:cubicBezTo>
                          <a:pt x="1588344" y="484351"/>
                          <a:pt x="1591201" y="480255"/>
                          <a:pt x="1593583" y="476064"/>
                        </a:cubicBezTo>
                        <a:cubicBezTo>
                          <a:pt x="1603108" y="459681"/>
                          <a:pt x="1609585" y="440155"/>
                          <a:pt x="1604917" y="421771"/>
                        </a:cubicBezTo>
                        <a:cubicBezTo>
                          <a:pt x="1602917" y="414056"/>
                          <a:pt x="1598917" y="406912"/>
                          <a:pt x="1593583" y="401102"/>
                        </a:cubicBezTo>
                        <a:cubicBezTo>
                          <a:pt x="1593392" y="401388"/>
                          <a:pt x="1593011" y="401483"/>
                          <a:pt x="1592821" y="401864"/>
                        </a:cubicBezTo>
                        <a:lnTo>
                          <a:pt x="1590725" y="400054"/>
                        </a:lnTo>
                        <a:cubicBezTo>
                          <a:pt x="1583391" y="397864"/>
                          <a:pt x="1576628" y="394339"/>
                          <a:pt x="1570532" y="389768"/>
                        </a:cubicBezTo>
                        <a:cubicBezTo>
                          <a:pt x="1567580" y="390053"/>
                          <a:pt x="1564722" y="390529"/>
                          <a:pt x="1561864" y="391006"/>
                        </a:cubicBezTo>
                        <a:cubicBezTo>
                          <a:pt x="1562722" y="404341"/>
                          <a:pt x="1546243" y="418533"/>
                          <a:pt x="1530337" y="428725"/>
                        </a:cubicBezTo>
                        <a:cubicBezTo>
                          <a:pt x="1542719" y="441393"/>
                          <a:pt x="1548339" y="458157"/>
                          <a:pt x="1532527" y="468730"/>
                        </a:cubicBezTo>
                        <a:cubicBezTo>
                          <a:pt x="1525574" y="473397"/>
                          <a:pt x="1517668" y="476731"/>
                          <a:pt x="1509382" y="477112"/>
                        </a:cubicBezTo>
                        <a:cubicBezTo>
                          <a:pt x="1501952" y="477397"/>
                          <a:pt x="1494237" y="475016"/>
                          <a:pt x="1488903" y="469873"/>
                        </a:cubicBezTo>
                        <a:cubicBezTo>
                          <a:pt x="1488331" y="469301"/>
                          <a:pt x="1487665" y="468635"/>
                          <a:pt x="1487188" y="467968"/>
                        </a:cubicBezTo>
                        <a:cubicBezTo>
                          <a:pt x="1484236" y="464348"/>
                          <a:pt x="1482521" y="459871"/>
                          <a:pt x="1481378" y="455300"/>
                        </a:cubicBezTo>
                        <a:cubicBezTo>
                          <a:pt x="1481188" y="454347"/>
                          <a:pt x="1480997" y="453585"/>
                          <a:pt x="1480807" y="452632"/>
                        </a:cubicBezTo>
                        <a:cubicBezTo>
                          <a:pt x="1477187" y="459967"/>
                          <a:pt x="1474330" y="467777"/>
                          <a:pt x="1472330" y="475969"/>
                        </a:cubicBezTo>
                        <a:cubicBezTo>
                          <a:pt x="1438611" y="474730"/>
                          <a:pt x="1408036" y="498067"/>
                          <a:pt x="1401368" y="532166"/>
                        </a:cubicBezTo>
                        <a:cubicBezTo>
                          <a:pt x="1400225" y="538262"/>
                          <a:pt x="1399939" y="544263"/>
                          <a:pt x="1400321" y="550169"/>
                        </a:cubicBezTo>
                        <a:cubicBezTo>
                          <a:pt x="1411846" y="541215"/>
                          <a:pt x="1421847" y="530261"/>
                          <a:pt x="1430419" y="517879"/>
                        </a:cubicBezTo>
                        <a:cubicBezTo>
                          <a:pt x="1436420" y="530166"/>
                          <a:pt x="1413655" y="553217"/>
                          <a:pt x="1404512" y="560265"/>
                        </a:cubicBezTo>
                        <a:cubicBezTo>
                          <a:pt x="1400130" y="563599"/>
                          <a:pt x="1395367" y="566361"/>
                          <a:pt x="1390510" y="568647"/>
                        </a:cubicBezTo>
                        <a:cubicBezTo>
                          <a:pt x="1392796" y="580744"/>
                          <a:pt x="1416037" y="584744"/>
                          <a:pt x="1424609" y="589983"/>
                        </a:cubicBezTo>
                        <a:cubicBezTo>
                          <a:pt x="1438992" y="598651"/>
                          <a:pt x="1450422" y="612081"/>
                          <a:pt x="1456518" y="627702"/>
                        </a:cubicBezTo>
                        <a:cubicBezTo>
                          <a:pt x="1449088" y="608652"/>
                          <a:pt x="1421752" y="594555"/>
                          <a:pt x="1403940" y="588173"/>
                        </a:cubicBezTo>
                        <a:cubicBezTo>
                          <a:pt x="1397368" y="585792"/>
                          <a:pt x="1376889" y="584554"/>
                          <a:pt x="1375270" y="577124"/>
                        </a:cubicBezTo>
                        <a:cubicBezTo>
                          <a:pt x="1375079" y="576172"/>
                          <a:pt x="1375079" y="575314"/>
                          <a:pt x="1375365" y="574362"/>
                        </a:cubicBezTo>
                        <a:cubicBezTo>
                          <a:pt x="1365459" y="577315"/>
                          <a:pt x="1355077" y="579315"/>
                          <a:pt x="1344885" y="581125"/>
                        </a:cubicBezTo>
                        <a:cubicBezTo>
                          <a:pt x="1339837" y="582077"/>
                          <a:pt x="1334503" y="582935"/>
                          <a:pt x="1329359" y="583315"/>
                        </a:cubicBezTo>
                        <a:cubicBezTo>
                          <a:pt x="1327168" y="585982"/>
                          <a:pt x="1325073" y="588840"/>
                          <a:pt x="1323263" y="591793"/>
                        </a:cubicBezTo>
                        <a:cubicBezTo>
                          <a:pt x="1309738" y="584649"/>
                          <a:pt x="1294974" y="579315"/>
                          <a:pt x="1279258" y="576172"/>
                        </a:cubicBezTo>
                        <a:cubicBezTo>
                          <a:pt x="1192961" y="559313"/>
                          <a:pt x="1109427" y="615605"/>
                          <a:pt x="1092568" y="701902"/>
                        </a:cubicBezTo>
                        <a:cubicBezTo>
                          <a:pt x="1092282" y="703616"/>
                          <a:pt x="1092092" y="705236"/>
                          <a:pt x="1091806" y="706950"/>
                        </a:cubicBezTo>
                        <a:cubicBezTo>
                          <a:pt x="1094187" y="709427"/>
                          <a:pt x="1092949" y="713522"/>
                          <a:pt x="1090377" y="717809"/>
                        </a:cubicBezTo>
                        <a:cubicBezTo>
                          <a:pt x="1089996" y="722476"/>
                          <a:pt x="1089710" y="727048"/>
                          <a:pt x="1089710" y="731620"/>
                        </a:cubicBezTo>
                        <a:cubicBezTo>
                          <a:pt x="1087329" y="730381"/>
                          <a:pt x="1084662" y="729524"/>
                          <a:pt x="1082185" y="728477"/>
                        </a:cubicBezTo>
                        <a:cubicBezTo>
                          <a:pt x="1072089" y="740002"/>
                          <a:pt x="1062659" y="751432"/>
                          <a:pt x="1054563" y="763243"/>
                        </a:cubicBezTo>
                        <a:cubicBezTo>
                          <a:pt x="1052087" y="766862"/>
                          <a:pt x="1049610" y="770672"/>
                          <a:pt x="1048943" y="774101"/>
                        </a:cubicBezTo>
                        <a:cubicBezTo>
                          <a:pt x="1048086" y="778388"/>
                          <a:pt x="1050086" y="781626"/>
                          <a:pt x="1051991" y="784674"/>
                        </a:cubicBezTo>
                        <a:cubicBezTo>
                          <a:pt x="1055420" y="790103"/>
                          <a:pt x="1058754" y="795437"/>
                          <a:pt x="1062183" y="800867"/>
                        </a:cubicBezTo>
                        <a:cubicBezTo>
                          <a:pt x="1064469" y="804391"/>
                          <a:pt x="1066660" y="808105"/>
                          <a:pt x="1065898" y="813059"/>
                        </a:cubicBezTo>
                        <a:cubicBezTo>
                          <a:pt x="1064850" y="819345"/>
                          <a:pt x="1058944" y="826489"/>
                          <a:pt x="1053230" y="833156"/>
                        </a:cubicBezTo>
                        <a:cubicBezTo>
                          <a:pt x="1045514" y="842205"/>
                          <a:pt x="1037323" y="851635"/>
                          <a:pt x="1026179" y="858969"/>
                        </a:cubicBezTo>
                        <a:cubicBezTo>
                          <a:pt x="1014558" y="866589"/>
                          <a:pt x="1000937" y="870971"/>
                          <a:pt x="989412" y="871828"/>
                        </a:cubicBezTo>
                        <a:cubicBezTo>
                          <a:pt x="977887" y="872685"/>
                          <a:pt x="968457" y="870209"/>
                          <a:pt x="961123" y="866113"/>
                        </a:cubicBezTo>
                        <a:cubicBezTo>
                          <a:pt x="953979" y="862112"/>
                          <a:pt x="948931" y="856397"/>
                          <a:pt x="945978" y="849539"/>
                        </a:cubicBezTo>
                        <a:cubicBezTo>
                          <a:pt x="936929" y="853826"/>
                          <a:pt x="929023" y="860303"/>
                          <a:pt x="922927" y="868304"/>
                        </a:cubicBezTo>
                        <a:cubicBezTo>
                          <a:pt x="928642" y="878210"/>
                          <a:pt x="938263" y="885829"/>
                          <a:pt x="951598" y="889639"/>
                        </a:cubicBezTo>
                        <a:cubicBezTo>
                          <a:pt x="986935" y="899736"/>
                          <a:pt x="1044752" y="884687"/>
                          <a:pt x="1090187" y="854206"/>
                        </a:cubicBezTo>
                        <a:cubicBezTo>
                          <a:pt x="1074946" y="869351"/>
                          <a:pt x="1053039" y="881353"/>
                          <a:pt x="1032084" y="888401"/>
                        </a:cubicBezTo>
                        <a:cubicBezTo>
                          <a:pt x="1011796" y="895259"/>
                          <a:pt x="992365" y="897831"/>
                          <a:pt x="973981" y="898879"/>
                        </a:cubicBezTo>
                        <a:cubicBezTo>
                          <a:pt x="966362" y="900974"/>
                          <a:pt x="957884" y="906785"/>
                          <a:pt x="952264" y="912690"/>
                        </a:cubicBezTo>
                        <a:cubicBezTo>
                          <a:pt x="945216" y="920215"/>
                          <a:pt x="941215" y="928025"/>
                          <a:pt x="935310" y="935740"/>
                        </a:cubicBezTo>
                        <a:cubicBezTo>
                          <a:pt x="922356" y="952695"/>
                          <a:pt x="900734" y="967745"/>
                          <a:pt x="878350" y="978317"/>
                        </a:cubicBezTo>
                        <a:cubicBezTo>
                          <a:pt x="875207" y="980032"/>
                          <a:pt x="871969" y="981556"/>
                          <a:pt x="868730" y="982604"/>
                        </a:cubicBezTo>
                        <a:cubicBezTo>
                          <a:pt x="871969" y="981270"/>
                          <a:pt x="875112" y="979841"/>
                          <a:pt x="878350" y="978317"/>
                        </a:cubicBezTo>
                        <a:cubicBezTo>
                          <a:pt x="884161" y="975269"/>
                          <a:pt x="889685" y="971459"/>
                          <a:pt x="894924" y="967554"/>
                        </a:cubicBezTo>
                        <a:cubicBezTo>
                          <a:pt x="915212" y="952409"/>
                          <a:pt x="934167" y="934312"/>
                          <a:pt x="940454" y="917071"/>
                        </a:cubicBezTo>
                        <a:cubicBezTo>
                          <a:pt x="943121" y="909832"/>
                          <a:pt x="943216" y="903165"/>
                          <a:pt x="941120" y="897640"/>
                        </a:cubicBezTo>
                        <a:cubicBezTo>
                          <a:pt x="940739" y="897926"/>
                          <a:pt x="940263" y="898021"/>
                          <a:pt x="939882" y="898307"/>
                        </a:cubicBezTo>
                        <a:lnTo>
                          <a:pt x="938834" y="896593"/>
                        </a:lnTo>
                        <a:cubicBezTo>
                          <a:pt x="927785" y="893069"/>
                          <a:pt x="920927" y="885639"/>
                          <a:pt x="917593" y="876495"/>
                        </a:cubicBezTo>
                        <a:cubicBezTo>
                          <a:pt x="916831" y="877829"/>
                          <a:pt x="916165" y="879257"/>
                          <a:pt x="915593" y="880591"/>
                        </a:cubicBezTo>
                        <a:cubicBezTo>
                          <a:pt x="917022" y="894878"/>
                          <a:pt x="884637" y="911452"/>
                          <a:pt x="856729" y="922691"/>
                        </a:cubicBezTo>
                        <a:cubicBezTo>
                          <a:pt x="862063" y="934597"/>
                          <a:pt x="857681" y="950314"/>
                          <a:pt x="834440" y="960029"/>
                        </a:cubicBezTo>
                        <a:cubicBezTo>
                          <a:pt x="824248" y="964220"/>
                          <a:pt x="813676" y="967363"/>
                          <a:pt x="804627" y="967554"/>
                        </a:cubicBezTo>
                        <a:cubicBezTo>
                          <a:pt x="796531" y="967745"/>
                          <a:pt x="789768" y="965459"/>
                          <a:pt x="787291" y="960601"/>
                        </a:cubicBezTo>
                        <a:cubicBezTo>
                          <a:pt x="787006" y="960029"/>
                          <a:pt x="786815" y="959458"/>
                          <a:pt x="786625" y="958791"/>
                        </a:cubicBezTo>
                        <a:cubicBezTo>
                          <a:pt x="785672" y="955362"/>
                          <a:pt x="786625" y="951171"/>
                          <a:pt x="788244" y="946885"/>
                        </a:cubicBezTo>
                        <a:cubicBezTo>
                          <a:pt x="796626" y="924596"/>
                          <a:pt x="808151" y="913071"/>
                          <a:pt x="819486" y="908594"/>
                        </a:cubicBezTo>
                        <a:cubicBezTo>
                          <a:pt x="832916" y="897926"/>
                          <a:pt x="853776" y="884305"/>
                          <a:pt x="872826" y="876209"/>
                        </a:cubicBezTo>
                        <a:cubicBezTo>
                          <a:pt x="861967" y="874685"/>
                          <a:pt x="851300" y="874400"/>
                          <a:pt x="840727" y="875352"/>
                        </a:cubicBezTo>
                        <a:cubicBezTo>
                          <a:pt x="826820" y="882305"/>
                          <a:pt x="812437" y="888782"/>
                          <a:pt x="799579" y="897260"/>
                        </a:cubicBezTo>
                        <a:cubicBezTo>
                          <a:pt x="772528" y="914976"/>
                          <a:pt x="755764" y="938884"/>
                          <a:pt x="740619" y="961077"/>
                        </a:cubicBezTo>
                        <a:cubicBezTo>
                          <a:pt x="749668" y="944504"/>
                          <a:pt x="758526" y="926215"/>
                          <a:pt x="754525" y="914023"/>
                        </a:cubicBezTo>
                        <a:cubicBezTo>
                          <a:pt x="733285" y="934026"/>
                          <a:pt x="717759" y="960410"/>
                          <a:pt x="711758" y="991176"/>
                        </a:cubicBezTo>
                        <a:cubicBezTo>
                          <a:pt x="711282" y="993557"/>
                          <a:pt x="711091" y="995843"/>
                          <a:pt x="710710" y="998225"/>
                        </a:cubicBezTo>
                        <a:cubicBezTo>
                          <a:pt x="699471" y="986413"/>
                          <a:pt x="684612" y="977841"/>
                          <a:pt x="667372" y="974412"/>
                        </a:cubicBezTo>
                        <a:cubicBezTo>
                          <a:pt x="625747" y="966316"/>
                          <a:pt x="585362" y="991367"/>
                          <a:pt x="573550" y="1031181"/>
                        </a:cubicBezTo>
                        <a:cubicBezTo>
                          <a:pt x="563644" y="1026704"/>
                          <a:pt x="553167" y="1023085"/>
                          <a:pt x="542118" y="1020894"/>
                        </a:cubicBezTo>
                        <a:cubicBezTo>
                          <a:pt x="466108" y="1006035"/>
                          <a:pt x="392480" y="1055660"/>
                          <a:pt x="377716" y="1131575"/>
                        </a:cubicBezTo>
                        <a:cubicBezTo>
                          <a:pt x="373049" y="1155387"/>
                          <a:pt x="374859" y="1178818"/>
                          <a:pt x="381622" y="1200440"/>
                        </a:cubicBezTo>
                        <a:cubicBezTo>
                          <a:pt x="384384" y="1179485"/>
                          <a:pt x="402767" y="1154244"/>
                          <a:pt x="428008" y="1133670"/>
                        </a:cubicBezTo>
                        <a:cubicBezTo>
                          <a:pt x="453535" y="1112905"/>
                          <a:pt x="485444" y="1096808"/>
                          <a:pt x="516115" y="1087188"/>
                        </a:cubicBezTo>
                        <a:cubicBezTo>
                          <a:pt x="540784" y="1079473"/>
                          <a:pt x="566788" y="1075948"/>
                          <a:pt x="579837" y="1084997"/>
                        </a:cubicBezTo>
                        <a:lnTo>
                          <a:pt x="571550" y="1108429"/>
                        </a:lnTo>
                        <a:cubicBezTo>
                          <a:pt x="564597" y="1116620"/>
                          <a:pt x="557834" y="1124812"/>
                          <a:pt x="551262" y="1133003"/>
                        </a:cubicBezTo>
                        <a:cubicBezTo>
                          <a:pt x="550976" y="1134718"/>
                          <a:pt x="550214" y="1136623"/>
                          <a:pt x="548881" y="1138528"/>
                        </a:cubicBezTo>
                        <a:cubicBezTo>
                          <a:pt x="546880" y="1141671"/>
                          <a:pt x="543833" y="1144624"/>
                          <a:pt x="540404" y="1147005"/>
                        </a:cubicBezTo>
                        <a:cubicBezTo>
                          <a:pt x="525163" y="1166817"/>
                          <a:pt x="511066" y="1186724"/>
                          <a:pt x="498303" y="1206632"/>
                        </a:cubicBezTo>
                        <a:cubicBezTo>
                          <a:pt x="493064" y="1214823"/>
                          <a:pt x="487730" y="1223396"/>
                          <a:pt x="478681" y="1230540"/>
                        </a:cubicBezTo>
                        <a:cubicBezTo>
                          <a:pt x="471252" y="1236445"/>
                          <a:pt x="462489" y="1240541"/>
                          <a:pt x="453535" y="1243589"/>
                        </a:cubicBezTo>
                        <a:cubicBezTo>
                          <a:pt x="457441" y="1248256"/>
                          <a:pt x="457060" y="1255400"/>
                          <a:pt x="456012" y="1260829"/>
                        </a:cubicBezTo>
                        <a:cubicBezTo>
                          <a:pt x="453726" y="1272545"/>
                          <a:pt x="452107" y="1284165"/>
                          <a:pt x="452202" y="1296166"/>
                        </a:cubicBezTo>
                        <a:cubicBezTo>
                          <a:pt x="452202" y="1299786"/>
                          <a:pt x="452392" y="1303405"/>
                          <a:pt x="454107" y="1306740"/>
                        </a:cubicBezTo>
                        <a:cubicBezTo>
                          <a:pt x="456298" y="1310930"/>
                          <a:pt x="460584" y="1314073"/>
                          <a:pt x="464775" y="1317122"/>
                        </a:cubicBezTo>
                        <a:cubicBezTo>
                          <a:pt x="472109" y="1322360"/>
                          <a:pt x="479348" y="1327599"/>
                          <a:pt x="486683" y="1332933"/>
                        </a:cubicBezTo>
                        <a:cubicBezTo>
                          <a:pt x="491540" y="1336362"/>
                          <a:pt x="496493" y="1340077"/>
                          <a:pt x="499065" y="1344840"/>
                        </a:cubicBezTo>
                        <a:cubicBezTo>
                          <a:pt x="502494" y="1350935"/>
                          <a:pt x="501446" y="1357984"/>
                          <a:pt x="500398" y="1364556"/>
                        </a:cubicBezTo>
                        <a:cubicBezTo>
                          <a:pt x="498970" y="1373415"/>
                          <a:pt x="497255" y="1382654"/>
                          <a:pt x="491064" y="1389893"/>
                        </a:cubicBezTo>
                        <a:cubicBezTo>
                          <a:pt x="484587" y="1397322"/>
                          <a:pt x="473728" y="1401704"/>
                          <a:pt x="462584" y="1402561"/>
                        </a:cubicBezTo>
                        <a:cubicBezTo>
                          <a:pt x="451440" y="1403418"/>
                          <a:pt x="440010" y="1401037"/>
                          <a:pt x="429723" y="1397132"/>
                        </a:cubicBezTo>
                        <a:cubicBezTo>
                          <a:pt x="401624" y="1386273"/>
                          <a:pt x="381050" y="1363223"/>
                          <a:pt x="374573" y="1338267"/>
                        </a:cubicBezTo>
                        <a:cubicBezTo>
                          <a:pt x="368191" y="1313217"/>
                          <a:pt x="375335" y="1286737"/>
                          <a:pt x="391909" y="1265972"/>
                        </a:cubicBezTo>
                        <a:cubicBezTo>
                          <a:pt x="395909" y="1261019"/>
                          <a:pt x="400576" y="1256543"/>
                          <a:pt x="405910" y="1252732"/>
                        </a:cubicBezTo>
                        <a:cubicBezTo>
                          <a:pt x="396004" y="1250923"/>
                          <a:pt x="392194" y="1243303"/>
                          <a:pt x="389051" y="1236159"/>
                        </a:cubicBezTo>
                        <a:cubicBezTo>
                          <a:pt x="385241" y="1227301"/>
                          <a:pt x="381431" y="1218252"/>
                          <a:pt x="381145" y="1207870"/>
                        </a:cubicBezTo>
                        <a:cubicBezTo>
                          <a:pt x="366953" y="1196725"/>
                          <a:pt x="350094" y="1188343"/>
                          <a:pt x="330949" y="1184629"/>
                        </a:cubicBezTo>
                        <a:cubicBezTo>
                          <a:pt x="274846" y="1173675"/>
                          <a:pt x="220840" y="1203964"/>
                          <a:pt x="203409" y="1253495"/>
                        </a:cubicBezTo>
                        <a:cubicBezTo>
                          <a:pt x="204361" y="1262353"/>
                          <a:pt x="204266" y="1271497"/>
                          <a:pt x="205028" y="1280260"/>
                        </a:cubicBezTo>
                        <a:cubicBezTo>
                          <a:pt x="206171" y="1294071"/>
                          <a:pt x="210076" y="1308263"/>
                          <a:pt x="219697" y="1319884"/>
                        </a:cubicBezTo>
                        <a:cubicBezTo>
                          <a:pt x="225983" y="1327504"/>
                          <a:pt x="234651" y="1333600"/>
                          <a:pt x="244176" y="1338267"/>
                        </a:cubicBezTo>
                        <a:cubicBezTo>
                          <a:pt x="253320" y="1342744"/>
                          <a:pt x="263416" y="1345792"/>
                          <a:pt x="272275" y="1350650"/>
                        </a:cubicBezTo>
                        <a:cubicBezTo>
                          <a:pt x="281133" y="1355508"/>
                          <a:pt x="289134" y="1362651"/>
                          <a:pt x="290563" y="1371319"/>
                        </a:cubicBezTo>
                        <a:cubicBezTo>
                          <a:pt x="291706" y="1378177"/>
                          <a:pt x="288467" y="1385035"/>
                          <a:pt x="283133" y="1390083"/>
                        </a:cubicBezTo>
                        <a:cubicBezTo>
                          <a:pt x="278180" y="1394655"/>
                          <a:pt x="271608" y="1397799"/>
                          <a:pt x="264655" y="1399798"/>
                        </a:cubicBezTo>
                        <a:cubicBezTo>
                          <a:pt x="251891" y="1403513"/>
                          <a:pt x="237889" y="1403704"/>
                          <a:pt x="224269" y="1403799"/>
                        </a:cubicBezTo>
                        <a:cubicBezTo>
                          <a:pt x="211124" y="1403894"/>
                          <a:pt x="197789" y="1403989"/>
                          <a:pt x="184835" y="1401799"/>
                        </a:cubicBezTo>
                        <a:cubicBezTo>
                          <a:pt x="169595" y="1399132"/>
                          <a:pt x="155212" y="1393226"/>
                          <a:pt x="141877" y="1386273"/>
                        </a:cubicBezTo>
                        <a:cubicBezTo>
                          <a:pt x="132829" y="1381511"/>
                          <a:pt x="124066" y="1376177"/>
                          <a:pt x="116922" y="1369604"/>
                        </a:cubicBezTo>
                        <a:cubicBezTo>
                          <a:pt x="110064" y="1363318"/>
                          <a:pt x="104825" y="1355984"/>
                          <a:pt x="100348" y="1348364"/>
                        </a:cubicBezTo>
                        <a:cubicBezTo>
                          <a:pt x="93490" y="1336934"/>
                          <a:pt x="88442" y="1324741"/>
                          <a:pt x="85489" y="1312264"/>
                        </a:cubicBezTo>
                        <a:cubicBezTo>
                          <a:pt x="45008" y="1335029"/>
                          <a:pt x="13576" y="1376843"/>
                          <a:pt x="3384" y="1428850"/>
                        </a:cubicBezTo>
                        <a:cubicBezTo>
                          <a:pt x="-14047" y="1518099"/>
                          <a:pt x="37579" y="1603348"/>
                          <a:pt x="118732" y="1619159"/>
                        </a:cubicBezTo>
                        <a:cubicBezTo>
                          <a:pt x="119779" y="1619350"/>
                          <a:pt x="120732" y="1619350"/>
                          <a:pt x="121780" y="1619540"/>
                        </a:cubicBezTo>
                        <a:cubicBezTo>
                          <a:pt x="125209" y="1617921"/>
                          <a:pt x="128733" y="1616302"/>
                          <a:pt x="132257" y="1614968"/>
                        </a:cubicBezTo>
                        <a:cubicBezTo>
                          <a:pt x="151593" y="1607443"/>
                          <a:pt x="175215" y="1604014"/>
                          <a:pt x="194741" y="1612206"/>
                        </a:cubicBezTo>
                        <a:cubicBezTo>
                          <a:pt x="205409" y="1608110"/>
                          <a:pt x="215696" y="1602872"/>
                          <a:pt x="225316" y="1596395"/>
                        </a:cubicBezTo>
                        <a:cubicBezTo>
                          <a:pt x="215887" y="1594680"/>
                          <a:pt x="199694" y="1592870"/>
                          <a:pt x="197980" y="1587155"/>
                        </a:cubicBezTo>
                        <a:cubicBezTo>
                          <a:pt x="197694" y="1586298"/>
                          <a:pt x="197789" y="1585441"/>
                          <a:pt x="197980" y="1584679"/>
                        </a:cubicBezTo>
                        <a:cubicBezTo>
                          <a:pt x="187216" y="1587346"/>
                          <a:pt x="175882" y="1589060"/>
                          <a:pt x="164737" y="1590680"/>
                        </a:cubicBezTo>
                        <a:cubicBezTo>
                          <a:pt x="150640" y="1592680"/>
                          <a:pt x="135210" y="1594585"/>
                          <a:pt x="122256" y="1588775"/>
                        </a:cubicBezTo>
                        <a:cubicBezTo>
                          <a:pt x="120065" y="1587822"/>
                          <a:pt x="117779" y="1585631"/>
                          <a:pt x="119017" y="1584012"/>
                        </a:cubicBezTo>
                        <a:cubicBezTo>
                          <a:pt x="138448" y="1584488"/>
                          <a:pt x="158165" y="1584869"/>
                          <a:pt x="177120" y="1581631"/>
                        </a:cubicBezTo>
                        <a:cubicBezTo>
                          <a:pt x="211791" y="1575535"/>
                          <a:pt x="237604" y="1557342"/>
                          <a:pt x="256654" y="1533625"/>
                        </a:cubicBezTo>
                        <a:cubicBezTo>
                          <a:pt x="263607" y="1544865"/>
                          <a:pt x="239413" y="1565724"/>
                          <a:pt x="229507" y="1572106"/>
                        </a:cubicBezTo>
                        <a:cubicBezTo>
                          <a:pt x="224840" y="1575154"/>
                          <a:pt x="219697" y="1577630"/>
                          <a:pt x="214363" y="1579630"/>
                        </a:cubicBezTo>
                        <a:cubicBezTo>
                          <a:pt x="215791" y="1585250"/>
                          <a:pt x="223221" y="1589060"/>
                          <a:pt x="231412" y="1592013"/>
                        </a:cubicBezTo>
                        <a:cubicBezTo>
                          <a:pt x="234270" y="1589822"/>
                          <a:pt x="237223" y="1587727"/>
                          <a:pt x="239985" y="1585346"/>
                        </a:cubicBezTo>
                        <a:lnTo>
                          <a:pt x="349618" y="1612777"/>
                        </a:lnTo>
                        <a:cubicBezTo>
                          <a:pt x="362191" y="1605443"/>
                          <a:pt x="373906" y="1596585"/>
                          <a:pt x="381145" y="1585250"/>
                        </a:cubicBezTo>
                        <a:cubicBezTo>
                          <a:pt x="388480" y="1573820"/>
                          <a:pt x="390861" y="1559628"/>
                          <a:pt x="384574" y="1547341"/>
                        </a:cubicBezTo>
                        <a:cubicBezTo>
                          <a:pt x="376954" y="1532577"/>
                          <a:pt x="358190" y="1523147"/>
                          <a:pt x="339235" y="1520575"/>
                        </a:cubicBezTo>
                        <a:cubicBezTo>
                          <a:pt x="323233" y="1518385"/>
                          <a:pt x="308565" y="1522957"/>
                          <a:pt x="293325" y="1522385"/>
                        </a:cubicBezTo>
                        <a:cubicBezTo>
                          <a:pt x="291991" y="1513051"/>
                          <a:pt x="317328" y="1515432"/>
                          <a:pt x="323995" y="1515813"/>
                        </a:cubicBezTo>
                        <a:cubicBezTo>
                          <a:pt x="337045" y="1516575"/>
                          <a:pt x="350189" y="1517623"/>
                          <a:pt x="362572" y="1521338"/>
                        </a:cubicBezTo>
                        <a:cubicBezTo>
                          <a:pt x="374954" y="1525052"/>
                          <a:pt x="386575" y="1531910"/>
                          <a:pt x="392671" y="1541626"/>
                        </a:cubicBezTo>
                        <a:cubicBezTo>
                          <a:pt x="397147" y="1548674"/>
                          <a:pt x="400291" y="1558295"/>
                          <a:pt x="409720" y="1559724"/>
                        </a:cubicBezTo>
                        <a:cubicBezTo>
                          <a:pt x="414292" y="1560390"/>
                          <a:pt x="420103" y="1559057"/>
                          <a:pt x="422865" y="1562295"/>
                        </a:cubicBezTo>
                        <a:cubicBezTo>
                          <a:pt x="413816" y="1561152"/>
                          <a:pt x="405148" y="1565343"/>
                          <a:pt x="399243" y="1570963"/>
                        </a:cubicBezTo>
                        <a:cubicBezTo>
                          <a:pt x="393337" y="1576582"/>
                          <a:pt x="389432" y="1583345"/>
                          <a:pt x="384289" y="1589442"/>
                        </a:cubicBezTo>
                        <a:cubicBezTo>
                          <a:pt x="375716" y="1599728"/>
                          <a:pt x="363619" y="1607920"/>
                          <a:pt x="349713" y="1612873"/>
                        </a:cubicBezTo>
                        <a:lnTo>
                          <a:pt x="386194" y="1622017"/>
                        </a:lnTo>
                        <a:cubicBezTo>
                          <a:pt x="390861" y="1618969"/>
                          <a:pt x="395147" y="1615635"/>
                          <a:pt x="398481" y="1611634"/>
                        </a:cubicBezTo>
                        <a:cubicBezTo>
                          <a:pt x="406672" y="1601633"/>
                          <a:pt x="409625" y="1586965"/>
                          <a:pt x="423341" y="1582774"/>
                        </a:cubicBezTo>
                        <a:cubicBezTo>
                          <a:pt x="436390" y="1578868"/>
                          <a:pt x="447630" y="1588299"/>
                          <a:pt x="460584" y="1588108"/>
                        </a:cubicBezTo>
                        <a:cubicBezTo>
                          <a:pt x="473157" y="1587917"/>
                          <a:pt x="488397" y="1580297"/>
                          <a:pt x="500303" y="1577249"/>
                        </a:cubicBezTo>
                        <a:cubicBezTo>
                          <a:pt x="510114" y="1574773"/>
                          <a:pt x="522687" y="1573154"/>
                          <a:pt x="529354" y="1579821"/>
                        </a:cubicBezTo>
                        <a:cubicBezTo>
                          <a:pt x="532688" y="1583155"/>
                          <a:pt x="533450" y="1587727"/>
                          <a:pt x="534212" y="1592013"/>
                        </a:cubicBezTo>
                        <a:cubicBezTo>
                          <a:pt x="536593" y="1606205"/>
                          <a:pt x="540975" y="1621922"/>
                          <a:pt x="555167" y="1630399"/>
                        </a:cubicBezTo>
                        <a:cubicBezTo>
                          <a:pt x="564121" y="1635733"/>
                          <a:pt x="578027" y="1640781"/>
                          <a:pt x="575551" y="1649449"/>
                        </a:cubicBezTo>
                        <a:cubicBezTo>
                          <a:pt x="573265" y="1657259"/>
                          <a:pt x="559644" y="1657069"/>
                          <a:pt x="550595" y="1653735"/>
                        </a:cubicBezTo>
                        <a:cubicBezTo>
                          <a:pt x="541546" y="1650401"/>
                          <a:pt x="530974" y="1645639"/>
                          <a:pt x="522782" y="1649925"/>
                        </a:cubicBezTo>
                        <a:cubicBezTo>
                          <a:pt x="520401" y="1651163"/>
                          <a:pt x="518782" y="1652878"/>
                          <a:pt x="517639" y="1654878"/>
                        </a:cubicBezTo>
                        <a:lnTo>
                          <a:pt x="616984" y="1679738"/>
                        </a:lnTo>
                        <a:cubicBezTo>
                          <a:pt x="621080" y="1678405"/>
                          <a:pt x="625176" y="1676881"/>
                          <a:pt x="629176" y="1675452"/>
                        </a:cubicBezTo>
                        <a:cubicBezTo>
                          <a:pt x="629081" y="1677833"/>
                          <a:pt x="628033" y="1680119"/>
                          <a:pt x="626509" y="1682120"/>
                        </a:cubicBezTo>
                        <a:lnTo>
                          <a:pt x="726236" y="1707075"/>
                        </a:lnTo>
                        <a:cubicBezTo>
                          <a:pt x="744048" y="1701455"/>
                          <a:pt x="764908" y="1704884"/>
                          <a:pt x="781958" y="1716409"/>
                        </a:cubicBezTo>
                        <a:cubicBezTo>
                          <a:pt x="785005" y="1718505"/>
                          <a:pt x="788625" y="1720982"/>
                          <a:pt x="792340" y="1723648"/>
                        </a:cubicBezTo>
                        <a:lnTo>
                          <a:pt x="934643" y="1759272"/>
                        </a:lnTo>
                        <a:cubicBezTo>
                          <a:pt x="935024" y="1755938"/>
                          <a:pt x="935500" y="1752700"/>
                          <a:pt x="936358" y="1749461"/>
                        </a:cubicBezTo>
                        <a:cubicBezTo>
                          <a:pt x="900829" y="1743937"/>
                          <a:pt x="866254" y="1733745"/>
                          <a:pt x="834345" y="1719172"/>
                        </a:cubicBezTo>
                        <a:cubicBezTo>
                          <a:pt x="855490" y="1722886"/>
                          <a:pt x="876731" y="1726506"/>
                          <a:pt x="897210" y="1732507"/>
                        </a:cubicBezTo>
                        <a:cubicBezTo>
                          <a:pt x="905783" y="1734983"/>
                          <a:pt x="914355" y="1737936"/>
                          <a:pt x="923404" y="1738889"/>
                        </a:cubicBezTo>
                        <a:cubicBezTo>
                          <a:pt x="935786" y="1740222"/>
                          <a:pt x="948073" y="1737650"/>
                          <a:pt x="959980" y="1735174"/>
                        </a:cubicBezTo>
                        <a:cubicBezTo>
                          <a:pt x="972172" y="1732602"/>
                          <a:pt x="984459" y="1730030"/>
                          <a:pt x="996079" y="1726125"/>
                        </a:cubicBezTo>
                        <a:cubicBezTo>
                          <a:pt x="1003414" y="1723648"/>
                          <a:pt x="1013605" y="1716505"/>
                          <a:pt x="1021606" y="1717458"/>
                        </a:cubicBezTo>
                        <a:cubicBezTo>
                          <a:pt x="1009891" y="1732317"/>
                          <a:pt x="984078" y="1740699"/>
                          <a:pt x="963123" y="1741270"/>
                        </a:cubicBezTo>
                        <a:cubicBezTo>
                          <a:pt x="960075" y="1741365"/>
                          <a:pt x="956741" y="1741365"/>
                          <a:pt x="954169" y="1742603"/>
                        </a:cubicBezTo>
                        <a:cubicBezTo>
                          <a:pt x="951598" y="1743841"/>
                          <a:pt x="950074" y="1746127"/>
                          <a:pt x="948645" y="1748318"/>
                        </a:cubicBezTo>
                        <a:cubicBezTo>
                          <a:pt x="946073" y="1752414"/>
                          <a:pt x="943787" y="1756700"/>
                          <a:pt x="941596" y="1760986"/>
                        </a:cubicBezTo>
                        <a:lnTo>
                          <a:pt x="971600" y="1768511"/>
                        </a:lnTo>
                        <a:cubicBezTo>
                          <a:pt x="972648" y="1760510"/>
                          <a:pt x="983411" y="1755176"/>
                          <a:pt x="992746" y="1751843"/>
                        </a:cubicBezTo>
                        <a:cubicBezTo>
                          <a:pt x="1009605" y="1745842"/>
                          <a:pt x="1077613" y="1718314"/>
                          <a:pt x="1078185" y="1752414"/>
                        </a:cubicBezTo>
                        <a:cubicBezTo>
                          <a:pt x="1078471" y="1770035"/>
                          <a:pt x="1041228" y="1777084"/>
                          <a:pt x="1011224" y="1778417"/>
                        </a:cubicBezTo>
                        <a:lnTo>
                          <a:pt x="1051610" y="1788514"/>
                        </a:lnTo>
                        <a:lnTo>
                          <a:pt x="5663425" y="1756796"/>
                        </a:lnTo>
                        <a:lnTo>
                          <a:pt x="5811063" y="1714600"/>
                        </a:lnTo>
                        <a:cubicBezTo>
                          <a:pt x="5805157" y="1709361"/>
                          <a:pt x="5799442" y="1703836"/>
                          <a:pt x="5793632" y="1698502"/>
                        </a:cubicBezTo>
                        <a:cubicBezTo>
                          <a:pt x="5782392" y="1688216"/>
                          <a:pt x="5770010" y="1678024"/>
                          <a:pt x="5764866" y="1664879"/>
                        </a:cubicBezTo>
                        <a:cubicBezTo>
                          <a:pt x="5756389" y="1643353"/>
                          <a:pt x="5770200" y="1620493"/>
                          <a:pt x="5788774" y="1604967"/>
                        </a:cubicBezTo>
                        <a:cubicBezTo>
                          <a:pt x="5809824" y="1587346"/>
                          <a:pt x="5864212" y="1550675"/>
                          <a:pt x="5874499" y="1595442"/>
                        </a:cubicBezTo>
                        <a:cubicBezTo>
                          <a:pt x="5878785" y="1614206"/>
                          <a:pt x="5872594" y="1634114"/>
                          <a:pt x="5875070" y="1653259"/>
                        </a:cubicBezTo>
                        <a:cubicBezTo>
                          <a:pt x="5876880" y="1666784"/>
                          <a:pt x="5880500" y="1680214"/>
                          <a:pt x="5885738" y="1693168"/>
                        </a:cubicBezTo>
                        <a:lnTo>
                          <a:pt x="6003562" y="1659450"/>
                        </a:lnTo>
                        <a:cubicBezTo>
                          <a:pt x="5990037" y="1646877"/>
                          <a:pt x="5979178" y="1632589"/>
                          <a:pt x="5972702" y="1616778"/>
                        </a:cubicBezTo>
                        <a:cubicBezTo>
                          <a:pt x="5959843" y="1585060"/>
                          <a:pt x="5964986" y="1550960"/>
                          <a:pt x="5970320" y="1518289"/>
                        </a:cubicBezTo>
                        <a:cubicBezTo>
                          <a:pt x="5973464" y="1498954"/>
                          <a:pt x="5976797" y="1479237"/>
                          <a:pt x="5987560" y="1462092"/>
                        </a:cubicBezTo>
                        <a:cubicBezTo>
                          <a:pt x="5999943" y="1442280"/>
                          <a:pt x="6035662" y="1397703"/>
                          <a:pt x="6067475" y="1419039"/>
                        </a:cubicBezTo>
                        <a:cubicBezTo>
                          <a:pt x="6078715" y="1426564"/>
                          <a:pt x="6082810" y="1437136"/>
                          <a:pt x="6079382" y="1447614"/>
                        </a:cubicBezTo>
                        <a:cubicBezTo>
                          <a:pt x="6089669" y="1445709"/>
                          <a:pt x="6100241" y="1445614"/>
                          <a:pt x="6107385" y="1449995"/>
                        </a:cubicBezTo>
                        <a:cubicBezTo>
                          <a:pt x="6117196" y="1449995"/>
                          <a:pt x="6125483" y="1456568"/>
                          <a:pt x="6125959" y="1464759"/>
                        </a:cubicBezTo>
                        <a:cubicBezTo>
                          <a:pt x="6126340" y="1472474"/>
                          <a:pt x="6119577" y="1478761"/>
                          <a:pt x="6110529" y="1479523"/>
                        </a:cubicBezTo>
                        <a:cubicBezTo>
                          <a:pt x="6106814" y="1482475"/>
                          <a:pt x="6102337" y="1484952"/>
                          <a:pt x="6098146" y="1486952"/>
                        </a:cubicBezTo>
                        <a:cubicBezTo>
                          <a:pt x="6089193" y="1491429"/>
                          <a:pt x="6080334" y="1495811"/>
                          <a:pt x="6071381" y="1500287"/>
                        </a:cubicBezTo>
                        <a:cubicBezTo>
                          <a:pt x="6071666" y="1500859"/>
                          <a:pt x="6071857" y="1501335"/>
                          <a:pt x="6072238" y="1501907"/>
                        </a:cubicBezTo>
                        <a:cubicBezTo>
                          <a:pt x="6088907" y="1531339"/>
                          <a:pt x="6105861" y="1561152"/>
                          <a:pt x="6131293" y="1586107"/>
                        </a:cubicBezTo>
                        <a:cubicBezTo>
                          <a:pt x="6140818" y="1595442"/>
                          <a:pt x="6151771" y="1604777"/>
                          <a:pt x="6158915" y="1615159"/>
                        </a:cubicBezTo>
                        <a:lnTo>
                          <a:pt x="6272454" y="1582679"/>
                        </a:lnTo>
                        <a:cubicBezTo>
                          <a:pt x="6273501" y="1565343"/>
                          <a:pt x="6276168" y="1547246"/>
                          <a:pt x="6289884" y="1534863"/>
                        </a:cubicBezTo>
                        <a:cubicBezTo>
                          <a:pt x="6291694" y="1533244"/>
                          <a:pt x="6293694" y="1531720"/>
                          <a:pt x="6294932" y="1529815"/>
                        </a:cubicBezTo>
                        <a:cubicBezTo>
                          <a:pt x="6296171" y="1527910"/>
                          <a:pt x="6296647" y="1525719"/>
                          <a:pt x="6297123" y="1523528"/>
                        </a:cubicBezTo>
                        <a:cubicBezTo>
                          <a:pt x="6298933" y="1514956"/>
                          <a:pt x="6298076" y="1499239"/>
                          <a:pt x="6307696" y="1494858"/>
                        </a:cubicBezTo>
                        <a:cubicBezTo>
                          <a:pt x="6308839" y="1507717"/>
                          <a:pt x="6312173" y="1520099"/>
                          <a:pt x="6320459" y="1531434"/>
                        </a:cubicBezTo>
                        <a:cubicBezTo>
                          <a:pt x="6328746" y="1542769"/>
                          <a:pt x="6340462" y="1552198"/>
                          <a:pt x="6353892" y="1559342"/>
                        </a:cubicBezTo>
                        <a:lnTo>
                          <a:pt x="6417234" y="1541245"/>
                        </a:lnTo>
                        <a:lnTo>
                          <a:pt x="6430283" y="1526767"/>
                        </a:lnTo>
                        <a:cubicBezTo>
                          <a:pt x="6413614" y="1530386"/>
                          <a:pt x="6395993" y="1531243"/>
                          <a:pt x="6380086" y="1525433"/>
                        </a:cubicBezTo>
                        <a:cubicBezTo>
                          <a:pt x="6373323" y="1522957"/>
                          <a:pt x="6366846" y="1519147"/>
                          <a:pt x="6363703" y="1513622"/>
                        </a:cubicBezTo>
                        <a:cubicBezTo>
                          <a:pt x="6361227" y="1509241"/>
                          <a:pt x="6360941" y="1504288"/>
                          <a:pt x="6361512" y="1499621"/>
                        </a:cubicBezTo>
                        <a:cubicBezTo>
                          <a:pt x="6364465" y="1474570"/>
                          <a:pt x="6387897" y="1455139"/>
                          <a:pt x="6412280" y="1440851"/>
                        </a:cubicBezTo>
                        <a:cubicBezTo>
                          <a:pt x="6436664" y="1426468"/>
                          <a:pt x="6464097" y="1414467"/>
                          <a:pt x="6481908" y="1394464"/>
                        </a:cubicBezTo>
                        <a:cubicBezTo>
                          <a:pt x="6501054" y="1372843"/>
                          <a:pt x="6511817" y="1335791"/>
                          <a:pt x="6549631" y="1331314"/>
                        </a:cubicBezTo>
                        <a:cubicBezTo>
                          <a:pt x="6565537" y="1329409"/>
                          <a:pt x="6578682" y="1335505"/>
                          <a:pt x="6589255" y="1344458"/>
                        </a:cubicBezTo>
                        <a:cubicBezTo>
                          <a:pt x="6592113" y="1342744"/>
                          <a:pt x="6595446" y="1341220"/>
                          <a:pt x="6598875" y="1339791"/>
                        </a:cubicBezTo>
                        <a:lnTo>
                          <a:pt x="6695173" y="1233016"/>
                        </a:lnTo>
                        <a:cubicBezTo>
                          <a:pt x="6655073" y="1243398"/>
                          <a:pt x="6617735" y="1244065"/>
                          <a:pt x="6581921" y="1244065"/>
                        </a:cubicBezTo>
                        <a:cubicBezTo>
                          <a:pt x="6560680" y="1244065"/>
                          <a:pt x="6539154" y="1243970"/>
                          <a:pt x="6522866" y="1238159"/>
                        </a:cubicBezTo>
                        <a:cubicBezTo>
                          <a:pt x="6506578" y="1232254"/>
                          <a:pt x="6496291" y="1219490"/>
                          <a:pt x="6501910" y="1201774"/>
                        </a:cubicBezTo>
                        <a:cubicBezTo>
                          <a:pt x="6508293" y="1181771"/>
                          <a:pt x="6533248" y="1159578"/>
                          <a:pt x="6539058" y="1139671"/>
                        </a:cubicBezTo>
                        <a:cubicBezTo>
                          <a:pt x="6541344" y="1132051"/>
                          <a:pt x="6540677" y="1124907"/>
                          <a:pt x="6545535" y="1116906"/>
                        </a:cubicBezTo>
                        <a:cubicBezTo>
                          <a:pt x="6566395" y="1082616"/>
                          <a:pt x="6617639" y="1087664"/>
                          <a:pt x="6634308" y="1096618"/>
                        </a:cubicBezTo>
                        <a:cubicBezTo>
                          <a:pt x="6645167" y="1102428"/>
                          <a:pt x="6644690" y="1108810"/>
                          <a:pt x="6639738" y="1116620"/>
                        </a:cubicBezTo>
                        <a:cubicBezTo>
                          <a:pt x="6649072" y="1114334"/>
                          <a:pt x="6658978" y="1112715"/>
                          <a:pt x="6666407" y="1113287"/>
                        </a:cubicBezTo>
                        <a:cubicBezTo>
                          <a:pt x="6672218" y="1105667"/>
                          <a:pt x="6683362" y="1099761"/>
                          <a:pt x="6692410" y="1099761"/>
                        </a:cubicBezTo>
                        <a:cubicBezTo>
                          <a:pt x="6702031" y="1099761"/>
                          <a:pt x="6705460" y="1106524"/>
                          <a:pt x="6700031" y="1114906"/>
                        </a:cubicBezTo>
                        <a:cubicBezTo>
                          <a:pt x="6695268" y="1122240"/>
                          <a:pt x="6685171" y="1128431"/>
                          <a:pt x="6676313" y="1129765"/>
                        </a:cubicBezTo>
                        <a:cubicBezTo>
                          <a:pt x="6675075" y="1132718"/>
                          <a:pt x="6673265" y="1135575"/>
                          <a:pt x="6670884" y="1138052"/>
                        </a:cubicBezTo>
                        <a:cubicBezTo>
                          <a:pt x="6663359" y="1145862"/>
                          <a:pt x="6650977" y="1150815"/>
                          <a:pt x="6640976" y="1154625"/>
                        </a:cubicBezTo>
                        <a:cubicBezTo>
                          <a:pt x="6631832" y="1158149"/>
                          <a:pt x="6622687" y="1161578"/>
                          <a:pt x="6613544" y="1165102"/>
                        </a:cubicBezTo>
                        <a:cubicBezTo>
                          <a:pt x="6618402" y="1177104"/>
                          <a:pt x="6643262" y="1177295"/>
                          <a:pt x="6662693" y="1180152"/>
                        </a:cubicBezTo>
                        <a:cubicBezTo>
                          <a:pt x="6686220" y="1183581"/>
                          <a:pt x="6710127" y="1187772"/>
                          <a:pt x="6725939" y="1198821"/>
                        </a:cubicBezTo>
                        <a:lnTo>
                          <a:pt x="6817188" y="1097665"/>
                        </a:lnTo>
                        <a:cubicBezTo>
                          <a:pt x="6816998" y="1096999"/>
                          <a:pt x="6816807" y="1096237"/>
                          <a:pt x="6816807" y="1095475"/>
                        </a:cubicBezTo>
                        <a:cubicBezTo>
                          <a:pt x="6818045" y="1094808"/>
                          <a:pt x="6819379" y="1094332"/>
                          <a:pt x="6820713" y="1093760"/>
                        </a:cubicBezTo>
                        <a:lnTo>
                          <a:pt x="6890340" y="1016513"/>
                        </a:lnTo>
                        <a:cubicBezTo>
                          <a:pt x="6886816" y="1016894"/>
                          <a:pt x="6883197" y="1017275"/>
                          <a:pt x="6879672" y="1017560"/>
                        </a:cubicBezTo>
                        <a:cubicBezTo>
                          <a:pt x="6858050" y="1021656"/>
                          <a:pt x="6837095" y="1023942"/>
                          <a:pt x="6820998" y="1019942"/>
                        </a:cubicBezTo>
                        <a:cubicBezTo>
                          <a:pt x="6833666" y="1022228"/>
                          <a:pt x="6849192" y="1020704"/>
                          <a:pt x="6864432" y="1019179"/>
                        </a:cubicBezTo>
                        <a:cubicBezTo>
                          <a:pt x="6869480" y="1018703"/>
                          <a:pt x="6874624" y="1018132"/>
                          <a:pt x="6879672" y="1017655"/>
                        </a:cubicBezTo>
                        <a:cubicBezTo>
                          <a:pt x="6883577" y="1016894"/>
                          <a:pt x="6887578" y="1016131"/>
                          <a:pt x="6891483" y="1015274"/>
                        </a:cubicBezTo>
                        <a:lnTo>
                          <a:pt x="6933107" y="969173"/>
                        </a:lnTo>
                        <a:cubicBezTo>
                          <a:pt x="6915867" y="978698"/>
                          <a:pt x="6896341" y="985937"/>
                          <a:pt x="6875005" y="989462"/>
                        </a:cubicBezTo>
                        <a:cubicBezTo>
                          <a:pt x="6857670" y="992319"/>
                          <a:pt x="6841858" y="992033"/>
                          <a:pt x="6824618" y="994796"/>
                        </a:cubicBezTo>
                        <a:cubicBezTo>
                          <a:pt x="6800138" y="998701"/>
                          <a:pt x="6773944" y="1008512"/>
                          <a:pt x="6748513" y="1015560"/>
                        </a:cubicBezTo>
                        <a:cubicBezTo>
                          <a:pt x="6723081" y="1022513"/>
                          <a:pt x="6696506" y="1026514"/>
                          <a:pt x="6681266" y="1018513"/>
                        </a:cubicBezTo>
                        <a:cubicBezTo>
                          <a:pt x="6676409" y="1015941"/>
                          <a:pt x="6672789" y="1012036"/>
                          <a:pt x="6673647" y="1006321"/>
                        </a:cubicBezTo>
                        <a:cubicBezTo>
                          <a:pt x="6674313" y="1001844"/>
                          <a:pt x="6677552" y="996796"/>
                          <a:pt x="6681457" y="992033"/>
                        </a:cubicBezTo>
                        <a:cubicBezTo>
                          <a:pt x="6702126" y="966411"/>
                          <a:pt x="6738702" y="946789"/>
                          <a:pt x="6772706" y="932216"/>
                        </a:cubicBezTo>
                        <a:cubicBezTo>
                          <a:pt x="6806710" y="917643"/>
                          <a:pt x="6842048" y="905451"/>
                          <a:pt x="6873576" y="885068"/>
                        </a:cubicBezTo>
                        <a:cubicBezTo>
                          <a:pt x="6907676" y="863065"/>
                          <a:pt x="6944347" y="825251"/>
                          <a:pt x="6984543" y="820869"/>
                        </a:cubicBezTo>
                        <a:cubicBezTo>
                          <a:pt x="7001402" y="818964"/>
                          <a:pt x="7009974" y="825251"/>
                          <a:pt x="7013879" y="834490"/>
                        </a:cubicBezTo>
                        <a:cubicBezTo>
                          <a:pt x="7029405" y="827918"/>
                          <a:pt x="7050169" y="822012"/>
                          <a:pt x="7058552" y="828203"/>
                        </a:cubicBezTo>
                        <a:cubicBezTo>
                          <a:pt x="7058838" y="828394"/>
                          <a:pt x="7059218" y="828679"/>
                          <a:pt x="7059504" y="828965"/>
                        </a:cubicBezTo>
                        <a:lnTo>
                          <a:pt x="7239813" y="629036"/>
                        </a:lnTo>
                        <a:cubicBezTo>
                          <a:pt x="7237050" y="611605"/>
                          <a:pt x="7236098" y="593317"/>
                          <a:pt x="7226001" y="579220"/>
                        </a:cubicBezTo>
                        <a:cubicBezTo>
                          <a:pt x="7216762" y="566266"/>
                          <a:pt x="7198664" y="560646"/>
                          <a:pt x="7190949" y="547882"/>
                        </a:cubicBezTo>
                        <a:cubicBezTo>
                          <a:pt x="7200570" y="537596"/>
                          <a:pt x="7228573" y="541977"/>
                          <a:pt x="7242194" y="540739"/>
                        </a:cubicBezTo>
                        <a:cubicBezTo>
                          <a:pt x="7236860" y="541501"/>
                          <a:pt x="7232859" y="546263"/>
                          <a:pt x="7231335" y="551407"/>
                        </a:cubicBezTo>
                        <a:cubicBezTo>
                          <a:pt x="7229811" y="556550"/>
                          <a:pt x="7230383" y="562075"/>
                          <a:pt x="7231144" y="567313"/>
                        </a:cubicBezTo>
                        <a:cubicBezTo>
                          <a:pt x="7233050" y="580839"/>
                          <a:pt x="7236002" y="594174"/>
                          <a:pt x="7238955" y="607509"/>
                        </a:cubicBezTo>
                        <a:cubicBezTo>
                          <a:pt x="7240289" y="613510"/>
                          <a:pt x="7241622" y="619606"/>
                          <a:pt x="7242956" y="625606"/>
                        </a:cubicBezTo>
                        <a:lnTo>
                          <a:pt x="7261053" y="605509"/>
                        </a:lnTo>
                        <a:cubicBezTo>
                          <a:pt x="7261625" y="604080"/>
                          <a:pt x="7262101" y="602746"/>
                          <a:pt x="7262768" y="601318"/>
                        </a:cubicBezTo>
                        <a:cubicBezTo>
                          <a:pt x="7272007" y="581411"/>
                          <a:pt x="7288009" y="563789"/>
                          <a:pt x="7307344" y="554074"/>
                        </a:cubicBezTo>
                        <a:lnTo>
                          <a:pt x="7348397" y="508544"/>
                        </a:lnTo>
                        <a:lnTo>
                          <a:pt x="7463840" y="380623"/>
                        </a:lnTo>
                        <a:cubicBezTo>
                          <a:pt x="7509084" y="358145"/>
                          <a:pt x="7544517" y="319092"/>
                          <a:pt x="7562234" y="271562"/>
                        </a:cubicBezTo>
                        <a:lnTo>
                          <a:pt x="7582808" y="248702"/>
                        </a:lnTo>
                        <a:lnTo>
                          <a:pt x="7569473" y="246893"/>
                        </a:lnTo>
                        <a:cubicBezTo>
                          <a:pt x="7573283" y="230319"/>
                          <a:pt x="7575283" y="213079"/>
                          <a:pt x="7574711" y="195267"/>
                        </a:cubicBezTo>
                        <a:cubicBezTo>
                          <a:pt x="7574616" y="191171"/>
                          <a:pt x="7574044" y="187171"/>
                          <a:pt x="7573664" y="183075"/>
                        </a:cubicBezTo>
                        <a:cubicBezTo>
                          <a:pt x="7624337" y="182885"/>
                          <a:pt x="7665199" y="144404"/>
                          <a:pt x="7665199" y="97064"/>
                        </a:cubicBezTo>
                        <a:close/>
                        <a:moveTo>
                          <a:pt x="6711651" y="1134718"/>
                        </a:moveTo>
                        <a:cubicBezTo>
                          <a:pt x="6716604" y="1134718"/>
                          <a:pt x="6718319" y="1138147"/>
                          <a:pt x="6715556" y="1142433"/>
                        </a:cubicBezTo>
                        <a:cubicBezTo>
                          <a:pt x="6712794" y="1146719"/>
                          <a:pt x="6706508" y="1150148"/>
                          <a:pt x="6701650" y="1150148"/>
                        </a:cubicBezTo>
                        <a:cubicBezTo>
                          <a:pt x="6696792" y="1150148"/>
                          <a:pt x="6694982" y="1146719"/>
                          <a:pt x="6697744" y="1142433"/>
                        </a:cubicBezTo>
                        <a:cubicBezTo>
                          <a:pt x="6700507" y="1138147"/>
                          <a:pt x="6706793" y="1134718"/>
                          <a:pt x="6711651" y="1134718"/>
                        </a:cubicBezTo>
                        <a:close/>
                        <a:moveTo>
                          <a:pt x="7281818" y="322807"/>
                        </a:moveTo>
                        <a:cubicBezTo>
                          <a:pt x="7286390" y="322712"/>
                          <a:pt x="7290200" y="326426"/>
                          <a:pt x="7290200" y="330998"/>
                        </a:cubicBezTo>
                        <a:cubicBezTo>
                          <a:pt x="7290200" y="335570"/>
                          <a:pt x="7286580" y="339380"/>
                          <a:pt x="7282008" y="339380"/>
                        </a:cubicBezTo>
                        <a:cubicBezTo>
                          <a:pt x="7277436" y="339380"/>
                          <a:pt x="7273626" y="335761"/>
                          <a:pt x="7273626" y="331189"/>
                        </a:cubicBezTo>
                        <a:cubicBezTo>
                          <a:pt x="7273626" y="326617"/>
                          <a:pt x="7277246" y="322807"/>
                          <a:pt x="7281818" y="322807"/>
                        </a:cubicBezTo>
                        <a:close/>
                        <a:moveTo>
                          <a:pt x="7213904" y="267467"/>
                        </a:moveTo>
                        <a:cubicBezTo>
                          <a:pt x="7224287" y="260323"/>
                          <a:pt x="7240003" y="253846"/>
                          <a:pt x="7251719" y="260323"/>
                        </a:cubicBezTo>
                        <a:cubicBezTo>
                          <a:pt x="7263244" y="266704"/>
                          <a:pt x="7279341" y="279754"/>
                          <a:pt x="7273626" y="294708"/>
                        </a:cubicBezTo>
                        <a:cubicBezTo>
                          <a:pt x="7271816" y="299280"/>
                          <a:pt x="7268197" y="302804"/>
                          <a:pt x="7265053" y="306614"/>
                        </a:cubicBezTo>
                        <a:cubicBezTo>
                          <a:pt x="7257624" y="315758"/>
                          <a:pt x="7252576" y="327569"/>
                          <a:pt x="7243813" y="334999"/>
                        </a:cubicBezTo>
                        <a:cubicBezTo>
                          <a:pt x="7249528" y="379004"/>
                          <a:pt x="7231240" y="422438"/>
                          <a:pt x="7179900" y="434154"/>
                        </a:cubicBezTo>
                        <a:cubicBezTo>
                          <a:pt x="7165612" y="437393"/>
                          <a:pt x="7150659" y="437297"/>
                          <a:pt x="7136276" y="440440"/>
                        </a:cubicBezTo>
                        <a:cubicBezTo>
                          <a:pt x="7115892" y="444917"/>
                          <a:pt x="7097509" y="455680"/>
                          <a:pt x="7078173" y="463396"/>
                        </a:cubicBezTo>
                        <a:cubicBezTo>
                          <a:pt x="7058742" y="471111"/>
                          <a:pt x="7036453" y="475588"/>
                          <a:pt x="7017403" y="467301"/>
                        </a:cubicBezTo>
                        <a:cubicBezTo>
                          <a:pt x="7011308" y="464634"/>
                          <a:pt x="7005497" y="460443"/>
                          <a:pt x="7002830" y="454442"/>
                        </a:cubicBezTo>
                        <a:cubicBezTo>
                          <a:pt x="7000640" y="449680"/>
                          <a:pt x="7000640" y="444251"/>
                          <a:pt x="7001211" y="439107"/>
                        </a:cubicBezTo>
                        <a:cubicBezTo>
                          <a:pt x="7004640" y="411580"/>
                          <a:pt x="7026643" y="390244"/>
                          <a:pt x="7049408" y="374337"/>
                        </a:cubicBezTo>
                        <a:cubicBezTo>
                          <a:pt x="7072172" y="358430"/>
                          <a:pt x="7097509" y="345000"/>
                          <a:pt x="7114368" y="322997"/>
                        </a:cubicBezTo>
                        <a:cubicBezTo>
                          <a:pt x="7132561" y="299185"/>
                          <a:pt x="7143515" y="258513"/>
                          <a:pt x="7178185" y="253274"/>
                        </a:cubicBezTo>
                        <a:cubicBezTo>
                          <a:pt x="7192664" y="251179"/>
                          <a:pt x="7204475" y="257656"/>
                          <a:pt x="7213904" y="267467"/>
                        </a:cubicBezTo>
                        <a:close/>
                        <a:moveTo>
                          <a:pt x="7125513" y="598841"/>
                        </a:moveTo>
                        <a:cubicBezTo>
                          <a:pt x="7125608" y="603413"/>
                          <a:pt x="7121893" y="607223"/>
                          <a:pt x="7117321" y="607223"/>
                        </a:cubicBezTo>
                        <a:cubicBezTo>
                          <a:pt x="7112749" y="607319"/>
                          <a:pt x="7108939" y="603604"/>
                          <a:pt x="7108939" y="599032"/>
                        </a:cubicBezTo>
                        <a:cubicBezTo>
                          <a:pt x="7108939" y="594460"/>
                          <a:pt x="7112559" y="590650"/>
                          <a:pt x="7117130" y="590650"/>
                        </a:cubicBezTo>
                        <a:cubicBezTo>
                          <a:pt x="7121702" y="590650"/>
                          <a:pt x="7125417" y="594269"/>
                          <a:pt x="7125513" y="598841"/>
                        </a:cubicBezTo>
                        <a:close/>
                        <a:moveTo>
                          <a:pt x="7065219" y="319759"/>
                        </a:moveTo>
                        <a:cubicBezTo>
                          <a:pt x="7073697" y="310043"/>
                          <a:pt x="7081602" y="299375"/>
                          <a:pt x="7085698" y="287183"/>
                        </a:cubicBezTo>
                        <a:cubicBezTo>
                          <a:pt x="7090079" y="274134"/>
                          <a:pt x="7089889" y="260037"/>
                          <a:pt x="7088365" y="246416"/>
                        </a:cubicBezTo>
                        <a:cubicBezTo>
                          <a:pt x="7085221" y="218032"/>
                          <a:pt x="7074268" y="194029"/>
                          <a:pt x="7064457" y="167930"/>
                        </a:cubicBezTo>
                        <a:cubicBezTo>
                          <a:pt x="7074363" y="168502"/>
                          <a:pt x="7081031" y="185932"/>
                          <a:pt x="7084078" y="194886"/>
                        </a:cubicBezTo>
                        <a:cubicBezTo>
                          <a:pt x="7089508" y="211079"/>
                          <a:pt x="7091699" y="231748"/>
                          <a:pt x="7107319" y="238796"/>
                        </a:cubicBezTo>
                        <a:cubicBezTo>
                          <a:pt x="7130942" y="249464"/>
                          <a:pt x="7156659" y="216317"/>
                          <a:pt x="7181234" y="224604"/>
                        </a:cubicBezTo>
                        <a:cubicBezTo>
                          <a:pt x="7163517" y="223556"/>
                          <a:pt x="7145515" y="229652"/>
                          <a:pt x="7132085" y="241273"/>
                        </a:cubicBezTo>
                        <a:cubicBezTo>
                          <a:pt x="7120179" y="251560"/>
                          <a:pt x="7112177" y="265466"/>
                          <a:pt x="7103510" y="278611"/>
                        </a:cubicBezTo>
                        <a:cubicBezTo>
                          <a:pt x="7086555" y="304423"/>
                          <a:pt x="7066553" y="328141"/>
                          <a:pt x="7043979" y="349096"/>
                        </a:cubicBezTo>
                        <a:cubicBezTo>
                          <a:pt x="7030929" y="361193"/>
                          <a:pt x="7016070" y="372813"/>
                          <a:pt x="6998353" y="375004"/>
                        </a:cubicBezTo>
                        <a:cubicBezTo>
                          <a:pt x="7023500" y="360430"/>
                          <a:pt x="7046169" y="341666"/>
                          <a:pt x="7065219" y="319759"/>
                        </a:cubicBezTo>
                        <a:close/>
                        <a:moveTo>
                          <a:pt x="6934917" y="478160"/>
                        </a:moveTo>
                        <a:cubicBezTo>
                          <a:pt x="6936632" y="476350"/>
                          <a:pt x="6938441" y="474730"/>
                          <a:pt x="6939680" y="472540"/>
                        </a:cubicBezTo>
                        <a:cubicBezTo>
                          <a:pt x="6940918" y="470444"/>
                          <a:pt x="6941394" y="467968"/>
                          <a:pt x="6941870" y="465587"/>
                        </a:cubicBezTo>
                        <a:cubicBezTo>
                          <a:pt x="6943775" y="456252"/>
                          <a:pt x="6943490" y="439012"/>
                          <a:pt x="6952348" y="434059"/>
                        </a:cubicBezTo>
                        <a:cubicBezTo>
                          <a:pt x="6953015" y="448156"/>
                          <a:pt x="6955682" y="461777"/>
                          <a:pt x="6962825" y="474159"/>
                        </a:cubicBezTo>
                        <a:cubicBezTo>
                          <a:pt x="6973398" y="492447"/>
                          <a:pt x="6991115" y="506163"/>
                          <a:pt x="7010736" y="514069"/>
                        </a:cubicBezTo>
                        <a:cubicBezTo>
                          <a:pt x="6999402" y="512259"/>
                          <a:pt x="6988448" y="508259"/>
                          <a:pt x="6978732" y="502258"/>
                        </a:cubicBezTo>
                        <a:cubicBezTo>
                          <a:pt x="6971684" y="497971"/>
                          <a:pt x="6964635" y="492542"/>
                          <a:pt x="6956444" y="492256"/>
                        </a:cubicBezTo>
                        <a:cubicBezTo>
                          <a:pt x="6946157" y="491876"/>
                          <a:pt x="6937394" y="499877"/>
                          <a:pt x="6931298" y="508163"/>
                        </a:cubicBezTo>
                        <a:cubicBezTo>
                          <a:pt x="6925011" y="516831"/>
                          <a:pt x="6920154" y="526546"/>
                          <a:pt x="6917105" y="536834"/>
                        </a:cubicBezTo>
                        <a:cubicBezTo>
                          <a:pt x="6918344" y="516069"/>
                          <a:pt x="6920534" y="493400"/>
                          <a:pt x="6934917" y="478160"/>
                        </a:cubicBezTo>
                        <a:close/>
                        <a:moveTo>
                          <a:pt x="6935965" y="590459"/>
                        </a:moveTo>
                        <a:cubicBezTo>
                          <a:pt x="6933393" y="608271"/>
                          <a:pt x="6932060" y="626273"/>
                          <a:pt x="6931869" y="644276"/>
                        </a:cubicBezTo>
                        <a:cubicBezTo>
                          <a:pt x="6931774" y="651991"/>
                          <a:pt x="6931964" y="659896"/>
                          <a:pt x="6934155" y="667231"/>
                        </a:cubicBezTo>
                        <a:cubicBezTo>
                          <a:pt x="6938727" y="682376"/>
                          <a:pt x="6951395" y="693615"/>
                          <a:pt x="6963397" y="703902"/>
                        </a:cubicBezTo>
                        <a:cubicBezTo>
                          <a:pt x="6950062" y="705331"/>
                          <a:pt x="6936155" y="697806"/>
                          <a:pt x="6930059" y="685804"/>
                        </a:cubicBezTo>
                        <a:cubicBezTo>
                          <a:pt x="6928536" y="682756"/>
                          <a:pt x="6927393" y="679423"/>
                          <a:pt x="6925011" y="676946"/>
                        </a:cubicBezTo>
                        <a:cubicBezTo>
                          <a:pt x="6921297" y="673136"/>
                          <a:pt x="6915200" y="672470"/>
                          <a:pt x="6910057" y="673803"/>
                        </a:cubicBezTo>
                        <a:cubicBezTo>
                          <a:pt x="6904913" y="675137"/>
                          <a:pt x="6900341" y="678089"/>
                          <a:pt x="6895770" y="680756"/>
                        </a:cubicBezTo>
                        <a:cubicBezTo>
                          <a:pt x="6884244" y="687329"/>
                          <a:pt x="6850050" y="705617"/>
                          <a:pt x="6839477" y="692948"/>
                        </a:cubicBezTo>
                        <a:cubicBezTo>
                          <a:pt x="6850050" y="687995"/>
                          <a:pt x="6859860" y="682376"/>
                          <a:pt x="6868909" y="675041"/>
                        </a:cubicBezTo>
                        <a:cubicBezTo>
                          <a:pt x="6897198" y="652372"/>
                          <a:pt x="6920344" y="623225"/>
                          <a:pt x="6935965" y="590459"/>
                        </a:cubicBezTo>
                        <a:close/>
                        <a:moveTo>
                          <a:pt x="6714699" y="240415"/>
                        </a:moveTo>
                        <a:cubicBezTo>
                          <a:pt x="6727748" y="232986"/>
                          <a:pt x="6740893" y="225080"/>
                          <a:pt x="6750703" y="213841"/>
                        </a:cubicBezTo>
                        <a:cubicBezTo>
                          <a:pt x="6759657" y="203554"/>
                          <a:pt x="6761562" y="191743"/>
                          <a:pt x="6766611" y="180027"/>
                        </a:cubicBezTo>
                        <a:cubicBezTo>
                          <a:pt x="6770230" y="190409"/>
                          <a:pt x="6772230" y="201839"/>
                          <a:pt x="6774802" y="212698"/>
                        </a:cubicBezTo>
                        <a:cubicBezTo>
                          <a:pt x="6780136" y="235844"/>
                          <a:pt x="6785565" y="259275"/>
                          <a:pt x="6796614" y="280325"/>
                        </a:cubicBezTo>
                        <a:cubicBezTo>
                          <a:pt x="6813187" y="311853"/>
                          <a:pt x="6841096" y="335761"/>
                          <a:pt x="6868242" y="358811"/>
                        </a:cubicBezTo>
                        <a:cubicBezTo>
                          <a:pt x="6813473" y="334237"/>
                          <a:pt x="6772611" y="280897"/>
                          <a:pt x="6763181" y="221651"/>
                        </a:cubicBezTo>
                        <a:cubicBezTo>
                          <a:pt x="6723367" y="254036"/>
                          <a:pt x="6675742" y="280992"/>
                          <a:pt x="6625069" y="283469"/>
                        </a:cubicBezTo>
                        <a:cubicBezTo>
                          <a:pt x="6620402" y="284135"/>
                          <a:pt x="6615734" y="284230"/>
                          <a:pt x="6610972" y="283659"/>
                        </a:cubicBezTo>
                        <a:cubicBezTo>
                          <a:pt x="6615734" y="283850"/>
                          <a:pt x="6620402" y="283754"/>
                          <a:pt x="6625069" y="283469"/>
                        </a:cubicBezTo>
                        <a:cubicBezTo>
                          <a:pt x="6638499" y="281563"/>
                          <a:pt x="6651548" y="275087"/>
                          <a:pt x="6663740" y="268610"/>
                        </a:cubicBezTo>
                        <a:cubicBezTo>
                          <a:pt x="6680886" y="259465"/>
                          <a:pt x="6697935" y="250131"/>
                          <a:pt x="6714699" y="240415"/>
                        </a:cubicBezTo>
                        <a:close/>
                        <a:moveTo>
                          <a:pt x="6770992" y="386338"/>
                        </a:moveTo>
                        <a:cubicBezTo>
                          <a:pt x="6779945" y="386243"/>
                          <a:pt x="6787280" y="393387"/>
                          <a:pt x="6787470" y="402340"/>
                        </a:cubicBezTo>
                        <a:cubicBezTo>
                          <a:pt x="6787565" y="410818"/>
                          <a:pt x="6781184" y="417771"/>
                          <a:pt x="6772992" y="418628"/>
                        </a:cubicBezTo>
                        <a:cubicBezTo>
                          <a:pt x="6769563" y="421962"/>
                          <a:pt x="6765277" y="424629"/>
                          <a:pt x="6761467" y="426915"/>
                        </a:cubicBezTo>
                        <a:cubicBezTo>
                          <a:pt x="6753180" y="431868"/>
                          <a:pt x="6744893" y="436821"/>
                          <a:pt x="6736702" y="441774"/>
                        </a:cubicBezTo>
                        <a:cubicBezTo>
                          <a:pt x="6736987" y="442441"/>
                          <a:pt x="6737083" y="442917"/>
                          <a:pt x="6737369" y="443584"/>
                        </a:cubicBezTo>
                        <a:cubicBezTo>
                          <a:pt x="6751656" y="475778"/>
                          <a:pt x="6766229" y="508354"/>
                          <a:pt x="6788613" y="535500"/>
                        </a:cubicBezTo>
                        <a:cubicBezTo>
                          <a:pt x="6801567" y="551312"/>
                          <a:pt x="6817855" y="566837"/>
                          <a:pt x="6819379" y="587221"/>
                        </a:cubicBezTo>
                        <a:cubicBezTo>
                          <a:pt x="6821093" y="611605"/>
                          <a:pt x="6801091" y="631417"/>
                          <a:pt x="6782708" y="647514"/>
                        </a:cubicBezTo>
                        <a:cubicBezTo>
                          <a:pt x="6774707" y="654563"/>
                          <a:pt x="6766134" y="661897"/>
                          <a:pt x="6755657" y="663992"/>
                        </a:cubicBezTo>
                        <a:cubicBezTo>
                          <a:pt x="6743655" y="666469"/>
                          <a:pt x="6731463" y="661706"/>
                          <a:pt x="6720605" y="656087"/>
                        </a:cubicBezTo>
                        <a:cubicBezTo>
                          <a:pt x="6685457" y="637894"/>
                          <a:pt x="6654882" y="607985"/>
                          <a:pt x="6643071" y="570171"/>
                        </a:cubicBezTo>
                        <a:cubicBezTo>
                          <a:pt x="6632308" y="535500"/>
                          <a:pt x="6638118" y="498067"/>
                          <a:pt x="6644024" y="462157"/>
                        </a:cubicBezTo>
                        <a:cubicBezTo>
                          <a:pt x="6647548" y="440917"/>
                          <a:pt x="6651168" y="419295"/>
                          <a:pt x="6661454" y="400436"/>
                        </a:cubicBezTo>
                        <a:cubicBezTo>
                          <a:pt x="6673456" y="378623"/>
                          <a:pt x="6707365" y="329570"/>
                          <a:pt x="6735750" y="352620"/>
                        </a:cubicBezTo>
                        <a:cubicBezTo>
                          <a:pt x="6745751" y="360812"/>
                          <a:pt x="6749180" y="372337"/>
                          <a:pt x="6745751" y="383862"/>
                        </a:cubicBezTo>
                        <a:cubicBezTo>
                          <a:pt x="6754990" y="381767"/>
                          <a:pt x="6764610" y="381576"/>
                          <a:pt x="6770992" y="386338"/>
                        </a:cubicBezTo>
                        <a:close/>
                        <a:moveTo>
                          <a:pt x="6802043" y="431392"/>
                        </a:moveTo>
                        <a:cubicBezTo>
                          <a:pt x="6801948" y="426820"/>
                          <a:pt x="6805663" y="423010"/>
                          <a:pt x="6810235" y="423010"/>
                        </a:cubicBezTo>
                        <a:cubicBezTo>
                          <a:pt x="6814807" y="423010"/>
                          <a:pt x="6818617" y="426629"/>
                          <a:pt x="6818617" y="431201"/>
                        </a:cubicBezTo>
                        <a:cubicBezTo>
                          <a:pt x="6818617" y="435773"/>
                          <a:pt x="6814997" y="439583"/>
                          <a:pt x="6810425" y="439583"/>
                        </a:cubicBezTo>
                        <a:cubicBezTo>
                          <a:pt x="6805854" y="439679"/>
                          <a:pt x="6802139" y="436059"/>
                          <a:pt x="6802043" y="431392"/>
                        </a:cubicBezTo>
                        <a:close/>
                        <a:moveTo>
                          <a:pt x="6607067" y="453776"/>
                        </a:moveTo>
                        <a:cubicBezTo>
                          <a:pt x="6605924" y="475588"/>
                          <a:pt x="6614020" y="497019"/>
                          <a:pt x="6610400" y="518831"/>
                        </a:cubicBezTo>
                        <a:cubicBezTo>
                          <a:pt x="6603352" y="509592"/>
                          <a:pt x="6599256" y="498067"/>
                          <a:pt x="6598970" y="486446"/>
                        </a:cubicBezTo>
                        <a:cubicBezTo>
                          <a:pt x="6598875" y="480827"/>
                          <a:pt x="6599446" y="474635"/>
                          <a:pt x="6596208" y="470063"/>
                        </a:cubicBezTo>
                        <a:cubicBezTo>
                          <a:pt x="6590684" y="462157"/>
                          <a:pt x="6578682" y="464253"/>
                          <a:pt x="6569538" y="467111"/>
                        </a:cubicBezTo>
                        <a:cubicBezTo>
                          <a:pt x="6556012" y="471397"/>
                          <a:pt x="6542392" y="475588"/>
                          <a:pt x="6528866" y="479874"/>
                        </a:cubicBezTo>
                        <a:cubicBezTo>
                          <a:pt x="6513721" y="484637"/>
                          <a:pt x="6497625" y="490066"/>
                          <a:pt x="6488194" y="502734"/>
                        </a:cubicBezTo>
                        <a:cubicBezTo>
                          <a:pt x="6492481" y="494066"/>
                          <a:pt x="6500672" y="488161"/>
                          <a:pt x="6506864" y="480922"/>
                        </a:cubicBezTo>
                        <a:cubicBezTo>
                          <a:pt x="6513150" y="473587"/>
                          <a:pt x="6517532" y="462824"/>
                          <a:pt x="6512674" y="454537"/>
                        </a:cubicBezTo>
                        <a:cubicBezTo>
                          <a:pt x="6523246" y="472635"/>
                          <a:pt x="6569252" y="445775"/>
                          <a:pt x="6578968" y="439107"/>
                        </a:cubicBezTo>
                        <a:cubicBezTo>
                          <a:pt x="6592875" y="429487"/>
                          <a:pt x="6609638" y="403579"/>
                          <a:pt x="6626974" y="402721"/>
                        </a:cubicBezTo>
                        <a:cubicBezTo>
                          <a:pt x="6626974" y="419771"/>
                          <a:pt x="6608019" y="434154"/>
                          <a:pt x="6607067" y="453776"/>
                        </a:cubicBezTo>
                        <a:close/>
                        <a:moveTo>
                          <a:pt x="6620973" y="594364"/>
                        </a:moveTo>
                        <a:cubicBezTo>
                          <a:pt x="6621068" y="598937"/>
                          <a:pt x="6617353" y="602746"/>
                          <a:pt x="6612782" y="602746"/>
                        </a:cubicBezTo>
                        <a:cubicBezTo>
                          <a:pt x="6608210" y="602746"/>
                          <a:pt x="6604400" y="599127"/>
                          <a:pt x="6604400" y="594555"/>
                        </a:cubicBezTo>
                        <a:cubicBezTo>
                          <a:pt x="6604400" y="589983"/>
                          <a:pt x="6608019" y="586173"/>
                          <a:pt x="6612591" y="586173"/>
                        </a:cubicBezTo>
                        <a:cubicBezTo>
                          <a:pt x="6617163" y="586173"/>
                          <a:pt x="6620878" y="589697"/>
                          <a:pt x="6620973" y="594364"/>
                        </a:cubicBezTo>
                        <a:close/>
                        <a:moveTo>
                          <a:pt x="6589445" y="915929"/>
                        </a:moveTo>
                        <a:cubicBezTo>
                          <a:pt x="6546202" y="892402"/>
                          <a:pt x="6535534" y="842300"/>
                          <a:pt x="6562013" y="786960"/>
                        </a:cubicBezTo>
                        <a:cubicBezTo>
                          <a:pt x="6499625" y="816678"/>
                          <a:pt x="6432283" y="841253"/>
                          <a:pt x="6376657" y="843062"/>
                        </a:cubicBezTo>
                        <a:cubicBezTo>
                          <a:pt x="6371323" y="843634"/>
                          <a:pt x="6366179" y="843729"/>
                          <a:pt x="6361512" y="843062"/>
                        </a:cubicBezTo>
                        <a:cubicBezTo>
                          <a:pt x="6366465" y="843253"/>
                          <a:pt x="6371513" y="843253"/>
                          <a:pt x="6376657" y="843062"/>
                        </a:cubicBezTo>
                        <a:cubicBezTo>
                          <a:pt x="6392183" y="841443"/>
                          <a:pt x="6410090" y="835538"/>
                          <a:pt x="6427044" y="829632"/>
                        </a:cubicBezTo>
                        <a:cubicBezTo>
                          <a:pt x="6450952" y="821345"/>
                          <a:pt x="6474764" y="812773"/>
                          <a:pt x="6498672" y="803914"/>
                        </a:cubicBezTo>
                        <a:cubicBezTo>
                          <a:pt x="6517151" y="797056"/>
                          <a:pt x="6536010" y="789913"/>
                          <a:pt x="6553441" y="779530"/>
                        </a:cubicBezTo>
                        <a:cubicBezTo>
                          <a:pt x="6569252" y="770101"/>
                          <a:pt x="6578682" y="759052"/>
                          <a:pt x="6591160" y="748193"/>
                        </a:cubicBezTo>
                        <a:cubicBezTo>
                          <a:pt x="6588684" y="757909"/>
                          <a:pt x="6583730" y="768577"/>
                          <a:pt x="6579730" y="778673"/>
                        </a:cubicBezTo>
                        <a:cubicBezTo>
                          <a:pt x="6571157" y="800295"/>
                          <a:pt x="6562585" y="822203"/>
                          <a:pt x="6561346" y="841919"/>
                        </a:cubicBezTo>
                        <a:cubicBezTo>
                          <a:pt x="6559537" y="871542"/>
                          <a:pt x="6574586" y="894116"/>
                          <a:pt x="6589445" y="915929"/>
                        </a:cubicBezTo>
                        <a:close/>
                        <a:moveTo>
                          <a:pt x="6395516" y="1079663"/>
                        </a:moveTo>
                        <a:cubicBezTo>
                          <a:pt x="6399612" y="1094522"/>
                          <a:pt x="6407423" y="1109191"/>
                          <a:pt x="6396374" y="1128241"/>
                        </a:cubicBezTo>
                        <a:cubicBezTo>
                          <a:pt x="6383229" y="1151005"/>
                          <a:pt x="6349701" y="1169199"/>
                          <a:pt x="6320174" y="1184058"/>
                        </a:cubicBezTo>
                        <a:cubicBezTo>
                          <a:pt x="6307219" y="1190534"/>
                          <a:pt x="6293694" y="1197202"/>
                          <a:pt x="6281121" y="1199107"/>
                        </a:cubicBezTo>
                        <a:cubicBezTo>
                          <a:pt x="6266834" y="1201298"/>
                          <a:pt x="6256737" y="1196725"/>
                          <a:pt x="6248546" y="1191391"/>
                        </a:cubicBezTo>
                        <a:cubicBezTo>
                          <a:pt x="6222257" y="1174056"/>
                          <a:pt x="6208064" y="1145862"/>
                          <a:pt x="6218828" y="1110524"/>
                        </a:cubicBezTo>
                        <a:cubicBezTo>
                          <a:pt x="6228734" y="1078044"/>
                          <a:pt x="6257975" y="1043278"/>
                          <a:pt x="6286360" y="1009940"/>
                        </a:cubicBezTo>
                        <a:cubicBezTo>
                          <a:pt x="6303124" y="990223"/>
                          <a:pt x="6320364" y="970030"/>
                          <a:pt x="6343034" y="952600"/>
                        </a:cubicBezTo>
                        <a:cubicBezTo>
                          <a:pt x="6369227" y="932407"/>
                          <a:pt x="6435617" y="887068"/>
                          <a:pt x="6451619" y="908880"/>
                        </a:cubicBezTo>
                        <a:cubicBezTo>
                          <a:pt x="6457238" y="916595"/>
                          <a:pt x="6453809" y="927359"/>
                          <a:pt x="6442951" y="938122"/>
                        </a:cubicBezTo>
                        <a:cubicBezTo>
                          <a:pt x="6454285" y="936217"/>
                          <a:pt x="6464763" y="936121"/>
                          <a:pt x="6468573" y="940694"/>
                        </a:cubicBezTo>
                        <a:cubicBezTo>
                          <a:pt x="6478193" y="940694"/>
                          <a:pt x="6481622" y="947456"/>
                          <a:pt x="6476193" y="955838"/>
                        </a:cubicBezTo>
                        <a:cubicBezTo>
                          <a:pt x="6471050" y="963744"/>
                          <a:pt x="6459905" y="970126"/>
                          <a:pt x="6450571" y="970888"/>
                        </a:cubicBezTo>
                        <a:cubicBezTo>
                          <a:pt x="6444856" y="973936"/>
                          <a:pt x="6438760" y="976412"/>
                          <a:pt x="6433331" y="978508"/>
                        </a:cubicBezTo>
                        <a:cubicBezTo>
                          <a:pt x="6421519" y="982985"/>
                          <a:pt x="6409613" y="987556"/>
                          <a:pt x="6397802" y="992033"/>
                        </a:cubicBezTo>
                        <a:cubicBezTo>
                          <a:pt x="6397707" y="992605"/>
                          <a:pt x="6397517" y="993081"/>
                          <a:pt x="6397422" y="993653"/>
                        </a:cubicBezTo>
                        <a:cubicBezTo>
                          <a:pt x="6392944" y="1023561"/>
                          <a:pt x="6388373" y="1054041"/>
                          <a:pt x="6395516" y="1079663"/>
                        </a:cubicBezTo>
                        <a:close/>
                        <a:moveTo>
                          <a:pt x="6204159" y="1013560"/>
                        </a:moveTo>
                        <a:cubicBezTo>
                          <a:pt x="6187109" y="1017370"/>
                          <a:pt x="6170060" y="1021180"/>
                          <a:pt x="6152915" y="1024990"/>
                        </a:cubicBezTo>
                        <a:cubicBezTo>
                          <a:pt x="6133865" y="1029276"/>
                          <a:pt x="6113386" y="1034134"/>
                          <a:pt x="6095479" y="1045850"/>
                        </a:cubicBezTo>
                        <a:cubicBezTo>
                          <a:pt x="6105385" y="1037848"/>
                          <a:pt x="6117672" y="1032419"/>
                          <a:pt x="6128912" y="1025656"/>
                        </a:cubicBezTo>
                        <a:cubicBezTo>
                          <a:pt x="6140056" y="1018894"/>
                          <a:pt x="6151486" y="1008893"/>
                          <a:pt x="6151391" y="1001082"/>
                        </a:cubicBezTo>
                        <a:cubicBezTo>
                          <a:pt x="6151486" y="1018037"/>
                          <a:pt x="6217113" y="993557"/>
                          <a:pt x="6231591" y="987461"/>
                        </a:cubicBezTo>
                        <a:cubicBezTo>
                          <a:pt x="6252356" y="978603"/>
                          <a:pt x="6286170" y="954695"/>
                          <a:pt x="6305124" y="954029"/>
                        </a:cubicBezTo>
                        <a:cubicBezTo>
                          <a:pt x="6294552" y="970030"/>
                          <a:pt x="6265500" y="983270"/>
                          <a:pt x="6252356" y="1001463"/>
                        </a:cubicBezTo>
                        <a:cubicBezTo>
                          <a:pt x="6237687" y="1021751"/>
                          <a:pt x="6233211" y="1041849"/>
                          <a:pt x="6215875" y="1062137"/>
                        </a:cubicBezTo>
                        <a:cubicBezTo>
                          <a:pt x="6214065" y="1053470"/>
                          <a:pt x="6216827" y="1042706"/>
                          <a:pt x="6223686" y="1031848"/>
                        </a:cubicBezTo>
                        <a:cubicBezTo>
                          <a:pt x="6227019" y="1026609"/>
                          <a:pt x="6231401" y="1020894"/>
                          <a:pt x="6230829" y="1016608"/>
                        </a:cubicBezTo>
                        <a:cubicBezTo>
                          <a:pt x="6229686" y="1009273"/>
                          <a:pt x="6215684" y="1010988"/>
                          <a:pt x="6204159" y="1013560"/>
                        </a:cubicBezTo>
                        <a:close/>
                        <a:moveTo>
                          <a:pt x="5915647" y="1321503"/>
                        </a:moveTo>
                        <a:cubicBezTo>
                          <a:pt x="5884214" y="1338362"/>
                          <a:pt x="5841828" y="1340553"/>
                          <a:pt x="5806872" y="1327123"/>
                        </a:cubicBezTo>
                        <a:cubicBezTo>
                          <a:pt x="5802490" y="1325504"/>
                          <a:pt x="5798013" y="1323313"/>
                          <a:pt x="5795822" y="1319789"/>
                        </a:cubicBezTo>
                        <a:cubicBezTo>
                          <a:pt x="5794108" y="1316931"/>
                          <a:pt x="5794108" y="1313597"/>
                          <a:pt x="5794203" y="1310454"/>
                        </a:cubicBezTo>
                        <a:cubicBezTo>
                          <a:pt x="5794775" y="1293976"/>
                          <a:pt x="5796394" y="1277498"/>
                          <a:pt x="5799061" y="1261210"/>
                        </a:cubicBezTo>
                        <a:cubicBezTo>
                          <a:pt x="5800299" y="1253114"/>
                          <a:pt x="5801918" y="1244922"/>
                          <a:pt x="5806967" y="1237969"/>
                        </a:cubicBezTo>
                        <a:cubicBezTo>
                          <a:pt x="5811443" y="1231777"/>
                          <a:pt x="5818302" y="1227110"/>
                          <a:pt x="5825540" y="1223014"/>
                        </a:cubicBezTo>
                        <a:cubicBezTo>
                          <a:pt x="5856878" y="1205489"/>
                          <a:pt x="5896788" y="1198535"/>
                          <a:pt x="5934792" y="1204155"/>
                        </a:cubicBezTo>
                        <a:lnTo>
                          <a:pt x="5965462" y="1241969"/>
                        </a:lnTo>
                        <a:cubicBezTo>
                          <a:pt x="5966415" y="1273592"/>
                          <a:pt x="5947079" y="1304644"/>
                          <a:pt x="5915647" y="1321503"/>
                        </a:cubicBezTo>
                        <a:close/>
                        <a:moveTo>
                          <a:pt x="5923077" y="1406275"/>
                        </a:moveTo>
                        <a:cubicBezTo>
                          <a:pt x="5923267" y="1410466"/>
                          <a:pt x="5919362" y="1413896"/>
                          <a:pt x="5914313" y="1413896"/>
                        </a:cubicBezTo>
                        <a:cubicBezTo>
                          <a:pt x="5909265" y="1413896"/>
                          <a:pt x="5905074" y="1410562"/>
                          <a:pt x="5904788" y="1406371"/>
                        </a:cubicBezTo>
                        <a:cubicBezTo>
                          <a:pt x="5904503" y="1402180"/>
                          <a:pt x="5908503" y="1398751"/>
                          <a:pt x="5913552" y="1398751"/>
                        </a:cubicBezTo>
                        <a:cubicBezTo>
                          <a:pt x="5918600" y="1398655"/>
                          <a:pt x="5922886" y="1402084"/>
                          <a:pt x="5923077" y="1406275"/>
                        </a:cubicBezTo>
                        <a:close/>
                        <a:moveTo>
                          <a:pt x="5715527" y="1370271"/>
                        </a:moveTo>
                        <a:cubicBezTo>
                          <a:pt x="5710383" y="1366652"/>
                          <a:pt x="5704192" y="1364842"/>
                          <a:pt x="5697619" y="1364080"/>
                        </a:cubicBezTo>
                        <a:cubicBezTo>
                          <a:pt x="5688666" y="1366461"/>
                          <a:pt x="5679332" y="1367223"/>
                          <a:pt x="5669997" y="1364937"/>
                        </a:cubicBezTo>
                        <a:cubicBezTo>
                          <a:pt x="5678951" y="1363890"/>
                          <a:pt x="5688666" y="1363032"/>
                          <a:pt x="5697619" y="1364080"/>
                        </a:cubicBezTo>
                        <a:cubicBezTo>
                          <a:pt x="5708764" y="1361127"/>
                          <a:pt x="5719337" y="1355698"/>
                          <a:pt x="5728481" y="1349697"/>
                        </a:cubicBezTo>
                        <a:cubicBezTo>
                          <a:pt x="5734481" y="1345697"/>
                          <a:pt x="5740292" y="1341410"/>
                          <a:pt x="5744768" y="1336267"/>
                        </a:cubicBezTo>
                        <a:cubicBezTo>
                          <a:pt x="5758960" y="1319503"/>
                          <a:pt x="5754008" y="1299977"/>
                          <a:pt x="5752103" y="1280831"/>
                        </a:cubicBezTo>
                        <a:cubicBezTo>
                          <a:pt x="5784107" y="1282165"/>
                          <a:pt x="5744768" y="1351126"/>
                          <a:pt x="5733720" y="1359793"/>
                        </a:cubicBezTo>
                        <a:cubicBezTo>
                          <a:pt x="5730957" y="1361984"/>
                          <a:pt x="5727814" y="1364270"/>
                          <a:pt x="5727052" y="1367318"/>
                        </a:cubicBezTo>
                        <a:cubicBezTo>
                          <a:pt x="5726385" y="1369890"/>
                          <a:pt x="5727433" y="1372557"/>
                          <a:pt x="5728576" y="1375129"/>
                        </a:cubicBezTo>
                        <a:cubicBezTo>
                          <a:pt x="5738196" y="1397227"/>
                          <a:pt x="5752579" y="1418086"/>
                          <a:pt x="5770771" y="1436279"/>
                        </a:cubicBezTo>
                        <a:cubicBezTo>
                          <a:pt x="5758104" y="1428945"/>
                          <a:pt x="5745054" y="1421134"/>
                          <a:pt x="5737720" y="1409895"/>
                        </a:cubicBezTo>
                        <a:cubicBezTo>
                          <a:pt x="5729243" y="1396846"/>
                          <a:pt x="5729052" y="1379796"/>
                          <a:pt x="5715527" y="1370271"/>
                        </a:cubicBezTo>
                        <a:close/>
                        <a:moveTo>
                          <a:pt x="5735148" y="1449043"/>
                        </a:moveTo>
                        <a:cubicBezTo>
                          <a:pt x="5735339" y="1453234"/>
                          <a:pt x="5731434" y="1456663"/>
                          <a:pt x="5726385" y="1456663"/>
                        </a:cubicBezTo>
                        <a:cubicBezTo>
                          <a:pt x="5721337" y="1456663"/>
                          <a:pt x="5717146" y="1453329"/>
                          <a:pt x="5716860" y="1449138"/>
                        </a:cubicBezTo>
                        <a:cubicBezTo>
                          <a:pt x="5716669" y="1444947"/>
                          <a:pt x="5720575" y="1441518"/>
                          <a:pt x="5725623" y="1441518"/>
                        </a:cubicBezTo>
                        <a:cubicBezTo>
                          <a:pt x="5730672" y="1441423"/>
                          <a:pt x="5734863" y="1444852"/>
                          <a:pt x="5735148" y="1449043"/>
                        </a:cubicBezTo>
                        <a:close/>
                        <a:moveTo>
                          <a:pt x="4747882" y="1225205"/>
                        </a:moveTo>
                        <a:cubicBezTo>
                          <a:pt x="4757121" y="1242922"/>
                          <a:pt x="4751882" y="1262257"/>
                          <a:pt x="4751787" y="1280450"/>
                        </a:cubicBezTo>
                        <a:cubicBezTo>
                          <a:pt x="4751787" y="1305977"/>
                          <a:pt x="4761027" y="1331409"/>
                          <a:pt x="4757883" y="1356936"/>
                        </a:cubicBezTo>
                        <a:cubicBezTo>
                          <a:pt x="4754835" y="1382273"/>
                          <a:pt x="4733975" y="1408752"/>
                          <a:pt x="4703305" y="1408847"/>
                        </a:cubicBezTo>
                        <a:cubicBezTo>
                          <a:pt x="4683778" y="1408847"/>
                          <a:pt x="4665871" y="1398084"/>
                          <a:pt x="4653870" y="1384939"/>
                        </a:cubicBezTo>
                        <a:cubicBezTo>
                          <a:pt x="4620438" y="1348554"/>
                          <a:pt x="4625295" y="1295690"/>
                          <a:pt x="4653680" y="1258257"/>
                        </a:cubicBezTo>
                        <a:cubicBezTo>
                          <a:pt x="4662062" y="1247208"/>
                          <a:pt x="4684064" y="1224634"/>
                          <a:pt x="4705591" y="1214728"/>
                        </a:cubicBezTo>
                        <a:cubicBezTo>
                          <a:pt x="4719021" y="1181771"/>
                          <a:pt x="4747787" y="1147672"/>
                          <a:pt x="4780077" y="1115001"/>
                        </a:cubicBezTo>
                        <a:cubicBezTo>
                          <a:pt x="4775695" y="1116620"/>
                          <a:pt x="4771218" y="1118239"/>
                          <a:pt x="4767218" y="1118621"/>
                        </a:cubicBezTo>
                        <a:cubicBezTo>
                          <a:pt x="4756645" y="1119668"/>
                          <a:pt x="4752930" y="1111572"/>
                          <a:pt x="4757121" y="1103000"/>
                        </a:cubicBezTo>
                        <a:cubicBezTo>
                          <a:pt x="4761312" y="1094427"/>
                          <a:pt x="4771409" y="1085855"/>
                          <a:pt x="4781981" y="1078806"/>
                        </a:cubicBezTo>
                        <a:cubicBezTo>
                          <a:pt x="4794459" y="1070519"/>
                          <a:pt x="4808270" y="1063756"/>
                          <a:pt x="4821986" y="1059089"/>
                        </a:cubicBezTo>
                        <a:cubicBezTo>
                          <a:pt x="4836178" y="1054231"/>
                          <a:pt x="4862563" y="1047373"/>
                          <a:pt x="4873040" y="1052136"/>
                        </a:cubicBezTo>
                        <a:cubicBezTo>
                          <a:pt x="4878469" y="1051088"/>
                          <a:pt x="4883709" y="1050422"/>
                          <a:pt x="4888566" y="1050326"/>
                        </a:cubicBezTo>
                        <a:cubicBezTo>
                          <a:pt x="4905997" y="1049850"/>
                          <a:pt x="4919713" y="1054803"/>
                          <a:pt x="4929714" y="1062328"/>
                        </a:cubicBezTo>
                        <a:lnTo>
                          <a:pt x="4893043" y="1096713"/>
                        </a:lnTo>
                        <a:cubicBezTo>
                          <a:pt x="4859896" y="1143576"/>
                          <a:pt x="4805604" y="1189201"/>
                          <a:pt x="4745310" y="1221109"/>
                        </a:cubicBezTo>
                        <a:cubicBezTo>
                          <a:pt x="4746262" y="1222252"/>
                          <a:pt x="4747120" y="1223586"/>
                          <a:pt x="4747882" y="1225205"/>
                        </a:cubicBezTo>
                        <a:close/>
                        <a:moveTo>
                          <a:pt x="4485563" y="1316359"/>
                        </a:moveTo>
                        <a:cubicBezTo>
                          <a:pt x="4483468" y="1324075"/>
                          <a:pt x="4474324" y="1328932"/>
                          <a:pt x="4466704" y="1332647"/>
                        </a:cubicBezTo>
                        <a:cubicBezTo>
                          <a:pt x="4458608" y="1336743"/>
                          <a:pt x="4450416" y="1340743"/>
                          <a:pt x="4442320" y="1344840"/>
                        </a:cubicBezTo>
                        <a:cubicBezTo>
                          <a:pt x="4440986" y="1353221"/>
                          <a:pt x="4441939" y="1362080"/>
                          <a:pt x="4441368" y="1370652"/>
                        </a:cubicBezTo>
                        <a:cubicBezTo>
                          <a:pt x="4440415" y="1385416"/>
                          <a:pt x="4434700" y="1399798"/>
                          <a:pt x="4425080" y="1411895"/>
                        </a:cubicBezTo>
                        <a:cubicBezTo>
                          <a:pt x="4417078" y="1421992"/>
                          <a:pt x="4405363" y="1430945"/>
                          <a:pt x="4390790" y="1432660"/>
                        </a:cubicBezTo>
                        <a:cubicBezTo>
                          <a:pt x="4375931" y="1434374"/>
                          <a:pt x="4360595" y="1427897"/>
                          <a:pt x="4350309" y="1418468"/>
                        </a:cubicBezTo>
                        <a:cubicBezTo>
                          <a:pt x="4329354" y="1399036"/>
                          <a:pt x="4328687" y="1369033"/>
                          <a:pt x="4340974" y="1345887"/>
                        </a:cubicBezTo>
                        <a:cubicBezTo>
                          <a:pt x="4353261" y="1322742"/>
                          <a:pt x="4376216" y="1305025"/>
                          <a:pt x="4399362" y="1288642"/>
                        </a:cubicBezTo>
                        <a:cubicBezTo>
                          <a:pt x="4408887" y="1281879"/>
                          <a:pt x="4418793" y="1275117"/>
                          <a:pt x="4430890" y="1272068"/>
                        </a:cubicBezTo>
                        <a:cubicBezTo>
                          <a:pt x="4447654" y="1267782"/>
                          <a:pt x="4503756" y="1268354"/>
                          <a:pt x="4515377" y="1280736"/>
                        </a:cubicBezTo>
                        <a:cubicBezTo>
                          <a:pt x="4507471" y="1289023"/>
                          <a:pt x="4494612" y="1295690"/>
                          <a:pt x="4482610" y="1302549"/>
                        </a:cubicBezTo>
                        <a:cubicBezTo>
                          <a:pt x="4485373" y="1306930"/>
                          <a:pt x="4486706" y="1312264"/>
                          <a:pt x="4485563" y="1316359"/>
                        </a:cubicBezTo>
                        <a:close/>
                        <a:moveTo>
                          <a:pt x="4319924" y="1397703"/>
                        </a:moveTo>
                        <a:cubicBezTo>
                          <a:pt x="4314495" y="1390750"/>
                          <a:pt x="4317161" y="1381511"/>
                          <a:pt x="4313637" y="1373795"/>
                        </a:cubicBezTo>
                        <a:cubicBezTo>
                          <a:pt x="4310304" y="1366366"/>
                          <a:pt x="4302112" y="1361413"/>
                          <a:pt x="4294778" y="1356364"/>
                        </a:cubicBezTo>
                        <a:cubicBezTo>
                          <a:pt x="4254010" y="1328456"/>
                          <a:pt x="4227817" y="1286261"/>
                          <a:pt x="4224388" y="1243207"/>
                        </a:cubicBezTo>
                        <a:cubicBezTo>
                          <a:pt x="4239438" y="1262734"/>
                          <a:pt x="4241152" y="1287404"/>
                          <a:pt x="4255535" y="1307311"/>
                        </a:cubicBezTo>
                        <a:cubicBezTo>
                          <a:pt x="4264202" y="1319217"/>
                          <a:pt x="4276966" y="1328742"/>
                          <a:pt x="4289444" y="1338077"/>
                        </a:cubicBezTo>
                        <a:cubicBezTo>
                          <a:pt x="4291730" y="1339791"/>
                          <a:pt x="4294206" y="1341505"/>
                          <a:pt x="4297254" y="1341505"/>
                        </a:cubicBezTo>
                        <a:cubicBezTo>
                          <a:pt x="4301159" y="1341505"/>
                          <a:pt x="4303921" y="1338553"/>
                          <a:pt x="4306113" y="1335981"/>
                        </a:cubicBezTo>
                        <a:cubicBezTo>
                          <a:pt x="4318590" y="1321027"/>
                          <a:pt x="4333925" y="1309121"/>
                          <a:pt x="4349165" y="1296929"/>
                        </a:cubicBezTo>
                        <a:cubicBezTo>
                          <a:pt x="4355357" y="1290452"/>
                          <a:pt x="4362310" y="1284546"/>
                          <a:pt x="4370120" y="1279498"/>
                        </a:cubicBezTo>
                        <a:cubicBezTo>
                          <a:pt x="4363358" y="1285594"/>
                          <a:pt x="4356214" y="1291309"/>
                          <a:pt x="4349165" y="1296929"/>
                        </a:cubicBezTo>
                        <a:cubicBezTo>
                          <a:pt x="4322971" y="1324361"/>
                          <a:pt x="4311732" y="1362746"/>
                          <a:pt x="4319924" y="1397703"/>
                        </a:cubicBezTo>
                        <a:close/>
                        <a:moveTo>
                          <a:pt x="3408095" y="1451043"/>
                        </a:moveTo>
                        <a:cubicBezTo>
                          <a:pt x="3404762" y="1433612"/>
                          <a:pt x="3397332" y="1416943"/>
                          <a:pt x="3387902" y="1400941"/>
                        </a:cubicBezTo>
                        <a:cubicBezTo>
                          <a:pt x="3380282" y="1389797"/>
                          <a:pt x="3372662" y="1378653"/>
                          <a:pt x="3365042" y="1367414"/>
                        </a:cubicBezTo>
                        <a:cubicBezTo>
                          <a:pt x="3373234" y="1378272"/>
                          <a:pt x="3381044" y="1389417"/>
                          <a:pt x="3387902" y="1400941"/>
                        </a:cubicBezTo>
                        <a:cubicBezTo>
                          <a:pt x="3390760" y="1405132"/>
                          <a:pt x="3393617" y="1409323"/>
                          <a:pt x="3396475" y="1413514"/>
                        </a:cubicBezTo>
                        <a:cubicBezTo>
                          <a:pt x="3407238" y="1429231"/>
                          <a:pt x="3418097" y="1445233"/>
                          <a:pt x="3423526" y="1462664"/>
                        </a:cubicBezTo>
                        <a:cubicBezTo>
                          <a:pt x="3428955" y="1480094"/>
                          <a:pt x="3428574" y="1499335"/>
                          <a:pt x="3417525" y="1514289"/>
                        </a:cubicBezTo>
                        <a:cubicBezTo>
                          <a:pt x="3409238" y="1525529"/>
                          <a:pt x="3395617" y="1533720"/>
                          <a:pt x="3381616" y="1539721"/>
                        </a:cubicBezTo>
                        <a:cubicBezTo>
                          <a:pt x="3378091" y="1532768"/>
                          <a:pt x="3401332" y="1509622"/>
                          <a:pt x="3404666" y="1500478"/>
                        </a:cubicBezTo>
                        <a:cubicBezTo>
                          <a:pt x="3410381" y="1484761"/>
                          <a:pt x="3411239" y="1467616"/>
                          <a:pt x="3408095" y="1451043"/>
                        </a:cubicBezTo>
                        <a:close/>
                        <a:moveTo>
                          <a:pt x="3364471" y="1211680"/>
                        </a:moveTo>
                        <a:cubicBezTo>
                          <a:pt x="3415430" y="1184058"/>
                          <a:pt x="3455625" y="1141766"/>
                          <a:pt x="3478295" y="1102047"/>
                        </a:cubicBezTo>
                        <a:cubicBezTo>
                          <a:pt x="3487629" y="1085759"/>
                          <a:pt x="3494487" y="1068900"/>
                          <a:pt x="3491439" y="1055946"/>
                        </a:cubicBezTo>
                        <a:cubicBezTo>
                          <a:pt x="3490296" y="1051088"/>
                          <a:pt x="3487724" y="1046707"/>
                          <a:pt x="3484200" y="1042897"/>
                        </a:cubicBezTo>
                        <a:cubicBezTo>
                          <a:pt x="3477056" y="1041468"/>
                          <a:pt x="3471246" y="1039182"/>
                          <a:pt x="3470770" y="1033467"/>
                        </a:cubicBezTo>
                        <a:cubicBezTo>
                          <a:pt x="3476008" y="1035848"/>
                          <a:pt x="3480581" y="1039087"/>
                          <a:pt x="3484200" y="1042897"/>
                        </a:cubicBezTo>
                        <a:cubicBezTo>
                          <a:pt x="3496773" y="1045469"/>
                          <a:pt x="3513537" y="1045469"/>
                          <a:pt x="3512680" y="1058137"/>
                        </a:cubicBezTo>
                        <a:cubicBezTo>
                          <a:pt x="3512585" y="1060137"/>
                          <a:pt x="3512013" y="1062423"/>
                          <a:pt x="3513537" y="1063471"/>
                        </a:cubicBezTo>
                        <a:cubicBezTo>
                          <a:pt x="3515728" y="1064995"/>
                          <a:pt x="3520681" y="1063280"/>
                          <a:pt x="3524777" y="1061661"/>
                        </a:cubicBezTo>
                        <a:cubicBezTo>
                          <a:pt x="3548208" y="1052707"/>
                          <a:pt x="3571735" y="1046707"/>
                          <a:pt x="3593642" y="1044040"/>
                        </a:cubicBezTo>
                        <a:cubicBezTo>
                          <a:pt x="3568211" y="1054041"/>
                          <a:pt x="3542779" y="1063947"/>
                          <a:pt x="3517252" y="1073948"/>
                        </a:cubicBezTo>
                        <a:cubicBezTo>
                          <a:pt x="3513251" y="1075472"/>
                          <a:pt x="3509156" y="1077187"/>
                          <a:pt x="3505631" y="1079663"/>
                        </a:cubicBezTo>
                        <a:cubicBezTo>
                          <a:pt x="3493154" y="1088617"/>
                          <a:pt x="3498297" y="1098809"/>
                          <a:pt x="3497154" y="1108524"/>
                        </a:cubicBezTo>
                        <a:cubicBezTo>
                          <a:pt x="3495821" y="1119668"/>
                          <a:pt x="3484010" y="1132908"/>
                          <a:pt x="3480390" y="1144624"/>
                        </a:cubicBezTo>
                        <a:cubicBezTo>
                          <a:pt x="3475913" y="1159292"/>
                          <a:pt x="3484867" y="1169199"/>
                          <a:pt x="3494678" y="1177199"/>
                        </a:cubicBezTo>
                        <a:cubicBezTo>
                          <a:pt x="3507822" y="1187867"/>
                          <a:pt x="3522967" y="1197011"/>
                          <a:pt x="3539921" y="1204536"/>
                        </a:cubicBezTo>
                        <a:cubicBezTo>
                          <a:pt x="3515632" y="1201774"/>
                          <a:pt x="3493915" y="1195202"/>
                          <a:pt x="3480104" y="1182724"/>
                        </a:cubicBezTo>
                        <a:cubicBezTo>
                          <a:pt x="3466293" y="1170151"/>
                          <a:pt x="3460864" y="1151196"/>
                          <a:pt x="3468960" y="1129003"/>
                        </a:cubicBezTo>
                        <a:cubicBezTo>
                          <a:pt x="3439528" y="1159864"/>
                          <a:pt x="3406476" y="1193297"/>
                          <a:pt x="3364471" y="1211680"/>
                        </a:cubicBezTo>
                        <a:close/>
                        <a:moveTo>
                          <a:pt x="2973660" y="1475236"/>
                        </a:moveTo>
                        <a:cubicBezTo>
                          <a:pt x="2978899" y="1497240"/>
                          <a:pt x="2973660" y="1519718"/>
                          <a:pt x="2968516" y="1541435"/>
                        </a:cubicBezTo>
                        <a:cubicBezTo>
                          <a:pt x="2972612" y="1521052"/>
                          <a:pt x="2973089" y="1499716"/>
                          <a:pt x="2965469" y="1479713"/>
                        </a:cubicBezTo>
                        <a:cubicBezTo>
                          <a:pt x="2957944" y="1459711"/>
                          <a:pt x="2941561" y="1441233"/>
                          <a:pt x="2918891" y="1431993"/>
                        </a:cubicBezTo>
                        <a:cubicBezTo>
                          <a:pt x="2907271" y="1427326"/>
                          <a:pt x="2894888" y="1425325"/>
                          <a:pt x="2882315" y="1424849"/>
                        </a:cubicBezTo>
                        <a:cubicBezTo>
                          <a:pt x="2864408" y="1429231"/>
                          <a:pt x="2845454" y="1431041"/>
                          <a:pt x="2826689" y="1429707"/>
                        </a:cubicBezTo>
                        <a:cubicBezTo>
                          <a:pt x="2844882" y="1426850"/>
                          <a:pt x="2863932" y="1424182"/>
                          <a:pt x="2882315" y="1424849"/>
                        </a:cubicBezTo>
                        <a:cubicBezTo>
                          <a:pt x="2912224" y="1417515"/>
                          <a:pt x="2939275" y="1402561"/>
                          <a:pt x="2958230" y="1382177"/>
                        </a:cubicBezTo>
                        <a:cubicBezTo>
                          <a:pt x="2981280" y="1357222"/>
                          <a:pt x="2989281" y="1327027"/>
                          <a:pt x="2988519" y="1295500"/>
                        </a:cubicBezTo>
                        <a:cubicBezTo>
                          <a:pt x="2998615" y="1310168"/>
                          <a:pt x="2986614" y="1340458"/>
                          <a:pt x="2981280" y="1355508"/>
                        </a:cubicBezTo>
                        <a:cubicBezTo>
                          <a:pt x="2971374" y="1383320"/>
                          <a:pt x="2952515" y="1409419"/>
                          <a:pt x="2924130" y="1425897"/>
                        </a:cubicBezTo>
                        <a:cubicBezTo>
                          <a:pt x="2950324" y="1431422"/>
                          <a:pt x="2968421" y="1453234"/>
                          <a:pt x="2973660" y="1475236"/>
                        </a:cubicBezTo>
                        <a:close/>
                        <a:moveTo>
                          <a:pt x="2711913" y="1166722"/>
                        </a:moveTo>
                        <a:cubicBezTo>
                          <a:pt x="2706103" y="1161197"/>
                          <a:pt x="2707055" y="1152339"/>
                          <a:pt x="2710961" y="1142528"/>
                        </a:cubicBezTo>
                        <a:cubicBezTo>
                          <a:pt x="2715056" y="1121954"/>
                          <a:pt x="2729439" y="1098047"/>
                          <a:pt x="2746108" y="1075663"/>
                        </a:cubicBezTo>
                        <a:cubicBezTo>
                          <a:pt x="2727439" y="1097285"/>
                          <a:pt x="2692196" y="1114525"/>
                          <a:pt x="2666860" y="1114430"/>
                        </a:cubicBezTo>
                        <a:cubicBezTo>
                          <a:pt x="2687053" y="1104523"/>
                          <a:pt x="2706770" y="1093094"/>
                          <a:pt x="2725534" y="1080616"/>
                        </a:cubicBezTo>
                        <a:cubicBezTo>
                          <a:pt x="2740679" y="1070519"/>
                          <a:pt x="2756776" y="1057851"/>
                          <a:pt x="2760014" y="1045945"/>
                        </a:cubicBezTo>
                        <a:cubicBezTo>
                          <a:pt x="2762205" y="1037848"/>
                          <a:pt x="2758014" y="1032134"/>
                          <a:pt x="2755633" y="1025847"/>
                        </a:cubicBezTo>
                        <a:cubicBezTo>
                          <a:pt x="2753442" y="1020132"/>
                          <a:pt x="2751061" y="1013369"/>
                          <a:pt x="2756109" y="1005940"/>
                        </a:cubicBezTo>
                        <a:cubicBezTo>
                          <a:pt x="2785446" y="1018037"/>
                          <a:pt x="2820498" y="1025085"/>
                          <a:pt x="2870695" y="996224"/>
                        </a:cubicBezTo>
                        <a:cubicBezTo>
                          <a:pt x="2854216" y="1007273"/>
                          <a:pt x="2837072" y="1018608"/>
                          <a:pt x="2818974" y="1025085"/>
                        </a:cubicBezTo>
                        <a:cubicBezTo>
                          <a:pt x="2812497" y="1027371"/>
                          <a:pt x="2805925" y="1029086"/>
                          <a:pt x="2799448" y="1032134"/>
                        </a:cubicBezTo>
                        <a:cubicBezTo>
                          <a:pt x="2786398" y="1038420"/>
                          <a:pt x="2776683" y="1048993"/>
                          <a:pt x="2768396" y="1058899"/>
                        </a:cubicBezTo>
                        <a:cubicBezTo>
                          <a:pt x="2751347" y="1079378"/>
                          <a:pt x="2736011" y="1100047"/>
                          <a:pt x="2722676" y="1120716"/>
                        </a:cubicBezTo>
                        <a:cubicBezTo>
                          <a:pt x="2718009" y="1127860"/>
                          <a:pt x="2713723" y="1135385"/>
                          <a:pt x="2710865" y="1142528"/>
                        </a:cubicBezTo>
                        <a:cubicBezTo>
                          <a:pt x="2709246" y="1151387"/>
                          <a:pt x="2709341" y="1159578"/>
                          <a:pt x="2711913" y="1166722"/>
                        </a:cubicBezTo>
                        <a:close/>
                        <a:moveTo>
                          <a:pt x="2439307" y="1473427"/>
                        </a:moveTo>
                        <a:cubicBezTo>
                          <a:pt x="2443880" y="1487429"/>
                          <a:pt x="2448832" y="1503335"/>
                          <a:pt x="2439593" y="1515241"/>
                        </a:cubicBezTo>
                        <a:cubicBezTo>
                          <a:pt x="2431021" y="1526291"/>
                          <a:pt x="2413209" y="1529624"/>
                          <a:pt x="2397112" y="1528957"/>
                        </a:cubicBezTo>
                        <a:cubicBezTo>
                          <a:pt x="2380633" y="1528291"/>
                          <a:pt x="2363965" y="1524386"/>
                          <a:pt x="2350535" y="1516004"/>
                        </a:cubicBezTo>
                        <a:cubicBezTo>
                          <a:pt x="2337199" y="1507622"/>
                          <a:pt x="2327674" y="1494382"/>
                          <a:pt x="2327389" y="1480761"/>
                        </a:cubicBezTo>
                        <a:cubicBezTo>
                          <a:pt x="2327008" y="1458758"/>
                          <a:pt x="2349106" y="1441899"/>
                          <a:pt x="2356345" y="1420944"/>
                        </a:cubicBezTo>
                        <a:cubicBezTo>
                          <a:pt x="2360726" y="1408371"/>
                          <a:pt x="2359583" y="1394655"/>
                          <a:pt x="2363774" y="1382082"/>
                        </a:cubicBezTo>
                        <a:cubicBezTo>
                          <a:pt x="2370728" y="1360936"/>
                          <a:pt x="2441879" y="1315598"/>
                          <a:pt x="2453023" y="1357127"/>
                        </a:cubicBezTo>
                        <a:cubicBezTo>
                          <a:pt x="2457215" y="1372748"/>
                          <a:pt x="2432640" y="1394464"/>
                          <a:pt x="2430164" y="1411419"/>
                        </a:cubicBezTo>
                        <a:cubicBezTo>
                          <a:pt x="2427211" y="1431993"/>
                          <a:pt x="2432735" y="1453329"/>
                          <a:pt x="2439307" y="1473427"/>
                        </a:cubicBezTo>
                        <a:close/>
                        <a:moveTo>
                          <a:pt x="2242616" y="1605253"/>
                        </a:moveTo>
                        <a:cubicBezTo>
                          <a:pt x="2238140" y="1613159"/>
                          <a:pt x="2225566" y="1615730"/>
                          <a:pt x="2215184" y="1613444"/>
                        </a:cubicBezTo>
                        <a:cubicBezTo>
                          <a:pt x="2204802" y="1611158"/>
                          <a:pt x="2196134" y="1605157"/>
                          <a:pt x="2187943" y="1599252"/>
                        </a:cubicBezTo>
                        <a:cubicBezTo>
                          <a:pt x="2156796" y="1577249"/>
                          <a:pt x="2125649" y="1555247"/>
                          <a:pt x="2094503" y="1533244"/>
                        </a:cubicBezTo>
                        <a:cubicBezTo>
                          <a:pt x="2088311" y="1528862"/>
                          <a:pt x="2081834" y="1524100"/>
                          <a:pt x="2079929" y="1517623"/>
                        </a:cubicBezTo>
                        <a:cubicBezTo>
                          <a:pt x="2077262" y="1508764"/>
                          <a:pt x="2084596" y="1499811"/>
                          <a:pt x="2094121" y="1495811"/>
                        </a:cubicBezTo>
                        <a:cubicBezTo>
                          <a:pt x="2103647" y="1491810"/>
                          <a:pt x="2114886" y="1491429"/>
                          <a:pt x="2125745" y="1491239"/>
                        </a:cubicBezTo>
                        <a:cubicBezTo>
                          <a:pt x="2153272" y="1490667"/>
                          <a:pt x="2180799" y="1490096"/>
                          <a:pt x="2208326" y="1489619"/>
                        </a:cubicBezTo>
                        <a:cubicBezTo>
                          <a:pt x="2232996" y="1489143"/>
                          <a:pt x="2258332" y="1488476"/>
                          <a:pt x="2280431" y="1479904"/>
                        </a:cubicBezTo>
                        <a:lnTo>
                          <a:pt x="2283383" y="1506669"/>
                        </a:lnTo>
                        <a:cubicBezTo>
                          <a:pt x="2282812" y="1507622"/>
                          <a:pt x="2282145" y="1508479"/>
                          <a:pt x="2281573" y="1509431"/>
                        </a:cubicBezTo>
                        <a:cubicBezTo>
                          <a:pt x="2282145" y="1509717"/>
                          <a:pt x="2282812" y="1509812"/>
                          <a:pt x="2283288" y="1510193"/>
                        </a:cubicBezTo>
                        <a:cubicBezTo>
                          <a:pt x="2290146" y="1514480"/>
                          <a:pt x="2294718" y="1524195"/>
                          <a:pt x="2292813" y="1530767"/>
                        </a:cubicBezTo>
                        <a:cubicBezTo>
                          <a:pt x="2290717" y="1538482"/>
                          <a:pt x="2281573" y="1543340"/>
                          <a:pt x="2273954" y="1547055"/>
                        </a:cubicBezTo>
                        <a:cubicBezTo>
                          <a:pt x="2265667" y="1551246"/>
                          <a:pt x="2257380" y="1555342"/>
                          <a:pt x="2249093" y="1559533"/>
                        </a:cubicBezTo>
                        <a:cubicBezTo>
                          <a:pt x="2245188" y="1566867"/>
                          <a:pt x="2242521" y="1574487"/>
                          <a:pt x="2242902" y="1582583"/>
                        </a:cubicBezTo>
                        <a:cubicBezTo>
                          <a:pt x="2243378" y="1590203"/>
                          <a:pt x="2246522" y="1598395"/>
                          <a:pt x="2242616" y="1605253"/>
                        </a:cubicBezTo>
                        <a:close/>
                        <a:moveTo>
                          <a:pt x="1610537" y="1474570"/>
                        </a:moveTo>
                        <a:cubicBezTo>
                          <a:pt x="1623491" y="1477999"/>
                          <a:pt x="1632064" y="1491715"/>
                          <a:pt x="1632540" y="1502764"/>
                        </a:cubicBezTo>
                        <a:cubicBezTo>
                          <a:pt x="1632635" y="1504859"/>
                          <a:pt x="1632635" y="1507241"/>
                          <a:pt x="1634540" y="1508574"/>
                        </a:cubicBezTo>
                        <a:cubicBezTo>
                          <a:pt x="1636064" y="1509717"/>
                          <a:pt x="1638350" y="1509622"/>
                          <a:pt x="1640351" y="1509527"/>
                        </a:cubicBezTo>
                        <a:cubicBezTo>
                          <a:pt x="1657305" y="1508764"/>
                          <a:pt x="1674355" y="1508002"/>
                          <a:pt x="1691309" y="1507241"/>
                        </a:cubicBezTo>
                        <a:cubicBezTo>
                          <a:pt x="1663782" y="1513718"/>
                          <a:pt x="1635779" y="1522957"/>
                          <a:pt x="1616062" y="1539340"/>
                        </a:cubicBezTo>
                        <a:cubicBezTo>
                          <a:pt x="1612918" y="1543816"/>
                          <a:pt x="1609013" y="1547912"/>
                          <a:pt x="1604155" y="1551151"/>
                        </a:cubicBezTo>
                        <a:cubicBezTo>
                          <a:pt x="1607584" y="1546769"/>
                          <a:pt x="1611680" y="1542959"/>
                          <a:pt x="1616062" y="1539340"/>
                        </a:cubicBezTo>
                        <a:cubicBezTo>
                          <a:pt x="1621301" y="1531720"/>
                          <a:pt x="1624063" y="1522767"/>
                          <a:pt x="1624158" y="1513718"/>
                        </a:cubicBezTo>
                        <a:cubicBezTo>
                          <a:pt x="1624253" y="1499430"/>
                          <a:pt x="1617014" y="1487429"/>
                          <a:pt x="1610537" y="1474570"/>
                        </a:cubicBezTo>
                        <a:close/>
                        <a:moveTo>
                          <a:pt x="1612156" y="1395893"/>
                        </a:moveTo>
                        <a:cubicBezTo>
                          <a:pt x="1597774" y="1403989"/>
                          <a:pt x="1584725" y="1417801"/>
                          <a:pt x="1589868" y="1431993"/>
                        </a:cubicBezTo>
                        <a:cubicBezTo>
                          <a:pt x="1565960" y="1401894"/>
                          <a:pt x="1535576" y="1383987"/>
                          <a:pt x="1495285" y="1373415"/>
                        </a:cubicBezTo>
                        <a:cubicBezTo>
                          <a:pt x="1508715" y="1368175"/>
                          <a:pt x="1527955" y="1373605"/>
                          <a:pt x="1540338" y="1379701"/>
                        </a:cubicBezTo>
                        <a:cubicBezTo>
                          <a:pt x="1545101" y="1382082"/>
                          <a:pt x="1549577" y="1385035"/>
                          <a:pt x="1554816" y="1386654"/>
                        </a:cubicBezTo>
                        <a:cubicBezTo>
                          <a:pt x="1559959" y="1388274"/>
                          <a:pt x="1565389" y="1388559"/>
                          <a:pt x="1570818" y="1388559"/>
                        </a:cubicBezTo>
                        <a:cubicBezTo>
                          <a:pt x="1599869" y="1388654"/>
                          <a:pt x="1628730" y="1382177"/>
                          <a:pt x="1653305" y="1369890"/>
                        </a:cubicBezTo>
                        <a:cubicBezTo>
                          <a:pt x="1643780" y="1381987"/>
                          <a:pt x="1626634" y="1387797"/>
                          <a:pt x="1612156" y="1395893"/>
                        </a:cubicBezTo>
                        <a:close/>
                        <a:moveTo>
                          <a:pt x="1564246" y="1479427"/>
                        </a:moveTo>
                        <a:cubicBezTo>
                          <a:pt x="1564436" y="1483618"/>
                          <a:pt x="1560531" y="1487048"/>
                          <a:pt x="1555483" y="1487048"/>
                        </a:cubicBezTo>
                        <a:cubicBezTo>
                          <a:pt x="1550434" y="1487048"/>
                          <a:pt x="1546243" y="1483714"/>
                          <a:pt x="1545958" y="1479523"/>
                        </a:cubicBezTo>
                        <a:cubicBezTo>
                          <a:pt x="1545767" y="1475332"/>
                          <a:pt x="1549672" y="1471903"/>
                          <a:pt x="1554721" y="1471903"/>
                        </a:cubicBezTo>
                        <a:cubicBezTo>
                          <a:pt x="1559769" y="1471807"/>
                          <a:pt x="1564055" y="1475236"/>
                          <a:pt x="1564246" y="1479427"/>
                        </a:cubicBezTo>
                        <a:close/>
                        <a:moveTo>
                          <a:pt x="1252302" y="1551151"/>
                        </a:moveTo>
                        <a:cubicBezTo>
                          <a:pt x="1244777" y="1549055"/>
                          <a:pt x="1237252" y="1547531"/>
                          <a:pt x="1230966" y="1543721"/>
                        </a:cubicBezTo>
                        <a:cubicBezTo>
                          <a:pt x="1241539" y="1543055"/>
                          <a:pt x="1252492" y="1542959"/>
                          <a:pt x="1262875" y="1540578"/>
                        </a:cubicBezTo>
                        <a:cubicBezTo>
                          <a:pt x="1276876" y="1537339"/>
                          <a:pt x="1290021" y="1529910"/>
                          <a:pt x="1295069" y="1518575"/>
                        </a:cubicBezTo>
                        <a:cubicBezTo>
                          <a:pt x="1291164" y="1536863"/>
                          <a:pt x="1297927" y="1556961"/>
                          <a:pt x="1312976" y="1571344"/>
                        </a:cubicBezTo>
                        <a:cubicBezTo>
                          <a:pt x="1318405" y="1576582"/>
                          <a:pt x="1324883" y="1581059"/>
                          <a:pt x="1330597" y="1586012"/>
                        </a:cubicBezTo>
                        <a:cubicBezTo>
                          <a:pt x="1349171" y="1602015"/>
                          <a:pt x="1360982" y="1623446"/>
                          <a:pt x="1363078" y="1645258"/>
                        </a:cubicBezTo>
                        <a:cubicBezTo>
                          <a:pt x="1338313" y="1616778"/>
                          <a:pt x="1322406" y="1580678"/>
                          <a:pt x="1286116" y="1562866"/>
                        </a:cubicBezTo>
                        <a:cubicBezTo>
                          <a:pt x="1275638" y="1557628"/>
                          <a:pt x="1263922" y="1554390"/>
                          <a:pt x="1252302" y="1551151"/>
                        </a:cubicBezTo>
                        <a:close/>
                        <a:moveTo>
                          <a:pt x="1276305" y="1646401"/>
                        </a:moveTo>
                        <a:cubicBezTo>
                          <a:pt x="1276496" y="1650592"/>
                          <a:pt x="1272590" y="1654021"/>
                          <a:pt x="1267542" y="1654021"/>
                        </a:cubicBezTo>
                        <a:cubicBezTo>
                          <a:pt x="1262494" y="1654021"/>
                          <a:pt x="1258303" y="1650687"/>
                          <a:pt x="1258017" y="1646496"/>
                        </a:cubicBezTo>
                        <a:cubicBezTo>
                          <a:pt x="1257826" y="1642305"/>
                          <a:pt x="1261732" y="1638876"/>
                          <a:pt x="1266780" y="1638876"/>
                        </a:cubicBezTo>
                        <a:cubicBezTo>
                          <a:pt x="1271828" y="1638876"/>
                          <a:pt x="1276114" y="1642210"/>
                          <a:pt x="1276305" y="1646401"/>
                        </a:cubicBezTo>
                        <a:close/>
                        <a:moveTo>
                          <a:pt x="1128001" y="1196249"/>
                        </a:moveTo>
                        <a:cubicBezTo>
                          <a:pt x="1146098" y="1200059"/>
                          <a:pt x="1164196" y="1203869"/>
                          <a:pt x="1180007" y="1210061"/>
                        </a:cubicBezTo>
                        <a:cubicBezTo>
                          <a:pt x="1186675" y="1212633"/>
                          <a:pt x="1192961" y="1215680"/>
                          <a:pt x="1201058" y="1216633"/>
                        </a:cubicBezTo>
                        <a:cubicBezTo>
                          <a:pt x="1212202" y="1217967"/>
                          <a:pt x="1226013" y="1215490"/>
                          <a:pt x="1239443" y="1212918"/>
                        </a:cubicBezTo>
                        <a:cubicBezTo>
                          <a:pt x="1253159" y="1210346"/>
                          <a:pt x="1267066" y="1207679"/>
                          <a:pt x="1281163" y="1203774"/>
                        </a:cubicBezTo>
                        <a:cubicBezTo>
                          <a:pt x="1290116" y="1201298"/>
                          <a:pt x="1305071" y="1194059"/>
                          <a:pt x="1312214" y="1195011"/>
                        </a:cubicBezTo>
                        <a:cubicBezTo>
                          <a:pt x="1290307" y="1210061"/>
                          <a:pt x="1259065" y="1218633"/>
                          <a:pt x="1238205" y="1219109"/>
                        </a:cubicBezTo>
                        <a:cubicBezTo>
                          <a:pt x="1235157" y="1219205"/>
                          <a:pt x="1231918" y="1219109"/>
                          <a:pt x="1228489" y="1220443"/>
                        </a:cubicBezTo>
                        <a:cubicBezTo>
                          <a:pt x="1225632" y="1221491"/>
                          <a:pt x="1222965" y="1223396"/>
                          <a:pt x="1220488" y="1225205"/>
                        </a:cubicBezTo>
                        <a:cubicBezTo>
                          <a:pt x="1226775" y="1224634"/>
                          <a:pt x="1233062" y="1225777"/>
                          <a:pt x="1239158" y="1229396"/>
                        </a:cubicBezTo>
                        <a:cubicBezTo>
                          <a:pt x="1241539" y="1230825"/>
                          <a:pt x="1243539" y="1232825"/>
                          <a:pt x="1245349" y="1235016"/>
                        </a:cubicBezTo>
                        <a:cubicBezTo>
                          <a:pt x="1250111" y="1233016"/>
                          <a:pt x="1255064" y="1231397"/>
                          <a:pt x="1259636" y="1230063"/>
                        </a:cubicBezTo>
                        <a:cubicBezTo>
                          <a:pt x="1280305" y="1223967"/>
                          <a:pt x="1366316" y="1196059"/>
                          <a:pt x="1342694" y="1230920"/>
                        </a:cubicBezTo>
                        <a:cubicBezTo>
                          <a:pt x="1329931" y="1249684"/>
                          <a:pt x="1285735" y="1256447"/>
                          <a:pt x="1255255" y="1257400"/>
                        </a:cubicBezTo>
                        <a:cubicBezTo>
                          <a:pt x="1257255" y="1265496"/>
                          <a:pt x="1258493" y="1273592"/>
                          <a:pt x="1259922" y="1279402"/>
                        </a:cubicBezTo>
                        <a:cubicBezTo>
                          <a:pt x="1266209" y="1304263"/>
                          <a:pt x="1272781" y="1330266"/>
                          <a:pt x="1289640" y="1352269"/>
                        </a:cubicBezTo>
                        <a:cubicBezTo>
                          <a:pt x="1296784" y="1361603"/>
                          <a:pt x="1306309" y="1371986"/>
                          <a:pt x="1302784" y="1382463"/>
                        </a:cubicBezTo>
                        <a:cubicBezTo>
                          <a:pt x="1300022" y="1390750"/>
                          <a:pt x="1289354" y="1395703"/>
                          <a:pt x="1278972" y="1396465"/>
                        </a:cubicBezTo>
                        <a:cubicBezTo>
                          <a:pt x="1268590" y="1397322"/>
                          <a:pt x="1258112" y="1394941"/>
                          <a:pt x="1247730" y="1393226"/>
                        </a:cubicBezTo>
                        <a:cubicBezTo>
                          <a:pt x="1228489" y="1390083"/>
                          <a:pt x="1208296" y="1389035"/>
                          <a:pt x="1190675" y="1381606"/>
                        </a:cubicBezTo>
                        <a:cubicBezTo>
                          <a:pt x="1160290" y="1368747"/>
                          <a:pt x="1143812" y="1338267"/>
                          <a:pt x="1146765" y="1310549"/>
                        </a:cubicBezTo>
                        <a:cubicBezTo>
                          <a:pt x="1148575" y="1293785"/>
                          <a:pt x="1173816" y="1248446"/>
                          <a:pt x="1202677" y="1231683"/>
                        </a:cubicBezTo>
                        <a:cubicBezTo>
                          <a:pt x="1203915" y="1230349"/>
                          <a:pt x="1205058" y="1228920"/>
                          <a:pt x="1206296" y="1227586"/>
                        </a:cubicBezTo>
                        <a:cubicBezTo>
                          <a:pt x="1175435" y="1221776"/>
                          <a:pt x="1148956" y="1211108"/>
                          <a:pt x="1128001" y="1196249"/>
                        </a:cubicBezTo>
                        <a:close/>
                        <a:moveTo>
                          <a:pt x="1094568" y="1419230"/>
                        </a:moveTo>
                        <a:cubicBezTo>
                          <a:pt x="1089901" y="1416182"/>
                          <a:pt x="1085043" y="1413134"/>
                          <a:pt x="1079423" y="1411800"/>
                        </a:cubicBezTo>
                        <a:cubicBezTo>
                          <a:pt x="1068755" y="1409228"/>
                          <a:pt x="1057801" y="1413134"/>
                          <a:pt x="1047324" y="1415896"/>
                        </a:cubicBezTo>
                        <a:cubicBezTo>
                          <a:pt x="1029131" y="1420658"/>
                          <a:pt x="1009510" y="1421897"/>
                          <a:pt x="990364" y="1419515"/>
                        </a:cubicBezTo>
                        <a:cubicBezTo>
                          <a:pt x="1021892" y="1418277"/>
                          <a:pt x="1053515" y="1411419"/>
                          <a:pt x="1078566" y="1396084"/>
                        </a:cubicBezTo>
                        <a:cubicBezTo>
                          <a:pt x="1096663" y="1385035"/>
                          <a:pt x="1107236" y="1370652"/>
                          <a:pt x="1116952" y="1354174"/>
                        </a:cubicBezTo>
                        <a:cubicBezTo>
                          <a:pt x="1123238" y="1367509"/>
                          <a:pt x="1095616" y="1386082"/>
                          <a:pt x="1090853" y="1398370"/>
                        </a:cubicBezTo>
                        <a:cubicBezTo>
                          <a:pt x="1090282" y="1399894"/>
                          <a:pt x="1089805" y="1401418"/>
                          <a:pt x="1089996" y="1403037"/>
                        </a:cubicBezTo>
                        <a:cubicBezTo>
                          <a:pt x="1090663" y="1408085"/>
                          <a:pt x="1097330" y="1410848"/>
                          <a:pt x="1102569" y="1413610"/>
                        </a:cubicBezTo>
                        <a:cubicBezTo>
                          <a:pt x="1120000" y="1422754"/>
                          <a:pt x="1128572" y="1442375"/>
                          <a:pt x="1122000" y="1458091"/>
                        </a:cubicBezTo>
                        <a:cubicBezTo>
                          <a:pt x="1124762" y="1442756"/>
                          <a:pt x="1109522" y="1429040"/>
                          <a:pt x="1094568" y="1419230"/>
                        </a:cubicBezTo>
                        <a:close/>
                        <a:moveTo>
                          <a:pt x="1099426" y="1487333"/>
                        </a:moveTo>
                        <a:cubicBezTo>
                          <a:pt x="1099616" y="1491524"/>
                          <a:pt x="1095711" y="1494953"/>
                          <a:pt x="1090663" y="1494953"/>
                        </a:cubicBezTo>
                        <a:cubicBezTo>
                          <a:pt x="1085614" y="1494953"/>
                          <a:pt x="1081423" y="1491620"/>
                          <a:pt x="1081138" y="1487429"/>
                        </a:cubicBezTo>
                        <a:cubicBezTo>
                          <a:pt x="1080947" y="1483238"/>
                          <a:pt x="1084852" y="1479809"/>
                          <a:pt x="1089901" y="1479809"/>
                        </a:cubicBezTo>
                        <a:cubicBezTo>
                          <a:pt x="1094949" y="1479809"/>
                          <a:pt x="1099235" y="1483142"/>
                          <a:pt x="1099426" y="1487333"/>
                        </a:cubicBezTo>
                        <a:close/>
                        <a:moveTo>
                          <a:pt x="837107" y="1518480"/>
                        </a:moveTo>
                        <a:cubicBezTo>
                          <a:pt x="840250" y="1547912"/>
                          <a:pt x="815581" y="1566200"/>
                          <a:pt x="781005" y="1568391"/>
                        </a:cubicBezTo>
                        <a:cubicBezTo>
                          <a:pt x="766527" y="1569343"/>
                          <a:pt x="749477" y="1566677"/>
                          <a:pt x="741762" y="1556104"/>
                        </a:cubicBezTo>
                        <a:cubicBezTo>
                          <a:pt x="736333" y="1548674"/>
                          <a:pt x="737190" y="1539435"/>
                          <a:pt x="738142" y="1530863"/>
                        </a:cubicBezTo>
                        <a:cubicBezTo>
                          <a:pt x="740905" y="1507717"/>
                          <a:pt x="743762" y="1484571"/>
                          <a:pt x="746525" y="1461425"/>
                        </a:cubicBezTo>
                        <a:cubicBezTo>
                          <a:pt x="750144" y="1431517"/>
                          <a:pt x="776147" y="1405514"/>
                          <a:pt x="814057" y="1400656"/>
                        </a:cubicBezTo>
                        <a:cubicBezTo>
                          <a:pt x="828058" y="1398846"/>
                          <a:pt x="835679" y="1403704"/>
                          <a:pt x="839774" y="1411229"/>
                        </a:cubicBezTo>
                        <a:cubicBezTo>
                          <a:pt x="849585" y="1408847"/>
                          <a:pt x="859872" y="1410086"/>
                          <a:pt x="869492" y="1417515"/>
                        </a:cubicBezTo>
                        <a:cubicBezTo>
                          <a:pt x="888828" y="1432469"/>
                          <a:pt x="864158" y="1451043"/>
                          <a:pt x="841489" y="1463045"/>
                        </a:cubicBezTo>
                        <a:cubicBezTo>
                          <a:pt x="838631" y="1481142"/>
                          <a:pt x="835012" y="1498668"/>
                          <a:pt x="837107" y="1518480"/>
                        </a:cubicBezTo>
                        <a:close/>
                        <a:moveTo>
                          <a:pt x="720521" y="1229587"/>
                        </a:moveTo>
                        <a:cubicBezTo>
                          <a:pt x="692994" y="1242064"/>
                          <a:pt x="664324" y="1248161"/>
                          <a:pt x="641368" y="1246446"/>
                        </a:cubicBezTo>
                        <a:cubicBezTo>
                          <a:pt x="631558" y="1245684"/>
                          <a:pt x="622223" y="1243207"/>
                          <a:pt x="620223" y="1236254"/>
                        </a:cubicBezTo>
                        <a:cubicBezTo>
                          <a:pt x="617746" y="1227777"/>
                          <a:pt x="626700" y="1215490"/>
                          <a:pt x="635272" y="1204536"/>
                        </a:cubicBezTo>
                        <a:cubicBezTo>
                          <a:pt x="640416" y="1197964"/>
                          <a:pt x="646036" y="1190915"/>
                          <a:pt x="654132" y="1185677"/>
                        </a:cubicBezTo>
                        <a:cubicBezTo>
                          <a:pt x="666419" y="1177675"/>
                          <a:pt x="680612" y="1176247"/>
                          <a:pt x="691375" y="1177485"/>
                        </a:cubicBezTo>
                        <a:cubicBezTo>
                          <a:pt x="704996" y="1179104"/>
                          <a:pt x="716044" y="1184058"/>
                          <a:pt x="722807" y="1191773"/>
                        </a:cubicBezTo>
                        <a:cubicBezTo>
                          <a:pt x="727093" y="1196535"/>
                          <a:pt x="730427" y="1202726"/>
                          <a:pt x="739571" y="1202822"/>
                        </a:cubicBezTo>
                        <a:lnTo>
                          <a:pt x="720521" y="1229587"/>
                        </a:lnTo>
                        <a:close/>
                        <a:moveTo>
                          <a:pt x="900448" y="1162721"/>
                        </a:moveTo>
                        <a:cubicBezTo>
                          <a:pt x="917975" y="1162816"/>
                          <a:pt x="938644" y="1156816"/>
                          <a:pt x="958741" y="1150910"/>
                        </a:cubicBezTo>
                        <a:cubicBezTo>
                          <a:pt x="954741" y="1156530"/>
                          <a:pt x="946740" y="1161293"/>
                          <a:pt x="939310" y="1163865"/>
                        </a:cubicBezTo>
                        <a:cubicBezTo>
                          <a:pt x="931881" y="1166436"/>
                          <a:pt x="924833" y="1167293"/>
                          <a:pt x="917975" y="1167960"/>
                        </a:cubicBezTo>
                        <a:cubicBezTo>
                          <a:pt x="896448" y="1170342"/>
                          <a:pt x="871969" y="1171580"/>
                          <a:pt x="867397" y="1158340"/>
                        </a:cubicBezTo>
                        <a:cubicBezTo>
                          <a:pt x="861205" y="1166246"/>
                          <a:pt x="850347" y="1172913"/>
                          <a:pt x="839774" y="1177009"/>
                        </a:cubicBezTo>
                        <a:cubicBezTo>
                          <a:pt x="831773" y="1180152"/>
                          <a:pt x="823963" y="1181962"/>
                          <a:pt x="816152" y="1183581"/>
                        </a:cubicBezTo>
                        <a:cubicBezTo>
                          <a:pt x="811294" y="1185391"/>
                          <a:pt x="806341" y="1187010"/>
                          <a:pt x="801579" y="1188058"/>
                        </a:cubicBezTo>
                        <a:cubicBezTo>
                          <a:pt x="792625" y="1189963"/>
                          <a:pt x="784910" y="1190248"/>
                          <a:pt x="777957" y="1189486"/>
                        </a:cubicBezTo>
                        <a:cubicBezTo>
                          <a:pt x="774814" y="1189677"/>
                          <a:pt x="771671" y="1189772"/>
                          <a:pt x="768718" y="1189582"/>
                        </a:cubicBezTo>
                        <a:cubicBezTo>
                          <a:pt x="761955" y="1189201"/>
                          <a:pt x="748144" y="1188153"/>
                          <a:pt x="752906" y="1180438"/>
                        </a:cubicBezTo>
                        <a:cubicBezTo>
                          <a:pt x="759859" y="1184914"/>
                          <a:pt x="767956" y="1188343"/>
                          <a:pt x="777957" y="1189486"/>
                        </a:cubicBezTo>
                        <a:cubicBezTo>
                          <a:pt x="787768" y="1188915"/>
                          <a:pt x="798340" y="1186915"/>
                          <a:pt x="808818" y="1185010"/>
                        </a:cubicBezTo>
                        <a:cubicBezTo>
                          <a:pt x="811199" y="1184534"/>
                          <a:pt x="813676" y="1184058"/>
                          <a:pt x="816152" y="1183581"/>
                        </a:cubicBezTo>
                        <a:cubicBezTo>
                          <a:pt x="839298" y="1174913"/>
                          <a:pt x="862444" y="1158054"/>
                          <a:pt x="872064" y="1140623"/>
                        </a:cubicBezTo>
                        <a:cubicBezTo>
                          <a:pt x="869111" y="1154911"/>
                          <a:pt x="882827" y="1162626"/>
                          <a:pt x="900448" y="1162721"/>
                        </a:cubicBezTo>
                        <a:close/>
                        <a:moveTo>
                          <a:pt x="858348" y="1355031"/>
                        </a:moveTo>
                        <a:cubicBezTo>
                          <a:pt x="859396" y="1363604"/>
                          <a:pt x="866444" y="1371700"/>
                          <a:pt x="875969" y="1375319"/>
                        </a:cubicBezTo>
                        <a:cubicBezTo>
                          <a:pt x="865682" y="1374176"/>
                          <a:pt x="857967" y="1365223"/>
                          <a:pt x="847680" y="1364842"/>
                        </a:cubicBezTo>
                        <a:cubicBezTo>
                          <a:pt x="837679" y="1364556"/>
                          <a:pt x="830821" y="1372176"/>
                          <a:pt x="823582" y="1377700"/>
                        </a:cubicBezTo>
                        <a:cubicBezTo>
                          <a:pt x="809199" y="1388750"/>
                          <a:pt x="787291" y="1392750"/>
                          <a:pt x="767956" y="1387702"/>
                        </a:cubicBezTo>
                        <a:cubicBezTo>
                          <a:pt x="779195" y="1389035"/>
                          <a:pt x="790435" y="1385797"/>
                          <a:pt x="799579" y="1380558"/>
                        </a:cubicBezTo>
                        <a:cubicBezTo>
                          <a:pt x="808723" y="1375319"/>
                          <a:pt x="816152" y="1368366"/>
                          <a:pt x="823391" y="1361508"/>
                        </a:cubicBezTo>
                        <a:cubicBezTo>
                          <a:pt x="833583" y="1351793"/>
                          <a:pt x="843870" y="1342077"/>
                          <a:pt x="851300" y="1330742"/>
                        </a:cubicBezTo>
                        <a:cubicBezTo>
                          <a:pt x="855205" y="1324741"/>
                          <a:pt x="858348" y="1318264"/>
                          <a:pt x="859967" y="1311597"/>
                        </a:cubicBezTo>
                        <a:cubicBezTo>
                          <a:pt x="861205" y="1306740"/>
                          <a:pt x="860158" y="1300548"/>
                          <a:pt x="863968" y="1296548"/>
                        </a:cubicBezTo>
                        <a:cubicBezTo>
                          <a:pt x="867492" y="1308835"/>
                          <a:pt x="864444" y="1324265"/>
                          <a:pt x="861205" y="1336362"/>
                        </a:cubicBezTo>
                        <a:cubicBezTo>
                          <a:pt x="859681" y="1342553"/>
                          <a:pt x="857586" y="1348649"/>
                          <a:pt x="858348" y="1355031"/>
                        </a:cubicBezTo>
                        <a:close/>
                        <a:moveTo>
                          <a:pt x="784339" y="1235302"/>
                        </a:moveTo>
                        <a:cubicBezTo>
                          <a:pt x="774433" y="1235302"/>
                          <a:pt x="764050" y="1235016"/>
                          <a:pt x="759002" y="1230254"/>
                        </a:cubicBezTo>
                        <a:cubicBezTo>
                          <a:pt x="757669" y="1229015"/>
                          <a:pt x="756716" y="1227301"/>
                          <a:pt x="757764" y="1225015"/>
                        </a:cubicBezTo>
                        <a:cubicBezTo>
                          <a:pt x="759669" y="1220729"/>
                          <a:pt x="766908" y="1217490"/>
                          <a:pt x="772623" y="1215585"/>
                        </a:cubicBezTo>
                        <a:cubicBezTo>
                          <a:pt x="811199" y="1202345"/>
                          <a:pt x="886637" y="1170342"/>
                          <a:pt x="889685" y="1205107"/>
                        </a:cubicBezTo>
                        <a:cubicBezTo>
                          <a:pt x="893019" y="1244446"/>
                          <a:pt x="805960" y="1235397"/>
                          <a:pt x="784339" y="1235302"/>
                        </a:cubicBezTo>
                        <a:close/>
                        <a:moveTo>
                          <a:pt x="893590" y="1455520"/>
                        </a:moveTo>
                        <a:cubicBezTo>
                          <a:pt x="898639" y="1455520"/>
                          <a:pt x="902830" y="1458854"/>
                          <a:pt x="903115" y="1463045"/>
                        </a:cubicBezTo>
                        <a:cubicBezTo>
                          <a:pt x="903306" y="1467236"/>
                          <a:pt x="899401" y="1470664"/>
                          <a:pt x="894352" y="1470664"/>
                        </a:cubicBezTo>
                        <a:cubicBezTo>
                          <a:pt x="889304" y="1470664"/>
                          <a:pt x="885113" y="1467331"/>
                          <a:pt x="884827" y="1463140"/>
                        </a:cubicBezTo>
                        <a:cubicBezTo>
                          <a:pt x="884637" y="1458949"/>
                          <a:pt x="888542" y="1455520"/>
                          <a:pt x="893590" y="1455520"/>
                        </a:cubicBezTo>
                        <a:close/>
                        <a:moveTo>
                          <a:pt x="895114" y="1350078"/>
                        </a:moveTo>
                        <a:cubicBezTo>
                          <a:pt x="893400" y="1345601"/>
                          <a:pt x="893305" y="1340839"/>
                          <a:pt x="893305" y="1336172"/>
                        </a:cubicBezTo>
                        <a:cubicBezTo>
                          <a:pt x="893209" y="1321693"/>
                          <a:pt x="893209" y="1307120"/>
                          <a:pt x="897305" y="1293214"/>
                        </a:cubicBezTo>
                        <a:cubicBezTo>
                          <a:pt x="900925" y="1281117"/>
                          <a:pt x="915403" y="1265972"/>
                          <a:pt x="932167" y="1256923"/>
                        </a:cubicBezTo>
                        <a:cubicBezTo>
                          <a:pt x="931690" y="1256923"/>
                          <a:pt x="931214" y="1256923"/>
                          <a:pt x="930738" y="1256923"/>
                        </a:cubicBezTo>
                        <a:cubicBezTo>
                          <a:pt x="922070" y="1256733"/>
                          <a:pt x="898448" y="1259686"/>
                          <a:pt x="896829" y="1253209"/>
                        </a:cubicBezTo>
                        <a:cubicBezTo>
                          <a:pt x="915879" y="1247303"/>
                          <a:pt x="931309" y="1244827"/>
                          <a:pt x="944359" y="1228253"/>
                        </a:cubicBezTo>
                        <a:cubicBezTo>
                          <a:pt x="939787" y="1234064"/>
                          <a:pt x="935024" y="1240541"/>
                          <a:pt x="936262" y="1245113"/>
                        </a:cubicBezTo>
                        <a:cubicBezTo>
                          <a:pt x="937215" y="1248827"/>
                          <a:pt x="941882" y="1250161"/>
                          <a:pt x="947026" y="1250923"/>
                        </a:cubicBezTo>
                        <a:cubicBezTo>
                          <a:pt x="962456" y="1246636"/>
                          <a:pt x="977791" y="1249208"/>
                          <a:pt x="986935" y="1265305"/>
                        </a:cubicBezTo>
                        <a:cubicBezTo>
                          <a:pt x="994841" y="1279308"/>
                          <a:pt x="991126" y="1298358"/>
                          <a:pt x="991888" y="1313121"/>
                        </a:cubicBezTo>
                        <a:cubicBezTo>
                          <a:pt x="993127" y="1337219"/>
                          <a:pt x="1007986" y="1354365"/>
                          <a:pt x="1013415" y="1376748"/>
                        </a:cubicBezTo>
                        <a:cubicBezTo>
                          <a:pt x="1014653" y="1382082"/>
                          <a:pt x="1013320" y="1388178"/>
                          <a:pt x="1008081" y="1391131"/>
                        </a:cubicBezTo>
                        <a:cubicBezTo>
                          <a:pt x="1004652" y="1393131"/>
                          <a:pt x="1000271" y="1393512"/>
                          <a:pt x="996079" y="1393608"/>
                        </a:cubicBezTo>
                        <a:cubicBezTo>
                          <a:pt x="964742" y="1394464"/>
                          <a:pt x="932643" y="1384463"/>
                          <a:pt x="909021" y="1366461"/>
                        </a:cubicBezTo>
                        <a:cubicBezTo>
                          <a:pt x="903211" y="1361794"/>
                          <a:pt x="897591" y="1356460"/>
                          <a:pt x="895114" y="1350078"/>
                        </a:cubicBezTo>
                        <a:close/>
                        <a:moveTo>
                          <a:pt x="1029988" y="1168532"/>
                        </a:moveTo>
                        <a:cubicBezTo>
                          <a:pt x="1050372" y="1160817"/>
                          <a:pt x="1073899" y="1150148"/>
                          <a:pt x="1085519" y="1133003"/>
                        </a:cubicBezTo>
                        <a:cubicBezTo>
                          <a:pt x="1084471" y="1142243"/>
                          <a:pt x="1083519" y="1151672"/>
                          <a:pt x="1085996" y="1159483"/>
                        </a:cubicBezTo>
                        <a:cubicBezTo>
                          <a:pt x="1088472" y="1167293"/>
                          <a:pt x="1094949" y="1173484"/>
                          <a:pt x="1106188" y="1174437"/>
                        </a:cubicBezTo>
                        <a:cubicBezTo>
                          <a:pt x="1085424" y="1176628"/>
                          <a:pt x="1072851" y="1165102"/>
                          <a:pt x="1078185" y="1148815"/>
                        </a:cubicBezTo>
                        <a:cubicBezTo>
                          <a:pt x="1075804" y="1156244"/>
                          <a:pt x="1036942" y="1167293"/>
                          <a:pt x="1029988" y="1168532"/>
                        </a:cubicBezTo>
                        <a:close/>
                        <a:moveTo>
                          <a:pt x="1089234" y="1107857"/>
                        </a:moveTo>
                        <a:cubicBezTo>
                          <a:pt x="1087805" y="1110239"/>
                          <a:pt x="1085710" y="1112715"/>
                          <a:pt x="1083043" y="1114811"/>
                        </a:cubicBezTo>
                        <a:cubicBezTo>
                          <a:pt x="1073232" y="1122621"/>
                          <a:pt x="1059516" y="1123002"/>
                          <a:pt x="1054277" y="1118049"/>
                        </a:cubicBezTo>
                        <a:cubicBezTo>
                          <a:pt x="1049038" y="1113096"/>
                          <a:pt x="1049801" y="1104809"/>
                          <a:pt x="1049705" y="1097094"/>
                        </a:cubicBezTo>
                        <a:cubicBezTo>
                          <a:pt x="1049610" y="1088522"/>
                          <a:pt x="1048372" y="1080139"/>
                          <a:pt x="1043323" y="1074044"/>
                        </a:cubicBezTo>
                        <a:cubicBezTo>
                          <a:pt x="1038275" y="1067947"/>
                          <a:pt x="1028941" y="1064328"/>
                          <a:pt x="1016558" y="1066043"/>
                        </a:cubicBezTo>
                        <a:lnTo>
                          <a:pt x="990841" y="1061185"/>
                        </a:lnTo>
                        <a:cubicBezTo>
                          <a:pt x="1008081" y="1054803"/>
                          <a:pt x="1025226" y="1049755"/>
                          <a:pt x="1041990" y="1046326"/>
                        </a:cubicBezTo>
                        <a:cubicBezTo>
                          <a:pt x="1046752" y="1045373"/>
                          <a:pt x="1051705" y="1044516"/>
                          <a:pt x="1055515" y="1045088"/>
                        </a:cubicBezTo>
                        <a:cubicBezTo>
                          <a:pt x="1058563" y="1045564"/>
                          <a:pt x="1060754" y="1046993"/>
                          <a:pt x="1062755" y="1048421"/>
                        </a:cubicBezTo>
                        <a:cubicBezTo>
                          <a:pt x="1077899" y="1059089"/>
                          <a:pt x="1087710" y="1073853"/>
                          <a:pt x="1091425" y="1091474"/>
                        </a:cubicBezTo>
                        <a:cubicBezTo>
                          <a:pt x="1092472" y="1096332"/>
                          <a:pt x="1092949" y="1101761"/>
                          <a:pt x="1089234" y="1107857"/>
                        </a:cubicBezTo>
                        <a:close/>
                        <a:moveTo>
                          <a:pt x="1001033" y="1196630"/>
                        </a:moveTo>
                        <a:cubicBezTo>
                          <a:pt x="1035037" y="1175675"/>
                          <a:pt x="1066564" y="1176247"/>
                          <a:pt x="1078947" y="1193201"/>
                        </a:cubicBezTo>
                        <a:cubicBezTo>
                          <a:pt x="1089043" y="1207108"/>
                          <a:pt x="1108379" y="1238731"/>
                          <a:pt x="1057421" y="1240731"/>
                        </a:cubicBezTo>
                        <a:cubicBezTo>
                          <a:pt x="1045229" y="1241208"/>
                          <a:pt x="1032846" y="1241969"/>
                          <a:pt x="1020368" y="1243017"/>
                        </a:cubicBezTo>
                        <a:cubicBezTo>
                          <a:pt x="1007319" y="1244160"/>
                          <a:pt x="993793" y="1245493"/>
                          <a:pt x="983602" y="1242731"/>
                        </a:cubicBezTo>
                        <a:cubicBezTo>
                          <a:pt x="973410" y="1239969"/>
                          <a:pt x="967409" y="1231873"/>
                          <a:pt x="973029" y="1221109"/>
                        </a:cubicBezTo>
                        <a:cubicBezTo>
                          <a:pt x="977791" y="1212061"/>
                          <a:pt x="989602" y="1203584"/>
                          <a:pt x="1001033" y="1196630"/>
                        </a:cubicBezTo>
                        <a:close/>
                        <a:moveTo>
                          <a:pt x="1064279" y="1521242"/>
                        </a:moveTo>
                        <a:cubicBezTo>
                          <a:pt x="1056659" y="1537911"/>
                          <a:pt x="1030369" y="1538959"/>
                          <a:pt x="1014272" y="1528672"/>
                        </a:cubicBezTo>
                        <a:cubicBezTo>
                          <a:pt x="999889" y="1519432"/>
                          <a:pt x="992841" y="1504478"/>
                          <a:pt x="988174" y="1490000"/>
                        </a:cubicBezTo>
                        <a:cubicBezTo>
                          <a:pt x="977125" y="1456092"/>
                          <a:pt x="1015415" y="1426183"/>
                          <a:pt x="1038656" y="1447233"/>
                        </a:cubicBezTo>
                        <a:cubicBezTo>
                          <a:pt x="1040752" y="1446471"/>
                          <a:pt x="1043133" y="1445995"/>
                          <a:pt x="1045705" y="1445995"/>
                        </a:cubicBezTo>
                        <a:cubicBezTo>
                          <a:pt x="1055515" y="1445995"/>
                          <a:pt x="1063802" y="1452567"/>
                          <a:pt x="1064279" y="1460759"/>
                        </a:cubicBezTo>
                        <a:cubicBezTo>
                          <a:pt x="1064564" y="1466855"/>
                          <a:pt x="1060373" y="1472093"/>
                          <a:pt x="1054182" y="1474379"/>
                        </a:cubicBezTo>
                        <a:cubicBezTo>
                          <a:pt x="1061230" y="1489619"/>
                          <a:pt x="1070184" y="1508479"/>
                          <a:pt x="1064279" y="1521242"/>
                        </a:cubicBezTo>
                        <a:close/>
                        <a:moveTo>
                          <a:pt x="1118190" y="1162340"/>
                        </a:moveTo>
                        <a:cubicBezTo>
                          <a:pt x="1120762" y="1157102"/>
                          <a:pt x="1125524" y="1151863"/>
                          <a:pt x="1131334" y="1146910"/>
                        </a:cubicBezTo>
                        <a:cubicBezTo>
                          <a:pt x="1128191" y="1144529"/>
                          <a:pt x="1125524" y="1141766"/>
                          <a:pt x="1123714" y="1138528"/>
                        </a:cubicBezTo>
                        <a:cubicBezTo>
                          <a:pt x="1120285" y="1132241"/>
                          <a:pt x="1120476" y="1123478"/>
                          <a:pt x="1127143" y="1114430"/>
                        </a:cubicBezTo>
                        <a:cubicBezTo>
                          <a:pt x="1136573" y="1101666"/>
                          <a:pt x="1156290" y="1091855"/>
                          <a:pt x="1172768" y="1088236"/>
                        </a:cubicBezTo>
                        <a:cubicBezTo>
                          <a:pt x="1189246" y="1084616"/>
                          <a:pt x="1203629" y="1085664"/>
                          <a:pt x="1218393" y="1085569"/>
                        </a:cubicBezTo>
                        <a:cubicBezTo>
                          <a:pt x="1247349" y="1085473"/>
                          <a:pt x="1308023" y="1064519"/>
                          <a:pt x="1305451" y="1092903"/>
                        </a:cubicBezTo>
                        <a:cubicBezTo>
                          <a:pt x="1304309" y="1105667"/>
                          <a:pt x="1293926" y="1120906"/>
                          <a:pt x="1292402" y="1133765"/>
                        </a:cubicBezTo>
                        <a:cubicBezTo>
                          <a:pt x="1291926" y="1137956"/>
                          <a:pt x="1292783" y="1142052"/>
                          <a:pt x="1293831" y="1146053"/>
                        </a:cubicBezTo>
                        <a:cubicBezTo>
                          <a:pt x="1294021" y="1145290"/>
                          <a:pt x="1294307" y="1144433"/>
                          <a:pt x="1294879" y="1143481"/>
                        </a:cubicBezTo>
                        <a:cubicBezTo>
                          <a:pt x="1297641" y="1139195"/>
                          <a:pt x="1303927" y="1135765"/>
                          <a:pt x="1308785" y="1135765"/>
                        </a:cubicBezTo>
                        <a:cubicBezTo>
                          <a:pt x="1313738" y="1135765"/>
                          <a:pt x="1315453" y="1139195"/>
                          <a:pt x="1312690" y="1143481"/>
                        </a:cubicBezTo>
                        <a:cubicBezTo>
                          <a:pt x="1309928" y="1147767"/>
                          <a:pt x="1303642" y="1151196"/>
                          <a:pt x="1298784" y="1151196"/>
                        </a:cubicBezTo>
                        <a:cubicBezTo>
                          <a:pt x="1296879" y="1151196"/>
                          <a:pt x="1295641" y="1150529"/>
                          <a:pt x="1294784" y="1149672"/>
                        </a:cubicBezTo>
                        <a:cubicBezTo>
                          <a:pt x="1296593" y="1156530"/>
                          <a:pt x="1297927" y="1163483"/>
                          <a:pt x="1292974" y="1171770"/>
                        </a:cubicBezTo>
                        <a:cubicBezTo>
                          <a:pt x="1286021" y="1183486"/>
                          <a:pt x="1267447" y="1193392"/>
                          <a:pt x="1252588" y="1195964"/>
                        </a:cubicBezTo>
                        <a:cubicBezTo>
                          <a:pt x="1237729" y="1198535"/>
                          <a:pt x="1226108" y="1195487"/>
                          <a:pt x="1215631" y="1191773"/>
                        </a:cubicBezTo>
                        <a:cubicBezTo>
                          <a:pt x="1196009" y="1184914"/>
                          <a:pt x="1178769" y="1175771"/>
                          <a:pt x="1162291" y="1166150"/>
                        </a:cubicBezTo>
                        <a:cubicBezTo>
                          <a:pt x="1155718" y="1168627"/>
                          <a:pt x="1149146" y="1171198"/>
                          <a:pt x="1142479" y="1173675"/>
                        </a:cubicBezTo>
                        <a:cubicBezTo>
                          <a:pt x="1137621" y="1175485"/>
                          <a:pt x="1132573" y="1177390"/>
                          <a:pt x="1128096" y="1177866"/>
                        </a:cubicBezTo>
                        <a:cubicBezTo>
                          <a:pt x="1117714" y="1179009"/>
                          <a:pt x="1113999" y="1170913"/>
                          <a:pt x="1118190" y="1162340"/>
                        </a:cubicBezTo>
                        <a:close/>
                        <a:moveTo>
                          <a:pt x="1398796" y="1004321"/>
                        </a:moveTo>
                        <a:cubicBezTo>
                          <a:pt x="1408798" y="993843"/>
                          <a:pt x="1416418" y="982889"/>
                          <a:pt x="1422704" y="972031"/>
                        </a:cubicBezTo>
                        <a:cubicBezTo>
                          <a:pt x="1433753" y="952886"/>
                          <a:pt x="1440421" y="933836"/>
                          <a:pt x="1441373" y="916786"/>
                        </a:cubicBezTo>
                        <a:cubicBezTo>
                          <a:pt x="1441850" y="908309"/>
                          <a:pt x="1440992" y="900403"/>
                          <a:pt x="1438516" y="893164"/>
                        </a:cubicBezTo>
                        <a:cubicBezTo>
                          <a:pt x="1436611" y="887639"/>
                          <a:pt x="1428038" y="881257"/>
                          <a:pt x="1430896" y="874400"/>
                        </a:cubicBezTo>
                        <a:cubicBezTo>
                          <a:pt x="1436706" y="875352"/>
                          <a:pt x="1440897" y="878210"/>
                          <a:pt x="1443659" y="881829"/>
                        </a:cubicBezTo>
                        <a:cubicBezTo>
                          <a:pt x="1449088" y="888592"/>
                          <a:pt x="1449755" y="898021"/>
                          <a:pt x="1449279" y="907642"/>
                        </a:cubicBezTo>
                        <a:cubicBezTo>
                          <a:pt x="1447755" y="937360"/>
                          <a:pt x="1435087" y="970983"/>
                          <a:pt x="1412798" y="1004511"/>
                        </a:cubicBezTo>
                        <a:cubicBezTo>
                          <a:pt x="1429372" y="1009750"/>
                          <a:pt x="1442135" y="1018798"/>
                          <a:pt x="1450231" y="1030610"/>
                        </a:cubicBezTo>
                        <a:cubicBezTo>
                          <a:pt x="1455661" y="1032419"/>
                          <a:pt x="1463185" y="1032229"/>
                          <a:pt x="1470996" y="1030324"/>
                        </a:cubicBezTo>
                        <a:cubicBezTo>
                          <a:pt x="1482426" y="1027657"/>
                          <a:pt x="1494237" y="1021846"/>
                          <a:pt x="1505286" y="1015370"/>
                        </a:cubicBezTo>
                        <a:cubicBezTo>
                          <a:pt x="1523669" y="1004511"/>
                          <a:pt x="1540529" y="991367"/>
                          <a:pt x="1554054" y="977174"/>
                        </a:cubicBezTo>
                        <a:cubicBezTo>
                          <a:pt x="1544815" y="992510"/>
                          <a:pt x="1528813" y="1008035"/>
                          <a:pt x="1510048" y="1019942"/>
                        </a:cubicBezTo>
                        <a:cubicBezTo>
                          <a:pt x="1492999" y="1030705"/>
                          <a:pt x="1473854" y="1038325"/>
                          <a:pt x="1456137" y="1041659"/>
                        </a:cubicBezTo>
                        <a:cubicBezTo>
                          <a:pt x="1457851" y="1046230"/>
                          <a:pt x="1459090" y="1051279"/>
                          <a:pt x="1456994" y="1057184"/>
                        </a:cubicBezTo>
                        <a:cubicBezTo>
                          <a:pt x="1455089" y="1062614"/>
                          <a:pt x="1450803" y="1068233"/>
                          <a:pt x="1446326" y="1073853"/>
                        </a:cubicBezTo>
                        <a:cubicBezTo>
                          <a:pt x="1430229" y="1094046"/>
                          <a:pt x="1412417" y="1113953"/>
                          <a:pt x="1393081" y="1133384"/>
                        </a:cubicBezTo>
                        <a:cubicBezTo>
                          <a:pt x="1414322" y="1110905"/>
                          <a:pt x="1430896" y="1086807"/>
                          <a:pt x="1436992" y="1064709"/>
                        </a:cubicBezTo>
                        <a:cubicBezTo>
                          <a:pt x="1442992" y="1042611"/>
                          <a:pt x="1437659" y="1022894"/>
                          <a:pt x="1419275" y="1013560"/>
                        </a:cubicBezTo>
                        <a:cubicBezTo>
                          <a:pt x="1415846" y="1011845"/>
                          <a:pt x="1411274" y="1010512"/>
                          <a:pt x="1405655" y="1012893"/>
                        </a:cubicBezTo>
                        <a:cubicBezTo>
                          <a:pt x="1402606" y="1014131"/>
                          <a:pt x="1399939" y="1016227"/>
                          <a:pt x="1397272" y="1018227"/>
                        </a:cubicBezTo>
                        <a:cubicBezTo>
                          <a:pt x="1342885" y="1059089"/>
                          <a:pt x="1271257" y="1079282"/>
                          <a:pt x="1218774" y="1075948"/>
                        </a:cubicBezTo>
                        <a:cubicBezTo>
                          <a:pt x="1196390" y="1074520"/>
                          <a:pt x="1176959" y="1069472"/>
                          <a:pt x="1155242" y="1067186"/>
                        </a:cubicBezTo>
                        <a:cubicBezTo>
                          <a:pt x="1171244" y="1066233"/>
                          <a:pt x="1185055" y="1068519"/>
                          <a:pt x="1199438" y="1069948"/>
                        </a:cubicBezTo>
                        <a:cubicBezTo>
                          <a:pt x="1228966" y="1072901"/>
                          <a:pt x="1262303" y="1071948"/>
                          <a:pt x="1298308" y="1061661"/>
                        </a:cubicBezTo>
                        <a:cubicBezTo>
                          <a:pt x="1334312" y="1051660"/>
                          <a:pt x="1373365" y="1030895"/>
                          <a:pt x="1398796" y="1004321"/>
                        </a:cubicBezTo>
                        <a:close/>
                        <a:moveTo>
                          <a:pt x="1358887" y="934979"/>
                        </a:moveTo>
                        <a:cubicBezTo>
                          <a:pt x="1361649" y="930692"/>
                          <a:pt x="1367935" y="927263"/>
                          <a:pt x="1372793" y="927263"/>
                        </a:cubicBezTo>
                        <a:cubicBezTo>
                          <a:pt x="1377746" y="927263"/>
                          <a:pt x="1379461" y="930692"/>
                          <a:pt x="1376698" y="934979"/>
                        </a:cubicBezTo>
                        <a:cubicBezTo>
                          <a:pt x="1373936" y="939265"/>
                          <a:pt x="1367650" y="942694"/>
                          <a:pt x="1362792" y="942694"/>
                        </a:cubicBezTo>
                        <a:cubicBezTo>
                          <a:pt x="1357839" y="942694"/>
                          <a:pt x="1356125" y="939265"/>
                          <a:pt x="1358887" y="934979"/>
                        </a:cubicBezTo>
                        <a:close/>
                        <a:moveTo>
                          <a:pt x="1467186" y="763910"/>
                        </a:moveTo>
                        <a:cubicBezTo>
                          <a:pt x="1469472" y="752670"/>
                          <a:pt x="1473854" y="742573"/>
                          <a:pt x="1474806" y="730858"/>
                        </a:cubicBezTo>
                        <a:cubicBezTo>
                          <a:pt x="1473282" y="719618"/>
                          <a:pt x="1472139" y="708284"/>
                          <a:pt x="1472520" y="696949"/>
                        </a:cubicBezTo>
                        <a:cubicBezTo>
                          <a:pt x="1472139" y="708093"/>
                          <a:pt x="1475663" y="719332"/>
                          <a:pt x="1474806" y="730763"/>
                        </a:cubicBezTo>
                        <a:cubicBezTo>
                          <a:pt x="1474806" y="730763"/>
                          <a:pt x="1474806" y="730763"/>
                          <a:pt x="1474806" y="730858"/>
                        </a:cubicBezTo>
                        <a:cubicBezTo>
                          <a:pt x="1475377" y="735239"/>
                          <a:pt x="1476044" y="739621"/>
                          <a:pt x="1476806" y="744002"/>
                        </a:cubicBezTo>
                        <a:cubicBezTo>
                          <a:pt x="1478235" y="752956"/>
                          <a:pt x="1479759" y="762004"/>
                          <a:pt x="1483569" y="770291"/>
                        </a:cubicBezTo>
                        <a:cubicBezTo>
                          <a:pt x="1486141" y="767338"/>
                          <a:pt x="1488713" y="764386"/>
                          <a:pt x="1491570" y="761528"/>
                        </a:cubicBezTo>
                        <a:cubicBezTo>
                          <a:pt x="1493475" y="759528"/>
                          <a:pt x="1495856" y="757432"/>
                          <a:pt x="1498333" y="755337"/>
                        </a:cubicBezTo>
                        <a:cubicBezTo>
                          <a:pt x="1496428" y="747907"/>
                          <a:pt x="1496999" y="739430"/>
                          <a:pt x="1497761" y="731620"/>
                        </a:cubicBezTo>
                        <a:cubicBezTo>
                          <a:pt x="1498523" y="724476"/>
                          <a:pt x="1499380" y="717046"/>
                          <a:pt x="1503667" y="711331"/>
                        </a:cubicBezTo>
                        <a:cubicBezTo>
                          <a:pt x="1510239" y="702664"/>
                          <a:pt x="1522526" y="700949"/>
                          <a:pt x="1533289" y="702188"/>
                        </a:cubicBezTo>
                        <a:cubicBezTo>
                          <a:pt x="1547005" y="703712"/>
                          <a:pt x="1560245" y="708950"/>
                          <a:pt x="1571389" y="717046"/>
                        </a:cubicBezTo>
                        <a:cubicBezTo>
                          <a:pt x="1571675" y="717237"/>
                          <a:pt x="1572056" y="717523"/>
                          <a:pt x="1572342" y="717713"/>
                        </a:cubicBezTo>
                        <a:cubicBezTo>
                          <a:pt x="1589296" y="714189"/>
                          <a:pt x="1601108" y="717332"/>
                          <a:pt x="1598726" y="733144"/>
                        </a:cubicBezTo>
                        <a:cubicBezTo>
                          <a:pt x="1598059" y="737621"/>
                          <a:pt x="1595869" y="742573"/>
                          <a:pt x="1592916" y="747717"/>
                        </a:cubicBezTo>
                        <a:lnTo>
                          <a:pt x="1592535" y="757242"/>
                        </a:lnTo>
                        <a:cubicBezTo>
                          <a:pt x="1589392" y="759623"/>
                          <a:pt x="1585963" y="761719"/>
                          <a:pt x="1582534" y="763719"/>
                        </a:cubicBezTo>
                        <a:cubicBezTo>
                          <a:pt x="1577962" y="770101"/>
                          <a:pt x="1573294" y="776387"/>
                          <a:pt x="1569675" y="782007"/>
                        </a:cubicBezTo>
                        <a:cubicBezTo>
                          <a:pt x="1553768" y="806677"/>
                          <a:pt x="1556245" y="824107"/>
                          <a:pt x="1545577" y="847063"/>
                        </a:cubicBezTo>
                        <a:cubicBezTo>
                          <a:pt x="1543100" y="852492"/>
                          <a:pt x="1537385" y="858683"/>
                          <a:pt x="1530146" y="861731"/>
                        </a:cubicBezTo>
                        <a:cubicBezTo>
                          <a:pt x="1525479" y="863731"/>
                          <a:pt x="1520907" y="864113"/>
                          <a:pt x="1516716" y="864208"/>
                        </a:cubicBezTo>
                        <a:cubicBezTo>
                          <a:pt x="1485474" y="864970"/>
                          <a:pt x="1461185" y="854683"/>
                          <a:pt x="1450993" y="836109"/>
                        </a:cubicBezTo>
                        <a:cubicBezTo>
                          <a:pt x="1448422" y="831442"/>
                          <a:pt x="1446707" y="826013"/>
                          <a:pt x="1448803" y="819440"/>
                        </a:cubicBezTo>
                        <a:cubicBezTo>
                          <a:pt x="1450327" y="814868"/>
                          <a:pt x="1453660" y="810011"/>
                          <a:pt x="1456899" y="805248"/>
                        </a:cubicBezTo>
                        <a:cubicBezTo>
                          <a:pt x="1462138" y="797628"/>
                          <a:pt x="1467472" y="789913"/>
                          <a:pt x="1473282" y="782293"/>
                        </a:cubicBezTo>
                        <a:cubicBezTo>
                          <a:pt x="1468329" y="778959"/>
                          <a:pt x="1465376" y="773435"/>
                          <a:pt x="1467186" y="763910"/>
                        </a:cubicBezTo>
                        <a:close/>
                        <a:moveTo>
                          <a:pt x="2074976" y="659325"/>
                        </a:moveTo>
                        <a:cubicBezTo>
                          <a:pt x="2074881" y="654753"/>
                          <a:pt x="2078596" y="650943"/>
                          <a:pt x="2083168" y="650943"/>
                        </a:cubicBezTo>
                        <a:cubicBezTo>
                          <a:pt x="2087740" y="650848"/>
                          <a:pt x="2091550" y="654563"/>
                          <a:pt x="2091550" y="659135"/>
                        </a:cubicBezTo>
                        <a:cubicBezTo>
                          <a:pt x="2091645" y="663706"/>
                          <a:pt x="2087930" y="667517"/>
                          <a:pt x="2083358" y="667517"/>
                        </a:cubicBezTo>
                        <a:cubicBezTo>
                          <a:pt x="2081644" y="667517"/>
                          <a:pt x="2080024" y="666850"/>
                          <a:pt x="2078691" y="665993"/>
                        </a:cubicBezTo>
                        <a:cubicBezTo>
                          <a:pt x="2084596" y="673231"/>
                          <a:pt x="2090121" y="680661"/>
                          <a:pt x="2090692" y="689614"/>
                        </a:cubicBezTo>
                        <a:cubicBezTo>
                          <a:pt x="2091455" y="702188"/>
                          <a:pt x="2080215" y="712951"/>
                          <a:pt x="2067928" y="715808"/>
                        </a:cubicBezTo>
                        <a:cubicBezTo>
                          <a:pt x="2055736" y="718666"/>
                          <a:pt x="2042877" y="715522"/>
                          <a:pt x="2030971" y="711713"/>
                        </a:cubicBezTo>
                        <a:cubicBezTo>
                          <a:pt x="2008492" y="704569"/>
                          <a:pt x="1986775" y="695044"/>
                          <a:pt x="1965439" y="684947"/>
                        </a:cubicBezTo>
                        <a:cubicBezTo>
                          <a:pt x="1960867" y="687710"/>
                          <a:pt x="1956199" y="690472"/>
                          <a:pt x="1951628" y="693234"/>
                        </a:cubicBezTo>
                        <a:cubicBezTo>
                          <a:pt x="1948198" y="695234"/>
                          <a:pt x="1944770" y="697330"/>
                          <a:pt x="1940769" y="697806"/>
                        </a:cubicBezTo>
                        <a:cubicBezTo>
                          <a:pt x="1931530" y="698949"/>
                          <a:pt x="1923053" y="690472"/>
                          <a:pt x="1921719" y="681232"/>
                        </a:cubicBezTo>
                        <a:cubicBezTo>
                          <a:pt x="1920862" y="675613"/>
                          <a:pt x="1922195" y="669993"/>
                          <a:pt x="1924577" y="664754"/>
                        </a:cubicBezTo>
                        <a:cubicBezTo>
                          <a:pt x="1920195" y="662182"/>
                          <a:pt x="1915909" y="659325"/>
                          <a:pt x="1912194" y="655896"/>
                        </a:cubicBezTo>
                        <a:cubicBezTo>
                          <a:pt x="1905050" y="649229"/>
                          <a:pt x="1899907" y="639894"/>
                          <a:pt x="1900573" y="630179"/>
                        </a:cubicBezTo>
                        <a:cubicBezTo>
                          <a:pt x="1901526" y="616463"/>
                          <a:pt x="1913813" y="605795"/>
                          <a:pt x="1926958" y="601794"/>
                        </a:cubicBezTo>
                        <a:cubicBezTo>
                          <a:pt x="1940102" y="597794"/>
                          <a:pt x="1954199" y="598746"/>
                          <a:pt x="1967915" y="598460"/>
                        </a:cubicBezTo>
                        <a:cubicBezTo>
                          <a:pt x="1994776" y="597984"/>
                          <a:pt x="2038496" y="575029"/>
                          <a:pt x="2053640" y="605318"/>
                        </a:cubicBezTo>
                        <a:cubicBezTo>
                          <a:pt x="2060403" y="618939"/>
                          <a:pt x="2060117" y="635227"/>
                          <a:pt x="2066689" y="649038"/>
                        </a:cubicBezTo>
                        <a:cubicBezTo>
                          <a:pt x="2068880" y="653515"/>
                          <a:pt x="2072119" y="657801"/>
                          <a:pt x="2075643" y="662087"/>
                        </a:cubicBezTo>
                        <a:cubicBezTo>
                          <a:pt x="2075262" y="661230"/>
                          <a:pt x="2074976" y="660278"/>
                          <a:pt x="2074976" y="659325"/>
                        </a:cubicBezTo>
                        <a:close/>
                        <a:moveTo>
                          <a:pt x="2393207" y="551978"/>
                        </a:moveTo>
                        <a:cubicBezTo>
                          <a:pt x="2398064" y="557693"/>
                          <a:pt x="2403779" y="562551"/>
                          <a:pt x="2408828" y="567980"/>
                        </a:cubicBezTo>
                        <a:cubicBezTo>
                          <a:pt x="2425306" y="585411"/>
                          <a:pt x="2435402" y="608843"/>
                          <a:pt x="2436640" y="632750"/>
                        </a:cubicBezTo>
                        <a:cubicBezTo>
                          <a:pt x="2414923" y="601699"/>
                          <a:pt x="2401589" y="562265"/>
                          <a:pt x="2369013" y="542929"/>
                        </a:cubicBezTo>
                        <a:cubicBezTo>
                          <a:pt x="2359488" y="537310"/>
                          <a:pt x="2348915" y="533786"/>
                          <a:pt x="2338438" y="530261"/>
                        </a:cubicBezTo>
                        <a:cubicBezTo>
                          <a:pt x="2331675" y="527975"/>
                          <a:pt x="2324817" y="526356"/>
                          <a:pt x="2319197" y="522260"/>
                        </a:cubicBezTo>
                        <a:cubicBezTo>
                          <a:pt x="2328817" y="521498"/>
                          <a:pt x="2338914" y="521308"/>
                          <a:pt x="2348439" y="518641"/>
                        </a:cubicBezTo>
                        <a:cubicBezTo>
                          <a:pt x="2361298" y="515021"/>
                          <a:pt x="2373490" y="506735"/>
                          <a:pt x="2378538" y="494352"/>
                        </a:cubicBezTo>
                        <a:cubicBezTo>
                          <a:pt x="2374347" y="514354"/>
                          <a:pt x="2379872" y="536262"/>
                          <a:pt x="2393207" y="551978"/>
                        </a:cubicBezTo>
                        <a:close/>
                        <a:moveTo>
                          <a:pt x="2612377" y="626654"/>
                        </a:moveTo>
                        <a:cubicBezTo>
                          <a:pt x="2611520" y="608080"/>
                          <a:pt x="2615806" y="589316"/>
                          <a:pt x="2625712" y="573695"/>
                        </a:cubicBezTo>
                        <a:cubicBezTo>
                          <a:pt x="2622188" y="589888"/>
                          <a:pt x="2618282" y="605985"/>
                          <a:pt x="2613806" y="621987"/>
                        </a:cubicBezTo>
                        <a:cubicBezTo>
                          <a:pt x="2613424" y="623511"/>
                          <a:pt x="2612948" y="625035"/>
                          <a:pt x="2612377" y="626654"/>
                        </a:cubicBezTo>
                        <a:cubicBezTo>
                          <a:pt x="2612472" y="628940"/>
                          <a:pt x="2612663" y="631321"/>
                          <a:pt x="2612948" y="633607"/>
                        </a:cubicBezTo>
                        <a:cubicBezTo>
                          <a:pt x="2615330" y="654277"/>
                          <a:pt x="2623902" y="673994"/>
                          <a:pt x="2635904" y="691043"/>
                        </a:cubicBezTo>
                        <a:cubicBezTo>
                          <a:pt x="2632094" y="686281"/>
                          <a:pt x="2627140" y="682471"/>
                          <a:pt x="2621521" y="680089"/>
                        </a:cubicBezTo>
                        <a:cubicBezTo>
                          <a:pt x="2618663" y="688281"/>
                          <a:pt x="2616473" y="696758"/>
                          <a:pt x="2614853" y="705331"/>
                        </a:cubicBezTo>
                        <a:cubicBezTo>
                          <a:pt x="2614377" y="711331"/>
                          <a:pt x="2613615" y="717332"/>
                          <a:pt x="2612377" y="723143"/>
                        </a:cubicBezTo>
                        <a:cubicBezTo>
                          <a:pt x="2612853" y="717142"/>
                          <a:pt x="2613710" y="711236"/>
                          <a:pt x="2614853" y="705331"/>
                        </a:cubicBezTo>
                        <a:cubicBezTo>
                          <a:pt x="2615330" y="699616"/>
                          <a:pt x="2615425" y="693805"/>
                          <a:pt x="2615139" y="687995"/>
                        </a:cubicBezTo>
                        <a:cubicBezTo>
                          <a:pt x="2614853" y="680280"/>
                          <a:pt x="2613806" y="672470"/>
                          <a:pt x="2610377" y="665516"/>
                        </a:cubicBezTo>
                        <a:cubicBezTo>
                          <a:pt x="2607424" y="659515"/>
                          <a:pt x="2602661" y="654563"/>
                          <a:pt x="2597804" y="650086"/>
                        </a:cubicBezTo>
                        <a:cubicBezTo>
                          <a:pt x="2582945" y="636370"/>
                          <a:pt x="2566085" y="627321"/>
                          <a:pt x="2548083" y="618558"/>
                        </a:cubicBezTo>
                        <a:cubicBezTo>
                          <a:pt x="2557608" y="614367"/>
                          <a:pt x="2569705" y="623321"/>
                          <a:pt x="2578182" y="628559"/>
                        </a:cubicBezTo>
                        <a:cubicBezTo>
                          <a:pt x="2582849" y="631417"/>
                          <a:pt x="2587421" y="634560"/>
                          <a:pt x="2592660" y="636084"/>
                        </a:cubicBezTo>
                        <a:cubicBezTo>
                          <a:pt x="2597899" y="637608"/>
                          <a:pt x="2604090" y="637227"/>
                          <a:pt x="2608090" y="633512"/>
                        </a:cubicBezTo>
                        <a:cubicBezTo>
                          <a:pt x="2610186" y="631607"/>
                          <a:pt x="2611424" y="629226"/>
                          <a:pt x="2612377" y="626654"/>
                        </a:cubicBezTo>
                        <a:close/>
                        <a:moveTo>
                          <a:pt x="2608662" y="449680"/>
                        </a:moveTo>
                        <a:cubicBezTo>
                          <a:pt x="2608567" y="445108"/>
                          <a:pt x="2612282" y="441298"/>
                          <a:pt x="2616854" y="441298"/>
                        </a:cubicBezTo>
                        <a:cubicBezTo>
                          <a:pt x="2621425" y="441298"/>
                          <a:pt x="2625236" y="444917"/>
                          <a:pt x="2625236" y="449489"/>
                        </a:cubicBezTo>
                        <a:cubicBezTo>
                          <a:pt x="2625236" y="454061"/>
                          <a:pt x="2621616" y="457871"/>
                          <a:pt x="2617044" y="457871"/>
                        </a:cubicBezTo>
                        <a:cubicBezTo>
                          <a:pt x="2612472" y="457871"/>
                          <a:pt x="2608662" y="454252"/>
                          <a:pt x="2608662" y="449680"/>
                        </a:cubicBezTo>
                        <a:close/>
                        <a:moveTo>
                          <a:pt x="2682766" y="708284"/>
                        </a:moveTo>
                        <a:cubicBezTo>
                          <a:pt x="2675813" y="704283"/>
                          <a:pt x="2670765" y="697806"/>
                          <a:pt x="2666765" y="690853"/>
                        </a:cubicBezTo>
                        <a:cubicBezTo>
                          <a:pt x="2655525" y="671707"/>
                          <a:pt x="2651524" y="649038"/>
                          <a:pt x="2653620" y="626845"/>
                        </a:cubicBezTo>
                        <a:cubicBezTo>
                          <a:pt x="2648286" y="622844"/>
                          <a:pt x="2643428" y="617796"/>
                          <a:pt x="2642285" y="611319"/>
                        </a:cubicBezTo>
                        <a:cubicBezTo>
                          <a:pt x="2641238" y="605509"/>
                          <a:pt x="2643428" y="599603"/>
                          <a:pt x="2646000" y="594269"/>
                        </a:cubicBezTo>
                        <a:cubicBezTo>
                          <a:pt x="2651620" y="582554"/>
                          <a:pt x="2659430" y="571790"/>
                          <a:pt x="2669813" y="564075"/>
                        </a:cubicBezTo>
                        <a:cubicBezTo>
                          <a:pt x="2673527" y="561313"/>
                          <a:pt x="2678195" y="558455"/>
                          <a:pt x="2683243" y="556360"/>
                        </a:cubicBezTo>
                        <a:cubicBezTo>
                          <a:pt x="2706865" y="524261"/>
                          <a:pt x="2742774" y="492542"/>
                          <a:pt x="2770397" y="512545"/>
                        </a:cubicBezTo>
                        <a:cubicBezTo>
                          <a:pt x="2779826" y="519307"/>
                          <a:pt x="2783827" y="527880"/>
                          <a:pt x="2784684" y="537024"/>
                        </a:cubicBezTo>
                        <a:cubicBezTo>
                          <a:pt x="2786208" y="539405"/>
                          <a:pt x="2787161" y="542263"/>
                          <a:pt x="2787161" y="545311"/>
                        </a:cubicBezTo>
                        <a:cubicBezTo>
                          <a:pt x="2787256" y="549692"/>
                          <a:pt x="2785446" y="553788"/>
                          <a:pt x="2782684" y="556741"/>
                        </a:cubicBezTo>
                        <a:cubicBezTo>
                          <a:pt x="2781350" y="561979"/>
                          <a:pt x="2779540" y="567123"/>
                          <a:pt x="2777540" y="572076"/>
                        </a:cubicBezTo>
                        <a:cubicBezTo>
                          <a:pt x="2766682" y="599603"/>
                          <a:pt x="2760776" y="628559"/>
                          <a:pt x="2761348" y="658182"/>
                        </a:cubicBezTo>
                        <a:cubicBezTo>
                          <a:pt x="2761538" y="668660"/>
                          <a:pt x="2762396" y="679613"/>
                          <a:pt x="2758014" y="689138"/>
                        </a:cubicBezTo>
                        <a:cubicBezTo>
                          <a:pt x="2756776" y="691901"/>
                          <a:pt x="2755061" y="694282"/>
                          <a:pt x="2753156" y="696568"/>
                        </a:cubicBezTo>
                        <a:cubicBezTo>
                          <a:pt x="2754395" y="696282"/>
                          <a:pt x="2755633" y="695996"/>
                          <a:pt x="2756966" y="695806"/>
                        </a:cubicBezTo>
                        <a:cubicBezTo>
                          <a:pt x="2784684" y="691138"/>
                          <a:pt x="2807735" y="690377"/>
                          <a:pt x="2804782" y="712570"/>
                        </a:cubicBezTo>
                        <a:cubicBezTo>
                          <a:pt x="2801734" y="735335"/>
                          <a:pt x="2780398" y="763433"/>
                          <a:pt x="2773921" y="787246"/>
                        </a:cubicBezTo>
                        <a:cubicBezTo>
                          <a:pt x="2764586" y="821821"/>
                          <a:pt x="2749823" y="848206"/>
                          <a:pt x="2718581" y="884305"/>
                        </a:cubicBezTo>
                        <a:cubicBezTo>
                          <a:pt x="2713342" y="890402"/>
                          <a:pt x="2707150" y="897069"/>
                          <a:pt x="2699054" y="900403"/>
                        </a:cubicBezTo>
                        <a:cubicBezTo>
                          <a:pt x="2692863" y="902975"/>
                          <a:pt x="2687148" y="902879"/>
                          <a:pt x="2681909" y="902784"/>
                        </a:cubicBezTo>
                        <a:cubicBezTo>
                          <a:pt x="2654001" y="902213"/>
                          <a:pt x="2625616" y="901451"/>
                          <a:pt x="2604662" y="892878"/>
                        </a:cubicBezTo>
                        <a:cubicBezTo>
                          <a:pt x="2583707" y="884305"/>
                          <a:pt x="2571229" y="866303"/>
                          <a:pt x="2580563" y="842300"/>
                        </a:cubicBezTo>
                        <a:cubicBezTo>
                          <a:pt x="2585040" y="830870"/>
                          <a:pt x="2593994" y="818964"/>
                          <a:pt x="2602852" y="807344"/>
                        </a:cubicBezTo>
                        <a:cubicBezTo>
                          <a:pt x="2617425" y="788198"/>
                          <a:pt x="2632094" y="768863"/>
                          <a:pt x="2651048" y="750670"/>
                        </a:cubicBezTo>
                        <a:cubicBezTo>
                          <a:pt x="2667336" y="735049"/>
                          <a:pt x="2684957" y="722666"/>
                          <a:pt x="2703722" y="713237"/>
                        </a:cubicBezTo>
                        <a:cubicBezTo>
                          <a:pt x="2696292" y="713141"/>
                          <a:pt x="2689053" y="711903"/>
                          <a:pt x="2682766" y="708284"/>
                        </a:cubicBezTo>
                        <a:close/>
                        <a:moveTo>
                          <a:pt x="2667622" y="443870"/>
                        </a:moveTo>
                        <a:cubicBezTo>
                          <a:pt x="2679338" y="447489"/>
                          <a:pt x="2686767" y="462443"/>
                          <a:pt x="2686767" y="474635"/>
                        </a:cubicBezTo>
                        <a:cubicBezTo>
                          <a:pt x="2686767" y="476921"/>
                          <a:pt x="2686672" y="479588"/>
                          <a:pt x="2688482" y="481017"/>
                        </a:cubicBezTo>
                        <a:cubicBezTo>
                          <a:pt x="2689910" y="482255"/>
                          <a:pt x="2691911" y="482160"/>
                          <a:pt x="2693720" y="482065"/>
                        </a:cubicBezTo>
                        <a:cubicBezTo>
                          <a:pt x="2709246" y="481112"/>
                          <a:pt x="2724772" y="480160"/>
                          <a:pt x="2740298" y="479207"/>
                        </a:cubicBezTo>
                        <a:cubicBezTo>
                          <a:pt x="2714961" y="486446"/>
                          <a:pt x="2689148" y="496829"/>
                          <a:pt x="2670574" y="514926"/>
                        </a:cubicBezTo>
                        <a:cubicBezTo>
                          <a:pt x="2667622" y="519879"/>
                          <a:pt x="2663812" y="524356"/>
                          <a:pt x="2659335" y="527975"/>
                        </a:cubicBezTo>
                        <a:cubicBezTo>
                          <a:pt x="2662573" y="523118"/>
                          <a:pt x="2666479" y="518927"/>
                          <a:pt x="2670574" y="514926"/>
                        </a:cubicBezTo>
                        <a:cubicBezTo>
                          <a:pt x="2675623" y="506544"/>
                          <a:pt x="2678385" y="496638"/>
                          <a:pt x="2678766" y="486827"/>
                        </a:cubicBezTo>
                        <a:cubicBezTo>
                          <a:pt x="2679338" y="471016"/>
                          <a:pt x="2673146" y="457967"/>
                          <a:pt x="2667622" y="443870"/>
                        </a:cubicBezTo>
                        <a:close/>
                        <a:moveTo>
                          <a:pt x="2544654" y="874876"/>
                        </a:moveTo>
                        <a:cubicBezTo>
                          <a:pt x="2530462" y="865637"/>
                          <a:pt x="2504173" y="867637"/>
                          <a:pt x="2478265" y="875447"/>
                        </a:cubicBezTo>
                        <a:cubicBezTo>
                          <a:pt x="2452357" y="883258"/>
                          <a:pt x="2426163" y="896117"/>
                          <a:pt x="2400541" y="908785"/>
                        </a:cubicBezTo>
                        <a:cubicBezTo>
                          <a:pt x="2417495" y="896783"/>
                          <a:pt x="2436069" y="886211"/>
                          <a:pt x="2454929" y="877733"/>
                        </a:cubicBezTo>
                        <a:cubicBezTo>
                          <a:pt x="2469883" y="871066"/>
                          <a:pt x="2485123" y="865637"/>
                          <a:pt x="2499887" y="858207"/>
                        </a:cubicBezTo>
                        <a:cubicBezTo>
                          <a:pt x="2535796" y="840205"/>
                          <a:pt x="2561608" y="815059"/>
                          <a:pt x="2585421" y="789055"/>
                        </a:cubicBezTo>
                        <a:cubicBezTo>
                          <a:pt x="2576372" y="806296"/>
                          <a:pt x="2564180" y="824012"/>
                          <a:pt x="2553417" y="841443"/>
                        </a:cubicBezTo>
                        <a:cubicBezTo>
                          <a:pt x="2545797" y="853635"/>
                          <a:pt x="2538082" y="867542"/>
                          <a:pt x="2544654" y="874876"/>
                        </a:cubicBezTo>
                        <a:close/>
                        <a:moveTo>
                          <a:pt x="2453023" y="1171389"/>
                        </a:moveTo>
                        <a:cubicBezTo>
                          <a:pt x="2465025" y="1161007"/>
                          <a:pt x="2476360" y="1149958"/>
                          <a:pt x="2483980" y="1138528"/>
                        </a:cubicBezTo>
                        <a:cubicBezTo>
                          <a:pt x="2495981" y="1120621"/>
                          <a:pt x="2497791" y="1103380"/>
                          <a:pt x="2493790" y="1089474"/>
                        </a:cubicBezTo>
                        <a:cubicBezTo>
                          <a:pt x="2489790" y="1075568"/>
                          <a:pt x="2480456" y="1064519"/>
                          <a:pt x="2471121" y="1053565"/>
                        </a:cubicBezTo>
                        <a:cubicBezTo>
                          <a:pt x="2466358" y="1048040"/>
                          <a:pt x="2456548" y="1041659"/>
                          <a:pt x="2466835" y="1031181"/>
                        </a:cubicBezTo>
                        <a:cubicBezTo>
                          <a:pt x="2485980" y="1033562"/>
                          <a:pt x="2493695" y="1050707"/>
                          <a:pt x="2497982" y="1064138"/>
                        </a:cubicBezTo>
                        <a:cubicBezTo>
                          <a:pt x="2502839" y="1079568"/>
                          <a:pt x="2504078" y="1096713"/>
                          <a:pt x="2510555" y="1111191"/>
                        </a:cubicBezTo>
                        <a:cubicBezTo>
                          <a:pt x="2511793" y="1113953"/>
                          <a:pt x="2513412" y="1116620"/>
                          <a:pt x="2517317" y="1117287"/>
                        </a:cubicBezTo>
                        <a:cubicBezTo>
                          <a:pt x="2520365" y="1117763"/>
                          <a:pt x="2524366" y="1116811"/>
                          <a:pt x="2528271" y="1115858"/>
                        </a:cubicBezTo>
                        <a:cubicBezTo>
                          <a:pt x="2555227" y="1109286"/>
                          <a:pt x="2582182" y="1102714"/>
                          <a:pt x="2609138" y="1096142"/>
                        </a:cubicBezTo>
                        <a:cubicBezTo>
                          <a:pt x="2583611" y="1104143"/>
                          <a:pt x="2557989" y="1112144"/>
                          <a:pt x="2532462" y="1120049"/>
                        </a:cubicBezTo>
                        <a:cubicBezTo>
                          <a:pt x="2519603" y="1124050"/>
                          <a:pt x="2505125" y="1129003"/>
                          <a:pt x="2495600" y="1138242"/>
                        </a:cubicBezTo>
                        <a:cubicBezTo>
                          <a:pt x="2491028" y="1142623"/>
                          <a:pt x="2488266" y="1147481"/>
                          <a:pt x="2484456" y="1152053"/>
                        </a:cubicBezTo>
                        <a:cubicBezTo>
                          <a:pt x="2476550" y="1161578"/>
                          <a:pt x="2464454" y="1169770"/>
                          <a:pt x="2452738" y="1177390"/>
                        </a:cubicBezTo>
                        <a:cubicBezTo>
                          <a:pt x="2436260" y="1188058"/>
                          <a:pt x="2419400" y="1198345"/>
                          <a:pt x="2402446" y="1208442"/>
                        </a:cubicBezTo>
                        <a:cubicBezTo>
                          <a:pt x="2391873" y="1215109"/>
                          <a:pt x="2381015" y="1221586"/>
                          <a:pt x="2369965" y="1227301"/>
                        </a:cubicBezTo>
                        <a:cubicBezTo>
                          <a:pt x="2380919" y="1221205"/>
                          <a:pt x="2391682" y="1214823"/>
                          <a:pt x="2402446" y="1208442"/>
                        </a:cubicBezTo>
                        <a:cubicBezTo>
                          <a:pt x="2420353" y="1197202"/>
                          <a:pt x="2437498" y="1184724"/>
                          <a:pt x="2453023" y="1171389"/>
                        </a:cubicBezTo>
                        <a:close/>
                        <a:moveTo>
                          <a:pt x="2419210" y="1117382"/>
                        </a:moveTo>
                        <a:cubicBezTo>
                          <a:pt x="2421972" y="1113096"/>
                          <a:pt x="2428258" y="1109667"/>
                          <a:pt x="2433116" y="1109667"/>
                        </a:cubicBezTo>
                        <a:cubicBezTo>
                          <a:pt x="2438069" y="1109667"/>
                          <a:pt x="2439784" y="1113096"/>
                          <a:pt x="2437022" y="1117382"/>
                        </a:cubicBezTo>
                        <a:cubicBezTo>
                          <a:pt x="2434259" y="1121669"/>
                          <a:pt x="2427973" y="1125097"/>
                          <a:pt x="2423115" y="1125097"/>
                        </a:cubicBezTo>
                        <a:cubicBezTo>
                          <a:pt x="2418257" y="1125097"/>
                          <a:pt x="2416448" y="1121669"/>
                          <a:pt x="2419210" y="1117382"/>
                        </a:cubicBezTo>
                        <a:close/>
                        <a:moveTo>
                          <a:pt x="2438355" y="963458"/>
                        </a:moveTo>
                        <a:cubicBezTo>
                          <a:pt x="2402827" y="982127"/>
                          <a:pt x="2371394" y="1005463"/>
                          <a:pt x="2333961" y="1011464"/>
                        </a:cubicBezTo>
                        <a:cubicBezTo>
                          <a:pt x="2318912" y="1013846"/>
                          <a:pt x="2303100" y="1011560"/>
                          <a:pt x="2305767" y="1000320"/>
                        </a:cubicBezTo>
                        <a:cubicBezTo>
                          <a:pt x="2306529" y="996986"/>
                          <a:pt x="2309006" y="993271"/>
                          <a:pt x="2311387" y="989652"/>
                        </a:cubicBezTo>
                        <a:cubicBezTo>
                          <a:pt x="2315482" y="983461"/>
                          <a:pt x="2319578" y="977365"/>
                          <a:pt x="2323674" y="971173"/>
                        </a:cubicBezTo>
                        <a:cubicBezTo>
                          <a:pt x="2326436" y="967078"/>
                          <a:pt x="2329198" y="962792"/>
                          <a:pt x="2333580" y="959077"/>
                        </a:cubicBezTo>
                        <a:cubicBezTo>
                          <a:pt x="2339771" y="953743"/>
                          <a:pt x="2347963" y="950219"/>
                          <a:pt x="2355488" y="946504"/>
                        </a:cubicBezTo>
                        <a:cubicBezTo>
                          <a:pt x="2389778" y="929740"/>
                          <a:pt x="2490266" y="865827"/>
                          <a:pt x="2489409" y="906308"/>
                        </a:cubicBezTo>
                        <a:cubicBezTo>
                          <a:pt x="2503030" y="903451"/>
                          <a:pt x="2516841" y="902308"/>
                          <a:pt x="2521413" y="907642"/>
                        </a:cubicBezTo>
                        <a:cubicBezTo>
                          <a:pt x="2525128" y="912023"/>
                          <a:pt x="2522651" y="922025"/>
                          <a:pt x="2516174" y="928692"/>
                        </a:cubicBezTo>
                        <a:cubicBezTo>
                          <a:pt x="2508649" y="936503"/>
                          <a:pt x="2496267" y="941455"/>
                          <a:pt x="2486266" y="945265"/>
                        </a:cubicBezTo>
                        <a:cubicBezTo>
                          <a:pt x="2470073" y="951362"/>
                          <a:pt x="2454262" y="957457"/>
                          <a:pt x="2438355" y="963458"/>
                        </a:cubicBezTo>
                        <a:close/>
                        <a:moveTo>
                          <a:pt x="2074500" y="1206441"/>
                        </a:moveTo>
                        <a:cubicBezTo>
                          <a:pt x="2103837" y="1185391"/>
                          <a:pt x="2133174" y="1164245"/>
                          <a:pt x="2162416" y="1143195"/>
                        </a:cubicBezTo>
                        <a:cubicBezTo>
                          <a:pt x="2188610" y="1124336"/>
                          <a:pt x="2215470" y="1105000"/>
                          <a:pt x="2235568" y="1083092"/>
                        </a:cubicBezTo>
                        <a:cubicBezTo>
                          <a:pt x="2259190" y="1057375"/>
                          <a:pt x="2271953" y="1029371"/>
                          <a:pt x="2270144" y="1007083"/>
                        </a:cubicBezTo>
                        <a:cubicBezTo>
                          <a:pt x="2268524" y="987366"/>
                          <a:pt x="2254808" y="977270"/>
                          <a:pt x="2239187" y="966411"/>
                        </a:cubicBezTo>
                        <a:cubicBezTo>
                          <a:pt x="2255761" y="956124"/>
                          <a:pt x="2277097" y="973174"/>
                          <a:pt x="2281383" y="980603"/>
                        </a:cubicBezTo>
                        <a:cubicBezTo>
                          <a:pt x="2289384" y="994414"/>
                          <a:pt x="2281383" y="1015370"/>
                          <a:pt x="2279764" y="1033467"/>
                        </a:cubicBezTo>
                        <a:cubicBezTo>
                          <a:pt x="2279478" y="1036610"/>
                          <a:pt x="2279478" y="1039944"/>
                          <a:pt x="2282431" y="1041278"/>
                        </a:cubicBezTo>
                        <a:cubicBezTo>
                          <a:pt x="2285193" y="1042516"/>
                          <a:pt x="2289765" y="1041659"/>
                          <a:pt x="2293956" y="1040801"/>
                        </a:cubicBezTo>
                        <a:cubicBezTo>
                          <a:pt x="2304529" y="1038611"/>
                          <a:pt x="2315102" y="1036420"/>
                          <a:pt x="2325579" y="1034229"/>
                        </a:cubicBezTo>
                        <a:cubicBezTo>
                          <a:pt x="2334818" y="1031181"/>
                          <a:pt x="2343962" y="1029181"/>
                          <a:pt x="2352344" y="1028609"/>
                        </a:cubicBezTo>
                        <a:cubicBezTo>
                          <a:pt x="2343391" y="1030514"/>
                          <a:pt x="2334437" y="1032324"/>
                          <a:pt x="2325579" y="1034229"/>
                        </a:cubicBezTo>
                        <a:cubicBezTo>
                          <a:pt x="2311577" y="1038896"/>
                          <a:pt x="2297385" y="1046040"/>
                          <a:pt x="2285003" y="1054994"/>
                        </a:cubicBezTo>
                        <a:cubicBezTo>
                          <a:pt x="2263381" y="1070614"/>
                          <a:pt x="2248903" y="1089950"/>
                          <a:pt x="2235282" y="1108429"/>
                        </a:cubicBezTo>
                        <a:cubicBezTo>
                          <a:pt x="2213089" y="1138528"/>
                          <a:pt x="2190800" y="1168627"/>
                          <a:pt x="2168607" y="1198726"/>
                        </a:cubicBezTo>
                        <a:cubicBezTo>
                          <a:pt x="2171941" y="1170532"/>
                          <a:pt x="2192134" y="1137194"/>
                          <a:pt x="2223471" y="1108143"/>
                        </a:cubicBezTo>
                        <a:cubicBezTo>
                          <a:pt x="2173750" y="1140909"/>
                          <a:pt x="2124125" y="1173675"/>
                          <a:pt x="2074500" y="1206441"/>
                        </a:cubicBezTo>
                        <a:close/>
                        <a:moveTo>
                          <a:pt x="2086406" y="1238350"/>
                        </a:moveTo>
                        <a:cubicBezTo>
                          <a:pt x="2084311" y="1238064"/>
                          <a:pt x="2082311" y="1237778"/>
                          <a:pt x="2080691" y="1237017"/>
                        </a:cubicBezTo>
                        <a:cubicBezTo>
                          <a:pt x="2079834" y="1236635"/>
                          <a:pt x="2079072" y="1236064"/>
                          <a:pt x="2078500" y="1235302"/>
                        </a:cubicBezTo>
                        <a:cubicBezTo>
                          <a:pt x="2069166" y="1222729"/>
                          <a:pt x="2100313" y="1208536"/>
                          <a:pt x="2110219" y="1218728"/>
                        </a:cubicBezTo>
                        <a:cubicBezTo>
                          <a:pt x="2121363" y="1230254"/>
                          <a:pt x="2107838" y="1240826"/>
                          <a:pt x="2086406" y="1238350"/>
                        </a:cubicBezTo>
                        <a:close/>
                        <a:moveTo>
                          <a:pt x="2121935" y="1072424"/>
                        </a:moveTo>
                        <a:cubicBezTo>
                          <a:pt x="2124697" y="1068138"/>
                          <a:pt x="2130983" y="1064709"/>
                          <a:pt x="2135841" y="1064709"/>
                        </a:cubicBezTo>
                        <a:cubicBezTo>
                          <a:pt x="2140699" y="1064709"/>
                          <a:pt x="2142508" y="1068138"/>
                          <a:pt x="2139746" y="1072424"/>
                        </a:cubicBezTo>
                        <a:cubicBezTo>
                          <a:pt x="2136984" y="1076711"/>
                          <a:pt x="2130698" y="1080139"/>
                          <a:pt x="2125840" y="1080139"/>
                        </a:cubicBezTo>
                        <a:cubicBezTo>
                          <a:pt x="2120982" y="1080235"/>
                          <a:pt x="2119172" y="1076711"/>
                          <a:pt x="2121935" y="1072424"/>
                        </a:cubicBezTo>
                        <a:close/>
                        <a:moveTo>
                          <a:pt x="2244616" y="922215"/>
                        </a:moveTo>
                        <a:cubicBezTo>
                          <a:pt x="2247379" y="917929"/>
                          <a:pt x="2253665" y="914500"/>
                          <a:pt x="2258523" y="914500"/>
                        </a:cubicBezTo>
                        <a:cubicBezTo>
                          <a:pt x="2263476" y="914500"/>
                          <a:pt x="2265190" y="917929"/>
                          <a:pt x="2262428" y="922215"/>
                        </a:cubicBezTo>
                        <a:cubicBezTo>
                          <a:pt x="2259666" y="926501"/>
                          <a:pt x="2253380" y="929930"/>
                          <a:pt x="2248522" y="929930"/>
                        </a:cubicBezTo>
                        <a:cubicBezTo>
                          <a:pt x="2243664" y="929930"/>
                          <a:pt x="2241854" y="926501"/>
                          <a:pt x="2244616" y="922215"/>
                        </a:cubicBezTo>
                        <a:close/>
                        <a:moveTo>
                          <a:pt x="2495410" y="758861"/>
                        </a:moveTo>
                        <a:cubicBezTo>
                          <a:pt x="2483408" y="755909"/>
                          <a:pt x="2473788" y="747146"/>
                          <a:pt x="2464835" y="738668"/>
                        </a:cubicBezTo>
                        <a:cubicBezTo>
                          <a:pt x="2463311" y="737239"/>
                          <a:pt x="2461882" y="735811"/>
                          <a:pt x="2460358" y="734287"/>
                        </a:cubicBezTo>
                        <a:cubicBezTo>
                          <a:pt x="2456929" y="738763"/>
                          <a:pt x="2453595" y="743145"/>
                          <a:pt x="2450738" y="747241"/>
                        </a:cubicBezTo>
                        <a:cubicBezTo>
                          <a:pt x="2461501" y="752194"/>
                          <a:pt x="2472073" y="757337"/>
                          <a:pt x="2478455" y="766957"/>
                        </a:cubicBezTo>
                        <a:cubicBezTo>
                          <a:pt x="2466358" y="769720"/>
                          <a:pt x="2453595" y="768386"/>
                          <a:pt x="2442070" y="763814"/>
                        </a:cubicBezTo>
                        <a:cubicBezTo>
                          <a:pt x="2435783" y="785436"/>
                          <a:pt x="2446451" y="811249"/>
                          <a:pt x="2423401" y="831632"/>
                        </a:cubicBezTo>
                        <a:cubicBezTo>
                          <a:pt x="2415305" y="838776"/>
                          <a:pt x="2404160" y="843729"/>
                          <a:pt x="2394064" y="846205"/>
                        </a:cubicBezTo>
                        <a:cubicBezTo>
                          <a:pt x="2376823" y="850492"/>
                          <a:pt x="2361869" y="848682"/>
                          <a:pt x="2351011" y="843634"/>
                        </a:cubicBezTo>
                        <a:cubicBezTo>
                          <a:pt x="2340152" y="838586"/>
                          <a:pt x="2333104" y="830489"/>
                          <a:pt x="2326817" y="822012"/>
                        </a:cubicBezTo>
                        <a:cubicBezTo>
                          <a:pt x="2322626" y="816297"/>
                          <a:pt x="2318626" y="810011"/>
                          <a:pt x="2320055" y="801819"/>
                        </a:cubicBezTo>
                        <a:cubicBezTo>
                          <a:pt x="2321388" y="794009"/>
                          <a:pt x="2327294" y="785341"/>
                          <a:pt x="2333390" y="776959"/>
                        </a:cubicBezTo>
                        <a:cubicBezTo>
                          <a:pt x="2338914" y="769244"/>
                          <a:pt x="2345105" y="761433"/>
                          <a:pt x="2351773" y="753718"/>
                        </a:cubicBezTo>
                        <a:cubicBezTo>
                          <a:pt x="2333294" y="760290"/>
                          <a:pt x="2314149" y="764005"/>
                          <a:pt x="2303195" y="757147"/>
                        </a:cubicBezTo>
                        <a:cubicBezTo>
                          <a:pt x="2326055" y="753432"/>
                          <a:pt x="2347582" y="746860"/>
                          <a:pt x="2367489" y="734668"/>
                        </a:cubicBezTo>
                        <a:cubicBezTo>
                          <a:pt x="2369585" y="733334"/>
                          <a:pt x="2372442" y="731525"/>
                          <a:pt x="2375681" y="729429"/>
                        </a:cubicBezTo>
                        <a:cubicBezTo>
                          <a:pt x="2382634" y="723238"/>
                          <a:pt x="2390254" y="717523"/>
                          <a:pt x="2398350" y="712189"/>
                        </a:cubicBezTo>
                        <a:cubicBezTo>
                          <a:pt x="2407399" y="704093"/>
                          <a:pt x="2414828" y="695425"/>
                          <a:pt x="2415305" y="687995"/>
                        </a:cubicBezTo>
                        <a:cubicBezTo>
                          <a:pt x="2415019" y="692758"/>
                          <a:pt x="2414733" y="697711"/>
                          <a:pt x="2414828" y="702473"/>
                        </a:cubicBezTo>
                        <a:cubicBezTo>
                          <a:pt x="2421591" y="699044"/>
                          <a:pt x="2430354" y="695044"/>
                          <a:pt x="2439307" y="691615"/>
                        </a:cubicBezTo>
                        <a:cubicBezTo>
                          <a:pt x="2435688" y="688186"/>
                          <a:pt x="2432831" y="684185"/>
                          <a:pt x="2431973" y="679423"/>
                        </a:cubicBezTo>
                        <a:cubicBezTo>
                          <a:pt x="2430925" y="673613"/>
                          <a:pt x="2433116" y="667707"/>
                          <a:pt x="2435688" y="662373"/>
                        </a:cubicBezTo>
                        <a:cubicBezTo>
                          <a:pt x="2441308" y="650657"/>
                          <a:pt x="2449118" y="639894"/>
                          <a:pt x="2459500" y="632179"/>
                        </a:cubicBezTo>
                        <a:cubicBezTo>
                          <a:pt x="2469788" y="624463"/>
                          <a:pt x="2486932" y="616653"/>
                          <a:pt x="2499315" y="623606"/>
                        </a:cubicBezTo>
                        <a:cubicBezTo>
                          <a:pt x="2506745" y="627797"/>
                          <a:pt x="2516079" y="634751"/>
                          <a:pt x="2520175" y="643132"/>
                        </a:cubicBezTo>
                        <a:cubicBezTo>
                          <a:pt x="2525604" y="645609"/>
                          <a:pt x="2530843" y="649514"/>
                          <a:pt x="2535605" y="655229"/>
                        </a:cubicBezTo>
                        <a:cubicBezTo>
                          <a:pt x="2564561" y="689805"/>
                          <a:pt x="2554941" y="773530"/>
                          <a:pt x="2495410" y="758861"/>
                        </a:cubicBezTo>
                        <a:close/>
                        <a:moveTo>
                          <a:pt x="2340724" y="634751"/>
                        </a:moveTo>
                        <a:cubicBezTo>
                          <a:pt x="2340629" y="630179"/>
                          <a:pt x="2344343" y="626369"/>
                          <a:pt x="2348915" y="626369"/>
                        </a:cubicBezTo>
                        <a:cubicBezTo>
                          <a:pt x="2353487" y="626369"/>
                          <a:pt x="2357297" y="629988"/>
                          <a:pt x="2357297" y="634560"/>
                        </a:cubicBezTo>
                        <a:cubicBezTo>
                          <a:pt x="2357297" y="639132"/>
                          <a:pt x="2353678" y="642942"/>
                          <a:pt x="2349106" y="642942"/>
                        </a:cubicBezTo>
                        <a:cubicBezTo>
                          <a:pt x="2344534" y="642942"/>
                          <a:pt x="2340819" y="639322"/>
                          <a:pt x="2340724" y="634751"/>
                        </a:cubicBezTo>
                        <a:close/>
                        <a:moveTo>
                          <a:pt x="2326055" y="605604"/>
                        </a:moveTo>
                        <a:cubicBezTo>
                          <a:pt x="2326150" y="610938"/>
                          <a:pt x="2323579" y="615605"/>
                          <a:pt x="2319673" y="618653"/>
                        </a:cubicBezTo>
                        <a:cubicBezTo>
                          <a:pt x="2316816" y="647800"/>
                          <a:pt x="2308339" y="678375"/>
                          <a:pt x="2307100" y="697996"/>
                        </a:cubicBezTo>
                        <a:cubicBezTo>
                          <a:pt x="2306434" y="708950"/>
                          <a:pt x="2305100" y="721619"/>
                          <a:pt x="2295861" y="727524"/>
                        </a:cubicBezTo>
                        <a:cubicBezTo>
                          <a:pt x="2288908" y="732096"/>
                          <a:pt x="2279764" y="730953"/>
                          <a:pt x="2271572" y="729620"/>
                        </a:cubicBezTo>
                        <a:cubicBezTo>
                          <a:pt x="2255856" y="727143"/>
                          <a:pt x="2240235" y="724667"/>
                          <a:pt x="2224519" y="722190"/>
                        </a:cubicBezTo>
                        <a:cubicBezTo>
                          <a:pt x="2215470" y="720761"/>
                          <a:pt x="2206136" y="719237"/>
                          <a:pt x="2198135" y="714665"/>
                        </a:cubicBezTo>
                        <a:cubicBezTo>
                          <a:pt x="2183466" y="706188"/>
                          <a:pt x="2176132" y="688662"/>
                          <a:pt x="2175465" y="671803"/>
                        </a:cubicBezTo>
                        <a:cubicBezTo>
                          <a:pt x="2174798" y="654944"/>
                          <a:pt x="2179847" y="638370"/>
                          <a:pt x="2184799" y="622273"/>
                        </a:cubicBezTo>
                        <a:cubicBezTo>
                          <a:pt x="2198706" y="577410"/>
                          <a:pt x="2244616" y="506544"/>
                          <a:pt x="2300814" y="548835"/>
                        </a:cubicBezTo>
                        <a:cubicBezTo>
                          <a:pt x="2314244" y="558931"/>
                          <a:pt x="2319388" y="575219"/>
                          <a:pt x="2320436" y="593698"/>
                        </a:cubicBezTo>
                        <a:cubicBezTo>
                          <a:pt x="2323865" y="596555"/>
                          <a:pt x="2326055" y="600842"/>
                          <a:pt x="2326055" y="605604"/>
                        </a:cubicBezTo>
                        <a:close/>
                        <a:moveTo>
                          <a:pt x="2236139" y="863160"/>
                        </a:moveTo>
                        <a:cubicBezTo>
                          <a:pt x="2236615" y="863827"/>
                          <a:pt x="2236806" y="864779"/>
                          <a:pt x="2237282" y="865541"/>
                        </a:cubicBezTo>
                        <a:cubicBezTo>
                          <a:pt x="2250617" y="861827"/>
                          <a:pt x="2261666" y="862303"/>
                          <a:pt x="2266333" y="870971"/>
                        </a:cubicBezTo>
                        <a:cubicBezTo>
                          <a:pt x="2271477" y="880496"/>
                          <a:pt x="2258999" y="891449"/>
                          <a:pt x="2241473" y="901260"/>
                        </a:cubicBezTo>
                        <a:cubicBezTo>
                          <a:pt x="2240045" y="902498"/>
                          <a:pt x="2238425" y="903641"/>
                          <a:pt x="2236711" y="904689"/>
                        </a:cubicBezTo>
                        <a:cubicBezTo>
                          <a:pt x="2232996" y="914500"/>
                          <a:pt x="2226710" y="924406"/>
                          <a:pt x="2217661" y="932693"/>
                        </a:cubicBezTo>
                        <a:cubicBezTo>
                          <a:pt x="2188895" y="958791"/>
                          <a:pt x="2129555" y="965363"/>
                          <a:pt x="2104694" y="961839"/>
                        </a:cubicBezTo>
                        <a:cubicBezTo>
                          <a:pt x="2094312" y="960410"/>
                          <a:pt x="2085168" y="956505"/>
                          <a:pt x="2083168" y="948695"/>
                        </a:cubicBezTo>
                        <a:cubicBezTo>
                          <a:pt x="2076691" y="923644"/>
                          <a:pt x="2135936" y="884020"/>
                          <a:pt x="2167750" y="866208"/>
                        </a:cubicBezTo>
                        <a:cubicBezTo>
                          <a:pt x="2198801" y="848587"/>
                          <a:pt x="2225281" y="846491"/>
                          <a:pt x="2236139" y="863160"/>
                        </a:cubicBezTo>
                        <a:close/>
                        <a:moveTo>
                          <a:pt x="1873332" y="1179200"/>
                        </a:moveTo>
                        <a:cubicBezTo>
                          <a:pt x="1872189" y="1174723"/>
                          <a:pt x="1869236" y="1171103"/>
                          <a:pt x="1864760" y="1168817"/>
                        </a:cubicBezTo>
                        <a:cubicBezTo>
                          <a:pt x="1856663" y="1176437"/>
                          <a:pt x="1849138" y="1184248"/>
                          <a:pt x="1842185" y="1192154"/>
                        </a:cubicBezTo>
                        <a:cubicBezTo>
                          <a:pt x="1837994" y="1197774"/>
                          <a:pt x="1833422" y="1203298"/>
                          <a:pt x="1828469" y="1208822"/>
                        </a:cubicBezTo>
                        <a:cubicBezTo>
                          <a:pt x="1832660" y="1203202"/>
                          <a:pt x="1837328" y="1197678"/>
                          <a:pt x="1842185" y="1192154"/>
                        </a:cubicBezTo>
                        <a:cubicBezTo>
                          <a:pt x="1846186" y="1186820"/>
                          <a:pt x="1849805" y="1181486"/>
                          <a:pt x="1853139" y="1176152"/>
                        </a:cubicBezTo>
                        <a:cubicBezTo>
                          <a:pt x="1857521" y="1169008"/>
                          <a:pt x="1861330" y="1161578"/>
                          <a:pt x="1861902" y="1155197"/>
                        </a:cubicBezTo>
                        <a:cubicBezTo>
                          <a:pt x="1862378" y="1149577"/>
                          <a:pt x="1860473" y="1144910"/>
                          <a:pt x="1857997" y="1140623"/>
                        </a:cubicBezTo>
                        <a:cubicBezTo>
                          <a:pt x="1850663" y="1127669"/>
                          <a:pt x="1838185" y="1119097"/>
                          <a:pt x="1824469" y="1110715"/>
                        </a:cubicBezTo>
                        <a:cubicBezTo>
                          <a:pt x="1837232" y="1106905"/>
                          <a:pt x="1844566" y="1115382"/>
                          <a:pt x="1850377" y="1120335"/>
                        </a:cubicBezTo>
                        <a:cubicBezTo>
                          <a:pt x="1853615" y="1123002"/>
                          <a:pt x="1856568" y="1126050"/>
                          <a:pt x="1861140" y="1127479"/>
                        </a:cubicBezTo>
                        <a:cubicBezTo>
                          <a:pt x="1865807" y="1129003"/>
                          <a:pt x="1872665" y="1128622"/>
                          <a:pt x="1879238" y="1125288"/>
                        </a:cubicBezTo>
                        <a:cubicBezTo>
                          <a:pt x="1882571" y="1123573"/>
                          <a:pt x="1885333" y="1121288"/>
                          <a:pt x="1888000" y="1118811"/>
                        </a:cubicBezTo>
                        <a:cubicBezTo>
                          <a:pt x="1898478" y="1101571"/>
                          <a:pt x="1914671" y="1084140"/>
                          <a:pt x="1934863" y="1069757"/>
                        </a:cubicBezTo>
                        <a:cubicBezTo>
                          <a:pt x="1921147" y="1084807"/>
                          <a:pt x="1906955" y="1099761"/>
                          <a:pt x="1892477" y="1114620"/>
                        </a:cubicBezTo>
                        <a:cubicBezTo>
                          <a:pt x="1891048" y="1116049"/>
                          <a:pt x="1889524" y="1117478"/>
                          <a:pt x="1888096" y="1118811"/>
                        </a:cubicBezTo>
                        <a:cubicBezTo>
                          <a:pt x="1886762" y="1121002"/>
                          <a:pt x="1885429" y="1123193"/>
                          <a:pt x="1884286" y="1125383"/>
                        </a:cubicBezTo>
                        <a:cubicBezTo>
                          <a:pt x="1873999" y="1144814"/>
                          <a:pt x="1870951" y="1163198"/>
                          <a:pt x="1873332" y="1179200"/>
                        </a:cubicBezTo>
                        <a:close/>
                        <a:moveTo>
                          <a:pt x="1914099" y="1001177"/>
                        </a:moveTo>
                        <a:cubicBezTo>
                          <a:pt x="1882476" y="1026514"/>
                          <a:pt x="1847138" y="1049374"/>
                          <a:pt x="1810277" y="1068233"/>
                        </a:cubicBezTo>
                        <a:cubicBezTo>
                          <a:pt x="1802942" y="1071948"/>
                          <a:pt x="1795037" y="1075758"/>
                          <a:pt x="1788083" y="1076520"/>
                        </a:cubicBezTo>
                        <a:cubicBezTo>
                          <a:pt x="1775701" y="1077949"/>
                          <a:pt x="1771033" y="1069948"/>
                          <a:pt x="1768462" y="1062232"/>
                        </a:cubicBezTo>
                        <a:cubicBezTo>
                          <a:pt x="1758841" y="1032800"/>
                          <a:pt x="1758461" y="998701"/>
                          <a:pt x="1767319" y="962315"/>
                        </a:cubicBezTo>
                        <a:cubicBezTo>
                          <a:pt x="1769129" y="955076"/>
                          <a:pt x="1771510" y="947361"/>
                          <a:pt x="1778368" y="939931"/>
                        </a:cubicBezTo>
                        <a:cubicBezTo>
                          <a:pt x="1786273" y="931359"/>
                          <a:pt x="1798561" y="924977"/>
                          <a:pt x="1809991" y="919262"/>
                        </a:cubicBezTo>
                        <a:cubicBezTo>
                          <a:pt x="1861330" y="893640"/>
                          <a:pt x="1944960" y="856588"/>
                          <a:pt x="1981250" y="875923"/>
                        </a:cubicBezTo>
                        <a:cubicBezTo>
                          <a:pt x="1995157" y="883258"/>
                          <a:pt x="1996490" y="896497"/>
                          <a:pt x="1990585" y="911928"/>
                        </a:cubicBezTo>
                        <a:cubicBezTo>
                          <a:pt x="1997919" y="913166"/>
                          <a:pt x="2000205" y="919357"/>
                          <a:pt x="1995347" y="926787"/>
                        </a:cubicBezTo>
                        <a:cubicBezTo>
                          <a:pt x="1990871" y="933645"/>
                          <a:pt x="1981822" y="939455"/>
                          <a:pt x="1973440" y="941265"/>
                        </a:cubicBezTo>
                        <a:cubicBezTo>
                          <a:pt x="1956962" y="963172"/>
                          <a:pt x="1933435" y="985652"/>
                          <a:pt x="1914099" y="1001177"/>
                        </a:cubicBezTo>
                        <a:close/>
                        <a:moveTo>
                          <a:pt x="1754270" y="891926"/>
                        </a:moveTo>
                        <a:cubicBezTo>
                          <a:pt x="1747792" y="884591"/>
                          <a:pt x="1722646" y="881257"/>
                          <a:pt x="1722646" y="872113"/>
                        </a:cubicBezTo>
                        <a:cubicBezTo>
                          <a:pt x="1736363" y="867637"/>
                          <a:pt x="1742078" y="872780"/>
                          <a:pt x="1748173" y="877543"/>
                        </a:cubicBezTo>
                        <a:cubicBezTo>
                          <a:pt x="1765319" y="890973"/>
                          <a:pt x="1796275" y="893164"/>
                          <a:pt x="1829707" y="886782"/>
                        </a:cubicBezTo>
                        <a:cubicBezTo>
                          <a:pt x="1863140" y="880400"/>
                          <a:pt x="1898764" y="866018"/>
                          <a:pt x="1932578" y="848587"/>
                        </a:cubicBezTo>
                        <a:cubicBezTo>
                          <a:pt x="1889334" y="879353"/>
                          <a:pt x="1836375" y="887735"/>
                          <a:pt x="1788655" y="911738"/>
                        </a:cubicBezTo>
                        <a:cubicBezTo>
                          <a:pt x="1778177" y="916976"/>
                          <a:pt x="1767319" y="923548"/>
                          <a:pt x="1760937" y="931550"/>
                        </a:cubicBezTo>
                        <a:cubicBezTo>
                          <a:pt x="1765890" y="915738"/>
                          <a:pt x="1763032" y="901831"/>
                          <a:pt x="1754270" y="891926"/>
                        </a:cubicBezTo>
                        <a:close/>
                        <a:moveTo>
                          <a:pt x="1700358" y="1046993"/>
                        </a:moveTo>
                        <a:cubicBezTo>
                          <a:pt x="1701977" y="1052327"/>
                          <a:pt x="1705121" y="1056898"/>
                          <a:pt x="1707216" y="1062042"/>
                        </a:cubicBezTo>
                        <a:cubicBezTo>
                          <a:pt x="1714074" y="1078425"/>
                          <a:pt x="1710359" y="1100332"/>
                          <a:pt x="1696929" y="1122716"/>
                        </a:cubicBezTo>
                        <a:cubicBezTo>
                          <a:pt x="1692929" y="1093570"/>
                          <a:pt x="1702930" y="1056613"/>
                          <a:pt x="1680165" y="1038229"/>
                        </a:cubicBezTo>
                        <a:cubicBezTo>
                          <a:pt x="1673497" y="1032896"/>
                          <a:pt x="1664449" y="1029467"/>
                          <a:pt x="1655400" y="1026133"/>
                        </a:cubicBezTo>
                        <a:cubicBezTo>
                          <a:pt x="1649590" y="1023942"/>
                          <a:pt x="1643303" y="1022418"/>
                          <a:pt x="1639779" y="1018418"/>
                        </a:cubicBezTo>
                        <a:cubicBezTo>
                          <a:pt x="1650542" y="1017846"/>
                          <a:pt x="1661401" y="1017751"/>
                          <a:pt x="1673116" y="1015370"/>
                        </a:cubicBezTo>
                        <a:cubicBezTo>
                          <a:pt x="1689023" y="1012131"/>
                          <a:pt x="1707216" y="1004511"/>
                          <a:pt x="1720170" y="993081"/>
                        </a:cubicBezTo>
                        <a:cubicBezTo>
                          <a:pt x="1703406" y="1011750"/>
                          <a:pt x="1695881" y="1032229"/>
                          <a:pt x="1700358" y="1046993"/>
                        </a:cubicBezTo>
                        <a:close/>
                        <a:moveTo>
                          <a:pt x="1601108" y="994414"/>
                        </a:moveTo>
                        <a:cubicBezTo>
                          <a:pt x="1595297" y="994319"/>
                          <a:pt x="1589487" y="993938"/>
                          <a:pt x="1586344" y="991176"/>
                        </a:cubicBezTo>
                        <a:cubicBezTo>
                          <a:pt x="1582248" y="987556"/>
                          <a:pt x="1583867" y="980603"/>
                          <a:pt x="1588058" y="974031"/>
                        </a:cubicBezTo>
                        <a:cubicBezTo>
                          <a:pt x="1601108" y="953838"/>
                          <a:pt x="1652828" y="915167"/>
                          <a:pt x="1677688" y="900879"/>
                        </a:cubicBezTo>
                        <a:cubicBezTo>
                          <a:pt x="1697405" y="889639"/>
                          <a:pt x="1704930" y="892402"/>
                          <a:pt x="1707216" y="905070"/>
                        </a:cubicBezTo>
                        <a:cubicBezTo>
                          <a:pt x="1707311" y="905451"/>
                          <a:pt x="1707216" y="905927"/>
                          <a:pt x="1707311" y="906308"/>
                        </a:cubicBezTo>
                        <a:cubicBezTo>
                          <a:pt x="1723694" y="900307"/>
                          <a:pt x="1737791" y="899355"/>
                          <a:pt x="1743221" y="909452"/>
                        </a:cubicBezTo>
                        <a:cubicBezTo>
                          <a:pt x="1751603" y="925072"/>
                          <a:pt x="1713026" y="944313"/>
                          <a:pt x="1682165" y="956410"/>
                        </a:cubicBezTo>
                        <a:cubicBezTo>
                          <a:pt x="1660544" y="977651"/>
                          <a:pt x="1628825" y="994796"/>
                          <a:pt x="1601108" y="994414"/>
                        </a:cubicBezTo>
                        <a:close/>
                        <a:moveTo>
                          <a:pt x="1392319" y="1196440"/>
                        </a:moveTo>
                        <a:cubicBezTo>
                          <a:pt x="1381937" y="1188439"/>
                          <a:pt x="1384890" y="1171961"/>
                          <a:pt x="1394510" y="1156244"/>
                        </a:cubicBezTo>
                        <a:cubicBezTo>
                          <a:pt x="1404226" y="1140528"/>
                          <a:pt x="1419751" y="1125193"/>
                          <a:pt x="1434992" y="1110143"/>
                        </a:cubicBezTo>
                        <a:cubicBezTo>
                          <a:pt x="1477378" y="1068519"/>
                          <a:pt x="1570056" y="1002987"/>
                          <a:pt x="1603870" y="1042992"/>
                        </a:cubicBezTo>
                        <a:cubicBezTo>
                          <a:pt x="1611966" y="1052612"/>
                          <a:pt x="1607584" y="1067852"/>
                          <a:pt x="1597107" y="1085093"/>
                        </a:cubicBezTo>
                        <a:cubicBezTo>
                          <a:pt x="1598821" y="1087855"/>
                          <a:pt x="1598536" y="1091855"/>
                          <a:pt x="1595678" y="1096237"/>
                        </a:cubicBezTo>
                        <a:cubicBezTo>
                          <a:pt x="1592440" y="1101190"/>
                          <a:pt x="1586915" y="1105571"/>
                          <a:pt x="1580914" y="1108334"/>
                        </a:cubicBezTo>
                        <a:cubicBezTo>
                          <a:pt x="1559864" y="1135480"/>
                          <a:pt x="1532051" y="1163865"/>
                          <a:pt x="1518621" y="1182152"/>
                        </a:cubicBezTo>
                        <a:cubicBezTo>
                          <a:pt x="1511192" y="1192344"/>
                          <a:pt x="1501952" y="1204060"/>
                          <a:pt x="1488427" y="1209584"/>
                        </a:cubicBezTo>
                        <a:cubicBezTo>
                          <a:pt x="1478140" y="1213680"/>
                          <a:pt x="1469186" y="1212537"/>
                          <a:pt x="1461185" y="1211299"/>
                        </a:cubicBezTo>
                        <a:cubicBezTo>
                          <a:pt x="1446040" y="1208822"/>
                          <a:pt x="1430801" y="1206346"/>
                          <a:pt x="1415656" y="1203869"/>
                        </a:cubicBezTo>
                        <a:cubicBezTo>
                          <a:pt x="1406988" y="1202345"/>
                          <a:pt x="1398034" y="1200821"/>
                          <a:pt x="1392319" y="1196440"/>
                        </a:cubicBezTo>
                        <a:close/>
                        <a:moveTo>
                          <a:pt x="1409560" y="1376843"/>
                        </a:moveTo>
                        <a:cubicBezTo>
                          <a:pt x="1387271" y="1407038"/>
                          <a:pt x="1339075" y="1415420"/>
                          <a:pt x="1307356" y="1439041"/>
                        </a:cubicBezTo>
                        <a:cubicBezTo>
                          <a:pt x="1300403" y="1444185"/>
                          <a:pt x="1293926" y="1450662"/>
                          <a:pt x="1293164" y="1458568"/>
                        </a:cubicBezTo>
                        <a:cubicBezTo>
                          <a:pt x="1286973" y="1443042"/>
                          <a:pt x="1274114" y="1429421"/>
                          <a:pt x="1258208" y="1419801"/>
                        </a:cubicBezTo>
                        <a:cubicBezTo>
                          <a:pt x="1246492" y="1412658"/>
                          <a:pt x="1218298" y="1409419"/>
                          <a:pt x="1211821" y="1400561"/>
                        </a:cubicBezTo>
                        <a:cubicBezTo>
                          <a:pt x="1222679" y="1396084"/>
                          <a:pt x="1232109" y="1401132"/>
                          <a:pt x="1241729" y="1405799"/>
                        </a:cubicBezTo>
                        <a:cubicBezTo>
                          <a:pt x="1268780" y="1418944"/>
                          <a:pt x="1302022" y="1420944"/>
                          <a:pt x="1331550" y="1414562"/>
                        </a:cubicBezTo>
                        <a:cubicBezTo>
                          <a:pt x="1361173" y="1408085"/>
                          <a:pt x="1387367" y="1393988"/>
                          <a:pt x="1409560" y="1376843"/>
                        </a:cubicBezTo>
                        <a:close/>
                        <a:moveTo>
                          <a:pt x="1533385" y="960410"/>
                        </a:moveTo>
                        <a:cubicBezTo>
                          <a:pt x="1536147" y="956124"/>
                          <a:pt x="1542434" y="952695"/>
                          <a:pt x="1547291" y="952695"/>
                        </a:cubicBezTo>
                        <a:cubicBezTo>
                          <a:pt x="1552244" y="952695"/>
                          <a:pt x="1553959" y="956124"/>
                          <a:pt x="1551196" y="960410"/>
                        </a:cubicBezTo>
                        <a:cubicBezTo>
                          <a:pt x="1548434" y="964696"/>
                          <a:pt x="1542148" y="968126"/>
                          <a:pt x="1537290" y="968126"/>
                        </a:cubicBezTo>
                        <a:cubicBezTo>
                          <a:pt x="1532432" y="968126"/>
                          <a:pt x="1530622" y="964696"/>
                          <a:pt x="1533385" y="960410"/>
                        </a:cubicBezTo>
                        <a:close/>
                        <a:moveTo>
                          <a:pt x="1516240" y="947075"/>
                        </a:moveTo>
                        <a:cubicBezTo>
                          <a:pt x="1512334" y="962696"/>
                          <a:pt x="1507763" y="981842"/>
                          <a:pt x="1492999" y="994986"/>
                        </a:cubicBezTo>
                        <a:cubicBezTo>
                          <a:pt x="1473663" y="1012036"/>
                          <a:pt x="1447279" y="1012988"/>
                          <a:pt x="1438897" y="1002415"/>
                        </a:cubicBezTo>
                        <a:cubicBezTo>
                          <a:pt x="1431372" y="992986"/>
                          <a:pt x="1435087" y="977651"/>
                          <a:pt x="1440802" y="962887"/>
                        </a:cubicBezTo>
                        <a:cubicBezTo>
                          <a:pt x="1454137" y="928216"/>
                          <a:pt x="1513001" y="897545"/>
                          <a:pt x="1520526" y="919357"/>
                        </a:cubicBezTo>
                        <a:cubicBezTo>
                          <a:pt x="1523098" y="918596"/>
                          <a:pt x="1525669" y="918119"/>
                          <a:pt x="1528146" y="918119"/>
                        </a:cubicBezTo>
                        <a:cubicBezTo>
                          <a:pt x="1537766" y="918119"/>
                          <a:pt x="1541195" y="924882"/>
                          <a:pt x="1535766" y="933264"/>
                        </a:cubicBezTo>
                        <a:cubicBezTo>
                          <a:pt x="1531765" y="939360"/>
                          <a:pt x="1523955" y="944694"/>
                          <a:pt x="1516240" y="947075"/>
                        </a:cubicBezTo>
                        <a:close/>
                        <a:moveTo>
                          <a:pt x="1551101" y="887258"/>
                        </a:moveTo>
                        <a:cubicBezTo>
                          <a:pt x="1529956" y="892021"/>
                          <a:pt x="1509858" y="893259"/>
                          <a:pt x="1492808" y="890782"/>
                        </a:cubicBezTo>
                        <a:cubicBezTo>
                          <a:pt x="1524526" y="889639"/>
                          <a:pt x="1560245" y="882686"/>
                          <a:pt x="1595583" y="867161"/>
                        </a:cubicBezTo>
                        <a:cubicBezTo>
                          <a:pt x="1621110" y="855921"/>
                          <a:pt x="1641684" y="841253"/>
                          <a:pt x="1662734" y="824488"/>
                        </a:cubicBezTo>
                        <a:cubicBezTo>
                          <a:pt x="1659400" y="838109"/>
                          <a:pt x="1619300" y="856969"/>
                          <a:pt x="1605965" y="869446"/>
                        </a:cubicBezTo>
                        <a:cubicBezTo>
                          <a:pt x="1604346" y="870971"/>
                          <a:pt x="1602822" y="872590"/>
                          <a:pt x="1601869" y="874209"/>
                        </a:cubicBezTo>
                        <a:cubicBezTo>
                          <a:pt x="1598917" y="879353"/>
                          <a:pt x="1603489" y="882210"/>
                          <a:pt x="1606632" y="885068"/>
                        </a:cubicBezTo>
                        <a:cubicBezTo>
                          <a:pt x="1617205" y="894497"/>
                          <a:pt x="1611680" y="914500"/>
                          <a:pt x="1594059" y="930597"/>
                        </a:cubicBezTo>
                        <a:cubicBezTo>
                          <a:pt x="1607680" y="914976"/>
                          <a:pt x="1602441" y="900879"/>
                          <a:pt x="1594821" y="890878"/>
                        </a:cubicBezTo>
                        <a:cubicBezTo>
                          <a:pt x="1592440" y="887735"/>
                          <a:pt x="1589773" y="884591"/>
                          <a:pt x="1585296" y="883258"/>
                        </a:cubicBezTo>
                        <a:cubicBezTo>
                          <a:pt x="1576628" y="880591"/>
                          <a:pt x="1563198" y="884496"/>
                          <a:pt x="1551101" y="887258"/>
                        </a:cubicBezTo>
                        <a:close/>
                        <a:moveTo>
                          <a:pt x="1624444" y="752098"/>
                        </a:moveTo>
                        <a:cubicBezTo>
                          <a:pt x="1623587" y="747527"/>
                          <a:pt x="1628349" y="744002"/>
                          <a:pt x="1632445" y="741812"/>
                        </a:cubicBezTo>
                        <a:cubicBezTo>
                          <a:pt x="1660163" y="727238"/>
                          <a:pt x="1710836" y="692281"/>
                          <a:pt x="1735124" y="729334"/>
                        </a:cubicBezTo>
                        <a:cubicBezTo>
                          <a:pt x="1762556" y="771148"/>
                          <a:pt x="1675783" y="762576"/>
                          <a:pt x="1655590" y="762671"/>
                        </a:cubicBezTo>
                        <a:cubicBezTo>
                          <a:pt x="1646351" y="762767"/>
                          <a:pt x="1636540" y="762576"/>
                          <a:pt x="1628825" y="757528"/>
                        </a:cubicBezTo>
                        <a:cubicBezTo>
                          <a:pt x="1626825" y="756289"/>
                          <a:pt x="1624920" y="754480"/>
                          <a:pt x="1624444" y="752098"/>
                        </a:cubicBezTo>
                        <a:close/>
                        <a:moveTo>
                          <a:pt x="1593392" y="1123573"/>
                        </a:moveTo>
                        <a:cubicBezTo>
                          <a:pt x="1596155" y="1119287"/>
                          <a:pt x="1602441" y="1115858"/>
                          <a:pt x="1607299" y="1115858"/>
                        </a:cubicBezTo>
                        <a:cubicBezTo>
                          <a:pt x="1612156" y="1115858"/>
                          <a:pt x="1613966" y="1119287"/>
                          <a:pt x="1611204" y="1123573"/>
                        </a:cubicBezTo>
                        <a:cubicBezTo>
                          <a:pt x="1608442" y="1127860"/>
                          <a:pt x="1602155" y="1131289"/>
                          <a:pt x="1597297" y="1131289"/>
                        </a:cubicBezTo>
                        <a:cubicBezTo>
                          <a:pt x="1592440" y="1131289"/>
                          <a:pt x="1590630" y="1127860"/>
                          <a:pt x="1593392" y="1123573"/>
                        </a:cubicBezTo>
                        <a:close/>
                        <a:moveTo>
                          <a:pt x="1993061" y="954029"/>
                        </a:moveTo>
                        <a:cubicBezTo>
                          <a:pt x="1995823" y="949742"/>
                          <a:pt x="2002110" y="946313"/>
                          <a:pt x="2006968" y="946313"/>
                        </a:cubicBezTo>
                        <a:cubicBezTo>
                          <a:pt x="2011825" y="946313"/>
                          <a:pt x="2013635" y="949742"/>
                          <a:pt x="2010873" y="954029"/>
                        </a:cubicBezTo>
                        <a:cubicBezTo>
                          <a:pt x="2008111" y="958315"/>
                          <a:pt x="2001824" y="961744"/>
                          <a:pt x="1996966" y="961744"/>
                        </a:cubicBezTo>
                        <a:cubicBezTo>
                          <a:pt x="1992013" y="961744"/>
                          <a:pt x="1990299" y="958315"/>
                          <a:pt x="1993061" y="954029"/>
                        </a:cubicBezTo>
                        <a:close/>
                        <a:moveTo>
                          <a:pt x="2018874" y="1015465"/>
                        </a:moveTo>
                        <a:cubicBezTo>
                          <a:pt x="2029447" y="1007654"/>
                          <a:pt x="2038496" y="998510"/>
                          <a:pt x="2044972" y="989366"/>
                        </a:cubicBezTo>
                        <a:cubicBezTo>
                          <a:pt x="2055260" y="974698"/>
                          <a:pt x="2056783" y="962411"/>
                          <a:pt x="2059450" y="949266"/>
                        </a:cubicBezTo>
                        <a:cubicBezTo>
                          <a:pt x="2069642" y="952790"/>
                          <a:pt x="2068404" y="966792"/>
                          <a:pt x="2060879" y="978127"/>
                        </a:cubicBezTo>
                        <a:cubicBezTo>
                          <a:pt x="2059450" y="980222"/>
                          <a:pt x="2057831" y="982699"/>
                          <a:pt x="2058688" y="984128"/>
                        </a:cubicBezTo>
                        <a:cubicBezTo>
                          <a:pt x="2059450" y="985271"/>
                          <a:pt x="2061641" y="985271"/>
                          <a:pt x="2063641" y="985175"/>
                        </a:cubicBezTo>
                        <a:cubicBezTo>
                          <a:pt x="2080787" y="984413"/>
                          <a:pt x="2097932" y="983746"/>
                          <a:pt x="2115077" y="982985"/>
                        </a:cubicBezTo>
                        <a:cubicBezTo>
                          <a:pt x="2083739" y="989462"/>
                          <a:pt x="2049735" y="998796"/>
                          <a:pt x="2018874" y="1015465"/>
                        </a:cubicBezTo>
                        <a:cubicBezTo>
                          <a:pt x="2012683" y="1020037"/>
                          <a:pt x="2005920" y="1024132"/>
                          <a:pt x="1998871" y="1027562"/>
                        </a:cubicBezTo>
                        <a:cubicBezTo>
                          <a:pt x="2005348" y="1023085"/>
                          <a:pt x="2012111" y="1019179"/>
                          <a:pt x="2018874" y="1015465"/>
                        </a:cubicBezTo>
                        <a:close/>
                        <a:moveTo>
                          <a:pt x="2116886" y="868875"/>
                        </a:moveTo>
                        <a:cubicBezTo>
                          <a:pt x="2097074" y="877067"/>
                          <a:pt x="2074500" y="891163"/>
                          <a:pt x="2069547" y="905642"/>
                        </a:cubicBezTo>
                        <a:cubicBezTo>
                          <a:pt x="2067547" y="874780"/>
                          <a:pt x="2050592" y="856397"/>
                          <a:pt x="2018683" y="845444"/>
                        </a:cubicBezTo>
                        <a:cubicBezTo>
                          <a:pt x="2035447" y="840205"/>
                          <a:pt x="2050497" y="845729"/>
                          <a:pt x="2058212" y="852016"/>
                        </a:cubicBezTo>
                        <a:cubicBezTo>
                          <a:pt x="2061260" y="854397"/>
                          <a:pt x="2063546" y="857445"/>
                          <a:pt x="2067452" y="859160"/>
                        </a:cubicBezTo>
                        <a:cubicBezTo>
                          <a:pt x="2071262" y="860779"/>
                          <a:pt x="2076500" y="861160"/>
                          <a:pt x="2081739" y="861160"/>
                        </a:cubicBezTo>
                        <a:cubicBezTo>
                          <a:pt x="2110028" y="861350"/>
                          <a:pt x="2142794" y="854873"/>
                          <a:pt x="2175465" y="842396"/>
                        </a:cubicBezTo>
                        <a:cubicBezTo>
                          <a:pt x="2157653" y="854778"/>
                          <a:pt x="2136698" y="860684"/>
                          <a:pt x="2116886" y="868875"/>
                        </a:cubicBezTo>
                        <a:close/>
                        <a:moveTo>
                          <a:pt x="2082596" y="780102"/>
                        </a:moveTo>
                        <a:cubicBezTo>
                          <a:pt x="2080501" y="779721"/>
                          <a:pt x="2078310" y="779054"/>
                          <a:pt x="2076881" y="777435"/>
                        </a:cubicBezTo>
                        <a:cubicBezTo>
                          <a:pt x="2075929" y="776292"/>
                          <a:pt x="2075453" y="774768"/>
                          <a:pt x="2075357" y="773339"/>
                        </a:cubicBezTo>
                        <a:cubicBezTo>
                          <a:pt x="2074405" y="762957"/>
                          <a:pt x="2085739" y="756099"/>
                          <a:pt x="2095360" y="752003"/>
                        </a:cubicBezTo>
                        <a:cubicBezTo>
                          <a:pt x="2110886" y="745336"/>
                          <a:pt x="2173846" y="714665"/>
                          <a:pt x="2173274" y="752003"/>
                        </a:cubicBezTo>
                        <a:cubicBezTo>
                          <a:pt x="2172798" y="779816"/>
                          <a:pt x="2102218" y="784007"/>
                          <a:pt x="2082596" y="780102"/>
                        </a:cubicBezTo>
                        <a:close/>
                        <a:moveTo>
                          <a:pt x="2068595" y="740573"/>
                        </a:moveTo>
                        <a:cubicBezTo>
                          <a:pt x="2065737" y="740669"/>
                          <a:pt x="2062784" y="740669"/>
                          <a:pt x="2060308" y="742097"/>
                        </a:cubicBezTo>
                        <a:cubicBezTo>
                          <a:pt x="2057927" y="743526"/>
                          <a:pt x="2056403" y="746003"/>
                          <a:pt x="2055164" y="748479"/>
                        </a:cubicBezTo>
                        <a:cubicBezTo>
                          <a:pt x="2049830" y="758385"/>
                          <a:pt x="2045258" y="768672"/>
                          <a:pt x="2041448" y="779340"/>
                        </a:cubicBezTo>
                        <a:cubicBezTo>
                          <a:pt x="2040781" y="769434"/>
                          <a:pt x="2041639" y="759433"/>
                          <a:pt x="2043925" y="749813"/>
                        </a:cubicBezTo>
                        <a:cubicBezTo>
                          <a:pt x="2011730" y="744002"/>
                          <a:pt x="1980488" y="733048"/>
                          <a:pt x="1951723" y="717332"/>
                        </a:cubicBezTo>
                        <a:cubicBezTo>
                          <a:pt x="1970963" y="721238"/>
                          <a:pt x="1990204" y="725143"/>
                          <a:pt x="2008682" y="731525"/>
                        </a:cubicBezTo>
                        <a:cubicBezTo>
                          <a:pt x="2016493" y="734192"/>
                          <a:pt x="2024208" y="737335"/>
                          <a:pt x="2032304" y="738382"/>
                        </a:cubicBezTo>
                        <a:cubicBezTo>
                          <a:pt x="2043544" y="739716"/>
                          <a:pt x="2054783" y="736859"/>
                          <a:pt x="2065737" y="734096"/>
                        </a:cubicBezTo>
                        <a:cubicBezTo>
                          <a:pt x="2076977" y="731239"/>
                          <a:pt x="2088216" y="728286"/>
                          <a:pt x="2098979" y="723904"/>
                        </a:cubicBezTo>
                        <a:cubicBezTo>
                          <a:pt x="2105742" y="721142"/>
                          <a:pt x="2115267" y="713237"/>
                          <a:pt x="2122506" y="714284"/>
                        </a:cubicBezTo>
                        <a:cubicBezTo>
                          <a:pt x="2111648" y="730381"/>
                          <a:pt x="2087740" y="739811"/>
                          <a:pt x="2068595" y="740573"/>
                        </a:cubicBezTo>
                        <a:close/>
                        <a:moveTo>
                          <a:pt x="1913432" y="765529"/>
                        </a:moveTo>
                        <a:cubicBezTo>
                          <a:pt x="1902383" y="766196"/>
                          <a:pt x="1891334" y="767148"/>
                          <a:pt x="1880285" y="768386"/>
                        </a:cubicBezTo>
                        <a:cubicBezTo>
                          <a:pt x="1869046" y="769720"/>
                          <a:pt x="1857521" y="771244"/>
                          <a:pt x="1846567" y="768672"/>
                        </a:cubicBezTo>
                        <a:cubicBezTo>
                          <a:pt x="1844566" y="773339"/>
                          <a:pt x="1842757" y="777911"/>
                          <a:pt x="1841138" y="782483"/>
                        </a:cubicBezTo>
                        <a:cubicBezTo>
                          <a:pt x="1843138" y="783150"/>
                          <a:pt x="1845233" y="783626"/>
                          <a:pt x="1847138" y="784484"/>
                        </a:cubicBezTo>
                        <a:cubicBezTo>
                          <a:pt x="1844947" y="784484"/>
                          <a:pt x="1842662" y="784484"/>
                          <a:pt x="1840471" y="784388"/>
                        </a:cubicBezTo>
                        <a:cubicBezTo>
                          <a:pt x="1835613" y="797914"/>
                          <a:pt x="1832374" y="811154"/>
                          <a:pt x="1832755" y="823155"/>
                        </a:cubicBezTo>
                        <a:cubicBezTo>
                          <a:pt x="1833137" y="832775"/>
                          <a:pt x="1835041" y="843348"/>
                          <a:pt x="1824183" y="854016"/>
                        </a:cubicBezTo>
                        <a:cubicBezTo>
                          <a:pt x="1815515" y="862493"/>
                          <a:pt x="1801704" y="867446"/>
                          <a:pt x="1791036" y="868304"/>
                        </a:cubicBezTo>
                        <a:cubicBezTo>
                          <a:pt x="1780273" y="869065"/>
                          <a:pt x="1771796" y="866684"/>
                          <a:pt x="1762842" y="864875"/>
                        </a:cubicBezTo>
                        <a:cubicBezTo>
                          <a:pt x="1746269" y="861541"/>
                          <a:pt x="1727314" y="860398"/>
                          <a:pt x="1715407" y="852778"/>
                        </a:cubicBezTo>
                        <a:cubicBezTo>
                          <a:pt x="1694738" y="839538"/>
                          <a:pt x="1700263" y="808391"/>
                          <a:pt x="1722837" y="780007"/>
                        </a:cubicBezTo>
                        <a:cubicBezTo>
                          <a:pt x="1742078" y="755813"/>
                          <a:pt x="1848281" y="673041"/>
                          <a:pt x="1870474" y="697711"/>
                        </a:cubicBezTo>
                        <a:cubicBezTo>
                          <a:pt x="1871522" y="698854"/>
                          <a:pt x="1872189" y="700282"/>
                          <a:pt x="1872475" y="701902"/>
                        </a:cubicBezTo>
                        <a:cubicBezTo>
                          <a:pt x="1883429" y="702569"/>
                          <a:pt x="1894573" y="706760"/>
                          <a:pt x="1904098" y="714570"/>
                        </a:cubicBezTo>
                        <a:cubicBezTo>
                          <a:pt x="1922100" y="729238"/>
                          <a:pt x="1959629" y="762862"/>
                          <a:pt x="1913432" y="765529"/>
                        </a:cubicBezTo>
                        <a:close/>
                        <a:moveTo>
                          <a:pt x="1755984" y="684757"/>
                        </a:moveTo>
                        <a:cubicBezTo>
                          <a:pt x="1750650" y="687614"/>
                          <a:pt x="1744554" y="688567"/>
                          <a:pt x="1738648" y="689424"/>
                        </a:cubicBezTo>
                        <a:cubicBezTo>
                          <a:pt x="1720075" y="692186"/>
                          <a:pt x="1698072" y="693805"/>
                          <a:pt x="1685594" y="679709"/>
                        </a:cubicBezTo>
                        <a:cubicBezTo>
                          <a:pt x="1684737" y="688186"/>
                          <a:pt x="1678641" y="695425"/>
                          <a:pt x="1671402" y="699997"/>
                        </a:cubicBezTo>
                        <a:cubicBezTo>
                          <a:pt x="1665878" y="703426"/>
                          <a:pt x="1659686" y="705521"/>
                          <a:pt x="1653400" y="707236"/>
                        </a:cubicBezTo>
                        <a:cubicBezTo>
                          <a:pt x="1649971" y="709236"/>
                          <a:pt x="1646351" y="711046"/>
                          <a:pt x="1642541" y="712189"/>
                        </a:cubicBezTo>
                        <a:cubicBezTo>
                          <a:pt x="1635397" y="714284"/>
                          <a:pt x="1628349" y="714761"/>
                          <a:pt x="1621396" y="713998"/>
                        </a:cubicBezTo>
                        <a:cubicBezTo>
                          <a:pt x="1618538" y="714189"/>
                          <a:pt x="1615681" y="714284"/>
                          <a:pt x="1612823" y="714189"/>
                        </a:cubicBezTo>
                        <a:cubicBezTo>
                          <a:pt x="1606346" y="713903"/>
                          <a:pt x="1592821" y="712855"/>
                          <a:pt x="1592535" y="704664"/>
                        </a:cubicBezTo>
                        <a:cubicBezTo>
                          <a:pt x="1601774" y="709427"/>
                          <a:pt x="1611490" y="712951"/>
                          <a:pt x="1621396" y="713998"/>
                        </a:cubicBezTo>
                        <a:cubicBezTo>
                          <a:pt x="1630159" y="713237"/>
                          <a:pt x="1638826" y="711046"/>
                          <a:pt x="1647399" y="708855"/>
                        </a:cubicBezTo>
                        <a:cubicBezTo>
                          <a:pt x="1649399" y="708379"/>
                          <a:pt x="1651399" y="707807"/>
                          <a:pt x="1653305" y="707331"/>
                        </a:cubicBezTo>
                        <a:cubicBezTo>
                          <a:pt x="1669497" y="697806"/>
                          <a:pt x="1680737" y="679613"/>
                          <a:pt x="1679022" y="660944"/>
                        </a:cubicBezTo>
                        <a:cubicBezTo>
                          <a:pt x="1685023" y="676184"/>
                          <a:pt x="1702644" y="684280"/>
                          <a:pt x="1719027" y="684185"/>
                        </a:cubicBezTo>
                        <a:cubicBezTo>
                          <a:pt x="1735410" y="684090"/>
                          <a:pt x="1750936" y="677422"/>
                          <a:pt x="1765985" y="670946"/>
                        </a:cubicBezTo>
                        <a:cubicBezTo>
                          <a:pt x="1765699" y="676756"/>
                          <a:pt x="1761318" y="681995"/>
                          <a:pt x="1755984" y="684757"/>
                        </a:cubicBezTo>
                        <a:close/>
                        <a:moveTo>
                          <a:pt x="1186294" y="1428755"/>
                        </a:moveTo>
                        <a:cubicBezTo>
                          <a:pt x="1198390" y="1417705"/>
                          <a:pt x="1208106" y="1420373"/>
                          <a:pt x="1219441" y="1432755"/>
                        </a:cubicBezTo>
                        <a:cubicBezTo>
                          <a:pt x="1219822" y="1433136"/>
                          <a:pt x="1220012" y="1433517"/>
                          <a:pt x="1220393" y="1433898"/>
                        </a:cubicBezTo>
                        <a:cubicBezTo>
                          <a:pt x="1232871" y="1427993"/>
                          <a:pt x="1246587" y="1427040"/>
                          <a:pt x="1259255" y="1436851"/>
                        </a:cubicBezTo>
                        <a:cubicBezTo>
                          <a:pt x="1278877" y="1452091"/>
                          <a:pt x="1253159" y="1470950"/>
                          <a:pt x="1230204" y="1482857"/>
                        </a:cubicBezTo>
                        <a:cubicBezTo>
                          <a:pt x="1223155" y="1503621"/>
                          <a:pt x="1202867" y="1520480"/>
                          <a:pt x="1174292" y="1520195"/>
                        </a:cubicBezTo>
                        <a:cubicBezTo>
                          <a:pt x="1168292" y="1520099"/>
                          <a:pt x="1162005" y="1519814"/>
                          <a:pt x="1156957" y="1517147"/>
                        </a:cubicBezTo>
                        <a:cubicBezTo>
                          <a:pt x="1150289" y="1513718"/>
                          <a:pt x="1146955" y="1506859"/>
                          <a:pt x="1146575" y="1500382"/>
                        </a:cubicBezTo>
                        <a:cubicBezTo>
                          <a:pt x="1145622" y="1480761"/>
                          <a:pt x="1171054" y="1442852"/>
                          <a:pt x="1186294" y="1428755"/>
                        </a:cubicBezTo>
                        <a:close/>
                        <a:moveTo>
                          <a:pt x="1321454" y="1488476"/>
                        </a:moveTo>
                        <a:cubicBezTo>
                          <a:pt x="1318120" y="1481428"/>
                          <a:pt x="1315072" y="1473808"/>
                          <a:pt x="1316786" y="1466569"/>
                        </a:cubicBezTo>
                        <a:cubicBezTo>
                          <a:pt x="1318787" y="1458187"/>
                          <a:pt x="1326788" y="1451900"/>
                          <a:pt x="1334408" y="1446280"/>
                        </a:cubicBezTo>
                        <a:cubicBezTo>
                          <a:pt x="1368697" y="1421134"/>
                          <a:pt x="1427848" y="1384654"/>
                          <a:pt x="1478521" y="1403323"/>
                        </a:cubicBezTo>
                        <a:cubicBezTo>
                          <a:pt x="1497856" y="1410466"/>
                          <a:pt x="1508525" y="1423325"/>
                          <a:pt x="1513382" y="1438470"/>
                        </a:cubicBezTo>
                        <a:cubicBezTo>
                          <a:pt x="1521859" y="1439613"/>
                          <a:pt x="1528527" y="1445614"/>
                          <a:pt x="1528908" y="1452948"/>
                        </a:cubicBezTo>
                        <a:cubicBezTo>
                          <a:pt x="1529289" y="1459711"/>
                          <a:pt x="1524050" y="1465330"/>
                          <a:pt x="1516716" y="1467140"/>
                        </a:cubicBezTo>
                        <a:cubicBezTo>
                          <a:pt x="1515478" y="1488667"/>
                          <a:pt x="1507477" y="1510765"/>
                          <a:pt x="1498714" y="1525909"/>
                        </a:cubicBezTo>
                        <a:cubicBezTo>
                          <a:pt x="1484426" y="1550770"/>
                          <a:pt x="1464424" y="1573154"/>
                          <a:pt x="1440135" y="1591727"/>
                        </a:cubicBezTo>
                        <a:cubicBezTo>
                          <a:pt x="1435277" y="1595442"/>
                          <a:pt x="1429943" y="1599157"/>
                          <a:pt x="1423371" y="1599919"/>
                        </a:cubicBezTo>
                        <a:cubicBezTo>
                          <a:pt x="1411751" y="1601348"/>
                          <a:pt x="1401273" y="1593537"/>
                          <a:pt x="1393272" y="1586012"/>
                        </a:cubicBezTo>
                        <a:cubicBezTo>
                          <a:pt x="1362697" y="1557342"/>
                          <a:pt x="1338122" y="1524005"/>
                          <a:pt x="1321454" y="1488476"/>
                        </a:cubicBezTo>
                        <a:close/>
                        <a:moveTo>
                          <a:pt x="1604441" y="1221967"/>
                        </a:moveTo>
                        <a:cubicBezTo>
                          <a:pt x="1604251" y="1218919"/>
                          <a:pt x="1604251" y="1215299"/>
                          <a:pt x="1600726" y="1214442"/>
                        </a:cubicBezTo>
                        <a:cubicBezTo>
                          <a:pt x="1597583" y="1213680"/>
                          <a:pt x="1592916" y="1215395"/>
                          <a:pt x="1588630" y="1216918"/>
                        </a:cubicBezTo>
                        <a:cubicBezTo>
                          <a:pt x="1562150" y="1226634"/>
                          <a:pt x="1492046" y="1249780"/>
                          <a:pt x="1477949" y="1237302"/>
                        </a:cubicBezTo>
                        <a:cubicBezTo>
                          <a:pt x="1504619" y="1234064"/>
                          <a:pt x="1531575" y="1228253"/>
                          <a:pt x="1560340" y="1217014"/>
                        </a:cubicBezTo>
                        <a:cubicBezTo>
                          <a:pt x="1577962" y="1210156"/>
                          <a:pt x="1629016" y="1189105"/>
                          <a:pt x="1640065" y="1174056"/>
                        </a:cubicBezTo>
                        <a:cubicBezTo>
                          <a:pt x="1631111" y="1186248"/>
                          <a:pt x="1621872" y="1199297"/>
                          <a:pt x="1622443" y="1209680"/>
                        </a:cubicBezTo>
                        <a:cubicBezTo>
                          <a:pt x="1623682" y="1228634"/>
                          <a:pt x="1656924" y="1229587"/>
                          <a:pt x="1658734" y="1248351"/>
                        </a:cubicBezTo>
                        <a:cubicBezTo>
                          <a:pt x="1628539" y="1253304"/>
                          <a:pt x="1605870" y="1242255"/>
                          <a:pt x="1604441" y="1221967"/>
                        </a:cubicBezTo>
                        <a:close/>
                        <a:moveTo>
                          <a:pt x="1657972" y="1200250"/>
                        </a:moveTo>
                        <a:cubicBezTo>
                          <a:pt x="1659877" y="1194725"/>
                          <a:pt x="1663401" y="1189105"/>
                          <a:pt x="1668068" y="1183391"/>
                        </a:cubicBezTo>
                        <a:cubicBezTo>
                          <a:pt x="1667592" y="1182915"/>
                          <a:pt x="1667021" y="1182533"/>
                          <a:pt x="1666544" y="1182057"/>
                        </a:cubicBezTo>
                        <a:cubicBezTo>
                          <a:pt x="1662734" y="1178152"/>
                          <a:pt x="1659972" y="1173008"/>
                          <a:pt x="1663115" y="1166341"/>
                        </a:cubicBezTo>
                        <a:cubicBezTo>
                          <a:pt x="1665592" y="1160911"/>
                          <a:pt x="1671592" y="1155482"/>
                          <a:pt x="1677498" y="1150529"/>
                        </a:cubicBezTo>
                        <a:cubicBezTo>
                          <a:pt x="1690642" y="1139671"/>
                          <a:pt x="1705692" y="1129765"/>
                          <a:pt x="1721504" y="1122716"/>
                        </a:cubicBezTo>
                        <a:cubicBezTo>
                          <a:pt x="1737220" y="1115668"/>
                          <a:pt x="1760270" y="1108619"/>
                          <a:pt x="1769319" y="1115192"/>
                        </a:cubicBezTo>
                        <a:cubicBezTo>
                          <a:pt x="1774748" y="1119097"/>
                          <a:pt x="1780463" y="1125764"/>
                          <a:pt x="1779606" y="1133670"/>
                        </a:cubicBezTo>
                        <a:cubicBezTo>
                          <a:pt x="1783892" y="1136051"/>
                          <a:pt x="1787036" y="1139671"/>
                          <a:pt x="1788560" y="1145100"/>
                        </a:cubicBezTo>
                        <a:cubicBezTo>
                          <a:pt x="1798085" y="1177485"/>
                          <a:pt x="1736267" y="1255400"/>
                          <a:pt x="1681784" y="1241112"/>
                        </a:cubicBezTo>
                        <a:cubicBezTo>
                          <a:pt x="1670830" y="1238255"/>
                          <a:pt x="1666068" y="1229968"/>
                          <a:pt x="1661687" y="1221967"/>
                        </a:cubicBezTo>
                        <a:cubicBezTo>
                          <a:pt x="1658257" y="1215585"/>
                          <a:pt x="1654829" y="1208918"/>
                          <a:pt x="1657972" y="1200250"/>
                        </a:cubicBezTo>
                        <a:close/>
                        <a:moveTo>
                          <a:pt x="1768081" y="1305406"/>
                        </a:moveTo>
                        <a:cubicBezTo>
                          <a:pt x="1768938" y="1279402"/>
                          <a:pt x="1774272" y="1251494"/>
                          <a:pt x="1797513" y="1233111"/>
                        </a:cubicBezTo>
                        <a:cubicBezTo>
                          <a:pt x="1811610" y="1221967"/>
                          <a:pt x="1845233" y="1203964"/>
                          <a:pt x="1860854" y="1222252"/>
                        </a:cubicBezTo>
                        <a:cubicBezTo>
                          <a:pt x="1874665" y="1238255"/>
                          <a:pt x="1863807" y="1268258"/>
                          <a:pt x="1867712" y="1286261"/>
                        </a:cubicBezTo>
                        <a:cubicBezTo>
                          <a:pt x="1872475" y="1308454"/>
                          <a:pt x="1908670" y="1336648"/>
                          <a:pt x="1898669" y="1358555"/>
                        </a:cubicBezTo>
                        <a:cubicBezTo>
                          <a:pt x="1895430" y="1365604"/>
                          <a:pt x="1887620" y="1370461"/>
                          <a:pt x="1879047" y="1372938"/>
                        </a:cubicBezTo>
                        <a:cubicBezTo>
                          <a:pt x="1864474" y="1377224"/>
                          <a:pt x="1847900" y="1375510"/>
                          <a:pt x="1833327" y="1370652"/>
                        </a:cubicBezTo>
                        <a:cubicBezTo>
                          <a:pt x="1818658" y="1365699"/>
                          <a:pt x="1805705" y="1357889"/>
                          <a:pt x="1793322" y="1349602"/>
                        </a:cubicBezTo>
                        <a:cubicBezTo>
                          <a:pt x="1784940" y="1343982"/>
                          <a:pt x="1776558" y="1337981"/>
                          <a:pt x="1772081" y="1329885"/>
                        </a:cubicBezTo>
                        <a:cubicBezTo>
                          <a:pt x="1767986" y="1322075"/>
                          <a:pt x="1767890" y="1313597"/>
                          <a:pt x="1768081" y="1305406"/>
                        </a:cubicBezTo>
                        <a:close/>
                        <a:moveTo>
                          <a:pt x="1897240" y="1483238"/>
                        </a:moveTo>
                        <a:cubicBezTo>
                          <a:pt x="1899716" y="1477999"/>
                          <a:pt x="1905622" y="1474475"/>
                          <a:pt x="1910765" y="1470855"/>
                        </a:cubicBezTo>
                        <a:cubicBezTo>
                          <a:pt x="1933911" y="1454377"/>
                          <a:pt x="1991252" y="1391607"/>
                          <a:pt x="2018969" y="1431136"/>
                        </a:cubicBezTo>
                        <a:cubicBezTo>
                          <a:pt x="2030780" y="1428278"/>
                          <a:pt x="2044115" y="1427135"/>
                          <a:pt x="2052592" y="1432279"/>
                        </a:cubicBezTo>
                        <a:cubicBezTo>
                          <a:pt x="2059450" y="1436565"/>
                          <a:pt x="2064022" y="1446280"/>
                          <a:pt x="2062117" y="1452853"/>
                        </a:cubicBezTo>
                        <a:cubicBezTo>
                          <a:pt x="2060022" y="1460568"/>
                          <a:pt x="2050878" y="1465426"/>
                          <a:pt x="2043258" y="1469141"/>
                        </a:cubicBezTo>
                        <a:cubicBezTo>
                          <a:pt x="2031352" y="1475142"/>
                          <a:pt x="2019350" y="1481047"/>
                          <a:pt x="2007444" y="1487048"/>
                        </a:cubicBezTo>
                        <a:cubicBezTo>
                          <a:pt x="1984394" y="1505431"/>
                          <a:pt x="1968772" y="1528291"/>
                          <a:pt x="1934863" y="1534291"/>
                        </a:cubicBezTo>
                        <a:cubicBezTo>
                          <a:pt x="1921243" y="1536673"/>
                          <a:pt x="1903336" y="1534482"/>
                          <a:pt x="1898097" y="1523433"/>
                        </a:cubicBezTo>
                        <a:cubicBezTo>
                          <a:pt x="1896478" y="1520099"/>
                          <a:pt x="1896382" y="1516575"/>
                          <a:pt x="1896287" y="1513051"/>
                        </a:cubicBezTo>
                        <a:cubicBezTo>
                          <a:pt x="1896097" y="1507050"/>
                          <a:pt x="1895906" y="1500954"/>
                          <a:pt x="1895716" y="1494953"/>
                        </a:cubicBezTo>
                        <a:cubicBezTo>
                          <a:pt x="1895621" y="1491048"/>
                          <a:pt x="1895525" y="1486857"/>
                          <a:pt x="1897240" y="1483238"/>
                        </a:cubicBezTo>
                        <a:close/>
                        <a:moveTo>
                          <a:pt x="1930006" y="1433803"/>
                        </a:moveTo>
                        <a:cubicBezTo>
                          <a:pt x="1938864" y="1421992"/>
                          <a:pt x="1950294" y="1411609"/>
                          <a:pt x="1963534" y="1403323"/>
                        </a:cubicBezTo>
                        <a:cubicBezTo>
                          <a:pt x="1974106" y="1396750"/>
                          <a:pt x="1985727" y="1391321"/>
                          <a:pt x="1995633" y="1384177"/>
                        </a:cubicBezTo>
                        <a:cubicBezTo>
                          <a:pt x="2019636" y="1366461"/>
                          <a:pt x="2028018" y="1341792"/>
                          <a:pt x="2033923" y="1316359"/>
                        </a:cubicBezTo>
                        <a:cubicBezTo>
                          <a:pt x="2036876" y="1333219"/>
                          <a:pt x="2037067" y="1350650"/>
                          <a:pt x="2038305" y="1367604"/>
                        </a:cubicBezTo>
                        <a:cubicBezTo>
                          <a:pt x="2039257" y="1379510"/>
                          <a:pt x="2041258" y="1393226"/>
                          <a:pt x="2053069" y="1400275"/>
                        </a:cubicBezTo>
                        <a:cubicBezTo>
                          <a:pt x="2032019" y="1391321"/>
                          <a:pt x="2006682" y="1393417"/>
                          <a:pt x="1985632" y="1401037"/>
                        </a:cubicBezTo>
                        <a:cubicBezTo>
                          <a:pt x="1964772" y="1408561"/>
                          <a:pt x="1947246" y="1421230"/>
                          <a:pt x="1930006" y="1433803"/>
                        </a:cubicBezTo>
                        <a:close/>
                        <a:moveTo>
                          <a:pt x="2027161" y="1150148"/>
                        </a:moveTo>
                        <a:cubicBezTo>
                          <a:pt x="2020874" y="1159959"/>
                          <a:pt x="2015064" y="1170151"/>
                          <a:pt x="2004587" y="1179009"/>
                        </a:cubicBezTo>
                        <a:cubicBezTo>
                          <a:pt x="1985917" y="1194725"/>
                          <a:pt x="1959819" y="1200155"/>
                          <a:pt x="1939436" y="1200821"/>
                        </a:cubicBezTo>
                        <a:cubicBezTo>
                          <a:pt x="1928958" y="1201107"/>
                          <a:pt x="1918576" y="1200536"/>
                          <a:pt x="1912670" y="1195964"/>
                        </a:cubicBezTo>
                        <a:cubicBezTo>
                          <a:pt x="1907717" y="1192154"/>
                          <a:pt x="1906384" y="1186057"/>
                          <a:pt x="1906288" y="1179580"/>
                        </a:cubicBezTo>
                        <a:cubicBezTo>
                          <a:pt x="1906098" y="1161578"/>
                          <a:pt x="1915813" y="1140433"/>
                          <a:pt x="1931720" y="1119859"/>
                        </a:cubicBezTo>
                        <a:cubicBezTo>
                          <a:pt x="1928482" y="1116144"/>
                          <a:pt x="1926481" y="1111286"/>
                          <a:pt x="1929244" y="1105190"/>
                        </a:cubicBezTo>
                        <a:cubicBezTo>
                          <a:pt x="1931720" y="1099761"/>
                          <a:pt x="1937721" y="1094332"/>
                          <a:pt x="1943627" y="1089379"/>
                        </a:cubicBezTo>
                        <a:cubicBezTo>
                          <a:pt x="1956771" y="1078520"/>
                          <a:pt x="1971821" y="1068614"/>
                          <a:pt x="1987632" y="1061566"/>
                        </a:cubicBezTo>
                        <a:cubicBezTo>
                          <a:pt x="1993347" y="1058994"/>
                          <a:pt x="2000014" y="1056422"/>
                          <a:pt x="2006682" y="1054517"/>
                        </a:cubicBezTo>
                        <a:cubicBezTo>
                          <a:pt x="2051640" y="1024895"/>
                          <a:pt x="2109362" y="995748"/>
                          <a:pt x="2126507" y="1014607"/>
                        </a:cubicBezTo>
                        <a:cubicBezTo>
                          <a:pt x="2132317" y="1021085"/>
                          <a:pt x="2131364" y="1028990"/>
                          <a:pt x="2126697" y="1037563"/>
                        </a:cubicBezTo>
                        <a:cubicBezTo>
                          <a:pt x="2126792" y="1039849"/>
                          <a:pt x="2126030" y="1042516"/>
                          <a:pt x="2124221" y="1045373"/>
                        </a:cubicBezTo>
                        <a:cubicBezTo>
                          <a:pt x="2121554" y="1049469"/>
                          <a:pt x="2117267" y="1053279"/>
                          <a:pt x="2112410" y="1055946"/>
                        </a:cubicBezTo>
                        <a:cubicBezTo>
                          <a:pt x="2107742" y="1060804"/>
                          <a:pt x="2102599" y="1065662"/>
                          <a:pt x="2097455" y="1070234"/>
                        </a:cubicBezTo>
                        <a:cubicBezTo>
                          <a:pt x="2068975" y="1095570"/>
                          <a:pt x="2044877" y="1122526"/>
                          <a:pt x="2027161" y="1150148"/>
                        </a:cubicBezTo>
                        <a:close/>
                        <a:moveTo>
                          <a:pt x="2064785" y="1334076"/>
                        </a:moveTo>
                        <a:cubicBezTo>
                          <a:pt x="2066023" y="1315312"/>
                          <a:pt x="2067356" y="1296357"/>
                          <a:pt x="2073833" y="1278545"/>
                        </a:cubicBezTo>
                        <a:cubicBezTo>
                          <a:pt x="2084406" y="1249590"/>
                          <a:pt x="2107552" y="1231206"/>
                          <a:pt x="2143080" y="1224634"/>
                        </a:cubicBezTo>
                        <a:cubicBezTo>
                          <a:pt x="2160797" y="1221300"/>
                          <a:pt x="2177465" y="1220157"/>
                          <a:pt x="2190229" y="1227396"/>
                        </a:cubicBezTo>
                        <a:cubicBezTo>
                          <a:pt x="2188133" y="1223110"/>
                          <a:pt x="2187943" y="1217490"/>
                          <a:pt x="2189086" y="1211870"/>
                        </a:cubicBezTo>
                        <a:cubicBezTo>
                          <a:pt x="2196134" y="1175009"/>
                          <a:pt x="2243092" y="1134242"/>
                          <a:pt x="2275382" y="1095094"/>
                        </a:cubicBezTo>
                        <a:cubicBezTo>
                          <a:pt x="2298052" y="1067567"/>
                          <a:pt x="2321579" y="1041754"/>
                          <a:pt x="2360440" y="1041563"/>
                        </a:cubicBezTo>
                        <a:cubicBezTo>
                          <a:pt x="2385015" y="1041468"/>
                          <a:pt x="2389206" y="1052612"/>
                          <a:pt x="2384539" y="1067757"/>
                        </a:cubicBezTo>
                        <a:cubicBezTo>
                          <a:pt x="2400160" y="1062328"/>
                          <a:pt x="2413590" y="1061756"/>
                          <a:pt x="2418829" y="1071472"/>
                        </a:cubicBezTo>
                        <a:cubicBezTo>
                          <a:pt x="2419686" y="1072996"/>
                          <a:pt x="2419877" y="1074615"/>
                          <a:pt x="2419877" y="1076234"/>
                        </a:cubicBezTo>
                        <a:cubicBezTo>
                          <a:pt x="2424734" y="1078520"/>
                          <a:pt x="2425687" y="1083854"/>
                          <a:pt x="2421591" y="1090141"/>
                        </a:cubicBezTo>
                        <a:cubicBezTo>
                          <a:pt x="2416162" y="1098523"/>
                          <a:pt x="2403970" y="1105286"/>
                          <a:pt x="2394349" y="1105286"/>
                        </a:cubicBezTo>
                        <a:cubicBezTo>
                          <a:pt x="2392254" y="1105286"/>
                          <a:pt x="2390540" y="1104905"/>
                          <a:pt x="2389015" y="1104333"/>
                        </a:cubicBezTo>
                        <a:cubicBezTo>
                          <a:pt x="2377490" y="1110334"/>
                          <a:pt x="2364536" y="1115858"/>
                          <a:pt x="2353011" y="1120145"/>
                        </a:cubicBezTo>
                        <a:cubicBezTo>
                          <a:pt x="2336342" y="1144147"/>
                          <a:pt x="2325770" y="1171008"/>
                          <a:pt x="2306720" y="1193868"/>
                        </a:cubicBezTo>
                        <a:cubicBezTo>
                          <a:pt x="2288432" y="1215871"/>
                          <a:pt x="2257856" y="1226634"/>
                          <a:pt x="2231472" y="1232444"/>
                        </a:cubicBezTo>
                        <a:cubicBezTo>
                          <a:pt x="2219661" y="1235016"/>
                          <a:pt x="2207374" y="1237017"/>
                          <a:pt x="2198992" y="1234445"/>
                        </a:cubicBezTo>
                        <a:cubicBezTo>
                          <a:pt x="2200611" y="1236350"/>
                          <a:pt x="2202230" y="1238350"/>
                          <a:pt x="2203659" y="1240731"/>
                        </a:cubicBezTo>
                        <a:cubicBezTo>
                          <a:pt x="2216708" y="1263020"/>
                          <a:pt x="2214803" y="1290452"/>
                          <a:pt x="2225090" y="1313693"/>
                        </a:cubicBezTo>
                        <a:cubicBezTo>
                          <a:pt x="2240045" y="1347506"/>
                          <a:pt x="2243664" y="1373319"/>
                          <a:pt x="2237378" y="1408657"/>
                        </a:cubicBezTo>
                        <a:cubicBezTo>
                          <a:pt x="2236330" y="1414562"/>
                          <a:pt x="2234711" y="1421134"/>
                          <a:pt x="2228805" y="1424468"/>
                        </a:cubicBezTo>
                        <a:cubicBezTo>
                          <a:pt x="2224328" y="1426945"/>
                          <a:pt x="2218518" y="1426945"/>
                          <a:pt x="2212994" y="1426850"/>
                        </a:cubicBezTo>
                        <a:cubicBezTo>
                          <a:pt x="2184133" y="1426374"/>
                          <a:pt x="2154605" y="1425802"/>
                          <a:pt x="2127078" y="1417515"/>
                        </a:cubicBezTo>
                        <a:cubicBezTo>
                          <a:pt x="2099646" y="1409228"/>
                          <a:pt x="2074119" y="1391702"/>
                          <a:pt x="2066689" y="1368271"/>
                        </a:cubicBezTo>
                        <a:cubicBezTo>
                          <a:pt x="2063261" y="1357127"/>
                          <a:pt x="2064022" y="1345411"/>
                          <a:pt x="2064785" y="1334076"/>
                        </a:cubicBezTo>
                        <a:close/>
                        <a:moveTo>
                          <a:pt x="2212136" y="1465330"/>
                        </a:moveTo>
                        <a:cubicBezTo>
                          <a:pt x="2249570" y="1457901"/>
                          <a:pt x="2286812" y="1444566"/>
                          <a:pt x="2310434" y="1419706"/>
                        </a:cubicBezTo>
                        <a:cubicBezTo>
                          <a:pt x="2329484" y="1399608"/>
                          <a:pt x="2337962" y="1373319"/>
                          <a:pt x="2338247" y="1347316"/>
                        </a:cubicBezTo>
                        <a:cubicBezTo>
                          <a:pt x="2338342" y="1337791"/>
                          <a:pt x="2322245" y="1288166"/>
                          <a:pt x="2326436" y="1283689"/>
                        </a:cubicBezTo>
                        <a:cubicBezTo>
                          <a:pt x="2333104" y="1276545"/>
                          <a:pt x="2352821" y="1303882"/>
                          <a:pt x="2362441" y="1308454"/>
                        </a:cubicBezTo>
                        <a:cubicBezTo>
                          <a:pt x="2384158" y="1318741"/>
                          <a:pt x="2414066" y="1315121"/>
                          <a:pt x="2431307" y="1330266"/>
                        </a:cubicBezTo>
                        <a:cubicBezTo>
                          <a:pt x="2409590" y="1319312"/>
                          <a:pt x="2382157" y="1328552"/>
                          <a:pt x="2362441" y="1340743"/>
                        </a:cubicBezTo>
                        <a:cubicBezTo>
                          <a:pt x="2352440" y="1346935"/>
                          <a:pt x="2342724" y="1354555"/>
                          <a:pt x="2339390" y="1364651"/>
                        </a:cubicBezTo>
                        <a:cubicBezTo>
                          <a:pt x="2337485" y="1370461"/>
                          <a:pt x="2337866" y="1376748"/>
                          <a:pt x="2337485" y="1382844"/>
                        </a:cubicBezTo>
                        <a:cubicBezTo>
                          <a:pt x="2336152" y="1408180"/>
                          <a:pt x="2321293" y="1432469"/>
                          <a:pt x="2297766" y="1447900"/>
                        </a:cubicBezTo>
                        <a:cubicBezTo>
                          <a:pt x="2274335" y="1463425"/>
                          <a:pt x="2242426" y="1469902"/>
                          <a:pt x="2212136" y="1465330"/>
                        </a:cubicBezTo>
                        <a:close/>
                        <a:moveTo>
                          <a:pt x="2416543" y="1232730"/>
                        </a:moveTo>
                        <a:cubicBezTo>
                          <a:pt x="2410256" y="1232444"/>
                          <a:pt x="2403113" y="1230254"/>
                          <a:pt x="2407018" y="1224634"/>
                        </a:cubicBezTo>
                        <a:cubicBezTo>
                          <a:pt x="2408828" y="1222062"/>
                          <a:pt x="2412352" y="1219966"/>
                          <a:pt x="2415590" y="1218061"/>
                        </a:cubicBezTo>
                        <a:cubicBezTo>
                          <a:pt x="2453214" y="1196440"/>
                          <a:pt x="2490933" y="1174723"/>
                          <a:pt x="2528557" y="1153101"/>
                        </a:cubicBezTo>
                        <a:cubicBezTo>
                          <a:pt x="2544845" y="1143767"/>
                          <a:pt x="2561704" y="1134146"/>
                          <a:pt x="2578563" y="1129384"/>
                        </a:cubicBezTo>
                        <a:cubicBezTo>
                          <a:pt x="2591993" y="1125669"/>
                          <a:pt x="2604281" y="1125288"/>
                          <a:pt x="2616091" y="1125383"/>
                        </a:cubicBezTo>
                        <a:cubicBezTo>
                          <a:pt x="2627522" y="1125383"/>
                          <a:pt x="2638761" y="1125669"/>
                          <a:pt x="2649715" y="1126240"/>
                        </a:cubicBezTo>
                        <a:lnTo>
                          <a:pt x="2633713" y="1153577"/>
                        </a:lnTo>
                        <a:cubicBezTo>
                          <a:pt x="2617425" y="1186820"/>
                          <a:pt x="2570657" y="1223396"/>
                          <a:pt x="2527699" y="1232254"/>
                        </a:cubicBezTo>
                        <a:cubicBezTo>
                          <a:pt x="2512840" y="1235302"/>
                          <a:pt x="2499410" y="1235207"/>
                          <a:pt x="2486266" y="1234921"/>
                        </a:cubicBezTo>
                        <a:cubicBezTo>
                          <a:pt x="2462834" y="1234635"/>
                          <a:pt x="2439593" y="1233873"/>
                          <a:pt x="2416543" y="1232730"/>
                        </a:cubicBezTo>
                        <a:close/>
                        <a:moveTo>
                          <a:pt x="2600566" y="1061852"/>
                        </a:moveTo>
                        <a:cubicBezTo>
                          <a:pt x="2595517" y="1069662"/>
                          <a:pt x="2592850" y="1078044"/>
                          <a:pt x="2584183" y="1084997"/>
                        </a:cubicBezTo>
                        <a:cubicBezTo>
                          <a:pt x="2574182" y="1093094"/>
                          <a:pt x="2560085" y="1095665"/>
                          <a:pt x="2551607" y="1093284"/>
                        </a:cubicBezTo>
                        <a:cubicBezTo>
                          <a:pt x="2543130" y="1090903"/>
                          <a:pt x="2538939" y="1084712"/>
                          <a:pt x="2535034" y="1078711"/>
                        </a:cubicBezTo>
                        <a:cubicBezTo>
                          <a:pt x="2520175" y="1056137"/>
                          <a:pt x="2505411" y="1033562"/>
                          <a:pt x="2490552" y="1010988"/>
                        </a:cubicBezTo>
                        <a:cubicBezTo>
                          <a:pt x="2487599" y="1006511"/>
                          <a:pt x="2484647" y="1001654"/>
                          <a:pt x="2487314" y="994986"/>
                        </a:cubicBezTo>
                        <a:cubicBezTo>
                          <a:pt x="2491028" y="985937"/>
                          <a:pt x="2504458" y="976793"/>
                          <a:pt x="2516650" y="972697"/>
                        </a:cubicBezTo>
                        <a:cubicBezTo>
                          <a:pt x="2528842" y="968602"/>
                          <a:pt x="2540082" y="968316"/>
                          <a:pt x="2550845" y="968126"/>
                        </a:cubicBezTo>
                        <a:cubicBezTo>
                          <a:pt x="2578087" y="967649"/>
                          <a:pt x="2605423" y="967173"/>
                          <a:pt x="2632665" y="966697"/>
                        </a:cubicBezTo>
                        <a:cubicBezTo>
                          <a:pt x="2657049" y="966316"/>
                          <a:pt x="2682386" y="965744"/>
                          <a:pt x="2709913" y="957077"/>
                        </a:cubicBezTo>
                        <a:lnTo>
                          <a:pt x="2693815" y="984509"/>
                        </a:lnTo>
                        <a:cubicBezTo>
                          <a:pt x="2692673" y="985366"/>
                          <a:pt x="2691434" y="986318"/>
                          <a:pt x="2690291" y="987176"/>
                        </a:cubicBezTo>
                        <a:cubicBezTo>
                          <a:pt x="2690672" y="987461"/>
                          <a:pt x="2691053" y="987747"/>
                          <a:pt x="2691339" y="988033"/>
                        </a:cubicBezTo>
                        <a:cubicBezTo>
                          <a:pt x="2695054" y="992414"/>
                          <a:pt x="2692577" y="1002415"/>
                          <a:pt x="2686100" y="1009083"/>
                        </a:cubicBezTo>
                        <a:cubicBezTo>
                          <a:pt x="2678575" y="1016894"/>
                          <a:pt x="2666193" y="1021846"/>
                          <a:pt x="2656192" y="1025656"/>
                        </a:cubicBezTo>
                        <a:cubicBezTo>
                          <a:pt x="2645143" y="1029847"/>
                          <a:pt x="2634094" y="1034038"/>
                          <a:pt x="2623045" y="1038229"/>
                        </a:cubicBezTo>
                        <a:cubicBezTo>
                          <a:pt x="2613996" y="1045850"/>
                          <a:pt x="2605900" y="1053660"/>
                          <a:pt x="2600566" y="1061852"/>
                        </a:cubicBezTo>
                        <a:close/>
                        <a:moveTo>
                          <a:pt x="3435718" y="688948"/>
                        </a:moveTo>
                        <a:cubicBezTo>
                          <a:pt x="3424097" y="664659"/>
                          <a:pt x="3422954" y="636846"/>
                          <a:pt x="3425907" y="609890"/>
                        </a:cubicBezTo>
                        <a:cubicBezTo>
                          <a:pt x="3420097" y="605795"/>
                          <a:pt x="3414572" y="600365"/>
                          <a:pt x="3413334" y="593412"/>
                        </a:cubicBezTo>
                        <a:cubicBezTo>
                          <a:pt x="3412286" y="587602"/>
                          <a:pt x="3414477" y="581696"/>
                          <a:pt x="3417049" y="576362"/>
                        </a:cubicBezTo>
                        <a:cubicBezTo>
                          <a:pt x="3422669" y="564646"/>
                          <a:pt x="3430479" y="553883"/>
                          <a:pt x="3440861" y="546168"/>
                        </a:cubicBezTo>
                        <a:cubicBezTo>
                          <a:pt x="3441052" y="545978"/>
                          <a:pt x="3441338" y="545787"/>
                          <a:pt x="3441623" y="545692"/>
                        </a:cubicBezTo>
                        <a:cubicBezTo>
                          <a:pt x="3446100" y="535405"/>
                          <a:pt x="3451529" y="525785"/>
                          <a:pt x="3458482" y="516926"/>
                        </a:cubicBezTo>
                        <a:cubicBezTo>
                          <a:pt x="3476771" y="493876"/>
                          <a:pt x="3506298" y="478160"/>
                          <a:pt x="3535349" y="482731"/>
                        </a:cubicBezTo>
                        <a:lnTo>
                          <a:pt x="3537064" y="510163"/>
                        </a:lnTo>
                        <a:cubicBezTo>
                          <a:pt x="3537635" y="509497"/>
                          <a:pt x="3538683" y="509021"/>
                          <a:pt x="3539445" y="509592"/>
                        </a:cubicBezTo>
                        <a:cubicBezTo>
                          <a:pt x="3541064" y="510830"/>
                          <a:pt x="3540779" y="513307"/>
                          <a:pt x="3540302" y="515212"/>
                        </a:cubicBezTo>
                        <a:cubicBezTo>
                          <a:pt x="3540016" y="516450"/>
                          <a:pt x="3539731" y="517593"/>
                          <a:pt x="3539445" y="518831"/>
                        </a:cubicBezTo>
                        <a:cubicBezTo>
                          <a:pt x="3540207" y="520736"/>
                          <a:pt x="3540683" y="522737"/>
                          <a:pt x="3540779" y="524927"/>
                        </a:cubicBezTo>
                        <a:cubicBezTo>
                          <a:pt x="3540874" y="529880"/>
                          <a:pt x="3538588" y="534262"/>
                          <a:pt x="3535159" y="537310"/>
                        </a:cubicBezTo>
                        <a:cubicBezTo>
                          <a:pt x="3530111" y="560360"/>
                          <a:pt x="3526777" y="583696"/>
                          <a:pt x="3529825" y="606938"/>
                        </a:cubicBezTo>
                        <a:cubicBezTo>
                          <a:pt x="3534492" y="641418"/>
                          <a:pt x="3553161" y="676661"/>
                          <a:pt x="3540493" y="709141"/>
                        </a:cubicBezTo>
                        <a:cubicBezTo>
                          <a:pt x="3537826" y="715999"/>
                          <a:pt x="3533730" y="722380"/>
                          <a:pt x="3527920" y="726762"/>
                        </a:cubicBezTo>
                        <a:cubicBezTo>
                          <a:pt x="3522586" y="730763"/>
                          <a:pt x="3515918" y="732953"/>
                          <a:pt x="3509346" y="733906"/>
                        </a:cubicBezTo>
                        <a:cubicBezTo>
                          <a:pt x="3499154" y="735335"/>
                          <a:pt x="3488963" y="733811"/>
                          <a:pt x="3479533" y="730191"/>
                        </a:cubicBezTo>
                        <a:lnTo>
                          <a:pt x="3475532" y="738478"/>
                        </a:lnTo>
                        <a:cubicBezTo>
                          <a:pt x="3476675" y="736954"/>
                          <a:pt x="3479914" y="736573"/>
                          <a:pt x="3479723" y="737906"/>
                        </a:cubicBezTo>
                        <a:cubicBezTo>
                          <a:pt x="3457625" y="762481"/>
                          <a:pt x="3435432" y="787055"/>
                          <a:pt x="3413334" y="811630"/>
                        </a:cubicBezTo>
                        <a:cubicBezTo>
                          <a:pt x="3397427" y="829346"/>
                          <a:pt x="3379330" y="848587"/>
                          <a:pt x="3355517" y="859350"/>
                        </a:cubicBezTo>
                        <a:cubicBezTo>
                          <a:pt x="3344945" y="864113"/>
                          <a:pt x="3334277" y="866684"/>
                          <a:pt x="3324085" y="868399"/>
                        </a:cubicBezTo>
                        <a:cubicBezTo>
                          <a:pt x="3282937" y="875257"/>
                          <a:pt x="3247790" y="867732"/>
                          <a:pt x="3229978" y="848396"/>
                        </a:cubicBezTo>
                        <a:cubicBezTo>
                          <a:pt x="3227787" y="846015"/>
                          <a:pt x="3225787" y="843348"/>
                          <a:pt x="3226358" y="839729"/>
                        </a:cubicBezTo>
                        <a:cubicBezTo>
                          <a:pt x="3227120" y="834490"/>
                          <a:pt x="3232645" y="828489"/>
                          <a:pt x="3237979" y="822964"/>
                        </a:cubicBezTo>
                        <a:cubicBezTo>
                          <a:pt x="3256553" y="803819"/>
                          <a:pt x="3276269" y="785055"/>
                          <a:pt x="3296939" y="766767"/>
                        </a:cubicBezTo>
                        <a:cubicBezTo>
                          <a:pt x="3306845" y="758004"/>
                          <a:pt x="3317227" y="749146"/>
                          <a:pt x="3329514" y="742669"/>
                        </a:cubicBezTo>
                        <a:cubicBezTo>
                          <a:pt x="3344373" y="734858"/>
                          <a:pt x="3359899" y="731715"/>
                          <a:pt x="3374567" y="729143"/>
                        </a:cubicBezTo>
                        <a:cubicBezTo>
                          <a:pt x="3402952" y="724190"/>
                          <a:pt x="3430955" y="720285"/>
                          <a:pt x="3458387" y="717618"/>
                        </a:cubicBezTo>
                        <a:cubicBezTo>
                          <a:pt x="3448862" y="709903"/>
                          <a:pt x="3441052" y="699902"/>
                          <a:pt x="3435718" y="688948"/>
                        </a:cubicBezTo>
                        <a:close/>
                        <a:moveTo>
                          <a:pt x="3632504" y="720952"/>
                        </a:moveTo>
                        <a:cubicBezTo>
                          <a:pt x="3637457" y="716570"/>
                          <a:pt x="3642791" y="711998"/>
                          <a:pt x="3649078" y="709522"/>
                        </a:cubicBezTo>
                        <a:cubicBezTo>
                          <a:pt x="3653936" y="707521"/>
                          <a:pt x="3658603" y="707236"/>
                          <a:pt x="3662984" y="707045"/>
                        </a:cubicBezTo>
                        <a:cubicBezTo>
                          <a:pt x="3682701" y="706188"/>
                          <a:pt x="3700989" y="707712"/>
                          <a:pt x="3717182" y="711522"/>
                        </a:cubicBezTo>
                        <a:lnTo>
                          <a:pt x="3714705" y="717809"/>
                        </a:lnTo>
                        <a:cubicBezTo>
                          <a:pt x="3715181" y="717904"/>
                          <a:pt x="3715657" y="717999"/>
                          <a:pt x="3716134" y="718094"/>
                        </a:cubicBezTo>
                        <a:cubicBezTo>
                          <a:pt x="3727373" y="717713"/>
                          <a:pt x="3738517" y="713522"/>
                          <a:pt x="3747757" y="706950"/>
                        </a:cubicBezTo>
                        <a:cubicBezTo>
                          <a:pt x="3760520" y="697711"/>
                          <a:pt x="3769664" y="684376"/>
                          <a:pt x="3776522" y="670184"/>
                        </a:cubicBezTo>
                        <a:cubicBezTo>
                          <a:pt x="3783761" y="655134"/>
                          <a:pt x="3787000" y="640465"/>
                          <a:pt x="3783761" y="623987"/>
                        </a:cubicBezTo>
                        <a:cubicBezTo>
                          <a:pt x="3796715" y="621796"/>
                          <a:pt x="3785381" y="662468"/>
                          <a:pt x="3782714" y="669517"/>
                        </a:cubicBezTo>
                        <a:cubicBezTo>
                          <a:pt x="3775951" y="687329"/>
                          <a:pt x="3764425" y="703330"/>
                          <a:pt x="3749376" y="715142"/>
                        </a:cubicBezTo>
                        <a:cubicBezTo>
                          <a:pt x="3747662" y="716475"/>
                          <a:pt x="3745852" y="717904"/>
                          <a:pt x="3744804" y="719809"/>
                        </a:cubicBezTo>
                        <a:cubicBezTo>
                          <a:pt x="3742423" y="724571"/>
                          <a:pt x="3746042" y="730286"/>
                          <a:pt x="3750138" y="733715"/>
                        </a:cubicBezTo>
                        <a:cubicBezTo>
                          <a:pt x="3754234" y="737239"/>
                          <a:pt x="3759282" y="740383"/>
                          <a:pt x="3760520" y="745621"/>
                        </a:cubicBezTo>
                        <a:cubicBezTo>
                          <a:pt x="3749852" y="731239"/>
                          <a:pt x="3733565" y="721428"/>
                          <a:pt x="3716134" y="717999"/>
                        </a:cubicBezTo>
                        <a:cubicBezTo>
                          <a:pt x="3715657" y="717999"/>
                          <a:pt x="3715086" y="718094"/>
                          <a:pt x="3714610" y="718094"/>
                        </a:cubicBezTo>
                        <a:lnTo>
                          <a:pt x="3702037" y="750384"/>
                        </a:lnTo>
                        <a:cubicBezTo>
                          <a:pt x="3696227" y="772768"/>
                          <a:pt x="3666699" y="799723"/>
                          <a:pt x="3635552" y="811249"/>
                        </a:cubicBezTo>
                        <a:cubicBezTo>
                          <a:pt x="3622694" y="816011"/>
                          <a:pt x="3610121" y="818202"/>
                          <a:pt x="3597262" y="823060"/>
                        </a:cubicBezTo>
                        <a:cubicBezTo>
                          <a:pt x="3557733" y="837919"/>
                          <a:pt x="3526015" y="873066"/>
                          <a:pt x="3486772" y="890402"/>
                        </a:cubicBezTo>
                        <a:cubicBezTo>
                          <a:pt x="3480485" y="893164"/>
                          <a:pt x="3473818" y="895450"/>
                          <a:pt x="3468484" y="895259"/>
                        </a:cubicBezTo>
                        <a:cubicBezTo>
                          <a:pt x="3460197" y="894878"/>
                          <a:pt x="3457625" y="888306"/>
                          <a:pt x="3460197" y="881162"/>
                        </a:cubicBezTo>
                        <a:cubicBezTo>
                          <a:pt x="3462769" y="874019"/>
                          <a:pt x="3469436" y="866398"/>
                          <a:pt x="3476485" y="859350"/>
                        </a:cubicBezTo>
                        <a:cubicBezTo>
                          <a:pt x="3487057" y="848587"/>
                          <a:pt x="3498773" y="838300"/>
                          <a:pt x="3510489" y="828013"/>
                        </a:cubicBezTo>
                        <a:cubicBezTo>
                          <a:pt x="3551161" y="792389"/>
                          <a:pt x="3591832" y="756671"/>
                          <a:pt x="3632504" y="720952"/>
                        </a:cubicBezTo>
                        <a:close/>
                        <a:moveTo>
                          <a:pt x="3555447" y="554074"/>
                        </a:moveTo>
                        <a:cubicBezTo>
                          <a:pt x="3555352" y="549502"/>
                          <a:pt x="3559066" y="545692"/>
                          <a:pt x="3563639" y="545692"/>
                        </a:cubicBezTo>
                        <a:cubicBezTo>
                          <a:pt x="3568211" y="545692"/>
                          <a:pt x="3572021" y="549311"/>
                          <a:pt x="3572021" y="553883"/>
                        </a:cubicBezTo>
                        <a:cubicBezTo>
                          <a:pt x="3572021" y="558455"/>
                          <a:pt x="3568401" y="562265"/>
                          <a:pt x="3563829" y="562265"/>
                        </a:cubicBezTo>
                        <a:cubicBezTo>
                          <a:pt x="3559257" y="562361"/>
                          <a:pt x="3555447" y="558646"/>
                          <a:pt x="3555447" y="554074"/>
                        </a:cubicBezTo>
                        <a:close/>
                        <a:moveTo>
                          <a:pt x="3666985" y="666469"/>
                        </a:moveTo>
                        <a:cubicBezTo>
                          <a:pt x="3670223" y="650181"/>
                          <a:pt x="3686130" y="613891"/>
                          <a:pt x="3706418" y="614938"/>
                        </a:cubicBezTo>
                        <a:cubicBezTo>
                          <a:pt x="3721944" y="615701"/>
                          <a:pt x="3725087" y="631512"/>
                          <a:pt x="3724611" y="644371"/>
                        </a:cubicBezTo>
                        <a:cubicBezTo>
                          <a:pt x="3724040" y="660373"/>
                          <a:pt x="3716229" y="682376"/>
                          <a:pt x="3702418" y="691710"/>
                        </a:cubicBezTo>
                        <a:cubicBezTo>
                          <a:pt x="3681939" y="705617"/>
                          <a:pt x="3662222" y="689805"/>
                          <a:pt x="3666985" y="666469"/>
                        </a:cubicBezTo>
                        <a:close/>
                        <a:moveTo>
                          <a:pt x="3874058" y="583982"/>
                        </a:moveTo>
                        <a:cubicBezTo>
                          <a:pt x="3875582" y="579982"/>
                          <a:pt x="3877773" y="576172"/>
                          <a:pt x="3880249" y="572743"/>
                        </a:cubicBezTo>
                        <a:cubicBezTo>
                          <a:pt x="3886822" y="563694"/>
                          <a:pt x="3895490" y="556455"/>
                          <a:pt x="3905300" y="551216"/>
                        </a:cubicBezTo>
                        <a:cubicBezTo>
                          <a:pt x="3916730" y="545215"/>
                          <a:pt x="3940733" y="536453"/>
                          <a:pt x="3952640" y="545501"/>
                        </a:cubicBezTo>
                        <a:cubicBezTo>
                          <a:pt x="3953116" y="545882"/>
                          <a:pt x="3953592" y="546359"/>
                          <a:pt x="3954068" y="546835"/>
                        </a:cubicBezTo>
                        <a:cubicBezTo>
                          <a:pt x="3973404" y="543787"/>
                          <a:pt x="3992073" y="546739"/>
                          <a:pt x="4006456" y="561694"/>
                        </a:cubicBezTo>
                        <a:cubicBezTo>
                          <a:pt x="4022172" y="577981"/>
                          <a:pt x="4016933" y="592555"/>
                          <a:pt x="4003217" y="607509"/>
                        </a:cubicBezTo>
                        <a:cubicBezTo>
                          <a:pt x="4000455" y="610557"/>
                          <a:pt x="3997788" y="613700"/>
                          <a:pt x="3995121" y="616844"/>
                        </a:cubicBezTo>
                        <a:cubicBezTo>
                          <a:pt x="3995121" y="616939"/>
                          <a:pt x="3995216" y="617034"/>
                          <a:pt x="3995216" y="617225"/>
                        </a:cubicBezTo>
                        <a:cubicBezTo>
                          <a:pt x="3995312" y="621511"/>
                          <a:pt x="3991978" y="624940"/>
                          <a:pt x="3987787" y="625511"/>
                        </a:cubicBezTo>
                        <a:cubicBezTo>
                          <a:pt x="3975881" y="639894"/>
                          <a:pt x="3964450" y="654753"/>
                          <a:pt x="3951306" y="667897"/>
                        </a:cubicBezTo>
                        <a:cubicBezTo>
                          <a:pt x="3921398" y="697711"/>
                          <a:pt x="3879964" y="712284"/>
                          <a:pt x="3840054" y="725905"/>
                        </a:cubicBezTo>
                        <a:cubicBezTo>
                          <a:pt x="3830720" y="729048"/>
                          <a:pt x="3821099" y="732287"/>
                          <a:pt x="3811289" y="732287"/>
                        </a:cubicBezTo>
                        <a:cubicBezTo>
                          <a:pt x="3801382" y="732191"/>
                          <a:pt x="3791000" y="728286"/>
                          <a:pt x="3785762" y="719904"/>
                        </a:cubicBezTo>
                        <a:cubicBezTo>
                          <a:pt x="3779475" y="709998"/>
                          <a:pt x="3781952" y="696949"/>
                          <a:pt x="3786047" y="685900"/>
                        </a:cubicBezTo>
                        <a:cubicBezTo>
                          <a:pt x="3801668" y="642847"/>
                          <a:pt x="3836435" y="609890"/>
                          <a:pt x="3874058" y="583982"/>
                        </a:cubicBezTo>
                        <a:close/>
                        <a:moveTo>
                          <a:pt x="3847865" y="469873"/>
                        </a:moveTo>
                        <a:cubicBezTo>
                          <a:pt x="3847769" y="465301"/>
                          <a:pt x="3851484" y="461491"/>
                          <a:pt x="3856056" y="461491"/>
                        </a:cubicBezTo>
                        <a:cubicBezTo>
                          <a:pt x="3860628" y="461491"/>
                          <a:pt x="3864438" y="465110"/>
                          <a:pt x="3864438" y="469682"/>
                        </a:cubicBezTo>
                        <a:cubicBezTo>
                          <a:pt x="3864438" y="474254"/>
                          <a:pt x="3860819" y="478064"/>
                          <a:pt x="3856247" y="478064"/>
                        </a:cubicBezTo>
                        <a:cubicBezTo>
                          <a:pt x="3851674" y="478064"/>
                          <a:pt x="3847960" y="474445"/>
                          <a:pt x="3847865" y="469873"/>
                        </a:cubicBezTo>
                        <a:close/>
                        <a:moveTo>
                          <a:pt x="4320590" y="746764"/>
                        </a:moveTo>
                        <a:cubicBezTo>
                          <a:pt x="4349260" y="736763"/>
                          <a:pt x="4377645" y="736192"/>
                          <a:pt x="4373644" y="758385"/>
                        </a:cubicBezTo>
                        <a:cubicBezTo>
                          <a:pt x="4386884" y="755718"/>
                          <a:pt x="4400029" y="754765"/>
                          <a:pt x="4404411" y="760004"/>
                        </a:cubicBezTo>
                        <a:cubicBezTo>
                          <a:pt x="4408125" y="764386"/>
                          <a:pt x="4405649" y="774387"/>
                          <a:pt x="4399171" y="781054"/>
                        </a:cubicBezTo>
                        <a:cubicBezTo>
                          <a:pt x="4391647" y="788865"/>
                          <a:pt x="4379264" y="793818"/>
                          <a:pt x="4369263" y="797628"/>
                        </a:cubicBezTo>
                        <a:cubicBezTo>
                          <a:pt x="4365072" y="799247"/>
                          <a:pt x="4360786" y="800867"/>
                          <a:pt x="4356595" y="802486"/>
                        </a:cubicBezTo>
                        <a:cubicBezTo>
                          <a:pt x="4351928" y="805534"/>
                          <a:pt x="4346594" y="807629"/>
                          <a:pt x="4341641" y="808201"/>
                        </a:cubicBezTo>
                        <a:cubicBezTo>
                          <a:pt x="4341355" y="808296"/>
                          <a:pt x="4341069" y="808391"/>
                          <a:pt x="4340784" y="808582"/>
                        </a:cubicBezTo>
                        <a:cubicBezTo>
                          <a:pt x="4334878" y="814963"/>
                          <a:pt x="4328782" y="821060"/>
                          <a:pt x="4323162" y="826679"/>
                        </a:cubicBezTo>
                        <a:cubicBezTo>
                          <a:pt x="4287919" y="861636"/>
                          <a:pt x="4250772" y="896021"/>
                          <a:pt x="4214577" y="930597"/>
                        </a:cubicBezTo>
                        <a:cubicBezTo>
                          <a:pt x="4206957" y="937931"/>
                          <a:pt x="4199052" y="945456"/>
                          <a:pt x="4189431" y="951362"/>
                        </a:cubicBezTo>
                        <a:cubicBezTo>
                          <a:pt x="4179811" y="957267"/>
                          <a:pt x="4168000" y="961268"/>
                          <a:pt x="4160665" y="959267"/>
                        </a:cubicBezTo>
                        <a:cubicBezTo>
                          <a:pt x="4154951" y="957743"/>
                          <a:pt x="4152950" y="952981"/>
                          <a:pt x="4152474" y="947837"/>
                        </a:cubicBezTo>
                        <a:cubicBezTo>
                          <a:pt x="4151140" y="932597"/>
                          <a:pt x="4161618" y="913738"/>
                          <a:pt x="4172953" y="895640"/>
                        </a:cubicBezTo>
                        <a:cubicBezTo>
                          <a:pt x="4189145" y="869923"/>
                          <a:pt x="4207814" y="844205"/>
                          <a:pt x="4228674" y="818869"/>
                        </a:cubicBezTo>
                        <a:cubicBezTo>
                          <a:pt x="4251344" y="791246"/>
                          <a:pt x="4280871" y="760576"/>
                          <a:pt x="4320590" y="746764"/>
                        </a:cubicBezTo>
                        <a:close/>
                        <a:moveTo>
                          <a:pt x="4268584" y="658182"/>
                        </a:moveTo>
                        <a:cubicBezTo>
                          <a:pt x="4268489" y="653610"/>
                          <a:pt x="4272204" y="649800"/>
                          <a:pt x="4276775" y="649800"/>
                        </a:cubicBezTo>
                        <a:cubicBezTo>
                          <a:pt x="4281347" y="649800"/>
                          <a:pt x="4285157" y="653420"/>
                          <a:pt x="4285157" y="657992"/>
                        </a:cubicBezTo>
                        <a:cubicBezTo>
                          <a:pt x="4285157" y="662563"/>
                          <a:pt x="4281538" y="666373"/>
                          <a:pt x="4276966" y="666373"/>
                        </a:cubicBezTo>
                        <a:cubicBezTo>
                          <a:pt x="4272394" y="666373"/>
                          <a:pt x="4268679" y="662754"/>
                          <a:pt x="4268584" y="658182"/>
                        </a:cubicBezTo>
                        <a:close/>
                        <a:moveTo>
                          <a:pt x="4359928" y="627988"/>
                        </a:moveTo>
                        <a:cubicBezTo>
                          <a:pt x="4358881" y="622178"/>
                          <a:pt x="4361071" y="616272"/>
                          <a:pt x="4363643" y="610938"/>
                        </a:cubicBezTo>
                        <a:cubicBezTo>
                          <a:pt x="4369263" y="599222"/>
                          <a:pt x="4377074" y="588459"/>
                          <a:pt x="4387456" y="580744"/>
                        </a:cubicBezTo>
                        <a:cubicBezTo>
                          <a:pt x="4397743" y="573029"/>
                          <a:pt x="4414888" y="565218"/>
                          <a:pt x="4427270" y="572171"/>
                        </a:cubicBezTo>
                        <a:cubicBezTo>
                          <a:pt x="4431747" y="574648"/>
                          <a:pt x="4436891" y="578172"/>
                          <a:pt x="4441272" y="582458"/>
                        </a:cubicBezTo>
                        <a:cubicBezTo>
                          <a:pt x="4446225" y="580553"/>
                          <a:pt x="4451083" y="578458"/>
                          <a:pt x="4455560" y="575791"/>
                        </a:cubicBezTo>
                        <a:lnTo>
                          <a:pt x="4466513" y="597603"/>
                        </a:lnTo>
                        <a:cubicBezTo>
                          <a:pt x="4451273" y="612843"/>
                          <a:pt x="4451464" y="637132"/>
                          <a:pt x="4444130" y="657325"/>
                        </a:cubicBezTo>
                        <a:cubicBezTo>
                          <a:pt x="4436414" y="678470"/>
                          <a:pt x="4420127" y="695234"/>
                          <a:pt x="4403362" y="710188"/>
                        </a:cubicBezTo>
                        <a:cubicBezTo>
                          <a:pt x="4395362" y="717332"/>
                          <a:pt x="4386884" y="724286"/>
                          <a:pt x="4376883" y="728096"/>
                        </a:cubicBezTo>
                        <a:cubicBezTo>
                          <a:pt x="4366882" y="731905"/>
                          <a:pt x="4354880" y="732191"/>
                          <a:pt x="4345927" y="726286"/>
                        </a:cubicBezTo>
                        <a:cubicBezTo>
                          <a:pt x="4333640" y="718189"/>
                          <a:pt x="4330497" y="701045"/>
                          <a:pt x="4334021" y="686852"/>
                        </a:cubicBezTo>
                        <a:cubicBezTo>
                          <a:pt x="4337545" y="672660"/>
                          <a:pt x="4346403" y="660468"/>
                          <a:pt x="4354118" y="647990"/>
                        </a:cubicBezTo>
                        <a:cubicBezTo>
                          <a:pt x="4356976" y="643418"/>
                          <a:pt x="4359643" y="638846"/>
                          <a:pt x="4362500" y="634179"/>
                        </a:cubicBezTo>
                        <a:cubicBezTo>
                          <a:pt x="4361262" y="632274"/>
                          <a:pt x="4360310" y="630274"/>
                          <a:pt x="4359928" y="627988"/>
                        </a:cubicBezTo>
                        <a:close/>
                        <a:moveTo>
                          <a:pt x="4709115" y="738382"/>
                        </a:moveTo>
                        <a:cubicBezTo>
                          <a:pt x="4713306" y="733048"/>
                          <a:pt x="4728832" y="754289"/>
                          <a:pt x="4733023" y="748955"/>
                        </a:cubicBezTo>
                        <a:cubicBezTo>
                          <a:pt x="4731689" y="765814"/>
                          <a:pt x="4730070" y="783721"/>
                          <a:pt x="4716640" y="802581"/>
                        </a:cubicBezTo>
                        <a:cubicBezTo>
                          <a:pt x="4703210" y="821440"/>
                          <a:pt x="4673777" y="840871"/>
                          <a:pt x="4652537" y="840205"/>
                        </a:cubicBezTo>
                        <a:cubicBezTo>
                          <a:pt x="4645964" y="840014"/>
                          <a:pt x="4641107" y="837919"/>
                          <a:pt x="4636916" y="835156"/>
                        </a:cubicBezTo>
                        <a:cubicBezTo>
                          <a:pt x="4631391" y="837252"/>
                          <a:pt x="4625867" y="839347"/>
                          <a:pt x="4620342" y="841443"/>
                        </a:cubicBezTo>
                        <a:cubicBezTo>
                          <a:pt x="4615484" y="843253"/>
                          <a:pt x="4610436" y="845158"/>
                          <a:pt x="4605959" y="845634"/>
                        </a:cubicBezTo>
                        <a:cubicBezTo>
                          <a:pt x="4595387" y="846682"/>
                          <a:pt x="4591672" y="838586"/>
                          <a:pt x="4595863" y="830013"/>
                        </a:cubicBezTo>
                        <a:cubicBezTo>
                          <a:pt x="4597863" y="825917"/>
                          <a:pt x="4601292" y="821821"/>
                          <a:pt x="4605388" y="817916"/>
                        </a:cubicBezTo>
                        <a:cubicBezTo>
                          <a:pt x="4585957" y="814011"/>
                          <a:pt x="4561096" y="815154"/>
                          <a:pt x="4549952" y="804105"/>
                        </a:cubicBezTo>
                        <a:cubicBezTo>
                          <a:pt x="4548809" y="802962"/>
                          <a:pt x="4547857" y="801438"/>
                          <a:pt x="4548905" y="799438"/>
                        </a:cubicBezTo>
                        <a:cubicBezTo>
                          <a:pt x="4549857" y="797723"/>
                          <a:pt x="4552048" y="796104"/>
                          <a:pt x="4554048" y="794675"/>
                        </a:cubicBezTo>
                        <a:cubicBezTo>
                          <a:pt x="4563668" y="787817"/>
                          <a:pt x="4573384" y="781054"/>
                          <a:pt x="4583004" y="774196"/>
                        </a:cubicBezTo>
                        <a:cubicBezTo>
                          <a:pt x="4592910" y="767148"/>
                          <a:pt x="4603197" y="760004"/>
                          <a:pt x="4614246" y="755242"/>
                        </a:cubicBezTo>
                        <a:cubicBezTo>
                          <a:pt x="4624057" y="751051"/>
                          <a:pt x="4633868" y="748955"/>
                          <a:pt x="4643393" y="747050"/>
                        </a:cubicBezTo>
                        <a:cubicBezTo>
                          <a:pt x="4659300" y="743812"/>
                          <a:pt x="4675206" y="740478"/>
                          <a:pt x="4691208" y="737239"/>
                        </a:cubicBezTo>
                        <a:cubicBezTo>
                          <a:pt x="4698447" y="735715"/>
                          <a:pt x="4706925" y="734477"/>
                          <a:pt x="4709115" y="738382"/>
                        </a:cubicBezTo>
                        <a:close/>
                        <a:moveTo>
                          <a:pt x="4693970" y="603509"/>
                        </a:moveTo>
                        <a:cubicBezTo>
                          <a:pt x="4693875" y="598937"/>
                          <a:pt x="4697590" y="595127"/>
                          <a:pt x="4702162" y="595127"/>
                        </a:cubicBezTo>
                        <a:cubicBezTo>
                          <a:pt x="4706734" y="595127"/>
                          <a:pt x="4710544" y="598746"/>
                          <a:pt x="4710544" y="603318"/>
                        </a:cubicBezTo>
                        <a:cubicBezTo>
                          <a:pt x="4710544" y="607890"/>
                          <a:pt x="4706925" y="611700"/>
                          <a:pt x="4702352" y="611700"/>
                        </a:cubicBezTo>
                        <a:cubicBezTo>
                          <a:pt x="4697780" y="611700"/>
                          <a:pt x="4693970" y="608080"/>
                          <a:pt x="4693970" y="603509"/>
                        </a:cubicBezTo>
                        <a:close/>
                        <a:moveTo>
                          <a:pt x="4845227" y="331665"/>
                        </a:moveTo>
                        <a:cubicBezTo>
                          <a:pt x="4845799" y="331665"/>
                          <a:pt x="4846275" y="331665"/>
                          <a:pt x="4846846" y="331665"/>
                        </a:cubicBezTo>
                        <a:cubicBezTo>
                          <a:pt x="4846561" y="331760"/>
                          <a:pt x="4846275" y="331951"/>
                          <a:pt x="4845989" y="332046"/>
                        </a:cubicBezTo>
                        <a:lnTo>
                          <a:pt x="4880946" y="349286"/>
                        </a:lnTo>
                        <a:cubicBezTo>
                          <a:pt x="4880661" y="350239"/>
                          <a:pt x="4880375" y="351287"/>
                          <a:pt x="4880089" y="352239"/>
                        </a:cubicBezTo>
                        <a:cubicBezTo>
                          <a:pt x="4882565" y="355001"/>
                          <a:pt x="4884089" y="358621"/>
                          <a:pt x="4884185" y="362717"/>
                        </a:cubicBezTo>
                        <a:cubicBezTo>
                          <a:pt x="4884280" y="369670"/>
                          <a:pt x="4879898" y="375671"/>
                          <a:pt x="4873802" y="378052"/>
                        </a:cubicBezTo>
                        <a:cubicBezTo>
                          <a:pt x="4875612" y="378528"/>
                          <a:pt x="4877422" y="379100"/>
                          <a:pt x="4879041" y="380052"/>
                        </a:cubicBezTo>
                        <a:cubicBezTo>
                          <a:pt x="4890566" y="386434"/>
                          <a:pt x="4906664" y="399483"/>
                          <a:pt x="4900949" y="414437"/>
                        </a:cubicBezTo>
                        <a:cubicBezTo>
                          <a:pt x="4899139" y="419009"/>
                          <a:pt x="4895520" y="422534"/>
                          <a:pt x="4892376" y="426344"/>
                        </a:cubicBezTo>
                        <a:cubicBezTo>
                          <a:pt x="4883423" y="437297"/>
                          <a:pt x="4878089" y="452061"/>
                          <a:pt x="4865611" y="458633"/>
                        </a:cubicBezTo>
                        <a:cubicBezTo>
                          <a:pt x="4859801" y="461681"/>
                          <a:pt x="4853229" y="462348"/>
                          <a:pt x="4846752" y="461491"/>
                        </a:cubicBezTo>
                        <a:cubicBezTo>
                          <a:pt x="4841227" y="478445"/>
                          <a:pt x="4834559" y="495209"/>
                          <a:pt x="4823034" y="508639"/>
                        </a:cubicBezTo>
                        <a:cubicBezTo>
                          <a:pt x="4808556" y="525594"/>
                          <a:pt x="4784362" y="536262"/>
                          <a:pt x="4763598" y="528261"/>
                        </a:cubicBezTo>
                        <a:cubicBezTo>
                          <a:pt x="4752359" y="523879"/>
                          <a:pt x="4743596" y="514831"/>
                          <a:pt x="4736261" y="505211"/>
                        </a:cubicBezTo>
                        <a:cubicBezTo>
                          <a:pt x="4729975" y="496924"/>
                          <a:pt x="4724355" y="487970"/>
                          <a:pt x="4721498" y="477969"/>
                        </a:cubicBezTo>
                        <a:cubicBezTo>
                          <a:pt x="4712830" y="447298"/>
                          <a:pt x="4731880" y="415676"/>
                          <a:pt x="4754073" y="392911"/>
                        </a:cubicBezTo>
                        <a:cubicBezTo>
                          <a:pt x="4779981" y="366431"/>
                          <a:pt x="4811604" y="345762"/>
                          <a:pt x="4845989" y="332046"/>
                        </a:cubicBezTo>
                        <a:lnTo>
                          <a:pt x="4845227" y="331665"/>
                        </a:lnTo>
                        <a:close/>
                        <a:moveTo>
                          <a:pt x="4898662" y="391768"/>
                        </a:moveTo>
                        <a:cubicBezTo>
                          <a:pt x="4898568" y="387196"/>
                          <a:pt x="4902282" y="383386"/>
                          <a:pt x="4906854" y="383386"/>
                        </a:cubicBezTo>
                        <a:cubicBezTo>
                          <a:pt x="4911426" y="383290"/>
                          <a:pt x="4915236" y="387005"/>
                          <a:pt x="4915236" y="391577"/>
                        </a:cubicBezTo>
                        <a:cubicBezTo>
                          <a:pt x="4915236" y="396149"/>
                          <a:pt x="4911617" y="399959"/>
                          <a:pt x="4907044" y="399959"/>
                        </a:cubicBezTo>
                        <a:cubicBezTo>
                          <a:pt x="4902473" y="399959"/>
                          <a:pt x="4898758" y="396340"/>
                          <a:pt x="4898662" y="391768"/>
                        </a:cubicBezTo>
                        <a:close/>
                        <a:moveTo>
                          <a:pt x="5244897" y="500543"/>
                        </a:moveTo>
                        <a:cubicBezTo>
                          <a:pt x="5242801" y="482446"/>
                          <a:pt x="5238229" y="463967"/>
                          <a:pt x="5226989" y="449680"/>
                        </a:cubicBezTo>
                        <a:cubicBezTo>
                          <a:pt x="5219655" y="440440"/>
                          <a:pt x="5209559" y="435487"/>
                          <a:pt x="5200986" y="428248"/>
                        </a:cubicBezTo>
                        <a:cubicBezTo>
                          <a:pt x="5207653" y="417200"/>
                          <a:pt x="5227846" y="434059"/>
                          <a:pt x="5234419" y="438917"/>
                        </a:cubicBezTo>
                        <a:cubicBezTo>
                          <a:pt x="5240991" y="443774"/>
                          <a:pt x="5247182" y="449489"/>
                          <a:pt x="5250611" y="456919"/>
                        </a:cubicBezTo>
                        <a:cubicBezTo>
                          <a:pt x="5259469" y="475683"/>
                          <a:pt x="5248992" y="501020"/>
                          <a:pt x="5262232" y="517021"/>
                        </a:cubicBezTo>
                        <a:cubicBezTo>
                          <a:pt x="5267947" y="518641"/>
                          <a:pt x="5273281" y="514164"/>
                          <a:pt x="5278043" y="510640"/>
                        </a:cubicBezTo>
                        <a:cubicBezTo>
                          <a:pt x="5291379" y="500543"/>
                          <a:pt x="5308333" y="495495"/>
                          <a:pt x="5325002" y="496733"/>
                        </a:cubicBezTo>
                        <a:cubicBezTo>
                          <a:pt x="5313477" y="501115"/>
                          <a:pt x="5301951" y="505496"/>
                          <a:pt x="5290426" y="509878"/>
                        </a:cubicBezTo>
                        <a:cubicBezTo>
                          <a:pt x="5285949" y="511592"/>
                          <a:pt x="5281187" y="513402"/>
                          <a:pt x="5278139" y="517117"/>
                        </a:cubicBezTo>
                        <a:cubicBezTo>
                          <a:pt x="5275281" y="520546"/>
                          <a:pt x="5274234" y="525213"/>
                          <a:pt x="5273376" y="529595"/>
                        </a:cubicBezTo>
                        <a:cubicBezTo>
                          <a:pt x="5265470" y="568456"/>
                          <a:pt x="5260041" y="607795"/>
                          <a:pt x="5256993" y="647323"/>
                        </a:cubicBezTo>
                        <a:cubicBezTo>
                          <a:pt x="5248135" y="622939"/>
                          <a:pt x="5252612" y="595888"/>
                          <a:pt x="5257279" y="570362"/>
                        </a:cubicBezTo>
                        <a:cubicBezTo>
                          <a:pt x="5241562" y="609414"/>
                          <a:pt x="5218417" y="645514"/>
                          <a:pt x="5189461" y="676089"/>
                        </a:cubicBezTo>
                        <a:cubicBezTo>
                          <a:pt x="5231371" y="628845"/>
                          <a:pt x="5252136" y="563313"/>
                          <a:pt x="5244897" y="500543"/>
                        </a:cubicBezTo>
                        <a:close/>
                        <a:moveTo>
                          <a:pt x="5186127" y="543596"/>
                        </a:moveTo>
                        <a:cubicBezTo>
                          <a:pt x="5181555" y="543692"/>
                          <a:pt x="5177745" y="539977"/>
                          <a:pt x="5177745" y="535405"/>
                        </a:cubicBezTo>
                        <a:cubicBezTo>
                          <a:pt x="5177745" y="530833"/>
                          <a:pt x="5181365" y="527023"/>
                          <a:pt x="5185937" y="527023"/>
                        </a:cubicBezTo>
                        <a:cubicBezTo>
                          <a:pt x="5190509" y="527023"/>
                          <a:pt x="5194319" y="530642"/>
                          <a:pt x="5194319" y="535214"/>
                        </a:cubicBezTo>
                        <a:cubicBezTo>
                          <a:pt x="5194319" y="539786"/>
                          <a:pt x="5190699" y="543596"/>
                          <a:pt x="5186127" y="543596"/>
                        </a:cubicBezTo>
                        <a:close/>
                        <a:moveTo>
                          <a:pt x="5184889" y="739335"/>
                        </a:moveTo>
                        <a:cubicBezTo>
                          <a:pt x="5208225" y="722952"/>
                          <a:pt x="5276900" y="681899"/>
                          <a:pt x="5295950" y="691710"/>
                        </a:cubicBezTo>
                        <a:cubicBezTo>
                          <a:pt x="5290045" y="658277"/>
                          <a:pt x="5295665" y="623892"/>
                          <a:pt x="5305095" y="590745"/>
                        </a:cubicBezTo>
                        <a:cubicBezTo>
                          <a:pt x="5302047" y="592555"/>
                          <a:pt x="5298808" y="594269"/>
                          <a:pt x="5295284" y="594746"/>
                        </a:cubicBezTo>
                        <a:cubicBezTo>
                          <a:pt x="5286045" y="595888"/>
                          <a:pt x="5277567" y="587411"/>
                          <a:pt x="5276234" y="578172"/>
                        </a:cubicBezTo>
                        <a:cubicBezTo>
                          <a:pt x="5274900" y="568933"/>
                          <a:pt x="5278996" y="559694"/>
                          <a:pt x="5284425" y="552169"/>
                        </a:cubicBezTo>
                        <a:cubicBezTo>
                          <a:pt x="5290997" y="543120"/>
                          <a:pt x="5299665" y="535881"/>
                          <a:pt x="5309476" y="530642"/>
                        </a:cubicBezTo>
                        <a:cubicBezTo>
                          <a:pt x="5319668" y="525308"/>
                          <a:pt x="5339956" y="517784"/>
                          <a:pt x="5352624" y="522737"/>
                        </a:cubicBezTo>
                        <a:cubicBezTo>
                          <a:pt x="5357006" y="521498"/>
                          <a:pt x="5361578" y="520736"/>
                          <a:pt x="5366150" y="520546"/>
                        </a:cubicBezTo>
                        <a:cubicBezTo>
                          <a:pt x="5382152" y="519879"/>
                          <a:pt x="5397963" y="525022"/>
                          <a:pt x="5411869" y="532833"/>
                        </a:cubicBezTo>
                        <a:lnTo>
                          <a:pt x="5398916" y="569885"/>
                        </a:lnTo>
                        <a:cubicBezTo>
                          <a:pt x="5396820" y="623035"/>
                          <a:pt x="5371865" y="674851"/>
                          <a:pt x="5331669" y="709712"/>
                        </a:cubicBezTo>
                        <a:cubicBezTo>
                          <a:pt x="5325002" y="715522"/>
                          <a:pt x="5315763" y="721142"/>
                          <a:pt x="5307761" y="717332"/>
                        </a:cubicBezTo>
                        <a:cubicBezTo>
                          <a:pt x="5303856" y="715427"/>
                          <a:pt x="5301475" y="711808"/>
                          <a:pt x="5299761" y="707617"/>
                        </a:cubicBezTo>
                        <a:cubicBezTo>
                          <a:pt x="5295379" y="725238"/>
                          <a:pt x="5277472" y="744288"/>
                          <a:pt x="5264994" y="762195"/>
                        </a:cubicBezTo>
                        <a:cubicBezTo>
                          <a:pt x="5246802" y="788294"/>
                          <a:pt x="5237943" y="814202"/>
                          <a:pt x="5216798" y="840300"/>
                        </a:cubicBezTo>
                        <a:cubicBezTo>
                          <a:pt x="5195843" y="866113"/>
                          <a:pt x="5156695" y="893164"/>
                          <a:pt x="5126691" y="893069"/>
                        </a:cubicBezTo>
                        <a:cubicBezTo>
                          <a:pt x="5107641" y="892973"/>
                          <a:pt x="5097830" y="881924"/>
                          <a:pt x="5095354" y="868494"/>
                        </a:cubicBezTo>
                        <a:cubicBezTo>
                          <a:pt x="5088496" y="831442"/>
                          <a:pt x="5130692" y="777435"/>
                          <a:pt x="5184889" y="739335"/>
                        </a:cubicBezTo>
                        <a:close/>
                        <a:moveTo>
                          <a:pt x="5485117" y="884591"/>
                        </a:moveTo>
                        <a:cubicBezTo>
                          <a:pt x="5488832" y="888973"/>
                          <a:pt x="5486355" y="898974"/>
                          <a:pt x="5479878" y="905642"/>
                        </a:cubicBezTo>
                        <a:cubicBezTo>
                          <a:pt x="5472354" y="913452"/>
                          <a:pt x="5459971" y="918405"/>
                          <a:pt x="5449969" y="922215"/>
                        </a:cubicBezTo>
                        <a:cubicBezTo>
                          <a:pt x="5430729" y="929549"/>
                          <a:pt x="5411489" y="936884"/>
                          <a:pt x="5392248" y="944218"/>
                        </a:cubicBezTo>
                        <a:cubicBezTo>
                          <a:pt x="5379294" y="954219"/>
                          <a:pt x="5365864" y="963268"/>
                          <a:pt x="5354148" y="968030"/>
                        </a:cubicBezTo>
                        <a:cubicBezTo>
                          <a:pt x="5343290" y="972412"/>
                          <a:pt x="5333098" y="972793"/>
                          <a:pt x="5323478" y="973079"/>
                        </a:cubicBezTo>
                        <a:cubicBezTo>
                          <a:pt x="5311762" y="973460"/>
                          <a:pt x="5300141" y="973745"/>
                          <a:pt x="5288426" y="974126"/>
                        </a:cubicBezTo>
                        <a:cubicBezTo>
                          <a:pt x="5281758" y="974317"/>
                          <a:pt x="5274710" y="974412"/>
                          <a:pt x="5270614" y="971745"/>
                        </a:cubicBezTo>
                        <a:cubicBezTo>
                          <a:pt x="5264994" y="967935"/>
                          <a:pt x="5266613" y="959553"/>
                          <a:pt x="5270614" y="951552"/>
                        </a:cubicBezTo>
                        <a:cubicBezTo>
                          <a:pt x="5276900" y="938884"/>
                          <a:pt x="5288521" y="925739"/>
                          <a:pt x="5303094" y="914690"/>
                        </a:cubicBezTo>
                        <a:cubicBezTo>
                          <a:pt x="5321859" y="900498"/>
                          <a:pt x="5344242" y="890497"/>
                          <a:pt x="5364816" y="878019"/>
                        </a:cubicBezTo>
                        <a:cubicBezTo>
                          <a:pt x="5391486" y="863160"/>
                          <a:pt x="5413203" y="847063"/>
                          <a:pt x="5440254" y="847539"/>
                        </a:cubicBezTo>
                        <a:cubicBezTo>
                          <a:pt x="5456637" y="847825"/>
                          <a:pt x="5465591" y="854873"/>
                          <a:pt x="5463590" y="868304"/>
                        </a:cubicBezTo>
                        <a:cubicBezTo>
                          <a:pt x="5462924" y="872876"/>
                          <a:pt x="5460828" y="877543"/>
                          <a:pt x="5458066" y="882305"/>
                        </a:cubicBezTo>
                        <a:cubicBezTo>
                          <a:pt x="5469782" y="880210"/>
                          <a:pt x="5481116" y="879829"/>
                          <a:pt x="5485117" y="884591"/>
                        </a:cubicBezTo>
                        <a:close/>
                        <a:moveTo>
                          <a:pt x="5537695" y="850301"/>
                        </a:moveTo>
                        <a:cubicBezTo>
                          <a:pt x="5536457" y="847825"/>
                          <a:pt x="5532742" y="847063"/>
                          <a:pt x="5529313" y="846205"/>
                        </a:cubicBezTo>
                        <a:cubicBezTo>
                          <a:pt x="5517502" y="843443"/>
                          <a:pt x="5491499" y="838395"/>
                          <a:pt x="5493118" y="826584"/>
                        </a:cubicBezTo>
                        <a:cubicBezTo>
                          <a:pt x="5511406" y="838014"/>
                          <a:pt x="5537219" y="841634"/>
                          <a:pt x="5569889" y="834680"/>
                        </a:cubicBezTo>
                        <a:cubicBezTo>
                          <a:pt x="5610656" y="826013"/>
                          <a:pt x="5653709" y="804867"/>
                          <a:pt x="5693905" y="782102"/>
                        </a:cubicBezTo>
                        <a:cubicBezTo>
                          <a:pt x="5668759" y="798866"/>
                          <a:pt x="5641422" y="813059"/>
                          <a:pt x="5613990" y="823822"/>
                        </a:cubicBezTo>
                        <a:cubicBezTo>
                          <a:pt x="5590559" y="832966"/>
                          <a:pt x="5564269" y="841157"/>
                          <a:pt x="5546934" y="858017"/>
                        </a:cubicBezTo>
                        <a:cubicBezTo>
                          <a:pt x="5539695" y="865065"/>
                          <a:pt x="5535123" y="872780"/>
                          <a:pt x="5530837" y="880210"/>
                        </a:cubicBezTo>
                        <a:cubicBezTo>
                          <a:pt x="5523979" y="891926"/>
                          <a:pt x="5517216" y="903546"/>
                          <a:pt x="5510358" y="915262"/>
                        </a:cubicBezTo>
                        <a:cubicBezTo>
                          <a:pt x="5500452" y="932216"/>
                          <a:pt x="5490356" y="951362"/>
                          <a:pt x="5499023" y="961744"/>
                        </a:cubicBezTo>
                        <a:cubicBezTo>
                          <a:pt x="5507025" y="971364"/>
                          <a:pt x="5529504" y="971078"/>
                          <a:pt x="5531789" y="983842"/>
                        </a:cubicBezTo>
                        <a:cubicBezTo>
                          <a:pt x="5497404" y="971364"/>
                          <a:pt x="5445874" y="975746"/>
                          <a:pt x="5394344" y="995462"/>
                        </a:cubicBezTo>
                        <a:cubicBezTo>
                          <a:pt x="5419680" y="985842"/>
                          <a:pt x="5447112" y="975079"/>
                          <a:pt x="5467115" y="957362"/>
                        </a:cubicBezTo>
                        <a:cubicBezTo>
                          <a:pt x="5478164" y="947552"/>
                          <a:pt x="5485688" y="936693"/>
                          <a:pt x="5492927" y="926120"/>
                        </a:cubicBezTo>
                        <a:cubicBezTo>
                          <a:pt x="5507119" y="905070"/>
                          <a:pt x="5520740" y="884020"/>
                          <a:pt x="5533695" y="862970"/>
                        </a:cubicBezTo>
                        <a:cubicBezTo>
                          <a:pt x="5536457" y="858493"/>
                          <a:pt x="5539314" y="853540"/>
                          <a:pt x="5537695" y="850301"/>
                        </a:cubicBezTo>
                        <a:close/>
                        <a:moveTo>
                          <a:pt x="5712098" y="675422"/>
                        </a:moveTo>
                        <a:cubicBezTo>
                          <a:pt x="5720099" y="661897"/>
                          <a:pt x="5721909" y="647704"/>
                          <a:pt x="5726290" y="633417"/>
                        </a:cubicBezTo>
                        <a:cubicBezTo>
                          <a:pt x="5736958" y="634560"/>
                          <a:pt x="5736386" y="645990"/>
                          <a:pt x="5742006" y="653134"/>
                        </a:cubicBezTo>
                        <a:cubicBezTo>
                          <a:pt x="5748674" y="661706"/>
                          <a:pt x="5757532" y="665326"/>
                          <a:pt x="5767629" y="668660"/>
                        </a:cubicBezTo>
                        <a:cubicBezTo>
                          <a:pt x="5783630" y="673994"/>
                          <a:pt x="5799537" y="679328"/>
                          <a:pt x="5815539" y="684662"/>
                        </a:cubicBezTo>
                        <a:cubicBezTo>
                          <a:pt x="5791536" y="679328"/>
                          <a:pt x="5767629" y="673994"/>
                          <a:pt x="5743625" y="668660"/>
                        </a:cubicBezTo>
                        <a:cubicBezTo>
                          <a:pt x="5739625" y="667802"/>
                          <a:pt x="5735529" y="666850"/>
                          <a:pt x="5731528" y="667326"/>
                        </a:cubicBezTo>
                        <a:cubicBezTo>
                          <a:pt x="5717622" y="668850"/>
                          <a:pt x="5710669" y="684185"/>
                          <a:pt x="5702668" y="695615"/>
                        </a:cubicBezTo>
                        <a:cubicBezTo>
                          <a:pt x="5693810" y="708188"/>
                          <a:pt x="5680856" y="717904"/>
                          <a:pt x="5666187" y="722762"/>
                        </a:cubicBezTo>
                        <a:cubicBezTo>
                          <a:pt x="5683999" y="709522"/>
                          <a:pt x="5700763" y="694377"/>
                          <a:pt x="5712098" y="675422"/>
                        </a:cubicBezTo>
                        <a:close/>
                        <a:moveTo>
                          <a:pt x="5703811" y="473587"/>
                        </a:moveTo>
                        <a:cubicBezTo>
                          <a:pt x="5690666" y="467872"/>
                          <a:pt x="5676855" y="463491"/>
                          <a:pt x="5662568" y="463110"/>
                        </a:cubicBezTo>
                        <a:cubicBezTo>
                          <a:pt x="5652090" y="462824"/>
                          <a:pt x="5642279" y="465587"/>
                          <a:pt x="5632754" y="469015"/>
                        </a:cubicBezTo>
                        <a:cubicBezTo>
                          <a:pt x="5638279" y="457490"/>
                          <a:pt x="5657996" y="457014"/>
                          <a:pt x="5669426" y="456728"/>
                        </a:cubicBezTo>
                        <a:cubicBezTo>
                          <a:pt x="5679998" y="456443"/>
                          <a:pt x="5690666" y="456728"/>
                          <a:pt x="5700858" y="459681"/>
                        </a:cubicBezTo>
                        <a:cubicBezTo>
                          <a:pt x="5716384" y="464158"/>
                          <a:pt x="5729909" y="475112"/>
                          <a:pt x="5737434" y="489399"/>
                        </a:cubicBezTo>
                        <a:cubicBezTo>
                          <a:pt x="5744959" y="503687"/>
                          <a:pt x="5746578" y="520927"/>
                          <a:pt x="5741720" y="536357"/>
                        </a:cubicBezTo>
                        <a:cubicBezTo>
                          <a:pt x="5740959" y="520641"/>
                          <a:pt x="5739815" y="503782"/>
                          <a:pt x="5730005" y="491495"/>
                        </a:cubicBezTo>
                        <a:cubicBezTo>
                          <a:pt x="5723337" y="482922"/>
                          <a:pt x="5713621" y="477779"/>
                          <a:pt x="5703811" y="473587"/>
                        </a:cubicBezTo>
                        <a:close/>
                        <a:moveTo>
                          <a:pt x="5993276" y="847348"/>
                        </a:moveTo>
                        <a:cubicBezTo>
                          <a:pt x="6014040" y="827155"/>
                          <a:pt x="6024518" y="807915"/>
                          <a:pt x="6038900" y="787627"/>
                        </a:cubicBezTo>
                        <a:cubicBezTo>
                          <a:pt x="6048997" y="795818"/>
                          <a:pt x="6028328" y="824679"/>
                          <a:pt x="6019470" y="838395"/>
                        </a:cubicBezTo>
                        <a:cubicBezTo>
                          <a:pt x="6015755" y="844110"/>
                          <a:pt x="6011659" y="849920"/>
                          <a:pt x="6006230" y="855350"/>
                        </a:cubicBezTo>
                        <a:cubicBezTo>
                          <a:pt x="5999181" y="862398"/>
                          <a:pt x="5990132" y="868494"/>
                          <a:pt x="5980988" y="874114"/>
                        </a:cubicBezTo>
                        <a:cubicBezTo>
                          <a:pt x="5950889" y="892688"/>
                          <a:pt x="5918028" y="907261"/>
                          <a:pt x="5886120" y="916310"/>
                        </a:cubicBezTo>
                        <a:cubicBezTo>
                          <a:pt x="5925458" y="900498"/>
                          <a:pt x="5964129" y="875733"/>
                          <a:pt x="5993276" y="847348"/>
                        </a:cubicBezTo>
                        <a:close/>
                        <a:moveTo>
                          <a:pt x="5929554" y="715427"/>
                        </a:moveTo>
                        <a:cubicBezTo>
                          <a:pt x="5947270" y="712189"/>
                          <a:pt x="5965082" y="707140"/>
                          <a:pt x="5980988" y="698378"/>
                        </a:cubicBezTo>
                        <a:cubicBezTo>
                          <a:pt x="5995086" y="690567"/>
                          <a:pt x="6004229" y="677613"/>
                          <a:pt x="6016231" y="668945"/>
                        </a:cubicBezTo>
                        <a:cubicBezTo>
                          <a:pt x="6033757" y="704664"/>
                          <a:pt x="5947079" y="712284"/>
                          <a:pt x="5929554" y="715427"/>
                        </a:cubicBezTo>
                        <a:close/>
                        <a:moveTo>
                          <a:pt x="6392278" y="336332"/>
                        </a:moveTo>
                        <a:cubicBezTo>
                          <a:pt x="6398374" y="340904"/>
                          <a:pt x="6402279" y="351572"/>
                          <a:pt x="6400374" y="358906"/>
                        </a:cubicBezTo>
                        <a:cubicBezTo>
                          <a:pt x="6400279" y="359287"/>
                          <a:pt x="6400088" y="359573"/>
                          <a:pt x="6399993" y="359859"/>
                        </a:cubicBezTo>
                        <a:cubicBezTo>
                          <a:pt x="6399612" y="367860"/>
                          <a:pt x="6393516" y="374242"/>
                          <a:pt x="6385611" y="375099"/>
                        </a:cubicBezTo>
                        <a:cubicBezTo>
                          <a:pt x="6384658" y="375766"/>
                          <a:pt x="6383610" y="376337"/>
                          <a:pt x="6382658" y="376909"/>
                        </a:cubicBezTo>
                        <a:cubicBezTo>
                          <a:pt x="6368942" y="385100"/>
                          <a:pt x="6355130" y="393292"/>
                          <a:pt x="6341414" y="401579"/>
                        </a:cubicBezTo>
                        <a:cubicBezTo>
                          <a:pt x="6338557" y="403293"/>
                          <a:pt x="6335700" y="404912"/>
                          <a:pt x="6332461" y="405770"/>
                        </a:cubicBezTo>
                        <a:cubicBezTo>
                          <a:pt x="6327794" y="410532"/>
                          <a:pt x="6322460" y="414913"/>
                          <a:pt x="6317221" y="418914"/>
                        </a:cubicBezTo>
                        <a:cubicBezTo>
                          <a:pt x="6308268" y="425677"/>
                          <a:pt x="6296361" y="432344"/>
                          <a:pt x="6286360" y="427201"/>
                        </a:cubicBezTo>
                        <a:cubicBezTo>
                          <a:pt x="6280836" y="424343"/>
                          <a:pt x="6277502" y="418438"/>
                          <a:pt x="6275596" y="412532"/>
                        </a:cubicBezTo>
                        <a:cubicBezTo>
                          <a:pt x="6272358" y="402150"/>
                          <a:pt x="6272644" y="390911"/>
                          <a:pt x="6273120" y="380052"/>
                        </a:cubicBezTo>
                        <a:cubicBezTo>
                          <a:pt x="6273597" y="368431"/>
                          <a:pt x="6274359" y="356335"/>
                          <a:pt x="6280454" y="346524"/>
                        </a:cubicBezTo>
                        <a:cubicBezTo>
                          <a:pt x="6290361" y="330712"/>
                          <a:pt x="6355987" y="291088"/>
                          <a:pt x="6359512" y="329474"/>
                        </a:cubicBezTo>
                        <a:cubicBezTo>
                          <a:pt x="6359798" y="332427"/>
                          <a:pt x="6359131" y="334713"/>
                          <a:pt x="6358083" y="336618"/>
                        </a:cubicBezTo>
                        <a:cubicBezTo>
                          <a:pt x="6369799" y="332427"/>
                          <a:pt x="6383991" y="330046"/>
                          <a:pt x="6392278" y="336332"/>
                        </a:cubicBezTo>
                        <a:close/>
                        <a:moveTo>
                          <a:pt x="6440760" y="527594"/>
                        </a:moveTo>
                        <a:cubicBezTo>
                          <a:pt x="6447618" y="528356"/>
                          <a:pt x="6473622" y="529213"/>
                          <a:pt x="6481337" y="522546"/>
                        </a:cubicBezTo>
                        <a:cubicBezTo>
                          <a:pt x="6481908" y="521879"/>
                          <a:pt x="6482480" y="521212"/>
                          <a:pt x="6483051" y="520546"/>
                        </a:cubicBezTo>
                        <a:cubicBezTo>
                          <a:pt x="6482670" y="521308"/>
                          <a:pt x="6482099" y="521975"/>
                          <a:pt x="6481337" y="522546"/>
                        </a:cubicBezTo>
                        <a:cubicBezTo>
                          <a:pt x="6473717" y="531595"/>
                          <a:pt x="6462096" y="537119"/>
                          <a:pt x="6450285" y="537214"/>
                        </a:cubicBezTo>
                        <a:cubicBezTo>
                          <a:pt x="6443999" y="537214"/>
                          <a:pt x="6437045" y="536071"/>
                          <a:pt x="6432093" y="539977"/>
                        </a:cubicBezTo>
                        <a:cubicBezTo>
                          <a:pt x="6427616" y="543501"/>
                          <a:pt x="6426853" y="549883"/>
                          <a:pt x="6426473" y="555598"/>
                        </a:cubicBezTo>
                        <a:cubicBezTo>
                          <a:pt x="6424854" y="577029"/>
                          <a:pt x="6423329" y="598651"/>
                          <a:pt x="6426187" y="619987"/>
                        </a:cubicBezTo>
                        <a:cubicBezTo>
                          <a:pt x="6429045" y="641323"/>
                          <a:pt x="6436855" y="662563"/>
                          <a:pt x="6451714" y="678089"/>
                        </a:cubicBezTo>
                        <a:cubicBezTo>
                          <a:pt x="6443141" y="671422"/>
                          <a:pt x="6435998" y="662945"/>
                          <a:pt x="6430950" y="653420"/>
                        </a:cubicBezTo>
                        <a:cubicBezTo>
                          <a:pt x="6424854" y="641799"/>
                          <a:pt x="6421805" y="628845"/>
                          <a:pt x="6418853" y="615986"/>
                        </a:cubicBezTo>
                        <a:cubicBezTo>
                          <a:pt x="6415043" y="599413"/>
                          <a:pt x="6390278" y="537214"/>
                          <a:pt x="6405518" y="523784"/>
                        </a:cubicBezTo>
                        <a:cubicBezTo>
                          <a:pt x="6414566" y="515783"/>
                          <a:pt x="6430092" y="526356"/>
                          <a:pt x="6440760" y="527594"/>
                        </a:cubicBezTo>
                        <a:close/>
                        <a:moveTo>
                          <a:pt x="6414757" y="387958"/>
                        </a:moveTo>
                        <a:cubicBezTo>
                          <a:pt x="6414662" y="383386"/>
                          <a:pt x="6418377" y="379576"/>
                          <a:pt x="6422948" y="379576"/>
                        </a:cubicBezTo>
                        <a:cubicBezTo>
                          <a:pt x="6427520" y="379576"/>
                          <a:pt x="6431330" y="383195"/>
                          <a:pt x="6431330" y="387767"/>
                        </a:cubicBezTo>
                        <a:cubicBezTo>
                          <a:pt x="6431330" y="392339"/>
                          <a:pt x="6427711" y="396149"/>
                          <a:pt x="6423139" y="396149"/>
                        </a:cubicBezTo>
                        <a:cubicBezTo>
                          <a:pt x="6418567" y="396149"/>
                          <a:pt x="6414852" y="392530"/>
                          <a:pt x="6414757" y="387958"/>
                        </a:cubicBezTo>
                        <a:close/>
                        <a:moveTo>
                          <a:pt x="6552679" y="610747"/>
                        </a:moveTo>
                        <a:cubicBezTo>
                          <a:pt x="6554489" y="632846"/>
                          <a:pt x="6559823" y="654658"/>
                          <a:pt x="6568681" y="675041"/>
                        </a:cubicBezTo>
                        <a:cubicBezTo>
                          <a:pt x="6571634" y="681899"/>
                          <a:pt x="6575062" y="689900"/>
                          <a:pt x="6571634" y="696568"/>
                        </a:cubicBezTo>
                        <a:cubicBezTo>
                          <a:pt x="6570014" y="699711"/>
                          <a:pt x="6567157" y="701997"/>
                          <a:pt x="6564014" y="703712"/>
                        </a:cubicBezTo>
                        <a:cubicBezTo>
                          <a:pt x="6548583" y="712189"/>
                          <a:pt x="6528866" y="707807"/>
                          <a:pt x="6514198" y="698092"/>
                        </a:cubicBezTo>
                        <a:cubicBezTo>
                          <a:pt x="6499529" y="688376"/>
                          <a:pt x="6488671" y="674089"/>
                          <a:pt x="6477050" y="660944"/>
                        </a:cubicBezTo>
                        <a:cubicBezTo>
                          <a:pt x="6467145" y="649705"/>
                          <a:pt x="6456095" y="638656"/>
                          <a:pt x="6451809" y="624273"/>
                        </a:cubicBezTo>
                        <a:cubicBezTo>
                          <a:pt x="6444760" y="600746"/>
                          <a:pt x="6458000" y="575600"/>
                          <a:pt x="6475527" y="558360"/>
                        </a:cubicBezTo>
                        <a:cubicBezTo>
                          <a:pt x="6495243" y="538929"/>
                          <a:pt x="6546107" y="498257"/>
                          <a:pt x="6554013" y="547406"/>
                        </a:cubicBezTo>
                        <a:cubicBezTo>
                          <a:pt x="6557251" y="567885"/>
                          <a:pt x="6550964" y="589793"/>
                          <a:pt x="6552679" y="610747"/>
                        </a:cubicBezTo>
                        <a:close/>
                        <a:moveTo>
                          <a:pt x="6557251" y="565885"/>
                        </a:moveTo>
                        <a:cubicBezTo>
                          <a:pt x="6557156" y="556931"/>
                          <a:pt x="6564300" y="549597"/>
                          <a:pt x="6573253" y="549406"/>
                        </a:cubicBezTo>
                        <a:cubicBezTo>
                          <a:pt x="6582206" y="549216"/>
                          <a:pt x="6589541" y="556455"/>
                          <a:pt x="6589731" y="565409"/>
                        </a:cubicBezTo>
                        <a:cubicBezTo>
                          <a:pt x="6589921" y="574362"/>
                          <a:pt x="6582683" y="581696"/>
                          <a:pt x="6573729" y="581887"/>
                        </a:cubicBezTo>
                        <a:cubicBezTo>
                          <a:pt x="6564776" y="582077"/>
                          <a:pt x="6557346" y="574838"/>
                          <a:pt x="6557251" y="565885"/>
                        </a:cubicBezTo>
                        <a:close/>
                        <a:moveTo>
                          <a:pt x="6301885" y="895164"/>
                        </a:moveTo>
                        <a:cubicBezTo>
                          <a:pt x="6304648" y="890878"/>
                          <a:pt x="6310934" y="887449"/>
                          <a:pt x="6315792" y="887449"/>
                        </a:cubicBezTo>
                        <a:cubicBezTo>
                          <a:pt x="6320745" y="887449"/>
                          <a:pt x="6322460" y="890878"/>
                          <a:pt x="6319697" y="895164"/>
                        </a:cubicBezTo>
                        <a:cubicBezTo>
                          <a:pt x="6316935" y="899450"/>
                          <a:pt x="6310649" y="902879"/>
                          <a:pt x="6305791" y="902879"/>
                        </a:cubicBezTo>
                        <a:cubicBezTo>
                          <a:pt x="6300933" y="902879"/>
                          <a:pt x="6299123" y="899355"/>
                          <a:pt x="6301885" y="895164"/>
                        </a:cubicBezTo>
                        <a:close/>
                        <a:moveTo>
                          <a:pt x="6297314" y="881067"/>
                        </a:moveTo>
                        <a:cubicBezTo>
                          <a:pt x="6280550" y="906880"/>
                          <a:pt x="6238830" y="964411"/>
                          <a:pt x="6209970" y="942027"/>
                        </a:cubicBezTo>
                        <a:cubicBezTo>
                          <a:pt x="6191491" y="927739"/>
                          <a:pt x="6185681" y="904118"/>
                          <a:pt x="6193872" y="877257"/>
                        </a:cubicBezTo>
                        <a:cubicBezTo>
                          <a:pt x="6195968" y="870399"/>
                          <a:pt x="6200730" y="861731"/>
                          <a:pt x="6210065" y="857445"/>
                        </a:cubicBezTo>
                        <a:cubicBezTo>
                          <a:pt x="6214256" y="855540"/>
                          <a:pt x="6218446" y="855064"/>
                          <a:pt x="6222447" y="854588"/>
                        </a:cubicBezTo>
                        <a:cubicBezTo>
                          <a:pt x="6241497" y="852492"/>
                          <a:pt x="6272834" y="848587"/>
                          <a:pt x="6290265" y="853635"/>
                        </a:cubicBezTo>
                        <a:cubicBezTo>
                          <a:pt x="6292456" y="853063"/>
                          <a:pt x="6294552" y="852778"/>
                          <a:pt x="6296552" y="852682"/>
                        </a:cubicBezTo>
                        <a:cubicBezTo>
                          <a:pt x="6306172" y="852682"/>
                          <a:pt x="6309601" y="859445"/>
                          <a:pt x="6304171" y="867827"/>
                        </a:cubicBezTo>
                        <a:cubicBezTo>
                          <a:pt x="6303600" y="868685"/>
                          <a:pt x="6303028" y="869446"/>
                          <a:pt x="6302362" y="870209"/>
                        </a:cubicBezTo>
                        <a:cubicBezTo>
                          <a:pt x="6301600" y="873352"/>
                          <a:pt x="6300076" y="876876"/>
                          <a:pt x="6297314" y="881067"/>
                        </a:cubicBezTo>
                        <a:close/>
                        <a:moveTo>
                          <a:pt x="6262357" y="813821"/>
                        </a:moveTo>
                        <a:cubicBezTo>
                          <a:pt x="6259309" y="812106"/>
                          <a:pt x="6256452" y="809915"/>
                          <a:pt x="6256832" y="806296"/>
                        </a:cubicBezTo>
                        <a:cubicBezTo>
                          <a:pt x="6257118" y="803343"/>
                          <a:pt x="6259500" y="800009"/>
                          <a:pt x="6261881" y="796771"/>
                        </a:cubicBezTo>
                        <a:cubicBezTo>
                          <a:pt x="6274168" y="779912"/>
                          <a:pt x="6287408" y="763147"/>
                          <a:pt x="6301505" y="746479"/>
                        </a:cubicBezTo>
                        <a:cubicBezTo>
                          <a:pt x="6308458" y="738287"/>
                          <a:pt x="6315888" y="729810"/>
                          <a:pt x="6325603" y="722762"/>
                        </a:cubicBezTo>
                        <a:cubicBezTo>
                          <a:pt x="6334366" y="716475"/>
                          <a:pt x="6344367" y="711713"/>
                          <a:pt x="6354273" y="707617"/>
                        </a:cubicBezTo>
                        <a:cubicBezTo>
                          <a:pt x="6397231" y="689805"/>
                          <a:pt x="6441141" y="682947"/>
                          <a:pt x="6474384" y="688662"/>
                        </a:cubicBezTo>
                        <a:lnTo>
                          <a:pt x="6477527" y="727334"/>
                        </a:lnTo>
                        <a:cubicBezTo>
                          <a:pt x="6456191" y="759623"/>
                          <a:pt x="6415329" y="791246"/>
                          <a:pt x="6372656" y="808296"/>
                        </a:cubicBezTo>
                        <a:cubicBezTo>
                          <a:pt x="6329984" y="825346"/>
                          <a:pt x="6286931" y="827727"/>
                          <a:pt x="6262357" y="813821"/>
                        </a:cubicBezTo>
                        <a:close/>
                        <a:moveTo>
                          <a:pt x="6358274" y="548645"/>
                        </a:moveTo>
                        <a:cubicBezTo>
                          <a:pt x="6358179" y="544072"/>
                          <a:pt x="6361893" y="540263"/>
                          <a:pt x="6366465" y="540263"/>
                        </a:cubicBezTo>
                        <a:cubicBezTo>
                          <a:pt x="6371037" y="540263"/>
                          <a:pt x="6374847" y="543882"/>
                          <a:pt x="6374847" y="548454"/>
                        </a:cubicBezTo>
                        <a:cubicBezTo>
                          <a:pt x="6374847" y="553026"/>
                          <a:pt x="6371228" y="556836"/>
                          <a:pt x="6366656" y="556836"/>
                        </a:cubicBezTo>
                        <a:cubicBezTo>
                          <a:pt x="6362084" y="556836"/>
                          <a:pt x="6358274" y="553217"/>
                          <a:pt x="6358274" y="548645"/>
                        </a:cubicBezTo>
                        <a:close/>
                        <a:moveTo>
                          <a:pt x="6347891" y="497971"/>
                        </a:moveTo>
                        <a:lnTo>
                          <a:pt x="6343415" y="518069"/>
                        </a:lnTo>
                        <a:cubicBezTo>
                          <a:pt x="6343510" y="518546"/>
                          <a:pt x="6343605" y="519022"/>
                          <a:pt x="6343605" y="519498"/>
                        </a:cubicBezTo>
                        <a:cubicBezTo>
                          <a:pt x="6343605" y="522546"/>
                          <a:pt x="6342843" y="525308"/>
                          <a:pt x="6341414" y="527785"/>
                        </a:cubicBezTo>
                        <a:cubicBezTo>
                          <a:pt x="6335318" y="559598"/>
                          <a:pt x="6329318" y="591412"/>
                          <a:pt x="6323221" y="623321"/>
                        </a:cubicBezTo>
                        <a:cubicBezTo>
                          <a:pt x="6321602" y="632084"/>
                          <a:pt x="6319793" y="640942"/>
                          <a:pt x="6315316" y="648657"/>
                        </a:cubicBezTo>
                        <a:cubicBezTo>
                          <a:pt x="6310077" y="657706"/>
                          <a:pt x="6301314" y="664373"/>
                          <a:pt x="6292075" y="669326"/>
                        </a:cubicBezTo>
                        <a:cubicBezTo>
                          <a:pt x="6273215" y="679613"/>
                          <a:pt x="6248831" y="683614"/>
                          <a:pt x="6230925" y="671707"/>
                        </a:cubicBezTo>
                        <a:cubicBezTo>
                          <a:pt x="6223114" y="666564"/>
                          <a:pt x="6217399" y="658849"/>
                          <a:pt x="6213018" y="650562"/>
                        </a:cubicBezTo>
                        <a:cubicBezTo>
                          <a:pt x="6199111" y="623987"/>
                          <a:pt x="6199968" y="590936"/>
                          <a:pt x="6212446" y="563599"/>
                        </a:cubicBezTo>
                        <a:cubicBezTo>
                          <a:pt x="6224924" y="536262"/>
                          <a:pt x="6248260" y="514736"/>
                          <a:pt x="6275120" y="501401"/>
                        </a:cubicBezTo>
                        <a:cubicBezTo>
                          <a:pt x="6297885" y="490256"/>
                          <a:pt x="6326269" y="484922"/>
                          <a:pt x="6347891" y="497971"/>
                        </a:cubicBezTo>
                        <a:close/>
                        <a:moveTo>
                          <a:pt x="6241687" y="766291"/>
                        </a:moveTo>
                        <a:cubicBezTo>
                          <a:pt x="6272072" y="767720"/>
                          <a:pt x="6184728" y="838014"/>
                          <a:pt x="6167679" y="846872"/>
                        </a:cubicBezTo>
                        <a:cubicBezTo>
                          <a:pt x="6163392" y="849063"/>
                          <a:pt x="6158820" y="851349"/>
                          <a:pt x="6155772" y="854588"/>
                        </a:cubicBezTo>
                        <a:cubicBezTo>
                          <a:pt x="6153296" y="857254"/>
                          <a:pt x="6152438" y="860017"/>
                          <a:pt x="6151677" y="862588"/>
                        </a:cubicBezTo>
                        <a:cubicBezTo>
                          <a:pt x="6145390" y="885258"/>
                          <a:pt x="6144628" y="906499"/>
                          <a:pt x="6149581" y="925168"/>
                        </a:cubicBezTo>
                        <a:cubicBezTo>
                          <a:pt x="6142437" y="917643"/>
                          <a:pt x="6135103" y="909642"/>
                          <a:pt x="6136055" y="898117"/>
                        </a:cubicBezTo>
                        <a:cubicBezTo>
                          <a:pt x="6137103" y="884782"/>
                          <a:pt x="6149009" y="867446"/>
                          <a:pt x="6142437" y="857636"/>
                        </a:cubicBezTo>
                        <a:cubicBezTo>
                          <a:pt x="6139960" y="853921"/>
                          <a:pt x="6135198" y="852111"/>
                          <a:pt x="6129388" y="851254"/>
                        </a:cubicBezTo>
                        <a:cubicBezTo>
                          <a:pt x="6118911" y="853635"/>
                          <a:pt x="6109290" y="854397"/>
                          <a:pt x="6101860" y="852016"/>
                        </a:cubicBezTo>
                        <a:cubicBezTo>
                          <a:pt x="6111385" y="850968"/>
                          <a:pt x="6121387" y="850111"/>
                          <a:pt x="6129388" y="851254"/>
                        </a:cubicBezTo>
                        <a:cubicBezTo>
                          <a:pt x="6142342" y="848301"/>
                          <a:pt x="6156534" y="842777"/>
                          <a:pt x="6169678" y="836585"/>
                        </a:cubicBezTo>
                        <a:cubicBezTo>
                          <a:pt x="6178347" y="832585"/>
                          <a:pt x="6187109" y="828203"/>
                          <a:pt x="6195111" y="822869"/>
                        </a:cubicBezTo>
                        <a:cubicBezTo>
                          <a:pt x="6220923" y="805820"/>
                          <a:pt x="6229877" y="785912"/>
                          <a:pt x="6241687" y="766291"/>
                        </a:cubicBezTo>
                        <a:close/>
                        <a:moveTo>
                          <a:pt x="6105861" y="938122"/>
                        </a:moveTo>
                        <a:cubicBezTo>
                          <a:pt x="6103099" y="942408"/>
                          <a:pt x="6096813" y="945837"/>
                          <a:pt x="6091955" y="945837"/>
                        </a:cubicBezTo>
                        <a:cubicBezTo>
                          <a:pt x="6087002" y="945837"/>
                          <a:pt x="6085287" y="942408"/>
                          <a:pt x="6088050" y="938122"/>
                        </a:cubicBezTo>
                        <a:cubicBezTo>
                          <a:pt x="6090812" y="933836"/>
                          <a:pt x="6097098" y="930406"/>
                          <a:pt x="6101956" y="930406"/>
                        </a:cubicBezTo>
                        <a:cubicBezTo>
                          <a:pt x="6106814" y="930406"/>
                          <a:pt x="6108623" y="933836"/>
                          <a:pt x="6105861" y="938122"/>
                        </a:cubicBezTo>
                        <a:close/>
                        <a:moveTo>
                          <a:pt x="6166440" y="741145"/>
                        </a:moveTo>
                        <a:cubicBezTo>
                          <a:pt x="6154153" y="759814"/>
                          <a:pt x="6159106" y="777340"/>
                          <a:pt x="6142913" y="795532"/>
                        </a:cubicBezTo>
                        <a:cubicBezTo>
                          <a:pt x="6133293" y="806391"/>
                          <a:pt x="6118339" y="814773"/>
                          <a:pt x="6104242" y="822584"/>
                        </a:cubicBezTo>
                        <a:cubicBezTo>
                          <a:pt x="6092907" y="828870"/>
                          <a:pt x="6080048" y="835538"/>
                          <a:pt x="6070237" y="834966"/>
                        </a:cubicBezTo>
                        <a:cubicBezTo>
                          <a:pt x="6058713" y="834299"/>
                          <a:pt x="6057665" y="823727"/>
                          <a:pt x="6059475" y="814011"/>
                        </a:cubicBezTo>
                        <a:cubicBezTo>
                          <a:pt x="6063665" y="792104"/>
                          <a:pt x="6077572" y="766672"/>
                          <a:pt x="6102623" y="745145"/>
                        </a:cubicBezTo>
                        <a:cubicBezTo>
                          <a:pt x="6127769" y="723619"/>
                          <a:pt x="6165107" y="707712"/>
                          <a:pt x="6189586" y="711331"/>
                        </a:cubicBezTo>
                        <a:lnTo>
                          <a:pt x="6166440" y="741145"/>
                        </a:lnTo>
                        <a:close/>
                        <a:moveTo>
                          <a:pt x="6122339" y="435011"/>
                        </a:moveTo>
                        <a:cubicBezTo>
                          <a:pt x="6123673" y="448061"/>
                          <a:pt x="6122530" y="461777"/>
                          <a:pt x="6121482" y="470825"/>
                        </a:cubicBezTo>
                        <a:cubicBezTo>
                          <a:pt x="6117862" y="500353"/>
                          <a:pt x="6116434" y="540548"/>
                          <a:pt x="6101765" y="566647"/>
                        </a:cubicBezTo>
                        <a:cubicBezTo>
                          <a:pt x="6099003" y="571504"/>
                          <a:pt x="6095479" y="576077"/>
                          <a:pt x="6090621" y="578744"/>
                        </a:cubicBezTo>
                        <a:cubicBezTo>
                          <a:pt x="6081858" y="583506"/>
                          <a:pt x="6070904" y="580934"/>
                          <a:pt x="6062237" y="576077"/>
                        </a:cubicBezTo>
                        <a:cubicBezTo>
                          <a:pt x="6057474" y="573505"/>
                          <a:pt x="6052997" y="570076"/>
                          <a:pt x="6050235" y="565409"/>
                        </a:cubicBezTo>
                        <a:cubicBezTo>
                          <a:pt x="6047663" y="561027"/>
                          <a:pt x="6046902" y="555788"/>
                          <a:pt x="6046330" y="550740"/>
                        </a:cubicBezTo>
                        <a:cubicBezTo>
                          <a:pt x="6043854" y="528452"/>
                          <a:pt x="6058046" y="363574"/>
                          <a:pt x="6109766" y="404436"/>
                        </a:cubicBezTo>
                        <a:cubicBezTo>
                          <a:pt x="6110052" y="404722"/>
                          <a:pt x="6110243" y="405007"/>
                          <a:pt x="6110529" y="405293"/>
                        </a:cubicBezTo>
                        <a:cubicBezTo>
                          <a:pt x="6111576" y="405103"/>
                          <a:pt x="6112624" y="404912"/>
                          <a:pt x="6113767" y="404912"/>
                        </a:cubicBezTo>
                        <a:cubicBezTo>
                          <a:pt x="6122720" y="404817"/>
                          <a:pt x="6130055" y="411961"/>
                          <a:pt x="6130245" y="420914"/>
                        </a:cubicBezTo>
                        <a:cubicBezTo>
                          <a:pt x="6130150" y="426915"/>
                          <a:pt x="6127007" y="432059"/>
                          <a:pt x="6122339" y="435011"/>
                        </a:cubicBezTo>
                        <a:close/>
                        <a:moveTo>
                          <a:pt x="6065285" y="882877"/>
                        </a:moveTo>
                        <a:cubicBezTo>
                          <a:pt x="6063760" y="885639"/>
                          <a:pt x="6061761" y="887639"/>
                          <a:pt x="6059475" y="889449"/>
                        </a:cubicBezTo>
                        <a:cubicBezTo>
                          <a:pt x="6074428" y="885829"/>
                          <a:pt x="6090907" y="883829"/>
                          <a:pt x="6095955" y="889735"/>
                        </a:cubicBezTo>
                        <a:cubicBezTo>
                          <a:pt x="6099670" y="894116"/>
                          <a:pt x="6097193" y="904118"/>
                          <a:pt x="6090716" y="910785"/>
                        </a:cubicBezTo>
                        <a:cubicBezTo>
                          <a:pt x="6090526" y="911071"/>
                          <a:pt x="6090145" y="911166"/>
                          <a:pt x="6089954" y="911452"/>
                        </a:cubicBezTo>
                        <a:cubicBezTo>
                          <a:pt x="6084620" y="918977"/>
                          <a:pt x="6073952" y="925072"/>
                          <a:pt x="6064903" y="925739"/>
                        </a:cubicBezTo>
                        <a:cubicBezTo>
                          <a:pt x="6063475" y="926311"/>
                          <a:pt x="6062046" y="926882"/>
                          <a:pt x="6060712" y="927359"/>
                        </a:cubicBezTo>
                        <a:cubicBezTo>
                          <a:pt x="6040996" y="934883"/>
                          <a:pt x="6021279" y="942408"/>
                          <a:pt x="6001563" y="949838"/>
                        </a:cubicBezTo>
                        <a:cubicBezTo>
                          <a:pt x="5997467" y="951362"/>
                          <a:pt x="5993371" y="952886"/>
                          <a:pt x="5989466" y="953647"/>
                        </a:cubicBezTo>
                        <a:cubicBezTo>
                          <a:pt x="5981465" y="958029"/>
                          <a:pt x="5973178" y="962029"/>
                          <a:pt x="5965082" y="965649"/>
                        </a:cubicBezTo>
                        <a:cubicBezTo>
                          <a:pt x="5951366" y="971840"/>
                          <a:pt x="5934602" y="977936"/>
                          <a:pt x="5927077" y="972983"/>
                        </a:cubicBezTo>
                        <a:cubicBezTo>
                          <a:pt x="5922981" y="970221"/>
                          <a:pt x="5922981" y="964792"/>
                          <a:pt x="5924696" y="959172"/>
                        </a:cubicBezTo>
                        <a:cubicBezTo>
                          <a:pt x="5927648" y="949456"/>
                          <a:pt x="5934888" y="938979"/>
                          <a:pt x="5942031" y="928882"/>
                        </a:cubicBezTo>
                        <a:cubicBezTo>
                          <a:pt x="5949651" y="918119"/>
                          <a:pt x="5957938" y="906785"/>
                          <a:pt x="5970511" y="897736"/>
                        </a:cubicBezTo>
                        <a:cubicBezTo>
                          <a:pt x="5990799" y="883258"/>
                          <a:pt x="6085287" y="847063"/>
                          <a:pt x="6065285" y="882877"/>
                        </a:cubicBezTo>
                        <a:close/>
                        <a:moveTo>
                          <a:pt x="5678951" y="892973"/>
                        </a:moveTo>
                        <a:cubicBezTo>
                          <a:pt x="5686571" y="909356"/>
                          <a:pt x="5713431" y="911833"/>
                          <a:pt x="5732671" y="920024"/>
                        </a:cubicBezTo>
                        <a:cubicBezTo>
                          <a:pt x="5741816" y="923834"/>
                          <a:pt x="5749340" y="929073"/>
                          <a:pt x="5756865" y="934312"/>
                        </a:cubicBezTo>
                        <a:cubicBezTo>
                          <a:pt x="5715336" y="937074"/>
                          <a:pt x="5683237" y="923739"/>
                          <a:pt x="5671616" y="898879"/>
                        </a:cubicBezTo>
                        <a:cubicBezTo>
                          <a:pt x="5659234" y="872399"/>
                          <a:pt x="5673045" y="840681"/>
                          <a:pt x="5693810" y="805343"/>
                        </a:cubicBezTo>
                        <a:cubicBezTo>
                          <a:pt x="5681808" y="827155"/>
                          <a:pt x="5679522" y="847253"/>
                          <a:pt x="5677427" y="866779"/>
                        </a:cubicBezTo>
                        <a:cubicBezTo>
                          <a:pt x="5676474" y="876114"/>
                          <a:pt x="5675521" y="885639"/>
                          <a:pt x="5678951" y="892973"/>
                        </a:cubicBezTo>
                        <a:close/>
                        <a:moveTo>
                          <a:pt x="5844400" y="836680"/>
                        </a:moveTo>
                        <a:cubicBezTo>
                          <a:pt x="5844781" y="846301"/>
                          <a:pt x="5840876" y="858017"/>
                          <a:pt x="5830398" y="868685"/>
                        </a:cubicBezTo>
                        <a:cubicBezTo>
                          <a:pt x="5819921" y="879353"/>
                          <a:pt x="5801728" y="888306"/>
                          <a:pt x="5790107" y="886687"/>
                        </a:cubicBezTo>
                        <a:cubicBezTo>
                          <a:pt x="5783821" y="885829"/>
                          <a:pt x="5780202" y="882210"/>
                          <a:pt x="5775629" y="879543"/>
                        </a:cubicBezTo>
                        <a:cubicBezTo>
                          <a:pt x="5764580" y="872971"/>
                          <a:pt x="5747245" y="871732"/>
                          <a:pt x="5738958" y="863065"/>
                        </a:cubicBezTo>
                        <a:cubicBezTo>
                          <a:pt x="5734291" y="858207"/>
                          <a:pt x="5732862" y="851254"/>
                          <a:pt x="5732862" y="843920"/>
                        </a:cubicBezTo>
                        <a:cubicBezTo>
                          <a:pt x="5732767" y="825631"/>
                          <a:pt x="5757627" y="742669"/>
                          <a:pt x="5802300" y="751432"/>
                        </a:cubicBezTo>
                        <a:cubicBezTo>
                          <a:pt x="5811348" y="753242"/>
                          <a:pt x="5817159" y="758480"/>
                          <a:pt x="5821254" y="764957"/>
                        </a:cubicBezTo>
                        <a:cubicBezTo>
                          <a:pt x="5836303" y="758956"/>
                          <a:pt x="5854973" y="754194"/>
                          <a:pt x="5862879" y="760004"/>
                        </a:cubicBezTo>
                        <a:cubicBezTo>
                          <a:pt x="5871165" y="766100"/>
                          <a:pt x="5880404" y="778388"/>
                          <a:pt x="5865069" y="792294"/>
                        </a:cubicBezTo>
                        <a:cubicBezTo>
                          <a:pt x="5860402" y="796580"/>
                          <a:pt x="5854306" y="799819"/>
                          <a:pt x="5848591" y="803343"/>
                        </a:cubicBezTo>
                        <a:cubicBezTo>
                          <a:pt x="5845162" y="805438"/>
                          <a:pt x="5841828" y="807820"/>
                          <a:pt x="5838495" y="810106"/>
                        </a:cubicBezTo>
                        <a:cubicBezTo>
                          <a:pt x="5841543" y="818583"/>
                          <a:pt x="5844019" y="827346"/>
                          <a:pt x="5844400" y="836680"/>
                        </a:cubicBezTo>
                        <a:close/>
                        <a:moveTo>
                          <a:pt x="5779725" y="993081"/>
                        </a:moveTo>
                        <a:cubicBezTo>
                          <a:pt x="5776963" y="997367"/>
                          <a:pt x="5770677" y="1000796"/>
                          <a:pt x="5765819" y="1000796"/>
                        </a:cubicBezTo>
                        <a:cubicBezTo>
                          <a:pt x="5760961" y="1000796"/>
                          <a:pt x="5759151" y="997367"/>
                          <a:pt x="5761913" y="993081"/>
                        </a:cubicBezTo>
                        <a:cubicBezTo>
                          <a:pt x="5764676" y="988795"/>
                          <a:pt x="5770962" y="985366"/>
                          <a:pt x="5775820" y="985366"/>
                        </a:cubicBezTo>
                        <a:cubicBezTo>
                          <a:pt x="5780773" y="985271"/>
                          <a:pt x="5782488" y="988795"/>
                          <a:pt x="5779725" y="993081"/>
                        </a:cubicBezTo>
                        <a:close/>
                        <a:moveTo>
                          <a:pt x="5752579" y="950219"/>
                        </a:moveTo>
                        <a:cubicBezTo>
                          <a:pt x="5752770" y="950504"/>
                          <a:pt x="5752865" y="950790"/>
                          <a:pt x="5753055" y="950980"/>
                        </a:cubicBezTo>
                        <a:cubicBezTo>
                          <a:pt x="5754293" y="950790"/>
                          <a:pt x="5755436" y="950695"/>
                          <a:pt x="5756579" y="950695"/>
                        </a:cubicBezTo>
                        <a:cubicBezTo>
                          <a:pt x="5766200" y="950695"/>
                          <a:pt x="5769628" y="957457"/>
                          <a:pt x="5764200" y="965839"/>
                        </a:cubicBezTo>
                        <a:cubicBezTo>
                          <a:pt x="5760675" y="971364"/>
                          <a:pt x="5754103" y="976127"/>
                          <a:pt x="5747340" y="978794"/>
                        </a:cubicBezTo>
                        <a:cubicBezTo>
                          <a:pt x="5740768" y="990890"/>
                          <a:pt x="5731052" y="1003749"/>
                          <a:pt x="5724290" y="1012131"/>
                        </a:cubicBezTo>
                        <a:cubicBezTo>
                          <a:pt x="5702192" y="1039658"/>
                          <a:pt x="5675998" y="1076996"/>
                          <a:pt x="5644184" y="1101285"/>
                        </a:cubicBezTo>
                        <a:cubicBezTo>
                          <a:pt x="5638279" y="1105762"/>
                          <a:pt x="5631707" y="1110048"/>
                          <a:pt x="5624849" y="1112429"/>
                        </a:cubicBezTo>
                        <a:cubicBezTo>
                          <a:pt x="5612657" y="1116715"/>
                          <a:pt x="5602560" y="1114239"/>
                          <a:pt x="5596179" y="1109667"/>
                        </a:cubicBezTo>
                        <a:cubicBezTo>
                          <a:pt x="5592750" y="1107190"/>
                          <a:pt x="5589987" y="1104047"/>
                          <a:pt x="5589987" y="1099571"/>
                        </a:cubicBezTo>
                        <a:cubicBezTo>
                          <a:pt x="5589987" y="1095475"/>
                          <a:pt x="5592368" y="1090617"/>
                          <a:pt x="5594940" y="1085855"/>
                        </a:cubicBezTo>
                        <a:cubicBezTo>
                          <a:pt x="5605989" y="1064995"/>
                          <a:pt x="5722766" y="911452"/>
                          <a:pt x="5752579" y="950219"/>
                        </a:cubicBezTo>
                        <a:close/>
                        <a:moveTo>
                          <a:pt x="5697239" y="1114239"/>
                        </a:moveTo>
                        <a:cubicBezTo>
                          <a:pt x="5720099" y="1086140"/>
                          <a:pt x="5755151" y="1059947"/>
                          <a:pt x="5792393" y="1043087"/>
                        </a:cubicBezTo>
                        <a:cubicBezTo>
                          <a:pt x="5812968" y="1033753"/>
                          <a:pt x="5834684" y="1026990"/>
                          <a:pt x="5853830" y="1014512"/>
                        </a:cubicBezTo>
                        <a:cubicBezTo>
                          <a:pt x="5881547" y="996415"/>
                          <a:pt x="5891930" y="973936"/>
                          <a:pt x="5891644" y="955648"/>
                        </a:cubicBezTo>
                        <a:cubicBezTo>
                          <a:pt x="5902978" y="963172"/>
                          <a:pt x="5887167" y="984699"/>
                          <a:pt x="5893453" y="995367"/>
                        </a:cubicBezTo>
                        <a:cubicBezTo>
                          <a:pt x="5901931" y="1009654"/>
                          <a:pt x="5940602" y="997558"/>
                          <a:pt x="5954890" y="1007845"/>
                        </a:cubicBezTo>
                        <a:cubicBezTo>
                          <a:pt x="5912503" y="998225"/>
                          <a:pt x="5848210" y="1020799"/>
                          <a:pt x="5792298" y="1049469"/>
                        </a:cubicBezTo>
                        <a:cubicBezTo>
                          <a:pt x="5774201" y="1058804"/>
                          <a:pt x="5755912" y="1069090"/>
                          <a:pt x="5741339" y="1082045"/>
                        </a:cubicBezTo>
                        <a:cubicBezTo>
                          <a:pt x="5723337" y="1098047"/>
                          <a:pt x="5713050" y="1116049"/>
                          <a:pt x="5703430" y="1133384"/>
                        </a:cubicBezTo>
                        <a:cubicBezTo>
                          <a:pt x="5692095" y="1153768"/>
                          <a:pt x="5680665" y="1174151"/>
                          <a:pt x="5669330" y="1194535"/>
                        </a:cubicBezTo>
                        <a:cubicBezTo>
                          <a:pt x="5664092" y="1171865"/>
                          <a:pt x="5674378" y="1142338"/>
                          <a:pt x="5697239" y="1114239"/>
                        </a:cubicBezTo>
                        <a:close/>
                        <a:moveTo>
                          <a:pt x="5927553" y="503782"/>
                        </a:moveTo>
                        <a:cubicBezTo>
                          <a:pt x="5925363" y="512259"/>
                          <a:pt x="5916885" y="517593"/>
                          <a:pt x="5909837" y="521784"/>
                        </a:cubicBezTo>
                        <a:cubicBezTo>
                          <a:pt x="5918790" y="521689"/>
                          <a:pt x="5926125" y="528832"/>
                          <a:pt x="5926315" y="537786"/>
                        </a:cubicBezTo>
                        <a:cubicBezTo>
                          <a:pt x="5926505" y="546739"/>
                          <a:pt x="5919266" y="554074"/>
                          <a:pt x="5910313" y="554264"/>
                        </a:cubicBezTo>
                        <a:cubicBezTo>
                          <a:pt x="5901359" y="554455"/>
                          <a:pt x="5894025" y="547216"/>
                          <a:pt x="5893835" y="538262"/>
                        </a:cubicBezTo>
                        <a:cubicBezTo>
                          <a:pt x="5893835" y="535310"/>
                          <a:pt x="5894596" y="532547"/>
                          <a:pt x="5896025" y="530071"/>
                        </a:cubicBezTo>
                        <a:cubicBezTo>
                          <a:pt x="5894216" y="531119"/>
                          <a:pt x="5892406" y="532262"/>
                          <a:pt x="5890596" y="533309"/>
                        </a:cubicBezTo>
                        <a:cubicBezTo>
                          <a:pt x="5891168" y="550550"/>
                          <a:pt x="5892025" y="567790"/>
                          <a:pt x="5892787" y="585030"/>
                        </a:cubicBezTo>
                        <a:cubicBezTo>
                          <a:pt x="5893263" y="595888"/>
                          <a:pt x="5893644" y="607223"/>
                          <a:pt x="5889262" y="617225"/>
                        </a:cubicBezTo>
                        <a:cubicBezTo>
                          <a:pt x="5883738" y="629702"/>
                          <a:pt x="5871737" y="637798"/>
                          <a:pt x="5860211" y="645038"/>
                        </a:cubicBezTo>
                        <a:cubicBezTo>
                          <a:pt x="5846114" y="653896"/>
                          <a:pt x="5830017" y="662849"/>
                          <a:pt x="5813825" y="659325"/>
                        </a:cubicBezTo>
                        <a:cubicBezTo>
                          <a:pt x="5794108" y="655039"/>
                          <a:pt x="5782773" y="634179"/>
                          <a:pt x="5778201" y="614557"/>
                        </a:cubicBezTo>
                        <a:cubicBezTo>
                          <a:pt x="5769819" y="578744"/>
                          <a:pt x="5775915" y="539024"/>
                          <a:pt x="5797632" y="509211"/>
                        </a:cubicBezTo>
                        <a:cubicBezTo>
                          <a:pt x="5811729" y="489875"/>
                          <a:pt x="5855544" y="451966"/>
                          <a:pt x="5880119" y="473969"/>
                        </a:cubicBezTo>
                        <a:cubicBezTo>
                          <a:pt x="5882500" y="476064"/>
                          <a:pt x="5884214" y="478636"/>
                          <a:pt x="5885643" y="481303"/>
                        </a:cubicBezTo>
                        <a:cubicBezTo>
                          <a:pt x="5897359" y="477302"/>
                          <a:pt x="5911360" y="474921"/>
                          <a:pt x="5919647" y="481207"/>
                        </a:cubicBezTo>
                        <a:cubicBezTo>
                          <a:pt x="5925553" y="485875"/>
                          <a:pt x="5929363" y="496543"/>
                          <a:pt x="5927553" y="503782"/>
                        </a:cubicBezTo>
                        <a:close/>
                        <a:moveTo>
                          <a:pt x="5538552" y="946599"/>
                        </a:moveTo>
                        <a:cubicBezTo>
                          <a:pt x="5530265" y="945646"/>
                          <a:pt x="5522741" y="943265"/>
                          <a:pt x="5520169" y="937741"/>
                        </a:cubicBezTo>
                        <a:cubicBezTo>
                          <a:pt x="5509120" y="913452"/>
                          <a:pt x="5577319" y="836014"/>
                          <a:pt x="5609418" y="860779"/>
                        </a:cubicBezTo>
                        <a:cubicBezTo>
                          <a:pt x="5637421" y="882305"/>
                          <a:pt x="5599227" y="953362"/>
                          <a:pt x="5538552" y="946599"/>
                        </a:cubicBezTo>
                        <a:close/>
                        <a:moveTo>
                          <a:pt x="5294331" y="1026990"/>
                        </a:moveTo>
                        <a:cubicBezTo>
                          <a:pt x="5292426" y="1019179"/>
                          <a:pt x="5285187" y="1014227"/>
                          <a:pt x="5277377" y="1010131"/>
                        </a:cubicBezTo>
                        <a:cubicBezTo>
                          <a:pt x="5266899" y="1004702"/>
                          <a:pt x="5254802" y="1000415"/>
                          <a:pt x="5239848" y="999939"/>
                        </a:cubicBezTo>
                        <a:cubicBezTo>
                          <a:pt x="5228895" y="999558"/>
                          <a:pt x="5216702" y="1002035"/>
                          <a:pt x="5204415" y="1005082"/>
                        </a:cubicBezTo>
                        <a:cubicBezTo>
                          <a:pt x="5217369" y="994414"/>
                          <a:pt x="5238800" y="994129"/>
                          <a:pt x="5251087" y="994034"/>
                        </a:cubicBezTo>
                        <a:cubicBezTo>
                          <a:pt x="5262518" y="993938"/>
                          <a:pt x="5273757" y="994224"/>
                          <a:pt x="5282806" y="997081"/>
                        </a:cubicBezTo>
                        <a:cubicBezTo>
                          <a:pt x="5296522" y="1001463"/>
                          <a:pt x="5304237" y="1011750"/>
                          <a:pt x="5303570" y="1025180"/>
                        </a:cubicBezTo>
                        <a:cubicBezTo>
                          <a:pt x="5302903" y="1038515"/>
                          <a:pt x="5293855" y="1054708"/>
                          <a:pt x="5279186" y="1068995"/>
                        </a:cubicBezTo>
                        <a:cubicBezTo>
                          <a:pt x="5288044" y="1054231"/>
                          <a:pt x="5297189" y="1038515"/>
                          <a:pt x="5294331" y="1026990"/>
                        </a:cubicBezTo>
                        <a:close/>
                        <a:moveTo>
                          <a:pt x="5113356" y="1081664"/>
                        </a:moveTo>
                        <a:cubicBezTo>
                          <a:pt x="5117643" y="1073091"/>
                          <a:pt x="5127644" y="1064519"/>
                          <a:pt x="5138216" y="1057470"/>
                        </a:cubicBezTo>
                        <a:cubicBezTo>
                          <a:pt x="5150694" y="1049183"/>
                          <a:pt x="5164505" y="1042421"/>
                          <a:pt x="5178222" y="1037753"/>
                        </a:cubicBezTo>
                        <a:cubicBezTo>
                          <a:pt x="5194033" y="1032324"/>
                          <a:pt x="5225084" y="1024418"/>
                          <a:pt x="5232228" y="1032896"/>
                        </a:cubicBezTo>
                        <a:cubicBezTo>
                          <a:pt x="5235943" y="1037277"/>
                          <a:pt x="5233466" y="1047278"/>
                          <a:pt x="5226989" y="1053946"/>
                        </a:cubicBezTo>
                        <a:cubicBezTo>
                          <a:pt x="5224322" y="1056708"/>
                          <a:pt x="5221084" y="1058994"/>
                          <a:pt x="5217560" y="1061089"/>
                        </a:cubicBezTo>
                        <a:cubicBezTo>
                          <a:pt x="5217560" y="1064328"/>
                          <a:pt x="5216988" y="1068138"/>
                          <a:pt x="5215655" y="1072805"/>
                        </a:cubicBezTo>
                        <a:cubicBezTo>
                          <a:pt x="5214416" y="1077092"/>
                          <a:pt x="5212321" y="1081473"/>
                          <a:pt x="5209749" y="1085759"/>
                        </a:cubicBezTo>
                        <a:cubicBezTo>
                          <a:pt x="5212797" y="1083473"/>
                          <a:pt x="5216607" y="1081759"/>
                          <a:pt x="5219941" y="1081759"/>
                        </a:cubicBezTo>
                        <a:cubicBezTo>
                          <a:pt x="5224894" y="1081759"/>
                          <a:pt x="5226609" y="1085188"/>
                          <a:pt x="5223846" y="1089474"/>
                        </a:cubicBezTo>
                        <a:cubicBezTo>
                          <a:pt x="5221084" y="1093760"/>
                          <a:pt x="5214797" y="1097189"/>
                          <a:pt x="5209940" y="1097189"/>
                        </a:cubicBezTo>
                        <a:cubicBezTo>
                          <a:pt x="5206415" y="1097189"/>
                          <a:pt x="5204701" y="1095380"/>
                          <a:pt x="5204796" y="1092903"/>
                        </a:cubicBezTo>
                        <a:cubicBezTo>
                          <a:pt x="5190318" y="1111858"/>
                          <a:pt x="5165648" y="1130146"/>
                          <a:pt x="5145075" y="1146910"/>
                        </a:cubicBezTo>
                        <a:cubicBezTo>
                          <a:pt x="5115928" y="1170627"/>
                          <a:pt x="5084305" y="1194344"/>
                          <a:pt x="5048872" y="1210251"/>
                        </a:cubicBezTo>
                        <a:cubicBezTo>
                          <a:pt x="5023059" y="1221776"/>
                          <a:pt x="4991722" y="1227682"/>
                          <a:pt x="4984007" y="1214252"/>
                        </a:cubicBezTo>
                        <a:cubicBezTo>
                          <a:pt x="4981911" y="1210632"/>
                          <a:pt x="4981816" y="1206060"/>
                          <a:pt x="4982388" y="1201298"/>
                        </a:cubicBezTo>
                        <a:cubicBezTo>
                          <a:pt x="4984293" y="1185105"/>
                          <a:pt x="4994389" y="1165960"/>
                          <a:pt x="5012962" y="1149577"/>
                        </a:cubicBezTo>
                        <a:cubicBezTo>
                          <a:pt x="5027060" y="1137099"/>
                          <a:pt x="5044776" y="1127288"/>
                          <a:pt x="5062016" y="1117859"/>
                        </a:cubicBezTo>
                        <a:cubicBezTo>
                          <a:pt x="5073351" y="1111572"/>
                          <a:pt x="5091639" y="1100237"/>
                          <a:pt x="5111737" y="1088426"/>
                        </a:cubicBezTo>
                        <a:cubicBezTo>
                          <a:pt x="5111642" y="1086331"/>
                          <a:pt x="5112213" y="1084045"/>
                          <a:pt x="5113356" y="1081664"/>
                        </a:cubicBezTo>
                        <a:close/>
                        <a:moveTo>
                          <a:pt x="5161838" y="1198345"/>
                        </a:moveTo>
                        <a:cubicBezTo>
                          <a:pt x="5178698" y="1185867"/>
                          <a:pt x="5189366" y="1172627"/>
                          <a:pt x="5202891" y="1159388"/>
                        </a:cubicBezTo>
                        <a:cubicBezTo>
                          <a:pt x="5213559" y="1160530"/>
                          <a:pt x="5205939" y="1171198"/>
                          <a:pt x="5207463" y="1177961"/>
                        </a:cubicBezTo>
                        <a:cubicBezTo>
                          <a:pt x="5209368" y="1185962"/>
                          <a:pt x="5216512" y="1189486"/>
                          <a:pt x="5225180" y="1192725"/>
                        </a:cubicBezTo>
                        <a:cubicBezTo>
                          <a:pt x="5238896" y="1197868"/>
                          <a:pt x="5252612" y="1203012"/>
                          <a:pt x="5266423" y="1208155"/>
                        </a:cubicBezTo>
                        <a:cubicBezTo>
                          <a:pt x="5244134" y="1202917"/>
                          <a:pt x="5221941" y="1197678"/>
                          <a:pt x="5199653" y="1192440"/>
                        </a:cubicBezTo>
                        <a:cubicBezTo>
                          <a:pt x="5195938" y="1191582"/>
                          <a:pt x="5192128" y="1190725"/>
                          <a:pt x="5187556" y="1191106"/>
                        </a:cubicBezTo>
                        <a:cubicBezTo>
                          <a:pt x="5171840" y="1192440"/>
                          <a:pt x="5154980" y="1206632"/>
                          <a:pt x="5139359" y="1217109"/>
                        </a:cubicBezTo>
                        <a:cubicBezTo>
                          <a:pt x="5122119" y="1228730"/>
                          <a:pt x="5102402" y="1237588"/>
                          <a:pt x="5083828" y="1241969"/>
                        </a:cubicBezTo>
                        <a:cubicBezTo>
                          <a:pt x="5110880" y="1229777"/>
                          <a:pt x="5138121" y="1215871"/>
                          <a:pt x="5161838" y="1198345"/>
                        </a:cubicBezTo>
                        <a:close/>
                        <a:moveTo>
                          <a:pt x="5342052" y="877447"/>
                        </a:moveTo>
                        <a:cubicBezTo>
                          <a:pt x="5319191" y="894116"/>
                          <a:pt x="5245277" y="943456"/>
                          <a:pt x="5232133" y="921072"/>
                        </a:cubicBezTo>
                        <a:cubicBezTo>
                          <a:pt x="5258898" y="908975"/>
                          <a:pt x="5285282" y="903546"/>
                          <a:pt x="5313191" y="887544"/>
                        </a:cubicBezTo>
                        <a:cubicBezTo>
                          <a:pt x="5360339" y="860588"/>
                          <a:pt x="5399868" y="824393"/>
                          <a:pt x="5432920" y="788008"/>
                        </a:cubicBezTo>
                        <a:cubicBezTo>
                          <a:pt x="5415965" y="819821"/>
                          <a:pt x="5379103" y="850492"/>
                          <a:pt x="5342052" y="877447"/>
                        </a:cubicBezTo>
                        <a:close/>
                        <a:moveTo>
                          <a:pt x="5061159" y="849158"/>
                        </a:moveTo>
                        <a:cubicBezTo>
                          <a:pt x="5057540" y="853159"/>
                          <a:pt x="5053349" y="858017"/>
                          <a:pt x="5054682" y="860969"/>
                        </a:cubicBezTo>
                        <a:cubicBezTo>
                          <a:pt x="5055349" y="862588"/>
                          <a:pt x="5057540" y="863255"/>
                          <a:pt x="5059254" y="864113"/>
                        </a:cubicBezTo>
                        <a:cubicBezTo>
                          <a:pt x="5066588" y="867637"/>
                          <a:pt x="5068113" y="875447"/>
                          <a:pt x="5070875" y="882210"/>
                        </a:cubicBezTo>
                        <a:cubicBezTo>
                          <a:pt x="5076780" y="896402"/>
                          <a:pt x="5089448" y="906689"/>
                          <a:pt x="5101926" y="916786"/>
                        </a:cubicBezTo>
                        <a:cubicBezTo>
                          <a:pt x="5084781" y="908404"/>
                          <a:pt x="5070589" y="897450"/>
                          <a:pt x="5059730" y="884305"/>
                        </a:cubicBezTo>
                        <a:cubicBezTo>
                          <a:pt x="5056206" y="880019"/>
                          <a:pt x="5052968" y="875447"/>
                          <a:pt x="5047253" y="872780"/>
                        </a:cubicBezTo>
                        <a:cubicBezTo>
                          <a:pt x="5036775" y="867922"/>
                          <a:pt x="5020488" y="870494"/>
                          <a:pt x="5003343" y="875543"/>
                        </a:cubicBezTo>
                        <a:cubicBezTo>
                          <a:pt x="4994294" y="879448"/>
                          <a:pt x="4985054" y="882686"/>
                          <a:pt x="4976101" y="885068"/>
                        </a:cubicBezTo>
                        <a:cubicBezTo>
                          <a:pt x="4984959" y="881638"/>
                          <a:pt x="4994294" y="878210"/>
                          <a:pt x="5003343" y="875543"/>
                        </a:cubicBezTo>
                        <a:cubicBezTo>
                          <a:pt x="5021630" y="867637"/>
                          <a:pt x="5039442" y="856969"/>
                          <a:pt x="5054587" y="844491"/>
                        </a:cubicBezTo>
                        <a:cubicBezTo>
                          <a:pt x="5076304" y="826584"/>
                          <a:pt x="5086496" y="809439"/>
                          <a:pt x="5097259" y="790294"/>
                        </a:cubicBezTo>
                        <a:cubicBezTo>
                          <a:pt x="5106117" y="796485"/>
                          <a:pt x="5071351" y="837919"/>
                          <a:pt x="5061159" y="849158"/>
                        </a:cubicBezTo>
                        <a:close/>
                        <a:moveTo>
                          <a:pt x="5004866" y="937646"/>
                        </a:moveTo>
                        <a:cubicBezTo>
                          <a:pt x="5008581" y="942027"/>
                          <a:pt x="5006105" y="952028"/>
                          <a:pt x="4999628" y="958696"/>
                        </a:cubicBezTo>
                        <a:cubicBezTo>
                          <a:pt x="4992103" y="966506"/>
                          <a:pt x="4979720" y="971459"/>
                          <a:pt x="4969719" y="975269"/>
                        </a:cubicBezTo>
                        <a:cubicBezTo>
                          <a:pt x="4950002" y="982794"/>
                          <a:pt x="4930285" y="990319"/>
                          <a:pt x="4910569" y="997748"/>
                        </a:cubicBezTo>
                        <a:cubicBezTo>
                          <a:pt x="4905711" y="999558"/>
                          <a:pt x="4900663" y="1001463"/>
                          <a:pt x="4896186" y="1001939"/>
                        </a:cubicBezTo>
                        <a:cubicBezTo>
                          <a:pt x="4885995" y="1002892"/>
                          <a:pt x="4882184" y="995462"/>
                          <a:pt x="4885804" y="987176"/>
                        </a:cubicBezTo>
                        <a:cubicBezTo>
                          <a:pt x="4885423" y="987271"/>
                          <a:pt x="4885042" y="987461"/>
                          <a:pt x="4884661" y="987652"/>
                        </a:cubicBezTo>
                        <a:cubicBezTo>
                          <a:pt x="4871707" y="992033"/>
                          <a:pt x="4858563" y="996034"/>
                          <a:pt x="4846846" y="996701"/>
                        </a:cubicBezTo>
                        <a:cubicBezTo>
                          <a:pt x="4842656" y="996891"/>
                          <a:pt x="4838274" y="996415"/>
                          <a:pt x="4837703" y="993557"/>
                        </a:cubicBezTo>
                        <a:cubicBezTo>
                          <a:pt x="4837417" y="992129"/>
                          <a:pt x="4838179" y="990414"/>
                          <a:pt x="4839036" y="988700"/>
                        </a:cubicBezTo>
                        <a:cubicBezTo>
                          <a:pt x="4845703" y="975555"/>
                          <a:pt x="4861706" y="962601"/>
                          <a:pt x="4878279" y="952886"/>
                        </a:cubicBezTo>
                        <a:cubicBezTo>
                          <a:pt x="4894948" y="943170"/>
                          <a:pt x="4912569" y="935931"/>
                          <a:pt x="4929905" y="927835"/>
                        </a:cubicBezTo>
                        <a:cubicBezTo>
                          <a:pt x="4942859" y="921739"/>
                          <a:pt x="4955908" y="915071"/>
                          <a:pt x="4968862" y="911642"/>
                        </a:cubicBezTo>
                        <a:cubicBezTo>
                          <a:pt x="4994008" y="904975"/>
                          <a:pt x="5020011" y="910213"/>
                          <a:pt x="5038299" y="914309"/>
                        </a:cubicBezTo>
                        <a:cubicBezTo>
                          <a:pt x="5033918" y="920120"/>
                          <a:pt x="5018487" y="928406"/>
                          <a:pt x="5002866" y="935931"/>
                        </a:cubicBezTo>
                        <a:cubicBezTo>
                          <a:pt x="5003533" y="936407"/>
                          <a:pt x="5004295" y="936979"/>
                          <a:pt x="5004866" y="937646"/>
                        </a:cubicBezTo>
                        <a:close/>
                        <a:moveTo>
                          <a:pt x="4979530" y="798104"/>
                        </a:moveTo>
                        <a:cubicBezTo>
                          <a:pt x="4972005" y="805915"/>
                          <a:pt x="4959623" y="810868"/>
                          <a:pt x="4949622" y="814678"/>
                        </a:cubicBezTo>
                        <a:cubicBezTo>
                          <a:pt x="4938763" y="818773"/>
                          <a:pt x="4928000" y="822869"/>
                          <a:pt x="4917141" y="827060"/>
                        </a:cubicBezTo>
                        <a:cubicBezTo>
                          <a:pt x="4909902" y="835633"/>
                          <a:pt x="4904473" y="844681"/>
                          <a:pt x="4897805" y="853445"/>
                        </a:cubicBezTo>
                        <a:cubicBezTo>
                          <a:pt x="4886375" y="868494"/>
                          <a:pt x="4870659" y="883163"/>
                          <a:pt x="4852657" y="895545"/>
                        </a:cubicBezTo>
                        <a:cubicBezTo>
                          <a:pt x="4837703" y="905832"/>
                          <a:pt x="4819891" y="914976"/>
                          <a:pt x="4804461" y="916595"/>
                        </a:cubicBezTo>
                        <a:cubicBezTo>
                          <a:pt x="4788744" y="918310"/>
                          <a:pt x="4778267" y="911642"/>
                          <a:pt x="4775028" y="901927"/>
                        </a:cubicBezTo>
                        <a:cubicBezTo>
                          <a:pt x="4768360" y="882020"/>
                          <a:pt x="4788935" y="851349"/>
                          <a:pt x="4817414" y="827727"/>
                        </a:cubicBezTo>
                        <a:cubicBezTo>
                          <a:pt x="4845894" y="804105"/>
                          <a:pt x="4880851" y="786103"/>
                          <a:pt x="4914950" y="769434"/>
                        </a:cubicBezTo>
                        <a:cubicBezTo>
                          <a:pt x="4929047" y="762576"/>
                          <a:pt x="4943525" y="755718"/>
                          <a:pt x="4957432" y="752575"/>
                        </a:cubicBezTo>
                        <a:cubicBezTo>
                          <a:pt x="4976863" y="748193"/>
                          <a:pt x="5031251" y="749051"/>
                          <a:pt x="5033822" y="761719"/>
                        </a:cubicBezTo>
                        <a:cubicBezTo>
                          <a:pt x="5020202" y="770196"/>
                          <a:pt x="5002961" y="776959"/>
                          <a:pt x="4986388" y="783817"/>
                        </a:cubicBezTo>
                        <a:cubicBezTo>
                          <a:pt x="4986007" y="788484"/>
                          <a:pt x="4983530" y="793913"/>
                          <a:pt x="4979530" y="798104"/>
                        </a:cubicBezTo>
                        <a:close/>
                        <a:moveTo>
                          <a:pt x="4863801" y="723333"/>
                        </a:moveTo>
                        <a:cubicBezTo>
                          <a:pt x="4862658" y="724952"/>
                          <a:pt x="4861420" y="726571"/>
                          <a:pt x="4859610" y="727334"/>
                        </a:cubicBezTo>
                        <a:cubicBezTo>
                          <a:pt x="4857610" y="728191"/>
                          <a:pt x="4855324" y="727905"/>
                          <a:pt x="4853229" y="727334"/>
                        </a:cubicBezTo>
                        <a:cubicBezTo>
                          <a:pt x="4843513" y="724762"/>
                          <a:pt x="4835607" y="717904"/>
                          <a:pt x="4828463" y="710760"/>
                        </a:cubicBezTo>
                        <a:cubicBezTo>
                          <a:pt x="4821701" y="703902"/>
                          <a:pt x="4815224" y="696282"/>
                          <a:pt x="4812747" y="687043"/>
                        </a:cubicBezTo>
                        <a:cubicBezTo>
                          <a:pt x="4809318" y="673994"/>
                          <a:pt x="4814462" y="660373"/>
                          <a:pt x="4816557" y="647038"/>
                        </a:cubicBezTo>
                        <a:cubicBezTo>
                          <a:pt x="4819320" y="629607"/>
                          <a:pt x="4820843" y="618939"/>
                          <a:pt x="4839513" y="614653"/>
                        </a:cubicBezTo>
                        <a:cubicBezTo>
                          <a:pt x="4853133" y="611510"/>
                          <a:pt x="4864944" y="612081"/>
                          <a:pt x="4872088" y="624082"/>
                        </a:cubicBezTo>
                        <a:cubicBezTo>
                          <a:pt x="4888471" y="651514"/>
                          <a:pt x="4881327" y="698759"/>
                          <a:pt x="4863801" y="723333"/>
                        </a:cubicBezTo>
                        <a:close/>
                        <a:moveTo>
                          <a:pt x="4745405" y="724762"/>
                        </a:moveTo>
                        <a:cubicBezTo>
                          <a:pt x="4746358" y="724190"/>
                          <a:pt x="4747406" y="723619"/>
                          <a:pt x="4748263" y="722857"/>
                        </a:cubicBezTo>
                        <a:cubicBezTo>
                          <a:pt x="4759122" y="714475"/>
                          <a:pt x="4761121" y="699235"/>
                          <a:pt x="4763027" y="685614"/>
                        </a:cubicBezTo>
                        <a:cubicBezTo>
                          <a:pt x="4765122" y="670564"/>
                          <a:pt x="4767504" y="654944"/>
                          <a:pt x="4771980" y="640370"/>
                        </a:cubicBezTo>
                        <a:cubicBezTo>
                          <a:pt x="4774647" y="631703"/>
                          <a:pt x="4780838" y="617225"/>
                          <a:pt x="4785220" y="633131"/>
                        </a:cubicBezTo>
                        <a:cubicBezTo>
                          <a:pt x="4787410" y="641132"/>
                          <a:pt x="4777790" y="662659"/>
                          <a:pt x="4777885" y="672660"/>
                        </a:cubicBezTo>
                        <a:cubicBezTo>
                          <a:pt x="4777885" y="686186"/>
                          <a:pt x="4780457" y="699711"/>
                          <a:pt x="4785791" y="712189"/>
                        </a:cubicBezTo>
                        <a:cubicBezTo>
                          <a:pt x="4789316" y="720380"/>
                          <a:pt x="4793793" y="728191"/>
                          <a:pt x="4796650" y="736668"/>
                        </a:cubicBezTo>
                        <a:cubicBezTo>
                          <a:pt x="4790078" y="733334"/>
                          <a:pt x="4783125" y="730763"/>
                          <a:pt x="4775981" y="728762"/>
                        </a:cubicBezTo>
                        <a:cubicBezTo>
                          <a:pt x="4773885" y="747527"/>
                          <a:pt x="4761312" y="769625"/>
                          <a:pt x="4761312" y="787722"/>
                        </a:cubicBezTo>
                        <a:cubicBezTo>
                          <a:pt x="4761312" y="799914"/>
                          <a:pt x="4767027" y="809725"/>
                          <a:pt x="4772647" y="819250"/>
                        </a:cubicBezTo>
                        <a:cubicBezTo>
                          <a:pt x="4773694" y="820964"/>
                          <a:pt x="4774933" y="822774"/>
                          <a:pt x="4777790" y="822869"/>
                        </a:cubicBezTo>
                        <a:cubicBezTo>
                          <a:pt x="4781600" y="822964"/>
                          <a:pt x="4786363" y="819917"/>
                          <a:pt x="4790363" y="817250"/>
                        </a:cubicBezTo>
                        <a:cubicBezTo>
                          <a:pt x="4813223" y="802010"/>
                          <a:pt x="4836560" y="789913"/>
                          <a:pt x="4860182" y="777530"/>
                        </a:cubicBezTo>
                        <a:cubicBezTo>
                          <a:pt x="4870754" y="770958"/>
                          <a:pt x="4881804" y="764957"/>
                          <a:pt x="4893043" y="759814"/>
                        </a:cubicBezTo>
                        <a:cubicBezTo>
                          <a:pt x="4882089" y="766005"/>
                          <a:pt x="4871136" y="771815"/>
                          <a:pt x="4860182" y="777530"/>
                        </a:cubicBezTo>
                        <a:cubicBezTo>
                          <a:pt x="4814938" y="805629"/>
                          <a:pt x="4776743" y="844777"/>
                          <a:pt x="4759978" y="880496"/>
                        </a:cubicBezTo>
                        <a:cubicBezTo>
                          <a:pt x="4759693" y="873352"/>
                          <a:pt x="4768742" y="863922"/>
                          <a:pt x="4770837" y="856016"/>
                        </a:cubicBezTo>
                        <a:cubicBezTo>
                          <a:pt x="4772838" y="848492"/>
                          <a:pt x="4768360" y="843253"/>
                          <a:pt x="4764741" y="838109"/>
                        </a:cubicBezTo>
                        <a:cubicBezTo>
                          <a:pt x="4745596" y="810772"/>
                          <a:pt x="4748739" y="770101"/>
                          <a:pt x="4772838" y="728096"/>
                        </a:cubicBezTo>
                        <a:cubicBezTo>
                          <a:pt x="4763979" y="726000"/>
                          <a:pt x="4754644" y="724762"/>
                          <a:pt x="4745405" y="724762"/>
                        </a:cubicBezTo>
                        <a:cubicBezTo>
                          <a:pt x="4736452" y="730001"/>
                          <a:pt x="4724927" y="729715"/>
                          <a:pt x="4714354" y="729143"/>
                        </a:cubicBezTo>
                        <a:cubicBezTo>
                          <a:pt x="4724450" y="726190"/>
                          <a:pt x="4734928" y="724762"/>
                          <a:pt x="4745405" y="724762"/>
                        </a:cubicBezTo>
                        <a:close/>
                        <a:moveTo>
                          <a:pt x="4665681" y="590554"/>
                        </a:moveTo>
                        <a:cubicBezTo>
                          <a:pt x="4662062" y="594460"/>
                          <a:pt x="4657204" y="597508"/>
                          <a:pt x="4652918" y="600079"/>
                        </a:cubicBezTo>
                        <a:cubicBezTo>
                          <a:pt x="4652537" y="600270"/>
                          <a:pt x="4652251" y="600461"/>
                          <a:pt x="4651870" y="600746"/>
                        </a:cubicBezTo>
                        <a:cubicBezTo>
                          <a:pt x="4639773" y="654658"/>
                          <a:pt x="4598720" y="701521"/>
                          <a:pt x="4545094" y="716570"/>
                        </a:cubicBezTo>
                        <a:cubicBezTo>
                          <a:pt x="4538427" y="718380"/>
                          <a:pt x="4531378" y="719809"/>
                          <a:pt x="4524711" y="718094"/>
                        </a:cubicBezTo>
                        <a:cubicBezTo>
                          <a:pt x="4515663" y="715713"/>
                          <a:pt x="4508804" y="707617"/>
                          <a:pt x="4505947" y="698663"/>
                        </a:cubicBezTo>
                        <a:cubicBezTo>
                          <a:pt x="4503089" y="689710"/>
                          <a:pt x="4503566" y="679994"/>
                          <a:pt x="4505185" y="670755"/>
                        </a:cubicBezTo>
                        <a:cubicBezTo>
                          <a:pt x="4510995" y="637418"/>
                          <a:pt x="4530045" y="608176"/>
                          <a:pt x="4548619" y="579887"/>
                        </a:cubicBezTo>
                        <a:cubicBezTo>
                          <a:pt x="4565193" y="554836"/>
                          <a:pt x="4591100" y="532357"/>
                          <a:pt x="4623771" y="535500"/>
                        </a:cubicBezTo>
                        <a:cubicBezTo>
                          <a:pt x="4638345" y="536929"/>
                          <a:pt x="4646821" y="545025"/>
                          <a:pt x="4651298" y="555788"/>
                        </a:cubicBezTo>
                        <a:cubicBezTo>
                          <a:pt x="4654823" y="556074"/>
                          <a:pt x="4658061" y="557027"/>
                          <a:pt x="4660823" y="558646"/>
                        </a:cubicBezTo>
                        <a:cubicBezTo>
                          <a:pt x="4661490" y="558551"/>
                          <a:pt x="4662157" y="558455"/>
                          <a:pt x="4662919" y="558360"/>
                        </a:cubicBezTo>
                        <a:cubicBezTo>
                          <a:pt x="4671872" y="558265"/>
                          <a:pt x="4679207" y="565409"/>
                          <a:pt x="4679397" y="574362"/>
                        </a:cubicBezTo>
                        <a:cubicBezTo>
                          <a:pt x="4679397" y="582554"/>
                          <a:pt x="4673492" y="589316"/>
                          <a:pt x="4665681" y="590554"/>
                        </a:cubicBezTo>
                        <a:close/>
                        <a:moveTo>
                          <a:pt x="4608341" y="502448"/>
                        </a:moveTo>
                        <a:cubicBezTo>
                          <a:pt x="4589386" y="504448"/>
                          <a:pt x="4570241" y="508163"/>
                          <a:pt x="4553858" y="517879"/>
                        </a:cubicBezTo>
                        <a:cubicBezTo>
                          <a:pt x="4521949" y="536929"/>
                          <a:pt x="4507185" y="574743"/>
                          <a:pt x="4496231" y="610271"/>
                        </a:cubicBezTo>
                        <a:cubicBezTo>
                          <a:pt x="4499470" y="589030"/>
                          <a:pt x="4505280" y="567790"/>
                          <a:pt x="4515758" y="549026"/>
                        </a:cubicBezTo>
                        <a:cubicBezTo>
                          <a:pt x="4526330" y="530261"/>
                          <a:pt x="4541952" y="513878"/>
                          <a:pt x="4561573" y="504925"/>
                        </a:cubicBezTo>
                        <a:cubicBezTo>
                          <a:pt x="4580528" y="496257"/>
                          <a:pt x="4601959" y="495019"/>
                          <a:pt x="4622819" y="493876"/>
                        </a:cubicBezTo>
                        <a:cubicBezTo>
                          <a:pt x="4636916" y="493114"/>
                          <a:pt x="4655680" y="491304"/>
                          <a:pt x="4667872" y="499591"/>
                        </a:cubicBezTo>
                        <a:cubicBezTo>
                          <a:pt x="4650727" y="505115"/>
                          <a:pt x="4626628" y="500543"/>
                          <a:pt x="4608341" y="502448"/>
                        </a:cubicBezTo>
                        <a:close/>
                        <a:moveTo>
                          <a:pt x="4514805" y="765148"/>
                        </a:moveTo>
                        <a:cubicBezTo>
                          <a:pt x="4516329" y="779340"/>
                          <a:pt x="4503280" y="804105"/>
                          <a:pt x="4497851" y="820869"/>
                        </a:cubicBezTo>
                        <a:cubicBezTo>
                          <a:pt x="4497089" y="823155"/>
                          <a:pt x="4496422" y="825536"/>
                          <a:pt x="4497755" y="826870"/>
                        </a:cubicBezTo>
                        <a:cubicBezTo>
                          <a:pt x="4498994" y="828108"/>
                          <a:pt x="4501565" y="828108"/>
                          <a:pt x="4504042" y="828203"/>
                        </a:cubicBezTo>
                        <a:cubicBezTo>
                          <a:pt x="4531760" y="828679"/>
                          <a:pt x="4554525" y="836490"/>
                          <a:pt x="4569288" y="849920"/>
                        </a:cubicBezTo>
                        <a:cubicBezTo>
                          <a:pt x="4574146" y="853826"/>
                          <a:pt x="4578051" y="858493"/>
                          <a:pt x="4580623" y="864017"/>
                        </a:cubicBezTo>
                        <a:cubicBezTo>
                          <a:pt x="4577670" y="858779"/>
                          <a:pt x="4573860" y="854111"/>
                          <a:pt x="4569288" y="849920"/>
                        </a:cubicBezTo>
                        <a:cubicBezTo>
                          <a:pt x="4548524" y="833156"/>
                          <a:pt x="4508900" y="830394"/>
                          <a:pt x="4466895" y="839157"/>
                        </a:cubicBezTo>
                        <a:cubicBezTo>
                          <a:pt x="4449750" y="842681"/>
                          <a:pt x="4432319" y="848015"/>
                          <a:pt x="4414697" y="854492"/>
                        </a:cubicBezTo>
                        <a:cubicBezTo>
                          <a:pt x="4411554" y="856207"/>
                          <a:pt x="4408316" y="858017"/>
                          <a:pt x="4404982" y="859826"/>
                        </a:cubicBezTo>
                        <a:cubicBezTo>
                          <a:pt x="4393647" y="864684"/>
                          <a:pt x="4381741" y="868780"/>
                          <a:pt x="4370025" y="872971"/>
                        </a:cubicBezTo>
                        <a:cubicBezTo>
                          <a:pt x="4349356" y="882496"/>
                          <a:pt x="4328877" y="893164"/>
                          <a:pt x="4308875" y="904308"/>
                        </a:cubicBezTo>
                        <a:cubicBezTo>
                          <a:pt x="4325925" y="889259"/>
                          <a:pt x="4347832" y="880877"/>
                          <a:pt x="4370025" y="872971"/>
                        </a:cubicBezTo>
                        <a:cubicBezTo>
                          <a:pt x="4384884" y="866113"/>
                          <a:pt x="4399838" y="859921"/>
                          <a:pt x="4414697" y="854492"/>
                        </a:cubicBezTo>
                        <a:cubicBezTo>
                          <a:pt x="4435367" y="843062"/>
                          <a:pt x="4453369" y="833061"/>
                          <a:pt x="4471276" y="816392"/>
                        </a:cubicBezTo>
                        <a:cubicBezTo>
                          <a:pt x="4480706" y="807534"/>
                          <a:pt x="4489087" y="798295"/>
                          <a:pt x="4495755" y="788865"/>
                        </a:cubicBezTo>
                        <a:cubicBezTo>
                          <a:pt x="4500518" y="782102"/>
                          <a:pt x="4504328" y="768481"/>
                          <a:pt x="4514805" y="765148"/>
                        </a:cubicBezTo>
                        <a:close/>
                        <a:moveTo>
                          <a:pt x="4374597" y="1206536"/>
                        </a:moveTo>
                        <a:cubicBezTo>
                          <a:pt x="4368501" y="1197011"/>
                          <a:pt x="4370502" y="1183391"/>
                          <a:pt x="4373835" y="1169865"/>
                        </a:cubicBezTo>
                        <a:cubicBezTo>
                          <a:pt x="4377169" y="1156435"/>
                          <a:pt x="4381550" y="1142433"/>
                          <a:pt x="4380027" y="1130622"/>
                        </a:cubicBezTo>
                        <a:cubicBezTo>
                          <a:pt x="4378788" y="1121097"/>
                          <a:pt x="4372502" y="1113096"/>
                          <a:pt x="4361262" y="1110810"/>
                        </a:cubicBezTo>
                        <a:cubicBezTo>
                          <a:pt x="4358214" y="1110810"/>
                          <a:pt x="4355261" y="1110715"/>
                          <a:pt x="4352595" y="1110048"/>
                        </a:cubicBezTo>
                        <a:cubicBezTo>
                          <a:pt x="4355833" y="1109953"/>
                          <a:pt x="4358595" y="1110239"/>
                          <a:pt x="4361262" y="1110810"/>
                        </a:cubicBezTo>
                        <a:cubicBezTo>
                          <a:pt x="4378026" y="1110715"/>
                          <a:pt x="4399743" y="1101952"/>
                          <a:pt x="4419174" y="1092427"/>
                        </a:cubicBezTo>
                        <a:cubicBezTo>
                          <a:pt x="4456321" y="1074139"/>
                          <a:pt x="4492707" y="1051374"/>
                          <a:pt x="4521663" y="1024609"/>
                        </a:cubicBezTo>
                        <a:cubicBezTo>
                          <a:pt x="4545952" y="1002225"/>
                          <a:pt x="4557668" y="981746"/>
                          <a:pt x="4570431" y="958791"/>
                        </a:cubicBezTo>
                        <a:cubicBezTo>
                          <a:pt x="4576432" y="966411"/>
                          <a:pt x="4565954" y="986699"/>
                          <a:pt x="4560144" y="997939"/>
                        </a:cubicBezTo>
                        <a:cubicBezTo>
                          <a:pt x="4551000" y="1015751"/>
                          <a:pt x="4535855" y="1034515"/>
                          <a:pt x="4515186" y="1049945"/>
                        </a:cubicBezTo>
                        <a:cubicBezTo>
                          <a:pt x="4500804" y="1060613"/>
                          <a:pt x="4484420" y="1069281"/>
                          <a:pt x="4468323" y="1077663"/>
                        </a:cubicBezTo>
                        <a:cubicBezTo>
                          <a:pt x="4447559" y="1088522"/>
                          <a:pt x="4426794" y="1099380"/>
                          <a:pt x="4406030" y="1110334"/>
                        </a:cubicBezTo>
                        <a:cubicBezTo>
                          <a:pt x="4402791" y="1112048"/>
                          <a:pt x="4399457" y="1113858"/>
                          <a:pt x="4397172" y="1116239"/>
                        </a:cubicBezTo>
                        <a:cubicBezTo>
                          <a:pt x="4395552" y="1117954"/>
                          <a:pt x="4394790" y="1119764"/>
                          <a:pt x="4394123" y="1121478"/>
                        </a:cubicBezTo>
                        <a:cubicBezTo>
                          <a:pt x="4388885" y="1135385"/>
                          <a:pt x="4391266" y="1147386"/>
                          <a:pt x="4386694" y="1161197"/>
                        </a:cubicBezTo>
                        <a:cubicBezTo>
                          <a:pt x="4381455" y="1176818"/>
                          <a:pt x="4367358" y="1195868"/>
                          <a:pt x="4374597" y="1206536"/>
                        </a:cubicBezTo>
                        <a:close/>
                        <a:moveTo>
                          <a:pt x="4449750" y="868494"/>
                        </a:moveTo>
                        <a:cubicBezTo>
                          <a:pt x="4450321" y="868494"/>
                          <a:pt x="4450893" y="868494"/>
                          <a:pt x="4451464" y="868494"/>
                        </a:cubicBezTo>
                        <a:cubicBezTo>
                          <a:pt x="4451083" y="868589"/>
                          <a:pt x="4450702" y="868685"/>
                          <a:pt x="4450321" y="868875"/>
                        </a:cubicBezTo>
                        <a:lnTo>
                          <a:pt x="4476896" y="885353"/>
                        </a:lnTo>
                        <a:cubicBezTo>
                          <a:pt x="4475943" y="886306"/>
                          <a:pt x="4475086" y="887163"/>
                          <a:pt x="4474134" y="888115"/>
                        </a:cubicBezTo>
                        <a:cubicBezTo>
                          <a:pt x="4474991" y="890782"/>
                          <a:pt x="4474514" y="894116"/>
                          <a:pt x="4472038" y="897926"/>
                        </a:cubicBezTo>
                        <a:cubicBezTo>
                          <a:pt x="4467847" y="904403"/>
                          <a:pt x="4459560" y="909928"/>
                          <a:pt x="4451464" y="912119"/>
                        </a:cubicBezTo>
                        <a:cubicBezTo>
                          <a:pt x="4453083" y="912500"/>
                          <a:pt x="4454607" y="913166"/>
                          <a:pt x="4455845" y="914023"/>
                        </a:cubicBezTo>
                        <a:cubicBezTo>
                          <a:pt x="4464132" y="920120"/>
                          <a:pt x="4473372" y="932407"/>
                          <a:pt x="4458036" y="946313"/>
                        </a:cubicBezTo>
                        <a:cubicBezTo>
                          <a:pt x="4453369" y="950600"/>
                          <a:pt x="4447273" y="953838"/>
                          <a:pt x="4441558" y="957362"/>
                        </a:cubicBezTo>
                        <a:cubicBezTo>
                          <a:pt x="4425270" y="967459"/>
                          <a:pt x="4410506" y="981175"/>
                          <a:pt x="4393076" y="987176"/>
                        </a:cubicBezTo>
                        <a:cubicBezTo>
                          <a:pt x="4384979" y="989938"/>
                          <a:pt x="4377645" y="990509"/>
                          <a:pt x="4371263" y="989557"/>
                        </a:cubicBezTo>
                        <a:cubicBezTo>
                          <a:pt x="4354880" y="1005368"/>
                          <a:pt x="4337545" y="1020799"/>
                          <a:pt x="4316971" y="1033277"/>
                        </a:cubicBezTo>
                        <a:cubicBezTo>
                          <a:pt x="4291158" y="1048897"/>
                          <a:pt x="4258678" y="1058613"/>
                          <a:pt x="4241533" y="1050898"/>
                        </a:cubicBezTo>
                        <a:cubicBezTo>
                          <a:pt x="4232198" y="1046707"/>
                          <a:pt x="4228484" y="1038134"/>
                          <a:pt x="4226578" y="1029086"/>
                        </a:cubicBezTo>
                        <a:cubicBezTo>
                          <a:pt x="4224959" y="1021370"/>
                          <a:pt x="4224483" y="1012893"/>
                          <a:pt x="4227627" y="1003559"/>
                        </a:cubicBezTo>
                        <a:cubicBezTo>
                          <a:pt x="4237246" y="974888"/>
                          <a:pt x="4277061" y="945646"/>
                          <a:pt x="4314780" y="924692"/>
                        </a:cubicBezTo>
                        <a:cubicBezTo>
                          <a:pt x="4358690" y="900307"/>
                          <a:pt x="4405077" y="881448"/>
                          <a:pt x="4450321" y="868970"/>
                        </a:cubicBezTo>
                        <a:lnTo>
                          <a:pt x="4449750" y="868494"/>
                        </a:lnTo>
                        <a:close/>
                        <a:moveTo>
                          <a:pt x="4483563" y="917357"/>
                        </a:moveTo>
                        <a:cubicBezTo>
                          <a:pt x="4488516" y="917357"/>
                          <a:pt x="4490231" y="920786"/>
                          <a:pt x="4487468" y="925072"/>
                        </a:cubicBezTo>
                        <a:cubicBezTo>
                          <a:pt x="4484706" y="929359"/>
                          <a:pt x="4478419" y="932788"/>
                          <a:pt x="4473562" y="932788"/>
                        </a:cubicBezTo>
                        <a:cubicBezTo>
                          <a:pt x="4468609" y="932788"/>
                          <a:pt x="4466895" y="929359"/>
                          <a:pt x="4469657" y="925072"/>
                        </a:cubicBezTo>
                        <a:cubicBezTo>
                          <a:pt x="4472419" y="920786"/>
                          <a:pt x="4478610" y="917357"/>
                          <a:pt x="4483563" y="917357"/>
                        </a:cubicBezTo>
                        <a:close/>
                        <a:moveTo>
                          <a:pt x="4363834" y="820488"/>
                        </a:moveTo>
                        <a:cubicBezTo>
                          <a:pt x="4366596" y="816202"/>
                          <a:pt x="4372883" y="812773"/>
                          <a:pt x="4377740" y="812773"/>
                        </a:cubicBezTo>
                        <a:cubicBezTo>
                          <a:pt x="4382598" y="812773"/>
                          <a:pt x="4384408" y="816202"/>
                          <a:pt x="4381646" y="820488"/>
                        </a:cubicBezTo>
                        <a:cubicBezTo>
                          <a:pt x="4378884" y="824774"/>
                          <a:pt x="4372597" y="828203"/>
                          <a:pt x="4367739" y="828203"/>
                        </a:cubicBezTo>
                        <a:cubicBezTo>
                          <a:pt x="4362881" y="828298"/>
                          <a:pt x="4361071" y="824774"/>
                          <a:pt x="4363834" y="820488"/>
                        </a:cubicBezTo>
                        <a:close/>
                        <a:moveTo>
                          <a:pt x="3638696" y="1130813"/>
                        </a:moveTo>
                        <a:cubicBezTo>
                          <a:pt x="3638981" y="1133194"/>
                          <a:pt x="3638219" y="1136051"/>
                          <a:pt x="3636219" y="1139195"/>
                        </a:cubicBezTo>
                        <a:cubicBezTo>
                          <a:pt x="3630790" y="1147577"/>
                          <a:pt x="3618598" y="1154339"/>
                          <a:pt x="3608978" y="1154339"/>
                        </a:cubicBezTo>
                        <a:cubicBezTo>
                          <a:pt x="3603072" y="1154339"/>
                          <a:pt x="3599548" y="1151768"/>
                          <a:pt x="3598881" y="1147862"/>
                        </a:cubicBezTo>
                        <a:cubicBezTo>
                          <a:pt x="3598881" y="1147862"/>
                          <a:pt x="3598786" y="1147957"/>
                          <a:pt x="3598786" y="1147957"/>
                        </a:cubicBezTo>
                        <a:cubicBezTo>
                          <a:pt x="3582498" y="1158054"/>
                          <a:pt x="3567734" y="1171770"/>
                          <a:pt x="3550304" y="1177771"/>
                        </a:cubicBezTo>
                        <a:cubicBezTo>
                          <a:pt x="3532397" y="1183962"/>
                          <a:pt x="3518014" y="1179390"/>
                          <a:pt x="3510298" y="1171580"/>
                        </a:cubicBezTo>
                        <a:cubicBezTo>
                          <a:pt x="3506489" y="1167674"/>
                          <a:pt x="3503726" y="1162531"/>
                          <a:pt x="3506870" y="1155863"/>
                        </a:cubicBezTo>
                        <a:cubicBezTo>
                          <a:pt x="3509060" y="1151101"/>
                          <a:pt x="3513918" y="1146338"/>
                          <a:pt x="3519157" y="1141862"/>
                        </a:cubicBezTo>
                        <a:cubicBezTo>
                          <a:pt x="3511251" y="1138242"/>
                          <a:pt x="3506012" y="1132622"/>
                          <a:pt x="3508013" y="1123859"/>
                        </a:cubicBezTo>
                        <a:cubicBezTo>
                          <a:pt x="3509632" y="1116525"/>
                          <a:pt x="3516109" y="1108334"/>
                          <a:pt x="3523348" y="1100714"/>
                        </a:cubicBezTo>
                        <a:cubicBezTo>
                          <a:pt x="3530111" y="1093665"/>
                          <a:pt x="3538016" y="1086617"/>
                          <a:pt x="3547351" y="1081378"/>
                        </a:cubicBezTo>
                        <a:cubicBezTo>
                          <a:pt x="3562115" y="1072996"/>
                          <a:pt x="3577926" y="1070329"/>
                          <a:pt x="3592309" y="1068710"/>
                        </a:cubicBezTo>
                        <a:cubicBezTo>
                          <a:pt x="3627932" y="1064519"/>
                          <a:pt x="3695274" y="1054422"/>
                          <a:pt x="3674414" y="1095570"/>
                        </a:cubicBezTo>
                        <a:cubicBezTo>
                          <a:pt x="3666413" y="1111286"/>
                          <a:pt x="3653650" y="1122716"/>
                          <a:pt x="3638696" y="1130813"/>
                        </a:cubicBezTo>
                        <a:close/>
                        <a:moveTo>
                          <a:pt x="3651745" y="1166436"/>
                        </a:moveTo>
                        <a:cubicBezTo>
                          <a:pt x="3648982" y="1170722"/>
                          <a:pt x="3642696" y="1174151"/>
                          <a:pt x="3637838" y="1174151"/>
                        </a:cubicBezTo>
                        <a:cubicBezTo>
                          <a:pt x="3632885" y="1174151"/>
                          <a:pt x="3631171" y="1170722"/>
                          <a:pt x="3633933" y="1166436"/>
                        </a:cubicBezTo>
                        <a:cubicBezTo>
                          <a:pt x="3636695" y="1162150"/>
                          <a:pt x="3642982" y="1158721"/>
                          <a:pt x="3647840" y="1158721"/>
                        </a:cubicBezTo>
                        <a:cubicBezTo>
                          <a:pt x="3652697" y="1158721"/>
                          <a:pt x="3654507" y="1162150"/>
                          <a:pt x="3651745" y="1166436"/>
                        </a:cubicBezTo>
                        <a:close/>
                        <a:moveTo>
                          <a:pt x="3628504" y="999844"/>
                        </a:moveTo>
                        <a:cubicBezTo>
                          <a:pt x="3597166" y="1014227"/>
                          <a:pt x="3565067" y="1019465"/>
                          <a:pt x="3538112" y="1018513"/>
                        </a:cubicBezTo>
                        <a:cubicBezTo>
                          <a:pt x="3511156" y="1017560"/>
                          <a:pt x="3488486" y="1010988"/>
                          <a:pt x="3466865" y="1003749"/>
                        </a:cubicBezTo>
                        <a:cubicBezTo>
                          <a:pt x="3455054" y="999748"/>
                          <a:pt x="3442671" y="994605"/>
                          <a:pt x="3443433" y="982889"/>
                        </a:cubicBezTo>
                        <a:cubicBezTo>
                          <a:pt x="3444386" y="968983"/>
                          <a:pt x="3464388" y="951552"/>
                          <a:pt x="3484581" y="941551"/>
                        </a:cubicBezTo>
                        <a:cubicBezTo>
                          <a:pt x="3504774" y="931645"/>
                          <a:pt x="3525443" y="927168"/>
                          <a:pt x="3545732" y="921453"/>
                        </a:cubicBezTo>
                        <a:cubicBezTo>
                          <a:pt x="3604977" y="904975"/>
                          <a:pt x="3665080" y="877257"/>
                          <a:pt x="3724325" y="849920"/>
                        </a:cubicBezTo>
                        <a:lnTo>
                          <a:pt x="3735660" y="862398"/>
                        </a:lnTo>
                        <a:cubicBezTo>
                          <a:pt x="3750138" y="856969"/>
                          <a:pt x="3766997" y="853159"/>
                          <a:pt x="3774332" y="858493"/>
                        </a:cubicBezTo>
                        <a:cubicBezTo>
                          <a:pt x="3782618" y="864589"/>
                          <a:pt x="3791857" y="876876"/>
                          <a:pt x="3776522" y="890782"/>
                        </a:cubicBezTo>
                        <a:cubicBezTo>
                          <a:pt x="3771855" y="895069"/>
                          <a:pt x="3765759" y="898307"/>
                          <a:pt x="3760044" y="901831"/>
                        </a:cubicBezTo>
                        <a:cubicBezTo>
                          <a:pt x="3744709" y="911356"/>
                          <a:pt x="3730707" y="923929"/>
                          <a:pt x="3714705" y="930406"/>
                        </a:cubicBezTo>
                        <a:cubicBezTo>
                          <a:pt x="3712229" y="933740"/>
                          <a:pt x="3709657" y="936979"/>
                          <a:pt x="3706895" y="940217"/>
                        </a:cubicBezTo>
                        <a:cubicBezTo>
                          <a:pt x="3687273" y="963554"/>
                          <a:pt x="3659174" y="985652"/>
                          <a:pt x="3628504" y="999844"/>
                        </a:cubicBezTo>
                        <a:close/>
                        <a:moveTo>
                          <a:pt x="3390283" y="954886"/>
                        </a:moveTo>
                        <a:cubicBezTo>
                          <a:pt x="3379711" y="977365"/>
                          <a:pt x="3358851" y="1000225"/>
                          <a:pt x="3338372" y="1022418"/>
                        </a:cubicBezTo>
                        <a:cubicBezTo>
                          <a:pt x="3356756" y="1001654"/>
                          <a:pt x="3372377" y="979841"/>
                          <a:pt x="3379139" y="959458"/>
                        </a:cubicBezTo>
                        <a:cubicBezTo>
                          <a:pt x="3385902" y="938979"/>
                          <a:pt x="3383140" y="920024"/>
                          <a:pt x="3367423" y="910595"/>
                        </a:cubicBezTo>
                        <a:cubicBezTo>
                          <a:pt x="3359423" y="905737"/>
                          <a:pt x="3348755" y="903737"/>
                          <a:pt x="3336753" y="903165"/>
                        </a:cubicBezTo>
                        <a:cubicBezTo>
                          <a:pt x="3316179" y="907642"/>
                          <a:pt x="3296462" y="909356"/>
                          <a:pt x="3278936" y="907832"/>
                        </a:cubicBezTo>
                        <a:cubicBezTo>
                          <a:pt x="3298653" y="904975"/>
                          <a:pt x="3319132" y="902403"/>
                          <a:pt x="3336753" y="903165"/>
                        </a:cubicBezTo>
                        <a:cubicBezTo>
                          <a:pt x="3371233" y="895736"/>
                          <a:pt x="3408190" y="880686"/>
                          <a:pt x="3441147" y="859826"/>
                        </a:cubicBezTo>
                        <a:cubicBezTo>
                          <a:pt x="3481342" y="834395"/>
                          <a:pt x="3510584" y="803629"/>
                          <a:pt x="3532111" y="771434"/>
                        </a:cubicBezTo>
                        <a:cubicBezTo>
                          <a:pt x="3531539" y="786388"/>
                          <a:pt x="3498392" y="817345"/>
                          <a:pt x="3482486" y="832680"/>
                        </a:cubicBezTo>
                        <a:cubicBezTo>
                          <a:pt x="3453053" y="861064"/>
                          <a:pt x="3416191" y="887639"/>
                          <a:pt x="3376758" y="904308"/>
                        </a:cubicBezTo>
                        <a:cubicBezTo>
                          <a:pt x="3398570" y="910023"/>
                          <a:pt x="3400856" y="932407"/>
                          <a:pt x="3390283" y="954886"/>
                        </a:cubicBezTo>
                        <a:close/>
                        <a:moveTo>
                          <a:pt x="3296081" y="968030"/>
                        </a:moveTo>
                        <a:cubicBezTo>
                          <a:pt x="3294843" y="968506"/>
                          <a:pt x="3293700" y="968983"/>
                          <a:pt x="3292462" y="969364"/>
                        </a:cubicBezTo>
                        <a:cubicBezTo>
                          <a:pt x="3288747" y="971554"/>
                          <a:pt x="3284651" y="973174"/>
                          <a:pt x="3280746" y="973840"/>
                        </a:cubicBezTo>
                        <a:cubicBezTo>
                          <a:pt x="3276746" y="975364"/>
                          <a:pt x="3272840" y="976888"/>
                          <a:pt x="3268840" y="978413"/>
                        </a:cubicBezTo>
                        <a:cubicBezTo>
                          <a:pt x="3266840" y="980603"/>
                          <a:pt x="3264744" y="982699"/>
                          <a:pt x="3262648" y="984699"/>
                        </a:cubicBezTo>
                        <a:cubicBezTo>
                          <a:pt x="3239598" y="1006988"/>
                          <a:pt x="3226549" y="1029562"/>
                          <a:pt x="3204641" y="1051755"/>
                        </a:cubicBezTo>
                        <a:cubicBezTo>
                          <a:pt x="3176162" y="1080616"/>
                          <a:pt x="3125012" y="1098618"/>
                          <a:pt x="3097295" y="1090141"/>
                        </a:cubicBezTo>
                        <a:cubicBezTo>
                          <a:pt x="3069577" y="1081664"/>
                          <a:pt x="3068815" y="1048993"/>
                          <a:pt x="3094628" y="1019465"/>
                        </a:cubicBezTo>
                        <a:cubicBezTo>
                          <a:pt x="3106820" y="1005559"/>
                          <a:pt x="3123393" y="992986"/>
                          <a:pt x="3140729" y="981842"/>
                        </a:cubicBezTo>
                        <a:cubicBezTo>
                          <a:pt x="3172066" y="961744"/>
                          <a:pt x="3262267" y="915262"/>
                          <a:pt x="3284747" y="932883"/>
                        </a:cubicBezTo>
                        <a:cubicBezTo>
                          <a:pt x="3301320" y="927930"/>
                          <a:pt x="3325132" y="923168"/>
                          <a:pt x="3331324" y="930406"/>
                        </a:cubicBezTo>
                        <a:cubicBezTo>
                          <a:pt x="3335039" y="934788"/>
                          <a:pt x="3332562" y="944789"/>
                          <a:pt x="3326085" y="951457"/>
                        </a:cubicBezTo>
                        <a:cubicBezTo>
                          <a:pt x="3318560" y="959267"/>
                          <a:pt x="3306178" y="964125"/>
                          <a:pt x="3296081" y="968030"/>
                        </a:cubicBezTo>
                        <a:close/>
                        <a:moveTo>
                          <a:pt x="3319417" y="986318"/>
                        </a:moveTo>
                        <a:cubicBezTo>
                          <a:pt x="3316655" y="990604"/>
                          <a:pt x="3310369" y="994034"/>
                          <a:pt x="3305511" y="994034"/>
                        </a:cubicBezTo>
                        <a:cubicBezTo>
                          <a:pt x="3300558" y="994034"/>
                          <a:pt x="3298844" y="990604"/>
                          <a:pt x="3301606" y="986318"/>
                        </a:cubicBezTo>
                        <a:cubicBezTo>
                          <a:pt x="3304368" y="982032"/>
                          <a:pt x="3310655" y="978603"/>
                          <a:pt x="3315512" y="978603"/>
                        </a:cubicBezTo>
                        <a:cubicBezTo>
                          <a:pt x="3320370" y="978603"/>
                          <a:pt x="3322180" y="982032"/>
                          <a:pt x="3319417" y="986318"/>
                        </a:cubicBezTo>
                        <a:close/>
                        <a:moveTo>
                          <a:pt x="3034620" y="1231206"/>
                        </a:moveTo>
                        <a:cubicBezTo>
                          <a:pt x="3036811" y="1234540"/>
                          <a:pt x="3040240" y="1237588"/>
                          <a:pt x="3038335" y="1242446"/>
                        </a:cubicBezTo>
                        <a:cubicBezTo>
                          <a:pt x="3035858" y="1228920"/>
                          <a:pt x="3024523" y="1219586"/>
                          <a:pt x="3008045" y="1216252"/>
                        </a:cubicBezTo>
                        <a:cubicBezTo>
                          <a:pt x="3003283" y="1216347"/>
                          <a:pt x="2998901" y="1215871"/>
                          <a:pt x="2995091" y="1214823"/>
                        </a:cubicBezTo>
                        <a:cubicBezTo>
                          <a:pt x="2999758" y="1214918"/>
                          <a:pt x="3003949" y="1215490"/>
                          <a:pt x="3008045" y="1216252"/>
                        </a:cubicBezTo>
                        <a:cubicBezTo>
                          <a:pt x="3020237" y="1216061"/>
                          <a:pt x="3034715" y="1212251"/>
                          <a:pt x="3048622" y="1206155"/>
                        </a:cubicBezTo>
                        <a:cubicBezTo>
                          <a:pt x="3067862" y="1197678"/>
                          <a:pt x="3085865" y="1185296"/>
                          <a:pt x="3101962" y="1172246"/>
                        </a:cubicBezTo>
                        <a:cubicBezTo>
                          <a:pt x="3119012" y="1158340"/>
                          <a:pt x="3131489" y="1144624"/>
                          <a:pt x="3138157" y="1129193"/>
                        </a:cubicBezTo>
                        <a:cubicBezTo>
                          <a:pt x="3153206" y="1127384"/>
                          <a:pt x="3116154" y="1165008"/>
                          <a:pt x="3108915" y="1171675"/>
                        </a:cubicBezTo>
                        <a:cubicBezTo>
                          <a:pt x="3090722" y="1188153"/>
                          <a:pt x="3068529" y="1203012"/>
                          <a:pt x="3045288" y="1213775"/>
                        </a:cubicBezTo>
                        <a:cubicBezTo>
                          <a:pt x="3042621" y="1215014"/>
                          <a:pt x="3039764" y="1216252"/>
                          <a:pt x="3037573" y="1218061"/>
                        </a:cubicBezTo>
                        <a:cubicBezTo>
                          <a:pt x="3032048" y="1222634"/>
                          <a:pt x="3032429" y="1227872"/>
                          <a:pt x="3034620" y="1231206"/>
                        </a:cubicBezTo>
                        <a:close/>
                        <a:moveTo>
                          <a:pt x="2987471" y="1167674"/>
                        </a:moveTo>
                        <a:cubicBezTo>
                          <a:pt x="3000997" y="1152530"/>
                          <a:pt x="3040240" y="1118906"/>
                          <a:pt x="3061290" y="1120049"/>
                        </a:cubicBezTo>
                        <a:cubicBezTo>
                          <a:pt x="3077387" y="1120906"/>
                          <a:pt x="3071006" y="1135670"/>
                          <a:pt x="3062623" y="1147672"/>
                        </a:cubicBezTo>
                        <a:cubicBezTo>
                          <a:pt x="3052146" y="1162531"/>
                          <a:pt x="3030334" y="1182915"/>
                          <a:pt x="3009855" y="1191487"/>
                        </a:cubicBezTo>
                        <a:cubicBezTo>
                          <a:pt x="2979375" y="1204250"/>
                          <a:pt x="2968136" y="1189296"/>
                          <a:pt x="2987471" y="1167674"/>
                        </a:cubicBezTo>
                        <a:close/>
                        <a:moveTo>
                          <a:pt x="3052241" y="1086521"/>
                        </a:moveTo>
                        <a:cubicBezTo>
                          <a:pt x="3018332" y="1125955"/>
                          <a:pt x="2981185" y="1168055"/>
                          <a:pt x="2930131" y="1196440"/>
                        </a:cubicBezTo>
                        <a:cubicBezTo>
                          <a:pt x="2979565" y="1167484"/>
                          <a:pt x="3019475" y="1125288"/>
                          <a:pt x="3035477" y="1086712"/>
                        </a:cubicBezTo>
                        <a:cubicBezTo>
                          <a:pt x="3052337" y="1045469"/>
                          <a:pt x="3038049" y="1022037"/>
                          <a:pt x="3020047" y="996034"/>
                        </a:cubicBezTo>
                        <a:cubicBezTo>
                          <a:pt x="3034525" y="1001939"/>
                          <a:pt x="3044526" y="1014227"/>
                          <a:pt x="3055765" y="1023180"/>
                        </a:cubicBezTo>
                        <a:cubicBezTo>
                          <a:pt x="3058242" y="1025180"/>
                          <a:pt x="3061671" y="1027085"/>
                          <a:pt x="3066719" y="1025085"/>
                        </a:cubicBezTo>
                        <a:cubicBezTo>
                          <a:pt x="3069291" y="1024037"/>
                          <a:pt x="3071482" y="1022228"/>
                          <a:pt x="3073577" y="1020418"/>
                        </a:cubicBezTo>
                        <a:cubicBezTo>
                          <a:pt x="3091294" y="1005273"/>
                          <a:pt x="3109010" y="990223"/>
                          <a:pt x="3126822" y="975079"/>
                        </a:cubicBezTo>
                        <a:cubicBezTo>
                          <a:pt x="3137204" y="965268"/>
                          <a:pt x="3148253" y="955743"/>
                          <a:pt x="3160160" y="946694"/>
                        </a:cubicBezTo>
                        <a:cubicBezTo>
                          <a:pt x="3149015" y="956124"/>
                          <a:pt x="3137966" y="965554"/>
                          <a:pt x="3126822" y="975079"/>
                        </a:cubicBezTo>
                        <a:cubicBezTo>
                          <a:pt x="3101200" y="999368"/>
                          <a:pt x="3080721" y="1025656"/>
                          <a:pt x="3067862" y="1051184"/>
                        </a:cubicBezTo>
                        <a:cubicBezTo>
                          <a:pt x="3066243" y="1054422"/>
                          <a:pt x="3064719" y="1057661"/>
                          <a:pt x="3064338" y="1060613"/>
                        </a:cubicBezTo>
                        <a:cubicBezTo>
                          <a:pt x="3063766" y="1064328"/>
                          <a:pt x="3065005" y="1067471"/>
                          <a:pt x="3066148" y="1070424"/>
                        </a:cubicBezTo>
                        <a:cubicBezTo>
                          <a:pt x="3069767" y="1079568"/>
                          <a:pt x="3073387" y="1088712"/>
                          <a:pt x="3080912" y="1095380"/>
                        </a:cubicBezTo>
                        <a:cubicBezTo>
                          <a:pt x="3095294" y="1108048"/>
                          <a:pt x="3122250" y="1110334"/>
                          <a:pt x="3150063" y="1108619"/>
                        </a:cubicBezTo>
                        <a:cubicBezTo>
                          <a:pt x="3102152" y="1125574"/>
                          <a:pt x="3058242" y="1115572"/>
                          <a:pt x="3052241" y="1086521"/>
                        </a:cubicBezTo>
                        <a:close/>
                        <a:moveTo>
                          <a:pt x="2762205" y="1096713"/>
                        </a:moveTo>
                        <a:cubicBezTo>
                          <a:pt x="2764682" y="1091284"/>
                          <a:pt x="2770682" y="1085855"/>
                          <a:pt x="2776588" y="1080902"/>
                        </a:cubicBezTo>
                        <a:cubicBezTo>
                          <a:pt x="2789732" y="1070043"/>
                          <a:pt x="2804782" y="1060137"/>
                          <a:pt x="2820593" y="1052993"/>
                        </a:cubicBezTo>
                        <a:cubicBezTo>
                          <a:pt x="2820974" y="1052803"/>
                          <a:pt x="2821355" y="1052707"/>
                          <a:pt x="2821736" y="1052517"/>
                        </a:cubicBezTo>
                        <a:cubicBezTo>
                          <a:pt x="2832785" y="1042992"/>
                          <a:pt x="2844596" y="1034038"/>
                          <a:pt x="2857455" y="1025942"/>
                        </a:cubicBezTo>
                        <a:cubicBezTo>
                          <a:pt x="2891078" y="1004702"/>
                          <a:pt x="2932322" y="990414"/>
                          <a:pt x="2960420" y="994891"/>
                        </a:cubicBezTo>
                        <a:lnTo>
                          <a:pt x="2945371" y="1020418"/>
                        </a:lnTo>
                        <a:cubicBezTo>
                          <a:pt x="2946419" y="1019751"/>
                          <a:pt x="2947752" y="1019370"/>
                          <a:pt x="2948228" y="1019942"/>
                        </a:cubicBezTo>
                        <a:cubicBezTo>
                          <a:pt x="2949181" y="1021085"/>
                          <a:pt x="2947371" y="1023371"/>
                          <a:pt x="2945561" y="1025180"/>
                        </a:cubicBezTo>
                        <a:cubicBezTo>
                          <a:pt x="2944514" y="1026323"/>
                          <a:pt x="2943466" y="1027466"/>
                          <a:pt x="2942418" y="1028514"/>
                        </a:cubicBezTo>
                        <a:cubicBezTo>
                          <a:pt x="2942132" y="1030324"/>
                          <a:pt x="2941370" y="1032229"/>
                          <a:pt x="2940037" y="1034229"/>
                        </a:cubicBezTo>
                        <a:cubicBezTo>
                          <a:pt x="2937084" y="1038896"/>
                          <a:pt x="2931940" y="1042897"/>
                          <a:pt x="2926416" y="1045754"/>
                        </a:cubicBezTo>
                        <a:cubicBezTo>
                          <a:pt x="2906890" y="1067186"/>
                          <a:pt x="2888888" y="1088903"/>
                          <a:pt x="2877839" y="1110620"/>
                        </a:cubicBezTo>
                        <a:cubicBezTo>
                          <a:pt x="2861551" y="1142814"/>
                          <a:pt x="2859646" y="1175866"/>
                          <a:pt x="2826308" y="1205965"/>
                        </a:cubicBezTo>
                        <a:cubicBezTo>
                          <a:pt x="2819260" y="1212251"/>
                          <a:pt x="2810973" y="1218252"/>
                          <a:pt x="2802020" y="1222252"/>
                        </a:cubicBezTo>
                        <a:cubicBezTo>
                          <a:pt x="2793828" y="1225967"/>
                          <a:pt x="2785446" y="1227872"/>
                          <a:pt x="2777731" y="1228730"/>
                        </a:cubicBezTo>
                        <a:cubicBezTo>
                          <a:pt x="2742583" y="1232444"/>
                          <a:pt x="2724105" y="1211966"/>
                          <a:pt x="2727058" y="1185962"/>
                        </a:cubicBezTo>
                        <a:cubicBezTo>
                          <a:pt x="2729630" y="1163198"/>
                          <a:pt x="2745536" y="1137289"/>
                          <a:pt x="2765253" y="1112239"/>
                        </a:cubicBezTo>
                        <a:cubicBezTo>
                          <a:pt x="2761729" y="1108334"/>
                          <a:pt x="2759252" y="1103285"/>
                          <a:pt x="2762205" y="1096713"/>
                        </a:cubicBezTo>
                        <a:close/>
                        <a:moveTo>
                          <a:pt x="2955658" y="1061661"/>
                        </a:moveTo>
                        <a:cubicBezTo>
                          <a:pt x="2952896" y="1065947"/>
                          <a:pt x="2946609" y="1069376"/>
                          <a:pt x="2941751" y="1069376"/>
                        </a:cubicBezTo>
                        <a:cubicBezTo>
                          <a:pt x="2936894" y="1069376"/>
                          <a:pt x="2935084" y="1065947"/>
                          <a:pt x="2937846" y="1061661"/>
                        </a:cubicBezTo>
                        <a:cubicBezTo>
                          <a:pt x="2940608" y="1057375"/>
                          <a:pt x="2946895" y="1053946"/>
                          <a:pt x="2951753" y="1053946"/>
                        </a:cubicBezTo>
                        <a:cubicBezTo>
                          <a:pt x="2956706" y="1053946"/>
                          <a:pt x="2958420" y="1057375"/>
                          <a:pt x="2955658" y="1061661"/>
                        </a:cubicBezTo>
                        <a:close/>
                        <a:moveTo>
                          <a:pt x="3760044" y="799914"/>
                        </a:moveTo>
                        <a:cubicBezTo>
                          <a:pt x="3761187" y="801819"/>
                          <a:pt x="3763854" y="802676"/>
                          <a:pt x="3766426" y="803534"/>
                        </a:cubicBezTo>
                        <a:cubicBezTo>
                          <a:pt x="3774808" y="806105"/>
                          <a:pt x="3783190" y="808772"/>
                          <a:pt x="3791572" y="811344"/>
                        </a:cubicBezTo>
                        <a:cubicBezTo>
                          <a:pt x="3773189" y="811154"/>
                          <a:pt x="3753948" y="811154"/>
                          <a:pt x="3732803" y="818012"/>
                        </a:cubicBezTo>
                        <a:cubicBezTo>
                          <a:pt x="3713276" y="824298"/>
                          <a:pt x="3694226" y="835823"/>
                          <a:pt x="3674890" y="845348"/>
                        </a:cubicBezTo>
                        <a:cubicBezTo>
                          <a:pt x="3645935" y="859636"/>
                          <a:pt x="3615740" y="869828"/>
                          <a:pt x="3587546" y="874780"/>
                        </a:cubicBezTo>
                        <a:cubicBezTo>
                          <a:pt x="3621455" y="859921"/>
                          <a:pt x="3655364" y="845063"/>
                          <a:pt x="3689273" y="830204"/>
                        </a:cubicBezTo>
                        <a:cubicBezTo>
                          <a:pt x="3697465" y="826584"/>
                          <a:pt x="3705942" y="822869"/>
                          <a:pt x="3713181" y="817535"/>
                        </a:cubicBezTo>
                        <a:cubicBezTo>
                          <a:pt x="3722420" y="810772"/>
                          <a:pt x="3728612" y="802390"/>
                          <a:pt x="3733469" y="794485"/>
                        </a:cubicBezTo>
                        <a:cubicBezTo>
                          <a:pt x="3742613" y="779626"/>
                          <a:pt x="3745852" y="766005"/>
                          <a:pt x="3752138" y="751813"/>
                        </a:cubicBezTo>
                        <a:cubicBezTo>
                          <a:pt x="3773855" y="747146"/>
                          <a:pt x="3764235" y="779150"/>
                          <a:pt x="3760806" y="790770"/>
                        </a:cubicBezTo>
                        <a:cubicBezTo>
                          <a:pt x="3759854" y="794009"/>
                          <a:pt x="3758615" y="797533"/>
                          <a:pt x="3760044" y="799914"/>
                        </a:cubicBezTo>
                        <a:close/>
                        <a:moveTo>
                          <a:pt x="3793286" y="982318"/>
                        </a:moveTo>
                        <a:cubicBezTo>
                          <a:pt x="3810146" y="966221"/>
                          <a:pt x="3823099" y="948695"/>
                          <a:pt x="3831767" y="931835"/>
                        </a:cubicBezTo>
                        <a:cubicBezTo>
                          <a:pt x="3840816" y="914023"/>
                          <a:pt x="3845388" y="896974"/>
                          <a:pt x="3847579" y="880591"/>
                        </a:cubicBezTo>
                        <a:cubicBezTo>
                          <a:pt x="3848055" y="869161"/>
                          <a:pt x="3848531" y="857731"/>
                          <a:pt x="3849007" y="846301"/>
                        </a:cubicBezTo>
                        <a:cubicBezTo>
                          <a:pt x="3849389" y="857350"/>
                          <a:pt x="3849103" y="868780"/>
                          <a:pt x="3847579" y="880591"/>
                        </a:cubicBezTo>
                        <a:cubicBezTo>
                          <a:pt x="3847388" y="884877"/>
                          <a:pt x="3847198" y="889163"/>
                          <a:pt x="3847007" y="893450"/>
                        </a:cubicBezTo>
                        <a:cubicBezTo>
                          <a:pt x="3846340" y="909547"/>
                          <a:pt x="3845579" y="925930"/>
                          <a:pt x="3838625" y="943742"/>
                        </a:cubicBezTo>
                        <a:cubicBezTo>
                          <a:pt x="3831672" y="961553"/>
                          <a:pt x="3817575" y="981175"/>
                          <a:pt x="3796144" y="996415"/>
                        </a:cubicBezTo>
                        <a:cubicBezTo>
                          <a:pt x="3780047" y="1007845"/>
                          <a:pt x="3760901" y="1016227"/>
                          <a:pt x="3743090" y="1022228"/>
                        </a:cubicBezTo>
                        <a:cubicBezTo>
                          <a:pt x="3744518" y="1015084"/>
                          <a:pt x="3783571" y="991557"/>
                          <a:pt x="3793286" y="982318"/>
                        </a:cubicBezTo>
                        <a:close/>
                        <a:moveTo>
                          <a:pt x="3746709" y="931264"/>
                        </a:moveTo>
                        <a:cubicBezTo>
                          <a:pt x="3749471" y="926978"/>
                          <a:pt x="3755758" y="923548"/>
                          <a:pt x="3760615" y="923548"/>
                        </a:cubicBezTo>
                        <a:cubicBezTo>
                          <a:pt x="3765473" y="923548"/>
                          <a:pt x="3767283" y="926978"/>
                          <a:pt x="3764521" y="931264"/>
                        </a:cubicBezTo>
                        <a:cubicBezTo>
                          <a:pt x="3761758" y="935550"/>
                          <a:pt x="3755472" y="938979"/>
                          <a:pt x="3750614" y="938979"/>
                        </a:cubicBezTo>
                        <a:cubicBezTo>
                          <a:pt x="3745661" y="939074"/>
                          <a:pt x="3743947" y="935550"/>
                          <a:pt x="3746709" y="931264"/>
                        </a:cubicBezTo>
                        <a:close/>
                        <a:moveTo>
                          <a:pt x="3708514" y="1143862"/>
                        </a:moveTo>
                        <a:cubicBezTo>
                          <a:pt x="3714324" y="1138623"/>
                          <a:pt x="3720039" y="1133289"/>
                          <a:pt x="3725373" y="1127860"/>
                        </a:cubicBezTo>
                        <a:cubicBezTo>
                          <a:pt x="3733183" y="1119954"/>
                          <a:pt x="3740613" y="1111858"/>
                          <a:pt x="3745661" y="1103571"/>
                        </a:cubicBezTo>
                        <a:cubicBezTo>
                          <a:pt x="3758234" y="1083092"/>
                          <a:pt x="3753662" y="1064900"/>
                          <a:pt x="3740804" y="1053946"/>
                        </a:cubicBezTo>
                        <a:cubicBezTo>
                          <a:pt x="3731279" y="1045850"/>
                          <a:pt x="3712610" y="1044135"/>
                          <a:pt x="3704037" y="1036325"/>
                        </a:cubicBezTo>
                        <a:cubicBezTo>
                          <a:pt x="3720230" y="1025561"/>
                          <a:pt x="3743375" y="1047945"/>
                          <a:pt x="3748614" y="1053755"/>
                        </a:cubicBezTo>
                        <a:cubicBezTo>
                          <a:pt x="3751090" y="1056518"/>
                          <a:pt x="3770045" y="1093855"/>
                          <a:pt x="3763568" y="1096237"/>
                        </a:cubicBezTo>
                        <a:cubicBezTo>
                          <a:pt x="3793477" y="1085378"/>
                          <a:pt x="3823290" y="1076330"/>
                          <a:pt x="3852532" y="1069376"/>
                        </a:cubicBezTo>
                        <a:cubicBezTo>
                          <a:pt x="3822719" y="1078711"/>
                          <a:pt x="3792048" y="1088426"/>
                          <a:pt x="3763282" y="1104619"/>
                        </a:cubicBezTo>
                        <a:cubicBezTo>
                          <a:pt x="3743375" y="1115763"/>
                          <a:pt x="3725564" y="1129574"/>
                          <a:pt x="3708514" y="1143862"/>
                        </a:cubicBezTo>
                        <a:cubicBezTo>
                          <a:pt x="3701275" y="1150434"/>
                          <a:pt x="3693845" y="1156816"/>
                          <a:pt x="3686035" y="1163102"/>
                        </a:cubicBezTo>
                        <a:cubicBezTo>
                          <a:pt x="3693369" y="1156625"/>
                          <a:pt x="3700894" y="1150148"/>
                          <a:pt x="3708514" y="1143862"/>
                        </a:cubicBezTo>
                        <a:close/>
                        <a:moveTo>
                          <a:pt x="3838625" y="1037944"/>
                        </a:moveTo>
                        <a:cubicBezTo>
                          <a:pt x="3824623" y="1037944"/>
                          <a:pt x="3812146" y="1032514"/>
                          <a:pt x="3816241" y="1020704"/>
                        </a:cubicBezTo>
                        <a:cubicBezTo>
                          <a:pt x="3819671" y="1010988"/>
                          <a:pt x="3832910" y="1001082"/>
                          <a:pt x="3845388" y="993462"/>
                        </a:cubicBezTo>
                        <a:cubicBezTo>
                          <a:pt x="3876058" y="974698"/>
                          <a:pt x="3973023" y="930026"/>
                          <a:pt x="3981500" y="958981"/>
                        </a:cubicBezTo>
                        <a:cubicBezTo>
                          <a:pt x="3996931" y="955076"/>
                          <a:pt x="4014742" y="952600"/>
                          <a:pt x="4019981" y="958791"/>
                        </a:cubicBezTo>
                        <a:cubicBezTo>
                          <a:pt x="4023696" y="963172"/>
                          <a:pt x="4021220" y="973174"/>
                          <a:pt x="4014742" y="979841"/>
                        </a:cubicBezTo>
                        <a:cubicBezTo>
                          <a:pt x="4007218" y="987652"/>
                          <a:pt x="3994835" y="992605"/>
                          <a:pt x="3984834" y="996415"/>
                        </a:cubicBezTo>
                        <a:cubicBezTo>
                          <a:pt x="3965117" y="1003939"/>
                          <a:pt x="3945400" y="1011464"/>
                          <a:pt x="3925684" y="1018894"/>
                        </a:cubicBezTo>
                        <a:cubicBezTo>
                          <a:pt x="3920826" y="1020704"/>
                          <a:pt x="3915778" y="1022609"/>
                          <a:pt x="3911301" y="1023085"/>
                        </a:cubicBezTo>
                        <a:cubicBezTo>
                          <a:pt x="3907682" y="1023466"/>
                          <a:pt x="3904919" y="1022609"/>
                          <a:pt x="3902919" y="1021180"/>
                        </a:cubicBezTo>
                        <a:cubicBezTo>
                          <a:pt x="3876535" y="1031371"/>
                          <a:pt x="3850913" y="1037944"/>
                          <a:pt x="3838625" y="1037944"/>
                        </a:cubicBezTo>
                        <a:close/>
                        <a:moveTo>
                          <a:pt x="4084370" y="1004511"/>
                        </a:moveTo>
                        <a:cubicBezTo>
                          <a:pt x="4072845" y="996034"/>
                          <a:pt x="4075322" y="979079"/>
                          <a:pt x="4080656" y="962696"/>
                        </a:cubicBezTo>
                        <a:cubicBezTo>
                          <a:pt x="4085990" y="946313"/>
                          <a:pt x="4093705" y="929073"/>
                          <a:pt x="4091800" y="915071"/>
                        </a:cubicBezTo>
                        <a:cubicBezTo>
                          <a:pt x="4091609" y="913643"/>
                          <a:pt x="4091228" y="912119"/>
                          <a:pt x="4089895" y="911452"/>
                        </a:cubicBezTo>
                        <a:cubicBezTo>
                          <a:pt x="4088180" y="910595"/>
                          <a:pt x="4085323" y="910976"/>
                          <a:pt x="4082561" y="911356"/>
                        </a:cubicBezTo>
                        <a:cubicBezTo>
                          <a:pt x="4060653" y="914595"/>
                          <a:pt x="4038746" y="917738"/>
                          <a:pt x="4016838" y="920977"/>
                        </a:cubicBezTo>
                        <a:cubicBezTo>
                          <a:pt x="4006265" y="922977"/>
                          <a:pt x="3995883" y="924596"/>
                          <a:pt x="3985787" y="925549"/>
                        </a:cubicBezTo>
                        <a:cubicBezTo>
                          <a:pt x="3996169" y="924025"/>
                          <a:pt x="4006456" y="922501"/>
                          <a:pt x="4016838" y="920977"/>
                        </a:cubicBezTo>
                        <a:cubicBezTo>
                          <a:pt x="4031316" y="918214"/>
                          <a:pt x="4046080" y="914500"/>
                          <a:pt x="4061034" y="909071"/>
                        </a:cubicBezTo>
                        <a:cubicBezTo>
                          <a:pt x="4086942" y="899736"/>
                          <a:pt x="4113421" y="885639"/>
                          <a:pt x="4134472" y="867827"/>
                        </a:cubicBezTo>
                        <a:cubicBezTo>
                          <a:pt x="4149331" y="855254"/>
                          <a:pt x="4161142" y="841348"/>
                          <a:pt x="4171429" y="827441"/>
                        </a:cubicBezTo>
                        <a:cubicBezTo>
                          <a:pt x="4177715" y="819059"/>
                          <a:pt x="4182954" y="810772"/>
                          <a:pt x="4188098" y="802390"/>
                        </a:cubicBezTo>
                        <a:cubicBezTo>
                          <a:pt x="4201718" y="810106"/>
                          <a:pt x="4168952" y="853063"/>
                          <a:pt x="4155903" y="866970"/>
                        </a:cubicBezTo>
                        <a:cubicBezTo>
                          <a:pt x="4145616" y="877924"/>
                          <a:pt x="4133519" y="888401"/>
                          <a:pt x="4124090" y="899546"/>
                        </a:cubicBezTo>
                        <a:cubicBezTo>
                          <a:pt x="4110755" y="915357"/>
                          <a:pt x="4103896" y="931454"/>
                          <a:pt x="4097229" y="947171"/>
                        </a:cubicBezTo>
                        <a:cubicBezTo>
                          <a:pt x="4088561" y="967459"/>
                          <a:pt x="4079894" y="988509"/>
                          <a:pt x="4084370" y="1004511"/>
                        </a:cubicBezTo>
                        <a:close/>
                        <a:moveTo>
                          <a:pt x="3964641" y="1067471"/>
                        </a:moveTo>
                        <a:cubicBezTo>
                          <a:pt x="3987406" y="1050040"/>
                          <a:pt x="4014171" y="1034991"/>
                          <a:pt x="4040555" y="1026895"/>
                        </a:cubicBezTo>
                        <a:cubicBezTo>
                          <a:pt x="4066082" y="1019084"/>
                          <a:pt x="4089704" y="1018132"/>
                          <a:pt x="4112564" y="1017275"/>
                        </a:cubicBezTo>
                        <a:cubicBezTo>
                          <a:pt x="4127995" y="1016703"/>
                          <a:pt x="4149235" y="1015179"/>
                          <a:pt x="4157046" y="1023085"/>
                        </a:cubicBezTo>
                        <a:cubicBezTo>
                          <a:pt x="4135425" y="1027943"/>
                          <a:pt x="4112564" y="1023371"/>
                          <a:pt x="4091800" y="1025085"/>
                        </a:cubicBezTo>
                        <a:cubicBezTo>
                          <a:pt x="4070369" y="1026800"/>
                          <a:pt x="4047699" y="1029943"/>
                          <a:pt x="4024267" y="1038896"/>
                        </a:cubicBezTo>
                        <a:cubicBezTo>
                          <a:pt x="3978548" y="1056327"/>
                          <a:pt x="3939495" y="1091379"/>
                          <a:pt x="3905967" y="1124336"/>
                        </a:cubicBezTo>
                        <a:cubicBezTo>
                          <a:pt x="3922636" y="1104523"/>
                          <a:pt x="3941781" y="1084902"/>
                          <a:pt x="3964641" y="1067471"/>
                        </a:cubicBezTo>
                        <a:close/>
                        <a:moveTo>
                          <a:pt x="4134853" y="1112429"/>
                        </a:moveTo>
                        <a:cubicBezTo>
                          <a:pt x="4139806" y="1112429"/>
                          <a:pt x="4141520" y="1115858"/>
                          <a:pt x="4138758" y="1120145"/>
                        </a:cubicBezTo>
                        <a:cubicBezTo>
                          <a:pt x="4135996" y="1124431"/>
                          <a:pt x="4129709" y="1127860"/>
                          <a:pt x="4124851" y="1127860"/>
                        </a:cubicBezTo>
                        <a:cubicBezTo>
                          <a:pt x="4119899" y="1127860"/>
                          <a:pt x="4118184" y="1124431"/>
                          <a:pt x="4120946" y="1120145"/>
                        </a:cubicBezTo>
                        <a:cubicBezTo>
                          <a:pt x="4123708" y="1115954"/>
                          <a:pt x="4129900" y="1112429"/>
                          <a:pt x="4134853" y="1112429"/>
                        </a:cubicBezTo>
                        <a:close/>
                        <a:moveTo>
                          <a:pt x="4143997" y="1197488"/>
                        </a:moveTo>
                        <a:cubicBezTo>
                          <a:pt x="4155522" y="1183486"/>
                          <a:pt x="4167714" y="1168913"/>
                          <a:pt x="4181430" y="1155482"/>
                        </a:cubicBezTo>
                        <a:cubicBezTo>
                          <a:pt x="4189621" y="1147481"/>
                          <a:pt x="4205147" y="1133956"/>
                          <a:pt x="4200004" y="1148910"/>
                        </a:cubicBezTo>
                        <a:cubicBezTo>
                          <a:pt x="4197432" y="1156435"/>
                          <a:pt x="4173905" y="1176342"/>
                          <a:pt x="4167809" y="1185677"/>
                        </a:cubicBezTo>
                        <a:cubicBezTo>
                          <a:pt x="4159523" y="1198250"/>
                          <a:pt x="4153903" y="1210918"/>
                          <a:pt x="4151903" y="1222634"/>
                        </a:cubicBezTo>
                        <a:cubicBezTo>
                          <a:pt x="4150569" y="1230349"/>
                          <a:pt x="4150569" y="1237588"/>
                          <a:pt x="4148378" y="1245493"/>
                        </a:cubicBezTo>
                        <a:cubicBezTo>
                          <a:pt x="4136472" y="1237873"/>
                          <a:pt x="4119994" y="1233873"/>
                          <a:pt x="4101134" y="1233682"/>
                        </a:cubicBezTo>
                        <a:cubicBezTo>
                          <a:pt x="4088371" y="1238445"/>
                          <a:pt x="4076274" y="1238064"/>
                          <a:pt x="4065320" y="1237397"/>
                        </a:cubicBezTo>
                        <a:cubicBezTo>
                          <a:pt x="4077893" y="1234825"/>
                          <a:pt x="4089895" y="1233587"/>
                          <a:pt x="4101134" y="1233682"/>
                        </a:cubicBezTo>
                        <a:cubicBezTo>
                          <a:pt x="4102563" y="1233206"/>
                          <a:pt x="4103896" y="1232635"/>
                          <a:pt x="4105325" y="1231968"/>
                        </a:cubicBezTo>
                        <a:cubicBezTo>
                          <a:pt x="4122089" y="1224348"/>
                          <a:pt x="4133615" y="1210156"/>
                          <a:pt x="4143997" y="1197488"/>
                        </a:cubicBezTo>
                        <a:close/>
                        <a:moveTo>
                          <a:pt x="4251153" y="620082"/>
                        </a:moveTo>
                        <a:cubicBezTo>
                          <a:pt x="4252868" y="622654"/>
                          <a:pt x="4253915" y="625702"/>
                          <a:pt x="4254010" y="629036"/>
                        </a:cubicBezTo>
                        <a:cubicBezTo>
                          <a:pt x="4254106" y="637989"/>
                          <a:pt x="4246962" y="645323"/>
                          <a:pt x="4238009" y="645514"/>
                        </a:cubicBezTo>
                        <a:cubicBezTo>
                          <a:pt x="4232484" y="645609"/>
                          <a:pt x="4227627" y="642847"/>
                          <a:pt x="4224674" y="638751"/>
                        </a:cubicBezTo>
                        <a:cubicBezTo>
                          <a:pt x="4224674" y="638751"/>
                          <a:pt x="4224579" y="638846"/>
                          <a:pt x="4224579" y="638846"/>
                        </a:cubicBezTo>
                        <a:cubicBezTo>
                          <a:pt x="4215625" y="649800"/>
                          <a:pt x="4210291" y="664564"/>
                          <a:pt x="4197813" y="671136"/>
                        </a:cubicBezTo>
                        <a:cubicBezTo>
                          <a:pt x="4184954" y="677899"/>
                          <a:pt x="4168762" y="673231"/>
                          <a:pt x="4156760" y="665040"/>
                        </a:cubicBezTo>
                        <a:cubicBezTo>
                          <a:pt x="4150760" y="660944"/>
                          <a:pt x="4145044" y="655420"/>
                          <a:pt x="4143806" y="648276"/>
                        </a:cubicBezTo>
                        <a:cubicBezTo>
                          <a:pt x="4142949" y="643132"/>
                          <a:pt x="4144473" y="637989"/>
                          <a:pt x="4146664" y="633227"/>
                        </a:cubicBezTo>
                        <a:cubicBezTo>
                          <a:pt x="4137044" y="629512"/>
                          <a:pt x="4128757" y="623606"/>
                          <a:pt x="4125233" y="614081"/>
                        </a:cubicBezTo>
                        <a:cubicBezTo>
                          <a:pt x="4122280" y="606176"/>
                          <a:pt x="4123232" y="597413"/>
                          <a:pt x="4125233" y="589221"/>
                        </a:cubicBezTo>
                        <a:cubicBezTo>
                          <a:pt x="4127137" y="581601"/>
                          <a:pt x="4130185" y="574076"/>
                          <a:pt x="4135615" y="568361"/>
                        </a:cubicBezTo>
                        <a:cubicBezTo>
                          <a:pt x="4144187" y="559313"/>
                          <a:pt x="4157332" y="556264"/>
                          <a:pt x="4169714" y="554360"/>
                        </a:cubicBezTo>
                        <a:cubicBezTo>
                          <a:pt x="4200290" y="549502"/>
                          <a:pt x="4256773" y="537977"/>
                          <a:pt x="4262774" y="582077"/>
                        </a:cubicBezTo>
                        <a:cubicBezTo>
                          <a:pt x="4264869" y="598937"/>
                          <a:pt x="4260011" y="611319"/>
                          <a:pt x="4251153" y="620082"/>
                        </a:cubicBezTo>
                        <a:close/>
                        <a:moveTo>
                          <a:pt x="4103039" y="560932"/>
                        </a:moveTo>
                        <a:cubicBezTo>
                          <a:pt x="4100277" y="562646"/>
                          <a:pt x="4097419" y="564456"/>
                          <a:pt x="4095705" y="567123"/>
                        </a:cubicBezTo>
                        <a:cubicBezTo>
                          <a:pt x="4089609" y="576743"/>
                          <a:pt x="4100658" y="587602"/>
                          <a:pt x="4105516" y="597889"/>
                        </a:cubicBezTo>
                        <a:cubicBezTo>
                          <a:pt x="4111135" y="609795"/>
                          <a:pt x="4108278" y="623987"/>
                          <a:pt x="4112184" y="636560"/>
                        </a:cubicBezTo>
                        <a:cubicBezTo>
                          <a:pt x="4117041" y="652181"/>
                          <a:pt x="4131519" y="662754"/>
                          <a:pt x="4145616" y="671136"/>
                        </a:cubicBezTo>
                        <a:cubicBezTo>
                          <a:pt x="4164380" y="682376"/>
                          <a:pt x="4184193" y="691901"/>
                          <a:pt x="4204576" y="699711"/>
                        </a:cubicBezTo>
                        <a:cubicBezTo>
                          <a:pt x="4180192" y="697044"/>
                          <a:pt x="4155903" y="690281"/>
                          <a:pt x="4135329" y="677042"/>
                        </a:cubicBezTo>
                        <a:cubicBezTo>
                          <a:pt x="4114755" y="663802"/>
                          <a:pt x="4097991" y="643609"/>
                          <a:pt x="4091800" y="619892"/>
                        </a:cubicBezTo>
                        <a:cubicBezTo>
                          <a:pt x="4083323" y="653134"/>
                          <a:pt x="4073131" y="689138"/>
                          <a:pt x="4045318" y="709236"/>
                        </a:cubicBezTo>
                        <a:cubicBezTo>
                          <a:pt x="4075798" y="679232"/>
                          <a:pt x="4087228" y="633798"/>
                          <a:pt x="4083894" y="591126"/>
                        </a:cubicBezTo>
                        <a:cubicBezTo>
                          <a:pt x="4082561" y="573600"/>
                          <a:pt x="4078560" y="555598"/>
                          <a:pt x="4067702" y="541787"/>
                        </a:cubicBezTo>
                        <a:cubicBezTo>
                          <a:pt x="4063606" y="536548"/>
                          <a:pt x="4058557" y="531976"/>
                          <a:pt x="4052938" y="527975"/>
                        </a:cubicBezTo>
                        <a:cubicBezTo>
                          <a:pt x="4045413" y="526546"/>
                          <a:pt x="4038650" y="524165"/>
                          <a:pt x="4034650" y="518069"/>
                        </a:cubicBezTo>
                        <a:cubicBezTo>
                          <a:pt x="4040936" y="520546"/>
                          <a:pt x="4047223" y="523879"/>
                          <a:pt x="4052938" y="527975"/>
                        </a:cubicBezTo>
                        <a:cubicBezTo>
                          <a:pt x="4066273" y="530547"/>
                          <a:pt x="4081894" y="530452"/>
                          <a:pt x="4088943" y="543882"/>
                        </a:cubicBezTo>
                        <a:cubicBezTo>
                          <a:pt x="4090085" y="545978"/>
                          <a:pt x="4090942" y="548454"/>
                          <a:pt x="4093038" y="549597"/>
                        </a:cubicBezTo>
                        <a:cubicBezTo>
                          <a:pt x="4095991" y="551216"/>
                          <a:pt x="4099610" y="549311"/>
                          <a:pt x="4102468" y="547597"/>
                        </a:cubicBezTo>
                        <a:cubicBezTo>
                          <a:pt x="4118756" y="537786"/>
                          <a:pt x="4136948" y="531119"/>
                          <a:pt x="4155712" y="528071"/>
                        </a:cubicBezTo>
                        <a:cubicBezTo>
                          <a:pt x="4138187" y="539120"/>
                          <a:pt x="4120660" y="549978"/>
                          <a:pt x="4103039" y="560932"/>
                        </a:cubicBezTo>
                        <a:close/>
                        <a:moveTo>
                          <a:pt x="4034840" y="710188"/>
                        </a:moveTo>
                        <a:cubicBezTo>
                          <a:pt x="4055033" y="715999"/>
                          <a:pt x="4075226" y="721809"/>
                          <a:pt x="4095419" y="727619"/>
                        </a:cubicBezTo>
                        <a:lnTo>
                          <a:pt x="4101896" y="750289"/>
                        </a:lnTo>
                        <a:cubicBezTo>
                          <a:pt x="4099039" y="761052"/>
                          <a:pt x="4095515" y="772006"/>
                          <a:pt x="4091228" y="783055"/>
                        </a:cubicBezTo>
                        <a:cubicBezTo>
                          <a:pt x="4085513" y="798009"/>
                          <a:pt x="4078084" y="813725"/>
                          <a:pt x="4064082" y="828584"/>
                        </a:cubicBezTo>
                        <a:cubicBezTo>
                          <a:pt x="4048937" y="844586"/>
                          <a:pt x="4027411" y="858017"/>
                          <a:pt x="4005694" y="868113"/>
                        </a:cubicBezTo>
                        <a:cubicBezTo>
                          <a:pt x="3985882" y="877352"/>
                          <a:pt x="3964832" y="884210"/>
                          <a:pt x="3947401" y="884305"/>
                        </a:cubicBezTo>
                        <a:cubicBezTo>
                          <a:pt x="3929970" y="884401"/>
                          <a:pt x="3916921" y="876495"/>
                          <a:pt x="3918635" y="862779"/>
                        </a:cubicBezTo>
                        <a:cubicBezTo>
                          <a:pt x="3919778" y="853826"/>
                          <a:pt x="3926636" y="843538"/>
                          <a:pt x="3933494" y="833632"/>
                        </a:cubicBezTo>
                        <a:cubicBezTo>
                          <a:pt x="3960831" y="794389"/>
                          <a:pt x="3990168" y="755146"/>
                          <a:pt x="4021410" y="716189"/>
                        </a:cubicBezTo>
                        <a:cubicBezTo>
                          <a:pt x="4023315" y="713808"/>
                          <a:pt x="4025887" y="710951"/>
                          <a:pt x="4029030" y="709998"/>
                        </a:cubicBezTo>
                        <a:cubicBezTo>
                          <a:pt x="4031411" y="709331"/>
                          <a:pt x="4033221" y="709712"/>
                          <a:pt x="4034840" y="710188"/>
                        </a:cubicBezTo>
                        <a:close/>
                        <a:moveTo>
                          <a:pt x="3278555" y="740573"/>
                        </a:moveTo>
                        <a:cubicBezTo>
                          <a:pt x="3266649" y="744002"/>
                          <a:pt x="3253981" y="744002"/>
                          <a:pt x="3241598" y="743812"/>
                        </a:cubicBezTo>
                        <a:cubicBezTo>
                          <a:pt x="3219405" y="743526"/>
                          <a:pt x="3197307" y="742954"/>
                          <a:pt x="3175209" y="742097"/>
                        </a:cubicBezTo>
                        <a:cubicBezTo>
                          <a:pt x="3169208" y="741812"/>
                          <a:pt x="3161207" y="739621"/>
                          <a:pt x="3161398" y="733620"/>
                        </a:cubicBezTo>
                        <a:cubicBezTo>
                          <a:pt x="3161493" y="730858"/>
                          <a:pt x="3163493" y="728572"/>
                          <a:pt x="3165303" y="726571"/>
                        </a:cubicBezTo>
                        <a:cubicBezTo>
                          <a:pt x="3187020" y="703045"/>
                          <a:pt x="3208832" y="679613"/>
                          <a:pt x="3230549" y="656087"/>
                        </a:cubicBezTo>
                        <a:cubicBezTo>
                          <a:pt x="3239979" y="645990"/>
                          <a:pt x="3249790" y="635513"/>
                          <a:pt x="3262553" y="630274"/>
                        </a:cubicBezTo>
                        <a:cubicBezTo>
                          <a:pt x="3272745" y="626083"/>
                          <a:pt x="3284080" y="625702"/>
                          <a:pt x="3295129" y="625606"/>
                        </a:cubicBezTo>
                        <a:cubicBezTo>
                          <a:pt x="3305797" y="625511"/>
                          <a:pt x="3316465" y="625702"/>
                          <a:pt x="3327038" y="626178"/>
                        </a:cubicBezTo>
                        <a:lnTo>
                          <a:pt x="3328942" y="655515"/>
                        </a:lnTo>
                        <a:cubicBezTo>
                          <a:pt x="3334181" y="691138"/>
                          <a:pt x="3313036" y="730572"/>
                          <a:pt x="3278555" y="740573"/>
                        </a:cubicBezTo>
                        <a:close/>
                        <a:moveTo>
                          <a:pt x="3213595" y="620844"/>
                        </a:moveTo>
                        <a:cubicBezTo>
                          <a:pt x="3204070" y="625226"/>
                          <a:pt x="3193688" y="630655"/>
                          <a:pt x="3190449" y="640656"/>
                        </a:cubicBezTo>
                        <a:cubicBezTo>
                          <a:pt x="3188925" y="645419"/>
                          <a:pt x="3189306" y="650562"/>
                          <a:pt x="3188544" y="655515"/>
                        </a:cubicBezTo>
                        <a:cubicBezTo>
                          <a:pt x="3187020" y="665707"/>
                          <a:pt x="3180829" y="674565"/>
                          <a:pt x="3174638" y="682852"/>
                        </a:cubicBezTo>
                        <a:cubicBezTo>
                          <a:pt x="3165874" y="694472"/>
                          <a:pt x="3156540" y="705617"/>
                          <a:pt x="3146920" y="716475"/>
                        </a:cubicBezTo>
                        <a:cubicBezTo>
                          <a:pt x="3141205" y="723714"/>
                          <a:pt x="3135109" y="730667"/>
                          <a:pt x="3128251" y="736954"/>
                        </a:cubicBezTo>
                        <a:cubicBezTo>
                          <a:pt x="3134632" y="730286"/>
                          <a:pt x="3140824" y="723428"/>
                          <a:pt x="3146920" y="716475"/>
                        </a:cubicBezTo>
                        <a:cubicBezTo>
                          <a:pt x="3156635" y="704188"/>
                          <a:pt x="3165017" y="690757"/>
                          <a:pt x="3171208" y="676279"/>
                        </a:cubicBezTo>
                        <a:cubicBezTo>
                          <a:pt x="3176066" y="665040"/>
                          <a:pt x="3179686" y="653134"/>
                          <a:pt x="3179781" y="640942"/>
                        </a:cubicBezTo>
                        <a:cubicBezTo>
                          <a:pt x="3179876" y="621701"/>
                          <a:pt x="3171018" y="603318"/>
                          <a:pt x="3158636" y="588554"/>
                        </a:cubicBezTo>
                        <a:cubicBezTo>
                          <a:pt x="3146348" y="573790"/>
                          <a:pt x="3130823" y="562075"/>
                          <a:pt x="3115392" y="550550"/>
                        </a:cubicBezTo>
                        <a:cubicBezTo>
                          <a:pt x="3107582" y="544739"/>
                          <a:pt x="3094532" y="538072"/>
                          <a:pt x="3097580" y="526737"/>
                        </a:cubicBezTo>
                        <a:cubicBezTo>
                          <a:pt x="3116916" y="529118"/>
                          <a:pt x="3134728" y="547311"/>
                          <a:pt x="3146920" y="561503"/>
                        </a:cubicBezTo>
                        <a:cubicBezTo>
                          <a:pt x="3160922" y="577886"/>
                          <a:pt x="3172637" y="596174"/>
                          <a:pt x="3187687" y="611510"/>
                        </a:cubicBezTo>
                        <a:cubicBezTo>
                          <a:pt x="3190544" y="614367"/>
                          <a:pt x="3193688" y="617320"/>
                          <a:pt x="3197688" y="617891"/>
                        </a:cubicBezTo>
                        <a:cubicBezTo>
                          <a:pt x="3200831" y="618368"/>
                          <a:pt x="3203974" y="617320"/>
                          <a:pt x="3207023" y="616272"/>
                        </a:cubicBezTo>
                        <a:cubicBezTo>
                          <a:pt x="3228073" y="608938"/>
                          <a:pt x="3249218" y="601699"/>
                          <a:pt x="3270269" y="594364"/>
                        </a:cubicBezTo>
                        <a:cubicBezTo>
                          <a:pt x="3251409" y="603318"/>
                          <a:pt x="3232549" y="612081"/>
                          <a:pt x="3213595" y="620844"/>
                        </a:cubicBezTo>
                        <a:close/>
                        <a:moveTo>
                          <a:pt x="3123107" y="618844"/>
                        </a:moveTo>
                        <a:cubicBezTo>
                          <a:pt x="3123203" y="623416"/>
                          <a:pt x="3119488" y="627226"/>
                          <a:pt x="3114916" y="627226"/>
                        </a:cubicBezTo>
                        <a:cubicBezTo>
                          <a:pt x="3110344" y="627226"/>
                          <a:pt x="3106534" y="623606"/>
                          <a:pt x="3106534" y="619034"/>
                        </a:cubicBezTo>
                        <a:cubicBezTo>
                          <a:pt x="3106534" y="614462"/>
                          <a:pt x="3110153" y="610652"/>
                          <a:pt x="3114725" y="610652"/>
                        </a:cubicBezTo>
                        <a:cubicBezTo>
                          <a:pt x="3119297" y="610652"/>
                          <a:pt x="3123012" y="614272"/>
                          <a:pt x="3123107" y="618844"/>
                        </a:cubicBezTo>
                        <a:close/>
                        <a:moveTo>
                          <a:pt x="3133871" y="814011"/>
                        </a:moveTo>
                        <a:lnTo>
                          <a:pt x="3123774" y="836871"/>
                        </a:lnTo>
                        <a:cubicBezTo>
                          <a:pt x="3122440" y="848396"/>
                          <a:pt x="3121679" y="859731"/>
                          <a:pt x="3121298" y="870971"/>
                        </a:cubicBezTo>
                        <a:cubicBezTo>
                          <a:pt x="3121583" y="870971"/>
                          <a:pt x="3121869" y="870875"/>
                          <a:pt x="3122155" y="870780"/>
                        </a:cubicBezTo>
                        <a:cubicBezTo>
                          <a:pt x="3127108" y="870780"/>
                          <a:pt x="3128822" y="874209"/>
                          <a:pt x="3126060" y="878495"/>
                        </a:cubicBezTo>
                        <a:cubicBezTo>
                          <a:pt x="3124917" y="880305"/>
                          <a:pt x="3123107" y="881829"/>
                          <a:pt x="3121012" y="883163"/>
                        </a:cubicBezTo>
                        <a:cubicBezTo>
                          <a:pt x="3120916" y="887639"/>
                          <a:pt x="3120726" y="892211"/>
                          <a:pt x="3120821" y="896688"/>
                        </a:cubicBezTo>
                        <a:cubicBezTo>
                          <a:pt x="3121107" y="912785"/>
                          <a:pt x="3122155" y="929359"/>
                          <a:pt x="3111677" y="948028"/>
                        </a:cubicBezTo>
                        <a:cubicBezTo>
                          <a:pt x="3101200" y="966602"/>
                          <a:pt x="3074911" y="987652"/>
                          <a:pt x="3051956" y="990319"/>
                        </a:cubicBezTo>
                        <a:cubicBezTo>
                          <a:pt x="3040907" y="991557"/>
                          <a:pt x="3032810" y="988509"/>
                          <a:pt x="3025000" y="985461"/>
                        </a:cubicBezTo>
                        <a:cubicBezTo>
                          <a:pt x="2991472" y="972317"/>
                          <a:pt x="2957944" y="959172"/>
                          <a:pt x="2924416" y="946028"/>
                        </a:cubicBezTo>
                        <a:cubicBezTo>
                          <a:pt x="2919939" y="944313"/>
                          <a:pt x="2915272" y="942313"/>
                          <a:pt x="2914319" y="938217"/>
                        </a:cubicBezTo>
                        <a:cubicBezTo>
                          <a:pt x="2912986" y="932693"/>
                          <a:pt x="2918701" y="924882"/>
                          <a:pt x="2924225" y="917929"/>
                        </a:cubicBezTo>
                        <a:cubicBezTo>
                          <a:pt x="2934417" y="905165"/>
                          <a:pt x="2945180" y="892497"/>
                          <a:pt x="2956324" y="879829"/>
                        </a:cubicBezTo>
                        <a:cubicBezTo>
                          <a:pt x="2983185" y="849635"/>
                          <a:pt x="3019285" y="816202"/>
                          <a:pt x="3059480" y="805438"/>
                        </a:cubicBezTo>
                        <a:cubicBezTo>
                          <a:pt x="3090627" y="797342"/>
                          <a:pt x="3113773" y="805534"/>
                          <a:pt x="3133871" y="814011"/>
                        </a:cubicBezTo>
                        <a:close/>
                        <a:moveTo>
                          <a:pt x="2965564" y="832299"/>
                        </a:moveTo>
                        <a:cubicBezTo>
                          <a:pt x="2958611" y="848206"/>
                          <a:pt x="2919177" y="870399"/>
                          <a:pt x="2904794" y="887639"/>
                        </a:cubicBezTo>
                        <a:cubicBezTo>
                          <a:pt x="2887268" y="908689"/>
                          <a:pt x="2877553" y="930502"/>
                          <a:pt x="2869742" y="950980"/>
                        </a:cubicBezTo>
                        <a:cubicBezTo>
                          <a:pt x="2864313" y="965268"/>
                          <a:pt x="2857836" y="981556"/>
                          <a:pt x="2840405" y="993748"/>
                        </a:cubicBezTo>
                        <a:cubicBezTo>
                          <a:pt x="2824213" y="1005082"/>
                          <a:pt x="2804401" y="1008321"/>
                          <a:pt x="2789161" y="1007559"/>
                        </a:cubicBezTo>
                        <a:cubicBezTo>
                          <a:pt x="2773540" y="1006797"/>
                          <a:pt x="2760014" y="1002701"/>
                          <a:pt x="2752871" y="994129"/>
                        </a:cubicBezTo>
                        <a:cubicBezTo>
                          <a:pt x="2745727" y="985556"/>
                          <a:pt x="2745822" y="972031"/>
                          <a:pt x="2755252" y="958029"/>
                        </a:cubicBezTo>
                        <a:cubicBezTo>
                          <a:pt x="2770492" y="935550"/>
                          <a:pt x="2804020" y="918405"/>
                          <a:pt x="2825927" y="897069"/>
                        </a:cubicBezTo>
                        <a:cubicBezTo>
                          <a:pt x="2839072" y="884210"/>
                          <a:pt x="2847740" y="870304"/>
                          <a:pt x="2860694" y="857350"/>
                        </a:cubicBezTo>
                        <a:cubicBezTo>
                          <a:pt x="2882506" y="835919"/>
                          <a:pt x="2984138" y="789913"/>
                          <a:pt x="2965564" y="832299"/>
                        </a:cubicBezTo>
                        <a:close/>
                        <a:moveTo>
                          <a:pt x="2724677" y="1347030"/>
                        </a:moveTo>
                        <a:cubicBezTo>
                          <a:pt x="2730106" y="1328266"/>
                          <a:pt x="2736964" y="1309882"/>
                          <a:pt x="2745060" y="1291880"/>
                        </a:cubicBezTo>
                        <a:cubicBezTo>
                          <a:pt x="2748965" y="1283308"/>
                          <a:pt x="2753347" y="1274545"/>
                          <a:pt x="2761253" y="1268258"/>
                        </a:cubicBezTo>
                        <a:cubicBezTo>
                          <a:pt x="2770873" y="1260543"/>
                          <a:pt x="2784494" y="1257495"/>
                          <a:pt x="2797638" y="1254924"/>
                        </a:cubicBezTo>
                        <a:cubicBezTo>
                          <a:pt x="2832023" y="1248256"/>
                          <a:pt x="2866980" y="1243589"/>
                          <a:pt x="2902318" y="1240922"/>
                        </a:cubicBezTo>
                        <a:lnTo>
                          <a:pt x="2907366" y="1263686"/>
                        </a:lnTo>
                        <a:cubicBezTo>
                          <a:pt x="2907461" y="1262162"/>
                          <a:pt x="2910414" y="1261781"/>
                          <a:pt x="2911271" y="1263115"/>
                        </a:cubicBezTo>
                        <a:cubicBezTo>
                          <a:pt x="2906128" y="1287213"/>
                          <a:pt x="2900984" y="1311311"/>
                          <a:pt x="2895746" y="1335409"/>
                        </a:cubicBezTo>
                        <a:cubicBezTo>
                          <a:pt x="2892031" y="1352745"/>
                          <a:pt x="2887268" y="1371700"/>
                          <a:pt x="2870599" y="1382273"/>
                        </a:cubicBezTo>
                        <a:cubicBezTo>
                          <a:pt x="2863170" y="1386940"/>
                          <a:pt x="2854121" y="1389511"/>
                          <a:pt x="2844882" y="1391226"/>
                        </a:cubicBezTo>
                        <a:cubicBezTo>
                          <a:pt x="2807639" y="1397989"/>
                          <a:pt x="2766491" y="1390845"/>
                          <a:pt x="2734678" y="1372081"/>
                        </a:cubicBezTo>
                        <a:cubicBezTo>
                          <a:pt x="2730773" y="1369795"/>
                          <a:pt x="2726867" y="1367128"/>
                          <a:pt x="2724772" y="1363604"/>
                        </a:cubicBezTo>
                        <a:cubicBezTo>
                          <a:pt x="2721724" y="1358365"/>
                          <a:pt x="2723153" y="1352459"/>
                          <a:pt x="2724677" y="1347030"/>
                        </a:cubicBezTo>
                        <a:close/>
                        <a:moveTo>
                          <a:pt x="2737821" y="1502383"/>
                        </a:moveTo>
                        <a:cubicBezTo>
                          <a:pt x="2755633" y="1482666"/>
                          <a:pt x="2814783" y="1436851"/>
                          <a:pt x="2850121" y="1453996"/>
                        </a:cubicBezTo>
                        <a:cubicBezTo>
                          <a:pt x="2863551" y="1449138"/>
                          <a:pt x="2884411" y="1444280"/>
                          <a:pt x="2895936" y="1451424"/>
                        </a:cubicBezTo>
                        <a:cubicBezTo>
                          <a:pt x="2902794" y="1455710"/>
                          <a:pt x="2907366" y="1465426"/>
                          <a:pt x="2905461" y="1471998"/>
                        </a:cubicBezTo>
                        <a:cubicBezTo>
                          <a:pt x="2903365" y="1479713"/>
                          <a:pt x="2894222" y="1484571"/>
                          <a:pt x="2886602" y="1488286"/>
                        </a:cubicBezTo>
                        <a:cubicBezTo>
                          <a:pt x="2885744" y="1488762"/>
                          <a:pt x="2884792" y="1489143"/>
                          <a:pt x="2883935" y="1489619"/>
                        </a:cubicBezTo>
                        <a:cubicBezTo>
                          <a:pt x="2881648" y="1491810"/>
                          <a:pt x="2878600" y="1493334"/>
                          <a:pt x="2875076" y="1494001"/>
                        </a:cubicBezTo>
                        <a:cubicBezTo>
                          <a:pt x="2872123" y="1495525"/>
                          <a:pt x="2869075" y="1496954"/>
                          <a:pt x="2866123" y="1498477"/>
                        </a:cubicBezTo>
                        <a:cubicBezTo>
                          <a:pt x="2865551" y="1500573"/>
                          <a:pt x="2864885" y="1502668"/>
                          <a:pt x="2864218" y="1504573"/>
                        </a:cubicBezTo>
                        <a:cubicBezTo>
                          <a:pt x="2856503" y="1526481"/>
                          <a:pt x="2859074" y="1548484"/>
                          <a:pt x="2852502" y="1570296"/>
                        </a:cubicBezTo>
                        <a:cubicBezTo>
                          <a:pt x="2843930" y="1598585"/>
                          <a:pt x="2804401" y="1616397"/>
                          <a:pt x="2770015" y="1608110"/>
                        </a:cubicBezTo>
                        <a:cubicBezTo>
                          <a:pt x="2735630" y="1599919"/>
                          <a:pt x="2711723" y="1568010"/>
                          <a:pt x="2717152" y="1539054"/>
                        </a:cubicBezTo>
                        <a:cubicBezTo>
                          <a:pt x="2719914" y="1525624"/>
                          <a:pt x="2728010" y="1513242"/>
                          <a:pt x="2737821" y="1502383"/>
                        </a:cubicBezTo>
                        <a:close/>
                        <a:moveTo>
                          <a:pt x="2914033" y="1498668"/>
                        </a:moveTo>
                        <a:cubicBezTo>
                          <a:pt x="2919082" y="1498668"/>
                          <a:pt x="2923273" y="1502002"/>
                          <a:pt x="2923558" y="1506193"/>
                        </a:cubicBezTo>
                        <a:cubicBezTo>
                          <a:pt x="2923749" y="1510384"/>
                          <a:pt x="2919844" y="1513813"/>
                          <a:pt x="2914796" y="1513813"/>
                        </a:cubicBezTo>
                        <a:cubicBezTo>
                          <a:pt x="2909747" y="1513813"/>
                          <a:pt x="2905556" y="1510479"/>
                          <a:pt x="2905271" y="1506288"/>
                        </a:cubicBezTo>
                        <a:cubicBezTo>
                          <a:pt x="2905080" y="1502097"/>
                          <a:pt x="2908985" y="1498763"/>
                          <a:pt x="2914033" y="1498668"/>
                        </a:cubicBezTo>
                        <a:close/>
                        <a:moveTo>
                          <a:pt x="2993948" y="1381701"/>
                        </a:moveTo>
                        <a:cubicBezTo>
                          <a:pt x="2997187" y="1371223"/>
                          <a:pt x="3001854" y="1361127"/>
                          <a:pt x="3006521" y="1351030"/>
                        </a:cubicBezTo>
                        <a:cubicBezTo>
                          <a:pt x="3022714" y="1315979"/>
                          <a:pt x="3039002" y="1281022"/>
                          <a:pt x="3055194" y="1245970"/>
                        </a:cubicBezTo>
                        <a:cubicBezTo>
                          <a:pt x="3057194" y="1241684"/>
                          <a:pt x="3059385" y="1237207"/>
                          <a:pt x="3063957" y="1234730"/>
                        </a:cubicBezTo>
                        <a:cubicBezTo>
                          <a:pt x="3067577" y="1232825"/>
                          <a:pt x="3072053" y="1232444"/>
                          <a:pt x="3076340" y="1232254"/>
                        </a:cubicBezTo>
                        <a:cubicBezTo>
                          <a:pt x="3095866" y="1231301"/>
                          <a:pt x="3115582" y="1232730"/>
                          <a:pt x="3134823" y="1236445"/>
                        </a:cubicBezTo>
                        <a:lnTo>
                          <a:pt x="3146920" y="1274450"/>
                        </a:lnTo>
                        <a:cubicBezTo>
                          <a:pt x="3156826" y="1296357"/>
                          <a:pt x="3145872" y="1322836"/>
                          <a:pt x="3122155" y="1334171"/>
                        </a:cubicBezTo>
                        <a:cubicBezTo>
                          <a:pt x="3112439" y="1338839"/>
                          <a:pt x="3101105" y="1341125"/>
                          <a:pt x="3091389" y="1345887"/>
                        </a:cubicBezTo>
                        <a:cubicBezTo>
                          <a:pt x="3061576" y="1360555"/>
                          <a:pt x="3054146" y="1395036"/>
                          <a:pt x="3026238" y="1412086"/>
                        </a:cubicBezTo>
                        <a:cubicBezTo>
                          <a:pt x="3021857" y="1414753"/>
                          <a:pt x="3016618" y="1417039"/>
                          <a:pt x="3010998" y="1416849"/>
                        </a:cubicBezTo>
                        <a:cubicBezTo>
                          <a:pt x="3002330" y="1416563"/>
                          <a:pt x="2994996" y="1410086"/>
                          <a:pt x="2992615" y="1403133"/>
                        </a:cubicBezTo>
                        <a:cubicBezTo>
                          <a:pt x="2990424" y="1395989"/>
                          <a:pt x="2991853" y="1388559"/>
                          <a:pt x="2993948" y="1381701"/>
                        </a:cubicBezTo>
                        <a:close/>
                        <a:moveTo>
                          <a:pt x="3210452" y="1317312"/>
                        </a:moveTo>
                        <a:cubicBezTo>
                          <a:pt x="3209213" y="1302739"/>
                          <a:pt x="3202927" y="1289404"/>
                          <a:pt x="3199212" y="1275497"/>
                        </a:cubicBezTo>
                        <a:cubicBezTo>
                          <a:pt x="3218072" y="1270830"/>
                          <a:pt x="3231025" y="1302167"/>
                          <a:pt x="3235598" y="1313502"/>
                        </a:cubicBezTo>
                        <a:cubicBezTo>
                          <a:pt x="3236931" y="1316741"/>
                          <a:pt x="3238265" y="1320170"/>
                          <a:pt x="3241313" y="1322551"/>
                        </a:cubicBezTo>
                        <a:cubicBezTo>
                          <a:pt x="3243884" y="1324456"/>
                          <a:pt x="3247218" y="1325313"/>
                          <a:pt x="3250457" y="1326075"/>
                        </a:cubicBezTo>
                        <a:cubicBezTo>
                          <a:pt x="3260839" y="1328552"/>
                          <a:pt x="3271221" y="1331124"/>
                          <a:pt x="3281603" y="1333600"/>
                        </a:cubicBezTo>
                        <a:cubicBezTo>
                          <a:pt x="3262648" y="1333505"/>
                          <a:pt x="3243027" y="1333505"/>
                          <a:pt x="3226263" y="1340267"/>
                        </a:cubicBezTo>
                        <a:cubicBezTo>
                          <a:pt x="3210832" y="1346554"/>
                          <a:pt x="3199498" y="1357793"/>
                          <a:pt x="3186544" y="1367223"/>
                        </a:cubicBezTo>
                        <a:cubicBezTo>
                          <a:pt x="3167113" y="1381320"/>
                          <a:pt x="3143491" y="1391321"/>
                          <a:pt x="3118249" y="1396274"/>
                        </a:cubicBezTo>
                        <a:cubicBezTo>
                          <a:pt x="3142348" y="1381606"/>
                          <a:pt x="3166446" y="1367032"/>
                          <a:pt x="3190544" y="1352364"/>
                        </a:cubicBezTo>
                        <a:cubicBezTo>
                          <a:pt x="3196355" y="1348840"/>
                          <a:pt x="3202355" y="1345125"/>
                          <a:pt x="3206070" y="1339982"/>
                        </a:cubicBezTo>
                        <a:cubicBezTo>
                          <a:pt x="3210832" y="1333314"/>
                          <a:pt x="3211118" y="1325123"/>
                          <a:pt x="3210452" y="1317312"/>
                        </a:cubicBezTo>
                        <a:close/>
                        <a:moveTo>
                          <a:pt x="3060623" y="1461997"/>
                        </a:moveTo>
                        <a:cubicBezTo>
                          <a:pt x="3074244" y="1452186"/>
                          <a:pt x="3092056" y="1447805"/>
                          <a:pt x="3108820" y="1442185"/>
                        </a:cubicBezTo>
                        <a:cubicBezTo>
                          <a:pt x="3157588" y="1425897"/>
                          <a:pt x="3199403" y="1398655"/>
                          <a:pt x="3240455" y="1371700"/>
                        </a:cubicBezTo>
                        <a:lnTo>
                          <a:pt x="3260839" y="1383892"/>
                        </a:lnTo>
                        <a:cubicBezTo>
                          <a:pt x="3271792" y="1378558"/>
                          <a:pt x="3286271" y="1374748"/>
                          <a:pt x="3297605" y="1379986"/>
                        </a:cubicBezTo>
                        <a:cubicBezTo>
                          <a:pt x="3310369" y="1385892"/>
                          <a:pt x="3328562" y="1397893"/>
                          <a:pt x="3322656" y="1411515"/>
                        </a:cubicBezTo>
                        <a:cubicBezTo>
                          <a:pt x="3320846" y="1415705"/>
                          <a:pt x="3316941" y="1418848"/>
                          <a:pt x="3313703" y="1422373"/>
                        </a:cubicBezTo>
                        <a:cubicBezTo>
                          <a:pt x="3304844" y="1431708"/>
                          <a:pt x="3299415" y="1444090"/>
                          <a:pt x="3287604" y="1450472"/>
                        </a:cubicBezTo>
                        <a:cubicBezTo>
                          <a:pt x="3287414" y="1453710"/>
                          <a:pt x="3287128" y="1456948"/>
                          <a:pt x="3286652" y="1460092"/>
                        </a:cubicBezTo>
                        <a:cubicBezTo>
                          <a:pt x="3283032" y="1482761"/>
                          <a:pt x="3270078" y="1504478"/>
                          <a:pt x="3248647" y="1518385"/>
                        </a:cubicBezTo>
                        <a:cubicBezTo>
                          <a:pt x="3226835" y="1532577"/>
                          <a:pt x="3197783" y="1537816"/>
                          <a:pt x="3169589" y="1536959"/>
                        </a:cubicBezTo>
                        <a:cubicBezTo>
                          <a:pt x="3141395" y="1536197"/>
                          <a:pt x="3113678" y="1529815"/>
                          <a:pt x="3086436" y="1522861"/>
                        </a:cubicBezTo>
                        <a:cubicBezTo>
                          <a:pt x="3071577" y="1519052"/>
                          <a:pt x="3055194" y="1514003"/>
                          <a:pt x="3047765" y="1502574"/>
                        </a:cubicBezTo>
                        <a:cubicBezTo>
                          <a:pt x="3039002" y="1488858"/>
                          <a:pt x="3047003" y="1471712"/>
                          <a:pt x="3060623" y="1461997"/>
                        </a:cubicBezTo>
                        <a:close/>
                        <a:moveTo>
                          <a:pt x="3329609" y="1443328"/>
                        </a:moveTo>
                        <a:cubicBezTo>
                          <a:pt x="3334657" y="1443328"/>
                          <a:pt x="3338848" y="1446661"/>
                          <a:pt x="3339134" y="1450852"/>
                        </a:cubicBezTo>
                        <a:cubicBezTo>
                          <a:pt x="3339325" y="1455043"/>
                          <a:pt x="3335420" y="1458473"/>
                          <a:pt x="3330371" y="1458473"/>
                        </a:cubicBezTo>
                        <a:cubicBezTo>
                          <a:pt x="3325323" y="1458473"/>
                          <a:pt x="3321132" y="1455139"/>
                          <a:pt x="3320846" y="1450948"/>
                        </a:cubicBezTo>
                        <a:cubicBezTo>
                          <a:pt x="3320561" y="1446757"/>
                          <a:pt x="3324561" y="1443328"/>
                          <a:pt x="3329609" y="1443328"/>
                        </a:cubicBezTo>
                        <a:close/>
                        <a:moveTo>
                          <a:pt x="3289890" y="1171961"/>
                        </a:moveTo>
                        <a:cubicBezTo>
                          <a:pt x="3239693" y="1199393"/>
                          <a:pt x="3186544" y="1212537"/>
                          <a:pt x="3135585" y="1224729"/>
                        </a:cubicBezTo>
                        <a:cubicBezTo>
                          <a:pt x="3123679" y="1227586"/>
                          <a:pt x="3111487" y="1230444"/>
                          <a:pt x="3101009" y="1230349"/>
                        </a:cubicBezTo>
                        <a:cubicBezTo>
                          <a:pt x="3090532" y="1230158"/>
                          <a:pt x="3081864" y="1226443"/>
                          <a:pt x="3081388" y="1218538"/>
                        </a:cubicBezTo>
                        <a:cubicBezTo>
                          <a:pt x="3080816" y="1209203"/>
                          <a:pt x="3091484" y="1197107"/>
                          <a:pt x="3102629" y="1186820"/>
                        </a:cubicBezTo>
                        <a:cubicBezTo>
                          <a:pt x="3145682" y="1147100"/>
                          <a:pt x="3203022" y="1116715"/>
                          <a:pt x="3259029" y="1092998"/>
                        </a:cubicBezTo>
                        <a:cubicBezTo>
                          <a:pt x="3263125" y="1089284"/>
                          <a:pt x="3267792" y="1085759"/>
                          <a:pt x="3272650" y="1082521"/>
                        </a:cubicBezTo>
                        <a:cubicBezTo>
                          <a:pt x="3285128" y="1074234"/>
                          <a:pt x="3298939" y="1067471"/>
                          <a:pt x="3312655" y="1062804"/>
                        </a:cubicBezTo>
                        <a:cubicBezTo>
                          <a:pt x="3328466" y="1057375"/>
                          <a:pt x="3359518" y="1049469"/>
                          <a:pt x="3366662" y="1057946"/>
                        </a:cubicBezTo>
                        <a:cubicBezTo>
                          <a:pt x="3366947" y="1058327"/>
                          <a:pt x="3367138" y="1058708"/>
                          <a:pt x="3367423" y="1059185"/>
                        </a:cubicBezTo>
                        <a:cubicBezTo>
                          <a:pt x="3389903" y="1056518"/>
                          <a:pt x="3408000" y="1059565"/>
                          <a:pt x="3414191" y="1073567"/>
                        </a:cubicBezTo>
                        <a:cubicBezTo>
                          <a:pt x="3420859" y="1088903"/>
                          <a:pt x="3406381" y="1102428"/>
                          <a:pt x="3382568" y="1116239"/>
                        </a:cubicBezTo>
                        <a:cubicBezTo>
                          <a:pt x="3377711" y="1119002"/>
                          <a:pt x="3372948" y="1121954"/>
                          <a:pt x="3368186" y="1124907"/>
                        </a:cubicBezTo>
                        <a:cubicBezTo>
                          <a:pt x="3368090" y="1125002"/>
                          <a:pt x="3368090" y="1125097"/>
                          <a:pt x="3368090" y="1125193"/>
                        </a:cubicBezTo>
                        <a:cubicBezTo>
                          <a:pt x="3365519" y="1129193"/>
                          <a:pt x="3359899" y="1132432"/>
                          <a:pt x="3355136" y="1132813"/>
                        </a:cubicBezTo>
                        <a:cubicBezTo>
                          <a:pt x="3333324" y="1146243"/>
                          <a:pt x="3311988" y="1159864"/>
                          <a:pt x="3289890" y="1171961"/>
                        </a:cubicBezTo>
                        <a:close/>
                        <a:moveTo>
                          <a:pt x="3449243" y="1239874"/>
                        </a:moveTo>
                        <a:cubicBezTo>
                          <a:pt x="3449529" y="1237493"/>
                          <a:pt x="3450100" y="1234730"/>
                          <a:pt x="3452672" y="1233778"/>
                        </a:cubicBezTo>
                        <a:cubicBezTo>
                          <a:pt x="3454482" y="1233111"/>
                          <a:pt x="3456578" y="1233492"/>
                          <a:pt x="3458578" y="1233968"/>
                        </a:cubicBezTo>
                        <a:cubicBezTo>
                          <a:pt x="3483343" y="1239588"/>
                          <a:pt x="3508013" y="1245208"/>
                          <a:pt x="3532778" y="1250733"/>
                        </a:cubicBezTo>
                        <a:lnTo>
                          <a:pt x="3555447" y="1272830"/>
                        </a:lnTo>
                        <a:cubicBezTo>
                          <a:pt x="3560210" y="1283403"/>
                          <a:pt x="3564305" y="1294071"/>
                          <a:pt x="3567830" y="1304930"/>
                        </a:cubicBezTo>
                        <a:cubicBezTo>
                          <a:pt x="3572592" y="1319503"/>
                          <a:pt x="3576116" y="1334933"/>
                          <a:pt x="3572306" y="1349507"/>
                        </a:cubicBezTo>
                        <a:cubicBezTo>
                          <a:pt x="3568211" y="1365223"/>
                          <a:pt x="3555733" y="1378463"/>
                          <a:pt x="3540779" y="1388368"/>
                        </a:cubicBezTo>
                        <a:cubicBezTo>
                          <a:pt x="3527063" y="1397417"/>
                          <a:pt x="3510489" y="1404275"/>
                          <a:pt x="3492773" y="1404371"/>
                        </a:cubicBezTo>
                        <a:cubicBezTo>
                          <a:pt x="3475056" y="1404466"/>
                          <a:pt x="3456101" y="1396846"/>
                          <a:pt x="3448100" y="1383416"/>
                        </a:cubicBezTo>
                        <a:cubicBezTo>
                          <a:pt x="3442862" y="1374652"/>
                          <a:pt x="3442671" y="1364556"/>
                          <a:pt x="3442671" y="1354936"/>
                        </a:cubicBezTo>
                        <a:cubicBezTo>
                          <a:pt x="3442671" y="1316455"/>
                          <a:pt x="3444957" y="1278069"/>
                          <a:pt x="3449243" y="1239874"/>
                        </a:cubicBezTo>
                        <a:close/>
                        <a:moveTo>
                          <a:pt x="3589356" y="1439804"/>
                        </a:moveTo>
                        <a:cubicBezTo>
                          <a:pt x="3602120" y="1437042"/>
                          <a:pt x="3614597" y="1433327"/>
                          <a:pt x="3626027" y="1427993"/>
                        </a:cubicBezTo>
                        <a:cubicBezTo>
                          <a:pt x="3645839" y="1418753"/>
                          <a:pt x="3662889" y="1404942"/>
                          <a:pt x="3671747" y="1387511"/>
                        </a:cubicBezTo>
                        <a:cubicBezTo>
                          <a:pt x="3678034" y="1375129"/>
                          <a:pt x="3680129" y="1361508"/>
                          <a:pt x="3680891" y="1347982"/>
                        </a:cubicBezTo>
                        <a:cubicBezTo>
                          <a:pt x="3681367" y="1339791"/>
                          <a:pt x="3680796" y="1331695"/>
                          <a:pt x="3680224" y="1323503"/>
                        </a:cubicBezTo>
                        <a:cubicBezTo>
                          <a:pt x="3699560" y="1330933"/>
                          <a:pt x="3696607" y="1373033"/>
                          <a:pt x="3693083" y="1386749"/>
                        </a:cubicBezTo>
                        <a:cubicBezTo>
                          <a:pt x="3690321" y="1397513"/>
                          <a:pt x="3685368" y="1407800"/>
                          <a:pt x="3683654" y="1418658"/>
                        </a:cubicBezTo>
                        <a:cubicBezTo>
                          <a:pt x="3681272" y="1434184"/>
                          <a:pt x="3685654" y="1449900"/>
                          <a:pt x="3690035" y="1465330"/>
                        </a:cubicBezTo>
                        <a:cubicBezTo>
                          <a:pt x="3695655" y="1485047"/>
                          <a:pt x="3701751" y="1505621"/>
                          <a:pt x="3717658" y="1521338"/>
                        </a:cubicBezTo>
                        <a:cubicBezTo>
                          <a:pt x="3699941" y="1513146"/>
                          <a:pt x="3690416" y="1496573"/>
                          <a:pt x="3684225" y="1480571"/>
                        </a:cubicBezTo>
                        <a:cubicBezTo>
                          <a:pt x="3678034" y="1464568"/>
                          <a:pt x="3673748" y="1447614"/>
                          <a:pt x="3661841" y="1433993"/>
                        </a:cubicBezTo>
                        <a:cubicBezTo>
                          <a:pt x="3660603" y="1432564"/>
                          <a:pt x="3659174" y="1431136"/>
                          <a:pt x="3657269" y="1430469"/>
                        </a:cubicBezTo>
                        <a:cubicBezTo>
                          <a:pt x="3654888" y="1429612"/>
                          <a:pt x="3652221" y="1429993"/>
                          <a:pt x="3649745" y="1430374"/>
                        </a:cubicBezTo>
                        <a:cubicBezTo>
                          <a:pt x="3629552" y="1433422"/>
                          <a:pt x="3609454" y="1436565"/>
                          <a:pt x="3589356" y="1439804"/>
                        </a:cubicBezTo>
                        <a:cubicBezTo>
                          <a:pt x="3580022" y="1441804"/>
                          <a:pt x="3570497" y="1443328"/>
                          <a:pt x="3560876" y="1444375"/>
                        </a:cubicBezTo>
                        <a:cubicBezTo>
                          <a:pt x="3570306" y="1442852"/>
                          <a:pt x="3579831" y="1441327"/>
                          <a:pt x="3589356" y="1439804"/>
                        </a:cubicBezTo>
                        <a:close/>
                        <a:moveTo>
                          <a:pt x="3706132" y="1232921"/>
                        </a:moveTo>
                        <a:cubicBezTo>
                          <a:pt x="3693083" y="1236350"/>
                          <a:pt x="3680224" y="1236540"/>
                          <a:pt x="3674224" y="1230920"/>
                        </a:cubicBezTo>
                        <a:cubicBezTo>
                          <a:pt x="3666128" y="1223300"/>
                          <a:pt x="3673271" y="1207203"/>
                          <a:pt x="3685844" y="1194059"/>
                        </a:cubicBezTo>
                        <a:cubicBezTo>
                          <a:pt x="3698417" y="1180819"/>
                          <a:pt x="3715277" y="1169579"/>
                          <a:pt x="3731183" y="1158054"/>
                        </a:cubicBezTo>
                        <a:cubicBezTo>
                          <a:pt x="3736898" y="1153863"/>
                          <a:pt x="3742708" y="1149672"/>
                          <a:pt x="3748519" y="1145386"/>
                        </a:cubicBezTo>
                        <a:cubicBezTo>
                          <a:pt x="3748519" y="1143576"/>
                          <a:pt x="3748805" y="1141576"/>
                          <a:pt x="3749852" y="1139385"/>
                        </a:cubicBezTo>
                        <a:cubicBezTo>
                          <a:pt x="3752329" y="1133956"/>
                          <a:pt x="3758330" y="1128527"/>
                          <a:pt x="3764235" y="1123573"/>
                        </a:cubicBezTo>
                        <a:cubicBezTo>
                          <a:pt x="3777380" y="1112715"/>
                          <a:pt x="3792429" y="1102809"/>
                          <a:pt x="3808240" y="1095665"/>
                        </a:cubicBezTo>
                        <a:cubicBezTo>
                          <a:pt x="3823957" y="1088617"/>
                          <a:pt x="3847007" y="1081568"/>
                          <a:pt x="3856056" y="1088140"/>
                        </a:cubicBezTo>
                        <a:cubicBezTo>
                          <a:pt x="3859295" y="1090522"/>
                          <a:pt x="3862628" y="1093855"/>
                          <a:pt x="3864629" y="1097856"/>
                        </a:cubicBezTo>
                        <a:cubicBezTo>
                          <a:pt x="3871010" y="1096142"/>
                          <a:pt x="3877487" y="1094237"/>
                          <a:pt x="3883964" y="1091760"/>
                        </a:cubicBezTo>
                        <a:lnTo>
                          <a:pt x="3882155" y="1112239"/>
                        </a:lnTo>
                        <a:cubicBezTo>
                          <a:pt x="3856532" y="1126240"/>
                          <a:pt x="3841769" y="1148910"/>
                          <a:pt x="3821480" y="1167674"/>
                        </a:cubicBezTo>
                        <a:cubicBezTo>
                          <a:pt x="3800240" y="1187296"/>
                          <a:pt x="3772522" y="1202726"/>
                          <a:pt x="3745375" y="1216442"/>
                        </a:cubicBezTo>
                        <a:cubicBezTo>
                          <a:pt x="3732517" y="1223014"/>
                          <a:pt x="3719182" y="1229396"/>
                          <a:pt x="3706132" y="1232921"/>
                        </a:cubicBezTo>
                        <a:close/>
                        <a:moveTo>
                          <a:pt x="3861962" y="1206727"/>
                        </a:moveTo>
                        <a:cubicBezTo>
                          <a:pt x="3864343" y="1198345"/>
                          <a:pt x="3870915" y="1189392"/>
                          <a:pt x="3878345" y="1180723"/>
                        </a:cubicBezTo>
                        <a:cubicBezTo>
                          <a:pt x="3905015" y="1149767"/>
                          <a:pt x="3943400" y="1122621"/>
                          <a:pt x="3980643" y="1096522"/>
                        </a:cubicBezTo>
                        <a:cubicBezTo>
                          <a:pt x="4013695" y="1073281"/>
                          <a:pt x="4055224" y="1052707"/>
                          <a:pt x="4088085" y="1055946"/>
                        </a:cubicBezTo>
                        <a:cubicBezTo>
                          <a:pt x="4102753" y="1057375"/>
                          <a:pt x="4107040" y="1064995"/>
                          <a:pt x="4105040" y="1075091"/>
                        </a:cubicBezTo>
                        <a:cubicBezTo>
                          <a:pt x="4108659" y="1075377"/>
                          <a:pt x="4111612" y="1076234"/>
                          <a:pt x="4113517" y="1077854"/>
                        </a:cubicBezTo>
                        <a:cubicBezTo>
                          <a:pt x="4114183" y="1077758"/>
                          <a:pt x="4114946" y="1077663"/>
                          <a:pt x="4115612" y="1077663"/>
                        </a:cubicBezTo>
                        <a:cubicBezTo>
                          <a:pt x="4125233" y="1077663"/>
                          <a:pt x="4128662" y="1084426"/>
                          <a:pt x="4123232" y="1092808"/>
                        </a:cubicBezTo>
                        <a:cubicBezTo>
                          <a:pt x="4118279" y="1100523"/>
                          <a:pt x="4107611" y="1106810"/>
                          <a:pt x="4098372" y="1107762"/>
                        </a:cubicBezTo>
                        <a:cubicBezTo>
                          <a:pt x="4092181" y="1111286"/>
                          <a:pt x="4085323" y="1114144"/>
                          <a:pt x="4079227" y="1116430"/>
                        </a:cubicBezTo>
                        <a:cubicBezTo>
                          <a:pt x="4078750" y="1116620"/>
                          <a:pt x="4078179" y="1116811"/>
                          <a:pt x="4077703" y="1117001"/>
                        </a:cubicBezTo>
                        <a:cubicBezTo>
                          <a:pt x="4031507" y="1167103"/>
                          <a:pt x="3958926" y="1210346"/>
                          <a:pt x="3892537" y="1223777"/>
                        </a:cubicBezTo>
                        <a:cubicBezTo>
                          <a:pt x="3884345" y="1225396"/>
                          <a:pt x="3875963" y="1226634"/>
                          <a:pt x="3869963" y="1224920"/>
                        </a:cubicBezTo>
                        <a:cubicBezTo>
                          <a:pt x="3861771" y="1222729"/>
                          <a:pt x="3859485" y="1215109"/>
                          <a:pt x="3861962" y="1206727"/>
                        </a:cubicBezTo>
                        <a:close/>
                        <a:moveTo>
                          <a:pt x="3890917" y="1340458"/>
                        </a:moveTo>
                        <a:cubicBezTo>
                          <a:pt x="3891108" y="1344649"/>
                          <a:pt x="3887203" y="1348078"/>
                          <a:pt x="3882155" y="1348078"/>
                        </a:cubicBezTo>
                        <a:cubicBezTo>
                          <a:pt x="3877106" y="1348078"/>
                          <a:pt x="3872915" y="1344744"/>
                          <a:pt x="3872630" y="1340553"/>
                        </a:cubicBezTo>
                        <a:cubicBezTo>
                          <a:pt x="3872439" y="1336362"/>
                          <a:pt x="3876344" y="1332933"/>
                          <a:pt x="3881392" y="1332933"/>
                        </a:cubicBezTo>
                        <a:cubicBezTo>
                          <a:pt x="3886441" y="1332838"/>
                          <a:pt x="3890727" y="1336267"/>
                          <a:pt x="3890917" y="1340458"/>
                        </a:cubicBezTo>
                        <a:close/>
                        <a:moveTo>
                          <a:pt x="3916064" y="1391702"/>
                        </a:moveTo>
                        <a:cubicBezTo>
                          <a:pt x="3926350" y="1384939"/>
                          <a:pt x="3937209" y="1378843"/>
                          <a:pt x="3948544" y="1373415"/>
                        </a:cubicBezTo>
                        <a:cubicBezTo>
                          <a:pt x="3961593" y="1362175"/>
                          <a:pt x="3972928" y="1352364"/>
                          <a:pt x="3979310" y="1336076"/>
                        </a:cubicBezTo>
                        <a:cubicBezTo>
                          <a:pt x="3982739" y="1327409"/>
                          <a:pt x="3984644" y="1318264"/>
                          <a:pt x="3984834" y="1309121"/>
                        </a:cubicBezTo>
                        <a:cubicBezTo>
                          <a:pt x="3984929" y="1302453"/>
                          <a:pt x="3979310" y="1289213"/>
                          <a:pt x="3987596" y="1285880"/>
                        </a:cubicBezTo>
                        <a:cubicBezTo>
                          <a:pt x="3999217" y="1299691"/>
                          <a:pt x="4003408" y="1323980"/>
                          <a:pt x="4009790" y="1340363"/>
                        </a:cubicBezTo>
                        <a:cubicBezTo>
                          <a:pt x="4010647" y="1342553"/>
                          <a:pt x="4011599" y="1344934"/>
                          <a:pt x="4013981" y="1346268"/>
                        </a:cubicBezTo>
                        <a:cubicBezTo>
                          <a:pt x="4016076" y="1347506"/>
                          <a:pt x="4018838" y="1347506"/>
                          <a:pt x="4021315" y="1347506"/>
                        </a:cubicBezTo>
                        <a:cubicBezTo>
                          <a:pt x="4051604" y="1347982"/>
                          <a:pt x="4081894" y="1356364"/>
                          <a:pt x="4107230" y="1370747"/>
                        </a:cubicBezTo>
                        <a:cubicBezTo>
                          <a:pt x="4109421" y="1371890"/>
                          <a:pt x="4111517" y="1373129"/>
                          <a:pt x="4113612" y="1374462"/>
                        </a:cubicBezTo>
                        <a:cubicBezTo>
                          <a:pt x="4117518" y="1376939"/>
                          <a:pt x="4121232" y="1379510"/>
                          <a:pt x="4124851" y="1382273"/>
                        </a:cubicBezTo>
                        <a:cubicBezTo>
                          <a:pt x="4121327" y="1379415"/>
                          <a:pt x="4117518" y="1376939"/>
                          <a:pt x="4113612" y="1374462"/>
                        </a:cubicBezTo>
                        <a:cubicBezTo>
                          <a:pt x="4111517" y="1373129"/>
                          <a:pt x="4109326" y="1371986"/>
                          <a:pt x="4107230" y="1370747"/>
                        </a:cubicBezTo>
                        <a:cubicBezTo>
                          <a:pt x="4073512" y="1352555"/>
                          <a:pt x="4029221" y="1349221"/>
                          <a:pt x="3991025" y="1358365"/>
                        </a:cubicBezTo>
                        <a:cubicBezTo>
                          <a:pt x="3976071" y="1361889"/>
                          <a:pt x="3961974" y="1367223"/>
                          <a:pt x="3948639" y="1373509"/>
                        </a:cubicBezTo>
                        <a:cubicBezTo>
                          <a:pt x="3946639" y="1375224"/>
                          <a:pt x="3944639" y="1376939"/>
                          <a:pt x="3942543" y="1378749"/>
                        </a:cubicBezTo>
                        <a:cubicBezTo>
                          <a:pt x="3934352" y="1383511"/>
                          <a:pt x="3925112" y="1387511"/>
                          <a:pt x="3916064" y="1391702"/>
                        </a:cubicBezTo>
                        <a:cubicBezTo>
                          <a:pt x="3901776" y="1401132"/>
                          <a:pt x="3888346" y="1411609"/>
                          <a:pt x="3875868" y="1422563"/>
                        </a:cubicBezTo>
                        <a:cubicBezTo>
                          <a:pt x="3882631" y="1407800"/>
                          <a:pt x="3899014" y="1399513"/>
                          <a:pt x="3916064" y="1391702"/>
                        </a:cubicBezTo>
                        <a:close/>
                        <a:moveTo>
                          <a:pt x="4116375" y="1348840"/>
                        </a:moveTo>
                        <a:cubicBezTo>
                          <a:pt x="4115517" y="1344840"/>
                          <a:pt x="4116089" y="1340839"/>
                          <a:pt x="4117518" y="1336934"/>
                        </a:cubicBezTo>
                        <a:cubicBezTo>
                          <a:pt x="4094848" y="1333123"/>
                          <a:pt x="4070369" y="1334457"/>
                          <a:pt x="4051128" y="1323598"/>
                        </a:cubicBezTo>
                        <a:cubicBezTo>
                          <a:pt x="4049128" y="1322455"/>
                          <a:pt x="4047128" y="1321027"/>
                          <a:pt x="4046747" y="1319027"/>
                        </a:cubicBezTo>
                        <a:cubicBezTo>
                          <a:pt x="4046461" y="1317312"/>
                          <a:pt x="4047604" y="1315788"/>
                          <a:pt x="4048652" y="1314359"/>
                        </a:cubicBezTo>
                        <a:cubicBezTo>
                          <a:pt x="4053700" y="1307692"/>
                          <a:pt x="4058748" y="1301024"/>
                          <a:pt x="4063701" y="1294261"/>
                        </a:cubicBezTo>
                        <a:cubicBezTo>
                          <a:pt x="4068845" y="1287404"/>
                          <a:pt x="4074274" y="1280355"/>
                          <a:pt x="4082180" y="1275593"/>
                        </a:cubicBezTo>
                        <a:cubicBezTo>
                          <a:pt x="4089228" y="1271402"/>
                          <a:pt x="4097705" y="1269401"/>
                          <a:pt x="4106087" y="1267496"/>
                        </a:cubicBezTo>
                        <a:cubicBezTo>
                          <a:pt x="4119994" y="1264258"/>
                          <a:pt x="4133996" y="1261019"/>
                          <a:pt x="4147997" y="1257781"/>
                        </a:cubicBezTo>
                        <a:cubicBezTo>
                          <a:pt x="4154379" y="1256257"/>
                          <a:pt x="4162190" y="1255114"/>
                          <a:pt x="4167238" y="1258924"/>
                        </a:cubicBezTo>
                        <a:cubicBezTo>
                          <a:pt x="4167714" y="1253685"/>
                          <a:pt x="4198670" y="1274354"/>
                          <a:pt x="4199146" y="1269116"/>
                        </a:cubicBezTo>
                        <a:cubicBezTo>
                          <a:pt x="4209815" y="1285594"/>
                          <a:pt x="4220768" y="1303120"/>
                          <a:pt x="4220388" y="1321503"/>
                        </a:cubicBezTo>
                        <a:cubicBezTo>
                          <a:pt x="4220006" y="1339982"/>
                          <a:pt x="4203719" y="1359127"/>
                          <a:pt x="4181525" y="1358460"/>
                        </a:cubicBezTo>
                        <a:cubicBezTo>
                          <a:pt x="4174572" y="1358270"/>
                          <a:pt x="4168190" y="1356269"/>
                          <a:pt x="4161999" y="1353602"/>
                        </a:cubicBezTo>
                        <a:cubicBezTo>
                          <a:pt x="4157808" y="1355698"/>
                          <a:pt x="4153712" y="1357793"/>
                          <a:pt x="4149521" y="1359793"/>
                        </a:cubicBezTo>
                        <a:cubicBezTo>
                          <a:pt x="4145902" y="1361603"/>
                          <a:pt x="4142092" y="1363508"/>
                          <a:pt x="4137806" y="1363890"/>
                        </a:cubicBezTo>
                        <a:cubicBezTo>
                          <a:pt x="4127614" y="1365127"/>
                          <a:pt x="4118089" y="1357317"/>
                          <a:pt x="4116375" y="1348840"/>
                        </a:cubicBezTo>
                        <a:close/>
                        <a:moveTo>
                          <a:pt x="4214291" y="1237302"/>
                        </a:moveTo>
                        <a:cubicBezTo>
                          <a:pt x="4205529" y="1234825"/>
                          <a:pt x="4201242" y="1228348"/>
                          <a:pt x="4198099" y="1221586"/>
                        </a:cubicBezTo>
                        <a:cubicBezTo>
                          <a:pt x="4195146" y="1215109"/>
                          <a:pt x="4192860" y="1207965"/>
                          <a:pt x="4196004" y="1199297"/>
                        </a:cubicBezTo>
                        <a:cubicBezTo>
                          <a:pt x="4200385" y="1187105"/>
                          <a:pt x="4214291" y="1174533"/>
                          <a:pt x="4224769" y="1162055"/>
                        </a:cubicBezTo>
                        <a:cubicBezTo>
                          <a:pt x="4238390" y="1145862"/>
                          <a:pt x="4246677" y="1135861"/>
                          <a:pt x="4269251" y="1132146"/>
                        </a:cubicBezTo>
                        <a:cubicBezTo>
                          <a:pt x="4285634" y="1129384"/>
                          <a:pt x="4298016" y="1129955"/>
                          <a:pt x="4298207" y="1141290"/>
                        </a:cubicBezTo>
                        <a:cubicBezTo>
                          <a:pt x="4298683" y="1167007"/>
                          <a:pt x="4261916" y="1211013"/>
                          <a:pt x="4228198" y="1233682"/>
                        </a:cubicBezTo>
                        <a:cubicBezTo>
                          <a:pt x="4226007" y="1235207"/>
                          <a:pt x="4223626" y="1236635"/>
                          <a:pt x="4221244" y="1237397"/>
                        </a:cubicBezTo>
                        <a:cubicBezTo>
                          <a:pt x="4218482" y="1238255"/>
                          <a:pt x="4216197" y="1237873"/>
                          <a:pt x="4214291" y="1237302"/>
                        </a:cubicBezTo>
                        <a:close/>
                        <a:moveTo>
                          <a:pt x="4512043" y="1141480"/>
                        </a:moveTo>
                        <a:cubicBezTo>
                          <a:pt x="4497660" y="1148624"/>
                          <a:pt x="4482801" y="1155768"/>
                          <a:pt x="4468609" y="1159007"/>
                        </a:cubicBezTo>
                        <a:cubicBezTo>
                          <a:pt x="4454322" y="1162245"/>
                          <a:pt x="4440605" y="1160911"/>
                          <a:pt x="4437081" y="1152815"/>
                        </a:cubicBezTo>
                        <a:cubicBezTo>
                          <a:pt x="4432604" y="1142719"/>
                          <a:pt x="4445559" y="1125955"/>
                          <a:pt x="4461275" y="1113858"/>
                        </a:cubicBezTo>
                        <a:cubicBezTo>
                          <a:pt x="4476991" y="1101761"/>
                          <a:pt x="4495470" y="1092331"/>
                          <a:pt x="4512138" y="1080997"/>
                        </a:cubicBezTo>
                        <a:cubicBezTo>
                          <a:pt x="4542809" y="1060137"/>
                          <a:pt x="4567193" y="1033277"/>
                          <a:pt x="4595482" y="1011083"/>
                        </a:cubicBezTo>
                        <a:cubicBezTo>
                          <a:pt x="4594529" y="1008321"/>
                          <a:pt x="4594529" y="1005178"/>
                          <a:pt x="4596149" y="1001654"/>
                        </a:cubicBezTo>
                        <a:cubicBezTo>
                          <a:pt x="4598625" y="996224"/>
                          <a:pt x="4604626" y="990795"/>
                          <a:pt x="4610531" y="985842"/>
                        </a:cubicBezTo>
                        <a:cubicBezTo>
                          <a:pt x="4623676" y="974984"/>
                          <a:pt x="4638725" y="965078"/>
                          <a:pt x="4654537" y="957934"/>
                        </a:cubicBezTo>
                        <a:cubicBezTo>
                          <a:pt x="4670253" y="950885"/>
                          <a:pt x="4693303" y="943837"/>
                          <a:pt x="4702352" y="950409"/>
                        </a:cubicBezTo>
                        <a:cubicBezTo>
                          <a:pt x="4708162" y="954695"/>
                          <a:pt x="4714449" y="962029"/>
                          <a:pt x="4712353" y="970888"/>
                        </a:cubicBezTo>
                        <a:cubicBezTo>
                          <a:pt x="4715878" y="971173"/>
                          <a:pt x="4719307" y="971554"/>
                          <a:pt x="4722641" y="972031"/>
                        </a:cubicBezTo>
                        <a:lnTo>
                          <a:pt x="4752454" y="979460"/>
                        </a:lnTo>
                        <a:cubicBezTo>
                          <a:pt x="4752549" y="978698"/>
                          <a:pt x="4753597" y="977270"/>
                          <a:pt x="4754740" y="977460"/>
                        </a:cubicBezTo>
                        <a:cubicBezTo>
                          <a:pt x="4756454" y="977746"/>
                          <a:pt x="4755597" y="979937"/>
                          <a:pt x="4754454" y="981651"/>
                        </a:cubicBezTo>
                        <a:cubicBezTo>
                          <a:pt x="4748454" y="991081"/>
                          <a:pt x="4741691" y="1000606"/>
                          <a:pt x="4734261" y="1009940"/>
                        </a:cubicBezTo>
                        <a:cubicBezTo>
                          <a:pt x="4729499" y="1015941"/>
                          <a:pt x="4724165" y="1022228"/>
                          <a:pt x="4716830" y="1027085"/>
                        </a:cubicBezTo>
                        <a:cubicBezTo>
                          <a:pt x="4703495" y="1036039"/>
                          <a:pt x="4688446" y="1037658"/>
                          <a:pt x="4673587" y="1042230"/>
                        </a:cubicBezTo>
                        <a:cubicBezTo>
                          <a:pt x="4668443" y="1046135"/>
                          <a:pt x="4662062" y="1048897"/>
                          <a:pt x="4656252" y="1049564"/>
                        </a:cubicBezTo>
                        <a:cubicBezTo>
                          <a:pt x="4641678" y="1058042"/>
                          <a:pt x="4630248" y="1070614"/>
                          <a:pt x="4617199" y="1081187"/>
                        </a:cubicBezTo>
                        <a:cubicBezTo>
                          <a:pt x="4604245" y="1091665"/>
                          <a:pt x="4589195" y="1100332"/>
                          <a:pt x="4574336" y="1108524"/>
                        </a:cubicBezTo>
                        <a:cubicBezTo>
                          <a:pt x="4553763" y="1120145"/>
                          <a:pt x="4532998" y="1131003"/>
                          <a:pt x="4512043" y="1141480"/>
                        </a:cubicBezTo>
                        <a:close/>
                        <a:moveTo>
                          <a:pt x="4696352" y="1062042"/>
                        </a:moveTo>
                        <a:cubicBezTo>
                          <a:pt x="4693589" y="1066328"/>
                          <a:pt x="4687303" y="1069757"/>
                          <a:pt x="4682445" y="1069757"/>
                        </a:cubicBezTo>
                        <a:cubicBezTo>
                          <a:pt x="4677492" y="1069757"/>
                          <a:pt x="4675778" y="1066328"/>
                          <a:pt x="4678540" y="1062042"/>
                        </a:cubicBezTo>
                        <a:cubicBezTo>
                          <a:pt x="4681302" y="1057756"/>
                          <a:pt x="4687589" y="1054327"/>
                          <a:pt x="4692447" y="1054327"/>
                        </a:cubicBezTo>
                        <a:cubicBezTo>
                          <a:pt x="4697400" y="1054231"/>
                          <a:pt x="4699209" y="1057756"/>
                          <a:pt x="4696352" y="1062042"/>
                        </a:cubicBezTo>
                        <a:close/>
                        <a:moveTo>
                          <a:pt x="4771695" y="1030229"/>
                        </a:moveTo>
                        <a:cubicBezTo>
                          <a:pt x="4780648" y="1013369"/>
                          <a:pt x="4787125" y="996129"/>
                          <a:pt x="4783886" y="982699"/>
                        </a:cubicBezTo>
                        <a:cubicBezTo>
                          <a:pt x="4781791" y="973936"/>
                          <a:pt x="4774076" y="969269"/>
                          <a:pt x="4769313" y="962411"/>
                        </a:cubicBezTo>
                        <a:cubicBezTo>
                          <a:pt x="4783219" y="952219"/>
                          <a:pt x="4794459" y="968126"/>
                          <a:pt x="4798364" y="972697"/>
                        </a:cubicBezTo>
                        <a:cubicBezTo>
                          <a:pt x="4802365" y="977365"/>
                          <a:pt x="4805413" y="982699"/>
                          <a:pt x="4804556" y="989652"/>
                        </a:cubicBezTo>
                        <a:cubicBezTo>
                          <a:pt x="4802365" y="1007273"/>
                          <a:pt x="4775695" y="1030705"/>
                          <a:pt x="4779886" y="1045754"/>
                        </a:cubicBezTo>
                        <a:cubicBezTo>
                          <a:pt x="4784934" y="1047278"/>
                          <a:pt x="4793411" y="1043278"/>
                          <a:pt x="4800650" y="1039944"/>
                        </a:cubicBezTo>
                        <a:cubicBezTo>
                          <a:pt x="4821034" y="1030705"/>
                          <a:pt x="4842275" y="1026228"/>
                          <a:pt x="4859325" y="1027562"/>
                        </a:cubicBezTo>
                        <a:cubicBezTo>
                          <a:pt x="4844370" y="1031562"/>
                          <a:pt x="4829416" y="1035467"/>
                          <a:pt x="4814366" y="1039468"/>
                        </a:cubicBezTo>
                        <a:cubicBezTo>
                          <a:pt x="4808556" y="1040992"/>
                          <a:pt x="4802365" y="1042706"/>
                          <a:pt x="4796840" y="1046135"/>
                        </a:cubicBezTo>
                        <a:cubicBezTo>
                          <a:pt x="4791602" y="1049374"/>
                          <a:pt x="4787697" y="1053660"/>
                          <a:pt x="4784077" y="1057756"/>
                        </a:cubicBezTo>
                        <a:cubicBezTo>
                          <a:pt x="4751692" y="1093855"/>
                          <a:pt x="4721688" y="1130431"/>
                          <a:pt x="4694066" y="1167293"/>
                        </a:cubicBezTo>
                        <a:cubicBezTo>
                          <a:pt x="4699590" y="1144433"/>
                          <a:pt x="4721117" y="1119382"/>
                          <a:pt x="4741786" y="1095570"/>
                        </a:cubicBezTo>
                        <a:cubicBezTo>
                          <a:pt x="4700924" y="1131860"/>
                          <a:pt x="4654060" y="1165198"/>
                          <a:pt x="4604340" y="1193392"/>
                        </a:cubicBezTo>
                        <a:cubicBezTo>
                          <a:pt x="4678254" y="1149672"/>
                          <a:pt x="4740643" y="1088903"/>
                          <a:pt x="4771695" y="1030229"/>
                        </a:cubicBezTo>
                        <a:close/>
                        <a:moveTo>
                          <a:pt x="4945811" y="1152148"/>
                        </a:moveTo>
                        <a:cubicBezTo>
                          <a:pt x="4959432" y="1142623"/>
                          <a:pt x="4975148" y="1131384"/>
                          <a:pt x="4980673" y="1119287"/>
                        </a:cubicBezTo>
                        <a:cubicBezTo>
                          <a:pt x="4983911" y="1112239"/>
                          <a:pt x="4976196" y="1100237"/>
                          <a:pt x="4982006" y="1094522"/>
                        </a:cubicBezTo>
                        <a:cubicBezTo>
                          <a:pt x="4992865" y="1083950"/>
                          <a:pt x="5029822" y="1101285"/>
                          <a:pt x="5043729" y="1099380"/>
                        </a:cubicBezTo>
                        <a:cubicBezTo>
                          <a:pt x="5063826" y="1096618"/>
                          <a:pt x="5088305" y="1085188"/>
                          <a:pt x="5103355" y="1069662"/>
                        </a:cubicBezTo>
                        <a:cubicBezTo>
                          <a:pt x="5095735" y="1084521"/>
                          <a:pt x="5073351" y="1097094"/>
                          <a:pt x="5053730" y="1105762"/>
                        </a:cubicBezTo>
                        <a:cubicBezTo>
                          <a:pt x="5036109" y="1113477"/>
                          <a:pt x="5016963" y="1121192"/>
                          <a:pt x="5002676" y="1132908"/>
                        </a:cubicBezTo>
                        <a:cubicBezTo>
                          <a:pt x="5001247" y="1139861"/>
                          <a:pt x="4997913" y="1147005"/>
                          <a:pt x="4992675" y="1152815"/>
                        </a:cubicBezTo>
                        <a:cubicBezTo>
                          <a:pt x="4983816" y="1162721"/>
                          <a:pt x="4978006" y="1173199"/>
                          <a:pt x="4976291" y="1182629"/>
                        </a:cubicBezTo>
                        <a:cubicBezTo>
                          <a:pt x="4974196" y="1180819"/>
                          <a:pt x="4974101" y="1177866"/>
                          <a:pt x="4972767" y="1175485"/>
                        </a:cubicBezTo>
                        <a:cubicBezTo>
                          <a:pt x="4972672" y="1175294"/>
                          <a:pt x="4972577" y="1175199"/>
                          <a:pt x="4972481" y="1175104"/>
                        </a:cubicBezTo>
                        <a:cubicBezTo>
                          <a:pt x="4964100" y="1189201"/>
                          <a:pt x="4955812" y="1203393"/>
                          <a:pt x="4947431" y="1217490"/>
                        </a:cubicBezTo>
                        <a:cubicBezTo>
                          <a:pt x="4952098" y="1202822"/>
                          <a:pt x="4958099" y="1187867"/>
                          <a:pt x="4965243" y="1172818"/>
                        </a:cubicBezTo>
                        <a:cubicBezTo>
                          <a:pt x="4964766" y="1172913"/>
                          <a:pt x="4964385" y="1172913"/>
                          <a:pt x="4963909" y="1173104"/>
                        </a:cubicBezTo>
                        <a:cubicBezTo>
                          <a:pt x="4962099" y="1173770"/>
                          <a:pt x="4960385" y="1174818"/>
                          <a:pt x="4958670" y="1175961"/>
                        </a:cubicBezTo>
                        <a:cubicBezTo>
                          <a:pt x="4940097" y="1187867"/>
                          <a:pt x="4921618" y="1199773"/>
                          <a:pt x="4903044" y="1211584"/>
                        </a:cubicBezTo>
                        <a:cubicBezTo>
                          <a:pt x="4893424" y="1217776"/>
                          <a:pt x="4879898" y="1224634"/>
                          <a:pt x="4874564" y="1220729"/>
                        </a:cubicBezTo>
                        <a:cubicBezTo>
                          <a:pt x="4899996" y="1214632"/>
                          <a:pt x="4924952" y="1195487"/>
                          <a:pt x="4945430" y="1177295"/>
                        </a:cubicBezTo>
                        <a:cubicBezTo>
                          <a:pt x="4958765" y="1165579"/>
                          <a:pt x="4968576" y="1155197"/>
                          <a:pt x="4976196" y="1144814"/>
                        </a:cubicBezTo>
                        <a:cubicBezTo>
                          <a:pt x="4970291" y="1145672"/>
                          <a:pt x="4962480" y="1151196"/>
                          <a:pt x="4956765" y="1155959"/>
                        </a:cubicBezTo>
                        <a:cubicBezTo>
                          <a:pt x="4918094" y="1188153"/>
                          <a:pt x="4870754" y="1215204"/>
                          <a:pt x="4823606" y="1232254"/>
                        </a:cubicBezTo>
                        <a:cubicBezTo>
                          <a:pt x="4865992" y="1207775"/>
                          <a:pt x="4905997" y="1179867"/>
                          <a:pt x="4945811" y="1152148"/>
                        </a:cubicBezTo>
                        <a:close/>
                        <a:moveTo>
                          <a:pt x="4889709" y="1402561"/>
                        </a:moveTo>
                        <a:cubicBezTo>
                          <a:pt x="4918665" y="1376081"/>
                          <a:pt x="4933524" y="1340553"/>
                          <a:pt x="4941525" y="1304930"/>
                        </a:cubicBezTo>
                        <a:cubicBezTo>
                          <a:pt x="4946669" y="1335981"/>
                          <a:pt x="4930762" y="1366080"/>
                          <a:pt x="4912093" y="1392559"/>
                        </a:cubicBezTo>
                        <a:cubicBezTo>
                          <a:pt x="4900568" y="1408943"/>
                          <a:pt x="4860086" y="1457425"/>
                          <a:pt x="4830750" y="1435613"/>
                        </a:cubicBezTo>
                        <a:cubicBezTo>
                          <a:pt x="4849609" y="1423706"/>
                          <a:pt x="4872564" y="1418277"/>
                          <a:pt x="4889709" y="1402561"/>
                        </a:cubicBezTo>
                        <a:close/>
                        <a:moveTo>
                          <a:pt x="4901806" y="1506765"/>
                        </a:moveTo>
                        <a:cubicBezTo>
                          <a:pt x="4913331" y="1506574"/>
                          <a:pt x="4925142" y="1506859"/>
                          <a:pt x="4936382" y="1509622"/>
                        </a:cubicBezTo>
                        <a:cubicBezTo>
                          <a:pt x="4953527" y="1513813"/>
                          <a:pt x="4968672" y="1523909"/>
                          <a:pt x="4977434" y="1536959"/>
                        </a:cubicBezTo>
                        <a:cubicBezTo>
                          <a:pt x="4986197" y="1550008"/>
                          <a:pt x="4988484" y="1565819"/>
                          <a:pt x="4983626" y="1579821"/>
                        </a:cubicBezTo>
                        <a:cubicBezTo>
                          <a:pt x="4982292" y="1565438"/>
                          <a:pt x="4980482" y="1550103"/>
                          <a:pt x="4969434" y="1538768"/>
                        </a:cubicBezTo>
                        <a:cubicBezTo>
                          <a:pt x="4961909" y="1531149"/>
                          <a:pt x="4951050" y="1526291"/>
                          <a:pt x="4940192" y="1522385"/>
                        </a:cubicBezTo>
                        <a:cubicBezTo>
                          <a:pt x="4925618" y="1517147"/>
                          <a:pt x="4910283" y="1512955"/>
                          <a:pt x="4894662" y="1512575"/>
                        </a:cubicBezTo>
                        <a:cubicBezTo>
                          <a:pt x="4883232" y="1512289"/>
                          <a:pt x="4872564" y="1514670"/>
                          <a:pt x="4862087" y="1517718"/>
                        </a:cubicBezTo>
                        <a:cubicBezTo>
                          <a:pt x="4867706" y="1507241"/>
                          <a:pt x="4889328" y="1506859"/>
                          <a:pt x="4901806" y="1506765"/>
                        </a:cubicBezTo>
                        <a:close/>
                        <a:moveTo>
                          <a:pt x="4960861" y="1486095"/>
                        </a:moveTo>
                        <a:cubicBezTo>
                          <a:pt x="4949145" y="1486476"/>
                          <a:pt x="4937525" y="1486857"/>
                          <a:pt x="4925809" y="1487238"/>
                        </a:cubicBezTo>
                        <a:cubicBezTo>
                          <a:pt x="4919141" y="1487429"/>
                          <a:pt x="4911998" y="1487619"/>
                          <a:pt x="4905997" y="1484952"/>
                        </a:cubicBezTo>
                        <a:cubicBezTo>
                          <a:pt x="4897519" y="1481237"/>
                          <a:pt x="4893234" y="1473046"/>
                          <a:pt x="4891709" y="1465235"/>
                        </a:cubicBezTo>
                        <a:cubicBezTo>
                          <a:pt x="4889137" y="1452853"/>
                          <a:pt x="4891709" y="1439994"/>
                          <a:pt x="4898758" y="1429136"/>
                        </a:cubicBezTo>
                        <a:cubicBezTo>
                          <a:pt x="4907807" y="1415134"/>
                          <a:pt x="4923618" y="1405323"/>
                          <a:pt x="4935810" y="1393131"/>
                        </a:cubicBezTo>
                        <a:cubicBezTo>
                          <a:pt x="4952479" y="1378558"/>
                          <a:pt x="4963242" y="1362651"/>
                          <a:pt x="4991150" y="1363032"/>
                        </a:cubicBezTo>
                        <a:cubicBezTo>
                          <a:pt x="5008105" y="1363223"/>
                          <a:pt x="5022297" y="1370176"/>
                          <a:pt x="5029631" y="1383225"/>
                        </a:cubicBezTo>
                        <a:cubicBezTo>
                          <a:pt x="5032203" y="1387702"/>
                          <a:pt x="5033441" y="1392369"/>
                          <a:pt x="5033918" y="1396941"/>
                        </a:cubicBezTo>
                        <a:cubicBezTo>
                          <a:pt x="5044681" y="1394750"/>
                          <a:pt x="5055920" y="1394369"/>
                          <a:pt x="5063350" y="1398942"/>
                        </a:cubicBezTo>
                        <a:cubicBezTo>
                          <a:pt x="5070208" y="1403227"/>
                          <a:pt x="5074780" y="1412943"/>
                          <a:pt x="5072875" y="1419515"/>
                        </a:cubicBezTo>
                        <a:cubicBezTo>
                          <a:pt x="5070779" y="1427230"/>
                          <a:pt x="5061636" y="1432088"/>
                          <a:pt x="5054015" y="1435803"/>
                        </a:cubicBezTo>
                        <a:cubicBezTo>
                          <a:pt x="5039538" y="1443042"/>
                          <a:pt x="5025059" y="1450281"/>
                          <a:pt x="5010581" y="1457520"/>
                        </a:cubicBezTo>
                        <a:cubicBezTo>
                          <a:pt x="5004486" y="1467331"/>
                          <a:pt x="4997247" y="1476284"/>
                          <a:pt x="4988578" y="1480952"/>
                        </a:cubicBezTo>
                        <a:cubicBezTo>
                          <a:pt x="4980578" y="1485333"/>
                          <a:pt x="4970481" y="1485714"/>
                          <a:pt x="4960861" y="1486095"/>
                        </a:cubicBezTo>
                        <a:close/>
                        <a:moveTo>
                          <a:pt x="5096497" y="1470188"/>
                        </a:moveTo>
                        <a:cubicBezTo>
                          <a:pt x="5100879" y="1460568"/>
                          <a:pt x="5100879" y="1449995"/>
                          <a:pt x="5100688" y="1439613"/>
                        </a:cubicBezTo>
                        <a:cubicBezTo>
                          <a:pt x="5100307" y="1419039"/>
                          <a:pt x="5099259" y="1398370"/>
                          <a:pt x="5097640" y="1377796"/>
                        </a:cubicBezTo>
                        <a:cubicBezTo>
                          <a:pt x="5097259" y="1373415"/>
                          <a:pt x="5096688" y="1368461"/>
                          <a:pt x="5092687" y="1365413"/>
                        </a:cubicBezTo>
                        <a:cubicBezTo>
                          <a:pt x="5089639" y="1363032"/>
                          <a:pt x="5085353" y="1362270"/>
                          <a:pt x="5081257" y="1361508"/>
                        </a:cubicBezTo>
                        <a:cubicBezTo>
                          <a:pt x="5067160" y="1358841"/>
                          <a:pt x="5037061" y="1353983"/>
                          <a:pt x="5030489" y="1342458"/>
                        </a:cubicBezTo>
                        <a:cubicBezTo>
                          <a:pt x="5057254" y="1353602"/>
                          <a:pt x="5086210" y="1357031"/>
                          <a:pt x="5114690" y="1350078"/>
                        </a:cubicBezTo>
                        <a:cubicBezTo>
                          <a:pt x="5150218" y="1341505"/>
                          <a:pt x="5179174" y="1320646"/>
                          <a:pt x="5204129" y="1298262"/>
                        </a:cubicBezTo>
                        <a:cubicBezTo>
                          <a:pt x="5190318" y="1314740"/>
                          <a:pt x="5172506" y="1328742"/>
                          <a:pt x="5152028" y="1339315"/>
                        </a:cubicBezTo>
                        <a:cubicBezTo>
                          <a:pt x="5134597" y="1348268"/>
                          <a:pt x="5113546" y="1356460"/>
                          <a:pt x="5107832" y="1372938"/>
                        </a:cubicBezTo>
                        <a:cubicBezTo>
                          <a:pt x="5105450" y="1379892"/>
                          <a:pt x="5106213" y="1387321"/>
                          <a:pt x="5107069" y="1394655"/>
                        </a:cubicBezTo>
                        <a:cubicBezTo>
                          <a:pt x="5108403" y="1406085"/>
                          <a:pt x="5109641" y="1417515"/>
                          <a:pt x="5110975" y="1428945"/>
                        </a:cubicBezTo>
                        <a:cubicBezTo>
                          <a:pt x="5112880" y="1445518"/>
                          <a:pt x="5116118" y="1464283"/>
                          <a:pt x="5132311" y="1474379"/>
                        </a:cubicBezTo>
                        <a:cubicBezTo>
                          <a:pt x="5147265" y="1483809"/>
                          <a:pt x="5170125" y="1483333"/>
                          <a:pt x="5181460" y="1495811"/>
                        </a:cubicBezTo>
                        <a:cubicBezTo>
                          <a:pt x="5137454" y="1483714"/>
                          <a:pt x="5087925" y="1488191"/>
                          <a:pt x="5049348" y="1507717"/>
                        </a:cubicBezTo>
                        <a:cubicBezTo>
                          <a:pt x="5068303" y="1498192"/>
                          <a:pt x="5088591" y="1487524"/>
                          <a:pt x="5096497" y="1470188"/>
                        </a:cubicBezTo>
                        <a:close/>
                        <a:moveTo>
                          <a:pt x="5161743" y="1459330"/>
                        </a:moveTo>
                        <a:cubicBezTo>
                          <a:pt x="5152599" y="1458473"/>
                          <a:pt x="5143170" y="1456186"/>
                          <a:pt x="5136597" y="1450662"/>
                        </a:cubicBezTo>
                        <a:cubicBezTo>
                          <a:pt x="5108022" y="1426945"/>
                          <a:pt x="5122881" y="1351126"/>
                          <a:pt x="5173268" y="1375224"/>
                        </a:cubicBezTo>
                        <a:cubicBezTo>
                          <a:pt x="5217178" y="1396179"/>
                          <a:pt x="5228609" y="1465711"/>
                          <a:pt x="5161743" y="1459330"/>
                        </a:cubicBezTo>
                        <a:close/>
                        <a:moveTo>
                          <a:pt x="5211750" y="1601538"/>
                        </a:moveTo>
                        <a:cubicBezTo>
                          <a:pt x="5216798" y="1601538"/>
                          <a:pt x="5220989" y="1604872"/>
                          <a:pt x="5221275" y="1609063"/>
                        </a:cubicBezTo>
                        <a:cubicBezTo>
                          <a:pt x="5221465" y="1613254"/>
                          <a:pt x="5217560" y="1616683"/>
                          <a:pt x="5212511" y="1616683"/>
                        </a:cubicBezTo>
                        <a:cubicBezTo>
                          <a:pt x="5207463" y="1616683"/>
                          <a:pt x="5203272" y="1613349"/>
                          <a:pt x="5202986" y="1609158"/>
                        </a:cubicBezTo>
                        <a:cubicBezTo>
                          <a:pt x="5202796" y="1604967"/>
                          <a:pt x="5206701" y="1601633"/>
                          <a:pt x="5211750" y="1601538"/>
                        </a:cubicBezTo>
                        <a:close/>
                        <a:moveTo>
                          <a:pt x="5220322" y="1320836"/>
                        </a:moveTo>
                        <a:cubicBezTo>
                          <a:pt x="5223561" y="1342172"/>
                          <a:pt x="5235372" y="1361794"/>
                          <a:pt x="5247087" y="1380939"/>
                        </a:cubicBezTo>
                        <a:cubicBezTo>
                          <a:pt x="5252707" y="1390083"/>
                          <a:pt x="5258422" y="1399322"/>
                          <a:pt x="5267185" y="1406561"/>
                        </a:cubicBezTo>
                        <a:cubicBezTo>
                          <a:pt x="5286616" y="1422468"/>
                          <a:pt x="5315858" y="1424945"/>
                          <a:pt x="5341194" y="1432755"/>
                        </a:cubicBezTo>
                        <a:cubicBezTo>
                          <a:pt x="5353291" y="1436470"/>
                          <a:pt x="5364626" y="1441518"/>
                          <a:pt x="5376056" y="1446661"/>
                        </a:cubicBezTo>
                        <a:cubicBezTo>
                          <a:pt x="5335669" y="1449519"/>
                          <a:pt x="5293378" y="1436565"/>
                          <a:pt x="5263851" y="1412372"/>
                        </a:cubicBezTo>
                        <a:cubicBezTo>
                          <a:pt x="5232514" y="1386464"/>
                          <a:pt x="5224132" y="1355412"/>
                          <a:pt x="5220322" y="1320836"/>
                        </a:cubicBezTo>
                        <a:close/>
                        <a:moveTo>
                          <a:pt x="5356339" y="1392941"/>
                        </a:moveTo>
                        <a:cubicBezTo>
                          <a:pt x="5340432" y="1386559"/>
                          <a:pt x="5321763" y="1385416"/>
                          <a:pt x="5307190" y="1376939"/>
                        </a:cubicBezTo>
                        <a:cubicBezTo>
                          <a:pt x="5298903" y="1372176"/>
                          <a:pt x="5292617" y="1365413"/>
                          <a:pt x="5287378" y="1358270"/>
                        </a:cubicBezTo>
                        <a:cubicBezTo>
                          <a:pt x="5274328" y="1340363"/>
                          <a:pt x="5240896" y="1259305"/>
                          <a:pt x="5292712" y="1267687"/>
                        </a:cubicBezTo>
                        <a:cubicBezTo>
                          <a:pt x="5303285" y="1269401"/>
                          <a:pt x="5312905" y="1274545"/>
                          <a:pt x="5321573" y="1280831"/>
                        </a:cubicBezTo>
                        <a:cubicBezTo>
                          <a:pt x="5332717" y="1274926"/>
                          <a:pt x="5348433" y="1270259"/>
                          <a:pt x="5360530" y="1275878"/>
                        </a:cubicBezTo>
                        <a:cubicBezTo>
                          <a:pt x="5373293" y="1281784"/>
                          <a:pt x="5391486" y="1293785"/>
                          <a:pt x="5385581" y="1307406"/>
                        </a:cubicBezTo>
                        <a:cubicBezTo>
                          <a:pt x="5383771" y="1311597"/>
                          <a:pt x="5379866" y="1314740"/>
                          <a:pt x="5376627" y="1318264"/>
                        </a:cubicBezTo>
                        <a:cubicBezTo>
                          <a:pt x="5374627" y="1320360"/>
                          <a:pt x="5372817" y="1322646"/>
                          <a:pt x="5371103" y="1324932"/>
                        </a:cubicBezTo>
                        <a:cubicBezTo>
                          <a:pt x="5380342" y="1333314"/>
                          <a:pt x="5389105" y="1341886"/>
                          <a:pt x="5396058" y="1350935"/>
                        </a:cubicBezTo>
                        <a:cubicBezTo>
                          <a:pt x="5403297" y="1360270"/>
                          <a:pt x="5407584" y="1371795"/>
                          <a:pt x="5404440" y="1382273"/>
                        </a:cubicBezTo>
                        <a:cubicBezTo>
                          <a:pt x="5401297" y="1392750"/>
                          <a:pt x="5389105" y="1401513"/>
                          <a:pt x="5376056" y="1399989"/>
                        </a:cubicBezTo>
                        <a:cubicBezTo>
                          <a:pt x="5369102" y="1399132"/>
                          <a:pt x="5362816" y="1395607"/>
                          <a:pt x="5356339" y="1392941"/>
                        </a:cubicBezTo>
                        <a:close/>
                        <a:moveTo>
                          <a:pt x="5369007" y="1237969"/>
                        </a:moveTo>
                        <a:cubicBezTo>
                          <a:pt x="5389962" y="1235207"/>
                          <a:pt x="5411965" y="1230634"/>
                          <a:pt x="5434254" y="1222634"/>
                        </a:cubicBezTo>
                        <a:cubicBezTo>
                          <a:pt x="5454065" y="1215490"/>
                          <a:pt x="5471782" y="1203584"/>
                          <a:pt x="5489975" y="1195582"/>
                        </a:cubicBezTo>
                        <a:cubicBezTo>
                          <a:pt x="5486736" y="1229111"/>
                          <a:pt x="5389581" y="1235207"/>
                          <a:pt x="5369007" y="1237969"/>
                        </a:cubicBezTo>
                        <a:close/>
                        <a:moveTo>
                          <a:pt x="5476545" y="1107476"/>
                        </a:moveTo>
                        <a:cubicBezTo>
                          <a:pt x="5471591" y="1107476"/>
                          <a:pt x="5469877" y="1104047"/>
                          <a:pt x="5472639" y="1099761"/>
                        </a:cubicBezTo>
                        <a:cubicBezTo>
                          <a:pt x="5475402" y="1095475"/>
                          <a:pt x="5481688" y="1092046"/>
                          <a:pt x="5486546" y="1092046"/>
                        </a:cubicBezTo>
                        <a:cubicBezTo>
                          <a:pt x="5491404" y="1092046"/>
                          <a:pt x="5493213" y="1095475"/>
                          <a:pt x="5490451" y="1099761"/>
                        </a:cubicBezTo>
                        <a:cubicBezTo>
                          <a:pt x="5487689" y="1104047"/>
                          <a:pt x="5481497" y="1107476"/>
                          <a:pt x="5476545" y="1107476"/>
                        </a:cubicBezTo>
                        <a:close/>
                        <a:moveTo>
                          <a:pt x="5467305" y="1057375"/>
                        </a:moveTo>
                        <a:cubicBezTo>
                          <a:pt x="5476925" y="1057375"/>
                          <a:pt x="5480354" y="1064138"/>
                          <a:pt x="5474925" y="1072520"/>
                        </a:cubicBezTo>
                        <a:cubicBezTo>
                          <a:pt x="5469496" y="1080902"/>
                          <a:pt x="5457304" y="1087664"/>
                          <a:pt x="5447684" y="1087664"/>
                        </a:cubicBezTo>
                        <a:cubicBezTo>
                          <a:pt x="5438063" y="1087664"/>
                          <a:pt x="5434634" y="1080902"/>
                          <a:pt x="5440064" y="1072520"/>
                        </a:cubicBezTo>
                        <a:cubicBezTo>
                          <a:pt x="5441873" y="1069757"/>
                          <a:pt x="5444445" y="1067186"/>
                          <a:pt x="5447398" y="1064900"/>
                        </a:cubicBezTo>
                        <a:cubicBezTo>
                          <a:pt x="5444826" y="1065852"/>
                          <a:pt x="5442254" y="1066900"/>
                          <a:pt x="5439683" y="1067852"/>
                        </a:cubicBezTo>
                        <a:cubicBezTo>
                          <a:pt x="5429681" y="1083950"/>
                          <a:pt x="5419871" y="1100047"/>
                          <a:pt x="5410060" y="1116144"/>
                        </a:cubicBezTo>
                        <a:cubicBezTo>
                          <a:pt x="5403869" y="1126336"/>
                          <a:pt x="5397297" y="1136909"/>
                          <a:pt x="5386438" y="1146148"/>
                        </a:cubicBezTo>
                        <a:cubicBezTo>
                          <a:pt x="5372913" y="1157673"/>
                          <a:pt x="5355101" y="1165102"/>
                          <a:pt x="5338337" y="1171770"/>
                        </a:cubicBezTo>
                        <a:cubicBezTo>
                          <a:pt x="5317858" y="1179867"/>
                          <a:pt x="5295188" y="1188058"/>
                          <a:pt x="5280044" y="1184534"/>
                        </a:cubicBezTo>
                        <a:cubicBezTo>
                          <a:pt x="5261661" y="1180343"/>
                          <a:pt x="5262422" y="1160721"/>
                          <a:pt x="5269661" y="1142433"/>
                        </a:cubicBezTo>
                        <a:cubicBezTo>
                          <a:pt x="5282806" y="1108905"/>
                          <a:pt x="5313762" y="1071948"/>
                          <a:pt x="5355196" y="1044516"/>
                        </a:cubicBezTo>
                        <a:cubicBezTo>
                          <a:pt x="5382247" y="1026609"/>
                          <a:pt x="5452161" y="991843"/>
                          <a:pt x="5464924" y="1012512"/>
                        </a:cubicBezTo>
                        <a:cubicBezTo>
                          <a:pt x="5466162" y="1014512"/>
                          <a:pt x="5466448" y="1016894"/>
                          <a:pt x="5466257" y="1019370"/>
                        </a:cubicBezTo>
                        <a:cubicBezTo>
                          <a:pt x="5481116" y="1015751"/>
                          <a:pt x="5497594" y="1013750"/>
                          <a:pt x="5502548" y="1019751"/>
                        </a:cubicBezTo>
                        <a:cubicBezTo>
                          <a:pt x="5506263" y="1024132"/>
                          <a:pt x="5503786" y="1034134"/>
                          <a:pt x="5497309" y="1040801"/>
                        </a:cubicBezTo>
                        <a:cubicBezTo>
                          <a:pt x="5489689" y="1048612"/>
                          <a:pt x="5477402" y="1053565"/>
                          <a:pt x="5467305" y="1057375"/>
                        </a:cubicBezTo>
                        <a:close/>
                        <a:moveTo>
                          <a:pt x="5555887" y="1360842"/>
                        </a:moveTo>
                        <a:cubicBezTo>
                          <a:pt x="5562841" y="1341029"/>
                          <a:pt x="5559793" y="1322170"/>
                          <a:pt x="5560174" y="1302358"/>
                        </a:cubicBezTo>
                        <a:cubicBezTo>
                          <a:pt x="5576366" y="1310359"/>
                          <a:pt x="5575604" y="1338553"/>
                          <a:pt x="5576271" y="1351983"/>
                        </a:cubicBezTo>
                        <a:cubicBezTo>
                          <a:pt x="5576557" y="1357603"/>
                          <a:pt x="5576462" y="1363223"/>
                          <a:pt x="5574747" y="1368557"/>
                        </a:cubicBezTo>
                        <a:cubicBezTo>
                          <a:pt x="5572556" y="1375414"/>
                          <a:pt x="5567604" y="1381415"/>
                          <a:pt x="5562270" y="1386940"/>
                        </a:cubicBezTo>
                        <a:cubicBezTo>
                          <a:pt x="5544648" y="1405132"/>
                          <a:pt x="5521407" y="1419611"/>
                          <a:pt x="5495309" y="1428469"/>
                        </a:cubicBezTo>
                        <a:cubicBezTo>
                          <a:pt x="5524265" y="1412943"/>
                          <a:pt x="5546077" y="1388559"/>
                          <a:pt x="5555887" y="1360842"/>
                        </a:cubicBezTo>
                        <a:close/>
                        <a:moveTo>
                          <a:pt x="5572652" y="981937"/>
                        </a:moveTo>
                        <a:cubicBezTo>
                          <a:pt x="5593416" y="981461"/>
                          <a:pt x="5614752" y="978794"/>
                          <a:pt x="5638660" y="969745"/>
                        </a:cubicBezTo>
                        <a:cubicBezTo>
                          <a:pt x="5652757" y="964411"/>
                          <a:pt x="5666759" y="957457"/>
                          <a:pt x="5680761" y="951362"/>
                        </a:cubicBezTo>
                        <a:cubicBezTo>
                          <a:pt x="5656091" y="966221"/>
                          <a:pt x="5635422" y="985747"/>
                          <a:pt x="5620563" y="1005463"/>
                        </a:cubicBezTo>
                        <a:cubicBezTo>
                          <a:pt x="5605704" y="1025180"/>
                          <a:pt x="5596369" y="1044992"/>
                          <a:pt x="5589796" y="1064138"/>
                        </a:cubicBezTo>
                        <a:cubicBezTo>
                          <a:pt x="5586654" y="1044421"/>
                          <a:pt x="5594369" y="1019942"/>
                          <a:pt x="5611323" y="995938"/>
                        </a:cubicBezTo>
                        <a:cubicBezTo>
                          <a:pt x="5613228" y="993271"/>
                          <a:pt x="5615324" y="990223"/>
                          <a:pt x="5614371" y="988223"/>
                        </a:cubicBezTo>
                        <a:cubicBezTo>
                          <a:pt x="5613609" y="986699"/>
                          <a:pt x="5611038" y="986413"/>
                          <a:pt x="5608561" y="986223"/>
                        </a:cubicBezTo>
                        <a:cubicBezTo>
                          <a:pt x="5596655" y="985366"/>
                          <a:pt x="5581510" y="986032"/>
                          <a:pt x="5572652" y="981937"/>
                        </a:cubicBezTo>
                        <a:close/>
                        <a:moveTo>
                          <a:pt x="5595036" y="1260638"/>
                        </a:moveTo>
                        <a:cubicBezTo>
                          <a:pt x="5605418" y="1239588"/>
                          <a:pt x="5632278" y="1223872"/>
                          <a:pt x="5659901" y="1227301"/>
                        </a:cubicBezTo>
                        <a:lnTo>
                          <a:pt x="5657329" y="1256543"/>
                        </a:lnTo>
                        <a:cubicBezTo>
                          <a:pt x="5657996" y="1274735"/>
                          <a:pt x="5675521" y="1291880"/>
                          <a:pt x="5671807" y="1309692"/>
                        </a:cubicBezTo>
                        <a:cubicBezTo>
                          <a:pt x="5669616" y="1320265"/>
                          <a:pt x="5660377" y="1328647"/>
                          <a:pt x="5651519" y="1336267"/>
                        </a:cubicBezTo>
                        <a:cubicBezTo>
                          <a:pt x="5644375" y="1342458"/>
                          <a:pt x="5635993" y="1349030"/>
                          <a:pt x="5625515" y="1348459"/>
                        </a:cubicBezTo>
                        <a:cubicBezTo>
                          <a:pt x="5613228" y="1347792"/>
                          <a:pt x="5604751" y="1337600"/>
                          <a:pt x="5599703" y="1328075"/>
                        </a:cubicBezTo>
                        <a:cubicBezTo>
                          <a:pt x="5588559" y="1306549"/>
                          <a:pt x="5584653" y="1281689"/>
                          <a:pt x="5595036" y="1260638"/>
                        </a:cubicBezTo>
                        <a:close/>
                        <a:moveTo>
                          <a:pt x="5717146" y="1200631"/>
                        </a:moveTo>
                        <a:cubicBezTo>
                          <a:pt x="5712098" y="1195773"/>
                          <a:pt x="5710669" y="1188439"/>
                          <a:pt x="5711145" y="1180723"/>
                        </a:cubicBezTo>
                        <a:cubicBezTo>
                          <a:pt x="5712764" y="1155768"/>
                          <a:pt x="5734005" y="1125002"/>
                          <a:pt x="5764104" y="1099666"/>
                        </a:cubicBezTo>
                        <a:cubicBezTo>
                          <a:pt x="5794203" y="1074329"/>
                          <a:pt x="5832398" y="1054517"/>
                          <a:pt x="5869260" y="1042421"/>
                        </a:cubicBezTo>
                        <a:cubicBezTo>
                          <a:pt x="5900407" y="1032229"/>
                          <a:pt x="5933840" y="1027562"/>
                          <a:pt x="5948889" y="1039944"/>
                        </a:cubicBezTo>
                        <a:lnTo>
                          <a:pt x="5931744" y="1058613"/>
                        </a:lnTo>
                        <a:cubicBezTo>
                          <a:pt x="5931459" y="1059089"/>
                          <a:pt x="5931363" y="1059470"/>
                          <a:pt x="5930982" y="1059947"/>
                        </a:cubicBezTo>
                        <a:cubicBezTo>
                          <a:pt x="5929172" y="1062804"/>
                          <a:pt x="5926505" y="1065376"/>
                          <a:pt x="5923553" y="1067662"/>
                        </a:cubicBezTo>
                        <a:cubicBezTo>
                          <a:pt x="5897454" y="1097285"/>
                          <a:pt x="5871356" y="1126907"/>
                          <a:pt x="5845352" y="1156435"/>
                        </a:cubicBezTo>
                        <a:cubicBezTo>
                          <a:pt x="5838209" y="1164531"/>
                          <a:pt x="5830875" y="1172818"/>
                          <a:pt x="5821350" y="1179961"/>
                        </a:cubicBezTo>
                        <a:cubicBezTo>
                          <a:pt x="5810110" y="1188343"/>
                          <a:pt x="5796775" y="1194439"/>
                          <a:pt x="5783821" y="1199011"/>
                        </a:cubicBezTo>
                        <a:cubicBezTo>
                          <a:pt x="5757437" y="1208442"/>
                          <a:pt x="5728862" y="1211966"/>
                          <a:pt x="5717146" y="1200631"/>
                        </a:cubicBezTo>
                        <a:close/>
                        <a:moveTo>
                          <a:pt x="5946603" y="1087283"/>
                        </a:moveTo>
                        <a:cubicBezTo>
                          <a:pt x="5943841" y="1091570"/>
                          <a:pt x="5937554" y="1094998"/>
                          <a:pt x="5932696" y="1094998"/>
                        </a:cubicBezTo>
                        <a:cubicBezTo>
                          <a:pt x="5927839" y="1094998"/>
                          <a:pt x="5926029" y="1091570"/>
                          <a:pt x="5928791" y="1087283"/>
                        </a:cubicBezTo>
                        <a:cubicBezTo>
                          <a:pt x="5931553" y="1082997"/>
                          <a:pt x="5937840" y="1079568"/>
                          <a:pt x="5942698" y="1079568"/>
                        </a:cubicBezTo>
                        <a:cubicBezTo>
                          <a:pt x="5947556" y="1079473"/>
                          <a:pt x="5949365" y="1082997"/>
                          <a:pt x="5946603" y="1087283"/>
                        </a:cubicBezTo>
                        <a:close/>
                        <a:moveTo>
                          <a:pt x="5784393" y="1369890"/>
                        </a:moveTo>
                        <a:cubicBezTo>
                          <a:pt x="5787345" y="1367985"/>
                          <a:pt x="5791250" y="1367509"/>
                          <a:pt x="5794965" y="1367032"/>
                        </a:cubicBezTo>
                        <a:cubicBezTo>
                          <a:pt x="5812872" y="1364937"/>
                          <a:pt x="5842019" y="1361032"/>
                          <a:pt x="5863355" y="1365889"/>
                        </a:cubicBezTo>
                        <a:cubicBezTo>
                          <a:pt x="5865164" y="1365318"/>
                          <a:pt x="5867165" y="1364937"/>
                          <a:pt x="5869260" y="1364937"/>
                        </a:cubicBezTo>
                        <a:cubicBezTo>
                          <a:pt x="5879071" y="1364937"/>
                          <a:pt x="5887358" y="1371509"/>
                          <a:pt x="5887834" y="1379701"/>
                        </a:cubicBezTo>
                        <a:cubicBezTo>
                          <a:pt x="5887834" y="1380558"/>
                          <a:pt x="5887834" y="1381511"/>
                          <a:pt x="5887643" y="1382368"/>
                        </a:cubicBezTo>
                        <a:cubicBezTo>
                          <a:pt x="5889072" y="1385321"/>
                          <a:pt x="5890025" y="1388654"/>
                          <a:pt x="5890215" y="1392655"/>
                        </a:cubicBezTo>
                        <a:cubicBezTo>
                          <a:pt x="5891358" y="1417896"/>
                          <a:pt x="5889548" y="1474284"/>
                          <a:pt x="5844209" y="1452567"/>
                        </a:cubicBezTo>
                        <a:cubicBezTo>
                          <a:pt x="5815254" y="1438661"/>
                          <a:pt x="5792489" y="1415610"/>
                          <a:pt x="5781916" y="1389417"/>
                        </a:cubicBezTo>
                        <a:cubicBezTo>
                          <a:pt x="5779249" y="1382558"/>
                          <a:pt x="5777915" y="1374081"/>
                          <a:pt x="5784393" y="1369890"/>
                        </a:cubicBezTo>
                        <a:close/>
                        <a:moveTo>
                          <a:pt x="5957271" y="1154435"/>
                        </a:moveTo>
                        <a:cubicBezTo>
                          <a:pt x="5947270" y="1174342"/>
                          <a:pt x="5942412" y="1194249"/>
                          <a:pt x="5948699" y="1208918"/>
                        </a:cubicBezTo>
                        <a:cubicBezTo>
                          <a:pt x="5943650" y="1202631"/>
                          <a:pt x="5941269" y="1194630"/>
                          <a:pt x="5941841" y="1185677"/>
                        </a:cubicBezTo>
                        <a:cubicBezTo>
                          <a:pt x="5942507" y="1174818"/>
                          <a:pt x="5947270" y="1162626"/>
                          <a:pt x="5952032" y="1150720"/>
                        </a:cubicBezTo>
                        <a:cubicBezTo>
                          <a:pt x="5958224" y="1135194"/>
                          <a:pt x="5970130" y="1076996"/>
                          <a:pt x="5994609" y="1064614"/>
                        </a:cubicBezTo>
                        <a:cubicBezTo>
                          <a:pt x="6008992" y="1057375"/>
                          <a:pt x="6019088" y="1067376"/>
                          <a:pt x="6029661" y="1068614"/>
                        </a:cubicBezTo>
                        <a:cubicBezTo>
                          <a:pt x="6036424" y="1069472"/>
                          <a:pt x="6063760" y="1070424"/>
                          <a:pt x="6076048" y="1064328"/>
                        </a:cubicBezTo>
                        <a:cubicBezTo>
                          <a:pt x="6077096" y="1063661"/>
                          <a:pt x="6078143" y="1063090"/>
                          <a:pt x="6079096" y="1062423"/>
                        </a:cubicBezTo>
                        <a:cubicBezTo>
                          <a:pt x="6078239" y="1063090"/>
                          <a:pt x="6077191" y="1063756"/>
                          <a:pt x="6076048" y="1064328"/>
                        </a:cubicBezTo>
                        <a:cubicBezTo>
                          <a:pt x="6062332" y="1072615"/>
                          <a:pt x="6046520" y="1077663"/>
                          <a:pt x="6033947" y="1077568"/>
                        </a:cubicBezTo>
                        <a:cubicBezTo>
                          <a:pt x="6027280" y="1077568"/>
                          <a:pt x="6020517" y="1076330"/>
                          <a:pt x="6012897" y="1079949"/>
                        </a:cubicBezTo>
                        <a:cubicBezTo>
                          <a:pt x="6005944" y="1083188"/>
                          <a:pt x="6001181" y="1089188"/>
                          <a:pt x="5997276" y="1094427"/>
                        </a:cubicBezTo>
                        <a:cubicBezTo>
                          <a:pt x="5982322" y="1114334"/>
                          <a:pt x="5967272" y="1134527"/>
                          <a:pt x="5957271" y="1154435"/>
                        </a:cubicBezTo>
                        <a:close/>
                        <a:moveTo>
                          <a:pt x="5981846" y="1158721"/>
                        </a:moveTo>
                        <a:cubicBezTo>
                          <a:pt x="5988799" y="1136718"/>
                          <a:pt x="6018421" y="1113477"/>
                          <a:pt x="6047759" y="1097570"/>
                        </a:cubicBezTo>
                        <a:cubicBezTo>
                          <a:pt x="6080811" y="1079663"/>
                          <a:pt x="6159963" y="1042325"/>
                          <a:pt x="6138151" y="1088140"/>
                        </a:cubicBezTo>
                        <a:cubicBezTo>
                          <a:pt x="6129007" y="1107286"/>
                          <a:pt x="6108814" y="1127669"/>
                          <a:pt x="6097669" y="1147196"/>
                        </a:cubicBezTo>
                        <a:cubicBezTo>
                          <a:pt x="6085954" y="1167770"/>
                          <a:pt x="6078143" y="1188249"/>
                          <a:pt x="6075095" y="1207299"/>
                        </a:cubicBezTo>
                        <a:cubicBezTo>
                          <a:pt x="6074048" y="1213775"/>
                          <a:pt x="6072714" y="1221205"/>
                          <a:pt x="6064999" y="1227396"/>
                        </a:cubicBezTo>
                        <a:cubicBezTo>
                          <a:pt x="6061379" y="1230254"/>
                          <a:pt x="6056807" y="1232349"/>
                          <a:pt x="6052521" y="1233968"/>
                        </a:cubicBezTo>
                        <a:cubicBezTo>
                          <a:pt x="6030900" y="1241684"/>
                          <a:pt x="6012516" y="1237397"/>
                          <a:pt x="6002896" y="1228158"/>
                        </a:cubicBezTo>
                        <a:cubicBezTo>
                          <a:pt x="5993276" y="1218919"/>
                          <a:pt x="5990513" y="1205489"/>
                          <a:pt x="5986227" y="1193106"/>
                        </a:cubicBezTo>
                        <a:cubicBezTo>
                          <a:pt x="5982513" y="1182629"/>
                          <a:pt x="5977655" y="1172151"/>
                          <a:pt x="5981846" y="1158721"/>
                        </a:cubicBezTo>
                        <a:close/>
                        <a:moveTo>
                          <a:pt x="6130245" y="1105476"/>
                        </a:moveTo>
                        <a:cubicBezTo>
                          <a:pt x="6135675" y="1097094"/>
                          <a:pt x="6147866" y="1090331"/>
                          <a:pt x="6157487" y="1090331"/>
                        </a:cubicBezTo>
                        <a:cubicBezTo>
                          <a:pt x="6167107" y="1090331"/>
                          <a:pt x="6170536" y="1097094"/>
                          <a:pt x="6165107" y="1105476"/>
                        </a:cubicBezTo>
                        <a:cubicBezTo>
                          <a:pt x="6159677" y="1113858"/>
                          <a:pt x="6147486" y="1120621"/>
                          <a:pt x="6137865" y="1120621"/>
                        </a:cubicBezTo>
                        <a:cubicBezTo>
                          <a:pt x="6128245" y="1120621"/>
                          <a:pt x="6124816" y="1113858"/>
                          <a:pt x="6130245" y="1105476"/>
                        </a:cubicBezTo>
                        <a:close/>
                        <a:moveTo>
                          <a:pt x="6162725" y="1132718"/>
                        </a:moveTo>
                        <a:cubicBezTo>
                          <a:pt x="6165487" y="1128431"/>
                          <a:pt x="6171774" y="1125002"/>
                          <a:pt x="6176632" y="1125002"/>
                        </a:cubicBezTo>
                        <a:cubicBezTo>
                          <a:pt x="6181490" y="1125002"/>
                          <a:pt x="6183300" y="1128431"/>
                          <a:pt x="6180537" y="1132718"/>
                        </a:cubicBezTo>
                        <a:cubicBezTo>
                          <a:pt x="6177775" y="1137004"/>
                          <a:pt x="6171488" y="1140433"/>
                          <a:pt x="6166631" y="1140433"/>
                        </a:cubicBezTo>
                        <a:cubicBezTo>
                          <a:pt x="6161773" y="1140433"/>
                          <a:pt x="6159963" y="1137004"/>
                          <a:pt x="6162725" y="1132718"/>
                        </a:cubicBezTo>
                        <a:close/>
                        <a:moveTo>
                          <a:pt x="6474002" y="982889"/>
                        </a:moveTo>
                        <a:cubicBezTo>
                          <a:pt x="6476765" y="978603"/>
                          <a:pt x="6483051" y="975174"/>
                          <a:pt x="6487909" y="975174"/>
                        </a:cubicBezTo>
                        <a:cubicBezTo>
                          <a:pt x="6492767" y="975174"/>
                          <a:pt x="6494577" y="978603"/>
                          <a:pt x="6491814" y="982889"/>
                        </a:cubicBezTo>
                        <a:cubicBezTo>
                          <a:pt x="6489052" y="987176"/>
                          <a:pt x="6482765" y="990604"/>
                          <a:pt x="6477908" y="990604"/>
                        </a:cubicBezTo>
                        <a:cubicBezTo>
                          <a:pt x="6472955" y="990604"/>
                          <a:pt x="6471240" y="987176"/>
                          <a:pt x="6474002" y="982889"/>
                        </a:cubicBezTo>
                        <a:close/>
                        <a:moveTo>
                          <a:pt x="6587540" y="339761"/>
                        </a:moveTo>
                        <a:cubicBezTo>
                          <a:pt x="6587445" y="335189"/>
                          <a:pt x="6591160" y="331379"/>
                          <a:pt x="6595732" y="331379"/>
                        </a:cubicBezTo>
                        <a:cubicBezTo>
                          <a:pt x="6600304" y="331379"/>
                          <a:pt x="6604114" y="334999"/>
                          <a:pt x="6604114" y="339571"/>
                        </a:cubicBezTo>
                        <a:cubicBezTo>
                          <a:pt x="6604114" y="344143"/>
                          <a:pt x="6600495" y="347953"/>
                          <a:pt x="6595922" y="347953"/>
                        </a:cubicBezTo>
                        <a:cubicBezTo>
                          <a:pt x="6591350" y="347953"/>
                          <a:pt x="6587635" y="344333"/>
                          <a:pt x="6587540" y="339761"/>
                        </a:cubicBezTo>
                        <a:close/>
                        <a:moveTo>
                          <a:pt x="6489623" y="235462"/>
                        </a:moveTo>
                        <a:cubicBezTo>
                          <a:pt x="6490671" y="217365"/>
                          <a:pt x="6492672" y="199363"/>
                          <a:pt x="6495529" y="181456"/>
                        </a:cubicBezTo>
                        <a:cubicBezTo>
                          <a:pt x="6496958" y="172597"/>
                          <a:pt x="6498672" y="163549"/>
                          <a:pt x="6503435" y="155929"/>
                        </a:cubicBezTo>
                        <a:cubicBezTo>
                          <a:pt x="6507721" y="149071"/>
                          <a:pt x="6514103" y="143927"/>
                          <a:pt x="6520865" y="139451"/>
                        </a:cubicBezTo>
                        <a:cubicBezTo>
                          <a:pt x="6550012" y="120020"/>
                          <a:pt x="6586588" y="112209"/>
                          <a:pt x="6621068" y="118019"/>
                        </a:cubicBezTo>
                        <a:lnTo>
                          <a:pt x="6647834" y="159262"/>
                        </a:lnTo>
                        <a:cubicBezTo>
                          <a:pt x="6647834" y="193934"/>
                          <a:pt x="6629165" y="228033"/>
                          <a:pt x="6600018" y="246702"/>
                        </a:cubicBezTo>
                        <a:cubicBezTo>
                          <a:pt x="6570871" y="265371"/>
                          <a:pt x="6532105" y="268038"/>
                          <a:pt x="6500577" y="253560"/>
                        </a:cubicBezTo>
                        <a:cubicBezTo>
                          <a:pt x="6496672" y="251750"/>
                          <a:pt x="6492672" y="249464"/>
                          <a:pt x="6490766" y="245654"/>
                        </a:cubicBezTo>
                        <a:cubicBezTo>
                          <a:pt x="6489337" y="242511"/>
                          <a:pt x="6489433" y="238892"/>
                          <a:pt x="6489623" y="235462"/>
                        </a:cubicBezTo>
                        <a:close/>
                        <a:moveTo>
                          <a:pt x="6478860" y="300613"/>
                        </a:moveTo>
                        <a:cubicBezTo>
                          <a:pt x="6481622" y="298518"/>
                          <a:pt x="6485146" y="297946"/>
                          <a:pt x="6488576" y="297470"/>
                        </a:cubicBezTo>
                        <a:cubicBezTo>
                          <a:pt x="6504959" y="294994"/>
                          <a:pt x="6531724" y="290612"/>
                          <a:pt x="6550964" y="295756"/>
                        </a:cubicBezTo>
                        <a:cubicBezTo>
                          <a:pt x="6552679" y="295089"/>
                          <a:pt x="6554489" y="294708"/>
                          <a:pt x="6556394" y="294708"/>
                        </a:cubicBezTo>
                        <a:cubicBezTo>
                          <a:pt x="6565347" y="294613"/>
                          <a:pt x="6572681" y="301756"/>
                          <a:pt x="6572872" y="310710"/>
                        </a:cubicBezTo>
                        <a:cubicBezTo>
                          <a:pt x="6572872" y="311662"/>
                          <a:pt x="6572777" y="312615"/>
                          <a:pt x="6572586" y="313568"/>
                        </a:cubicBezTo>
                        <a:cubicBezTo>
                          <a:pt x="6573729" y="316806"/>
                          <a:pt x="6574586" y="320521"/>
                          <a:pt x="6574586" y="324807"/>
                        </a:cubicBezTo>
                        <a:cubicBezTo>
                          <a:pt x="6574872" y="352525"/>
                          <a:pt x="6571443" y="414247"/>
                          <a:pt x="6530772" y="390815"/>
                        </a:cubicBezTo>
                        <a:cubicBezTo>
                          <a:pt x="6504768" y="375766"/>
                          <a:pt x="6484766" y="350715"/>
                          <a:pt x="6475907" y="321950"/>
                        </a:cubicBezTo>
                        <a:cubicBezTo>
                          <a:pt x="6473717" y="314615"/>
                          <a:pt x="6472764" y="305281"/>
                          <a:pt x="6478860" y="300613"/>
                        </a:cubicBezTo>
                        <a:close/>
                        <a:moveTo>
                          <a:pt x="6399803" y="294898"/>
                        </a:moveTo>
                        <a:cubicBezTo>
                          <a:pt x="6410090" y="291660"/>
                          <a:pt x="6419900" y="285564"/>
                          <a:pt x="6428378" y="278896"/>
                        </a:cubicBezTo>
                        <a:cubicBezTo>
                          <a:pt x="6433997" y="274515"/>
                          <a:pt x="6439427" y="269753"/>
                          <a:pt x="6443618" y="264037"/>
                        </a:cubicBezTo>
                        <a:cubicBezTo>
                          <a:pt x="6457048" y="245559"/>
                          <a:pt x="6453143" y="224223"/>
                          <a:pt x="6452000" y="203173"/>
                        </a:cubicBezTo>
                        <a:cubicBezTo>
                          <a:pt x="6481146" y="204411"/>
                          <a:pt x="6443141" y="280325"/>
                          <a:pt x="6432759" y="289850"/>
                        </a:cubicBezTo>
                        <a:cubicBezTo>
                          <a:pt x="6430188" y="292231"/>
                          <a:pt x="6427235" y="294708"/>
                          <a:pt x="6426473" y="298232"/>
                        </a:cubicBezTo>
                        <a:cubicBezTo>
                          <a:pt x="6425806" y="301090"/>
                          <a:pt x="6426663" y="304043"/>
                          <a:pt x="6427616" y="306805"/>
                        </a:cubicBezTo>
                        <a:cubicBezTo>
                          <a:pt x="6435712" y="330998"/>
                          <a:pt x="6448190" y="353763"/>
                          <a:pt x="6464192" y="373575"/>
                        </a:cubicBezTo>
                        <a:cubicBezTo>
                          <a:pt x="6452857" y="365669"/>
                          <a:pt x="6441141" y="357192"/>
                          <a:pt x="6434855" y="344905"/>
                        </a:cubicBezTo>
                        <a:cubicBezTo>
                          <a:pt x="6427616" y="330712"/>
                          <a:pt x="6427996" y="312044"/>
                          <a:pt x="6415900" y="301661"/>
                        </a:cubicBezTo>
                        <a:cubicBezTo>
                          <a:pt x="6411328" y="297661"/>
                          <a:pt x="6405804" y="295661"/>
                          <a:pt x="6399803" y="294898"/>
                        </a:cubicBezTo>
                        <a:cubicBezTo>
                          <a:pt x="6391516" y="297565"/>
                          <a:pt x="6383039" y="298423"/>
                          <a:pt x="6374657" y="296042"/>
                        </a:cubicBezTo>
                        <a:cubicBezTo>
                          <a:pt x="6382848" y="294803"/>
                          <a:pt x="6391706" y="293755"/>
                          <a:pt x="6399803" y="294898"/>
                        </a:cubicBezTo>
                        <a:close/>
                        <a:moveTo>
                          <a:pt x="6309411" y="182122"/>
                        </a:moveTo>
                        <a:cubicBezTo>
                          <a:pt x="6319507" y="158881"/>
                          <a:pt x="6344558" y="141546"/>
                          <a:pt x="6369609" y="145070"/>
                        </a:cubicBezTo>
                        <a:lnTo>
                          <a:pt x="6366370" y="177074"/>
                        </a:lnTo>
                        <a:cubicBezTo>
                          <a:pt x="6366465" y="197077"/>
                          <a:pt x="6381800" y="215651"/>
                          <a:pt x="6377895" y="235272"/>
                        </a:cubicBezTo>
                        <a:cubicBezTo>
                          <a:pt x="6375609" y="246893"/>
                          <a:pt x="6366846" y="256132"/>
                          <a:pt x="6358559" y="264609"/>
                        </a:cubicBezTo>
                        <a:cubicBezTo>
                          <a:pt x="6351892" y="271372"/>
                          <a:pt x="6343986" y="278706"/>
                          <a:pt x="6334461" y="278135"/>
                        </a:cubicBezTo>
                        <a:cubicBezTo>
                          <a:pt x="6323221" y="277468"/>
                          <a:pt x="6315792" y="266323"/>
                          <a:pt x="6311601" y="255941"/>
                        </a:cubicBezTo>
                        <a:cubicBezTo>
                          <a:pt x="6302076" y="232605"/>
                          <a:pt x="6299314" y="205268"/>
                          <a:pt x="6309411" y="182122"/>
                        </a:cubicBezTo>
                        <a:close/>
                        <a:moveTo>
                          <a:pt x="6270644" y="292231"/>
                        </a:moveTo>
                        <a:cubicBezTo>
                          <a:pt x="6277597" y="270514"/>
                          <a:pt x="6275406" y="249845"/>
                          <a:pt x="6276359" y="228128"/>
                        </a:cubicBezTo>
                        <a:cubicBezTo>
                          <a:pt x="6290837" y="236796"/>
                          <a:pt x="6289312" y="267752"/>
                          <a:pt x="6289503" y="282516"/>
                        </a:cubicBezTo>
                        <a:cubicBezTo>
                          <a:pt x="6289598" y="288612"/>
                          <a:pt x="6289312" y="294898"/>
                          <a:pt x="6287598" y="300709"/>
                        </a:cubicBezTo>
                        <a:cubicBezTo>
                          <a:pt x="6285312" y="308329"/>
                          <a:pt x="6280645" y="314901"/>
                          <a:pt x="6275596" y="320997"/>
                        </a:cubicBezTo>
                        <a:cubicBezTo>
                          <a:pt x="6258928" y="341095"/>
                          <a:pt x="6237306" y="357002"/>
                          <a:pt x="6213208" y="367003"/>
                        </a:cubicBezTo>
                        <a:cubicBezTo>
                          <a:pt x="6240164" y="349667"/>
                          <a:pt x="6260833" y="322712"/>
                          <a:pt x="6270644" y="292231"/>
                        </a:cubicBezTo>
                        <a:close/>
                        <a:moveTo>
                          <a:pt x="6203969" y="503020"/>
                        </a:moveTo>
                        <a:cubicBezTo>
                          <a:pt x="6217494" y="492828"/>
                          <a:pt x="6233496" y="485398"/>
                          <a:pt x="6243593" y="471968"/>
                        </a:cubicBezTo>
                        <a:cubicBezTo>
                          <a:pt x="6258261" y="452442"/>
                          <a:pt x="6254070" y="428248"/>
                          <a:pt x="6242545" y="408818"/>
                        </a:cubicBezTo>
                        <a:cubicBezTo>
                          <a:pt x="6257785" y="416723"/>
                          <a:pt x="6256261" y="439774"/>
                          <a:pt x="6268739" y="451109"/>
                        </a:cubicBezTo>
                        <a:cubicBezTo>
                          <a:pt x="6285407" y="466253"/>
                          <a:pt x="6313982" y="452918"/>
                          <a:pt x="6333699" y="463681"/>
                        </a:cubicBezTo>
                        <a:cubicBezTo>
                          <a:pt x="6288265" y="453871"/>
                          <a:pt x="6242259" y="478636"/>
                          <a:pt x="6207874" y="509878"/>
                        </a:cubicBezTo>
                        <a:cubicBezTo>
                          <a:pt x="6196730" y="519974"/>
                          <a:pt x="6186062" y="531214"/>
                          <a:pt x="6180442" y="545120"/>
                        </a:cubicBezTo>
                        <a:cubicBezTo>
                          <a:pt x="6173489" y="562361"/>
                          <a:pt x="6175012" y="581696"/>
                          <a:pt x="6176727" y="600175"/>
                        </a:cubicBezTo>
                        <a:cubicBezTo>
                          <a:pt x="6178727" y="621987"/>
                          <a:pt x="6180632" y="643895"/>
                          <a:pt x="6182633" y="665707"/>
                        </a:cubicBezTo>
                        <a:cubicBezTo>
                          <a:pt x="6163868" y="641704"/>
                          <a:pt x="6155201" y="610081"/>
                          <a:pt x="6159106" y="579887"/>
                        </a:cubicBezTo>
                        <a:cubicBezTo>
                          <a:pt x="6163011" y="549692"/>
                          <a:pt x="6179585" y="521403"/>
                          <a:pt x="6203969" y="503020"/>
                        </a:cubicBezTo>
                        <a:close/>
                        <a:moveTo>
                          <a:pt x="6152915" y="441679"/>
                        </a:moveTo>
                        <a:cubicBezTo>
                          <a:pt x="6157487" y="441584"/>
                          <a:pt x="6161296" y="445298"/>
                          <a:pt x="6161296" y="449870"/>
                        </a:cubicBezTo>
                        <a:cubicBezTo>
                          <a:pt x="6161296" y="454442"/>
                          <a:pt x="6157677" y="458252"/>
                          <a:pt x="6153105" y="458252"/>
                        </a:cubicBezTo>
                        <a:cubicBezTo>
                          <a:pt x="6148533" y="458252"/>
                          <a:pt x="6144723" y="454633"/>
                          <a:pt x="6144723" y="450061"/>
                        </a:cubicBezTo>
                        <a:cubicBezTo>
                          <a:pt x="6144723" y="445489"/>
                          <a:pt x="6148343" y="441679"/>
                          <a:pt x="6152915" y="441679"/>
                        </a:cubicBezTo>
                        <a:close/>
                        <a:moveTo>
                          <a:pt x="6033471" y="192029"/>
                        </a:moveTo>
                        <a:cubicBezTo>
                          <a:pt x="6042996" y="193838"/>
                          <a:pt x="6051759" y="199458"/>
                          <a:pt x="6059475" y="206221"/>
                        </a:cubicBezTo>
                        <a:cubicBezTo>
                          <a:pt x="6069857" y="199648"/>
                          <a:pt x="6084335" y="194410"/>
                          <a:pt x="6095193" y="200506"/>
                        </a:cubicBezTo>
                        <a:cubicBezTo>
                          <a:pt x="6106718" y="206887"/>
                          <a:pt x="6122816" y="219937"/>
                          <a:pt x="6117101" y="234891"/>
                        </a:cubicBezTo>
                        <a:cubicBezTo>
                          <a:pt x="6115291" y="239463"/>
                          <a:pt x="6111672" y="242987"/>
                          <a:pt x="6108528" y="246797"/>
                        </a:cubicBezTo>
                        <a:cubicBezTo>
                          <a:pt x="6106623" y="249083"/>
                          <a:pt x="6104909" y="251655"/>
                          <a:pt x="6103289" y="254131"/>
                        </a:cubicBezTo>
                        <a:cubicBezTo>
                          <a:pt x="6111385" y="263180"/>
                          <a:pt x="6119196" y="272515"/>
                          <a:pt x="6125292" y="282421"/>
                        </a:cubicBezTo>
                        <a:cubicBezTo>
                          <a:pt x="6131578" y="292612"/>
                          <a:pt x="6135198" y="305186"/>
                          <a:pt x="6131960" y="316711"/>
                        </a:cubicBezTo>
                        <a:cubicBezTo>
                          <a:pt x="6128816" y="328236"/>
                          <a:pt x="6117386" y="337952"/>
                          <a:pt x="6105480" y="336332"/>
                        </a:cubicBezTo>
                        <a:cubicBezTo>
                          <a:pt x="6099003" y="335475"/>
                          <a:pt x="6093478" y="331665"/>
                          <a:pt x="6087573" y="328807"/>
                        </a:cubicBezTo>
                        <a:cubicBezTo>
                          <a:pt x="6073190" y="321950"/>
                          <a:pt x="6056236" y="320711"/>
                          <a:pt x="6043282" y="311567"/>
                        </a:cubicBezTo>
                        <a:cubicBezTo>
                          <a:pt x="6035948" y="306424"/>
                          <a:pt x="6030328" y="298994"/>
                          <a:pt x="6025851" y="291279"/>
                        </a:cubicBezTo>
                        <a:cubicBezTo>
                          <a:pt x="6014421" y="271848"/>
                          <a:pt x="5986418" y="183075"/>
                          <a:pt x="6033471" y="192029"/>
                        </a:cubicBezTo>
                        <a:close/>
                        <a:moveTo>
                          <a:pt x="5988323" y="316425"/>
                        </a:moveTo>
                        <a:cubicBezTo>
                          <a:pt x="5993180" y="326331"/>
                          <a:pt x="5998134" y="336523"/>
                          <a:pt x="6005849" y="344333"/>
                        </a:cubicBezTo>
                        <a:cubicBezTo>
                          <a:pt x="6022994" y="361669"/>
                          <a:pt x="6049664" y="364145"/>
                          <a:pt x="6072619" y="372527"/>
                        </a:cubicBezTo>
                        <a:cubicBezTo>
                          <a:pt x="6083477" y="376528"/>
                          <a:pt x="6093764" y="382052"/>
                          <a:pt x="6103956" y="387481"/>
                        </a:cubicBezTo>
                        <a:cubicBezTo>
                          <a:pt x="6066999" y="390911"/>
                          <a:pt x="6028804" y="377004"/>
                          <a:pt x="6002705" y="350620"/>
                        </a:cubicBezTo>
                        <a:cubicBezTo>
                          <a:pt x="5974893" y="322521"/>
                          <a:pt x="5968130" y="288517"/>
                          <a:pt x="5965748" y="250703"/>
                        </a:cubicBezTo>
                        <a:cubicBezTo>
                          <a:pt x="5968034" y="274134"/>
                          <a:pt x="5978226" y="295470"/>
                          <a:pt x="5988323" y="316425"/>
                        </a:cubicBezTo>
                        <a:close/>
                        <a:moveTo>
                          <a:pt x="6015469" y="426534"/>
                        </a:moveTo>
                        <a:cubicBezTo>
                          <a:pt x="6025375" y="420724"/>
                          <a:pt x="6034043" y="413104"/>
                          <a:pt x="6043377" y="406436"/>
                        </a:cubicBezTo>
                        <a:cubicBezTo>
                          <a:pt x="6029566" y="422534"/>
                          <a:pt x="6022327" y="443679"/>
                          <a:pt x="6020708" y="464825"/>
                        </a:cubicBezTo>
                        <a:cubicBezTo>
                          <a:pt x="6019088" y="485970"/>
                          <a:pt x="6022518" y="507306"/>
                          <a:pt x="6028137" y="527689"/>
                        </a:cubicBezTo>
                        <a:cubicBezTo>
                          <a:pt x="6013087" y="506639"/>
                          <a:pt x="6005182" y="480541"/>
                          <a:pt x="6006134" y="454728"/>
                        </a:cubicBezTo>
                        <a:cubicBezTo>
                          <a:pt x="6006230" y="451871"/>
                          <a:pt x="6006325" y="448537"/>
                          <a:pt x="6004229" y="446537"/>
                        </a:cubicBezTo>
                        <a:cubicBezTo>
                          <a:pt x="6002515" y="444917"/>
                          <a:pt x="5999943" y="444631"/>
                          <a:pt x="5997657" y="444441"/>
                        </a:cubicBezTo>
                        <a:cubicBezTo>
                          <a:pt x="5986037" y="443584"/>
                          <a:pt x="5972321" y="444536"/>
                          <a:pt x="5961557" y="440250"/>
                        </a:cubicBezTo>
                        <a:cubicBezTo>
                          <a:pt x="5980607" y="439583"/>
                          <a:pt x="5998800" y="436535"/>
                          <a:pt x="6015469" y="426534"/>
                        </a:cubicBezTo>
                        <a:close/>
                        <a:moveTo>
                          <a:pt x="5957557" y="566742"/>
                        </a:moveTo>
                        <a:cubicBezTo>
                          <a:pt x="5957652" y="571314"/>
                          <a:pt x="5953938" y="575124"/>
                          <a:pt x="5949365" y="575124"/>
                        </a:cubicBezTo>
                        <a:cubicBezTo>
                          <a:pt x="5944793" y="575124"/>
                          <a:pt x="5940984" y="571504"/>
                          <a:pt x="5940984" y="566932"/>
                        </a:cubicBezTo>
                        <a:cubicBezTo>
                          <a:pt x="5940984" y="562361"/>
                          <a:pt x="5944603" y="558551"/>
                          <a:pt x="5949175" y="558551"/>
                        </a:cubicBezTo>
                        <a:cubicBezTo>
                          <a:pt x="5953747" y="558551"/>
                          <a:pt x="5957462" y="562170"/>
                          <a:pt x="5957557" y="566742"/>
                        </a:cubicBezTo>
                        <a:close/>
                        <a:moveTo>
                          <a:pt x="5908027" y="402912"/>
                        </a:moveTo>
                        <a:cubicBezTo>
                          <a:pt x="5899740" y="402055"/>
                          <a:pt x="5891263" y="399578"/>
                          <a:pt x="5885357" y="393673"/>
                        </a:cubicBezTo>
                        <a:cubicBezTo>
                          <a:pt x="5860021" y="367860"/>
                          <a:pt x="5875928" y="284612"/>
                          <a:pt x="5921172" y="310710"/>
                        </a:cubicBezTo>
                        <a:cubicBezTo>
                          <a:pt x="5960510" y="333379"/>
                          <a:pt x="5968701" y="409579"/>
                          <a:pt x="5908027" y="402912"/>
                        </a:cubicBezTo>
                        <a:close/>
                        <a:moveTo>
                          <a:pt x="5868308" y="283469"/>
                        </a:moveTo>
                        <a:cubicBezTo>
                          <a:pt x="5900979" y="273753"/>
                          <a:pt x="5928029" y="250798"/>
                          <a:pt x="5951461" y="226033"/>
                        </a:cubicBezTo>
                        <a:cubicBezTo>
                          <a:pt x="5938412" y="244130"/>
                          <a:pt x="5921648" y="259656"/>
                          <a:pt x="5902598" y="271372"/>
                        </a:cubicBezTo>
                        <a:cubicBezTo>
                          <a:pt x="5886405" y="281373"/>
                          <a:pt x="5866974" y="290422"/>
                          <a:pt x="5861259" y="308519"/>
                        </a:cubicBezTo>
                        <a:cubicBezTo>
                          <a:pt x="5858878" y="316139"/>
                          <a:pt x="5859354" y="324331"/>
                          <a:pt x="5859926" y="332332"/>
                        </a:cubicBezTo>
                        <a:cubicBezTo>
                          <a:pt x="5860783" y="344810"/>
                          <a:pt x="5861545" y="357382"/>
                          <a:pt x="5862402" y="369860"/>
                        </a:cubicBezTo>
                        <a:cubicBezTo>
                          <a:pt x="5863640" y="388053"/>
                          <a:pt x="5866021" y="408532"/>
                          <a:pt x="5880500" y="419581"/>
                        </a:cubicBezTo>
                        <a:cubicBezTo>
                          <a:pt x="5893930" y="429772"/>
                          <a:pt x="5914695" y="429201"/>
                          <a:pt x="5924696" y="442727"/>
                        </a:cubicBezTo>
                        <a:cubicBezTo>
                          <a:pt x="5884881" y="429772"/>
                          <a:pt x="5839638" y="435011"/>
                          <a:pt x="5803823" y="456633"/>
                        </a:cubicBezTo>
                        <a:cubicBezTo>
                          <a:pt x="5821540" y="446155"/>
                          <a:pt x="5840400" y="434345"/>
                          <a:pt x="5848115" y="415199"/>
                        </a:cubicBezTo>
                        <a:cubicBezTo>
                          <a:pt x="5852401" y="404627"/>
                          <a:pt x="5852782" y="393006"/>
                          <a:pt x="5852877" y="381576"/>
                        </a:cubicBezTo>
                        <a:cubicBezTo>
                          <a:pt x="5853163" y="359002"/>
                          <a:pt x="5852877" y="336428"/>
                          <a:pt x="5852020" y="313853"/>
                        </a:cubicBezTo>
                        <a:cubicBezTo>
                          <a:pt x="5851829" y="308996"/>
                          <a:pt x="5851353" y="303662"/>
                          <a:pt x="5847924" y="300232"/>
                        </a:cubicBezTo>
                        <a:cubicBezTo>
                          <a:pt x="5845257" y="297565"/>
                          <a:pt x="5841257" y="296804"/>
                          <a:pt x="5837637" y="295946"/>
                        </a:cubicBezTo>
                        <a:cubicBezTo>
                          <a:pt x="5824874" y="293089"/>
                          <a:pt x="5797632" y="288040"/>
                          <a:pt x="5791917" y="275468"/>
                        </a:cubicBezTo>
                        <a:cubicBezTo>
                          <a:pt x="5815920" y="287660"/>
                          <a:pt x="5842114" y="291184"/>
                          <a:pt x="5868308" y="283469"/>
                        </a:cubicBezTo>
                        <a:close/>
                        <a:moveTo>
                          <a:pt x="5755246" y="298518"/>
                        </a:moveTo>
                        <a:cubicBezTo>
                          <a:pt x="5770677" y="298613"/>
                          <a:pt x="5783440" y="306043"/>
                          <a:pt x="5789727" y="320426"/>
                        </a:cubicBezTo>
                        <a:cubicBezTo>
                          <a:pt x="5791917" y="325283"/>
                          <a:pt x="5792869" y="330427"/>
                          <a:pt x="5793155" y="335475"/>
                        </a:cubicBezTo>
                        <a:cubicBezTo>
                          <a:pt x="5802966" y="332998"/>
                          <a:pt x="5813348" y="332522"/>
                          <a:pt x="5820016" y="337475"/>
                        </a:cubicBezTo>
                        <a:cubicBezTo>
                          <a:pt x="5826112" y="342047"/>
                          <a:pt x="5830017" y="352715"/>
                          <a:pt x="5828112" y="360050"/>
                        </a:cubicBezTo>
                        <a:cubicBezTo>
                          <a:pt x="5825922" y="368527"/>
                          <a:pt x="5817444" y="373861"/>
                          <a:pt x="5810396" y="378052"/>
                        </a:cubicBezTo>
                        <a:cubicBezTo>
                          <a:pt x="5796965" y="386053"/>
                          <a:pt x="5783535" y="394054"/>
                          <a:pt x="5770105" y="402150"/>
                        </a:cubicBezTo>
                        <a:cubicBezTo>
                          <a:pt x="5764200" y="412913"/>
                          <a:pt x="5757341" y="422724"/>
                          <a:pt x="5749245" y="427963"/>
                        </a:cubicBezTo>
                        <a:cubicBezTo>
                          <a:pt x="5741816" y="432725"/>
                          <a:pt x="5732577" y="433297"/>
                          <a:pt x="5723718" y="433678"/>
                        </a:cubicBezTo>
                        <a:cubicBezTo>
                          <a:pt x="5713050" y="434154"/>
                          <a:pt x="5702382" y="434630"/>
                          <a:pt x="5691714" y="435106"/>
                        </a:cubicBezTo>
                        <a:cubicBezTo>
                          <a:pt x="5685618" y="435392"/>
                          <a:pt x="5679141" y="435583"/>
                          <a:pt x="5673712" y="432725"/>
                        </a:cubicBezTo>
                        <a:cubicBezTo>
                          <a:pt x="5666092" y="428725"/>
                          <a:pt x="5662472" y="419771"/>
                          <a:pt x="5661234" y="411199"/>
                        </a:cubicBezTo>
                        <a:cubicBezTo>
                          <a:pt x="5659329" y="397673"/>
                          <a:pt x="5661996" y="383481"/>
                          <a:pt x="5668759" y="371575"/>
                        </a:cubicBezTo>
                        <a:cubicBezTo>
                          <a:pt x="5677522" y="356239"/>
                          <a:pt x="5692190" y="345286"/>
                          <a:pt x="5703620" y="331855"/>
                        </a:cubicBezTo>
                        <a:cubicBezTo>
                          <a:pt x="5719432" y="315758"/>
                          <a:pt x="5729814" y="298328"/>
                          <a:pt x="5755246" y="298518"/>
                        </a:cubicBezTo>
                        <a:close/>
                        <a:moveTo>
                          <a:pt x="5661615" y="342523"/>
                        </a:moveTo>
                        <a:cubicBezTo>
                          <a:pt x="5688857" y="313282"/>
                          <a:pt x="5703525" y="274229"/>
                          <a:pt x="5711907" y="235177"/>
                        </a:cubicBezTo>
                        <a:cubicBezTo>
                          <a:pt x="5715622" y="269181"/>
                          <a:pt x="5700191" y="302328"/>
                          <a:pt x="5682284" y="331475"/>
                        </a:cubicBezTo>
                        <a:cubicBezTo>
                          <a:pt x="5671236" y="349477"/>
                          <a:pt x="5632850" y="402912"/>
                          <a:pt x="5606751" y="379195"/>
                        </a:cubicBezTo>
                        <a:cubicBezTo>
                          <a:pt x="5624277" y="366050"/>
                          <a:pt x="5645423" y="359859"/>
                          <a:pt x="5661615" y="342523"/>
                        </a:cubicBezTo>
                        <a:close/>
                        <a:moveTo>
                          <a:pt x="5603227" y="525594"/>
                        </a:moveTo>
                        <a:cubicBezTo>
                          <a:pt x="5609799" y="516545"/>
                          <a:pt x="5618467" y="509306"/>
                          <a:pt x="5628278" y="504068"/>
                        </a:cubicBezTo>
                        <a:cubicBezTo>
                          <a:pt x="5639708" y="498067"/>
                          <a:pt x="5663710" y="489304"/>
                          <a:pt x="5675617" y="498353"/>
                        </a:cubicBezTo>
                        <a:cubicBezTo>
                          <a:pt x="5681713" y="502925"/>
                          <a:pt x="5685618" y="513593"/>
                          <a:pt x="5683713" y="520927"/>
                        </a:cubicBezTo>
                        <a:cubicBezTo>
                          <a:pt x="5682951" y="523879"/>
                          <a:pt x="5681332" y="526451"/>
                          <a:pt x="5679427" y="528737"/>
                        </a:cubicBezTo>
                        <a:cubicBezTo>
                          <a:pt x="5681427" y="532166"/>
                          <a:pt x="5683142" y="536262"/>
                          <a:pt x="5684761" y="541120"/>
                        </a:cubicBezTo>
                        <a:cubicBezTo>
                          <a:pt x="5686285" y="545787"/>
                          <a:pt x="5686952" y="550359"/>
                          <a:pt x="5687142" y="554931"/>
                        </a:cubicBezTo>
                        <a:cubicBezTo>
                          <a:pt x="5688571" y="552454"/>
                          <a:pt x="5691143" y="550645"/>
                          <a:pt x="5694191" y="550550"/>
                        </a:cubicBezTo>
                        <a:cubicBezTo>
                          <a:pt x="5698762" y="550454"/>
                          <a:pt x="5702573" y="554169"/>
                          <a:pt x="5702573" y="558741"/>
                        </a:cubicBezTo>
                        <a:cubicBezTo>
                          <a:pt x="5702573" y="563313"/>
                          <a:pt x="5698953" y="567123"/>
                          <a:pt x="5694381" y="567123"/>
                        </a:cubicBezTo>
                        <a:cubicBezTo>
                          <a:pt x="5691143" y="567123"/>
                          <a:pt x="5688380" y="565313"/>
                          <a:pt x="5686952" y="562551"/>
                        </a:cubicBezTo>
                        <a:cubicBezTo>
                          <a:pt x="5685142" y="582935"/>
                          <a:pt x="5673426" y="602651"/>
                          <a:pt x="5664568" y="620749"/>
                        </a:cubicBezTo>
                        <a:cubicBezTo>
                          <a:pt x="5652090" y="646371"/>
                          <a:pt x="5637231" y="671993"/>
                          <a:pt x="5613990" y="689329"/>
                        </a:cubicBezTo>
                        <a:cubicBezTo>
                          <a:pt x="5597131" y="701902"/>
                          <a:pt x="5571509" y="708569"/>
                          <a:pt x="5555983" y="694282"/>
                        </a:cubicBezTo>
                        <a:cubicBezTo>
                          <a:pt x="5551887" y="690472"/>
                          <a:pt x="5548934" y="685519"/>
                          <a:pt x="5546553" y="680471"/>
                        </a:cubicBezTo>
                        <a:cubicBezTo>
                          <a:pt x="5538362" y="663230"/>
                          <a:pt x="5535885" y="642656"/>
                          <a:pt x="5543124" y="624940"/>
                        </a:cubicBezTo>
                        <a:cubicBezTo>
                          <a:pt x="5548649" y="611510"/>
                          <a:pt x="5559126" y="600842"/>
                          <a:pt x="5569318" y="590554"/>
                        </a:cubicBezTo>
                        <a:cubicBezTo>
                          <a:pt x="5576081" y="583792"/>
                          <a:pt x="5586082" y="571409"/>
                          <a:pt x="5597512" y="558646"/>
                        </a:cubicBezTo>
                        <a:cubicBezTo>
                          <a:pt x="5596179" y="556455"/>
                          <a:pt x="5595321" y="553979"/>
                          <a:pt x="5594940" y="551502"/>
                        </a:cubicBezTo>
                        <a:cubicBezTo>
                          <a:pt x="5593607" y="542358"/>
                          <a:pt x="5597702" y="533119"/>
                          <a:pt x="5603227" y="525594"/>
                        </a:cubicBezTo>
                        <a:close/>
                        <a:moveTo>
                          <a:pt x="5578367" y="539024"/>
                        </a:moveTo>
                        <a:cubicBezTo>
                          <a:pt x="5580462" y="554931"/>
                          <a:pt x="5567318" y="568552"/>
                          <a:pt x="5554364" y="577981"/>
                        </a:cubicBezTo>
                        <a:cubicBezTo>
                          <a:pt x="5542743" y="586459"/>
                          <a:pt x="5529599" y="594841"/>
                          <a:pt x="5523503" y="607414"/>
                        </a:cubicBezTo>
                        <a:cubicBezTo>
                          <a:pt x="5526455" y="614843"/>
                          <a:pt x="5527694" y="622463"/>
                          <a:pt x="5526455" y="628750"/>
                        </a:cubicBezTo>
                        <a:cubicBezTo>
                          <a:pt x="5524265" y="639418"/>
                          <a:pt x="5525313" y="650657"/>
                          <a:pt x="5529504" y="660754"/>
                        </a:cubicBezTo>
                        <a:cubicBezTo>
                          <a:pt x="5526455" y="658849"/>
                          <a:pt x="5524455" y="655610"/>
                          <a:pt x="5521884" y="653229"/>
                        </a:cubicBezTo>
                        <a:cubicBezTo>
                          <a:pt x="5521693" y="653038"/>
                          <a:pt x="5521502" y="652943"/>
                          <a:pt x="5521312" y="652848"/>
                        </a:cubicBezTo>
                        <a:cubicBezTo>
                          <a:pt x="5522264" y="667993"/>
                          <a:pt x="5523121" y="683138"/>
                          <a:pt x="5524074" y="698282"/>
                        </a:cubicBezTo>
                        <a:cubicBezTo>
                          <a:pt x="5519407" y="682661"/>
                          <a:pt x="5515788" y="666659"/>
                          <a:pt x="5513216" y="650467"/>
                        </a:cubicBezTo>
                        <a:cubicBezTo>
                          <a:pt x="5512835" y="650562"/>
                          <a:pt x="5512453" y="650562"/>
                          <a:pt x="5512168" y="650753"/>
                        </a:cubicBezTo>
                        <a:cubicBezTo>
                          <a:pt x="5510930" y="651419"/>
                          <a:pt x="5509977" y="652657"/>
                          <a:pt x="5509025" y="653801"/>
                        </a:cubicBezTo>
                        <a:cubicBezTo>
                          <a:pt x="5499119" y="666659"/>
                          <a:pt x="5489118" y="679518"/>
                          <a:pt x="5479211" y="692377"/>
                        </a:cubicBezTo>
                        <a:cubicBezTo>
                          <a:pt x="5474068" y="699044"/>
                          <a:pt x="5465686" y="706569"/>
                          <a:pt x="5458256" y="702378"/>
                        </a:cubicBezTo>
                        <a:cubicBezTo>
                          <a:pt x="5478259" y="695615"/>
                          <a:pt x="5489594" y="674851"/>
                          <a:pt x="5497594" y="655325"/>
                        </a:cubicBezTo>
                        <a:cubicBezTo>
                          <a:pt x="5502738" y="642656"/>
                          <a:pt x="5505500" y="631512"/>
                          <a:pt x="5506167" y="620368"/>
                        </a:cubicBezTo>
                        <a:cubicBezTo>
                          <a:pt x="5501214" y="621320"/>
                          <a:pt x="5497309" y="627321"/>
                          <a:pt x="5494928" y="632464"/>
                        </a:cubicBezTo>
                        <a:cubicBezTo>
                          <a:pt x="5478735" y="667231"/>
                          <a:pt x="5451303" y="696568"/>
                          <a:pt x="5417870" y="715237"/>
                        </a:cubicBezTo>
                        <a:cubicBezTo>
                          <a:pt x="5442254" y="688662"/>
                          <a:pt x="5462352" y="658468"/>
                          <a:pt x="5482355" y="628464"/>
                        </a:cubicBezTo>
                        <a:cubicBezTo>
                          <a:pt x="5489212" y="618177"/>
                          <a:pt x="5496833" y="606080"/>
                          <a:pt x="5494642" y="593126"/>
                        </a:cubicBezTo>
                        <a:cubicBezTo>
                          <a:pt x="5493309" y="585602"/>
                          <a:pt x="5478735" y="572933"/>
                          <a:pt x="5480640" y="566742"/>
                        </a:cubicBezTo>
                        <a:cubicBezTo>
                          <a:pt x="5484260" y="555312"/>
                          <a:pt x="5529408" y="573505"/>
                          <a:pt x="5541219" y="571314"/>
                        </a:cubicBezTo>
                        <a:cubicBezTo>
                          <a:pt x="5558174" y="568171"/>
                          <a:pt x="5573985" y="555788"/>
                          <a:pt x="5578367" y="539024"/>
                        </a:cubicBezTo>
                        <a:close/>
                        <a:moveTo>
                          <a:pt x="5450732" y="185932"/>
                        </a:moveTo>
                        <a:cubicBezTo>
                          <a:pt x="5464924" y="164311"/>
                          <a:pt x="5519026" y="103065"/>
                          <a:pt x="5537790" y="149071"/>
                        </a:cubicBezTo>
                        <a:cubicBezTo>
                          <a:pt x="5545696" y="168406"/>
                          <a:pt x="5540267" y="189647"/>
                          <a:pt x="5539695" y="209650"/>
                        </a:cubicBezTo>
                        <a:cubicBezTo>
                          <a:pt x="5538838" y="237653"/>
                          <a:pt x="5546553" y="265371"/>
                          <a:pt x="5542838" y="293470"/>
                        </a:cubicBezTo>
                        <a:cubicBezTo>
                          <a:pt x="5539219" y="321283"/>
                          <a:pt x="5519407" y="350525"/>
                          <a:pt x="5491404" y="350715"/>
                        </a:cubicBezTo>
                        <a:cubicBezTo>
                          <a:pt x="5473592" y="350905"/>
                          <a:pt x="5457590" y="339095"/>
                          <a:pt x="5447017" y="324807"/>
                        </a:cubicBezTo>
                        <a:cubicBezTo>
                          <a:pt x="5417585" y="285183"/>
                          <a:pt x="5423681" y="227176"/>
                          <a:pt x="5450732" y="185932"/>
                        </a:cubicBezTo>
                        <a:close/>
                        <a:moveTo>
                          <a:pt x="5365483" y="332998"/>
                        </a:moveTo>
                        <a:cubicBezTo>
                          <a:pt x="5377675" y="324426"/>
                          <a:pt x="5387676" y="312805"/>
                          <a:pt x="5394153" y="299375"/>
                        </a:cubicBezTo>
                        <a:cubicBezTo>
                          <a:pt x="5403393" y="280039"/>
                          <a:pt x="5402344" y="261656"/>
                          <a:pt x="5400535" y="241178"/>
                        </a:cubicBezTo>
                        <a:cubicBezTo>
                          <a:pt x="5412536" y="247750"/>
                          <a:pt x="5405679" y="292231"/>
                          <a:pt x="5403107" y="304328"/>
                        </a:cubicBezTo>
                        <a:cubicBezTo>
                          <a:pt x="5402154" y="308614"/>
                          <a:pt x="5401202" y="313758"/>
                          <a:pt x="5404345" y="316996"/>
                        </a:cubicBezTo>
                        <a:cubicBezTo>
                          <a:pt x="5405964" y="318711"/>
                          <a:pt x="5408345" y="319378"/>
                          <a:pt x="5410536" y="320235"/>
                        </a:cubicBezTo>
                        <a:cubicBezTo>
                          <a:pt x="5419585" y="323950"/>
                          <a:pt x="5425776" y="332237"/>
                          <a:pt x="5432539" y="339380"/>
                        </a:cubicBezTo>
                        <a:cubicBezTo>
                          <a:pt x="5446827" y="354430"/>
                          <a:pt x="5464924" y="365288"/>
                          <a:pt x="5482831" y="375861"/>
                        </a:cubicBezTo>
                        <a:cubicBezTo>
                          <a:pt x="5461686" y="367098"/>
                          <a:pt x="5441778" y="355573"/>
                          <a:pt x="5423586" y="341762"/>
                        </a:cubicBezTo>
                        <a:cubicBezTo>
                          <a:pt x="5417680" y="337285"/>
                          <a:pt x="5411775" y="332427"/>
                          <a:pt x="5404916" y="329665"/>
                        </a:cubicBezTo>
                        <a:cubicBezTo>
                          <a:pt x="5391963" y="324521"/>
                          <a:pt x="5378342" y="327379"/>
                          <a:pt x="5365483" y="332998"/>
                        </a:cubicBezTo>
                        <a:cubicBezTo>
                          <a:pt x="5359387" y="337285"/>
                          <a:pt x="5352910" y="340904"/>
                          <a:pt x="5345957" y="343476"/>
                        </a:cubicBezTo>
                        <a:cubicBezTo>
                          <a:pt x="5352053" y="339666"/>
                          <a:pt x="5358625" y="336046"/>
                          <a:pt x="5365483" y="332998"/>
                        </a:cubicBezTo>
                        <a:close/>
                        <a:moveTo>
                          <a:pt x="5355482" y="371956"/>
                        </a:moveTo>
                        <a:cubicBezTo>
                          <a:pt x="5374818" y="364526"/>
                          <a:pt x="5402250" y="369860"/>
                          <a:pt x="5421871" y="374051"/>
                        </a:cubicBezTo>
                        <a:cubicBezTo>
                          <a:pt x="5421394" y="380338"/>
                          <a:pt x="5411965" y="389387"/>
                          <a:pt x="5402059" y="397673"/>
                        </a:cubicBezTo>
                        <a:cubicBezTo>
                          <a:pt x="5403202" y="398150"/>
                          <a:pt x="5404345" y="398626"/>
                          <a:pt x="5405297" y="399293"/>
                        </a:cubicBezTo>
                        <a:cubicBezTo>
                          <a:pt x="5411393" y="403864"/>
                          <a:pt x="5415299" y="414532"/>
                          <a:pt x="5413394" y="421867"/>
                        </a:cubicBezTo>
                        <a:cubicBezTo>
                          <a:pt x="5411203" y="430344"/>
                          <a:pt x="5402726" y="435678"/>
                          <a:pt x="5395677" y="439869"/>
                        </a:cubicBezTo>
                        <a:cubicBezTo>
                          <a:pt x="5381961" y="448061"/>
                          <a:pt x="5368150" y="456252"/>
                          <a:pt x="5354434" y="464539"/>
                        </a:cubicBezTo>
                        <a:cubicBezTo>
                          <a:pt x="5351005" y="466539"/>
                          <a:pt x="5347576" y="468635"/>
                          <a:pt x="5343575" y="469111"/>
                        </a:cubicBezTo>
                        <a:cubicBezTo>
                          <a:pt x="5334622" y="470254"/>
                          <a:pt x="5326526" y="462348"/>
                          <a:pt x="5324811" y="453490"/>
                        </a:cubicBezTo>
                        <a:cubicBezTo>
                          <a:pt x="5324525" y="453680"/>
                          <a:pt x="5324240" y="453776"/>
                          <a:pt x="5323954" y="453966"/>
                        </a:cubicBezTo>
                        <a:cubicBezTo>
                          <a:pt x="5314620" y="458824"/>
                          <a:pt x="5304809" y="463205"/>
                          <a:pt x="5294331" y="464062"/>
                        </a:cubicBezTo>
                        <a:cubicBezTo>
                          <a:pt x="5290521" y="464348"/>
                          <a:pt x="5286140" y="463872"/>
                          <a:pt x="5283949" y="460824"/>
                        </a:cubicBezTo>
                        <a:cubicBezTo>
                          <a:pt x="5282806" y="459300"/>
                          <a:pt x="5282425" y="457490"/>
                          <a:pt x="5282139" y="455585"/>
                        </a:cubicBezTo>
                        <a:cubicBezTo>
                          <a:pt x="5280234" y="441488"/>
                          <a:pt x="5287188" y="427487"/>
                          <a:pt x="5296617" y="416914"/>
                        </a:cubicBezTo>
                        <a:cubicBezTo>
                          <a:pt x="5306047" y="406341"/>
                          <a:pt x="5318144" y="398435"/>
                          <a:pt x="5329288" y="389577"/>
                        </a:cubicBezTo>
                        <a:cubicBezTo>
                          <a:pt x="5337479" y="383005"/>
                          <a:pt x="5345576" y="375766"/>
                          <a:pt x="5355482" y="371956"/>
                        </a:cubicBezTo>
                        <a:close/>
                        <a:moveTo>
                          <a:pt x="5217750" y="220985"/>
                        </a:moveTo>
                        <a:cubicBezTo>
                          <a:pt x="5226609" y="213555"/>
                          <a:pt x="5235943" y="206030"/>
                          <a:pt x="5246992" y="202601"/>
                        </a:cubicBezTo>
                        <a:cubicBezTo>
                          <a:pt x="5262422" y="197744"/>
                          <a:pt x="5313571" y="198029"/>
                          <a:pt x="5323763" y="211460"/>
                        </a:cubicBezTo>
                        <a:cubicBezTo>
                          <a:pt x="5316334" y="220604"/>
                          <a:pt x="5304332" y="228033"/>
                          <a:pt x="5293188" y="235558"/>
                        </a:cubicBezTo>
                        <a:cubicBezTo>
                          <a:pt x="5295570" y="240415"/>
                          <a:pt x="5296617" y="246226"/>
                          <a:pt x="5295474" y="250703"/>
                        </a:cubicBezTo>
                        <a:cubicBezTo>
                          <a:pt x="5293284" y="259180"/>
                          <a:pt x="5284806" y="264514"/>
                          <a:pt x="5277758" y="268705"/>
                        </a:cubicBezTo>
                        <a:cubicBezTo>
                          <a:pt x="5270233" y="273181"/>
                          <a:pt x="5262708" y="277754"/>
                          <a:pt x="5255088" y="282230"/>
                        </a:cubicBezTo>
                        <a:cubicBezTo>
                          <a:pt x="5253564" y="291470"/>
                          <a:pt x="5254135" y="301185"/>
                          <a:pt x="5253374" y="310615"/>
                        </a:cubicBezTo>
                        <a:cubicBezTo>
                          <a:pt x="5252040" y="326807"/>
                          <a:pt x="5246420" y="342619"/>
                          <a:pt x="5237277" y="355954"/>
                        </a:cubicBezTo>
                        <a:cubicBezTo>
                          <a:pt x="5229656" y="367098"/>
                          <a:pt x="5218703" y="377004"/>
                          <a:pt x="5205368" y="378909"/>
                        </a:cubicBezTo>
                        <a:cubicBezTo>
                          <a:pt x="5191747" y="380814"/>
                          <a:pt x="5177935" y="373956"/>
                          <a:pt x="5168887" y="363574"/>
                        </a:cubicBezTo>
                        <a:cubicBezTo>
                          <a:pt x="5150313" y="342333"/>
                          <a:pt x="5150694" y="309472"/>
                          <a:pt x="5162696" y="284040"/>
                        </a:cubicBezTo>
                        <a:cubicBezTo>
                          <a:pt x="5174697" y="258704"/>
                          <a:pt x="5196224" y="239082"/>
                          <a:pt x="5217750" y="220985"/>
                        </a:cubicBezTo>
                        <a:close/>
                        <a:moveTo>
                          <a:pt x="5086020" y="242320"/>
                        </a:moveTo>
                        <a:cubicBezTo>
                          <a:pt x="5093544" y="255370"/>
                          <a:pt x="5104879" y="265657"/>
                          <a:pt x="5116023" y="275753"/>
                        </a:cubicBezTo>
                        <a:cubicBezTo>
                          <a:pt x="5118023" y="277563"/>
                          <a:pt x="5120309" y="279468"/>
                          <a:pt x="5122977" y="279468"/>
                        </a:cubicBezTo>
                        <a:cubicBezTo>
                          <a:pt x="5126596" y="279468"/>
                          <a:pt x="5129168" y="276229"/>
                          <a:pt x="5131263" y="273277"/>
                        </a:cubicBezTo>
                        <a:cubicBezTo>
                          <a:pt x="5143170" y="256798"/>
                          <a:pt x="5157457" y="243559"/>
                          <a:pt x="5171840" y="230129"/>
                        </a:cubicBezTo>
                        <a:cubicBezTo>
                          <a:pt x="5177650" y="222985"/>
                          <a:pt x="5184222" y="216508"/>
                          <a:pt x="5191461" y="210888"/>
                        </a:cubicBezTo>
                        <a:cubicBezTo>
                          <a:pt x="5185079" y="217651"/>
                          <a:pt x="5178412" y="223937"/>
                          <a:pt x="5171840" y="230129"/>
                        </a:cubicBezTo>
                        <a:cubicBezTo>
                          <a:pt x="5146979" y="260513"/>
                          <a:pt x="5135550" y="302709"/>
                          <a:pt x="5141931" y="341000"/>
                        </a:cubicBezTo>
                        <a:cubicBezTo>
                          <a:pt x="5137264" y="333379"/>
                          <a:pt x="5139835" y="323283"/>
                          <a:pt x="5136978" y="314806"/>
                        </a:cubicBezTo>
                        <a:cubicBezTo>
                          <a:pt x="5134216" y="306710"/>
                          <a:pt x="5126882" y="301280"/>
                          <a:pt x="5120309" y="295851"/>
                        </a:cubicBezTo>
                        <a:cubicBezTo>
                          <a:pt x="5084019" y="265562"/>
                          <a:pt x="5061350" y="219461"/>
                          <a:pt x="5059635" y="172217"/>
                        </a:cubicBezTo>
                        <a:cubicBezTo>
                          <a:pt x="5072684" y="193648"/>
                          <a:pt x="5073447" y="220699"/>
                          <a:pt x="5086020" y="242320"/>
                        </a:cubicBezTo>
                        <a:close/>
                        <a:moveTo>
                          <a:pt x="5068875" y="481970"/>
                        </a:moveTo>
                        <a:cubicBezTo>
                          <a:pt x="5066398" y="479112"/>
                          <a:pt x="5064398" y="475778"/>
                          <a:pt x="5063826" y="472063"/>
                        </a:cubicBezTo>
                        <a:cubicBezTo>
                          <a:pt x="5062779" y="466253"/>
                          <a:pt x="5064969" y="460348"/>
                          <a:pt x="5067541" y="455014"/>
                        </a:cubicBezTo>
                        <a:cubicBezTo>
                          <a:pt x="5073160" y="443298"/>
                          <a:pt x="5080971" y="432535"/>
                          <a:pt x="5091354" y="424820"/>
                        </a:cubicBezTo>
                        <a:cubicBezTo>
                          <a:pt x="5101640" y="417104"/>
                          <a:pt x="5118786" y="409294"/>
                          <a:pt x="5131168" y="416247"/>
                        </a:cubicBezTo>
                        <a:cubicBezTo>
                          <a:pt x="5139264" y="420724"/>
                          <a:pt x="5149456" y="428534"/>
                          <a:pt x="5152980" y="437964"/>
                        </a:cubicBezTo>
                        <a:cubicBezTo>
                          <a:pt x="5156504" y="438154"/>
                          <a:pt x="5159934" y="438536"/>
                          <a:pt x="5163363" y="439107"/>
                        </a:cubicBezTo>
                        <a:lnTo>
                          <a:pt x="5195652" y="446632"/>
                        </a:lnTo>
                        <a:cubicBezTo>
                          <a:pt x="5195271" y="445870"/>
                          <a:pt x="5195366" y="444346"/>
                          <a:pt x="5196605" y="444536"/>
                        </a:cubicBezTo>
                        <a:cubicBezTo>
                          <a:pt x="5198414" y="444822"/>
                          <a:pt x="5198891" y="447203"/>
                          <a:pt x="5198986" y="449013"/>
                        </a:cubicBezTo>
                        <a:cubicBezTo>
                          <a:pt x="5199177" y="459205"/>
                          <a:pt x="5198795" y="469301"/>
                          <a:pt x="5197652" y="479398"/>
                        </a:cubicBezTo>
                        <a:cubicBezTo>
                          <a:pt x="5196890" y="485875"/>
                          <a:pt x="5195843" y="492542"/>
                          <a:pt x="5192033" y="497876"/>
                        </a:cubicBezTo>
                        <a:cubicBezTo>
                          <a:pt x="5185079" y="507592"/>
                          <a:pt x="5172030" y="509497"/>
                          <a:pt x="5161077" y="514450"/>
                        </a:cubicBezTo>
                        <a:cubicBezTo>
                          <a:pt x="5158695" y="518641"/>
                          <a:pt x="5154504" y="521689"/>
                          <a:pt x="5149456" y="522546"/>
                        </a:cubicBezTo>
                        <a:cubicBezTo>
                          <a:pt x="5141074" y="531690"/>
                          <a:pt x="5138216" y="545311"/>
                          <a:pt x="5132502" y="556741"/>
                        </a:cubicBezTo>
                        <a:cubicBezTo>
                          <a:pt x="5126882" y="567980"/>
                          <a:pt x="5118214" y="577410"/>
                          <a:pt x="5109356" y="586363"/>
                        </a:cubicBezTo>
                        <a:cubicBezTo>
                          <a:pt x="5097259" y="598746"/>
                          <a:pt x="5084686" y="610652"/>
                          <a:pt x="5071637" y="621987"/>
                        </a:cubicBezTo>
                        <a:cubicBezTo>
                          <a:pt x="5062683" y="629797"/>
                          <a:pt x="5053254" y="637513"/>
                          <a:pt x="5041919" y="641132"/>
                        </a:cubicBezTo>
                        <a:cubicBezTo>
                          <a:pt x="5030584" y="644752"/>
                          <a:pt x="5016963" y="643418"/>
                          <a:pt x="5008677" y="634846"/>
                        </a:cubicBezTo>
                        <a:cubicBezTo>
                          <a:pt x="4998294" y="624082"/>
                          <a:pt x="5000104" y="606176"/>
                          <a:pt x="5007248" y="593031"/>
                        </a:cubicBezTo>
                        <a:cubicBezTo>
                          <a:pt x="5014391" y="579887"/>
                          <a:pt x="5025822" y="569695"/>
                          <a:pt x="5034394" y="557407"/>
                        </a:cubicBezTo>
                        <a:cubicBezTo>
                          <a:pt x="5050110" y="535024"/>
                          <a:pt x="5056206" y="505877"/>
                          <a:pt x="5068875" y="481970"/>
                        </a:cubicBezTo>
                        <a:close/>
                        <a:moveTo>
                          <a:pt x="5008391" y="497210"/>
                        </a:moveTo>
                        <a:cubicBezTo>
                          <a:pt x="5017249" y="473016"/>
                          <a:pt x="5015534" y="451204"/>
                          <a:pt x="5013248" y="426439"/>
                        </a:cubicBezTo>
                        <a:cubicBezTo>
                          <a:pt x="5023536" y="434440"/>
                          <a:pt x="5026298" y="456252"/>
                          <a:pt x="5027821" y="468349"/>
                        </a:cubicBezTo>
                        <a:cubicBezTo>
                          <a:pt x="5030298" y="487494"/>
                          <a:pt x="5027727" y="507687"/>
                          <a:pt x="5017916" y="524261"/>
                        </a:cubicBezTo>
                        <a:cubicBezTo>
                          <a:pt x="5011058" y="535881"/>
                          <a:pt x="5001152" y="545215"/>
                          <a:pt x="4991341" y="554360"/>
                        </a:cubicBezTo>
                        <a:cubicBezTo>
                          <a:pt x="4978673" y="566171"/>
                          <a:pt x="4966004" y="577981"/>
                          <a:pt x="4953336" y="589793"/>
                        </a:cubicBezTo>
                        <a:cubicBezTo>
                          <a:pt x="4951431" y="591602"/>
                          <a:pt x="4949335" y="593603"/>
                          <a:pt x="4948764" y="596174"/>
                        </a:cubicBezTo>
                        <a:cubicBezTo>
                          <a:pt x="4948288" y="597984"/>
                          <a:pt x="4948669" y="599984"/>
                          <a:pt x="4949145" y="601794"/>
                        </a:cubicBezTo>
                        <a:cubicBezTo>
                          <a:pt x="4952860" y="616653"/>
                          <a:pt x="4962480" y="629417"/>
                          <a:pt x="4966671" y="644180"/>
                        </a:cubicBezTo>
                        <a:cubicBezTo>
                          <a:pt x="4970862" y="658849"/>
                          <a:pt x="4970291" y="676375"/>
                          <a:pt x="4979053" y="687995"/>
                        </a:cubicBezTo>
                        <a:cubicBezTo>
                          <a:pt x="4980482" y="689614"/>
                          <a:pt x="4981816" y="691234"/>
                          <a:pt x="4983435" y="692663"/>
                        </a:cubicBezTo>
                        <a:cubicBezTo>
                          <a:pt x="4981721" y="691234"/>
                          <a:pt x="4980292" y="689710"/>
                          <a:pt x="4979053" y="687995"/>
                        </a:cubicBezTo>
                        <a:cubicBezTo>
                          <a:pt x="4970291" y="678375"/>
                          <a:pt x="4964671" y="665993"/>
                          <a:pt x="4960194" y="653610"/>
                        </a:cubicBezTo>
                        <a:cubicBezTo>
                          <a:pt x="4954955" y="639227"/>
                          <a:pt x="4950478" y="624273"/>
                          <a:pt x="4941716" y="611700"/>
                        </a:cubicBezTo>
                        <a:cubicBezTo>
                          <a:pt x="4934667" y="601508"/>
                          <a:pt x="4923904" y="593126"/>
                          <a:pt x="4911998" y="590745"/>
                        </a:cubicBezTo>
                        <a:cubicBezTo>
                          <a:pt x="4909140" y="590840"/>
                          <a:pt x="4906283" y="590650"/>
                          <a:pt x="4903425" y="590078"/>
                        </a:cubicBezTo>
                        <a:cubicBezTo>
                          <a:pt x="4906283" y="589888"/>
                          <a:pt x="4909140" y="590173"/>
                          <a:pt x="4911998" y="590745"/>
                        </a:cubicBezTo>
                        <a:cubicBezTo>
                          <a:pt x="4927523" y="590459"/>
                          <a:pt x="4942382" y="580934"/>
                          <a:pt x="4954575" y="570552"/>
                        </a:cubicBezTo>
                        <a:cubicBezTo>
                          <a:pt x="4978006" y="550740"/>
                          <a:pt x="4997913" y="526070"/>
                          <a:pt x="5008391" y="497210"/>
                        </a:cubicBezTo>
                        <a:close/>
                        <a:moveTo>
                          <a:pt x="4833131" y="275848"/>
                        </a:moveTo>
                        <a:cubicBezTo>
                          <a:pt x="4836464" y="266323"/>
                          <a:pt x="4838560" y="256322"/>
                          <a:pt x="4838941" y="246226"/>
                        </a:cubicBezTo>
                        <a:cubicBezTo>
                          <a:pt x="4839227" y="238987"/>
                          <a:pt x="4834464" y="224413"/>
                          <a:pt x="4842179" y="220699"/>
                        </a:cubicBezTo>
                        <a:cubicBezTo>
                          <a:pt x="4852371" y="235748"/>
                          <a:pt x="4855419" y="262323"/>
                          <a:pt x="4860658" y="280230"/>
                        </a:cubicBezTo>
                        <a:cubicBezTo>
                          <a:pt x="4861325" y="282611"/>
                          <a:pt x="4862182" y="285278"/>
                          <a:pt x="4864277" y="286707"/>
                        </a:cubicBezTo>
                        <a:cubicBezTo>
                          <a:pt x="4866182" y="288040"/>
                          <a:pt x="4868659" y="288040"/>
                          <a:pt x="4870945" y="288040"/>
                        </a:cubicBezTo>
                        <a:cubicBezTo>
                          <a:pt x="4897139" y="288326"/>
                          <a:pt x="4923142" y="296327"/>
                          <a:pt x="4945144" y="310520"/>
                        </a:cubicBezTo>
                        <a:cubicBezTo>
                          <a:pt x="4952098" y="314615"/>
                          <a:pt x="4958575" y="319568"/>
                          <a:pt x="4964385" y="325474"/>
                        </a:cubicBezTo>
                        <a:cubicBezTo>
                          <a:pt x="4958480" y="319949"/>
                          <a:pt x="4952003" y="314996"/>
                          <a:pt x="4945144" y="310520"/>
                        </a:cubicBezTo>
                        <a:cubicBezTo>
                          <a:pt x="4915427" y="292898"/>
                          <a:pt x="4876850" y="290327"/>
                          <a:pt x="4843037" y="300137"/>
                        </a:cubicBezTo>
                        <a:cubicBezTo>
                          <a:pt x="4829225" y="304138"/>
                          <a:pt x="4816272" y="310043"/>
                          <a:pt x="4803889" y="316996"/>
                        </a:cubicBezTo>
                        <a:cubicBezTo>
                          <a:pt x="4801984" y="318902"/>
                          <a:pt x="4800079" y="320806"/>
                          <a:pt x="4798174" y="322807"/>
                        </a:cubicBezTo>
                        <a:cubicBezTo>
                          <a:pt x="4790554" y="328141"/>
                          <a:pt x="4782077" y="332618"/>
                          <a:pt x="4773694" y="337189"/>
                        </a:cubicBezTo>
                        <a:cubicBezTo>
                          <a:pt x="4760360" y="347572"/>
                          <a:pt x="4747787" y="359192"/>
                          <a:pt x="4735976" y="371289"/>
                        </a:cubicBezTo>
                        <a:cubicBezTo>
                          <a:pt x="4742643" y="355096"/>
                          <a:pt x="4757788" y="345857"/>
                          <a:pt x="4773694" y="337189"/>
                        </a:cubicBezTo>
                        <a:cubicBezTo>
                          <a:pt x="4783315" y="329665"/>
                          <a:pt x="4793411" y="322902"/>
                          <a:pt x="4803889" y="316996"/>
                        </a:cubicBezTo>
                        <a:cubicBezTo>
                          <a:pt x="4816081" y="304709"/>
                          <a:pt x="4826749" y="293851"/>
                          <a:pt x="4833131" y="275848"/>
                        </a:cubicBezTo>
                        <a:close/>
                        <a:moveTo>
                          <a:pt x="4752263" y="281182"/>
                        </a:moveTo>
                        <a:cubicBezTo>
                          <a:pt x="4752359" y="285754"/>
                          <a:pt x="4748644" y="289564"/>
                          <a:pt x="4744072" y="289564"/>
                        </a:cubicBezTo>
                        <a:cubicBezTo>
                          <a:pt x="4739500" y="289564"/>
                          <a:pt x="4735690" y="285945"/>
                          <a:pt x="4735690" y="281373"/>
                        </a:cubicBezTo>
                        <a:cubicBezTo>
                          <a:pt x="4735690" y="276801"/>
                          <a:pt x="4739309" y="272991"/>
                          <a:pt x="4743881" y="272991"/>
                        </a:cubicBezTo>
                        <a:cubicBezTo>
                          <a:pt x="4748454" y="272991"/>
                          <a:pt x="4752263" y="276611"/>
                          <a:pt x="4752263" y="281182"/>
                        </a:cubicBezTo>
                        <a:close/>
                        <a:moveTo>
                          <a:pt x="4608531" y="281087"/>
                        </a:moveTo>
                        <a:cubicBezTo>
                          <a:pt x="4612818" y="251464"/>
                          <a:pt x="4621390" y="218413"/>
                          <a:pt x="4649965" y="203268"/>
                        </a:cubicBezTo>
                        <a:cubicBezTo>
                          <a:pt x="4670539" y="192314"/>
                          <a:pt x="4696638" y="191362"/>
                          <a:pt x="4706543" y="215079"/>
                        </a:cubicBezTo>
                        <a:cubicBezTo>
                          <a:pt x="4717211" y="212031"/>
                          <a:pt x="4728927" y="210888"/>
                          <a:pt x="4736166" y="216412"/>
                        </a:cubicBezTo>
                        <a:cubicBezTo>
                          <a:pt x="4742262" y="220985"/>
                          <a:pt x="4746168" y="231653"/>
                          <a:pt x="4744263" y="238987"/>
                        </a:cubicBezTo>
                        <a:cubicBezTo>
                          <a:pt x="4742071" y="247464"/>
                          <a:pt x="4733595" y="252798"/>
                          <a:pt x="4726546" y="256989"/>
                        </a:cubicBezTo>
                        <a:cubicBezTo>
                          <a:pt x="4723593" y="258704"/>
                          <a:pt x="4720640" y="260513"/>
                          <a:pt x="4717687" y="262228"/>
                        </a:cubicBezTo>
                        <a:cubicBezTo>
                          <a:pt x="4715211" y="265562"/>
                          <a:pt x="4711497" y="267847"/>
                          <a:pt x="4707210" y="268514"/>
                        </a:cubicBezTo>
                        <a:cubicBezTo>
                          <a:pt x="4707019" y="268610"/>
                          <a:pt x="4706829" y="268800"/>
                          <a:pt x="4706543" y="268895"/>
                        </a:cubicBezTo>
                        <a:cubicBezTo>
                          <a:pt x="4704924" y="275753"/>
                          <a:pt x="4703019" y="282326"/>
                          <a:pt x="4701209" y="288326"/>
                        </a:cubicBezTo>
                        <a:cubicBezTo>
                          <a:pt x="4689875" y="325950"/>
                          <a:pt x="4676445" y="363002"/>
                          <a:pt x="4664062" y="400340"/>
                        </a:cubicBezTo>
                        <a:cubicBezTo>
                          <a:pt x="4661490" y="408246"/>
                          <a:pt x="4658728" y="416342"/>
                          <a:pt x="4653394" y="422724"/>
                        </a:cubicBezTo>
                        <a:cubicBezTo>
                          <a:pt x="4648060" y="429106"/>
                          <a:pt x="4639488" y="433487"/>
                          <a:pt x="4631391" y="431487"/>
                        </a:cubicBezTo>
                        <a:cubicBezTo>
                          <a:pt x="4625105" y="429868"/>
                          <a:pt x="4620342" y="424820"/>
                          <a:pt x="4616818" y="419390"/>
                        </a:cubicBezTo>
                        <a:cubicBezTo>
                          <a:pt x="4606245" y="403198"/>
                          <a:pt x="4604245" y="382910"/>
                          <a:pt x="4603769" y="363574"/>
                        </a:cubicBezTo>
                        <a:cubicBezTo>
                          <a:pt x="4603102" y="336046"/>
                          <a:pt x="4604626" y="308424"/>
                          <a:pt x="4608531" y="281087"/>
                        </a:cubicBezTo>
                        <a:close/>
                        <a:moveTo>
                          <a:pt x="4474038" y="392244"/>
                        </a:moveTo>
                        <a:cubicBezTo>
                          <a:pt x="4485849" y="389101"/>
                          <a:pt x="4497279" y="385005"/>
                          <a:pt x="4507852" y="379100"/>
                        </a:cubicBezTo>
                        <a:cubicBezTo>
                          <a:pt x="4526235" y="368908"/>
                          <a:pt x="4542142" y="353572"/>
                          <a:pt x="4550810" y="334332"/>
                        </a:cubicBezTo>
                        <a:cubicBezTo>
                          <a:pt x="4556906" y="320806"/>
                          <a:pt x="4559287" y="305757"/>
                          <a:pt x="4560335" y="290898"/>
                        </a:cubicBezTo>
                        <a:cubicBezTo>
                          <a:pt x="4561002" y="281945"/>
                          <a:pt x="4560811" y="272991"/>
                          <a:pt x="4560430" y="264037"/>
                        </a:cubicBezTo>
                        <a:cubicBezTo>
                          <a:pt x="4577860" y="272134"/>
                          <a:pt x="4573765" y="318235"/>
                          <a:pt x="4570241" y="333284"/>
                        </a:cubicBezTo>
                        <a:cubicBezTo>
                          <a:pt x="4567383" y="345095"/>
                          <a:pt x="4562525" y="356335"/>
                          <a:pt x="4560716" y="368336"/>
                        </a:cubicBezTo>
                        <a:cubicBezTo>
                          <a:pt x="4558049" y="385291"/>
                          <a:pt x="4561573" y="402626"/>
                          <a:pt x="4565097" y="419390"/>
                        </a:cubicBezTo>
                        <a:cubicBezTo>
                          <a:pt x="4569574" y="441012"/>
                          <a:pt x="4574527" y="463491"/>
                          <a:pt x="4588528" y="480541"/>
                        </a:cubicBezTo>
                        <a:cubicBezTo>
                          <a:pt x="4572622" y="471682"/>
                          <a:pt x="4564430" y="453490"/>
                          <a:pt x="4559287" y="436059"/>
                        </a:cubicBezTo>
                        <a:cubicBezTo>
                          <a:pt x="4554143" y="418628"/>
                          <a:pt x="4550714" y="400054"/>
                          <a:pt x="4540332" y="385100"/>
                        </a:cubicBezTo>
                        <a:cubicBezTo>
                          <a:pt x="4539284" y="383576"/>
                          <a:pt x="4538046" y="381957"/>
                          <a:pt x="4536236" y="381195"/>
                        </a:cubicBezTo>
                        <a:cubicBezTo>
                          <a:pt x="4534141" y="380243"/>
                          <a:pt x="4531664" y="380719"/>
                          <a:pt x="4529379" y="381100"/>
                        </a:cubicBezTo>
                        <a:cubicBezTo>
                          <a:pt x="4510900" y="384910"/>
                          <a:pt x="4492517" y="388625"/>
                          <a:pt x="4474038" y="392244"/>
                        </a:cubicBezTo>
                        <a:cubicBezTo>
                          <a:pt x="4465466" y="394530"/>
                          <a:pt x="4456703" y="396245"/>
                          <a:pt x="4447940" y="397387"/>
                        </a:cubicBezTo>
                        <a:cubicBezTo>
                          <a:pt x="4456607" y="395673"/>
                          <a:pt x="4465370" y="393959"/>
                          <a:pt x="4474038" y="392244"/>
                        </a:cubicBezTo>
                        <a:close/>
                        <a:moveTo>
                          <a:pt x="4359072" y="471492"/>
                        </a:moveTo>
                        <a:cubicBezTo>
                          <a:pt x="4376121" y="451109"/>
                          <a:pt x="4438891" y="402531"/>
                          <a:pt x="4464703" y="433297"/>
                        </a:cubicBezTo>
                        <a:cubicBezTo>
                          <a:pt x="4476705" y="429011"/>
                          <a:pt x="4491659" y="426153"/>
                          <a:pt x="4500422" y="432630"/>
                        </a:cubicBezTo>
                        <a:cubicBezTo>
                          <a:pt x="4506518" y="437202"/>
                          <a:pt x="4510424" y="447870"/>
                          <a:pt x="4508519" y="455204"/>
                        </a:cubicBezTo>
                        <a:cubicBezTo>
                          <a:pt x="4506328" y="463681"/>
                          <a:pt x="4497851" y="469015"/>
                          <a:pt x="4490802" y="473206"/>
                        </a:cubicBezTo>
                        <a:cubicBezTo>
                          <a:pt x="4477086" y="481398"/>
                          <a:pt x="4463275" y="489589"/>
                          <a:pt x="4449559" y="497876"/>
                        </a:cubicBezTo>
                        <a:cubicBezTo>
                          <a:pt x="4446130" y="499877"/>
                          <a:pt x="4442701" y="501972"/>
                          <a:pt x="4438700" y="502448"/>
                        </a:cubicBezTo>
                        <a:cubicBezTo>
                          <a:pt x="4435557" y="502829"/>
                          <a:pt x="4432509" y="502067"/>
                          <a:pt x="4429747" y="500543"/>
                        </a:cubicBezTo>
                        <a:cubicBezTo>
                          <a:pt x="4411459" y="511497"/>
                          <a:pt x="4391552" y="518831"/>
                          <a:pt x="4380121" y="518927"/>
                        </a:cubicBezTo>
                        <a:cubicBezTo>
                          <a:pt x="4367072" y="519117"/>
                          <a:pt x="4352118" y="513402"/>
                          <a:pt x="4348689" y="500829"/>
                        </a:cubicBezTo>
                        <a:cubicBezTo>
                          <a:pt x="4345832" y="490352"/>
                          <a:pt x="4352118" y="479779"/>
                          <a:pt x="4359072" y="471492"/>
                        </a:cubicBezTo>
                        <a:close/>
                        <a:moveTo>
                          <a:pt x="4298873" y="364717"/>
                        </a:moveTo>
                        <a:cubicBezTo>
                          <a:pt x="4308208" y="381957"/>
                          <a:pt x="4317543" y="399388"/>
                          <a:pt x="4322019" y="418438"/>
                        </a:cubicBezTo>
                        <a:cubicBezTo>
                          <a:pt x="4326496" y="437488"/>
                          <a:pt x="4325448" y="458633"/>
                          <a:pt x="4314971" y="475112"/>
                        </a:cubicBezTo>
                        <a:cubicBezTo>
                          <a:pt x="4307065" y="487494"/>
                          <a:pt x="4294396" y="496638"/>
                          <a:pt x="4281443" y="503210"/>
                        </a:cubicBezTo>
                        <a:cubicBezTo>
                          <a:pt x="4278490" y="495590"/>
                          <a:pt x="4300302" y="470063"/>
                          <a:pt x="4303636" y="460062"/>
                        </a:cubicBezTo>
                        <a:cubicBezTo>
                          <a:pt x="4309351" y="442727"/>
                          <a:pt x="4310684" y="423867"/>
                          <a:pt x="4308303" y="405770"/>
                        </a:cubicBezTo>
                        <a:cubicBezTo>
                          <a:pt x="4305827" y="386720"/>
                          <a:pt x="4299540" y="368431"/>
                          <a:pt x="4291444" y="351001"/>
                        </a:cubicBezTo>
                        <a:cubicBezTo>
                          <a:pt x="4284871" y="338809"/>
                          <a:pt x="4278300" y="326617"/>
                          <a:pt x="4271632" y="314425"/>
                        </a:cubicBezTo>
                        <a:cubicBezTo>
                          <a:pt x="4278776" y="326236"/>
                          <a:pt x="4285538" y="338428"/>
                          <a:pt x="4291444" y="351001"/>
                        </a:cubicBezTo>
                        <a:cubicBezTo>
                          <a:pt x="4293920" y="355573"/>
                          <a:pt x="4296397" y="360145"/>
                          <a:pt x="4298873" y="364717"/>
                        </a:cubicBezTo>
                        <a:close/>
                        <a:moveTo>
                          <a:pt x="4306113" y="536834"/>
                        </a:moveTo>
                        <a:cubicBezTo>
                          <a:pt x="4310113" y="539691"/>
                          <a:pt x="4350785" y="579315"/>
                          <a:pt x="4346212" y="581887"/>
                        </a:cubicBezTo>
                        <a:cubicBezTo>
                          <a:pt x="4367358" y="569980"/>
                          <a:pt x="4389646" y="560075"/>
                          <a:pt x="4412602" y="552359"/>
                        </a:cubicBezTo>
                        <a:cubicBezTo>
                          <a:pt x="4390599" y="562646"/>
                          <a:pt x="4368025" y="573314"/>
                          <a:pt x="4351166" y="590840"/>
                        </a:cubicBezTo>
                        <a:cubicBezTo>
                          <a:pt x="4339640" y="602842"/>
                          <a:pt x="4331449" y="617415"/>
                          <a:pt x="4324400" y="632560"/>
                        </a:cubicBezTo>
                        <a:cubicBezTo>
                          <a:pt x="4321638" y="639799"/>
                          <a:pt x="4318590" y="647038"/>
                          <a:pt x="4315066" y="653896"/>
                        </a:cubicBezTo>
                        <a:cubicBezTo>
                          <a:pt x="4318019" y="646752"/>
                          <a:pt x="4321067" y="639608"/>
                          <a:pt x="4324400" y="632560"/>
                        </a:cubicBezTo>
                        <a:cubicBezTo>
                          <a:pt x="4326496" y="627130"/>
                          <a:pt x="4328401" y="621606"/>
                          <a:pt x="4330020" y="615986"/>
                        </a:cubicBezTo>
                        <a:cubicBezTo>
                          <a:pt x="4332496" y="607509"/>
                          <a:pt x="4334402" y="598746"/>
                          <a:pt x="4334021" y="589888"/>
                        </a:cubicBezTo>
                        <a:cubicBezTo>
                          <a:pt x="4333068" y="567885"/>
                          <a:pt x="4317637" y="548549"/>
                          <a:pt x="4298873" y="537119"/>
                        </a:cubicBezTo>
                        <a:cubicBezTo>
                          <a:pt x="4285062" y="528642"/>
                          <a:pt x="4266488" y="526928"/>
                          <a:pt x="4253820" y="518736"/>
                        </a:cubicBezTo>
                        <a:cubicBezTo>
                          <a:pt x="4262297" y="507115"/>
                          <a:pt x="4297635" y="530738"/>
                          <a:pt x="4306113" y="536834"/>
                        </a:cubicBezTo>
                        <a:close/>
                        <a:moveTo>
                          <a:pt x="4245438" y="406055"/>
                        </a:moveTo>
                        <a:cubicBezTo>
                          <a:pt x="4245534" y="410627"/>
                          <a:pt x="4241819" y="414437"/>
                          <a:pt x="4237246" y="414437"/>
                        </a:cubicBezTo>
                        <a:cubicBezTo>
                          <a:pt x="4232675" y="414437"/>
                          <a:pt x="4228865" y="410818"/>
                          <a:pt x="4228865" y="406246"/>
                        </a:cubicBezTo>
                        <a:cubicBezTo>
                          <a:pt x="4228770" y="401674"/>
                          <a:pt x="4232484" y="397864"/>
                          <a:pt x="4237056" y="397864"/>
                        </a:cubicBezTo>
                        <a:cubicBezTo>
                          <a:pt x="4241533" y="397769"/>
                          <a:pt x="4245343" y="401483"/>
                          <a:pt x="4245438" y="406055"/>
                        </a:cubicBezTo>
                        <a:close/>
                        <a:moveTo>
                          <a:pt x="4209815" y="328522"/>
                        </a:moveTo>
                        <a:cubicBezTo>
                          <a:pt x="4221340" y="334904"/>
                          <a:pt x="4237437" y="347953"/>
                          <a:pt x="4231722" y="362907"/>
                        </a:cubicBezTo>
                        <a:cubicBezTo>
                          <a:pt x="4229913" y="367479"/>
                          <a:pt x="4226293" y="371003"/>
                          <a:pt x="4223150" y="374813"/>
                        </a:cubicBezTo>
                        <a:cubicBezTo>
                          <a:pt x="4214768" y="385100"/>
                          <a:pt x="4209434" y="398721"/>
                          <a:pt x="4198480" y="405770"/>
                        </a:cubicBezTo>
                        <a:cubicBezTo>
                          <a:pt x="4198194" y="409294"/>
                          <a:pt x="4197813" y="412818"/>
                          <a:pt x="4197242" y="416342"/>
                        </a:cubicBezTo>
                        <a:cubicBezTo>
                          <a:pt x="4193241" y="441203"/>
                          <a:pt x="4180763" y="465110"/>
                          <a:pt x="4160761" y="480541"/>
                        </a:cubicBezTo>
                        <a:cubicBezTo>
                          <a:pt x="4140377" y="496257"/>
                          <a:pt x="4113803" y="502162"/>
                          <a:pt x="4088085" y="501496"/>
                        </a:cubicBezTo>
                        <a:cubicBezTo>
                          <a:pt x="4062367" y="500829"/>
                          <a:pt x="4037222" y="494066"/>
                          <a:pt x="4012647" y="486542"/>
                        </a:cubicBezTo>
                        <a:cubicBezTo>
                          <a:pt x="3999217" y="482446"/>
                          <a:pt x="3984453" y="477112"/>
                          <a:pt x="3977976" y="464539"/>
                        </a:cubicBezTo>
                        <a:cubicBezTo>
                          <a:pt x="3970356" y="449775"/>
                          <a:pt x="3978166" y="430820"/>
                          <a:pt x="3990835" y="420057"/>
                        </a:cubicBezTo>
                        <a:cubicBezTo>
                          <a:pt x="4003503" y="409294"/>
                          <a:pt x="4019981" y="404246"/>
                          <a:pt x="4035412" y="398054"/>
                        </a:cubicBezTo>
                        <a:cubicBezTo>
                          <a:pt x="4080465" y="379862"/>
                          <a:pt x="4119422" y="349667"/>
                          <a:pt x="4157713" y="319854"/>
                        </a:cubicBezTo>
                        <a:lnTo>
                          <a:pt x="4175906" y="332998"/>
                        </a:lnTo>
                        <a:cubicBezTo>
                          <a:pt x="4186288" y="327093"/>
                          <a:pt x="4199623" y="322807"/>
                          <a:pt x="4209815" y="328522"/>
                        </a:cubicBezTo>
                        <a:close/>
                        <a:moveTo>
                          <a:pt x="4112945" y="299089"/>
                        </a:moveTo>
                        <a:cubicBezTo>
                          <a:pt x="4118374" y="295184"/>
                          <a:pt x="4123994" y="291088"/>
                          <a:pt x="4127519" y="285373"/>
                        </a:cubicBezTo>
                        <a:cubicBezTo>
                          <a:pt x="4131995" y="278135"/>
                          <a:pt x="4132567" y="269086"/>
                          <a:pt x="4132186" y="260513"/>
                        </a:cubicBezTo>
                        <a:cubicBezTo>
                          <a:pt x="4131519" y="244511"/>
                          <a:pt x="4126185" y="230033"/>
                          <a:pt x="4123232" y="214793"/>
                        </a:cubicBezTo>
                        <a:cubicBezTo>
                          <a:pt x="4140663" y="209554"/>
                          <a:pt x="4151427" y="243845"/>
                          <a:pt x="4155236" y="256227"/>
                        </a:cubicBezTo>
                        <a:cubicBezTo>
                          <a:pt x="4156379" y="259751"/>
                          <a:pt x="4157427" y="263561"/>
                          <a:pt x="4160189" y="266038"/>
                        </a:cubicBezTo>
                        <a:cubicBezTo>
                          <a:pt x="4162475" y="268133"/>
                          <a:pt x="4165428" y="268990"/>
                          <a:pt x="4168381" y="269848"/>
                        </a:cubicBezTo>
                        <a:cubicBezTo>
                          <a:pt x="4177810" y="272515"/>
                          <a:pt x="4187145" y="275182"/>
                          <a:pt x="4196575" y="277849"/>
                        </a:cubicBezTo>
                        <a:cubicBezTo>
                          <a:pt x="4179335" y="277849"/>
                          <a:pt x="4161428" y="278039"/>
                          <a:pt x="4145902" y="285564"/>
                        </a:cubicBezTo>
                        <a:cubicBezTo>
                          <a:pt x="4131614" y="292517"/>
                          <a:pt x="4120851" y="304995"/>
                          <a:pt x="4108849" y="315377"/>
                        </a:cubicBezTo>
                        <a:cubicBezTo>
                          <a:pt x="4090752" y="330998"/>
                          <a:pt x="4068845" y="342143"/>
                          <a:pt x="4045604" y="347667"/>
                        </a:cubicBezTo>
                        <a:cubicBezTo>
                          <a:pt x="4068082" y="331475"/>
                          <a:pt x="4090562" y="315282"/>
                          <a:pt x="4112945" y="299089"/>
                        </a:cubicBezTo>
                        <a:close/>
                        <a:moveTo>
                          <a:pt x="3992835" y="183361"/>
                        </a:moveTo>
                        <a:cubicBezTo>
                          <a:pt x="3994740" y="178694"/>
                          <a:pt x="3996931" y="173740"/>
                          <a:pt x="4001217" y="170978"/>
                        </a:cubicBezTo>
                        <a:cubicBezTo>
                          <a:pt x="4004551" y="168883"/>
                          <a:pt x="4008647" y="168406"/>
                          <a:pt x="4012647" y="168121"/>
                        </a:cubicBezTo>
                        <a:cubicBezTo>
                          <a:pt x="4030459" y="166978"/>
                          <a:pt x="4048461" y="168406"/>
                          <a:pt x="4065892" y="172312"/>
                        </a:cubicBezTo>
                        <a:lnTo>
                          <a:pt x="4075798" y="213936"/>
                        </a:lnTo>
                        <a:cubicBezTo>
                          <a:pt x="4084180" y="237844"/>
                          <a:pt x="4073321" y="266990"/>
                          <a:pt x="4051319" y="279563"/>
                        </a:cubicBezTo>
                        <a:cubicBezTo>
                          <a:pt x="4042270" y="284707"/>
                          <a:pt x="4031888" y="287279"/>
                          <a:pt x="4022934" y="292612"/>
                        </a:cubicBezTo>
                        <a:cubicBezTo>
                          <a:pt x="3995312" y="308900"/>
                          <a:pt x="3987406" y="346714"/>
                          <a:pt x="3961498" y="365574"/>
                        </a:cubicBezTo>
                        <a:cubicBezTo>
                          <a:pt x="3957402" y="368622"/>
                          <a:pt x="3952544" y="371098"/>
                          <a:pt x="3947496" y="370908"/>
                        </a:cubicBezTo>
                        <a:cubicBezTo>
                          <a:pt x="3939590" y="370622"/>
                          <a:pt x="3933113" y="363669"/>
                          <a:pt x="3931113" y="355954"/>
                        </a:cubicBezTo>
                        <a:cubicBezTo>
                          <a:pt x="3929113" y="348238"/>
                          <a:pt x="3930637" y="340142"/>
                          <a:pt x="3932828" y="332522"/>
                        </a:cubicBezTo>
                        <a:cubicBezTo>
                          <a:pt x="3936066" y="320997"/>
                          <a:pt x="3940638" y="309853"/>
                          <a:pt x="3945210" y="298804"/>
                        </a:cubicBezTo>
                        <a:cubicBezTo>
                          <a:pt x="3961022" y="260323"/>
                          <a:pt x="3976928" y="221842"/>
                          <a:pt x="3992835" y="183361"/>
                        </a:cubicBezTo>
                        <a:close/>
                        <a:moveTo>
                          <a:pt x="3829481" y="380719"/>
                        </a:moveTo>
                        <a:cubicBezTo>
                          <a:pt x="3857008" y="372432"/>
                          <a:pt x="3882155" y="355954"/>
                          <a:pt x="3900062" y="333379"/>
                        </a:cubicBezTo>
                        <a:cubicBezTo>
                          <a:pt x="3921874" y="305852"/>
                          <a:pt x="3930161" y="272705"/>
                          <a:pt x="3930446" y="238129"/>
                        </a:cubicBezTo>
                        <a:cubicBezTo>
                          <a:pt x="3939209" y="254131"/>
                          <a:pt x="3927303" y="287469"/>
                          <a:pt x="3921969" y="303947"/>
                        </a:cubicBezTo>
                        <a:cubicBezTo>
                          <a:pt x="3912063" y="334522"/>
                          <a:pt x="3894061" y="363193"/>
                          <a:pt x="3867581" y="381481"/>
                        </a:cubicBezTo>
                        <a:cubicBezTo>
                          <a:pt x="3891394" y="387291"/>
                          <a:pt x="3907205" y="411104"/>
                          <a:pt x="3911301" y="435202"/>
                        </a:cubicBezTo>
                        <a:cubicBezTo>
                          <a:pt x="3915397" y="459300"/>
                          <a:pt x="3909967" y="483875"/>
                          <a:pt x="3904538" y="507782"/>
                        </a:cubicBezTo>
                        <a:cubicBezTo>
                          <a:pt x="3908920" y="485494"/>
                          <a:pt x="3909967" y="462062"/>
                          <a:pt x="3903681" y="440155"/>
                        </a:cubicBezTo>
                        <a:cubicBezTo>
                          <a:pt x="3897395" y="418247"/>
                          <a:pt x="3883107" y="398054"/>
                          <a:pt x="3862628" y="388148"/>
                        </a:cubicBezTo>
                        <a:cubicBezTo>
                          <a:pt x="3852151" y="383290"/>
                          <a:pt x="3841007" y="381195"/>
                          <a:pt x="3829481" y="380719"/>
                        </a:cubicBezTo>
                        <a:cubicBezTo>
                          <a:pt x="3813003" y="385672"/>
                          <a:pt x="3795667" y="387672"/>
                          <a:pt x="3778523" y="386338"/>
                        </a:cubicBezTo>
                        <a:cubicBezTo>
                          <a:pt x="3795191" y="383195"/>
                          <a:pt x="3812622" y="380147"/>
                          <a:pt x="3829481" y="380719"/>
                        </a:cubicBezTo>
                        <a:close/>
                        <a:moveTo>
                          <a:pt x="3799287" y="412818"/>
                        </a:moveTo>
                        <a:cubicBezTo>
                          <a:pt x="3811670" y="407389"/>
                          <a:pt x="3830910" y="401960"/>
                          <a:pt x="3841197" y="409675"/>
                        </a:cubicBezTo>
                        <a:cubicBezTo>
                          <a:pt x="3847293" y="414247"/>
                          <a:pt x="3851198" y="424915"/>
                          <a:pt x="3849293" y="432249"/>
                        </a:cubicBezTo>
                        <a:cubicBezTo>
                          <a:pt x="3847103" y="440726"/>
                          <a:pt x="3838625" y="446060"/>
                          <a:pt x="3831577" y="450251"/>
                        </a:cubicBezTo>
                        <a:cubicBezTo>
                          <a:pt x="3830720" y="450728"/>
                          <a:pt x="3829957" y="451204"/>
                          <a:pt x="3829100" y="451775"/>
                        </a:cubicBezTo>
                        <a:cubicBezTo>
                          <a:pt x="3826910" y="454156"/>
                          <a:pt x="3824147" y="455871"/>
                          <a:pt x="3820909" y="456633"/>
                        </a:cubicBezTo>
                        <a:cubicBezTo>
                          <a:pt x="3818147" y="458252"/>
                          <a:pt x="3815384" y="459967"/>
                          <a:pt x="3812622" y="461586"/>
                        </a:cubicBezTo>
                        <a:cubicBezTo>
                          <a:pt x="3812050" y="463872"/>
                          <a:pt x="3811384" y="466158"/>
                          <a:pt x="3810717" y="468349"/>
                        </a:cubicBezTo>
                        <a:cubicBezTo>
                          <a:pt x="3803002" y="492352"/>
                          <a:pt x="3804716" y="516545"/>
                          <a:pt x="3797954" y="540453"/>
                        </a:cubicBezTo>
                        <a:cubicBezTo>
                          <a:pt x="3789190" y="571504"/>
                          <a:pt x="3752615" y="591317"/>
                          <a:pt x="3721563" y="582554"/>
                        </a:cubicBezTo>
                        <a:cubicBezTo>
                          <a:pt x="3690512" y="573790"/>
                          <a:pt x="3669652" y="538929"/>
                          <a:pt x="3675557" y="507211"/>
                        </a:cubicBezTo>
                        <a:cubicBezTo>
                          <a:pt x="3678320" y="492256"/>
                          <a:pt x="3686035" y="478636"/>
                          <a:pt x="3695369" y="466634"/>
                        </a:cubicBezTo>
                        <a:cubicBezTo>
                          <a:pt x="3712133" y="444917"/>
                          <a:pt x="3767473" y="394339"/>
                          <a:pt x="3799287" y="412818"/>
                        </a:cubicBezTo>
                        <a:close/>
                        <a:moveTo>
                          <a:pt x="3652792" y="513497"/>
                        </a:moveTo>
                        <a:cubicBezTo>
                          <a:pt x="3654507" y="512354"/>
                          <a:pt x="3655460" y="510354"/>
                          <a:pt x="3656317" y="508449"/>
                        </a:cubicBezTo>
                        <a:cubicBezTo>
                          <a:pt x="3663556" y="492161"/>
                          <a:pt x="3670795" y="475873"/>
                          <a:pt x="3678034" y="459586"/>
                        </a:cubicBezTo>
                        <a:cubicBezTo>
                          <a:pt x="3681653" y="449013"/>
                          <a:pt x="3686035" y="438726"/>
                          <a:pt x="3691559" y="429011"/>
                        </a:cubicBezTo>
                        <a:cubicBezTo>
                          <a:pt x="3687082" y="439202"/>
                          <a:pt x="3682511" y="449394"/>
                          <a:pt x="3678034" y="459586"/>
                        </a:cubicBezTo>
                        <a:cubicBezTo>
                          <a:pt x="3669175" y="485779"/>
                          <a:pt x="3666223" y="513973"/>
                          <a:pt x="3669938" y="541405"/>
                        </a:cubicBezTo>
                        <a:cubicBezTo>
                          <a:pt x="3670414" y="544835"/>
                          <a:pt x="3670985" y="548359"/>
                          <a:pt x="3672414" y="551502"/>
                        </a:cubicBezTo>
                        <a:cubicBezTo>
                          <a:pt x="3674224" y="555503"/>
                          <a:pt x="3677272" y="558741"/>
                          <a:pt x="3680224" y="561979"/>
                        </a:cubicBezTo>
                        <a:cubicBezTo>
                          <a:pt x="3689178" y="571600"/>
                          <a:pt x="3698227" y="581411"/>
                          <a:pt x="3709371" y="588459"/>
                        </a:cubicBezTo>
                        <a:cubicBezTo>
                          <a:pt x="3730612" y="601794"/>
                          <a:pt x="3756996" y="603889"/>
                          <a:pt x="3782047" y="601889"/>
                        </a:cubicBezTo>
                        <a:cubicBezTo>
                          <a:pt x="3747852" y="620368"/>
                          <a:pt x="3700798" y="610176"/>
                          <a:pt x="3677272" y="579220"/>
                        </a:cubicBezTo>
                        <a:cubicBezTo>
                          <a:pt x="3670033" y="621701"/>
                          <a:pt x="3661365" y="666945"/>
                          <a:pt x="3631171" y="697711"/>
                        </a:cubicBezTo>
                        <a:cubicBezTo>
                          <a:pt x="3659365" y="666278"/>
                          <a:pt x="3670604" y="620844"/>
                          <a:pt x="3661746" y="579601"/>
                        </a:cubicBezTo>
                        <a:cubicBezTo>
                          <a:pt x="3652031" y="535405"/>
                          <a:pt x="3624313" y="510640"/>
                          <a:pt x="3591452" y="483112"/>
                        </a:cubicBezTo>
                        <a:cubicBezTo>
                          <a:pt x="3608597" y="489304"/>
                          <a:pt x="3625456" y="502258"/>
                          <a:pt x="3641458" y="511592"/>
                        </a:cubicBezTo>
                        <a:cubicBezTo>
                          <a:pt x="3644982" y="513688"/>
                          <a:pt x="3649459" y="515783"/>
                          <a:pt x="3652792" y="513497"/>
                        </a:cubicBezTo>
                        <a:close/>
                        <a:moveTo>
                          <a:pt x="3454291" y="401102"/>
                        </a:moveTo>
                        <a:cubicBezTo>
                          <a:pt x="3455911" y="387386"/>
                          <a:pt x="3458102" y="373765"/>
                          <a:pt x="3460769" y="360145"/>
                        </a:cubicBezTo>
                        <a:cubicBezTo>
                          <a:pt x="3467150" y="327760"/>
                          <a:pt x="3480199" y="291660"/>
                          <a:pt x="3511061" y="279754"/>
                        </a:cubicBezTo>
                        <a:cubicBezTo>
                          <a:pt x="3534873" y="270610"/>
                          <a:pt x="3561448" y="279087"/>
                          <a:pt x="3585356" y="287850"/>
                        </a:cubicBezTo>
                        <a:lnTo>
                          <a:pt x="3590118" y="312329"/>
                        </a:lnTo>
                        <a:cubicBezTo>
                          <a:pt x="3596023" y="324617"/>
                          <a:pt x="3602310" y="336713"/>
                          <a:pt x="3608787" y="348715"/>
                        </a:cubicBezTo>
                        <a:cubicBezTo>
                          <a:pt x="3609073" y="348715"/>
                          <a:pt x="3609263" y="348524"/>
                          <a:pt x="3609549" y="348524"/>
                        </a:cubicBezTo>
                        <a:cubicBezTo>
                          <a:pt x="3614121" y="348429"/>
                          <a:pt x="3617931" y="352144"/>
                          <a:pt x="3617931" y="356716"/>
                        </a:cubicBezTo>
                        <a:cubicBezTo>
                          <a:pt x="3617931" y="358621"/>
                          <a:pt x="3617264" y="360335"/>
                          <a:pt x="3616121" y="361764"/>
                        </a:cubicBezTo>
                        <a:cubicBezTo>
                          <a:pt x="3618883" y="366527"/>
                          <a:pt x="3621455" y="371384"/>
                          <a:pt x="3624217" y="376147"/>
                        </a:cubicBezTo>
                        <a:cubicBezTo>
                          <a:pt x="3634409" y="393292"/>
                          <a:pt x="3645649" y="411008"/>
                          <a:pt x="3647363" y="430915"/>
                        </a:cubicBezTo>
                        <a:cubicBezTo>
                          <a:pt x="3649078" y="450823"/>
                          <a:pt x="3637553" y="473587"/>
                          <a:pt x="3617740" y="476636"/>
                        </a:cubicBezTo>
                        <a:cubicBezTo>
                          <a:pt x="3608215" y="478064"/>
                          <a:pt x="3598786" y="474921"/>
                          <a:pt x="3589642" y="471778"/>
                        </a:cubicBezTo>
                        <a:cubicBezTo>
                          <a:pt x="3550304" y="458157"/>
                          <a:pt x="3510965" y="444536"/>
                          <a:pt x="3471627" y="430915"/>
                        </a:cubicBezTo>
                        <a:cubicBezTo>
                          <a:pt x="3466388" y="429106"/>
                          <a:pt x="3460864" y="427105"/>
                          <a:pt x="3457435" y="422724"/>
                        </a:cubicBezTo>
                        <a:cubicBezTo>
                          <a:pt x="3452863" y="416914"/>
                          <a:pt x="3453434" y="408627"/>
                          <a:pt x="3454291" y="401102"/>
                        </a:cubicBezTo>
                        <a:close/>
                        <a:moveTo>
                          <a:pt x="3422192" y="516355"/>
                        </a:moveTo>
                        <a:cubicBezTo>
                          <a:pt x="3417525" y="518927"/>
                          <a:pt x="3412477" y="520736"/>
                          <a:pt x="3408381" y="524070"/>
                        </a:cubicBezTo>
                        <a:cubicBezTo>
                          <a:pt x="3400094" y="530833"/>
                          <a:pt x="3397523" y="542358"/>
                          <a:pt x="3395998" y="552931"/>
                        </a:cubicBezTo>
                        <a:cubicBezTo>
                          <a:pt x="3392665" y="574934"/>
                          <a:pt x="3391236" y="597127"/>
                          <a:pt x="3391427" y="619320"/>
                        </a:cubicBezTo>
                        <a:cubicBezTo>
                          <a:pt x="3391522" y="626559"/>
                          <a:pt x="3392093" y="634274"/>
                          <a:pt x="3393617" y="641513"/>
                        </a:cubicBezTo>
                        <a:cubicBezTo>
                          <a:pt x="3397427" y="651324"/>
                          <a:pt x="3402571" y="660468"/>
                          <a:pt x="3409715" y="668374"/>
                        </a:cubicBezTo>
                        <a:cubicBezTo>
                          <a:pt x="3400571" y="662373"/>
                          <a:pt x="3395998" y="652372"/>
                          <a:pt x="3393617" y="641513"/>
                        </a:cubicBezTo>
                        <a:cubicBezTo>
                          <a:pt x="3385140" y="619796"/>
                          <a:pt x="3383711" y="594650"/>
                          <a:pt x="3385426" y="571028"/>
                        </a:cubicBezTo>
                        <a:cubicBezTo>
                          <a:pt x="3381330" y="594364"/>
                          <a:pt x="3359137" y="613034"/>
                          <a:pt x="3335515" y="613129"/>
                        </a:cubicBezTo>
                        <a:cubicBezTo>
                          <a:pt x="3348183" y="602270"/>
                          <a:pt x="3359613" y="589983"/>
                          <a:pt x="3369329" y="576457"/>
                        </a:cubicBezTo>
                        <a:cubicBezTo>
                          <a:pt x="3377234" y="565504"/>
                          <a:pt x="3384378" y="551883"/>
                          <a:pt x="3380092" y="539120"/>
                        </a:cubicBezTo>
                        <a:cubicBezTo>
                          <a:pt x="3377139" y="530547"/>
                          <a:pt x="3369710" y="524451"/>
                          <a:pt x="3363614" y="517688"/>
                        </a:cubicBezTo>
                        <a:cubicBezTo>
                          <a:pt x="3357994" y="511592"/>
                          <a:pt x="3351707" y="504448"/>
                          <a:pt x="3351803" y="496447"/>
                        </a:cubicBezTo>
                        <a:cubicBezTo>
                          <a:pt x="3386664" y="509021"/>
                          <a:pt x="3423621" y="516069"/>
                          <a:pt x="3452577" y="484827"/>
                        </a:cubicBezTo>
                        <a:cubicBezTo>
                          <a:pt x="3444005" y="497019"/>
                          <a:pt x="3435051" y="509306"/>
                          <a:pt x="3422192" y="516355"/>
                        </a:cubicBezTo>
                        <a:close/>
                        <a:moveTo>
                          <a:pt x="3439909" y="309281"/>
                        </a:moveTo>
                        <a:cubicBezTo>
                          <a:pt x="3443242" y="326331"/>
                          <a:pt x="3420097" y="350429"/>
                          <a:pt x="3417430" y="369003"/>
                        </a:cubicBezTo>
                        <a:cubicBezTo>
                          <a:pt x="3414096" y="391672"/>
                          <a:pt x="3418478" y="414913"/>
                          <a:pt x="3423812" y="436916"/>
                        </a:cubicBezTo>
                        <a:cubicBezTo>
                          <a:pt x="3427526" y="452252"/>
                          <a:pt x="3431527" y="469682"/>
                          <a:pt x="3422764" y="482827"/>
                        </a:cubicBezTo>
                        <a:cubicBezTo>
                          <a:pt x="3414667" y="495019"/>
                          <a:pt x="3398189" y="498734"/>
                          <a:pt x="3383521" y="498162"/>
                        </a:cubicBezTo>
                        <a:cubicBezTo>
                          <a:pt x="3368566" y="497590"/>
                          <a:pt x="3353422" y="493400"/>
                          <a:pt x="3341420" y="484255"/>
                        </a:cubicBezTo>
                        <a:cubicBezTo>
                          <a:pt x="3329419" y="475112"/>
                          <a:pt x="3321227" y="460729"/>
                          <a:pt x="3321418" y="445775"/>
                        </a:cubicBezTo>
                        <a:cubicBezTo>
                          <a:pt x="3321799" y="421676"/>
                          <a:pt x="3342373" y="403007"/>
                          <a:pt x="3349707" y="380052"/>
                        </a:cubicBezTo>
                        <a:cubicBezTo>
                          <a:pt x="3354089" y="366241"/>
                          <a:pt x="3353517" y="351287"/>
                          <a:pt x="3357708" y="337380"/>
                        </a:cubicBezTo>
                        <a:cubicBezTo>
                          <a:pt x="3364661" y="314044"/>
                          <a:pt x="3431050" y="263847"/>
                          <a:pt x="3439909" y="309281"/>
                        </a:cubicBezTo>
                        <a:close/>
                        <a:moveTo>
                          <a:pt x="3307892" y="378909"/>
                        </a:moveTo>
                        <a:cubicBezTo>
                          <a:pt x="3325895" y="356716"/>
                          <a:pt x="3334467" y="327855"/>
                          <a:pt x="3335515" y="299280"/>
                        </a:cubicBezTo>
                        <a:cubicBezTo>
                          <a:pt x="3335896" y="288898"/>
                          <a:pt x="3322751" y="234510"/>
                          <a:pt x="3326752" y="229652"/>
                        </a:cubicBezTo>
                        <a:cubicBezTo>
                          <a:pt x="3333038" y="221842"/>
                          <a:pt x="3350183" y="251655"/>
                          <a:pt x="3358851" y="256513"/>
                        </a:cubicBezTo>
                        <a:cubicBezTo>
                          <a:pt x="3378377" y="267657"/>
                          <a:pt x="3405809" y="263466"/>
                          <a:pt x="3421049" y="279944"/>
                        </a:cubicBezTo>
                        <a:cubicBezTo>
                          <a:pt x="3401618" y="268133"/>
                          <a:pt x="3376187" y="278420"/>
                          <a:pt x="3357898" y="291946"/>
                        </a:cubicBezTo>
                        <a:cubicBezTo>
                          <a:pt x="3348564" y="298804"/>
                          <a:pt x="3339515" y="307186"/>
                          <a:pt x="3336182" y="318235"/>
                        </a:cubicBezTo>
                        <a:cubicBezTo>
                          <a:pt x="3334277" y="324617"/>
                          <a:pt x="3334372" y="331475"/>
                          <a:pt x="3333896" y="338142"/>
                        </a:cubicBezTo>
                        <a:cubicBezTo>
                          <a:pt x="3331895" y="365955"/>
                          <a:pt x="3317608" y="392625"/>
                          <a:pt x="3295605" y="409770"/>
                        </a:cubicBezTo>
                        <a:cubicBezTo>
                          <a:pt x="3273602" y="426915"/>
                          <a:pt x="3244265" y="434249"/>
                          <a:pt x="3216833" y="429487"/>
                        </a:cubicBezTo>
                        <a:cubicBezTo>
                          <a:pt x="3251219" y="421295"/>
                          <a:pt x="3285604" y="406436"/>
                          <a:pt x="3307892" y="378909"/>
                        </a:cubicBezTo>
                        <a:close/>
                        <a:moveTo>
                          <a:pt x="3108153" y="463872"/>
                        </a:moveTo>
                        <a:cubicBezTo>
                          <a:pt x="3117011" y="459395"/>
                          <a:pt x="3127298" y="458919"/>
                          <a:pt x="3137204" y="458633"/>
                        </a:cubicBezTo>
                        <a:cubicBezTo>
                          <a:pt x="3162350" y="457871"/>
                          <a:pt x="3187496" y="457014"/>
                          <a:pt x="3212547" y="456252"/>
                        </a:cubicBezTo>
                        <a:cubicBezTo>
                          <a:pt x="3235026" y="455585"/>
                          <a:pt x="3258267" y="454633"/>
                          <a:pt x="3278650" y="445108"/>
                        </a:cubicBezTo>
                        <a:lnTo>
                          <a:pt x="3280460" y="474445"/>
                        </a:lnTo>
                        <a:cubicBezTo>
                          <a:pt x="3279889" y="475397"/>
                          <a:pt x="3279317" y="476445"/>
                          <a:pt x="3278746" y="477397"/>
                        </a:cubicBezTo>
                        <a:cubicBezTo>
                          <a:pt x="3279222" y="477683"/>
                          <a:pt x="3279889" y="477874"/>
                          <a:pt x="3280365" y="478255"/>
                        </a:cubicBezTo>
                        <a:cubicBezTo>
                          <a:pt x="3286461" y="482827"/>
                          <a:pt x="3290366" y="493495"/>
                          <a:pt x="3288461" y="500829"/>
                        </a:cubicBezTo>
                        <a:cubicBezTo>
                          <a:pt x="3286271" y="509306"/>
                          <a:pt x="3277793" y="514640"/>
                          <a:pt x="3270745" y="518831"/>
                        </a:cubicBezTo>
                        <a:cubicBezTo>
                          <a:pt x="3263030" y="523403"/>
                          <a:pt x="3255314" y="528071"/>
                          <a:pt x="3247599" y="532643"/>
                        </a:cubicBezTo>
                        <a:cubicBezTo>
                          <a:pt x="3243884" y="540739"/>
                          <a:pt x="3241122" y="549121"/>
                          <a:pt x="3241217" y="557979"/>
                        </a:cubicBezTo>
                        <a:cubicBezTo>
                          <a:pt x="3241313" y="566361"/>
                          <a:pt x="3243980" y="575314"/>
                          <a:pt x="3240265" y="582744"/>
                        </a:cubicBezTo>
                        <a:cubicBezTo>
                          <a:pt x="3235979" y="591412"/>
                          <a:pt x="3224358" y="594364"/>
                          <a:pt x="3215023" y="591888"/>
                        </a:cubicBezTo>
                        <a:cubicBezTo>
                          <a:pt x="3205594" y="589412"/>
                          <a:pt x="3197974" y="582935"/>
                          <a:pt x="3190544" y="576553"/>
                        </a:cubicBezTo>
                        <a:cubicBezTo>
                          <a:pt x="3162827" y="552645"/>
                          <a:pt x="3135109" y="528737"/>
                          <a:pt x="3107296" y="504829"/>
                        </a:cubicBezTo>
                        <a:cubicBezTo>
                          <a:pt x="3101866" y="500067"/>
                          <a:pt x="3096056" y="494923"/>
                          <a:pt x="3094437" y="487875"/>
                        </a:cubicBezTo>
                        <a:cubicBezTo>
                          <a:pt x="3092341" y="478160"/>
                          <a:pt x="3099295" y="468349"/>
                          <a:pt x="3108153" y="463872"/>
                        </a:cubicBezTo>
                        <a:close/>
                        <a:moveTo>
                          <a:pt x="3091770" y="589983"/>
                        </a:moveTo>
                        <a:cubicBezTo>
                          <a:pt x="3091865" y="598937"/>
                          <a:pt x="3084722" y="606271"/>
                          <a:pt x="3075768" y="606461"/>
                        </a:cubicBezTo>
                        <a:cubicBezTo>
                          <a:pt x="3073768" y="606461"/>
                          <a:pt x="3071958" y="606080"/>
                          <a:pt x="3070244" y="605509"/>
                        </a:cubicBezTo>
                        <a:cubicBezTo>
                          <a:pt x="3063195" y="612081"/>
                          <a:pt x="3054527" y="618082"/>
                          <a:pt x="3046526" y="622844"/>
                        </a:cubicBezTo>
                        <a:cubicBezTo>
                          <a:pt x="3045764" y="648657"/>
                          <a:pt x="3052432" y="677327"/>
                          <a:pt x="3048812" y="701997"/>
                        </a:cubicBezTo>
                        <a:cubicBezTo>
                          <a:pt x="3045383" y="725619"/>
                          <a:pt x="3023476" y="737430"/>
                          <a:pt x="3002521" y="743907"/>
                        </a:cubicBezTo>
                        <a:cubicBezTo>
                          <a:pt x="2992329" y="747050"/>
                          <a:pt x="2981090" y="749527"/>
                          <a:pt x="2971088" y="745717"/>
                        </a:cubicBezTo>
                        <a:cubicBezTo>
                          <a:pt x="2961087" y="741907"/>
                          <a:pt x="2954324" y="732382"/>
                          <a:pt x="2950229" y="722380"/>
                        </a:cubicBezTo>
                        <a:cubicBezTo>
                          <a:pt x="2934036" y="683042"/>
                          <a:pt x="2952800" y="639037"/>
                          <a:pt x="2958706" y="596936"/>
                        </a:cubicBezTo>
                        <a:cubicBezTo>
                          <a:pt x="2962897" y="567313"/>
                          <a:pt x="2968898" y="539596"/>
                          <a:pt x="3004997" y="539024"/>
                        </a:cubicBezTo>
                        <a:cubicBezTo>
                          <a:pt x="3027857" y="538643"/>
                          <a:pt x="3038621" y="550550"/>
                          <a:pt x="3043573" y="566647"/>
                        </a:cubicBezTo>
                        <a:cubicBezTo>
                          <a:pt x="3054813" y="560646"/>
                          <a:pt x="3066910" y="559884"/>
                          <a:pt x="3077768" y="570266"/>
                        </a:cubicBezTo>
                        <a:cubicBezTo>
                          <a:pt x="3079483" y="571886"/>
                          <a:pt x="3080721" y="573600"/>
                          <a:pt x="3081673" y="575314"/>
                        </a:cubicBezTo>
                        <a:cubicBezTo>
                          <a:pt x="3087484" y="577505"/>
                          <a:pt x="3091770" y="583220"/>
                          <a:pt x="3091770" y="589983"/>
                        </a:cubicBezTo>
                        <a:close/>
                        <a:moveTo>
                          <a:pt x="2991948" y="363288"/>
                        </a:moveTo>
                        <a:cubicBezTo>
                          <a:pt x="3001759" y="355954"/>
                          <a:pt x="3012617" y="350048"/>
                          <a:pt x="3021857" y="342047"/>
                        </a:cubicBezTo>
                        <a:cubicBezTo>
                          <a:pt x="3044240" y="322521"/>
                          <a:pt x="3052717" y="295375"/>
                          <a:pt x="3058909" y="267371"/>
                        </a:cubicBezTo>
                        <a:cubicBezTo>
                          <a:pt x="3061099" y="285850"/>
                          <a:pt x="3060719" y="304900"/>
                          <a:pt x="3061385" y="323473"/>
                        </a:cubicBezTo>
                        <a:cubicBezTo>
                          <a:pt x="3061862" y="336523"/>
                          <a:pt x="3063290" y="351477"/>
                          <a:pt x="3073863" y="359192"/>
                        </a:cubicBezTo>
                        <a:cubicBezTo>
                          <a:pt x="3055004" y="349572"/>
                          <a:pt x="3031763" y="351953"/>
                          <a:pt x="3012332" y="360526"/>
                        </a:cubicBezTo>
                        <a:cubicBezTo>
                          <a:pt x="2992900" y="369098"/>
                          <a:pt x="2976517" y="383100"/>
                          <a:pt x="2960420" y="396911"/>
                        </a:cubicBezTo>
                        <a:cubicBezTo>
                          <a:pt x="2968802" y="383957"/>
                          <a:pt x="2979565" y="372527"/>
                          <a:pt x="2991948" y="363288"/>
                        </a:cubicBezTo>
                        <a:close/>
                        <a:moveTo>
                          <a:pt x="2927178" y="464348"/>
                        </a:moveTo>
                        <a:cubicBezTo>
                          <a:pt x="2927178" y="459967"/>
                          <a:pt x="2927178" y="455395"/>
                          <a:pt x="2928988" y="451394"/>
                        </a:cubicBezTo>
                        <a:cubicBezTo>
                          <a:pt x="2931464" y="445584"/>
                          <a:pt x="2936894" y="441774"/>
                          <a:pt x="2941656" y="437678"/>
                        </a:cubicBezTo>
                        <a:cubicBezTo>
                          <a:pt x="2963278" y="419486"/>
                          <a:pt x="3017570" y="350239"/>
                          <a:pt x="3041669" y="393387"/>
                        </a:cubicBezTo>
                        <a:cubicBezTo>
                          <a:pt x="3052527" y="390148"/>
                          <a:pt x="3064814" y="388815"/>
                          <a:pt x="3072244" y="394435"/>
                        </a:cubicBezTo>
                        <a:cubicBezTo>
                          <a:pt x="3078340" y="399007"/>
                          <a:pt x="3082245" y="409675"/>
                          <a:pt x="3080340" y="417009"/>
                        </a:cubicBezTo>
                        <a:cubicBezTo>
                          <a:pt x="3078149" y="425486"/>
                          <a:pt x="3069672" y="430820"/>
                          <a:pt x="3062623" y="435011"/>
                        </a:cubicBezTo>
                        <a:cubicBezTo>
                          <a:pt x="3051574" y="441584"/>
                          <a:pt x="3040430" y="448251"/>
                          <a:pt x="3029381" y="454823"/>
                        </a:cubicBezTo>
                        <a:cubicBezTo>
                          <a:pt x="3007760" y="475112"/>
                          <a:pt x="2992900" y="500257"/>
                          <a:pt x="2961658" y="507115"/>
                        </a:cubicBezTo>
                        <a:cubicBezTo>
                          <a:pt x="2949181" y="509878"/>
                          <a:pt x="2932893" y="507496"/>
                          <a:pt x="2928416" y="495495"/>
                        </a:cubicBezTo>
                        <a:cubicBezTo>
                          <a:pt x="2927083" y="491876"/>
                          <a:pt x="2927083" y="487970"/>
                          <a:pt x="2927083" y="484065"/>
                        </a:cubicBezTo>
                        <a:cubicBezTo>
                          <a:pt x="2927178" y="477588"/>
                          <a:pt x="2927178" y="470921"/>
                          <a:pt x="2927178" y="464348"/>
                        </a:cubicBezTo>
                        <a:close/>
                        <a:moveTo>
                          <a:pt x="2893650" y="474826"/>
                        </a:moveTo>
                        <a:cubicBezTo>
                          <a:pt x="2909557" y="489494"/>
                          <a:pt x="2915081" y="511878"/>
                          <a:pt x="2924702" y="531214"/>
                        </a:cubicBezTo>
                        <a:cubicBezTo>
                          <a:pt x="2926416" y="534547"/>
                          <a:pt x="2928416" y="538072"/>
                          <a:pt x="2931940" y="539501"/>
                        </a:cubicBezTo>
                        <a:cubicBezTo>
                          <a:pt x="2935274" y="540834"/>
                          <a:pt x="2938989" y="539786"/>
                          <a:pt x="2942418" y="538834"/>
                        </a:cubicBezTo>
                        <a:cubicBezTo>
                          <a:pt x="2950895" y="536357"/>
                          <a:pt x="2959373" y="533881"/>
                          <a:pt x="2967850" y="531404"/>
                        </a:cubicBezTo>
                        <a:cubicBezTo>
                          <a:pt x="2974613" y="528071"/>
                          <a:pt x="2981852" y="525880"/>
                          <a:pt x="2989376" y="525118"/>
                        </a:cubicBezTo>
                        <a:cubicBezTo>
                          <a:pt x="2982232" y="527213"/>
                          <a:pt x="2974994" y="529309"/>
                          <a:pt x="2967850" y="531404"/>
                        </a:cubicBezTo>
                        <a:cubicBezTo>
                          <a:pt x="2957658" y="536453"/>
                          <a:pt x="2948800" y="544263"/>
                          <a:pt x="2942894" y="553979"/>
                        </a:cubicBezTo>
                        <a:cubicBezTo>
                          <a:pt x="2932417" y="570933"/>
                          <a:pt x="2930798" y="591602"/>
                          <a:pt x="2929464" y="611510"/>
                        </a:cubicBezTo>
                        <a:cubicBezTo>
                          <a:pt x="2927273" y="643799"/>
                          <a:pt x="2925082" y="676184"/>
                          <a:pt x="2922987" y="708474"/>
                        </a:cubicBezTo>
                        <a:cubicBezTo>
                          <a:pt x="2908699" y="678375"/>
                          <a:pt x="2906985" y="642656"/>
                          <a:pt x="2918320" y="611319"/>
                        </a:cubicBezTo>
                        <a:cubicBezTo>
                          <a:pt x="2892316" y="646847"/>
                          <a:pt x="2866218" y="682280"/>
                          <a:pt x="2840215" y="717809"/>
                        </a:cubicBezTo>
                        <a:cubicBezTo>
                          <a:pt x="2854502" y="695044"/>
                          <a:pt x="2868885" y="672184"/>
                          <a:pt x="2883173" y="649419"/>
                        </a:cubicBezTo>
                        <a:cubicBezTo>
                          <a:pt x="2896031" y="629036"/>
                          <a:pt x="2908985" y="608080"/>
                          <a:pt x="2914319" y="584554"/>
                        </a:cubicBezTo>
                        <a:cubicBezTo>
                          <a:pt x="2920511" y="556931"/>
                          <a:pt x="2915081" y="526832"/>
                          <a:pt x="2899651" y="503115"/>
                        </a:cubicBezTo>
                        <a:cubicBezTo>
                          <a:pt x="2886030" y="482160"/>
                          <a:pt x="2866980" y="471492"/>
                          <a:pt x="2845739" y="460157"/>
                        </a:cubicBezTo>
                        <a:cubicBezTo>
                          <a:pt x="2854693" y="449013"/>
                          <a:pt x="2885078" y="467015"/>
                          <a:pt x="2893650" y="474826"/>
                        </a:cubicBezTo>
                        <a:close/>
                        <a:moveTo>
                          <a:pt x="2870790" y="751622"/>
                        </a:moveTo>
                        <a:cubicBezTo>
                          <a:pt x="2868695" y="751432"/>
                          <a:pt x="2866599" y="751051"/>
                          <a:pt x="2864599" y="750289"/>
                        </a:cubicBezTo>
                        <a:cubicBezTo>
                          <a:pt x="2863456" y="749813"/>
                          <a:pt x="2862503" y="749241"/>
                          <a:pt x="2861551" y="748574"/>
                        </a:cubicBezTo>
                        <a:cubicBezTo>
                          <a:pt x="2845073" y="735335"/>
                          <a:pt x="2865361" y="719809"/>
                          <a:pt x="2880887" y="730572"/>
                        </a:cubicBezTo>
                        <a:cubicBezTo>
                          <a:pt x="2898508" y="742669"/>
                          <a:pt x="2892316" y="754099"/>
                          <a:pt x="2870790" y="751622"/>
                        </a:cubicBezTo>
                        <a:close/>
                        <a:moveTo>
                          <a:pt x="2831738" y="404627"/>
                        </a:moveTo>
                        <a:cubicBezTo>
                          <a:pt x="2836310" y="404531"/>
                          <a:pt x="2840120" y="408246"/>
                          <a:pt x="2840120" y="412818"/>
                        </a:cubicBezTo>
                        <a:cubicBezTo>
                          <a:pt x="2840120" y="417390"/>
                          <a:pt x="2836500" y="421200"/>
                          <a:pt x="2831928" y="421200"/>
                        </a:cubicBezTo>
                        <a:cubicBezTo>
                          <a:pt x="2827356" y="421200"/>
                          <a:pt x="2823546" y="417580"/>
                          <a:pt x="2823546" y="413009"/>
                        </a:cubicBezTo>
                        <a:cubicBezTo>
                          <a:pt x="2823451" y="408437"/>
                          <a:pt x="2827165" y="404722"/>
                          <a:pt x="2831738" y="404627"/>
                        </a:cubicBezTo>
                        <a:close/>
                        <a:moveTo>
                          <a:pt x="2860503" y="821917"/>
                        </a:moveTo>
                        <a:cubicBezTo>
                          <a:pt x="2867361" y="812201"/>
                          <a:pt x="2886887" y="761433"/>
                          <a:pt x="2894031" y="756956"/>
                        </a:cubicBezTo>
                        <a:cubicBezTo>
                          <a:pt x="2905652" y="749717"/>
                          <a:pt x="2905461" y="777721"/>
                          <a:pt x="2911652" y="782388"/>
                        </a:cubicBezTo>
                        <a:cubicBezTo>
                          <a:pt x="2925559" y="792961"/>
                          <a:pt x="2957372" y="789437"/>
                          <a:pt x="2963468" y="804867"/>
                        </a:cubicBezTo>
                        <a:cubicBezTo>
                          <a:pt x="2950038" y="793628"/>
                          <a:pt x="2916700" y="802962"/>
                          <a:pt x="2888792" y="815345"/>
                        </a:cubicBezTo>
                        <a:cubicBezTo>
                          <a:pt x="2874600" y="821631"/>
                          <a:pt x="2859741" y="829346"/>
                          <a:pt x="2849359" y="839633"/>
                        </a:cubicBezTo>
                        <a:cubicBezTo>
                          <a:pt x="2843358" y="845634"/>
                          <a:pt x="2839262" y="851921"/>
                          <a:pt x="2834690" y="858207"/>
                        </a:cubicBezTo>
                        <a:cubicBezTo>
                          <a:pt x="2815355" y="884115"/>
                          <a:pt x="2783732" y="908785"/>
                          <a:pt x="2749727" y="924501"/>
                        </a:cubicBezTo>
                        <a:cubicBezTo>
                          <a:pt x="2715723" y="940217"/>
                          <a:pt x="2679909" y="946789"/>
                          <a:pt x="2653620" y="942027"/>
                        </a:cubicBezTo>
                        <a:cubicBezTo>
                          <a:pt x="2695435" y="934597"/>
                          <a:pt x="2741250" y="921167"/>
                          <a:pt x="2782017" y="895736"/>
                        </a:cubicBezTo>
                        <a:cubicBezTo>
                          <a:pt x="2814878" y="875257"/>
                          <a:pt x="2841739" y="848492"/>
                          <a:pt x="2860503" y="821917"/>
                        </a:cubicBezTo>
                        <a:close/>
                        <a:moveTo>
                          <a:pt x="2810211" y="582649"/>
                        </a:moveTo>
                        <a:cubicBezTo>
                          <a:pt x="2805639" y="582744"/>
                          <a:pt x="2801829" y="579029"/>
                          <a:pt x="2801829" y="574457"/>
                        </a:cubicBezTo>
                        <a:cubicBezTo>
                          <a:pt x="2801829" y="569885"/>
                          <a:pt x="2805448" y="566075"/>
                          <a:pt x="2810021" y="566075"/>
                        </a:cubicBezTo>
                        <a:cubicBezTo>
                          <a:pt x="2814592" y="566075"/>
                          <a:pt x="2818403" y="569695"/>
                          <a:pt x="2818403" y="574267"/>
                        </a:cubicBezTo>
                        <a:cubicBezTo>
                          <a:pt x="2818403" y="578839"/>
                          <a:pt x="2814783" y="582649"/>
                          <a:pt x="2810211" y="582649"/>
                        </a:cubicBezTo>
                        <a:close/>
                        <a:moveTo>
                          <a:pt x="2779255" y="350239"/>
                        </a:moveTo>
                        <a:cubicBezTo>
                          <a:pt x="2780112" y="351001"/>
                          <a:pt x="2780969" y="351858"/>
                          <a:pt x="2781827" y="352715"/>
                        </a:cubicBezTo>
                        <a:cubicBezTo>
                          <a:pt x="2791923" y="348620"/>
                          <a:pt x="2802400" y="349096"/>
                          <a:pt x="2812021" y="358240"/>
                        </a:cubicBezTo>
                        <a:cubicBezTo>
                          <a:pt x="2822689" y="368336"/>
                          <a:pt x="2817736" y="380147"/>
                          <a:pt x="2807544" y="390815"/>
                        </a:cubicBezTo>
                        <a:cubicBezTo>
                          <a:pt x="2806973" y="392149"/>
                          <a:pt x="2806115" y="393387"/>
                          <a:pt x="2805258" y="394530"/>
                        </a:cubicBezTo>
                        <a:cubicBezTo>
                          <a:pt x="2807830" y="405103"/>
                          <a:pt x="2808115" y="415676"/>
                          <a:pt x="2804687" y="424629"/>
                        </a:cubicBezTo>
                        <a:cubicBezTo>
                          <a:pt x="2794019" y="452728"/>
                          <a:pt x="2742679" y="460443"/>
                          <a:pt x="2717342" y="456919"/>
                        </a:cubicBezTo>
                        <a:cubicBezTo>
                          <a:pt x="2706770" y="455490"/>
                          <a:pt x="2695911" y="451489"/>
                          <a:pt x="2689244" y="443203"/>
                        </a:cubicBezTo>
                        <a:cubicBezTo>
                          <a:pt x="2667812" y="416533"/>
                          <a:pt x="2698578" y="373765"/>
                          <a:pt x="2717247" y="354335"/>
                        </a:cubicBezTo>
                        <a:cubicBezTo>
                          <a:pt x="2735440" y="334999"/>
                          <a:pt x="2758871" y="332522"/>
                          <a:pt x="2779255" y="350239"/>
                        </a:cubicBezTo>
                        <a:close/>
                        <a:moveTo>
                          <a:pt x="2606662" y="340333"/>
                        </a:moveTo>
                        <a:cubicBezTo>
                          <a:pt x="2610948" y="342904"/>
                          <a:pt x="2614948" y="346048"/>
                          <a:pt x="2619616" y="347857"/>
                        </a:cubicBezTo>
                        <a:cubicBezTo>
                          <a:pt x="2624188" y="349572"/>
                          <a:pt x="2629236" y="349858"/>
                          <a:pt x="2634189" y="349858"/>
                        </a:cubicBezTo>
                        <a:cubicBezTo>
                          <a:pt x="2660764" y="349762"/>
                          <a:pt x="2687243" y="342428"/>
                          <a:pt x="2710008" y="328807"/>
                        </a:cubicBezTo>
                        <a:cubicBezTo>
                          <a:pt x="2700959" y="342143"/>
                          <a:pt x="2685053" y="348620"/>
                          <a:pt x="2671717" y="357573"/>
                        </a:cubicBezTo>
                        <a:cubicBezTo>
                          <a:pt x="2658382" y="366527"/>
                          <a:pt x="2646000" y="381767"/>
                          <a:pt x="2650286" y="397292"/>
                        </a:cubicBezTo>
                        <a:cubicBezTo>
                          <a:pt x="2629427" y="364431"/>
                          <a:pt x="2602280" y="345000"/>
                          <a:pt x="2565799" y="333665"/>
                        </a:cubicBezTo>
                        <a:cubicBezTo>
                          <a:pt x="2578087" y="327855"/>
                          <a:pt x="2595517" y="333665"/>
                          <a:pt x="2606662" y="340333"/>
                        </a:cubicBezTo>
                        <a:close/>
                        <a:moveTo>
                          <a:pt x="2549512" y="366431"/>
                        </a:moveTo>
                        <a:cubicBezTo>
                          <a:pt x="2566942" y="374146"/>
                          <a:pt x="2576182" y="388148"/>
                          <a:pt x="2580278" y="404722"/>
                        </a:cubicBezTo>
                        <a:cubicBezTo>
                          <a:pt x="2587993" y="405960"/>
                          <a:pt x="2593898" y="412437"/>
                          <a:pt x="2593994" y="420533"/>
                        </a:cubicBezTo>
                        <a:cubicBezTo>
                          <a:pt x="2594089" y="427963"/>
                          <a:pt x="2589136" y="434154"/>
                          <a:pt x="2582468" y="436250"/>
                        </a:cubicBezTo>
                        <a:cubicBezTo>
                          <a:pt x="2580658" y="459871"/>
                          <a:pt x="2572657" y="484065"/>
                          <a:pt x="2564180" y="500829"/>
                        </a:cubicBezTo>
                        <a:cubicBezTo>
                          <a:pt x="2550369" y="528166"/>
                          <a:pt x="2531414" y="552931"/>
                          <a:pt x="2508745" y="573410"/>
                        </a:cubicBezTo>
                        <a:cubicBezTo>
                          <a:pt x="2504173" y="577505"/>
                          <a:pt x="2499220" y="581601"/>
                          <a:pt x="2493219" y="582554"/>
                        </a:cubicBezTo>
                        <a:cubicBezTo>
                          <a:pt x="2482551" y="584173"/>
                          <a:pt x="2473216" y="575696"/>
                          <a:pt x="2466168" y="567504"/>
                        </a:cubicBezTo>
                        <a:cubicBezTo>
                          <a:pt x="2439022" y="536262"/>
                          <a:pt x="2417686" y="499972"/>
                          <a:pt x="2403589" y="461014"/>
                        </a:cubicBezTo>
                        <a:cubicBezTo>
                          <a:pt x="2400827" y="453299"/>
                          <a:pt x="2398255" y="445012"/>
                          <a:pt x="2400065" y="437012"/>
                        </a:cubicBezTo>
                        <a:cubicBezTo>
                          <a:pt x="2402160" y="427772"/>
                          <a:pt x="2409685" y="420819"/>
                          <a:pt x="2416829" y="414628"/>
                        </a:cubicBezTo>
                        <a:cubicBezTo>
                          <a:pt x="2448737" y="386720"/>
                          <a:pt x="2503792" y="346334"/>
                          <a:pt x="2549512" y="366431"/>
                        </a:cubicBezTo>
                        <a:close/>
                        <a:moveTo>
                          <a:pt x="2487314" y="338047"/>
                        </a:moveTo>
                        <a:cubicBezTo>
                          <a:pt x="2465978" y="371289"/>
                          <a:pt x="2421782" y="380909"/>
                          <a:pt x="2392064" y="406912"/>
                        </a:cubicBezTo>
                        <a:cubicBezTo>
                          <a:pt x="2385587" y="412628"/>
                          <a:pt x="2379490" y="419771"/>
                          <a:pt x="2378538" y="428344"/>
                        </a:cubicBezTo>
                        <a:cubicBezTo>
                          <a:pt x="2373299" y="411389"/>
                          <a:pt x="2362060" y="396530"/>
                          <a:pt x="2347867" y="386148"/>
                        </a:cubicBezTo>
                        <a:cubicBezTo>
                          <a:pt x="2337390" y="378433"/>
                          <a:pt x="2311768" y="375099"/>
                          <a:pt x="2306148" y="365384"/>
                        </a:cubicBezTo>
                        <a:cubicBezTo>
                          <a:pt x="2316245" y="360430"/>
                          <a:pt x="2324627" y="365860"/>
                          <a:pt x="2333294" y="370908"/>
                        </a:cubicBezTo>
                        <a:cubicBezTo>
                          <a:pt x="2357583" y="385100"/>
                          <a:pt x="2387777" y="387101"/>
                          <a:pt x="2415019" y="379862"/>
                        </a:cubicBezTo>
                        <a:cubicBezTo>
                          <a:pt x="2442165" y="372622"/>
                          <a:pt x="2466549" y="357002"/>
                          <a:pt x="2487314" y="338047"/>
                        </a:cubicBezTo>
                        <a:close/>
                        <a:moveTo>
                          <a:pt x="2249570" y="267086"/>
                        </a:moveTo>
                        <a:cubicBezTo>
                          <a:pt x="2252617" y="241082"/>
                          <a:pt x="2300528" y="151643"/>
                          <a:pt x="2336438" y="177741"/>
                        </a:cubicBezTo>
                        <a:cubicBezTo>
                          <a:pt x="2350344" y="187837"/>
                          <a:pt x="2351011" y="217270"/>
                          <a:pt x="2353773" y="232319"/>
                        </a:cubicBezTo>
                        <a:cubicBezTo>
                          <a:pt x="2358726" y="259561"/>
                          <a:pt x="2363965" y="288040"/>
                          <a:pt x="2378538" y="312044"/>
                        </a:cubicBezTo>
                        <a:cubicBezTo>
                          <a:pt x="2384824" y="322235"/>
                          <a:pt x="2393111" y="333570"/>
                          <a:pt x="2389587" y="345000"/>
                        </a:cubicBezTo>
                        <a:cubicBezTo>
                          <a:pt x="2386825" y="354144"/>
                          <a:pt x="2376919" y="359573"/>
                          <a:pt x="2367394" y="360526"/>
                        </a:cubicBezTo>
                        <a:cubicBezTo>
                          <a:pt x="2357869" y="361478"/>
                          <a:pt x="2348439" y="359002"/>
                          <a:pt x="2339009" y="357192"/>
                        </a:cubicBezTo>
                        <a:cubicBezTo>
                          <a:pt x="2321483" y="353858"/>
                          <a:pt x="2303195" y="352811"/>
                          <a:pt x="2287289" y="344810"/>
                        </a:cubicBezTo>
                        <a:cubicBezTo>
                          <a:pt x="2260047" y="330903"/>
                          <a:pt x="2246045" y="297565"/>
                          <a:pt x="2249570" y="267086"/>
                        </a:cubicBezTo>
                        <a:close/>
                        <a:moveTo>
                          <a:pt x="2282050" y="396530"/>
                        </a:moveTo>
                        <a:cubicBezTo>
                          <a:pt x="2293480" y="384338"/>
                          <a:pt x="2302148" y="387196"/>
                          <a:pt x="2312149" y="400721"/>
                        </a:cubicBezTo>
                        <a:cubicBezTo>
                          <a:pt x="2312435" y="401102"/>
                          <a:pt x="2312625" y="401579"/>
                          <a:pt x="2313006" y="402055"/>
                        </a:cubicBezTo>
                        <a:cubicBezTo>
                          <a:pt x="2324531" y="395482"/>
                          <a:pt x="2337104" y="394339"/>
                          <a:pt x="2348344" y="405007"/>
                        </a:cubicBezTo>
                        <a:cubicBezTo>
                          <a:pt x="2365774" y="421581"/>
                          <a:pt x="2341676" y="442441"/>
                          <a:pt x="2320436" y="455680"/>
                        </a:cubicBezTo>
                        <a:cubicBezTo>
                          <a:pt x="2313387" y="478540"/>
                          <a:pt x="2294337" y="497114"/>
                          <a:pt x="2268239" y="497019"/>
                        </a:cubicBezTo>
                        <a:cubicBezTo>
                          <a:pt x="2262809" y="497019"/>
                          <a:pt x="2257094" y="496638"/>
                          <a:pt x="2252522" y="493780"/>
                        </a:cubicBezTo>
                        <a:cubicBezTo>
                          <a:pt x="2246522" y="489971"/>
                          <a:pt x="2243664" y="482541"/>
                          <a:pt x="2243569" y="475493"/>
                        </a:cubicBezTo>
                        <a:cubicBezTo>
                          <a:pt x="2243283" y="453776"/>
                          <a:pt x="2267667" y="412056"/>
                          <a:pt x="2282050" y="396530"/>
                        </a:cubicBezTo>
                        <a:close/>
                        <a:moveTo>
                          <a:pt x="2184799" y="361383"/>
                        </a:moveTo>
                        <a:cubicBezTo>
                          <a:pt x="2201659" y="349096"/>
                          <a:pt x="2211755" y="333284"/>
                          <a:pt x="2221090" y="315187"/>
                        </a:cubicBezTo>
                        <a:cubicBezTo>
                          <a:pt x="2226424" y="329760"/>
                          <a:pt x="2200611" y="350334"/>
                          <a:pt x="2195944" y="363764"/>
                        </a:cubicBezTo>
                        <a:cubicBezTo>
                          <a:pt x="2195372" y="365384"/>
                          <a:pt x="2194896" y="367098"/>
                          <a:pt x="2194991" y="368812"/>
                        </a:cubicBezTo>
                        <a:cubicBezTo>
                          <a:pt x="2195467" y="374337"/>
                          <a:pt x="2201373" y="377290"/>
                          <a:pt x="2206136" y="380338"/>
                        </a:cubicBezTo>
                        <a:cubicBezTo>
                          <a:pt x="2221757" y="390244"/>
                          <a:pt x="2228996" y="411675"/>
                          <a:pt x="2222423" y="429011"/>
                        </a:cubicBezTo>
                        <a:cubicBezTo>
                          <a:pt x="2225471" y="412246"/>
                          <a:pt x="2211946" y="397292"/>
                          <a:pt x="2198611" y="386624"/>
                        </a:cubicBezTo>
                        <a:cubicBezTo>
                          <a:pt x="2194515" y="383290"/>
                          <a:pt x="2190133" y="380052"/>
                          <a:pt x="2184990" y="378623"/>
                        </a:cubicBezTo>
                        <a:cubicBezTo>
                          <a:pt x="2175274" y="375861"/>
                          <a:pt x="2165178" y="380243"/>
                          <a:pt x="2155653" y="383290"/>
                        </a:cubicBezTo>
                        <a:cubicBezTo>
                          <a:pt x="2138889" y="388625"/>
                          <a:pt x="2120982" y="390148"/>
                          <a:pt x="2103551" y="387672"/>
                        </a:cubicBezTo>
                        <a:cubicBezTo>
                          <a:pt x="2132317" y="386148"/>
                          <a:pt x="2161463" y="378337"/>
                          <a:pt x="2184799" y="361383"/>
                        </a:cubicBezTo>
                        <a:close/>
                        <a:moveTo>
                          <a:pt x="2200897" y="461300"/>
                        </a:moveTo>
                        <a:cubicBezTo>
                          <a:pt x="2200992" y="465872"/>
                          <a:pt x="2197277" y="469682"/>
                          <a:pt x="2192705" y="469682"/>
                        </a:cubicBezTo>
                        <a:cubicBezTo>
                          <a:pt x="2188133" y="469778"/>
                          <a:pt x="2184323" y="466063"/>
                          <a:pt x="2184323" y="461491"/>
                        </a:cubicBezTo>
                        <a:cubicBezTo>
                          <a:pt x="2184228" y="456919"/>
                          <a:pt x="2187943" y="453109"/>
                          <a:pt x="2192515" y="453109"/>
                        </a:cubicBezTo>
                        <a:cubicBezTo>
                          <a:pt x="2197087" y="453109"/>
                          <a:pt x="2200897" y="456728"/>
                          <a:pt x="2200897" y="461300"/>
                        </a:cubicBezTo>
                        <a:close/>
                        <a:moveTo>
                          <a:pt x="2146699" y="417866"/>
                        </a:moveTo>
                        <a:cubicBezTo>
                          <a:pt x="2148700" y="417009"/>
                          <a:pt x="2150890" y="416437"/>
                          <a:pt x="2153177" y="416437"/>
                        </a:cubicBezTo>
                        <a:cubicBezTo>
                          <a:pt x="2162130" y="416342"/>
                          <a:pt x="2169464" y="423486"/>
                          <a:pt x="2169655" y="432439"/>
                        </a:cubicBezTo>
                        <a:cubicBezTo>
                          <a:pt x="2169750" y="439107"/>
                          <a:pt x="2165749" y="444917"/>
                          <a:pt x="2160035" y="447489"/>
                        </a:cubicBezTo>
                        <a:cubicBezTo>
                          <a:pt x="2166035" y="464158"/>
                          <a:pt x="2173655" y="484732"/>
                          <a:pt x="2167845" y="498829"/>
                        </a:cubicBezTo>
                        <a:cubicBezTo>
                          <a:pt x="2160320" y="517212"/>
                          <a:pt x="2136317" y="518546"/>
                          <a:pt x="2121935" y="507306"/>
                        </a:cubicBezTo>
                        <a:cubicBezTo>
                          <a:pt x="2109076" y="497305"/>
                          <a:pt x="2103170" y="480922"/>
                          <a:pt x="2099360" y="465110"/>
                        </a:cubicBezTo>
                        <a:cubicBezTo>
                          <a:pt x="2090407" y="427963"/>
                          <a:pt x="2126221" y="394816"/>
                          <a:pt x="2146699" y="417866"/>
                        </a:cubicBezTo>
                        <a:close/>
                        <a:moveTo>
                          <a:pt x="2014112" y="427868"/>
                        </a:moveTo>
                        <a:cubicBezTo>
                          <a:pt x="2018683" y="427772"/>
                          <a:pt x="2022494" y="431487"/>
                          <a:pt x="2022494" y="436059"/>
                        </a:cubicBezTo>
                        <a:cubicBezTo>
                          <a:pt x="2022494" y="440631"/>
                          <a:pt x="2018874" y="444441"/>
                          <a:pt x="2014302" y="444441"/>
                        </a:cubicBezTo>
                        <a:cubicBezTo>
                          <a:pt x="2009730" y="444441"/>
                          <a:pt x="2005920" y="440821"/>
                          <a:pt x="2005920" y="436250"/>
                        </a:cubicBezTo>
                        <a:cubicBezTo>
                          <a:pt x="2005920" y="431678"/>
                          <a:pt x="2009539" y="427868"/>
                          <a:pt x="2014112" y="427868"/>
                        </a:cubicBezTo>
                        <a:close/>
                        <a:moveTo>
                          <a:pt x="2027732" y="572267"/>
                        </a:moveTo>
                        <a:cubicBezTo>
                          <a:pt x="2054974" y="560932"/>
                          <a:pt x="2078596" y="538357"/>
                          <a:pt x="2085930" y="509782"/>
                        </a:cubicBezTo>
                        <a:cubicBezTo>
                          <a:pt x="2088788" y="498543"/>
                          <a:pt x="2089169" y="486732"/>
                          <a:pt x="2088311" y="475112"/>
                        </a:cubicBezTo>
                        <a:cubicBezTo>
                          <a:pt x="2086787" y="454633"/>
                          <a:pt x="2081263" y="434249"/>
                          <a:pt x="2071738" y="416056"/>
                        </a:cubicBezTo>
                        <a:cubicBezTo>
                          <a:pt x="2066975" y="407103"/>
                          <a:pt x="2061260" y="398530"/>
                          <a:pt x="2054593" y="390911"/>
                        </a:cubicBezTo>
                        <a:cubicBezTo>
                          <a:pt x="2049354" y="385005"/>
                          <a:pt x="2037448" y="378337"/>
                          <a:pt x="2035924" y="370908"/>
                        </a:cubicBezTo>
                        <a:cubicBezTo>
                          <a:pt x="2041924" y="371861"/>
                          <a:pt x="2047639" y="374909"/>
                          <a:pt x="2052402" y="378623"/>
                        </a:cubicBezTo>
                        <a:cubicBezTo>
                          <a:pt x="2061641" y="385767"/>
                          <a:pt x="2068118" y="395863"/>
                          <a:pt x="2073547" y="406151"/>
                        </a:cubicBezTo>
                        <a:cubicBezTo>
                          <a:pt x="2090407" y="437869"/>
                          <a:pt x="2099360" y="473873"/>
                          <a:pt x="2099265" y="509782"/>
                        </a:cubicBezTo>
                        <a:cubicBezTo>
                          <a:pt x="2117839" y="515212"/>
                          <a:pt x="2135270" y="524546"/>
                          <a:pt x="2150033" y="537024"/>
                        </a:cubicBezTo>
                        <a:cubicBezTo>
                          <a:pt x="2156224" y="538929"/>
                          <a:pt x="2163178" y="538834"/>
                          <a:pt x="2169464" y="536738"/>
                        </a:cubicBezTo>
                        <a:cubicBezTo>
                          <a:pt x="2178418" y="533690"/>
                          <a:pt x="2185942" y="527499"/>
                          <a:pt x="2192229" y="520451"/>
                        </a:cubicBezTo>
                        <a:cubicBezTo>
                          <a:pt x="2202707" y="508735"/>
                          <a:pt x="2210231" y="494447"/>
                          <a:pt x="2214137" y="479207"/>
                        </a:cubicBezTo>
                        <a:cubicBezTo>
                          <a:pt x="2214994" y="495686"/>
                          <a:pt x="2209660" y="512354"/>
                          <a:pt x="2199468" y="525308"/>
                        </a:cubicBezTo>
                        <a:cubicBezTo>
                          <a:pt x="2190229" y="537024"/>
                          <a:pt x="2177180" y="545501"/>
                          <a:pt x="2162797" y="549216"/>
                        </a:cubicBezTo>
                        <a:cubicBezTo>
                          <a:pt x="2167178" y="553979"/>
                          <a:pt x="2171274" y="559313"/>
                          <a:pt x="2172989" y="565504"/>
                        </a:cubicBezTo>
                        <a:cubicBezTo>
                          <a:pt x="2174608" y="571314"/>
                          <a:pt x="2174036" y="577410"/>
                          <a:pt x="2173274" y="583315"/>
                        </a:cubicBezTo>
                        <a:cubicBezTo>
                          <a:pt x="2170703" y="604937"/>
                          <a:pt x="2166416" y="626464"/>
                          <a:pt x="2160415" y="647419"/>
                        </a:cubicBezTo>
                        <a:cubicBezTo>
                          <a:pt x="2166321" y="623225"/>
                          <a:pt x="2166988" y="597317"/>
                          <a:pt x="2158987" y="573790"/>
                        </a:cubicBezTo>
                        <a:cubicBezTo>
                          <a:pt x="2150986" y="550169"/>
                          <a:pt x="2133841" y="529213"/>
                          <a:pt x="2110981" y="519498"/>
                        </a:cubicBezTo>
                        <a:cubicBezTo>
                          <a:pt x="2106790" y="517688"/>
                          <a:pt x="2101646" y="516355"/>
                          <a:pt x="2097836" y="518927"/>
                        </a:cubicBezTo>
                        <a:cubicBezTo>
                          <a:pt x="2095741" y="520260"/>
                          <a:pt x="2094503" y="522546"/>
                          <a:pt x="2093264" y="524737"/>
                        </a:cubicBezTo>
                        <a:cubicBezTo>
                          <a:pt x="2067737" y="568933"/>
                          <a:pt x="2013445" y="591126"/>
                          <a:pt x="1962486" y="588173"/>
                        </a:cubicBezTo>
                        <a:cubicBezTo>
                          <a:pt x="1940769" y="586935"/>
                          <a:pt x="1919528" y="581696"/>
                          <a:pt x="1897811" y="579505"/>
                        </a:cubicBezTo>
                        <a:cubicBezTo>
                          <a:pt x="1912099" y="578267"/>
                          <a:pt x="1926481" y="580648"/>
                          <a:pt x="1940769" y="581982"/>
                        </a:cubicBezTo>
                        <a:cubicBezTo>
                          <a:pt x="1970011" y="584935"/>
                          <a:pt x="2000491" y="583601"/>
                          <a:pt x="2027732" y="572267"/>
                        </a:cubicBezTo>
                        <a:close/>
                        <a:moveTo>
                          <a:pt x="1870094" y="511497"/>
                        </a:moveTo>
                        <a:cubicBezTo>
                          <a:pt x="1873332" y="486065"/>
                          <a:pt x="1876666" y="460729"/>
                          <a:pt x="1879904" y="435297"/>
                        </a:cubicBezTo>
                        <a:cubicBezTo>
                          <a:pt x="1884095" y="402436"/>
                          <a:pt x="1908670" y="373765"/>
                          <a:pt x="1943341" y="368241"/>
                        </a:cubicBezTo>
                        <a:cubicBezTo>
                          <a:pt x="1956199" y="366146"/>
                          <a:pt x="1962962" y="371384"/>
                          <a:pt x="1966487" y="379671"/>
                        </a:cubicBezTo>
                        <a:cubicBezTo>
                          <a:pt x="1975535" y="377004"/>
                          <a:pt x="1984774" y="378242"/>
                          <a:pt x="1993347" y="386434"/>
                        </a:cubicBezTo>
                        <a:cubicBezTo>
                          <a:pt x="2010492" y="402721"/>
                          <a:pt x="1987441" y="423296"/>
                          <a:pt x="1966391" y="436535"/>
                        </a:cubicBezTo>
                        <a:cubicBezTo>
                          <a:pt x="1963248" y="456443"/>
                          <a:pt x="1959438" y="475683"/>
                          <a:pt x="1960771" y="497305"/>
                        </a:cubicBezTo>
                        <a:cubicBezTo>
                          <a:pt x="1962772" y="529595"/>
                          <a:pt x="1939626" y="549692"/>
                          <a:pt x="1908098" y="552359"/>
                        </a:cubicBezTo>
                        <a:cubicBezTo>
                          <a:pt x="1894858" y="553502"/>
                          <a:pt x="1879428" y="550645"/>
                          <a:pt x="1872665" y="539215"/>
                        </a:cubicBezTo>
                        <a:cubicBezTo>
                          <a:pt x="1867807" y="530928"/>
                          <a:pt x="1868855" y="520831"/>
                          <a:pt x="1870094" y="511497"/>
                        </a:cubicBezTo>
                        <a:close/>
                        <a:moveTo>
                          <a:pt x="1873332" y="650371"/>
                        </a:moveTo>
                        <a:cubicBezTo>
                          <a:pt x="1878095" y="660278"/>
                          <a:pt x="1882952" y="670279"/>
                          <a:pt x="1890096" y="678565"/>
                        </a:cubicBezTo>
                        <a:cubicBezTo>
                          <a:pt x="1897240" y="686852"/>
                          <a:pt x="1907146" y="693425"/>
                          <a:pt x="1918099" y="694282"/>
                        </a:cubicBezTo>
                        <a:cubicBezTo>
                          <a:pt x="1900192" y="696854"/>
                          <a:pt x="1881238" y="684662"/>
                          <a:pt x="1876189" y="667326"/>
                        </a:cubicBezTo>
                        <a:cubicBezTo>
                          <a:pt x="1878475" y="675232"/>
                          <a:pt x="1849138" y="687519"/>
                          <a:pt x="1843423" y="688853"/>
                        </a:cubicBezTo>
                        <a:cubicBezTo>
                          <a:pt x="1857711" y="680375"/>
                          <a:pt x="1873046" y="668850"/>
                          <a:pt x="1873332" y="650371"/>
                        </a:cubicBezTo>
                        <a:close/>
                        <a:moveTo>
                          <a:pt x="1859806" y="630940"/>
                        </a:moveTo>
                        <a:cubicBezTo>
                          <a:pt x="1855520" y="639322"/>
                          <a:pt x="1842852" y="639894"/>
                          <a:pt x="1834946" y="634655"/>
                        </a:cubicBezTo>
                        <a:cubicBezTo>
                          <a:pt x="1827040" y="629417"/>
                          <a:pt x="1822564" y="620558"/>
                          <a:pt x="1817801" y="612367"/>
                        </a:cubicBezTo>
                        <a:cubicBezTo>
                          <a:pt x="1812467" y="603223"/>
                          <a:pt x="1806086" y="594269"/>
                          <a:pt x="1797608" y="587888"/>
                        </a:cubicBezTo>
                        <a:cubicBezTo>
                          <a:pt x="1789131" y="581411"/>
                          <a:pt x="1778177" y="577696"/>
                          <a:pt x="1767700" y="579601"/>
                        </a:cubicBezTo>
                        <a:lnTo>
                          <a:pt x="1740744" y="574648"/>
                        </a:lnTo>
                        <a:cubicBezTo>
                          <a:pt x="1752841" y="567599"/>
                          <a:pt x="1765795" y="562075"/>
                          <a:pt x="1779225" y="558265"/>
                        </a:cubicBezTo>
                        <a:cubicBezTo>
                          <a:pt x="1783035" y="557122"/>
                          <a:pt x="1787131" y="556169"/>
                          <a:pt x="1791036" y="556836"/>
                        </a:cubicBezTo>
                        <a:cubicBezTo>
                          <a:pt x="1794179" y="557312"/>
                          <a:pt x="1797037" y="558741"/>
                          <a:pt x="1799799" y="560265"/>
                        </a:cubicBezTo>
                        <a:cubicBezTo>
                          <a:pt x="1820468" y="571504"/>
                          <a:pt x="1838756" y="587126"/>
                          <a:pt x="1853044" y="605890"/>
                        </a:cubicBezTo>
                        <a:cubicBezTo>
                          <a:pt x="1857044" y="611129"/>
                          <a:pt x="1860759" y="616844"/>
                          <a:pt x="1861140" y="623416"/>
                        </a:cubicBezTo>
                        <a:cubicBezTo>
                          <a:pt x="1861330" y="626083"/>
                          <a:pt x="1860949" y="628654"/>
                          <a:pt x="1859806" y="630940"/>
                        </a:cubicBezTo>
                        <a:close/>
                        <a:moveTo>
                          <a:pt x="1823421" y="495686"/>
                        </a:moveTo>
                        <a:cubicBezTo>
                          <a:pt x="1835899" y="471302"/>
                          <a:pt x="1825231" y="447394"/>
                          <a:pt x="1820945" y="422819"/>
                        </a:cubicBezTo>
                        <a:cubicBezTo>
                          <a:pt x="1828660" y="432630"/>
                          <a:pt x="1834851" y="445298"/>
                          <a:pt x="1838756" y="457204"/>
                        </a:cubicBezTo>
                        <a:cubicBezTo>
                          <a:pt x="1842947" y="470159"/>
                          <a:pt x="1843995" y="484541"/>
                          <a:pt x="1838947" y="497210"/>
                        </a:cubicBezTo>
                        <a:cubicBezTo>
                          <a:pt x="1833898" y="509687"/>
                          <a:pt x="1822945" y="520641"/>
                          <a:pt x="1823897" y="534071"/>
                        </a:cubicBezTo>
                        <a:cubicBezTo>
                          <a:pt x="1824373" y="541215"/>
                          <a:pt x="1828374" y="547692"/>
                          <a:pt x="1832184" y="553788"/>
                        </a:cubicBezTo>
                        <a:cubicBezTo>
                          <a:pt x="1840375" y="566742"/>
                          <a:pt x="1848567" y="579696"/>
                          <a:pt x="1856758" y="592650"/>
                        </a:cubicBezTo>
                        <a:cubicBezTo>
                          <a:pt x="1842376" y="579791"/>
                          <a:pt x="1827993" y="567028"/>
                          <a:pt x="1813515" y="554169"/>
                        </a:cubicBezTo>
                        <a:cubicBezTo>
                          <a:pt x="1809324" y="550454"/>
                          <a:pt x="1804942" y="546549"/>
                          <a:pt x="1799608" y="544644"/>
                        </a:cubicBezTo>
                        <a:cubicBezTo>
                          <a:pt x="1789417" y="541025"/>
                          <a:pt x="1778272" y="545215"/>
                          <a:pt x="1767795" y="548263"/>
                        </a:cubicBezTo>
                        <a:cubicBezTo>
                          <a:pt x="1727219" y="559884"/>
                          <a:pt x="1681308" y="551121"/>
                          <a:pt x="1647780" y="525404"/>
                        </a:cubicBezTo>
                        <a:cubicBezTo>
                          <a:pt x="1673783" y="537024"/>
                          <a:pt x="1702072" y="544549"/>
                          <a:pt x="1730552" y="543692"/>
                        </a:cubicBezTo>
                        <a:cubicBezTo>
                          <a:pt x="1759032" y="542929"/>
                          <a:pt x="1787797" y="533309"/>
                          <a:pt x="1808848" y="514069"/>
                        </a:cubicBezTo>
                        <a:cubicBezTo>
                          <a:pt x="1814658" y="508735"/>
                          <a:pt x="1819802" y="502639"/>
                          <a:pt x="1823421" y="495686"/>
                        </a:cubicBezTo>
                        <a:close/>
                        <a:moveTo>
                          <a:pt x="1727790" y="312615"/>
                        </a:moveTo>
                        <a:cubicBezTo>
                          <a:pt x="1728362" y="310329"/>
                          <a:pt x="1728933" y="307948"/>
                          <a:pt x="1729314" y="305567"/>
                        </a:cubicBezTo>
                        <a:cubicBezTo>
                          <a:pt x="1727123" y="297089"/>
                          <a:pt x="1725599" y="288326"/>
                          <a:pt x="1727409" y="279754"/>
                        </a:cubicBezTo>
                        <a:cubicBezTo>
                          <a:pt x="1726838" y="286612"/>
                          <a:pt x="1729790" y="293279"/>
                          <a:pt x="1729886" y="300232"/>
                        </a:cubicBezTo>
                        <a:cubicBezTo>
                          <a:pt x="1729886" y="302042"/>
                          <a:pt x="1729600" y="303852"/>
                          <a:pt x="1729314" y="305567"/>
                        </a:cubicBezTo>
                        <a:cubicBezTo>
                          <a:pt x="1729695" y="306900"/>
                          <a:pt x="1729981" y="308234"/>
                          <a:pt x="1730362" y="309567"/>
                        </a:cubicBezTo>
                        <a:cubicBezTo>
                          <a:pt x="1731410" y="313377"/>
                          <a:pt x="1732553" y="317187"/>
                          <a:pt x="1734267" y="320616"/>
                        </a:cubicBezTo>
                        <a:cubicBezTo>
                          <a:pt x="1739696" y="331094"/>
                          <a:pt x="1750555" y="337571"/>
                          <a:pt x="1760842" y="343381"/>
                        </a:cubicBezTo>
                        <a:cubicBezTo>
                          <a:pt x="1750269" y="342619"/>
                          <a:pt x="1740077" y="337380"/>
                          <a:pt x="1733219" y="329284"/>
                        </a:cubicBezTo>
                        <a:cubicBezTo>
                          <a:pt x="1729028" y="332522"/>
                          <a:pt x="1724075" y="339380"/>
                          <a:pt x="1718932" y="339856"/>
                        </a:cubicBezTo>
                        <a:cubicBezTo>
                          <a:pt x="1722361" y="330903"/>
                          <a:pt x="1725313" y="321950"/>
                          <a:pt x="1727790" y="312615"/>
                        </a:cubicBezTo>
                        <a:close/>
                        <a:moveTo>
                          <a:pt x="1652828" y="423677"/>
                        </a:moveTo>
                        <a:cubicBezTo>
                          <a:pt x="1661782" y="414056"/>
                          <a:pt x="1673402" y="407103"/>
                          <a:pt x="1685213" y="401388"/>
                        </a:cubicBezTo>
                        <a:cubicBezTo>
                          <a:pt x="1703787" y="392339"/>
                          <a:pt x="1746269" y="375099"/>
                          <a:pt x="1767319" y="382910"/>
                        </a:cubicBezTo>
                        <a:cubicBezTo>
                          <a:pt x="1782463" y="388529"/>
                          <a:pt x="1783321" y="413961"/>
                          <a:pt x="1780273" y="435487"/>
                        </a:cubicBezTo>
                        <a:cubicBezTo>
                          <a:pt x="1784083" y="436154"/>
                          <a:pt x="1787131" y="439393"/>
                          <a:pt x="1787226" y="443393"/>
                        </a:cubicBezTo>
                        <a:cubicBezTo>
                          <a:pt x="1787321" y="447965"/>
                          <a:pt x="1783606" y="451775"/>
                          <a:pt x="1779035" y="451775"/>
                        </a:cubicBezTo>
                        <a:cubicBezTo>
                          <a:pt x="1778368" y="451775"/>
                          <a:pt x="1777796" y="451585"/>
                          <a:pt x="1777130" y="451394"/>
                        </a:cubicBezTo>
                        <a:cubicBezTo>
                          <a:pt x="1776177" y="455014"/>
                          <a:pt x="1775224" y="458157"/>
                          <a:pt x="1774367" y="460729"/>
                        </a:cubicBezTo>
                        <a:cubicBezTo>
                          <a:pt x="1765604" y="484446"/>
                          <a:pt x="1745983" y="504925"/>
                          <a:pt x="1721313" y="510640"/>
                        </a:cubicBezTo>
                        <a:cubicBezTo>
                          <a:pt x="1708645" y="513593"/>
                          <a:pt x="1695214" y="512545"/>
                          <a:pt x="1682737" y="508925"/>
                        </a:cubicBezTo>
                        <a:cubicBezTo>
                          <a:pt x="1659877" y="502162"/>
                          <a:pt x="1638350" y="483112"/>
                          <a:pt x="1637874" y="459300"/>
                        </a:cubicBezTo>
                        <a:cubicBezTo>
                          <a:pt x="1637588" y="446060"/>
                          <a:pt x="1643780" y="433297"/>
                          <a:pt x="1652828" y="423677"/>
                        </a:cubicBezTo>
                        <a:close/>
                        <a:moveTo>
                          <a:pt x="1614919" y="576172"/>
                        </a:moveTo>
                        <a:cubicBezTo>
                          <a:pt x="1626444" y="575886"/>
                          <a:pt x="1640541" y="567409"/>
                          <a:pt x="1651495" y="563980"/>
                        </a:cubicBezTo>
                        <a:cubicBezTo>
                          <a:pt x="1660544" y="561122"/>
                          <a:pt x="1672069" y="559313"/>
                          <a:pt x="1677974" y="566647"/>
                        </a:cubicBezTo>
                        <a:cubicBezTo>
                          <a:pt x="1680927" y="570266"/>
                          <a:pt x="1681498" y="575219"/>
                          <a:pt x="1682070" y="579982"/>
                        </a:cubicBezTo>
                        <a:cubicBezTo>
                          <a:pt x="1683880" y="595603"/>
                          <a:pt x="1687309" y="612748"/>
                          <a:pt x="1699977" y="621987"/>
                        </a:cubicBezTo>
                        <a:cubicBezTo>
                          <a:pt x="1707978" y="627797"/>
                          <a:pt x="1720551" y="633227"/>
                          <a:pt x="1717979" y="642752"/>
                        </a:cubicBezTo>
                        <a:cubicBezTo>
                          <a:pt x="1715693" y="651324"/>
                          <a:pt x="1703215" y="651229"/>
                          <a:pt x="1695024" y="647704"/>
                        </a:cubicBezTo>
                        <a:cubicBezTo>
                          <a:pt x="1686832" y="644085"/>
                          <a:pt x="1677307" y="639037"/>
                          <a:pt x="1669783" y="643704"/>
                        </a:cubicBezTo>
                        <a:cubicBezTo>
                          <a:pt x="1660639" y="649324"/>
                          <a:pt x="1663401" y="663516"/>
                          <a:pt x="1658257" y="672946"/>
                        </a:cubicBezTo>
                        <a:cubicBezTo>
                          <a:pt x="1655686" y="677708"/>
                          <a:pt x="1651019" y="681137"/>
                          <a:pt x="1646256" y="683709"/>
                        </a:cubicBezTo>
                        <a:cubicBezTo>
                          <a:pt x="1631873" y="691424"/>
                          <a:pt x="1614442" y="693139"/>
                          <a:pt x="1598917" y="688376"/>
                        </a:cubicBezTo>
                        <a:cubicBezTo>
                          <a:pt x="1578724" y="682185"/>
                          <a:pt x="1560912" y="665707"/>
                          <a:pt x="1539862" y="667517"/>
                        </a:cubicBezTo>
                        <a:cubicBezTo>
                          <a:pt x="1529098" y="668469"/>
                          <a:pt x="1515954" y="673613"/>
                          <a:pt x="1508905" y="665326"/>
                        </a:cubicBezTo>
                        <a:cubicBezTo>
                          <a:pt x="1505096" y="660944"/>
                          <a:pt x="1505286" y="654181"/>
                          <a:pt x="1507191" y="648752"/>
                        </a:cubicBezTo>
                        <a:cubicBezTo>
                          <a:pt x="1515097" y="626940"/>
                          <a:pt x="1544243" y="621415"/>
                          <a:pt x="1557578" y="602461"/>
                        </a:cubicBezTo>
                        <a:cubicBezTo>
                          <a:pt x="1565389" y="591412"/>
                          <a:pt x="1568437" y="575314"/>
                          <a:pt x="1581105" y="570647"/>
                        </a:cubicBezTo>
                        <a:cubicBezTo>
                          <a:pt x="1593011" y="566075"/>
                          <a:pt x="1603013" y="576362"/>
                          <a:pt x="1614919" y="576172"/>
                        </a:cubicBezTo>
                        <a:close/>
                        <a:moveTo>
                          <a:pt x="1492522" y="497876"/>
                        </a:moveTo>
                        <a:cubicBezTo>
                          <a:pt x="1504334" y="498638"/>
                          <a:pt x="1516335" y="499686"/>
                          <a:pt x="1527479" y="503687"/>
                        </a:cubicBezTo>
                        <a:cubicBezTo>
                          <a:pt x="1538623" y="507687"/>
                          <a:pt x="1549006" y="515117"/>
                          <a:pt x="1554340" y="525689"/>
                        </a:cubicBezTo>
                        <a:cubicBezTo>
                          <a:pt x="1558245" y="533404"/>
                          <a:pt x="1560817" y="543977"/>
                          <a:pt x="1569294" y="545406"/>
                        </a:cubicBezTo>
                        <a:cubicBezTo>
                          <a:pt x="1573485" y="546168"/>
                          <a:pt x="1578819" y="544644"/>
                          <a:pt x="1581200" y="548073"/>
                        </a:cubicBezTo>
                        <a:cubicBezTo>
                          <a:pt x="1573009" y="546835"/>
                          <a:pt x="1564913" y="551597"/>
                          <a:pt x="1559388" y="557693"/>
                        </a:cubicBezTo>
                        <a:cubicBezTo>
                          <a:pt x="1553768" y="563789"/>
                          <a:pt x="1550054" y="571314"/>
                          <a:pt x="1545196" y="578077"/>
                        </a:cubicBezTo>
                        <a:cubicBezTo>
                          <a:pt x="1536909" y="589507"/>
                          <a:pt x="1525479" y="598651"/>
                          <a:pt x="1512525" y="604271"/>
                        </a:cubicBezTo>
                        <a:cubicBezTo>
                          <a:pt x="1524336" y="596079"/>
                          <a:pt x="1535480" y="586268"/>
                          <a:pt x="1542529" y="573695"/>
                        </a:cubicBezTo>
                        <a:cubicBezTo>
                          <a:pt x="1549577" y="561122"/>
                          <a:pt x="1552149" y="545501"/>
                          <a:pt x="1546815" y="532166"/>
                        </a:cubicBezTo>
                        <a:cubicBezTo>
                          <a:pt x="1540338" y="515974"/>
                          <a:pt x="1523479" y="505782"/>
                          <a:pt x="1506238" y="503115"/>
                        </a:cubicBezTo>
                        <a:cubicBezTo>
                          <a:pt x="1491665" y="500829"/>
                          <a:pt x="1478235" y="505972"/>
                          <a:pt x="1464329" y="505401"/>
                        </a:cubicBezTo>
                        <a:cubicBezTo>
                          <a:pt x="1463376" y="495114"/>
                          <a:pt x="1486426" y="497495"/>
                          <a:pt x="1492522" y="497876"/>
                        </a:cubicBezTo>
                        <a:close/>
                        <a:moveTo>
                          <a:pt x="1432134" y="577791"/>
                        </a:moveTo>
                        <a:cubicBezTo>
                          <a:pt x="1430419" y="577410"/>
                          <a:pt x="1428610" y="577029"/>
                          <a:pt x="1427181" y="576077"/>
                        </a:cubicBezTo>
                        <a:cubicBezTo>
                          <a:pt x="1421752" y="572552"/>
                          <a:pt x="1423085" y="563789"/>
                          <a:pt x="1427467" y="559027"/>
                        </a:cubicBezTo>
                        <a:cubicBezTo>
                          <a:pt x="1440230" y="545501"/>
                          <a:pt x="1477473" y="508354"/>
                          <a:pt x="1490617" y="538834"/>
                        </a:cubicBezTo>
                        <a:cubicBezTo>
                          <a:pt x="1503762" y="569314"/>
                          <a:pt x="1453089" y="581792"/>
                          <a:pt x="1432134" y="577791"/>
                        </a:cubicBezTo>
                        <a:close/>
                        <a:moveTo>
                          <a:pt x="1442135" y="780102"/>
                        </a:moveTo>
                        <a:cubicBezTo>
                          <a:pt x="1446802" y="775149"/>
                          <a:pt x="1450136" y="768863"/>
                          <a:pt x="1456709" y="764767"/>
                        </a:cubicBezTo>
                        <a:cubicBezTo>
                          <a:pt x="1451470" y="777340"/>
                          <a:pt x="1437468" y="793056"/>
                          <a:pt x="1425752" y="805438"/>
                        </a:cubicBezTo>
                        <a:cubicBezTo>
                          <a:pt x="1419847" y="811725"/>
                          <a:pt x="1413370" y="818012"/>
                          <a:pt x="1409655" y="824393"/>
                        </a:cubicBezTo>
                        <a:cubicBezTo>
                          <a:pt x="1404607" y="833156"/>
                          <a:pt x="1405750" y="841443"/>
                          <a:pt x="1412417" y="845158"/>
                        </a:cubicBezTo>
                        <a:cubicBezTo>
                          <a:pt x="1403273" y="843920"/>
                          <a:pt x="1402035" y="834776"/>
                          <a:pt x="1392224" y="834395"/>
                        </a:cubicBezTo>
                        <a:cubicBezTo>
                          <a:pt x="1382699" y="834013"/>
                          <a:pt x="1370507" y="841824"/>
                          <a:pt x="1359554" y="847444"/>
                        </a:cubicBezTo>
                        <a:cubicBezTo>
                          <a:pt x="1337646" y="858683"/>
                          <a:pt x="1313452" y="862684"/>
                          <a:pt x="1298117" y="857445"/>
                        </a:cubicBezTo>
                        <a:cubicBezTo>
                          <a:pt x="1308118" y="858874"/>
                          <a:pt x="1321358" y="855540"/>
                          <a:pt x="1334026" y="850301"/>
                        </a:cubicBezTo>
                        <a:cubicBezTo>
                          <a:pt x="1346695" y="845063"/>
                          <a:pt x="1358792" y="837919"/>
                          <a:pt x="1370888" y="830870"/>
                        </a:cubicBezTo>
                        <a:cubicBezTo>
                          <a:pt x="1387747" y="821060"/>
                          <a:pt x="1404702" y="811058"/>
                          <a:pt x="1420037" y="799533"/>
                        </a:cubicBezTo>
                        <a:cubicBezTo>
                          <a:pt x="1428134" y="793532"/>
                          <a:pt x="1435754" y="786960"/>
                          <a:pt x="1442135" y="780102"/>
                        </a:cubicBezTo>
                        <a:close/>
                        <a:moveTo>
                          <a:pt x="1399368" y="683042"/>
                        </a:moveTo>
                        <a:cubicBezTo>
                          <a:pt x="1403940" y="682947"/>
                          <a:pt x="1407750" y="686662"/>
                          <a:pt x="1407750" y="691234"/>
                        </a:cubicBezTo>
                        <a:cubicBezTo>
                          <a:pt x="1407845" y="695806"/>
                          <a:pt x="1404130" y="699616"/>
                          <a:pt x="1399559" y="699616"/>
                        </a:cubicBezTo>
                        <a:cubicBezTo>
                          <a:pt x="1394987" y="699616"/>
                          <a:pt x="1391176" y="695996"/>
                          <a:pt x="1391176" y="691424"/>
                        </a:cubicBezTo>
                        <a:cubicBezTo>
                          <a:pt x="1391081" y="686947"/>
                          <a:pt x="1394796" y="683138"/>
                          <a:pt x="1399368" y="683042"/>
                        </a:cubicBezTo>
                        <a:close/>
                        <a:moveTo>
                          <a:pt x="1260875" y="658468"/>
                        </a:moveTo>
                        <a:cubicBezTo>
                          <a:pt x="1271923" y="636084"/>
                          <a:pt x="1291735" y="618558"/>
                          <a:pt x="1314405" y="607985"/>
                        </a:cubicBezTo>
                        <a:cubicBezTo>
                          <a:pt x="1332598" y="599508"/>
                          <a:pt x="1354696" y="595507"/>
                          <a:pt x="1372412" y="604937"/>
                        </a:cubicBezTo>
                        <a:lnTo>
                          <a:pt x="1379175" y="630083"/>
                        </a:lnTo>
                        <a:cubicBezTo>
                          <a:pt x="1377746" y="638846"/>
                          <a:pt x="1376413" y="647609"/>
                          <a:pt x="1375365" y="656468"/>
                        </a:cubicBezTo>
                        <a:cubicBezTo>
                          <a:pt x="1376127" y="658277"/>
                          <a:pt x="1376603" y="660278"/>
                          <a:pt x="1376603" y="662373"/>
                        </a:cubicBezTo>
                        <a:cubicBezTo>
                          <a:pt x="1376603" y="665802"/>
                          <a:pt x="1375651" y="668945"/>
                          <a:pt x="1373936" y="671517"/>
                        </a:cubicBezTo>
                        <a:cubicBezTo>
                          <a:pt x="1371936" y="692853"/>
                          <a:pt x="1371079" y="714189"/>
                          <a:pt x="1371460" y="735620"/>
                        </a:cubicBezTo>
                        <a:cubicBezTo>
                          <a:pt x="1371650" y="744383"/>
                          <a:pt x="1371936" y="753527"/>
                          <a:pt x="1367935" y="761338"/>
                        </a:cubicBezTo>
                        <a:cubicBezTo>
                          <a:pt x="1361839" y="773149"/>
                          <a:pt x="1347933" y="778292"/>
                          <a:pt x="1335265" y="782388"/>
                        </a:cubicBezTo>
                        <a:cubicBezTo>
                          <a:pt x="1328788" y="784484"/>
                          <a:pt x="1322120" y="786579"/>
                          <a:pt x="1315358" y="785817"/>
                        </a:cubicBezTo>
                        <a:cubicBezTo>
                          <a:pt x="1304213" y="784579"/>
                          <a:pt x="1295546" y="776006"/>
                          <a:pt x="1287830" y="768005"/>
                        </a:cubicBezTo>
                        <a:cubicBezTo>
                          <a:pt x="1276972" y="756671"/>
                          <a:pt x="1265827" y="745050"/>
                          <a:pt x="1259065" y="730858"/>
                        </a:cubicBezTo>
                        <a:cubicBezTo>
                          <a:pt x="1248301" y="708284"/>
                          <a:pt x="1249826" y="680852"/>
                          <a:pt x="1260875" y="658468"/>
                        </a:cubicBezTo>
                        <a:close/>
                        <a:moveTo>
                          <a:pt x="1334122" y="870875"/>
                        </a:moveTo>
                        <a:cubicBezTo>
                          <a:pt x="1349076" y="869065"/>
                          <a:pt x="1353076" y="874019"/>
                          <a:pt x="1351648" y="881829"/>
                        </a:cubicBezTo>
                        <a:cubicBezTo>
                          <a:pt x="1362887" y="879448"/>
                          <a:pt x="1372031" y="880781"/>
                          <a:pt x="1376127" y="888401"/>
                        </a:cubicBezTo>
                        <a:cubicBezTo>
                          <a:pt x="1384318" y="903737"/>
                          <a:pt x="1347076" y="922691"/>
                          <a:pt x="1316501" y="934788"/>
                        </a:cubicBezTo>
                        <a:cubicBezTo>
                          <a:pt x="1300975" y="953267"/>
                          <a:pt x="1284973" y="971173"/>
                          <a:pt x="1273067" y="991367"/>
                        </a:cubicBezTo>
                        <a:cubicBezTo>
                          <a:pt x="1255350" y="1021465"/>
                          <a:pt x="1218202" y="1039944"/>
                          <a:pt x="1182960" y="1042135"/>
                        </a:cubicBezTo>
                        <a:cubicBezTo>
                          <a:pt x="1168101" y="1042992"/>
                          <a:pt x="1153433" y="1040230"/>
                          <a:pt x="1153337" y="1029467"/>
                        </a:cubicBezTo>
                        <a:cubicBezTo>
                          <a:pt x="1153337" y="1021846"/>
                          <a:pt x="1160671" y="1012417"/>
                          <a:pt x="1167720" y="1003654"/>
                        </a:cubicBezTo>
                        <a:cubicBezTo>
                          <a:pt x="1186865" y="980032"/>
                          <a:pt x="1206010" y="956410"/>
                          <a:pt x="1225060" y="932788"/>
                        </a:cubicBezTo>
                        <a:cubicBezTo>
                          <a:pt x="1249826" y="902117"/>
                          <a:pt x="1293640" y="875638"/>
                          <a:pt x="1334122" y="870875"/>
                        </a:cubicBezTo>
                        <a:close/>
                        <a:moveTo>
                          <a:pt x="1138573" y="816678"/>
                        </a:moveTo>
                        <a:cubicBezTo>
                          <a:pt x="1140669" y="814487"/>
                          <a:pt x="1142669" y="812392"/>
                          <a:pt x="1144574" y="810201"/>
                        </a:cubicBezTo>
                        <a:cubicBezTo>
                          <a:pt x="1147527" y="802295"/>
                          <a:pt x="1151242" y="794104"/>
                          <a:pt x="1158385" y="786103"/>
                        </a:cubicBezTo>
                        <a:cubicBezTo>
                          <a:pt x="1153528" y="792485"/>
                          <a:pt x="1152575" y="798771"/>
                          <a:pt x="1148384" y="805153"/>
                        </a:cubicBezTo>
                        <a:cubicBezTo>
                          <a:pt x="1147337" y="806867"/>
                          <a:pt x="1145908" y="808487"/>
                          <a:pt x="1144479" y="810106"/>
                        </a:cubicBezTo>
                        <a:cubicBezTo>
                          <a:pt x="1144003" y="811344"/>
                          <a:pt x="1143526" y="812582"/>
                          <a:pt x="1143050" y="813916"/>
                        </a:cubicBezTo>
                        <a:cubicBezTo>
                          <a:pt x="1141812" y="817440"/>
                          <a:pt x="1140669" y="821060"/>
                          <a:pt x="1140383" y="824298"/>
                        </a:cubicBezTo>
                        <a:cubicBezTo>
                          <a:pt x="1139717" y="834204"/>
                          <a:pt x="1147337" y="840205"/>
                          <a:pt x="1154671" y="845825"/>
                        </a:cubicBezTo>
                        <a:cubicBezTo>
                          <a:pt x="1143908" y="844967"/>
                          <a:pt x="1136192" y="840014"/>
                          <a:pt x="1133906" y="832394"/>
                        </a:cubicBezTo>
                        <a:cubicBezTo>
                          <a:pt x="1127525" y="835347"/>
                          <a:pt x="1118000" y="841729"/>
                          <a:pt x="1112189" y="842110"/>
                        </a:cubicBezTo>
                        <a:cubicBezTo>
                          <a:pt x="1121524" y="833728"/>
                          <a:pt x="1130192" y="825346"/>
                          <a:pt x="1138573" y="816678"/>
                        </a:cubicBezTo>
                        <a:close/>
                        <a:moveTo>
                          <a:pt x="952360" y="952314"/>
                        </a:moveTo>
                        <a:cubicBezTo>
                          <a:pt x="960265" y="940027"/>
                          <a:pt x="974743" y="928216"/>
                          <a:pt x="990269" y="919357"/>
                        </a:cubicBezTo>
                        <a:cubicBezTo>
                          <a:pt x="1005795" y="910499"/>
                          <a:pt x="1022368" y="904118"/>
                          <a:pt x="1038561" y="898974"/>
                        </a:cubicBezTo>
                        <a:cubicBezTo>
                          <a:pt x="1063993" y="890782"/>
                          <a:pt x="1119809" y="875162"/>
                          <a:pt x="1137526" y="882591"/>
                        </a:cubicBezTo>
                        <a:cubicBezTo>
                          <a:pt x="1150289" y="887925"/>
                          <a:pt x="1135430" y="911738"/>
                          <a:pt x="1118952" y="931740"/>
                        </a:cubicBezTo>
                        <a:cubicBezTo>
                          <a:pt x="1122667" y="932407"/>
                          <a:pt x="1123905" y="935455"/>
                          <a:pt x="1121429" y="939170"/>
                        </a:cubicBezTo>
                        <a:cubicBezTo>
                          <a:pt x="1118666" y="943456"/>
                          <a:pt x="1112380" y="946885"/>
                          <a:pt x="1107522" y="946885"/>
                        </a:cubicBezTo>
                        <a:cubicBezTo>
                          <a:pt x="1106855" y="946885"/>
                          <a:pt x="1106284" y="946694"/>
                          <a:pt x="1105712" y="946504"/>
                        </a:cubicBezTo>
                        <a:cubicBezTo>
                          <a:pt x="1102474" y="949838"/>
                          <a:pt x="1099521" y="952790"/>
                          <a:pt x="1096949" y="955171"/>
                        </a:cubicBezTo>
                        <a:cubicBezTo>
                          <a:pt x="1072946" y="977174"/>
                          <a:pt x="1039418" y="996034"/>
                          <a:pt x="1009605" y="1001082"/>
                        </a:cubicBezTo>
                        <a:cubicBezTo>
                          <a:pt x="994270" y="1003654"/>
                          <a:pt x="980649" y="1002606"/>
                          <a:pt x="969600" y="998987"/>
                        </a:cubicBezTo>
                        <a:cubicBezTo>
                          <a:pt x="949312" y="992510"/>
                          <a:pt x="938072" y="974603"/>
                          <a:pt x="952360" y="952314"/>
                        </a:cubicBezTo>
                        <a:close/>
                        <a:moveTo>
                          <a:pt x="999223" y="1032038"/>
                        </a:moveTo>
                        <a:cubicBezTo>
                          <a:pt x="1030084" y="1031562"/>
                          <a:pt x="1066660" y="1022989"/>
                          <a:pt x="1100855" y="1005273"/>
                        </a:cubicBezTo>
                        <a:cubicBezTo>
                          <a:pt x="1110284" y="1000415"/>
                          <a:pt x="1119619" y="994796"/>
                          <a:pt x="1127715" y="988319"/>
                        </a:cubicBezTo>
                        <a:cubicBezTo>
                          <a:pt x="1156100" y="965744"/>
                          <a:pt x="1159433" y="943361"/>
                          <a:pt x="1169911" y="920405"/>
                        </a:cubicBezTo>
                        <a:cubicBezTo>
                          <a:pt x="1172006" y="929645"/>
                          <a:pt x="1170863" y="941551"/>
                          <a:pt x="1167625" y="952695"/>
                        </a:cubicBezTo>
                        <a:cubicBezTo>
                          <a:pt x="1164196" y="964792"/>
                          <a:pt x="1156385" y="978222"/>
                          <a:pt x="1143146" y="989938"/>
                        </a:cubicBezTo>
                        <a:cubicBezTo>
                          <a:pt x="1130096" y="1001463"/>
                          <a:pt x="1111618" y="1011560"/>
                          <a:pt x="1104379" y="1024132"/>
                        </a:cubicBezTo>
                        <a:cubicBezTo>
                          <a:pt x="1100473" y="1030800"/>
                          <a:pt x="1100759" y="1036801"/>
                          <a:pt x="1101140" y="1042516"/>
                        </a:cubicBezTo>
                        <a:cubicBezTo>
                          <a:pt x="1101902" y="1054708"/>
                          <a:pt x="1102664" y="1066805"/>
                          <a:pt x="1103426" y="1078997"/>
                        </a:cubicBezTo>
                        <a:cubicBezTo>
                          <a:pt x="1095997" y="1066900"/>
                          <a:pt x="1088567" y="1054803"/>
                          <a:pt x="1081042" y="1042611"/>
                        </a:cubicBezTo>
                        <a:cubicBezTo>
                          <a:pt x="1078852" y="1039087"/>
                          <a:pt x="1076566" y="1035467"/>
                          <a:pt x="1072089" y="1033562"/>
                        </a:cubicBezTo>
                        <a:cubicBezTo>
                          <a:pt x="1063421" y="1030038"/>
                          <a:pt x="1048943" y="1033848"/>
                          <a:pt x="1035989" y="1036610"/>
                        </a:cubicBezTo>
                        <a:cubicBezTo>
                          <a:pt x="985507" y="1046993"/>
                          <a:pt x="941977" y="1038325"/>
                          <a:pt x="922165" y="1014036"/>
                        </a:cubicBezTo>
                        <a:cubicBezTo>
                          <a:pt x="942835" y="1025085"/>
                          <a:pt x="968362" y="1032419"/>
                          <a:pt x="999223" y="1032038"/>
                        </a:cubicBezTo>
                        <a:close/>
                        <a:moveTo>
                          <a:pt x="855871" y="1060994"/>
                        </a:moveTo>
                        <a:cubicBezTo>
                          <a:pt x="868349" y="1060899"/>
                          <a:pt x="888542" y="1053089"/>
                          <a:pt x="902354" y="1050040"/>
                        </a:cubicBezTo>
                        <a:cubicBezTo>
                          <a:pt x="913688" y="1047469"/>
                          <a:pt x="927118" y="1045850"/>
                          <a:pt x="928928" y="1052803"/>
                        </a:cubicBezTo>
                        <a:cubicBezTo>
                          <a:pt x="929785" y="1056232"/>
                          <a:pt x="927404" y="1060899"/>
                          <a:pt x="925118" y="1065185"/>
                        </a:cubicBezTo>
                        <a:cubicBezTo>
                          <a:pt x="917403" y="1079759"/>
                          <a:pt x="910545" y="1095761"/>
                          <a:pt x="918355" y="1104523"/>
                        </a:cubicBezTo>
                        <a:cubicBezTo>
                          <a:pt x="923308" y="1110048"/>
                          <a:pt x="933310" y="1115192"/>
                          <a:pt x="924737" y="1124050"/>
                        </a:cubicBezTo>
                        <a:cubicBezTo>
                          <a:pt x="917022" y="1132051"/>
                          <a:pt x="903782" y="1131765"/>
                          <a:pt x="897305" y="1128431"/>
                        </a:cubicBezTo>
                        <a:cubicBezTo>
                          <a:pt x="890828" y="1125002"/>
                          <a:pt x="883780" y="1120145"/>
                          <a:pt x="872826" y="1124431"/>
                        </a:cubicBezTo>
                        <a:cubicBezTo>
                          <a:pt x="859586" y="1129574"/>
                          <a:pt x="853776" y="1142814"/>
                          <a:pt x="842537" y="1151577"/>
                        </a:cubicBezTo>
                        <a:cubicBezTo>
                          <a:pt x="836821" y="1155959"/>
                          <a:pt x="829868" y="1159102"/>
                          <a:pt x="823105" y="1161483"/>
                        </a:cubicBezTo>
                        <a:cubicBezTo>
                          <a:pt x="803103" y="1168532"/>
                          <a:pt x="783386" y="1169960"/>
                          <a:pt x="769765" y="1165388"/>
                        </a:cubicBezTo>
                        <a:cubicBezTo>
                          <a:pt x="752049" y="1159388"/>
                          <a:pt x="743191" y="1143767"/>
                          <a:pt x="719569" y="1145290"/>
                        </a:cubicBezTo>
                        <a:cubicBezTo>
                          <a:pt x="707472" y="1146053"/>
                          <a:pt x="690327" y="1150720"/>
                          <a:pt x="687946" y="1142909"/>
                        </a:cubicBezTo>
                        <a:cubicBezTo>
                          <a:pt x="686612" y="1138718"/>
                          <a:pt x="690898" y="1132527"/>
                          <a:pt x="696328" y="1127479"/>
                        </a:cubicBezTo>
                        <a:cubicBezTo>
                          <a:pt x="718140" y="1107286"/>
                          <a:pt x="752716" y="1102428"/>
                          <a:pt x="778624" y="1084902"/>
                        </a:cubicBezTo>
                        <a:cubicBezTo>
                          <a:pt x="793673" y="1074710"/>
                          <a:pt x="807008" y="1059756"/>
                          <a:pt x="823296" y="1055565"/>
                        </a:cubicBezTo>
                        <a:cubicBezTo>
                          <a:pt x="838726" y="1051469"/>
                          <a:pt x="843108" y="1061089"/>
                          <a:pt x="855871" y="1060994"/>
                        </a:cubicBezTo>
                        <a:close/>
                        <a:moveTo>
                          <a:pt x="773671" y="986795"/>
                        </a:moveTo>
                        <a:cubicBezTo>
                          <a:pt x="785863" y="987652"/>
                          <a:pt x="797959" y="988700"/>
                          <a:pt x="807389" y="992605"/>
                        </a:cubicBezTo>
                        <a:cubicBezTo>
                          <a:pt x="816819" y="996510"/>
                          <a:pt x="823391" y="1003463"/>
                          <a:pt x="822439" y="1013369"/>
                        </a:cubicBezTo>
                        <a:cubicBezTo>
                          <a:pt x="821772" y="1020608"/>
                          <a:pt x="818057" y="1030419"/>
                          <a:pt x="826249" y="1031943"/>
                        </a:cubicBezTo>
                        <a:cubicBezTo>
                          <a:pt x="830249" y="1032705"/>
                          <a:pt x="836821" y="1031276"/>
                          <a:pt x="837298" y="1034610"/>
                        </a:cubicBezTo>
                        <a:cubicBezTo>
                          <a:pt x="829297" y="1033372"/>
                          <a:pt x="817867" y="1037658"/>
                          <a:pt x="808056" y="1043373"/>
                        </a:cubicBezTo>
                        <a:cubicBezTo>
                          <a:pt x="798340" y="1048993"/>
                          <a:pt x="789673" y="1055946"/>
                          <a:pt x="780338" y="1062137"/>
                        </a:cubicBezTo>
                        <a:cubicBezTo>
                          <a:pt x="764431" y="1072710"/>
                          <a:pt x="746620" y="1081092"/>
                          <a:pt x="729379" y="1086140"/>
                        </a:cubicBezTo>
                        <a:cubicBezTo>
                          <a:pt x="747096" y="1078615"/>
                          <a:pt x="764908" y="1069567"/>
                          <a:pt x="780148" y="1057946"/>
                        </a:cubicBezTo>
                        <a:cubicBezTo>
                          <a:pt x="795388" y="1046326"/>
                          <a:pt x="807770" y="1031753"/>
                          <a:pt x="810342" y="1019275"/>
                        </a:cubicBezTo>
                        <a:cubicBezTo>
                          <a:pt x="813390" y="1004130"/>
                          <a:pt x="801674" y="994510"/>
                          <a:pt x="785005" y="991747"/>
                        </a:cubicBezTo>
                        <a:cubicBezTo>
                          <a:pt x="770908" y="989462"/>
                          <a:pt x="753383" y="994034"/>
                          <a:pt x="738904" y="993462"/>
                        </a:cubicBezTo>
                        <a:cubicBezTo>
                          <a:pt x="744334" y="983842"/>
                          <a:pt x="767384" y="986318"/>
                          <a:pt x="773671" y="986795"/>
                        </a:cubicBezTo>
                        <a:close/>
                        <a:moveTo>
                          <a:pt x="746429" y="1024895"/>
                        </a:moveTo>
                        <a:cubicBezTo>
                          <a:pt x="741571" y="1053470"/>
                          <a:pt x="679945" y="1064614"/>
                          <a:pt x="660133" y="1060613"/>
                        </a:cubicBezTo>
                        <a:cubicBezTo>
                          <a:pt x="658513" y="1060328"/>
                          <a:pt x="656894" y="1059851"/>
                          <a:pt x="655942" y="1058994"/>
                        </a:cubicBezTo>
                        <a:cubicBezTo>
                          <a:pt x="652322" y="1055660"/>
                          <a:pt x="659180" y="1047469"/>
                          <a:pt x="666800" y="1043087"/>
                        </a:cubicBezTo>
                        <a:cubicBezTo>
                          <a:pt x="688612" y="1030514"/>
                          <a:pt x="751192" y="996320"/>
                          <a:pt x="746429" y="1024895"/>
                        </a:cubicBezTo>
                        <a:close/>
                        <a:moveTo>
                          <a:pt x="564978" y="1062614"/>
                        </a:moveTo>
                        <a:cubicBezTo>
                          <a:pt x="549738" y="1064614"/>
                          <a:pt x="533355" y="1066519"/>
                          <a:pt x="524878" y="1060518"/>
                        </a:cubicBezTo>
                        <a:cubicBezTo>
                          <a:pt x="523449" y="1059470"/>
                          <a:pt x="522687" y="1057375"/>
                          <a:pt x="525163" y="1055660"/>
                        </a:cubicBezTo>
                        <a:cubicBezTo>
                          <a:pt x="543833" y="1056232"/>
                          <a:pt x="562787" y="1056708"/>
                          <a:pt x="583552" y="1053374"/>
                        </a:cubicBezTo>
                        <a:cubicBezTo>
                          <a:pt x="621652" y="1047278"/>
                          <a:pt x="659847" y="1028800"/>
                          <a:pt x="695280" y="1004606"/>
                        </a:cubicBezTo>
                        <a:cubicBezTo>
                          <a:pt x="694042" y="1016131"/>
                          <a:pt x="655656" y="1037372"/>
                          <a:pt x="641559" y="1043754"/>
                        </a:cubicBezTo>
                        <a:cubicBezTo>
                          <a:pt x="634796" y="1046802"/>
                          <a:pt x="628129" y="1049279"/>
                          <a:pt x="621461" y="1051374"/>
                        </a:cubicBezTo>
                        <a:cubicBezTo>
                          <a:pt x="616413" y="1062614"/>
                          <a:pt x="638701" y="1066614"/>
                          <a:pt x="644702" y="1071567"/>
                        </a:cubicBezTo>
                        <a:cubicBezTo>
                          <a:pt x="654608" y="1079759"/>
                          <a:pt x="658609" y="1092427"/>
                          <a:pt x="655465" y="1107095"/>
                        </a:cubicBezTo>
                        <a:cubicBezTo>
                          <a:pt x="659371" y="1089188"/>
                          <a:pt x="638797" y="1075853"/>
                          <a:pt x="623747" y="1069662"/>
                        </a:cubicBezTo>
                        <a:cubicBezTo>
                          <a:pt x="618223" y="1067376"/>
                          <a:pt x="597077" y="1066043"/>
                          <a:pt x="599935" y="1059089"/>
                        </a:cubicBezTo>
                        <a:cubicBezTo>
                          <a:pt x="600316" y="1058232"/>
                          <a:pt x="600887" y="1057375"/>
                          <a:pt x="601744" y="1056518"/>
                        </a:cubicBezTo>
                        <a:cubicBezTo>
                          <a:pt x="589267" y="1059375"/>
                          <a:pt x="576979" y="1060994"/>
                          <a:pt x="564978" y="1062614"/>
                        </a:cubicBezTo>
                        <a:close/>
                        <a:moveTo>
                          <a:pt x="582790" y="1234349"/>
                        </a:moveTo>
                        <a:cubicBezTo>
                          <a:pt x="592124" y="1223872"/>
                          <a:pt x="603078" y="1214537"/>
                          <a:pt x="611269" y="1203584"/>
                        </a:cubicBezTo>
                        <a:cubicBezTo>
                          <a:pt x="616508" y="1193106"/>
                          <a:pt x="622318" y="1182533"/>
                          <a:pt x="629748" y="1171961"/>
                        </a:cubicBezTo>
                        <a:cubicBezTo>
                          <a:pt x="622509" y="1182343"/>
                          <a:pt x="619366" y="1192820"/>
                          <a:pt x="611365" y="1203488"/>
                        </a:cubicBezTo>
                        <a:cubicBezTo>
                          <a:pt x="611365" y="1203488"/>
                          <a:pt x="611365" y="1203488"/>
                          <a:pt x="611269" y="1203584"/>
                        </a:cubicBezTo>
                        <a:cubicBezTo>
                          <a:pt x="609174" y="1207679"/>
                          <a:pt x="607269" y="1211775"/>
                          <a:pt x="605269" y="1215871"/>
                        </a:cubicBezTo>
                        <a:cubicBezTo>
                          <a:pt x="601268" y="1224253"/>
                          <a:pt x="597363" y="1232730"/>
                          <a:pt x="596315" y="1240445"/>
                        </a:cubicBezTo>
                        <a:cubicBezTo>
                          <a:pt x="595267" y="1248065"/>
                          <a:pt x="597363" y="1254542"/>
                          <a:pt x="603840" y="1258162"/>
                        </a:cubicBezTo>
                        <a:cubicBezTo>
                          <a:pt x="587362" y="1255780"/>
                          <a:pt x="564406" y="1255018"/>
                          <a:pt x="582790" y="1234349"/>
                        </a:cubicBezTo>
                        <a:close/>
                        <a:moveTo>
                          <a:pt x="576027" y="1348459"/>
                        </a:moveTo>
                        <a:cubicBezTo>
                          <a:pt x="576598" y="1346363"/>
                          <a:pt x="577170" y="1344268"/>
                          <a:pt x="577551" y="1342077"/>
                        </a:cubicBezTo>
                        <a:cubicBezTo>
                          <a:pt x="574884" y="1334266"/>
                          <a:pt x="572979" y="1326266"/>
                          <a:pt x="574598" y="1318550"/>
                        </a:cubicBezTo>
                        <a:cubicBezTo>
                          <a:pt x="574122" y="1324837"/>
                          <a:pt x="577646" y="1330933"/>
                          <a:pt x="577932" y="1337219"/>
                        </a:cubicBezTo>
                        <a:cubicBezTo>
                          <a:pt x="578027" y="1338839"/>
                          <a:pt x="577741" y="1340458"/>
                          <a:pt x="577456" y="1342077"/>
                        </a:cubicBezTo>
                        <a:cubicBezTo>
                          <a:pt x="577837" y="1343315"/>
                          <a:pt x="578218" y="1344554"/>
                          <a:pt x="578694" y="1345792"/>
                        </a:cubicBezTo>
                        <a:cubicBezTo>
                          <a:pt x="579932" y="1349221"/>
                          <a:pt x="581266" y="1352745"/>
                          <a:pt x="583361" y="1355888"/>
                        </a:cubicBezTo>
                        <a:cubicBezTo>
                          <a:pt x="589648" y="1365509"/>
                          <a:pt x="601744" y="1371414"/>
                          <a:pt x="613175" y="1376843"/>
                        </a:cubicBezTo>
                        <a:cubicBezTo>
                          <a:pt x="601554" y="1376081"/>
                          <a:pt x="590219" y="1371223"/>
                          <a:pt x="582409" y="1363794"/>
                        </a:cubicBezTo>
                        <a:cubicBezTo>
                          <a:pt x="577932" y="1366652"/>
                          <a:pt x="572788" y="1372938"/>
                          <a:pt x="567073" y="1373319"/>
                        </a:cubicBezTo>
                        <a:cubicBezTo>
                          <a:pt x="570693" y="1365127"/>
                          <a:pt x="573646" y="1356936"/>
                          <a:pt x="576027" y="1348459"/>
                        </a:cubicBezTo>
                        <a:close/>
                        <a:moveTo>
                          <a:pt x="546309" y="1166055"/>
                        </a:moveTo>
                        <a:cubicBezTo>
                          <a:pt x="549071" y="1161769"/>
                          <a:pt x="555358" y="1158340"/>
                          <a:pt x="560215" y="1158340"/>
                        </a:cubicBezTo>
                        <a:cubicBezTo>
                          <a:pt x="565073" y="1158340"/>
                          <a:pt x="566883" y="1161769"/>
                          <a:pt x="564121" y="1166055"/>
                        </a:cubicBezTo>
                        <a:cubicBezTo>
                          <a:pt x="561358" y="1170342"/>
                          <a:pt x="555072" y="1173770"/>
                          <a:pt x="550214" y="1173770"/>
                        </a:cubicBezTo>
                        <a:cubicBezTo>
                          <a:pt x="545261" y="1173866"/>
                          <a:pt x="543547" y="1170342"/>
                          <a:pt x="546309" y="1166055"/>
                        </a:cubicBezTo>
                        <a:close/>
                        <a:moveTo>
                          <a:pt x="171976" y="1479523"/>
                        </a:moveTo>
                        <a:cubicBezTo>
                          <a:pt x="170167" y="1483714"/>
                          <a:pt x="166261" y="1486857"/>
                          <a:pt x="163023" y="1490381"/>
                        </a:cubicBezTo>
                        <a:cubicBezTo>
                          <a:pt x="153593" y="1500287"/>
                          <a:pt x="148164" y="1513813"/>
                          <a:pt x="134638" y="1519718"/>
                        </a:cubicBezTo>
                        <a:cubicBezTo>
                          <a:pt x="120732" y="1525815"/>
                          <a:pt x="102825" y="1521433"/>
                          <a:pt x="89395" y="1513813"/>
                        </a:cubicBezTo>
                        <a:cubicBezTo>
                          <a:pt x="82727" y="1510003"/>
                          <a:pt x="76250" y="1504955"/>
                          <a:pt x="74726" y="1498477"/>
                        </a:cubicBezTo>
                        <a:cubicBezTo>
                          <a:pt x="73488" y="1493143"/>
                          <a:pt x="75583" y="1487809"/>
                          <a:pt x="78250" y="1482952"/>
                        </a:cubicBezTo>
                        <a:cubicBezTo>
                          <a:pt x="84061" y="1472379"/>
                          <a:pt x="92347" y="1462568"/>
                          <a:pt x="103492" y="1455615"/>
                        </a:cubicBezTo>
                        <a:cubicBezTo>
                          <a:pt x="114541" y="1448662"/>
                          <a:pt x="133019" y="1441709"/>
                          <a:pt x="146926" y="1448090"/>
                        </a:cubicBezTo>
                        <a:cubicBezTo>
                          <a:pt x="159689" y="1453900"/>
                          <a:pt x="177882" y="1465902"/>
                          <a:pt x="171976" y="1479523"/>
                        </a:cubicBezTo>
                        <a:close/>
                        <a:moveTo>
                          <a:pt x="323043" y="1553151"/>
                        </a:moveTo>
                        <a:cubicBezTo>
                          <a:pt x="338378" y="1581059"/>
                          <a:pt x="283228" y="1592108"/>
                          <a:pt x="260178" y="1588299"/>
                        </a:cubicBezTo>
                        <a:cubicBezTo>
                          <a:pt x="258273" y="1588013"/>
                          <a:pt x="256368" y="1587632"/>
                          <a:pt x="254653" y="1586679"/>
                        </a:cubicBezTo>
                        <a:cubicBezTo>
                          <a:pt x="248557" y="1583441"/>
                          <a:pt x="249700" y="1575439"/>
                          <a:pt x="254463" y="1571153"/>
                        </a:cubicBezTo>
                        <a:cubicBezTo>
                          <a:pt x="268084" y="1558961"/>
                          <a:pt x="307803" y="1525338"/>
                          <a:pt x="323043" y="1553151"/>
                        </a:cubicBezTo>
                        <a:close/>
                        <a:moveTo>
                          <a:pt x="286657" y="1428469"/>
                        </a:moveTo>
                        <a:cubicBezTo>
                          <a:pt x="271608" y="1445900"/>
                          <a:pt x="271322" y="1469236"/>
                          <a:pt x="271608" y="1491048"/>
                        </a:cubicBezTo>
                        <a:cubicBezTo>
                          <a:pt x="268560" y="1471712"/>
                          <a:pt x="263797" y="1449805"/>
                          <a:pt x="244081" y="1438661"/>
                        </a:cubicBezTo>
                        <a:cubicBezTo>
                          <a:pt x="235794" y="1433993"/>
                          <a:pt x="225983" y="1431898"/>
                          <a:pt x="216172" y="1430374"/>
                        </a:cubicBezTo>
                        <a:cubicBezTo>
                          <a:pt x="203028" y="1428373"/>
                          <a:pt x="189693" y="1427230"/>
                          <a:pt x="176358" y="1426945"/>
                        </a:cubicBezTo>
                        <a:cubicBezTo>
                          <a:pt x="163499" y="1426659"/>
                          <a:pt x="150355" y="1427230"/>
                          <a:pt x="137972" y="1424087"/>
                        </a:cubicBezTo>
                        <a:cubicBezTo>
                          <a:pt x="129019" y="1421801"/>
                          <a:pt x="120160" y="1416943"/>
                          <a:pt x="115493" y="1409990"/>
                        </a:cubicBezTo>
                        <a:cubicBezTo>
                          <a:pt x="127685" y="1419325"/>
                          <a:pt x="142735" y="1421992"/>
                          <a:pt x="158641" y="1422849"/>
                        </a:cubicBezTo>
                        <a:cubicBezTo>
                          <a:pt x="180168" y="1424087"/>
                          <a:pt x="201694" y="1424659"/>
                          <a:pt x="223126" y="1424564"/>
                        </a:cubicBezTo>
                        <a:cubicBezTo>
                          <a:pt x="238937" y="1424564"/>
                          <a:pt x="254844" y="1424182"/>
                          <a:pt x="269989" y="1420849"/>
                        </a:cubicBezTo>
                        <a:cubicBezTo>
                          <a:pt x="283705" y="1417896"/>
                          <a:pt x="296468" y="1412562"/>
                          <a:pt x="309136" y="1407324"/>
                        </a:cubicBezTo>
                        <a:cubicBezTo>
                          <a:pt x="311803" y="1406180"/>
                          <a:pt x="314566" y="1404942"/>
                          <a:pt x="317233" y="1403609"/>
                        </a:cubicBezTo>
                        <a:cubicBezTo>
                          <a:pt x="322757" y="1399227"/>
                          <a:pt x="327805" y="1394464"/>
                          <a:pt x="331234" y="1388654"/>
                        </a:cubicBezTo>
                        <a:cubicBezTo>
                          <a:pt x="330282" y="1395322"/>
                          <a:pt x="324186" y="1399989"/>
                          <a:pt x="317233" y="1403609"/>
                        </a:cubicBezTo>
                        <a:cubicBezTo>
                          <a:pt x="307136" y="1411800"/>
                          <a:pt x="294944" y="1418848"/>
                          <a:pt x="286657" y="1428469"/>
                        </a:cubicBezTo>
                        <a:close/>
                        <a:moveTo>
                          <a:pt x="363238" y="1453043"/>
                        </a:moveTo>
                        <a:cubicBezTo>
                          <a:pt x="377145" y="1464664"/>
                          <a:pt x="383908" y="1480094"/>
                          <a:pt x="366953" y="1489524"/>
                        </a:cubicBezTo>
                        <a:cubicBezTo>
                          <a:pt x="359524" y="1493715"/>
                          <a:pt x="350951" y="1496763"/>
                          <a:pt x="341807" y="1497049"/>
                        </a:cubicBezTo>
                        <a:cubicBezTo>
                          <a:pt x="333616" y="1497240"/>
                          <a:pt x="325138" y="1495048"/>
                          <a:pt x="319138" y="1490286"/>
                        </a:cubicBezTo>
                        <a:cubicBezTo>
                          <a:pt x="318471" y="1489714"/>
                          <a:pt x="317804" y="1489143"/>
                          <a:pt x="317137" y="1488572"/>
                        </a:cubicBezTo>
                        <a:cubicBezTo>
                          <a:pt x="313804" y="1485238"/>
                          <a:pt x="311708" y="1481142"/>
                          <a:pt x="310375" y="1476951"/>
                        </a:cubicBezTo>
                        <a:cubicBezTo>
                          <a:pt x="303136" y="1455139"/>
                          <a:pt x="306755" y="1443804"/>
                          <a:pt x="315137" y="1439423"/>
                        </a:cubicBezTo>
                        <a:cubicBezTo>
                          <a:pt x="327329" y="1418563"/>
                          <a:pt x="361429" y="1385987"/>
                          <a:pt x="390004" y="1408180"/>
                        </a:cubicBezTo>
                        <a:cubicBezTo>
                          <a:pt x="408863" y="1422944"/>
                          <a:pt x="385527" y="1441042"/>
                          <a:pt x="363238" y="1453043"/>
                        </a:cubicBezTo>
                        <a:close/>
                        <a:moveTo>
                          <a:pt x="453726" y="1442947"/>
                        </a:moveTo>
                        <a:cubicBezTo>
                          <a:pt x="451821" y="1450281"/>
                          <a:pt x="453345" y="1457996"/>
                          <a:pt x="452773" y="1465521"/>
                        </a:cubicBezTo>
                        <a:cubicBezTo>
                          <a:pt x="451535" y="1482095"/>
                          <a:pt x="440105" y="1496858"/>
                          <a:pt x="424770" y="1507241"/>
                        </a:cubicBezTo>
                        <a:cubicBezTo>
                          <a:pt x="422770" y="1508860"/>
                          <a:pt x="420579" y="1510384"/>
                          <a:pt x="417912" y="1511432"/>
                        </a:cubicBezTo>
                        <a:cubicBezTo>
                          <a:pt x="420293" y="1510098"/>
                          <a:pt x="422579" y="1508764"/>
                          <a:pt x="424770" y="1507241"/>
                        </a:cubicBezTo>
                        <a:cubicBezTo>
                          <a:pt x="428485" y="1504193"/>
                          <a:pt x="431533" y="1500478"/>
                          <a:pt x="434009" y="1496668"/>
                        </a:cubicBezTo>
                        <a:cubicBezTo>
                          <a:pt x="443915" y="1481809"/>
                          <a:pt x="450487" y="1463997"/>
                          <a:pt x="444772" y="1447233"/>
                        </a:cubicBezTo>
                        <a:cubicBezTo>
                          <a:pt x="442391" y="1440184"/>
                          <a:pt x="437819" y="1433612"/>
                          <a:pt x="431723" y="1428278"/>
                        </a:cubicBezTo>
                        <a:cubicBezTo>
                          <a:pt x="431437" y="1428564"/>
                          <a:pt x="431152" y="1428659"/>
                          <a:pt x="430961" y="1428945"/>
                        </a:cubicBezTo>
                        <a:lnTo>
                          <a:pt x="428675" y="1427230"/>
                        </a:lnTo>
                        <a:cubicBezTo>
                          <a:pt x="408863" y="1422277"/>
                          <a:pt x="392480" y="1409800"/>
                          <a:pt x="381050" y="1395322"/>
                        </a:cubicBezTo>
                        <a:cubicBezTo>
                          <a:pt x="375145" y="1387892"/>
                          <a:pt x="370763" y="1379892"/>
                          <a:pt x="366667" y="1371795"/>
                        </a:cubicBezTo>
                        <a:cubicBezTo>
                          <a:pt x="364191" y="1367699"/>
                          <a:pt x="362000" y="1363508"/>
                          <a:pt x="360381" y="1359127"/>
                        </a:cubicBezTo>
                        <a:cubicBezTo>
                          <a:pt x="362476" y="1363318"/>
                          <a:pt x="364572" y="1367604"/>
                          <a:pt x="366667" y="1371795"/>
                        </a:cubicBezTo>
                        <a:cubicBezTo>
                          <a:pt x="380574" y="1394941"/>
                          <a:pt x="406958" y="1413610"/>
                          <a:pt x="436771" y="1420373"/>
                        </a:cubicBezTo>
                        <a:cubicBezTo>
                          <a:pt x="480015" y="1430088"/>
                          <a:pt x="528402" y="1415229"/>
                          <a:pt x="553167" y="1385321"/>
                        </a:cubicBezTo>
                        <a:cubicBezTo>
                          <a:pt x="548404" y="1400180"/>
                          <a:pt x="534498" y="1411991"/>
                          <a:pt x="518115" y="1418944"/>
                        </a:cubicBezTo>
                        <a:cubicBezTo>
                          <a:pt x="502303" y="1425707"/>
                          <a:pt x="484206" y="1428278"/>
                          <a:pt x="466299" y="1429421"/>
                        </a:cubicBezTo>
                        <a:cubicBezTo>
                          <a:pt x="459727" y="1431422"/>
                          <a:pt x="455155" y="1437136"/>
                          <a:pt x="453726" y="1442947"/>
                        </a:cubicBezTo>
                        <a:close/>
                        <a:moveTo>
                          <a:pt x="481920" y="1481618"/>
                        </a:moveTo>
                        <a:cubicBezTo>
                          <a:pt x="481253" y="1469617"/>
                          <a:pt x="487730" y="1457996"/>
                          <a:pt x="497255" y="1449233"/>
                        </a:cubicBezTo>
                        <a:cubicBezTo>
                          <a:pt x="506780" y="1440470"/>
                          <a:pt x="519258" y="1434279"/>
                          <a:pt x="532117" y="1429136"/>
                        </a:cubicBezTo>
                        <a:cubicBezTo>
                          <a:pt x="552214" y="1421040"/>
                          <a:pt x="598220" y="1405609"/>
                          <a:pt x="621556" y="1412848"/>
                        </a:cubicBezTo>
                        <a:cubicBezTo>
                          <a:pt x="638416" y="1418086"/>
                          <a:pt x="640130" y="1441327"/>
                          <a:pt x="637368" y="1460854"/>
                        </a:cubicBezTo>
                        <a:cubicBezTo>
                          <a:pt x="641654" y="1461521"/>
                          <a:pt x="644988" y="1464378"/>
                          <a:pt x="645179" y="1468093"/>
                        </a:cubicBezTo>
                        <a:cubicBezTo>
                          <a:pt x="645369" y="1472284"/>
                          <a:pt x="641464" y="1475713"/>
                          <a:pt x="636415" y="1475713"/>
                        </a:cubicBezTo>
                        <a:cubicBezTo>
                          <a:pt x="635654" y="1475713"/>
                          <a:pt x="634987" y="1475522"/>
                          <a:pt x="634320" y="1475332"/>
                        </a:cubicBezTo>
                        <a:cubicBezTo>
                          <a:pt x="633463" y="1478570"/>
                          <a:pt x="632510" y="1481523"/>
                          <a:pt x="631558" y="1483809"/>
                        </a:cubicBezTo>
                        <a:cubicBezTo>
                          <a:pt x="622700" y="1505431"/>
                          <a:pt x="601744" y="1523909"/>
                          <a:pt x="574884" y="1528957"/>
                        </a:cubicBezTo>
                        <a:cubicBezTo>
                          <a:pt x="561073" y="1531529"/>
                          <a:pt x="546404" y="1530577"/>
                          <a:pt x="532593" y="1527052"/>
                        </a:cubicBezTo>
                        <a:cubicBezTo>
                          <a:pt x="507352" y="1520861"/>
                          <a:pt x="483158" y="1503430"/>
                          <a:pt x="481920" y="1481618"/>
                        </a:cubicBezTo>
                        <a:close/>
                        <a:moveTo>
                          <a:pt x="494969" y="1542007"/>
                        </a:moveTo>
                        <a:cubicBezTo>
                          <a:pt x="523830" y="1552770"/>
                          <a:pt x="555072" y="1559818"/>
                          <a:pt x="586314" y="1559247"/>
                        </a:cubicBezTo>
                        <a:cubicBezTo>
                          <a:pt x="617556" y="1558675"/>
                          <a:pt x="648703" y="1550103"/>
                          <a:pt x="671182" y="1532768"/>
                        </a:cubicBezTo>
                        <a:cubicBezTo>
                          <a:pt x="677373" y="1528005"/>
                          <a:pt x="682897" y="1522480"/>
                          <a:pt x="686612" y="1516099"/>
                        </a:cubicBezTo>
                        <a:cubicBezTo>
                          <a:pt x="699566" y="1493905"/>
                          <a:pt x="687088" y="1471998"/>
                          <a:pt x="681564" y="1449615"/>
                        </a:cubicBezTo>
                        <a:cubicBezTo>
                          <a:pt x="690327" y="1458663"/>
                          <a:pt x="697471" y="1470284"/>
                          <a:pt x="702138" y="1481142"/>
                        </a:cubicBezTo>
                        <a:cubicBezTo>
                          <a:pt x="707186" y="1492953"/>
                          <a:pt x="708805" y="1506098"/>
                          <a:pt x="703567" y="1517623"/>
                        </a:cubicBezTo>
                        <a:cubicBezTo>
                          <a:pt x="698423" y="1528957"/>
                          <a:pt x="686708" y="1538864"/>
                          <a:pt x="688231" y="1551151"/>
                        </a:cubicBezTo>
                        <a:cubicBezTo>
                          <a:pt x="688993" y="1557723"/>
                          <a:pt x="693565" y="1563533"/>
                          <a:pt x="697947" y="1569153"/>
                        </a:cubicBezTo>
                        <a:cubicBezTo>
                          <a:pt x="707281" y="1581059"/>
                          <a:pt x="716711" y="1592870"/>
                          <a:pt x="726046" y="1604777"/>
                        </a:cubicBezTo>
                        <a:cubicBezTo>
                          <a:pt x="709853" y="1592966"/>
                          <a:pt x="693661" y="1581155"/>
                          <a:pt x="677468" y="1569343"/>
                        </a:cubicBezTo>
                        <a:cubicBezTo>
                          <a:pt x="672706" y="1565914"/>
                          <a:pt x="667848" y="1562390"/>
                          <a:pt x="661942" y="1560580"/>
                        </a:cubicBezTo>
                        <a:cubicBezTo>
                          <a:pt x="650608" y="1557152"/>
                          <a:pt x="638606" y="1560961"/>
                          <a:pt x="627176" y="1563629"/>
                        </a:cubicBezTo>
                        <a:cubicBezTo>
                          <a:pt x="583075" y="1573916"/>
                          <a:pt x="532498" y="1565629"/>
                          <a:pt x="494969" y="1542007"/>
                        </a:cubicBezTo>
                        <a:close/>
                        <a:moveTo>
                          <a:pt x="684136" y="1622684"/>
                        </a:moveTo>
                        <a:cubicBezTo>
                          <a:pt x="677944" y="1614302"/>
                          <a:pt x="670801" y="1606110"/>
                          <a:pt x="661276" y="1600205"/>
                        </a:cubicBezTo>
                        <a:cubicBezTo>
                          <a:pt x="651751" y="1594299"/>
                          <a:pt x="639654" y="1590775"/>
                          <a:pt x="628224" y="1592490"/>
                        </a:cubicBezTo>
                        <a:lnTo>
                          <a:pt x="598506" y="1587822"/>
                        </a:lnTo>
                        <a:cubicBezTo>
                          <a:pt x="611555" y="1581536"/>
                          <a:pt x="625557" y="1576582"/>
                          <a:pt x="640130" y="1573154"/>
                        </a:cubicBezTo>
                        <a:cubicBezTo>
                          <a:pt x="644321" y="1572201"/>
                          <a:pt x="648703" y="1571344"/>
                          <a:pt x="653084" y="1571915"/>
                        </a:cubicBezTo>
                        <a:cubicBezTo>
                          <a:pt x="656513" y="1572391"/>
                          <a:pt x="659752" y="1573725"/>
                          <a:pt x="662800" y="1575154"/>
                        </a:cubicBezTo>
                        <a:cubicBezTo>
                          <a:pt x="685850" y="1585536"/>
                          <a:pt x="706329" y="1599919"/>
                          <a:pt x="722617" y="1617064"/>
                        </a:cubicBezTo>
                        <a:cubicBezTo>
                          <a:pt x="727093" y="1621826"/>
                          <a:pt x="731475" y="1627160"/>
                          <a:pt x="732046" y="1633066"/>
                        </a:cubicBezTo>
                        <a:cubicBezTo>
                          <a:pt x="732237" y="1635447"/>
                          <a:pt x="731856" y="1637828"/>
                          <a:pt x="730713" y="1639924"/>
                        </a:cubicBezTo>
                        <a:cubicBezTo>
                          <a:pt x="726236" y="1647544"/>
                          <a:pt x="712425" y="1648020"/>
                          <a:pt x="703662" y="1643162"/>
                        </a:cubicBezTo>
                        <a:cubicBezTo>
                          <a:pt x="694804" y="1638305"/>
                          <a:pt x="689565" y="1630113"/>
                          <a:pt x="684136" y="1622684"/>
                        </a:cubicBezTo>
                        <a:close/>
                        <a:moveTo>
                          <a:pt x="749763" y="1673071"/>
                        </a:moveTo>
                        <a:cubicBezTo>
                          <a:pt x="752525" y="1680310"/>
                          <a:pt x="720712" y="1691264"/>
                          <a:pt x="714521" y="1692502"/>
                        </a:cubicBezTo>
                        <a:cubicBezTo>
                          <a:pt x="729951" y="1684882"/>
                          <a:pt x="746429" y="1674404"/>
                          <a:pt x="746048" y="1657640"/>
                        </a:cubicBezTo>
                        <a:cubicBezTo>
                          <a:pt x="751573" y="1666689"/>
                          <a:pt x="757192" y="1675833"/>
                          <a:pt x="765289" y="1683453"/>
                        </a:cubicBezTo>
                        <a:cubicBezTo>
                          <a:pt x="773385" y="1691073"/>
                          <a:pt x="784434" y="1697169"/>
                          <a:pt x="796435" y="1697931"/>
                        </a:cubicBezTo>
                        <a:cubicBezTo>
                          <a:pt x="777004" y="1700217"/>
                          <a:pt x="755859" y="1688977"/>
                          <a:pt x="749763" y="1673071"/>
                        </a:cubicBezTo>
                        <a:close/>
                        <a:moveTo>
                          <a:pt x="985602" y="1694883"/>
                        </a:moveTo>
                        <a:cubicBezTo>
                          <a:pt x="986745" y="1706313"/>
                          <a:pt x="974839" y="1716124"/>
                          <a:pt x="961504" y="1718600"/>
                        </a:cubicBezTo>
                        <a:cubicBezTo>
                          <a:pt x="948169" y="1721172"/>
                          <a:pt x="934072" y="1718219"/>
                          <a:pt x="920832" y="1714695"/>
                        </a:cubicBezTo>
                        <a:cubicBezTo>
                          <a:pt x="895972" y="1708027"/>
                          <a:pt x="871873" y="1699264"/>
                          <a:pt x="848156" y="1689835"/>
                        </a:cubicBezTo>
                        <a:cubicBezTo>
                          <a:pt x="843203" y="1692311"/>
                          <a:pt x="838250" y="1694788"/>
                          <a:pt x="833297" y="1697265"/>
                        </a:cubicBezTo>
                        <a:cubicBezTo>
                          <a:pt x="829678" y="1699074"/>
                          <a:pt x="825868" y="1700979"/>
                          <a:pt x="821581" y="1701360"/>
                        </a:cubicBezTo>
                        <a:cubicBezTo>
                          <a:pt x="811485" y="1702408"/>
                          <a:pt x="801960" y="1694502"/>
                          <a:pt x="800150" y="1686120"/>
                        </a:cubicBezTo>
                        <a:cubicBezTo>
                          <a:pt x="799102" y="1680977"/>
                          <a:pt x="800246" y="1675833"/>
                          <a:pt x="802627" y="1671071"/>
                        </a:cubicBezTo>
                        <a:cubicBezTo>
                          <a:pt x="797769" y="1668690"/>
                          <a:pt x="793102" y="1666118"/>
                          <a:pt x="788911" y="1662879"/>
                        </a:cubicBezTo>
                        <a:cubicBezTo>
                          <a:pt x="780910" y="1656783"/>
                          <a:pt x="774909" y="1648211"/>
                          <a:pt x="775290" y="1639352"/>
                        </a:cubicBezTo>
                        <a:cubicBezTo>
                          <a:pt x="775862" y="1626875"/>
                          <a:pt x="789101" y="1617254"/>
                          <a:pt x="803293" y="1613635"/>
                        </a:cubicBezTo>
                        <a:cubicBezTo>
                          <a:pt x="817581" y="1610015"/>
                          <a:pt x="833012" y="1610968"/>
                          <a:pt x="848061" y="1610873"/>
                        </a:cubicBezTo>
                        <a:cubicBezTo>
                          <a:pt x="877588" y="1610682"/>
                          <a:pt x="924737" y="1590013"/>
                          <a:pt x="942263" y="1617730"/>
                        </a:cubicBezTo>
                        <a:cubicBezTo>
                          <a:pt x="950169" y="1630208"/>
                          <a:pt x="950264" y="1645067"/>
                          <a:pt x="957884" y="1657736"/>
                        </a:cubicBezTo>
                        <a:cubicBezTo>
                          <a:pt x="960361" y="1661831"/>
                          <a:pt x="964171" y="1665832"/>
                          <a:pt x="968076" y="1669737"/>
                        </a:cubicBezTo>
                        <a:cubicBezTo>
                          <a:pt x="967695" y="1668975"/>
                          <a:pt x="967409" y="1668118"/>
                          <a:pt x="967314" y="1667261"/>
                        </a:cubicBezTo>
                        <a:cubicBezTo>
                          <a:pt x="967123" y="1663070"/>
                          <a:pt x="971029" y="1659641"/>
                          <a:pt x="976077" y="1659641"/>
                        </a:cubicBezTo>
                        <a:cubicBezTo>
                          <a:pt x="981125" y="1659641"/>
                          <a:pt x="985316" y="1662974"/>
                          <a:pt x="985602" y="1667165"/>
                        </a:cubicBezTo>
                        <a:cubicBezTo>
                          <a:pt x="985792" y="1671356"/>
                          <a:pt x="981887" y="1674785"/>
                          <a:pt x="976839" y="1674785"/>
                        </a:cubicBezTo>
                        <a:cubicBezTo>
                          <a:pt x="974934" y="1674785"/>
                          <a:pt x="973219" y="1674214"/>
                          <a:pt x="971696" y="1673357"/>
                        </a:cubicBezTo>
                        <a:cubicBezTo>
                          <a:pt x="978458" y="1679929"/>
                          <a:pt x="984840" y="1686787"/>
                          <a:pt x="985602" y="1694883"/>
                        </a:cubicBezTo>
                        <a:close/>
                        <a:moveTo>
                          <a:pt x="1071803" y="1582298"/>
                        </a:moveTo>
                        <a:cubicBezTo>
                          <a:pt x="1073708" y="1587536"/>
                          <a:pt x="1073327" y="1593156"/>
                          <a:pt x="1072756" y="1598585"/>
                        </a:cubicBezTo>
                        <a:cubicBezTo>
                          <a:pt x="1070660" y="1618302"/>
                          <a:pt x="1066564" y="1637828"/>
                          <a:pt x="1060659" y="1656973"/>
                        </a:cubicBezTo>
                        <a:cubicBezTo>
                          <a:pt x="1066374" y="1634971"/>
                          <a:pt x="1066279" y="1611349"/>
                          <a:pt x="1056849" y="1589727"/>
                        </a:cubicBezTo>
                        <a:cubicBezTo>
                          <a:pt x="1047419" y="1568200"/>
                          <a:pt x="1027893" y="1548865"/>
                          <a:pt x="1002556" y="1539911"/>
                        </a:cubicBezTo>
                        <a:cubicBezTo>
                          <a:pt x="997889" y="1538292"/>
                          <a:pt x="992269" y="1537054"/>
                          <a:pt x="988174" y="1539340"/>
                        </a:cubicBezTo>
                        <a:cubicBezTo>
                          <a:pt x="985983" y="1540578"/>
                          <a:pt x="984650" y="1542673"/>
                          <a:pt x="983411" y="1544579"/>
                        </a:cubicBezTo>
                        <a:cubicBezTo>
                          <a:pt x="956741" y="1584679"/>
                          <a:pt x="897972" y="1604681"/>
                          <a:pt x="842060" y="1601538"/>
                        </a:cubicBezTo>
                        <a:cubicBezTo>
                          <a:pt x="818248" y="1600205"/>
                          <a:pt x="794721" y="1595347"/>
                          <a:pt x="770908" y="1593251"/>
                        </a:cubicBezTo>
                        <a:cubicBezTo>
                          <a:pt x="786529" y="1592204"/>
                          <a:pt x="802341" y="1594489"/>
                          <a:pt x="818057" y="1595823"/>
                        </a:cubicBezTo>
                        <a:cubicBezTo>
                          <a:pt x="850347" y="1598585"/>
                          <a:pt x="883684" y="1597538"/>
                          <a:pt x="913212" y="1587441"/>
                        </a:cubicBezTo>
                        <a:cubicBezTo>
                          <a:pt x="942739" y="1577249"/>
                          <a:pt x="967885" y="1556866"/>
                          <a:pt x="975125" y="1530863"/>
                        </a:cubicBezTo>
                        <a:cubicBezTo>
                          <a:pt x="977982" y="1520575"/>
                          <a:pt x="977982" y="1509907"/>
                          <a:pt x="976648" y="1499239"/>
                        </a:cubicBezTo>
                        <a:cubicBezTo>
                          <a:pt x="974362" y="1480571"/>
                          <a:pt x="967695" y="1461902"/>
                          <a:pt x="956551" y="1445233"/>
                        </a:cubicBezTo>
                        <a:cubicBezTo>
                          <a:pt x="951121" y="1437042"/>
                          <a:pt x="944549" y="1429231"/>
                          <a:pt x="936929" y="1422183"/>
                        </a:cubicBezTo>
                        <a:cubicBezTo>
                          <a:pt x="931024" y="1416753"/>
                          <a:pt x="917689" y="1410562"/>
                          <a:pt x="915879" y="1403799"/>
                        </a:cubicBezTo>
                        <a:cubicBezTo>
                          <a:pt x="922451" y="1404752"/>
                          <a:pt x="928833" y="1407514"/>
                          <a:pt x="934167" y="1410943"/>
                        </a:cubicBezTo>
                        <a:cubicBezTo>
                          <a:pt x="944454" y="1417515"/>
                          <a:pt x="951883" y="1426754"/>
                          <a:pt x="958170" y="1436184"/>
                        </a:cubicBezTo>
                        <a:cubicBezTo>
                          <a:pt x="977696" y="1465235"/>
                          <a:pt x="988555" y="1498097"/>
                          <a:pt x="989602" y="1530863"/>
                        </a:cubicBezTo>
                        <a:cubicBezTo>
                          <a:pt x="1010176" y="1535911"/>
                          <a:pt x="1029512" y="1544579"/>
                          <a:pt x="1046086" y="1556104"/>
                        </a:cubicBezTo>
                        <a:cubicBezTo>
                          <a:pt x="1052944" y="1557914"/>
                          <a:pt x="1060564" y="1557818"/>
                          <a:pt x="1067326" y="1555913"/>
                        </a:cubicBezTo>
                        <a:cubicBezTo>
                          <a:pt x="1077042" y="1553246"/>
                          <a:pt x="1085138" y="1547531"/>
                          <a:pt x="1091806" y="1541150"/>
                        </a:cubicBezTo>
                        <a:cubicBezTo>
                          <a:pt x="1102950" y="1530482"/>
                          <a:pt x="1110760" y="1517527"/>
                          <a:pt x="1114475" y="1503717"/>
                        </a:cubicBezTo>
                        <a:cubicBezTo>
                          <a:pt x="1115904" y="1518766"/>
                          <a:pt x="1110570" y="1533911"/>
                          <a:pt x="1099807" y="1545626"/>
                        </a:cubicBezTo>
                        <a:cubicBezTo>
                          <a:pt x="1090091" y="1556199"/>
                          <a:pt x="1075804" y="1563724"/>
                          <a:pt x="1060183" y="1567057"/>
                        </a:cubicBezTo>
                        <a:cubicBezTo>
                          <a:pt x="1064945" y="1571630"/>
                          <a:pt x="1069708" y="1576487"/>
                          <a:pt x="1071803" y="1582298"/>
                        </a:cubicBezTo>
                        <a:close/>
                        <a:moveTo>
                          <a:pt x="1211916" y="1730888"/>
                        </a:moveTo>
                        <a:cubicBezTo>
                          <a:pt x="1204391" y="1734983"/>
                          <a:pt x="1194390" y="1733840"/>
                          <a:pt x="1185341" y="1732602"/>
                        </a:cubicBezTo>
                        <a:cubicBezTo>
                          <a:pt x="1168101" y="1730221"/>
                          <a:pt x="1150861" y="1727839"/>
                          <a:pt x="1133525" y="1725458"/>
                        </a:cubicBezTo>
                        <a:cubicBezTo>
                          <a:pt x="1123524" y="1724125"/>
                          <a:pt x="1113237" y="1722601"/>
                          <a:pt x="1104379" y="1718410"/>
                        </a:cubicBezTo>
                        <a:cubicBezTo>
                          <a:pt x="1088091" y="1710599"/>
                          <a:pt x="1079423" y="1694502"/>
                          <a:pt x="1078185" y="1679167"/>
                        </a:cubicBezTo>
                        <a:cubicBezTo>
                          <a:pt x="1076947" y="1663736"/>
                          <a:pt x="1081900" y="1648687"/>
                          <a:pt x="1086853" y="1634018"/>
                        </a:cubicBezTo>
                        <a:cubicBezTo>
                          <a:pt x="1100664" y="1593156"/>
                          <a:pt x="1148860" y="1528862"/>
                          <a:pt x="1211726" y="1567820"/>
                        </a:cubicBezTo>
                        <a:cubicBezTo>
                          <a:pt x="1226775" y="1577154"/>
                          <a:pt x="1232966" y="1592013"/>
                          <a:pt x="1234585" y="1608872"/>
                        </a:cubicBezTo>
                        <a:cubicBezTo>
                          <a:pt x="1238396" y="1611540"/>
                          <a:pt x="1240967" y="1615445"/>
                          <a:pt x="1241158" y="1619826"/>
                        </a:cubicBezTo>
                        <a:cubicBezTo>
                          <a:pt x="1241443" y="1624684"/>
                          <a:pt x="1238776" y="1628970"/>
                          <a:pt x="1234585" y="1631637"/>
                        </a:cubicBezTo>
                        <a:cubicBezTo>
                          <a:pt x="1232300" y="1658212"/>
                          <a:pt x="1224013" y="1686025"/>
                          <a:pt x="1223251" y="1703932"/>
                        </a:cubicBezTo>
                        <a:cubicBezTo>
                          <a:pt x="1222870" y="1714028"/>
                          <a:pt x="1221822" y="1725554"/>
                          <a:pt x="1211916" y="1730888"/>
                        </a:cubicBezTo>
                        <a:close/>
                        <a:moveTo>
                          <a:pt x="1339075" y="1742603"/>
                        </a:moveTo>
                        <a:cubicBezTo>
                          <a:pt x="1336693" y="1739555"/>
                          <a:pt x="1334122" y="1736126"/>
                          <a:pt x="1329931" y="1735269"/>
                        </a:cubicBezTo>
                        <a:cubicBezTo>
                          <a:pt x="1326216" y="1734507"/>
                          <a:pt x="1322596" y="1736222"/>
                          <a:pt x="1319263" y="1737746"/>
                        </a:cubicBezTo>
                        <a:cubicBezTo>
                          <a:pt x="1299070" y="1747271"/>
                          <a:pt x="1243920" y="1770226"/>
                          <a:pt x="1220679" y="1758034"/>
                        </a:cubicBezTo>
                        <a:cubicBezTo>
                          <a:pt x="1245634" y="1754795"/>
                          <a:pt x="1269066" y="1748985"/>
                          <a:pt x="1290402" y="1737936"/>
                        </a:cubicBezTo>
                        <a:cubicBezTo>
                          <a:pt x="1303546" y="1731174"/>
                          <a:pt x="1340694" y="1710409"/>
                          <a:pt x="1341361" y="1695645"/>
                        </a:cubicBezTo>
                        <a:cubicBezTo>
                          <a:pt x="1340884" y="1707551"/>
                          <a:pt x="1340599" y="1720410"/>
                          <a:pt x="1348695" y="1730507"/>
                        </a:cubicBezTo>
                        <a:cubicBezTo>
                          <a:pt x="1363363" y="1748985"/>
                          <a:pt x="1398034" y="1749842"/>
                          <a:pt x="1413084" y="1768130"/>
                        </a:cubicBezTo>
                        <a:cubicBezTo>
                          <a:pt x="1385938" y="1773083"/>
                          <a:pt x="1354886" y="1762415"/>
                          <a:pt x="1339075" y="1742603"/>
                        </a:cubicBezTo>
                        <a:close/>
                        <a:moveTo>
                          <a:pt x="1431467" y="1760796"/>
                        </a:moveTo>
                        <a:cubicBezTo>
                          <a:pt x="1418227" y="1758034"/>
                          <a:pt x="1407464" y="1749938"/>
                          <a:pt x="1397368" y="1742127"/>
                        </a:cubicBezTo>
                        <a:cubicBezTo>
                          <a:pt x="1389557" y="1736126"/>
                          <a:pt x="1381366" y="1729649"/>
                          <a:pt x="1378413" y="1721172"/>
                        </a:cubicBezTo>
                        <a:cubicBezTo>
                          <a:pt x="1376508" y="1715838"/>
                          <a:pt x="1376032" y="1710218"/>
                          <a:pt x="1376794" y="1704694"/>
                        </a:cubicBezTo>
                        <a:cubicBezTo>
                          <a:pt x="1375937" y="1704218"/>
                          <a:pt x="1375079" y="1703836"/>
                          <a:pt x="1374317" y="1703360"/>
                        </a:cubicBezTo>
                        <a:cubicBezTo>
                          <a:pt x="1367650" y="1699550"/>
                          <a:pt x="1361173" y="1694502"/>
                          <a:pt x="1359649" y="1688025"/>
                        </a:cubicBezTo>
                        <a:cubicBezTo>
                          <a:pt x="1358410" y="1682691"/>
                          <a:pt x="1360506" y="1677357"/>
                          <a:pt x="1363173" y="1672499"/>
                        </a:cubicBezTo>
                        <a:cubicBezTo>
                          <a:pt x="1368983" y="1661927"/>
                          <a:pt x="1377270" y="1652116"/>
                          <a:pt x="1388414" y="1645163"/>
                        </a:cubicBezTo>
                        <a:cubicBezTo>
                          <a:pt x="1399463" y="1638209"/>
                          <a:pt x="1417942" y="1631256"/>
                          <a:pt x="1431848" y="1637638"/>
                        </a:cubicBezTo>
                        <a:cubicBezTo>
                          <a:pt x="1440135" y="1641448"/>
                          <a:pt x="1450708" y="1647925"/>
                          <a:pt x="1455470" y="1655640"/>
                        </a:cubicBezTo>
                        <a:cubicBezTo>
                          <a:pt x="1461471" y="1657926"/>
                          <a:pt x="1467281" y="1661546"/>
                          <a:pt x="1472710" y="1666689"/>
                        </a:cubicBezTo>
                        <a:cubicBezTo>
                          <a:pt x="1505191" y="1698312"/>
                          <a:pt x="1497285" y="1774608"/>
                          <a:pt x="1431467" y="1760796"/>
                        </a:cubicBezTo>
                        <a:close/>
                        <a:moveTo>
                          <a:pt x="1567389" y="1689739"/>
                        </a:moveTo>
                        <a:cubicBezTo>
                          <a:pt x="1564436" y="1697169"/>
                          <a:pt x="1562341" y="1704884"/>
                          <a:pt x="1560912" y="1712600"/>
                        </a:cubicBezTo>
                        <a:cubicBezTo>
                          <a:pt x="1560626" y="1718124"/>
                          <a:pt x="1559864" y="1723553"/>
                          <a:pt x="1558817" y="1728982"/>
                        </a:cubicBezTo>
                        <a:cubicBezTo>
                          <a:pt x="1559102" y="1723458"/>
                          <a:pt x="1559959" y="1718029"/>
                          <a:pt x="1560912" y="1712600"/>
                        </a:cubicBezTo>
                        <a:cubicBezTo>
                          <a:pt x="1561198" y="1707361"/>
                          <a:pt x="1561102" y="1702122"/>
                          <a:pt x="1560721" y="1696883"/>
                        </a:cubicBezTo>
                        <a:cubicBezTo>
                          <a:pt x="1560150" y="1689835"/>
                          <a:pt x="1558817" y="1682691"/>
                          <a:pt x="1554816" y="1676309"/>
                        </a:cubicBezTo>
                        <a:cubicBezTo>
                          <a:pt x="1551387" y="1670785"/>
                          <a:pt x="1546053" y="1666308"/>
                          <a:pt x="1540529" y="1662117"/>
                        </a:cubicBezTo>
                        <a:cubicBezTo>
                          <a:pt x="1523860" y="1649544"/>
                          <a:pt x="1505000" y="1641162"/>
                          <a:pt x="1485093" y="1633066"/>
                        </a:cubicBezTo>
                        <a:cubicBezTo>
                          <a:pt x="1495475" y="1629351"/>
                          <a:pt x="1508905" y="1637543"/>
                          <a:pt x="1518430" y="1642400"/>
                        </a:cubicBezTo>
                        <a:cubicBezTo>
                          <a:pt x="1523669" y="1645067"/>
                          <a:pt x="1528717" y="1647925"/>
                          <a:pt x="1534528" y="1649354"/>
                        </a:cubicBezTo>
                        <a:cubicBezTo>
                          <a:pt x="1540338" y="1650783"/>
                          <a:pt x="1547101" y="1650497"/>
                          <a:pt x="1551387" y="1647163"/>
                        </a:cubicBezTo>
                        <a:cubicBezTo>
                          <a:pt x="1553483" y="1645543"/>
                          <a:pt x="1554816" y="1643353"/>
                          <a:pt x="1555768" y="1640972"/>
                        </a:cubicBezTo>
                        <a:cubicBezTo>
                          <a:pt x="1554244" y="1624017"/>
                          <a:pt x="1558340" y="1606872"/>
                          <a:pt x="1568818" y="1592680"/>
                        </a:cubicBezTo>
                        <a:cubicBezTo>
                          <a:pt x="1565484" y="1607443"/>
                          <a:pt x="1561674" y="1622112"/>
                          <a:pt x="1557292" y="1636685"/>
                        </a:cubicBezTo>
                        <a:cubicBezTo>
                          <a:pt x="1556912" y="1638114"/>
                          <a:pt x="1556340" y="1639543"/>
                          <a:pt x="1555768" y="1640972"/>
                        </a:cubicBezTo>
                        <a:cubicBezTo>
                          <a:pt x="1555959" y="1643067"/>
                          <a:pt x="1556245" y="1645163"/>
                          <a:pt x="1556530" y="1647353"/>
                        </a:cubicBezTo>
                        <a:cubicBezTo>
                          <a:pt x="1559769" y="1666213"/>
                          <a:pt x="1569770" y="1684310"/>
                          <a:pt x="1583486" y="1699931"/>
                        </a:cubicBezTo>
                        <a:cubicBezTo>
                          <a:pt x="1579105" y="1695455"/>
                          <a:pt x="1573580" y="1692025"/>
                          <a:pt x="1567389" y="1689739"/>
                        </a:cubicBezTo>
                        <a:close/>
                        <a:moveTo>
                          <a:pt x="1734934" y="1592394"/>
                        </a:moveTo>
                        <a:cubicBezTo>
                          <a:pt x="1723885" y="1617445"/>
                          <a:pt x="1718360" y="1643829"/>
                          <a:pt x="1719884" y="1670880"/>
                        </a:cubicBezTo>
                        <a:cubicBezTo>
                          <a:pt x="1720456" y="1680405"/>
                          <a:pt x="1721694" y="1690406"/>
                          <a:pt x="1717217" y="1699074"/>
                        </a:cubicBezTo>
                        <a:cubicBezTo>
                          <a:pt x="1709312" y="1714505"/>
                          <a:pt x="1686452" y="1719934"/>
                          <a:pt x="1666163" y="1720600"/>
                        </a:cubicBezTo>
                        <a:cubicBezTo>
                          <a:pt x="1655686" y="1720982"/>
                          <a:pt x="1644637" y="1720410"/>
                          <a:pt x="1635397" y="1715933"/>
                        </a:cubicBezTo>
                        <a:cubicBezTo>
                          <a:pt x="1627682" y="1712314"/>
                          <a:pt x="1621872" y="1706218"/>
                          <a:pt x="1617300" y="1699931"/>
                        </a:cubicBezTo>
                        <a:cubicBezTo>
                          <a:pt x="1604346" y="1682405"/>
                          <a:pt x="1599298" y="1661641"/>
                          <a:pt x="1600917" y="1641448"/>
                        </a:cubicBezTo>
                        <a:cubicBezTo>
                          <a:pt x="1594916" y="1637828"/>
                          <a:pt x="1589487" y="1633161"/>
                          <a:pt x="1588058" y="1627160"/>
                        </a:cubicBezTo>
                        <a:cubicBezTo>
                          <a:pt x="1586820" y="1621826"/>
                          <a:pt x="1588915" y="1616492"/>
                          <a:pt x="1591583" y="1611634"/>
                        </a:cubicBezTo>
                        <a:cubicBezTo>
                          <a:pt x="1597393" y="1601062"/>
                          <a:pt x="1605680" y="1591251"/>
                          <a:pt x="1616824" y="1584298"/>
                        </a:cubicBezTo>
                        <a:cubicBezTo>
                          <a:pt x="1620824" y="1581821"/>
                          <a:pt x="1625872" y="1579250"/>
                          <a:pt x="1631302" y="1577345"/>
                        </a:cubicBezTo>
                        <a:cubicBezTo>
                          <a:pt x="1656162" y="1548293"/>
                          <a:pt x="1694548" y="1519528"/>
                          <a:pt x="1725409" y="1537911"/>
                        </a:cubicBezTo>
                        <a:cubicBezTo>
                          <a:pt x="1735981" y="1544198"/>
                          <a:pt x="1740649" y="1552008"/>
                          <a:pt x="1741887" y="1560295"/>
                        </a:cubicBezTo>
                        <a:cubicBezTo>
                          <a:pt x="1743602" y="1562486"/>
                          <a:pt x="1744745" y="1565058"/>
                          <a:pt x="1744840" y="1567915"/>
                        </a:cubicBezTo>
                        <a:cubicBezTo>
                          <a:pt x="1745030" y="1571915"/>
                          <a:pt x="1743316" y="1575630"/>
                          <a:pt x="1740268" y="1578297"/>
                        </a:cubicBezTo>
                        <a:cubicBezTo>
                          <a:pt x="1738744" y="1583155"/>
                          <a:pt x="1736934" y="1587917"/>
                          <a:pt x="1734934" y="1592394"/>
                        </a:cubicBezTo>
                        <a:close/>
                        <a:moveTo>
                          <a:pt x="1665401" y="1486666"/>
                        </a:moveTo>
                        <a:cubicBezTo>
                          <a:pt x="1653781" y="1485238"/>
                          <a:pt x="1641779" y="1481523"/>
                          <a:pt x="1634159" y="1473903"/>
                        </a:cubicBezTo>
                        <a:cubicBezTo>
                          <a:pt x="1609871" y="1449424"/>
                          <a:pt x="1642255" y="1410562"/>
                          <a:pt x="1662067" y="1393036"/>
                        </a:cubicBezTo>
                        <a:cubicBezTo>
                          <a:pt x="1681498" y="1375796"/>
                          <a:pt x="1707121" y="1373700"/>
                          <a:pt x="1729981" y="1389893"/>
                        </a:cubicBezTo>
                        <a:cubicBezTo>
                          <a:pt x="1730933" y="1390559"/>
                          <a:pt x="1731981" y="1391321"/>
                          <a:pt x="1732933" y="1392179"/>
                        </a:cubicBezTo>
                        <a:cubicBezTo>
                          <a:pt x="1743792" y="1388559"/>
                          <a:pt x="1755413" y="1389035"/>
                          <a:pt x="1766271" y="1397417"/>
                        </a:cubicBezTo>
                        <a:cubicBezTo>
                          <a:pt x="1778272" y="1406752"/>
                          <a:pt x="1773224" y="1417420"/>
                          <a:pt x="1762366" y="1427040"/>
                        </a:cubicBezTo>
                        <a:cubicBezTo>
                          <a:pt x="1761794" y="1428278"/>
                          <a:pt x="1760937" y="1429326"/>
                          <a:pt x="1759985" y="1430374"/>
                        </a:cubicBezTo>
                        <a:cubicBezTo>
                          <a:pt x="1763128" y="1439994"/>
                          <a:pt x="1763795" y="1449615"/>
                          <a:pt x="1760365" y="1457806"/>
                        </a:cubicBezTo>
                        <a:cubicBezTo>
                          <a:pt x="1749316" y="1483333"/>
                          <a:pt x="1693310" y="1490000"/>
                          <a:pt x="1665401" y="1486666"/>
                        </a:cubicBezTo>
                        <a:close/>
                        <a:moveTo>
                          <a:pt x="1771129" y="1602205"/>
                        </a:moveTo>
                        <a:cubicBezTo>
                          <a:pt x="1766080" y="1602205"/>
                          <a:pt x="1761889" y="1598871"/>
                          <a:pt x="1761604" y="1594680"/>
                        </a:cubicBezTo>
                        <a:cubicBezTo>
                          <a:pt x="1761413" y="1590489"/>
                          <a:pt x="1765319" y="1587060"/>
                          <a:pt x="1770367" y="1587060"/>
                        </a:cubicBezTo>
                        <a:cubicBezTo>
                          <a:pt x="1775415" y="1587060"/>
                          <a:pt x="1779606" y="1590394"/>
                          <a:pt x="1779892" y="1594585"/>
                        </a:cubicBezTo>
                        <a:cubicBezTo>
                          <a:pt x="1780082" y="1598776"/>
                          <a:pt x="1776177" y="1602205"/>
                          <a:pt x="1771129" y="1602205"/>
                        </a:cubicBezTo>
                        <a:close/>
                        <a:moveTo>
                          <a:pt x="1789988" y="1455043"/>
                        </a:moveTo>
                        <a:cubicBezTo>
                          <a:pt x="1784940" y="1455043"/>
                          <a:pt x="1780749" y="1451710"/>
                          <a:pt x="1780463" y="1447519"/>
                        </a:cubicBezTo>
                        <a:cubicBezTo>
                          <a:pt x="1780178" y="1443328"/>
                          <a:pt x="1784178" y="1439899"/>
                          <a:pt x="1789226" y="1439899"/>
                        </a:cubicBezTo>
                        <a:cubicBezTo>
                          <a:pt x="1794274" y="1439899"/>
                          <a:pt x="1798465" y="1443232"/>
                          <a:pt x="1798751" y="1447423"/>
                        </a:cubicBezTo>
                        <a:cubicBezTo>
                          <a:pt x="1799037" y="1451614"/>
                          <a:pt x="1795037" y="1455043"/>
                          <a:pt x="1789988" y="1455043"/>
                        </a:cubicBezTo>
                        <a:close/>
                        <a:moveTo>
                          <a:pt x="1842852" y="1756796"/>
                        </a:moveTo>
                        <a:cubicBezTo>
                          <a:pt x="1840566" y="1756605"/>
                          <a:pt x="1838185" y="1756224"/>
                          <a:pt x="1836089" y="1755462"/>
                        </a:cubicBezTo>
                        <a:cubicBezTo>
                          <a:pt x="1834851" y="1755081"/>
                          <a:pt x="1833708" y="1754509"/>
                          <a:pt x="1832660" y="1753843"/>
                        </a:cubicBezTo>
                        <a:cubicBezTo>
                          <a:pt x="1814277" y="1741651"/>
                          <a:pt x="1835994" y="1727649"/>
                          <a:pt x="1853330" y="1737555"/>
                        </a:cubicBezTo>
                        <a:cubicBezTo>
                          <a:pt x="1872951" y="1748795"/>
                          <a:pt x="1866474" y="1759177"/>
                          <a:pt x="1842852" y="1756796"/>
                        </a:cubicBezTo>
                        <a:close/>
                        <a:moveTo>
                          <a:pt x="1915718" y="1576964"/>
                        </a:moveTo>
                        <a:cubicBezTo>
                          <a:pt x="1904764" y="1592299"/>
                          <a:pt x="1903621" y="1611254"/>
                          <a:pt x="1902860" y="1629351"/>
                        </a:cubicBezTo>
                        <a:cubicBezTo>
                          <a:pt x="1901526" y="1658879"/>
                          <a:pt x="1900097" y="1688311"/>
                          <a:pt x="1898764" y="1717838"/>
                        </a:cubicBezTo>
                        <a:cubicBezTo>
                          <a:pt x="1882190" y="1690311"/>
                          <a:pt x="1879142" y="1657640"/>
                          <a:pt x="1890572" y="1629161"/>
                        </a:cubicBezTo>
                        <a:cubicBezTo>
                          <a:pt x="1863140" y="1661355"/>
                          <a:pt x="1835708" y="1693550"/>
                          <a:pt x="1808181" y="1725744"/>
                        </a:cubicBezTo>
                        <a:cubicBezTo>
                          <a:pt x="1823135" y="1705075"/>
                          <a:pt x="1838185" y="1684310"/>
                          <a:pt x="1853139" y="1663641"/>
                        </a:cubicBezTo>
                        <a:cubicBezTo>
                          <a:pt x="1866569" y="1645163"/>
                          <a:pt x="1880190" y="1626113"/>
                          <a:pt x="1885238" y="1604681"/>
                        </a:cubicBezTo>
                        <a:cubicBezTo>
                          <a:pt x="1891239" y="1579535"/>
                          <a:pt x="1884286" y="1552008"/>
                          <a:pt x="1866664" y="1530291"/>
                        </a:cubicBezTo>
                        <a:cubicBezTo>
                          <a:pt x="1851044" y="1511050"/>
                          <a:pt x="1829898" y="1501240"/>
                          <a:pt x="1806181" y="1490667"/>
                        </a:cubicBezTo>
                        <a:cubicBezTo>
                          <a:pt x="1815801" y="1480571"/>
                          <a:pt x="1849615" y="1497144"/>
                          <a:pt x="1859330" y="1504383"/>
                        </a:cubicBezTo>
                        <a:cubicBezTo>
                          <a:pt x="1877237" y="1517813"/>
                          <a:pt x="1884000" y="1538292"/>
                          <a:pt x="1895144" y="1556104"/>
                        </a:cubicBezTo>
                        <a:cubicBezTo>
                          <a:pt x="1897049" y="1559152"/>
                          <a:pt x="1899430" y="1562390"/>
                          <a:pt x="1903336" y="1563724"/>
                        </a:cubicBezTo>
                        <a:cubicBezTo>
                          <a:pt x="1907050" y="1564962"/>
                          <a:pt x="1911051" y="1564009"/>
                          <a:pt x="1914766" y="1563152"/>
                        </a:cubicBezTo>
                        <a:cubicBezTo>
                          <a:pt x="1924005" y="1560961"/>
                          <a:pt x="1933149" y="1558771"/>
                          <a:pt x="1942388" y="1556580"/>
                        </a:cubicBezTo>
                        <a:cubicBezTo>
                          <a:pt x="1949627" y="1553532"/>
                          <a:pt x="1957628" y="1551627"/>
                          <a:pt x="1965820" y="1551055"/>
                        </a:cubicBezTo>
                        <a:cubicBezTo>
                          <a:pt x="1958009" y="1552865"/>
                          <a:pt x="1950199" y="1554770"/>
                          <a:pt x="1942388" y="1556580"/>
                        </a:cubicBezTo>
                        <a:cubicBezTo>
                          <a:pt x="1931435" y="1561152"/>
                          <a:pt x="1922005" y="1568200"/>
                          <a:pt x="1915718" y="1576964"/>
                        </a:cubicBezTo>
                        <a:close/>
                        <a:moveTo>
                          <a:pt x="2063070" y="1625636"/>
                        </a:moveTo>
                        <a:cubicBezTo>
                          <a:pt x="2060974" y="1625636"/>
                          <a:pt x="2058879" y="1625255"/>
                          <a:pt x="2056974" y="1624684"/>
                        </a:cubicBezTo>
                        <a:cubicBezTo>
                          <a:pt x="2049449" y="1630590"/>
                          <a:pt x="2040115" y="1636018"/>
                          <a:pt x="2031447" y="1640305"/>
                        </a:cubicBezTo>
                        <a:cubicBezTo>
                          <a:pt x="2031447" y="1663832"/>
                          <a:pt x="2039638" y="1690025"/>
                          <a:pt x="2036495" y="1712504"/>
                        </a:cubicBezTo>
                        <a:cubicBezTo>
                          <a:pt x="2033447" y="1734031"/>
                          <a:pt x="2009825" y="1744699"/>
                          <a:pt x="1987061" y="1750414"/>
                        </a:cubicBezTo>
                        <a:cubicBezTo>
                          <a:pt x="1975916" y="1753176"/>
                          <a:pt x="1963724" y="1755367"/>
                          <a:pt x="1952675" y="1751843"/>
                        </a:cubicBezTo>
                        <a:cubicBezTo>
                          <a:pt x="1941626" y="1748223"/>
                          <a:pt x="1933816" y="1739555"/>
                          <a:pt x="1929053" y="1730411"/>
                        </a:cubicBezTo>
                        <a:cubicBezTo>
                          <a:pt x="1910098" y="1694407"/>
                          <a:pt x="1929244" y="1654402"/>
                          <a:pt x="1934387" y="1616016"/>
                        </a:cubicBezTo>
                        <a:cubicBezTo>
                          <a:pt x="1938007" y="1589060"/>
                          <a:pt x="1943722" y="1563724"/>
                          <a:pt x="1983346" y="1563438"/>
                        </a:cubicBezTo>
                        <a:cubicBezTo>
                          <a:pt x="2008396" y="1563248"/>
                          <a:pt x="2020588" y="1574106"/>
                          <a:pt x="2026494" y="1588870"/>
                        </a:cubicBezTo>
                        <a:cubicBezTo>
                          <a:pt x="2038591" y="1583536"/>
                          <a:pt x="2051830" y="1582869"/>
                          <a:pt x="2064118" y="1592394"/>
                        </a:cubicBezTo>
                        <a:cubicBezTo>
                          <a:pt x="2066023" y="1593918"/>
                          <a:pt x="2067452" y="1595442"/>
                          <a:pt x="2068595" y="1597061"/>
                        </a:cubicBezTo>
                        <a:cubicBezTo>
                          <a:pt x="2075167" y="1599252"/>
                          <a:pt x="2079929" y="1604491"/>
                          <a:pt x="2080215" y="1610682"/>
                        </a:cubicBezTo>
                        <a:cubicBezTo>
                          <a:pt x="2080501" y="1618969"/>
                          <a:pt x="2072881" y="1625636"/>
                          <a:pt x="2063070" y="1625636"/>
                        </a:cubicBezTo>
                        <a:close/>
                        <a:moveTo>
                          <a:pt x="2106599" y="1644972"/>
                        </a:moveTo>
                        <a:cubicBezTo>
                          <a:pt x="2101551" y="1644972"/>
                          <a:pt x="2097360" y="1641638"/>
                          <a:pt x="2097074" y="1637447"/>
                        </a:cubicBezTo>
                        <a:cubicBezTo>
                          <a:pt x="2096788" y="1633256"/>
                          <a:pt x="2100789" y="1629827"/>
                          <a:pt x="2105837" y="1629827"/>
                        </a:cubicBezTo>
                        <a:cubicBezTo>
                          <a:pt x="2110886" y="1629827"/>
                          <a:pt x="2115077" y="1633161"/>
                          <a:pt x="2115362" y="1637352"/>
                        </a:cubicBezTo>
                        <a:cubicBezTo>
                          <a:pt x="2115648" y="1641543"/>
                          <a:pt x="2111552" y="1644972"/>
                          <a:pt x="2106599" y="1644972"/>
                        </a:cubicBezTo>
                        <a:close/>
                        <a:moveTo>
                          <a:pt x="2124697" y="1745175"/>
                        </a:moveTo>
                        <a:cubicBezTo>
                          <a:pt x="2131555" y="1739174"/>
                          <a:pt x="2138032" y="1732888"/>
                          <a:pt x="2144509" y="1726601"/>
                        </a:cubicBezTo>
                        <a:cubicBezTo>
                          <a:pt x="2154796" y="1715457"/>
                          <a:pt x="2163559" y="1703265"/>
                          <a:pt x="2169845" y="1690121"/>
                        </a:cubicBezTo>
                        <a:cubicBezTo>
                          <a:pt x="2174798" y="1679929"/>
                          <a:pt x="2178418" y="1669070"/>
                          <a:pt x="2178227" y="1657926"/>
                        </a:cubicBezTo>
                        <a:cubicBezTo>
                          <a:pt x="2177751" y="1640400"/>
                          <a:pt x="2167369" y="1623541"/>
                          <a:pt x="2153462" y="1609920"/>
                        </a:cubicBezTo>
                        <a:cubicBezTo>
                          <a:pt x="2139556" y="1596299"/>
                          <a:pt x="2122125" y="1585631"/>
                          <a:pt x="2104885" y="1574963"/>
                        </a:cubicBezTo>
                        <a:cubicBezTo>
                          <a:pt x="2096122" y="1569534"/>
                          <a:pt x="2081548" y="1563438"/>
                          <a:pt x="2084596" y="1553151"/>
                        </a:cubicBezTo>
                        <a:cubicBezTo>
                          <a:pt x="2105932" y="1555437"/>
                          <a:pt x="2125935" y="1572106"/>
                          <a:pt x="2139746" y="1585250"/>
                        </a:cubicBezTo>
                        <a:cubicBezTo>
                          <a:pt x="2155558" y="1600300"/>
                          <a:pt x="2168988" y="1617064"/>
                          <a:pt x="2185942" y="1631161"/>
                        </a:cubicBezTo>
                        <a:cubicBezTo>
                          <a:pt x="2189086" y="1633828"/>
                          <a:pt x="2192705" y="1636495"/>
                          <a:pt x="2197087" y="1637067"/>
                        </a:cubicBezTo>
                        <a:cubicBezTo>
                          <a:pt x="2200516" y="1637543"/>
                          <a:pt x="2204040" y="1636590"/>
                          <a:pt x="2207279" y="1635638"/>
                        </a:cubicBezTo>
                        <a:cubicBezTo>
                          <a:pt x="2230139" y="1629161"/>
                          <a:pt x="2253094" y="1622588"/>
                          <a:pt x="2275954" y="1616111"/>
                        </a:cubicBezTo>
                        <a:cubicBezTo>
                          <a:pt x="2255475" y="1624017"/>
                          <a:pt x="2234996" y="1631923"/>
                          <a:pt x="2214613" y="1639733"/>
                        </a:cubicBezTo>
                        <a:cubicBezTo>
                          <a:pt x="2204326" y="1643734"/>
                          <a:pt x="2193086" y="1648591"/>
                          <a:pt x="2189848" y="1657640"/>
                        </a:cubicBezTo>
                        <a:cubicBezTo>
                          <a:pt x="2188324" y="1661927"/>
                          <a:pt x="2188895" y="1666689"/>
                          <a:pt x="2188229" y="1671166"/>
                        </a:cubicBezTo>
                        <a:cubicBezTo>
                          <a:pt x="2186895" y="1680500"/>
                          <a:pt x="2180323" y="1688501"/>
                          <a:pt x="2173750" y="1696026"/>
                        </a:cubicBezTo>
                        <a:cubicBezTo>
                          <a:pt x="2164511" y="1706504"/>
                          <a:pt x="2154605" y="1716695"/>
                          <a:pt x="2144414" y="1726506"/>
                        </a:cubicBezTo>
                        <a:cubicBezTo>
                          <a:pt x="2138413" y="1733173"/>
                          <a:pt x="2131936" y="1739460"/>
                          <a:pt x="2124697" y="1745175"/>
                        </a:cubicBezTo>
                        <a:close/>
                        <a:moveTo>
                          <a:pt x="2289479" y="1749461"/>
                        </a:moveTo>
                        <a:cubicBezTo>
                          <a:pt x="2276525" y="1752509"/>
                          <a:pt x="2262619" y="1752414"/>
                          <a:pt x="2248998" y="1752223"/>
                        </a:cubicBezTo>
                        <a:cubicBezTo>
                          <a:pt x="2224709" y="1751843"/>
                          <a:pt x="2200421" y="1751176"/>
                          <a:pt x="2176132" y="1750224"/>
                        </a:cubicBezTo>
                        <a:cubicBezTo>
                          <a:pt x="2169560" y="1749938"/>
                          <a:pt x="2160701" y="1747842"/>
                          <a:pt x="2160701" y="1742413"/>
                        </a:cubicBezTo>
                        <a:cubicBezTo>
                          <a:pt x="2160701" y="1739936"/>
                          <a:pt x="2162797" y="1737841"/>
                          <a:pt x="2164797" y="1736031"/>
                        </a:cubicBezTo>
                        <a:cubicBezTo>
                          <a:pt x="2187943" y="1714790"/>
                          <a:pt x="2210993" y="1693454"/>
                          <a:pt x="2234139" y="1672214"/>
                        </a:cubicBezTo>
                        <a:cubicBezTo>
                          <a:pt x="2244140" y="1663070"/>
                          <a:pt x="2254523" y="1653545"/>
                          <a:pt x="2268429" y="1648877"/>
                        </a:cubicBezTo>
                        <a:cubicBezTo>
                          <a:pt x="2279478" y="1645163"/>
                          <a:pt x="2291861" y="1644782"/>
                          <a:pt x="2303957" y="1644782"/>
                        </a:cubicBezTo>
                        <a:cubicBezTo>
                          <a:pt x="2315578" y="1644782"/>
                          <a:pt x="2327294" y="1645067"/>
                          <a:pt x="2339009" y="1645543"/>
                        </a:cubicBezTo>
                        <a:lnTo>
                          <a:pt x="2342057" y="1672309"/>
                        </a:lnTo>
                        <a:cubicBezTo>
                          <a:pt x="2348915" y="1704694"/>
                          <a:pt x="2327103" y="1740603"/>
                          <a:pt x="2289479" y="1749461"/>
                        </a:cubicBezTo>
                        <a:close/>
                        <a:moveTo>
                          <a:pt x="2412542" y="1660022"/>
                        </a:moveTo>
                        <a:cubicBezTo>
                          <a:pt x="2402541" y="1640115"/>
                          <a:pt x="2400255" y="1617254"/>
                          <a:pt x="2401398" y="1595632"/>
                        </a:cubicBezTo>
                        <a:cubicBezTo>
                          <a:pt x="2397683" y="1616874"/>
                          <a:pt x="2373871" y="1633828"/>
                          <a:pt x="2347963" y="1633732"/>
                        </a:cubicBezTo>
                        <a:cubicBezTo>
                          <a:pt x="2361488" y="1623922"/>
                          <a:pt x="2373585" y="1612777"/>
                          <a:pt x="2383967" y="1600490"/>
                        </a:cubicBezTo>
                        <a:cubicBezTo>
                          <a:pt x="2392349" y="1590584"/>
                          <a:pt x="2399683" y="1578202"/>
                          <a:pt x="2394635" y="1566486"/>
                        </a:cubicBezTo>
                        <a:cubicBezTo>
                          <a:pt x="2391206" y="1558580"/>
                          <a:pt x="2382824" y="1552961"/>
                          <a:pt x="2375871" y="1546864"/>
                        </a:cubicBezTo>
                        <a:cubicBezTo>
                          <a:pt x="2369489" y="1541245"/>
                          <a:pt x="2362346" y="1534673"/>
                          <a:pt x="2362346" y="1527434"/>
                        </a:cubicBezTo>
                        <a:cubicBezTo>
                          <a:pt x="2400922" y="1539149"/>
                          <a:pt x="2441689" y="1545817"/>
                          <a:pt x="2472455" y="1517527"/>
                        </a:cubicBezTo>
                        <a:cubicBezTo>
                          <a:pt x="2463406" y="1528386"/>
                          <a:pt x="2453976" y="1539530"/>
                          <a:pt x="2440070" y="1545912"/>
                        </a:cubicBezTo>
                        <a:cubicBezTo>
                          <a:pt x="2435021" y="1548198"/>
                          <a:pt x="2429497" y="1549817"/>
                          <a:pt x="2425115" y="1552865"/>
                        </a:cubicBezTo>
                        <a:cubicBezTo>
                          <a:pt x="2416257" y="1559057"/>
                          <a:pt x="2413876" y="1569439"/>
                          <a:pt x="2412447" y="1579154"/>
                        </a:cubicBezTo>
                        <a:cubicBezTo>
                          <a:pt x="2409494" y="1599157"/>
                          <a:pt x="2408542" y="1619445"/>
                          <a:pt x="2409494" y="1639733"/>
                        </a:cubicBezTo>
                        <a:cubicBezTo>
                          <a:pt x="2409780" y="1646305"/>
                          <a:pt x="2410637" y="1653354"/>
                          <a:pt x="2412542" y="1660022"/>
                        </a:cubicBezTo>
                        <a:cubicBezTo>
                          <a:pt x="2417019" y="1668975"/>
                          <a:pt x="2422924" y="1677357"/>
                          <a:pt x="2431021" y="1684692"/>
                        </a:cubicBezTo>
                        <a:cubicBezTo>
                          <a:pt x="2420829" y="1679072"/>
                          <a:pt x="2415495" y="1669927"/>
                          <a:pt x="2412542" y="1660022"/>
                        </a:cubicBezTo>
                        <a:close/>
                        <a:moveTo>
                          <a:pt x="2575801" y="1722601"/>
                        </a:moveTo>
                        <a:cubicBezTo>
                          <a:pt x="2573134" y="1728792"/>
                          <a:pt x="2568848" y="1734602"/>
                          <a:pt x="2562561" y="1738603"/>
                        </a:cubicBezTo>
                        <a:cubicBezTo>
                          <a:pt x="2556846" y="1742222"/>
                          <a:pt x="2549607" y="1744223"/>
                          <a:pt x="2542368" y="1744984"/>
                        </a:cubicBezTo>
                        <a:cubicBezTo>
                          <a:pt x="2509126" y="1748699"/>
                          <a:pt x="2475693" y="1728792"/>
                          <a:pt x="2460263" y="1703360"/>
                        </a:cubicBezTo>
                        <a:cubicBezTo>
                          <a:pt x="2446737" y="1681072"/>
                          <a:pt x="2444641" y="1655735"/>
                          <a:pt x="2447023" y="1631161"/>
                        </a:cubicBezTo>
                        <a:cubicBezTo>
                          <a:pt x="2440546" y="1627351"/>
                          <a:pt x="2434259" y="1622398"/>
                          <a:pt x="2432735" y="1616016"/>
                        </a:cubicBezTo>
                        <a:cubicBezTo>
                          <a:pt x="2431497" y="1610682"/>
                          <a:pt x="2433592" y="1605348"/>
                          <a:pt x="2436260" y="1600490"/>
                        </a:cubicBezTo>
                        <a:cubicBezTo>
                          <a:pt x="2442070" y="1589918"/>
                          <a:pt x="2450357" y="1580107"/>
                          <a:pt x="2461501" y="1573154"/>
                        </a:cubicBezTo>
                        <a:cubicBezTo>
                          <a:pt x="2461787" y="1572963"/>
                          <a:pt x="2462072" y="1572868"/>
                          <a:pt x="2462263" y="1572677"/>
                        </a:cubicBezTo>
                        <a:cubicBezTo>
                          <a:pt x="2466835" y="1563343"/>
                          <a:pt x="2472550" y="1554580"/>
                          <a:pt x="2479884" y="1546579"/>
                        </a:cubicBezTo>
                        <a:cubicBezTo>
                          <a:pt x="2499124" y="1525719"/>
                          <a:pt x="2531129" y="1511527"/>
                          <a:pt x="2563037" y="1515908"/>
                        </a:cubicBezTo>
                        <a:lnTo>
                          <a:pt x="2565799" y="1540959"/>
                        </a:lnTo>
                        <a:cubicBezTo>
                          <a:pt x="2566466" y="1540292"/>
                          <a:pt x="2567514" y="1539911"/>
                          <a:pt x="2568371" y="1540483"/>
                        </a:cubicBezTo>
                        <a:cubicBezTo>
                          <a:pt x="2570181" y="1541626"/>
                          <a:pt x="2569895" y="1543816"/>
                          <a:pt x="2569419" y="1545626"/>
                        </a:cubicBezTo>
                        <a:cubicBezTo>
                          <a:pt x="2569133" y="1546769"/>
                          <a:pt x="2568848" y="1547817"/>
                          <a:pt x="2568562" y="1548960"/>
                        </a:cubicBezTo>
                        <a:cubicBezTo>
                          <a:pt x="2569514" y="1550675"/>
                          <a:pt x="2570086" y="1552580"/>
                          <a:pt x="2570181" y="1554580"/>
                        </a:cubicBezTo>
                        <a:cubicBezTo>
                          <a:pt x="2570372" y="1559152"/>
                          <a:pt x="2568086" y="1563152"/>
                          <a:pt x="2564371" y="1565819"/>
                        </a:cubicBezTo>
                        <a:cubicBezTo>
                          <a:pt x="2559608" y="1586774"/>
                          <a:pt x="2556560" y="1608110"/>
                          <a:pt x="2560751" y="1629256"/>
                        </a:cubicBezTo>
                        <a:cubicBezTo>
                          <a:pt x="2567038" y="1660784"/>
                          <a:pt x="2588564" y="1693074"/>
                          <a:pt x="2575801" y="1722601"/>
                        </a:cubicBezTo>
                        <a:close/>
                        <a:moveTo>
                          <a:pt x="2596756" y="1588775"/>
                        </a:moveTo>
                        <a:cubicBezTo>
                          <a:pt x="2591707" y="1588775"/>
                          <a:pt x="2587516" y="1585441"/>
                          <a:pt x="2587231" y="1581250"/>
                        </a:cubicBezTo>
                        <a:cubicBezTo>
                          <a:pt x="2587040" y="1577059"/>
                          <a:pt x="2590946" y="1573630"/>
                          <a:pt x="2595994" y="1573630"/>
                        </a:cubicBezTo>
                        <a:cubicBezTo>
                          <a:pt x="2601042" y="1573630"/>
                          <a:pt x="2605233" y="1576964"/>
                          <a:pt x="2605519" y="1581155"/>
                        </a:cubicBezTo>
                        <a:cubicBezTo>
                          <a:pt x="2605709" y="1585346"/>
                          <a:pt x="2601804" y="1588775"/>
                          <a:pt x="2596756" y="1588775"/>
                        </a:cubicBezTo>
                        <a:close/>
                        <a:moveTo>
                          <a:pt x="2491790" y="1468379"/>
                        </a:moveTo>
                        <a:cubicBezTo>
                          <a:pt x="2485980" y="1466664"/>
                          <a:pt x="2479884" y="1464759"/>
                          <a:pt x="2475979" y="1460854"/>
                        </a:cubicBezTo>
                        <a:cubicBezTo>
                          <a:pt x="2470645" y="1455425"/>
                          <a:pt x="2470931" y="1447805"/>
                          <a:pt x="2471692" y="1441042"/>
                        </a:cubicBezTo>
                        <a:cubicBezTo>
                          <a:pt x="2473026" y="1428564"/>
                          <a:pt x="2475026" y="1416086"/>
                          <a:pt x="2477503" y="1403704"/>
                        </a:cubicBezTo>
                        <a:cubicBezTo>
                          <a:pt x="2483504" y="1374176"/>
                          <a:pt x="2496743" y="1341315"/>
                          <a:pt x="2530176" y="1330742"/>
                        </a:cubicBezTo>
                        <a:cubicBezTo>
                          <a:pt x="2555989" y="1322551"/>
                          <a:pt x="2585421" y="1330457"/>
                          <a:pt x="2611900" y="1338648"/>
                        </a:cubicBezTo>
                        <a:lnTo>
                          <a:pt x="2617806" y="1361032"/>
                        </a:lnTo>
                        <a:cubicBezTo>
                          <a:pt x="2624664" y="1372271"/>
                          <a:pt x="2631903" y="1383416"/>
                          <a:pt x="2639428" y="1394369"/>
                        </a:cubicBezTo>
                        <a:cubicBezTo>
                          <a:pt x="2639714" y="1394369"/>
                          <a:pt x="2639999" y="1394274"/>
                          <a:pt x="2640285" y="1394179"/>
                        </a:cubicBezTo>
                        <a:cubicBezTo>
                          <a:pt x="2645333" y="1394179"/>
                          <a:pt x="2649524" y="1397513"/>
                          <a:pt x="2649810" y="1401704"/>
                        </a:cubicBezTo>
                        <a:cubicBezTo>
                          <a:pt x="2649905" y="1403418"/>
                          <a:pt x="2649143" y="1405037"/>
                          <a:pt x="2648000" y="1406275"/>
                        </a:cubicBezTo>
                        <a:cubicBezTo>
                          <a:pt x="2651144" y="1410657"/>
                          <a:pt x="2654096" y="1415134"/>
                          <a:pt x="2657335" y="1419420"/>
                        </a:cubicBezTo>
                        <a:cubicBezTo>
                          <a:pt x="2669050" y="1435136"/>
                          <a:pt x="2681909" y="1451329"/>
                          <a:pt x="2684386" y="1469522"/>
                        </a:cubicBezTo>
                        <a:cubicBezTo>
                          <a:pt x="2686862" y="1487715"/>
                          <a:pt x="2674956" y="1508384"/>
                          <a:pt x="2653334" y="1511050"/>
                        </a:cubicBezTo>
                        <a:cubicBezTo>
                          <a:pt x="2642952" y="1512289"/>
                          <a:pt x="2632474" y="1509336"/>
                          <a:pt x="2622378" y="1506383"/>
                        </a:cubicBezTo>
                        <a:cubicBezTo>
                          <a:pt x="2578849" y="1493810"/>
                          <a:pt x="2535320" y="1481047"/>
                          <a:pt x="2491790" y="1468379"/>
                        </a:cubicBezTo>
                        <a:close/>
                        <a:moveTo>
                          <a:pt x="2674861" y="1712790"/>
                        </a:moveTo>
                        <a:cubicBezTo>
                          <a:pt x="2704769" y="1684310"/>
                          <a:pt x="2715628" y="1642972"/>
                          <a:pt x="2704674" y="1605253"/>
                        </a:cubicBezTo>
                        <a:cubicBezTo>
                          <a:pt x="2692673" y="1564867"/>
                          <a:pt x="2661431" y="1542102"/>
                          <a:pt x="2624664" y="1516766"/>
                        </a:cubicBezTo>
                        <a:cubicBezTo>
                          <a:pt x="2643714" y="1522480"/>
                          <a:pt x="2662573" y="1534482"/>
                          <a:pt x="2680290" y="1543150"/>
                        </a:cubicBezTo>
                        <a:cubicBezTo>
                          <a:pt x="2684195" y="1545055"/>
                          <a:pt x="2689148" y="1546960"/>
                          <a:pt x="2692768" y="1544959"/>
                        </a:cubicBezTo>
                        <a:cubicBezTo>
                          <a:pt x="2694673" y="1543912"/>
                          <a:pt x="2695625" y="1542102"/>
                          <a:pt x="2696482" y="1540388"/>
                        </a:cubicBezTo>
                        <a:cubicBezTo>
                          <a:pt x="2703912" y="1525624"/>
                          <a:pt x="2711341" y="1510765"/>
                          <a:pt x="2718676" y="1496001"/>
                        </a:cubicBezTo>
                        <a:cubicBezTo>
                          <a:pt x="2722295" y="1486381"/>
                          <a:pt x="2726867" y="1477046"/>
                          <a:pt x="2732582" y="1468188"/>
                        </a:cubicBezTo>
                        <a:cubicBezTo>
                          <a:pt x="2727915" y="1477427"/>
                          <a:pt x="2723343" y="1486762"/>
                          <a:pt x="2718676" y="1496001"/>
                        </a:cubicBezTo>
                        <a:cubicBezTo>
                          <a:pt x="2709722" y="1519814"/>
                          <a:pt x="2707436" y="1545531"/>
                          <a:pt x="2712389" y="1570582"/>
                        </a:cubicBezTo>
                        <a:cubicBezTo>
                          <a:pt x="2713056" y="1573725"/>
                          <a:pt x="2713818" y="1576964"/>
                          <a:pt x="2715437" y="1579821"/>
                        </a:cubicBezTo>
                        <a:cubicBezTo>
                          <a:pt x="2717533" y="1583441"/>
                          <a:pt x="2720962" y="1586489"/>
                          <a:pt x="2724296" y="1589442"/>
                        </a:cubicBezTo>
                        <a:cubicBezTo>
                          <a:pt x="2734392" y="1598300"/>
                          <a:pt x="2744679" y="1607349"/>
                          <a:pt x="2757157" y="1613825"/>
                        </a:cubicBezTo>
                        <a:cubicBezTo>
                          <a:pt x="2780779" y="1626208"/>
                          <a:pt x="2809925" y="1628208"/>
                          <a:pt x="2837262" y="1626493"/>
                        </a:cubicBezTo>
                        <a:cubicBezTo>
                          <a:pt x="2800305" y="1643067"/>
                          <a:pt x="2748489" y="1633542"/>
                          <a:pt x="2721724" y="1605157"/>
                        </a:cubicBezTo>
                        <a:cubicBezTo>
                          <a:pt x="2715056" y="1643639"/>
                          <a:pt x="2706960" y="1684882"/>
                          <a:pt x="2674861" y="1712790"/>
                        </a:cubicBezTo>
                        <a:close/>
                        <a:moveTo>
                          <a:pt x="2713056" y="1684501"/>
                        </a:moveTo>
                        <a:cubicBezTo>
                          <a:pt x="2716104" y="1669642"/>
                          <a:pt x="2732392" y="1636685"/>
                          <a:pt x="2754680" y="1637733"/>
                        </a:cubicBezTo>
                        <a:cubicBezTo>
                          <a:pt x="2771730" y="1638495"/>
                          <a:pt x="2775635" y="1652973"/>
                          <a:pt x="2775540" y="1664689"/>
                        </a:cubicBezTo>
                        <a:cubicBezTo>
                          <a:pt x="2775445" y="1679262"/>
                          <a:pt x="2767539" y="1699264"/>
                          <a:pt x="2752775" y="1707647"/>
                        </a:cubicBezTo>
                        <a:cubicBezTo>
                          <a:pt x="2730677" y="1720315"/>
                          <a:pt x="2708674" y="1705741"/>
                          <a:pt x="2713056" y="1684501"/>
                        </a:cubicBezTo>
                        <a:close/>
                        <a:moveTo>
                          <a:pt x="2806306" y="1746413"/>
                        </a:moveTo>
                        <a:cubicBezTo>
                          <a:pt x="2810878" y="1749652"/>
                          <a:pt x="2816498" y="1752605"/>
                          <a:pt x="2818117" y="1757367"/>
                        </a:cubicBezTo>
                        <a:cubicBezTo>
                          <a:pt x="2806020" y="1744223"/>
                          <a:pt x="2787827" y="1735079"/>
                          <a:pt x="2768587" y="1731840"/>
                        </a:cubicBezTo>
                        <a:cubicBezTo>
                          <a:pt x="2763824" y="1731935"/>
                          <a:pt x="2759062" y="1731554"/>
                          <a:pt x="2754395" y="1730507"/>
                        </a:cubicBezTo>
                        <a:cubicBezTo>
                          <a:pt x="2759157" y="1730507"/>
                          <a:pt x="2763920" y="1731078"/>
                          <a:pt x="2768587" y="1731840"/>
                        </a:cubicBezTo>
                        <a:cubicBezTo>
                          <a:pt x="2780874" y="1731650"/>
                          <a:pt x="2793066" y="1727839"/>
                          <a:pt x="2802877" y="1721839"/>
                        </a:cubicBezTo>
                        <a:cubicBezTo>
                          <a:pt x="2816498" y="1713552"/>
                          <a:pt x="2826213" y="1701360"/>
                          <a:pt x="2833262" y="1688501"/>
                        </a:cubicBezTo>
                        <a:cubicBezTo>
                          <a:pt x="2840786" y="1674785"/>
                          <a:pt x="2843834" y="1661450"/>
                          <a:pt x="2839739" y="1646401"/>
                        </a:cubicBezTo>
                        <a:cubicBezTo>
                          <a:pt x="2853836" y="1644496"/>
                          <a:pt x="2842691" y="1681453"/>
                          <a:pt x="2839929" y="1687930"/>
                        </a:cubicBezTo>
                        <a:cubicBezTo>
                          <a:pt x="2833071" y="1704122"/>
                          <a:pt x="2820879" y="1718696"/>
                          <a:pt x="2804782" y="1729364"/>
                        </a:cubicBezTo>
                        <a:cubicBezTo>
                          <a:pt x="2802972" y="1730602"/>
                          <a:pt x="2800972" y="1731840"/>
                          <a:pt x="2799924" y="1733650"/>
                        </a:cubicBezTo>
                        <a:cubicBezTo>
                          <a:pt x="2797543" y="1738031"/>
                          <a:pt x="2801734" y="1743175"/>
                          <a:pt x="2806306" y="1746413"/>
                        </a:cubicBezTo>
                        <a:close/>
                        <a:moveTo>
                          <a:pt x="3080054" y="1632971"/>
                        </a:moveTo>
                        <a:cubicBezTo>
                          <a:pt x="3077102" y="1635733"/>
                          <a:pt x="3074339" y="1638590"/>
                          <a:pt x="3071482" y="1641448"/>
                        </a:cubicBezTo>
                        <a:cubicBezTo>
                          <a:pt x="3071482" y="1641543"/>
                          <a:pt x="3071577" y="1641638"/>
                          <a:pt x="3071577" y="1641734"/>
                        </a:cubicBezTo>
                        <a:cubicBezTo>
                          <a:pt x="3071767" y="1645639"/>
                          <a:pt x="3068339" y="1648782"/>
                          <a:pt x="3063766" y="1649163"/>
                        </a:cubicBezTo>
                        <a:cubicBezTo>
                          <a:pt x="3051194" y="1662212"/>
                          <a:pt x="3039002" y="1675738"/>
                          <a:pt x="3025095" y="1687549"/>
                        </a:cubicBezTo>
                        <a:cubicBezTo>
                          <a:pt x="2993282" y="1714505"/>
                          <a:pt x="2948228" y="1727554"/>
                          <a:pt x="2904890" y="1739650"/>
                        </a:cubicBezTo>
                        <a:cubicBezTo>
                          <a:pt x="2894698" y="1742508"/>
                          <a:pt x="2884315" y="1745366"/>
                          <a:pt x="2873552" y="1745270"/>
                        </a:cubicBezTo>
                        <a:cubicBezTo>
                          <a:pt x="2862789" y="1745175"/>
                          <a:pt x="2851169" y="1741460"/>
                          <a:pt x="2845168" y="1733840"/>
                        </a:cubicBezTo>
                        <a:cubicBezTo>
                          <a:pt x="2837929" y="1724696"/>
                          <a:pt x="2840310" y="1712885"/>
                          <a:pt x="2844406" y="1702789"/>
                        </a:cubicBezTo>
                        <a:cubicBezTo>
                          <a:pt x="2860217" y="1663832"/>
                          <a:pt x="2897270" y="1634018"/>
                          <a:pt x="2937656" y="1610682"/>
                        </a:cubicBezTo>
                        <a:cubicBezTo>
                          <a:pt x="2939180" y="1607063"/>
                          <a:pt x="2941465" y="1603538"/>
                          <a:pt x="2944132" y="1600395"/>
                        </a:cubicBezTo>
                        <a:cubicBezTo>
                          <a:pt x="2950990" y="1592204"/>
                          <a:pt x="2960325" y="1585631"/>
                          <a:pt x="2970993" y="1580964"/>
                        </a:cubicBezTo>
                        <a:cubicBezTo>
                          <a:pt x="2983280" y="1575535"/>
                          <a:pt x="3009379" y="1567820"/>
                          <a:pt x="3022809" y="1576106"/>
                        </a:cubicBezTo>
                        <a:cubicBezTo>
                          <a:pt x="3023381" y="1576487"/>
                          <a:pt x="3023857" y="1576868"/>
                          <a:pt x="3024428" y="1577345"/>
                        </a:cubicBezTo>
                        <a:cubicBezTo>
                          <a:pt x="3045479" y="1574677"/>
                          <a:pt x="3066148" y="1577535"/>
                          <a:pt x="3082340" y="1591251"/>
                        </a:cubicBezTo>
                        <a:cubicBezTo>
                          <a:pt x="3099866" y="1606205"/>
                          <a:pt x="3094628" y="1619350"/>
                          <a:pt x="3080054" y="1632971"/>
                        </a:cubicBezTo>
                        <a:close/>
                        <a:moveTo>
                          <a:pt x="3226930" y="1697359"/>
                        </a:moveTo>
                        <a:cubicBezTo>
                          <a:pt x="3203879" y="1685168"/>
                          <a:pt x="3184924" y="1666594"/>
                          <a:pt x="3177400" y="1644972"/>
                        </a:cubicBezTo>
                        <a:cubicBezTo>
                          <a:pt x="3169208" y="1675261"/>
                          <a:pt x="3159016" y="1708027"/>
                          <a:pt x="3129203" y="1726125"/>
                        </a:cubicBezTo>
                        <a:cubicBezTo>
                          <a:pt x="3161683" y="1698979"/>
                          <a:pt x="3172828" y="1657545"/>
                          <a:pt x="3167780" y="1618683"/>
                        </a:cubicBezTo>
                        <a:cubicBezTo>
                          <a:pt x="3165684" y="1602681"/>
                          <a:pt x="3160826" y="1586203"/>
                          <a:pt x="3148539" y="1573630"/>
                        </a:cubicBezTo>
                        <a:cubicBezTo>
                          <a:pt x="3143872" y="1568867"/>
                          <a:pt x="3138157" y="1564581"/>
                          <a:pt x="3131965" y="1560961"/>
                        </a:cubicBezTo>
                        <a:cubicBezTo>
                          <a:pt x="3123679" y="1559533"/>
                          <a:pt x="3116154" y="1557437"/>
                          <a:pt x="3111582" y="1551818"/>
                        </a:cubicBezTo>
                        <a:cubicBezTo>
                          <a:pt x="3118535" y="1554104"/>
                          <a:pt x="3125489" y="1557247"/>
                          <a:pt x="3131965" y="1560961"/>
                        </a:cubicBezTo>
                        <a:cubicBezTo>
                          <a:pt x="3146634" y="1563438"/>
                          <a:pt x="3163779" y="1563438"/>
                          <a:pt x="3171875" y="1575725"/>
                        </a:cubicBezTo>
                        <a:cubicBezTo>
                          <a:pt x="3173114" y="1577630"/>
                          <a:pt x="3174161" y="1579917"/>
                          <a:pt x="3176542" y="1580964"/>
                        </a:cubicBezTo>
                        <a:cubicBezTo>
                          <a:pt x="3179876" y="1582488"/>
                          <a:pt x="3183686" y="1580773"/>
                          <a:pt x="3186830" y="1579154"/>
                        </a:cubicBezTo>
                        <a:cubicBezTo>
                          <a:pt x="3204356" y="1570296"/>
                          <a:pt x="3224167" y="1564295"/>
                          <a:pt x="3244646" y="1561628"/>
                        </a:cubicBezTo>
                        <a:cubicBezTo>
                          <a:pt x="3225691" y="1571439"/>
                          <a:pt x="3206832" y="1581250"/>
                          <a:pt x="3187877" y="1591156"/>
                        </a:cubicBezTo>
                        <a:cubicBezTo>
                          <a:pt x="3184924" y="1592680"/>
                          <a:pt x="3181877" y="1594299"/>
                          <a:pt x="3180067" y="1596775"/>
                        </a:cubicBezTo>
                        <a:cubicBezTo>
                          <a:pt x="3173685" y="1605539"/>
                          <a:pt x="3186163" y="1615540"/>
                          <a:pt x="3191782" y="1624970"/>
                        </a:cubicBezTo>
                        <a:cubicBezTo>
                          <a:pt x="3198355" y="1635828"/>
                          <a:pt x="3195592" y="1648782"/>
                          <a:pt x="3200260" y="1660308"/>
                        </a:cubicBezTo>
                        <a:cubicBezTo>
                          <a:pt x="3206070" y="1674595"/>
                          <a:pt x="3222263" y="1684310"/>
                          <a:pt x="3237979" y="1692025"/>
                        </a:cubicBezTo>
                        <a:cubicBezTo>
                          <a:pt x="3258934" y="1702408"/>
                          <a:pt x="3280937" y="1711266"/>
                          <a:pt x="3303511" y="1718505"/>
                        </a:cubicBezTo>
                        <a:cubicBezTo>
                          <a:pt x="3276841" y="1715933"/>
                          <a:pt x="3249980" y="1709647"/>
                          <a:pt x="3226930" y="1697359"/>
                        </a:cubicBezTo>
                        <a:close/>
                        <a:moveTo>
                          <a:pt x="3355422" y="1654307"/>
                        </a:moveTo>
                        <a:cubicBezTo>
                          <a:pt x="3355803" y="1662498"/>
                          <a:pt x="3348183" y="1669166"/>
                          <a:pt x="3338372" y="1669166"/>
                        </a:cubicBezTo>
                        <a:cubicBezTo>
                          <a:pt x="3332372" y="1669166"/>
                          <a:pt x="3326942" y="1666689"/>
                          <a:pt x="3323513" y="1662879"/>
                        </a:cubicBezTo>
                        <a:cubicBezTo>
                          <a:pt x="3323513" y="1662879"/>
                          <a:pt x="3323418" y="1662974"/>
                          <a:pt x="3323418" y="1662974"/>
                        </a:cubicBezTo>
                        <a:cubicBezTo>
                          <a:pt x="3313988" y="1672880"/>
                          <a:pt x="3308559" y="1686406"/>
                          <a:pt x="3295033" y="1692311"/>
                        </a:cubicBezTo>
                        <a:cubicBezTo>
                          <a:pt x="3281127" y="1698408"/>
                          <a:pt x="3263220" y="1694026"/>
                          <a:pt x="3249790" y="1686406"/>
                        </a:cubicBezTo>
                        <a:cubicBezTo>
                          <a:pt x="3243122" y="1682596"/>
                          <a:pt x="3236645" y="1677548"/>
                          <a:pt x="3235121" y="1671071"/>
                        </a:cubicBezTo>
                        <a:cubicBezTo>
                          <a:pt x="3233978" y="1666403"/>
                          <a:pt x="3235598" y="1661736"/>
                          <a:pt x="3237788" y="1657355"/>
                        </a:cubicBezTo>
                        <a:cubicBezTo>
                          <a:pt x="3227120" y="1653830"/>
                          <a:pt x="3217881" y="1648401"/>
                          <a:pt x="3213690" y="1639733"/>
                        </a:cubicBezTo>
                        <a:cubicBezTo>
                          <a:pt x="3210166" y="1632494"/>
                          <a:pt x="3210928" y="1624493"/>
                          <a:pt x="3212928" y="1617064"/>
                        </a:cubicBezTo>
                        <a:cubicBezTo>
                          <a:pt x="3214833" y="1610111"/>
                          <a:pt x="3217881" y="1603252"/>
                          <a:pt x="3223691" y="1598109"/>
                        </a:cubicBezTo>
                        <a:cubicBezTo>
                          <a:pt x="3232835" y="1589918"/>
                          <a:pt x="3247123" y="1587250"/>
                          <a:pt x="3260648" y="1585536"/>
                        </a:cubicBezTo>
                        <a:cubicBezTo>
                          <a:pt x="3294081" y="1581345"/>
                          <a:pt x="3355613" y="1571153"/>
                          <a:pt x="3363518" y="1611444"/>
                        </a:cubicBezTo>
                        <a:cubicBezTo>
                          <a:pt x="3366566" y="1626970"/>
                          <a:pt x="3361613" y="1638114"/>
                          <a:pt x="3352088" y="1646115"/>
                        </a:cubicBezTo>
                        <a:cubicBezTo>
                          <a:pt x="3354089" y="1648496"/>
                          <a:pt x="3355327" y="1651354"/>
                          <a:pt x="3355422" y="1654307"/>
                        </a:cubicBezTo>
                        <a:close/>
                        <a:moveTo>
                          <a:pt x="3381902" y="1688597"/>
                        </a:moveTo>
                        <a:cubicBezTo>
                          <a:pt x="3376853" y="1688597"/>
                          <a:pt x="3372662" y="1685263"/>
                          <a:pt x="3372377" y="1681072"/>
                        </a:cubicBezTo>
                        <a:cubicBezTo>
                          <a:pt x="3372186" y="1676881"/>
                          <a:pt x="3376091" y="1673452"/>
                          <a:pt x="3381140" y="1673452"/>
                        </a:cubicBezTo>
                        <a:cubicBezTo>
                          <a:pt x="3386188" y="1673452"/>
                          <a:pt x="3390379" y="1676786"/>
                          <a:pt x="3390665" y="1680977"/>
                        </a:cubicBezTo>
                        <a:cubicBezTo>
                          <a:pt x="3390855" y="1685072"/>
                          <a:pt x="3386950" y="1688501"/>
                          <a:pt x="3381902" y="1688597"/>
                        </a:cubicBezTo>
                        <a:close/>
                        <a:moveTo>
                          <a:pt x="3442004" y="1619159"/>
                        </a:moveTo>
                        <a:cubicBezTo>
                          <a:pt x="3440290" y="1599061"/>
                          <a:pt x="3422764" y="1581345"/>
                          <a:pt x="3401809" y="1570772"/>
                        </a:cubicBezTo>
                        <a:cubicBezTo>
                          <a:pt x="3386378" y="1562962"/>
                          <a:pt x="3365995" y="1561247"/>
                          <a:pt x="3351803" y="1553723"/>
                        </a:cubicBezTo>
                        <a:cubicBezTo>
                          <a:pt x="3360756" y="1543150"/>
                          <a:pt x="3400190" y="1564962"/>
                          <a:pt x="3409715" y="1570582"/>
                        </a:cubicBezTo>
                        <a:cubicBezTo>
                          <a:pt x="3414191" y="1573249"/>
                          <a:pt x="3460007" y="1609634"/>
                          <a:pt x="3455054" y="1612016"/>
                        </a:cubicBezTo>
                        <a:cubicBezTo>
                          <a:pt x="3477818" y="1601252"/>
                          <a:pt x="3501916" y="1592394"/>
                          <a:pt x="3526967" y="1585536"/>
                        </a:cubicBezTo>
                        <a:cubicBezTo>
                          <a:pt x="3503155" y="1594775"/>
                          <a:pt x="3478675" y="1604396"/>
                          <a:pt x="3460769" y="1620207"/>
                        </a:cubicBezTo>
                        <a:cubicBezTo>
                          <a:pt x="3448481" y="1631066"/>
                          <a:pt x="3440004" y="1644305"/>
                          <a:pt x="3432765" y="1658116"/>
                        </a:cubicBezTo>
                        <a:cubicBezTo>
                          <a:pt x="3430003" y="1664784"/>
                          <a:pt x="3426860" y="1671261"/>
                          <a:pt x="3423240" y="1677548"/>
                        </a:cubicBezTo>
                        <a:cubicBezTo>
                          <a:pt x="3426288" y="1671071"/>
                          <a:pt x="3429431" y="1664499"/>
                          <a:pt x="3432765" y="1658116"/>
                        </a:cubicBezTo>
                        <a:cubicBezTo>
                          <a:pt x="3434861" y="1653164"/>
                          <a:pt x="3436861" y="1648115"/>
                          <a:pt x="3438385" y="1642972"/>
                        </a:cubicBezTo>
                        <a:cubicBezTo>
                          <a:pt x="3440861" y="1635161"/>
                          <a:pt x="3442671" y="1627255"/>
                          <a:pt x="3442004" y="1619159"/>
                        </a:cubicBezTo>
                        <a:close/>
                        <a:moveTo>
                          <a:pt x="3564782" y="1681453"/>
                        </a:moveTo>
                        <a:cubicBezTo>
                          <a:pt x="3556971" y="1700693"/>
                          <a:pt x="3539636" y="1715933"/>
                          <a:pt x="3521729" y="1729364"/>
                        </a:cubicBezTo>
                        <a:cubicBezTo>
                          <a:pt x="3513156" y="1735841"/>
                          <a:pt x="3504107" y="1742127"/>
                          <a:pt x="3493249" y="1745556"/>
                        </a:cubicBezTo>
                        <a:cubicBezTo>
                          <a:pt x="3482390" y="1748985"/>
                          <a:pt x="3469246" y="1749175"/>
                          <a:pt x="3459245" y="1743746"/>
                        </a:cubicBezTo>
                        <a:cubicBezTo>
                          <a:pt x="3445529" y="1736317"/>
                          <a:pt x="3441528" y="1720600"/>
                          <a:pt x="3444957" y="1707647"/>
                        </a:cubicBezTo>
                        <a:cubicBezTo>
                          <a:pt x="3448386" y="1694693"/>
                          <a:pt x="3457721" y="1683643"/>
                          <a:pt x="3465722" y="1672309"/>
                        </a:cubicBezTo>
                        <a:cubicBezTo>
                          <a:pt x="3468674" y="1668213"/>
                          <a:pt x="3471532" y="1663927"/>
                          <a:pt x="3474485" y="1659831"/>
                        </a:cubicBezTo>
                        <a:cubicBezTo>
                          <a:pt x="3473151" y="1658021"/>
                          <a:pt x="3472008" y="1656211"/>
                          <a:pt x="3471532" y="1654116"/>
                        </a:cubicBezTo>
                        <a:cubicBezTo>
                          <a:pt x="3470294" y="1648782"/>
                          <a:pt x="3472389" y="1643448"/>
                          <a:pt x="3475056" y="1638590"/>
                        </a:cubicBezTo>
                        <a:cubicBezTo>
                          <a:pt x="3480866" y="1628018"/>
                          <a:pt x="3489153" y="1618207"/>
                          <a:pt x="3500297" y="1611254"/>
                        </a:cubicBezTo>
                        <a:cubicBezTo>
                          <a:pt x="3511346" y="1604300"/>
                          <a:pt x="3529825" y="1597347"/>
                          <a:pt x="3543731" y="1603729"/>
                        </a:cubicBezTo>
                        <a:cubicBezTo>
                          <a:pt x="3548684" y="1606015"/>
                          <a:pt x="3554495" y="1609253"/>
                          <a:pt x="3559352" y="1613159"/>
                        </a:cubicBezTo>
                        <a:cubicBezTo>
                          <a:pt x="3564686" y="1611444"/>
                          <a:pt x="3569925" y="1609539"/>
                          <a:pt x="3574783" y="1607158"/>
                        </a:cubicBezTo>
                        <a:lnTo>
                          <a:pt x="3587451" y="1627160"/>
                        </a:lnTo>
                        <a:cubicBezTo>
                          <a:pt x="3571258" y="1640876"/>
                          <a:pt x="3572306" y="1663070"/>
                          <a:pt x="3564782" y="1681453"/>
                        </a:cubicBezTo>
                        <a:close/>
                        <a:moveTo>
                          <a:pt x="3565734" y="1536006"/>
                        </a:moveTo>
                        <a:cubicBezTo>
                          <a:pt x="3562115" y="1537816"/>
                          <a:pt x="3558305" y="1539721"/>
                          <a:pt x="3554018" y="1540102"/>
                        </a:cubicBezTo>
                        <a:cubicBezTo>
                          <a:pt x="3550589" y="1540483"/>
                          <a:pt x="3547160" y="1539721"/>
                          <a:pt x="3544112" y="1538292"/>
                        </a:cubicBezTo>
                        <a:cubicBezTo>
                          <a:pt x="3524396" y="1548198"/>
                          <a:pt x="3502869" y="1554675"/>
                          <a:pt x="3490296" y="1554770"/>
                        </a:cubicBezTo>
                        <a:cubicBezTo>
                          <a:pt x="3476008" y="1554866"/>
                          <a:pt x="3459340" y="1549532"/>
                          <a:pt x="3455244" y="1538006"/>
                        </a:cubicBezTo>
                        <a:cubicBezTo>
                          <a:pt x="3451815" y="1528481"/>
                          <a:pt x="3458387" y="1518766"/>
                          <a:pt x="3465722" y="1511241"/>
                        </a:cubicBezTo>
                        <a:cubicBezTo>
                          <a:pt x="3483724" y="1492763"/>
                          <a:pt x="3551065" y="1448948"/>
                          <a:pt x="3580307" y="1477141"/>
                        </a:cubicBezTo>
                        <a:cubicBezTo>
                          <a:pt x="3593261" y="1473236"/>
                          <a:pt x="3609740" y="1470760"/>
                          <a:pt x="3619455" y="1476761"/>
                        </a:cubicBezTo>
                        <a:cubicBezTo>
                          <a:pt x="3626313" y="1481047"/>
                          <a:pt x="3630885" y="1490762"/>
                          <a:pt x="3628980" y="1497334"/>
                        </a:cubicBezTo>
                        <a:cubicBezTo>
                          <a:pt x="3626885" y="1505050"/>
                          <a:pt x="3617740" y="1509907"/>
                          <a:pt x="3610121" y="1513622"/>
                        </a:cubicBezTo>
                        <a:cubicBezTo>
                          <a:pt x="3595452" y="1521147"/>
                          <a:pt x="3580593" y="1528577"/>
                          <a:pt x="3565734" y="1536006"/>
                        </a:cubicBezTo>
                        <a:close/>
                        <a:moveTo>
                          <a:pt x="3640029" y="1583155"/>
                        </a:moveTo>
                        <a:cubicBezTo>
                          <a:pt x="3650983" y="1566105"/>
                          <a:pt x="3667652" y="1551246"/>
                          <a:pt x="3688892" y="1543245"/>
                        </a:cubicBezTo>
                        <a:cubicBezTo>
                          <a:pt x="3709466" y="1535530"/>
                          <a:pt x="3732898" y="1534482"/>
                          <a:pt x="3755663" y="1533625"/>
                        </a:cubicBezTo>
                        <a:cubicBezTo>
                          <a:pt x="3771093" y="1533053"/>
                          <a:pt x="3791667" y="1531434"/>
                          <a:pt x="3805288" y="1539149"/>
                        </a:cubicBezTo>
                        <a:cubicBezTo>
                          <a:pt x="3786619" y="1544007"/>
                          <a:pt x="3760044" y="1539625"/>
                          <a:pt x="3740041" y="1541340"/>
                        </a:cubicBezTo>
                        <a:cubicBezTo>
                          <a:pt x="3719372" y="1543055"/>
                          <a:pt x="3698417" y="1546293"/>
                          <a:pt x="3680796" y="1555056"/>
                        </a:cubicBezTo>
                        <a:cubicBezTo>
                          <a:pt x="3646411" y="1572201"/>
                          <a:pt x="3631457" y="1606586"/>
                          <a:pt x="3620503" y="1638971"/>
                        </a:cubicBezTo>
                        <a:cubicBezTo>
                          <a:pt x="3623360" y="1619445"/>
                          <a:pt x="3629075" y="1600205"/>
                          <a:pt x="3640029" y="1583155"/>
                        </a:cubicBezTo>
                        <a:close/>
                        <a:moveTo>
                          <a:pt x="3805573" y="1622017"/>
                        </a:moveTo>
                        <a:cubicBezTo>
                          <a:pt x="3801764" y="1625541"/>
                          <a:pt x="3796525" y="1628303"/>
                          <a:pt x="3791857" y="1630590"/>
                        </a:cubicBezTo>
                        <a:cubicBezTo>
                          <a:pt x="3791477" y="1630780"/>
                          <a:pt x="3791096" y="1630970"/>
                          <a:pt x="3790715" y="1631161"/>
                        </a:cubicBezTo>
                        <a:cubicBezTo>
                          <a:pt x="3779094" y="1680310"/>
                          <a:pt x="3735565" y="1722792"/>
                          <a:pt x="3677272" y="1736126"/>
                        </a:cubicBezTo>
                        <a:cubicBezTo>
                          <a:pt x="3670033" y="1737746"/>
                          <a:pt x="3662317" y="1738984"/>
                          <a:pt x="3654983" y="1737364"/>
                        </a:cubicBezTo>
                        <a:cubicBezTo>
                          <a:pt x="3644982" y="1735079"/>
                          <a:pt x="3637267" y="1727744"/>
                          <a:pt x="3633838" y="1719553"/>
                        </a:cubicBezTo>
                        <a:cubicBezTo>
                          <a:pt x="3630409" y="1711361"/>
                          <a:pt x="3630695" y="1702503"/>
                          <a:pt x="3632123" y="1694121"/>
                        </a:cubicBezTo>
                        <a:cubicBezTo>
                          <a:pt x="3637457" y="1663736"/>
                          <a:pt x="3657365" y="1637161"/>
                          <a:pt x="3676891" y="1611540"/>
                        </a:cubicBezTo>
                        <a:cubicBezTo>
                          <a:pt x="3694226" y="1588775"/>
                          <a:pt x="3721944" y="1568486"/>
                          <a:pt x="3757948" y="1571534"/>
                        </a:cubicBezTo>
                        <a:cubicBezTo>
                          <a:pt x="3773950" y="1572868"/>
                          <a:pt x="3783571" y="1580393"/>
                          <a:pt x="3788714" y="1590203"/>
                        </a:cubicBezTo>
                        <a:cubicBezTo>
                          <a:pt x="3792620" y="1590489"/>
                          <a:pt x="3796144" y="1591346"/>
                          <a:pt x="3799192" y="1592870"/>
                        </a:cubicBezTo>
                        <a:cubicBezTo>
                          <a:pt x="3799954" y="1592775"/>
                          <a:pt x="3800716" y="1592680"/>
                          <a:pt x="3801478" y="1592680"/>
                        </a:cubicBezTo>
                        <a:cubicBezTo>
                          <a:pt x="3811289" y="1592680"/>
                          <a:pt x="3819575" y="1599252"/>
                          <a:pt x="3820052" y="1607443"/>
                        </a:cubicBezTo>
                        <a:cubicBezTo>
                          <a:pt x="3820432" y="1614873"/>
                          <a:pt x="3814146" y="1620969"/>
                          <a:pt x="3805573" y="1622017"/>
                        </a:cubicBezTo>
                        <a:close/>
                        <a:moveTo>
                          <a:pt x="3798049" y="1448471"/>
                        </a:moveTo>
                        <a:cubicBezTo>
                          <a:pt x="3795382" y="1455615"/>
                          <a:pt x="3792715" y="1463045"/>
                          <a:pt x="3787095" y="1468855"/>
                        </a:cubicBezTo>
                        <a:cubicBezTo>
                          <a:pt x="3781475" y="1474665"/>
                          <a:pt x="3772236" y="1478570"/>
                          <a:pt x="3763282" y="1476665"/>
                        </a:cubicBezTo>
                        <a:cubicBezTo>
                          <a:pt x="3756329" y="1475142"/>
                          <a:pt x="3750900" y="1470569"/>
                          <a:pt x="3746899" y="1465521"/>
                        </a:cubicBezTo>
                        <a:cubicBezTo>
                          <a:pt x="3734803" y="1450662"/>
                          <a:pt x="3732040" y="1432184"/>
                          <a:pt x="3730802" y="1414467"/>
                        </a:cubicBezTo>
                        <a:cubicBezTo>
                          <a:pt x="3729088" y="1389321"/>
                          <a:pt x="3729945" y="1364175"/>
                          <a:pt x="3733279" y="1339315"/>
                        </a:cubicBezTo>
                        <a:cubicBezTo>
                          <a:pt x="3737089" y="1312264"/>
                          <a:pt x="3745471" y="1282260"/>
                          <a:pt x="3776237" y="1268544"/>
                        </a:cubicBezTo>
                        <a:cubicBezTo>
                          <a:pt x="3798430" y="1258638"/>
                          <a:pt x="3827005" y="1258066"/>
                          <a:pt x="3838625" y="1279784"/>
                        </a:cubicBezTo>
                        <a:cubicBezTo>
                          <a:pt x="3850246" y="1277116"/>
                          <a:pt x="3863009" y="1276164"/>
                          <a:pt x="3871201" y="1281212"/>
                        </a:cubicBezTo>
                        <a:cubicBezTo>
                          <a:pt x="3878059" y="1285498"/>
                          <a:pt x="3882631" y="1295214"/>
                          <a:pt x="3880726" y="1301786"/>
                        </a:cubicBezTo>
                        <a:cubicBezTo>
                          <a:pt x="3878630" y="1309502"/>
                          <a:pt x="3869486" y="1314359"/>
                          <a:pt x="3861866" y="1318074"/>
                        </a:cubicBezTo>
                        <a:cubicBezTo>
                          <a:pt x="3858723" y="1319693"/>
                          <a:pt x="3855485" y="1321217"/>
                          <a:pt x="3852341" y="1322836"/>
                        </a:cubicBezTo>
                        <a:cubicBezTo>
                          <a:pt x="3849674" y="1325790"/>
                          <a:pt x="3845769" y="1327885"/>
                          <a:pt x="3841102" y="1328456"/>
                        </a:cubicBezTo>
                        <a:cubicBezTo>
                          <a:pt x="3840911" y="1328552"/>
                          <a:pt x="3840625" y="1328647"/>
                          <a:pt x="3840435" y="1328837"/>
                        </a:cubicBezTo>
                        <a:cubicBezTo>
                          <a:pt x="3838911" y="1335029"/>
                          <a:pt x="3837006" y="1341029"/>
                          <a:pt x="3835196" y="1346554"/>
                        </a:cubicBezTo>
                        <a:cubicBezTo>
                          <a:pt x="3824052" y="1380844"/>
                          <a:pt x="3810527" y="1414562"/>
                          <a:pt x="3798049" y="1448471"/>
                        </a:cubicBezTo>
                        <a:close/>
                        <a:moveTo>
                          <a:pt x="3846531" y="1641543"/>
                        </a:moveTo>
                        <a:cubicBezTo>
                          <a:pt x="3841483" y="1641543"/>
                          <a:pt x="3837292" y="1638209"/>
                          <a:pt x="3837006" y="1634018"/>
                        </a:cubicBezTo>
                        <a:cubicBezTo>
                          <a:pt x="3836815" y="1629827"/>
                          <a:pt x="3840721" y="1626399"/>
                          <a:pt x="3845769" y="1626399"/>
                        </a:cubicBezTo>
                        <a:cubicBezTo>
                          <a:pt x="3850817" y="1626399"/>
                          <a:pt x="3855008" y="1629732"/>
                          <a:pt x="3855294" y="1633923"/>
                        </a:cubicBezTo>
                        <a:cubicBezTo>
                          <a:pt x="3855485" y="1638114"/>
                          <a:pt x="3851484" y="1641543"/>
                          <a:pt x="3846531" y="1641543"/>
                        </a:cubicBezTo>
                        <a:close/>
                        <a:moveTo>
                          <a:pt x="3897204" y="1744984"/>
                        </a:moveTo>
                        <a:cubicBezTo>
                          <a:pt x="3887489" y="1749652"/>
                          <a:pt x="3874915" y="1749366"/>
                          <a:pt x="3863295" y="1748699"/>
                        </a:cubicBezTo>
                        <a:cubicBezTo>
                          <a:pt x="3874249" y="1746127"/>
                          <a:pt x="3885679" y="1744984"/>
                          <a:pt x="3897204" y="1744984"/>
                        </a:cubicBezTo>
                        <a:cubicBezTo>
                          <a:pt x="3898252" y="1744508"/>
                          <a:pt x="3899299" y="1743937"/>
                          <a:pt x="3900252" y="1743270"/>
                        </a:cubicBezTo>
                        <a:cubicBezTo>
                          <a:pt x="3911873" y="1735650"/>
                          <a:pt x="3913682" y="1721839"/>
                          <a:pt x="3915302" y="1709361"/>
                        </a:cubicBezTo>
                        <a:cubicBezTo>
                          <a:pt x="3917111" y="1695645"/>
                          <a:pt x="3919302" y="1681453"/>
                          <a:pt x="3923779" y="1668213"/>
                        </a:cubicBezTo>
                        <a:cubicBezTo>
                          <a:pt x="3926446" y="1660308"/>
                          <a:pt x="3932828" y="1647163"/>
                          <a:pt x="3938162" y="1661736"/>
                        </a:cubicBezTo>
                        <a:cubicBezTo>
                          <a:pt x="3940829" y="1669070"/>
                          <a:pt x="3930923" y="1688692"/>
                          <a:pt x="3931304" y="1697741"/>
                        </a:cubicBezTo>
                        <a:cubicBezTo>
                          <a:pt x="3931780" y="1710123"/>
                          <a:pt x="3935018" y="1722505"/>
                          <a:pt x="3941210" y="1733936"/>
                        </a:cubicBezTo>
                        <a:cubicBezTo>
                          <a:pt x="3945305" y="1741460"/>
                          <a:pt x="3950449" y="1748604"/>
                          <a:pt x="3953782" y="1756319"/>
                        </a:cubicBezTo>
                        <a:cubicBezTo>
                          <a:pt x="3936161" y="1748985"/>
                          <a:pt x="3916635" y="1745080"/>
                          <a:pt x="3897204" y="1744984"/>
                        </a:cubicBezTo>
                        <a:close/>
                        <a:moveTo>
                          <a:pt x="4026935" y="1744508"/>
                        </a:moveTo>
                        <a:cubicBezTo>
                          <a:pt x="4025696" y="1745937"/>
                          <a:pt x="4024363" y="1747461"/>
                          <a:pt x="4022458" y="1748128"/>
                        </a:cubicBezTo>
                        <a:cubicBezTo>
                          <a:pt x="4020267" y="1748890"/>
                          <a:pt x="4017790" y="1748604"/>
                          <a:pt x="4015409" y="1748128"/>
                        </a:cubicBezTo>
                        <a:cubicBezTo>
                          <a:pt x="4004646" y="1745747"/>
                          <a:pt x="3995788" y="1739365"/>
                          <a:pt x="3987787" y="1732888"/>
                        </a:cubicBezTo>
                        <a:cubicBezTo>
                          <a:pt x="3980167" y="1726601"/>
                          <a:pt x="3972832" y="1719648"/>
                          <a:pt x="3969785" y="1711171"/>
                        </a:cubicBezTo>
                        <a:cubicBezTo>
                          <a:pt x="3965594" y="1699264"/>
                          <a:pt x="3970832" y="1686882"/>
                          <a:pt x="3972737" y="1674690"/>
                        </a:cubicBezTo>
                        <a:cubicBezTo>
                          <a:pt x="3975214" y="1658783"/>
                          <a:pt x="3976547" y="1649068"/>
                          <a:pt x="3996931" y="1645258"/>
                        </a:cubicBezTo>
                        <a:cubicBezTo>
                          <a:pt x="4011695" y="1642496"/>
                          <a:pt x="4024744" y="1643067"/>
                          <a:pt x="4032935" y="1654116"/>
                        </a:cubicBezTo>
                        <a:cubicBezTo>
                          <a:pt x="4051699" y="1679167"/>
                          <a:pt x="4045413" y="1722220"/>
                          <a:pt x="4026935" y="1744508"/>
                        </a:cubicBezTo>
                        <a:close/>
                        <a:moveTo>
                          <a:pt x="4057891" y="1462854"/>
                        </a:moveTo>
                        <a:cubicBezTo>
                          <a:pt x="4056081" y="1467045"/>
                          <a:pt x="4052176" y="1470188"/>
                          <a:pt x="4048937" y="1473713"/>
                        </a:cubicBezTo>
                        <a:cubicBezTo>
                          <a:pt x="4039507" y="1483618"/>
                          <a:pt x="4034078" y="1497144"/>
                          <a:pt x="4020553" y="1503050"/>
                        </a:cubicBezTo>
                        <a:cubicBezTo>
                          <a:pt x="4014266" y="1505812"/>
                          <a:pt x="4007123" y="1506383"/>
                          <a:pt x="3999979" y="1505526"/>
                        </a:cubicBezTo>
                        <a:cubicBezTo>
                          <a:pt x="3994454" y="1520957"/>
                          <a:pt x="3987691" y="1536197"/>
                          <a:pt x="3975499" y="1548389"/>
                        </a:cubicBezTo>
                        <a:cubicBezTo>
                          <a:pt x="3960164" y="1563724"/>
                          <a:pt x="3933971" y="1573344"/>
                          <a:pt x="3910920" y="1565819"/>
                        </a:cubicBezTo>
                        <a:cubicBezTo>
                          <a:pt x="3898442" y="1561819"/>
                          <a:pt x="3888536" y="1553437"/>
                          <a:pt x="3880249" y="1544579"/>
                        </a:cubicBezTo>
                        <a:cubicBezTo>
                          <a:pt x="3873106" y="1536959"/>
                          <a:pt x="3866629" y="1528767"/>
                          <a:pt x="3863200" y="1519623"/>
                        </a:cubicBezTo>
                        <a:cubicBezTo>
                          <a:pt x="3852722" y="1491620"/>
                          <a:pt x="3872630" y="1462854"/>
                          <a:pt x="3896252" y="1442280"/>
                        </a:cubicBezTo>
                        <a:cubicBezTo>
                          <a:pt x="3923779" y="1418277"/>
                          <a:pt x="3957878" y="1399703"/>
                          <a:pt x="3995121" y="1387321"/>
                        </a:cubicBezTo>
                        <a:lnTo>
                          <a:pt x="3994359" y="1387035"/>
                        </a:lnTo>
                        <a:cubicBezTo>
                          <a:pt x="3994931" y="1387035"/>
                          <a:pt x="3995502" y="1387035"/>
                          <a:pt x="3996073" y="1387035"/>
                        </a:cubicBezTo>
                        <a:cubicBezTo>
                          <a:pt x="3995788" y="1387130"/>
                          <a:pt x="3995407" y="1387225"/>
                          <a:pt x="3995121" y="1387416"/>
                        </a:cubicBezTo>
                        <a:lnTo>
                          <a:pt x="4033983" y="1403418"/>
                        </a:lnTo>
                        <a:cubicBezTo>
                          <a:pt x="4033697" y="1404275"/>
                          <a:pt x="4033412" y="1405228"/>
                          <a:pt x="4033126" y="1406085"/>
                        </a:cubicBezTo>
                        <a:cubicBezTo>
                          <a:pt x="4035888" y="1408657"/>
                          <a:pt x="4037698" y="1411991"/>
                          <a:pt x="4037888" y="1415610"/>
                        </a:cubicBezTo>
                        <a:cubicBezTo>
                          <a:pt x="4038174" y="1421992"/>
                          <a:pt x="4033602" y="1427421"/>
                          <a:pt x="4026935" y="1429516"/>
                        </a:cubicBezTo>
                        <a:cubicBezTo>
                          <a:pt x="4028935" y="1429898"/>
                          <a:pt x="4030935" y="1430469"/>
                          <a:pt x="4032745" y="1431326"/>
                        </a:cubicBezTo>
                        <a:cubicBezTo>
                          <a:pt x="4045604" y="1437232"/>
                          <a:pt x="4063701" y="1449329"/>
                          <a:pt x="4057891" y="1462854"/>
                        </a:cubicBezTo>
                        <a:close/>
                        <a:moveTo>
                          <a:pt x="4054843" y="1442280"/>
                        </a:moveTo>
                        <a:cubicBezTo>
                          <a:pt x="4054652" y="1438089"/>
                          <a:pt x="4058557" y="1434660"/>
                          <a:pt x="4063606" y="1434660"/>
                        </a:cubicBezTo>
                        <a:cubicBezTo>
                          <a:pt x="4068654" y="1434660"/>
                          <a:pt x="4072845" y="1437994"/>
                          <a:pt x="4073131" y="1442185"/>
                        </a:cubicBezTo>
                        <a:cubicBezTo>
                          <a:pt x="4073321" y="1446376"/>
                          <a:pt x="4069416" y="1449805"/>
                          <a:pt x="4064368" y="1449805"/>
                        </a:cubicBezTo>
                        <a:cubicBezTo>
                          <a:pt x="4059320" y="1449805"/>
                          <a:pt x="4055033" y="1446471"/>
                          <a:pt x="4054843" y="1442280"/>
                        </a:cubicBezTo>
                        <a:close/>
                        <a:moveTo>
                          <a:pt x="4116851" y="1634304"/>
                        </a:moveTo>
                        <a:cubicBezTo>
                          <a:pt x="4121327" y="1647925"/>
                          <a:pt x="4132377" y="1659641"/>
                          <a:pt x="4137424" y="1673071"/>
                        </a:cubicBezTo>
                        <a:cubicBezTo>
                          <a:pt x="4142473" y="1686501"/>
                          <a:pt x="4142473" y="1702408"/>
                          <a:pt x="4152379" y="1713171"/>
                        </a:cubicBezTo>
                        <a:cubicBezTo>
                          <a:pt x="4153998" y="1714600"/>
                          <a:pt x="4155522" y="1716219"/>
                          <a:pt x="4157332" y="1717458"/>
                        </a:cubicBezTo>
                        <a:cubicBezTo>
                          <a:pt x="4155427" y="1716124"/>
                          <a:pt x="4153808" y="1714695"/>
                          <a:pt x="4152379" y="1713171"/>
                        </a:cubicBezTo>
                        <a:cubicBezTo>
                          <a:pt x="4142473" y="1704313"/>
                          <a:pt x="4135901" y="1692978"/>
                          <a:pt x="4130567" y="1681739"/>
                        </a:cubicBezTo>
                        <a:cubicBezTo>
                          <a:pt x="4124375" y="1668594"/>
                          <a:pt x="4119041" y="1654878"/>
                          <a:pt x="4109040" y="1643353"/>
                        </a:cubicBezTo>
                        <a:cubicBezTo>
                          <a:pt x="4100944" y="1634018"/>
                          <a:pt x="4088943" y="1626303"/>
                          <a:pt x="4075798" y="1624017"/>
                        </a:cubicBezTo>
                        <a:cubicBezTo>
                          <a:pt x="4072655" y="1624017"/>
                          <a:pt x="4069607" y="1623922"/>
                          <a:pt x="4066463" y="1623350"/>
                        </a:cubicBezTo>
                        <a:cubicBezTo>
                          <a:pt x="4069607" y="1623160"/>
                          <a:pt x="4072750" y="1623541"/>
                          <a:pt x="4075798" y="1624017"/>
                        </a:cubicBezTo>
                        <a:cubicBezTo>
                          <a:pt x="4092752" y="1623827"/>
                          <a:pt x="4108849" y="1615254"/>
                          <a:pt x="4121899" y="1605824"/>
                        </a:cubicBezTo>
                        <a:cubicBezTo>
                          <a:pt x="4146854" y="1587822"/>
                          <a:pt x="4167905" y="1565438"/>
                          <a:pt x="4178573" y="1539245"/>
                        </a:cubicBezTo>
                        <a:cubicBezTo>
                          <a:pt x="4187526" y="1517242"/>
                          <a:pt x="4185049" y="1497334"/>
                          <a:pt x="4181621" y="1474760"/>
                        </a:cubicBezTo>
                        <a:cubicBezTo>
                          <a:pt x="4193146" y="1482190"/>
                          <a:pt x="4196860" y="1502002"/>
                          <a:pt x="4198956" y="1513051"/>
                        </a:cubicBezTo>
                        <a:cubicBezTo>
                          <a:pt x="4202290" y="1530482"/>
                          <a:pt x="4200099" y="1548865"/>
                          <a:pt x="4189907" y="1564009"/>
                        </a:cubicBezTo>
                        <a:cubicBezTo>
                          <a:pt x="4182764" y="1574487"/>
                          <a:pt x="4172191" y="1582965"/>
                          <a:pt x="4161713" y="1591251"/>
                        </a:cubicBezTo>
                        <a:cubicBezTo>
                          <a:pt x="4148188" y="1601919"/>
                          <a:pt x="4134662" y="1612683"/>
                          <a:pt x="4121232" y="1623350"/>
                        </a:cubicBezTo>
                        <a:cubicBezTo>
                          <a:pt x="4119137" y="1624970"/>
                          <a:pt x="4116946" y="1626779"/>
                          <a:pt x="4116375" y="1629161"/>
                        </a:cubicBezTo>
                        <a:cubicBezTo>
                          <a:pt x="4115803" y="1630875"/>
                          <a:pt x="4116279" y="1632589"/>
                          <a:pt x="4116851" y="1634304"/>
                        </a:cubicBezTo>
                        <a:close/>
                        <a:moveTo>
                          <a:pt x="4316304" y="1594299"/>
                        </a:moveTo>
                        <a:cubicBezTo>
                          <a:pt x="4310494" y="1604491"/>
                          <a:pt x="4301255" y="1613063"/>
                          <a:pt x="4291920" y="1621159"/>
                        </a:cubicBezTo>
                        <a:cubicBezTo>
                          <a:pt x="4279061" y="1632399"/>
                          <a:pt x="4265536" y="1643162"/>
                          <a:pt x="4251629" y="1653449"/>
                        </a:cubicBezTo>
                        <a:cubicBezTo>
                          <a:pt x="4242104" y="1660498"/>
                          <a:pt x="4231912" y="1667546"/>
                          <a:pt x="4219625" y="1670785"/>
                        </a:cubicBezTo>
                        <a:cubicBezTo>
                          <a:pt x="4207338" y="1674024"/>
                          <a:pt x="4192289" y="1672690"/>
                          <a:pt x="4183050" y="1664879"/>
                        </a:cubicBezTo>
                        <a:cubicBezTo>
                          <a:pt x="4171333" y="1654974"/>
                          <a:pt x="4172667" y="1638590"/>
                          <a:pt x="4180192" y="1626684"/>
                        </a:cubicBezTo>
                        <a:cubicBezTo>
                          <a:pt x="4187621" y="1614778"/>
                          <a:pt x="4199813" y="1605539"/>
                          <a:pt x="4208862" y="1594394"/>
                        </a:cubicBezTo>
                        <a:cubicBezTo>
                          <a:pt x="4225435" y="1573916"/>
                          <a:pt x="4231151" y="1547436"/>
                          <a:pt x="4244295" y="1525719"/>
                        </a:cubicBezTo>
                        <a:cubicBezTo>
                          <a:pt x="4241437" y="1523052"/>
                          <a:pt x="4239247" y="1520099"/>
                          <a:pt x="4238390" y="1516670"/>
                        </a:cubicBezTo>
                        <a:cubicBezTo>
                          <a:pt x="4237152" y="1511336"/>
                          <a:pt x="4239247" y="1506002"/>
                          <a:pt x="4241914" y="1501145"/>
                        </a:cubicBezTo>
                        <a:cubicBezTo>
                          <a:pt x="4247724" y="1490572"/>
                          <a:pt x="4256011" y="1480761"/>
                          <a:pt x="4267155" y="1473808"/>
                        </a:cubicBezTo>
                        <a:cubicBezTo>
                          <a:pt x="4278204" y="1466855"/>
                          <a:pt x="4296683" y="1459901"/>
                          <a:pt x="4310589" y="1466283"/>
                        </a:cubicBezTo>
                        <a:cubicBezTo>
                          <a:pt x="4319638" y="1470474"/>
                          <a:pt x="4331163" y="1477618"/>
                          <a:pt x="4335259" y="1486286"/>
                        </a:cubicBezTo>
                        <a:cubicBezTo>
                          <a:pt x="4339069" y="1486571"/>
                          <a:pt x="4342784" y="1486857"/>
                          <a:pt x="4346498" y="1487333"/>
                        </a:cubicBezTo>
                        <a:lnTo>
                          <a:pt x="4382122" y="1494477"/>
                        </a:lnTo>
                        <a:cubicBezTo>
                          <a:pt x="4381741" y="1493715"/>
                          <a:pt x="4381741" y="1492382"/>
                          <a:pt x="4383075" y="1492572"/>
                        </a:cubicBezTo>
                        <a:cubicBezTo>
                          <a:pt x="4385075" y="1492858"/>
                          <a:pt x="4385646" y="1494953"/>
                          <a:pt x="4385741" y="1496668"/>
                        </a:cubicBezTo>
                        <a:cubicBezTo>
                          <a:pt x="4386313" y="1505907"/>
                          <a:pt x="4386122" y="1515241"/>
                          <a:pt x="4385170" y="1524386"/>
                        </a:cubicBezTo>
                        <a:cubicBezTo>
                          <a:pt x="4384598" y="1530291"/>
                          <a:pt x="4383551" y="1536387"/>
                          <a:pt x="4379550" y="1541245"/>
                        </a:cubicBezTo>
                        <a:cubicBezTo>
                          <a:pt x="4372311" y="1550008"/>
                          <a:pt x="4358024" y="1551627"/>
                          <a:pt x="4346118" y="1556199"/>
                        </a:cubicBezTo>
                        <a:cubicBezTo>
                          <a:pt x="4343641" y="1560009"/>
                          <a:pt x="4339164" y="1562771"/>
                          <a:pt x="4333640" y="1563438"/>
                        </a:cubicBezTo>
                        <a:cubicBezTo>
                          <a:pt x="4324877" y="1571534"/>
                          <a:pt x="4322210" y="1583917"/>
                          <a:pt x="4316304" y="1594299"/>
                        </a:cubicBezTo>
                        <a:close/>
                        <a:moveTo>
                          <a:pt x="4374787" y="1582774"/>
                        </a:moveTo>
                        <a:cubicBezTo>
                          <a:pt x="4369739" y="1582774"/>
                          <a:pt x="4365548" y="1579440"/>
                          <a:pt x="4365262" y="1575249"/>
                        </a:cubicBezTo>
                        <a:cubicBezTo>
                          <a:pt x="4365072" y="1571058"/>
                          <a:pt x="4368977" y="1567629"/>
                          <a:pt x="4374026" y="1567629"/>
                        </a:cubicBezTo>
                        <a:cubicBezTo>
                          <a:pt x="4379074" y="1567629"/>
                          <a:pt x="4383265" y="1570963"/>
                          <a:pt x="4383551" y="1575154"/>
                        </a:cubicBezTo>
                        <a:cubicBezTo>
                          <a:pt x="4383741" y="1579345"/>
                          <a:pt x="4379741" y="1582774"/>
                          <a:pt x="4374787" y="1582774"/>
                        </a:cubicBezTo>
                        <a:close/>
                        <a:moveTo>
                          <a:pt x="4455750" y="1677929"/>
                        </a:moveTo>
                        <a:cubicBezTo>
                          <a:pt x="4445273" y="1655640"/>
                          <a:pt x="4449368" y="1630970"/>
                          <a:pt x="4453655" y="1607729"/>
                        </a:cubicBezTo>
                        <a:cubicBezTo>
                          <a:pt x="4437653" y="1643257"/>
                          <a:pt x="4413364" y="1676023"/>
                          <a:pt x="4382598" y="1703742"/>
                        </a:cubicBezTo>
                        <a:cubicBezTo>
                          <a:pt x="4427175" y="1660879"/>
                          <a:pt x="4447749" y="1601252"/>
                          <a:pt x="4437938" y="1543816"/>
                        </a:cubicBezTo>
                        <a:cubicBezTo>
                          <a:pt x="4435081" y="1527338"/>
                          <a:pt x="4429556" y="1510384"/>
                          <a:pt x="4416698" y="1497334"/>
                        </a:cubicBezTo>
                        <a:cubicBezTo>
                          <a:pt x="4408316" y="1488858"/>
                          <a:pt x="4397172" y="1484285"/>
                          <a:pt x="4387456" y="1477618"/>
                        </a:cubicBezTo>
                        <a:cubicBezTo>
                          <a:pt x="4394409" y="1467616"/>
                          <a:pt x="4417078" y="1483047"/>
                          <a:pt x="4424508" y="1487619"/>
                        </a:cubicBezTo>
                        <a:cubicBezTo>
                          <a:pt x="4431843" y="1492096"/>
                          <a:pt x="4438796" y="1497430"/>
                          <a:pt x="4442891" y="1504193"/>
                        </a:cubicBezTo>
                        <a:cubicBezTo>
                          <a:pt x="4453179" y="1521338"/>
                          <a:pt x="4442511" y="1544388"/>
                          <a:pt x="4457465" y="1559057"/>
                        </a:cubicBezTo>
                        <a:cubicBezTo>
                          <a:pt x="4463751" y="1560580"/>
                          <a:pt x="4469466" y="1556580"/>
                          <a:pt x="4474514" y="1553341"/>
                        </a:cubicBezTo>
                        <a:cubicBezTo>
                          <a:pt x="4488802" y="1544198"/>
                          <a:pt x="4507280" y="1539721"/>
                          <a:pt x="4525568" y="1540959"/>
                        </a:cubicBezTo>
                        <a:cubicBezTo>
                          <a:pt x="4513091" y="1544865"/>
                          <a:pt x="4500613" y="1548770"/>
                          <a:pt x="4488135" y="1552770"/>
                        </a:cubicBezTo>
                        <a:cubicBezTo>
                          <a:pt x="4483277" y="1554294"/>
                          <a:pt x="4478134" y="1556009"/>
                          <a:pt x="4474895" y="1559342"/>
                        </a:cubicBezTo>
                        <a:cubicBezTo>
                          <a:pt x="4471847" y="1562486"/>
                          <a:pt x="4470895" y="1566677"/>
                          <a:pt x="4470037" y="1570677"/>
                        </a:cubicBezTo>
                        <a:cubicBezTo>
                          <a:pt x="4462513" y="1606015"/>
                          <a:pt x="4457750" y="1641829"/>
                          <a:pt x="4455750" y="1677929"/>
                        </a:cubicBezTo>
                        <a:close/>
                        <a:moveTo>
                          <a:pt x="4608912" y="1608205"/>
                        </a:moveTo>
                        <a:cubicBezTo>
                          <a:pt x="4608245" y="1656688"/>
                          <a:pt x="4582528" y="1703836"/>
                          <a:pt x="4539570" y="1735365"/>
                        </a:cubicBezTo>
                        <a:cubicBezTo>
                          <a:pt x="4532427" y="1740603"/>
                          <a:pt x="4522520" y="1745747"/>
                          <a:pt x="4513567" y="1742222"/>
                        </a:cubicBezTo>
                        <a:cubicBezTo>
                          <a:pt x="4506900" y="1739555"/>
                          <a:pt x="4503852" y="1733173"/>
                          <a:pt x="4501947" y="1727268"/>
                        </a:cubicBezTo>
                        <a:cubicBezTo>
                          <a:pt x="4491088" y="1694121"/>
                          <a:pt x="4496327" y="1659641"/>
                          <a:pt x="4506518" y="1626589"/>
                        </a:cubicBezTo>
                        <a:cubicBezTo>
                          <a:pt x="4503185" y="1628208"/>
                          <a:pt x="4499756" y="1629827"/>
                          <a:pt x="4495946" y="1630208"/>
                        </a:cubicBezTo>
                        <a:cubicBezTo>
                          <a:pt x="4485849" y="1631256"/>
                          <a:pt x="4476324" y="1623350"/>
                          <a:pt x="4474514" y="1614968"/>
                        </a:cubicBezTo>
                        <a:cubicBezTo>
                          <a:pt x="4472705" y="1606491"/>
                          <a:pt x="4476991" y="1598109"/>
                          <a:pt x="4482706" y="1591251"/>
                        </a:cubicBezTo>
                        <a:cubicBezTo>
                          <a:pt x="4489564" y="1583059"/>
                          <a:pt x="4498898" y="1576487"/>
                          <a:pt x="4509566" y="1571820"/>
                        </a:cubicBezTo>
                        <a:cubicBezTo>
                          <a:pt x="4520615" y="1566962"/>
                          <a:pt x="4542523" y="1560295"/>
                          <a:pt x="4556620" y="1564962"/>
                        </a:cubicBezTo>
                        <a:cubicBezTo>
                          <a:pt x="4561382" y="1563915"/>
                          <a:pt x="4566336" y="1563248"/>
                          <a:pt x="4571384" y="1563057"/>
                        </a:cubicBezTo>
                        <a:cubicBezTo>
                          <a:pt x="4588910" y="1562581"/>
                          <a:pt x="4606435" y="1567343"/>
                          <a:pt x="4621961" y="1574583"/>
                        </a:cubicBezTo>
                        <a:lnTo>
                          <a:pt x="4608912" y="1608205"/>
                        </a:lnTo>
                        <a:close/>
                        <a:moveTo>
                          <a:pt x="4606817" y="1451043"/>
                        </a:moveTo>
                        <a:cubicBezTo>
                          <a:pt x="4608055" y="1451519"/>
                          <a:pt x="4609293" y="1451900"/>
                          <a:pt x="4610436" y="1452567"/>
                        </a:cubicBezTo>
                        <a:cubicBezTo>
                          <a:pt x="4617294" y="1456853"/>
                          <a:pt x="4621866" y="1466569"/>
                          <a:pt x="4619961" y="1473141"/>
                        </a:cubicBezTo>
                        <a:cubicBezTo>
                          <a:pt x="4617866" y="1480856"/>
                          <a:pt x="4608721" y="1485714"/>
                          <a:pt x="4601102" y="1489429"/>
                        </a:cubicBezTo>
                        <a:cubicBezTo>
                          <a:pt x="4586243" y="1496858"/>
                          <a:pt x="4571479" y="1504193"/>
                          <a:pt x="4556620" y="1511622"/>
                        </a:cubicBezTo>
                        <a:cubicBezTo>
                          <a:pt x="4553000" y="1513432"/>
                          <a:pt x="4549190" y="1515337"/>
                          <a:pt x="4544904" y="1515718"/>
                        </a:cubicBezTo>
                        <a:cubicBezTo>
                          <a:pt x="4535189" y="1516670"/>
                          <a:pt x="4526044" y="1509431"/>
                          <a:pt x="4523759" y="1501335"/>
                        </a:cubicBezTo>
                        <a:cubicBezTo>
                          <a:pt x="4523473" y="1501430"/>
                          <a:pt x="4523187" y="1501621"/>
                          <a:pt x="4522806" y="1501716"/>
                        </a:cubicBezTo>
                        <a:cubicBezTo>
                          <a:pt x="4512710" y="1506098"/>
                          <a:pt x="4502042" y="1510003"/>
                          <a:pt x="4490612" y="1510670"/>
                        </a:cubicBezTo>
                        <a:cubicBezTo>
                          <a:pt x="4486421" y="1510860"/>
                          <a:pt x="4481658" y="1510479"/>
                          <a:pt x="4479086" y="1507622"/>
                        </a:cubicBezTo>
                        <a:cubicBezTo>
                          <a:pt x="4477848" y="1506288"/>
                          <a:pt x="4477277" y="1504573"/>
                          <a:pt x="4476991" y="1502859"/>
                        </a:cubicBezTo>
                        <a:cubicBezTo>
                          <a:pt x="4474514" y="1490000"/>
                          <a:pt x="4481563" y="1477237"/>
                          <a:pt x="4491659" y="1467712"/>
                        </a:cubicBezTo>
                        <a:cubicBezTo>
                          <a:pt x="4501756" y="1458091"/>
                          <a:pt x="4514615" y="1451043"/>
                          <a:pt x="4526616" y="1443042"/>
                        </a:cubicBezTo>
                        <a:cubicBezTo>
                          <a:pt x="4535569" y="1437042"/>
                          <a:pt x="4544142" y="1430469"/>
                          <a:pt x="4554905" y="1427135"/>
                        </a:cubicBezTo>
                        <a:cubicBezTo>
                          <a:pt x="4575861" y="1420468"/>
                          <a:pt x="4606150" y="1425516"/>
                          <a:pt x="4627677" y="1429421"/>
                        </a:cubicBezTo>
                        <a:cubicBezTo>
                          <a:pt x="4627486" y="1435422"/>
                          <a:pt x="4617485" y="1443518"/>
                          <a:pt x="4606817" y="1451043"/>
                        </a:cubicBezTo>
                        <a:close/>
                        <a:moveTo>
                          <a:pt x="4607674" y="1389035"/>
                        </a:moveTo>
                        <a:cubicBezTo>
                          <a:pt x="4593577" y="1384368"/>
                          <a:pt x="4578718" y="1386845"/>
                          <a:pt x="4564716" y="1391893"/>
                        </a:cubicBezTo>
                        <a:cubicBezTo>
                          <a:pt x="4558239" y="1395798"/>
                          <a:pt x="4551095" y="1398942"/>
                          <a:pt x="4543571" y="1401323"/>
                        </a:cubicBezTo>
                        <a:cubicBezTo>
                          <a:pt x="4550238" y="1397893"/>
                          <a:pt x="4557287" y="1394560"/>
                          <a:pt x="4564716" y="1391893"/>
                        </a:cubicBezTo>
                        <a:cubicBezTo>
                          <a:pt x="4577765" y="1384177"/>
                          <a:pt x="4588434" y="1373605"/>
                          <a:pt x="4595006" y="1361413"/>
                        </a:cubicBezTo>
                        <a:cubicBezTo>
                          <a:pt x="4604531" y="1343791"/>
                          <a:pt x="4602816" y="1327027"/>
                          <a:pt x="4600149" y="1308359"/>
                        </a:cubicBezTo>
                        <a:cubicBezTo>
                          <a:pt x="4613579" y="1314359"/>
                          <a:pt x="4607388" y="1354936"/>
                          <a:pt x="4604912" y="1365985"/>
                        </a:cubicBezTo>
                        <a:cubicBezTo>
                          <a:pt x="4604054" y="1369890"/>
                          <a:pt x="4603197" y="1374652"/>
                          <a:pt x="4606626" y="1377510"/>
                        </a:cubicBezTo>
                        <a:cubicBezTo>
                          <a:pt x="4608436" y="1379034"/>
                          <a:pt x="4611103" y="1379701"/>
                          <a:pt x="4613579" y="1380558"/>
                        </a:cubicBezTo>
                        <a:cubicBezTo>
                          <a:pt x="4623581" y="1383987"/>
                          <a:pt x="4630629" y="1391607"/>
                          <a:pt x="4638249" y="1398179"/>
                        </a:cubicBezTo>
                        <a:cubicBezTo>
                          <a:pt x="4654347" y="1411991"/>
                          <a:pt x="4674539" y="1421992"/>
                          <a:pt x="4694446" y="1431802"/>
                        </a:cubicBezTo>
                        <a:cubicBezTo>
                          <a:pt x="4671015" y="1423706"/>
                          <a:pt x="4648727" y="1413038"/>
                          <a:pt x="4628438" y="1400275"/>
                        </a:cubicBezTo>
                        <a:cubicBezTo>
                          <a:pt x="4621961" y="1395989"/>
                          <a:pt x="4615389" y="1391512"/>
                          <a:pt x="4607674" y="1389035"/>
                        </a:cubicBezTo>
                        <a:close/>
                        <a:moveTo>
                          <a:pt x="4750073" y="1726125"/>
                        </a:moveTo>
                        <a:cubicBezTo>
                          <a:pt x="4744453" y="1711838"/>
                          <a:pt x="4740072" y="1697169"/>
                          <a:pt x="4736643" y="1682405"/>
                        </a:cubicBezTo>
                        <a:cubicBezTo>
                          <a:pt x="4736261" y="1682500"/>
                          <a:pt x="4735785" y="1682500"/>
                          <a:pt x="4735500" y="1682691"/>
                        </a:cubicBezTo>
                        <a:cubicBezTo>
                          <a:pt x="4734071" y="1683358"/>
                          <a:pt x="4733118" y="1684405"/>
                          <a:pt x="4732166" y="1685453"/>
                        </a:cubicBezTo>
                        <a:cubicBezTo>
                          <a:pt x="4721688" y="1697169"/>
                          <a:pt x="4711115" y="1708789"/>
                          <a:pt x="4700638" y="1720505"/>
                        </a:cubicBezTo>
                        <a:cubicBezTo>
                          <a:pt x="4695209" y="1726601"/>
                          <a:pt x="4686255" y="1733364"/>
                          <a:pt x="4677968" y="1729554"/>
                        </a:cubicBezTo>
                        <a:cubicBezTo>
                          <a:pt x="4699686" y="1723458"/>
                          <a:pt x="4711497" y="1704694"/>
                          <a:pt x="4719593" y="1686882"/>
                        </a:cubicBezTo>
                        <a:cubicBezTo>
                          <a:pt x="4724831" y="1675357"/>
                          <a:pt x="4727498" y="1665165"/>
                          <a:pt x="4727975" y="1655068"/>
                        </a:cubicBezTo>
                        <a:cubicBezTo>
                          <a:pt x="4722545" y="1655926"/>
                          <a:pt x="4718545" y="1661355"/>
                          <a:pt x="4716068" y="1666022"/>
                        </a:cubicBezTo>
                        <a:cubicBezTo>
                          <a:pt x="4699400" y="1697550"/>
                          <a:pt x="4670253" y="1724220"/>
                          <a:pt x="4634154" y="1740984"/>
                        </a:cubicBezTo>
                        <a:cubicBezTo>
                          <a:pt x="4659966" y="1716886"/>
                          <a:pt x="4681112" y="1689549"/>
                          <a:pt x="4702162" y="1662307"/>
                        </a:cubicBezTo>
                        <a:cubicBezTo>
                          <a:pt x="4709401" y="1652973"/>
                          <a:pt x="4717402" y="1641924"/>
                          <a:pt x="4714545" y="1630113"/>
                        </a:cubicBezTo>
                        <a:cubicBezTo>
                          <a:pt x="4712830" y="1623160"/>
                          <a:pt x="4696447" y="1611540"/>
                          <a:pt x="4698447" y="1605920"/>
                        </a:cubicBezTo>
                        <a:cubicBezTo>
                          <a:pt x="4702067" y="1595537"/>
                          <a:pt x="4752168" y="1612397"/>
                          <a:pt x="4764932" y="1610491"/>
                        </a:cubicBezTo>
                        <a:cubicBezTo>
                          <a:pt x="4783505" y="1607729"/>
                          <a:pt x="4800365" y="1596490"/>
                          <a:pt x="4804651" y="1581250"/>
                        </a:cubicBezTo>
                        <a:cubicBezTo>
                          <a:pt x="4807413" y="1595823"/>
                          <a:pt x="4793507" y="1608110"/>
                          <a:pt x="4779600" y="1616683"/>
                        </a:cubicBezTo>
                        <a:cubicBezTo>
                          <a:pt x="4767122" y="1624303"/>
                          <a:pt x="4752930" y="1631827"/>
                          <a:pt x="4746739" y="1643353"/>
                        </a:cubicBezTo>
                        <a:cubicBezTo>
                          <a:pt x="4750168" y="1650116"/>
                          <a:pt x="4751882" y="1657069"/>
                          <a:pt x="4750644" y="1662784"/>
                        </a:cubicBezTo>
                        <a:cubicBezTo>
                          <a:pt x="4748549" y="1672499"/>
                          <a:pt x="4750168" y="1682786"/>
                          <a:pt x="4755026" y="1691930"/>
                        </a:cubicBezTo>
                        <a:cubicBezTo>
                          <a:pt x="4751596" y="1690121"/>
                          <a:pt x="4749310" y="1687263"/>
                          <a:pt x="4746358" y="1684977"/>
                        </a:cubicBezTo>
                        <a:cubicBezTo>
                          <a:pt x="4746168" y="1684786"/>
                          <a:pt x="4745977" y="1684692"/>
                          <a:pt x="4745691" y="1684596"/>
                        </a:cubicBezTo>
                        <a:cubicBezTo>
                          <a:pt x="4747120" y="1698408"/>
                          <a:pt x="4748549" y="1712218"/>
                          <a:pt x="4750073" y="1726125"/>
                        </a:cubicBezTo>
                        <a:close/>
                        <a:moveTo>
                          <a:pt x="4848466" y="1718696"/>
                        </a:moveTo>
                        <a:cubicBezTo>
                          <a:pt x="4830368" y="1730125"/>
                          <a:pt x="4802460" y="1735936"/>
                          <a:pt x="4785029" y="1722792"/>
                        </a:cubicBezTo>
                        <a:cubicBezTo>
                          <a:pt x="4780362" y="1719267"/>
                          <a:pt x="4777029" y="1714790"/>
                          <a:pt x="4774171" y="1710123"/>
                        </a:cubicBezTo>
                        <a:cubicBezTo>
                          <a:pt x="4764646" y="1694311"/>
                          <a:pt x="4761312" y="1675547"/>
                          <a:pt x="4768742" y="1659450"/>
                        </a:cubicBezTo>
                        <a:cubicBezTo>
                          <a:pt x="4774361" y="1647258"/>
                          <a:pt x="4785506" y="1637543"/>
                          <a:pt x="4796364" y="1628303"/>
                        </a:cubicBezTo>
                        <a:cubicBezTo>
                          <a:pt x="4803508" y="1622208"/>
                          <a:pt x="4814081" y="1610968"/>
                          <a:pt x="4826273" y="1599347"/>
                        </a:cubicBezTo>
                        <a:cubicBezTo>
                          <a:pt x="4824749" y="1597347"/>
                          <a:pt x="4823701" y="1595061"/>
                          <a:pt x="4823225" y="1592775"/>
                        </a:cubicBezTo>
                        <a:cubicBezTo>
                          <a:pt x="4821415" y="1584298"/>
                          <a:pt x="4825701" y="1575916"/>
                          <a:pt x="4831416" y="1569058"/>
                        </a:cubicBezTo>
                        <a:cubicBezTo>
                          <a:pt x="4838274" y="1560867"/>
                          <a:pt x="4847609" y="1554294"/>
                          <a:pt x="4858277" y="1549627"/>
                        </a:cubicBezTo>
                        <a:cubicBezTo>
                          <a:pt x="4870564" y="1544198"/>
                          <a:pt x="4896663" y="1536483"/>
                          <a:pt x="4910093" y="1544769"/>
                        </a:cubicBezTo>
                        <a:cubicBezTo>
                          <a:pt x="4916951" y="1549055"/>
                          <a:pt x="4921523" y="1558771"/>
                          <a:pt x="4919618" y="1565343"/>
                        </a:cubicBezTo>
                        <a:cubicBezTo>
                          <a:pt x="4918856" y="1568010"/>
                          <a:pt x="4917236" y="1570392"/>
                          <a:pt x="4915141" y="1572487"/>
                        </a:cubicBezTo>
                        <a:cubicBezTo>
                          <a:pt x="4917427" y="1575630"/>
                          <a:pt x="4919522" y="1579345"/>
                          <a:pt x="4921332" y="1583822"/>
                        </a:cubicBezTo>
                        <a:cubicBezTo>
                          <a:pt x="4923142" y="1588013"/>
                          <a:pt x="4924095" y="1592299"/>
                          <a:pt x="4924380" y="1596490"/>
                        </a:cubicBezTo>
                        <a:cubicBezTo>
                          <a:pt x="4925809" y="1594204"/>
                          <a:pt x="4928571" y="1592584"/>
                          <a:pt x="4932000" y="1592584"/>
                        </a:cubicBezTo>
                        <a:cubicBezTo>
                          <a:pt x="4937048" y="1592584"/>
                          <a:pt x="4941239" y="1595918"/>
                          <a:pt x="4941525" y="1600109"/>
                        </a:cubicBezTo>
                        <a:cubicBezTo>
                          <a:pt x="4941811" y="1604300"/>
                          <a:pt x="4937811" y="1607729"/>
                          <a:pt x="4932762" y="1607729"/>
                        </a:cubicBezTo>
                        <a:cubicBezTo>
                          <a:pt x="4929238" y="1607729"/>
                          <a:pt x="4926094" y="1606015"/>
                          <a:pt x="4924475" y="1603538"/>
                        </a:cubicBezTo>
                        <a:cubicBezTo>
                          <a:pt x="4923142" y="1622112"/>
                          <a:pt x="4910950" y="1640019"/>
                          <a:pt x="4901806" y="1656497"/>
                        </a:cubicBezTo>
                        <a:cubicBezTo>
                          <a:pt x="4888852" y="1679738"/>
                          <a:pt x="4873422" y="1703075"/>
                          <a:pt x="4848466" y="1718696"/>
                        </a:cubicBezTo>
                        <a:close/>
                        <a:moveTo>
                          <a:pt x="4989817" y="1700598"/>
                        </a:moveTo>
                        <a:cubicBezTo>
                          <a:pt x="4985436" y="1699741"/>
                          <a:pt x="4980863" y="1698884"/>
                          <a:pt x="4976482" y="1699264"/>
                        </a:cubicBezTo>
                        <a:cubicBezTo>
                          <a:pt x="4961337" y="1700598"/>
                          <a:pt x="4954193" y="1714505"/>
                          <a:pt x="4945716" y="1724887"/>
                        </a:cubicBezTo>
                        <a:cubicBezTo>
                          <a:pt x="4936382" y="1736317"/>
                          <a:pt x="4922475" y="1745080"/>
                          <a:pt x="4906568" y="1749366"/>
                        </a:cubicBezTo>
                        <a:cubicBezTo>
                          <a:pt x="4925618" y="1737460"/>
                          <a:pt x="4943621" y="1723744"/>
                          <a:pt x="4955432" y="1706504"/>
                        </a:cubicBezTo>
                        <a:cubicBezTo>
                          <a:pt x="4963814" y="1694217"/>
                          <a:pt x="4965337" y="1681262"/>
                          <a:pt x="4969719" y="1668308"/>
                        </a:cubicBezTo>
                        <a:cubicBezTo>
                          <a:pt x="4981435" y="1669451"/>
                          <a:pt x="4981149" y="1679834"/>
                          <a:pt x="4987531" y="1686406"/>
                        </a:cubicBezTo>
                        <a:cubicBezTo>
                          <a:pt x="4995151" y="1694217"/>
                          <a:pt x="5004962" y="1697645"/>
                          <a:pt x="5016106" y="1700789"/>
                        </a:cubicBezTo>
                        <a:cubicBezTo>
                          <a:pt x="5033727" y="1705741"/>
                          <a:pt x="5051444" y="1710695"/>
                          <a:pt x="5069065" y="1715648"/>
                        </a:cubicBezTo>
                        <a:cubicBezTo>
                          <a:pt x="5042776" y="1710695"/>
                          <a:pt x="5016297" y="1705646"/>
                          <a:pt x="4989817" y="1700598"/>
                        </a:cubicBezTo>
                        <a:close/>
                        <a:moveTo>
                          <a:pt x="5186318" y="1551532"/>
                        </a:moveTo>
                        <a:cubicBezTo>
                          <a:pt x="5184222" y="1559247"/>
                          <a:pt x="5175078" y="1564105"/>
                          <a:pt x="5167458" y="1567820"/>
                        </a:cubicBezTo>
                        <a:cubicBezTo>
                          <a:pt x="5177269" y="1567820"/>
                          <a:pt x="5185556" y="1574392"/>
                          <a:pt x="5186032" y="1582583"/>
                        </a:cubicBezTo>
                        <a:cubicBezTo>
                          <a:pt x="5186413" y="1590775"/>
                          <a:pt x="5178793" y="1597442"/>
                          <a:pt x="5168982" y="1597442"/>
                        </a:cubicBezTo>
                        <a:cubicBezTo>
                          <a:pt x="5159172" y="1597442"/>
                          <a:pt x="5150885" y="1590870"/>
                          <a:pt x="5150409" y="1582679"/>
                        </a:cubicBezTo>
                        <a:cubicBezTo>
                          <a:pt x="5150313" y="1579917"/>
                          <a:pt x="5151075" y="1577440"/>
                          <a:pt x="5152504" y="1575249"/>
                        </a:cubicBezTo>
                        <a:cubicBezTo>
                          <a:pt x="5150599" y="1576202"/>
                          <a:pt x="5148599" y="1577154"/>
                          <a:pt x="5146694" y="1578202"/>
                        </a:cubicBezTo>
                        <a:cubicBezTo>
                          <a:pt x="5147837" y="1593918"/>
                          <a:pt x="5149265" y="1609730"/>
                          <a:pt x="5150694" y="1625446"/>
                        </a:cubicBezTo>
                        <a:cubicBezTo>
                          <a:pt x="5151552" y="1635352"/>
                          <a:pt x="5152313" y="1645734"/>
                          <a:pt x="5147837" y="1654783"/>
                        </a:cubicBezTo>
                        <a:cubicBezTo>
                          <a:pt x="5142121" y="1666118"/>
                          <a:pt x="5129263" y="1673452"/>
                          <a:pt x="5116785" y="1679929"/>
                        </a:cubicBezTo>
                        <a:cubicBezTo>
                          <a:pt x="5101640" y="1687930"/>
                          <a:pt x="5084210" y="1695931"/>
                          <a:pt x="5066303" y="1692597"/>
                        </a:cubicBezTo>
                        <a:cubicBezTo>
                          <a:pt x="5044585" y="1688501"/>
                          <a:pt x="5031441" y="1669451"/>
                          <a:pt x="5025822" y="1651449"/>
                        </a:cubicBezTo>
                        <a:cubicBezTo>
                          <a:pt x="5015439" y="1618683"/>
                          <a:pt x="5020964" y="1582488"/>
                          <a:pt x="5043824" y="1555533"/>
                        </a:cubicBezTo>
                        <a:cubicBezTo>
                          <a:pt x="5058683" y="1537911"/>
                          <a:pt x="5105450" y="1503717"/>
                          <a:pt x="5133168" y="1523909"/>
                        </a:cubicBezTo>
                        <a:cubicBezTo>
                          <a:pt x="5135835" y="1525909"/>
                          <a:pt x="5137836" y="1528196"/>
                          <a:pt x="5139455" y="1530672"/>
                        </a:cubicBezTo>
                        <a:cubicBezTo>
                          <a:pt x="5152123" y="1527148"/>
                          <a:pt x="5167458" y="1525052"/>
                          <a:pt x="5176793" y="1530863"/>
                        </a:cubicBezTo>
                        <a:cubicBezTo>
                          <a:pt x="5183651" y="1535149"/>
                          <a:pt x="5188127" y="1544865"/>
                          <a:pt x="5186318" y="1551532"/>
                        </a:cubicBezTo>
                        <a:close/>
                        <a:moveTo>
                          <a:pt x="5195176" y="1744508"/>
                        </a:moveTo>
                        <a:cubicBezTo>
                          <a:pt x="5214512" y="1741746"/>
                          <a:pt x="5233847" y="1737174"/>
                          <a:pt x="5250993" y="1729268"/>
                        </a:cubicBezTo>
                        <a:cubicBezTo>
                          <a:pt x="5266232" y="1722220"/>
                          <a:pt x="5275853" y="1710504"/>
                          <a:pt x="5288711" y="1702693"/>
                        </a:cubicBezTo>
                        <a:cubicBezTo>
                          <a:pt x="5309000" y="1735459"/>
                          <a:pt x="5214226" y="1741746"/>
                          <a:pt x="5195176" y="1744508"/>
                        </a:cubicBezTo>
                        <a:close/>
                        <a:moveTo>
                          <a:pt x="5297379" y="1574011"/>
                        </a:moveTo>
                        <a:cubicBezTo>
                          <a:pt x="5280234" y="1554770"/>
                          <a:pt x="5270709" y="1530863"/>
                          <a:pt x="5270995" y="1507241"/>
                        </a:cubicBezTo>
                        <a:cubicBezTo>
                          <a:pt x="5270995" y="1504573"/>
                          <a:pt x="5270995" y="1501621"/>
                          <a:pt x="5268709" y="1499716"/>
                        </a:cubicBezTo>
                        <a:cubicBezTo>
                          <a:pt x="5266804" y="1498192"/>
                          <a:pt x="5263947" y="1497906"/>
                          <a:pt x="5261375" y="1497716"/>
                        </a:cubicBezTo>
                        <a:cubicBezTo>
                          <a:pt x="5248611" y="1496858"/>
                          <a:pt x="5233657" y="1497620"/>
                          <a:pt x="5221655" y="1493715"/>
                        </a:cubicBezTo>
                        <a:cubicBezTo>
                          <a:pt x="5242515" y="1493143"/>
                          <a:pt x="5262422" y="1490477"/>
                          <a:pt x="5280329" y="1481523"/>
                        </a:cubicBezTo>
                        <a:cubicBezTo>
                          <a:pt x="5290997" y="1476284"/>
                          <a:pt x="5300332" y="1469426"/>
                          <a:pt x="5310333" y="1463425"/>
                        </a:cubicBezTo>
                        <a:cubicBezTo>
                          <a:pt x="5295665" y="1477999"/>
                          <a:pt x="5288426" y="1497240"/>
                          <a:pt x="5287283" y="1516480"/>
                        </a:cubicBezTo>
                        <a:cubicBezTo>
                          <a:pt x="5286045" y="1535816"/>
                          <a:pt x="5290616" y="1555342"/>
                          <a:pt x="5297379" y="1574011"/>
                        </a:cubicBezTo>
                        <a:close/>
                        <a:moveTo>
                          <a:pt x="5397773" y="1490000"/>
                        </a:moveTo>
                        <a:cubicBezTo>
                          <a:pt x="5399582" y="1501907"/>
                          <a:pt x="5398820" y="1514384"/>
                          <a:pt x="5397868" y="1522671"/>
                        </a:cubicBezTo>
                        <a:cubicBezTo>
                          <a:pt x="5394820" y="1549627"/>
                          <a:pt x="5394534" y="1586203"/>
                          <a:pt x="5379199" y="1610015"/>
                        </a:cubicBezTo>
                        <a:cubicBezTo>
                          <a:pt x="5376341" y="1614397"/>
                          <a:pt x="5372627" y="1618588"/>
                          <a:pt x="5367388" y="1620969"/>
                        </a:cubicBezTo>
                        <a:cubicBezTo>
                          <a:pt x="5357958" y="1625255"/>
                          <a:pt x="5345861" y="1622779"/>
                          <a:pt x="5336146" y="1618397"/>
                        </a:cubicBezTo>
                        <a:cubicBezTo>
                          <a:pt x="5330907" y="1616016"/>
                          <a:pt x="5325764" y="1612873"/>
                          <a:pt x="5322620" y="1608586"/>
                        </a:cubicBezTo>
                        <a:cubicBezTo>
                          <a:pt x="5319668" y="1604586"/>
                          <a:pt x="5318715" y="1599823"/>
                          <a:pt x="5317858" y="1595156"/>
                        </a:cubicBezTo>
                        <a:cubicBezTo>
                          <a:pt x="5314524" y="1574868"/>
                          <a:pt x="5324906" y="1424468"/>
                          <a:pt x="5382818" y="1462092"/>
                        </a:cubicBezTo>
                        <a:cubicBezTo>
                          <a:pt x="5383200" y="1462282"/>
                          <a:pt x="5383390" y="1462664"/>
                          <a:pt x="5383676" y="1462854"/>
                        </a:cubicBezTo>
                        <a:cubicBezTo>
                          <a:pt x="5384819" y="1462664"/>
                          <a:pt x="5385962" y="1462568"/>
                          <a:pt x="5387200" y="1462568"/>
                        </a:cubicBezTo>
                        <a:cubicBezTo>
                          <a:pt x="5397010" y="1462568"/>
                          <a:pt x="5405297" y="1469141"/>
                          <a:pt x="5405774" y="1477332"/>
                        </a:cubicBezTo>
                        <a:cubicBezTo>
                          <a:pt x="5406059" y="1482666"/>
                          <a:pt x="5402821" y="1487429"/>
                          <a:pt x="5397773" y="1490000"/>
                        </a:cubicBezTo>
                        <a:close/>
                        <a:moveTo>
                          <a:pt x="5432253" y="1511527"/>
                        </a:moveTo>
                        <a:cubicBezTo>
                          <a:pt x="5427205" y="1511527"/>
                          <a:pt x="5423014" y="1508193"/>
                          <a:pt x="5422728" y="1504002"/>
                        </a:cubicBezTo>
                        <a:cubicBezTo>
                          <a:pt x="5422537" y="1499811"/>
                          <a:pt x="5426443" y="1496382"/>
                          <a:pt x="5431491" y="1496382"/>
                        </a:cubicBezTo>
                        <a:cubicBezTo>
                          <a:pt x="5436539" y="1496382"/>
                          <a:pt x="5440730" y="1499716"/>
                          <a:pt x="5441016" y="1503907"/>
                        </a:cubicBezTo>
                        <a:cubicBezTo>
                          <a:pt x="5441302" y="1508098"/>
                          <a:pt x="5437302" y="1511432"/>
                          <a:pt x="5432253" y="1511527"/>
                        </a:cubicBezTo>
                        <a:close/>
                        <a:moveTo>
                          <a:pt x="5462543" y="1641067"/>
                        </a:moveTo>
                        <a:cubicBezTo>
                          <a:pt x="5465400" y="1660974"/>
                          <a:pt x="5468258" y="1680977"/>
                          <a:pt x="5471020" y="1700884"/>
                        </a:cubicBezTo>
                        <a:cubicBezTo>
                          <a:pt x="5449684" y="1678881"/>
                          <a:pt x="5439206" y="1649925"/>
                          <a:pt x="5442636" y="1622398"/>
                        </a:cubicBezTo>
                        <a:cubicBezTo>
                          <a:pt x="5446064" y="1594871"/>
                          <a:pt x="5463305" y="1569153"/>
                          <a:pt x="5489403" y="1552580"/>
                        </a:cubicBezTo>
                        <a:cubicBezTo>
                          <a:pt x="5503881" y="1543436"/>
                          <a:pt x="5521217" y="1536673"/>
                          <a:pt x="5531885" y="1524481"/>
                        </a:cubicBezTo>
                        <a:cubicBezTo>
                          <a:pt x="5547411" y="1506765"/>
                          <a:pt x="5541981" y="1484667"/>
                          <a:pt x="5528741" y="1466855"/>
                        </a:cubicBezTo>
                        <a:cubicBezTo>
                          <a:pt x="5545696" y="1474189"/>
                          <a:pt x="5544743" y="1495239"/>
                          <a:pt x="5558745" y="1505621"/>
                        </a:cubicBezTo>
                        <a:cubicBezTo>
                          <a:pt x="5577509" y="1519528"/>
                          <a:pt x="5608370" y="1507526"/>
                          <a:pt x="5630373" y="1517623"/>
                        </a:cubicBezTo>
                        <a:cubicBezTo>
                          <a:pt x="5580271" y="1508384"/>
                          <a:pt x="5530551" y="1530672"/>
                          <a:pt x="5493880" y="1558866"/>
                        </a:cubicBezTo>
                        <a:cubicBezTo>
                          <a:pt x="5481974" y="1568010"/>
                          <a:pt x="5470639" y="1578202"/>
                          <a:pt x="5464924" y="1590870"/>
                        </a:cubicBezTo>
                        <a:cubicBezTo>
                          <a:pt x="5457780" y="1606586"/>
                          <a:pt x="5460066" y="1624207"/>
                          <a:pt x="5462543" y="1641067"/>
                        </a:cubicBezTo>
                        <a:close/>
                        <a:moveTo>
                          <a:pt x="5643041" y="1568677"/>
                        </a:moveTo>
                        <a:cubicBezTo>
                          <a:pt x="5643137" y="1571439"/>
                          <a:pt x="5642375" y="1574011"/>
                          <a:pt x="5640851" y="1576202"/>
                        </a:cubicBezTo>
                        <a:cubicBezTo>
                          <a:pt x="5635231" y="1605157"/>
                          <a:pt x="5629516" y="1634209"/>
                          <a:pt x="5623896" y="1663165"/>
                        </a:cubicBezTo>
                        <a:cubicBezTo>
                          <a:pt x="5622372" y="1671166"/>
                          <a:pt x="5620753" y="1679262"/>
                          <a:pt x="5616085" y="1686215"/>
                        </a:cubicBezTo>
                        <a:cubicBezTo>
                          <a:pt x="5610561" y="1694502"/>
                          <a:pt x="5601227" y="1700407"/>
                          <a:pt x="5591225" y="1704980"/>
                        </a:cubicBezTo>
                        <a:cubicBezTo>
                          <a:pt x="5570937" y="1714219"/>
                          <a:pt x="5544267" y="1717743"/>
                          <a:pt x="5524265" y="1706790"/>
                        </a:cubicBezTo>
                        <a:cubicBezTo>
                          <a:pt x="5515597" y="1702027"/>
                          <a:pt x="5509025" y="1694978"/>
                          <a:pt x="5503977" y="1687358"/>
                        </a:cubicBezTo>
                        <a:cubicBezTo>
                          <a:pt x="5487975" y="1662974"/>
                          <a:pt x="5487784" y="1632875"/>
                          <a:pt x="5500643" y="1608015"/>
                        </a:cubicBezTo>
                        <a:cubicBezTo>
                          <a:pt x="5513502" y="1583155"/>
                          <a:pt x="5538362" y="1563629"/>
                          <a:pt x="5567413" y="1551722"/>
                        </a:cubicBezTo>
                        <a:cubicBezTo>
                          <a:pt x="5591988" y="1541626"/>
                          <a:pt x="5622848" y="1536959"/>
                          <a:pt x="5647042" y="1549055"/>
                        </a:cubicBezTo>
                        <a:lnTo>
                          <a:pt x="5642756" y="1567343"/>
                        </a:lnTo>
                        <a:cubicBezTo>
                          <a:pt x="5642851" y="1567820"/>
                          <a:pt x="5642946" y="1568200"/>
                          <a:pt x="5643041" y="1568677"/>
                        </a:cubicBezTo>
                        <a:close/>
                        <a:moveTo>
                          <a:pt x="5669426" y="1602872"/>
                        </a:moveTo>
                        <a:cubicBezTo>
                          <a:pt x="5664377" y="1602872"/>
                          <a:pt x="5660186" y="1599538"/>
                          <a:pt x="5659901" y="1595347"/>
                        </a:cubicBezTo>
                        <a:cubicBezTo>
                          <a:pt x="5659710" y="1591156"/>
                          <a:pt x="5663615" y="1587727"/>
                          <a:pt x="5668664" y="1587727"/>
                        </a:cubicBezTo>
                        <a:cubicBezTo>
                          <a:pt x="5673712" y="1587727"/>
                          <a:pt x="5677903" y="1591061"/>
                          <a:pt x="5678189" y="1595252"/>
                        </a:cubicBezTo>
                        <a:cubicBezTo>
                          <a:pt x="5678379" y="1599443"/>
                          <a:pt x="5674474" y="1602872"/>
                          <a:pt x="5669426" y="1602872"/>
                        </a:cubicBezTo>
                        <a:close/>
                        <a:moveTo>
                          <a:pt x="5700191" y="1422468"/>
                        </a:moveTo>
                        <a:cubicBezTo>
                          <a:pt x="5700096" y="1422754"/>
                          <a:pt x="5699906" y="1423039"/>
                          <a:pt x="5699811" y="1423325"/>
                        </a:cubicBezTo>
                        <a:cubicBezTo>
                          <a:pt x="5699620" y="1430565"/>
                          <a:pt x="5693143" y="1436375"/>
                          <a:pt x="5684570" y="1437136"/>
                        </a:cubicBezTo>
                        <a:cubicBezTo>
                          <a:pt x="5683523" y="1437708"/>
                          <a:pt x="5682475" y="1438280"/>
                          <a:pt x="5681427" y="1438756"/>
                        </a:cubicBezTo>
                        <a:cubicBezTo>
                          <a:pt x="5666568" y="1446185"/>
                          <a:pt x="5651804" y="1453520"/>
                          <a:pt x="5636945" y="1460949"/>
                        </a:cubicBezTo>
                        <a:cubicBezTo>
                          <a:pt x="5633993" y="1462473"/>
                          <a:pt x="5630850" y="1463711"/>
                          <a:pt x="5627516" y="1464474"/>
                        </a:cubicBezTo>
                        <a:cubicBezTo>
                          <a:pt x="5622468" y="1468950"/>
                          <a:pt x="5616657" y="1472855"/>
                          <a:pt x="5610942" y="1476570"/>
                        </a:cubicBezTo>
                        <a:cubicBezTo>
                          <a:pt x="5601322" y="1482666"/>
                          <a:pt x="5588463" y="1488667"/>
                          <a:pt x="5577414" y="1483904"/>
                        </a:cubicBezTo>
                        <a:cubicBezTo>
                          <a:pt x="5571223" y="1481237"/>
                          <a:pt x="5567413" y="1475903"/>
                          <a:pt x="5565222" y="1470474"/>
                        </a:cubicBezTo>
                        <a:cubicBezTo>
                          <a:pt x="5561317" y="1460949"/>
                          <a:pt x="5561317" y="1450758"/>
                          <a:pt x="5561507" y="1440756"/>
                        </a:cubicBezTo>
                        <a:cubicBezTo>
                          <a:pt x="5561698" y="1430183"/>
                          <a:pt x="5562079" y="1419134"/>
                          <a:pt x="5568460" y="1410181"/>
                        </a:cubicBezTo>
                        <a:cubicBezTo>
                          <a:pt x="5578748" y="1395798"/>
                          <a:pt x="5649614" y="1360079"/>
                          <a:pt x="5654567" y="1395131"/>
                        </a:cubicBezTo>
                        <a:cubicBezTo>
                          <a:pt x="5654948" y="1397799"/>
                          <a:pt x="5654281" y="1399894"/>
                          <a:pt x="5653233" y="1401704"/>
                        </a:cubicBezTo>
                        <a:cubicBezTo>
                          <a:pt x="5665902" y="1398084"/>
                          <a:pt x="5681332" y="1395989"/>
                          <a:pt x="5690666" y="1401799"/>
                        </a:cubicBezTo>
                        <a:cubicBezTo>
                          <a:pt x="5697525" y="1406085"/>
                          <a:pt x="5702097" y="1415896"/>
                          <a:pt x="5700191" y="1422468"/>
                        </a:cubicBezTo>
                        <a:close/>
                        <a:moveTo>
                          <a:pt x="5794108" y="1572296"/>
                        </a:moveTo>
                        <a:cubicBezTo>
                          <a:pt x="5786012" y="1580488"/>
                          <a:pt x="5773439" y="1585441"/>
                          <a:pt x="5760485" y="1585441"/>
                        </a:cubicBezTo>
                        <a:cubicBezTo>
                          <a:pt x="5753627" y="1585441"/>
                          <a:pt x="5745911" y="1584298"/>
                          <a:pt x="5740673" y="1587822"/>
                        </a:cubicBezTo>
                        <a:cubicBezTo>
                          <a:pt x="5735910" y="1591061"/>
                          <a:pt x="5735243" y="1596871"/>
                          <a:pt x="5734958" y="1602015"/>
                        </a:cubicBezTo>
                        <a:cubicBezTo>
                          <a:pt x="5733910" y="1621541"/>
                          <a:pt x="5732862" y="1641258"/>
                          <a:pt x="5736672" y="1660784"/>
                        </a:cubicBezTo>
                        <a:cubicBezTo>
                          <a:pt x="5740482" y="1680214"/>
                          <a:pt x="5749722" y="1699646"/>
                          <a:pt x="5766486" y="1713933"/>
                        </a:cubicBezTo>
                        <a:cubicBezTo>
                          <a:pt x="5756865" y="1707837"/>
                          <a:pt x="5748769" y="1700027"/>
                          <a:pt x="5742959" y="1691264"/>
                        </a:cubicBezTo>
                        <a:cubicBezTo>
                          <a:pt x="5735910" y="1680596"/>
                          <a:pt x="5732195" y="1668784"/>
                          <a:pt x="5728576" y="1657069"/>
                        </a:cubicBezTo>
                        <a:cubicBezTo>
                          <a:pt x="5723909" y="1641924"/>
                          <a:pt x="5694762" y="1584964"/>
                          <a:pt x="5711050" y="1572868"/>
                        </a:cubicBezTo>
                        <a:cubicBezTo>
                          <a:pt x="5720575" y="1565724"/>
                          <a:pt x="5737911" y="1575439"/>
                          <a:pt x="5749722" y="1576678"/>
                        </a:cubicBezTo>
                        <a:cubicBezTo>
                          <a:pt x="5757246" y="1577440"/>
                          <a:pt x="5785916" y="1578297"/>
                          <a:pt x="5794108" y="1572296"/>
                        </a:cubicBezTo>
                        <a:cubicBezTo>
                          <a:pt x="5794679" y="1571725"/>
                          <a:pt x="5795346" y="1571058"/>
                          <a:pt x="5795918" y="1570486"/>
                        </a:cubicBezTo>
                        <a:cubicBezTo>
                          <a:pt x="5795537" y="1571153"/>
                          <a:pt x="5794870" y="1571725"/>
                          <a:pt x="5794108" y="1572296"/>
                        </a:cubicBezTo>
                        <a:close/>
                        <a:moveTo>
                          <a:pt x="5897168" y="1627160"/>
                        </a:moveTo>
                        <a:cubicBezTo>
                          <a:pt x="5887358" y="1627160"/>
                          <a:pt x="5879071" y="1620588"/>
                          <a:pt x="5878594" y="1612397"/>
                        </a:cubicBezTo>
                        <a:cubicBezTo>
                          <a:pt x="5878214" y="1604205"/>
                          <a:pt x="5885834" y="1597538"/>
                          <a:pt x="5895645" y="1597538"/>
                        </a:cubicBezTo>
                        <a:cubicBezTo>
                          <a:pt x="5905455" y="1597538"/>
                          <a:pt x="5913742" y="1604110"/>
                          <a:pt x="5914218" y="1612301"/>
                        </a:cubicBezTo>
                        <a:cubicBezTo>
                          <a:pt x="5914599" y="1620398"/>
                          <a:pt x="5906979" y="1627065"/>
                          <a:pt x="5897168" y="1627160"/>
                        </a:cubicBezTo>
                        <a:close/>
                        <a:moveTo>
                          <a:pt x="5940698" y="1646401"/>
                        </a:moveTo>
                        <a:cubicBezTo>
                          <a:pt x="5935650" y="1646401"/>
                          <a:pt x="5931459" y="1643067"/>
                          <a:pt x="5931173" y="1638876"/>
                        </a:cubicBezTo>
                        <a:cubicBezTo>
                          <a:pt x="5930982" y="1634685"/>
                          <a:pt x="5934888" y="1631256"/>
                          <a:pt x="5939935" y="1631256"/>
                        </a:cubicBezTo>
                        <a:cubicBezTo>
                          <a:pt x="5944984" y="1631256"/>
                          <a:pt x="5949175" y="1634590"/>
                          <a:pt x="5949460" y="1638781"/>
                        </a:cubicBezTo>
                        <a:cubicBezTo>
                          <a:pt x="5949651" y="1642972"/>
                          <a:pt x="5945746" y="1646401"/>
                          <a:pt x="5940698" y="1646401"/>
                        </a:cubicBezTo>
                        <a:close/>
                        <a:moveTo>
                          <a:pt x="5929744" y="1510479"/>
                        </a:moveTo>
                        <a:cubicBezTo>
                          <a:pt x="5929172" y="1530386"/>
                          <a:pt x="5938697" y="1549913"/>
                          <a:pt x="5935459" y="1569820"/>
                        </a:cubicBezTo>
                        <a:cubicBezTo>
                          <a:pt x="5927458" y="1561343"/>
                          <a:pt x="5922600" y="1550770"/>
                          <a:pt x="5921934" y="1540197"/>
                        </a:cubicBezTo>
                        <a:cubicBezTo>
                          <a:pt x="5921648" y="1535054"/>
                          <a:pt x="5922028" y="1529434"/>
                          <a:pt x="5918314" y="1525243"/>
                        </a:cubicBezTo>
                        <a:cubicBezTo>
                          <a:pt x="5912027" y="1518004"/>
                          <a:pt x="5898883" y="1519814"/>
                          <a:pt x="5888977" y="1522385"/>
                        </a:cubicBezTo>
                        <a:cubicBezTo>
                          <a:pt x="5874213" y="1526195"/>
                          <a:pt x="5859544" y="1529910"/>
                          <a:pt x="5844781" y="1533720"/>
                        </a:cubicBezTo>
                        <a:cubicBezTo>
                          <a:pt x="5828398" y="1537911"/>
                          <a:pt x="5810872" y="1542769"/>
                          <a:pt x="5800871" y="1554294"/>
                        </a:cubicBezTo>
                        <a:cubicBezTo>
                          <a:pt x="5805252" y="1546484"/>
                          <a:pt x="5814015" y="1541150"/>
                          <a:pt x="5820683" y="1534482"/>
                        </a:cubicBezTo>
                        <a:cubicBezTo>
                          <a:pt x="5827350" y="1527910"/>
                          <a:pt x="5831827" y="1518099"/>
                          <a:pt x="5826302" y="1510479"/>
                        </a:cubicBezTo>
                        <a:cubicBezTo>
                          <a:pt x="5838399" y="1527052"/>
                          <a:pt x="5888119" y="1502954"/>
                          <a:pt x="5898502" y="1496858"/>
                        </a:cubicBezTo>
                        <a:cubicBezTo>
                          <a:pt x="5913456" y="1488191"/>
                          <a:pt x="5930982" y="1464664"/>
                          <a:pt x="5949937" y="1463997"/>
                        </a:cubicBezTo>
                        <a:cubicBezTo>
                          <a:pt x="5950509" y="1479618"/>
                          <a:pt x="5930220" y="1492572"/>
                          <a:pt x="5929744" y="1510479"/>
                        </a:cubicBezTo>
                        <a:close/>
                        <a:moveTo>
                          <a:pt x="6152343" y="1498954"/>
                        </a:moveTo>
                        <a:cubicBezTo>
                          <a:pt x="6147295" y="1498954"/>
                          <a:pt x="6143104" y="1495620"/>
                          <a:pt x="6142818" y="1491429"/>
                        </a:cubicBezTo>
                        <a:cubicBezTo>
                          <a:pt x="6142628" y="1487238"/>
                          <a:pt x="6146533" y="1483809"/>
                          <a:pt x="6151581" y="1483809"/>
                        </a:cubicBezTo>
                        <a:cubicBezTo>
                          <a:pt x="6156629" y="1483809"/>
                          <a:pt x="6160820" y="1487143"/>
                          <a:pt x="6161106" y="1491334"/>
                        </a:cubicBezTo>
                        <a:cubicBezTo>
                          <a:pt x="6161392" y="1495525"/>
                          <a:pt x="6157391" y="1498954"/>
                          <a:pt x="6152343" y="1498954"/>
                        </a:cubicBezTo>
                        <a:close/>
                        <a:moveTo>
                          <a:pt x="6093764" y="1299691"/>
                        </a:moveTo>
                        <a:cubicBezTo>
                          <a:pt x="6051187" y="1329028"/>
                          <a:pt x="5999753" y="1353221"/>
                          <a:pt x="5944222" y="1355222"/>
                        </a:cubicBezTo>
                        <a:cubicBezTo>
                          <a:pt x="5939174" y="1355793"/>
                          <a:pt x="5933935" y="1355888"/>
                          <a:pt x="5928696" y="1355222"/>
                        </a:cubicBezTo>
                        <a:cubicBezTo>
                          <a:pt x="5933935" y="1355412"/>
                          <a:pt x="5939079" y="1355412"/>
                          <a:pt x="5944222" y="1355222"/>
                        </a:cubicBezTo>
                        <a:cubicBezTo>
                          <a:pt x="5958890" y="1353602"/>
                          <a:pt x="5972988" y="1347792"/>
                          <a:pt x="5986227" y="1341886"/>
                        </a:cubicBezTo>
                        <a:cubicBezTo>
                          <a:pt x="6004706" y="1333695"/>
                          <a:pt x="6022994" y="1325218"/>
                          <a:pt x="6041186" y="1316550"/>
                        </a:cubicBezTo>
                        <a:cubicBezTo>
                          <a:pt x="6055188" y="1309787"/>
                          <a:pt x="6069380" y="1302739"/>
                          <a:pt x="6079858" y="1292547"/>
                        </a:cubicBezTo>
                        <a:cubicBezTo>
                          <a:pt x="6089287" y="1283213"/>
                          <a:pt x="6091097" y="1272449"/>
                          <a:pt x="6096241" y="1261877"/>
                        </a:cubicBezTo>
                        <a:cubicBezTo>
                          <a:pt x="6100622" y="1271306"/>
                          <a:pt x="6103099" y="1281784"/>
                          <a:pt x="6106242" y="1291690"/>
                        </a:cubicBezTo>
                        <a:cubicBezTo>
                          <a:pt x="6112814" y="1312835"/>
                          <a:pt x="6119577" y="1334266"/>
                          <a:pt x="6132341" y="1353507"/>
                        </a:cubicBezTo>
                        <a:cubicBezTo>
                          <a:pt x="6151486" y="1382463"/>
                          <a:pt x="6182823" y="1404371"/>
                          <a:pt x="6213398" y="1425611"/>
                        </a:cubicBezTo>
                        <a:cubicBezTo>
                          <a:pt x="6152438" y="1402751"/>
                          <a:pt x="6105956" y="1353793"/>
                          <a:pt x="6093764" y="1299691"/>
                        </a:cubicBezTo>
                        <a:close/>
                        <a:moveTo>
                          <a:pt x="6335700" y="1395703"/>
                        </a:moveTo>
                        <a:cubicBezTo>
                          <a:pt x="6317602" y="1409514"/>
                          <a:pt x="6289122" y="1410086"/>
                          <a:pt x="6265119" y="1403799"/>
                        </a:cubicBezTo>
                        <a:cubicBezTo>
                          <a:pt x="6241021" y="1397513"/>
                          <a:pt x="6219590" y="1385416"/>
                          <a:pt x="6197110" y="1375796"/>
                        </a:cubicBezTo>
                        <a:cubicBezTo>
                          <a:pt x="6173679" y="1365794"/>
                          <a:pt x="6161582" y="1344077"/>
                          <a:pt x="6151200" y="1324075"/>
                        </a:cubicBezTo>
                        <a:cubicBezTo>
                          <a:pt x="6142913" y="1307977"/>
                          <a:pt x="6134436" y="1291595"/>
                          <a:pt x="6131388" y="1274354"/>
                        </a:cubicBezTo>
                        <a:cubicBezTo>
                          <a:pt x="6128245" y="1257114"/>
                          <a:pt x="6131102" y="1238636"/>
                          <a:pt x="6143485" y="1225015"/>
                        </a:cubicBezTo>
                        <a:cubicBezTo>
                          <a:pt x="6155296" y="1212061"/>
                          <a:pt x="6187014" y="1196725"/>
                          <a:pt x="6208064" y="1202917"/>
                        </a:cubicBezTo>
                        <a:cubicBezTo>
                          <a:pt x="6227019" y="1208442"/>
                          <a:pt x="6228829" y="1229682"/>
                          <a:pt x="6234354" y="1243207"/>
                        </a:cubicBezTo>
                        <a:cubicBezTo>
                          <a:pt x="6251118" y="1284451"/>
                          <a:pt x="6285503" y="1320836"/>
                          <a:pt x="6331699" y="1342363"/>
                        </a:cubicBezTo>
                        <a:cubicBezTo>
                          <a:pt x="6353702" y="1352555"/>
                          <a:pt x="6353797" y="1381891"/>
                          <a:pt x="6335700" y="1395703"/>
                        </a:cubicBezTo>
                        <a:close/>
                        <a:moveTo>
                          <a:pt x="6552107" y="1305215"/>
                        </a:moveTo>
                        <a:cubicBezTo>
                          <a:pt x="6532677" y="1304168"/>
                          <a:pt x="6513055" y="1309597"/>
                          <a:pt x="6498768" y="1320074"/>
                        </a:cubicBezTo>
                        <a:cubicBezTo>
                          <a:pt x="6486004" y="1329314"/>
                          <a:pt x="6477717" y="1341982"/>
                          <a:pt x="6468668" y="1353983"/>
                        </a:cubicBezTo>
                        <a:cubicBezTo>
                          <a:pt x="6450952" y="1377415"/>
                          <a:pt x="6429711" y="1398846"/>
                          <a:pt x="6405518" y="1417896"/>
                        </a:cubicBezTo>
                        <a:cubicBezTo>
                          <a:pt x="6391611" y="1428850"/>
                          <a:pt x="6375609" y="1439327"/>
                          <a:pt x="6356369" y="1441233"/>
                        </a:cubicBezTo>
                        <a:cubicBezTo>
                          <a:pt x="6383515" y="1428183"/>
                          <a:pt x="6407803" y="1411229"/>
                          <a:pt x="6427996" y="1391416"/>
                        </a:cubicBezTo>
                        <a:cubicBezTo>
                          <a:pt x="6436950" y="1382558"/>
                          <a:pt x="6445332" y="1372938"/>
                          <a:pt x="6449428" y="1361794"/>
                        </a:cubicBezTo>
                        <a:cubicBezTo>
                          <a:pt x="6453809" y="1349983"/>
                          <a:pt x="6453238" y="1337029"/>
                          <a:pt x="6451143" y="1324646"/>
                        </a:cubicBezTo>
                        <a:cubicBezTo>
                          <a:pt x="6446761" y="1298738"/>
                          <a:pt x="6434093" y="1276736"/>
                          <a:pt x="6422472" y="1252828"/>
                        </a:cubicBezTo>
                        <a:cubicBezTo>
                          <a:pt x="6433426" y="1253399"/>
                          <a:pt x="6441236" y="1269306"/>
                          <a:pt x="6444760" y="1277498"/>
                        </a:cubicBezTo>
                        <a:cubicBezTo>
                          <a:pt x="6451237" y="1292357"/>
                          <a:pt x="6454190" y="1311121"/>
                          <a:pt x="6471526" y="1317693"/>
                        </a:cubicBezTo>
                        <a:cubicBezTo>
                          <a:pt x="6497719" y="1327504"/>
                          <a:pt x="6524866" y="1297500"/>
                          <a:pt x="6552107" y="1305215"/>
                        </a:cubicBezTo>
                        <a:close/>
                        <a:moveTo>
                          <a:pt x="6481241" y="1182629"/>
                        </a:moveTo>
                        <a:cubicBezTo>
                          <a:pt x="6476384" y="1189868"/>
                          <a:pt x="6471716" y="1197107"/>
                          <a:pt x="6469526" y="1204060"/>
                        </a:cubicBezTo>
                        <a:cubicBezTo>
                          <a:pt x="6465049" y="1218252"/>
                          <a:pt x="6471621" y="1228825"/>
                          <a:pt x="6478098" y="1238540"/>
                        </a:cubicBezTo>
                        <a:cubicBezTo>
                          <a:pt x="6462954" y="1239683"/>
                          <a:pt x="6452857" y="1232539"/>
                          <a:pt x="6453714" y="1221300"/>
                        </a:cubicBezTo>
                        <a:cubicBezTo>
                          <a:pt x="6453905" y="1218443"/>
                          <a:pt x="6454762" y="1215299"/>
                          <a:pt x="6453714" y="1213013"/>
                        </a:cubicBezTo>
                        <a:cubicBezTo>
                          <a:pt x="6452095" y="1209394"/>
                          <a:pt x="6445999" y="1208727"/>
                          <a:pt x="6439713" y="1209965"/>
                        </a:cubicBezTo>
                        <a:cubicBezTo>
                          <a:pt x="6433426" y="1211108"/>
                          <a:pt x="6426759" y="1213871"/>
                          <a:pt x="6420186" y="1216252"/>
                        </a:cubicBezTo>
                        <a:cubicBezTo>
                          <a:pt x="6403803" y="1222252"/>
                          <a:pt x="6356083" y="1238921"/>
                          <a:pt x="6352654" y="1227015"/>
                        </a:cubicBezTo>
                        <a:cubicBezTo>
                          <a:pt x="6366941" y="1222538"/>
                          <a:pt x="6380848" y="1217395"/>
                          <a:pt x="6395040" y="1210632"/>
                        </a:cubicBezTo>
                        <a:cubicBezTo>
                          <a:pt x="6439236" y="1189772"/>
                          <a:pt x="6481908" y="1162912"/>
                          <a:pt x="6518675" y="1132527"/>
                        </a:cubicBezTo>
                        <a:cubicBezTo>
                          <a:pt x="6505054" y="1149101"/>
                          <a:pt x="6492481" y="1165864"/>
                          <a:pt x="6481241" y="1182629"/>
                        </a:cubicBezTo>
                        <a:close/>
                        <a:moveTo>
                          <a:pt x="6618496" y="1050898"/>
                        </a:moveTo>
                        <a:cubicBezTo>
                          <a:pt x="6613639" y="1046802"/>
                          <a:pt x="6609543" y="1041659"/>
                          <a:pt x="6600875" y="1041278"/>
                        </a:cubicBezTo>
                        <a:cubicBezTo>
                          <a:pt x="6590112" y="1040801"/>
                          <a:pt x="6575920" y="1048136"/>
                          <a:pt x="6564300" y="1055851"/>
                        </a:cubicBezTo>
                        <a:cubicBezTo>
                          <a:pt x="6552298" y="1063852"/>
                          <a:pt x="6541153" y="1072901"/>
                          <a:pt x="6531534" y="1082330"/>
                        </a:cubicBezTo>
                        <a:cubicBezTo>
                          <a:pt x="6545821" y="1062899"/>
                          <a:pt x="6562109" y="1041754"/>
                          <a:pt x="6586779" y="1027847"/>
                        </a:cubicBezTo>
                        <a:cubicBezTo>
                          <a:pt x="6589636" y="1026228"/>
                          <a:pt x="6592684" y="1024704"/>
                          <a:pt x="6595256" y="1022704"/>
                        </a:cubicBezTo>
                        <a:cubicBezTo>
                          <a:pt x="6597827" y="1020799"/>
                          <a:pt x="6599828" y="1018513"/>
                          <a:pt x="6601828" y="1016322"/>
                        </a:cubicBezTo>
                        <a:cubicBezTo>
                          <a:pt x="6609638" y="1007559"/>
                          <a:pt x="6620021" y="991557"/>
                          <a:pt x="6632403" y="987080"/>
                        </a:cubicBezTo>
                        <a:cubicBezTo>
                          <a:pt x="6624402" y="1000225"/>
                          <a:pt x="6618878" y="1012893"/>
                          <a:pt x="6618878" y="1024513"/>
                        </a:cubicBezTo>
                        <a:cubicBezTo>
                          <a:pt x="6618878" y="1041659"/>
                          <a:pt x="6629260" y="1054613"/>
                          <a:pt x="6645357" y="1062232"/>
                        </a:cubicBezTo>
                        <a:cubicBezTo>
                          <a:pt x="6634499" y="1060423"/>
                          <a:pt x="6625355" y="1056518"/>
                          <a:pt x="6618496" y="1050898"/>
                        </a:cubicBezTo>
                        <a:close/>
                        <a:moveTo>
                          <a:pt x="6655453" y="893830"/>
                        </a:moveTo>
                        <a:cubicBezTo>
                          <a:pt x="6636403" y="887258"/>
                          <a:pt x="6624116" y="874876"/>
                          <a:pt x="6608877" y="864970"/>
                        </a:cubicBezTo>
                        <a:cubicBezTo>
                          <a:pt x="6593160" y="854683"/>
                          <a:pt x="6596684" y="832489"/>
                          <a:pt x="6600780" y="811915"/>
                        </a:cubicBezTo>
                        <a:cubicBezTo>
                          <a:pt x="6604114" y="795437"/>
                          <a:pt x="6607448" y="778673"/>
                          <a:pt x="6616687" y="761052"/>
                        </a:cubicBezTo>
                        <a:cubicBezTo>
                          <a:pt x="6625831" y="743431"/>
                          <a:pt x="6641737" y="724571"/>
                          <a:pt x="6663455" y="710760"/>
                        </a:cubicBezTo>
                        <a:cubicBezTo>
                          <a:pt x="6684124" y="697615"/>
                          <a:pt x="6726034" y="681995"/>
                          <a:pt x="6742227" y="688376"/>
                        </a:cubicBezTo>
                        <a:cubicBezTo>
                          <a:pt x="6756800" y="694091"/>
                          <a:pt x="6743560" y="715808"/>
                          <a:pt x="6739369" y="729620"/>
                        </a:cubicBezTo>
                        <a:cubicBezTo>
                          <a:pt x="6726510" y="771815"/>
                          <a:pt x="6734225" y="809153"/>
                          <a:pt x="6764134" y="831156"/>
                        </a:cubicBezTo>
                        <a:cubicBezTo>
                          <a:pt x="6778517" y="841729"/>
                          <a:pt x="6757752" y="871637"/>
                          <a:pt x="6730320" y="885734"/>
                        </a:cubicBezTo>
                        <a:cubicBezTo>
                          <a:pt x="6702888" y="899831"/>
                          <a:pt x="6674503" y="900403"/>
                          <a:pt x="6655453" y="893830"/>
                        </a:cubicBezTo>
                        <a:close/>
                        <a:moveTo>
                          <a:pt x="6942918" y="809153"/>
                        </a:moveTo>
                        <a:cubicBezTo>
                          <a:pt x="6923868" y="818583"/>
                          <a:pt x="6906818" y="831442"/>
                          <a:pt x="6889483" y="843634"/>
                        </a:cubicBezTo>
                        <a:cubicBezTo>
                          <a:pt x="6855574" y="867446"/>
                          <a:pt x="6819570" y="889354"/>
                          <a:pt x="6782517" y="908689"/>
                        </a:cubicBezTo>
                        <a:cubicBezTo>
                          <a:pt x="6761181" y="919834"/>
                          <a:pt x="6738131" y="930502"/>
                          <a:pt x="6717937" y="932312"/>
                        </a:cubicBezTo>
                        <a:cubicBezTo>
                          <a:pt x="6753656" y="919072"/>
                          <a:pt x="6789375" y="901927"/>
                          <a:pt x="6823189" y="881734"/>
                        </a:cubicBezTo>
                        <a:cubicBezTo>
                          <a:pt x="6838238" y="872780"/>
                          <a:pt x="6853193" y="862970"/>
                          <a:pt x="6865099" y="851539"/>
                        </a:cubicBezTo>
                        <a:cubicBezTo>
                          <a:pt x="6877767" y="839443"/>
                          <a:pt x="6886340" y="826298"/>
                          <a:pt x="6893102" y="813535"/>
                        </a:cubicBezTo>
                        <a:cubicBezTo>
                          <a:pt x="6907200" y="787055"/>
                          <a:pt x="6910438" y="764576"/>
                          <a:pt x="6915963" y="740097"/>
                        </a:cubicBezTo>
                        <a:cubicBezTo>
                          <a:pt x="6926250" y="740764"/>
                          <a:pt x="6922535" y="757052"/>
                          <a:pt x="6920249" y="765434"/>
                        </a:cubicBezTo>
                        <a:cubicBezTo>
                          <a:pt x="6916058" y="780578"/>
                          <a:pt x="6905675" y="799819"/>
                          <a:pt x="6917962" y="806581"/>
                        </a:cubicBezTo>
                        <a:cubicBezTo>
                          <a:pt x="6936536" y="816773"/>
                          <a:pt x="6984447" y="786198"/>
                          <a:pt x="7005497" y="794199"/>
                        </a:cubicBezTo>
                        <a:cubicBezTo>
                          <a:pt x="6987400" y="793056"/>
                          <a:pt x="6964444" y="798580"/>
                          <a:pt x="6942918" y="809153"/>
                        </a:cubicBezTo>
                        <a:close/>
                        <a:moveTo>
                          <a:pt x="7176947" y="689519"/>
                        </a:moveTo>
                        <a:cubicBezTo>
                          <a:pt x="7142562" y="707140"/>
                          <a:pt x="7102367" y="708379"/>
                          <a:pt x="7063695" y="708855"/>
                        </a:cubicBezTo>
                        <a:cubicBezTo>
                          <a:pt x="7043979" y="709141"/>
                          <a:pt x="7023786" y="709236"/>
                          <a:pt x="7005021" y="703140"/>
                        </a:cubicBezTo>
                        <a:cubicBezTo>
                          <a:pt x="6986257" y="697044"/>
                          <a:pt x="6968731" y="683519"/>
                          <a:pt x="6963111" y="664659"/>
                        </a:cubicBezTo>
                        <a:cubicBezTo>
                          <a:pt x="6956729" y="643228"/>
                          <a:pt x="6966254" y="619320"/>
                          <a:pt x="6959492" y="598079"/>
                        </a:cubicBezTo>
                        <a:cubicBezTo>
                          <a:pt x="6956920" y="589888"/>
                          <a:pt x="6951871" y="582363"/>
                          <a:pt x="6951491" y="573790"/>
                        </a:cubicBezTo>
                        <a:cubicBezTo>
                          <a:pt x="6949776" y="537024"/>
                          <a:pt x="7000735" y="541787"/>
                          <a:pt x="7021785" y="551216"/>
                        </a:cubicBezTo>
                        <a:cubicBezTo>
                          <a:pt x="7035501" y="557312"/>
                          <a:pt x="7039025" y="564170"/>
                          <a:pt x="7039216" y="572552"/>
                        </a:cubicBezTo>
                        <a:cubicBezTo>
                          <a:pt x="7046550" y="570076"/>
                          <a:pt x="7054742" y="568171"/>
                          <a:pt x="7061981" y="568647"/>
                        </a:cubicBezTo>
                        <a:cubicBezTo>
                          <a:pt x="7062743" y="560455"/>
                          <a:pt x="7069505" y="553979"/>
                          <a:pt x="7077888" y="553883"/>
                        </a:cubicBezTo>
                        <a:cubicBezTo>
                          <a:pt x="7086841" y="553788"/>
                          <a:pt x="7094175" y="560932"/>
                          <a:pt x="7094366" y="569885"/>
                        </a:cubicBezTo>
                        <a:cubicBezTo>
                          <a:pt x="7094461" y="577791"/>
                          <a:pt x="7088841" y="584459"/>
                          <a:pt x="7081412" y="585982"/>
                        </a:cubicBezTo>
                        <a:cubicBezTo>
                          <a:pt x="7082079" y="589126"/>
                          <a:pt x="7082174" y="592269"/>
                          <a:pt x="7081507" y="594936"/>
                        </a:cubicBezTo>
                        <a:cubicBezTo>
                          <a:pt x="7079316" y="603413"/>
                          <a:pt x="7070839" y="608747"/>
                          <a:pt x="7063790" y="612938"/>
                        </a:cubicBezTo>
                        <a:cubicBezTo>
                          <a:pt x="7057409" y="616748"/>
                          <a:pt x="7051027" y="620558"/>
                          <a:pt x="7044645" y="624368"/>
                        </a:cubicBezTo>
                        <a:cubicBezTo>
                          <a:pt x="7056552" y="637037"/>
                          <a:pt x="7079887" y="637037"/>
                          <a:pt x="7099700" y="639799"/>
                        </a:cubicBezTo>
                        <a:cubicBezTo>
                          <a:pt x="7128846" y="643895"/>
                          <a:pt x="7159231" y="649038"/>
                          <a:pt x="7183329" y="667231"/>
                        </a:cubicBezTo>
                        <a:cubicBezTo>
                          <a:pt x="7185044" y="668564"/>
                          <a:pt x="7186854" y="669993"/>
                          <a:pt x="7187806" y="671898"/>
                        </a:cubicBezTo>
                        <a:cubicBezTo>
                          <a:pt x="7191235" y="678851"/>
                          <a:pt x="7183710" y="686090"/>
                          <a:pt x="7176947" y="689519"/>
                        </a:cubicBezTo>
                        <a:close/>
                        <a:moveTo>
                          <a:pt x="7332300" y="417009"/>
                        </a:moveTo>
                        <a:cubicBezTo>
                          <a:pt x="7319822" y="429296"/>
                          <a:pt x="7305916" y="440536"/>
                          <a:pt x="7289723" y="447489"/>
                        </a:cubicBezTo>
                        <a:cubicBezTo>
                          <a:pt x="7274102" y="454156"/>
                          <a:pt x="7257053" y="456538"/>
                          <a:pt x="7240193" y="458919"/>
                        </a:cubicBezTo>
                        <a:cubicBezTo>
                          <a:pt x="7227335" y="460729"/>
                          <a:pt x="7214571" y="462443"/>
                          <a:pt x="7201713" y="464253"/>
                        </a:cubicBezTo>
                        <a:cubicBezTo>
                          <a:pt x="7184091" y="468825"/>
                          <a:pt x="7165994" y="471587"/>
                          <a:pt x="7148468" y="467396"/>
                        </a:cubicBezTo>
                        <a:cubicBezTo>
                          <a:pt x="7161707" y="469778"/>
                          <a:pt x="7175233" y="467872"/>
                          <a:pt x="7188473" y="466063"/>
                        </a:cubicBezTo>
                        <a:cubicBezTo>
                          <a:pt x="7192854" y="465491"/>
                          <a:pt x="7197331" y="464825"/>
                          <a:pt x="7201713" y="464253"/>
                        </a:cubicBezTo>
                        <a:cubicBezTo>
                          <a:pt x="7207427" y="462824"/>
                          <a:pt x="7213047" y="461110"/>
                          <a:pt x="7218571" y="459395"/>
                        </a:cubicBezTo>
                        <a:cubicBezTo>
                          <a:pt x="7251243" y="449299"/>
                          <a:pt x="7284103" y="437773"/>
                          <a:pt x="7311535" y="417390"/>
                        </a:cubicBezTo>
                        <a:cubicBezTo>
                          <a:pt x="7322870" y="408913"/>
                          <a:pt x="7333062" y="398912"/>
                          <a:pt x="7341349" y="387481"/>
                        </a:cubicBezTo>
                        <a:cubicBezTo>
                          <a:pt x="7344206" y="383481"/>
                          <a:pt x="7357732" y="351668"/>
                          <a:pt x="7360113" y="351191"/>
                        </a:cubicBezTo>
                        <a:cubicBezTo>
                          <a:pt x="7382306" y="346619"/>
                          <a:pt x="7337825" y="411580"/>
                          <a:pt x="7332300" y="417009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37" name="Forme libre : forme 17336">
                    <a:extLst>
                      <a:ext uri="{FF2B5EF4-FFF2-40B4-BE49-F238E27FC236}">
                        <a16:creationId xmlns:a16="http://schemas.microsoft.com/office/drawing/2014/main" id="{5250C42D-A488-43B5-985B-545A894076C5}"/>
                      </a:ext>
                    </a:extLst>
                  </p:cNvPr>
                  <p:cNvSpPr/>
                  <p:nvPr/>
                </p:nvSpPr>
                <p:spPr>
                  <a:xfrm>
                    <a:off x="1751937" y="4271258"/>
                    <a:ext cx="61055" cy="22611"/>
                  </a:xfrm>
                  <a:custGeom>
                    <a:avLst/>
                    <a:gdLst>
                      <a:gd name="connsiteX0" fmla="*/ 61055 w 61055"/>
                      <a:gd name="connsiteY0" fmla="*/ 37 h 22611"/>
                      <a:gd name="connsiteX1" fmla="*/ 0 w 61055"/>
                      <a:gd name="connsiteY1" fmla="*/ 22611 h 22611"/>
                      <a:gd name="connsiteX2" fmla="*/ 18002 w 61055"/>
                      <a:gd name="connsiteY2" fmla="*/ 20135 h 22611"/>
                      <a:gd name="connsiteX3" fmla="*/ 61055 w 61055"/>
                      <a:gd name="connsiteY3" fmla="*/ 37 h 2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055" h="22611">
                        <a:moveTo>
                          <a:pt x="61055" y="37"/>
                        </a:moveTo>
                        <a:cubicBezTo>
                          <a:pt x="38100" y="-630"/>
                          <a:pt x="16383" y="7752"/>
                          <a:pt x="0" y="22611"/>
                        </a:cubicBezTo>
                        <a:cubicBezTo>
                          <a:pt x="6001" y="22135"/>
                          <a:pt x="12001" y="21468"/>
                          <a:pt x="18002" y="20135"/>
                        </a:cubicBezTo>
                        <a:cubicBezTo>
                          <a:pt x="34290" y="16611"/>
                          <a:pt x="48577" y="9562"/>
                          <a:pt x="61055" y="37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38" name="Forme libre : forme 17337">
                    <a:extLst>
                      <a:ext uri="{FF2B5EF4-FFF2-40B4-BE49-F238E27FC236}">
                        <a16:creationId xmlns:a16="http://schemas.microsoft.com/office/drawing/2014/main" id="{54943B9F-2F46-445C-BBF8-C57306CD96F5}"/>
                      </a:ext>
                    </a:extLst>
                  </p:cNvPr>
                  <p:cNvSpPr/>
                  <p:nvPr/>
                </p:nvSpPr>
                <p:spPr>
                  <a:xfrm>
                    <a:off x="1356924" y="4441888"/>
                    <a:ext cx="90785" cy="101536"/>
                  </a:xfrm>
                  <a:custGeom>
                    <a:avLst/>
                    <a:gdLst>
                      <a:gd name="connsiteX0" fmla="*/ 73640 w 90785"/>
                      <a:gd name="connsiteY0" fmla="*/ 10478 h 101536"/>
                      <a:gd name="connsiteX1" fmla="*/ 90785 w 90785"/>
                      <a:gd name="connsiteY1" fmla="*/ 0 h 101536"/>
                      <a:gd name="connsiteX2" fmla="*/ 1726 w 90785"/>
                      <a:gd name="connsiteY2" fmla="*/ 81344 h 101536"/>
                      <a:gd name="connsiteX3" fmla="*/ 12 w 90785"/>
                      <a:gd name="connsiteY3" fmla="*/ 101537 h 101536"/>
                      <a:gd name="connsiteX4" fmla="*/ 5441 w 90785"/>
                      <a:gd name="connsiteY4" fmla="*/ 84201 h 101536"/>
                      <a:gd name="connsiteX5" fmla="*/ 73640 w 90785"/>
                      <a:gd name="connsiteY5" fmla="*/ 10478 h 101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0785" h="101536">
                        <a:moveTo>
                          <a:pt x="73640" y="10478"/>
                        </a:moveTo>
                        <a:cubicBezTo>
                          <a:pt x="79164" y="6668"/>
                          <a:pt x="84975" y="3238"/>
                          <a:pt x="90785" y="0"/>
                        </a:cubicBezTo>
                        <a:cubicBezTo>
                          <a:pt x="47541" y="4477"/>
                          <a:pt x="10489" y="36576"/>
                          <a:pt x="1726" y="81344"/>
                        </a:cubicBezTo>
                        <a:cubicBezTo>
                          <a:pt x="393" y="88106"/>
                          <a:pt x="-84" y="94869"/>
                          <a:pt x="12" y="101537"/>
                        </a:cubicBezTo>
                        <a:cubicBezTo>
                          <a:pt x="1060" y="95917"/>
                          <a:pt x="2774" y="90106"/>
                          <a:pt x="5441" y="84201"/>
                        </a:cubicBezTo>
                        <a:cubicBezTo>
                          <a:pt x="16871" y="58674"/>
                          <a:pt x="42684" y="31623"/>
                          <a:pt x="73640" y="10478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39" name="Forme libre : forme 17338">
                    <a:extLst>
                      <a:ext uri="{FF2B5EF4-FFF2-40B4-BE49-F238E27FC236}">
                        <a16:creationId xmlns:a16="http://schemas.microsoft.com/office/drawing/2014/main" id="{83F679EB-1E31-4E8E-A22E-3AAD208BA9FF}"/>
                      </a:ext>
                    </a:extLst>
                  </p:cNvPr>
                  <p:cNvSpPr/>
                  <p:nvPr/>
                </p:nvSpPr>
                <p:spPr>
                  <a:xfrm>
                    <a:off x="2006826" y="4121086"/>
                    <a:ext cx="571" cy="381"/>
                  </a:xfrm>
                  <a:custGeom>
                    <a:avLst/>
                    <a:gdLst>
                      <a:gd name="connsiteX0" fmla="*/ 0 w 571"/>
                      <a:gd name="connsiteY0" fmla="*/ 0 h 381"/>
                      <a:gd name="connsiteX1" fmla="*/ 286 w 571"/>
                      <a:gd name="connsiteY1" fmla="*/ 381 h 381"/>
                      <a:gd name="connsiteX2" fmla="*/ 571 w 571"/>
                      <a:gd name="connsiteY2" fmla="*/ 95 h 381"/>
                      <a:gd name="connsiteX3" fmla="*/ 0 w 571"/>
                      <a:gd name="connsiteY3" fmla="*/ 0 h 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1" h="381">
                        <a:moveTo>
                          <a:pt x="0" y="0"/>
                        </a:moveTo>
                        <a:cubicBezTo>
                          <a:pt x="95" y="95"/>
                          <a:pt x="191" y="286"/>
                          <a:pt x="286" y="381"/>
                        </a:cubicBezTo>
                        <a:cubicBezTo>
                          <a:pt x="381" y="286"/>
                          <a:pt x="476" y="190"/>
                          <a:pt x="571" y="95"/>
                        </a:cubicBezTo>
                        <a:cubicBezTo>
                          <a:pt x="381" y="95"/>
                          <a:pt x="19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40" name="Forme libre : forme 17339">
                    <a:extLst>
                      <a:ext uri="{FF2B5EF4-FFF2-40B4-BE49-F238E27FC236}">
                        <a16:creationId xmlns:a16="http://schemas.microsoft.com/office/drawing/2014/main" id="{94707EC4-0F2F-4F02-9593-44B833000FB7}"/>
                      </a:ext>
                    </a:extLst>
                  </p:cNvPr>
                  <p:cNvSpPr/>
                  <p:nvPr/>
                </p:nvSpPr>
                <p:spPr>
                  <a:xfrm>
                    <a:off x="1354459" y="4617719"/>
                    <a:ext cx="571" cy="381"/>
                  </a:xfrm>
                  <a:custGeom>
                    <a:avLst/>
                    <a:gdLst>
                      <a:gd name="connsiteX0" fmla="*/ 0 w 571"/>
                      <a:gd name="connsiteY0" fmla="*/ 0 h 381"/>
                      <a:gd name="connsiteX1" fmla="*/ 95 w 571"/>
                      <a:gd name="connsiteY1" fmla="*/ 381 h 381"/>
                      <a:gd name="connsiteX2" fmla="*/ 572 w 571"/>
                      <a:gd name="connsiteY2" fmla="*/ 95 h 381"/>
                      <a:gd name="connsiteX3" fmla="*/ 0 w 571"/>
                      <a:gd name="connsiteY3" fmla="*/ 0 h 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1" h="381">
                        <a:moveTo>
                          <a:pt x="0" y="0"/>
                        </a:moveTo>
                        <a:cubicBezTo>
                          <a:pt x="0" y="95"/>
                          <a:pt x="95" y="191"/>
                          <a:pt x="95" y="381"/>
                        </a:cubicBezTo>
                        <a:cubicBezTo>
                          <a:pt x="286" y="286"/>
                          <a:pt x="381" y="191"/>
                          <a:pt x="572" y="95"/>
                        </a:cubicBezTo>
                        <a:cubicBezTo>
                          <a:pt x="381" y="0"/>
                          <a:pt x="19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41" name="Forme libre : forme 17340">
                    <a:extLst>
                      <a:ext uri="{FF2B5EF4-FFF2-40B4-BE49-F238E27FC236}">
                        <a16:creationId xmlns:a16="http://schemas.microsoft.com/office/drawing/2014/main" id="{B7403412-A219-4C93-B218-4AD71F241E61}"/>
                      </a:ext>
                    </a:extLst>
                  </p:cNvPr>
                  <p:cNvSpPr/>
                  <p:nvPr/>
                </p:nvSpPr>
                <p:spPr>
                  <a:xfrm>
                    <a:off x="6688078" y="5268358"/>
                    <a:ext cx="73057" cy="34209"/>
                  </a:xfrm>
                  <a:custGeom>
                    <a:avLst/>
                    <a:gdLst>
                      <a:gd name="connsiteX0" fmla="*/ 39338 w 73057"/>
                      <a:gd name="connsiteY0" fmla="*/ 15 h 34209"/>
                      <a:gd name="connsiteX1" fmla="*/ 12288 w 73057"/>
                      <a:gd name="connsiteY1" fmla="*/ 14397 h 34209"/>
                      <a:gd name="connsiteX2" fmla="*/ 0 w 73057"/>
                      <a:gd name="connsiteY2" fmla="*/ 34210 h 34209"/>
                      <a:gd name="connsiteX3" fmla="*/ 73057 w 73057"/>
                      <a:gd name="connsiteY3" fmla="*/ 13350 h 34209"/>
                      <a:gd name="connsiteX4" fmla="*/ 64104 w 73057"/>
                      <a:gd name="connsiteY4" fmla="*/ 9349 h 34209"/>
                      <a:gd name="connsiteX5" fmla="*/ 39338 w 73057"/>
                      <a:gd name="connsiteY5" fmla="*/ 15 h 34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057" h="34209">
                        <a:moveTo>
                          <a:pt x="39338" y="15"/>
                        </a:moveTo>
                        <a:cubicBezTo>
                          <a:pt x="28004" y="-366"/>
                          <a:pt x="18669" y="6778"/>
                          <a:pt x="12288" y="14397"/>
                        </a:cubicBezTo>
                        <a:cubicBezTo>
                          <a:pt x="7144" y="20494"/>
                          <a:pt x="3048" y="27161"/>
                          <a:pt x="0" y="34210"/>
                        </a:cubicBezTo>
                        <a:lnTo>
                          <a:pt x="73057" y="13350"/>
                        </a:lnTo>
                        <a:cubicBezTo>
                          <a:pt x="70009" y="12112"/>
                          <a:pt x="67056" y="10873"/>
                          <a:pt x="64104" y="9349"/>
                        </a:cubicBezTo>
                        <a:cubicBezTo>
                          <a:pt x="56293" y="5349"/>
                          <a:pt x="48387" y="301"/>
                          <a:pt x="39338" y="15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42" name="Forme libre : forme 17341">
                    <a:extLst>
                      <a:ext uri="{FF2B5EF4-FFF2-40B4-BE49-F238E27FC236}">
                        <a16:creationId xmlns:a16="http://schemas.microsoft.com/office/drawing/2014/main" id="{B0DBD00F-3927-4B2B-88C6-8FA85ED933CC}"/>
                      </a:ext>
                    </a:extLst>
                  </p:cNvPr>
                  <p:cNvSpPr/>
                  <p:nvPr/>
                </p:nvSpPr>
                <p:spPr>
                  <a:xfrm>
                    <a:off x="1812992" y="4270533"/>
                    <a:ext cx="952" cy="761"/>
                  </a:xfrm>
                  <a:custGeom>
                    <a:avLst/>
                    <a:gdLst>
                      <a:gd name="connsiteX0" fmla="*/ 953 w 952"/>
                      <a:gd name="connsiteY0" fmla="*/ 0 h 761"/>
                      <a:gd name="connsiteX1" fmla="*/ 0 w 952"/>
                      <a:gd name="connsiteY1" fmla="*/ 762 h 761"/>
                      <a:gd name="connsiteX2" fmla="*/ 953 w 952"/>
                      <a:gd name="connsiteY2" fmla="*/ 762 h 761"/>
                      <a:gd name="connsiteX3" fmla="*/ 953 w 952"/>
                      <a:gd name="connsiteY3" fmla="*/ 0 h 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" h="761">
                        <a:moveTo>
                          <a:pt x="953" y="0"/>
                        </a:moveTo>
                        <a:cubicBezTo>
                          <a:pt x="667" y="286"/>
                          <a:pt x="381" y="476"/>
                          <a:pt x="0" y="762"/>
                        </a:cubicBezTo>
                        <a:cubicBezTo>
                          <a:pt x="286" y="762"/>
                          <a:pt x="572" y="762"/>
                          <a:pt x="953" y="762"/>
                        </a:cubicBezTo>
                        <a:cubicBezTo>
                          <a:pt x="857" y="476"/>
                          <a:pt x="953" y="190"/>
                          <a:pt x="953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43" name="Forme libre : forme 17342">
                    <a:extLst>
                      <a:ext uri="{FF2B5EF4-FFF2-40B4-BE49-F238E27FC236}">
                        <a16:creationId xmlns:a16="http://schemas.microsoft.com/office/drawing/2014/main" id="{E5B1A3A7-571C-44DB-AF4A-0E5F39764158}"/>
                      </a:ext>
                    </a:extLst>
                  </p:cNvPr>
                  <p:cNvSpPr/>
                  <p:nvPr/>
                </p:nvSpPr>
                <p:spPr>
                  <a:xfrm>
                    <a:off x="1742698" y="4238148"/>
                    <a:ext cx="102342" cy="65341"/>
                  </a:xfrm>
                  <a:custGeom>
                    <a:avLst/>
                    <a:gdLst>
                      <a:gd name="connsiteX0" fmla="*/ 46196 w 102342"/>
                      <a:gd name="connsiteY0" fmla="*/ 56483 h 65341"/>
                      <a:gd name="connsiteX1" fmla="*/ 62198 w 102342"/>
                      <a:gd name="connsiteY1" fmla="*/ 43910 h 65341"/>
                      <a:gd name="connsiteX2" fmla="*/ 61436 w 102342"/>
                      <a:gd name="connsiteY2" fmla="*/ 50768 h 65341"/>
                      <a:gd name="connsiteX3" fmla="*/ 75438 w 102342"/>
                      <a:gd name="connsiteY3" fmla="*/ 42386 h 65341"/>
                      <a:gd name="connsiteX4" fmla="*/ 101346 w 102342"/>
                      <a:gd name="connsiteY4" fmla="*/ 0 h 65341"/>
                      <a:gd name="connsiteX5" fmla="*/ 71247 w 102342"/>
                      <a:gd name="connsiteY5" fmla="*/ 32290 h 65341"/>
                      <a:gd name="connsiteX6" fmla="*/ 71247 w 102342"/>
                      <a:gd name="connsiteY6" fmla="*/ 33052 h 65341"/>
                      <a:gd name="connsiteX7" fmla="*/ 70294 w 102342"/>
                      <a:gd name="connsiteY7" fmla="*/ 33052 h 65341"/>
                      <a:gd name="connsiteX8" fmla="*/ 27242 w 102342"/>
                      <a:gd name="connsiteY8" fmla="*/ 53149 h 65341"/>
                      <a:gd name="connsiteX9" fmla="*/ 9239 w 102342"/>
                      <a:gd name="connsiteY9" fmla="*/ 55626 h 65341"/>
                      <a:gd name="connsiteX10" fmla="*/ 0 w 102342"/>
                      <a:gd name="connsiteY10" fmla="*/ 65341 h 65341"/>
                      <a:gd name="connsiteX11" fmla="*/ 15526 w 102342"/>
                      <a:gd name="connsiteY11" fmla="*/ 63151 h 65341"/>
                      <a:gd name="connsiteX12" fmla="*/ 46196 w 102342"/>
                      <a:gd name="connsiteY12" fmla="*/ 56483 h 65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2342" h="65341">
                        <a:moveTo>
                          <a:pt x="46196" y="56483"/>
                        </a:moveTo>
                        <a:cubicBezTo>
                          <a:pt x="47720" y="50387"/>
                          <a:pt x="57626" y="44672"/>
                          <a:pt x="62198" y="43910"/>
                        </a:cubicBezTo>
                        <a:cubicBezTo>
                          <a:pt x="61150" y="46482"/>
                          <a:pt x="61055" y="48768"/>
                          <a:pt x="61436" y="50768"/>
                        </a:cubicBezTo>
                        <a:cubicBezTo>
                          <a:pt x="66389" y="48482"/>
                          <a:pt x="71056" y="45720"/>
                          <a:pt x="75438" y="42386"/>
                        </a:cubicBezTo>
                        <a:cubicBezTo>
                          <a:pt x="84677" y="35338"/>
                          <a:pt x="107347" y="12382"/>
                          <a:pt x="101346" y="0"/>
                        </a:cubicBezTo>
                        <a:cubicBezTo>
                          <a:pt x="92773" y="12382"/>
                          <a:pt x="82772" y="23336"/>
                          <a:pt x="71247" y="32290"/>
                        </a:cubicBezTo>
                        <a:cubicBezTo>
                          <a:pt x="71247" y="32575"/>
                          <a:pt x="71247" y="32766"/>
                          <a:pt x="71247" y="33052"/>
                        </a:cubicBezTo>
                        <a:cubicBezTo>
                          <a:pt x="70961" y="33052"/>
                          <a:pt x="70675" y="33052"/>
                          <a:pt x="70294" y="33052"/>
                        </a:cubicBezTo>
                        <a:cubicBezTo>
                          <a:pt x="57817" y="42577"/>
                          <a:pt x="43529" y="49625"/>
                          <a:pt x="27242" y="53149"/>
                        </a:cubicBezTo>
                        <a:cubicBezTo>
                          <a:pt x="21336" y="54388"/>
                          <a:pt x="15335" y="55150"/>
                          <a:pt x="9239" y="55626"/>
                        </a:cubicBezTo>
                        <a:cubicBezTo>
                          <a:pt x="5905" y="58579"/>
                          <a:pt x="2858" y="61913"/>
                          <a:pt x="0" y="65341"/>
                        </a:cubicBezTo>
                        <a:cubicBezTo>
                          <a:pt x="5239" y="64960"/>
                          <a:pt x="10477" y="64103"/>
                          <a:pt x="15526" y="63151"/>
                        </a:cubicBezTo>
                        <a:cubicBezTo>
                          <a:pt x="25813" y="61436"/>
                          <a:pt x="36195" y="59436"/>
                          <a:pt x="46196" y="5648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44" name="Forme libre : forme 17343">
                    <a:extLst>
                      <a:ext uri="{FF2B5EF4-FFF2-40B4-BE49-F238E27FC236}">
                        <a16:creationId xmlns:a16="http://schemas.microsoft.com/office/drawing/2014/main" id="{88635335-C1AB-40D5-BB95-D92B074A45BB}"/>
                      </a:ext>
                    </a:extLst>
                  </p:cNvPr>
                  <p:cNvSpPr/>
                  <p:nvPr/>
                </p:nvSpPr>
                <p:spPr>
                  <a:xfrm>
                    <a:off x="1984156" y="4073461"/>
                    <a:ext cx="134969" cy="48863"/>
                  </a:xfrm>
                  <a:custGeom>
                    <a:avLst/>
                    <a:gdLst>
                      <a:gd name="connsiteX0" fmla="*/ 9811 w 134969"/>
                      <a:gd name="connsiteY0" fmla="*/ 37719 h 48863"/>
                      <a:gd name="connsiteX1" fmla="*/ 22670 w 134969"/>
                      <a:gd name="connsiteY1" fmla="*/ 47625 h 48863"/>
                      <a:gd name="connsiteX2" fmla="*/ 23241 w 134969"/>
                      <a:gd name="connsiteY2" fmla="*/ 47720 h 48863"/>
                      <a:gd name="connsiteX3" fmla="*/ 33338 w 134969"/>
                      <a:gd name="connsiteY3" fmla="*/ 45529 h 48863"/>
                      <a:gd name="connsiteX4" fmla="*/ 59150 w 134969"/>
                      <a:gd name="connsiteY4" fmla="*/ 47911 h 48863"/>
                      <a:gd name="connsiteX5" fmla="*/ 54293 w 134969"/>
                      <a:gd name="connsiteY5" fmla="*/ 48863 h 48863"/>
                      <a:gd name="connsiteX6" fmla="*/ 101917 w 134969"/>
                      <a:gd name="connsiteY6" fmla="*/ 37052 h 48863"/>
                      <a:gd name="connsiteX7" fmla="*/ 134969 w 134969"/>
                      <a:gd name="connsiteY7" fmla="*/ 0 h 48863"/>
                      <a:gd name="connsiteX8" fmla="*/ 27718 w 134969"/>
                      <a:gd name="connsiteY8" fmla="*/ 39243 h 48863"/>
                      <a:gd name="connsiteX9" fmla="*/ 18574 w 134969"/>
                      <a:gd name="connsiteY9" fmla="*/ 36100 h 48863"/>
                      <a:gd name="connsiteX10" fmla="*/ 0 w 134969"/>
                      <a:gd name="connsiteY10" fmla="*/ 36576 h 48863"/>
                      <a:gd name="connsiteX11" fmla="*/ 20193 w 134969"/>
                      <a:gd name="connsiteY11" fmla="*/ 46863 h 48863"/>
                      <a:gd name="connsiteX12" fmla="*/ 9811 w 134969"/>
                      <a:gd name="connsiteY12" fmla="*/ 37719 h 48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4969" h="48863">
                        <a:moveTo>
                          <a:pt x="9811" y="37719"/>
                        </a:moveTo>
                        <a:cubicBezTo>
                          <a:pt x="14669" y="40196"/>
                          <a:pt x="18955" y="43624"/>
                          <a:pt x="22670" y="47625"/>
                        </a:cubicBezTo>
                        <a:cubicBezTo>
                          <a:pt x="22860" y="47625"/>
                          <a:pt x="23050" y="47720"/>
                          <a:pt x="23241" y="47720"/>
                        </a:cubicBezTo>
                        <a:cubicBezTo>
                          <a:pt x="25622" y="45339"/>
                          <a:pt x="29813" y="45148"/>
                          <a:pt x="33338" y="45529"/>
                        </a:cubicBezTo>
                        <a:cubicBezTo>
                          <a:pt x="41910" y="46291"/>
                          <a:pt x="50578" y="47149"/>
                          <a:pt x="59150" y="47911"/>
                        </a:cubicBezTo>
                        <a:cubicBezTo>
                          <a:pt x="57436" y="47911"/>
                          <a:pt x="55817" y="48292"/>
                          <a:pt x="54293" y="48863"/>
                        </a:cubicBezTo>
                        <a:cubicBezTo>
                          <a:pt x="70771" y="47530"/>
                          <a:pt x="87249" y="44482"/>
                          <a:pt x="101917" y="37052"/>
                        </a:cubicBezTo>
                        <a:cubicBezTo>
                          <a:pt x="117062" y="29337"/>
                          <a:pt x="130112" y="16288"/>
                          <a:pt x="134969" y="0"/>
                        </a:cubicBezTo>
                        <a:cubicBezTo>
                          <a:pt x="111442" y="32956"/>
                          <a:pt x="66866" y="49625"/>
                          <a:pt x="27718" y="39243"/>
                        </a:cubicBezTo>
                        <a:cubicBezTo>
                          <a:pt x="24575" y="38386"/>
                          <a:pt x="21527" y="37243"/>
                          <a:pt x="18574" y="36100"/>
                        </a:cubicBezTo>
                        <a:cubicBezTo>
                          <a:pt x="12287" y="35719"/>
                          <a:pt x="6096" y="35909"/>
                          <a:pt x="0" y="36576"/>
                        </a:cubicBezTo>
                        <a:cubicBezTo>
                          <a:pt x="6096" y="41148"/>
                          <a:pt x="12859" y="44672"/>
                          <a:pt x="20193" y="46863"/>
                        </a:cubicBezTo>
                        <a:lnTo>
                          <a:pt x="9811" y="37719"/>
                        </a:ln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45" name="Forme libre : forme 17344">
                    <a:extLst>
                      <a:ext uri="{FF2B5EF4-FFF2-40B4-BE49-F238E27FC236}">
                        <a16:creationId xmlns:a16="http://schemas.microsoft.com/office/drawing/2014/main" id="{86B4F453-74B4-4B83-9E70-8A947212DF7F}"/>
                      </a:ext>
                    </a:extLst>
                  </p:cNvPr>
                  <p:cNvSpPr/>
                  <p:nvPr/>
                </p:nvSpPr>
                <p:spPr>
                  <a:xfrm>
                    <a:off x="1788666" y="4288916"/>
                    <a:ext cx="81381" cy="59055"/>
                  </a:xfrm>
                  <a:custGeom>
                    <a:avLst/>
                    <a:gdLst>
                      <a:gd name="connsiteX0" fmla="*/ 133 w 81381"/>
                      <a:gd name="connsiteY0" fmla="*/ 8477 h 59055"/>
                      <a:gd name="connsiteX1" fmla="*/ 28803 w 81381"/>
                      <a:gd name="connsiteY1" fmla="*/ 19526 h 59055"/>
                      <a:gd name="connsiteX2" fmla="*/ 81381 w 81381"/>
                      <a:gd name="connsiteY2" fmla="*/ 59055 h 59055"/>
                      <a:gd name="connsiteX3" fmla="*/ 49472 w 81381"/>
                      <a:gd name="connsiteY3" fmla="*/ 21336 h 59055"/>
                      <a:gd name="connsiteX4" fmla="*/ 15373 w 81381"/>
                      <a:gd name="connsiteY4" fmla="*/ 0 h 59055"/>
                      <a:gd name="connsiteX5" fmla="*/ 228 w 81381"/>
                      <a:gd name="connsiteY5" fmla="*/ 5715 h 59055"/>
                      <a:gd name="connsiteX6" fmla="*/ 133 w 81381"/>
                      <a:gd name="connsiteY6" fmla="*/ 8477 h 59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381" h="59055">
                        <a:moveTo>
                          <a:pt x="133" y="8477"/>
                        </a:moveTo>
                        <a:cubicBezTo>
                          <a:pt x="1752" y="15907"/>
                          <a:pt x="22231" y="17145"/>
                          <a:pt x="28803" y="19526"/>
                        </a:cubicBezTo>
                        <a:cubicBezTo>
                          <a:pt x="46615" y="25908"/>
                          <a:pt x="73952" y="40005"/>
                          <a:pt x="81381" y="59055"/>
                        </a:cubicBezTo>
                        <a:cubicBezTo>
                          <a:pt x="75285" y="43434"/>
                          <a:pt x="63855" y="30004"/>
                          <a:pt x="49472" y="21336"/>
                        </a:cubicBezTo>
                        <a:cubicBezTo>
                          <a:pt x="40805" y="16097"/>
                          <a:pt x="17564" y="12097"/>
                          <a:pt x="15373" y="0"/>
                        </a:cubicBezTo>
                        <a:cubicBezTo>
                          <a:pt x="10515" y="2286"/>
                          <a:pt x="5372" y="4096"/>
                          <a:pt x="228" y="5715"/>
                        </a:cubicBezTo>
                        <a:cubicBezTo>
                          <a:pt x="-58" y="6668"/>
                          <a:pt x="-58" y="7525"/>
                          <a:pt x="133" y="847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46" name="Forme libre : forme 17345">
                    <a:extLst>
                      <a:ext uri="{FF2B5EF4-FFF2-40B4-BE49-F238E27FC236}">
                        <a16:creationId xmlns:a16="http://schemas.microsoft.com/office/drawing/2014/main" id="{83684844-11D8-46BA-8F06-0F2228BDAEB7}"/>
                      </a:ext>
                    </a:extLst>
                  </p:cNvPr>
                  <p:cNvSpPr/>
                  <p:nvPr/>
                </p:nvSpPr>
                <p:spPr>
                  <a:xfrm>
                    <a:off x="1788799" y="4282058"/>
                    <a:ext cx="16001" cy="12573"/>
                  </a:xfrm>
                  <a:custGeom>
                    <a:avLst/>
                    <a:gdLst>
                      <a:gd name="connsiteX0" fmla="*/ 16002 w 16001"/>
                      <a:gd name="connsiteY0" fmla="*/ 0 h 12573"/>
                      <a:gd name="connsiteX1" fmla="*/ 0 w 16001"/>
                      <a:gd name="connsiteY1" fmla="*/ 12573 h 12573"/>
                      <a:gd name="connsiteX2" fmla="*/ 15145 w 16001"/>
                      <a:gd name="connsiteY2" fmla="*/ 6858 h 12573"/>
                      <a:gd name="connsiteX3" fmla="*/ 16002 w 16001"/>
                      <a:gd name="connsiteY3" fmla="*/ 0 h 12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001" h="12573">
                        <a:moveTo>
                          <a:pt x="16002" y="0"/>
                        </a:moveTo>
                        <a:cubicBezTo>
                          <a:pt x="11430" y="857"/>
                          <a:pt x="1524" y="6477"/>
                          <a:pt x="0" y="12573"/>
                        </a:cubicBezTo>
                        <a:cubicBezTo>
                          <a:pt x="5239" y="11049"/>
                          <a:pt x="10287" y="9144"/>
                          <a:pt x="15145" y="6858"/>
                        </a:cubicBezTo>
                        <a:cubicBezTo>
                          <a:pt x="14859" y="4858"/>
                          <a:pt x="14954" y="2572"/>
                          <a:pt x="1600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47" name="Forme libre : forme 17346">
                    <a:extLst>
                      <a:ext uri="{FF2B5EF4-FFF2-40B4-BE49-F238E27FC236}">
                        <a16:creationId xmlns:a16="http://schemas.microsoft.com/office/drawing/2014/main" id="{83EDFC39-F907-46CA-9CFC-CBAC51442C9E}"/>
                      </a:ext>
                    </a:extLst>
                  </p:cNvPr>
                  <p:cNvSpPr/>
                  <p:nvPr/>
                </p:nvSpPr>
                <p:spPr>
                  <a:xfrm>
                    <a:off x="2315150" y="3977640"/>
                    <a:ext cx="98869" cy="99278"/>
                  </a:xfrm>
                  <a:custGeom>
                    <a:avLst/>
                    <a:gdLst>
                      <a:gd name="connsiteX0" fmla="*/ 77914 w 98869"/>
                      <a:gd name="connsiteY0" fmla="*/ 34099 h 99278"/>
                      <a:gd name="connsiteX1" fmla="*/ 51435 w 98869"/>
                      <a:gd name="connsiteY1" fmla="*/ 68008 h 99278"/>
                      <a:gd name="connsiteX2" fmla="*/ 29051 w 98869"/>
                      <a:gd name="connsiteY2" fmla="*/ 89059 h 99278"/>
                      <a:gd name="connsiteX3" fmla="*/ 0 w 98869"/>
                      <a:gd name="connsiteY3" fmla="*/ 97060 h 99278"/>
                      <a:gd name="connsiteX4" fmla="*/ 51054 w 98869"/>
                      <a:gd name="connsiteY4" fmla="*/ 85725 h 99278"/>
                      <a:gd name="connsiteX5" fmla="*/ 73438 w 98869"/>
                      <a:gd name="connsiteY5" fmla="*/ 71438 h 99278"/>
                      <a:gd name="connsiteX6" fmla="*/ 98870 w 98869"/>
                      <a:gd name="connsiteY6" fmla="*/ 82772 h 99278"/>
                      <a:gd name="connsiteX7" fmla="*/ 83439 w 98869"/>
                      <a:gd name="connsiteY7" fmla="*/ 60674 h 99278"/>
                      <a:gd name="connsiteX8" fmla="*/ 86773 w 98869"/>
                      <a:gd name="connsiteY8" fmla="*/ 40291 h 99278"/>
                      <a:gd name="connsiteX9" fmla="*/ 91059 w 98869"/>
                      <a:gd name="connsiteY9" fmla="*/ 0 h 99278"/>
                      <a:gd name="connsiteX10" fmla="*/ 88297 w 98869"/>
                      <a:gd name="connsiteY10" fmla="*/ 1619 h 99278"/>
                      <a:gd name="connsiteX11" fmla="*/ 86487 w 98869"/>
                      <a:gd name="connsiteY11" fmla="*/ 13145 h 99278"/>
                      <a:gd name="connsiteX12" fmla="*/ 77914 w 98869"/>
                      <a:gd name="connsiteY12" fmla="*/ 34099 h 99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8869" h="99278">
                        <a:moveTo>
                          <a:pt x="77914" y="34099"/>
                        </a:moveTo>
                        <a:cubicBezTo>
                          <a:pt x="70771" y="46577"/>
                          <a:pt x="61055" y="57340"/>
                          <a:pt x="51435" y="68008"/>
                        </a:cubicBezTo>
                        <a:cubicBezTo>
                          <a:pt x="44577" y="75629"/>
                          <a:pt x="37624" y="83344"/>
                          <a:pt x="29051" y="89059"/>
                        </a:cubicBezTo>
                        <a:cubicBezTo>
                          <a:pt x="20574" y="94774"/>
                          <a:pt x="10192" y="98488"/>
                          <a:pt x="0" y="97060"/>
                        </a:cubicBezTo>
                        <a:cubicBezTo>
                          <a:pt x="17431" y="102394"/>
                          <a:pt x="37529" y="97917"/>
                          <a:pt x="51054" y="85725"/>
                        </a:cubicBezTo>
                        <a:cubicBezTo>
                          <a:pt x="57817" y="79629"/>
                          <a:pt x="64294" y="71152"/>
                          <a:pt x="73438" y="71438"/>
                        </a:cubicBezTo>
                        <a:cubicBezTo>
                          <a:pt x="82867" y="71723"/>
                          <a:pt x="89535" y="81534"/>
                          <a:pt x="98870" y="82772"/>
                        </a:cubicBezTo>
                        <a:cubicBezTo>
                          <a:pt x="90297" y="78867"/>
                          <a:pt x="84201" y="70009"/>
                          <a:pt x="83439" y="60674"/>
                        </a:cubicBezTo>
                        <a:cubicBezTo>
                          <a:pt x="82867" y="53721"/>
                          <a:pt x="85058" y="46958"/>
                          <a:pt x="86773" y="40291"/>
                        </a:cubicBezTo>
                        <a:cubicBezTo>
                          <a:pt x="89821" y="28099"/>
                          <a:pt x="92773" y="12763"/>
                          <a:pt x="91059" y="0"/>
                        </a:cubicBezTo>
                        <a:cubicBezTo>
                          <a:pt x="90106" y="476"/>
                          <a:pt x="89249" y="1143"/>
                          <a:pt x="88297" y="1619"/>
                        </a:cubicBezTo>
                        <a:cubicBezTo>
                          <a:pt x="87344" y="5334"/>
                          <a:pt x="87344" y="9525"/>
                          <a:pt x="86487" y="13145"/>
                        </a:cubicBezTo>
                        <a:cubicBezTo>
                          <a:pt x="84772" y="20383"/>
                          <a:pt x="81724" y="27527"/>
                          <a:pt x="77914" y="3409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48" name="Forme libre : forme 17347">
                    <a:extLst>
                      <a:ext uri="{FF2B5EF4-FFF2-40B4-BE49-F238E27FC236}">
                        <a16:creationId xmlns:a16="http://schemas.microsoft.com/office/drawing/2014/main" id="{865A820D-B259-4B3B-BBD7-7886B2B4EFC5}"/>
                      </a:ext>
                    </a:extLst>
                  </p:cNvPr>
                  <p:cNvSpPr/>
                  <p:nvPr/>
                </p:nvSpPr>
                <p:spPr>
                  <a:xfrm>
                    <a:off x="2140102" y="4000118"/>
                    <a:ext cx="3217" cy="25812"/>
                  </a:xfrm>
                  <a:custGeom>
                    <a:avLst/>
                    <a:gdLst>
                      <a:gd name="connsiteX0" fmla="*/ 741 w 3217"/>
                      <a:gd name="connsiteY0" fmla="*/ 0 h 25812"/>
                      <a:gd name="connsiteX1" fmla="*/ 2646 w 3217"/>
                      <a:gd name="connsiteY1" fmla="*/ 25813 h 25812"/>
                      <a:gd name="connsiteX2" fmla="*/ 3217 w 3217"/>
                      <a:gd name="connsiteY2" fmla="*/ 20479 h 25812"/>
                      <a:gd name="connsiteX3" fmla="*/ 741 w 3217"/>
                      <a:gd name="connsiteY3" fmla="*/ 0 h 25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7" h="25812">
                        <a:moveTo>
                          <a:pt x="741" y="0"/>
                        </a:moveTo>
                        <a:cubicBezTo>
                          <a:pt x="-974" y="8572"/>
                          <a:pt x="550" y="17336"/>
                          <a:pt x="2646" y="25813"/>
                        </a:cubicBezTo>
                        <a:cubicBezTo>
                          <a:pt x="2932" y="24003"/>
                          <a:pt x="3217" y="22288"/>
                          <a:pt x="3217" y="20479"/>
                        </a:cubicBezTo>
                        <a:cubicBezTo>
                          <a:pt x="3217" y="13621"/>
                          <a:pt x="169" y="6858"/>
                          <a:pt x="741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49" name="Forme libre : forme 17348">
                    <a:extLst>
                      <a:ext uri="{FF2B5EF4-FFF2-40B4-BE49-F238E27FC236}">
                        <a16:creationId xmlns:a16="http://schemas.microsoft.com/office/drawing/2014/main" id="{5390D602-817D-4115-88C1-77D15A0F899C}"/>
                      </a:ext>
                    </a:extLst>
                  </p:cNvPr>
                  <p:cNvSpPr/>
                  <p:nvPr/>
                </p:nvSpPr>
                <p:spPr>
                  <a:xfrm>
                    <a:off x="2132461" y="4026026"/>
                    <a:ext cx="41910" cy="37814"/>
                  </a:xfrm>
                  <a:custGeom>
                    <a:avLst/>
                    <a:gdLst>
                      <a:gd name="connsiteX0" fmla="*/ 41910 w 41910"/>
                      <a:gd name="connsiteY0" fmla="*/ 37814 h 37814"/>
                      <a:gd name="connsiteX1" fmla="*/ 15335 w 41910"/>
                      <a:gd name="connsiteY1" fmla="*/ 15050 h 37814"/>
                      <a:gd name="connsiteX2" fmla="*/ 11430 w 41910"/>
                      <a:gd name="connsiteY2" fmla="*/ 4001 h 37814"/>
                      <a:gd name="connsiteX3" fmla="*/ 10383 w 41910"/>
                      <a:gd name="connsiteY3" fmla="*/ 0 h 37814"/>
                      <a:gd name="connsiteX4" fmla="*/ 8858 w 41910"/>
                      <a:gd name="connsiteY4" fmla="*/ 7049 h 37814"/>
                      <a:gd name="connsiteX5" fmla="*/ 0 w 41910"/>
                      <a:gd name="connsiteY5" fmla="*/ 34385 h 37814"/>
                      <a:gd name="connsiteX6" fmla="*/ 14288 w 41910"/>
                      <a:gd name="connsiteY6" fmla="*/ 23813 h 37814"/>
                      <a:gd name="connsiteX7" fmla="*/ 41910 w 41910"/>
                      <a:gd name="connsiteY7" fmla="*/ 37814 h 378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1910" h="37814">
                        <a:moveTo>
                          <a:pt x="41910" y="37814"/>
                        </a:moveTo>
                        <a:cubicBezTo>
                          <a:pt x="31623" y="32004"/>
                          <a:pt x="20765" y="25622"/>
                          <a:pt x="15335" y="15050"/>
                        </a:cubicBezTo>
                        <a:cubicBezTo>
                          <a:pt x="13526" y="11525"/>
                          <a:pt x="12383" y="7715"/>
                          <a:pt x="11430" y="4001"/>
                        </a:cubicBezTo>
                        <a:cubicBezTo>
                          <a:pt x="11049" y="2667"/>
                          <a:pt x="10763" y="1334"/>
                          <a:pt x="10383" y="0"/>
                        </a:cubicBezTo>
                        <a:cubicBezTo>
                          <a:pt x="10001" y="2381"/>
                          <a:pt x="9430" y="4667"/>
                          <a:pt x="8858" y="7049"/>
                        </a:cubicBezTo>
                        <a:cubicBezTo>
                          <a:pt x="6382" y="16383"/>
                          <a:pt x="3524" y="25432"/>
                          <a:pt x="0" y="34385"/>
                        </a:cubicBezTo>
                        <a:cubicBezTo>
                          <a:pt x="5144" y="33909"/>
                          <a:pt x="10097" y="27051"/>
                          <a:pt x="14288" y="23813"/>
                        </a:cubicBezTo>
                        <a:cubicBezTo>
                          <a:pt x="21050" y="31813"/>
                          <a:pt x="31337" y="37052"/>
                          <a:pt x="41910" y="3781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50" name="Forme libre : forme 17349">
                    <a:extLst>
                      <a:ext uri="{FF2B5EF4-FFF2-40B4-BE49-F238E27FC236}">
                        <a16:creationId xmlns:a16="http://schemas.microsoft.com/office/drawing/2014/main" id="{E1FEC40C-C688-4BDC-B2E2-6360C5B14CCA}"/>
                      </a:ext>
                    </a:extLst>
                  </p:cNvPr>
                  <p:cNvSpPr/>
                  <p:nvPr/>
                </p:nvSpPr>
                <p:spPr>
                  <a:xfrm>
                    <a:off x="1877829" y="4217635"/>
                    <a:ext cx="116900" cy="106904"/>
                  </a:xfrm>
                  <a:custGeom>
                    <a:avLst/>
                    <a:gdLst>
                      <a:gd name="connsiteX0" fmla="*/ 41939 w 116900"/>
                      <a:gd name="connsiteY0" fmla="*/ 5749 h 106904"/>
                      <a:gd name="connsiteX1" fmla="*/ 82515 w 116900"/>
                      <a:gd name="connsiteY1" fmla="*/ 34800 h 106904"/>
                      <a:gd name="connsiteX2" fmla="*/ 78229 w 116900"/>
                      <a:gd name="connsiteY2" fmla="*/ 76329 h 106904"/>
                      <a:gd name="connsiteX3" fmla="*/ 48225 w 116900"/>
                      <a:gd name="connsiteY3" fmla="*/ 106904 h 106904"/>
                      <a:gd name="connsiteX4" fmla="*/ 80896 w 116900"/>
                      <a:gd name="connsiteY4" fmla="*/ 80711 h 106904"/>
                      <a:gd name="connsiteX5" fmla="*/ 95088 w 116900"/>
                      <a:gd name="connsiteY5" fmla="*/ 60327 h 106904"/>
                      <a:gd name="connsiteX6" fmla="*/ 116900 w 116900"/>
                      <a:gd name="connsiteY6" fmla="*/ 50707 h 106904"/>
                      <a:gd name="connsiteX7" fmla="*/ 104994 w 116900"/>
                      <a:gd name="connsiteY7" fmla="*/ 48040 h 106904"/>
                      <a:gd name="connsiteX8" fmla="*/ 90040 w 116900"/>
                      <a:gd name="connsiteY8" fmla="*/ 28323 h 106904"/>
                      <a:gd name="connsiteX9" fmla="*/ 63179 w 116900"/>
                      <a:gd name="connsiteY9" fmla="*/ 6320 h 106904"/>
                      <a:gd name="connsiteX10" fmla="*/ 28223 w 116900"/>
                      <a:gd name="connsiteY10" fmla="*/ 510 h 106904"/>
                      <a:gd name="connsiteX11" fmla="*/ 29 w 116900"/>
                      <a:gd name="connsiteY11" fmla="*/ 7940 h 106904"/>
                      <a:gd name="connsiteX12" fmla="*/ 41939 w 116900"/>
                      <a:gd name="connsiteY12" fmla="*/ 5749 h 10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6900" h="106904">
                        <a:moveTo>
                          <a:pt x="41939" y="5749"/>
                        </a:moveTo>
                        <a:cubicBezTo>
                          <a:pt x="59084" y="8511"/>
                          <a:pt x="76038" y="18703"/>
                          <a:pt x="82515" y="34800"/>
                        </a:cubicBezTo>
                        <a:cubicBezTo>
                          <a:pt x="87849" y="48135"/>
                          <a:pt x="85277" y="63852"/>
                          <a:pt x="78229" y="76329"/>
                        </a:cubicBezTo>
                        <a:cubicBezTo>
                          <a:pt x="71180" y="88807"/>
                          <a:pt x="60131" y="98713"/>
                          <a:pt x="48225" y="106904"/>
                        </a:cubicBezTo>
                        <a:cubicBezTo>
                          <a:pt x="61179" y="101380"/>
                          <a:pt x="72609" y="92236"/>
                          <a:pt x="80896" y="80711"/>
                        </a:cubicBezTo>
                        <a:cubicBezTo>
                          <a:pt x="85754" y="73948"/>
                          <a:pt x="89564" y="66519"/>
                          <a:pt x="95088" y="60327"/>
                        </a:cubicBezTo>
                        <a:cubicBezTo>
                          <a:pt x="100708" y="54231"/>
                          <a:pt x="108709" y="49469"/>
                          <a:pt x="116900" y="50707"/>
                        </a:cubicBezTo>
                        <a:cubicBezTo>
                          <a:pt x="114519" y="47278"/>
                          <a:pt x="109185" y="48802"/>
                          <a:pt x="104994" y="48040"/>
                        </a:cubicBezTo>
                        <a:cubicBezTo>
                          <a:pt x="96517" y="46516"/>
                          <a:pt x="93850" y="36038"/>
                          <a:pt x="90040" y="28323"/>
                        </a:cubicBezTo>
                        <a:cubicBezTo>
                          <a:pt x="84706" y="17751"/>
                          <a:pt x="74324" y="10321"/>
                          <a:pt x="63179" y="6320"/>
                        </a:cubicBezTo>
                        <a:cubicBezTo>
                          <a:pt x="52035" y="2320"/>
                          <a:pt x="40034" y="1272"/>
                          <a:pt x="28223" y="510"/>
                        </a:cubicBezTo>
                        <a:cubicBezTo>
                          <a:pt x="22127" y="129"/>
                          <a:pt x="-924" y="-2252"/>
                          <a:pt x="29" y="7940"/>
                        </a:cubicBezTo>
                        <a:cubicBezTo>
                          <a:pt x="13935" y="8607"/>
                          <a:pt x="27461" y="3463"/>
                          <a:pt x="41939" y="574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51" name="Forme libre : forme 17350">
                    <a:extLst>
                      <a:ext uri="{FF2B5EF4-FFF2-40B4-BE49-F238E27FC236}">
                        <a16:creationId xmlns:a16="http://schemas.microsoft.com/office/drawing/2014/main" id="{01B2BE0B-8BD7-4C68-8AF3-E51C57F19527}"/>
                      </a:ext>
                    </a:extLst>
                  </p:cNvPr>
                  <p:cNvSpPr/>
                  <p:nvPr/>
                </p:nvSpPr>
                <p:spPr>
                  <a:xfrm>
                    <a:off x="2004350" y="4120419"/>
                    <a:ext cx="2857" cy="1809"/>
                  </a:xfrm>
                  <a:custGeom>
                    <a:avLst/>
                    <a:gdLst>
                      <a:gd name="connsiteX0" fmla="*/ 1810 w 2857"/>
                      <a:gd name="connsiteY0" fmla="*/ 571 h 1809"/>
                      <a:gd name="connsiteX1" fmla="*/ 0 w 2857"/>
                      <a:gd name="connsiteY1" fmla="*/ 0 h 1809"/>
                      <a:gd name="connsiteX2" fmla="*/ 2096 w 2857"/>
                      <a:gd name="connsiteY2" fmla="*/ 1810 h 1809"/>
                      <a:gd name="connsiteX3" fmla="*/ 2857 w 2857"/>
                      <a:gd name="connsiteY3" fmla="*/ 1048 h 1809"/>
                      <a:gd name="connsiteX4" fmla="*/ 2572 w 2857"/>
                      <a:gd name="connsiteY4" fmla="*/ 667 h 1809"/>
                      <a:gd name="connsiteX5" fmla="*/ 1810 w 2857"/>
                      <a:gd name="connsiteY5" fmla="*/ 571 h 1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57" h="1809">
                        <a:moveTo>
                          <a:pt x="1810" y="571"/>
                        </a:moveTo>
                        <a:cubicBezTo>
                          <a:pt x="1143" y="381"/>
                          <a:pt x="571" y="190"/>
                          <a:pt x="0" y="0"/>
                        </a:cubicBezTo>
                        <a:lnTo>
                          <a:pt x="2096" y="1810"/>
                        </a:lnTo>
                        <a:cubicBezTo>
                          <a:pt x="2286" y="1524"/>
                          <a:pt x="2572" y="1334"/>
                          <a:pt x="2857" y="1048"/>
                        </a:cubicBezTo>
                        <a:cubicBezTo>
                          <a:pt x="2762" y="953"/>
                          <a:pt x="2667" y="762"/>
                          <a:pt x="2572" y="667"/>
                        </a:cubicBezTo>
                        <a:cubicBezTo>
                          <a:pt x="2286" y="571"/>
                          <a:pt x="2000" y="571"/>
                          <a:pt x="1810" y="57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52" name="Forme libre : forme 17351">
                    <a:extLst>
                      <a:ext uri="{FF2B5EF4-FFF2-40B4-BE49-F238E27FC236}">
                        <a16:creationId xmlns:a16="http://schemas.microsoft.com/office/drawing/2014/main" id="{160E7629-88CE-481A-A807-C22B81FE0463}"/>
                      </a:ext>
                    </a:extLst>
                  </p:cNvPr>
                  <p:cNvSpPr/>
                  <p:nvPr/>
                </p:nvSpPr>
                <p:spPr>
                  <a:xfrm>
                    <a:off x="1998349" y="4121181"/>
                    <a:ext cx="40100" cy="86867"/>
                  </a:xfrm>
                  <a:custGeom>
                    <a:avLst/>
                    <a:gdLst>
                      <a:gd name="connsiteX0" fmla="*/ 9049 w 40100"/>
                      <a:gd name="connsiteY0" fmla="*/ 0 h 86867"/>
                      <a:gd name="connsiteX1" fmla="*/ 8763 w 40100"/>
                      <a:gd name="connsiteY1" fmla="*/ 286 h 86867"/>
                      <a:gd name="connsiteX2" fmla="*/ 20098 w 40100"/>
                      <a:gd name="connsiteY2" fmla="*/ 20955 h 86867"/>
                      <a:gd name="connsiteX3" fmla="*/ 8763 w 40100"/>
                      <a:gd name="connsiteY3" fmla="*/ 75247 h 86867"/>
                      <a:gd name="connsiteX4" fmla="*/ 0 w 40100"/>
                      <a:gd name="connsiteY4" fmla="*/ 86868 h 86867"/>
                      <a:gd name="connsiteX5" fmla="*/ 26861 w 40100"/>
                      <a:gd name="connsiteY5" fmla="*/ 40862 h 86867"/>
                      <a:gd name="connsiteX6" fmla="*/ 28384 w 40100"/>
                      <a:gd name="connsiteY6" fmla="*/ 16097 h 86867"/>
                      <a:gd name="connsiteX7" fmla="*/ 40100 w 40100"/>
                      <a:gd name="connsiteY7" fmla="*/ 1143 h 86867"/>
                      <a:gd name="connsiteX8" fmla="*/ 38481 w 40100"/>
                      <a:gd name="connsiteY8" fmla="*/ 1333 h 86867"/>
                      <a:gd name="connsiteX9" fmla="*/ 9049 w 40100"/>
                      <a:gd name="connsiteY9" fmla="*/ 0 h 86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0100" h="86867">
                        <a:moveTo>
                          <a:pt x="9049" y="0"/>
                        </a:moveTo>
                        <a:cubicBezTo>
                          <a:pt x="8954" y="95"/>
                          <a:pt x="8858" y="190"/>
                          <a:pt x="8763" y="286"/>
                        </a:cubicBezTo>
                        <a:cubicBezTo>
                          <a:pt x="14097" y="6191"/>
                          <a:pt x="18097" y="13240"/>
                          <a:pt x="20098" y="20955"/>
                        </a:cubicBezTo>
                        <a:cubicBezTo>
                          <a:pt x="24765" y="39338"/>
                          <a:pt x="18288" y="58864"/>
                          <a:pt x="8763" y="75247"/>
                        </a:cubicBezTo>
                        <a:cubicBezTo>
                          <a:pt x="6287" y="79438"/>
                          <a:pt x="3429" y="83534"/>
                          <a:pt x="0" y="86868"/>
                        </a:cubicBezTo>
                        <a:cubicBezTo>
                          <a:pt x="14383" y="75342"/>
                          <a:pt x="25241" y="59055"/>
                          <a:pt x="26861" y="40862"/>
                        </a:cubicBezTo>
                        <a:cubicBezTo>
                          <a:pt x="27622" y="32575"/>
                          <a:pt x="26479" y="24193"/>
                          <a:pt x="28384" y="16097"/>
                        </a:cubicBezTo>
                        <a:cubicBezTo>
                          <a:pt x="29908" y="9715"/>
                          <a:pt x="34290" y="3429"/>
                          <a:pt x="40100" y="1143"/>
                        </a:cubicBezTo>
                        <a:cubicBezTo>
                          <a:pt x="39529" y="1143"/>
                          <a:pt x="39053" y="1238"/>
                          <a:pt x="38481" y="1333"/>
                        </a:cubicBezTo>
                        <a:cubicBezTo>
                          <a:pt x="28670" y="2096"/>
                          <a:pt x="18669" y="2286"/>
                          <a:pt x="9049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53" name="Forme libre : forme 17352">
                    <a:extLst>
                      <a:ext uri="{FF2B5EF4-FFF2-40B4-BE49-F238E27FC236}">
                        <a16:creationId xmlns:a16="http://schemas.microsoft.com/office/drawing/2014/main" id="{4D6F8DAB-CE06-4D65-9FC0-5EEC2BBCF763}"/>
                      </a:ext>
                    </a:extLst>
                  </p:cNvPr>
                  <p:cNvSpPr/>
                  <p:nvPr/>
                </p:nvSpPr>
                <p:spPr>
                  <a:xfrm>
                    <a:off x="1991967" y="4208049"/>
                    <a:ext cx="6381" cy="4667"/>
                  </a:xfrm>
                  <a:custGeom>
                    <a:avLst/>
                    <a:gdLst>
                      <a:gd name="connsiteX0" fmla="*/ 6382 w 6381"/>
                      <a:gd name="connsiteY0" fmla="*/ 0 h 4667"/>
                      <a:gd name="connsiteX1" fmla="*/ 0 w 6381"/>
                      <a:gd name="connsiteY1" fmla="*/ 4667 h 4667"/>
                      <a:gd name="connsiteX2" fmla="*/ 6382 w 6381"/>
                      <a:gd name="connsiteY2" fmla="*/ 0 h 4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381" h="4667">
                        <a:moveTo>
                          <a:pt x="6382" y="0"/>
                        </a:moveTo>
                        <a:cubicBezTo>
                          <a:pt x="4286" y="1619"/>
                          <a:pt x="2191" y="3238"/>
                          <a:pt x="0" y="4667"/>
                        </a:cubicBezTo>
                        <a:cubicBezTo>
                          <a:pt x="2381" y="3524"/>
                          <a:pt x="4477" y="1905"/>
                          <a:pt x="638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54" name="Forme libre : forme 17353">
                    <a:extLst>
                      <a:ext uri="{FF2B5EF4-FFF2-40B4-BE49-F238E27FC236}">
                        <a16:creationId xmlns:a16="http://schemas.microsoft.com/office/drawing/2014/main" id="{78320956-107B-4B7E-B435-CD8682ABCF19}"/>
                      </a:ext>
                    </a:extLst>
                  </p:cNvPr>
                  <p:cNvSpPr/>
                  <p:nvPr/>
                </p:nvSpPr>
                <p:spPr>
                  <a:xfrm>
                    <a:off x="2007397" y="4118837"/>
                    <a:ext cx="35909" cy="4217"/>
                  </a:xfrm>
                  <a:custGeom>
                    <a:avLst/>
                    <a:gdLst>
                      <a:gd name="connsiteX0" fmla="*/ 10096 w 35909"/>
                      <a:gd name="connsiteY0" fmla="*/ 153 h 4217"/>
                      <a:gd name="connsiteX1" fmla="*/ 0 w 35909"/>
                      <a:gd name="connsiteY1" fmla="*/ 2344 h 4217"/>
                      <a:gd name="connsiteX2" fmla="*/ 29432 w 35909"/>
                      <a:gd name="connsiteY2" fmla="*/ 3773 h 4217"/>
                      <a:gd name="connsiteX3" fmla="*/ 31052 w 35909"/>
                      <a:gd name="connsiteY3" fmla="*/ 3582 h 4217"/>
                      <a:gd name="connsiteX4" fmla="*/ 35909 w 35909"/>
                      <a:gd name="connsiteY4" fmla="*/ 2630 h 4217"/>
                      <a:gd name="connsiteX5" fmla="*/ 10096 w 35909"/>
                      <a:gd name="connsiteY5" fmla="*/ 153 h 4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909" h="4217">
                        <a:moveTo>
                          <a:pt x="10096" y="153"/>
                        </a:moveTo>
                        <a:cubicBezTo>
                          <a:pt x="6572" y="-228"/>
                          <a:pt x="2381" y="-37"/>
                          <a:pt x="0" y="2344"/>
                        </a:cubicBezTo>
                        <a:cubicBezTo>
                          <a:pt x="9620" y="4630"/>
                          <a:pt x="19621" y="4440"/>
                          <a:pt x="29432" y="3773"/>
                        </a:cubicBezTo>
                        <a:cubicBezTo>
                          <a:pt x="30004" y="3773"/>
                          <a:pt x="30480" y="3678"/>
                          <a:pt x="31052" y="3582"/>
                        </a:cubicBezTo>
                        <a:cubicBezTo>
                          <a:pt x="32575" y="3011"/>
                          <a:pt x="34195" y="2535"/>
                          <a:pt x="35909" y="2630"/>
                        </a:cubicBezTo>
                        <a:cubicBezTo>
                          <a:pt x="27337" y="1772"/>
                          <a:pt x="18764" y="1011"/>
                          <a:pt x="10096" y="15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55" name="Forme libre : forme 17354">
                    <a:extLst>
                      <a:ext uri="{FF2B5EF4-FFF2-40B4-BE49-F238E27FC236}">
                        <a16:creationId xmlns:a16="http://schemas.microsoft.com/office/drawing/2014/main" id="{CEF20AB5-84E8-4927-AC38-D028292077E5}"/>
                      </a:ext>
                    </a:extLst>
                  </p:cNvPr>
                  <p:cNvSpPr/>
                  <p:nvPr/>
                </p:nvSpPr>
                <p:spPr>
                  <a:xfrm>
                    <a:off x="1993967" y="4111180"/>
                    <a:ext cx="12858" cy="9906"/>
                  </a:xfrm>
                  <a:custGeom>
                    <a:avLst/>
                    <a:gdLst>
                      <a:gd name="connsiteX0" fmla="*/ 12859 w 12858"/>
                      <a:gd name="connsiteY0" fmla="*/ 9906 h 9906"/>
                      <a:gd name="connsiteX1" fmla="*/ 0 w 12858"/>
                      <a:gd name="connsiteY1" fmla="*/ 0 h 9906"/>
                      <a:gd name="connsiteX2" fmla="*/ 10382 w 12858"/>
                      <a:gd name="connsiteY2" fmla="*/ 9144 h 9906"/>
                      <a:gd name="connsiteX3" fmla="*/ 12192 w 12858"/>
                      <a:gd name="connsiteY3" fmla="*/ 9716 h 9906"/>
                      <a:gd name="connsiteX4" fmla="*/ 12859 w 12858"/>
                      <a:gd name="connsiteY4" fmla="*/ 9906 h 9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58" h="9906">
                        <a:moveTo>
                          <a:pt x="12859" y="9906"/>
                        </a:moveTo>
                        <a:cubicBezTo>
                          <a:pt x="9144" y="5905"/>
                          <a:pt x="4858" y="2572"/>
                          <a:pt x="0" y="0"/>
                        </a:cubicBezTo>
                        <a:lnTo>
                          <a:pt x="10382" y="9144"/>
                        </a:lnTo>
                        <a:cubicBezTo>
                          <a:pt x="10954" y="9335"/>
                          <a:pt x="11621" y="9620"/>
                          <a:pt x="12192" y="9716"/>
                        </a:cubicBezTo>
                        <a:cubicBezTo>
                          <a:pt x="12383" y="9811"/>
                          <a:pt x="12668" y="9811"/>
                          <a:pt x="12859" y="990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56" name="Forme libre : forme 17355">
                    <a:extLst>
                      <a:ext uri="{FF2B5EF4-FFF2-40B4-BE49-F238E27FC236}">
                        <a16:creationId xmlns:a16="http://schemas.microsoft.com/office/drawing/2014/main" id="{7DFE7ABA-D5D1-428D-8FE5-FA570F3BE792}"/>
                      </a:ext>
                    </a:extLst>
                  </p:cNvPr>
                  <p:cNvSpPr/>
                  <p:nvPr/>
                </p:nvSpPr>
                <p:spPr>
                  <a:xfrm>
                    <a:off x="2008731" y="4031741"/>
                    <a:ext cx="64168" cy="61856"/>
                  </a:xfrm>
                  <a:custGeom>
                    <a:avLst/>
                    <a:gdLst>
                      <a:gd name="connsiteX0" fmla="*/ 27337 w 64168"/>
                      <a:gd name="connsiteY0" fmla="*/ 61627 h 61856"/>
                      <a:gd name="connsiteX1" fmla="*/ 53721 w 64168"/>
                      <a:gd name="connsiteY1" fmla="*/ 47530 h 61856"/>
                      <a:gd name="connsiteX2" fmla="*/ 63055 w 64168"/>
                      <a:gd name="connsiteY2" fmla="*/ 19717 h 61856"/>
                      <a:gd name="connsiteX3" fmla="*/ 62960 w 64168"/>
                      <a:gd name="connsiteY3" fmla="*/ 0 h 61856"/>
                      <a:gd name="connsiteX4" fmla="*/ 0 w 64168"/>
                      <a:gd name="connsiteY4" fmla="*/ 56864 h 61856"/>
                      <a:gd name="connsiteX5" fmla="*/ 27337 w 64168"/>
                      <a:gd name="connsiteY5" fmla="*/ 61627 h 61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4168" h="61856">
                        <a:moveTo>
                          <a:pt x="27337" y="61627"/>
                        </a:moveTo>
                        <a:cubicBezTo>
                          <a:pt x="37529" y="60579"/>
                          <a:pt x="47530" y="55817"/>
                          <a:pt x="53721" y="47530"/>
                        </a:cubicBezTo>
                        <a:cubicBezTo>
                          <a:pt x="59627" y="39624"/>
                          <a:pt x="61436" y="29432"/>
                          <a:pt x="63055" y="19717"/>
                        </a:cubicBezTo>
                        <a:cubicBezTo>
                          <a:pt x="64103" y="13145"/>
                          <a:pt x="64961" y="6191"/>
                          <a:pt x="62960" y="0"/>
                        </a:cubicBezTo>
                        <a:cubicBezTo>
                          <a:pt x="34957" y="8287"/>
                          <a:pt x="11430" y="28956"/>
                          <a:pt x="0" y="56864"/>
                        </a:cubicBezTo>
                        <a:cubicBezTo>
                          <a:pt x="8573" y="60484"/>
                          <a:pt x="18002" y="62579"/>
                          <a:pt x="27337" y="6162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57" name="Forme libre : forme 17356">
                    <a:extLst>
                      <a:ext uri="{FF2B5EF4-FFF2-40B4-BE49-F238E27FC236}">
                        <a16:creationId xmlns:a16="http://schemas.microsoft.com/office/drawing/2014/main" id="{7E033F74-9046-4A16-B24B-C52D88E9D18E}"/>
                      </a:ext>
                    </a:extLst>
                  </p:cNvPr>
                  <p:cNvSpPr/>
                  <p:nvPr/>
                </p:nvSpPr>
                <p:spPr>
                  <a:xfrm>
                    <a:off x="1880134" y="4451127"/>
                    <a:ext cx="16963" cy="51530"/>
                  </a:xfrm>
                  <a:custGeom>
                    <a:avLst/>
                    <a:gdLst>
                      <a:gd name="connsiteX0" fmla="*/ 10201 w 16963"/>
                      <a:gd name="connsiteY0" fmla="*/ 13145 h 51530"/>
                      <a:gd name="connsiteX1" fmla="*/ 8201 w 16963"/>
                      <a:gd name="connsiteY1" fmla="*/ 0 h 51530"/>
                      <a:gd name="connsiteX2" fmla="*/ 581 w 16963"/>
                      <a:gd name="connsiteY2" fmla="*/ 33052 h 51530"/>
                      <a:gd name="connsiteX3" fmla="*/ 6962 w 16963"/>
                      <a:gd name="connsiteY3" fmla="*/ 51530 h 51530"/>
                      <a:gd name="connsiteX4" fmla="*/ 16964 w 16963"/>
                      <a:gd name="connsiteY4" fmla="*/ 39434 h 51530"/>
                      <a:gd name="connsiteX5" fmla="*/ 10201 w 16963"/>
                      <a:gd name="connsiteY5" fmla="*/ 13145 h 51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963" h="51530">
                        <a:moveTo>
                          <a:pt x="10201" y="13145"/>
                        </a:moveTo>
                        <a:cubicBezTo>
                          <a:pt x="9534" y="8763"/>
                          <a:pt x="8867" y="4381"/>
                          <a:pt x="8201" y="0"/>
                        </a:cubicBezTo>
                        <a:cubicBezTo>
                          <a:pt x="7248" y="11811"/>
                          <a:pt x="2867" y="21812"/>
                          <a:pt x="581" y="33052"/>
                        </a:cubicBezTo>
                        <a:cubicBezTo>
                          <a:pt x="-1324" y="42577"/>
                          <a:pt x="1628" y="48101"/>
                          <a:pt x="6962" y="51530"/>
                        </a:cubicBezTo>
                        <a:cubicBezTo>
                          <a:pt x="10106" y="47435"/>
                          <a:pt x="13439" y="43434"/>
                          <a:pt x="16964" y="39434"/>
                        </a:cubicBezTo>
                        <a:cubicBezTo>
                          <a:pt x="13154" y="31242"/>
                          <a:pt x="11630" y="22098"/>
                          <a:pt x="10201" y="1314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58" name="Forme libre : forme 17357">
                    <a:extLst>
                      <a:ext uri="{FF2B5EF4-FFF2-40B4-BE49-F238E27FC236}">
                        <a16:creationId xmlns:a16="http://schemas.microsoft.com/office/drawing/2014/main" id="{D3309150-94FB-45DF-B95E-E9B7A7A06E16}"/>
                      </a:ext>
                    </a:extLst>
                  </p:cNvPr>
                  <p:cNvSpPr/>
                  <p:nvPr/>
                </p:nvSpPr>
                <p:spPr>
                  <a:xfrm>
                    <a:off x="1885975" y="4417314"/>
                    <a:ext cx="2520" cy="33908"/>
                  </a:xfrm>
                  <a:custGeom>
                    <a:avLst/>
                    <a:gdLst>
                      <a:gd name="connsiteX0" fmla="*/ 74 w 2520"/>
                      <a:gd name="connsiteY0" fmla="*/ 0 h 33908"/>
                      <a:gd name="connsiteX1" fmla="*/ 2360 w 2520"/>
                      <a:gd name="connsiteY1" fmla="*/ 33909 h 33908"/>
                      <a:gd name="connsiteX2" fmla="*/ 2360 w 2520"/>
                      <a:gd name="connsiteY2" fmla="*/ 33814 h 33908"/>
                      <a:gd name="connsiteX3" fmla="*/ 74 w 2520"/>
                      <a:gd name="connsiteY3" fmla="*/ 0 h 33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0" h="33908">
                        <a:moveTo>
                          <a:pt x="74" y="0"/>
                        </a:moveTo>
                        <a:cubicBezTo>
                          <a:pt x="-307" y="11335"/>
                          <a:pt x="836" y="22670"/>
                          <a:pt x="2360" y="33909"/>
                        </a:cubicBezTo>
                        <a:cubicBezTo>
                          <a:pt x="2360" y="33909"/>
                          <a:pt x="2360" y="33909"/>
                          <a:pt x="2360" y="33814"/>
                        </a:cubicBezTo>
                        <a:cubicBezTo>
                          <a:pt x="3312" y="22288"/>
                          <a:pt x="-307" y="11144"/>
                          <a:pt x="74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59" name="Forme libre : forme 17358">
                    <a:extLst>
                      <a:ext uri="{FF2B5EF4-FFF2-40B4-BE49-F238E27FC236}">
                        <a16:creationId xmlns:a16="http://schemas.microsoft.com/office/drawing/2014/main" id="{77CF2E8B-58E0-4CC4-B8B0-ACC1CD76E2AD}"/>
                      </a:ext>
                    </a:extLst>
                  </p:cNvPr>
                  <p:cNvSpPr/>
                  <p:nvPr/>
                </p:nvSpPr>
                <p:spPr>
                  <a:xfrm>
                    <a:off x="2061309" y="4143089"/>
                    <a:ext cx="208978" cy="169830"/>
                  </a:xfrm>
                  <a:custGeom>
                    <a:avLst/>
                    <a:gdLst>
                      <a:gd name="connsiteX0" fmla="*/ 0 w 208978"/>
                      <a:gd name="connsiteY0" fmla="*/ 102584 h 169830"/>
                      <a:gd name="connsiteX1" fmla="*/ 120015 w 208978"/>
                      <a:gd name="connsiteY1" fmla="*/ 125444 h 169830"/>
                      <a:gd name="connsiteX2" fmla="*/ 151828 w 208978"/>
                      <a:gd name="connsiteY2" fmla="*/ 121825 h 169830"/>
                      <a:gd name="connsiteX3" fmla="*/ 165735 w 208978"/>
                      <a:gd name="connsiteY3" fmla="*/ 131350 h 169830"/>
                      <a:gd name="connsiteX4" fmla="*/ 208978 w 208978"/>
                      <a:gd name="connsiteY4" fmla="*/ 169831 h 169830"/>
                      <a:gd name="connsiteX5" fmla="*/ 184404 w 208978"/>
                      <a:gd name="connsiteY5" fmla="*/ 130969 h 169830"/>
                      <a:gd name="connsiteX6" fmla="*/ 176117 w 208978"/>
                      <a:gd name="connsiteY6" fmla="*/ 111252 h 169830"/>
                      <a:gd name="connsiteX7" fmla="*/ 191167 w 208978"/>
                      <a:gd name="connsiteY7" fmla="*/ 74390 h 169830"/>
                      <a:gd name="connsiteX8" fmla="*/ 190976 w 208978"/>
                      <a:gd name="connsiteY8" fmla="*/ 34385 h 169830"/>
                      <a:gd name="connsiteX9" fmla="*/ 173165 w 208978"/>
                      <a:gd name="connsiteY9" fmla="*/ 0 h 169830"/>
                      <a:gd name="connsiteX10" fmla="*/ 175641 w 208978"/>
                      <a:gd name="connsiteY10" fmla="*/ 72866 h 169830"/>
                      <a:gd name="connsiteX11" fmla="*/ 161068 w 208978"/>
                      <a:gd name="connsiteY11" fmla="*/ 91249 h 169830"/>
                      <a:gd name="connsiteX12" fmla="*/ 82772 w 208978"/>
                      <a:gd name="connsiteY12" fmla="*/ 120872 h 169830"/>
                      <a:gd name="connsiteX13" fmla="*/ 0 w 208978"/>
                      <a:gd name="connsiteY13" fmla="*/ 102584 h 169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8978" h="169830">
                        <a:moveTo>
                          <a:pt x="0" y="102584"/>
                        </a:moveTo>
                        <a:cubicBezTo>
                          <a:pt x="33528" y="128302"/>
                          <a:pt x="79439" y="136970"/>
                          <a:pt x="120015" y="125444"/>
                        </a:cubicBezTo>
                        <a:cubicBezTo>
                          <a:pt x="130492" y="122491"/>
                          <a:pt x="141542" y="118205"/>
                          <a:pt x="151828" y="121825"/>
                        </a:cubicBezTo>
                        <a:cubicBezTo>
                          <a:pt x="157162" y="123730"/>
                          <a:pt x="161544" y="127540"/>
                          <a:pt x="165735" y="131350"/>
                        </a:cubicBezTo>
                        <a:cubicBezTo>
                          <a:pt x="180118" y="144208"/>
                          <a:pt x="194500" y="156972"/>
                          <a:pt x="208978" y="169831"/>
                        </a:cubicBezTo>
                        <a:cubicBezTo>
                          <a:pt x="200787" y="156877"/>
                          <a:pt x="192595" y="143923"/>
                          <a:pt x="184404" y="130969"/>
                        </a:cubicBezTo>
                        <a:cubicBezTo>
                          <a:pt x="180594" y="124873"/>
                          <a:pt x="176593" y="118491"/>
                          <a:pt x="176117" y="111252"/>
                        </a:cubicBezTo>
                        <a:cubicBezTo>
                          <a:pt x="175165" y="97822"/>
                          <a:pt x="186118" y="86868"/>
                          <a:pt x="191167" y="74390"/>
                        </a:cubicBezTo>
                        <a:cubicBezTo>
                          <a:pt x="196310" y="61817"/>
                          <a:pt x="195167" y="47339"/>
                          <a:pt x="190976" y="34385"/>
                        </a:cubicBezTo>
                        <a:cubicBezTo>
                          <a:pt x="187071" y="22479"/>
                          <a:pt x="180880" y="9811"/>
                          <a:pt x="173165" y="0"/>
                        </a:cubicBezTo>
                        <a:cubicBezTo>
                          <a:pt x="177451" y="24574"/>
                          <a:pt x="188214" y="48482"/>
                          <a:pt x="175641" y="72866"/>
                        </a:cubicBezTo>
                        <a:cubicBezTo>
                          <a:pt x="172022" y="79820"/>
                          <a:pt x="166783" y="85915"/>
                          <a:pt x="161068" y="91249"/>
                        </a:cubicBezTo>
                        <a:cubicBezTo>
                          <a:pt x="140017" y="110490"/>
                          <a:pt x="111252" y="120110"/>
                          <a:pt x="82772" y="120872"/>
                        </a:cubicBezTo>
                        <a:cubicBezTo>
                          <a:pt x="54292" y="121729"/>
                          <a:pt x="26003" y="114205"/>
                          <a:pt x="0" y="10258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60" name="Forme libre : forme 17359">
                    <a:extLst>
                      <a:ext uri="{FF2B5EF4-FFF2-40B4-BE49-F238E27FC236}">
                        <a16:creationId xmlns:a16="http://schemas.microsoft.com/office/drawing/2014/main" id="{14757735-09AA-4A88-924B-DF53987AE59B}"/>
                      </a:ext>
                    </a:extLst>
                  </p:cNvPr>
                  <p:cNvSpPr/>
                  <p:nvPr/>
                </p:nvSpPr>
                <p:spPr>
                  <a:xfrm>
                    <a:off x="2066834" y="4381214"/>
                    <a:ext cx="112680" cy="46386"/>
                  </a:xfrm>
                  <a:custGeom>
                    <a:avLst/>
                    <a:gdLst>
                      <a:gd name="connsiteX0" fmla="*/ 25718 w 112680"/>
                      <a:gd name="connsiteY0" fmla="*/ 0 h 46386"/>
                      <a:gd name="connsiteX1" fmla="*/ 0 w 112680"/>
                      <a:gd name="connsiteY1" fmla="*/ 46387 h 46386"/>
                      <a:gd name="connsiteX2" fmla="*/ 18002 w 112680"/>
                      <a:gd name="connsiteY2" fmla="*/ 39148 h 46386"/>
                      <a:gd name="connsiteX3" fmla="*/ 32195 w 112680"/>
                      <a:gd name="connsiteY3" fmla="*/ 18860 h 46386"/>
                      <a:gd name="connsiteX4" fmla="*/ 85249 w 112680"/>
                      <a:gd name="connsiteY4" fmla="*/ 28575 h 46386"/>
                      <a:gd name="connsiteX5" fmla="*/ 102584 w 112680"/>
                      <a:gd name="connsiteY5" fmla="*/ 23908 h 46386"/>
                      <a:gd name="connsiteX6" fmla="*/ 112681 w 112680"/>
                      <a:gd name="connsiteY6" fmla="*/ 9906 h 46386"/>
                      <a:gd name="connsiteX7" fmla="*/ 65722 w 112680"/>
                      <a:gd name="connsiteY7" fmla="*/ 23146 h 46386"/>
                      <a:gd name="connsiteX8" fmla="*/ 25718 w 112680"/>
                      <a:gd name="connsiteY8" fmla="*/ 0 h 46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2680" h="46386">
                        <a:moveTo>
                          <a:pt x="25718" y="0"/>
                        </a:moveTo>
                        <a:cubicBezTo>
                          <a:pt x="27527" y="18669"/>
                          <a:pt x="16288" y="36862"/>
                          <a:pt x="0" y="46387"/>
                        </a:cubicBezTo>
                        <a:cubicBezTo>
                          <a:pt x="6287" y="44672"/>
                          <a:pt x="12478" y="42577"/>
                          <a:pt x="18002" y="39148"/>
                        </a:cubicBezTo>
                        <a:cubicBezTo>
                          <a:pt x="25241" y="34671"/>
                          <a:pt x="31337" y="27432"/>
                          <a:pt x="32195" y="18860"/>
                        </a:cubicBezTo>
                        <a:cubicBezTo>
                          <a:pt x="44672" y="32956"/>
                          <a:pt x="66675" y="31337"/>
                          <a:pt x="85249" y="28575"/>
                        </a:cubicBezTo>
                        <a:cubicBezTo>
                          <a:pt x="91249" y="27718"/>
                          <a:pt x="97250" y="26765"/>
                          <a:pt x="102584" y="23908"/>
                        </a:cubicBezTo>
                        <a:cubicBezTo>
                          <a:pt x="107918" y="21050"/>
                          <a:pt x="112395" y="15907"/>
                          <a:pt x="112681" y="9906"/>
                        </a:cubicBezTo>
                        <a:cubicBezTo>
                          <a:pt x="97631" y="16383"/>
                          <a:pt x="82105" y="23051"/>
                          <a:pt x="65722" y="23146"/>
                        </a:cubicBezTo>
                        <a:cubicBezTo>
                          <a:pt x="49339" y="23336"/>
                          <a:pt x="31718" y="15240"/>
                          <a:pt x="25718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61" name="Forme libre : forme 17360">
                    <a:extLst>
                      <a:ext uri="{FF2B5EF4-FFF2-40B4-BE49-F238E27FC236}">
                        <a16:creationId xmlns:a16="http://schemas.microsoft.com/office/drawing/2014/main" id="{32B6D0FD-FB09-4A6E-874F-C6A0E3931B07}"/>
                      </a:ext>
                    </a:extLst>
                  </p:cNvPr>
                  <p:cNvSpPr/>
                  <p:nvPr/>
                </p:nvSpPr>
                <p:spPr>
                  <a:xfrm>
                    <a:off x="2035020" y="4427505"/>
                    <a:ext cx="32003" cy="7122"/>
                  </a:xfrm>
                  <a:custGeom>
                    <a:avLst/>
                    <a:gdLst>
                      <a:gd name="connsiteX0" fmla="*/ 0 w 32003"/>
                      <a:gd name="connsiteY0" fmla="*/ 6763 h 7122"/>
                      <a:gd name="connsiteX1" fmla="*/ 21146 w 32003"/>
                      <a:gd name="connsiteY1" fmla="*/ 4953 h 7122"/>
                      <a:gd name="connsiteX2" fmla="*/ 32004 w 32003"/>
                      <a:gd name="connsiteY2" fmla="*/ 0 h 7122"/>
                      <a:gd name="connsiteX3" fmla="*/ 26098 w 32003"/>
                      <a:gd name="connsiteY3" fmla="*/ 1524 h 7122"/>
                      <a:gd name="connsiteX4" fmla="*/ 0 w 32003"/>
                      <a:gd name="connsiteY4" fmla="*/ 6763 h 71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03" h="7122">
                        <a:moveTo>
                          <a:pt x="0" y="6763"/>
                        </a:moveTo>
                        <a:cubicBezTo>
                          <a:pt x="6858" y="7525"/>
                          <a:pt x="13906" y="7144"/>
                          <a:pt x="21146" y="4953"/>
                        </a:cubicBezTo>
                        <a:cubicBezTo>
                          <a:pt x="24955" y="3810"/>
                          <a:pt x="28480" y="2096"/>
                          <a:pt x="32004" y="0"/>
                        </a:cubicBezTo>
                        <a:cubicBezTo>
                          <a:pt x="30004" y="572"/>
                          <a:pt x="28004" y="1048"/>
                          <a:pt x="26098" y="1524"/>
                        </a:cubicBezTo>
                        <a:cubicBezTo>
                          <a:pt x="17431" y="3810"/>
                          <a:pt x="8763" y="6001"/>
                          <a:pt x="0" y="676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62" name="Forme libre : forme 17361">
                    <a:extLst>
                      <a:ext uri="{FF2B5EF4-FFF2-40B4-BE49-F238E27FC236}">
                        <a16:creationId xmlns:a16="http://schemas.microsoft.com/office/drawing/2014/main" id="{572D477A-6A1E-46BF-BB5B-5D2D6A91AC28}"/>
                      </a:ext>
                    </a:extLst>
                  </p:cNvPr>
                  <p:cNvSpPr/>
                  <p:nvPr/>
                </p:nvSpPr>
                <p:spPr>
                  <a:xfrm>
                    <a:off x="2006159" y="4424933"/>
                    <a:ext cx="28860" cy="9562"/>
                  </a:xfrm>
                  <a:custGeom>
                    <a:avLst/>
                    <a:gdLst>
                      <a:gd name="connsiteX0" fmla="*/ 20288 w 28860"/>
                      <a:gd name="connsiteY0" fmla="*/ 9525 h 9562"/>
                      <a:gd name="connsiteX1" fmla="*/ 28861 w 28860"/>
                      <a:gd name="connsiteY1" fmla="*/ 9335 h 9562"/>
                      <a:gd name="connsiteX2" fmla="*/ 0 w 28860"/>
                      <a:gd name="connsiteY2" fmla="*/ 0 h 9562"/>
                      <a:gd name="connsiteX3" fmla="*/ 20288 w 28860"/>
                      <a:gd name="connsiteY3" fmla="*/ 9525 h 9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60" h="9562">
                        <a:moveTo>
                          <a:pt x="20288" y="9525"/>
                        </a:moveTo>
                        <a:cubicBezTo>
                          <a:pt x="23146" y="9620"/>
                          <a:pt x="26003" y="9525"/>
                          <a:pt x="28861" y="9335"/>
                        </a:cubicBezTo>
                        <a:cubicBezTo>
                          <a:pt x="18859" y="8287"/>
                          <a:pt x="9239" y="4763"/>
                          <a:pt x="0" y="0"/>
                        </a:cubicBezTo>
                        <a:cubicBezTo>
                          <a:pt x="190" y="8192"/>
                          <a:pt x="13716" y="9239"/>
                          <a:pt x="20288" y="952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63" name="Forme libre : forme 17362">
                    <a:extLst>
                      <a:ext uri="{FF2B5EF4-FFF2-40B4-BE49-F238E27FC236}">
                        <a16:creationId xmlns:a16="http://schemas.microsoft.com/office/drawing/2014/main" id="{48C1E6C4-F434-4269-B507-EFFF54226710}"/>
                      </a:ext>
                    </a:extLst>
                  </p:cNvPr>
                  <p:cNvSpPr/>
                  <p:nvPr/>
                </p:nvSpPr>
                <p:spPr>
                  <a:xfrm>
                    <a:off x="2311245" y="4091463"/>
                    <a:ext cx="276144" cy="276415"/>
                  </a:xfrm>
                  <a:custGeom>
                    <a:avLst/>
                    <a:gdLst>
                      <a:gd name="connsiteX0" fmla="*/ 42958 w 276144"/>
                      <a:gd name="connsiteY0" fmla="*/ 210979 h 276415"/>
                      <a:gd name="connsiteX1" fmla="*/ 0 w 276144"/>
                      <a:gd name="connsiteY1" fmla="*/ 208502 h 276415"/>
                      <a:gd name="connsiteX2" fmla="*/ 64675 w 276144"/>
                      <a:gd name="connsiteY2" fmla="*/ 217170 h 276415"/>
                      <a:gd name="connsiteX3" fmla="*/ 195453 w 276144"/>
                      <a:gd name="connsiteY3" fmla="*/ 153734 h 276415"/>
                      <a:gd name="connsiteX4" fmla="*/ 200025 w 276144"/>
                      <a:gd name="connsiteY4" fmla="*/ 147923 h 276415"/>
                      <a:gd name="connsiteX5" fmla="*/ 213170 w 276144"/>
                      <a:gd name="connsiteY5" fmla="*/ 148495 h 276415"/>
                      <a:gd name="connsiteX6" fmla="*/ 261175 w 276144"/>
                      <a:gd name="connsiteY6" fmla="*/ 202787 h 276415"/>
                      <a:gd name="connsiteX7" fmla="*/ 262604 w 276144"/>
                      <a:gd name="connsiteY7" fmla="*/ 276416 h 276415"/>
                      <a:gd name="connsiteX8" fmla="*/ 275463 w 276144"/>
                      <a:gd name="connsiteY8" fmla="*/ 212312 h 276415"/>
                      <a:gd name="connsiteX9" fmla="*/ 275177 w 276144"/>
                      <a:gd name="connsiteY9" fmla="*/ 194501 h 276415"/>
                      <a:gd name="connsiteX10" fmla="*/ 264986 w 276144"/>
                      <a:gd name="connsiteY10" fmla="*/ 178213 h 276415"/>
                      <a:gd name="connsiteX11" fmla="*/ 260318 w 276144"/>
                      <a:gd name="connsiteY11" fmla="*/ 179356 h 276415"/>
                      <a:gd name="connsiteX12" fmla="*/ 260413 w 276144"/>
                      <a:gd name="connsiteY12" fmla="*/ 181546 h 276415"/>
                      <a:gd name="connsiteX13" fmla="*/ 244697 w 276144"/>
                      <a:gd name="connsiteY13" fmla="*/ 162401 h 276415"/>
                      <a:gd name="connsiteX14" fmla="*/ 252317 w 276144"/>
                      <a:gd name="connsiteY14" fmla="*/ 166116 h 276415"/>
                      <a:gd name="connsiteX15" fmla="*/ 201549 w 276144"/>
                      <a:gd name="connsiteY15" fmla="*/ 138875 h 276415"/>
                      <a:gd name="connsiteX16" fmla="*/ 175831 w 276144"/>
                      <a:gd name="connsiteY16" fmla="*/ 35243 h 276415"/>
                      <a:gd name="connsiteX17" fmla="*/ 154686 w 276144"/>
                      <a:gd name="connsiteY17" fmla="*/ 7715 h 276415"/>
                      <a:gd name="connsiteX18" fmla="*/ 138208 w 276144"/>
                      <a:gd name="connsiteY18" fmla="*/ 0 h 276415"/>
                      <a:gd name="connsiteX19" fmla="*/ 156877 w 276144"/>
                      <a:gd name="connsiteY19" fmla="*/ 20003 h 276415"/>
                      <a:gd name="connsiteX20" fmla="*/ 174022 w 276144"/>
                      <a:gd name="connsiteY20" fmla="*/ 45149 h 276415"/>
                      <a:gd name="connsiteX21" fmla="*/ 190595 w 276144"/>
                      <a:gd name="connsiteY21" fmla="*/ 104204 h 276415"/>
                      <a:gd name="connsiteX22" fmla="*/ 188214 w 276144"/>
                      <a:gd name="connsiteY22" fmla="*/ 138875 h 276415"/>
                      <a:gd name="connsiteX23" fmla="*/ 130016 w 276144"/>
                      <a:gd name="connsiteY23" fmla="*/ 201359 h 276415"/>
                      <a:gd name="connsiteX24" fmla="*/ 42958 w 276144"/>
                      <a:gd name="connsiteY24" fmla="*/ 210979 h 276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276144" h="276415">
                        <a:moveTo>
                          <a:pt x="42958" y="210979"/>
                        </a:moveTo>
                        <a:cubicBezTo>
                          <a:pt x="28670" y="209550"/>
                          <a:pt x="14383" y="207264"/>
                          <a:pt x="0" y="208502"/>
                        </a:cubicBezTo>
                        <a:cubicBezTo>
                          <a:pt x="21622" y="210693"/>
                          <a:pt x="42958" y="215837"/>
                          <a:pt x="64675" y="217170"/>
                        </a:cubicBezTo>
                        <a:cubicBezTo>
                          <a:pt x="115633" y="220123"/>
                          <a:pt x="169926" y="197834"/>
                          <a:pt x="195453" y="153734"/>
                        </a:cubicBezTo>
                        <a:cubicBezTo>
                          <a:pt x="196691" y="151638"/>
                          <a:pt x="197929" y="149352"/>
                          <a:pt x="200025" y="147923"/>
                        </a:cubicBezTo>
                        <a:cubicBezTo>
                          <a:pt x="203835" y="145352"/>
                          <a:pt x="208979" y="146685"/>
                          <a:pt x="213170" y="148495"/>
                        </a:cubicBezTo>
                        <a:cubicBezTo>
                          <a:pt x="236125" y="158210"/>
                          <a:pt x="253174" y="179165"/>
                          <a:pt x="261175" y="202787"/>
                        </a:cubicBezTo>
                        <a:cubicBezTo>
                          <a:pt x="269176" y="226409"/>
                          <a:pt x="268510" y="252317"/>
                          <a:pt x="262604" y="276416"/>
                        </a:cubicBezTo>
                        <a:cubicBezTo>
                          <a:pt x="268605" y="255461"/>
                          <a:pt x="272891" y="234029"/>
                          <a:pt x="275463" y="212312"/>
                        </a:cubicBezTo>
                        <a:cubicBezTo>
                          <a:pt x="276130" y="206407"/>
                          <a:pt x="276701" y="200216"/>
                          <a:pt x="275177" y="194501"/>
                        </a:cubicBezTo>
                        <a:cubicBezTo>
                          <a:pt x="273463" y="188214"/>
                          <a:pt x="269367" y="182975"/>
                          <a:pt x="264986" y="178213"/>
                        </a:cubicBezTo>
                        <a:cubicBezTo>
                          <a:pt x="263462" y="178594"/>
                          <a:pt x="261938" y="178975"/>
                          <a:pt x="260318" y="179356"/>
                        </a:cubicBezTo>
                        <a:cubicBezTo>
                          <a:pt x="260318" y="180118"/>
                          <a:pt x="260413" y="180785"/>
                          <a:pt x="260413" y="181546"/>
                        </a:cubicBezTo>
                        <a:lnTo>
                          <a:pt x="244697" y="162401"/>
                        </a:lnTo>
                        <a:cubicBezTo>
                          <a:pt x="246983" y="164116"/>
                          <a:pt x="249555" y="165259"/>
                          <a:pt x="252317" y="166116"/>
                        </a:cubicBezTo>
                        <a:cubicBezTo>
                          <a:pt x="237554" y="153638"/>
                          <a:pt x="220123" y="144209"/>
                          <a:pt x="201549" y="138875"/>
                        </a:cubicBezTo>
                        <a:cubicBezTo>
                          <a:pt x="201644" y="102965"/>
                          <a:pt x="192786" y="66961"/>
                          <a:pt x="175831" y="35243"/>
                        </a:cubicBezTo>
                        <a:cubicBezTo>
                          <a:pt x="170402" y="24956"/>
                          <a:pt x="163925" y="14859"/>
                          <a:pt x="154686" y="7715"/>
                        </a:cubicBezTo>
                        <a:cubicBezTo>
                          <a:pt x="149923" y="4001"/>
                          <a:pt x="144208" y="953"/>
                          <a:pt x="138208" y="0"/>
                        </a:cubicBezTo>
                        <a:cubicBezTo>
                          <a:pt x="139732" y="7334"/>
                          <a:pt x="151638" y="14097"/>
                          <a:pt x="156877" y="20003"/>
                        </a:cubicBezTo>
                        <a:cubicBezTo>
                          <a:pt x="163639" y="27623"/>
                          <a:pt x="169354" y="36100"/>
                          <a:pt x="174022" y="45149"/>
                        </a:cubicBezTo>
                        <a:cubicBezTo>
                          <a:pt x="183642" y="63341"/>
                          <a:pt x="189166" y="83725"/>
                          <a:pt x="190595" y="104204"/>
                        </a:cubicBezTo>
                        <a:cubicBezTo>
                          <a:pt x="191453" y="115824"/>
                          <a:pt x="191071" y="127540"/>
                          <a:pt x="188214" y="138875"/>
                        </a:cubicBezTo>
                        <a:cubicBezTo>
                          <a:pt x="180880" y="167450"/>
                          <a:pt x="157258" y="190024"/>
                          <a:pt x="130016" y="201359"/>
                        </a:cubicBezTo>
                        <a:cubicBezTo>
                          <a:pt x="102775" y="212503"/>
                          <a:pt x="72295" y="213836"/>
                          <a:pt x="42958" y="21097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64" name="Forme libre : forme 17363">
                    <a:extLst>
                      <a:ext uri="{FF2B5EF4-FFF2-40B4-BE49-F238E27FC236}">
                        <a16:creationId xmlns:a16="http://schemas.microsoft.com/office/drawing/2014/main" id="{CCE25EA8-E3F1-48FD-8F6E-279DD8D4A2BB}"/>
                      </a:ext>
                    </a:extLst>
                  </p:cNvPr>
                  <p:cNvSpPr/>
                  <p:nvPr/>
                </p:nvSpPr>
                <p:spPr>
                  <a:xfrm>
                    <a:off x="2517080" y="4035551"/>
                    <a:ext cx="121256" cy="113823"/>
                  </a:xfrm>
                  <a:custGeom>
                    <a:avLst/>
                    <a:gdLst>
                      <a:gd name="connsiteX0" fmla="*/ 52102 w 121256"/>
                      <a:gd name="connsiteY0" fmla="*/ 68104 h 113823"/>
                      <a:gd name="connsiteX1" fmla="*/ 81439 w 121256"/>
                      <a:gd name="connsiteY1" fmla="*/ 63437 h 113823"/>
                      <a:gd name="connsiteX2" fmla="*/ 95060 w 121256"/>
                      <a:gd name="connsiteY2" fmla="*/ 71438 h 113823"/>
                      <a:gd name="connsiteX3" fmla="*/ 118872 w 121256"/>
                      <a:gd name="connsiteY3" fmla="*/ 113824 h 113823"/>
                      <a:gd name="connsiteX4" fmla="*/ 102584 w 121256"/>
                      <a:gd name="connsiteY4" fmla="*/ 65151 h 113823"/>
                      <a:gd name="connsiteX5" fmla="*/ 91440 w 121256"/>
                      <a:gd name="connsiteY5" fmla="*/ 53626 h 113823"/>
                      <a:gd name="connsiteX6" fmla="*/ 92393 w 121256"/>
                      <a:gd name="connsiteY6" fmla="*/ 48578 h 113823"/>
                      <a:gd name="connsiteX7" fmla="*/ 117538 w 121256"/>
                      <a:gd name="connsiteY7" fmla="*/ 0 h 113823"/>
                      <a:gd name="connsiteX8" fmla="*/ 81248 w 121256"/>
                      <a:gd name="connsiteY8" fmla="*/ 46196 h 113823"/>
                      <a:gd name="connsiteX9" fmla="*/ 0 w 121256"/>
                      <a:gd name="connsiteY9" fmla="*/ 72485 h 113823"/>
                      <a:gd name="connsiteX10" fmla="*/ 52102 w 121256"/>
                      <a:gd name="connsiteY10" fmla="*/ 68104 h 113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1256" h="113823">
                        <a:moveTo>
                          <a:pt x="52102" y="68104"/>
                        </a:moveTo>
                        <a:cubicBezTo>
                          <a:pt x="61722" y="65056"/>
                          <a:pt x="71819" y="60674"/>
                          <a:pt x="81439" y="63437"/>
                        </a:cubicBezTo>
                        <a:cubicBezTo>
                          <a:pt x="86582" y="64865"/>
                          <a:pt x="90869" y="68199"/>
                          <a:pt x="95060" y="71438"/>
                        </a:cubicBezTo>
                        <a:cubicBezTo>
                          <a:pt x="108395" y="82105"/>
                          <a:pt x="121920" y="97060"/>
                          <a:pt x="118872" y="113824"/>
                        </a:cubicBezTo>
                        <a:cubicBezTo>
                          <a:pt x="125349" y="96488"/>
                          <a:pt x="118205" y="75057"/>
                          <a:pt x="102584" y="65151"/>
                        </a:cubicBezTo>
                        <a:cubicBezTo>
                          <a:pt x="97917" y="62198"/>
                          <a:pt x="91916" y="59246"/>
                          <a:pt x="91440" y="53626"/>
                        </a:cubicBezTo>
                        <a:cubicBezTo>
                          <a:pt x="91345" y="51911"/>
                          <a:pt x="91821" y="50197"/>
                          <a:pt x="92393" y="48578"/>
                        </a:cubicBezTo>
                        <a:cubicBezTo>
                          <a:pt x="97060" y="35147"/>
                          <a:pt x="122872" y="14573"/>
                          <a:pt x="117538" y="0"/>
                        </a:cubicBezTo>
                        <a:cubicBezTo>
                          <a:pt x="108204" y="18097"/>
                          <a:pt x="98108" y="33909"/>
                          <a:pt x="81248" y="46196"/>
                        </a:cubicBezTo>
                        <a:cubicBezTo>
                          <a:pt x="57912" y="63151"/>
                          <a:pt x="28861" y="70961"/>
                          <a:pt x="0" y="72485"/>
                        </a:cubicBezTo>
                        <a:cubicBezTo>
                          <a:pt x="17431" y="74962"/>
                          <a:pt x="35338" y="73438"/>
                          <a:pt x="52102" y="6810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65" name="Forme libre : forme 17364">
                    <a:extLst>
                      <a:ext uri="{FF2B5EF4-FFF2-40B4-BE49-F238E27FC236}">
                        <a16:creationId xmlns:a16="http://schemas.microsoft.com/office/drawing/2014/main" id="{7A2A79A9-6DC5-4251-BE3F-80577D1E5B20}"/>
                      </a:ext>
                    </a:extLst>
                  </p:cNvPr>
                  <p:cNvSpPr/>
                  <p:nvPr/>
                </p:nvSpPr>
                <p:spPr>
                  <a:xfrm>
                    <a:off x="2563372" y="4199667"/>
                    <a:ext cx="64192" cy="70008"/>
                  </a:xfrm>
                  <a:custGeom>
                    <a:avLst/>
                    <a:gdLst>
                      <a:gd name="connsiteX0" fmla="*/ 12478 w 64192"/>
                      <a:gd name="connsiteY0" fmla="*/ 69628 h 70008"/>
                      <a:gd name="connsiteX1" fmla="*/ 12763 w 64192"/>
                      <a:gd name="connsiteY1" fmla="*/ 70009 h 70008"/>
                      <a:gd name="connsiteX2" fmla="*/ 49435 w 64192"/>
                      <a:gd name="connsiteY2" fmla="*/ 46101 h 70008"/>
                      <a:gd name="connsiteX3" fmla="*/ 64103 w 64192"/>
                      <a:gd name="connsiteY3" fmla="*/ 0 h 70008"/>
                      <a:gd name="connsiteX4" fmla="*/ 42196 w 64192"/>
                      <a:gd name="connsiteY4" fmla="*/ 41243 h 70008"/>
                      <a:gd name="connsiteX5" fmla="*/ 19431 w 64192"/>
                      <a:gd name="connsiteY5" fmla="*/ 57531 h 70008"/>
                      <a:gd name="connsiteX6" fmla="*/ 0 w 64192"/>
                      <a:gd name="connsiteY6" fmla="*/ 57817 h 70008"/>
                      <a:gd name="connsiteX7" fmla="*/ 12478 w 64192"/>
                      <a:gd name="connsiteY7" fmla="*/ 69628 h 70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192" h="70008">
                        <a:moveTo>
                          <a:pt x="12478" y="69628"/>
                        </a:moveTo>
                        <a:cubicBezTo>
                          <a:pt x="12573" y="69723"/>
                          <a:pt x="12668" y="69913"/>
                          <a:pt x="12763" y="70009"/>
                        </a:cubicBezTo>
                        <a:cubicBezTo>
                          <a:pt x="27146" y="66199"/>
                          <a:pt x="40291" y="57721"/>
                          <a:pt x="49435" y="46101"/>
                        </a:cubicBezTo>
                        <a:cubicBezTo>
                          <a:pt x="59626" y="33147"/>
                          <a:pt x="64961" y="16478"/>
                          <a:pt x="64103" y="0"/>
                        </a:cubicBezTo>
                        <a:cubicBezTo>
                          <a:pt x="60293" y="15240"/>
                          <a:pt x="52673" y="29528"/>
                          <a:pt x="42196" y="41243"/>
                        </a:cubicBezTo>
                        <a:cubicBezTo>
                          <a:pt x="35909" y="48292"/>
                          <a:pt x="28384" y="54578"/>
                          <a:pt x="19431" y="57531"/>
                        </a:cubicBezTo>
                        <a:cubicBezTo>
                          <a:pt x="13240" y="59627"/>
                          <a:pt x="6287" y="59817"/>
                          <a:pt x="0" y="57817"/>
                        </a:cubicBezTo>
                        <a:cubicBezTo>
                          <a:pt x="4381" y="61531"/>
                          <a:pt x="8572" y="65437"/>
                          <a:pt x="12478" y="6962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66" name="Forme libre : forme 17365">
                    <a:extLst>
                      <a:ext uri="{FF2B5EF4-FFF2-40B4-BE49-F238E27FC236}">
                        <a16:creationId xmlns:a16="http://schemas.microsoft.com/office/drawing/2014/main" id="{CA9029B3-28A8-451C-80DF-0C8E69D9012E}"/>
                      </a:ext>
                    </a:extLst>
                  </p:cNvPr>
                  <p:cNvSpPr/>
                  <p:nvPr/>
                </p:nvSpPr>
                <p:spPr>
                  <a:xfrm>
                    <a:off x="2555847" y="4253769"/>
                    <a:ext cx="20288" cy="19145"/>
                  </a:xfrm>
                  <a:custGeom>
                    <a:avLst/>
                    <a:gdLst>
                      <a:gd name="connsiteX0" fmla="*/ 15716 w 20288"/>
                      <a:gd name="connsiteY0" fmla="*/ 19145 h 19145"/>
                      <a:gd name="connsiteX1" fmla="*/ 15621 w 20288"/>
                      <a:gd name="connsiteY1" fmla="*/ 16954 h 19145"/>
                      <a:gd name="connsiteX2" fmla="*/ 20288 w 20288"/>
                      <a:gd name="connsiteY2" fmla="*/ 15812 h 19145"/>
                      <a:gd name="connsiteX3" fmla="*/ 20003 w 20288"/>
                      <a:gd name="connsiteY3" fmla="*/ 15430 h 19145"/>
                      <a:gd name="connsiteX4" fmla="*/ 7620 w 20288"/>
                      <a:gd name="connsiteY4" fmla="*/ 3715 h 19145"/>
                      <a:gd name="connsiteX5" fmla="*/ 0 w 20288"/>
                      <a:gd name="connsiteY5" fmla="*/ 0 h 19145"/>
                      <a:gd name="connsiteX6" fmla="*/ 15716 w 20288"/>
                      <a:gd name="connsiteY6" fmla="*/ 19145 h 19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288" h="19145">
                        <a:moveTo>
                          <a:pt x="15716" y="19145"/>
                        </a:moveTo>
                        <a:cubicBezTo>
                          <a:pt x="15716" y="18383"/>
                          <a:pt x="15621" y="17717"/>
                          <a:pt x="15621" y="16954"/>
                        </a:cubicBezTo>
                        <a:cubicBezTo>
                          <a:pt x="17145" y="16669"/>
                          <a:pt x="18764" y="16288"/>
                          <a:pt x="20288" y="15812"/>
                        </a:cubicBezTo>
                        <a:cubicBezTo>
                          <a:pt x="20193" y="15716"/>
                          <a:pt x="20098" y="15526"/>
                          <a:pt x="20003" y="15430"/>
                        </a:cubicBezTo>
                        <a:cubicBezTo>
                          <a:pt x="16097" y="11239"/>
                          <a:pt x="12002" y="7334"/>
                          <a:pt x="7620" y="3715"/>
                        </a:cubicBezTo>
                        <a:cubicBezTo>
                          <a:pt x="4953" y="2858"/>
                          <a:pt x="2286" y="1714"/>
                          <a:pt x="0" y="0"/>
                        </a:cubicBezTo>
                        <a:lnTo>
                          <a:pt x="15716" y="19145"/>
                        </a:ln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67" name="Forme libre : forme 17366">
                    <a:extLst>
                      <a:ext uri="{FF2B5EF4-FFF2-40B4-BE49-F238E27FC236}">
                        <a16:creationId xmlns:a16="http://schemas.microsoft.com/office/drawing/2014/main" id="{90C77176-310D-4599-B11D-F0DF720CFD0A}"/>
                      </a:ext>
                    </a:extLst>
                  </p:cNvPr>
                  <p:cNvSpPr/>
                  <p:nvPr/>
                </p:nvSpPr>
                <p:spPr>
                  <a:xfrm>
                    <a:off x="2256952" y="4370736"/>
                    <a:ext cx="74675" cy="44276"/>
                  </a:xfrm>
                  <a:custGeom>
                    <a:avLst/>
                    <a:gdLst>
                      <a:gd name="connsiteX0" fmla="*/ 32766 w 74675"/>
                      <a:gd name="connsiteY0" fmla="*/ 16954 h 44276"/>
                      <a:gd name="connsiteX1" fmla="*/ 74676 w 74675"/>
                      <a:gd name="connsiteY1" fmla="*/ 43910 h 44276"/>
                      <a:gd name="connsiteX2" fmla="*/ 46672 w 74675"/>
                      <a:gd name="connsiteY2" fmla="*/ 28194 h 44276"/>
                      <a:gd name="connsiteX3" fmla="*/ 29909 w 74675"/>
                      <a:gd name="connsiteY3" fmla="*/ 0 h 44276"/>
                      <a:gd name="connsiteX4" fmla="*/ 0 w 74675"/>
                      <a:gd name="connsiteY4" fmla="*/ 38481 h 44276"/>
                      <a:gd name="connsiteX5" fmla="*/ 32766 w 74675"/>
                      <a:gd name="connsiteY5" fmla="*/ 16954 h 44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675" h="44276">
                        <a:moveTo>
                          <a:pt x="32766" y="16954"/>
                        </a:moveTo>
                        <a:cubicBezTo>
                          <a:pt x="37814" y="34385"/>
                          <a:pt x="56769" y="46577"/>
                          <a:pt x="74676" y="43910"/>
                        </a:cubicBezTo>
                        <a:cubicBezTo>
                          <a:pt x="63722" y="43053"/>
                          <a:pt x="53816" y="36576"/>
                          <a:pt x="46672" y="28194"/>
                        </a:cubicBezTo>
                        <a:cubicBezTo>
                          <a:pt x="39529" y="19907"/>
                          <a:pt x="34671" y="9906"/>
                          <a:pt x="29909" y="0"/>
                        </a:cubicBezTo>
                        <a:cubicBezTo>
                          <a:pt x="29623" y="18383"/>
                          <a:pt x="14288" y="30004"/>
                          <a:pt x="0" y="38481"/>
                        </a:cubicBezTo>
                        <a:cubicBezTo>
                          <a:pt x="5715" y="37147"/>
                          <a:pt x="35052" y="24860"/>
                          <a:pt x="32766" y="1695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68" name="Forme libre : forme 17367">
                    <a:extLst>
                      <a:ext uri="{FF2B5EF4-FFF2-40B4-BE49-F238E27FC236}">
                        <a16:creationId xmlns:a16="http://schemas.microsoft.com/office/drawing/2014/main" id="{DBDF6CEB-E7BD-4C4C-8B92-586BB09386EC}"/>
                      </a:ext>
                    </a:extLst>
                  </p:cNvPr>
                  <p:cNvSpPr/>
                  <p:nvPr/>
                </p:nvSpPr>
                <p:spPr>
                  <a:xfrm>
                    <a:off x="2365442" y="4434189"/>
                    <a:ext cx="170973" cy="65325"/>
                  </a:xfrm>
                  <a:custGeom>
                    <a:avLst/>
                    <a:gdLst>
                      <a:gd name="connsiteX0" fmla="*/ 114014 w 170973"/>
                      <a:gd name="connsiteY0" fmla="*/ 20082 h 65325"/>
                      <a:gd name="connsiteX1" fmla="*/ 80581 w 170973"/>
                      <a:gd name="connsiteY1" fmla="*/ 24368 h 65325"/>
                      <a:gd name="connsiteX2" fmla="*/ 56959 w 170973"/>
                      <a:gd name="connsiteY2" fmla="*/ 17510 h 65325"/>
                      <a:gd name="connsiteX3" fmla="*/ 0 w 170973"/>
                      <a:gd name="connsiteY3" fmla="*/ 3318 h 65325"/>
                      <a:gd name="connsiteX4" fmla="*/ 92202 w 170973"/>
                      <a:gd name="connsiteY4" fmla="*/ 35798 h 65325"/>
                      <a:gd name="connsiteX5" fmla="*/ 89725 w 170973"/>
                      <a:gd name="connsiteY5" fmla="*/ 65325 h 65325"/>
                      <a:gd name="connsiteX6" fmla="*/ 103441 w 170973"/>
                      <a:gd name="connsiteY6" fmla="*/ 34464 h 65325"/>
                      <a:gd name="connsiteX7" fmla="*/ 108585 w 170973"/>
                      <a:gd name="connsiteY7" fmla="*/ 28083 h 65325"/>
                      <a:gd name="connsiteX8" fmla="*/ 116872 w 170973"/>
                      <a:gd name="connsiteY8" fmla="*/ 26559 h 65325"/>
                      <a:gd name="connsiteX9" fmla="*/ 170974 w 170973"/>
                      <a:gd name="connsiteY9" fmla="*/ 79 h 65325"/>
                      <a:gd name="connsiteX10" fmla="*/ 147447 w 170973"/>
                      <a:gd name="connsiteY10" fmla="*/ 9699 h 65325"/>
                      <a:gd name="connsiteX11" fmla="*/ 114014 w 170973"/>
                      <a:gd name="connsiteY11" fmla="*/ 20082 h 65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0973" h="65325">
                        <a:moveTo>
                          <a:pt x="114014" y="20082"/>
                        </a:moveTo>
                        <a:cubicBezTo>
                          <a:pt x="103060" y="22939"/>
                          <a:pt x="91821" y="25796"/>
                          <a:pt x="80581" y="24368"/>
                        </a:cubicBezTo>
                        <a:cubicBezTo>
                          <a:pt x="72390" y="23415"/>
                          <a:pt x="64675" y="20272"/>
                          <a:pt x="56959" y="17510"/>
                        </a:cubicBezTo>
                        <a:cubicBezTo>
                          <a:pt x="38481" y="11128"/>
                          <a:pt x="19145" y="7223"/>
                          <a:pt x="0" y="3318"/>
                        </a:cubicBezTo>
                        <a:cubicBezTo>
                          <a:pt x="28670" y="19034"/>
                          <a:pt x="60007" y="29988"/>
                          <a:pt x="92202" y="35798"/>
                        </a:cubicBezTo>
                        <a:cubicBezTo>
                          <a:pt x="89916" y="45418"/>
                          <a:pt x="89059" y="55419"/>
                          <a:pt x="89725" y="65325"/>
                        </a:cubicBezTo>
                        <a:cubicBezTo>
                          <a:pt x="93440" y="54657"/>
                          <a:pt x="98107" y="44370"/>
                          <a:pt x="103441" y="34464"/>
                        </a:cubicBezTo>
                        <a:cubicBezTo>
                          <a:pt x="104775" y="31988"/>
                          <a:pt x="106204" y="29511"/>
                          <a:pt x="108585" y="28083"/>
                        </a:cubicBezTo>
                        <a:cubicBezTo>
                          <a:pt x="111062" y="26654"/>
                          <a:pt x="114014" y="26654"/>
                          <a:pt x="116872" y="26559"/>
                        </a:cubicBezTo>
                        <a:cubicBezTo>
                          <a:pt x="136017" y="25796"/>
                          <a:pt x="159829" y="16367"/>
                          <a:pt x="170974" y="79"/>
                        </a:cubicBezTo>
                        <a:cubicBezTo>
                          <a:pt x="163639" y="-873"/>
                          <a:pt x="154210" y="7032"/>
                          <a:pt x="147447" y="9699"/>
                        </a:cubicBezTo>
                        <a:cubicBezTo>
                          <a:pt x="136493" y="14271"/>
                          <a:pt x="125254" y="17224"/>
                          <a:pt x="114014" y="2008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69" name="Forme libre : forme 17368">
                    <a:extLst>
                      <a:ext uri="{FF2B5EF4-FFF2-40B4-BE49-F238E27FC236}">
                        <a16:creationId xmlns:a16="http://schemas.microsoft.com/office/drawing/2014/main" id="{63B09042-2D55-4FB7-9115-EFDF9CCE5EEE}"/>
                      </a:ext>
                    </a:extLst>
                  </p:cNvPr>
                  <p:cNvSpPr/>
                  <p:nvPr/>
                </p:nvSpPr>
                <p:spPr>
                  <a:xfrm>
                    <a:off x="2254000" y="4502753"/>
                    <a:ext cx="6667" cy="2000"/>
                  </a:xfrm>
                  <a:custGeom>
                    <a:avLst/>
                    <a:gdLst>
                      <a:gd name="connsiteX0" fmla="*/ 6668 w 6667"/>
                      <a:gd name="connsiteY0" fmla="*/ 2000 h 2000"/>
                      <a:gd name="connsiteX1" fmla="*/ 667 w 6667"/>
                      <a:gd name="connsiteY1" fmla="*/ 0 h 2000"/>
                      <a:gd name="connsiteX2" fmla="*/ 0 w 6667"/>
                      <a:gd name="connsiteY2" fmla="*/ 1905 h 2000"/>
                      <a:gd name="connsiteX3" fmla="*/ 6668 w 6667"/>
                      <a:gd name="connsiteY3" fmla="*/ 2000 h 2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67" h="2000">
                        <a:moveTo>
                          <a:pt x="6668" y="2000"/>
                        </a:moveTo>
                        <a:cubicBezTo>
                          <a:pt x="4667" y="1238"/>
                          <a:pt x="2667" y="667"/>
                          <a:pt x="667" y="0"/>
                        </a:cubicBezTo>
                        <a:cubicBezTo>
                          <a:pt x="476" y="667"/>
                          <a:pt x="190" y="1238"/>
                          <a:pt x="0" y="1905"/>
                        </a:cubicBezTo>
                        <a:cubicBezTo>
                          <a:pt x="2191" y="2000"/>
                          <a:pt x="4381" y="2000"/>
                          <a:pt x="6668" y="200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70" name="Forme libre : forme 17369">
                    <a:extLst>
                      <a:ext uri="{FF2B5EF4-FFF2-40B4-BE49-F238E27FC236}">
                        <a16:creationId xmlns:a16="http://schemas.microsoft.com/office/drawing/2014/main" id="{AC635E87-B1ED-4210-B86E-442B04FA00F5}"/>
                      </a:ext>
                    </a:extLst>
                  </p:cNvPr>
                  <p:cNvSpPr/>
                  <p:nvPr/>
                </p:nvSpPr>
                <p:spPr>
                  <a:xfrm>
                    <a:off x="2732726" y="4214526"/>
                    <a:ext cx="117443" cy="138493"/>
                  </a:xfrm>
                  <a:custGeom>
                    <a:avLst/>
                    <a:gdLst>
                      <a:gd name="connsiteX0" fmla="*/ 29242 w 117443"/>
                      <a:gd name="connsiteY0" fmla="*/ 24384 h 138493"/>
                      <a:gd name="connsiteX1" fmla="*/ 0 w 117443"/>
                      <a:gd name="connsiteY1" fmla="*/ 28004 h 138493"/>
                      <a:gd name="connsiteX2" fmla="*/ 19240 w 117443"/>
                      <a:gd name="connsiteY2" fmla="*/ 36004 h 138493"/>
                      <a:gd name="connsiteX3" fmla="*/ 49816 w 117443"/>
                      <a:gd name="connsiteY3" fmla="*/ 48673 h 138493"/>
                      <a:gd name="connsiteX4" fmla="*/ 117443 w 117443"/>
                      <a:gd name="connsiteY4" fmla="*/ 138494 h 138493"/>
                      <a:gd name="connsiteX5" fmla="*/ 89630 w 117443"/>
                      <a:gd name="connsiteY5" fmla="*/ 73723 h 138493"/>
                      <a:gd name="connsiteX6" fmla="*/ 74009 w 117443"/>
                      <a:gd name="connsiteY6" fmla="*/ 57721 h 138493"/>
                      <a:gd name="connsiteX7" fmla="*/ 59341 w 117443"/>
                      <a:gd name="connsiteY7" fmla="*/ 0 h 138493"/>
                      <a:gd name="connsiteX8" fmla="*/ 29242 w 117443"/>
                      <a:gd name="connsiteY8" fmla="*/ 24384 h 138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7443" h="138493">
                        <a:moveTo>
                          <a:pt x="29242" y="24384"/>
                        </a:moveTo>
                        <a:cubicBezTo>
                          <a:pt x="19717" y="27051"/>
                          <a:pt x="9715" y="27241"/>
                          <a:pt x="0" y="28004"/>
                        </a:cubicBezTo>
                        <a:cubicBezTo>
                          <a:pt x="5620" y="32195"/>
                          <a:pt x="12478" y="33814"/>
                          <a:pt x="19240" y="36004"/>
                        </a:cubicBezTo>
                        <a:cubicBezTo>
                          <a:pt x="29718" y="39529"/>
                          <a:pt x="40291" y="42958"/>
                          <a:pt x="49816" y="48673"/>
                        </a:cubicBezTo>
                        <a:cubicBezTo>
                          <a:pt x="82391" y="68008"/>
                          <a:pt x="95726" y="107442"/>
                          <a:pt x="117443" y="138494"/>
                        </a:cubicBezTo>
                        <a:cubicBezTo>
                          <a:pt x="116110" y="114490"/>
                          <a:pt x="106108" y="91154"/>
                          <a:pt x="89630" y="73723"/>
                        </a:cubicBezTo>
                        <a:cubicBezTo>
                          <a:pt x="84487" y="68294"/>
                          <a:pt x="78772" y="63437"/>
                          <a:pt x="74009" y="57721"/>
                        </a:cubicBezTo>
                        <a:cubicBezTo>
                          <a:pt x="60770" y="42005"/>
                          <a:pt x="55150" y="20098"/>
                          <a:pt x="59341" y="0"/>
                        </a:cubicBezTo>
                        <a:cubicBezTo>
                          <a:pt x="54292" y="12382"/>
                          <a:pt x="42005" y="20669"/>
                          <a:pt x="29242" y="2438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71" name="Forme libre : forme 17370">
                    <a:extLst>
                      <a:ext uri="{FF2B5EF4-FFF2-40B4-BE49-F238E27FC236}">
                        <a16:creationId xmlns:a16="http://schemas.microsoft.com/office/drawing/2014/main" id="{7D41CC1A-8D55-4F5C-8DA5-09D201223C7A}"/>
                      </a:ext>
                    </a:extLst>
                  </p:cNvPr>
                  <p:cNvSpPr/>
                  <p:nvPr/>
                </p:nvSpPr>
                <p:spPr>
                  <a:xfrm>
                    <a:off x="2719677" y="4058316"/>
                    <a:ext cx="181165" cy="90296"/>
                  </a:xfrm>
                  <a:custGeom>
                    <a:avLst/>
                    <a:gdLst>
                      <a:gd name="connsiteX0" fmla="*/ 27146 w 181165"/>
                      <a:gd name="connsiteY0" fmla="*/ 32861 h 90296"/>
                      <a:gd name="connsiteX1" fmla="*/ 0 w 181165"/>
                      <a:gd name="connsiteY1" fmla="*/ 27337 h 90296"/>
                      <a:gd name="connsiteX2" fmla="*/ 41719 w 181165"/>
                      <a:gd name="connsiteY2" fmla="*/ 48101 h 90296"/>
                      <a:gd name="connsiteX3" fmla="*/ 72390 w 181165"/>
                      <a:gd name="connsiteY3" fmla="*/ 90297 h 90296"/>
                      <a:gd name="connsiteX4" fmla="*/ 85915 w 181165"/>
                      <a:gd name="connsiteY4" fmla="*/ 68866 h 90296"/>
                      <a:gd name="connsiteX5" fmla="*/ 181165 w 181165"/>
                      <a:gd name="connsiteY5" fmla="*/ 0 h 90296"/>
                      <a:gd name="connsiteX6" fmla="*/ 108871 w 181165"/>
                      <a:gd name="connsiteY6" fmla="*/ 41815 h 90296"/>
                      <a:gd name="connsiteX7" fmla="*/ 27146 w 181165"/>
                      <a:gd name="connsiteY7" fmla="*/ 32861 h 90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1165" h="90296">
                        <a:moveTo>
                          <a:pt x="27146" y="32861"/>
                        </a:moveTo>
                        <a:cubicBezTo>
                          <a:pt x="18479" y="27813"/>
                          <a:pt x="10096" y="22384"/>
                          <a:pt x="0" y="27337"/>
                        </a:cubicBezTo>
                        <a:cubicBezTo>
                          <a:pt x="5620" y="37052"/>
                          <a:pt x="31242" y="40481"/>
                          <a:pt x="41719" y="48101"/>
                        </a:cubicBezTo>
                        <a:cubicBezTo>
                          <a:pt x="56007" y="58579"/>
                          <a:pt x="67246" y="73342"/>
                          <a:pt x="72390" y="90297"/>
                        </a:cubicBezTo>
                        <a:cubicBezTo>
                          <a:pt x="73342" y="81724"/>
                          <a:pt x="79438" y="74581"/>
                          <a:pt x="85915" y="68866"/>
                        </a:cubicBezTo>
                        <a:cubicBezTo>
                          <a:pt x="115633" y="42863"/>
                          <a:pt x="159829" y="33338"/>
                          <a:pt x="181165" y="0"/>
                        </a:cubicBezTo>
                        <a:cubicBezTo>
                          <a:pt x="160401" y="18955"/>
                          <a:pt x="136017" y="34576"/>
                          <a:pt x="108871" y="41815"/>
                        </a:cubicBezTo>
                        <a:cubicBezTo>
                          <a:pt x="81629" y="49054"/>
                          <a:pt x="51435" y="47054"/>
                          <a:pt x="27146" y="3286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72" name="Forme libre : forme 17371">
                    <a:extLst>
                      <a:ext uri="{FF2B5EF4-FFF2-40B4-BE49-F238E27FC236}">
                        <a16:creationId xmlns:a16="http://schemas.microsoft.com/office/drawing/2014/main" id="{C0F9D777-07D9-4D27-9D74-AA2635CD5433}"/>
                      </a:ext>
                    </a:extLst>
                  </p:cNvPr>
                  <p:cNvSpPr/>
                  <p:nvPr/>
                </p:nvSpPr>
                <p:spPr>
                  <a:xfrm>
                    <a:off x="2716724" y="4449794"/>
                    <a:ext cx="72485" cy="31379"/>
                  </a:xfrm>
                  <a:custGeom>
                    <a:avLst/>
                    <a:gdLst>
                      <a:gd name="connsiteX0" fmla="*/ 72485 w 72485"/>
                      <a:gd name="connsiteY0" fmla="*/ 0 h 31379"/>
                      <a:gd name="connsiteX1" fmla="*/ 64294 w 72485"/>
                      <a:gd name="connsiteY1" fmla="*/ 5239 h 31379"/>
                      <a:gd name="connsiteX2" fmla="*/ 0 w 72485"/>
                      <a:gd name="connsiteY2" fmla="*/ 27717 h 31379"/>
                      <a:gd name="connsiteX3" fmla="*/ 48577 w 72485"/>
                      <a:gd name="connsiteY3" fmla="*/ 24289 h 31379"/>
                      <a:gd name="connsiteX4" fmla="*/ 72485 w 72485"/>
                      <a:gd name="connsiteY4" fmla="*/ 0 h 31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485" h="31379">
                        <a:moveTo>
                          <a:pt x="72485" y="0"/>
                        </a:moveTo>
                        <a:cubicBezTo>
                          <a:pt x="69247" y="2191"/>
                          <a:pt x="66484" y="4000"/>
                          <a:pt x="64294" y="5239"/>
                        </a:cubicBezTo>
                        <a:cubicBezTo>
                          <a:pt x="44386" y="17526"/>
                          <a:pt x="22860" y="24003"/>
                          <a:pt x="0" y="27717"/>
                        </a:cubicBezTo>
                        <a:cubicBezTo>
                          <a:pt x="10858" y="34576"/>
                          <a:pt x="30004" y="30861"/>
                          <a:pt x="48577" y="24289"/>
                        </a:cubicBezTo>
                        <a:cubicBezTo>
                          <a:pt x="55721" y="16002"/>
                          <a:pt x="63627" y="7810"/>
                          <a:pt x="72485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73" name="Forme libre : forme 17372">
                    <a:extLst>
                      <a:ext uri="{FF2B5EF4-FFF2-40B4-BE49-F238E27FC236}">
                        <a16:creationId xmlns:a16="http://schemas.microsoft.com/office/drawing/2014/main" id="{EFA6BE43-CF63-4C30-BF63-A66548D3FEC3}"/>
                      </a:ext>
                    </a:extLst>
                  </p:cNvPr>
                  <p:cNvSpPr/>
                  <p:nvPr/>
                </p:nvSpPr>
                <p:spPr>
                  <a:xfrm>
                    <a:off x="2811879" y="4408455"/>
                    <a:ext cx="16954" cy="24193"/>
                  </a:xfrm>
                  <a:custGeom>
                    <a:avLst/>
                    <a:gdLst>
                      <a:gd name="connsiteX0" fmla="*/ 16478 w 16954"/>
                      <a:gd name="connsiteY0" fmla="*/ 14478 h 24193"/>
                      <a:gd name="connsiteX1" fmla="*/ 16954 w 16954"/>
                      <a:gd name="connsiteY1" fmla="*/ 0 h 24193"/>
                      <a:gd name="connsiteX2" fmla="*/ 0 w 16954"/>
                      <a:gd name="connsiteY2" fmla="*/ 24194 h 24193"/>
                      <a:gd name="connsiteX3" fmla="*/ 15049 w 16954"/>
                      <a:gd name="connsiteY3" fmla="*/ 15240 h 24193"/>
                      <a:gd name="connsiteX4" fmla="*/ 16478 w 16954"/>
                      <a:gd name="connsiteY4" fmla="*/ 14478 h 24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54" h="24193">
                        <a:moveTo>
                          <a:pt x="16478" y="14478"/>
                        </a:moveTo>
                        <a:cubicBezTo>
                          <a:pt x="16383" y="9620"/>
                          <a:pt x="16669" y="4763"/>
                          <a:pt x="16954" y="0"/>
                        </a:cubicBezTo>
                        <a:cubicBezTo>
                          <a:pt x="16478" y="7334"/>
                          <a:pt x="9049" y="16097"/>
                          <a:pt x="0" y="24194"/>
                        </a:cubicBezTo>
                        <a:cubicBezTo>
                          <a:pt x="4858" y="21050"/>
                          <a:pt x="9811" y="18002"/>
                          <a:pt x="15049" y="15240"/>
                        </a:cubicBezTo>
                        <a:cubicBezTo>
                          <a:pt x="15526" y="14954"/>
                          <a:pt x="16002" y="14669"/>
                          <a:pt x="16478" y="1447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74" name="Forme libre : forme 17373">
                    <a:extLst>
                      <a:ext uri="{FF2B5EF4-FFF2-40B4-BE49-F238E27FC236}">
                        <a16:creationId xmlns:a16="http://schemas.microsoft.com/office/drawing/2014/main" id="{F381ACD4-F5D2-48B8-ADC3-70D604942FCB}"/>
                      </a:ext>
                    </a:extLst>
                  </p:cNvPr>
                  <p:cNvSpPr/>
                  <p:nvPr/>
                </p:nvSpPr>
                <p:spPr>
                  <a:xfrm>
                    <a:off x="2855599" y="4467701"/>
                    <a:ext cx="36385" cy="21083"/>
                  </a:xfrm>
                  <a:custGeom>
                    <a:avLst/>
                    <a:gdLst>
                      <a:gd name="connsiteX0" fmla="*/ 0 w 36385"/>
                      <a:gd name="connsiteY0" fmla="*/ 16574 h 21083"/>
                      <a:gd name="connsiteX1" fmla="*/ 36386 w 36385"/>
                      <a:gd name="connsiteY1" fmla="*/ 19717 h 21083"/>
                      <a:gd name="connsiteX2" fmla="*/ 8668 w 36385"/>
                      <a:gd name="connsiteY2" fmla="*/ 0 h 21083"/>
                      <a:gd name="connsiteX3" fmla="*/ 2286 w 36385"/>
                      <a:gd name="connsiteY3" fmla="*/ 10478 h 21083"/>
                      <a:gd name="connsiteX4" fmla="*/ 0 w 36385"/>
                      <a:gd name="connsiteY4" fmla="*/ 16574 h 21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385" h="21083">
                        <a:moveTo>
                          <a:pt x="0" y="16574"/>
                        </a:moveTo>
                        <a:cubicBezTo>
                          <a:pt x="11525" y="21050"/>
                          <a:pt x="24289" y="22384"/>
                          <a:pt x="36386" y="19717"/>
                        </a:cubicBezTo>
                        <a:cubicBezTo>
                          <a:pt x="30004" y="10192"/>
                          <a:pt x="19431" y="5048"/>
                          <a:pt x="8668" y="0"/>
                        </a:cubicBezTo>
                        <a:cubicBezTo>
                          <a:pt x="6096" y="3715"/>
                          <a:pt x="3810" y="7334"/>
                          <a:pt x="2286" y="10478"/>
                        </a:cubicBezTo>
                        <a:cubicBezTo>
                          <a:pt x="1334" y="12383"/>
                          <a:pt x="571" y="14478"/>
                          <a:pt x="0" y="1657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75" name="Forme libre : forme 17374">
                    <a:extLst>
                      <a:ext uri="{FF2B5EF4-FFF2-40B4-BE49-F238E27FC236}">
                        <a16:creationId xmlns:a16="http://schemas.microsoft.com/office/drawing/2014/main" id="{C5B7324A-2D00-4920-AF86-98A220E95083}"/>
                      </a:ext>
                    </a:extLst>
                  </p:cNvPr>
                  <p:cNvSpPr/>
                  <p:nvPr/>
                </p:nvSpPr>
                <p:spPr>
                  <a:xfrm>
                    <a:off x="3025906" y="4425600"/>
                    <a:ext cx="2476" cy="17811"/>
                  </a:xfrm>
                  <a:custGeom>
                    <a:avLst/>
                    <a:gdLst>
                      <a:gd name="connsiteX0" fmla="*/ 2477 w 2476"/>
                      <a:gd name="connsiteY0" fmla="*/ 0 h 17811"/>
                      <a:gd name="connsiteX1" fmla="*/ 0 w 2476"/>
                      <a:gd name="connsiteY1" fmla="*/ 17812 h 17811"/>
                      <a:gd name="connsiteX2" fmla="*/ 2477 w 2476"/>
                      <a:gd name="connsiteY2" fmla="*/ 0 h 17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476" h="17811">
                        <a:moveTo>
                          <a:pt x="2477" y="0"/>
                        </a:moveTo>
                        <a:cubicBezTo>
                          <a:pt x="1333" y="5905"/>
                          <a:pt x="476" y="11906"/>
                          <a:pt x="0" y="17812"/>
                        </a:cubicBezTo>
                        <a:cubicBezTo>
                          <a:pt x="1238" y="12002"/>
                          <a:pt x="2000" y="6001"/>
                          <a:pt x="2477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76" name="Forme libre : forme 17375">
                    <a:extLst>
                      <a:ext uri="{FF2B5EF4-FFF2-40B4-BE49-F238E27FC236}">
                        <a16:creationId xmlns:a16="http://schemas.microsoft.com/office/drawing/2014/main" id="{4CE9D850-70FD-40F3-A486-86F50C16E444}"/>
                      </a:ext>
                    </a:extLst>
                  </p:cNvPr>
                  <p:cNvSpPr/>
                  <p:nvPr/>
                </p:nvSpPr>
                <p:spPr>
                  <a:xfrm>
                    <a:off x="3025799" y="4293965"/>
                    <a:ext cx="13441" cy="52958"/>
                  </a:xfrm>
                  <a:custGeom>
                    <a:avLst/>
                    <a:gdLst>
                      <a:gd name="connsiteX0" fmla="*/ 13442 w 13441"/>
                      <a:gd name="connsiteY0" fmla="*/ 0 h 52958"/>
                      <a:gd name="connsiteX1" fmla="*/ 107 w 13441"/>
                      <a:gd name="connsiteY1" fmla="*/ 52959 h 52958"/>
                      <a:gd name="connsiteX2" fmla="*/ 1631 w 13441"/>
                      <a:gd name="connsiteY2" fmla="*/ 48292 h 52958"/>
                      <a:gd name="connsiteX3" fmla="*/ 13442 w 13441"/>
                      <a:gd name="connsiteY3" fmla="*/ 0 h 52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41" h="52958">
                        <a:moveTo>
                          <a:pt x="13442" y="0"/>
                        </a:moveTo>
                        <a:cubicBezTo>
                          <a:pt x="3536" y="15621"/>
                          <a:pt x="-750" y="34480"/>
                          <a:pt x="107" y="52959"/>
                        </a:cubicBezTo>
                        <a:cubicBezTo>
                          <a:pt x="678" y="51435"/>
                          <a:pt x="1154" y="49816"/>
                          <a:pt x="1631" y="48292"/>
                        </a:cubicBezTo>
                        <a:cubicBezTo>
                          <a:pt x="6012" y="32290"/>
                          <a:pt x="9918" y="16193"/>
                          <a:pt x="1344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77" name="Forme libre : forme 17376">
                    <a:extLst>
                      <a:ext uri="{FF2B5EF4-FFF2-40B4-BE49-F238E27FC236}">
                        <a16:creationId xmlns:a16="http://schemas.microsoft.com/office/drawing/2014/main" id="{8186E150-232D-4D9A-A2EE-B0B5EF08A59B}"/>
                      </a:ext>
                    </a:extLst>
                  </p:cNvPr>
                  <p:cNvSpPr/>
                  <p:nvPr/>
                </p:nvSpPr>
                <p:spPr>
                  <a:xfrm>
                    <a:off x="2961612" y="4337786"/>
                    <a:ext cx="87820" cy="87814"/>
                  </a:xfrm>
                  <a:custGeom>
                    <a:avLst/>
                    <a:gdLst>
                      <a:gd name="connsiteX0" fmla="*/ 44577 w 87820"/>
                      <a:gd name="connsiteY0" fmla="*/ 18568 h 87814"/>
                      <a:gd name="connsiteX1" fmla="*/ 30099 w 87820"/>
                      <a:gd name="connsiteY1" fmla="*/ 11043 h 87814"/>
                      <a:gd name="connsiteX2" fmla="*/ 0 w 87820"/>
                      <a:gd name="connsiteY2" fmla="*/ 1042 h 87814"/>
                      <a:gd name="connsiteX3" fmla="*/ 49721 w 87820"/>
                      <a:gd name="connsiteY3" fmla="*/ 32570 h 87814"/>
                      <a:gd name="connsiteX4" fmla="*/ 62294 w 87820"/>
                      <a:gd name="connsiteY4" fmla="*/ 48000 h 87814"/>
                      <a:gd name="connsiteX5" fmla="*/ 67056 w 87820"/>
                      <a:gd name="connsiteY5" fmla="*/ 70479 h 87814"/>
                      <a:gd name="connsiteX6" fmla="*/ 66770 w 87820"/>
                      <a:gd name="connsiteY6" fmla="*/ 87815 h 87814"/>
                      <a:gd name="connsiteX7" fmla="*/ 73438 w 87820"/>
                      <a:gd name="connsiteY7" fmla="*/ 62574 h 87814"/>
                      <a:gd name="connsiteX8" fmla="*/ 87821 w 87820"/>
                      <a:gd name="connsiteY8" fmla="*/ 73527 h 87814"/>
                      <a:gd name="connsiteX9" fmla="*/ 64865 w 87820"/>
                      <a:gd name="connsiteY9" fmla="*/ 16092 h 87814"/>
                      <a:gd name="connsiteX10" fmla="*/ 64294 w 87820"/>
                      <a:gd name="connsiteY10" fmla="*/ 9138 h 87814"/>
                      <a:gd name="connsiteX11" fmla="*/ 60103 w 87820"/>
                      <a:gd name="connsiteY11" fmla="*/ 15901 h 87814"/>
                      <a:gd name="connsiteX12" fmla="*/ 44577 w 87820"/>
                      <a:gd name="connsiteY12" fmla="*/ 18568 h 878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820" h="87814">
                        <a:moveTo>
                          <a:pt x="44577" y="18568"/>
                        </a:moveTo>
                        <a:cubicBezTo>
                          <a:pt x="39338" y="17044"/>
                          <a:pt x="34766" y="13901"/>
                          <a:pt x="30099" y="11043"/>
                        </a:cubicBezTo>
                        <a:cubicBezTo>
                          <a:pt x="21622" y="5900"/>
                          <a:pt x="9525" y="-3054"/>
                          <a:pt x="0" y="1042"/>
                        </a:cubicBezTo>
                        <a:cubicBezTo>
                          <a:pt x="17907" y="9805"/>
                          <a:pt x="34862" y="18854"/>
                          <a:pt x="49721" y="32570"/>
                        </a:cubicBezTo>
                        <a:cubicBezTo>
                          <a:pt x="54673" y="37142"/>
                          <a:pt x="59341" y="42095"/>
                          <a:pt x="62294" y="48000"/>
                        </a:cubicBezTo>
                        <a:cubicBezTo>
                          <a:pt x="65722" y="54858"/>
                          <a:pt x="66770" y="62764"/>
                          <a:pt x="67056" y="70479"/>
                        </a:cubicBezTo>
                        <a:cubicBezTo>
                          <a:pt x="67342" y="76290"/>
                          <a:pt x="67151" y="82004"/>
                          <a:pt x="66770" y="87815"/>
                        </a:cubicBezTo>
                        <a:cubicBezTo>
                          <a:pt x="68389" y="79242"/>
                          <a:pt x="70580" y="70860"/>
                          <a:pt x="73438" y="62574"/>
                        </a:cubicBezTo>
                        <a:cubicBezTo>
                          <a:pt x="79057" y="64955"/>
                          <a:pt x="84011" y="68765"/>
                          <a:pt x="87821" y="73527"/>
                        </a:cubicBezTo>
                        <a:cubicBezTo>
                          <a:pt x="75819" y="56573"/>
                          <a:pt x="67246" y="36761"/>
                          <a:pt x="64865" y="16092"/>
                        </a:cubicBezTo>
                        <a:cubicBezTo>
                          <a:pt x="64579" y="13805"/>
                          <a:pt x="64484" y="11424"/>
                          <a:pt x="64294" y="9138"/>
                        </a:cubicBezTo>
                        <a:cubicBezTo>
                          <a:pt x="63341" y="11710"/>
                          <a:pt x="62103" y="14091"/>
                          <a:pt x="60103" y="15901"/>
                        </a:cubicBezTo>
                        <a:cubicBezTo>
                          <a:pt x="56102" y="19711"/>
                          <a:pt x="49911" y="20092"/>
                          <a:pt x="44577" y="1856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78" name="Forme libre : forme 17377">
                    <a:extLst>
                      <a:ext uri="{FF2B5EF4-FFF2-40B4-BE49-F238E27FC236}">
                        <a16:creationId xmlns:a16="http://schemas.microsoft.com/office/drawing/2014/main" id="{EB053998-C00F-48B8-BEBA-02B3A1F3307C}"/>
                      </a:ext>
                    </a:extLst>
                  </p:cNvPr>
                  <p:cNvSpPr/>
                  <p:nvPr/>
                </p:nvSpPr>
                <p:spPr>
                  <a:xfrm>
                    <a:off x="3072959" y="4235291"/>
                    <a:ext cx="11239" cy="13049"/>
                  </a:xfrm>
                  <a:custGeom>
                    <a:avLst/>
                    <a:gdLst>
                      <a:gd name="connsiteX0" fmla="*/ 0 w 11239"/>
                      <a:gd name="connsiteY0" fmla="*/ 13049 h 13049"/>
                      <a:gd name="connsiteX1" fmla="*/ 11239 w 11239"/>
                      <a:gd name="connsiteY1" fmla="*/ 0 h 13049"/>
                      <a:gd name="connsiteX2" fmla="*/ 0 w 11239"/>
                      <a:gd name="connsiteY2" fmla="*/ 13049 h 13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239" h="13049">
                        <a:moveTo>
                          <a:pt x="0" y="13049"/>
                        </a:moveTo>
                        <a:cubicBezTo>
                          <a:pt x="4477" y="9430"/>
                          <a:pt x="8287" y="4953"/>
                          <a:pt x="11239" y="0"/>
                        </a:cubicBezTo>
                        <a:cubicBezTo>
                          <a:pt x="7048" y="3905"/>
                          <a:pt x="3238" y="8192"/>
                          <a:pt x="0" y="1304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79" name="Forme libre : forme 17378">
                    <a:extLst>
                      <a:ext uri="{FF2B5EF4-FFF2-40B4-BE49-F238E27FC236}">
                        <a16:creationId xmlns:a16="http://schemas.microsoft.com/office/drawing/2014/main" id="{F37CAB44-377B-42C0-9B99-AD0FED15FBB8}"/>
                      </a:ext>
                    </a:extLst>
                  </p:cNvPr>
                  <p:cNvSpPr/>
                  <p:nvPr/>
                </p:nvSpPr>
                <p:spPr>
                  <a:xfrm>
                    <a:off x="3081151" y="4164234"/>
                    <a:ext cx="72675" cy="70961"/>
                  </a:xfrm>
                  <a:custGeom>
                    <a:avLst/>
                    <a:gdLst>
                      <a:gd name="connsiteX0" fmla="*/ 72676 w 72675"/>
                      <a:gd name="connsiteY0" fmla="*/ 35338 h 70961"/>
                      <a:gd name="connsiteX1" fmla="*/ 26099 w 72675"/>
                      <a:gd name="connsiteY1" fmla="*/ 38195 h 70961"/>
                      <a:gd name="connsiteX2" fmla="*/ 20860 w 72675"/>
                      <a:gd name="connsiteY2" fmla="*/ 37147 h 70961"/>
                      <a:gd name="connsiteX3" fmla="*/ 19145 w 72675"/>
                      <a:gd name="connsiteY3" fmla="*/ 30766 h 70961"/>
                      <a:gd name="connsiteX4" fmla="*/ 0 w 72675"/>
                      <a:gd name="connsiteY4" fmla="*/ 0 h 70961"/>
                      <a:gd name="connsiteX5" fmla="*/ 11144 w 72675"/>
                      <a:gd name="connsiteY5" fmla="*/ 42863 h 70961"/>
                      <a:gd name="connsiteX6" fmla="*/ 2953 w 72675"/>
                      <a:gd name="connsiteY6" fmla="*/ 70961 h 70961"/>
                      <a:gd name="connsiteX7" fmla="*/ 72676 w 72675"/>
                      <a:gd name="connsiteY7" fmla="*/ 35338 h 70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675" h="70961">
                        <a:moveTo>
                          <a:pt x="72676" y="35338"/>
                        </a:moveTo>
                        <a:cubicBezTo>
                          <a:pt x="57150" y="36290"/>
                          <a:pt x="41624" y="37243"/>
                          <a:pt x="26099" y="38195"/>
                        </a:cubicBezTo>
                        <a:cubicBezTo>
                          <a:pt x="24289" y="38290"/>
                          <a:pt x="22193" y="38386"/>
                          <a:pt x="20860" y="37147"/>
                        </a:cubicBezTo>
                        <a:cubicBezTo>
                          <a:pt x="19145" y="35623"/>
                          <a:pt x="19145" y="33052"/>
                          <a:pt x="19145" y="30766"/>
                        </a:cubicBezTo>
                        <a:cubicBezTo>
                          <a:pt x="19145" y="18574"/>
                          <a:pt x="11716" y="3620"/>
                          <a:pt x="0" y="0"/>
                        </a:cubicBezTo>
                        <a:cubicBezTo>
                          <a:pt x="5525" y="14097"/>
                          <a:pt x="11716" y="27146"/>
                          <a:pt x="11144" y="42863"/>
                        </a:cubicBezTo>
                        <a:cubicBezTo>
                          <a:pt x="10763" y="52673"/>
                          <a:pt x="8001" y="62579"/>
                          <a:pt x="2953" y="70961"/>
                        </a:cubicBezTo>
                        <a:cubicBezTo>
                          <a:pt x="21431" y="52959"/>
                          <a:pt x="47339" y="42577"/>
                          <a:pt x="72676" y="3533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80" name="Forme libre : forme 17379">
                    <a:extLst>
                      <a:ext uri="{FF2B5EF4-FFF2-40B4-BE49-F238E27FC236}">
                        <a16:creationId xmlns:a16="http://schemas.microsoft.com/office/drawing/2014/main" id="{AB760D41-1557-4E31-A9C5-3661B60687DB}"/>
                      </a:ext>
                    </a:extLst>
                  </p:cNvPr>
                  <p:cNvSpPr/>
                  <p:nvPr/>
                </p:nvSpPr>
                <p:spPr>
                  <a:xfrm>
                    <a:off x="2979138" y="4049172"/>
                    <a:ext cx="144303" cy="68484"/>
                  </a:xfrm>
                  <a:custGeom>
                    <a:avLst/>
                    <a:gdLst>
                      <a:gd name="connsiteX0" fmla="*/ 84582 w 144303"/>
                      <a:gd name="connsiteY0" fmla="*/ 68485 h 68484"/>
                      <a:gd name="connsiteX1" fmla="*/ 106013 w 144303"/>
                      <a:gd name="connsiteY1" fmla="*/ 28766 h 68484"/>
                      <a:gd name="connsiteX2" fmla="*/ 144304 w 144303"/>
                      <a:gd name="connsiteY2" fmla="*/ 0 h 68484"/>
                      <a:gd name="connsiteX3" fmla="*/ 68485 w 144303"/>
                      <a:gd name="connsiteY3" fmla="*/ 21050 h 68484"/>
                      <a:gd name="connsiteX4" fmla="*/ 53912 w 144303"/>
                      <a:gd name="connsiteY4" fmla="*/ 19050 h 68484"/>
                      <a:gd name="connsiteX5" fmla="*/ 40957 w 144303"/>
                      <a:gd name="connsiteY5" fmla="*/ 11525 h 68484"/>
                      <a:gd name="connsiteX6" fmla="*/ 0 w 144303"/>
                      <a:gd name="connsiteY6" fmla="*/ 4953 h 68484"/>
                      <a:gd name="connsiteX7" fmla="*/ 84582 w 144303"/>
                      <a:gd name="connsiteY7" fmla="*/ 68485 h 68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4303" h="68484">
                        <a:moveTo>
                          <a:pt x="84582" y="68485"/>
                        </a:moveTo>
                        <a:cubicBezTo>
                          <a:pt x="80296" y="52959"/>
                          <a:pt x="92678" y="37719"/>
                          <a:pt x="106013" y="28766"/>
                        </a:cubicBezTo>
                        <a:cubicBezTo>
                          <a:pt x="119348" y="19812"/>
                          <a:pt x="135255" y="13240"/>
                          <a:pt x="144304" y="0"/>
                        </a:cubicBezTo>
                        <a:cubicBezTo>
                          <a:pt x="121539" y="13621"/>
                          <a:pt x="95060" y="20955"/>
                          <a:pt x="68485" y="21050"/>
                        </a:cubicBezTo>
                        <a:cubicBezTo>
                          <a:pt x="63532" y="21050"/>
                          <a:pt x="58579" y="20765"/>
                          <a:pt x="53912" y="19050"/>
                        </a:cubicBezTo>
                        <a:cubicBezTo>
                          <a:pt x="49244" y="17336"/>
                          <a:pt x="45244" y="14097"/>
                          <a:pt x="40957" y="11525"/>
                        </a:cubicBezTo>
                        <a:cubicBezTo>
                          <a:pt x="29813" y="4858"/>
                          <a:pt x="12382" y="-857"/>
                          <a:pt x="0" y="4953"/>
                        </a:cubicBezTo>
                        <a:cubicBezTo>
                          <a:pt x="36481" y="16193"/>
                          <a:pt x="63627" y="35624"/>
                          <a:pt x="84582" y="6848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81" name="Forme libre : forme 17380">
                    <a:extLst>
                      <a:ext uri="{FF2B5EF4-FFF2-40B4-BE49-F238E27FC236}">
                        <a16:creationId xmlns:a16="http://schemas.microsoft.com/office/drawing/2014/main" id="{E7549B17-E1E7-47BE-A1A6-4C92241A1DA1}"/>
                      </a:ext>
                    </a:extLst>
                  </p:cNvPr>
                  <p:cNvSpPr/>
                  <p:nvPr/>
                </p:nvSpPr>
                <p:spPr>
                  <a:xfrm>
                    <a:off x="3253649" y="4177062"/>
                    <a:ext cx="127634" cy="261206"/>
                  </a:xfrm>
                  <a:custGeom>
                    <a:avLst/>
                    <a:gdLst>
                      <a:gd name="connsiteX0" fmla="*/ 59436 w 127634"/>
                      <a:gd name="connsiteY0" fmla="*/ 46513 h 261206"/>
                      <a:gd name="connsiteX1" fmla="*/ 74104 w 127634"/>
                      <a:gd name="connsiteY1" fmla="*/ 127952 h 261206"/>
                      <a:gd name="connsiteX2" fmla="*/ 42958 w 127634"/>
                      <a:gd name="connsiteY2" fmla="*/ 192817 h 261206"/>
                      <a:gd name="connsiteX3" fmla="*/ 0 w 127634"/>
                      <a:gd name="connsiteY3" fmla="*/ 261206 h 261206"/>
                      <a:gd name="connsiteX4" fmla="*/ 78105 w 127634"/>
                      <a:gd name="connsiteY4" fmla="*/ 154717 h 261206"/>
                      <a:gd name="connsiteX5" fmla="*/ 82772 w 127634"/>
                      <a:gd name="connsiteY5" fmla="*/ 251872 h 261206"/>
                      <a:gd name="connsiteX6" fmla="*/ 89249 w 127634"/>
                      <a:gd name="connsiteY6" fmla="*/ 154907 h 261206"/>
                      <a:gd name="connsiteX7" fmla="*/ 102679 w 127634"/>
                      <a:gd name="connsiteY7" fmla="*/ 97377 h 261206"/>
                      <a:gd name="connsiteX8" fmla="*/ 127635 w 127634"/>
                      <a:gd name="connsiteY8" fmla="*/ 74802 h 261206"/>
                      <a:gd name="connsiteX9" fmla="*/ 102203 w 127634"/>
                      <a:gd name="connsiteY9" fmla="*/ 82232 h 261206"/>
                      <a:gd name="connsiteX10" fmla="*/ 91726 w 127634"/>
                      <a:gd name="connsiteY10" fmla="*/ 82898 h 261206"/>
                      <a:gd name="connsiteX11" fmla="*/ 84487 w 127634"/>
                      <a:gd name="connsiteY11" fmla="*/ 74612 h 261206"/>
                      <a:gd name="connsiteX12" fmla="*/ 53435 w 127634"/>
                      <a:gd name="connsiteY12" fmla="*/ 18224 h 261206"/>
                      <a:gd name="connsiteX13" fmla="*/ 5429 w 127634"/>
                      <a:gd name="connsiteY13" fmla="*/ 3555 h 261206"/>
                      <a:gd name="connsiteX14" fmla="*/ 59436 w 127634"/>
                      <a:gd name="connsiteY14" fmla="*/ 46513 h 261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7634" h="261206">
                        <a:moveTo>
                          <a:pt x="59436" y="46513"/>
                        </a:moveTo>
                        <a:cubicBezTo>
                          <a:pt x="74866" y="70230"/>
                          <a:pt x="80296" y="100329"/>
                          <a:pt x="74104" y="127952"/>
                        </a:cubicBezTo>
                        <a:cubicBezTo>
                          <a:pt x="68771" y="151478"/>
                          <a:pt x="55816" y="172338"/>
                          <a:pt x="42958" y="192817"/>
                        </a:cubicBezTo>
                        <a:cubicBezTo>
                          <a:pt x="28670" y="215582"/>
                          <a:pt x="14288" y="238442"/>
                          <a:pt x="0" y="261206"/>
                        </a:cubicBezTo>
                        <a:cubicBezTo>
                          <a:pt x="26003" y="225678"/>
                          <a:pt x="52102" y="190245"/>
                          <a:pt x="78105" y="154717"/>
                        </a:cubicBezTo>
                        <a:cubicBezTo>
                          <a:pt x="66770" y="185959"/>
                          <a:pt x="68485" y="221773"/>
                          <a:pt x="82772" y="251872"/>
                        </a:cubicBezTo>
                        <a:cubicBezTo>
                          <a:pt x="84963" y="219582"/>
                          <a:pt x="87154" y="187197"/>
                          <a:pt x="89249" y="154907"/>
                        </a:cubicBezTo>
                        <a:cubicBezTo>
                          <a:pt x="90583" y="135095"/>
                          <a:pt x="92202" y="114331"/>
                          <a:pt x="102679" y="97377"/>
                        </a:cubicBezTo>
                        <a:cubicBezTo>
                          <a:pt x="108680" y="87661"/>
                          <a:pt x="117538" y="79946"/>
                          <a:pt x="127635" y="74802"/>
                        </a:cubicBezTo>
                        <a:cubicBezTo>
                          <a:pt x="119158" y="77279"/>
                          <a:pt x="110680" y="79755"/>
                          <a:pt x="102203" y="82232"/>
                        </a:cubicBezTo>
                        <a:cubicBezTo>
                          <a:pt x="98774" y="83184"/>
                          <a:pt x="95059" y="84232"/>
                          <a:pt x="91726" y="82898"/>
                        </a:cubicBezTo>
                        <a:cubicBezTo>
                          <a:pt x="88201" y="81565"/>
                          <a:pt x="86106" y="77945"/>
                          <a:pt x="84487" y="74612"/>
                        </a:cubicBezTo>
                        <a:cubicBezTo>
                          <a:pt x="74866" y="55276"/>
                          <a:pt x="69342" y="32797"/>
                          <a:pt x="53435" y="18224"/>
                        </a:cubicBezTo>
                        <a:cubicBezTo>
                          <a:pt x="44863" y="10318"/>
                          <a:pt x="14478" y="-7589"/>
                          <a:pt x="5429" y="3555"/>
                        </a:cubicBezTo>
                        <a:cubicBezTo>
                          <a:pt x="26765" y="14890"/>
                          <a:pt x="45815" y="25558"/>
                          <a:pt x="59436" y="4651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82" name="Forme libre : forme 17381">
                    <a:extLst>
                      <a:ext uri="{FF2B5EF4-FFF2-40B4-BE49-F238E27FC236}">
                        <a16:creationId xmlns:a16="http://schemas.microsoft.com/office/drawing/2014/main" id="{07FFBDBC-1C52-4F7C-A128-83B282981A6B}"/>
                      </a:ext>
                    </a:extLst>
                  </p:cNvPr>
                  <p:cNvSpPr/>
                  <p:nvPr/>
                </p:nvSpPr>
                <p:spPr>
                  <a:xfrm>
                    <a:off x="3381379" y="4245578"/>
                    <a:ext cx="21526" cy="6286"/>
                  </a:xfrm>
                  <a:custGeom>
                    <a:avLst/>
                    <a:gdLst>
                      <a:gd name="connsiteX0" fmla="*/ 0 w 21526"/>
                      <a:gd name="connsiteY0" fmla="*/ 6287 h 6286"/>
                      <a:gd name="connsiteX1" fmla="*/ 21526 w 21526"/>
                      <a:gd name="connsiteY1" fmla="*/ 0 h 6286"/>
                      <a:gd name="connsiteX2" fmla="*/ 0 w 21526"/>
                      <a:gd name="connsiteY2" fmla="*/ 6287 h 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526" h="6286">
                        <a:moveTo>
                          <a:pt x="0" y="6287"/>
                        </a:moveTo>
                        <a:cubicBezTo>
                          <a:pt x="7144" y="4191"/>
                          <a:pt x="14383" y="2096"/>
                          <a:pt x="21526" y="0"/>
                        </a:cubicBezTo>
                        <a:cubicBezTo>
                          <a:pt x="14002" y="667"/>
                          <a:pt x="6763" y="2857"/>
                          <a:pt x="0" y="628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83" name="Forme libre : forme 17382">
                    <a:extLst>
                      <a:ext uri="{FF2B5EF4-FFF2-40B4-BE49-F238E27FC236}">
                        <a16:creationId xmlns:a16="http://schemas.microsoft.com/office/drawing/2014/main" id="{A2171621-92DE-449B-813E-B497F9AF8A22}"/>
                      </a:ext>
                    </a:extLst>
                  </p:cNvPr>
                  <p:cNvSpPr/>
                  <p:nvPr/>
                </p:nvSpPr>
                <p:spPr>
                  <a:xfrm>
                    <a:off x="3373854" y="3987736"/>
                    <a:ext cx="113537" cy="129540"/>
                  </a:xfrm>
                  <a:custGeom>
                    <a:avLst/>
                    <a:gdLst>
                      <a:gd name="connsiteX0" fmla="*/ 113538 w 113537"/>
                      <a:gd name="connsiteY0" fmla="*/ 91821 h 129540"/>
                      <a:gd name="connsiteX1" fmla="*/ 101060 w 113537"/>
                      <a:gd name="connsiteY1" fmla="*/ 56102 h 129540"/>
                      <a:gd name="connsiteX2" fmla="*/ 98584 w 113537"/>
                      <a:gd name="connsiteY2" fmla="*/ 0 h 129540"/>
                      <a:gd name="connsiteX3" fmla="*/ 61531 w 113537"/>
                      <a:gd name="connsiteY3" fmla="*/ 74676 h 129540"/>
                      <a:gd name="connsiteX4" fmla="*/ 31623 w 113537"/>
                      <a:gd name="connsiteY4" fmla="*/ 95917 h 129540"/>
                      <a:gd name="connsiteX5" fmla="*/ 0 w 113537"/>
                      <a:gd name="connsiteY5" fmla="*/ 129540 h 129540"/>
                      <a:gd name="connsiteX6" fmla="*/ 51911 w 113537"/>
                      <a:gd name="connsiteY6" fmla="*/ 93154 h 129540"/>
                      <a:gd name="connsiteX7" fmla="*/ 113538 w 113537"/>
                      <a:gd name="connsiteY7" fmla="*/ 91821 h 129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3537" h="129540">
                        <a:moveTo>
                          <a:pt x="113538" y="91821"/>
                        </a:moveTo>
                        <a:cubicBezTo>
                          <a:pt x="102965" y="84106"/>
                          <a:pt x="101537" y="69152"/>
                          <a:pt x="101060" y="56102"/>
                        </a:cubicBezTo>
                        <a:cubicBezTo>
                          <a:pt x="100394" y="37529"/>
                          <a:pt x="100774" y="18479"/>
                          <a:pt x="98584" y="0"/>
                        </a:cubicBezTo>
                        <a:cubicBezTo>
                          <a:pt x="92392" y="28004"/>
                          <a:pt x="83915" y="55054"/>
                          <a:pt x="61531" y="74676"/>
                        </a:cubicBezTo>
                        <a:cubicBezTo>
                          <a:pt x="52292" y="82677"/>
                          <a:pt x="41434" y="88582"/>
                          <a:pt x="31623" y="95917"/>
                        </a:cubicBezTo>
                        <a:cubicBezTo>
                          <a:pt x="19240" y="105156"/>
                          <a:pt x="8477" y="116586"/>
                          <a:pt x="0" y="129540"/>
                        </a:cubicBezTo>
                        <a:cubicBezTo>
                          <a:pt x="16097" y="115729"/>
                          <a:pt x="32480" y="101727"/>
                          <a:pt x="51911" y="93154"/>
                        </a:cubicBezTo>
                        <a:cubicBezTo>
                          <a:pt x="71342" y="84582"/>
                          <a:pt x="94583" y="82201"/>
                          <a:pt x="113538" y="9182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84" name="Forme libre : forme 17383">
                    <a:extLst>
                      <a:ext uri="{FF2B5EF4-FFF2-40B4-BE49-F238E27FC236}">
                        <a16:creationId xmlns:a16="http://schemas.microsoft.com/office/drawing/2014/main" id="{0F5C244A-585D-4523-9483-E12EB958FA1C}"/>
                      </a:ext>
                    </a:extLst>
                  </p:cNvPr>
                  <p:cNvSpPr/>
                  <p:nvPr/>
                </p:nvSpPr>
                <p:spPr>
                  <a:xfrm>
                    <a:off x="3541780" y="4436840"/>
                    <a:ext cx="18668" cy="20478"/>
                  </a:xfrm>
                  <a:custGeom>
                    <a:avLst/>
                    <a:gdLst>
                      <a:gd name="connsiteX0" fmla="*/ 18669 w 18668"/>
                      <a:gd name="connsiteY0" fmla="*/ 0 h 20478"/>
                      <a:gd name="connsiteX1" fmla="*/ 0 w 18668"/>
                      <a:gd name="connsiteY1" fmla="*/ 20479 h 20478"/>
                      <a:gd name="connsiteX2" fmla="*/ 18669 w 18668"/>
                      <a:gd name="connsiteY2" fmla="*/ 0 h 20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668" h="20478">
                        <a:moveTo>
                          <a:pt x="18669" y="0"/>
                        </a:moveTo>
                        <a:cubicBezTo>
                          <a:pt x="12573" y="6953"/>
                          <a:pt x="6477" y="13811"/>
                          <a:pt x="0" y="20479"/>
                        </a:cubicBezTo>
                        <a:cubicBezTo>
                          <a:pt x="6858" y="14192"/>
                          <a:pt x="12954" y="7239"/>
                          <a:pt x="18669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85" name="Forme libre : forme 17384">
                    <a:extLst>
                      <a:ext uri="{FF2B5EF4-FFF2-40B4-BE49-F238E27FC236}">
                        <a16:creationId xmlns:a16="http://schemas.microsoft.com/office/drawing/2014/main" id="{DA41B5DB-ECEB-491B-BCDC-B60A7A1CE5B2}"/>
                      </a:ext>
                    </a:extLst>
                  </p:cNvPr>
                  <p:cNvSpPr/>
                  <p:nvPr/>
                </p:nvSpPr>
                <p:spPr>
                  <a:xfrm>
                    <a:off x="3510752" y="4247197"/>
                    <a:ext cx="173236" cy="189738"/>
                  </a:xfrm>
                  <a:custGeom>
                    <a:avLst/>
                    <a:gdLst>
                      <a:gd name="connsiteX0" fmla="*/ 100561 w 173236"/>
                      <a:gd name="connsiteY0" fmla="*/ 91154 h 189738"/>
                      <a:gd name="connsiteX1" fmla="*/ 90560 w 173236"/>
                      <a:gd name="connsiteY1" fmla="*/ 84772 h 189738"/>
                      <a:gd name="connsiteX2" fmla="*/ 49793 w 173236"/>
                      <a:gd name="connsiteY2" fmla="*/ 34766 h 189738"/>
                      <a:gd name="connsiteX3" fmla="*/ 453 w 173236"/>
                      <a:gd name="connsiteY3" fmla="*/ 0 h 189738"/>
                      <a:gd name="connsiteX4" fmla="*/ 18265 w 173236"/>
                      <a:gd name="connsiteY4" fmla="*/ 23813 h 189738"/>
                      <a:gd name="connsiteX5" fmla="*/ 61508 w 173236"/>
                      <a:gd name="connsiteY5" fmla="*/ 61817 h 189738"/>
                      <a:gd name="connsiteX6" fmla="*/ 82654 w 173236"/>
                      <a:gd name="connsiteY6" fmla="*/ 114205 h 189738"/>
                      <a:gd name="connsiteX7" fmla="*/ 74081 w 173236"/>
                      <a:gd name="connsiteY7" fmla="*/ 149543 h 189738"/>
                      <a:gd name="connsiteX8" fmla="*/ 49793 w 173236"/>
                      <a:gd name="connsiteY8" fmla="*/ 189738 h 189738"/>
                      <a:gd name="connsiteX9" fmla="*/ 77510 w 173236"/>
                      <a:gd name="connsiteY9" fmla="*/ 156115 h 189738"/>
                      <a:gd name="connsiteX10" fmla="*/ 91417 w 173236"/>
                      <a:gd name="connsiteY10" fmla="*/ 128778 h 189738"/>
                      <a:gd name="connsiteX11" fmla="*/ 93322 w 173236"/>
                      <a:gd name="connsiteY11" fmla="*/ 113919 h 189738"/>
                      <a:gd name="connsiteX12" fmla="*/ 116468 w 173236"/>
                      <a:gd name="connsiteY12" fmla="*/ 94107 h 189738"/>
                      <a:gd name="connsiteX13" fmla="*/ 173237 w 173236"/>
                      <a:gd name="connsiteY13" fmla="*/ 67723 h 189738"/>
                      <a:gd name="connsiteX14" fmla="*/ 109990 w 173236"/>
                      <a:gd name="connsiteY14" fmla="*/ 89630 h 189738"/>
                      <a:gd name="connsiteX15" fmla="*/ 100561 w 173236"/>
                      <a:gd name="connsiteY15" fmla="*/ 91154 h 189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73236" h="189738">
                        <a:moveTo>
                          <a:pt x="100561" y="91154"/>
                        </a:moveTo>
                        <a:cubicBezTo>
                          <a:pt x="96560" y="90583"/>
                          <a:pt x="93322" y="87630"/>
                          <a:pt x="90560" y="84772"/>
                        </a:cubicBezTo>
                        <a:cubicBezTo>
                          <a:pt x="75510" y="69342"/>
                          <a:pt x="63794" y="51054"/>
                          <a:pt x="49793" y="34766"/>
                        </a:cubicBezTo>
                        <a:cubicBezTo>
                          <a:pt x="37601" y="20479"/>
                          <a:pt x="19789" y="2286"/>
                          <a:pt x="453" y="0"/>
                        </a:cubicBezTo>
                        <a:cubicBezTo>
                          <a:pt x="-2595" y="11335"/>
                          <a:pt x="10454" y="18002"/>
                          <a:pt x="18265" y="23813"/>
                        </a:cubicBezTo>
                        <a:cubicBezTo>
                          <a:pt x="33695" y="35338"/>
                          <a:pt x="49221" y="47054"/>
                          <a:pt x="61508" y="61817"/>
                        </a:cubicBezTo>
                        <a:cubicBezTo>
                          <a:pt x="73795" y="76581"/>
                          <a:pt x="82749" y="94964"/>
                          <a:pt x="82654" y="114205"/>
                        </a:cubicBezTo>
                        <a:cubicBezTo>
                          <a:pt x="82559" y="126397"/>
                          <a:pt x="78844" y="138303"/>
                          <a:pt x="74081" y="149543"/>
                        </a:cubicBezTo>
                        <a:cubicBezTo>
                          <a:pt x="67890" y="164021"/>
                          <a:pt x="59508" y="177451"/>
                          <a:pt x="49793" y="189738"/>
                        </a:cubicBezTo>
                        <a:cubicBezTo>
                          <a:pt x="59413" y="178784"/>
                          <a:pt x="68747" y="167640"/>
                          <a:pt x="77510" y="156115"/>
                        </a:cubicBezTo>
                        <a:cubicBezTo>
                          <a:pt x="83702" y="147828"/>
                          <a:pt x="89988" y="138970"/>
                          <a:pt x="91417" y="128778"/>
                        </a:cubicBezTo>
                        <a:cubicBezTo>
                          <a:pt x="92179" y="123825"/>
                          <a:pt x="91798" y="118681"/>
                          <a:pt x="93322" y="113919"/>
                        </a:cubicBezTo>
                        <a:cubicBezTo>
                          <a:pt x="96560" y="103918"/>
                          <a:pt x="106943" y="98488"/>
                          <a:pt x="116468" y="94107"/>
                        </a:cubicBezTo>
                        <a:cubicBezTo>
                          <a:pt x="135422" y="85344"/>
                          <a:pt x="154282" y="76581"/>
                          <a:pt x="173237" y="67723"/>
                        </a:cubicBezTo>
                        <a:cubicBezTo>
                          <a:pt x="152186" y="75057"/>
                          <a:pt x="131041" y="82296"/>
                          <a:pt x="109990" y="89630"/>
                        </a:cubicBezTo>
                        <a:cubicBezTo>
                          <a:pt x="106847" y="90583"/>
                          <a:pt x="103704" y="91630"/>
                          <a:pt x="100561" y="9115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86" name="Forme libre : forme 17385">
                    <a:extLst>
                      <a:ext uri="{FF2B5EF4-FFF2-40B4-BE49-F238E27FC236}">
                        <a16:creationId xmlns:a16="http://schemas.microsoft.com/office/drawing/2014/main" id="{543B378A-5151-4211-AC6C-C35591671619}"/>
                      </a:ext>
                    </a:extLst>
                  </p:cNvPr>
                  <p:cNvSpPr/>
                  <p:nvPr/>
                </p:nvSpPr>
                <p:spPr>
                  <a:xfrm>
                    <a:off x="3630267" y="3948881"/>
                    <a:ext cx="204311" cy="202633"/>
                  </a:xfrm>
                  <a:custGeom>
                    <a:avLst/>
                    <a:gdLst>
                      <a:gd name="connsiteX0" fmla="*/ 78867 w 204311"/>
                      <a:gd name="connsiteY0" fmla="*/ 181444 h 202633"/>
                      <a:gd name="connsiteX1" fmla="*/ 117158 w 204311"/>
                      <a:gd name="connsiteY1" fmla="*/ 109816 h 202633"/>
                      <a:gd name="connsiteX2" fmla="*/ 119444 w 204311"/>
                      <a:gd name="connsiteY2" fmla="*/ 89909 h 202633"/>
                      <a:gd name="connsiteX3" fmla="*/ 141161 w 204311"/>
                      <a:gd name="connsiteY3" fmla="*/ 63620 h 202633"/>
                      <a:gd name="connsiteX4" fmla="*/ 204311 w 204311"/>
                      <a:gd name="connsiteY4" fmla="*/ 51618 h 202633"/>
                      <a:gd name="connsiteX5" fmla="*/ 142113 w 204311"/>
                      <a:gd name="connsiteY5" fmla="*/ 28187 h 202633"/>
                      <a:gd name="connsiteX6" fmla="*/ 110014 w 204311"/>
                      <a:gd name="connsiteY6" fmla="*/ 1326 h 202633"/>
                      <a:gd name="connsiteX7" fmla="*/ 118777 w 204311"/>
                      <a:gd name="connsiteY7" fmla="*/ 70954 h 202633"/>
                      <a:gd name="connsiteX8" fmla="*/ 91154 w 204311"/>
                      <a:gd name="connsiteY8" fmla="*/ 150583 h 202633"/>
                      <a:gd name="connsiteX9" fmla="*/ 0 w 204311"/>
                      <a:gd name="connsiteY9" fmla="*/ 201256 h 202633"/>
                      <a:gd name="connsiteX10" fmla="*/ 78867 w 204311"/>
                      <a:gd name="connsiteY10" fmla="*/ 181444 h 20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4311" h="202633">
                        <a:moveTo>
                          <a:pt x="78867" y="181444"/>
                        </a:moveTo>
                        <a:cubicBezTo>
                          <a:pt x="100870" y="164299"/>
                          <a:pt x="115062" y="137629"/>
                          <a:pt x="117158" y="109816"/>
                        </a:cubicBezTo>
                        <a:cubicBezTo>
                          <a:pt x="117634" y="103148"/>
                          <a:pt x="117443" y="96290"/>
                          <a:pt x="119444" y="89909"/>
                        </a:cubicBezTo>
                        <a:cubicBezTo>
                          <a:pt x="122777" y="78765"/>
                          <a:pt x="131921" y="70478"/>
                          <a:pt x="141161" y="63620"/>
                        </a:cubicBezTo>
                        <a:cubicBezTo>
                          <a:pt x="159449" y="50094"/>
                          <a:pt x="184785" y="39807"/>
                          <a:pt x="204311" y="51618"/>
                        </a:cubicBezTo>
                        <a:cubicBezTo>
                          <a:pt x="189071" y="35140"/>
                          <a:pt x="161639" y="39331"/>
                          <a:pt x="142113" y="28187"/>
                        </a:cubicBezTo>
                        <a:cubicBezTo>
                          <a:pt x="133541" y="23234"/>
                          <a:pt x="116396" y="-6579"/>
                          <a:pt x="110014" y="1326"/>
                        </a:cubicBezTo>
                        <a:cubicBezTo>
                          <a:pt x="106109" y="6184"/>
                          <a:pt x="119253" y="60572"/>
                          <a:pt x="118777" y="70954"/>
                        </a:cubicBezTo>
                        <a:cubicBezTo>
                          <a:pt x="117729" y="99529"/>
                          <a:pt x="109157" y="128390"/>
                          <a:pt x="91154" y="150583"/>
                        </a:cubicBezTo>
                        <a:cubicBezTo>
                          <a:pt x="68866" y="178110"/>
                          <a:pt x="34385" y="192874"/>
                          <a:pt x="0" y="201256"/>
                        </a:cubicBezTo>
                        <a:cubicBezTo>
                          <a:pt x="27527" y="205923"/>
                          <a:pt x="56864" y="198589"/>
                          <a:pt x="78867" y="18144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87" name="Forme libre : forme 17386">
                    <a:extLst>
                      <a:ext uri="{FF2B5EF4-FFF2-40B4-BE49-F238E27FC236}">
                        <a16:creationId xmlns:a16="http://schemas.microsoft.com/office/drawing/2014/main" id="{CA5D6612-F50E-4D2D-BBB2-A215F3806E39}"/>
                      </a:ext>
                    </a:extLst>
                  </p:cNvPr>
                  <p:cNvSpPr/>
                  <p:nvPr/>
                </p:nvSpPr>
                <p:spPr>
                  <a:xfrm>
                    <a:off x="3807051" y="4362068"/>
                    <a:ext cx="16096" cy="26860"/>
                  </a:xfrm>
                  <a:custGeom>
                    <a:avLst/>
                    <a:gdLst>
                      <a:gd name="connsiteX0" fmla="*/ 16097 w 16096"/>
                      <a:gd name="connsiteY0" fmla="*/ 26861 h 26860"/>
                      <a:gd name="connsiteX1" fmla="*/ 0 w 16096"/>
                      <a:gd name="connsiteY1" fmla="*/ 0 h 26860"/>
                      <a:gd name="connsiteX2" fmla="*/ 16097 w 16096"/>
                      <a:gd name="connsiteY2" fmla="*/ 26861 h 26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096" h="26860">
                        <a:moveTo>
                          <a:pt x="16097" y="26861"/>
                        </a:moveTo>
                        <a:cubicBezTo>
                          <a:pt x="8953" y="18955"/>
                          <a:pt x="3810" y="9716"/>
                          <a:pt x="0" y="0"/>
                        </a:cubicBezTo>
                        <a:cubicBezTo>
                          <a:pt x="2381" y="10859"/>
                          <a:pt x="7048" y="20765"/>
                          <a:pt x="16097" y="2686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88" name="Forme libre : forme 17387">
                    <a:extLst>
                      <a:ext uri="{FF2B5EF4-FFF2-40B4-BE49-F238E27FC236}">
                        <a16:creationId xmlns:a16="http://schemas.microsoft.com/office/drawing/2014/main" id="{34E6E404-8E9F-4FC5-A184-BD8DEBCD3376}"/>
                      </a:ext>
                    </a:extLst>
                  </p:cNvPr>
                  <p:cNvSpPr/>
                  <p:nvPr/>
                </p:nvSpPr>
                <p:spPr>
                  <a:xfrm>
                    <a:off x="3749044" y="4205668"/>
                    <a:ext cx="117062" cy="156495"/>
                  </a:xfrm>
                  <a:custGeom>
                    <a:avLst/>
                    <a:gdLst>
                      <a:gd name="connsiteX0" fmla="*/ 16288 w 117062"/>
                      <a:gd name="connsiteY0" fmla="*/ 11430 h 156495"/>
                      <a:gd name="connsiteX1" fmla="*/ 28099 w 117062"/>
                      <a:gd name="connsiteY1" fmla="*/ 32671 h 156495"/>
                      <a:gd name="connsiteX2" fmla="*/ 44577 w 117062"/>
                      <a:gd name="connsiteY2" fmla="*/ 54102 h 156495"/>
                      <a:gd name="connsiteX3" fmla="*/ 33814 w 117062"/>
                      <a:gd name="connsiteY3" fmla="*/ 91440 h 156495"/>
                      <a:gd name="connsiteX4" fmla="*/ 0 w 117062"/>
                      <a:gd name="connsiteY4" fmla="*/ 128111 h 156495"/>
                      <a:gd name="connsiteX5" fmla="*/ 49911 w 117062"/>
                      <a:gd name="connsiteY5" fmla="*/ 86011 h 156495"/>
                      <a:gd name="connsiteX6" fmla="*/ 58103 w 117062"/>
                      <a:gd name="connsiteY6" fmla="*/ 156496 h 156495"/>
                      <a:gd name="connsiteX7" fmla="*/ 55912 w 117062"/>
                      <a:gd name="connsiteY7" fmla="*/ 134303 h 156495"/>
                      <a:gd name="connsiteX8" fmla="*/ 60484 w 117062"/>
                      <a:gd name="connsiteY8" fmla="*/ 67913 h 156495"/>
                      <a:gd name="connsiteX9" fmla="*/ 72866 w 117062"/>
                      <a:gd name="connsiteY9" fmla="*/ 39053 h 156495"/>
                      <a:gd name="connsiteX10" fmla="*/ 86678 w 117062"/>
                      <a:gd name="connsiteY10" fmla="*/ 31337 h 156495"/>
                      <a:gd name="connsiteX11" fmla="*/ 117062 w 117062"/>
                      <a:gd name="connsiteY11" fmla="*/ 0 h 156495"/>
                      <a:gd name="connsiteX12" fmla="*/ 16288 w 117062"/>
                      <a:gd name="connsiteY12" fmla="*/ 11430 h 156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7062" h="156495">
                        <a:moveTo>
                          <a:pt x="16288" y="11430"/>
                        </a:moveTo>
                        <a:cubicBezTo>
                          <a:pt x="16097" y="19431"/>
                          <a:pt x="22479" y="26479"/>
                          <a:pt x="28099" y="32671"/>
                        </a:cubicBezTo>
                        <a:cubicBezTo>
                          <a:pt x="34290" y="39338"/>
                          <a:pt x="41720" y="45434"/>
                          <a:pt x="44577" y="54102"/>
                        </a:cubicBezTo>
                        <a:cubicBezTo>
                          <a:pt x="48863" y="66865"/>
                          <a:pt x="41720" y="80581"/>
                          <a:pt x="33814" y="91440"/>
                        </a:cubicBezTo>
                        <a:cubicBezTo>
                          <a:pt x="24003" y="104965"/>
                          <a:pt x="12668" y="117253"/>
                          <a:pt x="0" y="128111"/>
                        </a:cubicBezTo>
                        <a:cubicBezTo>
                          <a:pt x="23622" y="128016"/>
                          <a:pt x="45815" y="109252"/>
                          <a:pt x="49911" y="86011"/>
                        </a:cubicBezTo>
                        <a:cubicBezTo>
                          <a:pt x="48196" y="109633"/>
                          <a:pt x="49530" y="134779"/>
                          <a:pt x="58103" y="156496"/>
                        </a:cubicBezTo>
                        <a:cubicBezTo>
                          <a:pt x="56579" y="149257"/>
                          <a:pt x="56007" y="141541"/>
                          <a:pt x="55912" y="134303"/>
                        </a:cubicBezTo>
                        <a:cubicBezTo>
                          <a:pt x="55626" y="112109"/>
                          <a:pt x="57150" y="89821"/>
                          <a:pt x="60484" y="67913"/>
                        </a:cubicBezTo>
                        <a:cubicBezTo>
                          <a:pt x="62103" y="57340"/>
                          <a:pt x="64579" y="45815"/>
                          <a:pt x="72866" y="39053"/>
                        </a:cubicBezTo>
                        <a:cubicBezTo>
                          <a:pt x="76962" y="35719"/>
                          <a:pt x="82010" y="33814"/>
                          <a:pt x="86678" y="31337"/>
                        </a:cubicBezTo>
                        <a:cubicBezTo>
                          <a:pt x="99536" y="24289"/>
                          <a:pt x="108490" y="11906"/>
                          <a:pt x="117062" y="0"/>
                        </a:cubicBezTo>
                        <a:cubicBezTo>
                          <a:pt x="88106" y="31051"/>
                          <a:pt x="51149" y="23908"/>
                          <a:pt x="16288" y="1143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89" name="Forme libre : forme 17388">
                    <a:extLst>
                      <a:ext uri="{FF2B5EF4-FFF2-40B4-BE49-F238E27FC236}">
                        <a16:creationId xmlns:a16="http://schemas.microsoft.com/office/drawing/2014/main" id="{C7A5808E-278E-417B-A07F-AFD0F153C4B6}"/>
                      </a:ext>
                    </a:extLst>
                  </p:cNvPr>
                  <p:cNvSpPr/>
                  <p:nvPr/>
                </p:nvSpPr>
                <p:spPr>
                  <a:xfrm>
                    <a:off x="4091468" y="4149375"/>
                    <a:ext cx="13525" cy="30575"/>
                  </a:xfrm>
                  <a:custGeom>
                    <a:avLst/>
                    <a:gdLst>
                      <a:gd name="connsiteX0" fmla="*/ 0 w 13525"/>
                      <a:gd name="connsiteY0" fmla="*/ 30575 h 30575"/>
                      <a:gd name="connsiteX1" fmla="*/ 13526 w 13525"/>
                      <a:gd name="connsiteY1" fmla="*/ 0 h 30575"/>
                      <a:gd name="connsiteX2" fmla="*/ 0 w 13525"/>
                      <a:gd name="connsiteY2" fmla="*/ 30575 h 30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525" h="30575">
                        <a:moveTo>
                          <a:pt x="0" y="30575"/>
                        </a:moveTo>
                        <a:cubicBezTo>
                          <a:pt x="4477" y="20383"/>
                          <a:pt x="9049" y="10192"/>
                          <a:pt x="13526" y="0"/>
                        </a:cubicBezTo>
                        <a:cubicBezTo>
                          <a:pt x="8096" y="9715"/>
                          <a:pt x="3620" y="20003"/>
                          <a:pt x="0" y="3057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90" name="Forme libre : forme 17389">
                    <a:extLst>
                      <a:ext uri="{FF2B5EF4-FFF2-40B4-BE49-F238E27FC236}">
                        <a16:creationId xmlns:a16="http://schemas.microsoft.com/office/drawing/2014/main" id="{DA1A2E2E-6911-445A-BB3C-7FEAF03E8D49}"/>
                      </a:ext>
                    </a:extLst>
                  </p:cNvPr>
                  <p:cNvSpPr/>
                  <p:nvPr/>
                </p:nvSpPr>
                <p:spPr>
                  <a:xfrm>
                    <a:off x="4004981" y="4179950"/>
                    <a:ext cx="190595" cy="238125"/>
                  </a:xfrm>
                  <a:custGeom>
                    <a:avLst/>
                    <a:gdLst>
                      <a:gd name="connsiteX0" fmla="*/ 0 w 190595"/>
                      <a:gd name="connsiteY0" fmla="*/ 23527 h 238125"/>
                      <a:gd name="connsiteX1" fmla="*/ 70294 w 190595"/>
                      <a:gd name="connsiteY1" fmla="*/ 120015 h 238125"/>
                      <a:gd name="connsiteX2" fmla="*/ 39719 w 190595"/>
                      <a:gd name="connsiteY2" fmla="*/ 238125 h 238125"/>
                      <a:gd name="connsiteX3" fmla="*/ 85820 w 190595"/>
                      <a:gd name="connsiteY3" fmla="*/ 119634 h 238125"/>
                      <a:gd name="connsiteX4" fmla="*/ 190595 w 190595"/>
                      <a:gd name="connsiteY4" fmla="*/ 142304 h 238125"/>
                      <a:gd name="connsiteX5" fmla="*/ 117919 w 190595"/>
                      <a:gd name="connsiteY5" fmla="*/ 128873 h 238125"/>
                      <a:gd name="connsiteX6" fmla="*/ 88773 w 190595"/>
                      <a:gd name="connsiteY6" fmla="*/ 102394 h 238125"/>
                      <a:gd name="connsiteX7" fmla="*/ 80963 w 190595"/>
                      <a:gd name="connsiteY7" fmla="*/ 91916 h 238125"/>
                      <a:gd name="connsiteX8" fmla="*/ 78486 w 190595"/>
                      <a:gd name="connsiteY8" fmla="*/ 81820 h 238125"/>
                      <a:gd name="connsiteX9" fmla="*/ 86582 w 190595"/>
                      <a:gd name="connsiteY9" fmla="*/ 0 h 238125"/>
                      <a:gd name="connsiteX10" fmla="*/ 64865 w 190595"/>
                      <a:gd name="connsiteY10" fmla="*/ 48863 h 238125"/>
                      <a:gd name="connsiteX11" fmla="*/ 61341 w 190595"/>
                      <a:gd name="connsiteY11" fmla="*/ 53912 h 238125"/>
                      <a:gd name="connsiteX12" fmla="*/ 50006 w 190595"/>
                      <a:gd name="connsiteY12" fmla="*/ 52006 h 238125"/>
                      <a:gd name="connsiteX13" fmla="*/ 0 w 190595"/>
                      <a:gd name="connsiteY13" fmla="*/ 23527 h 238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90595" h="238125">
                        <a:moveTo>
                          <a:pt x="0" y="23527"/>
                        </a:moveTo>
                        <a:cubicBezTo>
                          <a:pt x="32766" y="51054"/>
                          <a:pt x="60579" y="75819"/>
                          <a:pt x="70294" y="120015"/>
                        </a:cubicBezTo>
                        <a:cubicBezTo>
                          <a:pt x="79153" y="161258"/>
                          <a:pt x="67913" y="206693"/>
                          <a:pt x="39719" y="238125"/>
                        </a:cubicBezTo>
                        <a:cubicBezTo>
                          <a:pt x="69913" y="207359"/>
                          <a:pt x="78581" y="162115"/>
                          <a:pt x="85820" y="119634"/>
                        </a:cubicBezTo>
                        <a:cubicBezTo>
                          <a:pt x="109347" y="150590"/>
                          <a:pt x="156400" y="160687"/>
                          <a:pt x="190595" y="142304"/>
                        </a:cubicBezTo>
                        <a:cubicBezTo>
                          <a:pt x="165640" y="144399"/>
                          <a:pt x="139160" y="142304"/>
                          <a:pt x="117919" y="128873"/>
                        </a:cubicBezTo>
                        <a:cubicBezTo>
                          <a:pt x="106775" y="121825"/>
                          <a:pt x="97726" y="112109"/>
                          <a:pt x="88773" y="102394"/>
                        </a:cubicBezTo>
                        <a:cubicBezTo>
                          <a:pt x="85820" y="99155"/>
                          <a:pt x="82772" y="95917"/>
                          <a:pt x="80963" y="91916"/>
                        </a:cubicBezTo>
                        <a:cubicBezTo>
                          <a:pt x="79534" y="88773"/>
                          <a:pt x="78962" y="85249"/>
                          <a:pt x="78486" y="81820"/>
                        </a:cubicBezTo>
                        <a:cubicBezTo>
                          <a:pt x="74676" y="54388"/>
                          <a:pt x="77629" y="26194"/>
                          <a:pt x="86582" y="0"/>
                        </a:cubicBezTo>
                        <a:cubicBezTo>
                          <a:pt x="79343" y="16288"/>
                          <a:pt x="72104" y="32576"/>
                          <a:pt x="64865" y="48863"/>
                        </a:cubicBezTo>
                        <a:cubicBezTo>
                          <a:pt x="64008" y="50768"/>
                          <a:pt x="63055" y="52769"/>
                          <a:pt x="61341" y="53912"/>
                        </a:cubicBezTo>
                        <a:cubicBezTo>
                          <a:pt x="57912" y="56102"/>
                          <a:pt x="53530" y="54102"/>
                          <a:pt x="50006" y="52006"/>
                        </a:cubicBezTo>
                        <a:cubicBezTo>
                          <a:pt x="34099" y="42672"/>
                          <a:pt x="17240" y="29718"/>
                          <a:pt x="0" y="2352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91" name="Forme libre : forme 17390">
                    <a:extLst>
                      <a:ext uri="{FF2B5EF4-FFF2-40B4-BE49-F238E27FC236}">
                        <a16:creationId xmlns:a16="http://schemas.microsoft.com/office/drawing/2014/main" id="{36D5ED90-4BAC-43FF-BF82-4B4450B97AA1}"/>
                      </a:ext>
                    </a:extLst>
                  </p:cNvPr>
                  <p:cNvSpPr/>
                  <p:nvPr/>
                </p:nvSpPr>
                <p:spPr>
                  <a:xfrm>
                    <a:off x="4192051" y="4101014"/>
                    <a:ext cx="50958" cy="6139"/>
                  </a:xfrm>
                  <a:custGeom>
                    <a:avLst/>
                    <a:gdLst>
                      <a:gd name="connsiteX0" fmla="*/ 50959 w 50958"/>
                      <a:gd name="connsiteY0" fmla="*/ 70 h 6139"/>
                      <a:gd name="connsiteX1" fmla="*/ 0 w 50958"/>
                      <a:gd name="connsiteY1" fmla="*/ 5689 h 6139"/>
                      <a:gd name="connsiteX2" fmla="*/ 50959 w 50958"/>
                      <a:gd name="connsiteY2" fmla="*/ 70 h 6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0958" h="6139">
                        <a:moveTo>
                          <a:pt x="50959" y="70"/>
                        </a:moveTo>
                        <a:cubicBezTo>
                          <a:pt x="34100" y="-502"/>
                          <a:pt x="16669" y="2546"/>
                          <a:pt x="0" y="5689"/>
                        </a:cubicBezTo>
                        <a:cubicBezTo>
                          <a:pt x="17145" y="7118"/>
                          <a:pt x="34480" y="5118"/>
                          <a:pt x="50959" y="7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92" name="Forme libre : forme 17391">
                    <a:extLst>
                      <a:ext uri="{FF2B5EF4-FFF2-40B4-BE49-F238E27FC236}">
                        <a16:creationId xmlns:a16="http://schemas.microsoft.com/office/drawing/2014/main" id="{D7754A62-A4FF-46A2-A32C-D2D0E334DE90}"/>
                      </a:ext>
                    </a:extLst>
                  </p:cNvPr>
                  <p:cNvSpPr/>
                  <p:nvPr/>
                </p:nvSpPr>
                <p:spPr>
                  <a:xfrm>
                    <a:off x="4243010" y="3958685"/>
                    <a:ext cx="104088" cy="269653"/>
                  </a:xfrm>
                  <a:custGeom>
                    <a:avLst/>
                    <a:gdLst>
                      <a:gd name="connsiteX0" fmla="*/ 74200 w 104088"/>
                      <a:gd name="connsiteY0" fmla="*/ 202025 h 269653"/>
                      <a:gd name="connsiteX1" fmla="*/ 75057 w 104088"/>
                      <a:gd name="connsiteY1" fmla="*/ 269653 h 269653"/>
                      <a:gd name="connsiteX2" fmla="*/ 81820 w 104088"/>
                      <a:gd name="connsiteY2" fmla="*/ 197072 h 269653"/>
                      <a:gd name="connsiteX3" fmla="*/ 38100 w 104088"/>
                      <a:gd name="connsiteY3" fmla="*/ 143351 h 269653"/>
                      <a:gd name="connsiteX4" fmla="*/ 92488 w 104088"/>
                      <a:gd name="connsiteY4" fmla="*/ 65818 h 269653"/>
                      <a:gd name="connsiteX5" fmla="*/ 100965 w 104088"/>
                      <a:gd name="connsiteY5" fmla="*/ 0 h 269653"/>
                      <a:gd name="connsiteX6" fmla="*/ 70580 w 104088"/>
                      <a:gd name="connsiteY6" fmla="*/ 95250 h 269653"/>
                      <a:gd name="connsiteX7" fmla="*/ 0 w 104088"/>
                      <a:gd name="connsiteY7" fmla="*/ 142589 h 269653"/>
                      <a:gd name="connsiteX8" fmla="*/ 33147 w 104088"/>
                      <a:gd name="connsiteY8" fmla="*/ 150114 h 269653"/>
                      <a:gd name="connsiteX9" fmla="*/ 74200 w 104088"/>
                      <a:gd name="connsiteY9" fmla="*/ 202025 h 269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4088" h="269653">
                        <a:moveTo>
                          <a:pt x="74200" y="202025"/>
                        </a:moveTo>
                        <a:cubicBezTo>
                          <a:pt x="80486" y="223933"/>
                          <a:pt x="79438" y="247269"/>
                          <a:pt x="75057" y="269653"/>
                        </a:cubicBezTo>
                        <a:cubicBezTo>
                          <a:pt x="80486" y="245745"/>
                          <a:pt x="85820" y="221171"/>
                          <a:pt x="81820" y="197072"/>
                        </a:cubicBezTo>
                        <a:cubicBezTo>
                          <a:pt x="77724" y="172974"/>
                          <a:pt x="61817" y="149162"/>
                          <a:pt x="38100" y="143351"/>
                        </a:cubicBezTo>
                        <a:cubicBezTo>
                          <a:pt x="64579" y="125063"/>
                          <a:pt x="82487" y="96393"/>
                          <a:pt x="92488" y="65818"/>
                        </a:cubicBezTo>
                        <a:cubicBezTo>
                          <a:pt x="97822" y="49340"/>
                          <a:pt x="109728" y="15907"/>
                          <a:pt x="100965" y="0"/>
                        </a:cubicBezTo>
                        <a:cubicBezTo>
                          <a:pt x="100679" y="34481"/>
                          <a:pt x="92392" y="67723"/>
                          <a:pt x="70580" y="95250"/>
                        </a:cubicBezTo>
                        <a:cubicBezTo>
                          <a:pt x="52673" y="117824"/>
                          <a:pt x="27527" y="134303"/>
                          <a:pt x="0" y="142589"/>
                        </a:cubicBezTo>
                        <a:cubicBezTo>
                          <a:pt x="11525" y="142970"/>
                          <a:pt x="22670" y="145066"/>
                          <a:pt x="33147" y="150114"/>
                        </a:cubicBezTo>
                        <a:cubicBezTo>
                          <a:pt x="53626" y="159925"/>
                          <a:pt x="67913" y="180118"/>
                          <a:pt x="74200" y="20202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93" name="Forme libre : forme 17392">
                    <a:extLst>
                      <a:ext uri="{FF2B5EF4-FFF2-40B4-BE49-F238E27FC236}">
                        <a16:creationId xmlns:a16="http://schemas.microsoft.com/office/drawing/2014/main" id="{E5DA5D0B-2604-412F-9857-161A350249EF}"/>
                      </a:ext>
                    </a:extLst>
                  </p:cNvPr>
                  <p:cNvSpPr/>
                  <p:nvPr/>
                </p:nvSpPr>
                <p:spPr>
                  <a:xfrm>
                    <a:off x="4458847" y="4248531"/>
                    <a:ext cx="159257" cy="181260"/>
                  </a:xfrm>
                  <a:custGeom>
                    <a:avLst/>
                    <a:gdLst>
                      <a:gd name="connsiteX0" fmla="*/ 47720 w 159257"/>
                      <a:gd name="connsiteY0" fmla="*/ 21622 h 181260"/>
                      <a:gd name="connsiteX1" fmla="*/ 43625 w 159257"/>
                      <a:gd name="connsiteY1" fmla="*/ 15907 h 181260"/>
                      <a:gd name="connsiteX2" fmla="*/ 7620 w 159257"/>
                      <a:gd name="connsiteY2" fmla="*/ 0 h 181260"/>
                      <a:gd name="connsiteX3" fmla="*/ 22384 w 159257"/>
                      <a:gd name="connsiteY3" fmla="*/ 13811 h 181260"/>
                      <a:gd name="connsiteX4" fmla="*/ 38576 w 159257"/>
                      <a:gd name="connsiteY4" fmla="*/ 63151 h 181260"/>
                      <a:gd name="connsiteX5" fmla="*/ 0 w 159257"/>
                      <a:gd name="connsiteY5" fmla="*/ 181261 h 181260"/>
                      <a:gd name="connsiteX6" fmla="*/ 46482 w 159257"/>
                      <a:gd name="connsiteY6" fmla="*/ 91916 h 181260"/>
                      <a:gd name="connsiteX7" fmla="*/ 90011 w 159257"/>
                      <a:gd name="connsiteY7" fmla="*/ 149066 h 181260"/>
                      <a:gd name="connsiteX8" fmla="*/ 159258 w 159257"/>
                      <a:gd name="connsiteY8" fmla="*/ 171736 h 181260"/>
                      <a:gd name="connsiteX9" fmla="*/ 100298 w 159257"/>
                      <a:gd name="connsiteY9" fmla="*/ 143161 h 181260"/>
                      <a:gd name="connsiteX10" fmla="*/ 66866 w 159257"/>
                      <a:gd name="connsiteY10" fmla="*/ 108585 h 181260"/>
                      <a:gd name="connsiteX11" fmla="*/ 60198 w 159257"/>
                      <a:gd name="connsiteY11" fmla="*/ 69913 h 181260"/>
                      <a:gd name="connsiteX12" fmla="*/ 50387 w 159257"/>
                      <a:gd name="connsiteY12" fmla="*/ 39148 h 181260"/>
                      <a:gd name="connsiteX13" fmla="*/ 57721 w 159257"/>
                      <a:gd name="connsiteY13" fmla="*/ 32956 h 181260"/>
                      <a:gd name="connsiteX14" fmla="*/ 110490 w 159257"/>
                      <a:gd name="connsiteY14" fmla="*/ 190 h 181260"/>
                      <a:gd name="connsiteX15" fmla="*/ 57245 w 159257"/>
                      <a:gd name="connsiteY15" fmla="*/ 19717 h 181260"/>
                      <a:gd name="connsiteX16" fmla="*/ 47720 w 159257"/>
                      <a:gd name="connsiteY16" fmla="*/ 21622 h 18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59257" h="181260">
                        <a:moveTo>
                          <a:pt x="47720" y="21622"/>
                        </a:moveTo>
                        <a:cubicBezTo>
                          <a:pt x="45625" y="20479"/>
                          <a:pt x="44768" y="18002"/>
                          <a:pt x="43625" y="15907"/>
                        </a:cubicBezTo>
                        <a:cubicBezTo>
                          <a:pt x="36576" y="2476"/>
                          <a:pt x="20955" y="2572"/>
                          <a:pt x="7620" y="0"/>
                        </a:cubicBezTo>
                        <a:cubicBezTo>
                          <a:pt x="13240" y="4000"/>
                          <a:pt x="18288" y="8668"/>
                          <a:pt x="22384" y="13811"/>
                        </a:cubicBezTo>
                        <a:cubicBezTo>
                          <a:pt x="33242" y="27622"/>
                          <a:pt x="37147" y="45625"/>
                          <a:pt x="38576" y="63151"/>
                        </a:cubicBezTo>
                        <a:cubicBezTo>
                          <a:pt x="41910" y="105728"/>
                          <a:pt x="30480" y="151257"/>
                          <a:pt x="0" y="181261"/>
                        </a:cubicBezTo>
                        <a:cubicBezTo>
                          <a:pt x="27813" y="161163"/>
                          <a:pt x="38005" y="125158"/>
                          <a:pt x="46482" y="91916"/>
                        </a:cubicBezTo>
                        <a:cubicBezTo>
                          <a:pt x="52673" y="115633"/>
                          <a:pt x="69342" y="135826"/>
                          <a:pt x="90011" y="149066"/>
                        </a:cubicBezTo>
                        <a:cubicBezTo>
                          <a:pt x="110680" y="162306"/>
                          <a:pt x="134874" y="169069"/>
                          <a:pt x="159258" y="171736"/>
                        </a:cubicBezTo>
                        <a:cubicBezTo>
                          <a:pt x="138779" y="163925"/>
                          <a:pt x="119063" y="154305"/>
                          <a:pt x="100298" y="143161"/>
                        </a:cubicBezTo>
                        <a:cubicBezTo>
                          <a:pt x="86201" y="134779"/>
                          <a:pt x="71723" y="124301"/>
                          <a:pt x="66866" y="108585"/>
                        </a:cubicBezTo>
                        <a:cubicBezTo>
                          <a:pt x="62960" y="96012"/>
                          <a:pt x="65817" y="81820"/>
                          <a:pt x="60198" y="69913"/>
                        </a:cubicBezTo>
                        <a:cubicBezTo>
                          <a:pt x="55340" y="59626"/>
                          <a:pt x="44291" y="48768"/>
                          <a:pt x="50387" y="39148"/>
                        </a:cubicBezTo>
                        <a:cubicBezTo>
                          <a:pt x="52101" y="36385"/>
                          <a:pt x="54959" y="34671"/>
                          <a:pt x="57721" y="32956"/>
                        </a:cubicBezTo>
                        <a:cubicBezTo>
                          <a:pt x="75342" y="22003"/>
                          <a:pt x="92869" y="11144"/>
                          <a:pt x="110490" y="190"/>
                        </a:cubicBezTo>
                        <a:cubicBezTo>
                          <a:pt x="91726" y="3238"/>
                          <a:pt x="73533" y="9906"/>
                          <a:pt x="57245" y="19717"/>
                        </a:cubicBezTo>
                        <a:cubicBezTo>
                          <a:pt x="54293" y="21336"/>
                          <a:pt x="50673" y="23241"/>
                          <a:pt x="47720" y="2162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94" name="Forme libre : forme 17393">
                    <a:extLst>
                      <a:ext uri="{FF2B5EF4-FFF2-40B4-BE49-F238E27FC236}">
                        <a16:creationId xmlns:a16="http://schemas.microsoft.com/office/drawing/2014/main" id="{839C5791-1CB1-43A6-85ED-5975B966ABE3}"/>
                      </a:ext>
                    </a:extLst>
                  </p:cNvPr>
                  <p:cNvSpPr/>
                  <p:nvPr/>
                </p:nvSpPr>
                <p:spPr>
                  <a:xfrm>
                    <a:off x="4448274" y="4238529"/>
                    <a:ext cx="18288" cy="9906"/>
                  </a:xfrm>
                  <a:custGeom>
                    <a:avLst/>
                    <a:gdLst>
                      <a:gd name="connsiteX0" fmla="*/ 18288 w 18288"/>
                      <a:gd name="connsiteY0" fmla="*/ 9906 h 9906"/>
                      <a:gd name="connsiteX1" fmla="*/ 0 w 18288"/>
                      <a:gd name="connsiteY1" fmla="*/ 0 h 9906"/>
                      <a:gd name="connsiteX2" fmla="*/ 18288 w 18288"/>
                      <a:gd name="connsiteY2" fmla="*/ 9906 h 9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288" h="9906">
                        <a:moveTo>
                          <a:pt x="18288" y="9906"/>
                        </a:moveTo>
                        <a:cubicBezTo>
                          <a:pt x="12573" y="5810"/>
                          <a:pt x="6287" y="2381"/>
                          <a:pt x="0" y="0"/>
                        </a:cubicBezTo>
                        <a:cubicBezTo>
                          <a:pt x="4001" y="6191"/>
                          <a:pt x="10763" y="8477"/>
                          <a:pt x="18288" y="990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95" name="Forme libre : forme 17394">
                    <a:extLst>
                      <a:ext uri="{FF2B5EF4-FFF2-40B4-BE49-F238E27FC236}">
                        <a16:creationId xmlns:a16="http://schemas.microsoft.com/office/drawing/2014/main" id="{1446896A-4F25-4584-92E0-7FBAB5F37C20}"/>
                      </a:ext>
                    </a:extLst>
                  </p:cNvPr>
                  <p:cNvSpPr/>
                  <p:nvPr/>
                </p:nvSpPr>
                <p:spPr>
                  <a:xfrm>
                    <a:off x="4459133" y="3934635"/>
                    <a:ext cx="150971" cy="133396"/>
                  </a:xfrm>
                  <a:custGeom>
                    <a:avLst/>
                    <a:gdLst>
                      <a:gd name="connsiteX0" fmla="*/ 63246 w 150971"/>
                      <a:gd name="connsiteY0" fmla="*/ 101107 h 133396"/>
                      <a:gd name="connsiteX1" fmla="*/ 100298 w 150971"/>
                      <a:gd name="connsiteY1" fmla="*/ 71294 h 133396"/>
                      <a:gd name="connsiteX2" fmla="*/ 150971 w 150971"/>
                      <a:gd name="connsiteY2" fmla="*/ 63578 h 133396"/>
                      <a:gd name="connsiteX3" fmla="*/ 122777 w 150971"/>
                      <a:gd name="connsiteY3" fmla="*/ 55577 h 133396"/>
                      <a:gd name="connsiteX4" fmla="*/ 114586 w 150971"/>
                      <a:gd name="connsiteY4" fmla="*/ 51767 h 133396"/>
                      <a:gd name="connsiteX5" fmla="*/ 109633 w 150971"/>
                      <a:gd name="connsiteY5" fmla="*/ 41956 h 133396"/>
                      <a:gd name="connsiteX6" fmla="*/ 77629 w 150971"/>
                      <a:gd name="connsiteY6" fmla="*/ 523 h 133396"/>
                      <a:gd name="connsiteX7" fmla="*/ 86582 w 150971"/>
                      <a:gd name="connsiteY7" fmla="*/ 46243 h 133396"/>
                      <a:gd name="connsiteX8" fmla="*/ 81915 w 150971"/>
                      <a:gd name="connsiteY8" fmla="*/ 71103 h 133396"/>
                      <a:gd name="connsiteX9" fmla="*/ 67342 w 150971"/>
                      <a:gd name="connsiteY9" fmla="*/ 84819 h 133396"/>
                      <a:gd name="connsiteX10" fmla="*/ 0 w 150971"/>
                      <a:gd name="connsiteY10" fmla="*/ 133397 h 133396"/>
                      <a:gd name="connsiteX11" fmla="*/ 63246 w 150971"/>
                      <a:gd name="connsiteY11" fmla="*/ 101107 h 133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0971" h="133396">
                        <a:moveTo>
                          <a:pt x="63246" y="101107"/>
                        </a:moveTo>
                        <a:cubicBezTo>
                          <a:pt x="75343" y="90724"/>
                          <a:pt x="86011" y="78247"/>
                          <a:pt x="100298" y="71294"/>
                        </a:cubicBezTo>
                        <a:cubicBezTo>
                          <a:pt x="115824" y="63769"/>
                          <a:pt x="133731" y="63578"/>
                          <a:pt x="150971" y="63578"/>
                        </a:cubicBezTo>
                        <a:cubicBezTo>
                          <a:pt x="141542" y="60911"/>
                          <a:pt x="132207" y="58244"/>
                          <a:pt x="122777" y="55577"/>
                        </a:cubicBezTo>
                        <a:cubicBezTo>
                          <a:pt x="119824" y="54720"/>
                          <a:pt x="116776" y="53863"/>
                          <a:pt x="114586" y="51767"/>
                        </a:cubicBezTo>
                        <a:cubicBezTo>
                          <a:pt x="111824" y="49291"/>
                          <a:pt x="110776" y="45481"/>
                          <a:pt x="109633" y="41956"/>
                        </a:cubicBezTo>
                        <a:cubicBezTo>
                          <a:pt x="105728" y="29574"/>
                          <a:pt x="94964" y="-4621"/>
                          <a:pt x="77629" y="523"/>
                        </a:cubicBezTo>
                        <a:cubicBezTo>
                          <a:pt x="80581" y="15763"/>
                          <a:pt x="85820" y="30241"/>
                          <a:pt x="86582" y="46243"/>
                        </a:cubicBezTo>
                        <a:cubicBezTo>
                          <a:pt x="86963" y="54815"/>
                          <a:pt x="86392" y="63769"/>
                          <a:pt x="81915" y="71103"/>
                        </a:cubicBezTo>
                        <a:cubicBezTo>
                          <a:pt x="78391" y="76818"/>
                          <a:pt x="72771" y="80914"/>
                          <a:pt x="67342" y="84819"/>
                        </a:cubicBezTo>
                        <a:cubicBezTo>
                          <a:pt x="44863" y="101012"/>
                          <a:pt x="22479" y="117204"/>
                          <a:pt x="0" y="133397"/>
                        </a:cubicBezTo>
                        <a:cubicBezTo>
                          <a:pt x="23241" y="127872"/>
                          <a:pt x="45149" y="116632"/>
                          <a:pt x="63246" y="10110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96" name="Forme libre : forme 17395">
                    <a:extLst>
                      <a:ext uri="{FF2B5EF4-FFF2-40B4-BE49-F238E27FC236}">
                        <a16:creationId xmlns:a16="http://schemas.microsoft.com/office/drawing/2014/main" id="{55044C3E-BBFC-4FFE-9F72-3A3592648F9F}"/>
                      </a:ext>
                    </a:extLst>
                  </p:cNvPr>
                  <p:cNvSpPr/>
                  <p:nvPr/>
                </p:nvSpPr>
                <p:spPr>
                  <a:xfrm>
                    <a:off x="4128139" y="4438078"/>
                    <a:ext cx="1524" cy="357"/>
                  </a:xfrm>
                  <a:custGeom>
                    <a:avLst/>
                    <a:gdLst>
                      <a:gd name="connsiteX0" fmla="*/ 1524 w 1524"/>
                      <a:gd name="connsiteY0" fmla="*/ 286 h 357"/>
                      <a:gd name="connsiteX1" fmla="*/ 95 w 1524"/>
                      <a:gd name="connsiteY1" fmla="*/ 0 h 357"/>
                      <a:gd name="connsiteX2" fmla="*/ 0 w 1524"/>
                      <a:gd name="connsiteY2" fmla="*/ 286 h 357"/>
                      <a:gd name="connsiteX3" fmla="*/ 1524 w 1524"/>
                      <a:gd name="connsiteY3" fmla="*/ 286 h 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24" h="357">
                        <a:moveTo>
                          <a:pt x="1524" y="286"/>
                        </a:moveTo>
                        <a:cubicBezTo>
                          <a:pt x="1048" y="190"/>
                          <a:pt x="571" y="95"/>
                          <a:pt x="95" y="0"/>
                        </a:cubicBezTo>
                        <a:lnTo>
                          <a:pt x="0" y="286"/>
                        </a:lnTo>
                        <a:cubicBezTo>
                          <a:pt x="476" y="381"/>
                          <a:pt x="953" y="381"/>
                          <a:pt x="1524" y="28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97" name="Forme libre : forme 17396">
                    <a:extLst>
                      <a:ext uri="{FF2B5EF4-FFF2-40B4-BE49-F238E27FC236}">
                        <a16:creationId xmlns:a16="http://schemas.microsoft.com/office/drawing/2014/main" id="{6AC198A1-250E-4D83-9F77-10AD6F06EAA3}"/>
                      </a:ext>
                    </a:extLst>
                  </p:cNvPr>
                  <p:cNvSpPr/>
                  <p:nvPr/>
                </p:nvSpPr>
                <p:spPr>
                  <a:xfrm>
                    <a:off x="4129663" y="4344267"/>
                    <a:ext cx="73715" cy="121719"/>
                  </a:xfrm>
                  <a:custGeom>
                    <a:avLst/>
                    <a:gdLst>
                      <a:gd name="connsiteX0" fmla="*/ 44387 w 73715"/>
                      <a:gd name="connsiteY0" fmla="*/ 121720 h 121719"/>
                      <a:gd name="connsiteX1" fmla="*/ 34004 w 73715"/>
                      <a:gd name="connsiteY1" fmla="*/ 109813 h 121719"/>
                      <a:gd name="connsiteX2" fmla="*/ 28670 w 73715"/>
                      <a:gd name="connsiteY2" fmla="*/ 95907 h 121719"/>
                      <a:gd name="connsiteX3" fmla="*/ 33242 w 73715"/>
                      <a:gd name="connsiteY3" fmla="*/ 91240 h 121719"/>
                      <a:gd name="connsiteX4" fmla="*/ 66580 w 73715"/>
                      <a:gd name="connsiteY4" fmla="*/ 45615 h 121719"/>
                      <a:gd name="connsiteX5" fmla="*/ 67627 w 73715"/>
                      <a:gd name="connsiteY5" fmla="*/ 85 h 121719"/>
                      <a:gd name="connsiteX6" fmla="*/ 60388 w 73715"/>
                      <a:gd name="connsiteY6" fmla="*/ 46282 h 121719"/>
                      <a:gd name="connsiteX7" fmla="*/ 31623 w 73715"/>
                      <a:gd name="connsiteY7" fmla="*/ 83048 h 121719"/>
                      <a:gd name="connsiteX8" fmla="*/ 0 w 73715"/>
                      <a:gd name="connsiteY8" fmla="*/ 94193 h 121719"/>
                      <a:gd name="connsiteX9" fmla="*/ 44387 w 73715"/>
                      <a:gd name="connsiteY9" fmla="*/ 121720 h 121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3715" h="121719">
                        <a:moveTo>
                          <a:pt x="44387" y="121720"/>
                        </a:moveTo>
                        <a:cubicBezTo>
                          <a:pt x="43053" y="116481"/>
                          <a:pt x="38100" y="113243"/>
                          <a:pt x="34004" y="109813"/>
                        </a:cubicBezTo>
                        <a:cubicBezTo>
                          <a:pt x="29908" y="106289"/>
                          <a:pt x="26194" y="100669"/>
                          <a:pt x="28670" y="95907"/>
                        </a:cubicBezTo>
                        <a:cubicBezTo>
                          <a:pt x="29623" y="93907"/>
                          <a:pt x="31528" y="92573"/>
                          <a:pt x="33242" y="91240"/>
                        </a:cubicBezTo>
                        <a:cubicBezTo>
                          <a:pt x="48292" y="79524"/>
                          <a:pt x="59817" y="63427"/>
                          <a:pt x="66580" y="45615"/>
                        </a:cubicBezTo>
                        <a:cubicBezTo>
                          <a:pt x="69247" y="38471"/>
                          <a:pt x="80581" y="-2105"/>
                          <a:pt x="67627" y="85"/>
                        </a:cubicBezTo>
                        <a:cubicBezTo>
                          <a:pt x="70866" y="16564"/>
                          <a:pt x="67627" y="31327"/>
                          <a:pt x="60388" y="46282"/>
                        </a:cubicBezTo>
                        <a:cubicBezTo>
                          <a:pt x="53530" y="60379"/>
                          <a:pt x="44387" y="73809"/>
                          <a:pt x="31623" y="83048"/>
                        </a:cubicBezTo>
                        <a:cubicBezTo>
                          <a:pt x="22479" y="89716"/>
                          <a:pt x="11239" y="93907"/>
                          <a:pt x="0" y="94193"/>
                        </a:cubicBezTo>
                        <a:cubicBezTo>
                          <a:pt x="17431" y="97526"/>
                          <a:pt x="33718" y="107432"/>
                          <a:pt x="44387" y="12172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98" name="Forme libre : forme 17397">
                    <a:extLst>
                      <a:ext uri="{FF2B5EF4-FFF2-40B4-BE49-F238E27FC236}">
                        <a16:creationId xmlns:a16="http://schemas.microsoft.com/office/drawing/2014/main" id="{DDF91C77-2D79-4094-ABCF-AB091D355D64}"/>
                      </a:ext>
                    </a:extLst>
                  </p:cNvPr>
                  <p:cNvSpPr/>
                  <p:nvPr/>
                </p:nvSpPr>
                <p:spPr>
                  <a:xfrm>
                    <a:off x="4667349" y="4235931"/>
                    <a:ext cx="158781" cy="116993"/>
                  </a:xfrm>
                  <a:custGeom>
                    <a:avLst/>
                    <a:gdLst>
                      <a:gd name="connsiteX0" fmla="*/ 80200 w 158781"/>
                      <a:gd name="connsiteY0" fmla="*/ 74321 h 116993"/>
                      <a:gd name="connsiteX1" fmla="*/ 76200 w 158781"/>
                      <a:gd name="connsiteY1" fmla="*/ 100420 h 116993"/>
                      <a:gd name="connsiteX2" fmla="*/ 70580 w 158781"/>
                      <a:gd name="connsiteY2" fmla="*/ 116993 h 116993"/>
                      <a:gd name="connsiteX3" fmla="*/ 97345 w 158781"/>
                      <a:gd name="connsiteY3" fmla="*/ 75274 h 116993"/>
                      <a:gd name="connsiteX4" fmla="*/ 158782 w 158781"/>
                      <a:gd name="connsiteY4" fmla="*/ 36793 h 116993"/>
                      <a:gd name="connsiteX5" fmla="*/ 92392 w 158781"/>
                      <a:gd name="connsiteY5" fmla="*/ 66320 h 116993"/>
                      <a:gd name="connsiteX6" fmla="*/ 52292 w 158781"/>
                      <a:gd name="connsiteY6" fmla="*/ 21267 h 116993"/>
                      <a:gd name="connsiteX7" fmla="*/ 0 w 158781"/>
                      <a:gd name="connsiteY7" fmla="*/ 3169 h 116993"/>
                      <a:gd name="connsiteX8" fmla="*/ 45053 w 158781"/>
                      <a:gd name="connsiteY8" fmla="*/ 21553 h 116993"/>
                      <a:gd name="connsiteX9" fmla="*/ 80200 w 158781"/>
                      <a:gd name="connsiteY9" fmla="*/ 74321 h 116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8781" h="116993">
                        <a:moveTo>
                          <a:pt x="80200" y="74321"/>
                        </a:moveTo>
                        <a:cubicBezTo>
                          <a:pt x="80581" y="83180"/>
                          <a:pt x="78676" y="91942"/>
                          <a:pt x="76200" y="100420"/>
                        </a:cubicBezTo>
                        <a:cubicBezTo>
                          <a:pt x="74580" y="106040"/>
                          <a:pt x="72580" y="111564"/>
                          <a:pt x="70580" y="116993"/>
                        </a:cubicBezTo>
                        <a:cubicBezTo>
                          <a:pt x="77628" y="101849"/>
                          <a:pt x="85820" y="87275"/>
                          <a:pt x="97345" y="75274"/>
                        </a:cubicBezTo>
                        <a:cubicBezTo>
                          <a:pt x="114205" y="57748"/>
                          <a:pt x="136779" y="47080"/>
                          <a:pt x="158782" y="36793"/>
                        </a:cubicBezTo>
                        <a:cubicBezTo>
                          <a:pt x="135731" y="44508"/>
                          <a:pt x="113538" y="54414"/>
                          <a:pt x="92392" y="66320"/>
                        </a:cubicBezTo>
                        <a:cubicBezTo>
                          <a:pt x="96964" y="63749"/>
                          <a:pt x="56292" y="24125"/>
                          <a:pt x="52292" y="21267"/>
                        </a:cubicBezTo>
                        <a:cubicBezTo>
                          <a:pt x="43815" y="15171"/>
                          <a:pt x="8477" y="-8451"/>
                          <a:pt x="0" y="3169"/>
                        </a:cubicBezTo>
                        <a:cubicBezTo>
                          <a:pt x="12763" y="11361"/>
                          <a:pt x="31242" y="13075"/>
                          <a:pt x="45053" y="21553"/>
                        </a:cubicBezTo>
                        <a:cubicBezTo>
                          <a:pt x="63817" y="32983"/>
                          <a:pt x="79248" y="52318"/>
                          <a:pt x="80200" y="7432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99" name="Forme libre : forme 17398">
                    <a:extLst>
                      <a:ext uri="{FF2B5EF4-FFF2-40B4-BE49-F238E27FC236}">
                        <a16:creationId xmlns:a16="http://schemas.microsoft.com/office/drawing/2014/main" id="{0CE27B69-6D32-4134-BD1D-2ED2FAA27F05}"/>
                      </a:ext>
                    </a:extLst>
                  </p:cNvPr>
                  <p:cNvSpPr/>
                  <p:nvPr/>
                </p:nvSpPr>
                <p:spPr>
                  <a:xfrm>
                    <a:off x="4728595" y="4352925"/>
                    <a:ext cx="9334" cy="21335"/>
                  </a:xfrm>
                  <a:custGeom>
                    <a:avLst/>
                    <a:gdLst>
                      <a:gd name="connsiteX0" fmla="*/ 9334 w 9334"/>
                      <a:gd name="connsiteY0" fmla="*/ 0 h 21335"/>
                      <a:gd name="connsiteX1" fmla="*/ 0 w 9334"/>
                      <a:gd name="connsiteY1" fmla="*/ 21336 h 21335"/>
                      <a:gd name="connsiteX2" fmla="*/ 9334 w 9334"/>
                      <a:gd name="connsiteY2" fmla="*/ 0 h 21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334" h="21335">
                        <a:moveTo>
                          <a:pt x="9334" y="0"/>
                        </a:moveTo>
                        <a:cubicBezTo>
                          <a:pt x="6096" y="7048"/>
                          <a:pt x="3048" y="14192"/>
                          <a:pt x="0" y="21336"/>
                        </a:cubicBezTo>
                        <a:cubicBezTo>
                          <a:pt x="3524" y="14478"/>
                          <a:pt x="6572" y="7239"/>
                          <a:pt x="9334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00" name="Forme libre : forme 17399">
                    <a:extLst>
                      <a:ext uri="{FF2B5EF4-FFF2-40B4-BE49-F238E27FC236}">
                        <a16:creationId xmlns:a16="http://schemas.microsoft.com/office/drawing/2014/main" id="{203564FF-5202-4F89-90AF-D06582DCE43F}"/>
                      </a:ext>
                    </a:extLst>
                  </p:cNvPr>
                  <p:cNvSpPr/>
                  <p:nvPr/>
                </p:nvSpPr>
                <p:spPr>
                  <a:xfrm>
                    <a:off x="4694697" y="4071366"/>
                    <a:ext cx="43355" cy="152209"/>
                  </a:xfrm>
                  <a:custGeom>
                    <a:avLst/>
                    <a:gdLst>
                      <a:gd name="connsiteX0" fmla="*/ 22467 w 43355"/>
                      <a:gd name="connsiteY0" fmla="*/ 109061 h 152209"/>
                      <a:gd name="connsiteX1" fmla="*/ 274 w 43355"/>
                      <a:gd name="connsiteY1" fmla="*/ 152210 h 152209"/>
                      <a:gd name="connsiteX2" fmla="*/ 33802 w 43355"/>
                      <a:gd name="connsiteY2" fmla="*/ 124111 h 152209"/>
                      <a:gd name="connsiteX3" fmla="*/ 40851 w 43355"/>
                      <a:gd name="connsiteY3" fmla="*/ 67437 h 152209"/>
                      <a:gd name="connsiteX4" fmla="*/ 17705 w 43355"/>
                      <a:gd name="connsiteY4" fmla="*/ 13716 h 152209"/>
                      <a:gd name="connsiteX5" fmla="*/ 10275 w 43355"/>
                      <a:gd name="connsiteY5" fmla="*/ 0 h 152209"/>
                      <a:gd name="connsiteX6" fmla="*/ 27135 w 43355"/>
                      <a:gd name="connsiteY6" fmla="*/ 54769 h 152209"/>
                      <a:gd name="connsiteX7" fmla="*/ 22467 w 43355"/>
                      <a:gd name="connsiteY7" fmla="*/ 109061 h 152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355" h="152209">
                        <a:moveTo>
                          <a:pt x="22467" y="109061"/>
                        </a:moveTo>
                        <a:cubicBezTo>
                          <a:pt x="19134" y="119063"/>
                          <a:pt x="-2679" y="144589"/>
                          <a:pt x="274" y="152210"/>
                        </a:cubicBezTo>
                        <a:cubicBezTo>
                          <a:pt x="13228" y="145542"/>
                          <a:pt x="25896" y="136493"/>
                          <a:pt x="33802" y="124111"/>
                        </a:cubicBezTo>
                        <a:cubicBezTo>
                          <a:pt x="44279" y="107632"/>
                          <a:pt x="45328" y="86487"/>
                          <a:pt x="40851" y="67437"/>
                        </a:cubicBezTo>
                        <a:cubicBezTo>
                          <a:pt x="36374" y="48387"/>
                          <a:pt x="27039" y="30956"/>
                          <a:pt x="17705" y="13716"/>
                        </a:cubicBezTo>
                        <a:cubicBezTo>
                          <a:pt x="15228" y="9144"/>
                          <a:pt x="12752" y="4572"/>
                          <a:pt x="10275" y="0"/>
                        </a:cubicBezTo>
                        <a:cubicBezTo>
                          <a:pt x="18372" y="17526"/>
                          <a:pt x="24658" y="35719"/>
                          <a:pt x="27135" y="54769"/>
                        </a:cubicBezTo>
                        <a:cubicBezTo>
                          <a:pt x="29516" y="72962"/>
                          <a:pt x="28182" y="91726"/>
                          <a:pt x="22467" y="10906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01" name="Forme libre : forme 17400">
                    <a:extLst>
                      <a:ext uri="{FF2B5EF4-FFF2-40B4-BE49-F238E27FC236}">
                        <a16:creationId xmlns:a16="http://schemas.microsoft.com/office/drawing/2014/main" id="{BA41756D-8109-4A49-A990-CD51B5E97EBC}"/>
                      </a:ext>
                    </a:extLst>
                  </p:cNvPr>
                  <p:cNvSpPr/>
                  <p:nvPr/>
                </p:nvSpPr>
                <p:spPr>
                  <a:xfrm>
                    <a:off x="4685161" y="4034790"/>
                    <a:ext cx="19811" cy="36575"/>
                  </a:xfrm>
                  <a:custGeom>
                    <a:avLst/>
                    <a:gdLst>
                      <a:gd name="connsiteX0" fmla="*/ 19812 w 19811"/>
                      <a:gd name="connsiteY0" fmla="*/ 36576 h 36575"/>
                      <a:gd name="connsiteX1" fmla="*/ 0 w 19811"/>
                      <a:gd name="connsiteY1" fmla="*/ 0 h 36575"/>
                      <a:gd name="connsiteX2" fmla="*/ 19812 w 19811"/>
                      <a:gd name="connsiteY2" fmla="*/ 36576 h 36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811" h="36575">
                        <a:moveTo>
                          <a:pt x="19812" y="36576"/>
                        </a:moveTo>
                        <a:cubicBezTo>
                          <a:pt x="14001" y="24003"/>
                          <a:pt x="7239" y="11811"/>
                          <a:pt x="0" y="0"/>
                        </a:cubicBezTo>
                        <a:cubicBezTo>
                          <a:pt x="6668" y="12287"/>
                          <a:pt x="13239" y="24384"/>
                          <a:pt x="19812" y="3657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02" name="Forme libre : forme 17401">
                    <a:extLst>
                      <a:ext uri="{FF2B5EF4-FFF2-40B4-BE49-F238E27FC236}">
                        <a16:creationId xmlns:a16="http://schemas.microsoft.com/office/drawing/2014/main" id="{1AEF9D1D-10C7-4EF6-A1E4-2A8E80EB5B9D}"/>
                      </a:ext>
                    </a:extLst>
                  </p:cNvPr>
                  <p:cNvSpPr/>
                  <p:nvPr/>
                </p:nvSpPr>
                <p:spPr>
                  <a:xfrm>
                    <a:off x="4861469" y="4112609"/>
                    <a:ext cx="26098" cy="5143"/>
                  </a:xfrm>
                  <a:custGeom>
                    <a:avLst/>
                    <a:gdLst>
                      <a:gd name="connsiteX0" fmla="*/ 0 w 26098"/>
                      <a:gd name="connsiteY0" fmla="*/ 5144 h 5143"/>
                      <a:gd name="connsiteX1" fmla="*/ 26098 w 26098"/>
                      <a:gd name="connsiteY1" fmla="*/ 0 h 5143"/>
                      <a:gd name="connsiteX2" fmla="*/ 0 w 26098"/>
                      <a:gd name="connsiteY2" fmla="*/ 5144 h 5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098" h="5143">
                        <a:moveTo>
                          <a:pt x="0" y="5144"/>
                        </a:moveTo>
                        <a:cubicBezTo>
                          <a:pt x="8763" y="4001"/>
                          <a:pt x="17526" y="2191"/>
                          <a:pt x="26098" y="0"/>
                        </a:cubicBezTo>
                        <a:cubicBezTo>
                          <a:pt x="17430" y="1715"/>
                          <a:pt x="8667" y="3429"/>
                          <a:pt x="0" y="514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03" name="Forme libre : forme 17402">
                    <a:extLst>
                      <a:ext uri="{FF2B5EF4-FFF2-40B4-BE49-F238E27FC236}">
                        <a16:creationId xmlns:a16="http://schemas.microsoft.com/office/drawing/2014/main" id="{6D188111-513D-4FF9-8E7C-E1E1A44991DD}"/>
                      </a:ext>
                    </a:extLst>
                  </p:cNvPr>
                  <p:cNvSpPr/>
                  <p:nvPr/>
                </p:nvSpPr>
                <p:spPr>
                  <a:xfrm>
                    <a:off x="4887567" y="3984498"/>
                    <a:ext cx="114490" cy="216503"/>
                  </a:xfrm>
                  <a:custGeom>
                    <a:avLst/>
                    <a:gdLst>
                      <a:gd name="connsiteX0" fmla="*/ 62198 w 114490"/>
                      <a:gd name="connsiteY0" fmla="*/ 117157 h 216503"/>
                      <a:gd name="connsiteX1" fmla="*/ 66294 w 114490"/>
                      <a:gd name="connsiteY1" fmla="*/ 121063 h 216503"/>
                      <a:gd name="connsiteX2" fmla="*/ 85249 w 114490"/>
                      <a:gd name="connsiteY2" fmla="*/ 172021 h 216503"/>
                      <a:gd name="connsiteX3" fmla="*/ 114490 w 114490"/>
                      <a:gd name="connsiteY3" fmla="*/ 216503 h 216503"/>
                      <a:gd name="connsiteX4" fmla="*/ 91059 w 114490"/>
                      <a:gd name="connsiteY4" fmla="*/ 155353 h 216503"/>
                      <a:gd name="connsiteX5" fmla="*/ 86677 w 114490"/>
                      <a:gd name="connsiteY5" fmla="*/ 104299 h 216503"/>
                      <a:gd name="connsiteX6" fmla="*/ 96202 w 114490"/>
                      <a:gd name="connsiteY6" fmla="*/ 69247 h 216503"/>
                      <a:gd name="connsiteX7" fmla="*/ 86392 w 114490"/>
                      <a:gd name="connsiteY7" fmla="*/ 0 h 216503"/>
                      <a:gd name="connsiteX8" fmla="*/ 86296 w 114490"/>
                      <a:gd name="connsiteY8" fmla="*/ 26861 h 216503"/>
                      <a:gd name="connsiteX9" fmla="*/ 76771 w 114490"/>
                      <a:gd name="connsiteY9" fmla="*/ 70295 h 216503"/>
                      <a:gd name="connsiteX10" fmla="*/ 33814 w 114490"/>
                      <a:gd name="connsiteY10" fmla="*/ 115062 h 216503"/>
                      <a:gd name="connsiteX11" fmla="*/ 0 w 114490"/>
                      <a:gd name="connsiteY11" fmla="*/ 128206 h 216503"/>
                      <a:gd name="connsiteX12" fmla="*/ 55340 w 114490"/>
                      <a:gd name="connsiteY12" fmla="*/ 117253 h 216503"/>
                      <a:gd name="connsiteX13" fmla="*/ 62198 w 114490"/>
                      <a:gd name="connsiteY13" fmla="*/ 117157 h 216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4490" h="216503">
                        <a:moveTo>
                          <a:pt x="62198" y="117157"/>
                        </a:moveTo>
                        <a:cubicBezTo>
                          <a:pt x="63912" y="117920"/>
                          <a:pt x="65151" y="119443"/>
                          <a:pt x="66294" y="121063"/>
                        </a:cubicBezTo>
                        <a:cubicBezTo>
                          <a:pt x="76771" y="136017"/>
                          <a:pt x="80105" y="154496"/>
                          <a:pt x="85249" y="172021"/>
                        </a:cubicBezTo>
                        <a:cubicBezTo>
                          <a:pt x="90392" y="189452"/>
                          <a:pt x="98584" y="207645"/>
                          <a:pt x="114490" y="216503"/>
                        </a:cubicBezTo>
                        <a:cubicBezTo>
                          <a:pt x="100489" y="199454"/>
                          <a:pt x="95535" y="176974"/>
                          <a:pt x="91059" y="155353"/>
                        </a:cubicBezTo>
                        <a:cubicBezTo>
                          <a:pt x="87535" y="138493"/>
                          <a:pt x="84011" y="121253"/>
                          <a:pt x="86677" y="104299"/>
                        </a:cubicBezTo>
                        <a:cubicBezTo>
                          <a:pt x="88582" y="92297"/>
                          <a:pt x="93440" y="81058"/>
                          <a:pt x="96202" y="69247"/>
                        </a:cubicBezTo>
                        <a:cubicBezTo>
                          <a:pt x="99822" y="54197"/>
                          <a:pt x="103822" y="8096"/>
                          <a:pt x="86392" y="0"/>
                        </a:cubicBezTo>
                        <a:cubicBezTo>
                          <a:pt x="86677" y="8954"/>
                          <a:pt x="86963" y="17907"/>
                          <a:pt x="86296" y="26861"/>
                        </a:cubicBezTo>
                        <a:cubicBezTo>
                          <a:pt x="85249" y="41720"/>
                          <a:pt x="82868" y="56674"/>
                          <a:pt x="76771" y="70295"/>
                        </a:cubicBezTo>
                        <a:cubicBezTo>
                          <a:pt x="68103" y="89440"/>
                          <a:pt x="52197" y="104775"/>
                          <a:pt x="33814" y="115062"/>
                        </a:cubicBezTo>
                        <a:cubicBezTo>
                          <a:pt x="23146" y="120967"/>
                          <a:pt x="11716" y="125158"/>
                          <a:pt x="0" y="128206"/>
                        </a:cubicBezTo>
                        <a:cubicBezTo>
                          <a:pt x="18479" y="124587"/>
                          <a:pt x="36862" y="120872"/>
                          <a:pt x="55340" y="117253"/>
                        </a:cubicBezTo>
                        <a:cubicBezTo>
                          <a:pt x="57626" y="116681"/>
                          <a:pt x="60103" y="116205"/>
                          <a:pt x="62198" y="11715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04" name="Forme libre : forme 17403">
                    <a:extLst>
                      <a:ext uri="{FF2B5EF4-FFF2-40B4-BE49-F238E27FC236}">
                        <a16:creationId xmlns:a16="http://schemas.microsoft.com/office/drawing/2014/main" id="{A9B90679-69B1-40AF-962A-F3D610BF9654}"/>
                      </a:ext>
                    </a:extLst>
                  </p:cNvPr>
                  <p:cNvSpPr/>
                  <p:nvPr/>
                </p:nvSpPr>
                <p:spPr>
                  <a:xfrm>
                    <a:off x="4909760" y="4213629"/>
                    <a:ext cx="171640" cy="117102"/>
                  </a:xfrm>
                  <a:custGeom>
                    <a:avLst/>
                    <a:gdLst>
                      <a:gd name="connsiteX0" fmla="*/ 126588 w 171640"/>
                      <a:gd name="connsiteY0" fmla="*/ 707 h 117102"/>
                      <a:gd name="connsiteX1" fmla="*/ 65342 w 171640"/>
                      <a:gd name="connsiteY1" fmla="*/ 11756 h 117102"/>
                      <a:gd name="connsiteX2" fmla="*/ 19527 w 171640"/>
                      <a:gd name="connsiteY2" fmla="*/ 55856 h 117102"/>
                      <a:gd name="connsiteX3" fmla="*/ 0 w 171640"/>
                      <a:gd name="connsiteY3" fmla="*/ 117102 h 117102"/>
                      <a:gd name="connsiteX4" fmla="*/ 57627 w 171640"/>
                      <a:gd name="connsiteY4" fmla="*/ 24710 h 117102"/>
                      <a:gd name="connsiteX5" fmla="*/ 112109 w 171640"/>
                      <a:gd name="connsiteY5" fmla="*/ 9279 h 117102"/>
                      <a:gd name="connsiteX6" fmla="*/ 171641 w 171640"/>
                      <a:gd name="connsiteY6" fmla="*/ 6517 h 117102"/>
                      <a:gd name="connsiteX7" fmla="*/ 126588 w 171640"/>
                      <a:gd name="connsiteY7" fmla="*/ 707 h 117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1640" h="117102">
                        <a:moveTo>
                          <a:pt x="126588" y="707"/>
                        </a:moveTo>
                        <a:cubicBezTo>
                          <a:pt x="105728" y="1850"/>
                          <a:pt x="84392" y="3088"/>
                          <a:pt x="65342" y="11756"/>
                        </a:cubicBezTo>
                        <a:cubicBezTo>
                          <a:pt x="45720" y="20709"/>
                          <a:pt x="30099" y="36997"/>
                          <a:pt x="19527" y="55856"/>
                        </a:cubicBezTo>
                        <a:cubicBezTo>
                          <a:pt x="8954" y="74621"/>
                          <a:pt x="3239" y="95766"/>
                          <a:pt x="0" y="117102"/>
                        </a:cubicBezTo>
                        <a:cubicBezTo>
                          <a:pt x="10954" y="81574"/>
                          <a:pt x="25718" y="43760"/>
                          <a:pt x="57627" y="24710"/>
                        </a:cubicBezTo>
                        <a:cubicBezTo>
                          <a:pt x="73914" y="14994"/>
                          <a:pt x="93155" y="11280"/>
                          <a:pt x="112109" y="9279"/>
                        </a:cubicBezTo>
                        <a:cubicBezTo>
                          <a:pt x="130397" y="7279"/>
                          <a:pt x="154496" y="11946"/>
                          <a:pt x="171641" y="6517"/>
                        </a:cubicBezTo>
                        <a:cubicBezTo>
                          <a:pt x="159449" y="-1865"/>
                          <a:pt x="140589" y="-55"/>
                          <a:pt x="126588" y="70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05" name="Forme libre : forme 17404">
                    <a:extLst>
                      <a:ext uri="{FF2B5EF4-FFF2-40B4-BE49-F238E27FC236}">
                        <a16:creationId xmlns:a16="http://schemas.microsoft.com/office/drawing/2014/main" id="{681723E3-6588-4C1D-9C73-C97D0D0AF4DC}"/>
                      </a:ext>
                    </a:extLst>
                  </p:cNvPr>
                  <p:cNvSpPr/>
                  <p:nvPr/>
                </p:nvSpPr>
                <p:spPr>
                  <a:xfrm>
                    <a:off x="5187223" y="4037457"/>
                    <a:ext cx="30194" cy="20192"/>
                  </a:xfrm>
                  <a:custGeom>
                    <a:avLst/>
                    <a:gdLst>
                      <a:gd name="connsiteX0" fmla="*/ 24479 w 30194"/>
                      <a:gd name="connsiteY0" fmla="*/ 5810 h 20192"/>
                      <a:gd name="connsiteX1" fmla="*/ 30195 w 30194"/>
                      <a:gd name="connsiteY1" fmla="*/ 0 h 20192"/>
                      <a:gd name="connsiteX2" fmla="*/ 0 w 30194"/>
                      <a:gd name="connsiteY2" fmla="*/ 20193 h 20192"/>
                      <a:gd name="connsiteX3" fmla="*/ 24479 w 30194"/>
                      <a:gd name="connsiteY3" fmla="*/ 5810 h 20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194" h="20192">
                        <a:moveTo>
                          <a:pt x="24479" y="5810"/>
                        </a:moveTo>
                        <a:cubicBezTo>
                          <a:pt x="26384" y="3810"/>
                          <a:pt x="28290" y="1905"/>
                          <a:pt x="30195" y="0"/>
                        </a:cubicBezTo>
                        <a:cubicBezTo>
                          <a:pt x="19717" y="5905"/>
                          <a:pt x="9620" y="12763"/>
                          <a:pt x="0" y="20193"/>
                        </a:cubicBezTo>
                        <a:cubicBezTo>
                          <a:pt x="8287" y="15621"/>
                          <a:pt x="16859" y="11049"/>
                          <a:pt x="24479" y="581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06" name="Forme libre : forme 17405">
                    <a:extLst>
                      <a:ext uri="{FF2B5EF4-FFF2-40B4-BE49-F238E27FC236}">
                        <a16:creationId xmlns:a16="http://schemas.microsoft.com/office/drawing/2014/main" id="{5DF4642D-7772-4527-B0B2-EB929E3DCBCD}"/>
                      </a:ext>
                    </a:extLst>
                  </p:cNvPr>
                  <p:cNvSpPr/>
                  <p:nvPr/>
                </p:nvSpPr>
                <p:spPr>
                  <a:xfrm>
                    <a:off x="5217418" y="3941064"/>
                    <a:ext cx="141255" cy="96297"/>
                  </a:xfrm>
                  <a:custGeom>
                    <a:avLst/>
                    <a:gdLst>
                      <a:gd name="connsiteX0" fmla="*/ 141255 w 141255"/>
                      <a:gd name="connsiteY0" fmla="*/ 89821 h 96297"/>
                      <a:gd name="connsiteX1" fmla="*/ 67056 w 141255"/>
                      <a:gd name="connsiteY1" fmla="*/ 67342 h 96297"/>
                      <a:gd name="connsiteX2" fmla="*/ 60388 w 141255"/>
                      <a:gd name="connsiteY2" fmla="*/ 66008 h 96297"/>
                      <a:gd name="connsiteX3" fmla="*/ 56769 w 141255"/>
                      <a:gd name="connsiteY3" fmla="*/ 59531 h 96297"/>
                      <a:gd name="connsiteX4" fmla="*/ 38290 w 141255"/>
                      <a:gd name="connsiteY4" fmla="*/ 0 h 96297"/>
                      <a:gd name="connsiteX5" fmla="*/ 35052 w 141255"/>
                      <a:gd name="connsiteY5" fmla="*/ 25527 h 96297"/>
                      <a:gd name="connsiteX6" fmla="*/ 29242 w 141255"/>
                      <a:gd name="connsiteY6" fmla="*/ 55150 h 96297"/>
                      <a:gd name="connsiteX7" fmla="*/ 0 w 141255"/>
                      <a:gd name="connsiteY7" fmla="*/ 96298 h 96297"/>
                      <a:gd name="connsiteX8" fmla="*/ 39148 w 141255"/>
                      <a:gd name="connsiteY8" fmla="*/ 79438 h 96297"/>
                      <a:gd name="connsiteX9" fmla="*/ 141255 w 141255"/>
                      <a:gd name="connsiteY9" fmla="*/ 89821 h 96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1255" h="96297">
                        <a:moveTo>
                          <a:pt x="141255" y="89821"/>
                        </a:moveTo>
                        <a:cubicBezTo>
                          <a:pt x="119253" y="75629"/>
                          <a:pt x="93250" y="67627"/>
                          <a:pt x="67056" y="67342"/>
                        </a:cubicBezTo>
                        <a:cubicBezTo>
                          <a:pt x="64770" y="67342"/>
                          <a:pt x="62293" y="67342"/>
                          <a:pt x="60388" y="66008"/>
                        </a:cubicBezTo>
                        <a:cubicBezTo>
                          <a:pt x="58293" y="64579"/>
                          <a:pt x="57531" y="62008"/>
                          <a:pt x="56769" y="59531"/>
                        </a:cubicBezTo>
                        <a:cubicBezTo>
                          <a:pt x="51530" y="41624"/>
                          <a:pt x="48482" y="15049"/>
                          <a:pt x="38290" y="0"/>
                        </a:cubicBezTo>
                        <a:cubicBezTo>
                          <a:pt x="30670" y="3715"/>
                          <a:pt x="35433" y="18193"/>
                          <a:pt x="35052" y="25527"/>
                        </a:cubicBezTo>
                        <a:cubicBezTo>
                          <a:pt x="34576" y="35623"/>
                          <a:pt x="32575" y="45625"/>
                          <a:pt x="29242" y="55150"/>
                        </a:cubicBezTo>
                        <a:cubicBezTo>
                          <a:pt x="22860" y="73152"/>
                          <a:pt x="12287" y="83915"/>
                          <a:pt x="0" y="96298"/>
                        </a:cubicBezTo>
                        <a:cubicBezTo>
                          <a:pt x="12382" y="89249"/>
                          <a:pt x="25432" y="83439"/>
                          <a:pt x="39148" y="79438"/>
                        </a:cubicBezTo>
                        <a:cubicBezTo>
                          <a:pt x="72866" y="69723"/>
                          <a:pt x="111537" y="72199"/>
                          <a:pt x="141255" y="8982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07" name="Forme libre : forme 17406">
                    <a:extLst>
                      <a:ext uri="{FF2B5EF4-FFF2-40B4-BE49-F238E27FC236}">
                        <a16:creationId xmlns:a16="http://schemas.microsoft.com/office/drawing/2014/main" id="{D27A0DC5-1F2D-4EDA-A851-4212325E6ACA}"/>
                      </a:ext>
                    </a:extLst>
                  </p:cNvPr>
                  <p:cNvSpPr/>
                  <p:nvPr/>
                </p:nvSpPr>
                <p:spPr>
                  <a:xfrm>
                    <a:off x="5149505" y="4057650"/>
                    <a:ext cx="37718" cy="34099"/>
                  </a:xfrm>
                  <a:custGeom>
                    <a:avLst/>
                    <a:gdLst>
                      <a:gd name="connsiteX0" fmla="*/ 0 w 37718"/>
                      <a:gd name="connsiteY0" fmla="*/ 34099 h 34099"/>
                      <a:gd name="connsiteX1" fmla="*/ 37719 w 37718"/>
                      <a:gd name="connsiteY1" fmla="*/ 0 h 34099"/>
                      <a:gd name="connsiteX2" fmla="*/ 0 w 37718"/>
                      <a:gd name="connsiteY2" fmla="*/ 34099 h 34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7718" h="34099">
                        <a:moveTo>
                          <a:pt x="0" y="34099"/>
                        </a:moveTo>
                        <a:cubicBezTo>
                          <a:pt x="11811" y="22003"/>
                          <a:pt x="24289" y="10382"/>
                          <a:pt x="37719" y="0"/>
                        </a:cubicBezTo>
                        <a:cubicBezTo>
                          <a:pt x="21812" y="8763"/>
                          <a:pt x="6668" y="17907"/>
                          <a:pt x="0" y="3409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08" name="Forme libre : forme 17407">
                    <a:extLst>
                      <a:ext uri="{FF2B5EF4-FFF2-40B4-BE49-F238E27FC236}">
                        <a16:creationId xmlns:a16="http://schemas.microsoft.com/office/drawing/2014/main" id="{4E19E213-8978-4512-957E-98A534DBE3B5}"/>
                      </a:ext>
                    </a:extLst>
                  </p:cNvPr>
                  <p:cNvSpPr/>
                  <p:nvPr/>
                </p:nvSpPr>
                <p:spPr>
                  <a:xfrm>
                    <a:off x="5358673" y="4030884"/>
                    <a:ext cx="19240" cy="14954"/>
                  </a:xfrm>
                  <a:custGeom>
                    <a:avLst/>
                    <a:gdLst>
                      <a:gd name="connsiteX0" fmla="*/ 0 w 19240"/>
                      <a:gd name="connsiteY0" fmla="*/ 0 h 14954"/>
                      <a:gd name="connsiteX1" fmla="*/ 19241 w 19240"/>
                      <a:gd name="connsiteY1" fmla="*/ 14954 h 14954"/>
                      <a:gd name="connsiteX2" fmla="*/ 0 w 19240"/>
                      <a:gd name="connsiteY2" fmla="*/ 0 h 14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240" h="14954">
                        <a:moveTo>
                          <a:pt x="0" y="0"/>
                        </a:moveTo>
                        <a:cubicBezTo>
                          <a:pt x="6858" y="4381"/>
                          <a:pt x="13335" y="9335"/>
                          <a:pt x="19241" y="14954"/>
                        </a:cubicBezTo>
                        <a:cubicBezTo>
                          <a:pt x="13431" y="9144"/>
                          <a:pt x="6954" y="41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09" name="Forme libre : forme 17408">
                    <a:extLst>
                      <a:ext uri="{FF2B5EF4-FFF2-40B4-BE49-F238E27FC236}">
                        <a16:creationId xmlns:a16="http://schemas.microsoft.com/office/drawing/2014/main" id="{4386F320-81BF-4E43-BCF9-8B80B255CD0D}"/>
                      </a:ext>
                    </a:extLst>
                  </p:cNvPr>
                  <p:cNvSpPr/>
                  <p:nvPr/>
                </p:nvSpPr>
                <p:spPr>
                  <a:xfrm>
                    <a:off x="5317049" y="4310479"/>
                    <a:ext cx="8572" cy="748"/>
                  </a:xfrm>
                  <a:custGeom>
                    <a:avLst/>
                    <a:gdLst>
                      <a:gd name="connsiteX0" fmla="*/ 8573 w 8572"/>
                      <a:gd name="connsiteY0" fmla="*/ 726 h 748"/>
                      <a:gd name="connsiteX1" fmla="*/ 0 w 8572"/>
                      <a:gd name="connsiteY1" fmla="*/ 59 h 748"/>
                      <a:gd name="connsiteX2" fmla="*/ 8573 w 8572"/>
                      <a:gd name="connsiteY2" fmla="*/ 726 h 7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572" h="748">
                        <a:moveTo>
                          <a:pt x="8573" y="726"/>
                        </a:moveTo>
                        <a:cubicBezTo>
                          <a:pt x="5811" y="154"/>
                          <a:pt x="2953" y="-132"/>
                          <a:pt x="0" y="59"/>
                        </a:cubicBezTo>
                        <a:cubicBezTo>
                          <a:pt x="2857" y="630"/>
                          <a:pt x="5715" y="821"/>
                          <a:pt x="8573" y="72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10" name="Forme libre : forme 17409">
                    <a:extLst>
                      <a:ext uri="{FF2B5EF4-FFF2-40B4-BE49-F238E27FC236}">
                        <a16:creationId xmlns:a16="http://schemas.microsoft.com/office/drawing/2014/main" id="{BF07A1B1-B447-4B2D-96BF-2CDAC785DEB7}"/>
                      </a:ext>
                    </a:extLst>
                  </p:cNvPr>
                  <p:cNvSpPr/>
                  <p:nvPr/>
                </p:nvSpPr>
                <p:spPr>
                  <a:xfrm>
                    <a:off x="5325622" y="4146899"/>
                    <a:ext cx="116704" cy="261556"/>
                  </a:xfrm>
                  <a:custGeom>
                    <a:avLst/>
                    <a:gdLst>
                      <a:gd name="connsiteX0" fmla="*/ 0 w 116704"/>
                      <a:gd name="connsiteY0" fmla="*/ 164306 h 261556"/>
                      <a:gd name="connsiteX1" fmla="*/ 29718 w 116704"/>
                      <a:gd name="connsiteY1" fmla="*/ 185261 h 261556"/>
                      <a:gd name="connsiteX2" fmla="*/ 48196 w 116704"/>
                      <a:gd name="connsiteY2" fmla="*/ 227171 h 261556"/>
                      <a:gd name="connsiteX3" fmla="*/ 67056 w 116704"/>
                      <a:gd name="connsiteY3" fmla="*/ 261556 h 261556"/>
                      <a:gd name="connsiteX4" fmla="*/ 54673 w 116704"/>
                      <a:gd name="connsiteY4" fmla="*/ 217742 h 261556"/>
                      <a:gd name="connsiteX5" fmla="*/ 37147 w 116704"/>
                      <a:gd name="connsiteY5" fmla="*/ 175355 h 261556"/>
                      <a:gd name="connsiteX6" fmla="*/ 36766 w 116704"/>
                      <a:gd name="connsiteY6" fmla="*/ 169736 h 261556"/>
                      <a:gd name="connsiteX7" fmla="*/ 41338 w 116704"/>
                      <a:gd name="connsiteY7" fmla="*/ 163354 h 261556"/>
                      <a:gd name="connsiteX8" fmla="*/ 79343 w 116704"/>
                      <a:gd name="connsiteY8" fmla="*/ 127921 h 261556"/>
                      <a:gd name="connsiteX9" fmla="*/ 105918 w 116704"/>
                      <a:gd name="connsiteY9" fmla="*/ 97822 h 261556"/>
                      <a:gd name="connsiteX10" fmla="*/ 115824 w 116704"/>
                      <a:gd name="connsiteY10" fmla="*/ 41910 h 261556"/>
                      <a:gd name="connsiteX11" fmla="*/ 101251 w 116704"/>
                      <a:gd name="connsiteY11" fmla="*/ 0 h 261556"/>
                      <a:gd name="connsiteX12" fmla="*/ 96393 w 116704"/>
                      <a:gd name="connsiteY12" fmla="*/ 70771 h 261556"/>
                      <a:gd name="connsiteX13" fmla="*/ 42672 w 116704"/>
                      <a:gd name="connsiteY13" fmla="*/ 144209 h 261556"/>
                      <a:gd name="connsiteX14" fmla="*/ 0 w 116704"/>
                      <a:gd name="connsiteY14" fmla="*/ 164306 h 261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6704" h="261556">
                        <a:moveTo>
                          <a:pt x="0" y="164306"/>
                        </a:moveTo>
                        <a:cubicBezTo>
                          <a:pt x="11906" y="166688"/>
                          <a:pt x="22670" y="175070"/>
                          <a:pt x="29718" y="185261"/>
                        </a:cubicBezTo>
                        <a:cubicBezTo>
                          <a:pt x="38481" y="197834"/>
                          <a:pt x="42958" y="212788"/>
                          <a:pt x="48196" y="227171"/>
                        </a:cubicBezTo>
                        <a:cubicBezTo>
                          <a:pt x="52673" y="239554"/>
                          <a:pt x="58293" y="251841"/>
                          <a:pt x="67056" y="261556"/>
                        </a:cubicBezTo>
                        <a:cubicBezTo>
                          <a:pt x="58388" y="249841"/>
                          <a:pt x="58960" y="232410"/>
                          <a:pt x="54673" y="217742"/>
                        </a:cubicBezTo>
                        <a:cubicBezTo>
                          <a:pt x="50482" y="202978"/>
                          <a:pt x="40767" y="190214"/>
                          <a:pt x="37147" y="175355"/>
                        </a:cubicBezTo>
                        <a:cubicBezTo>
                          <a:pt x="36671" y="173546"/>
                          <a:pt x="36290" y="171545"/>
                          <a:pt x="36766" y="169736"/>
                        </a:cubicBezTo>
                        <a:cubicBezTo>
                          <a:pt x="37338" y="167164"/>
                          <a:pt x="39434" y="165163"/>
                          <a:pt x="41338" y="163354"/>
                        </a:cubicBezTo>
                        <a:cubicBezTo>
                          <a:pt x="54007" y="151543"/>
                          <a:pt x="66675" y="139732"/>
                          <a:pt x="79343" y="127921"/>
                        </a:cubicBezTo>
                        <a:cubicBezTo>
                          <a:pt x="89154" y="118777"/>
                          <a:pt x="99155" y="109442"/>
                          <a:pt x="105918" y="97822"/>
                        </a:cubicBezTo>
                        <a:cubicBezTo>
                          <a:pt x="115728" y="81248"/>
                          <a:pt x="118300" y="61055"/>
                          <a:pt x="115824" y="41910"/>
                        </a:cubicBezTo>
                        <a:cubicBezTo>
                          <a:pt x="114300" y="29813"/>
                          <a:pt x="111538" y="8096"/>
                          <a:pt x="101251" y="0"/>
                        </a:cubicBezTo>
                        <a:cubicBezTo>
                          <a:pt x="103632" y="24670"/>
                          <a:pt x="105251" y="46577"/>
                          <a:pt x="96393" y="70771"/>
                        </a:cubicBezTo>
                        <a:cubicBezTo>
                          <a:pt x="85820" y="99536"/>
                          <a:pt x="66008" y="124301"/>
                          <a:pt x="42672" y="144209"/>
                        </a:cubicBezTo>
                        <a:cubicBezTo>
                          <a:pt x="30385" y="154496"/>
                          <a:pt x="15526" y="164021"/>
                          <a:pt x="0" y="16430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11" name="Forme libre : forme 17410">
                    <a:extLst>
                      <a:ext uri="{FF2B5EF4-FFF2-40B4-BE49-F238E27FC236}">
                        <a16:creationId xmlns:a16="http://schemas.microsoft.com/office/drawing/2014/main" id="{DC2F6CC1-C9BF-45C8-BF7A-36FE098DF984}"/>
                      </a:ext>
                    </a:extLst>
                  </p:cNvPr>
                  <p:cNvSpPr/>
                  <p:nvPr/>
                </p:nvSpPr>
                <p:spPr>
                  <a:xfrm>
                    <a:off x="5392678" y="4408455"/>
                    <a:ext cx="4381" cy="4667"/>
                  </a:xfrm>
                  <a:custGeom>
                    <a:avLst/>
                    <a:gdLst>
                      <a:gd name="connsiteX0" fmla="*/ 0 w 4381"/>
                      <a:gd name="connsiteY0" fmla="*/ 0 h 4667"/>
                      <a:gd name="connsiteX1" fmla="*/ 4382 w 4381"/>
                      <a:gd name="connsiteY1" fmla="*/ 4667 h 4667"/>
                      <a:gd name="connsiteX2" fmla="*/ 0 w 4381"/>
                      <a:gd name="connsiteY2" fmla="*/ 0 h 4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81" h="4667">
                        <a:moveTo>
                          <a:pt x="0" y="0"/>
                        </a:moveTo>
                        <a:cubicBezTo>
                          <a:pt x="1238" y="1715"/>
                          <a:pt x="2667" y="3239"/>
                          <a:pt x="4382" y="4667"/>
                        </a:cubicBezTo>
                        <a:cubicBezTo>
                          <a:pt x="2763" y="3239"/>
                          <a:pt x="1429" y="161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12" name="Forme libre : forme 17411">
                    <a:extLst>
                      <a:ext uri="{FF2B5EF4-FFF2-40B4-BE49-F238E27FC236}">
                        <a16:creationId xmlns:a16="http://schemas.microsoft.com/office/drawing/2014/main" id="{7A208D4E-4A87-4A34-934F-209407014DB0}"/>
                      </a:ext>
                    </a:extLst>
                  </p:cNvPr>
                  <p:cNvSpPr/>
                  <p:nvPr/>
                </p:nvSpPr>
                <p:spPr>
                  <a:xfrm>
                    <a:off x="5472973" y="3892676"/>
                    <a:ext cx="112300" cy="168687"/>
                  </a:xfrm>
                  <a:custGeom>
                    <a:avLst/>
                    <a:gdLst>
                      <a:gd name="connsiteX0" fmla="*/ 60770 w 112300"/>
                      <a:gd name="connsiteY0" fmla="*/ 123539 h 168687"/>
                      <a:gd name="connsiteX1" fmla="*/ 77438 w 112300"/>
                      <a:gd name="connsiteY1" fmla="*/ 142494 h 168687"/>
                      <a:gd name="connsiteX2" fmla="*/ 82391 w 112300"/>
                      <a:gd name="connsiteY2" fmla="*/ 168688 h 168687"/>
                      <a:gd name="connsiteX3" fmla="*/ 112300 w 112300"/>
                      <a:gd name="connsiteY3" fmla="*/ 57817 h 168687"/>
                      <a:gd name="connsiteX4" fmla="*/ 71724 w 112300"/>
                      <a:gd name="connsiteY4" fmla="*/ 100965 h 168687"/>
                      <a:gd name="connsiteX5" fmla="*/ 63437 w 112300"/>
                      <a:gd name="connsiteY5" fmla="*/ 107156 h 168687"/>
                      <a:gd name="connsiteX6" fmla="*/ 56483 w 112300"/>
                      <a:gd name="connsiteY6" fmla="*/ 103442 h 168687"/>
                      <a:gd name="connsiteX7" fmla="*/ 26480 w 112300"/>
                      <a:gd name="connsiteY7" fmla="*/ 70009 h 168687"/>
                      <a:gd name="connsiteX8" fmla="*/ 0 w 112300"/>
                      <a:gd name="connsiteY8" fmla="*/ 0 h 168687"/>
                      <a:gd name="connsiteX9" fmla="*/ 60770 w 112300"/>
                      <a:gd name="connsiteY9" fmla="*/ 123539 h 168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2300" h="168687">
                        <a:moveTo>
                          <a:pt x="60770" y="123539"/>
                        </a:moveTo>
                        <a:cubicBezTo>
                          <a:pt x="67342" y="128969"/>
                          <a:pt x="74676" y="134493"/>
                          <a:pt x="77438" y="142494"/>
                        </a:cubicBezTo>
                        <a:cubicBezTo>
                          <a:pt x="80391" y="150971"/>
                          <a:pt x="77724" y="161068"/>
                          <a:pt x="82391" y="168688"/>
                        </a:cubicBezTo>
                        <a:cubicBezTo>
                          <a:pt x="76010" y="130397"/>
                          <a:pt x="87439" y="88202"/>
                          <a:pt x="112300" y="57817"/>
                        </a:cubicBezTo>
                        <a:cubicBezTo>
                          <a:pt x="98013" y="71247"/>
                          <a:pt x="83630" y="84392"/>
                          <a:pt x="71724" y="100965"/>
                        </a:cubicBezTo>
                        <a:cubicBezTo>
                          <a:pt x="69628" y="103822"/>
                          <a:pt x="67056" y="107156"/>
                          <a:pt x="63437" y="107156"/>
                        </a:cubicBezTo>
                        <a:cubicBezTo>
                          <a:pt x="60770" y="107156"/>
                          <a:pt x="58484" y="105251"/>
                          <a:pt x="56483" y="103442"/>
                        </a:cubicBezTo>
                        <a:cubicBezTo>
                          <a:pt x="45339" y="93345"/>
                          <a:pt x="34004" y="83058"/>
                          <a:pt x="26480" y="70009"/>
                        </a:cubicBezTo>
                        <a:cubicBezTo>
                          <a:pt x="13907" y="48292"/>
                          <a:pt x="13145" y="21241"/>
                          <a:pt x="0" y="0"/>
                        </a:cubicBezTo>
                        <a:cubicBezTo>
                          <a:pt x="1810" y="47244"/>
                          <a:pt x="24479" y="93345"/>
                          <a:pt x="60770" y="12353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13" name="Forme libre : forme 17412">
                    <a:extLst>
                      <a:ext uri="{FF2B5EF4-FFF2-40B4-BE49-F238E27FC236}">
                        <a16:creationId xmlns:a16="http://schemas.microsoft.com/office/drawing/2014/main" id="{B0902545-98BE-4DB7-8CAB-3F8A98EE685F}"/>
                      </a:ext>
                    </a:extLst>
                  </p:cNvPr>
                  <p:cNvSpPr/>
                  <p:nvPr/>
                </p:nvSpPr>
                <p:spPr>
                  <a:xfrm>
                    <a:off x="5585369" y="3931348"/>
                    <a:ext cx="19621" cy="19240"/>
                  </a:xfrm>
                  <a:custGeom>
                    <a:avLst/>
                    <a:gdLst>
                      <a:gd name="connsiteX0" fmla="*/ 19621 w 19621"/>
                      <a:gd name="connsiteY0" fmla="*/ 0 h 19240"/>
                      <a:gd name="connsiteX1" fmla="*/ 0 w 19621"/>
                      <a:gd name="connsiteY1" fmla="*/ 19241 h 19240"/>
                      <a:gd name="connsiteX2" fmla="*/ 19621 w 19621"/>
                      <a:gd name="connsiteY2" fmla="*/ 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621" h="19240">
                        <a:moveTo>
                          <a:pt x="19621" y="0"/>
                        </a:moveTo>
                        <a:cubicBezTo>
                          <a:pt x="12382" y="5620"/>
                          <a:pt x="5810" y="12097"/>
                          <a:pt x="0" y="19241"/>
                        </a:cubicBezTo>
                        <a:cubicBezTo>
                          <a:pt x="6572" y="13049"/>
                          <a:pt x="13239" y="6763"/>
                          <a:pt x="19621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14" name="Forme libre : forme 17413">
                    <a:extLst>
                      <a:ext uri="{FF2B5EF4-FFF2-40B4-BE49-F238E27FC236}">
                        <a16:creationId xmlns:a16="http://schemas.microsoft.com/office/drawing/2014/main" id="{0D547A54-DCA0-44BC-BD11-8F2A9172D151}"/>
                      </a:ext>
                    </a:extLst>
                  </p:cNvPr>
                  <p:cNvSpPr/>
                  <p:nvPr/>
                </p:nvSpPr>
                <p:spPr>
                  <a:xfrm>
                    <a:off x="5602990" y="4145011"/>
                    <a:ext cx="135540" cy="251632"/>
                  </a:xfrm>
                  <a:custGeom>
                    <a:avLst/>
                    <a:gdLst>
                      <a:gd name="connsiteX0" fmla="*/ 67818 w 135540"/>
                      <a:gd name="connsiteY0" fmla="*/ 145810 h 251632"/>
                      <a:gd name="connsiteX1" fmla="*/ 67533 w 135540"/>
                      <a:gd name="connsiteY1" fmla="*/ 222772 h 251632"/>
                      <a:gd name="connsiteX2" fmla="*/ 83915 w 135540"/>
                      <a:gd name="connsiteY2" fmla="*/ 105043 h 251632"/>
                      <a:gd name="connsiteX3" fmla="*/ 88678 w 135540"/>
                      <a:gd name="connsiteY3" fmla="*/ 92565 h 251632"/>
                      <a:gd name="connsiteX4" fmla="*/ 100965 w 135540"/>
                      <a:gd name="connsiteY4" fmla="*/ 85326 h 251632"/>
                      <a:gd name="connsiteX5" fmla="*/ 135541 w 135540"/>
                      <a:gd name="connsiteY5" fmla="*/ 72182 h 251632"/>
                      <a:gd name="connsiteX6" fmla="*/ 88582 w 135540"/>
                      <a:gd name="connsiteY6" fmla="*/ 86088 h 251632"/>
                      <a:gd name="connsiteX7" fmla="*/ 72771 w 135540"/>
                      <a:gd name="connsiteY7" fmla="*/ 92470 h 251632"/>
                      <a:gd name="connsiteX8" fmla="*/ 61150 w 135540"/>
                      <a:gd name="connsiteY8" fmla="*/ 32367 h 251632"/>
                      <a:gd name="connsiteX9" fmla="*/ 44958 w 135540"/>
                      <a:gd name="connsiteY9" fmla="*/ 14365 h 251632"/>
                      <a:gd name="connsiteX10" fmla="*/ 11525 w 135540"/>
                      <a:gd name="connsiteY10" fmla="*/ 3697 h 251632"/>
                      <a:gd name="connsiteX11" fmla="*/ 37529 w 135540"/>
                      <a:gd name="connsiteY11" fmla="*/ 25128 h 251632"/>
                      <a:gd name="connsiteX12" fmla="*/ 55436 w 135540"/>
                      <a:gd name="connsiteY12" fmla="*/ 75992 h 251632"/>
                      <a:gd name="connsiteX13" fmla="*/ 0 w 135540"/>
                      <a:gd name="connsiteY13" fmla="*/ 251633 h 251632"/>
                      <a:gd name="connsiteX14" fmla="*/ 67818 w 135540"/>
                      <a:gd name="connsiteY14" fmla="*/ 145810 h 251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35540" h="251632">
                        <a:moveTo>
                          <a:pt x="67818" y="145810"/>
                        </a:moveTo>
                        <a:cubicBezTo>
                          <a:pt x="63246" y="171337"/>
                          <a:pt x="58674" y="198388"/>
                          <a:pt x="67533" y="222772"/>
                        </a:cubicBezTo>
                        <a:cubicBezTo>
                          <a:pt x="70580" y="183243"/>
                          <a:pt x="76009" y="143905"/>
                          <a:pt x="83915" y="105043"/>
                        </a:cubicBezTo>
                        <a:cubicBezTo>
                          <a:pt x="84773" y="100661"/>
                          <a:pt x="85820" y="95994"/>
                          <a:pt x="88678" y="92565"/>
                        </a:cubicBezTo>
                        <a:cubicBezTo>
                          <a:pt x="91726" y="88851"/>
                          <a:pt x="96488" y="87041"/>
                          <a:pt x="100965" y="85326"/>
                        </a:cubicBezTo>
                        <a:cubicBezTo>
                          <a:pt x="112490" y="80945"/>
                          <a:pt x="124016" y="76563"/>
                          <a:pt x="135541" y="72182"/>
                        </a:cubicBezTo>
                        <a:cubicBezTo>
                          <a:pt x="118872" y="70943"/>
                          <a:pt x="101822" y="75992"/>
                          <a:pt x="88582" y="86088"/>
                        </a:cubicBezTo>
                        <a:cubicBezTo>
                          <a:pt x="83915" y="89612"/>
                          <a:pt x="78486" y="94089"/>
                          <a:pt x="72771" y="92470"/>
                        </a:cubicBezTo>
                        <a:cubicBezTo>
                          <a:pt x="59531" y="76468"/>
                          <a:pt x="70009" y="51132"/>
                          <a:pt x="61150" y="32367"/>
                        </a:cubicBezTo>
                        <a:cubicBezTo>
                          <a:pt x="57721" y="24938"/>
                          <a:pt x="51435" y="19223"/>
                          <a:pt x="44958" y="14365"/>
                        </a:cubicBezTo>
                        <a:cubicBezTo>
                          <a:pt x="38385" y="9412"/>
                          <a:pt x="18192" y="-7352"/>
                          <a:pt x="11525" y="3697"/>
                        </a:cubicBezTo>
                        <a:cubicBezTo>
                          <a:pt x="20193" y="10936"/>
                          <a:pt x="30194" y="15889"/>
                          <a:pt x="37529" y="25128"/>
                        </a:cubicBezTo>
                        <a:cubicBezTo>
                          <a:pt x="48863" y="39416"/>
                          <a:pt x="53340" y="57894"/>
                          <a:pt x="55436" y="75992"/>
                        </a:cubicBezTo>
                        <a:cubicBezTo>
                          <a:pt x="62579" y="138857"/>
                          <a:pt x="41910" y="204389"/>
                          <a:pt x="0" y="251633"/>
                        </a:cubicBezTo>
                        <a:cubicBezTo>
                          <a:pt x="28956" y="220962"/>
                          <a:pt x="52101" y="184862"/>
                          <a:pt x="67818" y="14581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15" name="Forme libre : forme 17414">
                    <a:extLst>
                      <a:ext uri="{FF2B5EF4-FFF2-40B4-BE49-F238E27FC236}">
                        <a16:creationId xmlns:a16="http://schemas.microsoft.com/office/drawing/2014/main" id="{88E4190C-3F81-481D-A01B-72A4A13D1E13}"/>
                      </a:ext>
                    </a:extLst>
                  </p:cNvPr>
                  <p:cNvSpPr/>
                  <p:nvPr/>
                </p:nvSpPr>
                <p:spPr>
                  <a:xfrm>
                    <a:off x="5778821" y="3961447"/>
                    <a:ext cx="117347" cy="134683"/>
                  </a:xfrm>
                  <a:custGeom>
                    <a:avLst/>
                    <a:gdLst>
                      <a:gd name="connsiteX0" fmla="*/ 39433 w 117347"/>
                      <a:gd name="connsiteY0" fmla="*/ 88487 h 134683"/>
                      <a:gd name="connsiteX1" fmla="*/ 58102 w 117347"/>
                      <a:gd name="connsiteY1" fmla="*/ 100584 h 134683"/>
                      <a:gd name="connsiteX2" fmla="*/ 117347 w 117347"/>
                      <a:gd name="connsiteY2" fmla="*/ 134684 h 134683"/>
                      <a:gd name="connsiteX3" fmla="*/ 67056 w 117347"/>
                      <a:gd name="connsiteY3" fmla="*/ 98203 h 134683"/>
                      <a:gd name="connsiteX4" fmla="*/ 45053 w 117347"/>
                      <a:gd name="connsiteY4" fmla="*/ 79058 h 134683"/>
                      <a:gd name="connsiteX5" fmla="*/ 38862 w 117347"/>
                      <a:gd name="connsiteY5" fmla="*/ 75819 h 134683"/>
                      <a:gd name="connsiteX6" fmla="*/ 37623 w 117347"/>
                      <a:gd name="connsiteY6" fmla="*/ 63151 h 134683"/>
                      <a:gd name="connsiteX7" fmla="*/ 35052 w 117347"/>
                      <a:gd name="connsiteY7" fmla="*/ 0 h 134683"/>
                      <a:gd name="connsiteX8" fmla="*/ 28670 w 117347"/>
                      <a:gd name="connsiteY8" fmla="*/ 58198 h 134683"/>
                      <a:gd name="connsiteX9" fmla="*/ 0 w 117347"/>
                      <a:gd name="connsiteY9" fmla="*/ 91821 h 134683"/>
                      <a:gd name="connsiteX10" fmla="*/ 39433 w 117347"/>
                      <a:gd name="connsiteY10" fmla="*/ 88487 h 134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7347" h="134683">
                        <a:moveTo>
                          <a:pt x="39433" y="88487"/>
                        </a:moveTo>
                        <a:cubicBezTo>
                          <a:pt x="46387" y="91250"/>
                          <a:pt x="52197" y="96107"/>
                          <a:pt x="58102" y="100584"/>
                        </a:cubicBezTo>
                        <a:cubicBezTo>
                          <a:pt x="76295" y="114491"/>
                          <a:pt x="96298" y="125921"/>
                          <a:pt x="117347" y="134684"/>
                        </a:cubicBezTo>
                        <a:cubicBezTo>
                          <a:pt x="99536" y="124111"/>
                          <a:pt x="81343" y="113252"/>
                          <a:pt x="67056" y="98203"/>
                        </a:cubicBezTo>
                        <a:cubicBezTo>
                          <a:pt x="60293" y="91059"/>
                          <a:pt x="54102" y="82772"/>
                          <a:pt x="45053" y="79058"/>
                        </a:cubicBezTo>
                        <a:cubicBezTo>
                          <a:pt x="42863" y="78200"/>
                          <a:pt x="40481" y="77534"/>
                          <a:pt x="38862" y="75819"/>
                        </a:cubicBezTo>
                        <a:cubicBezTo>
                          <a:pt x="35814" y="72676"/>
                          <a:pt x="36671" y="67532"/>
                          <a:pt x="37623" y="63151"/>
                        </a:cubicBezTo>
                        <a:cubicBezTo>
                          <a:pt x="40195" y="51054"/>
                          <a:pt x="47054" y="6572"/>
                          <a:pt x="35052" y="0"/>
                        </a:cubicBezTo>
                        <a:cubicBezTo>
                          <a:pt x="36862" y="20479"/>
                          <a:pt x="37909" y="38862"/>
                          <a:pt x="28670" y="58198"/>
                        </a:cubicBezTo>
                        <a:cubicBezTo>
                          <a:pt x="22288" y="71628"/>
                          <a:pt x="12192" y="83249"/>
                          <a:pt x="0" y="91821"/>
                        </a:cubicBezTo>
                        <a:cubicBezTo>
                          <a:pt x="13049" y="86296"/>
                          <a:pt x="26670" y="83439"/>
                          <a:pt x="39433" y="8848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16" name="Forme libre : forme 17415">
                    <a:extLst>
                      <a:ext uri="{FF2B5EF4-FFF2-40B4-BE49-F238E27FC236}">
                        <a16:creationId xmlns:a16="http://schemas.microsoft.com/office/drawing/2014/main" id="{061E714E-990E-4A05-83D8-4AEED42A6EE2}"/>
                      </a:ext>
                    </a:extLst>
                  </p:cNvPr>
                  <p:cNvSpPr/>
                  <p:nvPr/>
                </p:nvSpPr>
                <p:spPr>
                  <a:xfrm>
                    <a:off x="5759390" y="4053363"/>
                    <a:ext cx="19526" cy="10477"/>
                  </a:xfrm>
                  <a:custGeom>
                    <a:avLst/>
                    <a:gdLst>
                      <a:gd name="connsiteX0" fmla="*/ 0 w 19526"/>
                      <a:gd name="connsiteY0" fmla="*/ 10478 h 10477"/>
                      <a:gd name="connsiteX1" fmla="*/ 19526 w 19526"/>
                      <a:gd name="connsiteY1" fmla="*/ 0 h 10477"/>
                      <a:gd name="connsiteX2" fmla="*/ 0 w 19526"/>
                      <a:gd name="connsiteY2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526" h="10477">
                        <a:moveTo>
                          <a:pt x="0" y="10478"/>
                        </a:moveTo>
                        <a:cubicBezTo>
                          <a:pt x="6954" y="7906"/>
                          <a:pt x="13526" y="4286"/>
                          <a:pt x="19526" y="0"/>
                        </a:cubicBezTo>
                        <a:cubicBezTo>
                          <a:pt x="12764" y="3048"/>
                          <a:pt x="6191" y="6668"/>
                          <a:pt x="0" y="1047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17" name="Forme libre : forme 17416">
                    <a:extLst>
                      <a:ext uri="{FF2B5EF4-FFF2-40B4-BE49-F238E27FC236}">
                        <a16:creationId xmlns:a16="http://schemas.microsoft.com/office/drawing/2014/main" id="{7DB20791-4072-4808-9681-AF485690902E}"/>
                      </a:ext>
                    </a:extLst>
                  </p:cNvPr>
                  <p:cNvSpPr/>
                  <p:nvPr/>
                </p:nvSpPr>
                <p:spPr>
                  <a:xfrm>
                    <a:off x="5871690" y="4340672"/>
                    <a:ext cx="54958" cy="83339"/>
                  </a:xfrm>
                  <a:custGeom>
                    <a:avLst/>
                    <a:gdLst>
                      <a:gd name="connsiteX0" fmla="*/ 47910 w 54958"/>
                      <a:gd name="connsiteY0" fmla="*/ 156 h 83339"/>
                      <a:gd name="connsiteX1" fmla="*/ 39338 w 54958"/>
                      <a:gd name="connsiteY1" fmla="*/ 35113 h 83339"/>
                      <a:gd name="connsiteX2" fmla="*/ 0 w 54958"/>
                      <a:gd name="connsiteY2" fmla="*/ 82166 h 83339"/>
                      <a:gd name="connsiteX3" fmla="*/ 20955 w 54958"/>
                      <a:gd name="connsiteY3" fmla="*/ 72165 h 83339"/>
                      <a:gd name="connsiteX4" fmla="*/ 50768 w 54958"/>
                      <a:gd name="connsiteY4" fmla="*/ 33589 h 83339"/>
                      <a:gd name="connsiteX5" fmla="*/ 53911 w 54958"/>
                      <a:gd name="connsiteY5" fmla="*/ 30541 h 83339"/>
                      <a:gd name="connsiteX6" fmla="*/ 54959 w 54958"/>
                      <a:gd name="connsiteY6" fmla="*/ 30255 h 83339"/>
                      <a:gd name="connsiteX7" fmla="*/ 51149 w 54958"/>
                      <a:gd name="connsiteY7" fmla="*/ 347 h 83339"/>
                      <a:gd name="connsiteX8" fmla="*/ 47910 w 54958"/>
                      <a:gd name="connsiteY8" fmla="*/ 156 h 83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958" h="83339">
                        <a:moveTo>
                          <a:pt x="47910" y="156"/>
                        </a:moveTo>
                        <a:cubicBezTo>
                          <a:pt x="47244" y="11300"/>
                          <a:pt x="44482" y="22540"/>
                          <a:pt x="39338" y="35113"/>
                        </a:cubicBezTo>
                        <a:cubicBezTo>
                          <a:pt x="31432" y="54639"/>
                          <a:pt x="20002" y="75308"/>
                          <a:pt x="0" y="82166"/>
                        </a:cubicBezTo>
                        <a:cubicBezTo>
                          <a:pt x="7429" y="86262"/>
                          <a:pt x="15716" y="78832"/>
                          <a:pt x="20955" y="72165"/>
                        </a:cubicBezTo>
                        <a:cubicBezTo>
                          <a:pt x="30861" y="59306"/>
                          <a:pt x="40862" y="46448"/>
                          <a:pt x="50768" y="33589"/>
                        </a:cubicBezTo>
                        <a:cubicBezTo>
                          <a:pt x="51625" y="32446"/>
                          <a:pt x="52578" y="31207"/>
                          <a:pt x="53911" y="30541"/>
                        </a:cubicBezTo>
                        <a:cubicBezTo>
                          <a:pt x="54292" y="30350"/>
                          <a:pt x="54673" y="30350"/>
                          <a:pt x="54959" y="30255"/>
                        </a:cubicBezTo>
                        <a:cubicBezTo>
                          <a:pt x="53340" y="20349"/>
                          <a:pt x="52006" y="10348"/>
                          <a:pt x="51149" y="347"/>
                        </a:cubicBezTo>
                        <a:cubicBezTo>
                          <a:pt x="50101" y="-130"/>
                          <a:pt x="49053" y="-35"/>
                          <a:pt x="47910" y="156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18" name="Forme libre : forme 17417">
                    <a:extLst>
                      <a:ext uri="{FF2B5EF4-FFF2-40B4-BE49-F238E27FC236}">
                        <a16:creationId xmlns:a16="http://schemas.microsoft.com/office/drawing/2014/main" id="{6A7BE027-F6BE-4C52-B9FD-9C187B660D29}"/>
                      </a:ext>
                    </a:extLst>
                  </p:cNvPr>
                  <p:cNvSpPr/>
                  <p:nvPr/>
                </p:nvSpPr>
                <p:spPr>
                  <a:xfrm>
                    <a:off x="5933397" y="4327778"/>
                    <a:ext cx="9634" cy="53340"/>
                  </a:xfrm>
                  <a:custGeom>
                    <a:avLst/>
                    <a:gdLst>
                      <a:gd name="connsiteX0" fmla="*/ 395 w 9634"/>
                      <a:gd name="connsiteY0" fmla="*/ 27813 h 53340"/>
                      <a:gd name="connsiteX1" fmla="*/ 1444 w 9634"/>
                      <a:gd name="connsiteY1" fmla="*/ 45434 h 53340"/>
                      <a:gd name="connsiteX2" fmla="*/ 2015 w 9634"/>
                      <a:gd name="connsiteY2" fmla="*/ 45816 h 53340"/>
                      <a:gd name="connsiteX3" fmla="*/ 9635 w 9634"/>
                      <a:gd name="connsiteY3" fmla="*/ 53340 h 53340"/>
                      <a:gd name="connsiteX4" fmla="*/ 6587 w 9634"/>
                      <a:gd name="connsiteY4" fmla="*/ 21336 h 53340"/>
                      <a:gd name="connsiteX5" fmla="*/ 3634 w 9634"/>
                      <a:gd name="connsiteY5" fmla="*/ 0 h 53340"/>
                      <a:gd name="connsiteX6" fmla="*/ 1729 w 9634"/>
                      <a:gd name="connsiteY6" fmla="*/ 4572 h 53340"/>
                      <a:gd name="connsiteX7" fmla="*/ 395 w 9634"/>
                      <a:gd name="connsiteY7" fmla="*/ 27813 h 53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634" h="53340">
                        <a:moveTo>
                          <a:pt x="395" y="27813"/>
                        </a:moveTo>
                        <a:cubicBezTo>
                          <a:pt x="777" y="33719"/>
                          <a:pt x="1062" y="39529"/>
                          <a:pt x="1444" y="45434"/>
                        </a:cubicBezTo>
                        <a:cubicBezTo>
                          <a:pt x="1634" y="45625"/>
                          <a:pt x="1824" y="45720"/>
                          <a:pt x="2015" y="45816"/>
                        </a:cubicBezTo>
                        <a:cubicBezTo>
                          <a:pt x="4682" y="48292"/>
                          <a:pt x="6587" y="51435"/>
                          <a:pt x="9635" y="53340"/>
                        </a:cubicBezTo>
                        <a:cubicBezTo>
                          <a:pt x="5444" y="43339"/>
                          <a:pt x="4396" y="32004"/>
                          <a:pt x="6587" y="21336"/>
                        </a:cubicBezTo>
                        <a:cubicBezTo>
                          <a:pt x="7825" y="15050"/>
                          <a:pt x="6587" y="7430"/>
                          <a:pt x="3634" y="0"/>
                        </a:cubicBezTo>
                        <a:cubicBezTo>
                          <a:pt x="2967" y="1524"/>
                          <a:pt x="2205" y="2953"/>
                          <a:pt x="1729" y="4572"/>
                        </a:cubicBezTo>
                        <a:cubicBezTo>
                          <a:pt x="-557" y="12097"/>
                          <a:pt x="-81" y="20003"/>
                          <a:pt x="395" y="27813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19" name="Forme libre : forme 17418">
                    <a:extLst>
                      <a:ext uri="{FF2B5EF4-FFF2-40B4-BE49-F238E27FC236}">
                        <a16:creationId xmlns:a16="http://schemas.microsoft.com/office/drawing/2014/main" id="{422E7DA3-0C07-43A4-920A-8913C9CBB3E2}"/>
                      </a:ext>
                    </a:extLst>
                  </p:cNvPr>
                  <p:cNvSpPr/>
                  <p:nvPr/>
                </p:nvSpPr>
                <p:spPr>
                  <a:xfrm>
                    <a:off x="6020280" y="3955541"/>
                    <a:ext cx="105712" cy="149984"/>
                  </a:xfrm>
                  <a:custGeom>
                    <a:avLst/>
                    <a:gdLst>
                      <a:gd name="connsiteX0" fmla="*/ 75533 w 105712"/>
                      <a:gd name="connsiteY0" fmla="*/ 96298 h 149984"/>
                      <a:gd name="connsiteX1" fmla="*/ 105156 w 105712"/>
                      <a:gd name="connsiteY1" fmla="*/ 0 h 149984"/>
                      <a:gd name="connsiteX2" fmla="*/ 54864 w 105712"/>
                      <a:gd name="connsiteY2" fmla="*/ 107347 h 149984"/>
                      <a:gd name="connsiteX3" fmla="*/ 0 w 105712"/>
                      <a:gd name="connsiteY3" fmla="*/ 144018 h 149984"/>
                      <a:gd name="connsiteX4" fmla="*/ 75533 w 105712"/>
                      <a:gd name="connsiteY4" fmla="*/ 96298 h 149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12" h="149984">
                        <a:moveTo>
                          <a:pt x="75533" y="96298"/>
                        </a:moveTo>
                        <a:cubicBezTo>
                          <a:pt x="93440" y="67151"/>
                          <a:pt x="108871" y="34004"/>
                          <a:pt x="105156" y="0"/>
                        </a:cubicBezTo>
                        <a:cubicBezTo>
                          <a:pt x="96774" y="39148"/>
                          <a:pt x="82105" y="78105"/>
                          <a:pt x="54864" y="107347"/>
                        </a:cubicBezTo>
                        <a:cubicBezTo>
                          <a:pt x="38671" y="124682"/>
                          <a:pt x="17526" y="130873"/>
                          <a:pt x="0" y="144018"/>
                        </a:cubicBezTo>
                        <a:cubicBezTo>
                          <a:pt x="26098" y="167735"/>
                          <a:pt x="64484" y="114300"/>
                          <a:pt x="75533" y="9629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20" name="Forme libre : forme 17419">
                    <a:extLst>
                      <a:ext uri="{FF2B5EF4-FFF2-40B4-BE49-F238E27FC236}">
                        <a16:creationId xmlns:a16="http://schemas.microsoft.com/office/drawing/2014/main" id="{58F9F0D7-10E2-449F-96D9-1DFD2BF5AD53}"/>
                      </a:ext>
                    </a:extLst>
                  </p:cNvPr>
                  <p:cNvSpPr/>
                  <p:nvPr/>
                </p:nvSpPr>
                <p:spPr>
                  <a:xfrm>
                    <a:off x="5831399" y="4259484"/>
                    <a:ext cx="160813" cy="176212"/>
                  </a:xfrm>
                  <a:custGeom>
                    <a:avLst/>
                    <a:gdLst>
                      <a:gd name="connsiteX0" fmla="*/ 62770 w 160813"/>
                      <a:gd name="connsiteY0" fmla="*/ 27718 h 176212"/>
                      <a:gd name="connsiteX1" fmla="*/ 76771 w 160813"/>
                      <a:gd name="connsiteY1" fmla="*/ 54102 h 176212"/>
                      <a:gd name="connsiteX2" fmla="*/ 64484 w 160813"/>
                      <a:gd name="connsiteY2" fmla="*/ 89440 h 176212"/>
                      <a:gd name="connsiteX3" fmla="*/ 0 w 160813"/>
                      <a:gd name="connsiteY3" fmla="*/ 176213 h 176212"/>
                      <a:gd name="connsiteX4" fmla="*/ 77058 w 160813"/>
                      <a:gd name="connsiteY4" fmla="*/ 93440 h 176212"/>
                      <a:gd name="connsiteX5" fmla="*/ 88297 w 160813"/>
                      <a:gd name="connsiteY5" fmla="*/ 81344 h 176212"/>
                      <a:gd name="connsiteX6" fmla="*/ 82868 w 160813"/>
                      <a:gd name="connsiteY6" fmla="*/ 41815 h 176212"/>
                      <a:gd name="connsiteX7" fmla="*/ 105728 w 160813"/>
                      <a:gd name="connsiteY7" fmla="*/ 68389 h 176212"/>
                      <a:gd name="connsiteX8" fmla="*/ 136589 w 160813"/>
                      <a:gd name="connsiteY8" fmla="*/ 38957 h 176212"/>
                      <a:gd name="connsiteX9" fmla="*/ 160592 w 160813"/>
                      <a:gd name="connsiteY9" fmla="*/ 0 h 176212"/>
                      <a:gd name="connsiteX10" fmla="*/ 123444 w 160813"/>
                      <a:gd name="connsiteY10" fmla="*/ 32385 h 176212"/>
                      <a:gd name="connsiteX11" fmla="*/ 62770 w 160813"/>
                      <a:gd name="connsiteY11" fmla="*/ 27718 h 176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0813" h="176212">
                        <a:moveTo>
                          <a:pt x="62770" y="27718"/>
                        </a:moveTo>
                        <a:cubicBezTo>
                          <a:pt x="60865" y="33909"/>
                          <a:pt x="75438" y="46577"/>
                          <a:pt x="76771" y="54102"/>
                        </a:cubicBezTo>
                        <a:cubicBezTo>
                          <a:pt x="79057" y="67056"/>
                          <a:pt x="71342" y="79153"/>
                          <a:pt x="64484" y="89440"/>
                        </a:cubicBezTo>
                        <a:cubicBezTo>
                          <a:pt x="44482" y="119444"/>
                          <a:pt x="24384" y="149543"/>
                          <a:pt x="0" y="176213"/>
                        </a:cubicBezTo>
                        <a:cubicBezTo>
                          <a:pt x="33433" y="157544"/>
                          <a:pt x="60865" y="128111"/>
                          <a:pt x="77058" y="93440"/>
                        </a:cubicBezTo>
                        <a:cubicBezTo>
                          <a:pt x="79439" y="88297"/>
                          <a:pt x="83248" y="82296"/>
                          <a:pt x="88297" y="81344"/>
                        </a:cubicBezTo>
                        <a:cubicBezTo>
                          <a:pt x="89059" y="68771"/>
                          <a:pt x="87249" y="56197"/>
                          <a:pt x="82868" y="41815"/>
                        </a:cubicBezTo>
                        <a:cubicBezTo>
                          <a:pt x="92488" y="45911"/>
                          <a:pt x="101155" y="56864"/>
                          <a:pt x="105728" y="68389"/>
                        </a:cubicBezTo>
                        <a:cubicBezTo>
                          <a:pt x="111823" y="55721"/>
                          <a:pt x="124968" y="47339"/>
                          <a:pt x="136589" y="38957"/>
                        </a:cubicBezTo>
                        <a:cubicBezTo>
                          <a:pt x="149543" y="29528"/>
                          <a:pt x="162687" y="15907"/>
                          <a:pt x="160592" y="0"/>
                        </a:cubicBezTo>
                        <a:cubicBezTo>
                          <a:pt x="156210" y="16764"/>
                          <a:pt x="140494" y="29146"/>
                          <a:pt x="123444" y="32385"/>
                        </a:cubicBezTo>
                        <a:cubicBezTo>
                          <a:pt x="111538" y="34480"/>
                          <a:pt x="66390" y="16288"/>
                          <a:pt x="62770" y="2771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21" name="Forme libre : forme 17420">
                    <a:extLst>
                      <a:ext uri="{FF2B5EF4-FFF2-40B4-BE49-F238E27FC236}">
                        <a16:creationId xmlns:a16="http://schemas.microsoft.com/office/drawing/2014/main" id="{09548FA4-2B5B-48E5-9E74-D93C14D6AD83}"/>
                      </a:ext>
                    </a:extLst>
                  </p:cNvPr>
                  <p:cNvSpPr/>
                  <p:nvPr/>
                </p:nvSpPr>
                <p:spPr>
                  <a:xfrm>
                    <a:off x="5926744" y="4370508"/>
                    <a:ext cx="10858" cy="48043"/>
                  </a:xfrm>
                  <a:custGeom>
                    <a:avLst/>
                    <a:gdLst>
                      <a:gd name="connsiteX0" fmla="*/ 0 w 10858"/>
                      <a:gd name="connsiteY0" fmla="*/ 228 h 48043"/>
                      <a:gd name="connsiteX1" fmla="*/ 10859 w 10858"/>
                      <a:gd name="connsiteY1" fmla="*/ 48044 h 48043"/>
                      <a:gd name="connsiteX2" fmla="*/ 8097 w 10858"/>
                      <a:gd name="connsiteY2" fmla="*/ 2609 h 48043"/>
                      <a:gd name="connsiteX3" fmla="*/ 0 w 10858"/>
                      <a:gd name="connsiteY3" fmla="*/ 228 h 4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858" h="48043">
                        <a:moveTo>
                          <a:pt x="0" y="228"/>
                        </a:moveTo>
                        <a:cubicBezTo>
                          <a:pt x="2667" y="16325"/>
                          <a:pt x="6191" y="32327"/>
                          <a:pt x="10859" y="48044"/>
                        </a:cubicBezTo>
                        <a:cubicBezTo>
                          <a:pt x="9906" y="32899"/>
                          <a:pt x="9049" y="17754"/>
                          <a:pt x="8097" y="2609"/>
                        </a:cubicBezTo>
                        <a:cubicBezTo>
                          <a:pt x="5810" y="704"/>
                          <a:pt x="2667" y="-534"/>
                          <a:pt x="0" y="22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22" name="Forme libre : forme 17421">
                    <a:extLst>
                      <a:ext uri="{FF2B5EF4-FFF2-40B4-BE49-F238E27FC236}">
                        <a16:creationId xmlns:a16="http://schemas.microsoft.com/office/drawing/2014/main" id="{46F0297B-AC3C-4037-8A9A-5C8FD8B8EE08}"/>
                      </a:ext>
                    </a:extLst>
                  </p:cNvPr>
                  <p:cNvSpPr/>
                  <p:nvPr/>
                </p:nvSpPr>
                <p:spPr>
                  <a:xfrm>
                    <a:off x="5914171" y="4301204"/>
                    <a:ext cx="22955" cy="71913"/>
                  </a:xfrm>
                  <a:custGeom>
                    <a:avLst/>
                    <a:gdLst>
                      <a:gd name="connsiteX0" fmla="*/ 0 w 22955"/>
                      <a:gd name="connsiteY0" fmla="*/ 0 h 71913"/>
                      <a:gd name="connsiteX1" fmla="*/ 5429 w 22955"/>
                      <a:gd name="connsiteY1" fmla="*/ 39529 h 71913"/>
                      <a:gd name="connsiteX2" fmla="*/ 8763 w 22955"/>
                      <a:gd name="connsiteY2" fmla="*/ 39624 h 71913"/>
                      <a:gd name="connsiteX3" fmla="*/ 12573 w 22955"/>
                      <a:gd name="connsiteY3" fmla="*/ 69532 h 71913"/>
                      <a:gd name="connsiteX4" fmla="*/ 20670 w 22955"/>
                      <a:gd name="connsiteY4" fmla="*/ 71914 h 71913"/>
                      <a:gd name="connsiteX5" fmla="*/ 19621 w 22955"/>
                      <a:gd name="connsiteY5" fmla="*/ 54292 h 71913"/>
                      <a:gd name="connsiteX6" fmla="*/ 21050 w 22955"/>
                      <a:gd name="connsiteY6" fmla="*/ 31147 h 71913"/>
                      <a:gd name="connsiteX7" fmla="*/ 22956 w 22955"/>
                      <a:gd name="connsiteY7" fmla="*/ 26575 h 71913"/>
                      <a:gd name="connsiteX8" fmla="*/ 0 w 22955"/>
                      <a:gd name="connsiteY8" fmla="*/ 0 h 71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955" h="71913">
                        <a:moveTo>
                          <a:pt x="0" y="0"/>
                        </a:moveTo>
                        <a:cubicBezTo>
                          <a:pt x="4382" y="14383"/>
                          <a:pt x="6287" y="26956"/>
                          <a:pt x="5429" y="39529"/>
                        </a:cubicBezTo>
                        <a:cubicBezTo>
                          <a:pt x="6477" y="39338"/>
                          <a:pt x="7620" y="39243"/>
                          <a:pt x="8763" y="39624"/>
                        </a:cubicBezTo>
                        <a:cubicBezTo>
                          <a:pt x="9620" y="49625"/>
                          <a:pt x="10954" y="59626"/>
                          <a:pt x="12573" y="69532"/>
                        </a:cubicBezTo>
                        <a:cubicBezTo>
                          <a:pt x="15335" y="68675"/>
                          <a:pt x="18383" y="69913"/>
                          <a:pt x="20670" y="71914"/>
                        </a:cubicBezTo>
                        <a:cubicBezTo>
                          <a:pt x="20288" y="66008"/>
                          <a:pt x="20003" y="60198"/>
                          <a:pt x="19621" y="54292"/>
                        </a:cubicBezTo>
                        <a:cubicBezTo>
                          <a:pt x="19145" y="46577"/>
                          <a:pt x="18669" y="38576"/>
                          <a:pt x="21050" y="31147"/>
                        </a:cubicBezTo>
                        <a:cubicBezTo>
                          <a:pt x="21527" y="29528"/>
                          <a:pt x="22193" y="28004"/>
                          <a:pt x="22956" y="26575"/>
                        </a:cubicBezTo>
                        <a:cubicBezTo>
                          <a:pt x="18288" y="15049"/>
                          <a:pt x="9620" y="409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23" name="Forme libre : forme 17422">
                    <a:extLst>
                      <a:ext uri="{FF2B5EF4-FFF2-40B4-BE49-F238E27FC236}">
                        <a16:creationId xmlns:a16="http://schemas.microsoft.com/office/drawing/2014/main" id="{291A9D68-AB68-4A2F-A200-60542A972886}"/>
                      </a:ext>
                    </a:extLst>
                  </p:cNvPr>
                  <p:cNvSpPr/>
                  <p:nvPr/>
                </p:nvSpPr>
                <p:spPr>
                  <a:xfrm>
                    <a:off x="6046188" y="4176850"/>
                    <a:ext cx="111755" cy="79681"/>
                  </a:xfrm>
                  <a:custGeom>
                    <a:avLst/>
                    <a:gdLst>
                      <a:gd name="connsiteX0" fmla="*/ 97250 w 111755"/>
                      <a:gd name="connsiteY0" fmla="*/ 34819 h 79681"/>
                      <a:gd name="connsiteX1" fmla="*/ 108966 w 111755"/>
                      <a:gd name="connsiteY1" fmla="*/ 79682 h 79681"/>
                      <a:gd name="connsiteX2" fmla="*/ 104680 w 111755"/>
                      <a:gd name="connsiteY2" fmla="*/ 32723 h 79681"/>
                      <a:gd name="connsiteX3" fmla="*/ 68104 w 111755"/>
                      <a:gd name="connsiteY3" fmla="*/ 3005 h 79681"/>
                      <a:gd name="connsiteX4" fmla="*/ 36672 w 111755"/>
                      <a:gd name="connsiteY4" fmla="*/ 52 h 79681"/>
                      <a:gd name="connsiteX5" fmla="*/ 0 w 111755"/>
                      <a:gd name="connsiteY5" fmla="*/ 12340 h 79681"/>
                      <a:gd name="connsiteX6" fmla="*/ 29813 w 111755"/>
                      <a:gd name="connsiteY6" fmla="*/ 6434 h 79681"/>
                      <a:gd name="connsiteX7" fmla="*/ 71057 w 111755"/>
                      <a:gd name="connsiteY7" fmla="*/ 16912 h 79681"/>
                      <a:gd name="connsiteX8" fmla="*/ 97250 w 111755"/>
                      <a:gd name="connsiteY8" fmla="*/ 34819 h 79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1755" h="79681">
                        <a:moveTo>
                          <a:pt x="97250" y="34819"/>
                        </a:moveTo>
                        <a:cubicBezTo>
                          <a:pt x="107061" y="47201"/>
                          <a:pt x="108204" y="63965"/>
                          <a:pt x="108966" y="79682"/>
                        </a:cubicBezTo>
                        <a:cubicBezTo>
                          <a:pt x="113824" y="64346"/>
                          <a:pt x="112300" y="47011"/>
                          <a:pt x="104680" y="32723"/>
                        </a:cubicBezTo>
                        <a:cubicBezTo>
                          <a:pt x="97060" y="18436"/>
                          <a:pt x="83534" y="7577"/>
                          <a:pt x="68104" y="3005"/>
                        </a:cubicBezTo>
                        <a:cubicBezTo>
                          <a:pt x="57912" y="52"/>
                          <a:pt x="47244" y="-138"/>
                          <a:pt x="36672" y="52"/>
                        </a:cubicBezTo>
                        <a:cubicBezTo>
                          <a:pt x="25337" y="338"/>
                          <a:pt x="5525" y="910"/>
                          <a:pt x="0" y="12340"/>
                        </a:cubicBezTo>
                        <a:cubicBezTo>
                          <a:pt x="9620" y="8911"/>
                          <a:pt x="19431" y="6149"/>
                          <a:pt x="29813" y="6434"/>
                        </a:cubicBezTo>
                        <a:cubicBezTo>
                          <a:pt x="44101" y="6815"/>
                          <a:pt x="58008" y="11197"/>
                          <a:pt x="71057" y="16912"/>
                        </a:cubicBezTo>
                        <a:cubicBezTo>
                          <a:pt x="80963" y="21293"/>
                          <a:pt x="90678" y="26437"/>
                          <a:pt x="97250" y="3481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24" name="Forme libre : forme 17423">
                    <a:extLst>
                      <a:ext uri="{FF2B5EF4-FFF2-40B4-BE49-F238E27FC236}">
                        <a16:creationId xmlns:a16="http://schemas.microsoft.com/office/drawing/2014/main" id="{93E40A98-D735-4FE5-8D4F-08D90BDCE1E8}"/>
                      </a:ext>
                    </a:extLst>
                  </p:cNvPr>
                  <p:cNvSpPr/>
                  <p:nvPr/>
                </p:nvSpPr>
                <p:spPr>
                  <a:xfrm>
                    <a:off x="6079716" y="4353782"/>
                    <a:ext cx="149351" cy="89344"/>
                  </a:xfrm>
                  <a:custGeom>
                    <a:avLst/>
                    <a:gdLst>
                      <a:gd name="connsiteX0" fmla="*/ 0 w 149351"/>
                      <a:gd name="connsiteY0" fmla="*/ 89345 h 89344"/>
                      <a:gd name="connsiteX1" fmla="*/ 36481 w 149351"/>
                      <a:gd name="connsiteY1" fmla="*/ 62198 h 89344"/>
                      <a:gd name="connsiteX2" fmla="*/ 65341 w 149351"/>
                      <a:gd name="connsiteY2" fmla="*/ 33909 h 89344"/>
                      <a:gd name="connsiteX3" fmla="*/ 77438 w 149351"/>
                      <a:gd name="connsiteY3" fmla="*/ 35243 h 89344"/>
                      <a:gd name="connsiteX4" fmla="*/ 149352 w 149351"/>
                      <a:gd name="connsiteY4" fmla="*/ 51245 h 89344"/>
                      <a:gd name="connsiteX5" fmla="*/ 101441 w 149351"/>
                      <a:gd name="connsiteY5" fmla="*/ 35243 h 89344"/>
                      <a:gd name="connsiteX6" fmla="*/ 75819 w 149351"/>
                      <a:gd name="connsiteY6" fmla="*/ 19717 h 89344"/>
                      <a:gd name="connsiteX7" fmla="*/ 60103 w 149351"/>
                      <a:gd name="connsiteY7" fmla="*/ 0 h 89344"/>
                      <a:gd name="connsiteX8" fmla="*/ 45911 w 149351"/>
                      <a:gd name="connsiteY8" fmla="*/ 42005 h 89344"/>
                      <a:gd name="connsiteX9" fmla="*/ 0 w 149351"/>
                      <a:gd name="connsiteY9" fmla="*/ 89345 h 89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9351" h="89344">
                        <a:moveTo>
                          <a:pt x="0" y="89345"/>
                        </a:moveTo>
                        <a:cubicBezTo>
                          <a:pt x="14574" y="84487"/>
                          <a:pt x="27623" y="74771"/>
                          <a:pt x="36481" y="62198"/>
                        </a:cubicBezTo>
                        <a:cubicBezTo>
                          <a:pt x="44482" y="50768"/>
                          <a:pt x="51435" y="35528"/>
                          <a:pt x="65341" y="33909"/>
                        </a:cubicBezTo>
                        <a:cubicBezTo>
                          <a:pt x="69438" y="33433"/>
                          <a:pt x="73533" y="34385"/>
                          <a:pt x="77438" y="35243"/>
                        </a:cubicBezTo>
                        <a:cubicBezTo>
                          <a:pt x="101441" y="40577"/>
                          <a:pt x="125349" y="45911"/>
                          <a:pt x="149352" y="51245"/>
                        </a:cubicBezTo>
                        <a:cubicBezTo>
                          <a:pt x="133350" y="45911"/>
                          <a:pt x="117443" y="40577"/>
                          <a:pt x="101441" y="35243"/>
                        </a:cubicBezTo>
                        <a:cubicBezTo>
                          <a:pt x="91345" y="31909"/>
                          <a:pt x="82487" y="28289"/>
                          <a:pt x="75819" y="19717"/>
                        </a:cubicBezTo>
                        <a:cubicBezTo>
                          <a:pt x="70199" y="12573"/>
                          <a:pt x="70771" y="1143"/>
                          <a:pt x="60103" y="0"/>
                        </a:cubicBezTo>
                        <a:cubicBezTo>
                          <a:pt x="55626" y="14192"/>
                          <a:pt x="53912" y="28480"/>
                          <a:pt x="45911" y="42005"/>
                        </a:cubicBezTo>
                        <a:cubicBezTo>
                          <a:pt x="34576" y="60960"/>
                          <a:pt x="17812" y="76105"/>
                          <a:pt x="0" y="8934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25" name="Forme libre : forme 17424">
                    <a:extLst>
                      <a:ext uri="{FF2B5EF4-FFF2-40B4-BE49-F238E27FC236}">
                        <a16:creationId xmlns:a16="http://schemas.microsoft.com/office/drawing/2014/main" id="{84184FC0-3437-42BD-A484-0AA7C79F6417}"/>
                      </a:ext>
                    </a:extLst>
                  </p:cNvPr>
                  <p:cNvSpPr/>
                  <p:nvPr/>
                </p:nvSpPr>
                <p:spPr>
                  <a:xfrm>
                    <a:off x="6205160" y="3946588"/>
                    <a:ext cx="159734" cy="230600"/>
                  </a:xfrm>
                  <a:custGeom>
                    <a:avLst/>
                    <a:gdLst>
                      <a:gd name="connsiteX0" fmla="*/ 45911 w 159734"/>
                      <a:gd name="connsiteY0" fmla="*/ 69913 h 230600"/>
                      <a:gd name="connsiteX1" fmla="*/ 56198 w 159734"/>
                      <a:gd name="connsiteY1" fmla="*/ 74200 h 230600"/>
                      <a:gd name="connsiteX2" fmla="*/ 60293 w 159734"/>
                      <a:gd name="connsiteY2" fmla="*/ 87821 h 230600"/>
                      <a:gd name="connsiteX3" fmla="*/ 61151 w 159734"/>
                      <a:gd name="connsiteY3" fmla="*/ 155543 h 230600"/>
                      <a:gd name="connsiteX4" fmla="*/ 56388 w 159734"/>
                      <a:gd name="connsiteY4" fmla="*/ 189167 h 230600"/>
                      <a:gd name="connsiteX5" fmla="*/ 12097 w 159734"/>
                      <a:gd name="connsiteY5" fmla="*/ 230600 h 230600"/>
                      <a:gd name="connsiteX6" fmla="*/ 132969 w 159734"/>
                      <a:gd name="connsiteY6" fmla="*/ 216694 h 230600"/>
                      <a:gd name="connsiteX7" fmla="*/ 88773 w 159734"/>
                      <a:gd name="connsiteY7" fmla="*/ 193548 h 230600"/>
                      <a:gd name="connsiteX8" fmla="*/ 70676 w 159734"/>
                      <a:gd name="connsiteY8" fmla="*/ 143828 h 230600"/>
                      <a:gd name="connsiteX9" fmla="*/ 68199 w 159734"/>
                      <a:gd name="connsiteY9" fmla="*/ 106299 h 230600"/>
                      <a:gd name="connsiteX10" fmla="*/ 69533 w 159734"/>
                      <a:gd name="connsiteY10" fmla="*/ 82487 h 230600"/>
                      <a:gd name="connsiteX11" fmla="*/ 110871 w 159734"/>
                      <a:gd name="connsiteY11" fmla="*/ 45339 h 230600"/>
                      <a:gd name="connsiteX12" fmla="*/ 159734 w 159734"/>
                      <a:gd name="connsiteY12" fmla="*/ 0 h 230600"/>
                      <a:gd name="connsiteX13" fmla="*/ 76581 w 159734"/>
                      <a:gd name="connsiteY13" fmla="*/ 57436 h 230600"/>
                      <a:gd name="connsiteX14" fmla="*/ 0 w 159734"/>
                      <a:gd name="connsiteY14" fmla="*/ 49625 h 230600"/>
                      <a:gd name="connsiteX15" fmla="*/ 45911 w 159734"/>
                      <a:gd name="connsiteY15" fmla="*/ 69913 h 230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59734" h="230600">
                        <a:moveTo>
                          <a:pt x="45911" y="69913"/>
                        </a:moveTo>
                        <a:cubicBezTo>
                          <a:pt x="49625" y="70771"/>
                          <a:pt x="53531" y="71533"/>
                          <a:pt x="56198" y="74200"/>
                        </a:cubicBezTo>
                        <a:cubicBezTo>
                          <a:pt x="59722" y="77629"/>
                          <a:pt x="60103" y="82963"/>
                          <a:pt x="60293" y="87821"/>
                        </a:cubicBezTo>
                        <a:cubicBezTo>
                          <a:pt x="61151" y="110395"/>
                          <a:pt x="61436" y="132969"/>
                          <a:pt x="61151" y="155543"/>
                        </a:cubicBezTo>
                        <a:cubicBezTo>
                          <a:pt x="60960" y="166878"/>
                          <a:pt x="60675" y="178594"/>
                          <a:pt x="56388" y="189167"/>
                        </a:cubicBezTo>
                        <a:cubicBezTo>
                          <a:pt x="48673" y="208312"/>
                          <a:pt x="29813" y="220123"/>
                          <a:pt x="12097" y="230600"/>
                        </a:cubicBezTo>
                        <a:cubicBezTo>
                          <a:pt x="47911" y="208979"/>
                          <a:pt x="93155" y="203740"/>
                          <a:pt x="132969" y="216694"/>
                        </a:cubicBezTo>
                        <a:cubicBezTo>
                          <a:pt x="122968" y="203168"/>
                          <a:pt x="102204" y="203740"/>
                          <a:pt x="88773" y="193548"/>
                        </a:cubicBezTo>
                        <a:cubicBezTo>
                          <a:pt x="74295" y="182499"/>
                          <a:pt x="71914" y="162020"/>
                          <a:pt x="70676" y="143828"/>
                        </a:cubicBezTo>
                        <a:cubicBezTo>
                          <a:pt x="69818" y="131350"/>
                          <a:pt x="69056" y="118777"/>
                          <a:pt x="68199" y="106299"/>
                        </a:cubicBezTo>
                        <a:cubicBezTo>
                          <a:pt x="67628" y="98298"/>
                          <a:pt x="67152" y="90106"/>
                          <a:pt x="69533" y="82487"/>
                        </a:cubicBezTo>
                        <a:cubicBezTo>
                          <a:pt x="75248" y="64389"/>
                          <a:pt x="94679" y="55245"/>
                          <a:pt x="110871" y="45339"/>
                        </a:cubicBezTo>
                        <a:cubicBezTo>
                          <a:pt x="129921" y="33623"/>
                          <a:pt x="146590" y="18097"/>
                          <a:pt x="159734" y="0"/>
                        </a:cubicBezTo>
                        <a:cubicBezTo>
                          <a:pt x="136303" y="24765"/>
                          <a:pt x="109252" y="47720"/>
                          <a:pt x="76581" y="57436"/>
                        </a:cubicBezTo>
                        <a:cubicBezTo>
                          <a:pt x="50388" y="65151"/>
                          <a:pt x="24099" y="61627"/>
                          <a:pt x="0" y="49625"/>
                        </a:cubicBezTo>
                        <a:cubicBezTo>
                          <a:pt x="5906" y="62008"/>
                          <a:pt x="33147" y="67056"/>
                          <a:pt x="45911" y="6991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26" name="Forme libre : forme 17425">
                    <a:extLst>
                      <a:ext uri="{FF2B5EF4-FFF2-40B4-BE49-F238E27FC236}">
                        <a16:creationId xmlns:a16="http://schemas.microsoft.com/office/drawing/2014/main" id="{2D1C4B6F-A894-45C1-AB9F-B87AB19B1E89}"/>
                      </a:ext>
                    </a:extLst>
                  </p:cNvPr>
                  <p:cNvSpPr/>
                  <p:nvPr/>
                </p:nvSpPr>
                <p:spPr>
                  <a:xfrm>
                    <a:off x="6379277" y="3971163"/>
                    <a:ext cx="138207" cy="137197"/>
                  </a:xfrm>
                  <a:custGeom>
                    <a:avLst/>
                    <a:gdLst>
                      <a:gd name="connsiteX0" fmla="*/ 138208 w 138207"/>
                      <a:gd name="connsiteY0" fmla="*/ 136684 h 137197"/>
                      <a:gd name="connsiteX1" fmla="*/ 106870 w 138207"/>
                      <a:gd name="connsiteY1" fmla="*/ 121729 h 137197"/>
                      <a:gd name="connsiteX2" fmla="*/ 40100 w 138207"/>
                      <a:gd name="connsiteY2" fmla="*/ 93535 h 137197"/>
                      <a:gd name="connsiteX3" fmla="*/ 22574 w 138207"/>
                      <a:gd name="connsiteY3" fmla="*/ 65627 h 137197"/>
                      <a:gd name="connsiteX4" fmla="*/ 0 w 138207"/>
                      <a:gd name="connsiteY4" fmla="*/ 0 h 137197"/>
                      <a:gd name="connsiteX5" fmla="*/ 36957 w 138207"/>
                      <a:gd name="connsiteY5" fmla="*/ 99917 h 137197"/>
                      <a:gd name="connsiteX6" fmla="*/ 138208 w 138207"/>
                      <a:gd name="connsiteY6" fmla="*/ 136684 h 137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8207" h="137197">
                        <a:moveTo>
                          <a:pt x="138208" y="136684"/>
                        </a:moveTo>
                        <a:cubicBezTo>
                          <a:pt x="128016" y="131254"/>
                          <a:pt x="117729" y="125730"/>
                          <a:pt x="106870" y="121729"/>
                        </a:cubicBezTo>
                        <a:cubicBezTo>
                          <a:pt x="83915" y="113347"/>
                          <a:pt x="57341" y="110871"/>
                          <a:pt x="40100" y="93535"/>
                        </a:cubicBezTo>
                        <a:cubicBezTo>
                          <a:pt x="32290" y="85725"/>
                          <a:pt x="27337" y="75533"/>
                          <a:pt x="22574" y="65627"/>
                        </a:cubicBezTo>
                        <a:cubicBezTo>
                          <a:pt x="12478" y="44767"/>
                          <a:pt x="2286" y="23336"/>
                          <a:pt x="0" y="0"/>
                        </a:cubicBezTo>
                        <a:cubicBezTo>
                          <a:pt x="2381" y="37814"/>
                          <a:pt x="9144" y="71818"/>
                          <a:pt x="36957" y="99917"/>
                        </a:cubicBezTo>
                        <a:cubicBezTo>
                          <a:pt x="63055" y="126206"/>
                          <a:pt x="101251" y="140113"/>
                          <a:pt x="138208" y="13668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27" name="Forme libre : forme 17426">
                    <a:extLst>
                      <a:ext uri="{FF2B5EF4-FFF2-40B4-BE49-F238E27FC236}">
                        <a16:creationId xmlns:a16="http://schemas.microsoft.com/office/drawing/2014/main" id="{39503931-7058-4BB0-9F98-6C17931DD0A8}"/>
                      </a:ext>
                    </a:extLst>
                  </p:cNvPr>
                  <p:cNvSpPr/>
                  <p:nvPr/>
                </p:nvSpPr>
                <p:spPr>
                  <a:xfrm>
                    <a:off x="6375086" y="4126801"/>
                    <a:ext cx="81820" cy="121253"/>
                  </a:xfrm>
                  <a:custGeom>
                    <a:avLst/>
                    <a:gdLst>
                      <a:gd name="connsiteX0" fmla="*/ 42672 w 81820"/>
                      <a:gd name="connsiteY0" fmla="*/ 40100 h 121253"/>
                      <a:gd name="connsiteX1" fmla="*/ 44577 w 81820"/>
                      <a:gd name="connsiteY1" fmla="*/ 48292 h 121253"/>
                      <a:gd name="connsiteX2" fmla="*/ 66580 w 81820"/>
                      <a:gd name="connsiteY2" fmla="*/ 121253 h 121253"/>
                      <a:gd name="connsiteX3" fmla="*/ 59150 w 81820"/>
                      <a:gd name="connsiteY3" fmla="*/ 58388 h 121253"/>
                      <a:gd name="connsiteX4" fmla="*/ 81820 w 81820"/>
                      <a:gd name="connsiteY4" fmla="*/ 0 h 121253"/>
                      <a:gd name="connsiteX5" fmla="*/ 53911 w 81820"/>
                      <a:gd name="connsiteY5" fmla="*/ 20098 h 121253"/>
                      <a:gd name="connsiteX6" fmla="*/ 0 w 81820"/>
                      <a:gd name="connsiteY6" fmla="*/ 33814 h 121253"/>
                      <a:gd name="connsiteX7" fmla="*/ 36100 w 81820"/>
                      <a:gd name="connsiteY7" fmla="*/ 38005 h 121253"/>
                      <a:gd name="connsiteX8" fmla="*/ 42672 w 81820"/>
                      <a:gd name="connsiteY8" fmla="*/ 40100 h 121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1820" h="121253">
                        <a:moveTo>
                          <a:pt x="42672" y="40100"/>
                        </a:moveTo>
                        <a:cubicBezTo>
                          <a:pt x="44768" y="42100"/>
                          <a:pt x="44672" y="45434"/>
                          <a:pt x="44577" y="48292"/>
                        </a:cubicBezTo>
                        <a:cubicBezTo>
                          <a:pt x="43625" y="74104"/>
                          <a:pt x="51530" y="100203"/>
                          <a:pt x="66580" y="121253"/>
                        </a:cubicBezTo>
                        <a:cubicBezTo>
                          <a:pt x="60960" y="100774"/>
                          <a:pt x="57436" y="79534"/>
                          <a:pt x="59150" y="58388"/>
                        </a:cubicBezTo>
                        <a:cubicBezTo>
                          <a:pt x="60865" y="37243"/>
                          <a:pt x="68009" y="16097"/>
                          <a:pt x="81820" y="0"/>
                        </a:cubicBezTo>
                        <a:cubicBezTo>
                          <a:pt x="72485" y="6667"/>
                          <a:pt x="63722" y="14192"/>
                          <a:pt x="53911" y="20098"/>
                        </a:cubicBezTo>
                        <a:cubicBezTo>
                          <a:pt x="37242" y="30099"/>
                          <a:pt x="19050" y="33147"/>
                          <a:pt x="0" y="33814"/>
                        </a:cubicBezTo>
                        <a:cubicBezTo>
                          <a:pt x="10763" y="38100"/>
                          <a:pt x="24479" y="37147"/>
                          <a:pt x="36100" y="38005"/>
                        </a:cubicBezTo>
                        <a:cubicBezTo>
                          <a:pt x="38481" y="38195"/>
                          <a:pt x="41053" y="38481"/>
                          <a:pt x="42672" y="4010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28" name="Forme libre : forme 17427">
                    <a:extLst>
                      <a:ext uri="{FF2B5EF4-FFF2-40B4-BE49-F238E27FC236}">
                        <a16:creationId xmlns:a16="http://schemas.microsoft.com/office/drawing/2014/main" id="{BFBAB33C-361E-493B-BBBF-80AC7281E4CB}"/>
                      </a:ext>
                    </a:extLst>
                  </p:cNvPr>
                  <p:cNvSpPr/>
                  <p:nvPr/>
                </p:nvSpPr>
                <p:spPr>
                  <a:xfrm>
                    <a:off x="6626832" y="3948493"/>
                    <a:ext cx="76216" cy="138874"/>
                  </a:xfrm>
                  <a:custGeom>
                    <a:avLst/>
                    <a:gdLst>
                      <a:gd name="connsiteX0" fmla="*/ 62293 w 76216"/>
                      <a:gd name="connsiteY0" fmla="*/ 92869 h 138874"/>
                      <a:gd name="connsiteX1" fmla="*/ 74295 w 76216"/>
                      <a:gd name="connsiteY1" fmla="*/ 72580 h 138874"/>
                      <a:gd name="connsiteX2" fmla="*/ 76200 w 76216"/>
                      <a:gd name="connsiteY2" fmla="*/ 54388 h 138874"/>
                      <a:gd name="connsiteX3" fmla="*/ 63055 w 76216"/>
                      <a:gd name="connsiteY3" fmla="*/ 0 h 138874"/>
                      <a:gd name="connsiteX4" fmla="*/ 57341 w 76216"/>
                      <a:gd name="connsiteY4" fmla="*/ 64103 h 138874"/>
                      <a:gd name="connsiteX5" fmla="*/ 0 w 76216"/>
                      <a:gd name="connsiteY5" fmla="*/ 138874 h 138874"/>
                      <a:gd name="connsiteX6" fmla="*/ 62293 w 76216"/>
                      <a:gd name="connsiteY6" fmla="*/ 92869 h 138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6216" h="138874">
                        <a:moveTo>
                          <a:pt x="62293" y="92869"/>
                        </a:moveTo>
                        <a:cubicBezTo>
                          <a:pt x="67342" y="86773"/>
                          <a:pt x="72009" y="80200"/>
                          <a:pt x="74295" y="72580"/>
                        </a:cubicBezTo>
                        <a:cubicBezTo>
                          <a:pt x="76009" y="66675"/>
                          <a:pt x="76295" y="60484"/>
                          <a:pt x="76200" y="54388"/>
                        </a:cubicBezTo>
                        <a:cubicBezTo>
                          <a:pt x="76009" y="39624"/>
                          <a:pt x="77534" y="8668"/>
                          <a:pt x="63055" y="0"/>
                        </a:cubicBezTo>
                        <a:cubicBezTo>
                          <a:pt x="62103" y="21717"/>
                          <a:pt x="64294" y="42386"/>
                          <a:pt x="57341" y="64103"/>
                        </a:cubicBezTo>
                        <a:cubicBezTo>
                          <a:pt x="47625" y="94583"/>
                          <a:pt x="26956" y="121539"/>
                          <a:pt x="0" y="138874"/>
                        </a:cubicBezTo>
                        <a:cubicBezTo>
                          <a:pt x="24099" y="128873"/>
                          <a:pt x="45720" y="112966"/>
                          <a:pt x="62293" y="9286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29" name="Forme libre : forme 17428">
                    <a:extLst>
                      <a:ext uri="{FF2B5EF4-FFF2-40B4-BE49-F238E27FC236}">
                        <a16:creationId xmlns:a16="http://schemas.microsoft.com/office/drawing/2014/main" id="{ECDBA172-1E73-4DCB-88E3-F675868A7649}"/>
                      </a:ext>
                    </a:extLst>
                  </p:cNvPr>
                  <p:cNvSpPr/>
                  <p:nvPr/>
                </p:nvSpPr>
                <p:spPr>
                  <a:xfrm>
                    <a:off x="6571683" y="4129182"/>
                    <a:ext cx="175544" cy="256889"/>
                  </a:xfrm>
                  <a:custGeom>
                    <a:avLst/>
                    <a:gdLst>
                      <a:gd name="connsiteX0" fmla="*/ 24478 w 175544"/>
                      <a:gd name="connsiteY0" fmla="*/ 256889 h 256889"/>
                      <a:gd name="connsiteX1" fmla="*/ 18573 w 175544"/>
                      <a:gd name="connsiteY1" fmla="*/ 191357 h 256889"/>
                      <a:gd name="connsiteX2" fmla="*/ 22287 w 175544"/>
                      <a:gd name="connsiteY2" fmla="*/ 136303 h 256889"/>
                      <a:gd name="connsiteX3" fmla="*/ 49719 w 175544"/>
                      <a:gd name="connsiteY3" fmla="*/ 101060 h 256889"/>
                      <a:gd name="connsiteX4" fmla="*/ 175545 w 175544"/>
                      <a:gd name="connsiteY4" fmla="*/ 54864 h 256889"/>
                      <a:gd name="connsiteX5" fmla="*/ 110584 w 175544"/>
                      <a:gd name="connsiteY5" fmla="*/ 42291 h 256889"/>
                      <a:gd name="connsiteX6" fmla="*/ 84390 w 175544"/>
                      <a:gd name="connsiteY6" fmla="*/ 0 h 256889"/>
                      <a:gd name="connsiteX7" fmla="*/ 85438 w 175544"/>
                      <a:gd name="connsiteY7" fmla="*/ 63151 h 256889"/>
                      <a:gd name="connsiteX8" fmla="*/ 45814 w 175544"/>
                      <a:gd name="connsiteY8" fmla="*/ 94202 h 256889"/>
                      <a:gd name="connsiteX9" fmla="*/ 951 w 175544"/>
                      <a:gd name="connsiteY9" fmla="*/ 171069 h 256889"/>
                      <a:gd name="connsiteX10" fmla="*/ 24478 w 175544"/>
                      <a:gd name="connsiteY10" fmla="*/ 256889 h 2568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5544" h="256889">
                        <a:moveTo>
                          <a:pt x="24478" y="256889"/>
                        </a:moveTo>
                        <a:cubicBezTo>
                          <a:pt x="22478" y="235077"/>
                          <a:pt x="20573" y="213170"/>
                          <a:pt x="18573" y="191357"/>
                        </a:cubicBezTo>
                        <a:cubicBezTo>
                          <a:pt x="16858" y="172879"/>
                          <a:pt x="15334" y="153543"/>
                          <a:pt x="22287" y="136303"/>
                        </a:cubicBezTo>
                        <a:cubicBezTo>
                          <a:pt x="27907" y="122396"/>
                          <a:pt x="38575" y="111157"/>
                          <a:pt x="49719" y="101060"/>
                        </a:cubicBezTo>
                        <a:cubicBezTo>
                          <a:pt x="84104" y="69818"/>
                          <a:pt x="130110" y="45148"/>
                          <a:pt x="175545" y="54864"/>
                        </a:cubicBezTo>
                        <a:cubicBezTo>
                          <a:pt x="155828" y="44005"/>
                          <a:pt x="127253" y="57340"/>
                          <a:pt x="110584" y="42291"/>
                        </a:cubicBezTo>
                        <a:cubicBezTo>
                          <a:pt x="98106" y="30956"/>
                          <a:pt x="99725" y="7906"/>
                          <a:pt x="84390" y="0"/>
                        </a:cubicBezTo>
                        <a:cubicBezTo>
                          <a:pt x="95916" y="19526"/>
                          <a:pt x="100107" y="43624"/>
                          <a:pt x="85438" y="63151"/>
                        </a:cubicBezTo>
                        <a:cubicBezTo>
                          <a:pt x="75342" y="76676"/>
                          <a:pt x="59244" y="84106"/>
                          <a:pt x="45814" y="94202"/>
                        </a:cubicBezTo>
                        <a:cubicBezTo>
                          <a:pt x="21526" y="112490"/>
                          <a:pt x="4952" y="140875"/>
                          <a:pt x="951" y="171069"/>
                        </a:cubicBezTo>
                        <a:cubicBezTo>
                          <a:pt x="-3049" y="201263"/>
                          <a:pt x="5714" y="232981"/>
                          <a:pt x="24478" y="25688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30" name="Forme libre : forme 17429">
                    <a:extLst>
                      <a:ext uri="{FF2B5EF4-FFF2-40B4-BE49-F238E27FC236}">
                        <a16:creationId xmlns:a16="http://schemas.microsoft.com/office/drawing/2014/main" id="{A40B86FE-8FA4-4285-A510-8550AD84800D}"/>
                      </a:ext>
                    </a:extLst>
                  </p:cNvPr>
                  <p:cNvSpPr/>
                  <p:nvPr/>
                </p:nvSpPr>
                <p:spPr>
                  <a:xfrm>
                    <a:off x="6788185" y="4014772"/>
                    <a:ext cx="25146" cy="3028"/>
                  </a:xfrm>
                  <a:custGeom>
                    <a:avLst/>
                    <a:gdLst>
                      <a:gd name="connsiteX0" fmla="*/ 25146 w 25146"/>
                      <a:gd name="connsiteY0" fmla="*/ 491 h 3028"/>
                      <a:gd name="connsiteX1" fmla="*/ 0 w 25146"/>
                      <a:gd name="connsiteY1" fmla="*/ 1634 h 3028"/>
                      <a:gd name="connsiteX2" fmla="*/ 25146 w 25146"/>
                      <a:gd name="connsiteY2" fmla="*/ 491 h 3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146" h="3028">
                        <a:moveTo>
                          <a:pt x="25146" y="491"/>
                        </a:moveTo>
                        <a:cubicBezTo>
                          <a:pt x="17050" y="-652"/>
                          <a:pt x="8191" y="396"/>
                          <a:pt x="0" y="1634"/>
                        </a:cubicBezTo>
                        <a:cubicBezTo>
                          <a:pt x="8382" y="4016"/>
                          <a:pt x="16859" y="3158"/>
                          <a:pt x="25146" y="49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31" name="Forme libre : forme 17430">
                    <a:extLst>
                      <a:ext uri="{FF2B5EF4-FFF2-40B4-BE49-F238E27FC236}">
                        <a16:creationId xmlns:a16="http://schemas.microsoft.com/office/drawing/2014/main" id="{E58CD13D-B0F6-4472-AFC5-1F4F72598ABA}"/>
                      </a:ext>
                    </a:extLst>
                  </p:cNvPr>
                  <p:cNvSpPr/>
                  <p:nvPr/>
                </p:nvSpPr>
                <p:spPr>
                  <a:xfrm>
                    <a:off x="6813427" y="3923442"/>
                    <a:ext cx="64389" cy="170402"/>
                  </a:xfrm>
                  <a:custGeom>
                    <a:avLst/>
                    <a:gdLst>
                      <a:gd name="connsiteX0" fmla="*/ 35052 w 64389"/>
                      <a:gd name="connsiteY0" fmla="*/ 141732 h 170402"/>
                      <a:gd name="connsiteX1" fmla="*/ 64389 w 64389"/>
                      <a:gd name="connsiteY1" fmla="*/ 170402 h 170402"/>
                      <a:gd name="connsiteX2" fmla="*/ 27813 w 64389"/>
                      <a:gd name="connsiteY2" fmla="*/ 103632 h 170402"/>
                      <a:gd name="connsiteX3" fmla="*/ 26670 w 64389"/>
                      <a:gd name="connsiteY3" fmla="*/ 95060 h 170402"/>
                      <a:gd name="connsiteX4" fmla="*/ 32956 w 64389"/>
                      <a:gd name="connsiteY4" fmla="*/ 86678 h 170402"/>
                      <a:gd name="connsiteX5" fmla="*/ 52197 w 64389"/>
                      <a:gd name="connsiteY5" fmla="*/ 0 h 170402"/>
                      <a:gd name="connsiteX6" fmla="*/ 43815 w 64389"/>
                      <a:gd name="connsiteY6" fmla="*/ 60865 h 170402"/>
                      <a:gd name="connsiteX7" fmla="*/ 28575 w 64389"/>
                      <a:gd name="connsiteY7" fmla="*/ 75724 h 170402"/>
                      <a:gd name="connsiteX8" fmla="*/ 0 w 64389"/>
                      <a:gd name="connsiteY8" fmla="*/ 91726 h 170402"/>
                      <a:gd name="connsiteX9" fmla="*/ 16097 w 64389"/>
                      <a:gd name="connsiteY9" fmla="*/ 98393 h 170402"/>
                      <a:gd name="connsiteX10" fmla="*/ 35052 w 64389"/>
                      <a:gd name="connsiteY10" fmla="*/ 141732 h 170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4389" h="170402">
                        <a:moveTo>
                          <a:pt x="35052" y="141732"/>
                        </a:moveTo>
                        <a:cubicBezTo>
                          <a:pt x="41338" y="154019"/>
                          <a:pt x="53054" y="162496"/>
                          <a:pt x="64389" y="170402"/>
                        </a:cubicBezTo>
                        <a:cubicBezTo>
                          <a:pt x="48292" y="150590"/>
                          <a:pt x="35909" y="127825"/>
                          <a:pt x="27813" y="103632"/>
                        </a:cubicBezTo>
                        <a:cubicBezTo>
                          <a:pt x="26861" y="100870"/>
                          <a:pt x="26003" y="97917"/>
                          <a:pt x="26670" y="95060"/>
                        </a:cubicBezTo>
                        <a:cubicBezTo>
                          <a:pt x="27527" y="91630"/>
                          <a:pt x="30385" y="89154"/>
                          <a:pt x="32956" y="86678"/>
                        </a:cubicBezTo>
                        <a:cubicBezTo>
                          <a:pt x="43339" y="77057"/>
                          <a:pt x="81439" y="1143"/>
                          <a:pt x="52197" y="0"/>
                        </a:cubicBezTo>
                        <a:cubicBezTo>
                          <a:pt x="53340" y="21050"/>
                          <a:pt x="57245" y="42386"/>
                          <a:pt x="43815" y="60865"/>
                        </a:cubicBezTo>
                        <a:cubicBezTo>
                          <a:pt x="39624" y="66675"/>
                          <a:pt x="34194" y="71342"/>
                          <a:pt x="28575" y="75724"/>
                        </a:cubicBezTo>
                        <a:cubicBezTo>
                          <a:pt x="20098" y="82391"/>
                          <a:pt x="10287" y="88487"/>
                          <a:pt x="0" y="91726"/>
                        </a:cubicBezTo>
                        <a:cubicBezTo>
                          <a:pt x="5905" y="92583"/>
                          <a:pt x="11525" y="94488"/>
                          <a:pt x="16097" y="98393"/>
                        </a:cubicBezTo>
                        <a:cubicBezTo>
                          <a:pt x="28098" y="108871"/>
                          <a:pt x="27813" y="127445"/>
                          <a:pt x="35052" y="14173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32" name="Forme libre : forme 17431">
                    <a:extLst>
                      <a:ext uri="{FF2B5EF4-FFF2-40B4-BE49-F238E27FC236}">
                        <a16:creationId xmlns:a16="http://schemas.microsoft.com/office/drawing/2014/main" id="{3AA94D1A-9C04-488F-880B-D97AA24F72BD}"/>
                      </a:ext>
                    </a:extLst>
                  </p:cNvPr>
                  <p:cNvSpPr/>
                  <p:nvPr/>
                </p:nvSpPr>
                <p:spPr>
                  <a:xfrm>
                    <a:off x="6894866" y="4240815"/>
                    <a:ext cx="1714" cy="2000"/>
                  </a:xfrm>
                  <a:custGeom>
                    <a:avLst/>
                    <a:gdLst>
                      <a:gd name="connsiteX0" fmla="*/ 1714 w 1714"/>
                      <a:gd name="connsiteY0" fmla="*/ 0 h 2000"/>
                      <a:gd name="connsiteX1" fmla="*/ 0 w 1714"/>
                      <a:gd name="connsiteY1" fmla="*/ 2000 h 2000"/>
                      <a:gd name="connsiteX2" fmla="*/ 1714 w 1714"/>
                      <a:gd name="connsiteY2" fmla="*/ 0 h 2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14" h="2000">
                        <a:moveTo>
                          <a:pt x="1714" y="0"/>
                        </a:moveTo>
                        <a:cubicBezTo>
                          <a:pt x="1143" y="667"/>
                          <a:pt x="571" y="1333"/>
                          <a:pt x="0" y="2000"/>
                        </a:cubicBezTo>
                        <a:cubicBezTo>
                          <a:pt x="762" y="1429"/>
                          <a:pt x="1334" y="762"/>
                          <a:pt x="1714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33" name="Forme libre : forme 17432">
                    <a:extLst>
                      <a:ext uri="{FF2B5EF4-FFF2-40B4-BE49-F238E27FC236}">
                        <a16:creationId xmlns:a16="http://schemas.microsoft.com/office/drawing/2014/main" id="{F69B0329-F492-4708-BD49-B8FF8655D9FE}"/>
                      </a:ext>
                    </a:extLst>
                  </p:cNvPr>
                  <p:cNvSpPr/>
                  <p:nvPr/>
                </p:nvSpPr>
                <p:spPr>
                  <a:xfrm>
                    <a:off x="6814233" y="4241142"/>
                    <a:ext cx="80727" cy="157216"/>
                  </a:xfrm>
                  <a:custGeom>
                    <a:avLst/>
                    <a:gdLst>
                      <a:gd name="connsiteX0" fmla="*/ 4909 w 80727"/>
                      <a:gd name="connsiteY0" fmla="*/ 2912 h 157216"/>
                      <a:gd name="connsiteX1" fmla="*/ 18244 w 80727"/>
                      <a:gd name="connsiteY1" fmla="*/ 95114 h 157216"/>
                      <a:gd name="connsiteX2" fmla="*/ 30340 w 80727"/>
                      <a:gd name="connsiteY2" fmla="*/ 132547 h 157216"/>
                      <a:gd name="connsiteX3" fmla="*/ 51105 w 80727"/>
                      <a:gd name="connsiteY3" fmla="*/ 157217 h 157216"/>
                      <a:gd name="connsiteX4" fmla="*/ 25578 w 80727"/>
                      <a:gd name="connsiteY4" fmla="*/ 99114 h 157216"/>
                      <a:gd name="connsiteX5" fmla="*/ 25864 w 80727"/>
                      <a:gd name="connsiteY5" fmla="*/ 34725 h 157216"/>
                      <a:gd name="connsiteX6" fmla="*/ 31483 w 80727"/>
                      <a:gd name="connsiteY6" fmla="*/ 19104 h 157216"/>
                      <a:gd name="connsiteX7" fmla="*/ 49676 w 80727"/>
                      <a:gd name="connsiteY7" fmla="*/ 16342 h 157216"/>
                      <a:gd name="connsiteX8" fmla="*/ 80728 w 80727"/>
                      <a:gd name="connsiteY8" fmla="*/ 1674 h 157216"/>
                      <a:gd name="connsiteX9" fmla="*/ 40151 w 80727"/>
                      <a:gd name="connsiteY9" fmla="*/ 6722 h 157216"/>
                      <a:gd name="connsiteX10" fmla="*/ 4909 w 80727"/>
                      <a:gd name="connsiteY10" fmla="*/ 2912 h 157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0727" h="157216">
                        <a:moveTo>
                          <a:pt x="4909" y="2912"/>
                        </a:moveTo>
                        <a:cubicBezTo>
                          <a:pt x="-10331" y="16342"/>
                          <a:pt x="14434" y="78540"/>
                          <a:pt x="18244" y="95114"/>
                        </a:cubicBezTo>
                        <a:cubicBezTo>
                          <a:pt x="21196" y="107877"/>
                          <a:pt x="24149" y="120927"/>
                          <a:pt x="30340" y="132547"/>
                        </a:cubicBezTo>
                        <a:cubicBezTo>
                          <a:pt x="35389" y="142167"/>
                          <a:pt x="42532" y="150644"/>
                          <a:pt x="51105" y="157217"/>
                        </a:cubicBezTo>
                        <a:cubicBezTo>
                          <a:pt x="36246" y="141691"/>
                          <a:pt x="28530" y="120450"/>
                          <a:pt x="25578" y="99114"/>
                        </a:cubicBezTo>
                        <a:cubicBezTo>
                          <a:pt x="22720" y="77778"/>
                          <a:pt x="24245" y="56157"/>
                          <a:pt x="25864" y="34725"/>
                        </a:cubicBezTo>
                        <a:cubicBezTo>
                          <a:pt x="26244" y="29010"/>
                          <a:pt x="27007" y="22629"/>
                          <a:pt x="31483" y="19104"/>
                        </a:cubicBezTo>
                        <a:cubicBezTo>
                          <a:pt x="36341" y="15199"/>
                          <a:pt x="43389" y="16437"/>
                          <a:pt x="49676" y="16342"/>
                        </a:cubicBezTo>
                        <a:cubicBezTo>
                          <a:pt x="61487" y="16342"/>
                          <a:pt x="73108" y="10722"/>
                          <a:pt x="80728" y="1674"/>
                        </a:cubicBezTo>
                        <a:cubicBezTo>
                          <a:pt x="73013" y="8341"/>
                          <a:pt x="47009" y="7484"/>
                          <a:pt x="40151" y="6722"/>
                        </a:cubicBezTo>
                        <a:cubicBezTo>
                          <a:pt x="29388" y="5579"/>
                          <a:pt x="13862" y="-4994"/>
                          <a:pt x="4909" y="291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34" name="Forme libre : forme 17433">
                    <a:extLst>
                      <a:ext uri="{FF2B5EF4-FFF2-40B4-BE49-F238E27FC236}">
                        <a16:creationId xmlns:a16="http://schemas.microsoft.com/office/drawing/2014/main" id="{CB2B5ECF-662F-407F-96DF-A02A0C6453F6}"/>
                      </a:ext>
                    </a:extLst>
                  </p:cNvPr>
                  <p:cNvSpPr/>
                  <p:nvPr/>
                </p:nvSpPr>
                <p:spPr>
                  <a:xfrm>
                    <a:off x="7024501" y="4003738"/>
                    <a:ext cx="14096" cy="605"/>
                  </a:xfrm>
                  <a:custGeom>
                    <a:avLst/>
                    <a:gdLst>
                      <a:gd name="connsiteX0" fmla="*/ 0 w 14096"/>
                      <a:gd name="connsiteY0" fmla="*/ 190 h 605"/>
                      <a:gd name="connsiteX1" fmla="*/ 14097 w 14096"/>
                      <a:gd name="connsiteY1" fmla="*/ 0 h 605"/>
                      <a:gd name="connsiteX2" fmla="*/ 0 w 14096"/>
                      <a:gd name="connsiteY2" fmla="*/ 190 h 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096" h="605">
                        <a:moveTo>
                          <a:pt x="0" y="190"/>
                        </a:moveTo>
                        <a:cubicBezTo>
                          <a:pt x="4763" y="857"/>
                          <a:pt x="9430" y="667"/>
                          <a:pt x="14097" y="0"/>
                        </a:cubicBezTo>
                        <a:cubicBezTo>
                          <a:pt x="9430" y="286"/>
                          <a:pt x="4763" y="381"/>
                          <a:pt x="0" y="19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35" name="Forme libre : forme 17434">
                    <a:extLst>
                      <a:ext uri="{FF2B5EF4-FFF2-40B4-BE49-F238E27FC236}">
                        <a16:creationId xmlns:a16="http://schemas.microsoft.com/office/drawing/2014/main" id="{659A98E4-0CF4-43F4-A987-CC9C197BB973}"/>
                      </a:ext>
                    </a:extLst>
                  </p:cNvPr>
                  <p:cNvSpPr/>
                  <p:nvPr/>
                </p:nvSpPr>
                <p:spPr>
                  <a:xfrm>
                    <a:off x="7038788" y="3900297"/>
                    <a:ext cx="243078" cy="178784"/>
                  </a:xfrm>
                  <a:custGeom>
                    <a:avLst/>
                    <a:gdLst>
                      <a:gd name="connsiteX0" fmla="*/ 138017 w 243078"/>
                      <a:gd name="connsiteY0" fmla="*/ 41624 h 178784"/>
                      <a:gd name="connsiteX1" fmla="*/ 243078 w 243078"/>
                      <a:gd name="connsiteY1" fmla="*/ 178784 h 178784"/>
                      <a:gd name="connsiteX2" fmla="*/ 171450 w 243078"/>
                      <a:gd name="connsiteY2" fmla="*/ 100298 h 178784"/>
                      <a:gd name="connsiteX3" fmla="*/ 149638 w 243078"/>
                      <a:gd name="connsiteY3" fmla="*/ 32671 h 178784"/>
                      <a:gd name="connsiteX4" fmla="*/ 141447 w 243078"/>
                      <a:gd name="connsiteY4" fmla="*/ 0 h 178784"/>
                      <a:gd name="connsiteX5" fmla="*/ 125539 w 243078"/>
                      <a:gd name="connsiteY5" fmla="*/ 33814 h 178784"/>
                      <a:gd name="connsiteX6" fmla="*/ 89535 w 243078"/>
                      <a:gd name="connsiteY6" fmla="*/ 60388 h 178784"/>
                      <a:gd name="connsiteX7" fmla="*/ 38671 w 243078"/>
                      <a:gd name="connsiteY7" fmla="*/ 88582 h 178784"/>
                      <a:gd name="connsiteX8" fmla="*/ 0 w 243078"/>
                      <a:gd name="connsiteY8" fmla="*/ 103441 h 178784"/>
                      <a:gd name="connsiteX9" fmla="*/ 138017 w 243078"/>
                      <a:gd name="connsiteY9" fmla="*/ 41624 h 1787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3078" h="178784">
                        <a:moveTo>
                          <a:pt x="138017" y="41624"/>
                        </a:moveTo>
                        <a:cubicBezTo>
                          <a:pt x="147447" y="100870"/>
                          <a:pt x="188309" y="154210"/>
                          <a:pt x="243078" y="178784"/>
                        </a:cubicBezTo>
                        <a:cubicBezTo>
                          <a:pt x="215837" y="155734"/>
                          <a:pt x="188023" y="131921"/>
                          <a:pt x="171450" y="100298"/>
                        </a:cubicBezTo>
                        <a:cubicBezTo>
                          <a:pt x="160401" y="79248"/>
                          <a:pt x="154972" y="55816"/>
                          <a:pt x="149638" y="32671"/>
                        </a:cubicBezTo>
                        <a:cubicBezTo>
                          <a:pt x="147161" y="21812"/>
                          <a:pt x="145161" y="10382"/>
                          <a:pt x="141447" y="0"/>
                        </a:cubicBezTo>
                        <a:cubicBezTo>
                          <a:pt x="136398" y="11716"/>
                          <a:pt x="134493" y="23527"/>
                          <a:pt x="125539" y="33814"/>
                        </a:cubicBezTo>
                        <a:cubicBezTo>
                          <a:pt x="115634" y="45148"/>
                          <a:pt x="102489" y="52959"/>
                          <a:pt x="89535" y="60388"/>
                        </a:cubicBezTo>
                        <a:cubicBezTo>
                          <a:pt x="72676" y="70009"/>
                          <a:pt x="55722" y="79438"/>
                          <a:pt x="38671" y="88582"/>
                        </a:cubicBezTo>
                        <a:cubicBezTo>
                          <a:pt x="26480" y="95059"/>
                          <a:pt x="13431" y="101537"/>
                          <a:pt x="0" y="103441"/>
                        </a:cubicBezTo>
                        <a:cubicBezTo>
                          <a:pt x="50578" y="100965"/>
                          <a:pt x="98203" y="74104"/>
                          <a:pt x="138017" y="4162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36" name="Forme libre : forme 17435">
                    <a:extLst>
                      <a:ext uri="{FF2B5EF4-FFF2-40B4-BE49-F238E27FC236}">
                        <a16:creationId xmlns:a16="http://schemas.microsoft.com/office/drawing/2014/main" id="{6BA5669F-3ABD-41A4-A52E-B589DC050BC8}"/>
                      </a:ext>
                    </a:extLst>
                  </p:cNvPr>
                  <p:cNvSpPr/>
                  <p:nvPr/>
                </p:nvSpPr>
                <p:spPr>
                  <a:xfrm>
                    <a:off x="7411788" y="3888200"/>
                    <a:ext cx="182974" cy="206978"/>
                  </a:xfrm>
                  <a:custGeom>
                    <a:avLst/>
                    <a:gdLst>
                      <a:gd name="connsiteX0" fmla="*/ 105251 w 182974"/>
                      <a:gd name="connsiteY0" fmla="*/ 110680 h 206978"/>
                      <a:gd name="connsiteX1" fmla="*/ 133826 w 182974"/>
                      <a:gd name="connsiteY1" fmla="*/ 73343 h 206978"/>
                      <a:gd name="connsiteX2" fmla="*/ 182975 w 182974"/>
                      <a:gd name="connsiteY2" fmla="*/ 56674 h 206978"/>
                      <a:gd name="connsiteX3" fmla="*/ 109061 w 182974"/>
                      <a:gd name="connsiteY3" fmla="*/ 70866 h 206978"/>
                      <a:gd name="connsiteX4" fmla="*/ 85820 w 182974"/>
                      <a:gd name="connsiteY4" fmla="*/ 26956 h 206978"/>
                      <a:gd name="connsiteX5" fmla="*/ 66198 w 182974"/>
                      <a:gd name="connsiteY5" fmla="*/ 0 h 206978"/>
                      <a:gd name="connsiteX6" fmla="*/ 90106 w 182974"/>
                      <a:gd name="connsiteY6" fmla="*/ 78486 h 206978"/>
                      <a:gd name="connsiteX7" fmla="*/ 87439 w 182974"/>
                      <a:gd name="connsiteY7" fmla="*/ 119253 h 206978"/>
                      <a:gd name="connsiteX8" fmla="*/ 66960 w 182974"/>
                      <a:gd name="connsiteY8" fmla="*/ 151829 h 206978"/>
                      <a:gd name="connsiteX9" fmla="*/ 0 w 182974"/>
                      <a:gd name="connsiteY9" fmla="*/ 206978 h 206978"/>
                      <a:gd name="connsiteX10" fmla="*/ 45625 w 182974"/>
                      <a:gd name="connsiteY10" fmla="*/ 181070 h 206978"/>
                      <a:gd name="connsiteX11" fmla="*/ 105251 w 182974"/>
                      <a:gd name="connsiteY11" fmla="*/ 110680 h 206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82974" h="206978">
                        <a:moveTo>
                          <a:pt x="105251" y="110680"/>
                        </a:moveTo>
                        <a:cubicBezTo>
                          <a:pt x="113919" y="97536"/>
                          <a:pt x="121920" y="83629"/>
                          <a:pt x="133826" y="73343"/>
                        </a:cubicBezTo>
                        <a:cubicBezTo>
                          <a:pt x="147256" y="61722"/>
                          <a:pt x="165259" y="55626"/>
                          <a:pt x="182975" y="56674"/>
                        </a:cubicBezTo>
                        <a:cubicBezTo>
                          <a:pt x="158400" y="48387"/>
                          <a:pt x="132683" y="81534"/>
                          <a:pt x="109061" y="70866"/>
                        </a:cubicBezTo>
                        <a:cubicBezTo>
                          <a:pt x="93440" y="63818"/>
                          <a:pt x="91344" y="43244"/>
                          <a:pt x="85820" y="26956"/>
                        </a:cubicBezTo>
                        <a:cubicBezTo>
                          <a:pt x="82867" y="18002"/>
                          <a:pt x="76200" y="571"/>
                          <a:pt x="66198" y="0"/>
                        </a:cubicBezTo>
                        <a:cubicBezTo>
                          <a:pt x="76009" y="26099"/>
                          <a:pt x="86963" y="50102"/>
                          <a:pt x="90106" y="78486"/>
                        </a:cubicBezTo>
                        <a:cubicBezTo>
                          <a:pt x="91630" y="92107"/>
                          <a:pt x="91821" y="106204"/>
                          <a:pt x="87439" y="119253"/>
                        </a:cubicBezTo>
                        <a:cubicBezTo>
                          <a:pt x="83344" y="131540"/>
                          <a:pt x="75438" y="142113"/>
                          <a:pt x="66960" y="151829"/>
                        </a:cubicBezTo>
                        <a:cubicBezTo>
                          <a:pt x="47910" y="173736"/>
                          <a:pt x="25146" y="192405"/>
                          <a:pt x="0" y="206978"/>
                        </a:cubicBezTo>
                        <a:cubicBezTo>
                          <a:pt x="17621" y="204788"/>
                          <a:pt x="32575" y="193167"/>
                          <a:pt x="45625" y="181070"/>
                        </a:cubicBezTo>
                        <a:cubicBezTo>
                          <a:pt x="68294" y="160211"/>
                          <a:pt x="88296" y="136493"/>
                          <a:pt x="105251" y="11068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37" name="Forme libre : forme 17436">
                    <a:extLst>
                      <a:ext uri="{FF2B5EF4-FFF2-40B4-BE49-F238E27FC236}">
                        <a16:creationId xmlns:a16="http://schemas.microsoft.com/office/drawing/2014/main" id="{386E6CD8-5E74-42E5-AB8F-D6390E1C3407}"/>
                      </a:ext>
                    </a:extLst>
                  </p:cNvPr>
                  <p:cNvSpPr/>
                  <p:nvPr/>
                </p:nvSpPr>
                <p:spPr>
                  <a:xfrm>
                    <a:off x="7561901" y="4184618"/>
                    <a:ext cx="53245" cy="5167"/>
                  </a:xfrm>
                  <a:custGeom>
                    <a:avLst/>
                    <a:gdLst>
                      <a:gd name="connsiteX0" fmla="*/ 0 w 53245"/>
                      <a:gd name="connsiteY0" fmla="*/ 3143 h 5167"/>
                      <a:gd name="connsiteX1" fmla="*/ 53245 w 53245"/>
                      <a:gd name="connsiteY1" fmla="*/ 0 h 5167"/>
                      <a:gd name="connsiteX2" fmla="*/ 40005 w 53245"/>
                      <a:gd name="connsiteY2" fmla="*/ 1810 h 5167"/>
                      <a:gd name="connsiteX3" fmla="*/ 0 w 53245"/>
                      <a:gd name="connsiteY3" fmla="*/ 3143 h 5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245" h="5167">
                        <a:moveTo>
                          <a:pt x="0" y="3143"/>
                        </a:moveTo>
                        <a:cubicBezTo>
                          <a:pt x="17526" y="7239"/>
                          <a:pt x="35624" y="4572"/>
                          <a:pt x="53245" y="0"/>
                        </a:cubicBezTo>
                        <a:cubicBezTo>
                          <a:pt x="48863" y="572"/>
                          <a:pt x="44387" y="1238"/>
                          <a:pt x="40005" y="1810"/>
                        </a:cubicBezTo>
                        <a:cubicBezTo>
                          <a:pt x="26765" y="3620"/>
                          <a:pt x="13240" y="5525"/>
                          <a:pt x="0" y="314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38" name="Forme libre : forme 17437">
                    <a:extLst>
                      <a:ext uri="{FF2B5EF4-FFF2-40B4-BE49-F238E27FC236}">
                        <a16:creationId xmlns:a16="http://schemas.microsoft.com/office/drawing/2014/main" id="{8908F7D9-C25A-4C09-AFDF-5F8182E3A4EA}"/>
                      </a:ext>
                    </a:extLst>
                  </p:cNvPr>
                  <p:cNvSpPr/>
                  <p:nvPr/>
                </p:nvSpPr>
                <p:spPr>
                  <a:xfrm>
                    <a:off x="7615051" y="4071240"/>
                    <a:ext cx="164652" cy="113282"/>
                  </a:xfrm>
                  <a:custGeom>
                    <a:avLst/>
                    <a:gdLst>
                      <a:gd name="connsiteX0" fmla="*/ 158401 w 164652"/>
                      <a:gd name="connsiteY0" fmla="*/ 221 h 113282"/>
                      <a:gd name="connsiteX1" fmla="*/ 139637 w 164652"/>
                      <a:gd name="connsiteY1" fmla="*/ 36511 h 113282"/>
                      <a:gd name="connsiteX2" fmla="*/ 109824 w 164652"/>
                      <a:gd name="connsiteY2" fmla="*/ 66420 h 113282"/>
                      <a:gd name="connsiteX3" fmla="*/ 16859 w 164652"/>
                      <a:gd name="connsiteY3" fmla="*/ 108425 h 113282"/>
                      <a:gd name="connsiteX4" fmla="*/ 0 w 164652"/>
                      <a:gd name="connsiteY4" fmla="*/ 113283 h 113282"/>
                      <a:gd name="connsiteX5" fmla="*/ 38481 w 164652"/>
                      <a:gd name="connsiteY5" fmla="*/ 107949 h 113282"/>
                      <a:gd name="connsiteX6" fmla="*/ 88011 w 164652"/>
                      <a:gd name="connsiteY6" fmla="*/ 96519 h 113282"/>
                      <a:gd name="connsiteX7" fmla="*/ 130588 w 164652"/>
                      <a:gd name="connsiteY7" fmla="*/ 66038 h 113282"/>
                      <a:gd name="connsiteX8" fmla="*/ 158401 w 164652"/>
                      <a:gd name="connsiteY8" fmla="*/ 221 h 113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4652" h="113282">
                        <a:moveTo>
                          <a:pt x="158401" y="221"/>
                        </a:moveTo>
                        <a:cubicBezTo>
                          <a:pt x="156020" y="697"/>
                          <a:pt x="142590" y="32511"/>
                          <a:pt x="139637" y="36511"/>
                        </a:cubicBezTo>
                        <a:cubicBezTo>
                          <a:pt x="131350" y="47941"/>
                          <a:pt x="121158" y="58038"/>
                          <a:pt x="109824" y="66420"/>
                        </a:cubicBezTo>
                        <a:cubicBezTo>
                          <a:pt x="82391" y="86898"/>
                          <a:pt x="49530" y="98424"/>
                          <a:pt x="16859" y="108425"/>
                        </a:cubicBezTo>
                        <a:cubicBezTo>
                          <a:pt x="11335" y="110139"/>
                          <a:pt x="5715" y="111759"/>
                          <a:pt x="0" y="113283"/>
                        </a:cubicBezTo>
                        <a:cubicBezTo>
                          <a:pt x="12859" y="111473"/>
                          <a:pt x="25622" y="109759"/>
                          <a:pt x="38481" y="107949"/>
                        </a:cubicBezTo>
                        <a:cubicBezTo>
                          <a:pt x="55340" y="105663"/>
                          <a:pt x="72390" y="103281"/>
                          <a:pt x="88011" y="96519"/>
                        </a:cubicBezTo>
                        <a:cubicBezTo>
                          <a:pt x="104108" y="89565"/>
                          <a:pt x="118110" y="78326"/>
                          <a:pt x="130588" y="66038"/>
                        </a:cubicBezTo>
                        <a:cubicBezTo>
                          <a:pt x="136303" y="60705"/>
                          <a:pt x="180784" y="-4256"/>
                          <a:pt x="158401" y="22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39" name="Forme libre : forme 17438">
                    <a:extLst>
                      <a:ext uri="{FF2B5EF4-FFF2-40B4-BE49-F238E27FC236}">
                        <a16:creationId xmlns:a16="http://schemas.microsoft.com/office/drawing/2014/main" id="{82B3E8BF-316B-425C-B6D1-B87DE4D7EF89}"/>
                      </a:ext>
                    </a:extLst>
                  </p:cNvPr>
                  <p:cNvSpPr/>
                  <p:nvPr/>
                </p:nvSpPr>
                <p:spPr>
                  <a:xfrm>
                    <a:off x="6901723" y="4122991"/>
                    <a:ext cx="138779" cy="116205"/>
                  </a:xfrm>
                  <a:custGeom>
                    <a:avLst/>
                    <a:gdLst>
                      <a:gd name="connsiteX0" fmla="*/ 90774 w 138779"/>
                      <a:gd name="connsiteY0" fmla="*/ 36481 h 116205"/>
                      <a:gd name="connsiteX1" fmla="*/ 24479 w 138779"/>
                      <a:gd name="connsiteY1" fmla="*/ 51911 h 116205"/>
                      <a:gd name="connsiteX2" fmla="*/ 18669 w 138779"/>
                      <a:gd name="connsiteY2" fmla="*/ 78296 h 116205"/>
                      <a:gd name="connsiteX3" fmla="*/ 0 w 138779"/>
                      <a:gd name="connsiteY3" fmla="*/ 100108 h 116205"/>
                      <a:gd name="connsiteX4" fmla="*/ 40672 w 138779"/>
                      <a:gd name="connsiteY4" fmla="*/ 77248 h 116205"/>
                      <a:gd name="connsiteX5" fmla="*/ 81344 w 138779"/>
                      <a:gd name="connsiteY5" fmla="*/ 64484 h 116205"/>
                      <a:gd name="connsiteX6" fmla="*/ 108014 w 138779"/>
                      <a:gd name="connsiteY6" fmla="*/ 67437 h 116205"/>
                      <a:gd name="connsiteX7" fmla="*/ 110776 w 138779"/>
                      <a:gd name="connsiteY7" fmla="*/ 83820 h 116205"/>
                      <a:gd name="connsiteX8" fmla="*/ 122206 w 138779"/>
                      <a:gd name="connsiteY8" fmla="*/ 116205 h 116205"/>
                      <a:gd name="connsiteX9" fmla="*/ 118872 w 138779"/>
                      <a:gd name="connsiteY9" fmla="*/ 51149 h 116205"/>
                      <a:gd name="connsiteX10" fmla="*/ 138779 w 138779"/>
                      <a:gd name="connsiteY10" fmla="*/ 0 h 116205"/>
                      <a:gd name="connsiteX11" fmla="*/ 90774 w 138779"/>
                      <a:gd name="connsiteY11" fmla="*/ 36481 h 116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779" h="116205">
                        <a:moveTo>
                          <a:pt x="90774" y="36481"/>
                        </a:moveTo>
                        <a:cubicBezTo>
                          <a:pt x="81058" y="43244"/>
                          <a:pt x="34957" y="70009"/>
                          <a:pt x="24479" y="51911"/>
                        </a:cubicBezTo>
                        <a:cubicBezTo>
                          <a:pt x="29337" y="60198"/>
                          <a:pt x="24861" y="70961"/>
                          <a:pt x="18669" y="78296"/>
                        </a:cubicBezTo>
                        <a:cubicBezTo>
                          <a:pt x="12383" y="85630"/>
                          <a:pt x="4191" y="91535"/>
                          <a:pt x="0" y="100108"/>
                        </a:cubicBezTo>
                        <a:cubicBezTo>
                          <a:pt x="9430" y="87440"/>
                          <a:pt x="25527" y="81915"/>
                          <a:pt x="40672" y="77248"/>
                        </a:cubicBezTo>
                        <a:cubicBezTo>
                          <a:pt x="54197" y="72962"/>
                          <a:pt x="67818" y="68771"/>
                          <a:pt x="81344" y="64484"/>
                        </a:cubicBezTo>
                        <a:cubicBezTo>
                          <a:pt x="90488" y="61627"/>
                          <a:pt x="102489" y="59627"/>
                          <a:pt x="108014" y="67437"/>
                        </a:cubicBezTo>
                        <a:cubicBezTo>
                          <a:pt x="111252" y="72009"/>
                          <a:pt x="110680" y="78200"/>
                          <a:pt x="110776" y="83820"/>
                        </a:cubicBezTo>
                        <a:cubicBezTo>
                          <a:pt x="111062" y="95441"/>
                          <a:pt x="115158" y="106966"/>
                          <a:pt x="122206" y="116205"/>
                        </a:cubicBezTo>
                        <a:cubicBezTo>
                          <a:pt x="125825" y="94393"/>
                          <a:pt x="117729" y="72962"/>
                          <a:pt x="118872" y="51149"/>
                        </a:cubicBezTo>
                        <a:cubicBezTo>
                          <a:pt x="119920" y="31528"/>
                          <a:pt x="138779" y="17145"/>
                          <a:pt x="138779" y="0"/>
                        </a:cubicBezTo>
                        <a:cubicBezTo>
                          <a:pt x="121444" y="858"/>
                          <a:pt x="104775" y="26861"/>
                          <a:pt x="90774" y="3648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40" name="Forme libre : forme 17439">
                    <a:extLst>
                      <a:ext uri="{FF2B5EF4-FFF2-40B4-BE49-F238E27FC236}">
                        <a16:creationId xmlns:a16="http://schemas.microsoft.com/office/drawing/2014/main" id="{3240D81B-4927-4D4E-B48C-49B1055D1487}"/>
                      </a:ext>
                    </a:extLst>
                  </p:cNvPr>
                  <p:cNvSpPr/>
                  <p:nvPr/>
                </p:nvSpPr>
                <p:spPr>
                  <a:xfrm>
                    <a:off x="7252910" y="4310824"/>
                    <a:ext cx="123920" cy="113616"/>
                  </a:xfrm>
                  <a:custGeom>
                    <a:avLst/>
                    <a:gdLst>
                      <a:gd name="connsiteX0" fmla="*/ 56293 w 123920"/>
                      <a:gd name="connsiteY0" fmla="*/ 90297 h 113616"/>
                      <a:gd name="connsiteX1" fmla="*/ 70581 w 123920"/>
                      <a:gd name="connsiteY1" fmla="*/ 83344 h 113616"/>
                      <a:gd name="connsiteX2" fmla="*/ 85535 w 123920"/>
                      <a:gd name="connsiteY2" fmla="*/ 86487 h 113616"/>
                      <a:gd name="connsiteX3" fmla="*/ 90583 w 123920"/>
                      <a:gd name="connsiteY3" fmla="*/ 95345 h 113616"/>
                      <a:gd name="connsiteX4" fmla="*/ 123920 w 123920"/>
                      <a:gd name="connsiteY4" fmla="*/ 113443 h 113616"/>
                      <a:gd name="connsiteX5" fmla="*/ 94679 w 123920"/>
                      <a:gd name="connsiteY5" fmla="*/ 76772 h 113616"/>
                      <a:gd name="connsiteX6" fmla="*/ 92393 w 123920"/>
                      <a:gd name="connsiteY6" fmla="*/ 53816 h 113616"/>
                      <a:gd name="connsiteX7" fmla="*/ 96488 w 123920"/>
                      <a:gd name="connsiteY7" fmla="*/ 0 h 113616"/>
                      <a:gd name="connsiteX8" fmla="*/ 29433 w 123920"/>
                      <a:gd name="connsiteY8" fmla="*/ 84677 h 113616"/>
                      <a:gd name="connsiteX9" fmla="*/ 0 w 123920"/>
                      <a:gd name="connsiteY9" fmla="*/ 102584 h 113616"/>
                      <a:gd name="connsiteX10" fmla="*/ 56293 w 123920"/>
                      <a:gd name="connsiteY10" fmla="*/ 90297 h 113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3920" h="113616">
                        <a:moveTo>
                          <a:pt x="56293" y="90297"/>
                        </a:moveTo>
                        <a:cubicBezTo>
                          <a:pt x="60865" y="87630"/>
                          <a:pt x="65437" y="84677"/>
                          <a:pt x="70581" y="83344"/>
                        </a:cubicBezTo>
                        <a:cubicBezTo>
                          <a:pt x="75724" y="82010"/>
                          <a:pt x="81725" y="82677"/>
                          <a:pt x="85535" y="86487"/>
                        </a:cubicBezTo>
                        <a:cubicBezTo>
                          <a:pt x="87916" y="88964"/>
                          <a:pt x="89059" y="92297"/>
                          <a:pt x="90583" y="95345"/>
                        </a:cubicBezTo>
                        <a:cubicBezTo>
                          <a:pt x="96679" y="107347"/>
                          <a:pt x="110586" y="114872"/>
                          <a:pt x="123920" y="113443"/>
                        </a:cubicBezTo>
                        <a:cubicBezTo>
                          <a:pt x="111919" y="103156"/>
                          <a:pt x="99251" y="91916"/>
                          <a:pt x="94679" y="76772"/>
                        </a:cubicBezTo>
                        <a:cubicBezTo>
                          <a:pt x="92393" y="69342"/>
                          <a:pt x="92297" y="61532"/>
                          <a:pt x="92393" y="53816"/>
                        </a:cubicBezTo>
                        <a:cubicBezTo>
                          <a:pt x="92583" y="35814"/>
                          <a:pt x="93917" y="17812"/>
                          <a:pt x="96488" y="0"/>
                        </a:cubicBezTo>
                        <a:cubicBezTo>
                          <a:pt x="80868" y="32766"/>
                          <a:pt x="57721" y="62008"/>
                          <a:pt x="29433" y="84677"/>
                        </a:cubicBezTo>
                        <a:cubicBezTo>
                          <a:pt x="20288" y="92012"/>
                          <a:pt x="10478" y="97631"/>
                          <a:pt x="0" y="102584"/>
                        </a:cubicBezTo>
                        <a:cubicBezTo>
                          <a:pt x="10573" y="115158"/>
                          <a:pt x="44768" y="96869"/>
                          <a:pt x="56293" y="9029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41" name="Forme libre : forme 17440">
                    <a:extLst>
                      <a:ext uri="{FF2B5EF4-FFF2-40B4-BE49-F238E27FC236}">
                        <a16:creationId xmlns:a16="http://schemas.microsoft.com/office/drawing/2014/main" id="{911D22AD-F96D-4FC2-94A5-C15B47F08205}"/>
                      </a:ext>
                    </a:extLst>
                  </p:cNvPr>
                  <p:cNvSpPr/>
                  <p:nvPr/>
                </p:nvSpPr>
                <p:spPr>
                  <a:xfrm>
                    <a:off x="7330444" y="4154519"/>
                    <a:ext cx="93726" cy="102774"/>
                  </a:xfrm>
                  <a:custGeom>
                    <a:avLst/>
                    <a:gdLst>
                      <a:gd name="connsiteX0" fmla="*/ 39434 w 93726"/>
                      <a:gd name="connsiteY0" fmla="*/ 58198 h 102774"/>
                      <a:gd name="connsiteX1" fmla="*/ 61722 w 93726"/>
                      <a:gd name="connsiteY1" fmla="*/ 68199 h 102774"/>
                      <a:gd name="connsiteX2" fmla="*/ 93726 w 93726"/>
                      <a:gd name="connsiteY2" fmla="*/ 80010 h 102774"/>
                      <a:gd name="connsiteX3" fmla="*/ 45815 w 93726"/>
                      <a:gd name="connsiteY3" fmla="*/ 40100 h 102774"/>
                      <a:gd name="connsiteX4" fmla="*/ 35338 w 93726"/>
                      <a:gd name="connsiteY4" fmla="*/ 0 h 102774"/>
                      <a:gd name="connsiteX5" fmla="*/ 24860 w 93726"/>
                      <a:gd name="connsiteY5" fmla="*/ 31528 h 102774"/>
                      <a:gd name="connsiteX6" fmla="*/ 22670 w 93726"/>
                      <a:gd name="connsiteY6" fmla="*/ 38481 h 102774"/>
                      <a:gd name="connsiteX7" fmla="*/ 17907 w 93726"/>
                      <a:gd name="connsiteY7" fmla="*/ 44101 h 102774"/>
                      <a:gd name="connsiteX8" fmla="*/ 0 w 93726"/>
                      <a:gd name="connsiteY8" fmla="*/ 102775 h 102774"/>
                      <a:gd name="connsiteX9" fmla="*/ 14192 w 93726"/>
                      <a:gd name="connsiteY9" fmla="*/ 74104 h 102774"/>
                      <a:gd name="connsiteX10" fmla="*/ 39434 w 93726"/>
                      <a:gd name="connsiteY10" fmla="*/ 58198 h 102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3726" h="102774">
                        <a:moveTo>
                          <a:pt x="39434" y="58198"/>
                        </a:moveTo>
                        <a:cubicBezTo>
                          <a:pt x="47720" y="58483"/>
                          <a:pt x="54673" y="63913"/>
                          <a:pt x="61722" y="68199"/>
                        </a:cubicBezTo>
                        <a:cubicBezTo>
                          <a:pt x="71533" y="74104"/>
                          <a:pt x="82487" y="78200"/>
                          <a:pt x="93726" y="80010"/>
                        </a:cubicBezTo>
                        <a:cubicBezTo>
                          <a:pt x="74105" y="72104"/>
                          <a:pt x="56388" y="58388"/>
                          <a:pt x="45815" y="40100"/>
                        </a:cubicBezTo>
                        <a:cubicBezTo>
                          <a:pt x="38671" y="27717"/>
                          <a:pt x="36005" y="14097"/>
                          <a:pt x="35338" y="0"/>
                        </a:cubicBezTo>
                        <a:cubicBezTo>
                          <a:pt x="26480" y="4858"/>
                          <a:pt x="26765" y="22098"/>
                          <a:pt x="24860" y="31528"/>
                        </a:cubicBezTo>
                        <a:cubicBezTo>
                          <a:pt x="24384" y="33909"/>
                          <a:pt x="23908" y="36290"/>
                          <a:pt x="22670" y="38481"/>
                        </a:cubicBezTo>
                        <a:cubicBezTo>
                          <a:pt x="21431" y="40576"/>
                          <a:pt x="19621" y="42291"/>
                          <a:pt x="17907" y="44101"/>
                        </a:cubicBezTo>
                        <a:cubicBezTo>
                          <a:pt x="3524" y="59246"/>
                          <a:pt x="1429" y="81915"/>
                          <a:pt x="0" y="102775"/>
                        </a:cubicBezTo>
                        <a:cubicBezTo>
                          <a:pt x="3143" y="92488"/>
                          <a:pt x="7906" y="82772"/>
                          <a:pt x="14192" y="74104"/>
                        </a:cubicBezTo>
                        <a:cubicBezTo>
                          <a:pt x="20384" y="65722"/>
                          <a:pt x="29051" y="57817"/>
                          <a:pt x="39434" y="5819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42" name="Forme libre : forme 17441">
                    <a:extLst>
                      <a:ext uri="{FF2B5EF4-FFF2-40B4-BE49-F238E27FC236}">
                        <a16:creationId xmlns:a16="http://schemas.microsoft.com/office/drawing/2014/main" id="{0C3DBF92-CFD5-4CEF-BE14-A4BD8510E6BD}"/>
                      </a:ext>
                    </a:extLst>
                  </p:cNvPr>
                  <p:cNvSpPr/>
                  <p:nvPr/>
                </p:nvSpPr>
                <p:spPr>
                  <a:xfrm>
                    <a:off x="7604573" y="4261199"/>
                    <a:ext cx="51911" cy="88296"/>
                  </a:xfrm>
                  <a:custGeom>
                    <a:avLst/>
                    <a:gdLst>
                      <a:gd name="connsiteX0" fmla="*/ 40195 w 51911"/>
                      <a:gd name="connsiteY0" fmla="*/ 26575 h 88296"/>
                      <a:gd name="connsiteX1" fmla="*/ 40386 w 51911"/>
                      <a:gd name="connsiteY1" fmla="*/ 10668 h 88296"/>
                      <a:gd name="connsiteX2" fmla="*/ 51245 w 51911"/>
                      <a:gd name="connsiteY2" fmla="*/ 0 h 88296"/>
                      <a:gd name="connsiteX3" fmla="*/ 0 w 51911"/>
                      <a:gd name="connsiteY3" fmla="*/ 7144 h 88296"/>
                      <a:gd name="connsiteX4" fmla="*/ 35052 w 51911"/>
                      <a:gd name="connsiteY4" fmla="*/ 38481 h 88296"/>
                      <a:gd name="connsiteX5" fmla="*/ 48863 w 51911"/>
                      <a:gd name="connsiteY5" fmla="*/ 88297 h 88296"/>
                      <a:gd name="connsiteX6" fmla="*/ 51911 w 51911"/>
                      <a:gd name="connsiteY6" fmla="*/ 84868 h 88296"/>
                      <a:gd name="connsiteX7" fmla="*/ 47910 w 51911"/>
                      <a:gd name="connsiteY7" fmla="*/ 66770 h 88296"/>
                      <a:gd name="connsiteX8" fmla="*/ 40195 w 51911"/>
                      <a:gd name="connsiteY8" fmla="*/ 26575 h 8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911" h="88296">
                        <a:moveTo>
                          <a:pt x="40195" y="26575"/>
                        </a:moveTo>
                        <a:cubicBezTo>
                          <a:pt x="39433" y="21241"/>
                          <a:pt x="38862" y="15812"/>
                          <a:pt x="40386" y="10668"/>
                        </a:cubicBezTo>
                        <a:cubicBezTo>
                          <a:pt x="41910" y="5525"/>
                          <a:pt x="45911" y="762"/>
                          <a:pt x="51245" y="0"/>
                        </a:cubicBezTo>
                        <a:cubicBezTo>
                          <a:pt x="37624" y="1143"/>
                          <a:pt x="9715" y="-3143"/>
                          <a:pt x="0" y="7144"/>
                        </a:cubicBezTo>
                        <a:cubicBezTo>
                          <a:pt x="7811" y="19907"/>
                          <a:pt x="25908" y="25622"/>
                          <a:pt x="35052" y="38481"/>
                        </a:cubicBezTo>
                        <a:cubicBezTo>
                          <a:pt x="45148" y="52673"/>
                          <a:pt x="46101" y="70866"/>
                          <a:pt x="48863" y="88297"/>
                        </a:cubicBezTo>
                        <a:lnTo>
                          <a:pt x="51911" y="84868"/>
                        </a:lnTo>
                        <a:cubicBezTo>
                          <a:pt x="50578" y="78867"/>
                          <a:pt x="49244" y="72771"/>
                          <a:pt x="47910" y="66770"/>
                        </a:cubicBezTo>
                        <a:cubicBezTo>
                          <a:pt x="45053" y="53435"/>
                          <a:pt x="42100" y="40100"/>
                          <a:pt x="40195" y="2657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43" name="Forme libre : forme 17442">
                    <a:extLst>
                      <a:ext uri="{FF2B5EF4-FFF2-40B4-BE49-F238E27FC236}">
                        <a16:creationId xmlns:a16="http://schemas.microsoft.com/office/drawing/2014/main" id="{F5318B2C-BB9C-43BA-AF1E-C42C41FE7CAE}"/>
                      </a:ext>
                    </a:extLst>
                  </p:cNvPr>
                  <p:cNvSpPr/>
                  <p:nvPr/>
                </p:nvSpPr>
                <p:spPr>
                  <a:xfrm>
                    <a:off x="6343082" y="4389310"/>
                    <a:ext cx="89003" cy="46482"/>
                  </a:xfrm>
                  <a:custGeom>
                    <a:avLst/>
                    <a:gdLst>
                      <a:gd name="connsiteX0" fmla="*/ 86677 w 89003"/>
                      <a:gd name="connsiteY0" fmla="*/ 0 h 46482"/>
                      <a:gd name="connsiteX1" fmla="*/ 51435 w 89003"/>
                      <a:gd name="connsiteY1" fmla="*/ 29432 h 46482"/>
                      <a:gd name="connsiteX2" fmla="*/ 0 w 89003"/>
                      <a:gd name="connsiteY2" fmla="*/ 46482 h 46482"/>
                      <a:gd name="connsiteX3" fmla="*/ 86677 w 89003"/>
                      <a:gd name="connsiteY3" fmla="*/ 0 h 46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003" h="46482">
                        <a:moveTo>
                          <a:pt x="86677" y="0"/>
                        </a:moveTo>
                        <a:cubicBezTo>
                          <a:pt x="74676" y="8668"/>
                          <a:pt x="65532" y="21622"/>
                          <a:pt x="51435" y="29432"/>
                        </a:cubicBezTo>
                        <a:cubicBezTo>
                          <a:pt x="35528" y="38195"/>
                          <a:pt x="17812" y="43243"/>
                          <a:pt x="0" y="46482"/>
                        </a:cubicBezTo>
                        <a:cubicBezTo>
                          <a:pt x="17526" y="43339"/>
                          <a:pt x="104204" y="35719"/>
                          <a:pt x="86677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44" name="Forme libre : forme 17443">
                    <a:extLst>
                      <a:ext uri="{FF2B5EF4-FFF2-40B4-BE49-F238E27FC236}">
                        <a16:creationId xmlns:a16="http://schemas.microsoft.com/office/drawing/2014/main" id="{BA0A8C8C-33D0-4C30-803D-A8D432533E70}"/>
                      </a:ext>
                    </a:extLst>
                  </p:cNvPr>
                  <p:cNvSpPr/>
                  <p:nvPr/>
                </p:nvSpPr>
                <p:spPr>
                  <a:xfrm>
                    <a:off x="5127883" y="4445126"/>
                    <a:ext cx="31051" cy="4679"/>
                  </a:xfrm>
                  <a:custGeom>
                    <a:avLst/>
                    <a:gdLst>
                      <a:gd name="connsiteX0" fmla="*/ 31052 w 31051"/>
                      <a:gd name="connsiteY0" fmla="*/ 0 h 4679"/>
                      <a:gd name="connsiteX1" fmla="*/ 0 w 31051"/>
                      <a:gd name="connsiteY1" fmla="*/ 4382 h 4679"/>
                      <a:gd name="connsiteX2" fmla="*/ 31052 w 31051"/>
                      <a:gd name="connsiteY2" fmla="*/ 0 h 4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051" h="4679">
                        <a:moveTo>
                          <a:pt x="31052" y="0"/>
                        </a:moveTo>
                        <a:cubicBezTo>
                          <a:pt x="20574" y="0"/>
                          <a:pt x="10096" y="1429"/>
                          <a:pt x="0" y="4382"/>
                        </a:cubicBezTo>
                        <a:cubicBezTo>
                          <a:pt x="10573" y="4953"/>
                          <a:pt x="22098" y="5239"/>
                          <a:pt x="3105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45" name="Forme libre : forme 17444">
                    <a:extLst>
                      <a:ext uri="{FF2B5EF4-FFF2-40B4-BE49-F238E27FC236}">
                        <a16:creationId xmlns:a16="http://schemas.microsoft.com/office/drawing/2014/main" id="{205EE22D-A5E1-4D6A-9A1F-DC699026C980}"/>
                      </a:ext>
                    </a:extLst>
                  </p:cNvPr>
                  <p:cNvSpPr/>
                  <p:nvPr/>
                </p:nvSpPr>
                <p:spPr>
                  <a:xfrm>
                    <a:off x="5158934" y="4346521"/>
                    <a:ext cx="51244" cy="110702"/>
                  </a:xfrm>
                  <a:custGeom>
                    <a:avLst/>
                    <a:gdLst>
                      <a:gd name="connsiteX0" fmla="*/ 27527 w 51244"/>
                      <a:gd name="connsiteY0" fmla="*/ 102035 h 110702"/>
                      <a:gd name="connsiteX1" fmla="*/ 30956 w 51244"/>
                      <a:gd name="connsiteY1" fmla="*/ 96225 h 110702"/>
                      <a:gd name="connsiteX2" fmla="*/ 30575 w 51244"/>
                      <a:gd name="connsiteY2" fmla="*/ 102797 h 110702"/>
                      <a:gd name="connsiteX3" fmla="*/ 51245 w 51244"/>
                      <a:gd name="connsiteY3" fmla="*/ 110703 h 110702"/>
                      <a:gd name="connsiteX4" fmla="*/ 40386 w 51244"/>
                      <a:gd name="connsiteY4" fmla="*/ 86223 h 110702"/>
                      <a:gd name="connsiteX5" fmla="*/ 32480 w 51244"/>
                      <a:gd name="connsiteY5" fmla="*/ 46695 h 110702"/>
                      <a:gd name="connsiteX6" fmla="*/ 39814 w 51244"/>
                      <a:gd name="connsiteY6" fmla="*/ 7166 h 110702"/>
                      <a:gd name="connsiteX7" fmla="*/ 26575 w 51244"/>
                      <a:gd name="connsiteY7" fmla="*/ 14405 h 110702"/>
                      <a:gd name="connsiteX8" fmla="*/ 17621 w 51244"/>
                      <a:gd name="connsiteY8" fmla="*/ 59649 h 110702"/>
                      <a:gd name="connsiteX9" fmla="*/ 2857 w 51244"/>
                      <a:gd name="connsiteY9" fmla="*/ 96891 h 110702"/>
                      <a:gd name="connsiteX10" fmla="*/ 0 w 51244"/>
                      <a:gd name="connsiteY10" fmla="*/ 98796 h 110702"/>
                      <a:gd name="connsiteX11" fmla="*/ 27527 w 51244"/>
                      <a:gd name="connsiteY11" fmla="*/ 102035 h 110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1244" h="110702">
                        <a:moveTo>
                          <a:pt x="27527" y="102035"/>
                        </a:moveTo>
                        <a:cubicBezTo>
                          <a:pt x="28670" y="100130"/>
                          <a:pt x="29718" y="98130"/>
                          <a:pt x="30956" y="96225"/>
                        </a:cubicBezTo>
                        <a:cubicBezTo>
                          <a:pt x="31052" y="98320"/>
                          <a:pt x="30861" y="100511"/>
                          <a:pt x="30575" y="102797"/>
                        </a:cubicBezTo>
                        <a:cubicBezTo>
                          <a:pt x="37719" y="104797"/>
                          <a:pt x="44577" y="107369"/>
                          <a:pt x="51245" y="110703"/>
                        </a:cubicBezTo>
                        <a:cubicBezTo>
                          <a:pt x="48482" y="102225"/>
                          <a:pt x="43910" y="94510"/>
                          <a:pt x="40386" y="86223"/>
                        </a:cubicBezTo>
                        <a:cubicBezTo>
                          <a:pt x="35052" y="73746"/>
                          <a:pt x="32480" y="60220"/>
                          <a:pt x="32480" y="46695"/>
                        </a:cubicBezTo>
                        <a:cubicBezTo>
                          <a:pt x="32480" y="36693"/>
                          <a:pt x="42100" y="15167"/>
                          <a:pt x="39814" y="7166"/>
                        </a:cubicBezTo>
                        <a:cubicBezTo>
                          <a:pt x="35433" y="-8836"/>
                          <a:pt x="29242" y="5737"/>
                          <a:pt x="26575" y="14405"/>
                        </a:cubicBezTo>
                        <a:cubicBezTo>
                          <a:pt x="22098" y="28978"/>
                          <a:pt x="19717" y="44599"/>
                          <a:pt x="17621" y="59649"/>
                        </a:cubicBezTo>
                        <a:cubicBezTo>
                          <a:pt x="15716" y="73269"/>
                          <a:pt x="13716" y="88509"/>
                          <a:pt x="2857" y="96891"/>
                        </a:cubicBezTo>
                        <a:cubicBezTo>
                          <a:pt x="1905" y="97558"/>
                          <a:pt x="952" y="98225"/>
                          <a:pt x="0" y="98796"/>
                        </a:cubicBezTo>
                        <a:cubicBezTo>
                          <a:pt x="9239" y="98606"/>
                          <a:pt x="18574" y="99844"/>
                          <a:pt x="27527" y="10203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46" name="Forme libre : forme 17445">
                    <a:extLst>
                      <a:ext uri="{FF2B5EF4-FFF2-40B4-BE49-F238E27FC236}">
                        <a16:creationId xmlns:a16="http://schemas.microsoft.com/office/drawing/2014/main" id="{2F8D903F-0F57-43A3-9DDA-F1954164A7A6}"/>
                      </a:ext>
                    </a:extLst>
                  </p:cNvPr>
                  <p:cNvSpPr/>
                  <p:nvPr/>
                </p:nvSpPr>
                <p:spPr>
                  <a:xfrm>
                    <a:off x="1894336" y="4149090"/>
                    <a:ext cx="61326" cy="48425"/>
                  </a:xfrm>
                  <a:custGeom>
                    <a:avLst/>
                    <a:gdLst>
                      <a:gd name="connsiteX0" fmla="*/ 6382 w 61326"/>
                      <a:gd name="connsiteY0" fmla="*/ 39243 h 48425"/>
                      <a:gd name="connsiteX1" fmla="*/ 8096 w 61326"/>
                      <a:gd name="connsiteY1" fmla="*/ 41148 h 48425"/>
                      <a:gd name="connsiteX2" fmla="*/ 28575 w 61326"/>
                      <a:gd name="connsiteY2" fmla="*/ 48387 h 48425"/>
                      <a:gd name="connsiteX3" fmla="*/ 51721 w 61326"/>
                      <a:gd name="connsiteY3" fmla="*/ 40005 h 48425"/>
                      <a:gd name="connsiteX4" fmla="*/ 49530 w 61326"/>
                      <a:gd name="connsiteY4" fmla="*/ 0 h 48425"/>
                      <a:gd name="connsiteX5" fmla="*/ 26575 w 61326"/>
                      <a:gd name="connsiteY5" fmla="*/ 12573 h 48425"/>
                      <a:gd name="connsiteX6" fmla="*/ 5905 w 61326"/>
                      <a:gd name="connsiteY6" fmla="*/ 13240 h 48425"/>
                      <a:gd name="connsiteX7" fmla="*/ 0 w 61326"/>
                      <a:gd name="connsiteY7" fmla="*/ 23908 h 48425"/>
                      <a:gd name="connsiteX8" fmla="*/ 571 w 61326"/>
                      <a:gd name="connsiteY8" fmla="*/ 26575 h 48425"/>
                      <a:gd name="connsiteX9" fmla="*/ 6382 w 61326"/>
                      <a:gd name="connsiteY9" fmla="*/ 39243 h 48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1326" h="48425">
                        <a:moveTo>
                          <a:pt x="6382" y="39243"/>
                        </a:moveTo>
                        <a:cubicBezTo>
                          <a:pt x="6953" y="39910"/>
                          <a:pt x="7525" y="40576"/>
                          <a:pt x="8096" y="41148"/>
                        </a:cubicBezTo>
                        <a:cubicBezTo>
                          <a:pt x="13430" y="46291"/>
                          <a:pt x="21146" y="48768"/>
                          <a:pt x="28575" y="48387"/>
                        </a:cubicBezTo>
                        <a:cubicBezTo>
                          <a:pt x="36862" y="48006"/>
                          <a:pt x="44863" y="44672"/>
                          <a:pt x="51721" y="40005"/>
                        </a:cubicBezTo>
                        <a:cubicBezTo>
                          <a:pt x="67437" y="29432"/>
                          <a:pt x="61817" y="12668"/>
                          <a:pt x="49530" y="0"/>
                        </a:cubicBezTo>
                        <a:cubicBezTo>
                          <a:pt x="40576" y="5715"/>
                          <a:pt x="31813" y="10192"/>
                          <a:pt x="26575" y="12573"/>
                        </a:cubicBezTo>
                        <a:cubicBezTo>
                          <a:pt x="19907" y="15430"/>
                          <a:pt x="11621" y="17526"/>
                          <a:pt x="5905" y="13240"/>
                        </a:cubicBezTo>
                        <a:cubicBezTo>
                          <a:pt x="3715" y="16669"/>
                          <a:pt x="1810" y="20193"/>
                          <a:pt x="0" y="23908"/>
                        </a:cubicBezTo>
                        <a:cubicBezTo>
                          <a:pt x="191" y="24765"/>
                          <a:pt x="286" y="25622"/>
                          <a:pt x="571" y="26575"/>
                        </a:cubicBezTo>
                        <a:cubicBezTo>
                          <a:pt x="1714" y="31051"/>
                          <a:pt x="3429" y="35623"/>
                          <a:pt x="6382" y="3924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47" name="Forme libre : forme 17446">
                    <a:extLst>
                      <a:ext uri="{FF2B5EF4-FFF2-40B4-BE49-F238E27FC236}">
                        <a16:creationId xmlns:a16="http://schemas.microsoft.com/office/drawing/2014/main" id="{6D8C507F-90FF-438D-A19C-A352940770E9}"/>
                      </a:ext>
                    </a:extLst>
                  </p:cNvPr>
                  <p:cNvSpPr/>
                  <p:nvPr/>
                </p:nvSpPr>
                <p:spPr>
                  <a:xfrm>
                    <a:off x="1837078" y="4247497"/>
                    <a:ext cx="69214" cy="51384"/>
                  </a:xfrm>
                  <a:custGeom>
                    <a:avLst/>
                    <a:gdLst>
                      <a:gd name="connsiteX0" fmla="*/ 67068 w 69214"/>
                      <a:gd name="connsiteY0" fmla="*/ 11701 h 51384"/>
                      <a:gd name="connsiteX1" fmla="*/ 3918 w 69214"/>
                      <a:gd name="connsiteY1" fmla="*/ 31894 h 51384"/>
                      <a:gd name="connsiteX2" fmla="*/ 3632 w 69214"/>
                      <a:gd name="connsiteY2" fmla="*/ 48944 h 51384"/>
                      <a:gd name="connsiteX3" fmla="*/ 8585 w 69214"/>
                      <a:gd name="connsiteY3" fmla="*/ 50659 h 51384"/>
                      <a:gd name="connsiteX4" fmla="*/ 67068 w 69214"/>
                      <a:gd name="connsiteY4" fmla="*/ 11701 h 51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14" h="51384">
                        <a:moveTo>
                          <a:pt x="67068" y="11701"/>
                        </a:moveTo>
                        <a:cubicBezTo>
                          <a:pt x="53924" y="-18779"/>
                          <a:pt x="16681" y="18369"/>
                          <a:pt x="3918" y="31894"/>
                        </a:cubicBezTo>
                        <a:cubicBezTo>
                          <a:pt x="-559" y="36657"/>
                          <a:pt x="-1893" y="45420"/>
                          <a:pt x="3632" y="48944"/>
                        </a:cubicBezTo>
                        <a:cubicBezTo>
                          <a:pt x="5156" y="49897"/>
                          <a:pt x="6870" y="50373"/>
                          <a:pt x="8585" y="50659"/>
                        </a:cubicBezTo>
                        <a:cubicBezTo>
                          <a:pt x="29540" y="54659"/>
                          <a:pt x="80213" y="42181"/>
                          <a:pt x="67068" y="1170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48" name="Forme libre : forme 17447">
                    <a:extLst>
                      <a:ext uri="{FF2B5EF4-FFF2-40B4-BE49-F238E27FC236}">
                        <a16:creationId xmlns:a16="http://schemas.microsoft.com/office/drawing/2014/main" id="{74E720A0-BFCE-4F48-B21C-8B5B98A47BCA}"/>
                      </a:ext>
                    </a:extLst>
                  </p:cNvPr>
                  <p:cNvSpPr/>
                  <p:nvPr/>
                </p:nvSpPr>
                <p:spPr>
                  <a:xfrm>
                    <a:off x="1665271" y="4319859"/>
                    <a:ext cx="127432" cy="186578"/>
                  </a:xfrm>
                  <a:custGeom>
                    <a:avLst/>
                    <a:gdLst>
                      <a:gd name="connsiteX0" fmla="*/ 36088 w 127432"/>
                      <a:gd name="connsiteY0" fmla="*/ 168607 h 186578"/>
                      <a:gd name="connsiteX1" fmla="*/ 63615 w 127432"/>
                      <a:gd name="connsiteY1" fmla="*/ 186418 h 186578"/>
                      <a:gd name="connsiteX2" fmla="*/ 83522 w 127432"/>
                      <a:gd name="connsiteY2" fmla="*/ 182989 h 186578"/>
                      <a:gd name="connsiteX3" fmla="*/ 116193 w 127432"/>
                      <a:gd name="connsiteY3" fmla="*/ 161939 h 186578"/>
                      <a:gd name="connsiteX4" fmla="*/ 119717 w 127432"/>
                      <a:gd name="connsiteY4" fmla="*/ 136221 h 186578"/>
                      <a:gd name="connsiteX5" fmla="*/ 122194 w 127432"/>
                      <a:gd name="connsiteY5" fmla="*/ 72118 h 186578"/>
                      <a:gd name="connsiteX6" fmla="*/ 108859 w 127432"/>
                      <a:gd name="connsiteY6" fmla="*/ 79357 h 186578"/>
                      <a:gd name="connsiteX7" fmla="*/ 92381 w 127432"/>
                      <a:gd name="connsiteY7" fmla="*/ 63355 h 186578"/>
                      <a:gd name="connsiteX8" fmla="*/ 108383 w 127432"/>
                      <a:gd name="connsiteY8" fmla="*/ 46877 h 186578"/>
                      <a:gd name="connsiteX9" fmla="*/ 123623 w 127432"/>
                      <a:gd name="connsiteY9" fmla="*/ 56974 h 186578"/>
                      <a:gd name="connsiteX10" fmla="*/ 127433 w 127432"/>
                      <a:gd name="connsiteY10" fmla="*/ 30589 h 186578"/>
                      <a:gd name="connsiteX11" fmla="*/ 120670 w 127432"/>
                      <a:gd name="connsiteY11" fmla="*/ 5443 h 186578"/>
                      <a:gd name="connsiteX12" fmla="*/ 62663 w 127432"/>
                      <a:gd name="connsiteY12" fmla="*/ 8491 h 186578"/>
                      <a:gd name="connsiteX13" fmla="*/ 9132 w 127432"/>
                      <a:gd name="connsiteY13" fmla="*/ 58974 h 186578"/>
                      <a:gd name="connsiteX14" fmla="*/ 7322 w 127432"/>
                      <a:gd name="connsiteY14" fmla="*/ 131364 h 186578"/>
                      <a:gd name="connsiteX15" fmla="*/ 36088 w 127432"/>
                      <a:gd name="connsiteY15" fmla="*/ 168607 h 186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27432" h="186578">
                        <a:moveTo>
                          <a:pt x="36088" y="168607"/>
                        </a:moveTo>
                        <a:cubicBezTo>
                          <a:pt x="43803" y="176703"/>
                          <a:pt x="52471" y="185180"/>
                          <a:pt x="63615" y="186418"/>
                        </a:cubicBezTo>
                        <a:cubicBezTo>
                          <a:pt x="70378" y="187180"/>
                          <a:pt x="77045" y="185085"/>
                          <a:pt x="83522" y="182989"/>
                        </a:cubicBezTo>
                        <a:cubicBezTo>
                          <a:pt x="96191" y="178894"/>
                          <a:pt x="110097" y="173750"/>
                          <a:pt x="116193" y="161939"/>
                        </a:cubicBezTo>
                        <a:cubicBezTo>
                          <a:pt x="120194" y="154128"/>
                          <a:pt x="119908" y="144985"/>
                          <a:pt x="119717" y="136221"/>
                        </a:cubicBezTo>
                        <a:cubicBezTo>
                          <a:pt x="119241" y="114886"/>
                          <a:pt x="120194" y="93454"/>
                          <a:pt x="122194" y="72118"/>
                        </a:cubicBezTo>
                        <a:cubicBezTo>
                          <a:pt x="119336" y="76404"/>
                          <a:pt x="114479" y="79357"/>
                          <a:pt x="108859" y="79357"/>
                        </a:cubicBezTo>
                        <a:cubicBezTo>
                          <a:pt x="99905" y="79453"/>
                          <a:pt x="92571" y="72309"/>
                          <a:pt x="92381" y="63355"/>
                        </a:cubicBezTo>
                        <a:cubicBezTo>
                          <a:pt x="92285" y="54402"/>
                          <a:pt x="99429" y="47068"/>
                          <a:pt x="108383" y="46877"/>
                        </a:cubicBezTo>
                        <a:cubicBezTo>
                          <a:pt x="115241" y="46782"/>
                          <a:pt x="121146" y="50973"/>
                          <a:pt x="123623" y="56974"/>
                        </a:cubicBezTo>
                        <a:cubicBezTo>
                          <a:pt x="124670" y="48115"/>
                          <a:pt x="125909" y="39352"/>
                          <a:pt x="127433" y="30589"/>
                        </a:cubicBezTo>
                        <a:lnTo>
                          <a:pt x="120670" y="5443"/>
                        </a:lnTo>
                        <a:cubicBezTo>
                          <a:pt x="102953" y="-3987"/>
                          <a:pt x="80855" y="14"/>
                          <a:pt x="62663" y="8491"/>
                        </a:cubicBezTo>
                        <a:cubicBezTo>
                          <a:pt x="39993" y="19064"/>
                          <a:pt x="20181" y="36495"/>
                          <a:pt x="9132" y="58974"/>
                        </a:cubicBezTo>
                        <a:cubicBezTo>
                          <a:pt x="-1917" y="81453"/>
                          <a:pt x="-3441" y="108885"/>
                          <a:pt x="7322" y="131364"/>
                        </a:cubicBezTo>
                        <a:cubicBezTo>
                          <a:pt x="14085" y="145556"/>
                          <a:pt x="25134" y="157177"/>
                          <a:pt x="36088" y="16860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49" name="Forme libre : forme 17448">
                    <a:extLst>
                      <a:ext uri="{FF2B5EF4-FFF2-40B4-BE49-F238E27FC236}">
                        <a16:creationId xmlns:a16="http://schemas.microsoft.com/office/drawing/2014/main" id="{744CD67E-1A8B-4971-A3DC-A0025AF47DC9}"/>
                      </a:ext>
                    </a:extLst>
                  </p:cNvPr>
                  <p:cNvSpPr/>
                  <p:nvPr/>
                </p:nvSpPr>
                <p:spPr>
                  <a:xfrm>
                    <a:off x="2051298" y="4101243"/>
                    <a:ext cx="143880" cy="131408"/>
                  </a:xfrm>
                  <a:custGeom>
                    <a:avLst/>
                    <a:gdLst>
                      <a:gd name="connsiteX0" fmla="*/ 44872 w 143880"/>
                      <a:gd name="connsiteY0" fmla="*/ 127952 h 131408"/>
                      <a:gd name="connsiteX1" fmla="*/ 83448 w 143880"/>
                      <a:gd name="connsiteY1" fmla="*/ 129666 h 131408"/>
                      <a:gd name="connsiteX2" fmla="*/ 136503 w 143880"/>
                      <a:gd name="connsiteY2" fmla="*/ 79755 h 131408"/>
                      <a:gd name="connsiteX3" fmla="*/ 139265 w 143880"/>
                      <a:gd name="connsiteY3" fmla="*/ 70421 h 131408"/>
                      <a:gd name="connsiteX4" fmla="*/ 132693 w 143880"/>
                      <a:gd name="connsiteY4" fmla="*/ 62610 h 131408"/>
                      <a:gd name="connsiteX5" fmla="*/ 140884 w 143880"/>
                      <a:gd name="connsiteY5" fmla="*/ 54228 h 131408"/>
                      <a:gd name="connsiteX6" fmla="*/ 142408 w 143880"/>
                      <a:gd name="connsiteY6" fmla="*/ 54514 h 131408"/>
                      <a:gd name="connsiteX7" fmla="*/ 129454 w 143880"/>
                      <a:gd name="connsiteY7" fmla="*/ 1936 h 131408"/>
                      <a:gd name="connsiteX8" fmla="*/ 47349 w 143880"/>
                      <a:gd name="connsiteY8" fmla="*/ 20414 h 131408"/>
                      <a:gd name="connsiteX9" fmla="*/ 14964 w 143880"/>
                      <a:gd name="connsiteY9" fmla="*/ 42703 h 131408"/>
                      <a:gd name="connsiteX10" fmla="*/ 9 w 143880"/>
                      <a:gd name="connsiteY10" fmla="*/ 78231 h 131408"/>
                      <a:gd name="connsiteX11" fmla="*/ 44872 w 143880"/>
                      <a:gd name="connsiteY11" fmla="*/ 127952 h 131408"/>
                      <a:gd name="connsiteX12" fmla="*/ 42110 w 143880"/>
                      <a:gd name="connsiteY12" fmla="*/ 41084 h 131408"/>
                      <a:gd name="connsiteX13" fmla="*/ 67160 w 143880"/>
                      <a:gd name="connsiteY13" fmla="*/ 19557 h 131408"/>
                      <a:gd name="connsiteX14" fmla="*/ 114500 w 143880"/>
                      <a:gd name="connsiteY14" fmla="*/ 13842 h 131408"/>
                      <a:gd name="connsiteX15" fmla="*/ 122596 w 143880"/>
                      <a:gd name="connsiteY15" fmla="*/ 36416 h 131408"/>
                      <a:gd name="connsiteX16" fmla="*/ 104880 w 143880"/>
                      <a:gd name="connsiteY16" fmla="*/ 54419 h 131408"/>
                      <a:gd name="connsiteX17" fmla="*/ 63636 w 143880"/>
                      <a:gd name="connsiteY17" fmla="*/ 79088 h 131408"/>
                      <a:gd name="connsiteX18" fmla="*/ 52778 w 143880"/>
                      <a:gd name="connsiteY18" fmla="*/ 83660 h 131408"/>
                      <a:gd name="connsiteX19" fmla="*/ 33728 w 143880"/>
                      <a:gd name="connsiteY19" fmla="*/ 67087 h 131408"/>
                      <a:gd name="connsiteX20" fmla="*/ 42110 w 143880"/>
                      <a:gd name="connsiteY20" fmla="*/ 41084 h 131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80" h="131408">
                        <a:moveTo>
                          <a:pt x="44872" y="127952"/>
                        </a:moveTo>
                        <a:cubicBezTo>
                          <a:pt x="57350" y="131666"/>
                          <a:pt x="70780" y="132619"/>
                          <a:pt x="83448" y="129666"/>
                        </a:cubicBezTo>
                        <a:cubicBezTo>
                          <a:pt x="108118" y="123951"/>
                          <a:pt x="127740" y="103472"/>
                          <a:pt x="136503" y="79755"/>
                        </a:cubicBezTo>
                        <a:cubicBezTo>
                          <a:pt x="137455" y="77279"/>
                          <a:pt x="138408" y="74040"/>
                          <a:pt x="139265" y="70421"/>
                        </a:cubicBezTo>
                        <a:cubicBezTo>
                          <a:pt x="135550" y="69563"/>
                          <a:pt x="132788" y="66515"/>
                          <a:pt x="132693" y="62610"/>
                        </a:cubicBezTo>
                        <a:cubicBezTo>
                          <a:pt x="132597" y="58038"/>
                          <a:pt x="136312" y="54228"/>
                          <a:pt x="140884" y="54228"/>
                        </a:cubicBezTo>
                        <a:cubicBezTo>
                          <a:pt x="141456" y="54228"/>
                          <a:pt x="141837" y="54419"/>
                          <a:pt x="142408" y="54514"/>
                        </a:cubicBezTo>
                        <a:cubicBezTo>
                          <a:pt x="145551" y="33083"/>
                          <a:pt x="144694" y="7556"/>
                          <a:pt x="129454" y="1936"/>
                        </a:cubicBezTo>
                        <a:cubicBezTo>
                          <a:pt x="108404" y="-5779"/>
                          <a:pt x="65922" y="11461"/>
                          <a:pt x="47349" y="20414"/>
                        </a:cubicBezTo>
                        <a:cubicBezTo>
                          <a:pt x="35442" y="26129"/>
                          <a:pt x="23917" y="33083"/>
                          <a:pt x="14964" y="42703"/>
                        </a:cubicBezTo>
                        <a:cubicBezTo>
                          <a:pt x="6010" y="52323"/>
                          <a:pt x="-276" y="65087"/>
                          <a:pt x="9" y="78231"/>
                        </a:cubicBezTo>
                        <a:cubicBezTo>
                          <a:pt x="486" y="102234"/>
                          <a:pt x="22012" y="121189"/>
                          <a:pt x="44872" y="127952"/>
                        </a:cubicBezTo>
                        <a:close/>
                        <a:moveTo>
                          <a:pt x="42110" y="41084"/>
                        </a:moveTo>
                        <a:cubicBezTo>
                          <a:pt x="48682" y="32035"/>
                          <a:pt x="57350" y="24796"/>
                          <a:pt x="67160" y="19557"/>
                        </a:cubicBezTo>
                        <a:cubicBezTo>
                          <a:pt x="78591" y="13556"/>
                          <a:pt x="102594" y="4793"/>
                          <a:pt x="114500" y="13842"/>
                        </a:cubicBezTo>
                        <a:cubicBezTo>
                          <a:pt x="120596" y="18414"/>
                          <a:pt x="124501" y="29082"/>
                          <a:pt x="122596" y="36416"/>
                        </a:cubicBezTo>
                        <a:cubicBezTo>
                          <a:pt x="120406" y="44894"/>
                          <a:pt x="111928" y="50228"/>
                          <a:pt x="104880" y="54419"/>
                        </a:cubicBezTo>
                        <a:cubicBezTo>
                          <a:pt x="91164" y="62610"/>
                          <a:pt x="77352" y="70802"/>
                          <a:pt x="63636" y="79088"/>
                        </a:cubicBezTo>
                        <a:cubicBezTo>
                          <a:pt x="60207" y="81089"/>
                          <a:pt x="56778" y="83184"/>
                          <a:pt x="52778" y="83660"/>
                        </a:cubicBezTo>
                        <a:cubicBezTo>
                          <a:pt x="43539" y="84803"/>
                          <a:pt x="35061" y="76326"/>
                          <a:pt x="33728" y="67087"/>
                        </a:cubicBezTo>
                        <a:cubicBezTo>
                          <a:pt x="32490" y="57848"/>
                          <a:pt x="36681" y="48608"/>
                          <a:pt x="42110" y="4108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50" name="Forme libre : forme 17449">
                    <a:extLst>
                      <a:ext uri="{FF2B5EF4-FFF2-40B4-BE49-F238E27FC236}">
                        <a16:creationId xmlns:a16="http://schemas.microsoft.com/office/drawing/2014/main" id="{9AA16802-8439-4EB8-8FA9-26144E469C12}"/>
                      </a:ext>
                    </a:extLst>
                  </p:cNvPr>
                  <p:cNvSpPr/>
                  <p:nvPr/>
                </p:nvSpPr>
                <p:spPr>
                  <a:xfrm>
                    <a:off x="1919260" y="4281659"/>
                    <a:ext cx="212493" cy="129542"/>
                  </a:xfrm>
                  <a:custGeom>
                    <a:avLst/>
                    <a:gdLst>
                      <a:gd name="connsiteX0" fmla="*/ 51752 w 212493"/>
                      <a:gd name="connsiteY0" fmla="*/ 40976 h 129542"/>
                      <a:gd name="connsiteX1" fmla="*/ 1365 w 212493"/>
                      <a:gd name="connsiteY1" fmla="*/ 87268 h 129542"/>
                      <a:gd name="connsiteX2" fmla="*/ 3079 w 212493"/>
                      <a:gd name="connsiteY2" fmla="*/ 103841 h 129542"/>
                      <a:gd name="connsiteX3" fmla="*/ 34035 w 212493"/>
                      <a:gd name="connsiteY3" fmla="*/ 106032 h 129542"/>
                      <a:gd name="connsiteX4" fmla="*/ 93090 w 212493"/>
                      <a:gd name="connsiteY4" fmla="*/ 126892 h 129542"/>
                      <a:gd name="connsiteX5" fmla="*/ 140430 w 212493"/>
                      <a:gd name="connsiteY5" fmla="*/ 122224 h 129542"/>
                      <a:gd name="connsiteX6" fmla="*/ 152431 w 212493"/>
                      <a:gd name="connsiteY6" fmla="*/ 111461 h 129542"/>
                      <a:gd name="connsiteX7" fmla="*/ 163956 w 212493"/>
                      <a:gd name="connsiteY7" fmla="*/ 82219 h 129542"/>
                      <a:gd name="connsiteX8" fmla="*/ 189198 w 212493"/>
                      <a:gd name="connsiteY8" fmla="*/ 86220 h 129542"/>
                      <a:gd name="connsiteX9" fmla="*/ 212153 w 212493"/>
                      <a:gd name="connsiteY9" fmla="*/ 81267 h 129542"/>
                      <a:gd name="connsiteX10" fmla="*/ 194150 w 212493"/>
                      <a:gd name="connsiteY10" fmla="*/ 60502 h 129542"/>
                      <a:gd name="connsiteX11" fmla="*/ 176244 w 212493"/>
                      <a:gd name="connsiteY11" fmla="*/ 18497 h 129542"/>
                      <a:gd name="connsiteX12" fmla="*/ 172148 w 212493"/>
                      <a:gd name="connsiteY12" fmla="*/ 5162 h 129542"/>
                      <a:gd name="connsiteX13" fmla="*/ 145668 w 212493"/>
                      <a:gd name="connsiteY13" fmla="*/ 2495 h 129542"/>
                      <a:gd name="connsiteX14" fmla="*/ 109092 w 212493"/>
                      <a:gd name="connsiteY14" fmla="*/ 14687 h 129542"/>
                      <a:gd name="connsiteX15" fmla="*/ 75279 w 212493"/>
                      <a:gd name="connsiteY15" fmla="*/ 9067 h 129542"/>
                      <a:gd name="connsiteX16" fmla="*/ 51752 w 212493"/>
                      <a:gd name="connsiteY16" fmla="*/ 40976 h 129542"/>
                      <a:gd name="connsiteX17" fmla="*/ 150621 w 212493"/>
                      <a:gd name="connsiteY17" fmla="*/ 74123 h 129542"/>
                      <a:gd name="connsiteX18" fmla="*/ 159003 w 212493"/>
                      <a:gd name="connsiteY18" fmla="*/ 82315 h 129542"/>
                      <a:gd name="connsiteX19" fmla="*/ 150812 w 212493"/>
                      <a:gd name="connsiteY19" fmla="*/ 90697 h 129542"/>
                      <a:gd name="connsiteX20" fmla="*/ 142430 w 212493"/>
                      <a:gd name="connsiteY20" fmla="*/ 82505 h 129542"/>
                      <a:gd name="connsiteX21" fmla="*/ 150621 w 212493"/>
                      <a:gd name="connsiteY21" fmla="*/ 74123 h 129542"/>
                      <a:gd name="connsiteX22" fmla="*/ 127952 w 212493"/>
                      <a:gd name="connsiteY22" fmla="*/ 43453 h 129542"/>
                      <a:gd name="connsiteX23" fmla="*/ 79184 w 212493"/>
                      <a:gd name="connsiteY23" fmla="*/ 105270 h 129542"/>
                      <a:gd name="connsiteX24" fmla="*/ 57943 w 212493"/>
                      <a:gd name="connsiteY24" fmla="*/ 105651 h 129542"/>
                      <a:gd name="connsiteX25" fmla="*/ 56610 w 212493"/>
                      <a:gd name="connsiteY25" fmla="*/ 82410 h 129542"/>
                      <a:gd name="connsiteX26" fmla="*/ 127952 w 212493"/>
                      <a:gd name="connsiteY26" fmla="*/ 43453 h 129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12493" h="129542">
                        <a:moveTo>
                          <a:pt x="51752" y="40976"/>
                        </a:moveTo>
                        <a:cubicBezTo>
                          <a:pt x="38417" y="59931"/>
                          <a:pt x="9175" y="65456"/>
                          <a:pt x="1365" y="87268"/>
                        </a:cubicBezTo>
                        <a:cubicBezTo>
                          <a:pt x="-636" y="92697"/>
                          <a:pt x="-731" y="99460"/>
                          <a:pt x="3079" y="103841"/>
                        </a:cubicBezTo>
                        <a:cubicBezTo>
                          <a:pt x="10128" y="112128"/>
                          <a:pt x="23177" y="106984"/>
                          <a:pt x="34035" y="106032"/>
                        </a:cubicBezTo>
                        <a:cubicBezTo>
                          <a:pt x="55086" y="104127"/>
                          <a:pt x="72897" y="120700"/>
                          <a:pt x="93090" y="126892"/>
                        </a:cubicBezTo>
                        <a:cubicBezTo>
                          <a:pt x="108711" y="131654"/>
                          <a:pt x="126142" y="129940"/>
                          <a:pt x="140430" y="122224"/>
                        </a:cubicBezTo>
                        <a:cubicBezTo>
                          <a:pt x="145192" y="119653"/>
                          <a:pt x="149859" y="116224"/>
                          <a:pt x="152431" y="111461"/>
                        </a:cubicBezTo>
                        <a:cubicBezTo>
                          <a:pt x="157575" y="102032"/>
                          <a:pt x="154908" y="87934"/>
                          <a:pt x="163956" y="82219"/>
                        </a:cubicBezTo>
                        <a:cubicBezTo>
                          <a:pt x="171481" y="77552"/>
                          <a:pt x="181006" y="82600"/>
                          <a:pt x="189198" y="86220"/>
                        </a:cubicBezTo>
                        <a:cubicBezTo>
                          <a:pt x="197389" y="89840"/>
                          <a:pt x="209772" y="89935"/>
                          <a:pt x="212153" y="81267"/>
                        </a:cubicBezTo>
                        <a:cubicBezTo>
                          <a:pt x="214725" y="71742"/>
                          <a:pt x="202152" y="66313"/>
                          <a:pt x="194150" y="60502"/>
                        </a:cubicBezTo>
                        <a:cubicBezTo>
                          <a:pt x="181482" y="51263"/>
                          <a:pt x="178053" y="34118"/>
                          <a:pt x="176244" y="18497"/>
                        </a:cubicBezTo>
                        <a:cubicBezTo>
                          <a:pt x="175672" y="13830"/>
                          <a:pt x="175100" y="8877"/>
                          <a:pt x="172148" y="5162"/>
                        </a:cubicBezTo>
                        <a:cubicBezTo>
                          <a:pt x="166242" y="-2172"/>
                          <a:pt x="154717" y="-362"/>
                          <a:pt x="145668" y="2495"/>
                        </a:cubicBezTo>
                        <a:cubicBezTo>
                          <a:pt x="134715" y="5924"/>
                          <a:pt x="120618" y="14401"/>
                          <a:pt x="109092" y="14687"/>
                        </a:cubicBezTo>
                        <a:cubicBezTo>
                          <a:pt x="97281" y="14973"/>
                          <a:pt x="87280" y="4686"/>
                          <a:pt x="75279" y="9067"/>
                        </a:cubicBezTo>
                        <a:cubicBezTo>
                          <a:pt x="62610" y="13925"/>
                          <a:pt x="59562" y="30023"/>
                          <a:pt x="51752" y="40976"/>
                        </a:cubicBezTo>
                        <a:close/>
                        <a:moveTo>
                          <a:pt x="150621" y="74123"/>
                        </a:moveTo>
                        <a:cubicBezTo>
                          <a:pt x="155193" y="74028"/>
                          <a:pt x="159003" y="77743"/>
                          <a:pt x="159003" y="82315"/>
                        </a:cubicBezTo>
                        <a:cubicBezTo>
                          <a:pt x="159099" y="86887"/>
                          <a:pt x="155384" y="90697"/>
                          <a:pt x="150812" y="90697"/>
                        </a:cubicBezTo>
                        <a:cubicBezTo>
                          <a:pt x="146240" y="90792"/>
                          <a:pt x="142430" y="87077"/>
                          <a:pt x="142430" y="82505"/>
                        </a:cubicBezTo>
                        <a:cubicBezTo>
                          <a:pt x="142335" y="77933"/>
                          <a:pt x="146049" y="74123"/>
                          <a:pt x="150621" y="74123"/>
                        </a:cubicBezTo>
                        <a:close/>
                        <a:moveTo>
                          <a:pt x="127952" y="43453"/>
                        </a:moveTo>
                        <a:cubicBezTo>
                          <a:pt x="152050" y="66313"/>
                          <a:pt x="96805" y="97650"/>
                          <a:pt x="79184" y="105270"/>
                        </a:cubicBezTo>
                        <a:cubicBezTo>
                          <a:pt x="72326" y="108223"/>
                          <a:pt x="63658" y="110413"/>
                          <a:pt x="57943" y="105651"/>
                        </a:cubicBezTo>
                        <a:cubicBezTo>
                          <a:pt x="51561" y="100317"/>
                          <a:pt x="53276" y="90030"/>
                          <a:pt x="56610" y="82410"/>
                        </a:cubicBezTo>
                        <a:cubicBezTo>
                          <a:pt x="66325" y="60121"/>
                          <a:pt x="100901" y="17735"/>
                          <a:pt x="127952" y="4345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51" name="Forme libre : forme 17450">
                    <a:extLst>
                      <a:ext uri="{FF2B5EF4-FFF2-40B4-BE49-F238E27FC236}">
                        <a16:creationId xmlns:a16="http://schemas.microsoft.com/office/drawing/2014/main" id="{AAE041D4-B059-4D2D-9BE4-288AF317A064}"/>
                      </a:ext>
                    </a:extLst>
                  </p:cNvPr>
                  <p:cNvSpPr/>
                  <p:nvPr/>
                </p:nvSpPr>
                <p:spPr>
                  <a:xfrm>
                    <a:off x="1996253" y="4468177"/>
                    <a:ext cx="10382" cy="16001"/>
                  </a:xfrm>
                  <a:custGeom>
                    <a:avLst/>
                    <a:gdLst>
                      <a:gd name="connsiteX0" fmla="*/ 10001 w 10382"/>
                      <a:gd name="connsiteY0" fmla="*/ 9525 h 16001"/>
                      <a:gd name="connsiteX1" fmla="*/ 10382 w 10382"/>
                      <a:gd name="connsiteY1" fmla="*/ 0 h 16001"/>
                      <a:gd name="connsiteX2" fmla="*/ 0 w 10382"/>
                      <a:gd name="connsiteY2" fmla="*/ 16002 h 16001"/>
                      <a:gd name="connsiteX3" fmla="*/ 10001 w 10382"/>
                      <a:gd name="connsiteY3" fmla="*/ 9525 h 16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82" h="16001">
                        <a:moveTo>
                          <a:pt x="10001" y="9525"/>
                        </a:moveTo>
                        <a:lnTo>
                          <a:pt x="10382" y="0"/>
                        </a:lnTo>
                        <a:cubicBezTo>
                          <a:pt x="7429" y="5239"/>
                          <a:pt x="3810" y="10668"/>
                          <a:pt x="0" y="16002"/>
                        </a:cubicBezTo>
                        <a:cubicBezTo>
                          <a:pt x="3429" y="14002"/>
                          <a:pt x="6763" y="11906"/>
                          <a:pt x="10001" y="952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52" name="Forme libre : forme 17451">
                    <a:extLst>
                      <a:ext uri="{FF2B5EF4-FFF2-40B4-BE49-F238E27FC236}">
                        <a16:creationId xmlns:a16="http://schemas.microsoft.com/office/drawing/2014/main" id="{28F243C0-8D3C-4345-B523-EE7D85FD430A}"/>
                      </a:ext>
                    </a:extLst>
                  </p:cNvPr>
                  <p:cNvSpPr/>
                  <p:nvPr/>
                </p:nvSpPr>
                <p:spPr>
                  <a:xfrm>
                    <a:off x="1910600" y="4422193"/>
                    <a:ext cx="75461" cy="53508"/>
                  </a:xfrm>
                  <a:custGeom>
                    <a:avLst/>
                    <a:gdLst>
                      <a:gd name="connsiteX0" fmla="*/ 74414 w 75461"/>
                      <a:gd name="connsiteY0" fmla="*/ 15218 h 53508"/>
                      <a:gd name="connsiteX1" fmla="*/ 36314 w 75461"/>
                      <a:gd name="connsiteY1" fmla="*/ 359 h 53508"/>
                      <a:gd name="connsiteX2" fmla="*/ 6691 w 75461"/>
                      <a:gd name="connsiteY2" fmla="*/ 9503 h 53508"/>
                      <a:gd name="connsiteX3" fmla="*/ 786 w 75461"/>
                      <a:gd name="connsiteY3" fmla="*/ 29791 h 53508"/>
                      <a:gd name="connsiteX4" fmla="*/ 1357 w 75461"/>
                      <a:gd name="connsiteY4" fmla="*/ 53508 h 53508"/>
                      <a:gd name="connsiteX5" fmla="*/ 75462 w 75461"/>
                      <a:gd name="connsiteY5" fmla="*/ 15885 h 53508"/>
                      <a:gd name="connsiteX6" fmla="*/ 74414 w 75461"/>
                      <a:gd name="connsiteY6" fmla="*/ 15218 h 53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461" h="53508">
                        <a:moveTo>
                          <a:pt x="74414" y="15218"/>
                        </a:moveTo>
                        <a:cubicBezTo>
                          <a:pt x="63270" y="7026"/>
                          <a:pt x="50030" y="1883"/>
                          <a:pt x="36314" y="359"/>
                        </a:cubicBezTo>
                        <a:cubicBezTo>
                          <a:pt x="25551" y="-880"/>
                          <a:pt x="13168" y="835"/>
                          <a:pt x="6691" y="9503"/>
                        </a:cubicBezTo>
                        <a:cubicBezTo>
                          <a:pt x="2405" y="15218"/>
                          <a:pt x="1453" y="22647"/>
                          <a:pt x="786" y="29791"/>
                        </a:cubicBezTo>
                        <a:cubicBezTo>
                          <a:pt x="-71" y="37602"/>
                          <a:pt x="-643" y="46079"/>
                          <a:pt x="1357" y="53508"/>
                        </a:cubicBezTo>
                        <a:cubicBezTo>
                          <a:pt x="19836" y="38268"/>
                          <a:pt x="52316" y="20742"/>
                          <a:pt x="75462" y="15885"/>
                        </a:cubicBezTo>
                        <a:cubicBezTo>
                          <a:pt x="75081" y="15694"/>
                          <a:pt x="74795" y="15408"/>
                          <a:pt x="74414" y="1521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53" name="Forme libre : forme 17452">
                    <a:extLst>
                      <a:ext uri="{FF2B5EF4-FFF2-40B4-BE49-F238E27FC236}">
                        <a16:creationId xmlns:a16="http://schemas.microsoft.com/office/drawing/2014/main" id="{E434C3BF-110C-450D-901E-F65E44247672}"/>
                      </a:ext>
                    </a:extLst>
                  </p:cNvPr>
                  <p:cNvSpPr/>
                  <p:nvPr/>
                </p:nvSpPr>
                <p:spPr>
                  <a:xfrm>
                    <a:off x="2282482" y="4088048"/>
                    <a:ext cx="97438" cy="184813"/>
                  </a:xfrm>
                  <a:custGeom>
                    <a:avLst/>
                    <a:gdLst>
                      <a:gd name="connsiteX0" fmla="*/ 39050 w 97438"/>
                      <a:gd name="connsiteY0" fmla="*/ 184581 h 184813"/>
                      <a:gd name="connsiteX1" fmla="*/ 91723 w 97438"/>
                      <a:gd name="connsiteY1" fmla="*/ 129526 h 184813"/>
                      <a:gd name="connsiteX2" fmla="*/ 97343 w 97438"/>
                      <a:gd name="connsiteY2" fmla="*/ 68757 h 184813"/>
                      <a:gd name="connsiteX3" fmla="*/ 75626 w 97438"/>
                      <a:gd name="connsiteY3" fmla="*/ 80473 h 184813"/>
                      <a:gd name="connsiteX4" fmla="*/ 54385 w 97438"/>
                      <a:gd name="connsiteY4" fmla="*/ 80853 h 184813"/>
                      <a:gd name="connsiteX5" fmla="*/ 53052 w 97438"/>
                      <a:gd name="connsiteY5" fmla="*/ 57612 h 184813"/>
                      <a:gd name="connsiteX6" fmla="*/ 97438 w 97438"/>
                      <a:gd name="connsiteY6" fmla="*/ 11892 h 184813"/>
                      <a:gd name="connsiteX7" fmla="*/ 74292 w 97438"/>
                      <a:gd name="connsiteY7" fmla="*/ 462 h 184813"/>
                      <a:gd name="connsiteX8" fmla="*/ 10856 w 97438"/>
                      <a:gd name="connsiteY8" fmla="*/ 67518 h 184813"/>
                      <a:gd name="connsiteX9" fmla="*/ 1045 w 97438"/>
                      <a:gd name="connsiteY9" fmla="*/ 143718 h 184813"/>
                      <a:gd name="connsiteX10" fmla="*/ 3522 w 97438"/>
                      <a:gd name="connsiteY10" fmla="*/ 171341 h 184813"/>
                      <a:gd name="connsiteX11" fmla="*/ 39050 w 97438"/>
                      <a:gd name="connsiteY11" fmla="*/ 184581 h 184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7438" h="184813">
                        <a:moveTo>
                          <a:pt x="39050" y="184581"/>
                        </a:moveTo>
                        <a:cubicBezTo>
                          <a:pt x="70578" y="181914"/>
                          <a:pt x="93724" y="161816"/>
                          <a:pt x="91723" y="129526"/>
                        </a:cubicBezTo>
                        <a:cubicBezTo>
                          <a:pt x="90390" y="107904"/>
                          <a:pt x="94295" y="88664"/>
                          <a:pt x="97343" y="68757"/>
                        </a:cubicBezTo>
                        <a:cubicBezTo>
                          <a:pt x="88866" y="74091"/>
                          <a:pt x="80674" y="78282"/>
                          <a:pt x="75626" y="80473"/>
                        </a:cubicBezTo>
                        <a:cubicBezTo>
                          <a:pt x="68768" y="83425"/>
                          <a:pt x="60100" y="85616"/>
                          <a:pt x="54385" y="80853"/>
                        </a:cubicBezTo>
                        <a:cubicBezTo>
                          <a:pt x="48003" y="75519"/>
                          <a:pt x="49718" y="65233"/>
                          <a:pt x="53052" y="57612"/>
                        </a:cubicBezTo>
                        <a:cubicBezTo>
                          <a:pt x="59624" y="42373"/>
                          <a:pt x="77912" y="17703"/>
                          <a:pt x="97438" y="11892"/>
                        </a:cubicBezTo>
                        <a:cubicBezTo>
                          <a:pt x="93914" y="3606"/>
                          <a:pt x="87151" y="-1633"/>
                          <a:pt x="74292" y="462"/>
                        </a:cubicBezTo>
                        <a:cubicBezTo>
                          <a:pt x="39526" y="5987"/>
                          <a:pt x="15047" y="34657"/>
                          <a:pt x="10856" y="67518"/>
                        </a:cubicBezTo>
                        <a:cubicBezTo>
                          <a:pt x="7617" y="92950"/>
                          <a:pt x="4284" y="118287"/>
                          <a:pt x="1045" y="143718"/>
                        </a:cubicBezTo>
                        <a:cubicBezTo>
                          <a:pt x="-193" y="153053"/>
                          <a:pt x="-1241" y="163245"/>
                          <a:pt x="3522" y="171341"/>
                        </a:cubicBezTo>
                        <a:cubicBezTo>
                          <a:pt x="10380" y="182866"/>
                          <a:pt x="25810" y="185724"/>
                          <a:pt x="39050" y="18458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54" name="Forme libre : forme 17453">
                    <a:extLst>
                      <a:ext uri="{FF2B5EF4-FFF2-40B4-BE49-F238E27FC236}">
                        <a16:creationId xmlns:a16="http://schemas.microsoft.com/office/drawing/2014/main" id="{8BC3816D-FF23-428C-B259-333A8D95D6C2}"/>
                      </a:ext>
                    </a:extLst>
                  </p:cNvPr>
                  <p:cNvSpPr/>
                  <p:nvPr/>
                </p:nvSpPr>
                <p:spPr>
                  <a:xfrm>
                    <a:off x="2431117" y="3964431"/>
                    <a:ext cx="108720" cy="115208"/>
                  </a:xfrm>
                  <a:custGeom>
                    <a:avLst/>
                    <a:gdLst>
                      <a:gd name="connsiteX0" fmla="*/ 48 w 108720"/>
                      <a:gd name="connsiteY0" fmla="*/ 52928 h 115208"/>
                      <a:gd name="connsiteX1" fmla="*/ 1286 w 108720"/>
                      <a:gd name="connsiteY1" fmla="*/ 68168 h 115208"/>
                      <a:gd name="connsiteX2" fmla="*/ 13573 w 108720"/>
                      <a:gd name="connsiteY2" fmla="*/ 85884 h 115208"/>
                      <a:gd name="connsiteX3" fmla="*/ 92154 w 108720"/>
                      <a:gd name="connsiteY3" fmla="*/ 115126 h 115208"/>
                      <a:gd name="connsiteX4" fmla="*/ 103108 w 108720"/>
                      <a:gd name="connsiteY4" fmla="*/ 112364 h 115208"/>
                      <a:gd name="connsiteX5" fmla="*/ 108442 w 108720"/>
                      <a:gd name="connsiteY5" fmla="*/ 96552 h 115208"/>
                      <a:gd name="connsiteX6" fmla="*/ 90726 w 108720"/>
                      <a:gd name="connsiteY6" fmla="*/ 26925 h 115208"/>
                      <a:gd name="connsiteX7" fmla="*/ 90821 w 108720"/>
                      <a:gd name="connsiteY7" fmla="*/ 20638 h 115208"/>
                      <a:gd name="connsiteX8" fmla="*/ 23384 w 108720"/>
                      <a:gd name="connsiteY8" fmla="*/ 64 h 115208"/>
                      <a:gd name="connsiteX9" fmla="*/ 6429 w 108720"/>
                      <a:gd name="connsiteY9" fmla="*/ 2064 h 115208"/>
                      <a:gd name="connsiteX10" fmla="*/ 5096 w 108720"/>
                      <a:gd name="connsiteY10" fmla="*/ 5779 h 115208"/>
                      <a:gd name="connsiteX11" fmla="*/ 48 w 108720"/>
                      <a:gd name="connsiteY11" fmla="*/ 52928 h 115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8720" h="115208">
                        <a:moveTo>
                          <a:pt x="48" y="52928"/>
                        </a:moveTo>
                        <a:cubicBezTo>
                          <a:pt x="-48" y="58071"/>
                          <a:pt x="-143" y="63215"/>
                          <a:pt x="1286" y="68168"/>
                        </a:cubicBezTo>
                        <a:cubicBezTo>
                          <a:pt x="3286" y="75121"/>
                          <a:pt x="8239" y="80931"/>
                          <a:pt x="13573" y="85884"/>
                        </a:cubicBezTo>
                        <a:cubicBezTo>
                          <a:pt x="34528" y="105506"/>
                          <a:pt x="63484" y="116269"/>
                          <a:pt x="92154" y="115126"/>
                        </a:cubicBezTo>
                        <a:cubicBezTo>
                          <a:pt x="95964" y="114935"/>
                          <a:pt x="99965" y="114554"/>
                          <a:pt x="103108" y="112364"/>
                        </a:cubicBezTo>
                        <a:cubicBezTo>
                          <a:pt x="107966" y="109030"/>
                          <a:pt x="109395" y="102362"/>
                          <a:pt x="108442" y="96552"/>
                        </a:cubicBezTo>
                        <a:cubicBezTo>
                          <a:pt x="104156" y="71978"/>
                          <a:pt x="91202" y="53404"/>
                          <a:pt x="90726" y="26925"/>
                        </a:cubicBezTo>
                        <a:cubicBezTo>
                          <a:pt x="90726" y="24924"/>
                          <a:pt x="90726" y="22829"/>
                          <a:pt x="90821" y="20638"/>
                        </a:cubicBezTo>
                        <a:cubicBezTo>
                          <a:pt x="71866" y="7017"/>
                          <a:pt x="48530" y="-793"/>
                          <a:pt x="23384" y="64"/>
                        </a:cubicBezTo>
                        <a:cubicBezTo>
                          <a:pt x="17574" y="254"/>
                          <a:pt x="11954" y="1016"/>
                          <a:pt x="6429" y="2064"/>
                        </a:cubicBezTo>
                        <a:cubicBezTo>
                          <a:pt x="5953" y="3302"/>
                          <a:pt x="5382" y="4636"/>
                          <a:pt x="5096" y="5779"/>
                        </a:cubicBezTo>
                        <a:cubicBezTo>
                          <a:pt x="810" y="21114"/>
                          <a:pt x="429" y="37116"/>
                          <a:pt x="48" y="5292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55" name="Forme libre : forme 17454">
                    <a:extLst>
                      <a:ext uri="{FF2B5EF4-FFF2-40B4-BE49-F238E27FC236}">
                        <a16:creationId xmlns:a16="http://schemas.microsoft.com/office/drawing/2014/main" id="{14023930-9D22-4F14-8979-E2FBD53E81D0}"/>
                      </a:ext>
                    </a:extLst>
                  </p:cNvPr>
                  <p:cNvSpPr/>
                  <p:nvPr/>
                </p:nvSpPr>
                <p:spPr>
                  <a:xfrm>
                    <a:off x="2662700" y="3893290"/>
                    <a:ext cx="141442" cy="187716"/>
                  </a:xfrm>
                  <a:custGeom>
                    <a:avLst/>
                    <a:gdLst>
                      <a:gd name="connsiteX0" fmla="*/ 38308 w 141442"/>
                      <a:gd name="connsiteY0" fmla="*/ 171789 h 187716"/>
                      <a:gd name="connsiteX1" fmla="*/ 90029 w 141442"/>
                      <a:gd name="connsiteY1" fmla="*/ 184172 h 187716"/>
                      <a:gd name="connsiteX2" fmla="*/ 118413 w 141442"/>
                      <a:gd name="connsiteY2" fmla="*/ 187505 h 187716"/>
                      <a:gd name="connsiteX3" fmla="*/ 140607 w 141442"/>
                      <a:gd name="connsiteY3" fmla="*/ 171980 h 187716"/>
                      <a:gd name="connsiteX4" fmla="*/ 129558 w 141442"/>
                      <a:gd name="connsiteY4" fmla="*/ 139023 h 187716"/>
                      <a:gd name="connsiteX5" fmla="*/ 104793 w 141442"/>
                      <a:gd name="connsiteY5" fmla="*/ 59299 h 187716"/>
                      <a:gd name="connsiteX6" fmla="*/ 87457 w 141442"/>
                      <a:gd name="connsiteY6" fmla="*/ 4721 h 187716"/>
                      <a:gd name="connsiteX7" fmla="*/ 589 w 141442"/>
                      <a:gd name="connsiteY7" fmla="*/ 94065 h 187716"/>
                      <a:gd name="connsiteX8" fmla="*/ 38308 w 141442"/>
                      <a:gd name="connsiteY8" fmla="*/ 171789 h 187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1442" h="187716">
                        <a:moveTo>
                          <a:pt x="38308" y="171789"/>
                        </a:moveTo>
                        <a:cubicBezTo>
                          <a:pt x="54215" y="179790"/>
                          <a:pt x="72503" y="180838"/>
                          <a:pt x="90029" y="184172"/>
                        </a:cubicBezTo>
                        <a:cubicBezTo>
                          <a:pt x="99459" y="185981"/>
                          <a:pt x="108888" y="188458"/>
                          <a:pt x="118413" y="187505"/>
                        </a:cubicBezTo>
                        <a:cubicBezTo>
                          <a:pt x="127938" y="186553"/>
                          <a:pt x="137749" y="181124"/>
                          <a:pt x="140607" y="171980"/>
                        </a:cubicBezTo>
                        <a:cubicBezTo>
                          <a:pt x="144131" y="160550"/>
                          <a:pt x="135749" y="149215"/>
                          <a:pt x="129558" y="139023"/>
                        </a:cubicBezTo>
                        <a:cubicBezTo>
                          <a:pt x="114985" y="115020"/>
                          <a:pt x="109746" y="86540"/>
                          <a:pt x="104793" y="59299"/>
                        </a:cubicBezTo>
                        <a:cubicBezTo>
                          <a:pt x="102030" y="44250"/>
                          <a:pt x="101364" y="14817"/>
                          <a:pt x="87457" y="4721"/>
                        </a:cubicBezTo>
                        <a:cubicBezTo>
                          <a:pt x="51548" y="-21378"/>
                          <a:pt x="3637" y="68062"/>
                          <a:pt x="589" y="94065"/>
                        </a:cubicBezTo>
                        <a:cubicBezTo>
                          <a:pt x="-3125" y="124640"/>
                          <a:pt x="10876" y="157978"/>
                          <a:pt x="38308" y="17178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56" name="Forme libre : forme 17455">
                    <a:extLst>
                      <a:ext uri="{FF2B5EF4-FFF2-40B4-BE49-F238E27FC236}">
                        <a16:creationId xmlns:a16="http://schemas.microsoft.com/office/drawing/2014/main" id="{071EB09E-60A0-4D5A-ABD8-D57B8EF74275}"/>
                      </a:ext>
                    </a:extLst>
                  </p:cNvPr>
                  <p:cNvSpPr/>
                  <p:nvPr/>
                </p:nvSpPr>
                <p:spPr>
                  <a:xfrm>
                    <a:off x="2511547" y="4130648"/>
                    <a:ext cx="71957" cy="104063"/>
                  </a:xfrm>
                  <a:custGeom>
                    <a:avLst/>
                    <a:gdLst>
                      <a:gd name="connsiteX0" fmla="*/ 24012 w 71957"/>
                      <a:gd name="connsiteY0" fmla="*/ 96927 h 104063"/>
                      <a:gd name="connsiteX1" fmla="*/ 69923 w 71957"/>
                      <a:gd name="connsiteY1" fmla="*/ 88450 h 104063"/>
                      <a:gd name="connsiteX2" fmla="*/ 62112 w 71957"/>
                      <a:gd name="connsiteY2" fmla="*/ 37110 h 104063"/>
                      <a:gd name="connsiteX3" fmla="*/ 55730 w 71957"/>
                      <a:gd name="connsiteY3" fmla="*/ 38539 h 104063"/>
                      <a:gd name="connsiteX4" fmla="*/ 39252 w 71957"/>
                      <a:gd name="connsiteY4" fmla="*/ 22537 h 104063"/>
                      <a:gd name="connsiteX5" fmla="*/ 48777 w 71957"/>
                      <a:gd name="connsiteY5" fmla="*/ 7582 h 104063"/>
                      <a:gd name="connsiteX6" fmla="*/ 1438 w 71957"/>
                      <a:gd name="connsiteY6" fmla="*/ 54827 h 104063"/>
                      <a:gd name="connsiteX7" fmla="*/ 24012 w 71957"/>
                      <a:gd name="connsiteY7" fmla="*/ 96927 h 104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1957" h="104063">
                        <a:moveTo>
                          <a:pt x="24012" y="96927"/>
                        </a:moveTo>
                        <a:cubicBezTo>
                          <a:pt x="38395" y="108071"/>
                          <a:pt x="62398" y="106833"/>
                          <a:pt x="69923" y="88450"/>
                        </a:cubicBezTo>
                        <a:cubicBezTo>
                          <a:pt x="75638" y="74353"/>
                          <a:pt x="68113" y="53779"/>
                          <a:pt x="62112" y="37110"/>
                        </a:cubicBezTo>
                        <a:cubicBezTo>
                          <a:pt x="60112" y="37967"/>
                          <a:pt x="58016" y="38444"/>
                          <a:pt x="55730" y="38539"/>
                        </a:cubicBezTo>
                        <a:cubicBezTo>
                          <a:pt x="46777" y="38634"/>
                          <a:pt x="39442" y="31490"/>
                          <a:pt x="39252" y="22537"/>
                        </a:cubicBezTo>
                        <a:cubicBezTo>
                          <a:pt x="39157" y="15869"/>
                          <a:pt x="43062" y="10154"/>
                          <a:pt x="48777" y="7582"/>
                        </a:cubicBezTo>
                        <a:cubicBezTo>
                          <a:pt x="28203" y="-15373"/>
                          <a:pt x="-7611" y="17679"/>
                          <a:pt x="1438" y="54827"/>
                        </a:cubicBezTo>
                        <a:cubicBezTo>
                          <a:pt x="5153" y="70543"/>
                          <a:pt x="11153" y="86926"/>
                          <a:pt x="24012" y="9692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57" name="Forme libre : forme 17456">
                    <a:extLst>
                      <a:ext uri="{FF2B5EF4-FFF2-40B4-BE49-F238E27FC236}">
                        <a16:creationId xmlns:a16="http://schemas.microsoft.com/office/drawing/2014/main" id="{B29FD6F8-A8E9-45DF-AC7B-4098B3AF6609}"/>
                      </a:ext>
                    </a:extLst>
                  </p:cNvPr>
                  <p:cNvSpPr/>
                  <p:nvPr/>
                </p:nvSpPr>
                <p:spPr>
                  <a:xfrm>
                    <a:off x="2314045" y="4310046"/>
                    <a:ext cx="190109" cy="127234"/>
                  </a:xfrm>
                  <a:custGeom>
                    <a:avLst/>
                    <a:gdLst>
                      <a:gd name="connsiteX0" fmla="*/ 153124 w 190109"/>
                      <a:gd name="connsiteY0" fmla="*/ 15638 h 127234"/>
                      <a:gd name="connsiteX1" fmla="*/ 67399 w 190109"/>
                      <a:gd name="connsiteY1" fmla="*/ 8780 h 127234"/>
                      <a:gd name="connsiteX2" fmla="*/ 26442 w 190109"/>
                      <a:gd name="connsiteY2" fmla="*/ 12113 h 127234"/>
                      <a:gd name="connsiteX3" fmla="*/ 57 w 190109"/>
                      <a:gd name="connsiteY3" fmla="*/ 40498 h 127234"/>
                      <a:gd name="connsiteX4" fmla="*/ 11678 w 190109"/>
                      <a:gd name="connsiteY4" fmla="*/ 66215 h 127234"/>
                      <a:gd name="connsiteX5" fmla="*/ 24060 w 190109"/>
                      <a:gd name="connsiteY5" fmla="*/ 75073 h 127234"/>
                      <a:gd name="connsiteX6" fmla="*/ 29489 w 190109"/>
                      <a:gd name="connsiteY6" fmla="*/ 65548 h 127234"/>
                      <a:gd name="connsiteX7" fmla="*/ 54540 w 190109"/>
                      <a:gd name="connsiteY7" fmla="*/ 44022 h 127234"/>
                      <a:gd name="connsiteX8" fmla="*/ 101880 w 190109"/>
                      <a:gd name="connsiteY8" fmla="*/ 38307 h 127234"/>
                      <a:gd name="connsiteX9" fmla="*/ 109976 w 190109"/>
                      <a:gd name="connsiteY9" fmla="*/ 60881 h 127234"/>
                      <a:gd name="connsiteX10" fmla="*/ 92259 w 190109"/>
                      <a:gd name="connsiteY10" fmla="*/ 78883 h 127234"/>
                      <a:gd name="connsiteX11" fmla="*/ 64827 w 190109"/>
                      <a:gd name="connsiteY11" fmla="*/ 95266 h 127234"/>
                      <a:gd name="connsiteX12" fmla="*/ 130359 w 190109"/>
                      <a:gd name="connsiteY12" fmla="*/ 122032 h 127234"/>
                      <a:gd name="connsiteX13" fmla="*/ 167316 w 190109"/>
                      <a:gd name="connsiteY13" fmla="*/ 126127 h 127234"/>
                      <a:gd name="connsiteX14" fmla="*/ 190081 w 190109"/>
                      <a:gd name="connsiteY14" fmla="*/ 99934 h 127234"/>
                      <a:gd name="connsiteX15" fmla="*/ 178080 w 190109"/>
                      <a:gd name="connsiteY15" fmla="*/ 76312 h 127234"/>
                      <a:gd name="connsiteX16" fmla="*/ 174936 w 190109"/>
                      <a:gd name="connsiteY16" fmla="*/ 72406 h 127234"/>
                      <a:gd name="connsiteX17" fmla="*/ 165983 w 190109"/>
                      <a:gd name="connsiteY17" fmla="*/ 59357 h 127234"/>
                      <a:gd name="connsiteX18" fmla="*/ 153124 w 190109"/>
                      <a:gd name="connsiteY18" fmla="*/ 15638 h 127234"/>
                      <a:gd name="connsiteX19" fmla="*/ 143789 w 190109"/>
                      <a:gd name="connsiteY19" fmla="*/ 56976 h 127234"/>
                      <a:gd name="connsiteX20" fmla="*/ 127311 w 190109"/>
                      <a:gd name="connsiteY20" fmla="*/ 40974 h 127234"/>
                      <a:gd name="connsiteX21" fmla="*/ 143313 w 190109"/>
                      <a:gd name="connsiteY21" fmla="*/ 24496 h 127234"/>
                      <a:gd name="connsiteX22" fmla="*/ 159792 w 190109"/>
                      <a:gd name="connsiteY22" fmla="*/ 40498 h 127234"/>
                      <a:gd name="connsiteX23" fmla="*/ 143789 w 190109"/>
                      <a:gd name="connsiteY23" fmla="*/ 56976 h 127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90109" h="127234">
                        <a:moveTo>
                          <a:pt x="153124" y="15638"/>
                        </a:moveTo>
                        <a:cubicBezTo>
                          <a:pt x="137979" y="-14652"/>
                          <a:pt x="94355" y="8303"/>
                          <a:pt x="67399" y="8780"/>
                        </a:cubicBezTo>
                        <a:cubicBezTo>
                          <a:pt x="53683" y="8970"/>
                          <a:pt x="39586" y="8017"/>
                          <a:pt x="26442" y="12113"/>
                        </a:cubicBezTo>
                        <a:cubicBezTo>
                          <a:pt x="13297" y="16114"/>
                          <a:pt x="1010" y="26782"/>
                          <a:pt x="57" y="40498"/>
                        </a:cubicBezTo>
                        <a:cubicBezTo>
                          <a:pt x="-610" y="50213"/>
                          <a:pt x="4629" y="59548"/>
                          <a:pt x="11678" y="66215"/>
                        </a:cubicBezTo>
                        <a:cubicBezTo>
                          <a:pt x="15393" y="69740"/>
                          <a:pt x="19584" y="72597"/>
                          <a:pt x="24060" y="75073"/>
                        </a:cubicBezTo>
                        <a:cubicBezTo>
                          <a:pt x="25584" y="71740"/>
                          <a:pt x="27299" y="68501"/>
                          <a:pt x="29489" y="65548"/>
                        </a:cubicBezTo>
                        <a:cubicBezTo>
                          <a:pt x="36062" y="56500"/>
                          <a:pt x="44730" y="49261"/>
                          <a:pt x="54540" y="44022"/>
                        </a:cubicBezTo>
                        <a:cubicBezTo>
                          <a:pt x="65970" y="38021"/>
                          <a:pt x="89973" y="29258"/>
                          <a:pt x="101880" y="38307"/>
                        </a:cubicBezTo>
                        <a:cubicBezTo>
                          <a:pt x="107976" y="42879"/>
                          <a:pt x="111881" y="53547"/>
                          <a:pt x="109976" y="60881"/>
                        </a:cubicBezTo>
                        <a:cubicBezTo>
                          <a:pt x="107785" y="69358"/>
                          <a:pt x="99308" y="74692"/>
                          <a:pt x="92259" y="78883"/>
                        </a:cubicBezTo>
                        <a:cubicBezTo>
                          <a:pt x="83115" y="84313"/>
                          <a:pt x="73971" y="89837"/>
                          <a:pt x="64827" y="95266"/>
                        </a:cubicBezTo>
                        <a:cubicBezTo>
                          <a:pt x="86163" y="105363"/>
                          <a:pt x="107785" y="114888"/>
                          <a:pt x="130359" y="122032"/>
                        </a:cubicBezTo>
                        <a:cubicBezTo>
                          <a:pt x="142361" y="125842"/>
                          <a:pt x="155124" y="128985"/>
                          <a:pt x="167316" y="126127"/>
                        </a:cubicBezTo>
                        <a:cubicBezTo>
                          <a:pt x="179508" y="123270"/>
                          <a:pt x="190748" y="112507"/>
                          <a:pt x="190081" y="99934"/>
                        </a:cubicBezTo>
                        <a:cubicBezTo>
                          <a:pt x="189605" y="91075"/>
                          <a:pt x="183985" y="83646"/>
                          <a:pt x="178080" y="76312"/>
                        </a:cubicBezTo>
                        <a:cubicBezTo>
                          <a:pt x="176651" y="75359"/>
                          <a:pt x="175508" y="74026"/>
                          <a:pt x="174936" y="72406"/>
                        </a:cubicBezTo>
                        <a:cubicBezTo>
                          <a:pt x="171507" y="68120"/>
                          <a:pt x="168173" y="63929"/>
                          <a:pt x="165983" y="59357"/>
                        </a:cubicBezTo>
                        <a:cubicBezTo>
                          <a:pt x="159601" y="45546"/>
                          <a:pt x="159887" y="29258"/>
                          <a:pt x="153124" y="15638"/>
                        </a:cubicBezTo>
                        <a:close/>
                        <a:moveTo>
                          <a:pt x="143789" y="56976"/>
                        </a:moveTo>
                        <a:cubicBezTo>
                          <a:pt x="134836" y="57071"/>
                          <a:pt x="127502" y="49927"/>
                          <a:pt x="127311" y="40974"/>
                        </a:cubicBezTo>
                        <a:cubicBezTo>
                          <a:pt x="127121" y="32020"/>
                          <a:pt x="134360" y="24686"/>
                          <a:pt x="143313" y="24496"/>
                        </a:cubicBezTo>
                        <a:cubicBezTo>
                          <a:pt x="152267" y="24305"/>
                          <a:pt x="159601" y="31544"/>
                          <a:pt x="159792" y="40498"/>
                        </a:cubicBezTo>
                        <a:cubicBezTo>
                          <a:pt x="159982" y="49451"/>
                          <a:pt x="152743" y="56881"/>
                          <a:pt x="143789" y="5697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58" name="Forme libre : forme 17457">
                    <a:extLst>
                      <a:ext uri="{FF2B5EF4-FFF2-40B4-BE49-F238E27FC236}">
                        <a16:creationId xmlns:a16="http://schemas.microsoft.com/office/drawing/2014/main" id="{E362E3F0-25FF-4DD7-B932-DA32695DED96}"/>
                      </a:ext>
                    </a:extLst>
                  </p:cNvPr>
                  <p:cNvSpPr/>
                  <p:nvPr/>
                </p:nvSpPr>
                <p:spPr>
                  <a:xfrm>
                    <a:off x="2260001" y="4422171"/>
                    <a:ext cx="89034" cy="68164"/>
                  </a:xfrm>
                  <a:custGeom>
                    <a:avLst/>
                    <a:gdLst>
                      <a:gd name="connsiteX0" fmla="*/ 26003 w 89034"/>
                      <a:gd name="connsiteY0" fmla="*/ 0 h 68164"/>
                      <a:gd name="connsiteX1" fmla="*/ 8858 w 89034"/>
                      <a:gd name="connsiteY1" fmla="*/ 46768 h 68164"/>
                      <a:gd name="connsiteX2" fmla="*/ 0 w 89034"/>
                      <a:gd name="connsiteY2" fmla="*/ 66770 h 68164"/>
                      <a:gd name="connsiteX3" fmla="*/ 33719 w 89034"/>
                      <a:gd name="connsiteY3" fmla="*/ 66485 h 68164"/>
                      <a:gd name="connsiteX4" fmla="*/ 66865 w 89034"/>
                      <a:gd name="connsiteY4" fmla="*/ 63627 h 68164"/>
                      <a:gd name="connsiteX5" fmla="*/ 57626 w 89034"/>
                      <a:gd name="connsiteY5" fmla="*/ 12668 h 68164"/>
                      <a:gd name="connsiteX6" fmla="*/ 26003 w 89034"/>
                      <a:gd name="connsiteY6" fmla="*/ 0 h 68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034" h="68164">
                        <a:moveTo>
                          <a:pt x="26003" y="0"/>
                        </a:moveTo>
                        <a:cubicBezTo>
                          <a:pt x="28480" y="11811"/>
                          <a:pt x="14383" y="34481"/>
                          <a:pt x="8858" y="46768"/>
                        </a:cubicBezTo>
                        <a:cubicBezTo>
                          <a:pt x="5905" y="53340"/>
                          <a:pt x="2857" y="60103"/>
                          <a:pt x="0" y="66770"/>
                        </a:cubicBezTo>
                        <a:cubicBezTo>
                          <a:pt x="10954" y="69342"/>
                          <a:pt x="22479" y="67818"/>
                          <a:pt x="33719" y="66485"/>
                        </a:cubicBezTo>
                        <a:cubicBezTo>
                          <a:pt x="44768" y="65246"/>
                          <a:pt x="55721" y="64294"/>
                          <a:pt x="66865" y="63627"/>
                        </a:cubicBezTo>
                        <a:cubicBezTo>
                          <a:pt x="113062" y="60960"/>
                          <a:pt x="75533" y="27432"/>
                          <a:pt x="57626" y="12668"/>
                        </a:cubicBezTo>
                        <a:cubicBezTo>
                          <a:pt x="48101" y="4953"/>
                          <a:pt x="37052" y="667"/>
                          <a:pt x="26003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59" name="Forme libre : forme 17458">
                    <a:extLst>
                      <a:ext uri="{FF2B5EF4-FFF2-40B4-BE49-F238E27FC236}">
                        <a16:creationId xmlns:a16="http://schemas.microsoft.com/office/drawing/2014/main" id="{3D7001E9-1F44-43DC-AC17-940DF150A1A2}"/>
                      </a:ext>
                    </a:extLst>
                  </p:cNvPr>
                  <p:cNvSpPr/>
                  <p:nvPr/>
                </p:nvSpPr>
                <p:spPr>
                  <a:xfrm>
                    <a:off x="2037872" y="4433219"/>
                    <a:ext cx="116092" cy="50481"/>
                  </a:xfrm>
                  <a:custGeom>
                    <a:avLst/>
                    <a:gdLst>
                      <a:gd name="connsiteX0" fmla="*/ 31248 w 116092"/>
                      <a:gd name="connsiteY0" fmla="*/ 49817 h 50481"/>
                      <a:gd name="connsiteX1" fmla="*/ 110782 w 116092"/>
                      <a:gd name="connsiteY1" fmla="*/ 16480 h 50481"/>
                      <a:gd name="connsiteX2" fmla="*/ 8102 w 116092"/>
                      <a:gd name="connsiteY2" fmla="*/ 28958 h 50481"/>
                      <a:gd name="connsiteX3" fmla="*/ 101 w 116092"/>
                      <a:gd name="connsiteY3" fmla="*/ 39244 h 50481"/>
                      <a:gd name="connsiteX4" fmla="*/ 4482 w 116092"/>
                      <a:gd name="connsiteY4" fmla="*/ 44769 h 50481"/>
                      <a:gd name="connsiteX5" fmla="*/ 31248 w 116092"/>
                      <a:gd name="connsiteY5" fmla="*/ 49817 h 50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6092" h="50481">
                        <a:moveTo>
                          <a:pt x="31248" y="49817"/>
                        </a:moveTo>
                        <a:cubicBezTo>
                          <a:pt x="51441" y="49722"/>
                          <a:pt x="138214" y="58294"/>
                          <a:pt x="110782" y="16480"/>
                        </a:cubicBezTo>
                        <a:cubicBezTo>
                          <a:pt x="86493" y="-20573"/>
                          <a:pt x="35915" y="14384"/>
                          <a:pt x="8102" y="28958"/>
                        </a:cubicBezTo>
                        <a:cubicBezTo>
                          <a:pt x="4006" y="31148"/>
                          <a:pt x="-756" y="34577"/>
                          <a:pt x="101" y="39244"/>
                        </a:cubicBezTo>
                        <a:cubicBezTo>
                          <a:pt x="577" y="41626"/>
                          <a:pt x="2482" y="43435"/>
                          <a:pt x="4482" y="44769"/>
                        </a:cubicBezTo>
                        <a:cubicBezTo>
                          <a:pt x="12198" y="49817"/>
                          <a:pt x="22009" y="49913"/>
                          <a:pt x="31248" y="4981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60" name="Forme libre : forme 17459">
                    <a:extLst>
                      <a:ext uri="{FF2B5EF4-FFF2-40B4-BE49-F238E27FC236}">
                        <a16:creationId xmlns:a16="http://schemas.microsoft.com/office/drawing/2014/main" id="{50FB160E-A2E4-4C67-8217-02F17BFBD8EB}"/>
                      </a:ext>
                    </a:extLst>
                  </p:cNvPr>
                  <p:cNvSpPr/>
                  <p:nvPr/>
                </p:nvSpPr>
                <p:spPr>
                  <a:xfrm>
                    <a:off x="2154368" y="4277124"/>
                    <a:ext cx="120531" cy="81368"/>
                  </a:xfrm>
                  <a:custGeom>
                    <a:avLst/>
                    <a:gdLst>
                      <a:gd name="connsiteX0" fmla="*/ 59055 w 120531"/>
                      <a:gd name="connsiteY0" fmla="*/ 3601 h 81368"/>
                      <a:gd name="connsiteX1" fmla="*/ 50292 w 120531"/>
                      <a:gd name="connsiteY1" fmla="*/ 172 h 81368"/>
                      <a:gd name="connsiteX2" fmla="*/ 38481 w 120531"/>
                      <a:gd name="connsiteY2" fmla="*/ 1600 h 81368"/>
                      <a:gd name="connsiteX3" fmla="*/ 0 w 120531"/>
                      <a:gd name="connsiteY3" fmla="*/ 17983 h 81368"/>
                      <a:gd name="connsiteX4" fmla="*/ 26956 w 120531"/>
                      <a:gd name="connsiteY4" fmla="*/ 22937 h 81368"/>
                      <a:gd name="connsiteX5" fmla="*/ 56864 w 120531"/>
                      <a:gd name="connsiteY5" fmla="*/ 31223 h 81368"/>
                      <a:gd name="connsiteX6" fmla="*/ 77057 w 120531"/>
                      <a:gd name="connsiteY6" fmla="*/ 55703 h 81368"/>
                      <a:gd name="connsiteX7" fmla="*/ 94202 w 120531"/>
                      <a:gd name="connsiteY7" fmla="*/ 77991 h 81368"/>
                      <a:gd name="connsiteX8" fmla="*/ 119063 w 120531"/>
                      <a:gd name="connsiteY8" fmla="*/ 74276 h 81368"/>
                      <a:gd name="connsiteX9" fmla="*/ 120491 w 120531"/>
                      <a:gd name="connsiteY9" fmla="*/ 66751 h 81368"/>
                      <a:gd name="connsiteX10" fmla="*/ 112395 w 120531"/>
                      <a:gd name="connsiteY10" fmla="*/ 49225 h 81368"/>
                      <a:gd name="connsiteX11" fmla="*/ 59055 w 120531"/>
                      <a:gd name="connsiteY11" fmla="*/ 3601 h 81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0531" h="81368">
                        <a:moveTo>
                          <a:pt x="59055" y="3601"/>
                        </a:moveTo>
                        <a:cubicBezTo>
                          <a:pt x="56293" y="2077"/>
                          <a:pt x="53435" y="648"/>
                          <a:pt x="50292" y="172"/>
                        </a:cubicBezTo>
                        <a:cubicBezTo>
                          <a:pt x="46291" y="-400"/>
                          <a:pt x="42291" y="553"/>
                          <a:pt x="38481" y="1600"/>
                        </a:cubicBezTo>
                        <a:cubicBezTo>
                          <a:pt x="25051" y="5506"/>
                          <a:pt x="12097" y="10935"/>
                          <a:pt x="0" y="17983"/>
                        </a:cubicBezTo>
                        <a:lnTo>
                          <a:pt x="26956" y="22937"/>
                        </a:lnTo>
                        <a:cubicBezTo>
                          <a:pt x="37433" y="21031"/>
                          <a:pt x="48387" y="24746"/>
                          <a:pt x="56864" y="31223"/>
                        </a:cubicBezTo>
                        <a:cubicBezTo>
                          <a:pt x="65341" y="37700"/>
                          <a:pt x="71628" y="46558"/>
                          <a:pt x="77057" y="55703"/>
                        </a:cubicBezTo>
                        <a:cubicBezTo>
                          <a:pt x="81820" y="63894"/>
                          <a:pt x="86296" y="72752"/>
                          <a:pt x="94202" y="77991"/>
                        </a:cubicBezTo>
                        <a:cubicBezTo>
                          <a:pt x="102108" y="83230"/>
                          <a:pt x="114681" y="82658"/>
                          <a:pt x="119063" y="74276"/>
                        </a:cubicBezTo>
                        <a:cubicBezTo>
                          <a:pt x="120205" y="71990"/>
                          <a:pt x="120682" y="69323"/>
                          <a:pt x="120491" y="66751"/>
                        </a:cubicBezTo>
                        <a:cubicBezTo>
                          <a:pt x="120110" y="60274"/>
                          <a:pt x="116396" y="54464"/>
                          <a:pt x="112395" y="49225"/>
                        </a:cubicBezTo>
                        <a:cubicBezTo>
                          <a:pt x="98012" y="30461"/>
                          <a:pt x="79724" y="14840"/>
                          <a:pt x="59055" y="360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61" name="Forme libre : forme 17460">
                    <a:extLst>
                      <a:ext uri="{FF2B5EF4-FFF2-40B4-BE49-F238E27FC236}">
                        <a16:creationId xmlns:a16="http://schemas.microsoft.com/office/drawing/2014/main" id="{66578658-209C-419F-ABFF-30C26D6EC736}"/>
                      </a:ext>
                    </a:extLst>
                  </p:cNvPr>
                  <p:cNvSpPr/>
                  <p:nvPr/>
                </p:nvSpPr>
                <p:spPr>
                  <a:xfrm>
                    <a:off x="2657095" y="4109167"/>
                    <a:ext cx="76869" cy="108217"/>
                  </a:xfrm>
                  <a:custGeom>
                    <a:avLst/>
                    <a:gdLst>
                      <a:gd name="connsiteX0" fmla="*/ 8956 w 76869"/>
                      <a:gd name="connsiteY0" fmla="*/ 104978 h 108217"/>
                      <a:gd name="connsiteX1" fmla="*/ 24672 w 76869"/>
                      <a:gd name="connsiteY1" fmla="*/ 108217 h 108217"/>
                      <a:gd name="connsiteX2" fmla="*/ 76869 w 76869"/>
                      <a:gd name="connsiteY2" fmla="*/ 66878 h 108217"/>
                      <a:gd name="connsiteX3" fmla="*/ 56105 w 76869"/>
                      <a:gd name="connsiteY3" fmla="*/ 78023 h 108217"/>
                      <a:gd name="connsiteX4" fmla="*/ 34864 w 76869"/>
                      <a:gd name="connsiteY4" fmla="*/ 78404 h 108217"/>
                      <a:gd name="connsiteX5" fmla="*/ 33530 w 76869"/>
                      <a:gd name="connsiteY5" fmla="*/ 55163 h 108217"/>
                      <a:gd name="connsiteX6" fmla="*/ 69440 w 76869"/>
                      <a:gd name="connsiteY6" fmla="*/ 13253 h 108217"/>
                      <a:gd name="connsiteX7" fmla="*/ 68582 w 76869"/>
                      <a:gd name="connsiteY7" fmla="*/ 11919 h 108217"/>
                      <a:gd name="connsiteX8" fmla="*/ 38484 w 76869"/>
                      <a:gd name="connsiteY8" fmla="*/ 7728 h 108217"/>
                      <a:gd name="connsiteX9" fmla="*/ 2 w 76869"/>
                      <a:gd name="connsiteY9" fmla="*/ 86691 h 108217"/>
                      <a:gd name="connsiteX10" fmla="*/ 8956 w 76869"/>
                      <a:gd name="connsiteY10" fmla="*/ 104978 h 108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6869" h="108217">
                        <a:moveTo>
                          <a:pt x="8956" y="104978"/>
                        </a:moveTo>
                        <a:cubicBezTo>
                          <a:pt x="13528" y="107836"/>
                          <a:pt x="19243" y="108217"/>
                          <a:pt x="24672" y="108217"/>
                        </a:cubicBezTo>
                        <a:cubicBezTo>
                          <a:pt x="50771" y="108312"/>
                          <a:pt x="69726" y="89643"/>
                          <a:pt x="76869" y="66878"/>
                        </a:cubicBezTo>
                        <a:cubicBezTo>
                          <a:pt x="68678" y="71927"/>
                          <a:pt x="60962" y="75927"/>
                          <a:pt x="56105" y="78023"/>
                        </a:cubicBezTo>
                        <a:cubicBezTo>
                          <a:pt x="49247" y="80976"/>
                          <a:pt x="40579" y="83166"/>
                          <a:pt x="34864" y="78404"/>
                        </a:cubicBezTo>
                        <a:cubicBezTo>
                          <a:pt x="28482" y="73070"/>
                          <a:pt x="30197" y="62783"/>
                          <a:pt x="33530" y="55163"/>
                        </a:cubicBezTo>
                        <a:cubicBezTo>
                          <a:pt x="39150" y="42113"/>
                          <a:pt x="53247" y="22397"/>
                          <a:pt x="69440" y="13253"/>
                        </a:cubicBezTo>
                        <a:cubicBezTo>
                          <a:pt x="69154" y="12872"/>
                          <a:pt x="68963" y="12395"/>
                          <a:pt x="68582" y="11919"/>
                        </a:cubicBezTo>
                        <a:cubicBezTo>
                          <a:pt x="58581" y="-1606"/>
                          <a:pt x="49913" y="-4464"/>
                          <a:pt x="38484" y="7728"/>
                        </a:cubicBezTo>
                        <a:cubicBezTo>
                          <a:pt x="24101" y="23254"/>
                          <a:pt x="-283" y="64974"/>
                          <a:pt x="2" y="86691"/>
                        </a:cubicBezTo>
                        <a:cubicBezTo>
                          <a:pt x="98" y="93739"/>
                          <a:pt x="2955" y="101169"/>
                          <a:pt x="8956" y="10497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62" name="Forme libre : forme 17461">
                    <a:extLst>
                      <a:ext uri="{FF2B5EF4-FFF2-40B4-BE49-F238E27FC236}">
                        <a16:creationId xmlns:a16="http://schemas.microsoft.com/office/drawing/2014/main" id="{15D19B61-5ECF-4E87-AF40-BAAA0B6525C6}"/>
                      </a:ext>
                    </a:extLst>
                  </p:cNvPr>
                  <p:cNvSpPr/>
                  <p:nvPr/>
                </p:nvSpPr>
                <p:spPr>
                  <a:xfrm>
                    <a:off x="2589030" y="4256136"/>
                    <a:ext cx="144934" cy="194934"/>
                  </a:xfrm>
                  <a:custGeom>
                    <a:avLst/>
                    <a:gdLst>
                      <a:gd name="connsiteX0" fmla="*/ 125409 w 144934"/>
                      <a:gd name="connsiteY0" fmla="*/ 12969 h 194934"/>
                      <a:gd name="connsiteX1" fmla="*/ 9394 w 144934"/>
                      <a:gd name="connsiteY1" fmla="*/ 86406 h 194934"/>
                      <a:gd name="connsiteX2" fmla="*/ 60 w 144934"/>
                      <a:gd name="connsiteY2" fmla="*/ 135936 h 194934"/>
                      <a:gd name="connsiteX3" fmla="*/ 22729 w 144934"/>
                      <a:gd name="connsiteY3" fmla="*/ 178799 h 194934"/>
                      <a:gd name="connsiteX4" fmla="*/ 49113 w 144934"/>
                      <a:gd name="connsiteY4" fmla="*/ 186324 h 194934"/>
                      <a:gd name="connsiteX5" fmla="*/ 96167 w 144934"/>
                      <a:gd name="connsiteY5" fmla="*/ 193753 h 194934"/>
                      <a:gd name="connsiteX6" fmla="*/ 120456 w 144934"/>
                      <a:gd name="connsiteY6" fmla="*/ 191658 h 194934"/>
                      <a:gd name="connsiteX7" fmla="*/ 131695 w 144934"/>
                      <a:gd name="connsiteY7" fmla="*/ 162130 h 194934"/>
                      <a:gd name="connsiteX8" fmla="*/ 144268 w 144934"/>
                      <a:gd name="connsiteY8" fmla="*/ 82787 h 194934"/>
                      <a:gd name="connsiteX9" fmla="*/ 134648 w 144934"/>
                      <a:gd name="connsiteY9" fmla="*/ 86216 h 194934"/>
                      <a:gd name="connsiteX10" fmla="*/ 118170 w 144934"/>
                      <a:gd name="connsiteY10" fmla="*/ 70214 h 194934"/>
                      <a:gd name="connsiteX11" fmla="*/ 134172 w 144934"/>
                      <a:gd name="connsiteY11" fmla="*/ 53736 h 194934"/>
                      <a:gd name="connsiteX12" fmla="*/ 144935 w 144934"/>
                      <a:gd name="connsiteY12" fmla="*/ 57736 h 194934"/>
                      <a:gd name="connsiteX13" fmla="*/ 125409 w 144934"/>
                      <a:gd name="connsiteY13" fmla="*/ 12969 h 194934"/>
                      <a:gd name="connsiteX14" fmla="*/ 115122 w 144934"/>
                      <a:gd name="connsiteY14" fmla="*/ 54117 h 194934"/>
                      <a:gd name="connsiteX15" fmla="*/ 97405 w 144934"/>
                      <a:gd name="connsiteY15" fmla="*/ 72119 h 194934"/>
                      <a:gd name="connsiteX16" fmla="*/ 56162 w 144934"/>
                      <a:gd name="connsiteY16" fmla="*/ 96789 h 194934"/>
                      <a:gd name="connsiteX17" fmla="*/ 45303 w 144934"/>
                      <a:gd name="connsiteY17" fmla="*/ 101361 h 194934"/>
                      <a:gd name="connsiteX18" fmla="*/ 26253 w 144934"/>
                      <a:gd name="connsiteY18" fmla="*/ 84787 h 194934"/>
                      <a:gd name="connsiteX19" fmla="*/ 34445 w 144934"/>
                      <a:gd name="connsiteY19" fmla="*/ 58784 h 194934"/>
                      <a:gd name="connsiteX20" fmla="*/ 59496 w 144934"/>
                      <a:gd name="connsiteY20" fmla="*/ 37257 h 194934"/>
                      <a:gd name="connsiteX21" fmla="*/ 106835 w 144934"/>
                      <a:gd name="connsiteY21" fmla="*/ 31542 h 194934"/>
                      <a:gd name="connsiteX22" fmla="*/ 115122 w 144934"/>
                      <a:gd name="connsiteY22" fmla="*/ 54117 h 1949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44934" h="194934">
                        <a:moveTo>
                          <a:pt x="125409" y="12969"/>
                        </a:moveTo>
                        <a:cubicBezTo>
                          <a:pt x="69211" y="-29322"/>
                          <a:pt x="23301" y="41544"/>
                          <a:pt x="9394" y="86406"/>
                        </a:cubicBezTo>
                        <a:cubicBezTo>
                          <a:pt x="4441" y="102504"/>
                          <a:pt x="-607" y="119077"/>
                          <a:pt x="60" y="135936"/>
                        </a:cubicBezTo>
                        <a:cubicBezTo>
                          <a:pt x="726" y="152796"/>
                          <a:pt x="8156" y="170417"/>
                          <a:pt x="22729" y="178799"/>
                        </a:cubicBezTo>
                        <a:cubicBezTo>
                          <a:pt x="30730" y="183371"/>
                          <a:pt x="39969" y="184895"/>
                          <a:pt x="49113" y="186324"/>
                        </a:cubicBezTo>
                        <a:cubicBezTo>
                          <a:pt x="64830" y="188800"/>
                          <a:pt x="80451" y="191277"/>
                          <a:pt x="96167" y="193753"/>
                        </a:cubicBezTo>
                        <a:cubicBezTo>
                          <a:pt x="104358" y="195087"/>
                          <a:pt x="113502" y="196230"/>
                          <a:pt x="120456" y="191658"/>
                        </a:cubicBezTo>
                        <a:cubicBezTo>
                          <a:pt x="129695" y="185752"/>
                          <a:pt x="130933" y="173084"/>
                          <a:pt x="131695" y="162130"/>
                        </a:cubicBezTo>
                        <a:cubicBezTo>
                          <a:pt x="132933" y="142508"/>
                          <a:pt x="141315" y="111933"/>
                          <a:pt x="144268" y="82787"/>
                        </a:cubicBezTo>
                        <a:cubicBezTo>
                          <a:pt x="141601" y="84882"/>
                          <a:pt x="138267" y="86121"/>
                          <a:pt x="134648" y="86216"/>
                        </a:cubicBezTo>
                        <a:cubicBezTo>
                          <a:pt x="125694" y="86311"/>
                          <a:pt x="118360" y="79167"/>
                          <a:pt x="118170" y="70214"/>
                        </a:cubicBezTo>
                        <a:cubicBezTo>
                          <a:pt x="118074" y="61260"/>
                          <a:pt x="125218" y="53926"/>
                          <a:pt x="134172" y="53736"/>
                        </a:cubicBezTo>
                        <a:cubicBezTo>
                          <a:pt x="138267" y="53640"/>
                          <a:pt x="142077" y="55260"/>
                          <a:pt x="144935" y="57736"/>
                        </a:cubicBezTo>
                        <a:cubicBezTo>
                          <a:pt x="143982" y="39353"/>
                          <a:pt x="138839" y="23160"/>
                          <a:pt x="125409" y="12969"/>
                        </a:cubicBezTo>
                        <a:close/>
                        <a:moveTo>
                          <a:pt x="115122" y="54117"/>
                        </a:moveTo>
                        <a:cubicBezTo>
                          <a:pt x="112931" y="62594"/>
                          <a:pt x="104454" y="67928"/>
                          <a:pt x="97405" y="72119"/>
                        </a:cubicBezTo>
                        <a:cubicBezTo>
                          <a:pt x="83689" y="80310"/>
                          <a:pt x="69878" y="88502"/>
                          <a:pt x="56162" y="96789"/>
                        </a:cubicBezTo>
                        <a:cubicBezTo>
                          <a:pt x="52733" y="98789"/>
                          <a:pt x="49304" y="100884"/>
                          <a:pt x="45303" y="101361"/>
                        </a:cubicBezTo>
                        <a:cubicBezTo>
                          <a:pt x="36064" y="102504"/>
                          <a:pt x="27587" y="94026"/>
                          <a:pt x="26253" y="84787"/>
                        </a:cubicBezTo>
                        <a:cubicBezTo>
                          <a:pt x="24920" y="75548"/>
                          <a:pt x="29016" y="66308"/>
                          <a:pt x="34445" y="58784"/>
                        </a:cubicBezTo>
                        <a:cubicBezTo>
                          <a:pt x="41017" y="49735"/>
                          <a:pt x="49685" y="42496"/>
                          <a:pt x="59496" y="37257"/>
                        </a:cubicBezTo>
                        <a:cubicBezTo>
                          <a:pt x="70926" y="31257"/>
                          <a:pt x="94929" y="22494"/>
                          <a:pt x="106835" y="31542"/>
                        </a:cubicBezTo>
                        <a:cubicBezTo>
                          <a:pt x="113217" y="36210"/>
                          <a:pt x="117027" y="46782"/>
                          <a:pt x="115122" y="5411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63" name="Forme libre : forme 17462">
                    <a:extLst>
                      <a:ext uri="{FF2B5EF4-FFF2-40B4-BE49-F238E27FC236}">
                        <a16:creationId xmlns:a16="http://schemas.microsoft.com/office/drawing/2014/main" id="{7E0E033A-A580-4634-A133-FB92E13A0013}"/>
                      </a:ext>
                    </a:extLst>
                  </p:cNvPr>
                  <p:cNvSpPr/>
                  <p:nvPr/>
                </p:nvSpPr>
                <p:spPr>
                  <a:xfrm>
                    <a:off x="2488830" y="4454166"/>
                    <a:ext cx="97977" cy="47548"/>
                  </a:xfrm>
                  <a:custGeom>
                    <a:avLst/>
                    <a:gdLst>
                      <a:gd name="connsiteX0" fmla="*/ 20059 w 97977"/>
                      <a:gd name="connsiteY0" fmla="*/ 18202 h 47548"/>
                      <a:gd name="connsiteX1" fmla="*/ 56 w 97977"/>
                      <a:gd name="connsiteY1" fmla="*/ 39538 h 47548"/>
                      <a:gd name="connsiteX2" fmla="*/ 1580 w 97977"/>
                      <a:gd name="connsiteY2" fmla="*/ 43634 h 47548"/>
                      <a:gd name="connsiteX3" fmla="*/ 7295 w 97977"/>
                      <a:gd name="connsiteY3" fmla="*/ 46301 h 47548"/>
                      <a:gd name="connsiteX4" fmla="*/ 97973 w 97977"/>
                      <a:gd name="connsiteY4" fmla="*/ 18202 h 47548"/>
                      <a:gd name="connsiteX5" fmla="*/ 20059 w 97977"/>
                      <a:gd name="connsiteY5" fmla="*/ 18202 h 47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977" h="47548">
                        <a:moveTo>
                          <a:pt x="20059" y="18202"/>
                        </a:moveTo>
                        <a:cubicBezTo>
                          <a:pt x="10438" y="22393"/>
                          <a:pt x="-896" y="29156"/>
                          <a:pt x="56" y="39538"/>
                        </a:cubicBezTo>
                        <a:cubicBezTo>
                          <a:pt x="152" y="41062"/>
                          <a:pt x="628" y="42491"/>
                          <a:pt x="1580" y="43634"/>
                        </a:cubicBezTo>
                        <a:cubicBezTo>
                          <a:pt x="2914" y="45253"/>
                          <a:pt x="5200" y="45825"/>
                          <a:pt x="7295" y="46301"/>
                        </a:cubicBezTo>
                        <a:cubicBezTo>
                          <a:pt x="26917" y="50206"/>
                          <a:pt x="97592" y="46015"/>
                          <a:pt x="97973" y="18202"/>
                        </a:cubicBezTo>
                        <a:cubicBezTo>
                          <a:pt x="98545" y="-19136"/>
                          <a:pt x="35585" y="11439"/>
                          <a:pt x="20059" y="1820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64" name="Forme libre : forme 17463">
                    <a:extLst>
                      <a:ext uri="{FF2B5EF4-FFF2-40B4-BE49-F238E27FC236}">
                        <a16:creationId xmlns:a16="http://schemas.microsoft.com/office/drawing/2014/main" id="{EE4453C8-CECE-47DB-BFE1-DC219B421E75}"/>
                      </a:ext>
                    </a:extLst>
                  </p:cNvPr>
                  <p:cNvSpPr/>
                  <p:nvPr/>
                </p:nvSpPr>
                <p:spPr>
                  <a:xfrm>
                    <a:off x="2812894" y="4081389"/>
                    <a:ext cx="183008" cy="221730"/>
                  </a:xfrm>
                  <a:custGeom>
                    <a:avLst/>
                    <a:gdLst>
                      <a:gd name="connsiteX0" fmla="*/ 604 w 183008"/>
                      <a:gd name="connsiteY0" fmla="*/ 75988 h 221730"/>
                      <a:gd name="connsiteX1" fmla="*/ 4129 w 183008"/>
                      <a:gd name="connsiteY1" fmla="*/ 99991 h 221730"/>
                      <a:gd name="connsiteX2" fmla="*/ 66708 w 183008"/>
                      <a:gd name="connsiteY2" fmla="*/ 206480 h 221730"/>
                      <a:gd name="connsiteX3" fmla="*/ 93759 w 183008"/>
                      <a:gd name="connsiteY3" fmla="*/ 221530 h 221730"/>
                      <a:gd name="connsiteX4" fmla="*/ 109285 w 183008"/>
                      <a:gd name="connsiteY4" fmla="*/ 212386 h 221730"/>
                      <a:gd name="connsiteX5" fmla="*/ 164720 w 183008"/>
                      <a:gd name="connsiteY5" fmla="*/ 139805 h 221730"/>
                      <a:gd name="connsiteX6" fmla="*/ 183008 w 183008"/>
                      <a:gd name="connsiteY6" fmla="*/ 75226 h 221730"/>
                      <a:gd name="connsiteX7" fmla="*/ 178532 w 183008"/>
                      <a:gd name="connsiteY7" fmla="*/ 75988 h 221730"/>
                      <a:gd name="connsiteX8" fmla="*/ 162053 w 183008"/>
                      <a:gd name="connsiteY8" fmla="*/ 59986 h 221730"/>
                      <a:gd name="connsiteX9" fmla="*/ 178055 w 183008"/>
                      <a:gd name="connsiteY9" fmla="*/ 43507 h 221730"/>
                      <a:gd name="connsiteX10" fmla="*/ 180722 w 183008"/>
                      <a:gd name="connsiteY10" fmla="*/ 43698 h 221730"/>
                      <a:gd name="connsiteX11" fmla="*/ 149957 w 183008"/>
                      <a:gd name="connsiteY11" fmla="*/ 5407 h 221730"/>
                      <a:gd name="connsiteX12" fmla="*/ 17083 w 183008"/>
                      <a:gd name="connsiteY12" fmla="*/ 53508 h 221730"/>
                      <a:gd name="connsiteX13" fmla="*/ 604 w 183008"/>
                      <a:gd name="connsiteY13" fmla="*/ 75988 h 221730"/>
                      <a:gd name="connsiteX14" fmla="*/ 25084 w 183008"/>
                      <a:gd name="connsiteY14" fmla="*/ 73416 h 221730"/>
                      <a:gd name="connsiteX15" fmla="*/ 96331 w 183008"/>
                      <a:gd name="connsiteY15" fmla="*/ 34458 h 221730"/>
                      <a:gd name="connsiteX16" fmla="*/ 47563 w 183008"/>
                      <a:gd name="connsiteY16" fmla="*/ 96276 h 221730"/>
                      <a:gd name="connsiteX17" fmla="*/ 26322 w 183008"/>
                      <a:gd name="connsiteY17" fmla="*/ 96657 h 221730"/>
                      <a:gd name="connsiteX18" fmla="*/ 25084 w 183008"/>
                      <a:gd name="connsiteY18" fmla="*/ 73416 h 221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83008" h="221730">
                        <a:moveTo>
                          <a:pt x="604" y="75988"/>
                        </a:moveTo>
                        <a:cubicBezTo>
                          <a:pt x="-1205" y="83989"/>
                          <a:pt x="1366" y="92275"/>
                          <a:pt x="4129" y="99991"/>
                        </a:cubicBezTo>
                        <a:cubicBezTo>
                          <a:pt x="18226" y="138948"/>
                          <a:pt x="39562" y="175238"/>
                          <a:pt x="66708" y="206480"/>
                        </a:cubicBezTo>
                        <a:cubicBezTo>
                          <a:pt x="73757" y="214672"/>
                          <a:pt x="83091" y="223149"/>
                          <a:pt x="93759" y="221530"/>
                        </a:cubicBezTo>
                        <a:cubicBezTo>
                          <a:pt x="99760" y="220577"/>
                          <a:pt x="104808" y="216481"/>
                          <a:pt x="109285" y="212386"/>
                        </a:cubicBezTo>
                        <a:cubicBezTo>
                          <a:pt x="132049" y="191812"/>
                          <a:pt x="150909" y="167142"/>
                          <a:pt x="164720" y="139805"/>
                        </a:cubicBezTo>
                        <a:cubicBezTo>
                          <a:pt x="173198" y="123041"/>
                          <a:pt x="181199" y="98848"/>
                          <a:pt x="183008" y="75226"/>
                        </a:cubicBezTo>
                        <a:cubicBezTo>
                          <a:pt x="181579" y="75702"/>
                          <a:pt x="180151" y="75988"/>
                          <a:pt x="178532" y="75988"/>
                        </a:cubicBezTo>
                        <a:cubicBezTo>
                          <a:pt x="169578" y="76083"/>
                          <a:pt x="162244" y="68939"/>
                          <a:pt x="162053" y="59986"/>
                        </a:cubicBezTo>
                        <a:cubicBezTo>
                          <a:pt x="161958" y="51032"/>
                          <a:pt x="169102" y="43698"/>
                          <a:pt x="178055" y="43507"/>
                        </a:cubicBezTo>
                        <a:cubicBezTo>
                          <a:pt x="179008" y="43507"/>
                          <a:pt x="179865" y="43603"/>
                          <a:pt x="180722" y="43698"/>
                        </a:cubicBezTo>
                        <a:cubicBezTo>
                          <a:pt x="176722" y="27124"/>
                          <a:pt x="167387" y="13123"/>
                          <a:pt x="149957" y="5407"/>
                        </a:cubicBezTo>
                        <a:cubicBezTo>
                          <a:pt x="104332" y="-14690"/>
                          <a:pt x="49182" y="25696"/>
                          <a:pt x="17083" y="53508"/>
                        </a:cubicBezTo>
                        <a:cubicBezTo>
                          <a:pt x="10129" y="59795"/>
                          <a:pt x="2700" y="66653"/>
                          <a:pt x="604" y="75988"/>
                        </a:cubicBezTo>
                        <a:close/>
                        <a:moveTo>
                          <a:pt x="25084" y="73416"/>
                        </a:moveTo>
                        <a:cubicBezTo>
                          <a:pt x="34704" y="51127"/>
                          <a:pt x="69375" y="8741"/>
                          <a:pt x="96331" y="34458"/>
                        </a:cubicBezTo>
                        <a:cubicBezTo>
                          <a:pt x="120429" y="57319"/>
                          <a:pt x="65184" y="88656"/>
                          <a:pt x="47563" y="96276"/>
                        </a:cubicBezTo>
                        <a:cubicBezTo>
                          <a:pt x="40705" y="99229"/>
                          <a:pt x="32037" y="101420"/>
                          <a:pt x="26322" y="96657"/>
                        </a:cubicBezTo>
                        <a:cubicBezTo>
                          <a:pt x="20035" y="91323"/>
                          <a:pt x="21845" y="81131"/>
                          <a:pt x="25084" y="7341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65" name="Forme libre : forme 17464">
                    <a:extLst>
                      <a:ext uri="{FF2B5EF4-FFF2-40B4-BE49-F238E27FC236}">
                        <a16:creationId xmlns:a16="http://schemas.microsoft.com/office/drawing/2014/main" id="{2677D603-5198-4CC5-B160-89940F0A37F6}"/>
                      </a:ext>
                    </a:extLst>
                  </p:cNvPr>
                  <p:cNvSpPr/>
                  <p:nvPr/>
                </p:nvSpPr>
                <p:spPr>
                  <a:xfrm>
                    <a:off x="3095390" y="4058510"/>
                    <a:ext cx="125267" cy="119284"/>
                  </a:xfrm>
                  <a:custGeom>
                    <a:avLst/>
                    <a:gdLst>
                      <a:gd name="connsiteX0" fmla="*/ 7287 w 125267"/>
                      <a:gd name="connsiteY0" fmla="*/ 104772 h 119284"/>
                      <a:gd name="connsiteX1" fmla="*/ 35386 w 125267"/>
                      <a:gd name="connsiteY1" fmla="*/ 118488 h 119284"/>
                      <a:gd name="connsiteX2" fmla="*/ 122730 w 125267"/>
                      <a:gd name="connsiteY2" fmla="*/ 86198 h 119284"/>
                      <a:gd name="connsiteX3" fmla="*/ 123302 w 125267"/>
                      <a:gd name="connsiteY3" fmla="*/ 56099 h 119284"/>
                      <a:gd name="connsiteX4" fmla="*/ 115491 w 125267"/>
                      <a:gd name="connsiteY4" fmla="*/ 61338 h 119284"/>
                      <a:gd name="connsiteX5" fmla="*/ 81392 w 125267"/>
                      <a:gd name="connsiteY5" fmla="*/ 81721 h 119284"/>
                      <a:gd name="connsiteX6" fmla="*/ 60151 w 125267"/>
                      <a:gd name="connsiteY6" fmla="*/ 82102 h 119284"/>
                      <a:gd name="connsiteX7" fmla="*/ 58817 w 125267"/>
                      <a:gd name="connsiteY7" fmla="*/ 58861 h 119284"/>
                      <a:gd name="connsiteX8" fmla="*/ 99870 w 125267"/>
                      <a:gd name="connsiteY8" fmla="*/ 14380 h 119284"/>
                      <a:gd name="connsiteX9" fmla="*/ 97299 w 125267"/>
                      <a:gd name="connsiteY9" fmla="*/ 11903 h 119284"/>
                      <a:gd name="connsiteX10" fmla="*/ 35291 w 125267"/>
                      <a:gd name="connsiteY10" fmla="*/ 15808 h 119284"/>
                      <a:gd name="connsiteX11" fmla="*/ 7287 w 125267"/>
                      <a:gd name="connsiteY11" fmla="*/ 104772 h 119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5267" h="119284">
                        <a:moveTo>
                          <a:pt x="7287" y="104772"/>
                        </a:moveTo>
                        <a:cubicBezTo>
                          <a:pt x="13955" y="113058"/>
                          <a:pt x="24813" y="117059"/>
                          <a:pt x="35386" y="118488"/>
                        </a:cubicBezTo>
                        <a:cubicBezTo>
                          <a:pt x="60722" y="122012"/>
                          <a:pt x="112062" y="114297"/>
                          <a:pt x="122730" y="86198"/>
                        </a:cubicBezTo>
                        <a:cubicBezTo>
                          <a:pt x="126159" y="77245"/>
                          <a:pt x="125874" y="66672"/>
                          <a:pt x="123302" y="56099"/>
                        </a:cubicBezTo>
                        <a:cubicBezTo>
                          <a:pt x="121301" y="58575"/>
                          <a:pt x="118634" y="60385"/>
                          <a:pt x="115491" y="61338"/>
                        </a:cubicBezTo>
                        <a:cubicBezTo>
                          <a:pt x="103299" y="70767"/>
                          <a:pt x="88917" y="78483"/>
                          <a:pt x="81392" y="81721"/>
                        </a:cubicBezTo>
                        <a:cubicBezTo>
                          <a:pt x="74534" y="84674"/>
                          <a:pt x="65866" y="86865"/>
                          <a:pt x="60151" y="82102"/>
                        </a:cubicBezTo>
                        <a:cubicBezTo>
                          <a:pt x="53769" y="76768"/>
                          <a:pt x="55484" y="66481"/>
                          <a:pt x="58817" y="58861"/>
                        </a:cubicBezTo>
                        <a:cubicBezTo>
                          <a:pt x="65009" y="44479"/>
                          <a:pt x="81677" y="21809"/>
                          <a:pt x="99870" y="14380"/>
                        </a:cubicBezTo>
                        <a:cubicBezTo>
                          <a:pt x="99013" y="13522"/>
                          <a:pt x="98156" y="12665"/>
                          <a:pt x="97299" y="11903"/>
                        </a:cubicBezTo>
                        <a:cubicBezTo>
                          <a:pt x="76915" y="-5718"/>
                          <a:pt x="53484" y="-3242"/>
                          <a:pt x="35291" y="15808"/>
                        </a:cubicBezTo>
                        <a:cubicBezTo>
                          <a:pt x="16717" y="35334"/>
                          <a:pt x="-14144" y="78197"/>
                          <a:pt x="7287" y="10477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66" name="Forme libre : forme 17465">
                    <a:extLst>
                      <a:ext uri="{FF2B5EF4-FFF2-40B4-BE49-F238E27FC236}">
                        <a16:creationId xmlns:a16="http://schemas.microsoft.com/office/drawing/2014/main" id="{96A20BC7-1A08-40AA-B5E7-666BD005D3E5}"/>
                      </a:ext>
                    </a:extLst>
                  </p:cNvPr>
                  <p:cNvSpPr/>
                  <p:nvPr/>
                </p:nvSpPr>
                <p:spPr>
                  <a:xfrm>
                    <a:off x="3229926" y="3911250"/>
                    <a:ext cx="119685" cy="142302"/>
                  </a:xfrm>
                  <a:custGeom>
                    <a:avLst/>
                    <a:gdLst>
                      <a:gd name="connsiteX0" fmla="*/ 3244 w 119685"/>
                      <a:gd name="connsiteY0" fmla="*/ 92964 h 142302"/>
                      <a:gd name="connsiteX1" fmla="*/ 22008 w 119685"/>
                      <a:gd name="connsiteY1" fmla="*/ 114490 h 142302"/>
                      <a:gd name="connsiteX2" fmla="*/ 57822 w 119685"/>
                      <a:gd name="connsiteY2" fmla="*/ 137255 h 142302"/>
                      <a:gd name="connsiteX3" fmla="*/ 99542 w 119685"/>
                      <a:gd name="connsiteY3" fmla="*/ 139541 h 142302"/>
                      <a:gd name="connsiteX4" fmla="*/ 117830 w 119685"/>
                      <a:gd name="connsiteY4" fmla="*/ 123634 h 142302"/>
                      <a:gd name="connsiteX5" fmla="*/ 91826 w 119685"/>
                      <a:gd name="connsiteY5" fmla="*/ 44577 h 142302"/>
                      <a:gd name="connsiteX6" fmla="*/ 91541 w 119685"/>
                      <a:gd name="connsiteY6" fmla="*/ 28194 h 142302"/>
                      <a:gd name="connsiteX7" fmla="*/ 18389 w 119685"/>
                      <a:gd name="connsiteY7" fmla="*/ 0 h 142302"/>
                      <a:gd name="connsiteX8" fmla="*/ 196 w 119685"/>
                      <a:gd name="connsiteY8" fmla="*/ 66294 h 142302"/>
                      <a:gd name="connsiteX9" fmla="*/ 3244 w 119685"/>
                      <a:gd name="connsiteY9" fmla="*/ 92964 h 142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9685" h="142302">
                        <a:moveTo>
                          <a:pt x="3244" y="92964"/>
                        </a:moveTo>
                        <a:cubicBezTo>
                          <a:pt x="7054" y="101822"/>
                          <a:pt x="14578" y="108395"/>
                          <a:pt x="22008" y="114490"/>
                        </a:cubicBezTo>
                        <a:cubicBezTo>
                          <a:pt x="33057" y="123444"/>
                          <a:pt x="44677" y="132016"/>
                          <a:pt x="57822" y="137255"/>
                        </a:cubicBezTo>
                        <a:cubicBezTo>
                          <a:pt x="70967" y="142494"/>
                          <a:pt x="86111" y="144304"/>
                          <a:pt x="99542" y="139541"/>
                        </a:cubicBezTo>
                        <a:cubicBezTo>
                          <a:pt x="107352" y="136779"/>
                          <a:pt x="114686" y="131350"/>
                          <a:pt x="117830" y="123634"/>
                        </a:cubicBezTo>
                        <a:cubicBezTo>
                          <a:pt x="127640" y="99536"/>
                          <a:pt x="95541" y="68866"/>
                          <a:pt x="91826" y="44577"/>
                        </a:cubicBezTo>
                        <a:cubicBezTo>
                          <a:pt x="91064" y="39814"/>
                          <a:pt x="91255" y="34195"/>
                          <a:pt x="91541" y="28194"/>
                        </a:cubicBezTo>
                        <a:cubicBezTo>
                          <a:pt x="70205" y="13335"/>
                          <a:pt x="45249" y="3524"/>
                          <a:pt x="18389" y="0"/>
                        </a:cubicBezTo>
                        <a:cubicBezTo>
                          <a:pt x="5530" y="19145"/>
                          <a:pt x="1434" y="43434"/>
                          <a:pt x="196" y="66294"/>
                        </a:cubicBezTo>
                        <a:cubicBezTo>
                          <a:pt x="-185" y="75343"/>
                          <a:pt x="-376" y="84677"/>
                          <a:pt x="3244" y="9296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67" name="Forme libre : forme 17466">
                    <a:extLst>
                      <a:ext uri="{FF2B5EF4-FFF2-40B4-BE49-F238E27FC236}">
                        <a16:creationId xmlns:a16="http://schemas.microsoft.com/office/drawing/2014/main" id="{70BB838A-1F14-4422-A377-4CDF077E6B12}"/>
                      </a:ext>
                    </a:extLst>
                  </p:cNvPr>
                  <p:cNvSpPr/>
                  <p:nvPr/>
                </p:nvSpPr>
                <p:spPr>
                  <a:xfrm>
                    <a:off x="3066552" y="4226813"/>
                    <a:ext cx="131565" cy="206787"/>
                  </a:xfrm>
                  <a:custGeom>
                    <a:avLst/>
                    <a:gdLst>
                      <a:gd name="connsiteX0" fmla="*/ 104895 w 131565"/>
                      <a:gd name="connsiteY0" fmla="*/ 182785 h 206787"/>
                      <a:gd name="connsiteX1" fmla="*/ 108229 w 131565"/>
                      <a:gd name="connsiteY1" fmla="*/ 151829 h 206787"/>
                      <a:gd name="connsiteX2" fmla="*/ 124422 w 131565"/>
                      <a:gd name="connsiteY2" fmla="*/ 65723 h 206787"/>
                      <a:gd name="connsiteX3" fmla="*/ 129565 w 131565"/>
                      <a:gd name="connsiteY3" fmla="*/ 50387 h 206787"/>
                      <a:gd name="connsiteX4" fmla="*/ 118040 w 131565"/>
                      <a:gd name="connsiteY4" fmla="*/ 55435 h 206787"/>
                      <a:gd name="connsiteX5" fmla="*/ 101562 w 131565"/>
                      <a:gd name="connsiteY5" fmla="*/ 39434 h 206787"/>
                      <a:gd name="connsiteX6" fmla="*/ 117564 w 131565"/>
                      <a:gd name="connsiteY6" fmla="*/ 22955 h 206787"/>
                      <a:gd name="connsiteX7" fmla="*/ 131565 w 131565"/>
                      <a:gd name="connsiteY7" fmla="*/ 30671 h 206787"/>
                      <a:gd name="connsiteX8" fmla="*/ 117278 w 131565"/>
                      <a:gd name="connsiteY8" fmla="*/ 6191 h 206787"/>
                      <a:gd name="connsiteX9" fmla="*/ 30124 w 131565"/>
                      <a:gd name="connsiteY9" fmla="*/ 50006 h 206787"/>
                      <a:gd name="connsiteX10" fmla="*/ 56604 w 131565"/>
                      <a:gd name="connsiteY10" fmla="*/ 49149 h 206787"/>
                      <a:gd name="connsiteX11" fmla="*/ 78511 w 131565"/>
                      <a:gd name="connsiteY11" fmla="*/ 83534 h 206787"/>
                      <a:gd name="connsiteX12" fmla="*/ 69939 w 131565"/>
                      <a:gd name="connsiteY12" fmla="*/ 95441 h 206787"/>
                      <a:gd name="connsiteX13" fmla="*/ 43173 w 131565"/>
                      <a:gd name="connsiteY13" fmla="*/ 127730 h 206787"/>
                      <a:gd name="connsiteX14" fmla="*/ 2121 w 131565"/>
                      <a:gd name="connsiteY14" fmla="*/ 121634 h 206787"/>
                      <a:gd name="connsiteX15" fmla="*/ 501 w 131565"/>
                      <a:gd name="connsiteY15" fmla="*/ 120396 h 206787"/>
                      <a:gd name="connsiteX16" fmla="*/ 13646 w 131565"/>
                      <a:gd name="connsiteY16" fmla="*/ 184404 h 206787"/>
                      <a:gd name="connsiteX17" fmla="*/ 29648 w 131565"/>
                      <a:gd name="connsiteY17" fmla="*/ 201835 h 206787"/>
                      <a:gd name="connsiteX18" fmla="*/ 50508 w 131565"/>
                      <a:gd name="connsiteY18" fmla="*/ 206788 h 206787"/>
                      <a:gd name="connsiteX19" fmla="*/ 99943 w 131565"/>
                      <a:gd name="connsiteY19" fmla="*/ 190119 h 206787"/>
                      <a:gd name="connsiteX20" fmla="*/ 104895 w 131565"/>
                      <a:gd name="connsiteY20" fmla="*/ 182785 h 206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31565" h="206787">
                        <a:moveTo>
                          <a:pt x="104895" y="182785"/>
                        </a:moveTo>
                        <a:cubicBezTo>
                          <a:pt x="109277" y="173260"/>
                          <a:pt x="108420" y="162306"/>
                          <a:pt x="108229" y="151829"/>
                        </a:cubicBezTo>
                        <a:cubicBezTo>
                          <a:pt x="107753" y="122206"/>
                          <a:pt x="113563" y="93250"/>
                          <a:pt x="124422" y="65723"/>
                        </a:cubicBezTo>
                        <a:cubicBezTo>
                          <a:pt x="126327" y="60770"/>
                          <a:pt x="128231" y="55626"/>
                          <a:pt x="129565" y="50387"/>
                        </a:cubicBezTo>
                        <a:cubicBezTo>
                          <a:pt x="126612" y="53435"/>
                          <a:pt x="122612" y="55340"/>
                          <a:pt x="118040" y="55435"/>
                        </a:cubicBezTo>
                        <a:cubicBezTo>
                          <a:pt x="109086" y="55531"/>
                          <a:pt x="101752" y="48387"/>
                          <a:pt x="101562" y="39434"/>
                        </a:cubicBezTo>
                        <a:cubicBezTo>
                          <a:pt x="101466" y="30480"/>
                          <a:pt x="108610" y="23146"/>
                          <a:pt x="117564" y="22955"/>
                        </a:cubicBezTo>
                        <a:cubicBezTo>
                          <a:pt x="123469" y="22860"/>
                          <a:pt x="128613" y="26003"/>
                          <a:pt x="131565" y="30671"/>
                        </a:cubicBezTo>
                        <a:cubicBezTo>
                          <a:pt x="130708" y="21526"/>
                          <a:pt x="126708" y="13049"/>
                          <a:pt x="117278" y="6191"/>
                        </a:cubicBezTo>
                        <a:cubicBezTo>
                          <a:pt x="89655" y="-13716"/>
                          <a:pt x="53746" y="18002"/>
                          <a:pt x="30124" y="50006"/>
                        </a:cubicBezTo>
                        <a:cubicBezTo>
                          <a:pt x="38887" y="46292"/>
                          <a:pt x="48603" y="44767"/>
                          <a:pt x="56604" y="49149"/>
                        </a:cubicBezTo>
                        <a:cubicBezTo>
                          <a:pt x="68129" y="55531"/>
                          <a:pt x="84226" y="68580"/>
                          <a:pt x="78511" y="83534"/>
                        </a:cubicBezTo>
                        <a:cubicBezTo>
                          <a:pt x="76701" y="88106"/>
                          <a:pt x="73082" y="91631"/>
                          <a:pt x="69939" y="95441"/>
                        </a:cubicBezTo>
                        <a:cubicBezTo>
                          <a:pt x="60985" y="106394"/>
                          <a:pt x="55651" y="121158"/>
                          <a:pt x="43173" y="127730"/>
                        </a:cubicBezTo>
                        <a:cubicBezTo>
                          <a:pt x="30314" y="134493"/>
                          <a:pt x="14122" y="129826"/>
                          <a:pt x="2121" y="121634"/>
                        </a:cubicBezTo>
                        <a:cubicBezTo>
                          <a:pt x="1549" y="121253"/>
                          <a:pt x="1073" y="120777"/>
                          <a:pt x="501" y="120396"/>
                        </a:cubicBezTo>
                        <a:cubicBezTo>
                          <a:pt x="-1499" y="142589"/>
                          <a:pt x="2406" y="165259"/>
                          <a:pt x="13646" y="184404"/>
                        </a:cubicBezTo>
                        <a:cubicBezTo>
                          <a:pt x="17646" y="191262"/>
                          <a:pt x="22790" y="197834"/>
                          <a:pt x="29648" y="201835"/>
                        </a:cubicBezTo>
                        <a:cubicBezTo>
                          <a:pt x="35934" y="205454"/>
                          <a:pt x="43173" y="206597"/>
                          <a:pt x="50508" y="206788"/>
                        </a:cubicBezTo>
                        <a:cubicBezTo>
                          <a:pt x="66224" y="198977"/>
                          <a:pt x="82702" y="193358"/>
                          <a:pt x="99943" y="190119"/>
                        </a:cubicBezTo>
                        <a:cubicBezTo>
                          <a:pt x="101943" y="187928"/>
                          <a:pt x="103657" y="185547"/>
                          <a:pt x="104895" y="18278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68" name="Forme libre : forme 17467">
                    <a:extLst>
                      <a:ext uri="{FF2B5EF4-FFF2-40B4-BE49-F238E27FC236}">
                        <a16:creationId xmlns:a16="http://schemas.microsoft.com/office/drawing/2014/main" id="{570FBCDE-6004-46F1-96DA-6792E01D3A72}"/>
                      </a:ext>
                    </a:extLst>
                  </p:cNvPr>
                  <p:cNvSpPr/>
                  <p:nvPr/>
                </p:nvSpPr>
                <p:spPr>
                  <a:xfrm>
                    <a:off x="2873792" y="4363688"/>
                    <a:ext cx="91068" cy="117245"/>
                  </a:xfrm>
                  <a:custGeom>
                    <a:avLst/>
                    <a:gdLst>
                      <a:gd name="connsiteX0" fmla="*/ 60007 w 91068"/>
                      <a:gd name="connsiteY0" fmla="*/ 0 h 117245"/>
                      <a:gd name="connsiteX1" fmla="*/ 61055 w 91068"/>
                      <a:gd name="connsiteY1" fmla="*/ 14859 h 117245"/>
                      <a:gd name="connsiteX2" fmla="*/ 52483 w 91068"/>
                      <a:gd name="connsiteY2" fmla="*/ 26765 h 117245"/>
                      <a:gd name="connsiteX3" fmla="*/ 25717 w 91068"/>
                      <a:gd name="connsiteY3" fmla="*/ 59055 h 117245"/>
                      <a:gd name="connsiteX4" fmla="*/ 19907 w 91068"/>
                      <a:gd name="connsiteY4" fmla="*/ 61246 h 117245"/>
                      <a:gd name="connsiteX5" fmla="*/ 0 w 91068"/>
                      <a:gd name="connsiteY5" fmla="*/ 90964 h 117245"/>
                      <a:gd name="connsiteX6" fmla="*/ 4477 w 91068"/>
                      <a:gd name="connsiteY6" fmla="*/ 95345 h 117245"/>
                      <a:gd name="connsiteX7" fmla="*/ 35052 w 91068"/>
                      <a:gd name="connsiteY7" fmla="*/ 115538 h 117245"/>
                      <a:gd name="connsiteX8" fmla="*/ 75438 w 91068"/>
                      <a:gd name="connsiteY8" fmla="*/ 12097 h 117245"/>
                      <a:gd name="connsiteX9" fmla="*/ 60007 w 91068"/>
                      <a:gd name="connsiteY9" fmla="*/ 0 h 117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1068" h="117245">
                        <a:moveTo>
                          <a:pt x="60007" y="0"/>
                        </a:moveTo>
                        <a:cubicBezTo>
                          <a:pt x="62294" y="4572"/>
                          <a:pt x="63055" y="9620"/>
                          <a:pt x="61055" y="14859"/>
                        </a:cubicBezTo>
                        <a:cubicBezTo>
                          <a:pt x="59246" y="19431"/>
                          <a:pt x="55626" y="22955"/>
                          <a:pt x="52483" y="26765"/>
                        </a:cubicBezTo>
                        <a:cubicBezTo>
                          <a:pt x="43529" y="37719"/>
                          <a:pt x="38195" y="52483"/>
                          <a:pt x="25717" y="59055"/>
                        </a:cubicBezTo>
                        <a:cubicBezTo>
                          <a:pt x="23813" y="60007"/>
                          <a:pt x="21907" y="60674"/>
                          <a:pt x="19907" y="61246"/>
                        </a:cubicBezTo>
                        <a:cubicBezTo>
                          <a:pt x="15716" y="70295"/>
                          <a:pt x="7715" y="80867"/>
                          <a:pt x="0" y="90964"/>
                        </a:cubicBezTo>
                        <a:cubicBezTo>
                          <a:pt x="1429" y="92392"/>
                          <a:pt x="2953" y="93916"/>
                          <a:pt x="4477" y="95345"/>
                        </a:cubicBezTo>
                        <a:cubicBezTo>
                          <a:pt x="13430" y="103822"/>
                          <a:pt x="23050" y="112681"/>
                          <a:pt x="35052" y="115538"/>
                        </a:cubicBezTo>
                        <a:cubicBezTo>
                          <a:pt x="94679" y="130207"/>
                          <a:pt x="104204" y="46482"/>
                          <a:pt x="75438" y="12097"/>
                        </a:cubicBezTo>
                        <a:cubicBezTo>
                          <a:pt x="70675" y="6382"/>
                          <a:pt x="65437" y="2477"/>
                          <a:pt x="60007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69" name="Forme libre : forme 17468">
                    <a:extLst>
                      <a:ext uri="{FF2B5EF4-FFF2-40B4-BE49-F238E27FC236}">
                        <a16:creationId xmlns:a16="http://schemas.microsoft.com/office/drawing/2014/main" id="{4E0A20D5-8140-49D8-8A38-C4305CBED007}"/>
                      </a:ext>
                    </a:extLst>
                  </p:cNvPr>
                  <p:cNvSpPr/>
                  <p:nvPr/>
                </p:nvSpPr>
                <p:spPr>
                  <a:xfrm>
                    <a:off x="3269008" y="4447239"/>
                    <a:ext cx="35597" cy="25066"/>
                  </a:xfrm>
                  <a:custGeom>
                    <a:avLst/>
                    <a:gdLst>
                      <a:gd name="connsiteX0" fmla="*/ 6072 w 35597"/>
                      <a:gd name="connsiteY0" fmla="*/ 21700 h 25066"/>
                      <a:gd name="connsiteX1" fmla="*/ 9120 w 35597"/>
                      <a:gd name="connsiteY1" fmla="*/ 23414 h 25066"/>
                      <a:gd name="connsiteX2" fmla="*/ 15311 w 35597"/>
                      <a:gd name="connsiteY2" fmla="*/ 24748 h 25066"/>
                      <a:gd name="connsiteX3" fmla="*/ 25408 w 35597"/>
                      <a:gd name="connsiteY3" fmla="*/ 3602 h 25066"/>
                      <a:gd name="connsiteX4" fmla="*/ 6072 w 35597"/>
                      <a:gd name="connsiteY4" fmla="*/ 21700 h 25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597" h="25066">
                        <a:moveTo>
                          <a:pt x="6072" y="21700"/>
                        </a:moveTo>
                        <a:cubicBezTo>
                          <a:pt x="7025" y="22462"/>
                          <a:pt x="8072" y="23033"/>
                          <a:pt x="9120" y="23414"/>
                        </a:cubicBezTo>
                        <a:cubicBezTo>
                          <a:pt x="11025" y="24176"/>
                          <a:pt x="13216" y="24557"/>
                          <a:pt x="15311" y="24748"/>
                        </a:cubicBezTo>
                        <a:cubicBezTo>
                          <a:pt x="36743" y="27129"/>
                          <a:pt x="42934" y="15794"/>
                          <a:pt x="25408" y="3602"/>
                        </a:cubicBezTo>
                        <a:cubicBezTo>
                          <a:pt x="9977" y="-7161"/>
                          <a:pt x="-10311" y="8365"/>
                          <a:pt x="6072" y="2170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70" name="Forme libre : forme 17469">
                    <a:extLst>
                      <a:ext uri="{FF2B5EF4-FFF2-40B4-BE49-F238E27FC236}">
                        <a16:creationId xmlns:a16="http://schemas.microsoft.com/office/drawing/2014/main" id="{647D7B35-24A4-4294-A316-34BB540D5748}"/>
                      </a:ext>
                    </a:extLst>
                  </p:cNvPr>
                  <p:cNvSpPr/>
                  <p:nvPr/>
                </p:nvSpPr>
                <p:spPr>
                  <a:xfrm>
                    <a:off x="3357270" y="4259190"/>
                    <a:ext cx="106060" cy="208634"/>
                  </a:xfrm>
                  <a:custGeom>
                    <a:avLst/>
                    <a:gdLst>
                      <a:gd name="connsiteX0" fmla="*/ 64019 w 106060"/>
                      <a:gd name="connsiteY0" fmla="*/ 93449 h 208634"/>
                      <a:gd name="connsiteX1" fmla="*/ 62685 w 106060"/>
                      <a:gd name="connsiteY1" fmla="*/ 70208 h 208634"/>
                      <a:gd name="connsiteX2" fmla="*/ 99738 w 106060"/>
                      <a:gd name="connsiteY2" fmla="*/ 27631 h 208634"/>
                      <a:gd name="connsiteX3" fmla="*/ 61161 w 106060"/>
                      <a:gd name="connsiteY3" fmla="*/ 9 h 208634"/>
                      <a:gd name="connsiteX4" fmla="*/ 14870 w 106060"/>
                      <a:gd name="connsiteY4" fmla="*/ 57921 h 208634"/>
                      <a:gd name="connsiteX5" fmla="*/ 6392 w 106060"/>
                      <a:gd name="connsiteY5" fmla="*/ 183365 h 208634"/>
                      <a:gd name="connsiteX6" fmla="*/ 27252 w 106060"/>
                      <a:gd name="connsiteY6" fmla="*/ 206701 h 208634"/>
                      <a:gd name="connsiteX7" fmla="*/ 58685 w 106060"/>
                      <a:gd name="connsiteY7" fmla="*/ 204892 h 208634"/>
                      <a:gd name="connsiteX8" fmla="*/ 104976 w 106060"/>
                      <a:gd name="connsiteY8" fmla="*/ 162982 h 208634"/>
                      <a:gd name="connsiteX9" fmla="*/ 102690 w 106060"/>
                      <a:gd name="connsiteY9" fmla="*/ 83829 h 208634"/>
                      <a:gd name="connsiteX10" fmla="*/ 85164 w 106060"/>
                      <a:gd name="connsiteY10" fmla="*/ 92973 h 208634"/>
                      <a:gd name="connsiteX11" fmla="*/ 64019 w 106060"/>
                      <a:gd name="connsiteY11" fmla="*/ 93449 h 208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6060" h="208634">
                        <a:moveTo>
                          <a:pt x="64019" y="93449"/>
                        </a:moveTo>
                        <a:cubicBezTo>
                          <a:pt x="57637" y="88115"/>
                          <a:pt x="59351" y="77828"/>
                          <a:pt x="62685" y="70208"/>
                        </a:cubicBezTo>
                        <a:cubicBezTo>
                          <a:pt x="68400" y="56873"/>
                          <a:pt x="83069" y="36490"/>
                          <a:pt x="99738" y="27631"/>
                        </a:cubicBezTo>
                        <a:cubicBezTo>
                          <a:pt x="94880" y="11534"/>
                          <a:pt x="84021" y="-372"/>
                          <a:pt x="61161" y="9"/>
                        </a:cubicBezTo>
                        <a:cubicBezTo>
                          <a:pt x="25061" y="580"/>
                          <a:pt x="19061" y="28298"/>
                          <a:pt x="14870" y="57921"/>
                        </a:cubicBezTo>
                        <a:cubicBezTo>
                          <a:pt x="8964" y="100021"/>
                          <a:pt x="-9705" y="144027"/>
                          <a:pt x="6392" y="183365"/>
                        </a:cubicBezTo>
                        <a:cubicBezTo>
                          <a:pt x="10488" y="193271"/>
                          <a:pt x="17251" y="202796"/>
                          <a:pt x="27252" y="206701"/>
                        </a:cubicBezTo>
                        <a:cubicBezTo>
                          <a:pt x="37253" y="210511"/>
                          <a:pt x="48493" y="208035"/>
                          <a:pt x="58685" y="204892"/>
                        </a:cubicBezTo>
                        <a:cubicBezTo>
                          <a:pt x="79640" y="198415"/>
                          <a:pt x="101547" y="186604"/>
                          <a:pt x="104976" y="162982"/>
                        </a:cubicBezTo>
                        <a:cubicBezTo>
                          <a:pt x="108596" y="138312"/>
                          <a:pt x="101928" y="109642"/>
                          <a:pt x="102690" y="83829"/>
                        </a:cubicBezTo>
                        <a:cubicBezTo>
                          <a:pt x="95737" y="87925"/>
                          <a:pt x="89355" y="91163"/>
                          <a:pt x="85164" y="92973"/>
                        </a:cubicBezTo>
                        <a:cubicBezTo>
                          <a:pt x="78401" y="96021"/>
                          <a:pt x="69734" y="98212"/>
                          <a:pt x="64019" y="9344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71" name="Forme libre : forme 17470">
                    <a:extLst>
                      <a:ext uri="{FF2B5EF4-FFF2-40B4-BE49-F238E27FC236}">
                        <a16:creationId xmlns:a16="http://schemas.microsoft.com/office/drawing/2014/main" id="{853FECE3-24ED-479F-80A4-B4886BDD235F}"/>
                      </a:ext>
                    </a:extLst>
                  </p:cNvPr>
                  <p:cNvSpPr/>
                  <p:nvPr/>
                </p:nvSpPr>
                <p:spPr>
                  <a:xfrm>
                    <a:off x="3340517" y="4099733"/>
                    <a:ext cx="114490" cy="128798"/>
                  </a:xfrm>
                  <a:custGeom>
                    <a:avLst/>
                    <a:gdLst>
                      <a:gd name="connsiteX0" fmla="*/ 34671 w 114490"/>
                      <a:gd name="connsiteY0" fmla="*/ 127748 h 128798"/>
                      <a:gd name="connsiteX1" fmla="*/ 102394 w 114490"/>
                      <a:gd name="connsiteY1" fmla="*/ 75455 h 128798"/>
                      <a:gd name="connsiteX2" fmla="*/ 94393 w 114490"/>
                      <a:gd name="connsiteY2" fmla="*/ 80218 h 128798"/>
                      <a:gd name="connsiteX3" fmla="*/ 83534 w 114490"/>
                      <a:gd name="connsiteY3" fmla="*/ 84790 h 128798"/>
                      <a:gd name="connsiteX4" fmla="*/ 64484 w 114490"/>
                      <a:gd name="connsiteY4" fmla="*/ 68216 h 128798"/>
                      <a:gd name="connsiteX5" fmla="*/ 72676 w 114490"/>
                      <a:gd name="connsiteY5" fmla="*/ 42213 h 128798"/>
                      <a:gd name="connsiteX6" fmla="*/ 97727 w 114490"/>
                      <a:gd name="connsiteY6" fmla="*/ 20687 h 128798"/>
                      <a:gd name="connsiteX7" fmla="*/ 114490 w 114490"/>
                      <a:gd name="connsiteY7" fmla="*/ 13924 h 128798"/>
                      <a:gd name="connsiteX8" fmla="*/ 14478 w 114490"/>
                      <a:gd name="connsiteY8" fmla="*/ 58215 h 128798"/>
                      <a:gd name="connsiteX9" fmla="*/ 1810 w 114490"/>
                      <a:gd name="connsiteY9" fmla="*/ 71931 h 128798"/>
                      <a:gd name="connsiteX10" fmla="*/ 0 w 114490"/>
                      <a:gd name="connsiteY10" fmla="*/ 84885 h 128798"/>
                      <a:gd name="connsiteX11" fmla="*/ 0 w 114490"/>
                      <a:gd name="connsiteY11" fmla="*/ 104697 h 128798"/>
                      <a:gd name="connsiteX12" fmla="*/ 1333 w 114490"/>
                      <a:gd name="connsiteY12" fmla="*/ 116127 h 128798"/>
                      <a:gd name="connsiteX13" fmla="*/ 34671 w 114490"/>
                      <a:gd name="connsiteY13" fmla="*/ 127748 h 128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4490" h="128798">
                        <a:moveTo>
                          <a:pt x="34671" y="127748"/>
                        </a:moveTo>
                        <a:cubicBezTo>
                          <a:pt x="65913" y="120890"/>
                          <a:pt x="80772" y="95744"/>
                          <a:pt x="102394" y="75455"/>
                        </a:cubicBezTo>
                        <a:cubicBezTo>
                          <a:pt x="99727" y="77075"/>
                          <a:pt x="97060" y="78694"/>
                          <a:pt x="94393" y="80218"/>
                        </a:cubicBezTo>
                        <a:cubicBezTo>
                          <a:pt x="90964" y="82218"/>
                          <a:pt x="87535" y="84314"/>
                          <a:pt x="83534" y="84790"/>
                        </a:cubicBezTo>
                        <a:cubicBezTo>
                          <a:pt x="74295" y="85933"/>
                          <a:pt x="65818" y="77456"/>
                          <a:pt x="64484" y="68216"/>
                        </a:cubicBezTo>
                        <a:cubicBezTo>
                          <a:pt x="63151" y="58977"/>
                          <a:pt x="67246" y="49738"/>
                          <a:pt x="72676" y="42213"/>
                        </a:cubicBezTo>
                        <a:cubicBezTo>
                          <a:pt x="79248" y="33164"/>
                          <a:pt x="87916" y="25926"/>
                          <a:pt x="97727" y="20687"/>
                        </a:cubicBezTo>
                        <a:cubicBezTo>
                          <a:pt x="102013" y="18496"/>
                          <a:pt x="108013" y="15829"/>
                          <a:pt x="114490" y="13924"/>
                        </a:cubicBezTo>
                        <a:cubicBezTo>
                          <a:pt x="90392" y="-29224"/>
                          <a:pt x="36100" y="40022"/>
                          <a:pt x="14478" y="58215"/>
                        </a:cubicBezTo>
                        <a:cubicBezTo>
                          <a:pt x="9715" y="62311"/>
                          <a:pt x="4286" y="66121"/>
                          <a:pt x="1810" y="71931"/>
                        </a:cubicBezTo>
                        <a:cubicBezTo>
                          <a:pt x="95" y="76027"/>
                          <a:pt x="95" y="80504"/>
                          <a:pt x="0" y="84885"/>
                        </a:cubicBezTo>
                        <a:cubicBezTo>
                          <a:pt x="0" y="91457"/>
                          <a:pt x="0" y="98125"/>
                          <a:pt x="0" y="104697"/>
                        </a:cubicBezTo>
                        <a:cubicBezTo>
                          <a:pt x="0" y="108507"/>
                          <a:pt x="0" y="112508"/>
                          <a:pt x="1333" y="116127"/>
                        </a:cubicBezTo>
                        <a:cubicBezTo>
                          <a:pt x="5905" y="128224"/>
                          <a:pt x="22193" y="130510"/>
                          <a:pt x="34671" y="12774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72" name="Forme libre : forme 17471">
                    <a:extLst>
                      <a:ext uri="{FF2B5EF4-FFF2-40B4-BE49-F238E27FC236}">
                        <a16:creationId xmlns:a16="http://schemas.microsoft.com/office/drawing/2014/main" id="{51E36550-33EB-4282-B9E7-5CF343E89A85}"/>
                      </a:ext>
                    </a:extLst>
                  </p:cNvPr>
                  <p:cNvSpPr/>
                  <p:nvPr/>
                </p:nvSpPr>
                <p:spPr>
                  <a:xfrm>
                    <a:off x="3498880" y="3884961"/>
                    <a:ext cx="160084" cy="223002"/>
                  </a:xfrm>
                  <a:custGeom>
                    <a:avLst/>
                    <a:gdLst>
                      <a:gd name="connsiteX0" fmla="*/ 11087 w 160084"/>
                      <a:gd name="connsiteY0" fmla="*/ 61151 h 223002"/>
                      <a:gd name="connsiteX1" fmla="*/ 1085 w 160084"/>
                      <a:gd name="connsiteY1" fmla="*/ 122111 h 223002"/>
                      <a:gd name="connsiteX2" fmla="*/ 1848 w 160084"/>
                      <a:gd name="connsiteY2" fmla="*/ 159639 h 223002"/>
                      <a:gd name="connsiteX3" fmla="*/ 55473 w 160084"/>
                      <a:gd name="connsiteY3" fmla="*/ 213265 h 223002"/>
                      <a:gd name="connsiteX4" fmla="*/ 133578 w 160084"/>
                      <a:gd name="connsiteY4" fmla="*/ 222980 h 223002"/>
                      <a:gd name="connsiteX5" fmla="*/ 148056 w 160084"/>
                      <a:gd name="connsiteY5" fmla="*/ 220218 h 223002"/>
                      <a:gd name="connsiteX6" fmla="*/ 156343 w 160084"/>
                      <a:gd name="connsiteY6" fmla="*/ 202787 h 223002"/>
                      <a:gd name="connsiteX7" fmla="*/ 148151 w 160084"/>
                      <a:gd name="connsiteY7" fmla="*/ 98774 h 223002"/>
                      <a:gd name="connsiteX8" fmla="*/ 140722 w 160084"/>
                      <a:gd name="connsiteY8" fmla="*/ 60388 h 223002"/>
                      <a:gd name="connsiteX9" fmla="*/ 129387 w 160084"/>
                      <a:gd name="connsiteY9" fmla="*/ 74676 h 223002"/>
                      <a:gd name="connsiteX10" fmla="*/ 83762 w 160084"/>
                      <a:gd name="connsiteY10" fmla="*/ 0 h 223002"/>
                      <a:gd name="connsiteX11" fmla="*/ 76047 w 160084"/>
                      <a:gd name="connsiteY11" fmla="*/ 1619 h 223002"/>
                      <a:gd name="connsiteX12" fmla="*/ 11087 w 160084"/>
                      <a:gd name="connsiteY12" fmla="*/ 61151 h 223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60084" h="223002">
                        <a:moveTo>
                          <a:pt x="11087" y="61151"/>
                        </a:moveTo>
                        <a:cubicBezTo>
                          <a:pt x="4610" y="80772"/>
                          <a:pt x="2800" y="101537"/>
                          <a:pt x="1085" y="122111"/>
                        </a:cubicBezTo>
                        <a:cubicBezTo>
                          <a:pt x="38" y="134588"/>
                          <a:pt x="-1010" y="147447"/>
                          <a:pt x="1848" y="159639"/>
                        </a:cubicBezTo>
                        <a:cubicBezTo>
                          <a:pt x="7943" y="185261"/>
                          <a:pt x="30613" y="204311"/>
                          <a:pt x="55473" y="213265"/>
                        </a:cubicBezTo>
                        <a:cubicBezTo>
                          <a:pt x="80238" y="222123"/>
                          <a:pt x="107194" y="222599"/>
                          <a:pt x="133578" y="222980"/>
                        </a:cubicBezTo>
                        <a:cubicBezTo>
                          <a:pt x="138626" y="223076"/>
                          <a:pt x="143960" y="222980"/>
                          <a:pt x="148056" y="220218"/>
                        </a:cubicBezTo>
                        <a:cubicBezTo>
                          <a:pt x="153581" y="216503"/>
                          <a:pt x="155200" y="209360"/>
                          <a:pt x="156343" y="202787"/>
                        </a:cubicBezTo>
                        <a:cubicBezTo>
                          <a:pt x="163201" y="163925"/>
                          <a:pt x="160724" y="135731"/>
                          <a:pt x="148151" y="98774"/>
                        </a:cubicBezTo>
                        <a:cubicBezTo>
                          <a:pt x="144056" y="86678"/>
                          <a:pt x="142436" y="73438"/>
                          <a:pt x="140722" y="60388"/>
                        </a:cubicBezTo>
                        <a:cubicBezTo>
                          <a:pt x="136722" y="64961"/>
                          <a:pt x="132911" y="69723"/>
                          <a:pt x="129387" y="74676"/>
                        </a:cubicBezTo>
                        <a:cubicBezTo>
                          <a:pt x="122339" y="45053"/>
                          <a:pt x="105956" y="19145"/>
                          <a:pt x="83762" y="0"/>
                        </a:cubicBezTo>
                        <a:cubicBezTo>
                          <a:pt x="81191" y="476"/>
                          <a:pt x="78619" y="953"/>
                          <a:pt x="76047" y="1619"/>
                        </a:cubicBezTo>
                        <a:cubicBezTo>
                          <a:pt x="43376" y="9049"/>
                          <a:pt x="21659" y="29337"/>
                          <a:pt x="11087" y="6115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73" name="Forme libre : forme 17472">
                    <a:extLst>
                      <a:ext uri="{FF2B5EF4-FFF2-40B4-BE49-F238E27FC236}">
                        <a16:creationId xmlns:a16="http://schemas.microsoft.com/office/drawing/2014/main" id="{CE60AD1C-63D0-449E-AAD5-862E1C312AA5}"/>
                      </a:ext>
                    </a:extLst>
                  </p:cNvPr>
                  <p:cNvSpPr/>
                  <p:nvPr/>
                </p:nvSpPr>
                <p:spPr>
                  <a:xfrm>
                    <a:off x="3507464" y="4165473"/>
                    <a:ext cx="186334" cy="147624"/>
                  </a:xfrm>
                  <a:custGeom>
                    <a:avLst/>
                    <a:gdLst>
                      <a:gd name="connsiteX0" fmla="*/ 13361 w 186334"/>
                      <a:gd name="connsiteY0" fmla="*/ 59722 h 147624"/>
                      <a:gd name="connsiteX1" fmla="*/ 96609 w 186334"/>
                      <a:gd name="connsiteY1" fmla="*/ 131445 h 147624"/>
                      <a:gd name="connsiteX2" fmla="*/ 121089 w 186334"/>
                      <a:gd name="connsiteY2" fmla="*/ 146780 h 147624"/>
                      <a:gd name="connsiteX3" fmla="*/ 146330 w 186334"/>
                      <a:gd name="connsiteY3" fmla="*/ 137636 h 147624"/>
                      <a:gd name="connsiteX4" fmla="*/ 147282 w 186334"/>
                      <a:gd name="connsiteY4" fmla="*/ 112871 h 147624"/>
                      <a:gd name="connsiteX5" fmla="*/ 153664 w 186334"/>
                      <a:gd name="connsiteY5" fmla="*/ 87535 h 147624"/>
                      <a:gd name="connsiteX6" fmla="*/ 135472 w 186334"/>
                      <a:gd name="connsiteY6" fmla="*/ 98393 h 147624"/>
                      <a:gd name="connsiteX7" fmla="*/ 124613 w 186334"/>
                      <a:gd name="connsiteY7" fmla="*/ 102965 h 147624"/>
                      <a:gd name="connsiteX8" fmla="*/ 105563 w 186334"/>
                      <a:gd name="connsiteY8" fmla="*/ 86392 h 147624"/>
                      <a:gd name="connsiteX9" fmla="*/ 113755 w 186334"/>
                      <a:gd name="connsiteY9" fmla="*/ 60388 h 147624"/>
                      <a:gd name="connsiteX10" fmla="*/ 138805 w 186334"/>
                      <a:gd name="connsiteY10" fmla="*/ 38862 h 147624"/>
                      <a:gd name="connsiteX11" fmla="*/ 184621 w 186334"/>
                      <a:gd name="connsiteY11" fmla="*/ 32290 h 147624"/>
                      <a:gd name="connsiteX12" fmla="*/ 186335 w 186334"/>
                      <a:gd name="connsiteY12" fmla="*/ 29337 h 147624"/>
                      <a:gd name="connsiteX13" fmla="*/ 184525 w 186334"/>
                      <a:gd name="connsiteY13" fmla="*/ 0 h 147624"/>
                      <a:gd name="connsiteX14" fmla="*/ 118422 w 186334"/>
                      <a:gd name="connsiteY14" fmla="*/ 11144 h 147624"/>
                      <a:gd name="connsiteX15" fmla="*/ 134900 w 186334"/>
                      <a:gd name="connsiteY15" fmla="*/ 27146 h 147624"/>
                      <a:gd name="connsiteX16" fmla="*/ 118898 w 186334"/>
                      <a:gd name="connsiteY16" fmla="*/ 43624 h 147624"/>
                      <a:gd name="connsiteX17" fmla="*/ 102420 w 186334"/>
                      <a:gd name="connsiteY17" fmla="*/ 27622 h 147624"/>
                      <a:gd name="connsiteX18" fmla="*/ 118422 w 186334"/>
                      <a:gd name="connsiteY18" fmla="*/ 11144 h 147624"/>
                      <a:gd name="connsiteX19" fmla="*/ 43079 w 186334"/>
                      <a:gd name="connsiteY19" fmla="*/ 13525 h 147624"/>
                      <a:gd name="connsiteX20" fmla="*/ 14028 w 186334"/>
                      <a:gd name="connsiteY20" fmla="*/ 18764 h 147624"/>
                      <a:gd name="connsiteX21" fmla="*/ 407 w 186334"/>
                      <a:gd name="connsiteY21" fmla="*/ 42767 h 147624"/>
                      <a:gd name="connsiteX22" fmla="*/ 13361 w 186334"/>
                      <a:gd name="connsiteY22" fmla="*/ 59722 h 147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86334" h="147624">
                        <a:moveTo>
                          <a:pt x="13361" y="59722"/>
                        </a:moveTo>
                        <a:cubicBezTo>
                          <a:pt x="41079" y="83629"/>
                          <a:pt x="68797" y="107537"/>
                          <a:pt x="96609" y="131445"/>
                        </a:cubicBezTo>
                        <a:cubicBezTo>
                          <a:pt x="103944" y="137827"/>
                          <a:pt x="111659" y="144304"/>
                          <a:pt x="121089" y="146780"/>
                        </a:cubicBezTo>
                        <a:cubicBezTo>
                          <a:pt x="130519" y="149257"/>
                          <a:pt x="142044" y="146304"/>
                          <a:pt x="146330" y="137636"/>
                        </a:cubicBezTo>
                        <a:cubicBezTo>
                          <a:pt x="150045" y="130112"/>
                          <a:pt x="147473" y="121253"/>
                          <a:pt x="147282" y="112871"/>
                        </a:cubicBezTo>
                        <a:cubicBezTo>
                          <a:pt x="147187" y="104013"/>
                          <a:pt x="149854" y="95631"/>
                          <a:pt x="153664" y="87535"/>
                        </a:cubicBezTo>
                        <a:cubicBezTo>
                          <a:pt x="147568" y="91154"/>
                          <a:pt x="141567" y="94774"/>
                          <a:pt x="135472" y="98393"/>
                        </a:cubicBezTo>
                        <a:cubicBezTo>
                          <a:pt x="132042" y="100393"/>
                          <a:pt x="128614" y="102489"/>
                          <a:pt x="124613" y="102965"/>
                        </a:cubicBezTo>
                        <a:cubicBezTo>
                          <a:pt x="115374" y="104108"/>
                          <a:pt x="106897" y="95631"/>
                          <a:pt x="105563" y="86392"/>
                        </a:cubicBezTo>
                        <a:cubicBezTo>
                          <a:pt x="104230" y="77153"/>
                          <a:pt x="108325" y="67913"/>
                          <a:pt x="113755" y="60388"/>
                        </a:cubicBezTo>
                        <a:cubicBezTo>
                          <a:pt x="120327" y="51340"/>
                          <a:pt x="128995" y="44101"/>
                          <a:pt x="138805" y="38862"/>
                        </a:cubicBezTo>
                        <a:cubicBezTo>
                          <a:pt x="149759" y="33147"/>
                          <a:pt x="172238" y="24955"/>
                          <a:pt x="184621" y="32290"/>
                        </a:cubicBezTo>
                        <a:cubicBezTo>
                          <a:pt x="185192" y="31337"/>
                          <a:pt x="185764" y="30289"/>
                          <a:pt x="186335" y="29337"/>
                        </a:cubicBezTo>
                        <a:lnTo>
                          <a:pt x="184525" y="0"/>
                        </a:lnTo>
                        <a:cubicBezTo>
                          <a:pt x="164142" y="9525"/>
                          <a:pt x="140901" y="10382"/>
                          <a:pt x="118422" y="11144"/>
                        </a:cubicBezTo>
                        <a:cubicBezTo>
                          <a:pt x="127375" y="11049"/>
                          <a:pt x="134709" y="18193"/>
                          <a:pt x="134900" y="27146"/>
                        </a:cubicBezTo>
                        <a:cubicBezTo>
                          <a:pt x="135090" y="36100"/>
                          <a:pt x="127851" y="43434"/>
                          <a:pt x="118898" y="43624"/>
                        </a:cubicBezTo>
                        <a:cubicBezTo>
                          <a:pt x="109945" y="43815"/>
                          <a:pt x="102610" y="36576"/>
                          <a:pt x="102420" y="27622"/>
                        </a:cubicBezTo>
                        <a:cubicBezTo>
                          <a:pt x="102229" y="18669"/>
                          <a:pt x="109468" y="11335"/>
                          <a:pt x="118422" y="11144"/>
                        </a:cubicBezTo>
                        <a:cubicBezTo>
                          <a:pt x="93276" y="11906"/>
                          <a:pt x="68130" y="12763"/>
                          <a:pt x="43079" y="13525"/>
                        </a:cubicBezTo>
                        <a:cubicBezTo>
                          <a:pt x="33173" y="13811"/>
                          <a:pt x="22886" y="14288"/>
                          <a:pt x="14028" y="18764"/>
                        </a:cubicBezTo>
                        <a:cubicBezTo>
                          <a:pt x="5170" y="23241"/>
                          <a:pt x="-1784" y="33147"/>
                          <a:pt x="407" y="42767"/>
                        </a:cubicBezTo>
                        <a:cubicBezTo>
                          <a:pt x="2122" y="49816"/>
                          <a:pt x="7932" y="55054"/>
                          <a:pt x="13361" y="5972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74" name="Forme libre : forme 17473">
                    <a:extLst>
                      <a:ext uri="{FF2B5EF4-FFF2-40B4-BE49-F238E27FC236}">
                        <a16:creationId xmlns:a16="http://schemas.microsoft.com/office/drawing/2014/main" id="{8B930914-8363-4071-80B5-5A11319E3DE0}"/>
                      </a:ext>
                    </a:extLst>
                  </p:cNvPr>
                  <p:cNvSpPr/>
                  <p:nvPr/>
                </p:nvSpPr>
                <p:spPr>
                  <a:xfrm>
                    <a:off x="3734944" y="4011221"/>
                    <a:ext cx="118823" cy="207267"/>
                  </a:xfrm>
                  <a:custGeom>
                    <a:avLst/>
                    <a:gdLst>
                      <a:gd name="connsiteX0" fmla="*/ 36293 w 118823"/>
                      <a:gd name="connsiteY0" fmla="*/ 46428 h 207267"/>
                      <a:gd name="connsiteX1" fmla="*/ 28292 w 118823"/>
                      <a:gd name="connsiteY1" fmla="*/ 89100 h 207267"/>
                      <a:gd name="connsiteX2" fmla="*/ 3 w 118823"/>
                      <a:gd name="connsiteY2" fmla="*/ 154823 h 207267"/>
                      <a:gd name="connsiteX3" fmla="*/ 20006 w 118823"/>
                      <a:gd name="connsiteY3" fmla="*/ 193304 h 207267"/>
                      <a:gd name="connsiteX4" fmla="*/ 62106 w 118823"/>
                      <a:gd name="connsiteY4" fmla="*/ 207210 h 207267"/>
                      <a:gd name="connsiteX5" fmla="*/ 101349 w 118823"/>
                      <a:gd name="connsiteY5" fmla="*/ 191875 h 207267"/>
                      <a:gd name="connsiteX6" fmla="*/ 102397 w 118823"/>
                      <a:gd name="connsiteY6" fmla="*/ 145965 h 207267"/>
                      <a:gd name="connsiteX7" fmla="*/ 96015 w 118823"/>
                      <a:gd name="connsiteY7" fmla="*/ 78051 h 207267"/>
                      <a:gd name="connsiteX8" fmla="*/ 118494 w 118823"/>
                      <a:gd name="connsiteY8" fmla="*/ 18329 h 207267"/>
                      <a:gd name="connsiteX9" fmla="*/ 36293 w 118823"/>
                      <a:gd name="connsiteY9" fmla="*/ 46428 h 207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8823" h="207267">
                        <a:moveTo>
                          <a:pt x="36293" y="46428"/>
                        </a:moveTo>
                        <a:cubicBezTo>
                          <a:pt x="32102" y="60335"/>
                          <a:pt x="32674" y="75289"/>
                          <a:pt x="28292" y="89100"/>
                        </a:cubicBezTo>
                        <a:cubicBezTo>
                          <a:pt x="21053" y="112056"/>
                          <a:pt x="384" y="130724"/>
                          <a:pt x="3" y="154823"/>
                        </a:cubicBezTo>
                        <a:cubicBezTo>
                          <a:pt x="-187" y="169777"/>
                          <a:pt x="8100" y="184255"/>
                          <a:pt x="20006" y="193304"/>
                        </a:cubicBezTo>
                        <a:cubicBezTo>
                          <a:pt x="31912" y="202352"/>
                          <a:pt x="47057" y="206639"/>
                          <a:pt x="62106" y="207210"/>
                        </a:cubicBezTo>
                        <a:cubicBezTo>
                          <a:pt x="76775" y="207782"/>
                          <a:pt x="93158" y="204162"/>
                          <a:pt x="101349" y="191875"/>
                        </a:cubicBezTo>
                        <a:cubicBezTo>
                          <a:pt x="110112" y="178731"/>
                          <a:pt x="106112" y="161300"/>
                          <a:pt x="102397" y="145965"/>
                        </a:cubicBezTo>
                        <a:cubicBezTo>
                          <a:pt x="96968" y="123962"/>
                          <a:pt x="92586" y="100721"/>
                          <a:pt x="96015" y="78051"/>
                        </a:cubicBezTo>
                        <a:cubicBezTo>
                          <a:pt x="98777" y="59477"/>
                          <a:pt x="121828" y="35379"/>
                          <a:pt x="118494" y="18329"/>
                        </a:cubicBezTo>
                        <a:cubicBezTo>
                          <a:pt x="109636" y="-27010"/>
                          <a:pt x="43247" y="23187"/>
                          <a:pt x="36293" y="4642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75" name="Forme libre : forme 17474">
                    <a:extLst>
                      <a:ext uri="{FF2B5EF4-FFF2-40B4-BE49-F238E27FC236}">
                        <a16:creationId xmlns:a16="http://schemas.microsoft.com/office/drawing/2014/main" id="{A1F364D8-5FB4-4F97-B0A7-1FA26CE175F9}"/>
                      </a:ext>
                    </a:extLst>
                  </p:cNvPr>
                  <p:cNvSpPr/>
                  <p:nvPr/>
                </p:nvSpPr>
                <p:spPr>
                  <a:xfrm>
                    <a:off x="3574828" y="4345947"/>
                    <a:ext cx="168275" cy="118294"/>
                  </a:xfrm>
                  <a:custGeom>
                    <a:avLst/>
                    <a:gdLst>
                      <a:gd name="connsiteX0" fmla="*/ 165643 w 168275"/>
                      <a:gd name="connsiteY0" fmla="*/ 595 h 118294"/>
                      <a:gd name="connsiteX1" fmla="*/ 133734 w 168275"/>
                      <a:gd name="connsiteY1" fmla="*/ 24 h 118294"/>
                      <a:gd name="connsiteX2" fmla="*/ 101159 w 168275"/>
                      <a:gd name="connsiteY2" fmla="*/ 4691 h 118294"/>
                      <a:gd name="connsiteX3" fmla="*/ 69155 w 168275"/>
                      <a:gd name="connsiteY3" fmla="*/ 30504 h 118294"/>
                      <a:gd name="connsiteX4" fmla="*/ 3909 w 168275"/>
                      <a:gd name="connsiteY4" fmla="*/ 100989 h 118294"/>
                      <a:gd name="connsiteX5" fmla="*/ 3 w 168275"/>
                      <a:gd name="connsiteY5" fmla="*/ 108037 h 118294"/>
                      <a:gd name="connsiteX6" fmla="*/ 13814 w 168275"/>
                      <a:gd name="connsiteY6" fmla="*/ 116515 h 118294"/>
                      <a:gd name="connsiteX7" fmla="*/ 80204 w 168275"/>
                      <a:gd name="connsiteY7" fmla="*/ 118229 h 118294"/>
                      <a:gd name="connsiteX8" fmla="*/ 117161 w 168275"/>
                      <a:gd name="connsiteY8" fmla="*/ 114991 h 118294"/>
                      <a:gd name="connsiteX9" fmla="*/ 167453 w 168275"/>
                      <a:gd name="connsiteY9" fmla="*/ 29932 h 118294"/>
                      <a:gd name="connsiteX10" fmla="*/ 165643 w 168275"/>
                      <a:gd name="connsiteY10" fmla="*/ 595 h 118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8275" h="118294">
                        <a:moveTo>
                          <a:pt x="165643" y="595"/>
                        </a:moveTo>
                        <a:cubicBezTo>
                          <a:pt x="154975" y="119"/>
                          <a:pt x="144402" y="-71"/>
                          <a:pt x="133734" y="24"/>
                        </a:cubicBezTo>
                        <a:cubicBezTo>
                          <a:pt x="122685" y="119"/>
                          <a:pt x="111446" y="595"/>
                          <a:pt x="101159" y="4691"/>
                        </a:cubicBezTo>
                        <a:cubicBezTo>
                          <a:pt x="88395" y="9930"/>
                          <a:pt x="78585" y="20312"/>
                          <a:pt x="69155" y="30504"/>
                        </a:cubicBezTo>
                        <a:cubicBezTo>
                          <a:pt x="47438" y="54031"/>
                          <a:pt x="25626" y="77462"/>
                          <a:pt x="3909" y="100989"/>
                        </a:cubicBezTo>
                        <a:cubicBezTo>
                          <a:pt x="2004" y="102989"/>
                          <a:pt x="3" y="105275"/>
                          <a:pt x="3" y="108037"/>
                        </a:cubicBezTo>
                        <a:cubicBezTo>
                          <a:pt x="-187" y="114038"/>
                          <a:pt x="7814" y="116324"/>
                          <a:pt x="13814" y="116515"/>
                        </a:cubicBezTo>
                        <a:cubicBezTo>
                          <a:pt x="35912" y="117372"/>
                          <a:pt x="58106" y="117943"/>
                          <a:pt x="80204" y="118229"/>
                        </a:cubicBezTo>
                        <a:cubicBezTo>
                          <a:pt x="92586" y="118420"/>
                          <a:pt x="105254" y="118420"/>
                          <a:pt x="117161" y="114991"/>
                        </a:cubicBezTo>
                        <a:cubicBezTo>
                          <a:pt x="151737" y="104989"/>
                          <a:pt x="172787" y="65556"/>
                          <a:pt x="167453" y="29932"/>
                        </a:cubicBezTo>
                        <a:lnTo>
                          <a:pt x="165643" y="595"/>
                        </a:ln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76" name="Forme libre : forme 17475">
                    <a:extLst>
                      <a:ext uri="{FF2B5EF4-FFF2-40B4-BE49-F238E27FC236}">
                        <a16:creationId xmlns:a16="http://schemas.microsoft.com/office/drawing/2014/main" id="{940A6C12-2FA7-4B06-B857-F463AABB92C8}"/>
                      </a:ext>
                    </a:extLst>
                  </p:cNvPr>
                  <p:cNvSpPr/>
                  <p:nvPr/>
                </p:nvSpPr>
                <p:spPr>
                  <a:xfrm>
                    <a:off x="3950128" y="4230528"/>
                    <a:ext cx="655" cy="2000"/>
                  </a:xfrm>
                  <a:custGeom>
                    <a:avLst/>
                    <a:gdLst>
                      <a:gd name="connsiteX0" fmla="*/ 655 w 655"/>
                      <a:gd name="connsiteY0" fmla="*/ 2000 h 2000"/>
                      <a:gd name="connsiteX1" fmla="*/ 560 w 655"/>
                      <a:gd name="connsiteY1" fmla="*/ 0 h 2000"/>
                      <a:gd name="connsiteX2" fmla="*/ 655 w 655"/>
                      <a:gd name="connsiteY2" fmla="*/ 2000 h 2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55" h="2000">
                        <a:moveTo>
                          <a:pt x="655" y="2000"/>
                        </a:moveTo>
                        <a:lnTo>
                          <a:pt x="560" y="0"/>
                        </a:lnTo>
                        <a:cubicBezTo>
                          <a:pt x="-107" y="667"/>
                          <a:pt x="-297" y="1714"/>
                          <a:pt x="655" y="200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77" name="Forme libre : forme 17476">
                    <a:extLst>
                      <a:ext uri="{FF2B5EF4-FFF2-40B4-BE49-F238E27FC236}">
                        <a16:creationId xmlns:a16="http://schemas.microsoft.com/office/drawing/2014/main" id="{214ADC50-CF70-40AE-A7D6-0C35516B54DF}"/>
                      </a:ext>
                    </a:extLst>
                  </p:cNvPr>
                  <p:cNvSpPr/>
                  <p:nvPr/>
                </p:nvSpPr>
                <p:spPr>
                  <a:xfrm>
                    <a:off x="3837961" y="4202304"/>
                    <a:ext cx="120247" cy="252593"/>
                  </a:xfrm>
                  <a:custGeom>
                    <a:avLst/>
                    <a:gdLst>
                      <a:gd name="connsiteX0" fmla="*/ 55006 w 120247"/>
                      <a:gd name="connsiteY0" fmla="*/ 248347 h 252593"/>
                      <a:gd name="connsiteX1" fmla="*/ 84819 w 120247"/>
                      <a:gd name="connsiteY1" fmla="*/ 252062 h 252593"/>
                      <a:gd name="connsiteX2" fmla="*/ 103393 w 120247"/>
                      <a:gd name="connsiteY2" fmla="*/ 244918 h 252593"/>
                      <a:gd name="connsiteX3" fmla="*/ 115966 w 120247"/>
                      <a:gd name="connsiteY3" fmla="*/ 227297 h 252593"/>
                      <a:gd name="connsiteX4" fmla="*/ 105298 w 120247"/>
                      <a:gd name="connsiteY4" fmla="*/ 125094 h 252593"/>
                      <a:gd name="connsiteX5" fmla="*/ 110632 w 120247"/>
                      <a:gd name="connsiteY5" fmla="*/ 55466 h 252593"/>
                      <a:gd name="connsiteX6" fmla="*/ 100250 w 120247"/>
                      <a:gd name="connsiteY6" fmla="*/ 59466 h 252593"/>
                      <a:gd name="connsiteX7" fmla="*/ 83771 w 120247"/>
                      <a:gd name="connsiteY7" fmla="*/ 43464 h 252593"/>
                      <a:gd name="connsiteX8" fmla="*/ 99773 w 120247"/>
                      <a:gd name="connsiteY8" fmla="*/ 26986 h 252593"/>
                      <a:gd name="connsiteX9" fmla="*/ 114918 w 120247"/>
                      <a:gd name="connsiteY9" fmla="*/ 36892 h 252593"/>
                      <a:gd name="connsiteX10" fmla="*/ 115775 w 120247"/>
                      <a:gd name="connsiteY10" fmla="*/ 33273 h 252593"/>
                      <a:gd name="connsiteX11" fmla="*/ 114918 w 120247"/>
                      <a:gd name="connsiteY11" fmla="*/ 27653 h 252593"/>
                      <a:gd name="connsiteX12" fmla="*/ 112537 w 120247"/>
                      <a:gd name="connsiteY12" fmla="*/ 28224 h 252593"/>
                      <a:gd name="connsiteX13" fmla="*/ 112632 w 120247"/>
                      <a:gd name="connsiteY13" fmla="*/ 30225 h 252593"/>
                      <a:gd name="connsiteX14" fmla="*/ 112537 w 120247"/>
                      <a:gd name="connsiteY14" fmla="*/ 28224 h 252593"/>
                      <a:gd name="connsiteX15" fmla="*/ 110822 w 120247"/>
                      <a:gd name="connsiteY15" fmla="*/ 792 h 252593"/>
                      <a:gd name="connsiteX16" fmla="*/ 33956 w 120247"/>
                      <a:gd name="connsiteY16" fmla="*/ 34987 h 252593"/>
                      <a:gd name="connsiteX17" fmla="*/ 17096 w 120247"/>
                      <a:gd name="connsiteY17" fmla="*/ 63753 h 252593"/>
                      <a:gd name="connsiteX18" fmla="*/ 56244 w 120247"/>
                      <a:gd name="connsiteY18" fmla="*/ 55656 h 252593"/>
                      <a:gd name="connsiteX19" fmla="*/ 78152 w 120247"/>
                      <a:gd name="connsiteY19" fmla="*/ 90042 h 252593"/>
                      <a:gd name="connsiteX20" fmla="*/ 69579 w 120247"/>
                      <a:gd name="connsiteY20" fmla="*/ 101948 h 252593"/>
                      <a:gd name="connsiteX21" fmla="*/ 42814 w 120247"/>
                      <a:gd name="connsiteY21" fmla="*/ 134238 h 252593"/>
                      <a:gd name="connsiteX22" fmla="*/ 1761 w 120247"/>
                      <a:gd name="connsiteY22" fmla="*/ 128142 h 252593"/>
                      <a:gd name="connsiteX23" fmla="*/ 1380 w 120247"/>
                      <a:gd name="connsiteY23" fmla="*/ 127856 h 252593"/>
                      <a:gd name="connsiteX24" fmla="*/ 11191 w 120247"/>
                      <a:gd name="connsiteY24" fmla="*/ 206913 h 252593"/>
                      <a:gd name="connsiteX25" fmla="*/ 33765 w 120247"/>
                      <a:gd name="connsiteY25" fmla="*/ 235679 h 252593"/>
                      <a:gd name="connsiteX26" fmla="*/ 62150 w 120247"/>
                      <a:gd name="connsiteY26" fmla="*/ 233298 h 252593"/>
                      <a:gd name="connsiteX27" fmla="*/ 55006 w 120247"/>
                      <a:gd name="connsiteY27" fmla="*/ 248347 h 252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20247" h="252593">
                        <a:moveTo>
                          <a:pt x="55006" y="248347"/>
                        </a:moveTo>
                        <a:cubicBezTo>
                          <a:pt x="64531" y="251967"/>
                          <a:pt x="74627" y="253491"/>
                          <a:pt x="84819" y="252062"/>
                        </a:cubicBezTo>
                        <a:cubicBezTo>
                          <a:pt x="91487" y="251109"/>
                          <a:pt x="98059" y="248919"/>
                          <a:pt x="103393" y="244918"/>
                        </a:cubicBezTo>
                        <a:cubicBezTo>
                          <a:pt x="109203" y="240537"/>
                          <a:pt x="113299" y="234060"/>
                          <a:pt x="115966" y="227297"/>
                        </a:cubicBezTo>
                        <a:cubicBezTo>
                          <a:pt x="128539" y="194912"/>
                          <a:pt x="109870" y="159574"/>
                          <a:pt x="105298" y="125094"/>
                        </a:cubicBezTo>
                        <a:cubicBezTo>
                          <a:pt x="102154" y="101853"/>
                          <a:pt x="105584" y="78516"/>
                          <a:pt x="110632" y="55466"/>
                        </a:cubicBezTo>
                        <a:cubicBezTo>
                          <a:pt x="107870" y="57942"/>
                          <a:pt x="104250" y="59466"/>
                          <a:pt x="100250" y="59466"/>
                        </a:cubicBezTo>
                        <a:cubicBezTo>
                          <a:pt x="91296" y="59562"/>
                          <a:pt x="83962" y="52418"/>
                          <a:pt x="83771" y="43464"/>
                        </a:cubicBezTo>
                        <a:cubicBezTo>
                          <a:pt x="83581" y="34511"/>
                          <a:pt x="90820" y="27177"/>
                          <a:pt x="99773" y="26986"/>
                        </a:cubicBezTo>
                        <a:cubicBezTo>
                          <a:pt x="106536" y="26891"/>
                          <a:pt x="112442" y="30987"/>
                          <a:pt x="114918" y="36892"/>
                        </a:cubicBezTo>
                        <a:cubicBezTo>
                          <a:pt x="115204" y="35654"/>
                          <a:pt x="115490" y="34416"/>
                          <a:pt x="115775" y="33273"/>
                        </a:cubicBezTo>
                        <a:cubicBezTo>
                          <a:pt x="116252" y="31272"/>
                          <a:pt x="116537" y="28796"/>
                          <a:pt x="114918" y="27653"/>
                        </a:cubicBezTo>
                        <a:cubicBezTo>
                          <a:pt x="114156" y="27081"/>
                          <a:pt x="113108" y="27558"/>
                          <a:pt x="112537" y="28224"/>
                        </a:cubicBezTo>
                        <a:lnTo>
                          <a:pt x="112632" y="30225"/>
                        </a:lnTo>
                        <a:cubicBezTo>
                          <a:pt x="111679" y="29939"/>
                          <a:pt x="111870" y="28891"/>
                          <a:pt x="112537" y="28224"/>
                        </a:cubicBezTo>
                        <a:lnTo>
                          <a:pt x="110822" y="792"/>
                        </a:lnTo>
                        <a:cubicBezTo>
                          <a:pt x="81771" y="-3780"/>
                          <a:pt x="52244" y="11937"/>
                          <a:pt x="33956" y="34987"/>
                        </a:cubicBezTo>
                        <a:cubicBezTo>
                          <a:pt x="27002" y="43750"/>
                          <a:pt x="21478" y="53466"/>
                          <a:pt x="17096" y="63753"/>
                        </a:cubicBezTo>
                        <a:cubicBezTo>
                          <a:pt x="27478" y="56228"/>
                          <a:pt x="44052" y="48894"/>
                          <a:pt x="56244" y="55656"/>
                        </a:cubicBezTo>
                        <a:cubicBezTo>
                          <a:pt x="67769" y="62038"/>
                          <a:pt x="83867" y="75087"/>
                          <a:pt x="78152" y="90042"/>
                        </a:cubicBezTo>
                        <a:cubicBezTo>
                          <a:pt x="76342" y="94614"/>
                          <a:pt x="72722" y="98138"/>
                          <a:pt x="69579" y="101948"/>
                        </a:cubicBezTo>
                        <a:cubicBezTo>
                          <a:pt x="60626" y="112902"/>
                          <a:pt x="55292" y="127665"/>
                          <a:pt x="42814" y="134238"/>
                        </a:cubicBezTo>
                        <a:cubicBezTo>
                          <a:pt x="29955" y="141000"/>
                          <a:pt x="13762" y="136333"/>
                          <a:pt x="1761" y="128142"/>
                        </a:cubicBezTo>
                        <a:cubicBezTo>
                          <a:pt x="1666" y="128046"/>
                          <a:pt x="1475" y="127951"/>
                          <a:pt x="1380" y="127856"/>
                        </a:cubicBezTo>
                        <a:cubicBezTo>
                          <a:pt x="-1573" y="154812"/>
                          <a:pt x="-430" y="182625"/>
                          <a:pt x="11191" y="206913"/>
                        </a:cubicBezTo>
                        <a:cubicBezTo>
                          <a:pt x="16429" y="217867"/>
                          <a:pt x="24335" y="227868"/>
                          <a:pt x="33765" y="235679"/>
                        </a:cubicBezTo>
                        <a:cubicBezTo>
                          <a:pt x="43290" y="234726"/>
                          <a:pt x="52720" y="233964"/>
                          <a:pt x="62150" y="233298"/>
                        </a:cubicBezTo>
                        <a:lnTo>
                          <a:pt x="55006" y="248347"/>
                        </a:ln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78" name="Forme libre : forme 17477">
                    <a:extLst>
                      <a:ext uri="{FF2B5EF4-FFF2-40B4-BE49-F238E27FC236}">
                        <a16:creationId xmlns:a16="http://schemas.microsoft.com/office/drawing/2014/main" id="{9BD5129B-6C8B-4BD4-ACF5-C5D9257EAE21}"/>
                      </a:ext>
                    </a:extLst>
                  </p:cNvPr>
                  <p:cNvSpPr/>
                  <p:nvPr/>
                </p:nvSpPr>
                <p:spPr>
                  <a:xfrm>
                    <a:off x="3867427" y="3996231"/>
                    <a:ext cx="193823" cy="201219"/>
                  </a:xfrm>
                  <a:custGeom>
                    <a:avLst/>
                    <a:gdLst>
                      <a:gd name="connsiteX0" fmla="*/ 17919 w 193823"/>
                      <a:gd name="connsiteY0" fmla="*/ 155145 h 201219"/>
                      <a:gd name="connsiteX1" fmla="*/ 135934 w 193823"/>
                      <a:gd name="connsiteY1" fmla="*/ 196007 h 201219"/>
                      <a:gd name="connsiteX2" fmla="*/ 164033 w 193823"/>
                      <a:gd name="connsiteY2" fmla="*/ 200865 h 201219"/>
                      <a:gd name="connsiteX3" fmla="*/ 193655 w 193823"/>
                      <a:gd name="connsiteY3" fmla="*/ 155145 h 201219"/>
                      <a:gd name="connsiteX4" fmla="*/ 170510 w 193823"/>
                      <a:gd name="connsiteY4" fmla="*/ 100376 h 201219"/>
                      <a:gd name="connsiteX5" fmla="*/ 162413 w 193823"/>
                      <a:gd name="connsiteY5" fmla="*/ 85993 h 201219"/>
                      <a:gd name="connsiteX6" fmla="*/ 156031 w 193823"/>
                      <a:gd name="connsiteY6" fmla="*/ 89422 h 201219"/>
                      <a:gd name="connsiteX7" fmla="*/ 147650 w 193823"/>
                      <a:gd name="connsiteY7" fmla="*/ 81231 h 201219"/>
                      <a:gd name="connsiteX8" fmla="*/ 155079 w 193823"/>
                      <a:gd name="connsiteY8" fmla="*/ 72944 h 201219"/>
                      <a:gd name="connsiteX9" fmla="*/ 136410 w 193823"/>
                      <a:gd name="connsiteY9" fmla="*/ 36559 h 201219"/>
                      <a:gd name="connsiteX10" fmla="*/ 131647 w 193823"/>
                      <a:gd name="connsiteY10" fmla="*/ 12079 h 201219"/>
                      <a:gd name="connsiteX11" fmla="*/ 57353 w 193823"/>
                      <a:gd name="connsiteY11" fmla="*/ 3983 h 201219"/>
                      <a:gd name="connsiteX12" fmla="*/ 7061 w 193823"/>
                      <a:gd name="connsiteY12" fmla="*/ 84374 h 201219"/>
                      <a:gd name="connsiteX13" fmla="*/ 584 w 193823"/>
                      <a:gd name="connsiteY13" fmla="*/ 125331 h 201219"/>
                      <a:gd name="connsiteX14" fmla="*/ 3822 w 193823"/>
                      <a:gd name="connsiteY14" fmla="*/ 147048 h 201219"/>
                      <a:gd name="connsiteX15" fmla="*/ 17919 w 193823"/>
                      <a:gd name="connsiteY15" fmla="*/ 155145 h 201219"/>
                      <a:gd name="connsiteX16" fmla="*/ 23539 w 193823"/>
                      <a:gd name="connsiteY16" fmla="*/ 71611 h 201219"/>
                      <a:gd name="connsiteX17" fmla="*/ 47351 w 193823"/>
                      <a:gd name="connsiteY17" fmla="*/ 41416 h 201219"/>
                      <a:gd name="connsiteX18" fmla="*/ 87166 w 193823"/>
                      <a:gd name="connsiteY18" fmla="*/ 32844 h 201219"/>
                      <a:gd name="connsiteX19" fmla="*/ 102406 w 193823"/>
                      <a:gd name="connsiteY19" fmla="*/ 44464 h 201219"/>
                      <a:gd name="connsiteX20" fmla="*/ 116312 w 193823"/>
                      <a:gd name="connsiteY20" fmla="*/ 36082 h 201219"/>
                      <a:gd name="connsiteX21" fmla="*/ 132791 w 193823"/>
                      <a:gd name="connsiteY21" fmla="*/ 52084 h 201219"/>
                      <a:gd name="connsiteX22" fmla="*/ 116788 w 193823"/>
                      <a:gd name="connsiteY22" fmla="*/ 68563 h 201219"/>
                      <a:gd name="connsiteX23" fmla="*/ 109169 w 193823"/>
                      <a:gd name="connsiteY23" fmla="*/ 66753 h 201219"/>
                      <a:gd name="connsiteX24" fmla="*/ 109073 w 193823"/>
                      <a:gd name="connsiteY24" fmla="*/ 67324 h 201219"/>
                      <a:gd name="connsiteX25" fmla="*/ 100501 w 193823"/>
                      <a:gd name="connsiteY25" fmla="*/ 79231 h 201219"/>
                      <a:gd name="connsiteX26" fmla="*/ 73736 w 193823"/>
                      <a:gd name="connsiteY26" fmla="*/ 111520 h 201219"/>
                      <a:gd name="connsiteX27" fmla="*/ 32683 w 193823"/>
                      <a:gd name="connsiteY27" fmla="*/ 105424 h 201219"/>
                      <a:gd name="connsiteX28" fmla="*/ 19729 w 193823"/>
                      <a:gd name="connsiteY28" fmla="*/ 88660 h 201219"/>
                      <a:gd name="connsiteX29" fmla="*/ 23539 w 193823"/>
                      <a:gd name="connsiteY29" fmla="*/ 71611 h 201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93823" h="201219">
                        <a:moveTo>
                          <a:pt x="17919" y="155145"/>
                        </a:moveTo>
                        <a:cubicBezTo>
                          <a:pt x="57257" y="168765"/>
                          <a:pt x="96596" y="182386"/>
                          <a:pt x="135934" y="196007"/>
                        </a:cubicBezTo>
                        <a:cubicBezTo>
                          <a:pt x="144983" y="199150"/>
                          <a:pt x="154508" y="202294"/>
                          <a:pt x="164033" y="200865"/>
                        </a:cubicBezTo>
                        <a:cubicBezTo>
                          <a:pt x="183845" y="197817"/>
                          <a:pt x="195370" y="175052"/>
                          <a:pt x="193655" y="155145"/>
                        </a:cubicBezTo>
                        <a:cubicBezTo>
                          <a:pt x="191941" y="135238"/>
                          <a:pt x="180796" y="117521"/>
                          <a:pt x="170510" y="100376"/>
                        </a:cubicBezTo>
                        <a:cubicBezTo>
                          <a:pt x="167652" y="95614"/>
                          <a:pt x="165080" y="90756"/>
                          <a:pt x="162413" y="85993"/>
                        </a:cubicBezTo>
                        <a:cubicBezTo>
                          <a:pt x="160889" y="87994"/>
                          <a:pt x="158699" y="89327"/>
                          <a:pt x="156031" y="89422"/>
                        </a:cubicBezTo>
                        <a:cubicBezTo>
                          <a:pt x="151460" y="89518"/>
                          <a:pt x="147650" y="85803"/>
                          <a:pt x="147650" y="81231"/>
                        </a:cubicBezTo>
                        <a:cubicBezTo>
                          <a:pt x="147554" y="76945"/>
                          <a:pt x="150888" y="73420"/>
                          <a:pt x="155079" y="72944"/>
                        </a:cubicBezTo>
                        <a:cubicBezTo>
                          <a:pt x="148602" y="60943"/>
                          <a:pt x="142316" y="48846"/>
                          <a:pt x="136410" y="36559"/>
                        </a:cubicBezTo>
                        <a:lnTo>
                          <a:pt x="131647" y="12079"/>
                        </a:lnTo>
                        <a:cubicBezTo>
                          <a:pt x="107740" y="3316"/>
                          <a:pt x="81165" y="-5256"/>
                          <a:pt x="57353" y="3983"/>
                        </a:cubicBezTo>
                        <a:cubicBezTo>
                          <a:pt x="26492" y="15889"/>
                          <a:pt x="13442" y="51989"/>
                          <a:pt x="7061" y="84374"/>
                        </a:cubicBezTo>
                        <a:cubicBezTo>
                          <a:pt x="4394" y="97899"/>
                          <a:pt x="2203" y="111615"/>
                          <a:pt x="584" y="125331"/>
                        </a:cubicBezTo>
                        <a:cubicBezTo>
                          <a:pt x="-274" y="132761"/>
                          <a:pt x="-845" y="141143"/>
                          <a:pt x="3822" y="147048"/>
                        </a:cubicBezTo>
                        <a:cubicBezTo>
                          <a:pt x="7156" y="151335"/>
                          <a:pt x="12680" y="153335"/>
                          <a:pt x="17919" y="155145"/>
                        </a:cubicBezTo>
                        <a:close/>
                        <a:moveTo>
                          <a:pt x="23539" y="71611"/>
                        </a:moveTo>
                        <a:cubicBezTo>
                          <a:pt x="29159" y="59895"/>
                          <a:pt x="36969" y="49131"/>
                          <a:pt x="47351" y="41416"/>
                        </a:cubicBezTo>
                        <a:cubicBezTo>
                          <a:pt x="57638" y="33701"/>
                          <a:pt x="74783" y="25890"/>
                          <a:pt x="87166" y="32844"/>
                        </a:cubicBezTo>
                        <a:cubicBezTo>
                          <a:pt x="92119" y="35606"/>
                          <a:pt x="97834" y="39606"/>
                          <a:pt x="102406" y="44464"/>
                        </a:cubicBezTo>
                        <a:cubicBezTo>
                          <a:pt x="105168" y="39511"/>
                          <a:pt x="110312" y="36178"/>
                          <a:pt x="116312" y="36082"/>
                        </a:cubicBezTo>
                        <a:cubicBezTo>
                          <a:pt x="125266" y="35987"/>
                          <a:pt x="132600" y="43131"/>
                          <a:pt x="132791" y="52084"/>
                        </a:cubicBezTo>
                        <a:cubicBezTo>
                          <a:pt x="132981" y="61038"/>
                          <a:pt x="125742" y="68372"/>
                          <a:pt x="116788" y="68563"/>
                        </a:cubicBezTo>
                        <a:cubicBezTo>
                          <a:pt x="114026" y="68563"/>
                          <a:pt x="111455" y="67896"/>
                          <a:pt x="109169" y="66753"/>
                        </a:cubicBezTo>
                        <a:cubicBezTo>
                          <a:pt x="109073" y="66943"/>
                          <a:pt x="109169" y="67134"/>
                          <a:pt x="109073" y="67324"/>
                        </a:cubicBezTo>
                        <a:cubicBezTo>
                          <a:pt x="107263" y="71896"/>
                          <a:pt x="103644" y="75421"/>
                          <a:pt x="100501" y="79231"/>
                        </a:cubicBezTo>
                        <a:cubicBezTo>
                          <a:pt x="91547" y="90184"/>
                          <a:pt x="86213" y="104948"/>
                          <a:pt x="73736" y="111520"/>
                        </a:cubicBezTo>
                        <a:cubicBezTo>
                          <a:pt x="60877" y="118283"/>
                          <a:pt x="44684" y="113616"/>
                          <a:pt x="32683" y="105424"/>
                        </a:cubicBezTo>
                        <a:cubicBezTo>
                          <a:pt x="26682" y="101329"/>
                          <a:pt x="20967" y="95804"/>
                          <a:pt x="19729" y="88660"/>
                        </a:cubicBezTo>
                        <a:cubicBezTo>
                          <a:pt x="18871" y="82850"/>
                          <a:pt x="20967" y="76945"/>
                          <a:pt x="23539" y="7161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79" name="Forme libre : forme 17478">
                    <a:extLst>
                      <a:ext uri="{FF2B5EF4-FFF2-40B4-BE49-F238E27FC236}">
                        <a16:creationId xmlns:a16="http://schemas.microsoft.com/office/drawing/2014/main" id="{0C4B645E-14B5-41E0-BCDB-6297EA05BF1F}"/>
                      </a:ext>
                    </a:extLst>
                  </p:cNvPr>
                  <p:cNvSpPr/>
                  <p:nvPr/>
                </p:nvSpPr>
                <p:spPr>
                  <a:xfrm>
                    <a:off x="4099752" y="3899249"/>
                    <a:ext cx="174690" cy="168021"/>
                  </a:xfrm>
                  <a:custGeom>
                    <a:avLst/>
                    <a:gdLst>
                      <a:gd name="connsiteX0" fmla="*/ 22196 w 174690"/>
                      <a:gd name="connsiteY0" fmla="*/ 56960 h 168021"/>
                      <a:gd name="connsiteX1" fmla="*/ 1907 w 174690"/>
                      <a:gd name="connsiteY1" fmla="*/ 117538 h 168021"/>
                      <a:gd name="connsiteX2" fmla="*/ 1336 w 174690"/>
                      <a:gd name="connsiteY2" fmla="*/ 135541 h 168021"/>
                      <a:gd name="connsiteX3" fmla="*/ 10099 w 174690"/>
                      <a:gd name="connsiteY3" fmla="*/ 144780 h 168021"/>
                      <a:gd name="connsiteX4" fmla="*/ 110111 w 174690"/>
                      <a:gd name="connsiteY4" fmla="*/ 165068 h 168021"/>
                      <a:gd name="connsiteX5" fmla="*/ 133829 w 174690"/>
                      <a:gd name="connsiteY5" fmla="*/ 155067 h 168021"/>
                      <a:gd name="connsiteX6" fmla="*/ 158308 w 174690"/>
                      <a:gd name="connsiteY6" fmla="*/ 103537 h 168021"/>
                      <a:gd name="connsiteX7" fmla="*/ 174691 w 174690"/>
                      <a:gd name="connsiteY7" fmla="*/ 24194 h 168021"/>
                      <a:gd name="connsiteX8" fmla="*/ 171167 w 174690"/>
                      <a:gd name="connsiteY8" fmla="*/ 24860 h 168021"/>
                      <a:gd name="connsiteX9" fmla="*/ 167261 w 174690"/>
                      <a:gd name="connsiteY9" fmla="*/ 0 h 168021"/>
                      <a:gd name="connsiteX10" fmla="*/ 71345 w 174690"/>
                      <a:gd name="connsiteY10" fmla="*/ 16097 h 168021"/>
                      <a:gd name="connsiteX11" fmla="*/ 48485 w 174690"/>
                      <a:gd name="connsiteY11" fmla="*/ 23813 h 168021"/>
                      <a:gd name="connsiteX12" fmla="*/ 42674 w 174690"/>
                      <a:gd name="connsiteY12" fmla="*/ 35719 h 168021"/>
                      <a:gd name="connsiteX13" fmla="*/ 37912 w 174690"/>
                      <a:gd name="connsiteY13" fmla="*/ 30861 h 168021"/>
                      <a:gd name="connsiteX14" fmla="*/ 37817 w 174690"/>
                      <a:gd name="connsiteY14" fmla="*/ 30956 h 168021"/>
                      <a:gd name="connsiteX15" fmla="*/ 22196 w 174690"/>
                      <a:gd name="connsiteY15" fmla="*/ 56960 h 1680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74690" h="168021">
                        <a:moveTo>
                          <a:pt x="22196" y="56960"/>
                        </a:moveTo>
                        <a:cubicBezTo>
                          <a:pt x="14195" y="76771"/>
                          <a:pt x="7432" y="96964"/>
                          <a:pt x="1907" y="117538"/>
                        </a:cubicBezTo>
                        <a:cubicBezTo>
                          <a:pt x="288" y="123444"/>
                          <a:pt x="-1141" y="129921"/>
                          <a:pt x="1336" y="135541"/>
                        </a:cubicBezTo>
                        <a:cubicBezTo>
                          <a:pt x="3146" y="139446"/>
                          <a:pt x="6575" y="142304"/>
                          <a:pt x="10099" y="144780"/>
                        </a:cubicBezTo>
                        <a:cubicBezTo>
                          <a:pt x="38579" y="165163"/>
                          <a:pt x="75917" y="172784"/>
                          <a:pt x="110111" y="165068"/>
                        </a:cubicBezTo>
                        <a:cubicBezTo>
                          <a:pt x="118589" y="163163"/>
                          <a:pt x="126971" y="160306"/>
                          <a:pt x="133829" y="155067"/>
                        </a:cubicBezTo>
                        <a:cubicBezTo>
                          <a:pt x="149354" y="143351"/>
                          <a:pt x="154307" y="122587"/>
                          <a:pt x="158308" y="103537"/>
                        </a:cubicBezTo>
                        <a:cubicBezTo>
                          <a:pt x="163737" y="77057"/>
                          <a:pt x="169262" y="50673"/>
                          <a:pt x="174691" y="24194"/>
                        </a:cubicBezTo>
                        <a:cubicBezTo>
                          <a:pt x="174024" y="22670"/>
                          <a:pt x="171262" y="23146"/>
                          <a:pt x="171167" y="24860"/>
                        </a:cubicBezTo>
                        <a:lnTo>
                          <a:pt x="167261" y="0"/>
                        </a:lnTo>
                        <a:cubicBezTo>
                          <a:pt x="134972" y="3143"/>
                          <a:pt x="102873" y="8477"/>
                          <a:pt x="71345" y="16097"/>
                        </a:cubicBezTo>
                        <a:cubicBezTo>
                          <a:pt x="63534" y="18002"/>
                          <a:pt x="55628" y="20288"/>
                          <a:pt x="48485" y="23813"/>
                        </a:cubicBezTo>
                        <a:cubicBezTo>
                          <a:pt x="46294" y="27622"/>
                          <a:pt x="44389" y="31623"/>
                          <a:pt x="42674" y="35719"/>
                        </a:cubicBezTo>
                        <a:cubicBezTo>
                          <a:pt x="41150" y="34004"/>
                          <a:pt x="39436" y="32480"/>
                          <a:pt x="37912" y="30861"/>
                        </a:cubicBezTo>
                        <a:cubicBezTo>
                          <a:pt x="37912" y="30861"/>
                          <a:pt x="37817" y="30956"/>
                          <a:pt x="37817" y="30956"/>
                        </a:cubicBezTo>
                        <a:cubicBezTo>
                          <a:pt x="30197" y="37910"/>
                          <a:pt x="26006" y="47530"/>
                          <a:pt x="22196" y="5696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80" name="Forme libre : forme 17479">
                    <a:extLst>
                      <a:ext uri="{FF2B5EF4-FFF2-40B4-BE49-F238E27FC236}">
                        <a16:creationId xmlns:a16="http://schemas.microsoft.com/office/drawing/2014/main" id="{5CA58D37-BF09-4CC2-B6D4-61450D83F340}"/>
                      </a:ext>
                    </a:extLst>
                  </p:cNvPr>
                  <p:cNvSpPr/>
                  <p:nvPr/>
                </p:nvSpPr>
                <p:spPr>
                  <a:xfrm>
                    <a:off x="4087854" y="4129167"/>
                    <a:ext cx="138201" cy="175840"/>
                  </a:xfrm>
                  <a:custGeom>
                    <a:avLst/>
                    <a:gdLst>
                      <a:gd name="connsiteX0" fmla="*/ 47143 w 138201"/>
                      <a:gd name="connsiteY0" fmla="*/ 173751 h 175840"/>
                      <a:gd name="connsiteX1" fmla="*/ 123533 w 138201"/>
                      <a:gd name="connsiteY1" fmla="*/ 131650 h 175840"/>
                      <a:gd name="connsiteX2" fmla="*/ 136297 w 138201"/>
                      <a:gd name="connsiteY2" fmla="*/ 59546 h 175840"/>
                      <a:gd name="connsiteX3" fmla="*/ 138202 w 138201"/>
                      <a:gd name="connsiteY3" fmla="*/ 52783 h 175840"/>
                      <a:gd name="connsiteX4" fmla="*/ 115913 w 138201"/>
                      <a:gd name="connsiteY4" fmla="*/ 66119 h 175840"/>
                      <a:gd name="connsiteX5" fmla="*/ 105055 w 138201"/>
                      <a:gd name="connsiteY5" fmla="*/ 70690 h 175840"/>
                      <a:gd name="connsiteX6" fmla="*/ 86005 w 138201"/>
                      <a:gd name="connsiteY6" fmla="*/ 54117 h 175840"/>
                      <a:gd name="connsiteX7" fmla="*/ 94196 w 138201"/>
                      <a:gd name="connsiteY7" fmla="*/ 28114 h 175840"/>
                      <a:gd name="connsiteX8" fmla="*/ 119247 w 138201"/>
                      <a:gd name="connsiteY8" fmla="*/ 6587 h 175840"/>
                      <a:gd name="connsiteX9" fmla="*/ 124771 w 138201"/>
                      <a:gd name="connsiteY9" fmla="*/ 4015 h 175840"/>
                      <a:gd name="connsiteX10" fmla="*/ 20758 w 138201"/>
                      <a:gd name="connsiteY10" fmla="*/ 57832 h 175840"/>
                      <a:gd name="connsiteX11" fmla="*/ 946 w 138201"/>
                      <a:gd name="connsiteY11" fmla="*/ 98408 h 175840"/>
                      <a:gd name="connsiteX12" fmla="*/ 47143 w 138201"/>
                      <a:gd name="connsiteY12" fmla="*/ 173751 h 1758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8201" h="175840">
                        <a:moveTo>
                          <a:pt x="47143" y="173751"/>
                        </a:moveTo>
                        <a:cubicBezTo>
                          <a:pt x="78194" y="182514"/>
                          <a:pt x="114865" y="162797"/>
                          <a:pt x="123533" y="131650"/>
                        </a:cubicBezTo>
                        <a:cubicBezTo>
                          <a:pt x="130201" y="107743"/>
                          <a:pt x="128486" y="83549"/>
                          <a:pt x="136297" y="59546"/>
                        </a:cubicBezTo>
                        <a:cubicBezTo>
                          <a:pt x="136963" y="57355"/>
                          <a:pt x="137630" y="55165"/>
                          <a:pt x="138202" y="52783"/>
                        </a:cubicBezTo>
                        <a:cubicBezTo>
                          <a:pt x="130772" y="57260"/>
                          <a:pt x="123343" y="61642"/>
                          <a:pt x="115913" y="66119"/>
                        </a:cubicBezTo>
                        <a:cubicBezTo>
                          <a:pt x="112484" y="68119"/>
                          <a:pt x="109055" y="70214"/>
                          <a:pt x="105055" y="70690"/>
                        </a:cubicBezTo>
                        <a:cubicBezTo>
                          <a:pt x="95815" y="71833"/>
                          <a:pt x="87338" y="63356"/>
                          <a:pt x="86005" y="54117"/>
                        </a:cubicBezTo>
                        <a:cubicBezTo>
                          <a:pt x="84671" y="44878"/>
                          <a:pt x="88767" y="35638"/>
                          <a:pt x="94196" y="28114"/>
                        </a:cubicBezTo>
                        <a:cubicBezTo>
                          <a:pt x="100769" y="19065"/>
                          <a:pt x="109436" y="11826"/>
                          <a:pt x="119247" y="6587"/>
                        </a:cubicBezTo>
                        <a:cubicBezTo>
                          <a:pt x="120866" y="5730"/>
                          <a:pt x="122676" y="4873"/>
                          <a:pt x="124771" y="4015"/>
                        </a:cubicBezTo>
                        <a:cubicBezTo>
                          <a:pt x="92958" y="-14558"/>
                          <a:pt x="37618" y="36115"/>
                          <a:pt x="20758" y="57832"/>
                        </a:cubicBezTo>
                        <a:cubicBezTo>
                          <a:pt x="11424" y="69833"/>
                          <a:pt x="3709" y="83454"/>
                          <a:pt x="946" y="98408"/>
                        </a:cubicBezTo>
                        <a:cubicBezTo>
                          <a:pt x="-4769" y="130127"/>
                          <a:pt x="15996" y="164988"/>
                          <a:pt x="47143" y="17375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81" name="Forme libre : forme 17480">
                    <a:extLst>
                      <a:ext uri="{FF2B5EF4-FFF2-40B4-BE49-F238E27FC236}">
                        <a16:creationId xmlns:a16="http://schemas.microsoft.com/office/drawing/2014/main" id="{AA430BCB-9381-405A-9947-1B8EB1F79D75}"/>
                      </a:ext>
                    </a:extLst>
                  </p:cNvPr>
                  <p:cNvSpPr/>
                  <p:nvPr/>
                </p:nvSpPr>
                <p:spPr>
                  <a:xfrm>
                    <a:off x="4195504" y="4266026"/>
                    <a:ext cx="234123" cy="186436"/>
                  </a:xfrm>
                  <a:custGeom>
                    <a:avLst/>
                    <a:gdLst>
                      <a:gd name="connsiteX0" fmla="*/ 4073 w 234123"/>
                      <a:gd name="connsiteY0" fmla="*/ 140047 h 186436"/>
                      <a:gd name="connsiteX1" fmla="*/ 3787 w 234123"/>
                      <a:gd name="connsiteY1" fmla="*/ 174052 h 186436"/>
                      <a:gd name="connsiteX2" fmla="*/ 29314 w 234123"/>
                      <a:gd name="connsiteY2" fmla="*/ 186434 h 186436"/>
                      <a:gd name="connsiteX3" fmla="*/ 58079 w 234123"/>
                      <a:gd name="connsiteY3" fmla="*/ 180053 h 186436"/>
                      <a:gd name="connsiteX4" fmla="*/ 169331 w 234123"/>
                      <a:gd name="connsiteY4" fmla="*/ 122045 h 186436"/>
                      <a:gd name="connsiteX5" fmla="*/ 205812 w 234123"/>
                      <a:gd name="connsiteY5" fmla="*/ 79659 h 186436"/>
                      <a:gd name="connsiteX6" fmla="*/ 204955 w 234123"/>
                      <a:gd name="connsiteY6" fmla="*/ 79850 h 186436"/>
                      <a:gd name="connsiteX7" fmla="*/ 196573 w 234123"/>
                      <a:gd name="connsiteY7" fmla="*/ 71658 h 186436"/>
                      <a:gd name="connsiteX8" fmla="*/ 204764 w 234123"/>
                      <a:gd name="connsiteY8" fmla="*/ 63276 h 186436"/>
                      <a:gd name="connsiteX9" fmla="*/ 213146 w 234123"/>
                      <a:gd name="connsiteY9" fmla="*/ 71087 h 186436"/>
                      <a:gd name="connsiteX10" fmla="*/ 221243 w 234123"/>
                      <a:gd name="connsiteY10" fmla="*/ 61752 h 186436"/>
                      <a:gd name="connsiteX11" fmla="*/ 224481 w 234123"/>
                      <a:gd name="connsiteY11" fmla="*/ 15937 h 186436"/>
                      <a:gd name="connsiteX12" fmla="*/ 172094 w 234123"/>
                      <a:gd name="connsiteY12" fmla="*/ 1078 h 186436"/>
                      <a:gd name="connsiteX13" fmla="*/ 178761 w 234123"/>
                      <a:gd name="connsiteY13" fmla="*/ 22319 h 186436"/>
                      <a:gd name="connsiteX14" fmla="*/ 175046 w 234123"/>
                      <a:gd name="connsiteY14" fmla="*/ 29462 h 186436"/>
                      <a:gd name="connsiteX15" fmla="*/ 182000 w 234123"/>
                      <a:gd name="connsiteY15" fmla="*/ 42512 h 186436"/>
                      <a:gd name="connsiteX16" fmla="*/ 165998 w 234123"/>
                      <a:gd name="connsiteY16" fmla="*/ 58990 h 186436"/>
                      <a:gd name="connsiteX17" fmla="*/ 150186 w 234123"/>
                      <a:gd name="connsiteY17" fmla="*/ 46893 h 186436"/>
                      <a:gd name="connsiteX18" fmla="*/ 119897 w 234123"/>
                      <a:gd name="connsiteY18" fmla="*/ 64991 h 186436"/>
                      <a:gd name="connsiteX19" fmla="*/ 109038 w 234123"/>
                      <a:gd name="connsiteY19" fmla="*/ 69563 h 186436"/>
                      <a:gd name="connsiteX20" fmla="*/ 89988 w 234123"/>
                      <a:gd name="connsiteY20" fmla="*/ 52989 h 186436"/>
                      <a:gd name="connsiteX21" fmla="*/ 92084 w 234123"/>
                      <a:gd name="connsiteY21" fmla="*/ 38226 h 186436"/>
                      <a:gd name="connsiteX22" fmla="*/ 4073 w 234123"/>
                      <a:gd name="connsiteY22" fmla="*/ 140047 h 186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34123" h="186436">
                        <a:moveTo>
                          <a:pt x="4073" y="140047"/>
                        </a:moveTo>
                        <a:cubicBezTo>
                          <a:pt x="72" y="151097"/>
                          <a:pt x="-2500" y="164146"/>
                          <a:pt x="3787" y="174052"/>
                        </a:cubicBezTo>
                        <a:cubicBezTo>
                          <a:pt x="9026" y="182434"/>
                          <a:pt x="19503" y="186339"/>
                          <a:pt x="29314" y="186434"/>
                        </a:cubicBezTo>
                        <a:cubicBezTo>
                          <a:pt x="39220" y="186530"/>
                          <a:pt x="48745" y="183291"/>
                          <a:pt x="58079" y="180053"/>
                        </a:cubicBezTo>
                        <a:cubicBezTo>
                          <a:pt x="98084" y="166432"/>
                          <a:pt x="139423" y="151859"/>
                          <a:pt x="169331" y="122045"/>
                        </a:cubicBezTo>
                        <a:cubicBezTo>
                          <a:pt x="182476" y="108996"/>
                          <a:pt x="194001" y="94137"/>
                          <a:pt x="205812" y="79659"/>
                        </a:cubicBezTo>
                        <a:cubicBezTo>
                          <a:pt x="205526" y="79659"/>
                          <a:pt x="205241" y="79850"/>
                          <a:pt x="204955" y="79850"/>
                        </a:cubicBezTo>
                        <a:cubicBezTo>
                          <a:pt x="200383" y="79945"/>
                          <a:pt x="196573" y="76230"/>
                          <a:pt x="196573" y="71658"/>
                        </a:cubicBezTo>
                        <a:cubicBezTo>
                          <a:pt x="196573" y="67086"/>
                          <a:pt x="200192" y="63276"/>
                          <a:pt x="204764" y="63276"/>
                        </a:cubicBezTo>
                        <a:cubicBezTo>
                          <a:pt x="209241" y="63181"/>
                          <a:pt x="212860" y="66705"/>
                          <a:pt x="213146" y="71087"/>
                        </a:cubicBezTo>
                        <a:cubicBezTo>
                          <a:pt x="215813" y="67943"/>
                          <a:pt x="218480" y="64800"/>
                          <a:pt x="221243" y="61752"/>
                        </a:cubicBezTo>
                        <a:cubicBezTo>
                          <a:pt x="234959" y="46798"/>
                          <a:pt x="240197" y="32225"/>
                          <a:pt x="224481" y="15937"/>
                        </a:cubicBezTo>
                        <a:cubicBezTo>
                          <a:pt x="210098" y="983"/>
                          <a:pt x="191429" y="-1970"/>
                          <a:pt x="172094" y="1078"/>
                        </a:cubicBezTo>
                        <a:cubicBezTo>
                          <a:pt x="177332" y="6126"/>
                          <a:pt x="180476" y="15651"/>
                          <a:pt x="178761" y="22319"/>
                        </a:cubicBezTo>
                        <a:cubicBezTo>
                          <a:pt x="178094" y="24986"/>
                          <a:pt x="176666" y="27272"/>
                          <a:pt x="175046" y="29462"/>
                        </a:cubicBezTo>
                        <a:cubicBezTo>
                          <a:pt x="179237" y="32320"/>
                          <a:pt x="182000" y="37082"/>
                          <a:pt x="182000" y="42512"/>
                        </a:cubicBezTo>
                        <a:cubicBezTo>
                          <a:pt x="182095" y="51465"/>
                          <a:pt x="174951" y="58799"/>
                          <a:pt x="165998" y="58990"/>
                        </a:cubicBezTo>
                        <a:cubicBezTo>
                          <a:pt x="158377" y="59085"/>
                          <a:pt x="151996" y="53942"/>
                          <a:pt x="150186" y="46893"/>
                        </a:cubicBezTo>
                        <a:cubicBezTo>
                          <a:pt x="140090" y="52894"/>
                          <a:pt x="129993" y="58990"/>
                          <a:pt x="119897" y="64991"/>
                        </a:cubicBezTo>
                        <a:cubicBezTo>
                          <a:pt x="116468" y="66991"/>
                          <a:pt x="113039" y="69086"/>
                          <a:pt x="109038" y="69563"/>
                        </a:cubicBezTo>
                        <a:cubicBezTo>
                          <a:pt x="99799" y="70705"/>
                          <a:pt x="91322" y="62228"/>
                          <a:pt x="89988" y="52989"/>
                        </a:cubicBezTo>
                        <a:cubicBezTo>
                          <a:pt x="89226" y="47941"/>
                          <a:pt x="90179" y="42988"/>
                          <a:pt x="92084" y="38226"/>
                        </a:cubicBezTo>
                        <a:cubicBezTo>
                          <a:pt x="54460" y="64229"/>
                          <a:pt x="19693" y="97185"/>
                          <a:pt x="4073" y="14004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82" name="Forme libre : forme 17481">
                    <a:extLst>
                      <a:ext uri="{FF2B5EF4-FFF2-40B4-BE49-F238E27FC236}">
                        <a16:creationId xmlns:a16="http://schemas.microsoft.com/office/drawing/2014/main" id="{B951E0A0-D81D-49E1-97B7-C58704C2502C}"/>
                      </a:ext>
                    </a:extLst>
                  </p:cNvPr>
                  <p:cNvSpPr/>
                  <p:nvPr/>
                </p:nvSpPr>
                <p:spPr>
                  <a:xfrm>
                    <a:off x="4079864" y="4335190"/>
                    <a:ext cx="58416" cy="82055"/>
                  </a:xfrm>
                  <a:custGeom>
                    <a:avLst/>
                    <a:gdLst>
                      <a:gd name="connsiteX0" fmla="*/ 36178 w 58416"/>
                      <a:gd name="connsiteY0" fmla="*/ 76790 h 82055"/>
                      <a:gd name="connsiteX1" fmla="*/ 58371 w 58416"/>
                      <a:gd name="connsiteY1" fmla="*/ 29451 h 82055"/>
                      <a:gd name="connsiteX2" fmla="*/ 40178 w 58416"/>
                      <a:gd name="connsiteY2" fmla="*/ 18 h 82055"/>
                      <a:gd name="connsiteX3" fmla="*/ 745 w 58416"/>
                      <a:gd name="connsiteY3" fmla="*/ 51548 h 82055"/>
                      <a:gd name="connsiteX4" fmla="*/ 36178 w 58416"/>
                      <a:gd name="connsiteY4" fmla="*/ 76790 h 82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416" h="82055">
                        <a:moveTo>
                          <a:pt x="36178" y="76790"/>
                        </a:moveTo>
                        <a:cubicBezTo>
                          <a:pt x="49989" y="67455"/>
                          <a:pt x="57800" y="45453"/>
                          <a:pt x="58371" y="29451"/>
                        </a:cubicBezTo>
                        <a:cubicBezTo>
                          <a:pt x="58847" y="16592"/>
                          <a:pt x="55704" y="780"/>
                          <a:pt x="40178" y="18"/>
                        </a:cubicBezTo>
                        <a:cubicBezTo>
                          <a:pt x="19795" y="-934"/>
                          <a:pt x="3984" y="35356"/>
                          <a:pt x="745" y="51548"/>
                        </a:cubicBezTo>
                        <a:cubicBezTo>
                          <a:pt x="-4113" y="74980"/>
                          <a:pt x="15604" y="90792"/>
                          <a:pt x="36178" y="7679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83" name="Forme libre : forme 17482">
                    <a:extLst>
                      <a:ext uri="{FF2B5EF4-FFF2-40B4-BE49-F238E27FC236}">
                        <a16:creationId xmlns:a16="http://schemas.microsoft.com/office/drawing/2014/main" id="{1E3A73C7-E5A6-47EC-958F-0989FA2B1BE1}"/>
                      </a:ext>
                    </a:extLst>
                  </p:cNvPr>
                  <p:cNvSpPr/>
                  <p:nvPr/>
                </p:nvSpPr>
                <p:spPr>
                  <a:xfrm>
                    <a:off x="4343537" y="3888103"/>
                    <a:ext cx="148427" cy="203179"/>
                  </a:xfrm>
                  <a:custGeom>
                    <a:avLst/>
                    <a:gdLst>
                      <a:gd name="connsiteX0" fmla="*/ 914 w 148427"/>
                      <a:gd name="connsiteY0" fmla="*/ 188215 h 203179"/>
                      <a:gd name="connsiteX1" fmla="*/ 17298 w 148427"/>
                      <a:gd name="connsiteY1" fmla="*/ 203169 h 203179"/>
                      <a:gd name="connsiteX2" fmla="*/ 31299 w 148427"/>
                      <a:gd name="connsiteY2" fmla="*/ 197835 h 203179"/>
                      <a:gd name="connsiteX3" fmla="*/ 92736 w 148427"/>
                      <a:gd name="connsiteY3" fmla="*/ 124874 h 203179"/>
                      <a:gd name="connsiteX4" fmla="*/ 121120 w 148427"/>
                      <a:gd name="connsiteY4" fmla="*/ 111825 h 203179"/>
                      <a:gd name="connsiteX5" fmla="*/ 145599 w 148427"/>
                      <a:gd name="connsiteY5" fmla="*/ 46197 h 203179"/>
                      <a:gd name="connsiteX6" fmla="*/ 135693 w 148427"/>
                      <a:gd name="connsiteY6" fmla="*/ 4573 h 203179"/>
                      <a:gd name="connsiteX7" fmla="*/ 82448 w 148427"/>
                      <a:gd name="connsiteY7" fmla="*/ 382 h 203179"/>
                      <a:gd name="connsiteX8" fmla="*/ 71019 w 148427"/>
                      <a:gd name="connsiteY8" fmla="*/ 3240 h 203179"/>
                      <a:gd name="connsiteX9" fmla="*/ 62637 w 148427"/>
                      <a:gd name="connsiteY9" fmla="*/ 15622 h 203179"/>
                      <a:gd name="connsiteX10" fmla="*/ 14916 w 148427"/>
                      <a:gd name="connsiteY10" fmla="*/ 131065 h 203179"/>
                      <a:gd name="connsiteX11" fmla="*/ 2534 w 148427"/>
                      <a:gd name="connsiteY11" fmla="*/ 164784 h 203179"/>
                      <a:gd name="connsiteX12" fmla="*/ 914 w 148427"/>
                      <a:gd name="connsiteY12" fmla="*/ 188215 h 203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8427" h="203179">
                        <a:moveTo>
                          <a:pt x="914" y="188215"/>
                        </a:moveTo>
                        <a:cubicBezTo>
                          <a:pt x="2915" y="195930"/>
                          <a:pt x="9392" y="202884"/>
                          <a:pt x="17298" y="203169"/>
                        </a:cubicBezTo>
                        <a:cubicBezTo>
                          <a:pt x="22441" y="203360"/>
                          <a:pt x="27204" y="200788"/>
                          <a:pt x="31299" y="197835"/>
                        </a:cubicBezTo>
                        <a:cubicBezTo>
                          <a:pt x="57207" y="178976"/>
                          <a:pt x="65113" y="141162"/>
                          <a:pt x="92736" y="124874"/>
                        </a:cubicBezTo>
                        <a:cubicBezTo>
                          <a:pt x="101689" y="119540"/>
                          <a:pt x="112071" y="117063"/>
                          <a:pt x="121120" y="111825"/>
                        </a:cubicBezTo>
                        <a:cubicBezTo>
                          <a:pt x="143123" y="99252"/>
                          <a:pt x="153981" y="70105"/>
                          <a:pt x="145599" y="46197"/>
                        </a:cubicBezTo>
                        <a:lnTo>
                          <a:pt x="135693" y="4573"/>
                        </a:lnTo>
                        <a:cubicBezTo>
                          <a:pt x="118263" y="668"/>
                          <a:pt x="100260" y="-761"/>
                          <a:pt x="82448" y="382"/>
                        </a:cubicBezTo>
                        <a:cubicBezTo>
                          <a:pt x="78543" y="668"/>
                          <a:pt x="74352" y="1049"/>
                          <a:pt x="71019" y="3240"/>
                        </a:cubicBezTo>
                        <a:cubicBezTo>
                          <a:pt x="66732" y="6002"/>
                          <a:pt x="64637" y="10955"/>
                          <a:pt x="62637" y="15622"/>
                        </a:cubicBezTo>
                        <a:cubicBezTo>
                          <a:pt x="46730" y="54103"/>
                          <a:pt x="30823" y="92584"/>
                          <a:pt x="14916" y="131065"/>
                        </a:cubicBezTo>
                        <a:cubicBezTo>
                          <a:pt x="10344" y="142114"/>
                          <a:pt x="5772" y="153258"/>
                          <a:pt x="2534" y="164784"/>
                        </a:cubicBezTo>
                        <a:cubicBezTo>
                          <a:pt x="533" y="172404"/>
                          <a:pt x="-1086" y="180595"/>
                          <a:pt x="914" y="18821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84" name="Forme libre : forme 17483">
                    <a:extLst>
                      <a:ext uri="{FF2B5EF4-FFF2-40B4-BE49-F238E27FC236}">
                        <a16:creationId xmlns:a16="http://schemas.microsoft.com/office/drawing/2014/main" id="{1C5EBB64-5D18-4E42-9314-17E4DEAFCFC2}"/>
                      </a:ext>
                    </a:extLst>
                  </p:cNvPr>
                  <p:cNvSpPr/>
                  <p:nvPr/>
                </p:nvSpPr>
                <p:spPr>
                  <a:xfrm>
                    <a:off x="4388648" y="4040219"/>
                    <a:ext cx="223550" cy="181691"/>
                  </a:xfrm>
                  <a:custGeom>
                    <a:avLst/>
                    <a:gdLst>
                      <a:gd name="connsiteX0" fmla="*/ 180212 w 223550"/>
                      <a:gd name="connsiteY0" fmla="*/ 81153 h 181691"/>
                      <a:gd name="connsiteX1" fmla="*/ 167258 w 223550"/>
                      <a:gd name="connsiteY1" fmla="*/ 64389 h 181691"/>
                      <a:gd name="connsiteX2" fmla="*/ 170973 w 223550"/>
                      <a:gd name="connsiteY2" fmla="*/ 47339 h 181691"/>
                      <a:gd name="connsiteX3" fmla="*/ 194786 w 223550"/>
                      <a:gd name="connsiteY3" fmla="*/ 17145 h 181691"/>
                      <a:gd name="connsiteX4" fmla="*/ 200977 w 223550"/>
                      <a:gd name="connsiteY4" fmla="*/ 13144 h 181691"/>
                      <a:gd name="connsiteX5" fmla="*/ 182784 w 223550"/>
                      <a:gd name="connsiteY5" fmla="*/ 0 h 181691"/>
                      <a:gd name="connsiteX6" fmla="*/ 60483 w 223550"/>
                      <a:gd name="connsiteY6" fmla="*/ 78200 h 181691"/>
                      <a:gd name="connsiteX7" fmla="*/ 15906 w 223550"/>
                      <a:gd name="connsiteY7" fmla="*/ 100203 h 181691"/>
                      <a:gd name="connsiteX8" fmla="*/ 3047 w 223550"/>
                      <a:gd name="connsiteY8" fmla="*/ 144684 h 181691"/>
                      <a:gd name="connsiteX9" fmla="*/ 37718 w 223550"/>
                      <a:gd name="connsiteY9" fmla="*/ 166688 h 181691"/>
                      <a:gd name="connsiteX10" fmla="*/ 113156 w 223550"/>
                      <a:gd name="connsiteY10" fmla="*/ 181642 h 181691"/>
                      <a:gd name="connsiteX11" fmla="*/ 185832 w 223550"/>
                      <a:gd name="connsiteY11" fmla="*/ 160687 h 181691"/>
                      <a:gd name="connsiteX12" fmla="*/ 222312 w 223550"/>
                      <a:gd name="connsiteY12" fmla="*/ 96488 h 181691"/>
                      <a:gd name="connsiteX13" fmla="*/ 223551 w 223550"/>
                      <a:gd name="connsiteY13" fmla="*/ 85915 h 181691"/>
                      <a:gd name="connsiteX14" fmla="*/ 221456 w 223550"/>
                      <a:gd name="connsiteY14" fmla="*/ 87249 h 181691"/>
                      <a:gd name="connsiteX15" fmla="*/ 180212 w 223550"/>
                      <a:gd name="connsiteY15" fmla="*/ 81153 h 181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23550" h="181691">
                        <a:moveTo>
                          <a:pt x="180212" y="81153"/>
                        </a:moveTo>
                        <a:cubicBezTo>
                          <a:pt x="174211" y="77057"/>
                          <a:pt x="168497" y="71533"/>
                          <a:pt x="167258" y="64389"/>
                        </a:cubicBezTo>
                        <a:cubicBezTo>
                          <a:pt x="166211" y="58579"/>
                          <a:pt x="168401" y="52673"/>
                          <a:pt x="170973" y="47339"/>
                        </a:cubicBezTo>
                        <a:cubicBezTo>
                          <a:pt x="176593" y="35623"/>
                          <a:pt x="184403" y="24860"/>
                          <a:pt x="194786" y="17145"/>
                        </a:cubicBezTo>
                        <a:cubicBezTo>
                          <a:pt x="196595" y="15811"/>
                          <a:pt x="198786" y="14383"/>
                          <a:pt x="200977" y="13144"/>
                        </a:cubicBezTo>
                        <a:lnTo>
                          <a:pt x="182784" y="0"/>
                        </a:lnTo>
                        <a:cubicBezTo>
                          <a:pt x="144493" y="29813"/>
                          <a:pt x="105441" y="60007"/>
                          <a:pt x="60483" y="78200"/>
                        </a:cubicBezTo>
                        <a:cubicBezTo>
                          <a:pt x="45052" y="84487"/>
                          <a:pt x="28574" y="89440"/>
                          <a:pt x="15906" y="100203"/>
                        </a:cubicBezTo>
                        <a:cubicBezTo>
                          <a:pt x="3238" y="110966"/>
                          <a:pt x="-4668" y="129826"/>
                          <a:pt x="3047" y="144684"/>
                        </a:cubicBezTo>
                        <a:cubicBezTo>
                          <a:pt x="9524" y="157163"/>
                          <a:pt x="24288" y="162592"/>
                          <a:pt x="37718" y="166688"/>
                        </a:cubicBezTo>
                        <a:cubicBezTo>
                          <a:pt x="62293" y="174117"/>
                          <a:pt x="87439" y="180880"/>
                          <a:pt x="113156" y="181642"/>
                        </a:cubicBezTo>
                        <a:cubicBezTo>
                          <a:pt x="138874" y="182308"/>
                          <a:pt x="165448" y="176403"/>
                          <a:pt x="185832" y="160687"/>
                        </a:cubicBezTo>
                        <a:cubicBezTo>
                          <a:pt x="205739" y="145256"/>
                          <a:pt x="218312" y="121348"/>
                          <a:pt x="222312" y="96488"/>
                        </a:cubicBezTo>
                        <a:cubicBezTo>
                          <a:pt x="222884" y="92964"/>
                          <a:pt x="223265" y="89440"/>
                          <a:pt x="223551" y="85915"/>
                        </a:cubicBezTo>
                        <a:cubicBezTo>
                          <a:pt x="222884" y="86392"/>
                          <a:pt x="222218" y="86868"/>
                          <a:pt x="221456" y="87249"/>
                        </a:cubicBezTo>
                        <a:cubicBezTo>
                          <a:pt x="208406" y="94107"/>
                          <a:pt x="192214" y="89440"/>
                          <a:pt x="180212" y="8115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85" name="Forme libre : forme 17484">
                    <a:extLst>
                      <a:ext uri="{FF2B5EF4-FFF2-40B4-BE49-F238E27FC236}">
                        <a16:creationId xmlns:a16="http://schemas.microsoft.com/office/drawing/2014/main" id="{85094017-2938-4FAB-AE3A-319D3DEE8A07}"/>
                      </a:ext>
                    </a:extLst>
                  </p:cNvPr>
                  <p:cNvSpPr/>
                  <p:nvPr/>
                </p:nvSpPr>
                <p:spPr>
                  <a:xfrm>
                    <a:off x="4756198" y="3892962"/>
                    <a:ext cx="120493" cy="181458"/>
                  </a:xfrm>
                  <a:custGeom>
                    <a:avLst/>
                    <a:gdLst>
                      <a:gd name="connsiteX0" fmla="*/ 4210 w 120493"/>
                      <a:gd name="connsiteY0" fmla="*/ 158782 h 181458"/>
                      <a:gd name="connsiteX1" fmla="*/ 44310 w 120493"/>
                      <a:gd name="connsiteY1" fmla="*/ 181451 h 181458"/>
                      <a:gd name="connsiteX2" fmla="*/ 88602 w 120493"/>
                      <a:gd name="connsiteY2" fmla="*/ 163544 h 181458"/>
                      <a:gd name="connsiteX3" fmla="*/ 118605 w 120493"/>
                      <a:gd name="connsiteY3" fmla="*/ 120777 h 181458"/>
                      <a:gd name="connsiteX4" fmla="*/ 115843 w 120493"/>
                      <a:gd name="connsiteY4" fmla="*/ 72009 h 181458"/>
                      <a:gd name="connsiteX5" fmla="*/ 105556 w 120493"/>
                      <a:gd name="connsiteY5" fmla="*/ 36957 h 181458"/>
                      <a:gd name="connsiteX6" fmla="*/ 85554 w 120493"/>
                      <a:gd name="connsiteY6" fmla="*/ 12859 h 181458"/>
                      <a:gd name="connsiteX7" fmla="*/ 37357 w 120493"/>
                      <a:gd name="connsiteY7" fmla="*/ 0 h 181458"/>
                      <a:gd name="connsiteX8" fmla="*/ 7353 w 120493"/>
                      <a:gd name="connsiteY8" fmla="*/ 22955 h 181458"/>
                      <a:gd name="connsiteX9" fmla="*/ 114 w 120493"/>
                      <a:gd name="connsiteY9" fmla="*/ 127635 h 181458"/>
                      <a:gd name="connsiteX10" fmla="*/ 4210 w 120493"/>
                      <a:gd name="connsiteY10" fmla="*/ 158782 h 181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0493" h="181458">
                        <a:moveTo>
                          <a:pt x="4210" y="158782"/>
                        </a:moveTo>
                        <a:cubicBezTo>
                          <a:pt x="11068" y="173450"/>
                          <a:pt x="28022" y="181737"/>
                          <a:pt x="44310" y="181451"/>
                        </a:cubicBezTo>
                        <a:cubicBezTo>
                          <a:pt x="60503" y="181166"/>
                          <a:pt x="75838" y="173546"/>
                          <a:pt x="88602" y="163544"/>
                        </a:cubicBezTo>
                        <a:cubicBezTo>
                          <a:pt x="102508" y="152591"/>
                          <a:pt x="114319" y="138017"/>
                          <a:pt x="118605" y="120777"/>
                        </a:cubicBezTo>
                        <a:cubicBezTo>
                          <a:pt x="122511" y="104775"/>
                          <a:pt x="119748" y="88011"/>
                          <a:pt x="115843" y="72009"/>
                        </a:cubicBezTo>
                        <a:cubicBezTo>
                          <a:pt x="112986" y="60198"/>
                          <a:pt x="109556" y="48482"/>
                          <a:pt x="105556" y="36957"/>
                        </a:cubicBezTo>
                        <a:lnTo>
                          <a:pt x="85554" y="12859"/>
                        </a:lnTo>
                        <a:cubicBezTo>
                          <a:pt x="69456" y="8572"/>
                          <a:pt x="53455" y="4286"/>
                          <a:pt x="37357" y="0"/>
                        </a:cubicBezTo>
                        <a:cubicBezTo>
                          <a:pt x="26308" y="6287"/>
                          <a:pt x="16307" y="14002"/>
                          <a:pt x="7353" y="22955"/>
                        </a:cubicBezTo>
                        <a:cubicBezTo>
                          <a:pt x="3638" y="57721"/>
                          <a:pt x="1162" y="92678"/>
                          <a:pt x="114" y="127635"/>
                        </a:cubicBezTo>
                        <a:cubicBezTo>
                          <a:pt x="-171" y="138113"/>
                          <a:pt x="-267" y="149162"/>
                          <a:pt x="4210" y="15878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86" name="Forme libre : forme 17485">
                    <a:extLst>
                      <a:ext uri="{FF2B5EF4-FFF2-40B4-BE49-F238E27FC236}">
                        <a16:creationId xmlns:a16="http://schemas.microsoft.com/office/drawing/2014/main" id="{77B4DEB7-F9F8-4B4D-B840-48F7F02B1FD7}"/>
                      </a:ext>
                    </a:extLst>
                  </p:cNvPr>
                  <p:cNvSpPr/>
                  <p:nvPr/>
                </p:nvSpPr>
                <p:spPr>
                  <a:xfrm>
                    <a:off x="4536721" y="4269645"/>
                    <a:ext cx="139946" cy="83946"/>
                  </a:xfrm>
                  <a:custGeom>
                    <a:avLst/>
                    <a:gdLst>
                      <a:gd name="connsiteX0" fmla="*/ 46427 w 139946"/>
                      <a:gd name="connsiteY0" fmla="*/ 5080 h 83946"/>
                      <a:gd name="connsiteX1" fmla="*/ 12327 w 139946"/>
                      <a:gd name="connsiteY1" fmla="*/ 19081 h 83946"/>
                      <a:gd name="connsiteX2" fmla="*/ 1945 w 139946"/>
                      <a:gd name="connsiteY2" fmla="*/ 39941 h 83946"/>
                      <a:gd name="connsiteX3" fmla="*/ 1945 w 139946"/>
                      <a:gd name="connsiteY3" fmla="*/ 64801 h 83946"/>
                      <a:gd name="connsiteX4" fmla="*/ 23376 w 139946"/>
                      <a:gd name="connsiteY4" fmla="*/ 83946 h 83946"/>
                      <a:gd name="connsiteX5" fmla="*/ 24233 w 139946"/>
                      <a:gd name="connsiteY5" fmla="*/ 81946 h 83946"/>
                      <a:gd name="connsiteX6" fmla="*/ 48046 w 139946"/>
                      <a:gd name="connsiteY6" fmla="*/ 51752 h 83946"/>
                      <a:gd name="connsiteX7" fmla="*/ 87860 w 139946"/>
                      <a:gd name="connsiteY7" fmla="*/ 43180 h 83946"/>
                      <a:gd name="connsiteX8" fmla="*/ 109482 w 139946"/>
                      <a:gd name="connsiteY8" fmla="*/ 64611 h 83946"/>
                      <a:gd name="connsiteX9" fmla="*/ 114245 w 139946"/>
                      <a:gd name="connsiteY9" fmla="*/ 63754 h 83946"/>
                      <a:gd name="connsiteX10" fmla="*/ 127865 w 139946"/>
                      <a:gd name="connsiteY10" fmla="*/ 70802 h 83946"/>
                      <a:gd name="connsiteX11" fmla="*/ 139391 w 139946"/>
                      <a:gd name="connsiteY11" fmla="*/ 32702 h 83946"/>
                      <a:gd name="connsiteX12" fmla="*/ 46427 w 139946"/>
                      <a:gd name="connsiteY12" fmla="*/ 5080 h 83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9946" h="83946">
                        <a:moveTo>
                          <a:pt x="46427" y="5080"/>
                        </a:moveTo>
                        <a:cubicBezTo>
                          <a:pt x="34044" y="6984"/>
                          <a:pt x="20995" y="10032"/>
                          <a:pt x="12327" y="19081"/>
                        </a:cubicBezTo>
                        <a:cubicBezTo>
                          <a:pt x="6898" y="24796"/>
                          <a:pt x="3850" y="32321"/>
                          <a:pt x="1945" y="39941"/>
                        </a:cubicBezTo>
                        <a:cubicBezTo>
                          <a:pt x="-151" y="48132"/>
                          <a:pt x="-1103" y="56896"/>
                          <a:pt x="1945" y="64801"/>
                        </a:cubicBezTo>
                        <a:cubicBezTo>
                          <a:pt x="5565" y="74231"/>
                          <a:pt x="13756" y="80137"/>
                          <a:pt x="23376" y="83946"/>
                        </a:cubicBezTo>
                        <a:cubicBezTo>
                          <a:pt x="23662" y="83280"/>
                          <a:pt x="23948" y="82613"/>
                          <a:pt x="24233" y="81946"/>
                        </a:cubicBezTo>
                        <a:cubicBezTo>
                          <a:pt x="29853" y="70230"/>
                          <a:pt x="37664" y="59467"/>
                          <a:pt x="48046" y="51752"/>
                        </a:cubicBezTo>
                        <a:cubicBezTo>
                          <a:pt x="58333" y="44037"/>
                          <a:pt x="75478" y="36226"/>
                          <a:pt x="87860" y="43180"/>
                        </a:cubicBezTo>
                        <a:cubicBezTo>
                          <a:pt x="95862" y="47656"/>
                          <a:pt x="105958" y="55276"/>
                          <a:pt x="109482" y="64611"/>
                        </a:cubicBezTo>
                        <a:cubicBezTo>
                          <a:pt x="111007" y="64134"/>
                          <a:pt x="112530" y="63754"/>
                          <a:pt x="114245" y="63754"/>
                        </a:cubicBezTo>
                        <a:cubicBezTo>
                          <a:pt x="119865" y="63658"/>
                          <a:pt x="124913" y="66516"/>
                          <a:pt x="127865" y="70802"/>
                        </a:cubicBezTo>
                        <a:cubicBezTo>
                          <a:pt x="136724" y="62039"/>
                          <a:pt x="141677" y="49656"/>
                          <a:pt x="139391" y="32702"/>
                        </a:cubicBezTo>
                        <a:cubicBezTo>
                          <a:pt x="133485" y="-11399"/>
                          <a:pt x="77002" y="222"/>
                          <a:pt x="46427" y="508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87" name="Forme libre : forme 17486">
                    <a:extLst>
                      <a:ext uri="{FF2B5EF4-FFF2-40B4-BE49-F238E27FC236}">
                        <a16:creationId xmlns:a16="http://schemas.microsoft.com/office/drawing/2014/main" id="{102650BE-634D-4ADE-998F-3C9B061FE230}"/>
                      </a:ext>
                    </a:extLst>
                  </p:cNvPr>
                  <p:cNvSpPr/>
                  <p:nvPr/>
                </p:nvSpPr>
                <p:spPr>
                  <a:xfrm>
                    <a:off x="4761416" y="4143716"/>
                    <a:ext cx="116721" cy="95579"/>
                  </a:xfrm>
                  <a:custGeom>
                    <a:avLst/>
                    <a:gdLst>
                      <a:gd name="connsiteX0" fmla="*/ 32234 w 116721"/>
                      <a:gd name="connsiteY0" fmla="*/ 95575 h 95579"/>
                      <a:gd name="connsiteX1" fmla="*/ 81859 w 116721"/>
                      <a:gd name="connsiteY1" fmla="*/ 77192 h 95579"/>
                      <a:gd name="connsiteX2" fmla="*/ 71763 w 116721"/>
                      <a:gd name="connsiteY2" fmla="*/ 62523 h 95579"/>
                      <a:gd name="connsiteX3" fmla="*/ 79954 w 116721"/>
                      <a:gd name="connsiteY3" fmla="*/ 36520 h 95579"/>
                      <a:gd name="connsiteX4" fmla="*/ 105005 w 116721"/>
                      <a:gd name="connsiteY4" fmla="*/ 14993 h 95579"/>
                      <a:gd name="connsiteX5" fmla="*/ 116721 w 116721"/>
                      <a:gd name="connsiteY5" fmla="*/ 9945 h 95579"/>
                      <a:gd name="connsiteX6" fmla="*/ 11089 w 116721"/>
                      <a:gd name="connsiteY6" fmla="*/ 48140 h 95579"/>
                      <a:gd name="connsiteX7" fmla="*/ 706 w 116721"/>
                      <a:gd name="connsiteY7" fmla="*/ 77477 h 95579"/>
                      <a:gd name="connsiteX8" fmla="*/ 32234 w 116721"/>
                      <a:gd name="connsiteY8" fmla="*/ 95575 h 95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6721" h="95579">
                        <a:moveTo>
                          <a:pt x="32234" y="95575"/>
                        </a:moveTo>
                        <a:cubicBezTo>
                          <a:pt x="43664" y="95384"/>
                          <a:pt x="63571" y="88145"/>
                          <a:pt x="81859" y="77192"/>
                        </a:cubicBezTo>
                        <a:cubicBezTo>
                          <a:pt x="76621" y="74239"/>
                          <a:pt x="72715" y="68619"/>
                          <a:pt x="71763" y="62523"/>
                        </a:cubicBezTo>
                        <a:cubicBezTo>
                          <a:pt x="70429" y="53284"/>
                          <a:pt x="74525" y="44045"/>
                          <a:pt x="79954" y="36520"/>
                        </a:cubicBezTo>
                        <a:cubicBezTo>
                          <a:pt x="86526" y="27471"/>
                          <a:pt x="95195" y="20232"/>
                          <a:pt x="105005" y="14993"/>
                        </a:cubicBezTo>
                        <a:cubicBezTo>
                          <a:pt x="108148" y="13374"/>
                          <a:pt x="112244" y="11564"/>
                          <a:pt x="116721" y="9945"/>
                        </a:cubicBezTo>
                        <a:cubicBezTo>
                          <a:pt x="91004" y="-20821"/>
                          <a:pt x="28138" y="27757"/>
                          <a:pt x="11089" y="48140"/>
                        </a:cubicBezTo>
                        <a:cubicBezTo>
                          <a:pt x="4136" y="56427"/>
                          <a:pt x="-2151" y="67095"/>
                          <a:pt x="706" y="77477"/>
                        </a:cubicBezTo>
                        <a:cubicBezTo>
                          <a:pt x="4231" y="90050"/>
                          <a:pt x="19185" y="95765"/>
                          <a:pt x="32234" y="9557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88" name="Forme libre : forme 17487">
                    <a:extLst>
                      <a:ext uri="{FF2B5EF4-FFF2-40B4-BE49-F238E27FC236}">
                        <a16:creationId xmlns:a16="http://schemas.microsoft.com/office/drawing/2014/main" id="{115FB3DA-FFBD-4E27-B8B0-1B707E8B9DC5}"/>
                      </a:ext>
                    </a:extLst>
                  </p:cNvPr>
                  <p:cNvSpPr/>
                  <p:nvPr/>
                </p:nvSpPr>
                <p:spPr>
                  <a:xfrm>
                    <a:off x="4746195" y="4296251"/>
                    <a:ext cx="133846" cy="155065"/>
                  </a:xfrm>
                  <a:custGeom>
                    <a:avLst/>
                    <a:gdLst>
                      <a:gd name="connsiteX0" fmla="*/ 1354 w 133846"/>
                      <a:gd name="connsiteY0" fmla="*/ 111062 h 155065"/>
                      <a:gd name="connsiteX1" fmla="*/ 13261 w 133846"/>
                      <a:gd name="connsiteY1" fmla="*/ 150495 h 155065"/>
                      <a:gd name="connsiteX2" fmla="*/ 44217 w 133846"/>
                      <a:gd name="connsiteY2" fmla="*/ 152305 h 155065"/>
                      <a:gd name="connsiteX3" fmla="*/ 70696 w 133846"/>
                      <a:gd name="connsiteY3" fmla="*/ 134398 h 155065"/>
                      <a:gd name="connsiteX4" fmla="*/ 111463 w 133846"/>
                      <a:gd name="connsiteY4" fmla="*/ 81534 h 155065"/>
                      <a:gd name="connsiteX5" fmla="*/ 133847 w 133846"/>
                      <a:gd name="connsiteY5" fmla="*/ 21812 h 155065"/>
                      <a:gd name="connsiteX6" fmla="*/ 122894 w 133846"/>
                      <a:gd name="connsiteY6" fmla="*/ 0 h 155065"/>
                      <a:gd name="connsiteX7" fmla="*/ 108606 w 133846"/>
                      <a:gd name="connsiteY7" fmla="*/ 6668 h 155065"/>
                      <a:gd name="connsiteX8" fmla="*/ 116511 w 133846"/>
                      <a:gd name="connsiteY8" fmla="*/ 30861 h 155065"/>
                      <a:gd name="connsiteX9" fmla="*/ 107939 w 133846"/>
                      <a:gd name="connsiteY9" fmla="*/ 42767 h 155065"/>
                      <a:gd name="connsiteX10" fmla="*/ 81174 w 133846"/>
                      <a:gd name="connsiteY10" fmla="*/ 75057 h 155065"/>
                      <a:gd name="connsiteX11" fmla="*/ 40121 w 133846"/>
                      <a:gd name="connsiteY11" fmla="*/ 68961 h 155065"/>
                      <a:gd name="connsiteX12" fmla="*/ 29739 w 133846"/>
                      <a:gd name="connsiteY12" fmla="*/ 58484 h 155065"/>
                      <a:gd name="connsiteX13" fmla="*/ 21357 w 133846"/>
                      <a:gd name="connsiteY13" fmla="*/ 72295 h 155065"/>
                      <a:gd name="connsiteX14" fmla="*/ 1354 w 133846"/>
                      <a:gd name="connsiteY14" fmla="*/ 111062 h 155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33846" h="155065">
                        <a:moveTo>
                          <a:pt x="1354" y="111062"/>
                        </a:moveTo>
                        <a:cubicBezTo>
                          <a:pt x="-2170" y="125254"/>
                          <a:pt x="974" y="142494"/>
                          <a:pt x="13261" y="150495"/>
                        </a:cubicBezTo>
                        <a:cubicBezTo>
                          <a:pt x="22214" y="156401"/>
                          <a:pt x="34216" y="156115"/>
                          <a:pt x="44217" y="152305"/>
                        </a:cubicBezTo>
                        <a:cubicBezTo>
                          <a:pt x="54218" y="148495"/>
                          <a:pt x="62695" y="141446"/>
                          <a:pt x="70696" y="134398"/>
                        </a:cubicBezTo>
                        <a:cubicBezTo>
                          <a:pt x="87556" y="119444"/>
                          <a:pt x="103748" y="102679"/>
                          <a:pt x="111463" y="81534"/>
                        </a:cubicBezTo>
                        <a:cubicBezTo>
                          <a:pt x="118893" y="61341"/>
                          <a:pt x="118607" y="36957"/>
                          <a:pt x="133847" y="21812"/>
                        </a:cubicBezTo>
                        <a:lnTo>
                          <a:pt x="122894" y="0"/>
                        </a:lnTo>
                        <a:cubicBezTo>
                          <a:pt x="118321" y="2667"/>
                          <a:pt x="113559" y="4763"/>
                          <a:pt x="108606" y="6668"/>
                        </a:cubicBezTo>
                        <a:cubicBezTo>
                          <a:pt x="115368" y="13335"/>
                          <a:pt x="120036" y="21717"/>
                          <a:pt x="116511" y="30861"/>
                        </a:cubicBezTo>
                        <a:cubicBezTo>
                          <a:pt x="114702" y="35433"/>
                          <a:pt x="111083" y="38958"/>
                          <a:pt x="107939" y="42767"/>
                        </a:cubicBezTo>
                        <a:cubicBezTo>
                          <a:pt x="98986" y="53721"/>
                          <a:pt x="93652" y="68485"/>
                          <a:pt x="81174" y="75057"/>
                        </a:cubicBezTo>
                        <a:cubicBezTo>
                          <a:pt x="68315" y="81820"/>
                          <a:pt x="52123" y="77153"/>
                          <a:pt x="40121" y="68961"/>
                        </a:cubicBezTo>
                        <a:cubicBezTo>
                          <a:pt x="36026" y="66199"/>
                          <a:pt x="32215" y="62675"/>
                          <a:pt x="29739" y="58484"/>
                        </a:cubicBezTo>
                        <a:cubicBezTo>
                          <a:pt x="26977" y="63056"/>
                          <a:pt x="24215" y="67723"/>
                          <a:pt x="21357" y="72295"/>
                        </a:cubicBezTo>
                        <a:cubicBezTo>
                          <a:pt x="13641" y="84582"/>
                          <a:pt x="4879" y="96774"/>
                          <a:pt x="1354" y="11106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89" name="Forme libre : forme 17488">
                    <a:extLst>
                      <a:ext uri="{FF2B5EF4-FFF2-40B4-BE49-F238E27FC236}">
                        <a16:creationId xmlns:a16="http://schemas.microsoft.com/office/drawing/2014/main" id="{A5DC1AE0-D9B4-4B71-8730-C8A4E2768002}"/>
                      </a:ext>
                    </a:extLst>
                  </p:cNvPr>
                  <p:cNvSpPr/>
                  <p:nvPr/>
                </p:nvSpPr>
                <p:spPr>
                  <a:xfrm>
                    <a:off x="4917319" y="4255570"/>
                    <a:ext cx="147984" cy="183679"/>
                  </a:xfrm>
                  <a:custGeom>
                    <a:avLst/>
                    <a:gdLst>
                      <a:gd name="connsiteX0" fmla="*/ 97026 w 147984"/>
                      <a:gd name="connsiteY0" fmla="*/ 94116 h 183679"/>
                      <a:gd name="connsiteX1" fmla="*/ 77976 w 147984"/>
                      <a:gd name="connsiteY1" fmla="*/ 77543 h 183679"/>
                      <a:gd name="connsiteX2" fmla="*/ 86167 w 147984"/>
                      <a:gd name="connsiteY2" fmla="*/ 51539 h 183679"/>
                      <a:gd name="connsiteX3" fmla="*/ 111218 w 147984"/>
                      <a:gd name="connsiteY3" fmla="*/ 30013 h 183679"/>
                      <a:gd name="connsiteX4" fmla="*/ 147413 w 147984"/>
                      <a:gd name="connsiteY4" fmla="*/ 20583 h 183679"/>
                      <a:gd name="connsiteX5" fmla="*/ 119886 w 147984"/>
                      <a:gd name="connsiteY5" fmla="*/ 295 h 183679"/>
                      <a:gd name="connsiteX6" fmla="*/ 44734 w 147984"/>
                      <a:gd name="connsiteY6" fmla="*/ 44681 h 183679"/>
                      <a:gd name="connsiteX7" fmla="*/ 1300 w 147984"/>
                      <a:gd name="connsiteY7" fmla="*/ 135550 h 183679"/>
                      <a:gd name="connsiteX8" fmla="*/ 2061 w 147984"/>
                      <a:gd name="connsiteY8" fmla="*/ 163458 h 183679"/>
                      <a:gd name="connsiteX9" fmla="*/ 20826 w 147984"/>
                      <a:gd name="connsiteY9" fmla="*/ 182889 h 183679"/>
                      <a:gd name="connsiteX10" fmla="*/ 41210 w 147984"/>
                      <a:gd name="connsiteY10" fmla="*/ 181365 h 183679"/>
                      <a:gd name="connsiteX11" fmla="*/ 147984 w 147984"/>
                      <a:gd name="connsiteY11" fmla="*/ 65541 h 183679"/>
                      <a:gd name="connsiteX12" fmla="*/ 107789 w 147984"/>
                      <a:gd name="connsiteY12" fmla="*/ 89544 h 183679"/>
                      <a:gd name="connsiteX13" fmla="*/ 97026 w 147984"/>
                      <a:gd name="connsiteY13" fmla="*/ 94116 h 183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7984" h="183679">
                        <a:moveTo>
                          <a:pt x="97026" y="94116"/>
                        </a:moveTo>
                        <a:cubicBezTo>
                          <a:pt x="87786" y="95259"/>
                          <a:pt x="79310" y="86782"/>
                          <a:pt x="77976" y="77543"/>
                        </a:cubicBezTo>
                        <a:cubicBezTo>
                          <a:pt x="76642" y="68303"/>
                          <a:pt x="80738" y="59064"/>
                          <a:pt x="86167" y="51539"/>
                        </a:cubicBezTo>
                        <a:cubicBezTo>
                          <a:pt x="92740" y="42490"/>
                          <a:pt x="101407" y="35252"/>
                          <a:pt x="111218" y="30013"/>
                        </a:cubicBezTo>
                        <a:cubicBezTo>
                          <a:pt x="119696" y="25536"/>
                          <a:pt x="135126" y="19630"/>
                          <a:pt x="147413" y="20583"/>
                        </a:cubicBezTo>
                        <a:cubicBezTo>
                          <a:pt x="143031" y="9820"/>
                          <a:pt x="134459" y="1723"/>
                          <a:pt x="119886" y="295"/>
                        </a:cubicBezTo>
                        <a:cubicBezTo>
                          <a:pt x="87215" y="-2848"/>
                          <a:pt x="61212" y="19630"/>
                          <a:pt x="44734" y="44681"/>
                        </a:cubicBezTo>
                        <a:cubicBezTo>
                          <a:pt x="26160" y="72875"/>
                          <a:pt x="7110" y="102212"/>
                          <a:pt x="1300" y="135550"/>
                        </a:cubicBezTo>
                        <a:cubicBezTo>
                          <a:pt x="-320" y="144789"/>
                          <a:pt x="-796" y="154505"/>
                          <a:pt x="2061" y="163458"/>
                        </a:cubicBezTo>
                        <a:cubicBezTo>
                          <a:pt x="4919" y="172412"/>
                          <a:pt x="11777" y="180413"/>
                          <a:pt x="20826" y="182889"/>
                        </a:cubicBezTo>
                        <a:cubicBezTo>
                          <a:pt x="27494" y="184604"/>
                          <a:pt x="34542" y="183270"/>
                          <a:pt x="41210" y="181365"/>
                        </a:cubicBezTo>
                        <a:cubicBezTo>
                          <a:pt x="94835" y="166315"/>
                          <a:pt x="135888" y="119453"/>
                          <a:pt x="147984" y="65541"/>
                        </a:cubicBezTo>
                        <a:cubicBezTo>
                          <a:pt x="134554" y="73542"/>
                          <a:pt x="121219" y="81543"/>
                          <a:pt x="107789" y="89544"/>
                        </a:cubicBezTo>
                        <a:cubicBezTo>
                          <a:pt x="104455" y="91544"/>
                          <a:pt x="100931" y="93640"/>
                          <a:pt x="97026" y="9411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90" name="Forme libre : forme 17489">
                    <a:extLst>
                      <a:ext uri="{FF2B5EF4-FFF2-40B4-BE49-F238E27FC236}">
                        <a16:creationId xmlns:a16="http://schemas.microsoft.com/office/drawing/2014/main" id="{329ACAD1-F3DD-4D23-BAB7-D991360046D6}"/>
                      </a:ext>
                    </a:extLst>
                  </p:cNvPr>
                  <p:cNvSpPr/>
                  <p:nvPr/>
                </p:nvSpPr>
                <p:spPr>
                  <a:xfrm>
                    <a:off x="5017202" y="3916170"/>
                    <a:ext cx="103060" cy="236170"/>
                  </a:xfrm>
                  <a:custGeom>
                    <a:avLst/>
                    <a:gdLst>
                      <a:gd name="connsiteX0" fmla="*/ 13335 w 103060"/>
                      <a:gd name="connsiteY0" fmla="*/ 223585 h 236170"/>
                      <a:gd name="connsiteX1" fmla="*/ 27908 w 103060"/>
                      <a:gd name="connsiteY1" fmla="*/ 235682 h 236170"/>
                      <a:gd name="connsiteX2" fmla="*/ 49911 w 103060"/>
                      <a:gd name="connsiteY2" fmla="*/ 226919 h 236170"/>
                      <a:gd name="connsiteX3" fmla="*/ 60579 w 103060"/>
                      <a:gd name="connsiteY3" fmla="*/ 204535 h 236170"/>
                      <a:gd name="connsiteX4" fmla="*/ 97726 w 103060"/>
                      <a:gd name="connsiteY4" fmla="*/ 92521 h 236170"/>
                      <a:gd name="connsiteX5" fmla="*/ 103060 w 103060"/>
                      <a:gd name="connsiteY5" fmla="*/ 73090 h 236170"/>
                      <a:gd name="connsiteX6" fmla="*/ 81725 w 103060"/>
                      <a:gd name="connsiteY6" fmla="*/ 85854 h 236170"/>
                      <a:gd name="connsiteX7" fmla="*/ 70866 w 103060"/>
                      <a:gd name="connsiteY7" fmla="*/ 90426 h 236170"/>
                      <a:gd name="connsiteX8" fmla="*/ 51816 w 103060"/>
                      <a:gd name="connsiteY8" fmla="*/ 73852 h 236170"/>
                      <a:gd name="connsiteX9" fmla="*/ 60007 w 103060"/>
                      <a:gd name="connsiteY9" fmla="*/ 47849 h 236170"/>
                      <a:gd name="connsiteX10" fmla="*/ 85058 w 103060"/>
                      <a:gd name="connsiteY10" fmla="*/ 26322 h 236170"/>
                      <a:gd name="connsiteX11" fmla="*/ 102774 w 103060"/>
                      <a:gd name="connsiteY11" fmla="*/ 19274 h 236170"/>
                      <a:gd name="connsiteX12" fmla="*/ 46196 w 103060"/>
                      <a:gd name="connsiteY12" fmla="*/ 7463 h 236170"/>
                      <a:gd name="connsiteX13" fmla="*/ 4762 w 103060"/>
                      <a:gd name="connsiteY13" fmla="*/ 85282 h 236170"/>
                      <a:gd name="connsiteX14" fmla="*/ 191 w 103060"/>
                      <a:gd name="connsiteY14" fmla="*/ 167769 h 236170"/>
                      <a:gd name="connsiteX15" fmla="*/ 13335 w 103060"/>
                      <a:gd name="connsiteY15" fmla="*/ 223585 h 236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3060" h="236170">
                        <a:moveTo>
                          <a:pt x="13335" y="223585"/>
                        </a:moveTo>
                        <a:cubicBezTo>
                          <a:pt x="16859" y="229014"/>
                          <a:pt x="21717" y="234063"/>
                          <a:pt x="27908" y="235682"/>
                        </a:cubicBezTo>
                        <a:cubicBezTo>
                          <a:pt x="36004" y="237682"/>
                          <a:pt x="44577" y="233301"/>
                          <a:pt x="49911" y="226919"/>
                        </a:cubicBezTo>
                        <a:cubicBezTo>
                          <a:pt x="55245" y="220537"/>
                          <a:pt x="57912" y="212441"/>
                          <a:pt x="60579" y="204535"/>
                        </a:cubicBezTo>
                        <a:cubicBezTo>
                          <a:pt x="72961" y="167292"/>
                          <a:pt x="86392" y="130145"/>
                          <a:pt x="97726" y="92521"/>
                        </a:cubicBezTo>
                        <a:cubicBezTo>
                          <a:pt x="99536" y="86520"/>
                          <a:pt x="101441" y="79853"/>
                          <a:pt x="103060" y="73090"/>
                        </a:cubicBezTo>
                        <a:cubicBezTo>
                          <a:pt x="95917" y="77376"/>
                          <a:pt x="88868" y="81567"/>
                          <a:pt x="81725" y="85854"/>
                        </a:cubicBezTo>
                        <a:cubicBezTo>
                          <a:pt x="78295" y="87854"/>
                          <a:pt x="74866" y="89949"/>
                          <a:pt x="70866" y="90426"/>
                        </a:cubicBezTo>
                        <a:cubicBezTo>
                          <a:pt x="61626" y="91569"/>
                          <a:pt x="53150" y="83091"/>
                          <a:pt x="51816" y="73852"/>
                        </a:cubicBezTo>
                        <a:cubicBezTo>
                          <a:pt x="50482" y="64613"/>
                          <a:pt x="54578" y="55374"/>
                          <a:pt x="60007" y="47849"/>
                        </a:cubicBezTo>
                        <a:cubicBezTo>
                          <a:pt x="66580" y="38800"/>
                          <a:pt x="75248" y="31561"/>
                          <a:pt x="85058" y="26322"/>
                        </a:cubicBezTo>
                        <a:cubicBezTo>
                          <a:pt x="89535" y="23941"/>
                          <a:pt x="95917" y="21274"/>
                          <a:pt x="102774" y="19274"/>
                        </a:cubicBezTo>
                        <a:cubicBezTo>
                          <a:pt x="92869" y="-4443"/>
                          <a:pt x="66770" y="-3586"/>
                          <a:pt x="46196" y="7463"/>
                        </a:cubicBezTo>
                        <a:cubicBezTo>
                          <a:pt x="17621" y="22703"/>
                          <a:pt x="9049" y="55659"/>
                          <a:pt x="4762" y="85282"/>
                        </a:cubicBezTo>
                        <a:cubicBezTo>
                          <a:pt x="952" y="112619"/>
                          <a:pt x="-572" y="140146"/>
                          <a:pt x="191" y="167769"/>
                        </a:cubicBezTo>
                        <a:cubicBezTo>
                          <a:pt x="762" y="187104"/>
                          <a:pt x="2762" y="207393"/>
                          <a:pt x="13335" y="22358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91" name="Forme libre : forme 17490">
                    <a:extLst>
                      <a:ext uri="{FF2B5EF4-FFF2-40B4-BE49-F238E27FC236}">
                        <a16:creationId xmlns:a16="http://schemas.microsoft.com/office/drawing/2014/main" id="{B7ACAF9B-1459-4AE6-903E-65DF8E70BCF2}"/>
                      </a:ext>
                    </a:extLst>
                  </p:cNvPr>
                  <p:cNvSpPr/>
                  <p:nvPr/>
                </p:nvSpPr>
                <p:spPr>
                  <a:xfrm>
                    <a:off x="5132793" y="4052411"/>
                    <a:ext cx="161492" cy="198923"/>
                  </a:xfrm>
                  <a:custGeom>
                    <a:avLst/>
                    <a:gdLst>
                      <a:gd name="connsiteX0" fmla="*/ 2139 w 161492"/>
                      <a:gd name="connsiteY0" fmla="*/ 145923 h 198923"/>
                      <a:gd name="connsiteX1" fmla="*/ 16902 w 161492"/>
                      <a:gd name="connsiteY1" fmla="*/ 173164 h 198923"/>
                      <a:gd name="connsiteX2" fmla="*/ 44239 w 161492"/>
                      <a:gd name="connsiteY2" fmla="*/ 196215 h 198923"/>
                      <a:gd name="connsiteX3" fmla="*/ 103675 w 161492"/>
                      <a:gd name="connsiteY3" fmla="*/ 176593 h 198923"/>
                      <a:gd name="connsiteX4" fmla="*/ 127393 w 161492"/>
                      <a:gd name="connsiteY4" fmla="*/ 129445 h 198923"/>
                      <a:gd name="connsiteX5" fmla="*/ 105104 w 161492"/>
                      <a:gd name="connsiteY5" fmla="*/ 120491 h 198923"/>
                      <a:gd name="connsiteX6" fmla="*/ 92150 w 161492"/>
                      <a:gd name="connsiteY6" fmla="*/ 103727 h 198923"/>
                      <a:gd name="connsiteX7" fmla="*/ 95865 w 161492"/>
                      <a:gd name="connsiteY7" fmla="*/ 86677 h 198923"/>
                      <a:gd name="connsiteX8" fmla="*/ 119677 w 161492"/>
                      <a:gd name="connsiteY8" fmla="*/ 56483 h 198923"/>
                      <a:gd name="connsiteX9" fmla="*/ 142537 w 161492"/>
                      <a:gd name="connsiteY9" fmla="*/ 45910 h 198923"/>
                      <a:gd name="connsiteX10" fmla="*/ 132250 w 161492"/>
                      <a:gd name="connsiteY10" fmla="*/ 31051 h 198923"/>
                      <a:gd name="connsiteX11" fmla="*/ 148252 w 161492"/>
                      <a:gd name="connsiteY11" fmla="*/ 14573 h 198923"/>
                      <a:gd name="connsiteX12" fmla="*/ 160635 w 161492"/>
                      <a:gd name="connsiteY12" fmla="*/ 20193 h 198923"/>
                      <a:gd name="connsiteX13" fmla="*/ 161492 w 161492"/>
                      <a:gd name="connsiteY13" fmla="*/ 17240 h 198923"/>
                      <a:gd name="connsiteX14" fmla="*/ 126535 w 161492"/>
                      <a:gd name="connsiteY14" fmla="*/ 0 h 198923"/>
                      <a:gd name="connsiteX15" fmla="*/ 34619 w 161492"/>
                      <a:gd name="connsiteY15" fmla="*/ 60865 h 198923"/>
                      <a:gd name="connsiteX16" fmla="*/ 2139 w 161492"/>
                      <a:gd name="connsiteY16" fmla="*/ 145923 h 198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61492" h="198923">
                        <a:moveTo>
                          <a:pt x="2139" y="145923"/>
                        </a:moveTo>
                        <a:cubicBezTo>
                          <a:pt x="4996" y="155924"/>
                          <a:pt x="10616" y="164878"/>
                          <a:pt x="16902" y="173164"/>
                        </a:cubicBezTo>
                        <a:cubicBezTo>
                          <a:pt x="24237" y="182785"/>
                          <a:pt x="32999" y="191833"/>
                          <a:pt x="44239" y="196215"/>
                        </a:cubicBezTo>
                        <a:cubicBezTo>
                          <a:pt x="65004" y="204216"/>
                          <a:pt x="89293" y="193548"/>
                          <a:pt x="103675" y="176593"/>
                        </a:cubicBezTo>
                        <a:cubicBezTo>
                          <a:pt x="115200" y="163068"/>
                          <a:pt x="121868" y="146399"/>
                          <a:pt x="127393" y="129445"/>
                        </a:cubicBezTo>
                        <a:cubicBezTo>
                          <a:pt x="119582" y="128397"/>
                          <a:pt x="111676" y="125063"/>
                          <a:pt x="105104" y="120491"/>
                        </a:cubicBezTo>
                        <a:cubicBezTo>
                          <a:pt x="99103" y="116396"/>
                          <a:pt x="93388" y="110871"/>
                          <a:pt x="92150" y="103727"/>
                        </a:cubicBezTo>
                        <a:cubicBezTo>
                          <a:pt x="91102" y="97917"/>
                          <a:pt x="93293" y="92011"/>
                          <a:pt x="95865" y="86677"/>
                        </a:cubicBezTo>
                        <a:cubicBezTo>
                          <a:pt x="101484" y="74962"/>
                          <a:pt x="109295" y="64198"/>
                          <a:pt x="119677" y="56483"/>
                        </a:cubicBezTo>
                        <a:cubicBezTo>
                          <a:pt x="125773" y="52006"/>
                          <a:pt x="134155" y="47530"/>
                          <a:pt x="142537" y="45910"/>
                        </a:cubicBezTo>
                        <a:cubicBezTo>
                          <a:pt x="136632" y="43529"/>
                          <a:pt x="132345" y="37814"/>
                          <a:pt x="132250" y="31051"/>
                        </a:cubicBezTo>
                        <a:cubicBezTo>
                          <a:pt x="132155" y="22098"/>
                          <a:pt x="139299" y="14764"/>
                          <a:pt x="148252" y="14573"/>
                        </a:cubicBezTo>
                        <a:cubicBezTo>
                          <a:pt x="153205" y="14478"/>
                          <a:pt x="157587" y="16669"/>
                          <a:pt x="160635" y="20193"/>
                        </a:cubicBezTo>
                        <a:cubicBezTo>
                          <a:pt x="160920" y="19240"/>
                          <a:pt x="161206" y="18192"/>
                          <a:pt x="161492" y="17240"/>
                        </a:cubicBezTo>
                        <a:lnTo>
                          <a:pt x="126535" y="0"/>
                        </a:lnTo>
                        <a:cubicBezTo>
                          <a:pt x="92150" y="13811"/>
                          <a:pt x="60527" y="34385"/>
                          <a:pt x="34619" y="60865"/>
                        </a:cubicBezTo>
                        <a:cubicBezTo>
                          <a:pt x="12521" y="83629"/>
                          <a:pt x="-6529" y="115252"/>
                          <a:pt x="2139" y="14592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92" name="Forme libre : forme 17491">
                    <a:extLst>
                      <a:ext uri="{FF2B5EF4-FFF2-40B4-BE49-F238E27FC236}">
                        <a16:creationId xmlns:a16="http://schemas.microsoft.com/office/drawing/2014/main" id="{A3F70FCC-1E04-4535-8A99-98CCD6E8134E}"/>
                      </a:ext>
                    </a:extLst>
                  </p:cNvPr>
                  <p:cNvSpPr/>
                  <p:nvPr/>
                </p:nvSpPr>
                <p:spPr>
                  <a:xfrm>
                    <a:off x="5258756" y="4051987"/>
                    <a:ext cx="1524" cy="423"/>
                  </a:xfrm>
                  <a:custGeom>
                    <a:avLst/>
                    <a:gdLst>
                      <a:gd name="connsiteX0" fmla="*/ 0 w 1524"/>
                      <a:gd name="connsiteY0" fmla="*/ 42 h 423"/>
                      <a:gd name="connsiteX1" fmla="*/ 667 w 1524"/>
                      <a:gd name="connsiteY1" fmla="*/ 423 h 423"/>
                      <a:gd name="connsiteX2" fmla="*/ 1524 w 1524"/>
                      <a:gd name="connsiteY2" fmla="*/ 42 h 423"/>
                      <a:gd name="connsiteX3" fmla="*/ 0 w 1524"/>
                      <a:gd name="connsiteY3" fmla="*/ 42 h 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24" h="423">
                        <a:moveTo>
                          <a:pt x="0" y="42"/>
                        </a:moveTo>
                        <a:lnTo>
                          <a:pt x="667" y="423"/>
                        </a:lnTo>
                        <a:cubicBezTo>
                          <a:pt x="953" y="328"/>
                          <a:pt x="1238" y="138"/>
                          <a:pt x="1524" y="42"/>
                        </a:cubicBezTo>
                        <a:cubicBezTo>
                          <a:pt x="1048" y="-53"/>
                          <a:pt x="476" y="42"/>
                          <a:pt x="0" y="4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93" name="Forme libre : forme 17492">
                    <a:extLst>
                      <a:ext uri="{FF2B5EF4-FFF2-40B4-BE49-F238E27FC236}">
                        <a16:creationId xmlns:a16="http://schemas.microsoft.com/office/drawing/2014/main" id="{EFDD767F-3363-4EA4-9CBF-5422D25E58DA}"/>
                      </a:ext>
                    </a:extLst>
                  </p:cNvPr>
                  <p:cNvSpPr/>
                  <p:nvPr/>
                </p:nvSpPr>
                <p:spPr>
                  <a:xfrm>
                    <a:off x="5308550" y="3907652"/>
                    <a:ext cx="158203" cy="111813"/>
                  </a:xfrm>
                  <a:custGeom>
                    <a:avLst/>
                    <a:gdLst>
                      <a:gd name="connsiteX0" fmla="*/ 33741 w 158203"/>
                      <a:gd name="connsiteY0" fmla="*/ 21791 h 111813"/>
                      <a:gd name="connsiteX1" fmla="*/ 16310 w 158203"/>
                      <a:gd name="connsiteY1" fmla="*/ 42365 h 111813"/>
                      <a:gd name="connsiteX2" fmla="*/ 1927 w 158203"/>
                      <a:gd name="connsiteY2" fmla="*/ 64463 h 111813"/>
                      <a:gd name="connsiteX3" fmla="*/ 23 w 158203"/>
                      <a:gd name="connsiteY3" fmla="*/ 69606 h 111813"/>
                      <a:gd name="connsiteX4" fmla="*/ 3832 w 158203"/>
                      <a:gd name="connsiteY4" fmla="*/ 74559 h 111813"/>
                      <a:gd name="connsiteX5" fmla="*/ 64030 w 158203"/>
                      <a:gd name="connsiteY5" fmla="*/ 88656 h 111813"/>
                      <a:gd name="connsiteX6" fmla="*/ 70888 w 158203"/>
                      <a:gd name="connsiteY6" fmla="*/ 75607 h 111813"/>
                      <a:gd name="connsiteX7" fmla="*/ 95939 w 158203"/>
                      <a:gd name="connsiteY7" fmla="*/ 54080 h 111813"/>
                      <a:gd name="connsiteX8" fmla="*/ 143278 w 158203"/>
                      <a:gd name="connsiteY8" fmla="*/ 48365 h 111813"/>
                      <a:gd name="connsiteX9" fmla="*/ 151374 w 158203"/>
                      <a:gd name="connsiteY9" fmla="*/ 70940 h 111813"/>
                      <a:gd name="connsiteX10" fmla="*/ 133658 w 158203"/>
                      <a:gd name="connsiteY10" fmla="*/ 88942 h 111813"/>
                      <a:gd name="connsiteX11" fmla="*/ 103940 w 158203"/>
                      <a:gd name="connsiteY11" fmla="*/ 106659 h 111813"/>
                      <a:gd name="connsiteX12" fmla="*/ 121561 w 158203"/>
                      <a:gd name="connsiteY12" fmla="*/ 111802 h 111813"/>
                      <a:gd name="connsiteX13" fmla="*/ 158137 w 158203"/>
                      <a:gd name="connsiteY13" fmla="*/ 71035 h 111813"/>
                      <a:gd name="connsiteX14" fmla="*/ 140421 w 158203"/>
                      <a:gd name="connsiteY14" fmla="*/ 13694 h 111813"/>
                      <a:gd name="connsiteX15" fmla="*/ 111655 w 158203"/>
                      <a:gd name="connsiteY15" fmla="*/ 2741 h 111813"/>
                      <a:gd name="connsiteX16" fmla="*/ 94129 w 158203"/>
                      <a:gd name="connsiteY16" fmla="*/ 1693 h 111813"/>
                      <a:gd name="connsiteX17" fmla="*/ 92034 w 158203"/>
                      <a:gd name="connsiteY17" fmla="*/ 2264 h 111813"/>
                      <a:gd name="connsiteX18" fmla="*/ 84319 w 158203"/>
                      <a:gd name="connsiteY18" fmla="*/ 16361 h 111813"/>
                      <a:gd name="connsiteX19" fmla="*/ 79080 w 158203"/>
                      <a:gd name="connsiteY19" fmla="*/ 5979 h 111813"/>
                      <a:gd name="connsiteX20" fmla="*/ 55648 w 158203"/>
                      <a:gd name="connsiteY20" fmla="*/ 12647 h 111813"/>
                      <a:gd name="connsiteX21" fmla="*/ 33741 w 158203"/>
                      <a:gd name="connsiteY21" fmla="*/ 21791 h 111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58203" h="111813">
                        <a:moveTo>
                          <a:pt x="33741" y="21791"/>
                        </a:moveTo>
                        <a:cubicBezTo>
                          <a:pt x="26311" y="27029"/>
                          <a:pt x="21263" y="34745"/>
                          <a:pt x="16310" y="42365"/>
                        </a:cubicBezTo>
                        <a:cubicBezTo>
                          <a:pt x="11548" y="49699"/>
                          <a:pt x="6690" y="57128"/>
                          <a:pt x="1927" y="64463"/>
                        </a:cubicBezTo>
                        <a:cubicBezTo>
                          <a:pt x="880" y="65987"/>
                          <a:pt x="-168" y="67701"/>
                          <a:pt x="23" y="69606"/>
                        </a:cubicBezTo>
                        <a:cubicBezTo>
                          <a:pt x="213" y="71702"/>
                          <a:pt x="2118" y="73321"/>
                          <a:pt x="3832" y="74559"/>
                        </a:cubicBezTo>
                        <a:cubicBezTo>
                          <a:pt x="21073" y="86275"/>
                          <a:pt x="43457" y="84656"/>
                          <a:pt x="64030" y="88656"/>
                        </a:cubicBezTo>
                        <a:cubicBezTo>
                          <a:pt x="65554" y="83989"/>
                          <a:pt x="68031" y="79607"/>
                          <a:pt x="70888" y="75607"/>
                        </a:cubicBezTo>
                        <a:cubicBezTo>
                          <a:pt x="77460" y="66558"/>
                          <a:pt x="86128" y="59319"/>
                          <a:pt x="95939" y="54080"/>
                        </a:cubicBezTo>
                        <a:cubicBezTo>
                          <a:pt x="107369" y="48080"/>
                          <a:pt x="131372" y="39317"/>
                          <a:pt x="143278" y="48365"/>
                        </a:cubicBezTo>
                        <a:cubicBezTo>
                          <a:pt x="149375" y="52937"/>
                          <a:pt x="153280" y="63605"/>
                          <a:pt x="151374" y="70940"/>
                        </a:cubicBezTo>
                        <a:cubicBezTo>
                          <a:pt x="149184" y="79417"/>
                          <a:pt x="140706" y="84751"/>
                          <a:pt x="133658" y="88942"/>
                        </a:cubicBezTo>
                        <a:cubicBezTo>
                          <a:pt x="123752" y="94847"/>
                          <a:pt x="113846" y="100753"/>
                          <a:pt x="103940" y="106659"/>
                        </a:cubicBezTo>
                        <a:cubicBezTo>
                          <a:pt x="109560" y="109516"/>
                          <a:pt x="115275" y="111707"/>
                          <a:pt x="121561" y="111802"/>
                        </a:cubicBezTo>
                        <a:cubicBezTo>
                          <a:pt x="141754" y="112373"/>
                          <a:pt x="157280" y="91228"/>
                          <a:pt x="158137" y="71035"/>
                        </a:cubicBezTo>
                        <a:cubicBezTo>
                          <a:pt x="159090" y="50842"/>
                          <a:pt x="149565" y="31697"/>
                          <a:pt x="140421" y="13694"/>
                        </a:cubicBezTo>
                        <a:cubicBezTo>
                          <a:pt x="139850" y="19410"/>
                          <a:pt x="112227" y="-2974"/>
                          <a:pt x="111655" y="2741"/>
                        </a:cubicBezTo>
                        <a:cubicBezTo>
                          <a:pt x="107179" y="-1450"/>
                          <a:pt x="100035" y="-22"/>
                          <a:pt x="94129" y="1693"/>
                        </a:cubicBezTo>
                        <a:cubicBezTo>
                          <a:pt x="93463" y="1884"/>
                          <a:pt x="92701" y="2074"/>
                          <a:pt x="92034" y="2264"/>
                        </a:cubicBezTo>
                        <a:cubicBezTo>
                          <a:pt x="89176" y="6836"/>
                          <a:pt x="86605" y="11504"/>
                          <a:pt x="84319" y="16361"/>
                        </a:cubicBezTo>
                        <a:cubicBezTo>
                          <a:pt x="82794" y="12742"/>
                          <a:pt x="80985" y="9313"/>
                          <a:pt x="79080" y="5979"/>
                        </a:cubicBezTo>
                        <a:cubicBezTo>
                          <a:pt x="71269" y="8170"/>
                          <a:pt x="63459" y="10361"/>
                          <a:pt x="55648" y="12647"/>
                        </a:cubicBezTo>
                        <a:cubicBezTo>
                          <a:pt x="48124" y="14933"/>
                          <a:pt x="40218" y="17219"/>
                          <a:pt x="33741" y="2179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94" name="Forme libre : forme 17493">
                    <a:extLst>
                      <a:ext uri="{FF2B5EF4-FFF2-40B4-BE49-F238E27FC236}">
                        <a16:creationId xmlns:a16="http://schemas.microsoft.com/office/drawing/2014/main" id="{97714F54-7881-4373-8725-0E4F375FE6E8}"/>
                      </a:ext>
                    </a:extLst>
                  </p:cNvPr>
                  <p:cNvSpPr/>
                  <p:nvPr/>
                </p:nvSpPr>
                <p:spPr>
                  <a:xfrm>
                    <a:off x="5414894" y="4158424"/>
                    <a:ext cx="197701" cy="205052"/>
                  </a:xfrm>
                  <a:custGeom>
                    <a:avLst/>
                    <a:gdLst>
                      <a:gd name="connsiteX0" fmla="*/ 7311 w 197701"/>
                      <a:gd name="connsiteY0" fmla="*/ 196882 h 205052"/>
                      <a:gd name="connsiteX1" fmla="*/ 40554 w 197701"/>
                      <a:gd name="connsiteY1" fmla="*/ 203168 h 205052"/>
                      <a:gd name="connsiteX2" fmla="*/ 70272 w 197701"/>
                      <a:gd name="connsiteY2" fmla="*/ 184023 h 205052"/>
                      <a:gd name="connsiteX3" fmla="*/ 107991 w 197701"/>
                      <a:gd name="connsiteY3" fmla="*/ 148400 h 205052"/>
                      <a:gd name="connsiteX4" fmla="*/ 131136 w 197701"/>
                      <a:gd name="connsiteY4" fmla="*/ 118777 h 205052"/>
                      <a:gd name="connsiteX5" fmla="*/ 148091 w 197701"/>
                      <a:gd name="connsiteY5" fmla="*/ 84582 h 205052"/>
                      <a:gd name="connsiteX6" fmla="*/ 145805 w 197701"/>
                      <a:gd name="connsiteY6" fmla="*/ 84868 h 205052"/>
                      <a:gd name="connsiteX7" fmla="*/ 129327 w 197701"/>
                      <a:gd name="connsiteY7" fmla="*/ 68866 h 205052"/>
                      <a:gd name="connsiteX8" fmla="*/ 145329 w 197701"/>
                      <a:gd name="connsiteY8" fmla="*/ 52388 h 205052"/>
                      <a:gd name="connsiteX9" fmla="*/ 161807 w 197701"/>
                      <a:gd name="connsiteY9" fmla="*/ 68390 h 205052"/>
                      <a:gd name="connsiteX10" fmla="*/ 159711 w 197701"/>
                      <a:gd name="connsiteY10" fmla="*/ 76486 h 205052"/>
                      <a:gd name="connsiteX11" fmla="*/ 190668 w 197701"/>
                      <a:gd name="connsiteY11" fmla="*/ 59912 h 205052"/>
                      <a:gd name="connsiteX12" fmla="*/ 196287 w 197701"/>
                      <a:gd name="connsiteY12" fmla="*/ 41434 h 205052"/>
                      <a:gd name="connsiteX13" fmla="*/ 197621 w 197701"/>
                      <a:gd name="connsiteY13" fmla="*/ 11049 h 205052"/>
                      <a:gd name="connsiteX14" fmla="*/ 195240 w 197701"/>
                      <a:gd name="connsiteY14" fmla="*/ 6572 h 205052"/>
                      <a:gd name="connsiteX15" fmla="*/ 194287 w 197701"/>
                      <a:gd name="connsiteY15" fmla="*/ 8668 h 205052"/>
                      <a:gd name="connsiteX16" fmla="*/ 195240 w 197701"/>
                      <a:gd name="connsiteY16" fmla="*/ 8858 h 205052"/>
                      <a:gd name="connsiteX17" fmla="*/ 194287 w 197701"/>
                      <a:gd name="connsiteY17" fmla="*/ 8668 h 205052"/>
                      <a:gd name="connsiteX18" fmla="*/ 161997 w 197701"/>
                      <a:gd name="connsiteY18" fmla="*/ 1143 h 205052"/>
                      <a:gd name="connsiteX19" fmla="*/ 151615 w 197701"/>
                      <a:gd name="connsiteY19" fmla="*/ 0 h 205052"/>
                      <a:gd name="connsiteX20" fmla="*/ 151806 w 197701"/>
                      <a:gd name="connsiteY20" fmla="*/ 12668 h 205052"/>
                      <a:gd name="connsiteX21" fmla="*/ 143233 w 197701"/>
                      <a:gd name="connsiteY21" fmla="*/ 24575 h 205052"/>
                      <a:gd name="connsiteX22" fmla="*/ 116468 w 197701"/>
                      <a:gd name="connsiteY22" fmla="*/ 56864 h 205052"/>
                      <a:gd name="connsiteX23" fmla="*/ 75415 w 197701"/>
                      <a:gd name="connsiteY23" fmla="*/ 50768 h 205052"/>
                      <a:gd name="connsiteX24" fmla="*/ 67604 w 197701"/>
                      <a:gd name="connsiteY24" fmla="*/ 43910 h 205052"/>
                      <a:gd name="connsiteX25" fmla="*/ 33124 w 197701"/>
                      <a:gd name="connsiteY25" fmla="*/ 119444 h 205052"/>
                      <a:gd name="connsiteX26" fmla="*/ 5978 w 197701"/>
                      <a:gd name="connsiteY26" fmla="*/ 155067 h 205052"/>
                      <a:gd name="connsiteX27" fmla="*/ 7311 w 197701"/>
                      <a:gd name="connsiteY27" fmla="*/ 196882 h 20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97701" h="205052">
                        <a:moveTo>
                          <a:pt x="7311" y="196882"/>
                        </a:moveTo>
                        <a:cubicBezTo>
                          <a:pt x="15598" y="205454"/>
                          <a:pt x="29219" y="206788"/>
                          <a:pt x="40554" y="203168"/>
                        </a:cubicBezTo>
                        <a:cubicBezTo>
                          <a:pt x="51888" y="199549"/>
                          <a:pt x="61318" y="191834"/>
                          <a:pt x="70272" y="184023"/>
                        </a:cubicBezTo>
                        <a:cubicBezTo>
                          <a:pt x="83321" y="172593"/>
                          <a:pt x="95894" y="160782"/>
                          <a:pt x="107991" y="148400"/>
                        </a:cubicBezTo>
                        <a:cubicBezTo>
                          <a:pt x="116754" y="139446"/>
                          <a:pt x="125516" y="130016"/>
                          <a:pt x="131136" y="118777"/>
                        </a:cubicBezTo>
                        <a:cubicBezTo>
                          <a:pt x="136851" y="107347"/>
                          <a:pt x="139709" y="93821"/>
                          <a:pt x="148091" y="84582"/>
                        </a:cubicBezTo>
                        <a:cubicBezTo>
                          <a:pt x="147328" y="84677"/>
                          <a:pt x="146567" y="84868"/>
                          <a:pt x="145805" y="84868"/>
                        </a:cubicBezTo>
                        <a:cubicBezTo>
                          <a:pt x="136851" y="84963"/>
                          <a:pt x="129517" y="77819"/>
                          <a:pt x="129327" y="68866"/>
                        </a:cubicBezTo>
                        <a:cubicBezTo>
                          <a:pt x="129136" y="59912"/>
                          <a:pt x="136375" y="52578"/>
                          <a:pt x="145329" y="52388"/>
                        </a:cubicBezTo>
                        <a:cubicBezTo>
                          <a:pt x="154282" y="52292"/>
                          <a:pt x="161616" y="59436"/>
                          <a:pt x="161807" y="68390"/>
                        </a:cubicBezTo>
                        <a:cubicBezTo>
                          <a:pt x="161807" y="71342"/>
                          <a:pt x="161045" y="74104"/>
                          <a:pt x="159711" y="76486"/>
                        </a:cubicBezTo>
                        <a:cubicBezTo>
                          <a:pt x="170665" y="71438"/>
                          <a:pt x="183714" y="69628"/>
                          <a:pt x="190668" y="59912"/>
                        </a:cubicBezTo>
                        <a:cubicBezTo>
                          <a:pt x="194477" y="54578"/>
                          <a:pt x="195525" y="47911"/>
                          <a:pt x="196287" y="41434"/>
                        </a:cubicBezTo>
                        <a:cubicBezTo>
                          <a:pt x="197430" y="31337"/>
                          <a:pt x="197906" y="21146"/>
                          <a:pt x="197621" y="11049"/>
                        </a:cubicBezTo>
                        <a:cubicBezTo>
                          <a:pt x="197621" y="9239"/>
                          <a:pt x="197049" y="6858"/>
                          <a:pt x="195240" y="6572"/>
                        </a:cubicBezTo>
                        <a:cubicBezTo>
                          <a:pt x="194097" y="6382"/>
                          <a:pt x="194001" y="7906"/>
                          <a:pt x="194287" y="8668"/>
                        </a:cubicBezTo>
                        <a:lnTo>
                          <a:pt x="195240" y="8858"/>
                        </a:lnTo>
                        <a:cubicBezTo>
                          <a:pt x="194763" y="9335"/>
                          <a:pt x="194477" y="9049"/>
                          <a:pt x="194287" y="8668"/>
                        </a:cubicBezTo>
                        <a:lnTo>
                          <a:pt x="161997" y="1143"/>
                        </a:lnTo>
                        <a:cubicBezTo>
                          <a:pt x="158568" y="667"/>
                          <a:pt x="155139" y="286"/>
                          <a:pt x="151615" y="0"/>
                        </a:cubicBezTo>
                        <a:cubicBezTo>
                          <a:pt x="153044" y="4001"/>
                          <a:pt x="153425" y="8287"/>
                          <a:pt x="151806" y="12668"/>
                        </a:cubicBezTo>
                        <a:cubicBezTo>
                          <a:pt x="149996" y="17241"/>
                          <a:pt x="146376" y="20765"/>
                          <a:pt x="143233" y="24575"/>
                        </a:cubicBezTo>
                        <a:cubicBezTo>
                          <a:pt x="134279" y="35528"/>
                          <a:pt x="128945" y="50292"/>
                          <a:pt x="116468" y="56864"/>
                        </a:cubicBezTo>
                        <a:cubicBezTo>
                          <a:pt x="103609" y="63627"/>
                          <a:pt x="87416" y="58960"/>
                          <a:pt x="75415" y="50768"/>
                        </a:cubicBezTo>
                        <a:cubicBezTo>
                          <a:pt x="72557" y="48863"/>
                          <a:pt x="69795" y="46577"/>
                          <a:pt x="67604" y="43910"/>
                        </a:cubicBezTo>
                        <a:cubicBezTo>
                          <a:pt x="54936" y="67818"/>
                          <a:pt x="48840" y="96965"/>
                          <a:pt x="33124" y="119444"/>
                        </a:cubicBezTo>
                        <a:cubicBezTo>
                          <a:pt x="24552" y="131731"/>
                          <a:pt x="13122" y="141923"/>
                          <a:pt x="5978" y="155067"/>
                        </a:cubicBezTo>
                        <a:cubicBezTo>
                          <a:pt x="-1357" y="168116"/>
                          <a:pt x="-3071" y="186119"/>
                          <a:pt x="7311" y="19688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95" name="Forme libre : forme 17494">
                    <a:extLst>
                      <a:ext uri="{FF2B5EF4-FFF2-40B4-BE49-F238E27FC236}">
                        <a16:creationId xmlns:a16="http://schemas.microsoft.com/office/drawing/2014/main" id="{4FCE77F3-A020-41FE-8280-286E73937B5F}"/>
                      </a:ext>
                    </a:extLst>
                  </p:cNvPr>
                  <p:cNvSpPr/>
                  <p:nvPr/>
                </p:nvSpPr>
                <p:spPr>
                  <a:xfrm>
                    <a:off x="5609086" y="4166997"/>
                    <a:ext cx="952" cy="439"/>
                  </a:xfrm>
                  <a:custGeom>
                    <a:avLst/>
                    <a:gdLst>
                      <a:gd name="connsiteX0" fmla="*/ 952 w 952"/>
                      <a:gd name="connsiteY0" fmla="*/ 190 h 439"/>
                      <a:gd name="connsiteX1" fmla="*/ 0 w 952"/>
                      <a:gd name="connsiteY1" fmla="*/ 0 h 439"/>
                      <a:gd name="connsiteX2" fmla="*/ 952 w 952"/>
                      <a:gd name="connsiteY2" fmla="*/ 190 h 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52" h="439">
                        <a:moveTo>
                          <a:pt x="952" y="190"/>
                        </a:moveTo>
                        <a:lnTo>
                          <a:pt x="0" y="0"/>
                        </a:lnTo>
                        <a:cubicBezTo>
                          <a:pt x="190" y="381"/>
                          <a:pt x="571" y="667"/>
                          <a:pt x="952" y="19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96" name="Forme libre : forme 17495">
                    <a:extLst>
                      <a:ext uri="{FF2B5EF4-FFF2-40B4-BE49-F238E27FC236}">
                        <a16:creationId xmlns:a16="http://schemas.microsoft.com/office/drawing/2014/main" id="{E9FBE809-2F3F-4239-A2F4-C65739957362}"/>
                      </a:ext>
                    </a:extLst>
                  </p:cNvPr>
                  <p:cNvSpPr/>
                  <p:nvPr/>
                </p:nvSpPr>
                <p:spPr>
                  <a:xfrm>
                    <a:off x="5567846" y="3920091"/>
                    <a:ext cx="169351" cy="179595"/>
                  </a:xfrm>
                  <a:custGeom>
                    <a:avLst/>
                    <a:gdLst>
                      <a:gd name="connsiteX0" fmla="*/ 14665 w 169351"/>
                      <a:gd name="connsiteY0" fmla="*/ 163942 h 179595"/>
                      <a:gd name="connsiteX1" fmla="*/ 51146 w 169351"/>
                      <a:gd name="connsiteY1" fmla="*/ 179278 h 179595"/>
                      <a:gd name="connsiteX2" fmla="*/ 83055 w 169351"/>
                      <a:gd name="connsiteY2" fmla="*/ 156322 h 179595"/>
                      <a:gd name="connsiteX3" fmla="*/ 99152 w 169351"/>
                      <a:gd name="connsiteY3" fmla="*/ 110983 h 179595"/>
                      <a:gd name="connsiteX4" fmla="*/ 100867 w 169351"/>
                      <a:gd name="connsiteY4" fmla="*/ 82599 h 179595"/>
                      <a:gd name="connsiteX5" fmla="*/ 82293 w 169351"/>
                      <a:gd name="connsiteY5" fmla="*/ 93743 h 179595"/>
                      <a:gd name="connsiteX6" fmla="*/ 71434 w 169351"/>
                      <a:gd name="connsiteY6" fmla="*/ 98315 h 179595"/>
                      <a:gd name="connsiteX7" fmla="*/ 52384 w 169351"/>
                      <a:gd name="connsiteY7" fmla="*/ 81742 h 179595"/>
                      <a:gd name="connsiteX8" fmla="*/ 60576 w 169351"/>
                      <a:gd name="connsiteY8" fmla="*/ 55738 h 179595"/>
                      <a:gd name="connsiteX9" fmla="*/ 85627 w 169351"/>
                      <a:gd name="connsiteY9" fmla="*/ 34212 h 179595"/>
                      <a:gd name="connsiteX10" fmla="*/ 132966 w 169351"/>
                      <a:gd name="connsiteY10" fmla="*/ 28497 h 179595"/>
                      <a:gd name="connsiteX11" fmla="*/ 138776 w 169351"/>
                      <a:gd name="connsiteY11" fmla="*/ 35831 h 179595"/>
                      <a:gd name="connsiteX12" fmla="*/ 169352 w 169351"/>
                      <a:gd name="connsiteY12" fmla="*/ 11733 h 179595"/>
                      <a:gd name="connsiteX13" fmla="*/ 92580 w 169351"/>
                      <a:gd name="connsiteY13" fmla="*/ 2874 h 179595"/>
                      <a:gd name="connsiteX14" fmla="*/ 63338 w 169351"/>
                      <a:gd name="connsiteY14" fmla="*/ 21258 h 179595"/>
                      <a:gd name="connsiteX15" fmla="*/ 8284 w 169351"/>
                      <a:gd name="connsiteY15" fmla="*/ 84409 h 179595"/>
                      <a:gd name="connsiteX16" fmla="*/ 14665 w 169351"/>
                      <a:gd name="connsiteY16" fmla="*/ 163942 h 179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69351" h="179595">
                        <a:moveTo>
                          <a:pt x="14665" y="163942"/>
                        </a:moveTo>
                        <a:cubicBezTo>
                          <a:pt x="23714" y="174324"/>
                          <a:pt x="37526" y="181182"/>
                          <a:pt x="51146" y="179278"/>
                        </a:cubicBezTo>
                        <a:cubicBezTo>
                          <a:pt x="64481" y="177373"/>
                          <a:pt x="75435" y="167467"/>
                          <a:pt x="83055" y="156322"/>
                        </a:cubicBezTo>
                        <a:cubicBezTo>
                          <a:pt x="92199" y="142892"/>
                          <a:pt x="97819" y="127176"/>
                          <a:pt x="99152" y="110983"/>
                        </a:cubicBezTo>
                        <a:cubicBezTo>
                          <a:pt x="99914" y="101554"/>
                          <a:pt x="99343" y="91838"/>
                          <a:pt x="100867" y="82599"/>
                        </a:cubicBezTo>
                        <a:cubicBezTo>
                          <a:pt x="94676" y="86314"/>
                          <a:pt x="88484" y="90028"/>
                          <a:pt x="82293" y="93743"/>
                        </a:cubicBezTo>
                        <a:cubicBezTo>
                          <a:pt x="78864" y="95743"/>
                          <a:pt x="75435" y="97839"/>
                          <a:pt x="71434" y="98315"/>
                        </a:cubicBezTo>
                        <a:cubicBezTo>
                          <a:pt x="62196" y="99458"/>
                          <a:pt x="53718" y="90981"/>
                          <a:pt x="52384" y="81742"/>
                        </a:cubicBezTo>
                        <a:cubicBezTo>
                          <a:pt x="51051" y="72502"/>
                          <a:pt x="55147" y="63263"/>
                          <a:pt x="60576" y="55738"/>
                        </a:cubicBezTo>
                        <a:cubicBezTo>
                          <a:pt x="67148" y="46689"/>
                          <a:pt x="75816" y="39451"/>
                          <a:pt x="85627" y="34212"/>
                        </a:cubicBezTo>
                        <a:cubicBezTo>
                          <a:pt x="97057" y="28211"/>
                          <a:pt x="121060" y="19448"/>
                          <a:pt x="132966" y="28497"/>
                        </a:cubicBezTo>
                        <a:cubicBezTo>
                          <a:pt x="135252" y="30211"/>
                          <a:pt x="137252" y="32878"/>
                          <a:pt x="138776" y="35831"/>
                        </a:cubicBezTo>
                        <a:cubicBezTo>
                          <a:pt x="149920" y="28306"/>
                          <a:pt x="161922" y="20877"/>
                          <a:pt x="169352" y="11733"/>
                        </a:cubicBezTo>
                        <a:cubicBezTo>
                          <a:pt x="159160" y="-1697"/>
                          <a:pt x="107915" y="-1983"/>
                          <a:pt x="92580" y="2874"/>
                        </a:cubicBezTo>
                        <a:cubicBezTo>
                          <a:pt x="81531" y="6399"/>
                          <a:pt x="72197" y="13828"/>
                          <a:pt x="63338" y="21258"/>
                        </a:cubicBezTo>
                        <a:cubicBezTo>
                          <a:pt x="41717" y="39355"/>
                          <a:pt x="20285" y="58977"/>
                          <a:pt x="8284" y="84409"/>
                        </a:cubicBezTo>
                        <a:cubicBezTo>
                          <a:pt x="-3527" y="109936"/>
                          <a:pt x="-3813" y="142797"/>
                          <a:pt x="14665" y="16394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97" name="Forme libre : forme 17496">
                    <a:extLst>
                      <a:ext uri="{FF2B5EF4-FFF2-40B4-BE49-F238E27FC236}">
                        <a16:creationId xmlns:a16="http://schemas.microsoft.com/office/drawing/2014/main" id="{759F5BD9-861B-40DF-8D19-A0C89EAED5AD}"/>
                      </a:ext>
                    </a:extLst>
                  </p:cNvPr>
                  <p:cNvSpPr/>
                  <p:nvPr/>
                </p:nvSpPr>
                <p:spPr>
                  <a:xfrm>
                    <a:off x="5840968" y="3852680"/>
                    <a:ext cx="116285" cy="218306"/>
                  </a:xfrm>
                  <a:custGeom>
                    <a:avLst/>
                    <a:gdLst>
                      <a:gd name="connsiteX0" fmla="*/ 63869 w 116285"/>
                      <a:gd name="connsiteY0" fmla="*/ 218305 h 218306"/>
                      <a:gd name="connsiteX1" fmla="*/ 115304 w 116285"/>
                      <a:gd name="connsiteY1" fmla="*/ 161060 h 218306"/>
                      <a:gd name="connsiteX2" fmla="*/ 112161 w 116285"/>
                      <a:gd name="connsiteY2" fmla="*/ 77239 h 218306"/>
                      <a:gd name="connsiteX3" fmla="*/ 110256 w 116285"/>
                      <a:gd name="connsiteY3" fmla="*/ 16661 h 218306"/>
                      <a:gd name="connsiteX4" fmla="*/ 23197 w 116285"/>
                      <a:gd name="connsiteY4" fmla="*/ 53522 h 218306"/>
                      <a:gd name="connsiteX5" fmla="*/ 19482 w 116285"/>
                      <a:gd name="connsiteY5" fmla="*/ 192397 h 218306"/>
                      <a:gd name="connsiteX6" fmla="*/ 63869 w 116285"/>
                      <a:gd name="connsiteY6" fmla="*/ 218305 h 218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285" h="218306">
                        <a:moveTo>
                          <a:pt x="63869" y="218305"/>
                        </a:moveTo>
                        <a:cubicBezTo>
                          <a:pt x="91872" y="218019"/>
                          <a:pt x="111685" y="188872"/>
                          <a:pt x="115304" y="161060"/>
                        </a:cubicBezTo>
                        <a:cubicBezTo>
                          <a:pt x="118923" y="133056"/>
                          <a:pt x="111303" y="105243"/>
                          <a:pt x="112161" y="77239"/>
                        </a:cubicBezTo>
                        <a:cubicBezTo>
                          <a:pt x="112732" y="57237"/>
                          <a:pt x="118162" y="36091"/>
                          <a:pt x="110256" y="16661"/>
                        </a:cubicBezTo>
                        <a:cubicBezTo>
                          <a:pt x="91586" y="-29250"/>
                          <a:pt x="37389" y="31996"/>
                          <a:pt x="23197" y="53522"/>
                        </a:cubicBezTo>
                        <a:cubicBezTo>
                          <a:pt x="-3854" y="94765"/>
                          <a:pt x="-9950" y="152773"/>
                          <a:pt x="19482" y="192397"/>
                        </a:cubicBezTo>
                        <a:cubicBezTo>
                          <a:pt x="30055" y="206780"/>
                          <a:pt x="46153" y="218495"/>
                          <a:pt x="63869" y="21830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98" name="Forme libre : forme 17497">
                    <a:extLst>
                      <a:ext uri="{FF2B5EF4-FFF2-40B4-BE49-F238E27FC236}">
                        <a16:creationId xmlns:a16="http://schemas.microsoft.com/office/drawing/2014/main" id="{24611628-1508-4E8E-9059-E6B83C501C3B}"/>
                      </a:ext>
                    </a:extLst>
                  </p:cNvPr>
                  <p:cNvSpPr/>
                  <p:nvPr/>
                </p:nvSpPr>
                <p:spPr>
                  <a:xfrm>
                    <a:off x="5695247" y="4088652"/>
                    <a:ext cx="139962" cy="95846"/>
                  </a:xfrm>
                  <a:custGeom>
                    <a:avLst/>
                    <a:gdLst>
                      <a:gd name="connsiteX0" fmla="*/ 326 w 139962"/>
                      <a:gd name="connsiteY0" fmla="*/ 87298 h 95846"/>
                      <a:gd name="connsiteX1" fmla="*/ 2135 w 139962"/>
                      <a:gd name="connsiteY1" fmla="*/ 92537 h 95846"/>
                      <a:gd name="connsiteX2" fmla="*/ 12518 w 139962"/>
                      <a:gd name="connsiteY2" fmla="*/ 95775 h 95846"/>
                      <a:gd name="connsiteX3" fmla="*/ 42141 w 139962"/>
                      <a:gd name="connsiteY3" fmla="*/ 85679 h 95846"/>
                      <a:gd name="connsiteX4" fmla="*/ 42998 w 139962"/>
                      <a:gd name="connsiteY4" fmla="*/ 85202 h 95846"/>
                      <a:gd name="connsiteX5" fmla="*/ 42712 w 139962"/>
                      <a:gd name="connsiteY5" fmla="*/ 84250 h 95846"/>
                      <a:gd name="connsiteX6" fmla="*/ 50903 w 139962"/>
                      <a:gd name="connsiteY6" fmla="*/ 58246 h 95846"/>
                      <a:gd name="connsiteX7" fmla="*/ 75954 w 139962"/>
                      <a:gd name="connsiteY7" fmla="*/ 36720 h 95846"/>
                      <a:gd name="connsiteX8" fmla="*/ 120150 w 139962"/>
                      <a:gd name="connsiteY8" fmla="*/ 29386 h 95846"/>
                      <a:gd name="connsiteX9" fmla="*/ 139963 w 139962"/>
                      <a:gd name="connsiteY9" fmla="*/ 5764 h 95846"/>
                      <a:gd name="connsiteX10" fmla="*/ 73573 w 139962"/>
                      <a:gd name="connsiteY10" fmla="*/ 3668 h 95846"/>
                      <a:gd name="connsiteX11" fmla="*/ 47284 w 139962"/>
                      <a:gd name="connsiteY11" fmla="*/ 21385 h 95846"/>
                      <a:gd name="connsiteX12" fmla="*/ 14613 w 139962"/>
                      <a:gd name="connsiteY12" fmla="*/ 48721 h 95846"/>
                      <a:gd name="connsiteX13" fmla="*/ 326 w 139962"/>
                      <a:gd name="connsiteY13" fmla="*/ 87298 h 95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39962" h="95846">
                        <a:moveTo>
                          <a:pt x="326" y="87298"/>
                        </a:moveTo>
                        <a:cubicBezTo>
                          <a:pt x="612" y="89107"/>
                          <a:pt x="993" y="91013"/>
                          <a:pt x="2135" y="92537"/>
                        </a:cubicBezTo>
                        <a:cubicBezTo>
                          <a:pt x="4422" y="95585"/>
                          <a:pt x="8803" y="96061"/>
                          <a:pt x="12518" y="95775"/>
                        </a:cubicBezTo>
                        <a:cubicBezTo>
                          <a:pt x="22995" y="95013"/>
                          <a:pt x="32902" y="90536"/>
                          <a:pt x="42141" y="85679"/>
                        </a:cubicBezTo>
                        <a:cubicBezTo>
                          <a:pt x="42427" y="85488"/>
                          <a:pt x="42712" y="85393"/>
                          <a:pt x="42998" y="85202"/>
                        </a:cubicBezTo>
                        <a:cubicBezTo>
                          <a:pt x="42903" y="84917"/>
                          <a:pt x="42807" y="84536"/>
                          <a:pt x="42712" y="84250"/>
                        </a:cubicBezTo>
                        <a:cubicBezTo>
                          <a:pt x="41378" y="75011"/>
                          <a:pt x="45475" y="65771"/>
                          <a:pt x="50903" y="58246"/>
                        </a:cubicBezTo>
                        <a:cubicBezTo>
                          <a:pt x="57476" y="49198"/>
                          <a:pt x="66144" y="41959"/>
                          <a:pt x="75954" y="36720"/>
                        </a:cubicBezTo>
                        <a:cubicBezTo>
                          <a:pt x="86432" y="31196"/>
                          <a:pt x="107482" y="23576"/>
                          <a:pt x="120150" y="29386"/>
                        </a:cubicBezTo>
                        <a:cubicBezTo>
                          <a:pt x="130057" y="21099"/>
                          <a:pt x="139486" y="12050"/>
                          <a:pt x="139963" y="5764"/>
                        </a:cubicBezTo>
                        <a:cubicBezTo>
                          <a:pt x="120341" y="1573"/>
                          <a:pt x="92909" y="-3666"/>
                          <a:pt x="73573" y="3668"/>
                        </a:cubicBezTo>
                        <a:cubicBezTo>
                          <a:pt x="63667" y="7478"/>
                          <a:pt x="55571" y="14717"/>
                          <a:pt x="47284" y="21385"/>
                        </a:cubicBezTo>
                        <a:cubicBezTo>
                          <a:pt x="36140" y="30243"/>
                          <a:pt x="24138" y="38149"/>
                          <a:pt x="14613" y="48721"/>
                        </a:cubicBezTo>
                        <a:cubicBezTo>
                          <a:pt x="5088" y="59294"/>
                          <a:pt x="-1579" y="73201"/>
                          <a:pt x="326" y="8729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499" name="Forme libre : forme 17498">
                    <a:extLst>
                      <a:ext uri="{FF2B5EF4-FFF2-40B4-BE49-F238E27FC236}">
                        <a16:creationId xmlns:a16="http://schemas.microsoft.com/office/drawing/2014/main" id="{FFBA11E5-1957-4F19-8CDD-1B87B8CF8549}"/>
                      </a:ext>
                    </a:extLst>
                  </p:cNvPr>
                  <p:cNvSpPr/>
                  <p:nvPr/>
                </p:nvSpPr>
                <p:spPr>
                  <a:xfrm>
                    <a:off x="5707006" y="4240931"/>
                    <a:ext cx="118392" cy="198106"/>
                  </a:xfrm>
                  <a:custGeom>
                    <a:avLst/>
                    <a:gdLst>
                      <a:gd name="connsiteX0" fmla="*/ 6855 w 118392"/>
                      <a:gd name="connsiteY0" fmla="*/ 185336 h 198106"/>
                      <a:gd name="connsiteX1" fmla="*/ 6283 w 118392"/>
                      <a:gd name="connsiteY1" fmla="*/ 187146 h 198106"/>
                      <a:gd name="connsiteX2" fmla="*/ 14284 w 118392"/>
                      <a:gd name="connsiteY2" fmla="*/ 196861 h 198106"/>
                      <a:gd name="connsiteX3" fmla="*/ 38192 w 118392"/>
                      <a:gd name="connsiteY3" fmla="*/ 189241 h 198106"/>
                      <a:gd name="connsiteX4" fmla="*/ 105438 w 118392"/>
                      <a:gd name="connsiteY4" fmla="*/ 49414 h 198106"/>
                      <a:gd name="connsiteX5" fmla="*/ 118392 w 118392"/>
                      <a:gd name="connsiteY5" fmla="*/ 12362 h 198106"/>
                      <a:gd name="connsiteX6" fmla="*/ 72672 w 118392"/>
                      <a:gd name="connsiteY6" fmla="*/ 75 h 198106"/>
                      <a:gd name="connsiteX7" fmla="*/ 59147 w 118392"/>
                      <a:gd name="connsiteY7" fmla="*/ 2265 h 198106"/>
                      <a:gd name="connsiteX8" fmla="*/ 63338 w 118392"/>
                      <a:gd name="connsiteY8" fmla="*/ 4456 h 198106"/>
                      <a:gd name="connsiteX9" fmla="*/ 71434 w 118392"/>
                      <a:gd name="connsiteY9" fmla="*/ 27030 h 198106"/>
                      <a:gd name="connsiteX10" fmla="*/ 53718 w 118392"/>
                      <a:gd name="connsiteY10" fmla="*/ 45033 h 198106"/>
                      <a:gd name="connsiteX11" fmla="*/ 12474 w 118392"/>
                      <a:gd name="connsiteY11" fmla="*/ 69702 h 198106"/>
                      <a:gd name="connsiteX12" fmla="*/ 11522 w 118392"/>
                      <a:gd name="connsiteY12" fmla="*/ 70274 h 198106"/>
                      <a:gd name="connsiteX13" fmla="*/ 2378 w 118392"/>
                      <a:gd name="connsiteY13" fmla="*/ 171239 h 198106"/>
                      <a:gd name="connsiteX14" fmla="*/ 6855 w 118392"/>
                      <a:gd name="connsiteY14" fmla="*/ 185336 h 198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8392" h="198106">
                        <a:moveTo>
                          <a:pt x="6855" y="185336"/>
                        </a:moveTo>
                        <a:cubicBezTo>
                          <a:pt x="6760" y="185907"/>
                          <a:pt x="6473" y="186574"/>
                          <a:pt x="6283" y="187146"/>
                        </a:cubicBezTo>
                        <a:cubicBezTo>
                          <a:pt x="7998" y="191241"/>
                          <a:pt x="10379" y="194956"/>
                          <a:pt x="14284" y="196861"/>
                        </a:cubicBezTo>
                        <a:cubicBezTo>
                          <a:pt x="22285" y="200671"/>
                          <a:pt x="31524" y="195051"/>
                          <a:pt x="38192" y="189241"/>
                        </a:cubicBezTo>
                        <a:cubicBezTo>
                          <a:pt x="78388" y="154380"/>
                          <a:pt x="103248" y="102564"/>
                          <a:pt x="105438" y="49414"/>
                        </a:cubicBezTo>
                        <a:lnTo>
                          <a:pt x="118392" y="12362"/>
                        </a:lnTo>
                        <a:cubicBezTo>
                          <a:pt x="104486" y="4456"/>
                          <a:pt x="88674" y="-687"/>
                          <a:pt x="72672" y="75"/>
                        </a:cubicBezTo>
                        <a:cubicBezTo>
                          <a:pt x="68101" y="265"/>
                          <a:pt x="63624" y="1027"/>
                          <a:pt x="59147" y="2265"/>
                        </a:cubicBezTo>
                        <a:cubicBezTo>
                          <a:pt x="60671" y="2837"/>
                          <a:pt x="62100" y="3503"/>
                          <a:pt x="63338" y="4456"/>
                        </a:cubicBezTo>
                        <a:cubicBezTo>
                          <a:pt x="69434" y="9028"/>
                          <a:pt x="73339" y="19696"/>
                          <a:pt x="71434" y="27030"/>
                        </a:cubicBezTo>
                        <a:cubicBezTo>
                          <a:pt x="69244" y="35508"/>
                          <a:pt x="60766" y="40842"/>
                          <a:pt x="53718" y="45033"/>
                        </a:cubicBezTo>
                        <a:cubicBezTo>
                          <a:pt x="40002" y="53224"/>
                          <a:pt x="26190" y="61416"/>
                          <a:pt x="12474" y="69702"/>
                        </a:cubicBezTo>
                        <a:cubicBezTo>
                          <a:pt x="12189" y="69893"/>
                          <a:pt x="11807" y="70083"/>
                          <a:pt x="11522" y="70274"/>
                        </a:cubicBezTo>
                        <a:cubicBezTo>
                          <a:pt x="2092" y="103421"/>
                          <a:pt x="-3432" y="137901"/>
                          <a:pt x="2378" y="171239"/>
                        </a:cubicBezTo>
                        <a:cubicBezTo>
                          <a:pt x="6569" y="173239"/>
                          <a:pt x="8379" y="177716"/>
                          <a:pt x="6855" y="18533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00" name="Forme libre : forme 17499">
                    <a:extLst>
                      <a:ext uri="{FF2B5EF4-FFF2-40B4-BE49-F238E27FC236}">
                        <a16:creationId xmlns:a16="http://schemas.microsoft.com/office/drawing/2014/main" id="{06DAA52B-7C65-47FE-9688-7C767CDD6DFF}"/>
                      </a:ext>
                    </a:extLst>
                  </p:cNvPr>
                  <p:cNvSpPr/>
                  <p:nvPr/>
                </p:nvSpPr>
                <p:spPr>
                  <a:xfrm>
                    <a:off x="5952277" y="4249007"/>
                    <a:ext cx="148203" cy="173785"/>
                  </a:xfrm>
                  <a:custGeom>
                    <a:avLst/>
                    <a:gdLst>
                      <a:gd name="connsiteX0" fmla="*/ 131344 w 148203"/>
                      <a:gd name="connsiteY0" fmla="*/ 7811 h 173785"/>
                      <a:gd name="connsiteX1" fmla="*/ 116580 w 148203"/>
                      <a:gd name="connsiteY1" fmla="*/ 17717 h 173785"/>
                      <a:gd name="connsiteX2" fmla="*/ 115056 w 148203"/>
                      <a:gd name="connsiteY2" fmla="*/ 17621 h 173785"/>
                      <a:gd name="connsiteX3" fmla="*/ 86005 w 148203"/>
                      <a:gd name="connsiteY3" fmla="*/ 34957 h 173785"/>
                      <a:gd name="connsiteX4" fmla="*/ 75147 w 148203"/>
                      <a:gd name="connsiteY4" fmla="*/ 39529 h 173785"/>
                      <a:gd name="connsiteX5" fmla="*/ 58668 w 148203"/>
                      <a:gd name="connsiteY5" fmla="*/ 30099 h 173785"/>
                      <a:gd name="connsiteX6" fmla="*/ 30474 w 148203"/>
                      <a:gd name="connsiteY6" fmla="*/ 62008 h 173785"/>
                      <a:gd name="connsiteX7" fmla="*/ 4280 w 148203"/>
                      <a:gd name="connsiteY7" fmla="*/ 96393 h 173785"/>
                      <a:gd name="connsiteX8" fmla="*/ 7709 w 148203"/>
                      <a:gd name="connsiteY8" fmla="*/ 151924 h 173785"/>
                      <a:gd name="connsiteX9" fmla="*/ 17139 w 148203"/>
                      <a:gd name="connsiteY9" fmla="*/ 165735 h 173785"/>
                      <a:gd name="connsiteX10" fmla="*/ 75147 w 148203"/>
                      <a:gd name="connsiteY10" fmla="*/ 160782 h 173785"/>
                      <a:gd name="connsiteX11" fmla="*/ 125724 w 148203"/>
                      <a:gd name="connsiteY11" fmla="*/ 92202 h 173785"/>
                      <a:gd name="connsiteX12" fmla="*/ 148108 w 148203"/>
                      <a:gd name="connsiteY12" fmla="*/ 34004 h 173785"/>
                      <a:gd name="connsiteX13" fmla="*/ 147060 w 148203"/>
                      <a:gd name="connsiteY13" fmla="*/ 30289 h 173785"/>
                      <a:gd name="connsiteX14" fmla="*/ 148203 w 148203"/>
                      <a:gd name="connsiteY14" fmla="*/ 26194 h 173785"/>
                      <a:gd name="connsiteX15" fmla="*/ 145822 w 148203"/>
                      <a:gd name="connsiteY15" fmla="*/ 12383 h 173785"/>
                      <a:gd name="connsiteX16" fmla="*/ 140488 w 148203"/>
                      <a:gd name="connsiteY16" fmla="*/ 0 h 173785"/>
                      <a:gd name="connsiteX17" fmla="*/ 131344 w 148203"/>
                      <a:gd name="connsiteY17" fmla="*/ 7811 h 173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48203" h="173785">
                        <a:moveTo>
                          <a:pt x="131344" y="7811"/>
                        </a:moveTo>
                        <a:cubicBezTo>
                          <a:pt x="128868" y="13526"/>
                          <a:pt x="123248" y="17621"/>
                          <a:pt x="116580" y="17717"/>
                        </a:cubicBezTo>
                        <a:cubicBezTo>
                          <a:pt x="116104" y="17717"/>
                          <a:pt x="115628" y="17621"/>
                          <a:pt x="115056" y="17621"/>
                        </a:cubicBezTo>
                        <a:cubicBezTo>
                          <a:pt x="105341" y="23431"/>
                          <a:pt x="95720" y="29146"/>
                          <a:pt x="86005" y="34957"/>
                        </a:cubicBezTo>
                        <a:cubicBezTo>
                          <a:pt x="82576" y="36957"/>
                          <a:pt x="79147" y="39053"/>
                          <a:pt x="75147" y="39529"/>
                        </a:cubicBezTo>
                        <a:cubicBezTo>
                          <a:pt x="68384" y="40386"/>
                          <a:pt x="62193" y="36100"/>
                          <a:pt x="58668" y="30099"/>
                        </a:cubicBezTo>
                        <a:cubicBezTo>
                          <a:pt x="47238" y="42863"/>
                          <a:pt x="37142" y="55245"/>
                          <a:pt x="30474" y="62008"/>
                        </a:cubicBezTo>
                        <a:cubicBezTo>
                          <a:pt x="20282" y="72295"/>
                          <a:pt x="9805" y="82963"/>
                          <a:pt x="4280" y="96393"/>
                        </a:cubicBezTo>
                        <a:cubicBezTo>
                          <a:pt x="-2959" y="114014"/>
                          <a:pt x="-482" y="134684"/>
                          <a:pt x="7709" y="151924"/>
                        </a:cubicBezTo>
                        <a:cubicBezTo>
                          <a:pt x="10091" y="156972"/>
                          <a:pt x="13043" y="161925"/>
                          <a:pt x="17139" y="165735"/>
                        </a:cubicBezTo>
                        <a:cubicBezTo>
                          <a:pt x="32665" y="180022"/>
                          <a:pt x="58287" y="173355"/>
                          <a:pt x="75147" y="160782"/>
                        </a:cubicBezTo>
                        <a:cubicBezTo>
                          <a:pt x="98388" y="143446"/>
                          <a:pt x="113247" y="117824"/>
                          <a:pt x="125724" y="92202"/>
                        </a:cubicBezTo>
                        <a:cubicBezTo>
                          <a:pt x="134582" y="74104"/>
                          <a:pt x="146298" y="54388"/>
                          <a:pt x="148108" y="34004"/>
                        </a:cubicBezTo>
                        <a:cubicBezTo>
                          <a:pt x="147536" y="32861"/>
                          <a:pt x="147156" y="31718"/>
                          <a:pt x="147060" y="30289"/>
                        </a:cubicBezTo>
                        <a:cubicBezTo>
                          <a:pt x="147060" y="28765"/>
                          <a:pt x="147536" y="27432"/>
                          <a:pt x="148203" y="26194"/>
                        </a:cubicBezTo>
                        <a:cubicBezTo>
                          <a:pt x="148013" y="21622"/>
                          <a:pt x="147251" y="16954"/>
                          <a:pt x="145822" y="12383"/>
                        </a:cubicBezTo>
                        <a:cubicBezTo>
                          <a:pt x="144203" y="7525"/>
                          <a:pt x="142488" y="3429"/>
                          <a:pt x="140488" y="0"/>
                        </a:cubicBezTo>
                        <a:cubicBezTo>
                          <a:pt x="138107" y="3143"/>
                          <a:pt x="134773" y="5620"/>
                          <a:pt x="131344" y="781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01" name="Forme libre : forme 17500">
                    <a:extLst>
                      <a:ext uri="{FF2B5EF4-FFF2-40B4-BE49-F238E27FC236}">
                        <a16:creationId xmlns:a16="http://schemas.microsoft.com/office/drawing/2014/main" id="{FF9CBB4B-8B2D-442C-A8F7-5A33E14E6EA3}"/>
                      </a:ext>
                    </a:extLst>
                  </p:cNvPr>
                  <p:cNvSpPr/>
                  <p:nvPr/>
                </p:nvSpPr>
                <p:spPr>
                  <a:xfrm>
                    <a:off x="6074259" y="4018881"/>
                    <a:ext cx="132425" cy="136742"/>
                  </a:xfrm>
                  <a:custGeom>
                    <a:avLst/>
                    <a:gdLst>
                      <a:gd name="connsiteX0" fmla="*/ 8125 w 132425"/>
                      <a:gd name="connsiteY0" fmla="*/ 73058 h 136742"/>
                      <a:gd name="connsiteX1" fmla="*/ 599 w 132425"/>
                      <a:gd name="connsiteY1" fmla="*/ 112682 h 136742"/>
                      <a:gd name="connsiteX2" fmla="*/ 13077 w 132425"/>
                      <a:gd name="connsiteY2" fmla="*/ 134209 h 136742"/>
                      <a:gd name="connsiteX3" fmla="*/ 31080 w 132425"/>
                      <a:gd name="connsiteY3" fmla="*/ 136590 h 136742"/>
                      <a:gd name="connsiteX4" fmla="*/ 63083 w 132425"/>
                      <a:gd name="connsiteY4" fmla="*/ 135161 h 136742"/>
                      <a:gd name="connsiteX5" fmla="*/ 88610 w 132425"/>
                      <a:gd name="connsiteY5" fmla="*/ 129446 h 136742"/>
                      <a:gd name="connsiteX6" fmla="*/ 109470 w 132425"/>
                      <a:gd name="connsiteY6" fmla="*/ 103634 h 136742"/>
                      <a:gd name="connsiteX7" fmla="*/ 108518 w 132425"/>
                      <a:gd name="connsiteY7" fmla="*/ 104205 h 136742"/>
                      <a:gd name="connsiteX8" fmla="*/ 97659 w 132425"/>
                      <a:gd name="connsiteY8" fmla="*/ 108777 h 136742"/>
                      <a:gd name="connsiteX9" fmla="*/ 78609 w 132425"/>
                      <a:gd name="connsiteY9" fmla="*/ 92203 h 136742"/>
                      <a:gd name="connsiteX10" fmla="*/ 86801 w 132425"/>
                      <a:gd name="connsiteY10" fmla="*/ 66200 h 136742"/>
                      <a:gd name="connsiteX11" fmla="*/ 111851 w 132425"/>
                      <a:gd name="connsiteY11" fmla="*/ 44674 h 136742"/>
                      <a:gd name="connsiteX12" fmla="*/ 132426 w 132425"/>
                      <a:gd name="connsiteY12" fmla="*/ 36959 h 136742"/>
                      <a:gd name="connsiteX13" fmla="*/ 128997 w 132425"/>
                      <a:gd name="connsiteY13" fmla="*/ 21909 h 136742"/>
                      <a:gd name="connsiteX14" fmla="*/ 94516 w 132425"/>
                      <a:gd name="connsiteY14" fmla="*/ 2 h 136742"/>
                      <a:gd name="connsiteX15" fmla="*/ 43081 w 132425"/>
                      <a:gd name="connsiteY15" fmla="*/ 33339 h 136742"/>
                      <a:gd name="connsiteX16" fmla="*/ 8125 w 132425"/>
                      <a:gd name="connsiteY16" fmla="*/ 73058 h 136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32425" h="136742">
                        <a:moveTo>
                          <a:pt x="8125" y="73058"/>
                        </a:moveTo>
                        <a:cubicBezTo>
                          <a:pt x="1362" y="84965"/>
                          <a:pt x="-1305" y="99157"/>
                          <a:pt x="599" y="112682"/>
                        </a:cubicBezTo>
                        <a:cubicBezTo>
                          <a:pt x="1838" y="121160"/>
                          <a:pt x="5457" y="130208"/>
                          <a:pt x="13077" y="134209"/>
                        </a:cubicBezTo>
                        <a:cubicBezTo>
                          <a:pt x="18507" y="137066"/>
                          <a:pt x="24983" y="136876"/>
                          <a:pt x="31080" y="136590"/>
                        </a:cubicBezTo>
                        <a:cubicBezTo>
                          <a:pt x="41748" y="136114"/>
                          <a:pt x="52416" y="135638"/>
                          <a:pt x="63083" y="135161"/>
                        </a:cubicBezTo>
                        <a:cubicBezTo>
                          <a:pt x="71847" y="134780"/>
                          <a:pt x="81181" y="134209"/>
                          <a:pt x="88610" y="129446"/>
                        </a:cubicBezTo>
                        <a:cubicBezTo>
                          <a:pt x="96707" y="124303"/>
                          <a:pt x="103565" y="114397"/>
                          <a:pt x="109470" y="103634"/>
                        </a:cubicBezTo>
                        <a:cubicBezTo>
                          <a:pt x="109185" y="103824"/>
                          <a:pt x="108804" y="104015"/>
                          <a:pt x="108518" y="104205"/>
                        </a:cubicBezTo>
                        <a:cubicBezTo>
                          <a:pt x="105089" y="106205"/>
                          <a:pt x="101660" y="108301"/>
                          <a:pt x="97659" y="108777"/>
                        </a:cubicBezTo>
                        <a:cubicBezTo>
                          <a:pt x="88420" y="109920"/>
                          <a:pt x="79943" y="101443"/>
                          <a:pt x="78609" y="92203"/>
                        </a:cubicBezTo>
                        <a:cubicBezTo>
                          <a:pt x="77276" y="82965"/>
                          <a:pt x="81372" y="73725"/>
                          <a:pt x="86801" y="66200"/>
                        </a:cubicBezTo>
                        <a:cubicBezTo>
                          <a:pt x="93373" y="57152"/>
                          <a:pt x="102041" y="49913"/>
                          <a:pt x="111851" y="44674"/>
                        </a:cubicBezTo>
                        <a:cubicBezTo>
                          <a:pt x="116900" y="42007"/>
                          <a:pt x="124520" y="38864"/>
                          <a:pt x="132426" y="36959"/>
                        </a:cubicBezTo>
                        <a:cubicBezTo>
                          <a:pt x="132140" y="31910"/>
                          <a:pt x="131187" y="26767"/>
                          <a:pt x="128997" y="21909"/>
                        </a:cubicBezTo>
                        <a:cubicBezTo>
                          <a:pt x="122615" y="7622"/>
                          <a:pt x="109947" y="192"/>
                          <a:pt x="94516" y="2"/>
                        </a:cubicBezTo>
                        <a:cubicBezTo>
                          <a:pt x="69084" y="-189"/>
                          <a:pt x="58702" y="17242"/>
                          <a:pt x="43081" y="33339"/>
                        </a:cubicBezTo>
                        <a:cubicBezTo>
                          <a:pt x="31556" y="46865"/>
                          <a:pt x="16887" y="57723"/>
                          <a:pt x="8125" y="7305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02" name="Forme libre : forme 17501">
                    <a:extLst>
                      <a:ext uri="{FF2B5EF4-FFF2-40B4-BE49-F238E27FC236}">
                        <a16:creationId xmlns:a16="http://schemas.microsoft.com/office/drawing/2014/main" id="{54F1B018-8B9F-4A53-A3BF-6A826B7F5139}"/>
                      </a:ext>
                    </a:extLst>
                  </p:cNvPr>
                  <p:cNvSpPr/>
                  <p:nvPr/>
                </p:nvSpPr>
                <p:spPr>
                  <a:xfrm>
                    <a:off x="5225088" y="4333394"/>
                    <a:ext cx="69741" cy="114845"/>
                  </a:xfrm>
                  <a:custGeom>
                    <a:avLst/>
                    <a:gdLst>
                      <a:gd name="connsiteX0" fmla="*/ 27953 w 69741"/>
                      <a:gd name="connsiteY0" fmla="*/ 1624 h 114845"/>
                      <a:gd name="connsiteX1" fmla="*/ 4997 w 69741"/>
                      <a:gd name="connsiteY1" fmla="*/ 34008 h 114845"/>
                      <a:gd name="connsiteX2" fmla="*/ 1188 w 69741"/>
                      <a:gd name="connsiteY2" fmla="*/ 74014 h 114845"/>
                      <a:gd name="connsiteX3" fmla="*/ 16904 w 69741"/>
                      <a:gd name="connsiteY3" fmla="*/ 97731 h 114845"/>
                      <a:gd name="connsiteX4" fmla="*/ 41669 w 69741"/>
                      <a:gd name="connsiteY4" fmla="*/ 114304 h 114845"/>
                      <a:gd name="connsiteX5" fmla="*/ 48051 w 69741"/>
                      <a:gd name="connsiteY5" fmla="*/ 114304 h 114845"/>
                      <a:gd name="connsiteX6" fmla="*/ 52242 w 69741"/>
                      <a:gd name="connsiteY6" fmla="*/ 110304 h 114845"/>
                      <a:gd name="connsiteX7" fmla="*/ 60528 w 69741"/>
                      <a:gd name="connsiteY7" fmla="*/ 11053 h 114845"/>
                      <a:gd name="connsiteX8" fmla="*/ 27953 w 69741"/>
                      <a:gd name="connsiteY8" fmla="*/ 1624 h 114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741" h="114845">
                        <a:moveTo>
                          <a:pt x="27953" y="1624"/>
                        </a:moveTo>
                        <a:cubicBezTo>
                          <a:pt x="9284" y="5910"/>
                          <a:pt x="7760" y="16578"/>
                          <a:pt x="4997" y="34008"/>
                        </a:cubicBezTo>
                        <a:cubicBezTo>
                          <a:pt x="2902" y="47344"/>
                          <a:pt x="-2336" y="60964"/>
                          <a:pt x="1188" y="74014"/>
                        </a:cubicBezTo>
                        <a:cubicBezTo>
                          <a:pt x="3664" y="83253"/>
                          <a:pt x="10141" y="90968"/>
                          <a:pt x="16904" y="97731"/>
                        </a:cubicBezTo>
                        <a:cubicBezTo>
                          <a:pt x="23953" y="104875"/>
                          <a:pt x="31953" y="111733"/>
                          <a:pt x="41669" y="114304"/>
                        </a:cubicBezTo>
                        <a:cubicBezTo>
                          <a:pt x="43764" y="114876"/>
                          <a:pt x="46050" y="115162"/>
                          <a:pt x="48051" y="114304"/>
                        </a:cubicBezTo>
                        <a:cubicBezTo>
                          <a:pt x="49860" y="113542"/>
                          <a:pt x="51099" y="111923"/>
                          <a:pt x="52242" y="110304"/>
                        </a:cubicBezTo>
                        <a:cubicBezTo>
                          <a:pt x="69768" y="85729"/>
                          <a:pt x="76912" y="38485"/>
                          <a:pt x="60528" y="11053"/>
                        </a:cubicBezTo>
                        <a:cubicBezTo>
                          <a:pt x="53385" y="-948"/>
                          <a:pt x="41574" y="-1520"/>
                          <a:pt x="27953" y="162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03" name="Forme libre : forme 17502">
                    <a:extLst>
                      <a:ext uri="{FF2B5EF4-FFF2-40B4-BE49-F238E27FC236}">
                        <a16:creationId xmlns:a16="http://schemas.microsoft.com/office/drawing/2014/main" id="{3252DAF6-E612-499C-B654-739558BB8844}"/>
                      </a:ext>
                    </a:extLst>
                  </p:cNvPr>
                  <p:cNvSpPr/>
                  <p:nvPr/>
                </p:nvSpPr>
                <p:spPr>
                  <a:xfrm>
                    <a:off x="6187737" y="4187765"/>
                    <a:ext cx="118474" cy="192806"/>
                  </a:xfrm>
                  <a:custGeom>
                    <a:avLst/>
                    <a:gdLst>
                      <a:gd name="connsiteX0" fmla="*/ 83527 w 118474"/>
                      <a:gd name="connsiteY0" fmla="*/ 83721 h 192806"/>
                      <a:gd name="connsiteX1" fmla="*/ 64477 w 118474"/>
                      <a:gd name="connsiteY1" fmla="*/ 67148 h 192806"/>
                      <a:gd name="connsiteX2" fmla="*/ 72669 w 118474"/>
                      <a:gd name="connsiteY2" fmla="*/ 41144 h 192806"/>
                      <a:gd name="connsiteX3" fmla="*/ 97719 w 118474"/>
                      <a:gd name="connsiteY3" fmla="*/ 19618 h 192806"/>
                      <a:gd name="connsiteX4" fmla="*/ 111054 w 118474"/>
                      <a:gd name="connsiteY4" fmla="*/ 13998 h 192806"/>
                      <a:gd name="connsiteX5" fmla="*/ 105529 w 118474"/>
                      <a:gd name="connsiteY5" fmla="*/ 6664 h 192806"/>
                      <a:gd name="connsiteX6" fmla="*/ 23043 w 118474"/>
                      <a:gd name="connsiteY6" fmla="*/ 41906 h 192806"/>
                      <a:gd name="connsiteX7" fmla="*/ 3612 w 118474"/>
                      <a:gd name="connsiteY7" fmla="*/ 147253 h 192806"/>
                      <a:gd name="connsiteX8" fmla="*/ 39236 w 118474"/>
                      <a:gd name="connsiteY8" fmla="*/ 192020 h 192806"/>
                      <a:gd name="connsiteX9" fmla="*/ 85623 w 118474"/>
                      <a:gd name="connsiteY9" fmla="*/ 177733 h 192806"/>
                      <a:gd name="connsiteX10" fmla="*/ 114674 w 118474"/>
                      <a:gd name="connsiteY10" fmla="*/ 149920 h 192806"/>
                      <a:gd name="connsiteX11" fmla="*/ 118198 w 118474"/>
                      <a:gd name="connsiteY11" fmla="*/ 117725 h 192806"/>
                      <a:gd name="connsiteX12" fmla="*/ 116007 w 118474"/>
                      <a:gd name="connsiteY12" fmla="*/ 66005 h 192806"/>
                      <a:gd name="connsiteX13" fmla="*/ 94005 w 118474"/>
                      <a:gd name="connsiteY13" fmla="*/ 79149 h 192806"/>
                      <a:gd name="connsiteX14" fmla="*/ 83527 w 118474"/>
                      <a:gd name="connsiteY14" fmla="*/ 83721 h 192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8474" h="192806">
                        <a:moveTo>
                          <a:pt x="83527" y="83721"/>
                        </a:moveTo>
                        <a:cubicBezTo>
                          <a:pt x="74288" y="84864"/>
                          <a:pt x="65810" y="76387"/>
                          <a:pt x="64477" y="67148"/>
                        </a:cubicBezTo>
                        <a:cubicBezTo>
                          <a:pt x="63144" y="57908"/>
                          <a:pt x="67239" y="48669"/>
                          <a:pt x="72669" y="41144"/>
                        </a:cubicBezTo>
                        <a:cubicBezTo>
                          <a:pt x="79241" y="32096"/>
                          <a:pt x="87908" y="24857"/>
                          <a:pt x="97719" y="19618"/>
                        </a:cubicBezTo>
                        <a:cubicBezTo>
                          <a:pt x="101244" y="17808"/>
                          <a:pt x="105911" y="15713"/>
                          <a:pt x="111054" y="13998"/>
                        </a:cubicBezTo>
                        <a:cubicBezTo>
                          <a:pt x="109626" y="11331"/>
                          <a:pt x="107911" y="8759"/>
                          <a:pt x="105529" y="6664"/>
                        </a:cubicBezTo>
                        <a:cubicBezTo>
                          <a:pt x="80860" y="-15339"/>
                          <a:pt x="37140" y="22571"/>
                          <a:pt x="23043" y="41906"/>
                        </a:cubicBezTo>
                        <a:cubicBezTo>
                          <a:pt x="1326" y="71624"/>
                          <a:pt x="-4770" y="111344"/>
                          <a:pt x="3612" y="147253"/>
                        </a:cubicBezTo>
                        <a:cubicBezTo>
                          <a:pt x="8184" y="166874"/>
                          <a:pt x="19614" y="187734"/>
                          <a:pt x="39236" y="192020"/>
                        </a:cubicBezTo>
                        <a:cubicBezTo>
                          <a:pt x="55523" y="195545"/>
                          <a:pt x="71620" y="186591"/>
                          <a:pt x="85623" y="177733"/>
                        </a:cubicBezTo>
                        <a:cubicBezTo>
                          <a:pt x="97148" y="170494"/>
                          <a:pt x="109149" y="162398"/>
                          <a:pt x="114674" y="149920"/>
                        </a:cubicBezTo>
                        <a:cubicBezTo>
                          <a:pt x="119055" y="139919"/>
                          <a:pt x="118674" y="128584"/>
                          <a:pt x="118198" y="117725"/>
                        </a:cubicBezTo>
                        <a:cubicBezTo>
                          <a:pt x="117436" y="100485"/>
                          <a:pt x="116579" y="83245"/>
                          <a:pt x="116007" y="66005"/>
                        </a:cubicBezTo>
                        <a:cubicBezTo>
                          <a:pt x="108673" y="70386"/>
                          <a:pt x="101338" y="74768"/>
                          <a:pt x="94005" y="79149"/>
                        </a:cubicBezTo>
                        <a:cubicBezTo>
                          <a:pt x="90956" y="81149"/>
                          <a:pt x="87528" y="83150"/>
                          <a:pt x="83527" y="8372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04" name="Forme libre : forme 17503">
                    <a:extLst>
                      <a:ext uri="{FF2B5EF4-FFF2-40B4-BE49-F238E27FC236}">
                        <a16:creationId xmlns:a16="http://schemas.microsoft.com/office/drawing/2014/main" id="{77B6DFA6-AAAE-4398-9F72-0EBB0046AC10}"/>
                      </a:ext>
                    </a:extLst>
                  </p:cNvPr>
                  <p:cNvSpPr/>
                  <p:nvPr/>
                </p:nvSpPr>
                <p:spPr>
                  <a:xfrm>
                    <a:off x="6286885" y="4026076"/>
                    <a:ext cx="78771" cy="97612"/>
                  </a:xfrm>
                  <a:custGeom>
                    <a:avLst/>
                    <a:gdLst>
                      <a:gd name="connsiteX0" fmla="*/ 47816 w 78771"/>
                      <a:gd name="connsiteY0" fmla="*/ 4999 h 97612"/>
                      <a:gd name="connsiteX1" fmla="*/ 12002 w 78771"/>
                      <a:gd name="connsiteY1" fmla="*/ 87962 h 97612"/>
                      <a:gd name="connsiteX2" fmla="*/ 34671 w 78771"/>
                      <a:gd name="connsiteY2" fmla="*/ 97201 h 97612"/>
                      <a:gd name="connsiteX3" fmla="*/ 47816 w 78771"/>
                      <a:gd name="connsiteY3" fmla="*/ 4999 h 97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771" h="97612">
                        <a:moveTo>
                          <a:pt x="47816" y="4999"/>
                        </a:moveTo>
                        <a:cubicBezTo>
                          <a:pt x="2572" y="-21100"/>
                          <a:pt x="-13240" y="62244"/>
                          <a:pt x="12002" y="87962"/>
                        </a:cubicBezTo>
                        <a:cubicBezTo>
                          <a:pt x="17812" y="93867"/>
                          <a:pt x="26384" y="96343"/>
                          <a:pt x="34671" y="97201"/>
                        </a:cubicBezTo>
                        <a:cubicBezTo>
                          <a:pt x="95345" y="103868"/>
                          <a:pt x="87154" y="27668"/>
                          <a:pt x="47816" y="499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05" name="Forme libre : forme 17504">
                    <a:extLst>
                      <a:ext uri="{FF2B5EF4-FFF2-40B4-BE49-F238E27FC236}">
                        <a16:creationId xmlns:a16="http://schemas.microsoft.com/office/drawing/2014/main" id="{90114ABB-D242-4F4B-A57C-41A8939037EE}"/>
                      </a:ext>
                    </a:extLst>
                  </p:cNvPr>
                  <p:cNvSpPr/>
                  <p:nvPr/>
                </p:nvSpPr>
                <p:spPr>
                  <a:xfrm>
                    <a:off x="6420541" y="3911773"/>
                    <a:ext cx="126102" cy="145197"/>
                  </a:xfrm>
                  <a:custGeom>
                    <a:avLst/>
                    <a:gdLst>
                      <a:gd name="connsiteX0" fmla="*/ 36270 w 126102"/>
                      <a:gd name="connsiteY0" fmla="*/ 120254 h 145197"/>
                      <a:gd name="connsiteX1" fmla="*/ 80561 w 126102"/>
                      <a:gd name="connsiteY1" fmla="*/ 137494 h 145197"/>
                      <a:gd name="connsiteX2" fmla="*/ 98468 w 126102"/>
                      <a:gd name="connsiteY2" fmla="*/ 145019 h 145197"/>
                      <a:gd name="connsiteX3" fmla="*/ 124948 w 126102"/>
                      <a:gd name="connsiteY3" fmla="*/ 125398 h 145197"/>
                      <a:gd name="connsiteX4" fmla="*/ 118280 w 126102"/>
                      <a:gd name="connsiteY4" fmla="*/ 91107 h 145197"/>
                      <a:gd name="connsiteX5" fmla="*/ 96278 w 126102"/>
                      <a:gd name="connsiteY5" fmla="*/ 62818 h 145197"/>
                      <a:gd name="connsiteX6" fmla="*/ 74751 w 126102"/>
                      <a:gd name="connsiteY6" fmla="*/ 87774 h 145197"/>
                      <a:gd name="connsiteX7" fmla="*/ 33698 w 126102"/>
                      <a:gd name="connsiteY7" fmla="*/ 81678 h 145197"/>
                      <a:gd name="connsiteX8" fmla="*/ 20744 w 126102"/>
                      <a:gd name="connsiteY8" fmla="*/ 64914 h 145197"/>
                      <a:gd name="connsiteX9" fmla="*/ 24459 w 126102"/>
                      <a:gd name="connsiteY9" fmla="*/ 47864 h 145197"/>
                      <a:gd name="connsiteX10" fmla="*/ 48272 w 126102"/>
                      <a:gd name="connsiteY10" fmla="*/ 17670 h 145197"/>
                      <a:gd name="connsiteX11" fmla="*/ 52367 w 126102"/>
                      <a:gd name="connsiteY11" fmla="*/ 14812 h 145197"/>
                      <a:gd name="connsiteX12" fmla="*/ 26364 w 126102"/>
                      <a:gd name="connsiteY12" fmla="*/ 620 h 145197"/>
                      <a:gd name="connsiteX13" fmla="*/ 18649 w 126102"/>
                      <a:gd name="connsiteY13" fmla="*/ 99966 h 145197"/>
                      <a:gd name="connsiteX14" fmla="*/ 36270 w 126102"/>
                      <a:gd name="connsiteY14" fmla="*/ 120254 h 145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6102" h="145197">
                        <a:moveTo>
                          <a:pt x="36270" y="120254"/>
                        </a:moveTo>
                        <a:cubicBezTo>
                          <a:pt x="49319" y="129398"/>
                          <a:pt x="66274" y="130541"/>
                          <a:pt x="80561" y="137494"/>
                        </a:cubicBezTo>
                        <a:cubicBezTo>
                          <a:pt x="86466" y="140257"/>
                          <a:pt x="91991" y="144066"/>
                          <a:pt x="98468" y="145019"/>
                        </a:cubicBezTo>
                        <a:cubicBezTo>
                          <a:pt x="110374" y="146638"/>
                          <a:pt x="121804" y="137018"/>
                          <a:pt x="124948" y="125398"/>
                        </a:cubicBezTo>
                        <a:cubicBezTo>
                          <a:pt x="128091" y="113872"/>
                          <a:pt x="124472" y="101299"/>
                          <a:pt x="118280" y="91107"/>
                        </a:cubicBezTo>
                        <a:cubicBezTo>
                          <a:pt x="112184" y="81201"/>
                          <a:pt x="104469" y="71867"/>
                          <a:pt x="96278" y="62818"/>
                        </a:cubicBezTo>
                        <a:cubicBezTo>
                          <a:pt x="90086" y="72343"/>
                          <a:pt x="84657" y="82630"/>
                          <a:pt x="74751" y="87774"/>
                        </a:cubicBezTo>
                        <a:cubicBezTo>
                          <a:pt x="61892" y="94536"/>
                          <a:pt x="45700" y="89869"/>
                          <a:pt x="33698" y="81678"/>
                        </a:cubicBezTo>
                        <a:cubicBezTo>
                          <a:pt x="27697" y="77582"/>
                          <a:pt x="21983" y="72057"/>
                          <a:pt x="20744" y="64914"/>
                        </a:cubicBezTo>
                        <a:cubicBezTo>
                          <a:pt x="19697" y="59104"/>
                          <a:pt x="21887" y="53198"/>
                          <a:pt x="24459" y="47864"/>
                        </a:cubicBezTo>
                        <a:cubicBezTo>
                          <a:pt x="30079" y="36148"/>
                          <a:pt x="37889" y="25385"/>
                          <a:pt x="48272" y="17670"/>
                        </a:cubicBezTo>
                        <a:cubicBezTo>
                          <a:pt x="49509" y="16717"/>
                          <a:pt x="50938" y="15765"/>
                          <a:pt x="52367" y="14812"/>
                        </a:cubicBezTo>
                        <a:cubicBezTo>
                          <a:pt x="44652" y="8049"/>
                          <a:pt x="35984" y="2430"/>
                          <a:pt x="26364" y="620"/>
                        </a:cubicBezTo>
                        <a:cubicBezTo>
                          <a:pt x="-20690" y="-8238"/>
                          <a:pt x="7314" y="80440"/>
                          <a:pt x="18649" y="99966"/>
                        </a:cubicBezTo>
                        <a:cubicBezTo>
                          <a:pt x="23316" y="107681"/>
                          <a:pt x="28840" y="115110"/>
                          <a:pt x="36270" y="12025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06" name="Forme libre : forme 17505">
                    <a:extLst>
                      <a:ext uri="{FF2B5EF4-FFF2-40B4-BE49-F238E27FC236}">
                        <a16:creationId xmlns:a16="http://schemas.microsoft.com/office/drawing/2014/main" id="{6817044B-FBD5-4E5C-B814-FD1559BE9E8F}"/>
                      </a:ext>
                    </a:extLst>
                  </p:cNvPr>
                  <p:cNvSpPr/>
                  <p:nvPr/>
                </p:nvSpPr>
                <p:spPr>
                  <a:xfrm>
                    <a:off x="6459514" y="4118321"/>
                    <a:ext cx="76883" cy="183250"/>
                  </a:xfrm>
                  <a:custGeom>
                    <a:avLst/>
                    <a:gdLst>
                      <a:gd name="connsiteX0" fmla="*/ 51684 w 76883"/>
                      <a:gd name="connsiteY0" fmla="*/ 23434 h 183250"/>
                      <a:gd name="connsiteX1" fmla="*/ 64448 w 76883"/>
                      <a:gd name="connsiteY1" fmla="*/ 7337 h 183250"/>
                      <a:gd name="connsiteX2" fmla="*/ 63686 w 76883"/>
                      <a:gd name="connsiteY2" fmla="*/ 6480 h 183250"/>
                      <a:gd name="connsiteX3" fmla="*/ 249 w 76883"/>
                      <a:gd name="connsiteY3" fmla="*/ 152784 h 183250"/>
                      <a:gd name="connsiteX4" fmla="*/ 4154 w 76883"/>
                      <a:gd name="connsiteY4" fmla="*/ 167453 h 183250"/>
                      <a:gd name="connsiteX5" fmla="*/ 16156 w 76883"/>
                      <a:gd name="connsiteY5" fmla="*/ 178121 h 183250"/>
                      <a:gd name="connsiteX6" fmla="*/ 44540 w 76883"/>
                      <a:gd name="connsiteY6" fmla="*/ 180788 h 183250"/>
                      <a:gd name="connsiteX7" fmla="*/ 55685 w 76883"/>
                      <a:gd name="connsiteY7" fmla="*/ 168691 h 183250"/>
                      <a:gd name="connsiteX8" fmla="*/ 75402 w 76883"/>
                      <a:gd name="connsiteY8" fmla="*/ 72869 h 183250"/>
                      <a:gd name="connsiteX9" fmla="*/ 76259 w 76883"/>
                      <a:gd name="connsiteY9" fmla="*/ 37055 h 183250"/>
                      <a:gd name="connsiteX10" fmla="*/ 67972 w 76883"/>
                      <a:gd name="connsiteY10" fmla="*/ 39532 h 183250"/>
                      <a:gd name="connsiteX11" fmla="*/ 51684 w 76883"/>
                      <a:gd name="connsiteY11" fmla="*/ 23434 h 183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6883" h="183250">
                        <a:moveTo>
                          <a:pt x="51684" y="23434"/>
                        </a:moveTo>
                        <a:cubicBezTo>
                          <a:pt x="51589" y="15529"/>
                          <a:pt x="57113" y="8956"/>
                          <a:pt x="64448" y="7337"/>
                        </a:cubicBezTo>
                        <a:cubicBezTo>
                          <a:pt x="64162" y="7051"/>
                          <a:pt x="63972" y="6671"/>
                          <a:pt x="63686" y="6480"/>
                        </a:cubicBezTo>
                        <a:cubicBezTo>
                          <a:pt x="12060" y="-34382"/>
                          <a:pt x="-2132" y="130496"/>
                          <a:pt x="249" y="152784"/>
                        </a:cubicBezTo>
                        <a:cubicBezTo>
                          <a:pt x="821" y="157832"/>
                          <a:pt x="1583" y="163071"/>
                          <a:pt x="4154" y="167453"/>
                        </a:cubicBezTo>
                        <a:cubicBezTo>
                          <a:pt x="6917" y="172120"/>
                          <a:pt x="11393" y="175454"/>
                          <a:pt x="16156" y="178121"/>
                        </a:cubicBezTo>
                        <a:cubicBezTo>
                          <a:pt x="24823" y="182883"/>
                          <a:pt x="35873" y="185455"/>
                          <a:pt x="44540" y="180788"/>
                        </a:cubicBezTo>
                        <a:cubicBezTo>
                          <a:pt x="49398" y="178121"/>
                          <a:pt x="52922" y="173548"/>
                          <a:pt x="55685" y="168691"/>
                        </a:cubicBezTo>
                        <a:cubicBezTo>
                          <a:pt x="70353" y="142497"/>
                          <a:pt x="71782" y="102397"/>
                          <a:pt x="75402" y="72869"/>
                        </a:cubicBezTo>
                        <a:cubicBezTo>
                          <a:pt x="76545" y="63821"/>
                          <a:pt x="77592" y="50105"/>
                          <a:pt x="76259" y="37055"/>
                        </a:cubicBezTo>
                        <a:cubicBezTo>
                          <a:pt x="73877" y="38579"/>
                          <a:pt x="71020" y="39437"/>
                          <a:pt x="67972" y="39532"/>
                        </a:cubicBezTo>
                        <a:cubicBezTo>
                          <a:pt x="59114" y="39532"/>
                          <a:pt x="51779" y="32388"/>
                          <a:pt x="51684" y="2343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07" name="Forme libre : forme 17506">
                    <a:extLst>
                      <a:ext uri="{FF2B5EF4-FFF2-40B4-BE49-F238E27FC236}">
                        <a16:creationId xmlns:a16="http://schemas.microsoft.com/office/drawing/2014/main" id="{77888335-40D6-4CFC-A9BC-65D901DE0B44}"/>
                      </a:ext>
                    </a:extLst>
                  </p:cNvPr>
                  <p:cNvSpPr/>
                  <p:nvPr/>
                </p:nvSpPr>
                <p:spPr>
                  <a:xfrm>
                    <a:off x="6616461" y="4210715"/>
                    <a:ext cx="145054" cy="188722"/>
                  </a:xfrm>
                  <a:custGeom>
                    <a:avLst/>
                    <a:gdLst>
                      <a:gd name="connsiteX0" fmla="*/ 72283 w 145054"/>
                      <a:gd name="connsiteY0" fmla="*/ 11145 h 188722"/>
                      <a:gd name="connsiteX1" fmla="*/ 9608 w 145054"/>
                      <a:gd name="connsiteY1" fmla="*/ 73343 h 188722"/>
                      <a:gd name="connsiteX2" fmla="*/ 10180 w 145054"/>
                      <a:gd name="connsiteY2" fmla="*/ 160307 h 188722"/>
                      <a:gd name="connsiteX3" fmla="*/ 28087 w 145054"/>
                      <a:gd name="connsiteY3" fmla="*/ 181452 h 188722"/>
                      <a:gd name="connsiteX4" fmla="*/ 89238 w 145054"/>
                      <a:gd name="connsiteY4" fmla="*/ 179071 h 188722"/>
                      <a:gd name="connsiteX5" fmla="*/ 112479 w 145054"/>
                      <a:gd name="connsiteY5" fmla="*/ 158402 h 188722"/>
                      <a:gd name="connsiteX6" fmla="*/ 120384 w 145054"/>
                      <a:gd name="connsiteY6" fmla="*/ 133065 h 188722"/>
                      <a:gd name="connsiteX7" fmla="*/ 138577 w 145054"/>
                      <a:gd name="connsiteY7" fmla="*/ 37530 h 188722"/>
                      <a:gd name="connsiteX8" fmla="*/ 124766 w 145054"/>
                      <a:gd name="connsiteY8" fmla="*/ 45721 h 188722"/>
                      <a:gd name="connsiteX9" fmla="*/ 108288 w 145054"/>
                      <a:gd name="connsiteY9" fmla="*/ 29719 h 188722"/>
                      <a:gd name="connsiteX10" fmla="*/ 124290 w 145054"/>
                      <a:gd name="connsiteY10" fmla="*/ 13241 h 188722"/>
                      <a:gd name="connsiteX11" fmla="*/ 140577 w 145054"/>
                      <a:gd name="connsiteY11" fmla="*/ 27814 h 188722"/>
                      <a:gd name="connsiteX12" fmla="*/ 145054 w 145054"/>
                      <a:gd name="connsiteY12" fmla="*/ 7716 h 188722"/>
                      <a:gd name="connsiteX13" fmla="*/ 72283 w 145054"/>
                      <a:gd name="connsiteY13" fmla="*/ 11145 h 188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5054" h="188722">
                        <a:moveTo>
                          <a:pt x="72283" y="11145"/>
                        </a:moveTo>
                        <a:cubicBezTo>
                          <a:pt x="45423" y="24480"/>
                          <a:pt x="22086" y="46102"/>
                          <a:pt x="9608" y="73343"/>
                        </a:cubicBezTo>
                        <a:cubicBezTo>
                          <a:pt x="-2869" y="100585"/>
                          <a:pt x="-3726" y="133732"/>
                          <a:pt x="10180" y="160307"/>
                        </a:cubicBezTo>
                        <a:cubicBezTo>
                          <a:pt x="14466" y="168593"/>
                          <a:pt x="20276" y="176309"/>
                          <a:pt x="28087" y="181452"/>
                        </a:cubicBezTo>
                        <a:cubicBezTo>
                          <a:pt x="45899" y="193358"/>
                          <a:pt x="70378" y="189263"/>
                          <a:pt x="89238" y="179071"/>
                        </a:cubicBezTo>
                        <a:cubicBezTo>
                          <a:pt x="98477" y="174023"/>
                          <a:pt x="107145" y="167450"/>
                          <a:pt x="112479" y="158402"/>
                        </a:cubicBezTo>
                        <a:cubicBezTo>
                          <a:pt x="116955" y="150687"/>
                          <a:pt x="118670" y="141828"/>
                          <a:pt x="120384" y="133065"/>
                        </a:cubicBezTo>
                        <a:cubicBezTo>
                          <a:pt x="126480" y="101252"/>
                          <a:pt x="132481" y="69438"/>
                          <a:pt x="138577" y="37530"/>
                        </a:cubicBezTo>
                        <a:cubicBezTo>
                          <a:pt x="135815" y="42292"/>
                          <a:pt x="130671" y="45626"/>
                          <a:pt x="124766" y="45721"/>
                        </a:cubicBezTo>
                        <a:cubicBezTo>
                          <a:pt x="115812" y="45816"/>
                          <a:pt x="108478" y="38673"/>
                          <a:pt x="108288" y="29719"/>
                        </a:cubicBezTo>
                        <a:cubicBezTo>
                          <a:pt x="108193" y="20765"/>
                          <a:pt x="115336" y="13431"/>
                          <a:pt x="124290" y="13241"/>
                        </a:cubicBezTo>
                        <a:cubicBezTo>
                          <a:pt x="132767" y="13146"/>
                          <a:pt x="139720" y="19527"/>
                          <a:pt x="140577" y="27814"/>
                        </a:cubicBezTo>
                        <a:lnTo>
                          <a:pt x="145054" y="7716"/>
                        </a:lnTo>
                        <a:cubicBezTo>
                          <a:pt x="123337" y="-5428"/>
                          <a:pt x="94953" y="-94"/>
                          <a:pt x="72283" y="1114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08" name="Forme libre : forme 17507">
                    <a:extLst>
                      <a:ext uri="{FF2B5EF4-FFF2-40B4-BE49-F238E27FC236}">
                        <a16:creationId xmlns:a16="http://schemas.microsoft.com/office/drawing/2014/main" id="{AAB6B7A9-3F9A-4E2A-8FBB-802B3C7D16E9}"/>
                      </a:ext>
                    </a:extLst>
                  </p:cNvPr>
                  <p:cNvSpPr/>
                  <p:nvPr/>
                </p:nvSpPr>
                <p:spPr>
                  <a:xfrm>
                    <a:off x="6686359" y="4033343"/>
                    <a:ext cx="86652" cy="115858"/>
                  </a:xfrm>
                  <a:custGeom>
                    <a:avLst/>
                    <a:gdLst>
                      <a:gd name="connsiteX0" fmla="*/ 7624 w 86652"/>
                      <a:gd name="connsiteY0" fmla="*/ 33356 h 115858"/>
                      <a:gd name="connsiteX1" fmla="*/ 290 w 86652"/>
                      <a:gd name="connsiteY1" fmla="*/ 66884 h 115858"/>
                      <a:gd name="connsiteX2" fmla="*/ 2766 w 86652"/>
                      <a:gd name="connsiteY2" fmla="*/ 99364 h 115858"/>
                      <a:gd name="connsiteX3" fmla="*/ 13529 w 86652"/>
                      <a:gd name="connsiteY3" fmla="*/ 114032 h 115858"/>
                      <a:gd name="connsiteX4" fmla="*/ 44391 w 86652"/>
                      <a:gd name="connsiteY4" fmla="*/ 105745 h 115858"/>
                      <a:gd name="connsiteX5" fmla="*/ 59630 w 86652"/>
                      <a:gd name="connsiteY5" fmla="*/ 92601 h 115858"/>
                      <a:gd name="connsiteX6" fmla="*/ 57725 w 86652"/>
                      <a:gd name="connsiteY6" fmla="*/ 92982 h 115858"/>
                      <a:gd name="connsiteX7" fmla="*/ 38675 w 86652"/>
                      <a:gd name="connsiteY7" fmla="*/ 76409 h 115858"/>
                      <a:gd name="connsiteX8" fmla="*/ 46867 w 86652"/>
                      <a:gd name="connsiteY8" fmla="*/ 50405 h 115858"/>
                      <a:gd name="connsiteX9" fmla="*/ 71917 w 86652"/>
                      <a:gd name="connsiteY9" fmla="*/ 28879 h 115858"/>
                      <a:gd name="connsiteX10" fmla="*/ 85157 w 86652"/>
                      <a:gd name="connsiteY10" fmla="*/ 23259 h 115858"/>
                      <a:gd name="connsiteX11" fmla="*/ 86586 w 86652"/>
                      <a:gd name="connsiteY11" fmla="*/ 16115 h 115858"/>
                      <a:gd name="connsiteX12" fmla="*/ 7624 w 86652"/>
                      <a:gd name="connsiteY12" fmla="*/ 33356 h 115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6652" h="115858">
                        <a:moveTo>
                          <a:pt x="7624" y="33356"/>
                        </a:moveTo>
                        <a:cubicBezTo>
                          <a:pt x="1528" y="43166"/>
                          <a:pt x="766" y="55358"/>
                          <a:pt x="290" y="66884"/>
                        </a:cubicBezTo>
                        <a:cubicBezTo>
                          <a:pt x="-187" y="77837"/>
                          <a:pt x="-472" y="88982"/>
                          <a:pt x="2766" y="99364"/>
                        </a:cubicBezTo>
                        <a:cubicBezTo>
                          <a:pt x="4671" y="105269"/>
                          <a:pt x="8005" y="111175"/>
                          <a:pt x="13529" y="114032"/>
                        </a:cubicBezTo>
                        <a:cubicBezTo>
                          <a:pt x="23531" y="119176"/>
                          <a:pt x="35342" y="112508"/>
                          <a:pt x="44391" y="105745"/>
                        </a:cubicBezTo>
                        <a:cubicBezTo>
                          <a:pt x="49629" y="101745"/>
                          <a:pt x="54963" y="97459"/>
                          <a:pt x="59630" y="92601"/>
                        </a:cubicBezTo>
                        <a:cubicBezTo>
                          <a:pt x="58964" y="92792"/>
                          <a:pt x="58392" y="92982"/>
                          <a:pt x="57725" y="92982"/>
                        </a:cubicBezTo>
                        <a:cubicBezTo>
                          <a:pt x="48486" y="94125"/>
                          <a:pt x="40009" y="85648"/>
                          <a:pt x="38675" y="76409"/>
                        </a:cubicBezTo>
                        <a:cubicBezTo>
                          <a:pt x="37342" y="67169"/>
                          <a:pt x="41438" y="57930"/>
                          <a:pt x="46867" y="50405"/>
                        </a:cubicBezTo>
                        <a:cubicBezTo>
                          <a:pt x="53439" y="41357"/>
                          <a:pt x="62107" y="34117"/>
                          <a:pt x="71917" y="28879"/>
                        </a:cubicBezTo>
                        <a:cubicBezTo>
                          <a:pt x="75347" y="27069"/>
                          <a:pt x="80014" y="25069"/>
                          <a:pt x="85157" y="23259"/>
                        </a:cubicBezTo>
                        <a:cubicBezTo>
                          <a:pt x="86205" y="21259"/>
                          <a:pt x="86872" y="19068"/>
                          <a:pt x="86586" y="16115"/>
                        </a:cubicBezTo>
                        <a:cubicBezTo>
                          <a:pt x="83252" y="-22080"/>
                          <a:pt x="17530" y="17544"/>
                          <a:pt x="7624" y="3335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09" name="Forme libre : forme 17508">
                    <a:extLst>
                      <a:ext uri="{FF2B5EF4-FFF2-40B4-BE49-F238E27FC236}">
                        <a16:creationId xmlns:a16="http://schemas.microsoft.com/office/drawing/2014/main" id="{0CFC0B83-2091-4DDA-82EF-B9BCBA4B0FBB}"/>
                      </a:ext>
                    </a:extLst>
                  </p:cNvPr>
                  <p:cNvSpPr/>
                  <p:nvPr/>
                </p:nvSpPr>
                <p:spPr>
                  <a:xfrm>
                    <a:off x="6716656" y="3865074"/>
                    <a:ext cx="75496" cy="133551"/>
                  </a:xfrm>
                  <a:custGeom>
                    <a:avLst/>
                    <a:gdLst>
                      <a:gd name="connsiteX0" fmla="*/ 31429 w 75496"/>
                      <a:gd name="connsiteY0" fmla="*/ 133520 h 133551"/>
                      <a:gd name="connsiteX1" fmla="*/ 55527 w 75496"/>
                      <a:gd name="connsiteY1" fmla="*/ 119995 h 133551"/>
                      <a:gd name="connsiteX2" fmla="*/ 74863 w 75496"/>
                      <a:gd name="connsiteY2" fmla="*/ 90658 h 133551"/>
                      <a:gd name="connsiteX3" fmla="*/ 63338 w 75496"/>
                      <a:gd name="connsiteY3" fmla="*/ 32460 h 133551"/>
                      <a:gd name="connsiteX4" fmla="*/ 66576 w 75496"/>
                      <a:gd name="connsiteY4" fmla="*/ 456 h 133551"/>
                      <a:gd name="connsiteX5" fmla="*/ 6379 w 75496"/>
                      <a:gd name="connsiteY5" fmla="*/ 37508 h 133551"/>
                      <a:gd name="connsiteX6" fmla="*/ 8569 w 75496"/>
                      <a:gd name="connsiteY6" fmla="*/ 111422 h 133551"/>
                      <a:gd name="connsiteX7" fmla="*/ 31429 w 75496"/>
                      <a:gd name="connsiteY7" fmla="*/ 133520 h 133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5496" h="133551">
                        <a:moveTo>
                          <a:pt x="31429" y="133520"/>
                        </a:moveTo>
                        <a:cubicBezTo>
                          <a:pt x="40954" y="134092"/>
                          <a:pt x="48860" y="126758"/>
                          <a:pt x="55527" y="119995"/>
                        </a:cubicBezTo>
                        <a:cubicBezTo>
                          <a:pt x="63814" y="111518"/>
                          <a:pt x="72577" y="102374"/>
                          <a:pt x="74863" y="90658"/>
                        </a:cubicBezTo>
                        <a:cubicBezTo>
                          <a:pt x="78768" y="71036"/>
                          <a:pt x="63338" y="52463"/>
                          <a:pt x="63338" y="32460"/>
                        </a:cubicBezTo>
                        <a:lnTo>
                          <a:pt x="66576" y="456"/>
                        </a:lnTo>
                        <a:cubicBezTo>
                          <a:pt x="41525" y="-3068"/>
                          <a:pt x="16475" y="14267"/>
                          <a:pt x="6379" y="37508"/>
                        </a:cubicBezTo>
                        <a:cubicBezTo>
                          <a:pt x="-3718" y="60749"/>
                          <a:pt x="-956" y="87991"/>
                          <a:pt x="8569" y="111422"/>
                        </a:cubicBezTo>
                        <a:cubicBezTo>
                          <a:pt x="12760" y="121709"/>
                          <a:pt x="20190" y="132854"/>
                          <a:pt x="31429" y="13352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10" name="Forme libre : forme 17509">
                    <a:extLst>
                      <a:ext uri="{FF2B5EF4-FFF2-40B4-BE49-F238E27FC236}">
                        <a16:creationId xmlns:a16="http://schemas.microsoft.com/office/drawing/2014/main" id="{07EB6226-CA46-4361-A38B-02D546FAF6AC}"/>
                      </a:ext>
                    </a:extLst>
                  </p:cNvPr>
                  <p:cNvSpPr/>
                  <p:nvPr/>
                </p:nvSpPr>
                <p:spPr>
                  <a:xfrm>
                    <a:off x="6903120" y="3836505"/>
                    <a:ext cx="158337" cy="146676"/>
                  </a:xfrm>
                  <a:custGeom>
                    <a:avLst/>
                    <a:gdLst>
                      <a:gd name="connsiteX0" fmla="*/ 11081 w 158337"/>
                      <a:gd name="connsiteY0" fmla="*/ 137419 h 146676"/>
                      <a:gd name="connsiteX1" fmla="*/ 110522 w 158337"/>
                      <a:gd name="connsiteY1" fmla="*/ 130561 h 146676"/>
                      <a:gd name="connsiteX2" fmla="*/ 158337 w 158337"/>
                      <a:gd name="connsiteY2" fmla="*/ 43122 h 146676"/>
                      <a:gd name="connsiteX3" fmla="*/ 131572 w 158337"/>
                      <a:gd name="connsiteY3" fmla="*/ 1879 h 146676"/>
                      <a:gd name="connsiteX4" fmla="*/ 31369 w 158337"/>
                      <a:gd name="connsiteY4" fmla="*/ 23310 h 146676"/>
                      <a:gd name="connsiteX5" fmla="*/ 13939 w 158337"/>
                      <a:gd name="connsiteY5" fmla="*/ 39788 h 146676"/>
                      <a:gd name="connsiteX6" fmla="*/ 6033 w 158337"/>
                      <a:gd name="connsiteY6" fmla="*/ 65315 h 146676"/>
                      <a:gd name="connsiteX7" fmla="*/ 127 w 158337"/>
                      <a:gd name="connsiteY7" fmla="*/ 119322 h 146676"/>
                      <a:gd name="connsiteX8" fmla="*/ 1270 w 158337"/>
                      <a:gd name="connsiteY8" fmla="*/ 129514 h 146676"/>
                      <a:gd name="connsiteX9" fmla="*/ 11081 w 158337"/>
                      <a:gd name="connsiteY9" fmla="*/ 137419 h 146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8337" h="146676">
                        <a:moveTo>
                          <a:pt x="11081" y="137419"/>
                        </a:moveTo>
                        <a:cubicBezTo>
                          <a:pt x="42514" y="151898"/>
                          <a:pt x="81375" y="149231"/>
                          <a:pt x="110522" y="130561"/>
                        </a:cubicBezTo>
                        <a:cubicBezTo>
                          <a:pt x="139668" y="111892"/>
                          <a:pt x="158337" y="77793"/>
                          <a:pt x="158337" y="43122"/>
                        </a:cubicBezTo>
                        <a:lnTo>
                          <a:pt x="131572" y="1879"/>
                        </a:lnTo>
                        <a:cubicBezTo>
                          <a:pt x="97092" y="-3932"/>
                          <a:pt x="60421" y="3879"/>
                          <a:pt x="31369" y="23310"/>
                        </a:cubicBezTo>
                        <a:cubicBezTo>
                          <a:pt x="24702" y="27787"/>
                          <a:pt x="18224" y="32930"/>
                          <a:pt x="13939" y="39788"/>
                        </a:cubicBezTo>
                        <a:cubicBezTo>
                          <a:pt x="9176" y="47408"/>
                          <a:pt x="7461" y="56457"/>
                          <a:pt x="6033" y="65315"/>
                        </a:cubicBezTo>
                        <a:cubicBezTo>
                          <a:pt x="3175" y="83222"/>
                          <a:pt x="1175" y="101225"/>
                          <a:pt x="127" y="119322"/>
                        </a:cubicBezTo>
                        <a:cubicBezTo>
                          <a:pt x="-64" y="122751"/>
                          <a:pt x="-254" y="126370"/>
                          <a:pt x="1270" y="129514"/>
                        </a:cubicBezTo>
                        <a:cubicBezTo>
                          <a:pt x="3080" y="133324"/>
                          <a:pt x="7176" y="135610"/>
                          <a:pt x="11081" y="13741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11" name="Forme libre : forme 17510">
                    <a:extLst>
                      <a:ext uri="{FF2B5EF4-FFF2-40B4-BE49-F238E27FC236}">
                        <a16:creationId xmlns:a16="http://schemas.microsoft.com/office/drawing/2014/main" id="{F1278DE4-95AA-4E0E-B1BA-056F5835D4EF}"/>
                      </a:ext>
                    </a:extLst>
                  </p:cNvPr>
                  <p:cNvSpPr/>
                  <p:nvPr/>
                </p:nvSpPr>
                <p:spPr>
                  <a:xfrm>
                    <a:off x="6887775" y="4013750"/>
                    <a:ext cx="100450" cy="102663"/>
                  </a:xfrm>
                  <a:custGeom>
                    <a:avLst/>
                    <a:gdLst>
                      <a:gd name="connsiteX0" fmla="*/ 56620 w 100450"/>
                      <a:gd name="connsiteY0" fmla="*/ 97430 h 102663"/>
                      <a:gd name="connsiteX1" fmla="*/ 100435 w 100450"/>
                      <a:gd name="connsiteY1" fmla="*/ 31422 h 102663"/>
                      <a:gd name="connsiteX2" fmla="*/ 98435 w 100450"/>
                      <a:gd name="connsiteY2" fmla="*/ 20183 h 102663"/>
                      <a:gd name="connsiteX3" fmla="*/ 82623 w 100450"/>
                      <a:gd name="connsiteY3" fmla="*/ 33708 h 102663"/>
                      <a:gd name="connsiteX4" fmla="*/ 66145 w 100450"/>
                      <a:gd name="connsiteY4" fmla="*/ 17706 h 102663"/>
                      <a:gd name="connsiteX5" fmla="*/ 76718 w 100450"/>
                      <a:gd name="connsiteY5" fmla="*/ 2371 h 102663"/>
                      <a:gd name="connsiteX6" fmla="*/ 14329 w 100450"/>
                      <a:gd name="connsiteY6" fmla="*/ 4085 h 102663"/>
                      <a:gd name="connsiteX7" fmla="*/ 4614 w 100450"/>
                      <a:gd name="connsiteY7" fmla="*/ 7228 h 102663"/>
                      <a:gd name="connsiteX8" fmla="*/ 1756 w 100450"/>
                      <a:gd name="connsiteY8" fmla="*/ 28565 h 102663"/>
                      <a:gd name="connsiteX9" fmla="*/ 56620 w 100450"/>
                      <a:gd name="connsiteY9" fmla="*/ 97430 h 102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450" h="102663">
                        <a:moveTo>
                          <a:pt x="56620" y="97430"/>
                        </a:moveTo>
                        <a:cubicBezTo>
                          <a:pt x="97292" y="120957"/>
                          <a:pt x="100721" y="59140"/>
                          <a:pt x="100435" y="31422"/>
                        </a:cubicBezTo>
                        <a:cubicBezTo>
                          <a:pt x="100435" y="27136"/>
                          <a:pt x="99578" y="23421"/>
                          <a:pt x="98435" y="20183"/>
                        </a:cubicBezTo>
                        <a:cubicBezTo>
                          <a:pt x="97197" y="27802"/>
                          <a:pt x="90625" y="33613"/>
                          <a:pt x="82623" y="33708"/>
                        </a:cubicBezTo>
                        <a:cubicBezTo>
                          <a:pt x="73670" y="33803"/>
                          <a:pt x="66335" y="26659"/>
                          <a:pt x="66145" y="17706"/>
                        </a:cubicBezTo>
                        <a:cubicBezTo>
                          <a:pt x="66050" y="10658"/>
                          <a:pt x="70526" y="4657"/>
                          <a:pt x="76718" y="2371"/>
                        </a:cubicBezTo>
                        <a:cubicBezTo>
                          <a:pt x="57382" y="-2773"/>
                          <a:pt x="30712" y="1704"/>
                          <a:pt x="14329" y="4085"/>
                        </a:cubicBezTo>
                        <a:cubicBezTo>
                          <a:pt x="10900" y="4561"/>
                          <a:pt x="7281" y="5133"/>
                          <a:pt x="4614" y="7228"/>
                        </a:cubicBezTo>
                        <a:cubicBezTo>
                          <a:pt x="-1482" y="11896"/>
                          <a:pt x="-530" y="21230"/>
                          <a:pt x="1756" y="28565"/>
                        </a:cubicBezTo>
                        <a:cubicBezTo>
                          <a:pt x="10614" y="57235"/>
                          <a:pt x="30617" y="82381"/>
                          <a:pt x="56620" y="9743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12" name="Forme libre : forme 17511">
                    <a:extLst>
                      <a:ext uri="{FF2B5EF4-FFF2-40B4-BE49-F238E27FC236}">
                        <a16:creationId xmlns:a16="http://schemas.microsoft.com/office/drawing/2014/main" id="{6E04F328-4F34-4AA0-A338-6C10ACF8AE49}"/>
                      </a:ext>
                    </a:extLst>
                  </p:cNvPr>
                  <p:cNvSpPr/>
                  <p:nvPr/>
                </p:nvSpPr>
                <p:spPr>
                  <a:xfrm>
                    <a:off x="6863407" y="4244359"/>
                    <a:ext cx="123187" cy="184132"/>
                  </a:xfrm>
                  <a:custGeom>
                    <a:avLst/>
                    <a:gdLst>
                      <a:gd name="connsiteX0" fmla="*/ 104134 w 123187"/>
                      <a:gd name="connsiteY0" fmla="*/ 23317 h 184132"/>
                      <a:gd name="connsiteX1" fmla="*/ 25648 w 123187"/>
                      <a:gd name="connsiteY1" fmla="*/ 34271 h 184132"/>
                      <a:gd name="connsiteX2" fmla="*/ 1930 w 123187"/>
                      <a:gd name="connsiteY2" fmla="*/ 100184 h 184132"/>
                      <a:gd name="connsiteX3" fmla="*/ 27172 w 123187"/>
                      <a:gd name="connsiteY3" fmla="*/ 136855 h 184132"/>
                      <a:gd name="connsiteX4" fmla="*/ 64320 w 123187"/>
                      <a:gd name="connsiteY4" fmla="*/ 174003 h 184132"/>
                      <a:gd name="connsiteX5" fmla="*/ 114135 w 123187"/>
                      <a:gd name="connsiteY5" fmla="*/ 179622 h 184132"/>
                      <a:gd name="connsiteX6" fmla="*/ 121755 w 123187"/>
                      <a:gd name="connsiteY6" fmla="*/ 172479 h 184132"/>
                      <a:gd name="connsiteX7" fmla="*/ 118802 w 123187"/>
                      <a:gd name="connsiteY7" fmla="*/ 150952 h 184132"/>
                      <a:gd name="connsiteX8" fmla="*/ 102800 w 123187"/>
                      <a:gd name="connsiteY8" fmla="*/ 86658 h 184132"/>
                      <a:gd name="connsiteX9" fmla="*/ 104134 w 123187"/>
                      <a:gd name="connsiteY9" fmla="*/ 23317 h 184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3187" h="184132">
                        <a:moveTo>
                          <a:pt x="104134" y="23317"/>
                        </a:moveTo>
                        <a:cubicBezTo>
                          <a:pt x="96228" y="-25737"/>
                          <a:pt x="45365" y="14840"/>
                          <a:pt x="25648" y="34271"/>
                        </a:cubicBezTo>
                        <a:cubicBezTo>
                          <a:pt x="8122" y="51511"/>
                          <a:pt x="-5118" y="76657"/>
                          <a:pt x="1930" y="100184"/>
                        </a:cubicBezTo>
                        <a:cubicBezTo>
                          <a:pt x="6217" y="114471"/>
                          <a:pt x="17266" y="125616"/>
                          <a:pt x="27172" y="136855"/>
                        </a:cubicBezTo>
                        <a:cubicBezTo>
                          <a:pt x="38793" y="150000"/>
                          <a:pt x="49651" y="164287"/>
                          <a:pt x="64320" y="174003"/>
                        </a:cubicBezTo>
                        <a:cubicBezTo>
                          <a:pt x="78988" y="183718"/>
                          <a:pt x="98705" y="188100"/>
                          <a:pt x="114135" y="179622"/>
                        </a:cubicBezTo>
                        <a:cubicBezTo>
                          <a:pt x="117183" y="177908"/>
                          <a:pt x="120136" y="175622"/>
                          <a:pt x="121755" y="172479"/>
                        </a:cubicBezTo>
                        <a:cubicBezTo>
                          <a:pt x="125184" y="165811"/>
                          <a:pt x="121755" y="157810"/>
                          <a:pt x="118802" y="150952"/>
                        </a:cubicBezTo>
                        <a:cubicBezTo>
                          <a:pt x="109944" y="130569"/>
                          <a:pt x="104610" y="108756"/>
                          <a:pt x="102800" y="86658"/>
                        </a:cubicBezTo>
                        <a:cubicBezTo>
                          <a:pt x="101086" y="65799"/>
                          <a:pt x="107372" y="43891"/>
                          <a:pt x="104134" y="2331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13" name="Forme libre : forme 17512">
                    <a:extLst>
                      <a:ext uri="{FF2B5EF4-FFF2-40B4-BE49-F238E27FC236}">
                        <a16:creationId xmlns:a16="http://schemas.microsoft.com/office/drawing/2014/main" id="{96031B7C-7317-4347-A526-5B235C48265E}"/>
                      </a:ext>
                    </a:extLst>
                  </p:cNvPr>
                  <p:cNvSpPr/>
                  <p:nvPr/>
                </p:nvSpPr>
                <p:spPr>
                  <a:xfrm>
                    <a:off x="7211067" y="3833526"/>
                    <a:ext cx="196163" cy="225398"/>
                  </a:xfrm>
                  <a:custGeom>
                    <a:avLst/>
                    <a:gdLst>
                      <a:gd name="connsiteX0" fmla="*/ 13268 w 196163"/>
                      <a:gd name="connsiteY0" fmla="*/ 26194 h 225398"/>
                      <a:gd name="connsiteX1" fmla="*/ 695 w 196163"/>
                      <a:gd name="connsiteY1" fmla="*/ 80296 h 225398"/>
                      <a:gd name="connsiteX2" fmla="*/ 17269 w 196163"/>
                      <a:gd name="connsiteY2" fmla="*/ 134683 h 225398"/>
                      <a:gd name="connsiteX3" fmla="*/ 57464 w 196163"/>
                      <a:gd name="connsiteY3" fmla="*/ 191071 h 225398"/>
                      <a:gd name="connsiteX4" fmla="*/ 118709 w 196163"/>
                      <a:gd name="connsiteY4" fmla="*/ 221361 h 225398"/>
                      <a:gd name="connsiteX5" fmla="*/ 183385 w 196163"/>
                      <a:gd name="connsiteY5" fmla="*/ 212027 h 225398"/>
                      <a:gd name="connsiteX6" fmla="*/ 181289 w 196163"/>
                      <a:gd name="connsiteY6" fmla="*/ 153448 h 225398"/>
                      <a:gd name="connsiteX7" fmla="*/ 95564 w 196163"/>
                      <a:gd name="connsiteY7" fmla="*/ 45434 h 225398"/>
                      <a:gd name="connsiteX8" fmla="*/ 72799 w 196163"/>
                      <a:gd name="connsiteY8" fmla="*/ 1429 h 225398"/>
                      <a:gd name="connsiteX9" fmla="*/ 65465 w 196163"/>
                      <a:gd name="connsiteY9" fmla="*/ 0 h 225398"/>
                      <a:gd name="connsiteX10" fmla="*/ 59750 w 196163"/>
                      <a:gd name="connsiteY10" fmla="*/ 17431 h 225398"/>
                      <a:gd name="connsiteX11" fmla="*/ 43558 w 196163"/>
                      <a:gd name="connsiteY11" fmla="*/ 4381 h 225398"/>
                      <a:gd name="connsiteX12" fmla="*/ 13268 w 196163"/>
                      <a:gd name="connsiteY12" fmla="*/ 26194 h 225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6163" h="225398">
                        <a:moveTo>
                          <a:pt x="13268" y="26194"/>
                        </a:moveTo>
                        <a:cubicBezTo>
                          <a:pt x="1552" y="41148"/>
                          <a:pt x="-1591" y="61436"/>
                          <a:pt x="695" y="80296"/>
                        </a:cubicBezTo>
                        <a:cubicBezTo>
                          <a:pt x="2981" y="99155"/>
                          <a:pt x="10125" y="117062"/>
                          <a:pt x="17269" y="134683"/>
                        </a:cubicBezTo>
                        <a:cubicBezTo>
                          <a:pt x="26127" y="156591"/>
                          <a:pt x="36509" y="180308"/>
                          <a:pt x="57464" y="191071"/>
                        </a:cubicBezTo>
                        <a:cubicBezTo>
                          <a:pt x="77752" y="201454"/>
                          <a:pt x="96897" y="214598"/>
                          <a:pt x="118709" y="221361"/>
                        </a:cubicBezTo>
                        <a:cubicBezTo>
                          <a:pt x="140522" y="228124"/>
                          <a:pt x="166430" y="227266"/>
                          <a:pt x="183385" y="212027"/>
                        </a:cubicBezTo>
                        <a:cubicBezTo>
                          <a:pt x="200339" y="196787"/>
                          <a:pt x="201196" y="164592"/>
                          <a:pt x="181289" y="153448"/>
                        </a:cubicBezTo>
                        <a:cubicBezTo>
                          <a:pt x="139855" y="130207"/>
                          <a:pt x="109661" y="90583"/>
                          <a:pt x="95564" y="45434"/>
                        </a:cubicBezTo>
                        <a:cubicBezTo>
                          <a:pt x="90992" y="30671"/>
                          <a:pt x="89944" y="7334"/>
                          <a:pt x="72799" y="1429"/>
                        </a:cubicBezTo>
                        <a:cubicBezTo>
                          <a:pt x="70513" y="667"/>
                          <a:pt x="68036" y="190"/>
                          <a:pt x="65465" y="0"/>
                        </a:cubicBezTo>
                        <a:cubicBezTo>
                          <a:pt x="63274" y="5715"/>
                          <a:pt x="61369" y="11430"/>
                          <a:pt x="59750" y="17431"/>
                        </a:cubicBezTo>
                        <a:cubicBezTo>
                          <a:pt x="54797" y="12573"/>
                          <a:pt x="49368" y="8191"/>
                          <a:pt x="43558" y="4381"/>
                        </a:cubicBezTo>
                        <a:cubicBezTo>
                          <a:pt x="31270" y="9620"/>
                          <a:pt x="19459" y="18288"/>
                          <a:pt x="13268" y="2619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14" name="Forme libre : forme 17513">
                    <a:extLst>
                      <a:ext uri="{FF2B5EF4-FFF2-40B4-BE49-F238E27FC236}">
                        <a16:creationId xmlns:a16="http://schemas.microsoft.com/office/drawing/2014/main" id="{498B78BA-E21F-4AA4-A7B7-B640A257078C}"/>
                      </a:ext>
                    </a:extLst>
                  </p:cNvPr>
                  <p:cNvSpPr/>
                  <p:nvPr/>
                </p:nvSpPr>
                <p:spPr>
                  <a:xfrm>
                    <a:off x="7050393" y="4066957"/>
                    <a:ext cx="182427" cy="318071"/>
                  </a:xfrm>
                  <a:custGeom>
                    <a:avLst/>
                    <a:gdLst>
                      <a:gd name="connsiteX0" fmla="*/ 98695 w 182427"/>
                      <a:gd name="connsiteY0" fmla="*/ 6027 h 318071"/>
                      <a:gd name="connsiteX1" fmla="*/ 24400 w 182427"/>
                      <a:gd name="connsiteY1" fmla="*/ 53843 h 318071"/>
                      <a:gd name="connsiteX2" fmla="*/ 6969 w 182427"/>
                      <a:gd name="connsiteY2" fmla="*/ 115565 h 318071"/>
                      <a:gd name="connsiteX3" fmla="*/ 6017 w 182427"/>
                      <a:gd name="connsiteY3" fmla="*/ 223578 h 318071"/>
                      <a:gd name="connsiteX4" fmla="*/ 83550 w 182427"/>
                      <a:gd name="connsiteY4" fmla="*/ 309494 h 318071"/>
                      <a:gd name="connsiteX5" fmla="*/ 118602 w 182427"/>
                      <a:gd name="connsiteY5" fmla="*/ 317400 h 318071"/>
                      <a:gd name="connsiteX6" fmla="*/ 145653 w 182427"/>
                      <a:gd name="connsiteY6" fmla="*/ 300921 h 318071"/>
                      <a:gd name="connsiteX7" fmla="*/ 182324 w 182427"/>
                      <a:gd name="connsiteY7" fmla="*/ 240628 h 318071"/>
                      <a:gd name="connsiteX8" fmla="*/ 151559 w 182427"/>
                      <a:gd name="connsiteY8" fmla="*/ 188907 h 318071"/>
                      <a:gd name="connsiteX9" fmla="*/ 100314 w 182427"/>
                      <a:gd name="connsiteY9" fmla="*/ 96991 h 318071"/>
                      <a:gd name="connsiteX10" fmla="*/ 99647 w 182427"/>
                      <a:gd name="connsiteY10" fmla="*/ 95181 h 318071"/>
                      <a:gd name="connsiteX11" fmla="*/ 83169 w 182427"/>
                      <a:gd name="connsiteY11" fmla="*/ 104992 h 318071"/>
                      <a:gd name="connsiteX12" fmla="*/ 72310 w 182427"/>
                      <a:gd name="connsiteY12" fmla="*/ 109564 h 318071"/>
                      <a:gd name="connsiteX13" fmla="*/ 53260 w 182427"/>
                      <a:gd name="connsiteY13" fmla="*/ 92991 h 318071"/>
                      <a:gd name="connsiteX14" fmla="*/ 61452 w 182427"/>
                      <a:gd name="connsiteY14" fmla="*/ 66987 h 318071"/>
                      <a:gd name="connsiteX15" fmla="*/ 86503 w 182427"/>
                      <a:gd name="connsiteY15" fmla="*/ 45461 h 318071"/>
                      <a:gd name="connsiteX16" fmla="*/ 108411 w 182427"/>
                      <a:gd name="connsiteY16" fmla="*/ 37365 h 318071"/>
                      <a:gd name="connsiteX17" fmla="*/ 98695 w 182427"/>
                      <a:gd name="connsiteY17" fmla="*/ 6027 h 318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82427" h="318071">
                        <a:moveTo>
                          <a:pt x="98695" y="6027"/>
                        </a:moveTo>
                        <a:cubicBezTo>
                          <a:pt x="70311" y="-17023"/>
                          <a:pt x="36401" y="31935"/>
                          <a:pt x="24400" y="53843"/>
                        </a:cubicBezTo>
                        <a:cubicBezTo>
                          <a:pt x="14113" y="72702"/>
                          <a:pt x="10398" y="94420"/>
                          <a:pt x="6969" y="115565"/>
                        </a:cubicBezTo>
                        <a:cubicBezTo>
                          <a:pt x="1064" y="151379"/>
                          <a:pt x="-4746" y="188812"/>
                          <a:pt x="6017" y="223578"/>
                        </a:cubicBezTo>
                        <a:cubicBezTo>
                          <a:pt x="17732" y="261393"/>
                          <a:pt x="48307" y="291301"/>
                          <a:pt x="83550" y="309494"/>
                        </a:cubicBezTo>
                        <a:cubicBezTo>
                          <a:pt x="94409" y="315114"/>
                          <a:pt x="106696" y="319876"/>
                          <a:pt x="118602" y="317400"/>
                        </a:cubicBezTo>
                        <a:cubicBezTo>
                          <a:pt x="129080" y="315209"/>
                          <a:pt x="137652" y="307970"/>
                          <a:pt x="145653" y="300921"/>
                        </a:cubicBezTo>
                        <a:cubicBezTo>
                          <a:pt x="164036" y="284824"/>
                          <a:pt x="184039" y="265012"/>
                          <a:pt x="182324" y="240628"/>
                        </a:cubicBezTo>
                        <a:cubicBezTo>
                          <a:pt x="180896" y="220245"/>
                          <a:pt x="164512" y="204624"/>
                          <a:pt x="151559" y="188907"/>
                        </a:cubicBezTo>
                        <a:cubicBezTo>
                          <a:pt x="129175" y="161761"/>
                          <a:pt x="114601" y="129090"/>
                          <a:pt x="100314" y="96991"/>
                        </a:cubicBezTo>
                        <a:cubicBezTo>
                          <a:pt x="100029" y="96324"/>
                          <a:pt x="99933" y="95848"/>
                          <a:pt x="99647" y="95181"/>
                        </a:cubicBezTo>
                        <a:cubicBezTo>
                          <a:pt x="94123" y="98420"/>
                          <a:pt x="88694" y="101754"/>
                          <a:pt x="83169" y="104992"/>
                        </a:cubicBezTo>
                        <a:cubicBezTo>
                          <a:pt x="79740" y="106992"/>
                          <a:pt x="76311" y="109088"/>
                          <a:pt x="72310" y="109564"/>
                        </a:cubicBezTo>
                        <a:cubicBezTo>
                          <a:pt x="63071" y="110707"/>
                          <a:pt x="54594" y="102230"/>
                          <a:pt x="53260" y="92991"/>
                        </a:cubicBezTo>
                        <a:cubicBezTo>
                          <a:pt x="51927" y="83751"/>
                          <a:pt x="56023" y="74512"/>
                          <a:pt x="61452" y="66987"/>
                        </a:cubicBezTo>
                        <a:cubicBezTo>
                          <a:pt x="68024" y="57939"/>
                          <a:pt x="76692" y="50699"/>
                          <a:pt x="86503" y="45461"/>
                        </a:cubicBezTo>
                        <a:cubicBezTo>
                          <a:pt x="91837" y="42603"/>
                          <a:pt x="100029" y="39270"/>
                          <a:pt x="108411" y="37365"/>
                        </a:cubicBezTo>
                        <a:cubicBezTo>
                          <a:pt x="112125" y="25839"/>
                          <a:pt x="108791" y="14219"/>
                          <a:pt x="98695" y="602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15" name="Forme libre : forme 17514">
                    <a:extLst>
                      <a:ext uri="{FF2B5EF4-FFF2-40B4-BE49-F238E27FC236}">
                        <a16:creationId xmlns:a16="http://schemas.microsoft.com/office/drawing/2014/main" id="{ACC0A38C-66F2-42C6-9458-D6E79F15E3E9}"/>
                      </a:ext>
                    </a:extLst>
                  </p:cNvPr>
                  <p:cNvSpPr/>
                  <p:nvPr/>
                </p:nvSpPr>
                <p:spPr>
                  <a:xfrm>
                    <a:off x="7364882" y="4264836"/>
                    <a:ext cx="237255" cy="164484"/>
                  </a:xfrm>
                  <a:custGeom>
                    <a:avLst/>
                    <a:gdLst>
                      <a:gd name="connsiteX0" fmla="*/ 231976 w 237255"/>
                      <a:gd name="connsiteY0" fmla="*/ 122855 h 164484"/>
                      <a:gd name="connsiteX1" fmla="*/ 148347 w 237255"/>
                      <a:gd name="connsiteY1" fmla="*/ 95423 h 164484"/>
                      <a:gd name="connsiteX2" fmla="*/ 93292 w 237255"/>
                      <a:gd name="connsiteY2" fmla="*/ 79992 h 164484"/>
                      <a:gd name="connsiteX3" fmla="*/ 71194 w 237255"/>
                      <a:gd name="connsiteY3" fmla="*/ 93232 h 164484"/>
                      <a:gd name="connsiteX4" fmla="*/ 60336 w 237255"/>
                      <a:gd name="connsiteY4" fmla="*/ 97804 h 164484"/>
                      <a:gd name="connsiteX5" fmla="*/ 41286 w 237255"/>
                      <a:gd name="connsiteY5" fmla="*/ 81230 h 164484"/>
                      <a:gd name="connsiteX6" fmla="*/ 49477 w 237255"/>
                      <a:gd name="connsiteY6" fmla="*/ 55227 h 164484"/>
                      <a:gd name="connsiteX7" fmla="*/ 74528 w 237255"/>
                      <a:gd name="connsiteY7" fmla="*/ 33701 h 164484"/>
                      <a:gd name="connsiteX8" fmla="*/ 87768 w 237255"/>
                      <a:gd name="connsiteY8" fmla="*/ 28081 h 164484"/>
                      <a:gd name="connsiteX9" fmla="*/ 70337 w 237255"/>
                      <a:gd name="connsiteY9" fmla="*/ 6745 h 164484"/>
                      <a:gd name="connsiteX10" fmla="*/ 42 w 237255"/>
                      <a:gd name="connsiteY10" fmla="*/ 29319 h 164484"/>
                      <a:gd name="connsiteX11" fmla="*/ 8043 w 237255"/>
                      <a:gd name="connsiteY11" fmla="*/ 53608 h 164484"/>
                      <a:gd name="connsiteX12" fmla="*/ 11663 w 237255"/>
                      <a:gd name="connsiteY12" fmla="*/ 120188 h 164484"/>
                      <a:gd name="connsiteX13" fmla="*/ 53573 w 237255"/>
                      <a:gd name="connsiteY13" fmla="*/ 158669 h 164484"/>
                      <a:gd name="connsiteX14" fmla="*/ 112247 w 237255"/>
                      <a:gd name="connsiteY14" fmla="*/ 164384 h 164484"/>
                      <a:gd name="connsiteX15" fmla="*/ 225499 w 237255"/>
                      <a:gd name="connsiteY15" fmla="*/ 145048 h 164484"/>
                      <a:gd name="connsiteX16" fmla="*/ 236357 w 237255"/>
                      <a:gd name="connsiteY16" fmla="*/ 127522 h 164484"/>
                      <a:gd name="connsiteX17" fmla="*/ 231976 w 237255"/>
                      <a:gd name="connsiteY17" fmla="*/ 122855 h 1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37255" h="164484">
                        <a:moveTo>
                          <a:pt x="231976" y="122855"/>
                        </a:moveTo>
                        <a:cubicBezTo>
                          <a:pt x="207878" y="104757"/>
                          <a:pt x="177493" y="99519"/>
                          <a:pt x="148347" y="95423"/>
                        </a:cubicBezTo>
                        <a:cubicBezTo>
                          <a:pt x="128534" y="92660"/>
                          <a:pt x="105199" y="92660"/>
                          <a:pt x="93292" y="79992"/>
                        </a:cubicBezTo>
                        <a:cubicBezTo>
                          <a:pt x="85958" y="84373"/>
                          <a:pt x="78528" y="88755"/>
                          <a:pt x="71194" y="93232"/>
                        </a:cubicBezTo>
                        <a:cubicBezTo>
                          <a:pt x="67765" y="95232"/>
                          <a:pt x="64336" y="97328"/>
                          <a:pt x="60336" y="97804"/>
                        </a:cubicBezTo>
                        <a:cubicBezTo>
                          <a:pt x="51097" y="98947"/>
                          <a:pt x="42619" y="90470"/>
                          <a:pt x="41286" y="81230"/>
                        </a:cubicBezTo>
                        <a:cubicBezTo>
                          <a:pt x="39952" y="71991"/>
                          <a:pt x="44048" y="62752"/>
                          <a:pt x="49477" y="55227"/>
                        </a:cubicBezTo>
                        <a:cubicBezTo>
                          <a:pt x="56049" y="46178"/>
                          <a:pt x="64717" y="38939"/>
                          <a:pt x="74528" y="33701"/>
                        </a:cubicBezTo>
                        <a:cubicBezTo>
                          <a:pt x="77957" y="31891"/>
                          <a:pt x="82719" y="29891"/>
                          <a:pt x="87768" y="28081"/>
                        </a:cubicBezTo>
                        <a:cubicBezTo>
                          <a:pt x="87577" y="19699"/>
                          <a:pt x="84053" y="12841"/>
                          <a:pt x="70337" y="6745"/>
                        </a:cubicBezTo>
                        <a:cubicBezTo>
                          <a:pt x="49287" y="-2685"/>
                          <a:pt x="-1672" y="-7543"/>
                          <a:pt x="42" y="29319"/>
                        </a:cubicBezTo>
                        <a:cubicBezTo>
                          <a:pt x="424" y="37892"/>
                          <a:pt x="5376" y="45512"/>
                          <a:pt x="8043" y="53608"/>
                        </a:cubicBezTo>
                        <a:cubicBezTo>
                          <a:pt x="14806" y="74944"/>
                          <a:pt x="5281" y="98756"/>
                          <a:pt x="11663" y="120188"/>
                        </a:cubicBezTo>
                        <a:cubicBezTo>
                          <a:pt x="17378" y="139142"/>
                          <a:pt x="34809" y="152573"/>
                          <a:pt x="53573" y="158669"/>
                        </a:cubicBezTo>
                        <a:cubicBezTo>
                          <a:pt x="72337" y="164765"/>
                          <a:pt x="92530" y="164669"/>
                          <a:pt x="112247" y="164384"/>
                        </a:cubicBezTo>
                        <a:cubicBezTo>
                          <a:pt x="150918" y="163812"/>
                          <a:pt x="191018" y="162574"/>
                          <a:pt x="225499" y="145048"/>
                        </a:cubicBezTo>
                        <a:cubicBezTo>
                          <a:pt x="232357" y="141524"/>
                          <a:pt x="239882" y="134380"/>
                          <a:pt x="236357" y="127522"/>
                        </a:cubicBezTo>
                        <a:cubicBezTo>
                          <a:pt x="235501" y="125617"/>
                          <a:pt x="233691" y="124188"/>
                          <a:pt x="231976" y="12285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16" name="Forme libre : forme 17515">
                    <a:extLst>
                      <a:ext uri="{FF2B5EF4-FFF2-40B4-BE49-F238E27FC236}">
                        <a16:creationId xmlns:a16="http://schemas.microsoft.com/office/drawing/2014/main" id="{5C130219-111A-403E-B6B8-51528BCE753B}"/>
                      </a:ext>
                    </a:extLst>
                  </p:cNvPr>
                  <p:cNvSpPr/>
                  <p:nvPr/>
                </p:nvSpPr>
                <p:spPr>
                  <a:xfrm>
                    <a:off x="7414377" y="3973122"/>
                    <a:ext cx="243941" cy="218984"/>
                  </a:xfrm>
                  <a:custGeom>
                    <a:avLst/>
                    <a:gdLst>
                      <a:gd name="connsiteX0" fmla="*/ 113521 w 243941"/>
                      <a:gd name="connsiteY0" fmla="*/ 70240 h 218984"/>
                      <a:gd name="connsiteX1" fmla="*/ 48560 w 243941"/>
                      <a:gd name="connsiteY1" fmla="*/ 121580 h 218984"/>
                      <a:gd name="connsiteX2" fmla="*/ 363 w 243941"/>
                      <a:gd name="connsiteY2" fmla="*/ 186350 h 218984"/>
                      <a:gd name="connsiteX3" fmla="*/ 1983 w 243941"/>
                      <a:gd name="connsiteY3" fmla="*/ 201685 h 218984"/>
                      <a:gd name="connsiteX4" fmla="*/ 16555 w 243941"/>
                      <a:gd name="connsiteY4" fmla="*/ 214544 h 218984"/>
                      <a:gd name="connsiteX5" fmla="*/ 77325 w 243941"/>
                      <a:gd name="connsiteY5" fmla="*/ 210639 h 218984"/>
                      <a:gd name="connsiteX6" fmla="*/ 135428 w 243941"/>
                      <a:gd name="connsiteY6" fmla="*/ 187684 h 218984"/>
                      <a:gd name="connsiteX7" fmla="*/ 179052 w 243941"/>
                      <a:gd name="connsiteY7" fmla="*/ 181397 h 218984"/>
                      <a:gd name="connsiteX8" fmla="*/ 242965 w 243941"/>
                      <a:gd name="connsiteY8" fmla="*/ 82242 h 218984"/>
                      <a:gd name="connsiteX9" fmla="*/ 237440 w 243941"/>
                      <a:gd name="connsiteY9" fmla="*/ 86147 h 218984"/>
                      <a:gd name="connsiteX10" fmla="*/ 196388 w 243941"/>
                      <a:gd name="connsiteY10" fmla="*/ 80051 h 218984"/>
                      <a:gd name="connsiteX11" fmla="*/ 183434 w 243941"/>
                      <a:gd name="connsiteY11" fmla="*/ 63287 h 218984"/>
                      <a:gd name="connsiteX12" fmla="*/ 187149 w 243941"/>
                      <a:gd name="connsiteY12" fmla="*/ 46238 h 218984"/>
                      <a:gd name="connsiteX13" fmla="*/ 210961 w 243941"/>
                      <a:gd name="connsiteY13" fmla="*/ 16043 h 218984"/>
                      <a:gd name="connsiteX14" fmla="*/ 213056 w 243941"/>
                      <a:gd name="connsiteY14" fmla="*/ 14614 h 218984"/>
                      <a:gd name="connsiteX15" fmla="*/ 177338 w 243941"/>
                      <a:gd name="connsiteY15" fmla="*/ 422 h 218984"/>
                      <a:gd name="connsiteX16" fmla="*/ 113521 w 243941"/>
                      <a:gd name="connsiteY16" fmla="*/ 70240 h 218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43941" h="218984">
                        <a:moveTo>
                          <a:pt x="113521" y="70240"/>
                        </a:moveTo>
                        <a:cubicBezTo>
                          <a:pt x="96661" y="92243"/>
                          <a:pt x="71324" y="105673"/>
                          <a:pt x="48560" y="121580"/>
                        </a:cubicBezTo>
                        <a:cubicBezTo>
                          <a:pt x="25795" y="137487"/>
                          <a:pt x="3888" y="158823"/>
                          <a:pt x="363" y="186350"/>
                        </a:cubicBezTo>
                        <a:cubicBezTo>
                          <a:pt x="-303" y="191494"/>
                          <a:pt x="-208" y="196923"/>
                          <a:pt x="1983" y="201685"/>
                        </a:cubicBezTo>
                        <a:cubicBezTo>
                          <a:pt x="4745" y="207686"/>
                          <a:pt x="10555" y="211877"/>
                          <a:pt x="16555" y="214544"/>
                        </a:cubicBezTo>
                        <a:cubicBezTo>
                          <a:pt x="35701" y="222831"/>
                          <a:pt x="57990" y="218354"/>
                          <a:pt x="77325" y="210639"/>
                        </a:cubicBezTo>
                        <a:cubicBezTo>
                          <a:pt x="96756" y="202924"/>
                          <a:pt x="115044" y="192160"/>
                          <a:pt x="135428" y="187684"/>
                        </a:cubicBezTo>
                        <a:cubicBezTo>
                          <a:pt x="149811" y="184540"/>
                          <a:pt x="164764" y="184731"/>
                          <a:pt x="179052" y="181397"/>
                        </a:cubicBezTo>
                        <a:cubicBezTo>
                          <a:pt x="230297" y="169681"/>
                          <a:pt x="248585" y="126247"/>
                          <a:pt x="242965" y="82242"/>
                        </a:cubicBezTo>
                        <a:cubicBezTo>
                          <a:pt x="241251" y="83671"/>
                          <a:pt x="239441" y="85099"/>
                          <a:pt x="237440" y="86147"/>
                        </a:cubicBezTo>
                        <a:cubicBezTo>
                          <a:pt x="224582" y="92910"/>
                          <a:pt x="208389" y="88243"/>
                          <a:pt x="196388" y="80051"/>
                        </a:cubicBezTo>
                        <a:cubicBezTo>
                          <a:pt x="190387" y="75955"/>
                          <a:pt x="184672" y="70431"/>
                          <a:pt x="183434" y="63287"/>
                        </a:cubicBezTo>
                        <a:cubicBezTo>
                          <a:pt x="182386" y="57477"/>
                          <a:pt x="184577" y="51571"/>
                          <a:pt x="187149" y="46238"/>
                        </a:cubicBezTo>
                        <a:cubicBezTo>
                          <a:pt x="192768" y="34522"/>
                          <a:pt x="200579" y="23758"/>
                          <a:pt x="210961" y="16043"/>
                        </a:cubicBezTo>
                        <a:cubicBezTo>
                          <a:pt x="211628" y="15567"/>
                          <a:pt x="212295" y="15091"/>
                          <a:pt x="213056" y="14614"/>
                        </a:cubicBezTo>
                        <a:cubicBezTo>
                          <a:pt x="203722" y="4804"/>
                          <a:pt x="191816" y="-1769"/>
                          <a:pt x="177338" y="422"/>
                        </a:cubicBezTo>
                        <a:cubicBezTo>
                          <a:pt x="142572" y="5756"/>
                          <a:pt x="131618" y="46428"/>
                          <a:pt x="113521" y="7024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17" name="Forme libre : forme 17516">
                    <a:extLst>
                      <a:ext uri="{FF2B5EF4-FFF2-40B4-BE49-F238E27FC236}">
                        <a16:creationId xmlns:a16="http://schemas.microsoft.com/office/drawing/2014/main" id="{A9819417-F8BD-4AC9-90BF-00E327260ABC}"/>
                      </a:ext>
                    </a:extLst>
                  </p:cNvPr>
                  <p:cNvSpPr/>
                  <p:nvPr/>
                </p:nvSpPr>
                <p:spPr>
                  <a:xfrm>
                    <a:off x="7674677" y="4274724"/>
                    <a:ext cx="46291" cy="51339"/>
                  </a:xfrm>
                  <a:custGeom>
                    <a:avLst/>
                    <a:gdLst>
                      <a:gd name="connsiteX0" fmla="*/ 1714 w 46291"/>
                      <a:gd name="connsiteY0" fmla="*/ 47149 h 51339"/>
                      <a:gd name="connsiteX1" fmla="*/ 0 w 46291"/>
                      <a:gd name="connsiteY1" fmla="*/ 51340 h 51339"/>
                      <a:gd name="connsiteX2" fmla="*/ 46291 w 46291"/>
                      <a:gd name="connsiteY2" fmla="*/ 0 h 51339"/>
                      <a:gd name="connsiteX3" fmla="*/ 1714 w 46291"/>
                      <a:gd name="connsiteY3" fmla="*/ 47149 h 51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291" h="51339">
                        <a:moveTo>
                          <a:pt x="1714" y="47149"/>
                        </a:moveTo>
                        <a:cubicBezTo>
                          <a:pt x="1048" y="48482"/>
                          <a:pt x="571" y="49911"/>
                          <a:pt x="0" y="51340"/>
                        </a:cubicBezTo>
                        <a:lnTo>
                          <a:pt x="46291" y="0"/>
                        </a:lnTo>
                        <a:cubicBezTo>
                          <a:pt x="26956" y="9620"/>
                          <a:pt x="10954" y="27241"/>
                          <a:pt x="1714" y="4714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18" name="Forme libre : forme 17517">
                    <a:extLst>
                      <a:ext uri="{FF2B5EF4-FFF2-40B4-BE49-F238E27FC236}">
                        <a16:creationId xmlns:a16="http://schemas.microsoft.com/office/drawing/2014/main" id="{0101BCB5-3158-4723-B461-EE506E7D4C31}"/>
                      </a:ext>
                    </a:extLst>
                  </p:cNvPr>
                  <p:cNvSpPr/>
                  <p:nvPr/>
                </p:nvSpPr>
                <p:spPr>
                  <a:xfrm>
                    <a:off x="2379920" y="4098695"/>
                    <a:ext cx="32939" cy="58109"/>
                  </a:xfrm>
                  <a:custGeom>
                    <a:avLst/>
                    <a:gdLst>
                      <a:gd name="connsiteX0" fmla="*/ 8477 w 32939"/>
                      <a:gd name="connsiteY0" fmla="*/ 12771 h 58109"/>
                      <a:gd name="connsiteX1" fmla="*/ 24955 w 32939"/>
                      <a:gd name="connsiteY1" fmla="*/ 28773 h 58109"/>
                      <a:gd name="connsiteX2" fmla="*/ 8954 w 32939"/>
                      <a:gd name="connsiteY2" fmla="*/ 45251 h 58109"/>
                      <a:gd name="connsiteX3" fmla="*/ 2000 w 32939"/>
                      <a:gd name="connsiteY3" fmla="*/ 43727 h 58109"/>
                      <a:gd name="connsiteX4" fmla="*/ 0 w 32939"/>
                      <a:gd name="connsiteY4" fmla="*/ 58110 h 58109"/>
                      <a:gd name="connsiteX5" fmla="*/ 26956 w 32939"/>
                      <a:gd name="connsiteY5" fmla="*/ 8008 h 58109"/>
                      <a:gd name="connsiteX6" fmla="*/ 95 w 32939"/>
                      <a:gd name="connsiteY6" fmla="*/ 1246 h 58109"/>
                      <a:gd name="connsiteX7" fmla="*/ 3048 w 32939"/>
                      <a:gd name="connsiteY7" fmla="*/ 13819 h 58109"/>
                      <a:gd name="connsiteX8" fmla="*/ 8477 w 32939"/>
                      <a:gd name="connsiteY8" fmla="*/ 12771 h 58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939" h="58109">
                        <a:moveTo>
                          <a:pt x="8477" y="12771"/>
                        </a:moveTo>
                        <a:cubicBezTo>
                          <a:pt x="17431" y="12676"/>
                          <a:pt x="24765" y="19820"/>
                          <a:pt x="24955" y="28773"/>
                        </a:cubicBezTo>
                        <a:cubicBezTo>
                          <a:pt x="25146" y="37726"/>
                          <a:pt x="17907" y="45061"/>
                          <a:pt x="8954" y="45251"/>
                        </a:cubicBezTo>
                        <a:cubicBezTo>
                          <a:pt x="6477" y="45251"/>
                          <a:pt x="4096" y="44680"/>
                          <a:pt x="2000" y="43727"/>
                        </a:cubicBezTo>
                        <a:cubicBezTo>
                          <a:pt x="1429" y="48585"/>
                          <a:pt x="762" y="53347"/>
                          <a:pt x="0" y="58110"/>
                        </a:cubicBezTo>
                        <a:cubicBezTo>
                          <a:pt x="21050" y="44870"/>
                          <a:pt x="44101" y="24296"/>
                          <a:pt x="26956" y="8008"/>
                        </a:cubicBezTo>
                        <a:cubicBezTo>
                          <a:pt x="18383" y="-88"/>
                          <a:pt x="9144" y="-1421"/>
                          <a:pt x="95" y="1246"/>
                        </a:cubicBezTo>
                        <a:cubicBezTo>
                          <a:pt x="1619" y="4960"/>
                          <a:pt x="2572" y="9247"/>
                          <a:pt x="3048" y="13819"/>
                        </a:cubicBezTo>
                        <a:cubicBezTo>
                          <a:pt x="4667" y="13247"/>
                          <a:pt x="6477" y="12866"/>
                          <a:pt x="8477" y="1277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19" name="Forme libre : forme 17518">
                    <a:extLst>
                      <a:ext uri="{FF2B5EF4-FFF2-40B4-BE49-F238E27FC236}">
                        <a16:creationId xmlns:a16="http://schemas.microsoft.com/office/drawing/2014/main" id="{873B0F78-1F06-45E7-951B-B5F9C75A9909}"/>
                      </a:ext>
                    </a:extLst>
                  </p:cNvPr>
                  <p:cNvSpPr/>
                  <p:nvPr/>
                </p:nvSpPr>
                <p:spPr>
                  <a:xfrm>
                    <a:off x="2332651" y="4100036"/>
                    <a:ext cx="50317" cy="71674"/>
                  </a:xfrm>
                  <a:custGeom>
                    <a:avLst/>
                    <a:gdLst>
                      <a:gd name="connsiteX0" fmla="*/ 2978 w 50317"/>
                      <a:gd name="connsiteY0" fmla="*/ 45625 h 71674"/>
                      <a:gd name="connsiteX1" fmla="*/ 4311 w 50317"/>
                      <a:gd name="connsiteY1" fmla="*/ 68866 h 71674"/>
                      <a:gd name="connsiteX2" fmla="*/ 25552 w 50317"/>
                      <a:gd name="connsiteY2" fmla="*/ 68485 h 71674"/>
                      <a:gd name="connsiteX3" fmla="*/ 47269 w 50317"/>
                      <a:gd name="connsiteY3" fmla="*/ 56769 h 71674"/>
                      <a:gd name="connsiteX4" fmla="*/ 49269 w 50317"/>
                      <a:gd name="connsiteY4" fmla="*/ 42386 h 71674"/>
                      <a:gd name="connsiteX5" fmla="*/ 39744 w 50317"/>
                      <a:gd name="connsiteY5" fmla="*/ 27908 h 71674"/>
                      <a:gd name="connsiteX6" fmla="*/ 50317 w 50317"/>
                      <a:gd name="connsiteY6" fmla="*/ 12573 h 71674"/>
                      <a:gd name="connsiteX7" fmla="*/ 47365 w 50317"/>
                      <a:gd name="connsiteY7" fmla="*/ 0 h 71674"/>
                      <a:gd name="connsiteX8" fmla="*/ 2978 w 50317"/>
                      <a:gd name="connsiteY8" fmla="*/ 45625 h 71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317" h="71674">
                        <a:moveTo>
                          <a:pt x="2978" y="45625"/>
                        </a:moveTo>
                        <a:cubicBezTo>
                          <a:pt x="-356" y="53245"/>
                          <a:pt x="-2070" y="63532"/>
                          <a:pt x="4311" y="68866"/>
                        </a:cubicBezTo>
                        <a:cubicBezTo>
                          <a:pt x="10026" y="73628"/>
                          <a:pt x="18694" y="71533"/>
                          <a:pt x="25552" y="68485"/>
                        </a:cubicBezTo>
                        <a:cubicBezTo>
                          <a:pt x="30600" y="66294"/>
                          <a:pt x="38792" y="62103"/>
                          <a:pt x="47269" y="56769"/>
                        </a:cubicBezTo>
                        <a:cubicBezTo>
                          <a:pt x="48031" y="52006"/>
                          <a:pt x="48698" y="47244"/>
                          <a:pt x="49269" y="42386"/>
                        </a:cubicBezTo>
                        <a:cubicBezTo>
                          <a:pt x="43745" y="39814"/>
                          <a:pt x="39840" y="34385"/>
                          <a:pt x="39744" y="27908"/>
                        </a:cubicBezTo>
                        <a:cubicBezTo>
                          <a:pt x="39649" y="20860"/>
                          <a:pt x="44031" y="14859"/>
                          <a:pt x="50317" y="12573"/>
                        </a:cubicBezTo>
                        <a:cubicBezTo>
                          <a:pt x="49841" y="8001"/>
                          <a:pt x="48984" y="3715"/>
                          <a:pt x="47365" y="0"/>
                        </a:cubicBezTo>
                        <a:cubicBezTo>
                          <a:pt x="27838" y="5810"/>
                          <a:pt x="9550" y="30385"/>
                          <a:pt x="2978" y="4562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20" name="Forme libre : forme 17519">
                    <a:extLst>
                      <a:ext uri="{FF2B5EF4-FFF2-40B4-BE49-F238E27FC236}">
                        <a16:creationId xmlns:a16="http://schemas.microsoft.com/office/drawing/2014/main" id="{D3D4F504-9E48-47CD-AB11-69BD333461B0}"/>
                      </a:ext>
                    </a:extLst>
                  </p:cNvPr>
                  <p:cNvSpPr/>
                  <p:nvPr/>
                </p:nvSpPr>
                <p:spPr>
                  <a:xfrm>
                    <a:off x="2726535" y="4117413"/>
                    <a:ext cx="41337" cy="58632"/>
                  </a:xfrm>
                  <a:custGeom>
                    <a:avLst/>
                    <a:gdLst>
                      <a:gd name="connsiteX0" fmla="*/ 7429 w 41337"/>
                      <a:gd name="connsiteY0" fmla="*/ 58632 h 58632"/>
                      <a:gd name="connsiteX1" fmla="*/ 35338 w 41337"/>
                      <a:gd name="connsiteY1" fmla="*/ 7959 h 58632"/>
                      <a:gd name="connsiteX2" fmla="*/ 0 w 41337"/>
                      <a:gd name="connsiteY2" fmla="*/ 5007 h 58632"/>
                      <a:gd name="connsiteX3" fmla="*/ 7429 w 41337"/>
                      <a:gd name="connsiteY3" fmla="*/ 58632 h 58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337" h="58632">
                        <a:moveTo>
                          <a:pt x="7429" y="58632"/>
                        </a:moveTo>
                        <a:cubicBezTo>
                          <a:pt x="28765" y="45393"/>
                          <a:pt x="52768" y="24533"/>
                          <a:pt x="35338" y="7959"/>
                        </a:cubicBezTo>
                        <a:cubicBezTo>
                          <a:pt x="24098" y="-2709"/>
                          <a:pt x="11525" y="-1566"/>
                          <a:pt x="0" y="5007"/>
                        </a:cubicBezTo>
                        <a:cubicBezTo>
                          <a:pt x="11144" y="20914"/>
                          <a:pt x="12859" y="41011"/>
                          <a:pt x="7429" y="5863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21" name="Forme libre : forme 17520">
                    <a:extLst>
                      <a:ext uri="{FF2B5EF4-FFF2-40B4-BE49-F238E27FC236}">
                        <a16:creationId xmlns:a16="http://schemas.microsoft.com/office/drawing/2014/main" id="{0B9D2BAF-7184-434D-8B6F-85100920DC6B}"/>
                      </a:ext>
                    </a:extLst>
                  </p:cNvPr>
                  <p:cNvSpPr/>
                  <p:nvPr/>
                </p:nvSpPr>
                <p:spPr>
                  <a:xfrm>
                    <a:off x="2687648" y="4122419"/>
                    <a:ext cx="49296" cy="67960"/>
                  </a:xfrm>
                  <a:custGeom>
                    <a:avLst/>
                    <a:gdLst>
                      <a:gd name="connsiteX0" fmla="*/ 2978 w 49296"/>
                      <a:gd name="connsiteY0" fmla="*/ 41910 h 67960"/>
                      <a:gd name="connsiteX1" fmla="*/ 4312 w 49296"/>
                      <a:gd name="connsiteY1" fmla="*/ 65151 h 67960"/>
                      <a:gd name="connsiteX2" fmla="*/ 25552 w 49296"/>
                      <a:gd name="connsiteY2" fmla="*/ 64770 h 67960"/>
                      <a:gd name="connsiteX3" fmla="*/ 46317 w 49296"/>
                      <a:gd name="connsiteY3" fmla="*/ 53626 h 67960"/>
                      <a:gd name="connsiteX4" fmla="*/ 38887 w 49296"/>
                      <a:gd name="connsiteY4" fmla="*/ 0 h 67960"/>
                      <a:gd name="connsiteX5" fmla="*/ 2978 w 49296"/>
                      <a:gd name="connsiteY5" fmla="*/ 41910 h 67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296" h="67960">
                        <a:moveTo>
                          <a:pt x="2978" y="41910"/>
                        </a:moveTo>
                        <a:cubicBezTo>
                          <a:pt x="-356" y="49530"/>
                          <a:pt x="-2070" y="59817"/>
                          <a:pt x="4312" y="65151"/>
                        </a:cubicBezTo>
                        <a:cubicBezTo>
                          <a:pt x="10027" y="69914"/>
                          <a:pt x="18694" y="67818"/>
                          <a:pt x="25552" y="64770"/>
                        </a:cubicBezTo>
                        <a:cubicBezTo>
                          <a:pt x="30410" y="62675"/>
                          <a:pt x="38221" y="58674"/>
                          <a:pt x="46317" y="53626"/>
                        </a:cubicBezTo>
                        <a:cubicBezTo>
                          <a:pt x="51746" y="36004"/>
                          <a:pt x="50031" y="15907"/>
                          <a:pt x="38887" y="0"/>
                        </a:cubicBezTo>
                        <a:cubicBezTo>
                          <a:pt x="22695" y="9144"/>
                          <a:pt x="8598" y="28861"/>
                          <a:pt x="2978" y="4191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22" name="Forme libre : forme 17521">
                    <a:extLst>
                      <a:ext uri="{FF2B5EF4-FFF2-40B4-BE49-F238E27FC236}">
                        <a16:creationId xmlns:a16="http://schemas.microsoft.com/office/drawing/2014/main" id="{5E7D035E-B3AE-42FA-98BF-0FC43848477F}"/>
                      </a:ext>
                    </a:extLst>
                  </p:cNvPr>
                  <p:cNvSpPr/>
                  <p:nvPr/>
                </p:nvSpPr>
                <p:spPr>
                  <a:xfrm>
                    <a:off x="1924054" y="4111371"/>
                    <a:ext cx="51371" cy="37718"/>
                  </a:xfrm>
                  <a:custGeom>
                    <a:avLst/>
                    <a:gdLst>
                      <a:gd name="connsiteX0" fmla="*/ 19812 w 51371"/>
                      <a:gd name="connsiteY0" fmla="*/ 37719 h 37718"/>
                      <a:gd name="connsiteX1" fmla="*/ 51340 w 51371"/>
                      <a:gd name="connsiteY1" fmla="*/ 0 h 37718"/>
                      <a:gd name="connsiteX2" fmla="*/ 0 w 51371"/>
                      <a:gd name="connsiteY2" fmla="*/ 23908 h 37718"/>
                      <a:gd name="connsiteX3" fmla="*/ 19812 w 51371"/>
                      <a:gd name="connsiteY3" fmla="*/ 37719 h 37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371" h="37718">
                        <a:moveTo>
                          <a:pt x="19812" y="37719"/>
                        </a:moveTo>
                        <a:cubicBezTo>
                          <a:pt x="35719" y="27527"/>
                          <a:pt x="52197" y="13335"/>
                          <a:pt x="51340" y="0"/>
                        </a:cubicBezTo>
                        <a:cubicBezTo>
                          <a:pt x="32290" y="3524"/>
                          <a:pt x="14669" y="11811"/>
                          <a:pt x="0" y="23908"/>
                        </a:cubicBezTo>
                        <a:cubicBezTo>
                          <a:pt x="7144" y="26956"/>
                          <a:pt x="14192" y="31909"/>
                          <a:pt x="19812" y="3771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23" name="Forme libre : forme 17522">
                    <a:extLst>
                      <a:ext uri="{FF2B5EF4-FFF2-40B4-BE49-F238E27FC236}">
                        <a16:creationId xmlns:a16="http://schemas.microsoft.com/office/drawing/2014/main" id="{74DC6D3E-F12B-4876-9C16-B480CC1D8402}"/>
                      </a:ext>
                    </a:extLst>
                  </p:cNvPr>
                  <p:cNvSpPr/>
                  <p:nvPr/>
                </p:nvSpPr>
                <p:spPr>
                  <a:xfrm>
                    <a:off x="1900241" y="4135278"/>
                    <a:ext cx="43624" cy="29492"/>
                  </a:xfrm>
                  <a:custGeom>
                    <a:avLst/>
                    <a:gdLst>
                      <a:gd name="connsiteX0" fmla="*/ 23813 w 43624"/>
                      <a:gd name="connsiteY0" fmla="*/ 0 h 29492"/>
                      <a:gd name="connsiteX1" fmla="*/ 0 w 43624"/>
                      <a:gd name="connsiteY1" fmla="*/ 27051 h 29492"/>
                      <a:gd name="connsiteX2" fmla="*/ 20669 w 43624"/>
                      <a:gd name="connsiteY2" fmla="*/ 26384 h 29492"/>
                      <a:gd name="connsiteX3" fmla="*/ 43625 w 43624"/>
                      <a:gd name="connsiteY3" fmla="*/ 13811 h 29492"/>
                      <a:gd name="connsiteX4" fmla="*/ 23813 w 43624"/>
                      <a:gd name="connsiteY4" fmla="*/ 0 h 29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624" h="29492">
                        <a:moveTo>
                          <a:pt x="23813" y="0"/>
                        </a:moveTo>
                        <a:cubicBezTo>
                          <a:pt x="14573" y="7620"/>
                          <a:pt x="6477" y="16764"/>
                          <a:pt x="0" y="27051"/>
                        </a:cubicBezTo>
                        <a:cubicBezTo>
                          <a:pt x="5715" y="31337"/>
                          <a:pt x="14002" y="29242"/>
                          <a:pt x="20669" y="26384"/>
                        </a:cubicBezTo>
                        <a:cubicBezTo>
                          <a:pt x="26003" y="24098"/>
                          <a:pt x="34671" y="19621"/>
                          <a:pt x="43625" y="13811"/>
                        </a:cubicBezTo>
                        <a:cubicBezTo>
                          <a:pt x="38005" y="8001"/>
                          <a:pt x="30956" y="3048"/>
                          <a:pt x="23813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24" name="Forme libre : forme 17523">
                    <a:extLst>
                      <a:ext uri="{FF2B5EF4-FFF2-40B4-BE49-F238E27FC236}">
                        <a16:creationId xmlns:a16="http://schemas.microsoft.com/office/drawing/2014/main" id="{02B7FB53-F4F2-4603-BDF8-D441397D880F}"/>
                      </a:ext>
                    </a:extLst>
                  </p:cNvPr>
                  <p:cNvSpPr/>
                  <p:nvPr/>
                </p:nvSpPr>
                <p:spPr>
                  <a:xfrm>
                    <a:off x="2835095" y="4107918"/>
                    <a:ext cx="80206" cy="73002"/>
                  </a:xfrm>
                  <a:custGeom>
                    <a:avLst/>
                    <a:gdLst>
                      <a:gd name="connsiteX0" fmla="*/ 25457 w 80206"/>
                      <a:gd name="connsiteY0" fmla="*/ 69841 h 73002"/>
                      <a:gd name="connsiteX1" fmla="*/ 74225 w 80206"/>
                      <a:gd name="connsiteY1" fmla="*/ 8024 h 73002"/>
                      <a:gd name="connsiteX2" fmla="*/ 2978 w 80206"/>
                      <a:gd name="connsiteY2" fmla="*/ 46981 h 73002"/>
                      <a:gd name="connsiteX3" fmla="*/ 4311 w 80206"/>
                      <a:gd name="connsiteY3" fmla="*/ 70222 h 73002"/>
                      <a:gd name="connsiteX4" fmla="*/ 25457 w 80206"/>
                      <a:gd name="connsiteY4" fmla="*/ 69841 h 73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06" h="73002">
                        <a:moveTo>
                          <a:pt x="25457" y="69841"/>
                        </a:moveTo>
                        <a:cubicBezTo>
                          <a:pt x="42983" y="62221"/>
                          <a:pt x="98323" y="30884"/>
                          <a:pt x="74225" y="8024"/>
                        </a:cubicBezTo>
                        <a:cubicBezTo>
                          <a:pt x="47174" y="-17693"/>
                          <a:pt x="12598" y="24693"/>
                          <a:pt x="2978" y="46981"/>
                        </a:cubicBezTo>
                        <a:cubicBezTo>
                          <a:pt x="-356" y="54601"/>
                          <a:pt x="-2070" y="64888"/>
                          <a:pt x="4311" y="70222"/>
                        </a:cubicBezTo>
                        <a:cubicBezTo>
                          <a:pt x="9931" y="74985"/>
                          <a:pt x="18599" y="72794"/>
                          <a:pt x="25457" y="6984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25" name="Forme libre : forme 17524">
                    <a:extLst>
                      <a:ext uri="{FF2B5EF4-FFF2-40B4-BE49-F238E27FC236}">
                        <a16:creationId xmlns:a16="http://schemas.microsoft.com/office/drawing/2014/main" id="{015DAF83-C2DE-478B-A345-0A98799DEB12}"/>
                      </a:ext>
                    </a:extLst>
                  </p:cNvPr>
                  <p:cNvSpPr/>
                  <p:nvPr/>
                </p:nvSpPr>
                <p:spPr>
                  <a:xfrm>
                    <a:off x="3195260" y="4070521"/>
                    <a:ext cx="36190" cy="40563"/>
                  </a:xfrm>
                  <a:custGeom>
                    <a:avLst/>
                    <a:gdLst>
                      <a:gd name="connsiteX0" fmla="*/ 12192 w 36190"/>
                      <a:gd name="connsiteY0" fmla="*/ 17895 h 40563"/>
                      <a:gd name="connsiteX1" fmla="*/ 27146 w 36190"/>
                      <a:gd name="connsiteY1" fmla="*/ 33801 h 40563"/>
                      <a:gd name="connsiteX2" fmla="*/ 25717 w 36190"/>
                      <a:gd name="connsiteY2" fmla="*/ 40564 h 40563"/>
                      <a:gd name="connsiteX3" fmla="*/ 30194 w 36190"/>
                      <a:gd name="connsiteY3" fmla="*/ 7988 h 40563"/>
                      <a:gd name="connsiteX4" fmla="*/ 0 w 36190"/>
                      <a:gd name="connsiteY4" fmla="*/ 2464 h 40563"/>
                      <a:gd name="connsiteX5" fmla="*/ 12192 w 36190"/>
                      <a:gd name="connsiteY5" fmla="*/ 17895 h 40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190" h="40563">
                        <a:moveTo>
                          <a:pt x="12192" y="17895"/>
                        </a:moveTo>
                        <a:cubicBezTo>
                          <a:pt x="20479" y="18561"/>
                          <a:pt x="27051" y="25324"/>
                          <a:pt x="27146" y="33801"/>
                        </a:cubicBezTo>
                        <a:cubicBezTo>
                          <a:pt x="27146" y="36182"/>
                          <a:pt x="26670" y="38469"/>
                          <a:pt x="25717" y="40564"/>
                        </a:cubicBezTo>
                        <a:cubicBezTo>
                          <a:pt x="36004" y="29896"/>
                          <a:pt x="40862" y="18180"/>
                          <a:pt x="30194" y="7988"/>
                        </a:cubicBezTo>
                        <a:cubicBezTo>
                          <a:pt x="20574" y="-1155"/>
                          <a:pt x="10001" y="-1632"/>
                          <a:pt x="0" y="2464"/>
                        </a:cubicBezTo>
                        <a:cubicBezTo>
                          <a:pt x="4381" y="6750"/>
                          <a:pt x="8572" y="11989"/>
                          <a:pt x="12192" y="1789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26" name="Forme libre : forme 17525">
                    <a:extLst>
                      <a:ext uri="{FF2B5EF4-FFF2-40B4-BE49-F238E27FC236}">
                        <a16:creationId xmlns:a16="http://schemas.microsoft.com/office/drawing/2014/main" id="{E3F5B145-56DA-400A-A368-40ADB5F0F4F6}"/>
                      </a:ext>
                    </a:extLst>
                  </p:cNvPr>
                  <p:cNvSpPr/>
                  <p:nvPr/>
                </p:nvSpPr>
                <p:spPr>
                  <a:xfrm>
                    <a:off x="3151325" y="4072890"/>
                    <a:ext cx="59651" cy="70627"/>
                  </a:xfrm>
                  <a:custGeom>
                    <a:avLst/>
                    <a:gdLst>
                      <a:gd name="connsiteX0" fmla="*/ 2978 w 59651"/>
                      <a:gd name="connsiteY0" fmla="*/ 44577 h 70627"/>
                      <a:gd name="connsiteX1" fmla="*/ 4311 w 59651"/>
                      <a:gd name="connsiteY1" fmla="*/ 67818 h 70627"/>
                      <a:gd name="connsiteX2" fmla="*/ 25552 w 59651"/>
                      <a:gd name="connsiteY2" fmla="*/ 67437 h 70627"/>
                      <a:gd name="connsiteX3" fmla="*/ 59652 w 59651"/>
                      <a:gd name="connsiteY3" fmla="*/ 47054 h 70627"/>
                      <a:gd name="connsiteX4" fmla="*/ 55080 w 59651"/>
                      <a:gd name="connsiteY4" fmla="*/ 47815 h 70627"/>
                      <a:gd name="connsiteX5" fmla="*/ 38602 w 59651"/>
                      <a:gd name="connsiteY5" fmla="*/ 31813 h 70627"/>
                      <a:gd name="connsiteX6" fmla="*/ 54603 w 59651"/>
                      <a:gd name="connsiteY6" fmla="*/ 15335 h 70627"/>
                      <a:gd name="connsiteX7" fmla="*/ 56032 w 59651"/>
                      <a:gd name="connsiteY7" fmla="*/ 15430 h 70627"/>
                      <a:gd name="connsiteX8" fmla="*/ 43936 w 59651"/>
                      <a:gd name="connsiteY8" fmla="*/ 0 h 70627"/>
                      <a:gd name="connsiteX9" fmla="*/ 2978 w 59651"/>
                      <a:gd name="connsiteY9" fmla="*/ 44577 h 70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9651" h="70627">
                        <a:moveTo>
                          <a:pt x="2978" y="44577"/>
                        </a:moveTo>
                        <a:cubicBezTo>
                          <a:pt x="-356" y="52197"/>
                          <a:pt x="-2070" y="62484"/>
                          <a:pt x="4311" y="67818"/>
                        </a:cubicBezTo>
                        <a:cubicBezTo>
                          <a:pt x="10027" y="72580"/>
                          <a:pt x="18694" y="70485"/>
                          <a:pt x="25552" y="67437"/>
                        </a:cubicBezTo>
                        <a:cubicBezTo>
                          <a:pt x="33077" y="64198"/>
                          <a:pt x="47555" y="56483"/>
                          <a:pt x="59652" y="47054"/>
                        </a:cubicBezTo>
                        <a:cubicBezTo>
                          <a:pt x="58223" y="47530"/>
                          <a:pt x="56699" y="47815"/>
                          <a:pt x="55080" y="47815"/>
                        </a:cubicBezTo>
                        <a:cubicBezTo>
                          <a:pt x="46126" y="47911"/>
                          <a:pt x="38792" y="40767"/>
                          <a:pt x="38602" y="31813"/>
                        </a:cubicBezTo>
                        <a:cubicBezTo>
                          <a:pt x="38506" y="22860"/>
                          <a:pt x="45650" y="15526"/>
                          <a:pt x="54603" y="15335"/>
                        </a:cubicBezTo>
                        <a:cubicBezTo>
                          <a:pt x="55080" y="15335"/>
                          <a:pt x="55556" y="15430"/>
                          <a:pt x="56032" y="15430"/>
                        </a:cubicBezTo>
                        <a:cubicBezTo>
                          <a:pt x="52413" y="9525"/>
                          <a:pt x="48222" y="4286"/>
                          <a:pt x="43936" y="0"/>
                        </a:cubicBezTo>
                        <a:cubicBezTo>
                          <a:pt x="25743" y="7525"/>
                          <a:pt x="9169" y="30194"/>
                          <a:pt x="2978" y="4457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27" name="Forme libre : forme 17526">
                    <a:extLst>
                      <a:ext uri="{FF2B5EF4-FFF2-40B4-BE49-F238E27FC236}">
                        <a16:creationId xmlns:a16="http://schemas.microsoft.com/office/drawing/2014/main" id="{B66641D5-4540-42F0-A2E8-BE0DC1B698F6}"/>
                      </a:ext>
                    </a:extLst>
                  </p:cNvPr>
                  <p:cNvSpPr/>
                  <p:nvPr/>
                </p:nvSpPr>
                <p:spPr>
                  <a:xfrm>
                    <a:off x="3457102" y="4282383"/>
                    <a:ext cx="38100" cy="60635"/>
                  </a:xfrm>
                  <a:custGeom>
                    <a:avLst/>
                    <a:gdLst>
                      <a:gd name="connsiteX0" fmla="*/ 15812 w 38100"/>
                      <a:gd name="connsiteY0" fmla="*/ 28346 h 60635"/>
                      <a:gd name="connsiteX1" fmla="*/ 31813 w 38100"/>
                      <a:gd name="connsiteY1" fmla="*/ 11867 h 60635"/>
                      <a:gd name="connsiteX2" fmla="*/ 38100 w 38100"/>
                      <a:gd name="connsiteY2" fmla="*/ 13010 h 60635"/>
                      <a:gd name="connsiteX3" fmla="*/ 34195 w 38100"/>
                      <a:gd name="connsiteY3" fmla="*/ 7962 h 60635"/>
                      <a:gd name="connsiteX4" fmla="*/ 0 w 38100"/>
                      <a:gd name="connsiteY4" fmla="*/ 4343 h 60635"/>
                      <a:gd name="connsiteX5" fmla="*/ 3048 w 38100"/>
                      <a:gd name="connsiteY5" fmla="*/ 57873 h 60635"/>
                      <a:gd name="connsiteX6" fmla="*/ 3048 w 38100"/>
                      <a:gd name="connsiteY6" fmla="*/ 60635 h 60635"/>
                      <a:gd name="connsiteX7" fmla="*/ 26765 w 38100"/>
                      <a:gd name="connsiteY7" fmla="*/ 43300 h 60635"/>
                      <a:gd name="connsiteX8" fmla="*/ 15812 w 38100"/>
                      <a:gd name="connsiteY8" fmla="*/ 28346 h 60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100" h="60635">
                        <a:moveTo>
                          <a:pt x="15812" y="28346"/>
                        </a:moveTo>
                        <a:cubicBezTo>
                          <a:pt x="15716" y="19392"/>
                          <a:pt x="22860" y="12058"/>
                          <a:pt x="31813" y="11867"/>
                        </a:cubicBezTo>
                        <a:cubicBezTo>
                          <a:pt x="34004" y="11867"/>
                          <a:pt x="36100" y="12248"/>
                          <a:pt x="38100" y="13010"/>
                        </a:cubicBezTo>
                        <a:cubicBezTo>
                          <a:pt x="37147" y="11296"/>
                          <a:pt x="35909" y="9581"/>
                          <a:pt x="34195" y="7962"/>
                        </a:cubicBezTo>
                        <a:cubicBezTo>
                          <a:pt x="23336" y="-2420"/>
                          <a:pt x="11239" y="-1563"/>
                          <a:pt x="0" y="4343"/>
                        </a:cubicBezTo>
                        <a:cubicBezTo>
                          <a:pt x="4953" y="20535"/>
                          <a:pt x="3905" y="41109"/>
                          <a:pt x="3048" y="57873"/>
                        </a:cubicBezTo>
                        <a:cubicBezTo>
                          <a:pt x="3048" y="58730"/>
                          <a:pt x="3048" y="59683"/>
                          <a:pt x="3048" y="60635"/>
                        </a:cubicBezTo>
                        <a:cubicBezTo>
                          <a:pt x="11049" y="55873"/>
                          <a:pt x="19812" y="49872"/>
                          <a:pt x="26765" y="43300"/>
                        </a:cubicBezTo>
                        <a:cubicBezTo>
                          <a:pt x="20384" y="41205"/>
                          <a:pt x="15907" y="35394"/>
                          <a:pt x="15812" y="2834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28" name="Forme libre : forme 17527">
                    <a:extLst>
                      <a:ext uri="{FF2B5EF4-FFF2-40B4-BE49-F238E27FC236}">
                        <a16:creationId xmlns:a16="http://schemas.microsoft.com/office/drawing/2014/main" id="{139CFE47-C162-4C8D-8DB4-4A62CD4BB3BA}"/>
                      </a:ext>
                    </a:extLst>
                  </p:cNvPr>
                  <p:cNvSpPr/>
                  <p:nvPr/>
                </p:nvSpPr>
                <p:spPr>
                  <a:xfrm>
                    <a:off x="3416977" y="4286821"/>
                    <a:ext cx="43802" cy="68627"/>
                  </a:xfrm>
                  <a:custGeom>
                    <a:avLst/>
                    <a:gdLst>
                      <a:gd name="connsiteX0" fmla="*/ 40030 w 43802"/>
                      <a:gd name="connsiteY0" fmla="*/ 0 h 68627"/>
                      <a:gd name="connsiteX1" fmla="*/ 2978 w 43802"/>
                      <a:gd name="connsiteY1" fmla="*/ 42577 h 68627"/>
                      <a:gd name="connsiteX2" fmla="*/ 4312 w 43802"/>
                      <a:gd name="connsiteY2" fmla="*/ 65818 h 68627"/>
                      <a:gd name="connsiteX3" fmla="*/ 25552 w 43802"/>
                      <a:gd name="connsiteY3" fmla="*/ 65437 h 68627"/>
                      <a:gd name="connsiteX4" fmla="*/ 43078 w 43802"/>
                      <a:gd name="connsiteY4" fmla="*/ 56293 h 68627"/>
                      <a:gd name="connsiteX5" fmla="*/ 43078 w 43802"/>
                      <a:gd name="connsiteY5" fmla="*/ 53530 h 68627"/>
                      <a:gd name="connsiteX6" fmla="*/ 40030 w 43802"/>
                      <a:gd name="connsiteY6" fmla="*/ 0 h 68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802" h="68627">
                        <a:moveTo>
                          <a:pt x="40030" y="0"/>
                        </a:moveTo>
                        <a:cubicBezTo>
                          <a:pt x="23362" y="8858"/>
                          <a:pt x="8693" y="29242"/>
                          <a:pt x="2978" y="42577"/>
                        </a:cubicBezTo>
                        <a:cubicBezTo>
                          <a:pt x="-356" y="50197"/>
                          <a:pt x="-2070" y="60484"/>
                          <a:pt x="4312" y="65818"/>
                        </a:cubicBezTo>
                        <a:cubicBezTo>
                          <a:pt x="10026" y="70580"/>
                          <a:pt x="18694" y="68485"/>
                          <a:pt x="25552" y="65437"/>
                        </a:cubicBezTo>
                        <a:cubicBezTo>
                          <a:pt x="29743" y="63627"/>
                          <a:pt x="36125" y="60388"/>
                          <a:pt x="43078" y="56293"/>
                        </a:cubicBezTo>
                        <a:cubicBezTo>
                          <a:pt x="43078" y="55340"/>
                          <a:pt x="43078" y="54483"/>
                          <a:pt x="43078" y="53530"/>
                        </a:cubicBezTo>
                        <a:cubicBezTo>
                          <a:pt x="43935" y="36767"/>
                          <a:pt x="44983" y="16193"/>
                          <a:pt x="40030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29" name="Forme libre : forme 17528">
                    <a:extLst>
                      <a:ext uri="{FF2B5EF4-FFF2-40B4-BE49-F238E27FC236}">
                        <a16:creationId xmlns:a16="http://schemas.microsoft.com/office/drawing/2014/main" id="{E1C7C837-78DC-41C2-BA51-358F4E2E31F4}"/>
                      </a:ext>
                    </a:extLst>
                  </p:cNvPr>
                  <p:cNvSpPr/>
                  <p:nvPr/>
                </p:nvSpPr>
                <p:spPr>
                  <a:xfrm>
                    <a:off x="1972998" y="4317087"/>
                    <a:ext cx="80290" cy="73031"/>
                  </a:xfrm>
                  <a:custGeom>
                    <a:avLst/>
                    <a:gdLst>
                      <a:gd name="connsiteX0" fmla="*/ 4300 w 80290"/>
                      <a:gd name="connsiteY0" fmla="*/ 70222 h 73031"/>
                      <a:gd name="connsiteX1" fmla="*/ 25541 w 80290"/>
                      <a:gd name="connsiteY1" fmla="*/ 69841 h 73031"/>
                      <a:gd name="connsiteX2" fmla="*/ 74309 w 80290"/>
                      <a:gd name="connsiteY2" fmla="*/ 8024 h 73031"/>
                      <a:gd name="connsiteX3" fmla="*/ 3062 w 80290"/>
                      <a:gd name="connsiteY3" fmla="*/ 46981 h 73031"/>
                      <a:gd name="connsiteX4" fmla="*/ 4300 w 80290"/>
                      <a:gd name="connsiteY4" fmla="*/ 70222 h 73031"/>
                      <a:gd name="connsiteX5" fmla="*/ 57640 w 80290"/>
                      <a:gd name="connsiteY5" fmla="*/ 1928 h 73031"/>
                      <a:gd name="connsiteX6" fmla="*/ 74119 w 80290"/>
                      <a:gd name="connsiteY6" fmla="*/ 17930 h 73031"/>
                      <a:gd name="connsiteX7" fmla="*/ 58117 w 80290"/>
                      <a:gd name="connsiteY7" fmla="*/ 34408 h 73031"/>
                      <a:gd name="connsiteX8" fmla="*/ 41638 w 80290"/>
                      <a:gd name="connsiteY8" fmla="*/ 18406 h 73031"/>
                      <a:gd name="connsiteX9" fmla="*/ 57640 w 80290"/>
                      <a:gd name="connsiteY9" fmla="*/ 1928 h 73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0290" h="73031">
                        <a:moveTo>
                          <a:pt x="4300" y="70222"/>
                        </a:moveTo>
                        <a:cubicBezTo>
                          <a:pt x="10015" y="74985"/>
                          <a:pt x="18683" y="72890"/>
                          <a:pt x="25541" y="69841"/>
                        </a:cubicBezTo>
                        <a:cubicBezTo>
                          <a:pt x="43067" y="62221"/>
                          <a:pt x="98407" y="30884"/>
                          <a:pt x="74309" y="8024"/>
                        </a:cubicBezTo>
                        <a:cubicBezTo>
                          <a:pt x="47258" y="-17693"/>
                          <a:pt x="12682" y="24693"/>
                          <a:pt x="3062" y="46981"/>
                        </a:cubicBezTo>
                        <a:cubicBezTo>
                          <a:pt x="-367" y="54601"/>
                          <a:pt x="-2081" y="64888"/>
                          <a:pt x="4300" y="70222"/>
                        </a:cubicBezTo>
                        <a:close/>
                        <a:moveTo>
                          <a:pt x="57640" y="1928"/>
                        </a:moveTo>
                        <a:cubicBezTo>
                          <a:pt x="66594" y="1833"/>
                          <a:pt x="73928" y="8977"/>
                          <a:pt x="74119" y="17930"/>
                        </a:cubicBezTo>
                        <a:cubicBezTo>
                          <a:pt x="74309" y="26884"/>
                          <a:pt x="67070" y="34218"/>
                          <a:pt x="58117" y="34408"/>
                        </a:cubicBezTo>
                        <a:cubicBezTo>
                          <a:pt x="49163" y="34503"/>
                          <a:pt x="41829" y="27360"/>
                          <a:pt x="41638" y="18406"/>
                        </a:cubicBezTo>
                        <a:cubicBezTo>
                          <a:pt x="41448" y="9453"/>
                          <a:pt x="48687" y="2023"/>
                          <a:pt x="57640" y="192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30" name="Forme libre : forme 17529">
                    <a:extLst>
                      <a:ext uri="{FF2B5EF4-FFF2-40B4-BE49-F238E27FC236}">
                        <a16:creationId xmlns:a16="http://schemas.microsoft.com/office/drawing/2014/main" id="{25FA88F8-80C4-4D65-BC73-D232B9F3A6D5}"/>
                      </a:ext>
                    </a:extLst>
                  </p:cNvPr>
                  <p:cNvSpPr/>
                  <p:nvPr/>
                </p:nvSpPr>
                <p:spPr>
                  <a:xfrm>
                    <a:off x="3826629" y="4266057"/>
                    <a:ext cx="28523" cy="64198"/>
                  </a:xfrm>
                  <a:custGeom>
                    <a:avLst/>
                    <a:gdLst>
                      <a:gd name="connsiteX0" fmla="*/ 28523 w 28523"/>
                      <a:gd name="connsiteY0" fmla="*/ 0 h 64198"/>
                      <a:gd name="connsiteX1" fmla="*/ 27761 w 28523"/>
                      <a:gd name="connsiteY1" fmla="*/ 476 h 64198"/>
                      <a:gd name="connsiteX2" fmla="*/ 3949 w 28523"/>
                      <a:gd name="connsiteY2" fmla="*/ 30671 h 64198"/>
                      <a:gd name="connsiteX3" fmla="*/ 234 w 28523"/>
                      <a:gd name="connsiteY3" fmla="*/ 47720 h 64198"/>
                      <a:gd name="connsiteX4" fmla="*/ 12807 w 28523"/>
                      <a:gd name="connsiteY4" fmla="*/ 64198 h 64198"/>
                      <a:gd name="connsiteX5" fmla="*/ 14331 w 28523"/>
                      <a:gd name="connsiteY5" fmla="*/ 52673 h 64198"/>
                      <a:gd name="connsiteX6" fmla="*/ 28523 w 28523"/>
                      <a:gd name="connsiteY6" fmla="*/ 0 h 64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523" h="64198">
                        <a:moveTo>
                          <a:pt x="28523" y="0"/>
                        </a:moveTo>
                        <a:cubicBezTo>
                          <a:pt x="28238" y="190"/>
                          <a:pt x="28047" y="381"/>
                          <a:pt x="27761" y="476"/>
                        </a:cubicBezTo>
                        <a:cubicBezTo>
                          <a:pt x="17379" y="8191"/>
                          <a:pt x="9473" y="18955"/>
                          <a:pt x="3949" y="30671"/>
                        </a:cubicBezTo>
                        <a:cubicBezTo>
                          <a:pt x="1377" y="36004"/>
                          <a:pt x="-718" y="41910"/>
                          <a:pt x="234" y="47720"/>
                        </a:cubicBezTo>
                        <a:cubicBezTo>
                          <a:pt x="1472" y="54673"/>
                          <a:pt x="6902" y="60103"/>
                          <a:pt x="12807" y="64198"/>
                        </a:cubicBezTo>
                        <a:cubicBezTo>
                          <a:pt x="13188" y="60388"/>
                          <a:pt x="13760" y="56483"/>
                          <a:pt x="14331" y="52673"/>
                        </a:cubicBezTo>
                        <a:cubicBezTo>
                          <a:pt x="17093" y="34671"/>
                          <a:pt x="21380" y="16573"/>
                          <a:pt x="28523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31" name="Forme libre : forme 17530">
                    <a:extLst>
                      <a:ext uri="{FF2B5EF4-FFF2-40B4-BE49-F238E27FC236}">
                        <a16:creationId xmlns:a16="http://schemas.microsoft.com/office/drawing/2014/main" id="{0B7C891F-A04E-4D16-B80E-A3A6D896DEBB}"/>
                      </a:ext>
                    </a:extLst>
                  </p:cNvPr>
                  <p:cNvSpPr/>
                  <p:nvPr/>
                </p:nvSpPr>
                <p:spPr>
                  <a:xfrm>
                    <a:off x="3839436" y="4255385"/>
                    <a:ext cx="77962" cy="84500"/>
                  </a:xfrm>
                  <a:custGeom>
                    <a:avLst/>
                    <a:gdLst>
                      <a:gd name="connsiteX0" fmla="*/ 41434 w 77962"/>
                      <a:gd name="connsiteY0" fmla="*/ 81252 h 84500"/>
                      <a:gd name="connsiteX1" fmla="*/ 68199 w 77962"/>
                      <a:gd name="connsiteY1" fmla="*/ 48962 h 84500"/>
                      <a:gd name="connsiteX2" fmla="*/ 76771 w 77962"/>
                      <a:gd name="connsiteY2" fmla="*/ 37056 h 84500"/>
                      <a:gd name="connsiteX3" fmla="*/ 54864 w 77962"/>
                      <a:gd name="connsiteY3" fmla="*/ 2671 h 84500"/>
                      <a:gd name="connsiteX4" fmla="*/ 15716 w 77962"/>
                      <a:gd name="connsiteY4" fmla="*/ 10767 h 84500"/>
                      <a:gd name="connsiteX5" fmla="*/ 1524 w 77962"/>
                      <a:gd name="connsiteY5" fmla="*/ 63440 h 84500"/>
                      <a:gd name="connsiteX6" fmla="*/ 0 w 77962"/>
                      <a:gd name="connsiteY6" fmla="*/ 74965 h 84500"/>
                      <a:gd name="connsiteX7" fmla="*/ 381 w 77962"/>
                      <a:gd name="connsiteY7" fmla="*/ 75251 h 84500"/>
                      <a:gd name="connsiteX8" fmla="*/ 41434 w 77962"/>
                      <a:gd name="connsiteY8" fmla="*/ 81252 h 84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962" h="84500">
                        <a:moveTo>
                          <a:pt x="41434" y="81252"/>
                        </a:moveTo>
                        <a:cubicBezTo>
                          <a:pt x="53912" y="74680"/>
                          <a:pt x="59246" y="59916"/>
                          <a:pt x="68199" y="48962"/>
                        </a:cubicBezTo>
                        <a:cubicBezTo>
                          <a:pt x="71342" y="45152"/>
                          <a:pt x="74962" y="41628"/>
                          <a:pt x="76771" y="37056"/>
                        </a:cubicBezTo>
                        <a:cubicBezTo>
                          <a:pt x="82487" y="22101"/>
                          <a:pt x="66389" y="9052"/>
                          <a:pt x="54864" y="2671"/>
                        </a:cubicBezTo>
                        <a:cubicBezTo>
                          <a:pt x="42672" y="-4092"/>
                          <a:pt x="26098" y="3242"/>
                          <a:pt x="15716" y="10767"/>
                        </a:cubicBezTo>
                        <a:cubicBezTo>
                          <a:pt x="8477" y="27436"/>
                          <a:pt x="4191" y="45438"/>
                          <a:pt x="1524" y="63440"/>
                        </a:cubicBezTo>
                        <a:cubicBezTo>
                          <a:pt x="953" y="67250"/>
                          <a:pt x="476" y="71060"/>
                          <a:pt x="0" y="74965"/>
                        </a:cubicBezTo>
                        <a:cubicBezTo>
                          <a:pt x="95" y="75061"/>
                          <a:pt x="286" y="75156"/>
                          <a:pt x="381" y="75251"/>
                        </a:cubicBezTo>
                        <a:cubicBezTo>
                          <a:pt x="12382" y="83347"/>
                          <a:pt x="28575" y="88015"/>
                          <a:pt x="41434" y="8125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32" name="Forme libre : forme 17531">
                    <a:extLst>
                      <a:ext uri="{FF2B5EF4-FFF2-40B4-BE49-F238E27FC236}">
                        <a16:creationId xmlns:a16="http://schemas.microsoft.com/office/drawing/2014/main" id="{AD2C8868-13F9-498F-9BDA-09EAA76A4E1D}"/>
                      </a:ext>
                    </a:extLst>
                  </p:cNvPr>
                  <p:cNvSpPr/>
                  <p:nvPr/>
                </p:nvSpPr>
                <p:spPr>
                  <a:xfrm>
                    <a:off x="3887113" y="4026474"/>
                    <a:ext cx="89578" cy="84544"/>
                  </a:xfrm>
                  <a:custGeom>
                    <a:avLst/>
                    <a:gdLst>
                      <a:gd name="connsiteX0" fmla="*/ 13093 w 89578"/>
                      <a:gd name="connsiteY0" fmla="*/ 75181 h 84544"/>
                      <a:gd name="connsiteX1" fmla="*/ 54146 w 89578"/>
                      <a:gd name="connsiteY1" fmla="*/ 81277 h 84544"/>
                      <a:gd name="connsiteX2" fmla="*/ 80911 w 89578"/>
                      <a:gd name="connsiteY2" fmla="*/ 48987 h 84544"/>
                      <a:gd name="connsiteX3" fmla="*/ 89483 w 89578"/>
                      <a:gd name="connsiteY3" fmla="*/ 37081 h 84544"/>
                      <a:gd name="connsiteX4" fmla="*/ 89579 w 89578"/>
                      <a:gd name="connsiteY4" fmla="*/ 36510 h 84544"/>
                      <a:gd name="connsiteX5" fmla="*/ 80720 w 89578"/>
                      <a:gd name="connsiteY5" fmla="*/ 22318 h 84544"/>
                      <a:gd name="connsiteX6" fmla="*/ 82816 w 89578"/>
                      <a:gd name="connsiteY6" fmla="*/ 14317 h 84544"/>
                      <a:gd name="connsiteX7" fmla="*/ 67576 w 89578"/>
                      <a:gd name="connsiteY7" fmla="*/ 2696 h 84544"/>
                      <a:gd name="connsiteX8" fmla="*/ 27761 w 89578"/>
                      <a:gd name="connsiteY8" fmla="*/ 11269 h 84544"/>
                      <a:gd name="connsiteX9" fmla="*/ 3949 w 89578"/>
                      <a:gd name="connsiteY9" fmla="*/ 41463 h 84544"/>
                      <a:gd name="connsiteX10" fmla="*/ 234 w 89578"/>
                      <a:gd name="connsiteY10" fmla="*/ 58512 h 84544"/>
                      <a:gd name="connsiteX11" fmla="*/ 13093 w 89578"/>
                      <a:gd name="connsiteY11" fmla="*/ 75181 h 845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9578" h="84544">
                        <a:moveTo>
                          <a:pt x="13093" y="75181"/>
                        </a:moveTo>
                        <a:cubicBezTo>
                          <a:pt x="25094" y="83468"/>
                          <a:pt x="41287" y="88040"/>
                          <a:pt x="54146" y="81277"/>
                        </a:cubicBezTo>
                        <a:cubicBezTo>
                          <a:pt x="66623" y="74705"/>
                          <a:pt x="71957" y="59941"/>
                          <a:pt x="80911" y="48987"/>
                        </a:cubicBezTo>
                        <a:cubicBezTo>
                          <a:pt x="84054" y="45178"/>
                          <a:pt x="87674" y="41653"/>
                          <a:pt x="89483" y="37081"/>
                        </a:cubicBezTo>
                        <a:cubicBezTo>
                          <a:pt x="89579" y="36891"/>
                          <a:pt x="89579" y="36700"/>
                          <a:pt x="89579" y="36510"/>
                        </a:cubicBezTo>
                        <a:cubicBezTo>
                          <a:pt x="84435" y="33843"/>
                          <a:pt x="80816" y="28604"/>
                          <a:pt x="80720" y="22318"/>
                        </a:cubicBezTo>
                        <a:cubicBezTo>
                          <a:pt x="80720" y="19365"/>
                          <a:pt x="81482" y="16698"/>
                          <a:pt x="82816" y="14317"/>
                        </a:cubicBezTo>
                        <a:cubicBezTo>
                          <a:pt x="78244" y="9459"/>
                          <a:pt x="72529" y="5458"/>
                          <a:pt x="67576" y="2696"/>
                        </a:cubicBezTo>
                        <a:cubicBezTo>
                          <a:pt x="55098" y="-4257"/>
                          <a:pt x="38048" y="3553"/>
                          <a:pt x="27761" y="11269"/>
                        </a:cubicBezTo>
                        <a:cubicBezTo>
                          <a:pt x="17379" y="18984"/>
                          <a:pt x="9473" y="29747"/>
                          <a:pt x="3949" y="41463"/>
                        </a:cubicBezTo>
                        <a:cubicBezTo>
                          <a:pt x="1377" y="46797"/>
                          <a:pt x="-718" y="52702"/>
                          <a:pt x="234" y="58512"/>
                        </a:cubicBezTo>
                        <a:cubicBezTo>
                          <a:pt x="1377" y="65561"/>
                          <a:pt x="7092" y="71086"/>
                          <a:pt x="13093" y="7518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33" name="Forme libre : forme 17532">
                    <a:extLst>
                      <a:ext uri="{FF2B5EF4-FFF2-40B4-BE49-F238E27FC236}">
                        <a16:creationId xmlns:a16="http://schemas.microsoft.com/office/drawing/2014/main" id="{8B5406C9-36C4-4F8C-8C17-4A0662083A68}"/>
                      </a:ext>
                    </a:extLst>
                  </p:cNvPr>
                  <p:cNvSpPr/>
                  <p:nvPr/>
                </p:nvSpPr>
                <p:spPr>
                  <a:xfrm>
                    <a:off x="3055580" y="4276820"/>
                    <a:ext cx="41191" cy="70484"/>
                  </a:xfrm>
                  <a:custGeom>
                    <a:avLst/>
                    <a:gdLst>
                      <a:gd name="connsiteX0" fmla="*/ 41192 w 41191"/>
                      <a:gd name="connsiteY0" fmla="*/ 0 h 70484"/>
                      <a:gd name="connsiteX1" fmla="*/ 27761 w 41191"/>
                      <a:gd name="connsiteY1" fmla="*/ 7715 h 70484"/>
                      <a:gd name="connsiteX2" fmla="*/ 3949 w 41191"/>
                      <a:gd name="connsiteY2" fmla="*/ 37909 h 70484"/>
                      <a:gd name="connsiteX3" fmla="*/ 234 w 41191"/>
                      <a:gd name="connsiteY3" fmla="*/ 54959 h 70484"/>
                      <a:gd name="connsiteX4" fmla="*/ 11569 w 41191"/>
                      <a:gd name="connsiteY4" fmla="*/ 70485 h 70484"/>
                      <a:gd name="connsiteX5" fmla="*/ 18332 w 41191"/>
                      <a:gd name="connsiteY5" fmla="*/ 39719 h 70484"/>
                      <a:gd name="connsiteX6" fmla="*/ 41192 w 41191"/>
                      <a:gd name="connsiteY6" fmla="*/ 0 h 70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191" h="70484">
                        <a:moveTo>
                          <a:pt x="41192" y="0"/>
                        </a:moveTo>
                        <a:cubicBezTo>
                          <a:pt x="36144" y="2096"/>
                          <a:pt x="31571" y="4953"/>
                          <a:pt x="27761" y="7715"/>
                        </a:cubicBezTo>
                        <a:cubicBezTo>
                          <a:pt x="17379" y="15430"/>
                          <a:pt x="9473" y="26194"/>
                          <a:pt x="3949" y="37909"/>
                        </a:cubicBezTo>
                        <a:cubicBezTo>
                          <a:pt x="1377" y="43243"/>
                          <a:pt x="-718" y="49149"/>
                          <a:pt x="234" y="54959"/>
                        </a:cubicBezTo>
                        <a:cubicBezTo>
                          <a:pt x="1377" y="61436"/>
                          <a:pt x="6235" y="66580"/>
                          <a:pt x="11569" y="70485"/>
                        </a:cubicBezTo>
                        <a:cubicBezTo>
                          <a:pt x="12521" y="60007"/>
                          <a:pt x="14712" y="49625"/>
                          <a:pt x="18332" y="39719"/>
                        </a:cubicBezTo>
                        <a:cubicBezTo>
                          <a:pt x="21951" y="29813"/>
                          <a:pt x="30238" y="14859"/>
                          <a:pt x="41192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34" name="Forme libre : forme 17533">
                    <a:extLst>
                      <a:ext uri="{FF2B5EF4-FFF2-40B4-BE49-F238E27FC236}">
                        <a16:creationId xmlns:a16="http://schemas.microsoft.com/office/drawing/2014/main" id="{79573224-6C94-4B1D-91C1-9D2FDA33C85B}"/>
                      </a:ext>
                    </a:extLst>
                  </p:cNvPr>
                  <p:cNvSpPr/>
                  <p:nvPr/>
                </p:nvSpPr>
                <p:spPr>
                  <a:xfrm>
                    <a:off x="3067149" y="4273386"/>
                    <a:ext cx="79200" cy="84502"/>
                  </a:xfrm>
                  <a:custGeom>
                    <a:avLst/>
                    <a:gdLst>
                      <a:gd name="connsiteX0" fmla="*/ 42672 w 79200"/>
                      <a:gd name="connsiteY0" fmla="*/ 81253 h 84502"/>
                      <a:gd name="connsiteX1" fmla="*/ 69437 w 79200"/>
                      <a:gd name="connsiteY1" fmla="*/ 48963 h 84502"/>
                      <a:gd name="connsiteX2" fmla="*/ 78010 w 79200"/>
                      <a:gd name="connsiteY2" fmla="*/ 37057 h 84502"/>
                      <a:gd name="connsiteX3" fmla="*/ 56102 w 79200"/>
                      <a:gd name="connsiteY3" fmla="*/ 2672 h 84502"/>
                      <a:gd name="connsiteX4" fmla="*/ 29623 w 79200"/>
                      <a:gd name="connsiteY4" fmla="*/ 3529 h 84502"/>
                      <a:gd name="connsiteX5" fmla="*/ 6763 w 79200"/>
                      <a:gd name="connsiteY5" fmla="*/ 43248 h 84502"/>
                      <a:gd name="connsiteX6" fmla="*/ 0 w 79200"/>
                      <a:gd name="connsiteY6" fmla="*/ 74014 h 84502"/>
                      <a:gd name="connsiteX7" fmla="*/ 1619 w 79200"/>
                      <a:gd name="connsiteY7" fmla="*/ 75252 h 84502"/>
                      <a:gd name="connsiteX8" fmla="*/ 42672 w 79200"/>
                      <a:gd name="connsiteY8" fmla="*/ 81253 h 84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9200" h="84502">
                        <a:moveTo>
                          <a:pt x="42672" y="81253"/>
                        </a:moveTo>
                        <a:cubicBezTo>
                          <a:pt x="55150" y="74681"/>
                          <a:pt x="60484" y="59917"/>
                          <a:pt x="69437" y="48963"/>
                        </a:cubicBezTo>
                        <a:cubicBezTo>
                          <a:pt x="72580" y="45153"/>
                          <a:pt x="76200" y="41629"/>
                          <a:pt x="78010" y="37057"/>
                        </a:cubicBezTo>
                        <a:cubicBezTo>
                          <a:pt x="83725" y="22103"/>
                          <a:pt x="67628" y="9054"/>
                          <a:pt x="56102" y="2672"/>
                        </a:cubicBezTo>
                        <a:cubicBezTo>
                          <a:pt x="48196" y="-1710"/>
                          <a:pt x="38386" y="-186"/>
                          <a:pt x="29623" y="3529"/>
                        </a:cubicBezTo>
                        <a:cubicBezTo>
                          <a:pt x="18669" y="18388"/>
                          <a:pt x="10382" y="33342"/>
                          <a:pt x="6763" y="43248"/>
                        </a:cubicBezTo>
                        <a:cubicBezTo>
                          <a:pt x="3143" y="53059"/>
                          <a:pt x="953" y="63441"/>
                          <a:pt x="0" y="74014"/>
                        </a:cubicBezTo>
                        <a:cubicBezTo>
                          <a:pt x="571" y="74395"/>
                          <a:pt x="1048" y="74871"/>
                          <a:pt x="1619" y="75252"/>
                        </a:cubicBezTo>
                        <a:cubicBezTo>
                          <a:pt x="13526" y="83348"/>
                          <a:pt x="29718" y="88016"/>
                          <a:pt x="42672" y="8125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35" name="Forme libre : forme 17534">
                    <a:extLst>
                      <a:ext uri="{FF2B5EF4-FFF2-40B4-BE49-F238E27FC236}">
                        <a16:creationId xmlns:a16="http://schemas.microsoft.com/office/drawing/2014/main" id="{647D8A8C-4214-4B25-89F9-F99451F5D69F}"/>
                      </a:ext>
                    </a:extLst>
                  </p:cNvPr>
                  <p:cNvSpPr/>
                  <p:nvPr/>
                </p:nvSpPr>
                <p:spPr>
                  <a:xfrm>
                    <a:off x="2845363" y="4341465"/>
                    <a:ext cx="88435" cy="70704"/>
                  </a:xfrm>
                  <a:custGeom>
                    <a:avLst/>
                    <a:gdLst>
                      <a:gd name="connsiteX0" fmla="*/ 88436 w 88435"/>
                      <a:gd name="connsiteY0" fmla="*/ 22222 h 70704"/>
                      <a:gd name="connsiteX1" fmla="*/ 67576 w 88435"/>
                      <a:gd name="connsiteY1" fmla="*/ 2696 h 70704"/>
                      <a:gd name="connsiteX2" fmla="*/ 27761 w 88435"/>
                      <a:gd name="connsiteY2" fmla="*/ 11269 h 70704"/>
                      <a:gd name="connsiteX3" fmla="*/ 3949 w 88435"/>
                      <a:gd name="connsiteY3" fmla="*/ 41463 h 70704"/>
                      <a:gd name="connsiteX4" fmla="*/ 234 w 88435"/>
                      <a:gd name="connsiteY4" fmla="*/ 58513 h 70704"/>
                      <a:gd name="connsiteX5" fmla="*/ 7568 w 88435"/>
                      <a:gd name="connsiteY5" fmla="*/ 70705 h 70704"/>
                      <a:gd name="connsiteX6" fmla="*/ 17474 w 88435"/>
                      <a:gd name="connsiteY6" fmla="*/ 67275 h 70704"/>
                      <a:gd name="connsiteX7" fmla="*/ 88436 w 88435"/>
                      <a:gd name="connsiteY7" fmla="*/ 22222 h 70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8435" h="70704">
                        <a:moveTo>
                          <a:pt x="88436" y="22222"/>
                        </a:moveTo>
                        <a:cubicBezTo>
                          <a:pt x="84340" y="13745"/>
                          <a:pt x="75005" y="6792"/>
                          <a:pt x="67576" y="2696"/>
                        </a:cubicBezTo>
                        <a:cubicBezTo>
                          <a:pt x="55098" y="-4257"/>
                          <a:pt x="38048" y="3553"/>
                          <a:pt x="27761" y="11269"/>
                        </a:cubicBezTo>
                        <a:cubicBezTo>
                          <a:pt x="17379" y="18984"/>
                          <a:pt x="9473" y="29747"/>
                          <a:pt x="3949" y="41463"/>
                        </a:cubicBezTo>
                        <a:cubicBezTo>
                          <a:pt x="1377" y="46797"/>
                          <a:pt x="-718" y="52702"/>
                          <a:pt x="234" y="58513"/>
                        </a:cubicBezTo>
                        <a:cubicBezTo>
                          <a:pt x="1091" y="63275"/>
                          <a:pt x="3949" y="67275"/>
                          <a:pt x="7568" y="70705"/>
                        </a:cubicBezTo>
                        <a:cubicBezTo>
                          <a:pt x="10902" y="69466"/>
                          <a:pt x="14141" y="68323"/>
                          <a:pt x="17474" y="67275"/>
                        </a:cubicBezTo>
                        <a:cubicBezTo>
                          <a:pt x="26714" y="36510"/>
                          <a:pt x="60527" y="9745"/>
                          <a:pt x="88436" y="2222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36" name="Forme libre : forme 17535">
                    <a:extLst>
                      <a:ext uri="{FF2B5EF4-FFF2-40B4-BE49-F238E27FC236}">
                        <a16:creationId xmlns:a16="http://schemas.microsoft.com/office/drawing/2014/main" id="{6629BD51-4FD0-4D37-8B99-8EEBCAB84A2D}"/>
                      </a:ext>
                    </a:extLst>
                  </p:cNvPr>
                  <p:cNvSpPr/>
                  <p:nvPr/>
                </p:nvSpPr>
                <p:spPr>
                  <a:xfrm>
                    <a:off x="2862743" y="4360553"/>
                    <a:ext cx="73353" cy="64380"/>
                  </a:xfrm>
                  <a:custGeom>
                    <a:avLst/>
                    <a:gdLst>
                      <a:gd name="connsiteX0" fmla="*/ 0 w 73353"/>
                      <a:gd name="connsiteY0" fmla="*/ 48188 h 64380"/>
                      <a:gd name="connsiteX1" fmla="*/ 33814 w 73353"/>
                      <a:gd name="connsiteY1" fmla="*/ 52189 h 64380"/>
                      <a:gd name="connsiteX2" fmla="*/ 31052 w 73353"/>
                      <a:gd name="connsiteY2" fmla="*/ 64381 h 64380"/>
                      <a:gd name="connsiteX3" fmla="*/ 36862 w 73353"/>
                      <a:gd name="connsiteY3" fmla="*/ 62190 h 64380"/>
                      <a:gd name="connsiteX4" fmla="*/ 63627 w 73353"/>
                      <a:gd name="connsiteY4" fmla="*/ 29900 h 64380"/>
                      <a:gd name="connsiteX5" fmla="*/ 72199 w 73353"/>
                      <a:gd name="connsiteY5" fmla="*/ 17994 h 64380"/>
                      <a:gd name="connsiteX6" fmla="*/ 71152 w 73353"/>
                      <a:gd name="connsiteY6" fmla="*/ 3135 h 64380"/>
                      <a:gd name="connsiteX7" fmla="*/ 0 w 73353"/>
                      <a:gd name="connsiteY7" fmla="*/ 48188 h 64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353" h="64380">
                        <a:moveTo>
                          <a:pt x="0" y="48188"/>
                        </a:moveTo>
                        <a:cubicBezTo>
                          <a:pt x="17050" y="42949"/>
                          <a:pt x="32480" y="41521"/>
                          <a:pt x="33814" y="52189"/>
                        </a:cubicBezTo>
                        <a:cubicBezTo>
                          <a:pt x="34290" y="55713"/>
                          <a:pt x="33147" y="59904"/>
                          <a:pt x="31052" y="64381"/>
                        </a:cubicBezTo>
                        <a:cubicBezTo>
                          <a:pt x="33052" y="63809"/>
                          <a:pt x="34957" y="63142"/>
                          <a:pt x="36862" y="62190"/>
                        </a:cubicBezTo>
                        <a:cubicBezTo>
                          <a:pt x="49339" y="55618"/>
                          <a:pt x="54673" y="40854"/>
                          <a:pt x="63627" y="29900"/>
                        </a:cubicBezTo>
                        <a:cubicBezTo>
                          <a:pt x="66770" y="26090"/>
                          <a:pt x="70390" y="22566"/>
                          <a:pt x="72199" y="17994"/>
                        </a:cubicBezTo>
                        <a:cubicBezTo>
                          <a:pt x="74200" y="12755"/>
                          <a:pt x="73438" y="7707"/>
                          <a:pt x="71152" y="3135"/>
                        </a:cubicBezTo>
                        <a:cubicBezTo>
                          <a:pt x="43148" y="-9343"/>
                          <a:pt x="9335" y="17422"/>
                          <a:pt x="0" y="4818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37" name="Forme libre : forme 17536">
                    <a:extLst>
                      <a:ext uri="{FF2B5EF4-FFF2-40B4-BE49-F238E27FC236}">
                        <a16:creationId xmlns:a16="http://schemas.microsoft.com/office/drawing/2014/main" id="{70926111-8592-4E30-BD82-DE7D8DDF139D}"/>
                      </a:ext>
                    </a:extLst>
                  </p:cNvPr>
                  <p:cNvSpPr/>
                  <p:nvPr/>
                </p:nvSpPr>
                <p:spPr>
                  <a:xfrm>
                    <a:off x="4589816" y="4046293"/>
                    <a:ext cx="56721" cy="79936"/>
                  </a:xfrm>
                  <a:custGeom>
                    <a:avLst/>
                    <a:gdLst>
                      <a:gd name="connsiteX0" fmla="*/ 12382 w 56721"/>
                      <a:gd name="connsiteY0" fmla="*/ 16214 h 79936"/>
                      <a:gd name="connsiteX1" fmla="*/ 18288 w 56721"/>
                      <a:gd name="connsiteY1" fmla="*/ 35645 h 79936"/>
                      <a:gd name="connsiteX2" fmla="*/ 21527 w 56721"/>
                      <a:gd name="connsiteY2" fmla="*/ 35264 h 79936"/>
                      <a:gd name="connsiteX3" fmla="*/ 38005 w 56721"/>
                      <a:gd name="connsiteY3" fmla="*/ 51266 h 79936"/>
                      <a:gd name="connsiteX4" fmla="*/ 22574 w 56721"/>
                      <a:gd name="connsiteY4" fmla="*/ 67649 h 79936"/>
                      <a:gd name="connsiteX5" fmla="*/ 22288 w 56721"/>
                      <a:gd name="connsiteY5" fmla="*/ 79936 h 79936"/>
                      <a:gd name="connsiteX6" fmla="*/ 46958 w 56721"/>
                      <a:gd name="connsiteY6" fmla="*/ 48980 h 79936"/>
                      <a:gd name="connsiteX7" fmla="*/ 55531 w 56721"/>
                      <a:gd name="connsiteY7" fmla="*/ 37074 h 79936"/>
                      <a:gd name="connsiteX8" fmla="*/ 33623 w 56721"/>
                      <a:gd name="connsiteY8" fmla="*/ 2688 h 79936"/>
                      <a:gd name="connsiteX9" fmla="*/ 0 w 56721"/>
                      <a:gd name="connsiteY9" fmla="*/ 7260 h 79936"/>
                      <a:gd name="connsiteX10" fmla="*/ 12382 w 56721"/>
                      <a:gd name="connsiteY10" fmla="*/ 16214 h 79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6721" h="79936">
                        <a:moveTo>
                          <a:pt x="12382" y="16214"/>
                        </a:moveTo>
                        <a:cubicBezTo>
                          <a:pt x="14668" y="22500"/>
                          <a:pt x="16669" y="29072"/>
                          <a:pt x="18288" y="35645"/>
                        </a:cubicBezTo>
                        <a:cubicBezTo>
                          <a:pt x="19335" y="35454"/>
                          <a:pt x="20384" y="35264"/>
                          <a:pt x="21527" y="35264"/>
                        </a:cubicBezTo>
                        <a:cubicBezTo>
                          <a:pt x="30480" y="35169"/>
                          <a:pt x="37814" y="42312"/>
                          <a:pt x="38005" y="51266"/>
                        </a:cubicBezTo>
                        <a:cubicBezTo>
                          <a:pt x="38100" y="60029"/>
                          <a:pt x="31242" y="67172"/>
                          <a:pt x="22574" y="67649"/>
                        </a:cubicBezTo>
                        <a:cubicBezTo>
                          <a:pt x="22670" y="71745"/>
                          <a:pt x="22574" y="75840"/>
                          <a:pt x="22288" y="79936"/>
                        </a:cubicBezTo>
                        <a:cubicBezTo>
                          <a:pt x="33242" y="72887"/>
                          <a:pt x="38576" y="59267"/>
                          <a:pt x="46958" y="48980"/>
                        </a:cubicBezTo>
                        <a:cubicBezTo>
                          <a:pt x="50102" y="45170"/>
                          <a:pt x="53721" y="41645"/>
                          <a:pt x="55531" y="37074"/>
                        </a:cubicBezTo>
                        <a:cubicBezTo>
                          <a:pt x="61246" y="22119"/>
                          <a:pt x="45148" y="9070"/>
                          <a:pt x="33623" y="2688"/>
                        </a:cubicBezTo>
                        <a:cubicBezTo>
                          <a:pt x="23432" y="-3027"/>
                          <a:pt x="10096" y="1260"/>
                          <a:pt x="0" y="7260"/>
                        </a:cubicBezTo>
                        <a:lnTo>
                          <a:pt x="12382" y="16214"/>
                        </a:ln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38" name="Forme libre : forme 17537">
                    <a:extLst>
                      <a:ext uri="{FF2B5EF4-FFF2-40B4-BE49-F238E27FC236}">
                        <a16:creationId xmlns:a16="http://schemas.microsoft.com/office/drawing/2014/main" id="{ECAD9F56-9A47-47E6-B556-F347E865E63E}"/>
                      </a:ext>
                    </a:extLst>
                  </p:cNvPr>
                  <p:cNvSpPr/>
                  <p:nvPr/>
                </p:nvSpPr>
                <p:spPr>
                  <a:xfrm>
                    <a:off x="4555672" y="4053363"/>
                    <a:ext cx="56657" cy="77371"/>
                  </a:xfrm>
                  <a:custGeom>
                    <a:avLst/>
                    <a:gdLst>
                      <a:gd name="connsiteX0" fmla="*/ 56622 w 56657"/>
                      <a:gd name="connsiteY0" fmla="*/ 60484 h 77371"/>
                      <a:gd name="connsiteX1" fmla="*/ 55955 w 56657"/>
                      <a:gd name="connsiteY1" fmla="*/ 60579 h 77371"/>
                      <a:gd name="connsiteX2" fmla="*/ 39477 w 56657"/>
                      <a:gd name="connsiteY2" fmla="*/ 44577 h 77371"/>
                      <a:gd name="connsiteX3" fmla="*/ 52336 w 56657"/>
                      <a:gd name="connsiteY3" fmla="*/ 28480 h 77371"/>
                      <a:gd name="connsiteX4" fmla="*/ 46430 w 56657"/>
                      <a:gd name="connsiteY4" fmla="*/ 9049 h 77371"/>
                      <a:gd name="connsiteX5" fmla="*/ 33953 w 56657"/>
                      <a:gd name="connsiteY5" fmla="*/ 0 h 77371"/>
                      <a:gd name="connsiteX6" fmla="*/ 27762 w 56657"/>
                      <a:gd name="connsiteY6" fmla="*/ 4001 h 77371"/>
                      <a:gd name="connsiteX7" fmla="*/ 3949 w 56657"/>
                      <a:gd name="connsiteY7" fmla="*/ 34195 h 77371"/>
                      <a:gd name="connsiteX8" fmla="*/ 234 w 56657"/>
                      <a:gd name="connsiteY8" fmla="*/ 51245 h 77371"/>
                      <a:gd name="connsiteX9" fmla="*/ 13188 w 56657"/>
                      <a:gd name="connsiteY9" fmla="*/ 68009 h 77371"/>
                      <a:gd name="connsiteX10" fmla="*/ 54241 w 56657"/>
                      <a:gd name="connsiteY10" fmla="*/ 74104 h 77371"/>
                      <a:gd name="connsiteX11" fmla="*/ 56337 w 56657"/>
                      <a:gd name="connsiteY11" fmla="*/ 72771 h 77371"/>
                      <a:gd name="connsiteX12" fmla="*/ 56622 w 56657"/>
                      <a:gd name="connsiteY12" fmla="*/ 60484 h 77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6657" h="77371">
                        <a:moveTo>
                          <a:pt x="56622" y="60484"/>
                        </a:moveTo>
                        <a:cubicBezTo>
                          <a:pt x="56431" y="60484"/>
                          <a:pt x="56241" y="60579"/>
                          <a:pt x="55955" y="60579"/>
                        </a:cubicBezTo>
                        <a:cubicBezTo>
                          <a:pt x="47002" y="60674"/>
                          <a:pt x="39668" y="53531"/>
                          <a:pt x="39477" y="44577"/>
                        </a:cubicBezTo>
                        <a:cubicBezTo>
                          <a:pt x="39382" y="36671"/>
                          <a:pt x="44907" y="30099"/>
                          <a:pt x="52336" y="28480"/>
                        </a:cubicBezTo>
                        <a:cubicBezTo>
                          <a:pt x="50717" y="21908"/>
                          <a:pt x="48812" y="15431"/>
                          <a:pt x="46430" y="9049"/>
                        </a:cubicBezTo>
                        <a:lnTo>
                          <a:pt x="33953" y="0"/>
                        </a:lnTo>
                        <a:cubicBezTo>
                          <a:pt x="31762" y="1334"/>
                          <a:pt x="29571" y="2667"/>
                          <a:pt x="27762" y="4001"/>
                        </a:cubicBezTo>
                        <a:cubicBezTo>
                          <a:pt x="17379" y="11716"/>
                          <a:pt x="9473" y="22479"/>
                          <a:pt x="3949" y="34195"/>
                        </a:cubicBezTo>
                        <a:cubicBezTo>
                          <a:pt x="1377" y="39529"/>
                          <a:pt x="-719" y="45434"/>
                          <a:pt x="234" y="51245"/>
                        </a:cubicBezTo>
                        <a:cubicBezTo>
                          <a:pt x="1473" y="58388"/>
                          <a:pt x="7187" y="63913"/>
                          <a:pt x="13188" y="68009"/>
                        </a:cubicBezTo>
                        <a:cubicBezTo>
                          <a:pt x="25190" y="76295"/>
                          <a:pt x="41382" y="80867"/>
                          <a:pt x="54241" y="74104"/>
                        </a:cubicBezTo>
                        <a:cubicBezTo>
                          <a:pt x="55003" y="73724"/>
                          <a:pt x="55670" y="73152"/>
                          <a:pt x="56337" y="72771"/>
                        </a:cubicBezTo>
                        <a:cubicBezTo>
                          <a:pt x="56622" y="68675"/>
                          <a:pt x="56717" y="64579"/>
                          <a:pt x="56622" y="6048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39" name="Forme libre : forme 17538">
                    <a:extLst>
                      <a:ext uri="{FF2B5EF4-FFF2-40B4-BE49-F238E27FC236}">
                        <a16:creationId xmlns:a16="http://schemas.microsoft.com/office/drawing/2014/main" id="{0A54724D-3CA7-40AD-BAB7-EE62D045FF8E}"/>
                      </a:ext>
                    </a:extLst>
                  </p:cNvPr>
                  <p:cNvSpPr/>
                  <p:nvPr/>
                </p:nvSpPr>
                <p:spPr>
                  <a:xfrm>
                    <a:off x="4557006" y="4353591"/>
                    <a:ext cx="81101" cy="41176"/>
                  </a:xfrm>
                  <a:custGeom>
                    <a:avLst/>
                    <a:gdLst>
                      <a:gd name="connsiteX0" fmla="*/ 23951 w 81101"/>
                      <a:gd name="connsiteY0" fmla="*/ 5048 h 41176"/>
                      <a:gd name="connsiteX1" fmla="*/ 3092 w 81101"/>
                      <a:gd name="connsiteY1" fmla="*/ 0 h 41176"/>
                      <a:gd name="connsiteX2" fmla="*/ 234 w 81101"/>
                      <a:gd name="connsiteY2" fmla="*/ 15049 h 41176"/>
                      <a:gd name="connsiteX3" fmla="*/ 13188 w 81101"/>
                      <a:gd name="connsiteY3" fmla="*/ 31813 h 41176"/>
                      <a:gd name="connsiteX4" fmla="*/ 54241 w 81101"/>
                      <a:gd name="connsiteY4" fmla="*/ 37909 h 41176"/>
                      <a:gd name="connsiteX5" fmla="*/ 81006 w 81101"/>
                      <a:gd name="connsiteY5" fmla="*/ 5620 h 41176"/>
                      <a:gd name="connsiteX6" fmla="*/ 81101 w 81101"/>
                      <a:gd name="connsiteY6" fmla="*/ 5524 h 41176"/>
                      <a:gd name="connsiteX7" fmla="*/ 79196 w 81101"/>
                      <a:gd name="connsiteY7" fmla="*/ 1905 h 41176"/>
                      <a:gd name="connsiteX8" fmla="*/ 23951 w 81101"/>
                      <a:gd name="connsiteY8" fmla="*/ 5048 h 4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1101" h="41176">
                        <a:moveTo>
                          <a:pt x="23951" y="5048"/>
                        </a:moveTo>
                        <a:cubicBezTo>
                          <a:pt x="16998" y="4191"/>
                          <a:pt x="9759" y="2572"/>
                          <a:pt x="3092" y="0"/>
                        </a:cubicBezTo>
                        <a:cubicBezTo>
                          <a:pt x="996" y="4763"/>
                          <a:pt x="-623" y="9906"/>
                          <a:pt x="234" y="15049"/>
                        </a:cubicBezTo>
                        <a:cubicBezTo>
                          <a:pt x="1473" y="22193"/>
                          <a:pt x="7187" y="27718"/>
                          <a:pt x="13188" y="31813"/>
                        </a:cubicBezTo>
                        <a:cubicBezTo>
                          <a:pt x="25190" y="40100"/>
                          <a:pt x="41382" y="44672"/>
                          <a:pt x="54241" y="37909"/>
                        </a:cubicBezTo>
                        <a:cubicBezTo>
                          <a:pt x="66719" y="31337"/>
                          <a:pt x="72053" y="16573"/>
                          <a:pt x="81006" y="5620"/>
                        </a:cubicBezTo>
                        <a:cubicBezTo>
                          <a:pt x="81006" y="5620"/>
                          <a:pt x="81101" y="5524"/>
                          <a:pt x="81101" y="5524"/>
                        </a:cubicBezTo>
                        <a:cubicBezTo>
                          <a:pt x="80339" y="4477"/>
                          <a:pt x="79673" y="3238"/>
                          <a:pt x="79196" y="1905"/>
                        </a:cubicBezTo>
                        <a:cubicBezTo>
                          <a:pt x="61099" y="6858"/>
                          <a:pt x="40239" y="7048"/>
                          <a:pt x="23951" y="504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40" name="Forme libre : forme 17539">
                    <a:extLst>
                      <a:ext uri="{FF2B5EF4-FFF2-40B4-BE49-F238E27FC236}">
                        <a16:creationId xmlns:a16="http://schemas.microsoft.com/office/drawing/2014/main" id="{C5945F45-92C6-4057-A009-DA9FB0FDA973}"/>
                      </a:ext>
                    </a:extLst>
                  </p:cNvPr>
                  <p:cNvSpPr/>
                  <p:nvPr/>
                </p:nvSpPr>
                <p:spPr>
                  <a:xfrm>
                    <a:off x="4560193" y="4310033"/>
                    <a:ext cx="86105" cy="49774"/>
                  </a:xfrm>
                  <a:custGeom>
                    <a:avLst/>
                    <a:gdLst>
                      <a:gd name="connsiteX0" fmla="*/ 76009 w 86105"/>
                      <a:gd name="connsiteY0" fmla="*/ 45463 h 49774"/>
                      <a:gd name="connsiteX1" fmla="*/ 74866 w 86105"/>
                      <a:gd name="connsiteY1" fmla="*/ 39749 h 49774"/>
                      <a:gd name="connsiteX2" fmla="*/ 86106 w 86105"/>
                      <a:gd name="connsiteY2" fmla="*/ 24127 h 49774"/>
                      <a:gd name="connsiteX3" fmla="*/ 64484 w 86105"/>
                      <a:gd name="connsiteY3" fmla="*/ 2696 h 49774"/>
                      <a:gd name="connsiteX4" fmla="*/ 24669 w 86105"/>
                      <a:gd name="connsiteY4" fmla="*/ 11269 h 49774"/>
                      <a:gd name="connsiteX5" fmla="*/ 857 w 86105"/>
                      <a:gd name="connsiteY5" fmla="*/ 41463 h 49774"/>
                      <a:gd name="connsiteX6" fmla="*/ 0 w 86105"/>
                      <a:gd name="connsiteY6" fmla="*/ 43463 h 49774"/>
                      <a:gd name="connsiteX7" fmla="*/ 20860 w 86105"/>
                      <a:gd name="connsiteY7" fmla="*/ 48511 h 49774"/>
                      <a:gd name="connsiteX8" fmla="*/ 76009 w 86105"/>
                      <a:gd name="connsiteY8" fmla="*/ 45463 h 49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6105" h="49774">
                        <a:moveTo>
                          <a:pt x="76009" y="45463"/>
                        </a:moveTo>
                        <a:cubicBezTo>
                          <a:pt x="75342" y="43653"/>
                          <a:pt x="74866" y="41844"/>
                          <a:pt x="74866" y="39749"/>
                        </a:cubicBezTo>
                        <a:cubicBezTo>
                          <a:pt x="74771" y="32414"/>
                          <a:pt x="79534" y="26318"/>
                          <a:pt x="86106" y="24127"/>
                        </a:cubicBezTo>
                        <a:cubicBezTo>
                          <a:pt x="82486" y="14888"/>
                          <a:pt x="72485" y="7173"/>
                          <a:pt x="64484" y="2696"/>
                        </a:cubicBezTo>
                        <a:cubicBezTo>
                          <a:pt x="52006" y="-4257"/>
                          <a:pt x="34957" y="3553"/>
                          <a:pt x="24669" y="11269"/>
                        </a:cubicBezTo>
                        <a:cubicBezTo>
                          <a:pt x="14288" y="18984"/>
                          <a:pt x="6382" y="29747"/>
                          <a:pt x="857" y="41463"/>
                        </a:cubicBezTo>
                        <a:cubicBezTo>
                          <a:pt x="571" y="42130"/>
                          <a:pt x="285" y="42796"/>
                          <a:pt x="0" y="43463"/>
                        </a:cubicBezTo>
                        <a:cubicBezTo>
                          <a:pt x="6667" y="46035"/>
                          <a:pt x="13906" y="47654"/>
                          <a:pt x="20860" y="48511"/>
                        </a:cubicBezTo>
                        <a:cubicBezTo>
                          <a:pt x="37052" y="50607"/>
                          <a:pt x="57912" y="50416"/>
                          <a:pt x="76009" y="4546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41" name="Forme libre : forme 17540">
                    <a:extLst>
                      <a:ext uri="{FF2B5EF4-FFF2-40B4-BE49-F238E27FC236}">
                        <a16:creationId xmlns:a16="http://schemas.microsoft.com/office/drawing/2014/main" id="{D7983822-A6B0-4AB4-B723-D45E00A3C9E7}"/>
                      </a:ext>
                    </a:extLst>
                  </p:cNvPr>
                  <p:cNvSpPr/>
                  <p:nvPr/>
                </p:nvSpPr>
                <p:spPr>
                  <a:xfrm>
                    <a:off x="5260090" y="4098416"/>
                    <a:ext cx="55387" cy="83798"/>
                  </a:xfrm>
                  <a:custGeom>
                    <a:avLst/>
                    <a:gdLst>
                      <a:gd name="connsiteX0" fmla="*/ 4096 w 55387"/>
                      <a:gd name="connsiteY0" fmla="*/ 70390 h 83798"/>
                      <a:gd name="connsiteX1" fmla="*/ 0 w 55387"/>
                      <a:gd name="connsiteY1" fmla="*/ 83439 h 83798"/>
                      <a:gd name="connsiteX2" fmla="*/ 18859 w 55387"/>
                      <a:gd name="connsiteY2" fmla="*/ 80581 h 83798"/>
                      <a:gd name="connsiteX3" fmla="*/ 45625 w 55387"/>
                      <a:gd name="connsiteY3" fmla="*/ 48292 h 83798"/>
                      <a:gd name="connsiteX4" fmla="*/ 54197 w 55387"/>
                      <a:gd name="connsiteY4" fmla="*/ 36386 h 83798"/>
                      <a:gd name="connsiteX5" fmla="*/ 32290 w 55387"/>
                      <a:gd name="connsiteY5" fmla="*/ 2000 h 83798"/>
                      <a:gd name="connsiteX6" fmla="*/ 27051 w 55387"/>
                      <a:gd name="connsiteY6" fmla="*/ 0 h 83798"/>
                      <a:gd name="connsiteX7" fmla="*/ 25432 w 55387"/>
                      <a:gd name="connsiteY7" fmla="*/ 571 h 83798"/>
                      <a:gd name="connsiteX8" fmla="*/ 4096 w 55387"/>
                      <a:gd name="connsiteY8" fmla="*/ 70390 h 83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387" h="83798">
                        <a:moveTo>
                          <a:pt x="4096" y="70390"/>
                        </a:moveTo>
                        <a:cubicBezTo>
                          <a:pt x="2762" y="74676"/>
                          <a:pt x="1429" y="79057"/>
                          <a:pt x="0" y="83439"/>
                        </a:cubicBezTo>
                        <a:cubicBezTo>
                          <a:pt x="6477" y="84296"/>
                          <a:pt x="12954" y="83725"/>
                          <a:pt x="18859" y="80581"/>
                        </a:cubicBezTo>
                        <a:cubicBezTo>
                          <a:pt x="31337" y="74009"/>
                          <a:pt x="36671" y="59246"/>
                          <a:pt x="45625" y="48292"/>
                        </a:cubicBezTo>
                        <a:cubicBezTo>
                          <a:pt x="48768" y="44482"/>
                          <a:pt x="52388" y="40957"/>
                          <a:pt x="54197" y="36386"/>
                        </a:cubicBezTo>
                        <a:cubicBezTo>
                          <a:pt x="59912" y="21431"/>
                          <a:pt x="43815" y="8382"/>
                          <a:pt x="32290" y="2000"/>
                        </a:cubicBezTo>
                        <a:cubicBezTo>
                          <a:pt x="30575" y="1048"/>
                          <a:pt x="28860" y="476"/>
                          <a:pt x="27051" y="0"/>
                        </a:cubicBezTo>
                        <a:cubicBezTo>
                          <a:pt x="26479" y="190"/>
                          <a:pt x="26003" y="381"/>
                          <a:pt x="25432" y="571"/>
                        </a:cubicBezTo>
                        <a:cubicBezTo>
                          <a:pt x="18288" y="23813"/>
                          <a:pt x="11239" y="47054"/>
                          <a:pt x="4096" y="7039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42" name="Forme libre : forme 17541">
                    <a:extLst>
                      <a:ext uri="{FF2B5EF4-FFF2-40B4-BE49-F238E27FC236}">
                        <a16:creationId xmlns:a16="http://schemas.microsoft.com/office/drawing/2014/main" id="{2E7F78D7-313B-4084-9311-E228A0E2C913}"/>
                      </a:ext>
                    </a:extLst>
                  </p:cNvPr>
                  <p:cNvSpPr/>
                  <p:nvPr/>
                </p:nvSpPr>
                <p:spPr>
                  <a:xfrm>
                    <a:off x="5224804" y="4098321"/>
                    <a:ext cx="60717" cy="83534"/>
                  </a:xfrm>
                  <a:custGeom>
                    <a:avLst/>
                    <a:gdLst>
                      <a:gd name="connsiteX0" fmla="*/ 60718 w 60717"/>
                      <a:gd name="connsiteY0" fmla="*/ 571 h 83534"/>
                      <a:gd name="connsiteX1" fmla="*/ 56813 w 60717"/>
                      <a:gd name="connsiteY1" fmla="*/ 1143 h 83534"/>
                      <a:gd name="connsiteX2" fmla="*/ 50621 w 60717"/>
                      <a:gd name="connsiteY2" fmla="*/ 0 h 83534"/>
                      <a:gd name="connsiteX3" fmla="*/ 27762 w 60717"/>
                      <a:gd name="connsiteY3" fmla="*/ 10573 h 83534"/>
                      <a:gd name="connsiteX4" fmla="*/ 3949 w 60717"/>
                      <a:gd name="connsiteY4" fmla="*/ 40767 h 83534"/>
                      <a:gd name="connsiteX5" fmla="*/ 234 w 60717"/>
                      <a:gd name="connsiteY5" fmla="*/ 57817 h 83534"/>
                      <a:gd name="connsiteX6" fmla="*/ 13188 w 60717"/>
                      <a:gd name="connsiteY6" fmla="*/ 74581 h 83534"/>
                      <a:gd name="connsiteX7" fmla="*/ 35477 w 60717"/>
                      <a:gd name="connsiteY7" fmla="*/ 83534 h 83534"/>
                      <a:gd name="connsiteX8" fmla="*/ 39573 w 60717"/>
                      <a:gd name="connsiteY8" fmla="*/ 70485 h 83534"/>
                      <a:gd name="connsiteX9" fmla="*/ 60718 w 60717"/>
                      <a:gd name="connsiteY9" fmla="*/ 571 h 83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0717" h="83534">
                        <a:moveTo>
                          <a:pt x="60718" y="571"/>
                        </a:moveTo>
                        <a:cubicBezTo>
                          <a:pt x="59480" y="953"/>
                          <a:pt x="58146" y="1143"/>
                          <a:pt x="56813" y="1143"/>
                        </a:cubicBezTo>
                        <a:cubicBezTo>
                          <a:pt x="54622" y="1143"/>
                          <a:pt x="52526" y="762"/>
                          <a:pt x="50621" y="0"/>
                        </a:cubicBezTo>
                        <a:cubicBezTo>
                          <a:pt x="42239" y="1619"/>
                          <a:pt x="33857" y="6096"/>
                          <a:pt x="27762" y="10573"/>
                        </a:cubicBezTo>
                        <a:cubicBezTo>
                          <a:pt x="17379" y="18288"/>
                          <a:pt x="9473" y="29051"/>
                          <a:pt x="3949" y="40767"/>
                        </a:cubicBezTo>
                        <a:cubicBezTo>
                          <a:pt x="1377" y="46101"/>
                          <a:pt x="-719" y="52007"/>
                          <a:pt x="234" y="57817"/>
                        </a:cubicBezTo>
                        <a:cubicBezTo>
                          <a:pt x="1473" y="64961"/>
                          <a:pt x="7187" y="70485"/>
                          <a:pt x="13188" y="74581"/>
                        </a:cubicBezTo>
                        <a:cubicBezTo>
                          <a:pt x="19760" y="79058"/>
                          <a:pt x="27571" y="82487"/>
                          <a:pt x="35477" y="83534"/>
                        </a:cubicBezTo>
                        <a:cubicBezTo>
                          <a:pt x="36905" y="79248"/>
                          <a:pt x="38239" y="74867"/>
                          <a:pt x="39573" y="70485"/>
                        </a:cubicBezTo>
                        <a:cubicBezTo>
                          <a:pt x="46526" y="47149"/>
                          <a:pt x="53574" y="23908"/>
                          <a:pt x="60718" y="57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43" name="Forme libre : forme 17542">
                    <a:extLst>
                      <a:ext uri="{FF2B5EF4-FFF2-40B4-BE49-F238E27FC236}">
                        <a16:creationId xmlns:a16="http://schemas.microsoft.com/office/drawing/2014/main" id="{D2639C48-EA13-446A-BC74-B1B4E4630C15}"/>
                      </a:ext>
                    </a:extLst>
                  </p:cNvPr>
                  <p:cNvSpPr/>
                  <p:nvPr/>
                </p:nvSpPr>
                <p:spPr>
                  <a:xfrm>
                    <a:off x="5477121" y="4133916"/>
                    <a:ext cx="89387" cy="68418"/>
                  </a:xfrm>
                  <a:custGeom>
                    <a:avLst/>
                    <a:gdLst>
                      <a:gd name="connsiteX0" fmla="*/ 25952 w 89387"/>
                      <a:gd name="connsiteY0" fmla="*/ 41749 h 68418"/>
                      <a:gd name="connsiteX1" fmla="*/ 89388 w 89387"/>
                      <a:gd name="connsiteY1" fmla="*/ 24413 h 68418"/>
                      <a:gd name="connsiteX2" fmla="*/ 67576 w 89387"/>
                      <a:gd name="connsiteY2" fmla="*/ 2696 h 68418"/>
                      <a:gd name="connsiteX3" fmla="*/ 27761 w 89387"/>
                      <a:gd name="connsiteY3" fmla="*/ 11269 h 68418"/>
                      <a:gd name="connsiteX4" fmla="*/ 3949 w 89387"/>
                      <a:gd name="connsiteY4" fmla="*/ 41463 h 68418"/>
                      <a:gd name="connsiteX5" fmla="*/ 234 w 89387"/>
                      <a:gd name="connsiteY5" fmla="*/ 58512 h 68418"/>
                      <a:gd name="connsiteX6" fmla="*/ 5283 w 89387"/>
                      <a:gd name="connsiteY6" fmla="*/ 68419 h 68418"/>
                      <a:gd name="connsiteX7" fmla="*/ 25952 w 89387"/>
                      <a:gd name="connsiteY7" fmla="*/ 41749 h 68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9387" h="68418">
                        <a:moveTo>
                          <a:pt x="25952" y="41749"/>
                        </a:moveTo>
                        <a:cubicBezTo>
                          <a:pt x="43287" y="27366"/>
                          <a:pt x="66718" y="22794"/>
                          <a:pt x="89388" y="24413"/>
                        </a:cubicBezTo>
                        <a:cubicBezTo>
                          <a:pt x="85959" y="14983"/>
                          <a:pt x="75672" y="7173"/>
                          <a:pt x="67576" y="2696"/>
                        </a:cubicBezTo>
                        <a:cubicBezTo>
                          <a:pt x="55098" y="-4257"/>
                          <a:pt x="38048" y="3553"/>
                          <a:pt x="27761" y="11269"/>
                        </a:cubicBezTo>
                        <a:cubicBezTo>
                          <a:pt x="17379" y="18984"/>
                          <a:pt x="9473" y="29747"/>
                          <a:pt x="3949" y="41463"/>
                        </a:cubicBezTo>
                        <a:cubicBezTo>
                          <a:pt x="1377" y="46797"/>
                          <a:pt x="-718" y="52702"/>
                          <a:pt x="234" y="58512"/>
                        </a:cubicBezTo>
                        <a:cubicBezTo>
                          <a:pt x="901" y="62227"/>
                          <a:pt x="2806" y="65561"/>
                          <a:pt x="5283" y="68419"/>
                        </a:cubicBezTo>
                        <a:cubicBezTo>
                          <a:pt x="10617" y="58322"/>
                          <a:pt x="16998" y="49178"/>
                          <a:pt x="25952" y="4174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44" name="Forme libre : forme 17543">
                    <a:extLst>
                      <a:ext uri="{FF2B5EF4-FFF2-40B4-BE49-F238E27FC236}">
                        <a16:creationId xmlns:a16="http://schemas.microsoft.com/office/drawing/2014/main" id="{2BA21D7F-77B2-41D1-8968-94A2AD982B18}"/>
                      </a:ext>
                    </a:extLst>
                  </p:cNvPr>
                  <p:cNvSpPr/>
                  <p:nvPr/>
                </p:nvSpPr>
                <p:spPr>
                  <a:xfrm>
                    <a:off x="5482308" y="4158141"/>
                    <a:ext cx="85424" cy="60414"/>
                  </a:xfrm>
                  <a:custGeom>
                    <a:avLst/>
                    <a:gdLst>
                      <a:gd name="connsiteX0" fmla="*/ 7905 w 85424"/>
                      <a:gd name="connsiteY0" fmla="*/ 51051 h 60414"/>
                      <a:gd name="connsiteX1" fmla="*/ 48958 w 85424"/>
                      <a:gd name="connsiteY1" fmla="*/ 57147 h 60414"/>
                      <a:gd name="connsiteX2" fmla="*/ 75723 w 85424"/>
                      <a:gd name="connsiteY2" fmla="*/ 24857 h 60414"/>
                      <a:gd name="connsiteX3" fmla="*/ 84296 w 85424"/>
                      <a:gd name="connsiteY3" fmla="*/ 12951 h 60414"/>
                      <a:gd name="connsiteX4" fmla="*/ 84105 w 85424"/>
                      <a:gd name="connsiteY4" fmla="*/ 283 h 60414"/>
                      <a:gd name="connsiteX5" fmla="*/ 20669 w 85424"/>
                      <a:gd name="connsiteY5" fmla="*/ 17618 h 60414"/>
                      <a:gd name="connsiteX6" fmla="*/ 0 w 85424"/>
                      <a:gd name="connsiteY6" fmla="*/ 44193 h 60414"/>
                      <a:gd name="connsiteX7" fmla="*/ 7905 w 85424"/>
                      <a:gd name="connsiteY7" fmla="*/ 51051 h 60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424" h="60414">
                        <a:moveTo>
                          <a:pt x="7905" y="51051"/>
                        </a:moveTo>
                        <a:cubicBezTo>
                          <a:pt x="19907" y="59338"/>
                          <a:pt x="36100" y="63910"/>
                          <a:pt x="48958" y="57147"/>
                        </a:cubicBezTo>
                        <a:cubicBezTo>
                          <a:pt x="61436" y="50575"/>
                          <a:pt x="66770" y="35811"/>
                          <a:pt x="75723" y="24857"/>
                        </a:cubicBezTo>
                        <a:cubicBezTo>
                          <a:pt x="78867" y="21047"/>
                          <a:pt x="82486" y="17523"/>
                          <a:pt x="84296" y="12951"/>
                        </a:cubicBezTo>
                        <a:cubicBezTo>
                          <a:pt x="86010" y="8474"/>
                          <a:pt x="85630" y="4283"/>
                          <a:pt x="84105" y="283"/>
                        </a:cubicBezTo>
                        <a:cubicBezTo>
                          <a:pt x="61436" y="-1241"/>
                          <a:pt x="38005" y="3236"/>
                          <a:pt x="20669" y="17618"/>
                        </a:cubicBezTo>
                        <a:cubicBezTo>
                          <a:pt x="11811" y="24953"/>
                          <a:pt x="5334" y="34192"/>
                          <a:pt x="0" y="44193"/>
                        </a:cubicBezTo>
                        <a:cubicBezTo>
                          <a:pt x="2286" y="46765"/>
                          <a:pt x="5048" y="49051"/>
                          <a:pt x="7905" y="5105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45" name="Forme libre : forme 17544">
                    <a:extLst>
                      <a:ext uri="{FF2B5EF4-FFF2-40B4-BE49-F238E27FC236}">
                        <a16:creationId xmlns:a16="http://schemas.microsoft.com/office/drawing/2014/main" id="{B01E4536-760C-4B40-9DE2-FB9DF1348514}"/>
                      </a:ext>
                    </a:extLst>
                  </p:cNvPr>
                  <p:cNvSpPr/>
                  <p:nvPr/>
                </p:nvSpPr>
                <p:spPr>
                  <a:xfrm>
                    <a:off x="4773319" y="4289840"/>
                    <a:ext cx="81577" cy="64799"/>
                  </a:xfrm>
                  <a:custGeom>
                    <a:avLst/>
                    <a:gdLst>
                      <a:gd name="connsiteX0" fmla="*/ 26904 w 81577"/>
                      <a:gd name="connsiteY0" fmla="*/ 35271 h 64799"/>
                      <a:gd name="connsiteX1" fmla="*/ 81578 w 81577"/>
                      <a:gd name="connsiteY1" fmla="*/ 12983 h 64799"/>
                      <a:gd name="connsiteX2" fmla="*/ 67576 w 81577"/>
                      <a:gd name="connsiteY2" fmla="*/ 2696 h 64799"/>
                      <a:gd name="connsiteX3" fmla="*/ 27761 w 81577"/>
                      <a:gd name="connsiteY3" fmla="*/ 11269 h 64799"/>
                      <a:gd name="connsiteX4" fmla="*/ 3949 w 81577"/>
                      <a:gd name="connsiteY4" fmla="*/ 41463 h 64799"/>
                      <a:gd name="connsiteX5" fmla="*/ 234 w 81577"/>
                      <a:gd name="connsiteY5" fmla="*/ 58512 h 64799"/>
                      <a:gd name="connsiteX6" fmla="*/ 2711 w 81577"/>
                      <a:gd name="connsiteY6" fmla="*/ 64799 h 64799"/>
                      <a:gd name="connsiteX7" fmla="*/ 26904 w 81577"/>
                      <a:gd name="connsiteY7" fmla="*/ 35271 h 64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1577" h="64799">
                        <a:moveTo>
                          <a:pt x="26904" y="35271"/>
                        </a:moveTo>
                        <a:cubicBezTo>
                          <a:pt x="42620" y="23365"/>
                          <a:pt x="63004" y="20127"/>
                          <a:pt x="81578" y="12983"/>
                        </a:cubicBezTo>
                        <a:cubicBezTo>
                          <a:pt x="77292" y="8792"/>
                          <a:pt x="72053" y="5173"/>
                          <a:pt x="67576" y="2696"/>
                        </a:cubicBezTo>
                        <a:cubicBezTo>
                          <a:pt x="55098" y="-4257"/>
                          <a:pt x="38049" y="3553"/>
                          <a:pt x="27761" y="11269"/>
                        </a:cubicBezTo>
                        <a:cubicBezTo>
                          <a:pt x="17379" y="18984"/>
                          <a:pt x="9474" y="29747"/>
                          <a:pt x="3949" y="41463"/>
                        </a:cubicBezTo>
                        <a:cubicBezTo>
                          <a:pt x="1377" y="46797"/>
                          <a:pt x="-718" y="52702"/>
                          <a:pt x="234" y="58512"/>
                        </a:cubicBezTo>
                        <a:cubicBezTo>
                          <a:pt x="615" y="60799"/>
                          <a:pt x="1568" y="62799"/>
                          <a:pt x="2711" y="64799"/>
                        </a:cubicBezTo>
                        <a:cubicBezTo>
                          <a:pt x="9378" y="53750"/>
                          <a:pt x="16617" y="42987"/>
                          <a:pt x="26904" y="3527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46" name="Forme libre : forme 17545">
                    <a:extLst>
                      <a:ext uri="{FF2B5EF4-FFF2-40B4-BE49-F238E27FC236}">
                        <a16:creationId xmlns:a16="http://schemas.microsoft.com/office/drawing/2014/main" id="{02C450A9-ED3F-4351-88D9-CF862250E602}"/>
                      </a:ext>
                    </a:extLst>
                  </p:cNvPr>
                  <p:cNvSpPr/>
                  <p:nvPr/>
                </p:nvSpPr>
                <p:spPr>
                  <a:xfrm>
                    <a:off x="4775934" y="4302823"/>
                    <a:ext cx="88074" cy="71656"/>
                  </a:xfrm>
                  <a:custGeom>
                    <a:avLst/>
                    <a:gdLst>
                      <a:gd name="connsiteX0" fmla="*/ 10478 w 88074"/>
                      <a:gd name="connsiteY0" fmla="*/ 62294 h 71656"/>
                      <a:gd name="connsiteX1" fmla="*/ 51531 w 88074"/>
                      <a:gd name="connsiteY1" fmla="*/ 68390 h 71656"/>
                      <a:gd name="connsiteX2" fmla="*/ 78296 w 88074"/>
                      <a:gd name="connsiteY2" fmla="*/ 36100 h 71656"/>
                      <a:gd name="connsiteX3" fmla="*/ 86868 w 88074"/>
                      <a:gd name="connsiteY3" fmla="*/ 24194 h 71656"/>
                      <a:gd name="connsiteX4" fmla="*/ 78963 w 88074"/>
                      <a:gd name="connsiteY4" fmla="*/ 0 h 71656"/>
                      <a:gd name="connsiteX5" fmla="*/ 24289 w 88074"/>
                      <a:gd name="connsiteY5" fmla="*/ 22288 h 71656"/>
                      <a:gd name="connsiteX6" fmla="*/ 0 w 88074"/>
                      <a:gd name="connsiteY6" fmla="*/ 51816 h 71656"/>
                      <a:gd name="connsiteX7" fmla="*/ 10478 w 88074"/>
                      <a:gd name="connsiteY7" fmla="*/ 62294 h 7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8074" h="71656">
                        <a:moveTo>
                          <a:pt x="10478" y="62294"/>
                        </a:moveTo>
                        <a:cubicBezTo>
                          <a:pt x="22479" y="70580"/>
                          <a:pt x="38671" y="75152"/>
                          <a:pt x="51531" y="68390"/>
                        </a:cubicBezTo>
                        <a:cubicBezTo>
                          <a:pt x="64008" y="61817"/>
                          <a:pt x="69342" y="47054"/>
                          <a:pt x="78296" y="36100"/>
                        </a:cubicBezTo>
                        <a:cubicBezTo>
                          <a:pt x="81439" y="32290"/>
                          <a:pt x="85058" y="28766"/>
                          <a:pt x="86868" y="24194"/>
                        </a:cubicBezTo>
                        <a:cubicBezTo>
                          <a:pt x="90392" y="15050"/>
                          <a:pt x="85725" y="6668"/>
                          <a:pt x="78963" y="0"/>
                        </a:cubicBezTo>
                        <a:cubicBezTo>
                          <a:pt x="60484" y="7049"/>
                          <a:pt x="40100" y="10382"/>
                          <a:pt x="24289" y="22288"/>
                        </a:cubicBezTo>
                        <a:cubicBezTo>
                          <a:pt x="14002" y="30004"/>
                          <a:pt x="6763" y="40767"/>
                          <a:pt x="0" y="51816"/>
                        </a:cubicBezTo>
                        <a:cubicBezTo>
                          <a:pt x="2477" y="56007"/>
                          <a:pt x="6382" y="59531"/>
                          <a:pt x="10478" y="6229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47" name="Forme libre : forme 17546">
                    <a:extLst>
                      <a:ext uri="{FF2B5EF4-FFF2-40B4-BE49-F238E27FC236}">
                        <a16:creationId xmlns:a16="http://schemas.microsoft.com/office/drawing/2014/main" id="{6A538009-56D0-4CCB-953C-AE353A993EB5}"/>
                      </a:ext>
                    </a:extLst>
                  </p:cNvPr>
                  <p:cNvSpPr/>
                  <p:nvPr/>
                </p:nvSpPr>
                <p:spPr>
                  <a:xfrm>
                    <a:off x="6473004" y="3918171"/>
                    <a:ext cx="58816" cy="56325"/>
                  </a:xfrm>
                  <a:custGeom>
                    <a:avLst/>
                    <a:gdLst>
                      <a:gd name="connsiteX0" fmla="*/ 17335 w 58816"/>
                      <a:gd name="connsiteY0" fmla="*/ 26703 h 56325"/>
                      <a:gd name="connsiteX1" fmla="*/ 43815 w 58816"/>
                      <a:gd name="connsiteY1" fmla="*/ 56325 h 56325"/>
                      <a:gd name="connsiteX2" fmla="*/ 49053 w 58816"/>
                      <a:gd name="connsiteY2" fmla="*/ 48991 h 56325"/>
                      <a:gd name="connsiteX3" fmla="*/ 57626 w 58816"/>
                      <a:gd name="connsiteY3" fmla="*/ 37085 h 56325"/>
                      <a:gd name="connsiteX4" fmla="*/ 35719 w 58816"/>
                      <a:gd name="connsiteY4" fmla="*/ 2700 h 56325"/>
                      <a:gd name="connsiteX5" fmla="*/ 0 w 58816"/>
                      <a:gd name="connsiteY5" fmla="*/ 8414 h 56325"/>
                      <a:gd name="connsiteX6" fmla="*/ 17335 w 58816"/>
                      <a:gd name="connsiteY6" fmla="*/ 26703 h 56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816" h="56325">
                        <a:moveTo>
                          <a:pt x="17335" y="26703"/>
                        </a:moveTo>
                        <a:cubicBezTo>
                          <a:pt x="25527" y="36609"/>
                          <a:pt x="34861" y="46324"/>
                          <a:pt x="43815" y="56325"/>
                        </a:cubicBezTo>
                        <a:cubicBezTo>
                          <a:pt x="45434" y="53753"/>
                          <a:pt x="47148" y="51277"/>
                          <a:pt x="49053" y="48991"/>
                        </a:cubicBezTo>
                        <a:cubicBezTo>
                          <a:pt x="52197" y="45181"/>
                          <a:pt x="55816" y="41657"/>
                          <a:pt x="57626" y="37085"/>
                        </a:cubicBezTo>
                        <a:cubicBezTo>
                          <a:pt x="63341" y="22130"/>
                          <a:pt x="47244" y="9081"/>
                          <a:pt x="35719" y="2700"/>
                        </a:cubicBezTo>
                        <a:cubicBezTo>
                          <a:pt x="24860" y="-3397"/>
                          <a:pt x="10382" y="1842"/>
                          <a:pt x="0" y="8414"/>
                        </a:cubicBezTo>
                        <a:cubicBezTo>
                          <a:pt x="6477" y="14129"/>
                          <a:pt x="12382" y="20702"/>
                          <a:pt x="17335" y="2670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48" name="Forme libre : forme 17547">
                    <a:extLst>
                      <a:ext uri="{FF2B5EF4-FFF2-40B4-BE49-F238E27FC236}">
                        <a16:creationId xmlns:a16="http://schemas.microsoft.com/office/drawing/2014/main" id="{3BB94EE2-FA35-408A-98C9-89A2B2A9A31A}"/>
                      </a:ext>
                    </a:extLst>
                  </p:cNvPr>
                  <p:cNvSpPr/>
                  <p:nvPr/>
                </p:nvSpPr>
                <p:spPr>
                  <a:xfrm>
                    <a:off x="6441051" y="3926490"/>
                    <a:ext cx="75767" cy="76228"/>
                  </a:xfrm>
                  <a:custGeom>
                    <a:avLst/>
                    <a:gdLst>
                      <a:gd name="connsiteX0" fmla="*/ 3949 w 75767"/>
                      <a:gd name="connsiteY0" fmla="*/ 33052 h 76228"/>
                      <a:gd name="connsiteX1" fmla="*/ 234 w 75767"/>
                      <a:gd name="connsiteY1" fmla="*/ 50101 h 76228"/>
                      <a:gd name="connsiteX2" fmla="*/ 13188 w 75767"/>
                      <a:gd name="connsiteY2" fmla="*/ 66865 h 76228"/>
                      <a:gd name="connsiteX3" fmla="*/ 54241 w 75767"/>
                      <a:gd name="connsiteY3" fmla="*/ 72962 h 76228"/>
                      <a:gd name="connsiteX4" fmla="*/ 75767 w 75767"/>
                      <a:gd name="connsiteY4" fmla="*/ 48006 h 76228"/>
                      <a:gd name="connsiteX5" fmla="*/ 49288 w 75767"/>
                      <a:gd name="connsiteY5" fmla="*/ 18383 h 76228"/>
                      <a:gd name="connsiteX6" fmla="*/ 31953 w 75767"/>
                      <a:gd name="connsiteY6" fmla="*/ 0 h 76228"/>
                      <a:gd name="connsiteX7" fmla="*/ 27856 w 75767"/>
                      <a:gd name="connsiteY7" fmla="*/ 2857 h 76228"/>
                      <a:gd name="connsiteX8" fmla="*/ 3949 w 75767"/>
                      <a:gd name="connsiteY8" fmla="*/ 33052 h 76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5767" h="76228">
                        <a:moveTo>
                          <a:pt x="3949" y="33052"/>
                        </a:moveTo>
                        <a:cubicBezTo>
                          <a:pt x="1377" y="38386"/>
                          <a:pt x="-719" y="44291"/>
                          <a:pt x="234" y="50101"/>
                        </a:cubicBezTo>
                        <a:cubicBezTo>
                          <a:pt x="1473" y="57245"/>
                          <a:pt x="7187" y="62770"/>
                          <a:pt x="13188" y="66865"/>
                        </a:cubicBezTo>
                        <a:cubicBezTo>
                          <a:pt x="25190" y="75152"/>
                          <a:pt x="41382" y="79724"/>
                          <a:pt x="54241" y="72962"/>
                        </a:cubicBezTo>
                        <a:cubicBezTo>
                          <a:pt x="64147" y="67818"/>
                          <a:pt x="69576" y="57531"/>
                          <a:pt x="75767" y="48006"/>
                        </a:cubicBezTo>
                        <a:cubicBezTo>
                          <a:pt x="66814" y="38005"/>
                          <a:pt x="57384" y="28289"/>
                          <a:pt x="49288" y="18383"/>
                        </a:cubicBezTo>
                        <a:cubicBezTo>
                          <a:pt x="44335" y="12382"/>
                          <a:pt x="38524" y="5810"/>
                          <a:pt x="31953" y="0"/>
                        </a:cubicBezTo>
                        <a:cubicBezTo>
                          <a:pt x="30524" y="952"/>
                          <a:pt x="29095" y="1905"/>
                          <a:pt x="27856" y="2857"/>
                        </a:cubicBezTo>
                        <a:cubicBezTo>
                          <a:pt x="17379" y="10573"/>
                          <a:pt x="9569" y="21431"/>
                          <a:pt x="3949" y="3305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49" name="Forme libre : forme 17548">
                    <a:extLst>
                      <a:ext uri="{FF2B5EF4-FFF2-40B4-BE49-F238E27FC236}">
                        <a16:creationId xmlns:a16="http://schemas.microsoft.com/office/drawing/2014/main" id="{B43E315C-7111-4BAC-8BA9-9C69F556F084}"/>
                      </a:ext>
                    </a:extLst>
                  </p:cNvPr>
                  <p:cNvSpPr/>
                  <p:nvPr/>
                </p:nvSpPr>
                <p:spPr>
                  <a:xfrm>
                    <a:off x="7627528" y="3978116"/>
                    <a:ext cx="60912" cy="77342"/>
                  </a:xfrm>
                  <a:custGeom>
                    <a:avLst/>
                    <a:gdLst>
                      <a:gd name="connsiteX0" fmla="*/ 28575 w 60912"/>
                      <a:gd name="connsiteY0" fmla="*/ 28289 h 77342"/>
                      <a:gd name="connsiteX1" fmla="*/ 45053 w 60912"/>
                      <a:gd name="connsiteY1" fmla="*/ 44291 h 77342"/>
                      <a:gd name="connsiteX2" fmla="*/ 29051 w 60912"/>
                      <a:gd name="connsiteY2" fmla="*/ 60769 h 77342"/>
                      <a:gd name="connsiteX3" fmla="*/ 26480 w 60912"/>
                      <a:gd name="connsiteY3" fmla="*/ 60579 h 77342"/>
                      <a:gd name="connsiteX4" fmla="*/ 29909 w 60912"/>
                      <a:gd name="connsiteY4" fmla="*/ 77342 h 77342"/>
                      <a:gd name="connsiteX5" fmla="*/ 51149 w 60912"/>
                      <a:gd name="connsiteY5" fmla="*/ 48958 h 77342"/>
                      <a:gd name="connsiteX6" fmla="*/ 59722 w 60912"/>
                      <a:gd name="connsiteY6" fmla="*/ 37052 h 77342"/>
                      <a:gd name="connsiteX7" fmla="*/ 37815 w 60912"/>
                      <a:gd name="connsiteY7" fmla="*/ 2666 h 77342"/>
                      <a:gd name="connsiteX8" fmla="*/ 0 w 60912"/>
                      <a:gd name="connsiteY8" fmla="*/ 9810 h 77342"/>
                      <a:gd name="connsiteX9" fmla="*/ 16573 w 60912"/>
                      <a:gd name="connsiteY9" fmla="*/ 34194 h 77342"/>
                      <a:gd name="connsiteX10" fmla="*/ 28575 w 60912"/>
                      <a:gd name="connsiteY10" fmla="*/ 28289 h 77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0912" h="77342">
                        <a:moveTo>
                          <a:pt x="28575" y="28289"/>
                        </a:moveTo>
                        <a:cubicBezTo>
                          <a:pt x="37529" y="28193"/>
                          <a:pt x="44863" y="35337"/>
                          <a:pt x="45053" y="44291"/>
                        </a:cubicBezTo>
                        <a:cubicBezTo>
                          <a:pt x="45148" y="53244"/>
                          <a:pt x="38005" y="60579"/>
                          <a:pt x="29051" y="60769"/>
                        </a:cubicBezTo>
                        <a:cubicBezTo>
                          <a:pt x="28194" y="60769"/>
                          <a:pt x="27337" y="60674"/>
                          <a:pt x="26480" y="60579"/>
                        </a:cubicBezTo>
                        <a:cubicBezTo>
                          <a:pt x="28004" y="66103"/>
                          <a:pt x="29146" y="71723"/>
                          <a:pt x="29909" y="77342"/>
                        </a:cubicBezTo>
                        <a:cubicBezTo>
                          <a:pt x="38671" y="69818"/>
                          <a:pt x="43625" y="58102"/>
                          <a:pt x="51149" y="48958"/>
                        </a:cubicBezTo>
                        <a:cubicBezTo>
                          <a:pt x="54293" y="45148"/>
                          <a:pt x="57912" y="41624"/>
                          <a:pt x="59722" y="37052"/>
                        </a:cubicBezTo>
                        <a:cubicBezTo>
                          <a:pt x="65437" y="22097"/>
                          <a:pt x="49339" y="9048"/>
                          <a:pt x="37815" y="2666"/>
                        </a:cubicBezTo>
                        <a:cubicBezTo>
                          <a:pt x="26098" y="-3811"/>
                          <a:pt x="10478" y="2666"/>
                          <a:pt x="0" y="9810"/>
                        </a:cubicBezTo>
                        <a:cubicBezTo>
                          <a:pt x="6858" y="16954"/>
                          <a:pt x="12288" y="25812"/>
                          <a:pt x="16573" y="34194"/>
                        </a:cubicBezTo>
                        <a:cubicBezTo>
                          <a:pt x="19336" y="30670"/>
                          <a:pt x="23717" y="28384"/>
                          <a:pt x="28575" y="2828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50" name="Forme libre : forme 17549">
                    <a:extLst>
                      <a:ext uri="{FF2B5EF4-FFF2-40B4-BE49-F238E27FC236}">
                        <a16:creationId xmlns:a16="http://schemas.microsoft.com/office/drawing/2014/main" id="{F82BCDB5-0ED6-47B7-BB39-8FE1C8FCE4CD}"/>
                      </a:ext>
                    </a:extLst>
                  </p:cNvPr>
                  <p:cNvSpPr/>
                  <p:nvPr/>
                </p:nvSpPr>
                <p:spPr>
                  <a:xfrm>
                    <a:off x="7597576" y="3987831"/>
                    <a:ext cx="59765" cy="74799"/>
                  </a:xfrm>
                  <a:custGeom>
                    <a:avLst/>
                    <a:gdLst>
                      <a:gd name="connsiteX0" fmla="*/ 3949 w 59765"/>
                      <a:gd name="connsiteY0" fmla="*/ 31623 h 74799"/>
                      <a:gd name="connsiteX1" fmla="*/ 234 w 59765"/>
                      <a:gd name="connsiteY1" fmla="*/ 48673 h 74799"/>
                      <a:gd name="connsiteX2" fmla="*/ 13188 w 59765"/>
                      <a:gd name="connsiteY2" fmla="*/ 65437 h 74799"/>
                      <a:gd name="connsiteX3" fmla="*/ 54241 w 59765"/>
                      <a:gd name="connsiteY3" fmla="*/ 71533 h 74799"/>
                      <a:gd name="connsiteX4" fmla="*/ 59765 w 59765"/>
                      <a:gd name="connsiteY4" fmla="*/ 67627 h 74799"/>
                      <a:gd name="connsiteX5" fmla="*/ 56336 w 59765"/>
                      <a:gd name="connsiteY5" fmla="*/ 50863 h 74799"/>
                      <a:gd name="connsiteX6" fmla="*/ 42430 w 59765"/>
                      <a:gd name="connsiteY6" fmla="*/ 35052 h 74799"/>
                      <a:gd name="connsiteX7" fmla="*/ 46335 w 59765"/>
                      <a:gd name="connsiteY7" fmla="*/ 24384 h 74799"/>
                      <a:gd name="connsiteX8" fmla="*/ 29761 w 59765"/>
                      <a:gd name="connsiteY8" fmla="*/ 0 h 74799"/>
                      <a:gd name="connsiteX9" fmla="*/ 27666 w 59765"/>
                      <a:gd name="connsiteY9" fmla="*/ 1429 h 74799"/>
                      <a:gd name="connsiteX10" fmla="*/ 3949 w 59765"/>
                      <a:gd name="connsiteY10" fmla="*/ 31623 h 74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9765" h="74799">
                        <a:moveTo>
                          <a:pt x="3949" y="31623"/>
                        </a:moveTo>
                        <a:cubicBezTo>
                          <a:pt x="1377" y="36957"/>
                          <a:pt x="-718" y="42863"/>
                          <a:pt x="234" y="48673"/>
                        </a:cubicBezTo>
                        <a:cubicBezTo>
                          <a:pt x="1472" y="55816"/>
                          <a:pt x="7187" y="61341"/>
                          <a:pt x="13188" y="65437"/>
                        </a:cubicBezTo>
                        <a:cubicBezTo>
                          <a:pt x="25190" y="73723"/>
                          <a:pt x="41382" y="78296"/>
                          <a:pt x="54241" y="71533"/>
                        </a:cubicBezTo>
                        <a:cubicBezTo>
                          <a:pt x="56336" y="70485"/>
                          <a:pt x="58051" y="69056"/>
                          <a:pt x="59765" y="67627"/>
                        </a:cubicBezTo>
                        <a:cubicBezTo>
                          <a:pt x="59003" y="62008"/>
                          <a:pt x="57860" y="56388"/>
                          <a:pt x="56336" y="50863"/>
                        </a:cubicBezTo>
                        <a:cubicBezTo>
                          <a:pt x="48621" y="49721"/>
                          <a:pt x="42620" y="43148"/>
                          <a:pt x="42430" y="35052"/>
                        </a:cubicBezTo>
                        <a:cubicBezTo>
                          <a:pt x="42334" y="30956"/>
                          <a:pt x="43859" y="27241"/>
                          <a:pt x="46335" y="24384"/>
                        </a:cubicBezTo>
                        <a:cubicBezTo>
                          <a:pt x="42049" y="15907"/>
                          <a:pt x="36620" y="7144"/>
                          <a:pt x="29761" y="0"/>
                        </a:cubicBezTo>
                        <a:cubicBezTo>
                          <a:pt x="29095" y="476"/>
                          <a:pt x="28333" y="952"/>
                          <a:pt x="27666" y="1429"/>
                        </a:cubicBezTo>
                        <a:cubicBezTo>
                          <a:pt x="17379" y="9144"/>
                          <a:pt x="9474" y="19907"/>
                          <a:pt x="3949" y="3162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51" name="Forme libre : forme 17550">
                    <a:extLst>
                      <a:ext uri="{FF2B5EF4-FFF2-40B4-BE49-F238E27FC236}">
                        <a16:creationId xmlns:a16="http://schemas.microsoft.com/office/drawing/2014/main" id="{063DA194-95A0-4325-8ADD-36A2A8F24BAC}"/>
                      </a:ext>
                    </a:extLst>
                  </p:cNvPr>
                  <p:cNvSpPr/>
                  <p:nvPr/>
                </p:nvSpPr>
                <p:spPr>
                  <a:xfrm>
                    <a:off x="2085025" y="4111192"/>
                    <a:ext cx="89450" cy="73830"/>
                  </a:xfrm>
                  <a:custGeom>
                    <a:avLst/>
                    <a:gdLst>
                      <a:gd name="connsiteX0" fmla="*/ 19146 w 89450"/>
                      <a:gd name="connsiteY0" fmla="*/ 73711 h 73830"/>
                      <a:gd name="connsiteX1" fmla="*/ 30005 w 89450"/>
                      <a:gd name="connsiteY1" fmla="*/ 69140 h 73830"/>
                      <a:gd name="connsiteX2" fmla="*/ 71248 w 89450"/>
                      <a:gd name="connsiteY2" fmla="*/ 44470 h 73830"/>
                      <a:gd name="connsiteX3" fmla="*/ 88964 w 89450"/>
                      <a:gd name="connsiteY3" fmla="*/ 26467 h 73830"/>
                      <a:gd name="connsiteX4" fmla="*/ 80868 w 89450"/>
                      <a:gd name="connsiteY4" fmla="*/ 3893 h 73830"/>
                      <a:gd name="connsiteX5" fmla="*/ 33529 w 89450"/>
                      <a:gd name="connsiteY5" fmla="*/ 9608 h 73830"/>
                      <a:gd name="connsiteX6" fmla="*/ 8478 w 89450"/>
                      <a:gd name="connsiteY6" fmla="*/ 31135 h 73830"/>
                      <a:gd name="connsiteX7" fmla="*/ 287 w 89450"/>
                      <a:gd name="connsiteY7" fmla="*/ 57138 h 73830"/>
                      <a:gd name="connsiteX8" fmla="*/ 19146 w 89450"/>
                      <a:gd name="connsiteY8" fmla="*/ 73711 h 73830"/>
                      <a:gd name="connsiteX9" fmla="*/ 68009 w 89450"/>
                      <a:gd name="connsiteY9" fmla="*/ 7608 h 73830"/>
                      <a:gd name="connsiteX10" fmla="*/ 84488 w 89450"/>
                      <a:gd name="connsiteY10" fmla="*/ 23610 h 73830"/>
                      <a:gd name="connsiteX11" fmla="*/ 68486 w 89450"/>
                      <a:gd name="connsiteY11" fmla="*/ 40088 h 73830"/>
                      <a:gd name="connsiteX12" fmla="*/ 52007 w 89450"/>
                      <a:gd name="connsiteY12" fmla="*/ 24086 h 73830"/>
                      <a:gd name="connsiteX13" fmla="*/ 68009 w 89450"/>
                      <a:gd name="connsiteY13" fmla="*/ 7608 h 73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9450" h="73830">
                        <a:moveTo>
                          <a:pt x="19146" y="73711"/>
                        </a:moveTo>
                        <a:cubicBezTo>
                          <a:pt x="23051" y="73235"/>
                          <a:pt x="26576" y="71140"/>
                          <a:pt x="30005" y="69140"/>
                        </a:cubicBezTo>
                        <a:cubicBezTo>
                          <a:pt x="43721" y="60948"/>
                          <a:pt x="57532" y="52756"/>
                          <a:pt x="71248" y="44470"/>
                        </a:cubicBezTo>
                        <a:cubicBezTo>
                          <a:pt x="78296" y="40279"/>
                          <a:pt x="86774" y="34849"/>
                          <a:pt x="88964" y="26467"/>
                        </a:cubicBezTo>
                        <a:cubicBezTo>
                          <a:pt x="90870" y="19229"/>
                          <a:pt x="86964" y="8560"/>
                          <a:pt x="80868" y="3893"/>
                        </a:cubicBezTo>
                        <a:cubicBezTo>
                          <a:pt x="68867" y="-5156"/>
                          <a:pt x="44864" y="3607"/>
                          <a:pt x="33529" y="9608"/>
                        </a:cubicBezTo>
                        <a:cubicBezTo>
                          <a:pt x="23718" y="14752"/>
                          <a:pt x="14955" y="22086"/>
                          <a:pt x="8478" y="31135"/>
                        </a:cubicBezTo>
                        <a:cubicBezTo>
                          <a:pt x="2954" y="38659"/>
                          <a:pt x="-1142" y="47899"/>
                          <a:pt x="287" y="57138"/>
                        </a:cubicBezTo>
                        <a:cubicBezTo>
                          <a:pt x="1525" y="66377"/>
                          <a:pt x="9907" y="74950"/>
                          <a:pt x="19146" y="73711"/>
                        </a:cubicBezTo>
                        <a:close/>
                        <a:moveTo>
                          <a:pt x="68009" y="7608"/>
                        </a:moveTo>
                        <a:cubicBezTo>
                          <a:pt x="76963" y="7513"/>
                          <a:pt x="84297" y="14656"/>
                          <a:pt x="84488" y="23610"/>
                        </a:cubicBezTo>
                        <a:cubicBezTo>
                          <a:pt x="84678" y="32564"/>
                          <a:pt x="77439" y="39898"/>
                          <a:pt x="68486" y="40088"/>
                        </a:cubicBezTo>
                        <a:cubicBezTo>
                          <a:pt x="59532" y="40183"/>
                          <a:pt x="52198" y="33040"/>
                          <a:pt x="52007" y="24086"/>
                        </a:cubicBezTo>
                        <a:cubicBezTo>
                          <a:pt x="51817" y="15133"/>
                          <a:pt x="58961" y="7703"/>
                          <a:pt x="68009" y="760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52" name="Forme libre : forme 17551">
                    <a:extLst>
                      <a:ext uri="{FF2B5EF4-FFF2-40B4-BE49-F238E27FC236}">
                        <a16:creationId xmlns:a16="http://schemas.microsoft.com/office/drawing/2014/main" id="{1A5B7EDB-825F-4A6B-9023-3C1494E98454}"/>
                      </a:ext>
                    </a:extLst>
                  </p:cNvPr>
                  <p:cNvSpPr/>
                  <p:nvPr/>
                </p:nvSpPr>
                <p:spPr>
                  <a:xfrm>
                    <a:off x="2615187" y="4283785"/>
                    <a:ext cx="89566" cy="73831"/>
                  </a:xfrm>
                  <a:custGeom>
                    <a:avLst/>
                    <a:gdLst>
                      <a:gd name="connsiteX0" fmla="*/ 80868 w 89566"/>
                      <a:gd name="connsiteY0" fmla="*/ 3893 h 73831"/>
                      <a:gd name="connsiteX1" fmla="*/ 33529 w 89566"/>
                      <a:gd name="connsiteY1" fmla="*/ 9608 h 73831"/>
                      <a:gd name="connsiteX2" fmla="*/ 8478 w 89566"/>
                      <a:gd name="connsiteY2" fmla="*/ 31135 h 73831"/>
                      <a:gd name="connsiteX3" fmla="*/ 287 w 89566"/>
                      <a:gd name="connsiteY3" fmla="*/ 57138 h 73831"/>
                      <a:gd name="connsiteX4" fmla="*/ 19337 w 89566"/>
                      <a:gd name="connsiteY4" fmla="*/ 73711 h 73831"/>
                      <a:gd name="connsiteX5" fmla="*/ 30195 w 89566"/>
                      <a:gd name="connsiteY5" fmla="*/ 69139 h 73831"/>
                      <a:gd name="connsiteX6" fmla="*/ 71438 w 89566"/>
                      <a:gd name="connsiteY6" fmla="*/ 44470 h 73831"/>
                      <a:gd name="connsiteX7" fmla="*/ 89155 w 89566"/>
                      <a:gd name="connsiteY7" fmla="*/ 26467 h 73831"/>
                      <a:gd name="connsiteX8" fmla="*/ 80868 w 89566"/>
                      <a:gd name="connsiteY8" fmla="*/ 3893 h 73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9566" h="73831">
                        <a:moveTo>
                          <a:pt x="80868" y="3893"/>
                        </a:moveTo>
                        <a:cubicBezTo>
                          <a:pt x="68867" y="-5156"/>
                          <a:pt x="44864" y="3607"/>
                          <a:pt x="33529" y="9608"/>
                        </a:cubicBezTo>
                        <a:cubicBezTo>
                          <a:pt x="23718" y="14752"/>
                          <a:pt x="14955" y="22086"/>
                          <a:pt x="8478" y="31135"/>
                        </a:cubicBezTo>
                        <a:cubicBezTo>
                          <a:pt x="2954" y="38659"/>
                          <a:pt x="-1142" y="47899"/>
                          <a:pt x="287" y="57138"/>
                        </a:cubicBezTo>
                        <a:cubicBezTo>
                          <a:pt x="1715" y="66377"/>
                          <a:pt x="10097" y="74949"/>
                          <a:pt x="19337" y="73711"/>
                        </a:cubicBezTo>
                        <a:cubicBezTo>
                          <a:pt x="23242" y="73235"/>
                          <a:pt x="26766" y="71140"/>
                          <a:pt x="30195" y="69139"/>
                        </a:cubicBezTo>
                        <a:cubicBezTo>
                          <a:pt x="43911" y="60948"/>
                          <a:pt x="57722" y="52756"/>
                          <a:pt x="71438" y="44470"/>
                        </a:cubicBezTo>
                        <a:cubicBezTo>
                          <a:pt x="78487" y="40279"/>
                          <a:pt x="86964" y="34849"/>
                          <a:pt x="89155" y="26467"/>
                        </a:cubicBezTo>
                        <a:cubicBezTo>
                          <a:pt x="90869" y="19133"/>
                          <a:pt x="87059" y="8561"/>
                          <a:pt x="80868" y="389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53" name="Forme libre : forme 17552">
                    <a:extLst>
                      <a:ext uri="{FF2B5EF4-FFF2-40B4-BE49-F238E27FC236}">
                        <a16:creationId xmlns:a16="http://schemas.microsoft.com/office/drawing/2014/main" id="{17EF6D6C-55BF-4905-9BD4-545E5C796324}"/>
                      </a:ext>
                    </a:extLst>
                  </p:cNvPr>
                  <p:cNvSpPr/>
                  <p:nvPr/>
                </p:nvSpPr>
                <p:spPr>
                  <a:xfrm>
                    <a:off x="2335033" y="4385119"/>
                    <a:ext cx="43934" cy="33171"/>
                  </a:xfrm>
                  <a:custGeom>
                    <a:avLst/>
                    <a:gdLst>
                      <a:gd name="connsiteX0" fmla="*/ 3073 w 43934"/>
                      <a:gd name="connsiteY0" fmla="*/ 0 h 33171"/>
                      <a:gd name="connsiteX1" fmla="*/ 215 w 43934"/>
                      <a:gd name="connsiteY1" fmla="*/ 16478 h 33171"/>
                      <a:gd name="connsiteX2" fmla="*/ 19265 w 43934"/>
                      <a:gd name="connsiteY2" fmla="*/ 33052 h 33171"/>
                      <a:gd name="connsiteX3" fmla="*/ 30124 w 43934"/>
                      <a:gd name="connsiteY3" fmla="*/ 28480 h 33171"/>
                      <a:gd name="connsiteX4" fmla="*/ 43935 w 43934"/>
                      <a:gd name="connsiteY4" fmla="*/ 20193 h 33171"/>
                      <a:gd name="connsiteX5" fmla="*/ 15455 w 43934"/>
                      <a:gd name="connsiteY5" fmla="*/ 6382 h 33171"/>
                      <a:gd name="connsiteX6" fmla="*/ 3073 w 43934"/>
                      <a:gd name="connsiteY6" fmla="*/ 0 h 3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934" h="33171">
                        <a:moveTo>
                          <a:pt x="3073" y="0"/>
                        </a:moveTo>
                        <a:cubicBezTo>
                          <a:pt x="787" y="5239"/>
                          <a:pt x="-547" y="10858"/>
                          <a:pt x="215" y="16478"/>
                        </a:cubicBezTo>
                        <a:cubicBezTo>
                          <a:pt x="1549" y="25717"/>
                          <a:pt x="10026" y="34290"/>
                          <a:pt x="19265" y="33052"/>
                        </a:cubicBezTo>
                        <a:cubicBezTo>
                          <a:pt x="23170" y="32575"/>
                          <a:pt x="26695" y="30480"/>
                          <a:pt x="30124" y="28480"/>
                        </a:cubicBezTo>
                        <a:cubicBezTo>
                          <a:pt x="34696" y="25717"/>
                          <a:pt x="39363" y="22955"/>
                          <a:pt x="43935" y="20193"/>
                        </a:cubicBezTo>
                        <a:cubicBezTo>
                          <a:pt x="34410" y="15716"/>
                          <a:pt x="24885" y="11049"/>
                          <a:pt x="15455" y="6382"/>
                        </a:cubicBezTo>
                        <a:cubicBezTo>
                          <a:pt x="11264" y="4381"/>
                          <a:pt x="7073" y="2286"/>
                          <a:pt x="3073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54" name="Forme libre : forme 17553">
                    <a:extLst>
                      <a:ext uri="{FF2B5EF4-FFF2-40B4-BE49-F238E27FC236}">
                        <a16:creationId xmlns:a16="http://schemas.microsoft.com/office/drawing/2014/main" id="{8C1CB65D-5BAA-4548-8497-037D1FC2CD6F}"/>
                      </a:ext>
                    </a:extLst>
                  </p:cNvPr>
                  <p:cNvSpPr/>
                  <p:nvPr/>
                </p:nvSpPr>
                <p:spPr>
                  <a:xfrm>
                    <a:off x="2338201" y="4344459"/>
                    <a:ext cx="86401" cy="60948"/>
                  </a:xfrm>
                  <a:custGeom>
                    <a:avLst/>
                    <a:gdLst>
                      <a:gd name="connsiteX0" fmla="*/ 85916 w 86401"/>
                      <a:gd name="connsiteY0" fmla="*/ 26468 h 60948"/>
                      <a:gd name="connsiteX1" fmla="*/ 77819 w 86401"/>
                      <a:gd name="connsiteY1" fmla="*/ 3893 h 60948"/>
                      <a:gd name="connsiteX2" fmla="*/ 30480 w 86401"/>
                      <a:gd name="connsiteY2" fmla="*/ 9608 h 60948"/>
                      <a:gd name="connsiteX3" fmla="*/ 5429 w 86401"/>
                      <a:gd name="connsiteY3" fmla="*/ 31135 h 60948"/>
                      <a:gd name="connsiteX4" fmla="*/ 0 w 86401"/>
                      <a:gd name="connsiteY4" fmla="*/ 40660 h 60948"/>
                      <a:gd name="connsiteX5" fmla="*/ 12383 w 86401"/>
                      <a:gd name="connsiteY5" fmla="*/ 47137 h 60948"/>
                      <a:gd name="connsiteX6" fmla="*/ 40862 w 86401"/>
                      <a:gd name="connsiteY6" fmla="*/ 60948 h 60948"/>
                      <a:gd name="connsiteX7" fmla="*/ 68294 w 86401"/>
                      <a:gd name="connsiteY7" fmla="*/ 44565 h 60948"/>
                      <a:gd name="connsiteX8" fmla="*/ 85916 w 86401"/>
                      <a:gd name="connsiteY8" fmla="*/ 26468 h 60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6401" h="60948">
                        <a:moveTo>
                          <a:pt x="85916" y="26468"/>
                        </a:moveTo>
                        <a:cubicBezTo>
                          <a:pt x="87821" y="19228"/>
                          <a:pt x="83915" y="8561"/>
                          <a:pt x="77819" y="3893"/>
                        </a:cubicBezTo>
                        <a:cubicBezTo>
                          <a:pt x="65818" y="-5156"/>
                          <a:pt x="41815" y="3607"/>
                          <a:pt x="30480" y="9608"/>
                        </a:cubicBezTo>
                        <a:cubicBezTo>
                          <a:pt x="20669" y="14752"/>
                          <a:pt x="11906" y="22086"/>
                          <a:pt x="5429" y="31135"/>
                        </a:cubicBezTo>
                        <a:cubicBezTo>
                          <a:pt x="3334" y="34087"/>
                          <a:pt x="1524" y="37326"/>
                          <a:pt x="0" y="40660"/>
                        </a:cubicBezTo>
                        <a:cubicBezTo>
                          <a:pt x="4001" y="42946"/>
                          <a:pt x="8192" y="45041"/>
                          <a:pt x="12383" y="47137"/>
                        </a:cubicBezTo>
                        <a:cubicBezTo>
                          <a:pt x="21812" y="51804"/>
                          <a:pt x="31337" y="56376"/>
                          <a:pt x="40862" y="60948"/>
                        </a:cubicBezTo>
                        <a:cubicBezTo>
                          <a:pt x="50006" y="55519"/>
                          <a:pt x="59150" y="49994"/>
                          <a:pt x="68294" y="44565"/>
                        </a:cubicBezTo>
                        <a:cubicBezTo>
                          <a:pt x="75247" y="40279"/>
                          <a:pt x="83725" y="34945"/>
                          <a:pt x="85916" y="2646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55" name="Forme libre : forme 17554">
                    <a:extLst>
                      <a:ext uri="{FF2B5EF4-FFF2-40B4-BE49-F238E27FC236}">
                        <a16:creationId xmlns:a16="http://schemas.microsoft.com/office/drawing/2014/main" id="{8D7D345E-A3B0-4087-BEE2-69270221FAF9}"/>
                      </a:ext>
                    </a:extLst>
                  </p:cNvPr>
                  <p:cNvSpPr/>
                  <p:nvPr/>
                </p:nvSpPr>
                <p:spPr>
                  <a:xfrm>
                    <a:off x="3443006" y="4110953"/>
                    <a:ext cx="51444" cy="64235"/>
                  </a:xfrm>
                  <a:custGeom>
                    <a:avLst/>
                    <a:gdLst>
                      <a:gd name="connsiteX0" fmla="*/ 1048 w 51444"/>
                      <a:gd name="connsiteY0" fmla="*/ 63187 h 64235"/>
                      <a:gd name="connsiteX1" fmla="*/ 0 w 51444"/>
                      <a:gd name="connsiteY1" fmla="*/ 64235 h 64235"/>
                      <a:gd name="connsiteX2" fmla="*/ 33242 w 51444"/>
                      <a:gd name="connsiteY2" fmla="*/ 44423 h 64235"/>
                      <a:gd name="connsiteX3" fmla="*/ 50959 w 51444"/>
                      <a:gd name="connsiteY3" fmla="*/ 26421 h 64235"/>
                      <a:gd name="connsiteX4" fmla="*/ 42863 w 51444"/>
                      <a:gd name="connsiteY4" fmla="*/ 3847 h 64235"/>
                      <a:gd name="connsiteX5" fmla="*/ 12287 w 51444"/>
                      <a:gd name="connsiteY5" fmla="*/ 2799 h 64235"/>
                      <a:gd name="connsiteX6" fmla="*/ 17716 w 51444"/>
                      <a:gd name="connsiteY6" fmla="*/ 16134 h 64235"/>
                      <a:gd name="connsiteX7" fmla="*/ 1048 w 51444"/>
                      <a:gd name="connsiteY7" fmla="*/ 63187 h 64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444" h="64235">
                        <a:moveTo>
                          <a:pt x="1048" y="63187"/>
                        </a:moveTo>
                        <a:cubicBezTo>
                          <a:pt x="667" y="63568"/>
                          <a:pt x="381" y="63854"/>
                          <a:pt x="0" y="64235"/>
                        </a:cubicBezTo>
                        <a:cubicBezTo>
                          <a:pt x="11049" y="57663"/>
                          <a:pt x="22193" y="50995"/>
                          <a:pt x="33242" y="44423"/>
                        </a:cubicBezTo>
                        <a:cubicBezTo>
                          <a:pt x="40291" y="40232"/>
                          <a:pt x="48768" y="34803"/>
                          <a:pt x="50959" y="26421"/>
                        </a:cubicBezTo>
                        <a:cubicBezTo>
                          <a:pt x="52864" y="19182"/>
                          <a:pt x="48958" y="8514"/>
                          <a:pt x="42863" y="3847"/>
                        </a:cubicBezTo>
                        <a:cubicBezTo>
                          <a:pt x="35338" y="-1773"/>
                          <a:pt x="23146" y="-440"/>
                          <a:pt x="12287" y="2799"/>
                        </a:cubicBezTo>
                        <a:cubicBezTo>
                          <a:pt x="14288" y="6418"/>
                          <a:pt x="16192" y="10800"/>
                          <a:pt x="17716" y="16134"/>
                        </a:cubicBezTo>
                        <a:cubicBezTo>
                          <a:pt x="23717" y="37089"/>
                          <a:pt x="15526" y="49757"/>
                          <a:pt x="1048" y="6318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56" name="Forme libre : forme 17555">
                    <a:extLst>
                      <a:ext uri="{FF2B5EF4-FFF2-40B4-BE49-F238E27FC236}">
                        <a16:creationId xmlns:a16="http://schemas.microsoft.com/office/drawing/2014/main" id="{ADEB2B4E-E1E2-4884-BE19-76D537CE5653}"/>
                      </a:ext>
                    </a:extLst>
                  </p:cNvPr>
                  <p:cNvSpPr/>
                  <p:nvPr/>
                </p:nvSpPr>
                <p:spPr>
                  <a:xfrm>
                    <a:off x="3404809" y="4113657"/>
                    <a:ext cx="57904" cy="70985"/>
                  </a:xfrm>
                  <a:custGeom>
                    <a:avLst/>
                    <a:gdLst>
                      <a:gd name="connsiteX0" fmla="*/ 8478 w 57904"/>
                      <a:gd name="connsiteY0" fmla="*/ 28289 h 70985"/>
                      <a:gd name="connsiteX1" fmla="*/ 287 w 57904"/>
                      <a:gd name="connsiteY1" fmla="*/ 54292 h 70985"/>
                      <a:gd name="connsiteX2" fmla="*/ 19337 w 57904"/>
                      <a:gd name="connsiteY2" fmla="*/ 70866 h 70985"/>
                      <a:gd name="connsiteX3" fmla="*/ 30195 w 57904"/>
                      <a:gd name="connsiteY3" fmla="*/ 66294 h 70985"/>
                      <a:gd name="connsiteX4" fmla="*/ 38196 w 57904"/>
                      <a:gd name="connsiteY4" fmla="*/ 61531 h 70985"/>
                      <a:gd name="connsiteX5" fmla="*/ 39244 w 57904"/>
                      <a:gd name="connsiteY5" fmla="*/ 60484 h 70985"/>
                      <a:gd name="connsiteX6" fmla="*/ 55817 w 57904"/>
                      <a:gd name="connsiteY6" fmla="*/ 13335 h 70985"/>
                      <a:gd name="connsiteX7" fmla="*/ 50388 w 57904"/>
                      <a:gd name="connsiteY7" fmla="*/ 0 h 70985"/>
                      <a:gd name="connsiteX8" fmla="*/ 33624 w 57904"/>
                      <a:gd name="connsiteY8" fmla="*/ 6763 h 70985"/>
                      <a:gd name="connsiteX9" fmla="*/ 8478 w 57904"/>
                      <a:gd name="connsiteY9" fmla="*/ 28289 h 70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7904" h="70985">
                        <a:moveTo>
                          <a:pt x="8478" y="28289"/>
                        </a:moveTo>
                        <a:cubicBezTo>
                          <a:pt x="2954" y="35814"/>
                          <a:pt x="-1142" y="45053"/>
                          <a:pt x="287" y="54292"/>
                        </a:cubicBezTo>
                        <a:cubicBezTo>
                          <a:pt x="1620" y="63532"/>
                          <a:pt x="10097" y="72104"/>
                          <a:pt x="19337" y="70866"/>
                        </a:cubicBezTo>
                        <a:cubicBezTo>
                          <a:pt x="23242" y="70390"/>
                          <a:pt x="26766" y="68294"/>
                          <a:pt x="30195" y="66294"/>
                        </a:cubicBezTo>
                        <a:cubicBezTo>
                          <a:pt x="32862" y="64675"/>
                          <a:pt x="35529" y="63055"/>
                          <a:pt x="38196" y="61531"/>
                        </a:cubicBezTo>
                        <a:cubicBezTo>
                          <a:pt x="38577" y="61150"/>
                          <a:pt x="38863" y="60770"/>
                          <a:pt x="39244" y="60484"/>
                        </a:cubicBezTo>
                        <a:cubicBezTo>
                          <a:pt x="53817" y="47054"/>
                          <a:pt x="62009" y="34385"/>
                          <a:pt x="55817" y="13335"/>
                        </a:cubicBezTo>
                        <a:cubicBezTo>
                          <a:pt x="54293" y="8001"/>
                          <a:pt x="52388" y="3620"/>
                          <a:pt x="50388" y="0"/>
                        </a:cubicBezTo>
                        <a:cubicBezTo>
                          <a:pt x="43911" y="1905"/>
                          <a:pt x="37911" y="4572"/>
                          <a:pt x="33624" y="6763"/>
                        </a:cubicBezTo>
                        <a:cubicBezTo>
                          <a:pt x="23718" y="12002"/>
                          <a:pt x="15050" y="19336"/>
                          <a:pt x="8478" y="2828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57" name="Forme libre : forme 17556">
                    <a:extLst>
                      <a:ext uri="{FF2B5EF4-FFF2-40B4-BE49-F238E27FC236}">
                        <a16:creationId xmlns:a16="http://schemas.microsoft.com/office/drawing/2014/main" id="{91EB8DA2-A6F9-4359-BB47-2D0FD3D37246}"/>
                      </a:ext>
                    </a:extLst>
                  </p:cNvPr>
                  <p:cNvSpPr/>
                  <p:nvPr/>
                </p:nvSpPr>
                <p:spPr>
                  <a:xfrm>
                    <a:off x="3661128" y="4197762"/>
                    <a:ext cx="41347" cy="55245"/>
                  </a:xfrm>
                  <a:custGeom>
                    <a:avLst/>
                    <a:gdLst>
                      <a:gd name="connsiteX0" fmla="*/ 0 w 41347"/>
                      <a:gd name="connsiteY0" fmla="*/ 55245 h 55245"/>
                      <a:gd name="connsiteX1" fmla="*/ 23146 w 41347"/>
                      <a:gd name="connsiteY1" fmla="*/ 41434 h 55245"/>
                      <a:gd name="connsiteX2" fmla="*/ 40862 w 41347"/>
                      <a:gd name="connsiteY2" fmla="*/ 23432 h 55245"/>
                      <a:gd name="connsiteX3" fmla="*/ 32766 w 41347"/>
                      <a:gd name="connsiteY3" fmla="*/ 857 h 55245"/>
                      <a:gd name="connsiteX4" fmla="*/ 31147 w 41347"/>
                      <a:gd name="connsiteY4" fmla="*/ 0 h 55245"/>
                      <a:gd name="connsiteX5" fmla="*/ 8191 w 41347"/>
                      <a:gd name="connsiteY5" fmla="*/ 39910 h 55245"/>
                      <a:gd name="connsiteX6" fmla="*/ 0 w 41347"/>
                      <a:gd name="connsiteY6" fmla="*/ 55245 h 55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347" h="55245">
                        <a:moveTo>
                          <a:pt x="0" y="55245"/>
                        </a:moveTo>
                        <a:cubicBezTo>
                          <a:pt x="7715" y="50673"/>
                          <a:pt x="15430" y="46006"/>
                          <a:pt x="23146" y="41434"/>
                        </a:cubicBezTo>
                        <a:cubicBezTo>
                          <a:pt x="30194" y="37243"/>
                          <a:pt x="38671" y="31813"/>
                          <a:pt x="40862" y="23432"/>
                        </a:cubicBezTo>
                        <a:cubicBezTo>
                          <a:pt x="42767" y="16193"/>
                          <a:pt x="38862" y="5525"/>
                          <a:pt x="32766" y="857"/>
                        </a:cubicBezTo>
                        <a:cubicBezTo>
                          <a:pt x="32290" y="476"/>
                          <a:pt x="31718" y="381"/>
                          <a:pt x="31147" y="0"/>
                        </a:cubicBezTo>
                        <a:cubicBezTo>
                          <a:pt x="23527" y="13335"/>
                          <a:pt x="15812" y="26575"/>
                          <a:pt x="8191" y="39910"/>
                        </a:cubicBezTo>
                        <a:cubicBezTo>
                          <a:pt x="5334" y="44958"/>
                          <a:pt x="2476" y="50006"/>
                          <a:pt x="0" y="5524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58" name="Forme libre : forme 17557">
                    <a:extLst>
                      <a:ext uri="{FF2B5EF4-FFF2-40B4-BE49-F238E27FC236}">
                        <a16:creationId xmlns:a16="http://schemas.microsoft.com/office/drawing/2014/main" id="{9FBD002B-9ABB-4D82-AAA5-765F11640C83}"/>
                      </a:ext>
                    </a:extLst>
                  </p:cNvPr>
                  <p:cNvSpPr/>
                  <p:nvPr/>
                </p:nvSpPr>
                <p:spPr>
                  <a:xfrm>
                    <a:off x="3612931" y="4194899"/>
                    <a:ext cx="79534" cy="73658"/>
                  </a:xfrm>
                  <a:custGeom>
                    <a:avLst/>
                    <a:gdLst>
                      <a:gd name="connsiteX0" fmla="*/ 33529 w 79534"/>
                      <a:gd name="connsiteY0" fmla="*/ 9435 h 73658"/>
                      <a:gd name="connsiteX1" fmla="*/ 8478 w 79534"/>
                      <a:gd name="connsiteY1" fmla="*/ 30962 h 73658"/>
                      <a:gd name="connsiteX2" fmla="*/ 287 w 79534"/>
                      <a:gd name="connsiteY2" fmla="*/ 56965 h 73658"/>
                      <a:gd name="connsiteX3" fmla="*/ 19337 w 79534"/>
                      <a:gd name="connsiteY3" fmla="*/ 73538 h 73658"/>
                      <a:gd name="connsiteX4" fmla="*/ 30195 w 79534"/>
                      <a:gd name="connsiteY4" fmla="*/ 68966 h 73658"/>
                      <a:gd name="connsiteX5" fmla="*/ 48388 w 79534"/>
                      <a:gd name="connsiteY5" fmla="*/ 58108 h 73658"/>
                      <a:gd name="connsiteX6" fmla="*/ 56579 w 79534"/>
                      <a:gd name="connsiteY6" fmla="*/ 42773 h 73658"/>
                      <a:gd name="connsiteX7" fmla="*/ 79534 w 79534"/>
                      <a:gd name="connsiteY7" fmla="*/ 2863 h 73658"/>
                      <a:gd name="connsiteX8" fmla="*/ 33529 w 79534"/>
                      <a:gd name="connsiteY8" fmla="*/ 9435 h 73658"/>
                      <a:gd name="connsiteX9" fmla="*/ 52674 w 79534"/>
                      <a:gd name="connsiteY9" fmla="*/ 35057 h 73658"/>
                      <a:gd name="connsiteX10" fmla="*/ 44292 w 79534"/>
                      <a:gd name="connsiteY10" fmla="*/ 26866 h 73658"/>
                      <a:gd name="connsiteX11" fmla="*/ 52483 w 79534"/>
                      <a:gd name="connsiteY11" fmla="*/ 18484 h 73658"/>
                      <a:gd name="connsiteX12" fmla="*/ 60866 w 79534"/>
                      <a:gd name="connsiteY12" fmla="*/ 26675 h 73658"/>
                      <a:gd name="connsiteX13" fmla="*/ 52674 w 79534"/>
                      <a:gd name="connsiteY13" fmla="*/ 35057 h 73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9534" h="73658">
                        <a:moveTo>
                          <a:pt x="33529" y="9435"/>
                        </a:moveTo>
                        <a:cubicBezTo>
                          <a:pt x="23718" y="14579"/>
                          <a:pt x="14955" y="21913"/>
                          <a:pt x="8478" y="30962"/>
                        </a:cubicBezTo>
                        <a:cubicBezTo>
                          <a:pt x="2954" y="38487"/>
                          <a:pt x="-1142" y="47726"/>
                          <a:pt x="287" y="56965"/>
                        </a:cubicBezTo>
                        <a:cubicBezTo>
                          <a:pt x="1620" y="66204"/>
                          <a:pt x="10097" y="74777"/>
                          <a:pt x="19337" y="73538"/>
                        </a:cubicBezTo>
                        <a:cubicBezTo>
                          <a:pt x="23242" y="73062"/>
                          <a:pt x="26766" y="70967"/>
                          <a:pt x="30195" y="68966"/>
                        </a:cubicBezTo>
                        <a:cubicBezTo>
                          <a:pt x="36291" y="65347"/>
                          <a:pt x="42292" y="61728"/>
                          <a:pt x="48388" y="58108"/>
                        </a:cubicBezTo>
                        <a:cubicBezTo>
                          <a:pt x="50864" y="52869"/>
                          <a:pt x="53722" y="47821"/>
                          <a:pt x="56579" y="42773"/>
                        </a:cubicBezTo>
                        <a:cubicBezTo>
                          <a:pt x="64199" y="29438"/>
                          <a:pt x="71915" y="16198"/>
                          <a:pt x="79534" y="2863"/>
                        </a:cubicBezTo>
                        <a:cubicBezTo>
                          <a:pt x="66962" y="-4376"/>
                          <a:pt x="44483" y="3720"/>
                          <a:pt x="33529" y="9435"/>
                        </a:cubicBezTo>
                        <a:close/>
                        <a:moveTo>
                          <a:pt x="52674" y="35057"/>
                        </a:moveTo>
                        <a:cubicBezTo>
                          <a:pt x="48102" y="35153"/>
                          <a:pt x="44292" y="31438"/>
                          <a:pt x="44292" y="26866"/>
                        </a:cubicBezTo>
                        <a:cubicBezTo>
                          <a:pt x="44292" y="22294"/>
                          <a:pt x="47912" y="18484"/>
                          <a:pt x="52483" y="18484"/>
                        </a:cubicBezTo>
                        <a:cubicBezTo>
                          <a:pt x="57056" y="18484"/>
                          <a:pt x="60866" y="22104"/>
                          <a:pt x="60866" y="26675"/>
                        </a:cubicBezTo>
                        <a:cubicBezTo>
                          <a:pt x="60866" y="31247"/>
                          <a:pt x="57246" y="34962"/>
                          <a:pt x="52674" y="3505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59" name="Forme libre : forme 17558">
                    <a:extLst>
                      <a:ext uri="{FF2B5EF4-FFF2-40B4-BE49-F238E27FC236}">
                        <a16:creationId xmlns:a16="http://schemas.microsoft.com/office/drawing/2014/main" id="{4CA81887-22B1-4B60-9F58-AC01C664E16C}"/>
                      </a:ext>
                    </a:extLst>
                  </p:cNvPr>
                  <p:cNvSpPr/>
                  <p:nvPr/>
                </p:nvSpPr>
                <p:spPr>
                  <a:xfrm>
                    <a:off x="4226056" y="4176998"/>
                    <a:ext cx="8286" cy="4952"/>
                  </a:xfrm>
                  <a:custGeom>
                    <a:avLst/>
                    <a:gdLst>
                      <a:gd name="connsiteX0" fmla="*/ 1048 w 8286"/>
                      <a:gd name="connsiteY0" fmla="*/ 95 h 4952"/>
                      <a:gd name="connsiteX1" fmla="*/ 0 w 8286"/>
                      <a:gd name="connsiteY1" fmla="*/ 4953 h 4952"/>
                      <a:gd name="connsiteX2" fmla="*/ 8287 w 8286"/>
                      <a:gd name="connsiteY2" fmla="*/ 0 h 4952"/>
                      <a:gd name="connsiteX3" fmla="*/ 4667 w 8286"/>
                      <a:gd name="connsiteY3" fmla="*/ 476 h 4952"/>
                      <a:gd name="connsiteX4" fmla="*/ 1048 w 8286"/>
                      <a:gd name="connsiteY4" fmla="*/ 95 h 4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86" h="4952">
                        <a:moveTo>
                          <a:pt x="1048" y="95"/>
                        </a:moveTo>
                        <a:cubicBezTo>
                          <a:pt x="762" y="1714"/>
                          <a:pt x="381" y="3334"/>
                          <a:pt x="0" y="4953"/>
                        </a:cubicBezTo>
                        <a:cubicBezTo>
                          <a:pt x="2762" y="3334"/>
                          <a:pt x="5524" y="1619"/>
                          <a:pt x="8287" y="0"/>
                        </a:cubicBezTo>
                        <a:cubicBezTo>
                          <a:pt x="7144" y="286"/>
                          <a:pt x="5905" y="476"/>
                          <a:pt x="4667" y="476"/>
                        </a:cubicBezTo>
                        <a:cubicBezTo>
                          <a:pt x="3429" y="571"/>
                          <a:pt x="2286" y="381"/>
                          <a:pt x="1048" y="9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60" name="Forme libre : forme 17559">
                    <a:extLst>
                      <a:ext uri="{FF2B5EF4-FFF2-40B4-BE49-F238E27FC236}">
                        <a16:creationId xmlns:a16="http://schemas.microsoft.com/office/drawing/2014/main" id="{33EA2DF4-783A-418C-8363-B46459FBC30D}"/>
                      </a:ext>
                    </a:extLst>
                  </p:cNvPr>
                  <p:cNvSpPr/>
                  <p:nvPr/>
                </p:nvSpPr>
                <p:spPr>
                  <a:xfrm>
                    <a:off x="4212816" y="4126181"/>
                    <a:ext cx="50492" cy="45959"/>
                  </a:xfrm>
                  <a:custGeom>
                    <a:avLst/>
                    <a:gdLst>
                      <a:gd name="connsiteX0" fmla="*/ 11811 w 50492"/>
                      <a:gd name="connsiteY0" fmla="*/ 20051 h 45959"/>
                      <a:gd name="connsiteX1" fmla="*/ 17526 w 50492"/>
                      <a:gd name="connsiteY1" fmla="*/ 18908 h 45959"/>
                      <a:gd name="connsiteX2" fmla="*/ 34004 w 50492"/>
                      <a:gd name="connsiteY2" fmla="*/ 34910 h 45959"/>
                      <a:gd name="connsiteX3" fmla="*/ 29813 w 50492"/>
                      <a:gd name="connsiteY3" fmla="*/ 45959 h 45959"/>
                      <a:gd name="connsiteX4" fmla="*/ 32290 w 50492"/>
                      <a:gd name="connsiteY4" fmla="*/ 44435 h 45959"/>
                      <a:gd name="connsiteX5" fmla="*/ 50006 w 50492"/>
                      <a:gd name="connsiteY5" fmla="*/ 26433 h 45959"/>
                      <a:gd name="connsiteX6" fmla="*/ 41910 w 50492"/>
                      <a:gd name="connsiteY6" fmla="*/ 3859 h 45959"/>
                      <a:gd name="connsiteX7" fmla="*/ 0 w 50492"/>
                      <a:gd name="connsiteY7" fmla="*/ 7002 h 45959"/>
                      <a:gd name="connsiteX8" fmla="*/ 5715 w 50492"/>
                      <a:gd name="connsiteY8" fmla="*/ 11288 h 45959"/>
                      <a:gd name="connsiteX9" fmla="*/ 11811 w 50492"/>
                      <a:gd name="connsiteY9" fmla="*/ 20051 h 4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0492" h="45959">
                        <a:moveTo>
                          <a:pt x="11811" y="20051"/>
                        </a:moveTo>
                        <a:cubicBezTo>
                          <a:pt x="13621" y="19385"/>
                          <a:pt x="15526" y="18908"/>
                          <a:pt x="17526" y="18908"/>
                        </a:cubicBezTo>
                        <a:cubicBezTo>
                          <a:pt x="26479" y="18813"/>
                          <a:pt x="33814" y="25957"/>
                          <a:pt x="34004" y="34910"/>
                        </a:cubicBezTo>
                        <a:cubicBezTo>
                          <a:pt x="34100" y="39197"/>
                          <a:pt x="32385" y="43006"/>
                          <a:pt x="29813" y="45959"/>
                        </a:cubicBezTo>
                        <a:cubicBezTo>
                          <a:pt x="30671" y="45483"/>
                          <a:pt x="31433" y="45007"/>
                          <a:pt x="32290" y="44435"/>
                        </a:cubicBezTo>
                        <a:cubicBezTo>
                          <a:pt x="39338" y="40244"/>
                          <a:pt x="47816" y="34815"/>
                          <a:pt x="50006" y="26433"/>
                        </a:cubicBezTo>
                        <a:cubicBezTo>
                          <a:pt x="51911" y="19194"/>
                          <a:pt x="48006" y="8526"/>
                          <a:pt x="41910" y="3859"/>
                        </a:cubicBezTo>
                        <a:cubicBezTo>
                          <a:pt x="31623" y="-3856"/>
                          <a:pt x="12478" y="1478"/>
                          <a:pt x="0" y="7002"/>
                        </a:cubicBezTo>
                        <a:cubicBezTo>
                          <a:pt x="2000" y="8145"/>
                          <a:pt x="3905" y="9574"/>
                          <a:pt x="5715" y="11288"/>
                        </a:cubicBezTo>
                        <a:cubicBezTo>
                          <a:pt x="8382" y="13955"/>
                          <a:pt x="10287" y="16908"/>
                          <a:pt x="11811" y="2005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61" name="Forme libre : forme 17560">
                    <a:extLst>
                      <a:ext uri="{FF2B5EF4-FFF2-40B4-BE49-F238E27FC236}">
                        <a16:creationId xmlns:a16="http://schemas.microsoft.com/office/drawing/2014/main" id="{EA0B6E45-68F1-48E9-A6CD-565172C6E850}"/>
                      </a:ext>
                    </a:extLst>
                  </p:cNvPr>
                  <p:cNvSpPr/>
                  <p:nvPr/>
                </p:nvSpPr>
                <p:spPr>
                  <a:xfrm>
                    <a:off x="4173763" y="4133183"/>
                    <a:ext cx="53531" cy="66794"/>
                  </a:xfrm>
                  <a:custGeom>
                    <a:avLst/>
                    <a:gdLst>
                      <a:gd name="connsiteX0" fmla="*/ 8478 w 53531"/>
                      <a:gd name="connsiteY0" fmla="*/ 24098 h 66794"/>
                      <a:gd name="connsiteX1" fmla="*/ 287 w 53531"/>
                      <a:gd name="connsiteY1" fmla="*/ 50102 h 66794"/>
                      <a:gd name="connsiteX2" fmla="*/ 19337 w 53531"/>
                      <a:gd name="connsiteY2" fmla="*/ 66675 h 66794"/>
                      <a:gd name="connsiteX3" fmla="*/ 30195 w 53531"/>
                      <a:gd name="connsiteY3" fmla="*/ 62103 h 66794"/>
                      <a:gd name="connsiteX4" fmla="*/ 52484 w 53531"/>
                      <a:gd name="connsiteY4" fmla="*/ 48768 h 66794"/>
                      <a:gd name="connsiteX5" fmla="*/ 53531 w 53531"/>
                      <a:gd name="connsiteY5" fmla="*/ 43910 h 66794"/>
                      <a:gd name="connsiteX6" fmla="*/ 40768 w 53531"/>
                      <a:gd name="connsiteY6" fmla="*/ 28289 h 66794"/>
                      <a:gd name="connsiteX7" fmla="*/ 51055 w 53531"/>
                      <a:gd name="connsiteY7" fmla="*/ 13049 h 66794"/>
                      <a:gd name="connsiteX8" fmla="*/ 44864 w 53531"/>
                      <a:gd name="connsiteY8" fmla="*/ 4286 h 66794"/>
                      <a:gd name="connsiteX9" fmla="*/ 39149 w 53531"/>
                      <a:gd name="connsiteY9" fmla="*/ 0 h 66794"/>
                      <a:gd name="connsiteX10" fmla="*/ 33624 w 53531"/>
                      <a:gd name="connsiteY10" fmla="*/ 2572 h 66794"/>
                      <a:gd name="connsiteX11" fmla="*/ 8478 w 53531"/>
                      <a:gd name="connsiteY11" fmla="*/ 24098 h 66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3531" h="66794">
                        <a:moveTo>
                          <a:pt x="8478" y="24098"/>
                        </a:moveTo>
                        <a:cubicBezTo>
                          <a:pt x="2954" y="31623"/>
                          <a:pt x="-1142" y="40862"/>
                          <a:pt x="287" y="50102"/>
                        </a:cubicBezTo>
                        <a:cubicBezTo>
                          <a:pt x="1715" y="59341"/>
                          <a:pt x="10098" y="67913"/>
                          <a:pt x="19337" y="66675"/>
                        </a:cubicBezTo>
                        <a:cubicBezTo>
                          <a:pt x="23242" y="66199"/>
                          <a:pt x="26766" y="64103"/>
                          <a:pt x="30195" y="62103"/>
                        </a:cubicBezTo>
                        <a:cubicBezTo>
                          <a:pt x="37625" y="57626"/>
                          <a:pt x="45054" y="53245"/>
                          <a:pt x="52484" y="48768"/>
                        </a:cubicBezTo>
                        <a:cubicBezTo>
                          <a:pt x="52865" y="47149"/>
                          <a:pt x="53246" y="45529"/>
                          <a:pt x="53531" y="43910"/>
                        </a:cubicBezTo>
                        <a:cubicBezTo>
                          <a:pt x="46292" y="42386"/>
                          <a:pt x="40863" y="36004"/>
                          <a:pt x="40768" y="28289"/>
                        </a:cubicBezTo>
                        <a:cubicBezTo>
                          <a:pt x="40673" y="21336"/>
                          <a:pt x="44959" y="15430"/>
                          <a:pt x="51055" y="13049"/>
                        </a:cubicBezTo>
                        <a:cubicBezTo>
                          <a:pt x="49531" y="9906"/>
                          <a:pt x="47626" y="6953"/>
                          <a:pt x="44864" y="4286"/>
                        </a:cubicBezTo>
                        <a:cubicBezTo>
                          <a:pt x="43054" y="2572"/>
                          <a:pt x="41149" y="1143"/>
                          <a:pt x="39149" y="0"/>
                        </a:cubicBezTo>
                        <a:cubicBezTo>
                          <a:pt x="37148" y="857"/>
                          <a:pt x="35243" y="1810"/>
                          <a:pt x="33624" y="2572"/>
                        </a:cubicBezTo>
                        <a:cubicBezTo>
                          <a:pt x="23718" y="7811"/>
                          <a:pt x="14955" y="15145"/>
                          <a:pt x="8478" y="2409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62" name="Forme libre : forme 17561">
                    <a:extLst>
                      <a:ext uri="{FF2B5EF4-FFF2-40B4-BE49-F238E27FC236}">
                        <a16:creationId xmlns:a16="http://schemas.microsoft.com/office/drawing/2014/main" id="{734F6F24-B8AA-49B9-A6C3-D745A6840618}"/>
                      </a:ext>
                    </a:extLst>
                  </p:cNvPr>
                  <p:cNvSpPr/>
                  <p:nvPr/>
                </p:nvSpPr>
                <p:spPr>
                  <a:xfrm>
                    <a:off x="4287683" y="4261973"/>
                    <a:ext cx="80009" cy="42374"/>
                  </a:xfrm>
                  <a:custGeom>
                    <a:avLst/>
                    <a:gdLst>
                      <a:gd name="connsiteX0" fmla="*/ 80010 w 80009"/>
                      <a:gd name="connsiteY0" fmla="*/ 5227 h 42374"/>
                      <a:gd name="connsiteX1" fmla="*/ 78581 w 80009"/>
                      <a:gd name="connsiteY1" fmla="*/ 3893 h 42374"/>
                      <a:gd name="connsiteX2" fmla="*/ 31242 w 80009"/>
                      <a:gd name="connsiteY2" fmla="*/ 9608 h 42374"/>
                      <a:gd name="connsiteX3" fmla="*/ 6191 w 80009"/>
                      <a:gd name="connsiteY3" fmla="*/ 31135 h 42374"/>
                      <a:gd name="connsiteX4" fmla="*/ 0 w 80009"/>
                      <a:gd name="connsiteY4" fmla="*/ 42374 h 42374"/>
                      <a:gd name="connsiteX5" fmla="*/ 3810 w 80009"/>
                      <a:gd name="connsiteY5" fmla="*/ 39707 h 42374"/>
                      <a:gd name="connsiteX6" fmla="*/ 80010 w 80009"/>
                      <a:gd name="connsiteY6" fmla="*/ 5227 h 42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09" h="42374">
                        <a:moveTo>
                          <a:pt x="80010" y="5227"/>
                        </a:moveTo>
                        <a:cubicBezTo>
                          <a:pt x="79534" y="4751"/>
                          <a:pt x="79057" y="4274"/>
                          <a:pt x="78581" y="3893"/>
                        </a:cubicBezTo>
                        <a:cubicBezTo>
                          <a:pt x="66580" y="-5156"/>
                          <a:pt x="42577" y="3607"/>
                          <a:pt x="31242" y="9608"/>
                        </a:cubicBezTo>
                        <a:cubicBezTo>
                          <a:pt x="21431" y="14752"/>
                          <a:pt x="12668" y="22086"/>
                          <a:pt x="6191" y="31135"/>
                        </a:cubicBezTo>
                        <a:cubicBezTo>
                          <a:pt x="3715" y="34564"/>
                          <a:pt x="1524" y="38374"/>
                          <a:pt x="0" y="42374"/>
                        </a:cubicBezTo>
                        <a:cubicBezTo>
                          <a:pt x="1238" y="41517"/>
                          <a:pt x="2476" y="40564"/>
                          <a:pt x="3810" y="39707"/>
                        </a:cubicBezTo>
                        <a:cubicBezTo>
                          <a:pt x="23146" y="26658"/>
                          <a:pt x="52197" y="9608"/>
                          <a:pt x="80010" y="522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63" name="Forme libre : forme 17562">
                    <a:extLst>
                      <a:ext uri="{FF2B5EF4-FFF2-40B4-BE49-F238E27FC236}">
                        <a16:creationId xmlns:a16="http://schemas.microsoft.com/office/drawing/2014/main" id="{1E94C93E-D63D-4433-988B-878DC2E13627}"/>
                      </a:ext>
                    </a:extLst>
                  </p:cNvPr>
                  <p:cNvSpPr/>
                  <p:nvPr/>
                </p:nvSpPr>
                <p:spPr>
                  <a:xfrm>
                    <a:off x="4285323" y="4267200"/>
                    <a:ext cx="89507" cy="68604"/>
                  </a:xfrm>
                  <a:custGeom>
                    <a:avLst/>
                    <a:gdLst>
                      <a:gd name="connsiteX0" fmla="*/ 264 w 89507"/>
                      <a:gd name="connsiteY0" fmla="*/ 51911 h 68604"/>
                      <a:gd name="connsiteX1" fmla="*/ 19314 w 89507"/>
                      <a:gd name="connsiteY1" fmla="*/ 68485 h 68604"/>
                      <a:gd name="connsiteX2" fmla="*/ 30173 w 89507"/>
                      <a:gd name="connsiteY2" fmla="*/ 63913 h 68604"/>
                      <a:gd name="connsiteX3" fmla="*/ 60462 w 89507"/>
                      <a:gd name="connsiteY3" fmla="*/ 45815 h 68604"/>
                      <a:gd name="connsiteX4" fmla="*/ 59891 w 89507"/>
                      <a:gd name="connsiteY4" fmla="*/ 41910 h 68604"/>
                      <a:gd name="connsiteX5" fmla="*/ 75893 w 89507"/>
                      <a:gd name="connsiteY5" fmla="*/ 25432 h 68604"/>
                      <a:gd name="connsiteX6" fmla="*/ 85323 w 89507"/>
                      <a:gd name="connsiteY6" fmla="*/ 28385 h 68604"/>
                      <a:gd name="connsiteX7" fmla="*/ 89037 w 89507"/>
                      <a:gd name="connsiteY7" fmla="*/ 21241 h 68604"/>
                      <a:gd name="connsiteX8" fmla="*/ 82370 w 89507"/>
                      <a:gd name="connsiteY8" fmla="*/ 0 h 68604"/>
                      <a:gd name="connsiteX9" fmla="*/ 6074 w 89507"/>
                      <a:gd name="connsiteY9" fmla="*/ 34480 h 68604"/>
                      <a:gd name="connsiteX10" fmla="*/ 2265 w 89507"/>
                      <a:gd name="connsiteY10" fmla="*/ 37147 h 68604"/>
                      <a:gd name="connsiteX11" fmla="*/ 264 w 89507"/>
                      <a:gd name="connsiteY11" fmla="*/ 51911 h 68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9507" h="68604">
                        <a:moveTo>
                          <a:pt x="264" y="51911"/>
                        </a:moveTo>
                        <a:cubicBezTo>
                          <a:pt x="1598" y="61151"/>
                          <a:pt x="10075" y="69723"/>
                          <a:pt x="19314" y="68485"/>
                        </a:cubicBezTo>
                        <a:cubicBezTo>
                          <a:pt x="23220" y="68009"/>
                          <a:pt x="26744" y="65913"/>
                          <a:pt x="30173" y="63913"/>
                        </a:cubicBezTo>
                        <a:cubicBezTo>
                          <a:pt x="40269" y="57912"/>
                          <a:pt x="50366" y="51816"/>
                          <a:pt x="60462" y="45815"/>
                        </a:cubicBezTo>
                        <a:cubicBezTo>
                          <a:pt x="60081" y="44577"/>
                          <a:pt x="59891" y="43244"/>
                          <a:pt x="59891" y="41910"/>
                        </a:cubicBezTo>
                        <a:cubicBezTo>
                          <a:pt x="59796" y="32956"/>
                          <a:pt x="66939" y="25622"/>
                          <a:pt x="75893" y="25432"/>
                        </a:cubicBezTo>
                        <a:cubicBezTo>
                          <a:pt x="79417" y="25432"/>
                          <a:pt x="82656" y="26479"/>
                          <a:pt x="85323" y="28385"/>
                        </a:cubicBezTo>
                        <a:cubicBezTo>
                          <a:pt x="87037" y="26289"/>
                          <a:pt x="88371" y="23908"/>
                          <a:pt x="89037" y="21241"/>
                        </a:cubicBezTo>
                        <a:cubicBezTo>
                          <a:pt x="90752" y="14573"/>
                          <a:pt x="87608" y="5048"/>
                          <a:pt x="82370" y="0"/>
                        </a:cubicBezTo>
                        <a:cubicBezTo>
                          <a:pt x="54557" y="4381"/>
                          <a:pt x="25506" y="21431"/>
                          <a:pt x="6074" y="34480"/>
                        </a:cubicBezTo>
                        <a:cubicBezTo>
                          <a:pt x="4836" y="35338"/>
                          <a:pt x="3598" y="36290"/>
                          <a:pt x="2265" y="37147"/>
                        </a:cubicBezTo>
                        <a:cubicBezTo>
                          <a:pt x="455" y="41910"/>
                          <a:pt x="-498" y="46863"/>
                          <a:pt x="264" y="5191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64" name="Forme libre : forme 17563">
                    <a:extLst>
                      <a:ext uri="{FF2B5EF4-FFF2-40B4-BE49-F238E27FC236}">
                        <a16:creationId xmlns:a16="http://schemas.microsoft.com/office/drawing/2014/main" id="{22BCD043-4176-48B5-9056-D360043D67AD}"/>
                      </a:ext>
                    </a:extLst>
                  </p:cNvPr>
                  <p:cNvSpPr/>
                  <p:nvPr/>
                </p:nvSpPr>
                <p:spPr>
                  <a:xfrm>
                    <a:off x="5120072" y="3932931"/>
                    <a:ext cx="38204" cy="49661"/>
                  </a:xfrm>
                  <a:custGeom>
                    <a:avLst/>
                    <a:gdLst>
                      <a:gd name="connsiteX0" fmla="*/ 4096 w 38204"/>
                      <a:gd name="connsiteY0" fmla="*/ 24802 h 49661"/>
                      <a:gd name="connsiteX1" fmla="*/ 14478 w 38204"/>
                      <a:gd name="connsiteY1" fmla="*/ 39756 h 49661"/>
                      <a:gd name="connsiteX2" fmla="*/ 11144 w 38204"/>
                      <a:gd name="connsiteY2" fmla="*/ 49662 h 49661"/>
                      <a:gd name="connsiteX3" fmla="*/ 20003 w 38204"/>
                      <a:gd name="connsiteY3" fmla="*/ 44423 h 49661"/>
                      <a:gd name="connsiteX4" fmla="*/ 37719 w 38204"/>
                      <a:gd name="connsiteY4" fmla="*/ 26421 h 49661"/>
                      <a:gd name="connsiteX5" fmla="*/ 29623 w 38204"/>
                      <a:gd name="connsiteY5" fmla="*/ 3847 h 49661"/>
                      <a:gd name="connsiteX6" fmla="*/ 0 w 38204"/>
                      <a:gd name="connsiteY6" fmla="*/ 2513 h 49661"/>
                      <a:gd name="connsiteX7" fmla="*/ 381 w 38204"/>
                      <a:gd name="connsiteY7" fmla="*/ 3275 h 49661"/>
                      <a:gd name="connsiteX8" fmla="*/ 4096 w 38204"/>
                      <a:gd name="connsiteY8" fmla="*/ 24802 h 49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204" h="49661">
                        <a:moveTo>
                          <a:pt x="4096" y="24802"/>
                        </a:moveTo>
                        <a:cubicBezTo>
                          <a:pt x="10096" y="27088"/>
                          <a:pt x="14383" y="32898"/>
                          <a:pt x="14478" y="39756"/>
                        </a:cubicBezTo>
                        <a:cubicBezTo>
                          <a:pt x="14574" y="43471"/>
                          <a:pt x="13240" y="46899"/>
                          <a:pt x="11144" y="49662"/>
                        </a:cubicBezTo>
                        <a:cubicBezTo>
                          <a:pt x="14097" y="47947"/>
                          <a:pt x="17050" y="46138"/>
                          <a:pt x="20003" y="44423"/>
                        </a:cubicBezTo>
                        <a:cubicBezTo>
                          <a:pt x="27051" y="40232"/>
                          <a:pt x="35528" y="34803"/>
                          <a:pt x="37719" y="26421"/>
                        </a:cubicBezTo>
                        <a:cubicBezTo>
                          <a:pt x="39624" y="19182"/>
                          <a:pt x="35719" y="8514"/>
                          <a:pt x="29623" y="3847"/>
                        </a:cubicBezTo>
                        <a:cubicBezTo>
                          <a:pt x="22384" y="-1583"/>
                          <a:pt x="10668" y="-535"/>
                          <a:pt x="0" y="2513"/>
                        </a:cubicBezTo>
                        <a:cubicBezTo>
                          <a:pt x="95" y="2799"/>
                          <a:pt x="286" y="2989"/>
                          <a:pt x="381" y="3275"/>
                        </a:cubicBezTo>
                        <a:cubicBezTo>
                          <a:pt x="2953" y="10038"/>
                          <a:pt x="4000" y="17372"/>
                          <a:pt x="4096" y="2480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65" name="Forme libre : forme 17564">
                    <a:extLst>
                      <a:ext uri="{FF2B5EF4-FFF2-40B4-BE49-F238E27FC236}">
                        <a16:creationId xmlns:a16="http://schemas.microsoft.com/office/drawing/2014/main" id="{E134FFC7-FABC-47E5-A2F7-A7D446D019FA}"/>
                      </a:ext>
                    </a:extLst>
                  </p:cNvPr>
                  <p:cNvSpPr/>
                  <p:nvPr/>
                </p:nvSpPr>
                <p:spPr>
                  <a:xfrm>
                    <a:off x="5120168" y="3988879"/>
                    <a:ext cx="666" cy="381"/>
                  </a:xfrm>
                  <a:custGeom>
                    <a:avLst/>
                    <a:gdLst>
                      <a:gd name="connsiteX0" fmla="*/ 0 w 666"/>
                      <a:gd name="connsiteY0" fmla="*/ 381 h 381"/>
                      <a:gd name="connsiteX1" fmla="*/ 667 w 666"/>
                      <a:gd name="connsiteY1" fmla="*/ 0 h 381"/>
                      <a:gd name="connsiteX2" fmla="*/ 95 w 666"/>
                      <a:gd name="connsiteY2" fmla="*/ 95 h 381"/>
                      <a:gd name="connsiteX3" fmla="*/ 0 w 666"/>
                      <a:gd name="connsiteY3" fmla="*/ 381 h 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6" h="381">
                        <a:moveTo>
                          <a:pt x="0" y="381"/>
                        </a:moveTo>
                        <a:cubicBezTo>
                          <a:pt x="191" y="286"/>
                          <a:pt x="381" y="95"/>
                          <a:pt x="667" y="0"/>
                        </a:cubicBezTo>
                        <a:cubicBezTo>
                          <a:pt x="476" y="0"/>
                          <a:pt x="286" y="0"/>
                          <a:pt x="95" y="95"/>
                        </a:cubicBezTo>
                        <a:cubicBezTo>
                          <a:pt x="0" y="190"/>
                          <a:pt x="0" y="286"/>
                          <a:pt x="0" y="38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66" name="Forme libre : forme 17565">
                    <a:extLst>
                      <a:ext uri="{FF2B5EF4-FFF2-40B4-BE49-F238E27FC236}">
                        <a16:creationId xmlns:a16="http://schemas.microsoft.com/office/drawing/2014/main" id="{4EDC2971-14EB-436F-88A0-AED317CB340B}"/>
                      </a:ext>
                    </a:extLst>
                  </p:cNvPr>
                  <p:cNvSpPr/>
                  <p:nvPr/>
                </p:nvSpPr>
                <p:spPr>
                  <a:xfrm>
                    <a:off x="5068732" y="3935539"/>
                    <a:ext cx="55436" cy="71176"/>
                  </a:xfrm>
                  <a:custGeom>
                    <a:avLst/>
                    <a:gdLst>
                      <a:gd name="connsiteX0" fmla="*/ 8478 w 55436"/>
                      <a:gd name="connsiteY0" fmla="*/ 28480 h 71176"/>
                      <a:gd name="connsiteX1" fmla="*/ 287 w 55436"/>
                      <a:gd name="connsiteY1" fmla="*/ 54483 h 71176"/>
                      <a:gd name="connsiteX2" fmla="*/ 19337 w 55436"/>
                      <a:gd name="connsiteY2" fmla="*/ 71057 h 71176"/>
                      <a:gd name="connsiteX3" fmla="*/ 30195 w 55436"/>
                      <a:gd name="connsiteY3" fmla="*/ 66485 h 71176"/>
                      <a:gd name="connsiteX4" fmla="*/ 51531 w 55436"/>
                      <a:gd name="connsiteY4" fmla="*/ 53721 h 71176"/>
                      <a:gd name="connsiteX5" fmla="*/ 51627 w 55436"/>
                      <a:gd name="connsiteY5" fmla="*/ 53435 h 71176"/>
                      <a:gd name="connsiteX6" fmla="*/ 49912 w 55436"/>
                      <a:gd name="connsiteY6" fmla="*/ 53626 h 71176"/>
                      <a:gd name="connsiteX7" fmla="*/ 33434 w 55436"/>
                      <a:gd name="connsiteY7" fmla="*/ 37624 h 71176"/>
                      <a:gd name="connsiteX8" fmla="*/ 49436 w 55436"/>
                      <a:gd name="connsiteY8" fmla="*/ 21146 h 71176"/>
                      <a:gd name="connsiteX9" fmla="*/ 55436 w 55436"/>
                      <a:gd name="connsiteY9" fmla="*/ 22288 h 71176"/>
                      <a:gd name="connsiteX10" fmla="*/ 51722 w 55436"/>
                      <a:gd name="connsiteY10" fmla="*/ 762 h 71176"/>
                      <a:gd name="connsiteX11" fmla="*/ 51341 w 55436"/>
                      <a:gd name="connsiteY11" fmla="*/ 0 h 71176"/>
                      <a:gd name="connsiteX12" fmla="*/ 33624 w 55436"/>
                      <a:gd name="connsiteY12" fmla="*/ 7049 h 71176"/>
                      <a:gd name="connsiteX13" fmla="*/ 8478 w 55436"/>
                      <a:gd name="connsiteY13" fmla="*/ 28480 h 7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5436" h="71176">
                        <a:moveTo>
                          <a:pt x="8478" y="28480"/>
                        </a:moveTo>
                        <a:cubicBezTo>
                          <a:pt x="2953" y="36004"/>
                          <a:pt x="-1142" y="45244"/>
                          <a:pt x="287" y="54483"/>
                        </a:cubicBezTo>
                        <a:cubicBezTo>
                          <a:pt x="1716" y="63722"/>
                          <a:pt x="10097" y="72295"/>
                          <a:pt x="19337" y="71057"/>
                        </a:cubicBezTo>
                        <a:cubicBezTo>
                          <a:pt x="23242" y="70580"/>
                          <a:pt x="26766" y="68485"/>
                          <a:pt x="30195" y="66485"/>
                        </a:cubicBezTo>
                        <a:cubicBezTo>
                          <a:pt x="37339" y="62198"/>
                          <a:pt x="44388" y="58007"/>
                          <a:pt x="51531" y="53721"/>
                        </a:cubicBezTo>
                        <a:cubicBezTo>
                          <a:pt x="51531" y="53626"/>
                          <a:pt x="51531" y="53530"/>
                          <a:pt x="51627" y="53435"/>
                        </a:cubicBezTo>
                        <a:cubicBezTo>
                          <a:pt x="51055" y="53530"/>
                          <a:pt x="50484" y="53626"/>
                          <a:pt x="49912" y="53626"/>
                        </a:cubicBezTo>
                        <a:cubicBezTo>
                          <a:pt x="40959" y="53721"/>
                          <a:pt x="33624" y="46577"/>
                          <a:pt x="33434" y="37624"/>
                        </a:cubicBezTo>
                        <a:cubicBezTo>
                          <a:pt x="33338" y="28670"/>
                          <a:pt x="40482" y="21336"/>
                          <a:pt x="49436" y="21146"/>
                        </a:cubicBezTo>
                        <a:cubicBezTo>
                          <a:pt x="51531" y="21146"/>
                          <a:pt x="53627" y="21527"/>
                          <a:pt x="55436" y="22288"/>
                        </a:cubicBezTo>
                        <a:cubicBezTo>
                          <a:pt x="55341" y="14764"/>
                          <a:pt x="54293" y="7429"/>
                          <a:pt x="51722" y="762"/>
                        </a:cubicBezTo>
                        <a:cubicBezTo>
                          <a:pt x="51627" y="476"/>
                          <a:pt x="51436" y="286"/>
                          <a:pt x="51341" y="0"/>
                        </a:cubicBezTo>
                        <a:cubicBezTo>
                          <a:pt x="44483" y="2000"/>
                          <a:pt x="38006" y="4667"/>
                          <a:pt x="33624" y="7049"/>
                        </a:cubicBezTo>
                        <a:cubicBezTo>
                          <a:pt x="23718" y="12097"/>
                          <a:pt x="14955" y="19431"/>
                          <a:pt x="8478" y="2848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67" name="Forme libre : forme 17566">
                    <a:extLst>
                      <a:ext uri="{FF2B5EF4-FFF2-40B4-BE49-F238E27FC236}">
                        <a16:creationId xmlns:a16="http://schemas.microsoft.com/office/drawing/2014/main" id="{AAEB4DEF-4657-4201-9938-D860C8ED344E}"/>
                      </a:ext>
                    </a:extLst>
                  </p:cNvPr>
                  <p:cNvSpPr/>
                  <p:nvPr/>
                </p:nvSpPr>
                <p:spPr>
                  <a:xfrm>
                    <a:off x="5064732" y="4276153"/>
                    <a:ext cx="9525" cy="6000"/>
                  </a:xfrm>
                  <a:custGeom>
                    <a:avLst/>
                    <a:gdLst>
                      <a:gd name="connsiteX0" fmla="*/ 9525 w 9525"/>
                      <a:gd name="connsiteY0" fmla="*/ 2857 h 6000"/>
                      <a:gd name="connsiteX1" fmla="*/ 0 w 9525"/>
                      <a:gd name="connsiteY1" fmla="*/ 0 h 6000"/>
                      <a:gd name="connsiteX2" fmla="*/ 2000 w 9525"/>
                      <a:gd name="connsiteY2" fmla="*/ 6001 h 6000"/>
                      <a:gd name="connsiteX3" fmla="*/ 9525 w 9525"/>
                      <a:gd name="connsiteY3" fmla="*/ 2857 h 6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6000">
                        <a:moveTo>
                          <a:pt x="9525" y="2857"/>
                        </a:moveTo>
                        <a:cubicBezTo>
                          <a:pt x="6763" y="1238"/>
                          <a:pt x="3524" y="286"/>
                          <a:pt x="0" y="0"/>
                        </a:cubicBezTo>
                        <a:cubicBezTo>
                          <a:pt x="762" y="1905"/>
                          <a:pt x="1524" y="3905"/>
                          <a:pt x="2000" y="6001"/>
                        </a:cubicBezTo>
                        <a:cubicBezTo>
                          <a:pt x="4191" y="4286"/>
                          <a:pt x="6763" y="3238"/>
                          <a:pt x="9525" y="285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68" name="Forme libre : forme 17567">
                    <a:extLst>
                      <a:ext uri="{FF2B5EF4-FFF2-40B4-BE49-F238E27FC236}">
                        <a16:creationId xmlns:a16="http://schemas.microsoft.com/office/drawing/2014/main" id="{62F83876-089D-4D21-866E-773407E00DF6}"/>
                      </a:ext>
                    </a:extLst>
                  </p:cNvPr>
                  <p:cNvSpPr/>
                  <p:nvPr/>
                </p:nvSpPr>
                <p:spPr>
                  <a:xfrm>
                    <a:off x="5065399" y="4308538"/>
                    <a:ext cx="13811" cy="12573"/>
                  </a:xfrm>
                  <a:custGeom>
                    <a:avLst/>
                    <a:gdLst>
                      <a:gd name="connsiteX0" fmla="*/ 2286 w 13811"/>
                      <a:gd name="connsiteY0" fmla="*/ 0 h 12573"/>
                      <a:gd name="connsiteX1" fmla="*/ 0 w 13811"/>
                      <a:gd name="connsiteY1" fmla="*/ 12573 h 12573"/>
                      <a:gd name="connsiteX2" fmla="*/ 1048 w 13811"/>
                      <a:gd name="connsiteY2" fmla="*/ 11906 h 12573"/>
                      <a:gd name="connsiteX3" fmla="*/ 13811 w 13811"/>
                      <a:gd name="connsiteY3" fmla="*/ 2381 h 12573"/>
                      <a:gd name="connsiteX4" fmla="*/ 11430 w 13811"/>
                      <a:gd name="connsiteY4" fmla="*/ 2667 h 12573"/>
                      <a:gd name="connsiteX5" fmla="*/ 2286 w 13811"/>
                      <a:gd name="connsiteY5" fmla="*/ 0 h 12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811" h="12573">
                        <a:moveTo>
                          <a:pt x="2286" y="0"/>
                        </a:moveTo>
                        <a:cubicBezTo>
                          <a:pt x="1714" y="4191"/>
                          <a:pt x="952" y="8382"/>
                          <a:pt x="0" y="12573"/>
                        </a:cubicBezTo>
                        <a:cubicBezTo>
                          <a:pt x="381" y="12383"/>
                          <a:pt x="667" y="12192"/>
                          <a:pt x="1048" y="11906"/>
                        </a:cubicBezTo>
                        <a:cubicBezTo>
                          <a:pt x="5334" y="9335"/>
                          <a:pt x="10192" y="6287"/>
                          <a:pt x="13811" y="2381"/>
                        </a:cubicBezTo>
                        <a:cubicBezTo>
                          <a:pt x="13049" y="2477"/>
                          <a:pt x="12287" y="2667"/>
                          <a:pt x="11430" y="2667"/>
                        </a:cubicBezTo>
                        <a:cubicBezTo>
                          <a:pt x="8001" y="2667"/>
                          <a:pt x="4858" y="1714"/>
                          <a:pt x="2286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69" name="Forme libre : forme 17568">
                    <a:extLst>
                      <a:ext uri="{FF2B5EF4-FFF2-40B4-BE49-F238E27FC236}">
                        <a16:creationId xmlns:a16="http://schemas.microsoft.com/office/drawing/2014/main" id="{37D5289E-9659-499F-8D77-CC2AE05F4C4A}"/>
                      </a:ext>
                    </a:extLst>
                  </p:cNvPr>
                  <p:cNvSpPr/>
                  <p:nvPr/>
                </p:nvSpPr>
                <p:spPr>
                  <a:xfrm>
                    <a:off x="4995103" y="4275957"/>
                    <a:ext cx="72676" cy="73753"/>
                  </a:xfrm>
                  <a:custGeom>
                    <a:avLst/>
                    <a:gdLst>
                      <a:gd name="connsiteX0" fmla="*/ 65247 w 72676"/>
                      <a:gd name="connsiteY0" fmla="*/ 19246 h 73753"/>
                      <a:gd name="connsiteX1" fmla="*/ 71724 w 72676"/>
                      <a:gd name="connsiteY1" fmla="*/ 6102 h 73753"/>
                      <a:gd name="connsiteX2" fmla="*/ 69724 w 72676"/>
                      <a:gd name="connsiteY2" fmla="*/ 101 h 73753"/>
                      <a:gd name="connsiteX3" fmla="*/ 33529 w 72676"/>
                      <a:gd name="connsiteY3" fmla="*/ 9531 h 73753"/>
                      <a:gd name="connsiteX4" fmla="*/ 8478 w 72676"/>
                      <a:gd name="connsiteY4" fmla="*/ 31057 h 73753"/>
                      <a:gd name="connsiteX5" fmla="*/ 287 w 72676"/>
                      <a:gd name="connsiteY5" fmla="*/ 57060 h 73753"/>
                      <a:gd name="connsiteX6" fmla="*/ 19337 w 72676"/>
                      <a:gd name="connsiteY6" fmla="*/ 73634 h 73753"/>
                      <a:gd name="connsiteX7" fmla="*/ 30195 w 72676"/>
                      <a:gd name="connsiteY7" fmla="*/ 69062 h 73753"/>
                      <a:gd name="connsiteX8" fmla="*/ 70391 w 72676"/>
                      <a:gd name="connsiteY8" fmla="*/ 45059 h 73753"/>
                      <a:gd name="connsiteX9" fmla="*/ 72677 w 72676"/>
                      <a:gd name="connsiteY9" fmla="*/ 32486 h 73753"/>
                      <a:gd name="connsiteX10" fmla="*/ 65247 w 72676"/>
                      <a:gd name="connsiteY10" fmla="*/ 19246 h 7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2676" h="73753">
                        <a:moveTo>
                          <a:pt x="65247" y="19246"/>
                        </a:moveTo>
                        <a:cubicBezTo>
                          <a:pt x="65152" y="13912"/>
                          <a:pt x="67723" y="9150"/>
                          <a:pt x="71724" y="6102"/>
                        </a:cubicBezTo>
                        <a:cubicBezTo>
                          <a:pt x="71248" y="4006"/>
                          <a:pt x="70486" y="2101"/>
                          <a:pt x="69724" y="101"/>
                        </a:cubicBezTo>
                        <a:cubicBezTo>
                          <a:pt x="57437" y="-852"/>
                          <a:pt x="42006" y="5149"/>
                          <a:pt x="33529" y="9531"/>
                        </a:cubicBezTo>
                        <a:cubicBezTo>
                          <a:pt x="23718" y="14674"/>
                          <a:pt x="14955" y="22008"/>
                          <a:pt x="8478" y="31057"/>
                        </a:cubicBezTo>
                        <a:cubicBezTo>
                          <a:pt x="2953" y="38582"/>
                          <a:pt x="-1142" y="47821"/>
                          <a:pt x="287" y="57060"/>
                        </a:cubicBezTo>
                        <a:cubicBezTo>
                          <a:pt x="1620" y="66300"/>
                          <a:pt x="10097" y="74872"/>
                          <a:pt x="19337" y="73634"/>
                        </a:cubicBezTo>
                        <a:cubicBezTo>
                          <a:pt x="23242" y="73158"/>
                          <a:pt x="26766" y="71062"/>
                          <a:pt x="30195" y="69062"/>
                        </a:cubicBezTo>
                        <a:cubicBezTo>
                          <a:pt x="43625" y="61061"/>
                          <a:pt x="56960" y="53060"/>
                          <a:pt x="70391" y="45059"/>
                        </a:cubicBezTo>
                        <a:cubicBezTo>
                          <a:pt x="71343" y="40868"/>
                          <a:pt x="72105" y="36772"/>
                          <a:pt x="72677" y="32486"/>
                        </a:cubicBezTo>
                        <a:cubicBezTo>
                          <a:pt x="68200" y="29724"/>
                          <a:pt x="65342" y="24771"/>
                          <a:pt x="65247" y="1924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70" name="Forme libre : forme 17569">
                    <a:extLst>
                      <a:ext uri="{FF2B5EF4-FFF2-40B4-BE49-F238E27FC236}">
                        <a16:creationId xmlns:a16="http://schemas.microsoft.com/office/drawing/2014/main" id="{43320077-5C18-444C-B15E-A67592EA11A3}"/>
                      </a:ext>
                    </a:extLst>
                  </p:cNvPr>
                  <p:cNvSpPr/>
                  <p:nvPr/>
                </p:nvSpPr>
                <p:spPr>
                  <a:xfrm>
                    <a:off x="5370891" y="3996308"/>
                    <a:ext cx="41693" cy="29742"/>
                  </a:xfrm>
                  <a:custGeom>
                    <a:avLst/>
                    <a:gdLst>
                      <a:gd name="connsiteX0" fmla="*/ 1689 w 41693"/>
                      <a:gd name="connsiteY0" fmla="*/ 0 h 29742"/>
                      <a:gd name="connsiteX1" fmla="*/ 260 w 41693"/>
                      <a:gd name="connsiteY1" fmla="*/ 13049 h 29742"/>
                      <a:gd name="connsiteX2" fmla="*/ 19310 w 41693"/>
                      <a:gd name="connsiteY2" fmla="*/ 29623 h 29742"/>
                      <a:gd name="connsiteX3" fmla="*/ 30168 w 41693"/>
                      <a:gd name="connsiteY3" fmla="*/ 25051 h 29742"/>
                      <a:gd name="connsiteX4" fmla="*/ 41694 w 41693"/>
                      <a:gd name="connsiteY4" fmla="*/ 18193 h 29742"/>
                      <a:gd name="connsiteX5" fmla="*/ 17310 w 41693"/>
                      <a:gd name="connsiteY5" fmla="*/ 4667 h 29742"/>
                      <a:gd name="connsiteX6" fmla="*/ 1689 w 41693"/>
                      <a:gd name="connsiteY6" fmla="*/ 0 h 29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693" h="29742">
                        <a:moveTo>
                          <a:pt x="1689" y="0"/>
                        </a:moveTo>
                        <a:cubicBezTo>
                          <a:pt x="260" y="4191"/>
                          <a:pt x="-407" y="8572"/>
                          <a:pt x="260" y="13049"/>
                        </a:cubicBezTo>
                        <a:cubicBezTo>
                          <a:pt x="1593" y="22288"/>
                          <a:pt x="10071" y="30861"/>
                          <a:pt x="19310" y="29623"/>
                        </a:cubicBezTo>
                        <a:cubicBezTo>
                          <a:pt x="23215" y="29146"/>
                          <a:pt x="26739" y="27051"/>
                          <a:pt x="30168" y="25051"/>
                        </a:cubicBezTo>
                        <a:cubicBezTo>
                          <a:pt x="33978" y="22765"/>
                          <a:pt x="37883" y="20479"/>
                          <a:pt x="41694" y="18193"/>
                        </a:cubicBezTo>
                        <a:cubicBezTo>
                          <a:pt x="33502" y="14002"/>
                          <a:pt x="25787" y="8287"/>
                          <a:pt x="17310" y="4667"/>
                        </a:cubicBezTo>
                        <a:cubicBezTo>
                          <a:pt x="12356" y="2381"/>
                          <a:pt x="7118" y="1048"/>
                          <a:pt x="1689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71" name="Forme libre : forme 17570">
                    <a:extLst>
                      <a:ext uri="{FF2B5EF4-FFF2-40B4-BE49-F238E27FC236}">
                        <a16:creationId xmlns:a16="http://schemas.microsoft.com/office/drawing/2014/main" id="{3B63DA84-91B8-4B5A-8497-40DEE0399FDE}"/>
                      </a:ext>
                    </a:extLst>
                  </p:cNvPr>
                  <p:cNvSpPr/>
                  <p:nvPr/>
                </p:nvSpPr>
                <p:spPr>
                  <a:xfrm>
                    <a:off x="5372675" y="3952125"/>
                    <a:ext cx="87829" cy="62281"/>
                  </a:xfrm>
                  <a:custGeom>
                    <a:avLst/>
                    <a:gdLst>
                      <a:gd name="connsiteX0" fmla="*/ 87344 w 87829"/>
                      <a:gd name="connsiteY0" fmla="*/ 26468 h 62281"/>
                      <a:gd name="connsiteX1" fmla="*/ 79248 w 87829"/>
                      <a:gd name="connsiteY1" fmla="*/ 3893 h 62281"/>
                      <a:gd name="connsiteX2" fmla="*/ 31909 w 87829"/>
                      <a:gd name="connsiteY2" fmla="*/ 9608 h 62281"/>
                      <a:gd name="connsiteX3" fmla="*/ 6858 w 87829"/>
                      <a:gd name="connsiteY3" fmla="*/ 31135 h 62281"/>
                      <a:gd name="connsiteX4" fmla="*/ 0 w 87829"/>
                      <a:gd name="connsiteY4" fmla="*/ 44184 h 62281"/>
                      <a:gd name="connsiteX5" fmla="*/ 15621 w 87829"/>
                      <a:gd name="connsiteY5" fmla="*/ 48756 h 62281"/>
                      <a:gd name="connsiteX6" fmla="*/ 40005 w 87829"/>
                      <a:gd name="connsiteY6" fmla="*/ 62281 h 62281"/>
                      <a:gd name="connsiteX7" fmla="*/ 69723 w 87829"/>
                      <a:gd name="connsiteY7" fmla="*/ 44565 h 62281"/>
                      <a:gd name="connsiteX8" fmla="*/ 87344 w 87829"/>
                      <a:gd name="connsiteY8" fmla="*/ 26468 h 62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7829" h="62281">
                        <a:moveTo>
                          <a:pt x="87344" y="26468"/>
                        </a:moveTo>
                        <a:cubicBezTo>
                          <a:pt x="89249" y="19228"/>
                          <a:pt x="85344" y="8561"/>
                          <a:pt x="79248" y="3893"/>
                        </a:cubicBezTo>
                        <a:cubicBezTo>
                          <a:pt x="67246" y="-5156"/>
                          <a:pt x="43243" y="3607"/>
                          <a:pt x="31909" y="9608"/>
                        </a:cubicBezTo>
                        <a:cubicBezTo>
                          <a:pt x="22098" y="14752"/>
                          <a:pt x="13335" y="22086"/>
                          <a:pt x="6858" y="31135"/>
                        </a:cubicBezTo>
                        <a:cubicBezTo>
                          <a:pt x="4000" y="35040"/>
                          <a:pt x="1524" y="39517"/>
                          <a:pt x="0" y="44184"/>
                        </a:cubicBezTo>
                        <a:cubicBezTo>
                          <a:pt x="5334" y="45232"/>
                          <a:pt x="10668" y="46565"/>
                          <a:pt x="15621" y="48756"/>
                        </a:cubicBezTo>
                        <a:cubicBezTo>
                          <a:pt x="24003" y="52376"/>
                          <a:pt x="31813" y="58090"/>
                          <a:pt x="40005" y="62281"/>
                        </a:cubicBezTo>
                        <a:cubicBezTo>
                          <a:pt x="49911" y="56376"/>
                          <a:pt x="59817" y="50470"/>
                          <a:pt x="69723" y="44565"/>
                        </a:cubicBezTo>
                        <a:cubicBezTo>
                          <a:pt x="76676" y="40374"/>
                          <a:pt x="85154" y="34945"/>
                          <a:pt x="87344" y="2646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72" name="Forme libre : forme 17571">
                    <a:extLst>
                      <a:ext uri="{FF2B5EF4-FFF2-40B4-BE49-F238E27FC236}">
                        <a16:creationId xmlns:a16="http://schemas.microsoft.com/office/drawing/2014/main" id="{7679BCE2-9174-4BA0-B171-7671ADBBF2FB}"/>
                      </a:ext>
                    </a:extLst>
                  </p:cNvPr>
                  <p:cNvSpPr/>
                  <p:nvPr/>
                </p:nvSpPr>
                <p:spPr>
                  <a:xfrm>
                    <a:off x="5668713" y="3956113"/>
                    <a:ext cx="40849" cy="46672"/>
                  </a:xfrm>
                  <a:custGeom>
                    <a:avLst/>
                    <a:gdLst>
                      <a:gd name="connsiteX0" fmla="*/ 2571 w 40849"/>
                      <a:gd name="connsiteY0" fmla="*/ 36862 h 46672"/>
                      <a:gd name="connsiteX1" fmla="*/ 0 w 40849"/>
                      <a:gd name="connsiteY1" fmla="*/ 46672 h 46672"/>
                      <a:gd name="connsiteX2" fmla="*/ 22669 w 40849"/>
                      <a:gd name="connsiteY2" fmla="*/ 33147 h 46672"/>
                      <a:gd name="connsiteX3" fmla="*/ 40386 w 40849"/>
                      <a:gd name="connsiteY3" fmla="*/ 15145 h 46672"/>
                      <a:gd name="connsiteX4" fmla="*/ 38100 w 40849"/>
                      <a:gd name="connsiteY4" fmla="*/ 0 h 46672"/>
                      <a:gd name="connsiteX5" fmla="*/ 23146 w 40849"/>
                      <a:gd name="connsiteY5" fmla="*/ 11144 h 46672"/>
                      <a:gd name="connsiteX6" fmla="*/ 2571 w 40849"/>
                      <a:gd name="connsiteY6" fmla="*/ 36862 h 46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849" h="46672">
                        <a:moveTo>
                          <a:pt x="2571" y="36862"/>
                        </a:moveTo>
                        <a:cubicBezTo>
                          <a:pt x="1333" y="40005"/>
                          <a:pt x="571" y="43339"/>
                          <a:pt x="0" y="46672"/>
                        </a:cubicBezTo>
                        <a:cubicBezTo>
                          <a:pt x="7525" y="42196"/>
                          <a:pt x="15049" y="37624"/>
                          <a:pt x="22669" y="33147"/>
                        </a:cubicBezTo>
                        <a:cubicBezTo>
                          <a:pt x="29718" y="28956"/>
                          <a:pt x="38195" y="23527"/>
                          <a:pt x="40386" y="15145"/>
                        </a:cubicBezTo>
                        <a:cubicBezTo>
                          <a:pt x="41529" y="10668"/>
                          <a:pt x="40481" y="4858"/>
                          <a:pt x="38100" y="0"/>
                        </a:cubicBezTo>
                        <a:cubicBezTo>
                          <a:pt x="32766" y="3620"/>
                          <a:pt x="27622" y="7239"/>
                          <a:pt x="23146" y="11144"/>
                        </a:cubicBezTo>
                        <a:cubicBezTo>
                          <a:pt x="14859" y="18383"/>
                          <a:pt x="6667" y="26479"/>
                          <a:pt x="2571" y="3686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73" name="Forme libre : forme 17572">
                    <a:extLst>
                      <a:ext uri="{FF2B5EF4-FFF2-40B4-BE49-F238E27FC236}">
                        <a16:creationId xmlns:a16="http://schemas.microsoft.com/office/drawing/2014/main" id="{C2639DCD-7FF0-41EC-9D8F-7E6D4528BAF4}"/>
                      </a:ext>
                    </a:extLst>
                  </p:cNvPr>
                  <p:cNvSpPr/>
                  <p:nvPr/>
                </p:nvSpPr>
                <p:spPr>
                  <a:xfrm>
                    <a:off x="5620134" y="3944695"/>
                    <a:ext cx="86868" cy="73831"/>
                  </a:xfrm>
                  <a:custGeom>
                    <a:avLst/>
                    <a:gdLst>
                      <a:gd name="connsiteX0" fmla="*/ 80868 w 86868"/>
                      <a:gd name="connsiteY0" fmla="*/ 3893 h 73831"/>
                      <a:gd name="connsiteX1" fmla="*/ 33529 w 86868"/>
                      <a:gd name="connsiteY1" fmla="*/ 9608 h 73831"/>
                      <a:gd name="connsiteX2" fmla="*/ 8478 w 86868"/>
                      <a:gd name="connsiteY2" fmla="*/ 31135 h 73831"/>
                      <a:gd name="connsiteX3" fmla="*/ 287 w 86868"/>
                      <a:gd name="connsiteY3" fmla="*/ 57138 h 73831"/>
                      <a:gd name="connsiteX4" fmla="*/ 19337 w 86868"/>
                      <a:gd name="connsiteY4" fmla="*/ 73711 h 73831"/>
                      <a:gd name="connsiteX5" fmla="*/ 30195 w 86868"/>
                      <a:gd name="connsiteY5" fmla="*/ 69139 h 73831"/>
                      <a:gd name="connsiteX6" fmla="*/ 48769 w 86868"/>
                      <a:gd name="connsiteY6" fmla="*/ 57995 h 73831"/>
                      <a:gd name="connsiteX7" fmla="*/ 51341 w 86868"/>
                      <a:gd name="connsiteY7" fmla="*/ 48185 h 73831"/>
                      <a:gd name="connsiteX8" fmla="*/ 71914 w 86868"/>
                      <a:gd name="connsiteY8" fmla="*/ 22372 h 73831"/>
                      <a:gd name="connsiteX9" fmla="*/ 86869 w 86868"/>
                      <a:gd name="connsiteY9" fmla="*/ 11228 h 73831"/>
                      <a:gd name="connsiteX10" fmla="*/ 80868 w 86868"/>
                      <a:gd name="connsiteY10" fmla="*/ 3893 h 73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6868" h="73831">
                        <a:moveTo>
                          <a:pt x="80868" y="3893"/>
                        </a:moveTo>
                        <a:cubicBezTo>
                          <a:pt x="68866" y="-5156"/>
                          <a:pt x="44864" y="3607"/>
                          <a:pt x="33529" y="9608"/>
                        </a:cubicBezTo>
                        <a:cubicBezTo>
                          <a:pt x="23718" y="14752"/>
                          <a:pt x="14955" y="22086"/>
                          <a:pt x="8478" y="31135"/>
                        </a:cubicBezTo>
                        <a:cubicBezTo>
                          <a:pt x="2953" y="38660"/>
                          <a:pt x="-1142" y="47899"/>
                          <a:pt x="287" y="57138"/>
                        </a:cubicBezTo>
                        <a:cubicBezTo>
                          <a:pt x="1620" y="66377"/>
                          <a:pt x="10097" y="74950"/>
                          <a:pt x="19337" y="73711"/>
                        </a:cubicBezTo>
                        <a:cubicBezTo>
                          <a:pt x="23242" y="73235"/>
                          <a:pt x="26766" y="71140"/>
                          <a:pt x="30195" y="69139"/>
                        </a:cubicBezTo>
                        <a:cubicBezTo>
                          <a:pt x="36386" y="65425"/>
                          <a:pt x="42578" y="61710"/>
                          <a:pt x="48769" y="57995"/>
                        </a:cubicBezTo>
                        <a:cubicBezTo>
                          <a:pt x="49340" y="54661"/>
                          <a:pt x="50102" y="51423"/>
                          <a:pt x="51341" y="48185"/>
                        </a:cubicBezTo>
                        <a:cubicBezTo>
                          <a:pt x="55341" y="37802"/>
                          <a:pt x="63532" y="29706"/>
                          <a:pt x="71914" y="22372"/>
                        </a:cubicBezTo>
                        <a:cubicBezTo>
                          <a:pt x="76296" y="18466"/>
                          <a:pt x="81535" y="14847"/>
                          <a:pt x="86869" y="11228"/>
                        </a:cubicBezTo>
                        <a:cubicBezTo>
                          <a:pt x="85154" y="8275"/>
                          <a:pt x="83154" y="5703"/>
                          <a:pt x="80868" y="389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74" name="Forme libre : forme 17573">
                    <a:extLst>
                      <a:ext uri="{FF2B5EF4-FFF2-40B4-BE49-F238E27FC236}">
                        <a16:creationId xmlns:a16="http://schemas.microsoft.com/office/drawing/2014/main" id="{6F615696-092B-4128-A6CF-397D8D20C6E9}"/>
                      </a:ext>
                    </a:extLst>
                  </p:cNvPr>
                  <p:cNvSpPr/>
                  <p:nvPr/>
                </p:nvSpPr>
                <p:spPr>
                  <a:xfrm>
                    <a:off x="6183729" y="4054024"/>
                    <a:ext cx="58493" cy="68490"/>
                  </a:xfrm>
                  <a:custGeom>
                    <a:avLst/>
                    <a:gdLst>
                      <a:gd name="connsiteX0" fmla="*/ 15716 w 58493"/>
                      <a:gd name="connsiteY0" fmla="*/ 34772 h 68490"/>
                      <a:gd name="connsiteX1" fmla="*/ 0 w 58493"/>
                      <a:gd name="connsiteY1" fmla="*/ 68491 h 68490"/>
                      <a:gd name="connsiteX2" fmla="*/ 40291 w 58493"/>
                      <a:gd name="connsiteY2" fmla="*/ 44393 h 68490"/>
                      <a:gd name="connsiteX3" fmla="*/ 58008 w 58493"/>
                      <a:gd name="connsiteY3" fmla="*/ 26390 h 68490"/>
                      <a:gd name="connsiteX4" fmla="*/ 49911 w 58493"/>
                      <a:gd name="connsiteY4" fmla="*/ 3816 h 68490"/>
                      <a:gd name="connsiteX5" fmla="*/ 23051 w 58493"/>
                      <a:gd name="connsiteY5" fmla="*/ 1816 h 68490"/>
                      <a:gd name="connsiteX6" fmla="*/ 15716 w 58493"/>
                      <a:gd name="connsiteY6" fmla="*/ 34772 h 68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493" h="68490">
                        <a:moveTo>
                          <a:pt x="15716" y="34772"/>
                        </a:moveTo>
                        <a:cubicBezTo>
                          <a:pt x="11621" y="43916"/>
                          <a:pt x="6382" y="56775"/>
                          <a:pt x="0" y="68491"/>
                        </a:cubicBezTo>
                        <a:cubicBezTo>
                          <a:pt x="13431" y="60490"/>
                          <a:pt x="26861" y="52489"/>
                          <a:pt x="40291" y="44393"/>
                        </a:cubicBezTo>
                        <a:cubicBezTo>
                          <a:pt x="47340" y="40202"/>
                          <a:pt x="55817" y="34772"/>
                          <a:pt x="58008" y="26390"/>
                        </a:cubicBezTo>
                        <a:cubicBezTo>
                          <a:pt x="59913" y="19151"/>
                          <a:pt x="56007" y="8483"/>
                          <a:pt x="49911" y="3816"/>
                        </a:cubicBezTo>
                        <a:cubicBezTo>
                          <a:pt x="43244" y="-1137"/>
                          <a:pt x="32957" y="-661"/>
                          <a:pt x="23051" y="1816"/>
                        </a:cubicBezTo>
                        <a:cubicBezTo>
                          <a:pt x="23622" y="13055"/>
                          <a:pt x="20288" y="24485"/>
                          <a:pt x="15716" y="3477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75" name="Forme libre : forme 17574">
                    <a:extLst>
                      <a:ext uri="{FF2B5EF4-FFF2-40B4-BE49-F238E27FC236}">
                        <a16:creationId xmlns:a16="http://schemas.microsoft.com/office/drawing/2014/main" id="{239309E1-F602-43C6-A42E-B54082C9FA16}"/>
                      </a:ext>
                    </a:extLst>
                  </p:cNvPr>
                  <p:cNvSpPr/>
                  <p:nvPr/>
                </p:nvSpPr>
                <p:spPr>
                  <a:xfrm>
                    <a:off x="6152581" y="4055840"/>
                    <a:ext cx="54188" cy="71938"/>
                  </a:xfrm>
                  <a:custGeom>
                    <a:avLst/>
                    <a:gdLst>
                      <a:gd name="connsiteX0" fmla="*/ 8479 w 54188"/>
                      <a:gd name="connsiteY0" fmla="*/ 29242 h 71938"/>
                      <a:gd name="connsiteX1" fmla="*/ 287 w 54188"/>
                      <a:gd name="connsiteY1" fmla="*/ 55245 h 71938"/>
                      <a:gd name="connsiteX2" fmla="*/ 19337 w 54188"/>
                      <a:gd name="connsiteY2" fmla="*/ 71819 h 71938"/>
                      <a:gd name="connsiteX3" fmla="*/ 30195 w 54188"/>
                      <a:gd name="connsiteY3" fmla="*/ 67246 h 71938"/>
                      <a:gd name="connsiteX4" fmla="*/ 31147 w 54188"/>
                      <a:gd name="connsiteY4" fmla="*/ 66675 h 71938"/>
                      <a:gd name="connsiteX5" fmla="*/ 46864 w 54188"/>
                      <a:gd name="connsiteY5" fmla="*/ 32956 h 71938"/>
                      <a:gd name="connsiteX6" fmla="*/ 54103 w 54188"/>
                      <a:gd name="connsiteY6" fmla="*/ 0 h 71938"/>
                      <a:gd name="connsiteX7" fmla="*/ 33529 w 54188"/>
                      <a:gd name="connsiteY7" fmla="*/ 7715 h 71938"/>
                      <a:gd name="connsiteX8" fmla="*/ 8479 w 54188"/>
                      <a:gd name="connsiteY8" fmla="*/ 29242 h 71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188" h="71938">
                        <a:moveTo>
                          <a:pt x="8479" y="29242"/>
                        </a:moveTo>
                        <a:cubicBezTo>
                          <a:pt x="2954" y="36767"/>
                          <a:pt x="-1142" y="46006"/>
                          <a:pt x="287" y="55245"/>
                        </a:cubicBezTo>
                        <a:cubicBezTo>
                          <a:pt x="1716" y="64484"/>
                          <a:pt x="10098" y="73057"/>
                          <a:pt x="19337" y="71819"/>
                        </a:cubicBezTo>
                        <a:cubicBezTo>
                          <a:pt x="23242" y="71342"/>
                          <a:pt x="26766" y="69247"/>
                          <a:pt x="30195" y="67246"/>
                        </a:cubicBezTo>
                        <a:cubicBezTo>
                          <a:pt x="30481" y="67056"/>
                          <a:pt x="30862" y="66865"/>
                          <a:pt x="31147" y="66675"/>
                        </a:cubicBezTo>
                        <a:cubicBezTo>
                          <a:pt x="37530" y="54959"/>
                          <a:pt x="42768" y="42101"/>
                          <a:pt x="46864" y="32956"/>
                        </a:cubicBezTo>
                        <a:cubicBezTo>
                          <a:pt x="51436" y="22670"/>
                          <a:pt x="54770" y="11239"/>
                          <a:pt x="54103" y="0"/>
                        </a:cubicBezTo>
                        <a:cubicBezTo>
                          <a:pt x="46197" y="1905"/>
                          <a:pt x="38577" y="5048"/>
                          <a:pt x="33529" y="7715"/>
                        </a:cubicBezTo>
                        <a:cubicBezTo>
                          <a:pt x="23718" y="12859"/>
                          <a:pt x="15050" y="20193"/>
                          <a:pt x="8479" y="2924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76" name="Forme libre : forme 17575">
                    <a:extLst>
                      <a:ext uri="{FF2B5EF4-FFF2-40B4-BE49-F238E27FC236}">
                        <a16:creationId xmlns:a16="http://schemas.microsoft.com/office/drawing/2014/main" id="{E798903A-C8E9-4A49-8E69-F6E5589AD3DB}"/>
                      </a:ext>
                    </a:extLst>
                  </p:cNvPr>
                  <p:cNvSpPr/>
                  <p:nvPr/>
                </p:nvSpPr>
                <p:spPr>
                  <a:xfrm>
                    <a:off x="6745990" y="4052832"/>
                    <a:ext cx="68399" cy="73301"/>
                  </a:xfrm>
                  <a:custGeom>
                    <a:avLst/>
                    <a:gdLst>
                      <a:gd name="connsiteX0" fmla="*/ 16288 w 68399"/>
                      <a:gd name="connsiteY0" fmla="*/ 43774 h 73301"/>
                      <a:gd name="connsiteX1" fmla="*/ 0 w 68399"/>
                      <a:gd name="connsiteY1" fmla="*/ 73302 h 73301"/>
                      <a:gd name="connsiteX2" fmla="*/ 8954 w 68399"/>
                      <a:gd name="connsiteY2" fmla="*/ 69111 h 73301"/>
                      <a:gd name="connsiteX3" fmla="*/ 50197 w 68399"/>
                      <a:gd name="connsiteY3" fmla="*/ 44441 h 73301"/>
                      <a:gd name="connsiteX4" fmla="*/ 53150 w 68399"/>
                      <a:gd name="connsiteY4" fmla="*/ 42631 h 73301"/>
                      <a:gd name="connsiteX5" fmla="*/ 51625 w 68399"/>
                      <a:gd name="connsiteY5" fmla="*/ 42822 h 73301"/>
                      <a:gd name="connsiteX6" fmla="*/ 35147 w 68399"/>
                      <a:gd name="connsiteY6" fmla="*/ 26820 h 73301"/>
                      <a:gd name="connsiteX7" fmla="*/ 51149 w 68399"/>
                      <a:gd name="connsiteY7" fmla="*/ 10341 h 73301"/>
                      <a:gd name="connsiteX8" fmla="*/ 67627 w 68399"/>
                      <a:gd name="connsiteY8" fmla="*/ 26344 h 73301"/>
                      <a:gd name="connsiteX9" fmla="*/ 67533 w 68399"/>
                      <a:gd name="connsiteY9" fmla="*/ 27391 h 73301"/>
                      <a:gd name="connsiteX10" fmla="*/ 67913 w 68399"/>
                      <a:gd name="connsiteY10" fmla="*/ 26439 h 73301"/>
                      <a:gd name="connsiteX11" fmla="*/ 59817 w 68399"/>
                      <a:gd name="connsiteY11" fmla="*/ 3864 h 73301"/>
                      <a:gd name="connsiteX12" fmla="*/ 25622 w 68399"/>
                      <a:gd name="connsiteY12" fmla="*/ 3960 h 73301"/>
                      <a:gd name="connsiteX13" fmla="*/ 18383 w 68399"/>
                      <a:gd name="connsiteY13" fmla="*/ 15295 h 73301"/>
                      <a:gd name="connsiteX14" fmla="*/ 16288 w 68399"/>
                      <a:gd name="connsiteY14" fmla="*/ 43774 h 73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8399" h="73301">
                        <a:moveTo>
                          <a:pt x="16288" y="43774"/>
                        </a:moveTo>
                        <a:cubicBezTo>
                          <a:pt x="14478" y="55490"/>
                          <a:pt x="8096" y="65110"/>
                          <a:pt x="0" y="73302"/>
                        </a:cubicBezTo>
                        <a:cubicBezTo>
                          <a:pt x="3143" y="72445"/>
                          <a:pt x="6096" y="70825"/>
                          <a:pt x="8954" y="69111"/>
                        </a:cubicBezTo>
                        <a:cubicBezTo>
                          <a:pt x="22670" y="60919"/>
                          <a:pt x="36481" y="52728"/>
                          <a:pt x="50197" y="44441"/>
                        </a:cubicBezTo>
                        <a:cubicBezTo>
                          <a:pt x="51149" y="43870"/>
                          <a:pt x="52197" y="43298"/>
                          <a:pt x="53150" y="42631"/>
                        </a:cubicBezTo>
                        <a:cubicBezTo>
                          <a:pt x="52673" y="42727"/>
                          <a:pt x="52101" y="42822"/>
                          <a:pt x="51625" y="42822"/>
                        </a:cubicBezTo>
                        <a:cubicBezTo>
                          <a:pt x="42672" y="42917"/>
                          <a:pt x="35338" y="35773"/>
                          <a:pt x="35147" y="26820"/>
                        </a:cubicBezTo>
                        <a:cubicBezTo>
                          <a:pt x="34957" y="17866"/>
                          <a:pt x="42196" y="10532"/>
                          <a:pt x="51149" y="10341"/>
                        </a:cubicBezTo>
                        <a:cubicBezTo>
                          <a:pt x="60103" y="10151"/>
                          <a:pt x="67437" y="17390"/>
                          <a:pt x="67627" y="26344"/>
                        </a:cubicBezTo>
                        <a:cubicBezTo>
                          <a:pt x="67627" y="26724"/>
                          <a:pt x="67533" y="27010"/>
                          <a:pt x="67533" y="27391"/>
                        </a:cubicBezTo>
                        <a:cubicBezTo>
                          <a:pt x="67627" y="27105"/>
                          <a:pt x="67818" y="26724"/>
                          <a:pt x="67913" y="26439"/>
                        </a:cubicBezTo>
                        <a:cubicBezTo>
                          <a:pt x="69818" y="19200"/>
                          <a:pt x="65913" y="8532"/>
                          <a:pt x="59817" y="3864"/>
                        </a:cubicBezTo>
                        <a:cubicBezTo>
                          <a:pt x="51435" y="-2422"/>
                          <a:pt x="37338" y="-41"/>
                          <a:pt x="25622" y="3960"/>
                        </a:cubicBezTo>
                        <a:cubicBezTo>
                          <a:pt x="23622" y="7770"/>
                          <a:pt x="20098" y="10532"/>
                          <a:pt x="18383" y="15295"/>
                        </a:cubicBezTo>
                        <a:cubicBezTo>
                          <a:pt x="14859" y="25105"/>
                          <a:pt x="17812" y="33868"/>
                          <a:pt x="16288" y="4377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77" name="Forme libre : forme 17576">
                    <a:extLst>
                      <a:ext uri="{FF2B5EF4-FFF2-40B4-BE49-F238E27FC236}">
                        <a16:creationId xmlns:a16="http://schemas.microsoft.com/office/drawing/2014/main" id="{8300402A-BAAE-4171-B8CF-4ACAFACB042A}"/>
                      </a:ext>
                    </a:extLst>
                  </p:cNvPr>
                  <p:cNvSpPr/>
                  <p:nvPr/>
                </p:nvSpPr>
                <p:spPr>
                  <a:xfrm>
                    <a:off x="6724843" y="4056888"/>
                    <a:ext cx="46864" cy="69747"/>
                  </a:xfrm>
                  <a:custGeom>
                    <a:avLst/>
                    <a:gdLst>
                      <a:gd name="connsiteX0" fmla="*/ 8478 w 46864"/>
                      <a:gd name="connsiteY0" fmla="*/ 27051 h 69747"/>
                      <a:gd name="connsiteX1" fmla="*/ 287 w 46864"/>
                      <a:gd name="connsiteY1" fmla="*/ 53054 h 69747"/>
                      <a:gd name="connsiteX2" fmla="*/ 19337 w 46864"/>
                      <a:gd name="connsiteY2" fmla="*/ 69628 h 69747"/>
                      <a:gd name="connsiteX3" fmla="*/ 21242 w 46864"/>
                      <a:gd name="connsiteY3" fmla="*/ 69247 h 69747"/>
                      <a:gd name="connsiteX4" fmla="*/ 37529 w 46864"/>
                      <a:gd name="connsiteY4" fmla="*/ 39719 h 69747"/>
                      <a:gd name="connsiteX5" fmla="*/ 39625 w 46864"/>
                      <a:gd name="connsiteY5" fmla="*/ 11334 h 69747"/>
                      <a:gd name="connsiteX6" fmla="*/ 46864 w 46864"/>
                      <a:gd name="connsiteY6" fmla="*/ 0 h 69747"/>
                      <a:gd name="connsiteX7" fmla="*/ 33624 w 46864"/>
                      <a:gd name="connsiteY7" fmla="*/ 5620 h 69747"/>
                      <a:gd name="connsiteX8" fmla="*/ 8478 w 46864"/>
                      <a:gd name="connsiteY8" fmla="*/ 27051 h 69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864" h="69747">
                        <a:moveTo>
                          <a:pt x="8478" y="27051"/>
                        </a:moveTo>
                        <a:cubicBezTo>
                          <a:pt x="2954" y="34576"/>
                          <a:pt x="-1142" y="43815"/>
                          <a:pt x="287" y="53054"/>
                        </a:cubicBezTo>
                        <a:cubicBezTo>
                          <a:pt x="1716" y="62293"/>
                          <a:pt x="10098" y="70866"/>
                          <a:pt x="19337" y="69628"/>
                        </a:cubicBezTo>
                        <a:cubicBezTo>
                          <a:pt x="20004" y="69532"/>
                          <a:pt x="20575" y="69342"/>
                          <a:pt x="21242" y="69247"/>
                        </a:cubicBezTo>
                        <a:cubicBezTo>
                          <a:pt x="29338" y="61055"/>
                          <a:pt x="35719" y="51435"/>
                          <a:pt x="37529" y="39719"/>
                        </a:cubicBezTo>
                        <a:cubicBezTo>
                          <a:pt x="39054" y="29813"/>
                          <a:pt x="36005" y="21050"/>
                          <a:pt x="39625" y="11334"/>
                        </a:cubicBezTo>
                        <a:cubicBezTo>
                          <a:pt x="41339" y="6572"/>
                          <a:pt x="44864" y="3810"/>
                          <a:pt x="46864" y="0"/>
                        </a:cubicBezTo>
                        <a:cubicBezTo>
                          <a:pt x="41816" y="1714"/>
                          <a:pt x="37148" y="3810"/>
                          <a:pt x="33624" y="5620"/>
                        </a:cubicBezTo>
                        <a:cubicBezTo>
                          <a:pt x="23813" y="10668"/>
                          <a:pt x="15050" y="18002"/>
                          <a:pt x="8478" y="2705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78" name="Forme libre : forme 17577">
                    <a:extLst>
                      <a:ext uri="{FF2B5EF4-FFF2-40B4-BE49-F238E27FC236}">
                        <a16:creationId xmlns:a16="http://schemas.microsoft.com/office/drawing/2014/main" id="{8C209137-2C05-45DF-8394-C05C48A5F872}"/>
                      </a:ext>
                    </a:extLst>
                  </p:cNvPr>
                  <p:cNvSpPr/>
                  <p:nvPr/>
                </p:nvSpPr>
                <p:spPr>
                  <a:xfrm>
                    <a:off x="7145094" y="4102784"/>
                    <a:ext cx="41331" cy="59259"/>
                  </a:xfrm>
                  <a:custGeom>
                    <a:avLst/>
                    <a:gdLst>
                      <a:gd name="connsiteX0" fmla="*/ 5042 w 41331"/>
                      <a:gd name="connsiteY0" fmla="*/ 59259 h 59259"/>
                      <a:gd name="connsiteX1" fmla="*/ 29806 w 41331"/>
                      <a:gd name="connsiteY1" fmla="*/ 44400 h 59259"/>
                      <a:gd name="connsiteX2" fmla="*/ 41332 w 41331"/>
                      <a:gd name="connsiteY2" fmla="*/ 36114 h 59259"/>
                      <a:gd name="connsiteX3" fmla="*/ 39808 w 41331"/>
                      <a:gd name="connsiteY3" fmla="*/ 36304 h 59259"/>
                      <a:gd name="connsiteX4" fmla="*/ 23330 w 41331"/>
                      <a:gd name="connsiteY4" fmla="*/ 20302 h 59259"/>
                      <a:gd name="connsiteX5" fmla="*/ 39331 w 41331"/>
                      <a:gd name="connsiteY5" fmla="*/ 3824 h 59259"/>
                      <a:gd name="connsiteX6" fmla="*/ 13900 w 41331"/>
                      <a:gd name="connsiteY6" fmla="*/ 1443 h 59259"/>
                      <a:gd name="connsiteX7" fmla="*/ 12376 w 41331"/>
                      <a:gd name="connsiteY7" fmla="*/ 5633 h 59259"/>
                      <a:gd name="connsiteX8" fmla="*/ 5042 w 41331"/>
                      <a:gd name="connsiteY8" fmla="*/ 59259 h 59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331" h="59259">
                        <a:moveTo>
                          <a:pt x="5042" y="59259"/>
                        </a:moveTo>
                        <a:cubicBezTo>
                          <a:pt x="13328" y="54306"/>
                          <a:pt x="21615" y="49353"/>
                          <a:pt x="29806" y="44400"/>
                        </a:cubicBezTo>
                        <a:cubicBezTo>
                          <a:pt x="33617" y="42114"/>
                          <a:pt x="37903" y="39447"/>
                          <a:pt x="41332" y="36114"/>
                        </a:cubicBezTo>
                        <a:cubicBezTo>
                          <a:pt x="40856" y="36209"/>
                          <a:pt x="40380" y="36304"/>
                          <a:pt x="39808" y="36304"/>
                        </a:cubicBezTo>
                        <a:cubicBezTo>
                          <a:pt x="30855" y="36399"/>
                          <a:pt x="23520" y="29256"/>
                          <a:pt x="23330" y="20302"/>
                        </a:cubicBezTo>
                        <a:cubicBezTo>
                          <a:pt x="23139" y="11348"/>
                          <a:pt x="30379" y="4014"/>
                          <a:pt x="39331" y="3824"/>
                        </a:cubicBezTo>
                        <a:cubicBezTo>
                          <a:pt x="33045" y="-939"/>
                          <a:pt x="23330" y="-653"/>
                          <a:pt x="13900" y="1443"/>
                        </a:cubicBezTo>
                        <a:cubicBezTo>
                          <a:pt x="13519" y="2871"/>
                          <a:pt x="12948" y="4300"/>
                          <a:pt x="12376" y="5633"/>
                        </a:cubicBezTo>
                        <a:cubicBezTo>
                          <a:pt x="2280" y="28113"/>
                          <a:pt x="-5531" y="34399"/>
                          <a:pt x="5042" y="5925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79" name="Forme libre : forme 17578">
                    <a:extLst>
                      <a:ext uri="{FF2B5EF4-FFF2-40B4-BE49-F238E27FC236}">
                        <a16:creationId xmlns:a16="http://schemas.microsoft.com/office/drawing/2014/main" id="{473EBE53-C148-4487-AFF1-0CBD63DDFDA5}"/>
                      </a:ext>
                    </a:extLst>
                  </p:cNvPr>
                  <p:cNvSpPr/>
                  <p:nvPr/>
                </p:nvSpPr>
                <p:spPr>
                  <a:xfrm>
                    <a:off x="7103557" y="4104322"/>
                    <a:ext cx="55627" cy="72223"/>
                  </a:xfrm>
                  <a:custGeom>
                    <a:avLst/>
                    <a:gdLst>
                      <a:gd name="connsiteX0" fmla="*/ 8478 w 55627"/>
                      <a:gd name="connsiteY0" fmla="*/ 29528 h 72223"/>
                      <a:gd name="connsiteX1" fmla="*/ 287 w 55627"/>
                      <a:gd name="connsiteY1" fmla="*/ 55531 h 72223"/>
                      <a:gd name="connsiteX2" fmla="*/ 19337 w 55627"/>
                      <a:gd name="connsiteY2" fmla="*/ 72104 h 72223"/>
                      <a:gd name="connsiteX3" fmla="*/ 30195 w 55627"/>
                      <a:gd name="connsiteY3" fmla="*/ 67532 h 72223"/>
                      <a:gd name="connsiteX4" fmla="*/ 46673 w 55627"/>
                      <a:gd name="connsiteY4" fmla="*/ 57721 h 72223"/>
                      <a:gd name="connsiteX5" fmla="*/ 54103 w 55627"/>
                      <a:gd name="connsiteY5" fmla="*/ 4191 h 72223"/>
                      <a:gd name="connsiteX6" fmla="*/ 55627 w 55627"/>
                      <a:gd name="connsiteY6" fmla="*/ 0 h 72223"/>
                      <a:gd name="connsiteX7" fmla="*/ 33720 w 55627"/>
                      <a:gd name="connsiteY7" fmla="*/ 8096 h 72223"/>
                      <a:gd name="connsiteX8" fmla="*/ 8478 w 55627"/>
                      <a:gd name="connsiteY8" fmla="*/ 29528 h 7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627" h="72223">
                        <a:moveTo>
                          <a:pt x="8478" y="29528"/>
                        </a:moveTo>
                        <a:cubicBezTo>
                          <a:pt x="2953" y="37052"/>
                          <a:pt x="-1142" y="46292"/>
                          <a:pt x="287" y="55531"/>
                        </a:cubicBezTo>
                        <a:cubicBezTo>
                          <a:pt x="1715" y="64770"/>
                          <a:pt x="10097" y="73343"/>
                          <a:pt x="19337" y="72104"/>
                        </a:cubicBezTo>
                        <a:cubicBezTo>
                          <a:pt x="23242" y="71628"/>
                          <a:pt x="26766" y="69533"/>
                          <a:pt x="30195" y="67532"/>
                        </a:cubicBezTo>
                        <a:cubicBezTo>
                          <a:pt x="35719" y="64294"/>
                          <a:pt x="41149" y="60960"/>
                          <a:pt x="46673" y="57721"/>
                        </a:cubicBezTo>
                        <a:cubicBezTo>
                          <a:pt x="36101" y="32861"/>
                          <a:pt x="43911" y="26575"/>
                          <a:pt x="54103" y="4191"/>
                        </a:cubicBezTo>
                        <a:cubicBezTo>
                          <a:pt x="54769" y="2762"/>
                          <a:pt x="55246" y="1334"/>
                          <a:pt x="55627" y="0"/>
                        </a:cubicBezTo>
                        <a:cubicBezTo>
                          <a:pt x="47245" y="1905"/>
                          <a:pt x="39054" y="5239"/>
                          <a:pt x="33720" y="8096"/>
                        </a:cubicBezTo>
                        <a:cubicBezTo>
                          <a:pt x="23718" y="13240"/>
                          <a:pt x="15050" y="20574"/>
                          <a:pt x="8478" y="2952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80" name="Forme libre : forme 17579">
                    <a:extLst>
                      <a:ext uri="{FF2B5EF4-FFF2-40B4-BE49-F238E27FC236}">
                        <a16:creationId xmlns:a16="http://schemas.microsoft.com/office/drawing/2014/main" id="{73964D62-49DD-4E09-ABF1-5C3BA2FBE5C1}"/>
                      </a:ext>
                    </a:extLst>
                  </p:cNvPr>
                  <p:cNvSpPr/>
                  <p:nvPr/>
                </p:nvSpPr>
                <p:spPr>
                  <a:xfrm>
                    <a:off x="7450173" y="4289031"/>
                    <a:ext cx="45222" cy="55797"/>
                  </a:xfrm>
                  <a:custGeom>
                    <a:avLst/>
                    <a:gdLst>
                      <a:gd name="connsiteX0" fmla="*/ 0 w 45222"/>
                      <a:gd name="connsiteY0" fmla="*/ 32556 h 55797"/>
                      <a:gd name="connsiteX1" fmla="*/ 7906 w 45222"/>
                      <a:gd name="connsiteY1" fmla="*/ 55798 h 55797"/>
                      <a:gd name="connsiteX2" fmla="*/ 27051 w 45222"/>
                      <a:gd name="connsiteY2" fmla="*/ 44368 h 55797"/>
                      <a:gd name="connsiteX3" fmla="*/ 44768 w 45222"/>
                      <a:gd name="connsiteY3" fmla="*/ 26365 h 55797"/>
                      <a:gd name="connsiteX4" fmla="*/ 44672 w 45222"/>
                      <a:gd name="connsiteY4" fmla="*/ 17412 h 55797"/>
                      <a:gd name="connsiteX5" fmla="*/ 41624 w 45222"/>
                      <a:gd name="connsiteY5" fmla="*/ 17793 h 55797"/>
                      <a:gd name="connsiteX6" fmla="*/ 25146 w 45222"/>
                      <a:gd name="connsiteY6" fmla="*/ 1791 h 55797"/>
                      <a:gd name="connsiteX7" fmla="*/ 25337 w 45222"/>
                      <a:gd name="connsiteY7" fmla="*/ 76 h 55797"/>
                      <a:gd name="connsiteX8" fmla="*/ 2572 w 45222"/>
                      <a:gd name="connsiteY8" fmla="*/ 3981 h 55797"/>
                      <a:gd name="connsiteX9" fmla="*/ 0 w 45222"/>
                      <a:gd name="connsiteY9" fmla="*/ 32556 h 55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5222" h="55797">
                        <a:moveTo>
                          <a:pt x="0" y="32556"/>
                        </a:moveTo>
                        <a:cubicBezTo>
                          <a:pt x="0" y="43224"/>
                          <a:pt x="3048" y="50559"/>
                          <a:pt x="7906" y="55798"/>
                        </a:cubicBezTo>
                        <a:cubicBezTo>
                          <a:pt x="14288" y="51988"/>
                          <a:pt x="20669" y="48178"/>
                          <a:pt x="27051" y="44368"/>
                        </a:cubicBezTo>
                        <a:cubicBezTo>
                          <a:pt x="34100" y="40177"/>
                          <a:pt x="42577" y="34747"/>
                          <a:pt x="44768" y="26365"/>
                        </a:cubicBezTo>
                        <a:cubicBezTo>
                          <a:pt x="45434" y="23698"/>
                          <a:pt x="45339" y="20555"/>
                          <a:pt x="44672" y="17412"/>
                        </a:cubicBezTo>
                        <a:cubicBezTo>
                          <a:pt x="43720" y="17602"/>
                          <a:pt x="42672" y="17793"/>
                          <a:pt x="41624" y="17793"/>
                        </a:cubicBezTo>
                        <a:cubicBezTo>
                          <a:pt x="32671" y="17888"/>
                          <a:pt x="25337" y="10744"/>
                          <a:pt x="25146" y="1791"/>
                        </a:cubicBezTo>
                        <a:cubicBezTo>
                          <a:pt x="25146" y="1219"/>
                          <a:pt x="25241" y="648"/>
                          <a:pt x="25337" y="76"/>
                        </a:cubicBezTo>
                        <a:cubicBezTo>
                          <a:pt x="18098" y="-400"/>
                          <a:pt x="9906" y="1410"/>
                          <a:pt x="2572" y="3981"/>
                        </a:cubicBezTo>
                        <a:cubicBezTo>
                          <a:pt x="2667" y="11792"/>
                          <a:pt x="0" y="21031"/>
                          <a:pt x="0" y="3255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81" name="Forme libre : forme 17580">
                    <a:extLst>
                      <a:ext uri="{FF2B5EF4-FFF2-40B4-BE49-F238E27FC236}">
                        <a16:creationId xmlns:a16="http://schemas.microsoft.com/office/drawing/2014/main" id="{4E13A3D8-438F-46D6-8629-1AD221A8FF3E}"/>
                      </a:ext>
                    </a:extLst>
                  </p:cNvPr>
                  <p:cNvSpPr/>
                  <p:nvPr/>
                </p:nvSpPr>
                <p:spPr>
                  <a:xfrm>
                    <a:off x="7405881" y="4292822"/>
                    <a:ext cx="52293" cy="69842"/>
                  </a:xfrm>
                  <a:custGeom>
                    <a:avLst/>
                    <a:gdLst>
                      <a:gd name="connsiteX0" fmla="*/ 8478 w 52293"/>
                      <a:gd name="connsiteY0" fmla="*/ 27146 h 69842"/>
                      <a:gd name="connsiteX1" fmla="*/ 287 w 52293"/>
                      <a:gd name="connsiteY1" fmla="*/ 53149 h 69842"/>
                      <a:gd name="connsiteX2" fmla="*/ 19337 w 52293"/>
                      <a:gd name="connsiteY2" fmla="*/ 69723 h 69842"/>
                      <a:gd name="connsiteX3" fmla="*/ 30195 w 52293"/>
                      <a:gd name="connsiteY3" fmla="*/ 65151 h 69842"/>
                      <a:gd name="connsiteX4" fmla="*/ 52293 w 52293"/>
                      <a:gd name="connsiteY4" fmla="*/ 51911 h 69842"/>
                      <a:gd name="connsiteX5" fmla="*/ 44388 w 52293"/>
                      <a:gd name="connsiteY5" fmla="*/ 28670 h 69842"/>
                      <a:gd name="connsiteX6" fmla="*/ 46959 w 52293"/>
                      <a:gd name="connsiteY6" fmla="*/ 0 h 69842"/>
                      <a:gd name="connsiteX7" fmla="*/ 33720 w 52293"/>
                      <a:gd name="connsiteY7" fmla="*/ 5620 h 69842"/>
                      <a:gd name="connsiteX8" fmla="*/ 8478 w 52293"/>
                      <a:gd name="connsiteY8" fmla="*/ 27146 h 69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293" h="69842">
                        <a:moveTo>
                          <a:pt x="8478" y="27146"/>
                        </a:moveTo>
                        <a:cubicBezTo>
                          <a:pt x="2954" y="34671"/>
                          <a:pt x="-1142" y="43910"/>
                          <a:pt x="287" y="53149"/>
                        </a:cubicBezTo>
                        <a:cubicBezTo>
                          <a:pt x="1620" y="62389"/>
                          <a:pt x="10098" y="70961"/>
                          <a:pt x="19337" y="69723"/>
                        </a:cubicBezTo>
                        <a:cubicBezTo>
                          <a:pt x="23242" y="69247"/>
                          <a:pt x="26767" y="67151"/>
                          <a:pt x="30195" y="65151"/>
                        </a:cubicBezTo>
                        <a:cubicBezTo>
                          <a:pt x="37529" y="60770"/>
                          <a:pt x="44959" y="56388"/>
                          <a:pt x="52293" y="51911"/>
                        </a:cubicBezTo>
                        <a:cubicBezTo>
                          <a:pt x="47340" y="46672"/>
                          <a:pt x="44388" y="39338"/>
                          <a:pt x="44388" y="28670"/>
                        </a:cubicBezTo>
                        <a:cubicBezTo>
                          <a:pt x="44388" y="17145"/>
                          <a:pt x="47054" y="7906"/>
                          <a:pt x="46959" y="0"/>
                        </a:cubicBezTo>
                        <a:cubicBezTo>
                          <a:pt x="41816" y="1714"/>
                          <a:pt x="37148" y="3810"/>
                          <a:pt x="33720" y="5620"/>
                        </a:cubicBezTo>
                        <a:cubicBezTo>
                          <a:pt x="23718" y="10858"/>
                          <a:pt x="14955" y="18193"/>
                          <a:pt x="8478" y="2714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82" name="Forme libre : forme 17581">
                    <a:extLst>
                      <a:ext uri="{FF2B5EF4-FFF2-40B4-BE49-F238E27FC236}">
                        <a16:creationId xmlns:a16="http://schemas.microsoft.com/office/drawing/2014/main" id="{C82006B0-2C72-4910-85FF-E378687A50B9}"/>
                      </a:ext>
                    </a:extLst>
                  </p:cNvPr>
                  <p:cNvSpPr/>
                  <p:nvPr/>
                </p:nvSpPr>
                <p:spPr>
                  <a:xfrm>
                    <a:off x="6298982" y="4197803"/>
                    <a:ext cx="42607" cy="55966"/>
                  </a:xfrm>
                  <a:custGeom>
                    <a:avLst/>
                    <a:gdLst>
                      <a:gd name="connsiteX0" fmla="*/ 34004 w 42607"/>
                      <a:gd name="connsiteY0" fmla="*/ 3864 h 55966"/>
                      <a:gd name="connsiteX1" fmla="*/ 0 w 42607"/>
                      <a:gd name="connsiteY1" fmla="*/ 3960 h 55966"/>
                      <a:gd name="connsiteX2" fmla="*/ 4667 w 42607"/>
                      <a:gd name="connsiteY2" fmla="*/ 39297 h 55966"/>
                      <a:gd name="connsiteX3" fmla="*/ 5143 w 42607"/>
                      <a:gd name="connsiteY3" fmla="*/ 55966 h 55966"/>
                      <a:gd name="connsiteX4" fmla="*/ 10573 w 42607"/>
                      <a:gd name="connsiteY4" fmla="*/ 52728 h 55966"/>
                      <a:gd name="connsiteX5" fmla="*/ 24479 w 42607"/>
                      <a:gd name="connsiteY5" fmla="*/ 44441 h 55966"/>
                      <a:gd name="connsiteX6" fmla="*/ 42196 w 42607"/>
                      <a:gd name="connsiteY6" fmla="*/ 26439 h 55966"/>
                      <a:gd name="connsiteX7" fmla="*/ 34004 w 42607"/>
                      <a:gd name="connsiteY7" fmla="*/ 3864 h 55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607" h="55966">
                        <a:moveTo>
                          <a:pt x="34004" y="3864"/>
                        </a:moveTo>
                        <a:cubicBezTo>
                          <a:pt x="25718" y="-2422"/>
                          <a:pt x="11620" y="-41"/>
                          <a:pt x="0" y="3960"/>
                        </a:cubicBezTo>
                        <a:cubicBezTo>
                          <a:pt x="5429" y="14437"/>
                          <a:pt x="4476" y="28248"/>
                          <a:pt x="4667" y="39297"/>
                        </a:cubicBezTo>
                        <a:cubicBezTo>
                          <a:pt x="4763" y="44822"/>
                          <a:pt x="5048" y="50347"/>
                          <a:pt x="5143" y="55966"/>
                        </a:cubicBezTo>
                        <a:cubicBezTo>
                          <a:pt x="6953" y="54919"/>
                          <a:pt x="8763" y="53775"/>
                          <a:pt x="10573" y="52728"/>
                        </a:cubicBezTo>
                        <a:cubicBezTo>
                          <a:pt x="13335" y="47870"/>
                          <a:pt x="18479" y="44536"/>
                          <a:pt x="24479" y="44441"/>
                        </a:cubicBezTo>
                        <a:cubicBezTo>
                          <a:pt x="31528" y="40250"/>
                          <a:pt x="40005" y="34821"/>
                          <a:pt x="42196" y="26439"/>
                        </a:cubicBezTo>
                        <a:cubicBezTo>
                          <a:pt x="43910" y="19105"/>
                          <a:pt x="40100" y="8437"/>
                          <a:pt x="34004" y="386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83" name="Forme libre : forme 17582">
                    <a:extLst>
                      <a:ext uri="{FF2B5EF4-FFF2-40B4-BE49-F238E27FC236}">
                        <a16:creationId xmlns:a16="http://schemas.microsoft.com/office/drawing/2014/main" id="{12426410-454D-46A9-8DCC-E9524BA5F567}"/>
                      </a:ext>
                    </a:extLst>
                  </p:cNvPr>
                  <p:cNvSpPr/>
                  <p:nvPr/>
                </p:nvSpPr>
                <p:spPr>
                  <a:xfrm>
                    <a:off x="6252022" y="4201763"/>
                    <a:ext cx="52197" cy="69842"/>
                  </a:xfrm>
                  <a:custGeom>
                    <a:avLst/>
                    <a:gdLst>
                      <a:gd name="connsiteX0" fmla="*/ 46864 w 52197"/>
                      <a:gd name="connsiteY0" fmla="*/ 0 h 69842"/>
                      <a:gd name="connsiteX1" fmla="*/ 33529 w 52197"/>
                      <a:gd name="connsiteY1" fmla="*/ 5620 h 69842"/>
                      <a:gd name="connsiteX2" fmla="*/ 8478 w 52197"/>
                      <a:gd name="connsiteY2" fmla="*/ 27146 h 69842"/>
                      <a:gd name="connsiteX3" fmla="*/ 287 w 52197"/>
                      <a:gd name="connsiteY3" fmla="*/ 53149 h 69842"/>
                      <a:gd name="connsiteX4" fmla="*/ 19337 w 52197"/>
                      <a:gd name="connsiteY4" fmla="*/ 69723 h 69842"/>
                      <a:gd name="connsiteX5" fmla="*/ 30195 w 52197"/>
                      <a:gd name="connsiteY5" fmla="*/ 65151 h 69842"/>
                      <a:gd name="connsiteX6" fmla="*/ 52198 w 52197"/>
                      <a:gd name="connsiteY6" fmla="*/ 52006 h 69842"/>
                      <a:gd name="connsiteX7" fmla="*/ 51722 w 52197"/>
                      <a:gd name="connsiteY7" fmla="*/ 35338 h 69842"/>
                      <a:gd name="connsiteX8" fmla="*/ 46864 w 52197"/>
                      <a:gd name="connsiteY8" fmla="*/ 0 h 69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197" h="69842">
                        <a:moveTo>
                          <a:pt x="46864" y="0"/>
                        </a:moveTo>
                        <a:cubicBezTo>
                          <a:pt x="41721" y="1714"/>
                          <a:pt x="36958" y="3810"/>
                          <a:pt x="33529" y="5620"/>
                        </a:cubicBezTo>
                        <a:cubicBezTo>
                          <a:pt x="23718" y="10763"/>
                          <a:pt x="14955" y="18097"/>
                          <a:pt x="8478" y="27146"/>
                        </a:cubicBezTo>
                        <a:cubicBezTo>
                          <a:pt x="2954" y="34671"/>
                          <a:pt x="-1142" y="43910"/>
                          <a:pt x="287" y="53149"/>
                        </a:cubicBezTo>
                        <a:cubicBezTo>
                          <a:pt x="1620" y="62389"/>
                          <a:pt x="10098" y="70961"/>
                          <a:pt x="19337" y="69723"/>
                        </a:cubicBezTo>
                        <a:cubicBezTo>
                          <a:pt x="23242" y="69247"/>
                          <a:pt x="26766" y="67151"/>
                          <a:pt x="30195" y="65151"/>
                        </a:cubicBezTo>
                        <a:cubicBezTo>
                          <a:pt x="37530" y="60770"/>
                          <a:pt x="44864" y="56388"/>
                          <a:pt x="52198" y="52006"/>
                        </a:cubicBezTo>
                        <a:cubicBezTo>
                          <a:pt x="52007" y="46482"/>
                          <a:pt x="51722" y="40957"/>
                          <a:pt x="51722" y="35338"/>
                        </a:cubicBezTo>
                        <a:cubicBezTo>
                          <a:pt x="51436" y="24289"/>
                          <a:pt x="52389" y="10382"/>
                          <a:pt x="46864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84" name="Forme libre : forme 17583">
                    <a:extLst>
                      <a:ext uri="{FF2B5EF4-FFF2-40B4-BE49-F238E27FC236}">
                        <a16:creationId xmlns:a16="http://schemas.microsoft.com/office/drawing/2014/main" id="{EF3B2A5B-505F-4ADD-BB86-E09F23162A9C}"/>
                      </a:ext>
                    </a:extLst>
                  </p:cNvPr>
                  <p:cNvSpPr/>
                  <p:nvPr/>
                </p:nvSpPr>
                <p:spPr>
                  <a:xfrm>
                    <a:off x="5738245" y="4118038"/>
                    <a:ext cx="89068" cy="71547"/>
                  </a:xfrm>
                  <a:custGeom>
                    <a:avLst/>
                    <a:gdLst>
                      <a:gd name="connsiteX0" fmla="*/ 0 w 89068"/>
                      <a:gd name="connsiteY0" fmla="*/ 55817 h 71547"/>
                      <a:gd name="connsiteX1" fmla="*/ 18764 w 89068"/>
                      <a:gd name="connsiteY1" fmla="*/ 71438 h 71547"/>
                      <a:gd name="connsiteX2" fmla="*/ 29623 w 89068"/>
                      <a:gd name="connsiteY2" fmla="*/ 66865 h 71547"/>
                      <a:gd name="connsiteX3" fmla="*/ 70866 w 89068"/>
                      <a:gd name="connsiteY3" fmla="*/ 42196 h 71547"/>
                      <a:gd name="connsiteX4" fmla="*/ 88582 w 89068"/>
                      <a:gd name="connsiteY4" fmla="*/ 24194 h 71547"/>
                      <a:gd name="connsiteX5" fmla="*/ 80486 w 89068"/>
                      <a:gd name="connsiteY5" fmla="*/ 1619 h 71547"/>
                      <a:gd name="connsiteX6" fmla="*/ 77248 w 89068"/>
                      <a:gd name="connsiteY6" fmla="*/ 0 h 71547"/>
                      <a:gd name="connsiteX7" fmla="*/ 56388 w 89068"/>
                      <a:gd name="connsiteY7" fmla="*/ 16859 h 71547"/>
                      <a:gd name="connsiteX8" fmla="*/ 0 w 89068"/>
                      <a:gd name="connsiteY8" fmla="*/ 55817 h 71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9068" h="71547">
                        <a:moveTo>
                          <a:pt x="0" y="55817"/>
                        </a:moveTo>
                        <a:cubicBezTo>
                          <a:pt x="1810" y="64675"/>
                          <a:pt x="9906" y="72580"/>
                          <a:pt x="18764" y="71438"/>
                        </a:cubicBezTo>
                        <a:cubicBezTo>
                          <a:pt x="22670" y="70961"/>
                          <a:pt x="26194" y="68866"/>
                          <a:pt x="29623" y="66865"/>
                        </a:cubicBezTo>
                        <a:cubicBezTo>
                          <a:pt x="43339" y="58674"/>
                          <a:pt x="57150" y="50483"/>
                          <a:pt x="70866" y="42196"/>
                        </a:cubicBezTo>
                        <a:cubicBezTo>
                          <a:pt x="77914" y="38005"/>
                          <a:pt x="86392" y="32576"/>
                          <a:pt x="88582" y="24194"/>
                        </a:cubicBezTo>
                        <a:cubicBezTo>
                          <a:pt x="90488" y="16954"/>
                          <a:pt x="86582" y="6287"/>
                          <a:pt x="80486" y="1619"/>
                        </a:cubicBezTo>
                        <a:cubicBezTo>
                          <a:pt x="79534" y="857"/>
                          <a:pt x="78391" y="476"/>
                          <a:pt x="77248" y="0"/>
                        </a:cubicBezTo>
                        <a:cubicBezTo>
                          <a:pt x="69152" y="6763"/>
                          <a:pt x="60674" y="13049"/>
                          <a:pt x="56388" y="16859"/>
                        </a:cubicBezTo>
                        <a:cubicBezTo>
                          <a:pt x="39243" y="32099"/>
                          <a:pt x="20288" y="45148"/>
                          <a:pt x="0" y="5581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85" name="Forme libre : forme 17584">
                    <a:extLst>
                      <a:ext uri="{FF2B5EF4-FFF2-40B4-BE49-F238E27FC236}">
                        <a16:creationId xmlns:a16="http://schemas.microsoft.com/office/drawing/2014/main" id="{26CBCB81-1543-4F42-89CE-FC2A905259C6}"/>
                      </a:ext>
                    </a:extLst>
                  </p:cNvPr>
                  <p:cNvSpPr/>
                  <p:nvPr/>
                </p:nvSpPr>
                <p:spPr>
                  <a:xfrm>
                    <a:off x="5737767" y="4115916"/>
                    <a:ext cx="77820" cy="57938"/>
                  </a:xfrm>
                  <a:custGeom>
                    <a:avLst/>
                    <a:gdLst>
                      <a:gd name="connsiteX0" fmla="*/ 33529 w 77820"/>
                      <a:gd name="connsiteY0" fmla="*/ 9456 h 57938"/>
                      <a:gd name="connsiteX1" fmla="*/ 8478 w 77820"/>
                      <a:gd name="connsiteY1" fmla="*/ 30983 h 57938"/>
                      <a:gd name="connsiteX2" fmla="*/ 287 w 77820"/>
                      <a:gd name="connsiteY2" fmla="*/ 56986 h 57938"/>
                      <a:gd name="connsiteX3" fmla="*/ 573 w 77820"/>
                      <a:gd name="connsiteY3" fmla="*/ 57939 h 57938"/>
                      <a:gd name="connsiteX4" fmla="*/ 56961 w 77820"/>
                      <a:gd name="connsiteY4" fmla="*/ 18886 h 57938"/>
                      <a:gd name="connsiteX5" fmla="*/ 77820 w 77820"/>
                      <a:gd name="connsiteY5" fmla="*/ 2027 h 57938"/>
                      <a:gd name="connsiteX6" fmla="*/ 33529 w 77820"/>
                      <a:gd name="connsiteY6" fmla="*/ 9456 h 57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7820" h="57938">
                        <a:moveTo>
                          <a:pt x="33529" y="9456"/>
                        </a:moveTo>
                        <a:cubicBezTo>
                          <a:pt x="23718" y="14600"/>
                          <a:pt x="14955" y="21934"/>
                          <a:pt x="8478" y="30983"/>
                        </a:cubicBezTo>
                        <a:cubicBezTo>
                          <a:pt x="2954" y="38508"/>
                          <a:pt x="-1142" y="47747"/>
                          <a:pt x="287" y="56986"/>
                        </a:cubicBezTo>
                        <a:cubicBezTo>
                          <a:pt x="382" y="57367"/>
                          <a:pt x="477" y="57653"/>
                          <a:pt x="573" y="57939"/>
                        </a:cubicBezTo>
                        <a:cubicBezTo>
                          <a:pt x="20861" y="47271"/>
                          <a:pt x="39816" y="34126"/>
                          <a:pt x="56961" y="18886"/>
                        </a:cubicBezTo>
                        <a:cubicBezTo>
                          <a:pt x="61247" y="15076"/>
                          <a:pt x="69724" y="8790"/>
                          <a:pt x="77820" y="2027"/>
                        </a:cubicBezTo>
                        <a:cubicBezTo>
                          <a:pt x="65057" y="-3688"/>
                          <a:pt x="44102" y="3932"/>
                          <a:pt x="33529" y="945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86" name="Forme libre : forme 17585">
                    <a:extLst>
                      <a:ext uri="{FF2B5EF4-FFF2-40B4-BE49-F238E27FC236}">
                        <a16:creationId xmlns:a16="http://schemas.microsoft.com/office/drawing/2014/main" id="{E69B1520-7FA1-4A67-80E9-72500AD3D9E2}"/>
                      </a:ext>
                    </a:extLst>
                  </p:cNvPr>
                  <p:cNvSpPr/>
                  <p:nvPr/>
                </p:nvSpPr>
                <p:spPr>
                  <a:xfrm>
                    <a:off x="6008278" y="4214824"/>
                    <a:ext cx="89450" cy="64281"/>
                  </a:xfrm>
                  <a:custGeom>
                    <a:avLst/>
                    <a:gdLst>
                      <a:gd name="connsiteX0" fmla="*/ 2858 w 89450"/>
                      <a:gd name="connsiteY0" fmla="*/ 64282 h 64281"/>
                      <a:gd name="connsiteX1" fmla="*/ 48769 w 89450"/>
                      <a:gd name="connsiteY1" fmla="*/ 24372 h 64281"/>
                      <a:gd name="connsiteX2" fmla="*/ 60199 w 89450"/>
                      <a:gd name="connsiteY2" fmla="*/ 19419 h 64281"/>
                      <a:gd name="connsiteX3" fmla="*/ 65437 w 89450"/>
                      <a:gd name="connsiteY3" fmla="*/ 20276 h 64281"/>
                      <a:gd name="connsiteX4" fmla="*/ 84678 w 89450"/>
                      <a:gd name="connsiteY4" fmla="*/ 34278 h 64281"/>
                      <a:gd name="connsiteX5" fmla="*/ 88965 w 89450"/>
                      <a:gd name="connsiteY5" fmla="*/ 26467 h 64281"/>
                      <a:gd name="connsiteX6" fmla="*/ 80868 w 89450"/>
                      <a:gd name="connsiteY6" fmla="*/ 3893 h 64281"/>
                      <a:gd name="connsiteX7" fmla="*/ 33529 w 89450"/>
                      <a:gd name="connsiteY7" fmla="*/ 9608 h 64281"/>
                      <a:gd name="connsiteX8" fmla="*/ 8478 w 89450"/>
                      <a:gd name="connsiteY8" fmla="*/ 31135 h 64281"/>
                      <a:gd name="connsiteX9" fmla="*/ 287 w 89450"/>
                      <a:gd name="connsiteY9" fmla="*/ 57138 h 64281"/>
                      <a:gd name="connsiteX10" fmla="*/ 2858 w 89450"/>
                      <a:gd name="connsiteY10" fmla="*/ 64282 h 64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9450" h="64281">
                        <a:moveTo>
                          <a:pt x="2858" y="64282"/>
                        </a:moveTo>
                        <a:cubicBezTo>
                          <a:pt x="17051" y="48375"/>
                          <a:pt x="33529" y="31897"/>
                          <a:pt x="48769" y="24372"/>
                        </a:cubicBezTo>
                        <a:cubicBezTo>
                          <a:pt x="51626" y="21324"/>
                          <a:pt x="55722" y="19419"/>
                          <a:pt x="60199" y="19419"/>
                        </a:cubicBezTo>
                        <a:cubicBezTo>
                          <a:pt x="62009" y="19419"/>
                          <a:pt x="63818" y="19705"/>
                          <a:pt x="65437" y="20276"/>
                        </a:cubicBezTo>
                        <a:cubicBezTo>
                          <a:pt x="72772" y="20752"/>
                          <a:pt x="79344" y="24943"/>
                          <a:pt x="84678" y="34278"/>
                        </a:cubicBezTo>
                        <a:cubicBezTo>
                          <a:pt x="86679" y="31992"/>
                          <a:pt x="88202" y="29420"/>
                          <a:pt x="88965" y="26467"/>
                        </a:cubicBezTo>
                        <a:cubicBezTo>
                          <a:pt x="90870" y="19228"/>
                          <a:pt x="86964" y="8560"/>
                          <a:pt x="80868" y="3893"/>
                        </a:cubicBezTo>
                        <a:cubicBezTo>
                          <a:pt x="68866" y="-5156"/>
                          <a:pt x="44864" y="3607"/>
                          <a:pt x="33529" y="9608"/>
                        </a:cubicBezTo>
                        <a:cubicBezTo>
                          <a:pt x="23718" y="14752"/>
                          <a:pt x="14955" y="22086"/>
                          <a:pt x="8478" y="31135"/>
                        </a:cubicBezTo>
                        <a:cubicBezTo>
                          <a:pt x="2953" y="38659"/>
                          <a:pt x="-1142" y="47899"/>
                          <a:pt x="287" y="57138"/>
                        </a:cubicBezTo>
                        <a:cubicBezTo>
                          <a:pt x="572" y="59615"/>
                          <a:pt x="1525" y="62091"/>
                          <a:pt x="2858" y="6428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87" name="Forme libre : forme 17586">
                    <a:extLst>
                      <a:ext uri="{FF2B5EF4-FFF2-40B4-BE49-F238E27FC236}">
                        <a16:creationId xmlns:a16="http://schemas.microsoft.com/office/drawing/2014/main" id="{FEB71057-E2DF-4D8B-89F3-0053CB3F5718}"/>
                      </a:ext>
                    </a:extLst>
                  </p:cNvPr>
                  <p:cNvSpPr/>
                  <p:nvPr/>
                </p:nvSpPr>
                <p:spPr>
                  <a:xfrm>
                    <a:off x="6011136" y="4239291"/>
                    <a:ext cx="56293" cy="49353"/>
                  </a:xfrm>
                  <a:custGeom>
                    <a:avLst/>
                    <a:gdLst>
                      <a:gd name="connsiteX0" fmla="*/ 16383 w 56293"/>
                      <a:gd name="connsiteY0" fmla="*/ 49244 h 49353"/>
                      <a:gd name="connsiteX1" fmla="*/ 27242 w 56293"/>
                      <a:gd name="connsiteY1" fmla="*/ 44672 h 49353"/>
                      <a:gd name="connsiteX2" fmla="*/ 56293 w 56293"/>
                      <a:gd name="connsiteY2" fmla="*/ 27337 h 49353"/>
                      <a:gd name="connsiteX3" fmla="*/ 41339 w 56293"/>
                      <a:gd name="connsiteY3" fmla="*/ 11430 h 49353"/>
                      <a:gd name="connsiteX4" fmla="*/ 45911 w 56293"/>
                      <a:gd name="connsiteY4" fmla="*/ 0 h 49353"/>
                      <a:gd name="connsiteX5" fmla="*/ 0 w 56293"/>
                      <a:gd name="connsiteY5" fmla="*/ 39910 h 49353"/>
                      <a:gd name="connsiteX6" fmla="*/ 16383 w 56293"/>
                      <a:gd name="connsiteY6" fmla="*/ 49244 h 49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293" h="49353">
                        <a:moveTo>
                          <a:pt x="16383" y="49244"/>
                        </a:moveTo>
                        <a:cubicBezTo>
                          <a:pt x="20288" y="48768"/>
                          <a:pt x="23813" y="46672"/>
                          <a:pt x="27242" y="44672"/>
                        </a:cubicBezTo>
                        <a:cubicBezTo>
                          <a:pt x="36957" y="38862"/>
                          <a:pt x="46577" y="33147"/>
                          <a:pt x="56293" y="27337"/>
                        </a:cubicBezTo>
                        <a:cubicBezTo>
                          <a:pt x="48006" y="26670"/>
                          <a:pt x="41434" y="19907"/>
                          <a:pt x="41339" y="11430"/>
                        </a:cubicBezTo>
                        <a:cubicBezTo>
                          <a:pt x="41243" y="6953"/>
                          <a:pt x="43053" y="2953"/>
                          <a:pt x="45911" y="0"/>
                        </a:cubicBezTo>
                        <a:cubicBezTo>
                          <a:pt x="30671" y="7525"/>
                          <a:pt x="14193" y="24003"/>
                          <a:pt x="0" y="39910"/>
                        </a:cubicBezTo>
                        <a:cubicBezTo>
                          <a:pt x="3429" y="45815"/>
                          <a:pt x="9716" y="50101"/>
                          <a:pt x="16383" y="4924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88" name="Forme libre : forme 17587">
                    <a:extLst>
                      <a:ext uri="{FF2B5EF4-FFF2-40B4-BE49-F238E27FC236}">
                        <a16:creationId xmlns:a16="http://schemas.microsoft.com/office/drawing/2014/main" id="{4335052F-B844-4D3F-A8E8-3EE4F90EE66F}"/>
                      </a:ext>
                    </a:extLst>
                  </p:cNvPr>
                  <p:cNvSpPr/>
                  <p:nvPr/>
                </p:nvSpPr>
                <p:spPr>
                  <a:xfrm>
                    <a:off x="6073715" y="4235100"/>
                    <a:ext cx="19145" cy="21716"/>
                  </a:xfrm>
                  <a:custGeom>
                    <a:avLst/>
                    <a:gdLst>
                      <a:gd name="connsiteX0" fmla="*/ 0 w 19145"/>
                      <a:gd name="connsiteY0" fmla="*/ 0 h 21716"/>
                      <a:gd name="connsiteX1" fmla="*/ 11145 w 19145"/>
                      <a:gd name="connsiteY1" fmla="*/ 15145 h 21716"/>
                      <a:gd name="connsiteX2" fmla="*/ 9811 w 19145"/>
                      <a:gd name="connsiteY2" fmla="*/ 21717 h 21716"/>
                      <a:gd name="connsiteX3" fmla="*/ 19145 w 19145"/>
                      <a:gd name="connsiteY3" fmla="*/ 14002 h 21716"/>
                      <a:gd name="connsiteX4" fmla="*/ 0 w 19145"/>
                      <a:gd name="connsiteY4" fmla="*/ 0 h 21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145" h="21716">
                        <a:moveTo>
                          <a:pt x="0" y="0"/>
                        </a:moveTo>
                        <a:cubicBezTo>
                          <a:pt x="6382" y="2096"/>
                          <a:pt x="11049" y="8001"/>
                          <a:pt x="11145" y="15145"/>
                        </a:cubicBezTo>
                        <a:cubicBezTo>
                          <a:pt x="11145" y="17431"/>
                          <a:pt x="10668" y="19621"/>
                          <a:pt x="9811" y="21717"/>
                        </a:cubicBezTo>
                        <a:cubicBezTo>
                          <a:pt x="13145" y="19526"/>
                          <a:pt x="16573" y="17050"/>
                          <a:pt x="19145" y="14002"/>
                        </a:cubicBezTo>
                        <a:cubicBezTo>
                          <a:pt x="13907" y="4763"/>
                          <a:pt x="7334" y="47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89" name="Forme libre : forme 17588">
                    <a:extLst>
                      <a:ext uri="{FF2B5EF4-FFF2-40B4-BE49-F238E27FC236}">
                        <a16:creationId xmlns:a16="http://schemas.microsoft.com/office/drawing/2014/main" id="{204E7731-8A22-42D2-86D5-6D8D4D67C808}"/>
                      </a:ext>
                    </a:extLst>
                  </p:cNvPr>
                  <p:cNvSpPr/>
                  <p:nvPr/>
                </p:nvSpPr>
                <p:spPr>
                  <a:xfrm>
                    <a:off x="5689571" y="4241485"/>
                    <a:ext cx="76677" cy="73744"/>
                  </a:xfrm>
                  <a:custGeom>
                    <a:avLst/>
                    <a:gdLst>
                      <a:gd name="connsiteX0" fmla="*/ 48388 w 76677"/>
                      <a:gd name="connsiteY0" fmla="*/ 19904 h 73744"/>
                      <a:gd name="connsiteX1" fmla="*/ 76677 w 76677"/>
                      <a:gd name="connsiteY1" fmla="*/ 1616 h 73744"/>
                      <a:gd name="connsiteX2" fmla="*/ 33529 w 76677"/>
                      <a:gd name="connsiteY2" fmla="*/ 9521 h 73744"/>
                      <a:gd name="connsiteX3" fmla="*/ 8478 w 76677"/>
                      <a:gd name="connsiteY3" fmla="*/ 31048 h 73744"/>
                      <a:gd name="connsiteX4" fmla="*/ 287 w 76677"/>
                      <a:gd name="connsiteY4" fmla="*/ 57051 h 73744"/>
                      <a:gd name="connsiteX5" fmla="*/ 19337 w 76677"/>
                      <a:gd name="connsiteY5" fmla="*/ 73625 h 73744"/>
                      <a:gd name="connsiteX6" fmla="*/ 29148 w 76677"/>
                      <a:gd name="connsiteY6" fmla="*/ 69624 h 73744"/>
                      <a:gd name="connsiteX7" fmla="*/ 36292 w 76677"/>
                      <a:gd name="connsiteY7" fmla="*/ 46288 h 73744"/>
                      <a:gd name="connsiteX8" fmla="*/ 48388 w 76677"/>
                      <a:gd name="connsiteY8" fmla="*/ 19904 h 73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677" h="73744">
                        <a:moveTo>
                          <a:pt x="48388" y="19904"/>
                        </a:moveTo>
                        <a:cubicBezTo>
                          <a:pt x="55342" y="10760"/>
                          <a:pt x="65533" y="4664"/>
                          <a:pt x="76677" y="1616"/>
                        </a:cubicBezTo>
                        <a:cubicBezTo>
                          <a:pt x="63914" y="-3337"/>
                          <a:pt x="43721" y="4187"/>
                          <a:pt x="33529" y="9521"/>
                        </a:cubicBezTo>
                        <a:cubicBezTo>
                          <a:pt x="23718" y="14665"/>
                          <a:pt x="14955" y="21999"/>
                          <a:pt x="8478" y="31048"/>
                        </a:cubicBezTo>
                        <a:cubicBezTo>
                          <a:pt x="2954" y="38573"/>
                          <a:pt x="-1142" y="47812"/>
                          <a:pt x="287" y="57051"/>
                        </a:cubicBezTo>
                        <a:cubicBezTo>
                          <a:pt x="1620" y="66291"/>
                          <a:pt x="10098" y="74863"/>
                          <a:pt x="19337" y="73625"/>
                        </a:cubicBezTo>
                        <a:cubicBezTo>
                          <a:pt x="22861" y="73149"/>
                          <a:pt x="26100" y="71434"/>
                          <a:pt x="29148" y="69624"/>
                        </a:cubicBezTo>
                        <a:cubicBezTo>
                          <a:pt x="31338" y="61719"/>
                          <a:pt x="33720" y="53908"/>
                          <a:pt x="36292" y="46288"/>
                        </a:cubicBezTo>
                        <a:cubicBezTo>
                          <a:pt x="39149" y="36953"/>
                          <a:pt x="42482" y="27619"/>
                          <a:pt x="48388" y="1990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90" name="Forme libre : forme 17589">
                    <a:extLst>
                      <a:ext uri="{FF2B5EF4-FFF2-40B4-BE49-F238E27FC236}">
                        <a16:creationId xmlns:a16="http://schemas.microsoft.com/office/drawing/2014/main" id="{D0F92218-4996-4165-A783-305FD3D492D9}"/>
                      </a:ext>
                    </a:extLst>
                  </p:cNvPr>
                  <p:cNvSpPr/>
                  <p:nvPr/>
                </p:nvSpPr>
                <p:spPr>
                  <a:xfrm>
                    <a:off x="5718623" y="4243101"/>
                    <a:ext cx="60397" cy="68008"/>
                  </a:xfrm>
                  <a:custGeom>
                    <a:avLst/>
                    <a:gdLst>
                      <a:gd name="connsiteX0" fmla="*/ 42196 w 60397"/>
                      <a:gd name="connsiteY0" fmla="*/ 42767 h 68008"/>
                      <a:gd name="connsiteX1" fmla="*/ 59912 w 60397"/>
                      <a:gd name="connsiteY1" fmla="*/ 24765 h 68008"/>
                      <a:gd name="connsiteX2" fmla="*/ 51816 w 60397"/>
                      <a:gd name="connsiteY2" fmla="*/ 2191 h 68008"/>
                      <a:gd name="connsiteX3" fmla="*/ 47625 w 60397"/>
                      <a:gd name="connsiteY3" fmla="*/ 0 h 68008"/>
                      <a:gd name="connsiteX4" fmla="*/ 19335 w 60397"/>
                      <a:gd name="connsiteY4" fmla="*/ 18288 h 68008"/>
                      <a:gd name="connsiteX5" fmla="*/ 7144 w 60397"/>
                      <a:gd name="connsiteY5" fmla="*/ 44672 h 68008"/>
                      <a:gd name="connsiteX6" fmla="*/ 0 w 60397"/>
                      <a:gd name="connsiteY6" fmla="*/ 68008 h 68008"/>
                      <a:gd name="connsiteX7" fmla="*/ 952 w 60397"/>
                      <a:gd name="connsiteY7" fmla="*/ 67437 h 68008"/>
                      <a:gd name="connsiteX8" fmla="*/ 42196 w 60397"/>
                      <a:gd name="connsiteY8" fmla="*/ 42767 h 68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0397" h="68008">
                        <a:moveTo>
                          <a:pt x="42196" y="42767"/>
                        </a:moveTo>
                        <a:cubicBezTo>
                          <a:pt x="49244" y="38576"/>
                          <a:pt x="57721" y="33147"/>
                          <a:pt x="59912" y="24765"/>
                        </a:cubicBezTo>
                        <a:cubicBezTo>
                          <a:pt x="61817" y="17526"/>
                          <a:pt x="57912" y="6858"/>
                          <a:pt x="51816" y="2191"/>
                        </a:cubicBezTo>
                        <a:cubicBezTo>
                          <a:pt x="50578" y="1238"/>
                          <a:pt x="49149" y="571"/>
                          <a:pt x="47625" y="0"/>
                        </a:cubicBezTo>
                        <a:cubicBezTo>
                          <a:pt x="36480" y="3048"/>
                          <a:pt x="26289" y="9144"/>
                          <a:pt x="19335" y="18288"/>
                        </a:cubicBezTo>
                        <a:cubicBezTo>
                          <a:pt x="13430" y="26003"/>
                          <a:pt x="10192" y="35433"/>
                          <a:pt x="7144" y="44672"/>
                        </a:cubicBezTo>
                        <a:cubicBezTo>
                          <a:pt x="4572" y="52388"/>
                          <a:pt x="2286" y="60198"/>
                          <a:pt x="0" y="68008"/>
                        </a:cubicBezTo>
                        <a:cubicBezTo>
                          <a:pt x="285" y="67818"/>
                          <a:pt x="667" y="67628"/>
                          <a:pt x="952" y="67437"/>
                        </a:cubicBezTo>
                        <a:cubicBezTo>
                          <a:pt x="14668" y="59150"/>
                          <a:pt x="28480" y="50959"/>
                          <a:pt x="42196" y="4276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91" name="Forme libre : forme 17590">
                    <a:extLst>
                      <a:ext uri="{FF2B5EF4-FFF2-40B4-BE49-F238E27FC236}">
                        <a16:creationId xmlns:a16="http://schemas.microsoft.com/office/drawing/2014/main" id="{CD65F284-6E6A-407B-B9B3-7166309C693B}"/>
                      </a:ext>
                    </a:extLst>
                  </p:cNvPr>
                  <p:cNvSpPr/>
                  <p:nvPr/>
                </p:nvSpPr>
                <p:spPr>
                  <a:xfrm>
                    <a:off x="4843276" y="4149118"/>
                    <a:ext cx="79257" cy="73792"/>
                  </a:xfrm>
                  <a:custGeom>
                    <a:avLst/>
                    <a:gdLst>
                      <a:gd name="connsiteX0" fmla="*/ 0 w 79257"/>
                      <a:gd name="connsiteY0" fmla="*/ 71790 h 73792"/>
                      <a:gd name="connsiteX1" fmla="*/ 8954 w 79257"/>
                      <a:gd name="connsiteY1" fmla="*/ 73695 h 73792"/>
                      <a:gd name="connsiteX2" fmla="*/ 19812 w 79257"/>
                      <a:gd name="connsiteY2" fmla="*/ 69123 h 73792"/>
                      <a:gd name="connsiteX3" fmla="*/ 61056 w 79257"/>
                      <a:gd name="connsiteY3" fmla="*/ 44453 h 73792"/>
                      <a:gd name="connsiteX4" fmla="*/ 78772 w 79257"/>
                      <a:gd name="connsiteY4" fmla="*/ 26451 h 73792"/>
                      <a:gd name="connsiteX5" fmla="*/ 70675 w 79257"/>
                      <a:gd name="connsiteY5" fmla="*/ 3877 h 73792"/>
                      <a:gd name="connsiteX6" fmla="*/ 34957 w 79257"/>
                      <a:gd name="connsiteY6" fmla="*/ 4543 h 73792"/>
                      <a:gd name="connsiteX7" fmla="*/ 39243 w 79257"/>
                      <a:gd name="connsiteY7" fmla="*/ 11021 h 73792"/>
                      <a:gd name="connsiteX8" fmla="*/ 0 w 79257"/>
                      <a:gd name="connsiteY8" fmla="*/ 71790 h 73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9257" h="73792">
                        <a:moveTo>
                          <a:pt x="0" y="71790"/>
                        </a:moveTo>
                        <a:cubicBezTo>
                          <a:pt x="2762" y="73314"/>
                          <a:pt x="5810" y="74076"/>
                          <a:pt x="8954" y="73695"/>
                        </a:cubicBezTo>
                        <a:cubicBezTo>
                          <a:pt x="12859" y="73219"/>
                          <a:pt x="16383" y="71123"/>
                          <a:pt x="19812" y="69123"/>
                        </a:cubicBezTo>
                        <a:cubicBezTo>
                          <a:pt x="33528" y="60932"/>
                          <a:pt x="47340" y="52740"/>
                          <a:pt x="61056" y="44453"/>
                        </a:cubicBezTo>
                        <a:cubicBezTo>
                          <a:pt x="68104" y="40262"/>
                          <a:pt x="76581" y="34833"/>
                          <a:pt x="78772" y="26451"/>
                        </a:cubicBezTo>
                        <a:cubicBezTo>
                          <a:pt x="80677" y="19212"/>
                          <a:pt x="76771" y="8544"/>
                          <a:pt x="70675" y="3877"/>
                        </a:cubicBezTo>
                        <a:cubicBezTo>
                          <a:pt x="62008" y="-2695"/>
                          <a:pt x="46958" y="162"/>
                          <a:pt x="34957" y="4543"/>
                        </a:cubicBezTo>
                        <a:cubicBezTo>
                          <a:pt x="36481" y="6449"/>
                          <a:pt x="38005" y="8544"/>
                          <a:pt x="39243" y="11021"/>
                        </a:cubicBezTo>
                        <a:cubicBezTo>
                          <a:pt x="50006" y="31975"/>
                          <a:pt x="26670" y="55788"/>
                          <a:pt x="0" y="7179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92" name="Forme libre : forme 17591">
                    <a:extLst>
                      <a:ext uri="{FF2B5EF4-FFF2-40B4-BE49-F238E27FC236}">
                        <a16:creationId xmlns:a16="http://schemas.microsoft.com/office/drawing/2014/main" id="{2E71D325-EB11-40DC-BD64-DB7EDBE04D79}"/>
                      </a:ext>
                    </a:extLst>
                  </p:cNvPr>
                  <p:cNvSpPr/>
                  <p:nvPr/>
                </p:nvSpPr>
                <p:spPr>
                  <a:xfrm>
                    <a:off x="4832988" y="4153566"/>
                    <a:ext cx="52310" cy="67246"/>
                  </a:xfrm>
                  <a:custGeom>
                    <a:avLst/>
                    <a:gdLst>
                      <a:gd name="connsiteX0" fmla="*/ 8478 w 52310"/>
                      <a:gd name="connsiteY0" fmla="*/ 26575 h 67246"/>
                      <a:gd name="connsiteX1" fmla="*/ 287 w 52310"/>
                      <a:gd name="connsiteY1" fmla="*/ 52578 h 67246"/>
                      <a:gd name="connsiteX2" fmla="*/ 10383 w 52310"/>
                      <a:gd name="connsiteY2" fmla="*/ 67246 h 67246"/>
                      <a:gd name="connsiteX3" fmla="*/ 49626 w 52310"/>
                      <a:gd name="connsiteY3" fmla="*/ 6477 h 67246"/>
                      <a:gd name="connsiteX4" fmla="*/ 45340 w 52310"/>
                      <a:gd name="connsiteY4" fmla="*/ 0 h 67246"/>
                      <a:gd name="connsiteX5" fmla="*/ 33624 w 52310"/>
                      <a:gd name="connsiteY5" fmla="*/ 5048 h 67246"/>
                      <a:gd name="connsiteX6" fmla="*/ 8478 w 52310"/>
                      <a:gd name="connsiteY6" fmla="*/ 26575 h 67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2310" h="67246">
                        <a:moveTo>
                          <a:pt x="8478" y="26575"/>
                        </a:moveTo>
                        <a:cubicBezTo>
                          <a:pt x="2953" y="34099"/>
                          <a:pt x="-1142" y="43339"/>
                          <a:pt x="287" y="52578"/>
                        </a:cubicBezTo>
                        <a:cubicBezTo>
                          <a:pt x="1144" y="58674"/>
                          <a:pt x="5145" y="64389"/>
                          <a:pt x="10383" y="67246"/>
                        </a:cubicBezTo>
                        <a:cubicBezTo>
                          <a:pt x="37053" y="51245"/>
                          <a:pt x="60390" y="27527"/>
                          <a:pt x="49626" y="6477"/>
                        </a:cubicBezTo>
                        <a:cubicBezTo>
                          <a:pt x="48388" y="4000"/>
                          <a:pt x="46864" y="1810"/>
                          <a:pt x="45340" y="0"/>
                        </a:cubicBezTo>
                        <a:cubicBezTo>
                          <a:pt x="40863" y="1619"/>
                          <a:pt x="36768" y="3429"/>
                          <a:pt x="33624" y="5048"/>
                        </a:cubicBezTo>
                        <a:cubicBezTo>
                          <a:pt x="23718" y="10287"/>
                          <a:pt x="14955" y="17621"/>
                          <a:pt x="8478" y="2657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93" name="Forme libre : forme 17592">
                    <a:extLst>
                      <a:ext uri="{FF2B5EF4-FFF2-40B4-BE49-F238E27FC236}">
                        <a16:creationId xmlns:a16="http://schemas.microsoft.com/office/drawing/2014/main" id="{07BDB4DF-47B9-48C1-AA22-98EEADBCF1C1}"/>
                      </a:ext>
                    </a:extLst>
                  </p:cNvPr>
                  <p:cNvSpPr/>
                  <p:nvPr/>
                </p:nvSpPr>
                <p:spPr>
                  <a:xfrm>
                    <a:off x="2136936" y="4118799"/>
                    <a:ext cx="32482" cy="32481"/>
                  </a:xfrm>
                  <a:custGeom>
                    <a:avLst/>
                    <a:gdLst>
                      <a:gd name="connsiteX0" fmla="*/ 16479 w 32482"/>
                      <a:gd name="connsiteY0" fmla="*/ 32481 h 32481"/>
                      <a:gd name="connsiteX1" fmla="*/ 32481 w 32482"/>
                      <a:gd name="connsiteY1" fmla="*/ 16003 h 32481"/>
                      <a:gd name="connsiteX2" fmla="*/ 16003 w 32482"/>
                      <a:gd name="connsiteY2" fmla="*/ 1 h 32481"/>
                      <a:gd name="connsiteX3" fmla="*/ 1 w 32482"/>
                      <a:gd name="connsiteY3" fmla="*/ 16479 h 32481"/>
                      <a:gd name="connsiteX4" fmla="*/ 16479 w 32482"/>
                      <a:gd name="connsiteY4" fmla="*/ 32481 h 3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82" h="32481">
                        <a:moveTo>
                          <a:pt x="16479" y="32481"/>
                        </a:moveTo>
                        <a:cubicBezTo>
                          <a:pt x="25433" y="32386"/>
                          <a:pt x="32577" y="24956"/>
                          <a:pt x="32481" y="16003"/>
                        </a:cubicBezTo>
                        <a:cubicBezTo>
                          <a:pt x="32386" y="7049"/>
                          <a:pt x="24957" y="-94"/>
                          <a:pt x="16003" y="1"/>
                        </a:cubicBezTo>
                        <a:cubicBezTo>
                          <a:pt x="7050" y="96"/>
                          <a:pt x="-94" y="7525"/>
                          <a:pt x="1" y="16479"/>
                        </a:cubicBezTo>
                        <a:cubicBezTo>
                          <a:pt x="96" y="25433"/>
                          <a:pt x="7526" y="32576"/>
                          <a:pt x="16479" y="3248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94" name="Forme libre : forme 17593">
                    <a:extLst>
                      <a:ext uri="{FF2B5EF4-FFF2-40B4-BE49-F238E27FC236}">
                        <a16:creationId xmlns:a16="http://schemas.microsoft.com/office/drawing/2014/main" id="{29AAAF24-A89C-4F46-A7F4-D5571CDEB09A}"/>
                      </a:ext>
                    </a:extLst>
                  </p:cNvPr>
                  <p:cNvSpPr/>
                  <p:nvPr/>
                </p:nvSpPr>
                <p:spPr>
                  <a:xfrm>
                    <a:off x="2190563" y="4155852"/>
                    <a:ext cx="10098" cy="16287"/>
                  </a:xfrm>
                  <a:custGeom>
                    <a:avLst/>
                    <a:gdLst>
                      <a:gd name="connsiteX0" fmla="*/ 1905 w 10098"/>
                      <a:gd name="connsiteY0" fmla="*/ 16288 h 16287"/>
                      <a:gd name="connsiteX1" fmla="*/ 10096 w 10098"/>
                      <a:gd name="connsiteY1" fmla="*/ 7906 h 16287"/>
                      <a:gd name="connsiteX2" fmla="*/ 3143 w 10098"/>
                      <a:gd name="connsiteY2" fmla="*/ 0 h 16287"/>
                      <a:gd name="connsiteX3" fmla="*/ 0 w 10098"/>
                      <a:gd name="connsiteY3" fmla="*/ 16002 h 16287"/>
                      <a:gd name="connsiteX4" fmla="*/ 1905 w 10098"/>
                      <a:gd name="connsiteY4" fmla="*/ 16288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8" h="16287">
                        <a:moveTo>
                          <a:pt x="1905" y="16288"/>
                        </a:moveTo>
                        <a:cubicBezTo>
                          <a:pt x="6477" y="16193"/>
                          <a:pt x="10192" y="12478"/>
                          <a:pt x="10096" y="7906"/>
                        </a:cubicBezTo>
                        <a:cubicBezTo>
                          <a:pt x="10001" y="3810"/>
                          <a:pt x="7049" y="667"/>
                          <a:pt x="3143" y="0"/>
                        </a:cubicBezTo>
                        <a:cubicBezTo>
                          <a:pt x="2286" y="5810"/>
                          <a:pt x="1143" y="11239"/>
                          <a:pt x="0" y="16002"/>
                        </a:cubicBezTo>
                        <a:cubicBezTo>
                          <a:pt x="667" y="16097"/>
                          <a:pt x="1238" y="16288"/>
                          <a:pt x="1905" y="1628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95" name="Forme libre : forme 17594">
                    <a:extLst>
                      <a:ext uri="{FF2B5EF4-FFF2-40B4-BE49-F238E27FC236}">
                        <a16:creationId xmlns:a16="http://schemas.microsoft.com/office/drawing/2014/main" id="{977C599E-1537-414D-8E3F-00F72781671C}"/>
                      </a:ext>
                    </a:extLst>
                  </p:cNvPr>
                  <p:cNvSpPr/>
                  <p:nvPr/>
                </p:nvSpPr>
                <p:spPr>
                  <a:xfrm>
                    <a:off x="2184084" y="4155471"/>
                    <a:ext cx="9717" cy="16287"/>
                  </a:xfrm>
                  <a:custGeom>
                    <a:avLst/>
                    <a:gdLst>
                      <a:gd name="connsiteX0" fmla="*/ 2 w 9717"/>
                      <a:gd name="connsiteY0" fmla="*/ 8477 h 16287"/>
                      <a:gd name="connsiteX1" fmla="*/ 6574 w 9717"/>
                      <a:gd name="connsiteY1" fmla="*/ 16288 h 16287"/>
                      <a:gd name="connsiteX2" fmla="*/ 9717 w 9717"/>
                      <a:gd name="connsiteY2" fmla="*/ 286 h 16287"/>
                      <a:gd name="connsiteX3" fmla="*/ 8193 w 9717"/>
                      <a:gd name="connsiteY3" fmla="*/ 0 h 16287"/>
                      <a:gd name="connsiteX4" fmla="*/ 2 w 9717"/>
                      <a:gd name="connsiteY4" fmla="*/ 8477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17" h="16287">
                        <a:moveTo>
                          <a:pt x="2" y="8477"/>
                        </a:moveTo>
                        <a:cubicBezTo>
                          <a:pt x="97" y="12383"/>
                          <a:pt x="2859" y="15526"/>
                          <a:pt x="6574" y="16288"/>
                        </a:cubicBezTo>
                        <a:cubicBezTo>
                          <a:pt x="7812" y="11525"/>
                          <a:pt x="8860" y="6096"/>
                          <a:pt x="9717" y="286"/>
                        </a:cubicBezTo>
                        <a:cubicBezTo>
                          <a:pt x="9241" y="191"/>
                          <a:pt x="8765" y="0"/>
                          <a:pt x="8193" y="0"/>
                        </a:cubicBezTo>
                        <a:cubicBezTo>
                          <a:pt x="3621" y="95"/>
                          <a:pt x="-94" y="3810"/>
                          <a:pt x="2" y="84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96" name="Forme libre : forme 17595">
                    <a:extLst>
                      <a:ext uri="{FF2B5EF4-FFF2-40B4-BE49-F238E27FC236}">
                        <a16:creationId xmlns:a16="http://schemas.microsoft.com/office/drawing/2014/main" id="{97C494B7-31CD-4FB4-840A-C21E8D9D1738}"/>
                      </a:ext>
                    </a:extLst>
                  </p:cNvPr>
                  <p:cNvSpPr/>
                  <p:nvPr/>
                </p:nvSpPr>
                <p:spPr>
                  <a:xfrm>
                    <a:off x="2381825" y="4111465"/>
                    <a:ext cx="22958" cy="32481"/>
                  </a:xfrm>
                  <a:custGeom>
                    <a:avLst/>
                    <a:gdLst>
                      <a:gd name="connsiteX0" fmla="*/ 22955 w 22958"/>
                      <a:gd name="connsiteY0" fmla="*/ 16003 h 32481"/>
                      <a:gd name="connsiteX1" fmla="*/ 6477 w 22958"/>
                      <a:gd name="connsiteY1" fmla="*/ 1 h 32481"/>
                      <a:gd name="connsiteX2" fmla="*/ 1048 w 22958"/>
                      <a:gd name="connsiteY2" fmla="*/ 1049 h 32481"/>
                      <a:gd name="connsiteX3" fmla="*/ 1333 w 22958"/>
                      <a:gd name="connsiteY3" fmla="*/ 14574 h 32481"/>
                      <a:gd name="connsiteX4" fmla="*/ 0 w 22958"/>
                      <a:gd name="connsiteY4" fmla="*/ 30957 h 32481"/>
                      <a:gd name="connsiteX5" fmla="*/ 6953 w 22958"/>
                      <a:gd name="connsiteY5" fmla="*/ 32481 h 32481"/>
                      <a:gd name="connsiteX6" fmla="*/ 22955 w 22958"/>
                      <a:gd name="connsiteY6" fmla="*/ 16003 h 3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958" h="32481">
                        <a:moveTo>
                          <a:pt x="22955" y="16003"/>
                        </a:moveTo>
                        <a:cubicBezTo>
                          <a:pt x="22860" y="7050"/>
                          <a:pt x="15430" y="-94"/>
                          <a:pt x="6477" y="1"/>
                        </a:cubicBezTo>
                        <a:cubicBezTo>
                          <a:pt x="4572" y="1"/>
                          <a:pt x="2762" y="477"/>
                          <a:pt x="1048" y="1049"/>
                        </a:cubicBezTo>
                        <a:cubicBezTo>
                          <a:pt x="1524" y="5430"/>
                          <a:pt x="1524" y="10002"/>
                          <a:pt x="1333" y="14574"/>
                        </a:cubicBezTo>
                        <a:cubicBezTo>
                          <a:pt x="1143" y="20194"/>
                          <a:pt x="571" y="25623"/>
                          <a:pt x="0" y="30957"/>
                        </a:cubicBezTo>
                        <a:cubicBezTo>
                          <a:pt x="2096" y="31910"/>
                          <a:pt x="4477" y="32481"/>
                          <a:pt x="6953" y="32481"/>
                        </a:cubicBezTo>
                        <a:cubicBezTo>
                          <a:pt x="15907" y="32386"/>
                          <a:pt x="23146" y="25052"/>
                          <a:pt x="22955" y="160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97" name="Forme libre : forme 17596">
                    <a:extLst>
                      <a:ext uri="{FF2B5EF4-FFF2-40B4-BE49-F238E27FC236}">
                        <a16:creationId xmlns:a16="http://schemas.microsoft.com/office/drawing/2014/main" id="{5C007D25-0E9B-4307-BDF2-B66E4E1556CB}"/>
                      </a:ext>
                    </a:extLst>
                  </p:cNvPr>
                  <p:cNvSpPr/>
                  <p:nvPr/>
                </p:nvSpPr>
                <p:spPr>
                  <a:xfrm>
                    <a:off x="2372299" y="4112609"/>
                    <a:ext cx="10978" cy="29813"/>
                  </a:xfrm>
                  <a:custGeom>
                    <a:avLst/>
                    <a:gdLst>
                      <a:gd name="connsiteX0" fmla="*/ 10574 w 10978"/>
                      <a:gd name="connsiteY0" fmla="*/ 0 h 29813"/>
                      <a:gd name="connsiteX1" fmla="*/ 1 w 10978"/>
                      <a:gd name="connsiteY1" fmla="*/ 15335 h 29813"/>
                      <a:gd name="connsiteX2" fmla="*/ 9526 w 10978"/>
                      <a:gd name="connsiteY2" fmla="*/ 29813 h 29813"/>
                      <a:gd name="connsiteX3" fmla="*/ 10860 w 10978"/>
                      <a:gd name="connsiteY3" fmla="*/ 13430 h 29813"/>
                      <a:gd name="connsiteX4" fmla="*/ 10574 w 10978"/>
                      <a:gd name="connsiteY4" fmla="*/ 0 h 29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8" h="29813">
                        <a:moveTo>
                          <a:pt x="10574" y="0"/>
                        </a:moveTo>
                        <a:cubicBezTo>
                          <a:pt x="4383" y="2381"/>
                          <a:pt x="-94" y="8287"/>
                          <a:pt x="1" y="15335"/>
                        </a:cubicBezTo>
                        <a:cubicBezTo>
                          <a:pt x="97" y="21812"/>
                          <a:pt x="4002" y="27337"/>
                          <a:pt x="9526" y="29813"/>
                        </a:cubicBezTo>
                        <a:cubicBezTo>
                          <a:pt x="10193" y="24479"/>
                          <a:pt x="10669" y="19050"/>
                          <a:pt x="10860" y="13430"/>
                        </a:cubicBezTo>
                        <a:cubicBezTo>
                          <a:pt x="11051" y="8954"/>
                          <a:pt x="11051" y="4382"/>
                          <a:pt x="105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98" name="Forme libre : forme 17597">
                    <a:extLst>
                      <a:ext uri="{FF2B5EF4-FFF2-40B4-BE49-F238E27FC236}">
                        <a16:creationId xmlns:a16="http://schemas.microsoft.com/office/drawing/2014/main" id="{846276EB-8DC3-475E-BE64-FF8799E2DDA1}"/>
                      </a:ext>
                    </a:extLst>
                  </p:cNvPr>
                  <p:cNvSpPr/>
                  <p:nvPr/>
                </p:nvSpPr>
                <p:spPr>
                  <a:xfrm>
                    <a:off x="2419449" y="4148232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4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599" name="Forme libre : forme 17598">
                    <a:extLst>
                      <a:ext uri="{FF2B5EF4-FFF2-40B4-BE49-F238E27FC236}">
                        <a16:creationId xmlns:a16="http://schemas.microsoft.com/office/drawing/2014/main" id="{314AB915-BE0B-4008-96CD-4AAA602D3E5C}"/>
                      </a:ext>
                    </a:extLst>
                  </p:cNvPr>
                  <p:cNvSpPr/>
                  <p:nvPr/>
                </p:nvSpPr>
                <p:spPr>
                  <a:xfrm>
                    <a:off x="1787370" y="4376832"/>
                    <a:ext cx="2672" cy="15144"/>
                  </a:xfrm>
                  <a:custGeom>
                    <a:avLst/>
                    <a:gdLst>
                      <a:gd name="connsiteX0" fmla="*/ 2667 w 2672"/>
                      <a:gd name="connsiteY0" fmla="*/ 5905 h 15144"/>
                      <a:gd name="connsiteX1" fmla="*/ 1429 w 2672"/>
                      <a:gd name="connsiteY1" fmla="*/ 0 h 15144"/>
                      <a:gd name="connsiteX2" fmla="*/ 0 w 2672"/>
                      <a:gd name="connsiteY2" fmla="*/ 15145 h 15144"/>
                      <a:gd name="connsiteX3" fmla="*/ 2667 w 2672"/>
                      <a:gd name="connsiteY3" fmla="*/ 5905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72" h="15144">
                        <a:moveTo>
                          <a:pt x="2667" y="5905"/>
                        </a:moveTo>
                        <a:cubicBezTo>
                          <a:pt x="2667" y="3810"/>
                          <a:pt x="2191" y="1810"/>
                          <a:pt x="1429" y="0"/>
                        </a:cubicBezTo>
                        <a:cubicBezTo>
                          <a:pt x="857" y="5048"/>
                          <a:pt x="476" y="10096"/>
                          <a:pt x="0" y="15145"/>
                        </a:cubicBezTo>
                        <a:cubicBezTo>
                          <a:pt x="1714" y="12478"/>
                          <a:pt x="2762" y="9334"/>
                          <a:pt x="2667" y="59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00" name="Forme libre : forme 17599">
                    <a:extLst>
                      <a:ext uri="{FF2B5EF4-FFF2-40B4-BE49-F238E27FC236}">
                        <a16:creationId xmlns:a16="http://schemas.microsoft.com/office/drawing/2014/main" id="{212E3434-F471-4602-A632-CED653754089}"/>
                      </a:ext>
                    </a:extLst>
                  </p:cNvPr>
                  <p:cNvSpPr/>
                  <p:nvPr/>
                </p:nvSpPr>
                <p:spPr>
                  <a:xfrm>
                    <a:off x="1757556" y="4366734"/>
                    <a:ext cx="31242" cy="32482"/>
                  </a:xfrm>
                  <a:custGeom>
                    <a:avLst/>
                    <a:gdLst>
                      <a:gd name="connsiteX0" fmla="*/ 16003 w 31242"/>
                      <a:gd name="connsiteY0" fmla="*/ 2 h 32482"/>
                      <a:gd name="connsiteX1" fmla="*/ 1 w 31242"/>
                      <a:gd name="connsiteY1" fmla="*/ 16480 h 32482"/>
                      <a:gd name="connsiteX2" fmla="*/ 16479 w 31242"/>
                      <a:gd name="connsiteY2" fmla="*/ 32482 h 32482"/>
                      <a:gd name="connsiteX3" fmla="*/ 29814 w 31242"/>
                      <a:gd name="connsiteY3" fmla="*/ 25243 h 32482"/>
                      <a:gd name="connsiteX4" fmla="*/ 31243 w 31242"/>
                      <a:gd name="connsiteY4" fmla="*/ 10098 h 32482"/>
                      <a:gd name="connsiteX5" fmla="*/ 16003 w 31242"/>
                      <a:gd name="connsiteY5" fmla="*/ 2 h 3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242" h="32482">
                        <a:moveTo>
                          <a:pt x="16003" y="2"/>
                        </a:moveTo>
                        <a:cubicBezTo>
                          <a:pt x="7049" y="97"/>
                          <a:pt x="-94" y="7526"/>
                          <a:pt x="1" y="16480"/>
                        </a:cubicBezTo>
                        <a:cubicBezTo>
                          <a:pt x="96" y="25433"/>
                          <a:pt x="7526" y="32577"/>
                          <a:pt x="16479" y="32482"/>
                        </a:cubicBezTo>
                        <a:cubicBezTo>
                          <a:pt x="22099" y="32387"/>
                          <a:pt x="26957" y="29529"/>
                          <a:pt x="29814" y="25243"/>
                        </a:cubicBezTo>
                        <a:cubicBezTo>
                          <a:pt x="30290" y="20195"/>
                          <a:pt x="30671" y="15146"/>
                          <a:pt x="31243" y="10098"/>
                        </a:cubicBezTo>
                        <a:cubicBezTo>
                          <a:pt x="28766" y="4097"/>
                          <a:pt x="22861" y="-94"/>
                          <a:pt x="16003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01" name="Forme libre : forme 17600">
                    <a:extLst>
                      <a:ext uri="{FF2B5EF4-FFF2-40B4-BE49-F238E27FC236}">
                        <a16:creationId xmlns:a16="http://schemas.microsoft.com/office/drawing/2014/main" id="{5E1CE63D-0127-42E4-A3E8-53994E6BEE95}"/>
                      </a:ext>
                    </a:extLst>
                  </p:cNvPr>
                  <p:cNvSpPr/>
                  <p:nvPr/>
                </p:nvSpPr>
                <p:spPr>
                  <a:xfrm>
                    <a:off x="1804704" y="4403500"/>
                    <a:ext cx="16577" cy="16576"/>
                  </a:xfrm>
                  <a:custGeom>
                    <a:avLst/>
                    <a:gdLst>
                      <a:gd name="connsiteX0" fmla="*/ 8384 w 16577"/>
                      <a:gd name="connsiteY0" fmla="*/ 16575 h 16576"/>
                      <a:gd name="connsiteX1" fmla="*/ 16575 w 16577"/>
                      <a:gd name="connsiteY1" fmla="*/ 8193 h 16576"/>
                      <a:gd name="connsiteX2" fmla="*/ 8193 w 16577"/>
                      <a:gd name="connsiteY2" fmla="*/ 2 h 16576"/>
                      <a:gd name="connsiteX3" fmla="*/ 2 w 16577"/>
                      <a:gd name="connsiteY3" fmla="*/ 8384 h 16576"/>
                      <a:gd name="connsiteX4" fmla="*/ 8384 w 16577"/>
                      <a:gd name="connsiteY4" fmla="*/ 16575 h 16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7" h="16576">
                        <a:moveTo>
                          <a:pt x="8384" y="16575"/>
                        </a:moveTo>
                        <a:cubicBezTo>
                          <a:pt x="12956" y="16480"/>
                          <a:pt x="16671" y="12765"/>
                          <a:pt x="16575" y="8193"/>
                        </a:cubicBezTo>
                        <a:cubicBezTo>
                          <a:pt x="16480" y="3621"/>
                          <a:pt x="12765" y="-94"/>
                          <a:pt x="8193" y="2"/>
                        </a:cubicBezTo>
                        <a:cubicBezTo>
                          <a:pt x="3621" y="97"/>
                          <a:pt x="-93" y="3812"/>
                          <a:pt x="2" y="8384"/>
                        </a:cubicBezTo>
                        <a:cubicBezTo>
                          <a:pt x="2" y="12956"/>
                          <a:pt x="3812" y="16671"/>
                          <a:pt x="8384" y="165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02" name="Forme libre : forme 17601">
                    <a:extLst>
                      <a:ext uri="{FF2B5EF4-FFF2-40B4-BE49-F238E27FC236}">
                        <a16:creationId xmlns:a16="http://schemas.microsoft.com/office/drawing/2014/main" id="{CFB07BC4-EAAD-4368-A030-6D7CB157F18F}"/>
                      </a:ext>
                    </a:extLst>
                  </p:cNvPr>
                  <p:cNvSpPr/>
                  <p:nvPr/>
                </p:nvSpPr>
                <p:spPr>
                  <a:xfrm>
                    <a:off x="2014540" y="4319015"/>
                    <a:ext cx="32482" cy="32482"/>
                  </a:xfrm>
                  <a:custGeom>
                    <a:avLst/>
                    <a:gdLst>
                      <a:gd name="connsiteX0" fmla="*/ 16479 w 32482"/>
                      <a:gd name="connsiteY0" fmla="*/ 32481 h 32482"/>
                      <a:gd name="connsiteX1" fmla="*/ 32481 w 32482"/>
                      <a:gd name="connsiteY1" fmla="*/ 16003 h 32482"/>
                      <a:gd name="connsiteX2" fmla="*/ 16003 w 32482"/>
                      <a:gd name="connsiteY2" fmla="*/ 1 h 32482"/>
                      <a:gd name="connsiteX3" fmla="*/ 1 w 32482"/>
                      <a:gd name="connsiteY3" fmla="*/ 16479 h 32482"/>
                      <a:gd name="connsiteX4" fmla="*/ 16479 w 32482"/>
                      <a:gd name="connsiteY4" fmla="*/ 32481 h 3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82" h="32482">
                        <a:moveTo>
                          <a:pt x="16479" y="32481"/>
                        </a:moveTo>
                        <a:cubicBezTo>
                          <a:pt x="25433" y="32386"/>
                          <a:pt x="32576" y="24956"/>
                          <a:pt x="32481" y="16003"/>
                        </a:cubicBezTo>
                        <a:cubicBezTo>
                          <a:pt x="32386" y="7049"/>
                          <a:pt x="24957" y="-94"/>
                          <a:pt x="16003" y="1"/>
                        </a:cubicBezTo>
                        <a:cubicBezTo>
                          <a:pt x="7049" y="96"/>
                          <a:pt x="-94" y="7526"/>
                          <a:pt x="1" y="16479"/>
                        </a:cubicBezTo>
                        <a:cubicBezTo>
                          <a:pt x="96" y="25433"/>
                          <a:pt x="7526" y="32576"/>
                          <a:pt x="16479" y="3248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03" name="Forme libre : forme 17602">
                    <a:extLst>
                      <a:ext uri="{FF2B5EF4-FFF2-40B4-BE49-F238E27FC236}">
                        <a16:creationId xmlns:a16="http://schemas.microsoft.com/office/drawing/2014/main" id="{FF1605BF-FE71-468E-9F84-1A373CE5701C}"/>
                      </a:ext>
                    </a:extLst>
                  </p:cNvPr>
                  <p:cNvSpPr/>
                  <p:nvPr/>
                </p:nvSpPr>
                <p:spPr>
                  <a:xfrm>
                    <a:off x="2061688" y="4355780"/>
                    <a:ext cx="16577" cy="16577"/>
                  </a:xfrm>
                  <a:custGeom>
                    <a:avLst/>
                    <a:gdLst>
                      <a:gd name="connsiteX0" fmla="*/ 8384 w 16577"/>
                      <a:gd name="connsiteY0" fmla="*/ 16575 h 16577"/>
                      <a:gd name="connsiteX1" fmla="*/ 16575 w 16577"/>
                      <a:gd name="connsiteY1" fmla="*/ 8193 h 16577"/>
                      <a:gd name="connsiteX2" fmla="*/ 8193 w 16577"/>
                      <a:gd name="connsiteY2" fmla="*/ 2 h 16577"/>
                      <a:gd name="connsiteX3" fmla="*/ 2 w 16577"/>
                      <a:gd name="connsiteY3" fmla="*/ 8384 h 16577"/>
                      <a:gd name="connsiteX4" fmla="*/ 8384 w 16577"/>
                      <a:gd name="connsiteY4" fmla="*/ 16575 h 16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7" h="16577">
                        <a:moveTo>
                          <a:pt x="8384" y="16575"/>
                        </a:moveTo>
                        <a:cubicBezTo>
                          <a:pt x="12956" y="16480"/>
                          <a:pt x="16671" y="12766"/>
                          <a:pt x="16575" y="8193"/>
                        </a:cubicBezTo>
                        <a:cubicBezTo>
                          <a:pt x="16480" y="3621"/>
                          <a:pt x="12765" y="-93"/>
                          <a:pt x="8193" y="2"/>
                        </a:cubicBezTo>
                        <a:cubicBezTo>
                          <a:pt x="3621" y="97"/>
                          <a:pt x="-93" y="3812"/>
                          <a:pt x="2" y="8384"/>
                        </a:cubicBezTo>
                        <a:cubicBezTo>
                          <a:pt x="97" y="12956"/>
                          <a:pt x="3812" y="16671"/>
                          <a:pt x="8384" y="165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04" name="Forme libre : forme 17603">
                    <a:extLst>
                      <a:ext uri="{FF2B5EF4-FFF2-40B4-BE49-F238E27FC236}">
                        <a16:creationId xmlns:a16="http://schemas.microsoft.com/office/drawing/2014/main" id="{7FF0055B-2220-49C5-AC28-B27610D6E58F}"/>
                      </a:ext>
                    </a:extLst>
                  </p:cNvPr>
                  <p:cNvSpPr/>
                  <p:nvPr/>
                </p:nvSpPr>
                <p:spPr>
                  <a:xfrm>
                    <a:off x="2560228" y="4136706"/>
                    <a:ext cx="22956" cy="31052"/>
                  </a:xfrm>
                  <a:custGeom>
                    <a:avLst/>
                    <a:gdLst>
                      <a:gd name="connsiteX0" fmla="*/ 13335 w 22956"/>
                      <a:gd name="connsiteY0" fmla="*/ 31053 h 31052"/>
                      <a:gd name="connsiteX1" fmla="*/ 22955 w 22956"/>
                      <a:gd name="connsiteY1" fmla="*/ 16003 h 31052"/>
                      <a:gd name="connsiteX2" fmla="*/ 6477 w 22956"/>
                      <a:gd name="connsiteY2" fmla="*/ 1 h 31052"/>
                      <a:gd name="connsiteX3" fmla="*/ 0 w 22956"/>
                      <a:gd name="connsiteY3" fmla="*/ 1430 h 31052"/>
                      <a:gd name="connsiteX4" fmla="*/ 9144 w 22956"/>
                      <a:gd name="connsiteY4" fmla="*/ 18861 h 31052"/>
                      <a:gd name="connsiteX5" fmla="*/ 13335 w 22956"/>
                      <a:gd name="connsiteY5" fmla="*/ 31053 h 31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956" h="31052">
                        <a:moveTo>
                          <a:pt x="13335" y="31053"/>
                        </a:moveTo>
                        <a:cubicBezTo>
                          <a:pt x="19050" y="28481"/>
                          <a:pt x="23051" y="22670"/>
                          <a:pt x="22955" y="16003"/>
                        </a:cubicBezTo>
                        <a:cubicBezTo>
                          <a:pt x="22860" y="7050"/>
                          <a:pt x="15430" y="-94"/>
                          <a:pt x="6477" y="1"/>
                        </a:cubicBezTo>
                        <a:cubicBezTo>
                          <a:pt x="4191" y="1"/>
                          <a:pt x="2000" y="572"/>
                          <a:pt x="0" y="1430"/>
                        </a:cubicBezTo>
                        <a:cubicBezTo>
                          <a:pt x="3620" y="5430"/>
                          <a:pt x="6763" y="11050"/>
                          <a:pt x="9144" y="18861"/>
                        </a:cubicBezTo>
                        <a:cubicBezTo>
                          <a:pt x="10287" y="22575"/>
                          <a:pt x="11811" y="26766"/>
                          <a:pt x="13335" y="3105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05" name="Forme libre : forme 17604">
                    <a:extLst>
                      <a:ext uri="{FF2B5EF4-FFF2-40B4-BE49-F238E27FC236}">
                        <a16:creationId xmlns:a16="http://schemas.microsoft.com/office/drawing/2014/main" id="{B9725980-D661-4701-BAFB-9295ECF7875C}"/>
                      </a:ext>
                    </a:extLst>
                  </p:cNvPr>
                  <p:cNvSpPr/>
                  <p:nvPr/>
                </p:nvSpPr>
                <p:spPr>
                  <a:xfrm>
                    <a:off x="2550702" y="4138136"/>
                    <a:ext cx="22861" cy="31052"/>
                  </a:xfrm>
                  <a:custGeom>
                    <a:avLst/>
                    <a:gdLst>
                      <a:gd name="connsiteX0" fmla="*/ 2 w 22861"/>
                      <a:gd name="connsiteY0" fmla="*/ 15049 h 31052"/>
                      <a:gd name="connsiteX1" fmla="*/ 16480 w 22861"/>
                      <a:gd name="connsiteY1" fmla="*/ 31051 h 31052"/>
                      <a:gd name="connsiteX2" fmla="*/ 22862 w 22861"/>
                      <a:gd name="connsiteY2" fmla="*/ 29623 h 31052"/>
                      <a:gd name="connsiteX3" fmla="*/ 18671 w 22861"/>
                      <a:gd name="connsiteY3" fmla="*/ 17431 h 31052"/>
                      <a:gd name="connsiteX4" fmla="*/ 9527 w 22861"/>
                      <a:gd name="connsiteY4" fmla="*/ 0 h 31052"/>
                      <a:gd name="connsiteX5" fmla="*/ 2 w 22861"/>
                      <a:gd name="connsiteY5" fmla="*/ 15049 h 31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861" h="31052">
                        <a:moveTo>
                          <a:pt x="2" y="15049"/>
                        </a:moveTo>
                        <a:cubicBezTo>
                          <a:pt x="97" y="24003"/>
                          <a:pt x="7526" y="31147"/>
                          <a:pt x="16480" y="31051"/>
                        </a:cubicBezTo>
                        <a:cubicBezTo>
                          <a:pt x="18766" y="31051"/>
                          <a:pt x="20957" y="30480"/>
                          <a:pt x="22862" y="29623"/>
                        </a:cubicBezTo>
                        <a:cubicBezTo>
                          <a:pt x="21243" y="25241"/>
                          <a:pt x="19814" y="21050"/>
                          <a:pt x="18671" y="17431"/>
                        </a:cubicBezTo>
                        <a:cubicBezTo>
                          <a:pt x="16385" y="9620"/>
                          <a:pt x="13146" y="4096"/>
                          <a:pt x="9527" y="0"/>
                        </a:cubicBezTo>
                        <a:cubicBezTo>
                          <a:pt x="3907" y="2667"/>
                          <a:pt x="-93" y="8382"/>
                          <a:pt x="2" y="150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06" name="Forme libre : forme 17605">
                    <a:extLst>
                      <a:ext uri="{FF2B5EF4-FFF2-40B4-BE49-F238E27FC236}">
                        <a16:creationId xmlns:a16="http://schemas.microsoft.com/office/drawing/2014/main" id="{705F00E8-5BD7-4DA7-A30F-9E4692F8929E}"/>
                      </a:ext>
                    </a:extLst>
                  </p:cNvPr>
                  <p:cNvSpPr/>
                  <p:nvPr/>
                </p:nvSpPr>
                <p:spPr>
                  <a:xfrm>
                    <a:off x="2597850" y="4173472"/>
                    <a:ext cx="16576" cy="16576"/>
                  </a:xfrm>
                  <a:custGeom>
                    <a:avLst/>
                    <a:gdLst>
                      <a:gd name="connsiteX0" fmla="*/ 8193 w 16576"/>
                      <a:gd name="connsiteY0" fmla="*/ 2 h 16576"/>
                      <a:gd name="connsiteX1" fmla="*/ 2 w 16576"/>
                      <a:gd name="connsiteY1" fmla="*/ 8384 h 16576"/>
                      <a:gd name="connsiteX2" fmla="*/ 8384 w 16576"/>
                      <a:gd name="connsiteY2" fmla="*/ 16575 h 16576"/>
                      <a:gd name="connsiteX3" fmla="*/ 16575 w 16576"/>
                      <a:gd name="connsiteY3" fmla="*/ 8193 h 16576"/>
                      <a:gd name="connsiteX4" fmla="*/ 8193 w 16576"/>
                      <a:gd name="connsiteY4" fmla="*/ 2 h 16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6" h="16576">
                        <a:moveTo>
                          <a:pt x="8193" y="2"/>
                        </a:moveTo>
                        <a:cubicBezTo>
                          <a:pt x="3621" y="97"/>
                          <a:pt x="-94" y="3812"/>
                          <a:pt x="2" y="8384"/>
                        </a:cubicBezTo>
                        <a:cubicBezTo>
                          <a:pt x="97" y="12956"/>
                          <a:pt x="3812" y="16671"/>
                          <a:pt x="8384" y="16575"/>
                        </a:cubicBezTo>
                        <a:cubicBezTo>
                          <a:pt x="12956" y="16480"/>
                          <a:pt x="16671" y="12765"/>
                          <a:pt x="16575" y="8193"/>
                        </a:cubicBezTo>
                        <a:cubicBezTo>
                          <a:pt x="16480" y="3621"/>
                          <a:pt x="12765" y="-94"/>
                          <a:pt x="8193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07" name="Forme libre : forme 17606">
                    <a:extLst>
                      <a:ext uri="{FF2B5EF4-FFF2-40B4-BE49-F238E27FC236}">
                        <a16:creationId xmlns:a16="http://schemas.microsoft.com/office/drawing/2014/main" id="{0AC49C11-7BE0-4889-9818-326241492E46}"/>
                      </a:ext>
                    </a:extLst>
                  </p:cNvPr>
                  <p:cNvSpPr/>
                  <p:nvPr/>
                </p:nvSpPr>
                <p:spPr>
                  <a:xfrm>
                    <a:off x="2441451" y="4334540"/>
                    <a:ext cx="32482" cy="32482"/>
                  </a:xfrm>
                  <a:custGeom>
                    <a:avLst/>
                    <a:gdLst>
                      <a:gd name="connsiteX0" fmla="*/ 16003 w 32482"/>
                      <a:gd name="connsiteY0" fmla="*/ 1 h 32482"/>
                      <a:gd name="connsiteX1" fmla="*/ 1 w 32482"/>
                      <a:gd name="connsiteY1" fmla="*/ 16479 h 32482"/>
                      <a:gd name="connsiteX2" fmla="*/ 16479 w 32482"/>
                      <a:gd name="connsiteY2" fmla="*/ 32481 h 32482"/>
                      <a:gd name="connsiteX3" fmla="*/ 32481 w 32482"/>
                      <a:gd name="connsiteY3" fmla="*/ 16003 h 32482"/>
                      <a:gd name="connsiteX4" fmla="*/ 16003 w 32482"/>
                      <a:gd name="connsiteY4" fmla="*/ 1 h 3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82" h="32482">
                        <a:moveTo>
                          <a:pt x="16003" y="1"/>
                        </a:moveTo>
                        <a:cubicBezTo>
                          <a:pt x="7050" y="96"/>
                          <a:pt x="-94" y="7525"/>
                          <a:pt x="1" y="16479"/>
                        </a:cubicBezTo>
                        <a:cubicBezTo>
                          <a:pt x="96" y="25433"/>
                          <a:pt x="7526" y="32576"/>
                          <a:pt x="16479" y="32481"/>
                        </a:cubicBezTo>
                        <a:cubicBezTo>
                          <a:pt x="25433" y="32386"/>
                          <a:pt x="32577" y="24956"/>
                          <a:pt x="32481" y="16003"/>
                        </a:cubicBezTo>
                        <a:cubicBezTo>
                          <a:pt x="32386" y="7049"/>
                          <a:pt x="24957" y="-94"/>
                          <a:pt x="1600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08" name="Forme libre : forme 17607">
                    <a:extLst>
                      <a:ext uri="{FF2B5EF4-FFF2-40B4-BE49-F238E27FC236}">
                        <a16:creationId xmlns:a16="http://schemas.microsoft.com/office/drawing/2014/main" id="{1EA456B9-990E-469B-8922-141875D306D1}"/>
                      </a:ext>
                    </a:extLst>
                  </p:cNvPr>
                  <p:cNvSpPr/>
                  <p:nvPr/>
                </p:nvSpPr>
                <p:spPr>
                  <a:xfrm>
                    <a:off x="2488503" y="4371306"/>
                    <a:ext cx="16577" cy="16584"/>
                  </a:xfrm>
                  <a:custGeom>
                    <a:avLst/>
                    <a:gdLst>
                      <a:gd name="connsiteX0" fmla="*/ 8384 w 16577"/>
                      <a:gd name="connsiteY0" fmla="*/ 16575 h 16584"/>
                      <a:gd name="connsiteX1" fmla="*/ 16575 w 16577"/>
                      <a:gd name="connsiteY1" fmla="*/ 8193 h 16584"/>
                      <a:gd name="connsiteX2" fmla="*/ 8193 w 16577"/>
                      <a:gd name="connsiteY2" fmla="*/ 2 h 16584"/>
                      <a:gd name="connsiteX3" fmla="*/ 2 w 16577"/>
                      <a:gd name="connsiteY3" fmla="*/ 8384 h 16584"/>
                      <a:gd name="connsiteX4" fmla="*/ 573 w 16577"/>
                      <a:gd name="connsiteY4" fmla="*/ 11146 h 16584"/>
                      <a:gd name="connsiteX5" fmla="*/ 3717 w 16577"/>
                      <a:gd name="connsiteY5" fmla="*/ 15051 h 16584"/>
                      <a:gd name="connsiteX6" fmla="*/ 8384 w 16577"/>
                      <a:gd name="connsiteY6" fmla="*/ 16575 h 16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577" h="16584">
                        <a:moveTo>
                          <a:pt x="8384" y="16575"/>
                        </a:moveTo>
                        <a:cubicBezTo>
                          <a:pt x="12956" y="16480"/>
                          <a:pt x="16671" y="12765"/>
                          <a:pt x="16575" y="8193"/>
                        </a:cubicBezTo>
                        <a:cubicBezTo>
                          <a:pt x="16480" y="3621"/>
                          <a:pt x="12765" y="-93"/>
                          <a:pt x="8193" y="2"/>
                        </a:cubicBezTo>
                        <a:cubicBezTo>
                          <a:pt x="3621" y="97"/>
                          <a:pt x="-93" y="3812"/>
                          <a:pt x="2" y="8384"/>
                        </a:cubicBezTo>
                        <a:cubicBezTo>
                          <a:pt x="2" y="9336"/>
                          <a:pt x="288" y="10289"/>
                          <a:pt x="573" y="11146"/>
                        </a:cubicBezTo>
                        <a:cubicBezTo>
                          <a:pt x="1621" y="12480"/>
                          <a:pt x="2669" y="13718"/>
                          <a:pt x="3717" y="15051"/>
                        </a:cubicBezTo>
                        <a:cubicBezTo>
                          <a:pt x="5145" y="16004"/>
                          <a:pt x="6669" y="16671"/>
                          <a:pt x="8384" y="165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09" name="Forme libre : forme 17608">
                    <a:extLst>
                      <a:ext uri="{FF2B5EF4-FFF2-40B4-BE49-F238E27FC236}">
                        <a16:creationId xmlns:a16="http://schemas.microsoft.com/office/drawing/2014/main" id="{CF7FD4C2-4902-4A6D-82FB-796362268E74}"/>
                      </a:ext>
                    </a:extLst>
                  </p:cNvPr>
                  <p:cNvSpPr/>
                  <p:nvPr/>
                </p:nvSpPr>
                <p:spPr>
                  <a:xfrm>
                    <a:off x="2489077" y="4382452"/>
                    <a:ext cx="3143" cy="3905"/>
                  </a:xfrm>
                  <a:custGeom>
                    <a:avLst/>
                    <a:gdLst>
                      <a:gd name="connsiteX0" fmla="*/ 3143 w 3143"/>
                      <a:gd name="connsiteY0" fmla="*/ 3905 h 3905"/>
                      <a:gd name="connsiteX1" fmla="*/ 0 w 3143"/>
                      <a:gd name="connsiteY1" fmla="*/ 0 h 3905"/>
                      <a:gd name="connsiteX2" fmla="*/ 3143 w 3143"/>
                      <a:gd name="connsiteY2" fmla="*/ 390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43" h="3905">
                        <a:moveTo>
                          <a:pt x="3143" y="3905"/>
                        </a:moveTo>
                        <a:cubicBezTo>
                          <a:pt x="2096" y="2572"/>
                          <a:pt x="1048" y="1238"/>
                          <a:pt x="0" y="0"/>
                        </a:cubicBezTo>
                        <a:cubicBezTo>
                          <a:pt x="571" y="1619"/>
                          <a:pt x="1715" y="2953"/>
                          <a:pt x="3143" y="39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10" name="Forme libre : forme 17609">
                    <a:extLst>
                      <a:ext uri="{FF2B5EF4-FFF2-40B4-BE49-F238E27FC236}">
                        <a16:creationId xmlns:a16="http://schemas.microsoft.com/office/drawing/2014/main" id="{9C67B74F-3BAA-410B-9D73-D46B1F5F038C}"/>
                      </a:ext>
                    </a:extLst>
                  </p:cNvPr>
                  <p:cNvSpPr/>
                  <p:nvPr/>
                </p:nvSpPr>
                <p:spPr>
                  <a:xfrm>
                    <a:off x="2733298" y="4313967"/>
                    <a:ext cx="6381" cy="25050"/>
                  </a:xfrm>
                  <a:custGeom>
                    <a:avLst/>
                    <a:gdLst>
                      <a:gd name="connsiteX0" fmla="*/ 0 w 6381"/>
                      <a:gd name="connsiteY0" fmla="*/ 25051 h 25050"/>
                      <a:gd name="connsiteX1" fmla="*/ 6382 w 6381"/>
                      <a:gd name="connsiteY1" fmla="*/ 12002 h 25050"/>
                      <a:gd name="connsiteX2" fmla="*/ 762 w 6381"/>
                      <a:gd name="connsiteY2" fmla="*/ 0 h 25050"/>
                      <a:gd name="connsiteX3" fmla="*/ 0 w 6381"/>
                      <a:gd name="connsiteY3" fmla="*/ 25051 h 25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81" h="25050">
                        <a:moveTo>
                          <a:pt x="0" y="25051"/>
                        </a:moveTo>
                        <a:cubicBezTo>
                          <a:pt x="3905" y="22003"/>
                          <a:pt x="6382" y="17336"/>
                          <a:pt x="6382" y="12002"/>
                        </a:cubicBezTo>
                        <a:cubicBezTo>
                          <a:pt x="6287" y="7144"/>
                          <a:pt x="4096" y="2953"/>
                          <a:pt x="762" y="0"/>
                        </a:cubicBezTo>
                        <a:cubicBezTo>
                          <a:pt x="1143" y="8096"/>
                          <a:pt x="857" y="16478"/>
                          <a:pt x="0" y="250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11" name="Forme libre : forme 17610">
                    <a:extLst>
                      <a:ext uri="{FF2B5EF4-FFF2-40B4-BE49-F238E27FC236}">
                        <a16:creationId xmlns:a16="http://schemas.microsoft.com/office/drawing/2014/main" id="{B2479BF0-4FBC-44CA-A90D-1E6C6A2FDAD3}"/>
                      </a:ext>
                    </a:extLst>
                  </p:cNvPr>
                  <p:cNvSpPr/>
                  <p:nvPr/>
                </p:nvSpPr>
                <p:spPr>
                  <a:xfrm>
                    <a:off x="2707196" y="4309963"/>
                    <a:ext cx="27029" cy="32485"/>
                  </a:xfrm>
                  <a:custGeom>
                    <a:avLst/>
                    <a:gdLst>
                      <a:gd name="connsiteX0" fmla="*/ 4 w 27029"/>
                      <a:gd name="connsiteY0" fmla="*/ 16482 h 32485"/>
                      <a:gd name="connsiteX1" fmla="*/ 16482 w 27029"/>
                      <a:gd name="connsiteY1" fmla="*/ 32484 h 32485"/>
                      <a:gd name="connsiteX2" fmla="*/ 26102 w 27029"/>
                      <a:gd name="connsiteY2" fmla="*/ 29055 h 32485"/>
                      <a:gd name="connsiteX3" fmla="*/ 26864 w 27029"/>
                      <a:gd name="connsiteY3" fmla="*/ 4005 h 32485"/>
                      <a:gd name="connsiteX4" fmla="*/ 16101 w 27029"/>
                      <a:gd name="connsiteY4" fmla="*/ 4 h 32485"/>
                      <a:gd name="connsiteX5" fmla="*/ 4 w 27029"/>
                      <a:gd name="connsiteY5" fmla="*/ 16482 h 32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029" h="32485">
                        <a:moveTo>
                          <a:pt x="4" y="16482"/>
                        </a:moveTo>
                        <a:cubicBezTo>
                          <a:pt x="99" y="25436"/>
                          <a:pt x="7528" y="32580"/>
                          <a:pt x="16482" y="32484"/>
                        </a:cubicBezTo>
                        <a:cubicBezTo>
                          <a:pt x="20101" y="32389"/>
                          <a:pt x="23435" y="31151"/>
                          <a:pt x="26102" y="29055"/>
                        </a:cubicBezTo>
                        <a:cubicBezTo>
                          <a:pt x="26959" y="20483"/>
                          <a:pt x="27245" y="12101"/>
                          <a:pt x="26864" y="4005"/>
                        </a:cubicBezTo>
                        <a:cubicBezTo>
                          <a:pt x="24007" y="1528"/>
                          <a:pt x="20197" y="-91"/>
                          <a:pt x="16101" y="4"/>
                        </a:cubicBezTo>
                        <a:cubicBezTo>
                          <a:pt x="7052" y="99"/>
                          <a:pt x="-187" y="7529"/>
                          <a:pt x="4" y="164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12" name="Forme libre : forme 17611">
                    <a:extLst>
                      <a:ext uri="{FF2B5EF4-FFF2-40B4-BE49-F238E27FC236}">
                        <a16:creationId xmlns:a16="http://schemas.microsoft.com/office/drawing/2014/main" id="{66AB1B93-1BFC-418C-BE7C-978BA05C31B4}"/>
                      </a:ext>
                    </a:extLst>
                  </p:cNvPr>
                  <p:cNvSpPr/>
                  <p:nvPr/>
                </p:nvSpPr>
                <p:spPr>
                  <a:xfrm>
                    <a:off x="2754253" y="4346733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4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13" name="Forme libre : forme 17612">
                    <a:extLst>
                      <a:ext uri="{FF2B5EF4-FFF2-40B4-BE49-F238E27FC236}">
                        <a16:creationId xmlns:a16="http://schemas.microsoft.com/office/drawing/2014/main" id="{26EC9232-5C52-4D4E-9C7B-CDE0299E8DD5}"/>
                      </a:ext>
                    </a:extLst>
                  </p:cNvPr>
                  <p:cNvSpPr/>
                  <p:nvPr/>
                </p:nvSpPr>
                <p:spPr>
                  <a:xfrm>
                    <a:off x="2993807" y="4125086"/>
                    <a:ext cx="13717" cy="31528"/>
                  </a:xfrm>
                  <a:custGeom>
                    <a:avLst/>
                    <a:gdLst>
                      <a:gd name="connsiteX0" fmla="*/ 2191 w 13717"/>
                      <a:gd name="connsiteY0" fmla="*/ 31528 h 31528"/>
                      <a:gd name="connsiteX1" fmla="*/ 13716 w 13717"/>
                      <a:gd name="connsiteY1" fmla="*/ 15812 h 31528"/>
                      <a:gd name="connsiteX2" fmla="*/ 0 w 13717"/>
                      <a:gd name="connsiteY2" fmla="*/ 0 h 31528"/>
                      <a:gd name="connsiteX3" fmla="*/ 2191 w 13717"/>
                      <a:gd name="connsiteY3" fmla="*/ 31528 h 31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717" h="31528">
                        <a:moveTo>
                          <a:pt x="2191" y="31528"/>
                        </a:moveTo>
                        <a:cubicBezTo>
                          <a:pt x="8954" y="29528"/>
                          <a:pt x="13811" y="23241"/>
                          <a:pt x="13716" y="15812"/>
                        </a:cubicBezTo>
                        <a:cubicBezTo>
                          <a:pt x="13621" y="7811"/>
                          <a:pt x="7620" y="1238"/>
                          <a:pt x="0" y="0"/>
                        </a:cubicBezTo>
                        <a:cubicBezTo>
                          <a:pt x="2381" y="9906"/>
                          <a:pt x="2953" y="20574"/>
                          <a:pt x="2191" y="315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14" name="Forme libre : forme 17613">
                    <a:extLst>
                      <a:ext uri="{FF2B5EF4-FFF2-40B4-BE49-F238E27FC236}">
                        <a16:creationId xmlns:a16="http://schemas.microsoft.com/office/drawing/2014/main" id="{BE74D965-4245-4B7D-84F6-3A2D90B2D493}"/>
                      </a:ext>
                    </a:extLst>
                  </p:cNvPr>
                  <p:cNvSpPr/>
                  <p:nvPr/>
                </p:nvSpPr>
                <p:spPr>
                  <a:xfrm>
                    <a:off x="2975041" y="4124870"/>
                    <a:ext cx="21313" cy="32411"/>
                  </a:xfrm>
                  <a:custGeom>
                    <a:avLst/>
                    <a:gdLst>
                      <a:gd name="connsiteX0" fmla="*/ 1 w 21313"/>
                      <a:gd name="connsiteY0" fmla="*/ 16409 h 32411"/>
                      <a:gd name="connsiteX1" fmla="*/ 16479 w 21313"/>
                      <a:gd name="connsiteY1" fmla="*/ 32411 h 32411"/>
                      <a:gd name="connsiteX2" fmla="*/ 20956 w 21313"/>
                      <a:gd name="connsiteY2" fmla="*/ 31649 h 32411"/>
                      <a:gd name="connsiteX3" fmla="*/ 18765 w 21313"/>
                      <a:gd name="connsiteY3" fmla="*/ 216 h 32411"/>
                      <a:gd name="connsiteX4" fmla="*/ 16098 w 21313"/>
                      <a:gd name="connsiteY4" fmla="*/ 26 h 32411"/>
                      <a:gd name="connsiteX5" fmla="*/ 1 w 21313"/>
                      <a:gd name="connsiteY5" fmla="*/ 16409 h 32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313" h="32411">
                        <a:moveTo>
                          <a:pt x="1" y="16409"/>
                        </a:moveTo>
                        <a:cubicBezTo>
                          <a:pt x="96" y="25363"/>
                          <a:pt x="7525" y="32506"/>
                          <a:pt x="16479" y="32411"/>
                        </a:cubicBezTo>
                        <a:cubicBezTo>
                          <a:pt x="18003" y="32411"/>
                          <a:pt x="19527" y="32125"/>
                          <a:pt x="20956" y="31649"/>
                        </a:cubicBezTo>
                        <a:cubicBezTo>
                          <a:pt x="21813" y="20790"/>
                          <a:pt x="21146" y="10027"/>
                          <a:pt x="18765" y="216"/>
                        </a:cubicBezTo>
                        <a:cubicBezTo>
                          <a:pt x="17908" y="121"/>
                          <a:pt x="16955" y="-69"/>
                          <a:pt x="16098" y="26"/>
                        </a:cubicBezTo>
                        <a:cubicBezTo>
                          <a:pt x="7049" y="121"/>
                          <a:pt x="-94" y="7455"/>
                          <a:pt x="1" y="164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15" name="Forme libre : forme 17614">
                    <a:extLst>
                      <a:ext uri="{FF2B5EF4-FFF2-40B4-BE49-F238E27FC236}">
                        <a16:creationId xmlns:a16="http://schemas.microsoft.com/office/drawing/2014/main" id="{69E85D3B-7D41-40A3-A80C-49ABA9CF6B03}"/>
                      </a:ext>
                    </a:extLst>
                  </p:cNvPr>
                  <p:cNvSpPr/>
                  <p:nvPr/>
                </p:nvSpPr>
                <p:spPr>
                  <a:xfrm>
                    <a:off x="3022191" y="4161567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16" name="Forme libre : forme 17615">
                    <a:extLst>
                      <a:ext uri="{FF2B5EF4-FFF2-40B4-BE49-F238E27FC236}">
                        <a16:creationId xmlns:a16="http://schemas.microsoft.com/office/drawing/2014/main" id="{407E09F4-5FCB-45A2-A024-B1FECF657D08}"/>
                      </a:ext>
                    </a:extLst>
                  </p:cNvPr>
                  <p:cNvSpPr/>
                  <p:nvPr/>
                </p:nvSpPr>
                <p:spPr>
                  <a:xfrm>
                    <a:off x="3218406" y="4110990"/>
                    <a:ext cx="2666" cy="3714"/>
                  </a:xfrm>
                  <a:custGeom>
                    <a:avLst/>
                    <a:gdLst>
                      <a:gd name="connsiteX0" fmla="*/ 381 w 2666"/>
                      <a:gd name="connsiteY0" fmla="*/ 3715 h 3714"/>
                      <a:gd name="connsiteX1" fmla="*/ 2667 w 2666"/>
                      <a:gd name="connsiteY1" fmla="*/ 0 h 3714"/>
                      <a:gd name="connsiteX2" fmla="*/ 0 w 2666"/>
                      <a:gd name="connsiteY2" fmla="*/ 2572 h 3714"/>
                      <a:gd name="connsiteX3" fmla="*/ 381 w 2666"/>
                      <a:gd name="connsiteY3" fmla="*/ 3715 h 3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66" h="3714">
                        <a:moveTo>
                          <a:pt x="381" y="3715"/>
                        </a:moveTo>
                        <a:cubicBezTo>
                          <a:pt x="1334" y="2572"/>
                          <a:pt x="2096" y="1333"/>
                          <a:pt x="2667" y="0"/>
                        </a:cubicBezTo>
                        <a:cubicBezTo>
                          <a:pt x="1810" y="857"/>
                          <a:pt x="953" y="1714"/>
                          <a:pt x="0" y="2572"/>
                        </a:cubicBezTo>
                        <a:cubicBezTo>
                          <a:pt x="95" y="2953"/>
                          <a:pt x="286" y="3334"/>
                          <a:pt x="381" y="3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17" name="Forme libre : forme 17616">
                    <a:extLst>
                      <a:ext uri="{FF2B5EF4-FFF2-40B4-BE49-F238E27FC236}">
                        <a16:creationId xmlns:a16="http://schemas.microsoft.com/office/drawing/2014/main" id="{F912D634-AA6C-4E8B-9DEF-1E845814F4CE}"/>
                      </a:ext>
                    </a:extLst>
                  </p:cNvPr>
                  <p:cNvSpPr/>
                  <p:nvPr/>
                </p:nvSpPr>
                <p:spPr>
                  <a:xfrm>
                    <a:off x="3210976" y="4113561"/>
                    <a:ext cx="7810" cy="6381"/>
                  </a:xfrm>
                  <a:custGeom>
                    <a:avLst/>
                    <a:gdLst>
                      <a:gd name="connsiteX0" fmla="*/ 0 w 7810"/>
                      <a:gd name="connsiteY0" fmla="*/ 6382 h 6381"/>
                      <a:gd name="connsiteX1" fmla="*/ 7811 w 7810"/>
                      <a:gd name="connsiteY1" fmla="*/ 1143 h 6381"/>
                      <a:gd name="connsiteX2" fmla="*/ 7525 w 7810"/>
                      <a:gd name="connsiteY2" fmla="*/ 0 h 6381"/>
                      <a:gd name="connsiteX3" fmla="*/ 0 w 7810"/>
                      <a:gd name="connsiteY3" fmla="*/ 6382 h 6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10" h="6381">
                        <a:moveTo>
                          <a:pt x="0" y="6382"/>
                        </a:moveTo>
                        <a:cubicBezTo>
                          <a:pt x="3143" y="5429"/>
                          <a:pt x="5810" y="3620"/>
                          <a:pt x="7811" y="1143"/>
                        </a:cubicBezTo>
                        <a:cubicBezTo>
                          <a:pt x="7715" y="762"/>
                          <a:pt x="7620" y="381"/>
                          <a:pt x="7525" y="0"/>
                        </a:cubicBezTo>
                        <a:cubicBezTo>
                          <a:pt x="5144" y="2191"/>
                          <a:pt x="2667" y="4381"/>
                          <a:pt x="0" y="63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18" name="Forme libre : forme 17617">
                    <a:extLst>
                      <a:ext uri="{FF2B5EF4-FFF2-40B4-BE49-F238E27FC236}">
                        <a16:creationId xmlns:a16="http://schemas.microsoft.com/office/drawing/2014/main" id="{1E26CF95-00BA-46DA-BFA2-A3D275C8A530}"/>
                      </a:ext>
                    </a:extLst>
                  </p:cNvPr>
                  <p:cNvSpPr/>
                  <p:nvPr/>
                </p:nvSpPr>
                <p:spPr>
                  <a:xfrm>
                    <a:off x="3207452" y="4088415"/>
                    <a:ext cx="15049" cy="25145"/>
                  </a:xfrm>
                  <a:custGeom>
                    <a:avLst/>
                    <a:gdLst>
                      <a:gd name="connsiteX0" fmla="*/ 0 w 15049"/>
                      <a:gd name="connsiteY0" fmla="*/ 0 h 25145"/>
                      <a:gd name="connsiteX1" fmla="*/ 10954 w 15049"/>
                      <a:gd name="connsiteY1" fmla="*/ 25146 h 25145"/>
                      <a:gd name="connsiteX2" fmla="*/ 13621 w 15049"/>
                      <a:gd name="connsiteY2" fmla="*/ 22574 h 25145"/>
                      <a:gd name="connsiteX3" fmla="*/ 15049 w 15049"/>
                      <a:gd name="connsiteY3" fmla="*/ 15812 h 25145"/>
                      <a:gd name="connsiteX4" fmla="*/ 0 w 15049"/>
                      <a:gd name="connsiteY4" fmla="*/ 0 h 2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49" h="25145">
                        <a:moveTo>
                          <a:pt x="0" y="0"/>
                        </a:moveTo>
                        <a:cubicBezTo>
                          <a:pt x="4763" y="7715"/>
                          <a:pt x="8668" y="16383"/>
                          <a:pt x="10954" y="25146"/>
                        </a:cubicBezTo>
                        <a:cubicBezTo>
                          <a:pt x="11811" y="24289"/>
                          <a:pt x="12763" y="23431"/>
                          <a:pt x="13621" y="22574"/>
                        </a:cubicBezTo>
                        <a:cubicBezTo>
                          <a:pt x="14573" y="20479"/>
                          <a:pt x="15049" y="18288"/>
                          <a:pt x="15049" y="15812"/>
                        </a:cubicBezTo>
                        <a:cubicBezTo>
                          <a:pt x="14859" y="7429"/>
                          <a:pt x="8287" y="66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19" name="Forme libre : forme 17618">
                    <a:extLst>
                      <a:ext uri="{FF2B5EF4-FFF2-40B4-BE49-F238E27FC236}">
                        <a16:creationId xmlns:a16="http://schemas.microsoft.com/office/drawing/2014/main" id="{D59C2797-7266-4333-99E1-04FA27C7EEE0}"/>
                      </a:ext>
                    </a:extLst>
                  </p:cNvPr>
                  <p:cNvSpPr/>
                  <p:nvPr/>
                </p:nvSpPr>
                <p:spPr>
                  <a:xfrm>
                    <a:off x="3190020" y="4088320"/>
                    <a:ext cx="28480" cy="32481"/>
                  </a:xfrm>
                  <a:custGeom>
                    <a:avLst/>
                    <a:gdLst>
                      <a:gd name="connsiteX0" fmla="*/ 17432 w 28480"/>
                      <a:gd name="connsiteY0" fmla="*/ 95 h 32481"/>
                      <a:gd name="connsiteX1" fmla="*/ 16003 w 28480"/>
                      <a:gd name="connsiteY1" fmla="*/ 0 h 32481"/>
                      <a:gd name="connsiteX2" fmla="*/ 1 w 28480"/>
                      <a:gd name="connsiteY2" fmla="*/ 16478 h 32481"/>
                      <a:gd name="connsiteX3" fmla="*/ 16479 w 28480"/>
                      <a:gd name="connsiteY3" fmla="*/ 32480 h 32481"/>
                      <a:gd name="connsiteX4" fmla="*/ 21051 w 28480"/>
                      <a:gd name="connsiteY4" fmla="*/ 31718 h 32481"/>
                      <a:gd name="connsiteX5" fmla="*/ 28481 w 28480"/>
                      <a:gd name="connsiteY5" fmla="*/ 25337 h 32481"/>
                      <a:gd name="connsiteX6" fmla="*/ 17432 w 28480"/>
                      <a:gd name="connsiteY6" fmla="*/ 95 h 3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480" h="32481">
                        <a:moveTo>
                          <a:pt x="17432" y="95"/>
                        </a:moveTo>
                        <a:cubicBezTo>
                          <a:pt x="16956" y="95"/>
                          <a:pt x="16479" y="0"/>
                          <a:pt x="16003" y="0"/>
                        </a:cubicBezTo>
                        <a:cubicBezTo>
                          <a:pt x="7050" y="95"/>
                          <a:pt x="-94" y="7525"/>
                          <a:pt x="1" y="16478"/>
                        </a:cubicBezTo>
                        <a:cubicBezTo>
                          <a:pt x="96" y="25432"/>
                          <a:pt x="7526" y="32576"/>
                          <a:pt x="16479" y="32480"/>
                        </a:cubicBezTo>
                        <a:cubicBezTo>
                          <a:pt x="18099" y="32480"/>
                          <a:pt x="19527" y="32099"/>
                          <a:pt x="21051" y="31718"/>
                        </a:cubicBezTo>
                        <a:cubicBezTo>
                          <a:pt x="23718" y="29623"/>
                          <a:pt x="26195" y="27527"/>
                          <a:pt x="28481" y="25337"/>
                        </a:cubicBezTo>
                        <a:cubicBezTo>
                          <a:pt x="26100" y="16478"/>
                          <a:pt x="22194" y="7715"/>
                          <a:pt x="17432" y="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20" name="Forme libre : forme 17619">
                    <a:extLst>
                      <a:ext uri="{FF2B5EF4-FFF2-40B4-BE49-F238E27FC236}">
                        <a16:creationId xmlns:a16="http://schemas.microsoft.com/office/drawing/2014/main" id="{AD795204-6F95-4B9E-B7FD-BC686805E3CD}"/>
                      </a:ext>
                    </a:extLst>
                  </p:cNvPr>
                  <p:cNvSpPr/>
                  <p:nvPr/>
                </p:nvSpPr>
                <p:spPr>
                  <a:xfrm>
                    <a:off x="3237073" y="4125085"/>
                    <a:ext cx="16577" cy="16575"/>
                  </a:xfrm>
                  <a:custGeom>
                    <a:avLst/>
                    <a:gdLst>
                      <a:gd name="connsiteX0" fmla="*/ 8384 w 16577"/>
                      <a:gd name="connsiteY0" fmla="*/ 16575 h 16575"/>
                      <a:gd name="connsiteX1" fmla="*/ 16575 w 16577"/>
                      <a:gd name="connsiteY1" fmla="*/ 8193 h 16575"/>
                      <a:gd name="connsiteX2" fmla="*/ 8193 w 16577"/>
                      <a:gd name="connsiteY2" fmla="*/ 2 h 16575"/>
                      <a:gd name="connsiteX3" fmla="*/ 2 w 16577"/>
                      <a:gd name="connsiteY3" fmla="*/ 8384 h 16575"/>
                      <a:gd name="connsiteX4" fmla="*/ 8384 w 16577"/>
                      <a:gd name="connsiteY4" fmla="*/ 16575 h 16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7" h="16575">
                        <a:moveTo>
                          <a:pt x="8384" y="16575"/>
                        </a:moveTo>
                        <a:cubicBezTo>
                          <a:pt x="12956" y="16480"/>
                          <a:pt x="16671" y="12766"/>
                          <a:pt x="16575" y="8193"/>
                        </a:cubicBezTo>
                        <a:cubicBezTo>
                          <a:pt x="16480" y="3621"/>
                          <a:pt x="12766" y="-93"/>
                          <a:pt x="8193" y="2"/>
                        </a:cubicBezTo>
                        <a:cubicBezTo>
                          <a:pt x="3621" y="97"/>
                          <a:pt x="-93" y="3812"/>
                          <a:pt x="2" y="8384"/>
                        </a:cubicBezTo>
                        <a:cubicBezTo>
                          <a:pt x="97" y="12956"/>
                          <a:pt x="3812" y="16575"/>
                          <a:pt x="8384" y="165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21" name="Forme libre : forme 17620">
                    <a:extLst>
                      <a:ext uri="{FF2B5EF4-FFF2-40B4-BE49-F238E27FC236}">
                        <a16:creationId xmlns:a16="http://schemas.microsoft.com/office/drawing/2014/main" id="{F5505913-4B52-44D2-8264-DF87FA83C8AC}"/>
                      </a:ext>
                    </a:extLst>
                  </p:cNvPr>
                  <p:cNvSpPr/>
                  <p:nvPr/>
                </p:nvSpPr>
                <p:spPr>
                  <a:xfrm>
                    <a:off x="3969928" y="4032312"/>
                    <a:ext cx="30385" cy="32489"/>
                  </a:xfrm>
                  <a:custGeom>
                    <a:avLst/>
                    <a:gdLst>
                      <a:gd name="connsiteX0" fmla="*/ 6763 w 30385"/>
                      <a:gd name="connsiteY0" fmla="*/ 30671 h 32489"/>
                      <a:gd name="connsiteX1" fmla="*/ 14383 w 30385"/>
                      <a:gd name="connsiteY1" fmla="*/ 32481 h 32489"/>
                      <a:gd name="connsiteX2" fmla="*/ 30385 w 30385"/>
                      <a:gd name="connsiteY2" fmla="*/ 16003 h 32489"/>
                      <a:gd name="connsiteX3" fmla="*/ 13907 w 30385"/>
                      <a:gd name="connsiteY3" fmla="*/ 1 h 32489"/>
                      <a:gd name="connsiteX4" fmla="*/ 0 w 30385"/>
                      <a:gd name="connsiteY4" fmla="*/ 8383 h 32489"/>
                      <a:gd name="connsiteX5" fmla="*/ 6763 w 30385"/>
                      <a:gd name="connsiteY5" fmla="*/ 30671 h 32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85" h="32489">
                        <a:moveTo>
                          <a:pt x="6763" y="30671"/>
                        </a:moveTo>
                        <a:cubicBezTo>
                          <a:pt x="9049" y="31814"/>
                          <a:pt x="11621" y="32577"/>
                          <a:pt x="14383" y="32481"/>
                        </a:cubicBezTo>
                        <a:cubicBezTo>
                          <a:pt x="23336" y="32386"/>
                          <a:pt x="30480" y="24956"/>
                          <a:pt x="30385" y="16003"/>
                        </a:cubicBezTo>
                        <a:cubicBezTo>
                          <a:pt x="30290" y="7049"/>
                          <a:pt x="22860" y="-94"/>
                          <a:pt x="13907" y="1"/>
                        </a:cubicBezTo>
                        <a:cubicBezTo>
                          <a:pt x="7906" y="96"/>
                          <a:pt x="2667" y="3525"/>
                          <a:pt x="0" y="8383"/>
                        </a:cubicBezTo>
                        <a:cubicBezTo>
                          <a:pt x="5905" y="14670"/>
                          <a:pt x="9716" y="22289"/>
                          <a:pt x="6763" y="3067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22" name="Forme libre : forme 17621">
                    <a:extLst>
                      <a:ext uri="{FF2B5EF4-FFF2-40B4-BE49-F238E27FC236}">
                        <a16:creationId xmlns:a16="http://schemas.microsoft.com/office/drawing/2014/main" id="{A225F27C-5D0F-4743-8E78-1740E655E3C9}"/>
                      </a:ext>
                    </a:extLst>
                  </p:cNvPr>
                  <p:cNvSpPr/>
                  <p:nvPr/>
                </p:nvSpPr>
                <p:spPr>
                  <a:xfrm>
                    <a:off x="3967833" y="4040790"/>
                    <a:ext cx="9840" cy="22193"/>
                  </a:xfrm>
                  <a:custGeom>
                    <a:avLst/>
                    <a:gdLst>
                      <a:gd name="connsiteX0" fmla="*/ 8858 w 9840"/>
                      <a:gd name="connsiteY0" fmla="*/ 22193 h 22193"/>
                      <a:gd name="connsiteX1" fmla="*/ 2096 w 9840"/>
                      <a:gd name="connsiteY1" fmla="*/ 0 h 22193"/>
                      <a:gd name="connsiteX2" fmla="*/ 0 w 9840"/>
                      <a:gd name="connsiteY2" fmla="*/ 8001 h 22193"/>
                      <a:gd name="connsiteX3" fmla="*/ 8858 w 9840"/>
                      <a:gd name="connsiteY3" fmla="*/ 22193 h 22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40" h="22193">
                        <a:moveTo>
                          <a:pt x="8858" y="22193"/>
                        </a:moveTo>
                        <a:cubicBezTo>
                          <a:pt x="11716" y="13906"/>
                          <a:pt x="8001" y="6287"/>
                          <a:pt x="2096" y="0"/>
                        </a:cubicBezTo>
                        <a:cubicBezTo>
                          <a:pt x="762" y="2381"/>
                          <a:pt x="0" y="5143"/>
                          <a:pt x="0" y="8001"/>
                        </a:cubicBezTo>
                        <a:cubicBezTo>
                          <a:pt x="95" y="14192"/>
                          <a:pt x="3715" y="19526"/>
                          <a:pt x="8858" y="22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23" name="Forme libre : forme 17622">
                    <a:extLst>
                      <a:ext uri="{FF2B5EF4-FFF2-40B4-BE49-F238E27FC236}">
                        <a16:creationId xmlns:a16="http://schemas.microsoft.com/office/drawing/2014/main" id="{55229A30-0A7B-47E9-B5A1-F0E461DB9954}"/>
                      </a:ext>
                    </a:extLst>
                  </p:cNvPr>
                  <p:cNvSpPr/>
                  <p:nvPr/>
                </p:nvSpPr>
                <p:spPr>
                  <a:xfrm>
                    <a:off x="4022411" y="4069078"/>
                    <a:ext cx="9143" cy="13241"/>
                  </a:xfrm>
                  <a:custGeom>
                    <a:avLst/>
                    <a:gdLst>
                      <a:gd name="connsiteX0" fmla="*/ 9144 w 9143"/>
                      <a:gd name="connsiteY0" fmla="*/ 8193 h 13241"/>
                      <a:gd name="connsiteX1" fmla="*/ 762 w 9143"/>
                      <a:gd name="connsiteY1" fmla="*/ 2 h 13241"/>
                      <a:gd name="connsiteX2" fmla="*/ 0 w 9143"/>
                      <a:gd name="connsiteY2" fmla="*/ 192 h 13241"/>
                      <a:gd name="connsiteX3" fmla="*/ 7429 w 9143"/>
                      <a:gd name="connsiteY3" fmla="*/ 13241 h 13241"/>
                      <a:gd name="connsiteX4" fmla="*/ 9144 w 9143"/>
                      <a:gd name="connsiteY4" fmla="*/ 8193 h 13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3" h="13241">
                        <a:moveTo>
                          <a:pt x="9144" y="8193"/>
                        </a:moveTo>
                        <a:cubicBezTo>
                          <a:pt x="9049" y="3621"/>
                          <a:pt x="5334" y="-94"/>
                          <a:pt x="762" y="2"/>
                        </a:cubicBezTo>
                        <a:cubicBezTo>
                          <a:pt x="476" y="2"/>
                          <a:pt x="286" y="97"/>
                          <a:pt x="0" y="192"/>
                        </a:cubicBezTo>
                        <a:cubicBezTo>
                          <a:pt x="2381" y="4574"/>
                          <a:pt x="4953" y="8955"/>
                          <a:pt x="7429" y="13241"/>
                        </a:cubicBezTo>
                        <a:cubicBezTo>
                          <a:pt x="8477" y="11813"/>
                          <a:pt x="9144" y="10098"/>
                          <a:pt x="9144" y="8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24" name="Forme libre : forme 17623">
                    <a:extLst>
                      <a:ext uri="{FF2B5EF4-FFF2-40B4-BE49-F238E27FC236}">
                        <a16:creationId xmlns:a16="http://schemas.microsoft.com/office/drawing/2014/main" id="{A1E7F206-3737-4A1C-995A-5A4318D37FDB}"/>
                      </a:ext>
                    </a:extLst>
                  </p:cNvPr>
                  <p:cNvSpPr/>
                  <p:nvPr/>
                </p:nvSpPr>
                <p:spPr>
                  <a:xfrm>
                    <a:off x="4014980" y="4069175"/>
                    <a:ext cx="14765" cy="16480"/>
                  </a:xfrm>
                  <a:custGeom>
                    <a:avLst/>
                    <a:gdLst>
                      <a:gd name="connsiteX0" fmla="*/ 2 w 14765"/>
                      <a:gd name="connsiteY0" fmla="*/ 8287 h 16480"/>
                      <a:gd name="connsiteX1" fmla="*/ 8384 w 14765"/>
                      <a:gd name="connsiteY1" fmla="*/ 16478 h 16480"/>
                      <a:gd name="connsiteX2" fmla="*/ 14766 w 14765"/>
                      <a:gd name="connsiteY2" fmla="*/ 13049 h 16480"/>
                      <a:gd name="connsiteX3" fmla="*/ 7336 w 14765"/>
                      <a:gd name="connsiteY3" fmla="*/ 0 h 16480"/>
                      <a:gd name="connsiteX4" fmla="*/ 2 w 14765"/>
                      <a:gd name="connsiteY4" fmla="*/ 8287 h 16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65" h="16480">
                        <a:moveTo>
                          <a:pt x="2" y="8287"/>
                        </a:moveTo>
                        <a:cubicBezTo>
                          <a:pt x="97" y="12859"/>
                          <a:pt x="3812" y="16574"/>
                          <a:pt x="8384" y="16478"/>
                        </a:cubicBezTo>
                        <a:cubicBezTo>
                          <a:pt x="11051" y="16478"/>
                          <a:pt x="13337" y="15050"/>
                          <a:pt x="14766" y="13049"/>
                        </a:cubicBezTo>
                        <a:cubicBezTo>
                          <a:pt x="12289" y="8668"/>
                          <a:pt x="9717" y="4382"/>
                          <a:pt x="7336" y="0"/>
                        </a:cubicBezTo>
                        <a:cubicBezTo>
                          <a:pt x="3240" y="476"/>
                          <a:pt x="-93" y="4001"/>
                          <a:pt x="2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25" name="Forme libre : forme 17624">
                    <a:extLst>
                      <a:ext uri="{FF2B5EF4-FFF2-40B4-BE49-F238E27FC236}">
                        <a16:creationId xmlns:a16="http://schemas.microsoft.com/office/drawing/2014/main" id="{DD755BB6-6112-453E-A30A-99F2A9FD94E8}"/>
                      </a:ext>
                    </a:extLst>
                  </p:cNvPr>
                  <p:cNvSpPr/>
                  <p:nvPr/>
                </p:nvSpPr>
                <p:spPr>
                  <a:xfrm>
                    <a:off x="3948688" y="4239291"/>
                    <a:ext cx="5622" cy="18478"/>
                  </a:xfrm>
                  <a:custGeom>
                    <a:avLst/>
                    <a:gdLst>
                      <a:gd name="connsiteX0" fmla="*/ 5620 w 5622"/>
                      <a:gd name="connsiteY0" fmla="*/ 6096 h 18478"/>
                      <a:gd name="connsiteX1" fmla="*/ 4286 w 5622"/>
                      <a:gd name="connsiteY1" fmla="*/ 0 h 18478"/>
                      <a:gd name="connsiteX2" fmla="*/ 0 w 5622"/>
                      <a:gd name="connsiteY2" fmla="*/ 18479 h 18478"/>
                      <a:gd name="connsiteX3" fmla="*/ 5620 w 5622"/>
                      <a:gd name="connsiteY3" fmla="*/ 6096 h 18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22" h="18478">
                        <a:moveTo>
                          <a:pt x="5620" y="6096"/>
                        </a:moveTo>
                        <a:cubicBezTo>
                          <a:pt x="5620" y="3905"/>
                          <a:pt x="5143" y="1905"/>
                          <a:pt x="4286" y="0"/>
                        </a:cubicBezTo>
                        <a:cubicBezTo>
                          <a:pt x="2762" y="6096"/>
                          <a:pt x="1333" y="12287"/>
                          <a:pt x="0" y="18479"/>
                        </a:cubicBezTo>
                        <a:cubicBezTo>
                          <a:pt x="3429" y="15430"/>
                          <a:pt x="5715" y="11049"/>
                          <a:pt x="5620" y="609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26" name="Forme libre : forme 17625">
                    <a:extLst>
                      <a:ext uri="{FF2B5EF4-FFF2-40B4-BE49-F238E27FC236}">
                        <a16:creationId xmlns:a16="http://schemas.microsoft.com/office/drawing/2014/main" id="{CF5EA737-AD23-4436-875D-C9E4E5C09011}"/>
                      </a:ext>
                    </a:extLst>
                  </p:cNvPr>
                  <p:cNvSpPr/>
                  <p:nvPr/>
                </p:nvSpPr>
                <p:spPr>
                  <a:xfrm>
                    <a:off x="3921826" y="4229288"/>
                    <a:ext cx="31147" cy="32482"/>
                  </a:xfrm>
                  <a:custGeom>
                    <a:avLst/>
                    <a:gdLst>
                      <a:gd name="connsiteX0" fmla="*/ 16003 w 31147"/>
                      <a:gd name="connsiteY0" fmla="*/ 2 h 32482"/>
                      <a:gd name="connsiteX1" fmla="*/ 1 w 31147"/>
                      <a:gd name="connsiteY1" fmla="*/ 16480 h 32482"/>
                      <a:gd name="connsiteX2" fmla="*/ 16479 w 31147"/>
                      <a:gd name="connsiteY2" fmla="*/ 32482 h 32482"/>
                      <a:gd name="connsiteX3" fmla="*/ 26862 w 31147"/>
                      <a:gd name="connsiteY3" fmla="*/ 28482 h 32482"/>
                      <a:gd name="connsiteX4" fmla="*/ 31148 w 31147"/>
                      <a:gd name="connsiteY4" fmla="*/ 10003 h 32482"/>
                      <a:gd name="connsiteX5" fmla="*/ 16003 w 31147"/>
                      <a:gd name="connsiteY5" fmla="*/ 2 h 3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147" h="32482">
                        <a:moveTo>
                          <a:pt x="16003" y="2"/>
                        </a:moveTo>
                        <a:cubicBezTo>
                          <a:pt x="7049" y="97"/>
                          <a:pt x="-94" y="7526"/>
                          <a:pt x="1" y="16480"/>
                        </a:cubicBezTo>
                        <a:cubicBezTo>
                          <a:pt x="96" y="25433"/>
                          <a:pt x="7526" y="32577"/>
                          <a:pt x="16479" y="32482"/>
                        </a:cubicBezTo>
                        <a:cubicBezTo>
                          <a:pt x="20480" y="32387"/>
                          <a:pt x="24099" y="30863"/>
                          <a:pt x="26862" y="28482"/>
                        </a:cubicBezTo>
                        <a:cubicBezTo>
                          <a:pt x="28195" y="22290"/>
                          <a:pt x="29719" y="16099"/>
                          <a:pt x="31148" y="10003"/>
                        </a:cubicBezTo>
                        <a:cubicBezTo>
                          <a:pt x="28671" y="4098"/>
                          <a:pt x="22861" y="-93"/>
                          <a:pt x="16003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27" name="Forme libre : forme 17626">
                    <a:extLst>
                      <a:ext uri="{FF2B5EF4-FFF2-40B4-BE49-F238E27FC236}">
                        <a16:creationId xmlns:a16="http://schemas.microsoft.com/office/drawing/2014/main" id="{2497CA34-F497-400E-9275-4067C912DD82}"/>
                      </a:ext>
                    </a:extLst>
                  </p:cNvPr>
                  <p:cNvSpPr/>
                  <p:nvPr/>
                </p:nvSpPr>
                <p:spPr>
                  <a:xfrm>
                    <a:off x="3968974" y="4266055"/>
                    <a:ext cx="16576" cy="16576"/>
                  </a:xfrm>
                  <a:custGeom>
                    <a:avLst/>
                    <a:gdLst>
                      <a:gd name="connsiteX0" fmla="*/ 16575 w 16576"/>
                      <a:gd name="connsiteY0" fmla="*/ 8193 h 16576"/>
                      <a:gd name="connsiteX1" fmla="*/ 8193 w 16576"/>
                      <a:gd name="connsiteY1" fmla="*/ 2 h 16576"/>
                      <a:gd name="connsiteX2" fmla="*/ 2 w 16576"/>
                      <a:gd name="connsiteY2" fmla="*/ 8384 h 16576"/>
                      <a:gd name="connsiteX3" fmla="*/ 8384 w 16576"/>
                      <a:gd name="connsiteY3" fmla="*/ 16575 h 16576"/>
                      <a:gd name="connsiteX4" fmla="*/ 16575 w 16576"/>
                      <a:gd name="connsiteY4" fmla="*/ 8193 h 16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6" h="16576">
                        <a:moveTo>
                          <a:pt x="16575" y="8193"/>
                        </a:moveTo>
                        <a:cubicBezTo>
                          <a:pt x="16480" y="3621"/>
                          <a:pt x="12765" y="-94"/>
                          <a:pt x="8193" y="2"/>
                        </a:cubicBezTo>
                        <a:cubicBezTo>
                          <a:pt x="3621" y="97"/>
                          <a:pt x="-94" y="3812"/>
                          <a:pt x="2" y="8384"/>
                        </a:cubicBezTo>
                        <a:cubicBezTo>
                          <a:pt x="97" y="12956"/>
                          <a:pt x="3812" y="16671"/>
                          <a:pt x="8384" y="16575"/>
                        </a:cubicBezTo>
                        <a:cubicBezTo>
                          <a:pt x="12956" y="16575"/>
                          <a:pt x="16671" y="12765"/>
                          <a:pt x="16575" y="8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28" name="Forme libre : forme 17627">
                    <a:extLst>
                      <a:ext uri="{FF2B5EF4-FFF2-40B4-BE49-F238E27FC236}">
                        <a16:creationId xmlns:a16="http://schemas.microsoft.com/office/drawing/2014/main" id="{A002CB1D-931E-4F4D-AC2B-626C9D9762C1}"/>
                      </a:ext>
                    </a:extLst>
                  </p:cNvPr>
                  <p:cNvSpPr/>
                  <p:nvPr/>
                </p:nvSpPr>
                <p:spPr>
                  <a:xfrm>
                    <a:off x="3196118" y="4257484"/>
                    <a:ext cx="4480" cy="19716"/>
                  </a:xfrm>
                  <a:custGeom>
                    <a:avLst/>
                    <a:gdLst>
                      <a:gd name="connsiteX0" fmla="*/ 0 w 4480"/>
                      <a:gd name="connsiteY0" fmla="*/ 19717 h 19716"/>
                      <a:gd name="connsiteX1" fmla="*/ 4477 w 4480"/>
                      <a:gd name="connsiteY1" fmla="*/ 8287 h 19716"/>
                      <a:gd name="connsiteX2" fmla="*/ 2000 w 4480"/>
                      <a:gd name="connsiteY2" fmla="*/ 0 h 19716"/>
                      <a:gd name="connsiteX3" fmla="*/ 0 w 4480"/>
                      <a:gd name="connsiteY3" fmla="*/ 19717 h 19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80" h="19716">
                        <a:moveTo>
                          <a:pt x="0" y="19717"/>
                        </a:moveTo>
                        <a:cubicBezTo>
                          <a:pt x="2857" y="16764"/>
                          <a:pt x="4572" y="12763"/>
                          <a:pt x="4477" y="8287"/>
                        </a:cubicBezTo>
                        <a:cubicBezTo>
                          <a:pt x="4477" y="5239"/>
                          <a:pt x="3524" y="2381"/>
                          <a:pt x="2000" y="0"/>
                        </a:cubicBezTo>
                        <a:cubicBezTo>
                          <a:pt x="2667" y="6382"/>
                          <a:pt x="1714" y="13049"/>
                          <a:pt x="0" y="197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29" name="Forme libre : forme 17628">
                    <a:extLst>
                      <a:ext uri="{FF2B5EF4-FFF2-40B4-BE49-F238E27FC236}">
                        <a16:creationId xmlns:a16="http://schemas.microsoft.com/office/drawing/2014/main" id="{AB9DAC93-3739-414E-B1D6-8CC93E28DC59}"/>
                      </a:ext>
                    </a:extLst>
                  </p:cNvPr>
                  <p:cNvSpPr/>
                  <p:nvPr/>
                </p:nvSpPr>
                <p:spPr>
                  <a:xfrm>
                    <a:off x="3168208" y="4249767"/>
                    <a:ext cx="30218" cy="32483"/>
                  </a:xfrm>
                  <a:custGeom>
                    <a:avLst/>
                    <a:gdLst>
                      <a:gd name="connsiteX0" fmla="*/ 16003 w 30218"/>
                      <a:gd name="connsiteY0" fmla="*/ 2 h 32483"/>
                      <a:gd name="connsiteX1" fmla="*/ 1 w 30218"/>
                      <a:gd name="connsiteY1" fmla="*/ 16480 h 32483"/>
                      <a:gd name="connsiteX2" fmla="*/ 16479 w 30218"/>
                      <a:gd name="connsiteY2" fmla="*/ 32482 h 32483"/>
                      <a:gd name="connsiteX3" fmla="*/ 28004 w 30218"/>
                      <a:gd name="connsiteY3" fmla="*/ 27434 h 32483"/>
                      <a:gd name="connsiteX4" fmla="*/ 30005 w 30218"/>
                      <a:gd name="connsiteY4" fmla="*/ 7717 h 32483"/>
                      <a:gd name="connsiteX5" fmla="*/ 16003 w 30218"/>
                      <a:gd name="connsiteY5" fmla="*/ 2 h 32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218" h="32483">
                        <a:moveTo>
                          <a:pt x="16003" y="2"/>
                        </a:moveTo>
                        <a:cubicBezTo>
                          <a:pt x="7049" y="97"/>
                          <a:pt x="-94" y="7527"/>
                          <a:pt x="1" y="16480"/>
                        </a:cubicBezTo>
                        <a:cubicBezTo>
                          <a:pt x="96" y="25434"/>
                          <a:pt x="7525" y="32578"/>
                          <a:pt x="16479" y="32482"/>
                        </a:cubicBezTo>
                        <a:cubicBezTo>
                          <a:pt x="21051" y="32387"/>
                          <a:pt x="25052" y="30482"/>
                          <a:pt x="28004" y="27434"/>
                        </a:cubicBezTo>
                        <a:cubicBezTo>
                          <a:pt x="29719" y="20767"/>
                          <a:pt x="30671" y="14099"/>
                          <a:pt x="30005" y="7717"/>
                        </a:cubicBezTo>
                        <a:cubicBezTo>
                          <a:pt x="27052" y="2955"/>
                          <a:pt x="21908" y="-93"/>
                          <a:pt x="16003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30" name="Forme libre : forme 17629">
                    <a:extLst>
                      <a:ext uri="{FF2B5EF4-FFF2-40B4-BE49-F238E27FC236}">
                        <a16:creationId xmlns:a16="http://schemas.microsoft.com/office/drawing/2014/main" id="{DC73CF6D-1E89-464A-B9BC-8AC27C7D8084}"/>
                      </a:ext>
                    </a:extLst>
                  </p:cNvPr>
                  <p:cNvSpPr/>
                  <p:nvPr/>
                </p:nvSpPr>
                <p:spPr>
                  <a:xfrm>
                    <a:off x="3215358" y="4286440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4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31" name="Forme libre : forme 17630">
                    <a:extLst>
                      <a:ext uri="{FF2B5EF4-FFF2-40B4-BE49-F238E27FC236}">
                        <a16:creationId xmlns:a16="http://schemas.microsoft.com/office/drawing/2014/main" id="{C65F00D3-D04E-4242-A49C-C7696E6DC4D3}"/>
                      </a:ext>
                    </a:extLst>
                  </p:cNvPr>
                  <p:cNvSpPr/>
                  <p:nvPr/>
                </p:nvSpPr>
                <p:spPr>
                  <a:xfrm>
                    <a:off x="3483773" y="4295393"/>
                    <a:ext cx="21527" cy="31337"/>
                  </a:xfrm>
                  <a:custGeom>
                    <a:avLst/>
                    <a:gdLst>
                      <a:gd name="connsiteX0" fmla="*/ 0 w 21527"/>
                      <a:gd name="connsiteY0" fmla="*/ 30385 h 31337"/>
                      <a:gd name="connsiteX1" fmla="*/ 5524 w 21527"/>
                      <a:gd name="connsiteY1" fmla="*/ 31337 h 31337"/>
                      <a:gd name="connsiteX2" fmla="*/ 21526 w 21527"/>
                      <a:gd name="connsiteY2" fmla="*/ 14859 h 31337"/>
                      <a:gd name="connsiteX3" fmla="*/ 11335 w 21527"/>
                      <a:gd name="connsiteY3" fmla="*/ 0 h 31337"/>
                      <a:gd name="connsiteX4" fmla="*/ 0 w 21527"/>
                      <a:gd name="connsiteY4" fmla="*/ 30385 h 31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527" h="31337">
                        <a:moveTo>
                          <a:pt x="0" y="30385"/>
                        </a:moveTo>
                        <a:cubicBezTo>
                          <a:pt x="1714" y="30956"/>
                          <a:pt x="3619" y="31337"/>
                          <a:pt x="5524" y="31337"/>
                        </a:cubicBezTo>
                        <a:cubicBezTo>
                          <a:pt x="14478" y="31242"/>
                          <a:pt x="21622" y="23813"/>
                          <a:pt x="21526" y="14859"/>
                        </a:cubicBezTo>
                        <a:cubicBezTo>
                          <a:pt x="21431" y="8096"/>
                          <a:pt x="17240" y="2381"/>
                          <a:pt x="11335" y="0"/>
                        </a:cubicBezTo>
                        <a:cubicBezTo>
                          <a:pt x="16859" y="9906"/>
                          <a:pt x="10382" y="20765"/>
                          <a:pt x="0" y="3038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32" name="Forme libre : forme 17631">
                    <a:extLst>
                      <a:ext uri="{FF2B5EF4-FFF2-40B4-BE49-F238E27FC236}">
                        <a16:creationId xmlns:a16="http://schemas.microsoft.com/office/drawing/2014/main" id="{AA45870C-A6E5-4585-B3C7-3B0ECF6A2ACF}"/>
                      </a:ext>
                    </a:extLst>
                  </p:cNvPr>
                  <p:cNvSpPr/>
                  <p:nvPr/>
                </p:nvSpPr>
                <p:spPr>
                  <a:xfrm>
                    <a:off x="3472818" y="4294334"/>
                    <a:ext cx="24307" cy="31539"/>
                  </a:xfrm>
                  <a:custGeom>
                    <a:avLst/>
                    <a:gdLst>
                      <a:gd name="connsiteX0" fmla="*/ 22290 w 24307"/>
                      <a:gd name="connsiteY0" fmla="*/ 1155 h 31539"/>
                      <a:gd name="connsiteX1" fmla="*/ 16003 w 24307"/>
                      <a:gd name="connsiteY1" fmla="*/ 12 h 31539"/>
                      <a:gd name="connsiteX2" fmla="*/ 1 w 24307"/>
                      <a:gd name="connsiteY2" fmla="*/ 16490 h 31539"/>
                      <a:gd name="connsiteX3" fmla="*/ 10860 w 24307"/>
                      <a:gd name="connsiteY3" fmla="*/ 31540 h 31539"/>
                      <a:gd name="connsiteX4" fmla="*/ 22290 w 24307"/>
                      <a:gd name="connsiteY4" fmla="*/ 1155 h 3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307" h="31539">
                        <a:moveTo>
                          <a:pt x="22290" y="1155"/>
                        </a:moveTo>
                        <a:cubicBezTo>
                          <a:pt x="20385" y="393"/>
                          <a:pt x="18289" y="-83"/>
                          <a:pt x="16003" y="12"/>
                        </a:cubicBezTo>
                        <a:cubicBezTo>
                          <a:pt x="7050" y="107"/>
                          <a:pt x="-94" y="7537"/>
                          <a:pt x="1" y="16490"/>
                        </a:cubicBezTo>
                        <a:cubicBezTo>
                          <a:pt x="96" y="23539"/>
                          <a:pt x="4668" y="29349"/>
                          <a:pt x="10860" y="31540"/>
                        </a:cubicBezTo>
                        <a:cubicBezTo>
                          <a:pt x="21337" y="21824"/>
                          <a:pt x="27814" y="10966"/>
                          <a:pt x="22290" y="11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33" name="Forme libre : forme 17632">
                    <a:extLst>
                      <a:ext uri="{FF2B5EF4-FFF2-40B4-BE49-F238E27FC236}">
                        <a16:creationId xmlns:a16="http://schemas.microsoft.com/office/drawing/2014/main" id="{EECE9101-4A60-431D-8919-8880CCBD2D06}"/>
                      </a:ext>
                    </a:extLst>
                  </p:cNvPr>
                  <p:cNvSpPr/>
                  <p:nvPr/>
                </p:nvSpPr>
                <p:spPr>
                  <a:xfrm>
                    <a:off x="3519966" y="4331110"/>
                    <a:ext cx="16576" cy="16577"/>
                  </a:xfrm>
                  <a:custGeom>
                    <a:avLst/>
                    <a:gdLst>
                      <a:gd name="connsiteX0" fmla="*/ 2 w 16576"/>
                      <a:gd name="connsiteY0" fmla="*/ 8384 h 16577"/>
                      <a:gd name="connsiteX1" fmla="*/ 8384 w 16576"/>
                      <a:gd name="connsiteY1" fmla="*/ 16575 h 16577"/>
                      <a:gd name="connsiteX2" fmla="*/ 16575 w 16576"/>
                      <a:gd name="connsiteY2" fmla="*/ 8193 h 16577"/>
                      <a:gd name="connsiteX3" fmla="*/ 8193 w 16576"/>
                      <a:gd name="connsiteY3" fmla="*/ 2 h 16577"/>
                      <a:gd name="connsiteX4" fmla="*/ 2 w 16576"/>
                      <a:gd name="connsiteY4" fmla="*/ 8384 h 16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6" h="16577">
                        <a:moveTo>
                          <a:pt x="2" y="8384"/>
                        </a:moveTo>
                        <a:cubicBezTo>
                          <a:pt x="97" y="12956"/>
                          <a:pt x="3812" y="16671"/>
                          <a:pt x="8384" y="16575"/>
                        </a:cubicBezTo>
                        <a:cubicBezTo>
                          <a:pt x="12956" y="16480"/>
                          <a:pt x="16671" y="12765"/>
                          <a:pt x="16575" y="8193"/>
                        </a:cubicBezTo>
                        <a:cubicBezTo>
                          <a:pt x="16480" y="3621"/>
                          <a:pt x="12765" y="-93"/>
                          <a:pt x="8193" y="2"/>
                        </a:cubicBezTo>
                        <a:cubicBezTo>
                          <a:pt x="3621" y="97"/>
                          <a:pt x="-94" y="3717"/>
                          <a:pt x="2" y="83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34" name="Forme libre : forme 17633">
                    <a:extLst>
                      <a:ext uri="{FF2B5EF4-FFF2-40B4-BE49-F238E27FC236}">
                        <a16:creationId xmlns:a16="http://schemas.microsoft.com/office/drawing/2014/main" id="{7A9D0AB7-CA23-4CCB-9090-D62CCDD46B2D}"/>
                      </a:ext>
                    </a:extLst>
                  </p:cNvPr>
                  <p:cNvSpPr/>
                  <p:nvPr/>
                </p:nvSpPr>
                <p:spPr>
                  <a:xfrm>
                    <a:off x="4607913" y="4081556"/>
                    <a:ext cx="19720" cy="32385"/>
                  </a:xfrm>
                  <a:custGeom>
                    <a:avLst/>
                    <a:gdLst>
                      <a:gd name="connsiteX0" fmla="*/ 19717 w 19720"/>
                      <a:gd name="connsiteY0" fmla="*/ 16003 h 32385"/>
                      <a:gd name="connsiteX1" fmla="*/ 3239 w 19720"/>
                      <a:gd name="connsiteY1" fmla="*/ 1 h 32385"/>
                      <a:gd name="connsiteX2" fmla="*/ 0 w 19720"/>
                      <a:gd name="connsiteY2" fmla="*/ 382 h 32385"/>
                      <a:gd name="connsiteX3" fmla="*/ 4286 w 19720"/>
                      <a:gd name="connsiteY3" fmla="*/ 32386 h 32385"/>
                      <a:gd name="connsiteX4" fmla="*/ 19717 w 19720"/>
                      <a:gd name="connsiteY4" fmla="*/ 1600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720" h="32385">
                        <a:moveTo>
                          <a:pt x="19717" y="16003"/>
                        </a:moveTo>
                        <a:cubicBezTo>
                          <a:pt x="19622" y="7049"/>
                          <a:pt x="12192" y="-94"/>
                          <a:pt x="3239" y="1"/>
                        </a:cubicBezTo>
                        <a:cubicBezTo>
                          <a:pt x="2096" y="1"/>
                          <a:pt x="1048" y="191"/>
                          <a:pt x="0" y="382"/>
                        </a:cubicBezTo>
                        <a:cubicBezTo>
                          <a:pt x="2572" y="10859"/>
                          <a:pt x="4001" y="21623"/>
                          <a:pt x="4286" y="32386"/>
                        </a:cubicBezTo>
                        <a:cubicBezTo>
                          <a:pt x="13050" y="31909"/>
                          <a:pt x="19908" y="24671"/>
                          <a:pt x="19717" y="160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35" name="Forme libre : forme 17634">
                    <a:extLst>
                      <a:ext uri="{FF2B5EF4-FFF2-40B4-BE49-F238E27FC236}">
                        <a16:creationId xmlns:a16="http://schemas.microsoft.com/office/drawing/2014/main" id="{50DDB70C-ABB1-4762-9397-E50F8C8F27A0}"/>
                      </a:ext>
                    </a:extLst>
                  </p:cNvPr>
                  <p:cNvSpPr/>
                  <p:nvPr/>
                </p:nvSpPr>
                <p:spPr>
                  <a:xfrm>
                    <a:off x="4595244" y="4081843"/>
                    <a:ext cx="17146" cy="32100"/>
                  </a:xfrm>
                  <a:custGeom>
                    <a:avLst/>
                    <a:gdLst>
                      <a:gd name="connsiteX0" fmla="*/ 1 w 17146"/>
                      <a:gd name="connsiteY0" fmla="*/ 16097 h 32100"/>
                      <a:gd name="connsiteX1" fmla="*/ 16479 w 17146"/>
                      <a:gd name="connsiteY1" fmla="*/ 32099 h 32100"/>
                      <a:gd name="connsiteX2" fmla="*/ 17146 w 17146"/>
                      <a:gd name="connsiteY2" fmla="*/ 32004 h 32100"/>
                      <a:gd name="connsiteX3" fmla="*/ 12860 w 17146"/>
                      <a:gd name="connsiteY3" fmla="*/ 0 h 32100"/>
                      <a:gd name="connsiteX4" fmla="*/ 1 w 17146"/>
                      <a:gd name="connsiteY4" fmla="*/ 16097 h 32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46" h="32100">
                        <a:moveTo>
                          <a:pt x="1" y="16097"/>
                        </a:moveTo>
                        <a:cubicBezTo>
                          <a:pt x="97" y="25051"/>
                          <a:pt x="7526" y="32195"/>
                          <a:pt x="16479" y="32099"/>
                        </a:cubicBezTo>
                        <a:cubicBezTo>
                          <a:pt x="16670" y="32099"/>
                          <a:pt x="16860" y="32004"/>
                          <a:pt x="17146" y="32004"/>
                        </a:cubicBezTo>
                        <a:cubicBezTo>
                          <a:pt x="16955" y="21241"/>
                          <a:pt x="15432" y="10478"/>
                          <a:pt x="12860" y="0"/>
                        </a:cubicBezTo>
                        <a:cubicBezTo>
                          <a:pt x="5335" y="1619"/>
                          <a:pt x="-94" y="8191"/>
                          <a:pt x="1" y="160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36" name="Forme libre : forme 17635">
                    <a:extLst>
                      <a:ext uri="{FF2B5EF4-FFF2-40B4-BE49-F238E27FC236}">
                        <a16:creationId xmlns:a16="http://schemas.microsoft.com/office/drawing/2014/main" id="{2CCAEEDE-FC0B-4626-92EE-60D64F15604D}"/>
                      </a:ext>
                    </a:extLst>
                  </p:cNvPr>
                  <p:cNvSpPr/>
                  <p:nvPr/>
                </p:nvSpPr>
                <p:spPr>
                  <a:xfrm>
                    <a:off x="4642297" y="4118227"/>
                    <a:ext cx="16576" cy="16577"/>
                  </a:xfrm>
                  <a:custGeom>
                    <a:avLst/>
                    <a:gdLst>
                      <a:gd name="connsiteX0" fmla="*/ 2 w 16576"/>
                      <a:gd name="connsiteY0" fmla="*/ 8384 h 16577"/>
                      <a:gd name="connsiteX1" fmla="*/ 8384 w 16576"/>
                      <a:gd name="connsiteY1" fmla="*/ 16575 h 16577"/>
                      <a:gd name="connsiteX2" fmla="*/ 16575 w 16576"/>
                      <a:gd name="connsiteY2" fmla="*/ 8193 h 16577"/>
                      <a:gd name="connsiteX3" fmla="*/ 8193 w 16576"/>
                      <a:gd name="connsiteY3" fmla="*/ 2 h 16577"/>
                      <a:gd name="connsiteX4" fmla="*/ 2 w 16576"/>
                      <a:gd name="connsiteY4" fmla="*/ 8384 h 16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6" h="16577">
                        <a:moveTo>
                          <a:pt x="2" y="8384"/>
                        </a:moveTo>
                        <a:cubicBezTo>
                          <a:pt x="97" y="12956"/>
                          <a:pt x="3811" y="16671"/>
                          <a:pt x="8384" y="16575"/>
                        </a:cubicBezTo>
                        <a:cubicBezTo>
                          <a:pt x="12956" y="16480"/>
                          <a:pt x="16671" y="12766"/>
                          <a:pt x="16575" y="8193"/>
                        </a:cubicBezTo>
                        <a:cubicBezTo>
                          <a:pt x="16480" y="3621"/>
                          <a:pt x="12765" y="-93"/>
                          <a:pt x="8193" y="2"/>
                        </a:cubicBezTo>
                        <a:cubicBezTo>
                          <a:pt x="3621" y="2"/>
                          <a:pt x="-94" y="3812"/>
                          <a:pt x="2" y="83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37" name="Forme libre : forme 17636">
                    <a:extLst>
                      <a:ext uri="{FF2B5EF4-FFF2-40B4-BE49-F238E27FC236}">
                        <a16:creationId xmlns:a16="http://schemas.microsoft.com/office/drawing/2014/main" id="{F9F27DCD-5D9E-41C3-BA16-7B37E0CC6CD2}"/>
                      </a:ext>
                    </a:extLst>
                  </p:cNvPr>
                  <p:cNvSpPr/>
                  <p:nvPr/>
                </p:nvSpPr>
                <p:spPr>
                  <a:xfrm>
                    <a:off x="4234343" y="4172140"/>
                    <a:ext cx="8191" cy="4857"/>
                  </a:xfrm>
                  <a:custGeom>
                    <a:avLst/>
                    <a:gdLst>
                      <a:gd name="connsiteX0" fmla="*/ 8191 w 8191"/>
                      <a:gd name="connsiteY0" fmla="*/ 0 h 4857"/>
                      <a:gd name="connsiteX1" fmla="*/ 0 w 8191"/>
                      <a:gd name="connsiteY1" fmla="*/ 4858 h 4857"/>
                      <a:gd name="connsiteX2" fmla="*/ 8191 w 8191"/>
                      <a:gd name="connsiteY2" fmla="*/ 0 h 4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191" h="4857">
                        <a:moveTo>
                          <a:pt x="8191" y="0"/>
                        </a:moveTo>
                        <a:cubicBezTo>
                          <a:pt x="5429" y="1619"/>
                          <a:pt x="2762" y="3238"/>
                          <a:pt x="0" y="4858"/>
                        </a:cubicBezTo>
                        <a:cubicBezTo>
                          <a:pt x="3238" y="4096"/>
                          <a:pt x="6096" y="2381"/>
                          <a:pt x="819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38" name="Forme libre : forme 17637">
                    <a:extLst>
                      <a:ext uri="{FF2B5EF4-FFF2-40B4-BE49-F238E27FC236}">
                        <a16:creationId xmlns:a16="http://schemas.microsoft.com/office/drawing/2014/main" id="{B71598F0-3555-41A8-B0AB-285E925F21E2}"/>
                      </a:ext>
                    </a:extLst>
                  </p:cNvPr>
                  <p:cNvSpPr/>
                  <p:nvPr/>
                </p:nvSpPr>
                <p:spPr>
                  <a:xfrm>
                    <a:off x="4224627" y="4145088"/>
                    <a:ext cx="22101" cy="32385"/>
                  </a:xfrm>
                  <a:custGeom>
                    <a:avLst/>
                    <a:gdLst>
                      <a:gd name="connsiteX0" fmla="*/ 5715 w 22101"/>
                      <a:gd name="connsiteY0" fmla="*/ 1 h 32385"/>
                      <a:gd name="connsiteX1" fmla="*/ 0 w 22101"/>
                      <a:gd name="connsiteY1" fmla="*/ 1144 h 32385"/>
                      <a:gd name="connsiteX2" fmla="*/ 2476 w 22101"/>
                      <a:gd name="connsiteY2" fmla="*/ 32005 h 32385"/>
                      <a:gd name="connsiteX3" fmla="*/ 6096 w 22101"/>
                      <a:gd name="connsiteY3" fmla="*/ 32386 h 32385"/>
                      <a:gd name="connsiteX4" fmla="*/ 9715 w 22101"/>
                      <a:gd name="connsiteY4" fmla="*/ 31910 h 32385"/>
                      <a:gd name="connsiteX5" fmla="*/ 17907 w 22101"/>
                      <a:gd name="connsiteY5" fmla="*/ 27052 h 32385"/>
                      <a:gd name="connsiteX6" fmla="*/ 22098 w 22101"/>
                      <a:gd name="connsiteY6" fmla="*/ 16003 h 32385"/>
                      <a:gd name="connsiteX7" fmla="*/ 5715 w 22101"/>
                      <a:gd name="connsiteY7" fmla="*/ 1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2101" h="32385">
                        <a:moveTo>
                          <a:pt x="5715" y="1"/>
                        </a:moveTo>
                        <a:cubicBezTo>
                          <a:pt x="3715" y="1"/>
                          <a:pt x="1810" y="477"/>
                          <a:pt x="0" y="1144"/>
                        </a:cubicBezTo>
                        <a:cubicBezTo>
                          <a:pt x="4572" y="10478"/>
                          <a:pt x="4572" y="21623"/>
                          <a:pt x="2476" y="32005"/>
                        </a:cubicBezTo>
                        <a:cubicBezTo>
                          <a:pt x="3619" y="32291"/>
                          <a:pt x="4858" y="32386"/>
                          <a:pt x="6096" y="32386"/>
                        </a:cubicBezTo>
                        <a:cubicBezTo>
                          <a:pt x="7334" y="32386"/>
                          <a:pt x="8572" y="32195"/>
                          <a:pt x="9715" y="31910"/>
                        </a:cubicBezTo>
                        <a:cubicBezTo>
                          <a:pt x="12478" y="30290"/>
                          <a:pt x="15145" y="28671"/>
                          <a:pt x="17907" y="27052"/>
                        </a:cubicBezTo>
                        <a:cubicBezTo>
                          <a:pt x="20574" y="24099"/>
                          <a:pt x="22193" y="20289"/>
                          <a:pt x="22098" y="16003"/>
                        </a:cubicBezTo>
                        <a:cubicBezTo>
                          <a:pt x="22098" y="7050"/>
                          <a:pt x="14668" y="-94"/>
                          <a:pt x="571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39" name="Forme libre : forme 17638">
                    <a:extLst>
                      <a:ext uri="{FF2B5EF4-FFF2-40B4-BE49-F238E27FC236}">
                        <a16:creationId xmlns:a16="http://schemas.microsoft.com/office/drawing/2014/main" id="{602A2856-794C-45E1-97D5-0C673BF4001A}"/>
                      </a:ext>
                    </a:extLst>
                  </p:cNvPr>
                  <p:cNvSpPr/>
                  <p:nvPr/>
                </p:nvSpPr>
                <p:spPr>
                  <a:xfrm>
                    <a:off x="4214338" y="4146232"/>
                    <a:ext cx="14115" cy="30861"/>
                  </a:xfrm>
                  <a:custGeom>
                    <a:avLst/>
                    <a:gdLst>
                      <a:gd name="connsiteX0" fmla="*/ 10289 w 14115"/>
                      <a:gd name="connsiteY0" fmla="*/ 0 h 30861"/>
                      <a:gd name="connsiteX1" fmla="*/ 2 w 14115"/>
                      <a:gd name="connsiteY1" fmla="*/ 15240 h 30861"/>
                      <a:gd name="connsiteX2" fmla="*/ 12765 w 14115"/>
                      <a:gd name="connsiteY2" fmla="*/ 30861 h 30861"/>
                      <a:gd name="connsiteX3" fmla="*/ 10289 w 14115"/>
                      <a:gd name="connsiteY3" fmla="*/ 0 h 30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15" h="30861">
                        <a:moveTo>
                          <a:pt x="10289" y="0"/>
                        </a:moveTo>
                        <a:cubicBezTo>
                          <a:pt x="4193" y="2381"/>
                          <a:pt x="-94" y="8382"/>
                          <a:pt x="2" y="15240"/>
                        </a:cubicBezTo>
                        <a:cubicBezTo>
                          <a:pt x="97" y="22955"/>
                          <a:pt x="5621" y="29337"/>
                          <a:pt x="12765" y="30861"/>
                        </a:cubicBezTo>
                        <a:cubicBezTo>
                          <a:pt x="14861" y="20479"/>
                          <a:pt x="14861" y="9335"/>
                          <a:pt x="102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40" name="Forme libre : forme 17639">
                    <a:extLst>
                      <a:ext uri="{FF2B5EF4-FFF2-40B4-BE49-F238E27FC236}">
                        <a16:creationId xmlns:a16="http://schemas.microsoft.com/office/drawing/2014/main" id="{9319A851-8D0E-43A7-86A6-82D32BB76922}"/>
                      </a:ext>
                    </a:extLst>
                  </p:cNvPr>
                  <p:cNvSpPr/>
                  <p:nvPr/>
                </p:nvSpPr>
                <p:spPr>
                  <a:xfrm>
                    <a:off x="4261487" y="4181758"/>
                    <a:ext cx="16576" cy="16576"/>
                  </a:xfrm>
                  <a:custGeom>
                    <a:avLst/>
                    <a:gdLst>
                      <a:gd name="connsiteX0" fmla="*/ 16575 w 16576"/>
                      <a:gd name="connsiteY0" fmla="*/ 8193 h 16576"/>
                      <a:gd name="connsiteX1" fmla="*/ 8193 w 16576"/>
                      <a:gd name="connsiteY1" fmla="*/ 2 h 16576"/>
                      <a:gd name="connsiteX2" fmla="*/ 2 w 16576"/>
                      <a:gd name="connsiteY2" fmla="*/ 8384 h 16576"/>
                      <a:gd name="connsiteX3" fmla="*/ 8384 w 16576"/>
                      <a:gd name="connsiteY3" fmla="*/ 16575 h 16576"/>
                      <a:gd name="connsiteX4" fmla="*/ 16575 w 16576"/>
                      <a:gd name="connsiteY4" fmla="*/ 8193 h 16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6" h="16576">
                        <a:moveTo>
                          <a:pt x="16575" y="8193"/>
                        </a:moveTo>
                        <a:cubicBezTo>
                          <a:pt x="16480" y="3621"/>
                          <a:pt x="12765" y="-94"/>
                          <a:pt x="8193" y="2"/>
                        </a:cubicBezTo>
                        <a:cubicBezTo>
                          <a:pt x="3621" y="97"/>
                          <a:pt x="-94" y="3812"/>
                          <a:pt x="2" y="8384"/>
                        </a:cubicBezTo>
                        <a:cubicBezTo>
                          <a:pt x="97" y="12956"/>
                          <a:pt x="3812" y="16671"/>
                          <a:pt x="8384" y="16575"/>
                        </a:cubicBezTo>
                        <a:cubicBezTo>
                          <a:pt x="12956" y="16480"/>
                          <a:pt x="16671" y="12861"/>
                          <a:pt x="16575" y="8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41" name="Forme libre : forme 17640">
                    <a:extLst>
                      <a:ext uri="{FF2B5EF4-FFF2-40B4-BE49-F238E27FC236}">
                        <a16:creationId xmlns:a16="http://schemas.microsoft.com/office/drawing/2014/main" id="{281DB80A-91E6-4743-AC84-CBAA27A36BE7}"/>
                      </a:ext>
                    </a:extLst>
                  </p:cNvPr>
                  <p:cNvSpPr/>
                  <p:nvPr/>
                </p:nvSpPr>
                <p:spPr>
                  <a:xfrm>
                    <a:off x="4345690" y="4295584"/>
                    <a:ext cx="31814" cy="29528"/>
                  </a:xfrm>
                  <a:custGeom>
                    <a:avLst/>
                    <a:gdLst>
                      <a:gd name="connsiteX0" fmla="*/ 10954 w 31814"/>
                      <a:gd name="connsiteY0" fmla="*/ 10858 h 29528"/>
                      <a:gd name="connsiteX1" fmla="*/ 0 w 31814"/>
                      <a:gd name="connsiteY1" fmla="*/ 17431 h 29528"/>
                      <a:gd name="connsiteX2" fmla="*/ 15812 w 31814"/>
                      <a:gd name="connsiteY2" fmla="*/ 29527 h 29528"/>
                      <a:gd name="connsiteX3" fmla="*/ 31813 w 31814"/>
                      <a:gd name="connsiteY3" fmla="*/ 13049 h 29528"/>
                      <a:gd name="connsiteX4" fmla="*/ 24860 w 31814"/>
                      <a:gd name="connsiteY4" fmla="*/ 0 h 29528"/>
                      <a:gd name="connsiteX5" fmla="*/ 10954 w 31814"/>
                      <a:gd name="connsiteY5" fmla="*/ 10858 h 29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814" h="29528">
                        <a:moveTo>
                          <a:pt x="10954" y="10858"/>
                        </a:moveTo>
                        <a:cubicBezTo>
                          <a:pt x="7334" y="13049"/>
                          <a:pt x="3620" y="15240"/>
                          <a:pt x="0" y="17431"/>
                        </a:cubicBezTo>
                        <a:cubicBezTo>
                          <a:pt x="1905" y="24479"/>
                          <a:pt x="8287" y="29623"/>
                          <a:pt x="15812" y="29527"/>
                        </a:cubicBezTo>
                        <a:cubicBezTo>
                          <a:pt x="24765" y="29432"/>
                          <a:pt x="31909" y="22003"/>
                          <a:pt x="31813" y="13049"/>
                        </a:cubicBezTo>
                        <a:cubicBezTo>
                          <a:pt x="31718" y="7620"/>
                          <a:pt x="28956" y="2857"/>
                          <a:pt x="24860" y="0"/>
                        </a:cubicBezTo>
                        <a:cubicBezTo>
                          <a:pt x="21241" y="4572"/>
                          <a:pt x="15812" y="8001"/>
                          <a:pt x="10954" y="108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42" name="Forme libre : forme 17641">
                    <a:extLst>
                      <a:ext uri="{FF2B5EF4-FFF2-40B4-BE49-F238E27FC236}">
                        <a16:creationId xmlns:a16="http://schemas.microsoft.com/office/drawing/2014/main" id="{D8D8FEC5-2528-4CA5-B2FE-5C3FE383565F}"/>
                      </a:ext>
                    </a:extLst>
                  </p:cNvPr>
                  <p:cNvSpPr/>
                  <p:nvPr/>
                </p:nvSpPr>
                <p:spPr>
                  <a:xfrm>
                    <a:off x="4345117" y="4292536"/>
                    <a:ext cx="25432" cy="20478"/>
                  </a:xfrm>
                  <a:custGeom>
                    <a:avLst/>
                    <a:gdLst>
                      <a:gd name="connsiteX0" fmla="*/ 1 w 25432"/>
                      <a:gd name="connsiteY0" fmla="*/ 16573 h 20478"/>
                      <a:gd name="connsiteX1" fmla="*/ 572 w 25432"/>
                      <a:gd name="connsiteY1" fmla="*/ 20479 h 20478"/>
                      <a:gd name="connsiteX2" fmla="*/ 11526 w 25432"/>
                      <a:gd name="connsiteY2" fmla="*/ 13906 h 20478"/>
                      <a:gd name="connsiteX3" fmla="*/ 25433 w 25432"/>
                      <a:gd name="connsiteY3" fmla="*/ 2953 h 20478"/>
                      <a:gd name="connsiteX4" fmla="*/ 16003 w 25432"/>
                      <a:gd name="connsiteY4" fmla="*/ 0 h 20478"/>
                      <a:gd name="connsiteX5" fmla="*/ 1 w 25432"/>
                      <a:gd name="connsiteY5" fmla="*/ 16573 h 20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432" h="20478">
                        <a:moveTo>
                          <a:pt x="1" y="16573"/>
                        </a:moveTo>
                        <a:cubicBezTo>
                          <a:pt x="1" y="17907"/>
                          <a:pt x="287" y="19240"/>
                          <a:pt x="572" y="20479"/>
                        </a:cubicBezTo>
                        <a:cubicBezTo>
                          <a:pt x="4192" y="18288"/>
                          <a:pt x="7907" y="16097"/>
                          <a:pt x="11526" y="13906"/>
                        </a:cubicBezTo>
                        <a:cubicBezTo>
                          <a:pt x="16289" y="11049"/>
                          <a:pt x="21813" y="7620"/>
                          <a:pt x="25433" y="2953"/>
                        </a:cubicBezTo>
                        <a:cubicBezTo>
                          <a:pt x="22766" y="1048"/>
                          <a:pt x="19527" y="0"/>
                          <a:pt x="16003" y="0"/>
                        </a:cubicBezTo>
                        <a:cubicBezTo>
                          <a:pt x="7049" y="190"/>
                          <a:pt x="-94" y="7525"/>
                          <a:pt x="1" y="165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43" name="Forme libre : forme 17642">
                    <a:extLst>
                      <a:ext uri="{FF2B5EF4-FFF2-40B4-BE49-F238E27FC236}">
                        <a16:creationId xmlns:a16="http://schemas.microsoft.com/office/drawing/2014/main" id="{96573B7D-F85D-4D03-B4E5-76F504F358A9}"/>
                      </a:ext>
                    </a:extLst>
                  </p:cNvPr>
                  <p:cNvSpPr/>
                  <p:nvPr/>
                </p:nvSpPr>
                <p:spPr>
                  <a:xfrm>
                    <a:off x="4401411" y="4337113"/>
                    <a:ext cx="7431" cy="8572"/>
                  </a:xfrm>
                  <a:custGeom>
                    <a:avLst/>
                    <a:gdLst>
                      <a:gd name="connsiteX0" fmla="*/ 7429 w 7431"/>
                      <a:gd name="connsiteY0" fmla="*/ 381 h 8572"/>
                      <a:gd name="connsiteX1" fmla="*/ 7334 w 7431"/>
                      <a:gd name="connsiteY1" fmla="*/ 0 h 8572"/>
                      <a:gd name="connsiteX2" fmla="*/ 0 w 7431"/>
                      <a:gd name="connsiteY2" fmla="*/ 8572 h 8572"/>
                      <a:gd name="connsiteX3" fmla="*/ 7429 w 7431"/>
                      <a:gd name="connsiteY3" fmla="*/ 381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431" h="8572">
                        <a:moveTo>
                          <a:pt x="7429" y="381"/>
                        </a:moveTo>
                        <a:cubicBezTo>
                          <a:pt x="7429" y="286"/>
                          <a:pt x="7334" y="190"/>
                          <a:pt x="7334" y="0"/>
                        </a:cubicBezTo>
                        <a:cubicBezTo>
                          <a:pt x="4858" y="2858"/>
                          <a:pt x="2381" y="5715"/>
                          <a:pt x="0" y="8572"/>
                        </a:cubicBezTo>
                        <a:cubicBezTo>
                          <a:pt x="4191" y="8192"/>
                          <a:pt x="7525" y="4763"/>
                          <a:pt x="7429" y="38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44" name="Forme libre : forme 17643">
                    <a:extLst>
                      <a:ext uri="{FF2B5EF4-FFF2-40B4-BE49-F238E27FC236}">
                        <a16:creationId xmlns:a16="http://schemas.microsoft.com/office/drawing/2014/main" id="{DC63FA54-2D19-40E4-8256-3EAB4BB4C58C}"/>
                      </a:ext>
                    </a:extLst>
                  </p:cNvPr>
                  <p:cNvSpPr/>
                  <p:nvPr/>
                </p:nvSpPr>
                <p:spPr>
                  <a:xfrm>
                    <a:off x="4392265" y="4329302"/>
                    <a:ext cx="16575" cy="16575"/>
                  </a:xfrm>
                  <a:custGeom>
                    <a:avLst/>
                    <a:gdLst>
                      <a:gd name="connsiteX0" fmla="*/ 8193 w 16575"/>
                      <a:gd name="connsiteY0" fmla="*/ 0 h 16575"/>
                      <a:gd name="connsiteX1" fmla="*/ 2 w 16575"/>
                      <a:gd name="connsiteY1" fmla="*/ 8382 h 16575"/>
                      <a:gd name="connsiteX2" fmla="*/ 8384 w 16575"/>
                      <a:gd name="connsiteY2" fmla="*/ 16574 h 16575"/>
                      <a:gd name="connsiteX3" fmla="*/ 9241 w 16575"/>
                      <a:gd name="connsiteY3" fmla="*/ 16383 h 16575"/>
                      <a:gd name="connsiteX4" fmla="*/ 16575 w 16575"/>
                      <a:gd name="connsiteY4" fmla="*/ 7811 h 16575"/>
                      <a:gd name="connsiteX5" fmla="*/ 8193 w 16575"/>
                      <a:gd name="connsiteY5" fmla="*/ 0 h 16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575" h="16575">
                        <a:moveTo>
                          <a:pt x="8193" y="0"/>
                        </a:moveTo>
                        <a:cubicBezTo>
                          <a:pt x="3621" y="95"/>
                          <a:pt x="-93" y="3810"/>
                          <a:pt x="2" y="8382"/>
                        </a:cubicBezTo>
                        <a:cubicBezTo>
                          <a:pt x="97" y="12954"/>
                          <a:pt x="3812" y="16669"/>
                          <a:pt x="8384" y="16574"/>
                        </a:cubicBezTo>
                        <a:cubicBezTo>
                          <a:pt x="8670" y="16574"/>
                          <a:pt x="8955" y="16383"/>
                          <a:pt x="9241" y="16383"/>
                        </a:cubicBezTo>
                        <a:cubicBezTo>
                          <a:pt x="11622" y="13430"/>
                          <a:pt x="14099" y="10668"/>
                          <a:pt x="16575" y="7811"/>
                        </a:cubicBezTo>
                        <a:cubicBezTo>
                          <a:pt x="16290" y="3429"/>
                          <a:pt x="12575" y="0"/>
                          <a:pt x="819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45" name="Forme libre : forme 17644">
                    <a:extLst>
                      <a:ext uri="{FF2B5EF4-FFF2-40B4-BE49-F238E27FC236}">
                        <a16:creationId xmlns:a16="http://schemas.microsoft.com/office/drawing/2014/main" id="{468DB8AE-AEE8-4C2B-80B0-A8B06218FB3C}"/>
                      </a:ext>
                    </a:extLst>
                  </p:cNvPr>
                  <p:cNvSpPr/>
                  <p:nvPr/>
                </p:nvSpPr>
                <p:spPr>
                  <a:xfrm>
                    <a:off x="4638107" y="4340447"/>
                    <a:ext cx="29337" cy="25434"/>
                  </a:xfrm>
                  <a:custGeom>
                    <a:avLst/>
                    <a:gdLst>
                      <a:gd name="connsiteX0" fmla="*/ 0 w 29337"/>
                      <a:gd name="connsiteY0" fmla="*/ 18669 h 25434"/>
                      <a:gd name="connsiteX1" fmla="*/ 13335 w 29337"/>
                      <a:gd name="connsiteY1" fmla="*/ 25432 h 25434"/>
                      <a:gd name="connsiteX2" fmla="*/ 29337 w 29337"/>
                      <a:gd name="connsiteY2" fmla="*/ 8954 h 25434"/>
                      <a:gd name="connsiteX3" fmla="*/ 26479 w 29337"/>
                      <a:gd name="connsiteY3" fmla="*/ 0 h 25434"/>
                      <a:gd name="connsiteX4" fmla="*/ 4667 w 29337"/>
                      <a:gd name="connsiteY4" fmla="*/ 12954 h 25434"/>
                      <a:gd name="connsiteX5" fmla="*/ 0 w 29337"/>
                      <a:gd name="connsiteY5" fmla="*/ 18669 h 2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337" h="25434">
                        <a:moveTo>
                          <a:pt x="0" y="18669"/>
                        </a:moveTo>
                        <a:cubicBezTo>
                          <a:pt x="2953" y="22860"/>
                          <a:pt x="7905" y="25527"/>
                          <a:pt x="13335" y="25432"/>
                        </a:cubicBezTo>
                        <a:cubicBezTo>
                          <a:pt x="22288" y="25337"/>
                          <a:pt x="29432" y="17907"/>
                          <a:pt x="29337" y="8954"/>
                        </a:cubicBezTo>
                        <a:cubicBezTo>
                          <a:pt x="29337" y="5620"/>
                          <a:pt x="28289" y="2572"/>
                          <a:pt x="26479" y="0"/>
                        </a:cubicBezTo>
                        <a:cubicBezTo>
                          <a:pt x="20669" y="5715"/>
                          <a:pt x="13145" y="9906"/>
                          <a:pt x="4667" y="12954"/>
                        </a:cubicBezTo>
                        <a:cubicBezTo>
                          <a:pt x="3238" y="14859"/>
                          <a:pt x="1524" y="16764"/>
                          <a:pt x="0" y="186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46" name="Forme libre : forme 17645">
                    <a:extLst>
                      <a:ext uri="{FF2B5EF4-FFF2-40B4-BE49-F238E27FC236}">
                        <a16:creationId xmlns:a16="http://schemas.microsoft.com/office/drawing/2014/main" id="{ECFF7A23-8A06-4649-AA3E-B303461DE5A4}"/>
                      </a:ext>
                    </a:extLst>
                  </p:cNvPr>
                  <p:cNvSpPr/>
                  <p:nvPr/>
                </p:nvSpPr>
                <p:spPr>
                  <a:xfrm>
                    <a:off x="4642870" y="4333396"/>
                    <a:ext cx="21812" cy="19909"/>
                  </a:xfrm>
                  <a:custGeom>
                    <a:avLst/>
                    <a:gdLst>
                      <a:gd name="connsiteX0" fmla="*/ 8191 w 21812"/>
                      <a:gd name="connsiteY0" fmla="*/ 2 h 19909"/>
                      <a:gd name="connsiteX1" fmla="*/ 3429 w 21812"/>
                      <a:gd name="connsiteY1" fmla="*/ 860 h 19909"/>
                      <a:gd name="connsiteX2" fmla="*/ 3715 w 21812"/>
                      <a:gd name="connsiteY2" fmla="*/ 13813 h 19909"/>
                      <a:gd name="connsiteX3" fmla="*/ 0 w 21812"/>
                      <a:gd name="connsiteY3" fmla="*/ 19910 h 19909"/>
                      <a:gd name="connsiteX4" fmla="*/ 21812 w 21812"/>
                      <a:gd name="connsiteY4" fmla="*/ 6955 h 19909"/>
                      <a:gd name="connsiteX5" fmla="*/ 8191 w 21812"/>
                      <a:gd name="connsiteY5" fmla="*/ 2 h 19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812" h="19909">
                        <a:moveTo>
                          <a:pt x="8191" y="2"/>
                        </a:moveTo>
                        <a:cubicBezTo>
                          <a:pt x="6572" y="2"/>
                          <a:pt x="4953" y="383"/>
                          <a:pt x="3429" y="860"/>
                        </a:cubicBezTo>
                        <a:cubicBezTo>
                          <a:pt x="5048" y="4955"/>
                          <a:pt x="5429" y="9337"/>
                          <a:pt x="3715" y="13813"/>
                        </a:cubicBezTo>
                        <a:cubicBezTo>
                          <a:pt x="2857" y="16100"/>
                          <a:pt x="1524" y="18004"/>
                          <a:pt x="0" y="19910"/>
                        </a:cubicBezTo>
                        <a:cubicBezTo>
                          <a:pt x="8382" y="16861"/>
                          <a:pt x="16002" y="12766"/>
                          <a:pt x="21812" y="6955"/>
                        </a:cubicBezTo>
                        <a:cubicBezTo>
                          <a:pt x="18764" y="2764"/>
                          <a:pt x="13811" y="-93"/>
                          <a:pt x="8191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47" name="Forme libre : forme 17646">
                    <a:extLst>
                      <a:ext uri="{FF2B5EF4-FFF2-40B4-BE49-F238E27FC236}">
                        <a16:creationId xmlns:a16="http://schemas.microsoft.com/office/drawing/2014/main" id="{2236962E-A939-41A0-8D37-8DC83174C6CC}"/>
                      </a:ext>
                    </a:extLst>
                  </p:cNvPr>
                  <p:cNvSpPr/>
                  <p:nvPr/>
                </p:nvSpPr>
                <p:spPr>
                  <a:xfrm>
                    <a:off x="4636202" y="4353401"/>
                    <a:ext cx="6667" cy="5715"/>
                  </a:xfrm>
                  <a:custGeom>
                    <a:avLst/>
                    <a:gdLst>
                      <a:gd name="connsiteX0" fmla="*/ 0 w 6667"/>
                      <a:gd name="connsiteY0" fmla="*/ 2096 h 5715"/>
                      <a:gd name="connsiteX1" fmla="*/ 1905 w 6667"/>
                      <a:gd name="connsiteY1" fmla="*/ 5715 h 5715"/>
                      <a:gd name="connsiteX2" fmla="*/ 6668 w 6667"/>
                      <a:gd name="connsiteY2" fmla="*/ 0 h 5715"/>
                      <a:gd name="connsiteX3" fmla="*/ 0 w 6667"/>
                      <a:gd name="connsiteY3" fmla="*/ 2096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67" h="5715">
                        <a:moveTo>
                          <a:pt x="0" y="2096"/>
                        </a:moveTo>
                        <a:cubicBezTo>
                          <a:pt x="476" y="3334"/>
                          <a:pt x="1143" y="4572"/>
                          <a:pt x="1905" y="5715"/>
                        </a:cubicBezTo>
                        <a:cubicBezTo>
                          <a:pt x="3429" y="3810"/>
                          <a:pt x="5143" y="1905"/>
                          <a:pt x="6668" y="0"/>
                        </a:cubicBezTo>
                        <a:cubicBezTo>
                          <a:pt x="4476" y="762"/>
                          <a:pt x="2286" y="1524"/>
                          <a:pt x="0" y="209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48" name="Forme libre : forme 17647">
                    <a:extLst>
                      <a:ext uri="{FF2B5EF4-FFF2-40B4-BE49-F238E27FC236}">
                        <a16:creationId xmlns:a16="http://schemas.microsoft.com/office/drawing/2014/main" id="{03288F1F-F7A7-4C5C-91F5-3B7F69553B7B}"/>
                      </a:ext>
                    </a:extLst>
                  </p:cNvPr>
                  <p:cNvSpPr/>
                  <p:nvPr/>
                </p:nvSpPr>
                <p:spPr>
                  <a:xfrm>
                    <a:off x="4635058" y="4334446"/>
                    <a:ext cx="12646" cy="21145"/>
                  </a:xfrm>
                  <a:custGeom>
                    <a:avLst/>
                    <a:gdLst>
                      <a:gd name="connsiteX0" fmla="*/ 1 w 12646"/>
                      <a:gd name="connsiteY0" fmla="*/ 15430 h 21145"/>
                      <a:gd name="connsiteX1" fmla="*/ 1144 w 12646"/>
                      <a:gd name="connsiteY1" fmla="*/ 21146 h 21145"/>
                      <a:gd name="connsiteX2" fmla="*/ 7812 w 12646"/>
                      <a:gd name="connsiteY2" fmla="*/ 19050 h 21145"/>
                      <a:gd name="connsiteX3" fmla="*/ 11527 w 12646"/>
                      <a:gd name="connsiteY3" fmla="*/ 12954 h 21145"/>
                      <a:gd name="connsiteX4" fmla="*/ 11241 w 12646"/>
                      <a:gd name="connsiteY4" fmla="*/ 0 h 21145"/>
                      <a:gd name="connsiteX5" fmla="*/ 1 w 12646"/>
                      <a:gd name="connsiteY5" fmla="*/ 15430 h 21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646" h="21145">
                        <a:moveTo>
                          <a:pt x="1" y="15430"/>
                        </a:moveTo>
                        <a:cubicBezTo>
                          <a:pt x="1" y="17431"/>
                          <a:pt x="478" y="19336"/>
                          <a:pt x="1144" y="21146"/>
                        </a:cubicBezTo>
                        <a:cubicBezTo>
                          <a:pt x="3430" y="20479"/>
                          <a:pt x="5621" y="19812"/>
                          <a:pt x="7812" y="19050"/>
                        </a:cubicBezTo>
                        <a:cubicBezTo>
                          <a:pt x="9336" y="17145"/>
                          <a:pt x="10669" y="15145"/>
                          <a:pt x="11527" y="12954"/>
                        </a:cubicBezTo>
                        <a:cubicBezTo>
                          <a:pt x="13241" y="8382"/>
                          <a:pt x="12860" y="4001"/>
                          <a:pt x="11241" y="0"/>
                        </a:cubicBezTo>
                        <a:cubicBezTo>
                          <a:pt x="4669" y="1905"/>
                          <a:pt x="-94" y="8096"/>
                          <a:pt x="1" y="15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49" name="Forme libre : forme 17648">
                    <a:extLst>
                      <a:ext uri="{FF2B5EF4-FFF2-40B4-BE49-F238E27FC236}">
                        <a16:creationId xmlns:a16="http://schemas.microsoft.com/office/drawing/2014/main" id="{36C87F26-DF81-4444-8B3A-09A25055BDE4}"/>
                      </a:ext>
                    </a:extLst>
                  </p:cNvPr>
                  <p:cNvSpPr/>
                  <p:nvPr/>
                </p:nvSpPr>
                <p:spPr>
                  <a:xfrm>
                    <a:off x="4682113" y="437016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50" name="Forme libre : forme 17649">
                    <a:extLst>
                      <a:ext uri="{FF2B5EF4-FFF2-40B4-BE49-F238E27FC236}">
                        <a16:creationId xmlns:a16="http://schemas.microsoft.com/office/drawing/2014/main" id="{04B79D05-4124-46D3-BDF6-EB749FD8EA6A}"/>
                      </a:ext>
                    </a:extLst>
                  </p:cNvPr>
                  <p:cNvSpPr/>
                  <p:nvPr/>
                </p:nvSpPr>
                <p:spPr>
                  <a:xfrm>
                    <a:off x="5120739" y="3982688"/>
                    <a:ext cx="10477" cy="6286"/>
                  </a:xfrm>
                  <a:custGeom>
                    <a:avLst/>
                    <a:gdLst>
                      <a:gd name="connsiteX0" fmla="*/ 10477 w 10477"/>
                      <a:gd name="connsiteY0" fmla="*/ 0 h 6286"/>
                      <a:gd name="connsiteX1" fmla="*/ 0 w 10477"/>
                      <a:gd name="connsiteY1" fmla="*/ 6287 h 6286"/>
                      <a:gd name="connsiteX2" fmla="*/ 10477 w 10477"/>
                      <a:gd name="connsiteY2" fmla="*/ 0 h 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477" h="6286">
                        <a:moveTo>
                          <a:pt x="10477" y="0"/>
                        </a:moveTo>
                        <a:cubicBezTo>
                          <a:pt x="6953" y="2096"/>
                          <a:pt x="3524" y="4191"/>
                          <a:pt x="0" y="6287"/>
                        </a:cubicBezTo>
                        <a:cubicBezTo>
                          <a:pt x="4286" y="5524"/>
                          <a:pt x="8001" y="3238"/>
                          <a:pt x="1047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51" name="Forme libre : forme 17650">
                    <a:extLst>
                      <a:ext uri="{FF2B5EF4-FFF2-40B4-BE49-F238E27FC236}">
                        <a16:creationId xmlns:a16="http://schemas.microsoft.com/office/drawing/2014/main" id="{D557E751-9D09-4B2C-AE9F-9A3D464FD27D}"/>
                      </a:ext>
                    </a:extLst>
                  </p:cNvPr>
                  <p:cNvSpPr/>
                  <p:nvPr/>
                </p:nvSpPr>
                <p:spPr>
                  <a:xfrm>
                    <a:off x="5120263" y="3957732"/>
                    <a:ext cx="14382" cy="31146"/>
                  </a:xfrm>
                  <a:custGeom>
                    <a:avLst/>
                    <a:gdLst>
                      <a:gd name="connsiteX0" fmla="*/ 3905 w 14382"/>
                      <a:gd name="connsiteY0" fmla="*/ 0 h 31146"/>
                      <a:gd name="connsiteX1" fmla="*/ 0 w 14382"/>
                      <a:gd name="connsiteY1" fmla="*/ 31147 h 31146"/>
                      <a:gd name="connsiteX2" fmla="*/ 571 w 14382"/>
                      <a:gd name="connsiteY2" fmla="*/ 31051 h 31146"/>
                      <a:gd name="connsiteX3" fmla="*/ 11049 w 14382"/>
                      <a:gd name="connsiteY3" fmla="*/ 24765 h 31146"/>
                      <a:gd name="connsiteX4" fmla="*/ 14383 w 14382"/>
                      <a:gd name="connsiteY4" fmla="*/ 14859 h 31146"/>
                      <a:gd name="connsiteX5" fmla="*/ 3905 w 14382"/>
                      <a:gd name="connsiteY5" fmla="*/ 0 h 31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82" h="31146">
                        <a:moveTo>
                          <a:pt x="3905" y="0"/>
                        </a:moveTo>
                        <a:cubicBezTo>
                          <a:pt x="4096" y="10287"/>
                          <a:pt x="2381" y="20955"/>
                          <a:pt x="0" y="31147"/>
                        </a:cubicBezTo>
                        <a:cubicBezTo>
                          <a:pt x="191" y="31147"/>
                          <a:pt x="381" y="31147"/>
                          <a:pt x="571" y="31051"/>
                        </a:cubicBezTo>
                        <a:cubicBezTo>
                          <a:pt x="4096" y="28956"/>
                          <a:pt x="7525" y="26860"/>
                          <a:pt x="11049" y="24765"/>
                        </a:cubicBezTo>
                        <a:cubicBezTo>
                          <a:pt x="13145" y="22003"/>
                          <a:pt x="14383" y="18574"/>
                          <a:pt x="14383" y="14859"/>
                        </a:cubicBezTo>
                        <a:cubicBezTo>
                          <a:pt x="14192" y="8096"/>
                          <a:pt x="9906" y="2381"/>
                          <a:pt x="390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52" name="Forme libre : forme 17651">
                    <a:extLst>
                      <a:ext uri="{FF2B5EF4-FFF2-40B4-BE49-F238E27FC236}">
                        <a16:creationId xmlns:a16="http://schemas.microsoft.com/office/drawing/2014/main" id="{0B5F27BC-5C21-47C9-BADE-6D6D1A56AAD1}"/>
                      </a:ext>
                    </a:extLst>
                  </p:cNvPr>
                  <p:cNvSpPr/>
                  <p:nvPr/>
                </p:nvSpPr>
                <p:spPr>
                  <a:xfrm>
                    <a:off x="5102164" y="3956589"/>
                    <a:ext cx="22007" cy="32480"/>
                  </a:xfrm>
                  <a:custGeom>
                    <a:avLst/>
                    <a:gdLst>
                      <a:gd name="connsiteX0" fmla="*/ 22004 w 22007"/>
                      <a:gd name="connsiteY0" fmla="*/ 1143 h 32480"/>
                      <a:gd name="connsiteX1" fmla="*/ 16003 w 22007"/>
                      <a:gd name="connsiteY1" fmla="*/ 0 h 32480"/>
                      <a:gd name="connsiteX2" fmla="*/ 1 w 22007"/>
                      <a:gd name="connsiteY2" fmla="*/ 16478 h 32480"/>
                      <a:gd name="connsiteX3" fmla="*/ 16480 w 22007"/>
                      <a:gd name="connsiteY3" fmla="*/ 32480 h 32480"/>
                      <a:gd name="connsiteX4" fmla="*/ 18194 w 22007"/>
                      <a:gd name="connsiteY4" fmla="*/ 32290 h 32480"/>
                      <a:gd name="connsiteX5" fmla="*/ 22004 w 22007"/>
                      <a:gd name="connsiteY5" fmla="*/ 1143 h 32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007" h="32480">
                        <a:moveTo>
                          <a:pt x="22004" y="1143"/>
                        </a:moveTo>
                        <a:cubicBezTo>
                          <a:pt x="20099" y="381"/>
                          <a:pt x="18099" y="0"/>
                          <a:pt x="16003" y="0"/>
                        </a:cubicBezTo>
                        <a:cubicBezTo>
                          <a:pt x="7049" y="95"/>
                          <a:pt x="-94" y="7525"/>
                          <a:pt x="1" y="16478"/>
                        </a:cubicBezTo>
                        <a:cubicBezTo>
                          <a:pt x="96" y="25432"/>
                          <a:pt x="7526" y="32575"/>
                          <a:pt x="16480" y="32480"/>
                        </a:cubicBezTo>
                        <a:cubicBezTo>
                          <a:pt x="17051" y="32480"/>
                          <a:pt x="17623" y="32385"/>
                          <a:pt x="18194" y="32290"/>
                        </a:cubicBezTo>
                        <a:cubicBezTo>
                          <a:pt x="20480" y="22193"/>
                          <a:pt x="22099" y="11525"/>
                          <a:pt x="22004" y="114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53" name="Forme libre : forme 17652">
                    <a:extLst>
                      <a:ext uri="{FF2B5EF4-FFF2-40B4-BE49-F238E27FC236}">
                        <a16:creationId xmlns:a16="http://schemas.microsoft.com/office/drawing/2014/main" id="{6C918213-BEE5-4BFD-BCC4-4F1693487AE0}"/>
                      </a:ext>
                    </a:extLst>
                  </p:cNvPr>
                  <p:cNvSpPr/>
                  <p:nvPr/>
                </p:nvSpPr>
                <p:spPr>
                  <a:xfrm>
                    <a:off x="5149217" y="3993449"/>
                    <a:ext cx="16576" cy="16576"/>
                  </a:xfrm>
                  <a:custGeom>
                    <a:avLst/>
                    <a:gdLst>
                      <a:gd name="connsiteX0" fmla="*/ 2 w 16576"/>
                      <a:gd name="connsiteY0" fmla="*/ 8384 h 16576"/>
                      <a:gd name="connsiteX1" fmla="*/ 8384 w 16576"/>
                      <a:gd name="connsiteY1" fmla="*/ 16575 h 16576"/>
                      <a:gd name="connsiteX2" fmla="*/ 16575 w 16576"/>
                      <a:gd name="connsiteY2" fmla="*/ 8193 h 16576"/>
                      <a:gd name="connsiteX3" fmla="*/ 8193 w 16576"/>
                      <a:gd name="connsiteY3" fmla="*/ 2 h 16576"/>
                      <a:gd name="connsiteX4" fmla="*/ 2 w 16576"/>
                      <a:gd name="connsiteY4" fmla="*/ 8384 h 16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6" h="16576">
                        <a:moveTo>
                          <a:pt x="2" y="8384"/>
                        </a:moveTo>
                        <a:cubicBezTo>
                          <a:pt x="97" y="12956"/>
                          <a:pt x="3812" y="16671"/>
                          <a:pt x="8384" y="16575"/>
                        </a:cubicBezTo>
                        <a:cubicBezTo>
                          <a:pt x="12956" y="16480"/>
                          <a:pt x="16671" y="12765"/>
                          <a:pt x="16575" y="8193"/>
                        </a:cubicBezTo>
                        <a:cubicBezTo>
                          <a:pt x="16480" y="3621"/>
                          <a:pt x="12766" y="-94"/>
                          <a:pt x="8193" y="2"/>
                        </a:cubicBezTo>
                        <a:cubicBezTo>
                          <a:pt x="3621" y="2"/>
                          <a:pt x="-94" y="3812"/>
                          <a:pt x="2" y="83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54" name="Forme libre : forme 17653">
                    <a:extLst>
                      <a:ext uri="{FF2B5EF4-FFF2-40B4-BE49-F238E27FC236}">
                        <a16:creationId xmlns:a16="http://schemas.microsoft.com/office/drawing/2014/main" id="{37E587D4-E528-4C53-8EE7-C26A496D8BBA}"/>
                      </a:ext>
                    </a:extLst>
                  </p:cNvPr>
                  <p:cNvSpPr/>
                  <p:nvPr/>
                </p:nvSpPr>
                <p:spPr>
                  <a:xfrm>
                    <a:off x="5074257" y="4278724"/>
                    <a:ext cx="18482" cy="32290"/>
                  </a:xfrm>
                  <a:custGeom>
                    <a:avLst/>
                    <a:gdLst>
                      <a:gd name="connsiteX0" fmla="*/ 2096 w 18482"/>
                      <a:gd name="connsiteY0" fmla="*/ 1 h 32290"/>
                      <a:gd name="connsiteX1" fmla="*/ 0 w 18482"/>
                      <a:gd name="connsiteY1" fmla="*/ 287 h 32290"/>
                      <a:gd name="connsiteX2" fmla="*/ 1714 w 18482"/>
                      <a:gd name="connsiteY2" fmla="*/ 1144 h 32290"/>
                      <a:gd name="connsiteX3" fmla="*/ 9811 w 18482"/>
                      <a:gd name="connsiteY3" fmla="*/ 23718 h 32290"/>
                      <a:gd name="connsiteX4" fmla="*/ 4858 w 18482"/>
                      <a:gd name="connsiteY4" fmla="*/ 32291 h 32290"/>
                      <a:gd name="connsiteX5" fmla="*/ 18479 w 18482"/>
                      <a:gd name="connsiteY5" fmla="*/ 16098 h 32290"/>
                      <a:gd name="connsiteX6" fmla="*/ 2096 w 18482"/>
                      <a:gd name="connsiteY6" fmla="*/ 1 h 32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482" h="32290">
                        <a:moveTo>
                          <a:pt x="2096" y="1"/>
                        </a:moveTo>
                        <a:cubicBezTo>
                          <a:pt x="1334" y="1"/>
                          <a:pt x="667" y="96"/>
                          <a:pt x="0" y="287"/>
                        </a:cubicBezTo>
                        <a:cubicBezTo>
                          <a:pt x="571" y="572"/>
                          <a:pt x="1238" y="763"/>
                          <a:pt x="1714" y="1144"/>
                        </a:cubicBezTo>
                        <a:cubicBezTo>
                          <a:pt x="7811" y="5716"/>
                          <a:pt x="11716" y="16384"/>
                          <a:pt x="9811" y="23718"/>
                        </a:cubicBezTo>
                        <a:cubicBezTo>
                          <a:pt x="8954" y="26957"/>
                          <a:pt x="7144" y="29814"/>
                          <a:pt x="4858" y="32291"/>
                        </a:cubicBezTo>
                        <a:cubicBezTo>
                          <a:pt x="12668" y="31053"/>
                          <a:pt x="18669" y="24290"/>
                          <a:pt x="18479" y="16098"/>
                        </a:cubicBezTo>
                        <a:cubicBezTo>
                          <a:pt x="18479" y="7050"/>
                          <a:pt x="11049" y="-94"/>
                          <a:pt x="209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55" name="Forme libre : forme 17654">
                    <a:extLst>
                      <a:ext uri="{FF2B5EF4-FFF2-40B4-BE49-F238E27FC236}">
                        <a16:creationId xmlns:a16="http://schemas.microsoft.com/office/drawing/2014/main" id="{6576D7EE-A970-449B-AA57-2CB3A19B65B3}"/>
                      </a:ext>
                    </a:extLst>
                  </p:cNvPr>
                  <p:cNvSpPr/>
                  <p:nvPr/>
                </p:nvSpPr>
                <p:spPr>
                  <a:xfrm>
                    <a:off x="5066828" y="4279010"/>
                    <a:ext cx="17725" cy="32200"/>
                  </a:xfrm>
                  <a:custGeom>
                    <a:avLst/>
                    <a:gdLst>
                      <a:gd name="connsiteX0" fmla="*/ 17240 w 17725"/>
                      <a:gd name="connsiteY0" fmla="*/ 23432 h 32200"/>
                      <a:gd name="connsiteX1" fmla="*/ 9144 w 17725"/>
                      <a:gd name="connsiteY1" fmla="*/ 857 h 32200"/>
                      <a:gd name="connsiteX2" fmla="*/ 7429 w 17725"/>
                      <a:gd name="connsiteY2" fmla="*/ 0 h 32200"/>
                      <a:gd name="connsiteX3" fmla="*/ 0 w 17725"/>
                      <a:gd name="connsiteY3" fmla="*/ 3143 h 32200"/>
                      <a:gd name="connsiteX4" fmla="*/ 1143 w 17725"/>
                      <a:gd name="connsiteY4" fmla="*/ 27432 h 32200"/>
                      <a:gd name="connsiteX5" fmla="*/ 762 w 17725"/>
                      <a:gd name="connsiteY5" fmla="*/ 29528 h 32200"/>
                      <a:gd name="connsiteX6" fmla="*/ 9906 w 17725"/>
                      <a:gd name="connsiteY6" fmla="*/ 32195 h 32200"/>
                      <a:gd name="connsiteX7" fmla="*/ 12287 w 17725"/>
                      <a:gd name="connsiteY7" fmla="*/ 31909 h 32200"/>
                      <a:gd name="connsiteX8" fmla="*/ 17240 w 17725"/>
                      <a:gd name="connsiteY8" fmla="*/ 23432 h 32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725" h="32200">
                        <a:moveTo>
                          <a:pt x="17240" y="23432"/>
                        </a:moveTo>
                        <a:cubicBezTo>
                          <a:pt x="19145" y="16193"/>
                          <a:pt x="15240" y="5525"/>
                          <a:pt x="9144" y="857"/>
                        </a:cubicBezTo>
                        <a:cubicBezTo>
                          <a:pt x="8667" y="476"/>
                          <a:pt x="8001" y="286"/>
                          <a:pt x="7429" y="0"/>
                        </a:cubicBezTo>
                        <a:cubicBezTo>
                          <a:pt x="4667" y="381"/>
                          <a:pt x="2095" y="1429"/>
                          <a:pt x="0" y="3143"/>
                        </a:cubicBezTo>
                        <a:cubicBezTo>
                          <a:pt x="1905" y="10763"/>
                          <a:pt x="2191" y="19145"/>
                          <a:pt x="1143" y="27432"/>
                        </a:cubicBezTo>
                        <a:cubicBezTo>
                          <a:pt x="1048" y="28099"/>
                          <a:pt x="857" y="28861"/>
                          <a:pt x="762" y="29528"/>
                        </a:cubicBezTo>
                        <a:cubicBezTo>
                          <a:pt x="3429" y="31242"/>
                          <a:pt x="6572" y="32290"/>
                          <a:pt x="9906" y="32195"/>
                        </a:cubicBezTo>
                        <a:cubicBezTo>
                          <a:pt x="10668" y="32195"/>
                          <a:pt x="11525" y="32004"/>
                          <a:pt x="12287" y="31909"/>
                        </a:cubicBezTo>
                        <a:cubicBezTo>
                          <a:pt x="14573" y="29432"/>
                          <a:pt x="16383" y="26670"/>
                          <a:pt x="17240" y="2343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56" name="Forme libre : forme 17655">
                    <a:extLst>
                      <a:ext uri="{FF2B5EF4-FFF2-40B4-BE49-F238E27FC236}">
                        <a16:creationId xmlns:a16="http://schemas.microsoft.com/office/drawing/2014/main" id="{A5CDEB52-BE59-4F13-9C49-7B441158E4DA}"/>
                      </a:ext>
                    </a:extLst>
                  </p:cNvPr>
                  <p:cNvSpPr/>
                  <p:nvPr/>
                </p:nvSpPr>
                <p:spPr>
                  <a:xfrm>
                    <a:off x="5060348" y="4282154"/>
                    <a:ext cx="8319" cy="26384"/>
                  </a:xfrm>
                  <a:custGeom>
                    <a:avLst/>
                    <a:gdLst>
                      <a:gd name="connsiteX0" fmla="*/ 3 w 8319"/>
                      <a:gd name="connsiteY0" fmla="*/ 13049 h 26384"/>
                      <a:gd name="connsiteX1" fmla="*/ 7337 w 8319"/>
                      <a:gd name="connsiteY1" fmla="*/ 26384 h 26384"/>
                      <a:gd name="connsiteX2" fmla="*/ 7718 w 8319"/>
                      <a:gd name="connsiteY2" fmla="*/ 24289 h 26384"/>
                      <a:gd name="connsiteX3" fmla="*/ 6575 w 8319"/>
                      <a:gd name="connsiteY3" fmla="*/ 0 h 26384"/>
                      <a:gd name="connsiteX4" fmla="*/ 3 w 8319"/>
                      <a:gd name="connsiteY4" fmla="*/ 13049 h 26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19" h="26384">
                        <a:moveTo>
                          <a:pt x="3" y="13049"/>
                        </a:moveTo>
                        <a:cubicBezTo>
                          <a:pt x="98" y="18669"/>
                          <a:pt x="2956" y="23527"/>
                          <a:pt x="7337" y="26384"/>
                        </a:cubicBezTo>
                        <a:cubicBezTo>
                          <a:pt x="7432" y="25717"/>
                          <a:pt x="7623" y="24955"/>
                          <a:pt x="7718" y="24289"/>
                        </a:cubicBezTo>
                        <a:cubicBezTo>
                          <a:pt x="8766" y="16002"/>
                          <a:pt x="8480" y="7525"/>
                          <a:pt x="6575" y="0"/>
                        </a:cubicBezTo>
                        <a:cubicBezTo>
                          <a:pt x="2479" y="2953"/>
                          <a:pt x="-92" y="7715"/>
                          <a:pt x="3" y="130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57" name="Forme libre : forme 17656">
                    <a:extLst>
                      <a:ext uri="{FF2B5EF4-FFF2-40B4-BE49-F238E27FC236}">
                        <a16:creationId xmlns:a16="http://schemas.microsoft.com/office/drawing/2014/main" id="{45DD7912-510F-4B8C-B52B-2257D6EB4EC1}"/>
                      </a:ext>
                    </a:extLst>
                  </p:cNvPr>
                  <p:cNvSpPr/>
                  <p:nvPr/>
                </p:nvSpPr>
                <p:spPr>
                  <a:xfrm>
                    <a:off x="5107497" y="4315490"/>
                    <a:ext cx="16576" cy="16576"/>
                  </a:xfrm>
                  <a:custGeom>
                    <a:avLst/>
                    <a:gdLst>
                      <a:gd name="connsiteX0" fmla="*/ 16575 w 16576"/>
                      <a:gd name="connsiteY0" fmla="*/ 8193 h 16576"/>
                      <a:gd name="connsiteX1" fmla="*/ 8194 w 16576"/>
                      <a:gd name="connsiteY1" fmla="*/ 2 h 16576"/>
                      <a:gd name="connsiteX2" fmla="*/ 2 w 16576"/>
                      <a:gd name="connsiteY2" fmla="*/ 8384 h 16576"/>
                      <a:gd name="connsiteX3" fmla="*/ 8384 w 16576"/>
                      <a:gd name="connsiteY3" fmla="*/ 16575 h 16576"/>
                      <a:gd name="connsiteX4" fmla="*/ 16575 w 16576"/>
                      <a:gd name="connsiteY4" fmla="*/ 8193 h 16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6" h="16576">
                        <a:moveTo>
                          <a:pt x="16575" y="8193"/>
                        </a:moveTo>
                        <a:cubicBezTo>
                          <a:pt x="16480" y="3621"/>
                          <a:pt x="12766" y="-94"/>
                          <a:pt x="8194" y="2"/>
                        </a:cubicBezTo>
                        <a:cubicBezTo>
                          <a:pt x="3621" y="97"/>
                          <a:pt x="-94" y="3812"/>
                          <a:pt x="2" y="8384"/>
                        </a:cubicBezTo>
                        <a:cubicBezTo>
                          <a:pt x="97" y="12956"/>
                          <a:pt x="3812" y="16671"/>
                          <a:pt x="8384" y="16575"/>
                        </a:cubicBezTo>
                        <a:cubicBezTo>
                          <a:pt x="12956" y="16480"/>
                          <a:pt x="16671" y="12765"/>
                          <a:pt x="16575" y="8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58" name="Forme libre : forme 17657">
                    <a:extLst>
                      <a:ext uri="{FF2B5EF4-FFF2-40B4-BE49-F238E27FC236}">
                        <a16:creationId xmlns:a16="http://schemas.microsoft.com/office/drawing/2014/main" id="{E15ABF2D-D325-469C-83D8-0E8975111CD2}"/>
                      </a:ext>
                    </a:extLst>
                  </p:cNvPr>
                  <p:cNvSpPr/>
                  <p:nvPr/>
                </p:nvSpPr>
                <p:spPr>
                  <a:xfrm>
                    <a:off x="5285617" y="4072508"/>
                    <a:ext cx="11907" cy="25812"/>
                  </a:xfrm>
                  <a:custGeom>
                    <a:avLst/>
                    <a:gdLst>
                      <a:gd name="connsiteX0" fmla="*/ 1524 w 11907"/>
                      <a:gd name="connsiteY0" fmla="*/ 25813 h 25812"/>
                      <a:gd name="connsiteX1" fmla="*/ 11906 w 11907"/>
                      <a:gd name="connsiteY1" fmla="*/ 10478 h 25812"/>
                      <a:gd name="connsiteX2" fmla="*/ 7811 w 11907"/>
                      <a:gd name="connsiteY2" fmla="*/ 0 h 25812"/>
                      <a:gd name="connsiteX3" fmla="*/ 0 w 11907"/>
                      <a:gd name="connsiteY3" fmla="*/ 25527 h 25812"/>
                      <a:gd name="connsiteX4" fmla="*/ 1524 w 11907"/>
                      <a:gd name="connsiteY4" fmla="*/ 25813 h 25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07" h="25812">
                        <a:moveTo>
                          <a:pt x="1524" y="25813"/>
                        </a:moveTo>
                        <a:cubicBezTo>
                          <a:pt x="7715" y="23431"/>
                          <a:pt x="12002" y="17526"/>
                          <a:pt x="11906" y="10478"/>
                        </a:cubicBezTo>
                        <a:cubicBezTo>
                          <a:pt x="11811" y="6477"/>
                          <a:pt x="10287" y="2857"/>
                          <a:pt x="7811" y="0"/>
                        </a:cubicBezTo>
                        <a:cubicBezTo>
                          <a:pt x="5239" y="8477"/>
                          <a:pt x="2667" y="17050"/>
                          <a:pt x="0" y="25527"/>
                        </a:cubicBezTo>
                        <a:cubicBezTo>
                          <a:pt x="571" y="25718"/>
                          <a:pt x="1048" y="25718"/>
                          <a:pt x="1524" y="258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59" name="Forme libre : forme 17658">
                    <a:extLst>
                      <a:ext uri="{FF2B5EF4-FFF2-40B4-BE49-F238E27FC236}">
                        <a16:creationId xmlns:a16="http://schemas.microsoft.com/office/drawing/2014/main" id="{32B0C80B-5DB4-46DC-BF67-45E133C78001}"/>
                      </a:ext>
                    </a:extLst>
                  </p:cNvPr>
                  <p:cNvSpPr/>
                  <p:nvPr/>
                </p:nvSpPr>
                <p:spPr>
                  <a:xfrm>
                    <a:off x="5265137" y="4066984"/>
                    <a:ext cx="28385" cy="31337"/>
                  </a:xfrm>
                  <a:custGeom>
                    <a:avLst/>
                    <a:gdLst>
                      <a:gd name="connsiteX0" fmla="*/ 16003 w 28385"/>
                      <a:gd name="connsiteY0" fmla="*/ 0 h 31337"/>
                      <a:gd name="connsiteX1" fmla="*/ 1 w 28385"/>
                      <a:gd name="connsiteY1" fmla="*/ 16478 h 31337"/>
                      <a:gd name="connsiteX2" fmla="*/ 10288 w 28385"/>
                      <a:gd name="connsiteY2" fmla="*/ 31337 h 31337"/>
                      <a:gd name="connsiteX3" fmla="*/ 20575 w 28385"/>
                      <a:gd name="connsiteY3" fmla="*/ 31147 h 31337"/>
                      <a:gd name="connsiteX4" fmla="*/ 28386 w 28385"/>
                      <a:gd name="connsiteY4" fmla="*/ 5620 h 31337"/>
                      <a:gd name="connsiteX5" fmla="*/ 16003 w 28385"/>
                      <a:gd name="connsiteY5" fmla="*/ 0 h 31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385" h="31337">
                        <a:moveTo>
                          <a:pt x="16003" y="0"/>
                        </a:moveTo>
                        <a:cubicBezTo>
                          <a:pt x="7050" y="95"/>
                          <a:pt x="-94" y="7525"/>
                          <a:pt x="1" y="16478"/>
                        </a:cubicBezTo>
                        <a:cubicBezTo>
                          <a:pt x="96" y="23241"/>
                          <a:pt x="4383" y="29051"/>
                          <a:pt x="10288" y="31337"/>
                        </a:cubicBezTo>
                        <a:cubicBezTo>
                          <a:pt x="13812" y="30671"/>
                          <a:pt x="17242" y="30575"/>
                          <a:pt x="20575" y="31147"/>
                        </a:cubicBezTo>
                        <a:cubicBezTo>
                          <a:pt x="23147" y="22669"/>
                          <a:pt x="25719" y="14097"/>
                          <a:pt x="28386" y="5620"/>
                        </a:cubicBezTo>
                        <a:cubicBezTo>
                          <a:pt x="25338" y="2191"/>
                          <a:pt x="20956" y="0"/>
                          <a:pt x="1600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60" name="Forme libre : forme 17659">
                    <a:extLst>
                      <a:ext uri="{FF2B5EF4-FFF2-40B4-BE49-F238E27FC236}">
                        <a16:creationId xmlns:a16="http://schemas.microsoft.com/office/drawing/2014/main" id="{2FD05DD8-691C-4DBA-9383-B9EBF4950458}"/>
                      </a:ext>
                    </a:extLst>
                  </p:cNvPr>
                  <p:cNvSpPr/>
                  <p:nvPr/>
                </p:nvSpPr>
                <p:spPr>
                  <a:xfrm>
                    <a:off x="5285521" y="4098131"/>
                    <a:ext cx="1619" cy="761"/>
                  </a:xfrm>
                  <a:custGeom>
                    <a:avLst/>
                    <a:gdLst>
                      <a:gd name="connsiteX0" fmla="*/ 0 w 1619"/>
                      <a:gd name="connsiteY0" fmla="*/ 762 h 761"/>
                      <a:gd name="connsiteX1" fmla="*/ 1620 w 1619"/>
                      <a:gd name="connsiteY1" fmla="*/ 190 h 761"/>
                      <a:gd name="connsiteX2" fmla="*/ 191 w 1619"/>
                      <a:gd name="connsiteY2" fmla="*/ 0 h 761"/>
                      <a:gd name="connsiteX3" fmla="*/ 0 w 1619"/>
                      <a:gd name="connsiteY3" fmla="*/ 762 h 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19" h="761">
                        <a:moveTo>
                          <a:pt x="0" y="762"/>
                        </a:moveTo>
                        <a:cubicBezTo>
                          <a:pt x="571" y="571"/>
                          <a:pt x="1143" y="476"/>
                          <a:pt x="1620" y="190"/>
                        </a:cubicBezTo>
                        <a:cubicBezTo>
                          <a:pt x="1143" y="95"/>
                          <a:pt x="667" y="95"/>
                          <a:pt x="191" y="0"/>
                        </a:cubicBezTo>
                        <a:cubicBezTo>
                          <a:pt x="95" y="286"/>
                          <a:pt x="0" y="476"/>
                          <a:pt x="0" y="7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61" name="Forme libre : forme 17660">
                    <a:extLst>
                      <a:ext uri="{FF2B5EF4-FFF2-40B4-BE49-F238E27FC236}">
                        <a16:creationId xmlns:a16="http://schemas.microsoft.com/office/drawing/2014/main" id="{0D9C7885-312F-44D6-87B0-7E73E2AE5AF1}"/>
                      </a:ext>
                    </a:extLst>
                  </p:cNvPr>
                  <p:cNvSpPr/>
                  <p:nvPr/>
                </p:nvSpPr>
                <p:spPr>
                  <a:xfrm>
                    <a:off x="5275425" y="4097756"/>
                    <a:ext cx="10287" cy="1708"/>
                  </a:xfrm>
                  <a:custGeom>
                    <a:avLst/>
                    <a:gdLst>
                      <a:gd name="connsiteX0" fmla="*/ 10096 w 10287"/>
                      <a:gd name="connsiteY0" fmla="*/ 1137 h 1708"/>
                      <a:gd name="connsiteX1" fmla="*/ 10287 w 10287"/>
                      <a:gd name="connsiteY1" fmla="*/ 375 h 1708"/>
                      <a:gd name="connsiteX2" fmla="*/ 0 w 10287"/>
                      <a:gd name="connsiteY2" fmla="*/ 566 h 1708"/>
                      <a:gd name="connsiteX3" fmla="*/ 6191 w 10287"/>
                      <a:gd name="connsiteY3" fmla="*/ 1709 h 1708"/>
                      <a:gd name="connsiteX4" fmla="*/ 10096 w 10287"/>
                      <a:gd name="connsiteY4" fmla="*/ 1137 h 1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87" h="1708">
                        <a:moveTo>
                          <a:pt x="10096" y="1137"/>
                        </a:moveTo>
                        <a:cubicBezTo>
                          <a:pt x="10192" y="851"/>
                          <a:pt x="10287" y="661"/>
                          <a:pt x="10287" y="375"/>
                        </a:cubicBezTo>
                        <a:cubicBezTo>
                          <a:pt x="6954" y="-196"/>
                          <a:pt x="3429" y="-101"/>
                          <a:pt x="0" y="566"/>
                        </a:cubicBezTo>
                        <a:cubicBezTo>
                          <a:pt x="1905" y="1328"/>
                          <a:pt x="4000" y="1709"/>
                          <a:pt x="6191" y="1709"/>
                        </a:cubicBezTo>
                        <a:cubicBezTo>
                          <a:pt x="7525" y="1709"/>
                          <a:pt x="8763" y="1423"/>
                          <a:pt x="10096" y="11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62" name="Forme libre : forme 17661">
                    <a:extLst>
                      <a:ext uri="{FF2B5EF4-FFF2-40B4-BE49-F238E27FC236}">
                        <a16:creationId xmlns:a16="http://schemas.microsoft.com/office/drawing/2014/main" id="{E920CC80-2D7D-4313-9E90-F18375748FFE}"/>
                      </a:ext>
                    </a:extLst>
                  </p:cNvPr>
                  <p:cNvSpPr/>
                  <p:nvPr/>
                </p:nvSpPr>
                <p:spPr>
                  <a:xfrm>
                    <a:off x="5312285" y="4103749"/>
                    <a:ext cx="16575" cy="16576"/>
                  </a:xfrm>
                  <a:custGeom>
                    <a:avLst/>
                    <a:gdLst>
                      <a:gd name="connsiteX0" fmla="*/ 16575 w 16575"/>
                      <a:gd name="connsiteY0" fmla="*/ 8193 h 16576"/>
                      <a:gd name="connsiteX1" fmla="*/ 8194 w 16575"/>
                      <a:gd name="connsiteY1" fmla="*/ 2 h 16576"/>
                      <a:gd name="connsiteX2" fmla="*/ 2 w 16575"/>
                      <a:gd name="connsiteY2" fmla="*/ 8384 h 16576"/>
                      <a:gd name="connsiteX3" fmla="*/ 8384 w 16575"/>
                      <a:gd name="connsiteY3" fmla="*/ 16575 h 16576"/>
                      <a:gd name="connsiteX4" fmla="*/ 16575 w 16575"/>
                      <a:gd name="connsiteY4" fmla="*/ 8193 h 16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5" h="16576">
                        <a:moveTo>
                          <a:pt x="16575" y="8193"/>
                        </a:moveTo>
                        <a:cubicBezTo>
                          <a:pt x="16480" y="3621"/>
                          <a:pt x="12766" y="-94"/>
                          <a:pt x="8194" y="2"/>
                        </a:cubicBezTo>
                        <a:cubicBezTo>
                          <a:pt x="3621" y="97"/>
                          <a:pt x="-94" y="3812"/>
                          <a:pt x="2" y="8384"/>
                        </a:cubicBezTo>
                        <a:cubicBezTo>
                          <a:pt x="97" y="12956"/>
                          <a:pt x="3812" y="16671"/>
                          <a:pt x="8384" y="16575"/>
                        </a:cubicBezTo>
                        <a:cubicBezTo>
                          <a:pt x="12956" y="16480"/>
                          <a:pt x="16575" y="12765"/>
                          <a:pt x="16575" y="8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63" name="Forme libre : forme 17662">
                    <a:extLst>
                      <a:ext uri="{FF2B5EF4-FFF2-40B4-BE49-F238E27FC236}">
                        <a16:creationId xmlns:a16="http://schemas.microsoft.com/office/drawing/2014/main" id="{9D68257A-4CC8-4074-BB15-CCFB41A0FFEC}"/>
                      </a:ext>
                    </a:extLst>
                  </p:cNvPr>
                  <p:cNvSpPr/>
                  <p:nvPr/>
                </p:nvSpPr>
                <p:spPr>
                  <a:xfrm>
                    <a:off x="5562889" y="4234719"/>
                    <a:ext cx="11620" cy="8096"/>
                  </a:xfrm>
                  <a:custGeom>
                    <a:avLst/>
                    <a:gdLst>
                      <a:gd name="connsiteX0" fmla="*/ 0 w 11620"/>
                      <a:gd name="connsiteY0" fmla="*/ 8096 h 8096"/>
                      <a:gd name="connsiteX1" fmla="*/ 11621 w 11620"/>
                      <a:gd name="connsiteY1" fmla="*/ 0 h 8096"/>
                      <a:gd name="connsiteX2" fmla="*/ 3620 w 11620"/>
                      <a:gd name="connsiteY2" fmla="*/ 4667 h 8096"/>
                      <a:gd name="connsiteX3" fmla="*/ 0 w 11620"/>
                      <a:gd name="connsiteY3" fmla="*/ 8096 h 8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20" h="8096">
                        <a:moveTo>
                          <a:pt x="0" y="8096"/>
                        </a:moveTo>
                        <a:cubicBezTo>
                          <a:pt x="4953" y="7334"/>
                          <a:pt x="9240" y="4286"/>
                          <a:pt x="11621" y="0"/>
                        </a:cubicBezTo>
                        <a:cubicBezTo>
                          <a:pt x="8763" y="1334"/>
                          <a:pt x="6001" y="2762"/>
                          <a:pt x="3620" y="4667"/>
                        </a:cubicBezTo>
                        <a:cubicBezTo>
                          <a:pt x="2286" y="5810"/>
                          <a:pt x="1143" y="6953"/>
                          <a:pt x="0" y="809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64" name="Forme libre : forme 17663">
                    <a:extLst>
                      <a:ext uri="{FF2B5EF4-FFF2-40B4-BE49-F238E27FC236}">
                        <a16:creationId xmlns:a16="http://schemas.microsoft.com/office/drawing/2014/main" id="{84C8438A-46D9-4920-9D7B-7FC85B2153D9}"/>
                      </a:ext>
                    </a:extLst>
                  </p:cNvPr>
                  <p:cNvSpPr/>
                  <p:nvPr/>
                </p:nvSpPr>
                <p:spPr>
                  <a:xfrm>
                    <a:off x="5544124" y="4210620"/>
                    <a:ext cx="32392" cy="32482"/>
                  </a:xfrm>
                  <a:custGeom>
                    <a:avLst/>
                    <a:gdLst>
                      <a:gd name="connsiteX0" fmla="*/ 16003 w 32392"/>
                      <a:gd name="connsiteY0" fmla="*/ 1 h 32482"/>
                      <a:gd name="connsiteX1" fmla="*/ 1 w 32392"/>
                      <a:gd name="connsiteY1" fmla="*/ 16479 h 32482"/>
                      <a:gd name="connsiteX2" fmla="*/ 16479 w 32392"/>
                      <a:gd name="connsiteY2" fmla="*/ 32481 h 32482"/>
                      <a:gd name="connsiteX3" fmla="*/ 18765 w 32392"/>
                      <a:gd name="connsiteY3" fmla="*/ 32195 h 32482"/>
                      <a:gd name="connsiteX4" fmla="*/ 22289 w 32392"/>
                      <a:gd name="connsiteY4" fmla="*/ 28862 h 32482"/>
                      <a:gd name="connsiteX5" fmla="*/ 30290 w 32392"/>
                      <a:gd name="connsiteY5" fmla="*/ 24195 h 32482"/>
                      <a:gd name="connsiteX6" fmla="*/ 32386 w 32392"/>
                      <a:gd name="connsiteY6" fmla="*/ 16098 h 32482"/>
                      <a:gd name="connsiteX7" fmla="*/ 16003 w 32392"/>
                      <a:gd name="connsiteY7" fmla="*/ 1 h 3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392" h="32482">
                        <a:moveTo>
                          <a:pt x="16003" y="1"/>
                        </a:moveTo>
                        <a:cubicBezTo>
                          <a:pt x="7049" y="96"/>
                          <a:pt x="-94" y="7526"/>
                          <a:pt x="1" y="16479"/>
                        </a:cubicBezTo>
                        <a:cubicBezTo>
                          <a:pt x="96" y="25433"/>
                          <a:pt x="7525" y="32577"/>
                          <a:pt x="16479" y="32481"/>
                        </a:cubicBezTo>
                        <a:cubicBezTo>
                          <a:pt x="17241" y="32481"/>
                          <a:pt x="18003" y="32291"/>
                          <a:pt x="18765" y="32195"/>
                        </a:cubicBezTo>
                        <a:cubicBezTo>
                          <a:pt x="19813" y="30957"/>
                          <a:pt x="21051" y="29814"/>
                          <a:pt x="22289" y="28862"/>
                        </a:cubicBezTo>
                        <a:cubicBezTo>
                          <a:pt x="24670" y="26957"/>
                          <a:pt x="27433" y="25433"/>
                          <a:pt x="30290" y="24195"/>
                        </a:cubicBezTo>
                        <a:cubicBezTo>
                          <a:pt x="31624" y="21813"/>
                          <a:pt x="32481" y="19051"/>
                          <a:pt x="32386" y="16098"/>
                        </a:cubicBezTo>
                        <a:cubicBezTo>
                          <a:pt x="32386" y="7049"/>
                          <a:pt x="24956" y="-94"/>
                          <a:pt x="1600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65" name="Forme libre : forme 17664">
                    <a:extLst>
                      <a:ext uri="{FF2B5EF4-FFF2-40B4-BE49-F238E27FC236}">
                        <a16:creationId xmlns:a16="http://schemas.microsoft.com/office/drawing/2014/main" id="{0600E0FC-3CDE-4682-A2A0-CDDD94BCEF18}"/>
                      </a:ext>
                    </a:extLst>
                  </p:cNvPr>
                  <p:cNvSpPr/>
                  <p:nvPr/>
                </p:nvSpPr>
                <p:spPr>
                  <a:xfrm>
                    <a:off x="5591272" y="4247386"/>
                    <a:ext cx="16576" cy="16576"/>
                  </a:xfrm>
                  <a:custGeom>
                    <a:avLst/>
                    <a:gdLst>
                      <a:gd name="connsiteX0" fmla="*/ 8193 w 16576"/>
                      <a:gd name="connsiteY0" fmla="*/ 2 h 16576"/>
                      <a:gd name="connsiteX1" fmla="*/ 2 w 16576"/>
                      <a:gd name="connsiteY1" fmla="*/ 8384 h 16576"/>
                      <a:gd name="connsiteX2" fmla="*/ 8384 w 16576"/>
                      <a:gd name="connsiteY2" fmla="*/ 16575 h 16576"/>
                      <a:gd name="connsiteX3" fmla="*/ 16575 w 16576"/>
                      <a:gd name="connsiteY3" fmla="*/ 8193 h 16576"/>
                      <a:gd name="connsiteX4" fmla="*/ 8193 w 16576"/>
                      <a:gd name="connsiteY4" fmla="*/ 2 h 16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6" h="16576">
                        <a:moveTo>
                          <a:pt x="8193" y="2"/>
                        </a:moveTo>
                        <a:cubicBezTo>
                          <a:pt x="3621" y="97"/>
                          <a:pt x="-94" y="3812"/>
                          <a:pt x="2" y="8384"/>
                        </a:cubicBezTo>
                        <a:cubicBezTo>
                          <a:pt x="97" y="12956"/>
                          <a:pt x="3811" y="16671"/>
                          <a:pt x="8384" y="16575"/>
                        </a:cubicBezTo>
                        <a:cubicBezTo>
                          <a:pt x="12956" y="16480"/>
                          <a:pt x="16671" y="12765"/>
                          <a:pt x="16575" y="8193"/>
                        </a:cubicBezTo>
                        <a:cubicBezTo>
                          <a:pt x="16480" y="3621"/>
                          <a:pt x="12765" y="-94"/>
                          <a:pt x="8193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66" name="Forme libre : forme 17665">
                    <a:extLst>
                      <a:ext uri="{FF2B5EF4-FFF2-40B4-BE49-F238E27FC236}">
                        <a16:creationId xmlns:a16="http://schemas.microsoft.com/office/drawing/2014/main" id="{E2DA2305-EA87-4255-A2E5-1579BE6C293E}"/>
                      </a:ext>
                    </a:extLst>
                  </p:cNvPr>
                  <p:cNvSpPr/>
                  <p:nvPr/>
                </p:nvSpPr>
                <p:spPr>
                  <a:xfrm>
                    <a:off x="6067429" y="4256817"/>
                    <a:ext cx="16287" cy="9906"/>
                  </a:xfrm>
                  <a:custGeom>
                    <a:avLst/>
                    <a:gdLst>
                      <a:gd name="connsiteX0" fmla="*/ 0 w 16287"/>
                      <a:gd name="connsiteY0" fmla="*/ 9811 h 9906"/>
                      <a:gd name="connsiteX1" fmla="*/ 1524 w 16287"/>
                      <a:gd name="connsiteY1" fmla="*/ 9906 h 9906"/>
                      <a:gd name="connsiteX2" fmla="*/ 16287 w 16287"/>
                      <a:gd name="connsiteY2" fmla="*/ 0 h 9906"/>
                      <a:gd name="connsiteX3" fmla="*/ 12287 w 16287"/>
                      <a:gd name="connsiteY3" fmla="*/ 2477 h 9906"/>
                      <a:gd name="connsiteX4" fmla="*/ 0 w 16287"/>
                      <a:gd name="connsiteY4" fmla="*/ 9811 h 9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87" h="9906">
                        <a:moveTo>
                          <a:pt x="0" y="9811"/>
                        </a:moveTo>
                        <a:cubicBezTo>
                          <a:pt x="476" y="9811"/>
                          <a:pt x="952" y="9906"/>
                          <a:pt x="1524" y="9906"/>
                        </a:cubicBezTo>
                        <a:cubicBezTo>
                          <a:pt x="8191" y="9811"/>
                          <a:pt x="13811" y="5715"/>
                          <a:pt x="16287" y="0"/>
                        </a:cubicBezTo>
                        <a:cubicBezTo>
                          <a:pt x="14954" y="857"/>
                          <a:pt x="13621" y="1714"/>
                          <a:pt x="12287" y="2477"/>
                        </a:cubicBezTo>
                        <a:cubicBezTo>
                          <a:pt x="8096" y="4953"/>
                          <a:pt x="4096" y="7334"/>
                          <a:pt x="0" y="98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67" name="Forme libre : forme 17666">
                    <a:extLst>
                      <a:ext uri="{FF2B5EF4-FFF2-40B4-BE49-F238E27FC236}">
                        <a16:creationId xmlns:a16="http://schemas.microsoft.com/office/drawing/2014/main" id="{090148BE-A2B1-4106-95F7-9D47DD3B84FD}"/>
                      </a:ext>
                    </a:extLst>
                  </p:cNvPr>
                  <p:cNvSpPr/>
                  <p:nvPr/>
                </p:nvSpPr>
                <p:spPr>
                  <a:xfrm>
                    <a:off x="6057046" y="4234243"/>
                    <a:ext cx="16764" cy="4952"/>
                  </a:xfrm>
                  <a:custGeom>
                    <a:avLst/>
                    <a:gdLst>
                      <a:gd name="connsiteX0" fmla="*/ 11430 w 16764"/>
                      <a:gd name="connsiteY0" fmla="*/ 0 h 4952"/>
                      <a:gd name="connsiteX1" fmla="*/ 0 w 16764"/>
                      <a:gd name="connsiteY1" fmla="*/ 4953 h 4952"/>
                      <a:gd name="connsiteX2" fmla="*/ 16764 w 16764"/>
                      <a:gd name="connsiteY2" fmla="*/ 857 h 4952"/>
                      <a:gd name="connsiteX3" fmla="*/ 11430 w 16764"/>
                      <a:gd name="connsiteY3" fmla="*/ 0 h 4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64" h="4952">
                        <a:moveTo>
                          <a:pt x="11430" y="0"/>
                        </a:moveTo>
                        <a:cubicBezTo>
                          <a:pt x="6954" y="95"/>
                          <a:pt x="2857" y="2000"/>
                          <a:pt x="0" y="4953"/>
                        </a:cubicBezTo>
                        <a:cubicBezTo>
                          <a:pt x="5810" y="2096"/>
                          <a:pt x="11525" y="476"/>
                          <a:pt x="16764" y="857"/>
                        </a:cubicBezTo>
                        <a:cubicBezTo>
                          <a:pt x="15050" y="381"/>
                          <a:pt x="13335" y="0"/>
                          <a:pt x="1143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68" name="Forme libre : forme 17667">
                    <a:extLst>
                      <a:ext uri="{FF2B5EF4-FFF2-40B4-BE49-F238E27FC236}">
                        <a16:creationId xmlns:a16="http://schemas.microsoft.com/office/drawing/2014/main" id="{7F6D3DDC-4C7D-4553-BF29-B9E475258FDA}"/>
                      </a:ext>
                    </a:extLst>
                  </p:cNvPr>
                  <p:cNvSpPr/>
                  <p:nvPr/>
                </p:nvSpPr>
                <p:spPr>
                  <a:xfrm>
                    <a:off x="6052475" y="4235045"/>
                    <a:ext cx="32479" cy="31582"/>
                  </a:xfrm>
                  <a:custGeom>
                    <a:avLst/>
                    <a:gdLst>
                      <a:gd name="connsiteX0" fmla="*/ 14954 w 32479"/>
                      <a:gd name="connsiteY0" fmla="*/ 31583 h 31582"/>
                      <a:gd name="connsiteX1" fmla="*/ 27146 w 32479"/>
                      <a:gd name="connsiteY1" fmla="*/ 24249 h 31582"/>
                      <a:gd name="connsiteX2" fmla="*/ 31147 w 32479"/>
                      <a:gd name="connsiteY2" fmla="*/ 21772 h 31582"/>
                      <a:gd name="connsiteX3" fmla="*/ 32480 w 32479"/>
                      <a:gd name="connsiteY3" fmla="*/ 15200 h 31582"/>
                      <a:gd name="connsiteX4" fmla="*/ 21336 w 32479"/>
                      <a:gd name="connsiteY4" fmla="*/ 55 h 31582"/>
                      <a:gd name="connsiteX5" fmla="*/ 4572 w 32479"/>
                      <a:gd name="connsiteY5" fmla="*/ 4151 h 31582"/>
                      <a:gd name="connsiteX6" fmla="*/ 0 w 32479"/>
                      <a:gd name="connsiteY6" fmla="*/ 15581 h 31582"/>
                      <a:gd name="connsiteX7" fmla="*/ 14954 w 32479"/>
                      <a:gd name="connsiteY7" fmla="*/ 31583 h 31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479" h="31582">
                        <a:moveTo>
                          <a:pt x="14954" y="31583"/>
                        </a:moveTo>
                        <a:cubicBezTo>
                          <a:pt x="19050" y="29106"/>
                          <a:pt x="23050" y="26725"/>
                          <a:pt x="27146" y="24249"/>
                        </a:cubicBezTo>
                        <a:cubicBezTo>
                          <a:pt x="28480" y="23487"/>
                          <a:pt x="29813" y="22629"/>
                          <a:pt x="31147" y="21772"/>
                        </a:cubicBezTo>
                        <a:cubicBezTo>
                          <a:pt x="32004" y="19772"/>
                          <a:pt x="32480" y="17581"/>
                          <a:pt x="32480" y="15200"/>
                        </a:cubicBezTo>
                        <a:cubicBezTo>
                          <a:pt x="32385" y="8056"/>
                          <a:pt x="27717" y="2151"/>
                          <a:pt x="21336" y="55"/>
                        </a:cubicBezTo>
                        <a:cubicBezTo>
                          <a:pt x="16097" y="-326"/>
                          <a:pt x="10382" y="1293"/>
                          <a:pt x="4572" y="4151"/>
                        </a:cubicBezTo>
                        <a:cubicBezTo>
                          <a:pt x="1714" y="7104"/>
                          <a:pt x="0" y="11199"/>
                          <a:pt x="0" y="15581"/>
                        </a:cubicBezTo>
                        <a:cubicBezTo>
                          <a:pt x="95" y="24153"/>
                          <a:pt x="6668" y="30916"/>
                          <a:pt x="14954" y="315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69" name="Forme libre : forme 17668">
                    <a:extLst>
                      <a:ext uri="{FF2B5EF4-FFF2-40B4-BE49-F238E27FC236}">
                        <a16:creationId xmlns:a16="http://schemas.microsoft.com/office/drawing/2014/main" id="{52E20699-E043-45D2-8F07-3ED9E40283DC}"/>
                      </a:ext>
                    </a:extLst>
                  </p:cNvPr>
                  <p:cNvSpPr/>
                  <p:nvPr/>
                </p:nvSpPr>
                <p:spPr>
                  <a:xfrm>
                    <a:off x="6100576" y="4271103"/>
                    <a:ext cx="15622" cy="16575"/>
                  </a:xfrm>
                  <a:custGeom>
                    <a:avLst/>
                    <a:gdLst>
                      <a:gd name="connsiteX0" fmla="*/ 0 w 15622"/>
                      <a:gd name="connsiteY0" fmla="*/ 12003 h 16575"/>
                      <a:gd name="connsiteX1" fmla="*/ 7430 w 15622"/>
                      <a:gd name="connsiteY1" fmla="*/ 16575 h 16575"/>
                      <a:gd name="connsiteX2" fmla="*/ 15621 w 15622"/>
                      <a:gd name="connsiteY2" fmla="*/ 8193 h 16575"/>
                      <a:gd name="connsiteX3" fmla="*/ 7239 w 15622"/>
                      <a:gd name="connsiteY3" fmla="*/ 2 h 16575"/>
                      <a:gd name="connsiteX4" fmla="*/ 191 w 15622"/>
                      <a:gd name="connsiteY4" fmla="*/ 4383 h 16575"/>
                      <a:gd name="connsiteX5" fmla="*/ 0 w 15622"/>
                      <a:gd name="connsiteY5" fmla="*/ 12003 h 16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622" h="16575">
                        <a:moveTo>
                          <a:pt x="0" y="12003"/>
                        </a:moveTo>
                        <a:cubicBezTo>
                          <a:pt x="1429" y="14670"/>
                          <a:pt x="4191" y="16575"/>
                          <a:pt x="7430" y="16575"/>
                        </a:cubicBezTo>
                        <a:cubicBezTo>
                          <a:pt x="12002" y="16480"/>
                          <a:pt x="15716" y="12765"/>
                          <a:pt x="15621" y="8193"/>
                        </a:cubicBezTo>
                        <a:cubicBezTo>
                          <a:pt x="15526" y="3621"/>
                          <a:pt x="11811" y="-94"/>
                          <a:pt x="7239" y="2"/>
                        </a:cubicBezTo>
                        <a:cubicBezTo>
                          <a:pt x="4191" y="2"/>
                          <a:pt x="1619" y="1812"/>
                          <a:pt x="191" y="4383"/>
                        </a:cubicBezTo>
                        <a:cubicBezTo>
                          <a:pt x="286" y="6764"/>
                          <a:pt x="191" y="9336"/>
                          <a:pt x="0" y="120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70" name="Forme libre : forme 17669">
                    <a:extLst>
                      <a:ext uri="{FF2B5EF4-FFF2-40B4-BE49-F238E27FC236}">
                        <a16:creationId xmlns:a16="http://schemas.microsoft.com/office/drawing/2014/main" id="{56F1E80B-D3B7-4141-9218-C3D1ED8CC684}"/>
                      </a:ext>
                    </a:extLst>
                  </p:cNvPr>
                  <p:cNvSpPr/>
                  <p:nvPr/>
                </p:nvSpPr>
                <p:spPr>
                  <a:xfrm>
                    <a:off x="6099623" y="4275391"/>
                    <a:ext cx="1180" cy="7715"/>
                  </a:xfrm>
                  <a:custGeom>
                    <a:avLst/>
                    <a:gdLst>
                      <a:gd name="connsiteX0" fmla="*/ 952 w 1180"/>
                      <a:gd name="connsiteY0" fmla="*/ 7716 h 7715"/>
                      <a:gd name="connsiteX1" fmla="*/ 1143 w 1180"/>
                      <a:gd name="connsiteY1" fmla="*/ 0 h 7715"/>
                      <a:gd name="connsiteX2" fmla="*/ 0 w 1180"/>
                      <a:gd name="connsiteY2" fmla="*/ 4096 h 7715"/>
                      <a:gd name="connsiteX3" fmla="*/ 952 w 1180"/>
                      <a:gd name="connsiteY3" fmla="*/ 7716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0" h="7715">
                        <a:moveTo>
                          <a:pt x="952" y="7716"/>
                        </a:moveTo>
                        <a:cubicBezTo>
                          <a:pt x="1143" y="5144"/>
                          <a:pt x="1238" y="2572"/>
                          <a:pt x="1143" y="0"/>
                        </a:cubicBezTo>
                        <a:cubicBezTo>
                          <a:pt x="476" y="1238"/>
                          <a:pt x="0" y="2572"/>
                          <a:pt x="0" y="4096"/>
                        </a:cubicBezTo>
                        <a:cubicBezTo>
                          <a:pt x="0" y="5334"/>
                          <a:pt x="381" y="6572"/>
                          <a:pt x="952" y="77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71" name="Forme libre : forme 17670">
                    <a:extLst>
                      <a:ext uri="{FF2B5EF4-FFF2-40B4-BE49-F238E27FC236}">
                        <a16:creationId xmlns:a16="http://schemas.microsoft.com/office/drawing/2014/main" id="{8F17CF1C-6CFB-499A-8E43-E9234640AF7B}"/>
                      </a:ext>
                    </a:extLst>
                  </p:cNvPr>
                  <p:cNvSpPr/>
                  <p:nvPr/>
                </p:nvSpPr>
                <p:spPr>
                  <a:xfrm>
                    <a:off x="7184425" y="4106607"/>
                    <a:ext cx="16482" cy="32290"/>
                  </a:xfrm>
                  <a:custGeom>
                    <a:avLst/>
                    <a:gdLst>
                      <a:gd name="connsiteX0" fmla="*/ 8192 w 16482"/>
                      <a:gd name="connsiteY0" fmla="*/ 22575 h 32290"/>
                      <a:gd name="connsiteX1" fmla="*/ 2000 w 16482"/>
                      <a:gd name="connsiteY1" fmla="*/ 32291 h 32290"/>
                      <a:gd name="connsiteX2" fmla="*/ 16479 w 16482"/>
                      <a:gd name="connsiteY2" fmla="*/ 16003 h 32290"/>
                      <a:gd name="connsiteX3" fmla="*/ 0 w 16482"/>
                      <a:gd name="connsiteY3" fmla="*/ 1 h 32290"/>
                      <a:gd name="connsiteX4" fmla="*/ 8192 w 16482"/>
                      <a:gd name="connsiteY4" fmla="*/ 22575 h 32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82" h="32290">
                        <a:moveTo>
                          <a:pt x="8192" y="22575"/>
                        </a:moveTo>
                        <a:cubicBezTo>
                          <a:pt x="7239" y="26385"/>
                          <a:pt x="4858" y="29624"/>
                          <a:pt x="2000" y="32291"/>
                        </a:cubicBezTo>
                        <a:cubicBezTo>
                          <a:pt x="10192" y="31433"/>
                          <a:pt x="16669" y="24480"/>
                          <a:pt x="16479" y="16003"/>
                        </a:cubicBezTo>
                        <a:cubicBezTo>
                          <a:pt x="16383" y="7049"/>
                          <a:pt x="8954" y="-94"/>
                          <a:pt x="0" y="1"/>
                        </a:cubicBezTo>
                        <a:cubicBezTo>
                          <a:pt x="6191" y="4668"/>
                          <a:pt x="10002" y="15336"/>
                          <a:pt x="8192" y="225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72" name="Forme libre : forme 17671">
                    <a:extLst>
                      <a:ext uri="{FF2B5EF4-FFF2-40B4-BE49-F238E27FC236}">
                        <a16:creationId xmlns:a16="http://schemas.microsoft.com/office/drawing/2014/main" id="{E07C05B6-1002-4FC4-847E-1D1AABFF07AF}"/>
                      </a:ext>
                    </a:extLst>
                  </p:cNvPr>
                  <p:cNvSpPr/>
                  <p:nvPr/>
                </p:nvSpPr>
                <p:spPr>
                  <a:xfrm>
                    <a:off x="7168515" y="4106608"/>
                    <a:ext cx="24683" cy="32480"/>
                  </a:xfrm>
                  <a:custGeom>
                    <a:avLst/>
                    <a:gdLst>
                      <a:gd name="connsiteX0" fmla="*/ 4 w 24683"/>
                      <a:gd name="connsiteY0" fmla="*/ 16478 h 32480"/>
                      <a:gd name="connsiteX1" fmla="*/ 16482 w 24683"/>
                      <a:gd name="connsiteY1" fmla="*/ 32480 h 32480"/>
                      <a:gd name="connsiteX2" fmla="*/ 18006 w 24683"/>
                      <a:gd name="connsiteY2" fmla="*/ 32290 h 32480"/>
                      <a:gd name="connsiteX3" fmla="*/ 24198 w 24683"/>
                      <a:gd name="connsiteY3" fmla="*/ 22574 h 32480"/>
                      <a:gd name="connsiteX4" fmla="*/ 16101 w 24683"/>
                      <a:gd name="connsiteY4" fmla="*/ 0 h 32480"/>
                      <a:gd name="connsiteX5" fmla="*/ 4 w 24683"/>
                      <a:gd name="connsiteY5" fmla="*/ 16478 h 32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683" h="32480">
                        <a:moveTo>
                          <a:pt x="4" y="16478"/>
                        </a:moveTo>
                        <a:cubicBezTo>
                          <a:pt x="99" y="25432"/>
                          <a:pt x="7529" y="32575"/>
                          <a:pt x="16482" y="32480"/>
                        </a:cubicBezTo>
                        <a:cubicBezTo>
                          <a:pt x="16958" y="32480"/>
                          <a:pt x="17530" y="32385"/>
                          <a:pt x="18006" y="32290"/>
                        </a:cubicBezTo>
                        <a:cubicBezTo>
                          <a:pt x="20863" y="29527"/>
                          <a:pt x="23149" y="26384"/>
                          <a:pt x="24198" y="22574"/>
                        </a:cubicBezTo>
                        <a:cubicBezTo>
                          <a:pt x="26102" y="15335"/>
                          <a:pt x="22197" y="4667"/>
                          <a:pt x="16101" y="0"/>
                        </a:cubicBezTo>
                        <a:cubicBezTo>
                          <a:pt x="7052" y="190"/>
                          <a:pt x="-186" y="7525"/>
                          <a:pt x="4" y="1647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73" name="Forme libre : forme 17672">
                    <a:extLst>
                      <a:ext uri="{FF2B5EF4-FFF2-40B4-BE49-F238E27FC236}">
                        <a16:creationId xmlns:a16="http://schemas.microsoft.com/office/drawing/2014/main" id="{3F44ECE4-55F4-4DB0-9E83-AC5FB0932EFB}"/>
                      </a:ext>
                    </a:extLst>
                  </p:cNvPr>
                  <p:cNvSpPr/>
                  <p:nvPr/>
                </p:nvSpPr>
                <p:spPr>
                  <a:xfrm>
                    <a:off x="7215666" y="4143373"/>
                    <a:ext cx="16575" cy="16576"/>
                  </a:xfrm>
                  <a:custGeom>
                    <a:avLst/>
                    <a:gdLst>
                      <a:gd name="connsiteX0" fmla="*/ 16575 w 16575"/>
                      <a:gd name="connsiteY0" fmla="*/ 8193 h 16576"/>
                      <a:gd name="connsiteX1" fmla="*/ 8193 w 16575"/>
                      <a:gd name="connsiteY1" fmla="*/ 2 h 16576"/>
                      <a:gd name="connsiteX2" fmla="*/ 2 w 16575"/>
                      <a:gd name="connsiteY2" fmla="*/ 8384 h 16576"/>
                      <a:gd name="connsiteX3" fmla="*/ 8384 w 16575"/>
                      <a:gd name="connsiteY3" fmla="*/ 16575 h 16576"/>
                      <a:gd name="connsiteX4" fmla="*/ 16575 w 16575"/>
                      <a:gd name="connsiteY4" fmla="*/ 8193 h 16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5" h="16576">
                        <a:moveTo>
                          <a:pt x="16575" y="8193"/>
                        </a:moveTo>
                        <a:cubicBezTo>
                          <a:pt x="16480" y="3621"/>
                          <a:pt x="12766" y="-94"/>
                          <a:pt x="8193" y="2"/>
                        </a:cubicBezTo>
                        <a:cubicBezTo>
                          <a:pt x="3621" y="97"/>
                          <a:pt x="-94" y="3812"/>
                          <a:pt x="2" y="8384"/>
                        </a:cubicBezTo>
                        <a:cubicBezTo>
                          <a:pt x="97" y="12956"/>
                          <a:pt x="3812" y="16671"/>
                          <a:pt x="8384" y="16575"/>
                        </a:cubicBezTo>
                        <a:cubicBezTo>
                          <a:pt x="12956" y="16575"/>
                          <a:pt x="16575" y="12765"/>
                          <a:pt x="16575" y="8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74" name="Forme libre : forme 17673">
                    <a:extLst>
                      <a:ext uri="{FF2B5EF4-FFF2-40B4-BE49-F238E27FC236}">
                        <a16:creationId xmlns:a16="http://schemas.microsoft.com/office/drawing/2014/main" id="{BF37CCF7-1C15-47DF-B662-A22AC108619B}"/>
                      </a:ext>
                    </a:extLst>
                  </p:cNvPr>
                  <p:cNvSpPr/>
                  <p:nvPr/>
                </p:nvSpPr>
                <p:spPr>
                  <a:xfrm>
                    <a:off x="6964589" y="4015072"/>
                    <a:ext cx="21907" cy="18860"/>
                  </a:xfrm>
                  <a:custGeom>
                    <a:avLst/>
                    <a:gdLst>
                      <a:gd name="connsiteX0" fmla="*/ 21621 w 21907"/>
                      <a:gd name="connsiteY0" fmla="*/ 18861 h 18860"/>
                      <a:gd name="connsiteX1" fmla="*/ 21907 w 21907"/>
                      <a:gd name="connsiteY1" fmla="*/ 16003 h 18860"/>
                      <a:gd name="connsiteX2" fmla="*/ 5429 w 21907"/>
                      <a:gd name="connsiteY2" fmla="*/ 1 h 18860"/>
                      <a:gd name="connsiteX3" fmla="*/ 0 w 21907"/>
                      <a:gd name="connsiteY3" fmla="*/ 1049 h 18860"/>
                      <a:gd name="connsiteX4" fmla="*/ 21621 w 21907"/>
                      <a:gd name="connsiteY4" fmla="*/ 18861 h 18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7" h="18860">
                        <a:moveTo>
                          <a:pt x="21621" y="18861"/>
                        </a:moveTo>
                        <a:cubicBezTo>
                          <a:pt x="21812" y="17908"/>
                          <a:pt x="21907" y="16955"/>
                          <a:pt x="21907" y="16003"/>
                        </a:cubicBezTo>
                        <a:cubicBezTo>
                          <a:pt x="21812" y="7049"/>
                          <a:pt x="14383" y="-94"/>
                          <a:pt x="5429" y="1"/>
                        </a:cubicBezTo>
                        <a:cubicBezTo>
                          <a:pt x="3524" y="1"/>
                          <a:pt x="1714" y="477"/>
                          <a:pt x="0" y="1049"/>
                        </a:cubicBezTo>
                        <a:cubicBezTo>
                          <a:pt x="10096" y="3716"/>
                          <a:pt x="18097" y="9145"/>
                          <a:pt x="21621" y="188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75" name="Forme libre : forme 17674">
                    <a:extLst>
                      <a:ext uri="{FF2B5EF4-FFF2-40B4-BE49-F238E27FC236}">
                        <a16:creationId xmlns:a16="http://schemas.microsoft.com/office/drawing/2014/main" id="{66D369C0-491C-4E1E-9B17-1917712F12B7}"/>
                      </a:ext>
                    </a:extLst>
                  </p:cNvPr>
                  <p:cNvSpPr/>
                  <p:nvPr/>
                </p:nvSpPr>
                <p:spPr>
                  <a:xfrm>
                    <a:off x="6954015" y="4016121"/>
                    <a:ext cx="32290" cy="31337"/>
                  </a:xfrm>
                  <a:custGeom>
                    <a:avLst/>
                    <a:gdLst>
                      <a:gd name="connsiteX0" fmla="*/ 2 w 32290"/>
                      <a:gd name="connsiteY0" fmla="*/ 15335 h 31337"/>
                      <a:gd name="connsiteX1" fmla="*/ 16480 w 32290"/>
                      <a:gd name="connsiteY1" fmla="*/ 31337 h 31337"/>
                      <a:gd name="connsiteX2" fmla="*/ 32291 w 32290"/>
                      <a:gd name="connsiteY2" fmla="*/ 17812 h 31337"/>
                      <a:gd name="connsiteX3" fmla="*/ 10669 w 32290"/>
                      <a:gd name="connsiteY3" fmla="*/ 0 h 31337"/>
                      <a:gd name="connsiteX4" fmla="*/ 2 w 32290"/>
                      <a:gd name="connsiteY4" fmla="*/ 15335 h 31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90" h="31337">
                        <a:moveTo>
                          <a:pt x="2" y="15335"/>
                        </a:moveTo>
                        <a:cubicBezTo>
                          <a:pt x="96" y="24289"/>
                          <a:pt x="7526" y="31432"/>
                          <a:pt x="16480" y="31337"/>
                        </a:cubicBezTo>
                        <a:cubicBezTo>
                          <a:pt x="24480" y="31242"/>
                          <a:pt x="30958" y="25336"/>
                          <a:pt x="32291" y="17812"/>
                        </a:cubicBezTo>
                        <a:cubicBezTo>
                          <a:pt x="28767" y="8096"/>
                          <a:pt x="20766" y="2667"/>
                          <a:pt x="10669" y="0"/>
                        </a:cubicBezTo>
                        <a:cubicBezTo>
                          <a:pt x="4287" y="2286"/>
                          <a:pt x="-94" y="8287"/>
                          <a:pt x="2" y="1533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76" name="Forme libre : forme 17675">
                    <a:extLst>
                      <a:ext uri="{FF2B5EF4-FFF2-40B4-BE49-F238E27FC236}">
                        <a16:creationId xmlns:a16="http://schemas.microsoft.com/office/drawing/2014/main" id="{977E7460-6A34-4022-AD3D-F0820B9B6ED0}"/>
                      </a:ext>
                    </a:extLst>
                  </p:cNvPr>
                  <p:cNvSpPr/>
                  <p:nvPr/>
                </p:nvSpPr>
                <p:spPr>
                  <a:xfrm>
                    <a:off x="7001165" y="4051744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4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77" name="Forme libre : forme 17676">
                    <a:extLst>
                      <a:ext uri="{FF2B5EF4-FFF2-40B4-BE49-F238E27FC236}">
                        <a16:creationId xmlns:a16="http://schemas.microsoft.com/office/drawing/2014/main" id="{19D27BAC-40B4-4468-BF15-922AC497F390}"/>
                      </a:ext>
                    </a:extLst>
                  </p:cNvPr>
                  <p:cNvSpPr/>
                  <p:nvPr/>
                </p:nvSpPr>
                <p:spPr>
                  <a:xfrm>
                    <a:off x="6754943" y="4238529"/>
                    <a:ext cx="2197" cy="9715"/>
                  </a:xfrm>
                  <a:custGeom>
                    <a:avLst/>
                    <a:gdLst>
                      <a:gd name="connsiteX0" fmla="*/ 0 w 2197"/>
                      <a:gd name="connsiteY0" fmla="*/ 9716 h 9715"/>
                      <a:gd name="connsiteX1" fmla="*/ 2191 w 2197"/>
                      <a:gd name="connsiteY1" fmla="*/ 1429 h 9715"/>
                      <a:gd name="connsiteX2" fmla="*/ 2000 w 2197"/>
                      <a:gd name="connsiteY2" fmla="*/ 0 h 9715"/>
                      <a:gd name="connsiteX3" fmla="*/ 667 w 2197"/>
                      <a:gd name="connsiteY3" fmla="*/ 6001 h 9715"/>
                      <a:gd name="connsiteX4" fmla="*/ 0 w 2197"/>
                      <a:gd name="connsiteY4" fmla="*/ 9716 h 9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7" h="9715">
                        <a:moveTo>
                          <a:pt x="0" y="9716"/>
                        </a:moveTo>
                        <a:cubicBezTo>
                          <a:pt x="1429" y="7239"/>
                          <a:pt x="2286" y="4477"/>
                          <a:pt x="2191" y="1429"/>
                        </a:cubicBezTo>
                        <a:cubicBezTo>
                          <a:pt x="2191" y="953"/>
                          <a:pt x="2095" y="476"/>
                          <a:pt x="2000" y="0"/>
                        </a:cubicBezTo>
                        <a:lnTo>
                          <a:pt x="667" y="6001"/>
                        </a:lnTo>
                        <a:cubicBezTo>
                          <a:pt x="476" y="7239"/>
                          <a:pt x="191" y="8477"/>
                          <a:pt x="0" y="97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78" name="Forme libre : forme 17677">
                    <a:extLst>
                      <a:ext uri="{FF2B5EF4-FFF2-40B4-BE49-F238E27FC236}">
                        <a16:creationId xmlns:a16="http://schemas.microsoft.com/office/drawing/2014/main" id="{7DF4DCA9-E95E-47F7-8F01-A5E186BEE0EF}"/>
                      </a:ext>
                    </a:extLst>
                  </p:cNvPr>
                  <p:cNvSpPr/>
                  <p:nvPr/>
                </p:nvSpPr>
                <p:spPr>
                  <a:xfrm>
                    <a:off x="6724748" y="4223860"/>
                    <a:ext cx="32290" cy="32481"/>
                  </a:xfrm>
                  <a:custGeom>
                    <a:avLst/>
                    <a:gdLst>
                      <a:gd name="connsiteX0" fmla="*/ 16003 w 32290"/>
                      <a:gd name="connsiteY0" fmla="*/ 1 h 32481"/>
                      <a:gd name="connsiteX1" fmla="*/ 1 w 32290"/>
                      <a:gd name="connsiteY1" fmla="*/ 16479 h 32481"/>
                      <a:gd name="connsiteX2" fmla="*/ 16479 w 32290"/>
                      <a:gd name="connsiteY2" fmla="*/ 32481 h 32481"/>
                      <a:gd name="connsiteX3" fmla="*/ 30290 w 32290"/>
                      <a:gd name="connsiteY3" fmla="*/ 24290 h 32481"/>
                      <a:gd name="connsiteX4" fmla="*/ 30957 w 32290"/>
                      <a:gd name="connsiteY4" fmla="*/ 20575 h 32481"/>
                      <a:gd name="connsiteX5" fmla="*/ 32290 w 32290"/>
                      <a:gd name="connsiteY5" fmla="*/ 14574 h 32481"/>
                      <a:gd name="connsiteX6" fmla="*/ 16003 w 32290"/>
                      <a:gd name="connsiteY6" fmla="*/ 1 h 3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290" h="32481">
                        <a:moveTo>
                          <a:pt x="16003" y="1"/>
                        </a:moveTo>
                        <a:cubicBezTo>
                          <a:pt x="7049" y="96"/>
                          <a:pt x="-94" y="7526"/>
                          <a:pt x="1" y="16479"/>
                        </a:cubicBezTo>
                        <a:cubicBezTo>
                          <a:pt x="96" y="25433"/>
                          <a:pt x="7525" y="32576"/>
                          <a:pt x="16479" y="32481"/>
                        </a:cubicBezTo>
                        <a:cubicBezTo>
                          <a:pt x="22384" y="32386"/>
                          <a:pt x="27528" y="29148"/>
                          <a:pt x="30290" y="24290"/>
                        </a:cubicBezTo>
                        <a:cubicBezTo>
                          <a:pt x="30480" y="23051"/>
                          <a:pt x="30767" y="21813"/>
                          <a:pt x="30957" y="20575"/>
                        </a:cubicBezTo>
                        <a:lnTo>
                          <a:pt x="32290" y="14574"/>
                        </a:lnTo>
                        <a:cubicBezTo>
                          <a:pt x="31338" y="6383"/>
                          <a:pt x="24385" y="-94"/>
                          <a:pt x="1600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79" name="Forme libre : forme 17678">
                    <a:extLst>
                      <a:ext uri="{FF2B5EF4-FFF2-40B4-BE49-F238E27FC236}">
                        <a16:creationId xmlns:a16="http://schemas.microsoft.com/office/drawing/2014/main" id="{D92BBCF6-D0C2-476E-8E1A-F0FD9947875F}"/>
                      </a:ext>
                    </a:extLst>
                  </p:cNvPr>
                  <p:cNvSpPr/>
                  <p:nvPr/>
                </p:nvSpPr>
                <p:spPr>
                  <a:xfrm>
                    <a:off x="6771803" y="4260627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80" name="Forme libre : forme 17679">
                    <a:extLst>
                      <a:ext uri="{FF2B5EF4-FFF2-40B4-BE49-F238E27FC236}">
                        <a16:creationId xmlns:a16="http://schemas.microsoft.com/office/drawing/2014/main" id="{A4188486-D79F-4818-951D-F0D8663C1285}"/>
                      </a:ext>
                    </a:extLst>
                  </p:cNvPr>
                  <p:cNvSpPr/>
                  <p:nvPr/>
                </p:nvSpPr>
                <p:spPr>
                  <a:xfrm>
                    <a:off x="6523962" y="4125276"/>
                    <a:ext cx="19716" cy="30004"/>
                  </a:xfrm>
                  <a:custGeom>
                    <a:avLst/>
                    <a:gdLst>
                      <a:gd name="connsiteX0" fmla="*/ 3238 w 19716"/>
                      <a:gd name="connsiteY0" fmla="*/ 1 h 30004"/>
                      <a:gd name="connsiteX1" fmla="*/ 0 w 19716"/>
                      <a:gd name="connsiteY1" fmla="*/ 382 h 30004"/>
                      <a:gd name="connsiteX2" fmla="*/ 11906 w 19716"/>
                      <a:gd name="connsiteY2" fmla="*/ 30005 h 30004"/>
                      <a:gd name="connsiteX3" fmla="*/ 19717 w 19716"/>
                      <a:gd name="connsiteY3" fmla="*/ 16003 h 30004"/>
                      <a:gd name="connsiteX4" fmla="*/ 3238 w 19716"/>
                      <a:gd name="connsiteY4" fmla="*/ 1 h 30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716" h="30004">
                        <a:moveTo>
                          <a:pt x="3238" y="1"/>
                        </a:moveTo>
                        <a:cubicBezTo>
                          <a:pt x="2095" y="1"/>
                          <a:pt x="1048" y="191"/>
                          <a:pt x="0" y="382"/>
                        </a:cubicBezTo>
                        <a:cubicBezTo>
                          <a:pt x="7334" y="6859"/>
                          <a:pt x="10668" y="18098"/>
                          <a:pt x="11906" y="30005"/>
                        </a:cubicBezTo>
                        <a:cubicBezTo>
                          <a:pt x="16573" y="27147"/>
                          <a:pt x="19717" y="21908"/>
                          <a:pt x="19717" y="16003"/>
                        </a:cubicBezTo>
                        <a:cubicBezTo>
                          <a:pt x="19526" y="7145"/>
                          <a:pt x="12192" y="-94"/>
                          <a:pt x="32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81" name="Forme libre : forme 17680">
                    <a:extLst>
                      <a:ext uri="{FF2B5EF4-FFF2-40B4-BE49-F238E27FC236}">
                        <a16:creationId xmlns:a16="http://schemas.microsoft.com/office/drawing/2014/main" id="{E3FE8A3F-B851-4D7A-9B3A-2A128DCE00C9}"/>
                      </a:ext>
                    </a:extLst>
                  </p:cNvPr>
                  <p:cNvSpPr/>
                  <p:nvPr/>
                </p:nvSpPr>
                <p:spPr>
                  <a:xfrm>
                    <a:off x="6511197" y="4125658"/>
                    <a:ext cx="24766" cy="32100"/>
                  </a:xfrm>
                  <a:custGeom>
                    <a:avLst/>
                    <a:gdLst>
                      <a:gd name="connsiteX0" fmla="*/ 1 w 24766"/>
                      <a:gd name="connsiteY0" fmla="*/ 16097 h 32100"/>
                      <a:gd name="connsiteX1" fmla="*/ 16480 w 24766"/>
                      <a:gd name="connsiteY1" fmla="*/ 32099 h 32100"/>
                      <a:gd name="connsiteX2" fmla="*/ 24767 w 24766"/>
                      <a:gd name="connsiteY2" fmla="*/ 29623 h 32100"/>
                      <a:gd name="connsiteX3" fmla="*/ 12860 w 24766"/>
                      <a:gd name="connsiteY3" fmla="*/ 0 h 32100"/>
                      <a:gd name="connsiteX4" fmla="*/ 1 w 24766"/>
                      <a:gd name="connsiteY4" fmla="*/ 16097 h 32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766" h="32100">
                        <a:moveTo>
                          <a:pt x="1" y="16097"/>
                        </a:moveTo>
                        <a:cubicBezTo>
                          <a:pt x="97" y="25051"/>
                          <a:pt x="7526" y="32194"/>
                          <a:pt x="16480" y="32099"/>
                        </a:cubicBezTo>
                        <a:cubicBezTo>
                          <a:pt x="19528" y="32099"/>
                          <a:pt x="22290" y="31147"/>
                          <a:pt x="24767" y="29623"/>
                        </a:cubicBezTo>
                        <a:cubicBezTo>
                          <a:pt x="23528" y="17621"/>
                          <a:pt x="20194" y="6382"/>
                          <a:pt x="12860" y="0"/>
                        </a:cubicBezTo>
                        <a:cubicBezTo>
                          <a:pt x="5335" y="1619"/>
                          <a:pt x="-94" y="8287"/>
                          <a:pt x="1" y="160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82" name="Forme libre : forme 17681">
                    <a:extLst>
                      <a:ext uri="{FF2B5EF4-FFF2-40B4-BE49-F238E27FC236}">
                        <a16:creationId xmlns:a16="http://schemas.microsoft.com/office/drawing/2014/main" id="{7347D104-FE75-4099-895B-5963E7384481}"/>
                      </a:ext>
                    </a:extLst>
                  </p:cNvPr>
                  <p:cNvSpPr/>
                  <p:nvPr/>
                </p:nvSpPr>
                <p:spPr>
                  <a:xfrm>
                    <a:off x="6558252" y="4162044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83" name="Forme libre : forme 17682">
                    <a:extLst>
                      <a:ext uri="{FF2B5EF4-FFF2-40B4-BE49-F238E27FC236}">
                        <a16:creationId xmlns:a16="http://schemas.microsoft.com/office/drawing/2014/main" id="{B7F413E3-92D9-454F-AAA8-24844FCAFB0B}"/>
                      </a:ext>
                    </a:extLst>
                  </p:cNvPr>
                  <p:cNvSpPr/>
                  <p:nvPr/>
                </p:nvSpPr>
                <p:spPr>
                  <a:xfrm>
                    <a:off x="6799235" y="4080224"/>
                    <a:ext cx="14382" cy="15240"/>
                  </a:xfrm>
                  <a:custGeom>
                    <a:avLst/>
                    <a:gdLst>
                      <a:gd name="connsiteX0" fmla="*/ 0 w 14382"/>
                      <a:gd name="connsiteY0" fmla="*/ 15240 h 15240"/>
                      <a:gd name="connsiteX1" fmla="*/ 14382 w 14382"/>
                      <a:gd name="connsiteY1" fmla="*/ 0 h 15240"/>
                      <a:gd name="connsiteX2" fmla="*/ 0 w 14382"/>
                      <a:gd name="connsiteY2" fmla="*/ 15240 h 15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382" h="15240">
                        <a:moveTo>
                          <a:pt x="0" y="15240"/>
                        </a:moveTo>
                        <a:cubicBezTo>
                          <a:pt x="7905" y="14383"/>
                          <a:pt x="14001" y="7906"/>
                          <a:pt x="14382" y="0"/>
                        </a:cubicBezTo>
                        <a:cubicBezTo>
                          <a:pt x="12096" y="6763"/>
                          <a:pt x="5905" y="11525"/>
                          <a:pt x="0" y="152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84" name="Forme libre : forme 17683">
                    <a:extLst>
                      <a:ext uri="{FF2B5EF4-FFF2-40B4-BE49-F238E27FC236}">
                        <a16:creationId xmlns:a16="http://schemas.microsoft.com/office/drawing/2014/main" id="{91384948-49FE-4272-AC02-6B063D6B5654}"/>
                      </a:ext>
                    </a:extLst>
                  </p:cNvPr>
                  <p:cNvSpPr/>
                  <p:nvPr/>
                </p:nvSpPr>
                <p:spPr>
                  <a:xfrm>
                    <a:off x="6781231" y="4063173"/>
                    <a:ext cx="32480" cy="32482"/>
                  </a:xfrm>
                  <a:custGeom>
                    <a:avLst/>
                    <a:gdLst>
                      <a:gd name="connsiteX0" fmla="*/ 16003 w 32480"/>
                      <a:gd name="connsiteY0" fmla="*/ 1 h 32482"/>
                      <a:gd name="connsiteX1" fmla="*/ 1 w 32480"/>
                      <a:gd name="connsiteY1" fmla="*/ 16479 h 32482"/>
                      <a:gd name="connsiteX2" fmla="*/ 16479 w 32480"/>
                      <a:gd name="connsiteY2" fmla="*/ 32481 h 32482"/>
                      <a:gd name="connsiteX3" fmla="*/ 18003 w 32480"/>
                      <a:gd name="connsiteY3" fmla="*/ 32291 h 32482"/>
                      <a:gd name="connsiteX4" fmla="*/ 32386 w 32480"/>
                      <a:gd name="connsiteY4" fmla="*/ 17051 h 32482"/>
                      <a:gd name="connsiteX5" fmla="*/ 32481 w 32480"/>
                      <a:gd name="connsiteY5" fmla="*/ 16003 h 32482"/>
                      <a:gd name="connsiteX6" fmla="*/ 16003 w 32480"/>
                      <a:gd name="connsiteY6" fmla="*/ 1 h 3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480" h="32482">
                        <a:moveTo>
                          <a:pt x="16003" y="1"/>
                        </a:moveTo>
                        <a:cubicBezTo>
                          <a:pt x="7049" y="96"/>
                          <a:pt x="-94" y="7526"/>
                          <a:pt x="1" y="16479"/>
                        </a:cubicBezTo>
                        <a:cubicBezTo>
                          <a:pt x="96" y="25433"/>
                          <a:pt x="7525" y="32577"/>
                          <a:pt x="16479" y="32481"/>
                        </a:cubicBezTo>
                        <a:cubicBezTo>
                          <a:pt x="17050" y="32481"/>
                          <a:pt x="17527" y="32386"/>
                          <a:pt x="18003" y="32291"/>
                        </a:cubicBezTo>
                        <a:cubicBezTo>
                          <a:pt x="24004" y="28576"/>
                          <a:pt x="30195" y="23813"/>
                          <a:pt x="32386" y="17051"/>
                        </a:cubicBezTo>
                        <a:cubicBezTo>
                          <a:pt x="32386" y="16670"/>
                          <a:pt x="32481" y="16384"/>
                          <a:pt x="32481" y="16003"/>
                        </a:cubicBezTo>
                        <a:cubicBezTo>
                          <a:pt x="32291" y="7050"/>
                          <a:pt x="24956" y="-94"/>
                          <a:pt x="1600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85" name="Forme libre : forme 17684">
                    <a:extLst>
                      <a:ext uri="{FF2B5EF4-FFF2-40B4-BE49-F238E27FC236}">
                        <a16:creationId xmlns:a16="http://schemas.microsoft.com/office/drawing/2014/main" id="{46339CB6-22C2-441C-817F-65873CA41CCE}"/>
                      </a:ext>
                    </a:extLst>
                  </p:cNvPr>
                  <p:cNvSpPr/>
                  <p:nvPr/>
                </p:nvSpPr>
                <p:spPr>
                  <a:xfrm>
                    <a:off x="6828286" y="4099941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86" name="Forme libre : forme 17685">
                    <a:extLst>
                      <a:ext uri="{FF2B5EF4-FFF2-40B4-BE49-F238E27FC236}">
                        <a16:creationId xmlns:a16="http://schemas.microsoft.com/office/drawing/2014/main" id="{E80779EE-83D2-4546-B2E1-6AB7B763FB3F}"/>
                      </a:ext>
                    </a:extLst>
                  </p:cNvPr>
                  <p:cNvSpPr/>
                  <p:nvPr/>
                </p:nvSpPr>
                <p:spPr>
                  <a:xfrm>
                    <a:off x="7644006" y="4006499"/>
                    <a:ext cx="28575" cy="32481"/>
                  </a:xfrm>
                  <a:custGeom>
                    <a:avLst/>
                    <a:gdLst>
                      <a:gd name="connsiteX0" fmla="*/ 28575 w 28575"/>
                      <a:gd name="connsiteY0" fmla="*/ 16003 h 32481"/>
                      <a:gd name="connsiteX1" fmla="*/ 12097 w 28575"/>
                      <a:gd name="connsiteY1" fmla="*/ 1 h 32481"/>
                      <a:gd name="connsiteX2" fmla="*/ 0 w 28575"/>
                      <a:gd name="connsiteY2" fmla="*/ 5811 h 32481"/>
                      <a:gd name="connsiteX3" fmla="*/ 667 w 28575"/>
                      <a:gd name="connsiteY3" fmla="*/ 7049 h 32481"/>
                      <a:gd name="connsiteX4" fmla="*/ 10002 w 28575"/>
                      <a:gd name="connsiteY4" fmla="*/ 32291 h 32481"/>
                      <a:gd name="connsiteX5" fmla="*/ 12573 w 28575"/>
                      <a:gd name="connsiteY5" fmla="*/ 32481 h 32481"/>
                      <a:gd name="connsiteX6" fmla="*/ 28575 w 28575"/>
                      <a:gd name="connsiteY6" fmla="*/ 16003 h 3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575" h="32481">
                        <a:moveTo>
                          <a:pt x="28575" y="16003"/>
                        </a:moveTo>
                        <a:cubicBezTo>
                          <a:pt x="28480" y="7049"/>
                          <a:pt x="21050" y="-94"/>
                          <a:pt x="12097" y="1"/>
                        </a:cubicBezTo>
                        <a:cubicBezTo>
                          <a:pt x="7239" y="96"/>
                          <a:pt x="2858" y="2287"/>
                          <a:pt x="0" y="5811"/>
                        </a:cubicBezTo>
                        <a:cubicBezTo>
                          <a:pt x="191" y="6192"/>
                          <a:pt x="381" y="6668"/>
                          <a:pt x="667" y="7049"/>
                        </a:cubicBezTo>
                        <a:cubicBezTo>
                          <a:pt x="4668" y="15146"/>
                          <a:pt x="7716" y="23623"/>
                          <a:pt x="10002" y="32291"/>
                        </a:cubicBezTo>
                        <a:cubicBezTo>
                          <a:pt x="10859" y="32386"/>
                          <a:pt x="11716" y="32481"/>
                          <a:pt x="12573" y="32481"/>
                        </a:cubicBezTo>
                        <a:cubicBezTo>
                          <a:pt x="21527" y="32291"/>
                          <a:pt x="28670" y="24956"/>
                          <a:pt x="28575" y="160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87" name="Forme libre : forme 17686">
                    <a:extLst>
                      <a:ext uri="{FF2B5EF4-FFF2-40B4-BE49-F238E27FC236}">
                        <a16:creationId xmlns:a16="http://schemas.microsoft.com/office/drawing/2014/main" id="{6F875908-C933-47F5-8053-41071AD9620E}"/>
                      </a:ext>
                    </a:extLst>
                  </p:cNvPr>
                  <p:cNvSpPr/>
                  <p:nvPr/>
                </p:nvSpPr>
                <p:spPr>
                  <a:xfrm>
                    <a:off x="7640101" y="4012215"/>
                    <a:ext cx="13906" cy="26479"/>
                  </a:xfrm>
                  <a:custGeom>
                    <a:avLst/>
                    <a:gdLst>
                      <a:gd name="connsiteX0" fmla="*/ 3905 w 13906"/>
                      <a:gd name="connsiteY0" fmla="*/ 0 h 26479"/>
                      <a:gd name="connsiteX1" fmla="*/ 0 w 13906"/>
                      <a:gd name="connsiteY1" fmla="*/ 10668 h 26479"/>
                      <a:gd name="connsiteX2" fmla="*/ 13907 w 13906"/>
                      <a:gd name="connsiteY2" fmla="*/ 26479 h 26479"/>
                      <a:gd name="connsiteX3" fmla="*/ 4572 w 13906"/>
                      <a:gd name="connsiteY3" fmla="*/ 1238 h 26479"/>
                      <a:gd name="connsiteX4" fmla="*/ 3905 w 13906"/>
                      <a:gd name="connsiteY4" fmla="*/ 0 h 26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06" h="26479">
                        <a:moveTo>
                          <a:pt x="3905" y="0"/>
                        </a:moveTo>
                        <a:cubicBezTo>
                          <a:pt x="1429" y="2857"/>
                          <a:pt x="0" y="6572"/>
                          <a:pt x="0" y="10668"/>
                        </a:cubicBezTo>
                        <a:cubicBezTo>
                          <a:pt x="95" y="18764"/>
                          <a:pt x="6096" y="25337"/>
                          <a:pt x="13907" y="26479"/>
                        </a:cubicBezTo>
                        <a:cubicBezTo>
                          <a:pt x="11621" y="17907"/>
                          <a:pt x="8573" y="9334"/>
                          <a:pt x="4572" y="1238"/>
                        </a:cubicBezTo>
                        <a:cubicBezTo>
                          <a:pt x="4286" y="857"/>
                          <a:pt x="4096" y="476"/>
                          <a:pt x="390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88" name="Forme libre : forme 17687">
                    <a:extLst>
                      <a:ext uri="{FF2B5EF4-FFF2-40B4-BE49-F238E27FC236}">
                        <a16:creationId xmlns:a16="http://schemas.microsoft.com/office/drawing/2014/main" id="{FC4EC8E6-B44B-48DF-90C4-AD28A5AF2E0B}"/>
                      </a:ext>
                    </a:extLst>
                  </p:cNvPr>
                  <p:cNvSpPr/>
                  <p:nvPr/>
                </p:nvSpPr>
                <p:spPr>
                  <a:xfrm>
                    <a:off x="7687249" y="4043170"/>
                    <a:ext cx="16576" cy="16576"/>
                  </a:xfrm>
                  <a:custGeom>
                    <a:avLst/>
                    <a:gdLst>
                      <a:gd name="connsiteX0" fmla="*/ 8384 w 16576"/>
                      <a:gd name="connsiteY0" fmla="*/ 16575 h 16576"/>
                      <a:gd name="connsiteX1" fmla="*/ 16575 w 16576"/>
                      <a:gd name="connsiteY1" fmla="*/ 8193 h 16576"/>
                      <a:gd name="connsiteX2" fmla="*/ 8193 w 16576"/>
                      <a:gd name="connsiteY2" fmla="*/ 2 h 16576"/>
                      <a:gd name="connsiteX3" fmla="*/ 2 w 16576"/>
                      <a:gd name="connsiteY3" fmla="*/ 8384 h 16576"/>
                      <a:gd name="connsiteX4" fmla="*/ 8384 w 16576"/>
                      <a:gd name="connsiteY4" fmla="*/ 16575 h 16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6" h="16576">
                        <a:moveTo>
                          <a:pt x="8384" y="16575"/>
                        </a:moveTo>
                        <a:cubicBezTo>
                          <a:pt x="12956" y="16480"/>
                          <a:pt x="16671" y="12765"/>
                          <a:pt x="16575" y="8193"/>
                        </a:cubicBezTo>
                        <a:cubicBezTo>
                          <a:pt x="16480" y="3621"/>
                          <a:pt x="12765" y="-94"/>
                          <a:pt x="8193" y="2"/>
                        </a:cubicBezTo>
                        <a:cubicBezTo>
                          <a:pt x="3621" y="97"/>
                          <a:pt x="-94" y="3812"/>
                          <a:pt x="2" y="8384"/>
                        </a:cubicBezTo>
                        <a:cubicBezTo>
                          <a:pt x="97" y="12956"/>
                          <a:pt x="3811" y="16671"/>
                          <a:pt x="8384" y="165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89" name="Forme libre : forme 17688">
                    <a:extLst>
                      <a:ext uri="{FF2B5EF4-FFF2-40B4-BE49-F238E27FC236}">
                        <a16:creationId xmlns:a16="http://schemas.microsoft.com/office/drawing/2014/main" id="{E7A8767A-2C09-41C8-A09B-E685F3454B60}"/>
                      </a:ext>
                    </a:extLst>
                  </p:cNvPr>
                  <p:cNvSpPr/>
                  <p:nvPr/>
                </p:nvSpPr>
                <p:spPr>
                  <a:xfrm>
                    <a:off x="7475414" y="4274342"/>
                    <a:ext cx="32385" cy="32100"/>
                  </a:xfrm>
                  <a:custGeom>
                    <a:avLst/>
                    <a:gdLst>
                      <a:gd name="connsiteX0" fmla="*/ 11430 w 32385"/>
                      <a:gd name="connsiteY0" fmla="*/ 18479 h 32100"/>
                      <a:gd name="connsiteX1" fmla="*/ 19431 w 32385"/>
                      <a:gd name="connsiteY1" fmla="*/ 32100 h 32100"/>
                      <a:gd name="connsiteX2" fmla="*/ 32385 w 32385"/>
                      <a:gd name="connsiteY2" fmla="*/ 16003 h 32100"/>
                      <a:gd name="connsiteX3" fmla="*/ 15907 w 32385"/>
                      <a:gd name="connsiteY3" fmla="*/ 1 h 32100"/>
                      <a:gd name="connsiteX4" fmla="*/ 0 w 32385"/>
                      <a:gd name="connsiteY4" fmla="*/ 14765 h 32100"/>
                      <a:gd name="connsiteX5" fmla="*/ 11430 w 32385"/>
                      <a:gd name="connsiteY5" fmla="*/ 18479 h 32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385" h="32100">
                        <a:moveTo>
                          <a:pt x="11430" y="18479"/>
                        </a:moveTo>
                        <a:cubicBezTo>
                          <a:pt x="15335" y="21432"/>
                          <a:pt x="18288" y="26766"/>
                          <a:pt x="19431" y="32100"/>
                        </a:cubicBezTo>
                        <a:cubicBezTo>
                          <a:pt x="26861" y="30576"/>
                          <a:pt x="32480" y="23909"/>
                          <a:pt x="32385" y="16003"/>
                        </a:cubicBezTo>
                        <a:cubicBezTo>
                          <a:pt x="32289" y="7049"/>
                          <a:pt x="24860" y="-94"/>
                          <a:pt x="15907" y="1"/>
                        </a:cubicBezTo>
                        <a:cubicBezTo>
                          <a:pt x="7525" y="96"/>
                          <a:pt x="762" y="6573"/>
                          <a:pt x="0" y="14765"/>
                        </a:cubicBezTo>
                        <a:cubicBezTo>
                          <a:pt x="4381" y="15050"/>
                          <a:pt x="8287" y="16098"/>
                          <a:pt x="11430" y="184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90" name="Forme libre : forme 17689">
                    <a:extLst>
                      <a:ext uri="{FF2B5EF4-FFF2-40B4-BE49-F238E27FC236}">
                        <a16:creationId xmlns:a16="http://schemas.microsoft.com/office/drawing/2014/main" id="{3AD83D35-7D46-4775-A205-F5A933AB0862}"/>
                      </a:ext>
                    </a:extLst>
                  </p:cNvPr>
                  <p:cNvSpPr/>
                  <p:nvPr/>
                </p:nvSpPr>
                <p:spPr>
                  <a:xfrm>
                    <a:off x="7475224" y="4289012"/>
                    <a:ext cx="19526" cy="17717"/>
                  </a:xfrm>
                  <a:custGeom>
                    <a:avLst/>
                    <a:gdLst>
                      <a:gd name="connsiteX0" fmla="*/ 16478 w 19526"/>
                      <a:gd name="connsiteY0" fmla="*/ 17716 h 17717"/>
                      <a:gd name="connsiteX1" fmla="*/ 19526 w 19526"/>
                      <a:gd name="connsiteY1" fmla="*/ 17335 h 17717"/>
                      <a:gd name="connsiteX2" fmla="*/ 11525 w 19526"/>
                      <a:gd name="connsiteY2" fmla="*/ 3715 h 17717"/>
                      <a:gd name="connsiteX3" fmla="*/ 191 w 19526"/>
                      <a:gd name="connsiteY3" fmla="*/ 0 h 17717"/>
                      <a:gd name="connsiteX4" fmla="*/ 0 w 19526"/>
                      <a:gd name="connsiteY4" fmla="*/ 1714 h 17717"/>
                      <a:gd name="connsiteX5" fmla="*/ 16478 w 19526"/>
                      <a:gd name="connsiteY5" fmla="*/ 17716 h 17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526" h="17717">
                        <a:moveTo>
                          <a:pt x="16478" y="17716"/>
                        </a:moveTo>
                        <a:cubicBezTo>
                          <a:pt x="17526" y="17716"/>
                          <a:pt x="18574" y="17526"/>
                          <a:pt x="19526" y="17335"/>
                        </a:cubicBezTo>
                        <a:cubicBezTo>
                          <a:pt x="18383" y="12001"/>
                          <a:pt x="15430" y="6667"/>
                          <a:pt x="11525" y="3715"/>
                        </a:cubicBezTo>
                        <a:cubicBezTo>
                          <a:pt x="8382" y="1333"/>
                          <a:pt x="4476" y="286"/>
                          <a:pt x="191" y="0"/>
                        </a:cubicBezTo>
                        <a:cubicBezTo>
                          <a:pt x="95" y="571"/>
                          <a:pt x="0" y="1143"/>
                          <a:pt x="0" y="1714"/>
                        </a:cubicBezTo>
                        <a:cubicBezTo>
                          <a:pt x="191" y="10668"/>
                          <a:pt x="7525" y="17812"/>
                          <a:pt x="16478" y="177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91" name="Forme libre : forme 17690">
                    <a:extLst>
                      <a:ext uri="{FF2B5EF4-FFF2-40B4-BE49-F238E27FC236}">
                        <a16:creationId xmlns:a16="http://schemas.microsoft.com/office/drawing/2014/main" id="{EC2E56CF-46F1-4E47-AAA1-E308AB968067}"/>
                      </a:ext>
                    </a:extLst>
                  </p:cNvPr>
                  <p:cNvSpPr/>
                  <p:nvPr/>
                </p:nvSpPr>
                <p:spPr>
                  <a:xfrm>
                    <a:off x="7522373" y="4311013"/>
                    <a:ext cx="16575" cy="16576"/>
                  </a:xfrm>
                  <a:custGeom>
                    <a:avLst/>
                    <a:gdLst>
                      <a:gd name="connsiteX0" fmla="*/ 0 w 16575"/>
                      <a:gd name="connsiteY0" fmla="*/ 8384 h 16576"/>
                      <a:gd name="connsiteX1" fmla="*/ 8382 w 16575"/>
                      <a:gd name="connsiteY1" fmla="*/ 16575 h 16576"/>
                      <a:gd name="connsiteX2" fmla="*/ 16573 w 16575"/>
                      <a:gd name="connsiteY2" fmla="*/ 8193 h 16576"/>
                      <a:gd name="connsiteX3" fmla="*/ 8191 w 16575"/>
                      <a:gd name="connsiteY3" fmla="*/ 2 h 16576"/>
                      <a:gd name="connsiteX4" fmla="*/ 0 w 16575"/>
                      <a:gd name="connsiteY4" fmla="*/ 8384 h 16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5" h="16576">
                        <a:moveTo>
                          <a:pt x="0" y="8384"/>
                        </a:moveTo>
                        <a:cubicBezTo>
                          <a:pt x="95" y="12956"/>
                          <a:pt x="3810" y="16671"/>
                          <a:pt x="8382" y="16575"/>
                        </a:cubicBezTo>
                        <a:cubicBezTo>
                          <a:pt x="12954" y="16480"/>
                          <a:pt x="16669" y="12765"/>
                          <a:pt x="16573" y="8193"/>
                        </a:cubicBezTo>
                        <a:cubicBezTo>
                          <a:pt x="16478" y="3621"/>
                          <a:pt x="12763" y="-94"/>
                          <a:pt x="8191" y="2"/>
                        </a:cubicBezTo>
                        <a:cubicBezTo>
                          <a:pt x="3620" y="97"/>
                          <a:pt x="0" y="3812"/>
                          <a:pt x="0" y="83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92" name="Forme libre : forme 17691">
                    <a:extLst>
                      <a:ext uri="{FF2B5EF4-FFF2-40B4-BE49-F238E27FC236}">
                        <a16:creationId xmlns:a16="http://schemas.microsoft.com/office/drawing/2014/main" id="{30179202-E013-43FA-B1DD-79DCFBE4D6FC}"/>
                      </a:ext>
                    </a:extLst>
                  </p:cNvPr>
                  <p:cNvSpPr/>
                  <p:nvPr/>
                </p:nvSpPr>
                <p:spPr>
                  <a:xfrm>
                    <a:off x="6970779" y="4269770"/>
                    <a:ext cx="32482" cy="32482"/>
                  </a:xfrm>
                  <a:custGeom>
                    <a:avLst/>
                    <a:gdLst>
                      <a:gd name="connsiteX0" fmla="*/ 32482 w 32482"/>
                      <a:gd name="connsiteY0" fmla="*/ 16003 h 32482"/>
                      <a:gd name="connsiteX1" fmla="*/ 16003 w 32482"/>
                      <a:gd name="connsiteY1" fmla="*/ 1 h 32482"/>
                      <a:gd name="connsiteX2" fmla="*/ 1 w 32482"/>
                      <a:gd name="connsiteY2" fmla="*/ 16479 h 32482"/>
                      <a:gd name="connsiteX3" fmla="*/ 16480 w 32482"/>
                      <a:gd name="connsiteY3" fmla="*/ 32481 h 32482"/>
                      <a:gd name="connsiteX4" fmla="*/ 32482 w 32482"/>
                      <a:gd name="connsiteY4" fmla="*/ 16003 h 3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82" h="32482">
                        <a:moveTo>
                          <a:pt x="32482" y="16003"/>
                        </a:moveTo>
                        <a:cubicBezTo>
                          <a:pt x="32386" y="7050"/>
                          <a:pt x="24956" y="-94"/>
                          <a:pt x="16003" y="1"/>
                        </a:cubicBezTo>
                        <a:cubicBezTo>
                          <a:pt x="7050" y="96"/>
                          <a:pt x="-94" y="7526"/>
                          <a:pt x="1" y="16479"/>
                        </a:cubicBezTo>
                        <a:cubicBezTo>
                          <a:pt x="96" y="25433"/>
                          <a:pt x="7526" y="32577"/>
                          <a:pt x="16480" y="32481"/>
                        </a:cubicBezTo>
                        <a:cubicBezTo>
                          <a:pt x="25433" y="32386"/>
                          <a:pt x="32577" y="24957"/>
                          <a:pt x="32482" y="160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93" name="Forme libre : forme 17692">
                    <a:extLst>
                      <a:ext uri="{FF2B5EF4-FFF2-40B4-BE49-F238E27FC236}">
                        <a16:creationId xmlns:a16="http://schemas.microsoft.com/office/drawing/2014/main" id="{8D3BA8DD-E0D2-41E6-A2FD-8DB71C0A49AB}"/>
                      </a:ext>
                    </a:extLst>
                  </p:cNvPr>
                  <p:cNvSpPr/>
                  <p:nvPr/>
                </p:nvSpPr>
                <p:spPr>
                  <a:xfrm>
                    <a:off x="7017833" y="4306536"/>
                    <a:ext cx="16575" cy="16576"/>
                  </a:xfrm>
                  <a:custGeom>
                    <a:avLst/>
                    <a:gdLst>
                      <a:gd name="connsiteX0" fmla="*/ 0 w 16575"/>
                      <a:gd name="connsiteY0" fmla="*/ 8384 h 16576"/>
                      <a:gd name="connsiteX1" fmla="*/ 8382 w 16575"/>
                      <a:gd name="connsiteY1" fmla="*/ 16575 h 16576"/>
                      <a:gd name="connsiteX2" fmla="*/ 16573 w 16575"/>
                      <a:gd name="connsiteY2" fmla="*/ 8193 h 16576"/>
                      <a:gd name="connsiteX3" fmla="*/ 8192 w 16575"/>
                      <a:gd name="connsiteY3" fmla="*/ 2 h 16576"/>
                      <a:gd name="connsiteX4" fmla="*/ 0 w 16575"/>
                      <a:gd name="connsiteY4" fmla="*/ 8384 h 16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5" h="16576">
                        <a:moveTo>
                          <a:pt x="0" y="8384"/>
                        </a:moveTo>
                        <a:cubicBezTo>
                          <a:pt x="95" y="12956"/>
                          <a:pt x="3810" y="16671"/>
                          <a:pt x="8382" y="16575"/>
                        </a:cubicBezTo>
                        <a:cubicBezTo>
                          <a:pt x="12954" y="16480"/>
                          <a:pt x="16669" y="12765"/>
                          <a:pt x="16573" y="8193"/>
                        </a:cubicBezTo>
                        <a:cubicBezTo>
                          <a:pt x="16479" y="3621"/>
                          <a:pt x="12764" y="-94"/>
                          <a:pt x="8192" y="2"/>
                        </a:cubicBezTo>
                        <a:cubicBezTo>
                          <a:pt x="3620" y="97"/>
                          <a:pt x="0" y="3812"/>
                          <a:pt x="0" y="83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94" name="Forme libre : forme 17693">
                    <a:extLst>
                      <a:ext uri="{FF2B5EF4-FFF2-40B4-BE49-F238E27FC236}">
                        <a16:creationId xmlns:a16="http://schemas.microsoft.com/office/drawing/2014/main" id="{CC594D91-1EC9-4E0C-9055-889E3C22926B}"/>
                      </a:ext>
                    </a:extLst>
                  </p:cNvPr>
                  <p:cNvSpPr/>
                  <p:nvPr/>
                </p:nvSpPr>
                <p:spPr>
                  <a:xfrm>
                    <a:off x="6307364" y="4242148"/>
                    <a:ext cx="32480" cy="32482"/>
                  </a:xfrm>
                  <a:custGeom>
                    <a:avLst/>
                    <a:gdLst>
                      <a:gd name="connsiteX0" fmla="*/ 0 w 32480"/>
                      <a:gd name="connsiteY0" fmla="*/ 16479 h 32482"/>
                      <a:gd name="connsiteX1" fmla="*/ 16478 w 32480"/>
                      <a:gd name="connsiteY1" fmla="*/ 32481 h 32482"/>
                      <a:gd name="connsiteX2" fmla="*/ 32480 w 32480"/>
                      <a:gd name="connsiteY2" fmla="*/ 16003 h 32482"/>
                      <a:gd name="connsiteX3" fmla="*/ 16002 w 32480"/>
                      <a:gd name="connsiteY3" fmla="*/ 1 h 32482"/>
                      <a:gd name="connsiteX4" fmla="*/ 2095 w 32480"/>
                      <a:gd name="connsiteY4" fmla="*/ 8288 h 32482"/>
                      <a:gd name="connsiteX5" fmla="*/ 0 w 32480"/>
                      <a:gd name="connsiteY5" fmla="*/ 16479 h 3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480" h="32482">
                        <a:moveTo>
                          <a:pt x="0" y="16479"/>
                        </a:moveTo>
                        <a:cubicBezTo>
                          <a:pt x="95" y="25433"/>
                          <a:pt x="7525" y="32577"/>
                          <a:pt x="16478" y="32481"/>
                        </a:cubicBezTo>
                        <a:cubicBezTo>
                          <a:pt x="25432" y="32386"/>
                          <a:pt x="32575" y="24956"/>
                          <a:pt x="32480" y="16003"/>
                        </a:cubicBezTo>
                        <a:cubicBezTo>
                          <a:pt x="32385" y="7049"/>
                          <a:pt x="24955" y="-94"/>
                          <a:pt x="16002" y="1"/>
                        </a:cubicBezTo>
                        <a:cubicBezTo>
                          <a:pt x="11335" y="2763"/>
                          <a:pt x="6762" y="5526"/>
                          <a:pt x="2095" y="8288"/>
                        </a:cubicBezTo>
                        <a:cubicBezTo>
                          <a:pt x="762" y="10764"/>
                          <a:pt x="0" y="13527"/>
                          <a:pt x="0" y="164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95" name="Forme libre : forme 17694">
                    <a:extLst>
                      <a:ext uri="{FF2B5EF4-FFF2-40B4-BE49-F238E27FC236}">
                        <a16:creationId xmlns:a16="http://schemas.microsoft.com/office/drawing/2014/main" id="{5732E36C-2B9E-46E0-9788-0CED22BCF994}"/>
                      </a:ext>
                    </a:extLst>
                  </p:cNvPr>
                  <p:cNvSpPr/>
                  <p:nvPr/>
                </p:nvSpPr>
                <p:spPr>
                  <a:xfrm>
                    <a:off x="6309554" y="4242244"/>
                    <a:ext cx="13906" cy="8286"/>
                  </a:xfrm>
                  <a:custGeom>
                    <a:avLst/>
                    <a:gdLst>
                      <a:gd name="connsiteX0" fmla="*/ 0 w 13906"/>
                      <a:gd name="connsiteY0" fmla="*/ 8287 h 8286"/>
                      <a:gd name="connsiteX1" fmla="*/ 13907 w 13906"/>
                      <a:gd name="connsiteY1" fmla="*/ 0 h 8286"/>
                      <a:gd name="connsiteX2" fmla="*/ 0 w 13906"/>
                      <a:gd name="connsiteY2" fmla="*/ 8287 h 8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906" h="8286">
                        <a:moveTo>
                          <a:pt x="0" y="8287"/>
                        </a:moveTo>
                        <a:cubicBezTo>
                          <a:pt x="4667" y="5524"/>
                          <a:pt x="9240" y="2762"/>
                          <a:pt x="13907" y="0"/>
                        </a:cubicBezTo>
                        <a:cubicBezTo>
                          <a:pt x="7811" y="0"/>
                          <a:pt x="2667" y="3429"/>
                          <a:pt x="0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96" name="Forme libre : forme 17695">
                    <a:extLst>
                      <a:ext uri="{FF2B5EF4-FFF2-40B4-BE49-F238E27FC236}">
                        <a16:creationId xmlns:a16="http://schemas.microsoft.com/office/drawing/2014/main" id="{BDE3DB40-CDB3-432F-A814-44077A8BCC31}"/>
                      </a:ext>
                    </a:extLst>
                  </p:cNvPr>
                  <p:cNvSpPr/>
                  <p:nvPr/>
                </p:nvSpPr>
                <p:spPr>
                  <a:xfrm>
                    <a:off x="6354512" y="427891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4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97" name="Forme libre : forme 17696">
                    <a:extLst>
                      <a:ext uri="{FF2B5EF4-FFF2-40B4-BE49-F238E27FC236}">
                        <a16:creationId xmlns:a16="http://schemas.microsoft.com/office/drawing/2014/main" id="{7288C028-7052-4CC9-A022-1AA02CBF0A1E}"/>
                      </a:ext>
                    </a:extLst>
                  </p:cNvPr>
                  <p:cNvSpPr/>
                  <p:nvPr/>
                </p:nvSpPr>
                <p:spPr>
                  <a:xfrm>
                    <a:off x="3610070" y="4176521"/>
                    <a:ext cx="32484" cy="32482"/>
                  </a:xfrm>
                  <a:custGeom>
                    <a:avLst/>
                    <a:gdLst>
                      <a:gd name="connsiteX0" fmla="*/ 4 w 32484"/>
                      <a:gd name="connsiteY0" fmla="*/ 16479 h 32482"/>
                      <a:gd name="connsiteX1" fmla="*/ 16482 w 32484"/>
                      <a:gd name="connsiteY1" fmla="*/ 32481 h 32482"/>
                      <a:gd name="connsiteX2" fmla="*/ 32484 w 32484"/>
                      <a:gd name="connsiteY2" fmla="*/ 16003 h 32482"/>
                      <a:gd name="connsiteX3" fmla="*/ 16006 w 32484"/>
                      <a:gd name="connsiteY3" fmla="*/ 1 h 32482"/>
                      <a:gd name="connsiteX4" fmla="*/ 4 w 32484"/>
                      <a:gd name="connsiteY4" fmla="*/ 16479 h 3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84" h="32482">
                        <a:moveTo>
                          <a:pt x="4" y="16479"/>
                        </a:moveTo>
                        <a:cubicBezTo>
                          <a:pt x="99" y="25433"/>
                          <a:pt x="7529" y="32576"/>
                          <a:pt x="16482" y="32481"/>
                        </a:cubicBezTo>
                        <a:cubicBezTo>
                          <a:pt x="25436" y="32386"/>
                          <a:pt x="32579" y="24956"/>
                          <a:pt x="32484" y="16003"/>
                        </a:cubicBezTo>
                        <a:cubicBezTo>
                          <a:pt x="32389" y="7049"/>
                          <a:pt x="24959" y="-94"/>
                          <a:pt x="16006" y="1"/>
                        </a:cubicBezTo>
                        <a:cubicBezTo>
                          <a:pt x="7052" y="96"/>
                          <a:pt x="-187" y="7525"/>
                          <a:pt x="4" y="164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98" name="Forme libre : forme 17697">
                    <a:extLst>
                      <a:ext uri="{FF2B5EF4-FFF2-40B4-BE49-F238E27FC236}">
                        <a16:creationId xmlns:a16="http://schemas.microsoft.com/office/drawing/2014/main" id="{6EB59990-7A02-4C75-95A9-771DC9628067}"/>
                      </a:ext>
                    </a:extLst>
                  </p:cNvPr>
                  <p:cNvSpPr/>
                  <p:nvPr/>
                </p:nvSpPr>
                <p:spPr>
                  <a:xfrm>
                    <a:off x="3657126" y="4213288"/>
                    <a:ext cx="16577" cy="16575"/>
                  </a:xfrm>
                  <a:custGeom>
                    <a:avLst/>
                    <a:gdLst>
                      <a:gd name="connsiteX0" fmla="*/ 8193 w 16577"/>
                      <a:gd name="connsiteY0" fmla="*/ 0 h 16575"/>
                      <a:gd name="connsiteX1" fmla="*/ 2 w 16577"/>
                      <a:gd name="connsiteY1" fmla="*/ 8382 h 16575"/>
                      <a:gd name="connsiteX2" fmla="*/ 8384 w 16577"/>
                      <a:gd name="connsiteY2" fmla="*/ 16573 h 16575"/>
                      <a:gd name="connsiteX3" fmla="*/ 16575 w 16577"/>
                      <a:gd name="connsiteY3" fmla="*/ 8192 h 16575"/>
                      <a:gd name="connsiteX4" fmla="*/ 8193 w 16577"/>
                      <a:gd name="connsiteY4" fmla="*/ 0 h 16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7" h="16575">
                        <a:moveTo>
                          <a:pt x="8193" y="0"/>
                        </a:moveTo>
                        <a:cubicBezTo>
                          <a:pt x="3621" y="95"/>
                          <a:pt x="-93" y="3810"/>
                          <a:pt x="2" y="8382"/>
                        </a:cubicBezTo>
                        <a:cubicBezTo>
                          <a:pt x="97" y="12954"/>
                          <a:pt x="3812" y="16669"/>
                          <a:pt x="8384" y="16573"/>
                        </a:cubicBezTo>
                        <a:cubicBezTo>
                          <a:pt x="12956" y="16478"/>
                          <a:pt x="16671" y="12763"/>
                          <a:pt x="16575" y="8192"/>
                        </a:cubicBezTo>
                        <a:cubicBezTo>
                          <a:pt x="16480" y="3620"/>
                          <a:pt x="12765" y="0"/>
                          <a:pt x="819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699" name="Forme libre : forme 17698">
                    <a:extLst>
                      <a:ext uri="{FF2B5EF4-FFF2-40B4-BE49-F238E27FC236}">
                        <a16:creationId xmlns:a16="http://schemas.microsoft.com/office/drawing/2014/main" id="{BBED7A71-391C-4281-A094-DFC0507D97EE}"/>
                      </a:ext>
                    </a:extLst>
                  </p:cNvPr>
                  <p:cNvSpPr/>
                  <p:nvPr/>
                </p:nvSpPr>
                <p:spPr>
                  <a:xfrm>
                    <a:off x="1250636" y="4592478"/>
                    <a:ext cx="9715" cy="3429"/>
                  </a:xfrm>
                  <a:custGeom>
                    <a:avLst/>
                    <a:gdLst>
                      <a:gd name="connsiteX0" fmla="*/ 9716 w 9715"/>
                      <a:gd name="connsiteY0" fmla="*/ 0 h 3429"/>
                      <a:gd name="connsiteX1" fmla="*/ 0 w 9715"/>
                      <a:gd name="connsiteY1" fmla="*/ 3429 h 3429"/>
                      <a:gd name="connsiteX2" fmla="*/ 3334 w 9715"/>
                      <a:gd name="connsiteY2" fmla="*/ 3238 h 3429"/>
                      <a:gd name="connsiteX3" fmla="*/ 9716 w 9715"/>
                      <a:gd name="connsiteY3" fmla="*/ 0 h 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15" h="3429">
                        <a:moveTo>
                          <a:pt x="9716" y="0"/>
                        </a:moveTo>
                        <a:cubicBezTo>
                          <a:pt x="6477" y="1238"/>
                          <a:pt x="3238" y="2381"/>
                          <a:pt x="0" y="3429"/>
                        </a:cubicBezTo>
                        <a:cubicBezTo>
                          <a:pt x="1048" y="3334"/>
                          <a:pt x="2191" y="3334"/>
                          <a:pt x="3334" y="3238"/>
                        </a:cubicBezTo>
                        <a:cubicBezTo>
                          <a:pt x="5429" y="2191"/>
                          <a:pt x="7620" y="1143"/>
                          <a:pt x="9716" y="0"/>
                        </a:cubicBezTo>
                        <a:close/>
                      </a:path>
                    </a:pathLst>
                  </a:custGeom>
                  <a:solidFill>
                    <a:srgbClr val="D3BC5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00" name="Forme libre : forme 17699">
                    <a:extLst>
                      <a:ext uri="{FF2B5EF4-FFF2-40B4-BE49-F238E27FC236}">
                        <a16:creationId xmlns:a16="http://schemas.microsoft.com/office/drawing/2014/main" id="{5BC3C0CA-3E17-43B1-9BDA-6A48DDCBD5AD}"/>
                      </a:ext>
                    </a:extLst>
                  </p:cNvPr>
                  <p:cNvSpPr/>
                  <p:nvPr/>
                </p:nvSpPr>
                <p:spPr>
                  <a:xfrm>
                    <a:off x="1153767" y="4595812"/>
                    <a:ext cx="100107" cy="85725"/>
                  </a:xfrm>
                  <a:custGeom>
                    <a:avLst/>
                    <a:gdLst>
                      <a:gd name="connsiteX0" fmla="*/ 0 w 100107"/>
                      <a:gd name="connsiteY0" fmla="*/ 85725 h 85725"/>
                      <a:gd name="connsiteX1" fmla="*/ 58960 w 100107"/>
                      <a:gd name="connsiteY1" fmla="*/ 21907 h 85725"/>
                      <a:gd name="connsiteX2" fmla="*/ 100108 w 100107"/>
                      <a:gd name="connsiteY2" fmla="*/ 0 h 85725"/>
                      <a:gd name="connsiteX3" fmla="*/ 96774 w 100107"/>
                      <a:gd name="connsiteY3" fmla="*/ 190 h 85725"/>
                      <a:gd name="connsiteX4" fmla="*/ 95821 w 100107"/>
                      <a:gd name="connsiteY4" fmla="*/ 476 h 85725"/>
                      <a:gd name="connsiteX5" fmla="*/ 50292 w 100107"/>
                      <a:gd name="connsiteY5" fmla="*/ 13621 h 85725"/>
                      <a:gd name="connsiteX6" fmla="*/ 13811 w 100107"/>
                      <a:gd name="connsiteY6" fmla="*/ 38576 h 85725"/>
                      <a:gd name="connsiteX7" fmla="*/ 0 w 100107"/>
                      <a:gd name="connsiteY7" fmla="*/ 85725 h 85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0107" h="85725">
                        <a:moveTo>
                          <a:pt x="0" y="85725"/>
                        </a:moveTo>
                        <a:cubicBezTo>
                          <a:pt x="15145" y="63437"/>
                          <a:pt x="32004" y="39624"/>
                          <a:pt x="58960" y="21907"/>
                        </a:cubicBezTo>
                        <a:cubicBezTo>
                          <a:pt x="71914" y="13430"/>
                          <a:pt x="86201" y="6953"/>
                          <a:pt x="100108" y="0"/>
                        </a:cubicBezTo>
                        <a:cubicBezTo>
                          <a:pt x="98965" y="95"/>
                          <a:pt x="97917" y="95"/>
                          <a:pt x="96774" y="190"/>
                        </a:cubicBezTo>
                        <a:cubicBezTo>
                          <a:pt x="96488" y="286"/>
                          <a:pt x="96202" y="381"/>
                          <a:pt x="95821" y="476"/>
                        </a:cubicBezTo>
                        <a:cubicBezTo>
                          <a:pt x="80486" y="5524"/>
                          <a:pt x="65151" y="10573"/>
                          <a:pt x="50292" y="13621"/>
                        </a:cubicBezTo>
                        <a:cubicBezTo>
                          <a:pt x="36957" y="20003"/>
                          <a:pt x="24670" y="28480"/>
                          <a:pt x="13811" y="38576"/>
                        </a:cubicBezTo>
                        <a:cubicBezTo>
                          <a:pt x="17907" y="50863"/>
                          <a:pt x="9049" y="69152"/>
                          <a:pt x="0" y="85725"/>
                        </a:cubicBezTo>
                        <a:close/>
                      </a:path>
                    </a:pathLst>
                  </a:custGeom>
                  <a:solidFill>
                    <a:srgbClr val="D3BC5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01" name="Forme libre : forme 17700">
                    <a:extLst>
                      <a:ext uri="{FF2B5EF4-FFF2-40B4-BE49-F238E27FC236}">
                        <a16:creationId xmlns:a16="http://schemas.microsoft.com/office/drawing/2014/main" id="{673C39B7-C6E0-48F3-B5F0-FF968F6E6C92}"/>
                      </a:ext>
                    </a:extLst>
                  </p:cNvPr>
                  <p:cNvSpPr/>
                  <p:nvPr/>
                </p:nvSpPr>
                <p:spPr>
                  <a:xfrm>
                    <a:off x="936889" y="4725066"/>
                    <a:ext cx="171729" cy="59960"/>
                  </a:xfrm>
                  <a:custGeom>
                    <a:avLst/>
                    <a:gdLst>
                      <a:gd name="connsiteX0" fmla="*/ 103054 w 171729"/>
                      <a:gd name="connsiteY0" fmla="*/ 40386 h 59960"/>
                      <a:gd name="connsiteX1" fmla="*/ 97910 w 171729"/>
                      <a:gd name="connsiteY1" fmla="*/ 46768 h 59960"/>
                      <a:gd name="connsiteX2" fmla="*/ 118008 w 171729"/>
                      <a:gd name="connsiteY2" fmla="*/ 39148 h 59960"/>
                      <a:gd name="connsiteX3" fmla="*/ 171729 w 171729"/>
                      <a:gd name="connsiteY3" fmla="*/ 0 h 59960"/>
                      <a:gd name="connsiteX4" fmla="*/ 60001 w 171729"/>
                      <a:gd name="connsiteY4" fmla="*/ 48768 h 59960"/>
                      <a:gd name="connsiteX5" fmla="*/ 1613 w 171729"/>
                      <a:gd name="connsiteY5" fmla="*/ 51054 h 59960"/>
                      <a:gd name="connsiteX6" fmla="*/ 1327 w 171729"/>
                      <a:gd name="connsiteY6" fmla="*/ 55912 h 59960"/>
                      <a:gd name="connsiteX7" fmla="*/ 41427 w 171729"/>
                      <a:gd name="connsiteY7" fmla="*/ 58007 h 59960"/>
                      <a:gd name="connsiteX8" fmla="*/ 78098 w 171729"/>
                      <a:gd name="connsiteY8" fmla="*/ 52006 h 59960"/>
                      <a:gd name="connsiteX9" fmla="*/ 103054 w 171729"/>
                      <a:gd name="connsiteY9" fmla="*/ 40386 h 59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1729" h="59960">
                        <a:moveTo>
                          <a:pt x="103054" y="40386"/>
                        </a:moveTo>
                        <a:cubicBezTo>
                          <a:pt x="100387" y="42767"/>
                          <a:pt x="98768" y="44863"/>
                          <a:pt x="97910" y="46768"/>
                        </a:cubicBezTo>
                        <a:cubicBezTo>
                          <a:pt x="104578" y="44672"/>
                          <a:pt x="111341" y="42196"/>
                          <a:pt x="118008" y="39148"/>
                        </a:cubicBezTo>
                        <a:cubicBezTo>
                          <a:pt x="132105" y="32766"/>
                          <a:pt x="170491" y="11525"/>
                          <a:pt x="171729" y="0"/>
                        </a:cubicBezTo>
                        <a:cubicBezTo>
                          <a:pt x="136296" y="24098"/>
                          <a:pt x="98101" y="42672"/>
                          <a:pt x="60001" y="48768"/>
                        </a:cubicBezTo>
                        <a:cubicBezTo>
                          <a:pt x="39236" y="52102"/>
                          <a:pt x="20282" y="51530"/>
                          <a:pt x="1613" y="51054"/>
                        </a:cubicBezTo>
                        <a:cubicBezTo>
                          <a:pt x="-864" y="52768"/>
                          <a:pt x="-102" y="54959"/>
                          <a:pt x="1327" y="55912"/>
                        </a:cubicBezTo>
                        <a:cubicBezTo>
                          <a:pt x="9804" y="61913"/>
                          <a:pt x="26187" y="60007"/>
                          <a:pt x="41427" y="58007"/>
                        </a:cubicBezTo>
                        <a:cubicBezTo>
                          <a:pt x="53429" y="56388"/>
                          <a:pt x="65716" y="54673"/>
                          <a:pt x="78098" y="52006"/>
                        </a:cubicBezTo>
                        <a:cubicBezTo>
                          <a:pt x="83623" y="46291"/>
                          <a:pt x="97720" y="41148"/>
                          <a:pt x="103054" y="4038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02" name="Forme libre : forme 17701">
                    <a:extLst>
                      <a:ext uri="{FF2B5EF4-FFF2-40B4-BE49-F238E27FC236}">
                        <a16:creationId xmlns:a16="http://schemas.microsoft.com/office/drawing/2014/main" id="{B69BD3DE-F7F1-434A-ADEA-60EBA6CC5BB1}"/>
                      </a:ext>
                    </a:extLst>
                  </p:cNvPr>
                  <p:cNvSpPr/>
                  <p:nvPr/>
                </p:nvSpPr>
                <p:spPr>
                  <a:xfrm>
                    <a:off x="1331027" y="4574571"/>
                    <a:ext cx="172497" cy="44672"/>
                  </a:xfrm>
                  <a:custGeom>
                    <a:avLst/>
                    <a:gdLst>
                      <a:gd name="connsiteX0" fmla="*/ 21241 w 172497"/>
                      <a:gd name="connsiteY0" fmla="*/ 42386 h 44672"/>
                      <a:gd name="connsiteX1" fmla="*/ 15812 w 172497"/>
                      <a:gd name="connsiteY1" fmla="*/ 33719 h 44672"/>
                      <a:gd name="connsiteX2" fmla="*/ 23431 w 172497"/>
                      <a:gd name="connsiteY2" fmla="*/ 43053 h 44672"/>
                      <a:gd name="connsiteX3" fmla="*/ 24003 w 172497"/>
                      <a:gd name="connsiteY3" fmla="*/ 43148 h 44672"/>
                      <a:gd name="connsiteX4" fmla="*/ 36100 w 172497"/>
                      <a:gd name="connsiteY4" fmla="*/ 41243 h 44672"/>
                      <a:gd name="connsiteX5" fmla="*/ 62103 w 172497"/>
                      <a:gd name="connsiteY5" fmla="*/ 43815 h 44672"/>
                      <a:gd name="connsiteX6" fmla="*/ 56293 w 172497"/>
                      <a:gd name="connsiteY6" fmla="*/ 44672 h 44672"/>
                      <a:gd name="connsiteX7" fmla="*/ 114395 w 172497"/>
                      <a:gd name="connsiteY7" fmla="*/ 34195 h 44672"/>
                      <a:gd name="connsiteX8" fmla="*/ 172498 w 172497"/>
                      <a:gd name="connsiteY8" fmla="*/ 0 h 44672"/>
                      <a:gd name="connsiteX9" fmla="*/ 33909 w 172497"/>
                      <a:gd name="connsiteY9" fmla="*/ 35433 h 44672"/>
                      <a:gd name="connsiteX10" fmla="*/ 5239 w 172497"/>
                      <a:gd name="connsiteY10" fmla="*/ 14097 h 44672"/>
                      <a:gd name="connsiteX11" fmla="*/ 0 w 172497"/>
                      <a:gd name="connsiteY11" fmla="*/ 22288 h 44672"/>
                      <a:gd name="connsiteX12" fmla="*/ 21241 w 172497"/>
                      <a:gd name="connsiteY12" fmla="*/ 42386 h 44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2497" h="44672">
                        <a:moveTo>
                          <a:pt x="21241" y="42386"/>
                        </a:moveTo>
                        <a:lnTo>
                          <a:pt x="15812" y="33719"/>
                        </a:lnTo>
                        <a:cubicBezTo>
                          <a:pt x="19431" y="36100"/>
                          <a:pt x="21908" y="39338"/>
                          <a:pt x="23431" y="43053"/>
                        </a:cubicBezTo>
                        <a:cubicBezTo>
                          <a:pt x="23622" y="43053"/>
                          <a:pt x="23813" y="43148"/>
                          <a:pt x="24003" y="43148"/>
                        </a:cubicBezTo>
                        <a:cubicBezTo>
                          <a:pt x="28004" y="40958"/>
                          <a:pt x="32575" y="40862"/>
                          <a:pt x="36100" y="41243"/>
                        </a:cubicBezTo>
                        <a:cubicBezTo>
                          <a:pt x="44767" y="42101"/>
                          <a:pt x="53435" y="42958"/>
                          <a:pt x="62103" y="43815"/>
                        </a:cubicBezTo>
                        <a:cubicBezTo>
                          <a:pt x="60293" y="43815"/>
                          <a:pt x="58293" y="44101"/>
                          <a:pt x="56293" y="44672"/>
                        </a:cubicBezTo>
                        <a:cubicBezTo>
                          <a:pt x="74676" y="43625"/>
                          <a:pt x="94107" y="40958"/>
                          <a:pt x="114395" y="34195"/>
                        </a:cubicBezTo>
                        <a:cubicBezTo>
                          <a:pt x="135350" y="27146"/>
                          <a:pt x="157258" y="15145"/>
                          <a:pt x="172498" y="0"/>
                        </a:cubicBezTo>
                        <a:cubicBezTo>
                          <a:pt x="127063" y="30480"/>
                          <a:pt x="69247" y="45529"/>
                          <a:pt x="33909" y="35433"/>
                        </a:cubicBezTo>
                        <a:cubicBezTo>
                          <a:pt x="20574" y="31623"/>
                          <a:pt x="10858" y="24003"/>
                          <a:pt x="5239" y="14097"/>
                        </a:cubicBezTo>
                        <a:cubicBezTo>
                          <a:pt x="3334" y="16669"/>
                          <a:pt x="1524" y="19431"/>
                          <a:pt x="0" y="22288"/>
                        </a:cubicBezTo>
                        <a:cubicBezTo>
                          <a:pt x="3334" y="31528"/>
                          <a:pt x="10192" y="38862"/>
                          <a:pt x="21241" y="4238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03" name="Forme libre : forme 17702">
                    <a:extLst>
                      <a:ext uri="{FF2B5EF4-FFF2-40B4-BE49-F238E27FC236}">
                        <a16:creationId xmlns:a16="http://schemas.microsoft.com/office/drawing/2014/main" id="{892ED9E0-0D50-4CB0-9DA4-9254FA2A7D1A}"/>
                      </a:ext>
                    </a:extLst>
                  </p:cNvPr>
                  <p:cNvSpPr/>
                  <p:nvPr/>
                </p:nvSpPr>
                <p:spPr>
                  <a:xfrm>
                    <a:off x="1013104" y="4771929"/>
                    <a:ext cx="56857" cy="55721"/>
                  </a:xfrm>
                  <a:custGeom>
                    <a:avLst/>
                    <a:gdLst>
                      <a:gd name="connsiteX0" fmla="*/ 264 w 56857"/>
                      <a:gd name="connsiteY0" fmla="*/ 7715 h 55721"/>
                      <a:gd name="connsiteX1" fmla="*/ 24077 w 56857"/>
                      <a:gd name="connsiteY1" fmla="*/ 18288 h 55721"/>
                      <a:gd name="connsiteX2" fmla="*/ 55795 w 56857"/>
                      <a:gd name="connsiteY2" fmla="*/ 55721 h 55721"/>
                      <a:gd name="connsiteX3" fmla="*/ 45032 w 56857"/>
                      <a:gd name="connsiteY3" fmla="*/ 20193 h 55721"/>
                      <a:gd name="connsiteX4" fmla="*/ 21791 w 56857"/>
                      <a:gd name="connsiteY4" fmla="*/ 0 h 55721"/>
                      <a:gd name="connsiteX5" fmla="*/ 2074 w 56857"/>
                      <a:gd name="connsiteY5" fmla="*/ 5144 h 55721"/>
                      <a:gd name="connsiteX6" fmla="*/ 264 w 56857"/>
                      <a:gd name="connsiteY6" fmla="*/ 7715 h 55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857" h="55721">
                        <a:moveTo>
                          <a:pt x="264" y="7715"/>
                        </a:moveTo>
                        <a:cubicBezTo>
                          <a:pt x="-2593" y="14669"/>
                          <a:pt x="18552" y="16002"/>
                          <a:pt x="24077" y="18288"/>
                        </a:cubicBezTo>
                        <a:cubicBezTo>
                          <a:pt x="39126" y="24479"/>
                          <a:pt x="59605" y="37814"/>
                          <a:pt x="55795" y="55721"/>
                        </a:cubicBezTo>
                        <a:cubicBezTo>
                          <a:pt x="58938" y="41053"/>
                          <a:pt x="55033" y="28480"/>
                          <a:pt x="45032" y="20193"/>
                        </a:cubicBezTo>
                        <a:cubicBezTo>
                          <a:pt x="39031" y="15240"/>
                          <a:pt x="16743" y="11240"/>
                          <a:pt x="21791" y="0"/>
                        </a:cubicBezTo>
                        <a:cubicBezTo>
                          <a:pt x="15219" y="2096"/>
                          <a:pt x="8646" y="3715"/>
                          <a:pt x="2074" y="5144"/>
                        </a:cubicBezTo>
                        <a:cubicBezTo>
                          <a:pt x="1312" y="6001"/>
                          <a:pt x="645" y="6858"/>
                          <a:pt x="264" y="771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04" name="Forme libre : forme 17703">
                    <a:extLst>
                      <a:ext uri="{FF2B5EF4-FFF2-40B4-BE49-F238E27FC236}">
                        <a16:creationId xmlns:a16="http://schemas.microsoft.com/office/drawing/2014/main" id="{36AD72AF-BA6F-43B4-A0E8-D5706BB04329}"/>
                      </a:ext>
                    </a:extLst>
                  </p:cNvPr>
                  <p:cNvSpPr/>
                  <p:nvPr/>
                </p:nvSpPr>
                <p:spPr>
                  <a:xfrm>
                    <a:off x="1015178" y="4765548"/>
                    <a:ext cx="24860" cy="11525"/>
                  </a:xfrm>
                  <a:custGeom>
                    <a:avLst/>
                    <a:gdLst>
                      <a:gd name="connsiteX0" fmla="*/ 0 w 24860"/>
                      <a:gd name="connsiteY0" fmla="*/ 11525 h 11525"/>
                      <a:gd name="connsiteX1" fmla="*/ 19717 w 24860"/>
                      <a:gd name="connsiteY1" fmla="*/ 6382 h 11525"/>
                      <a:gd name="connsiteX2" fmla="*/ 24860 w 24860"/>
                      <a:gd name="connsiteY2" fmla="*/ 0 h 11525"/>
                      <a:gd name="connsiteX3" fmla="*/ 0 w 24860"/>
                      <a:gd name="connsiteY3" fmla="*/ 11525 h 11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860" h="11525">
                        <a:moveTo>
                          <a:pt x="0" y="11525"/>
                        </a:moveTo>
                        <a:cubicBezTo>
                          <a:pt x="6572" y="10096"/>
                          <a:pt x="13049" y="8477"/>
                          <a:pt x="19717" y="6382"/>
                        </a:cubicBezTo>
                        <a:cubicBezTo>
                          <a:pt x="20574" y="4477"/>
                          <a:pt x="22098" y="2381"/>
                          <a:pt x="24860" y="0"/>
                        </a:cubicBezTo>
                        <a:cubicBezTo>
                          <a:pt x="19431" y="667"/>
                          <a:pt x="5334" y="5810"/>
                          <a:pt x="0" y="1152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05" name="Forme libre : forme 17704">
                    <a:extLst>
                      <a:ext uri="{FF2B5EF4-FFF2-40B4-BE49-F238E27FC236}">
                        <a16:creationId xmlns:a16="http://schemas.microsoft.com/office/drawing/2014/main" id="{B5B6729D-41B9-4CCB-A6F7-5898853399B7}"/>
                      </a:ext>
                    </a:extLst>
                  </p:cNvPr>
                  <p:cNvSpPr/>
                  <p:nvPr/>
                </p:nvSpPr>
                <p:spPr>
                  <a:xfrm>
                    <a:off x="1711742" y="4485227"/>
                    <a:ext cx="158591" cy="94911"/>
                  </a:xfrm>
                  <a:custGeom>
                    <a:avLst/>
                    <a:gdLst>
                      <a:gd name="connsiteX0" fmla="*/ 35909 w 158591"/>
                      <a:gd name="connsiteY0" fmla="*/ 85534 h 94911"/>
                      <a:gd name="connsiteX1" fmla="*/ 0 w 158591"/>
                      <a:gd name="connsiteY1" fmla="*/ 92678 h 94911"/>
                      <a:gd name="connsiteX2" fmla="*/ 61436 w 158591"/>
                      <a:gd name="connsiteY2" fmla="*/ 82677 h 94911"/>
                      <a:gd name="connsiteX3" fmla="*/ 94107 w 158591"/>
                      <a:gd name="connsiteY3" fmla="*/ 69628 h 94911"/>
                      <a:gd name="connsiteX4" fmla="*/ 114300 w 158591"/>
                      <a:gd name="connsiteY4" fmla="*/ 80391 h 94911"/>
                      <a:gd name="connsiteX5" fmla="*/ 111538 w 158591"/>
                      <a:gd name="connsiteY5" fmla="*/ 59626 h 94911"/>
                      <a:gd name="connsiteX6" fmla="*/ 127635 w 158591"/>
                      <a:gd name="connsiteY6" fmla="*/ 40672 h 94911"/>
                      <a:gd name="connsiteX7" fmla="*/ 158591 w 158591"/>
                      <a:gd name="connsiteY7" fmla="*/ 0 h 94911"/>
                      <a:gd name="connsiteX8" fmla="*/ 144018 w 158591"/>
                      <a:gd name="connsiteY8" fmla="*/ 15335 h 94911"/>
                      <a:gd name="connsiteX9" fmla="*/ 121920 w 158591"/>
                      <a:gd name="connsiteY9" fmla="*/ 34861 h 94911"/>
                      <a:gd name="connsiteX10" fmla="*/ 72771 w 158591"/>
                      <a:gd name="connsiteY10" fmla="*/ 66199 h 94911"/>
                      <a:gd name="connsiteX11" fmla="*/ 35909 w 158591"/>
                      <a:gd name="connsiteY11" fmla="*/ 85534 h 94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8591" h="94911">
                        <a:moveTo>
                          <a:pt x="35909" y="85534"/>
                        </a:moveTo>
                        <a:cubicBezTo>
                          <a:pt x="23336" y="90773"/>
                          <a:pt x="10001" y="94107"/>
                          <a:pt x="0" y="92678"/>
                        </a:cubicBezTo>
                        <a:cubicBezTo>
                          <a:pt x="15240" y="97822"/>
                          <a:pt x="39433" y="93916"/>
                          <a:pt x="61436" y="82677"/>
                        </a:cubicBezTo>
                        <a:cubicBezTo>
                          <a:pt x="72390" y="77057"/>
                          <a:pt x="84582" y="69247"/>
                          <a:pt x="94107" y="69628"/>
                        </a:cubicBezTo>
                        <a:cubicBezTo>
                          <a:pt x="103918" y="70009"/>
                          <a:pt x="105061" y="79248"/>
                          <a:pt x="114300" y="80391"/>
                        </a:cubicBezTo>
                        <a:cubicBezTo>
                          <a:pt x="107633" y="76581"/>
                          <a:pt x="106489" y="68389"/>
                          <a:pt x="111538" y="59626"/>
                        </a:cubicBezTo>
                        <a:cubicBezTo>
                          <a:pt x="115252" y="53149"/>
                          <a:pt x="121729" y="46863"/>
                          <a:pt x="127635" y="40672"/>
                        </a:cubicBezTo>
                        <a:cubicBezTo>
                          <a:pt x="139351" y="28289"/>
                          <a:pt x="153257" y="12573"/>
                          <a:pt x="158591" y="0"/>
                        </a:cubicBezTo>
                        <a:cubicBezTo>
                          <a:pt x="152019" y="4096"/>
                          <a:pt x="148685" y="10287"/>
                          <a:pt x="144018" y="15335"/>
                        </a:cubicBezTo>
                        <a:cubicBezTo>
                          <a:pt x="137636" y="22193"/>
                          <a:pt x="130016" y="28765"/>
                          <a:pt x="121920" y="34861"/>
                        </a:cubicBezTo>
                        <a:cubicBezTo>
                          <a:pt x="106585" y="46387"/>
                          <a:pt x="89630" y="56388"/>
                          <a:pt x="72771" y="66199"/>
                        </a:cubicBezTo>
                        <a:cubicBezTo>
                          <a:pt x="60674" y="73152"/>
                          <a:pt x="48577" y="80296"/>
                          <a:pt x="35909" y="8553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06" name="Forme libre : forme 17705">
                    <a:extLst>
                      <a:ext uri="{FF2B5EF4-FFF2-40B4-BE49-F238E27FC236}">
                        <a16:creationId xmlns:a16="http://schemas.microsoft.com/office/drawing/2014/main" id="{FCA932BC-02E0-4261-8153-5973A2C08258}"/>
                      </a:ext>
                    </a:extLst>
                  </p:cNvPr>
                  <p:cNvSpPr/>
                  <p:nvPr/>
                </p:nvSpPr>
                <p:spPr>
                  <a:xfrm>
                    <a:off x="1558103" y="4506467"/>
                    <a:ext cx="13811" cy="24098"/>
                  </a:xfrm>
                  <a:custGeom>
                    <a:avLst/>
                    <a:gdLst>
                      <a:gd name="connsiteX0" fmla="*/ 13811 w 13811"/>
                      <a:gd name="connsiteY0" fmla="*/ 0 h 24098"/>
                      <a:gd name="connsiteX1" fmla="*/ 0 w 13811"/>
                      <a:gd name="connsiteY1" fmla="*/ 24098 h 24098"/>
                      <a:gd name="connsiteX2" fmla="*/ 3905 w 13811"/>
                      <a:gd name="connsiteY2" fmla="*/ 19145 h 24098"/>
                      <a:gd name="connsiteX3" fmla="*/ 13811 w 13811"/>
                      <a:gd name="connsiteY3" fmla="*/ 0 h 24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11" h="24098">
                        <a:moveTo>
                          <a:pt x="13811" y="0"/>
                        </a:moveTo>
                        <a:cubicBezTo>
                          <a:pt x="6667" y="7906"/>
                          <a:pt x="2953" y="16097"/>
                          <a:pt x="0" y="24098"/>
                        </a:cubicBezTo>
                        <a:cubicBezTo>
                          <a:pt x="1429" y="22479"/>
                          <a:pt x="2762" y="20764"/>
                          <a:pt x="3905" y="19145"/>
                        </a:cubicBezTo>
                        <a:cubicBezTo>
                          <a:pt x="8001" y="12668"/>
                          <a:pt x="8858" y="6382"/>
                          <a:pt x="13811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07" name="Forme libre : forme 17706">
                    <a:extLst>
                      <a:ext uri="{FF2B5EF4-FFF2-40B4-BE49-F238E27FC236}">
                        <a16:creationId xmlns:a16="http://schemas.microsoft.com/office/drawing/2014/main" id="{6ADE0A0F-FF19-492A-8E31-7C9D9E410782}"/>
                      </a:ext>
                    </a:extLst>
                  </p:cNvPr>
                  <p:cNvSpPr/>
                  <p:nvPr/>
                </p:nvSpPr>
                <p:spPr>
                  <a:xfrm>
                    <a:off x="1525909" y="4530471"/>
                    <a:ext cx="42386" cy="35718"/>
                  </a:xfrm>
                  <a:custGeom>
                    <a:avLst/>
                    <a:gdLst>
                      <a:gd name="connsiteX0" fmla="*/ 42386 w 42386"/>
                      <a:gd name="connsiteY0" fmla="*/ 35719 h 35718"/>
                      <a:gd name="connsiteX1" fmla="*/ 28099 w 42386"/>
                      <a:gd name="connsiteY1" fmla="*/ 14192 h 35718"/>
                      <a:gd name="connsiteX2" fmla="*/ 30766 w 42386"/>
                      <a:gd name="connsiteY2" fmla="*/ 3810 h 35718"/>
                      <a:gd name="connsiteX3" fmla="*/ 32195 w 42386"/>
                      <a:gd name="connsiteY3" fmla="*/ 0 h 35718"/>
                      <a:gd name="connsiteX4" fmla="*/ 26194 w 42386"/>
                      <a:gd name="connsiteY4" fmla="*/ 6477 h 35718"/>
                      <a:gd name="connsiteX5" fmla="*/ 0 w 42386"/>
                      <a:gd name="connsiteY5" fmla="*/ 31813 h 35718"/>
                      <a:gd name="connsiteX6" fmla="*/ 21717 w 42386"/>
                      <a:gd name="connsiteY6" fmla="*/ 22098 h 35718"/>
                      <a:gd name="connsiteX7" fmla="*/ 42386 w 42386"/>
                      <a:gd name="connsiteY7" fmla="*/ 35719 h 35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386" h="35718">
                        <a:moveTo>
                          <a:pt x="42386" y="35719"/>
                        </a:moveTo>
                        <a:cubicBezTo>
                          <a:pt x="35052" y="30194"/>
                          <a:pt x="27432" y="24098"/>
                          <a:pt x="28099" y="14192"/>
                        </a:cubicBezTo>
                        <a:cubicBezTo>
                          <a:pt x="28289" y="10954"/>
                          <a:pt x="29528" y="7334"/>
                          <a:pt x="30766" y="3810"/>
                        </a:cubicBezTo>
                        <a:cubicBezTo>
                          <a:pt x="31242" y="2572"/>
                          <a:pt x="31718" y="1333"/>
                          <a:pt x="32195" y="0"/>
                        </a:cubicBezTo>
                        <a:cubicBezTo>
                          <a:pt x="30290" y="2191"/>
                          <a:pt x="28289" y="4381"/>
                          <a:pt x="26194" y="6477"/>
                        </a:cubicBezTo>
                        <a:cubicBezTo>
                          <a:pt x="17812" y="15145"/>
                          <a:pt x="9144" y="23526"/>
                          <a:pt x="0" y="31813"/>
                        </a:cubicBezTo>
                        <a:cubicBezTo>
                          <a:pt x="5810" y="31432"/>
                          <a:pt x="15335" y="25051"/>
                          <a:pt x="21717" y="22098"/>
                        </a:cubicBezTo>
                        <a:cubicBezTo>
                          <a:pt x="23908" y="29908"/>
                          <a:pt x="31623" y="34861"/>
                          <a:pt x="42386" y="3571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08" name="Forme libre : forme 17707">
                    <a:extLst>
                      <a:ext uri="{FF2B5EF4-FFF2-40B4-BE49-F238E27FC236}">
                        <a16:creationId xmlns:a16="http://schemas.microsoft.com/office/drawing/2014/main" id="{923A3764-8DF3-481A-802A-10A598413B06}"/>
                      </a:ext>
                    </a:extLst>
                  </p:cNvPr>
                  <p:cNvSpPr/>
                  <p:nvPr/>
                </p:nvSpPr>
                <p:spPr>
                  <a:xfrm>
                    <a:off x="1143099" y="4706470"/>
                    <a:ext cx="107918" cy="99939"/>
                  </a:xfrm>
                  <a:custGeom>
                    <a:avLst/>
                    <a:gdLst>
                      <a:gd name="connsiteX0" fmla="*/ 55626 w 107918"/>
                      <a:gd name="connsiteY0" fmla="*/ 5547 h 99939"/>
                      <a:gd name="connsiteX1" fmla="*/ 80963 w 107918"/>
                      <a:gd name="connsiteY1" fmla="*/ 33075 h 99939"/>
                      <a:gd name="connsiteX2" fmla="*/ 50768 w 107918"/>
                      <a:gd name="connsiteY2" fmla="*/ 71746 h 99939"/>
                      <a:gd name="connsiteX3" fmla="*/ 0 w 107918"/>
                      <a:gd name="connsiteY3" fmla="*/ 99940 h 99939"/>
                      <a:gd name="connsiteX4" fmla="*/ 50959 w 107918"/>
                      <a:gd name="connsiteY4" fmla="*/ 75937 h 99939"/>
                      <a:gd name="connsiteX5" fmla="*/ 78676 w 107918"/>
                      <a:gd name="connsiteY5" fmla="*/ 57173 h 99939"/>
                      <a:gd name="connsiteX6" fmla="*/ 107918 w 107918"/>
                      <a:gd name="connsiteY6" fmla="*/ 48410 h 99939"/>
                      <a:gd name="connsiteX7" fmla="*/ 96869 w 107918"/>
                      <a:gd name="connsiteY7" fmla="*/ 45743 h 99939"/>
                      <a:gd name="connsiteX8" fmla="*/ 93059 w 107918"/>
                      <a:gd name="connsiteY8" fmla="*/ 27169 h 99939"/>
                      <a:gd name="connsiteX9" fmla="*/ 78010 w 107918"/>
                      <a:gd name="connsiteY9" fmla="*/ 6405 h 99939"/>
                      <a:gd name="connsiteX10" fmla="*/ 44291 w 107918"/>
                      <a:gd name="connsiteY10" fmla="*/ 594 h 99939"/>
                      <a:gd name="connsiteX11" fmla="*/ 9620 w 107918"/>
                      <a:gd name="connsiteY11" fmla="*/ 7262 h 99939"/>
                      <a:gd name="connsiteX12" fmla="*/ 55626 w 107918"/>
                      <a:gd name="connsiteY12" fmla="*/ 5547 h 9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7918" h="99939">
                        <a:moveTo>
                          <a:pt x="55626" y="5547"/>
                        </a:moveTo>
                        <a:cubicBezTo>
                          <a:pt x="72295" y="8310"/>
                          <a:pt x="84010" y="17930"/>
                          <a:pt x="80963" y="33075"/>
                        </a:cubicBezTo>
                        <a:cubicBezTo>
                          <a:pt x="78391" y="45648"/>
                          <a:pt x="66008" y="60126"/>
                          <a:pt x="50768" y="71746"/>
                        </a:cubicBezTo>
                        <a:cubicBezTo>
                          <a:pt x="35528" y="83367"/>
                          <a:pt x="17621" y="92415"/>
                          <a:pt x="0" y="99940"/>
                        </a:cubicBezTo>
                        <a:cubicBezTo>
                          <a:pt x="17240" y="94892"/>
                          <a:pt x="35052" y="86510"/>
                          <a:pt x="50959" y="75937"/>
                        </a:cubicBezTo>
                        <a:cubicBezTo>
                          <a:pt x="60293" y="69746"/>
                          <a:pt x="68961" y="62793"/>
                          <a:pt x="78676" y="57173"/>
                        </a:cubicBezTo>
                        <a:cubicBezTo>
                          <a:pt x="88392" y="51553"/>
                          <a:pt x="99917" y="47172"/>
                          <a:pt x="107918" y="48410"/>
                        </a:cubicBezTo>
                        <a:cubicBezTo>
                          <a:pt x="107442" y="45171"/>
                          <a:pt x="100870" y="46505"/>
                          <a:pt x="96869" y="45743"/>
                        </a:cubicBezTo>
                        <a:cubicBezTo>
                          <a:pt x="88773" y="44219"/>
                          <a:pt x="92392" y="34408"/>
                          <a:pt x="93059" y="27169"/>
                        </a:cubicBezTo>
                        <a:cubicBezTo>
                          <a:pt x="93917" y="17263"/>
                          <a:pt x="87439" y="10215"/>
                          <a:pt x="78010" y="6405"/>
                        </a:cubicBezTo>
                        <a:cubicBezTo>
                          <a:pt x="68580" y="2499"/>
                          <a:pt x="56483" y="1451"/>
                          <a:pt x="44291" y="594"/>
                        </a:cubicBezTo>
                        <a:cubicBezTo>
                          <a:pt x="38005" y="213"/>
                          <a:pt x="14954" y="-2358"/>
                          <a:pt x="9620" y="7262"/>
                        </a:cubicBezTo>
                        <a:cubicBezTo>
                          <a:pt x="23908" y="7929"/>
                          <a:pt x="41529" y="3261"/>
                          <a:pt x="55626" y="554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09" name="Forme libre : forme 17708">
                    <a:extLst>
                      <a:ext uri="{FF2B5EF4-FFF2-40B4-BE49-F238E27FC236}">
                        <a16:creationId xmlns:a16="http://schemas.microsoft.com/office/drawing/2014/main" id="{F81276DB-6CB8-41BC-AF2B-17707F9D1C47}"/>
                      </a:ext>
                    </a:extLst>
                  </p:cNvPr>
                  <p:cNvSpPr/>
                  <p:nvPr/>
                </p:nvSpPr>
                <p:spPr>
                  <a:xfrm>
                    <a:off x="1291784" y="4617815"/>
                    <a:ext cx="95630" cy="80962"/>
                  </a:xfrm>
                  <a:custGeom>
                    <a:avLst/>
                    <a:gdLst>
                      <a:gd name="connsiteX0" fmla="*/ 63246 w 95630"/>
                      <a:gd name="connsiteY0" fmla="*/ 0 h 80962"/>
                      <a:gd name="connsiteX1" fmla="*/ 62770 w 95630"/>
                      <a:gd name="connsiteY1" fmla="*/ 286 h 80962"/>
                      <a:gd name="connsiteX2" fmla="*/ 62103 w 95630"/>
                      <a:gd name="connsiteY2" fmla="*/ 19717 h 80962"/>
                      <a:gd name="connsiteX3" fmla="*/ 16573 w 95630"/>
                      <a:gd name="connsiteY3" fmla="*/ 70199 h 80962"/>
                      <a:gd name="connsiteX4" fmla="*/ 0 w 95630"/>
                      <a:gd name="connsiteY4" fmla="*/ 80963 h 80962"/>
                      <a:gd name="connsiteX5" fmla="*/ 56959 w 95630"/>
                      <a:gd name="connsiteY5" fmla="*/ 38386 h 80962"/>
                      <a:gd name="connsiteX6" fmla="*/ 73914 w 95630"/>
                      <a:gd name="connsiteY6" fmla="*/ 15335 h 80962"/>
                      <a:gd name="connsiteX7" fmla="*/ 95631 w 95630"/>
                      <a:gd name="connsiteY7" fmla="*/ 1524 h 80962"/>
                      <a:gd name="connsiteX8" fmla="*/ 93821 w 95630"/>
                      <a:gd name="connsiteY8" fmla="*/ 1619 h 80962"/>
                      <a:gd name="connsiteX9" fmla="*/ 63246 w 95630"/>
                      <a:gd name="connsiteY9" fmla="*/ 0 h 809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5630" h="80962">
                        <a:moveTo>
                          <a:pt x="63246" y="0"/>
                        </a:moveTo>
                        <a:cubicBezTo>
                          <a:pt x="63055" y="95"/>
                          <a:pt x="62960" y="190"/>
                          <a:pt x="62770" y="286"/>
                        </a:cubicBezTo>
                        <a:cubicBezTo>
                          <a:pt x="64865" y="5810"/>
                          <a:pt x="64770" y="12478"/>
                          <a:pt x="62103" y="19717"/>
                        </a:cubicBezTo>
                        <a:cubicBezTo>
                          <a:pt x="55721" y="36862"/>
                          <a:pt x="36766" y="54959"/>
                          <a:pt x="16573" y="70199"/>
                        </a:cubicBezTo>
                        <a:cubicBezTo>
                          <a:pt x="11335" y="74104"/>
                          <a:pt x="5810" y="77914"/>
                          <a:pt x="0" y="80963"/>
                        </a:cubicBezTo>
                        <a:cubicBezTo>
                          <a:pt x="22384" y="70390"/>
                          <a:pt x="44005" y="55340"/>
                          <a:pt x="56959" y="38386"/>
                        </a:cubicBezTo>
                        <a:cubicBezTo>
                          <a:pt x="62865" y="30671"/>
                          <a:pt x="66865" y="22860"/>
                          <a:pt x="73914" y="15335"/>
                        </a:cubicBezTo>
                        <a:cubicBezTo>
                          <a:pt x="79438" y="9430"/>
                          <a:pt x="87916" y="3620"/>
                          <a:pt x="95631" y="1524"/>
                        </a:cubicBezTo>
                        <a:cubicBezTo>
                          <a:pt x="95059" y="1524"/>
                          <a:pt x="94393" y="1619"/>
                          <a:pt x="93821" y="1619"/>
                        </a:cubicBezTo>
                        <a:cubicBezTo>
                          <a:pt x="82772" y="2191"/>
                          <a:pt x="72104" y="2191"/>
                          <a:pt x="63246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10" name="Forme libre : forme 17709">
                    <a:extLst>
                      <a:ext uri="{FF2B5EF4-FFF2-40B4-BE49-F238E27FC236}">
                        <a16:creationId xmlns:a16="http://schemas.microsoft.com/office/drawing/2014/main" id="{5C3EC2FD-7733-47D4-BD2D-699A693F99FA}"/>
                      </a:ext>
                    </a:extLst>
                  </p:cNvPr>
                  <p:cNvSpPr/>
                  <p:nvPr/>
                </p:nvSpPr>
                <p:spPr>
                  <a:xfrm>
                    <a:off x="1352173" y="4616958"/>
                    <a:ext cx="2285" cy="1714"/>
                  </a:xfrm>
                  <a:custGeom>
                    <a:avLst/>
                    <a:gdLst>
                      <a:gd name="connsiteX0" fmla="*/ 1619 w 2285"/>
                      <a:gd name="connsiteY0" fmla="*/ 571 h 1714"/>
                      <a:gd name="connsiteX1" fmla="*/ 0 w 2285"/>
                      <a:gd name="connsiteY1" fmla="*/ 0 h 1714"/>
                      <a:gd name="connsiteX2" fmla="*/ 1048 w 2285"/>
                      <a:gd name="connsiteY2" fmla="*/ 1714 h 1714"/>
                      <a:gd name="connsiteX3" fmla="*/ 2286 w 2285"/>
                      <a:gd name="connsiteY3" fmla="*/ 1048 h 1714"/>
                      <a:gd name="connsiteX4" fmla="*/ 2191 w 2285"/>
                      <a:gd name="connsiteY4" fmla="*/ 667 h 1714"/>
                      <a:gd name="connsiteX5" fmla="*/ 1619 w 2285"/>
                      <a:gd name="connsiteY5" fmla="*/ 571 h 1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85" h="1714">
                        <a:moveTo>
                          <a:pt x="1619" y="571"/>
                        </a:moveTo>
                        <a:cubicBezTo>
                          <a:pt x="1048" y="381"/>
                          <a:pt x="571" y="190"/>
                          <a:pt x="0" y="0"/>
                        </a:cubicBezTo>
                        <a:lnTo>
                          <a:pt x="1048" y="1714"/>
                        </a:lnTo>
                        <a:cubicBezTo>
                          <a:pt x="1429" y="1429"/>
                          <a:pt x="1905" y="1238"/>
                          <a:pt x="2286" y="1048"/>
                        </a:cubicBezTo>
                        <a:cubicBezTo>
                          <a:pt x="2286" y="953"/>
                          <a:pt x="2191" y="857"/>
                          <a:pt x="2191" y="667"/>
                        </a:cubicBezTo>
                        <a:cubicBezTo>
                          <a:pt x="2096" y="667"/>
                          <a:pt x="1810" y="667"/>
                          <a:pt x="1619" y="57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11" name="Forme libre : forme 17710">
                    <a:extLst>
                      <a:ext uri="{FF2B5EF4-FFF2-40B4-BE49-F238E27FC236}">
                        <a16:creationId xmlns:a16="http://schemas.microsoft.com/office/drawing/2014/main" id="{C59EFD39-3310-42B4-B624-46A505F35803}"/>
                      </a:ext>
                    </a:extLst>
                  </p:cNvPr>
                  <p:cNvSpPr/>
                  <p:nvPr/>
                </p:nvSpPr>
                <p:spPr>
                  <a:xfrm>
                    <a:off x="1282164" y="4698682"/>
                    <a:ext cx="9620" cy="4286"/>
                  </a:xfrm>
                  <a:custGeom>
                    <a:avLst/>
                    <a:gdLst>
                      <a:gd name="connsiteX0" fmla="*/ 9620 w 9620"/>
                      <a:gd name="connsiteY0" fmla="*/ 0 h 4286"/>
                      <a:gd name="connsiteX1" fmla="*/ 0 w 9620"/>
                      <a:gd name="connsiteY1" fmla="*/ 4286 h 4286"/>
                      <a:gd name="connsiteX2" fmla="*/ 9620 w 9620"/>
                      <a:gd name="connsiteY2" fmla="*/ 0 h 4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620" h="4286">
                        <a:moveTo>
                          <a:pt x="9620" y="0"/>
                        </a:moveTo>
                        <a:cubicBezTo>
                          <a:pt x="6382" y="1524"/>
                          <a:pt x="3238" y="2953"/>
                          <a:pt x="0" y="4286"/>
                        </a:cubicBezTo>
                        <a:cubicBezTo>
                          <a:pt x="3238" y="3143"/>
                          <a:pt x="6477" y="1619"/>
                          <a:pt x="962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12" name="Forme libre : forme 17711">
                    <a:extLst>
                      <a:ext uri="{FF2B5EF4-FFF2-40B4-BE49-F238E27FC236}">
                        <a16:creationId xmlns:a16="http://schemas.microsoft.com/office/drawing/2014/main" id="{F16865C1-4432-49C1-8EC0-67E38920D986}"/>
                      </a:ext>
                    </a:extLst>
                  </p:cNvPr>
                  <p:cNvSpPr/>
                  <p:nvPr/>
                </p:nvSpPr>
                <p:spPr>
                  <a:xfrm>
                    <a:off x="1355030" y="4615642"/>
                    <a:ext cx="38100" cy="4017"/>
                  </a:xfrm>
                  <a:custGeom>
                    <a:avLst/>
                    <a:gdLst>
                      <a:gd name="connsiteX0" fmla="*/ 12097 w 38100"/>
                      <a:gd name="connsiteY0" fmla="*/ 173 h 4017"/>
                      <a:gd name="connsiteX1" fmla="*/ 0 w 38100"/>
                      <a:gd name="connsiteY1" fmla="*/ 2077 h 4017"/>
                      <a:gd name="connsiteX2" fmla="*/ 30480 w 38100"/>
                      <a:gd name="connsiteY2" fmla="*/ 3697 h 4017"/>
                      <a:gd name="connsiteX3" fmla="*/ 32290 w 38100"/>
                      <a:gd name="connsiteY3" fmla="*/ 3602 h 4017"/>
                      <a:gd name="connsiteX4" fmla="*/ 38100 w 38100"/>
                      <a:gd name="connsiteY4" fmla="*/ 2744 h 4017"/>
                      <a:gd name="connsiteX5" fmla="*/ 12097 w 38100"/>
                      <a:gd name="connsiteY5" fmla="*/ 173 h 4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100" h="4017">
                        <a:moveTo>
                          <a:pt x="12097" y="173"/>
                        </a:moveTo>
                        <a:cubicBezTo>
                          <a:pt x="8477" y="-208"/>
                          <a:pt x="4000" y="-113"/>
                          <a:pt x="0" y="2077"/>
                        </a:cubicBezTo>
                        <a:cubicBezTo>
                          <a:pt x="8858" y="4268"/>
                          <a:pt x="19621" y="4268"/>
                          <a:pt x="30480" y="3697"/>
                        </a:cubicBezTo>
                        <a:cubicBezTo>
                          <a:pt x="31051" y="3697"/>
                          <a:pt x="31718" y="3602"/>
                          <a:pt x="32290" y="3602"/>
                        </a:cubicBezTo>
                        <a:cubicBezTo>
                          <a:pt x="34290" y="3030"/>
                          <a:pt x="36290" y="2744"/>
                          <a:pt x="38100" y="2744"/>
                        </a:cubicBezTo>
                        <a:cubicBezTo>
                          <a:pt x="29432" y="1887"/>
                          <a:pt x="20764" y="1030"/>
                          <a:pt x="12097" y="17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13" name="Forme libre : forme 17712">
                    <a:extLst>
                      <a:ext uri="{FF2B5EF4-FFF2-40B4-BE49-F238E27FC236}">
                        <a16:creationId xmlns:a16="http://schemas.microsoft.com/office/drawing/2014/main" id="{C98E5A8A-E1AF-40F0-9E2D-4304AD4094A3}"/>
                      </a:ext>
                    </a:extLst>
                  </p:cNvPr>
                  <p:cNvSpPr/>
                  <p:nvPr/>
                </p:nvSpPr>
                <p:spPr>
                  <a:xfrm>
                    <a:off x="1346839" y="4608385"/>
                    <a:ext cx="7619" cy="9334"/>
                  </a:xfrm>
                  <a:custGeom>
                    <a:avLst/>
                    <a:gdLst>
                      <a:gd name="connsiteX0" fmla="*/ 7620 w 7619"/>
                      <a:gd name="connsiteY0" fmla="*/ 9334 h 9334"/>
                      <a:gd name="connsiteX1" fmla="*/ 0 w 7619"/>
                      <a:gd name="connsiteY1" fmla="*/ 0 h 9334"/>
                      <a:gd name="connsiteX2" fmla="*/ 5429 w 7619"/>
                      <a:gd name="connsiteY2" fmla="*/ 8668 h 9334"/>
                      <a:gd name="connsiteX3" fmla="*/ 7048 w 7619"/>
                      <a:gd name="connsiteY3" fmla="*/ 9239 h 9334"/>
                      <a:gd name="connsiteX4" fmla="*/ 7620 w 7619"/>
                      <a:gd name="connsiteY4" fmla="*/ 9334 h 9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19" h="9334">
                        <a:moveTo>
                          <a:pt x="7620" y="9334"/>
                        </a:moveTo>
                        <a:cubicBezTo>
                          <a:pt x="6096" y="5620"/>
                          <a:pt x="3619" y="2381"/>
                          <a:pt x="0" y="0"/>
                        </a:cubicBezTo>
                        <a:lnTo>
                          <a:pt x="5429" y="8668"/>
                        </a:lnTo>
                        <a:cubicBezTo>
                          <a:pt x="6001" y="8858"/>
                          <a:pt x="6477" y="9049"/>
                          <a:pt x="7048" y="9239"/>
                        </a:cubicBezTo>
                        <a:cubicBezTo>
                          <a:pt x="7144" y="9239"/>
                          <a:pt x="7429" y="9239"/>
                          <a:pt x="7620" y="933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14" name="Forme libre : forme 17713">
                    <a:extLst>
                      <a:ext uri="{FF2B5EF4-FFF2-40B4-BE49-F238E27FC236}">
                        <a16:creationId xmlns:a16="http://schemas.microsoft.com/office/drawing/2014/main" id="{A1E51C8C-EEAD-43A9-AC85-A37E31590A2D}"/>
                      </a:ext>
                    </a:extLst>
                  </p:cNvPr>
                  <p:cNvSpPr/>
                  <p:nvPr/>
                </p:nvSpPr>
                <p:spPr>
                  <a:xfrm>
                    <a:off x="1356049" y="4543520"/>
                    <a:ext cx="4410" cy="26384"/>
                  </a:xfrm>
                  <a:custGeom>
                    <a:avLst/>
                    <a:gdLst>
                      <a:gd name="connsiteX0" fmla="*/ 886 w 4410"/>
                      <a:gd name="connsiteY0" fmla="*/ 0 h 26384"/>
                      <a:gd name="connsiteX1" fmla="*/ 3268 w 4410"/>
                      <a:gd name="connsiteY1" fmla="*/ 26384 h 26384"/>
                      <a:gd name="connsiteX2" fmla="*/ 4411 w 4410"/>
                      <a:gd name="connsiteY2" fmla="*/ 25813 h 26384"/>
                      <a:gd name="connsiteX3" fmla="*/ 886 w 4410"/>
                      <a:gd name="connsiteY3" fmla="*/ 0 h 26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10" h="26384">
                        <a:moveTo>
                          <a:pt x="886" y="0"/>
                        </a:moveTo>
                        <a:cubicBezTo>
                          <a:pt x="-828" y="9715"/>
                          <a:pt x="-66" y="18764"/>
                          <a:pt x="3268" y="26384"/>
                        </a:cubicBezTo>
                        <a:cubicBezTo>
                          <a:pt x="3649" y="26194"/>
                          <a:pt x="4030" y="26003"/>
                          <a:pt x="4411" y="25813"/>
                        </a:cubicBezTo>
                        <a:cubicBezTo>
                          <a:pt x="2125" y="17526"/>
                          <a:pt x="982" y="8858"/>
                          <a:pt x="886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15" name="Forme libre : forme 17714">
                    <a:extLst>
                      <a:ext uri="{FF2B5EF4-FFF2-40B4-BE49-F238E27FC236}">
                        <a16:creationId xmlns:a16="http://schemas.microsoft.com/office/drawing/2014/main" id="{02DC6FD5-3243-443A-B5FF-B6D63F8FBE26}"/>
                      </a:ext>
                    </a:extLst>
                  </p:cNvPr>
                  <p:cNvSpPr/>
                  <p:nvPr/>
                </p:nvSpPr>
                <p:spPr>
                  <a:xfrm>
                    <a:off x="1503716" y="4427219"/>
                    <a:ext cx="2701" cy="10858"/>
                  </a:xfrm>
                  <a:custGeom>
                    <a:avLst/>
                    <a:gdLst>
                      <a:gd name="connsiteX0" fmla="*/ 1429 w 2701"/>
                      <a:gd name="connsiteY0" fmla="*/ 0 h 10858"/>
                      <a:gd name="connsiteX1" fmla="*/ 0 w 2701"/>
                      <a:gd name="connsiteY1" fmla="*/ 10859 h 10858"/>
                      <a:gd name="connsiteX2" fmla="*/ 1429 w 2701"/>
                      <a:gd name="connsiteY2" fmla="*/ 0 h 10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01" h="10858">
                        <a:moveTo>
                          <a:pt x="1429" y="0"/>
                        </a:moveTo>
                        <a:cubicBezTo>
                          <a:pt x="857" y="3620"/>
                          <a:pt x="286" y="7239"/>
                          <a:pt x="0" y="10859"/>
                        </a:cubicBezTo>
                        <a:cubicBezTo>
                          <a:pt x="2572" y="6572"/>
                          <a:pt x="3810" y="2477"/>
                          <a:pt x="1429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16" name="Forme libre : forme 17715">
                    <a:extLst>
                      <a:ext uri="{FF2B5EF4-FFF2-40B4-BE49-F238E27FC236}">
                        <a16:creationId xmlns:a16="http://schemas.microsoft.com/office/drawing/2014/main" id="{9EF3A1BA-1A2D-4560-95F3-A3D375547A43}"/>
                      </a:ext>
                    </a:extLst>
                  </p:cNvPr>
                  <p:cNvSpPr/>
                  <p:nvPr/>
                </p:nvSpPr>
                <p:spPr>
                  <a:xfrm>
                    <a:off x="1357030" y="4441416"/>
                    <a:ext cx="138493" cy="150945"/>
                  </a:xfrm>
                  <a:custGeom>
                    <a:avLst/>
                    <a:gdLst>
                      <a:gd name="connsiteX0" fmla="*/ 17431 w 138493"/>
                      <a:gd name="connsiteY0" fmla="*/ 145061 h 150945"/>
                      <a:gd name="connsiteX1" fmla="*/ 45720 w 138493"/>
                      <a:gd name="connsiteY1" fmla="*/ 150776 h 150945"/>
                      <a:gd name="connsiteX2" fmla="*/ 82487 w 138493"/>
                      <a:gd name="connsiteY2" fmla="*/ 137918 h 150945"/>
                      <a:gd name="connsiteX3" fmla="*/ 109538 w 138493"/>
                      <a:gd name="connsiteY3" fmla="*/ 112105 h 150945"/>
                      <a:gd name="connsiteX4" fmla="*/ 122206 w 138493"/>
                      <a:gd name="connsiteY4" fmla="*/ 92007 h 150945"/>
                      <a:gd name="connsiteX5" fmla="*/ 118491 w 138493"/>
                      <a:gd name="connsiteY5" fmla="*/ 79815 h 150945"/>
                      <a:gd name="connsiteX6" fmla="*/ 108299 w 138493"/>
                      <a:gd name="connsiteY6" fmla="*/ 63623 h 150945"/>
                      <a:gd name="connsiteX7" fmla="*/ 105251 w 138493"/>
                      <a:gd name="connsiteY7" fmla="*/ 53050 h 150945"/>
                      <a:gd name="connsiteX8" fmla="*/ 110871 w 138493"/>
                      <a:gd name="connsiteY8" fmla="*/ 42191 h 150945"/>
                      <a:gd name="connsiteX9" fmla="*/ 138494 w 138493"/>
                      <a:gd name="connsiteY9" fmla="*/ 7425 h 150945"/>
                      <a:gd name="connsiteX10" fmla="*/ 120587 w 138493"/>
                      <a:gd name="connsiteY10" fmla="*/ 1901 h 150945"/>
                      <a:gd name="connsiteX11" fmla="*/ 90773 w 138493"/>
                      <a:gd name="connsiteY11" fmla="*/ 567 h 150945"/>
                      <a:gd name="connsiteX12" fmla="*/ 73628 w 138493"/>
                      <a:gd name="connsiteY12" fmla="*/ 11045 h 150945"/>
                      <a:gd name="connsiteX13" fmla="*/ 5429 w 138493"/>
                      <a:gd name="connsiteY13" fmla="*/ 84864 h 150945"/>
                      <a:gd name="connsiteX14" fmla="*/ 0 w 138493"/>
                      <a:gd name="connsiteY14" fmla="*/ 102199 h 150945"/>
                      <a:gd name="connsiteX15" fmla="*/ 3524 w 138493"/>
                      <a:gd name="connsiteY15" fmla="*/ 128012 h 150945"/>
                      <a:gd name="connsiteX16" fmla="*/ 2381 w 138493"/>
                      <a:gd name="connsiteY16" fmla="*/ 128583 h 150945"/>
                      <a:gd name="connsiteX17" fmla="*/ 17431 w 138493"/>
                      <a:gd name="connsiteY17" fmla="*/ 145061 h 150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8493" h="150945">
                        <a:moveTo>
                          <a:pt x="17431" y="145061"/>
                        </a:moveTo>
                        <a:cubicBezTo>
                          <a:pt x="24670" y="149157"/>
                          <a:pt x="34195" y="151634"/>
                          <a:pt x="45720" y="150776"/>
                        </a:cubicBezTo>
                        <a:cubicBezTo>
                          <a:pt x="57245" y="149919"/>
                          <a:pt x="70866" y="145538"/>
                          <a:pt x="82487" y="137918"/>
                        </a:cubicBezTo>
                        <a:cubicBezTo>
                          <a:pt x="93631" y="130583"/>
                          <a:pt x="101822" y="121154"/>
                          <a:pt x="109538" y="112105"/>
                        </a:cubicBezTo>
                        <a:cubicBezTo>
                          <a:pt x="115253" y="105437"/>
                          <a:pt x="121158" y="98294"/>
                          <a:pt x="122206" y="92007"/>
                        </a:cubicBezTo>
                        <a:cubicBezTo>
                          <a:pt x="123063" y="87150"/>
                          <a:pt x="120777" y="83340"/>
                          <a:pt x="118491" y="79815"/>
                        </a:cubicBezTo>
                        <a:cubicBezTo>
                          <a:pt x="115062" y="74386"/>
                          <a:pt x="111728" y="69052"/>
                          <a:pt x="108299" y="63623"/>
                        </a:cubicBezTo>
                        <a:cubicBezTo>
                          <a:pt x="106394" y="60575"/>
                          <a:pt x="104394" y="57336"/>
                          <a:pt x="105251" y="53050"/>
                        </a:cubicBezTo>
                        <a:cubicBezTo>
                          <a:pt x="105918" y="49621"/>
                          <a:pt x="108395" y="45906"/>
                          <a:pt x="110871" y="42191"/>
                        </a:cubicBezTo>
                        <a:cubicBezTo>
                          <a:pt x="118967" y="30381"/>
                          <a:pt x="128397" y="18950"/>
                          <a:pt x="138494" y="7425"/>
                        </a:cubicBezTo>
                        <a:cubicBezTo>
                          <a:pt x="132779" y="5139"/>
                          <a:pt x="126873" y="3139"/>
                          <a:pt x="120587" y="1901"/>
                        </a:cubicBezTo>
                        <a:cubicBezTo>
                          <a:pt x="110490" y="-100"/>
                          <a:pt x="100489" y="-481"/>
                          <a:pt x="90773" y="567"/>
                        </a:cubicBezTo>
                        <a:cubicBezTo>
                          <a:pt x="84963" y="3710"/>
                          <a:pt x="79153" y="7235"/>
                          <a:pt x="73628" y="11045"/>
                        </a:cubicBezTo>
                        <a:cubicBezTo>
                          <a:pt x="42672" y="32285"/>
                          <a:pt x="16859" y="59241"/>
                          <a:pt x="5429" y="84864"/>
                        </a:cubicBezTo>
                        <a:cubicBezTo>
                          <a:pt x="2762" y="90769"/>
                          <a:pt x="1048" y="96675"/>
                          <a:pt x="0" y="102199"/>
                        </a:cubicBezTo>
                        <a:cubicBezTo>
                          <a:pt x="95" y="111057"/>
                          <a:pt x="1238" y="119725"/>
                          <a:pt x="3524" y="128012"/>
                        </a:cubicBezTo>
                        <a:cubicBezTo>
                          <a:pt x="3143" y="128202"/>
                          <a:pt x="2762" y="128393"/>
                          <a:pt x="2381" y="128583"/>
                        </a:cubicBezTo>
                        <a:cubicBezTo>
                          <a:pt x="5239" y="135251"/>
                          <a:pt x="10287" y="140966"/>
                          <a:pt x="17431" y="14506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17" name="Forme libre : forme 17716">
                    <a:extLst>
                      <a:ext uri="{FF2B5EF4-FFF2-40B4-BE49-F238E27FC236}">
                        <a16:creationId xmlns:a16="http://schemas.microsoft.com/office/drawing/2014/main" id="{CA0A1D13-73DD-487D-B30F-B432D5BF99BC}"/>
                      </a:ext>
                    </a:extLst>
                  </p:cNvPr>
                  <p:cNvSpPr/>
                  <p:nvPr/>
                </p:nvSpPr>
                <p:spPr>
                  <a:xfrm>
                    <a:off x="989522" y="4923948"/>
                    <a:ext cx="35275" cy="54578"/>
                  </a:xfrm>
                  <a:custGeom>
                    <a:avLst/>
                    <a:gdLst>
                      <a:gd name="connsiteX0" fmla="*/ 27846 w 35275"/>
                      <a:gd name="connsiteY0" fmla="*/ 54578 h 54578"/>
                      <a:gd name="connsiteX1" fmla="*/ 20322 w 35275"/>
                      <a:gd name="connsiteY1" fmla="*/ 36862 h 54578"/>
                      <a:gd name="connsiteX2" fmla="*/ 29275 w 35275"/>
                      <a:gd name="connsiteY2" fmla="*/ 12287 h 54578"/>
                      <a:gd name="connsiteX3" fmla="*/ 35276 w 35275"/>
                      <a:gd name="connsiteY3" fmla="*/ 0 h 54578"/>
                      <a:gd name="connsiteX4" fmla="*/ 6796 w 35275"/>
                      <a:gd name="connsiteY4" fmla="*/ 30766 h 54578"/>
                      <a:gd name="connsiteX5" fmla="*/ 27846 w 35275"/>
                      <a:gd name="connsiteY5" fmla="*/ 54578 h 54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275" h="54578">
                        <a:moveTo>
                          <a:pt x="27846" y="54578"/>
                        </a:moveTo>
                        <a:cubicBezTo>
                          <a:pt x="21370" y="50959"/>
                          <a:pt x="19274" y="44482"/>
                          <a:pt x="20322" y="36862"/>
                        </a:cubicBezTo>
                        <a:cubicBezTo>
                          <a:pt x="21370" y="29146"/>
                          <a:pt x="25370" y="20669"/>
                          <a:pt x="29275" y="12287"/>
                        </a:cubicBezTo>
                        <a:cubicBezTo>
                          <a:pt x="31180" y="8191"/>
                          <a:pt x="33181" y="4096"/>
                          <a:pt x="35276" y="0"/>
                        </a:cubicBezTo>
                        <a:cubicBezTo>
                          <a:pt x="27084" y="10953"/>
                          <a:pt x="16131" y="20288"/>
                          <a:pt x="6796" y="30766"/>
                        </a:cubicBezTo>
                        <a:cubicBezTo>
                          <a:pt x="-11587" y="51435"/>
                          <a:pt x="11368" y="52197"/>
                          <a:pt x="27846" y="5457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18" name="Forme libre : forme 17717">
                    <a:extLst>
                      <a:ext uri="{FF2B5EF4-FFF2-40B4-BE49-F238E27FC236}">
                        <a16:creationId xmlns:a16="http://schemas.microsoft.com/office/drawing/2014/main" id="{8E00FD2A-5921-43E2-BE97-8E07EC146B1A}"/>
                      </a:ext>
                    </a:extLst>
                  </p:cNvPr>
                  <p:cNvSpPr/>
                  <p:nvPr/>
                </p:nvSpPr>
                <p:spPr>
                  <a:xfrm>
                    <a:off x="1024798" y="4892421"/>
                    <a:ext cx="18478" cy="31623"/>
                  </a:xfrm>
                  <a:custGeom>
                    <a:avLst/>
                    <a:gdLst>
                      <a:gd name="connsiteX0" fmla="*/ 18479 w 18478"/>
                      <a:gd name="connsiteY0" fmla="*/ 0 h 31623"/>
                      <a:gd name="connsiteX1" fmla="*/ 0 w 18478"/>
                      <a:gd name="connsiteY1" fmla="*/ 31623 h 31623"/>
                      <a:gd name="connsiteX2" fmla="*/ 95 w 18478"/>
                      <a:gd name="connsiteY2" fmla="*/ 31528 h 31623"/>
                      <a:gd name="connsiteX3" fmla="*/ 18479 w 18478"/>
                      <a:gd name="connsiteY3" fmla="*/ 0 h 31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478" h="31623">
                        <a:moveTo>
                          <a:pt x="18479" y="0"/>
                        </a:moveTo>
                        <a:cubicBezTo>
                          <a:pt x="11049" y="10573"/>
                          <a:pt x="5334" y="21145"/>
                          <a:pt x="0" y="31623"/>
                        </a:cubicBezTo>
                        <a:cubicBezTo>
                          <a:pt x="0" y="31623"/>
                          <a:pt x="0" y="31623"/>
                          <a:pt x="95" y="31528"/>
                        </a:cubicBezTo>
                        <a:cubicBezTo>
                          <a:pt x="8096" y="20860"/>
                          <a:pt x="11144" y="10382"/>
                          <a:pt x="18479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19" name="Forme libre : forme 17718">
                    <a:extLst>
                      <a:ext uri="{FF2B5EF4-FFF2-40B4-BE49-F238E27FC236}">
                        <a16:creationId xmlns:a16="http://schemas.microsoft.com/office/drawing/2014/main" id="{6744B84A-50F2-4864-9061-3D279B2AA360}"/>
                      </a:ext>
                    </a:extLst>
                  </p:cNvPr>
                  <p:cNvSpPr/>
                  <p:nvPr/>
                </p:nvSpPr>
                <p:spPr>
                  <a:xfrm>
                    <a:off x="1335885" y="4640770"/>
                    <a:ext cx="248709" cy="158591"/>
                  </a:xfrm>
                  <a:custGeom>
                    <a:avLst/>
                    <a:gdLst>
                      <a:gd name="connsiteX0" fmla="*/ 113729 w 248709"/>
                      <a:gd name="connsiteY0" fmla="*/ 116205 h 158591"/>
                      <a:gd name="connsiteX1" fmla="*/ 149828 w 248709"/>
                      <a:gd name="connsiteY1" fmla="*/ 113157 h 158591"/>
                      <a:gd name="connsiteX2" fmla="*/ 158782 w 248709"/>
                      <a:gd name="connsiteY2" fmla="*/ 122206 h 158591"/>
                      <a:gd name="connsiteX3" fmla="*/ 181166 w 248709"/>
                      <a:gd name="connsiteY3" fmla="*/ 158591 h 158591"/>
                      <a:gd name="connsiteX4" fmla="*/ 178879 w 248709"/>
                      <a:gd name="connsiteY4" fmla="*/ 122111 h 158591"/>
                      <a:gd name="connsiteX5" fmla="*/ 182118 w 248709"/>
                      <a:gd name="connsiteY5" fmla="*/ 103727 h 158591"/>
                      <a:gd name="connsiteX6" fmla="*/ 220885 w 248709"/>
                      <a:gd name="connsiteY6" fmla="*/ 69532 h 158591"/>
                      <a:gd name="connsiteX7" fmla="*/ 245364 w 248709"/>
                      <a:gd name="connsiteY7" fmla="*/ 32290 h 158591"/>
                      <a:gd name="connsiteX8" fmla="*/ 247650 w 248709"/>
                      <a:gd name="connsiteY8" fmla="*/ 0 h 158591"/>
                      <a:gd name="connsiteX9" fmla="*/ 205454 w 248709"/>
                      <a:gd name="connsiteY9" fmla="*/ 67913 h 158591"/>
                      <a:gd name="connsiteX10" fmla="*/ 178594 w 248709"/>
                      <a:gd name="connsiteY10" fmla="*/ 84868 h 158591"/>
                      <a:gd name="connsiteX11" fmla="*/ 76962 w 248709"/>
                      <a:gd name="connsiteY11" fmla="*/ 111633 h 158591"/>
                      <a:gd name="connsiteX12" fmla="*/ 0 w 248709"/>
                      <a:gd name="connsiteY12" fmla="*/ 93631 h 158591"/>
                      <a:gd name="connsiteX13" fmla="*/ 113729 w 248709"/>
                      <a:gd name="connsiteY13" fmla="*/ 116205 h 158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48709" h="158591">
                        <a:moveTo>
                          <a:pt x="113729" y="116205"/>
                        </a:moveTo>
                        <a:cubicBezTo>
                          <a:pt x="126683" y="113538"/>
                          <a:pt x="141161" y="109728"/>
                          <a:pt x="149828" y="113157"/>
                        </a:cubicBezTo>
                        <a:cubicBezTo>
                          <a:pt x="154305" y="114967"/>
                          <a:pt x="156591" y="118586"/>
                          <a:pt x="158782" y="122206"/>
                        </a:cubicBezTo>
                        <a:cubicBezTo>
                          <a:pt x="166211" y="134303"/>
                          <a:pt x="173641" y="146399"/>
                          <a:pt x="181166" y="158591"/>
                        </a:cubicBezTo>
                        <a:cubicBezTo>
                          <a:pt x="180404" y="146399"/>
                          <a:pt x="179642" y="134303"/>
                          <a:pt x="178879" y="122111"/>
                        </a:cubicBezTo>
                        <a:cubicBezTo>
                          <a:pt x="178499" y="116396"/>
                          <a:pt x="178213" y="110395"/>
                          <a:pt x="182118" y="103727"/>
                        </a:cubicBezTo>
                        <a:cubicBezTo>
                          <a:pt x="189357" y="91249"/>
                          <a:pt x="207836" y="81153"/>
                          <a:pt x="220885" y="69532"/>
                        </a:cubicBezTo>
                        <a:cubicBezTo>
                          <a:pt x="234125" y="57817"/>
                          <a:pt x="241840" y="44387"/>
                          <a:pt x="245364" y="32290"/>
                        </a:cubicBezTo>
                        <a:cubicBezTo>
                          <a:pt x="248603" y="21146"/>
                          <a:pt x="249746" y="9239"/>
                          <a:pt x="247650" y="0"/>
                        </a:cubicBezTo>
                        <a:cubicBezTo>
                          <a:pt x="237173" y="22860"/>
                          <a:pt x="233839" y="45339"/>
                          <a:pt x="205454" y="67913"/>
                        </a:cubicBezTo>
                        <a:cubicBezTo>
                          <a:pt x="197358" y="74390"/>
                          <a:pt x="188024" y="80010"/>
                          <a:pt x="178594" y="84868"/>
                        </a:cubicBezTo>
                        <a:cubicBezTo>
                          <a:pt x="144304" y="102584"/>
                          <a:pt x="107728" y="111157"/>
                          <a:pt x="76962" y="111633"/>
                        </a:cubicBezTo>
                        <a:cubicBezTo>
                          <a:pt x="46196" y="112109"/>
                          <a:pt x="20669" y="104775"/>
                          <a:pt x="0" y="93631"/>
                        </a:cubicBezTo>
                        <a:cubicBezTo>
                          <a:pt x="19812" y="117920"/>
                          <a:pt x="63341" y="126587"/>
                          <a:pt x="113729" y="11620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20" name="Forme libre : forme 17719">
                    <a:extLst>
                      <a:ext uri="{FF2B5EF4-FFF2-40B4-BE49-F238E27FC236}">
                        <a16:creationId xmlns:a16="http://schemas.microsoft.com/office/drawing/2014/main" id="{4D7C00BF-E6EF-4FC4-A466-29732F5AA97B}"/>
                      </a:ext>
                    </a:extLst>
                  </p:cNvPr>
                  <p:cNvSpPr/>
                  <p:nvPr/>
                </p:nvSpPr>
                <p:spPr>
                  <a:xfrm>
                    <a:off x="1165457" y="4900803"/>
                    <a:ext cx="26029" cy="9247"/>
                  </a:xfrm>
                  <a:custGeom>
                    <a:avLst/>
                    <a:gdLst>
                      <a:gd name="connsiteX0" fmla="*/ 16790 w 26029"/>
                      <a:gd name="connsiteY0" fmla="*/ 9144 h 9247"/>
                      <a:gd name="connsiteX1" fmla="*/ 26029 w 26029"/>
                      <a:gd name="connsiteY1" fmla="*/ 9048 h 9247"/>
                      <a:gd name="connsiteX2" fmla="*/ 979 w 26029"/>
                      <a:gd name="connsiteY2" fmla="*/ 0 h 9247"/>
                      <a:gd name="connsiteX3" fmla="*/ 16790 w 26029"/>
                      <a:gd name="connsiteY3" fmla="*/ 9144 h 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29" h="9247">
                        <a:moveTo>
                          <a:pt x="16790" y="9144"/>
                        </a:moveTo>
                        <a:cubicBezTo>
                          <a:pt x="19743" y="9334"/>
                          <a:pt x="22886" y="9239"/>
                          <a:pt x="26029" y="9048"/>
                        </a:cubicBezTo>
                        <a:cubicBezTo>
                          <a:pt x="16028" y="7905"/>
                          <a:pt x="7932" y="4572"/>
                          <a:pt x="979" y="0"/>
                        </a:cubicBezTo>
                        <a:cubicBezTo>
                          <a:pt x="-3784" y="7715"/>
                          <a:pt x="10027" y="8763"/>
                          <a:pt x="16790" y="914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21" name="Forme libre : forme 17720">
                    <a:extLst>
                      <a:ext uri="{FF2B5EF4-FFF2-40B4-BE49-F238E27FC236}">
                        <a16:creationId xmlns:a16="http://schemas.microsoft.com/office/drawing/2014/main" id="{22C9F161-982E-4EF3-B48D-E35EDC4FEAB7}"/>
                      </a:ext>
                    </a:extLst>
                  </p:cNvPr>
                  <p:cNvSpPr/>
                  <p:nvPr/>
                </p:nvSpPr>
                <p:spPr>
                  <a:xfrm>
                    <a:off x="1191486" y="4903946"/>
                    <a:ext cx="38195" cy="6297"/>
                  </a:xfrm>
                  <a:custGeom>
                    <a:avLst/>
                    <a:gdLst>
                      <a:gd name="connsiteX0" fmla="*/ 0 w 38195"/>
                      <a:gd name="connsiteY0" fmla="*/ 5905 h 6297"/>
                      <a:gd name="connsiteX1" fmla="*/ 23622 w 38195"/>
                      <a:gd name="connsiteY1" fmla="*/ 4477 h 6297"/>
                      <a:gd name="connsiteX2" fmla="*/ 38195 w 38195"/>
                      <a:gd name="connsiteY2" fmla="*/ 0 h 6297"/>
                      <a:gd name="connsiteX3" fmla="*/ 30861 w 38195"/>
                      <a:gd name="connsiteY3" fmla="*/ 1429 h 6297"/>
                      <a:gd name="connsiteX4" fmla="*/ 0 w 38195"/>
                      <a:gd name="connsiteY4" fmla="*/ 5905 h 6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95" h="6297">
                        <a:moveTo>
                          <a:pt x="0" y="5905"/>
                        </a:moveTo>
                        <a:cubicBezTo>
                          <a:pt x="6858" y="6668"/>
                          <a:pt x="14669" y="6382"/>
                          <a:pt x="23622" y="4477"/>
                        </a:cubicBezTo>
                        <a:cubicBezTo>
                          <a:pt x="28385" y="3429"/>
                          <a:pt x="33242" y="1905"/>
                          <a:pt x="38195" y="0"/>
                        </a:cubicBezTo>
                        <a:cubicBezTo>
                          <a:pt x="35719" y="477"/>
                          <a:pt x="33338" y="953"/>
                          <a:pt x="30861" y="1429"/>
                        </a:cubicBezTo>
                        <a:cubicBezTo>
                          <a:pt x="20383" y="3334"/>
                          <a:pt x="9811" y="5334"/>
                          <a:pt x="0" y="590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22" name="Forme libre : forme 17721">
                    <a:extLst>
                      <a:ext uri="{FF2B5EF4-FFF2-40B4-BE49-F238E27FC236}">
                        <a16:creationId xmlns:a16="http://schemas.microsoft.com/office/drawing/2014/main" id="{BB2F6EDA-538B-45DB-AC71-3C367B6E49A8}"/>
                      </a:ext>
                    </a:extLst>
                  </p:cNvPr>
                  <p:cNvSpPr/>
                  <p:nvPr/>
                </p:nvSpPr>
                <p:spPr>
                  <a:xfrm>
                    <a:off x="1229681" y="4860988"/>
                    <a:ext cx="142589" cy="42957"/>
                  </a:xfrm>
                  <a:custGeom>
                    <a:avLst/>
                    <a:gdLst>
                      <a:gd name="connsiteX0" fmla="*/ 0 w 142589"/>
                      <a:gd name="connsiteY0" fmla="*/ 42958 h 42957"/>
                      <a:gd name="connsiteX1" fmla="*/ 23622 w 142589"/>
                      <a:gd name="connsiteY1" fmla="*/ 36385 h 42957"/>
                      <a:gd name="connsiteX2" fmla="*/ 51244 w 142589"/>
                      <a:gd name="connsiteY2" fmla="*/ 17717 h 42957"/>
                      <a:gd name="connsiteX3" fmla="*/ 101822 w 142589"/>
                      <a:gd name="connsiteY3" fmla="*/ 27337 h 42957"/>
                      <a:gd name="connsiteX4" fmla="*/ 123158 w 142589"/>
                      <a:gd name="connsiteY4" fmla="*/ 23241 h 42957"/>
                      <a:gd name="connsiteX5" fmla="*/ 142589 w 142589"/>
                      <a:gd name="connsiteY5" fmla="*/ 10287 h 42957"/>
                      <a:gd name="connsiteX6" fmla="*/ 84296 w 142589"/>
                      <a:gd name="connsiteY6" fmla="*/ 22098 h 42957"/>
                      <a:gd name="connsiteX7" fmla="*/ 56007 w 142589"/>
                      <a:gd name="connsiteY7" fmla="*/ 0 h 42957"/>
                      <a:gd name="connsiteX8" fmla="*/ 0 w 142589"/>
                      <a:gd name="connsiteY8" fmla="*/ 42958 h 42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2589" h="42957">
                        <a:moveTo>
                          <a:pt x="0" y="42958"/>
                        </a:moveTo>
                        <a:cubicBezTo>
                          <a:pt x="7715" y="41434"/>
                          <a:pt x="15621" y="39529"/>
                          <a:pt x="23622" y="36385"/>
                        </a:cubicBezTo>
                        <a:cubicBezTo>
                          <a:pt x="34100" y="32290"/>
                          <a:pt x="45053" y="25623"/>
                          <a:pt x="51244" y="17717"/>
                        </a:cubicBezTo>
                        <a:cubicBezTo>
                          <a:pt x="55912" y="30957"/>
                          <a:pt x="80296" y="29718"/>
                          <a:pt x="101822" y="27337"/>
                        </a:cubicBezTo>
                        <a:cubicBezTo>
                          <a:pt x="108680" y="26575"/>
                          <a:pt x="115824" y="25813"/>
                          <a:pt x="123158" y="23241"/>
                        </a:cubicBezTo>
                        <a:cubicBezTo>
                          <a:pt x="130588" y="20669"/>
                          <a:pt x="138493" y="15907"/>
                          <a:pt x="142589" y="10287"/>
                        </a:cubicBezTo>
                        <a:cubicBezTo>
                          <a:pt x="122492" y="16192"/>
                          <a:pt x="101917" y="22193"/>
                          <a:pt x="84296" y="22098"/>
                        </a:cubicBezTo>
                        <a:cubicBezTo>
                          <a:pt x="66770" y="22003"/>
                          <a:pt x="52959" y="14288"/>
                          <a:pt x="56007" y="0"/>
                        </a:cubicBezTo>
                        <a:cubicBezTo>
                          <a:pt x="46292" y="17431"/>
                          <a:pt x="23146" y="34290"/>
                          <a:pt x="0" y="4295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23" name="Forme libre : forme 17722">
                    <a:extLst>
                      <a:ext uri="{FF2B5EF4-FFF2-40B4-BE49-F238E27FC236}">
                        <a16:creationId xmlns:a16="http://schemas.microsoft.com/office/drawing/2014/main" id="{AB9BBC4E-19D2-4E3F-9B57-60096DEFECAC}"/>
                      </a:ext>
                    </a:extLst>
                  </p:cNvPr>
                  <p:cNvSpPr/>
                  <p:nvPr/>
                </p:nvSpPr>
                <p:spPr>
                  <a:xfrm>
                    <a:off x="1568771" y="4594955"/>
                    <a:ext cx="302811" cy="258984"/>
                  </a:xfrm>
                  <a:custGeom>
                    <a:avLst/>
                    <a:gdLst>
                      <a:gd name="connsiteX0" fmla="*/ 44196 w 302811"/>
                      <a:gd name="connsiteY0" fmla="*/ 195548 h 258984"/>
                      <a:gd name="connsiteX1" fmla="*/ 0 w 302811"/>
                      <a:gd name="connsiteY1" fmla="*/ 192786 h 258984"/>
                      <a:gd name="connsiteX2" fmla="*/ 63532 w 302811"/>
                      <a:gd name="connsiteY2" fmla="*/ 201549 h 258984"/>
                      <a:gd name="connsiteX3" fmla="*/ 242030 w 302811"/>
                      <a:gd name="connsiteY3" fmla="*/ 143828 h 258984"/>
                      <a:gd name="connsiteX4" fmla="*/ 250412 w 302811"/>
                      <a:gd name="connsiteY4" fmla="*/ 138494 h 258984"/>
                      <a:gd name="connsiteX5" fmla="*/ 264033 w 302811"/>
                      <a:gd name="connsiteY5" fmla="*/ 139160 h 258984"/>
                      <a:gd name="connsiteX6" fmla="*/ 281750 w 302811"/>
                      <a:gd name="connsiteY6" fmla="*/ 190310 h 258984"/>
                      <a:gd name="connsiteX7" fmla="*/ 237839 w 302811"/>
                      <a:gd name="connsiteY7" fmla="*/ 258985 h 258984"/>
                      <a:gd name="connsiteX8" fmla="*/ 291084 w 302811"/>
                      <a:gd name="connsiteY8" fmla="*/ 199454 h 258984"/>
                      <a:gd name="connsiteX9" fmla="*/ 301752 w 302811"/>
                      <a:gd name="connsiteY9" fmla="*/ 182785 h 258984"/>
                      <a:gd name="connsiteX10" fmla="*/ 300895 w 302811"/>
                      <a:gd name="connsiteY10" fmla="*/ 167259 h 258984"/>
                      <a:gd name="connsiteX11" fmla="*/ 295275 w 302811"/>
                      <a:gd name="connsiteY11" fmla="*/ 168402 h 258984"/>
                      <a:gd name="connsiteX12" fmla="*/ 294037 w 302811"/>
                      <a:gd name="connsiteY12" fmla="*/ 170497 h 258984"/>
                      <a:gd name="connsiteX13" fmla="*/ 289084 w 302811"/>
                      <a:gd name="connsiteY13" fmla="*/ 152495 h 258984"/>
                      <a:gd name="connsiteX14" fmla="*/ 294989 w 302811"/>
                      <a:gd name="connsiteY14" fmla="*/ 156210 h 258984"/>
                      <a:gd name="connsiteX15" fmla="*/ 257556 w 302811"/>
                      <a:gd name="connsiteY15" fmla="*/ 130112 h 258984"/>
                      <a:gd name="connsiteX16" fmla="*/ 294037 w 302811"/>
                      <a:gd name="connsiteY16" fmla="*/ 33242 h 258984"/>
                      <a:gd name="connsiteX17" fmla="*/ 288417 w 302811"/>
                      <a:gd name="connsiteY17" fmla="*/ 7429 h 258984"/>
                      <a:gd name="connsiteX18" fmla="*/ 275654 w 302811"/>
                      <a:gd name="connsiteY18" fmla="*/ 0 h 258984"/>
                      <a:gd name="connsiteX19" fmla="*/ 283274 w 302811"/>
                      <a:gd name="connsiteY19" fmla="*/ 18764 h 258984"/>
                      <a:gd name="connsiteX20" fmla="*/ 286131 w 302811"/>
                      <a:gd name="connsiteY20" fmla="*/ 42386 h 258984"/>
                      <a:gd name="connsiteX21" fmla="*/ 267462 w 302811"/>
                      <a:gd name="connsiteY21" fmla="*/ 97631 h 258984"/>
                      <a:gd name="connsiteX22" fmla="*/ 243554 w 302811"/>
                      <a:gd name="connsiteY22" fmla="*/ 129921 h 258984"/>
                      <a:gd name="connsiteX23" fmla="*/ 142970 w 302811"/>
                      <a:gd name="connsiteY23" fmla="*/ 187452 h 258984"/>
                      <a:gd name="connsiteX24" fmla="*/ 44196 w 302811"/>
                      <a:gd name="connsiteY24" fmla="*/ 195548 h 258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02811" h="258984">
                        <a:moveTo>
                          <a:pt x="44196" y="195548"/>
                        </a:moveTo>
                        <a:cubicBezTo>
                          <a:pt x="29813" y="194120"/>
                          <a:pt x="16002" y="191738"/>
                          <a:pt x="0" y="192786"/>
                        </a:cubicBezTo>
                        <a:cubicBezTo>
                          <a:pt x="21717" y="195072"/>
                          <a:pt x="41243" y="200120"/>
                          <a:pt x="63532" y="201549"/>
                        </a:cubicBezTo>
                        <a:cubicBezTo>
                          <a:pt x="116015" y="204883"/>
                          <a:pt x="187547" y="184690"/>
                          <a:pt x="242030" y="143828"/>
                        </a:cubicBezTo>
                        <a:cubicBezTo>
                          <a:pt x="244697" y="141827"/>
                          <a:pt x="247364" y="139732"/>
                          <a:pt x="250412" y="138494"/>
                        </a:cubicBezTo>
                        <a:cubicBezTo>
                          <a:pt x="256032" y="136112"/>
                          <a:pt x="260699" y="137446"/>
                          <a:pt x="264033" y="139160"/>
                        </a:cubicBezTo>
                        <a:cubicBezTo>
                          <a:pt x="282416" y="148495"/>
                          <a:pt x="287846" y="168212"/>
                          <a:pt x="281750" y="190310"/>
                        </a:cubicBezTo>
                        <a:cubicBezTo>
                          <a:pt x="275749" y="212407"/>
                          <a:pt x="259080" y="236506"/>
                          <a:pt x="237839" y="258985"/>
                        </a:cubicBezTo>
                        <a:cubicBezTo>
                          <a:pt x="257175" y="239554"/>
                          <a:pt x="274987" y="219551"/>
                          <a:pt x="291084" y="199454"/>
                        </a:cubicBezTo>
                        <a:cubicBezTo>
                          <a:pt x="295466" y="193929"/>
                          <a:pt x="299847" y="188214"/>
                          <a:pt x="301752" y="182785"/>
                        </a:cubicBezTo>
                        <a:cubicBezTo>
                          <a:pt x="303752" y="176879"/>
                          <a:pt x="302609" y="171831"/>
                          <a:pt x="300895" y="167259"/>
                        </a:cubicBezTo>
                        <a:cubicBezTo>
                          <a:pt x="299085" y="167640"/>
                          <a:pt x="297085" y="168116"/>
                          <a:pt x="295275" y="168402"/>
                        </a:cubicBezTo>
                        <a:cubicBezTo>
                          <a:pt x="294894" y="169069"/>
                          <a:pt x="294418" y="169736"/>
                          <a:pt x="294037" y="170497"/>
                        </a:cubicBezTo>
                        <a:lnTo>
                          <a:pt x="289084" y="152495"/>
                        </a:lnTo>
                        <a:cubicBezTo>
                          <a:pt x="290513" y="154210"/>
                          <a:pt x="292513" y="155353"/>
                          <a:pt x="294989" y="156210"/>
                        </a:cubicBezTo>
                        <a:cubicBezTo>
                          <a:pt x="286893" y="144304"/>
                          <a:pt x="274130" y="135350"/>
                          <a:pt x="257556" y="130112"/>
                        </a:cubicBezTo>
                        <a:cubicBezTo>
                          <a:pt x="279845" y="96583"/>
                          <a:pt x="292513" y="63055"/>
                          <a:pt x="294037" y="33242"/>
                        </a:cubicBezTo>
                        <a:cubicBezTo>
                          <a:pt x="294513" y="23622"/>
                          <a:pt x="293846" y="14192"/>
                          <a:pt x="288417" y="7429"/>
                        </a:cubicBezTo>
                        <a:cubicBezTo>
                          <a:pt x="285560" y="3905"/>
                          <a:pt x="281464" y="953"/>
                          <a:pt x="275654" y="0"/>
                        </a:cubicBezTo>
                        <a:cubicBezTo>
                          <a:pt x="272701" y="6858"/>
                          <a:pt x="281273" y="13240"/>
                          <a:pt x="283274" y="18764"/>
                        </a:cubicBezTo>
                        <a:cubicBezTo>
                          <a:pt x="285750" y="25908"/>
                          <a:pt x="286607" y="33909"/>
                          <a:pt x="286131" y="42386"/>
                        </a:cubicBezTo>
                        <a:cubicBezTo>
                          <a:pt x="285083" y="59436"/>
                          <a:pt x="278511" y="78486"/>
                          <a:pt x="267462" y="97631"/>
                        </a:cubicBezTo>
                        <a:cubicBezTo>
                          <a:pt x="261176" y="108490"/>
                          <a:pt x="253556" y="119444"/>
                          <a:pt x="243554" y="129921"/>
                        </a:cubicBezTo>
                        <a:cubicBezTo>
                          <a:pt x="218123" y="156496"/>
                          <a:pt x="179070" y="177165"/>
                          <a:pt x="142970" y="187452"/>
                        </a:cubicBezTo>
                        <a:cubicBezTo>
                          <a:pt x="107061" y="197548"/>
                          <a:pt x="73724" y="198501"/>
                          <a:pt x="44196" y="19554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24" name="Forme libre : forme 17723">
                    <a:extLst>
                      <a:ext uri="{FF2B5EF4-FFF2-40B4-BE49-F238E27FC236}">
                        <a16:creationId xmlns:a16="http://schemas.microsoft.com/office/drawing/2014/main" id="{94899AA8-16BE-4AD5-9C63-206D35B400AE}"/>
                      </a:ext>
                    </a:extLst>
                  </p:cNvPr>
                  <p:cNvSpPr/>
                  <p:nvPr/>
                </p:nvSpPr>
                <p:spPr>
                  <a:xfrm>
                    <a:off x="1906337" y="4544853"/>
                    <a:ext cx="169925" cy="106108"/>
                  </a:xfrm>
                  <a:custGeom>
                    <a:avLst/>
                    <a:gdLst>
                      <a:gd name="connsiteX0" fmla="*/ 92488 w 169925"/>
                      <a:gd name="connsiteY0" fmla="*/ 58769 h 106108"/>
                      <a:gd name="connsiteX1" fmla="*/ 102013 w 169925"/>
                      <a:gd name="connsiteY1" fmla="*/ 66389 h 106108"/>
                      <a:gd name="connsiteX2" fmla="*/ 101251 w 169925"/>
                      <a:gd name="connsiteY2" fmla="*/ 106109 h 106108"/>
                      <a:gd name="connsiteX3" fmla="*/ 113824 w 169925"/>
                      <a:gd name="connsiteY3" fmla="*/ 60579 h 106108"/>
                      <a:gd name="connsiteX4" fmla="*/ 109061 w 169925"/>
                      <a:gd name="connsiteY4" fmla="*/ 49721 h 106108"/>
                      <a:gd name="connsiteX5" fmla="*/ 113157 w 169925"/>
                      <a:gd name="connsiteY5" fmla="*/ 44958 h 106108"/>
                      <a:gd name="connsiteX6" fmla="*/ 169926 w 169925"/>
                      <a:gd name="connsiteY6" fmla="*/ 0 h 106108"/>
                      <a:gd name="connsiteX7" fmla="*/ 102775 w 169925"/>
                      <a:gd name="connsiteY7" fmla="*/ 42672 h 106108"/>
                      <a:gd name="connsiteX8" fmla="*/ 0 w 169925"/>
                      <a:gd name="connsiteY8" fmla="*/ 66294 h 106108"/>
                      <a:gd name="connsiteX9" fmla="*/ 58293 w 169925"/>
                      <a:gd name="connsiteY9" fmla="*/ 62770 h 106108"/>
                      <a:gd name="connsiteX10" fmla="*/ 92488 w 169925"/>
                      <a:gd name="connsiteY10" fmla="*/ 58769 h 106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9925" h="106108">
                        <a:moveTo>
                          <a:pt x="92488" y="58769"/>
                        </a:moveTo>
                        <a:cubicBezTo>
                          <a:pt x="97060" y="60198"/>
                          <a:pt x="99727" y="63246"/>
                          <a:pt x="102013" y="66389"/>
                        </a:cubicBezTo>
                        <a:cubicBezTo>
                          <a:pt x="109633" y="76486"/>
                          <a:pt x="114871" y="90583"/>
                          <a:pt x="101251" y="106109"/>
                        </a:cubicBezTo>
                        <a:cubicBezTo>
                          <a:pt x="118872" y="90011"/>
                          <a:pt x="124396" y="70009"/>
                          <a:pt x="113824" y="60579"/>
                        </a:cubicBezTo>
                        <a:cubicBezTo>
                          <a:pt x="110681" y="57721"/>
                          <a:pt x="106108" y="54959"/>
                          <a:pt x="109061" y="49721"/>
                        </a:cubicBezTo>
                        <a:cubicBezTo>
                          <a:pt x="110014" y="48101"/>
                          <a:pt x="111538" y="46482"/>
                          <a:pt x="113157" y="44958"/>
                        </a:cubicBezTo>
                        <a:cubicBezTo>
                          <a:pt x="126492" y="32480"/>
                          <a:pt x="166592" y="13621"/>
                          <a:pt x="169926" y="0"/>
                        </a:cubicBezTo>
                        <a:cubicBezTo>
                          <a:pt x="148781" y="16764"/>
                          <a:pt x="128302" y="31433"/>
                          <a:pt x="102775" y="42672"/>
                        </a:cubicBezTo>
                        <a:cubicBezTo>
                          <a:pt x="67437" y="58198"/>
                          <a:pt x="31623" y="65151"/>
                          <a:pt x="0" y="66294"/>
                        </a:cubicBezTo>
                        <a:cubicBezTo>
                          <a:pt x="17050" y="68771"/>
                          <a:pt x="37148" y="67532"/>
                          <a:pt x="58293" y="62770"/>
                        </a:cubicBezTo>
                        <a:cubicBezTo>
                          <a:pt x="70390" y="60008"/>
                          <a:pt x="83820" y="56102"/>
                          <a:pt x="92488" y="5876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25" name="Forme libre : forme 17724">
                    <a:extLst>
                      <a:ext uri="{FF2B5EF4-FFF2-40B4-BE49-F238E27FC236}">
                        <a16:creationId xmlns:a16="http://schemas.microsoft.com/office/drawing/2014/main" id="{3D944E4B-1496-4FE0-9646-1F95E3971BB6}"/>
                      </a:ext>
                    </a:extLst>
                  </p:cNvPr>
                  <p:cNvSpPr/>
                  <p:nvPr/>
                </p:nvSpPr>
                <p:spPr>
                  <a:xfrm>
                    <a:off x="1863760" y="4697730"/>
                    <a:ext cx="103822" cy="64484"/>
                  </a:xfrm>
                  <a:custGeom>
                    <a:avLst/>
                    <a:gdLst>
                      <a:gd name="connsiteX0" fmla="*/ 5906 w 103822"/>
                      <a:gd name="connsiteY0" fmla="*/ 64484 h 64484"/>
                      <a:gd name="connsiteX1" fmla="*/ 59817 w 103822"/>
                      <a:gd name="connsiteY1" fmla="*/ 42767 h 64484"/>
                      <a:gd name="connsiteX2" fmla="*/ 103823 w 103822"/>
                      <a:gd name="connsiteY2" fmla="*/ 0 h 64484"/>
                      <a:gd name="connsiteX3" fmla="*/ 55054 w 103822"/>
                      <a:gd name="connsiteY3" fmla="*/ 38195 h 64484"/>
                      <a:gd name="connsiteX4" fmla="*/ 20765 w 103822"/>
                      <a:gd name="connsiteY4" fmla="*/ 53149 h 64484"/>
                      <a:gd name="connsiteX5" fmla="*/ 0 w 103822"/>
                      <a:gd name="connsiteY5" fmla="*/ 53435 h 64484"/>
                      <a:gd name="connsiteX6" fmla="*/ 5810 w 103822"/>
                      <a:gd name="connsiteY6" fmla="*/ 64389 h 64484"/>
                      <a:gd name="connsiteX7" fmla="*/ 5906 w 103822"/>
                      <a:gd name="connsiteY7" fmla="*/ 64484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3822" h="64484">
                        <a:moveTo>
                          <a:pt x="5906" y="64484"/>
                        </a:moveTo>
                        <a:cubicBezTo>
                          <a:pt x="23622" y="61150"/>
                          <a:pt x="42767" y="53530"/>
                          <a:pt x="59817" y="42767"/>
                        </a:cubicBezTo>
                        <a:cubicBezTo>
                          <a:pt x="78677" y="30861"/>
                          <a:pt x="94583" y="15335"/>
                          <a:pt x="103823" y="0"/>
                        </a:cubicBezTo>
                        <a:cubicBezTo>
                          <a:pt x="90297" y="14192"/>
                          <a:pt x="73438" y="27337"/>
                          <a:pt x="55054" y="38195"/>
                        </a:cubicBezTo>
                        <a:cubicBezTo>
                          <a:pt x="44006" y="44672"/>
                          <a:pt x="32099" y="50482"/>
                          <a:pt x="20765" y="53149"/>
                        </a:cubicBezTo>
                        <a:cubicBezTo>
                          <a:pt x="12954" y="55054"/>
                          <a:pt x="5429" y="55150"/>
                          <a:pt x="0" y="53435"/>
                        </a:cubicBezTo>
                        <a:cubicBezTo>
                          <a:pt x="2286" y="56864"/>
                          <a:pt x="4286" y="60484"/>
                          <a:pt x="5810" y="64389"/>
                        </a:cubicBezTo>
                        <a:cubicBezTo>
                          <a:pt x="5906" y="64294"/>
                          <a:pt x="5906" y="64389"/>
                          <a:pt x="5906" y="6448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26" name="Forme libre : forme 17725">
                    <a:extLst>
                      <a:ext uri="{FF2B5EF4-FFF2-40B4-BE49-F238E27FC236}">
                        <a16:creationId xmlns:a16="http://schemas.microsoft.com/office/drawing/2014/main" id="{376DC4BB-0AEB-49C4-92A4-BCE61C97BA7D}"/>
                      </a:ext>
                    </a:extLst>
                  </p:cNvPr>
                  <p:cNvSpPr/>
                  <p:nvPr/>
                </p:nvSpPr>
                <p:spPr>
                  <a:xfrm>
                    <a:off x="1857950" y="4747259"/>
                    <a:ext cx="11811" cy="18097"/>
                  </a:xfrm>
                  <a:custGeom>
                    <a:avLst/>
                    <a:gdLst>
                      <a:gd name="connsiteX0" fmla="*/ 4953 w 11811"/>
                      <a:gd name="connsiteY0" fmla="*/ 18097 h 18097"/>
                      <a:gd name="connsiteX1" fmla="*/ 6191 w 11811"/>
                      <a:gd name="connsiteY1" fmla="*/ 16002 h 18097"/>
                      <a:gd name="connsiteX2" fmla="*/ 11811 w 11811"/>
                      <a:gd name="connsiteY2" fmla="*/ 14859 h 18097"/>
                      <a:gd name="connsiteX3" fmla="*/ 11716 w 11811"/>
                      <a:gd name="connsiteY3" fmla="*/ 14669 h 18097"/>
                      <a:gd name="connsiteX4" fmla="*/ 5906 w 11811"/>
                      <a:gd name="connsiteY4" fmla="*/ 3715 h 18097"/>
                      <a:gd name="connsiteX5" fmla="*/ 0 w 11811"/>
                      <a:gd name="connsiteY5" fmla="*/ 0 h 18097"/>
                      <a:gd name="connsiteX6" fmla="*/ 4953 w 11811"/>
                      <a:gd name="connsiteY6" fmla="*/ 18097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11" h="18097">
                        <a:moveTo>
                          <a:pt x="4953" y="18097"/>
                        </a:moveTo>
                        <a:cubicBezTo>
                          <a:pt x="5334" y="17431"/>
                          <a:pt x="5810" y="16764"/>
                          <a:pt x="6191" y="16002"/>
                        </a:cubicBezTo>
                        <a:cubicBezTo>
                          <a:pt x="8001" y="15716"/>
                          <a:pt x="9906" y="15240"/>
                          <a:pt x="11811" y="14859"/>
                        </a:cubicBezTo>
                        <a:cubicBezTo>
                          <a:pt x="11811" y="14764"/>
                          <a:pt x="11811" y="14764"/>
                          <a:pt x="11716" y="14669"/>
                        </a:cubicBezTo>
                        <a:cubicBezTo>
                          <a:pt x="10192" y="10763"/>
                          <a:pt x="8192" y="7144"/>
                          <a:pt x="5906" y="3715"/>
                        </a:cubicBezTo>
                        <a:cubicBezTo>
                          <a:pt x="3429" y="2858"/>
                          <a:pt x="1429" y="1714"/>
                          <a:pt x="0" y="0"/>
                        </a:cubicBezTo>
                        <a:lnTo>
                          <a:pt x="4953" y="18097"/>
                        </a:ln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27" name="Forme libre : forme 17726">
                    <a:extLst>
                      <a:ext uri="{FF2B5EF4-FFF2-40B4-BE49-F238E27FC236}">
                        <a16:creationId xmlns:a16="http://schemas.microsoft.com/office/drawing/2014/main" id="{EB4A646E-0F1D-4A88-BB15-FC68425BB8C5}"/>
                      </a:ext>
                    </a:extLst>
                  </p:cNvPr>
                  <p:cNvSpPr/>
                  <p:nvPr/>
                </p:nvSpPr>
                <p:spPr>
                  <a:xfrm>
                    <a:off x="1443518" y="4853368"/>
                    <a:ext cx="76200" cy="41720"/>
                  </a:xfrm>
                  <a:custGeom>
                    <a:avLst/>
                    <a:gdLst>
                      <a:gd name="connsiteX0" fmla="*/ 76200 w 76200"/>
                      <a:gd name="connsiteY0" fmla="*/ 41434 h 41720"/>
                      <a:gd name="connsiteX1" fmla="*/ 56007 w 76200"/>
                      <a:gd name="connsiteY1" fmla="*/ 26479 h 41720"/>
                      <a:gd name="connsiteX2" fmla="*/ 55531 w 76200"/>
                      <a:gd name="connsiteY2" fmla="*/ 0 h 41720"/>
                      <a:gd name="connsiteX3" fmla="*/ 0 w 76200"/>
                      <a:gd name="connsiteY3" fmla="*/ 35528 h 41720"/>
                      <a:gd name="connsiteX4" fmla="*/ 48196 w 76200"/>
                      <a:gd name="connsiteY4" fmla="*/ 15812 h 41720"/>
                      <a:gd name="connsiteX5" fmla="*/ 76200 w 76200"/>
                      <a:gd name="connsiteY5" fmla="*/ 41434 h 41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6200" h="41720">
                        <a:moveTo>
                          <a:pt x="76200" y="41434"/>
                        </a:moveTo>
                        <a:cubicBezTo>
                          <a:pt x="65056" y="40576"/>
                          <a:pt x="58579" y="34385"/>
                          <a:pt x="56007" y="26479"/>
                        </a:cubicBezTo>
                        <a:cubicBezTo>
                          <a:pt x="53530" y="18669"/>
                          <a:pt x="54483" y="9239"/>
                          <a:pt x="55531" y="0"/>
                        </a:cubicBezTo>
                        <a:cubicBezTo>
                          <a:pt x="43910" y="17145"/>
                          <a:pt x="20383" y="27813"/>
                          <a:pt x="0" y="35528"/>
                        </a:cubicBezTo>
                        <a:cubicBezTo>
                          <a:pt x="6953" y="34290"/>
                          <a:pt x="45720" y="23241"/>
                          <a:pt x="48196" y="15812"/>
                        </a:cubicBezTo>
                        <a:cubicBezTo>
                          <a:pt x="42863" y="32099"/>
                          <a:pt x="55531" y="43720"/>
                          <a:pt x="76200" y="4143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28" name="Forme libre : forme 17727">
                    <a:extLst>
                      <a:ext uri="{FF2B5EF4-FFF2-40B4-BE49-F238E27FC236}">
                        <a16:creationId xmlns:a16="http://schemas.microsoft.com/office/drawing/2014/main" id="{8B04E394-2DB2-40CD-A5D6-D1F3AC7E8A69}"/>
                      </a:ext>
                    </a:extLst>
                  </p:cNvPr>
                  <p:cNvSpPr/>
                  <p:nvPr/>
                </p:nvSpPr>
                <p:spPr>
                  <a:xfrm>
                    <a:off x="1541530" y="4915385"/>
                    <a:ext cx="184213" cy="36662"/>
                  </a:xfrm>
                  <a:custGeom>
                    <a:avLst/>
                    <a:gdLst>
                      <a:gd name="connsiteX0" fmla="*/ 92488 w 184213"/>
                      <a:gd name="connsiteY0" fmla="*/ 30280 h 36662"/>
                      <a:gd name="connsiteX1" fmla="*/ 100489 w 184213"/>
                      <a:gd name="connsiteY1" fmla="*/ 25517 h 36662"/>
                      <a:gd name="connsiteX2" fmla="*/ 110204 w 184213"/>
                      <a:gd name="connsiteY2" fmla="*/ 24184 h 36662"/>
                      <a:gd name="connsiteX3" fmla="*/ 184214 w 184213"/>
                      <a:gd name="connsiteY3" fmla="*/ 86 h 36662"/>
                      <a:gd name="connsiteX4" fmla="*/ 153162 w 184213"/>
                      <a:gd name="connsiteY4" fmla="*/ 8849 h 36662"/>
                      <a:gd name="connsiteX5" fmla="*/ 111443 w 184213"/>
                      <a:gd name="connsiteY5" fmla="*/ 17993 h 36662"/>
                      <a:gd name="connsiteX6" fmla="*/ 73057 w 184213"/>
                      <a:gd name="connsiteY6" fmla="*/ 21708 h 36662"/>
                      <a:gd name="connsiteX7" fmla="*/ 52007 w 184213"/>
                      <a:gd name="connsiteY7" fmla="*/ 15135 h 36662"/>
                      <a:gd name="connsiteX8" fmla="*/ 0 w 184213"/>
                      <a:gd name="connsiteY8" fmla="*/ 1324 h 36662"/>
                      <a:gd name="connsiteX9" fmla="*/ 78200 w 184213"/>
                      <a:gd name="connsiteY9" fmla="*/ 32566 h 36662"/>
                      <a:gd name="connsiteX10" fmla="*/ 74581 w 184213"/>
                      <a:gd name="connsiteY10" fmla="*/ 36662 h 36662"/>
                      <a:gd name="connsiteX11" fmla="*/ 92488 w 184213"/>
                      <a:gd name="connsiteY11" fmla="*/ 30280 h 36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84213" h="36662">
                        <a:moveTo>
                          <a:pt x="92488" y="30280"/>
                        </a:moveTo>
                        <a:cubicBezTo>
                          <a:pt x="94964" y="28375"/>
                          <a:pt x="97631" y="26566"/>
                          <a:pt x="100489" y="25517"/>
                        </a:cubicBezTo>
                        <a:cubicBezTo>
                          <a:pt x="104013" y="24184"/>
                          <a:pt x="107156" y="24279"/>
                          <a:pt x="110204" y="24184"/>
                        </a:cubicBezTo>
                        <a:cubicBezTo>
                          <a:pt x="131064" y="23708"/>
                          <a:pt x="162306" y="15231"/>
                          <a:pt x="184214" y="86"/>
                        </a:cubicBezTo>
                        <a:cubicBezTo>
                          <a:pt x="177070" y="-866"/>
                          <a:pt x="162116" y="6372"/>
                          <a:pt x="153162" y="8849"/>
                        </a:cubicBezTo>
                        <a:cubicBezTo>
                          <a:pt x="138970" y="12754"/>
                          <a:pt x="125158" y="15421"/>
                          <a:pt x="111443" y="17993"/>
                        </a:cubicBezTo>
                        <a:cubicBezTo>
                          <a:pt x="98012" y="20469"/>
                          <a:pt x="84201" y="23041"/>
                          <a:pt x="73057" y="21708"/>
                        </a:cubicBezTo>
                        <a:cubicBezTo>
                          <a:pt x="64961" y="20755"/>
                          <a:pt x="58674" y="17707"/>
                          <a:pt x="52007" y="15135"/>
                        </a:cubicBezTo>
                        <a:cubicBezTo>
                          <a:pt x="36195" y="8944"/>
                          <a:pt x="18098" y="5134"/>
                          <a:pt x="0" y="1324"/>
                        </a:cubicBezTo>
                        <a:cubicBezTo>
                          <a:pt x="20955" y="16278"/>
                          <a:pt x="47435" y="26851"/>
                          <a:pt x="78200" y="32566"/>
                        </a:cubicBezTo>
                        <a:cubicBezTo>
                          <a:pt x="76962" y="33899"/>
                          <a:pt x="75724" y="35328"/>
                          <a:pt x="74581" y="36662"/>
                        </a:cubicBezTo>
                        <a:cubicBezTo>
                          <a:pt x="80486" y="33138"/>
                          <a:pt x="86487" y="30851"/>
                          <a:pt x="92488" y="3028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29" name="Forme libre : forme 17728">
                    <a:extLst>
                      <a:ext uri="{FF2B5EF4-FFF2-40B4-BE49-F238E27FC236}">
                        <a16:creationId xmlns:a16="http://schemas.microsoft.com/office/drawing/2014/main" id="{D11F91B7-A443-42F6-87BC-15258378614D}"/>
                      </a:ext>
                    </a:extLst>
                  </p:cNvPr>
                  <p:cNvSpPr/>
                  <p:nvPr/>
                </p:nvSpPr>
                <p:spPr>
                  <a:xfrm>
                    <a:off x="1310453" y="4948523"/>
                    <a:ext cx="50196" cy="29179"/>
                  </a:xfrm>
                  <a:custGeom>
                    <a:avLst/>
                    <a:gdLst>
                      <a:gd name="connsiteX0" fmla="*/ 39433 w 50196"/>
                      <a:gd name="connsiteY0" fmla="*/ 16859 h 29179"/>
                      <a:gd name="connsiteX1" fmla="*/ 47530 w 50196"/>
                      <a:gd name="connsiteY1" fmla="*/ 0 h 29179"/>
                      <a:gd name="connsiteX2" fmla="*/ 0 w 50196"/>
                      <a:gd name="connsiteY2" fmla="*/ 24955 h 29179"/>
                      <a:gd name="connsiteX3" fmla="*/ 33909 w 50196"/>
                      <a:gd name="connsiteY3" fmla="*/ 28670 h 29179"/>
                      <a:gd name="connsiteX4" fmla="*/ 35338 w 50196"/>
                      <a:gd name="connsiteY4" fmla="*/ 28670 h 29179"/>
                      <a:gd name="connsiteX5" fmla="*/ 50197 w 50196"/>
                      <a:gd name="connsiteY5" fmla="*/ 22574 h 29179"/>
                      <a:gd name="connsiteX6" fmla="*/ 39433 w 50196"/>
                      <a:gd name="connsiteY6" fmla="*/ 16859 h 29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196" h="29179">
                        <a:moveTo>
                          <a:pt x="39433" y="16859"/>
                        </a:moveTo>
                        <a:cubicBezTo>
                          <a:pt x="38195" y="12287"/>
                          <a:pt x="42958" y="5810"/>
                          <a:pt x="47530" y="0"/>
                        </a:cubicBezTo>
                        <a:cubicBezTo>
                          <a:pt x="34480" y="16669"/>
                          <a:pt x="19050" y="19145"/>
                          <a:pt x="0" y="24955"/>
                        </a:cubicBezTo>
                        <a:cubicBezTo>
                          <a:pt x="1619" y="31432"/>
                          <a:pt x="25241" y="28480"/>
                          <a:pt x="33909" y="28670"/>
                        </a:cubicBezTo>
                        <a:cubicBezTo>
                          <a:pt x="34385" y="28670"/>
                          <a:pt x="34862" y="28670"/>
                          <a:pt x="35338" y="28670"/>
                        </a:cubicBezTo>
                        <a:cubicBezTo>
                          <a:pt x="40196" y="26003"/>
                          <a:pt x="45149" y="24003"/>
                          <a:pt x="50197" y="22574"/>
                        </a:cubicBezTo>
                        <a:cubicBezTo>
                          <a:pt x="45053" y="21907"/>
                          <a:pt x="40386" y="20574"/>
                          <a:pt x="39433" y="1685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30" name="Forme libre : forme 17729">
                    <a:extLst>
                      <a:ext uri="{FF2B5EF4-FFF2-40B4-BE49-F238E27FC236}">
                        <a16:creationId xmlns:a16="http://schemas.microsoft.com/office/drawing/2014/main" id="{1CBFCD75-100B-4E5A-8C2F-5D27D1C2C7C5}"/>
                      </a:ext>
                    </a:extLst>
                  </p:cNvPr>
                  <p:cNvSpPr/>
                  <p:nvPr/>
                </p:nvSpPr>
                <p:spPr>
                  <a:xfrm>
                    <a:off x="2053403" y="4713446"/>
                    <a:ext cx="80486" cy="129635"/>
                  </a:xfrm>
                  <a:custGeom>
                    <a:avLst/>
                    <a:gdLst>
                      <a:gd name="connsiteX0" fmla="*/ 33338 w 80486"/>
                      <a:gd name="connsiteY0" fmla="*/ 22288 h 129635"/>
                      <a:gd name="connsiteX1" fmla="*/ 0 w 80486"/>
                      <a:gd name="connsiteY1" fmla="*/ 25337 h 129635"/>
                      <a:gd name="connsiteX2" fmla="*/ 15621 w 80486"/>
                      <a:gd name="connsiteY2" fmla="*/ 33052 h 129635"/>
                      <a:gd name="connsiteX3" fmla="*/ 40386 w 80486"/>
                      <a:gd name="connsiteY3" fmla="*/ 45148 h 129635"/>
                      <a:gd name="connsiteX4" fmla="*/ 57150 w 80486"/>
                      <a:gd name="connsiteY4" fmla="*/ 129635 h 129635"/>
                      <a:gd name="connsiteX5" fmla="*/ 67437 w 80486"/>
                      <a:gd name="connsiteY5" fmla="*/ 68961 h 129635"/>
                      <a:gd name="connsiteX6" fmla="*/ 60579 w 80486"/>
                      <a:gd name="connsiteY6" fmla="*/ 53912 h 129635"/>
                      <a:gd name="connsiteX7" fmla="*/ 80486 w 80486"/>
                      <a:gd name="connsiteY7" fmla="*/ 0 h 129635"/>
                      <a:gd name="connsiteX8" fmla="*/ 33338 w 80486"/>
                      <a:gd name="connsiteY8" fmla="*/ 22288 h 129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486" h="129635">
                        <a:moveTo>
                          <a:pt x="33338" y="22288"/>
                        </a:moveTo>
                        <a:cubicBezTo>
                          <a:pt x="21527" y="24670"/>
                          <a:pt x="10763" y="24765"/>
                          <a:pt x="0" y="25337"/>
                        </a:cubicBezTo>
                        <a:cubicBezTo>
                          <a:pt x="3429" y="29242"/>
                          <a:pt x="9715" y="30861"/>
                          <a:pt x="15621" y="33052"/>
                        </a:cubicBezTo>
                        <a:cubicBezTo>
                          <a:pt x="24670" y="36386"/>
                          <a:pt x="33719" y="39814"/>
                          <a:pt x="40386" y="45148"/>
                        </a:cubicBezTo>
                        <a:cubicBezTo>
                          <a:pt x="63151" y="63532"/>
                          <a:pt x="53149" y="100489"/>
                          <a:pt x="57150" y="129635"/>
                        </a:cubicBezTo>
                        <a:cubicBezTo>
                          <a:pt x="70580" y="107251"/>
                          <a:pt x="74200" y="85439"/>
                          <a:pt x="67437" y="68961"/>
                        </a:cubicBezTo>
                        <a:cubicBezTo>
                          <a:pt x="65342" y="63817"/>
                          <a:pt x="62198" y="59246"/>
                          <a:pt x="60579" y="53912"/>
                        </a:cubicBezTo>
                        <a:cubicBezTo>
                          <a:pt x="56102" y="39148"/>
                          <a:pt x="63627" y="18669"/>
                          <a:pt x="80486" y="0"/>
                        </a:cubicBezTo>
                        <a:cubicBezTo>
                          <a:pt x="67437" y="11430"/>
                          <a:pt x="49244" y="19050"/>
                          <a:pt x="33338" y="2228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31" name="Forme libre : forme 17730">
                    <a:extLst>
                      <a:ext uri="{FF2B5EF4-FFF2-40B4-BE49-F238E27FC236}">
                        <a16:creationId xmlns:a16="http://schemas.microsoft.com/office/drawing/2014/main" id="{73BB486E-90F5-4560-890D-E65613C16884}"/>
                      </a:ext>
                    </a:extLst>
                  </p:cNvPr>
                  <p:cNvSpPr/>
                  <p:nvPr/>
                </p:nvSpPr>
                <p:spPr>
                  <a:xfrm>
                    <a:off x="2136080" y="4569047"/>
                    <a:ext cx="209931" cy="83058"/>
                  </a:xfrm>
                  <a:custGeom>
                    <a:avLst/>
                    <a:gdLst>
                      <a:gd name="connsiteX0" fmla="*/ 66008 w 209931"/>
                      <a:gd name="connsiteY0" fmla="*/ 63151 h 83058"/>
                      <a:gd name="connsiteX1" fmla="*/ 209931 w 209931"/>
                      <a:gd name="connsiteY1" fmla="*/ 0 h 83058"/>
                      <a:gd name="connsiteX2" fmla="*/ 107061 w 209931"/>
                      <a:gd name="connsiteY2" fmla="*/ 38195 h 83058"/>
                      <a:gd name="connsiteX3" fmla="*/ 25527 w 209931"/>
                      <a:gd name="connsiteY3" fmla="*/ 28956 h 83058"/>
                      <a:gd name="connsiteX4" fmla="*/ 0 w 209931"/>
                      <a:gd name="connsiteY4" fmla="*/ 23527 h 83058"/>
                      <a:gd name="connsiteX5" fmla="*/ 31623 w 209931"/>
                      <a:gd name="connsiteY5" fmla="*/ 43339 h 83058"/>
                      <a:gd name="connsiteX6" fmla="*/ 38291 w 209931"/>
                      <a:gd name="connsiteY6" fmla="*/ 83058 h 83058"/>
                      <a:gd name="connsiteX7" fmla="*/ 66008 w 209931"/>
                      <a:gd name="connsiteY7" fmla="*/ 63151 h 83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9931" h="83058">
                        <a:moveTo>
                          <a:pt x="66008" y="63151"/>
                        </a:moveTo>
                        <a:cubicBezTo>
                          <a:pt x="113729" y="39243"/>
                          <a:pt x="166688" y="30766"/>
                          <a:pt x="209931" y="0"/>
                        </a:cubicBezTo>
                        <a:cubicBezTo>
                          <a:pt x="176117" y="17431"/>
                          <a:pt x="140494" y="31718"/>
                          <a:pt x="107061" y="38195"/>
                        </a:cubicBezTo>
                        <a:cubicBezTo>
                          <a:pt x="73628" y="44577"/>
                          <a:pt x="42672" y="42386"/>
                          <a:pt x="25527" y="28956"/>
                        </a:cubicBezTo>
                        <a:cubicBezTo>
                          <a:pt x="19431" y="24194"/>
                          <a:pt x="13716" y="19050"/>
                          <a:pt x="0" y="23527"/>
                        </a:cubicBezTo>
                        <a:cubicBezTo>
                          <a:pt x="0" y="32671"/>
                          <a:pt x="25146" y="36100"/>
                          <a:pt x="31623" y="43339"/>
                        </a:cubicBezTo>
                        <a:cubicBezTo>
                          <a:pt x="40386" y="53245"/>
                          <a:pt x="43244" y="67151"/>
                          <a:pt x="38291" y="83058"/>
                        </a:cubicBezTo>
                        <a:cubicBezTo>
                          <a:pt x="44672" y="74962"/>
                          <a:pt x="55626" y="68389"/>
                          <a:pt x="66008" y="6315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32" name="Forme libre : forme 17731">
                    <a:extLst>
                      <a:ext uri="{FF2B5EF4-FFF2-40B4-BE49-F238E27FC236}">
                        <a16:creationId xmlns:a16="http://schemas.microsoft.com/office/drawing/2014/main" id="{BEF01DC7-A037-4E98-9D0F-563136CCADBF}"/>
                      </a:ext>
                    </a:extLst>
                  </p:cNvPr>
                  <p:cNvSpPr/>
                  <p:nvPr/>
                </p:nvSpPr>
                <p:spPr>
                  <a:xfrm>
                    <a:off x="1891478" y="4894421"/>
                    <a:ext cx="180689" cy="75471"/>
                  </a:xfrm>
                  <a:custGeom>
                    <a:avLst/>
                    <a:gdLst>
                      <a:gd name="connsiteX0" fmla="*/ 144494 w 180689"/>
                      <a:gd name="connsiteY0" fmla="*/ 35624 h 75471"/>
                      <a:gd name="connsiteX1" fmla="*/ 162116 w 180689"/>
                      <a:gd name="connsiteY1" fmla="*/ 0 h 75471"/>
                      <a:gd name="connsiteX2" fmla="*/ 82391 w 180689"/>
                      <a:gd name="connsiteY2" fmla="*/ 42958 h 75471"/>
                      <a:gd name="connsiteX3" fmla="*/ 0 w 180689"/>
                      <a:gd name="connsiteY3" fmla="*/ 63246 h 75471"/>
                      <a:gd name="connsiteX4" fmla="*/ 110680 w 180689"/>
                      <a:gd name="connsiteY4" fmla="*/ 42863 h 75471"/>
                      <a:gd name="connsiteX5" fmla="*/ 122777 w 180689"/>
                      <a:gd name="connsiteY5" fmla="*/ 40386 h 75471"/>
                      <a:gd name="connsiteX6" fmla="*/ 126492 w 180689"/>
                      <a:gd name="connsiteY6" fmla="*/ 47911 h 75471"/>
                      <a:gd name="connsiteX7" fmla="*/ 180689 w 180689"/>
                      <a:gd name="connsiteY7" fmla="*/ 74295 h 75471"/>
                      <a:gd name="connsiteX8" fmla="*/ 144494 w 180689"/>
                      <a:gd name="connsiteY8" fmla="*/ 35624 h 75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0689" h="75471">
                        <a:moveTo>
                          <a:pt x="144494" y="35624"/>
                        </a:moveTo>
                        <a:cubicBezTo>
                          <a:pt x="143828" y="25241"/>
                          <a:pt x="153162" y="12192"/>
                          <a:pt x="162116" y="0"/>
                        </a:cubicBezTo>
                        <a:cubicBezTo>
                          <a:pt x="151067" y="15050"/>
                          <a:pt x="100013" y="36100"/>
                          <a:pt x="82391" y="42958"/>
                        </a:cubicBezTo>
                        <a:cubicBezTo>
                          <a:pt x="53626" y="54197"/>
                          <a:pt x="26670" y="60008"/>
                          <a:pt x="0" y="63246"/>
                        </a:cubicBezTo>
                        <a:cubicBezTo>
                          <a:pt x="14097" y="75724"/>
                          <a:pt x="84201" y="52578"/>
                          <a:pt x="110680" y="42863"/>
                        </a:cubicBezTo>
                        <a:cubicBezTo>
                          <a:pt x="114967" y="41339"/>
                          <a:pt x="119729" y="39624"/>
                          <a:pt x="122777" y="40386"/>
                        </a:cubicBezTo>
                        <a:cubicBezTo>
                          <a:pt x="126301" y="41243"/>
                          <a:pt x="126301" y="44863"/>
                          <a:pt x="126492" y="47911"/>
                        </a:cubicBezTo>
                        <a:cubicBezTo>
                          <a:pt x="127825" y="68199"/>
                          <a:pt x="150590" y="79248"/>
                          <a:pt x="180689" y="74295"/>
                        </a:cubicBezTo>
                        <a:cubicBezTo>
                          <a:pt x="178975" y="55626"/>
                          <a:pt x="145733" y="54579"/>
                          <a:pt x="144494" y="3562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33" name="Forme libre : forme 17732">
                    <a:extLst>
                      <a:ext uri="{FF2B5EF4-FFF2-40B4-BE49-F238E27FC236}">
                        <a16:creationId xmlns:a16="http://schemas.microsoft.com/office/drawing/2014/main" id="{EDF3ADEF-7C7C-48DC-96F3-202E10A6569D}"/>
                      </a:ext>
                    </a:extLst>
                  </p:cNvPr>
                  <p:cNvSpPr/>
                  <p:nvPr/>
                </p:nvSpPr>
                <p:spPr>
                  <a:xfrm>
                    <a:off x="2237998" y="4830123"/>
                    <a:ext cx="63531" cy="82394"/>
                  </a:xfrm>
                  <a:custGeom>
                    <a:avLst/>
                    <a:gdLst>
                      <a:gd name="connsiteX0" fmla="*/ 63532 w 63531"/>
                      <a:gd name="connsiteY0" fmla="*/ 9052 h 82394"/>
                      <a:gd name="connsiteX1" fmla="*/ 54769 w 63531"/>
                      <a:gd name="connsiteY1" fmla="*/ 15529 h 82394"/>
                      <a:gd name="connsiteX2" fmla="*/ 36671 w 63531"/>
                      <a:gd name="connsiteY2" fmla="*/ 17720 h 82394"/>
                      <a:gd name="connsiteX3" fmla="*/ 25908 w 63531"/>
                      <a:gd name="connsiteY3" fmla="*/ 10576 h 82394"/>
                      <a:gd name="connsiteX4" fmla="*/ 0 w 63531"/>
                      <a:gd name="connsiteY4" fmla="*/ 956 h 82394"/>
                      <a:gd name="connsiteX5" fmla="*/ 33528 w 63531"/>
                      <a:gd name="connsiteY5" fmla="*/ 30865 h 82394"/>
                      <a:gd name="connsiteX6" fmla="*/ 37433 w 63531"/>
                      <a:gd name="connsiteY6" fmla="*/ 45438 h 82394"/>
                      <a:gd name="connsiteX7" fmla="*/ 28670 w 63531"/>
                      <a:gd name="connsiteY7" fmla="*/ 66393 h 82394"/>
                      <a:gd name="connsiteX8" fmla="*/ 17716 w 63531"/>
                      <a:gd name="connsiteY8" fmla="*/ 82395 h 82394"/>
                      <a:gd name="connsiteX9" fmla="*/ 40291 w 63531"/>
                      <a:gd name="connsiteY9" fmla="*/ 59058 h 82394"/>
                      <a:gd name="connsiteX10" fmla="*/ 48863 w 63531"/>
                      <a:gd name="connsiteY10" fmla="*/ 69441 h 82394"/>
                      <a:gd name="connsiteX11" fmla="*/ 59722 w 63531"/>
                      <a:gd name="connsiteY11" fmla="*/ 15720 h 82394"/>
                      <a:gd name="connsiteX12" fmla="*/ 63532 w 63531"/>
                      <a:gd name="connsiteY12" fmla="*/ 9052 h 82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3531" h="82394">
                        <a:moveTo>
                          <a:pt x="63532" y="9052"/>
                        </a:moveTo>
                        <a:cubicBezTo>
                          <a:pt x="60865" y="11433"/>
                          <a:pt x="58103" y="13815"/>
                          <a:pt x="54769" y="15529"/>
                        </a:cubicBezTo>
                        <a:cubicBezTo>
                          <a:pt x="48196" y="18958"/>
                          <a:pt x="41338" y="19244"/>
                          <a:pt x="36671" y="17720"/>
                        </a:cubicBezTo>
                        <a:cubicBezTo>
                          <a:pt x="32004" y="16196"/>
                          <a:pt x="29051" y="13243"/>
                          <a:pt x="25908" y="10576"/>
                        </a:cubicBezTo>
                        <a:cubicBezTo>
                          <a:pt x="20098" y="5623"/>
                          <a:pt x="12763" y="-2854"/>
                          <a:pt x="0" y="956"/>
                        </a:cubicBezTo>
                        <a:cubicBezTo>
                          <a:pt x="13716" y="9338"/>
                          <a:pt x="26194" y="17911"/>
                          <a:pt x="33528" y="30865"/>
                        </a:cubicBezTo>
                        <a:cubicBezTo>
                          <a:pt x="36004" y="35151"/>
                          <a:pt x="37910" y="39818"/>
                          <a:pt x="37433" y="45438"/>
                        </a:cubicBezTo>
                        <a:cubicBezTo>
                          <a:pt x="36862" y="51915"/>
                          <a:pt x="33052" y="59249"/>
                          <a:pt x="28670" y="66393"/>
                        </a:cubicBezTo>
                        <a:cubicBezTo>
                          <a:pt x="25432" y="71727"/>
                          <a:pt x="21717" y="77061"/>
                          <a:pt x="17716" y="82395"/>
                        </a:cubicBezTo>
                        <a:cubicBezTo>
                          <a:pt x="24670" y="74489"/>
                          <a:pt x="32195" y="66678"/>
                          <a:pt x="40291" y="59058"/>
                        </a:cubicBezTo>
                        <a:cubicBezTo>
                          <a:pt x="44767" y="61344"/>
                          <a:pt x="47720" y="64964"/>
                          <a:pt x="48863" y="69441"/>
                        </a:cubicBezTo>
                        <a:cubicBezTo>
                          <a:pt x="46482" y="53439"/>
                          <a:pt x="49530" y="34960"/>
                          <a:pt x="59722" y="15720"/>
                        </a:cubicBezTo>
                        <a:cubicBezTo>
                          <a:pt x="60960" y="13529"/>
                          <a:pt x="62198" y="11243"/>
                          <a:pt x="63532" y="905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34" name="Forme libre : forme 17733">
                    <a:extLst>
                      <a:ext uri="{FF2B5EF4-FFF2-40B4-BE49-F238E27FC236}">
                        <a16:creationId xmlns:a16="http://schemas.microsoft.com/office/drawing/2014/main" id="{0FEE3C2D-6001-4F56-8C7B-32ADC67A5E6E}"/>
                      </a:ext>
                    </a:extLst>
                  </p:cNvPr>
                  <p:cNvSpPr/>
                  <p:nvPr/>
                </p:nvSpPr>
                <p:spPr>
                  <a:xfrm>
                    <a:off x="2242093" y="4912518"/>
                    <a:ext cx="13716" cy="16668"/>
                  </a:xfrm>
                  <a:custGeom>
                    <a:avLst/>
                    <a:gdLst>
                      <a:gd name="connsiteX0" fmla="*/ 13716 w 13716"/>
                      <a:gd name="connsiteY0" fmla="*/ 0 h 16668"/>
                      <a:gd name="connsiteX1" fmla="*/ 0 w 13716"/>
                      <a:gd name="connsiteY1" fmla="*/ 16669 h 16668"/>
                      <a:gd name="connsiteX2" fmla="*/ 13716 w 13716"/>
                      <a:gd name="connsiteY2" fmla="*/ 0 h 16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716" h="16668">
                        <a:moveTo>
                          <a:pt x="13716" y="0"/>
                        </a:moveTo>
                        <a:cubicBezTo>
                          <a:pt x="8858" y="5525"/>
                          <a:pt x="4286" y="11049"/>
                          <a:pt x="0" y="16669"/>
                        </a:cubicBezTo>
                        <a:cubicBezTo>
                          <a:pt x="4953" y="11239"/>
                          <a:pt x="9525" y="5620"/>
                          <a:pt x="13716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35" name="Forme libre : forme 17734">
                    <a:extLst>
                      <a:ext uri="{FF2B5EF4-FFF2-40B4-BE49-F238E27FC236}">
                        <a16:creationId xmlns:a16="http://schemas.microsoft.com/office/drawing/2014/main" id="{99645AF5-0689-4BD5-A876-9F88759DF2D0}"/>
                      </a:ext>
                    </a:extLst>
                  </p:cNvPr>
                  <p:cNvSpPr/>
                  <p:nvPr/>
                </p:nvSpPr>
                <p:spPr>
                  <a:xfrm>
                    <a:off x="2301529" y="4790122"/>
                    <a:ext cx="46863" cy="49053"/>
                  </a:xfrm>
                  <a:custGeom>
                    <a:avLst/>
                    <a:gdLst>
                      <a:gd name="connsiteX0" fmla="*/ 46863 w 46863"/>
                      <a:gd name="connsiteY0" fmla="*/ 0 h 49053"/>
                      <a:gd name="connsiteX1" fmla="*/ 0 w 46863"/>
                      <a:gd name="connsiteY1" fmla="*/ 49054 h 49053"/>
                      <a:gd name="connsiteX2" fmla="*/ 4382 w 46863"/>
                      <a:gd name="connsiteY2" fmla="*/ 44863 h 49053"/>
                      <a:gd name="connsiteX3" fmla="*/ 46863 w 46863"/>
                      <a:gd name="connsiteY3" fmla="*/ 0 h 49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63" h="49053">
                        <a:moveTo>
                          <a:pt x="46863" y="0"/>
                        </a:moveTo>
                        <a:cubicBezTo>
                          <a:pt x="26670" y="14383"/>
                          <a:pt x="10573" y="31909"/>
                          <a:pt x="0" y="49054"/>
                        </a:cubicBezTo>
                        <a:cubicBezTo>
                          <a:pt x="1524" y="47625"/>
                          <a:pt x="3048" y="46292"/>
                          <a:pt x="4382" y="44863"/>
                        </a:cubicBezTo>
                        <a:cubicBezTo>
                          <a:pt x="18955" y="30004"/>
                          <a:pt x="33147" y="15050"/>
                          <a:pt x="46863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36" name="Forme libre : forme 17735">
                    <a:extLst>
                      <a:ext uri="{FF2B5EF4-FFF2-40B4-BE49-F238E27FC236}">
                        <a16:creationId xmlns:a16="http://schemas.microsoft.com/office/drawing/2014/main" id="{9AED57EB-6E48-4B61-B81E-B2FAB5E7BE13}"/>
                      </a:ext>
                    </a:extLst>
                  </p:cNvPr>
                  <p:cNvSpPr/>
                  <p:nvPr/>
                </p:nvSpPr>
                <p:spPr>
                  <a:xfrm>
                    <a:off x="2432498" y="4669631"/>
                    <a:ext cx="96297" cy="66198"/>
                  </a:xfrm>
                  <a:custGeom>
                    <a:avLst/>
                    <a:gdLst>
                      <a:gd name="connsiteX0" fmla="*/ 44768 w 96297"/>
                      <a:gd name="connsiteY0" fmla="*/ 35909 h 66198"/>
                      <a:gd name="connsiteX1" fmla="*/ 39815 w 96297"/>
                      <a:gd name="connsiteY1" fmla="*/ 34862 h 66198"/>
                      <a:gd name="connsiteX2" fmla="*/ 42005 w 96297"/>
                      <a:gd name="connsiteY2" fmla="*/ 28861 h 66198"/>
                      <a:gd name="connsiteX3" fmla="*/ 40577 w 96297"/>
                      <a:gd name="connsiteY3" fmla="*/ 0 h 66198"/>
                      <a:gd name="connsiteX4" fmla="*/ 26099 w 96297"/>
                      <a:gd name="connsiteY4" fmla="*/ 40100 h 66198"/>
                      <a:gd name="connsiteX5" fmla="*/ 0 w 96297"/>
                      <a:gd name="connsiteY5" fmla="*/ 66199 h 66198"/>
                      <a:gd name="connsiteX6" fmla="*/ 96298 w 96297"/>
                      <a:gd name="connsiteY6" fmla="*/ 33719 h 66198"/>
                      <a:gd name="connsiteX7" fmla="*/ 44768 w 96297"/>
                      <a:gd name="connsiteY7" fmla="*/ 35909 h 66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6297" h="66198">
                        <a:moveTo>
                          <a:pt x="44768" y="35909"/>
                        </a:moveTo>
                        <a:cubicBezTo>
                          <a:pt x="42767" y="36004"/>
                          <a:pt x="40577" y="36004"/>
                          <a:pt x="39815" y="34862"/>
                        </a:cubicBezTo>
                        <a:cubicBezTo>
                          <a:pt x="38862" y="33433"/>
                          <a:pt x="40577" y="31052"/>
                          <a:pt x="42005" y="28861"/>
                        </a:cubicBezTo>
                        <a:cubicBezTo>
                          <a:pt x="49435" y="17526"/>
                          <a:pt x="50768" y="3524"/>
                          <a:pt x="40577" y="0"/>
                        </a:cubicBezTo>
                        <a:cubicBezTo>
                          <a:pt x="37814" y="13145"/>
                          <a:pt x="36386" y="25432"/>
                          <a:pt x="26099" y="40100"/>
                        </a:cubicBezTo>
                        <a:cubicBezTo>
                          <a:pt x="19622" y="49244"/>
                          <a:pt x="10573" y="58388"/>
                          <a:pt x="0" y="66199"/>
                        </a:cubicBezTo>
                        <a:cubicBezTo>
                          <a:pt x="30861" y="49530"/>
                          <a:pt x="64770" y="40196"/>
                          <a:pt x="96298" y="33719"/>
                        </a:cubicBezTo>
                        <a:cubicBezTo>
                          <a:pt x="79058" y="34480"/>
                          <a:pt x="61913" y="35147"/>
                          <a:pt x="44768" y="3590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37" name="Forme libre : forme 17736">
                    <a:extLst>
                      <a:ext uri="{FF2B5EF4-FFF2-40B4-BE49-F238E27FC236}">
                        <a16:creationId xmlns:a16="http://schemas.microsoft.com/office/drawing/2014/main" id="{7E1C1A93-CAD0-408C-BF92-B4F9DA7B8BE8}"/>
                      </a:ext>
                    </a:extLst>
                  </p:cNvPr>
                  <p:cNvSpPr/>
                  <p:nvPr/>
                </p:nvSpPr>
                <p:spPr>
                  <a:xfrm>
                    <a:off x="2412401" y="4735830"/>
                    <a:ext cx="20002" cy="12096"/>
                  </a:xfrm>
                  <a:custGeom>
                    <a:avLst/>
                    <a:gdLst>
                      <a:gd name="connsiteX0" fmla="*/ 0 w 20002"/>
                      <a:gd name="connsiteY0" fmla="*/ 12097 h 12096"/>
                      <a:gd name="connsiteX1" fmla="*/ 20003 w 20002"/>
                      <a:gd name="connsiteY1" fmla="*/ 0 h 12096"/>
                      <a:gd name="connsiteX2" fmla="*/ 0 w 20002"/>
                      <a:gd name="connsiteY2" fmla="*/ 12097 h 12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002" h="12096">
                        <a:moveTo>
                          <a:pt x="0" y="12097"/>
                        </a:moveTo>
                        <a:cubicBezTo>
                          <a:pt x="7048" y="8763"/>
                          <a:pt x="13811" y="4667"/>
                          <a:pt x="20003" y="0"/>
                        </a:cubicBezTo>
                        <a:cubicBezTo>
                          <a:pt x="13240" y="3715"/>
                          <a:pt x="6477" y="7620"/>
                          <a:pt x="0" y="1209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38" name="Forme libre : forme 17737">
                    <a:extLst>
                      <a:ext uri="{FF2B5EF4-FFF2-40B4-BE49-F238E27FC236}">
                        <a16:creationId xmlns:a16="http://schemas.microsoft.com/office/drawing/2014/main" id="{C96DD918-BF85-4359-9888-43FAE59FDBB9}"/>
                      </a:ext>
                    </a:extLst>
                  </p:cNvPr>
                  <p:cNvSpPr/>
                  <p:nvPr/>
                </p:nvSpPr>
                <p:spPr>
                  <a:xfrm>
                    <a:off x="2432212" y="4562951"/>
                    <a:ext cx="156781" cy="63150"/>
                  </a:xfrm>
                  <a:custGeom>
                    <a:avLst/>
                    <a:gdLst>
                      <a:gd name="connsiteX0" fmla="*/ 48768 w 156781"/>
                      <a:gd name="connsiteY0" fmla="*/ 16669 h 63150"/>
                      <a:gd name="connsiteX1" fmla="*/ 39529 w 156781"/>
                      <a:gd name="connsiteY1" fmla="*/ 9525 h 63150"/>
                      <a:gd name="connsiteX2" fmla="*/ 0 w 156781"/>
                      <a:gd name="connsiteY2" fmla="*/ 2953 h 63150"/>
                      <a:gd name="connsiteX3" fmla="*/ 50864 w 156781"/>
                      <a:gd name="connsiteY3" fmla="*/ 63151 h 63150"/>
                      <a:gd name="connsiteX4" fmla="*/ 98203 w 156781"/>
                      <a:gd name="connsiteY4" fmla="*/ 26384 h 63150"/>
                      <a:gd name="connsiteX5" fmla="*/ 156782 w 156781"/>
                      <a:gd name="connsiteY5" fmla="*/ 0 h 63150"/>
                      <a:gd name="connsiteX6" fmla="*/ 63056 w 156781"/>
                      <a:gd name="connsiteY6" fmla="*/ 18764 h 63150"/>
                      <a:gd name="connsiteX7" fmla="*/ 48768 w 156781"/>
                      <a:gd name="connsiteY7" fmla="*/ 16669 h 63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6781" h="63150">
                        <a:moveTo>
                          <a:pt x="48768" y="16669"/>
                        </a:moveTo>
                        <a:cubicBezTo>
                          <a:pt x="44863" y="14954"/>
                          <a:pt x="42577" y="12002"/>
                          <a:pt x="39529" y="9525"/>
                        </a:cubicBezTo>
                        <a:cubicBezTo>
                          <a:pt x="31718" y="3239"/>
                          <a:pt x="16764" y="-2381"/>
                          <a:pt x="0" y="2953"/>
                        </a:cubicBezTo>
                        <a:cubicBezTo>
                          <a:pt x="31814" y="13907"/>
                          <a:pt x="48863" y="32290"/>
                          <a:pt x="50864" y="63151"/>
                        </a:cubicBezTo>
                        <a:cubicBezTo>
                          <a:pt x="55912" y="48673"/>
                          <a:pt x="78486" y="34576"/>
                          <a:pt x="98203" y="26384"/>
                        </a:cubicBezTo>
                        <a:cubicBezTo>
                          <a:pt x="118015" y="18193"/>
                          <a:pt x="138875" y="12287"/>
                          <a:pt x="156782" y="0"/>
                        </a:cubicBezTo>
                        <a:cubicBezTo>
                          <a:pt x="124111" y="12478"/>
                          <a:pt x="91345" y="18955"/>
                          <a:pt x="63056" y="18764"/>
                        </a:cubicBezTo>
                        <a:cubicBezTo>
                          <a:pt x="57817" y="18574"/>
                          <a:pt x="52578" y="18288"/>
                          <a:pt x="48768" y="1666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39" name="Forme libre : forme 17738">
                    <a:extLst>
                      <a:ext uri="{FF2B5EF4-FFF2-40B4-BE49-F238E27FC236}">
                        <a16:creationId xmlns:a16="http://schemas.microsoft.com/office/drawing/2014/main" id="{623BD753-52C4-4FB9-89B3-54895789E3E2}"/>
                      </a:ext>
                    </a:extLst>
                  </p:cNvPr>
                  <p:cNvSpPr/>
                  <p:nvPr/>
                </p:nvSpPr>
                <p:spPr>
                  <a:xfrm>
                    <a:off x="2739013" y="4748879"/>
                    <a:ext cx="26765" cy="5619"/>
                  </a:xfrm>
                  <a:custGeom>
                    <a:avLst/>
                    <a:gdLst>
                      <a:gd name="connsiteX0" fmla="*/ 0 w 26765"/>
                      <a:gd name="connsiteY0" fmla="*/ 5620 h 5619"/>
                      <a:gd name="connsiteX1" fmla="*/ 26765 w 26765"/>
                      <a:gd name="connsiteY1" fmla="*/ 0 h 5619"/>
                      <a:gd name="connsiteX2" fmla="*/ 0 w 26765"/>
                      <a:gd name="connsiteY2" fmla="*/ 5620 h 5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765" h="5619">
                        <a:moveTo>
                          <a:pt x="0" y="5620"/>
                        </a:moveTo>
                        <a:cubicBezTo>
                          <a:pt x="8954" y="3715"/>
                          <a:pt x="17907" y="1905"/>
                          <a:pt x="26765" y="0"/>
                        </a:cubicBezTo>
                        <a:cubicBezTo>
                          <a:pt x="18383" y="667"/>
                          <a:pt x="9239" y="2572"/>
                          <a:pt x="0" y="562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40" name="Forme libre : forme 17739">
                    <a:extLst>
                      <a:ext uri="{FF2B5EF4-FFF2-40B4-BE49-F238E27FC236}">
                        <a16:creationId xmlns:a16="http://schemas.microsoft.com/office/drawing/2014/main" id="{5CE4492D-EAC1-4C7E-BED3-F5C2A5955DA4}"/>
                      </a:ext>
                    </a:extLst>
                  </p:cNvPr>
                  <p:cNvSpPr/>
                  <p:nvPr/>
                </p:nvSpPr>
                <p:spPr>
                  <a:xfrm>
                    <a:off x="2487934" y="4683467"/>
                    <a:ext cx="251079" cy="243243"/>
                  </a:xfrm>
                  <a:custGeom>
                    <a:avLst/>
                    <a:gdLst>
                      <a:gd name="connsiteX0" fmla="*/ 94107 w 251079"/>
                      <a:gd name="connsiteY0" fmla="*/ 235528 h 243243"/>
                      <a:gd name="connsiteX1" fmla="*/ 160782 w 251079"/>
                      <a:gd name="connsiteY1" fmla="*/ 145232 h 243243"/>
                      <a:gd name="connsiteX2" fmla="*/ 210503 w 251079"/>
                      <a:gd name="connsiteY2" fmla="*/ 91796 h 243243"/>
                      <a:gd name="connsiteX3" fmla="*/ 251079 w 251079"/>
                      <a:gd name="connsiteY3" fmla="*/ 71032 h 243243"/>
                      <a:gd name="connsiteX4" fmla="*/ 219456 w 251079"/>
                      <a:gd name="connsiteY4" fmla="*/ 77604 h 243243"/>
                      <a:gd name="connsiteX5" fmla="*/ 207931 w 251079"/>
                      <a:gd name="connsiteY5" fmla="*/ 78080 h 243243"/>
                      <a:gd name="connsiteX6" fmla="*/ 205264 w 251079"/>
                      <a:gd name="connsiteY6" fmla="*/ 70270 h 243243"/>
                      <a:gd name="connsiteX7" fmla="*/ 206883 w 251079"/>
                      <a:gd name="connsiteY7" fmla="*/ 17406 h 243243"/>
                      <a:gd name="connsiteX8" fmla="*/ 164687 w 251079"/>
                      <a:gd name="connsiteY8" fmla="*/ 3214 h 243243"/>
                      <a:gd name="connsiteX9" fmla="*/ 195644 w 251079"/>
                      <a:gd name="connsiteY9" fmla="*/ 43885 h 243243"/>
                      <a:gd name="connsiteX10" fmla="*/ 161068 w 251079"/>
                      <a:gd name="connsiteY10" fmla="*/ 119895 h 243243"/>
                      <a:gd name="connsiteX11" fmla="*/ 87916 w 251079"/>
                      <a:gd name="connsiteY11" fmla="*/ 179998 h 243243"/>
                      <a:gd name="connsiteX12" fmla="*/ 0 w 251079"/>
                      <a:gd name="connsiteY12" fmla="*/ 243244 h 243243"/>
                      <a:gd name="connsiteX13" fmla="*/ 148876 w 251079"/>
                      <a:gd name="connsiteY13" fmla="*/ 144946 h 243243"/>
                      <a:gd name="connsiteX14" fmla="*/ 94107 w 251079"/>
                      <a:gd name="connsiteY14" fmla="*/ 235528 h 243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51079" h="243243">
                        <a:moveTo>
                          <a:pt x="94107" y="235528"/>
                        </a:moveTo>
                        <a:cubicBezTo>
                          <a:pt x="116300" y="205430"/>
                          <a:pt x="138589" y="175330"/>
                          <a:pt x="160782" y="145232"/>
                        </a:cubicBezTo>
                        <a:cubicBezTo>
                          <a:pt x="174403" y="126753"/>
                          <a:pt x="188976" y="107417"/>
                          <a:pt x="210503" y="91796"/>
                        </a:cubicBezTo>
                        <a:cubicBezTo>
                          <a:pt x="222885" y="82843"/>
                          <a:pt x="237077" y="75699"/>
                          <a:pt x="251079" y="71032"/>
                        </a:cubicBezTo>
                        <a:cubicBezTo>
                          <a:pt x="240506" y="73223"/>
                          <a:pt x="229934" y="75413"/>
                          <a:pt x="219456" y="77604"/>
                        </a:cubicBezTo>
                        <a:cubicBezTo>
                          <a:pt x="215170" y="78461"/>
                          <a:pt x="210598" y="79414"/>
                          <a:pt x="207931" y="78080"/>
                        </a:cubicBezTo>
                        <a:cubicBezTo>
                          <a:pt x="205073" y="76747"/>
                          <a:pt x="204978" y="73413"/>
                          <a:pt x="205264" y="70270"/>
                        </a:cubicBezTo>
                        <a:cubicBezTo>
                          <a:pt x="206978" y="52077"/>
                          <a:pt x="214884" y="31122"/>
                          <a:pt x="206883" y="17406"/>
                        </a:cubicBezTo>
                        <a:cubicBezTo>
                          <a:pt x="202597" y="9976"/>
                          <a:pt x="181261" y="-7073"/>
                          <a:pt x="164687" y="3214"/>
                        </a:cubicBezTo>
                        <a:cubicBezTo>
                          <a:pt x="180308" y="14072"/>
                          <a:pt x="194024" y="24169"/>
                          <a:pt x="195644" y="43885"/>
                        </a:cubicBezTo>
                        <a:cubicBezTo>
                          <a:pt x="197453" y="66174"/>
                          <a:pt x="184785" y="94273"/>
                          <a:pt x="161068" y="119895"/>
                        </a:cubicBezTo>
                        <a:cubicBezTo>
                          <a:pt x="140970" y="141707"/>
                          <a:pt x="114205" y="161043"/>
                          <a:pt x="87916" y="179998"/>
                        </a:cubicBezTo>
                        <a:cubicBezTo>
                          <a:pt x="58579" y="201048"/>
                          <a:pt x="29242" y="222194"/>
                          <a:pt x="0" y="243244"/>
                        </a:cubicBezTo>
                        <a:cubicBezTo>
                          <a:pt x="49625" y="210478"/>
                          <a:pt x="99251" y="177712"/>
                          <a:pt x="148876" y="144946"/>
                        </a:cubicBezTo>
                        <a:cubicBezTo>
                          <a:pt x="117634" y="174092"/>
                          <a:pt x="97441" y="207430"/>
                          <a:pt x="94107" y="23552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41" name="Forme libre : forme 17740">
                    <a:extLst>
                      <a:ext uri="{FF2B5EF4-FFF2-40B4-BE49-F238E27FC236}">
                        <a16:creationId xmlns:a16="http://schemas.microsoft.com/office/drawing/2014/main" id="{2F5C4E18-08B2-4733-877F-8F9B7585535B}"/>
                      </a:ext>
                    </a:extLst>
                  </p:cNvPr>
                  <p:cNvSpPr/>
                  <p:nvPr/>
                </p:nvSpPr>
                <p:spPr>
                  <a:xfrm>
                    <a:off x="2813975" y="4509420"/>
                    <a:ext cx="184880" cy="119729"/>
                  </a:xfrm>
                  <a:custGeom>
                    <a:avLst/>
                    <a:gdLst>
                      <a:gd name="connsiteX0" fmla="*/ 184880 w 184880"/>
                      <a:gd name="connsiteY0" fmla="*/ 0 h 119729"/>
                      <a:gd name="connsiteX1" fmla="*/ 99346 w 184880"/>
                      <a:gd name="connsiteY1" fmla="*/ 69152 h 119729"/>
                      <a:gd name="connsiteX2" fmla="*/ 54388 w 184880"/>
                      <a:gd name="connsiteY2" fmla="*/ 88678 h 119729"/>
                      <a:gd name="connsiteX3" fmla="*/ 0 w 184880"/>
                      <a:gd name="connsiteY3" fmla="*/ 119729 h 119729"/>
                      <a:gd name="connsiteX4" fmla="*/ 77724 w 184880"/>
                      <a:gd name="connsiteY4" fmla="*/ 86392 h 119729"/>
                      <a:gd name="connsiteX5" fmla="*/ 144113 w 184880"/>
                      <a:gd name="connsiteY5" fmla="*/ 85820 h 119729"/>
                      <a:gd name="connsiteX6" fmla="*/ 152876 w 184880"/>
                      <a:gd name="connsiteY6" fmla="*/ 52388 h 119729"/>
                      <a:gd name="connsiteX7" fmla="*/ 184880 w 184880"/>
                      <a:gd name="connsiteY7" fmla="*/ 0 h 119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4880" h="119729">
                        <a:moveTo>
                          <a:pt x="184880" y="0"/>
                        </a:moveTo>
                        <a:cubicBezTo>
                          <a:pt x="161068" y="26003"/>
                          <a:pt x="135350" y="51149"/>
                          <a:pt x="99346" y="69152"/>
                        </a:cubicBezTo>
                        <a:cubicBezTo>
                          <a:pt x="84582" y="76486"/>
                          <a:pt x="69342" y="81915"/>
                          <a:pt x="54388" y="88678"/>
                        </a:cubicBezTo>
                        <a:cubicBezTo>
                          <a:pt x="35433" y="97155"/>
                          <a:pt x="16954" y="107728"/>
                          <a:pt x="0" y="119729"/>
                        </a:cubicBezTo>
                        <a:cubicBezTo>
                          <a:pt x="25622" y="107061"/>
                          <a:pt x="51816" y="94107"/>
                          <a:pt x="77724" y="86392"/>
                        </a:cubicBezTo>
                        <a:cubicBezTo>
                          <a:pt x="103632" y="78677"/>
                          <a:pt x="129921" y="76676"/>
                          <a:pt x="144113" y="85820"/>
                        </a:cubicBezTo>
                        <a:cubicBezTo>
                          <a:pt x="137636" y="78486"/>
                          <a:pt x="145256" y="64579"/>
                          <a:pt x="152876" y="52388"/>
                        </a:cubicBezTo>
                        <a:cubicBezTo>
                          <a:pt x="163639" y="34957"/>
                          <a:pt x="175831" y="17240"/>
                          <a:pt x="18488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42" name="Forme libre : forme 17741">
                    <a:extLst>
                      <a:ext uri="{FF2B5EF4-FFF2-40B4-BE49-F238E27FC236}">
                        <a16:creationId xmlns:a16="http://schemas.microsoft.com/office/drawing/2014/main" id="{5919D473-C96B-418B-90E1-126205762DE4}"/>
                      </a:ext>
                    </a:extLst>
                  </p:cNvPr>
                  <p:cNvSpPr/>
                  <p:nvPr/>
                </p:nvSpPr>
                <p:spPr>
                  <a:xfrm>
                    <a:off x="2815784" y="4751641"/>
                    <a:ext cx="206787" cy="177355"/>
                  </a:xfrm>
                  <a:custGeom>
                    <a:avLst/>
                    <a:gdLst>
                      <a:gd name="connsiteX0" fmla="*/ 50387 w 206787"/>
                      <a:gd name="connsiteY0" fmla="*/ 146209 h 177355"/>
                      <a:gd name="connsiteX1" fmla="*/ 82105 w 206787"/>
                      <a:gd name="connsiteY1" fmla="*/ 120872 h 177355"/>
                      <a:gd name="connsiteX2" fmla="*/ 93250 w 206787"/>
                      <a:gd name="connsiteY2" fmla="*/ 107061 h 177355"/>
                      <a:gd name="connsiteX3" fmla="*/ 130112 w 206787"/>
                      <a:gd name="connsiteY3" fmla="*/ 88868 h 177355"/>
                      <a:gd name="connsiteX4" fmla="*/ 206788 w 206787"/>
                      <a:gd name="connsiteY4" fmla="*/ 64961 h 177355"/>
                      <a:gd name="connsiteX5" fmla="*/ 125921 w 206787"/>
                      <a:gd name="connsiteY5" fmla="*/ 84677 h 177355"/>
                      <a:gd name="connsiteX6" fmla="*/ 114967 w 206787"/>
                      <a:gd name="connsiteY6" fmla="*/ 86106 h 177355"/>
                      <a:gd name="connsiteX7" fmla="*/ 108204 w 206787"/>
                      <a:gd name="connsiteY7" fmla="*/ 80010 h 177355"/>
                      <a:gd name="connsiteX8" fmla="*/ 95631 w 206787"/>
                      <a:gd name="connsiteY8" fmla="*/ 32957 h 177355"/>
                      <a:gd name="connsiteX9" fmla="*/ 64484 w 206787"/>
                      <a:gd name="connsiteY9" fmla="*/ 0 h 177355"/>
                      <a:gd name="connsiteX10" fmla="*/ 68771 w 206787"/>
                      <a:gd name="connsiteY10" fmla="*/ 22384 h 177355"/>
                      <a:gd name="connsiteX11" fmla="*/ 91440 w 206787"/>
                      <a:gd name="connsiteY11" fmla="*/ 58293 h 177355"/>
                      <a:gd name="connsiteX12" fmla="*/ 81629 w 206787"/>
                      <a:gd name="connsiteY12" fmla="*/ 107347 h 177355"/>
                      <a:gd name="connsiteX13" fmla="*/ 50673 w 206787"/>
                      <a:gd name="connsiteY13" fmla="*/ 140208 h 177355"/>
                      <a:gd name="connsiteX14" fmla="*/ 0 w 206787"/>
                      <a:gd name="connsiteY14" fmla="*/ 177355 h 177355"/>
                      <a:gd name="connsiteX15" fmla="*/ 50387 w 206787"/>
                      <a:gd name="connsiteY15" fmla="*/ 146209 h 177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06787" h="177355">
                        <a:moveTo>
                          <a:pt x="50387" y="146209"/>
                        </a:moveTo>
                        <a:cubicBezTo>
                          <a:pt x="62103" y="138589"/>
                          <a:pt x="74200" y="130397"/>
                          <a:pt x="82105" y="120872"/>
                        </a:cubicBezTo>
                        <a:cubicBezTo>
                          <a:pt x="85915" y="116300"/>
                          <a:pt x="88678" y="111538"/>
                          <a:pt x="93250" y="107061"/>
                        </a:cubicBezTo>
                        <a:cubicBezTo>
                          <a:pt x="102775" y="97822"/>
                          <a:pt x="117253" y="92869"/>
                          <a:pt x="130112" y="88868"/>
                        </a:cubicBezTo>
                        <a:cubicBezTo>
                          <a:pt x="155638" y="80867"/>
                          <a:pt x="181261" y="72866"/>
                          <a:pt x="206788" y="64961"/>
                        </a:cubicBezTo>
                        <a:cubicBezTo>
                          <a:pt x="179832" y="71533"/>
                          <a:pt x="152876" y="78105"/>
                          <a:pt x="125921" y="84677"/>
                        </a:cubicBezTo>
                        <a:cubicBezTo>
                          <a:pt x="122111" y="85630"/>
                          <a:pt x="118015" y="86583"/>
                          <a:pt x="114967" y="86106"/>
                        </a:cubicBezTo>
                        <a:cubicBezTo>
                          <a:pt x="111062" y="85535"/>
                          <a:pt x="109442" y="82772"/>
                          <a:pt x="108204" y="80010"/>
                        </a:cubicBezTo>
                        <a:cubicBezTo>
                          <a:pt x="101632" y="65532"/>
                          <a:pt x="100393" y="48292"/>
                          <a:pt x="95631" y="32957"/>
                        </a:cubicBezTo>
                        <a:cubicBezTo>
                          <a:pt x="91440" y="19526"/>
                          <a:pt x="83725" y="2381"/>
                          <a:pt x="64484" y="0"/>
                        </a:cubicBezTo>
                        <a:cubicBezTo>
                          <a:pt x="54197" y="10573"/>
                          <a:pt x="64103" y="16859"/>
                          <a:pt x="68771" y="22384"/>
                        </a:cubicBezTo>
                        <a:cubicBezTo>
                          <a:pt x="78105" y="33338"/>
                          <a:pt x="87439" y="44387"/>
                          <a:pt x="91440" y="58293"/>
                        </a:cubicBezTo>
                        <a:cubicBezTo>
                          <a:pt x="95440" y="72200"/>
                          <a:pt x="93631" y="89440"/>
                          <a:pt x="81629" y="107347"/>
                        </a:cubicBezTo>
                        <a:cubicBezTo>
                          <a:pt x="74009" y="118682"/>
                          <a:pt x="62770" y="129730"/>
                          <a:pt x="50673" y="140208"/>
                        </a:cubicBezTo>
                        <a:cubicBezTo>
                          <a:pt x="35147" y="153543"/>
                          <a:pt x="18002" y="166021"/>
                          <a:pt x="0" y="177355"/>
                        </a:cubicBezTo>
                        <a:cubicBezTo>
                          <a:pt x="17145" y="167259"/>
                          <a:pt x="33909" y="156972"/>
                          <a:pt x="50387" y="14620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43" name="Forme libre : forme 17742">
                    <a:extLst>
                      <a:ext uri="{FF2B5EF4-FFF2-40B4-BE49-F238E27FC236}">
                        <a16:creationId xmlns:a16="http://schemas.microsoft.com/office/drawing/2014/main" id="{0D9CF2DB-A228-4659-8870-525C270E5D69}"/>
                      </a:ext>
                    </a:extLst>
                  </p:cNvPr>
                  <p:cNvSpPr/>
                  <p:nvPr/>
                </p:nvSpPr>
                <p:spPr>
                  <a:xfrm>
                    <a:off x="2783399" y="4928901"/>
                    <a:ext cx="32479" cy="18859"/>
                  </a:xfrm>
                  <a:custGeom>
                    <a:avLst/>
                    <a:gdLst>
                      <a:gd name="connsiteX0" fmla="*/ 32480 w 32479"/>
                      <a:gd name="connsiteY0" fmla="*/ 0 h 18859"/>
                      <a:gd name="connsiteX1" fmla="*/ 0 w 32479"/>
                      <a:gd name="connsiteY1" fmla="*/ 18860 h 18859"/>
                      <a:gd name="connsiteX2" fmla="*/ 32480 w 32479"/>
                      <a:gd name="connsiteY2" fmla="*/ 0 h 18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479" h="18859">
                        <a:moveTo>
                          <a:pt x="32480" y="0"/>
                        </a:moveTo>
                        <a:cubicBezTo>
                          <a:pt x="21717" y="6382"/>
                          <a:pt x="10954" y="12764"/>
                          <a:pt x="0" y="18860"/>
                        </a:cubicBezTo>
                        <a:cubicBezTo>
                          <a:pt x="11144" y="13145"/>
                          <a:pt x="21907" y="6763"/>
                          <a:pt x="3248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44" name="Forme libre : forme 17743">
                    <a:extLst>
                      <a:ext uri="{FF2B5EF4-FFF2-40B4-BE49-F238E27FC236}">
                        <a16:creationId xmlns:a16="http://schemas.microsoft.com/office/drawing/2014/main" id="{4FE3D6C1-D8B0-4889-A824-95ABB90002AA}"/>
                      </a:ext>
                    </a:extLst>
                  </p:cNvPr>
                  <p:cNvSpPr/>
                  <p:nvPr/>
                </p:nvSpPr>
                <p:spPr>
                  <a:xfrm>
                    <a:off x="3067149" y="4476132"/>
                    <a:ext cx="309848" cy="187780"/>
                  </a:xfrm>
                  <a:custGeom>
                    <a:avLst/>
                    <a:gdLst>
                      <a:gd name="connsiteX0" fmla="*/ 0 w 309848"/>
                      <a:gd name="connsiteY0" fmla="*/ 186259 h 187780"/>
                      <a:gd name="connsiteX1" fmla="*/ 96107 w 309848"/>
                      <a:gd name="connsiteY1" fmla="*/ 168733 h 187780"/>
                      <a:gd name="connsiteX2" fmla="*/ 181070 w 309848"/>
                      <a:gd name="connsiteY2" fmla="*/ 102439 h 187780"/>
                      <a:gd name="connsiteX3" fmla="*/ 195739 w 309848"/>
                      <a:gd name="connsiteY3" fmla="*/ 83865 h 187780"/>
                      <a:gd name="connsiteX4" fmla="*/ 235172 w 309848"/>
                      <a:gd name="connsiteY4" fmla="*/ 59577 h 187780"/>
                      <a:gd name="connsiteX5" fmla="*/ 309848 w 309848"/>
                      <a:gd name="connsiteY5" fmla="*/ 49099 h 187780"/>
                      <a:gd name="connsiteX6" fmla="*/ 258032 w 309848"/>
                      <a:gd name="connsiteY6" fmla="*/ 26620 h 187780"/>
                      <a:gd name="connsiteX7" fmla="*/ 240411 w 309848"/>
                      <a:gd name="connsiteY7" fmla="*/ 1189 h 187780"/>
                      <a:gd name="connsiteX8" fmla="*/ 206883 w 309848"/>
                      <a:gd name="connsiteY8" fmla="*/ 66149 h 187780"/>
                      <a:gd name="connsiteX9" fmla="*/ 128397 w 309848"/>
                      <a:gd name="connsiteY9" fmla="*/ 139968 h 187780"/>
                      <a:gd name="connsiteX10" fmla="*/ 0 w 309848"/>
                      <a:gd name="connsiteY10" fmla="*/ 186259 h 187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09848" h="187780">
                        <a:moveTo>
                          <a:pt x="0" y="186259"/>
                        </a:moveTo>
                        <a:cubicBezTo>
                          <a:pt x="26289" y="191022"/>
                          <a:pt x="62103" y="184449"/>
                          <a:pt x="96107" y="168733"/>
                        </a:cubicBezTo>
                        <a:cubicBezTo>
                          <a:pt x="130112" y="153017"/>
                          <a:pt x="161735" y="128252"/>
                          <a:pt x="181070" y="102439"/>
                        </a:cubicBezTo>
                        <a:cubicBezTo>
                          <a:pt x="185738" y="96248"/>
                          <a:pt x="189738" y="89866"/>
                          <a:pt x="195739" y="83865"/>
                        </a:cubicBezTo>
                        <a:cubicBezTo>
                          <a:pt x="206121" y="73579"/>
                          <a:pt x="220980" y="65863"/>
                          <a:pt x="235172" y="59577"/>
                        </a:cubicBezTo>
                        <a:cubicBezTo>
                          <a:pt x="262985" y="47194"/>
                          <a:pt x="296323" y="37860"/>
                          <a:pt x="309848" y="49099"/>
                        </a:cubicBezTo>
                        <a:cubicBezTo>
                          <a:pt x="303752" y="33573"/>
                          <a:pt x="271939" y="37193"/>
                          <a:pt x="258032" y="26620"/>
                        </a:cubicBezTo>
                        <a:cubicBezTo>
                          <a:pt x="251936" y="21953"/>
                          <a:pt x="252032" y="-6051"/>
                          <a:pt x="240411" y="1189"/>
                        </a:cubicBezTo>
                        <a:cubicBezTo>
                          <a:pt x="233267" y="5665"/>
                          <a:pt x="213741" y="56529"/>
                          <a:pt x="206883" y="66149"/>
                        </a:cubicBezTo>
                        <a:cubicBezTo>
                          <a:pt x="188119" y="92724"/>
                          <a:pt x="161258" y="119489"/>
                          <a:pt x="128397" y="139968"/>
                        </a:cubicBezTo>
                        <a:cubicBezTo>
                          <a:pt x="87630" y="165399"/>
                          <a:pt x="41815" y="178830"/>
                          <a:pt x="0" y="18625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45" name="Forme libre : forme 17744">
                    <a:extLst>
                      <a:ext uri="{FF2B5EF4-FFF2-40B4-BE49-F238E27FC236}">
                        <a16:creationId xmlns:a16="http://schemas.microsoft.com/office/drawing/2014/main" id="{97D5E623-4770-4760-A545-F14B80C56EA9}"/>
                      </a:ext>
                    </a:extLst>
                  </p:cNvPr>
                  <p:cNvSpPr/>
                  <p:nvPr/>
                </p:nvSpPr>
                <p:spPr>
                  <a:xfrm>
                    <a:off x="3121394" y="4862893"/>
                    <a:ext cx="4048" cy="24193"/>
                  </a:xfrm>
                  <a:custGeom>
                    <a:avLst/>
                    <a:gdLst>
                      <a:gd name="connsiteX0" fmla="*/ 4048 w 4048"/>
                      <a:gd name="connsiteY0" fmla="*/ 24194 h 24193"/>
                      <a:gd name="connsiteX1" fmla="*/ 3096 w 4048"/>
                      <a:gd name="connsiteY1" fmla="*/ 0 h 24193"/>
                      <a:gd name="connsiteX2" fmla="*/ 4048 w 4048"/>
                      <a:gd name="connsiteY2" fmla="*/ 24194 h 24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048" h="24193">
                        <a:moveTo>
                          <a:pt x="4048" y="24194"/>
                        </a:moveTo>
                        <a:cubicBezTo>
                          <a:pt x="1381" y="16954"/>
                          <a:pt x="1381" y="8858"/>
                          <a:pt x="3096" y="0"/>
                        </a:cubicBezTo>
                        <a:cubicBezTo>
                          <a:pt x="-714" y="9811"/>
                          <a:pt x="-1667" y="18669"/>
                          <a:pt x="4048" y="2419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46" name="Forme libre : forme 17745">
                    <a:extLst>
                      <a:ext uri="{FF2B5EF4-FFF2-40B4-BE49-F238E27FC236}">
                        <a16:creationId xmlns:a16="http://schemas.microsoft.com/office/drawing/2014/main" id="{80BA9693-7637-4BB3-B933-C0668BF5CA5E}"/>
                      </a:ext>
                    </a:extLst>
                  </p:cNvPr>
                  <p:cNvSpPr/>
                  <p:nvPr/>
                </p:nvSpPr>
                <p:spPr>
                  <a:xfrm>
                    <a:off x="3080484" y="4716589"/>
                    <a:ext cx="203835" cy="146304"/>
                  </a:xfrm>
                  <a:custGeom>
                    <a:avLst/>
                    <a:gdLst>
                      <a:gd name="connsiteX0" fmla="*/ 101537 w 203835"/>
                      <a:gd name="connsiteY0" fmla="*/ 62675 h 146304"/>
                      <a:gd name="connsiteX1" fmla="*/ 132588 w 203835"/>
                      <a:gd name="connsiteY1" fmla="*/ 35909 h 146304"/>
                      <a:gd name="connsiteX2" fmla="*/ 152114 w 203835"/>
                      <a:gd name="connsiteY2" fmla="*/ 28861 h 146304"/>
                      <a:gd name="connsiteX3" fmla="*/ 203835 w 203835"/>
                      <a:gd name="connsiteY3" fmla="*/ 0 h 146304"/>
                      <a:gd name="connsiteX4" fmla="*/ 89249 w 203835"/>
                      <a:gd name="connsiteY4" fmla="*/ 9716 h 146304"/>
                      <a:gd name="connsiteX5" fmla="*/ 88773 w 203835"/>
                      <a:gd name="connsiteY5" fmla="*/ 29623 h 146304"/>
                      <a:gd name="connsiteX6" fmla="*/ 93155 w 203835"/>
                      <a:gd name="connsiteY6" fmla="*/ 49721 h 146304"/>
                      <a:gd name="connsiteX7" fmla="*/ 58674 w 203835"/>
                      <a:gd name="connsiteY7" fmla="*/ 84392 h 146304"/>
                      <a:gd name="connsiteX8" fmla="*/ 0 w 203835"/>
                      <a:gd name="connsiteY8" fmla="*/ 118205 h 146304"/>
                      <a:gd name="connsiteX9" fmla="*/ 79248 w 203835"/>
                      <a:gd name="connsiteY9" fmla="*/ 79438 h 146304"/>
                      <a:gd name="connsiteX10" fmla="*/ 44101 w 203835"/>
                      <a:gd name="connsiteY10" fmla="*/ 146304 h 146304"/>
                      <a:gd name="connsiteX11" fmla="*/ 55912 w 203835"/>
                      <a:gd name="connsiteY11" fmla="*/ 124492 h 146304"/>
                      <a:gd name="connsiteX12" fmla="*/ 101537 w 203835"/>
                      <a:gd name="connsiteY12" fmla="*/ 62675 h 146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03835" h="146304">
                        <a:moveTo>
                          <a:pt x="101537" y="62675"/>
                        </a:moveTo>
                        <a:cubicBezTo>
                          <a:pt x="109728" y="52769"/>
                          <a:pt x="119539" y="42196"/>
                          <a:pt x="132588" y="35909"/>
                        </a:cubicBezTo>
                        <a:cubicBezTo>
                          <a:pt x="139065" y="32861"/>
                          <a:pt x="145542" y="31147"/>
                          <a:pt x="152114" y="28861"/>
                        </a:cubicBezTo>
                        <a:cubicBezTo>
                          <a:pt x="170212" y="22384"/>
                          <a:pt x="187357" y="11049"/>
                          <a:pt x="203835" y="0"/>
                        </a:cubicBezTo>
                        <a:cubicBezTo>
                          <a:pt x="153734" y="28861"/>
                          <a:pt x="118682" y="21812"/>
                          <a:pt x="89249" y="9716"/>
                        </a:cubicBezTo>
                        <a:cubicBezTo>
                          <a:pt x="84201" y="17145"/>
                          <a:pt x="86487" y="23813"/>
                          <a:pt x="88773" y="29623"/>
                        </a:cubicBezTo>
                        <a:cubicBezTo>
                          <a:pt x="91154" y="35909"/>
                          <a:pt x="95441" y="41720"/>
                          <a:pt x="93155" y="49721"/>
                        </a:cubicBezTo>
                        <a:cubicBezTo>
                          <a:pt x="89916" y="61722"/>
                          <a:pt x="73819" y="74390"/>
                          <a:pt x="58674" y="84392"/>
                        </a:cubicBezTo>
                        <a:cubicBezTo>
                          <a:pt x="39910" y="96869"/>
                          <a:pt x="20193" y="108204"/>
                          <a:pt x="0" y="118205"/>
                        </a:cubicBezTo>
                        <a:cubicBezTo>
                          <a:pt x="25241" y="118396"/>
                          <a:pt x="60484" y="101155"/>
                          <a:pt x="79248" y="79438"/>
                        </a:cubicBezTo>
                        <a:cubicBezTo>
                          <a:pt x="62579" y="101822"/>
                          <a:pt x="48197" y="125730"/>
                          <a:pt x="44101" y="146304"/>
                        </a:cubicBezTo>
                        <a:cubicBezTo>
                          <a:pt x="46958" y="139160"/>
                          <a:pt x="51245" y="131636"/>
                          <a:pt x="55912" y="124492"/>
                        </a:cubicBezTo>
                        <a:cubicBezTo>
                          <a:pt x="69247" y="103822"/>
                          <a:pt x="84487" y="83153"/>
                          <a:pt x="101537" y="6267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47" name="Forme libre : forme 17746">
                    <a:extLst>
                      <a:ext uri="{FF2B5EF4-FFF2-40B4-BE49-F238E27FC236}">
                        <a16:creationId xmlns:a16="http://schemas.microsoft.com/office/drawing/2014/main" id="{81EEBE8D-3AAC-439F-ACF4-74F135728111}"/>
                      </a:ext>
                    </a:extLst>
                  </p:cNvPr>
                  <p:cNvSpPr/>
                  <p:nvPr/>
                </p:nvSpPr>
                <p:spPr>
                  <a:xfrm>
                    <a:off x="3540256" y="4666964"/>
                    <a:ext cx="33337" cy="28384"/>
                  </a:xfrm>
                  <a:custGeom>
                    <a:avLst/>
                    <a:gdLst>
                      <a:gd name="connsiteX0" fmla="*/ 0 w 33337"/>
                      <a:gd name="connsiteY0" fmla="*/ 28385 h 28384"/>
                      <a:gd name="connsiteX1" fmla="*/ 33338 w 33337"/>
                      <a:gd name="connsiteY1" fmla="*/ 0 h 28384"/>
                      <a:gd name="connsiteX2" fmla="*/ 0 w 33337"/>
                      <a:gd name="connsiteY2" fmla="*/ 28385 h 28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337" h="28384">
                        <a:moveTo>
                          <a:pt x="0" y="28385"/>
                        </a:moveTo>
                        <a:cubicBezTo>
                          <a:pt x="11144" y="18955"/>
                          <a:pt x="22193" y="9525"/>
                          <a:pt x="33338" y="0"/>
                        </a:cubicBezTo>
                        <a:cubicBezTo>
                          <a:pt x="21431" y="9049"/>
                          <a:pt x="10287" y="18574"/>
                          <a:pt x="0" y="2838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48" name="Forme libre : forme 17747">
                    <a:extLst>
                      <a:ext uri="{FF2B5EF4-FFF2-40B4-BE49-F238E27FC236}">
                        <a16:creationId xmlns:a16="http://schemas.microsoft.com/office/drawing/2014/main" id="{D7DE2613-A4F2-41AA-94F5-6E17BA65C915}"/>
                      </a:ext>
                    </a:extLst>
                  </p:cNvPr>
                  <p:cNvSpPr/>
                  <p:nvPr/>
                </p:nvSpPr>
                <p:spPr>
                  <a:xfrm>
                    <a:off x="3343565" y="4695539"/>
                    <a:ext cx="219836" cy="221361"/>
                  </a:xfrm>
                  <a:custGeom>
                    <a:avLst/>
                    <a:gdLst>
                      <a:gd name="connsiteX0" fmla="*/ 150781 w 219836"/>
                      <a:gd name="connsiteY0" fmla="*/ 120301 h 221361"/>
                      <a:gd name="connsiteX1" fmla="*/ 136017 w 219836"/>
                      <a:gd name="connsiteY1" fmla="*/ 95345 h 221361"/>
                      <a:gd name="connsiteX2" fmla="*/ 134207 w 219836"/>
                      <a:gd name="connsiteY2" fmla="*/ 85535 h 221361"/>
                      <a:gd name="connsiteX3" fmla="*/ 137731 w 219836"/>
                      <a:gd name="connsiteY3" fmla="*/ 76105 h 221361"/>
                      <a:gd name="connsiteX4" fmla="*/ 196691 w 219836"/>
                      <a:gd name="connsiteY4" fmla="*/ 0 h 221361"/>
                      <a:gd name="connsiteX5" fmla="*/ 143446 w 219836"/>
                      <a:gd name="connsiteY5" fmla="*/ 45339 h 221361"/>
                      <a:gd name="connsiteX6" fmla="*/ 136588 w 219836"/>
                      <a:gd name="connsiteY6" fmla="*/ 50006 h 221361"/>
                      <a:gd name="connsiteX7" fmla="*/ 125635 w 219836"/>
                      <a:gd name="connsiteY7" fmla="*/ 48101 h 221361"/>
                      <a:gd name="connsiteX8" fmla="*/ 89916 w 219836"/>
                      <a:gd name="connsiteY8" fmla="*/ 20955 h 221361"/>
                      <a:gd name="connsiteX9" fmla="*/ 105346 w 219836"/>
                      <a:gd name="connsiteY9" fmla="*/ 111633 h 221361"/>
                      <a:gd name="connsiteX10" fmla="*/ 0 w 219836"/>
                      <a:gd name="connsiteY10" fmla="*/ 221361 h 221361"/>
                      <a:gd name="connsiteX11" fmla="*/ 122110 w 219836"/>
                      <a:gd name="connsiteY11" fmla="*/ 111443 h 221361"/>
                      <a:gd name="connsiteX12" fmla="*/ 219837 w 219836"/>
                      <a:gd name="connsiteY12" fmla="*/ 133636 h 221361"/>
                      <a:gd name="connsiteX13" fmla="*/ 150781 w 219836"/>
                      <a:gd name="connsiteY13" fmla="*/ 120301 h 221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19836" h="221361">
                        <a:moveTo>
                          <a:pt x="150781" y="120301"/>
                        </a:moveTo>
                        <a:cubicBezTo>
                          <a:pt x="143256" y="113633"/>
                          <a:pt x="139541" y="104394"/>
                          <a:pt x="136017" y="95345"/>
                        </a:cubicBezTo>
                        <a:cubicBezTo>
                          <a:pt x="134779" y="92297"/>
                          <a:pt x="133636" y="89249"/>
                          <a:pt x="134207" y="85535"/>
                        </a:cubicBezTo>
                        <a:cubicBezTo>
                          <a:pt x="134683" y="82582"/>
                          <a:pt x="136112" y="79343"/>
                          <a:pt x="137731" y="76105"/>
                        </a:cubicBezTo>
                        <a:cubicBezTo>
                          <a:pt x="150590" y="50482"/>
                          <a:pt x="171164" y="24289"/>
                          <a:pt x="196691" y="0"/>
                        </a:cubicBezTo>
                        <a:cubicBezTo>
                          <a:pt x="178975" y="15145"/>
                          <a:pt x="161258" y="30194"/>
                          <a:pt x="143446" y="45339"/>
                        </a:cubicBezTo>
                        <a:cubicBezTo>
                          <a:pt x="141351" y="47054"/>
                          <a:pt x="139160" y="48958"/>
                          <a:pt x="136588" y="50006"/>
                        </a:cubicBezTo>
                        <a:cubicBezTo>
                          <a:pt x="131635" y="52006"/>
                          <a:pt x="128111" y="50102"/>
                          <a:pt x="125635" y="48101"/>
                        </a:cubicBezTo>
                        <a:cubicBezTo>
                          <a:pt x="114490" y="39148"/>
                          <a:pt x="104489" y="26956"/>
                          <a:pt x="89916" y="20955"/>
                        </a:cubicBezTo>
                        <a:cubicBezTo>
                          <a:pt x="107918" y="46958"/>
                          <a:pt x="122206" y="70390"/>
                          <a:pt x="105346" y="111633"/>
                        </a:cubicBezTo>
                        <a:cubicBezTo>
                          <a:pt x="89344" y="150209"/>
                          <a:pt x="49435" y="192405"/>
                          <a:pt x="0" y="221361"/>
                        </a:cubicBezTo>
                        <a:cubicBezTo>
                          <a:pt x="51054" y="193072"/>
                          <a:pt x="88201" y="150971"/>
                          <a:pt x="122110" y="111443"/>
                        </a:cubicBezTo>
                        <a:cubicBezTo>
                          <a:pt x="128206" y="140494"/>
                          <a:pt x="172021" y="150495"/>
                          <a:pt x="219837" y="133636"/>
                        </a:cubicBezTo>
                        <a:cubicBezTo>
                          <a:pt x="192024" y="135160"/>
                          <a:pt x="165068" y="132969"/>
                          <a:pt x="150781" y="12030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49" name="Forme libre : forme 17748">
                    <a:extLst>
                      <a:ext uri="{FF2B5EF4-FFF2-40B4-BE49-F238E27FC236}">
                        <a16:creationId xmlns:a16="http://schemas.microsoft.com/office/drawing/2014/main" id="{06660360-0456-4C2D-8FB1-9AFE6F702A1E}"/>
                      </a:ext>
                    </a:extLst>
                  </p:cNvPr>
                  <p:cNvSpPr/>
                  <p:nvPr/>
                </p:nvSpPr>
                <p:spPr>
                  <a:xfrm>
                    <a:off x="3750377" y="4491799"/>
                    <a:ext cx="195357" cy="250983"/>
                  </a:xfrm>
                  <a:custGeom>
                    <a:avLst/>
                    <a:gdLst>
                      <a:gd name="connsiteX0" fmla="*/ 195358 w 195357"/>
                      <a:gd name="connsiteY0" fmla="*/ 0 h 250983"/>
                      <a:gd name="connsiteX1" fmla="*/ 104394 w 195357"/>
                      <a:gd name="connsiteY1" fmla="*/ 88392 h 250983"/>
                      <a:gd name="connsiteX2" fmla="*/ 0 w 195357"/>
                      <a:gd name="connsiteY2" fmla="*/ 131731 h 250983"/>
                      <a:gd name="connsiteX3" fmla="*/ 30671 w 195357"/>
                      <a:gd name="connsiteY3" fmla="*/ 139160 h 250983"/>
                      <a:gd name="connsiteX4" fmla="*/ 42386 w 195357"/>
                      <a:gd name="connsiteY4" fmla="*/ 188024 h 250983"/>
                      <a:gd name="connsiteX5" fmla="*/ 1619 w 195357"/>
                      <a:gd name="connsiteY5" fmla="*/ 250984 h 250983"/>
                      <a:gd name="connsiteX6" fmla="*/ 53530 w 195357"/>
                      <a:gd name="connsiteY6" fmla="*/ 183452 h 250983"/>
                      <a:gd name="connsiteX7" fmla="*/ 40005 w 195357"/>
                      <a:gd name="connsiteY7" fmla="*/ 132874 h 250983"/>
                      <a:gd name="connsiteX8" fmla="*/ 145732 w 195357"/>
                      <a:gd name="connsiteY8" fmla="*/ 61246 h 250983"/>
                      <a:gd name="connsiteX9" fmla="*/ 195358 w 195357"/>
                      <a:gd name="connsiteY9" fmla="*/ 0 h 250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5357" h="250983">
                        <a:moveTo>
                          <a:pt x="195358" y="0"/>
                        </a:moveTo>
                        <a:cubicBezTo>
                          <a:pt x="173831" y="32195"/>
                          <a:pt x="144589" y="62960"/>
                          <a:pt x="104394" y="88392"/>
                        </a:cubicBezTo>
                        <a:cubicBezTo>
                          <a:pt x="71438" y="109252"/>
                          <a:pt x="34480" y="124301"/>
                          <a:pt x="0" y="131731"/>
                        </a:cubicBezTo>
                        <a:cubicBezTo>
                          <a:pt x="12002" y="132207"/>
                          <a:pt x="22670" y="134303"/>
                          <a:pt x="30671" y="139160"/>
                        </a:cubicBezTo>
                        <a:cubicBezTo>
                          <a:pt x="46387" y="148590"/>
                          <a:pt x="49149" y="167640"/>
                          <a:pt x="42386" y="188024"/>
                        </a:cubicBezTo>
                        <a:cubicBezTo>
                          <a:pt x="35623" y="208502"/>
                          <a:pt x="20003" y="230315"/>
                          <a:pt x="1619" y="250984"/>
                        </a:cubicBezTo>
                        <a:cubicBezTo>
                          <a:pt x="22098" y="228791"/>
                          <a:pt x="42958" y="205931"/>
                          <a:pt x="53530" y="183452"/>
                        </a:cubicBezTo>
                        <a:cubicBezTo>
                          <a:pt x="64103" y="160973"/>
                          <a:pt x="61817" y="138589"/>
                          <a:pt x="40005" y="132874"/>
                        </a:cubicBezTo>
                        <a:cubicBezTo>
                          <a:pt x="79438" y="116110"/>
                          <a:pt x="116300" y="89535"/>
                          <a:pt x="145732" y="61246"/>
                        </a:cubicBezTo>
                        <a:cubicBezTo>
                          <a:pt x="161544" y="45911"/>
                          <a:pt x="194786" y="14954"/>
                          <a:pt x="195358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50" name="Forme libre : forme 17749">
                    <a:extLst>
                      <a:ext uri="{FF2B5EF4-FFF2-40B4-BE49-F238E27FC236}">
                        <a16:creationId xmlns:a16="http://schemas.microsoft.com/office/drawing/2014/main" id="{0FA5E081-3916-4553-A5DB-1F8CD3F945F5}"/>
                      </a:ext>
                    </a:extLst>
                  </p:cNvPr>
                  <p:cNvSpPr/>
                  <p:nvPr/>
                </p:nvSpPr>
                <p:spPr>
                  <a:xfrm>
                    <a:off x="3692465" y="4623462"/>
                    <a:ext cx="57816" cy="5323"/>
                  </a:xfrm>
                  <a:custGeom>
                    <a:avLst/>
                    <a:gdLst>
                      <a:gd name="connsiteX0" fmla="*/ 0 w 57816"/>
                      <a:gd name="connsiteY0" fmla="*/ 4830 h 5323"/>
                      <a:gd name="connsiteX1" fmla="*/ 57817 w 57816"/>
                      <a:gd name="connsiteY1" fmla="*/ 163 h 5323"/>
                      <a:gd name="connsiteX2" fmla="*/ 0 w 57816"/>
                      <a:gd name="connsiteY2" fmla="*/ 4830 h 5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7816" h="5323">
                        <a:moveTo>
                          <a:pt x="0" y="4830"/>
                        </a:moveTo>
                        <a:cubicBezTo>
                          <a:pt x="17431" y="6259"/>
                          <a:pt x="37148" y="4544"/>
                          <a:pt x="57817" y="163"/>
                        </a:cubicBezTo>
                        <a:cubicBezTo>
                          <a:pt x="40291" y="-694"/>
                          <a:pt x="19812" y="1973"/>
                          <a:pt x="0" y="483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51" name="Forme libre : forme 17750">
                    <a:extLst>
                      <a:ext uri="{FF2B5EF4-FFF2-40B4-BE49-F238E27FC236}">
                        <a16:creationId xmlns:a16="http://schemas.microsoft.com/office/drawing/2014/main" id="{E19998F5-5DF4-4B6A-B980-484611BB10A7}"/>
                      </a:ext>
                    </a:extLst>
                  </p:cNvPr>
                  <p:cNvSpPr/>
                  <p:nvPr/>
                </p:nvSpPr>
                <p:spPr>
                  <a:xfrm>
                    <a:off x="3778095" y="4763261"/>
                    <a:ext cx="229171" cy="168783"/>
                  </a:xfrm>
                  <a:custGeom>
                    <a:avLst/>
                    <a:gdLst>
                      <a:gd name="connsiteX0" fmla="*/ 104489 w 229171"/>
                      <a:gd name="connsiteY0" fmla="*/ 86106 h 168783"/>
                      <a:gd name="connsiteX1" fmla="*/ 115633 w 229171"/>
                      <a:gd name="connsiteY1" fmla="*/ 139827 h 168783"/>
                      <a:gd name="connsiteX2" fmla="*/ 175450 w 229171"/>
                      <a:gd name="connsiteY2" fmla="*/ 161639 h 168783"/>
                      <a:gd name="connsiteX3" fmla="*/ 130207 w 229171"/>
                      <a:gd name="connsiteY3" fmla="*/ 134303 h 168783"/>
                      <a:gd name="connsiteX4" fmla="*/ 115919 w 229171"/>
                      <a:gd name="connsiteY4" fmla="*/ 101727 h 168783"/>
                      <a:gd name="connsiteX5" fmla="*/ 132683 w 229171"/>
                      <a:gd name="connsiteY5" fmla="*/ 65627 h 168783"/>
                      <a:gd name="connsiteX6" fmla="*/ 141161 w 229171"/>
                      <a:gd name="connsiteY6" fmla="*/ 36767 h 168783"/>
                      <a:gd name="connsiteX7" fmla="*/ 152781 w 229171"/>
                      <a:gd name="connsiteY7" fmla="*/ 31052 h 168783"/>
                      <a:gd name="connsiteX8" fmla="*/ 229171 w 229171"/>
                      <a:gd name="connsiteY8" fmla="*/ 1143 h 168783"/>
                      <a:gd name="connsiteX9" fmla="*/ 160306 w 229171"/>
                      <a:gd name="connsiteY9" fmla="*/ 18764 h 168783"/>
                      <a:gd name="connsiteX10" fmla="*/ 149066 w 229171"/>
                      <a:gd name="connsiteY10" fmla="*/ 20574 h 168783"/>
                      <a:gd name="connsiteX11" fmla="*/ 148209 w 229171"/>
                      <a:gd name="connsiteY11" fmla="*/ 15240 h 168783"/>
                      <a:gd name="connsiteX12" fmla="*/ 119729 w 229171"/>
                      <a:gd name="connsiteY12" fmla="*/ 0 h 168783"/>
                      <a:gd name="connsiteX13" fmla="*/ 126968 w 229171"/>
                      <a:gd name="connsiteY13" fmla="*/ 13049 h 168783"/>
                      <a:gd name="connsiteX14" fmla="*/ 113824 w 229171"/>
                      <a:gd name="connsiteY14" fmla="*/ 59150 h 168783"/>
                      <a:gd name="connsiteX15" fmla="*/ 0 w 229171"/>
                      <a:gd name="connsiteY15" fmla="*/ 168783 h 168783"/>
                      <a:gd name="connsiteX16" fmla="*/ 104489 w 229171"/>
                      <a:gd name="connsiteY16" fmla="*/ 86106 h 168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29171" h="168783">
                        <a:moveTo>
                          <a:pt x="104489" y="86106"/>
                        </a:moveTo>
                        <a:cubicBezTo>
                          <a:pt x="96488" y="108299"/>
                          <a:pt x="101822" y="127254"/>
                          <a:pt x="115633" y="139827"/>
                        </a:cubicBezTo>
                        <a:cubicBezTo>
                          <a:pt x="129445" y="152400"/>
                          <a:pt x="151162" y="158973"/>
                          <a:pt x="175450" y="161639"/>
                        </a:cubicBezTo>
                        <a:cubicBezTo>
                          <a:pt x="158496" y="154115"/>
                          <a:pt x="143351" y="144971"/>
                          <a:pt x="130207" y="134303"/>
                        </a:cubicBezTo>
                        <a:cubicBezTo>
                          <a:pt x="120396" y="126302"/>
                          <a:pt x="111442" y="116396"/>
                          <a:pt x="115919" y="101727"/>
                        </a:cubicBezTo>
                        <a:cubicBezTo>
                          <a:pt x="119539" y="90011"/>
                          <a:pt x="131350" y="76772"/>
                          <a:pt x="132683" y="65627"/>
                        </a:cubicBezTo>
                        <a:cubicBezTo>
                          <a:pt x="133826" y="56007"/>
                          <a:pt x="128778" y="45720"/>
                          <a:pt x="141161" y="36767"/>
                        </a:cubicBezTo>
                        <a:cubicBezTo>
                          <a:pt x="144685" y="34290"/>
                          <a:pt x="148780" y="32576"/>
                          <a:pt x="152781" y="31052"/>
                        </a:cubicBezTo>
                        <a:cubicBezTo>
                          <a:pt x="178213" y="21050"/>
                          <a:pt x="203645" y="11144"/>
                          <a:pt x="229171" y="1143"/>
                        </a:cubicBezTo>
                        <a:cubicBezTo>
                          <a:pt x="207264" y="3810"/>
                          <a:pt x="183737" y="9811"/>
                          <a:pt x="160306" y="18764"/>
                        </a:cubicBezTo>
                        <a:cubicBezTo>
                          <a:pt x="156115" y="20384"/>
                          <a:pt x="151162" y="22098"/>
                          <a:pt x="149066" y="20574"/>
                        </a:cubicBezTo>
                        <a:cubicBezTo>
                          <a:pt x="147542" y="19526"/>
                          <a:pt x="148114" y="17145"/>
                          <a:pt x="148209" y="15240"/>
                        </a:cubicBezTo>
                        <a:cubicBezTo>
                          <a:pt x="149066" y="2572"/>
                          <a:pt x="132302" y="2572"/>
                          <a:pt x="119729" y="0"/>
                        </a:cubicBezTo>
                        <a:cubicBezTo>
                          <a:pt x="123254" y="3810"/>
                          <a:pt x="125730" y="8192"/>
                          <a:pt x="126968" y="13049"/>
                        </a:cubicBezTo>
                        <a:cubicBezTo>
                          <a:pt x="130016" y="26003"/>
                          <a:pt x="123158" y="42863"/>
                          <a:pt x="113824" y="59150"/>
                        </a:cubicBezTo>
                        <a:cubicBezTo>
                          <a:pt x="91154" y="98870"/>
                          <a:pt x="50959" y="141161"/>
                          <a:pt x="0" y="168783"/>
                        </a:cubicBezTo>
                        <a:cubicBezTo>
                          <a:pt x="41910" y="150400"/>
                          <a:pt x="74962" y="116967"/>
                          <a:pt x="104489" y="8610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52" name="Forme libre : forme 17751">
                    <a:extLst>
                      <a:ext uri="{FF2B5EF4-FFF2-40B4-BE49-F238E27FC236}">
                        <a16:creationId xmlns:a16="http://schemas.microsoft.com/office/drawing/2014/main" id="{DCD748D5-148C-4ED2-A82C-A6187B6C9255}"/>
                      </a:ext>
                    </a:extLst>
                  </p:cNvPr>
                  <p:cNvSpPr/>
                  <p:nvPr/>
                </p:nvSpPr>
                <p:spPr>
                  <a:xfrm>
                    <a:off x="3884394" y="4753832"/>
                    <a:ext cx="13430" cy="9429"/>
                  </a:xfrm>
                  <a:custGeom>
                    <a:avLst/>
                    <a:gdLst>
                      <a:gd name="connsiteX0" fmla="*/ 0 w 13430"/>
                      <a:gd name="connsiteY0" fmla="*/ 0 h 9429"/>
                      <a:gd name="connsiteX1" fmla="*/ 13430 w 13430"/>
                      <a:gd name="connsiteY1" fmla="*/ 9430 h 9429"/>
                      <a:gd name="connsiteX2" fmla="*/ 0 w 13430"/>
                      <a:gd name="connsiteY2" fmla="*/ 0 h 9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430" h="9429">
                        <a:moveTo>
                          <a:pt x="0" y="0"/>
                        </a:moveTo>
                        <a:cubicBezTo>
                          <a:pt x="476" y="5810"/>
                          <a:pt x="6287" y="8001"/>
                          <a:pt x="13430" y="9430"/>
                        </a:cubicBezTo>
                        <a:cubicBezTo>
                          <a:pt x="9811" y="5525"/>
                          <a:pt x="5239" y="228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53" name="Forme libre : forme 17752">
                    <a:extLst>
                      <a:ext uri="{FF2B5EF4-FFF2-40B4-BE49-F238E27FC236}">
                        <a16:creationId xmlns:a16="http://schemas.microsoft.com/office/drawing/2014/main" id="{49BB3FAD-72A4-4817-9847-B53C0205B738}"/>
                      </a:ext>
                    </a:extLst>
                  </p:cNvPr>
                  <p:cNvSpPr/>
                  <p:nvPr/>
                </p:nvSpPr>
                <p:spPr>
                  <a:xfrm>
                    <a:off x="4001075" y="4471621"/>
                    <a:ext cx="204025" cy="123429"/>
                  </a:xfrm>
                  <a:custGeom>
                    <a:avLst/>
                    <a:gdLst>
                      <a:gd name="connsiteX0" fmla="*/ 164592 w 204025"/>
                      <a:gd name="connsiteY0" fmla="*/ 461 h 123429"/>
                      <a:gd name="connsiteX1" fmla="*/ 145923 w 204025"/>
                      <a:gd name="connsiteY1" fmla="*/ 43133 h 123429"/>
                      <a:gd name="connsiteX2" fmla="*/ 125635 w 204025"/>
                      <a:gd name="connsiteY2" fmla="*/ 66184 h 123429"/>
                      <a:gd name="connsiteX3" fmla="*/ 101727 w 204025"/>
                      <a:gd name="connsiteY3" fmla="*/ 78852 h 123429"/>
                      <a:gd name="connsiteX4" fmla="*/ 0 w 204025"/>
                      <a:gd name="connsiteY4" fmla="*/ 123429 h 123429"/>
                      <a:gd name="connsiteX5" fmla="*/ 87344 w 204025"/>
                      <a:gd name="connsiteY5" fmla="*/ 93997 h 123429"/>
                      <a:gd name="connsiteX6" fmla="*/ 145256 w 204025"/>
                      <a:gd name="connsiteY6" fmla="*/ 66660 h 123429"/>
                      <a:gd name="connsiteX7" fmla="*/ 204025 w 204025"/>
                      <a:gd name="connsiteY7" fmla="*/ 59993 h 123429"/>
                      <a:gd name="connsiteX8" fmla="*/ 178879 w 204025"/>
                      <a:gd name="connsiteY8" fmla="*/ 52182 h 123429"/>
                      <a:gd name="connsiteX9" fmla="*/ 172498 w 204025"/>
                      <a:gd name="connsiteY9" fmla="*/ 48563 h 123429"/>
                      <a:gd name="connsiteX10" fmla="*/ 173260 w 204025"/>
                      <a:gd name="connsiteY10" fmla="*/ 39323 h 123429"/>
                      <a:gd name="connsiteX11" fmla="*/ 164592 w 204025"/>
                      <a:gd name="connsiteY11" fmla="*/ 461 h 12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4025" h="123429">
                        <a:moveTo>
                          <a:pt x="164592" y="461"/>
                        </a:moveTo>
                        <a:cubicBezTo>
                          <a:pt x="158305" y="14654"/>
                          <a:pt x="155067" y="28274"/>
                          <a:pt x="145923" y="43133"/>
                        </a:cubicBezTo>
                        <a:cubicBezTo>
                          <a:pt x="141065" y="51134"/>
                          <a:pt x="134969" y="59516"/>
                          <a:pt x="125635" y="66184"/>
                        </a:cubicBezTo>
                        <a:cubicBezTo>
                          <a:pt x="118396" y="71518"/>
                          <a:pt x="109918" y="75233"/>
                          <a:pt x="101727" y="78852"/>
                        </a:cubicBezTo>
                        <a:cubicBezTo>
                          <a:pt x="67818" y="93711"/>
                          <a:pt x="33909" y="108570"/>
                          <a:pt x="0" y="123429"/>
                        </a:cubicBezTo>
                        <a:cubicBezTo>
                          <a:pt x="28194" y="118476"/>
                          <a:pt x="58388" y="108284"/>
                          <a:pt x="87344" y="93997"/>
                        </a:cubicBezTo>
                        <a:cubicBezTo>
                          <a:pt x="106585" y="84472"/>
                          <a:pt x="125635" y="72947"/>
                          <a:pt x="145256" y="66660"/>
                        </a:cubicBezTo>
                        <a:cubicBezTo>
                          <a:pt x="166402" y="59802"/>
                          <a:pt x="185642" y="59897"/>
                          <a:pt x="204025" y="59993"/>
                        </a:cubicBezTo>
                        <a:cubicBezTo>
                          <a:pt x="195643" y="57421"/>
                          <a:pt x="187262" y="54754"/>
                          <a:pt x="178879" y="52182"/>
                        </a:cubicBezTo>
                        <a:cubicBezTo>
                          <a:pt x="176308" y="51420"/>
                          <a:pt x="173546" y="50468"/>
                          <a:pt x="172498" y="48563"/>
                        </a:cubicBezTo>
                        <a:cubicBezTo>
                          <a:pt x="171164" y="46181"/>
                          <a:pt x="172307" y="42657"/>
                          <a:pt x="173260" y="39323"/>
                        </a:cubicBezTo>
                        <a:cubicBezTo>
                          <a:pt x="176784" y="27798"/>
                          <a:pt x="186404" y="-4206"/>
                          <a:pt x="164592" y="46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54" name="Forme libre : forme 17753">
                    <a:extLst>
                      <a:ext uri="{FF2B5EF4-FFF2-40B4-BE49-F238E27FC236}">
                        <a16:creationId xmlns:a16="http://schemas.microsoft.com/office/drawing/2014/main" id="{DF783FCB-DD16-4BAD-9FAF-2E4B4E6ED612}"/>
                      </a:ext>
                    </a:extLst>
                  </p:cNvPr>
                  <p:cNvSpPr/>
                  <p:nvPr/>
                </p:nvSpPr>
                <p:spPr>
                  <a:xfrm>
                    <a:off x="3408620" y="4935188"/>
                    <a:ext cx="12954" cy="1440"/>
                  </a:xfrm>
                  <a:custGeom>
                    <a:avLst/>
                    <a:gdLst>
                      <a:gd name="connsiteX0" fmla="*/ 12954 w 12954"/>
                      <a:gd name="connsiteY0" fmla="*/ 1429 h 1440"/>
                      <a:gd name="connsiteX1" fmla="*/ 0 w 12954"/>
                      <a:gd name="connsiteY1" fmla="*/ 0 h 1440"/>
                      <a:gd name="connsiteX2" fmla="*/ 12954 w 12954"/>
                      <a:gd name="connsiteY2" fmla="*/ 1429 h 1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954" h="1440">
                        <a:moveTo>
                          <a:pt x="12954" y="1429"/>
                        </a:moveTo>
                        <a:cubicBezTo>
                          <a:pt x="8954" y="571"/>
                          <a:pt x="4667" y="0"/>
                          <a:pt x="0" y="0"/>
                        </a:cubicBezTo>
                        <a:cubicBezTo>
                          <a:pt x="3905" y="1048"/>
                          <a:pt x="8287" y="1524"/>
                          <a:pt x="12954" y="142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55" name="Forme libre : forme 17754">
                    <a:extLst>
                      <a:ext uri="{FF2B5EF4-FFF2-40B4-BE49-F238E27FC236}">
                        <a16:creationId xmlns:a16="http://schemas.microsoft.com/office/drawing/2014/main" id="{2C1EB478-ED4B-44D1-8A84-3E8F46B51D10}"/>
                      </a:ext>
                    </a:extLst>
                  </p:cNvPr>
                  <p:cNvSpPr/>
                  <p:nvPr/>
                </p:nvSpPr>
                <p:spPr>
                  <a:xfrm>
                    <a:off x="3421574" y="4849590"/>
                    <a:ext cx="133673" cy="113315"/>
                  </a:xfrm>
                  <a:custGeom>
                    <a:avLst/>
                    <a:gdLst>
                      <a:gd name="connsiteX0" fmla="*/ 29527 w 133673"/>
                      <a:gd name="connsiteY0" fmla="*/ 88931 h 113315"/>
                      <a:gd name="connsiteX1" fmla="*/ 37242 w 133673"/>
                      <a:gd name="connsiteY1" fmla="*/ 84645 h 113315"/>
                      <a:gd name="connsiteX2" fmla="*/ 100870 w 133673"/>
                      <a:gd name="connsiteY2" fmla="*/ 42544 h 113315"/>
                      <a:gd name="connsiteX3" fmla="*/ 130111 w 133673"/>
                      <a:gd name="connsiteY3" fmla="*/ 63 h 113315"/>
                      <a:gd name="connsiteX4" fmla="*/ 93916 w 133673"/>
                      <a:gd name="connsiteY4" fmla="*/ 43116 h 113315"/>
                      <a:gd name="connsiteX5" fmla="*/ 40576 w 133673"/>
                      <a:gd name="connsiteY5" fmla="*/ 77025 h 113315"/>
                      <a:gd name="connsiteX6" fmla="*/ 0 w 133673"/>
                      <a:gd name="connsiteY6" fmla="*/ 87121 h 113315"/>
                      <a:gd name="connsiteX7" fmla="*/ 30289 w 133673"/>
                      <a:gd name="connsiteY7" fmla="*/ 113315 h 113315"/>
                      <a:gd name="connsiteX8" fmla="*/ 26575 w 133673"/>
                      <a:gd name="connsiteY8" fmla="*/ 102076 h 113315"/>
                      <a:gd name="connsiteX9" fmla="*/ 29527 w 133673"/>
                      <a:gd name="connsiteY9" fmla="*/ 88931 h 113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3673" h="113315">
                        <a:moveTo>
                          <a:pt x="29527" y="88931"/>
                        </a:moveTo>
                        <a:cubicBezTo>
                          <a:pt x="31813" y="87121"/>
                          <a:pt x="34576" y="85883"/>
                          <a:pt x="37242" y="84645"/>
                        </a:cubicBezTo>
                        <a:cubicBezTo>
                          <a:pt x="60484" y="73882"/>
                          <a:pt x="82677" y="59023"/>
                          <a:pt x="100870" y="42544"/>
                        </a:cubicBezTo>
                        <a:cubicBezTo>
                          <a:pt x="108109" y="35972"/>
                          <a:pt x="145161" y="-1747"/>
                          <a:pt x="130111" y="63"/>
                        </a:cubicBezTo>
                        <a:cubicBezTo>
                          <a:pt x="123349" y="15493"/>
                          <a:pt x="110871" y="29114"/>
                          <a:pt x="93916" y="43116"/>
                        </a:cubicBezTo>
                        <a:cubicBezTo>
                          <a:pt x="77914" y="56260"/>
                          <a:pt x="59817" y="68548"/>
                          <a:pt x="40576" y="77025"/>
                        </a:cubicBezTo>
                        <a:cubicBezTo>
                          <a:pt x="26670" y="83121"/>
                          <a:pt x="12192" y="86931"/>
                          <a:pt x="0" y="87121"/>
                        </a:cubicBezTo>
                        <a:cubicBezTo>
                          <a:pt x="16573" y="90455"/>
                          <a:pt x="27813" y="99885"/>
                          <a:pt x="30289" y="113315"/>
                        </a:cubicBezTo>
                        <a:cubicBezTo>
                          <a:pt x="32099" y="108458"/>
                          <a:pt x="28765" y="105410"/>
                          <a:pt x="26575" y="102076"/>
                        </a:cubicBezTo>
                        <a:cubicBezTo>
                          <a:pt x="24384" y="98647"/>
                          <a:pt x="24003" y="93408"/>
                          <a:pt x="29527" y="8893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56" name="Forme libre : forme 17755">
                    <a:extLst>
                      <a:ext uri="{FF2B5EF4-FFF2-40B4-BE49-F238E27FC236}">
                        <a16:creationId xmlns:a16="http://schemas.microsoft.com/office/drawing/2014/main" id="{E9BB88D3-CB21-4C55-81A1-51886C2572BF}"/>
                      </a:ext>
                    </a:extLst>
                  </p:cNvPr>
                  <p:cNvSpPr/>
                  <p:nvPr/>
                </p:nvSpPr>
                <p:spPr>
                  <a:xfrm>
                    <a:off x="4099564" y="4864131"/>
                    <a:ext cx="22478" cy="19240"/>
                  </a:xfrm>
                  <a:custGeom>
                    <a:avLst/>
                    <a:gdLst>
                      <a:gd name="connsiteX0" fmla="*/ 0 w 22478"/>
                      <a:gd name="connsiteY0" fmla="*/ 19240 h 19240"/>
                      <a:gd name="connsiteX1" fmla="*/ 22479 w 22478"/>
                      <a:gd name="connsiteY1" fmla="*/ 0 h 19240"/>
                      <a:gd name="connsiteX2" fmla="*/ 0 w 22478"/>
                      <a:gd name="connsiteY2" fmla="*/ 1924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2478" h="19240">
                        <a:moveTo>
                          <a:pt x="0" y="19240"/>
                        </a:moveTo>
                        <a:cubicBezTo>
                          <a:pt x="7811" y="13049"/>
                          <a:pt x="15240" y="6572"/>
                          <a:pt x="22479" y="0"/>
                        </a:cubicBezTo>
                        <a:cubicBezTo>
                          <a:pt x="14859" y="6382"/>
                          <a:pt x="7334" y="12859"/>
                          <a:pt x="0" y="1924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57" name="Forme libre : forme 17756">
                    <a:extLst>
                      <a:ext uri="{FF2B5EF4-FFF2-40B4-BE49-F238E27FC236}">
                        <a16:creationId xmlns:a16="http://schemas.microsoft.com/office/drawing/2014/main" id="{AD0BA37D-7486-4DB9-ABC8-50C98DCCEA7C}"/>
                      </a:ext>
                    </a:extLst>
                  </p:cNvPr>
                  <p:cNvSpPr/>
                  <p:nvPr/>
                </p:nvSpPr>
                <p:spPr>
                  <a:xfrm>
                    <a:off x="4117661" y="4753811"/>
                    <a:ext cx="148494" cy="110415"/>
                  </a:xfrm>
                  <a:custGeom>
                    <a:avLst/>
                    <a:gdLst>
                      <a:gd name="connsiteX0" fmla="*/ 148495 w 148494"/>
                      <a:gd name="connsiteY0" fmla="*/ 35930 h 110415"/>
                      <a:gd name="connsiteX1" fmla="*/ 59531 w 148494"/>
                      <a:gd name="connsiteY1" fmla="*/ 62790 h 110415"/>
                      <a:gd name="connsiteX2" fmla="*/ 44577 w 148494"/>
                      <a:gd name="connsiteY2" fmla="*/ 20309 h 110415"/>
                      <a:gd name="connsiteX3" fmla="*/ 0 w 148494"/>
                      <a:gd name="connsiteY3" fmla="*/ 2878 h 110415"/>
                      <a:gd name="connsiteX4" fmla="*/ 36766 w 148494"/>
                      <a:gd name="connsiteY4" fmla="*/ 20499 h 110415"/>
                      <a:gd name="connsiteX5" fmla="*/ 41624 w 148494"/>
                      <a:gd name="connsiteY5" fmla="*/ 70125 h 110415"/>
                      <a:gd name="connsiteX6" fmla="*/ 21336 w 148494"/>
                      <a:gd name="connsiteY6" fmla="*/ 94413 h 110415"/>
                      <a:gd name="connsiteX7" fmla="*/ 4477 w 148494"/>
                      <a:gd name="connsiteY7" fmla="*/ 110415 h 110415"/>
                      <a:gd name="connsiteX8" fmla="*/ 59341 w 148494"/>
                      <a:gd name="connsiteY8" fmla="*/ 71172 h 110415"/>
                      <a:gd name="connsiteX9" fmla="*/ 148495 w 148494"/>
                      <a:gd name="connsiteY9" fmla="*/ 35930 h 110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8494" h="110415">
                        <a:moveTo>
                          <a:pt x="148495" y="35930"/>
                        </a:moveTo>
                        <a:cubicBezTo>
                          <a:pt x="119253" y="42883"/>
                          <a:pt x="89345" y="51836"/>
                          <a:pt x="59531" y="62790"/>
                        </a:cubicBezTo>
                        <a:cubicBezTo>
                          <a:pt x="66008" y="60409"/>
                          <a:pt x="47149" y="23071"/>
                          <a:pt x="44577" y="20309"/>
                        </a:cubicBezTo>
                        <a:cubicBezTo>
                          <a:pt x="39243" y="14594"/>
                          <a:pt x="16193" y="-7885"/>
                          <a:pt x="0" y="2878"/>
                        </a:cubicBezTo>
                        <a:cubicBezTo>
                          <a:pt x="8477" y="10688"/>
                          <a:pt x="27241" y="12403"/>
                          <a:pt x="36766" y="20499"/>
                        </a:cubicBezTo>
                        <a:cubicBezTo>
                          <a:pt x="49721" y="31453"/>
                          <a:pt x="54197" y="49551"/>
                          <a:pt x="41624" y="70125"/>
                        </a:cubicBezTo>
                        <a:cubicBezTo>
                          <a:pt x="36576" y="78316"/>
                          <a:pt x="29146" y="86508"/>
                          <a:pt x="21336" y="94413"/>
                        </a:cubicBezTo>
                        <a:cubicBezTo>
                          <a:pt x="15907" y="99843"/>
                          <a:pt x="10287" y="105176"/>
                          <a:pt x="4477" y="110415"/>
                        </a:cubicBezTo>
                        <a:cubicBezTo>
                          <a:pt x="21527" y="96128"/>
                          <a:pt x="39434" y="82412"/>
                          <a:pt x="59341" y="71172"/>
                        </a:cubicBezTo>
                        <a:cubicBezTo>
                          <a:pt x="88011" y="54980"/>
                          <a:pt x="118681" y="45264"/>
                          <a:pt x="148495" y="3593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58" name="Forme libre : forme 17757">
                    <a:extLst>
                      <a:ext uri="{FF2B5EF4-FFF2-40B4-BE49-F238E27FC236}">
                        <a16:creationId xmlns:a16="http://schemas.microsoft.com/office/drawing/2014/main" id="{31425C5C-EFB3-4064-B505-CCB0CFD811EC}"/>
                      </a:ext>
                    </a:extLst>
                  </p:cNvPr>
                  <p:cNvSpPr/>
                  <p:nvPr/>
                </p:nvSpPr>
                <p:spPr>
                  <a:xfrm>
                    <a:off x="4156523" y="4600956"/>
                    <a:ext cx="104489" cy="141636"/>
                  </a:xfrm>
                  <a:custGeom>
                    <a:avLst/>
                    <a:gdLst>
                      <a:gd name="connsiteX0" fmla="*/ 0 w 104489"/>
                      <a:gd name="connsiteY0" fmla="*/ 141637 h 141636"/>
                      <a:gd name="connsiteX1" fmla="*/ 53054 w 104489"/>
                      <a:gd name="connsiteY1" fmla="*/ 115824 h 141636"/>
                      <a:gd name="connsiteX2" fmla="*/ 95536 w 104489"/>
                      <a:gd name="connsiteY2" fmla="*/ 63151 h 141636"/>
                      <a:gd name="connsiteX3" fmla="*/ 103918 w 104489"/>
                      <a:gd name="connsiteY3" fmla="*/ 12859 h 141636"/>
                      <a:gd name="connsiteX4" fmla="*/ 104489 w 104489"/>
                      <a:gd name="connsiteY4" fmla="*/ 0 h 141636"/>
                      <a:gd name="connsiteX5" fmla="*/ 88678 w 104489"/>
                      <a:gd name="connsiteY5" fmla="*/ 51245 h 141636"/>
                      <a:gd name="connsiteX6" fmla="*/ 50197 w 104489"/>
                      <a:gd name="connsiteY6" fmla="*/ 101727 h 141636"/>
                      <a:gd name="connsiteX7" fmla="*/ 0 w 104489"/>
                      <a:gd name="connsiteY7" fmla="*/ 141637 h 141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489" h="141636">
                        <a:moveTo>
                          <a:pt x="0" y="141637"/>
                        </a:moveTo>
                        <a:cubicBezTo>
                          <a:pt x="17812" y="135636"/>
                          <a:pt x="36957" y="127254"/>
                          <a:pt x="53054" y="115824"/>
                        </a:cubicBezTo>
                        <a:cubicBezTo>
                          <a:pt x="74391" y="100584"/>
                          <a:pt x="88487" y="80867"/>
                          <a:pt x="95536" y="63151"/>
                        </a:cubicBezTo>
                        <a:cubicBezTo>
                          <a:pt x="102489" y="45339"/>
                          <a:pt x="103251" y="28956"/>
                          <a:pt x="103918" y="12859"/>
                        </a:cubicBezTo>
                        <a:cubicBezTo>
                          <a:pt x="104108" y="8572"/>
                          <a:pt x="104299" y="4286"/>
                          <a:pt x="104489" y="0"/>
                        </a:cubicBezTo>
                        <a:cubicBezTo>
                          <a:pt x="102394" y="16383"/>
                          <a:pt x="97822" y="33433"/>
                          <a:pt x="88678" y="51245"/>
                        </a:cubicBezTo>
                        <a:cubicBezTo>
                          <a:pt x="80010" y="68104"/>
                          <a:pt x="67056" y="85630"/>
                          <a:pt x="50197" y="101727"/>
                        </a:cubicBezTo>
                        <a:cubicBezTo>
                          <a:pt x="40577" y="110966"/>
                          <a:pt x="1524" y="134493"/>
                          <a:pt x="0" y="14163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59" name="Forme libre : forme 17758">
                    <a:extLst>
                      <a:ext uri="{FF2B5EF4-FFF2-40B4-BE49-F238E27FC236}">
                        <a16:creationId xmlns:a16="http://schemas.microsoft.com/office/drawing/2014/main" id="{1091E3CA-EB75-4901-B44A-116436B70C94}"/>
                      </a:ext>
                    </a:extLst>
                  </p:cNvPr>
                  <p:cNvSpPr/>
                  <p:nvPr/>
                </p:nvSpPr>
                <p:spPr>
                  <a:xfrm>
                    <a:off x="4261108" y="4566570"/>
                    <a:ext cx="1567" cy="34290"/>
                  </a:xfrm>
                  <a:custGeom>
                    <a:avLst/>
                    <a:gdLst>
                      <a:gd name="connsiteX0" fmla="*/ 1429 w 1567"/>
                      <a:gd name="connsiteY0" fmla="*/ 0 h 34290"/>
                      <a:gd name="connsiteX1" fmla="*/ 0 w 1567"/>
                      <a:gd name="connsiteY1" fmla="*/ 34290 h 34290"/>
                      <a:gd name="connsiteX2" fmla="*/ 1429 w 1567"/>
                      <a:gd name="connsiteY2" fmla="*/ 0 h 34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67" h="34290">
                        <a:moveTo>
                          <a:pt x="1429" y="0"/>
                        </a:moveTo>
                        <a:cubicBezTo>
                          <a:pt x="953" y="11430"/>
                          <a:pt x="476" y="22860"/>
                          <a:pt x="0" y="34290"/>
                        </a:cubicBezTo>
                        <a:cubicBezTo>
                          <a:pt x="1429" y="22574"/>
                          <a:pt x="1810" y="11144"/>
                          <a:pt x="1429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60" name="Forme libre : forme 17759">
                    <a:extLst>
                      <a:ext uri="{FF2B5EF4-FFF2-40B4-BE49-F238E27FC236}">
                        <a16:creationId xmlns:a16="http://schemas.microsoft.com/office/drawing/2014/main" id="{8B79A034-3B54-44AE-879D-E379CE03C1FC}"/>
                      </a:ext>
                    </a:extLst>
                  </p:cNvPr>
                  <p:cNvSpPr/>
                  <p:nvPr/>
                </p:nvSpPr>
                <p:spPr>
                  <a:xfrm>
                    <a:off x="4399220" y="4641246"/>
                    <a:ext cx="31051" cy="4572"/>
                  </a:xfrm>
                  <a:custGeom>
                    <a:avLst/>
                    <a:gdLst>
                      <a:gd name="connsiteX0" fmla="*/ 31052 w 31051"/>
                      <a:gd name="connsiteY0" fmla="*/ 0 h 4572"/>
                      <a:gd name="connsiteX1" fmla="*/ 0 w 31051"/>
                      <a:gd name="connsiteY1" fmla="*/ 4572 h 4572"/>
                      <a:gd name="connsiteX2" fmla="*/ 31052 w 31051"/>
                      <a:gd name="connsiteY2" fmla="*/ 0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051" h="4572">
                        <a:moveTo>
                          <a:pt x="31052" y="0"/>
                        </a:moveTo>
                        <a:cubicBezTo>
                          <a:pt x="20669" y="1524"/>
                          <a:pt x="10382" y="3048"/>
                          <a:pt x="0" y="4572"/>
                        </a:cubicBezTo>
                        <a:cubicBezTo>
                          <a:pt x="10096" y="3620"/>
                          <a:pt x="20479" y="2096"/>
                          <a:pt x="3105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61" name="Forme libre : forme 17760">
                    <a:extLst>
                      <a:ext uri="{FF2B5EF4-FFF2-40B4-BE49-F238E27FC236}">
                        <a16:creationId xmlns:a16="http://schemas.microsoft.com/office/drawing/2014/main" id="{71DB0DBF-D345-4653-936D-5ED0D92BEEFC}"/>
                      </a:ext>
                    </a:extLst>
                  </p:cNvPr>
                  <p:cNvSpPr/>
                  <p:nvPr/>
                </p:nvSpPr>
                <p:spPr>
                  <a:xfrm>
                    <a:off x="4430176" y="4522755"/>
                    <a:ext cx="174510" cy="202120"/>
                  </a:xfrm>
                  <a:custGeom>
                    <a:avLst/>
                    <a:gdLst>
                      <a:gd name="connsiteX0" fmla="*/ 107252 w 174510"/>
                      <a:gd name="connsiteY0" fmla="*/ 97155 h 202120"/>
                      <a:gd name="connsiteX1" fmla="*/ 139065 w 174510"/>
                      <a:gd name="connsiteY1" fmla="*/ 64579 h 202120"/>
                      <a:gd name="connsiteX2" fmla="*/ 171259 w 174510"/>
                      <a:gd name="connsiteY2" fmla="*/ 0 h 202120"/>
                      <a:gd name="connsiteX3" fmla="*/ 154591 w 174510"/>
                      <a:gd name="connsiteY3" fmla="*/ 25051 h 202120"/>
                      <a:gd name="connsiteX4" fmla="*/ 117634 w 174510"/>
                      <a:gd name="connsiteY4" fmla="*/ 65437 h 202120"/>
                      <a:gd name="connsiteX5" fmla="*/ 44196 w 174510"/>
                      <a:gd name="connsiteY5" fmla="*/ 106680 h 202120"/>
                      <a:gd name="connsiteX6" fmla="*/ 0 w 174510"/>
                      <a:gd name="connsiteY6" fmla="*/ 118586 h 202120"/>
                      <a:gd name="connsiteX7" fmla="*/ 65722 w 174510"/>
                      <a:gd name="connsiteY7" fmla="*/ 108966 h 202120"/>
                      <a:gd name="connsiteX8" fmla="*/ 73057 w 174510"/>
                      <a:gd name="connsiteY8" fmla="*/ 109061 h 202120"/>
                      <a:gd name="connsiteX9" fmla="*/ 74962 w 174510"/>
                      <a:gd name="connsiteY9" fmla="*/ 112681 h 202120"/>
                      <a:gd name="connsiteX10" fmla="*/ 63818 w 174510"/>
                      <a:gd name="connsiteY10" fmla="*/ 160306 h 202120"/>
                      <a:gd name="connsiteX11" fmla="*/ 67532 w 174510"/>
                      <a:gd name="connsiteY11" fmla="*/ 202121 h 202120"/>
                      <a:gd name="connsiteX12" fmla="*/ 80296 w 174510"/>
                      <a:gd name="connsiteY12" fmla="*/ 144875 h 202120"/>
                      <a:gd name="connsiteX13" fmla="*/ 107252 w 174510"/>
                      <a:gd name="connsiteY13" fmla="*/ 97155 h 202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74510" h="202120">
                        <a:moveTo>
                          <a:pt x="107252" y="97155"/>
                        </a:moveTo>
                        <a:cubicBezTo>
                          <a:pt x="116586" y="86011"/>
                          <a:pt x="128778" y="75533"/>
                          <a:pt x="139065" y="64579"/>
                        </a:cubicBezTo>
                        <a:cubicBezTo>
                          <a:pt x="152115" y="50673"/>
                          <a:pt x="184880" y="7716"/>
                          <a:pt x="171259" y="0"/>
                        </a:cubicBezTo>
                        <a:cubicBezTo>
                          <a:pt x="166116" y="8382"/>
                          <a:pt x="160782" y="16669"/>
                          <a:pt x="154591" y="25051"/>
                        </a:cubicBezTo>
                        <a:cubicBezTo>
                          <a:pt x="144304" y="38862"/>
                          <a:pt x="132588" y="52864"/>
                          <a:pt x="117634" y="65437"/>
                        </a:cubicBezTo>
                        <a:cubicBezTo>
                          <a:pt x="96584" y="83249"/>
                          <a:pt x="70104" y="97346"/>
                          <a:pt x="44196" y="106680"/>
                        </a:cubicBezTo>
                        <a:cubicBezTo>
                          <a:pt x="29242" y="112109"/>
                          <a:pt x="14478" y="115824"/>
                          <a:pt x="0" y="118586"/>
                        </a:cubicBezTo>
                        <a:cubicBezTo>
                          <a:pt x="21907" y="115348"/>
                          <a:pt x="43815" y="112204"/>
                          <a:pt x="65722" y="108966"/>
                        </a:cubicBezTo>
                        <a:cubicBezTo>
                          <a:pt x="68485" y="108585"/>
                          <a:pt x="71342" y="108204"/>
                          <a:pt x="73057" y="109061"/>
                        </a:cubicBezTo>
                        <a:cubicBezTo>
                          <a:pt x="74390" y="109823"/>
                          <a:pt x="74771" y="111252"/>
                          <a:pt x="74962" y="112681"/>
                        </a:cubicBezTo>
                        <a:cubicBezTo>
                          <a:pt x="76867" y="126683"/>
                          <a:pt x="69152" y="144018"/>
                          <a:pt x="63818" y="160306"/>
                        </a:cubicBezTo>
                        <a:cubicBezTo>
                          <a:pt x="58484" y="176594"/>
                          <a:pt x="56102" y="193643"/>
                          <a:pt x="67532" y="202121"/>
                        </a:cubicBezTo>
                        <a:cubicBezTo>
                          <a:pt x="63151" y="186119"/>
                          <a:pt x="71724" y="165068"/>
                          <a:pt x="80296" y="144875"/>
                        </a:cubicBezTo>
                        <a:cubicBezTo>
                          <a:pt x="87059" y="129159"/>
                          <a:pt x="94012" y="112967"/>
                          <a:pt x="107252" y="9715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62" name="Forme libre : forme 17761">
                    <a:extLst>
                      <a:ext uri="{FF2B5EF4-FFF2-40B4-BE49-F238E27FC236}">
                        <a16:creationId xmlns:a16="http://schemas.microsoft.com/office/drawing/2014/main" id="{43115504-1946-48BF-A7DC-8E00210A3D68}"/>
                      </a:ext>
                    </a:extLst>
                  </p:cNvPr>
                  <p:cNvSpPr/>
                  <p:nvPr/>
                </p:nvSpPr>
                <p:spPr>
                  <a:xfrm>
                    <a:off x="4319686" y="4737134"/>
                    <a:ext cx="250983" cy="107566"/>
                  </a:xfrm>
                  <a:custGeom>
                    <a:avLst/>
                    <a:gdLst>
                      <a:gd name="connsiteX0" fmla="*/ 185738 w 250983"/>
                      <a:gd name="connsiteY0" fmla="*/ 8316 h 107566"/>
                      <a:gd name="connsiteX1" fmla="*/ 250984 w 250983"/>
                      <a:gd name="connsiteY1" fmla="*/ 6316 h 107566"/>
                      <a:gd name="connsiteX2" fmla="*/ 206502 w 250983"/>
                      <a:gd name="connsiteY2" fmla="*/ 505 h 107566"/>
                      <a:gd name="connsiteX3" fmla="*/ 134493 w 250983"/>
                      <a:gd name="connsiteY3" fmla="*/ 10125 h 107566"/>
                      <a:gd name="connsiteX4" fmla="*/ 58579 w 250983"/>
                      <a:gd name="connsiteY4" fmla="*/ 50702 h 107566"/>
                      <a:gd name="connsiteX5" fmla="*/ 0 w 250983"/>
                      <a:gd name="connsiteY5" fmla="*/ 107566 h 107566"/>
                      <a:gd name="connsiteX6" fmla="*/ 118301 w 250983"/>
                      <a:gd name="connsiteY6" fmla="*/ 22127 h 107566"/>
                      <a:gd name="connsiteX7" fmla="*/ 185738 w 250983"/>
                      <a:gd name="connsiteY7" fmla="*/ 8316 h 107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0983" h="107566">
                        <a:moveTo>
                          <a:pt x="185738" y="8316"/>
                        </a:moveTo>
                        <a:cubicBezTo>
                          <a:pt x="206502" y="6697"/>
                          <a:pt x="229267" y="11268"/>
                          <a:pt x="250984" y="6316"/>
                        </a:cubicBezTo>
                        <a:cubicBezTo>
                          <a:pt x="243078" y="-1590"/>
                          <a:pt x="221933" y="-66"/>
                          <a:pt x="206502" y="505"/>
                        </a:cubicBezTo>
                        <a:cubicBezTo>
                          <a:pt x="183642" y="1363"/>
                          <a:pt x="160020" y="2315"/>
                          <a:pt x="134493" y="10125"/>
                        </a:cubicBezTo>
                        <a:cubicBezTo>
                          <a:pt x="108109" y="18222"/>
                          <a:pt x="81344" y="33271"/>
                          <a:pt x="58579" y="50702"/>
                        </a:cubicBezTo>
                        <a:cubicBezTo>
                          <a:pt x="35814" y="68133"/>
                          <a:pt x="16574" y="87754"/>
                          <a:pt x="0" y="107566"/>
                        </a:cubicBezTo>
                        <a:cubicBezTo>
                          <a:pt x="33528" y="74610"/>
                          <a:pt x="72580" y="39558"/>
                          <a:pt x="118301" y="22127"/>
                        </a:cubicBezTo>
                        <a:cubicBezTo>
                          <a:pt x="141637" y="13269"/>
                          <a:pt x="164306" y="10030"/>
                          <a:pt x="185738" y="831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63" name="Forme libre : forme 17762">
                    <a:extLst>
                      <a:ext uri="{FF2B5EF4-FFF2-40B4-BE49-F238E27FC236}">
                        <a16:creationId xmlns:a16="http://schemas.microsoft.com/office/drawing/2014/main" id="{9849DA3A-DB80-41A1-95AB-A61498DF3FDA}"/>
                      </a:ext>
                    </a:extLst>
                  </p:cNvPr>
                  <p:cNvSpPr/>
                  <p:nvPr/>
                </p:nvSpPr>
                <p:spPr>
                  <a:xfrm>
                    <a:off x="4783459" y="4574857"/>
                    <a:ext cx="44672" cy="18478"/>
                  </a:xfrm>
                  <a:custGeom>
                    <a:avLst/>
                    <a:gdLst>
                      <a:gd name="connsiteX0" fmla="*/ 34957 w 44672"/>
                      <a:gd name="connsiteY0" fmla="*/ 5334 h 18478"/>
                      <a:gd name="connsiteX1" fmla="*/ 44672 w 44672"/>
                      <a:gd name="connsiteY1" fmla="*/ 0 h 18478"/>
                      <a:gd name="connsiteX2" fmla="*/ 0 w 44672"/>
                      <a:gd name="connsiteY2" fmla="*/ 18479 h 18478"/>
                      <a:gd name="connsiteX3" fmla="*/ 34957 w 44672"/>
                      <a:gd name="connsiteY3" fmla="*/ 5334 h 18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672" h="18478">
                        <a:moveTo>
                          <a:pt x="34957" y="5334"/>
                        </a:moveTo>
                        <a:cubicBezTo>
                          <a:pt x="38290" y="3524"/>
                          <a:pt x="41434" y="1715"/>
                          <a:pt x="44672" y="0"/>
                        </a:cubicBezTo>
                        <a:cubicBezTo>
                          <a:pt x="29813" y="5429"/>
                          <a:pt x="14859" y="11621"/>
                          <a:pt x="0" y="18479"/>
                        </a:cubicBezTo>
                        <a:cubicBezTo>
                          <a:pt x="11811" y="14288"/>
                          <a:pt x="23622" y="10192"/>
                          <a:pt x="34957" y="533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64" name="Forme libre : forme 17763">
                    <a:extLst>
                      <a:ext uri="{FF2B5EF4-FFF2-40B4-BE49-F238E27FC236}">
                        <a16:creationId xmlns:a16="http://schemas.microsoft.com/office/drawing/2014/main" id="{BC147FBE-9089-4212-AA6A-5E130C8AA91F}"/>
                      </a:ext>
                    </a:extLst>
                  </p:cNvPr>
                  <p:cNvSpPr/>
                  <p:nvPr/>
                </p:nvSpPr>
                <p:spPr>
                  <a:xfrm>
                    <a:off x="4982722" y="4570285"/>
                    <a:ext cx="11334" cy="14096"/>
                  </a:xfrm>
                  <a:custGeom>
                    <a:avLst/>
                    <a:gdLst>
                      <a:gd name="connsiteX0" fmla="*/ 0 w 11334"/>
                      <a:gd name="connsiteY0" fmla="*/ 0 h 14096"/>
                      <a:gd name="connsiteX1" fmla="*/ 11335 w 11334"/>
                      <a:gd name="connsiteY1" fmla="*/ 14097 h 14096"/>
                      <a:gd name="connsiteX2" fmla="*/ 0 w 11334"/>
                      <a:gd name="connsiteY2" fmla="*/ 0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334" h="14096">
                        <a:moveTo>
                          <a:pt x="0" y="0"/>
                        </a:moveTo>
                        <a:cubicBezTo>
                          <a:pt x="4572" y="4191"/>
                          <a:pt x="8382" y="8858"/>
                          <a:pt x="11335" y="14097"/>
                        </a:cubicBezTo>
                        <a:cubicBezTo>
                          <a:pt x="8763" y="8668"/>
                          <a:pt x="4858" y="39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65" name="Forme libre : forme 17764">
                    <a:extLst>
                      <a:ext uri="{FF2B5EF4-FFF2-40B4-BE49-F238E27FC236}">
                        <a16:creationId xmlns:a16="http://schemas.microsoft.com/office/drawing/2014/main" id="{B7BAC0E9-CA66-42CF-B7B5-2C8DE1E2D761}"/>
                      </a:ext>
                    </a:extLst>
                  </p:cNvPr>
                  <p:cNvSpPr/>
                  <p:nvPr/>
                </p:nvSpPr>
                <p:spPr>
                  <a:xfrm>
                    <a:off x="4722308" y="4593335"/>
                    <a:ext cx="61150" cy="31337"/>
                  </a:xfrm>
                  <a:custGeom>
                    <a:avLst/>
                    <a:gdLst>
                      <a:gd name="connsiteX0" fmla="*/ 61151 w 61150"/>
                      <a:gd name="connsiteY0" fmla="*/ 0 h 31337"/>
                      <a:gd name="connsiteX1" fmla="*/ 0 w 61150"/>
                      <a:gd name="connsiteY1" fmla="*/ 31337 h 31337"/>
                      <a:gd name="connsiteX2" fmla="*/ 61151 w 61150"/>
                      <a:gd name="connsiteY2" fmla="*/ 0 h 31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1150" h="31337">
                        <a:moveTo>
                          <a:pt x="61151" y="0"/>
                        </a:moveTo>
                        <a:cubicBezTo>
                          <a:pt x="38862" y="8001"/>
                          <a:pt x="17050" y="16383"/>
                          <a:pt x="0" y="31337"/>
                        </a:cubicBezTo>
                        <a:cubicBezTo>
                          <a:pt x="20003" y="20193"/>
                          <a:pt x="40481" y="9525"/>
                          <a:pt x="61151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66" name="Forme libre : forme 17765">
                    <a:extLst>
                      <a:ext uri="{FF2B5EF4-FFF2-40B4-BE49-F238E27FC236}">
                        <a16:creationId xmlns:a16="http://schemas.microsoft.com/office/drawing/2014/main" id="{491AA6EF-548A-4B10-9C4D-5675C46B0A5D}"/>
                      </a:ext>
                    </a:extLst>
                  </p:cNvPr>
                  <p:cNvSpPr/>
                  <p:nvPr/>
                </p:nvSpPr>
                <p:spPr>
                  <a:xfrm>
                    <a:off x="4828131" y="4485513"/>
                    <a:ext cx="154590" cy="89344"/>
                  </a:xfrm>
                  <a:custGeom>
                    <a:avLst/>
                    <a:gdLst>
                      <a:gd name="connsiteX0" fmla="*/ 56579 w 154590"/>
                      <a:gd name="connsiteY0" fmla="*/ 51244 h 89344"/>
                      <a:gd name="connsiteX1" fmla="*/ 0 w 154590"/>
                      <a:gd name="connsiteY1" fmla="*/ 89344 h 89344"/>
                      <a:gd name="connsiteX2" fmla="*/ 52197 w 154590"/>
                      <a:gd name="connsiteY2" fmla="*/ 74009 h 89344"/>
                      <a:gd name="connsiteX3" fmla="*/ 154591 w 154590"/>
                      <a:gd name="connsiteY3" fmla="*/ 84772 h 89344"/>
                      <a:gd name="connsiteX4" fmla="*/ 89344 w 154590"/>
                      <a:gd name="connsiteY4" fmla="*/ 63055 h 89344"/>
                      <a:gd name="connsiteX5" fmla="*/ 83058 w 154590"/>
                      <a:gd name="connsiteY5" fmla="*/ 61722 h 89344"/>
                      <a:gd name="connsiteX6" fmla="*/ 83153 w 154590"/>
                      <a:gd name="connsiteY6" fmla="*/ 55721 h 89344"/>
                      <a:gd name="connsiteX7" fmla="*/ 100107 w 154590"/>
                      <a:gd name="connsiteY7" fmla="*/ 0 h 89344"/>
                      <a:gd name="connsiteX8" fmla="*/ 80963 w 154590"/>
                      <a:gd name="connsiteY8" fmla="*/ 23717 h 89344"/>
                      <a:gd name="connsiteX9" fmla="*/ 56579 w 154590"/>
                      <a:gd name="connsiteY9" fmla="*/ 51244 h 89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4590" h="89344">
                        <a:moveTo>
                          <a:pt x="56579" y="51244"/>
                        </a:moveTo>
                        <a:cubicBezTo>
                          <a:pt x="38671" y="67913"/>
                          <a:pt x="20764" y="77914"/>
                          <a:pt x="0" y="89344"/>
                        </a:cubicBezTo>
                        <a:cubicBezTo>
                          <a:pt x="17526" y="82963"/>
                          <a:pt x="35052" y="77629"/>
                          <a:pt x="52197" y="74009"/>
                        </a:cubicBezTo>
                        <a:cubicBezTo>
                          <a:pt x="94202" y="65246"/>
                          <a:pt x="133826" y="68008"/>
                          <a:pt x="154591" y="84772"/>
                        </a:cubicBezTo>
                        <a:cubicBezTo>
                          <a:pt x="139922" y="71342"/>
                          <a:pt x="117157" y="63532"/>
                          <a:pt x="89344" y="63055"/>
                        </a:cubicBezTo>
                        <a:cubicBezTo>
                          <a:pt x="86868" y="63055"/>
                          <a:pt x="84296" y="62960"/>
                          <a:pt x="83058" y="61722"/>
                        </a:cubicBezTo>
                        <a:cubicBezTo>
                          <a:pt x="81724" y="60388"/>
                          <a:pt x="82486" y="57912"/>
                          <a:pt x="83153" y="55721"/>
                        </a:cubicBezTo>
                        <a:cubicBezTo>
                          <a:pt x="88582" y="38957"/>
                          <a:pt x="101632" y="14192"/>
                          <a:pt x="100107" y="0"/>
                        </a:cubicBezTo>
                        <a:cubicBezTo>
                          <a:pt x="89630" y="3429"/>
                          <a:pt x="85820" y="16954"/>
                          <a:pt x="80963" y="23717"/>
                        </a:cubicBezTo>
                        <a:cubicBezTo>
                          <a:pt x="74295" y="33147"/>
                          <a:pt x="66008" y="42386"/>
                          <a:pt x="56579" y="5124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67" name="Forme libre : forme 17766">
                    <a:extLst>
                      <a:ext uri="{FF2B5EF4-FFF2-40B4-BE49-F238E27FC236}">
                        <a16:creationId xmlns:a16="http://schemas.microsoft.com/office/drawing/2014/main" id="{09482FBE-7577-4F1C-AC48-B82966C0D3C7}"/>
                      </a:ext>
                    </a:extLst>
                  </p:cNvPr>
                  <p:cNvSpPr/>
                  <p:nvPr/>
                </p:nvSpPr>
                <p:spPr>
                  <a:xfrm>
                    <a:off x="4766123" y="4830395"/>
                    <a:ext cx="8667" cy="779"/>
                  </a:xfrm>
                  <a:custGeom>
                    <a:avLst/>
                    <a:gdLst>
                      <a:gd name="connsiteX0" fmla="*/ 8667 w 8667"/>
                      <a:gd name="connsiteY0" fmla="*/ 780 h 779"/>
                      <a:gd name="connsiteX1" fmla="*/ 0 w 8667"/>
                      <a:gd name="connsiteY1" fmla="*/ 18 h 779"/>
                      <a:gd name="connsiteX2" fmla="*/ 8667 w 8667"/>
                      <a:gd name="connsiteY2" fmla="*/ 780 h 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667" h="779">
                        <a:moveTo>
                          <a:pt x="8667" y="780"/>
                        </a:moveTo>
                        <a:cubicBezTo>
                          <a:pt x="6001" y="208"/>
                          <a:pt x="3238" y="-77"/>
                          <a:pt x="0" y="18"/>
                        </a:cubicBezTo>
                        <a:cubicBezTo>
                          <a:pt x="2667" y="590"/>
                          <a:pt x="5619" y="780"/>
                          <a:pt x="8667" y="78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68" name="Forme libre : forme 17767">
                    <a:extLst>
                      <a:ext uri="{FF2B5EF4-FFF2-40B4-BE49-F238E27FC236}">
                        <a16:creationId xmlns:a16="http://schemas.microsoft.com/office/drawing/2014/main" id="{6B6A1C38-B925-43FE-A7F7-D12B15C1E6B9}"/>
                      </a:ext>
                    </a:extLst>
                  </p:cNvPr>
                  <p:cNvSpPr/>
                  <p:nvPr/>
                </p:nvSpPr>
                <p:spPr>
                  <a:xfrm>
                    <a:off x="4774696" y="4679156"/>
                    <a:ext cx="210965" cy="247745"/>
                  </a:xfrm>
                  <a:custGeom>
                    <a:avLst/>
                    <a:gdLst>
                      <a:gd name="connsiteX0" fmla="*/ 32861 w 210965"/>
                      <a:gd name="connsiteY0" fmla="*/ 162687 h 247745"/>
                      <a:gd name="connsiteX1" fmla="*/ 35909 w 210965"/>
                      <a:gd name="connsiteY1" fmla="*/ 157448 h 247745"/>
                      <a:gd name="connsiteX2" fmla="*/ 44768 w 210965"/>
                      <a:gd name="connsiteY2" fmla="*/ 151543 h 247745"/>
                      <a:gd name="connsiteX3" fmla="*/ 107061 w 210965"/>
                      <a:gd name="connsiteY3" fmla="*/ 118872 h 247745"/>
                      <a:gd name="connsiteX4" fmla="*/ 153924 w 210965"/>
                      <a:gd name="connsiteY4" fmla="*/ 91154 h 247745"/>
                      <a:gd name="connsiteX5" fmla="*/ 198882 w 210965"/>
                      <a:gd name="connsiteY5" fmla="*/ 39148 h 247745"/>
                      <a:gd name="connsiteX6" fmla="*/ 209169 w 210965"/>
                      <a:gd name="connsiteY6" fmla="*/ 0 h 247745"/>
                      <a:gd name="connsiteX7" fmla="*/ 160401 w 210965"/>
                      <a:gd name="connsiteY7" fmla="*/ 65818 h 247745"/>
                      <a:gd name="connsiteX8" fmla="*/ 57912 w 210965"/>
                      <a:gd name="connsiteY8" fmla="*/ 133636 h 247745"/>
                      <a:gd name="connsiteX9" fmla="*/ 0 w 210965"/>
                      <a:gd name="connsiteY9" fmla="*/ 152019 h 247745"/>
                      <a:gd name="connsiteX10" fmla="*/ 18765 w 210965"/>
                      <a:gd name="connsiteY10" fmla="*/ 171831 h 247745"/>
                      <a:gd name="connsiteX11" fmla="*/ 12573 w 210965"/>
                      <a:gd name="connsiteY11" fmla="*/ 211074 h 247745"/>
                      <a:gd name="connsiteX12" fmla="*/ 13335 w 210965"/>
                      <a:gd name="connsiteY12" fmla="*/ 247745 h 247745"/>
                      <a:gd name="connsiteX13" fmla="*/ 25432 w 210965"/>
                      <a:gd name="connsiteY13" fmla="*/ 202311 h 247745"/>
                      <a:gd name="connsiteX14" fmla="*/ 32861 w 210965"/>
                      <a:gd name="connsiteY14" fmla="*/ 162687 h 247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10965" h="247745">
                        <a:moveTo>
                          <a:pt x="32861" y="162687"/>
                        </a:moveTo>
                        <a:cubicBezTo>
                          <a:pt x="33528" y="160972"/>
                          <a:pt x="34290" y="159163"/>
                          <a:pt x="35909" y="157448"/>
                        </a:cubicBezTo>
                        <a:cubicBezTo>
                          <a:pt x="38195" y="155067"/>
                          <a:pt x="41529" y="153257"/>
                          <a:pt x="44768" y="151543"/>
                        </a:cubicBezTo>
                        <a:cubicBezTo>
                          <a:pt x="65532" y="140684"/>
                          <a:pt x="86296" y="129826"/>
                          <a:pt x="107061" y="118872"/>
                        </a:cubicBezTo>
                        <a:cubicBezTo>
                          <a:pt x="123158" y="110395"/>
                          <a:pt x="139541" y="101822"/>
                          <a:pt x="153924" y="91154"/>
                        </a:cubicBezTo>
                        <a:cubicBezTo>
                          <a:pt x="174593" y="75819"/>
                          <a:pt x="189738" y="56960"/>
                          <a:pt x="198882" y="39148"/>
                        </a:cubicBezTo>
                        <a:cubicBezTo>
                          <a:pt x="204692" y="27813"/>
                          <a:pt x="215170" y="7525"/>
                          <a:pt x="209169" y="0"/>
                        </a:cubicBezTo>
                        <a:cubicBezTo>
                          <a:pt x="196501" y="23051"/>
                          <a:pt x="184785" y="43434"/>
                          <a:pt x="160401" y="65818"/>
                        </a:cubicBezTo>
                        <a:cubicBezTo>
                          <a:pt x="131445" y="92583"/>
                          <a:pt x="94965" y="115348"/>
                          <a:pt x="57912" y="133636"/>
                        </a:cubicBezTo>
                        <a:cubicBezTo>
                          <a:pt x="38577" y="143161"/>
                          <a:pt x="16764" y="151924"/>
                          <a:pt x="0" y="152019"/>
                        </a:cubicBezTo>
                        <a:cubicBezTo>
                          <a:pt x="11239" y="154305"/>
                          <a:pt x="17526" y="162306"/>
                          <a:pt x="18765" y="171831"/>
                        </a:cubicBezTo>
                        <a:cubicBezTo>
                          <a:pt x="20384" y="183642"/>
                          <a:pt x="15907" y="197644"/>
                          <a:pt x="12573" y="211074"/>
                        </a:cubicBezTo>
                        <a:cubicBezTo>
                          <a:pt x="9240" y="224504"/>
                          <a:pt x="7239" y="238220"/>
                          <a:pt x="13335" y="247745"/>
                        </a:cubicBezTo>
                        <a:cubicBezTo>
                          <a:pt x="6096" y="237077"/>
                          <a:pt x="20193" y="218027"/>
                          <a:pt x="25432" y="202311"/>
                        </a:cubicBezTo>
                        <a:cubicBezTo>
                          <a:pt x="30099" y="188595"/>
                          <a:pt x="27623" y="176594"/>
                          <a:pt x="32861" y="16268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69" name="Forme libre : forme 17768">
                    <a:extLst>
                      <a:ext uri="{FF2B5EF4-FFF2-40B4-BE49-F238E27FC236}">
                        <a16:creationId xmlns:a16="http://schemas.microsoft.com/office/drawing/2014/main" id="{CCD71184-7366-491B-92D0-8A475D7764DA}"/>
                      </a:ext>
                    </a:extLst>
                  </p:cNvPr>
                  <p:cNvSpPr/>
                  <p:nvPr/>
                </p:nvSpPr>
                <p:spPr>
                  <a:xfrm>
                    <a:off x="5165931" y="4448460"/>
                    <a:ext cx="107874" cy="152495"/>
                  </a:xfrm>
                  <a:custGeom>
                    <a:avLst/>
                    <a:gdLst>
                      <a:gd name="connsiteX0" fmla="*/ 12434 w 107874"/>
                      <a:gd name="connsiteY0" fmla="*/ 110109 h 152495"/>
                      <a:gd name="connsiteX1" fmla="*/ 18530 w 107874"/>
                      <a:gd name="connsiteY1" fmla="*/ 128016 h 152495"/>
                      <a:gd name="connsiteX2" fmla="*/ 7671 w 107874"/>
                      <a:gd name="connsiteY2" fmla="*/ 152495 h 152495"/>
                      <a:gd name="connsiteX3" fmla="*/ 107875 w 107874"/>
                      <a:gd name="connsiteY3" fmla="*/ 49530 h 152495"/>
                      <a:gd name="connsiteX4" fmla="*/ 38056 w 107874"/>
                      <a:gd name="connsiteY4" fmla="*/ 89249 h 152495"/>
                      <a:gd name="connsiteX5" fmla="*/ 25483 w 107874"/>
                      <a:gd name="connsiteY5" fmla="*/ 94869 h 152495"/>
                      <a:gd name="connsiteX6" fmla="*/ 20340 w 107874"/>
                      <a:gd name="connsiteY6" fmla="*/ 91249 h 152495"/>
                      <a:gd name="connsiteX7" fmla="*/ 9005 w 107874"/>
                      <a:gd name="connsiteY7" fmla="*/ 59722 h 152495"/>
                      <a:gd name="connsiteX8" fmla="*/ 23673 w 107874"/>
                      <a:gd name="connsiteY8" fmla="*/ 762 h 152495"/>
                      <a:gd name="connsiteX9" fmla="*/ 20625 w 107874"/>
                      <a:gd name="connsiteY9" fmla="*/ 0 h 152495"/>
                      <a:gd name="connsiteX10" fmla="*/ 12434 w 107874"/>
                      <a:gd name="connsiteY10" fmla="*/ 110109 h 152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7874" h="152495">
                        <a:moveTo>
                          <a:pt x="12434" y="110109"/>
                        </a:moveTo>
                        <a:cubicBezTo>
                          <a:pt x="16053" y="115253"/>
                          <a:pt x="20530" y="120396"/>
                          <a:pt x="18530" y="128016"/>
                        </a:cubicBezTo>
                        <a:cubicBezTo>
                          <a:pt x="16435" y="135922"/>
                          <a:pt x="7386" y="145352"/>
                          <a:pt x="7671" y="152495"/>
                        </a:cubicBezTo>
                        <a:cubicBezTo>
                          <a:pt x="24435" y="116777"/>
                          <a:pt x="62631" y="77534"/>
                          <a:pt x="107875" y="49530"/>
                        </a:cubicBezTo>
                        <a:cubicBezTo>
                          <a:pt x="84348" y="61913"/>
                          <a:pt x="60916" y="74009"/>
                          <a:pt x="38056" y="89249"/>
                        </a:cubicBezTo>
                        <a:cubicBezTo>
                          <a:pt x="34056" y="91916"/>
                          <a:pt x="29293" y="94964"/>
                          <a:pt x="25483" y="94869"/>
                        </a:cubicBezTo>
                        <a:cubicBezTo>
                          <a:pt x="22626" y="94869"/>
                          <a:pt x="21387" y="93059"/>
                          <a:pt x="20340" y="91249"/>
                        </a:cubicBezTo>
                        <a:cubicBezTo>
                          <a:pt x="14720" y="81724"/>
                          <a:pt x="9005" y="72009"/>
                          <a:pt x="9005" y="59722"/>
                        </a:cubicBezTo>
                        <a:cubicBezTo>
                          <a:pt x="9005" y="41529"/>
                          <a:pt x="21578" y="19526"/>
                          <a:pt x="23673" y="762"/>
                        </a:cubicBezTo>
                        <a:cubicBezTo>
                          <a:pt x="22626" y="476"/>
                          <a:pt x="21578" y="286"/>
                          <a:pt x="20625" y="0"/>
                        </a:cubicBezTo>
                        <a:cubicBezTo>
                          <a:pt x="-3568" y="42101"/>
                          <a:pt x="-6711" y="82772"/>
                          <a:pt x="12434" y="11010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70" name="Forme libre : forme 17769">
                    <a:extLst>
                      <a:ext uri="{FF2B5EF4-FFF2-40B4-BE49-F238E27FC236}">
                        <a16:creationId xmlns:a16="http://schemas.microsoft.com/office/drawing/2014/main" id="{FFA1D2CE-352D-4018-A0FF-8D63E0B78645}"/>
                      </a:ext>
                    </a:extLst>
                  </p:cNvPr>
                  <p:cNvSpPr/>
                  <p:nvPr/>
                </p:nvSpPr>
                <p:spPr>
                  <a:xfrm>
                    <a:off x="5273806" y="4480274"/>
                    <a:ext cx="32861" cy="17716"/>
                  </a:xfrm>
                  <a:custGeom>
                    <a:avLst/>
                    <a:gdLst>
                      <a:gd name="connsiteX0" fmla="*/ 0 w 32861"/>
                      <a:gd name="connsiteY0" fmla="*/ 17717 h 17716"/>
                      <a:gd name="connsiteX1" fmla="*/ 32861 w 32861"/>
                      <a:gd name="connsiteY1" fmla="*/ 0 h 17716"/>
                      <a:gd name="connsiteX2" fmla="*/ 0 w 32861"/>
                      <a:gd name="connsiteY2" fmla="*/ 17717 h 17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861" h="17716">
                        <a:moveTo>
                          <a:pt x="0" y="17717"/>
                        </a:moveTo>
                        <a:cubicBezTo>
                          <a:pt x="10954" y="12002"/>
                          <a:pt x="21907" y="6191"/>
                          <a:pt x="32861" y="0"/>
                        </a:cubicBezTo>
                        <a:cubicBezTo>
                          <a:pt x="21622" y="5144"/>
                          <a:pt x="10668" y="11049"/>
                          <a:pt x="0" y="1771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71" name="Forme libre : forme 17770">
                    <a:extLst>
                      <a:ext uri="{FF2B5EF4-FFF2-40B4-BE49-F238E27FC236}">
                        <a16:creationId xmlns:a16="http://schemas.microsoft.com/office/drawing/2014/main" id="{0F8A23A3-DAD3-439E-914A-790BE23BE601}"/>
                      </a:ext>
                    </a:extLst>
                  </p:cNvPr>
                  <p:cNvSpPr/>
                  <p:nvPr/>
                </p:nvSpPr>
                <p:spPr>
                  <a:xfrm>
                    <a:off x="5186462" y="4442745"/>
                    <a:ext cx="3453" cy="6572"/>
                  </a:xfrm>
                  <a:custGeom>
                    <a:avLst/>
                    <a:gdLst>
                      <a:gd name="connsiteX0" fmla="*/ 0 w 3453"/>
                      <a:gd name="connsiteY0" fmla="*/ 5810 h 6572"/>
                      <a:gd name="connsiteX1" fmla="*/ 3048 w 3453"/>
                      <a:gd name="connsiteY1" fmla="*/ 6572 h 6572"/>
                      <a:gd name="connsiteX2" fmla="*/ 3429 w 3453"/>
                      <a:gd name="connsiteY2" fmla="*/ 0 h 6572"/>
                      <a:gd name="connsiteX3" fmla="*/ 0 w 3453"/>
                      <a:gd name="connsiteY3" fmla="*/ 5810 h 6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3" h="6572">
                        <a:moveTo>
                          <a:pt x="0" y="5810"/>
                        </a:moveTo>
                        <a:cubicBezTo>
                          <a:pt x="1048" y="6096"/>
                          <a:pt x="2095" y="6287"/>
                          <a:pt x="3048" y="6572"/>
                        </a:cubicBezTo>
                        <a:cubicBezTo>
                          <a:pt x="3334" y="4382"/>
                          <a:pt x="3524" y="2096"/>
                          <a:pt x="3429" y="0"/>
                        </a:cubicBezTo>
                        <a:cubicBezTo>
                          <a:pt x="2286" y="1905"/>
                          <a:pt x="1143" y="3810"/>
                          <a:pt x="0" y="581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72" name="Forme libre : forme 17771">
                    <a:extLst>
                      <a:ext uri="{FF2B5EF4-FFF2-40B4-BE49-F238E27FC236}">
                        <a16:creationId xmlns:a16="http://schemas.microsoft.com/office/drawing/2014/main" id="{0C6A6801-937E-4206-A752-D6FD849DE0FE}"/>
                      </a:ext>
                    </a:extLst>
                  </p:cNvPr>
                  <p:cNvSpPr/>
                  <p:nvPr/>
                </p:nvSpPr>
                <p:spPr>
                  <a:xfrm>
                    <a:off x="5017869" y="4679281"/>
                    <a:ext cx="254984" cy="234284"/>
                  </a:xfrm>
                  <a:custGeom>
                    <a:avLst/>
                    <a:gdLst>
                      <a:gd name="connsiteX0" fmla="*/ 89725 w 254984"/>
                      <a:gd name="connsiteY0" fmla="*/ 208281 h 234284"/>
                      <a:gd name="connsiteX1" fmla="*/ 179737 w 254984"/>
                      <a:gd name="connsiteY1" fmla="*/ 98744 h 234284"/>
                      <a:gd name="connsiteX2" fmla="*/ 192500 w 254984"/>
                      <a:gd name="connsiteY2" fmla="*/ 87123 h 234284"/>
                      <a:gd name="connsiteX3" fmla="*/ 210026 w 254984"/>
                      <a:gd name="connsiteY3" fmla="*/ 80456 h 234284"/>
                      <a:gd name="connsiteX4" fmla="*/ 254984 w 254984"/>
                      <a:gd name="connsiteY4" fmla="*/ 68549 h 234284"/>
                      <a:gd name="connsiteX5" fmla="*/ 196310 w 254984"/>
                      <a:gd name="connsiteY5" fmla="*/ 80932 h 234284"/>
                      <a:gd name="connsiteX6" fmla="*/ 175546 w 254984"/>
                      <a:gd name="connsiteY6" fmla="*/ 86742 h 234284"/>
                      <a:gd name="connsiteX7" fmla="*/ 200216 w 254984"/>
                      <a:gd name="connsiteY7" fmla="*/ 30640 h 234284"/>
                      <a:gd name="connsiteX8" fmla="*/ 194024 w 254984"/>
                      <a:gd name="connsiteY8" fmla="*/ 13686 h 234284"/>
                      <a:gd name="connsiteX9" fmla="*/ 164973 w 254984"/>
                      <a:gd name="connsiteY9" fmla="*/ 3399 h 234284"/>
                      <a:gd name="connsiteX10" fmla="*/ 179546 w 254984"/>
                      <a:gd name="connsiteY10" fmla="*/ 23687 h 234284"/>
                      <a:gd name="connsiteX11" fmla="*/ 167354 w 254984"/>
                      <a:gd name="connsiteY11" fmla="*/ 71216 h 234284"/>
                      <a:gd name="connsiteX12" fmla="*/ 0 w 254984"/>
                      <a:gd name="connsiteY12" fmla="*/ 234284 h 234284"/>
                      <a:gd name="connsiteX13" fmla="*/ 137446 w 254984"/>
                      <a:gd name="connsiteY13" fmla="*/ 136463 h 234284"/>
                      <a:gd name="connsiteX14" fmla="*/ 89725 w 254984"/>
                      <a:gd name="connsiteY14" fmla="*/ 208281 h 234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54984" h="234284">
                        <a:moveTo>
                          <a:pt x="89725" y="208281"/>
                        </a:moveTo>
                        <a:cubicBezTo>
                          <a:pt x="117253" y="171515"/>
                          <a:pt x="147351" y="134844"/>
                          <a:pt x="179737" y="98744"/>
                        </a:cubicBezTo>
                        <a:cubicBezTo>
                          <a:pt x="183452" y="94648"/>
                          <a:pt x="187357" y="90362"/>
                          <a:pt x="192500" y="87123"/>
                        </a:cubicBezTo>
                        <a:cubicBezTo>
                          <a:pt x="198025" y="83694"/>
                          <a:pt x="204216" y="81980"/>
                          <a:pt x="210026" y="80456"/>
                        </a:cubicBezTo>
                        <a:cubicBezTo>
                          <a:pt x="224980" y="76455"/>
                          <a:pt x="239935" y="72550"/>
                          <a:pt x="254984" y="68549"/>
                        </a:cubicBezTo>
                        <a:cubicBezTo>
                          <a:pt x="238030" y="67216"/>
                          <a:pt x="216789" y="71693"/>
                          <a:pt x="196310" y="80932"/>
                        </a:cubicBezTo>
                        <a:cubicBezTo>
                          <a:pt x="189071" y="84171"/>
                          <a:pt x="180594" y="88266"/>
                          <a:pt x="175546" y="86742"/>
                        </a:cubicBezTo>
                        <a:cubicBezTo>
                          <a:pt x="171355" y="71693"/>
                          <a:pt x="198120" y="48166"/>
                          <a:pt x="200216" y="30640"/>
                        </a:cubicBezTo>
                        <a:cubicBezTo>
                          <a:pt x="201073" y="23687"/>
                          <a:pt x="197929" y="18353"/>
                          <a:pt x="194024" y="13686"/>
                        </a:cubicBezTo>
                        <a:cubicBezTo>
                          <a:pt x="190024" y="9018"/>
                          <a:pt x="178879" y="-6888"/>
                          <a:pt x="164973" y="3399"/>
                        </a:cubicBezTo>
                        <a:cubicBezTo>
                          <a:pt x="169640" y="10257"/>
                          <a:pt x="177451" y="14924"/>
                          <a:pt x="179546" y="23687"/>
                        </a:cubicBezTo>
                        <a:cubicBezTo>
                          <a:pt x="182785" y="37117"/>
                          <a:pt x="176308" y="54357"/>
                          <a:pt x="167354" y="71216"/>
                        </a:cubicBezTo>
                        <a:cubicBezTo>
                          <a:pt x="136303" y="129891"/>
                          <a:pt x="73914" y="190660"/>
                          <a:pt x="0" y="234284"/>
                        </a:cubicBezTo>
                        <a:cubicBezTo>
                          <a:pt x="49720" y="206091"/>
                          <a:pt x="96584" y="172753"/>
                          <a:pt x="137446" y="136463"/>
                        </a:cubicBezTo>
                        <a:cubicBezTo>
                          <a:pt x="116777" y="160371"/>
                          <a:pt x="95345" y="185421"/>
                          <a:pt x="89725" y="20828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73" name="Forme libre : forme 17772">
                    <a:extLst>
                      <a:ext uri="{FF2B5EF4-FFF2-40B4-BE49-F238E27FC236}">
                        <a16:creationId xmlns:a16="http://schemas.microsoft.com/office/drawing/2014/main" id="{4B2DB2A4-7248-4C81-9CA8-51CA4C44EFE8}"/>
                      </a:ext>
                    </a:extLst>
                  </p:cNvPr>
                  <p:cNvSpPr/>
                  <p:nvPr/>
                </p:nvSpPr>
                <p:spPr>
                  <a:xfrm>
                    <a:off x="5389630" y="4595812"/>
                    <a:ext cx="27241" cy="9525"/>
                  </a:xfrm>
                  <a:custGeom>
                    <a:avLst/>
                    <a:gdLst>
                      <a:gd name="connsiteX0" fmla="*/ 27242 w 27241"/>
                      <a:gd name="connsiteY0" fmla="*/ 0 h 9525"/>
                      <a:gd name="connsiteX1" fmla="*/ 0 w 27241"/>
                      <a:gd name="connsiteY1" fmla="*/ 9525 h 9525"/>
                      <a:gd name="connsiteX2" fmla="*/ 27242 w 27241"/>
                      <a:gd name="connsiteY2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241" h="9525">
                        <a:moveTo>
                          <a:pt x="27242" y="0"/>
                        </a:moveTo>
                        <a:cubicBezTo>
                          <a:pt x="18193" y="2667"/>
                          <a:pt x="8858" y="6096"/>
                          <a:pt x="0" y="9525"/>
                        </a:cubicBezTo>
                        <a:cubicBezTo>
                          <a:pt x="8954" y="7239"/>
                          <a:pt x="18193" y="4001"/>
                          <a:pt x="2724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74" name="Forme libre : forme 17773">
                    <a:extLst>
                      <a:ext uri="{FF2B5EF4-FFF2-40B4-BE49-F238E27FC236}">
                        <a16:creationId xmlns:a16="http://schemas.microsoft.com/office/drawing/2014/main" id="{DB09B7FF-E8E9-470D-8A6A-FDE6E9AB98E9}"/>
                      </a:ext>
                    </a:extLst>
                  </p:cNvPr>
                  <p:cNvSpPr/>
                  <p:nvPr/>
                </p:nvSpPr>
                <p:spPr>
                  <a:xfrm>
                    <a:off x="5416871" y="4510658"/>
                    <a:ext cx="98583" cy="126491"/>
                  </a:xfrm>
                  <a:custGeom>
                    <a:avLst/>
                    <a:gdLst>
                      <a:gd name="connsiteX0" fmla="*/ 51245 w 98583"/>
                      <a:gd name="connsiteY0" fmla="*/ 54197 h 126491"/>
                      <a:gd name="connsiteX1" fmla="*/ 0 w 98583"/>
                      <a:gd name="connsiteY1" fmla="*/ 85249 h 126491"/>
                      <a:gd name="connsiteX2" fmla="*/ 43910 w 98583"/>
                      <a:gd name="connsiteY2" fmla="*/ 82487 h 126491"/>
                      <a:gd name="connsiteX3" fmla="*/ 56388 w 98583"/>
                      <a:gd name="connsiteY3" fmla="*/ 94012 h 126491"/>
                      <a:gd name="connsiteX4" fmla="*/ 98584 w 98583"/>
                      <a:gd name="connsiteY4" fmla="*/ 126492 h 126491"/>
                      <a:gd name="connsiteX5" fmla="*/ 67532 w 98583"/>
                      <a:gd name="connsiteY5" fmla="*/ 91916 h 126491"/>
                      <a:gd name="connsiteX6" fmla="*/ 55912 w 98583"/>
                      <a:gd name="connsiteY6" fmla="*/ 73819 h 126491"/>
                      <a:gd name="connsiteX7" fmla="*/ 51339 w 98583"/>
                      <a:gd name="connsiteY7" fmla="*/ 70676 h 126491"/>
                      <a:gd name="connsiteX8" fmla="*/ 57816 w 98583"/>
                      <a:gd name="connsiteY8" fmla="*/ 58864 h 126491"/>
                      <a:gd name="connsiteX9" fmla="*/ 94012 w 98583"/>
                      <a:gd name="connsiteY9" fmla="*/ 0 h 126491"/>
                      <a:gd name="connsiteX10" fmla="*/ 51245 w 98583"/>
                      <a:gd name="connsiteY10" fmla="*/ 54197 h 126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8583" h="126491">
                        <a:moveTo>
                          <a:pt x="51245" y="54197"/>
                        </a:moveTo>
                        <a:cubicBezTo>
                          <a:pt x="36100" y="66675"/>
                          <a:pt x="18288" y="77343"/>
                          <a:pt x="0" y="85249"/>
                        </a:cubicBezTo>
                        <a:cubicBezTo>
                          <a:pt x="17240" y="80105"/>
                          <a:pt x="33432" y="77629"/>
                          <a:pt x="43910" y="82487"/>
                        </a:cubicBezTo>
                        <a:cubicBezTo>
                          <a:pt x="49625" y="85154"/>
                          <a:pt x="52864" y="89726"/>
                          <a:pt x="56388" y="94012"/>
                        </a:cubicBezTo>
                        <a:cubicBezTo>
                          <a:pt x="67246" y="107156"/>
                          <a:pt x="81439" y="118110"/>
                          <a:pt x="98584" y="126492"/>
                        </a:cubicBezTo>
                        <a:cubicBezTo>
                          <a:pt x="86106" y="116396"/>
                          <a:pt x="73437" y="106204"/>
                          <a:pt x="67532" y="91916"/>
                        </a:cubicBezTo>
                        <a:cubicBezTo>
                          <a:pt x="64770" y="85249"/>
                          <a:pt x="63246" y="77438"/>
                          <a:pt x="55912" y="73819"/>
                        </a:cubicBezTo>
                        <a:cubicBezTo>
                          <a:pt x="54102" y="72962"/>
                          <a:pt x="52006" y="72295"/>
                          <a:pt x="51339" y="70676"/>
                        </a:cubicBezTo>
                        <a:cubicBezTo>
                          <a:pt x="50006" y="67628"/>
                          <a:pt x="54197" y="62865"/>
                          <a:pt x="57816" y="58864"/>
                        </a:cubicBezTo>
                        <a:cubicBezTo>
                          <a:pt x="68008" y="47625"/>
                          <a:pt x="102775" y="6191"/>
                          <a:pt x="94012" y="0"/>
                        </a:cubicBezTo>
                        <a:cubicBezTo>
                          <a:pt x="83248" y="19145"/>
                          <a:pt x="72961" y="36195"/>
                          <a:pt x="51245" y="5419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75" name="Forme libre : forme 17774">
                    <a:extLst>
                      <a:ext uri="{FF2B5EF4-FFF2-40B4-BE49-F238E27FC236}">
                        <a16:creationId xmlns:a16="http://schemas.microsoft.com/office/drawing/2014/main" id="{CAFA157B-4C71-4162-99E7-73A95ABB52D5}"/>
                      </a:ext>
                    </a:extLst>
                  </p:cNvPr>
                  <p:cNvSpPr/>
                  <p:nvPr/>
                </p:nvSpPr>
                <p:spPr>
                  <a:xfrm>
                    <a:off x="5386010" y="4853273"/>
                    <a:ext cx="30194" cy="49720"/>
                  </a:xfrm>
                  <a:custGeom>
                    <a:avLst/>
                    <a:gdLst>
                      <a:gd name="connsiteX0" fmla="*/ 9716 w 30194"/>
                      <a:gd name="connsiteY0" fmla="*/ 25813 h 49720"/>
                      <a:gd name="connsiteX1" fmla="*/ 0 w 30194"/>
                      <a:gd name="connsiteY1" fmla="*/ 42196 h 49720"/>
                      <a:gd name="connsiteX2" fmla="*/ 286 w 30194"/>
                      <a:gd name="connsiteY2" fmla="*/ 42577 h 49720"/>
                      <a:gd name="connsiteX3" fmla="*/ 3810 w 30194"/>
                      <a:gd name="connsiteY3" fmla="*/ 49721 h 49720"/>
                      <a:gd name="connsiteX4" fmla="*/ 20194 w 30194"/>
                      <a:gd name="connsiteY4" fmla="*/ 19907 h 49720"/>
                      <a:gd name="connsiteX5" fmla="*/ 30195 w 30194"/>
                      <a:gd name="connsiteY5" fmla="*/ 0 h 49720"/>
                      <a:gd name="connsiteX6" fmla="*/ 25337 w 30194"/>
                      <a:gd name="connsiteY6" fmla="*/ 4286 h 49720"/>
                      <a:gd name="connsiteX7" fmla="*/ 9716 w 30194"/>
                      <a:gd name="connsiteY7" fmla="*/ 25813 h 49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0194" h="49720">
                        <a:moveTo>
                          <a:pt x="9716" y="25813"/>
                        </a:moveTo>
                        <a:cubicBezTo>
                          <a:pt x="6478" y="31242"/>
                          <a:pt x="3239" y="36767"/>
                          <a:pt x="0" y="42196"/>
                        </a:cubicBezTo>
                        <a:cubicBezTo>
                          <a:pt x="95" y="42291"/>
                          <a:pt x="286" y="42481"/>
                          <a:pt x="286" y="42577"/>
                        </a:cubicBezTo>
                        <a:cubicBezTo>
                          <a:pt x="1524" y="44863"/>
                          <a:pt x="1715" y="47911"/>
                          <a:pt x="3810" y="49721"/>
                        </a:cubicBezTo>
                        <a:cubicBezTo>
                          <a:pt x="5525" y="40291"/>
                          <a:pt x="11335" y="29813"/>
                          <a:pt x="20194" y="19907"/>
                        </a:cubicBezTo>
                        <a:cubicBezTo>
                          <a:pt x="25432" y="14097"/>
                          <a:pt x="28766" y="6953"/>
                          <a:pt x="30195" y="0"/>
                        </a:cubicBezTo>
                        <a:cubicBezTo>
                          <a:pt x="28480" y="1334"/>
                          <a:pt x="26861" y="2762"/>
                          <a:pt x="25337" y="4286"/>
                        </a:cubicBezTo>
                        <a:cubicBezTo>
                          <a:pt x="18384" y="11239"/>
                          <a:pt x="14002" y="18574"/>
                          <a:pt x="9716" y="25813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76" name="Forme libre : forme 17775">
                    <a:extLst>
                      <a:ext uri="{FF2B5EF4-FFF2-40B4-BE49-F238E27FC236}">
                        <a16:creationId xmlns:a16="http://schemas.microsoft.com/office/drawing/2014/main" id="{534086C7-8673-48AB-BF98-1C3389F9F34C}"/>
                      </a:ext>
                    </a:extLst>
                  </p:cNvPr>
                  <p:cNvSpPr/>
                  <p:nvPr/>
                </p:nvSpPr>
                <p:spPr>
                  <a:xfrm>
                    <a:off x="5288093" y="4865046"/>
                    <a:ext cx="105060" cy="77190"/>
                  </a:xfrm>
                  <a:custGeom>
                    <a:avLst/>
                    <a:gdLst>
                      <a:gd name="connsiteX0" fmla="*/ 101632 w 105060"/>
                      <a:gd name="connsiteY0" fmla="*/ 133 h 77190"/>
                      <a:gd name="connsiteX1" fmla="*/ 70866 w 105060"/>
                      <a:gd name="connsiteY1" fmla="*/ 32613 h 77190"/>
                      <a:gd name="connsiteX2" fmla="*/ 0 w 105060"/>
                      <a:gd name="connsiteY2" fmla="*/ 76047 h 77190"/>
                      <a:gd name="connsiteX3" fmla="*/ 28480 w 105060"/>
                      <a:gd name="connsiteY3" fmla="*/ 66903 h 77190"/>
                      <a:gd name="connsiteX4" fmla="*/ 84106 w 105060"/>
                      <a:gd name="connsiteY4" fmla="*/ 31279 h 77190"/>
                      <a:gd name="connsiteX5" fmla="*/ 89345 w 105060"/>
                      <a:gd name="connsiteY5" fmla="*/ 28422 h 77190"/>
                      <a:gd name="connsiteX6" fmla="*/ 90678 w 105060"/>
                      <a:gd name="connsiteY6" fmla="*/ 28136 h 77190"/>
                      <a:gd name="connsiteX7" fmla="*/ 105060 w 105060"/>
                      <a:gd name="connsiteY7" fmla="*/ 228 h 77190"/>
                      <a:gd name="connsiteX8" fmla="*/ 101632 w 105060"/>
                      <a:gd name="connsiteY8" fmla="*/ 133 h 77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5060" h="77190">
                        <a:moveTo>
                          <a:pt x="101632" y="133"/>
                        </a:moveTo>
                        <a:cubicBezTo>
                          <a:pt x="94012" y="10515"/>
                          <a:pt x="84201" y="20897"/>
                          <a:pt x="70866" y="32613"/>
                        </a:cubicBezTo>
                        <a:cubicBezTo>
                          <a:pt x="50387" y="50711"/>
                          <a:pt x="25432" y="69855"/>
                          <a:pt x="0" y="76047"/>
                        </a:cubicBezTo>
                        <a:cubicBezTo>
                          <a:pt x="5334" y="79952"/>
                          <a:pt x="18859" y="73094"/>
                          <a:pt x="28480" y="66903"/>
                        </a:cubicBezTo>
                        <a:cubicBezTo>
                          <a:pt x="47054" y="54996"/>
                          <a:pt x="65532" y="43090"/>
                          <a:pt x="84106" y="31279"/>
                        </a:cubicBezTo>
                        <a:cubicBezTo>
                          <a:pt x="85820" y="30232"/>
                          <a:pt x="87535" y="29089"/>
                          <a:pt x="89345" y="28422"/>
                        </a:cubicBezTo>
                        <a:cubicBezTo>
                          <a:pt x="89821" y="28231"/>
                          <a:pt x="90201" y="28231"/>
                          <a:pt x="90678" y="28136"/>
                        </a:cubicBezTo>
                        <a:cubicBezTo>
                          <a:pt x="95059" y="18897"/>
                          <a:pt x="99822" y="9562"/>
                          <a:pt x="105060" y="228"/>
                        </a:cubicBezTo>
                        <a:cubicBezTo>
                          <a:pt x="104108" y="-58"/>
                          <a:pt x="102870" y="-58"/>
                          <a:pt x="101632" y="133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77" name="Forme libre : forme 17776">
                    <a:extLst>
                      <a:ext uri="{FF2B5EF4-FFF2-40B4-BE49-F238E27FC236}">
                        <a16:creationId xmlns:a16="http://schemas.microsoft.com/office/drawing/2014/main" id="{1E5EEE0A-97BD-41A2-AD33-03C7C6B3EE80}"/>
                      </a:ext>
                    </a:extLst>
                  </p:cNvPr>
                  <p:cNvSpPr/>
                  <p:nvPr/>
                </p:nvSpPr>
                <p:spPr>
                  <a:xfrm>
                    <a:off x="5645662" y="4508373"/>
                    <a:ext cx="200787" cy="138788"/>
                  </a:xfrm>
                  <a:custGeom>
                    <a:avLst/>
                    <a:gdLst>
                      <a:gd name="connsiteX0" fmla="*/ 81058 w 200787"/>
                      <a:gd name="connsiteY0" fmla="*/ 99536 h 138788"/>
                      <a:gd name="connsiteX1" fmla="*/ 0 w 200787"/>
                      <a:gd name="connsiteY1" fmla="*/ 133064 h 138788"/>
                      <a:gd name="connsiteX2" fmla="*/ 109919 w 200787"/>
                      <a:gd name="connsiteY2" fmla="*/ 89440 h 138788"/>
                      <a:gd name="connsiteX3" fmla="*/ 200787 w 200787"/>
                      <a:gd name="connsiteY3" fmla="*/ 0 h 138788"/>
                      <a:gd name="connsiteX4" fmla="*/ 81058 w 200787"/>
                      <a:gd name="connsiteY4" fmla="*/ 99536 h 138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787" h="138788">
                        <a:moveTo>
                          <a:pt x="81058" y="99536"/>
                        </a:moveTo>
                        <a:cubicBezTo>
                          <a:pt x="53150" y="115538"/>
                          <a:pt x="26765" y="121063"/>
                          <a:pt x="0" y="133064"/>
                        </a:cubicBezTo>
                        <a:cubicBezTo>
                          <a:pt x="13145" y="155448"/>
                          <a:pt x="87059" y="106108"/>
                          <a:pt x="109919" y="89440"/>
                        </a:cubicBezTo>
                        <a:cubicBezTo>
                          <a:pt x="146971" y="62484"/>
                          <a:pt x="183832" y="31718"/>
                          <a:pt x="200787" y="0"/>
                        </a:cubicBezTo>
                        <a:cubicBezTo>
                          <a:pt x="167736" y="36386"/>
                          <a:pt x="128111" y="72580"/>
                          <a:pt x="81058" y="9953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78" name="Forme libre : forme 17777">
                    <a:extLst>
                      <a:ext uri="{FF2B5EF4-FFF2-40B4-BE49-F238E27FC236}">
                        <a16:creationId xmlns:a16="http://schemas.microsoft.com/office/drawing/2014/main" id="{059EAAE8-CB05-4166-A206-F2197BB6A376}"/>
                      </a:ext>
                    </a:extLst>
                  </p:cNvPr>
                  <p:cNvSpPr/>
                  <p:nvPr/>
                </p:nvSpPr>
                <p:spPr>
                  <a:xfrm>
                    <a:off x="5237325" y="4790027"/>
                    <a:ext cx="279653" cy="162591"/>
                  </a:xfrm>
                  <a:custGeom>
                    <a:avLst/>
                    <a:gdLst>
                      <a:gd name="connsiteX0" fmla="*/ 152400 w 279653"/>
                      <a:gd name="connsiteY0" fmla="*/ 75152 h 162591"/>
                      <a:gd name="connsiteX1" fmla="*/ 170974 w 279653"/>
                      <a:gd name="connsiteY1" fmla="*/ 38195 h 162591"/>
                      <a:gd name="connsiteX2" fmla="*/ 178975 w 279653"/>
                      <a:gd name="connsiteY2" fmla="*/ 63246 h 162591"/>
                      <a:gd name="connsiteX3" fmla="*/ 230029 w 279653"/>
                      <a:gd name="connsiteY3" fmla="*/ 36100 h 162591"/>
                      <a:gd name="connsiteX4" fmla="*/ 279654 w 279653"/>
                      <a:gd name="connsiteY4" fmla="*/ 0 h 162591"/>
                      <a:gd name="connsiteX5" fmla="*/ 220028 w 279653"/>
                      <a:gd name="connsiteY5" fmla="*/ 29718 h 162591"/>
                      <a:gd name="connsiteX6" fmla="*/ 158305 w 279653"/>
                      <a:gd name="connsiteY6" fmla="*/ 24860 h 162591"/>
                      <a:gd name="connsiteX7" fmla="*/ 156972 w 279653"/>
                      <a:gd name="connsiteY7" fmla="*/ 49625 h 162591"/>
                      <a:gd name="connsiteX8" fmla="*/ 122111 w 279653"/>
                      <a:gd name="connsiteY8" fmla="*/ 82486 h 162591"/>
                      <a:gd name="connsiteX9" fmla="*/ 0 w 279653"/>
                      <a:gd name="connsiteY9" fmla="*/ 162592 h 162591"/>
                      <a:gd name="connsiteX10" fmla="*/ 133160 w 279653"/>
                      <a:gd name="connsiteY10" fmla="*/ 86296 h 162591"/>
                      <a:gd name="connsiteX11" fmla="*/ 152400 w 279653"/>
                      <a:gd name="connsiteY11" fmla="*/ 75152 h 162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79653" h="162591">
                        <a:moveTo>
                          <a:pt x="152400" y="75152"/>
                        </a:moveTo>
                        <a:cubicBezTo>
                          <a:pt x="160973" y="63436"/>
                          <a:pt x="166783" y="51721"/>
                          <a:pt x="170974" y="38195"/>
                        </a:cubicBezTo>
                        <a:cubicBezTo>
                          <a:pt x="178689" y="42100"/>
                          <a:pt x="181166" y="52388"/>
                          <a:pt x="178975" y="63246"/>
                        </a:cubicBezTo>
                        <a:cubicBezTo>
                          <a:pt x="193263" y="51530"/>
                          <a:pt x="212407" y="43910"/>
                          <a:pt x="230029" y="36100"/>
                        </a:cubicBezTo>
                        <a:cubicBezTo>
                          <a:pt x="249650" y="27432"/>
                          <a:pt x="272034" y="14859"/>
                          <a:pt x="279654" y="0"/>
                        </a:cubicBezTo>
                        <a:cubicBezTo>
                          <a:pt x="264605" y="15621"/>
                          <a:pt x="240221" y="26956"/>
                          <a:pt x="220028" y="29718"/>
                        </a:cubicBezTo>
                        <a:cubicBezTo>
                          <a:pt x="206121" y="31623"/>
                          <a:pt x="169164" y="14192"/>
                          <a:pt x="158305" y="24860"/>
                        </a:cubicBezTo>
                        <a:cubicBezTo>
                          <a:pt x="152400" y="30575"/>
                          <a:pt x="160211" y="42576"/>
                          <a:pt x="156972" y="49625"/>
                        </a:cubicBezTo>
                        <a:cubicBezTo>
                          <a:pt x="151352" y="61722"/>
                          <a:pt x="135731" y="72961"/>
                          <a:pt x="122111" y="82486"/>
                        </a:cubicBezTo>
                        <a:cubicBezTo>
                          <a:pt x="82296" y="110204"/>
                          <a:pt x="42291" y="138113"/>
                          <a:pt x="0" y="162592"/>
                        </a:cubicBezTo>
                        <a:cubicBezTo>
                          <a:pt x="47149" y="145542"/>
                          <a:pt x="94488" y="118491"/>
                          <a:pt x="133160" y="86296"/>
                        </a:cubicBezTo>
                        <a:cubicBezTo>
                          <a:pt x="138684" y="81534"/>
                          <a:pt x="146495" y="76009"/>
                          <a:pt x="152400" y="7515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79" name="Forme libre : forme 17778">
                    <a:extLst>
                      <a:ext uri="{FF2B5EF4-FFF2-40B4-BE49-F238E27FC236}">
                        <a16:creationId xmlns:a16="http://schemas.microsoft.com/office/drawing/2014/main" id="{CB183C2C-E5BE-480D-BE9B-25FB8850D4E9}"/>
                      </a:ext>
                    </a:extLst>
                  </p:cNvPr>
                  <p:cNvSpPr/>
                  <p:nvPr/>
                </p:nvSpPr>
                <p:spPr>
                  <a:xfrm>
                    <a:off x="5360960" y="4892954"/>
                    <a:ext cx="25050" cy="44900"/>
                  </a:xfrm>
                  <a:custGeom>
                    <a:avLst/>
                    <a:gdLst>
                      <a:gd name="connsiteX0" fmla="*/ 17812 w 25050"/>
                      <a:gd name="connsiteY0" fmla="*/ 229 h 44900"/>
                      <a:gd name="connsiteX1" fmla="*/ 0 w 25050"/>
                      <a:gd name="connsiteY1" fmla="*/ 44901 h 44900"/>
                      <a:gd name="connsiteX2" fmla="*/ 25050 w 25050"/>
                      <a:gd name="connsiteY2" fmla="*/ 2515 h 44900"/>
                      <a:gd name="connsiteX3" fmla="*/ 17812 w 25050"/>
                      <a:gd name="connsiteY3" fmla="*/ 229 h 44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050" h="44900">
                        <a:moveTo>
                          <a:pt x="17812" y="229"/>
                        </a:moveTo>
                        <a:cubicBezTo>
                          <a:pt x="10668" y="15278"/>
                          <a:pt x="4572" y="30233"/>
                          <a:pt x="0" y="44901"/>
                        </a:cubicBezTo>
                        <a:cubicBezTo>
                          <a:pt x="8381" y="30804"/>
                          <a:pt x="16669" y="16612"/>
                          <a:pt x="25050" y="2515"/>
                        </a:cubicBezTo>
                        <a:cubicBezTo>
                          <a:pt x="23813" y="705"/>
                          <a:pt x="21241" y="-533"/>
                          <a:pt x="17812" y="22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80" name="Forme libre : forme 17779">
                    <a:extLst>
                      <a:ext uri="{FF2B5EF4-FFF2-40B4-BE49-F238E27FC236}">
                        <a16:creationId xmlns:a16="http://schemas.microsoft.com/office/drawing/2014/main" id="{AD018B9B-EA2C-447E-B600-BEE41015F19A}"/>
                      </a:ext>
                    </a:extLst>
                  </p:cNvPr>
                  <p:cNvSpPr/>
                  <p:nvPr/>
                </p:nvSpPr>
                <p:spPr>
                  <a:xfrm>
                    <a:off x="5378771" y="4828222"/>
                    <a:ext cx="38292" cy="67246"/>
                  </a:xfrm>
                  <a:custGeom>
                    <a:avLst/>
                    <a:gdLst>
                      <a:gd name="connsiteX0" fmla="*/ 29527 w 38292"/>
                      <a:gd name="connsiteY0" fmla="*/ 0 h 67246"/>
                      <a:gd name="connsiteX1" fmla="*/ 10953 w 38292"/>
                      <a:gd name="connsiteY1" fmla="*/ 36957 h 67246"/>
                      <a:gd name="connsiteX2" fmla="*/ 14382 w 38292"/>
                      <a:gd name="connsiteY2" fmla="*/ 37052 h 67246"/>
                      <a:gd name="connsiteX3" fmla="*/ 0 w 38292"/>
                      <a:gd name="connsiteY3" fmla="*/ 64960 h 67246"/>
                      <a:gd name="connsiteX4" fmla="*/ 7239 w 38292"/>
                      <a:gd name="connsiteY4" fmla="*/ 67247 h 67246"/>
                      <a:gd name="connsiteX5" fmla="*/ 16954 w 38292"/>
                      <a:gd name="connsiteY5" fmla="*/ 50863 h 67246"/>
                      <a:gd name="connsiteX6" fmla="*/ 32671 w 38292"/>
                      <a:gd name="connsiteY6" fmla="*/ 29337 h 67246"/>
                      <a:gd name="connsiteX7" fmla="*/ 37529 w 38292"/>
                      <a:gd name="connsiteY7" fmla="*/ 25051 h 67246"/>
                      <a:gd name="connsiteX8" fmla="*/ 29527 w 38292"/>
                      <a:gd name="connsiteY8" fmla="*/ 0 h 67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292" h="67246">
                        <a:moveTo>
                          <a:pt x="29527" y="0"/>
                        </a:moveTo>
                        <a:cubicBezTo>
                          <a:pt x="25336" y="13526"/>
                          <a:pt x="19621" y="25146"/>
                          <a:pt x="10953" y="36957"/>
                        </a:cubicBezTo>
                        <a:cubicBezTo>
                          <a:pt x="12192" y="36767"/>
                          <a:pt x="13430" y="36767"/>
                          <a:pt x="14382" y="37052"/>
                        </a:cubicBezTo>
                        <a:cubicBezTo>
                          <a:pt x="9048" y="46387"/>
                          <a:pt x="4381" y="55721"/>
                          <a:pt x="0" y="64960"/>
                        </a:cubicBezTo>
                        <a:cubicBezTo>
                          <a:pt x="3429" y="64199"/>
                          <a:pt x="5905" y="65437"/>
                          <a:pt x="7239" y="67247"/>
                        </a:cubicBezTo>
                        <a:cubicBezTo>
                          <a:pt x="10477" y="61817"/>
                          <a:pt x="13716" y="56293"/>
                          <a:pt x="16954" y="50863"/>
                        </a:cubicBezTo>
                        <a:cubicBezTo>
                          <a:pt x="21241" y="43625"/>
                          <a:pt x="25622" y="36195"/>
                          <a:pt x="32671" y="29337"/>
                        </a:cubicBezTo>
                        <a:cubicBezTo>
                          <a:pt x="34194" y="27813"/>
                          <a:pt x="35814" y="26479"/>
                          <a:pt x="37529" y="25051"/>
                        </a:cubicBezTo>
                        <a:cubicBezTo>
                          <a:pt x="39719" y="14288"/>
                          <a:pt x="37242" y="3905"/>
                          <a:pt x="29527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81" name="Forme libre : forme 17780">
                    <a:extLst>
                      <a:ext uri="{FF2B5EF4-FFF2-40B4-BE49-F238E27FC236}">
                        <a16:creationId xmlns:a16="http://schemas.microsoft.com/office/drawing/2014/main" id="{52E950FF-5068-4F8B-A2F3-2ACD8AD4A211}"/>
                      </a:ext>
                    </a:extLst>
                  </p:cNvPr>
                  <p:cNvSpPr/>
                  <p:nvPr/>
                </p:nvSpPr>
                <p:spPr>
                  <a:xfrm>
                    <a:off x="5617849" y="4714383"/>
                    <a:ext cx="99195" cy="74976"/>
                  </a:xfrm>
                  <a:custGeom>
                    <a:avLst/>
                    <a:gdLst>
                      <a:gd name="connsiteX0" fmla="*/ 99155 w 99195"/>
                      <a:gd name="connsiteY0" fmla="*/ 31162 h 74976"/>
                      <a:gd name="connsiteX1" fmla="*/ 78391 w 99195"/>
                      <a:gd name="connsiteY1" fmla="*/ 3063 h 74976"/>
                      <a:gd name="connsiteX2" fmla="*/ 46673 w 99195"/>
                      <a:gd name="connsiteY2" fmla="*/ 15 h 74976"/>
                      <a:gd name="connsiteX3" fmla="*/ 0 w 99195"/>
                      <a:gd name="connsiteY3" fmla="*/ 11064 h 74976"/>
                      <a:gd name="connsiteX4" fmla="*/ 35433 w 99195"/>
                      <a:gd name="connsiteY4" fmla="*/ 5920 h 74976"/>
                      <a:gd name="connsiteX5" fmla="*/ 72961 w 99195"/>
                      <a:gd name="connsiteY5" fmla="*/ 16112 h 74976"/>
                      <a:gd name="connsiteX6" fmla="*/ 89916 w 99195"/>
                      <a:gd name="connsiteY6" fmla="*/ 32971 h 74976"/>
                      <a:gd name="connsiteX7" fmla="*/ 74676 w 99195"/>
                      <a:gd name="connsiteY7" fmla="*/ 74977 h 74976"/>
                      <a:gd name="connsiteX8" fmla="*/ 99155 w 99195"/>
                      <a:gd name="connsiteY8" fmla="*/ 31162 h 74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195" h="74976">
                        <a:moveTo>
                          <a:pt x="99155" y="31162"/>
                        </a:moveTo>
                        <a:cubicBezTo>
                          <a:pt x="99822" y="17827"/>
                          <a:pt x="92202" y="7444"/>
                          <a:pt x="78391" y="3063"/>
                        </a:cubicBezTo>
                        <a:cubicBezTo>
                          <a:pt x="69342" y="205"/>
                          <a:pt x="58102" y="-80"/>
                          <a:pt x="46673" y="15"/>
                        </a:cubicBezTo>
                        <a:cubicBezTo>
                          <a:pt x="34385" y="110"/>
                          <a:pt x="12954" y="396"/>
                          <a:pt x="0" y="11064"/>
                        </a:cubicBezTo>
                        <a:cubicBezTo>
                          <a:pt x="12382" y="7921"/>
                          <a:pt x="24479" y="5539"/>
                          <a:pt x="35433" y="5920"/>
                        </a:cubicBezTo>
                        <a:cubicBezTo>
                          <a:pt x="50482" y="6397"/>
                          <a:pt x="62484" y="10683"/>
                          <a:pt x="72961" y="16112"/>
                        </a:cubicBezTo>
                        <a:cubicBezTo>
                          <a:pt x="80772" y="20208"/>
                          <a:pt x="88011" y="25065"/>
                          <a:pt x="89916" y="32971"/>
                        </a:cubicBezTo>
                        <a:cubicBezTo>
                          <a:pt x="92678" y="44592"/>
                          <a:pt x="83630" y="60308"/>
                          <a:pt x="74676" y="74977"/>
                        </a:cubicBezTo>
                        <a:cubicBezTo>
                          <a:pt x="89535" y="60594"/>
                          <a:pt x="98489" y="44497"/>
                          <a:pt x="99155" y="3116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82" name="Forme libre : forme 17781">
                    <a:extLst>
                      <a:ext uri="{FF2B5EF4-FFF2-40B4-BE49-F238E27FC236}">
                        <a16:creationId xmlns:a16="http://schemas.microsoft.com/office/drawing/2014/main" id="{0B14485A-3B3C-4C09-8D18-251F708CC639}"/>
                      </a:ext>
                    </a:extLst>
                  </p:cNvPr>
                  <p:cNvSpPr/>
                  <p:nvPr/>
                </p:nvSpPr>
                <p:spPr>
                  <a:xfrm>
                    <a:off x="5497263" y="4879657"/>
                    <a:ext cx="182689" cy="82581"/>
                  </a:xfrm>
                  <a:custGeom>
                    <a:avLst/>
                    <a:gdLst>
                      <a:gd name="connsiteX0" fmla="*/ 103822 w 182689"/>
                      <a:gd name="connsiteY0" fmla="*/ 31718 h 82581"/>
                      <a:gd name="connsiteX1" fmla="*/ 115919 w 182689"/>
                      <a:gd name="connsiteY1" fmla="*/ 33052 h 82581"/>
                      <a:gd name="connsiteX2" fmla="*/ 182689 w 182689"/>
                      <a:gd name="connsiteY2" fmla="*/ 48768 h 82581"/>
                      <a:gd name="connsiteX3" fmla="*/ 141446 w 182689"/>
                      <a:gd name="connsiteY3" fmla="*/ 33338 h 82581"/>
                      <a:gd name="connsiteX4" fmla="*/ 123730 w 182689"/>
                      <a:gd name="connsiteY4" fmla="*/ 18574 h 82581"/>
                      <a:gd name="connsiteX5" fmla="*/ 119157 w 182689"/>
                      <a:gd name="connsiteY5" fmla="*/ 0 h 82581"/>
                      <a:gd name="connsiteX6" fmla="*/ 78105 w 182689"/>
                      <a:gd name="connsiteY6" fmla="*/ 38958 h 82581"/>
                      <a:gd name="connsiteX7" fmla="*/ 0 w 182689"/>
                      <a:gd name="connsiteY7" fmla="*/ 82582 h 82581"/>
                      <a:gd name="connsiteX8" fmla="*/ 55530 w 182689"/>
                      <a:gd name="connsiteY8" fmla="*/ 57721 h 82581"/>
                      <a:gd name="connsiteX9" fmla="*/ 103822 w 182689"/>
                      <a:gd name="connsiteY9" fmla="*/ 31718 h 82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2689" h="82581">
                        <a:moveTo>
                          <a:pt x="103822" y="31718"/>
                        </a:moveTo>
                        <a:cubicBezTo>
                          <a:pt x="108394" y="31338"/>
                          <a:pt x="112204" y="32195"/>
                          <a:pt x="115919" y="33052"/>
                        </a:cubicBezTo>
                        <a:cubicBezTo>
                          <a:pt x="138207" y="38291"/>
                          <a:pt x="160401" y="43529"/>
                          <a:pt x="182689" y="48768"/>
                        </a:cubicBezTo>
                        <a:cubicBezTo>
                          <a:pt x="168973" y="43625"/>
                          <a:pt x="155257" y="38481"/>
                          <a:pt x="141446" y="33338"/>
                        </a:cubicBezTo>
                        <a:cubicBezTo>
                          <a:pt x="132779" y="30099"/>
                          <a:pt x="125539" y="26670"/>
                          <a:pt x="123730" y="18574"/>
                        </a:cubicBezTo>
                        <a:cubicBezTo>
                          <a:pt x="122205" y="11906"/>
                          <a:pt x="129825" y="1238"/>
                          <a:pt x="119157" y="0"/>
                        </a:cubicBezTo>
                        <a:cubicBezTo>
                          <a:pt x="105632" y="13240"/>
                          <a:pt x="94964" y="26480"/>
                          <a:pt x="78105" y="38958"/>
                        </a:cubicBezTo>
                        <a:cubicBezTo>
                          <a:pt x="54292" y="56579"/>
                          <a:pt x="27051" y="70485"/>
                          <a:pt x="0" y="82582"/>
                        </a:cubicBezTo>
                        <a:cubicBezTo>
                          <a:pt x="18573" y="78200"/>
                          <a:pt x="38385" y="69342"/>
                          <a:pt x="55530" y="57721"/>
                        </a:cubicBezTo>
                        <a:cubicBezTo>
                          <a:pt x="71247" y="47149"/>
                          <a:pt x="88106" y="33052"/>
                          <a:pt x="103822" y="3171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83" name="Forme libre : forme 17782">
                    <a:extLst>
                      <a:ext uri="{FF2B5EF4-FFF2-40B4-BE49-F238E27FC236}">
                        <a16:creationId xmlns:a16="http://schemas.microsoft.com/office/drawing/2014/main" id="{963E93D8-14B7-492B-8C48-5445F4F0E8EE}"/>
                      </a:ext>
                    </a:extLst>
                  </p:cNvPr>
                  <p:cNvSpPr/>
                  <p:nvPr/>
                </p:nvSpPr>
                <p:spPr>
                  <a:xfrm>
                    <a:off x="5807873" y="4502467"/>
                    <a:ext cx="299561" cy="213359"/>
                  </a:xfrm>
                  <a:custGeom>
                    <a:avLst/>
                    <a:gdLst>
                      <a:gd name="connsiteX0" fmla="*/ 98584 w 299561"/>
                      <a:gd name="connsiteY0" fmla="*/ 144018 h 213359"/>
                      <a:gd name="connsiteX1" fmla="*/ 72771 w 299561"/>
                      <a:gd name="connsiteY1" fmla="*/ 175260 h 213359"/>
                      <a:gd name="connsiteX2" fmla="*/ 0 w 299561"/>
                      <a:gd name="connsiteY2" fmla="*/ 213360 h 213359"/>
                      <a:gd name="connsiteX3" fmla="*/ 137446 w 299561"/>
                      <a:gd name="connsiteY3" fmla="*/ 201739 h 213359"/>
                      <a:gd name="connsiteX4" fmla="*/ 104680 w 299561"/>
                      <a:gd name="connsiteY4" fmla="*/ 179641 h 213359"/>
                      <a:gd name="connsiteX5" fmla="*/ 116014 w 299561"/>
                      <a:gd name="connsiteY5" fmla="*/ 133159 h 213359"/>
                      <a:gd name="connsiteX6" fmla="*/ 136493 w 299561"/>
                      <a:gd name="connsiteY6" fmla="*/ 98107 h 213359"/>
                      <a:gd name="connsiteX7" fmla="*/ 152590 w 299561"/>
                      <a:gd name="connsiteY7" fmla="*/ 75914 h 213359"/>
                      <a:gd name="connsiteX8" fmla="*/ 219646 w 299561"/>
                      <a:gd name="connsiteY8" fmla="*/ 41719 h 213359"/>
                      <a:gd name="connsiteX9" fmla="*/ 299561 w 299561"/>
                      <a:gd name="connsiteY9" fmla="*/ 0 h 213359"/>
                      <a:gd name="connsiteX10" fmla="*/ 175546 w 299561"/>
                      <a:gd name="connsiteY10" fmla="*/ 52578 h 213359"/>
                      <a:gd name="connsiteX11" fmla="*/ 98774 w 299561"/>
                      <a:gd name="connsiteY11" fmla="*/ 44482 h 213359"/>
                      <a:gd name="connsiteX12" fmla="*/ 134969 w 299561"/>
                      <a:gd name="connsiteY12" fmla="*/ 64103 h 213359"/>
                      <a:gd name="connsiteX13" fmla="*/ 143351 w 299561"/>
                      <a:gd name="connsiteY13" fmla="*/ 68199 h 213359"/>
                      <a:gd name="connsiteX14" fmla="*/ 139351 w 299561"/>
                      <a:gd name="connsiteY14" fmla="*/ 80867 h 213359"/>
                      <a:gd name="connsiteX15" fmla="*/ 98584 w 299561"/>
                      <a:gd name="connsiteY15" fmla="*/ 144018 h 21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99561" h="213359">
                        <a:moveTo>
                          <a:pt x="98584" y="144018"/>
                        </a:moveTo>
                        <a:cubicBezTo>
                          <a:pt x="91440" y="154591"/>
                          <a:pt x="83820" y="165449"/>
                          <a:pt x="72771" y="175260"/>
                        </a:cubicBezTo>
                        <a:cubicBezTo>
                          <a:pt x="52768" y="192976"/>
                          <a:pt x="25336" y="203740"/>
                          <a:pt x="0" y="213360"/>
                        </a:cubicBezTo>
                        <a:cubicBezTo>
                          <a:pt x="51530" y="193548"/>
                          <a:pt x="102965" y="189262"/>
                          <a:pt x="137446" y="201739"/>
                        </a:cubicBezTo>
                        <a:cubicBezTo>
                          <a:pt x="135160" y="188976"/>
                          <a:pt x="112681" y="189357"/>
                          <a:pt x="104680" y="179641"/>
                        </a:cubicBezTo>
                        <a:cubicBezTo>
                          <a:pt x="96012" y="169164"/>
                          <a:pt x="106109" y="150019"/>
                          <a:pt x="116014" y="133159"/>
                        </a:cubicBezTo>
                        <a:cubicBezTo>
                          <a:pt x="122872" y="121444"/>
                          <a:pt x="129635" y="109823"/>
                          <a:pt x="136493" y="98107"/>
                        </a:cubicBezTo>
                        <a:cubicBezTo>
                          <a:pt x="140875" y="90678"/>
                          <a:pt x="145352" y="83058"/>
                          <a:pt x="152590" y="75914"/>
                        </a:cubicBezTo>
                        <a:cubicBezTo>
                          <a:pt x="169831" y="59055"/>
                          <a:pt x="196215" y="50768"/>
                          <a:pt x="219646" y="41719"/>
                        </a:cubicBezTo>
                        <a:cubicBezTo>
                          <a:pt x="247174" y="31051"/>
                          <a:pt x="274511" y="16764"/>
                          <a:pt x="299561" y="0"/>
                        </a:cubicBezTo>
                        <a:cubicBezTo>
                          <a:pt x="259366" y="22765"/>
                          <a:pt x="216312" y="43910"/>
                          <a:pt x="175546" y="52578"/>
                        </a:cubicBezTo>
                        <a:cubicBezTo>
                          <a:pt x="142875" y="59531"/>
                          <a:pt x="117062" y="55912"/>
                          <a:pt x="98774" y="44482"/>
                        </a:cubicBezTo>
                        <a:cubicBezTo>
                          <a:pt x="97155" y="56292"/>
                          <a:pt x="123063" y="61341"/>
                          <a:pt x="134969" y="64103"/>
                        </a:cubicBezTo>
                        <a:cubicBezTo>
                          <a:pt x="138398" y="64865"/>
                          <a:pt x="142113" y="65722"/>
                          <a:pt x="143351" y="68199"/>
                        </a:cubicBezTo>
                        <a:cubicBezTo>
                          <a:pt x="144970" y="71342"/>
                          <a:pt x="142113" y="76390"/>
                          <a:pt x="139351" y="80867"/>
                        </a:cubicBezTo>
                        <a:cubicBezTo>
                          <a:pt x="126396" y="101917"/>
                          <a:pt x="112776" y="122967"/>
                          <a:pt x="98584" y="14401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84" name="Forme libre : forme 17783">
                    <a:extLst>
                      <a:ext uri="{FF2B5EF4-FFF2-40B4-BE49-F238E27FC236}">
                        <a16:creationId xmlns:a16="http://schemas.microsoft.com/office/drawing/2014/main" id="{7039574F-DA2B-434F-AC73-34C2D82BE2E0}"/>
                      </a:ext>
                    </a:extLst>
                  </p:cNvPr>
                  <p:cNvSpPr/>
                  <p:nvPr/>
                </p:nvSpPr>
                <p:spPr>
                  <a:xfrm>
                    <a:off x="6080556" y="4525708"/>
                    <a:ext cx="89933" cy="129326"/>
                  </a:xfrm>
                  <a:custGeom>
                    <a:avLst/>
                    <a:gdLst>
                      <a:gd name="connsiteX0" fmla="*/ 26878 w 89933"/>
                      <a:gd name="connsiteY0" fmla="*/ 0 h 129326"/>
                      <a:gd name="connsiteX1" fmla="*/ 4685 w 89933"/>
                      <a:gd name="connsiteY1" fmla="*/ 93535 h 129326"/>
                      <a:gd name="connsiteX2" fmla="*/ 89933 w 89933"/>
                      <a:gd name="connsiteY2" fmla="*/ 128968 h 129326"/>
                      <a:gd name="connsiteX3" fmla="*/ 65740 w 89933"/>
                      <a:gd name="connsiteY3" fmla="*/ 114681 h 129326"/>
                      <a:gd name="connsiteX4" fmla="*/ 12019 w 89933"/>
                      <a:gd name="connsiteY4" fmla="*/ 87630 h 129326"/>
                      <a:gd name="connsiteX5" fmla="*/ 10495 w 89933"/>
                      <a:gd name="connsiteY5" fmla="*/ 61436 h 129326"/>
                      <a:gd name="connsiteX6" fmla="*/ 26878 w 89933"/>
                      <a:gd name="connsiteY6" fmla="*/ 0 h 129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933" h="129326">
                        <a:moveTo>
                          <a:pt x="26878" y="0"/>
                        </a:moveTo>
                        <a:cubicBezTo>
                          <a:pt x="6113" y="35242"/>
                          <a:pt x="-7698" y="67056"/>
                          <a:pt x="4685" y="93535"/>
                        </a:cubicBezTo>
                        <a:cubicBezTo>
                          <a:pt x="16305" y="118396"/>
                          <a:pt x="48404" y="131731"/>
                          <a:pt x="89933" y="128968"/>
                        </a:cubicBezTo>
                        <a:cubicBezTo>
                          <a:pt x="82408" y="123730"/>
                          <a:pt x="74884" y="118491"/>
                          <a:pt x="65740" y="114681"/>
                        </a:cubicBezTo>
                        <a:cubicBezTo>
                          <a:pt x="46499" y="106584"/>
                          <a:pt x="19639" y="104013"/>
                          <a:pt x="12019" y="87630"/>
                        </a:cubicBezTo>
                        <a:cubicBezTo>
                          <a:pt x="8590" y="80200"/>
                          <a:pt x="9542" y="70771"/>
                          <a:pt x="10495" y="61436"/>
                        </a:cubicBezTo>
                        <a:cubicBezTo>
                          <a:pt x="12590" y="41910"/>
                          <a:pt x="14876" y="21812"/>
                          <a:pt x="26878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85" name="Forme libre : forme 17784">
                    <a:extLst>
                      <a:ext uri="{FF2B5EF4-FFF2-40B4-BE49-F238E27FC236}">
                        <a16:creationId xmlns:a16="http://schemas.microsoft.com/office/drawing/2014/main" id="{D58C3A3E-F71A-4393-9F26-6B106C586BE7}"/>
                      </a:ext>
                    </a:extLst>
                  </p:cNvPr>
                  <p:cNvSpPr/>
                  <p:nvPr/>
                </p:nvSpPr>
                <p:spPr>
                  <a:xfrm>
                    <a:off x="5986085" y="4671726"/>
                    <a:ext cx="108109" cy="112775"/>
                  </a:xfrm>
                  <a:custGeom>
                    <a:avLst/>
                    <a:gdLst>
                      <a:gd name="connsiteX0" fmla="*/ 41720 w 108109"/>
                      <a:gd name="connsiteY0" fmla="*/ 36862 h 112775"/>
                      <a:gd name="connsiteX1" fmla="*/ 38671 w 108109"/>
                      <a:gd name="connsiteY1" fmla="*/ 44577 h 112775"/>
                      <a:gd name="connsiteX2" fmla="*/ 17145 w 108109"/>
                      <a:gd name="connsiteY2" fmla="*/ 112776 h 112775"/>
                      <a:gd name="connsiteX3" fmla="*/ 47911 w 108109"/>
                      <a:gd name="connsiteY3" fmla="*/ 54102 h 112775"/>
                      <a:gd name="connsiteX4" fmla="*/ 108109 w 108109"/>
                      <a:gd name="connsiteY4" fmla="*/ 0 h 112775"/>
                      <a:gd name="connsiteX5" fmla="*/ 66009 w 108109"/>
                      <a:gd name="connsiteY5" fmla="*/ 18383 h 112775"/>
                      <a:gd name="connsiteX6" fmla="*/ 0 w 108109"/>
                      <a:gd name="connsiteY6" fmla="*/ 30575 h 112775"/>
                      <a:gd name="connsiteX7" fmla="*/ 35909 w 108109"/>
                      <a:gd name="connsiteY7" fmla="*/ 34862 h 112775"/>
                      <a:gd name="connsiteX8" fmla="*/ 41720 w 108109"/>
                      <a:gd name="connsiteY8" fmla="*/ 36862 h 112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8109" h="112775">
                        <a:moveTo>
                          <a:pt x="41720" y="36862"/>
                        </a:moveTo>
                        <a:cubicBezTo>
                          <a:pt x="42672" y="38767"/>
                          <a:pt x="40577" y="41815"/>
                          <a:pt x="38671" y="44577"/>
                        </a:cubicBezTo>
                        <a:cubicBezTo>
                          <a:pt x="21717" y="68675"/>
                          <a:pt x="14097" y="93059"/>
                          <a:pt x="17145" y="112776"/>
                        </a:cubicBezTo>
                        <a:cubicBezTo>
                          <a:pt x="23718" y="93631"/>
                          <a:pt x="33147" y="73723"/>
                          <a:pt x="47911" y="54102"/>
                        </a:cubicBezTo>
                        <a:cubicBezTo>
                          <a:pt x="62770" y="34385"/>
                          <a:pt x="83439" y="14859"/>
                          <a:pt x="108109" y="0"/>
                        </a:cubicBezTo>
                        <a:cubicBezTo>
                          <a:pt x="94012" y="6096"/>
                          <a:pt x="80106" y="13049"/>
                          <a:pt x="66009" y="18383"/>
                        </a:cubicBezTo>
                        <a:cubicBezTo>
                          <a:pt x="42101" y="27527"/>
                          <a:pt x="20765" y="30099"/>
                          <a:pt x="0" y="30575"/>
                        </a:cubicBezTo>
                        <a:cubicBezTo>
                          <a:pt x="8859" y="34671"/>
                          <a:pt x="24099" y="33909"/>
                          <a:pt x="35909" y="34862"/>
                        </a:cubicBezTo>
                        <a:cubicBezTo>
                          <a:pt x="38386" y="35052"/>
                          <a:pt x="40958" y="35338"/>
                          <a:pt x="41720" y="3686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86" name="Forme libre : forme 17785">
                    <a:extLst>
                      <a:ext uri="{FF2B5EF4-FFF2-40B4-BE49-F238E27FC236}">
                        <a16:creationId xmlns:a16="http://schemas.microsoft.com/office/drawing/2014/main" id="{3AEA0F86-2A02-4E73-997F-C2DF7809EFCD}"/>
                      </a:ext>
                    </a:extLst>
                  </p:cNvPr>
                  <p:cNvSpPr/>
                  <p:nvPr/>
                </p:nvSpPr>
                <p:spPr>
                  <a:xfrm>
                    <a:off x="6299648" y="4508087"/>
                    <a:ext cx="155504" cy="128777"/>
                  </a:xfrm>
                  <a:custGeom>
                    <a:avLst/>
                    <a:gdLst>
                      <a:gd name="connsiteX0" fmla="*/ 94869 w 155504"/>
                      <a:gd name="connsiteY0" fmla="*/ 86487 h 128777"/>
                      <a:gd name="connsiteX1" fmla="*/ 120110 w 155504"/>
                      <a:gd name="connsiteY1" fmla="*/ 67723 h 128777"/>
                      <a:gd name="connsiteX2" fmla="*/ 133350 w 155504"/>
                      <a:gd name="connsiteY2" fmla="*/ 50768 h 128777"/>
                      <a:gd name="connsiteX3" fmla="*/ 152781 w 155504"/>
                      <a:gd name="connsiteY3" fmla="*/ 0 h 128777"/>
                      <a:gd name="connsiteX4" fmla="*/ 107156 w 155504"/>
                      <a:gd name="connsiteY4" fmla="*/ 59722 h 128777"/>
                      <a:gd name="connsiteX5" fmla="*/ 0 w 155504"/>
                      <a:gd name="connsiteY5" fmla="*/ 128778 h 128777"/>
                      <a:gd name="connsiteX6" fmla="*/ 94869 w 155504"/>
                      <a:gd name="connsiteY6" fmla="*/ 86487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5504" h="128777">
                        <a:moveTo>
                          <a:pt x="94869" y="86487"/>
                        </a:moveTo>
                        <a:cubicBezTo>
                          <a:pt x="104013" y="80867"/>
                          <a:pt x="113062" y="74771"/>
                          <a:pt x="120110" y="67723"/>
                        </a:cubicBezTo>
                        <a:cubicBezTo>
                          <a:pt x="125635" y="62293"/>
                          <a:pt x="129635" y="56483"/>
                          <a:pt x="133350" y="50768"/>
                        </a:cubicBezTo>
                        <a:cubicBezTo>
                          <a:pt x="142304" y="37052"/>
                          <a:pt x="162877" y="8191"/>
                          <a:pt x="152781" y="0"/>
                        </a:cubicBezTo>
                        <a:cubicBezTo>
                          <a:pt x="138398" y="20288"/>
                          <a:pt x="127921" y="39529"/>
                          <a:pt x="107156" y="59722"/>
                        </a:cubicBezTo>
                        <a:cubicBezTo>
                          <a:pt x="77914" y="88011"/>
                          <a:pt x="39338" y="112871"/>
                          <a:pt x="0" y="128778"/>
                        </a:cubicBezTo>
                        <a:cubicBezTo>
                          <a:pt x="31813" y="119634"/>
                          <a:pt x="64675" y="104965"/>
                          <a:pt x="94869" y="8648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87" name="Forme libre : forme 17786">
                    <a:extLst>
                      <a:ext uri="{FF2B5EF4-FFF2-40B4-BE49-F238E27FC236}">
                        <a16:creationId xmlns:a16="http://schemas.microsoft.com/office/drawing/2014/main" id="{EA24AE49-FB29-4EF3-AB20-C0ADF772CB01}"/>
                      </a:ext>
                    </a:extLst>
                  </p:cNvPr>
                  <p:cNvSpPr/>
                  <p:nvPr/>
                </p:nvSpPr>
                <p:spPr>
                  <a:xfrm>
                    <a:off x="6081573" y="4675917"/>
                    <a:ext cx="286845" cy="238791"/>
                  </a:xfrm>
                  <a:custGeom>
                    <a:avLst/>
                    <a:gdLst>
                      <a:gd name="connsiteX0" fmla="*/ 35386 w 286845"/>
                      <a:gd name="connsiteY0" fmla="*/ 177737 h 238791"/>
                      <a:gd name="connsiteX1" fmla="*/ 73295 w 286845"/>
                      <a:gd name="connsiteY1" fmla="*/ 126397 h 238791"/>
                      <a:gd name="connsiteX2" fmla="*/ 124254 w 286845"/>
                      <a:gd name="connsiteY2" fmla="*/ 93821 h 238791"/>
                      <a:gd name="connsiteX3" fmla="*/ 286846 w 286845"/>
                      <a:gd name="connsiteY3" fmla="*/ 52197 h 238791"/>
                      <a:gd name="connsiteX4" fmla="*/ 225409 w 286845"/>
                      <a:gd name="connsiteY4" fmla="*/ 39719 h 238791"/>
                      <a:gd name="connsiteX5" fmla="*/ 223599 w 286845"/>
                      <a:gd name="connsiteY5" fmla="*/ 0 h 238791"/>
                      <a:gd name="connsiteX6" fmla="*/ 185785 w 286845"/>
                      <a:gd name="connsiteY6" fmla="*/ 58864 h 238791"/>
                      <a:gd name="connsiteX7" fmla="*/ 124349 w 286845"/>
                      <a:gd name="connsiteY7" fmla="*/ 87439 h 238791"/>
                      <a:gd name="connsiteX8" fmla="*/ 29194 w 286845"/>
                      <a:gd name="connsiteY8" fmla="*/ 158591 h 238791"/>
                      <a:gd name="connsiteX9" fmla="*/ 1382 w 286845"/>
                      <a:gd name="connsiteY9" fmla="*/ 238792 h 238791"/>
                      <a:gd name="connsiteX10" fmla="*/ 35386 w 286845"/>
                      <a:gd name="connsiteY10" fmla="*/ 177737 h 238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6845" h="238791">
                        <a:moveTo>
                          <a:pt x="35386" y="177737"/>
                        </a:moveTo>
                        <a:cubicBezTo>
                          <a:pt x="45006" y="160496"/>
                          <a:pt x="55293" y="142399"/>
                          <a:pt x="73295" y="126397"/>
                        </a:cubicBezTo>
                        <a:cubicBezTo>
                          <a:pt x="87868" y="113443"/>
                          <a:pt x="106157" y="103156"/>
                          <a:pt x="124254" y="93821"/>
                        </a:cubicBezTo>
                        <a:cubicBezTo>
                          <a:pt x="180165" y="65151"/>
                          <a:pt x="244459" y="42577"/>
                          <a:pt x="286846" y="52197"/>
                        </a:cubicBezTo>
                        <a:cubicBezTo>
                          <a:pt x="272463" y="41910"/>
                          <a:pt x="233791" y="54007"/>
                          <a:pt x="225409" y="39719"/>
                        </a:cubicBezTo>
                        <a:cubicBezTo>
                          <a:pt x="219123" y="29051"/>
                          <a:pt x="234934" y="7525"/>
                          <a:pt x="223599" y="0"/>
                        </a:cubicBezTo>
                        <a:cubicBezTo>
                          <a:pt x="223885" y="18288"/>
                          <a:pt x="213503" y="40862"/>
                          <a:pt x="185785" y="58864"/>
                        </a:cubicBezTo>
                        <a:cubicBezTo>
                          <a:pt x="166640" y="71342"/>
                          <a:pt x="145018" y="78105"/>
                          <a:pt x="124349" y="87439"/>
                        </a:cubicBezTo>
                        <a:cubicBezTo>
                          <a:pt x="87107" y="104204"/>
                          <a:pt x="52055" y="130492"/>
                          <a:pt x="29194" y="158591"/>
                        </a:cubicBezTo>
                        <a:cubicBezTo>
                          <a:pt x="6334" y="186690"/>
                          <a:pt x="-3952" y="216313"/>
                          <a:pt x="1382" y="238792"/>
                        </a:cubicBezTo>
                        <a:cubicBezTo>
                          <a:pt x="12716" y="218503"/>
                          <a:pt x="24051" y="198120"/>
                          <a:pt x="35386" y="17773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88" name="Forme libre : forme 17787">
                    <a:extLst>
                      <a:ext uri="{FF2B5EF4-FFF2-40B4-BE49-F238E27FC236}">
                        <a16:creationId xmlns:a16="http://schemas.microsoft.com/office/drawing/2014/main" id="{2F75B0DB-007B-4F6A-98B8-B63597787C7A}"/>
                      </a:ext>
                    </a:extLst>
                  </p:cNvPr>
                  <p:cNvSpPr/>
                  <p:nvPr/>
                </p:nvSpPr>
                <p:spPr>
                  <a:xfrm>
                    <a:off x="6515389" y="4571075"/>
                    <a:ext cx="27527" cy="2715"/>
                  </a:xfrm>
                  <a:custGeom>
                    <a:avLst/>
                    <a:gdLst>
                      <a:gd name="connsiteX0" fmla="*/ 0 w 27527"/>
                      <a:gd name="connsiteY0" fmla="*/ 1305 h 2715"/>
                      <a:gd name="connsiteX1" fmla="*/ 27527 w 27527"/>
                      <a:gd name="connsiteY1" fmla="*/ 543 h 2715"/>
                      <a:gd name="connsiteX2" fmla="*/ 0 w 27527"/>
                      <a:gd name="connsiteY2" fmla="*/ 1305 h 2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527" h="2715">
                        <a:moveTo>
                          <a:pt x="0" y="1305"/>
                        </a:moveTo>
                        <a:cubicBezTo>
                          <a:pt x="7525" y="3591"/>
                          <a:pt x="17145" y="2925"/>
                          <a:pt x="27527" y="543"/>
                        </a:cubicBezTo>
                        <a:cubicBezTo>
                          <a:pt x="19527" y="-600"/>
                          <a:pt x="9525" y="258"/>
                          <a:pt x="0" y="130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89" name="Forme libre : forme 17788">
                    <a:extLst>
                      <a:ext uri="{FF2B5EF4-FFF2-40B4-BE49-F238E27FC236}">
                        <a16:creationId xmlns:a16="http://schemas.microsoft.com/office/drawing/2014/main" id="{52D68675-4D0D-4B10-8316-636981CE698A}"/>
                      </a:ext>
                    </a:extLst>
                  </p:cNvPr>
                  <p:cNvSpPr/>
                  <p:nvPr/>
                </p:nvSpPr>
                <p:spPr>
                  <a:xfrm>
                    <a:off x="6543012" y="4486656"/>
                    <a:ext cx="118629" cy="158876"/>
                  </a:xfrm>
                  <a:custGeom>
                    <a:avLst/>
                    <a:gdLst>
                      <a:gd name="connsiteX0" fmla="*/ 40291 w 118629"/>
                      <a:gd name="connsiteY0" fmla="*/ 70295 h 158876"/>
                      <a:gd name="connsiteX1" fmla="*/ 0 w 118629"/>
                      <a:gd name="connsiteY1" fmla="*/ 84963 h 158876"/>
                      <a:gd name="connsiteX2" fmla="*/ 13049 w 118629"/>
                      <a:gd name="connsiteY2" fmla="*/ 91345 h 158876"/>
                      <a:gd name="connsiteX3" fmla="*/ 6668 w 118629"/>
                      <a:gd name="connsiteY3" fmla="*/ 131826 h 158876"/>
                      <a:gd name="connsiteX4" fmla="*/ 20193 w 118629"/>
                      <a:gd name="connsiteY4" fmla="*/ 158877 h 158876"/>
                      <a:gd name="connsiteX5" fmla="*/ 22288 w 118629"/>
                      <a:gd name="connsiteY5" fmla="*/ 96298 h 158876"/>
                      <a:gd name="connsiteX6" fmla="*/ 26384 w 118629"/>
                      <a:gd name="connsiteY6" fmla="*/ 88297 h 158876"/>
                      <a:gd name="connsiteX7" fmla="*/ 38291 w 118629"/>
                      <a:gd name="connsiteY7" fmla="*/ 80581 h 158876"/>
                      <a:gd name="connsiteX8" fmla="*/ 112300 w 118629"/>
                      <a:gd name="connsiteY8" fmla="*/ 0 h 158876"/>
                      <a:gd name="connsiteX9" fmla="*/ 65817 w 118629"/>
                      <a:gd name="connsiteY9" fmla="*/ 56674 h 158876"/>
                      <a:gd name="connsiteX10" fmla="*/ 40291 w 118629"/>
                      <a:gd name="connsiteY10" fmla="*/ 70295 h 158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8629" h="158876">
                        <a:moveTo>
                          <a:pt x="40291" y="70295"/>
                        </a:moveTo>
                        <a:cubicBezTo>
                          <a:pt x="27146" y="76390"/>
                          <a:pt x="12859" y="82010"/>
                          <a:pt x="0" y="84963"/>
                        </a:cubicBezTo>
                        <a:cubicBezTo>
                          <a:pt x="5810" y="85820"/>
                          <a:pt x="10573" y="87630"/>
                          <a:pt x="13049" y="91345"/>
                        </a:cubicBezTo>
                        <a:cubicBezTo>
                          <a:pt x="19526" y="101155"/>
                          <a:pt x="7715" y="118491"/>
                          <a:pt x="6668" y="131826"/>
                        </a:cubicBezTo>
                        <a:cubicBezTo>
                          <a:pt x="5715" y="143351"/>
                          <a:pt x="13049" y="151352"/>
                          <a:pt x="20193" y="158877"/>
                        </a:cubicBezTo>
                        <a:cubicBezTo>
                          <a:pt x="15240" y="140208"/>
                          <a:pt x="16002" y="118967"/>
                          <a:pt x="22288" y="96298"/>
                        </a:cubicBezTo>
                        <a:cubicBezTo>
                          <a:pt x="23050" y="93726"/>
                          <a:pt x="23908" y="90964"/>
                          <a:pt x="26384" y="88297"/>
                        </a:cubicBezTo>
                        <a:cubicBezTo>
                          <a:pt x="29337" y="85058"/>
                          <a:pt x="34004" y="82772"/>
                          <a:pt x="38291" y="80581"/>
                        </a:cubicBezTo>
                        <a:cubicBezTo>
                          <a:pt x="55245" y="71723"/>
                          <a:pt x="142589" y="1429"/>
                          <a:pt x="112300" y="0"/>
                        </a:cubicBezTo>
                        <a:cubicBezTo>
                          <a:pt x="100584" y="19621"/>
                          <a:pt x="91535" y="39529"/>
                          <a:pt x="65817" y="56674"/>
                        </a:cubicBezTo>
                        <a:cubicBezTo>
                          <a:pt x="57626" y="61913"/>
                          <a:pt x="48959" y="66294"/>
                          <a:pt x="40291" y="7029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90" name="Forme libre : forme 17789">
                    <a:extLst>
                      <a:ext uri="{FF2B5EF4-FFF2-40B4-BE49-F238E27FC236}">
                        <a16:creationId xmlns:a16="http://schemas.microsoft.com/office/drawing/2014/main" id="{AEC908BD-5DDB-425E-8CEF-CE449EFF20A0}"/>
                      </a:ext>
                    </a:extLst>
                  </p:cNvPr>
                  <p:cNvSpPr/>
                  <p:nvPr/>
                </p:nvSpPr>
                <p:spPr>
                  <a:xfrm>
                    <a:off x="6489577" y="4782692"/>
                    <a:ext cx="3048" cy="1905"/>
                  </a:xfrm>
                  <a:custGeom>
                    <a:avLst/>
                    <a:gdLst>
                      <a:gd name="connsiteX0" fmla="*/ 0 w 3048"/>
                      <a:gd name="connsiteY0" fmla="*/ 1905 h 1905"/>
                      <a:gd name="connsiteX1" fmla="*/ 3048 w 3048"/>
                      <a:gd name="connsiteY1" fmla="*/ 0 h 1905"/>
                      <a:gd name="connsiteX2" fmla="*/ 0 w 3048"/>
                      <a:gd name="connsiteY2" fmla="*/ 1905 h 1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48" h="1905">
                        <a:moveTo>
                          <a:pt x="0" y="1905"/>
                        </a:moveTo>
                        <a:cubicBezTo>
                          <a:pt x="1143" y="1334"/>
                          <a:pt x="2191" y="762"/>
                          <a:pt x="3048" y="0"/>
                        </a:cubicBezTo>
                        <a:cubicBezTo>
                          <a:pt x="2095" y="667"/>
                          <a:pt x="1048" y="1334"/>
                          <a:pt x="0" y="190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91" name="Forme libre : forme 17790">
                    <a:extLst>
                      <a:ext uri="{FF2B5EF4-FFF2-40B4-BE49-F238E27FC236}">
                        <a16:creationId xmlns:a16="http://schemas.microsoft.com/office/drawing/2014/main" id="{D9C81809-A25A-4A28-9265-9D0B59FA409C}"/>
                      </a:ext>
                    </a:extLst>
                  </p:cNvPr>
                  <p:cNvSpPr/>
                  <p:nvPr/>
                </p:nvSpPr>
                <p:spPr>
                  <a:xfrm>
                    <a:off x="6355286" y="4782276"/>
                    <a:ext cx="134290" cy="146910"/>
                  </a:xfrm>
                  <a:custGeom>
                    <a:avLst/>
                    <a:gdLst>
                      <a:gd name="connsiteX0" fmla="*/ 71140 w 134290"/>
                      <a:gd name="connsiteY0" fmla="*/ 17942 h 146910"/>
                      <a:gd name="connsiteX1" fmla="*/ 92190 w 134290"/>
                      <a:gd name="connsiteY1" fmla="*/ 15561 h 146910"/>
                      <a:gd name="connsiteX2" fmla="*/ 134291 w 134290"/>
                      <a:gd name="connsiteY2" fmla="*/ 2321 h 146910"/>
                      <a:gd name="connsiteX3" fmla="*/ 87904 w 134290"/>
                      <a:gd name="connsiteY3" fmla="*/ 6608 h 146910"/>
                      <a:gd name="connsiteX4" fmla="*/ 52852 w 134290"/>
                      <a:gd name="connsiteY4" fmla="*/ 2607 h 146910"/>
                      <a:gd name="connsiteX5" fmla="*/ 10275 w 134290"/>
                      <a:gd name="connsiteY5" fmla="*/ 88713 h 146910"/>
                      <a:gd name="connsiteX6" fmla="*/ 83 w 134290"/>
                      <a:gd name="connsiteY6" fmla="*/ 123670 h 146910"/>
                      <a:gd name="connsiteX7" fmla="*/ 6942 w 134290"/>
                      <a:gd name="connsiteY7" fmla="*/ 146911 h 146910"/>
                      <a:gd name="connsiteX8" fmla="*/ 15514 w 134290"/>
                      <a:gd name="connsiteY8" fmla="*/ 92428 h 146910"/>
                      <a:gd name="connsiteX9" fmla="*/ 55519 w 134290"/>
                      <a:gd name="connsiteY9" fmla="*/ 32421 h 146910"/>
                      <a:gd name="connsiteX10" fmla="*/ 71140 w 134290"/>
                      <a:gd name="connsiteY10" fmla="*/ 17942 h 146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4290" h="146910">
                        <a:moveTo>
                          <a:pt x="71140" y="17942"/>
                        </a:moveTo>
                        <a:cubicBezTo>
                          <a:pt x="78760" y="14323"/>
                          <a:pt x="85523" y="15561"/>
                          <a:pt x="92190" y="15561"/>
                        </a:cubicBezTo>
                        <a:cubicBezTo>
                          <a:pt x="104858" y="15656"/>
                          <a:pt x="120670" y="10608"/>
                          <a:pt x="134291" y="2321"/>
                        </a:cubicBezTo>
                        <a:cubicBezTo>
                          <a:pt x="122003" y="8417"/>
                          <a:pt x="94666" y="7370"/>
                          <a:pt x="87904" y="6608"/>
                        </a:cubicBezTo>
                        <a:cubicBezTo>
                          <a:pt x="77236" y="5370"/>
                          <a:pt x="67234" y="-4632"/>
                          <a:pt x="52852" y="2607"/>
                        </a:cubicBezTo>
                        <a:cubicBezTo>
                          <a:pt x="28277" y="14990"/>
                          <a:pt x="16371" y="73188"/>
                          <a:pt x="10275" y="88713"/>
                        </a:cubicBezTo>
                        <a:cubicBezTo>
                          <a:pt x="5513" y="100715"/>
                          <a:pt x="750" y="112811"/>
                          <a:pt x="83" y="123670"/>
                        </a:cubicBezTo>
                        <a:cubicBezTo>
                          <a:pt x="-488" y="132623"/>
                          <a:pt x="1893" y="140625"/>
                          <a:pt x="6942" y="146911"/>
                        </a:cubicBezTo>
                        <a:cubicBezTo>
                          <a:pt x="655" y="132243"/>
                          <a:pt x="5513" y="112335"/>
                          <a:pt x="15514" y="92428"/>
                        </a:cubicBezTo>
                        <a:cubicBezTo>
                          <a:pt x="25515" y="72521"/>
                          <a:pt x="40564" y="52423"/>
                          <a:pt x="55519" y="32421"/>
                        </a:cubicBezTo>
                        <a:cubicBezTo>
                          <a:pt x="59424" y="27182"/>
                          <a:pt x="64186" y="21276"/>
                          <a:pt x="71140" y="1794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92" name="Forme libre : forme 17791">
                    <a:extLst>
                      <a:ext uri="{FF2B5EF4-FFF2-40B4-BE49-F238E27FC236}">
                        <a16:creationId xmlns:a16="http://schemas.microsoft.com/office/drawing/2014/main" id="{80D80CE3-7F39-4AB9-A6B5-022D248E99FF}"/>
                      </a:ext>
                    </a:extLst>
                  </p:cNvPr>
                  <p:cNvSpPr/>
                  <p:nvPr/>
                </p:nvSpPr>
                <p:spPr>
                  <a:xfrm>
                    <a:off x="6774946" y="4563427"/>
                    <a:ext cx="15145" cy="465"/>
                  </a:xfrm>
                  <a:custGeom>
                    <a:avLst/>
                    <a:gdLst>
                      <a:gd name="connsiteX0" fmla="*/ 0 w 15145"/>
                      <a:gd name="connsiteY0" fmla="*/ 0 h 465"/>
                      <a:gd name="connsiteX1" fmla="*/ 15145 w 15145"/>
                      <a:gd name="connsiteY1" fmla="*/ 0 h 465"/>
                      <a:gd name="connsiteX2" fmla="*/ 0 w 15145"/>
                      <a:gd name="connsiteY2" fmla="*/ 0 h 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145" h="465">
                        <a:moveTo>
                          <a:pt x="0" y="0"/>
                        </a:moveTo>
                        <a:cubicBezTo>
                          <a:pt x="4667" y="667"/>
                          <a:pt x="9811" y="571"/>
                          <a:pt x="15145" y="0"/>
                        </a:cubicBezTo>
                        <a:cubicBezTo>
                          <a:pt x="10002" y="190"/>
                          <a:pt x="4953" y="19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93" name="Forme libre : forme 17792">
                    <a:extLst>
                      <a:ext uri="{FF2B5EF4-FFF2-40B4-BE49-F238E27FC236}">
                        <a16:creationId xmlns:a16="http://schemas.microsoft.com/office/drawing/2014/main" id="{CC97599D-8B77-4C06-AAED-CFCA23E6D892}"/>
                      </a:ext>
                    </a:extLst>
                  </p:cNvPr>
                  <p:cNvSpPr/>
                  <p:nvPr/>
                </p:nvSpPr>
                <p:spPr>
                  <a:xfrm>
                    <a:off x="6790186" y="4468558"/>
                    <a:ext cx="214502" cy="167735"/>
                  </a:xfrm>
                  <a:custGeom>
                    <a:avLst/>
                    <a:gdLst>
                      <a:gd name="connsiteX0" fmla="*/ 214503 w 214502"/>
                      <a:gd name="connsiteY0" fmla="*/ 0 h 167735"/>
                      <a:gd name="connsiteX1" fmla="*/ 176784 w 214502"/>
                      <a:gd name="connsiteY1" fmla="*/ 31337 h 167735"/>
                      <a:gd name="connsiteX2" fmla="*/ 122015 w 214502"/>
                      <a:gd name="connsiteY2" fmla="*/ 55721 h 167735"/>
                      <a:gd name="connsiteX3" fmla="*/ 50387 w 214502"/>
                      <a:gd name="connsiteY3" fmla="*/ 81439 h 167735"/>
                      <a:gd name="connsiteX4" fmla="*/ 0 w 214502"/>
                      <a:gd name="connsiteY4" fmla="*/ 94869 h 167735"/>
                      <a:gd name="connsiteX5" fmla="*/ 185356 w 214502"/>
                      <a:gd name="connsiteY5" fmla="*/ 38767 h 167735"/>
                      <a:gd name="connsiteX6" fmla="*/ 212788 w 214502"/>
                      <a:gd name="connsiteY6" fmla="*/ 167735 h 167735"/>
                      <a:gd name="connsiteX7" fmla="*/ 184785 w 214502"/>
                      <a:gd name="connsiteY7" fmla="*/ 93821 h 167735"/>
                      <a:gd name="connsiteX8" fmla="*/ 203168 w 214502"/>
                      <a:gd name="connsiteY8" fmla="*/ 30575 h 167735"/>
                      <a:gd name="connsiteX9" fmla="*/ 214503 w 214502"/>
                      <a:gd name="connsiteY9" fmla="*/ 0 h 167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4502" h="167735">
                        <a:moveTo>
                          <a:pt x="214503" y="0"/>
                        </a:moveTo>
                        <a:cubicBezTo>
                          <a:pt x="201930" y="10858"/>
                          <a:pt x="192595" y="21812"/>
                          <a:pt x="176784" y="31337"/>
                        </a:cubicBezTo>
                        <a:cubicBezTo>
                          <a:pt x="159258" y="41719"/>
                          <a:pt x="140494" y="48958"/>
                          <a:pt x="122015" y="55721"/>
                        </a:cubicBezTo>
                        <a:cubicBezTo>
                          <a:pt x="98107" y="64579"/>
                          <a:pt x="74295" y="73057"/>
                          <a:pt x="50387" y="81439"/>
                        </a:cubicBezTo>
                        <a:cubicBezTo>
                          <a:pt x="33338" y="87344"/>
                          <a:pt x="15526" y="93250"/>
                          <a:pt x="0" y="94869"/>
                        </a:cubicBezTo>
                        <a:cubicBezTo>
                          <a:pt x="55626" y="93059"/>
                          <a:pt x="122967" y="68484"/>
                          <a:pt x="185356" y="38767"/>
                        </a:cubicBezTo>
                        <a:cubicBezTo>
                          <a:pt x="158972" y="94107"/>
                          <a:pt x="169640" y="144208"/>
                          <a:pt x="212788" y="167735"/>
                        </a:cubicBezTo>
                        <a:cubicBezTo>
                          <a:pt x="198025" y="145923"/>
                          <a:pt x="182975" y="123444"/>
                          <a:pt x="184785" y="93821"/>
                        </a:cubicBezTo>
                        <a:cubicBezTo>
                          <a:pt x="186023" y="74104"/>
                          <a:pt x="194596" y="52197"/>
                          <a:pt x="203168" y="30575"/>
                        </a:cubicBezTo>
                        <a:cubicBezTo>
                          <a:pt x="207073" y="20383"/>
                          <a:pt x="212027" y="9715"/>
                          <a:pt x="214503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94" name="Forme libre : forme 17793">
                    <a:extLst>
                      <a:ext uri="{FF2B5EF4-FFF2-40B4-BE49-F238E27FC236}">
                        <a16:creationId xmlns:a16="http://schemas.microsoft.com/office/drawing/2014/main" id="{AC640F90-043B-415C-BBD5-16C063D7935C}"/>
                      </a:ext>
                    </a:extLst>
                  </p:cNvPr>
                  <p:cNvSpPr/>
                  <p:nvPr/>
                </p:nvSpPr>
                <p:spPr>
                  <a:xfrm>
                    <a:off x="7131657" y="4460462"/>
                    <a:ext cx="287655" cy="192214"/>
                  </a:xfrm>
                  <a:custGeom>
                    <a:avLst/>
                    <a:gdLst>
                      <a:gd name="connsiteX0" fmla="*/ 200025 w 287655"/>
                      <a:gd name="connsiteY0" fmla="*/ 66484 h 192214"/>
                      <a:gd name="connsiteX1" fmla="*/ 202311 w 287655"/>
                      <a:gd name="connsiteY1" fmla="*/ 25337 h 192214"/>
                      <a:gd name="connsiteX2" fmla="*/ 198025 w 287655"/>
                      <a:gd name="connsiteY2" fmla="*/ 0 h 192214"/>
                      <a:gd name="connsiteX3" fmla="*/ 175165 w 287655"/>
                      <a:gd name="connsiteY3" fmla="*/ 73438 h 192214"/>
                      <a:gd name="connsiteX4" fmla="*/ 147161 w 287655"/>
                      <a:gd name="connsiteY4" fmla="*/ 111442 h 192214"/>
                      <a:gd name="connsiteX5" fmla="*/ 105251 w 287655"/>
                      <a:gd name="connsiteY5" fmla="*/ 141637 h 192214"/>
                      <a:gd name="connsiteX6" fmla="*/ 0 w 287655"/>
                      <a:gd name="connsiteY6" fmla="*/ 192214 h 192214"/>
                      <a:gd name="connsiteX7" fmla="*/ 64580 w 287655"/>
                      <a:gd name="connsiteY7" fmla="*/ 168592 h 192214"/>
                      <a:gd name="connsiteX8" fmla="*/ 171545 w 287655"/>
                      <a:gd name="connsiteY8" fmla="*/ 103537 h 192214"/>
                      <a:gd name="connsiteX9" fmla="*/ 224980 w 287655"/>
                      <a:gd name="connsiteY9" fmla="*/ 69056 h 192214"/>
                      <a:gd name="connsiteX10" fmla="*/ 287655 w 287655"/>
                      <a:gd name="connsiteY10" fmla="*/ 54102 h 192214"/>
                      <a:gd name="connsiteX11" fmla="*/ 200025 w 287655"/>
                      <a:gd name="connsiteY11" fmla="*/ 66484 h 192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87655" h="192214">
                        <a:moveTo>
                          <a:pt x="200025" y="66484"/>
                        </a:moveTo>
                        <a:cubicBezTo>
                          <a:pt x="187738" y="59722"/>
                          <a:pt x="198120" y="40576"/>
                          <a:pt x="202311" y="25337"/>
                        </a:cubicBezTo>
                        <a:cubicBezTo>
                          <a:pt x="204597" y="16954"/>
                          <a:pt x="208312" y="667"/>
                          <a:pt x="198025" y="0"/>
                        </a:cubicBezTo>
                        <a:cubicBezTo>
                          <a:pt x="192405" y="24479"/>
                          <a:pt x="189262" y="46958"/>
                          <a:pt x="175165" y="73438"/>
                        </a:cubicBezTo>
                        <a:cubicBezTo>
                          <a:pt x="168402" y="86201"/>
                          <a:pt x="159830" y="99346"/>
                          <a:pt x="147161" y="111442"/>
                        </a:cubicBezTo>
                        <a:cubicBezTo>
                          <a:pt x="135255" y="122777"/>
                          <a:pt x="120301" y="132588"/>
                          <a:pt x="105251" y="141637"/>
                        </a:cubicBezTo>
                        <a:cubicBezTo>
                          <a:pt x="71438" y="161830"/>
                          <a:pt x="35719" y="178975"/>
                          <a:pt x="0" y="192214"/>
                        </a:cubicBezTo>
                        <a:cubicBezTo>
                          <a:pt x="20193" y="190309"/>
                          <a:pt x="43243" y="179641"/>
                          <a:pt x="64580" y="168592"/>
                        </a:cubicBezTo>
                        <a:cubicBezTo>
                          <a:pt x="101632" y="149257"/>
                          <a:pt x="137636" y="127445"/>
                          <a:pt x="171545" y="103537"/>
                        </a:cubicBezTo>
                        <a:cubicBezTo>
                          <a:pt x="188881" y="91345"/>
                          <a:pt x="205930" y="78486"/>
                          <a:pt x="224980" y="69056"/>
                        </a:cubicBezTo>
                        <a:cubicBezTo>
                          <a:pt x="246412" y="58388"/>
                          <a:pt x="269367" y="52959"/>
                          <a:pt x="287655" y="54102"/>
                        </a:cubicBezTo>
                        <a:cubicBezTo>
                          <a:pt x="266509" y="46101"/>
                          <a:pt x="218599" y="76676"/>
                          <a:pt x="200025" y="6648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95" name="Forme libre : forme 17794">
                    <a:extLst>
                      <a:ext uri="{FF2B5EF4-FFF2-40B4-BE49-F238E27FC236}">
                        <a16:creationId xmlns:a16="http://schemas.microsoft.com/office/drawing/2014/main" id="{4B477562-FED7-4BB5-B9DF-6DE93346F55C}"/>
                      </a:ext>
                    </a:extLst>
                  </p:cNvPr>
                  <p:cNvSpPr/>
                  <p:nvPr/>
                </p:nvSpPr>
                <p:spPr>
                  <a:xfrm>
                    <a:off x="7293296" y="4735734"/>
                    <a:ext cx="11810" cy="2381"/>
                  </a:xfrm>
                  <a:custGeom>
                    <a:avLst/>
                    <a:gdLst>
                      <a:gd name="connsiteX0" fmla="*/ 10668 w 11810"/>
                      <a:gd name="connsiteY0" fmla="*/ 1333 h 2381"/>
                      <a:gd name="connsiteX1" fmla="*/ 11811 w 11810"/>
                      <a:gd name="connsiteY1" fmla="*/ 0 h 2381"/>
                      <a:gd name="connsiteX2" fmla="*/ 0 w 11810"/>
                      <a:gd name="connsiteY2" fmla="*/ 2381 h 2381"/>
                      <a:gd name="connsiteX3" fmla="*/ 10668 w 11810"/>
                      <a:gd name="connsiteY3" fmla="*/ 1333 h 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10" h="2381">
                        <a:moveTo>
                          <a:pt x="10668" y="1333"/>
                        </a:moveTo>
                        <a:lnTo>
                          <a:pt x="11811" y="0"/>
                        </a:lnTo>
                        <a:cubicBezTo>
                          <a:pt x="7905" y="857"/>
                          <a:pt x="3905" y="1619"/>
                          <a:pt x="0" y="2381"/>
                        </a:cubicBezTo>
                        <a:cubicBezTo>
                          <a:pt x="3524" y="2096"/>
                          <a:pt x="7048" y="1714"/>
                          <a:pt x="10668" y="133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96" name="Forme libre : forme 17795">
                    <a:extLst>
                      <a:ext uri="{FF2B5EF4-FFF2-40B4-BE49-F238E27FC236}">
                        <a16:creationId xmlns:a16="http://schemas.microsoft.com/office/drawing/2014/main" id="{D7B4C929-A6FD-49A0-B80F-F319ACFBB7E4}"/>
                      </a:ext>
                    </a:extLst>
                  </p:cNvPr>
                  <p:cNvSpPr/>
                  <p:nvPr/>
                </p:nvSpPr>
                <p:spPr>
                  <a:xfrm>
                    <a:off x="7234527" y="4738116"/>
                    <a:ext cx="58674" cy="4508"/>
                  </a:xfrm>
                  <a:custGeom>
                    <a:avLst/>
                    <a:gdLst>
                      <a:gd name="connsiteX0" fmla="*/ 0 w 58674"/>
                      <a:gd name="connsiteY0" fmla="*/ 2381 h 4508"/>
                      <a:gd name="connsiteX1" fmla="*/ 58674 w 58674"/>
                      <a:gd name="connsiteY1" fmla="*/ 0 h 4508"/>
                      <a:gd name="connsiteX2" fmla="*/ 43434 w 58674"/>
                      <a:gd name="connsiteY2" fmla="*/ 1524 h 4508"/>
                      <a:gd name="connsiteX3" fmla="*/ 0 w 58674"/>
                      <a:gd name="connsiteY3" fmla="*/ 2381 h 4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674" h="4508">
                        <a:moveTo>
                          <a:pt x="0" y="2381"/>
                        </a:moveTo>
                        <a:cubicBezTo>
                          <a:pt x="16097" y="6477"/>
                          <a:pt x="37052" y="4096"/>
                          <a:pt x="58674" y="0"/>
                        </a:cubicBezTo>
                        <a:cubicBezTo>
                          <a:pt x="53626" y="476"/>
                          <a:pt x="48483" y="1048"/>
                          <a:pt x="43434" y="1524"/>
                        </a:cubicBezTo>
                        <a:cubicBezTo>
                          <a:pt x="28194" y="3238"/>
                          <a:pt x="12668" y="4763"/>
                          <a:pt x="0" y="238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97" name="Forme libre : forme 17796">
                    <a:extLst>
                      <a:ext uri="{FF2B5EF4-FFF2-40B4-BE49-F238E27FC236}">
                        <a16:creationId xmlns:a16="http://schemas.microsoft.com/office/drawing/2014/main" id="{58182113-E362-4142-A9DF-3C162EAC4ABE}"/>
                      </a:ext>
                    </a:extLst>
                  </p:cNvPr>
                  <p:cNvSpPr/>
                  <p:nvPr/>
                </p:nvSpPr>
                <p:spPr>
                  <a:xfrm>
                    <a:off x="6509008" y="4674489"/>
                    <a:ext cx="209645" cy="108108"/>
                  </a:xfrm>
                  <a:custGeom>
                    <a:avLst/>
                    <a:gdLst>
                      <a:gd name="connsiteX0" fmla="*/ 120396 w 209645"/>
                      <a:gd name="connsiteY0" fmla="*/ 108109 h 108108"/>
                      <a:gd name="connsiteX1" fmla="*/ 156877 w 209645"/>
                      <a:gd name="connsiteY1" fmla="*/ 47434 h 108108"/>
                      <a:gd name="connsiteX2" fmla="*/ 209645 w 209645"/>
                      <a:gd name="connsiteY2" fmla="*/ 0 h 108108"/>
                      <a:gd name="connsiteX3" fmla="*/ 136112 w 209645"/>
                      <a:gd name="connsiteY3" fmla="*/ 33433 h 108108"/>
                      <a:gd name="connsiteX4" fmla="*/ 55912 w 209645"/>
                      <a:gd name="connsiteY4" fmla="*/ 47054 h 108108"/>
                      <a:gd name="connsiteX5" fmla="*/ 33433 w 209645"/>
                      <a:gd name="connsiteY5" fmla="*/ 71628 h 108108"/>
                      <a:gd name="connsiteX6" fmla="*/ 0 w 209645"/>
                      <a:gd name="connsiteY6" fmla="*/ 91821 h 108108"/>
                      <a:gd name="connsiteX7" fmla="*/ 57436 w 209645"/>
                      <a:gd name="connsiteY7" fmla="*/ 70961 h 108108"/>
                      <a:gd name="connsiteX8" fmla="*/ 108680 w 209645"/>
                      <a:gd name="connsiteY8" fmla="*/ 59531 h 108108"/>
                      <a:gd name="connsiteX9" fmla="*/ 135255 w 209645"/>
                      <a:gd name="connsiteY9" fmla="*/ 62579 h 108108"/>
                      <a:gd name="connsiteX10" fmla="*/ 128111 w 209645"/>
                      <a:gd name="connsiteY10" fmla="*/ 77819 h 108108"/>
                      <a:gd name="connsiteX11" fmla="*/ 120396 w 209645"/>
                      <a:gd name="connsiteY11" fmla="*/ 108109 h 108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9645" h="108108">
                        <a:moveTo>
                          <a:pt x="120396" y="108109"/>
                        </a:moveTo>
                        <a:cubicBezTo>
                          <a:pt x="137732" y="87821"/>
                          <a:pt x="142208" y="67723"/>
                          <a:pt x="156877" y="47434"/>
                        </a:cubicBezTo>
                        <a:cubicBezTo>
                          <a:pt x="170021" y="29242"/>
                          <a:pt x="199073" y="16002"/>
                          <a:pt x="209645" y="0"/>
                        </a:cubicBezTo>
                        <a:cubicBezTo>
                          <a:pt x="190595" y="667"/>
                          <a:pt x="156877" y="24574"/>
                          <a:pt x="136112" y="33433"/>
                        </a:cubicBezTo>
                        <a:cubicBezTo>
                          <a:pt x="121634" y="39624"/>
                          <a:pt x="56007" y="64008"/>
                          <a:pt x="55912" y="47054"/>
                        </a:cubicBezTo>
                        <a:cubicBezTo>
                          <a:pt x="56007" y="54864"/>
                          <a:pt x="44577" y="64865"/>
                          <a:pt x="33433" y="71628"/>
                        </a:cubicBezTo>
                        <a:cubicBezTo>
                          <a:pt x="22289" y="78391"/>
                          <a:pt x="9906" y="83820"/>
                          <a:pt x="0" y="91821"/>
                        </a:cubicBezTo>
                        <a:cubicBezTo>
                          <a:pt x="17907" y="80105"/>
                          <a:pt x="38481" y="75152"/>
                          <a:pt x="57436" y="70961"/>
                        </a:cubicBezTo>
                        <a:cubicBezTo>
                          <a:pt x="74486" y="67151"/>
                          <a:pt x="91535" y="63341"/>
                          <a:pt x="108680" y="59531"/>
                        </a:cubicBezTo>
                        <a:cubicBezTo>
                          <a:pt x="120205" y="56959"/>
                          <a:pt x="134208" y="55245"/>
                          <a:pt x="135255" y="62579"/>
                        </a:cubicBezTo>
                        <a:cubicBezTo>
                          <a:pt x="135827" y="66865"/>
                          <a:pt x="131445" y="72580"/>
                          <a:pt x="128111" y="77819"/>
                        </a:cubicBezTo>
                        <a:cubicBezTo>
                          <a:pt x="121253" y="88678"/>
                          <a:pt x="118491" y="99441"/>
                          <a:pt x="120396" y="10810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98" name="Forme libre : forme 17797">
                    <a:extLst>
                      <a:ext uri="{FF2B5EF4-FFF2-40B4-BE49-F238E27FC236}">
                        <a16:creationId xmlns:a16="http://schemas.microsoft.com/office/drawing/2014/main" id="{78650413-76BB-4F95-A643-7FB188B67E95}"/>
                      </a:ext>
                    </a:extLst>
                  </p:cNvPr>
                  <p:cNvSpPr/>
                  <p:nvPr/>
                </p:nvSpPr>
                <p:spPr>
                  <a:xfrm>
                    <a:off x="6766183" y="4852892"/>
                    <a:ext cx="166116" cy="106132"/>
                  </a:xfrm>
                  <a:custGeom>
                    <a:avLst/>
                    <a:gdLst>
                      <a:gd name="connsiteX0" fmla="*/ 0 w 166116"/>
                      <a:gd name="connsiteY0" fmla="*/ 94488 h 106132"/>
                      <a:gd name="connsiteX1" fmla="*/ 67533 w 166116"/>
                      <a:gd name="connsiteY1" fmla="*/ 83725 h 106132"/>
                      <a:gd name="connsiteX2" fmla="*/ 87059 w 166116"/>
                      <a:gd name="connsiteY2" fmla="*/ 77438 h 106132"/>
                      <a:gd name="connsiteX3" fmla="*/ 101060 w 166116"/>
                      <a:gd name="connsiteY3" fmla="*/ 80486 h 106132"/>
                      <a:gd name="connsiteX4" fmla="*/ 101060 w 166116"/>
                      <a:gd name="connsiteY4" fmla="*/ 88773 h 106132"/>
                      <a:gd name="connsiteX5" fmla="*/ 125444 w 166116"/>
                      <a:gd name="connsiteY5" fmla="*/ 106013 h 106132"/>
                      <a:gd name="connsiteX6" fmla="*/ 116872 w 166116"/>
                      <a:gd name="connsiteY6" fmla="*/ 71533 h 106132"/>
                      <a:gd name="connsiteX7" fmla="*/ 128588 w 166116"/>
                      <a:gd name="connsiteY7" fmla="*/ 50102 h 106132"/>
                      <a:gd name="connsiteX8" fmla="*/ 166116 w 166116"/>
                      <a:gd name="connsiteY8" fmla="*/ 0 h 106132"/>
                      <a:gd name="connsiteX9" fmla="*/ 42482 w 166116"/>
                      <a:gd name="connsiteY9" fmla="*/ 78105 h 106132"/>
                      <a:gd name="connsiteX10" fmla="*/ 0 w 166116"/>
                      <a:gd name="connsiteY10" fmla="*/ 94488 h 106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6116" h="106132">
                        <a:moveTo>
                          <a:pt x="0" y="94488"/>
                        </a:moveTo>
                        <a:cubicBezTo>
                          <a:pt x="3429" y="106394"/>
                          <a:pt x="51245" y="89725"/>
                          <a:pt x="67533" y="83725"/>
                        </a:cubicBezTo>
                        <a:cubicBezTo>
                          <a:pt x="74105" y="81344"/>
                          <a:pt x="80772" y="78581"/>
                          <a:pt x="87059" y="77438"/>
                        </a:cubicBezTo>
                        <a:cubicBezTo>
                          <a:pt x="93345" y="76295"/>
                          <a:pt x="99441" y="76962"/>
                          <a:pt x="101060" y="80486"/>
                        </a:cubicBezTo>
                        <a:cubicBezTo>
                          <a:pt x="102108" y="82772"/>
                          <a:pt x="101251" y="85916"/>
                          <a:pt x="101060" y="88773"/>
                        </a:cubicBezTo>
                        <a:cubicBezTo>
                          <a:pt x="100203" y="100013"/>
                          <a:pt x="110300" y="107156"/>
                          <a:pt x="125444" y="106013"/>
                        </a:cubicBezTo>
                        <a:cubicBezTo>
                          <a:pt x="118967" y="96298"/>
                          <a:pt x="112395" y="85725"/>
                          <a:pt x="116872" y="71533"/>
                        </a:cubicBezTo>
                        <a:cubicBezTo>
                          <a:pt x="119063" y="64580"/>
                          <a:pt x="123730" y="57245"/>
                          <a:pt x="128588" y="50102"/>
                        </a:cubicBezTo>
                        <a:cubicBezTo>
                          <a:pt x="139922" y="33338"/>
                          <a:pt x="152400" y="16574"/>
                          <a:pt x="166116" y="0"/>
                        </a:cubicBezTo>
                        <a:cubicBezTo>
                          <a:pt x="129254" y="30385"/>
                          <a:pt x="86677" y="57341"/>
                          <a:pt x="42482" y="78105"/>
                        </a:cubicBezTo>
                        <a:cubicBezTo>
                          <a:pt x="28194" y="84868"/>
                          <a:pt x="14192" y="90011"/>
                          <a:pt x="0" y="9448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799" name="Forme libre : forme 17798">
                    <a:extLst>
                      <a:ext uri="{FF2B5EF4-FFF2-40B4-BE49-F238E27FC236}">
                        <a16:creationId xmlns:a16="http://schemas.microsoft.com/office/drawing/2014/main" id="{38716D01-9882-4AD9-81D1-6CBB2901693A}"/>
                      </a:ext>
                    </a:extLst>
                  </p:cNvPr>
                  <p:cNvSpPr/>
                  <p:nvPr/>
                </p:nvSpPr>
                <p:spPr>
                  <a:xfrm>
                    <a:off x="6945157" y="4707445"/>
                    <a:ext cx="113823" cy="95250"/>
                  </a:xfrm>
                  <a:custGeom>
                    <a:avLst/>
                    <a:gdLst>
                      <a:gd name="connsiteX0" fmla="*/ 87345 w 113823"/>
                      <a:gd name="connsiteY0" fmla="*/ 37433 h 95250"/>
                      <a:gd name="connsiteX1" fmla="*/ 100870 w 113823"/>
                      <a:gd name="connsiteY1" fmla="*/ 0 h 95250"/>
                      <a:gd name="connsiteX2" fmla="*/ 70295 w 113823"/>
                      <a:gd name="connsiteY2" fmla="*/ 29242 h 95250"/>
                      <a:gd name="connsiteX3" fmla="*/ 63722 w 113823"/>
                      <a:gd name="connsiteY3" fmla="*/ 35623 h 95250"/>
                      <a:gd name="connsiteX4" fmla="*/ 55245 w 113823"/>
                      <a:gd name="connsiteY4" fmla="*/ 40767 h 95250"/>
                      <a:gd name="connsiteX5" fmla="*/ 0 w 113823"/>
                      <a:gd name="connsiteY5" fmla="*/ 95250 h 95250"/>
                      <a:gd name="connsiteX6" fmla="*/ 32766 w 113823"/>
                      <a:gd name="connsiteY6" fmla="*/ 68771 h 95250"/>
                      <a:gd name="connsiteX7" fmla="*/ 69342 w 113823"/>
                      <a:gd name="connsiteY7" fmla="*/ 54197 h 95250"/>
                      <a:gd name="connsiteX8" fmla="*/ 86963 w 113823"/>
                      <a:gd name="connsiteY8" fmla="*/ 63818 h 95250"/>
                      <a:gd name="connsiteX9" fmla="*/ 113824 w 113823"/>
                      <a:gd name="connsiteY9" fmla="*/ 75152 h 95250"/>
                      <a:gd name="connsiteX10" fmla="*/ 87345 w 113823"/>
                      <a:gd name="connsiteY10" fmla="*/ 37433 h 95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3823" h="95250">
                        <a:moveTo>
                          <a:pt x="87345" y="37433"/>
                        </a:moveTo>
                        <a:cubicBezTo>
                          <a:pt x="87345" y="25813"/>
                          <a:pt x="92869" y="13145"/>
                          <a:pt x="100870" y="0"/>
                        </a:cubicBezTo>
                        <a:cubicBezTo>
                          <a:pt x="88392" y="4477"/>
                          <a:pt x="78105" y="20479"/>
                          <a:pt x="70295" y="29242"/>
                        </a:cubicBezTo>
                        <a:cubicBezTo>
                          <a:pt x="68295" y="31432"/>
                          <a:pt x="66294" y="33719"/>
                          <a:pt x="63722" y="35623"/>
                        </a:cubicBezTo>
                        <a:cubicBezTo>
                          <a:pt x="61151" y="37624"/>
                          <a:pt x="58103" y="39148"/>
                          <a:pt x="55245" y="40767"/>
                        </a:cubicBezTo>
                        <a:cubicBezTo>
                          <a:pt x="30575" y="54769"/>
                          <a:pt x="14288" y="75914"/>
                          <a:pt x="0" y="95250"/>
                        </a:cubicBezTo>
                        <a:cubicBezTo>
                          <a:pt x="9620" y="85725"/>
                          <a:pt x="20765" y="76771"/>
                          <a:pt x="32766" y="68771"/>
                        </a:cubicBezTo>
                        <a:cubicBezTo>
                          <a:pt x="44387" y="61055"/>
                          <a:pt x="58579" y="53721"/>
                          <a:pt x="69342" y="54197"/>
                        </a:cubicBezTo>
                        <a:cubicBezTo>
                          <a:pt x="78010" y="54578"/>
                          <a:pt x="82105" y="59722"/>
                          <a:pt x="86963" y="63818"/>
                        </a:cubicBezTo>
                        <a:cubicBezTo>
                          <a:pt x="93726" y="69437"/>
                          <a:pt x="102870" y="73343"/>
                          <a:pt x="113824" y="75152"/>
                        </a:cubicBezTo>
                        <a:cubicBezTo>
                          <a:pt x="97727" y="67628"/>
                          <a:pt x="87345" y="54673"/>
                          <a:pt x="87345" y="3743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00" name="Forme libre : forme 17799">
                    <a:extLst>
                      <a:ext uri="{FF2B5EF4-FFF2-40B4-BE49-F238E27FC236}">
                        <a16:creationId xmlns:a16="http://schemas.microsoft.com/office/drawing/2014/main" id="{02B818B1-8347-43C2-8F83-8C887D67B04E}"/>
                      </a:ext>
                    </a:extLst>
                  </p:cNvPr>
                  <p:cNvSpPr/>
                  <p:nvPr/>
                </p:nvSpPr>
                <p:spPr>
                  <a:xfrm>
                    <a:off x="7230412" y="4814316"/>
                    <a:ext cx="3924" cy="3905"/>
                  </a:xfrm>
                  <a:custGeom>
                    <a:avLst/>
                    <a:gdLst>
                      <a:gd name="connsiteX0" fmla="*/ 400 w 3924"/>
                      <a:gd name="connsiteY0" fmla="*/ 3905 h 3905"/>
                      <a:gd name="connsiteX1" fmla="*/ 3925 w 3924"/>
                      <a:gd name="connsiteY1" fmla="*/ 0 h 3905"/>
                      <a:gd name="connsiteX2" fmla="*/ 19 w 3924"/>
                      <a:gd name="connsiteY2" fmla="*/ 1714 h 3905"/>
                      <a:gd name="connsiteX3" fmla="*/ 400 w 3924"/>
                      <a:gd name="connsiteY3" fmla="*/ 390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24" h="3905">
                        <a:moveTo>
                          <a:pt x="400" y="3905"/>
                        </a:moveTo>
                        <a:lnTo>
                          <a:pt x="3925" y="0"/>
                        </a:lnTo>
                        <a:cubicBezTo>
                          <a:pt x="2591" y="571"/>
                          <a:pt x="1257" y="1048"/>
                          <a:pt x="19" y="1714"/>
                        </a:cubicBezTo>
                        <a:cubicBezTo>
                          <a:pt x="-76" y="2477"/>
                          <a:pt x="210" y="3143"/>
                          <a:pt x="400" y="390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01" name="Forme libre : forme 17800">
                    <a:extLst>
                      <a:ext uri="{FF2B5EF4-FFF2-40B4-BE49-F238E27FC236}">
                        <a16:creationId xmlns:a16="http://schemas.microsoft.com/office/drawing/2014/main" id="{C3F8B724-7E3A-40E1-9430-9CD0C0441671}"/>
                      </a:ext>
                    </a:extLst>
                  </p:cNvPr>
                  <p:cNvSpPr/>
                  <p:nvPr/>
                </p:nvSpPr>
                <p:spPr>
                  <a:xfrm>
                    <a:off x="5782536" y="4915947"/>
                    <a:ext cx="120967" cy="42386"/>
                  </a:xfrm>
                  <a:custGeom>
                    <a:avLst/>
                    <a:gdLst>
                      <a:gd name="connsiteX0" fmla="*/ 120968 w 120967"/>
                      <a:gd name="connsiteY0" fmla="*/ 0 h 42386"/>
                      <a:gd name="connsiteX1" fmla="*/ 65247 w 120967"/>
                      <a:gd name="connsiteY1" fmla="*/ 27051 h 42386"/>
                      <a:gd name="connsiteX2" fmla="*/ 0 w 120967"/>
                      <a:gd name="connsiteY2" fmla="*/ 42386 h 42386"/>
                      <a:gd name="connsiteX3" fmla="*/ 120968 w 120967"/>
                      <a:gd name="connsiteY3" fmla="*/ 0 h 42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67" h="42386">
                        <a:moveTo>
                          <a:pt x="120968" y="0"/>
                        </a:moveTo>
                        <a:cubicBezTo>
                          <a:pt x="102775" y="8001"/>
                          <a:pt x="85058" y="19908"/>
                          <a:pt x="65247" y="27051"/>
                        </a:cubicBezTo>
                        <a:cubicBezTo>
                          <a:pt x="42958" y="35052"/>
                          <a:pt x="20860" y="39624"/>
                          <a:pt x="0" y="42386"/>
                        </a:cubicBezTo>
                        <a:cubicBezTo>
                          <a:pt x="20574" y="39624"/>
                          <a:pt x="117729" y="33528"/>
                          <a:pt x="120968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02" name="Forme libre : forme 17801">
                    <a:extLst>
                      <a:ext uri="{FF2B5EF4-FFF2-40B4-BE49-F238E27FC236}">
                        <a16:creationId xmlns:a16="http://schemas.microsoft.com/office/drawing/2014/main" id="{746F50DA-3747-41C3-BFA2-953A77254649}"/>
                      </a:ext>
                    </a:extLst>
                  </p:cNvPr>
                  <p:cNvSpPr/>
                  <p:nvPr/>
                </p:nvSpPr>
                <p:spPr>
                  <a:xfrm>
                    <a:off x="4514663" y="4862531"/>
                    <a:ext cx="99891" cy="103326"/>
                  </a:xfrm>
                  <a:custGeom>
                    <a:avLst/>
                    <a:gdLst>
                      <a:gd name="connsiteX0" fmla="*/ 0 w 99891"/>
                      <a:gd name="connsiteY0" fmla="*/ 91516 h 103326"/>
                      <a:gd name="connsiteX1" fmla="*/ 47244 w 99891"/>
                      <a:gd name="connsiteY1" fmla="*/ 103327 h 103326"/>
                      <a:gd name="connsiteX2" fmla="*/ 50768 w 99891"/>
                      <a:gd name="connsiteY2" fmla="*/ 80467 h 103326"/>
                      <a:gd name="connsiteX3" fmla="*/ 66675 w 99891"/>
                      <a:gd name="connsiteY3" fmla="*/ 43510 h 103326"/>
                      <a:gd name="connsiteX4" fmla="*/ 98870 w 99891"/>
                      <a:gd name="connsiteY4" fmla="*/ 6744 h 103326"/>
                      <a:gd name="connsiteX5" fmla="*/ 80296 w 99891"/>
                      <a:gd name="connsiteY5" fmla="*/ 13316 h 103326"/>
                      <a:gd name="connsiteX6" fmla="*/ 42863 w 99891"/>
                      <a:gd name="connsiteY6" fmla="*/ 55321 h 103326"/>
                      <a:gd name="connsiteX7" fmla="*/ 4191 w 99891"/>
                      <a:gd name="connsiteY7" fmla="*/ 89897 h 103326"/>
                      <a:gd name="connsiteX8" fmla="*/ 0 w 99891"/>
                      <a:gd name="connsiteY8" fmla="*/ 91516 h 103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891" h="103326">
                        <a:moveTo>
                          <a:pt x="0" y="91516"/>
                        </a:moveTo>
                        <a:cubicBezTo>
                          <a:pt x="18859" y="91707"/>
                          <a:pt x="35243" y="95707"/>
                          <a:pt x="47244" y="103327"/>
                        </a:cubicBezTo>
                        <a:cubicBezTo>
                          <a:pt x="49435" y="95422"/>
                          <a:pt x="49435" y="88087"/>
                          <a:pt x="50768" y="80467"/>
                        </a:cubicBezTo>
                        <a:cubicBezTo>
                          <a:pt x="52864" y="68751"/>
                          <a:pt x="58388" y="56083"/>
                          <a:pt x="66675" y="43510"/>
                        </a:cubicBezTo>
                        <a:cubicBezTo>
                          <a:pt x="72771" y="34271"/>
                          <a:pt x="96298" y="14268"/>
                          <a:pt x="98870" y="6744"/>
                        </a:cubicBezTo>
                        <a:cubicBezTo>
                          <a:pt x="104013" y="-8210"/>
                          <a:pt x="88487" y="5220"/>
                          <a:pt x="80296" y="13316"/>
                        </a:cubicBezTo>
                        <a:cubicBezTo>
                          <a:pt x="66580" y="26842"/>
                          <a:pt x="54388" y="41320"/>
                          <a:pt x="42863" y="55321"/>
                        </a:cubicBezTo>
                        <a:cubicBezTo>
                          <a:pt x="32481" y="67990"/>
                          <a:pt x="20955" y="82182"/>
                          <a:pt x="4191" y="89897"/>
                        </a:cubicBezTo>
                        <a:cubicBezTo>
                          <a:pt x="2762" y="90468"/>
                          <a:pt x="1334" y="91040"/>
                          <a:pt x="0" y="9151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03" name="Forme libre : forme 17802">
                    <a:extLst>
                      <a:ext uri="{FF2B5EF4-FFF2-40B4-BE49-F238E27FC236}">
                        <a16:creationId xmlns:a16="http://schemas.microsoft.com/office/drawing/2014/main" id="{94BE1863-6A79-425E-9467-F0161380F667}"/>
                      </a:ext>
                    </a:extLst>
                  </p:cNvPr>
                  <p:cNvSpPr/>
                  <p:nvPr/>
                </p:nvSpPr>
                <p:spPr>
                  <a:xfrm>
                    <a:off x="4478849" y="4954042"/>
                    <a:ext cx="35813" cy="4175"/>
                  </a:xfrm>
                  <a:custGeom>
                    <a:avLst/>
                    <a:gdLst>
                      <a:gd name="connsiteX0" fmla="*/ 35814 w 35813"/>
                      <a:gd name="connsiteY0" fmla="*/ 5 h 4175"/>
                      <a:gd name="connsiteX1" fmla="*/ 0 w 35813"/>
                      <a:gd name="connsiteY1" fmla="*/ 3720 h 4175"/>
                      <a:gd name="connsiteX2" fmla="*/ 35814 w 35813"/>
                      <a:gd name="connsiteY2" fmla="*/ 5 h 4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5813" h="4175">
                        <a:moveTo>
                          <a:pt x="35814" y="5"/>
                        </a:moveTo>
                        <a:cubicBezTo>
                          <a:pt x="24670" y="-90"/>
                          <a:pt x="12573" y="1148"/>
                          <a:pt x="0" y="3720"/>
                        </a:cubicBezTo>
                        <a:cubicBezTo>
                          <a:pt x="10858" y="4482"/>
                          <a:pt x="22955" y="4863"/>
                          <a:pt x="35814" y="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04" name="Forme libre : forme 17803">
                    <a:extLst>
                      <a:ext uri="{FF2B5EF4-FFF2-40B4-BE49-F238E27FC236}">
                        <a16:creationId xmlns:a16="http://schemas.microsoft.com/office/drawing/2014/main" id="{1041B340-8FD5-4E91-85E7-E34134FB0029}"/>
                      </a:ext>
                    </a:extLst>
                  </p:cNvPr>
                  <p:cNvSpPr/>
                  <p:nvPr/>
                </p:nvSpPr>
                <p:spPr>
                  <a:xfrm>
                    <a:off x="1199530" y="4628959"/>
                    <a:ext cx="72478" cy="58982"/>
                  </a:xfrm>
                  <a:custGeom>
                    <a:avLst/>
                    <a:gdLst>
                      <a:gd name="connsiteX0" fmla="*/ 15578 w 72478"/>
                      <a:gd name="connsiteY0" fmla="*/ 25622 h 58982"/>
                      <a:gd name="connsiteX1" fmla="*/ 28437 w 72478"/>
                      <a:gd name="connsiteY1" fmla="*/ 3905 h 58982"/>
                      <a:gd name="connsiteX2" fmla="*/ 33199 w 72478"/>
                      <a:gd name="connsiteY2" fmla="*/ 0 h 58982"/>
                      <a:gd name="connsiteX3" fmla="*/ 1957 w 72478"/>
                      <a:gd name="connsiteY3" fmla="*/ 38290 h 58982"/>
                      <a:gd name="connsiteX4" fmla="*/ 338 w 72478"/>
                      <a:gd name="connsiteY4" fmla="*/ 50197 h 58982"/>
                      <a:gd name="connsiteX5" fmla="*/ 1005 w 72478"/>
                      <a:gd name="connsiteY5" fmla="*/ 52006 h 58982"/>
                      <a:gd name="connsiteX6" fmla="*/ 18340 w 72478"/>
                      <a:gd name="connsiteY6" fmla="*/ 58960 h 58982"/>
                      <a:gd name="connsiteX7" fmla="*/ 48154 w 72478"/>
                      <a:gd name="connsiteY7" fmla="*/ 51435 h 58982"/>
                      <a:gd name="connsiteX8" fmla="*/ 70442 w 72478"/>
                      <a:gd name="connsiteY8" fmla="*/ 14097 h 58982"/>
                      <a:gd name="connsiteX9" fmla="*/ 38248 w 72478"/>
                      <a:gd name="connsiteY9" fmla="*/ 25527 h 58982"/>
                      <a:gd name="connsiteX10" fmla="*/ 15578 w 72478"/>
                      <a:gd name="connsiteY10" fmla="*/ 25622 h 58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2478" h="58982">
                        <a:moveTo>
                          <a:pt x="15578" y="25622"/>
                        </a:moveTo>
                        <a:cubicBezTo>
                          <a:pt x="12054" y="20574"/>
                          <a:pt x="20245" y="11049"/>
                          <a:pt x="28437" y="3905"/>
                        </a:cubicBezTo>
                        <a:cubicBezTo>
                          <a:pt x="29866" y="2667"/>
                          <a:pt x="31485" y="1333"/>
                          <a:pt x="33199" y="0"/>
                        </a:cubicBezTo>
                        <a:cubicBezTo>
                          <a:pt x="21865" y="4477"/>
                          <a:pt x="10435" y="16002"/>
                          <a:pt x="1957" y="38290"/>
                        </a:cubicBezTo>
                        <a:cubicBezTo>
                          <a:pt x="338" y="42577"/>
                          <a:pt x="-519" y="46768"/>
                          <a:pt x="338" y="50197"/>
                        </a:cubicBezTo>
                        <a:cubicBezTo>
                          <a:pt x="529" y="50863"/>
                          <a:pt x="719" y="51435"/>
                          <a:pt x="1005" y="52006"/>
                        </a:cubicBezTo>
                        <a:cubicBezTo>
                          <a:pt x="3481" y="56864"/>
                          <a:pt x="10244" y="59246"/>
                          <a:pt x="18340" y="58960"/>
                        </a:cubicBezTo>
                        <a:cubicBezTo>
                          <a:pt x="27389" y="58769"/>
                          <a:pt x="37962" y="55626"/>
                          <a:pt x="48154" y="51435"/>
                        </a:cubicBezTo>
                        <a:cubicBezTo>
                          <a:pt x="71395" y="41815"/>
                          <a:pt x="75776" y="26098"/>
                          <a:pt x="70442" y="14097"/>
                        </a:cubicBezTo>
                        <a:cubicBezTo>
                          <a:pt x="57393" y="19336"/>
                          <a:pt x="45296" y="23431"/>
                          <a:pt x="38248" y="25527"/>
                        </a:cubicBezTo>
                        <a:cubicBezTo>
                          <a:pt x="29199" y="28289"/>
                          <a:pt x="18721" y="30194"/>
                          <a:pt x="15578" y="2562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05" name="Forme libre : forme 17804">
                    <a:extLst>
                      <a:ext uri="{FF2B5EF4-FFF2-40B4-BE49-F238E27FC236}">
                        <a16:creationId xmlns:a16="http://schemas.microsoft.com/office/drawing/2014/main" id="{760AC4AC-3B48-4DB2-AFAE-20093BE6CA21}"/>
                      </a:ext>
                    </a:extLst>
                  </p:cNvPr>
                  <p:cNvSpPr/>
                  <p:nvPr/>
                </p:nvSpPr>
                <p:spPr>
                  <a:xfrm>
                    <a:off x="1068371" y="4734070"/>
                    <a:ext cx="91758" cy="47604"/>
                  </a:xfrm>
                  <a:custGeom>
                    <a:avLst/>
                    <a:gdLst>
                      <a:gd name="connsiteX0" fmla="*/ 1004 w 91758"/>
                      <a:gd name="connsiteY0" fmla="*/ 45194 h 47604"/>
                      <a:gd name="connsiteX1" fmla="*/ 5195 w 91758"/>
                      <a:gd name="connsiteY1" fmla="*/ 46813 h 47604"/>
                      <a:gd name="connsiteX2" fmla="*/ 91492 w 91758"/>
                      <a:gd name="connsiteY2" fmla="*/ 11094 h 47604"/>
                      <a:gd name="connsiteX3" fmla="*/ 11767 w 91758"/>
                      <a:gd name="connsiteY3" fmla="*/ 29192 h 47604"/>
                      <a:gd name="connsiteX4" fmla="*/ 1004 w 91758"/>
                      <a:gd name="connsiteY4" fmla="*/ 45194 h 47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758" h="47604">
                        <a:moveTo>
                          <a:pt x="1004" y="45194"/>
                        </a:moveTo>
                        <a:cubicBezTo>
                          <a:pt x="1957" y="46146"/>
                          <a:pt x="3576" y="46527"/>
                          <a:pt x="5195" y="46813"/>
                        </a:cubicBezTo>
                        <a:cubicBezTo>
                          <a:pt x="25007" y="50814"/>
                          <a:pt x="86729" y="39765"/>
                          <a:pt x="91492" y="11094"/>
                        </a:cubicBezTo>
                        <a:cubicBezTo>
                          <a:pt x="96349" y="-17481"/>
                          <a:pt x="33675" y="16714"/>
                          <a:pt x="11767" y="29192"/>
                        </a:cubicBezTo>
                        <a:cubicBezTo>
                          <a:pt x="4147" y="33668"/>
                          <a:pt x="-2615" y="41860"/>
                          <a:pt x="1004" y="4519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06" name="Forme libre : forme 17805">
                    <a:extLst>
                      <a:ext uri="{FF2B5EF4-FFF2-40B4-BE49-F238E27FC236}">
                        <a16:creationId xmlns:a16="http://schemas.microsoft.com/office/drawing/2014/main" id="{D7153043-3BFC-43EE-BD21-BF82B8045A66}"/>
                      </a:ext>
                    </a:extLst>
                  </p:cNvPr>
                  <p:cNvSpPr/>
                  <p:nvPr/>
                </p:nvSpPr>
                <p:spPr>
                  <a:xfrm>
                    <a:off x="794427" y="4920996"/>
                    <a:ext cx="4152" cy="10572"/>
                  </a:xfrm>
                  <a:custGeom>
                    <a:avLst/>
                    <a:gdLst>
                      <a:gd name="connsiteX0" fmla="*/ 438 w 4152"/>
                      <a:gd name="connsiteY0" fmla="*/ 0 h 10572"/>
                      <a:gd name="connsiteX1" fmla="*/ 247 w 4152"/>
                      <a:gd name="connsiteY1" fmla="*/ 762 h 10572"/>
                      <a:gd name="connsiteX2" fmla="*/ 57 w 4152"/>
                      <a:gd name="connsiteY2" fmla="*/ 7429 h 10572"/>
                      <a:gd name="connsiteX3" fmla="*/ 4153 w 4152"/>
                      <a:gd name="connsiteY3" fmla="*/ 10573 h 10572"/>
                      <a:gd name="connsiteX4" fmla="*/ 438 w 4152"/>
                      <a:gd name="connsiteY4" fmla="*/ 0 h 10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52" h="10572">
                        <a:moveTo>
                          <a:pt x="438" y="0"/>
                        </a:moveTo>
                        <a:cubicBezTo>
                          <a:pt x="438" y="285"/>
                          <a:pt x="343" y="476"/>
                          <a:pt x="247" y="762"/>
                        </a:cubicBezTo>
                        <a:cubicBezTo>
                          <a:pt x="-38" y="3048"/>
                          <a:pt x="-38" y="5239"/>
                          <a:pt x="57" y="7429"/>
                        </a:cubicBezTo>
                        <a:cubicBezTo>
                          <a:pt x="1390" y="8477"/>
                          <a:pt x="2915" y="9430"/>
                          <a:pt x="4153" y="10573"/>
                        </a:cubicBezTo>
                        <a:cubicBezTo>
                          <a:pt x="2819" y="7048"/>
                          <a:pt x="1581" y="3524"/>
                          <a:pt x="438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07" name="Forme libre : forme 17806">
                    <a:extLst>
                      <a:ext uri="{FF2B5EF4-FFF2-40B4-BE49-F238E27FC236}">
                        <a16:creationId xmlns:a16="http://schemas.microsoft.com/office/drawing/2014/main" id="{5B125246-04F1-4F01-BA4B-EB2A7CEE3065}"/>
                      </a:ext>
                    </a:extLst>
                  </p:cNvPr>
                  <p:cNvSpPr/>
                  <p:nvPr/>
                </p:nvSpPr>
                <p:spPr>
                  <a:xfrm>
                    <a:off x="794579" y="4800374"/>
                    <a:ext cx="198596" cy="172913"/>
                  </a:xfrm>
                  <a:custGeom>
                    <a:avLst/>
                    <a:gdLst>
                      <a:gd name="connsiteX0" fmla="*/ 24765 w 198596"/>
                      <a:gd name="connsiteY0" fmla="*/ 172914 h 172913"/>
                      <a:gd name="connsiteX1" fmla="*/ 38100 w 198596"/>
                      <a:gd name="connsiteY1" fmla="*/ 165389 h 172913"/>
                      <a:gd name="connsiteX2" fmla="*/ 65151 w 198596"/>
                      <a:gd name="connsiteY2" fmla="*/ 159865 h 172913"/>
                      <a:gd name="connsiteX3" fmla="*/ 72199 w 198596"/>
                      <a:gd name="connsiteY3" fmla="*/ 164056 h 172913"/>
                      <a:gd name="connsiteX4" fmla="*/ 97345 w 198596"/>
                      <a:gd name="connsiteY4" fmla="*/ 151006 h 172913"/>
                      <a:gd name="connsiteX5" fmla="*/ 116967 w 198596"/>
                      <a:gd name="connsiteY5" fmla="*/ 127098 h 172913"/>
                      <a:gd name="connsiteX6" fmla="*/ 159068 w 198596"/>
                      <a:gd name="connsiteY6" fmla="*/ 67472 h 172913"/>
                      <a:gd name="connsiteX7" fmla="*/ 140398 w 198596"/>
                      <a:gd name="connsiteY7" fmla="*/ 74140 h 172913"/>
                      <a:gd name="connsiteX8" fmla="*/ 132778 w 198596"/>
                      <a:gd name="connsiteY8" fmla="*/ 58995 h 172913"/>
                      <a:gd name="connsiteX9" fmla="*/ 160020 w 198596"/>
                      <a:gd name="connsiteY9" fmla="*/ 43850 h 172913"/>
                      <a:gd name="connsiteX10" fmla="*/ 170021 w 198596"/>
                      <a:gd name="connsiteY10" fmla="*/ 53375 h 172913"/>
                      <a:gd name="connsiteX11" fmla="*/ 190310 w 198596"/>
                      <a:gd name="connsiteY11" fmla="*/ 28800 h 172913"/>
                      <a:gd name="connsiteX12" fmla="*/ 198596 w 198596"/>
                      <a:gd name="connsiteY12" fmla="*/ 5369 h 172913"/>
                      <a:gd name="connsiteX13" fmla="*/ 134874 w 198596"/>
                      <a:gd name="connsiteY13" fmla="*/ 7560 h 172913"/>
                      <a:gd name="connsiteX14" fmla="*/ 46768 w 198596"/>
                      <a:gd name="connsiteY14" fmla="*/ 54042 h 172913"/>
                      <a:gd name="connsiteX15" fmla="*/ 381 w 198596"/>
                      <a:gd name="connsiteY15" fmla="*/ 120812 h 172913"/>
                      <a:gd name="connsiteX16" fmla="*/ 4096 w 198596"/>
                      <a:gd name="connsiteY16" fmla="*/ 131290 h 172913"/>
                      <a:gd name="connsiteX17" fmla="*/ 0 w 198596"/>
                      <a:gd name="connsiteY17" fmla="*/ 128146 h 172913"/>
                      <a:gd name="connsiteX18" fmla="*/ 7906 w 198596"/>
                      <a:gd name="connsiteY18" fmla="*/ 156436 h 172913"/>
                      <a:gd name="connsiteX19" fmla="*/ 24765 w 198596"/>
                      <a:gd name="connsiteY19" fmla="*/ 172914 h 172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98596" h="172913">
                        <a:moveTo>
                          <a:pt x="24765" y="172914"/>
                        </a:moveTo>
                        <a:cubicBezTo>
                          <a:pt x="28861" y="169961"/>
                          <a:pt x="33242" y="167389"/>
                          <a:pt x="38100" y="165389"/>
                        </a:cubicBezTo>
                        <a:cubicBezTo>
                          <a:pt x="45529" y="162341"/>
                          <a:pt x="56388" y="157674"/>
                          <a:pt x="65151" y="159865"/>
                        </a:cubicBezTo>
                        <a:cubicBezTo>
                          <a:pt x="68390" y="160627"/>
                          <a:pt x="70580" y="162150"/>
                          <a:pt x="72199" y="164056"/>
                        </a:cubicBezTo>
                        <a:cubicBezTo>
                          <a:pt x="81153" y="161007"/>
                          <a:pt x="89821" y="156912"/>
                          <a:pt x="97345" y="151006"/>
                        </a:cubicBezTo>
                        <a:cubicBezTo>
                          <a:pt x="106394" y="143767"/>
                          <a:pt x="111728" y="135195"/>
                          <a:pt x="116967" y="127098"/>
                        </a:cubicBezTo>
                        <a:cubicBezTo>
                          <a:pt x="129635" y="107191"/>
                          <a:pt x="143827" y="87284"/>
                          <a:pt x="159068" y="67472"/>
                        </a:cubicBezTo>
                        <a:cubicBezTo>
                          <a:pt x="153352" y="71473"/>
                          <a:pt x="146399" y="74140"/>
                          <a:pt x="140398" y="74140"/>
                        </a:cubicBezTo>
                        <a:cubicBezTo>
                          <a:pt x="130778" y="74140"/>
                          <a:pt x="127349" y="67377"/>
                          <a:pt x="132778" y="58995"/>
                        </a:cubicBezTo>
                        <a:cubicBezTo>
                          <a:pt x="138208" y="50613"/>
                          <a:pt x="150400" y="43850"/>
                          <a:pt x="160020" y="43850"/>
                        </a:cubicBezTo>
                        <a:cubicBezTo>
                          <a:pt x="167354" y="43850"/>
                          <a:pt x="171069" y="47850"/>
                          <a:pt x="170021" y="53375"/>
                        </a:cubicBezTo>
                        <a:cubicBezTo>
                          <a:pt x="176594" y="45183"/>
                          <a:pt x="183356" y="36992"/>
                          <a:pt x="190310" y="28800"/>
                        </a:cubicBezTo>
                        <a:lnTo>
                          <a:pt x="198596" y="5369"/>
                        </a:lnTo>
                        <a:cubicBezTo>
                          <a:pt x="185547" y="-3680"/>
                          <a:pt x="159544" y="-156"/>
                          <a:pt x="134874" y="7560"/>
                        </a:cubicBezTo>
                        <a:cubicBezTo>
                          <a:pt x="104203" y="17180"/>
                          <a:pt x="72295" y="33182"/>
                          <a:pt x="46768" y="54042"/>
                        </a:cubicBezTo>
                        <a:cubicBezTo>
                          <a:pt x="21526" y="74616"/>
                          <a:pt x="3143" y="99762"/>
                          <a:pt x="381" y="120812"/>
                        </a:cubicBezTo>
                        <a:cubicBezTo>
                          <a:pt x="1524" y="124336"/>
                          <a:pt x="2762" y="127861"/>
                          <a:pt x="4096" y="131290"/>
                        </a:cubicBezTo>
                        <a:cubicBezTo>
                          <a:pt x="2762" y="130147"/>
                          <a:pt x="1333" y="129194"/>
                          <a:pt x="0" y="128146"/>
                        </a:cubicBezTo>
                        <a:cubicBezTo>
                          <a:pt x="381" y="138529"/>
                          <a:pt x="4096" y="147577"/>
                          <a:pt x="7906" y="156436"/>
                        </a:cubicBezTo>
                        <a:cubicBezTo>
                          <a:pt x="11049" y="163484"/>
                          <a:pt x="14859" y="171104"/>
                          <a:pt x="24765" y="17291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08" name="Forme libre : forme 17807">
                    <a:extLst>
                      <a:ext uri="{FF2B5EF4-FFF2-40B4-BE49-F238E27FC236}">
                        <a16:creationId xmlns:a16="http://schemas.microsoft.com/office/drawing/2014/main" id="{1C1E690E-B2F8-470A-8847-E6EAB1005BD9}"/>
                      </a:ext>
                    </a:extLst>
                  </p:cNvPr>
                  <p:cNvSpPr/>
                  <p:nvPr/>
                </p:nvSpPr>
                <p:spPr>
                  <a:xfrm>
                    <a:off x="1359470" y="4601006"/>
                    <a:ext cx="196411" cy="121932"/>
                  </a:xfrm>
                  <a:custGeom>
                    <a:avLst/>
                    <a:gdLst>
                      <a:gd name="connsiteX0" fmla="*/ 23659 w 196411"/>
                      <a:gd name="connsiteY0" fmla="*/ 118441 h 121932"/>
                      <a:gd name="connsiteX1" fmla="*/ 63664 w 196411"/>
                      <a:gd name="connsiteY1" fmla="*/ 120536 h 121932"/>
                      <a:gd name="connsiteX2" fmla="*/ 151008 w 196411"/>
                      <a:gd name="connsiteY2" fmla="*/ 74626 h 121932"/>
                      <a:gd name="connsiteX3" fmla="*/ 159771 w 196411"/>
                      <a:gd name="connsiteY3" fmla="*/ 65958 h 121932"/>
                      <a:gd name="connsiteX4" fmla="*/ 157676 w 196411"/>
                      <a:gd name="connsiteY4" fmla="*/ 58528 h 121932"/>
                      <a:gd name="connsiteX5" fmla="*/ 171582 w 196411"/>
                      <a:gd name="connsiteY5" fmla="*/ 50813 h 121932"/>
                      <a:gd name="connsiteX6" fmla="*/ 173011 w 196411"/>
                      <a:gd name="connsiteY6" fmla="*/ 51099 h 121932"/>
                      <a:gd name="connsiteX7" fmla="*/ 191585 w 196411"/>
                      <a:gd name="connsiteY7" fmla="*/ 1950 h 121932"/>
                      <a:gd name="connsiteX8" fmla="*/ 92620 w 196411"/>
                      <a:gd name="connsiteY8" fmla="*/ 18333 h 121932"/>
                      <a:gd name="connsiteX9" fmla="*/ 44328 w 196411"/>
                      <a:gd name="connsiteY9" fmla="*/ 38716 h 121932"/>
                      <a:gd name="connsiteX10" fmla="*/ 6419 w 196411"/>
                      <a:gd name="connsiteY10" fmla="*/ 71673 h 121932"/>
                      <a:gd name="connsiteX11" fmla="*/ 23659 w 196411"/>
                      <a:gd name="connsiteY11" fmla="*/ 118441 h 121932"/>
                      <a:gd name="connsiteX12" fmla="*/ 49377 w 196411"/>
                      <a:gd name="connsiteY12" fmla="*/ 61576 h 121932"/>
                      <a:gd name="connsiteX13" fmla="*/ 74237 w 196411"/>
                      <a:gd name="connsiteY13" fmla="*/ 37383 h 121932"/>
                      <a:gd name="connsiteX14" fmla="*/ 114242 w 196411"/>
                      <a:gd name="connsiteY14" fmla="*/ 17666 h 121932"/>
                      <a:gd name="connsiteX15" fmla="*/ 168249 w 196411"/>
                      <a:gd name="connsiteY15" fmla="*/ 12808 h 121932"/>
                      <a:gd name="connsiteX16" fmla="*/ 163010 w 196411"/>
                      <a:gd name="connsiteY16" fmla="*/ 33859 h 121932"/>
                      <a:gd name="connsiteX17" fmla="*/ 133101 w 196411"/>
                      <a:gd name="connsiteY17" fmla="*/ 50432 h 121932"/>
                      <a:gd name="connsiteX18" fmla="*/ 73951 w 196411"/>
                      <a:gd name="connsiteY18" fmla="*/ 72911 h 121932"/>
                      <a:gd name="connsiteX19" fmla="*/ 59568 w 196411"/>
                      <a:gd name="connsiteY19" fmla="*/ 77102 h 121932"/>
                      <a:gd name="connsiteX20" fmla="*/ 49377 w 196411"/>
                      <a:gd name="connsiteY20" fmla="*/ 61576 h 121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96411" h="121932">
                        <a:moveTo>
                          <a:pt x="23659" y="118441"/>
                        </a:moveTo>
                        <a:cubicBezTo>
                          <a:pt x="34708" y="121965"/>
                          <a:pt x="48329" y="123108"/>
                          <a:pt x="63664" y="120536"/>
                        </a:cubicBezTo>
                        <a:cubicBezTo>
                          <a:pt x="93477" y="115488"/>
                          <a:pt x="127005" y="96628"/>
                          <a:pt x="151008" y="74626"/>
                        </a:cubicBezTo>
                        <a:cubicBezTo>
                          <a:pt x="153580" y="72340"/>
                          <a:pt x="156533" y="69292"/>
                          <a:pt x="159771" y="65958"/>
                        </a:cubicBezTo>
                        <a:cubicBezTo>
                          <a:pt x="156342" y="65196"/>
                          <a:pt x="155295" y="62243"/>
                          <a:pt x="157676" y="58528"/>
                        </a:cubicBezTo>
                        <a:cubicBezTo>
                          <a:pt x="160438" y="54242"/>
                          <a:pt x="166725" y="50813"/>
                          <a:pt x="171582" y="50813"/>
                        </a:cubicBezTo>
                        <a:cubicBezTo>
                          <a:pt x="172154" y="50813"/>
                          <a:pt x="172535" y="51003"/>
                          <a:pt x="173011" y="51099"/>
                        </a:cubicBezTo>
                        <a:cubicBezTo>
                          <a:pt x="189585" y="31096"/>
                          <a:pt x="204348" y="7379"/>
                          <a:pt x="191585" y="1950"/>
                        </a:cubicBezTo>
                        <a:cubicBezTo>
                          <a:pt x="173964" y="-5480"/>
                          <a:pt x="118052" y="10141"/>
                          <a:pt x="92620" y="18333"/>
                        </a:cubicBezTo>
                        <a:cubicBezTo>
                          <a:pt x="76428" y="23571"/>
                          <a:pt x="59854" y="29858"/>
                          <a:pt x="44328" y="38716"/>
                        </a:cubicBezTo>
                        <a:cubicBezTo>
                          <a:pt x="28803" y="47575"/>
                          <a:pt x="14325" y="59386"/>
                          <a:pt x="6419" y="71673"/>
                        </a:cubicBezTo>
                        <a:cubicBezTo>
                          <a:pt x="-7869" y="93961"/>
                          <a:pt x="3371" y="111868"/>
                          <a:pt x="23659" y="118441"/>
                        </a:cubicBezTo>
                        <a:close/>
                        <a:moveTo>
                          <a:pt x="49377" y="61576"/>
                        </a:moveTo>
                        <a:cubicBezTo>
                          <a:pt x="53663" y="53004"/>
                          <a:pt x="63664" y="44431"/>
                          <a:pt x="74237" y="37383"/>
                        </a:cubicBezTo>
                        <a:cubicBezTo>
                          <a:pt x="86715" y="29096"/>
                          <a:pt x="100526" y="22333"/>
                          <a:pt x="114242" y="17666"/>
                        </a:cubicBezTo>
                        <a:cubicBezTo>
                          <a:pt x="130053" y="12237"/>
                          <a:pt x="161105" y="4331"/>
                          <a:pt x="168249" y="12808"/>
                        </a:cubicBezTo>
                        <a:cubicBezTo>
                          <a:pt x="171963" y="17190"/>
                          <a:pt x="169487" y="27191"/>
                          <a:pt x="163010" y="33859"/>
                        </a:cubicBezTo>
                        <a:cubicBezTo>
                          <a:pt x="155485" y="41669"/>
                          <a:pt x="143103" y="46622"/>
                          <a:pt x="133101" y="50432"/>
                        </a:cubicBezTo>
                        <a:cubicBezTo>
                          <a:pt x="113385" y="57957"/>
                          <a:pt x="93668" y="65482"/>
                          <a:pt x="73951" y="72911"/>
                        </a:cubicBezTo>
                        <a:cubicBezTo>
                          <a:pt x="69093" y="74721"/>
                          <a:pt x="64045" y="76626"/>
                          <a:pt x="59568" y="77102"/>
                        </a:cubicBezTo>
                        <a:cubicBezTo>
                          <a:pt x="48900" y="78245"/>
                          <a:pt x="45186" y="70149"/>
                          <a:pt x="49377" y="6157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09" name="Forme libre : forme 17808">
                    <a:extLst>
                      <a:ext uri="{FF2B5EF4-FFF2-40B4-BE49-F238E27FC236}">
                        <a16:creationId xmlns:a16="http://schemas.microsoft.com/office/drawing/2014/main" id="{D8FB89CD-05D3-49FF-A87F-5538786DBCC5}"/>
                      </a:ext>
                    </a:extLst>
                  </p:cNvPr>
                  <p:cNvSpPr/>
                  <p:nvPr/>
                </p:nvSpPr>
                <p:spPr>
                  <a:xfrm>
                    <a:off x="1101225" y="4768106"/>
                    <a:ext cx="241441" cy="120185"/>
                  </a:xfrm>
                  <a:custGeom>
                    <a:avLst/>
                    <a:gdLst>
                      <a:gd name="connsiteX0" fmla="*/ 135600 w 241441"/>
                      <a:gd name="connsiteY0" fmla="*/ 7728 h 120185"/>
                      <a:gd name="connsiteX1" fmla="*/ 90927 w 241441"/>
                      <a:gd name="connsiteY1" fmla="*/ 37065 h 120185"/>
                      <a:gd name="connsiteX2" fmla="*/ 8631 w 241441"/>
                      <a:gd name="connsiteY2" fmla="*/ 79642 h 120185"/>
                      <a:gd name="connsiteX3" fmla="*/ 249 w 241441"/>
                      <a:gd name="connsiteY3" fmla="*/ 95073 h 120185"/>
                      <a:gd name="connsiteX4" fmla="*/ 31872 w 241441"/>
                      <a:gd name="connsiteY4" fmla="*/ 97454 h 120185"/>
                      <a:gd name="connsiteX5" fmla="*/ 82069 w 241441"/>
                      <a:gd name="connsiteY5" fmla="*/ 117552 h 120185"/>
                      <a:gd name="connsiteX6" fmla="*/ 135409 w 241441"/>
                      <a:gd name="connsiteY6" fmla="*/ 113647 h 120185"/>
                      <a:gd name="connsiteX7" fmla="*/ 154840 w 241441"/>
                      <a:gd name="connsiteY7" fmla="*/ 103740 h 120185"/>
                      <a:gd name="connsiteX8" fmla="*/ 185130 w 241441"/>
                      <a:gd name="connsiteY8" fmla="*/ 76594 h 120185"/>
                      <a:gd name="connsiteX9" fmla="*/ 209609 w 241441"/>
                      <a:gd name="connsiteY9" fmla="*/ 80594 h 120185"/>
                      <a:gd name="connsiteX10" fmla="*/ 237041 w 241441"/>
                      <a:gd name="connsiteY10" fmla="*/ 76213 h 120185"/>
                      <a:gd name="connsiteX11" fmla="*/ 230659 w 241441"/>
                      <a:gd name="connsiteY11" fmla="*/ 56687 h 120185"/>
                      <a:gd name="connsiteX12" fmla="*/ 237422 w 241441"/>
                      <a:gd name="connsiteY12" fmla="*/ 17349 h 120185"/>
                      <a:gd name="connsiteX13" fmla="*/ 241232 w 241441"/>
                      <a:gd name="connsiteY13" fmla="*/ 4966 h 120185"/>
                      <a:gd name="connsiteX14" fmla="*/ 214657 w 241441"/>
                      <a:gd name="connsiteY14" fmla="*/ 2204 h 120185"/>
                      <a:gd name="connsiteX15" fmla="*/ 168175 w 241441"/>
                      <a:gd name="connsiteY15" fmla="*/ 13158 h 120185"/>
                      <a:gd name="connsiteX16" fmla="*/ 135600 w 241441"/>
                      <a:gd name="connsiteY16" fmla="*/ 7728 h 120185"/>
                      <a:gd name="connsiteX17" fmla="*/ 179796 w 241441"/>
                      <a:gd name="connsiteY17" fmla="*/ 76689 h 120185"/>
                      <a:gd name="connsiteX18" fmla="*/ 165889 w 241441"/>
                      <a:gd name="connsiteY18" fmla="*/ 84405 h 120185"/>
                      <a:gd name="connsiteX19" fmla="*/ 161984 w 241441"/>
                      <a:gd name="connsiteY19" fmla="*/ 76689 h 120185"/>
                      <a:gd name="connsiteX20" fmla="*/ 175890 w 241441"/>
                      <a:gd name="connsiteY20" fmla="*/ 68974 h 120185"/>
                      <a:gd name="connsiteX21" fmla="*/ 179796 w 241441"/>
                      <a:gd name="connsiteY21" fmla="*/ 76689 h 120185"/>
                      <a:gd name="connsiteX22" fmla="*/ 170556 w 241441"/>
                      <a:gd name="connsiteY22" fmla="*/ 40113 h 120185"/>
                      <a:gd name="connsiteX23" fmla="*/ 80450 w 241441"/>
                      <a:gd name="connsiteY23" fmla="*/ 97168 h 120185"/>
                      <a:gd name="connsiteX24" fmla="*/ 57590 w 241441"/>
                      <a:gd name="connsiteY24" fmla="*/ 97263 h 120185"/>
                      <a:gd name="connsiteX25" fmla="*/ 70449 w 241441"/>
                      <a:gd name="connsiteY25" fmla="*/ 75546 h 120185"/>
                      <a:gd name="connsiteX26" fmla="*/ 170556 w 241441"/>
                      <a:gd name="connsiteY26" fmla="*/ 40113 h 120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1441" h="120185">
                        <a:moveTo>
                          <a:pt x="135600" y="7728"/>
                        </a:moveTo>
                        <a:cubicBezTo>
                          <a:pt x="119217" y="11919"/>
                          <a:pt x="105977" y="26874"/>
                          <a:pt x="90927" y="37065"/>
                        </a:cubicBezTo>
                        <a:cubicBezTo>
                          <a:pt x="65019" y="54591"/>
                          <a:pt x="30444" y="59449"/>
                          <a:pt x="8631" y="79642"/>
                        </a:cubicBezTo>
                        <a:cubicBezTo>
                          <a:pt x="3107" y="84690"/>
                          <a:pt x="-1084" y="90977"/>
                          <a:pt x="249" y="95073"/>
                        </a:cubicBezTo>
                        <a:cubicBezTo>
                          <a:pt x="2631" y="102788"/>
                          <a:pt x="19776" y="98216"/>
                          <a:pt x="31872" y="97454"/>
                        </a:cubicBezTo>
                        <a:cubicBezTo>
                          <a:pt x="55494" y="95930"/>
                          <a:pt x="64257" y="111551"/>
                          <a:pt x="82069" y="117552"/>
                        </a:cubicBezTo>
                        <a:cubicBezTo>
                          <a:pt x="95785" y="122123"/>
                          <a:pt x="115407" y="120695"/>
                          <a:pt x="135409" y="113647"/>
                        </a:cubicBezTo>
                        <a:cubicBezTo>
                          <a:pt x="142077" y="111265"/>
                          <a:pt x="149125" y="108217"/>
                          <a:pt x="154840" y="103740"/>
                        </a:cubicBezTo>
                        <a:cubicBezTo>
                          <a:pt x="166175" y="94977"/>
                          <a:pt x="171985" y="81833"/>
                          <a:pt x="185130" y="76594"/>
                        </a:cubicBezTo>
                        <a:cubicBezTo>
                          <a:pt x="196083" y="72308"/>
                          <a:pt x="203132" y="77166"/>
                          <a:pt x="209609" y="80594"/>
                        </a:cubicBezTo>
                        <a:cubicBezTo>
                          <a:pt x="216086" y="84024"/>
                          <a:pt x="229326" y="84214"/>
                          <a:pt x="237041" y="76213"/>
                        </a:cubicBezTo>
                        <a:cubicBezTo>
                          <a:pt x="245613" y="67355"/>
                          <a:pt x="235612" y="62211"/>
                          <a:pt x="230659" y="56687"/>
                        </a:cubicBezTo>
                        <a:cubicBezTo>
                          <a:pt x="222849" y="47924"/>
                          <a:pt x="229707" y="31922"/>
                          <a:pt x="237422" y="17349"/>
                        </a:cubicBezTo>
                        <a:cubicBezTo>
                          <a:pt x="239708" y="12967"/>
                          <a:pt x="242184" y="8395"/>
                          <a:pt x="241232" y="4966"/>
                        </a:cubicBezTo>
                        <a:cubicBezTo>
                          <a:pt x="239422" y="-1987"/>
                          <a:pt x="225992" y="-368"/>
                          <a:pt x="214657" y="2204"/>
                        </a:cubicBezTo>
                        <a:cubicBezTo>
                          <a:pt x="200846" y="5252"/>
                          <a:pt x="180653" y="13062"/>
                          <a:pt x="168175" y="13158"/>
                        </a:cubicBezTo>
                        <a:cubicBezTo>
                          <a:pt x="155412" y="13348"/>
                          <a:pt x="151030" y="3728"/>
                          <a:pt x="135600" y="7728"/>
                        </a:cubicBezTo>
                        <a:close/>
                        <a:moveTo>
                          <a:pt x="179796" y="76689"/>
                        </a:moveTo>
                        <a:cubicBezTo>
                          <a:pt x="177033" y="80976"/>
                          <a:pt x="170747" y="84405"/>
                          <a:pt x="165889" y="84405"/>
                        </a:cubicBezTo>
                        <a:cubicBezTo>
                          <a:pt x="161031" y="84405"/>
                          <a:pt x="159222" y="80976"/>
                          <a:pt x="161984" y="76689"/>
                        </a:cubicBezTo>
                        <a:cubicBezTo>
                          <a:pt x="164746" y="72403"/>
                          <a:pt x="171033" y="68974"/>
                          <a:pt x="175890" y="68974"/>
                        </a:cubicBezTo>
                        <a:cubicBezTo>
                          <a:pt x="180843" y="68974"/>
                          <a:pt x="182558" y="72403"/>
                          <a:pt x="179796" y="76689"/>
                        </a:cubicBezTo>
                        <a:close/>
                        <a:moveTo>
                          <a:pt x="170556" y="40113"/>
                        </a:moveTo>
                        <a:cubicBezTo>
                          <a:pt x="182082" y="61735"/>
                          <a:pt x="103881" y="90310"/>
                          <a:pt x="80450" y="97168"/>
                        </a:cubicBezTo>
                        <a:cubicBezTo>
                          <a:pt x="71306" y="99835"/>
                          <a:pt x="60733" y="101835"/>
                          <a:pt x="57590" y="97263"/>
                        </a:cubicBezTo>
                        <a:cubicBezTo>
                          <a:pt x="54066" y="92215"/>
                          <a:pt x="62257" y="82690"/>
                          <a:pt x="70449" y="75546"/>
                        </a:cubicBezTo>
                        <a:cubicBezTo>
                          <a:pt x="94642" y="54972"/>
                          <a:pt x="157602" y="15920"/>
                          <a:pt x="170556" y="4011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10" name="Forme libre : forme 17809">
                    <a:extLst>
                      <a:ext uri="{FF2B5EF4-FFF2-40B4-BE49-F238E27FC236}">
                        <a16:creationId xmlns:a16="http://schemas.microsoft.com/office/drawing/2014/main" id="{B4892543-C5AE-4B7C-828D-3860115C1582}"/>
                      </a:ext>
                    </a:extLst>
                  </p:cNvPr>
                  <p:cNvSpPr/>
                  <p:nvPr/>
                </p:nvSpPr>
                <p:spPr>
                  <a:xfrm>
                    <a:off x="1033333" y="4897553"/>
                    <a:ext cx="119767" cy="69637"/>
                  </a:xfrm>
                  <a:custGeom>
                    <a:avLst/>
                    <a:gdLst>
                      <a:gd name="connsiteX0" fmla="*/ 103003 w 119767"/>
                      <a:gd name="connsiteY0" fmla="*/ 14679 h 69637"/>
                      <a:gd name="connsiteX1" fmla="*/ 71571 w 119767"/>
                      <a:gd name="connsiteY1" fmla="*/ 391 h 69637"/>
                      <a:gd name="connsiteX2" fmla="*/ 34328 w 119767"/>
                      <a:gd name="connsiteY2" fmla="*/ 8583 h 69637"/>
                      <a:gd name="connsiteX3" fmla="*/ 15468 w 119767"/>
                      <a:gd name="connsiteY3" fmla="*/ 27443 h 69637"/>
                      <a:gd name="connsiteX4" fmla="*/ 419 w 119767"/>
                      <a:gd name="connsiteY4" fmla="*/ 59161 h 69637"/>
                      <a:gd name="connsiteX5" fmla="*/ 21564 w 119767"/>
                      <a:gd name="connsiteY5" fmla="*/ 69353 h 69637"/>
                      <a:gd name="connsiteX6" fmla="*/ 100717 w 119767"/>
                      <a:gd name="connsiteY6" fmla="*/ 52494 h 69637"/>
                      <a:gd name="connsiteX7" fmla="*/ 119767 w 119767"/>
                      <a:gd name="connsiteY7" fmla="*/ 25728 h 69637"/>
                      <a:gd name="connsiteX8" fmla="*/ 103003 w 119767"/>
                      <a:gd name="connsiteY8" fmla="*/ 14679 h 69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9767" h="69637">
                        <a:moveTo>
                          <a:pt x="103003" y="14679"/>
                        </a:moveTo>
                        <a:cubicBezTo>
                          <a:pt x="96145" y="6964"/>
                          <a:pt x="85191" y="2011"/>
                          <a:pt x="71571" y="391"/>
                        </a:cubicBezTo>
                        <a:cubicBezTo>
                          <a:pt x="60807" y="-846"/>
                          <a:pt x="46615" y="582"/>
                          <a:pt x="34328" y="8583"/>
                        </a:cubicBezTo>
                        <a:cubicBezTo>
                          <a:pt x="26232" y="13822"/>
                          <a:pt x="20612" y="20775"/>
                          <a:pt x="15468" y="27443"/>
                        </a:cubicBezTo>
                        <a:cubicBezTo>
                          <a:pt x="6896" y="38397"/>
                          <a:pt x="-2058" y="50684"/>
                          <a:pt x="419" y="59161"/>
                        </a:cubicBezTo>
                        <a:cubicBezTo>
                          <a:pt x="2419" y="66114"/>
                          <a:pt x="11754" y="68591"/>
                          <a:pt x="21564" y="69353"/>
                        </a:cubicBezTo>
                        <a:cubicBezTo>
                          <a:pt x="44520" y="71067"/>
                          <a:pt x="73190" y="64971"/>
                          <a:pt x="100717" y="52494"/>
                        </a:cubicBezTo>
                        <a:lnTo>
                          <a:pt x="119767" y="25728"/>
                        </a:lnTo>
                        <a:cubicBezTo>
                          <a:pt x="110623" y="25538"/>
                          <a:pt x="107289" y="19441"/>
                          <a:pt x="103003" y="1467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11" name="Forme libre : forme 17810">
                    <a:extLst>
                      <a:ext uri="{FF2B5EF4-FFF2-40B4-BE49-F238E27FC236}">
                        <a16:creationId xmlns:a16="http://schemas.microsoft.com/office/drawing/2014/main" id="{D54A6755-9BA8-4797-9D91-F954F034068F}"/>
                      </a:ext>
                    </a:extLst>
                  </p:cNvPr>
                  <p:cNvSpPr/>
                  <p:nvPr/>
                </p:nvSpPr>
                <p:spPr>
                  <a:xfrm>
                    <a:off x="1566866" y="4590805"/>
                    <a:ext cx="198481" cy="171744"/>
                  </a:xfrm>
                  <a:custGeom>
                    <a:avLst/>
                    <a:gdLst>
                      <a:gd name="connsiteX0" fmla="*/ 0 w 198481"/>
                      <a:gd name="connsiteY0" fmla="*/ 158931 h 171744"/>
                      <a:gd name="connsiteX1" fmla="*/ 29623 w 198481"/>
                      <a:gd name="connsiteY1" fmla="*/ 171599 h 171744"/>
                      <a:gd name="connsiteX2" fmla="*/ 119729 w 198481"/>
                      <a:gd name="connsiteY2" fmla="*/ 120831 h 171744"/>
                      <a:gd name="connsiteX3" fmla="*/ 163163 w 198481"/>
                      <a:gd name="connsiteY3" fmla="*/ 64252 h 171744"/>
                      <a:gd name="connsiteX4" fmla="*/ 132779 w 198481"/>
                      <a:gd name="connsiteY4" fmla="*/ 75015 h 171744"/>
                      <a:gd name="connsiteX5" fmla="*/ 109919 w 198481"/>
                      <a:gd name="connsiteY5" fmla="*/ 75111 h 171744"/>
                      <a:gd name="connsiteX6" fmla="*/ 122777 w 198481"/>
                      <a:gd name="connsiteY6" fmla="*/ 53394 h 171744"/>
                      <a:gd name="connsiteX7" fmla="*/ 198215 w 198481"/>
                      <a:gd name="connsiteY7" fmla="*/ 11293 h 171744"/>
                      <a:gd name="connsiteX8" fmla="*/ 180689 w 198481"/>
                      <a:gd name="connsiteY8" fmla="*/ 340 h 171744"/>
                      <a:gd name="connsiteX9" fmla="*/ 71723 w 198481"/>
                      <a:gd name="connsiteY9" fmla="*/ 62157 h 171744"/>
                      <a:gd name="connsiteX10" fmla="*/ 14383 w 198481"/>
                      <a:gd name="connsiteY10" fmla="*/ 133023 h 171744"/>
                      <a:gd name="connsiteX11" fmla="*/ 0 w 198481"/>
                      <a:gd name="connsiteY11" fmla="*/ 158931 h 171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8481" h="171744">
                        <a:moveTo>
                          <a:pt x="0" y="158931"/>
                        </a:moveTo>
                        <a:cubicBezTo>
                          <a:pt x="95" y="169694"/>
                          <a:pt x="14764" y="172456"/>
                          <a:pt x="29623" y="171599"/>
                        </a:cubicBezTo>
                        <a:cubicBezTo>
                          <a:pt x="64865" y="169503"/>
                          <a:pt x="102013" y="150930"/>
                          <a:pt x="119729" y="120831"/>
                        </a:cubicBezTo>
                        <a:cubicBezTo>
                          <a:pt x="131636" y="100638"/>
                          <a:pt x="147638" y="82731"/>
                          <a:pt x="163163" y="64252"/>
                        </a:cubicBezTo>
                        <a:cubicBezTo>
                          <a:pt x="150781" y="69110"/>
                          <a:pt x="139446" y="73015"/>
                          <a:pt x="132779" y="75015"/>
                        </a:cubicBezTo>
                        <a:cubicBezTo>
                          <a:pt x="123634" y="77682"/>
                          <a:pt x="113062" y="79683"/>
                          <a:pt x="109919" y="75111"/>
                        </a:cubicBezTo>
                        <a:cubicBezTo>
                          <a:pt x="106394" y="70062"/>
                          <a:pt x="114586" y="60537"/>
                          <a:pt x="122777" y="53394"/>
                        </a:cubicBezTo>
                        <a:cubicBezTo>
                          <a:pt x="139256" y="39201"/>
                          <a:pt x="173831" y="16532"/>
                          <a:pt x="198215" y="11293"/>
                        </a:cubicBezTo>
                        <a:cubicBezTo>
                          <a:pt x="199644" y="3578"/>
                          <a:pt x="195548" y="-1375"/>
                          <a:pt x="180689" y="340"/>
                        </a:cubicBezTo>
                        <a:cubicBezTo>
                          <a:pt x="140208" y="5102"/>
                          <a:pt x="96488" y="31582"/>
                          <a:pt x="71723" y="62157"/>
                        </a:cubicBezTo>
                        <a:cubicBezTo>
                          <a:pt x="52578" y="85779"/>
                          <a:pt x="33433" y="109401"/>
                          <a:pt x="14383" y="133023"/>
                        </a:cubicBezTo>
                        <a:cubicBezTo>
                          <a:pt x="7334" y="141786"/>
                          <a:pt x="0" y="151216"/>
                          <a:pt x="0" y="15893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12" name="Forme libre : forme 17811">
                    <a:extLst>
                      <a:ext uri="{FF2B5EF4-FFF2-40B4-BE49-F238E27FC236}">
                        <a16:creationId xmlns:a16="http://schemas.microsoft.com/office/drawing/2014/main" id="{DA1749A2-4E3F-4B73-A520-42F7DC42F89F}"/>
                      </a:ext>
                    </a:extLst>
                  </p:cNvPr>
                  <p:cNvSpPr/>
                  <p:nvPr/>
                </p:nvSpPr>
                <p:spPr>
                  <a:xfrm>
                    <a:off x="1861617" y="4475702"/>
                    <a:ext cx="134731" cy="109005"/>
                  </a:xfrm>
                  <a:custGeom>
                    <a:avLst/>
                    <a:gdLst>
                      <a:gd name="connsiteX0" fmla="*/ 1000 w 134731"/>
                      <a:gd name="connsiteY0" fmla="*/ 64198 h 109005"/>
                      <a:gd name="connsiteX1" fmla="*/ 3191 w 134731"/>
                      <a:gd name="connsiteY1" fmla="*/ 80867 h 109005"/>
                      <a:gd name="connsiteX2" fmla="*/ 68913 w 134731"/>
                      <a:gd name="connsiteY2" fmla="*/ 108966 h 109005"/>
                      <a:gd name="connsiteX3" fmla="*/ 82344 w 134731"/>
                      <a:gd name="connsiteY3" fmla="*/ 106489 h 109005"/>
                      <a:gd name="connsiteX4" fmla="*/ 97774 w 134731"/>
                      <a:gd name="connsiteY4" fmla="*/ 91821 h 109005"/>
                      <a:gd name="connsiteX5" fmla="*/ 121872 w 134731"/>
                      <a:gd name="connsiteY5" fmla="*/ 26765 h 109005"/>
                      <a:gd name="connsiteX6" fmla="*/ 134731 w 134731"/>
                      <a:gd name="connsiteY6" fmla="*/ 8477 h 109005"/>
                      <a:gd name="connsiteX7" fmla="*/ 81391 w 134731"/>
                      <a:gd name="connsiteY7" fmla="*/ 20859 h 109005"/>
                      <a:gd name="connsiteX8" fmla="*/ 55388 w 134731"/>
                      <a:gd name="connsiteY8" fmla="*/ 10287 h 109005"/>
                      <a:gd name="connsiteX9" fmla="*/ 50340 w 134731"/>
                      <a:gd name="connsiteY9" fmla="*/ 0 h 109005"/>
                      <a:gd name="connsiteX10" fmla="*/ 43577 w 134731"/>
                      <a:gd name="connsiteY10" fmla="*/ 6191 h 109005"/>
                      <a:gd name="connsiteX11" fmla="*/ 35576 w 134731"/>
                      <a:gd name="connsiteY11" fmla="*/ 14954 h 109005"/>
                      <a:gd name="connsiteX12" fmla="*/ 35576 w 134731"/>
                      <a:gd name="connsiteY12" fmla="*/ 14954 h 109005"/>
                      <a:gd name="connsiteX13" fmla="*/ 53483 w 134731"/>
                      <a:gd name="connsiteY13" fmla="*/ 33718 h 109005"/>
                      <a:gd name="connsiteX14" fmla="*/ 25575 w 134731"/>
                      <a:gd name="connsiteY14" fmla="*/ 27051 h 109005"/>
                      <a:gd name="connsiteX15" fmla="*/ 9192 w 134731"/>
                      <a:gd name="connsiteY15" fmla="*/ 50006 h 109005"/>
                      <a:gd name="connsiteX16" fmla="*/ 1000 w 134731"/>
                      <a:gd name="connsiteY16" fmla="*/ 64198 h 109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34731" h="109005">
                        <a:moveTo>
                          <a:pt x="1000" y="64198"/>
                        </a:moveTo>
                        <a:cubicBezTo>
                          <a:pt x="-1191" y="70771"/>
                          <a:pt x="524" y="76200"/>
                          <a:pt x="3191" y="80867"/>
                        </a:cubicBezTo>
                        <a:cubicBezTo>
                          <a:pt x="13383" y="99441"/>
                          <a:pt x="37576" y="109728"/>
                          <a:pt x="68913" y="108966"/>
                        </a:cubicBezTo>
                        <a:cubicBezTo>
                          <a:pt x="73105" y="108871"/>
                          <a:pt x="77676" y="108490"/>
                          <a:pt x="82344" y="106489"/>
                        </a:cubicBezTo>
                        <a:cubicBezTo>
                          <a:pt x="89583" y="103441"/>
                          <a:pt x="95298" y="97155"/>
                          <a:pt x="97774" y="91821"/>
                        </a:cubicBezTo>
                        <a:cubicBezTo>
                          <a:pt x="108347" y="68866"/>
                          <a:pt x="105966" y="51435"/>
                          <a:pt x="121872" y="26765"/>
                        </a:cubicBezTo>
                        <a:cubicBezTo>
                          <a:pt x="125492" y="21145"/>
                          <a:pt x="130159" y="14859"/>
                          <a:pt x="134731" y="8477"/>
                        </a:cubicBezTo>
                        <a:cubicBezTo>
                          <a:pt x="118634" y="17621"/>
                          <a:pt x="99870" y="22098"/>
                          <a:pt x="81391" y="20859"/>
                        </a:cubicBezTo>
                        <a:cubicBezTo>
                          <a:pt x="71771" y="20193"/>
                          <a:pt x="61579" y="17621"/>
                          <a:pt x="55388" y="10287"/>
                        </a:cubicBezTo>
                        <a:cubicBezTo>
                          <a:pt x="52816" y="7239"/>
                          <a:pt x="51292" y="3810"/>
                          <a:pt x="50340" y="0"/>
                        </a:cubicBezTo>
                        <a:cubicBezTo>
                          <a:pt x="47768" y="2095"/>
                          <a:pt x="45482" y="4191"/>
                          <a:pt x="43577" y="6191"/>
                        </a:cubicBezTo>
                        <a:cubicBezTo>
                          <a:pt x="40719" y="9049"/>
                          <a:pt x="38148" y="12001"/>
                          <a:pt x="35576" y="14954"/>
                        </a:cubicBezTo>
                        <a:cubicBezTo>
                          <a:pt x="35576" y="14954"/>
                          <a:pt x="35576" y="14954"/>
                          <a:pt x="35576" y="14954"/>
                        </a:cubicBezTo>
                        <a:cubicBezTo>
                          <a:pt x="39291" y="23050"/>
                          <a:pt x="45291" y="30004"/>
                          <a:pt x="53483" y="33718"/>
                        </a:cubicBezTo>
                        <a:cubicBezTo>
                          <a:pt x="43958" y="32385"/>
                          <a:pt x="32623" y="31623"/>
                          <a:pt x="25575" y="27051"/>
                        </a:cubicBezTo>
                        <a:cubicBezTo>
                          <a:pt x="19764" y="34671"/>
                          <a:pt x="14430" y="42386"/>
                          <a:pt x="9192" y="50006"/>
                        </a:cubicBezTo>
                        <a:cubicBezTo>
                          <a:pt x="5763" y="54673"/>
                          <a:pt x="2524" y="59531"/>
                          <a:pt x="1000" y="6419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13" name="Forme libre : forme 17812">
                    <a:extLst>
                      <a:ext uri="{FF2B5EF4-FFF2-40B4-BE49-F238E27FC236}">
                        <a16:creationId xmlns:a16="http://schemas.microsoft.com/office/drawing/2014/main" id="{8913488E-DA7B-4DE2-8867-5271B9C686F4}"/>
                      </a:ext>
                    </a:extLst>
                  </p:cNvPr>
                  <p:cNvSpPr/>
                  <p:nvPr/>
                </p:nvSpPr>
                <p:spPr>
                  <a:xfrm>
                    <a:off x="1986062" y="4436831"/>
                    <a:ext cx="26687" cy="31345"/>
                  </a:xfrm>
                  <a:custGeom>
                    <a:avLst/>
                    <a:gdLst>
                      <a:gd name="connsiteX0" fmla="*/ 20574 w 26687"/>
                      <a:gd name="connsiteY0" fmla="*/ 31346 h 31345"/>
                      <a:gd name="connsiteX1" fmla="*/ 26384 w 26687"/>
                      <a:gd name="connsiteY1" fmla="*/ 16772 h 31345"/>
                      <a:gd name="connsiteX2" fmla="*/ 0 w 26687"/>
                      <a:gd name="connsiteY2" fmla="*/ 1342 h 31345"/>
                      <a:gd name="connsiteX3" fmla="*/ 21431 w 26687"/>
                      <a:gd name="connsiteY3" fmla="*/ 12200 h 31345"/>
                      <a:gd name="connsiteX4" fmla="*/ 20574 w 26687"/>
                      <a:gd name="connsiteY4" fmla="*/ 31346 h 31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87" h="31345">
                        <a:moveTo>
                          <a:pt x="20574" y="31346"/>
                        </a:moveTo>
                        <a:cubicBezTo>
                          <a:pt x="23431" y="26202"/>
                          <a:pt x="25717" y="21249"/>
                          <a:pt x="26384" y="16772"/>
                        </a:cubicBezTo>
                        <a:cubicBezTo>
                          <a:pt x="28765" y="961"/>
                          <a:pt x="16859" y="-2278"/>
                          <a:pt x="0" y="1342"/>
                        </a:cubicBezTo>
                        <a:cubicBezTo>
                          <a:pt x="6572" y="6295"/>
                          <a:pt x="13240" y="12200"/>
                          <a:pt x="21431" y="12200"/>
                        </a:cubicBezTo>
                        <a:lnTo>
                          <a:pt x="20574" y="31346"/>
                        </a:ln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14" name="Forme libre : forme 17813">
                    <a:extLst>
                      <a:ext uri="{FF2B5EF4-FFF2-40B4-BE49-F238E27FC236}">
                        <a16:creationId xmlns:a16="http://schemas.microsoft.com/office/drawing/2014/main" id="{028B36B3-2442-4F7B-AAFB-F4A97B2B12EC}"/>
                      </a:ext>
                    </a:extLst>
                  </p:cNvPr>
                  <p:cNvSpPr/>
                  <p:nvPr/>
                </p:nvSpPr>
                <p:spPr>
                  <a:xfrm>
                    <a:off x="1887097" y="4490561"/>
                    <a:ext cx="27908" cy="18764"/>
                  </a:xfrm>
                  <a:custGeom>
                    <a:avLst/>
                    <a:gdLst>
                      <a:gd name="connsiteX0" fmla="*/ 10001 w 27908"/>
                      <a:gd name="connsiteY0" fmla="*/ 0 h 18764"/>
                      <a:gd name="connsiteX1" fmla="*/ 10001 w 27908"/>
                      <a:gd name="connsiteY1" fmla="*/ 0 h 18764"/>
                      <a:gd name="connsiteX2" fmla="*/ 0 w 27908"/>
                      <a:gd name="connsiteY2" fmla="*/ 12097 h 18764"/>
                      <a:gd name="connsiteX3" fmla="*/ 27908 w 27908"/>
                      <a:gd name="connsiteY3" fmla="*/ 18764 h 18764"/>
                      <a:gd name="connsiteX4" fmla="*/ 10001 w 27908"/>
                      <a:gd name="connsiteY4" fmla="*/ 0 h 18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908" h="18764">
                        <a:moveTo>
                          <a:pt x="10001" y="0"/>
                        </a:moveTo>
                        <a:cubicBezTo>
                          <a:pt x="10001" y="0"/>
                          <a:pt x="10001" y="0"/>
                          <a:pt x="10001" y="0"/>
                        </a:cubicBezTo>
                        <a:cubicBezTo>
                          <a:pt x="6477" y="4000"/>
                          <a:pt x="3143" y="8096"/>
                          <a:pt x="0" y="12097"/>
                        </a:cubicBezTo>
                        <a:cubicBezTo>
                          <a:pt x="7048" y="16669"/>
                          <a:pt x="18288" y="17431"/>
                          <a:pt x="27908" y="18764"/>
                        </a:cubicBezTo>
                        <a:cubicBezTo>
                          <a:pt x="19717" y="15049"/>
                          <a:pt x="13716" y="8096"/>
                          <a:pt x="10001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15" name="Forme libre : forme 17814">
                    <a:extLst>
                      <a:ext uri="{FF2B5EF4-FFF2-40B4-BE49-F238E27FC236}">
                        <a16:creationId xmlns:a16="http://schemas.microsoft.com/office/drawing/2014/main" id="{3DF61D38-B97E-410A-96C5-84C746863717}"/>
                      </a:ext>
                    </a:extLst>
                  </p:cNvPr>
                  <p:cNvSpPr/>
                  <p:nvPr/>
                </p:nvSpPr>
                <p:spPr>
                  <a:xfrm>
                    <a:off x="1911862" y="4438078"/>
                    <a:ext cx="95535" cy="58590"/>
                  </a:xfrm>
                  <a:custGeom>
                    <a:avLst/>
                    <a:gdLst>
                      <a:gd name="connsiteX0" fmla="*/ 30956 w 95535"/>
                      <a:gd name="connsiteY0" fmla="*/ 58388 h 58590"/>
                      <a:gd name="connsiteX1" fmla="*/ 84296 w 95535"/>
                      <a:gd name="connsiteY1" fmla="*/ 46006 h 58590"/>
                      <a:gd name="connsiteX2" fmla="*/ 94679 w 95535"/>
                      <a:gd name="connsiteY2" fmla="*/ 30004 h 58590"/>
                      <a:gd name="connsiteX3" fmla="*/ 95536 w 95535"/>
                      <a:gd name="connsiteY3" fmla="*/ 10858 h 58590"/>
                      <a:gd name="connsiteX4" fmla="*/ 74104 w 95535"/>
                      <a:gd name="connsiteY4" fmla="*/ 0 h 58590"/>
                      <a:gd name="connsiteX5" fmla="*/ 0 w 95535"/>
                      <a:gd name="connsiteY5" fmla="*/ 37624 h 58590"/>
                      <a:gd name="connsiteX6" fmla="*/ 5048 w 95535"/>
                      <a:gd name="connsiteY6" fmla="*/ 47911 h 58590"/>
                      <a:gd name="connsiteX7" fmla="*/ 30956 w 95535"/>
                      <a:gd name="connsiteY7" fmla="*/ 58388 h 58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5535" h="58590">
                        <a:moveTo>
                          <a:pt x="30956" y="58388"/>
                        </a:moveTo>
                        <a:cubicBezTo>
                          <a:pt x="49435" y="59627"/>
                          <a:pt x="68199" y="55150"/>
                          <a:pt x="84296" y="46006"/>
                        </a:cubicBezTo>
                        <a:cubicBezTo>
                          <a:pt x="88106" y="40672"/>
                          <a:pt x="91726" y="35243"/>
                          <a:pt x="94679" y="30004"/>
                        </a:cubicBezTo>
                        <a:lnTo>
                          <a:pt x="95536" y="10858"/>
                        </a:lnTo>
                        <a:cubicBezTo>
                          <a:pt x="87344" y="10858"/>
                          <a:pt x="80677" y="4953"/>
                          <a:pt x="74104" y="0"/>
                        </a:cubicBezTo>
                        <a:cubicBezTo>
                          <a:pt x="50959" y="4858"/>
                          <a:pt x="18383" y="22384"/>
                          <a:pt x="0" y="37624"/>
                        </a:cubicBezTo>
                        <a:cubicBezTo>
                          <a:pt x="953" y="41338"/>
                          <a:pt x="2476" y="44863"/>
                          <a:pt x="5048" y="47911"/>
                        </a:cubicBezTo>
                        <a:cubicBezTo>
                          <a:pt x="11240" y="55245"/>
                          <a:pt x="21431" y="57721"/>
                          <a:pt x="30956" y="5838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16" name="Forme libre : forme 17815">
                    <a:extLst>
                      <a:ext uri="{FF2B5EF4-FFF2-40B4-BE49-F238E27FC236}">
                        <a16:creationId xmlns:a16="http://schemas.microsoft.com/office/drawing/2014/main" id="{0C3B3351-5ACA-4802-93C2-D605048A35C3}"/>
                      </a:ext>
                    </a:extLst>
                  </p:cNvPr>
                  <p:cNvSpPr/>
                  <p:nvPr/>
                </p:nvSpPr>
                <p:spPr>
                  <a:xfrm>
                    <a:off x="2116170" y="4413440"/>
                    <a:ext cx="169928" cy="175279"/>
                  </a:xfrm>
                  <a:custGeom>
                    <a:avLst/>
                    <a:gdLst>
                      <a:gd name="connsiteX0" fmla="*/ 120113 w 169928"/>
                      <a:gd name="connsiteY0" fmla="*/ 52547 h 175279"/>
                      <a:gd name="connsiteX1" fmla="*/ 131067 w 169928"/>
                      <a:gd name="connsiteY1" fmla="*/ 25972 h 175279"/>
                      <a:gd name="connsiteX2" fmla="*/ 169929 w 169928"/>
                      <a:gd name="connsiteY2" fmla="*/ 8731 h 175279"/>
                      <a:gd name="connsiteX3" fmla="*/ 167929 w 169928"/>
                      <a:gd name="connsiteY3" fmla="*/ 4540 h 175279"/>
                      <a:gd name="connsiteX4" fmla="*/ 20291 w 169928"/>
                      <a:gd name="connsiteY4" fmla="*/ 86837 h 175279"/>
                      <a:gd name="connsiteX5" fmla="*/ 12862 w 169928"/>
                      <a:gd name="connsiteY5" fmla="*/ 159607 h 175279"/>
                      <a:gd name="connsiteX6" fmla="*/ 60296 w 169928"/>
                      <a:gd name="connsiteY6" fmla="*/ 171704 h 175279"/>
                      <a:gd name="connsiteX7" fmla="*/ 88490 w 169928"/>
                      <a:gd name="connsiteY7" fmla="*/ 175133 h 175279"/>
                      <a:gd name="connsiteX8" fmla="*/ 121637 w 169928"/>
                      <a:gd name="connsiteY8" fmla="*/ 160846 h 175279"/>
                      <a:gd name="connsiteX9" fmla="*/ 130210 w 169928"/>
                      <a:gd name="connsiteY9" fmla="*/ 129985 h 175279"/>
                      <a:gd name="connsiteX10" fmla="*/ 137925 w 169928"/>
                      <a:gd name="connsiteY10" fmla="*/ 91218 h 175279"/>
                      <a:gd name="connsiteX11" fmla="*/ 102968 w 169928"/>
                      <a:gd name="connsiteY11" fmla="*/ 90932 h 175279"/>
                      <a:gd name="connsiteX12" fmla="*/ 69059 w 169928"/>
                      <a:gd name="connsiteY12" fmla="*/ 87313 h 175279"/>
                      <a:gd name="connsiteX13" fmla="*/ 97920 w 169928"/>
                      <a:gd name="connsiteY13" fmla="*/ 60167 h 175279"/>
                      <a:gd name="connsiteX14" fmla="*/ 100778 w 169928"/>
                      <a:gd name="connsiteY14" fmla="*/ 78264 h 175279"/>
                      <a:gd name="connsiteX15" fmla="*/ 120018 w 169928"/>
                      <a:gd name="connsiteY15" fmla="*/ 85027 h 175279"/>
                      <a:gd name="connsiteX16" fmla="*/ 138592 w 169928"/>
                      <a:gd name="connsiteY16" fmla="*/ 89313 h 175279"/>
                      <a:gd name="connsiteX17" fmla="*/ 144021 w 169928"/>
                      <a:gd name="connsiteY17" fmla="*/ 75502 h 175279"/>
                      <a:gd name="connsiteX18" fmla="*/ 143354 w 169928"/>
                      <a:gd name="connsiteY18" fmla="*/ 75406 h 175279"/>
                      <a:gd name="connsiteX19" fmla="*/ 120113 w 169928"/>
                      <a:gd name="connsiteY19" fmla="*/ 52547 h 175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69928" h="175279">
                        <a:moveTo>
                          <a:pt x="120113" y="52547"/>
                        </a:moveTo>
                        <a:cubicBezTo>
                          <a:pt x="118970" y="42736"/>
                          <a:pt x="124685" y="33497"/>
                          <a:pt x="131067" y="25972"/>
                        </a:cubicBezTo>
                        <a:cubicBezTo>
                          <a:pt x="141640" y="13208"/>
                          <a:pt x="155737" y="7970"/>
                          <a:pt x="169929" y="8731"/>
                        </a:cubicBezTo>
                        <a:cubicBezTo>
                          <a:pt x="169548" y="7112"/>
                          <a:pt x="168976" y="5684"/>
                          <a:pt x="167929" y="4540"/>
                        </a:cubicBezTo>
                        <a:cubicBezTo>
                          <a:pt x="145640" y="-20129"/>
                          <a:pt x="39532" y="62643"/>
                          <a:pt x="20291" y="86837"/>
                        </a:cubicBezTo>
                        <a:cubicBezTo>
                          <a:pt x="-2283" y="115126"/>
                          <a:pt x="-7808" y="146368"/>
                          <a:pt x="12862" y="159607"/>
                        </a:cubicBezTo>
                        <a:cubicBezTo>
                          <a:pt x="24863" y="167228"/>
                          <a:pt x="43723" y="168466"/>
                          <a:pt x="60296" y="171704"/>
                        </a:cubicBezTo>
                        <a:cubicBezTo>
                          <a:pt x="69154" y="173514"/>
                          <a:pt x="77727" y="175895"/>
                          <a:pt x="88490" y="175133"/>
                        </a:cubicBezTo>
                        <a:cubicBezTo>
                          <a:pt x="99253" y="174371"/>
                          <a:pt x="113065" y="169418"/>
                          <a:pt x="121637" y="160846"/>
                        </a:cubicBezTo>
                        <a:cubicBezTo>
                          <a:pt x="132496" y="150178"/>
                          <a:pt x="130495" y="139605"/>
                          <a:pt x="130210" y="129985"/>
                        </a:cubicBezTo>
                        <a:cubicBezTo>
                          <a:pt x="129733" y="117983"/>
                          <a:pt x="133067" y="104744"/>
                          <a:pt x="137925" y="91218"/>
                        </a:cubicBezTo>
                        <a:cubicBezTo>
                          <a:pt x="126304" y="91218"/>
                          <a:pt x="114589" y="91123"/>
                          <a:pt x="102968" y="90932"/>
                        </a:cubicBezTo>
                        <a:cubicBezTo>
                          <a:pt x="94777" y="90837"/>
                          <a:pt x="74584" y="94266"/>
                          <a:pt x="69059" y="87313"/>
                        </a:cubicBezTo>
                        <a:cubicBezTo>
                          <a:pt x="83251" y="80836"/>
                          <a:pt x="96110" y="78073"/>
                          <a:pt x="97920" y="60167"/>
                        </a:cubicBezTo>
                        <a:cubicBezTo>
                          <a:pt x="97253" y="66358"/>
                          <a:pt x="96777" y="73311"/>
                          <a:pt x="100778" y="78264"/>
                        </a:cubicBezTo>
                        <a:cubicBezTo>
                          <a:pt x="105159" y="83693"/>
                          <a:pt x="113065" y="84170"/>
                          <a:pt x="120018" y="85027"/>
                        </a:cubicBezTo>
                        <a:cubicBezTo>
                          <a:pt x="126400" y="85789"/>
                          <a:pt x="132591" y="87408"/>
                          <a:pt x="138592" y="89313"/>
                        </a:cubicBezTo>
                        <a:cubicBezTo>
                          <a:pt x="140306" y="84741"/>
                          <a:pt x="142116" y="80074"/>
                          <a:pt x="144021" y="75502"/>
                        </a:cubicBezTo>
                        <a:cubicBezTo>
                          <a:pt x="143830" y="75406"/>
                          <a:pt x="143545" y="75406"/>
                          <a:pt x="143354" y="75406"/>
                        </a:cubicBezTo>
                        <a:cubicBezTo>
                          <a:pt x="132020" y="72644"/>
                          <a:pt x="121447" y="63977"/>
                          <a:pt x="120113" y="5254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17" name="Forme libre : forme 17816">
                    <a:extLst>
                      <a:ext uri="{FF2B5EF4-FFF2-40B4-BE49-F238E27FC236}">
                        <a16:creationId xmlns:a16="http://schemas.microsoft.com/office/drawing/2014/main" id="{B274E745-FA0C-4F79-BA2B-A349E2F0750C}"/>
                      </a:ext>
                    </a:extLst>
                  </p:cNvPr>
                  <p:cNvSpPr/>
                  <p:nvPr/>
                </p:nvSpPr>
                <p:spPr>
                  <a:xfrm>
                    <a:off x="2185134" y="4473606"/>
                    <a:ext cx="69532" cy="31528"/>
                  </a:xfrm>
                  <a:custGeom>
                    <a:avLst/>
                    <a:gdLst>
                      <a:gd name="connsiteX0" fmla="*/ 31718 w 69532"/>
                      <a:gd name="connsiteY0" fmla="*/ 18097 h 31528"/>
                      <a:gd name="connsiteX1" fmla="*/ 28861 w 69532"/>
                      <a:gd name="connsiteY1" fmla="*/ 0 h 31528"/>
                      <a:gd name="connsiteX2" fmla="*/ 0 w 69532"/>
                      <a:gd name="connsiteY2" fmla="*/ 27146 h 31528"/>
                      <a:gd name="connsiteX3" fmla="*/ 33909 w 69532"/>
                      <a:gd name="connsiteY3" fmla="*/ 30766 h 31528"/>
                      <a:gd name="connsiteX4" fmla="*/ 68866 w 69532"/>
                      <a:gd name="connsiteY4" fmla="*/ 31051 h 31528"/>
                      <a:gd name="connsiteX5" fmla="*/ 69533 w 69532"/>
                      <a:gd name="connsiteY5" fmla="*/ 29146 h 31528"/>
                      <a:gd name="connsiteX6" fmla="*/ 50959 w 69532"/>
                      <a:gd name="connsiteY6" fmla="*/ 24860 h 31528"/>
                      <a:gd name="connsiteX7" fmla="*/ 31718 w 69532"/>
                      <a:gd name="connsiteY7" fmla="*/ 18097 h 31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532" h="31528">
                        <a:moveTo>
                          <a:pt x="31718" y="18097"/>
                        </a:moveTo>
                        <a:cubicBezTo>
                          <a:pt x="27813" y="13240"/>
                          <a:pt x="28194" y="6286"/>
                          <a:pt x="28861" y="0"/>
                        </a:cubicBezTo>
                        <a:cubicBezTo>
                          <a:pt x="26956" y="17907"/>
                          <a:pt x="14097" y="20669"/>
                          <a:pt x="0" y="27146"/>
                        </a:cubicBezTo>
                        <a:cubicBezTo>
                          <a:pt x="5525" y="34099"/>
                          <a:pt x="25718" y="30671"/>
                          <a:pt x="33909" y="30766"/>
                        </a:cubicBezTo>
                        <a:cubicBezTo>
                          <a:pt x="45530" y="30956"/>
                          <a:pt x="57245" y="30956"/>
                          <a:pt x="68866" y="31051"/>
                        </a:cubicBezTo>
                        <a:cubicBezTo>
                          <a:pt x="69056" y="30384"/>
                          <a:pt x="69342" y="29813"/>
                          <a:pt x="69533" y="29146"/>
                        </a:cubicBezTo>
                        <a:cubicBezTo>
                          <a:pt x="63437" y="27146"/>
                          <a:pt x="57245" y="25622"/>
                          <a:pt x="50959" y="24860"/>
                        </a:cubicBezTo>
                        <a:cubicBezTo>
                          <a:pt x="43910" y="24098"/>
                          <a:pt x="36100" y="23527"/>
                          <a:pt x="31718" y="1809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18" name="Forme libre : forme 17817">
                    <a:extLst>
                      <a:ext uri="{FF2B5EF4-FFF2-40B4-BE49-F238E27FC236}">
                        <a16:creationId xmlns:a16="http://schemas.microsoft.com/office/drawing/2014/main" id="{C0B51155-BE80-4C33-853D-D0E6E7BF7381}"/>
                      </a:ext>
                    </a:extLst>
                  </p:cNvPr>
                  <p:cNvSpPr/>
                  <p:nvPr/>
                </p:nvSpPr>
                <p:spPr>
                  <a:xfrm>
                    <a:off x="2236061" y="4422081"/>
                    <a:ext cx="50252" cy="66860"/>
                  </a:xfrm>
                  <a:custGeom>
                    <a:avLst/>
                    <a:gdLst>
                      <a:gd name="connsiteX0" fmla="*/ 49942 w 50252"/>
                      <a:gd name="connsiteY0" fmla="*/ 90 h 66860"/>
                      <a:gd name="connsiteX1" fmla="*/ 11080 w 50252"/>
                      <a:gd name="connsiteY1" fmla="*/ 17330 h 66860"/>
                      <a:gd name="connsiteX2" fmla="*/ 127 w 50252"/>
                      <a:gd name="connsiteY2" fmla="*/ 43905 h 66860"/>
                      <a:gd name="connsiteX3" fmla="*/ 23272 w 50252"/>
                      <a:gd name="connsiteY3" fmla="*/ 66765 h 66860"/>
                      <a:gd name="connsiteX4" fmla="*/ 23939 w 50252"/>
                      <a:gd name="connsiteY4" fmla="*/ 66860 h 66860"/>
                      <a:gd name="connsiteX5" fmla="*/ 32797 w 50252"/>
                      <a:gd name="connsiteY5" fmla="*/ 46858 h 66860"/>
                      <a:gd name="connsiteX6" fmla="*/ 49942 w 50252"/>
                      <a:gd name="connsiteY6" fmla="*/ 90 h 66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252" h="66860">
                        <a:moveTo>
                          <a:pt x="49942" y="90"/>
                        </a:moveTo>
                        <a:cubicBezTo>
                          <a:pt x="35750" y="-767"/>
                          <a:pt x="21653" y="4472"/>
                          <a:pt x="11080" y="17330"/>
                        </a:cubicBezTo>
                        <a:cubicBezTo>
                          <a:pt x="4699" y="24855"/>
                          <a:pt x="-921" y="34094"/>
                          <a:pt x="127" y="43905"/>
                        </a:cubicBezTo>
                        <a:cubicBezTo>
                          <a:pt x="1460" y="55335"/>
                          <a:pt x="12033" y="64003"/>
                          <a:pt x="23272" y="66765"/>
                        </a:cubicBezTo>
                        <a:cubicBezTo>
                          <a:pt x="23463" y="66860"/>
                          <a:pt x="23749" y="66860"/>
                          <a:pt x="23939" y="66860"/>
                        </a:cubicBezTo>
                        <a:cubicBezTo>
                          <a:pt x="26796" y="60193"/>
                          <a:pt x="29749" y="53525"/>
                          <a:pt x="32797" y="46858"/>
                        </a:cubicBezTo>
                        <a:cubicBezTo>
                          <a:pt x="38417" y="34571"/>
                          <a:pt x="52514" y="11901"/>
                          <a:pt x="49942" y="9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19" name="Forme libre : forme 17818">
                    <a:extLst>
                      <a:ext uri="{FF2B5EF4-FFF2-40B4-BE49-F238E27FC236}">
                        <a16:creationId xmlns:a16="http://schemas.microsoft.com/office/drawing/2014/main" id="{38068CEE-28D2-4C48-BE6E-8325E9AF29D4}"/>
                      </a:ext>
                    </a:extLst>
                  </p:cNvPr>
                  <p:cNvSpPr/>
                  <p:nvPr/>
                </p:nvSpPr>
                <p:spPr>
                  <a:xfrm>
                    <a:off x="1848227" y="4632315"/>
                    <a:ext cx="85827" cy="97254"/>
                  </a:xfrm>
                  <a:custGeom>
                    <a:avLst/>
                    <a:gdLst>
                      <a:gd name="connsiteX0" fmla="*/ 66206 w 85827"/>
                      <a:gd name="connsiteY0" fmla="*/ 21219 h 97254"/>
                      <a:gd name="connsiteX1" fmla="*/ 85828 w 85827"/>
                      <a:gd name="connsiteY1" fmla="*/ 7312 h 97254"/>
                      <a:gd name="connsiteX2" fmla="*/ 6104 w 85827"/>
                      <a:gd name="connsiteY2" fmla="*/ 50842 h 97254"/>
                      <a:gd name="connsiteX3" fmla="*/ 4199 w 85827"/>
                      <a:gd name="connsiteY3" fmla="*/ 90370 h 97254"/>
                      <a:gd name="connsiteX4" fmla="*/ 58301 w 85827"/>
                      <a:gd name="connsiteY4" fmla="*/ 82941 h 97254"/>
                      <a:gd name="connsiteX5" fmla="*/ 81542 w 85827"/>
                      <a:gd name="connsiteY5" fmla="*/ 35030 h 97254"/>
                      <a:gd name="connsiteX6" fmla="*/ 73826 w 85827"/>
                      <a:gd name="connsiteY6" fmla="*/ 36268 h 97254"/>
                      <a:gd name="connsiteX7" fmla="*/ 66206 w 85827"/>
                      <a:gd name="connsiteY7" fmla="*/ 21219 h 97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827" h="97254">
                        <a:moveTo>
                          <a:pt x="66206" y="21219"/>
                        </a:moveTo>
                        <a:cubicBezTo>
                          <a:pt x="70207" y="14932"/>
                          <a:pt x="78113" y="9598"/>
                          <a:pt x="85828" y="7312"/>
                        </a:cubicBezTo>
                        <a:cubicBezTo>
                          <a:pt x="78208" y="-14500"/>
                          <a:pt x="19343" y="16171"/>
                          <a:pt x="6104" y="50842"/>
                        </a:cubicBezTo>
                        <a:cubicBezTo>
                          <a:pt x="484" y="65605"/>
                          <a:pt x="-3326" y="80940"/>
                          <a:pt x="4199" y="90370"/>
                        </a:cubicBezTo>
                        <a:cubicBezTo>
                          <a:pt x="12676" y="100943"/>
                          <a:pt x="39060" y="99990"/>
                          <a:pt x="58301" y="82941"/>
                        </a:cubicBezTo>
                        <a:cubicBezTo>
                          <a:pt x="73160" y="69892"/>
                          <a:pt x="77732" y="50651"/>
                          <a:pt x="81542" y="35030"/>
                        </a:cubicBezTo>
                        <a:cubicBezTo>
                          <a:pt x="78875" y="35792"/>
                          <a:pt x="76303" y="36268"/>
                          <a:pt x="73826" y="36268"/>
                        </a:cubicBezTo>
                        <a:cubicBezTo>
                          <a:pt x="64206" y="36364"/>
                          <a:pt x="60777" y="29601"/>
                          <a:pt x="66206" y="2121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20" name="Forme libre : forme 17819">
                    <a:extLst>
                      <a:ext uri="{FF2B5EF4-FFF2-40B4-BE49-F238E27FC236}">
                        <a16:creationId xmlns:a16="http://schemas.microsoft.com/office/drawing/2014/main" id="{CAC09384-1185-494C-8AAB-CC0BB1E038CF}"/>
                      </a:ext>
                    </a:extLst>
                  </p:cNvPr>
                  <p:cNvSpPr/>
                  <p:nvPr/>
                </p:nvSpPr>
                <p:spPr>
                  <a:xfrm>
                    <a:off x="1535198" y="4798301"/>
                    <a:ext cx="184052" cy="118981"/>
                  </a:xfrm>
                  <a:custGeom>
                    <a:avLst/>
                    <a:gdLst>
                      <a:gd name="connsiteX0" fmla="*/ 61291 w 184052"/>
                      <a:gd name="connsiteY0" fmla="*/ 40494 h 118981"/>
                      <a:gd name="connsiteX1" fmla="*/ 115298 w 184052"/>
                      <a:gd name="connsiteY1" fmla="*/ 35636 h 118981"/>
                      <a:gd name="connsiteX2" fmla="*/ 110059 w 184052"/>
                      <a:gd name="connsiteY2" fmla="*/ 56687 h 118981"/>
                      <a:gd name="connsiteX3" fmla="*/ 80151 w 184052"/>
                      <a:gd name="connsiteY3" fmla="*/ 73260 h 118981"/>
                      <a:gd name="connsiteX4" fmla="*/ 40813 w 184052"/>
                      <a:gd name="connsiteY4" fmla="*/ 88215 h 118981"/>
                      <a:gd name="connsiteX5" fmla="*/ 94153 w 184052"/>
                      <a:gd name="connsiteY5" fmla="*/ 113837 h 118981"/>
                      <a:gd name="connsiteX6" fmla="*/ 131110 w 184052"/>
                      <a:gd name="connsiteY6" fmla="*/ 118028 h 118981"/>
                      <a:gd name="connsiteX7" fmla="*/ 171496 w 184052"/>
                      <a:gd name="connsiteY7" fmla="*/ 93834 h 118981"/>
                      <a:gd name="connsiteX8" fmla="*/ 173305 w 184052"/>
                      <a:gd name="connsiteY8" fmla="*/ 71736 h 118981"/>
                      <a:gd name="connsiteX9" fmla="*/ 172353 w 184052"/>
                      <a:gd name="connsiteY9" fmla="*/ 68021 h 118981"/>
                      <a:gd name="connsiteX10" fmla="*/ 170924 w 184052"/>
                      <a:gd name="connsiteY10" fmla="*/ 55734 h 118981"/>
                      <a:gd name="connsiteX11" fmla="*/ 183973 w 184052"/>
                      <a:gd name="connsiteY11" fmla="*/ 14872 h 118981"/>
                      <a:gd name="connsiteX12" fmla="*/ 96915 w 184052"/>
                      <a:gd name="connsiteY12" fmla="*/ 7538 h 118981"/>
                      <a:gd name="connsiteX13" fmla="*/ 51290 w 184052"/>
                      <a:gd name="connsiteY13" fmla="*/ 10205 h 118981"/>
                      <a:gd name="connsiteX14" fmla="*/ 5665 w 184052"/>
                      <a:gd name="connsiteY14" fmla="*/ 36398 h 118981"/>
                      <a:gd name="connsiteX15" fmla="*/ 2236 w 184052"/>
                      <a:gd name="connsiteY15" fmla="*/ 60497 h 118981"/>
                      <a:gd name="connsiteX16" fmla="*/ 9856 w 184052"/>
                      <a:gd name="connsiteY16" fmla="*/ 68879 h 118981"/>
                      <a:gd name="connsiteX17" fmla="*/ 21572 w 184052"/>
                      <a:gd name="connsiteY17" fmla="*/ 60116 h 118981"/>
                      <a:gd name="connsiteX18" fmla="*/ 61291 w 184052"/>
                      <a:gd name="connsiteY18" fmla="*/ 40494 h 118981"/>
                      <a:gd name="connsiteX19" fmla="*/ 140825 w 184052"/>
                      <a:gd name="connsiteY19" fmla="*/ 38399 h 118981"/>
                      <a:gd name="connsiteX20" fmla="*/ 168067 w 184052"/>
                      <a:gd name="connsiteY20" fmla="*/ 23254 h 118981"/>
                      <a:gd name="connsiteX21" fmla="*/ 175687 w 184052"/>
                      <a:gd name="connsiteY21" fmla="*/ 38399 h 118981"/>
                      <a:gd name="connsiteX22" fmla="*/ 148445 w 184052"/>
                      <a:gd name="connsiteY22" fmla="*/ 53543 h 118981"/>
                      <a:gd name="connsiteX23" fmla="*/ 140825 w 184052"/>
                      <a:gd name="connsiteY23" fmla="*/ 38399 h 118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84052" h="118981">
                        <a:moveTo>
                          <a:pt x="61291" y="40494"/>
                        </a:moveTo>
                        <a:cubicBezTo>
                          <a:pt x="77103" y="35065"/>
                          <a:pt x="108154" y="27159"/>
                          <a:pt x="115298" y="35636"/>
                        </a:cubicBezTo>
                        <a:cubicBezTo>
                          <a:pt x="119013" y="40018"/>
                          <a:pt x="116536" y="50019"/>
                          <a:pt x="110059" y="56687"/>
                        </a:cubicBezTo>
                        <a:cubicBezTo>
                          <a:pt x="102535" y="64497"/>
                          <a:pt x="90152" y="69450"/>
                          <a:pt x="80151" y="73260"/>
                        </a:cubicBezTo>
                        <a:cubicBezTo>
                          <a:pt x="67006" y="78213"/>
                          <a:pt x="53862" y="83261"/>
                          <a:pt x="40813" y="88215"/>
                        </a:cubicBezTo>
                        <a:cubicBezTo>
                          <a:pt x="57291" y="97930"/>
                          <a:pt x="74531" y="106979"/>
                          <a:pt x="94153" y="113837"/>
                        </a:cubicBezTo>
                        <a:cubicBezTo>
                          <a:pt x="104535" y="117551"/>
                          <a:pt x="116251" y="120599"/>
                          <a:pt x="131110" y="118028"/>
                        </a:cubicBezTo>
                        <a:cubicBezTo>
                          <a:pt x="145969" y="115456"/>
                          <a:pt x="164542" y="105550"/>
                          <a:pt x="171496" y="93834"/>
                        </a:cubicBezTo>
                        <a:cubicBezTo>
                          <a:pt x="176449" y="85547"/>
                          <a:pt x="175115" y="78594"/>
                          <a:pt x="173305" y="71736"/>
                        </a:cubicBezTo>
                        <a:cubicBezTo>
                          <a:pt x="172353" y="70784"/>
                          <a:pt x="171972" y="69545"/>
                          <a:pt x="172353" y="68021"/>
                        </a:cubicBezTo>
                        <a:cubicBezTo>
                          <a:pt x="171305" y="64021"/>
                          <a:pt x="170353" y="60020"/>
                          <a:pt x="170924" y="55734"/>
                        </a:cubicBezTo>
                        <a:cubicBezTo>
                          <a:pt x="172448" y="42780"/>
                          <a:pt x="182830" y="27635"/>
                          <a:pt x="183973" y="14872"/>
                        </a:cubicBezTo>
                        <a:cubicBezTo>
                          <a:pt x="186545" y="-13513"/>
                          <a:pt x="125776" y="7443"/>
                          <a:pt x="96915" y="7538"/>
                        </a:cubicBezTo>
                        <a:cubicBezTo>
                          <a:pt x="82151" y="7633"/>
                          <a:pt x="67768" y="6585"/>
                          <a:pt x="51290" y="10205"/>
                        </a:cubicBezTo>
                        <a:cubicBezTo>
                          <a:pt x="34812" y="13824"/>
                          <a:pt x="15095" y="23635"/>
                          <a:pt x="5665" y="36398"/>
                        </a:cubicBezTo>
                        <a:cubicBezTo>
                          <a:pt x="-1002" y="45447"/>
                          <a:pt x="-1288" y="54210"/>
                          <a:pt x="2236" y="60497"/>
                        </a:cubicBezTo>
                        <a:cubicBezTo>
                          <a:pt x="4046" y="63735"/>
                          <a:pt x="6713" y="66497"/>
                          <a:pt x="9856" y="68879"/>
                        </a:cubicBezTo>
                        <a:cubicBezTo>
                          <a:pt x="13476" y="65735"/>
                          <a:pt x="17476" y="62783"/>
                          <a:pt x="21572" y="60116"/>
                        </a:cubicBezTo>
                        <a:cubicBezTo>
                          <a:pt x="33859" y="51924"/>
                          <a:pt x="47671" y="45161"/>
                          <a:pt x="61291" y="40494"/>
                        </a:cubicBezTo>
                        <a:close/>
                        <a:moveTo>
                          <a:pt x="140825" y="38399"/>
                        </a:moveTo>
                        <a:cubicBezTo>
                          <a:pt x="146254" y="30017"/>
                          <a:pt x="158446" y="23254"/>
                          <a:pt x="168067" y="23254"/>
                        </a:cubicBezTo>
                        <a:cubicBezTo>
                          <a:pt x="177687" y="23254"/>
                          <a:pt x="181116" y="30017"/>
                          <a:pt x="175687" y="38399"/>
                        </a:cubicBezTo>
                        <a:cubicBezTo>
                          <a:pt x="170257" y="46781"/>
                          <a:pt x="158065" y="53543"/>
                          <a:pt x="148445" y="53543"/>
                        </a:cubicBezTo>
                        <a:cubicBezTo>
                          <a:pt x="138825" y="53543"/>
                          <a:pt x="135396" y="46781"/>
                          <a:pt x="140825" y="3839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21" name="Forme libre : forme 17820">
                    <a:extLst>
                      <a:ext uri="{FF2B5EF4-FFF2-40B4-BE49-F238E27FC236}">
                        <a16:creationId xmlns:a16="http://schemas.microsoft.com/office/drawing/2014/main" id="{BBAD8016-5996-41BB-B445-B16C62039C58}"/>
                      </a:ext>
                    </a:extLst>
                  </p:cNvPr>
                  <p:cNvSpPr/>
                  <p:nvPr/>
                </p:nvSpPr>
                <p:spPr>
                  <a:xfrm>
                    <a:off x="1384359" y="4901140"/>
                    <a:ext cx="120256" cy="63653"/>
                  </a:xfrm>
                  <a:custGeom>
                    <a:avLst/>
                    <a:gdLst>
                      <a:gd name="connsiteX0" fmla="*/ 2199 w 120256"/>
                      <a:gd name="connsiteY0" fmla="*/ 40430 h 63653"/>
                      <a:gd name="connsiteX1" fmla="*/ 12772 w 120256"/>
                      <a:gd name="connsiteY1" fmla="*/ 62052 h 63653"/>
                      <a:gd name="connsiteX2" fmla="*/ 49538 w 120256"/>
                      <a:gd name="connsiteY2" fmla="*/ 62337 h 63653"/>
                      <a:gd name="connsiteX3" fmla="*/ 86590 w 120256"/>
                      <a:gd name="connsiteY3" fmla="*/ 60051 h 63653"/>
                      <a:gd name="connsiteX4" fmla="*/ 108117 w 120256"/>
                      <a:gd name="connsiteY4" fmla="*/ 12522 h 63653"/>
                      <a:gd name="connsiteX5" fmla="*/ 30202 w 120256"/>
                      <a:gd name="connsiteY5" fmla="*/ 15950 h 63653"/>
                      <a:gd name="connsiteX6" fmla="*/ 2199 w 120256"/>
                      <a:gd name="connsiteY6" fmla="*/ 40430 h 63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0256" h="63653">
                        <a:moveTo>
                          <a:pt x="2199" y="40430"/>
                        </a:moveTo>
                        <a:cubicBezTo>
                          <a:pt x="-3516" y="51098"/>
                          <a:pt x="2580" y="59290"/>
                          <a:pt x="12772" y="62052"/>
                        </a:cubicBezTo>
                        <a:cubicBezTo>
                          <a:pt x="22963" y="64814"/>
                          <a:pt x="36489" y="63385"/>
                          <a:pt x="49538" y="62337"/>
                        </a:cubicBezTo>
                        <a:cubicBezTo>
                          <a:pt x="62016" y="61290"/>
                          <a:pt x="74398" y="60527"/>
                          <a:pt x="86590" y="60051"/>
                        </a:cubicBezTo>
                        <a:cubicBezTo>
                          <a:pt x="137549" y="58051"/>
                          <a:pt x="118213" y="26428"/>
                          <a:pt x="108117" y="12522"/>
                        </a:cubicBezTo>
                        <a:cubicBezTo>
                          <a:pt x="95830" y="-4433"/>
                          <a:pt x="64206" y="-5004"/>
                          <a:pt x="30202" y="15950"/>
                        </a:cubicBezTo>
                        <a:cubicBezTo>
                          <a:pt x="18772" y="22809"/>
                          <a:pt x="6961" y="31286"/>
                          <a:pt x="2199" y="4043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22" name="Forme libre : forme 17821">
                    <a:extLst>
                      <a:ext uri="{FF2B5EF4-FFF2-40B4-BE49-F238E27FC236}">
                        <a16:creationId xmlns:a16="http://schemas.microsoft.com/office/drawing/2014/main" id="{F4FEF3B4-76D5-4D24-90A5-6E24310194AB}"/>
                      </a:ext>
                    </a:extLst>
                  </p:cNvPr>
                  <p:cNvSpPr/>
                  <p:nvPr/>
                </p:nvSpPr>
                <p:spPr>
                  <a:xfrm>
                    <a:off x="1170793" y="4909794"/>
                    <a:ext cx="132424" cy="46835"/>
                  </a:xfrm>
                  <a:custGeom>
                    <a:avLst/>
                    <a:gdLst>
                      <a:gd name="connsiteX0" fmla="*/ 132326 w 132424"/>
                      <a:gd name="connsiteY0" fmla="*/ 15678 h 46835"/>
                      <a:gd name="connsiteX1" fmla="*/ 15264 w 132424"/>
                      <a:gd name="connsiteY1" fmla="*/ 26156 h 46835"/>
                      <a:gd name="connsiteX2" fmla="*/ 405 w 132424"/>
                      <a:gd name="connsiteY2" fmla="*/ 35586 h 46835"/>
                      <a:gd name="connsiteX3" fmla="*/ 1643 w 132424"/>
                      <a:gd name="connsiteY3" fmla="*/ 40825 h 46835"/>
                      <a:gd name="connsiteX4" fmla="*/ 26979 w 132424"/>
                      <a:gd name="connsiteY4" fmla="*/ 45873 h 46835"/>
                      <a:gd name="connsiteX5" fmla="*/ 132326 w 132424"/>
                      <a:gd name="connsiteY5" fmla="*/ 15678 h 46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424" h="46835">
                        <a:moveTo>
                          <a:pt x="132326" y="15678"/>
                        </a:moveTo>
                        <a:cubicBezTo>
                          <a:pt x="129278" y="-19088"/>
                          <a:pt x="53745" y="12916"/>
                          <a:pt x="15264" y="26156"/>
                        </a:cubicBezTo>
                        <a:cubicBezTo>
                          <a:pt x="9549" y="28156"/>
                          <a:pt x="2310" y="31300"/>
                          <a:pt x="405" y="35586"/>
                        </a:cubicBezTo>
                        <a:cubicBezTo>
                          <a:pt x="-548" y="37776"/>
                          <a:pt x="309" y="39491"/>
                          <a:pt x="1643" y="40825"/>
                        </a:cubicBezTo>
                        <a:cubicBezTo>
                          <a:pt x="6691" y="45587"/>
                          <a:pt x="17169" y="45873"/>
                          <a:pt x="26979" y="45873"/>
                        </a:cubicBezTo>
                        <a:cubicBezTo>
                          <a:pt x="48696" y="45968"/>
                          <a:pt x="135755" y="55017"/>
                          <a:pt x="132326" y="1567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23" name="Forme libre : forme 17822">
                    <a:extLst>
                      <a:ext uri="{FF2B5EF4-FFF2-40B4-BE49-F238E27FC236}">
                        <a16:creationId xmlns:a16="http://schemas.microsoft.com/office/drawing/2014/main" id="{83064A39-D409-4C4E-8766-7F8CA08561D4}"/>
                      </a:ext>
                    </a:extLst>
                  </p:cNvPr>
                  <p:cNvSpPr/>
                  <p:nvPr/>
                </p:nvSpPr>
                <p:spPr>
                  <a:xfrm>
                    <a:off x="1404370" y="4765173"/>
                    <a:ext cx="101266" cy="76409"/>
                  </a:xfrm>
                  <a:custGeom>
                    <a:avLst/>
                    <a:gdLst>
                      <a:gd name="connsiteX0" fmla="*/ 71914 w 101266"/>
                      <a:gd name="connsiteY0" fmla="*/ 3518 h 76409"/>
                      <a:gd name="connsiteX1" fmla="*/ 64675 w 101266"/>
                      <a:gd name="connsiteY1" fmla="*/ 184 h 76409"/>
                      <a:gd name="connsiteX2" fmla="*/ 51149 w 101266"/>
                      <a:gd name="connsiteY2" fmla="*/ 1422 h 76409"/>
                      <a:gd name="connsiteX3" fmla="*/ 0 w 101266"/>
                      <a:gd name="connsiteY3" fmla="*/ 16281 h 76409"/>
                      <a:gd name="connsiteX4" fmla="*/ 25717 w 101266"/>
                      <a:gd name="connsiteY4" fmla="*/ 21139 h 76409"/>
                      <a:gd name="connsiteX5" fmla="*/ 52483 w 101266"/>
                      <a:gd name="connsiteY5" fmla="*/ 29140 h 76409"/>
                      <a:gd name="connsiteX6" fmla="*/ 58865 w 101266"/>
                      <a:gd name="connsiteY6" fmla="*/ 52191 h 76409"/>
                      <a:gd name="connsiteX7" fmla="*/ 63437 w 101266"/>
                      <a:gd name="connsiteY7" fmla="*/ 73146 h 76409"/>
                      <a:gd name="connsiteX8" fmla="*/ 92202 w 101266"/>
                      <a:gd name="connsiteY8" fmla="*/ 69907 h 76409"/>
                      <a:gd name="connsiteX9" fmla="*/ 98393 w 101266"/>
                      <a:gd name="connsiteY9" fmla="*/ 62954 h 76409"/>
                      <a:gd name="connsiteX10" fmla="*/ 100584 w 101266"/>
                      <a:gd name="connsiteY10" fmla="*/ 46571 h 76409"/>
                      <a:gd name="connsiteX11" fmla="*/ 71914 w 101266"/>
                      <a:gd name="connsiteY11" fmla="*/ 3518 h 7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1266" h="76409">
                        <a:moveTo>
                          <a:pt x="71914" y="3518"/>
                        </a:moveTo>
                        <a:cubicBezTo>
                          <a:pt x="69913" y="2089"/>
                          <a:pt x="67723" y="755"/>
                          <a:pt x="64675" y="184"/>
                        </a:cubicBezTo>
                        <a:cubicBezTo>
                          <a:pt x="60865" y="-388"/>
                          <a:pt x="55912" y="470"/>
                          <a:pt x="51149" y="1422"/>
                        </a:cubicBezTo>
                        <a:cubicBezTo>
                          <a:pt x="34480" y="4851"/>
                          <a:pt x="17240" y="9900"/>
                          <a:pt x="0" y="16281"/>
                        </a:cubicBezTo>
                        <a:lnTo>
                          <a:pt x="25717" y="21139"/>
                        </a:lnTo>
                        <a:cubicBezTo>
                          <a:pt x="38100" y="19425"/>
                          <a:pt x="47434" y="23044"/>
                          <a:pt x="52483" y="29140"/>
                        </a:cubicBezTo>
                        <a:cubicBezTo>
                          <a:pt x="57531" y="35236"/>
                          <a:pt x="58769" y="43523"/>
                          <a:pt x="58865" y="52191"/>
                        </a:cubicBezTo>
                        <a:cubicBezTo>
                          <a:pt x="58960" y="59811"/>
                          <a:pt x="58198" y="68193"/>
                          <a:pt x="63437" y="73146"/>
                        </a:cubicBezTo>
                        <a:cubicBezTo>
                          <a:pt x="68675" y="78099"/>
                          <a:pt x="82391" y="77718"/>
                          <a:pt x="92202" y="69907"/>
                        </a:cubicBezTo>
                        <a:cubicBezTo>
                          <a:pt x="94869" y="67812"/>
                          <a:pt x="96965" y="65335"/>
                          <a:pt x="98393" y="62954"/>
                        </a:cubicBezTo>
                        <a:cubicBezTo>
                          <a:pt x="102013" y="56858"/>
                          <a:pt x="101537" y="51429"/>
                          <a:pt x="100584" y="46571"/>
                        </a:cubicBezTo>
                        <a:cubicBezTo>
                          <a:pt x="96965" y="29045"/>
                          <a:pt x="87058" y="14186"/>
                          <a:pt x="71914" y="351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24" name="Forme libre : forme 17823">
                    <a:extLst>
                      <a:ext uri="{FF2B5EF4-FFF2-40B4-BE49-F238E27FC236}">
                        <a16:creationId xmlns:a16="http://schemas.microsoft.com/office/drawing/2014/main" id="{91556531-B143-402F-BAF8-74A7DF4873AB}"/>
                      </a:ext>
                    </a:extLst>
                  </p:cNvPr>
                  <p:cNvSpPr/>
                  <p:nvPr/>
                </p:nvSpPr>
                <p:spPr>
                  <a:xfrm>
                    <a:off x="1997377" y="4614146"/>
                    <a:ext cx="123368" cy="100639"/>
                  </a:xfrm>
                  <a:custGeom>
                    <a:avLst/>
                    <a:gdLst>
                      <a:gd name="connsiteX0" fmla="*/ 46406 w 123368"/>
                      <a:gd name="connsiteY0" fmla="*/ 72916 h 100639"/>
                      <a:gd name="connsiteX1" fmla="*/ 59265 w 123368"/>
                      <a:gd name="connsiteY1" fmla="*/ 51199 h 100639"/>
                      <a:gd name="connsiteX2" fmla="*/ 123368 w 123368"/>
                      <a:gd name="connsiteY2" fmla="*/ 12527 h 100639"/>
                      <a:gd name="connsiteX3" fmla="*/ 123273 w 123368"/>
                      <a:gd name="connsiteY3" fmla="*/ 11289 h 100639"/>
                      <a:gd name="connsiteX4" fmla="*/ 93746 w 123368"/>
                      <a:gd name="connsiteY4" fmla="*/ 7098 h 100639"/>
                      <a:gd name="connsiteX5" fmla="*/ 4115 w 123368"/>
                      <a:gd name="connsiteY5" fmla="*/ 80250 h 100639"/>
                      <a:gd name="connsiteX6" fmla="*/ 2401 w 123368"/>
                      <a:gd name="connsiteY6" fmla="*/ 97395 h 100639"/>
                      <a:gd name="connsiteX7" fmla="*/ 17165 w 123368"/>
                      <a:gd name="connsiteY7" fmla="*/ 100633 h 100639"/>
                      <a:gd name="connsiteX8" fmla="*/ 98222 w 123368"/>
                      <a:gd name="connsiteY8" fmla="*/ 62629 h 100639"/>
                      <a:gd name="connsiteX9" fmla="*/ 69171 w 123368"/>
                      <a:gd name="connsiteY9" fmla="*/ 72820 h 100639"/>
                      <a:gd name="connsiteX10" fmla="*/ 46406 w 123368"/>
                      <a:gd name="connsiteY10" fmla="*/ 72916 h 100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3368" h="100639">
                        <a:moveTo>
                          <a:pt x="46406" y="72916"/>
                        </a:moveTo>
                        <a:cubicBezTo>
                          <a:pt x="42882" y="67867"/>
                          <a:pt x="51074" y="58342"/>
                          <a:pt x="59265" y="51199"/>
                        </a:cubicBezTo>
                        <a:cubicBezTo>
                          <a:pt x="73267" y="39102"/>
                          <a:pt x="100508" y="20909"/>
                          <a:pt x="123368" y="12527"/>
                        </a:cubicBezTo>
                        <a:cubicBezTo>
                          <a:pt x="123273" y="12146"/>
                          <a:pt x="123368" y="11670"/>
                          <a:pt x="123273" y="11289"/>
                        </a:cubicBezTo>
                        <a:cubicBezTo>
                          <a:pt x="120987" y="-1379"/>
                          <a:pt x="113462" y="-4237"/>
                          <a:pt x="93746" y="7098"/>
                        </a:cubicBezTo>
                        <a:cubicBezTo>
                          <a:pt x="68790" y="21386"/>
                          <a:pt x="17165" y="60057"/>
                          <a:pt x="4115" y="80250"/>
                        </a:cubicBezTo>
                        <a:cubicBezTo>
                          <a:pt x="-171" y="86822"/>
                          <a:pt x="-1695" y="93775"/>
                          <a:pt x="2401" y="97395"/>
                        </a:cubicBezTo>
                        <a:cubicBezTo>
                          <a:pt x="5544" y="100157"/>
                          <a:pt x="11354" y="100538"/>
                          <a:pt x="17165" y="100633"/>
                        </a:cubicBezTo>
                        <a:cubicBezTo>
                          <a:pt x="44882" y="101014"/>
                          <a:pt x="76601" y="83870"/>
                          <a:pt x="98222" y="62629"/>
                        </a:cubicBezTo>
                        <a:cubicBezTo>
                          <a:pt x="86411" y="67296"/>
                          <a:pt x="75648" y="70915"/>
                          <a:pt x="69171" y="72820"/>
                        </a:cubicBezTo>
                        <a:cubicBezTo>
                          <a:pt x="60122" y="75583"/>
                          <a:pt x="49550" y="77488"/>
                          <a:pt x="46406" y="7291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25" name="Forme libre : forme 17824">
                    <a:extLst>
                      <a:ext uri="{FF2B5EF4-FFF2-40B4-BE49-F238E27FC236}">
                        <a16:creationId xmlns:a16="http://schemas.microsoft.com/office/drawing/2014/main" id="{00AE956D-CEDA-4782-BE9F-0F6258B43DEF}"/>
                      </a:ext>
                    </a:extLst>
                  </p:cNvPr>
                  <p:cNvSpPr/>
                  <p:nvPr/>
                </p:nvSpPr>
                <p:spPr>
                  <a:xfrm>
                    <a:off x="1799441" y="4750708"/>
                    <a:ext cx="222315" cy="182080"/>
                  </a:xfrm>
                  <a:custGeom>
                    <a:avLst/>
                    <a:gdLst>
                      <a:gd name="connsiteX0" fmla="*/ 75369 w 222315"/>
                      <a:gd name="connsiteY0" fmla="*/ 180860 h 182080"/>
                      <a:gd name="connsiteX1" fmla="*/ 102610 w 222315"/>
                      <a:gd name="connsiteY1" fmla="*/ 179145 h 182080"/>
                      <a:gd name="connsiteX2" fmla="*/ 132804 w 222315"/>
                      <a:gd name="connsiteY2" fmla="*/ 151713 h 182080"/>
                      <a:gd name="connsiteX3" fmla="*/ 195098 w 222315"/>
                      <a:gd name="connsiteY3" fmla="*/ 77895 h 182080"/>
                      <a:gd name="connsiteX4" fmla="*/ 182620 w 222315"/>
                      <a:gd name="connsiteY4" fmla="*/ 80943 h 182080"/>
                      <a:gd name="connsiteX5" fmla="*/ 175000 w 222315"/>
                      <a:gd name="connsiteY5" fmla="*/ 65798 h 182080"/>
                      <a:gd name="connsiteX6" fmla="*/ 202242 w 222315"/>
                      <a:gd name="connsiteY6" fmla="*/ 50653 h 182080"/>
                      <a:gd name="connsiteX7" fmla="*/ 211386 w 222315"/>
                      <a:gd name="connsiteY7" fmla="*/ 54558 h 182080"/>
                      <a:gd name="connsiteX8" fmla="*/ 218148 w 222315"/>
                      <a:gd name="connsiteY8" fmla="*/ 12458 h 182080"/>
                      <a:gd name="connsiteX9" fmla="*/ 49270 w 222315"/>
                      <a:gd name="connsiteY9" fmla="*/ 79609 h 182080"/>
                      <a:gd name="connsiteX10" fmla="*/ 8789 w 222315"/>
                      <a:gd name="connsiteY10" fmla="*/ 125710 h 182080"/>
                      <a:gd name="connsiteX11" fmla="*/ 6598 w 222315"/>
                      <a:gd name="connsiteY11" fmla="*/ 165906 h 182080"/>
                      <a:gd name="connsiteX12" fmla="*/ 30030 w 222315"/>
                      <a:gd name="connsiteY12" fmla="*/ 173240 h 182080"/>
                      <a:gd name="connsiteX13" fmla="*/ 75369 w 222315"/>
                      <a:gd name="connsiteY13" fmla="*/ 180860 h 182080"/>
                      <a:gd name="connsiteX14" fmla="*/ 68225 w 222315"/>
                      <a:gd name="connsiteY14" fmla="*/ 78466 h 182080"/>
                      <a:gd name="connsiteX15" fmla="*/ 93085 w 222315"/>
                      <a:gd name="connsiteY15" fmla="*/ 54273 h 182080"/>
                      <a:gd name="connsiteX16" fmla="*/ 133090 w 222315"/>
                      <a:gd name="connsiteY16" fmla="*/ 34556 h 182080"/>
                      <a:gd name="connsiteX17" fmla="*/ 187097 w 222315"/>
                      <a:gd name="connsiteY17" fmla="*/ 29698 h 182080"/>
                      <a:gd name="connsiteX18" fmla="*/ 181858 w 222315"/>
                      <a:gd name="connsiteY18" fmla="*/ 50748 h 182080"/>
                      <a:gd name="connsiteX19" fmla="*/ 151950 w 222315"/>
                      <a:gd name="connsiteY19" fmla="*/ 67322 h 182080"/>
                      <a:gd name="connsiteX20" fmla="*/ 92799 w 222315"/>
                      <a:gd name="connsiteY20" fmla="*/ 89801 h 182080"/>
                      <a:gd name="connsiteX21" fmla="*/ 78417 w 222315"/>
                      <a:gd name="connsiteY21" fmla="*/ 93992 h 182080"/>
                      <a:gd name="connsiteX22" fmla="*/ 68225 w 222315"/>
                      <a:gd name="connsiteY22" fmla="*/ 78466 h 182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22315" h="182080">
                        <a:moveTo>
                          <a:pt x="75369" y="180860"/>
                        </a:moveTo>
                        <a:cubicBezTo>
                          <a:pt x="83370" y="182194"/>
                          <a:pt x="92323" y="183337"/>
                          <a:pt x="102610" y="179145"/>
                        </a:cubicBezTo>
                        <a:cubicBezTo>
                          <a:pt x="116040" y="173716"/>
                          <a:pt x="125280" y="161905"/>
                          <a:pt x="132804" y="151713"/>
                        </a:cubicBezTo>
                        <a:cubicBezTo>
                          <a:pt x="146235" y="133426"/>
                          <a:pt x="174048" y="105041"/>
                          <a:pt x="195098" y="77895"/>
                        </a:cubicBezTo>
                        <a:cubicBezTo>
                          <a:pt x="190907" y="79800"/>
                          <a:pt x="186621" y="80943"/>
                          <a:pt x="182620" y="80943"/>
                        </a:cubicBezTo>
                        <a:cubicBezTo>
                          <a:pt x="173000" y="80943"/>
                          <a:pt x="169571" y="74180"/>
                          <a:pt x="175000" y="65798"/>
                        </a:cubicBezTo>
                        <a:cubicBezTo>
                          <a:pt x="180429" y="57416"/>
                          <a:pt x="192621" y="50653"/>
                          <a:pt x="202242" y="50653"/>
                        </a:cubicBezTo>
                        <a:cubicBezTo>
                          <a:pt x="206718" y="50653"/>
                          <a:pt x="209862" y="52177"/>
                          <a:pt x="211386" y="54558"/>
                        </a:cubicBezTo>
                        <a:cubicBezTo>
                          <a:pt x="221768" y="37223"/>
                          <a:pt x="226245" y="22078"/>
                          <a:pt x="218148" y="12458"/>
                        </a:cubicBezTo>
                        <a:cubicBezTo>
                          <a:pt x="184335" y="-27547"/>
                          <a:pt x="91656" y="37985"/>
                          <a:pt x="49270" y="79609"/>
                        </a:cubicBezTo>
                        <a:cubicBezTo>
                          <a:pt x="34030" y="94563"/>
                          <a:pt x="18504" y="109899"/>
                          <a:pt x="8789" y="125710"/>
                        </a:cubicBezTo>
                        <a:cubicBezTo>
                          <a:pt x="-927" y="141426"/>
                          <a:pt x="-3879" y="157905"/>
                          <a:pt x="6598" y="165906"/>
                        </a:cubicBezTo>
                        <a:cubicBezTo>
                          <a:pt x="12218" y="170287"/>
                          <a:pt x="21267" y="171811"/>
                          <a:pt x="30030" y="173240"/>
                        </a:cubicBezTo>
                        <a:cubicBezTo>
                          <a:pt x="44984" y="175907"/>
                          <a:pt x="60224" y="178383"/>
                          <a:pt x="75369" y="180860"/>
                        </a:cubicBezTo>
                        <a:close/>
                        <a:moveTo>
                          <a:pt x="68225" y="78466"/>
                        </a:moveTo>
                        <a:cubicBezTo>
                          <a:pt x="72511" y="69894"/>
                          <a:pt x="82512" y="61321"/>
                          <a:pt x="93085" y="54273"/>
                        </a:cubicBezTo>
                        <a:cubicBezTo>
                          <a:pt x="105563" y="45986"/>
                          <a:pt x="119374" y="39223"/>
                          <a:pt x="133090" y="34556"/>
                        </a:cubicBezTo>
                        <a:cubicBezTo>
                          <a:pt x="148902" y="29127"/>
                          <a:pt x="179953" y="21221"/>
                          <a:pt x="187097" y="29698"/>
                        </a:cubicBezTo>
                        <a:cubicBezTo>
                          <a:pt x="190812" y="34080"/>
                          <a:pt x="188335" y="44081"/>
                          <a:pt x="181858" y="50748"/>
                        </a:cubicBezTo>
                        <a:cubicBezTo>
                          <a:pt x="174333" y="58559"/>
                          <a:pt x="161951" y="63512"/>
                          <a:pt x="151950" y="67322"/>
                        </a:cubicBezTo>
                        <a:cubicBezTo>
                          <a:pt x="132233" y="74847"/>
                          <a:pt x="112516" y="82371"/>
                          <a:pt x="92799" y="89801"/>
                        </a:cubicBezTo>
                        <a:cubicBezTo>
                          <a:pt x="87942" y="91611"/>
                          <a:pt x="82893" y="93516"/>
                          <a:pt x="78417" y="93992"/>
                        </a:cubicBezTo>
                        <a:cubicBezTo>
                          <a:pt x="67653" y="95135"/>
                          <a:pt x="63939" y="87134"/>
                          <a:pt x="68225" y="7846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26" name="Forme libre : forme 17825">
                    <a:extLst>
                      <a:ext uri="{FF2B5EF4-FFF2-40B4-BE49-F238E27FC236}">
                        <a16:creationId xmlns:a16="http://schemas.microsoft.com/office/drawing/2014/main" id="{70362B37-2B9E-4F4E-A08B-A6967918E72F}"/>
                      </a:ext>
                    </a:extLst>
                  </p:cNvPr>
                  <p:cNvSpPr/>
                  <p:nvPr/>
                </p:nvSpPr>
                <p:spPr>
                  <a:xfrm>
                    <a:off x="1658878" y="4934179"/>
                    <a:ext cx="101415" cy="43585"/>
                  </a:xfrm>
                  <a:custGeom>
                    <a:avLst/>
                    <a:gdLst>
                      <a:gd name="connsiteX0" fmla="*/ 97346 w 101415"/>
                      <a:gd name="connsiteY0" fmla="*/ 17201 h 43585"/>
                      <a:gd name="connsiteX1" fmla="*/ 14288 w 101415"/>
                      <a:gd name="connsiteY1" fmla="*/ 16344 h 43585"/>
                      <a:gd name="connsiteX2" fmla="*/ 0 w 101415"/>
                      <a:gd name="connsiteY2" fmla="*/ 21297 h 43585"/>
                      <a:gd name="connsiteX3" fmla="*/ 9811 w 101415"/>
                      <a:gd name="connsiteY3" fmla="*/ 43585 h 43585"/>
                      <a:gd name="connsiteX4" fmla="*/ 97346 w 101415"/>
                      <a:gd name="connsiteY4" fmla="*/ 17201 h 43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415" h="43585">
                        <a:moveTo>
                          <a:pt x="97346" y="17201"/>
                        </a:moveTo>
                        <a:cubicBezTo>
                          <a:pt x="120967" y="-17661"/>
                          <a:pt x="34957" y="10248"/>
                          <a:pt x="14288" y="16344"/>
                        </a:cubicBezTo>
                        <a:cubicBezTo>
                          <a:pt x="9716" y="17677"/>
                          <a:pt x="4763" y="19297"/>
                          <a:pt x="0" y="21297"/>
                        </a:cubicBezTo>
                        <a:cubicBezTo>
                          <a:pt x="4953" y="27202"/>
                          <a:pt x="7810" y="35394"/>
                          <a:pt x="9811" y="43585"/>
                        </a:cubicBezTo>
                        <a:cubicBezTo>
                          <a:pt x="40386" y="42728"/>
                          <a:pt x="84582" y="35965"/>
                          <a:pt x="97346" y="1720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27" name="Forme libre : forme 17826">
                    <a:extLst>
                      <a:ext uri="{FF2B5EF4-FFF2-40B4-BE49-F238E27FC236}">
                        <a16:creationId xmlns:a16="http://schemas.microsoft.com/office/drawing/2014/main" id="{A996C344-0EE6-4234-981B-EF9087C0A471}"/>
                      </a:ext>
                    </a:extLst>
                  </p:cNvPr>
                  <p:cNvSpPr/>
                  <p:nvPr/>
                </p:nvSpPr>
                <p:spPr>
                  <a:xfrm>
                    <a:off x="2174502" y="4590856"/>
                    <a:ext cx="233021" cy="206100"/>
                  </a:xfrm>
                  <a:custGeom>
                    <a:avLst/>
                    <a:gdLst>
                      <a:gd name="connsiteX0" fmla="*/ 212467 w 233021"/>
                      <a:gd name="connsiteY0" fmla="*/ 70679 h 206100"/>
                      <a:gd name="connsiteX1" fmla="*/ 207228 w 233021"/>
                      <a:gd name="connsiteY1" fmla="*/ 71346 h 206100"/>
                      <a:gd name="connsiteX2" fmla="*/ 199608 w 233021"/>
                      <a:gd name="connsiteY2" fmla="*/ 56201 h 206100"/>
                      <a:gd name="connsiteX3" fmla="*/ 226849 w 233021"/>
                      <a:gd name="connsiteY3" fmla="*/ 41056 h 206100"/>
                      <a:gd name="connsiteX4" fmla="*/ 229707 w 233021"/>
                      <a:gd name="connsiteY4" fmla="*/ 41342 h 206100"/>
                      <a:gd name="connsiteX5" fmla="*/ 220373 w 233021"/>
                      <a:gd name="connsiteY5" fmla="*/ 5337 h 206100"/>
                      <a:gd name="connsiteX6" fmla="*/ 49113 w 233021"/>
                      <a:gd name="connsiteY6" fmla="*/ 48676 h 206100"/>
                      <a:gd name="connsiteX7" fmla="*/ 17490 w 233021"/>
                      <a:gd name="connsiteY7" fmla="*/ 69345 h 206100"/>
                      <a:gd name="connsiteX8" fmla="*/ 6441 w 233021"/>
                      <a:gd name="connsiteY8" fmla="*/ 91729 h 206100"/>
                      <a:gd name="connsiteX9" fmla="*/ 7584 w 233021"/>
                      <a:gd name="connsiteY9" fmla="*/ 191646 h 206100"/>
                      <a:gd name="connsiteX10" fmla="*/ 27206 w 233021"/>
                      <a:gd name="connsiteY10" fmla="*/ 205934 h 206100"/>
                      <a:gd name="connsiteX11" fmla="*/ 49399 w 233021"/>
                      <a:gd name="connsiteY11" fmla="*/ 197647 h 206100"/>
                      <a:gd name="connsiteX12" fmla="*/ 153221 w 233021"/>
                      <a:gd name="connsiteY12" fmla="*/ 130591 h 206100"/>
                      <a:gd name="connsiteX13" fmla="*/ 212467 w 233021"/>
                      <a:gd name="connsiteY13" fmla="*/ 70679 h 206100"/>
                      <a:gd name="connsiteX14" fmla="*/ 55018 w 233021"/>
                      <a:gd name="connsiteY14" fmla="*/ 88967 h 206100"/>
                      <a:gd name="connsiteX15" fmla="*/ 32158 w 233021"/>
                      <a:gd name="connsiteY15" fmla="*/ 89062 h 206100"/>
                      <a:gd name="connsiteX16" fmla="*/ 45017 w 233021"/>
                      <a:gd name="connsiteY16" fmla="*/ 67345 h 206100"/>
                      <a:gd name="connsiteX17" fmla="*/ 145030 w 233021"/>
                      <a:gd name="connsiteY17" fmla="*/ 31817 h 206100"/>
                      <a:gd name="connsiteX18" fmla="*/ 55018 w 233021"/>
                      <a:gd name="connsiteY18" fmla="*/ 88967 h 206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33021" h="206100">
                        <a:moveTo>
                          <a:pt x="212467" y="70679"/>
                        </a:moveTo>
                        <a:cubicBezTo>
                          <a:pt x="210657" y="71060"/>
                          <a:pt x="208847" y="71346"/>
                          <a:pt x="207228" y="71346"/>
                        </a:cubicBezTo>
                        <a:cubicBezTo>
                          <a:pt x="197608" y="71346"/>
                          <a:pt x="194179" y="64583"/>
                          <a:pt x="199608" y="56201"/>
                        </a:cubicBezTo>
                        <a:cubicBezTo>
                          <a:pt x="205037" y="47819"/>
                          <a:pt x="217229" y="41056"/>
                          <a:pt x="226849" y="41056"/>
                        </a:cubicBezTo>
                        <a:cubicBezTo>
                          <a:pt x="227897" y="41056"/>
                          <a:pt x="228850" y="41151"/>
                          <a:pt x="229707" y="41342"/>
                        </a:cubicBezTo>
                        <a:cubicBezTo>
                          <a:pt x="235613" y="25816"/>
                          <a:pt x="234279" y="12671"/>
                          <a:pt x="220373" y="5337"/>
                        </a:cubicBezTo>
                        <a:cubicBezTo>
                          <a:pt x="184082" y="-13903"/>
                          <a:pt x="100453" y="23149"/>
                          <a:pt x="49113" y="48676"/>
                        </a:cubicBezTo>
                        <a:cubicBezTo>
                          <a:pt x="37683" y="54391"/>
                          <a:pt x="25396" y="60773"/>
                          <a:pt x="17490" y="69345"/>
                        </a:cubicBezTo>
                        <a:cubicBezTo>
                          <a:pt x="10632" y="76775"/>
                          <a:pt x="8251" y="84585"/>
                          <a:pt x="6441" y="91729"/>
                        </a:cubicBezTo>
                        <a:cubicBezTo>
                          <a:pt x="-2512" y="128114"/>
                          <a:pt x="-2132" y="162214"/>
                          <a:pt x="7584" y="191646"/>
                        </a:cubicBezTo>
                        <a:cubicBezTo>
                          <a:pt x="10060" y="199362"/>
                          <a:pt x="14823" y="207363"/>
                          <a:pt x="27206" y="205934"/>
                        </a:cubicBezTo>
                        <a:cubicBezTo>
                          <a:pt x="34254" y="205172"/>
                          <a:pt x="42065" y="201362"/>
                          <a:pt x="49399" y="197647"/>
                        </a:cubicBezTo>
                        <a:cubicBezTo>
                          <a:pt x="86260" y="178788"/>
                          <a:pt x="121693" y="155928"/>
                          <a:pt x="153221" y="130591"/>
                        </a:cubicBezTo>
                        <a:cubicBezTo>
                          <a:pt x="172462" y="115161"/>
                          <a:pt x="195989" y="92681"/>
                          <a:pt x="212467" y="70679"/>
                        </a:cubicBezTo>
                        <a:close/>
                        <a:moveTo>
                          <a:pt x="55018" y="88967"/>
                        </a:moveTo>
                        <a:cubicBezTo>
                          <a:pt x="45874" y="91634"/>
                          <a:pt x="35302" y="93634"/>
                          <a:pt x="32158" y="89062"/>
                        </a:cubicBezTo>
                        <a:cubicBezTo>
                          <a:pt x="28634" y="84014"/>
                          <a:pt x="36826" y="74489"/>
                          <a:pt x="45017" y="67345"/>
                        </a:cubicBezTo>
                        <a:cubicBezTo>
                          <a:pt x="69020" y="46676"/>
                          <a:pt x="131981" y="7623"/>
                          <a:pt x="145030" y="31817"/>
                        </a:cubicBezTo>
                        <a:cubicBezTo>
                          <a:pt x="156650" y="53438"/>
                          <a:pt x="78450" y="82013"/>
                          <a:pt x="55018" y="8896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28" name="Forme libre : forme 17827">
                    <a:extLst>
                      <a:ext uri="{FF2B5EF4-FFF2-40B4-BE49-F238E27FC236}">
                        <a16:creationId xmlns:a16="http://schemas.microsoft.com/office/drawing/2014/main" id="{89B7A08E-F9E7-4AFB-A62C-C3AD5DAF04DF}"/>
                      </a:ext>
                    </a:extLst>
                  </p:cNvPr>
                  <p:cNvSpPr/>
                  <p:nvPr/>
                </p:nvSpPr>
                <p:spPr>
                  <a:xfrm>
                    <a:off x="2496111" y="4571980"/>
                    <a:ext cx="154509" cy="111101"/>
                  </a:xfrm>
                  <a:custGeom>
                    <a:avLst/>
                    <a:gdLst>
                      <a:gd name="connsiteX0" fmla="*/ 491 w 154509"/>
                      <a:gd name="connsiteY0" fmla="*/ 97079 h 111101"/>
                      <a:gd name="connsiteX1" fmla="*/ 22017 w 154509"/>
                      <a:gd name="connsiteY1" fmla="*/ 110224 h 111101"/>
                      <a:gd name="connsiteX2" fmla="*/ 134983 w 154509"/>
                      <a:gd name="connsiteY2" fmla="*/ 81077 h 111101"/>
                      <a:gd name="connsiteX3" fmla="*/ 154033 w 154509"/>
                      <a:gd name="connsiteY3" fmla="*/ 53074 h 111101"/>
                      <a:gd name="connsiteX4" fmla="*/ 142508 w 154509"/>
                      <a:gd name="connsiteY4" fmla="*/ 57836 h 111101"/>
                      <a:gd name="connsiteX5" fmla="*/ 93550 w 154509"/>
                      <a:gd name="connsiteY5" fmla="*/ 76410 h 111101"/>
                      <a:gd name="connsiteX6" fmla="*/ 70690 w 154509"/>
                      <a:gd name="connsiteY6" fmla="*/ 76505 h 111101"/>
                      <a:gd name="connsiteX7" fmla="*/ 83549 w 154509"/>
                      <a:gd name="connsiteY7" fmla="*/ 54788 h 111101"/>
                      <a:gd name="connsiteX8" fmla="*/ 154510 w 154509"/>
                      <a:gd name="connsiteY8" fmla="*/ 13831 h 111101"/>
                      <a:gd name="connsiteX9" fmla="*/ 153367 w 154509"/>
                      <a:gd name="connsiteY9" fmla="*/ 11449 h 111101"/>
                      <a:gd name="connsiteX10" fmla="*/ 84882 w 154509"/>
                      <a:gd name="connsiteY10" fmla="*/ 14402 h 111101"/>
                      <a:gd name="connsiteX11" fmla="*/ 491 w 154509"/>
                      <a:gd name="connsiteY11" fmla="*/ 97079 h 111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4509" h="111101">
                        <a:moveTo>
                          <a:pt x="491" y="97079"/>
                        </a:moveTo>
                        <a:cubicBezTo>
                          <a:pt x="2491" y="104890"/>
                          <a:pt x="11635" y="108700"/>
                          <a:pt x="22017" y="110224"/>
                        </a:cubicBezTo>
                        <a:cubicBezTo>
                          <a:pt x="46877" y="113748"/>
                          <a:pt x="106313" y="107175"/>
                          <a:pt x="134983" y="81077"/>
                        </a:cubicBezTo>
                        <a:cubicBezTo>
                          <a:pt x="144128" y="72790"/>
                          <a:pt x="150319" y="62884"/>
                          <a:pt x="154033" y="53074"/>
                        </a:cubicBezTo>
                        <a:cubicBezTo>
                          <a:pt x="150414" y="55359"/>
                          <a:pt x="146414" y="56979"/>
                          <a:pt x="142508" y="57836"/>
                        </a:cubicBezTo>
                        <a:cubicBezTo>
                          <a:pt x="123744" y="66504"/>
                          <a:pt x="103646" y="73457"/>
                          <a:pt x="93550" y="76410"/>
                        </a:cubicBezTo>
                        <a:cubicBezTo>
                          <a:pt x="84406" y="79077"/>
                          <a:pt x="73833" y="81077"/>
                          <a:pt x="70690" y="76505"/>
                        </a:cubicBezTo>
                        <a:cubicBezTo>
                          <a:pt x="67166" y="71457"/>
                          <a:pt x="75357" y="61932"/>
                          <a:pt x="83549" y="54788"/>
                        </a:cubicBezTo>
                        <a:cubicBezTo>
                          <a:pt x="98979" y="41453"/>
                          <a:pt x="130507" y="20689"/>
                          <a:pt x="154510" y="13831"/>
                        </a:cubicBezTo>
                        <a:cubicBezTo>
                          <a:pt x="154129" y="13068"/>
                          <a:pt x="153843" y="12116"/>
                          <a:pt x="153367" y="11449"/>
                        </a:cubicBezTo>
                        <a:cubicBezTo>
                          <a:pt x="142508" y="-5219"/>
                          <a:pt x="116029" y="-3219"/>
                          <a:pt x="84882" y="14402"/>
                        </a:cubicBezTo>
                        <a:cubicBezTo>
                          <a:pt x="53259" y="32404"/>
                          <a:pt x="-5986" y="71933"/>
                          <a:pt x="491" y="9707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29" name="Forme libre : forme 17828">
                    <a:extLst>
                      <a:ext uri="{FF2B5EF4-FFF2-40B4-BE49-F238E27FC236}">
                        <a16:creationId xmlns:a16="http://schemas.microsoft.com/office/drawing/2014/main" id="{51D365DF-2B5E-4EA5-9204-351B438383FC}"/>
                      </a:ext>
                    </a:extLst>
                  </p:cNvPr>
                  <p:cNvSpPr/>
                  <p:nvPr/>
                </p:nvSpPr>
                <p:spPr>
                  <a:xfrm>
                    <a:off x="2789209" y="4432553"/>
                    <a:ext cx="22669" cy="17240"/>
                  </a:xfrm>
                  <a:custGeom>
                    <a:avLst/>
                    <a:gdLst>
                      <a:gd name="connsiteX0" fmla="*/ 0 w 22669"/>
                      <a:gd name="connsiteY0" fmla="*/ 17241 h 17240"/>
                      <a:gd name="connsiteX1" fmla="*/ 22670 w 22669"/>
                      <a:gd name="connsiteY1" fmla="*/ 0 h 17240"/>
                      <a:gd name="connsiteX2" fmla="*/ 0 w 22669"/>
                      <a:gd name="connsiteY2" fmla="*/ 17241 h 17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2669" h="17240">
                        <a:moveTo>
                          <a:pt x="0" y="17241"/>
                        </a:moveTo>
                        <a:cubicBezTo>
                          <a:pt x="6763" y="12668"/>
                          <a:pt x="15335" y="6572"/>
                          <a:pt x="22670" y="0"/>
                        </a:cubicBezTo>
                        <a:cubicBezTo>
                          <a:pt x="14478" y="5334"/>
                          <a:pt x="6953" y="11144"/>
                          <a:pt x="0" y="1724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30" name="Forme libre : forme 17829">
                    <a:extLst>
                      <a:ext uri="{FF2B5EF4-FFF2-40B4-BE49-F238E27FC236}">
                        <a16:creationId xmlns:a16="http://schemas.microsoft.com/office/drawing/2014/main" id="{28E3E6DA-FFFB-49C6-8A9F-6169D7F418FE}"/>
                      </a:ext>
                    </a:extLst>
                  </p:cNvPr>
                  <p:cNvSpPr/>
                  <p:nvPr/>
                </p:nvSpPr>
                <p:spPr>
                  <a:xfrm>
                    <a:off x="2733193" y="4451710"/>
                    <a:ext cx="122310" cy="117358"/>
                  </a:xfrm>
                  <a:custGeom>
                    <a:avLst/>
                    <a:gdLst>
                      <a:gd name="connsiteX0" fmla="*/ 92021 w 122310"/>
                      <a:gd name="connsiteY0" fmla="*/ 8180 h 117358"/>
                      <a:gd name="connsiteX1" fmla="*/ 83925 w 122310"/>
                      <a:gd name="connsiteY1" fmla="*/ 179 h 117358"/>
                      <a:gd name="connsiteX2" fmla="*/ 74114 w 122310"/>
                      <a:gd name="connsiteY2" fmla="*/ 2941 h 117358"/>
                      <a:gd name="connsiteX3" fmla="*/ 32014 w 122310"/>
                      <a:gd name="connsiteY3" fmla="*/ 22468 h 117358"/>
                      <a:gd name="connsiteX4" fmla="*/ 13630 w 122310"/>
                      <a:gd name="connsiteY4" fmla="*/ 45709 h 117358"/>
                      <a:gd name="connsiteX5" fmla="*/ 295 w 122310"/>
                      <a:gd name="connsiteY5" fmla="*/ 70569 h 117358"/>
                      <a:gd name="connsiteX6" fmla="*/ 7058 w 122310"/>
                      <a:gd name="connsiteY6" fmla="*/ 90762 h 117358"/>
                      <a:gd name="connsiteX7" fmla="*/ 31251 w 122310"/>
                      <a:gd name="connsiteY7" fmla="*/ 112384 h 117358"/>
                      <a:gd name="connsiteX8" fmla="*/ 74305 w 122310"/>
                      <a:gd name="connsiteY8" fmla="*/ 114955 h 117358"/>
                      <a:gd name="connsiteX9" fmla="*/ 103642 w 122310"/>
                      <a:gd name="connsiteY9" fmla="*/ 100382 h 117358"/>
                      <a:gd name="connsiteX10" fmla="*/ 122310 w 122310"/>
                      <a:gd name="connsiteY10" fmla="*/ 32564 h 117358"/>
                      <a:gd name="connsiteX11" fmla="*/ 92021 w 122310"/>
                      <a:gd name="connsiteY11" fmla="*/ 8180 h 117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2310" h="117358">
                        <a:moveTo>
                          <a:pt x="92021" y="8180"/>
                        </a:moveTo>
                        <a:cubicBezTo>
                          <a:pt x="89925" y="4846"/>
                          <a:pt x="87735" y="1036"/>
                          <a:pt x="83925" y="179"/>
                        </a:cubicBezTo>
                        <a:cubicBezTo>
                          <a:pt x="80591" y="-583"/>
                          <a:pt x="77162" y="1227"/>
                          <a:pt x="74114" y="2941"/>
                        </a:cubicBezTo>
                        <a:cubicBezTo>
                          <a:pt x="65160" y="7990"/>
                          <a:pt x="48873" y="16372"/>
                          <a:pt x="32014" y="22468"/>
                        </a:cubicBezTo>
                        <a:cubicBezTo>
                          <a:pt x="25346" y="30183"/>
                          <a:pt x="19250" y="37993"/>
                          <a:pt x="13630" y="45709"/>
                        </a:cubicBezTo>
                        <a:cubicBezTo>
                          <a:pt x="7534" y="54091"/>
                          <a:pt x="1629" y="62854"/>
                          <a:pt x="295" y="70569"/>
                        </a:cubicBezTo>
                        <a:cubicBezTo>
                          <a:pt x="-1133" y="78856"/>
                          <a:pt x="2867" y="85047"/>
                          <a:pt x="7058" y="90762"/>
                        </a:cubicBezTo>
                        <a:cubicBezTo>
                          <a:pt x="13344" y="99239"/>
                          <a:pt x="20393" y="107336"/>
                          <a:pt x="31251" y="112384"/>
                        </a:cubicBezTo>
                        <a:cubicBezTo>
                          <a:pt x="42110" y="117432"/>
                          <a:pt x="57064" y="119242"/>
                          <a:pt x="74305" y="114955"/>
                        </a:cubicBezTo>
                        <a:cubicBezTo>
                          <a:pt x="84401" y="112384"/>
                          <a:pt x="95545" y="107526"/>
                          <a:pt x="103642" y="100382"/>
                        </a:cubicBezTo>
                        <a:cubicBezTo>
                          <a:pt x="126692" y="79999"/>
                          <a:pt x="116024" y="54186"/>
                          <a:pt x="122310" y="32564"/>
                        </a:cubicBezTo>
                        <a:cubicBezTo>
                          <a:pt x="110023" y="27706"/>
                          <a:pt x="99165" y="19324"/>
                          <a:pt x="92021" y="818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31" name="Forme libre : forme 17830">
                    <a:extLst>
                      <a:ext uri="{FF2B5EF4-FFF2-40B4-BE49-F238E27FC236}">
                        <a16:creationId xmlns:a16="http://schemas.microsoft.com/office/drawing/2014/main" id="{26639941-AE57-41A7-8801-ABB1BF0FDC53}"/>
                      </a:ext>
                    </a:extLst>
                  </p:cNvPr>
                  <p:cNvSpPr/>
                  <p:nvPr/>
                </p:nvSpPr>
                <p:spPr>
                  <a:xfrm>
                    <a:off x="2828357" y="4412075"/>
                    <a:ext cx="45529" cy="55530"/>
                  </a:xfrm>
                  <a:custGeom>
                    <a:avLst/>
                    <a:gdLst>
                      <a:gd name="connsiteX0" fmla="*/ 33338 w 45529"/>
                      <a:gd name="connsiteY0" fmla="*/ 24098 h 55530"/>
                      <a:gd name="connsiteX1" fmla="*/ 32385 w 45529"/>
                      <a:gd name="connsiteY1" fmla="*/ 6001 h 55530"/>
                      <a:gd name="connsiteX2" fmla="*/ 30099 w 45529"/>
                      <a:gd name="connsiteY2" fmla="*/ 4572 h 55530"/>
                      <a:gd name="connsiteX3" fmla="*/ 24479 w 45529"/>
                      <a:gd name="connsiteY3" fmla="*/ 0 h 55530"/>
                      <a:gd name="connsiteX4" fmla="*/ 0 w 45529"/>
                      <a:gd name="connsiteY4" fmla="*/ 10859 h 55530"/>
                      <a:gd name="connsiteX5" fmla="*/ 6001 w 45529"/>
                      <a:gd name="connsiteY5" fmla="*/ 34480 h 55530"/>
                      <a:gd name="connsiteX6" fmla="*/ 35909 w 45529"/>
                      <a:gd name="connsiteY6" fmla="*/ 55531 h 55530"/>
                      <a:gd name="connsiteX7" fmla="*/ 45529 w 45529"/>
                      <a:gd name="connsiteY7" fmla="*/ 42577 h 55530"/>
                      <a:gd name="connsiteX8" fmla="*/ 33338 w 45529"/>
                      <a:gd name="connsiteY8" fmla="*/ 24098 h 55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529" h="55530">
                        <a:moveTo>
                          <a:pt x="33338" y="24098"/>
                        </a:moveTo>
                        <a:cubicBezTo>
                          <a:pt x="31813" y="18193"/>
                          <a:pt x="31528" y="12097"/>
                          <a:pt x="32385" y="6001"/>
                        </a:cubicBezTo>
                        <a:cubicBezTo>
                          <a:pt x="31623" y="5525"/>
                          <a:pt x="30861" y="5144"/>
                          <a:pt x="30099" y="4572"/>
                        </a:cubicBezTo>
                        <a:cubicBezTo>
                          <a:pt x="28099" y="3238"/>
                          <a:pt x="26289" y="1619"/>
                          <a:pt x="24479" y="0"/>
                        </a:cubicBezTo>
                        <a:cubicBezTo>
                          <a:pt x="15526" y="3334"/>
                          <a:pt x="6763" y="7334"/>
                          <a:pt x="0" y="10859"/>
                        </a:cubicBezTo>
                        <a:cubicBezTo>
                          <a:pt x="190" y="19241"/>
                          <a:pt x="1619" y="27527"/>
                          <a:pt x="6001" y="34480"/>
                        </a:cubicBezTo>
                        <a:cubicBezTo>
                          <a:pt x="12668" y="44958"/>
                          <a:pt x="24289" y="50197"/>
                          <a:pt x="35909" y="55531"/>
                        </a:cubicBezTo>
                        <a:cubicBezTo>
                          <a:pt x="38767" y="51435"/>
                          <a:pt x="42100" y="47054"/>
                          <a:pt x="45529" y="42577"/>
                        </a:cubicBezTo>
                        <a:cubicBezTo>
                          <a:pt x="40100" y="37243"/>
                          <a:pt x="35242" y="31337"/>
                          <a:pt x="33338" y="2409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32" name="Forme libre : forme 17831">
                    <a:extLst>
                      <a:ext uri="{FF2B5EF4-FFF2-40B4-BE49-F238E27FC236}">
                        <a16:creationId xmlns:a16="http://schemas.microsoft.com/office/drawing/2014/main" id="{E066B65F-7CD6-4A3E-959B-0BA11F331B18}"/>
                      </a:ext>
                    </a:extLst>
                  </p:cNvPr>
                  <p:cNvSpPr/>
                  <p:nvPr/>
                </p:nvSpPr>
                <p:spPr>
                  <a:xfrm>
                    <a:off x="2765302" y="4422933"/>
                    <a:ext cx="99060" cy="61341"/>
                  </a:xfrm>
                  <a:custGeom>
                    <a:avLst/>
                    <a:gdLst>
                      <a:gd name="connsiteX0" fmla="*/ 69056 w 99060"/>
                      <a:gd name="connsiteY0" fmla="*/ 23622 h 61341"/>
                      <a:gd name="connsiteX1" fmla="*/ 63056 w 99060"/>
                      <a:gd name="connsiteY1" fmla="*/ 0 h 61341"/>
                      <a:gd name="connsiteX2" fmla="*/ 61627 w 99060"/>
                      <a:gd name="connsiteY2" fmla="*/ 762 h 61341"/>
                      <a:gd name="connsiteX3" fmla="*/ 46577 w 99060"/>
                      <a:gd name="connsiteY3" fmla="*/ 9715 h 61341"/>
                      <a:gd name="connsiteX4" fmla="*/ 23908 w 99060"/>
                      <a:gd name="connsiteY4" fmla="*/ 26956 h 61341"/>
                      <a:gd name="connsiteX5" fmla="*/ 0 w 99060"/>
                      <a:gd name="connsiteY5" fmla="*/ 51245 h 61341"/>
                      <a:gd name="connsiteX6" fmla="*/ 42101 w 99060"/>
                      <a:gd name="connsiteY6" fmla="*/ 31718 h 61341"/>
                      <a:gd name="connsiteX7" fmla="*/ 51911 w 99060"/>
                      <a:gd name="connsiteY7" fmla="*/ 28956 h 61341"/>
                      <a:gd name="connsiteX8" fmla="*/ 60008 w 99060"/>
                      <a:gd name="connsiteY8" fmla="*/ 36957 h 61341"/>
                      <a:gd name="connsiteX9" fmla="*/ 90392 w 99060"/>
                      <a:gd name="connsiteY9" fmla="*/ 61341 h 61341"/>
                      <a:gd name="connsiteX10" fmla="*/ 92678 w 99060"/>
                      <a:gd name="connsiteY10" fmla="*/ 55245 h 61341"/>
                      <a:gd name="connsiteX11" fmla="*/ 99060 w 99060"/>
                      <a:gd name="connsiteY11" fmla="*/ 44767 h 61341"/>
                      <a:gd name="connsiteX12" fmla="*/ 69056 w 99060"/>
                      <a:gd name="connsiteY12" fmla="*/ 23622 h 61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9060" h="61341">
                        <a:moveTo>
                          <a:pt x="69056" y="23622"/>
                        </a:moveTo>
                        <a:cubicBezTo>
                          <a:pt x="64579" y="16573"/>
                          <a:pt x="63246" y="8382"/>
                          <a:pt x="63056" y="0"/>
                        </a:cubicBezTo>
                        <a:cubicBezTo>
                          <a:pt x="62579" y="286"/>
                          <a:pt x="62103" y="476"/>
                          <a:pt x="61627" y="762"/>
                        </a:cubicBezTo>
                        <a:cubicBezTo>
                          <a:pt x="56388" y="3524"/>
                          <a:pt x="51435" y="6572"/>
                          <a:pt x="46577" y="9715"/>
                        </a:cubicBezTo>
                        <a:cubicBezTo>
                          <a:pt x="39148" y="16288"/>
                          <a:pt x="30671" y="22479"/>
                          <a:pt x="23908" y="26956"/>
                        </a:cubicBezTo>
                        <a:cubicBezTo>
                          <a:pt x="15145" y="34671"/>
                          <a:pt x="7239" y="42863"/>
                          <a:pt x="0" y="51245"/>
                        </a:cubicBezTo>
                        <a:cubicBezTo>
                          <a:pt x="16859" y="45244"/>
                          <a:pt x="33147" y="36862"/>
                          <a:pt x="42101" y="31718"/>
                        </a:cubicBezTo>
                        <a:cubicBezTo>
                          <a:pt x="45149" y="30004"/>
                          <a:pt x="48482" y="28099"/>
                          <a:pt x="51911" y="28956"/>
                        </a:cubicBezTo>
                        <a:cubicBezTo>
                          <a:pt x="55721" y="29813"/>
                          <a:pt x="57912" y="33623"/>
                          <a:pt x="60008" y="36957"/>
                        </a:cubicBezTo>
                        <a:cubicBezTo>
                          <a:pt x="67151" y="48101"/>
                          <a:pt x="78105" y="56579"/>
                          <a:pt x="90392" y="61341"/>
                        </a:cubicBezTo>
                        <a:cubicBezTo>
                          <a:pt x="90964" y="59246"/>
                          <a:pt x="91726" y="57245"/>
                          <a:pt x="92678" y="55245"/>
                        </a:cubicBezTo>
                        <a:cubicBezTo>
                          <a:pt x="94202" y="52102"/>
                          <a:pt x="96488" y="48578"/>
                          <a:pt x="99060" y="44767"/>
                        </a:cubicBezTo>
                        <a:cubicBezTo>
                          <a:pt x="87440" y="39338"/>
                          <a:pt x="75724" y="34099"/>
                          <a:pt x="69056" y="2362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33" name="Forme libre : forme 17832">
                    <a:extLst>
                      <a:ext uri="{FF2B5EF4-FFF2-40B4-BE49-F238E27FC236}">
                        <a16:creationId xmlns:a16="http://schemas.microsoft.com/office/drawing/2014/main" id="{78070068-4913-4E65-8B32-4D295742E932}"/>
                      </a:ext>
                    </a:extLst>
                  </p:cNvPr>
                  <p:cNvSpPr/>
                  <p:nvPr/>
                </p:nvSpPr>
                <p:spPr>
                  <a:xfrm>
                    <a:off x="2860212" y="4418075"/>
                    <a:ext cx="33487" cy="36575"/>
                  </a:xfrm>
                  <a:custGeom>
                    <a:avLst/>
                    <a:gdLst>
                      <a:gd name="connsiteX0" fmla="*/ 435 w 33487"/>
                      <a:gd name="connsiteY0" fmla="*/ 0 h 36575"/>
                      <a:gd name="connsiteX1" fmla="*/ 1388 w 33487"/>
                      <a:gd name="connsiteY1" fmla="*/ 18097 h 36575"/>
                      <a:gd name="connsiteX2" fmla="*/ 13580 w 33487"/>
                      <a:gd name="connsiteY2" fmla="*/ 36576 h 36575"/>
                      <a:gd name="connsiteX3" fmla="*/ 33487 w 33487"/>
                      <a:gd name="connsiteY3" fmla="*/ 6858 h 36575"/>
                      <a:gd name="connsiteX4" fmla="*/ 435 w 33487"/>
                      <a:gd name="connsiteY4" fmla="*/ 0 h 36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487" h="36575">
                        <a:moveTo>
                          <a:pt x="435" y="0"/>
                        </a:moveTo>
                        <a:cubicBezTo>
                          <a:pt x="-327" y="6096"/>
                          <a:pt x="-136" y="12192"/>
                          <a:pt x="1388" y="18097"/>
                        </a:cubicBezTo>
                        <a:cubicBezTo>
                          <a:pt x="3293" y="25337"/>
                          <a:pt x="8246" y="31242"/>
                          <a:pt x="13580" y="36576"/>
                        </a:cubicBezTo>
                        <a:cubicBezTo>
                          <a:pt x="21295" y="26479"/>
                          <a:pt x="29296" y="15907"/>
                          <a:pt x="33487" y="6858"/>
                        </a:cubicBezTo>
                        <a:cubicBezTo>
                          <a:pt x="22628" y="9811"/>
                          <a:pt x="10341" y="6191"/>
                          <a:pt x="435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34" name="Forme libre : forme 17833">
                    <a:extLst>
                      <a:ext uri="{FF2B5EF4-FFF2-40B4-BE49-F238E27FC236}">
                        <a16:creationId xmlns:a16="http://schemas.microsoft.com/office/drawing/2014/main" id="{5A973F90-B607-4743-B8D6-2CD122424DCB}"/>
                      </a:ext>
                    </a:extLst>
                  </p:cNvPr>
                  <p:cNvSpPr/>
                  <p:nvPr/>
                </p:nvSpPr>
                <p:spPr>
                  <a:xfrm>
                    <a:off x="2852932" y="4408741"/>
                    <a:ext cx="9906" cy="9334"/>
                  </a:xfrm>
                  <a:custGeom>
                    <a:avLst/>
                    <a:gdLst>
                      <a:gd name="connsiteX0" fmla="*/ 5524 w 9906"/>
                      <a:gd name="connsiteY0" fmla="*/ 7906 h 9334"/>
                      <a:gd name="connsiteX1" fmla="*/ 7811 w 9906"/>
                      <a:gd name="connsiteY1" fmla="*/ 9335 h 9334"/>
                      <a:gd name="connsiteX2" fmla="*/ 9906 w 9906"/>
                      <a:gd name="connsiteY2" fmla="*/ 0 h 9334"/>
                      <a:gd name="connsiteX3" fmla="*/ 0 w 9906"/>
                      <a:gd name="connsiteY3" fmla="*/ 3429 h 9334"/>
                      <a:gd name="connsiteX4" fmla="*/ 5524 w 9906"/>
                      <a:gd name="connsiteY4" fmla="*/ 7906 h 9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06" h="9334">
                        <a:moveTo>
                          <a:pt x="5524" y="7906"/>
                        </a:moveTo>
                        <a:cubicBezTo>
                          <a:pt x="6287" y="8382"/>
                          <a:pt x="7048" y="8858"/>
                          <a:pt x="7811" y="9335"/>
                        </a:cubicBezTo>
                        <a:cubicBezTo>
                          <a:pt x="8191" y="6191"/>
                          <a:pt x="8954" y="3048"/>
                          <a:pt x="9906" y="0"/>
                        </a:cubicBezTo>
                        <a:cubicBezTo>
                          <a:pt x="6668" y="1048"/>
                          <a:pt x="3334" y="2191"/>
                          <a:pt x="0" y="3429"/>
                        </a:cubicBezTo>
                        <a:cubicBezTo>
                          <a:pt x="1619" y="5049"/>
                          <a:pt x="3524" y="6572"/>
                          <a:pt x="5524" y="790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35" name="Forme libre : forme 17834">
                    <a:extLst>
                      <a:ext uri="{FF2B5EF4-FFF2-40B4-BE49-F238E27FC236}">
                        <a16:creationId xmlns:a16="http://schemas.microsoft.com/office/drawing/2014/main" id="{50AF46C5-EEC5-40A1-9A3E-3DE3A43CD7BC}"/>
                      </a:ext>
                    </a:extLst>
                  </p:cNvPr>
                  <p:cNvSpPr/>
                  <p:nvPr/>
                </p:nvSpPr>
                <p:spPr>
                  <a:xfrm>
                    <a:off x="2860647" y="4404737"/>
                    <a:ext cx="35981" cy="21284"/>
                  </a:xfrm>
                  <a:custGeom>
                    <a:avLst/>
                    <a:gdLst>
                      <a:gd name="connsiteX0" fmla="*/ 35909 w 35981"/>
                      <a:gd name="connsiteY0" fmla="*/ 8005 h 21284"/>
                      <a:gd name="connsiteX1" fmla="*/ 2096 w 35981"/>
                      <a:gd name="connsiteY1" fmla="*/ 4004 h 21284"/>
                      <a:gd name="connsiteX2" fmla="*/ 0 w 35981"/>
                      <a:gd name="connsiteY2" fmla="*/ 13339 h 21284"/>
                      <a:gd name="connsiteX3" fmla="*/ 33052 w 35981"/>
                      <a:gd name="connsiteY3" fmla="*/ 20292 h 21284"/>
                      <a:gd name="connsiteX4" fmla="*/ 35909 w 35981"/>
                      <a:gd name="connsiteY4" fmla="*/ 8005 h 21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81" h="21284">
                        <a:moveTo>
                          <a:pt x="35909" y="8005"/>
                        </a:moveTo>
                        <a:cubicBezTo>
                          <a:pt x="34576" y="-2663"/>
                          <a:pt x="19145" y="-1234"/>
                          <a:pt x="2096" y="4004"/>
                        </a:cubicBezTo>
                        <a:cubicBezTo>
                          <a:pt x="1143" y="7052"/>
                          <a:pt x="476" y="10196"/>
                          <a:pt x="0" y="13339"/>
                        </a:cubicBezTo>
                        <a:cubicBezTo>
                          <a:pt x="9906" y="19530"/>
                          <a:pt x="22193" y="23150"/>
                          <a:pt x="33052" y="20292"/>
                        </a:cubicBezTo>
                        <a:cubicBezTo>
                          <a:pt x="35147" y="15720"/>
                          <a:pt x="36290" y="11529"/>
                          <a:pt x="35909" y="800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36" name="Forme libre : forme 17835">
                    <a:extLst>
                      <a:ext uri="{FF2B5EF4-FFF2-40B4-BE49-F238E27FC236}">
                        <a16:creationId xmlns:a16="http://schemas.microsoft.com/office/drawing/2014/main" id="{E4D7B9E6-8F5A-44AA-9F29-A686087462A5}"/>
                      </a:ext>
                    </a:extLst>
                  </p:cNvPr>
                  <p:cNvSpPr/>
                  <p:nvPr/>
                </p:nvSpPr>
                <p:spPr>
                  <a:xfrm>
                    <a:off x="2319910" y="4728799"/>
                    <a:ext cx="224382" cy="192257"/>
                  </a:xfrm>
                  <a:custGeom>
                    <a:avLst/>
                    <a:gdLst>
                      <a:gd name="connsiteX0" fmla="*/ 191169 w 224382"/>
                      <a:gd name="connsiteY0" fmla="*/ 61609 h 192257"/>
                      <a:gd name="connsiteX1" fmla="*/ 206124 w 224382"/>
                      <a:gd name="connsiteY1" fmla="*/ 47321 h 192257"/>
                      <a:gd name="connsiteX2" fmla="*/ 190788 w 224382"/>
                      <a:gd name="connsiteY2" fmla="*/ 51894 h 192257"/>
                      <a:gd name="connsiteX3" fmla="*/ 183168 w 224382"/>
                      <a:gd name="connsiteY3" fmla="*/ 36749 h 192257"/>
                      <a:gd name="connsiteX4" fmla="*/ 210410 w 224382"/>
                      <a:gd name="connsiteY4" fmla="*/ 21604 h 192257"/>
                      <a:gd name="connsiteX5" fmla="*/ 220506 w 224382"/>
                      <a:gd name="connsiteY5" fmla="*/ 28938 h 192257"/>
                      <a:gd name="connsiteX6" fmla="*/ 220316 w 224382"/>
                      <a:gd name="connsiteY6" fmla="*/ 5983 h 192257"/>
                      <a:gd name="connsiteX7" fmla="*/ 100491 w 224382"/>
                      <a:gd name="connsiteY7" fmla="*/ 45893 h 192257"/>
                      <a:gd name="connsiteX8" fmla="*/ 129162 w 224382"/>
                      <a:gd name="connsiteY8" fmla="*/ 45321 h 192257"/>
                      <a:gd name="connsiteX9" fmla="*/ 131352 w 224382"/>
                      <a:gd name="connsiteY9" fmla="*/ 77611 h 192257"/>
                      <a:gd name="connsiteX10" fmla="*/ 114874 w 224382"/>
                      <a:gd name="connsiteY10" fmla="*/ 88660 h 192257"/>
                      <a:gd name="connsiteX11" fmla="*/ 66392 w 224382"/>
                      <a:gd name="connsiteY11" fmla="*/ 118473 h 192257"/>
                      <a:gd name="connsiteX12" fmla="*/ 26387 w 224382"/>
                      <a:gd name="connsiteY12" fmla="*/ 112282 h 192257"/>
                      <a:gd name="connsiteX13" fmla="*/ 25434 w 224382"/>
                      <a:gd name="connsiteY13" fmla="*/ 111234 h 192257"/>
                      <a:gd name="connsiteX14" fmla="*/ 3 w 224382"/>
                      <a:gd name="connsiteY14" fmla="*/ 170956 h 192257"/>
                      <a:gd name="connsiteX15" fmla="*/ 6384 w 224382"/>
                      <a:gd name="connsiteY15" fmla="*/ 187339 h 192257"/>
                      <a:gd name="connsiteX16" fmla="*/ 33150 w 224382"/>
                      <a:gd name="connsiteY16" fmla="*/ 192197 h 192257"/>
                      <a:gd name="connsiteX17" fmla="*/ 98301 w 224382"/>
                      <a:gd name="connsiteY17" fmla="*/ 170384 h 192257"/>
                      <a:gd name="connsiteX18" fmla="*/ 120875 w 224382"/>
                      <a:gd name="connsiteY18" fmla="*/ 141524 h 192257"/>
                      <a:gd name="connsiteX19" fmla="*/ 191169 w 224382"/>
                      <a:gd name="connsiteY19" fmla="*/ 61609 h 192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24382" h="192257">
                        <a:moveTo>
                          <a:pt x="191169" y="61609"/>
                        </a:moveTo>
                        <a:cubicBezTo>
                          <a:pt x="196313" y="57037"/>
                          <a:pt x="201456" y="52179"/>
                          <a:pt x="206124" y="47321"/>
                        </a:cubicBezTo>
                        <a:cubicBezTo>
                          <a:pt x="201171" y="50084"/>
                          <a:pt x="195646" y="51894"/>
                          <a:pt x="190788" y="51894"/>
                        </a:cubicBezTo>
                        <a:cubicBezTo>
                          <a:pt x="181168" y="51894"/>
                          <a:pt x="177739" y="45131"/>
                          <a:pt x="183168" y="36749"/>
                        </a:cubicBezTo>
                        <a:cubicBezTo>
                          <a:pt x="188598" y="28367"/>
                          <a:pt x="200790" y="21604"/>
                          <a:pt x="210410" y="21604"/>
                        </a:cubicBezTo>
                        <a:cubicBezTo>
                          <a:pt x="216792" y="21604"/>
                          <a:pt x="220316" y="24557"/>
                          <a:pt x="220506" y="28938"/>
                        </a:cubicBezTo>
                        <a:cubicBezTo>
                          <a:pt x="225174" y="20366"/>
                          <a:pt x="226221" y="12460"/>
                          <a:pt x="220316" y="5983"/>
                        </a:cubicBezTo>
                        <a:cubicBezTo>
                          <a:pt x="203171" y="-12877"/>
                          <a:pt x="145354" y="16270"/>
                          <a:pt x="100491" y="45893"/>
                        </a:cubicBezTo>
                        <a:cubicBezTo>
                          <a:pt x="112112" y="42559"/>
                          <a:pt x="123447" y="41226"/>
                          <a:pt x="129162" y="45321"/>
                        </a:cubicBezTo>
                        <a:cubicBezTo>
                          <a:pt x="137448" y="51417"/>
                          <a:pt x="146688" y="63704"/>
                          <a:pt x="131352" y="77611"/>
                        </a:cubicBezTo>
                        <a:cubicBezTo>
                          <a:pt x="126685" y="81897"/>
                          <a:pt x="120589" y="85136"/>
                          <a:pt x="114874" y="88660"/>
                        </a:cubicBezTo>
                        <a:cubicBezTo>
                          <a:pt x="98586" y="98756"/>
                          <a:pt x="83823" y="112472"/>
                          <a:pt x="66392" y="118473"/>
                        </a:cubicBezTo>
                        <a:cubicBezTo>
                          <a:pt x="48485" y="124664"/>
                          <a:pt x="34102" y="120093"/>
                          <a:pt x="26387" y="112282"/>
                        </a:cubicBezTo>
                        <a:cubicBezTo>
                          <a:pt x="26006" y="111901"/>
                          <a:pt x="25720" y="111520"/>
                          <a:pt x="25434" y="111234"/>
                        </a:cubicBezTo>
                        <a:cubicBezTo>
                          <a:pt x="9623" y="131903"/>
                          <a:pt x="-188" y="153049"/>
                          <a:pt x="3" y="170956"/>
                        </a:cubicBezTo>
                        <a:cubicBezTo>
                          <a:pt x="98" y="177433"/>
                          <a:pt x="1431" y="183529"/>
                          <a:pt x="6384" y="187339"/>
                        </a:cubicBezTo>
                        <a:cubicBezTo>
                          <a:pt x="12290" y="191911"/>
                          <a:pt x="22672" y="192482"/>
                          <a:pt x="33150" y="192197"/>
                        </a:cubicBezTo>
                        <a:cubicBezTo>
                          <a:pt x="53533" y="191625"/>
                          <a:pt x="79632" y="186101"/>
                          <a:pt x="98301" y="170384"/>
                        </a:cubicBezTo>
                        <a:cubicBezTo>
                          <a:pt x="108778" y="161526"/>
                          <a:pt x="114684" y="151334"/>
                          <a:pt x="120875" y="141524"/>
                        </a:cubicBezTo>
                        <a:cubicBezTo>
                          <a:pt x="138496" y="114092"/>
                          <a:pt x="162594" y="87136"/>
                          <a:pt x="191169" y="6160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37" name="Forme libre : forme 17836">
                    <a:extLst>
                      <a:ext uri="{FF2B5EF4-FFF2-40B4-BE49-F238E27FC236}">
                        <a16:creationId xmlns:a16="http://schemas.microsoft.com/office/drawing/2014/main" id="{C350DE3D-FFE7-42AA-A965-DBD5963FCA4F}"/>
                      </a:ext>
                    </a:extLst>
                  </p:cNvPr>
                  <p:cNvSpPr/>
                  <p:nvPr/>
                </p:nvSpPr>
                <p:spPr>
                  <a:xfrm>
                    <a:off x="2070208" y="4853844"/>
                    <a:ext cx="132859" cy="109172"/>
                  </a:xfrm>
                  <a:custGeom>
                    <a:avLst/>
                    <a:gdLst>
                      <a:gd name="connsiteX0" fmla="*/ 25105 w 132859"/>
                      <a:gd name="connsiteY0" fmla="*/ 107442 h 109172"/>
                      <a:gd name="connsiteX1" fmla="*/ 131881 w 132859"/>
                      <a:gd name="connsiteY1" fmla="*/ 11430 h 109172"/>
                      <a:gd name="connsiteX2" fmla="*/ 122927 w 132859"/>
                      <a:gd name="connsiteY2" fmla="*/ 0 h 109172"/>
                      <a:gd name="connsiteX3" fmla="*/ 114735 w 132859"/>
                      <a:gd name="connsiteY3" fmla="*/ 13811 h 109172"/>
                      <a:gd name="connsiteX4" fmla="*/ 98257 w 132859"/>
                      <a:gd name="connsiteY4" fmla="*/ 24860 h 109172"/>
                      <a:gd name="connsiteX5" fmla="*/ 49775 w 132859"/>
                      <a:gd name="connsiteY5" fmla="*/ 54674 h 109172"/>
                      <a:gd name="connsiteX6" fmla="*/ 11294 w 132859"/>
                      <a:gd name="connsiteY6" fmla="*/ 49816 h 109172"/>
                      <a:gd name="connsiteX7" fmla="*/ 1198 w 132859"/>
                      <a:gd name="connsiteY7" fmla="*/ 66675 h 109172"/>
                      <a:gd name="connsiteX8" fmla="*/ 4912 w 132859"/>
                      <a:gd name="connsiteY8" fmla="*/ 88107 h 109172"/>
                      <a:gd name="connsiteX9" fmla="*/ 25105 w 132859"/>
                      <a:gd name="connsiteY9" fmla="*/ 107442 h 109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2859" h="109172">
                        <a:moveTo>
                          <a:pt x="25105" y="107442"/>
                        </a:moveTo>
                        <a:cubicBezTo>
                          <a:pt x="79588" y="121729"/>
                          <a:pt x="141406" y="43815"/>
                          <a:pt x="131881" y="11430"/>
                        </a:cubicBezTo>
                        <a:cubicBezTo>
                          <a:pt x="130357" y="6096"/>
                          <a:pt x="127213" y="2381"/>
                          <a:pt x="122927" y="0"/>
                        </a:cubicBezTo>
                        <a:cubicBezTo>
                          <a:pt x="122451" y="4286"/>
                          <a:pt x="120165" y="8954"/>
                          <a:pt x="114735" y="13811"/>
                        </a:cubicBezTo>
                        <a:cubicBezTo>
                          <a:pt x="110068" y="18097"/>
                          <a:pt x="103972" y="21336"/>
                          <a:pt x="98257" y="24860"/>
                        </a:cubicBezTo>
                        <a:cubicBezTo>
                          <a:pt x="81969" y="34957"/>
                          <a:pt x="67206" y="48673"/>
                          <a:pt x="49775" y="54674"/>
                        </a:cubicBezTo>
                        <a:cubicBezTo>
                          <a:pt x="32916" y="60484"/>
                          <a:pt x="19295" y="56769"/>
                          <a:pt x="11294" y="49816"/>
                        </a:cubicBezTo>
                        <a:cubicBezTo>
                          <a:pt x="6627" y="55531"/>
                          <a:pt x="3102" y="61246"/>
                          <a:pt x="1198" y="66675"/>
                        </a:cubicBezTo>
                        <a:cubicBezTo>
                          <a:pt x="-1851" y="75343"/>
                          <a:pt x="1483" y="81915"/>
                          <a:pt x="4912" y="88107"/>
                        </a:cubicBezTo>
                        <a:cubicBezTo>
                          <a:pt x="9294" y="96298"/>
                          <a:pt x="14056" y="104585"/>
                          <a:pt x="25105" y="10744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38" name="Forme libre : forme 17837">
                    <a:extLst>
                      <a:ext uri="{FF2B5EF4-FFF2-40B4-BE49-F238E27FC236}">
                        <a16:creationId xmlns:a16="http://schemas.microsoft.com/office/drawing/2014/main" id="{20A92CFE-59BB-4B13-924E-24C7F19F86DE}"/>
                      </a:ext>
                    </a:extLst>
                  </p:cNvPr>
                  <p:cNvSpPr/>
                  <p:nvPr/>
                </p:nvSpPr>
                <p:spPr>
                  <a:xfrm>
                    <a:off x="2490305" y="4935609"/>
                    <a:ext cx="37437" cy="23469"/>
                  </a:xfrm>
                  <a:custGeom>
                    <a:avLst/>
                    <a:gdLst>
                      <a:gd name="connsiteX0" fmla="*/ 1724 w 37437"/>
                      <a:gd name="connsiteY0" fmla="*/ 20058 h 23469"/>
                      <a:gd name="connsiteX1" fmla="*/ 3915 w 37437"/>
                      <a:gd name="connsiteY1" fmla="*/ 21772 h 23469"/>
                      <a:gd name="connsiteX2" fmla="*/ 9630 w 37437"/>
                      <a:gd name="connsiteY2" fmla="*/ 23105 h 23469"/>
                      <a:gd name="connsiteX3" fmla="*/ 33443 w 37437"/>
                      <a:gd name="connsiteY3" fmla="*/ 3484 h 23469"/>
                      <a:gd name="connsiteX4" fmla="*/ 1724 w 37437"/>
                      <a:gd name="connsiteY4" fmla="*/ 20058 h 23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437" h="23469">
                        <a:moveTo>
                          <a:pt x="1724" y="20058"/>
                        </a:moveTo>
                        <a:cubicBezTo>
                          <a:pt x="2296" y="20724"/>
                          <a:pt x="2962" y="21296"/>
                          <a:pt x="3915" y="21772"/>
                        </a:cubicBezTo>
                        <a:cubicBezTo>
                          <a:pt x="5534" y="22534"/>
                          <a:pt x="7535" y="22915"/>
                          <a:pt x="9630" y="23105"/>
                        </a:cubicBezTo>
                        <a:cubicBezTo>
                          <a:pt x="31061" y="25582"/>
                          <a:pt x="44587" y="15009"/>
                          <a:pt x="33443" y="3484"/>
                        </a:cubicBezTo>
                        <a:cubicBezTo>
                          <a:pt x="23536" y="-6708"/>
                          <a:pt x="-7610" y="7485"/>
                          <a:pt x="1724" y="2005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39" name="Forme libre : forme 17838">
                    <a:extLst>
                      <a:ext uri="{FF2B5EF4-FFF2-40B4-BE49-F238E27FC236}">
                        <a16:creationId xmlns:a16="http://schemas.microsoft.com/office/drawing/2014/main" id="{1AE4108B-593D-464A-9709-2CA2C40BB7AB}"/>
                      </a:ext>
                    </a:extLst>
                  </p:cNvPr>
                  <p:cNvSpPr/>
                  <p:nvPr/>
                </p:nvSpPr>
                <p:spPr>
                  <a:xfrm>
                    <a:off x="2601961" y="4761832"/>
                    <a:ext cx="197820" cy="194173"/>
                  </a:xfrm>
                  <a:custGeom>
                    <a:avLst/>
                    <a:gdLst>
                      <a:gd name="connsiteX0" fmla="*/ 10655 w 197820"/>
                      <a:gd name="connsiteY0" fmla="*/ 192977 h 194173"/>
                      <a:gd name="connsiteX1" fmla="*/ 43135 w 197820"/>
                      <a:gd name="connsiteY1" fmla="*/ 190977 h 194173"/>
                      <a:gd name="connsiteX2" fmla="*/ 118383 w 197820"/>
                      <a:gd name="connsiteY2" fmla="*/ 152401 h 194173"/>
                      <a:gd name="connsiteX3" fmla="*/ 164674 w 197820"/>
                      <a:gd name="connsiteY3" fmla="*/ 78677 h 194173"/>
                      <a:gd name="connsiteX4" fmla="*/ 140385 w 197820"/>
                      <a:gd name="connsiteY4" fmla="*/ 87059 h 194173"/>
                      <a:gd name="connsiteX5" fmla="*/ 117526 w 197820"/>
                      <a:gd name="connsiteY5" fmla="*/ 87154 h 194173"/>
                      <a:gd name="connsiteX6" fmla="*/ 130384 w 197820"/>
                      <a:gd name="connsiteY6" fmla="*/ 65437 h 194173"/>
                      <a:gd name="connsiteX7" fmla="*/ 196107 w 197820"/>
                      <a:gd name="connsiteY7" fmla="*/ 26194 h 194173"/>
                      <a:gd name="connsiteX8" fmla="*/ 172009 w 197820"/>
                      <a:gd name="connsiteY8" fmla="*/ 1 h 194173"/>
                      <a:gd name="connsiteX9" fmla="*/ 86950 w 197820"/>
                      <a:gd name="connsiteY9" fmla="*/ 53531 h 194173"/>
                      <a:gd name="connsiteX10" fmla="*/ 654 w 197820"/>
                      <a:gd name="connsiteY10" fmla="*/ 170308 h 194173"/>
                      <a:gd name="connsiteX11" fmla="*/ 1797 w 197820"/>
                      <a:gd name="connsiteY11" fmla="*/ 185833 h 194173"/>
                      <a:gd name="connsiteX12" fmla="*/ 10655 w 197820"/>
                      <a:gd name="connsiteY12" fmla="*/ 192977 h 19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7820" h="194173">
                        <a:moveTo>
                          <a:pt x="10655" y="192977"/>
                        </a:moveTo>
                        <a:cubicBezTo>
                          <a:pt x="19037" y="195549"/>
                          <a:pt x="31324" y="193549"/>
                          <a:pt x="43135" y="190977"/>
                        </a:cubicBezTo>
                        <a:cubicBezTo>
                          <a:pt x="69424" y="185167"/>
                          <a:pt x="100095" y="174403"/>
                          <a:pt x="118383" y="152401"/>
                        </a:cubicBezTo>
                        <a:cubicBezTo>
                          <a:pt x="137433" y="129446"/>
                          <a:pt x="148006" y="102680"/>
                          <a:pt x="164674" y="78677"/>
                        </a:cubicBezTo>
                        <a:cubicBezTo>
                          <a:pt x="154768" y="82392"/>
                          <a:pt x="146005" y="85345"/>
                          <a:pt x="140385" y="87059"/>
                        </a:cubicBezTo>
                        <a:cubicBezTo>
                          <a:pt x="131242" y="89726"/>
                          <a:pt x="120669" y="91726"/>
                          <a:pt x="117526" y="87154"/>
                        </a:cubicBezTo>
                        <a:cubicBezTo>
                          <a:pt x="114001" y="82106"/>
                          <a:pt x="122193" y="72581"/>
                          <a:pt x="130384" y="65437"/>
                        </a:cubicBezTo>
                        <a:cubicBezTo>
                          <a:pt x="144767" y="53055"/>
                          <a:pt x="172961" y="34291"/>
                          <a:pt x="196107" y="26194"/>
                        </a:cubicBezTo>
                        <a:cubicBezTo>
                          <a:pt x="200869" y="11145"/>
                          <a:pt x="196583" y="-94"/>
                          <a:pt x="172009" y="1"/>
                        </a:cubicBezTo>
                        <a:cubicBezTo>
                          <a:pt x="133147" y="191"/>
                          <a:pt x="109715" y="25909"/>
                          <a:pt x="86950" y="53531"/>
                        </a:cubicBezTo>
                        <a:cubicBezTo>
                          <a:pt x="54660" y="92774"/>
                          <a:pt x="7702" y="133446"/>
                          <a:pt x="654" y="170308"/>
                        </a:cubicBezTo>
                        <a:cubicBezTo>
                          <a:pt x="-394" y="176022"/>
                          <a:pt x="-299" y="181547"/>
                          <a:pt x="1797" y="185833"/>
                        </a:cubicBezTo>
                        <a:cubicBezTo>
                          <a:pt x="5035" y="187643"/>
                          <a:pt x="8083" y="189929"/>
                          <a:pt x="10655" y="19297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40" name="Forme libre : forme 17839">
                    <a:extLst>
                      <a:ext uri="{FF2B5EF4-FFF2-40B4-BE49-F238E27FC236}">
                        <a16:creationId xmlns:a16="http://schemas.microsoft.com/office/drawing/2014/main" id="{3DF14DE0-FED5-4A53-BCCB-298B019903EE}"/>
                      </a:ext>
                    </a:extLst>
                  </p:cNvPr>
                  <p:cNvSpPr/>
                  <p:nvPr/>
                </p:nvSpPr>
                <p:spPr>
                  <a:xfrm>
                    <a:off x="2718904" y="4613462"/>
                    <a:ext cx="183943" cy="119256"/>
                  </a:xfrm>
                  <a:custGeom>
                    <a:avLst/>
                    <a:gdLst>
                      <a:gd name="connsiteX0" fmla="*/ 107072 w 183943"/>
                      <a:gd name="connsiteY0" fmla="*/ 78934 h 119256"/>
                      <a:gd name="connsiteX1" fmla="*/ 96975 w 183943"/>
                      <a:gd name="connsiteY1" fmla="*/ 63313 h 119256"/>
                      <a:gd name="connsiteX2" fmla="*/ 121835 w 183943"/>
                      <a:gd name="connsiteY2" fmla="*/ 39119 h 119256"/>
                      <a:gd name="connsiteX3" fmla="*/ 161841 w 183943"/>
                      <a:gd name="connsiteY3" fmla="*/ 19402 h 119256"/>
                      <a:gd name="connsiteX4" fmla="*/ 183938 w 183943"/>
                      <a:gd name="connsiteY4" fmla="*/ 13211 h 119256"/>
                      <a:gd name="connsiteX5" fmla="*/ 50017 w 183943"/>
                      <a:gd name="connsiteY5" fmla="*/ 53406 h 119256"/>
                      <a:gd name="connsiteX6" fmla="*/ 28109 w 183943"/>
                      <a:gd name="connsiteY6" fmla="*/ 65980 h 119256"/>
                      <a:gd name="connsiteX7" fmla="*/ 18203 w 183943"/>
                      <a:gd name="connsiteY7" fmla="*/ 78076 h 119256"/>
                      <a:gd name="connsiteX8" fmla="*/ 5916 w 183943"/>
                      <a:gd name="connsiteY8" fmla="*/ 96555 h 119256"/>
                      <a:gd name="connsiteX9" fmla="*/ 296 w 183943"/>
                      <a:gd name="connsiteY9" fmla="*/ 107223 h 119256"/>
                      <a:gd name="connsiteX10" fmla="*/ 28491 w 183943"/>
                      <a:gd name="connsiteY10" fmla="*/ 118367 h 119256"/>
                      <a:gd name="connsiteX11" fmla="*/ 132885 w 183943"/>
                      <a:gd name="connsiteY11" fmla="*/ 70361 h 119256"/>
                      <a:gd name="connsiteX12" fmla="*/ 121359 w 183943"/>
                      <a:gd name="connsiteY12" fmla="*/ 74743 h 119256"/>
                      <a:gd name="connsiteX13" fmla="*/ 107072 w 183943"/>
                      <a:gd name="connsiteY13" fmla="*/ 78934 h 119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3943" h="119256">
                        <a:moveTo>
                          <a:pt x="107072" y="78934"/>
                        </a:moveTo>
                        <a:cubicBezTo>
                          <a:pt x="96499" y="79981"/>
                          <a:pt x="92784" y="71885"/>
                          <a:pt x="96975" y="63313"/>
                        </a:cubicBezTo>
                        <a:cubicBezTo>
                          <a:pt x="101261" y="54740"/>
                          <a:pt x="111263" y="46168"/>
                          <a:pt x="121835" y="39119"/>
                        </a:cubicBezTo>
                        <a:cubicBezTo>
                          <a:pt x="134313" y="30832"/>
                          <a:pt x="148125" y="24070"/>
                          <a:pt x="161841" y="19402"/>
                        </a:cubicBezTo>
                        <a:cubicBezTo>
                          <a:pt x="167746" y="17402"/>
                          <a:pt x="175747" y="15021"/>
                          <a:pt x="183938" y="13211"/>
                        </a:cubicBezTo>
                        <a:cubicBezTo>
                          <a:pt x="184796" y="-27270"/>
                          <a:pt x="84307" y="36643"/>
                          <a:pt x="50017" y="53406"/>
                        </a:cubicBezTo>
                        <a:cubicBezTo>
                          <a:pt x="42397" y="57121"/>
                          <a:pt x="34205" y="60646"/>
                          <a:pt x="28109" y="65980"/>
                        </a:cubicBezTo>
                        <a:cubicBezTo>
                          <a:pt x="23823" y="69694"/>
                          <a:pt x="20966" y="73981"/>
                          <a:pt x="18203" y="78076"/>
                        </a:cubicBezTo>
                        <a:cubicBezTo>
                          <a:pt x="14108" y="84268"/>
                          <a:pt x="10012" y="90364"/>
                          <a:pt x="5916" y="96555"/>
                        </a:cubicBezTo>
                        <a:cubicBezTo>
                          <a:pt x="3535" y="100174"/>
                          <a:pt x="1154" y="103794"/>
                          <a:pt x="296" y="107223"/>
                        </a:cubicBezTo>
                        <a:cubicBezTo>
                          <a:pt x="-2371" y="118462"/>
                          <a:pt x="13441" y="120844"/>
                          <a:pt x="28491" y="118367"/>
                        </a:cubicBezTo>
                        <a:cubicBezTo>
                          <a:pt x="65924" y="112366"/>
                          <a:pt x="97356" y="89030"/>
                          <a:pt x="132885" y="70361"/>
                        </a:cubicBezTo>
                        <a:cubicBezTo>
                          <a:pt x="129075" y="71790"/>
                          <a:pt x="125264" y="73314"/>
                          <a:pt x="121359" y="74743"/>
                        </a:cubicBezTo>
                        <a:cubicBezTo>
                          <a:pt x="116597" y="76552"/>
                          <a:pt x="111548" y="78457"/>
                          <a:pt x="107072" y="7893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41" name="Forme libre : forme 17840">
                    <a:extLst>
                      <a:ext uri="{FF2B5EF4-FFF2-40B4-BE49-F238E27FC236}">
                        <a16:creationId xmlns:a16="http://schemas.microsoft.com/office/drawing/2014/main" id="{11CA6FDA-210A-44FA-92BD-AB16DE9C39DF}"/>
                      </a:ext>
                    </a:extLst>
                  </p:cNvPr>
                  <p:cNvSpPr/>
                  <p:nvPr/>
                </p:nvSpPr>
                <p:spPr>
                  <a:xfrm>
                    <a:off x="2990855" y="4413574"/>
                    <a:ext cx="227615" cy="209611"/>
                  </a:xfrm>
                  <a:custGeom>
                    <a:avLst/>
                    <a:gdLst>
                      <a:gd name="connsiteX0" fmla="*/ 25430 w 227615"/>
                      <a:gd name="connsiteY0" fmla="*/ 114135 h 209611"/>
                      <a:gd name="connsiteX1" fmla="*/ 3142 w 227615"/>
                      <a:gd name="connsiteY1" fmla="*/ 149091 h 209611"/>
                      <a:gd name="connsiteX2" fmla="*/ 27240 w 227615"/>
                      <a:gd name="connsiteY2" fmla="*/ 199669 h 209611"/>
                      <a:gd name="connsiteX3" fmla="*/ 104488 w 227615"/>
                      <a:gd name="connsiteY3" fmla="*/ 209575 h 209611"/>
                      <a:gd name="connsiteX4" fmla="*/ 121633 w 227615"/>
                      <a:gd name="connsiteY4" fmla="*/ 207194 h 209611"/>
                      <a:gd name="connsiteX5" fmla="*/ 141159 w 227615"/>
                      <a:gd name="connsiteY5" fmla="*/ 191097 h 209611"/>
                      <a:gd name="connsiteX6" fmla="*/ 196499 w 227615"/>
                      <a:gd name="connsiteY6" fmla="*/ 94037 h 209611"/>
                      <a:gd name="connsiteX7" fmla="*/ 227360 w 227615"/>
                      <a:gd name="connsiteY7" fmla="*/ 19361 h 209611"/>
                      <a:gd name="connsiteX8" fmla="*/ 179544 w 227615"/>
                      <a:gd name="connsiteY8" fmla="*/ 2597 h 209611"/>
                      <a:gd name="connsiteX9" fmla="*/ 175734 w 227615"/>
                      <a:gd name="connsiteY9" fmla="*/ 3359 h 209611"/>
                      <a:gd name="connsiteX10" fmla="*/ 133348 w 227615"/>
                      <a:gd name="connsiteY10" fmla="*/ 19932 h 209611"/>
                      <a:gd name="connsiteX11" fmla="*/ 126300 w 227615"/>
                      <a:gd name="connsiteY11" fmla="*/ 20028 h 209611"/>
                      <a:gd name="connsiteX12" fmla="*/ 73626 w 227615"/>
                      <a:gd name="connsiteY12" fmla="*/ 57461 h 209611"/>
                      <a:gd name="connsiteX13" fmla="*/ 25430 w 227615"/>
                      <a:gd name="connsiteY13" fmla="*/ 114135 h 209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27615" h="209611">
                        <a:moveTo>
                          <a:pt x="25430" y="114135"/>
                        </a:moveTo>
                        <a:cubicBezTo>
                          <a:pt x="16572" y="125755"/>
                          <a:pt x="7618" y="137662"/>
                          <a:pt x="3142" y="149091"/>
                        </a:cubicBezTo>
                        <a:cubicBezTo>
                          <a:pt x="-6193" y="173095"/>
                          <a:pt x="6285" y="191097"/>
                          <a:pt x="27240" y="199669"/>
                        </a:cubicBezTo>
                        <a:cubicBezTo>
                          <a:pt x="48195" y="208242"/>
                          <a:pt x="76579" y="208908"/>
                          <a:pt x="104488" y="209575"/>
                        </a:cubicBezTo>
                        <a:cubicBezTo>
                          <a:pt x="109822" y="209671"/>
                          <a:pt x="115536" y="209766"/>
                          <a:pt x="121633" y="207194"/>
                        </a:cubicBezTo>
                        <a:cubicBezTo>
                          <a:pt x="129729" y="203860"/>
                          <a:pt x="135920" y="197097"/>
                          <a:pt x="141159" y="191097"/>
                        </a:cubicBezTo>
                        <a:cubicBezTo>
                          <a:pt x="172401" y="154997"/>
                          <a:pt x="187165" y="128708"/>
                          <a:pt x="196499" y="94037"/>
                        </a:cubicBezTo>
                        <a:cubicBezTo>
                          <a:pt x="202881" y="70224"/>
                          <a:pt x="224312" y="42221"/>
                          <a:pt x="227360" y="19361"/>
                        </a:cubicBezTo>
                        <a:cubicBezTo>
                          <a:pt x="230313" y="-2737"/>
                          <a:pt x="207262" y="-1975"/>
                          <a:pt x="179544" y="2597"/>
                        </a:cubicBezTo>
                        <a:cubicBezTo>
                          <a:pt x="178306" y="2787"/>
                          <a:pt x="177068" y="3169"/>
                          <a:pt x="175734" y="3359"/>
                        </a:cubicBezTo>
                        <a:cubicBezTo>
                          <a:pt x="166019" y="14694"/>
                          <a:pt x="148874" y="19170"/>
                          <a:pt x="133348" y="19932"/>
                        </a:cubicBezTo>
                        <a:cubicBezTo>
                          <a:pt x="130967" y="20028"/>
                          <a:pt x="128681" y="20123"/>
                          <a:pt x="126300" y="20028"/>
                        </a:cubicBezTo>
                        <a:cubicBezTo>
                          <a:pt x="107535" y="29362"/>
                          <a:pt x="89914" y="41840"/>
                          <a:pt x="73626" y="57461"/>
                        </a:cubicBezTo>
                        <a:cubicBezTo>
                          <a:pt x="54672" y="75654"/>
                          <a:pt x="39908" y="94989"/>
                          <a:pt x="25430" y="11413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42" name="Forme libre : forme 17841">
                    <a:extLst>
                      <a:ext uri="{FF2B5EF4-FFF2-40B4-BE49-F238E27FC236}">
                        <a16:creationId xmlns:a16="http://schemas.microsoft.com/office/drawing/2014/main" id="{B61BA066-1E61-46F6-8D10-D1C3DAE114F3}"/>
                      </a:ext>
                    </a:extLst>
                  </p:cNvPr>
                  <p:cNvSpPr/>
                  <p:nvPr/>
                </p:nvSpPr>
                <p:spPr>
                  <a:xfrm>
                    <a:off x="3117155" y="4417028"/>
                    <a:ext cx="49434" cy="16708"/>
                  </a:xfrm>
                  <a:custGeom>
                    <a:avLst/>
                    <a:gdLst>
                      <a:gd name="connsiteX0" fmla="*/ 49435 w 49434"/>
                      <a:gd name="connsiteY0" fmla="*/ 0 h 16708"/>
                      <a:gd name="connsiteX1" fmla="*/ 0 w 49434"/>
                      <a:gd name="connsiteY1" fmla="*/ 16669 h 16708"/>
                      <a:gd name="connsiteX2" fmla="*/ 7049 w 49434"/>
                      <a:gd name="connsiteY2" fmla="*/ 16573 h 16708"/>
                      <a:gd name="connsiteX3" fmla="*/ 49435 w 49434"/>
                      <a:gd name="connsiteY3" fmla="*/ 0 h 16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434" h="16708">
                        <a:moveTo>
                          <a:pt x="49435" y="0"/>
                        </a:moveTo>
                        <a:cubicBezTo>
                          <a:pt x="32195" y="3238"/>
                          <a:pt x="15716" y="8858"/>
                          <a:pt x="0" y="16669"/>
                        </a:cubicBezTo>
                        <a:cubicBezTo>
                          <a:pt x="2381" y="16764"/>
                          <a:pt x="4763" y="16669"/>
                          <a:pt x="7049" y="16573"/>
                        </a:cubicBezTo>
                        <a:cubicBezTo>
                          <a:pt x="22574" y="15812"/>
                          <a:pt x="39719" y="11335"/>
                          <a:pt x="49435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43" name="Forme libre : forme 17842">
                    <a:extLst>
                      <a:ext uri="{FF2B5EF4-FFF2-40B4-BE49-F238E27FC236}">
                        <a16:creationId xmlns:a16="http://schemas.microsoft.com/office/drawing/2014/main" id="{2CE590DE-C338-42CA-BF30-60F7C365A8F5}"/>
                      </a:ext>
                    </a:extLst>
                  </p:cNvPr>
                  <p:cNvSpPr/>
                  <p:nvPr/>
                </p:nvSpPr>
                <p:spPr>
                  <a:xfrm>
                    <a:off x="2899800" y="4677441"/>
                    <a:ext cx="223641" cy="137058"/>
                  </a:xfrm>
                  <a:custGeom>
                    <a:avLst/>
                    <a:gdLst>
                      <a:gd name="connsiteX0" fmla="*/ 96292 w 223641"/>
                      <a:gd name="connsiteY0" fmla="*/ 95345 h 137058"/>
                      <a:gd name="connsiteX1" fmla="*/ 86196 w 223641"/>
                      <a:gd name="connsiteY1" fmla="*/ 79724 h 137058"/>
                      <a:gd name="connsiteX2" fmla="*/ 111056 w 223641"/>
                      <a:gd name="connsiteY2" fmla="*/ 55531 h 137058"/>
                      <a:gd name="connsiteX3" fmla="*/ 151061 w 223641"/>
                      <a:gd name="connsiteY3" fmla="*/ 35814 h 137058"/>
                      <a:gd name="connsiteX4" fmla="*/ 204020 w 223641"/>
                      <a:gd name="connsiteY4" fmla="*/ 30099 h 137058"/>
                      <a:gd name="connsiteX5" fmla="*/ 207544 w 223641"/>
                      <a:gd name="connsiteY5" fmla="*/ 27432 h 137058"/>
                      <a:gd name="connsiteX6" fmla="*/ 223641 w 223641"/>
                      <a:gd name="connsiteY6" fmla="*/ 0 h 137058"/>
                      <a:gd name="connsiteX7" fmla="*/ 146394 w 223641"/>
                      <a:gd name="connsiteY7" fmla="*/ 9620 h 137058"/>
                      <a:gd name="connsiteX8" fmla="*/ 154014 w 223641"/>
                      <a:gd name="connsiteY8" fmla="*/ 24765 h 137058"/>
                      <a:gd name="connsiteX9" fmla="*/ 126772 w 223641"/>
                      <a:gd name="connsiteY9" fmla="*/ 39910 h 137058"/>
                      <a:gd name="connsiteX10" fmla="*/ 119152 w 223641"/>
                      <a:gd name="connsiteY10" fmla="*/ 24765 h 137058"/>
                      <a:gd name="connsiteX11" fmla="*/ 146394 w 223641"/>
                      <a:gd name="connsiteY11" fmla="*/ 9620 h 137058"/>
                      <a:gd name="connsiteX12" fmla="*/ 64574 w 223641"/>
                      <a:gd name="connsiteY12" fmla="*/ 11049 h 137058"/>
                      <a:gd name="connsiteX13" fmla="*/ 30379 w 223641"/>
                      <a:gd name="connsiteY13" fmla="*/ 15621 h 137058"/>
                      <a:gd name="connsiteX14" fmla="*/ 1042 w 223641"/>
                      <a:gd name="connsiteY14" fmla="*/ 37909 h 137058"/>
                      <a:gd name="connsiteX15" fmla="*/ 4281 w 223641"/>
                      <a:gd name="connsiteY15" fmla="*/ 53912 h 137058"/>
                      <a:gd name="connsiteX16" fmla="*/ 48763 w 223641"/>
                      <a:gd name="connsiteY16" fmla="*/ 121634 h 137058"/>
                      <a:gd name="connsiteX17" fmla="*/ 65336 w 223641"/>
                      <a:gd name="connsiteY17" fmla="*/ 136207 h 137058"/>
                      <a:gd name="connsiteX18" fmla="*/ 97912 w 223641"/>
                      <a:gd name="connsiteY18" fmla="*/ 127921 h 137058"/>
                      <a:gd name="connsiteX19" fmla="*/ 114295 w 223641"/>
                      <a:gd name="connsiteY19" fmla="*/ 104775 h 137058"/>
                      <a:gd name="connsiteX20" fmla="*/ 136678 w 223641"/>
                      <a:gd name="connsiteY20" fmla="*/ 81248 h 137058"/>
                      <a:gd name="connsiteX21" fmla="*/ 110675 w 223641"/>
                      <a:gd name="connsiteY21" fmla="*/ 91154 h 137058"/>
                      <a:gd name="connsiteX22" fmla="*/ 96292 w 223641"/>
                      <a:gd name="connsiteY22" fmla="*/ 95345 h 137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23641" h="137058">
                        <a:moveTo>
                          <a:pt x="96292" y="95345"/>
                        </a:moveTo>
                        <a:cubicBezTo>
                          <a:pt x="85720" y="96393"/>
                          <a:pt x="82005" y="88297"/>
                          <a:pt x="86196" y="79724"/>
                        </a:cubicBezTo>
                        <a:cubicBezTo>
                          <a:pt x="90482" y="71152"/>
                          <a:pt x="100483" y="62579"/>
                          <a:pt x="111056" y="55531"/>
                        </a:cubicBezTo>
                        <a:cubicBezTo>
                          <a:pt x="123534" y="47244"/>
                          <a:pt x="137345" y="40481"/>
                          <a:pt x="151061" y="35814"/>
                        </a:cubicBezTo>
                        <a:cubicBezTo>
                          <a:pt x="166301" y="30575"/>
                          <a:pt x="195352" y="23146"/>
                          <a:pt x="204020" y="30099"/>
                        </a:cubicBezTo>
                        <a:cubicBezTo>
                          <a:pt x="205163" y="29242"/>
                          <a:pt x="206401" y="28289"/>
                          <a:pt x="207544" y="27432"/>
                        </a:cubicBezTo>
                        <a:lnTo>
                          <a:pt x="223641" y="0"/>
                        </a:lnTo>
                        <a:cubicBezTo>
                          <a:pt x="196019" y="8668"/>
                          <a:pt x="170778" y="9239"/>
                          <a:pt x="146394" y="9620"/>
                        </a:cubicBezTo>
                        <a:cubicBezTo>
                          <a:pt x="156014" y="9620"/>
                          <a:pt x="159443" y="16383"/>
                          <a:pt x="154014" y="24765"/>
                        </a:cubicBezTo>
                        <a:cubicBezTo>
                          <a:pt x="148584" y="33147"/>
                          <a:pt x="136392" y="39910"/>
                          <a:pt x="126772" y="39910"/>
                        </a:cubicBezTo>
                        <a:cubicBezTo>
                          <a:pt x="117152" y="39910"/>
                          <a:pt x="113723" y="33147"/>
                          <a:pt x="119152" y="24765"/>
                        </a:cubicBezTo>
                        <a:cubicBezTo>
                          <a:pt x="124581" y="16383"/>
                          <a:pt x="136773" y="9620"/>
                          <a:pt x="146394" y="9620"/>
                        </a:cubicBezTo>
                        <a:cubicBezTo>
                          <a:pt x="119152" y="10096"/>
                          <a:pt x="91815" y="10573"/>
                          <a:pt x="64574" y="11049"/>
                        </a:cubicBezTo>
                        <a:cubicBezTo>
                          <a:pt x="53811" y="11239"/>
                          <a:pt x="42571" y="11525"/>
                          <a:pt x="30379" y="15621"/>
                        </a:cubicBezTo>
                        <a:cubicBezTo>
                          <a:pt x="18187" y="19717"/>
                          <a:pt x="4757" y="28861"/>
                          <a:pt x="1042" y="37909"/>
                        </a:cubicBezTo>
                        <a:cubicBezTo>
                          <a:pt x="-1625" y="44482"/>
                          <a:pt x="1328" y="49435"/>
                          <a:pt x="4281" y="53912"/>
                        </a:cubicBezTo>
                        <a:cubicBezTo>
                          <a:pt x="19140" y="76486"/>
                          <a:pt x="33904" y="99060"/>
                          <a:pt x="48763" y="121634"/>
                        </a:cubicBezTo>
                        <a:cubicBezTo>
                          <a:pt x="52668" y="127635"/>
                          <a:pt x="56859" y="133826"/>
                          <a:pt x="65336" y="136207"/>
                        </a:cubicBezTo>
                        <a:cubicBezTo>
                          <a:pt x="73813" y="138589"/>
                          <a:pt x="88005" y="136017"/>
                          <a:pt x="97912" y="127921"/>
                        </a:cubicBezTo>
                        <a:cubicBezTo>
                          <a:pt x="106484" y="120967"/>
                          <a:pt x="109246" y="112586"/>
                          <a:pt x="114295" y="104775"/>
                        </a:cubicBezTo>
                        <a:cubicBezTo>
                          <a:pt x="119629" y="96583"/>
                          <a:pt x="127630" y="88773"/>
                          <a:pt x="136678" y="81248"/>
                        </a:cubicBezTo>
                        <a:cubicBezTo>
                          <a:pt x="128010" y="84582"/>
                          <a:pt x="119343" y="87821"/>
                          <a:pt x="110675" y="91154"/>
                        </a:cubicBezTo>
                        <a:cubicBezTo>
                          <a:pt x="105817" y="93059"/>
                          <a:pt x="100769" y="94964"/>
                          <a:pt x="96292" y="9534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44" name="Forme libre : forme 17843">
                    <a:extLst>
                      <a:ext uri="{FF2B5EF4-FFF2-40B4-BE49-F238E27FC236}">
                        <a16:creationId xmlns:a16="http://schemas.microsoft.com/office/drawing/2014/main" id="{84EFE4C6-ED01-4ACC-9645-04C8C50489A0}"/>
                      </a:ext>
                    </a:extLst>
                  </p:cNvPr>
                  <p:cNvSpPr/>
                  <p:nvPr/>
                </p:nvSpPr>
                <p:spPr>
                  <a:xfrm>
                    <a:off x="3161307" y="4535364"/>
                    <a:ext cx="220040" cy="192758"/>
                  </a:xfrm>
                  <a:custGeom>
                    <a:avLst/>
                    <a:gdLst>
                      <a:gd name="connsiteX0" fmla="*/ 112915 w 220040"/>
                      <a:gd name="connsiteY0" fmla="*/ 42445 h 192758"/>
                      <a:gd name="connsiteX1" fmla="*/ 78149 w 220040"/>
                      <a:gd name="connsiteY1" fmla="*/ 82165 h 192758"/>
                      <a:gd name="connsiteX2" fmla="*/ 7473 w 220040"/>
                      <a:gd name="connsiteY2" fmla="*/ 143125 h 192758"/>
                      <a:gd name="connsiteX3" fmla="*/ 5092 w 220040"/>
                      <a:gd name="connsiteY3" fmla="*/ 179224 h 192758"/>
                      <a:gd name="connsiteX4" fmla="*/ 41382 w 220040"/>
                      <a:gd name="connsiteY4" fmla="*/ 192655 h 192758"/>
                      <a:gd name="connsiteX5" fmla="*/ 92627 w 220040"/>
                      <a:gd name="connsiteY5" fmla="*/ 178843 h 192758"/>
                      <a:gd name="connsiteX6" fmla="*/ 121964 w 220040"/>
                      <a:gd name="connsiteY6" fmla="*/ 136076 h 192758"/>
                      <a:gd name="connsiteX7" fmla="*/ 157016 w 220040"/>
                      <a:gd name="connsiteY7" fmla="*/ 72735 h 192758"/>
                      <a:gd name="connsiteX8" fmla="*/ 217785 w 220040"/>
                      <a:gd name="connsiteY8" fmla="*/ 17395 h 192758"/>
                      <a:gd name="connsiteX9" fmla="*/ 112915 w 220040"/>
                      <a:gd name="connsiteY9" fmla="*/ 42445 h 192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0040" h="192758">
                        <a:moveTo>
                          <a:pt x="112915" y="42445"/>
                        </a:moveTo>
                        <a:cubicBezTo>
                          <a:pt x="99866" y="55304"/>
                          <a:pt x="91293" y="69306"/>
                          <a:pt x="78149" y="82165"/>
                        </a:cubicBezTo>
                        <a:cubicBezTo>
                          <a:pt x="56241" y="103500"/>
                          <a:pt x="22713" y="120646"/>
                          <a:pt x="7473" y="143125"/>
                        </a:cubicBezTo>
                        <a:cubicBezTo>
                          <a:pt x="-2052" y="157126"/>
                          <a:pt x="-2052" y="170652"/>
                          <a:pt x="5092" y="179224"/>
                        </a:cubicBezTo>
                        <a:cubicBezTo>
                          <a:pt x="12236" y="187797"/>
                          <a:pt x="25761" y="191892"/>
                          <a:pt x="41382" y="192655"/>
                        </a:cubicBezTo>
                        <a:cubicBezTo>
                          <a:pt x="56622" y="193417"/>
                          <a:pt x="76434" y="190083"/>
                          <a:pt x="92627" y="178843"/>
                        </a:cubicBezTo>
                        <a:cubicBezTo>
                          <a:pt x="110058" y="166747"/>
                          <a:pt x="116534" y="150459"/>
                          <a:pt x="121964" y="136076"/>
                        </a:cubicBezTo>
                        <a:cubicBezTo>
                          <a:pt x="129774" y="115502"/>
                          <a:pt x="139490" y="93785"/>
                          <a:pt x="157016" y="72735"/>
                        </a:cubicBezTo>
                        <a:cubicBezTo>
                          <a:pt x="171399" y="55495"/>
                          <a:pt x="210832" y="33301"/>
                          <a:pt x="217785" y="17395"/>
                        </a:cubicBezTo>
                        <a:cubicBezTo>
                          <a:pt x="236359" y="-25087"/>
                          <a:pt x="134727" y="20919"/>
                          <a:pt x="112915" y="4244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45" name="Forme libre : forme 17844">
                    <a:extLst>
                      <a:ext uri="{FF2B5EF4-FFF2-40B4-BE49-F238E27FC236}">
                        <a16:creationId xmlns:a16="http://schemas.microsoft.com/office/drawing/2014/main" id="{F232317C-C0B1-47D2-BABD-72FB99196BFB}"/>
                      </a:ext>
                    </a:extLst>
                  </p:cNvPr>
                  <p:cNvSpPr/>
                  <p:nvPr/>
                </p:nvSpPr>
                <p:spPr>
                  <a:xfrm>
                    <a:off x="2819529" y="4845939"/>
                    <a:ext cx="243809" cy="109712"/>
                  </a:xfrm>
                  <a:custGeom>
                    <a:avLst/>
                    <a:gdLst>
                      <a:gd name="connsiteX0" fmla="*/ 121794 w 243809"/>
                      <a:gd name="connsiteY0" fmla="*/ 106870 h 109712"/>
                      <a:gd name="connsiteX1" fmla="*/ 227808 w 243809"/>
                      <a:gd name="connsiteY1" fmla="*/ 28194 h 109712"/>
                      <a:gd name="connsiteX2" fmla="*/ 243810 w 243809"/>
                      <a:gd name="connsiteY2" fmla="*/ 857 h 109712"/>
                      <a:gd name="connsiteX3" fmla="*/ 210186 w 243809"/>
                      <a:gd name="connsiteY3" fmla="*/ 0 h 109712"/>
                      <a:gd name="connsiteX4" fmla="*/ 172658 w 243809"/>
                      <a:gd name="connsiteY4" fmla="*/ 4000 h 109712"/>
                      <a:gd name="connsiteX5" fmla="*/ 122652 w 243809"/>
                      <a:gd name="connsiteY5" fmla="*/ 27718 h 109712"/>
                      <a:gd name="connsiteX6" fmla="*/ 9685 w 243809"/>
                      <a:gd name="connsiteY6" fmla="*/ 92678 h 109712"/>
                      <a:gd name="connsiteX7" fmla="*/ 1113 w 243809"/>
                      <a:gd name="connsiteY7" fmla="*/ 99250 h 109712"/>
                      <a:gd name="connsiteX8" fmla="*/ 10638 w 243809"/>
                      <a:gd name="connsiteY8" fmla="*/ 107347 h 109712"/>
                      <a:gd name="connsiteX9" fmla="*/ 80361 w 243809"/>
                      <a:gd name="connsiteY9" fmla="*/ 109633 h 109712"/>
                      <a:gd name="connsiteX10" fmla="*/ 121794 w 243809"/>
                      <a:gd name="connsiteY10" fmla="*/ 106870 h 109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3809" h="109712">
                        <a:moveTo>
                          <a:pt x="121794" y="106870"/>
                        </a:moveTo>
                        <a:cubicBezTo>
                          <a:pt x="164752" y="97917"/>
                          <a:pt x="211615" y="61341"/>
                          <a:pt x="227808" y="28194"/>
                        </a:cubicBezTo>
                        <a:lnTo>
                          <a:pt x="243810" y="857"/>
                        </a:lnTo>
                        <a:cubicBezTo>
                          <a:pt x="232761" y="286"/>
                          <a:pt x="221521" y="0"/>
                          <a:pt x="210186" y="0"/>
                        </a:cubicBezTo>
                        <a:cubicBezTo>
                          <a:pt x="198375" y="0"/>
                          <a:pt x="186088" y="286"/>
                          <a:pt x="172658" y="4000"/>
                        </a:cubicBezTo>
                        <a:cubicBezTo>
                          <a:pt x="155799" y="8668"/>
                          <a:pt x="138939" y="18288"/>
                          <a:pt x="122652" y="27718"/>
                        </a:cubicBezTo>
                        <a:cubicBezTo>
                          <a:pt x="85028" y="49339"/>
                          <a:pt x="47309" y="71056"/>
                          <a:pt x="9685" y="92678"/>
                        </a:cubicBezTo>
                        <a:cubicBezTo>
                          <a:pt x="6447" y="94583"/>
                          <a:pt x="2922" y="96678"/>
                          <a:pt x="1113" y="99250"/>
                        </a:cubicBezTo>
                        <a:cubicBezTo>
                          <a:pt x="-2792" y="104870"/>
                          <a:pt x="4351" y="107061"/>
                          <a:pt x="10638" y="107347"/>
                        </a:cubicBezTo>
                        <a:cubicBezTo>
                          <a:pt x="33688" y="108395"/>
                          <a:pt x="56929" y="109156"/>
                          <a:pt x="80361" y="109633"/>
                        </a:cubicBezTo>
                        <a:cubicBezTo>
                          <a:pt x="93505" y="109823"/>
                          <a:pt x="106935" y="109918"/>
                          <a:pt x="121794" y="10687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46" name="Forme libre : forme 17845">
                    <a:extLst>
                      <a:ext uri="{FF2B5EF4-FFF2-40B4-BE49-F238E27FC236}">
                        <a16:creationId xmlns:a16="http://schemas.microsoft.com/office/drawing/2014/main" id="{4E28F6D6-0C03-48AF-92AF-E5C76F2A2945}"/>
                      </a:ext>
                    </a:extLst>
                  </p:cNvPr>
                  <p:cNvSpPr/>
                  <p:nvPr/>
                </p:nvSpPr>
                <p:spPr>
                  <a:xfrm>
                    <a:off x="3357504" y="4740878"/>
                    <a:ext cx="1491" cy="1904"/>
                  </a:xfrm>
                  <a:custGeom>
                    <a:avLst/>
                    <a:gdLst>
                      <a:gd name="connsiteX0" fmla="*/ 348 w 1491"/>
                      <a:gd name="connsiteY0" fmla="*/ 1905 h 1904"/>
                      <a:gd name="connsiteX1" fmla="*/ 1491 w 1491"/>
                      <a:gd name="connsiteY1" fmla="*/ 0 h 1904"/>
                      <a:gd name="connsiteX2" fmla="*/ 348 w 1491"/>
                      <a:gd name="connsiteY2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91" h="1904">
                        <a:moveTo>
                          <a:pt x="348" y="1905"/>
                        </a:moveTo>
                        <a:lnTo>
                          <a:pt x="1491" y="0"/>
                        </a:lnTo>
                        <a:cubicBezTo>
                          <a:pt x="348" y="667"/>
                          <a:pt x="-509" y="1619"/>
                          <a:pt x="348" y="190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47" name="Forme libre : forme 17846">
                    <a:extLst>
                      <a:ext uri="{FF2B5EF4-FFF2-40B4-BE49-F238E27FC236}">
                        <a16:creationId xmlns:a16="http://schemas.microsoft.com/office/drawing/2014/main" id="{DA2BBA36-F7E4-4699-9354-8E1322C9468F}"/>
                      </a:ext>
                    </a:extLst>
                  </p:cNvPr>
                  <p:cNvSpPr/>
                  <p:nvPr/>
                </p:nvSpPr>
                <p:spPr>
                  <a:xfrm>
                    <a:off x="3140547" y="4714497"/>
                    <a:ext cx="233497" cy="235109"/>
                  </a:xfrm>
                  <a:custGeom>
                    <a:avLst/>
                    <a:gdLst>
                      <a:gd name="connsiteX0" fmla="*/ 50808 w 233497"/>
                      <a:gd name="connsiteY0" fmla="*/ 234692 h 235109"/>
                      <a:gd name="connsiteX1" fmla="*/ 75096 w 233497"/>
                      <a:gd name="connsiteY1" fmla="*/ 228215 h 235109"/>
                      <a:gd name="connsiteX2" fmla="*/ 99385 w 233497"/>
                      <a:gd name="connsiteY2" fmla="*/ 211928 h 235109"/>
                      <a:gd name="connsiteX3" fmla="*/ 150916 w 233497"/>
                      <a:gd name="connsiteY3" fmla="*/ 116583 h 235109"/>
                      <a:gd name="connsiteX4" fmla="*/ 199493 w 233497"/>
                      <a:gd name="connsiteY4" fmla="*/ 51717 h 235109"/>
                      <a:gd name="connsiteX5" fmla="*/ 185872 w 233497"/>
                      <a:gd name="connsiteY5" fmla="*/ 55337 h 235109"/>
                      <a:gd name="connsiteX6" fmla="*/ 178252 w 233497"/>
                      <a:gd name="connsiteY6" fmla="*/ 40192 h 235109"/>
                      <a:gd name="connsiteX7" fmla="*/ 205494 w 233497"/>
                      <a:gd name="connsiteY7" fmla="*/ 25047 h 235109"/>
                      <a:gd name="connsiteX8" fmla="*/ 215495 w 233497"/>
                      <a:gd name="connsiteY8" fmla="*/ 34477 h 235109"/>
                      <a:gd name="connsiteX9" fmla="*/ 218638 w 233497"/>
                      <a:gd name="connsiteY9" fmla="*/ 31143 h 235109"/>
                      <a:gd name="connsiteX10" fmla="*/ 221305 w 233497"/>
                      <a:gd name="connsiteY10" fmla="*/ 25904 h 235109"/>
                      <a:gd name="connsiteX11" fmla="*/ 218448 w 233497"/>
                      <a:gd name="connsiteY11" fmla="*/ 26381 h 235109"/>
                      <a:gd name="connsiteX12" fmla="*/ 217305 w 233497"/>
                      <a:gd name="connsiteY12" fmla="*/ 28286 h 235109"/>
                      <a:gd name="connsiteX13" fmla="*/ 218448 w 233497"/>
                      <a:gd name="connsiteY13" fmla="*/ 26381 h 235109"/>
                      <a:gd name="connsiteX14" fmla="*/ 233497 w 233497"/>
                      <a:gd name="connsiteY14" fmla="*/ 854 h 235109"/>
                      <a:gd name="connsiteX15" fmla="*/ 130532 w 233497"/>
                      <a:gd name="connsiteY15" fmla="*/ 31905 h 235109"/>
                      <a:gd name="connsiteX16" fmla="*/ 94813 w 233497"/>
                      <a:gd name="connsiteY16" fmla="*/ 58480 h 235109"/>
                      <a:gd name="connsiteX17" fmla="*/ 141486 w 233497"/>
                      <a:gd name="connsiteY17" fmla="*/ 51431 h 235109"/>
                      <a:gd name="connsiteX18" fmla="*/ 143677 w 233497"/>
                      <a:gd name="connsiteY18" fmla="*/ 83721 h 235109"/>
                      <a:gd name="connsiteX19" fmla="*/ 127198 w 233497"/>
                      <a:gd name="connsiteY19" fmla="*/ 94770 h 235109"/>
                      <a:gd name="connsiteX20" fmla="*/ 78716 w 233497"/>
                      <a:gd name="connsiteY20" fmla="*/ 124583 h 235109"/>
                      <a:gd name="connsiteX21" fmla="*/ 38711 w 233497"/>
                      <a:gd name="connsiteY21" fmla="*/ 118392 h 235109"/>
                      <a:gd name="connsiteX22" fmla="*/ 38521 w 233497"/>
                      <a:gd name="connsiteY22" fmla="*/ 118106 h 235109"/>
                      <a:gd name="connsiteX23" fmla="*/ 325 w 233497"/>
                      <a:gd name="connsiteY23" fmla="*/ 191830 h 235109"/>
                      <a:gd name="connsiteX24" fmla="*/ 50808 w 233497"/>
                      <a:gd name="connsiteY24" fmla="*/ 234692 h 235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233497" h="235109">
                        <a:moveTo>
                          <a:pt x="50808" y="234692"/>
                        </a:moveTo>
                        <a:cubicBezTo>
                          <a:pt x="58523" y="233931"/>
                          <a:pt x="66810" y="231930"/>
                          <a:pt x="75096" y="228215"/>
                        </a:cubicBezTo>
                        <a:cubicBezTo>
                          <a:pt x="84050" y="224215"/>
                          <a:pt x="92337" y="218214"/>
                          <a:pt x="99385" y="211928"/>
                        </a:cubicBezTo>
                        <a:cubicBezTo>
                          <a:pt x="132818" y="181829"/>
                          <a:pt x="134628" y="148777"/>
                          <a:pt x="150916" y="116583"/>
                        </a:cubicBezTo>
                        <a:cubicBezTo>
                          <a:pt x="161869" y="94866"/>
                          <a:pt x="179967" y="73149"/>
                          <a:pt x="199493" y="51717"/>
                        </a:cubicBezTo>
                        <a:cubicBezTo>
                          <a:pt x="195017" y="54003"/>
                          <a:pt x="190254" y="55337"/>
                          <a:pt x="185872" y="55337"/>
                        </a:cubicBezTo>
                        <a:cubicBezTo>
                          <a:pt x="176252" y="55337"/>
                          <a:pt x="172823" y="48574"/>
                          <a:pt x="178252" y="40192"/>
                        </a:cubicBezTo>
                        <a:cubicBezTo>
                          <a:pt x="183682" y="31810"/>
                          <a:pt x="195874" y="25047"/>
                          <a:pt x="205494" y="25047"/>
                        </a:cubicBezTo>
                        <a:cubicBezTo>
                          <a:pt x="212828" y="25047"/>
                          <a:pt x="216543" y="28952"/>
                          <a:pt x="215495" y="34477"/>
                        </a:cubicBezTo>
                        <a:cubicBezTo>
                          <a:pt x="216543" y="33334"/>
                          <a:pt x="217591" y="32191"/>
                          <a:pt x="218638" y="31143"/>
                        </a:cubicBezTo>
                        <a:cubicBezTo>
                          <a:pt x="220353" y="29333"/>
                          <a:pt x="222258" y="27047"/>
                          <a:pt x="221305" y="25904"/>
                        </a:cubicBezTo>
                        <a:cubicBezTo>
                          <a:pt x="220829" y="25333"/>
                          <a:pt x="219496" y="25714"/>
                          <a:pt x="218448" y="26381"/>
                        </a:cubicBezTo>
                        <a:lnTo>
                          <a:pt x="217305" y="28286"/>
                        </a:lnTo>
                        <a:cubicBezTo>
                          <a:pt x="216448" y="28000"/>
                          <a:pt x="217305" y="27047"/>
                          <a:pt x="218448" y="26381"/>
                        </a:cubicBezTo>
                        <a:lnTo>
                          <a:pt x="233497" y="854"/>
                        </a:lnTo>
                        <a:cubicBezTo>
                          <a:pt x="205303" y="-3718"/>
                          <a:pt x="164155" y="10569"/>
                          <a:pt x="130532" y="31905"/>
                        </a:cubicBezTo>
                        <a:cubicBezTo>
                          <a:pt x="117673" y="40001"/>
                          <a:pt x="105862" y="48955"/>
                          <a:pt x="94813" y="58480"/>
                        </a:cubicBezTo>
                        <a:cubicBezTo>
                          <a:pt x="110530" y="51622"/>
                          <a:pt x="132628" y="44954"/>
                          <a:pt x="141486" y="51431"/>
                        </a:cubicBezTo>
                        <a:cubicBezTo>
                          <a:pt x="149773" y="57527"/>
                          <a:pt x="159012" y="69815"/>
                          <a:pt x="143677" y="83721"/>
                        </a:cubicBezTo>
                        <a:cubicBezTo>
                          <a:pt x="139009" y="88008"/>
                          <a:pt x="132913" y="91246"/>
                          <a:pt x="127198" y="94770"/>
                        </a:cubicBezTo>
                        <a:cubicBezTo>
                          <a:pt x="110911" y="104867"/>
                          <a:pt x="96147" y="118583"/>
                          <a:pt x="78716" y="124583"/>
                        </a:cubicBezTo>
                        <a:cubicBezTo>
                          <a:pt x="60809" y="130775"/>
                          <a:pt x="46426" y="126203"/>
                          <a:pt x="38711" y="118392"/>
                        </a:cubicBezTo>
                        <a:cubicBezTo>
                          <a:pt x="38616" y="118297"/>
                          <a:pt x="38521" y="118202"/>
                          <a:pt x="38521" y="118106"/>
                        </a:cubicBezTo>
                        <a:cubicBezTo>
                          <a:pt x="18709" y="143157"/>
                          <a:pt x="2897" y="169160"/>
                          <a:pt x="325" y="191830"/>
                        </a:cubicBezTo>
                        <a:cubicBezTo>
                          <a:pt x="-2723" y="217929"/>
                          <a:pt x="15756" y="238312"/>
                          <a:pt x="50808" y="23469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48" name="Forme libre : forme 17847">
                    <a:extLst>
                      <a:ext uri="{FF2B5EF4-FFF2-40B4-BE49-F238E27FC236}">
                        <a16:creationId xmlns:a16="http://schemas.microsoft.com/office/drawing/2014/main" id="{A359D6BE-AB40-4DEA-8BF6-A4D57E8124C1}"/>
                      </a:ext>
                    </a:extLst>
                  </p:cNvPr>
                  <p:cNvSpPr/>
                  <p:nvPr/>
                </p:nvSpPr>
                <p:spPr>
                  <a:xfrm>
                    <a:off x="3327843" y="4522549"/>
                    <a:ext cx="219651" cy="188608"/>
                  </a:xfrm>
                  <a:custGeom>
                    <a:avLst/>
                    <a:gdLst>
                      <a:gd name="connsiteX0" fmla="*/ 145357 w 219651"/>
                      <a:gd name="connsiteY0" fmla="*/ 3445 h 188608"/>
                      <a:gd name="connsiteX1" fmla="*/ 42201 w 219651"/>
                      <a:gd name="connsiteY1" fmla="*/ 77835 h 188608"/>
                      <a:gd name="connsiteX2" fmla="*/ 10102 w 219651"/>
                      <a:gd name="connsiteY2" fmla="*/ 115935 h 188608"/>
                      <a:gd name="connsiteX3" fmla="*/ 196 w 219651"/>
                      <a:gd name="connsiteY3" fmla="*/ 136223 h 188608"/>
                      <a:gd name="connsiteX4" fmla="*/ 10292 w 219651"/>
                      <a:gd name="connsiteY4" fmla="*/ 144034 h 188608"/>
                      <a:gd name="connsiteX5" fmla="*/ 110876 w 219651"/>
                      <a:gd name="connsiteY5" fmla="*/ 183468 h 188608"/>
                      <a:gd name="connsiteX6" fmla="*/ 137832 w 219651"/>
                      <a:gd name="connsiteY6" fmla="*/ 188325 h 188608"/>
                      <a:gd name="connsiteX7" fmla="*/ 197554 w 219651"/>
                      <a:gd name="connsiteY7" fmla="*/ 146034 h 188608"/>
                      <a:gd name="connsiteX8" fmla="*/ 206698 w 219651"/>
                      <a:gd name="connsiteY8" fmla="*/ 94695 h 188608"/>
                      <a:gd name="connsiteX9" fmla="*/ 206888 w 219651"/>
                      <a:gd name="connsiteY9" fmla="*/ 81169 h 188608"/>
                      <a:gd name="connsiteX10" fmla="*/ 197935 w 219651"/>
                      <a:gd name="connsiteY10" fmla="*/ 84217 h 188608"/>
                      <a:gd name="connsiteX11" fmla="*/ 194030 w 219651"/>
                      <a:gd name="connsiteY11" fmla="*/ 76502 h 188608"/>
                      <a:gd name="connsiteX12" fmla="*/ 207079 w 219651"/>
                      <a:gd name="connsiteY12" fmla="*/ 68882 h 188608"/>
                      <a:gd name="connsiteX13" fmla="*/ 209555 w 219651"/>
                      <a:gd name="connsiteY13" fmla="*/ 34782 h 188608"/>
                      <a:gd name="connsiteX14" fmla="*/ 219652 w 219651"/>
                      <a:gd name="connsiteY14" fmla="*/ 11922 h 188608"/>
                      <a:gd name="connsiteX15" fmla="*/ 145357 w 219651"/>
                      <a:gd name="connsiteY15" fmla="*/ 3445 h 188608"/>
                      <a:gd name="connsiteX16" fmla="*/ 196316 w 219651"/>
                      <a:gd name="connsiteY16" fmla="*/ 49165 h 188608"/>
                      <a:gd name="connsiteX17" fmla="*/ 169074 w 219651"/>
                      <a:gd name="connsiteY17" fmla="*/ 64310 h 188608"/>
                      <a:gd name="connsiteX18" fmla="*/ 162121 w 219651"/>
                      <a:gd name="connsiteY18" fmla="*/ 62500 h 188608"/>
                      <a:gd name="connsiteX19" fmla="*/ 161644 w 219651"/>
                      <a:gd name="connsiteY19" fmla="*/ 62976 h 188608"/>
                      <a:gd name="connsiteX20" fmla="*/ 145166 w 219651"/>
                      <a:gd name="connsiteY20" fmla="*/ 74025 h 188608"/>
                      <a:gd name="connsiteX21" fmla="*/ 96684 w 219651"/>
                      <a:gd name="connsiteY21" fmla="*/ 103838 h 188608"/>
                      <a:gd name="connsiteX22" fmla="*/ 56679 w 219651"/>
                      <a:gd name="connsiteY22" fmla="*/ 97647 h 188608"/>
                      <a:gd name="connsiteX23" fmla="*/ 53250 w 219651"/>
                      <a:gd name="connsiteY23" fmla="*/ 81931 h 188608"/>
                      <a:gd name="connsiteX24" fmla="*/ 67633 w 219651"/>
                      <a:gd name="connsiteY24" fmla="*/ 66120 h 188608"/>
                      <a:gd name="connsiteX25" fmla="*/ 111638 w 219651"/>
                      <a:gd name="connsiteY25" fmla="*/ 38211 h 188608"/>
                      <a:gd name="connsiteX26" fmla="*/ 159454 w 219651"/>
                      <a:gd name="connsiteY26" fmla="*/ 30687 h 188608"/>
                      <a:gd name="connsiteX27" fmla="*/ 168598 w 219651"/>
                      <a:gd name="connsiteY27" fmla="*/ 41640 h 188608"/>
                      <a:gd name="connsiteX28" fmla="*/ 188505 w 219651"/>
                      <a:gd name="connsiteY28" fmla="*/ 34020 h 188608"/>
                      <a:gd name="connsiteX29" fmla="*/ 196316 w 219651"/>
                      <a:gd name="connsiteY29" fmla="*/ 49165 h 188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19651" h="188608">
                        <a:moveTo>
                          <a:pt x="145357" y="3445"/>
                        </a:moveTo>
                        <a:cubicBezTo>
                          <a:pt x="105161" y="14208"/>
                          <a:pt x="68966" y="47641"/>
                          <a:pt x="42201" y="77835"/>
                        </a:cubicBezTo>
                        <a:cubicBezTo>
                          <a:pt x="30961" y="90408"/>
                          <a:pt x="20293" y="103172"/>
                          <a:pt x="10102" y="115935"/>
                        </a:cubicBezTo>
                        <a:cubicBezTo>
                          <a:pt x="4577" y="122888"/>
                          <a:pt x="-1138" y="130699"/>
                          <a:pt x="196" y="136223"/>
                        </a:cubicBezTo>
                        <a:cubicBezTo>
                          <a:pt x="1148" y="140319"/>
                          <a:pt x="5816" y="142224"/>
                          <a:pt x="10292" y="144034"/>
                        </a:cubicBezTo>
                        <a:cubicBezTo>
                          <a:pt x="43820" y="157179"/>
                          <a:pt x="77348" y="170323"/>
                          <a:pt x="110876" y="183468"/>
                        </a:cubicBezTo>
                        <a:cubicBezTo>
                          <a:pt x="118592" y="186516"/>
                          <a:pt x="126783" y="189563"/>
                          <a:pt x="137832" y="188325"/>
                        </a:cubicBezTo>
                        <a:cubicBezTo>
                          <a:pt x="160787" y="185658"/>
                          <a:pt x="187076" y="164608"/>
                          <a:pt x="197554" y="146034"/>
                        </a:cubicBezTo>
                        <a:cubicBezTo>
                          <a:pt x="208031" y="127461"/>
                          <a:pt x="206984" y="110887"/>
                          <a:pt x="206698" y="94695"/>
                        </a:cubicBezTo>
                        <a:cubicBezTo>
                          <a:pt x="206602" y="90218"/>
                          <a:pt x="206888" y="85741"/>
                          <a:pt x="206888" y="81169"/>
                        </a:cubicBezTo>
                        <a:cubicBezTo>
                          <a:pt x="204031" y="82979"/>
                          <a:pt x="200792" y="84217"/>
                          <a:pt x="197935" y="84217"/>
                        </a:cubicBezTo>
                        <a:cubicBezTo>
                          <a:pt x="192982" y="84217"/>
                          <a:pt x="191267" y="80788"/>
                          <a:pt x="194030" y="76502"/>
                        </a:cubicBezTo>
                        <a:cubicBezTo>
                          <a:pt x="196601" y="72501"/>
                          <a:pt x="202316" y="69263"/>
                          <a:pt x="207079" y="68882"/>
                        </a:cubicBezTo>
                        <a:cubicBezTo>
                          <a:pt x="207555" y="57642"/>
                          <a:pt x="208317" y="46308"/>
                          <a:pt x="209555" y="34782"/>
                        </a:cubicBezTo>
                        <a:lnTo>
                          <a:pt x="219652" y="11922"/>
                        </a:lnTo>
                        <a:cubicBezTo>
                          <a:pt x="199459" y="3350"/>
                          <a:pt x="176313" y="-4842"/>
                          <a:pt x="145357" y="3445"/>
                        </a:cubicBezTo>
                        <a:close/>
                        <a:moveTo>
                          <a:pt x="196316" y="49165"/>
                        </a:moveTo>
                        <a:cubicBezTo>
                          <a:pt x="190886" y="57547"/>
                          <a:pt x="178694" y="64310"/>
                          <a:pt x="169074" y="64310"/>
                        </a:cubicBezTo>
                        <a:cubicBezTo>
                          <a:pt x="166121" y="64310"/>
                          <a:pt x="163835" y="63643"/>
                          <a:pt x="162121" y="62500"/>
                        </a:cubicBezTo>
                        <a:cubicBezTo>
                          <a:pt x="161930" y="62691"/>
                          <a:pt x="161835" y="62786"/>
                          <a:pt x="161644" y="62976"/>
                        </a:cubicBezTo>
                        <a:cubicBezTo>
                          <a:pt x="156977" y="67263"/>
                          <a:pt x="150881" y="70501"/>
                          <a:pt x="145166" y="74025"/>
                        </a:cubicBezTo>
                        <a:cubicBezTo>
                          <a:pt x="128878" y="84122"/>
                          <a:pt x="114115" y="97838"/>
                          <a:pt x="96684" y="103838"/>
                        </a:cubicBezTo>
                        <a:cubicBezTo>
                          <a:pt x="78777" y="110030"/>
                          <a:pt x="64394" y="105458"/>
                          <a:pt x="56679" y="97647"/>
                        </a:cubicBezTo>
                        <a:cubicBezTo>
                          <a:pt x="52869" y="93742"/>
                          <a:pt x="50107" y="88598"/>
                          <a:pt x="53250" y="81931"/>
                        </a:cubicBezTo>
                        <a:cubicBezTo>
                          <a:pt x="55726" y="76502"/>
                          <a:pt x="61727" y="71072"/>
                          <a:pt x="67633" y="66120"/>
                        </a:cubicBezTo>
                        <a:cubicBezTo>
                          <a:pt x="80777" y="55261"/>
                          <a:pt x="95827" y="45355"/>
                          <a:pt x="111638" y="38211"/>
                        </a:cubicBezTo>
                        <a:cubicBezTo>
                          <a:pt x="127355" y="31163"/>
                          <a:pt x="150405" y="24114"/>
                          <a:pt x="159454" y="30687"/>
                        </a:cubicBezTo>
                        <a:cubicBezTo>
                          <a:pt x="163073" y="33258"/>
                          <a:pt x="166788" y="37068"/>
                          <a:pt x="168598" y="41640"/>
                        </a:cubicBezTo>
                        <a:cubicBezTo>
                          <a:pt x="174503" y="37163"/>
                          <a:pt x="182123" y="34020"/>
                          <a:pt x="188505" y="34020"/>
                        </a:cubicBezTo>
                        <a:cubicBezTo>
                          <a:pt x="198221" y="34020"/>
                          <a:pt x="201650" y="40783"/>
                          <a:pt x="196316" y="4916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49" name="Forme libre : forme 17848">
                    <a:extLst>
                      <a:ext uri="{FF2B5EF4-FFF2-40B4-BE49-F238E27FC236}">
                        <a16:creationId xmlns:a16="http://schemas.microsoft.com/office/drawing/2014/main" id="{FC545186-FE74-4CF3-AE0B-EE345B0DD2C6}"/>
                      </a:ext>
                    </a:extLst>
                  </p:cNvPr>
                  <p:cNvSpPr/>
                  <p:nvPr/>
                </p:nvSpPr>
                <p:spPr>
                  <a:xfrm>
                    <a:off x="3639814" y="4438078"/>
                    <a:ext cx="253446" cy="153229"/>
                  </a:xfrm>
                  <a:custGeom>
                    <a:avLst/>
                    <a:gdLst>
                      <a:gd name="connsiteX0" fmla="*/ 103230 w 253446"/>
                      <a:gd name="connsiteY0" fmla="*/ 25051 h 153229"/>
                      <a:gd name="connsiteX1" fmla="*/ 70654 w 253446"/>
                      <a:gd name="connsiteY1" fmla="*/ 49149 h 153229"/>
                      <a:gd name="connsiteX2" fmla="*/ 11694 w 253446"/>
                      <a:gd name="connsiteY2" fmla="*/ 105346 h 153229"/>
                      <a:gd name="connsiteX3" fmla="*/ 74 w 253446"/>
                      <a:gd name="connsiteY3" fmla="*/ 122111 h 153229"/>
                      <a:gd name="connsiteX4" fmla="*/ 3693 w 253446"/>
                      <a:gd name="connsiteY4" fmla="*/ 130778 h 153229"/>
                      <a:gd name="connsiteX5" fmla="*/ 97800 w 253446"/>
                      <a:gd name="connsiteY5" fmla="*/ 150781 h 153229"/>
                      <a:gd name="connsiteX6" fmla="*/ 129233 w 253446"/>
                      <a:gd name="connsiteY6" fmla="*/ 141732 h 153229"/>
                      <a:gd name="connsiteX7" fmla="*/ 187049 w 253446"/>
                      <a:gd name="connsiteY7" fmla="*/ 94012 h 153229"/>
                      <a:gd name="connsiteX8" fmla="*/ 253439 w 253446"/>
                      <a:gd name="connsiteY8" fmla="*/ 20288 h 153229"/>
                      <a:gd name="connsiteX9" fmla="*/ 249248 w 253446"/>
                      <a:gd name="connsiteY9" fmla="*/ 20860 h 153229"/>
                      <a:gd name="connsiteX10" fmla="*/ 253248 w 253446"/>
                      <a:gd name="connsiteY10" fmla="*/ 12573 h 153229"/>
                      <a:gd name="connsiteX11" fmla="*/ 232103 w 253446"/>
                      <a:gd name="connsiteY11" fmla="*/ 0 h 153229"/>
                      <a:gd name="connsiteX12" fmla="*/ 148283 w 253446"/>
                      <a:gd name="connsiteY12" fmla="*/ 11525 h 153229"/>
                      <a:gd name="connsiteX13" fmla="*/ 103230 w 253446"/>
                      <a:gd name="connsiteY13" fmla="*/ 25051 h 15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53446" h="153229">
                        <a:moveTo>
                          <a:pt x="103230" y="25051"/>
                        </a:moveTo>
                        <a:cubicBezTo>
                          <a:pt x="91038" y="31432"/>
                          <a:pt x="80560" y="40386"/>
                          <a:pt x="70654" y="49149"/>
                        </a:cubicBezTo>
                        <a:cubicBezTo>
                          <a:pt x="49985" y="67437"/>
                          <a:pt x="30268" y="86296"/>
                          <a:pt x="11694" y="105346"/>
                        </a:cubicBezTo>
                        <a:cubicBezTo>
                          <a:pt x="6360" y="110871"/>
                          <a:pt x="740" y="116872"/>
                          <a:pt x="74" y="122111"/>
                        </a:cubicBezTo>
                        <a:cubicBezTo>
                          <a:pt x="-402" y="125730"/>
                          <a:pt x="1502" y="128492"/>
                          <a:pt x="3693" y="130778"/>
                        </a:cubicBezTo>
                        <a:cubicBezTo>
                          <a:pt x="21505" y="150114"/>
                          <a:pt x="56557" y="157544"/>
                          <a:pt x="97800" y="150781"/>
                        </a:cubicBezTo>
                        <a:cubicBezTo>
                          <a:pt x="107992" y="149066"/>
                          <a:pt x="118660" y="146495"/>
                          <a:pt x="129233" y="141732"/>
                        </a:cubicBezTo>
                        <a:cubicBezTo>
                          <a:pt x="153045" y="130969"/>
                          <a:pt x="171048" y="111728"/>
                          <a:pt x="187049" y="94012"/>
                        </a:cubicBezTo>
                        <a:cubicBezTo>
                          <a:pt x="209148" y="69437"/>
                          <a:pt x="231341" y="44863"/>
                          <a:pt x="253439" y="20288"/>
                        </a:cubicBezTo>
                        <a:cubicBezTo>
                          <a:pt x="253629" y="18860"/>
                          <a:pt x="250391" y="19336"/>
                          <a:pt x="249248" y="20860"/>
                        </a:cubicBezTo>
                        <a:lnTo>
                          <a:pt x="253248" y="12573"/>
                        </a:lnTo>
                        <a:cubicBezTo>
                          <a:pt x="245628" y="9620"/>
                          <a:pt x="238484" y="5334"/>
                          <a:pt x="232103" y="0"/>
                        </a:cubicBezTo>
                        <a:cubicBezTo>
                          <a:pt x="204671" y="2667"/>
                          <a:pt x="176763" y="6572"/>
                          <a:pt x="148283" y="11525"/>
                        </a:cubicBezTo>
                        <a:cubicBezTo>
                          <a:pt x="133614" y="14097"/>
                          <a:pt x="118089" y="17240"/>
                          <a:pt x="103230" y="2505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50" name="Forme libre : forme 17849">
                    <a:extLst>
                      <a:ext uri="{FF2B5EF4-FFF2-40B4-BE49-F238E27FC236}">
                        <a16:creationId xmlns:a16="http://schemas.microsoft.com/office/drawing/2014/main" id="{D21BD8BD-F89B-494A-A9BC-B924C3E3DD68}"/>
                      </a:ext>
                    </a:extLst>
                  </p:cNvPr>
                  <p:cNvSpPr/>
                  <p:nvPr/>
                </p:nvSpPr>
                <p:spPr>
                  <a:xfrm>
                    <a:off x="3871821" y="4435697"/>
                    <a:ext cx="28384" cy="14954"/>
                  </a:xfrm>
                  <a:custGeom>
                    <a:avLst/>
                    <a:gdLst>
                      <a:gd name="connsiteX0" fmla="*/ 28385 w 28384"/>
                      <a:gd name="connsiteY0" fmla="*/ 0 h 14954"/>
                      <a:gd name="connsiteX1" fmla="*/ 0 w 28384"/>
                      <a:gd name="connsiteY1" fmla="*/ 2381 h 14954"/>
                      <a:gd name="connsiteX2" fmla="*/ 21146 w 28384"/>
                      <a:gd name="connsiteY2" fmla="*/ 14954 h 14954"/>
                      <a:gd name="connsiteX3" fmla="*/ 28385 w 28384"/>
                      <a:gd name="connsiteY3" fmla="*/ 0 h 14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384" h="14954">
                        <a:moveTo>
                          <a:pt x="28385" y="0"/>
                        </a:moveTo>
                        <a:cubicBezTo>
                          <a:pt x="19050" y="667"/>
                          <a:pt x="9525" y="1429"/>
                          <a:pt x="0" y="2381"/>
                        </a:cubicBezTo>
                        <a:cubicBezTo>
                          <a:pt x="6382" y="7715"/>
                          <a:pt x="13525" y="12002"/>
                          <a:pt x="21146" y="14954"/>
                        </a:cubicBezTo>
                        <a:lnTo>
                          <a:pt x="28385" y="0"/>
                        </a:ln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51" name="Forme libre : forme 17850">
                    <a:extLst>
                      <a:ext uri="{FF2B5EF4-FFF2-40B4-BE49-F238E27FC236}">
                        <a16:creationId xmlns:a16="http://schemas.microsoft.com/office/drawing/2014/main" id="{2BFF94CC-6109-4D0B-AA60-C423EA1A3AC1}"/>
                      </a:ext>
                    </a:extLst>
                  </p:cNvPr>
                  <p:cNvSpPr/>
                  <p:nvPr/>
                </p:nvSpPr>
                <p:spPr>
                  <a:xfrm>
                    <a:off x="3489456" y="4649248"/>
                    <a:ext cx="208914" cy="163267"/>
                  </a:xfrm>
                  <a:custGeom>
                    <a:avLst/>
                    <a:gdLst>
                      <a:gd name="connsiteX0" fmla="*/ 146716 w 208914"/>
                      <a:gd name="connsiteY0" fmla="*/ 65817 h 163267"/>
                      <a:gd name="connsiteX1" fmla="*/ 136620 w 208914"/>
                      <a:gd name="connsiteY1" fmla="*/ 50197 h 163267"/>
                      <a:gd name="connsiteX2" fmla="*/ 161480 w 208914"/>
                      <a:gd name="connsiteY2" fmla="*/ 26003 h 163267"/>
                      <a:gd name="connsiteX3" fmla="*/ 201485 w 208914"/>
                      <a:gd name="connsiteY3" fmla="*/ 6286 h 163267"/>
                      <a:gd name="connsiteX4" fmla="*/ 208915 w 208914"/>
                      <a:gd name="connsiteY4" fmla="*/ 3905 h 163267"/>
                      <a:gd name="connsiteX5" fmla="*/ 64896 w 208914"/>
                      <a:gd name="connsiteY5" fmla="*/ 52864 h 163267"/>
                      <a:gd name="connsiteX6" fmla="*/ 18796 w 208914"/>
                      <a:gd name="connsiteY6" fmla="*/ 90487 h 163267"/>
                      <a:gd name="connsiteX7" fmla="*/ 21462 w 208914"/>
                      <a:gd name="connsiteY7" fmla="*/ 161163 h 163267"/>
                      <a:gd name="connsiteX8" fmla="*/ 128809 w 208914"/>
                      <a:gd name="connsiteY8" fmla="*/ 122777 h 163267"/>
                      <a:gd name="connsiteX9" fmla="*/ 186817 w 208914"/>
                      <a:gd name="connsiteY9" fmla="*/ 55721 h 163267"/>
                      <a:gd name="connsiteX10" fmla="*/ 193008 w 208914"/>
                      <a:gd name="connsiteY10" fmla="*/ 49434 h 163267"/>
                      <a:gd name="connsiteX11" fmla="*/ 161099 w 208914"/>
                      <a:gd name="connsiteY11" fmla="*/ 61531 h 163267"/>
                      <a:gd name="connsiteX12" fmla="*/ 146716 w 208914"/>
                      <a:gd name="connsiteY12" fmla="*/ 65817 h 163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08914" h="163267">
                        <a:moveTo>
                          <a:pt x="146716" y="65817"/>
                        </a:moveTo>
                        <a:cubicBezTo>
                          <a:pt x="136144" y="66865"/>
                          <a:pt x="132429" y="58769"/>
                          <a:pt x="136620" y="50197"/>
                        </a:cubicBezTo>
                        <a:cubicBezTo>
                          <a:pt x="140906" y="41624"/>
                          <a:pt x="150908" y="33051"/>
                          <a:pt x="161480" y="26003"/>
                        </a:cubicBezTo>
                        <a:cubicBezTo>
                          <a:pt x="173958" y="17716"/>
                          <a:pt x="187769" y="10954"/>
                          <a:pt x="201485" y="6286"/>
                        </a:cubicBezTo>
                        <a:cubicBezTo>
                          <a:pt x="203676" y="5524"/>
                          <a:pt x="206248" y="4667"/>
                          <a:pt x="208915" y="3905"/>
                        </a:cubicBezTo>
                        <a:cubicBezTo>
                          <a:pt x="186436" y="-13716"/>
                          <a:pt x="96234" y="32861"/>
                          <a:pt x="64896" y="52864"/>
                        </a:cubicBezTo>
                        <a:cubicBezTo>
                          <a:pt x="47561" y="63913"/>
                          <a:pt x="30892" y="76581"/>
                          <a:pt x="18796" y="90487"/>
                        </a:cubicBezTo>
                        <a:cubicBezTo>
                          <a:pt x="-7017" y="120015"/>
                          <a:pt x="-6350" y="152686"/>
                          <a:pt x="21462" y="161163"/>
                        </a:cubicBezTo>
                        <a:cubicBezTo>
                          <a:pt x="49276" y="169640"/>
                          <a:pt x="100329" y="151638"/>
                          <a:pt x="128809" y="122777"/>
                        </a:cubicBezTo>
                        <a:cubicBezTo>
                          <a:pt x="150717" y="100584"/>
                          <a:pt x="163766" y="78009"/>
                          <a:pt x="186817" y="55721"/>
                        </a:cubicBezTo>
                        <a:cubicBezTo>
                          <a:pt x="188912" y="53721"/>
                          <a:pt x="191008" y="51625"/>
                          <a:pt x="193008" y="49434"/>
                        </a:cubicBezTo>
                        <a:cubicBezTo>
                          <a:pt x="182340" y="53435"/>
                          <a:pt x="171767" y="57531"/>
                          <a:pt x="161099" y="61531"/>
                        </a:cubicBezTo>
                        <a:cubicBezTo>
                          <a:pt x="156146" y="63436"/>
                          <a:pt x="151193" y="65341"/>
                          <a:pt x="146716" y="6581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52" name="Forme libre : forme 17851">
                    <a:extLst>
                      <a:ext uri="{FF2B5EF4-FFF2-40B4-BE49-F238E27FC236}">
                        <a16:creationId xmlns:a16="http://schemas.microsoft.com/office/drawing/2014/main" id="{20E27738-5004-4EE0-9087-60A667E03F66}"/>
                      </a:ext>
                    </a:extLst>
                  </p:cNvPr>
                  <p:cNvSpPr/>
                  <p:nvPr/>
                </p:nvSpPr>
                <p:spPr>
                  <a:xfrm>
                    <a:off x="3494799" y="4778758"/>
                    <a:ext cx="334389" cy="172154"/>
                  </a:xfrm>
                  <a:custGeom>
                    <a:avLst/>
                    <a:gdLst>
                      <a:gd name="connsiteX0" fmla="*/ 272628 w 334389"/>
                      <a:gd name="connsiteY0" fmla="*/ 74610 h 172154"/>
                      <a:gd name="connsiteX1" fmla="*/ 268722 w 334389"/>
                      <a:gd name="connsiteY1" fmla="*/ 66894 h 172154"/>
                      <a:gd name="connsiteX2" fmla="*/ 282629 w 334389"/>
                      <a:gd name="connsiteY2" fmla="*/ 59179 h 172154"/>
                      <a:gd name="connsiteX3" fmla="*/ 286725 w 334389"/>
                      <a:gd name="connsiteY3" fmla="*/ 66609 h 172154"/>
                      <a:gd name="connsiteX4" fmla="*/ 301107 w 334389"/>
                      <a:gd name="connsiteY4" fmla="*/ 57941 h 172154"/>
                      <a:gd name="connsiteX5" fmla="*/ 332730 w 334389"/>
                      <a:gd name="connsiteY5" fmla="*/ 15269 h 172154"/>
                      <a:gd name="connsiteX6" fmla="*/ 285963 w 334389"/>
                      <a:gd name="connsiteY6" fmla="*/ 886 h 172154"/>
                      <a:gd name="connsiteX7" fmla="*/ 279962 w 334389"/>
                      <a:gd name="connsiteY7" fmla="*/ 20698 h 172154"/>
                      <a:gd name="connsiteX8" fmla="*/ 271580 w 334389"/>
                      <a:gd name="connsiteY8" fmla="*/ 27270 h 172154"/>
                      <a:gd name="connsiteX9" fmla="*/ 271008 w 334389"/>
                      <a:gd name="connsiteY9" fmla="*/ 39653 h 172154"/>
                      <a:gd name="connsiteX10" fmla="*/ 243767 w 334389"/>
                      <a:gd name="connsiteY10" fmla="*/ 54798 h 172154"/>
                      <a:gd name="connsiteX11" fmla="*/ 234337 w 334389"/>
                      <a:gd name="connsiteY11" fmla="*/ 43368 h 172154"/>
                      <a:gd name="connsiteX12" fmla="*/ 190903 w 334389"/>
                      <a:gd name="connsiteY12" fmla="*/ 59941 h 172154"/>
                      <a:gd name="connsiteX13" fmla="*/ 176521 w 334389"/>
                      <a:gd name="connsiteY13" fmla="*/ 64132 h 172154"/>
                      <a:gd name="connsiteX14" fmla="*/ 166424 w 334389"/>
                      <a:gd name="connsiteY14" fmla="*/ 48511 h 172154"/>
                      <a:gd name="connsiteX15" fmla="*/ 177663 w 334389"/>
                      <a:gd name="connsiteY15" fmla="*/ 34795 h 172154"/>
                      <a:gd name="connsiteX16" fmla="*/ 21263 w 334389"/>
                      <a:gd name="connsiteY16" fmla="*/ 128617 h 172154"/>
                      <a:gd name="connsiteX17" fmla="*/ 22 w 334389"/>
                      <a:gd name="connsiteY17" fmla="*/ 160334 h 172154"/>
                      <a:gd name="connsiteX18" fmla="*/ 19644 w 334389"/>
                      <a:gd name="connsiteY18" fmla="*/ 172146 h 172154"/>
                      <a:gd name="connsiteX19" fmla="*/ 54219 w 334389"/>
                      <a:gd name="connsiteY19" fmla="*/ 166526 h 172154"/>
                      <a:gd name="connsiteX20" fmla="*/ 208524 w 334389"/>
                      <a:gd name="connsiteY20" fmla="*/ 113758 h 172154"/>
                      <a:gd name="connsiteX21" fmla="*/ 273580 w 334389"/>
                      <a:gd name="connsiteY21" fmla="*/ 74705 h 172154"/>
                      <a:gd name="connsiteX22" fmla="*/ 272628 w 334389"/>
                      <a:gd name="connsiteY22" fmla="*/ 74610 h 172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34389" h="172154">
                        <a:moveTo>
                          <a:pt x="272628" y="74610"/>
                        </a:moveTo>
                        <a:cubicBezTo>
                          <a:pt x="267675" y="74610"/>
                          <a:pt x="265960" y="71181"/>
                          <a:pt x="268722" y="66894"/>
                        </a:cubicBezTo>
                        <a:cubicBezTo>
                          <a:pt x="271484" y="62608"/>
                          <a:pt x="277771" y="59179"/>
                          <a:pt x="282629" y="59179"/>
                        </a:cubicBezTo>
                        <a:cubicBezTo>
                          <a:pt x="287391" y="59179"/>
                          <a:pt x="289106" y="62513"/>
                          <a:pt x="286725" y="66609"/>
                        </a:cubicBezTo>
                        <a:cubicBezTo>
                          <a:pt x="291487" y="63751"/>
                          <a:pt x="296345" y="60798"/>
                          <a:pt x="301107" y="57941"/>
                        </a:cubicBezTo>
                        <a:cubicBezTo>
                          <a:pt x="324920" y="44130"/>
                          <a:pt x="339493" y="30699"/>
                          <a:pt x="332730" y="15269"/>
                        </a:cubicBezTo>
                        <a:cubicBezTo>
                          <a:pt x="326539" y="1172"/>
                          <a:pt x="308442" y="-1781"/>
                          <a:pt x="285963" y="886"/>
                        </a:cubicBezTo>
                        <a:cubicBezTo>
                          <a:pt x="288439" y="5648"/>
                          <a:pt x="285963" y="14507"/>
                          <a:pt x="279962" y="20698"/>
                        </a:cubicBezTo>
                        <a:cubicBezTo>
                          <a:pt x="277581" y="23175"/>
                          <a:pt x="274628" y="25270"/>
                          <a:pt x="271580" y="27270"/>
                        </a:cubicBezTo>
                        <a:cubicBezTo>
                          <a:pt x="274247" y="30032"/>
                          <a:pt x="274342" y="34509"/>
                          <a:pt x="271008" y="39653"/>
                        </a:cubicBezTo>
                        <a:cubicBezTo>
                          <a:pt x="265579" y="48035"/>
                          <a:pt x="253387" y="54798"/>
                          <a:pt x="243767" y="54798"/>
                        </a:cubicBezTo>
                        <a:cubicBezTo>
                          <a:pt x="235575" y="54798"/>
                          <a:pt x="231956" y="49940"/>
                          <a:pt x="234337" y="43368"/>
                        </a:cubicBezTo>
                        <a:cubicBezTo>
                          <a:pt x="219859" y="48892"/>
                          <a:pt x="205381" y="54417"/>
                          <a:pt x="190903" y="59941"/>
                        </a:cubicBezTo>
                        <a:cubicBezTo>
                          <a:pt x="186046" y="61751"/>
                          <a:pt x="180997" y="63656"/>
                          <a:pt x="176521" y="64132"/>
                        </a:cubicBezTo>
                        <a:cubicBezTo>
                          <a:pt x="165948" y="65180"/>
                          <a:pt x="162233" y="57084"/>
                          <a:pt x="166424" y="48511"/>
                        </a:cubicBezTo>
                        <a:cubicBezTo>
                          <a:pt x="168710" y="43844"/>
                          <a:pt x="172806" y="39177"/>
                          <a:pt x="177663" y="34795"/>
                        </a:cubicBezTo>
                        <a:cubicBezTo>
                          <a:pt x="121561" y="58512"/>
                          <a:pt x="64316" y="88897"/>
                          <a:pt x="21263" y="128617"/>
                        </a:cubicBezTo>
                        <a:cubicBezTo>
                          <a:pt x="10119" y="138903"/>
                          <a:pt x="-550" y="151000"/>
                          <a:pt x="22" y="160334"/>
                        </a:cubicBezTo>
                        <a:cubicBezTo>
                          <a:pt x="498" y="168145"/>
                          <a:pt x="9166" y="171955"/>
                          <a:pt x="19644" y="172146"/>
                        </a:cubicBezTo>
                        <a:cubicBezTo>
                          <a:pt x="30121" y="172336"/>
                          <a:pt x="42313" y="169383"/>
                          <a:pt x="54219" y="166526"/>
                        </a:cubicBezTo>
                        <a:cubicBezTo>
                          <a:pt x="105178" y="154239"/>
                          <a:pt x="158328" y="141190"/>
                          <a:pt x="208524" y="113758"/>
                        </a:cubicBezTo>
                        <a:cubicBezTo>
                          <a:pt x="230622" y="101756"/>
                          <a:pt x="251958" y="88040"/>
                          <a:pt x="273580" y="74705"/>
                        </a:cubicBezTo>
                        <a:cubicBezTo>
                          <a:pt x="273294" y="74514"/>
                          <a:pt x="273009" y="74610"/>
                          <a:pt x="272628" y="7461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53" name="Forme libre : forme 17852">
                    <a:extLst>
                      <a:ext uri="{FF2B5EF4-FFF2-40B4-BE49-F238E27FC236}">
                        <a16:creationId xmlns:a16="http://schemas.microsoft.com/office/drawing/2014/main" id="{78588F93-1B6E-4968-B137-DF2B4C67C7C4}"/>
                      </a:ext>
                    </a:extLst>
                  </p:cNvPr>
                  <p:cNvSpPr/>
                  <p:nvPr/>
                </p:nvSpPr>
                <p:spPr>
                  <a:xfrm>
                    <a:off x="3391435" y="4840386"/>
                    <a:ext cx="93325" cy="76172"/>
                  </a:xfrm>
                  <a:custGeom>
                    <a:avLst/>
                    <a:gdLst>
                      <a:gd name="connsiteX0" fmla="*/ 84717 w 93325"/>
                      <a:gd name="connsiteY0" fmla="*/ 27651 h 76172"/>
                      <a:gd name="connsiteX1" fmla="*/ 83384 w 93325"/>
                      <a:gd name="connsiteY1" fmla="*/ 28 h 76172"/>
                      <a:gd name="connsiteX2" fmla="*/ 9565 w 93325"/>
                      <a:gd name="connsiteY2" fmla="*/ 47653 h 76172"/>
                      <a:gd name="connsiteX3" fmla="*/ 31949 w 93325"/>
                      <a:gd name="connsiteY3" fmla="*/ 71466 h 76172"/>
                      <a:gd name="connsiteX4" fmla="*/ 84717 w 93325"/>
                      <a:gd name="connsiteY4" fmla="*/ 27651 h 76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325" h="76172">
                        <a:moveTo>
                          <a:pt x="84717" y="27651"/>
                        </a:moveTo>
                        <a:cubicBezTo>
                          <a:pt x="93099" y="15745"/>
                          <a:pt x="99481" y="886"/>
                          <a:pt x="83384" y="28"/>
                        </a:cubicBezTo>
                        <a:cubicBezTo>
                          <a:pt x="62333" y="-1115"/>
                          <a:pt x="23090" y="32509"/>
                          <a:pt x="9565" y="47653"/>
                        </a:cubicBezTo>
                        <a:cubicBezTo>
                          <a:pt x="-9771" y="69275"/>
                          <a:pt x="1469" y="84230"/>
                          <a:pt x="31949" y="71466"/>
                        </a:cubicBezTo>
                        <a:cubicBezTo>
                          <a:pt x="52428" y="62894"/>
                          <a:pt x="74240" y="42510"/>
                          <a:pt x="84717" y="2765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54" name="Forme libre : forme 17853">
                    <a:extLst>
                      <a:ext uri="{FF2B5EF4-FFF2-40B4-BE49-F238E27FC236}">
                        <a16:creationId xmlns:a16="http://schemas.microsoft.com/office/drawing/2014/main" id="{485C4DB9-E2D7-468A-AAA8-69071E331291}"/>
                      </a:ext>
                    </a:extLst>
                  </p:cNvPr>
                  <p:cNvSpPr/>
                  <p:nvPr/>
                </p:nvSpPr>
                <p:spPr>
                  <a:xfrm>
                    <a:off x="3872770" y="4427178"/>
                    <a:ext cx="257940" cy="188456"/>
                  </a:xfrm>
                  <a:custGeom>
                    <a:avLst/>
                    <a:gdLst>
                      <a:gd name="connsiteX0" fmla="*/ 17243 w 257940"/>
                      <a:gd name="connsiteY0" fmla="*/ 152537 h 188456"/>
                      <a:gd name="connsiteX1" fmla="*/ 956 w 257940"/>
                      <a:gd name="connsiteY1" fmla="*/ 174349 h 188456"/>
                      <a:gd name="connsiteX2" fmla="*/ 9242 w 257940"/>
                      <a:gd name="connsiteY2" fmla="*/ 188446 h 188456"/>
                      <a:gd name="connsiteX3" fmla="*/ 27530 w 257940"/>
                      <a:gd name="connsiteY3" fmla="*/ 183588 h 188456"/>
                      <a:gd name="connsiteX4" fmla="*/ 138020 w 257940"/>
                      <a:gd name="connsiteY4" fmla="*/ 116246 h 188456"/>
                      <a:gd name="connsiteX5" fmla="*/ 176311 w 257940"/>
                      <a:gd name="connsiteY5" fmla="*/ 104436 h 188456"/>
                      <a:gd name="connsiteX6" fmla="*/ 242795 w 257940"/>
                      <a:gd name="connsiteY6" fmla="*/ 43571 h 188456"/>
                      <a:gd name="connsiteX7" fmla="*/ 255368 w 257940"/>
                      <a:gd name="connsiteY7" fmla="*/ 11281 h 188456"/>
                      <a:gd name="connsiteX8" fmla="*/ 243938 w 257940"/>
                      <a:gd name="connsiteY8" fmla="*/ 9852 h 188456"/>
                      <a:gd name="connsiteX9" fmla="*/ 255463 w 257940"/>
                      <a:gd name="connsiteY9" fmla="*/ 10995 h 188456"/>
                      <a:gd name="connsiteX10" fmla="*/ 257940 w 257940"/>
                      <a:gd name="connsiteY10" fmla="*/ 4709 h 188456"/>
                      <a:gd name="connsiteX11" fmla="*/ 203743 w 257940"/>
                      <a:gd name="connsiteY11" fmla="*/ 232 h 188456"/>
                      <a:gd name="connsiteX12" fmla="*/ 189836 w 257940"/>
                      <a:gd name="connsiteY12" fmla="*/ 2708 h 188456"/>
                      <a:gd name="connsiteX13" fmla="*/ 173263 w 257940"/>
                      <a:gd name="connsiteY13" fmla="*/ 14138 h 188456"/>
                      <a:gd name="connsiteX14" fmla="*/ 51248 w 257940"/>
                      <a:gd name="connsiteY14" fmla="*/ 121199 h 188456"/>
                      <a:gd name="connsiteX15" fmla="*/ 17243 w 257940"/>
                      <a:gd name="connsiteY15" fmla="*/ 152537 h 188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57940" h="188456">
                        <a:moveTo>
                          <a:pt x="17243" y="152537"/>
                        </a:moveTo>
                        <a:cubicBezTo>
                          <a:pt x="10290" y="159585"/>
                          <a:pt x="3527" y="167205"/>
                          <a:pt x="956" y="174349"/>
                        </a:cubicBezTo>
                        <a:cubicBezTo>
                          <a:pt x="-1616" y="181493"/>
                          <a:pt x="956" y="188160"/>
                          <a:pt x="9242" y="188446"/>
                        </a:cubicBezTo>
                        <a:cubicBezTo>
                          <a:pt x="14576" y="188636"/>
                          <a:pt x="21244" y="186350"/>
                          <a:pt x="27530" y="183588"/>
                        </a:cubicBezTo>
                        <a:cubicBezTo>
                          <a:pt x="66869" y="166253"/>
                          <a:pt x="98492" y="131105"/>
                          <a:pt x="138020" y="116246"/>
                        </a:cubicBezTo>
                        <a:cubicBezTo>
                          <a:pt x="150879" y="111389"/>
                          <a:pt x="163452" y="109198"/>
                          <a:pt x="176311" y="104436"/>
                        </a:cubicBezTo>
                        <a:cubicBezTo>
                          <a:pt x="207458" y="92910"/>
                          <a:pt x="236985" y="65954"/>
                          <a:pt x="242795" y="43571"/>
                        </a:cubicBezTo>
                        <a:lnTo>
                          <a:pt x="255368" y="11281"/>
                        </a:lnTo>
                        <a:cubicBezTo>
                          <a:pt x="251558" y="11281"/>
                          <a:pt x="247653" y="10805"/>
                          <a:pt x="243938" y="9852"/>
                        </a:cubicBezTo>
                        <a:cubicBezTo>
                          <a:pt x="247844" y="9852"/>
                          <a:pt x="251654" y="10328"/>
                          <a:pt x="255463" y="10995"/>
                        </a:cubicBezTo>
                        <a:lnTo>
                          <a:pt x="257940" y="4709"/>
                        </a:lnTo>
                        <a:cubicBezTo>
                          <a:pt x="241748" y="899"/>
                          <a:pt x="223460" y="-625"/>
                          <a:pt x="203743" y="232"/>
                        </a:cubicBezTo>
                        <a:cubicBezTo>
                          <a:pt x="199361" y="422"/>
                          <a:pt x="194694" y="803"/>
                          <a:pt x="189836" y="2708"/>
                        </a:cubicBezTo>
                        <a:cubicBezTo>
                          <a:pt x="183645" y="5185"/>
                          <a:pt x="178216" y="9852"/>
                          <a:pt x="173263" y="14138"/>
                        </a:cubicBezTo>
                        <a:cubicBezTo>
                          <a:pt x="132591" y="49857"/>
                          <a:pt x="91919" y="85481"/>
                          <a:pt x="51248" y="121199"/>
                        </a:cubicBezTo>
                        <a:cubicBezTo>
                          <a:pt x="39532" y="131582"/>
                          <a:pt x="27816" y="141869"/>
                          <a:pt x="17243" y="15253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55" name="Forme libre : forme 17854">
                    <a:extLst>
                      <a:ext uri="{FF2B5EF4-FFF2-40B4-BE49-F238E27FC236}">
                        <a16:creationId xmlns:a16="http://schemas.microsoft.com/office/drawing/2014/main" id="{D1DE925B-6F20-4DE1-BEB6-BE266876A6F9}"/>
                      </a:ext>
                    </a:extLst>
                  </p:cNvPr>
                  <p:cNvSpPr/>
                  <p:nvPr/>
                </p:nvSpPr>
                <p:spPr>
                  <a:xfrm>
                    <a:off x="4116709" y="4437030"/>
                    <a:ext cx="11525" cy="1428"/>
                  </a:xfrm>
                  <a:custGeom>
                    <a:avLst/>
                    <a:gdLst>
                      <a:gd name="connsiteX0" fmla="*/ 11430 w 11525"/>
                      <a:gd name="connsiteY0" fmla="*/ 1429 h 1428"/>
                      <a:gd name="connsiteX1" fmla="*/ 11525 w 11525"/>
                      <a:gd name="connsiteY1" fmla="*/ 1143 h 1428"/>
                      <a:gd name="connsiteX2" fmla="*/ 0 w 11525"/>
                      <a:gd name="connsiteY2" fmla="*/ 0 h 1428"/>
                      <a:gd name="connsiteX3" fmla="*/ 11430 w 11525"/>
                      <a:gd name="connsiteY3" fmla="*/ 1429 h 1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525" h="1428">
                        <a:moveTo>
                          <a:pt x="11430" y="1429"/>
                        </a:moveTo>
                        <a:lnTo>
                          <a:pt x="11525" y="1143"/>
                        </a:lnTo>
                        <a:cubicBezTo>
                          <a:pt x="7715" y="476"/>
                          <a:pt x="3905" y="0"/>
                          <a:pt x="0" y="0"/>
                        </a:cubicBezTo>
                        <a:cubicBezTo>
                          <a:pt x="3715" y="953"/>
                          <a:pt x="7525" y="1429"/>
                          <a:pt x="11430" y="142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56" name="Forme libre : forme 17855">
                    <a:extLst>
                      <a:ext uri="{FF2B5EF4-FFF2-40B4-BE49-F238E27FC236}">
                        <a16:creationId xmlns:a16="http://schemas.microsoft.com/office/drawing/2014/main" id="{4A9940BF-D895-4119-864E-62EE5E3BB6FC}"/>
                      </a:ext>
                    </a:extLst>
                  </p:cNvPr>
                  <p:cNvSpPr/>
                  <p:nvPr/>
                </p:nvSpPr>
                <p:spPr>
                  <a:xfrm>
                    <a:off x="3856920" y="4570380"/>
                    <a:ext cx="292269" cy="168701"/>
                  </a:xfrm>
                  <a:custGeom>
                    <a:avLst/>
                    <a:gdLst>
                      <a:gd name="connsiteX0" fmla="*/ 263504 w 292269"/>
                      <a:gd name="connsiteY0" fmla="*/ 90392 h 168701"/>
                      <a:gd name="connsiteX1" fmla="*/ 271314 w 292269"/>
                      <a:gd name="connsiteY1" fmla="*/ 80582 h 168701"/>
                      <a:gd name="connsiteX2" fmla="*/ 268266 w 292269"/>
                      <a:gd name="connsiteY2" fmla="*/ 81820 h 168701"/>
                      <a:gd name="connsiteX3" fmla="*/ 228261 w 292269"/>
                      <a:gd name="connsiteY3" fmla="*/ 75629 h 168701"/>
                      <a:gd name="connsiteX4" fmla="*/ 224832 w 292269"/>
                      <a:gd name="connsiteY4" fmla="*/ 59912 h 168701"/>
                      <a:gd name="connsiteX5" fmla="*/ 239215 w 292269"/>
                      <a:gd name="connsiteY5" fmla="*/ 44101 h 168701"/>
                      <a:gd name="connsiteX6" fmla="*/ 283220 w 292269"/>
                      <a:gd name="connsiteY6" fmla="*/ 16193 h 168701"/>
                      <a:gd name="connsiteX7" fmla="*/ 292269 w 292269"/>
                      <a:gd name="connsiteY7" fmla="*/ 12478 h 168701"/>
                      <a:gd name="connsiteX8" fmla="*/ 280934 w 292269"/>
                      <a:gd name="connsiteY8" fmla="*/ 0 h 168701"/>
                      <a:gd name="connsiteX9" fmla="*/ 102341 w 292269"/>
                      <a:gd name="connsiteY9" fmla="*/ 71533 h 168701"/>
                      <a:gd name="connsiteX10" fmla="*/ 41190 w 292269"/>
                      <a:gd name="connsiteY10" fmla="*/ 91631 h 168701"/>
                      <a:gd name="connsiteX11" fmla="*/ 42 w 292269"/>
                      <a:gd name="connsiteY11" fmla="*/ 132969 h 168701"/>
                      <a:gd name="connsiteX12" fmla="*/ 23474 w 292269"/>
                      <a:gd name="connsiteY12" fmla="*/ 153829 h 168701"/>
                      <a:gd name="connsiteX13" fmla="*/ 94721 w 292269"/>
                      <a:gd name="connsiteY13" fmla="*/ 168593 h 168701"/>
                      <a:gd name="connsiteX14" fmla="*/ 185113 w 292269"/>
                      <a:gd name="connsiteY14" fmla="*/ 149924 h 168701"/>
                      <a:gd name="connsiteX15" fmla="*/ 263504 w 292269"/>
                      <a:gd name="connsiteY15" fmla="*/ 90392 h 168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92269" h="168701">
                        <a:moveTo>
                          <a:pt x="263504" y="90392"/>
                        </a:moveTo>
                        <a:cubicBezTo>
                          <a:pt x="266266" y="87154"/>
                          <a:pt x="268838" y="83820"/>
                          <a:pt x="271314" y="80582"/>
                        </a:cubicBezTo>
                        <a:cubicBezTo>
                          <a:pt x="270266" y="80963"/>
                          <a:pt x="269314" y="81439"/>
                          <a:pt x="268266" y="81820"/>
                        </a:cubicBezTo>
                        <a:cubicBezTo>
                          <a:pt x="250359" y="88011"/>
                          <a:pt x="235976" y="83439"/>
                          <a:pt x="228261" y="75629"/>
                        </a:cubicBezTo>
                        <a:cubicBezTo>
                          <a:pt x="224451" y="71723"/>
                          <a:pt x="221689" y="66580"/>
                          <a:pt x="224832" y="59912"/>
                        </a:cubicBezTo>
                        <a:cubicBezTo>
                          <a:pt x="227308" y="54483"/>
                          <a:pt x="233309" y="49054"/>
                          <a:pt x="239215" y="44101"/>
                        </a:cubicBezTo>
                        <a:cubicBezTo>
                          <a:pt x="252359" y="33242"/>
                          <a:pt x="267409" y="23336"/>
                          <a:pt x="283220" y="16193"/>
                        </a:cubicBezTo>
                        <a:cubicBezTo>
                          <a:pt x="286078" y="14954"/>
                          <a:pt x="289126" y="13716"/>
                          <a:pt x="292269" y="12478"/>
                        </a:cubicBezTo>
                        <a:lnTo>
                          <a:pt x="280934" y="0"/>
                        </a:lnTo>
                        <a:cubicBezTo>
                          <a:pt x="221689" y="27337"/>
                          <a:pt x="161586" y="55054"/>
                          <a:pt x="102341" y="71533"/>
                        </a:cubicBezTo>
                        <a:cubicBezTo>
                          <a:pt x="82052" y="77153"/>
                          <a:pt x="61383" y="81629"/>
                          <a:pt x="41190" y="91631"/>
                        </a:cubicBezTo>
                        <a:cubicBezTo>
                          <a:pt x="20997" y="101537"/>
                          <a:pt x="995" y="119063"/>
                          <a:pt x="42" y="132969"/>
                        </a:cubicBezTo>
                        <a:cubicBezTo>
                          <a:pt x="-815" y="144685"/>
                          <a:pt x="11567" y="149828"/>
                          <a:pt x="23474" y="153829"/>
                        </a:cubicBezTo>
                        <a:cubicBezTo>
                          <a:pt x="45095" y="161068"/>
                          <a:pt x="67670" y="167640"/>
                          <a:pt x="94721" y="168593"/>
                        </a:cubicBezTo>
                        <a:cubicBezTo>
                          <a:pt x="121676" y="169545"/>
                          <a:pt x="153680" y="164306"/>
                          <a:pt x="185113" y="149924"/>
                        </a:cubicBezTo>
                        <a:cubicBezTo>
                          <a:pt x="215783" y="135636"/>
                          <a:pt x="243882" y="113538"/>
                          <a:pt x="263504" y="9039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57" name="Forme libre : forme 17856">
                    <a:extLst>
                      <a:ext uri="{FF2B5EF4-FFF2-40B4-BE49-F238E27FC236}">
                        <a16:creationId xmlns:a16="http://schemas.microsoft.com/office/drawing/2014/main" id="{4D97B9CC-A5EA-4672-90F3-934E9CAAFD51}"/>
                      </a:ext>
                    </a:extLst>
                  </p:cNvPr>
                  <p:cNvSpPr/>
                  <p:nvPr/>
                </p:nvSpPr>
                <p:spPr>
                  <a:xfrm>
                    <a:off x="4332202" y="4430004"/>
                    <a:ext cx="183413" cy="174666"/>
                  </a:xfrm>
                  <a:custGeom>
                    <a:avLst/>
                    <a:gdLst>
                      <a:gd name="connsiteX0" fmla="*/ 110547 w 183413"/>
                      <a:gd name="connsiteY0" fmla="*/ 359 h 174666"/>
                      <a:gd name="connsiteX1" fmla="*/ 102927 w 183413"/>
                      <a:gd name="connsiteY1" fmla="*/ 6550 h 174666"/>
                      <a:gd name="connsiteX2" fmla="*/ 15011 w 183413"/>
                      <a:gd name="connsiteY2" fmla="*/ 123993 h 174666"/>
                      <a:gd name="connsiteX3" fmla="*/ 152 w 183413"/>
                      <a:gd name="connsiteY3" fmla="*/ 153140 h 174666"/>
                      <a:gd name="connsiteX4" fmla="*/ 28918 w 183413"/>
                      <a:gd name="connsiteY4" fmla="*/ 174666 h 174666"/>
                      <a:gd name="connsiteX5" fmla="*/ 87211 w 183413"/>
                      <a:gd name="connsiteY5" fmla="*/ 158474 h 174666"/>
                      <a:gd name="connsiteX6" fmla="*/ 145599 w 183413"/>
                      <a:gd name="connsiteY6" fmla="*/ 118945 h 174666"/>
                      <a:gd name="connsiteX7" fmla="*/ 172745 w 183413"/>
                      <a:gd name="connsiteY7" fmla="*/ 73415 h 174666"/>
                      <a:gd name="connsiteX8" fmla="*/ 183414 w 183413"/>
                      <a:gd name="connsiteY8" fmla="*/ 40649 h 174666"/>
                      <a:gd name="connsiteX9" fmla="*/ 176936 w 183413"/>
                      <a:gd name="connsiteY9" fmla="*/ 17980 h 174666"/>
                      <a:gd name="connsiteX10" fmla="*/ 116357 w 183413"/>
                      <a:gd name="connsiteY10" fmla="*/ 549 h 174666"/>
                      <a:gd name="connsiteX11" fmla="*/ 110547 w 183413"/>
                      <a:gd name="connsiteY11" fmla="*/ 359 h 174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83413" h="174666">
                        <a:moveTo>
                          <a:pt x="110547" y="359"/>
                        </a:moveTo>
                        <a:cubicBezTo>
                          <a:pt x="107309" y="1406"/>
                          <a:pt x="104832" y="4169"/>
                          <a:pt x="102927" y="6550"/>
                        </a:cubicBezTo>
                        <a:cubicBezTo>
                          <a:pt x="71685" y="45507"/>
                          <a:pt x="42348" y="84655"/>
                          <a:pt x="15011" y="123993"/>
                        </a:cubicBezTo>
                        <a:cubicBezTo>
                          <a:pt x="8153" y="133804"/>
                          <a:pt x="1200" y="144091"/>
                          <a:pt x="152" y="153140"/>
                        </a:cubicBezTo>
                        <a:cubicBezTo>
                          <a:pt x="-1562" y="166951"/>
                          <a:pt x="11392" y="174761"/>
                          <a:pt x="28918" y="174666"/>
                        </a:cubicBezTo>
                        <a:cubicBezTo>
                          <a:pt x="46349" y="174571"/>
                          <a:pt x="67399" y="167618"/>
                          <a:pt x="87211" y="158474"/>
                        </a:cubicBezTo>
                        <a:cubicBezTo>
                          <a:pt x="108833" y="148377"/>
                          <a:pt x="130454" y="134947"/>
                          <a:pt x="145599" y="118945"/>
                        </a:cubicBezTo>
                        <a:cubicBezTo>
                          <a:pt x="159601" y="104086"/>
                          <a:pt x="167030" y="88369"/>
                          <a:pt x="172745" y="73415"/>
                        </a:cubicBezTo>
                        <a:cubicBezTo>
                          <a:pt x="177031" y="62366"/>
                          <a:pt x="180556" y="51412"/>
                          <a:pt x="183414" y="40649"/>
                        </a:cubicBezTo>
                        <a:lnTo>
                          <a:pt x="176936" y="17980"/>
                        </a:lnTo>
                        <a:cubicBezTo>
                          <a:pt x="156743" y="12169"/>
                          <a:pt x="136550" y="6359"/>
                          <a:pt x="116357" y="549"/>
                        </a:cubicBezTo>
                        <a:cubicBezTo>
                          <a:pt x="114547" y="73"/>
                          <a:pt x="112738" y="-308"/>
                          <a:pt x="110547" y="35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58" name="Forme libre : forme 17857">
                    <a:extLst>
                      <a:ext uri="{FF2B5EF4-FFF2-40B4-BE49-F238E27FC236}">
                        <a16:creationId xmlns:a16="http://schemas.microsoft.com/office/drawing/2014/main" id="{719FB3A2-A35E-4E43-B237-2D07A6E030D3}"/>
                      </a:ext>
                    </a:extLst>
                  </p:cNvPr>
                  <p:cNvSpPr/>
                  <p:nvPr/>
                </p:nvSpPr>
                <p:spPr>
                  <a:xfrm>
                    <a:off x="3921109" y="4784812"/>
                    <a:ext cx="170761" cy="77319"/>
                  </a:xfrm>
                  <a:custGeom>
                    <a:avLst/>
                    <a:gdLst>
                      <a:gd name="connsiteX0" fmla="*/ 166834 w 170761"/>
                      <a:gd name="connsiteY0" fmla="*/ 31028 h 77319"/>
                      <a:gd name="connsiteX1" fmla="*/ 84729 w 170761"/>
                      <a:gd name="connsiteY1" fmla="*/ 4167 h 77319"/>
                      <a:gd name="connsiteX2" fmla="*/ 39771 w 170761"/>
                      <a:gd name="connsiteY2" fmla="*/ 16835 h 77319"/>
                      <a:gd name="connsiteX3" fmla="*/ 15768 w 170761"/>
                      <a:gd name="connsiteY3" fmla="*/ 36171 h 77319"/>
                      <a:gd name="connsiteX4" fmla="*/ 433 w 170761"/>
                      <a:gd name="connsiteY4" fmla="*/ 59317 h 77319"/>
                      <a:gd name="connsiteX5" fmla="*/ 11577 w 170761"/>
                      <a:gd name="connsiteY5" fmla="*/ 77319 h 77319"/>
                      <a:gd name="connsiteX6" fmla="*/ 13672 w 170761"/>
                      <a:gd name="connsiteY6" fmla="*/ 75509 h 77319"/>
                      <a:gd name="connsiteX7" fmla="*/ 57678 w 170761"/>
                      <a:gd name="connsiteY7" fmla="*/ 47601 h 77319"/>
                      <a:gd name="connsiteX8" fmla="*/ 105493 w 170761"/>
                      <a:gd name="connsiteY8" fmla="*/ 40076 h 77319"/>
                      <a:gd name="connsiteX9" fmla="*/ 115590 w 170761"/>
                      <a:gd name="connsiteY9" fmla="*/ 60270 h 77319"/>
                      <a:gd name="connsiteX10" fmla="*/ 121019 w 170761"/>
                      <a:gd name="connsiteY10" fmla="*/ 59603 h 77319"/>
                      <a:gd name="connsiteX11" fmla="*/ 131116 w 170761"/>
                      <a:gd name="connsiteY11" fmla="*/ 66365 h 77319"/>
                      <a:gd name="connsiteX12" fmla="*/ 166834 w 170761"/>
                      <a:gd name="connsiteY12" fmla="*/ 31028 h 77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0761" h="77319">
                        <a:moveTo>
                          <a:pt x="166834" y="31028"/>
                        </a:moveTo>
                        <a:cubicBezTo>
                          <a:pt x="187694" y="-10120"/>
                          <a:pt x="120352" y="71"/>
                          <a:pt x="84729" y="4167"/>
                        </a:cubicBezTo>
                        <a:cubicBezTo>
                          <a:pt x="70346" y="5882"/>
                          <a:pt x="54535" y="8454"/>
                          <a:pt x="39771" y="16835"/>
                        </a:cubicBezTo>
                        <a:cubicBezTo>
                          <a:pt x="30532" y="22074"/>
                          <a:pt x="22626" y="29123"/>
                          <a:pt x="15768" y="36171"/>
                        </a:cubicBezTo>
                        <a:cubicBezTo>
                          <a:pt x="8529" y="43791"/>
                          <a:pt x="2052" y="51983"/>
                          <a:pt x="433" y="59317"/>
                        </a:cubicBezTo>
                        <a:cubicBezTo>
                          <a:pt x="-1568" y="68175"/>
                          <a:pt x="3576" y="73795"/>
                          <a:pt x="11577" y="77319"/>
                        </a:cubicBezTo>
                        <a:cubicBezTo>
                          <a:pt x="12339" y="76748"/>
                          <a:pt x="13006" y="76081"/>
                          <a:pt x="13672" y="75509"/>
                        </a:cubicBezTo>
                        <a:cubicBezTo>
                          <a:pt x="26817" y="64651"/>
                          <a:pt x="41866" y="54745"/>
                          <a:pt x="57678" y="47601"/>
                        </a:cubicBezTo>
                        <a:cubicBezTo>
                          <a:pt x="73394" y="40553"/>
                          <a:pt x="96444" y="33504"/>
                          <a:pt x="105493" y="40076"/>
                        </a:cubicBezTo>
                        <a:cubicBezTo>
                          <a:pt x="111303" y="44267"/>
                          <a:pt x="117400" y="51506"/>
                          <a:pt x="115590" y="60270"/>
                        </a:cubicBezTo>
                        <a:cubicBezTo>
                          <a:pt x="117400" y="59888"/>
                          <a:pt x="119305" y="59603"/>
                          <a:pt x="121019" y="59603"/>
                        </a:cubicBezTo>
                        <a:cubicBezTo>
                          <a:pt x="127115" y="59603"/>
                          <a:pt x="130639" y="62270"/>
                          <a:pt x="131116" y="66365"/>
                        </a:cubicBezTo>
                        <a:cubicBezTo>
                          <a:pt x="146070" y="58269"/>
                          <a:pt x="158833" y="46839"/>
                          <a:pt x="166834" y="3102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59" name="Forme libre : forme 17858">
                    <a:extLst>
                      <a:ext uri="{FF2B5EF4-FFF2-40B4-BE49-F238E27FC236}">
                        <a16:creationId xmlns:a16="http://schemas.microsoft.com/office/drawing/2014/main" id="{DF7EE5BF-7BE0-497F-AB1D-EBF420DFD8D4}"/>
                      </a:ext>
                    </a:extLst>
                  </p:cNvPr>
                  <p:cNvSpPr/>
                  <p:nvPr/>
                </p:nvSpPr>
                <p:spPr>
                  <a:xfrm>
                    <a:off x="4229076" y="4669922"/>
                    <a:ext cx="166049" cy="88482"/>
                  </a:xfrm>
                  <a:custGeom>
                    <a:avLst/>
                    <a:gdLst>
                      <a:gd name="connsiteX0" fmla="*/ 85563 w 166049"/>
                      <a:gd name="connsiteY0" fmla="*/ 58002 h 88482"/>
                      <a:gd name="connsiteX1" fmla="*/ 110423 w 166049"/>
                      <a:gd name="connsiteY1" fmla="*/ 33808 h 88482"/>
                      <a:gd name="connsiteX2" fmla="*/ 150428 w 166049"/>
                      <a:gd name="connsiteY2" fmla="*/ 14092 h 88482"/>
                      <a:gd name="connsiteX3" fmla="*/ 166049 w 166049"/>
                      <a:gd name="connsiteY3" fmla="*/ 9520 h 88482"/>
                      <a:gd name="connsiteX4" fmla="*/ 29937 w 166049"/>
                      <a:gd name="connsiteY4" fmla="*/ 44000 h 88482"/>
                      <a:gd name="connsiteX5" fmla="*/ 790 w 166049"/>
                      <a:gd name="connsiteY5" fmla="*/ 71242 h 88482"/>
                      <a:gd name="connsiteX6" fmla="*/ 23174 w 166049"/>
                      <a:gd name="connsiteY6" fmla="*/ 88482 h 88482"/>
                      <a:gd name="connsiteX7" fmla="*/ 87372 w 166049"/>
                      <a:gd name="connsiteY7" fmla="*/ 71908 h 88482"/>
                      <a:gd name="connsiteX8" fmla="*/ 85563 w 166049"/>
                      <a:gd name="connsiteY8" fmla="*/ 58002 h 88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6049" h="88482">
                        <a:moveTo>
                          <a:pt x="85563" y="58002"/>
                        </a:moveTo>
                        <a:cubicBezTo>
                          <a:pt x="89849" y="49429"/>
                          <a:pt x="99850" y="40857"/>
                          <a:pt x="110423" y="33808"/>
                        </a:cubicBezTo>
                        <a:cubicBezTo>
                          <a:pt x="122901" y="25522"/>
                          <a:pt x="136712" y="18759"/>
                          <a:pt x="150428" y="14092"/>
                        </a:cubicBezTo>
                        <a:cubicBezTo>
                          <a:pt x="154714" y="12568"/>
                          <a:pt x="160239" y="10948"/>
                          <a:pt x="166049" y="9520"/>
                        </a:cubicBezTo>
                        <a:cubicBezTo>
                          <a:pt x="157572" y="-19436"/>
                          <a:pt x="60703" y="25141"/>
                          <a:pt x="29937" y="44000"/>
                        </a:cubicBezTo>
                        <a:cubicBezTo>
                          <a:pt x="17459" y="51620"/>
                          <a:pt x="4219" y="61526"/>
                          <a:pt x="790" y="71242"/>
                        </a:cubicBezTo>
                        <a:cubicBezTo>
                          <a:pt x="-3305" y="83053"/>
                          <a:pt x="9172" y="88482"/>
                          <a:pt x="23174" y="88482"/>
                        </a:cubicBezTo>
                        <a:cubicBezTo>
                          <a:pt x="35461" y="88482"/>
                          <a:pt x="61179" y="81910"/>
                          <a:pt x="87372" y="71908"/>
                        </a:cubicBezTo>
                        <a:cubicBezTo>
                          <a:pt x="83467" y="68956"/>
                          <a:pt x="82801" y="63622"/>
                          <a:pt x="85563" y="5800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60" name="Forme libre : forme 17859">
                    <a:extLst>
                      <a:ext uri="{FF2B5EF4-FFF2-40B4-BE49-F238E27FC236}">
                        <a16:creationId xmlns:a16="http://schemas.microsoft.com/office/drawing/2014/main" id="{095D212D-B535-430C-9ACF-7082BF08A0B1}"/>
                      </a:ext>
                    </a:extLst>
                  </p:cNvPr>
                  <p:cNvSpPr/>
                  <p:nvPr/>
                </p:nvSpPr>
                <p:spPr>
                  <a:xfrm>
                    <a:off x="4084219" y="4812125"/>
                    <a:ext cx="213274" cy="143492"/>
                  </a:xfrm>
                  <a:custGeom>
                    <a:avLst/>
                    <a:gdLst>
                      <a:gd name="connsiteX0" fmla="*/ 150790 w 213274"/>
                      <a:gd name="connsiteY0" fmla="*/ 75914 h 143492"/>
                      <a:gd name="connsiteX1" fmla="*/ 211464 w 213274"/>
                      <a:gd name="connsiteY1" fmla="*/ 20479 h 143492"/>
                      <a:gd name="connsiteX2" fmla="*/ 213274 w 213274"/>
                      <a:gd name="connsiteY2" fmla="*/ 0 h 143492"/>
                      <a:gd name="connsiteX3" fmla="*/ 193938 w 213274"/>
                      <a:gd name="connsiteY3" fmla="*/ 6096 h 143492"/>
                      <a:gd name="connsiteX4" fmla="*/ 187461 w 213274"/>
                      <a:gd name="connsiteY4" fmla="*/ 28670 h 143492"/>
                      <a:gd name="connsiteX5" fmla="*/ 170983 w 213274"/>
                      <a:gd name="connsiteY5" fmla="*/ 39719 h 143492"/>
                      <a:gd name="connsiteX6" fmla="*/ 122501 w 213274"/>
                      <a:gd name="connsiteY6" fmla="*/ 69533 h 143492"/>
                      <a:gd name="connsiteX7" fmla="*/ 82496 w 213274"/>
                      <a:gd name="connsiteY7" fmla="*/ 63341 h 143492"/>
                      <a:gd name="connsiteX8" fmla="*/ 77733 w 213274"/>
                      <a:gd name="connsiteY8" fmla="*/ 53530 h 143492"/>
                      <a:gd name="connsiteX9" fmla="*/ 60398 w 213274"/>
                      <a:gd name="connsiteY9" fmla="*/ 66199 h 143492"/>
                      <a:gd name="connsiteX10" fmla="*/ 15059 w 213274"/>
                      <a:gd name="connsiteY10" fmla="*/ 102203 h 143492"/>
                      <a:gd name="connsiteX11" fmla="*/ 3438 w 213274"/>
                      <a:gd name="connsiteY11" fmla="*/ 139065 h 143492"/>
                      <a:gd name="connsiteX12" fmla="*/ 35347 w 213274"/>
                      <a:gd name="connsiteY12" fmla="*/ 141066 h 143492"/>
                      <a:gd name="connsiteX13" fmla="*/ 74685 w 213274"/>
                      <a:gd name="connsiteY13" fmla="*/ 124682 h 143492"/>
                      <a:gd name="connsiteX14" fmla="*/ 150790 w 213274"/>
                      <a:gd name="connsiteY14" fmla="*/ 75914 h 143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13274" h="143492">
                        <a:moveTo>
                          <a:pt x="150790" y="75914"/>
                        </a:moveTo>
                        <a:cubicBezTo>
                          <a:pt x="171174" y="57150"/>
                          <a:pt x="185842" y="34480"/>
                          <a:pt x="211464" y="20479"/>
                        </a:cubicBezTo>
                        <a:lnTo>
                          <a:pt x="213274" y="0"/>
                        </a:lnTo>
                        <a:cubicBezTo>
                          <a:pt x="206797" y="2477"/>
                          <a:pt x="200320" y="4382"/>
                          <a:pt x="193938" y="6096"/>
                        </a:cubicBezTo>
                        <a:cubicBezTo>
                          <a:pt x="197082" y="12383"/>
                          <a:pt x="196891" y="20193"/>
                          <a:pt x="187461" y="28670"/>
                        </a:cubicBezTo>
                        <a:cubicBezTo>
                          <a:pt x="182794" y="32957"/>
                          <a:pt x="176698" y="36195"/>
                          <a:pt x="170983" y="39719"/>
                        </a:cubicBezTo>
                        <a:cubicBezTo>
                          <a:pt x="154695" y="49816"/>
                          <a:pt x="139932" y="63532"/>
                          <a:pt x="122501" y="69533"/>
                        </a:cubicBezTo>
                        <a:cubicBezTo>
                          <a:pt x="104594" y="75724"/>
                          <a:pt x="90211" y="71152"/>
                          <a:pt x="82496" y="63341"/>
                        </a:cubicBezTo>
                        <a:cubicBezTo>
                          <a:pt x="79924" y="60674"/>
                          <a:pt x="77829" y="57436"/>
                          <a:pt x="77733" y="53530"/>
                        </a:cubicBezTo>
                        <a:cubicBezTo>
                          <a:pt x="71923" y="57721"/>
                          <a:pt x="66208" y="62008"/>
                          <a:pt x="60398" y="66199"/>
                        </a:cubicBezTo>
                        <a:cubicBezTo>
                          <a:pt x="44491" y="77724"/>
                          <a:pt x="27537" y="88963"/>
                          <a:pt x="15059" y="102203"/>
                        </a:cubicBezTo>
                        <a:cubicBezTo>
                          <a:pt x="2486" y="115443"/>
                          <a:pt x="-4658" y="131445"/>
                          <a:pt x="3438" y="139065"/>
                        </a:cubicBezTo>
                        <a:cubicBezTo>
                          <a:pt x="9344" y="144685"/>
                          <a:pt x="22298" y="144494"/>
                          <a:pt x="35347" y="141066"/>
                        </a:cubicBezTo>
                        <a:cubicBezTo>
                          <a:pt x="48396" y="137636"/>
                          <a:pt x="61731" y="131159"/>
                          <a:pt x="74685" y="124682"/>
                        </a:cubicBezTo>
                        <a:cubicBezTo>
                          <a:pt x="101832" y="110966"/>
                          <a:pt x="129549" y="95536"/>
                          <a:pt x="150790" y="7591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61" name="Forme libre : forme 17860">
                    <a:extLst>
                      <a:ext uri="{FF2B5EF4-FFF2-40B4-BE49-F238E27FC236}">
                        <a16:creationId xmlns:a16="http://schemas.microsoft.com/office/drawing/2014/main" id="{6C6A9EE6-7BE9-4309-BF47-C0E3CBF16C97}"/>
                      </a:ext>
                    </a:extLst>
                  </p:cNvPr>
                  <p:cNvSpPr/>
                  <p:nvPr/>
                </p:nvSpPr>
                <p:spPr>
                  <a:xfrm>
                    <a:off x="4274544" y="4776069"/>
                    <a:ext cx="244486" cy="170136"/>
                  </a:xfrm>
                  <a:custGeom>
                    <a:avLst/>
                    <a:gdLst>
                      <a:gd name="connsiteX0" fmla="*/ 8948 w 244486"/>
                      <a:gd name="connsiteY0" fmla="*/ 169311 h 170136"/>
                      <a:gd name="connsiteX1" fmla="*/ 31522 w 244486"/>
                      <a:gd name="connsiteY1" fmla="*/ 168168 h 170136"/>
                      <a:gd name="connsiteX2" fmla="*/ 216688 w 244486"/>
                      <a:gd name="connsiteY2" fmla="*/ 61393 h 170136"/>
                      <a:gd name="connsiteX3" fmla="*/ 159062 w 244486"/>
                      <a:gd name="connsiteY3" fmla="*/ 83300 h 170136"/>
                      <a:gd name="connsiteX4" fmla="*/ 144679 w 244486"/>
                      <a:gd name="connsiteY4" fmla="*/ 87491 h 170136"/>
                      <a:gd name="connsiteX5" fmla="*/ 134582 w 244486"/>
                      <a:gd name="connsiteY5" fmla="*/ 71870 h 170136"/>
                      <a:gd name="connsiteX6" fmla="*/ 159443 w 244486"/>
                      <a:gd name="connsiteY6" fmla="*/ 47677 h 170136"/>
                      <a:gd name="connsiteX7" fmla="*/ 199448 w 244486"/>
                      <a:gd name="connsiteY7" fmla="*/ 27960 h 170136"/>
                      <a:gd name="connsiteX8" fmla="*/ 244025 w 244486"/>
                      <a:gd name="connsiteY8" fmla="*/ 19483 h 170136"/>
                      <a:gd name="connsiteX9" fmla="*/ 227070 w 244486"/>
                      <a:gd name="connsiteY9" fmla="*/ 337 h 170136"/>
                      <a:gd name="connsiteX10" fmla="*/ 119628 w 244486"/>
                      <a:gd name="connsiteY10" fmla="*/ 40914 h 170136"/>
                      <a:gd name="connsiteX11" fmla="*/ 17330 w 244486"/>
                      <a:gd name="connsiteY11" fmla="*/ 125115 h 170136"/>
                      <a:gd name="connsiteX12" fmla="*/ 947 w 244486"/>
                      <a:gd name="connsiteY12" fmla="*/ 151118 h 170136"/>
                      <a:gd name="connsiteX13" fmla="*/ 8948 w 244486"/>
                      <a:gd name="connsiteY13" fmla="*/ 169311 h 170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44486" h="170136">
                        <a:moveTo>
                          <a:pt x="8948" y="169311"/>
                        </a:moveTo>
                        <a:cubicBezTo>
                          <a:pt x="14948" y="171025"/>
                          <a:pt x="23331" y="169787"/>
                          <a:pt x="31522" y="168168"/>
                        </a:cubicBezTo>
                        <a:cubicBezTo>
                          <a:pt x="97911" y="154737"/>
                          <a:pt x="170492" y="111590"/>
                          <a:pt x="216688" y="61393"/>
                        </a:cubicBezTo>
                        <a:cubicBezTo>
                          <a:pt x="197448" y="68727"/>
                          <a:pt x="178302" y="76061"/>
                          <a:pt x="159062" y="83300"/>
                        </a:cubicBezTo>
                        <a:cubicBezTo>
                          <a:pt x="154204" y="85110"/>
                          <a:pt x="149156" y="87015"/>
                          <a:pt x="144679" y="87491"/>
                        </a:cubicBezTo>
                        <a:cubicBezTo>
                          <a:pt x="134106" y="88539"/>
                          <a:pt x="130391" y="80443"/>
                          <a:pt x="134582" y="71870"/>
                        </a:cubicBezTo>
                        <a:cubicBezTo>
                          <a:pt x="138869" y="63298"/>
                          <a:pt x="148870" y="54725"/>
                          <a:pt x="159443" y="47677"/>
                        </a:cubicBezTo>
                        <a:cubicBezTo>
                          <a:pt x="171920" y="39390"/>
                          <a:pt x="185732" y="32627"/>
                          <a:pt x="199448" y="27960"/>
                        </a:cubicBezTo>
                        <a:cubicBezTo>
                          <a:pt x="211259" y="23864"/>
                          <a:pt x="231452" y="18530"/>
                          <a:pt x="244025" y="19483"/>
                        </a:cubicBezTo>
                        <a:cubicBezTo>
                          <a:pt x="246025" y="9386"/>
                          <a:pt x="241738" y="1766"/>
                          <a:pt x="227070" y="337"/>
                        </a:cubicBezTo>
                        <a:cubicBezTo>
                          <a:pt x="194114" y="-2901"/>
                          <a:pt x="152680" y="17673"/>
                          <a:pt x="119628" y="40914"/>
                        </a:cubicBezTo>
                        <a:cubicBezTo>
                          <a:pt x="82385" y="67012"/>
                          <a:pt x="44000" y="94063"/>
                          <a:pt x="17330" y="125115"/>
                        </a:cubicBezTo>
                        <a:cubicBezTo>
                          <a:pt x="9900" y="133688"/>
                          <a:pt x="3423" y="142736"/>
                          <a:pt x="947" y="151118"/>
                        </a:cubicBezTo>
                        <a:cubicBezTo>
                          <a:pt x="-1530" y="159405"/>
                          <a:pt x="756" y="167025"/>
                          <a:pt x="8948" y="16931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62" name="Forme libre : forme 17861">
                    <a:extLst>
                      <a:ext uri="{FF2B5EF4-FFF2-40B4-BE49-F238E27FC236}">
                        <a16:creationId xmlns:a16="http://schemas.microsoft.com/office/drawing/2014/main" id="{CD106936-E624-4202-AB9B-5899D43263AC}"/>
                      </a:ext>
                    </a:extLst>
                  </p:cNvPr>
                  <p:cNvSpPr/>
                  <p:nvPr/>
                </p:nvSpPr>
                <p:spPr>
                  <a:xfrm>
                    <a:off x="4565712" y="4460598"/>
                    <a:ext cx="221840" cy="219555"/>
                  </a:xfrm>
                  <a:custGeom>
                    <a:avLst/>
                    <a:gdLst>
                      <a:gd name="connsiteX0" fmla="*/ 76301 w 221840"/>
                      <a:gd name="connsiteY0" fmla="*/ 78636 h 219555"/>
                      <a:gd name="connsiteX1" fmla="*/ 20580 w 221840"/>
                      <a:gd name="connsiteY1" fmla="*/ 155407 h 219555"/>
                      <a:gd name="connsiteX2" fmla="*/ 101 w 221840"/>
                      <a:gd name="connsiteY2" fmla="*/ 207605 h 219555"/>
                      <a:gd name="connsiteX3" fmla="*/ 8292 w 221840"/>
                      <a:gd name="connsiteY3" fmla="*/ 219034 h 219555"/>
                      <a:gd name="connsiteX4" fmla="*/ 37058 w 221840"/>
                      <a:gd name="connsiteY4" fmla="*/ 211129 h 219555"/>
                      <a:gd name="connsiteX5" fmla="*/ 62204 w 221840"/>
                      <a:gd name="connsiteY5" fmla="*/ 190364 h 219555"/>
                      <a:gd name="connsiteX6" fmla="*/ 170788 w 221840"/>
                      <a:gd name="connsiteY6" fmla="*/ 86447 h 219555"/>
                      <a:gd name="connsiteX7" fmla="*/ 188410 w 221840"/>
                      <a:gd name="connsiteY7" fmla="*/ 68349 h 219555"/>
                      <a:gd name="connsiteX8" fmla="*/ 157835 w 221840"/>
                      <a:gd name="connsiteY8" fmla="*/ 79970 h 219555"/>
                      <a:gd name="connsiteX9" fmla="*/ 143452 w 221840"/>
                      <a:gd name="connsiteY9" fmla="*/ 84161 h 219555"/>
                      <a:gd name="connsiteX10" fmla="*/ 133355 w 221840"/>
                      <a:gd name="connsiteY10" fmla="*/ 68540 h 219555"/>
                      <a:gd name="connsiteX11" fmla="*/ 158216 w 221840"/>
                      <a:gd name="connsiteY11" fmla="*/ 44346 h 219555"/>
                      <a:gd name="connsiteX12" fmla="*/ 198221 w 221840"/>
                      <a:gd name="connsiteY12" fmla="*/ 24629 h 219555"/>
                      <a:gd name="connsiteX13" fmla="*/ 221462 w 221840"/>
                      <a:gd name="connsiteY13" fmla="*/ 18248 h 219555"/>
                      <a:gd name="connsiteX14" fmla="*/ 168407 w 221840"/>
                      <a:gd name="connsiteY14" fmla="*/ 6627 h 219555"/>
                      <a:gd name="connsiteX15" fmla="*/ 76301 w 221840"/>
                      <a:gd name="connsiteY15" fmla="*/ 78636 h 219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21840" h="219555">
                        <a:moveTo>
                          <a:pt x="76301" y="78636"/>
                        </a:moveTo>
                        <a:cubicBezTo>
                          <a:pt x="55441" y="104068"/>
                          <a:pt x="36772" y="129785"/>
                          <a:pt x="20580" y="155407"/>
                        </a:cubicBezTo>
                        <a:cubicBezTo>
                          <a:pt x="9245" y="173505"/>
                          <a:pt x="-1138" y="192365"/>
                          <a:pt x="101" y="207605"/>
                        </a:cubicBezTo>
                        <a:cubicBezTo>
                          <a:pt x="577" y="212653"/>
                          <a:pt x="2577" y="217415"/>
                          <a:pt x="8292" y="219034"/>
                        </a:cubicBezTo>
                        <a:cubicBezTo>
                          <a:pt x="15626" y="221035"/>
                          <a:pt x="27533" y="217034"/>
                          <a:pt x="37058" y="211129"/>
                        </a:cubicBezTo>
                        <a:cubicBezTo>
                          <a:pt x="46678" y="205223"/>
                          <a:pt x="54584" y="197698"/>
                          <a:pt x="62204" y="190364"/>
                        </a:cubicBezTo>
                        <a:cubicBezTo>
                          <a:pt x="98303" y="155789"/>
                          <a:pt x="135546" y="121308"/>
                          <a:pt x="170788" y="86447"/>
                        </a:cubicBezTo>
                        <a:cubicBezTo>
                          <a:pt x="176408" y="80827"/>
                          <a:pt x="182505" y="74731"/>
                          <a:pt x="188410" y="68349"/>
                        </a:cubicBezTo>
                        <a:cubicBezTo>
                          <a:pt x="178218" y="72254"/>
                          <a:pt x="168026" y="76159"/>
                          <a:pt x="157835" y="79970"/>
                        </a:cubicBezTo>
                        <a:cubicBezTo>
                          <a:pt x="152977" y="81779"/>
                          <a:pt x="147929" y="83684"/>
                          <a:pt x="143452" y="84161"/>
                        </a:cubicBezTo>
                        <a:cubicBezTo>
                          <a:pt x="132879" y="85208"/>
                          <a:pt x="129164" y="77112"/>
                          <a:pt x="133355" y="68540"/>
                        </a:cubicBezTo>
                        <a:cubicBezTo>
                          <a:pt x="137546" y="59967"/>
                          <a:pt x="147643" y="51395"/>
                          <a:pt x="158216" y="44346"/>
                        </a:cubicBezTo>
                        <a:cubicBezTo>
                          <a:pt x="170694" y="36059"/>
                          <a:pt x="184505" y="29297"/>
                          <a:pt x="198221" y="24629"/>
                        </a:cubicBezTo>
                        <a:cubicBezTo>
                          <a:pt x="204412" y="22534"/>
                          <a:pt x="212985" y="19962"/>
                          <a:pt x="221462" y="18248"/>
                        </a:cubicBezTo>
                        <a:cubicBezTo>
                          <a:pt x="225462" y="-3946"/>
                          <a:pt x="197078" y="-3374"/>
                          <a:pt x="168407" y="6627"/>
                        </a:cubicBezTo>
                        <a:cubicBezTo>
                          <a:pt x="128688" y="20343"/>
                          <a:pt x="99161" y="51014"/>
                          <a:pt x="76301" y="7863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63" name="Forme libre : forme 17862">
                    <a:extLst>
                      <a:ext uri="{FF2B5EF4-FFF2-40B4-BE49-F238E27FC236}">
                        <a16:creationId xmlns:a16="http://schemas.microsoft.com/office/drawing/2014/main" id="{ADD6C6E0-B0AF-4FED-AAC9-63E783C4838B}"/>
                      </a:ext>
                    </a:extLst>
                  </p:cNvPr>
                  <p:cNvSpPr/>
                  <p:nvPr/>
                </p:nvSpPr>
                <p:spPr>
                  <a:xfrm>
                    <a:off x="4863279" y="4588859"/>
                    <a:ext cx="1714" cy="381"/>
                  </a:xfrm>
                  <a:custGeom>
                    <a:avLst/>
                    <a:gdLst>
                      <a:gd name="connsiteX0" fmla="*/ 0 w 1714"/>
                      <a:gd name="connsiteY0" fmla="*/ 0 h 381"/>
                      <a:gd name="connsiteX1" fmla="*/ 571 w 1714"/>
                      <a:gd name="connsiteY1" fmla="*/ 381 h 381"/>
                      <a:gd name="connsiteX2" fmla="*/ 1714 w 1714"/>
                      <a:gd name="connsiteY2" fmla="*/ 0 h 381"/>
                      <a:gd name="connsiteX3" fmla="*/ 0 w 1714"/>
                      <a:gd name="connsiteY3" fmla="*/ 0 h 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14" h="381">
                        <a:moveTo>
                          <a:pt x="0" y="0"/>
                        </a:moveTo>
                        <a:lnTo>
                          <a:pt x="571" y="381"/>
                        </a:lnTo>
                        <a:cubicBezTo>
                          <a:pt x="952" y="286"/>
                          <a:pt x="1333" y="191"/>
                          <a:pt x="1714" y="0"/>
                        </a:cubicBezTo>
                        <a:cubicBezTo>
                          <a:pt x="1143" y="0"/>
                          <a:pt x="57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64" name="Forme libre : forme 17863">
                    <a:extLst>
                      <a:ext uri="{FF2B5EF4-FFF2-40B4-BE49-F238E27FC236}">
                        <a16:creationId xmlns:a16="http://schemas.microsoft.com/office/drawing/2014/main" id="{CE0F9BF8-1738-4306-AD8B-6BDE99886D71}"/>
                      </a:ext>
                    </a:extLst>
                  </p:cNvPr>
                  <p:cNvSpPr/>
                  <p:nvPr/>
                </p:nvSpPr>
                <p:spPr>
                  <a:xfrm>
                    <a:off x="4638839" y="4589144"/>
                    <a:ext cx="251490" cy="184725"/>
                  </a:xfrm>
                  <a:custGeom>
                    <a:avLst/>
                    <a:gdLst>
                      <a:gd name="connsiteX0" fmla="*/ 2317 w 251490"/>
                      <a:gd name="connsiteY0" fmla="*/ 134684 h 184725"/>
                      <a:gd name="connsiteX1" fmla="*/ 1268 w 251490"/>
                      <a:gd name="connsiteY1" fmla="*/ 160211 h 184725"/>
                      <a:gd name="connsiteX2" fmla="*/ 16223 w 251490"/>
                      <a:gd name="connsiteY2" fmla="*/ 182023 h 184725"/>
                      <a:gd name="connsiteX3" fmla="*/ 91661 w 251490"/>
                      <a:gd name="connsiteY3" fmla="*/ 164402 h 184725"/>
                      <a:gd name="connsiteX4" fmla="*/ 145953 w 251490"/>
                      <a:gd name="connsiteY4" fmla="*/ 120682 h 184725"/>
                      <a:gd name="connsiteX5" fmla="*/ 127761 w 251490"/>
                      <a:gd name="connsiteY5" fmla="*/ 112109 h 184725"/>
                      <a:gd name="connsiteX6" fmla="*/ 124332 w 251490"/>
                      <a:gd name="connsiteY6" fmla="*/ 96393 h 184725"/>
                      <a:gd name="connsiteX7" fmla="*/ 138715 w 251490"/>
                      <a:gd name="connsiteY7" fmla="*/ 80582 h 184725"/>
                      <a:gd name="connsiteX8" fmla="*/ 182720 w 251490"/>
                      <a:gd name="connsiteY8" fmla="*/ 52673 h 184725"/>
                      <a:gd name="connsiteX9" fmla="*/ 213581 w 251490"/>
                      <a:gd name="connsiteY9" fmla="*/ 43053 h 184725"/>
                      <a:gd name="connsiteX10" fmla="*/ 211771 w 251490"/>
                      <a:gd name="connsiteY10" fmla="*/ 29051 h 184725"/>
                      <a:gd name="connsiteX11" fmla="*/ 239013 w 251490"/>
                      <a:gd name="connsiteY11" fmla="*/ 13907 h 184725"/>
                      <a:gd name="connsiteX12" fmla="*/ 248728 w 251490"/>
                      <a:gd name="connsiteY12" fmla="*/ 19241 h 184725"/>
                      <a:gd name="connsiteX13" fmla="*/ 251490 w 251490"/>
                      <a:gd name="connsiteY13" fmla="*/ 16478 h 184725"/>
                      <a:gd name="connsiteX14" fmla="*/ 224916 w 251490"/>
                      <a:gd name="connsiteY14" fmla="*/ 0 h 184725"/>
                      <a:gd name="connsiteX15" fmla="*/ 89375 w 251490"/>
                      <a:gd name="connsiteY15" fmla="*/ 55721 h 184725"/>
                      <a:gd name="connsiteX16" fmla="*/ 2317 w 251490"/>
                      <a:gd name="connsiteY16" fmla="*/ 134684 h 184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1490" h="184725">
                        <a:moveTo>
                          <a:pt x="2317" y="134684"/>
                        </a:moveTo>
                        <a:cubicBezTo>
                          <a:pt x="-827" y="144018"/>
                          <a:pt x="-351" y="152495"/>
                          <a:pt x="1268" y="160211"/>
                        </a:cubicBezTo>
                        <a:cubicBezTo>
                          <a:pt x="3173" y="169259"/>
                          <a:pt x="6888" y="177832"/>
                          <a:pt x="16223" y="182023"/>
                        </a:cubicBezTo>
                        <a:cubicBezTo>
                          <a:pt x="33368" y="189738"/>
                          <a:pt x="65848" y="180023"/>
                          <a:pt x="91661" y="164402"/>
                        </a:cubicBezTo>
                        <a:cubicBezTo>
                          <a:pt x="112235" y="151924"/>
                          <a:pt x="129570" y="136493"/>
                          <a:pt x="145953" y="120682"/>
                        </a:cubicBezTo>
                        <a:cubicBezTo>
                          <a:pt x="138238" y="119634"/>
                          <a:pt x="131952" y="116396"/>
                          <a:pt x="127761" y="112109"/>
                        </a:cubicBezTo>
                        <a:cubicBezTo>
                          <a:pt x="123950" y="108204"/>
                          <a:pt x="121188" y="103061"/>
                          <a:pt x="124332" y="96393"/>
                        </a:cubicBezTo>
                        <a:cubicBezTo>
                          <a:pt x="126808" y="90964"/>
                          <a:pt x="132809" y="85535"/>
                          <a:pt x="138715" y="80582"/>
                        </a:cubicBezTo>
                        <a:cubicBezTo>
                          <a:pt x="151859" y="69723"/>
                          <a:pt x="166908" y="59817"/>
                          <a:pt x="182720" y="52673"/>
                        </a:cubicBezTo>
                        <a:cubicBezTo>
                          <a:pt x="191959" y="48578"/>
                          <a:pt x="203675" y="44482"/>
                          <a:pt x="213581" y="43053"/>
                        </a:cubicBezTo>
                        <a:cubicBezTo>
                          <a:pt x="208723" y="40767"/>
                          <a:pt x="207676" y="35433"/>
                          <a:pt x="211771" y="29051"/>
                        </a:cubicBezTo>
                        <a:cubicBezTo>
                          <a:pt x="217201" y="20669"/>
                          <a:pt x="229392" y="13907"/>
                          <a:pt x="239013" y="13907"/>
                        </a:cubicBezTo>
                        <a:cubicBezTo>
                          <a:pt x="244347" y="13907"/>
                          <a:pt x="247680" y="16002"/>
                          <a:pt x="248728" y="19241"/>
                        </a:cubicBezTo>
                        <a:cubicBezTo>
                          <a:pt x="249681" y="18288"/>
                          <a:pt x="250538" y="17431"/>
                          <a:pt x="251490" y="16478"/>
                        </a:cubicBezTo>
                        <a:lnTo>
                          <a:pt x="224916" y="0"/>
                        </a:lnTo>
                        <a:cubicBezTo>
                          <a:pt x="179767" y="12478"/>
                          <a:pt x="133380" y="31337"/>
                          <a:pt x="89375" y="55721"/>
                        </a:cubicBezTo>
                        <a:cubicBezTo>
                          <a:pt x="51656" y="76771"/>
                          <a:pt x="11936" y="106013"/>
                          <a:pt x="2317" y="13468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65" name="Forme libre : forme 17864">
                    <a:extLst>
                      <a:ext uri="{FF2B5EF4-FFF2-40B4-BE49-F238E27FC236}">
                        <a16:creationId xmlns:a16="http://schemas.microsoft.com/office/drawing/2014/main" id="{7298C521-4CC5-4147-8D7D-1201C2F6F361}"/>
                      </a:ext>
                    </a:extLst>
                  </p:cNvPr>
                  <p:cNvSpPr/>
                  <p:nvPr/>
                </p:nvSpPr>
                <p:spPr>
                  <a:xfrm>
                    <a:off x="4961982" y="4456033"/>
                    <a:ext cx="184665" cy="104463"/>
                  </a:xfrm>
                  <a:custGeom>
                    <a:avLst/>
                    <a:gdLst>
                      <a:gd name="connsiteX0" fmla="*/ 94940 w 184665"/>
                      <a:gd name="connsiteY0" fmla="*/ 11287 h 104463"/>
                      <a:gd name="connsiteX1" fmla="*/ 65793 w 184665"/>
                      <a:gd name="connsiteY1" fmla="*/ 19479 h 104463"/>
                      <a:gd name="connsiteX2" fmla="*/ 34551 w 184665"/>
                      <a:gd name="connsiteY2" fmla="*/ 38433 h 104463"/>
                      <a:gd name="connsiteX3" fmla="*/ 5595 w 184665"/>
                      <a:gd name="connsiteY3" fmla="*/ 58912 h 104463"/>
                      <a:gd name="connsiteX4" fmla="*/ 452 w 184665"/>
                      <a:gd name="connsiteY4" fmla="*/ 63675 h 104463"/>
                      <a:gd name="connsiteX5" fmla="*/ 1499 w 184665"/>
                      <a:gd name="connsiteY5" fmla="*/ 68342 h 104463"/>
                      <a:gd name="connsiteX6" fmla="*/ 56935 w 184665"/>
                      <a:gd name="connsiteY6" fmla="*/ 82153 h 104463"/>
                      <a:gd name="connsiteX7" fmla="*/ 72270 w 184665"/>
                      <a:gd name="connsiteY7" fmla="*/ 70152 h 104463"/>
                      <a:gd name="connsiteX8" fmla="*/ 112275 w 184665"/>
                      <a:gd name="connsiteY8" fmla="*/ 50435 h 104463"/>
                      <a:gd name="connsiteX9" fmla="*/ 166282 w 184665"/>
                      <a:gd name="connsiteY9" fmla="*/ 45577 h 104463"/>
                      <a:gd name="connsiteX10" fmla="*/ 161043 w 184665"/>
                      <a:gd name="connsiteY10" fmla="*/ 66627 h 104463"/>
                      <a:gd name="connsiteX11" fmla="*/ 131135 w 184665"/>
                      <a:gd name="connsiteY11" fmla="*/ 83201 h 104463"/>
                      <a:gd name="connsiteX12" fmla="*/ 88558 w 184665"/>
                      <a:gd name="connsiteY12" fmla="*/ 99393 h 104463"/>
                      <a:gd name="connsiteX13" fmla="*/ 104179 w 184665"/>
                      <a:gd name="connsiteY13" fmla="*/ 104442 h 104463"/>
                      <a:gd name="connsiteX14" fmla="*/ 168282 w 184665"/>
                      <a:gd name="connsiteY14" fmla="*/ 66818 h 104463"/>
                      <a:gd name="connsiteX15" fmla="*/ 184666 w 184665"/>
                      <a:gd name="connsiteY15" fmla="*/ 13192 h 104463"/>
                      <a:gd name="connsiteX16" fmla="*/ 160758 w 184665"/>
                      <a:gd name="connsiteY16" fmla="*/ 2619 h 104463"/>
                      <a:gd name="connsiteX17" fmla="*/ 142755 w 184665"/>
                      <a:gd name="connsiteY17" fmla="*/ 1381 h 104463"/>
                      <a:gd name="connsiteX18" fmla="*/ 94940 w 184665"/>
                      <a:gd name="connsiteY18" fmla="*/ 11287 h 104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84665" h="104463">
                        <a:moveTo>
                          <a:pt x="94940" y="11287"/>
                        </a:moveTo>
                        <a:cubicBezTo>
                          <a:pt x="85415" y="13287"/>
                          <a:pt x="75604" y="15288"/>
                          <a:pt x="65793" y="19479"/>
                        </a:cubicBezTo>
                        <a:cubicBezTo>
                          <a:pt x="54744" y="24241"/>
                          <a:pt x="44457" y="31480"/>
                          <a:pt x="34551" y="38433"/>
                        </a:cubicBezTo>
                        <a:cubicBezTo>
                          <a:pt x="24931" y="45291"/>
                          <a:pt x="15215" y="52054"/>
                          <a:pt x="5595" y="58912"/>
                        </a:cubicBezTo>
                        <a:cubicBezTo>
                          <a:pt x="3595" y="60341"/>
                          <a:pt x="1404" y="61960"/>
                          <a:pt x="452" y="63675"/>
                        </a:cubicBezTo>
                        <a:cubicBezTo>
                          <a:pt x="-596" y="65675"/>
                          <a:pt x="356" y="67199"/>
                          <a:pt x="1499" y="68342"/>
                        </a:cubicBezTo>
                        <a:cubicBezTo>
                          <a:pt x="12643" y="79486"/>
                          <a:pt x="37504" y="78248"/>
                          <a:pt x="56935" y="82153"/>
                        </a:cubicBezTo>
                        <a:cubicBezTo>
                          <a:pt x="61412" y="77867"/>
                          <a:pt x="66746" y="73771"/>
                          <a:pt x="72270" y="70152"/>
                        </a:cubicBezTo>
                        <a:cubicBezTo>
                          <a:pt x="84748" y="61865"/>
                          <a:pt x="98559" y="55102"/>
                          <a:pt x="112275" y="50435"/>
                        </a:cubicBezTo>
                        <a:cubicBezTo>
                          <a:pt x="128087" y="45005"/>
                          <a:pt x="159138" y="37100"/>
                          <a:pt x="166282" y="45577"/>
                        </a:cubicBezTo>
                        <a:cubicBezTo>
                          <a:pt x="169997" y="49959"/>
                          <a:pt x="167520" y="59960"/>
                          <a:pt x="161043" y="66627"/>
                        </a:cubicBezTo>
                        <a:cubicBezTo>
                          <a:pt x="153519" y="74438"/>
                          <a:pt x="141136" y="79391"/>
                          <a:pt x="131135" y="83201"/>
                        </a:cubicBezTo>
                        <a:cubicBezTo>
                          <a:pt x="116942" y="88630"/>
                          <a:pt x="102750" y="93964"/>
                          <a:pt x="88558" y="99393"/>
                        </a:cubicBezTo>
                        <a:cubicBezTo>
                          <a:pt x="92749" y="102155"/>
                          <a:pt x="97607" y="104156"/>
                          <a:pt x="104179" y="104442"/>
                        </a:cubicBezTo>
                        <a:cubicBezTo>
                          <a:pt x="125420" y="105204"/>
                          <a:pt x="154852" y="85677"/>
                          <a:pt x="168282" y="66818"/>
                        </a:cubicBezTo>
                        <a:cubicBezTo>
                          <a:pt x="181712" y="47958"/>
                          <a:pt x="183427" y="30146"/>
                          <a:pt x="184666" y="13192"/>
                        </a:cubicBezTo>
                        <a:cubicBezTo>
                          <a:pt x="180475" y="18526"/>
                          <a:pt x="164949" y="-2715"/>
                          <a:pt x="160758" y="2619"/>
                        </a:cubicBezTo>
                        <a:cubicBezTo>
                          <a:pt x="158472" y="-1286"/>
                          <a:pt x="150090" y="-48"/>
                          <a:pt x="142755" y="1381"/>
                        </a:cubicBezTo>
                        <a:cubicBezTo>
                          <a:pt x="126753" y="4810"/>
                          <a:pt x="110847" y="8049"/>
                          <a:pt x="94940" y="1128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66" name="Forme libre : forme 17865">
                    <a:extLst>
                      <a:ext uri="{FF2B5EF4-FFF2-40B4-BE49-F238E27FC236}">
                        <a16:creationId xmlns:a16="http://schemas.microsoft.com/office/drawing/2014/main" id="{614103C8-345B-45F9-BE35-C519D1D92B18}"/>
                      </a:ext>
                    </a:extLst>
                  </p:cNvPr>
                  <p:cNvSpPr/>
                  <p:nvPr/>
                </p:nvSpPr>
                <p:spPr>
                  <a:xfrm>
                    <a:off x="5165865" y="4699825"/>
                    <a:ext cx="880" cy="439"/>
                  </a:xfrm>
                  <a:custGeom>
                    <a:avLst/>
                    <a:gdLst>
                      <a:gd name="connsiteX0" fmla="*/ 880 w 880"/>
                      <a:gd name="connsiteY0" fmla="*/ 190 h 439"/>
                      <a:gd name="connsiteX1" fmla="*/ 23 w 880"/>
                      <a:gd name="connsiteY1" fmla="*/ 0 h 439"/>
                      <a:gd name="connsiteX2" fmla="*/ 880 w 880"/>
                      <a:gd name="connsiteY2" fmla="*/ 190 h 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80" h="439">
                        <a:moveTo>
                          <a:pt x="880" y="190"/>
                        </a:moveTo>
                        <a:lnTo>
                          <a:pt x="23" y="0"/>
                        </a:lnTo>
                        <a:cubicBezTo>
                          <a:pt x="-73" y="381"/>
                          <a:pt x="118" y="667"/>
                          <a:pt x="880" y="19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67" name="Forme libre : forme 17866">
                    <a:extLst>
                      <a:ext uri="{FF2B5EF4-FFF2-40B4-BE49-F238E27FC236}">
                        <a16:creationId xmlns:a16="http://schemas.microsoft.com/office/drawing/2014/main" id="{70878FF8-518D-4687-96ED-5411D8D216DA}"/>
                      </a:ext>
                    </a:extLst>
                  </p:cNvPr>
                  <p:cNvSpPr/>
                  <p:nvPr/>
                </p:nvSpPr>
                <p:spPr>
                  <a:xfrm>
                    <a:off x="4849714" y="4691252"/>
                    <a:ext cx="319496" cy="189657"/>
                  </a:xfrm>
                  <a:custGeom>
                    <a:avLst/>
                    <a:gdLst>
                      <a:gd name="connsiteX0" fmla="*/ 181014 w 319496"/>
                      <a:gd name="connsiteY0" fmla="*/ 110395 h 189657"/>
                      <a:gd name="connsiteX1" fmla="*/ 220067 w 319496"/>
                      <a:gd name="connsiteY1" fmla="*/ 78772 h 189657"/>
                      <a:gd name="connsiteX2" fmla="*/ 217399 w 319496"/>
                      <a:gd name="connsiteY2" fmla="*/ 78962 h 189657"/>
                      <a:gd name="connsiteX3" fmla="*/ 209779 w 319496"/>
                      <a:gd name="connsiteY3" fmla="*/ 63818 h 189657"/>
                      <a:gd name="connsiteX4" fmla="*/ 237021 w 319496"/>
                      <a:gd name="connsiteY4" fmla="*/ 48673 h 189657"/>
                      <a:gd name="connsiteX5" fmla="*/ 244641 w 319496"/>
                      <a:gd name="connsiteY5" fmla="*/ 63818 h 189657"/>
                      <a:gd name="connsiteX6" fmla="*/ 237402 w 319496"/>
                      <a:gd name="connsiteY6" fmla="*/ 71342 h 189657"/>
                      <a:gd name="connsiteX7" fmla="*/ 280646 w 319496"/>
                      <a:gd name="connsiteY7" fmla="*/ 56198 h 189657"/>
                      <a:gd name="connsiteX8" fmla="*/ 298076 w 319496"/>
                      <a:gd name="connsiteY8" fmla="*/ 39053 h 189657"/>
                      <a:gd name="connsiteX9" fmla="*/ 318269 w 319496"/>
                      <a:gd name="connsiteY9" fmla="*/ 10763 h 189657"/>
                      <a:gd name="connsiteX10" fmla="*/ 318555 w 319496"/>
                      <a:gd name="connsiteY10" fmla="*/ 6572 h 189657"/>
                      <a:gd name="connsiteX11" fmla="*/ 316269 w 319496"/>
                      <a:gd name="connsiteY11" fmla="*/ 8573 h 189657"/>
                      <a:gd name="connsiteX12" fmla="*/ 317126 w 319496"/>
                      <a:gd name="connsiteY12" fmla="*/ 8763 h 189657"/>
                      <a:gd name="connsiteX13" fmla="*/ 316269 w 319496"/>
                      <a:gd name="connsiteY13" fmla="*/ 8573 h 189657"/>
                      <a:gd name="connsiteX14" fmla="*/ 286456 w 319496"/>
                      <a:gd name="connsiteY14" fmla="*/ 1143 h 189657"/>
                      <a:gd name="connsiteX15" fmla="*/ 276168 w 319496"/>
                      <a:gd name="connsiteY15" fmla="*/ 0 h 189657"/>
                      <a:gd name="connsiteX16" fmla="*/ 268358 w 319496"/>
                      <a:gd name="connsiteY16" fmla="*/ 11811 h 189657"/>
                      <a:gd name="connsiteX17" fmla="*/ 251880 w 319496"/>
                      <a:gd name="connsiteY17" fmla="*/ 22860 h 189657"/>
                      <a:gd name="connsiteX18" fmla="*/ 203398 w 319496"/>
                      <a:gd name="connsiteY18" fmla="*/ 52673 h 189657"/>
                      <a:gd name="connsiteX19" fmla="*/ 163393 w 319496"/>
                      <a:gd name="connsiteY19" fmla="*/ 46482 h 189657"/>
                      <a:gd name="connsiteX20" fmla="*/ 159297 w 319496"/>
                      <a:gd name="connsiteY20" fmla="*/ 40100 h 189657"/>
                      <a:gd name="connsiteX21" fmla="*/ 75953 w 319496"/>
                      <a:gd name="connsiteY21" fmla="*/ 110014 h 189657"/>
                      <a:gd name="connsiteX22" fmla="*/ 25090 w 319496"/>
                      <a:gd name="connsiteY22" fmla="*/ 142875 h 189657"/>
                      <a:gd name="connsiteX23" fmla="*/ 896 w 319496"/>
                      <a:gd name="connsiteY23" fmla="*/ 181832 h 189657"/>
                      <a:gd name="connsiteX24" fmla="*/ 32424 w 319496"/>
                      <a:gd name="connsiteY24" fmla="*/ 188024 h 189657"/>
                      <a:gd name="connsiteX25" fmla="*/ 75858 w 319496"/>
                      <a:gd name="connsiteY25" fmla="*/ 170498 h 189657"/>
                      <a:gd name="connsiteX26" fmla="*/ 138056 w 319496"/>
                      <a:gd name="connsiteY26" fmla="*/ 137732 h 189657"/>
                      <a:gd name="connsiteX27" fmla="*/ 181014 w 319496"/>
                      <a:gd name="connsiteY27" fmla="*/ 110395 h 189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19496" h="189657">
                        <a:moveTo>
                          <a:pt x="181014" y="110395"/>
                        </a:moveTo>
                        <a:cubicBezTo>
                          <a:pt x="194158" y="99822"/>
                          <a:pt x="205493" y="87249"/>
                          <a:pt x="220067" y="78772"/>
                        </a:cubicBezTo>
                        <a:cubicBezTo>
                          <a:pt x="219209" y="78867"/>
                          <a:pt x="218257" y="78962"/>
                          <a:pt x="217399" y="78962"/>
                        </a:cubicBezTo>
                        <a:cubicBezTo>
                          <a:pt x="207779" y="78962"/>
                          <a:pt x="204350" y="72200"/>
                          <a:pt x="209779" y="63818"/>
                        </a:cubicBezTo>
                        <a:cubicBezTo>
                          <a:pt x="215209" y="55436"/>
                          <a:pt x="227401" y="48673"/>
                          <a:pt x="237021" y="48673"/>
                        </a:cubicBezTo>
                        <a:cubicBezTo>
                          <a:pt x="246641" y="48673"/>
                          <a:pt x="250070" y="55436"/>
                          <a:pt x="244641" y="63818"/>
                        </a:cubicBezTo>
                        <a:cubicBezTo>
                          <a:pt x="242831" y="66580"/>
                          <a:pt x="240260" y="69152"/>
                          <a:pt x="237402" y="71342"/>
                        </a:cubicBezTo>
                        <a:cubicBezTo>
                          <a:pt x="252166" y="66770"/>
                          <a:pt x="267310" y="65151"/>
                          <a:pt x="280646" y="56198"/>
                        </a:cubicBezTo>
                        <a:cubicBezTo>
                          <a:pt x="287980" y="51340"/>
                          <a:pt x="293314" y="45053"/>
                          <a:pt x="298076" y="39053"/>
                        </a:cubicBezTo>
                        <a:cubicBezTo>
                          <a:pt x="305506" y="29623"/>
                          <a:pt x="312269" y="20193"/>
                          <a:pt x="318269" y="10763"/>
                        </a:cubicBezTo>
                        <a:cubicBezTo>
                          <a:pt x="319317" y="9049"/>
                          <a:pt x="320269" y="6858"/>
                          <a:pt x="318555" y="6572"/>
                        </a:cubicBezTo>
                        <a:cubicBezTo>
                          <a:pt x="317412" y="6382"/>
                          <a:pt x="316364" y="7811"/>
                          <a:pt x="316269" y="8573"/>
                        </a:cubicBezTo>
                        <a:lnTo>
                          <a:pt x="317126" y="8763"/>
                        </a:lnTo>
                        <a:cubicBezTo>
                          <a:pt x="316364" y="9239"/>
                          <a:pt x="316269" y="8954"/>
                          <a:pt x="316269" y="8573"/>
                        </a:cubicBezTo>
                        <a:lnTo>
                          <a:pt x="286456" y="1143"/>
                        </a:lnTo>
                        <a:cubicBezTo>
                          <a:pt x="283122" y="667"/>
                          <a:pt x="279693" y="286"/>
                          <a:pt x="276168" y="0"/>
                        </a:cubicBezTo>
                        <a:cubicBezTo>
                          <a:pt x="275312" y="3715"/>
                          <a:pt x="272930" y="7715"/>
                          <a:pt x="268358" y="11811"/>
                        </a:cubicBezTo>
                        <a:cubicBezTo>
                          <a:pt x="263691" y="16097"/>
                          <a:pt x="257595" y="19336"/>
                          <a:pt x="251880" y="22860"/>
                        </a:cubicBezTo>
                        <a:cubicBezTo>
                          <a:pt x="235592" y="32957"/>
                          <a:pt x="220828" y="46673"/>
                          <a:pt x="203398" y="52673"/>
                        </a:cubicBezTo>
                        <a:cubicBezTo>
                          <a:pt x="185491" y="58865"/>
                          <a:pt x="171108" y="54293"/>
                          <a:pt x="163393" y="46482"/>
                        </a:cubicBezTo>
                        <a:cubicBezTo>
                          <a:pt x="161583" y="44672"/>
                          <a:pt x="160059" y="42577"/>
                          <a:pt x="159297" y="40100"/>
                        </a:cubicBezTo>
                        <a:cubicBezTo>
                          <a:pt x="131008" y="62294"/>
                          <a:pt x="106624" y="89154"/>
                          <a:pt x="75953" y="110014"/>
                        </a:cubicBezTo>
                        <a:cubicBezTo>
                          <a:pt x="59285" y="121349"/>
                          <a:pt x="40806" y="130778"/>
                          <a:pt x="25090" y="142875"/>
                        </a:cubicBezTo>
                        <a:cubicBezTo>
                          <a:pt x="9374" y="154972"/>
                          <a:pt x="-3581" y="171736"/>
                          <a:pt x="896" y="181832"/>
                        </a:cubicBezTo>
                        <a:cubicBezTo>
                          <a:pt x="4421" y="189929"/>
                          <a:pt x="18137" y="191262"/>
                          <a:pt x="32424" y="188024"/>
                        </a:cubicBezTo>
                        <a:cubicBezTo>
                          <a:pt x="46712" y="184785"/>
                          <a:pt x="61571" y="177641"/>
                          <a:pt x="75858" y="170498"/>
                        </a:cubicBezTo>
                        <a:cubicBezTo>
                          <a:pt x="96813" y="160020"/>
                          <a:pt x="117578" y="149066"/>
                          <a:pt x="138056" y="137732"/>
                        </a:cubicBezTo>
                        <a:cubicBezTo>
                          <a:pt x="153010" y="129540"/>
                          <a:pt x="168060" y="120872"/>
                          <a:pt x="181014" y="11039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68" name="Forme libre : forme 17867">
                    <a:extLst>
                      <a:ext uri="{FF2B5EF4-FFF2-40B4-BE49-F238E27FC236}">
                        <a16:creationId xmlns:a16="http://schemas.microsoft.com/office/drawing/2014/main" id="{0FE45D2D-6726-4D5B-9F71-6E256555263D}"/>
                      </a:ext>
                    </a:extLst>
                  </p:cNvPr>
                  <p:cNvSpPr/>
                  <p:nvPr/>
                </p:nvSpPr>
                <p:spPr>
                  <a:xfrm>
                    <a:off x="5187390" y="4470648"/>
                    <a:ext cx="260151" cy="166676"/>
                  </a:xfrm>
                  <a:custGeom>
                    <a:avLst/>
                    <a:gdLst>
                      <a:gd name="connsiteX0" fmla="*/ 183666 w 260151"/>
                      <a:gd name="connsiteY0" fmla="*/ 2387 h 166676"/>
                      <a:gd name="connsiteX1" fmla="*/ 141184 w 260151"/>
                      <a:gd name="connsiteY1" fmla="*/ 19246 h 166676"/>
                      <a:gd name="connsiteX2" fmla="*/ 43648 w 260151"/>
                      <a:gd name="connsiteY2" fmla="*/ 77539 h 166676"/>
                      <a:gd name="connsiteX3" fmla="*/ 1262 w 260151"/>
                      <a:gd name="connsiteY3" fmla="*/ 151739 h 166676"/>
                      <a:gd name="connsiteX4" fmla="*/ 30694 w 260151"/>
                      <a:gd name="connsiteY4" fmla="*/ 166407 h 166676"/>
                      <a:gd name="connsiteX5" fmla="*/ 78891 w 260151"/>
                      <a:gd name="connsiteY5" fmla="*/ 145357 h 166676"/>
                      <a:gd name="connsiteX6" fmla="*/ 124039 w 260151"/>
                      <a:gd name="connsiteY6" fmla="*/ 103257 h 166676"/>
                      <a:gd name="connsiteX7" fmla="*/ 143375 w 260151"/>
                      <a:gd name="connsiteY7" fmla="*/ 76872 h 166676"/>
                      <a:gd name="connsiteX8" fmla="*/ 116705 w 260151"/>
                      <a:gd name="connsiteY8" fmla="*/ 87064 h 166676"/>
                      <a:gd name="connsiteX9" fmla="*/ 102322 w 260151"/>
                      <a:gd name="connsiteY9" fmla="*/ 91255 h 166676"/>
                      <a:gd name="connsiteX10" fmla="*/ 92226 w 260151"/>
                      <a:gd name="connsiteY10" fmla="*/ 75634 h 166676"/>
                      <a:gd name="connsiteX11" fmla="*/ 117086 w 260151"/>
                      <a:gd name="connsiteY11" fmla="*/ 51441 h 166676"/>
                      <a:gd name="connsiteX12" fmla="*/ 157091 w 260151"/>
                      <a:gd name="connsiteY12" fmla="*/ 31724 h 166676"/>
                      <a:gd name="connsiteX13" fmla="*/ 211097 w 260151"/>
                      <a:gd name="connsiteY13" fmla="*/ 26866 h 166676"/>
                      <a:gd name="connsiteX14" fmla="*/ 212717 w 260151"/>
                      <a:gd name="connsiteY14" fmla="*/ 33819 h 166676"/>
                      <a:gd name="connsiteX15" fmla="*/ 260151 w 260151"/>
                      <a:gd name="connsiteY15" fmla="*/ 11721 h 166676"/>
                      <a:gd name="connsiteX16" fmla="*/ 183666 w 260151"/>
                      <a:gd name="connsiteY16" fmla="*/ 2387 h 166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60151" h="166676">
                        <a:moveTo>
                          <a:pt x="183666" y="2387"/>
                        </a:moveTo>
                        <a:cubicBezTo>
                          <a:pt x="169759" y="5530"/>
                          <a:pt x="155186" y="12388"/>
                          <a:pt x="141184" y="19246"/>
                        </a:cubicBezTo>
                        <a:cubicBezTo>
                          <a:pt x="107085" y="35819"/>
                          <a:pt x="72033" y="53917"/>
                          <a:pt x="43648" y="77539"/>
                        </a:cubicBezTo>
                        <a:cubicBezTo>
                          <a:pt x="15169" y="101161"/>
                          <a:pt x="-5406" y="131832"/>
                          <a:pt x="1262" y="151739"/>
                        </a:cubicBezTo>
                        <a:cubicBezTo>
                          <a:pt x="4501" y="161454"/>
                          <a:pt x="14978" y="168122"/>
                          <a:pt x="30694" y="166407"/>
                        </a:cubicBezTo>
                        <a:cubicBezTo>
                          <a:pt x="46125" y="164788"/>
                          <a:pt x="63937" y="155644"/>
                          <a:pt x="78891" y="145357"/>
                        </a:cubicBezTo>
                        <a:cubicBezTo>
                          <a:pt x="96893" y="132975"/>
                          <a:pt x="112609" y="118306"/>
                          <a:pt x="124039" y="103257"/>
                        </a:cubicBezTo>
                        <a:cubicBezTo>
                          <a:pt x="130707" y="94493"/>
                          <a:pt x="136041" y="85445"/>
                          <a:pt x="143375" y="76872"/>
                        </a:cubicBezTo>
                        <a:cubicBezTo>
                          <a:pt x="134517" y="80301"/>
                          <a:pt x="125563" y="83635"/>
                          <a:pt x="116705" y="87064"/>
                        </a:cubicBezTo>
                        <a:cubicBezTo>
                          <a:pt x="111847" y="88874"/>
                          <a:pt x="106799" y="90779"/>
                          <a:pt x="102322" y="91255"/>
                        </a:cubicBezTo>
                        <a:cubicBezTo>
                          <a:pt x="91749" y="92303"/>
                          <a:pt x="88035" y="84207"/>
                          <a:pt x="92226" y="75634"/>
                        </a:cubicBezTo>
                        <a:cubicBezTo>
                          <a:pt x="96417" y="67061"/>
                          <a:pt x="106513" y="58489"/>
                          <a:pt x="117086" y="51441"/>
                        </a:cubicBezTo>
                        <a:cubicBezTo>
                          <a:pt x="129563" y="43154"/>
                          <a:pt x="143375" y="36391"/>
                          <a:pt x="157091" y="31724"/>
                        </a:cubicBezTo>
                        <a:cubicBezTo>
                          <a:pt x="172903" y="26294"/>
                          <a:pt x="203954" y="18389"/>
                          <a:pt x="211097" y="26866"/>
                        </a:cubicBezTo>
                        <a:cubicBezTo>
                          <a:pt x="212526" y="28485"/>
                          <a:pt x="213002" y="30962"/>
                          <a:pt x="212717" y="33819"/>
                        </a:cubicBezTo>
                        <a:cubicBezTo>
                          <a:pt x="229290" y="26866"/>
                          <a:pt x="246531" y="20199"/>
                          <a:pt x="260151" y="11721"/>
                        </a:cubicBezTo>
                        <a:cubicBezTo>
                          <a:pt x="257485" y="-1138"/>
                          <a:pt x="203097" y="-1995"/>
                          <a:pt x="183666" y="238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69" name="Forme libre : forme 17868">
                    <a:extLst>
                      <a:ext uri="{FF2B5EF4-FFF2-40B4-BE49-F238E27FC236}">
                        <a16:creationId xmlns:a16="http://schemas.microsoft.com/office/drawing/2014/main" id="{BC1AA834-176E-4A86-B3BB-E44203A1DD5C}"/>
                      </a:ext>
                    </a:extLst>
                  </p:cNvPr>
                  <p:cNvSpPr/>
                  <p:nvPr/>
                </p:nvSpPr>
                <p:spPr>
                  <a:xfrm>
                    <a:off x="5508150" y="4410579"/>
                    <a:ext cx="205138" cy="203044"/>
                  </a:xfrm>
                  <a:custGeom>
                    <a:avLst/>
                    <a:gdLst>
                      <a:gd name="connsiteX0" fmla="*/ 732 w 205138"/>
                      <a:gd name="connsiteY0" fmla="*/ 178470 h 203044"/>
                      <a:gd name="connsiteX1" fmla="*/ 32069 w 205138"/>
                      <a:gd name="connsiteY1" fmla="*/ 203045 h 203044"/>
                      <a:gd name="connsiteX2" fmla="*/ 122176 w 205138"/>
                      <a:gd name="connsiteY2" fmla="*/ 150276 h 203044"/>
                      <a:gd name="connsiteX3" fmla="*/ 170372 w 205138"/>
                      <a:gd name="connsiteY3" fmla="*/ 72171 h 203044"/>
                      <a:gd name="connsiteX4" fmla="*/ 205139 w 205138"/>
                      <a:gd name="connsiteY4" fmla="*/ 17593 h 203044"/>
                      <a:gd name="connsiteX5" fmla="*/ 202948 w 205138"/>
                      <a:gd name="connsiteY5" fmla="*/ 10925 h 203044"/>
                      <a:gd name="connsiteX6" fmla="*/ 201233 w 205138"/>
                      <a:gd name="connsiteY6" fmla="*/ 1496 h 203044"/>
                      <a:gd name="connsiteX7" fmla="*/ 90172 w 205138"/>
                      <a:gd name="connsiteY7" fmla="*/ 49121 h 203044"/>
                      <a:gd name="connsiteX8" fmla="*/ 732 w 205138"/>
                      <a:gd name="connsiteY8" fmla="*/ 178470 h 203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5138" h="203044">
                        <a:moveTo>
                          <a:pt x="732" y="178470"/>
                        </a:moveTo>
                        <a:cubicBezTo>
                          <a:pt x="3209" y="191900"/>
                          <a:pt x="13019" y="203045"/>
                          <a:pt x="32069" y="203045"/>
                        </a:cubicBezTo>
                        <a:cubicBezTo>
                          <a:pt x="62073" y="203140"/>
                          <a:pt x="101221" y="176089"/>
                          <a:pt x="122176" y="150276"/>
                        </a:cubicBezTo>
                        <a:cubicBezTo>
                          <a:pt x="143322" y="124178"/>
                          <a:pt x="152275" y="98270"/>
                          <a:pt x="170372" y="72171"/>
                        </a:cubicBezTo>
                        <a:cubicBezTo>
                          <a:pt x="182850" y="54169"/>
                          <a:pt x="200757" y="35214"/>
                          <a:pt x="205139" y="17593"/>
                        </a:cubicBezTo>
                        <a:cubicBezTo>
                          <a:pt x="204281" y="15402"/>
                          <a:pt x="203519" y="13211"/>
                          <a:pt x="202948" y="10925"/>
                        </a:cubicBezTo>
                        <a:cubicBezTo>
                          <a:pt x="202186" y="7782"/>
                          <a:pt x="201805" y="4639"/>
                          <a:pt x="201233" y="1496"/>
                        </a:cubicBezTo>
                        <a:cubicBezTo>
                          <a:pt x="182183" y="-8315"/>
                          <a:pt x="113603" y="32738"/>
                          <a:pt x="90172" y="49121"/>
                        </a:cubicBezTo>
                        <a:cubicBezTo>
                          <a:pt x="36070" y="87221"/>
                          <a:pt x="-6125" y="141227"/>
                          <a:pt x="732" y="17847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70" name="Forme libre : forme 17869">
                    <a:extLst>
                      <a:ext uri="{FF2B5EF4-FFF2-40B4-BE49-F238E27FC236}">
                        <a16:creationId xmlns:a16="http://schemas.microsoft.com/office/drawing/2014/main" id="{29CBC55E-CE4C-46B9-9BDC-FDC478F6FF6F}"/>
                      </a:ext>
                    </a:extLst>
                  </p:cNvPr>
                  <p:cNvSpPr/>
                  <p:nvPr/>
                </p:nvSpPr>
                <p:spPr>
                  <a:xfrm>
                    <a:off x="5709479" y="4412170"/>
                    <a:ext cx="4999" cy="16001"/>
                  </a:xfrm>
                  <a:custGeom>
                    <a:avLst/>
                    <a:gdLst>
                      <a:gd name="connsiteX0" fmla="*/ 3906 w 4999"/>
                      <a:gd name="connsiteY0" fmla="*/ 16002 h 16001"/>
                      <a:gd name="connsiteX1" fmla="*/ 4477 w 4999"/>
                      <a:gd name="connsiteY1" fmla="*/ 14192 h 16001"/>
                      <a:gd name="connsiteX2" fmla="*/ 0 w 4999"/>
                      <a:gd name="connsiteY2" fmla="*/ 0 h 16001"/>
                      <a:gd name="connsiteX3" fmla="*/ 1714 w 4999"/>
                      <a:gd name="connsiteY3" fmla="*/ 9430 h 16001"/>
                      <a:gd name="connsiteX4" fmla="*/ 3906 w 4999"/>
                      <a:gd name="connsiteY4" fmla="*/ 16002 h 16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99" h="16001">
                        <a:moveTo>
                          <a:pt x="3906" y="16002"/>
                        </a:moveTo>
                        <a:cubicBezTo>
                          <a:pt x="4096" y="15430"/>
                          <a:pt x="4286" y="14764"/>
                          <a:pt x="4477" y="14192"/>
                        </a:cubicBezTo>
                        <a:cubicBezTo>
                          <a:pt x="6001" y="6572"/>
                          <a:pt x="4096" y="2096"/>
                          <a:pt x="0" y="0"/>
                        </a:cubicBezTo>
                        <a:cubicBezTo>
                          <a:pt x="571" y="3143"/>
                          <a:pt x="952" y="6287"/>
                          <a:pt x="1714" y="9430"/>
                        </a:cubicBezTo>
                        <a:cubicBezTo>
                          <a:pt x="2286" y="11525"/>
                          <a:pt x="2953" y="13811"/>
                          <a:pt x="3906" y="1600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71" name="Forme libre : forme 17870">
                    <a:extLst>
                      <a:ext uri="{FF2B5EF4-FFF2-40B4-BE49-F238E27FC236}">
                        <a16:creationId xmlns:a16="http://schemas.microsoft.com/office/drawing/2014/main" id="{C89BA207-D1B8-482C-9FD0-A3C5545E36F5}"/>
                      </a:ext>
                    </a:extLst>
                  </p:cNvPr>
                  <p:cNvSpPr/>
                  <p:nvPr/>
                </p:nvSpPr>
                <p:spPr>
                  <a:xfrm>
                    <a:off x="5251075" y="4628822"/>
                    <a:ext cx="200657" cy="88280"/>
                  </a:xfrm>
                  <a:custGeom>
                    <a:avLst/>
                    <a:gdLst>
                      <a:gd name="connsiteX0" fmla="*/ 200658 w 200657"/>
                      <a:gd name="connsiteY0" fmla="*/ 5852 h 88280"/>
                      <a:gd name="connsiteX1" fmla="*/ 131221 w 200657"/>
                      <a:gd name="connsiteY1" fmla="*/ 3185 h 88280"/>
                      <a:gd name="connsiteX2" fmla="*/ 92263 w 200657"/>
                      <a:gd name="connsiteY2" fmla="*/ 19378 h 88280"/>
                      <a:gd name="connsiteX3" fmla="*/ 40638 w 200657"/>
                      <a:gd name="connsiteY3" fmla="*/ 44429 h 88280"/>
                      <a:gd name="connsiteX4" fmla="*/ 1395 w 200657"/>
                      <a:gd name="connsiteY4" fmla="*/ 80243 h 88280"/>
                      <a:gd name="connsiteX5" fmla="*/ 61 w 200657"/>
                      <a:gd name="connsiteY5" fmla="*/ 85100 h 88280"/>
                      <a:gd name="connsiteX6" fmla="*/ 9205 w 200657"/>
                      <a:gd name="connsiteY6" fmla="*/ 88244 h 88280"/>
                      <a:gd name="connsiteX7" fmla="*/ 47019 w 200657"/>
                      <a:gd name="connsiteY7" fmla="*/ 79195 h 88280"/>
                      <a:gd name="connsiteX8" fmla="*/ 48162 w 200657"/>
                      <a:gd name="connsiteY8" fmla="*/ 78719 h 88280"/>
                      <a:gd name="connsiteX9" fmla="*/ 48544 w 200657"/>
                      <a:gd name="connsiteY9" fmla="*/ 77766 h 88280"/>
                      <a:gd name="connsiteX10" fmla="*/ 73404 w 200657"/>
                      <a:gd name="connsiteY10" fmla="*/ 53573 h 88280"/>
                      <a:gd name="connsiteX11" fmla="*/ 113409 w 200657"/>
                      <a:gd name="connsiteY11" fmla="*/ 33856 h 88280"/>
                      <a:gd name="connsiteX12" fmla="*/ 165225 w 200657"/>
                      <a:gd name="connsiteY12" fmla="*/ 27379 h 88280"/>
                      <a:gd name="connsiteX13" fmla="*/ 200658 w 200657"/>
                      <a:gd name="connsiteY13" fmla="*/ 5852 h 88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0657" h="88280">
                        <a:moveTo>
                          <a:pt x="200658" y="5852"/>
                        </a:moveTo>
                        <a:cubicBezTo>
                          <a:pt x="182370" y="1757"/>
                          <a:pt x="156366" y="-3482"/>
                          <a:pt x="131221" y="3185"/>
                        </a:cubicBezTo>
                        <a:cubicBezTo>
                          <a:pt x="118362" y="6614"/>
                          <a:pt x="105217" y="13282"/>
                          <a:pt x="92263" y="19378"/>
                        </a:cubicBezTo>
                        <a:cubicBezTo>
                          <a:pt x="74928" y="27474"/>
                          <a:pt x="57307" y="34713"/>
                          <a:pt x="40638" y="44429"/>
                        </a:cubicBezTo>
                        <a:cubicBezTo>
                          <a:pt x="23969" y="54144"/>
                          <a:pt x="8062" y="67193"/>
                          <a:pt x="1395" y="80243"/>
                        </a:cubicBezTo>
                        <a:cubicBezTo>
                          <a:pt x="537" y="81957"/>
                          <a:pt x="-225" y="83767"/>
                          <a:pt x="61" y="85100"/>
                        </a:cubicBezTo>
                        <a:cubicBezTo>
                          <a:pt x="633" y="87958"/>
                          <a:pt x="5014" y="88434"/>
                          <a:pt x="9205" y="88244"/>
                        </a:cubicBezTo>
                        <a:cubicBezTo>
                          <a:pt x="20826" y="87577"/>
                          <a:pt x="34066" y="83576"/>
                          <a:pt x="47019" y="79195"/>
                        </a:cubicBezTo>
                        <a:cubicBezTo>
                          <a:pt x="47400" y="79099"/>
                          <a:pt x="47782" y="78909"/>
                          <a:pt x="48162" y="78719"/>
                        </a:cubicBezTo>
                        <a:cubicBezTo>
                          <a:pt x="48258" y="78433"/>
                          <a:pt x="48353" y="78147"/>
                          <a:pt x="48544" y="77766"/>
                        </a:cubicBezTo>
                        <a:cubicBezTo>
                          <a:pt x="52830" y="69194"/>
                          <a:pt x="62831" y="60621"/>
                          <a:pt x="73404" y="53573"/>
                        </a:cubicBezTo>
                        <a:cubicBezTo>
                          <a:pt x="85882" y="45286"/>
                          <a:pt x="99693" y="38523"/>
                          <a:pt x="113409" y="33856"/>
                        </a:cubicBezTo>
                        <a:cubicBezTo>
                          <a:pt x="127982" y="28807"/>
                          <a:pt x="155414" y="21759"/>
                          <a:pt x="165225" y="27379"/>
                        </a:cubicBezTo>
                        <a:cubicBezTo>
                          <a:pt x="180750" y="19949"/>
                          <a:pt x="196276" y="11663"/>
                          <a:pt x="200658" y="585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72" name="Forme libre : forme 17871">
                    <a:extLst>
                      <a:ext uri="{FF2B5EF4-FFF2-40B4-BE49-F238E27FC236}">
                        <a16:creationId xmlns:a16="http://schemas.microsoft.com/office/drawing/2014/main" id="{2924B69F-AC36-4997-B5DD-66E9F1A8537F}"/>
                      </a:ext>
                    </a:extLst>
                  </p:cNvPr>
                  <p:cNvSpPr/>
                  <p:nvPr/>
                </p:nvSpPr>
                <p:spPr>
                  <a:xfrm>
                    <a:off x="5119310" y="4770564"/>
                    <a:ext cx="223932" cy="170624"/>
                  </a:xfrm>
                  <a:custGeom>
                    <a:avLst/>
                    <a:gdLst>
                      <a:gd name="connsiteX0" fmla="*/ 187262 w 223932"/>
                      <a:gd name="connsiteY0" fmla="*/ 46418 h 170624"/>
                      <a:gd name="connsiteX1" fmla="*/ 223933 w 223932"/>
                      <a:gd name="connsiteY1" fmla="*/ 12033 h 170624"/>
                      <a:gd name="connsiteX2" fmla="*/ 182785 w 223932"/>
                      <a:gd name="connsiteY2" fmla="*/ 32 h 170624"/>
                      <a:gd name="connsiteX3" fmla="*/ 167259 w 223932"/>
                      <a:gd name="connsiteY3" fmla="*/ 1841 h 170624"/>
                      <a:gd name="connsiteX4" fmla="*/ 170307 w 223932"/>
                      <a:gd name="connsiteY4" fmla="*/ 3937 h 170624"/>
                      <a:gd name="connsiteX5" fmla="*/ 165068 w 223932"/>
                      <a:gd name="connsiteY5" fmla="*/ 24987 h 170624"/>
                      <a:gd name="connsiteX6" fmla="*/ 135160 w 223932"/>
                      <a:gd name="connsiteY6" fmla="*/ 41560 h 170624"/>
                      <a:gd name="connsiteX7" fmla="*/ 76010 w 223932"/>
                      <a:gd name="connsiteY7" fmla="*/ 64040 h 170624"/>
                      <a:gd name="connsiteX8" fmla="*/ 74486 w 223932"/>
                      <a:gd name="connsiteY8" fmla="*/ 64611 h 170624"/>
                      <a:gd name="connsiteX9" fmla="*/ 0 w 223932"/>
                      <a:gd name="connsiteY9" fmla="*/ 164338 h 170624"/>
                      <a:gd name="connsiteX10" fmla="*/ 39815 w 223932"/>
                      <a:gd name="connsiteY10" fmla="*/ 170624 h 170624"/>
                      <a:gd name="connsiteX11" fmla="*/ 187262 w 223932"/>
                      <a:gd name="connsiteY11" fmla="*/ 46418 h 170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3932" h="170624">
                        <a:moveTo>
                          <a:pt x="187262" y="46418"/>
                        </a:moveTo>
                        <a:lnTo>
                          <a:pt x="223933" y="12033"/>
                        </a:lnTo>
                        <a:cubicBezTo>
                          <a:pt x="213932" y="4508"/>
                          <a:pt x="200216" y="-445"/>
                          <a:pt x="182785" y="32"/>
                        </a:cubicBezTo>
                        <a:cubicBezTo>
                          <a:pt x="177832" y="127"/>
                          <a:pt x="172594" y="793"/>
                          <a:pt x="167259" y="1841"/>
                        </a:cubicBezTo>
                        <a:cubicBezTo>
                          <a:pt x="168497" y="2413"/>
                          <a:pt x="169545" y="3080"/>
                          <a:pt x="170307" y="3937"/>
                        </a:cubicBezTo>
                        <a:cubicBezTo>
                          <a:pt x="174022" y="8318"/>
                          <a:pt x="171545" y="18319"/>
                          <a:pt x="165068" y="24987"/>
                        </a:cubicBezTo>
                        <a:cubicBezTo>
                          <a:pt x="157544" y="32798"/>
                          <a:pt x="145161" y="37751"/>
                          <a:pt x="135160" y="41560"/>
                        </a:cubicBezTo>
                        <a:cubicBezTo>
                          <a:pt x="115444" y="49085"/>
                          <a:pt x="95727" y="56610"/>
                          <a:pt x="76010" y="64040"/>
                        </a:cubicBezTo>
                        <a:cubicBezTo>
                          <a:pt x="75534" y="64230"/>
                          <a:pt x="74962" y="64420"/>
                          <a:pt x="74486" y="64611"/>
                        </a:cubicBezTo>
                        <a:cubicBezTo>
                          <a:pt x="42196" y="97282"/>
                          <a:pt x="13431" y="131381"/>
                          <a:pt x="0" y="164338"/>
                        </a:cubicBezTo>
                        <a:cubicBezTo>
                          <a:pt x="15145" y="157289"/>
                          <a:pt x="30099" y="156622"/>
                          <a:pt x="39815" y="170624"/>
                        </a:cubicBezTo>
                        <a:cubicBezTo>
                          <a:pt x="99822" y="138906"/>
                          <a:pt x="154115" y="93281"/>
                          <a:pt x="187262" y="4641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73" name="Forme libre : forme 17872">
                    <a:extLst>
                      <a:ext uri="{FF2B5EF4-FFF2-40B4-BE49-F238E27FC236}">
                        <a16:creationId xmlns:a16="http://schemas.microsoft.com/office/drawing/2014/main" id="{1030F4DB-E524-443B-863E-2F5133E5508B}"/>
                      </a:ext>
                    </a:extLst>
                  </p:cNvPr>
                  <p:cNvSpPr/>
                  <p:nvPr/>
                </p:nvSpPr>
                <p:spPr>
                  <a:xfrm>
                    <a:off x="5395521" y="4781359"/>
                    <a:ext cx="235472" cy="161040"/>
                  </a:xfrm>
                  <a:custGeom>
                    <a:avLst/>
                    <a:gdLst>
                      <a:gd name="connsiteX0" fmla="*/ 30876 w 235472"/>
                      <a:gd name="connsiteY0" fmla="*/ 88582 h 161040"/>
                      <a:gd name="connsiteX1" fmla="*/ 300 w 235472"/>
                      <a:gd name="connsiteY1" fmla="*/ 140303 h 161040"/>
                      <a:gd name="connsiteX2" fmla="*/ 1919 w 235472"/>
                      <a:gd name="connsiteY2" fmla="*/ 153257 h 161040"/>
                      <a:gd name="connsiteX3" fmla="*/ 66784 w 235472"/>
                      <a:gd name="connsiteY3" fmla="*/ 149257 h 161040"/>
                      <a:gd name="connsiteX4" fmla="*/ 162987 w 235472"/>
                      <a:gd name="connsiteY4" fmla="*/ 85915 h 161040"/>
                      <a:gd name="connsiteX5" fmla="*/ 222709 w 235472"/>
                      <a:gd name="connsiteY5" fmla="*/ 31909 h 161040"/>
                      <a:gd name="connsiteX6" fmla="*/ 223947 w 235472"/>
                      <a:gd name="connsiteY6" fmla="*/ 28480 h 161040"/>
                      <a:gd name="connsiteX7" fmla="*/ 227662 w 235472"/>
                      <a:gd name="connsiteY7" fmla="*/ 24670 h 161040"/>
                      <a:gd name="connsiteX8" fmla="*/ 233567 w 235472"/>
                      <a:gd name="connsiteY8" fmla="*/ 11716 h 161040"/>
                      <a:gd name="connsiteX9" fmla="*/ 235472 w 235472"/>
                      <a:gd name="connsiteY9" fmla="*/ 0 h 161040"/>
                      <a:gd name="connsiteX10" fmla="*/ 220804 w 235472"/>
                      <a:gd name="connsiteY10" fmla="*/ 7144 h 161040"/>
                      <a:gd name="connsiteX11" fmla="*/ 198992 w 235472"/>
                      <a:gd name="connsiteY11" fmla="*/ 16288 h 161040"/>
                      <a:gd name="connsiteX12" fmla="*/ 197468 w 235472"/>
                      <a:gd name="connsiteY12" fmla="*/ 16192 h 161040"/>
                      <a:gd name="connsiteX13" fmla="*/ 155844 w 235472"/>
                      <a:gd name="connsiteY13" fmla="*/ 32004 h 161040"/>
                      <a:gd name="connsiteX14" fmla="*/ 141461 w 235472"/>
                      <a:gd name="connsiteY14" fmla="*/ 36195 h 161040"/>
                      <a:gd name="connsiteX15" fmla="*/ 129745 w 235472"/>
                      <a:gd name="connsiteY15" fmla="*/ 27241 h 161040"/>
                      <a:gd name="connsiteX16" fmla="*/ 80024 w 235472"/>
                      <a:gd name="connsiteY16" fmla="*/ 56674 h 161040"/>
                      <a:gd name="connsiteX17" fmla="*/ 30876 w 235472"/>
                      <a:gd name="connsiteY17" fmla="*/ 88582 h 161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35472" h="161040">
                        <a:moveTo>
                          <a:pt x="30876" y="88582"/>
                        </a:moveTo>
                        <a:cubicBezTo>
                          <a:pt x="12302" y="104965"/>
                          <a:pt x="2205" y="124206"/>
                          <a:pt x="300" y="140303"/>
                        </a:cubicBezTo>
                        <a:cubicBezTo>
                          <a:pt x="-271" y="145066"/>
                          <a:pt x="-176" y="149733"/>
                          <a:pt x="1919" y="153257"/>
                        </a:cubicBezTo>
                        <a:cubicBezTo>
                          <a:pt x="9634" y="166783"/>
                          <a:pt x="40972" y="160877"/>
                          <a:pt x="66784" y="149257"/>
                        </a:cubicBezTo>
                        <a:cubicBezTo>
                          <a:pt x="102218" y="133350"/>
                          <a:pt x="133841" y="109633"/>
                          <a:pt x="162987" y="85915"/>
                        </a:cubicBezTo>
                        <a:cubicBezTo>
                          <a:pt x="183561" y="69151"/>
                          <a:pt x="208231" y="50863"/>
                          <a:pt x="222709" y="31909"/>
                        </a:cubicBezTo>
                        <a:cubicBezTo>
                          <a:pt x="222804" y="30861"/>
                          <a:pt x="223090" y="29718"/>
                          <a:pt x="223947" y="28480"/>
                        </a:cubicBezTo>
                        <a:cubicBezTo>
                          <a:pt x="224900" y="27051"/>
                          <a:pt x="226233" y="25813"/>
                          <a:pt x="227662" y="24670"/>
                        </a:cubicBezTo>
                        <a:cubicBezTo>
                          <a:pt x="230234" y="20383"/>
                          <a:pt x="232329" y="16097"/>
                          <a:pt x="233567" y="11716"/>
                        </a:cubicBezTo>
                        <a:cubicBezTo>
                          <a:pt x="234901" y="7048"/>
                          <a:pt x="235472" y="3238"/>
                          <a:pt x="235472" y="0"/>
                        </a:cubicBezTo>
                        <a:cubicBezTo>
                          <a:pt x="230805" y="2762"/>
                          <a:pt x="225757" y="5143"/>
                          <a:pt x="220804" y="7144"/>
                        </a:cubicBezTo>
                        <a:cubicBezTo>
                          <a:pt x="214613" y="12478"/>
                          <a:pt x="206135" y="16288"/>
                          <a:pt x="198992" y="16288"/>
                        </a:cubicBezTo>
                        <a:cubicBezTo>
                          <a:pt x="198420" y="16288"/>
                          <a:pt x="197944" y="16192"/>
                          <a:pt x="197468" y="16192"/>
                        </a:cubicBezTo>
                        <a:cubicBezTo>
                          <a:pt x="183561" y="21431"/>
                          <a:pt x="169654" y="26765"/>
                          <a:pt x="155844" y="32004"/>
                        </a:cubicBezTo>
                        <a:cubicBezTo>
                          <a:pt x="150986" y="33814"/>
                          <a:pt x="145937" y="35719"/>
                          <a:pt x="141461" y="36195"/>
                        </a:cubicBezTo>
                        <a:cubicBezTo>
                          <a:pt x="133745" y="36957"/>
                          <a:pt x="129745" y="32861"/>
                          <a:pt x="129745" y="27241"/>
                        </a:cubicBezTo>
                        <a:cubicBezTo>
                          <a:pt x="109647" y="39052"/>
                          <a:pt x="91359" y="50387"/>
                          <a:pt x="80024" y="56674"/>
                        </a:cubicBezTo>
                        <a:cubicBezTo>
                          <a:pt x="62689" y="66294"/>
                          <a:pt x="44972" y="76105"/>
                          <a:pt x="30876" y="8858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74" name="Forme libre : forme 17873">
                    <a:extLst>
                      <a:ext uri="{FF2B5EF4-FFF2-40B4-BE49-F238E27FC236}">
                        <a16:creationId xmlns:a16="http://schemas.microsoft.com/office/drawing/2014/main" id="{3944CA06-9EF5-4A95-BB74-D564DFA974A0}"/>
                      </a:ext>
                    </a:extLst>
                  </p:cNvPr>
                  <p:cNvSpPr/>
                  <p:nvPr/>
                </p:nvSpPr>
                <p:spPr>
                  <a:xfrm>
                    <a:off x="5680319" y="4567989"/>
                    <a:ext cx="196838" cy="126681"/>
                  </a:xfrm>
                  <a:custGeom>
                    <a:avLst/>
                    <a:gdLst>
                      <a:gd name="connsiteX0" fmla="*/ 173273 w 196838"/>
                      <a:gd name="connsiteY0" fmla="*/ 10 h 126681"/>
                      <a:gd name="connsiteX1" fmla="*/ 97835 w 196838"/>
                      <a:gd name="connsiteY1" fmla="*/ 30490 h 126681"/>
                      <a:gd name="connsiteX2" fmla="*/ 36113 w 196838"/>
                      <a:gd name="connsiteY2" fmla="*/ 67162 h 126681"/>
                      <a:gd name="connsiteX3" fmla="*/ 3633 w 196838"/>
                      <a:gd name="connsiteY3" fmla="*/ 104023 h 126681"/>
                      <a:gd name="connsiteX4" fmla="*/ 3633 w 196838"/>
                      <a:gd name="connsiteY4" fmla="*/ 124216 h 126681"/>
                      <a:gd name="connsiteX5" fmla="*/ 21445 w 196838"/>
                      <a:gd name="connsiteY5" fmla="*/ 126598 h 126681"/>
                      <a:gd name="connsiteX6" fmla="*/ 56496 w 196838"/>
                      <a:gd name="connsiteY6" fmla="*/ 125550 h 126681"/>
                      <a:gd name="connsiteX7" fmla="*/ 87167 w 196838"/>
                      <a:gd name="connsiteY7" fmla="*/ 120502 h 126681"/>
                      <a:gd name="connsiteX8" fmla="*/ 125267 w 196838"/>
                      <a:gd name="connsiteY8" fmla="*/ 96689 h 126681"/>
                      <a:gd name="connsiteX9" fmla="*/ 123838 w 196838"/>
                      <a:gd name="connsiteY9" fmla="*/ 97261 h 126681"/>
                      <a:gd name="connsiteX10" fmla="*/ 109455 w 196838"/>
                      <a:gd name="connsiteY10" fmla="*/ 101452 h 126681"/>
                      <a:gd name="connsiteX11" fmla="*/ 99359 w 196838"/>
                      <a:gd name="connsiteY11" fmla="*/ 85831 h 126681"/>
                      <a:gd name="connsiteX12" fmla="*/ 124219 w 196838"/>
                      <a:gd name="connsiteY12" fmla="*/ 61637 h 126681"/>
                      <a:gd name="connsiteX13" fmla="*/ 164224 w 196838"/>
                      <a:gd name="connsiteY13" fmla="*/ 41920 h 126681"/>
                      <a:gd name="connsiteX14" fmla="*/ 190989 w 196838"/>
                      <a:gd name="connsiteY14" fmla="*/ 34872 h 126681"/>
                      <a:gd name="connsiteX15" fmla="*/ 196514 w 196838"/>
                      <a:gd name="connsiteY15" fmla="*/ 20870 h 126681"/>
                      <a:gd name="connsiteX16" fmla="*/ 173273 w 196838"/>
                      <a:gd name="connsiteY16" fmla="*/ 10 h 126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6838" h="126681">
                        <a:moveTo>
                          <a:pt x="173273" y="10"/>
                        </a:moveTo>
                        <a:cubicBezTo>
                          <a:pt x="146317" y="-466"/>
                          <a:pt x="124505" y="15727"/>
                          <a:pt x="97835" y="30490"/>
                        </a:cubicBezTo>
                        <a:cubicBezTo>
                          <a:pt x="77356" y="42968"/>
                          <a:pt x="54877" y="52874"/>
                          <a:pt x="36113" y="67162"/>
                        </a:cubicBezTo>
                        <a:cubicBezTo>
                          <a:pt x="21540" y="78211"/>
                          <a:pt x="10014" y="91355"/>
                          <a:pt x="3633" y="104023"/>
                        </a:cubicBezTo>
                        <a:cubicBezTo>
                          <a:pt x="-367" y="111929"/>
                          <a:pt x="-1987" y="120406"/>
                          <a:pt x="3633" y="124216"/>
                        </a:cubicBezTo>
                        <a:cubicBezTo>
                          <a:pt x="7633" y="126883"/>
                          <a:pt x="14682" y="126788"/>
                          <a:pt x="21445" y="126598"/>
                        </a:cubicBezTo>
                        <a:cubicBezTo>
                          <a:pt x="33160" y="126217"/>
                          <a:pt x="44781" y="125931"/>
                          <a:pt x="56496" y="125550"/>
                        </a:cubicBezTo>
                        <a:cubicBezTo>
                          <a:pt x="66117" y="125264"/>
                          <a:pt x="76309" y="124883"/>
                          <a:pt x="87167" y="120502"/>
                        </a:cubicBezTo>
                        <a:cubicBezTo>
                          <a:pt x="98978" y="115739"/>
                          <a:pt x="112408" y="106690"/>
                          <a:pt x="125267" y="96689"/>
                        </a:cubicBezTo>
                        <a:cubicBezTo>
                          <a:pt x="124791" y="96880"/>
                          <a:pt x="124314" y="97070"/>
                          <a:pt x="123838" y="97261"/>
                        </a:cubicBezTo>
                        <a:cubicBezTo>
                          <a:pt x="118980" y="99070"/>
                          <a:pt x="113933" y="100975"/>
                          <a:pt x="109455" y="101452"/>
                        </a:cubicBezTo>
                        <a:cubicBezTo>
                          <a:pt x="98883" y="102499"/>
                          <a:pt x="95168" y="94403"/>
                          <a:pt x="99359" y="85831"/>
                        </a:cubicBezTo>
                        <a:cubicBezTo>
                          <a:pt x="103550" y="77258"/>
                          <a:pt x="113646" y="68686"/>
                          <a:pt x="124219" y="61637"/>
                        </a:cubicBezTo>
                        <a:cubicBezTo>
                          <a:pt x="136697" y="53350"/>
                          <a:pt x="150508" y="46588"/>
                          <a:pt x="164224" y="41920"/>
                        </a:cubicBezTo>
                        <a:cubicBezTo>
                          <a:pt x="171273" y="39539"/>
                          <a:pt x="181369" y="36587"/>
                          <a:pt x="190989" y="34872"/>
                        </a:cubicBezTo>
                        <a:cubicBezTo>
                          <a:pt x="193847" y="30109"/>
                          <a:pt x="195847" y="25442"/>
                          <a:pt x="196514" y="20870"/>
                        </a:cubicBezTo>
                        <a:cubicBezTo>
                          <a:pt x="198705" y="7345"/>
                          <a:pt x="189656" y="296"/>
                          <a:pt x="173273" y="1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75" name="Forme libre : forme 17874">
                    <a:extLst>
                      <a:ext uri="{FF2B5EF4-FFF2-40B4-BE49-F238E27FC236}">
                        <a16:creationId xmlns:a16="http://schemas.microsoft.com/office/drawing/2014/main" id="{85685C53-FEB7-4AE0-88F8-B5478C3B03AA}"/>
                      </a:ext>
                    </a:extLst>
                  </p:cNvPr>
                  <p:cNvSpPr/>
                  <p:nvPr/>
                </p:nvSpPr>
                <p:spPr>
                  <a:xfrm>
                    <a:off x="4607926" y="4851124"/>
                    <a:ext cx="103720" cy="107100"/>
                  </a:xfrm>
                  <a:custGeom>
                    <a:avLst/>
                    <a:gdLst>
                      <a:gd name="connsiteX0" fmla="*/ 33705 w 103720"/>
                      <a:gd name="connsiteY0" fmla="*/ 102923 h 107100"/>
                      <a:gd name="connsiteX1" fmla="*/ 103714 w 103720"/>
                      <a:gd name="connsiteY1" fmla="*/ 10530 h 107100"/>
                      <a:gd name="connsiteX2" fmla="*/ 74758 w 103720"/>
                      <a:gd name="connsiteY2" fmla="*/ 1387 h 107100"/>
                      <a:gd name="connsiteX3" fmla="*/ 30276 w 103720"/>
                      <a:gd name="connsiteY3" fmla="*/ 31295 h 107100"/>
                      <a:gd name="connsiteX4" fmla="*/ 1511 w 103720"/>
                      <a:gd name="connsiteY4" fmla="*/ 68538 h 107100"/>
                      <a:gd name="connsiteX5" fmla="*/ 3606 w 103720"/>
                      <a:gd name="connsiteY5" fmla="*/ 90826 h 107100"/>
                      <a:gd name="connsiteX6" fmla="*/ 19798 w 103720"/>
                      <a:gd name="connsiteY6" fmla="*/ 106542 h 107100"/>
                      <a:gd name="connsiteX7" fmla="*/ 26657 w 103720"/>
                      <a:gd name="connsiteY7" fmla="*/ 106638 h 107100"/>
                      <a:gd name="connsiteX8" fmla="*/ 33705 w 103720"/>
                      <a:gd name="connsiteY8" fmla="*/ 102923 h 107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3720" h="107100">
                        <a:moveTo>
                          <a:pt x="33705" y="102923"/>
                        </a:moveTo>
                        <a:cubicBezTo>
                          <a:pt x="67519" y="80253"/>
                          <a:pt x="104285" y="36248"/>
                          <a:pt x="103714" y="10530"/>
                        </a:cubicBezTo>
                        <a:cubicBezTo>
                          <a:pt x="103524" y="-804"/>
                          <a:pt x="91141" y="-1376"/>
                          <a:pt x="74758" y="1387"/>
                        </a:cubicBezTo>
                        <a:cubicBezTo>
                          <a:pt x="52279" y="5196"/>
                          <a:pt x="43992" y="15103"/>
                          <a:pt x="30276" y="31295"/>
                        </a:cubicBezTo>
                        <a:cubicBezTo>
                          <a:pt x="19798" y="43678"/>
                          <a:pt x="5892" y="56345"/>
                          <a:pt x="1511" y="68538"/>
                        </a:cubicBezTo>
                        <a:cubicBezTo>
                          <a:pt x="-1633" y="77205"/>
                          <a:pt x="653" y="84349"/>
                          <a:pt x="3606" y="90826"/>
                        </a:cubicBezTo>
                        <a:cubicBezTo>
                          <a:pt x="6749" y="97589"/>
                          <a:pt x="10940" y="104066"/>
                          <a:pt x="19798" y="106542"/>
                        </a:cubicBezTo>
                        <a:cubicBezTo>
                          <a:pt x="21704" y="107114"/>
                          <a:pt x="23989" y="107400"/>
                          <a:pt x="26657" y="106638"/>
                        </a:cubicBezTo>
                        <a:cubicBezTo>
                          <a:pt x="29228" y="105971"/>
                          <a:pt x="31515" y="104447"/>
                          <a:pt x="33705" y="10292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76" name="Forme libre : forme 17875">
                    <a:extLst>
                      <a:ext uri="{FF2B5EF4-FFF2-40B4-BE49-F238E27FC236}">
                        <a16:creationId xmlns:a16="http://schemas.microsoft.com/office/drawing/2014/main" id="{7260E948-EDD9-4035-B179-80C00037633D}"/>
                      </a:ext>
                    </a:extLst>
                  </p:cNvPr>
                  <p:cNvSpPr/>
                  <p:nvPr/>
                </p:nvSpPr>
                <p:spPr>
                  <a:xfrm>
                    <a:off x="5678492" y="4726476"/>
                    <a:ext cx="201348" cy="179230"/>
                  </a:xfrm>
                  <a:custGeom>
                    <a:avLst/>
                    <a:gdLst>
                      <a:gd name="connsiteX0" fmla="*/ 128809 w 201348"/>
                      <a:gd name="connsiteY0" fmla="*/ 77934 h 179230"/>
                      <a:gd name="connsiteX1" fmla="*/ 118713 w 201348"/>
                      <a:gd name="connsiteY1" fmla="*/ 62313 h 179230"/>
                      <a:gd name="connsiteX2" fmla="*/ 143573 w 201348"/>
                      <a:gd name="connsiteY2" fmla="*/ 38119 h 179230"/>
                      <a:gd name="connsiteX3" fmla="*/ 183578 w 201348"/>
                      <a:gd name="connsiteY3" fmla="*/ 18403 h 179230"/>
                      <a:gd name="connsiteX4" fmla="*/ 201295 w 201348"/>
                      <a:gd name="connsiteY4" fmla="*/ 13259 h 179230"/>
                      <a:gd name="connsiteX5" fmla="*/ 199961 w 201348"/>
                      <a:gd name="connsiteY5" fmla="*/ 6401 h 179230"/>
                      <a:gd name="connsiteX6" fmla="*/ 90233 w 201348"/>
                      <a:gd name="connsiteY6" fmla="*/ 38405 h 179230"/>
                      <a:gd name="connsiteX7" fmla="*/ 4698 w 201348"/>
                      <a:gd name="connsiteY7" fmla="*/ 136322 h 179230"/>
                      <a:gd name="connsiteX8" fmla="*/ 15081 w 201348"/>
                      <a:gd name="connsiteY8" fmla="*/ 178423 h 179230"/>
                      <a:gd name="connsiteX9" fmla="*/ 73374 w 201348"/>
                      <a:gd name="connsiteY9" fmla="*/ 165659 h 179230"/>
                      <a:gd name="connsiteX10" fmla="*/ 121475 w 201348"/>
                      <a:gd name="connsiteY10" fmla="*/ 140037 h 179230"/>
                      <a:gd name="connsiteX11" fmla="*/ 145097 w 201348"/>
                      <a:gd name="connsiteY11" fmla="*/ 110033 h 179230"/>
                      <a:gd name="connsiteX12" fmla="*/ 174720 w 201348"/>
                      <a:gd name="connsiteY12" fmla="*/ 61742 h 179230"/>
                      <a:gd name="connsiteX13" fmla="*/ 143192 w 201348"/>
                      <a:gd name="connsiteY13" fmla="*/ 73743 h 179230"/>
                      <a:gd name="connsiteX14" fmla="*/ 128809 w 201348"/>
                      <a:gd name="connsiteY14" fmla="*/ 77934 h 179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01348" h="179230">
                        <a:moveTo>
                          <a:pt x="128809" y="77934"/>
                        </a:moveTo>
                        <a:cubicBezTo>
                          <a:pt x="118237" y="78982"/>
                          <a:pt x="114522" y="70886"/>
                          <a:pt x="118713" y="62313"/>
                        </a:cubicBezTo>
                        <a:cubicBezTo>
                          <a:pt x="122999" y="53740"/>
                          <a:pt x="133000" y="45168"/>
                          <a:pt x="143573" y="38119"/>
                        </a:cubicBezTo>
                        <a:cubicBezTo>
                          <a:pt x="156051" y="29833"/>
                          <a:pt x="169862" y="23070"/>
                          <a:pt x="183578" y="18403"/>
                        </a:cubicBezTo>
                        <a:cubicBezTo>
                          <a:pt x="188436" y="16688"/>
                          <a:pt x="194722" y="14878"/>
                          <a:pt x="201295" y="13259"/>
                        </a:cubicBezTo>
                        <a:cubicBezTo>
                          <a:pt x="201485" y="10783"/>
                          <a:pt x="201199" y="8402"/>
                          <a:pt x="199961" y="6401"/>
                        </a:cubicBezTo>
                        <a:cubicBezTo>
                          <a:pt x="187198" y="-14363"/>
                          <a:pt x="117284" y="20498"/>
                          <a:pt x="90233" y="38405"/>
                        </a:cubicBezTo>
                        <a:cubicBezTo>
                          <a:pt x="48799" y="65933"/>
                          <a:pt x="17748" y="102794"/>
                          <a:pt x="4698" y="136322"/>
                        </a:cubicBezTo>
                        <a:cubicBezTo>
                          <a:pt x="-2445" y="154706"/>
                          <a:pt x="-3207" y="174232"/>
                          <a:pt x="15081" y="178423"/>
                        </a:cubicBezTo>
                        <a:cubicBezTo>
                          <a:pt x="30225" y="181852"/>
                          <a:pt x="52895" y="173756"/>
                          <a:pt x="73374" y="165659"/>
                        </a:cubicBezTo>
                        <a:cubicBezTo>
                          <a:pt x="90138" y="158991"/>
                          <a:pt x="107950" y="151562"/>
                          <a:pt x="121475" y="140037"/>
                        </a:cubicBezTo>
                        <a:cubicBezTo>
                          <a:pt x="132334" y="130798"/>
                          <a:pt x="138906" y="120225"/>
                          <a:pt x="145097" y="110033"/>
                        </a:cubicBezTo>
                        <a:cubicBezTo>
                          <a:pt x="154908" y="93936"/>
                          <a:pt x="164623" y="77839"/>
                          <a:pt x="174720" y="61742"/>
                        </a:cubicBezTo>
                        <a:cubicBezTo>
                          <a:pt x="164242" y="65742"/>
                          <a:pt x="153670" y="69743"/>
                          <a:pt x="143192" y="73743"/>
                        </a:cubicBezTo>
                        <a:cubicBezTo>
                          <a:pt x="138334" y="75648"/>
                          <a:pt x="133286" y="77553"/>
                          <a:pt x="128809" y="7793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77" name="Forme libre : forme 17876">
                    <a:extLst>
                      <a:ext uri="{FF2B5EF4-FFF2-40B4-BE49-F238E27FC236}">
                        <a16:creationId xmlns:a16="http://schemas.microsoft.com/office/drawing/2014/main" id="{F7F8B41D-152C-496C-B36B-71532E01F057}"/>
                      </a:ext>
                    </a:extLst>
                  </p:cNvPr>
                  <p:cNvSpPr/>
                  <p:nvPr/>
                </p:nvSpPr>
                <p:spPr>
                  <a:xfrm>
                    <a:off x="5932500" y="4576224"/>
                    <a:ext cx="99796" cy="91096"/>
                  </a:xfrm>
                  <a:custGeom>
                    <a:avLst/>
                    <a:gdLst>
                      <a:gd name="connsiteX0" fmla="*/ 1198 w 99796"/>
                      <a:gd name="connsiteY0" fmla="*/ 81786 h 91096"/>
                      <a:gd name="connsiteX1" fmla="*/ 19581 w 99796"/>
                      <a:gd name="connsiteY1" fmla="*/ 90644 h 91096"/>
                      <a:gd name="connsiteX2" fmla="*/ 90447 w 99796"/>
                      <a:gd name="connsiteY2" fmla="*/ 4824 h 91096"/>
                      <a:gd name="connsiteX3" fmla="*/ 1198 w 99796"/>
                      <a:gd name="connsiteY3" fmla="*/ 81786 h 9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796" h="91096">
                        <a:moveTo>
                          <a:pt x="1198" y="81786"/>
                        </a:moveTo>
                        <a:cubicBezTo>
                          <a:pt x="3770" y="87406"/>
                          <a:pt x="11294" y="89787"/>
                          <a:pt x="19581" y="90644"/>
                        </a:cubicBezTo>
                        <a:cubicBezTo>
                          <a:pt x="80256" y="97407"/>
                          <a:pt x="118450" y="26350"/>
                          <a:pt x="90447" y="4824"/>
                        </a:cubicBezTo>
                        <a:cubicBezTo>
                          <a:pt x="58348" y="-19941"/>
                          <a:pt x="-9851" y="57497"/>
                          <a:pt x="1198" y="8178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78" name="Forme libre : forme 17877">
                    <a:extLst>
                      <a:ext uri="{FF2B5EF4-FFF2-40B4-BE49-F238E27FC236}">
                        <a16:creationId xmlns:a16="http://schemas.microsoft.com/office/drawing/2014/main" id="{3EAF49D3-B323-4E81-9F32-01FA097998C8}"/>
                      </a:ext>
                    </a:extLst>
                  </p:cNvPr>
                  <p:cNvSpPr/>
                  <p:nvPr/>
                </p:nvSpPr>
                <p:spPr>
                  <a:xfrm>
                    <a:off x="6146391" y="4471042"/>
                    <a:ext cx="111563" cy="136106"/>
                  </a:xfrm>
                  <a:custGeom>
                    <a:avLst/>
                    <a:gdLst>
                      <a:gd name="connsiteX0" fmla="*/ 27242 w 111563"/>
                      <a:gd name="connsiteY0" fmla="*/ 76193 h 136106"/>
                      <a:gd name="connsiteX1" fmla="*/ 23813 w 111563"/>
                      <a:gd name="connsiteY1" fmla="*/ 60477 h 136106"/>
                      <a:gd name="connsiteX2" fmla="*/ 38196 w 111563"/>
                      <a:gd name="connsiteY2" fmla="*/ 44665 h 136106"/>
                      <a:gd name="connsiteX3" fmla="*/ 82201 w 111563"/>
                      <a:gd name="connsiteY3" fmla="*/ 16757 h 136106"/>
                      <a:gd name="connsiteX4" fmla="*/ 88393 w 111563"/>
                      <a:gd name="connsiteY4" fmla="*/ 14185 h 136106"/>
                      <a:gd name="connsiteX5" fmla="*/ 69438 w 111563"/>
                      <a:gd name="connsiteY5" fmla="*/ 660 h 136106"/>
                      <a:gd name="connsiteX6" fmla="*/ 0 w 111563"/>
                      <a:gd name="connsiteY6" fmla="*/ 93147 h 136106"/>
                      <a:gd name="connsiteX7" fmla="*/ 6096 w 111563"/>
                      <a:gd name="connsiteY7" fmla="*/ 112293 h 136106"/>
                      <a:gd name="connsiteX8" fmla="*/ 42767 w 111563"/>
                      <a:gd name="connsiteY8" fmla="*/ 128771 h 136106"/>
                      <a:gd name="connsiteX9" fmla="*/ 57246 w 111563"/>
                      <a:gd name="connsiteY9" fmla="*/ 135915 h 136106"/>
                      <a:gd name="connsiteX10" fmla="*/ 97536 w 111563"/>
                      <a:gd name="connsiteY10" fmla="*/ 117912 h 136106"/>
                      <a:gd name="connsiteX11" fmla="*/ 111538 w 111563"/>
                      <a:gd name="connsiteY11" fmla="*/ 85909 h 136106"/>
                      <a:gd name="connsiteX12" fmla="*/ 105537 w 111563"/>
                      <a:gd name="connsiteY12" fmla="*/ 59238 h 136106"/>
                      <a:gd name="connsiteX13" fmla="*/ 67247 w 111563"/>
                      <a:gd name="connsiteY13" fmla="*/ 82289 h 136106"/>
                      <a:gd name="connsiteX14" fmla="*/ 27242 w 111563"/>
                      <a:gd name="connsiteY14" fmla="*/ 76193 h 136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1563" h="136106">
                        <a:moveTo>
                          <a:pt x="27242" y="76193"/>
                        </a:moveTo>
                        <a:cubicBezTo>
                          <a:pt x="23432" y="72288"/>
                          <a:pt x="20669" y="67144"/>
                          <a:pt x="23813" y="60477"/>
                        </a:cubicBezTo>
                        <a:cubicBezTo>
                          <a:pt x="26289" y="55047"/>
                          <a:pt x="32290" y="49618"/>
                          <a:pt x="38196" y="44665"/>
                        </a:cubicBezTo>
                        <a:cubicBezTo>
                          <a:pt x="51340" y="33807"/>
                          <a:pt x="66390" y="23901"/>
                          <a:pt x="82201" y="16757"/>
                        </a:cubicBezTo>
                        <a:cubicBezTo>
                          <a:pt x="84106" y="15900"/>
                          <a:pt x="86201" y="15043"/>
                          <a:pt x="88393" y="14185"/>
                        </a:cubicBezTo>
                        <a:cubicBezTo>
                          <a:pt x="84392" y="7803"/>
                          <a:pt x="78486" y="2469"/>
                          <a:pt x="69438" y="660"/>
                        </a:cubicBezTo>
                        <a:cubicBezTo>
                          <a:pt x="24766" y="-8199"/>
                          <a:pt x="-95" y="74764"/>
                          <a:pt x="0" y="93147"/>
                        </a:cubicBezTo>
                        <a:cubicBezTo>
                          <a:pt x="0" y="100482"/>
                          <a:pt x="1429" y="107340"/>
                          <a:pt x="6096" y="112293"/>
                        </a:cubicBezTo>
                        <a:cubicBezTo>
                          <a:pt x="14383" y="120960"/>
                          <a:pt x="31719" y="122199"/>
                          <a:pt x="42767" y="128771"/>
                        </a:cubicBezTo>
                        <a:cubicBezTo>
                          <a:pt x="47244" y="131438"/>
                          <a:pt x="50864" y="135057"/>
                          <a:pt x="57246" y="135915"/>
                        </a:cubicBezTo>
                        <a:cubicBezTo>
                          <a:pt x="68961" y="137534"/>
                          <a:pt x="87059" y="128676"/>
                          <a:pt x="97536" y="117912"/>
                        </a:cubicBezTo>
                        <a:cubicBezTo>
                          <a:pt x="108014" y="107149"/>
                          <a:pt x="111919" y="95434"/>
                          <a:pt x="111538" y="85909"/>
                        </a:cubicBezTo>
                        <a:cubicBezTo>
                          <a:pt x="111157" y="76574"/>
                          <a:pt x="108586" y="67811"/>
                          <a:pt x="105537" y="59238"/>
                        </a:cubicBezTo>
                        <a:cubicBezTo>
                          <a:pt x="93060" y="68001"/>
                          <a:pt x="80963" y="77526"/>
                          <a:pt x="67247" y="82289"/>
                        </a:cubicBezTo>
                        <a:cubicBezTo>
                          <a:pt x="49340" y="88576"/>
                          <a:pt x="34957" y="84003"/>
                          <a:pt x="27242" y="7619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79" name="Forme libre : forme 17878">
                    <a:extLst>
                      <a:ext uri="{FF2B5EF4-FFF2-40B4-BE49-F238E27FC236}">
                        <a16:creationId xmlns:a16="http://schemas.microsoft.com/office/drawing/2014/main" id="{3AAED23A-453E-4A37-8EDD-1A54C628F44A}"/>
                      </a:ext>
                    </a:extLst>
                  </p:cNvPr>
                  <p:cNvSpPr/>
                  <p:nvPr/>
                </p:nvSpPr>
                <p:spPr>
                  <a:xfrm>
                    <a:off x="6003421" y="4664338"/>
                    <a:ext cx="163163" cy="170673"/>
                  </a:xfrm>
                  <a:custGeom>
                    <a:avLst/>
                    <a:gdLst>
                      <a:gd name="connsiteX0" fmla="*/ 4953 w 163163"/>
                      <a:gd name="connsiteY0" fmla="*/ 141881 h 170673"/>
                      <a:gd name="connsiteX1" fmla="*/ 0 w 163163"/>
                      <a:gd name="connsiteY1" fmla="*/ 155597 h 170673"/>
                      <a:gd name="connsiteX2" fmla="*/ 6191 w 163163"/>
                      <a:gd name="connsiteY2" fmla="*/ 165694 h 170673"/>
                      <a:gd name="connsiteX3" fmla="*/ 34862 w 163163"/>
                      <a:gd name="connsiteY3" fmla="*/ 168456 h 170673"/>
                      <a:gd name="connsiteX4" fmla="*/ 54197 w 163163"/>
                      <a:gd name="connsiteY4" fmla="*/ 157312 h 170673"/>
                      <a:gd name="connsiteX5" fmla="*/ 134303 w 163163"/>
                      <a:gd name="connsiteY5" fmla="*/ 68158 h 170673"/>
                      <a:gd name="connsiteX6" fmla="*/ 157353 w 163163"/>
                      <a:gd name="connsiteY6" fmla="*/ 34821 h 170673"/>
                      <a:gd name="connsiteX7" fmla="*/ 147066 w 163163"/>
                      <a:gd name="connsiteY7" fmla="*/ 37011 h 170673"/>
                      <a:gd name="connsiteX8" fmla="*/ 139446 w 163163"/>
                      <a:gd name="connsiteY8" fmla="*/ 21866 h 170673"/>
                      <a:gd name="connsiteX9" fmla="*/ 163163 w 163163"/>
                      <a:gd name="connsiteY9" fmla="*/ 7007 h 170673"/>
                      <a:gd name="connsiteX10" fmla="*/ 162687 w 163163"/>
                      <a:gd name="connsiteY10" fmla="*/ 6246 h 170673"/>
                      <a:gd name="connsiteX11" fmla="*/ 4953 w 163163"/>
                      <a:gd name="connsiteY11" fmla="*/ 141881 h 170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3163" h="170673">
                        <a:moveTo>
                          <a:pt x="4953" y="141881"/>
                        </a:moveTo>
                        <a:cubicBezTo>
                          <a:pt x="2381" y="146644"/>
                          <a:pt x="0" y="151502"/>
                          <a:pt x="0" y="155597"/>
                        </a:cubicBezTo>
                        <a:cubicBezTo>
                          <a:pt x="0" y="159979"/>
                          <a:pt x="2763" y="163217"/>
                          <a:pt x="6191" y="165694"/>
                        </a:cubicBezTo>
                        <a:cubicBezTo>
                          <a:pt x="12478" y="170266"/>
                          <a:pt x="22670" y="172742"/>
                          <a:pt x="34862" y="168456"/>
                        </a:cubicBezTo>
                        <a:cubicBezTo>
                          <a:pt x="41720" y="166075"/>
                          <a:pt x="48292" y="161789"/>
                          <a:pt x="54197" y="157312"/>
                        </a:cubicBezTo>
                        <a:cubicBezTo>
                          <a:pt x="86011" y="133119"/>
                          <a:pt x="112300" y="95685"/>
                          <a:pt x="134303" y="68158"/>
                        </a:cubicBezTo>
                        <a:cubicBezTo>
                          <a:pt x="141065" y="59776"/>
                          <a:pt x="150686" y="46917"/>
                          <a:pt x="157353" y="34821"/>
                        </a:cubicBezTo>
                        <a:cubicBezTo>
                          <a:pt x="153829" y="36154"/>
                          <a:pt x="150305" y="37011"/>
                          <a:pt x="147066" y="37011"/>
                        </a:cubicBezTo>
                        <a:cubicBezTo>
                          <a:pt x="137446" y="37011"/>
                          <a:pt x="134017" y="30248"/>
                          <a:pt x="139446" y="21866"/>
                        </a:cubicBezTo>
                        <a:cubicBezTo>
                          <a:pt x="144209" y="14532"/>
                          <a:pt x="154210" y="8341"/>
                          <a:pt x="163163" y="7007"/>
                        </a:cubicBezTo>
                        <a:cubicBezTo>
                          <a:pt x="162973" y="6722"/>
                          <a:pt x="162878" y="6436"/>
                          <a:pt x="162687" y="6246"/>
                        </a:cubicBezTo>
                        <a:cubicBezTo>
                          <a:pt x="132874" y="-32521"/>
                          <a:pt x="16097" y="121022"/>
                          <a:pt x="4953" y="14188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80" name="Forme libre : forme 17879">
                    <a:extLst>
                      <a:ext uri="{FF2B5EF4-FFF2-40B4-BE49-F238E27FC236}">
                        <a16:creationId xmlns:a16="http://schemas.microsoft.com/office/drawing/2014/main" id="{A2D0CEB1-78F2-4BBE-8836-AFFDE270A58C}"/>
                      </a:ext>
                    </a:extLst>
                  </p:cNvPr>
                  <p:cNvSpPr/>
                  <p:nvPr/>
                </p:nvSpPr>
                <p:spPr>
                  <a:xfrm>
                    <a:off x="6124683" y="4752845"/>
                    <a:ext cx="237830" cy="175174"/>
                  </a:xfrm>
                  <a:custGeom>
                    <a:avLst/>
                    <a:gdLst>
                      <a:gd name="connsiteX0" fmla="*/ 110196 w 237830"/>
                      <a:gd name="connsiteY0" fmla="*/ 147576 h 175174"/>
                      <a:gd name="connsiteX1" fmla="*/ 134198 w 237830"/>
                      <a:gd name="connsiteY1" fmla="*/ 124049 h 175174"/>
                      <a:gd name="connsiteX2" fmla="*/ 212399 w 237830"/>
                      <a:gd name="connsiteY2" fmla="*/ 35276 h 175174"/>
                      <a:gd name="connsiteX3" fmla="*/ 192682 w 237830"/>
                      <a:gd name="connsiteY3" fmla="*/ 42706 h 175174"/>
                      <a:gd name="connsiteX4" fmla="*/ 185062 w 237830"/>
                      <a:gd name="connsiteY4" fmla="*/ 27561 h 175174"/>
                      <a:gd name="connsiteX5" fmla="*/ 212303 w 237830"/>
                      <a:gd name="connsiteY5" fmla="*/ 12416 h 175174"/>
                      <a:gd name="connsiteX6" fmla="*/ 220685 w 237830"/>
                      <a:gd name="connsiteY6" fmla="*/ 26132 h 175174"/>
                      <a:gd name="connsiteX7" fmla="*/ 237830 w 237830"/>
                      <a:gd name="connsiteY7" fmla="*/ 7463 h 175174"/>
                      <a:gd name="connsiteX8" fmla="*/ 158202 w 237830"/>
                      <a:gd name="connsiteY8" fmla="*/ 9940 h 175174"/>
                      <a:gd name="connsiteX9" fmla="*/ 53046 w 237830"/>
                      <a:gd name="connsiteY9" fmla="*/ 67185 h 175174"/>
                      <a:gd name="connsiteX10" fmla="*/ 86 w 237830"/>
                      <a:gd name="connsiteY10" fmla="*/ 148243 h 175174"/>
                      <a:gd name="connsiteX11" fmla="*/ 6087 w 237830"/>
                      <a:gd name="connsiteY11" fmla="*/ 168150 h 175174"/>
                      <a:gd name="connsiteX12" fmla="*/ 72762 w 237830"/>
                      <a:gd name="connsiteY12" fmla="*/ 166530 h 175174"/>
                      <a:gd name="connsiteX13" fmla="*/ 110196 w 237830"/>
                      <a:gd name="connsiteY13" fmla="*/ 147576 h 175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37830" h="175174">
                        <a:moveTo>
                          <a:pt x="110196" y="147576"/>
                        </a:moveTo>
                        <a:cubicBezTo>
                          <a:pt x="119721" y="140432"/>
                          <a:pt x="127055" y="132145"/>
                          <a:pt x="134198" y="124049"/>
                        </a:cubicBezTo>
                        <a:cubicBezTo>
                          <a:pt x="160297" y="94426"/>
                          <a:pt x="186396" y="64804"/>
                          <a:pt x="212399" y="35276"/>
                        </a:cubicBezTo>
                        <a:cubicBezTo>
                          <a:pt x="206493" y="39753"/>
                          <a:pt x="199064" y="42706"/>
                          <a:pt x="192682" y="42706"/>
                        </a:cubicBezTo>
                        <a:cubicBezTo>
                          <a:pt x="183062" y="42706"/>
                          <a:pt x="179633" y="35943"/>
                          <a:pt x="185062" y="27561"/>
                        </a:cubicBezTo>
                        <a:cubicBezTo>
                          <a:pt x="190491" y="19179"/>
                          <a:pt x="202683" y="12416"/>
                          <a:pt x="212303" y="12416"/>
                        </a:cubicBezTo>
                        <a:cubicBezTo>
                          <a:pt x="221352" y="12416"/>
                          <a:pt x="224877" y="18417"/>
                          <a:pt x="220685" y="26132"/>
                        </a:cubicBezTo>
                        <a:lnTo>
                          <a:pt x="237830" y="7463"/>
                        </a:lnTo>
                        <a:cubicBezTo>
                          <a:pt x="222781" y="-4919"/>
                          <a:pt x="189348" y="-347"/>
                          <a:pt x="158202" y="9940"/>
                        </a:cubicBezTo>
                        <a:cubicBezTo>
                          <a:pt x="121340" y="22036"/>
                          <a:pt x="83240" y="41944"/>
                          <a:pt x="53046" y="67185"/>
                        </a:cubicBezTo>
                        <a:cubicBezTo>
                          <a:pt x="22946" y="92522"/>
                          <a:pt x="1706" y="123287"/>
                          <a:pt x="86" y="148243"/>
                        </a:cubicBezTo>
                        <a:cubicBezTo>
                          <a:pt x="-390" y="155958"/>
                          <a:pt x="1039" y="163292"/>
                          <a:pt x="6087" y="168150"/>
                        </a:cubicBezTo>
                        <a:cubicBezTo>
                          <a:pt x="17803" y="179390"/>
                          <a:pt x="46378" y="175865"/>
                          <a:pt x="72762" y="166530"/>
                        </a:cubicBezTo>
                        <a:cubicBezTo>
                          <a:pt x="85621" y="162054"/>
                          <a:pt x="98956" y="155958"/>
                          <a:pt x="110196" y="14757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81" name="Forme libre : forme 17880">
                    <a:extLst>
                      <a:ext uri="{FF2B5EF4-FFF2-40B4-BE49-F238E27FC236}">
                        <a16:creationId xmlns:a16="http://schemas.microsoft.com/office/drawing/2014/main" id="{BB7174D0-E706-4911-80D3-2D71DC9E3278}"/>
                      </a:ext>
                    </a:extLst>
                  </p:cNvPr>
                  <p:cNvSpPr/>
                  <p:nvPr/>
                </p:nvSpPr>
                <p:spPr>
                  <a:xfrm>
                    <a:off x="6337184" y="4588003"/>
                    <a:ext cx="144488" cy="107350"/>
                  </a:xfrm>
                  <a:custGeom>
                    <a:avLst/>
                    <a:gdLst>
                      <a:gd name="connsiteX0" fmla="*/ 18377 w 144488"/>
                      <a:gd name="connsiteY0" fmla="*/ 61435 h 107350"/>
                      <a:gd name="connsiteX1" fmla="*/ 1041 w 144488"/>
                      <a:gd name="connsiteY1" fmla="*/ 91724 h 107350"/>
                      <a:gd name="connsiteX2" fmla="*/ 3422 w 144488"/>
                      <a:gd name="connsiteY2" fmla="*/ 105536 h 107350"/>
                      <a:gd name="connsiteX3" fmla="*/ 41427 w 144488"/>
                      <a:gd name="connsiteY3" fmla="*/ 98201 h 107350"/>
                      <a:gd name="connsiteX4" fmla="*/ 65811 w 144488"/>
                      <a:gd name="connsiteY4" fmla="*/ 86200 h 107350"/>
                      <a:gd name="connsiteX5" fmla="*/ 63525 w 144488"/>
                      <a:gd name="connsiteY5" fmla="*/ 86581 h 107350"/>
                      <a:gd name="connsiteX6" fmla="*/ 53429 w 144488"/>
                      <a:gd name="connsiteY6" fmla="*/ 70960 h 107350"/>
                      <a:gd name="connsiteX7" fmla="*/ 78289 w 144488"/>
                      <a:gd name="connsiteY7" fmla="*/ 46766 h 107350"/>
                      <a:gd name="connsiteX8" fmla="*/ 118294 w 144488"/>
                      <a:gd name="connsiteY8" fmla="*/ 27049 h 107350"/>
                      <a:gd name="connsiteX9" fmla="*/ 135915 w 144488"/>
                      <a:gd name="connsiteY9" fmla="*/ 21906 h 107350"/>
                      <a:gd name="connsiteX10" fmla="*/ 141725 w 144488"/>
                      <a:gd name="connsiteY10" fmla="*/ 15334 h 107350"/>
                      <a:gd name="connsiteX11" fmla="*/ 46952 w 144488"/>
                      <a:gd name="connsiteY11" fmla="*/ 30383 h 107350"/>
                      <a:gd name="connsiteX12" fmla="*/ 18377 w 144488"/>
                      <a:gd name="connsiteY12" fmla="*/ 61435 h 107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4488" h="107350">
                        <a:moveTo>
                          <a:pt x="18377" y="61435"/>
                        </a:moveTo>
                        <a:cubicBezTo>
                          <a:pt x="11137" y="71627"/>
                          <a:pt x="3898" y="82009"/>
                          <a:pt x="1041" y="91724"/>
                        </a:cubicBezTo>
                        <a:cubicBezTo>
                          <a:pt x="-578" y="97249"/>
                          <a:pt x="-673" y="102773"/>
                          <a:pt x="3422" y="105536"/>
                        </a:cubicBezTo>
                        <a:cubicBezTo>
                          <a:pt x="10947" y="110489"/>
                          <a:pt x="27616" y="104393"/>
                          <a:pt x="41427" y="98201"/>
                        </a:cubicBezTo>
                        <a:cubicBezTo>
                          <a:pt x="49523" y="94582"/>
                          <a:pt x="57810" y="90581"/>
                          <a:pt x="65811" y="86200"/>
                        </a:cubicBezTo>
                        <a:cubicBezTo>
                          <a:pt x="65049" y="86390"/>
                          <a:pt x="64287" y="86486"/>
                          <a:pt x="63525" y="86581"/>
                        </a:cubicBezTo>
                        <a:cubicBezTo>
                          <a:pt x="52952" y="87629"/>
                          <a:pt x="49237" y="79532"/>
                          <a:pt x="53429" y="70960"/>
                        </a:cubicBezTo>
                        <a:cubicBezTo>
                          <a:pt x="57715" y="62387"/>
                          <a:pt x="67716" y="53815"/>
                          <a:pt x="78289" y="46766"/>
                        </a:cubicBezTo>
                        <a:cubicBezTo>
                          <a:pt x="90766" y="38480"/>
                          <a:pt x="104578" y="31717"/>
                          <a:pt x="118294" y="27049"/>
                        </a:cubicBezTo>
                        <a:cubicBezTo>
                          <a:pt x="123152" y="25430"/>
                          <a:pt x="129342" y="23525"/>
                          <a:pt x="135915" y="21906"/>
                        </a:cubicBezTo>
                        <a:cubicBezTo>
                          <a:pt x="138201" y="20096"/>
                          <a:pt x="140201" y="18001"/>
                          <a:pt x="141725" y="15334"/>
                        </a:cubicBezTo>
                        <a:cubicBezTo>
                          <a:pt x="161728" y="-20480"/>
                          <a:pt x="67240" y="15715"/>
                          <a:pt x="46952" y="30383"/>
                        </a:cubicBezTo>
                        <a:cubicBezTo>
                          <a:pt x="34283" y="39337"/>
                          <a:pt x="25996" y="50672"/>
                          <a:pt x="18377" y="6143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82" name="Forme libre : forme 17881">
                    <a:extLst>
                      <a:ext uri="{FF2B5EF4-FFF2-40B4-BE49-F238E27FC236}">
                        <a16:creationId xmlns:a16="http://schemas.microsoft.com/office/drawing/2014/main" id="{243EEBAA-1FB8-4320-99BC-D6BAD9D1A868}"/>
                      </a:ext>
                    </a:extLst>
                  </p:cNvPr>
                  <p:cNvSpPr/>
                  <p:nvPr/>
                </p:nvSpPr>
                <p:spPr>
                  <a:xfrm>
                    <a:off x="6472152" y="4431181"/>
                    <a:ext cx="130867" cy="124183"/>
                  </a:xfrm>
                  <a:custGeom>
                    <a:avLst/>
                    <a:gdLst>
                      <a:gd name="connsiteX0" fmla="*/ 43904 w 130867"/>
                      <a:gd name="connsiteY0" fmla="*/ 34329 h 124183"/>
                      <a:gd name="connsiteX1" fmla="*/ 756 w 130867"/>
                      <a:gd name="connsiteY1" fmla="*/ 103194 h 124183"/>
                      <a:gd name="connsiteX2" fmla="*/ 11520 w 130867"/>
                      <a:gd name="connsiteY2" fmla="*/ 124149 h 124183"/>
                      <a:gd name="connsiteX3" fmla="*/ 45524 w 130867"/>
                      <a:gd name="connsiteY3" fmla="*/ 111767 h 124183"/>
                      <a:gd name="connsiteX4" fmla="*/ 84196 w 130867"/>
                      <a:gd name="connsiteY4" fmla="*/ 84716 h 124183"/>
                      <a:gd name="connsiteX5" fmla="*/ 107722 w 130867"/>
                      <a:gd name="connsiteY5" fmla="*/ 30328 h 124183"/>
                      <a:gd name="connsiteX6" fmla="*/ 130868 w 130867"/>
                      <a:gd name="connsiteY6" fmla="*/ 515 h 124183"/>
                      <a:gd name="connsiteX7" fmla="*/ 43904 w 130867"/>
                      <a:gd name="connsiteY7" fmla="*/ 34329 h 124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0867" h="124183">
                        <a:moveTo>
                          <a:pt x="43904" y="34329"/>
                        </a:moveTo>
                        <a:cubicBezTo>
                          <a:pt x="18758" y="55855"/>
                          <a:pt x="4948" y="81287"/>
                          <a:pt x="756" y="103194"/>
                        </a:cubicBezTo>
                        <a:cubicBezTo>
                          <a:pt x="-1149" y="112910"/>
                          <a:pt x="-101" y="123388"/>
                          <a:pt x="11520" y="124149"/>
                        </a:cubicBezTo>
                        <a:cubicBezTo>
                          <a:pt x="21330" y="124721"/>
                          <a:pt x="34284" y="118053"/>
                          <a:pt x="45524" y="111767"/>
                        </a:cubicBezTo>
                        <a:cubicBezTo>
                          <a:pt x="59621" y="103956"/>
                          <a:pt x="74575" y="95479"/>
                          <a:pt x="84196" y="84716"/>
                        </a:cubicBezTo>
                        <a:cubicBezTo>
                          <a:pt x="100388" y="66523"/>
                          <a:pt x="95530" y="48997"/>
                          <a:pt x="107722" y="30328"/>
                        </a:cubicBezTo>
                        <a:lnTo>
                          <a:pt x="130868" y="515"/>
                        </a:lnTo>
                        <a:cubicBezTo>
                          <a:pt x="106484" y="-3104"/>
                          <a:pt x="69051" y="12802"/>
                          <a:pt x="43904" y="3432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83" name="Forme libre : forme 17882">
                    <a:extLst>
                      <a:ext uri="{FF2B5EF4-FFF2-40B4-BE49-F238E27FC236}">
                        <a16:creationId xmlns:a16="http://schemas.microsoft.com/office/drawing/2014/main" id="{F0AF9076-1171-4096-8847-8D88C9B5E454}"/>
                      </a:ext>
                    </a:extLst>
                  </p:cNvPr>
                  <p:cNvSpPr/>
                  <p:nvPr/>
                </p:nvSpPr>
                <p:spPr>
                  <a:xfrm>
                    <a:off x="6670232" y="4407210"/>
                    <a:ext cx="220728" cy="136269"/>
                  </a:xfrm>
                  <a:custGeom>
                    <a:avLst/>
                    <a:gdLst>
                      <a:gd name="connsiteX0" fmla="*/ 220728 w 220728"/>
                      <a:gd name="connsiteY0" fmla="*/ 40678 h 136269"/>
                      <a:gd name="connsiteX1" fmla="*/ 217585 w 220728"/>
                      <a:gd name="connsiteY1" fmla="*/ 2007 h 136269"/>
                      <a:gd name="connsiteX2" fmla="*/ 97475 w 220728"/>
                      <a:gd name="connsiteY2" fmla="*/ 20962 h 136269"/>
                      <a:gd name="connsiteX3" fmla="*/ 68805 w 220728"/>
                      <a:gd name="connsiteY3" fmla="*/ 36106 h 136269"/>
                      <a:gd name="connsiteX4" fmla="*/ 44707 w 220728"/>
                      <a:gd name="connsiteY4" fmla="*/ 59824 h 136269"/>
                      <a:gd name="connsiteX5" fmla="*/ 5083 w 220728"/>
                      <a:gd name="connsiteY5" fmla="*/ 110116 h 136269"/>
                      <a:gd name="connsiteX6" fmla="*/ 34 w 220728"/>
                      <a:gd name="connsiteY6" fmla="*/ 119641 h 136269"/>
                      <a:gd name="connsiteX7" fmla="*/ 5559 w 220728"/>
                      <a:gd name="connsiteY7" fmla="*/ 127165 h 136269"/>
                      <a:gd name="connsiteX8" fmla="*/ 115763 w 220728"/>
                      <a:gd name="connsiteY8" fmla="*/ 121831 h 136269"/>
                      <a:gd name="connsiteX9" fmla="*/ 220728 w 220728"/>
                      <a:gd name="connsiteY9" fmla="*/ 40678 h 136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0728" h="136269">
                        <a:moveTo>
                          <a:pt x="220728" y="40678"/>
                        </a:moveTo>
                        <a:lnTo>
                          <a:pt x="217585" y="2007"/>
                        </a:lnTo>
                        <a:cubicBezTo>
                          <a:pt x="184343" y="-3804"/>
                          <a:pt x="140528" y="3150"/>
                          <a:pt x="97475" y="20962"/>
                        </a:cubicBezTo>
                        <a:cubicBezTo>
                          <a:pt x="87569" y="25057"/>
                          <a:pt x="77568" y="29820"/>
                          <a:pt x="68805" y="36106"/>
                        </a:cubicBezTo>
                        <a:cubicBezTo>
                          <a:pt x="59089" y="43155"/>
                          <a:pt x="51660" y="51537"/>
                          <a:pt x="44707" y="59824"/>
                        </a:cubicBezTo>
                        <a:cubicBezTo>
                          <a:pt x="30610" y="76492"/>
                          <a:pt x="17370" y="93256"/>
                          <a:pt x="5083" y="110116"/>
                        </a:cubicBezTo>
                        <a:cubicBezTo>
                          <a:pt x="2702" y="113354"/>
                          <a:pt x="320" y="116688"/>
                          <a:pt x="34" y="119641"/>
                        </a:cubicBezTo>
                        <a:cubicBezTo>
                          <a:pt x="-347" y="123260"/>
                          <a:pt x="2511" y="125451"/>
                          <a:pt x="5559" y="127165"/>
                        </a:cubicBezTo>
                        <a:cubicBezTo>
                          <a:pt x="30228" y="140977"/>
                          <a:pt x="73186" y="138976"/>
                          <a:pt x="115763" y="121831"/>
                        </a:cubicBezTo>
                        <a:cubicBezTo>
                          <a:pt x="158340" y="104686"/>
                          <a:pt x="199392" y="72968"/>
                          <a:pt x="220728" y="4067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84" name="Forme libre : forme 17883">
                    <a:extLst>
                      <a:ext uri="{FF2B5EF4-FFF2-40B4-BE49-F238E27FC236}">
                        <a16:creationId xmlns:a16="http://schemas.microsoft.com/office/drawing/2014/main" id="{CCDDB09E-7A13-4CFA-BFE5-E5A1CE8CEBBC}"/>
                      </a:ext>
                    </a:extLst>
                  </p:cNvPr>
                  <p:cNvSpPr/>
                  <p:nvPr/>
                </p:nvSpPr>
                <p:spPr>
                  <a:xfrm>
                    <a:off x="6603826" y="4571431"/>
                    <a:ext cx="112064" cy="95924"/>
                  </a:xfrm>
                  <a:custGeom>
                    <a:avLst/>
                    <a:gdLst>
                      <a:gd name="connsiteX0" fmla="*/ 86728 w 112064"/>
                      <a:gd name="connsiteY0" fmla="*/ 31905 h 95924"/>
                      <a:gd name="connsiteX1" fmla="*/ 79108 w 112064"/>
                      <a:gd name="connsiteY1" fmla="*/ 16761 h 95924"/>
                      <a:gd name="connsiteX2" fmla="*/ 100063 w 112064"/>
                      <a:gd name="connsiteY2" fmla="*/ 2473 h 95924"/>
                      <a:gd name="connsiteX3" fmla="*/ 32245 w 112064"/>
                      <a:gd name="connsiteY3" fmla="*/ 3425 h 95924"/>
                      <a:gd name="connsiteX4" fmla="*/ 19862 w 112064"/>
                      <a:gd name="connsiteY4" fmla="*/ 6283 h 95924"/>
                      <a:gd name="connsiteX5" fmla="*/ 3670 w 112064"/>
                      <a:gd name="connsiteY5" fmla="*/ 26095 h 95924"/>
                      <a:gd name="connsiteX6" fmla="*/ 19768 w 112064"/>
                      <a:gd name="connsiteY6" fmla="*/ 90865 h 95924"/>
                      <a:gd name="connsiteX7" fmla="*/ 107112 w 112064"/>
                      <a:gd name="connsiteY7" fmla="*/ 29905 h 95924"/>
                      <a:gd name="connsiteX8" fmla="*/ 112065 w 112064"/>
                      <a:gd name="connsiteY8" fmla="*/ 19142 h 95924"/>
                      <a:gd name="connsiteX9" fmla="*/ 86728 w 112064"/>
                      <a:gd name="connsiteY9" fmla="*/ 31905 h 9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2064" h="95924">
                        <a:moveTo>
                          <a:pt x="86728" y="31905"/>
                        </a:moveTo>
                        <a:cubicBezTo>
                          <a:pt x="77108" y="31905"/>
                          <a:pt x="73679" y="25142"/>
                          <a:pt x="79108" y="16761"/>
                        </a:cubicBezTo>
                        <a:cubicBezTo>
                          <a:pt x="83394" y="10188"/>
                          <a:pt x="91871" y="4569"/>
                          <a:pt x="100063" y="2473"/>
                        </a:cubicBezTo>
                        <a:cubicBezTo>
                          <a:pt x="82632" y="-2575"/>
                          <a:pt x="51295" y="1330"/>
                          <a:pt x="32245" y="3425"/>
                        </a:cubicBezTo>
                        <a:cubicBezTo>
                          <a:pt x="28244" y="3902"/>
                          <a:pt x="24149" y="4378"/>
                          <a:pt x="19862" y="6283"/>
                        </a:cubicBezTo>
                        <a:cubicBezTo>
                          <a:pt x="10528" y="10569"/>
                          <a:pt x="5765" y="19237"/>
                          <a:pt x="3670" y="26095"/>
                        </a:cubicBezTo>
                        <a:cubicBezTo>
                          <a:pt x="-4616" y="52956"/>
                          <a:pt x="1289" y="76578"/>
                          <a:pt x="19768" y="90865"/>
                        </a:cubicBezTo>
                        <a:cubicBezTo>
                          <a:pt x="48628" y="113249"/>
                          <a:pt x="90348" y="55623"/>
                          <a:pt x="107112" y="29905"/>
                        </a:cubicBezTo>
                        <a:cubicBezTo>
                          <a:pt x="109778" y="25809"/>
                          <a:pt x="111398" y="22285"/>
                          <a:pt x="112065" y="19142"/>
                        </a:cubicBezTo>
                        <a:cubicBezTo>
                          <a:pt x="106064" y="26381"/>
                          <a:pt x="95396" y="31905"/>
                          <a:pt x="86728" y="3190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85" name="Forme libre : forme 17884">
                    <a:extLst>
                      <a:ext uri="{FF2B5EF4-FFF2-40B4-BE49-F238E27FC236}">
                        <a16:creationId xmlns:a16="http://schemas.microsoft.com/office/drawing/2014/main" id="{B49989D5-2983-4205-A70F-B71140FA69EF}"/>
                      </a:ext>
                    </a:extLst>
                  </p:cNvPr>
                  <p:cNvSpPr/>
                  <p:nvPr/>
                </p:nvSpPr>
                <p:spPr>
                  <a:xfrm>
                    <a:off x="6393715" y="4786536"/>
                    <a:ext cx="161707" cy="171792"/>
                  </a:xfrm>
                  <a:custGeom>
                    <a:avLst/>
                    <a:gdLst>
                      <a:gd name="connsiteX0" fmla="*/ 22710 w 161707"/>
                      <a:gd name="connsiteY0" fmla="*/ 161987 h 171792"/>
                      <a:gd name="connsiteX1" fmla="*/ 72335 w 161707"/>
                      <a:gd name="connsiteY1" fmla="*/ 167797 h 171792"/>
                      <a:gd name="connsiteX2" fmla="*/ 84813 w 161707"/>
                      <a:gd name="connsiteY2" fmla="*/ 161225 h 171792"/>
                      <a:gd name="connsiteX3" fmla="*/ 94909 w 161707"/>
                      <a:gd name="connsiteY3" fmla="*/ 141127 h 171792"/>
                      <a:gd name="connsiteX4" fmla="*/ 117484 w 161707"/>
                      <a:gd name="connsiteY4" fmla="*/ 81024 h 171792"/>
                      <a:gd name="connsiteX5" fmla="*/ 157965 w 161707"/>
                      <a:gd name="connsiteY5" fmla="*/ 21969 h 171792"/>
                      <a:gd name="connsiteX6" fmla="*/ 67573 w 161707"/>
                      <a:gd name="connsiteY6" fmla="*/ 31399 h 171792"/>
                      <a:gd name="connsiteX7" fmla="*/ 1660 w 161707"/>
                      <a:gd name="connsiteY7" fmla="*/ 92549 h 171792"/>
                      <a:gd name="connsiteX8" fmla="*/ 5946 w 161707"/>
                      <a:gd name="connsiteY8" fmla="*/ 126934 h 171792"/>
                      <a:gd name="connsiteX9" fmla="*/ 22710 w 161707"/>
                      <a:gd name="connsiteY9" fmla="*/ 161987 h 171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1707" h="171792">
                        <a:moveTo>
                          <a:pt x="22710" y="161987"/>
                        </a:moveTo>
                        <a:cubicBezTo>
                          <a:pt x="32330" y="171226"/>
                          <a:pt x="50714" y="175512"/>
                          <a:pt x="72335" y="167797"/>
                        </a:cubicBezTo>
                        <a:cubicBezTo>
                          <a:pt x="76717" y="166273"/>
                          <a:pt x="81193" y="164177"/>
                          <a:pt x="84813" y="161225"/>
                        </a:cubicBezTo>
                        <a:cubicBezTo>
                          <a:pt x="92624" y="155033"/>
                          <a:pt x="93862" y="147604"/>
                          <a:pt x="94909" y="141127"/>
                        </a:cubicBezTo>
                        <a:cubicBezTo>
                          <a:pt x="98053" y="122077"/>
                          <a:pt x="105768" y="101693"/>
                          <a:pt x="117484" y="81024"/>
                        </a:cubicBezTo>
                        <a:cubicBezTo>
                          <a:pt x="128628" y="61498"/>
                          <a:pt x="148821" y="41114"/>
                          <a:pt x="157965" y="21969"/>
                        </a:cubicBezTo>
                        <a:cubicBezTo>
                          <a:pt x="179778" y="-23846"/>
                          <a:pt x="100529" y="13396"/>
                          <a:pt x="67573" y="31399"/>
                        </a:cubicBezTo>
                        <a:cubicBezTo>
                          <a:pt x="38331" y="47305"/>
                          <a:pt x="8613" y="70546"/>
                          <a:pt x="1660" y="92549"/>
                        </a:cubicBezTo>
                        <a:cubicBezTo>
                          <a:pt x="-2626" y="105980"/>
                          <a:pt x="2327" y="116457"/>
                          <a:pt x="5946" y="126934"/>
                        </a:cubicBezTo>
                        <a:cubicBezTo>
                          <a:pt x="10327" y="139317"/>
                          <a:pt x="13090" y="152747"/>
                          <a:pt x="22710" y="16198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86" name="Forme libre : forme 17885">
                    <a:extLst>
                      <a:ext uri="{FF2B5EF4-FFF2-40B4-BE49-F238E27FC236}">
                        <a16:creationId xmlns:a16="http://schemas.microsoft.com/office/drawing/2014/main" id="{43944982-D714-4356-9BF7-C3257D50A1C0}"/>
                      </a:ext>
                    </a:extLst>
                  </p:cNvPr>
                  <p:cNvSpPr/>
                  <p:nvPr/>
                </p:nvSpPr>
                <p:spPr>
                  <a:xfrm>
                    <a:off x="7010729" y="4407356"/>
                    <a:ext cx="171469" cy="210991"/>
                  </a:xfrm>
                  <a:custGeom>
                    <a:avLst/>
                    <a:gdLst>
                      <a:gd name="connsiteX0" fmla="*/ 166838 w 171469"/>
                      <a:gd name="connsiteY0" fmla="*/ 144259 h 210991"/>
                      <a:gd name="connsiteX1" fmla="*/ 142073 w 171469"/>
                      <a:gd name="connsiteY1" fmla="*/ 42723 h 210991"/>
                      <a:gd name="connsiteX2" fmla="*/ 144931 w 171469"/>
                      <a:gd name="connsiteY2" fmla="*/ 1480 h 210991"/>
                      <a:gd name="connsiteX3" fmla="*/ 66159 w 171469"/>
                      <a:gd name="connsiteY3" fmla="*/ 23864 h 210991"/>
                      <a:gd name="connsiteX4" fmla="*/ 19391 w 171469"/>
                      <a:gd name="connsiteY4" fmla="*/ 74156 h 210991"/>
                      <a:gd name="connsiteX5" fmla="*/ 3484 w 171469"/>
                      <a:gd name="connsiteY5" fmla="*/ 125019 h 210991"/>
                      <a:gd name="connsiteX6" fmla="*/ 11581 w 171469"/>
                      <a:gd name="connsiteY6" fmla="*/ 178073 h 210991"/>
                      <a:gd name="connsiteX7" fmla="*/ 58158 w 171469"/>
                      <a:gd name="connsiteY7" fmla="*/ 206934 h 210991"/>
                      <a:gd name="connsiteX8" fmla="*/ 132834 w 171469"/>
                      <a:gd name="connsiteY8" fmla="*/ 198933 h 210991"/>
                      <a:gd name="connsiteX9" fmla="*/ 166838 w 171469"/>
                      <a:gd name="connsiteY9" fmla="*/ 144259 h 210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1469" h="210991">
                        <a:moveTo>
                          <a:pt x="166838" y="144259"/>
                        </a:moveTo>
                        <a:cubicBezTo>
                          <a:pt x="136929" y="122162"/>
                          <a:pt x="129214" y="84824"/>
                          <a:pt x="142073" y="42723"/>
                        </a:cubicBezTo>
                        <a:cubicBezTo>
                          <a:pt x="146264" y="28912"/>
                          <a:pt x="159504" y="7195"/>
                          <a:pt x="144931" y="1480"/>
                        </a:cubicBezTo>
                        <a:cubicBezTo>
                          <a:pt x="128738" y="-4902"/>
                          <a:pt x="86828" y="10624"/>
                          <a:pt x="66159" y="23864"/>
                        </a:cubicBezTo>
                        <a:cubicBezTo>
                          <a:pt x="44442" y="37675"/>
                          <a:pt x="28630" y="56534"/>
                          <a:pt x="19391" y="74156"/>
                        </a:cubicBezTo>
                        <a:cubicBezTo>
                          <a:pt x="10247" y="91777"/>
                          <a:pt x="6818" y="108541"/>
                          <a:pt x="3484" y="125019"/>
                        </a:cubicBezTo>
                        <a:cubicBezTo>
                          <a:pt x="-612" y="145498"/>
                          <a:pt x="-4136" y="167786"/>
                          <a:pt x="11581" y="178073"/>
                        </a:cubicBezTo>
                        <a:cubicBezTo>
                          <a:pt x="26820" y="187979"/>
                          <a:pt x="39108" y="200457"/>
                          <a:pt x="58158" y="206934"/>
                        </a:cubicBezTo>
                        <a:cubicBezTo>
                          <a:pt x="77208" y="213506"/>
                          <a:pt x="105402" y="212935"/>
                          <a:pt x="132834" y="198933"/>
                        </a:cubicBezTo>
                        <a:cubicBezTo>
                          <a:pt x="160266" y="184931"/>
                          <a:pt x="181126" y="154832"/>
                          <a:pt x="166838" y="14425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87" name="Forme libre : forme 17886">
                    <a:extLst>
                      <a:ext uri="{FF2B5EF4-FFF2-40B4-BE49-F238E27FC236}">
                        <a16:creationId xmlns:a16="http://schemas.microsoft.com/office/drawing/2014/main" id="{E1A4193B-3BED-4ED9-8170-D731BB718B4E}"/>
                      </a:ext>
                    </a:extLst>
                  </p:cNvPr>
                  <p:cNvSpPr/>
                  <p:nvPr/>
                </p:nvSpPr>
                <p:spPr>
                  <a:xfrm>
                    <a:off x="6628818" y="4623354"/>
                    <a:ext cx="239073" cy="296583"/>
                  </a:xfrm>
                  <a:custGeom>
                    <a:avLst/>
                    <a:gdLst>
                      <a:gd name="connsiteX0" fmla="*/ 182609 w 239073"/>
                      <a:gd name="connsiteY0" fmla="*/ 88758 h 296583"/>
                      <a:gd name="connsiteX1" fmla="*/ 158987 w 239073"/>
                      <a:gd name="connsiteY1" fmla="*/ 97712 h 296583"/>
                      <a:gd name="connsiteX2" fmla="*/ 144604 w 239073"/>
                      <a:gd name="connsiteY2" fmla="*/ 101903 h 296583"/>
                      <a:gd name="connsiteX3" fmla="*/ 134508 w 239073"/>
                      <a:gd name="connsiteY3" fmla="*/ 86282 h 296583"/>
                      <a:gd name="connsiteX4" fmla="*/ 159368 w 239073"/>
                      <a:gd name="connsiteY4" fmla="*/ 62088 h 296583"/>
                      <a:gd name="connsiteX5" fmla="*/ 199373 w 239073"/>
                      <a:gd name="connsiteY5" fmla="*/ 42372 h 296583"/>
                      <a:gd name="connsiteX6" fmla="*/ 227757 w 239073"/>
                      <a:gd name="connsiteY6" fmla="*/ 35038 h 296583"/>
                      <a:gd name="connsiteX7" fmla="*/ 236425 w 239073"/>
                      <a:gd name="connsiteY7" fmla="*/ 5796 h 296583"/>
                      <a:gd name="connsiteX8" fmla="*/ 127840 w 239073"/>
                      <a:gd name="connsiteY8" fmla="*/ 49515 h 296583"/>
                      <a:gd name="connsiteX9" fmla="*/ 71166 w 239073"/>
                      <a:gd name="connsiteY9" fmla="*/ 106856 h 296583"/>
                      <a:gd name="connsiteX10" fmla="*/ 3634 w 239073"/>
                      <a:gd name="connsiteY10" fmla="*/ 207440 h 296583"/>
                      <a:gd name="connsiteX11" fmla="*/ 33352 w 239073"/>
                      <a:gd name="connsiteY11" fmla="*/ 288307 h 296583"/>
                      <a:gd name="connsiteX12" fmla="*/ 65928 w 239073"/>
                      <a:gd name="connsiteY12" fmla="*/ 296022 h 296583"/>
                      <a:gd name="connsiteX13" fmla="*/ 104980 w 239073"/>
                      <a:gd name="connsiteY13" fmla="*/ 280973 h 296583"/>
                      <a:gd name="connsiteX14" fmla="*/ 181180 w 239073"/>
                      <a:gd name="connsiteY14" fmla="*/ 225156 h 296583"/>
                      <a:gd name="connsiteX15" fmla="*/ 180323 w 239073"/>
                      <a:gd name="connsiteY15" fmla="*/ 176579 h 296583"/>
                      <a:gd name="connsiteX16" fmla="*/ 182418 w 239073"/>
                      <a:gd name="connsiteY16" fmla="*/ 90378 h 296583"/>
                      <a:gd name="connsiteX17" fmla="*/ 182609 w 239073"/>
                      <a:gd name="connsiteY17" fmla="*/ 88758 h 296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39073" h="296583">
                        <a:moveTo>
                          <a:pt x="182609" y="88758"/>
                        </a:moveTo>
                        <a:cubicBezTo>
                          <a:pt x="174703" y="91711"/>
                          <a:pt x="166892" y="94759"/>
                          <a:pt x="158987" y="97712"/>
                        </a:cubicBezTo>
                        <a:cubicBezTo>
                          <a:pt x="154129" y="99522"/>
                          <a:pt x="149081" y="101427"/>
                          <a:pt x="144604" y="101903"/>
                        </a:cubicBezTo>
                        <a:cubicBezTo>
                          <a:pt x="134032" y="102951"/>
                          <a:pt x="130317" y="94855"/>
                          <a:pt x="134508" y="86282"/>
                        </a:cubicBezTo>
                        <a:cubicBezTo>
                          <a:pt x="138794" y="77709"/>
                          <a:pt x="148795" y="69137"/>
                          <a:pt x="159368" y="62088"/>
                        </a:cubicBezTo>
                        <a:cubicBezTo>
                          <a:pt x="171846" y="53802"/>
                          <a:pt x="185657" y="47039"/>
                          <a:pt x="199373" y="42372"/>
                        </a:cubicBezTo>
                        <a:cubicBezTo>
                          <a:pt x="206802" y="39800"/>
                          <a:pt x="217661" y="36752"/>
                          <a:pt x="227757" y="35038"/>
                        </a:cubicBezTo>
                        <a:cubicBezTo>
                          <a:pt x="238521" y="24370"/>
                          <a:pt x="242045" y="13511"/>
                          <a:pt x="236425" y="5796"/>
                        </a:cubicBezTo>
                        <a:cubicBezTo>
                          <a:pt x="220423" y="-16017"/>
                          <a:pt x="154034" y="29322"/>
                          <a:pt x="127840" y="49515"/>
                        </a:cubicBezTo>
                        <a:cubicBezTo>
                          <a:pt x="105266" y="66946"/>
                          <a:pt x="88026" y="87139"/>
                          <a:pt x="71166" y="106856"/>
                        </a:cubicBezTo>
                        <a:cubicBezTo>
                          <a:pt x="42782" y="140193"/>
                          <a:pt x="13540" y="175055"/>
                          <a:pt x="3634" y="207440"/>
                        </a:cubicBezTo>
                        <a:cubicBezTo>
                          <a:pt x="-7129" y="242778"/>
                          <a:pt x="6968" y="270972"/>
                          <a:pt x="33352" y="288307"/>
                        </a:cubicBezTo>
                        <a:cubicBezTo>
                          <a:pt x="41448" y="293641"/>
                          <a:pt x="51640" y="298213"/>
                          <a:pt x="65928" y="296022"/>
                        </a:cubicBezTo>
                        <a:cubicBezTo>
                          <a:pt x="78405" y="294118"/>
                          <a:pt x="92026" y="287450"/>
                          <a:pt x="104980" y="280973"/>
                        </a:cubicBezTo>
                        <a:cubicBezTo>
                          <a:pt x="134508" y="266209"/>
                          <a:pt x="168036" y="247921"/>
                          <a:pt x="181180" y="225156"/>
                        </a:cubicBezTo>
                        <a:cubicBezTo>
                          <a:pt x="192134" y="206106"/>
                          <a:pt x="184419" y="191438"/>
                          <a:pt x="180323" y="176579"/>
                        </a:cubicBezTo>
                        <a:cubicBezTo>
                          <a:pt x="173275" y="151052"/>
                          <a:pt x="177846" y="120477"/>
                          <a:pt x="182418" y="90378"/>
                        </a:cubicBezTo>
                        <a:cubicBezTo>
                          <a:pt x="182323" y="89806"/>
                          <a:pt x="182514" y="89330"/>
                          <a:pt x="182609" y="8875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88" name="Forme libre : forme 17887">
                    <a:extLst>
                      <a:ext uri="{FF2B5EF4-FFF2-40B4-BE49-F238E27FC236}">
                        <a16:creationId xmlns:a16="http://schemas.microsoft.com/office/drawing/2014/main" id="{2D571416-7C52-4211-AB92-86AE369DFB83}"/>
                      </a:ext>
                    </a:extLst>
                  </p:cNvPr>
                  <p:cNvSpPr/>
                  <p:nvPr/>
                </p:nvSpPr>
                <p:spPr>
                  <a:xfrm>
                    <a:off x="6913994" y="4810733"/>
                    <a:ext cx="225664" cy="154095"/>
                  </a:xfrm>
                  <a:custGeom>
                    <a:avLst/>
                    <a:gdLst>
                      <a:gd name="connsiteX0" fmla="*/ 113078 w 225664"/>
                      <a:gd name="connsiteY0" fmla="*/ 75020 h 154095"/>
                      <a:gd name="connsiteX1" fmla="*/ 81360 w 225664"/>
                      <a:gd name="connsiteY1" fmla="*/ 87117 h 154095"/>
                      <a:gd name="connsiteX2" fmla="*/ 66977 w 225664"/>
                      <a:gd name="connsiteY2" fmla="*/ 91308 h 154095"/>
                      <a:gd name="connsiteX3" fmla="*/ 56881 w 225664"/>
                      <a:gd name="connsiteY3" fmla="*/ 75687 h 154095"/>
                      <a:gd name="connsiteX4" fmla="*/ 81741 w 225664"/>
                      <a:gd name="connsiteY4" fmla="*/ 51494 h 154095"/>
                      <a:gd name="connsiteX5" fmla="*/ 121746 w 225664"/>
                      <a:gd name="connsiteY5" fmla="*/ 31777 h 154095"/>
                      <a:gd name="connsiteX6" fmla="*/ 139368 w 225664"/>
                      <a:gd name="connsiteY6" fmla="*/ 26633 h 154095"/>
                      <a:gd name="connsiteX7" fmla="*/ 133938 w 225664"/>
                      <a:gd name="connsiteY7" fmla="*/ 6631 h 154095"/>
                      <a:gd name="connsiteX8" fmla="*/ 45165 w 225664"/>
                      <a:gd name="connsiteY8" fmla="*/ 26919 h 154095"/>
                      <a:gd name="connsiteX9" fmla="*/ 38688 w 225664"/>
                      <a:gd name="connsiteY9" fmla="*/ 49684 h 154095"/>
                      <a:gd name="connsiteX10" fmla="*/ 1540 w 225664"/>
                      <a:gd name="connsiteY10" fmla="*/ 111787 h 154095"/>
                      <a:gd name="connsiteX11" fmla="*/ 22496 w 225664"/>
                      <a:gd name="connsiteY11" fmla="*/ 148172 h 154095"/>
                      <a:gd name="connsiteX12" fmla="*/ 81551 w 225664"/>
                      <a:gd name="connsiteY12" fmla="*/ 154078 h 154095"/>
                      <a:gd name="connsiteX13" fmla="*/ 194803 w 225664"/>
                      <a:gd name="connsiteY13" fmla="*/ 143029 h 154095"/>
                      <a:gd name="connsiteX14" fmla="*/ 225664 w 225664"/>
                      <a:gd name="connsiteY14" fmla="*/ 108834 h 154095"/>
                      <a:gd name="connsiteX15" fmla="*/ 162418 w 225664"/>
                      <a:gd name="connsiteY15" fmla="*/ 90165 h 154095"/>
                      <a:gd name="connsiteX16" fmla="*/ 113078 w 225664"/>
                      <a:gd name="connsiteY16" fmla="*/ 75020 h 154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25664" h="154095">
                        <a:moveTo>
                          <a:pt x="113078" y="75020"/>
                        </a:moveTo>
                        <a:cubicBezTo>
                          <a:pt x="102506" y="79021"/>
                          <a:pt x="91933" y="83022"/>
                          <a:pt x="81360" y="87117"/>
                        </a:cubicBezTo>
                        <a:cubicBezTo>
                          <a:pt x="76502" y="88927"/>
                          <a:pt x="71454" y="90832"/>
                          <a:pt x="66977" y="91308"/>
                        </a:cubicBezTo>
                        <a:cubicBezTo>
                          <a:pt x="56405" y="92356"/>
                          <a:pt x="52690" y="84259"/>
                          <a:pt x="56881" y="75687"/>
                        </a:cubicBezTo>
                        <a:cubicBezTo>
                          <a:pt x="61072" y="67114"/>
                          <a:pt x="71168" y="58542"/>
                          <a:pt x="81741" y="51494"/>
                        </a:cubicBezTo>
                        <a:cubicBezTo>
                          <a:pt x="94219" y="43207"/>
                          <a:pt x="108030" y="36444"/>
                          <a:pt x="121746" y="31777"/>
                        </a:cubicBezTo>
                        <a:cubicBezTo>
                          <a:pt x="126604" y="30158"/>
                          <a:pt x="132795" y="28253"/>
                          <a:pt x="139368" y="26633"/>
                        </a:cubicBezTo>
                        <a:cubicBezTo>
                          <a:pt x="144320" y="18823"/>
                          <a:pt x="144797" y="12441"/>
                          <a:pt x="133938" y="6631"/>
                        </a:cubicBezTo>
                        <a:cubicBezTo>
                          <a:pt x="117269" y="-2323"/>
                          <a:pt x="65930" y="-7466"/>
                          <a:pt x="45165" y="26919"/>
                        </a:cubicBezTo>
                        <a:cubicBezTo>
                          <a:pt x="40307" y="34920"/>
                          <a:pt x="40974" y="42064"/>
                          <a:pt x="38688" y="49684"/>
                        </a:cubicBezTo>
                        <a:cubicBezTo>
                          <a:pt x="32783" y="69591"/>
                          <a:pt x="7827" y="91784"/>
                          <a:pt x="1540" y="111787"/>
                        </a:cubicBezTo>
                        <a:cubicBezTo>
                          <a:pt x="-4079" y="129503"/>
                          <a:pt x="6303" y="142267"/>
                          <a:pt x="22496" y="148172"/>
                        </a:cubicBezTo>
                        <a:cubicBezTo>
                          <a:pt x="38784" y="154078"/>
                          <a:pt x="60310" y="154173"/>
                          <a:pt x="81551" y="154078"/>
                        </a:cubicBezTo>
                        <a:cubicBezTo>
                          <a:pt x="117365" y="153982"/>
                          <a:pt x="154703" y="153411"/>
                          <a:pt x="194803" y="143029"/>
                        </a:cubicBezTo>
                        <a:lnTo>
                          <a:pt x="225664" y="108834"/>
                        </a:lnTo>
                        <a:cubicBezTo>
                          <a:pt x="209852" y="97881"/>
                          <a:pt x="185944" y="93594"/>
                          <a:pt x="162418" y="90165"/>
                        </a:cubicBezTo>
                        <a:cubicBezTo>
                          <a:pt x="142796" y="87212"/>
                          <a:pt x="117936" y="87022"/>
                          <a:pt x="113078" y="7502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89" name="Forme libre : forme 17888">
                    <a:extLst>
                      <a:ext uri="{FF2B5EF4-FFF2-40B4-BE49-F238E27FC236}">
                        <a16:creationId xmlns:a16="http://schemas.microsoft.com/office/drawing/2014/main" id="{E3C8004E-894A-403A-9F59-B30A6F560DEA}"/>
                      </a:ext>
                    </a:extLst>
                  </p:cNvPr>
                  <p:cNvSpPr/>
                  <p:nvPr/>
                </p:nvSpPr>
                <p:spPr>
                  <a:xfrm>
                    <a:off x="7087072" y="4541014"/>
                    <a:ext cx="340336" cy="202380"/>
                  </a:xfrm>
                  <a:custGeom>
                    <a:avLst/>
                    <a:gdLst>
                      <a:gd name="connsiteX0" fmla="*/ 282330 w 340336"/>
                      <a:gd name="connsiteY0" fmla="*/ 74705 h 202380"/>
                      <a:gd name="connsiteX1" fmla="*/ 278901 w 340336"/>
                      <a:gd name="connsiteY1" fmla="*/ 58989 h 202380"/>
                      <a:gd name="connsiteX2" fmla="*/ 293283 w 340336"/>
                      <a:gd name="connsiteY2" fmla="*/ 43177 h 202380"/>
                      <a:gd name="connsiteX3" fmla="*/ 337288 w 340336"/>
                      <a:gd name="connsiteY3" fmla="*/ 15269 h 202380"/>
                      <a:gd name="connsiteX4" fmla="*/ 340337 w 340336"/>
                      <a:gd name="connsiteY4" fmla="*/ 13935 h 202380"/>
                      <a:gd name="connsiteX5" fmla="*/ 311000 w 340336"/>
                      <a:gd name="connsiteY5" fmla="*/ 315 h 202380"/>
                      <a:gd name="connsiteX6" fmla="*/ 200033 w 340336"/>
                      <a:gd name="connsiteY6" fmla="*/ 64513 h 202380"/>
                      <a:gd name="connsiteX7" fmla="*/ 99163 w 340336"/>
                      <a:gd name="connsiteY7" fmla="*/ 111662 h 202380"/>
                      <a:gd name="connsiteX8" fmla="*/ 7914 w 340336"/>
                      <a:gd name="connsiteY8" fmla="*/ 171479 h 202380"/>
                      <a:gd name="connsiteX9" fmla="*/ 104 w 340336"/>
                      <a:gd name="connsiteY9" fmla="*/ 185766 h 202380"/>
                      <a:gd name="connsiteX10" fmla="*/ 7724 w 340336"/>
                      <a:gd name="connsiteY10" fmla="*/ 197958 h 202380"/>
                      <a:gd name="connsiteX11" fmla="*/ 74970 w 340336"/>
                      <a:gd name="connsiteY11" fmla="*/ 195006 h 202380"/>
                      <a:gd name="connsiteX12" fmla="*/ 151075 w 340336"/>
                      <a:gd name="connsiteY12" fmla="*/ 174241 h 202380"/>
                      <a:gd name="connsiteX13" fmla="*/ 201462 w 340336"/>
                      <a:gd name="connsiteY13" fmla="*/ 168907 h 202380"/>
                      <a:gd name="connsiteX14" fmla="*/ 259565 w 340336"/>
                      <a:gd name="connsiteY14" fmla="*/ 148619 h 202380"/>
                      <a:gd name="connsiteX15" fmla="*/ 320239 w 340336"/>
                      <a:gd name="connsiteY15" fmla="*/ 81372 h 202380"/>
                      <a:gd name="connsiteX16" fmla="*/ 282330 w 340336"/>
                      <a:gd name="connsiteY16" fmla="*/ 74705 h 202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40336" h="202380">
                        <a:moveTo>
                          <a:pt x="282330" y="74705"/>
                        </a:moveTo>
                        <a:cubicBezTo>
                          <a:pt x="278519" y="70800"/>
                          <a:pt x="275757" y="65656"/>
                          <a:pt x="278901" y="58989"/>
                        </a:cubicBezTo>
                        <a:cubicBezTo>
                          <a:pt x="281377" y="53559"/>
                          <a:pt x="287378" y="48130"/>
                          <a:pt x="293283" y="43177"/>
                        </a:cubicBezTo>
                        <a:cubicBezTo>
                          <a:pt x="306428" y="32319"/>
                          <a:pt x="321477" y="22413"/>
                          <a:pt x="337288" y="15269"/>
                        </a:cubicBezTo>
                        <a:cubicBezTo>
                          <a:pt x="338241" y="14792"/>
                          <a:pt x="339384" y="14412"/>
                          <a:pt x="340337" y="13935"/>
                        </a:cubicBezTo>
                        <a:cubicBezTo>
                          <a:pt x="336336" y="4696"/>
                          <a:pt x="327763" y="-1495"/>
                          <a:pt x="311000" y="315"/>
                        </a:cubicBezTo>
                        <a:cubicBezTo>
                          <a:pt x="270900" y="4791"/>
                          <a:pt x="234133" y="42606"/>
                          <a:pt x="200033" y="64513"/>
                        </a:cubicBezTo>
                        <a:cubicBezTo>
                          <a:pt x="168506" y="84897"/>
                          <a:pt x="133168" y="97089"/>
                          <a:pt x="99163" y="111662"/>
                        </a:cubicBezTo>
                        <a:cubicBezTo>
                          <a:pt x="65160" y="126235"/>
                          <a:pt x="28583" y="145857"/>
                          <a:pt x="7914" y="171479"/>
                        </a:cubicBezTo>
                        <a:cubicBezTo>
                          <a:pt x="4009" y="176337"/>
                          <a:pt x="771" y="181385"/>
                          <a:pt x="104" y="185766"/>
                        </a:cubicBezTo>
                        <a:cubicBezTo>
                          <a:pt x="-658" y="191386"/>
                          <a:pt x="2866" y="195387"/>
                          <a:pt x="7724" y="197958"/>
                        </a:cubicBezTo>
                        <a:cubicBezTo>
                          <a:pt x="22963" y="205959"/>
                          <a:pt x="49539" y="201959"/>
                          <a:pt x="74970" y="195006"/>
                        </a:cubicBezTo>
                        <a:cubicBezTo>
                          <a:pt x="100402" y="188052"/>
                          <a:pt x="126596" y="178242"/>
                          <a:pt x="151075" y="174241"/>
                        </a:cubicBezTo>
                        <a:cubicBezTo>
                          <a:pt x="168315" y="171479"/>
                          <a:pt x="184127" y="171765"/>
                          <a:pt x="201462" y="168907"/>
                        </a:cubicBezTo>
                        <a:cubicBezTo>
                          <a:pt x="222798" y="165383"/>
                          <a:pt x="242325" y="158144"/>
                          <a:pt x="259565" y="148619"/>
                        </a:cubicBezTo>
                        <a:lnTo>
                          <a:pt x="320239" y="81372"/>
                        </a:lnTo>
                        <a:cubicBezTo>
                          <a:pt x="303380" y="86516"/>
                          <a:pt x="289759" y="82230"/>
                          <a:pt x="282330" y="7470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90" name="Forme libre : forme 17889">
                    <a:extLst>
                      <a:ext uri="{FF2B5EF4-FFF2-40B4-BE49-F238E27FC236}">
                        <a16:creationId xmlns:a16="http://schemas.microsoft.com/office/drawing/2014/main" id="{B33FB9DC-4959-43A6-9727-406999CDA13A}"/>
                      </a:ext>
                    </a:extLst>
                  </p:cNvPr>
                  <p:cNvSpPr/>
                  <p:nvPr/>
                </p:nvSpPr>
                <p:spPr>
                  <a:xfrm>
                    <a:off x="1730030" y="4601027"/>
                    <a:ext cx="60797" cy="54030"/>
                  </a:xfrm>
                  <a:custGeom>
                    <a:avLst/>
                    <a:gdLst>
                      <a:gd name="connsiteX0" fmla="*/ 37052 w 60797"/>
                      <a:gd name="connsiteY0" fmla="*/ 11930 h 54030"/>
                      <a:gd name="connsiteX1" fmla="*/ 44672 w 60797"/>
                      <a:gd name="connsiteY1" fmla="*/ 27075 h 54030"/>
                      <a:gd name="connsiteX2" fmla="*/ 17431 w 60797"/>
                      <a:gd name="connsiteY2" fmla="*/ 42220 h 54030"/>
                      <a:gd name="connsiteX3" fmla="*/ 10954 w 60797"/>
                      <a:gd name="connsiteY3" fmla="*/ 40696 h 54030"/>
                      <a:gd name="connsiteX4" fmla="*/ 0 w 60797"/>
                      <a:gd name="connsiteY4" fmla="*/ 54031 h 54030"/>
                      <a:gd name="connsiteX5" fmla="*/ 59626 w 60797"/>
                      <a:gd name="connsiteY5" fmla="*/ 7644 h 54030"/>
                      <a:gd name="connsiteX6" fmla="*/ 35147 w 60797"/>
                      <a:gd name="connsiteY6" fmla="*/ 1072 h 54030"/>
                      <a:gd name="connsiteX7" fmla="*/ 30480 w 60797"/>
                      <a:gd name="connsiteY7" fmla="*/ 12788 h 54030"/>
                      <a:gd name="connsiteX8" fmla="*/ 37052 w 60797"/>
                      <a:gd name="connsiteY8" fmla="*/ 11930 h 54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0797" h="54030">
                        <a:moveTo>
                          <a:pt x="37052" y="11930"/>
                        </a:moveTo>
                        <a:cubicBezTo>
                          <a:pt x="46672" y="11930"/>
                          <a:pt x="50101" y="18693"/>
                          <a:pt x="44672" y="27075"/>
                        </a:cubicBezTo>
                        <a:cubicBezTo>
                          <a:pt x="39243" y="35457"/>
                          <a:pt x="27051" y="42220"/>
                          <a:pt x="17431" y="42220"/>
                        </a:cubicBezTo>
                        <a:cubicBezTo>
                          <a:pt x="14764" y="42220"/>
                          <a:pt x="12573" y="41648"/>
                          <a:pt x="10954" y="40696"/>
                        </a:cubicBezTo>
                        <a:cubicBezTo>
                          <a:pt x="7334" y="45173"/>
                          <a:pt x="3715" y="49649"/>
                          <a:pt x="0" y="54031"/>
                        </a:cubicBezTo>
                        <a:cubicBezTo>
                          <a:pt x="30575" y="41934"/>
                          <a:pt x="67913" y="22979"/>
                          <a:pt x="59626" y="7644"/>
                        </a:cubicBezTo>
                        <a:cubicBezTo>
                          <a:pt x="55531" y="24"/>
                          <a:pt x="46387" y="-1309"/>
                          <a:pt x="35147" y="1072"/>
                        </a:cubicBezTo>
                        <a:cubicBezTo>
                          <a:pt x="34480" y="4501"/>
                          <a:pt x="32861" y="8597"/>
                          <a:pt x="30480" y="12788"/>
                        </a:cubicBezTo>
                        <a:cubicBezTo>
                          <a:pt x="32766" y="12311"/>
                          <a:pt x="34957" y="11930"/>
                          <a:pt x="37052" y="1193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91" name="Forme libre : forme 17890">
                    <a:extLst>
                      <a:ext uri="{FF2B5EF4-FFF2-40B4-BE49-F238E27FC236}">
                        <a16:creationId xmlns:a16="http://schemas.microsoft.com/office/drawing/2014/main" id="{C7CE0145-10E0-42C5-986A-EFB431DFCD29}"/>
                      </a:ext>
                    </a:extLst>
                  </p:cNvPr>
                  <p:cNvSpPr/>
                  <p:nvPr/>
                </p:nvSpPr>
                <p:spPr>
                  <a:xfrm>
                    <a:off x="1676034" y="4602194"/>
                    <a:ext cx="89238" cy="66443"/>
                  </a:xfrm>
                  <a:custGeom>
                    <a:avLst/>
                    <a:gdLst>
                      <a:gd name="connsiteX0" fmla="*/ 846 w 89238"/>
                      <a:gd name="connsiteY0" fmla="*/ 63722 h 66443"/>
                      <a:gd name="connsiteX1" fmla="*/ 23706 w 89238"/>
                      <a:gd name="connsiteY1" fmla="*/ 63627 h 66443"/>
                      <a:gd name="connsiteX2" fmla="*/ 54091 w 89238"/>
                      <a:gd name="connsiteY2" fmla="*/ 52864 h 66443"/>
                      <a:gd name="connsiteX3" fmla="*/ 65045 w 89238"/>
                      <a:gd name="connsiteY3" fmla="*/ 39529 h 66443"/>
                      <a:gd name="connsiteX4" fmla="*/ 63902 w 89238"/>
                      <a:gd name="connsiteY4" fmla="*/ 25908 h 66443"/>
                      <a:gd name="connsiteX5" fmla="*/ 84571 w 89238"/>
                      <a:gd name="connsiteY5" fmla="*/ 11716 h 66443"/>
                      <a:gd name="connsiteX6" fmla="*/ 89238 w 89238"/>
                      <a:gd name="connsiteY6" fmla="*/ 0 h 66443"/>
                      <a:gd name="connsiteX7" fmla="*/ 13800 w 89238"/>
                      <a:gd name="connsiteY7" fmla="*/ 42100 h 66443"/>
                      <a:gd name="connsiteX8" fmla="*/ 846 w 89238"/>
                      <a:gd name="connsiteY8" fmla="*/ 63722 h 66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9238" h="66443">
                        <a:moveTo>
                          <a:pt x="846" y="63722"/>
                        </a:moveTo>
                        <a:cubicBezTo>
                          <a:pt x="3990" y="68294"/>
                          <a:pt x="14562" y="66294"/>
                          <a:pt x="23706" y="63627"/>
                        </a:cubicBezTo>
                        <a:cubicBezTo>
                          <a:pt x="30469" y="61627"/>
                          <a:pt x="41804" y="57817"/>
                          <a:pt x="54091" y="52864"/>
                        </a:cubicBezTo>
                        <a:cubicBezTo>
                          <a:pt x="57806" y="48482"/>
                          <a:pt x="61425" y="44005"/>
                          <a:pt x="65045" y="39529"/>
                        </a:cubicBezTo>
                        <a:cubicBezTo>
                          <a:pt x="60758" y="37147"/>
                          <a:pt x="59997" y="31909"/>
                          <a:pt x="63902" y="25908"/>
                        </a:cubicBezTo>
                        <a:cubicBezTo>
                          <a:pt x="68093" y="19336"/>
                          <a:pt x="76570" y="13811"/>
                          <a:pt x="84571" y="11716"/>
                        </a:cubicBezTo>
                        <a:cubicBezTo>
                          <a:pt x="86952" y="7429"/>
                          <a:pt x="88572" y="3429"/>
                          <a:pt x="89238" y="0"/>
                        </a:cubicBezTo>
                        <a:cubicBezTo>
                          <a:pt x="64854" y="5239"/>
                          <a:pt x="30183" y="27908"/>
                          <a:pt x="13800" y="42100"/>
                        </a:cubicBezTo>
                        <a:cubicBezTo>
                          <a:pt x="5418" y="49149"/>
                          <a:pt x="-2678" y="58579"/>
                          <a:pt x="846" y="6372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92" name="Forme libre : forme 17891">
                    <a:extLst>
                      <a:ext uri="{FF2B5EF4-FFF2-40B4-BE49-F238E27FC236}">
                        <a16:creationId xmlns:a16="http://schemas.microsoft.com/office/drawing/2014/main" id="{2AC5014C-6C28-4838-8E00-546339881D33}"/>
                      </a:ext>
                    </a:extLst>
                  </p:cNvPr>
                  <p:cNvSpPr/>
                  <p:nvPr/>
                </p:nvSpPr>
                <p:spPr>
                  <a:xfrm>
                    <a:off x="2095599" y="4622275"/>
                    <a:ext cx="62221" cy="54594"/>
                  </a:xfrm>
                  <a:custGeom>
                    <a:avLst/>
                    <a:gdLst>
                      <a:gd name="connsiteX0" fmla="*/ 61055 w 62221"/>
                      <a:gd name="connsiteY0" fmla="*/ 7636 h 54594"/>
                      <a:gd name="connsiteX1" fmla="*/ 25146 w 62221"/>
                      <a:gd name="connsiteY1" fmla="*/ 4493 h 54594"/>
                      <a:gd name="connsiteX2" fmla="*/ 0 w 62221"/>
                      <a:gd name="connsiteY2" fmla="*/ 54595 h 54594"/>
                      <a:gd name="connsiteX3" fmla="*/ 61055 w 62221"/>
                      <a:gd name="connsiteY3" fmla="*/ 7636 h 54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221" h="54594">
                        <a:moveTo>
                          <a:pt x="61055" y="7636"/>
                        </a:moveTo>
                        <a:cubicBezTo>
                          <a:pt x="55626" y="-2460"/>
                          <a:pt x="41529" y="-1508"/>
                          <a:pt x="25146" y="4493"/>
                        </a:cubicBezTo>
                        <a:cubicBezTo>
                          <a:pt x="27146" y="19447"/>
                          <a:pt x="16669" y="38212"/>
                          <a:pt x="0" y="54595"/>
                        </a:cubicBezTo>
                        <a:cubicBezTo>
                          <a:pt x="30956" y="42403"/>
                          <a:pt x="69437" y="23257"/>
                          <a:pt x="61055" y="763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93" name="Forme libre : forme 17892">
                    <a:extLst>
                      <a:ext uri="{FF2B5EF4-FFF2-40B4-BE49-F238E27FC236}">
                        <a16:creationId xmlns:a16="http://schemas.microsoft.com/office/drawing/2014/main" id="{61DC7750-FA2E-4DD3-8170-D37305B74392}"/>
                      </a:ext>
                    </a:extLst>
                  </p:cNvPr>
                  <p:cNvSpPr/>
                  <p:nvPr/>
                </p:nvSpPr>
                <p:spPr>
                  <a:xfrm>
                    <a:off x="2043032" y="4626768"/>
                    <a:ext cx="78052" cy="63110"/>
                  </a:xfrm>
                  <a:custGeom>
                    <a:avLst/>
                    <a:gdLst>
                      <a:gd name="connsiteX0" fmla="*/ 77809 w 78052"/>
                      <a:gd name="connsiteY0" fmla="*/ 0 h 63110"/>
                      <a:gd name="connsiteX1" fmla="*/ 13706 w 78052"/>
                      <a:gd name="connsiteY1" fmla="*/ 38671 h 63110"/>
                      <a:gd name="connsiteX2" fmla="*/ 847 w 78052"/>
                      <a:gd name="connsiteY2" fmla="*/ 60388 h 63110"/>
                      <a:gd name="connsiteX3" fmla="*/ 23707 w 78052"/>
                      <a:gd name="connsiteY3" fmla="*/ 60293 h 63110"/>
                      <a:gd name="connsiteX4" fmla="*/ 52758 w 78052"/>
                      <a:gd name="connsiteY4" fmla="*/ 50102 h 63110"/>
                      <a:gd name="connsiteX5" fmla="*/ 77809 w 78052"/>
                      <a:gd name="connsiteY5" fmla="*/ 0 h 63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052" h="63110">
                        <a:moveTo>
                          <a:pt x="77809" y="0"/>
                        </a:moveTo>
                        <a:cubicBezTo>
                          <a:pt x="54949" y="8382"/>
                          <a:pt x="27707" y="26575"/>
                          <a:pt x="13706" y="38671"/>
                        </a:cubicBezTo>
                        <a:cubicBezTo>
                          <a:pt x="5419" y="45815"/>
                          <a:pt x="-2677" y="55245"/>
                          <a:pt x="847" y="60388"/>
                        </a:cubicBezTo>
                        <a:cubicBezTo>
                          <a:pt x="3990" y="64961"/>
                          <a:pt x="14563" y="62960"/>
                          <a:pt x="23707" y="60293"/>
                        </a:cubicBezTo>
                        <a:cubicBezTo>
                          <a:pt x="30184" y="58388"/>
                          <a:pt x="40947" y="54769"/>
                          <a:pt x="52758" y="50102"/>
                        </a:cubicBezTo>
                        <a:cubicBezTo>
                          <a:pt x="69332" y="33719"/>
                          <a:pt x="79809" y="14954"/>
                          <a:pt x="77809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94" name="Forme libre : forme 17893">
                    <a:extLst>
                      <a:ext uri="{FF2B5EF4-FFF2-40B4-BE49-F238E27FC236}">
                        <a16:creationId xmlns:a16="http://schemas.microsoft.com/office/drawing/2014/main" id="{F381CCD1-757E-4BAD-AF27-5654FEB385BC}"/>
                      </a:ext>
                    </a:extLst>
                  </p:cNvPr>
                  <p:cNvSpPr/>
                  <p:nvPr/>
                </p:nvSpPr>
                <p:spPr>
                  <a:xfrm>
                    <a:off x="1286164" y="4589784"/>
                    <a:ext cx="42862" cy="18506"/>
                  </a:xfrm>
                  <a:custGeom>
                    <a:avLst/>
                    <a:gdLst>
                      <a:gd name="connsiteX0" fmla="*/ 40100 w 42862"/>
                      <a:gd name="connsiteY0" fmla="*/ 18506 h 18506"/>
                      <a:gd name="connsiteX1" fmla="*/ 42863 w 42862"/>
                      <a:gd name="connsiteY1" fmla="*/ 11267 h 18506"/>
                      <a:gd name="connsiteX2" fmla="*/ 41910 w 42862"/>
                      <a:gd name="connsiteY2" fmla="*/ 7648 h 18506"/>
                      <a:gd name="connsiteX3" fmla="*/ 0 w 42862"/>
                      <a:gd name="connsiteY3" fmla="*/ 6886 h 18506"/>
                      <a:gd name="connsiteX4" fmla="*/ 8001 w 42862"/>
                      <a:gd name="connsiteY4" fmla="*/ 8029 h 18506"/>
                      <a:gd name="connsiteX5" fmla="*/ 40100 w 42862"/>
                      <a:gd name="connsiteY5" fmla="*/ 18506 h 18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862" h="18506">
                        <a:moveTo>
                          <a:pt x="40100" y="18506"/>
                        </a:moveTo>
                        <a:cubicBezTo>
                          <a:pt x="40862" y="16030"/>
                          <a:pt x="41815" y="13553"/>
                          <a:pt x="42863" y="11267"/>
                        </a:cubicBezTo>
                        <a:cubicBezTo>
                          <a:pt x="42767" y="10029"/>
                          <a:pt x="42482" y="8886"/>
                          <a:pt x="41910" y="7648"/>
                        </a:cubicBezTo>
                        <a:cubicBezTo>
                          <a:pt x="35814" y="-3687"/>
                          <a:pt x="18860" y="-1115"/>
                          <a:pt x="0" y="6886"/>
                        </a:cubicBezTo>
                        <a:cubicBezTo>
                          <a:pt x="2667" y="7267"/>
                          <a:pt x="5334" y="7552"/>
                          <a:pt x="8001" y="8029"/>
                        </a:cubicBezTo>
                        <a:cubicBezTo>
                          <a:pt x="19241" y="10219"/>
                          <a:pt x="30004" y="13839"/>
                          <a:pt x="40100" y="1850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95" name="Forme libre : forme 17894">
                    <a:extLst>
                      <a:ext uri="{FF2B5EF4-FFF2-40B4-BE49-F238E27FC236}">
                        <a16:creationId xmlns:a16="http://schemas.microsoft.com/office/drawing/2014/main" id="{610B3DEC-CE7A-45FC-B088-3AB19C5E4397}"/>
                      </a:ext>
                    </a:extLst>
                  </p:cNvPr>
                  <p:cNvSpPr/>
                  <p:nvPr/>
                </p:nvSpPr>
                <p:spPr>
                  <a:xfrm>
                    <a:off x="1232729" y="4596574"/>
                    <a:ext cx="96343" cy="46482"/>
                  </a:xfrm>
                  <a:custGeom>
                    <a:avLst/>
                    <a:gdLst>
                      <a:gd name="connsiteX0" fmla="*/ 37433 w 96343"/>
                      <a:gd name="connsiteY0" fmla="*/ 46482 h 46482"/>
                      <a:gd name="connsiteX1" fmla="*/ 96298 w 96343"/>
                      <a:gd name="connsiteY1" fmla="*/ 4382 h 46482"/>
                      <a:gd name="connsiteX2" fmla="*/ 93536 w 96343"/>
                      <a:gd name="connsiteY2" fmla="*/ 11621 h 46482"/>
                      <a:gd name="connsiteX3" fmla="*/ 61341 w 96343"/>
                      <a:gd name="connsiteY3" fmla="*/ 1143 h 46482"/>
                      <a:gd name="connsiteX4" fmla="*/ 53340 w 96343"/>
                      <a:gd name="connsiteY4" fmla="*/ 0 h 46482"/>
                      <a:gd name="connsiteX5" fmla="*/ 0 w 96343"/>
                      <a:gd name="connsiteY5" fmla="*/ 32385 h 46482"/>
                      <a:gd name="connsiteX6" fmla="*/ 37433 w 96343"/>
                      <a:gd name="connsiteY6" fmla="*/ 46482 h 46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343" h="46482">
                        <a:moveTo>
                          <a:pt x="37433" y="46482"/>
                        </a:moveTo>
                        <a:cubicBezTo>
                          <a:pt x="65342" y="35243"/>
                          <a:pt x="97727" y="18764"/>
                          <a:pt x="96298" y="4382"/>
                        </a:cubicBezTo>
                        <a:cubicBezTo>
                          <a:pt x="95250" y="6763"/>
                          <a:pt x="94298" y="9144"/>
                          <a:pt x="93536" y="11621"/>
                        </a:cubicBezTo>
                        <a:cubicBezTo>
                          <a:pt x="83439" y="7049"/>
                          <a:pt x="72771" y="3429"/>
                          <a:pt x="61341" y="1143"/>
                        </a:cubicBezTo>
                        <a:cubicBezTo>
                          <a:pt x="58674" y="572"/>
                          <a:pt x="56007" y="381"/>
                          <a:pt x="53340" y="0"/>
                        </a:cubicBezTo>
                        <a:cubicBezTo>
                          <a:pt x="34290" y="8096"/>
                          <a:pt x="13430" y="21717"/>
                          <a:pt x="0" y="32385"/>
                        </a:cubicBezTo>
                        <a:cubicBezTo>
                          <a:pt x="16193" y="26099"/>
                          <a:pt x="31909" y="34290"/>
                          <a:pt x="37433" y="4648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96" name="Forme libre : forme 17895">
                    <a:extLst>
                      <a:ext uri="{FF2B5EF4-FFF2-40B4-BE49-F238E27FC236}">
                        <a16:creationId xmlns:a16="http://schemas.microsoft.com/office/drawing/2014/main" id="{F881279E-F218-4DA7-89CB-0AE92A39E947}"/>
                      </a:ext>
                    </a:extLst>
                  </p:cNvPr>
                  <p:cNvSpPr/>
                  <p:nvPr/>
                </p:nvSpPr>
                <p:spPr>
                  <a:xfrm>
                    <a:off x="1214268" y="4626833"/>
                    <a:ext cx="55894" cy="30565"/>
                  </a:xfrm>
                  <a:custGeom>
                    <a:avLst/>
                    <a:gdLst>
                      <a:gd name="connsiteX0" fmla="*/ 18461 w 55894"/>
                      <a:gd name="connsiteY0" fmla="*/ 2221 h 30565"/>
                      <a:gd name="connsiteX1" fmla="*/ 13699 w 55894"/>
                      <a:gd name="connsiteY1" fmla="*/ 6127 h 30565"/>
                      <a:gd name="connsiteX2" fmla="*/ 840 w 55894"/>
                      <a:gd name="connsiteY2" fmla="*/ 27844 h 30565"/>
                      <a:gd name="connsiteX3" fmla="*/ 23700 w 55894"/>
                      <a:gd name="connsiteY3" fmla="*/ 27749 h 30565"/>
                      <a:gd name="connsiteX4" fmla="*/ 55895 w 55894"/>
                      <a:gd name="connsiteY4" fmla="*/ 16318 h 30565"/>
                      <a:gd name="connsiteX5" fmla="*/ 18461 w 55894"/>
                      <a:gd name="connsiteY5" fmla="*/ 2221 h 30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894" h="30565">
                        <a:moveTo>
                          <a:pt x="18461" y="2221"/>
                        </a:moveTo>
                        <a:cubicBezTo>
                          <a:pt x="16747" y="3555"/>
                          <a:pt x="15128" y="4888"/>
                          <a:pt x="13699" y="6127"/>
                        </a:cubicBezTo>
                        <a:cubicBezTo>
                          <a:pt x="5507" y="13270"/>
                          <a:pt x="-2684" y="22700"/>
                          <a:pt x="840" y="27844"/>
                        </a:cubicBezTo>
                        <a:cubicBezTo>
                          <a:pt x="3984" y="32416"/>
                          <a:pt x="14556" y="30416"/>
                          <a:pt x="23700" y="27749"/>
                        </a:cubicBezTo>
                        <a:cubicBezTo>
                          <a:pt x="30749" y="25653"/>
                          <a:pt x="42845" y="21557"/>
                          <a:pt x="55895" y="16318"/>
                        </a:cubicBezTo>
                        <a:cubicBezTo>
                          <a:pt x="50370" y="4031"/>
                          <a:pt x="34654" y="-4160"/>
                          <a:pt x="18461" y="222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97" name="Forme libre : forme 17896">
                    <a:extLst>
                      <a:ext uri="{FF2B5EF4-FFF2-40B4-BE49-F238E27FC236}">
                        <a16:creationId xmlns:a16="http://schemas.microsoft.com/office/drawing/2014/main" id="{B141CB37-DBA9-4663-9952-887A7290BFA4}"/>
                      </a:ext>
                    </a:extLst>
                  </p:cNvPr>
                  <p:cNvSpPr/>
                  <p:nvPr/>
                </p:nvSpPr>
                <p:spPr>
                  <a:xfrm>
                    <a:off x="2205909" y="4615062"/>
                    <a:ext cx="114965" cy="67577"/>
                  </a:xfrm>
                  <a:custGeom>
                    <a:avLst/>
                    <a:gdLst>
                      <a:gd name="connsiteX0" fmla="*/ 13706 w 114965"/>
                      <a:gd name="connsiteY0" fmla="*/ 43139 h 67577"/>
                      <a:gd name="connsiteX1" fmla="*/ 847 w 114965"/>
                      <a:gd name="connsiteY1" fmla="*/ 64856 h 67577"/>
                      <a:gd name="connsiteX2" fmla="*/ 23707 w 114965"/>
                      <a:gd name="connsiteY2" fmla="*/ 64761 h 67577"/>
                      <a:gd name="connsiteX3" fmla="*/ 113813 w 114965"/>
                      <a:gd name="connsiteY3" fmla="*/ 7706 h 67577"/>
                      <a:gd name="connsiteX4" fmla="*/ 13706 w 114965"/>
                      <a:gd name="connsiteY4" fmla="*/ 43139 h 67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965" h="67577">
                        <a:moveTo>
                          <a:pt x="13706" y="43139"/>
                        </a:moveTo>
                        <a:cubicBezTo>
                          <a:pt x="5419" y="50283"/>
                          <a:pt x="-2677" y="59713"/>
                          <a:pt x="847" y="64856"/>
                        </a:cubicBezTo>
                        <a:cubicBezTo>
                          <a:pt x="3990" y="69428"/>
                          <a:pt x="14563" y="67428"/>
                          <a:pt x="23707" y="64761"/>
                        </a:cubicBezTo>
                        <a:cubicBezTo>
                          <a:pt x="47138" y="57807"/>
                          <a:pt x="125339" y="29232"/>
                          <a:pt x="113813" y="7706"/>
                        </a:cubicBezTo>
                        <a:cubicBezTo>
                          <a:pt x="100669" y="-16583"/>
                          <a:pt x="37708" y="22470"/>
                          <a:pt x="13706" y="4313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98" name="Forme libre : forme 17897">
                    <a:extLst>
                      <a:ext uri="{FF2B5EF4-FFF2-40B4-BE49-F238E27FC236}">
                        <a16:creationId xmlns:a16="http://schemas.microsoft.com/office/drawing/2014/main" id="{ACE9B8DA-F120-4DF5-9D4A-9A6A35B59901}"/>
                      </a:ext>
                    </a:extLst>
                  </p:cNvPr>
                  <p:cNvSpPr/>
                  <p:nvPr/>
                </p:nvSpPr>
                <p:spPr>
                  <a:xfrm>
                    <a:off x="2650716" y="4583706"/>
                    <a:ext cx="30219" cy="37918"/>
                  </a:xfrm>
                  <a:custGeom>
                    <a:avLst/>
                    <a:gdLst>
                      <a:gd name="connsiteX0" fmla="*/ 9811 w 30219"/>
                      <a:gd name="connsiteY0" fmla="*/ 31632 h 37918"/>
                      <a:gd name="connsiteX1" fmla="*/ 4191 w 30219"/>
                      <a:gd name="connsiteY1" fmla="*/ 37919 h 37918"/>
                      <a:gd name="connsiteX2" fmla="*/ 29051 w 30219"/>
                      <a:gd name="connsiteY2" fmla="*/ 7629 h 37918"/>
                      <a:gd name="connsiteX3" fmla="*/ 0 w 30219"/>
                      <a:gd name="connsiteY3" fmla="*/ 2200 h 37918"/>
                      <a:gd name="connsiteX4" fmla="*/ 3429 w 30219"/>
                      <a:gd name="connsiteY4" fmla="*/ 16583 h 37918"/>
                      <a:gd name="connsiteX5" fmla="*/ 9811 w 30219"/>
                      <a:gd name="connsiteY5" fmla="*/ 31632 h 37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219" h="37918">
                        <a:moveTo>
                          <a:pt x="9811" y="31632"/>
                        </a:moveTo>
                        <a:cubicBezTo>
                          <a:pt x="8382" y="33823"/>
                          <a:pt x="6382" y="36014"/>
                          <a:pt x="4191" y="37919"/>
                        </a:cubicBezTo>
                        <a:cubicBezTo>
                          <a:pt x="21717" y="28108"/>
                          <a:pt x="34195" y="17154"/>
                          <a:pt x="29051" y="7629"/>
                        </a:cubicBezTo>
                        <a:cubicBezTo>
                          <a:pt x="24384" y="-1038"/>
                          <a:pt x="13335" y="-1515"/>
                          <a:pt x="0" y="2200"/>
                        </a:cubicBezTo>
                        <a:cubicBezTo>
                          <a:pt x="2000" y="6201"/>
                          <a:pt x="3238" y="11058"/>
                          <a:pt x="3429" y="16583"/>
                        </a:cubicBezTo>
                        <a:cubicBezTo>
                          <a:pt x="12002" y="17250"/>
                          <a:pt x="14954" y="23727"/>
                          <a:pt x="9811" y="3163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899" name="Forme libre : forme 17898">
                    <a:extLst>
                      <a:ext uri="{FF2B5EF4-FFF2-40B4-BE49-F238E27FC236}">
                        <a16:creationId xmlns:a16="http://schemas.microsoft.com/office/drawing/2014/main" id="{B7016CDB-3EB6-476C-8530-A33684CC645F}"/>
                      </a:ext>
                    </a:extLst>
                  </p:cNvPr>
                  <p:cNvSpPr/>
                  <p:nvPr/>
                </p:nvSpPr>
                <p:spPr>
                  <a:xfrm>
                    <a:off x="2566057" y="4585906"/>
                    <a:ext cx="88278" cy="65301"/>
                  </a:xfrm>
                  <a:custGeom>
                    <a:avLst/>
                    <a:gdLst>
                      <a:gd name="connsiteX0" fmla="*/ 839 w 88278"/>
                      <a:gd name="connsiteY0" fmla="*/ 62579 h 65301"/>
                      <a:gd name="connsiteX1" fmla="*/ 23699 w 88278"/>
                      <a:gd name="connsiteY1" fmla="*/ 62484 h 65301"/>
                      <a:gd name="connsiteX2" fmla="*/ 72658 w 88278"/>
                      <a:gd name="connsiteY2" fmla="*/ 43910 h 65301"/>
                      <a:gd name="connsiteX3" fmla="*/ 67324 w 88278"/>
                      <a:gd name="connsiteY3" fmla="*/ 44577 h 65301"/>
                      <a:gd name="connsiteX4" fmla="*/ 59704 w 88278"/>
                      <a:gd name="connsiteY4" fmla="*/ 29432 h 65301"/>
                      <a:gd name="connsiteX5" fmla="*/ 86946 w 88278"/>
                      <a:gd name="connsiteY5" fmla="*/ 14288 h 65301"/>
                      <a:gd name="connsiteX6" fmla="*/ 88279 w 88278"/>
                      <a:gd name="connsiteY6" fmla="*/ 14383 h 65301"/>
                      <a:gd name="connsiteX7" fmla="*/ 84850 w 88278"/>
                      <a:gd name="connsiteY7" fmla="*/ 0 h 65301"/>
                      <a:gd name="connsiteX8" fmla="*/ 13889 w 88278"/>
                      <a:gd name="connsiteY8" fmla="*/ 40958 h 65301"/>
                      <a:gd name="connsiteX9" fmla="*/ 839 w 88278"/>
                      <a:gd name="connsiteY9" fmla="*/ 62579 h 65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8278" h="65301">
                        <a:moveTo>
                          <a:pt x="839" y="62579"/>
                        </a:moveTo>
                        <a:cubicBezTo>
                          <a:pt x="3983" y="67151"/>
                          <a:pt x="14555" y="65151"/>
                          <a:pt x="23699" y="62484"/>
                        </a:cubicBezTo>
                        <a:cubicBezTo>
                          <a:pt x="33701" y="59531"/>
                          <a:pt x="53894" y="52578"/>
                          <a:pt x="72658" y="43910"/>
                        </a:cubicBezTo>
                        <a:cubicBezTo>
                          <a:pt x="70848" y="44291"/>
                          <a:pt x="69038" y="44577"/>
                          <a:pt x="67324" y="44577"/>
                        </a:cubicBezTo>
                        <a:cubicBezTo>
                          <a:pt x="57704" y="44577"/>
                          <a:pt x="54275" y="37814"/>
                          <a:pt x="59704" y="29432"/>
                        </a:cubicBezTo>
                        <a:cubicBezTo>
                          <a:pt x="65133" y="21050"/>
                          <a:pt x="77325" y="14288"/>
                          <a:pt x="86946" y="14288"/>
                        </a:cubicBezTo>
                        <a:cubicBezTo>
                          <a:pt x="87422" y="14288"/>
                          <a:pt x="87803" y="14383"/>
                          <a:pt x="88279" y="14383"/>
                        </a:cubicBezTo>
                        <a:cubicBezTo>
                          <a:pt x="87993" y="8858"/>
                          <a:pt x="86850" y="3905"/>
                          <a:pt x="84850" y="0"/>
                        </a:cubicBezTo>
                        <a:cubicBezTo>
                          <a:pt x="60847" y="6763"/>
                          <a:pt x="29319" y="27622"/>
                          <a:pt x="13889" y="40958"/>
                        </a:cubicBezTo>
                        <a:cubicBezTo>
                          <a:pt x="5507" y="48006"/>
                          <a:pt x="-2685" y="57531"/>
                          <a:pt x="839" y="6257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00" name="Forme libre : forme 17899">
                    <a:extLst>
                      <a:ext uri="{FF2B5EF4-FFF2-40B4-BE49-F238E27FC236}">
                        <a16:creationId xmlns:a16="http://schemas.microsoft.com/office/drawing/2014/main" id="{9D055875-626D-4A68-A7C1-96A5E1C532B2}"/>
                      </a:ext>
                    </a:extLst>
                  </p:cNvPr>
                  <p:cNvSpPr/>
                  <p:nvPr/>
                </p:nvSpPr>
                <p:spPr>
                  <a:xfrm>
                    <a:off x="2766635" y="4784111"/>
                    <a:ext cx="66865" cy="56398"/>
                  </a:xfrm>
                  <a:custGeom>
                    <a:avLst/>
                    <a:gdLst>
                      <a:gd name="connsiteX0" fmla="*/ 0 w 66865"/>
                      <a:gd name="connsiteY0" fmla="*/ 56398 h 56398"/>
                      <a:gd name="connsiteX1" fmla="*/ 36004 w 66865"/>
                      <a:gd name="connsiteY1" fmla="*/ 40587 h 56398"/>
                      <a:gd name="connsiteX2" fmla="*/ 33719 w 66865"/>
                      <a:gd name="connsiteY2" fmla="*/ 26395 h 56398"/>
                      <a:gd name="connsiteX3" fmla="*/ 60960 w 66865"/>
                      <a:gd name="connsiteY3" fmla="*/ 11250 h 56398"/>
                      <a:gd name="connsiteX4" fmla="*/ 66865 w 66865"/>
                      <a:gd name="connsiteY4" fmla="*/ 12393 h 56398"/>
                      <a:gd name="connsiteX5" fmla="*/ 65818 w 66865"/>
                      <a:gd name="connsiteY5" fmla="*/ 7630 h 56398"/>
                      <a:gd name="connsiteX6" fmla="*/ 31528 w 66865"/>
                      <a:gd name="connsiteY6" fmla="*/ 3915 h 56398"/>
                      <a:gd name="connsiteX7" fmla="*/ 1810 w 66865"/>
                      <a:gd name="connsiteY7" fmla="*/ 53827 h 56398"/>
                      <a:gd name="connsiteX8" fmla="*/ 0 w 66865"/>
                      <a:gd name="connsiteY8" fmla="*/ 56398 h 56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865" h="56398">
                        <a:moveTo>
                          <a:pt x="0" y="56398"/>
                        </a:moveTo>
                        <a:cubicBezTo>
                          <a:pt x="11525" y="52017"/>
                          <a:pt x="24479" y="46588"/>
                          <a:pt x="36004" y="40587"/>
                        </a:cubicBezTo>
                        <a:cubicBezTo>
                          <a:pt x="30671" y="38491"/>
                          <a:pt x="29432" y="32967"/>
                          <a:pt x="33719" y="26395"/>
                        </a:cubicBezTo>
                        <a:cubicBezTo>
                          <a:pt x="39148" y="18013"/>
                          <a:pt x="51340" y="11250"/>
                          <a:pt x="60960" y="11250"/>
                        </a:cubicBezTo>
                        <a:cubicBezTo>
                          <a:pt x="63341" y="11250"/>
                          <a:pt x="65341" y="11631"/>
                          <a:pt x="66865" y="12393"/>
                        </a:cubicBezTo>
                        <a:cubicBezTo>
                          <a:pt x="66865" y="10773"/>
                          <a:pt x="66675" y="9154"/>
                          <a:pt x="65818" y="7630"/>
                        </a:cubicBezTo>
                        <a:cubicBezTo>
                          <a:pt x="60579" y="-2180"/>
                          <a:pt x="47244" y="-1514"/>
                          <a:pt x="31528" y="3915"/>
                        </a:cubicBezTo>
                        <a:cubicBezTo>
                          <a:pt x="26765" y="19060"/>
                          <a:pt x="13049" y="38206"/>
                          <a:pt x="1810" y="53827"/>
                        </a:cubicBezTo>
                        <a:cubicBezTo>
                          <a:pt x="1143" y="54684"/>
                          <a:pt x="571" y="55541"/>
                          <a:pt x="0" y="5639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01" name="Forme libre : forme 17900">
                    <a:extLst>
                      <a:ext uri="{FF2B5EF4-FFF2-40B4-BE49-F238E27FC236}">
                        <a16:creationId xmlns:a16="http://schemas.microsoft.com/office/drawing/2014/main" id="{7C2115CC-A131-40B1-8C10-6BB8A9F66526}"/>
                      </a:ext>
                    </a:extLst>
                  </p:cNvPr>
                  <p:cNvSpPr/>
                  <p:nvPr/>
                </p:nvSpPr>
                <p:spPr>
                  <a:xfrm>
                    <a:off x="2718646" y="4787931"/>
                    <a:ext cx="79421" cy="63681"/>
                  </a:xfrm>
                  <a:custGeom>
                    <a:avLst/>
                    <a:gdLst>
                      <a:gd name="connsiteX0" fmla="*/ 840 w 79421"/>
                      <a:gd name="connsiteY0" fmla="*/ 60960 h 63681"/>
                      <a:gd name="connsiteX1" fmla="*/ 23700 w 79421"/>
                      <a:gd name="connsiteY1" fmla="*/ 60865 h 63681"/>
                      <a:gd name="connsiteX2" fmla="*/ 47989 w 79421"/>
                      <a:gd name="connsiteY2" fmla="*/ 52483 h 63681"/>
                      <a:gd name="connsiteX3" fmla="*/ 49704 w 79421"/>
                      <a:gd name="connsiteY3" fmla="*/ 49911 h 63681"/>
                      <a:gd name="connsiteX4" fmla="*/ 79422 w 79421"/>
                      <a:gd name="connsiteY4" fmla="*/ 0 h 63681"/>
                      <a:gd name="connsiteX5" fmla="*/ 13699 w 79421"/>
                      <a:gd name="connsiteY5" fmla="*/ 39243 h 63681"/>
                      <a:gd name="connsiteX6" fmla="*/ 840 w 79421"/>
                      <a:gd name="connsiteY6" fmla="*/ 60960 h 6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9421" h="63681">
                        <a:moveTo>
                          <a:pt x="840" y="60960"/>
                        </a:moveTo>
                        <a:cubicBezTo>
                          <a:pt x="3984" y="65532"/>
                          <a:pt x="14556" y="63532"/>
                          <a:pt x="23700" y="60865"/>
                        </a:cubicBezTo>
                        <a:cubicBezTo>
                          <a:pt x="29320" y="59246"/>
                          <a:pt x="38083" y="56292"/>
                          <a:pt x="47989" y="52483"/>
                        </a:cubicBezTo>
                        <a:cubicBezTo>
                          <a:pt x="48561" y="51625"/>
                          <a:pt x="49132" y="50768"/>
                          <a:pt x="49704" y="49911"/>
                        </a:cubicBezTo>
                        <a:cubicBezTo>
                          <a:pt x="60943" y="34290"/>
                          <a:pt x="74754" y="15145"/>
                          <a:pt x="79422" y="0"/>
                        </a:cubicBezTo>
                        <a:cubicBezTo>
                          <a:pt x="56276" y="8096"/>
                          <a:pt x="28082" y="26860"/>
                          <a:pt x="13699" y="39243"/>
                        </a:cubicBezTo>
                        <a:cubicBezTo>
                          <a:pt x="5508" y="46387"/>
                          <a:pt x="-2684" y="55912"/>
                          <a:pt x="840" y="6096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02" name="Forme libre : forme 17901">
                    <a:extLst>
                      <a:ext uri="{FF2B5EF4-FFF2-40B4-BE49-F238E27FC236}">
                        <a16:creationId xmlns:a16="http://schemas.microsoft.com/office/drawing/2014/main" id="{66A7BAB9-A572-44E6-A9A8-C4898929C14A}"/>
                      </a:ext>
                    </a:extLst>
                  </p:cNvPr>
                  <p:cNvSpPr/>
                  <p:nvPr/>
                </p:nvSpPr>
                <p:spPr>
                  <a:xfrm>
                    <a:off x="1158071" y="4800659"/>
                    <a:ext cx="114958" cy="67527"/>
                  </a:xfrm>
                  <a:custGeom>
                    <a:avLst/>
                    <a:gdLst>
                      <a:gd name="connsiteX0" fmla="*/ 840 w 114958"/>
                      <a:gd name="connsiteY0" fmla="*/ 64805 h 67527"/>
                      <a:gd name="connsiteX1" fmla="*/ 23700 w 114958"/>
                      <a:gd name="connsiteY1" fmla="*/ 64710 h 67527"/>
                      <a:gd name="connsiteX2" fmla="*/ 113806 w 114958"/>
                      <a:gd name="connsiteY2" fmla="*/ 7655 h 67527"/>
                      <a:gd name="connsiteX3" fmla="*/ 13794 w 114958"/>
                      <a:gd name="connsiteY3" fmla="*/ 43184 h 67527"/>
                      <a:gd name="connsiteX4" fmla="*/ 840 w 114958"/>
                      <a:gd name="connsiteY4" fmla="*/ 64805 h 67527"/>
                      <a:gd name="connsiteX5" fmla="*/ 72563 w 114958"/>
                      <a:gd name="connsiteY5" fmla="*/ 16895 h 67527"/>
                      <a:gd name="connsiteX6" fmla="*/ 99805 w 114958"/>
                      <a:gd name="connsiteY6" fmla="*/ 1750 h 67527"/>
                      <a:gd name="connsiteX7" fmla="*/ 107425 w 114958"/>
                      <a:gd name="connsiteY7" fmla="*/ 16895 h 67527"/>
                      <a:gd name="connsiteX8" fmla="*/ 80183 w 114958"/>
                      <a:gd name="connsiteY8" fmla="*/ 32039 h 67527"/>
                      <a:gd name="connsiteX9" fmla="*/ 72563 w 114958"/>
                      <a:gd name="connsiteY9" fmla="*/ 16895 h 67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4958" h="67527">
                        <a:moveTo>
                          <a:pt x="840" y="64805"/>
                        </a:moveTo>
                        <a:cubicBezTo>
                          <a:pt x="3983" y="69377"/>
                          <a:pt x="14556" y="67377"/>
                          <a:pt x="23700" y="64710"/>
                        </a:cubicBezTo>
                        <a:cubicBezTo>
                          <a:pt x="47131" y="57757"/>
                          <a:pt x="125332" y="29182"/>
                          <a:pt x="113806" y="7655"/>
                        </a:cubicBezTo>
                        <a:cubicBezTo>
                          <a:pt x="100852" y="-16538"/>
                          <a:pt x="37892" y="22514"/>
                          <a:pt x="13794" y="43184"/>
                        </a:cubicBezTo>
                        <a:cubicBezTo>
                          <a:pt x="5507" y="50232"/>
                          <a:pt x="-2684" y="59757"/>
                          <a:pt x="840" y="64805"/>
                        </a:cubicBezTo>
                        <a:close/>
                        <a:moveTo>
                          <a:pt x="72563" y="16895"/>
                        </a:moveTo>
                        <a:cubicBezTo>
                          <a:pt x="77992" y="8512"/>
                          <a:pt x="90184" y="1750"/>
                          <a:pt x="99805" y="1750"/>
                        </a:cubicBezTo>
                        <a:cubicBezTo>
                          <a:pt x="109425" y="1750"/>
                          <a:pt x="112854" y="8512"/>
                          <a:pt x="107425" y="16895"/>
                        </a:cubicBezTo>
                        <a:cubicBezTo>
                          <a:pt x="101995" y="25277"/>
                          <a:pt x="89803" y="32039"/>
                          <a:pt x="80183" y="32039"/>
                        </a:cubicBezTo>
                        <a:cubicBezTo>
                          <a:pt x="70563" y="32039"/>
                          <a:pt x="67134" y="25277"/>
                          <a:pt x="72563" y="1689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03" name="Forme libre : forme 17902">
                    <a:extLst>
                      <a:ext uri="{FF2B5EF4-FFF2-40B4-BE49-F238E27FC236}">
                        <a16:creationId xmlns:a16="http://schemas.microsoft.com/office/drawing/2014/main" id="{450400CB-D8C4-4802-9E91-474F7F09FF2B}"/>
                      </a:ext>
                    </a:extLst>
                  </p:cNvPr>
                  <p:cNvSpPr/>
                  <p:nvPr/>
                </p:nvSpPr>
                <p:spPr>
                  <a:xfrm>
                    <a:off x="3174481" y="4772977"/>
                    <a:ext cx="60879" cy="59721"/>
                  </a:xfrm>
                  <a:custGeom>
                    <a:avLst/>
                    <a:gdLst>
                      <a:gd name="connsiteX0" fmla="*/ 60879 w 60879"/>
                      <a:gd name="connsiteY0" fmla="*/ 0 h 59721"/>
                      <a:gd name="connsiteX1" fmla="*/ 59736 w 60879"/>
                      <a:gd name="connsiteY1" fmla="*/ 476 h 59721"/>
                      <a:gd name="connsiteX2" fmla="*/ 15731 w 60879"/>
                      <a:gd name="connsiteY2" fmla="*/ 28384 h 59721"/>
                      <a:gd name="connsiteX3" fmla="*/ 1348 w 60879"/>
                      <a:gd name="connsiteY3" fmla="*/ 44196 h 59721"/>
                      <a:gd name="connsiteX4" fmla="*/ 4586 w 60879"/>
                      <a:gd name="connsiteY4" fmla="*/ 59722 h 59721"/>
                      <a:gd name="connsiteX5" fmla="*/ 13254 w 60879"/>
                      <a:gd name="connsiteY5" fmla="*/ 49054 h 59721"/>
                      <a:gd name="connsiteX6" fmla="*/ 60879 w 60879"/>
                      <a:gd name="connsiteY6" fmla="*/ 0 h 59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879" h="59721">
                        <a:moveTo>
                          <a:pt x="60879" y="0"/>
                        </a:moveTo>
                        <a:cubicBezTo>
                          <a:pt x="60498" y="190"/>
                          <a:pt x="60117" y="286"/>
                          <a:pt x="59736" y="476"/>
                        </a:cubicBezTo>
                        <a:cubicBezTo>
                          <a:pt x="43925" y="7525"/>
                          <a:pt x="28875" y="17526"/>
                          <a:pt x="15731" y="28384"/>
                        </a:cubicBezTo>
                        <a:cubicBezTo>
                          <a:pt x="9730" y="33338"/>
                          <a:pt x="3824" y="38767"/>
                          <a:pt x="1348" y="44196"/>
                        </a:cubicBezTo>
                        <a:cubicBezTo>
                          <a:pt x="-1700" y="50768"/>
                          <a:pt x="872" y="55816"/>
                          <a:pt x="4586" y="59722"/>
                        </a:cubicBezTo>
                        <a:cubicBezTo>
                          <a:pt x="7444" y="56102"/>
                          <a:pt x="10301" y="52578"/>
                          <a:pt x="13254" y="49054"/>
                        </a:cubicBezTo>
                        <a:cubicBezTo>
                          <a:pt x="27161" y="32195"/>
                          <a:pt x="42972" y="15430"/>
                          <a:pt x="60879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04" name="Forme libre : forme 17903">
                    <a:extLst>
                      <a:ext uri="{FF2B5EF4-FFF2-40B4-BE49-F238E27FC236}">
                        <a16:creationId xmlns:a16="http://schemas.microsoft.com/office/drawing/2014/main" id="{C156A0F7-6A30-4EE7-AD0D-B0C915E5E91A}"/>
                      </a:ext>
                    </a:extLst>
                  </p:cNvPr>
                  <p:cNvSpPr/>
                  <p:nvPr/>
                </p:nvSpPr>
                <p:spPr>
                  <a:xfrm>
                    <a:off x="3179068" y="4763198"/>
                    <a:ext cx="113425" cy="78691"/>
                  </a:xfrm>
                  <a:custGeom>
                    <a:avLst/>
                    <a:gdLst>
                      <a:gd name="connsiteX0" fmla="*/ 40196 w 113425"/>
                      <a:gd name="connsiteY0" fmla="*/ 75787 h 78691"/>
                      <a:gd name="connsiteX1" fmla="*/ 88678 w 113425"/>
                      <a:gd name="connsiteY1" fmla="*/ 45973 h 78691"/>
                      <a:gd name="connsiteX2" fmla="*/ 105156 w 113425"/>
                      <a:gd name="connsiteY2" fmla="*/ 34924 h 78691"/>
                      <a:gd name="connsiteX3" fmla="*/ 102965 w 113425"/>
                      <a:gd name="connsiteY3" fmla="*/ 2635 h 78691"/>
                      <a:gd name="connsiteX4" fmla="*/ 56293 w 113425"/>
                      <a:gd name="connsiteY4" fmla="*/ 9683 h 78691"/>
                      <a:gd name="connsiteX5" fmla="*/ 8668 w 113425"/>
                      <a:gd name="connsiteY5" fmla="*/ 58642 h 78691"/>
                      <a:gd name="connsiteX6" fmla="*/ 0 w 113425"/>
                      <a:gd name="connsiteY6" fmla="*/ 69310 h 78691"/>
                      <a:gd name="connsiteX7" fmla="*/ 191 w 113425"/>
                      <a:gd name="connsiteY7" fmla="*/ 69596 h 78691"/>
                      <a:gd name="connsiteX8" fmla="*/ 40196 w 113425"/>
                      <a:gd name="connsiteY8" fmla="*/ 75787 h 78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425" h="78691">
                        <a:moveTo>
                          <a:pt x="40196" y="75787"/>
                        </a:moveTo>
                        <a:cubicBezTo>
                          <a:pt x="57626" y="69786"/>
                          <a:pt x="72390" y="56070"/>
                          <a:pt x="88678" y="45973"/>
                        </a:cubicBezTo>
                        <a:cubicBezTo>
                          <a:pt x="94297" y="42449"/>
                          <a:pt x="100394" y="39211"/>
                          <a:pt x="105156" y="34924"/>
                        </a:cubicBezTo>
                        <a:cubicBezTo>
                          <a:pt x="120491" y="21018"/>
                          <a:pt x="111347" y="8731"/>
                          <a:pt x="102965" y="2635"/>
                        </a:cubicBezTo>
                        <a:cubicBezTo>
                          <a:pt x="94202" y="-3842"/>
                          <a:pt x="72009" y="2825"/>
                          <a:pt x="56293" y="9683"/>
                        </a:cubicBezTo>
                        <a:cubicBezTo>
                          <a:pt x="38386" y="25114"/>
                          <a:pt x="22670" y="41878"/>
                          <a:pt x="8668" y="58642"/>
                        </a:cubicBezTo>
                        <a:cubicBezTo>
                          <a:pt x="5715" y="62166"/>
                          <a:pt x="2762" y="65786"/>
                          <a:pt x="0" y="69310"/>
                        </a:cubicBezTo>
                        <a:cubicBezTo>
                          <a:pt x="95" y="69405"/>
                          <a:pt x="191" y="69500"/>
                          <a:pt x="191" y="69596"/>
                        </a:cubicBezTo>
                        <a:cubicBezTo>
                          <a:pt x="7811" y="77501"/>
                          <a:pt x="22288" y="81978"/>
                          <a:pt x="40196" y="7578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05" name="Forme libre : forme 17904">
                    <a:extLst>
                      <a:ext uri="{FF2B5EF4-FFF2-40B4-BE49-F238E27FC236}">
                        <a16:creationId xmlns:a16="http://schemas.microsoft.com/office/drawing/2014/main" id="{8BCC51E6-6541-497A-AB4D-43E70E0DEA8F}"/>
                      </a:ext>
                    </a:extLst>
                  </p:cNvPr>
                  <p:cNvSpPr/>
                  <p:nvPr/>
                </p:nvSpPr>
                <p:spPr>
                  <a:xfrm>
                    <a:off x="3379864" y="4550619"/>
                    <a:ext cx="116671" cy="78610"/>
                  </a:xfrm>
                  <a:custGeom>
                    <a:avLst/>
                    <a:gdLst>
                      <a:gd name="connsiteX0" fmla="*/ 109433 w 116671"/>
                      <a:gd name="connsiteY0" fmla="*/ 21095 h 78610"/>
                      <a:gd name="connsiteX1" fmla="*/ 116672 w 116671"/>
                      <a:gd name="connsiteY1" fmla="*/ 13570 h 78610"/>
                      <a:gd name="connsiteX2" fmla="*/ 107527 w 116671"/>
                      <a:gd name="connsiteY2" fmla="*/ 2616 h 78610"/>
                      <a:gd name="connsiteX3" fmla="*/ 59712 w 116671"/>
                      <a:gd name="connsiteY3" fmla="*/ 10141 h 78610"/>
                      <a:gd name="connsiteX4" fmla="*/ 15707 w 116671"/>
                      <a:gd name="connsiteY4" fmla="*/ 38049 h 78610"/>
                      <a:gd name="connsiteX5" fmla="*/ 1324 w 116671"/>
                      <a:gd name="connsiteY5" fmla="*/ 53861 h 78610"/>
                      <a:gd name="connsiteX6" fmla="*/ 4753 w 116671"/>
                      <a:gd name="connsiteY6" fmla="*/ 69577 h 78610"/>
                      <a:gd name="connsiteX7" fmla="*/ 44758 w 116671"/>
                      <a:gd name="connsiteY7" fmla="*/ 75768 h 78610"/>
                      <a:gd name="connsiteX8" fmla="*/ 93240 w 116671"/>
                      <a:gd name="connsiteY8" fmla="*/ 45955 h 78610"/>
                      <a:gd name="connsiteX9" fmla="*/ 109718 w 116671"/>
                      <a:gd name="connsiteY9" fmla="*/ 34906 h 78610"/>
                      <a:gd name="connsiteX10" fmla="*/ 110194 w 116671"/>
                      <a:gd name="connsiteY10" fmla="*/ 34430 h 78610"/>
                      <a:gd name="connsiteX11" fmla="*/ 109433 w 116671"/>
                      <a:gd name="connsiteY11" fmla="*/ 21095 h 78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6671" h="78610">
                        <a:moveTo>
                          <a:pt x="109433" y="21095"/>
                        </a:moveTo>
                        <a:cubicBezTo>
                          <a:pt x="111242" y="18332"/>
                          <a:pt x="113814" y="15761"/>
                          <a:pt x="116672" y="13570"/>
                        </a:cubicBezTo>
                        <a:cubicBezTo>
                          <a:pt x="114767" y="8998"/>
                          <a:pt x="111052" y="5188"/>
                          <a:pt x="107527" y="2616"/>
                        </a:cubicBezTo>
                        <a:cubicBezTo>
                          <a:pt x="98574" y="-3956"/>
                          <a:pt x="75524" y="3092"/>
                          <a:pt x="59712" y="10141"/>
                        </a:cubicBezTo>
                        <a:cubicBezTo>
                          <a:pt x="43901" y="17189"/>
                          <a:pt x="28851" y="27191"/>
                          <a:pt x="15707" y="38049"/>
                        </a:cubicBezTo>
                        <a:cubicBezTo>
                          <a:pt x="9706" y="43002"/>
                          <a:pt x="3800" y="48431"/>
                          <a:pt x="1324" y="53861"/>
                        </a:cubicBezTo>
                        <a:cubicBezTo>
                          <a:pt x="-1724" y="60528"/>
                          <a:pt x="943" y="65767"/>
                          <a:pt x="4753" y="69577"/>
                        </a:cubicBezTo>
                        <a:cubicBezTo>
                          <a:pt x="12468" y="77387"/>
                          <a:pt x="26851" y="81864"/>
                          <a:pt x="44758" y="75768"/>
                        </a:cubicBezTo>
                        <a:cubicBezTo>
                          <a:pt x="62189" y="69767"/>
                          <a:pt x="76952" y="56052"/>
                          <a:pt x="93240" y="45955"/>
                        </a:cubicBezTo>
                        <a:cubicBezTo>
                          <a:pt x="98860" y="42431"/>
                          <a:pt x="104956" y="39192"/>
                          <a:pt x="109718" y="34906"/>
                        </a:cubicBezTo>
                        <a:cubicBezTo>
                          <a:pt x="109909" y="34715"/>
                          <a:pt x="110004" y="34620"/>
                          <a:pt x="110194" y="34430"/>
                        </a:cubicBezTo>
                        <a:cubicBezTo>
                          <a:pt x="106289" y="31953"/>
                          <a:pt x="105623" y="26905"/>
                          <a:pt x="109433" y="2109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06" name="Forme libre : forme 17905">
                    <a:extLst>
                      <a:ext uri="{FF2B5EF4-FFF2-40B4-BE49-F238E27FC236}">
                        <a16:creationId xmlns:a16="http://schemas.microsoft.com/office/drawing/2014/main" id="{0FF02DAC-74D9-4AF8-8EDD-6459386EEFD0}"/>
                      </a:ext>
                    </a:extLst>
                  </p:cNvPr>
                  <p:cNvSpPr/>
                  <p:nvPr/>
                </p:nvSpPr>
                <p:spPr>
                  <a:xfrm>
                    <a:off x="2341404" y="4774691"/>
                    <a:ext cx="78807" cy="65341"/>
                  </a:xfrm>
                  <a:custGeom>
                    <a:avLst/>
                    <a:gdLst>
                      <a:gd name="connsiteX0" fmla="*/ 29944 w 78807"/>
                      <a:gd name="connsiteY0" fmla="*/ 36767 h 65341"/>
                      <a:gd name="connsiteX1" fmla="*/ 78807 w 78807"/>
                      <a:gd name="connsiteY1" fmla="*/ 0 h 65341"/>
                      <a:gd name="connsiteX2" fmla="*/ 59757 w 78807"/>
                      <a:gd name="connsiteY2" fmla="*/ 7048 h 65341"/>
                      <a:gd name="connsiteX3" fmla="*/ 15752 w 78807"/>
                      <a:gd name="connsiteY3" fmla="*/ 34862 h 65341"/>
                      <a:gd name="connsiteX4" fmla="*/ 1369 w 78807"/>
                      <a:gd name="connsiteY4" fmla="*/ 50673 h 65341"/>
                      <a:gd name="connsiteX5" fmla="*/ 3845 w 78807"/>
                      <a:gd name="connsiteY5" fmla="*/ 65342 h 65341"/>
                      <a:gd name="connsiteX6" fmla="*/ 29944 w 78807"/>
                      <a:gd name="connsiteY6" fmla="*/ 36767 h 65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8807" h="65341">
                        <a:moveTo>
                          <a:pt x="29944" y="36767"/>
                        </a:moveTo>
                        <a:cubicBezTo>
                          <a:pt x="39850" y="27622"/>
                          <a:pt x="57947" y="13716"/>
                          <a:pt x="78807" y="0"/>
                        </a:cubicBezTo>
                        <a:cubicBezTo>
                          <a:pt x="72140" y="1905"/>
                          <a:pt x="65472" y="4477"/>
                          <a:pt x="59757" y="7048"/>
                        </a:cubicBezTo>
                        <a:cubicBezTo>
                          <a:pt x="43946" y="14097"/>
                          <a:pt x="28896" y="24098"/>
                          <a:pt x="15752" y="34862"/>
                        </a:cubicBezTo>
                        <a:cubicBezTo>
                          <a:pt x="9751" y="39814"/>
                          <a:pt x="3845" y="45244"/>
                          <a:pt x="1369" y="50673"/>
                        </a:cubicBezTo>
                        <a:cubicBezTo>
                          <a:pt x="-1489" y="56769"/>
                          <a:pt x="512" y="61627"/>
                          <a:pt x="3845" y="65342"/>
                        </a:cubicBezTo>
                        <a:cubicBezTo>
                          <a:pt x="11275" y="55626"/>
                          <a:pt x="20038" y="45911"/>
                          <a:pt x="29944" y="3676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07" name="Forme libre : forme 17906">
                    <a:extLst>
                      <a:ext uri="{FF2B5EF4-FFF2-40B4-BE49-F238E27FC236}">
                        <a16:creationId xmlns:a16="http://schemas.microsoft.com/office/drawing/2014/main" id="{9F77FE45-D3E8-4508-881D-9839A9660EF1}"/>
                      </a:ext>
                    </a:extLst>
                  </p:cNvPr>
                  <p:cNvSpPr/>
                  <p:nvPr/>
                </p:nvSpPr>
                <p:spPr>
                  <a:xfrm>
                    <a:off x="2345249" y="4771600"/>
                    <a:ext cx="114187" cy="78651"/>
                  </a:xfrm>
                  <a:custGeom>
                    <a:avLst/>
                    <a:gdLst>
                      <a:gd name="connsiteX0" fmla="*/ 40957 w 114187"/>
                      <a:gd name="connsiteY0" fmla="*/ 75768 h 78651"/>
                      <a:gd name="connsiteX1" fmla="*/ 89440 w 114187"/>
                      <a:gd name="connsiteY1" fmla="*/ 45954 h 78651"/>
                      <a:gd name="connsiteX2" fmla="*/ 105918 w 114187"/>
                      <a:gd name="connsiteY2" fmla="*/ 34905 h 78651"/>
                      <a:gd name="connsiteX3" fmla="*/ 103727 w 114187"/>
                      <a:gd name="connsiteY3" fmla="*/ 2616 h 78651"/>
                      <a:gd name="connsiteX4" fmla="*/ 75057 w 114187"/>
                      <a:gd name="connsiteY4" fmla="*/ 3187 h 78651"/>
                      <a:gd name="connsiteX5" fmla="*/ 26194 w 114187"/>
                      <a:gd name="connsiteY5" fmla="*/ 39954 h 78651"/>
                      <a:gd name="connsiteX6" fmla="*/ 0 w 114187"/>
                      <a:gd name="connsiteY6" fmla="*/ 68529 h 78651"/>
                      <a:gd name="connsiteX7" fmla="*/ 952 w 114187"/>
                      <a:gd name="connsiteY7" fmla="*/ 69576 h 78651"/>
                      <a:gd name="connsiteX8" fmla="*/ 40957 w 114187"/>
                      <a:gd name="connsiteY8" fmla="*/ 75768 h 7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4187" h="78651">
                        <a:moveTo>
                          <a:pt x="40957" y="75768"/>
                        </a:moveTo>
                        <a:cubicBezTo>
                          <a:pt x="58388" y="69767"/>
                          <a:pt x="73152" y="56051"/>
                          <a:pt x="89440" y="45954"/>
                        </a:cubicBezTo>
                        <a:cubicBezTo>
                          <a:pt x="95059" y="42430"/>
                          <a:pt x="101155" y="39192"/>
                          <a:pt x="105918" y="34905"/>
                        </a:cubicBezTo>
                        <a:cubicBezTo>
                          <a:pt x="121253" y="20999"/>
                          <a:pt x="112109" y="8712"/>
                          <a:pt x="103727" y="2616"/>
                        </a:cubicBezTo>
                        <a:cubicBezTo>
                          <a:pt x="98012" y="-1575"/>
                          <a:pt x="86582" y="-242"/>
                          <a:pt x="75057" y="3187"/>
                        </a:cubicBezTo>
                        <a:cubicBezTo>
                          <a:pt x="54197" y="16903"/>
                          <a:pt x="36100" y="30810"/>
                          <a:pt x="26194" y="39954"/>
                        </a:cubicBezTo>
                        <a:cubicBezTo>
                          <a:pt x="16288" y="49097"/>
                          <a:pt x="7525" y="58813"/>
                          <a:pt x="0" y="68529"/>
                        </a:cubicBezTo>
                        <a:cubicBezTo>
                          <a:pt x="286" y="68910"/>
                          <a:pt x="667" y="69291"/>
                          <a:pt x="952" y="69576"/>
                        </a:cubicBezTo>
                        <a:cubicBezTo>
                          <a:pt x="8667" y="77387"/>
                          <a:pt x="23050" y="81959"/>
                          <a:pt x="40957" y="7576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08" name="Forme libre : forme 17907">
                    <a:extLst>
                      <a:ext uri="{FF2B5EF4-FFF2-40B4-BE49-F238E27FC236}">
                        <a16:creationId xmlns:a16="http://schemas.microsoft.com/office/drawing/2014/main" id="{64087351-E217-4CE0-A8E7-87C8423A6162}"/>
                      </a:ext>
                    </a:extLst>
                  </p:cNvPr>
                  <p:cNvSpPr/>
                  <p:nvPr/>
                </p:nvSpPr>
                <p:spPr>
                  <a:xfrm>
                    <a:off x="2075320" y="4832845"/>
                    <a:ext cx="117900" cy="70815"/>
                  </a:xfrm>
                  <a:custGeom>
                    <a:avLst/>
                    <a:gdLst>
                      <a:gd name="connsiteX0" fmla="*/ 117815 w 117900"/>
                      <a:gd name="connsiteY0" fmla="*/ 21095 h 70815"/>
                      <a:gd name="connsiteX1" fmla="*/ 107528 w 117900"/>
                      <a:gd name="connsiteY1" fmla="*/ 2616 h 70815"/>
                      <a:gd name="connsiteX2" fmla="*/ 59712 w 117900"/>
                      <a:gd name="connsiteY2" fmla="*/ 10141 h 70815"/>
                      <a:gd name="connsiteX3" fmla="*/ 15707 w 117900"/>
                      <a:gd name="connsiteY3" fmla="*/ 37954 h 70815"/>
                      <a:gd name="connsiteX4" fmla="*/ 1324 w 117900"/>
                      <a:gd name="connsiteY4" fmla="*/ 53766 h 70815"/>
                      <a:gd name="connsiteX5" fmla="*/ 4753 w 117900"/>
                      <a:gd name="connsiteY5" fmla="*/ 69482 h 70815"/>
                      <a:gd name="connsiteX6" fmla="*/ 6277 w 117900"/>
                      <a:gd name="connsiteY6" fmla="*/ 70815 h 70815"/>
                      <a:gd name="connsiteX7" fmla="*/ 117815 w 117900"/>
                      <a:gd name="connsiteY7" fmla="*/ 21095 h 70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7900" h="70815">
                        <a:moveTo>
                          <a:pt x="117815" y="21095"/>
                        </a:moveTo>
                        <a:cubicBezTo>
                          <a:pt x="118672" y="13189"/>
                          <a:pt x="112957" y="6521"/>
                          <a:pt x="107528" y="2616"/>
                        </a:cubicBezTo>
                        <a:cubicBezTo>
                          <a:pt x="98574" y="-3956"/>
                          <a:pt x="75524" y="3092"/>
                          <a:pt x="59712" y="10141"/>
                        </a:cubicBezTo>
                        <a:cubicBezTo>
                          <a:pt x="43901" y="17189"/>
                          <a:pt x="28851" y="27191"/>
                          <a:pt x="15707" y="37954"/>
                        </a:cubicBezTo>
                        <a:cubicBezTo>
                          <a:pt x="9706" y="42907"/>
                          <a:pt x="3800" y="48336"/>
                          <a:pt x="1324" y="53766"/>
                        </a:cubicBezTo>
                        <a:cubicBezTo>
                          <a:pt x="-1724" y="60433"/>
                          <a:pt x="943" y="65672"/>
                          <a:pt x="4753" y="69482"/>
                        </a:cubicBezTo>
                        <a:cubicBezTo>
                          <a:pt x="5229" y="69958"/>
                          <a:pt x="5801" y="70339"/>
                          <a:pt x="6277" y="70815"/>
                        </a:cubicBezTo>
                        <a:cubicBezTo>
                          <a:pt x="32185" y="39002"/>
                          <a:pt x="93526" y="7855"/>
                          <a:pt x="117815" y="2109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09" name="Forme libre : forme 17908">
                    <a:extLst>
                      <a:ext uri="{FF2B5EF4-FFF2-40B4-BE49-F238E27FC236}">
                        <a16:creationId xmlns:a16="http://schemas.microsoft.com/office/drawing/2014/main" id="{1DBC79FE-85D4-4B11-97F8-058A95C764E8}"/>
                      </a:ext>
                    </a:extLst>
                  </p:cNvPr>
                  <p:cNvSpPr/>
                  <p:nvPr/>
                </p:nvSpPr>
                <p:spPr>
                  <a:xfrm>
                    <a:off x="2081693" y="4850782"/>
                    <a:ext cx="111537" cy="60702"/>
                  </a:xfrm>
                  <a:custGeom>
                    <a:avLst/>
                    <a:gdLst>
                      <a:gd name="connsiteX0" fmla="*/ 38386 w 111537"/>
                      <a:gd name="connsiteY0" fmla="*/ 57832 h 60702"/>
                      <a:gd name="connsiteX1" fmla="*/ 86868 w 111537"/>
                      <a:gd name="connsiteY1" fmla="*/ 28018 h 60702"/>
                      <a:gd name="connsiteX2" fmla="*/ 103346 w 111537"/>
                      <a:gd name="connsiteY2" fmla="*/ 16969 h 60702"/>
                      <a:gd name="connsiteX3" fmla="*/ 111538 w 111537"/>
                      <a:gd name="connsiteY3" fmla="*/ 3158 h 60702"/>
                      <a:gd name="connsiteX4" fmla="*/ 0 w 111537"/>
                      <a:gd name="connsiteY4" fmla="*/ 52974 h 60702"/>
                      <a:gd name="connsiteX5" fmla="*/ 38386 w 111537"/>
                      <a:gd name="connsiteY5" fmla="*/ 57832 h 60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1537" h="60702">
                        <a:moveTo>
                          <a:pt x="38386" y="57832"/>
                        </a:moveTo>
                        <a:cubicBezTo>
                          <a:pt x="55816" y="51831"/>
                          <a:pt x="70580" y="38115"/>
                          <a:pt x="86868" y="28018"/>
                        </a:cubicBezTo>
                        <a:cubicBezTo>
                          <a:pt x="92488" y="24494"/>
                          <a:pt x="98584" y="21255"/>
                          <a:pt x="103346" y="16969"/>
                        </a:cubicBezTo>
                        <a:cubicBezTo>
                          <a:pt x="108680" y="12111"/>
                          <a:pt x="111062" y="7444"/>
                          <a:pt x="111538" y="3158"/>
                        </a:cubicBezTo>
                        <a:cubicBezTo>
                          <a:pt x="87249" y="-10177"/>
                          <a:pt x="25908" y="21065"/>
                          <a:pt x="0" y="52974"/>
                        </a:cubicBezTo>
                        <a:cubicBezTo>
                          <a:pt x="7811" y="59927"/>
                          <a:pt x="21527" y="63642"/>
                          <a:pt x="38386" y="5783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10" name="Forme libre : forme 17909">
                    <a:extLst>
                      <a:ext uri="{FF2B5EF4-FFF2-40B4-BE49-F238E27FC236}">
                        <a16:creationId xmlns:a16="http://schemas.microsoft.com/office/drawing/2014/main" id="{A235BE40-9F82-4A42-AC9B-6736DA5D5879}"/>
                      </a:ext>
                    </a:extLst>
                  </p:cNvPr>
                  <p:cNvSpPr/>
                  <p:nvPr/>
                </p:nvSpPr>
                <p:spPr>
                  <a:xfrm>
                    <a:off x="4128234" y="4576345"/>
                    <a:ext cx="70087" cy="74521"/>
                  </a:xfrm>
                  <a:custGeom>
                    <a:avLst/>
                    <a:gdLst>
                      <a:gd name="connsiteX0" fmla="*/ 23051 w 70087"/>
                      <a:gd name="connsiteY0" fmla="*/ 33183 h 74521"/>
                      <a:gd name="connsiteX1" fmla="*/ 26670 w 70087"/>
                      <a:gd name="connsiteY1" fmla="*/ 32897 h 74521"/>
                      <a:gd name="connsiteX2" fmla="*/ 34290 w 70087"/>
                      <a:gd name="connsiteY2" fmla="*/ 48042 h 74521"/>
                      <a:gd name="connsiteX3" fmla="*/ 7811 w 70087"/>
                      <a:gd name="connsiteY3" fmla="*/ 63091 h 74521"/>
                      <a:gd name="connsiteX4" fmla="*/ 0 w 70087"/>
                      <a:gd name="connsiteY4" fmla="*/ 74521 h 74521"/>
                      <a:gd name="connsiteX5" fmla="*/ 45339 w 70087"/>
                      <a:gd name="connsiteY5" fmla="*/ 45946 h 74521"/>
                      <a:gd name="connsiteX6" fmla="*/ 61817 w 70087"/>
                      <a:gd name="connsiteY6" fmla="*/ 34897 h 74521"/>
                      <a:gd name="connsiteX7" fmla="*/ 59627 w 70087"/>
                      <a:gd name="connsiteY7" fmla="*/ 2608 h 74521"/>
                      <a:gd name="connsiteX8" fmla="*/ 20955 w 70087"/>
                      <a:gd name="connsiteY8" fmla="*/ 6513 h 74521"/>
                      <a:gd name="connsiteX9" fmla="*/ 28766 w 70087"/>
                      <a:gd name="connsiteY9" fmla="*/ 15085 h 74521"/>
                      <a:gd name="connsiteX10" fmla="*/ 23051 w 70087"/>
                      <a:gd name="connsiteY10" fmla="*/ 33183 h 7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0087" h="74521">
                        <a:moveTo>
                          <a:pt x="23051" y="33183"/>
                        </a:moveTo>
                        <a:cubicBezTo>
                          <a:pt x="24289" y="32992"/>
                          <a:pt x="25527" y="32897"/>
                          <a:pt x="26670" y="32897"/>
                        </a:cubicBezTo>
                        <a:cubicBezTo>
                          <a:pt x="36291" y="32897"/>
                          <a:pt x="39719" y="39660"/>
                          <a:pt x="34290" y="48042"/>
                        </a:cubicBezTo>
                        <a:cubicBezTo>
                          <a:pt x="29051" y="56233"/>
                          <a:pt x="17336" y="62805"/>
                          <a:pt x="7811" y="63091"/>
                        </a:cubicBezTo>
                        <a:cubicBezTo>
                          <a:pt x="5334" y="66901"/>
                          <a:pt x="2762" y="70711"/>
                          <a:pt x="0" y="74521"/>
                        </a:cubicBezTo>
                        <a:cubicBezTo>
                          <a:pt x="16097" y="68044"/>
                          <a:pt x="30099" y="55471"/>
                          <a:pt x="45339" y="45946"/>
                        </a:cubicBezTo>
                        <a:cubicBezTo>
                          <a:pt x="50959" y="42422"/>
                          <a:pt x="57055" y="39184"/>
                          <a:pt x="61817" y="34897"/>
                        </a:cubicBezTo>
                        <a:cubicBezTo>
                          <a:pt x="77153" y="20991"/>
                          <a:pt x="68009" y="8704"/>
                          <a:pt x="59627" y="2608"/>
                        </a:cubicBezTo>
                        <a:cubicBezTo>
                          <a:pt x="52197" y="-2822"/>
                          <a:pt x="35433" y="1084"/>
                          <a:pt x="20955" y="6513"/>
                        </a:cubicBezTo>
                        <a:lnTo>
                          <a:pt x="28766" y="15085"/>
                        </a:lnTo>
                        <a:cubicBezTo>
                          <a:pt x="27337" y="20991"/>
                          <a:pt x="25337" y="27087"/>
                          <a:pt x="23051" y="3318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11" name="Forme libre : forme 17910">
                    <a:extLst>
                      <a:ext uri="{FF2B5EF4-FFF2-40B4-BE49-F238E27FC236}">
                        <a16:creationId xmlns:a16="http://schemas.microsoft.com/office/drawing/2014/main" id="{C0E3B57D-2BEB-4A3F-AD37-C057E1CC0C3B}"/>
                      </a:ext>
                    </a:extLst>
                  </p:cNvPr>
                  <p:cNvSpPr/>
                  <p:nvPr/>
                </p:nvSpPr>
                <p:spPr>
                  <a:xfrm>
                    <a:off x="4080428" y="4582858"/>
                    <a:ext cx="76666" cy="72088"/>
                  </a:xfrm>
                  <a:custGeom>
                    <a:avLst/>
                    <a:gdLst>
                      <a:gd name="connsiteX0" fmla="*/ 15706 w 76666"/>
                      <a:gd name="connsiteY0" fmla="*/ 31528 h 72088"/>
                      <a:gd name="connsiteX1" fmla="*/ 1324 w 76666"/>
                      <a:gd name="connsiteY1" fmla="*/ 47339 h 72088"/>
                      <a:gd name="connsiteX2" fmla="*/ 4753 w 76666"/>
                      <a:gd name="connsiteY2" fmla="*/ 63055 h 72088"/>
                      <a:gd name="connsiteX3" fmla="*/ 44758 w 76666"/>
                      <a:gd name="connsiteY3" fmla="*/ 69247 h 72088"/>
                      <a:gd name="connsiteX4" fmla="*/ 47806 w 76666"/>
                      <a:gd name="connsiteY4" fmla="*/ 68008 h 72088"/>
                      <a:gd name="connsiteX5" fmla="*/ 55616 w 76666"/>
                      <a:gd name="connsiteY5" fmla="*/ 56578 h 72088"/>
                      <a:gd name="connsiteX6" fmla="*/ 54949 w 76666"/>
                      <a:gd name="connsiteY6" fmla="*/ 56674 h 72088"/>
                      <a:gd name="connsiteX7" fmla="*/ 47329 w 76666"/>
                      <a:gd name="connsiteY7" fmla="*/ 41529 h 72088"/>
                      <a:gd name="connsiteX8" fmla="*/ 70952 w 76666"/>
                      <a:gd name="connsiteY8" fmla="*/ 26670 h 72088"/>
                      <a:gd name="connsiteX9" fmla="*/ 76667 w 76666"/>
                      <a:gd name="connsiteY9" fmla="*/ 8572 h 72088"/>
                      <a:gd name="connsiteX10" fmla="*/ 68856 w 76666"/>
                      <a:gd name="connsiteY10" fmla="*/ 0 h 72088"/>
                      <a:gd name="connsiteX11" fmla="*/ 59807 w 76666"/>
                      <a:gd name="connsiteY11" fmla="*/ 3715 h 72088"/>
                      <a:gd name="connsiteX12" fmla="*/ 15706 w 76666"/>
                      <a:gd name="connsiteY12" fmla="*/ 31528 h 7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6666" h="72088">
                        <a:moveTo>
                          <a:pt x="15706" y="31528"/>
                        </a:moveTo>
                        <a:cubicBezTo>
                          <a:pt x="9706" y="36481"/>
                          <a:pt x="3800" y="41910"/>
                          <a:pt x="1324" y="47339"/>
                        </a:cubicBezTo>
                        <a:cubicBezTo>
                          <a:pt x="-1724" y="54007"/>
                          <a:pt x="943" y="59245"/>
                          <a:pt x="4753" y="63055"/>
                        </a:cubicBezTo>
                        <a:cubicBezTo>
                          <a:pt x="12468" y="70866"/>
                          <a:pt x="26851" y="75342"/>
                          <a:pt x="44758" y="69247"/>
                        </a:cubicBezTo>
                        <a:cubicBezTo>
                          <a:pt x="45805" y="68866"/>
                          <a:pt x="46853" y="68389"/>
                          <a:pt x="47806" y="68008"/>
                        </a:cubicBezTo>
                        <a:cubicBezTo>
                          <a:pt x="50663" y="64198"/>
                          <a:pt x="53235" y="60388"/>
                          <a:pt x="55616" y="56578"/>
                        </a:cubicBezTo>
                        <a:cubicBezTo>
                          <a:pt x="55426" y="56578"/>
                          <a:pt x="55140" y="56674"/>
                          <a:pt x="54949" y="56674"/>
                        </a:cubicBezTo>
                        <a:cubicBezTo>
                          <a:pt x="45329" y="56674"/>
                          <a:pt x="41900" y="49911"/>
                          <a:pt x="47329" y="41529"/>
                        </a:cubicBezTo>
                        <a:cubicBezTo>
                          <a:pt x="52092" y="34195"/>
                          <a:pt x="61998" y="28099"/>
                          <a:pt x="70952" y="26670"/>
                        </a:cubicBezTo>
                        <a:cubicBezTo>
                          <a:pt x="73333" y="20574"/>
                          <a:pt x="75238" y="14478"/>
                          <a:pt x="76667" y="8572"/>
                        </a:cubicBezTo>
                        <a:lnTo>
                          <a:pt x="68856" y="0"/>
                        </a:lnTo>
                        <a:cubicBezTo>
                          <a:pt x="65713" y="1143"/>
                          <a:pt x="62569" y="2381"/>
                          <a:pt x="59807" y="3715"/>
                        </a:cubicBezTo>
                        <a:cubicBezTo>
                          <a:pt x="43805" y="10763"/>
                          <a:pt x="28851" y="20764"/>
                          <a:pt x="15706" y="3152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12" name="Forme libre : forme 17911">
                    <a:extLst>
                      <a:ext uri="{FF2B5EF4-FFF2-40B4-BE49-F238E27FC236}">
                        <a16:creationId xmlns:a16="http://schemas.microsoft.com/office/drawing/2014/main" id="{D798DCDF-491E-4FF9-8168-74C0D29F18DE}"/>
                      </a:ext>
                    </a:extLst>
                  </p:cNvPr>
                  <p:cNvSpPr/>
                  <p:nvPr/>
                </p:nvSpPr>
                <p:spPr>
                  <a:xfrm>
                    <a:off x="3919075" y="4862226"/>
                    <a:ext cx="93525" cy="38751"/>
                  </a:xfrm>
                  <a:custGeom>
                    <a:avLst/>
                    <a:gdLst>
                      <a:gd name="connsiteX0" fmla="*/ 93526 w 93525"/>
                      <a:gd name="connsiteY0" fmla="*/ 2667 h 38751"/>
                      <a:gd name="connsiteX1" fmla="*/ 32756 w 93525"/>
                      <a:gd name="connsiteY1" fmla="*/ 4953 h 38751"/>
                      <a:gd name="connsiteX2" fmla="*/ 13611 w 93525"/>
                      <a:gd name="connsiteY2" fmla="*/ 0 h 38751"/>
                      <a:gd name="connsiteX3" fmla="*/ 1324 w 93525"/>
                      <a:gd name="connsiteY3" fmla="*/ 14002 h 38751"/>
                      <a:gd name="connsiteX4" fmla="*/ 4753 w 93525"/>
                      <a:gd name="connsiteY4" fmla="*/ 29718 h 38751"/>
                      <a:gd name="connsiteX5" fmla="*/ 44758 w 93525"/>
                      <a:gd name="connsiteY5" fmla="*/ 35909 h 38751"/>
                      <a:gd name="connsiteX6" fmla="*/ 93240 w 93525"/>
                      <a:gd name="connsiteY6" fmla="*/ 6096 h 38751"/>
                      <a:gd name="connsiteX7" fmla="*/ 93335 w 93525"/>
                      <a:gd name="connsiteY7" fmla="*/ 6001 h 38751"/>
                      <a:gd name="connsiteX8" fmla="*/ 93526 w 93525"/>
                      <a:gd name="connsiteY8" fmla="*/ 2667 h 38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525" h="38751">
                        <a:moveTo>
                          <a:pt x="93526" y="2667"/>
                        </a:moveTo>
                        <a:cubicBezTo>
                          <a:pt x="71237" y="7048"/>
                          <a:pt x="48853" y="7048"/>
                          <a:pt x="32756" y="4953"/>
                        </a:cubicBezTo>
                        <a:cubicBezTo>
                          <a:pt x="25898" y="4096"/>
                          <a:pt x="19136" y="2477"/>
                          <a:pt x="13611" y="0"/>
                        </a:cubicBezTo>
                        <a:cubicBezTo>
                          <a:pt x="8372" y="4477"/>
                          <a:pt x="3514" y="9239"/>
                          <a:pt x="1324" y="14002"/>
                        </a:cubicBezTo>
                        <a:cubicBezTo>
                          <a:pt x="-1724" y="20669"/>
                          <a:pt x="943" y="25908"/>
                          <a:pt x="4753" y="29718"/>
                        </a:cubicBezTo>
                        <a:cubicBezTo>
                          <a:pt x="12468" y="37528"/>
                          <a:pt x="26851" y="42005"/>
                          <a:pt x="44758" y="35909"/>
                        </a:cubicBezTo>
                        <a:cubicBezTo>
                          <a:pt x="62188" y="29908"/>
                          <a:pt x="76952" y="16192"/>
                          <a:pt x="93240" y="6096"/>
                        </a:cubicBezTo>
                        <a:cubicBezTo>
                          <a:pt x="93240" y="6096"/>
                          <a:pt x="93335" y="6001"/>
                          <a:pt x="93335" y="6001"/>
                        </a:cubicBezTo>
                        <a:cubicBezTo>
                          <a:pt x="93240" y="4953"/>
                          <a:pt x="93335" y="3810"/>
                          <a:pt x="93526" y="266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13" name="Forme libre : forme 17912">
                    <a:extLst>
                      <a:ext uri="{FF2B5EF4-FFF2-40B4-BE49-F238E27FC236}">
                        <a16:creationId xmlns:a16="http://schemas.microsoft.com/office/drawing/2014/main" id="{A92617A7-7823-4E60-859C-A404E85308D8}"/>
                      </a:ext>
                    </a:extLst>
                  </p:cNvPr>
                  <p:cNvSpPr/>
                  <p:nvPr/>
                </p:nvSpPr>
                <p:spPr>
                  <a:xfrm>
                    <a:off x="3932686" y="4822272"/>
                    <a:ext cx="104364" cy="46250"/>
                  </a:xfrm>
                  <a:custGeom>
                    <a:avLst/>
                    <a:gdLst>
                      <a:gd name="connsiteX0" fmla="*/ 79915 w 104364"/>
                      <a:gd name="connsiteY0" fmla="*/ 42621 h 46250"/>
                      <a:gd name="connsiteX1" fmla="*/ 82201 w 104364"/>
                      <a:gd name="connsiteY1" fmla="*/ 37287 h 46250"/>
                      <a:gd name="connsiteX2" fmla="*/ 104013 w 104364"/>
                      <a:gd name="connsiteY2" fmla="*/ 22809 h 46250"/>
                      <a:gd name="connsiteX3" fmla="*/ 93917 w 104364"/>
                      <a:gd name="connsiteY3" fmla="*/ 2616 h 46250"/>
                      <a:gd name="connsiteX4" fmla="*/ 46101 w 104364"/>
                      <a:gd name="connsiteY4" fmla="*/ 10141 h 46250"/>
                      <a:gd name="connsiteX5" fmla="*/ 2096 w 104364"/>
                      <a:gd name="connsiteY5" fmla="*/ 38049 h 46250"/>
                      <a:gd name="connsiteX6" fmla="*/ 0 w 104364"/>
                      <a:gd name="connsiteY6" fmla="*/ 39859 h 46250"/>
                      <a:gd name="connsiteX7" fmla="*/ 19145 w 104364"/>
                      <a:gd name="connsiteY7" fmla="*/ 44812 h 46250"/>
                      <a:gd name="connsiteX8" fmla="*/ 79915 w 104364"/>
                      <a:gd name="connsiteY8" fmla="*/ 42621 h 46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4364" h="46250">
                        <a:moveTo>
                          <a:pt x="79915" y="42621"/>
                        </a:moveTo>
                        <a:cubicBezTo>
                          <a:pt x="80296" y="41002"/>
                          <a:pt x="80963" y="39192"/>
                          <a:pt x="82201" y="37287"/>
                        </a:cubicBezTo>
                        <a:cubicBezTo>
                          <a:pt x="86583" y="30429"/>
                          <a:pt x="95631" y="24714"/>
                          <a:pt x="104013" y="22809"/>
                        </a:cubicBezTo>
                        <a:cubicBezTo>
                          <a:pt x="105918" y="14142"/>
                          <a:pt x="99727" y="6902"/>
                          <a:pt x="93917" y="2616"/>
                        </a:cubicBezTo>
                        <a:cubicBezTo>
                          <a:pt x="84963" y="-3956"/>
                          <a:pt x="61913" y="3093"/>
                          <a:pt x="46101" y="10141"/>
                        </a:cubicBezTo>
                        <a:cubicBezTo>
                          <a:pt x="30290" y="17189"/>
                          <a:pt x="15240" y="27191"/>
                          <a:pt x="2096" y="38049"/>
                        </a:cubicBezTo>
                        <a:cubicBezTo>
                          <a:pt x="1334" y="38621"/>
                          <a:pt x="667" y="39287"/>
                          <a:pt x="0" y="39859"/>
                        </a:cubicBezTo>
                        <a:cubicBezTo>
                          <a:pt x="5525" y="42335"/>
                          <a:pt x="12287" y="43859"/>
                          <a:pt x="19145" y="44812"/>
                        </a:cubicBezTo>
                        <a:cubicBezTo>
                          <a:pt x="35338" y="47003"/>
                          <a:pt x="57626" y="47003"/>
                          <a:pt x="79915" y="4262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14" name="Forme libre : forme 17913">
                    <a:extLst>
                      <a:ext uri="{FF2B5EF4-FFF2-40B4-BE49-F238E27FC236}">
                        <a16:creationId xmlns:a16="http://schemas.microsoft.com/office/drawing/2014/main" id="{300B9833-D71B-4676-BCFE-B20EA9064952}"/>
                      </a:ext>
                    </a:extLst>
                  </p:cNvPr>
                  <p:cNvSpPr/>
                  <p:nvPr/>
                </p:nvSpPr>
                <p:spPr>
                  <a:xfrm>
                    <a:off x="4784697" y="4632388"/>
                    <a:ext cx="95042" cy="77824"/>
                  </a:xfrm>
                  <a:custGeom>
                    <a:avLst/>
                    <a:gdLst>
                      <a:gd name="connsiteX0" fmla="*/ 12382 w 95042"/>
                      <a:gd name="connsiteY0" fmla="*/ 65342 h 77824"/>
                      <a:gd name="connsiteX1" fmla="*/ 0 w 95042"/>
                      <a:gd name="connsiteY1" fmla="*/ 77438 h 77824"/>
                      <a:gd name="connsiteX2" fmla="*/ 21812 w 95042"/>
                      <a:gd name="connsiteY2" fmla="*/ 75057 h 77824"/>
                      <a:gd name="connsiteX3" fmla="*/ 70294 w 95042"/>
                      <a:gd name="connsiteY3" fmla="*/ 45244 h 77824"/>
                      <a:gd name="connsiteX4" fmla="*/ 86773 w 95042"/>
                      <a:gd name="connsiteY4" fmla="*/ 34195 h 77824"/>
                      <a:gd name="connsiteX5" fmla="*/ 84581 w 95042"/>
                      <a:gd name="connsiteY5" fmla="*/ 1905 h 77824"/>
                      <a:gd name="connsiteX6" fmla="*/ 80200 w 95042"/>
                      <a:gd name="connsiteY6" fmla="*/ 0 h 77824"/>
                      <a:gd name="connsiteX7" fmla="*/ 78105 w 95042"/>
                      <a:gd name="connsiteY7" fmla="*/ 476 h 77824"/>
                      <a:gd name="connsiteX8" fmla="*/ 12382 w 95042"/>
                      <a:gd name="connsiteY8" fmla="*/ 65342 h 77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042" h="77824">
                        <a:moveTo>
                          <a:pt x="12382" y="65342"/>
                        </a:moveTo>
                        <a:cubicBezTo>
                          <a:pt x="8287" y="69342"/>
                          <a:pt x="4190" y="73438"/>
                          <a:pt x="0" y="77438"/>
                        </a:cubicBezTo>
                        <a:cubicBezTo>
                          <a:pt x="6382" y="78296"/>
                          <a:pt x="13715" y="77819"/>
                          <a:pt x="21812" y="75057"/>
                        </a:cubicBezTo>
                        <a:cubicBezTo>
                          <a:pt x="39243" y="69056"/>
                          <a:pt x="54007" y="55340"/>
                          <a:pt x="70294" y="45244"/>
                        </a:cubicBezTo>
                        <a:cubicBezTo>
                          <a:pt x="75914" y="41720"/>
                          <a:pt x="82010" y="38481"/>
                          <a:pt x="86773" y="34195"/>
                        </a:cubicBezTo>
                        <a:cubicBezTo>
                          <a:pt x="102108" y="20288"/>
                          <a:pt x="92964" y="8001"/>
                          <a:pt x="84581" y="1905"/>
                        </a:cubicBezTo>
                        <a:cubicBezTo>
                          <a:pt x="83344" y="1048"/>
                          <a:pt x="81915" y="381"/>
                          <a:pt x="80200" y="0"/>
                        </a:cubicBezTo>
                        <a:cubicBezTo>
                          <a:pt x="79534" y="190"/>
                          <a:pt x="78771" y="381"/>
                          <a:pt x="78105" y="476"/>
                        </a:cubicBezTo>
                        <a:cubicBezTo>
                          <a:pt x="56197" y="22098"/>
                          <a:pt x="34290" y="43720"/>
                          <a:pt x="12382" y="6534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15" name="Forme libre : forme 17914">
                    <a:extLst>
                      <a:ext uri="{FF2B5EF4-FFF2-40B4-BE49-F238E27FC236}">
                        <a16:creationId xmlns:a16="http://schemas.microsoft.com/office/drawing/2014/main" id="{2316289F-6F9A-4F88-B7A7-5FBC55B8AC2E}"/>
                      </a:ext>
                    </a:extLst>
                  </p:cNvPr>
                  <p:cNvSpPr/>
                  <p:nvPr/>
                </p:nvSpPr>
                <p:spPr>
                  <a:xfrm>
                    <a:off x="4761942" y="4632198"/>
                    <a:ext cx="100954" cy="77628"/>
                  </a:xfrm>
                  <a:custGeom>
                    <a:avLst/>
                    <a:gdLst>
                      <a:gd name="connsiteX0" fmla="*/ 100955 w 100954"/>
                      <a:gd name="connsiteY0" fmla="*/ 667 h 77628"/>
                      <a:gd name="connsiteX1" fmla="*/ 96383 w 100954"/>
                      <a:gd name="connsiteY1" fmla="*/ 1143 h 77628"/>
                      <a:gd name="connsiteX2" fmla="*/ 90573 w 100954"/>
                      <a:gd name="connsiteY2" fmla="*/ 0 h 77628"/>
                      <a:gd name="connsiteX3" fmla="*/ 59712 w 100954"/>
                      <a:gd name="connsiteY3" fmla="*/ 9620 h 77628"/>
                      <a:gd name="connsiteX4" fmla="*/ 15706 w 100954"/>
                      <a:gd name="connsiteY4" fmla="*/ 37529 h 77628"/>
                      <a:gd name="connsiteX5" fmla="*/ 1324 w 100954"/>
                      <a:gd name="connsiteY5" fmla="*/ 53340 h 77628"/>
                      <a:gd name="connsiteX6" fmla="*/ 4753 w 100954"/>
                      <a:gd name="connsiteY6" fmla="*/ 69056 h 77628"/>
                      <a:gd name="connsiteX7" fmla="*/ 22945 w 100954"/>
                      <a:gd name="connsiteY7" fmla="*/ 77629 h 77628"/>
                      <a:gd name="connsiteX8" fmla="*/ 35328 w 100954"/>
                      <a:gd name="connsiteY8" fmla="*/ 65532 h 77628"/>
                      <a:gd name="connsiteX9" fmla="*/ 100955 w 100954"/>
                      <a:gd name="connsiteY9" fmla="*/ 667 h 77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954" h="77628">
                        <a:moveTo>
                          <a:pt x="100955" y="667"/>
                        </a:moveTo>
                        <a:cubicBezTo>
                          <a:pt x="99431" y="953"/>
                          <a:pt x="97907" y="1143"/>
                          <a:pt x="96383" y="1143"/>
                        </a:cubicBezTo>
                        <a:cubicBezTo>
                          <a:pt x="94097" y="1143"/>
                          <a:pt x="92097" y="762"/>
                          <a:pt x="90573" y="0"/>
                        </a:cubicBezTo>
                        <a:cubicBezTo>
                          <a:pt x="80667" y="1429"/>
                          <a:pt x="68951" y="5429"/>
                          <a:pt x="59712" y="9620"/>
                        </a:cubicBezTo>
                        <a:cubicBezTo>
                          <a:pt x="43900" y="16669"/>
                          <a:pt x="28851" y="26670"/>
                          <a:pt x="15706" y="37529"/>
                        </a:cubicBezTo>
                        <a:cubicBezTo>
                          <a:pt x="9705" y="42481"/>
                          <a:pt x="3800" y="47911"/>
                          <a:pt x="1324" y="53340"/>
                        </a:cubicBezTo>
                        <a:cubicBezTo>
                          <a:pt x="-1724" y="60007"/>
                          <a:pt x="942" y="65246"/>
                          <a:pt x="4753" y="69056"/>
                        </a:cubicBezTo>
                        <a:cubicBezTo>
                          <a:pt x="8944" y="73342"/>
                          <a:pt x="15230" y="76581"/>
                          <a:pt x="22945" y="77629"/>
                        </a:cubicBezTo>
                        <a:cubicBezTo>
                          <a:pt x="27136" y="73628"/>
                          <a:pt x="31232" y="69532"/>
                          <a:pt x="35328" y="65532"/>
                        </a:cubicBezTo>
                        <a:cubicBezTo>
                          <a:pt x="57045" y="43910"/>
                          <a:pt x="78952" y="22288"/>
                          <a:pt x="100955" y="66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16" name="Forme libre : forme 17915">
                    <a:extLst>
                      <a:ext uri="{FF2B5EF4-FFF2-40B4-BE49-F238E27FC236}">
                        <a16:creationId xmlns:a16="http://schemas.microsoft.com/office/drawing/2014/main" id="{2DB058AA-870B-4ABE-A302-2DF7728A1A86}"/>
                      </a:ext>
                    </a:extLst>
                  </p:cNvPr>
                  <p:cNvSpPr/>
                  <p:nvPr/>
                </p:nvSpPr>
                <p:spPr>
                  <a:xfrm>
                    <a:off x="5008363" y="4668253"/>
                    <a:ext cx="117935" cy="63290"/>
                  </a:xfrm>
                  <a:custGeom>
                    <a:avLst/>
                    <a:gdLst>
                      <a:gd name="connsiteX0" fmla="*/ 117519 w 117935"/>
                      <a:gd name="connsiteY0" fmla="*/ 23095 h 63290"/>
                      <a:gd name="connsiteX1" fmla="*/ 107518 w 117935"/>
                      <a:gd name="connsiteY1" fmla="*/ 2616 h 63290"/>
                      <a:gd name="connsiteX2" fmla="*/ 59703 w 117935"/>
                      <a:gd name="connsiteY2" fmla="*/ 10141 h 63290"/>
                      <a:gd name="connsiteX3" fmla="*/ 15697 w 117935"/>
                      <a:gd name="connsiteY3" fmla="*/ 38049 h 63290"/>
                      <a:gd name="connsiteX4" fmla="*/ 1314 w 117935"/>
                      <a:gd name="connsiteY4" fmla="*/ 53861 h 63290"/>
                      <a:gd name="connsiteX5" fmla="*/ 648 w 117935"/>
                      <a:gd name="connsiteY5" fmla="*/ 63290 h 63290"/>
                      <a:gd name="connsiteX6" fmla="*/ 39033 w 117935"/>
                      <a:gd name="connsiteY6" fmla="*/ 38621 h 63290"/>
                      <a:gd name="connsiteX7" fmla="*/ 117519 w 117935"/>
                      <a:gd name="connsiteY7" fmla="*/ 23095 h 63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7935" h="63290">
                        <a:moveTo>
                          <a:pt x="117519" y="23095"/>
                        </a:moveTo>
                        <a:cubicBezTo>
                          <a:pt x="119615" y="14237"/>
                          <a:pt x="113423" y="6902"/>
                          <a:pt x="107518" y="2616"/>
                        </a:cubicBezTo>
                        <a:cubicBezTo>
                          <a:pt x="98564" y="-3956"/>
                          <a:pt x="75514" y="3092"/>
                          <a:pt x="59703" y="10141"/>
                        </a:cubicBezTo>
                        <a:cubicBezTo>
                          <a:pt x="43891" y="17189"/>
                          <a:pt x="28841" y="27191"/>
                          <a:pt x="15697" y="38049"/>
                        </a:cubicBezTo>
                        <a:cubicBezTo>
                          <a:pt x="9697" y="43002"/>
                          <a:pt x="3791" y="48431"/>
                          <a:pt x="1314" y="53861"/>
                        </a:cubicBezTo>
                        <a:cubicBezTo>
                          <a:pt x="-305" y="57385"/>
                          <a:pt x="-305" y="60528"/>
                          <a:pt x="648" y="63290"/>
                        </a:cubicBezTo>
                        <a:cubicBezTo>
                          <a:pt x="12554" y="53956"/>
                          <a:pt x="25032" y="45383"/>
                          <a:pt x="39033" y="38621"/>
                        </a:cubicBezTo>
                        <a:cubicBezTo>
                          <a:pt x="66370" y="25286"/>
                          <a:pt x="94278" y="21380"/>
                          <a:pt x="117519" y="2309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17" name="Forme libre : forme 17916">
                    <a:extLst>
                      <a:ext uri="{FF2B5EF4-FFF2-40B4-BE49-F238E27FC236}">
                        <a16:creationId xmlns:a16="http://schemas.microsoft.com/office/drawing/2014/main" id="{FAF20AFF-3079-4882-9731-77140C1D791C}"/>
                      </a:ext>
                    </a:extLst>
                  </p:cNvPr>
                  <p:cNvSpPr/>
                  <p:nvPr/>
                </p:nvSpPr>
                <p:spPr>
                  <a:xfrm>
                    <a:off x="5009106" y="4690973"/>
                    <a:ext cx="116776" cy="55935"/>
                  </a:xfrm>
                  <a:custGeom>
                    <a:avLst/>
                    <a:gdLst>
                      <a:gd name="connsiteX0" fmla="*/ 44005 w 116776"/>
                      <a:gd name="connsiteY0" fmla="*/ 53048 h 55935"/>
                      <a:gd name="connsiteX1" fmla="*/ 92487 w 116776"/>
                      <a:gd name="connsiteY1" fmla="*/ 23235 h 55935"/>
                      <a:gd name="connsiteX2" fmla="*/ 108966 w 116776"/>
                      <a:gd name="connsiteY2" fmla="*/ 12186 h 55935"/>
                      <a:gd name="connsiteX3" fmla="*/ 116776 w 116776"/>
                      <a:gd name="connsiteY3" fmla="*/ 375 h 55935"/>
                      <a:gd name="connsiteX4" fmla="*/ 38385 w 116776"/>
                      <a:gd name="connsiteY4" fmla="*/ 15900 h 55935"/>
                      <a:gd name="connsiteX5" fmla="*/ 0 w 116776"/>
                      <a:gd name="connsiteY5" fmla="*/ 40570 h 55935"/>
                      <a:gd name="connsiteX6" fmla="*/ 4096 w 116776"/>
                      <a:gd name="connsiteY6" fmla="*/ 46952 h 55935"/>
                      <a:gd name="connsiteX7" fmla="*/ 44005 w 116776"/>
                      <a:gd name="connsiteY7" fmla="*/ 53048 h 55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776" h="55935">
                        <a:moveTo>
                          <a:pt x="44005" y="53048"/>
                        </a:moveTo>
                        <a:cubicBezTo>
                          <a:pt x="61436" y="47047"/>
                          <a:pt x="76200" y="33331"/>
                          <a:pt x="92487" y="23235"/>
                        </a:cubicBezTo>
                        <a:cubicBezTo>
                          <a:pt x="98107" y="19710"/>
                          <a:pt x="104204" y="16472"/>
                          <a:pt x="108966" y="12186"/>
                        </a:cubicBezTo>
                        <a:cubicBezTo>
                          <a:pt x="113538" y="8090"/>
                          <a:pt x="115919" y="4089"/>
                          <a:pt x="116776" y="375"/>
                        </a:cubicBezTo>
                        <a:cubicBezTo>
                          <a:pt x="93535" y="-1340"/>
                          <a:pt x="65722" y="2661"/>
                          <a:pt x="38385" y="15900"/>
                        </a:cubicBezTo>
                        <a:cubicBezTo>
                          <a:pt x="24384" y="22663"/>
                          <a:pt x="11811" y="31236"/>
                          <a:pt x="0" y="40570"/>
                        </a:cubicBezTo>
                        <a:cubicBezTo>
                          <a:pt x="857" y="42951"/>
                          <a:pt x="2286" y="45047"/>
                          <a:pt x="4096" y="46952"/>
                        </a:cubicBezTo>
                        <a:cubicBezTo>
                          <a:pt x="11716" y="54667"/>
                          <a:pt x="26098" y="59239"/>
                          <a:pt x="44005" y="5304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18" name="Forme libre : forme 17917">
                    <a:extLst>
                      <a:ext uri="{FF2B5EF4-FFF2-40B4-BE49-F238E27FC236}">
                        <a16:creationId xmlns:a16="http://schemas.microsoft.com/office/drawing/2014/main" id="{AD3B1179-FFAA-4A11-A96C-37D1E9896DB0}"/>
                      </a:ext>
                    </a:extLst>
                  </p:cNvPr>
                  <p:cNvSpPr/>
                  <p:nvPr/>
                </p:nvSpPr>
                <p:spPr>
                  <a:xfrm>
                    <a:off x="4162048" y="4805889"/>
                    <a:ext cx="116109" cy="59861"/>
                  </a:xfrm>
                  <a:custGeom>
                    <a:avLst/>
                    <a:gdLst>
                      <a:gd name="connsiteX0" fmla="*/ 116110 w 116109"/>
                      <a:gd name="connsiteY0" fmla="*/ 12332 h 59861"/>
                      <a:gd name="connsiteX1" fmla="*/ 107537 w 116109"/>
                      <a:gd name="connsiteY1" fmla="*/ 2616 h 59861"/>
                      <a:gd name="connsiteX2" fmla="*/ 59722 w 116109"/>
                      <a:gd name="connsiteY2" fmla="*/ 10141 h 59861"/>
                      <a:gd name="connsiteX3" fmla="*/ 15716 w 116109"/>
                      <a:gd name="connsiteY3" fmla="*/ 38049 h 59861"/>
                      <a:gd name="connsiteX4" fmla="*/ 1333 w 116109"/>
                      <a:gd name="connsiteY4" fmla="*/ 53861 h 59861"/>
                      <a:gd name="connsiteX5" fmla="*/ 0 w 116109"/>
                      <a:gd name="connsiteY5" fmla="*/ 59861 h 59861"/>
                      <a:gd name="connsiteX6" fmla="*/ 44101 w 116109"/>
                      <a:gd name="connsiteY6" fmla="*/ 32525 h 59861"/>
                      <a:gd name="connsiteX7" fmla="*/ 116110 w 116109"/>
                      <a:gd name="connsiteY7" fmla="*/ 12332 h 59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109" h="59861">
                        <a:moveTo>
                          <a:pt x="116110" y="12332"/>
                        </a:moveTo>
                        <a:cubicBezTo>
                          <a:pt x="114110" y="8331"/>
                          <a:pt x="110776" y="4997"/>
                          <a:pt x="107537" y="2616"/>
                        </a:cubicBezTo>
                        <a:cubicBezTo>
                          <a:pt x="98488" y="-3956"/>
                          <a:pt x="75533" y="3092"/>
                          <a:pt x="59722" y="10141"/>
                        </a:cubicBezTo>
                        <a:cubicBezTo>
                          <a:pt x="43910" y="17189"/>
                          <a:pt x="28861" y="27191"/>
                          <a:pt x="15716" y="38049"/>
                        </a:cubicBezTo>
                        <a:cubicBezTo>
                          <a:pt x="9715" y="43002"/>
                          <a:pt x="3810" y="48431"/>
                          <a:pt x="1333" y="53861"/>
                        </a:cubicBezTo>
                        <a:cubicBezTo>
                          <a:pt x="381" y="55956"/>
                          <a:pt x="0" y="57956"/>
                          <a:pt x="0" y="59861"/>
                        </a:cubicBezTo>
                        <a:cubicBezTo>
                          <a:pt x="14097" y="49574"/>
                          <a:pt x="28385" y="39668"/>
                          <a:pt x="44101" y="32525"/>
                        </a:cubicBezTo>
                        <a:cubicBezTo>
                          <a:pt x="68294" y="21476"/>
                          <a:pt x="92012" y="18713"/>
                          <a:pt x="116110" y="1233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19" name="Forme libre : forme 17918">
                    <a:extLst>
                      <a:ext uri="{FF2B5EF4-FFF2-40B4-BE49-F238E27FC236}">
                        <a16:creationId xmlns:a16="http://schemas.microsoft.com/office/drawing/2014/main" id="{3277FD0C-4D06-4247-BF95-E86A071E3A19}"/>
                      </a:ext>
                    </a:extLst>
                  </p:cNvPr>
                  <p:cNvSpPr/>
                  <p:nvPr/>
                </p:nvSpPr>
                <p:spPr>
                  <a:xfrm>
                    <a:off x="4162143" y="4818221"/>
                    <a:ext cx="117909" cy="66323"/>
                  </a:xfrm>
                  <a:custGeom>
                    <a:avLst/>
                    <a:gdLst>
                      <a:gd name="connsiteX0" fmla="*/ 44672 w 117909"/>
                      <a:gd name="connsiteY0" fmla="*/ 63437 h 66323"/>
                      <a:gd name="connsiteX1" fmla="*/ 93154 w 117909"/>
                      <a:gd name="connsiteY1" fmla="*/ 33623 h 66323"/>
                      <a:gd name="connsiteX2" fmla="*/ 109633 w 117909"/>
                      <a:gd name="connsiteY2" fmla="*/ 22574 h 66323"/>
                      <a:gd name="connsiteX3" fmla="*/ 116109 w 117909"/>
                      <a:gd name="connsiteY3" fmla="*/ 0 h 66323"/>
                      <a:gd name="connsiteX4" fmla="*/ 44101 w 117909"/>
                      <a:gd name="connsiteY4" fmla="*/ 20193 h 66323"/>
                      <a:gd name="connsiteX5" fmla="*/ 0 w 117909"/>
                      <a:gd name="connsiteY5" fmla="*/ 47530 h 66323"/>
                      <a:gd name="connsiteX6" fmla="*/ 4763 w 117909"/>
                      <a:gd name="connsiteY6" fmla="*/ 57340 h 66323"/>
                      <a:gd name="connsiteX7" fmla="*/ 44672 w 117909"/>
                      <a:gd name="connsiteY7" fmla="*/ 63437 h 66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7909" h="66323">
                        <a:moveTo>
                          <a:pt x="44672" y="63437"/>
                        </a:moveTo>
                        <a:cubicBezTo>
                          <a:pt x="62103" y="57436"/>
                          <a:pt x="76867" y="43720"/>
                          <a:pt x="93154" y="33623"/>
                        </a:cubicBezTo>
                        <a:cubicBezTo>
                          <a:pt x="98774" y="30099"/>
                          <a:pt x="104870" y="26861"/>
                          <a:pt x="109633" y="22574"/>
                        </a:cubicBezTo>
                        <a:cubicBezTo>
                          <a:pt x="118967" y="14097"/>
                          <a:pt x="119253" y="6191"/>
                          <a:pt x="116109" y="0"/>
                        </a:cubicBezTo>
                        <a:cubicBezTo>
                          <a:pt x="92011" y="6382"/>
                          <a:pt x="68294" y="9239"/>
                          <a:pt x="44101" y="20193"/>
                        </a:cubicBezTo>
                        <a:cubicBezTo>
                          <a:pt x="28384" y="27337"/>
                          <a:pt x="14002" y="37243"/>
                          <a:pt x="0" y="47530"/>
                        </a:cubicBezTo>
                        <a:cubicBezTo>
                          <a:pt x="95" y="51435"/>
                          <a:pt x="2096" y="54673"/>
                          <a:pt x="4763" y="57340"/>
                        </a:cubicBezTo>
                        <a:cubicBezTo>
                          <a:pt x="12382" y="65056"/>
                          <a:pt x="26765" y="69627"/>
                          <a:pt x="44672" y="6343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20" name="Forme libre : forme 17919">
                    <a:extLst>
                      <a:ext uri="{FF2B5EF4-FFF2-40B4-BE49-F238E27FC236}">
                        <a16:creationId xmlns:a16="http://schemas.microsoft.com/office/drawing/2014/main" id="{C6E2CA38-BE51-4054-98EB-A9F8A0590595}"/>
                      </a:ext>
                    </a:extLst>
                  </p:cNvPr>
                  <p:cNvSpPr/>
                  <p:nvPr/>
                </p:nvSpPr>
                <p:spPr>
                  <a:xfrm>
                    <a:off x="6234783" y="4477638"/>
                    <a:ext cx="52084" cy="52737"/>
                  </a:xfrm>
                  <a:custGeom>
                    <a:avLst/>
                    <a:gdLst>
                      <a:gd name="connsiteX0" fmla="*/ 43815 w 52084"/>
                      <a:gd name="connsiteY0" fmla="*/ 34926 h 52737"/>
                      <a:gd name="connsiteX1" fmla="*/ 41624 w 52084"/>
                      <a:gd name="connsiteY1" fmla="*/ 2636 h 52737"/>
                      <a:gd name="connsiteX2" fmla="*/ 0 w 52084"/>
                      <a:gd name="connsiteY2" fmla="*/ 7589 h 52737"/>
                      <a:gd name="connsiteX3" fmla="*/ 7144 w 52084"/>
                      <a:gd name="connsiteY3" fmla="*/ 24829 h 52737"/>
                      <a:gd name="connsiteX4" fmla="*/ 17145 w 52084"/>
                      <a:gd name="connsiteY4" fmla="*/ 52737 h 52737"/>
                      <a:gd name="connsiteX5" fmla="*/ 27241 w 52084"/>
                      <a:gd name="connsiteY5" fmla="*/ 45975 h 52737"/>
                      <a:gd name="connsiteX6" fmla="*/ 43815 w 52084"/>
                      <a:gd name="connsiteY6" fmla="*/ 34926 h 52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2084" h="52737">
                        <a:moveTo>
                          <a:pt x="43815" y="34926"/>
                        </a:moveTo>
                        <a:cubicBezTo>
                          <a:pt x="59150" y="21019"/>
                          <a:pt x="50006" y="8732"/>
                          <a:pt x="41624" y="2636"/>
                        </a:cubicBezTo>
                        <a:cubicBezTo>
                          <a:pt x="33718" y="-3174"/>
                          <a:pt x="15049" y="1588"/>
                          <a:pt x="0" y="7589"/>
                        </a:cubicBezTo>
                        <a:cubicBezTo>
                          <a:pt x="3429" y="13018"/>
                          <a:pt x="5619" y="19209"/>
                          <a:pt x="7144" y="24829"/>
                        </a:cubicBezTo>
                        <a:cubicBezTo>
                          <a:pt x="9715" y="34163"/>
                          <a:pt x="13811" y="43308"/>
                          <a:pt x="17145" y="52737"/>
                        </a:cubicBezTo>
                        <a:cubicBezTo>
                          <a:pt x="20478" y="50356"/>
                          <a:pt x="23813" y="48070"/>
                          <a:pt x="27241" y="45975"/>
                        </a:cubicBezTo>
                        <a:cubicBezTo>
                          <a:pt x="32956" y="42450"/>
                          <a:pt x="39052" y="39212"/>
                          <a:pt x="43815" y="3492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21" name="Forme libre : forme 17920">
                    <a:extLst>
                      <a:ext uri="{FF2B5EF4-FFF2-40B4-BE49-F238E27FC236}">
                        <a16:creationId xmlns:a16="http://schemas.microsoft.com/office/drawing/2014/main" id="{2F0C31A8-B5EB-45E2-97FC-909536FCBC04}"/>
                      </a:ext>
                    </a:extLst>
                  </p:cNvPr>
                  <p:cNvSpPr/>
                  <p:nvPr/>
                </p:nvSpPr>
                <p:spPr>
                  <a:xfrm>
                    <a:off x="6168880" y="4485227"/>
                    <a:ext cx="83048" cy="71040"/>
                  </a:xfrm>
                  <a:custGeom>
                    <a:avLst/>
                    <a:gdLst>
                      <a:gd name="connsiteX0" fmla="*/ 65904 w 83048"/>
                      <a:gd name="connsiteY0" fmla="*/ 0 h 71040"/>
                      <a:gd name="connsiteX1" fmla="*/ 59712 w 83048"/>
                      <a:gd name="connsiteY1" fmla="*/ 2572 h 71040"/>
                      <a:gd name="connsiteX2" fmla="*/ 15707 w 83048"/>
                      <a:gd name="connsiteY2" fmla="*/ 30480 h 71040"/>
                      <a:gd name="connsiteX3" fmla="*/ 1324 w 83048"/>
                      <a:gd name="connsiteY3" fmla="*/ 46291 h 71040"/>
                      <a:gd name="connsiteX4" fmla="*/ 4753 w 83048"/>
                      <a:gd name="connsiteY4" fmla="*/ 62008 h 71040"/>
                      <a:gd name="connsiteX5" fmla="*/ 44758 w 83048"/>
                      <a:gd name="connsiteY5" fmla="*/ 68199 h 71040"/>
                      <a:gd name="connsiteX6" fmla="*/ 83048 w 83048"/>
                      <a:gd name="connsiteY6" fmla="*/ 45148 h 71040"/>
                      <a:gd name="connsiteX7" fmla="*/ 73047 w 83048"/>
                      <a:gd name="connsiteY7" fmla="*/ 17240 h 71040"/>
                      <a:gd name="connsiteX8" fmla="*/ 65904 w 83048"/>
                      <a:gd name="connsiteY8" fmla="*/ 0 h 71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048" h="71040">
                        <a:moveTo>
                          <a:pt x="65904" y="0"/>
                        </a:moveTo>
                        <a:cubicBezTo>
                          <a:pt x="63808" y="857"/>
                          <a:pt x="61713" y="1714"/>
                          <a:pt x="59712" y="2572"/>
                        </a:cubicBezTo>
                        <a:cubicBezTo>
                          <a:pt x="43901" y="9620"/>
                          <a:pt x="28851" y="19621"/>
                          <a:pt x="15707" y="30480"/>
                        </a:cubicBezTo>
                        <a:cubicBezTo>
                          <a:pt x="9706" y="35433"/>
                          <a:pt x="3800" y="40862"/>
                          <a:pt x="1324" y="46291"/>
                        </a:cubicBezTo>
                        <a:cubicBezTo>
                          <a:pt x="-1724" y="52959"/>
                          <a:pt x="943" y="58198"/>
                          <a:pt x="4753" y="62008"/>
                        </a:cubicBezTo>
                        <a:cubicBezTo>
                          <a:pt x="12468" y="69818"/>
                          <a:pt x="26851" y="74295"/>
                          <a:pt x="44758" y="68199"/>
                        </a:cubicBezTo>
                        <a:cubicBezTo>
                          <a:pt x="58474" y="63436"/>
                          <a:pt x="70571" y="53911"/>
                          <a:pt x="83048" y="45148"/>
                        </a:cubicBezTo>
                        <a:cubicBezTo>
                          <a:pt x="79714" y="35719"/>
                          <a:pt x="75619" y="26575"/>
                          <a:pt x="73047" y="17240"/>
                        </a:cubicBezTo>
                        <a:cubicBezTo>
                          <a:pt x="71523" y="11620"/>
                          <a:pt x="69332" y="5429"/>
                          <a:pt x="65904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22" name="Forme libre : forme 17921">
                    <a:extLst>
                      <a:ext uri="{FF2B5EF4-FFF2-40B4-BE49-F238E27FC236}">
                        <a16:creationId xmlns:a16="http://schemas.microsoft.com/office/drawing/2014/main" id="{294115E1-082F-4938-9007-54B4D43144F7}"/>
                      </a:ext>
                    </a:extLst>
                  </p:cNvPr>
                  <p:cNvSpPr/>
                  <p:nvPr/>
                </p:nvSpPr>
                <p:spPr>
                  <a:xfrm>
                    <a:off x="7423979" y="4602575"/>
                    <a:ext cx="1142" cy="1333"/>
                  </a:xfrm>
                  <a:custGeom>
                    <a:avLst/>
                    <a:gdLst>
                      <a:gd name="connsiteX0" fmla="*/ 0 w 1142"/>
                      <a:gd name="connsiteY0" fmla="*/ 1334 h 1333"/>
                      <a:gd name="connsiteX1" fmla="*/ 1143 w 1142"/>
                      <a:gd name="connsiteY1" fmla="*/ 95 h 1333"/>
                      <a:gd name="connsiteX2" fmla="*/ 476 w 1142"/>
                      <a:gd name="connsiteY2" fmla="*/ 0 h 1333"/>
                      <a:gd name="connsiteX3" fmla="*/ 0 w 1142"/>
                      <a:gd name="connsiteY3" fmla="*/ 1334 h 1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42" h="1333">
                        <a:moveTo>
                          <a:pt x="0" y="1334"/>
                        </a:moveTo>
                        <a:lnTo>
                          <a:pt x="1143" y="95"/>
                        </a:lnTo>
                        <a:cubicBezTo>
                          <a:pt x="952" y="95"/>
                          <a:pt x="667" y="95"/>
                          <a:pt x="476" y="0"/>
                        </a:cubicBezTo>
                        <a:cubicBezTo>
                          <a:pt x="381" y="476"/>
                          <a:pt x="191" y="953"/>
                          <a:pt x="0" y="133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23" name="Forme libre : forme 17922">
                    <a:extLst>
                      <a:ext uri="{FF2B5EF4-FFF2-40B4-BE49-F238E27FC236}">
                        <a16:creationId xmlns:a16="http://schemas.microsoft.com/office/drawing/2014/main" id="{3A929953-45D2-41E2-A8C9-ED09E0E8E138}"/>
                      </a:ext>
                    </a:extLst>
                  </p:cNvPr>
                  <p:cNvSpPr/>
                  <p:nvPr/>
                </p:nvSpPr>
                <p:spPr>
                  <a:xfrm>
                    <a:off x="7427503" y="4546123"/>
                    <a:ext cx="45625" cy="31781"/>
                  </a:xfrm>
                  <a:custGeom>
                    <a:avLst/>
                    <a:gdLst>
                      <a:gd name="connsiteX0" fmla="*/ 0 w 45625"/>
                      <a:gd name="connsiteY0" fmla="*/ 8826 h 31781"/>
                      <a:gd name="connsiteX1" fmla="*/ 2667 w 45625"/>
                      <a:gd name="connsiteY1" fmla="*/ 31782 h 31781"/>
                      <a:gd name="connsiteX2" fmla="*/ 19145 w 45625"/>
                      <a:gd name="connsiteY2" fmla="*/ 26543 h 31781"/>
                      <a:gd name="connsiteX3" fmla="*/ 24003 w 45625"/>
                      <a:gd name="connsiteY3" fmla="*/ 27400 h 31781"/>
                      <a:gd name="connsiteX4" fmla="*/ 45625 w 45625"/>
                      <a:gd name="connsiteY4" fmla="*/ 3397 h 31781"/>
                      <a:gd name="connsiteX5" fmla="*/ 44672 w 45625"/>
                      <a:gd name="connsiteY5" fmla="*/ 2635 h 31781"/>
                      <a:gd name="connsiteX6" fmla="*/ 0 w 45625"/>
                      <a:gd name="connsiteY6" fmla="*/ 8826 h 31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625" h="31781">
                        <a:moveTo>
                          <a:pt x="0" y="8826"/>
                        </a:moveTo>
                        <a:cubicBezTo>
                          <a:pt x="2857" y="15494"/>
                          <a:pt x="3334" y="23876"/>
                          <a:pt x="2667" y="31782"/>
                        </a:cubicBezTo>
                        <a:cubicBezTo>
                          <a:pt x="7906" y="28543"/>
                          <a:pt x="13907" y="26543"/>
                          <a:pt x="19145" y="26543"/>
                        </a:cubicBezTo>
                        <a:cubicBezTo>
                          <a:pt x="21050" y="26543"/>
                          <a:pt x="22670" y="26829"/>
                          <a:pt x="24003" y="27400"/>
                        </a:cubicBezTo>
                        <a:lnTo>
                          <a:pt x="45625" y="3397"/>
                        </a:lnTo>
                        <a:cubicBezTo>
                          <a:pt x="45339" y="3111"/>
                          <a:pt x="44958" y="2921"/>
                          <a:pt x="44672" y="2635"/>
                        </a:cubicBezTo>
                        <a:cubicBezTo>
                          <a:pt x="36290" y="-3556"/>
                          <a:pt x="15526" y="2254"/>
                          <a:pt x="0" y="882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24" name="Forme libre : forme 17923">
                    <a:extLst>
                      <a:ext uri="{FF2B5EF4-FFF2-40B4-BE49-F238E27FC236}">
                        <a16:creationId xmlns:a16="http://schemas.microsoft.com/office/drawing/2014/main" id="{62AB32D5-23A8-42C3-8DED-BE71CC4DBE60}"/>
                      </a:ext>
                    </a:extLst>
                  </p:cNvPr>
                  <p:cNvSpPr/>
                  <p:nvPr/>
                </p:nvSpPr>
                <p:spPr>
                  <a:xfrm>
                    <a:off x="7364743" y="4554855"/>
                    <a:ext cx="65708" cy="69719"/>
                  </a:xfrm>
                  <a:custGeom>
                    <a:avLst/>
                    <a:gdLst>
                      <a:gd name="connsiteX0" fmla="*/ 15707 w 65708"/>
                      <a:gd name="connsiteY0" fmla="*/ 29242 h 69719"/>
                      <a:gd name="connsiteX1" fmla="*/ 1324 w 65708"/>
                      <a:gd name="connsiteY1" fmla="*/ 45053 h 69719"/>
                      <a:gd name="connsiteX2" fmla="*/ 4753 w 65708"/>
                      <a:gd name="connsiteY2" fmla="*/ 60769 h 69719"/>
                      <a:gd name="connsiteX3" fmla="*/ 42662 w 65708"/>
                      <a:gd name="connsiteY3" fmla="*/ 67532 h 69719"/>
                      <a:gd name="connsiteX4" fmla="*/ 59331 w 65708"/>
                      <a:gd name="connsiteY4" fmla="*/ 49054 h 69719"/>
                      <a:gd name="connsiteX5" fmla="*/ 59807 w 65708"/>
                      <a:gd name="connsiteY5" fmla="*/ 47720 h 69719"/>
                      <a:gd name="connsiteX6" fmla="*/ 54759 w 65708"/>
                      <a:gd name="connsiteY6" fmla="*/ 32861 h 69719"/>
                      <a:gd name="connsiteX7" fmla="*/ 65427 w 65708"/>
                      <a:gd name="connsiteY7" fmla="*/ 22955 h 69719"/>
                      <a:gd name="connsiteX8" fmla="*/ 62760 w 65708"/>
                      <a:gd name="connsiteY8" fmla="*/ 0 h 69719"/>
                      <a:gd name="connsiteX9" fmla="*/ 59712 w 65708"/>
                      <a:gd name="connsiteY9" fmla="*/ 1333 h 69719"/>
                      <a:gd name="connsiteX10" fmla="*/ 15707 w 65708"/>
                      <a:gd name="connsiteY10" fmla="*/ 29242 h 69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5708" h="69719">
                        <a:moveTo>
                          <a:pt x="15707" y="29242"/>
                        </a:moveTo>
                        <a:cubicBezTo>
                          <a:pt x="9706" y="34195"/>
                          <a:pt x="3800" y="39624"/>
                          <a:pt x="1324" y="45053"/>
                        </a:cubicBezTo>
                        <a:cubicBezTo>
                          <a:pt x="-1724" y="51721"/>
                          <a:pt x="943" y="56959"/>
                          <a:pt x="4753" y="60769"/>
                        </a:cubicBezTo>
                        <a:cubicBezTo>
                          <a:pt x="12182" y="68294"/>
                          <a:pt x="25708" y="72580"/>
                          <a:pt x="42662" y="67532"/>
                        </a:cubicBezTo>
                        <a:lnTo>
                          <a:pt x="59331" y="49054"/>
                        </a:lnTo>
                        <a:cubicBezTo>
                          <a:pt x="59522" y="48577"/>
                          <a:pt x="59617" y="48196"/>
                          <a:pt x="59807" y="47720"/>
                        </a:cubicBezTo>
                        <a:cubicBezTo>
                          <a:pt x="52283" y="46577"/>
                          <a:pt x="49902" y="40386"/>
                          <a:pt x="54759" y="32861"/>
                        </a:cubicBezTo>
                        <a:cubicBezTo>
                          <a:pt x="57235" y="29051"/>
                          <a:pt x="61046" y="25622"/>
                          <a:pt x="65427" y="22955"/>
                        </a:cubicBezTo>
                        <a:cubicBezTo>
                          <a:pt x="66094" y="15049"/>
                          <a:pt x="65713" y="6763"/>
                          <a:pt x="62760" y="0"/>
                        </a:cubicBezTo>
                        <a:cubicBezTo>
                          <a:pt x="61712" y="476"/>
                          <a:pt x="60665" y="857"/>
                          <a:pt x="59712" y="1333"/>
                        </a:cubicBezTo>
                        <a:cubicBezTo>
                          <a:pt x="43901" y="8477"/>
                          <a:pt x="28851" y="18479"/>
                          <a:pt x="15707" y="2924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25" name="Forme libre : forme 17924">
                    <a:extLst>
                      <a:ext uri="{FF2B5EF4-FFF2-40B4-BE49-F238E27FC236}">
                        <a16:creationId xmlns:a16="http://schemas.microsoft.com/office/drawing/2014/main" id="{3ED7E1AF-4CEE-4310-ABC9-2D751F3363A0}"/>
                      </a:ext>
                    </a:extLst>
                  </p:cNvPr>
                  <p:cNvSpPr/>
                  <p:nvPr/>
                </p:nvSpPr>
                <p:spPr>
                  <a:xfrm>
                    <a:off x="1407123" y="4610166"/>
                    <a:ext cx="122236" cy="68128"/>
                  </a:xfrm>
                  <a:custGeom>
                    <a:avLst/>
                    <a:gdLst>
                      <a:gd name="connsiteX0" fmla="*/ 11820 w 122236"/>
                      <a:gd name="connsiteY0" fmla="*/ 68037 h 68128"/>
                      <a:gd name="connsiteX1" fmla="*/ 26203 w 122236"/>
                      <a:gd name="connsiteY1" fmla="*/ 63846 h 68128"/>
                      <a:gd name="connsiteX2" fmla="*/ 85353 w 122236"/>
                      <a:gd name="connsiteY2" fmla="*/ 41367 h 68128"/>
                      <a:gd name="connsiteX3" fmla="*/ 115262 w 122236"/>
                      <a:gd name="connsiteY3" fmla="*/ 24793 h 68128"/>
                      <a:gd name="connsiteX4" fmla="*/ 120500 w 122236"/>
                      <a:gd name="connsiteY4" fmla="*/ 3743 h 68128"/>
                      <a:gd name="connsiteX5" fmla="*/ 66494 w 122236"/>
                      <a:gd name="connsiteY5" fmla="*/ 8601 h 68128"/>
                      <a:gd name="connsiteX6" fmla="*/ 26489 w 122236"/>
                      <a:gd name="connsiteY6" fmla="*/ 28318 h 68128"/>
                      <a:gd name="connsiteX7" fmla="*/ 1628 w 122236"/>
                      <a:gd name="connsiteY7" fmla="*/ 52511 h 68128"/>
                      <a:gd name="connsiteX8" fmla="*/ 11820 w 122236"/>
                      <a:gd name="connsiteY8" fmla="*/ 68037 h 68128"/>
                      <a:gd name="connsiteX9" fmla="*/ 77352 w 122236"/>
                      <a:gd name="connsiteY9" fmla="*/ 22126 h 68128"/>
                      <a:gd name="connsiteX10" fmla="*/ 104594 w 122236"/>
                      <a:gd name="connsiteY10" fmla="*/ 6982 h 68128"/>
                      <a:gd name="connsiteX11" fmla="*/ 112214 w 122236"/>
                      <a:gd name="connsiteY11" fmla="*/ 22126 h 68128"/>
                      <a:gd name="connsiteX12" fmla="*/ 84972 w 122236"/>
                      <a:gd name="connsiteY12" fmla="*/ 37271 h 68128"/>
                      <a:gd name="connsiteX13" fmla="*/ 77352 w 122236"/>
                      <a:gd name="connsiteY13" fmla="*/ 22126 h 68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22236" h="68128">
                        <a:moveTo>
                          <a:pt x="11820" y="68037"/>
                        </a:moveTo>
                        <a:cubicBezTo>
                          <a:pt x="16297" y="67656"/>
                          <a:pt x="21345" y="65751"/>
                          <a:pt x="26203" y="63846"/>
                        </a:cubicBezTo>
                        <a:cubicBezTo>
                          <a:pt x="45920" y="56321"/>
                          <a:pt x="65636" y="48797"/>
                          <a:pt x="85353" y="41367"/>
                        </a:cubicBezTo>
                        <a:cubicBezTo>
                          <a:pt x="95450" y="37557"/>
                          <a:pt x="107737" y="32604"/>
                          <a:pt x="115262" y="24793"/>
                        </a:cubicBezTo>
                        <a:cubicBezTo>
                          <a:pt x="121739" y="18031"/>
                          <a:pt x="124215" y="8030"/>
                          <a:pt x="120500" y="3743"/>
                        </a:cubicBezTo>
                        <a:cubicBezTo>
                          <a:pt x="113261" y="-4734"/>
                          <a:pt x="82305" y="3076"/>
                          <a:pt x="66494" y="8601"/>
                        </a:cubicBezTo>
                        <a:cubicBezTo>
                          <a:pt x="52873" y="13268"/>
                          <a:pt x="39062" y="20031"/>
                          <a:pt x="26489" y="28318"/>
                        </a:cubicBezTo>
                        <a:cubicBezTo>
                          <a:pt x="16011" y="35271"/>
                          <a:pt x="5915" y="43843"/>
                          <a:pt x="1628" y="52511"/>
                        </a:cubicBezTo>
                        <a:cubicBezTo>
                          <a:pt x="-2467" y="60989"/>
                          <a:pt x="1247" y="69085"/>
                          <a:pt x="11820" y="68037"/>
                        </a:cubicBezTo>
                        <a:close/>
                        <a:moveTo>
                          <a:pt x="77352" y="22126"/>
                        </a:moveTo>
                        <a:cubicBezTo>
                          <a:pt x="82781" y="13745"/>
                          <a:pt x="94973" y="6982"/>
                          <a:pt x="104594" y="6982"/>
                        </a:cubicBezTo>
                        <a:cubicBezTo>
                          <a:pt x="114214" y="6982"/>
                          <a:pt x="117643" y="13745"/>
                          <a:pt x="112214" y="22126"/>
                        </a:cubicBezTo>
                        <a:cubicBezTo>
                          <a:pt x="106784" y="30509"/>
                          <a:pt x="94592" y="37271"/>
                          <a:pt x="84972" y="37271"/>
                        </a:cubicBezTo>
                        <a:cubicBezTo>
                          <a:pt x="75352" y="37271"/>
                          <a:pt x="71923" y="30509"/>
                          <a:pt x="77352" y="2212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26" name="Forme libre : forme 17925">
                    <a:extLst>
                      <a:ext uri="{FF2B5EF4-FFF2-40B4-BE49-F238E27FC236}">
                        <a16:creationId xmlns:a16="http://schemas.microsoft.com/office/drawing/2014/main" id="{0D7D51BB-F568-4076-BBB9-C4E6133CE480}"/>
                      </a:ext>
                    </a:extLst>
                  </p:cNvPr>
                  <p:cNvSpPr/>
                  <p:nvPr/>
                </p:nvSpPr>
                <p:spPr>
                  <a:xfrm>
                    <a:off x="1865845" y="4776854"/>
                    <a:ext cx="122333" cy="68116"/>
                  </a:xfrm>
                  <a:custGeom>
                    <a:avLst/>
                    <a:gdLst>
                      <a:gd name="connsiteX0" fmla="*/ 11917 w 122333"/>
                      <a:gd name="connsiteY0" fmla="*/ 68037 h 68116"/>
                      <a:gd name="connsiteX1" fmla="*/ 26300 w 122333"/>
                      <a:gd name="connsiteY1" fmla="*/ 63846 h 68116"/>
                      <a:gd name="connsiteX2" fmla="*/ 85450 w 122333"/>
                      <a:gd name="connsiteY2" fmla="*/ 41367 h 68116"/>
                      <a:gd name="connsiteX3" fmla="*/ 115359 w 122333"/>
                      <a:gd name="connsiteY3" fmla="*/ 24793 h 68116"/>
                      <a:gd name="connsiteX4" fmla="*/ 120598 w 122333"/>
                      <a:gd name="connsiteY4" fmla="*/ 3743 h 68116"/>
                      <a:gd name="connsiteX5" fmla="*/ 66591 w 122333"/>
                      <a:gd name="connsiteY5" fmla="*/ 8601 h 68116"/>
                      <a:gd name="connsiteX6" fmla="*/ 26586 w 122333"/>
                      <a:gd name="connsiteY6" fmla="*/ 28318 h 68116"/>
                      <a:gd name="connsiteX7" fmla="*/ 1726 w 122333"/>
                      <a:gd name="connsiteY7" fmla="*/ 52511 h 68116"/>
                      <a:gd name="connsiteX8" fmla="*/ 11917 w 122333"/>
                      <a:gd name="connsiteY8" fmla="*/ 68037 h 68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2333" h="68116">
                        <a:moveTo>
                          <a:pt x="11917" y="68037"/>
                        </a:moveTo>
                        <a:cubicBezTo>
                          <a:pt x="16394" y="67656"/>
                          <a:pt x="21442" y="65751"/>
                          <a:pt x="26300" y="63846"/>
                        </a:cubicBezTo>
                        <a:cubicBezTo>
                          <a:pt x="46017" y="56321"/>
                          <a:pt x="65734" y="48797"/>
                          <a:pt x="85450" y="41367"/>
                        </a:cubicBezTo>
                        <a:cubicBezTo>
                          <a:pt x="95547" y="37557"/>
                          <a:pt x="107834" y="32604"/>
                          <a:pt x="115359" y="24793"/>
                        </a:cubicBezTo>
                        <a:cubicBezTo>
                          <a:pt x="121836" y="18031"/>
                          <a:pt x="124312" y="8030"/>
                          <a:pt x="120598" y="3743"/>
                        </a:cubicBezTo>
                        <a:cubicBezTo>
                          <a:pt x="113359" y="-4734"/>
                          <a:pt x="82402" y="3076"/>
                          <a:pt x="66591" y="8601"/>
                        </a:cubicBezTo>
                        <a:cubicBezTo>
                          <a:pt x="52970" y="13268"/>
                          <a:pt x="39159" y="20031"/>
                          <a:pt x="26586" y="28318"/>
                        </a:cubicBezTo>
                        <a:cubicBezTo>
                          <a:pt x="16108" y="35271"/>
                          <a:pt x="6012" y="43843"/>
                          <a:pt x="1726" y="52511"/>
                        </a:cubicBezTo>
                        <a:cubicBezTo>
                          <a:pt x="-2561" y="61179"/>
                          <a:pt x="1249" y="68990"/>
                          <a:pt x="11917" y="6803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27" name="Forme libre : forme 17926">
                    <a:extLst>
                      <a:ext uri="{FF2B5EF4-FFF2-40B4-BE49-F238E27FC236}">
                        <a16:creationId xmlns:a16="http://schemas.microsoft.com/office/drawing/2014/main" id="{17EE417C-6CE7-43B3-9396-FF9FDA918556}"/>
                      </a:ext>
                    </a:extLst>
                  </p:cNvPr>
                  <p:cNvSpPr/>
                  <p:nvPr/>
                </p:nvSpPr>
                <p:spPr>
                  <a:xfrm>
                    <a:off x="1529992" y="4867275"/>
                    <a:ext cx="46018" cy="31143"/>
                  </a:xfrm>
                  <a:custGeom>
                    <a:avLst/>
                    <a:gdLst>
                      <a:gd name="connsiteX0" fmla="*/ 26207 w 46018"/>
                      <a:gd name="connsiteY0" fmla="*/ 26861 h 31143"/>
                      <a:gd name="connsiteX1" fmla="*/ 46019 w 46018"/>
                      <a:gd name="connsiteY1" fmla="*/ 19336 h 31143"/>
                      <a:gd name="connsiteX2" fmla="*/ 24111 w 46018"/>
                      <a:gd name="connsiteY2" fmla="*/ 6191 h 31143"/>
                      <a:gd name="connsiteX3" fmla="*/ 14872 w 46018"/>
                      <a:gd name="connsiteY3" fmla="*/ 0 h 31143"/>
                      <a:gd name="connsiteX4" fmla="*/ 1727 w 46018"/>
                      <a:gd name="connsiteY4" fmla="*/ 15430 h 31143"/>
                      <a:gd name="connsiteX5" fmla="*/ 11824 w 46018"/>
                      <a:gd name="connsiteY5" fmla="*/ 31052 h 31143"/>
                      <a:gd name="connsiteX6" fmla="*/ 26207 w 46018"/>
                      <a:gd name="connsiteY6" fmla="*/ 26861 h 31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018" h="31143">
                        <a:moveTo>
                          <a:pt x="26207" y="26861"/>
                        </a:moveTo>
                        <a:cubicBezTo>
                          <a:pt x="32779" y="24384"/>
                          <a:pt x="39351" y="21812"/>
                          <a:pt x="46019" y="19336"/>
                        </a:cubicBezTo>
                        <a:cubicBezTo>
                          <a:pt x="38684" y="15050"/>
                          <a:pt x="31350" y="10668"/>
                          <a:pt x="24111" y="6191"/>
                        </a:cubicBezTo>
                        <a:cubicBezTo>
                          <a:pt x="20873" y="4191"/>
                          <a:pt x="17730" y="2191"/>
                          <a:pt x="14872" y="0"/>
                        </a:cubicBezTo>
                        <a:cubicBezTo>
                          <a:pt x="9157" y="4858"/>
                          <a:pt x="4394" y="10096"/>
                          <a:pt x="1727" y="15430"/>
                        </a:cubicBezTo>
                        <a:cubicBezTo>
                          <a:pt x="-2559" y="24003"/>
                          <a:pt x="1251" y="32099"/>
                          <a:pt x="11824" y="31052"/>
                        </a:cubicBezTo>
                        <a:cubicBezTo>
                          <a:pt x="16301" y="30670"/>
                          <a:pt x="21349" y="28766"/>
                          <a:pt x="26207" y="2686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28" name="Forme libre : forme 17927">
                    <a:extLst>
                      <a:ext uri="{FF2B5EF4-FFF2-40B4-BE49-F238E27FC236}">
                        <a16:creationId xmlns:a16="http://schemas.microsoft.com/office/drawing/2014/main" id="{CD6A72A6-4BD5-4B5F-9238-26B37CB4000D}"/>
                      </a:ext>
                    </a:extLst>
                  </p:cNvPr>
                  <p:cNvSpPr/>
                  <p:nvPr/>
                </p:nvSpPr>
                <p:spPr>
                  <a:xfrm>
                    <a:off x="1544768" y="4830289"/>
                    <a:ext cx="107463" cy="56321"/>
                  </a:xfrm>
                  <a:custGeom>
                    <a:avLst/>
                    <a:gdLst>
                      <a:gd name="connsiteX0" fmla="*/ 31242 w 107463"/>
                      <a:gd name="connsiteY0" fmla="*/ 56322 h 56321"/>
                      <a:gd name="connsiteX1" fmla="*/ 70580 w 107463"/>
                      <a:gd name="connsiteY1" fmla="*/ 41367 h 56321"/>
                      <a:gd name="connsiteX2" fmla="*/ 100489 w 107463"/>
                      <a:gd name="connsiteY2" fmla="*/ 24794 h 56321"/>
                      <a:gd name="connsiteX3" fmla="*/ 105727 w 107463"/>
                      <a:gd name="connsiteY3" fmla="*/ 3743 h 56321"/>
                      <a:gd name="connsiteX4" fmla="*/ 51721 w 107463"/>
                      <a:gd name="connsiteY4" fmla="*/ 8601 h 56321"/>
                      <a:gd name="connsiteX5" fmla="*/ 11716 w 107463"/>
                      <a:gd name="connsiteY5" fmla="*/ 28318 h 56321"/>
                      <a:gd name="connsiteX6" fmla="*/ 0 w 107463"/>
                      <a:gd name="connsiteY6" fmla="*/ 37081 h 56321"/>
                      <a:gd name="connsiteX7" fmla="*/ 9239 w 107463"/>
                      <a:gd name="connsiteY7" fmla="*/ 43272 h 56321"/>
                      <a:gd name="connsiteX8" fmla="*/ 31242 w 107463"/>
                      <a:gd name="connsiteY8" fmla="*/ 56322 h 563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7463" h="56321">
                        <a:moveTo>
                          <a:pt x="31242" y="56322"/>
                        </a:moveTo>
                        <a:cubicBezTo>
                          <a:pt x="44386" y="51368"/>
                          <a:pt x="57531" y="46320"/>
                          <a:pt x="70580" y="41367"/>
                        </a:cubicBezTo>
                        <a:cubicBezTo>
                          <a:pt x="80677" y="37557"/>
                          <a:pt x="92964" y="32604"/>
                          <a:pt x="100489" y="24794"/>
                        </a:cubicBezTo>
                        <a:cubicBezTo>
                          <a:pt x="106966" y="18031"/>
                          <a:pt x="109442" y="8029"/>
                          <a:pt x="105727" y="3743"/>
                        </a:cubicBezTo>
                        <a:cubicBezTo>
                          <a:pt x="98488" y="-4734"/>
                          <a:pt x="67532" y="3077"/>
                          <a:pt x="51721" y="8601"/>
                        </a:cubicBezTo>
                        <a:cubicBezTo>
                          <a:pt x="38100" y="13268"/>
                          <a:pt x="24289" y="20031"/>
                          <a:pt x="11716" y="28318"/>
                        </a:cubicBezTo>
                        <a:cubicBezTo>
                          <a:pt x="7620" y="30985"/>
                          <a:pt x="3619" y="34033"/>
                          <a:pt x="0" y="37081"/>
                        </a:cubicBezTo>
                        <a:cubicBezTo>
                          <a:pt x="2857" y="39271"/>
                          <a:pt x="6096" y="41272"/>
                          <a:pt x="9239" y="43272"/>
                        </a:cubicBezTo>
                        <a:cubicBezTo>
                          <a:pt x="16573" y="47654"/>
                          <a:pt x="23813" y="52035"/>
                          <a:pt x="31242" y="5632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29" name="Forme libre : forme 17928">
                    <a:extLst>
                      <a:ext uri="{FF2B5EF4-FFF2-40B4-BE49-F238E27FC236}">
                        <a16:creationId xmlns:a16="http://schemas.microsoft.com/office/drawing/2014/main" id="{A882B26A-FD48-4A88-AA71-B9CC0525E494}"/>
                      </a:ext>
                    </a:extLst>
                  </p:cNvPr>
                  <p:cNvSpPr/>
                  <p:nvPr/>
                </p:nvSpPr>
                <p:spPr>
                  <a:xfrm>
                    <a:off x="2851884" y="4624231"/>
                    <a:ext cx="84600" cy="59591"/>
                  </a:xfrm>
                  <a:custGeom>
                    <a:avLst/>
                    <a:gdLst>
                      <a:gd name="connsiteX0" fmla="*/ 82868 w 84600"/>
                      <a:gd name="connsiteY0" fmla="*/ 3775 h 59591"/>
                      <a:gd name="connsiteX1" fmla="*/ 50864 w 84600"/>
                      <a:gd name="connsiteY1" fmla="*/ 2442 h 59591"/>
                      <a:gd name="connsiteX2" fmla="*/ 48483 w 84600"/>
                      <a:gd name="connsiteY2" fmla="*/ 14919 h 59591"/>
                      <a:gd name="connsiteX3" fmla="*/ 1810 w 84600"/>
                      <a:gd name="connsiteY3" fmla="*/ 58639 h 59591"/>
                      <a:gd name="connsiteX4" fmla="*/ 0 w 84600"/>
                      <a:gd name="connsiteY4" fmla="*/ 59592 h 59591"/>
                      <a:gd name="connsiteX5" fmla="*/ 47625 w 84600"/>
                      <a:gd name="connsiteY5" fmla="*/ 41494 h 59591"/>
                      <a:gd name="connsiteX6" fmla="*/ 77534 w 84600"/>
                      <a:gd name="connsiteY6" fmla="*/ 24921 h 59591"/>
                      <a:gd name="connsiteX7" fmla="*/ 82868 w 84600"/>
                      <a:gd name="connsiteY7" fmla="*/ 3775 h 59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4600" h="59591">
                        <a:moveTo>
                          <a:pt x="82868" y="3775"/>
                        </a:moveTo>
                        <a:cubicBezTo>
                          <a:pt x="78391" y="-1559"/>
                          <a:pt x="64484" y="-511"/>
                          <a:pt x="50864" y="2442"/>
                        </a:cubicBezTo>
                        <a:cubicBezTo>
                          <a:pt x="50768" y="5871"/>
                          <a:pt x="50102" y="9966"/>
                          <a:pt x="48483" y="14919"/>
                        </a:cubicBezTo>
                        <a:cubicBezTo>
                          <a:pt x="42101" y="34541"/>
                          <a:pt x="25527" y="46352"/>
                          <a:pt x="1810" y="58639"/>
                        </a:cubicBezTo>
                        <a:cubicBezTo>
                          <a:pt x="1238" y="58925"/>
                          <a:pt x="572" y="59306"/>
                          <a:pt x="0" y="59592"/>
                        </a:cubicBezTo>
                        <a:cubicBezTo>
                          <a:pt x="15907" y="53591"/>
                          <a:pt x="31814" y="47495"/>
                          <a:pt x="47625" y="41494"/>
                        </a:cubicBezTo>
                        <a:cubicBezTo>
                          <a:pt x="57722" y="37684"/>
                          <a:pt x="70009" y="32731"/>
                          <a:pt x="77534" y="24921"/>
                        </a:cubicBezTo>
                        <a:cubicBezTo>
                          <a:pt x="84106" y="18063"/>
                          <a:pt x="86583" y="8157"/>
                          <a:pt x="82868" y="377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30" name="Forme libre : forme 17929">
                    <a:extLst>
                      <a:ext uri="{FF2B5EF4-FFF2-40B4-BE49-F238E27FC236}">
                        <a16:creationId xmlns:a16="http://schemas.microsoft.com/office/drawing/2014/main" id="{1835DFA6-415C-4A5B-9404-12C5EDFBFA90}"/>
                      </a:ext>
                    </a:extLst>
                  </p:cNvPr>
                  <p:cNvSpPr/>
                  <p:nvPr/>
                </p:nvSpPr>
                <p:spPr>
                  <a:xfrm>
                    <a:off x="2814057" y="4626673"/>
                    <a:ext cx="88690" cy="65814"/>
                  </a:xfrm>
                  <a:custGeom>
                    <a:avLst/>
                    <a:gdLst>
                      <a:gd name="connsiteX0" fmla="*/ 86310 w 88690"/>
                      <a:gd name="connsiteY0" fmla="*/ 12478 h 65814"/>
                      <a:gd name="connsiteX1" fmla="*/ 88691 w 88690"/>
                      <a:gd name="connsiteY1" fmla="*/ 0 h 65814"/>
                      <a:gd name="connsiteX2" fmla="*/ 66593 w 88690"/>
                      <a:gd name="connsiteY2" fmla="*/ 6191 h 65814"/>
                      <a:gd name="connsiteX3" fmla="*/ 26588 w 88690"/>
                      <a:gd name="connsiteY3" fmla="*/ 25908 h 65814"/>
                      <a:gd name="connsiteX4" fmla="*/ 1728 w 88690"/>
                      <a:gd name="connsiteY4" fmla="*/ 50102 h 65814"/>
                      <a:gd name="connsiteX5" fmla="*/ 11824 w 88690"/>
                      <a:gd name="connsiteY5" fmla="*/ 65723 h 65814"/>
                      <a:gd name="connsiteX6" fmla="*/ 26207 w 88690"/>
                      <a:gd name="connsiteY6" fmla="*/ 61532 h 65814"/>
                      <a:gd name="connsiteX7" fmla="*/ 37732 w 88690"/>
                      <a:gd name="connsiteY7" fmla="*/ 57150 h 65814"/>
                      <a:gd name="connsiteX8" fmla="*/ 39542 w 88690"/>
                      <a:gd name="connsiteY8" fmla="*/ 56198 h 65814"/>
                      <a:gd name="connsiteX9" fmla="*/ 86310 w 88690"/>
                      <a:gd name="connsiteY9" fmla="*/ 12478 h 658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8690" h="65814">
                        <a:moveTo>
                          <a:pt x="86310" y="12478"/>
                        </a:moveTo>
                        <a:cubicBezTo>
                          <a:pt x="87929" y="7525"/>
                          <a:pt x="88596" y="3429"/>
                          <a:pt x="88691" y="0"/>
                        </a:cubicBezTo>
                        <a:cubicBezTo>
                          <a:pt x="80595" y="1715"/>
                          <a:pt x="72498" y="4096"/>
                          <a:pt x="66593" y="6191"/>
                        </a:cubicBezTo>
                        <a:cubicBezTo>
                          <a:pt x="52972" y="10859"/>
                          <a:pt x="39161" y="17621"/>
                          <a:pt x="26588" y="25908"/>
                        </a:cubicBezTo>
                        <a:cubicBezTo>
                          <a:pt x="16110" y="32861"/>
                          <a:pt x="6014" y="41434"/>
                          <a:pt x="1728" y="50102"/>
                        </a:cubicBezTo>
                        <a:cubicBezTo>
                          <a:pt x="-2559" y="58674"/>
                          <a:pt x="1251" y="66770"/>
                          <a:pt x="11824" y="65723"/>
                        </a:cubicBezTo>
                        <a:cubicBezTo>
                          <a:pt x="16301" y="65342"/>
                          <a:pt x="21349" y="63437"/>
                          <a:pt x="26207" y="61532"/>
                        </a:cubicBezTo>
                        <a:cubicBezTo>
                          <a:pt x="30017" y="60103"/>
                          <a:pt x="33827" y="58579"/>
                          <a:pt x="37732" y="57150"/>
                        </a:cubicBezTo>
                        <a:cubicBezTo>
                          <a:pt x="38304" y="56864"/>
                          <a:pt x="38970" y="56483"/>
                          <a:pt x="39542" y="56198"/>
                        </a:cubicBezTo>
                        <a:cubicBezTo>
                          <a:pt x="63354" y="43815"/>
                          <a:pt x="79928" y="32099"/>
                          <a:pt x="86310" y="1247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31" name="Forme libre : forme 17930">
                    <a:extLst>
                      <a:ext uri="{FF2B5EF4-FFF2-40B4-BE49-F238E27FC236}">
                        <a16:creationId xmlns:a16="http://schemas.microsoft.com/office/drawing/2014/main" id="{7249D2A2-6F98-47E0-A993-5DC8C517EF99}"/>
                      </a:ext>
                    </a:extLst>
                  </p:cNvPr>
                  <p:cNvSpPr/>
                  <p:nvPr/>
                </p:nvSpPr>
                <p:spPr>
                  <a:xfrm>
                    <a:off x="3036478" y="4707635"/>
                    <a:ext cx="70030" cy="51244"/>
                  </a:xfrm>
                  <a:custGeom>
                    <a:avLst/>
                    <a:gdLst>
                      <a:gd name="connsiteX0" fmla="*/ 63055 w 70030"/>
                      <a:gd name="connsiteY0" fmla="*/ 21908 h 51244"/>
                      <a:gd name="connsiteX1" fmla="*/ 68294 w 70030"/>
                      <a:gd name="connsiteY1" fmla="*/ 857 h 51244"/>
                      <a:gd name="connsiteX2" fmla="*/ 67246 w 70030"/>
                      <a:gd name="connsiteY2" fmla="*/ 0 h 51244"/>
                      <a:gd name="connsiteX3" fmla="*/ 18098 w 70030"/>
                      <a:gd name="connsiteY3" fmla="*/ 37052 h 51244"/>
                      <a:gd name="connsiteX4" fmla="*/ 0 w 70030"/>
                      <a:gd name="connsiteY4" fmla="*/ 51245 h 51244"/>
                      <a:gd name="connsiteX5" fmla="*/ 33147 w 70030"/>
                      <a:gd name="connsiteY5" fmla="*/ 38671 h 51244"/>
                      <a:gd name="connsiteX6" fmla="*/ 63055 w 70030"/>
                      <a:gd name="connsiteY6" fmla="*/ 21908 h 51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030" h="51244">
                        <a:moveTo>
                          <a:pt x="63055" y="21908"/>
                        </a:moveTo>
                        <a:cubicBezTo>
                          <a:pt x="69533" y="15145"/>
                          <a:pt x="72009" y="5144"/>
                          <a:pt x="68294" y="857"/>
                        </a:cubicBezTo>
                        <a:cubicBezTo>
                          <a:pt x="68009" y="476"/>
                          <a:pt x="67628" y="286"/>
                          <a:pt x="67246" y="0"/>
                        </a:cubicBezTo>
                        <a:cubicBezTo>
                          <a:pt x="50863" y="12383"/>
                          <a:pt x="34480" y="24670"/>
                          <a:pt x="18098" y="37052"/>
                        </a:cubicBezTo>
                        <a:cubicBezTo>
                          <a:pt x="12002" y="41624"/>
                          <a:pt x="5810" y="46387"/>
                          <a:pt x="0" y="51245"/>
                        </a:cubicBezTo>
                        <a:cubicBezTo>
                          <a:pt x="11049" y="47054"/>
                          <a:pt x="22098" y="42863"/>
                          <a:pt x="33147" y="38671"/>
                        </a:cubicBezTo>
                        <a:cubicBezTo>
                          <a:pt x="43148" y="34671"/>
                          <a:pt x="55531" y="29718"/>
                          <a:pt x="63055" y="2190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32" name="Forme libre : forme 17931">
                    <a:extLst>
                      <a:ext uri="{FF2B5EF4-FFF2-40B4-BE49-F238E27FC236}">
                        <a16:creationId xmlns:a16="http://schemas.microsoft.com/office/drawing/2014/main" id="{B9D9163C-3191-44BE-BEC7-BA898CB0C801}"/>
                      </a:ext>
                    </a:extLst>
                  </p:cNvPr>
                  <p:cNvSpPr/>
                  <p:nvPr/>
                </p:nvSpPr>
                <p:spPr>
                  <a:xfrm>
                    <a:off x="2984269" y="4704716"/>
                    <a:ext cx="119551" cy="68162"/>
                  </a:xfrm>
                  <a:custGeom>
                    <a:avLst/>
                    <a:gdLst>
                      <a:gd name="connsiteX0" fmla="*/ 119552 w 119551"/>
                      <a:gd name="connsiteY0" fmla="*/ 2825 h 68162"/>
                      <a:gd name="connsiteX1" fmla="*/ 66593 w 119551"/>
                      <a:gd name="connsiteY1" fmla="*/ 8540 h 68162"/>
                      <a:gd name="connsiteX2" fmla="*/ 26588 w 119551"/>
                      <a:gd name="connsiteY2" fmla="*/ 28256 h 68162"/>
                      <a:gd name="connsiteX3" fmla="*/ 1728 w 119551"/>
                      <a:gd name="connsiteY3" fmla="*/ 52450 h 68162"/>
                      <a:gd name="connsiteX4" fmla="*/ 11824 w 119551"/>
                      <a:gd name="connsiteY4" fmla="*/ 68071 h 68162"/>
                      <a:gd name="connsiteX5" fmla="*/ 26207 w 119551"/>
                      <a:gd name="connsiteY5" fmla="*/ 63880 h 68162"/>
                      <a:gd name="connsiteX6" fmla="*/ 52210 w 119551"/>
                      <a:gd name="connsiteY6" fmla="*/ 53974 h 68162"/>
                      <a:gd name="connsiteX7" fmla="*/ 70308 w 119551"/>
                      <a:gd name="connsiteY7" fmla="*/ 39782 h 68162"/>
                      <a:gd name="connsiteX8" fmla="*/ 119552 w 119551"/>
                      <a:gd name="connsiteY8" fmla="*/ 2825 h 68162"/>
                      <a:gd name="connsiteX9" fmla="*/ 67260 w 119551"/>
                      <a:gd name="connsiteY9" fmla="*/ 24828 h 68162"/>
                      <a:gd name="connsiteX10" fmla="*/ 81166 w 119551"/>
                      <a:gd name="connsiteY10" fmla="*/ 17112 h 68162"/>
                      <a:gd name="connsiteX11" fmla="*/ 85071 w 119551"/>
                      <a:gd name="connsiteY11" fmla="*/ 24828 h 68162"/>
                      <a:gd name="connsiteX12" fmla="*/ 71165 w 119551"/>
                      <a:gd name="connsiteY12" fmla="*/ 32543 h 68162"/>
                      <a:gd name="connsiteX13" fmla="*/ 67260 w 119551"/>
                      <a:gd name="connsiteY13" fmla="*/ 24828 h 68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9551" h="68162">
                        <a:moveTo>
                          <a:pt x="119552" y="2825"/>
                        </a:moveTo>
                        <a:cubicBezTo>
                          <a:pt x="110884" y="-4129"/>
                          <a:pt x="81737" y="3301"/>
                          <a:pt x="66593" y="8540"/>
                        </a:cubicBezTo>
                        <a:cubicBezTo>
                          <a:pt x="52972" y="13207"/>
                          <a:pt x="39161" y="19970"/>
                          <a:pt x="26588" y="28256"/>
                        </a:cubicBezTo>
                        <a:cubicBezTo>
                          <a:pt x="16110" y="35210"/>
                          <a:pt x="6014" y="43782"/>
                          <a:pt x="1728" y="52450"/>
                        </a:cubicBezTo>
                        <a:cubicBezTo>
                          <a:pt x="-2559" y="61022"/>
                          <a:pt x="1251" y="69119"/>
                          <a:pt x="11824" y="68071"/>
                        </a:cubicBezTo>
                        <a:cubicBezTo>
                          <a:pt x="16301" y="67690"/>
                          <a:pt x="21349" y="65785"/>
                          <a:pt x="26207" y="63880"/>
                        </a:cubicBezTo>
                        <a:cubicBezTo>
                          <a:pt x="34875" y="60546"/>
                          <a:pt x="43542" y="57308"/>
                          <a:pt x="52210" y="53974"/>
                        </a:cubicBezTo>
                        <a:cubicBezTo>
                          <a:pt x="58020" y="49116"/>
                          <a:pt x="64211" y="44449"/>
                          <a:pt x="70308" y="39782"/>
                        </a:cubicBezTo>
                        <a:cubicBezTo>
                          <a:pt x="86690" y="27495"/>
                          <a:pt x="103169" y="15112"/>
                          <a:pt x="119552" y="2825"/>
                        </a:cubicBezTo>
                        <a:close/>
                        <a:moveTo>
                          <a:pt x="67260" y="24828"/>
                        </a:moveTo>
                        <a:cubicBezTo>
                          <a:pt x="70022" y="20541"/>
                          <a:pt x="76308" y="17112"/>
                          <a:pt x="81166" y="17112"/>
                        </a:cubicBezTo>
                        <a:cubicBezTo>
                          <a:pt x="86119" y="17112"/>
                          <a:pt x="87834" y="20541"/>
                          <a:pt x="85071" y="24828"/>
                        </a:cubicBezTo>
                        <a:cubicBezTo>
                          <a:pt x="82309" y="29114"/>
                          <a:pt x="76022" y="32543"/>
                          <a:pt x="71165" y="32543"/>
                        </a:cubicBezTo>
                        <a:cubicBezTo>
                          <a:pt x="66212" y="32543"/>
                          <a:pt x="64497" y="29114"/>
                          <a:pt x="67260" y="2482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33" name="Forme libre : forme 17932">
                    <a:extLst>
                      <a:ext uri="{FF2B5EF4-FFF2-40B4-BE49-F238E27FC236}">
                        <a16:creationId xmlns:a16="http://schemas.microsoft.com/office/drawing/2014/main" id="{692CFA62-5950-4511-AD47-123F5E16BE77}"/>
                      </a:ext>
                    </a:extLst>
                  </p:cNvPr>
                  <p:cNvSpPr/>
                  <p:nvPr/>
                </p:nvSpPr>
                <p:spPr>
                  <a:xfrm>
                    <a:off x="3698276" y="4646905"/>
                    <a:ext cx="48307" cy="42918"/>
                  </a:xfrm>
                  <a:custGeom>
                    <a:avLst/>
                    <a:gdLst>
                      <a:gd name="connsiteX0" fmla="*/ 46577 w 48307"/>
                      <a:gd name="connsiteY0" fmla="*/ 3771 h 42918"/>
                      <a:gd name="connsiteX1" fmla="*/ 0 w 48307"/>
                      <a:gd name="connsiteY1" fmla="*/ 6248 h 42918"/>
                      <a:gd name="connsiteX2" fmla="*/ 3429 w 48307"/>
                      <a:gd name="connsiteY2" fmla="*/ 10344 h 42918"/>
                      <a:gd name="connsiteX3" fmla="*/ 4572 w 48307"/>
                      <a:gd name="connsiteY3" fmla="*/ 18535 h 42918"/>
                      <a:gd name="connsiteX4" fmla="*/ 11335 w 48307"/>
                      <a:gd name="connsiteY4" fmla="*/ 17487 h 42918"/>
                      <a:gd name="connsiteX5" fmla="*/ 18955 w 48307"/>
                      <a:gd name="connsiteY5" fmla="*/ 32632 h 42918"/>
                      <a:gd name="connsiteX6" fmla="*/ 7620 w 48307"/>
                      <a:gd name="connsiteY6" fmla="*/ 42919 h 42918"/>
                      <a:gd name="connsiteX7" fmla="*/ 11239 w 48307"/>
                      <a:gd name="connsiteY7" fmla="*/ 41586 h 42918"/>
                      <a:gd name="connsiteX8" fmla="*/ 41148 w 48307"/>
                      <a:gd name="connsiteY8" fmla="*/ 25012 h 42918"/>
                      <a:gd name="connsiteX9" fmla="*/ 46577 w 48307"/>
                      <a:gd name="connsiteY9" fmla="*/ 3771 h 42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8307" h="42918">
                        <a:moveTo>
                          <a:pt x="46577" y="3771"/>
                        </a:moveTo>
                        <a:cubicBezTo>
                          <a:pt x="40386" y="-3563"/>
                          <a:pt x="16573" y="1199"/>
                          <a:pt x="0" y="6248"/>
                        </a:cubicBezTo>
                        <a:cubicBezTo>
                          <a:pt x="1429" y="7391"/>
                          <a:pt x="2572" y="8724"/>
                          <a:pt x="3429" y="10344"/>
                        </a:cubicBezTo>
                        <a:cubicBezTo>
                          <a:pt x="4667" y="12820"/>
                          <a:pt x="4858" y="15582"/>
                          <a:pt x="4572" y="18535"/>
                        </a:cubicBezTo>
                        <a:cubicBezTo>
                          <a:pt x="6858" y="17868"/>
                          <a:pt x="9239" y="17487"/>
                          <a:pt x="11335" y="17487"/>
                        </a:cubicBezTo>
                        <a:cubicBezTo>
                          <a:pt x="20955" y="17487"/>
                          <a:pt x="24384" y="24250"/>
                          <a:pt x="18955" y="32632"/>
                        </a:cubicBezTo>
                        <a:cubicBezTo>
                          <a:pt x="16383" y="36632"/>
                          <a:pt x="12287" y="40157"/>
                          <a:pt x="7620" y="42919"/>
                        </a:cubicBezTo>
                        <a:cubicBezTo>
                          <a:pt x="8858" y="42443"/>
                          <a:pt x="10001" y="41966"/>
                          <a:pt x="11239" y="41586"/>
                        </a:cubicBezTo>
                        <a:cubicBezTo>
                          <a:pt x="21336" y="37775"/>
                          <a:pt x="33623" y="32822"/>
                          <a:pt x="41148" y="25012"/>
                        </a:cubicBezTo>
                        <a:cubicBezTo>
                          <a:pt x="47815" y="18059"/>
                          <a:pt x="50292" y="8057"/>
                          <a:pt x="46577" y="377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34" name="Forme libre : forme 17933">
                    <a:extLst>
                      <a:ext uri="{FF2B5EF4-FFF2-40B4-BE49-F238E27FC236}">
                        <a16:creationId xmlns:a16="http://schemas.microsoft.com/office/drawing/2014/main" id="{9D309A71-2865-4AA3-AD55-3502B8F1D40E}"/>
                      </a:ext>
                    </a:extLst>
                  </p:cNvPr>
                  <p:cNvSpPr/>
                  <p:nvPr/>
                </p:nvSpPr>
                <p:spPr>
                  <a:xfrm>
                    <a:off x="3682464" y="4694205"/>
                    <a:ext cx="11906" cy="4572"/>
                  </a:xfrm>
                  <a:custGeom>
                    <a:avLst/>
                    <a:gdLst>
                      <a:gd name="connsiteX0" fmla="*/ 4096 w 11906"/>
                      <a:gd name="connsiteY0" fmla="*/ 0 h 4572"/>
                      <a:gd name="connsiteX1" fmla="*/ 0 w 11906"/>
                      <a:gd name="connsiteY1" fmla="*/ 4572 h 4572"/>
                      <a:gd name="connsiteX2" fmla="*/ 11906 w 11906"/>
                      <a:gd name="connsiteY2" fmla="*/ 0 h 4572"/>
                      <a:gd name="connsiteX3" fmla="*/ 7811 w 11906"/>
                      <a:gd name="connsiteY3" fmla="*/ 381 h 4572"/>
                      <a:gd name="connsiteX4" fmla="*/ 4096 w 11906"/>
                      <a:gd name="connsiteY4" fmla="*/ 0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06" h="4572">
                        <a:moveTo>
                          <a:pt x="4096" y="0"/>
                        </a:moveTo>
                        <a:cubicBezTo>
                          <a:pt x="2762" y="1524"/>
                          <a:pt x="1334" y="3048"/>
                          <a:pt x="0" y="4572"/>
                        </a:cubicBezTo>
                        <a:cubicBezTo>
                          <a:pt x="4001" y="3048"/>
                          <a:pt x="7906" y="1524"/>
                          <a:pt x="11906" y="0"/>
                        </a:cubicBezTo>
                        <a:cubicBezTo>
                          <a:pt x="10478" y="286"/>
                          <a:pt x="9144" y="381"/>
                          <a:pt x="7811" y="381"/>
                        </a:cubicBezTo>
                        <a:cubicBezTo>
                          <a:pt x="6382" y="381"/>
                          <a:pt x="5144" y="191"/>
                          <a:pt x="4096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35" name="Forme libre : forme 17934">
                    <a:extLst>
                      <a:ext uri="{FF2B5EF4-FFF2-40B4-BE49-F238E27FC236}">
                        <a16:creationId xmlns:a16="http://schemas.microsoft.com/office/drawing/2014/main" id="{CDFAC02E-5D3F-4CFF-9B5D-FAAC8A6D4F9B}"/>
                      </a:ext>
                    </a:extLst>
                  </p:cNvPr>
                  <p:cNvSpPr/>
                  <p:nvPr/>
                </p:nvSpPr>
                <p:spPr>
                  <a:xfrm>
                    <a:off x="3624349" y="4653152"/>
                    <a:ext cx="78710" cy="62004"/>
                  </a:xfrm>
                  <a:custGeom>
                    <a:avLst/>
                    <a:gdLst>
                      <a:gd name="connsiteX0" fmla="*/ 58211 w 78710"/>
                      <a:gd name="connsiteY0" fmla="*/ 26384 h 62004"/>
                      <a:gd name="connsiteX1" fmla="*/ 78594 w 78710"/>
                      <a:gd name="connsiteY1" fmla="*/ 12287 h 62004"/>
                      <a:gd name="connsiteX2" fmla="*/ 77451 w 78710"/>
                      <a:gd name="connsiteY2" fmla="*/ 4096 h 62004"/>
                      <a:gd name="connsiteX3" fmla="*/ 74022 w 78710"/>
                      <a:gd name="connsiteY3" fmla="*/ 0 h 62004"/>
                      <a:gd name="connsiteX4" fmla="*/ 66593 w 78710"/>
                      <a:gd name="connsiteY4" fmla="*/ 2381 h 62004"/>
                      <a:gd name="connsiteX5" fmla="*/ 26588 w 78710"/>
                      <a:gd name="connsiteY5" fmla="*/ 22098 h 62004"/>
                      <a:gd name="connsiteX6" fmla="*/ 1728 w 78710"/>
                      <a:gd name="connsiteY6" fmla="*/ 46292 h 62004"/>
                      <a:gd name="connsiteX7" fmla="*/ 11824 w 78710"/>
                      <a:gd name="connsiteY7" fmla="*/ 61913 h 62004"/>
                      <a:gd name="connsiteX8" fmla="*/ 26207 w 78710"/>
                      <a:gd name="connsiteY8" fmla="*/ 57721 h 62004"/>
                      <a:gd name="connsiteX9" fmla="*/ 58115 w 78710"/>
                      <a:gd name="connsiteY9" fmla="*/ 45625 h 62004"/>
                      <a:gd name="connsiteX10" fmla="*/ 62211 w 78710"/>
                      <a:gd name="connsiteY10" fmla="*/ 41053 h 62004"/>
                      <a:gd name="connsiteX11" fmla="*/ 58211 w 78710"/>
                      <a:gd name="connsiteY11" fmla="*/ 26384 h 6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8710" h="62004">
                        <a:moveTo>
                          <a:pt x="58211" y="26384"/>
                        </a:moveTo>
                        <a:cubicBezTo>
                          <a:pt x="62402" y="19907"/>
                          <a:pt x="70593" y="14383"/>
                          <a:pt x="78594" y="12287"/>
                        </a:cubicBezTo>
                        <a:cubicBezTo>
                          <a:pt x="78880" y="9335"/>
                          <a:pt x="78689" y="6572"/>
                          <a:pt x="77451" y="4096"/>
                        </a:cubicBezTo>
                        <a:cubicBezTo>
                          <a:pt x="76594" y="2477"/>
                          <a:pt x="75451" y="1143"/>
                          <a:pt x="74022" y="0"/>
                        </a:cubicBezTo>
                        <a:cubicBezTo>
                          <a:pt x="71355" y="762"/>
                          <a:pt x="68783" y="1619"/>
                          <a:pt x="66593" y="2381"/>
                        </a:cubicBezTo>
                        <a:cubicBezTo>
                          <a:pt x="52972" y="7049"/>
                          <a:pt x="39161" y="13811"/>
                          <a:pt x="26588" y="22098"/>
                        </a:cubicBezTo>
                        <a:cubicBezTo>
                          <a:pt x="16110" y="29051"/>
                          <a:pt x="6014" y="37624"/>
                          <a:pt x="1728" y="46292"/>
                        </a:cubicBezTo>
                        <a:cubicBezTo>
                          <a:pt x="-2559" y="54864"/>
                          <a:pt x="1251" y="62960"/>
                          <a:pt x="11824" y="61913"/>
                        </a:cubicBezTo>
                        <a:cubicBezTo>
                          <a:pt x="16301" y="61532"/>
                          <a:pt x="21349" y="59627"/>
                          <a:pt x="26207" y="57721"/>
                        </a:cubicBezTo>
                        <a:cubicBezTo>
                          <a:pt x="36875" y="53721"/>
                          <a:pt x="47447" y="49625"/>
                          <a:pt x="58115" y="45625"/>
                        </a:cubicBezTo>
                        <a:cubicBezTo>
                          <a:pt x="59544" y="44101"/>
                          <a:pt x="60878" y="42577"/>
                          <a:pt x="62211" y="41053"/>
                        </a:cubicBezTo>
                        <a:cubicBezTo>
                          <a:pt x="55448" y="39529"/>
                          <a:pt x="53543" y="33528"/>
                          <a:pt x="58211" y="2638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36" name="Forme libre : forme 17935">
                    <a:extLst>
                      <a:ext uri="{FF2B5EF4-FFF2-40B4-BE49-F238E27FC236}">
                        <a16:creationId xmlns:a16="http://schemas.microsoft.com/office/drawing/2014/main" id="{E48A48C5-A51B-489B-8A94-6DAB97A13B69}"/>
                      </a:ext>
                    </a:extLst>
                  </p:cNvPr>
                  <p:cNvSpPr/>
                  <p:nvPr/>
                </p:nvSpPr>
                <p:spPr>
                  <a:xfrm>
                    <a:off x="3672463" y="4774663"/>
                    <a:ext cx="108394" cy="38795"/>
                  </a:xfrm>
                  <a:custGeom>
                    <a:avLst/>
                    <a:gdLst>
                      <a:gd name="connsiteX0" fmla="*/ 108395 w 108394"/>
                      <a:gd name="connsiteY0" fmla="*/ 4981 h 38795"/>
                      <a:gd name="connsiteX1" fmla="*/ 107632 w 108394"/>
                      <a:gd name="connsiteY1" fmla="*/ 3743 h 38795"/>
                      <a:gd name="connsiteX2" fmla="*/ 53626 w 108394"/>
                      <a:gd name="connsiteY2" fmla="*/ 8601 h 38795"/>
                      <a:gd name="connsiteX3" fmla="*/ 13621 w 108394"/>
                      <a:gd name="connsiteY3" fmla="*/ 28318 h 38795"/>
                      <a:gd name="connsiteX4" fmla="*/ 0 w 108394"/>
                      <a:gd name="connsiteY4" fmla="*/ 38795 h 38795"/>
                      <a:gd name="connsiteX5" fmla="*/ 5810 w 108394"/>
                      <a:gd name="connsiteY5" fmla="*/ 36319 h 38795"/>
                      <a:gd name="connsiteX6" fmla="*/ 108395 w 108394"/>
                      <a:gd name="connsiteY6" fmla="*/ 4981 h 38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8394" h="38795">
                        <a:moveTo>
                          <a:pt x="108395" y="4981"/>
                        </a:moveTo>
                        <a:cubicBezTo>
                          <a:pt x="108204" y="4505"/>
                          <a:pt x="108013" y="4124"/>
                          <a:pt x="107632" y="3743"/>
                        </a:cubicBezTo>
                        <a:cubicBezTo>
                          <a:pt x="100393" y="-4734"/>
                          <a:pt x="69437" y="3077"/>
                          <a:pt x="53626" y="8601"/>
                        </a:cubicBezTo>
                        <a:cubicBezTo>
                          <a:pt x="40005" y="13268"/>
                          <a:pt x="26194" y="20031"/>
                          <a:pt x="13621" y="28318"/>
                        </a:cubicBezTo>
                        <a:cubicBezTo>
                          <a:pt x="8763" y="31556"/>
                          <a:pt x="4096" y="35080"/>
                          <a:pt x="0" y="38795"/>
                        </a:cubicBezTo>
                        <a:cubicBezTo>
                          <a:pt x="1905" y="37938"/>
                          <a:pt x="3905" y="37081"/>
                          <a:pt x="5810" y="36319"/>
                        </a:cubicBezTo>
                        <a:cubicBezTo>
                          <a:pt x="34576" y="24317"/>
                          <a:pt x="76105" y="8792"/>
                          <a:pt x="108395" y="498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37" name="Forme libre : forme 17936">
                    <a:extLst>
                      <a:ext uri="{FF2B5EF4-FFF2-40B4-BE49-F238E27FC236}">
                        <a16:creationId xmlns:a16="http://schemas.microsoft.com/office/drawing/2014/main" id="{1BA6C56B-F853-435A-A8D7-1BB0BED94C53}"/>
                      </a:ext>
                    </a:extLst>
                  </p:cNvPr>
                  <p:cNvSpPr/>
                  <p:nvPr/>
                </p:nvSpPr>
                <p:spPr>
                  <a:xfrm>
                    <a:off x="3659591" y="4779549"/>
                    <a:ext cx="122218" cy="63337"/>
                  </a:xfrm>
                  <a:custGeom>
                    <a:avLst/>
                    <a:gdLst>
                      <a:gd name="connsiteX0" fmla="*/ 1727 w 122218"/>
                      <a:gd name="connsiteY0" fmla="*/ 47625 h 63337"/>
                      <a:gd name="connsiteX1" fmla="*/ 11824 w 122218"/>
                      <a:gd name="connsiteY1" fmla="*/ 63246 h 63337"/>
                      <a:gd name="connsiteX2" fmla="*/ 26207 w 122218"/>
                      <a:gd name="connsiteY2" fmla="*/ 59055 h 63337"/>
                      <a:gd name="connsiteX3" fmla="*/ 69641 w 122218"/>
                      <a:gd name="connsiteY3" fmla="*/ 42481 h 63337"/>
                      <a:gd name="connsiteX4" fmla="*/ 71450 w 122218"/>
                      <a:gd name="connsiteY4" fmla="*/ 38767 h 63337"/>
                      <a:gd name="connsiteX5" fmla="*/ 98692 w 122218"/>
                      <a:gd name="connsiteY5" fmla="*/ 23622 h 63337"/>
                      <a:gd name="connsiteX6" fmla="*/ 106883 w 122218"/>
                      <a:gd name="connsiteY6" fmla="*/ 26384 h 63337"/>
                      <a:gd name="connsiteX7" fmla="*/ 115266 w 122218"/>
                      <a:gd name="connsiteY7" fmla="*/ 19812 h 63337"/>
                      <a:gd name="connsiteX8" fmla="*/ 121266 w 122218"/>
                      <a:gd name="connsiteY8" fmla="*/ 0 h 63337"/>
                      <a:gd name="connsiteX9" fmla="*/ 18682 w 122218"/>
                      <a:gd name="connsiteY9" fmla="*/ 31242 h 63337"/>
                      <a:gd name="connsiteX10" fmla="*/ 12872 w 122218"/>
                      <a:gd name="connsiteY10" fmla="*/ 33718 h 63337"/>
                      <a:gd name="connsiteX11" fmla="*/ 1727 w 122218"/>
                      <a:gd name="connsiteY11" fmla="*/ 47625 h 6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2218" h="63337">
                        <a:moveTo>
                          <a:pt x="1727" y="47625"/>
                        </a:moveTo>
                        <a:cubicBezTo>
                          <a:pt x="-2559" y="56197"/>
                          <a:pt x="1251" y="64294"/>
                          <a:pt x="11824" y="63246"/>
                        </a:cubicBezTo>
                        <a:cubicBezTo>
                          <a:pt x="16301" y="62865"/>
                          <a:pt x="21349" y="60960"/>
                          <a:pt x="26207" y="59055"/>
                        </a:cubicBezTo>
                        <a:cubicBezTo>
                          <a:pt x="40685" y="53530"/>
                          <a:pt x="55163" y="48006"/>
                          <a:pt x="69641" y="42481"/>
                        </a:cubicBezTo>
                        <a:cubicBezTo>
                          <a:pt x="70022" y="41338"/>
                          <a:pt x="70593" y="40100"/>
                          <a:pt x="71450" y="38767"/>
                        </a:cubicBezTo>
                        <a:cubicBezTo>
                          <a:pt x="76880" y="30385"/>
                          <a:pt x="89072" y="23622"/>
                          <a:pt x="98692" y="23622"/>
                        </a:cubicBezTo>
                        <a:cubicBezTo>
                          <a:pt x="102407" y="23622"/>
                          <a:pt x="105169" y="24670"/>
                          <a:pt x="106883" y="26384"/>
                        </a:cubicBezTo>
                        <a:cubicBezTo>
                          <a:pt x="110027" y="24479"/>
                          <a:pt x="112884" y="22288"/>
                          <a:pt x="115266" y="19812"/>
                        </a:cubicBezTo>
                        <a:cubicBezTo>
                          <a:pt x="121266" y="13621"/>
                          <a:pt x="123743" y="4763"/>
                          <a:pt x="121266" y="0"/>
                        </a:cubicBezTo>
                        <a:cubicBezTo>
                          <a:pt x="88976" y="3810"/>
                          <a:pt x="47448" y="19336"/>
                          <a:pt x="18682" y="31242"/>
                        </a:cubicBezTo>
                        <a:cubicBezTo>
                          <a:pt x="16777" y="32004"/>
                          <a:pt x="14777" y="32956"/>
                          <a:pt x="12872" y="33718"/>
                        </a:cubicBezTo>
                        <a:cubicBezTo>
                          <a:pt x="8014" y="38290"/>
                          <a:pt x="4013" y="42958"/>
                          <a:pt x="1727" y="4762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38" name="Forme libre : forme 17937">
                    <a:extLst>
                      <a:ext uri="{FF2B5EF4-FFF2-40B4-BE49-F238E27FC236}">
                        <a16:creationId xmlns:a16="http://schemas.microsoft.com/office/drawing/2014/main" id="{6E75EF99-D488-4637-8D62-B57C14F134D9}"/>
                      </a:ext>
                    </a:extLst>
                  </p:cNvPr>
                  <p:cNvSpPr/>
                  <p:nvPr/>
                </p:nvSpPr>
                <p:spPr>
                  <a:xfrm>
                    <a:off x="4770028" y="4476623"/>
                    <a:ext cx="49551" cy="46227"/>
                  </a:xfrm>
                  <a:custGeom>
                    <a:avLst/>
                    <a:gdLst>
                      <a:gd name="connsiteX0" fmla="*/ 7811 w 49551"/>
                      <a:gd name="connsiteY0" fmla="*/ 22986 h 46227"/>
                      <a:gd name="connsiteX1" fmla="*/ 9716 w 49551"/>
                      <a:gd name="connsiteY1" fmla="*/ 36988 h 46227"/>
                      <a:gd name="connsiteX2" fmla="*/ 0 w 49551"/>
                      <a:gd name="connsiteY2" fmla="*/ 46227 h 46227"/>
                      <a:gd name="connsiteX3" fmla="*/ 12668 w 49551"/>
                      <a:gd name="connsiteY3" fmla="*/ 41369 h 46227"/>
                      <a:gd name="connsiteX4" fmla="*/ 42577 w 49551"/>
                      <a:gd name="connsiteY4" fmla="*/ 24796 h 46227"/>
                      <a:gd name="connsiteX5" fmla="*/ 47816 w 49551"/>
                      <a:gd name="connsiteY5" fmla="*/ 3746 h 46227"/>
                      <a:gd name="connsiteX6" fmla="*/ 17050 w 49551"/>
                      <a:gd name="connsiteY6" fmla="*/ 2126 h 46227"/>
                      <a:gd name="connsiteX7" fmla="*/ 16955 w 49551"/>
                      <a:gd name="connsiteY7" fmla="*/ 2888 h 46227"/>
                      <a:gd name="connsiteX8" fmla="*/ 7811 w 49551"/>
                      <a:gd name="connsiteY8" fmla="*/ 22986 h 46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551" h="46227">
                        <a:moveTo>
                          <a:pt x="7811" y="22986"/>
                        </a:moveTo>
                        <a:cubicBezTo>
                          <a:pt x="12764" y="25177"/>
                          <a:pt x="13811" y="30606"/>
                          <a:pt x="9716" y="36988"/>
                        </a:cubicBezTo>
                        <a:cubicBezTo>
                          <a:pt x="7430" y="40512"/>
                          <a:pt x="4000" y="43655"/>
                          <a:pt x="0" y="46227"/>
                        </a:cubicBezTo>
                        <a:cubicBezTo>
                          <a:pt x="4191" y="44608"/>
                          <a:pt x="8477" y="42989"/>
                          <a:pt x="12668" y="41369"/>
                        </a:cubicBezTo>
                        <a:cubicBezTo>
                          <a:pt x="22765" y="37559"/>
                          <a:pt x="35052" y="32606"/>
                          <a:pt x="42577" y="24796"/>
                        </a:cubicBezTo>
                        <a:cubicBezTo>
                          <a:pt x="49054" y="18033"/>
                          <a:pt x="51531" y="8032"/>
                          <a:pt x="47816" y="3746"/>
                        </a:cubicBezTo>
                        <a:cubicBezTo>
                          <a:pt x="43434" y="-1398"/>
                          <a:pt x="30289" y="-541"/>
                          <a:pt x="17050" y="2126"/>
                        </a:cubicBezTo>
                        <a:cubicBezTo>
                          <a:pt x="17050" y="2412"/>
                          <a:pt x="17050" y="2603"/>
                          <a:pt x="16955" y="2888"/>
                        </a:cubicBezTo>
                        <a:cubicBezTo>
                          <a:pt x="15812" y="9080"/>
                          <a:pt x="12288" y="15938"/>
                          <a:pt x="7811" y="2298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39" name="Forme libre : forme 17938">
                    <a:extLst>
                      <a:ext uri="{FF2B5EF4-FFF2-40B4-BE49-F238E27FC236}">
                        <a16:creationId xmlns:a16="http://schemas.microsoft.com/office/drawing/2014/main" id="{E6B16BF7-6557-410F-B185-61F9E6F4F118}"/>
                      </a:ext>
                    </a:extLst>
                  </p:cNvPr>
                  <p:cNvSpPr/>
                  <p:nvPr/>
                </p:nvSpPr>
                <p:spPr>
                  <a:xfrm>
                    <a:off x="4754217" y="4528470"/>
                    <a:ext cx="856" cy="381"/>
                  </a:xfrm>
                  <a:custGeom>
                    <a:avLst/>
                    <a:gdLst>
                      <a:gd name="connsiteX0" fmla="*/ 0 w 856"/>
                      <a:gd name="connsiteY0" fmla="*/ 381 h 381"/>
                      <a:gd name="connsiteX1" fmla="*/ 857 w 856"/>
                      <a:gd name="connsiteY1" fmla="*/ 0 h 381"/>
                      <a:gd name="connsiteX2" fmla="*/ 190 w 856"/>
                      <a:gd name="connsiteY2" fmla="*/ 95 h 381"/>
                      <a:gd name="connsiteX3" fmla="*/ 0 w 856"/>
                      <a:gd name="connsiteY3" fmla="*/ 381 h 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56" h="381">
                        <a:moveTo>
                          <a:pt x="0" y="381"/>
                        </a:moveTo>
                        <a:cubicBezTo>
                          <a:pt x="285" y="286"/>
                          <a:pt x="571" y="191"/>
                          <a:pt x="857" y="0"/>
                        </a:cubicBezTo>
                        <a:cubicBezTo>
                          <a:pt x="667" y="0"/>
                          <a:pt x="476" y="0"/>
                          <a:pt x="190" y="95"/>
                        </a:cubicBezTo>
                        <a:cubicBezTo>
                          <a:pt x="190" y="191"/>
                          <a:pt x="95" y="286"/>
                          <a:pt x="0" y="38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40" name="Forme libre : forme 17939">
                    <a:extLst>
                      <a:ext uri="{FF2B5EF4-FFF2-40B4-BE49-F238E27FC236}">
                        <a16:creationId xmlns:a16="http://schemas.microsoft.com/office/drawing/2014/main" id="{A2752179-4A9A-4FB8-9987-EFE9B4309175}"/>
                      </a:ext>
                    </a:extLst>
                  </p:cNvPr>
                  <p:cNvSpPr/>
                  <p:nvPr/>
                </p:nvSpPr>
                <p:spPr>
                  <a:xfrm>
                    <a:off x="4697340" y="4478655"/>
                    <a:ext cx="89833" cy="66100"/>
                  </a:xfrm>
                  <a:custGeom>
                    <a:avLst/>
                    <a:gdLst>
                      <a:gd name="connsiteX0" fmla="*/ 26588 w 89833"/>
                      <a:gd name="connsiteY0" fmla="*/ 26194 h 66100"/>
                      <a:gd name="connsiteX1" fmla="*/ 1727 w 89833"/>
                      <a:gd name="connsiteY1" fmla="*/ 50387 h 66100"/>
                      <a:gd name="connsiteX2" fmla="*/ 11824 w 89833"/>
                      <a:gd name="connsiteY2" fmla="*/ 66008 h 66100"/>
                      <a:gd name="connsiteX3" fmla="*/ 26207 w 89833"/>
                      <a:gd name="connsiteY3" fmla="*/ 61817 h 66100"/>
                      <a:gd name="connsiteX4" fmla="*/ 56782 w 89833"/>
                      <a:gd name="connsiteY4" fmla="*/ 50197 h 66100"/>
                      <a:gd name="connsiteX5" fmla="*/ 57067 w 89833"/>
                      <a:gd name="connsiteY5" fmla="*/ 49911 h 66100"/>
                      <a:gd name="connsiteX6" fmla="*/ 55163 w 89833"/>
                      <a:gd name="connsiteY6" fmla="*/ 50101 h 66100"/>
                      <a:gd name="connsiteX7" fmla="*/ 47542 w 89833"/>
                      <a:gd name="connsiteY7" fmla="*/ 34957 h 66100"/>
                      <a:gd name="connsiteX8" fmla="*/ 74784 w 89833"/>
                      <a:gd name="connsiteY8" fmla="*/ 19812 h 66100"/>
                      <a:gd name="connsiteX9" fmla="*/ 80499 w 89833"/>
                      <a:gd name="connsiteY9" fmla="*/ 20860 h 66100"/>
                      <a:gd name="connsiteX10" fmla="*/ 89739 w 89833"/>
                      <a:gd name="connsiteY10" fmla="*/ 762 h 66100"/>
                      <a:gd name="connsiteX11" fmla="*/ 89834 w 89833"/>
                      <a:gd name="connsiteY11" fmla="*/ 0 h 66100"/>
                      <a:gd name="connsiteX12" fmla="*/ 66592 w 89833"/>
                      <a:gd name="connsiteY12" fmla="*/ 6382 h 66100"/>
                      <a:gd name="connsiteX13" fmla="*/ 26588 w 89833"/>
                      <a:gd name="connsiteY13" fmla="*/ 26194 h 66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9833" h="66100">
                        <a:moveTo>
                          <a:pt x="26588" y="26194"/>
                        </a:moveTo>
                        <a:cubicBezTo>
                          <a:pt x="16110" y="33147"/>
                          <a:pt x="6014" y="41719"/>
                          <a:pt x="1727" y="50387"/>
                        </a:cubicBezTo>
                        <a:cubicBezTo>
                          <a:pt x="-2559" y="59055"/>
                          <a:pt x="1251" y="67056"/>
                          <a:pt x="11824" y="66008"/>
                        </a:cubicBezTo>
                        <a:cubicBezTo>
                          <a:pt x="16301" y="65627"/>
                          <a:pt x="21349" y="63722"/>
                          <a:pt x="26207" y="61817"/>
                        </a:cubicBezTo>
                        <a:cubicBezTo>
                          <a:pt x="36398" y="57912"/>
                          <a:pt x="46590" y="54007"/>
                          <a:pt x="56782" y="50197"/>
                        </a:cubicBezTo>
                        <a:cubicBezTo>
                          <a:pt x="56877" y="50101"/>
                          <a:pt x="56973" y="50006"/>
                          <a:pt x="57067" y="49911"/>
                        </a:cubicBezTo>
                        <a:cubicBezTo>
                          <a:pt x="56401" y="50006"/>
                          <a:pt x="55734" y="50101"/>
                          <a:pt x="55163" y="50101"/>
                        </a:cubicBezTo>
                        <a:cubicBezTo>
                          <a:pt x="45543" y="50101"/>
                          <a:pt x="42114" y="43339"/>
                          <a:pt x="47542" y="34957"/>
                        </a:cubicBezTo>
                        <a:cubicBezTo>
                          <a:pt x="52972" y="26575"/>
                          <a:pt x="65164" y="19812"/>
                          <a:pt x="74784" y="19812"/>
                        </a:cubicBezTo>
                        <a:cubicBezTo>
                          <a:pt x="77070" y="19812"/>
                          <a:pt x="78975" y="20193"/>
                          <a:pt x="80499" y="20860"/>
                        </a:cubicBezTo>
                        <a:cubicBezTo>
                          <a:pt x="84976" y="13811"/>
                          <a:pt x="88500" y="7048"/>
                          <a:pt x="89739" y="762"/>
                        </a:cubicBezTo>
                        <a:cubicBezTo>
                          <a:pt x="89834" y="476"/>
                          <a:pt x="89739" y="286"/>
                          <a:pt x="89834" y="0"/>
                        </a:cubicBezTo>
                        <a:cubicBezTo>
                          <a:pt x="81357" y="1714"/>
                          <a:pt x="72784" y="4286"/>
                          <a:pt x="66592" y="6382"/>
                        </a:cubicBezTo>
                        <a:cubicBezTo>
                          <a:pt x="52972" y="11144"/>
                          <a:pt x="39160" y="17907"/>
                          <a:pt x="26588" y="2619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41" name="Forme libre : forme 17940">
                    <a:extLst>
                      <a:ext uri="{FF2B5EF4-FFF2-40B4-BE49-F238E27FC236}">
                        <a16:creationId xmlns:a16="http://schemas.microsoft.com/office/drawing/2014/main" id="{A370657C-A1C6-4488-BDA2-C2AEBCFC10CA}"/>
                      </a:ext>
                    </a:extLst>
                  </p:cNvPr>
                  <p:cNvSpPr/>
                  <p:nvPr/>
                </p:nvSpPr>
                <p:spPr>
                  <a:xfrm>
                    <a:off x="4491327" y="4825841"/>
                    <a:ext cx="20669" cy="11715"/>
                  </a:xfrm>
                  <a:custGeom>
                    <a:avLst/>
                    <a:gdLst>
                      <a:gd name="connsiteX0" fmla="*/ 10192 w 20669"/>
                      <a:gd name="connsiteY0" fmla="*/ 0 h 11715"/>
                      <a:gd name="connsiteX1" fmla="*/ 0 w 20669"/>
                      <a:gd name="connsiteY1" fmla="*/ 11716 h 11715"/>
                      <a:gd name="connsiteX2" fmla="*/ 1524 w 20669"/>
                      <a:gd name="connsiteY2" fmla="*/ 11144 h 11715"/>
                      <a:gd name="connsiteX3" fmla="*/ 20669 w 20669"/>
                      <a:gd name="connsiteY3" fmla="*/ 2477 h 11715"/>
                      <a:gd name="connsiteX4" fmla="*/ 18288 w 20669"/>
                      <a:gd name="connsiteY4" fmla="*/ 2667 h 11715"/>
                      <a:gd name="connsiteX5" fmla="*/ 10192 w 20669"/>
                      <a:gd name="connsiteY5" fmla="*/ 0 h 11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669" h="11715">
                        <a:moveTo>
                          <a:pt x="10192" y="0"/>
                        </a:moveTo>
                        <a:cubicBezTo>
                          <a:pt x="6953" y="3905"/>
                          <a:pt x="3524" y="7811"/>
                          <a:pt x="0" y="11716"/>
                        </a:cubicBezTo>
                        <a:cubicBezTo>
                          <a:pt x="476" y="11525"/>
                          <a:pt x="1048" y="11335"/>
                          <a:pt x="1524" y="11144"/>
                        </a:cubicBezTo>
                        <a:cubicBezTo>
                          <a:pt x="7620" y="8858"/>
                          <a:pt x="14478" y="6001"/>
                          <a:pt x="20669" y="2477"/>
                        </a:cubicBezTo>
                        <a:cubicBezTo>
                          <a:pt x="19907" y="2572"/>
                          <a:pt x="19050" y="2667"/>
                          <a:pt x="18288" y="2667"/>
                        </a:cubicBezTo>
                        <a:cubicBezTo>
                          <a:pt x="14669" y="2572"/>
                          <a:pt x="11906" y="1619"/>
                          <a:pt x="10192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42" name="Forme libre : forme 17941">
                    <a:extLst>
                      <a:ext uri="{FF2B5EF4-FFF2-40B4-BE49-F238E27FC236}">
                        <a16:creationId xmlns:a16="http://schemas.microsoft.com/office/drawing/2014/main" id="{948C8ECD-2ADC-445D-BA06-99D7917E2A8A}"/>
                      </a:ext>
                    </a:extLst>
                  </p:cNvPr>
                  <p:cNvSpPr/>
                  <p:nvPr/>
                </p:nvSpPr>
                <p:spPr>
                  <a:xfrm>
                    <a:off x="4516949" y="4795551"/>
                    <a:ext cx="10096" cy="5524"/>
                  </a:xfrm>
                  <a:custGeom>
                    <a:avLst/>
                    <a:gdLst>
                      <a:gd name="connsiteX0" fmla="*/ 10096 w 10096"/>
                      <a:gd name="connsiteY0" fmla="*/ 2762 h 5524"/>
                      <a:gd name="connsiteX1" fmla="*/ 1620 w 10096"/>
                      <a:gd name="connsiteY1" fmla="*/ 0 h 5524"/>
                      <a:gd name="connsiteX2" fmla="*/ 0 w 10096"/>
                      <a:gd name="connsiteY2" fmla="*/ 5524 h 5524"/>
                      <a:gd name="connsiteX3" fmla="*/ 10096 w 10096"/>
                      <a:gd name="connsiteY3" fmla="*/ 2762 h 5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096" h="5524">
                        <a:moveTo>
                          <a:pt x="10096" y="2762"/>
                        </a:moveTo>
                        <a:cubicBezTo>
                          <a:pt x="8192" y="1143"/>
                          <a:pt x="5239" y="286"/>
                          <a:pt x="1620" y="0"/>
                        </a:cubicBezTo>
                        <a:cubicBezTo>
                          <a:pt x="1238" y="1810"/>
                          <a:pt x="762" y="3620"/>
                          <a:pt x="0" y="5524"/>
                        </a:cubicBezTo>
                        <a:cubicBezTo>
                          <a:pt x="3334" y="4096"/>
                          <a:pt x="6858" y="3048"/>
                          <a:pt x="10096" y="276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43" name="Forme libre : forme 17942">
                    <a:extLst>
                      <a:ext uri="{FF2B5EF4-FFF2-40B4-BE49-F238E27FC236}">
                        <a16:creationId xmlns:a16="http://schemas.microsoft.com/office/drawing/2014/main" id="{CA5F10AD-9D04-4E94-83D4-797477AB3706}"/>
                      </a:ext>
                    </a:extLst>
                  </p:cNvPr>
                  <p:cNvSpPr/>
                  <p:nvPr/>
                </p:nvSpPr>
                <p:spPr>
                  <a:xfrm>
                    <a:off x="4407399" y="4795420"/>
                    <a:ext cx="111169" cy="68231"/>
                  </a:xfrm>
                  <a:custGeom>
                    <a:avLst/>
                    <a:gdLst>
                      <a:gd name="connsiteX0" fmla="*/ 66593 w 111169"/>
                      <a:gd name="connsiteY0" fmla="*/ 8609 h 68231"/>
                      <a:gd name="connsiteX1" fmla="*/ 26588 w 111169"/>
                      <a:gd name="connsiteY1" fmla="*/ 28326 h 68231"/>
                      <a:gd name="connsiteX2" fmla="*/ 1728 w 111169"/>
                      <a:gd name="connsiteY2" fmla="*/ 52519 h 68231"/>
                      <a:gd name="connsiteX3" fmla="*/ 11824 w 111169"/>
                      <a:gd name="connsiteY3" fmla="*/ 68140 h 68231"/>
                      <a:gd name="connsiteX4" fmla="*/ 26207 w 111169"/>
                      <a:gd name="connsiteY4" fmla="*/ 63949 h 68231"/>
                      <a:gd name="connsiteX5" fmla="*/ 83833 w 111169"/>
                      <a:gd name="connsiteY5" fmla="*/ 42042 h 68231"/>
                      <a:gd name="connsiteX6" fmla="*/ 94025 w 111169"/>
                      <a:gd name="connsiteY6" fmla="*/ 30326 h 68231"/>
                      <a:gd name="connsiteX7" fmla="*/ 94501 w 111169"/>
                      <a:gd name="connsiteY7" fmla="*/ 17848 h 68231"/>
                      <a:gd name="connsiteX8" fmla="*/ 109550 w 111169"/>
                      <a:gd name="connsiteY8" fmla="*/ 5656 h 68231"/>
                      <a:gd name="connsiteX9" fmla="*/ 111170 w 111169"/>
                      <a:gd name="connsiteY9" fmla="*/ 132 h 68231"/>
                      <a:gd name="connsiteX10" fmla="*/ 66593 w 111169"/>
                      <a:gd name="connsiteY10" fmla="*/ 8609 h 68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1169" h="68231">
                        <a:moveTo>
                          <a:pt x="66593" y="8609"/>
                        </a:moveTo>
                        <a:cubicBezTo>
                          <a:pt x="52972" y="13276"/>
                          <a:pt x="39161" y="20039"/>
                          <a:pt x="26588" y="28326"/>
                        </a:cubicBezTo>
                        <a:cubicBezTo>
                          <a:pt x="16110" y="35279"/>
                          <a:pt x="6014" y="43851"/>
                          <a:pt x="1728" y="52519"/>
                        </a:cubicBezTo>
                        <a:cubicBezTo>
                          <a:pt x="-2559" y="61092"/>
                          <a:pt x="1251" y="69188"/>
                          <a:pt x="11824" y="68140"/>
                        </a:cubicBezTo>
                        <a:cubicBezTo>
                          <a:pt x="16301" y="67759"/>
                          <a:pt x="21349" y="65854"/>
                          <a:pt x="26207" y="63949"/>
                        </a:cubicBezTo>
                        <a:cubicBezTo>
                          <a:pt x="45447" y="56615"/>
                          <a:pt x="64593" y="49281"/>
                          <a:pt x="83833" y="42042"/>
                        </a:cubicBezTo>
                        <a:cubicBezTo>
                          <a:pt x="87357" y="38232"/>
                          <a:pt x="90786" y="34326"/>
                          <a:pt x="94025" y="30326"/>
                        </a:cubicBezTo>
                        <a:cubicBezTo>
                          <a:pt x="91167" y="27564"/>
                          <a:pt x="91072" y="22992"/>
                          <a:pt x="94501" y="17848"/>
                        </a:cubicBezTo>
                        <a:cubicBezTo>
                          <a:pt x="97739" y="12800"/>
                          <a:pt x="103455" y="8418"/>
                          <a:pt x="109550" y="5656"/>
                        </a:cubicBezTo>
                        <a:cubicBezTo>
                          <a:pt x="110217" y="3751"/>
                          <a:pt x="110789" y="1846"/>
                          <a:pt x="111170" y="132"/>
                        </a:cubicBezTo>
                        <a:cubicBezTo>
                          <a:pt x="98692" y="-916"/>
                          <a:pt x="78404" y="4513"/>
                          <a:pt x="66593" y="860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44" name="Forme libre : forme 17943">
                    <a:extLst>
                      <a:ext uri="{FF2B5EF4-FFF2-40B4-BE49-F238E27FC236}">
                        <a16:creationId xmlns:a16="http://schemas.microsoft.com/office/drawing/2014/main" id="{1FD8B98E-B3FF-4EF1-9EFE-DBF6B08983B1}"/>
                      </a:ext>
                    </a:extLst>
                  </p:cNvPr>
                  <p:cNvSpPr/>
                  <p:nvPr/>
                </p:nvSpPr>
                <p:spPr>
                  <a:xfrm>
                    <a:off x="5007664" y="4538186"/>
                    <a:ext cx="42780" cy="27809"/>
                  </a:xfrm>
                  <a:custGeom>
                    <a:avLst/>
                    <a:gdLst>
                      <a:gd name="connsiteX0" fmla="*/ 11253 w 42780"/>
                      <a:gd name="connsiteY0" fmla="*/ 0 h 27809"/>
                      <a:gd name="connsiteX1" fmla="*/ 1728 w 42780"/>
                      <a:gd name="connsiteY1" fmla="*/ 12097 h 27809"/>
                      <a:gd name="connsiteX2" fmla="*/ 11824 w 42780"/>
                      <a:gd name="connsiteY2" fmla="*/ 27717 h 27809"/>
                      <a:gd name="connsiteX3" fmla="*/ 26207 w 42780"/>
                      <a:gd name="connsiteY3" fmla="*/ 23527 h 27809"/>
                      <a:gd name="connsiteX4" fmla="*/ 42780 w 42780"/>
                      <a:gd name="connsiteY4" fmla="*/ 17240 h 27809"/>
                      <a:gd name="connsiteX5" fmla="*/ 25159 w 42780"/>
                      <a:gd name="connsiteY5" fmla="*/ 4381 h 27809"/>
                      <a:gd name="connsiteX6" fmla="*/ 11253 w 42780"/>
                      <a:gd name="connsiteY6" fmla="*/ 0 h 27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780" h="27809">
                        <a:moveTo>
                          <a:pt x="11253" y="0"/>
                        </a:moveTo>
                        <a:cubicBezTo>
                          <a:pt x="7157" y="3905"/>
                          <a:pt x="3823" y="8001"/>
                          <a:pt x="1728" y="12097"/>
                        </a:cubicBezTo>
                        <a:cubicBezTo>
                          <a:pt x="-2559" y="20669"/>
                          <a:pt x="1251" y="28765"/>
                          <a:pt x="11824" y="27717"/>
                        </a:cubicBezTo>
                        <a:cubicBezTo>
                          <a:pt x="16301" y="27337"/>
                          <a:pt x="21349" y="25432"/>
                          <a:pt x="26207" y="23527"/>
                        </a:cubicBezTo>
                        <a:cubicBezTo>
                          <a:pt x="31731" y="21431"/>
                          <a:pt x="37256" y="19336"/>
                          <a:pt x="42780" y="17240"/>
                        </a:cubicBezTo>
                        <a:cubicBezTo>
                          <a:pt x="36684" y="13240"/>
                          <a:pt x="31922" y="7810"/>
                          <a:pt x="25159" y="4381"/>
                        </a:cubicBezTo>
                        <a:cubicBezTo>
                          <a:pt x="21158" y="2381"/>
                          <a:pt x="16301" y="1048"/>
                          <a:pt x="11253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45" name="Forme libre : forme 17944">
                    <a:extLst>
                      <a:ext uri="{FF2B5EF4-FFF2-40B4-BE49-F238E27FC236}">
                        <a16:creationId xmlns:a16="http://schemas.microsoft.com/office/drawing/2014/main" id="{35B51F6D-1DAF-47E5-8312-1ED285067711}"/>
                      </a:ext>
                    </a:extLst>
                  </p:cNvPr>
                  <p:cNvSpPr/>
                  <p:nvPr/>
                </p:nvSpPr>
                <p:spPr>
                  <a:xfrm>
                    <a:off x="5018821" y="4497866"/>
                    <a:ext cx="111083" cy="57559"/>
                  </a:xfrm>
                  <a:custGeom>
                    <a:avLst/>
                    <a:gdLst>
                      <a:gd name="connsiteX0" fmla="*/ 104108 w 111083"/>
                      <a:gd name="connsiteY0" fmla="*/ 24794 h 57559"/>
                      <a:gd name="connsiteX1" fmla="*/ 109347 w 111083"/>
                      <a:gd name="connsiteY1" fmla="*/ 3743 h 57559"/>
                      <a:gd name="connsiteX2" fmla="*/ 55340 w 111083"/>
                      <a:gd name="connsiteY2" fmla="*/ 8601 h 57559"/>
                      <a:gd name="connsiteX3" fmla="*/ 15335 w 111083"/>
                      <a:gd name="connsiteY3" fmla="*/ 28318 h 57559"/>
                      <a:gd name="connsiteX4" fmla="*/ 0 w 111083"/>
                      <a:gd name="connsiteY4" fmla="*/ 40319 h 57559"/>
                      <a:gd name="connsiteX5" fmla="*/ 13907 w 111083"/>
                      <a:gd name="connsiteY5" fmla="*/ 44701 h 57559"/>
                      <a:gd name="connsiteX6" fmla="*/ 31528 w 111083"/>
                      <a:gd name="connsiteY6" fmla="*/ 57560 h 57559"/>
                      <a:gd name="connsiteX7" fmla="*/ 74105 w 111083"/>
                      <a:gd name="connsiteY7" fmla="*/ 41367 h 57559"/>
                      <a:gd name="connsiteX8" fmla="*/ 104108 w 111083"/>
                      <a:gd name="connsiteY8" fmla="*/ 24794 h 57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1083" h="57559">
                        <a:moveTo>
                          <a:pt x="104108" y="24794"/>
                        </a:moveTo>
                        <a:cubicBezTo>
                          <a:pt x="110585" y="18031"/>
                          <a:pt x="113062" y="8030"/>
                          <a:pt x="109347" y="3743"/>
                        </a:cubicBezTo>
                        <a:cubicBezTo>
                          <a:pt x="102108" y="-4734"/>
                          <a:pt x="71152" y="3077"/>
                          <a:pt x="55340" y="8601"/>
                        </a:cubicBezTo>
                        <a:cubicBezTo>
                          <a:pt x="41720" y="13268"/>
                          <a:pt x="27908" y="20031"/>
                          <a:pt x="15335" y="28318"/>
                        </a:cubicBezTo>
                        <a:cubicBezTo>
                          <a:pt x="9811" y="31937"/>
                          <a:pt x="4477" y="36033"/>
                          <a:pt x="0" y="40319"/>
                        </a:cubicBezTo>
                        <a:cubicBezTo>
                          <a:pt x="5144" y="41367"/>
                          <a:pt x="9906" y="42701"/>
                          <a:pt x="13907" y="44701"/>
                        </a:cubicBezTo>
                        <a:cubicBezTo>
                          <a:pt x="20670" y="48225"/>
                          <a:pt x="25432" y="53654"/>
                          <a:pt x="31528" y="57560"/>
                        </a:cubicBezTo>
                        <a:cubicBezTo>
                          <a:pt x="45720" y="52130"/>
                          <a:pt x="59913" y="46796"/>
                          <a:pt x="74105" y="41367"/>
                        </a:cubicBezTo>
                        <a:cubicBezTo>
                          <a:pt x="84297" y="37557"/>
                          <a:pt x="96584" y="32699"/>
                          <a:pt x="104108" y="2479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46" name="Forme libre : forme 17945">
                    <a:extLst>
                      <a:ext uri="{FF2B5EF4-FFF2-40B4-BE49-F238E27FC236}">
                        <a16:creationId xmlns:a16="http://schemas.microsoft.com/office/drawing/2014/main" id="{4A746478-24D4-4AD8-B776-DCDAED3D5888}"/>
                      </a:ext>
                    </a:extLst>
                  </p:cNvPr>
                  <p:cNvSpPr/>
                  <p:nvPr/>
                </p:nvSpPr>
                <p:spPr>
                  <a:xfrm>
                    <a:off x="5330670" y="4504182"/>
                    <a:ext cx="69342" cy="43148"/>
                  </a:xfrm>
                  <a:custGeom>
                    <a:avLst/>
                    <a:gdLst>
                      <a:gd name="connsiteX0" fmla="*/ 8763 w 69342"/>
                      <a:gd name="connsiteY0" fmla="*/ 34099 h 43148"/>
                      <a:gd name="connsiteX1" fmla="*/ 0 w 69342"/>
                      <a:gd name="connsiteY1" fmla="*/ 43148 h 43148"/>
                      <a:gd name="connsiteX2" fmla="*/ 32481 w 69342"/>
                      <a:gd name="connsiteY2" fmla="*/ 30766 h 43148"/>
                      <a:gd name="connsiteX3" fmla="*/ 62389 w 69342"/>
                      <a:gd name="connsiteY3" fmla="*/ 14192 h 43148"/>
                      <a:gd name="connsiteX4" fmla="*/ 69342 w 69342"/>
                      <a:gd name="connsiteY4" fmla="*/ 0 h 43148"/>
                      <a:gd name="connsiteX5" fmla="*/ 46577 w 69342"/>
                      <a:gd name="connsiteY5" fmla="*/ 10192 h 43148"/>
                      <a:gd name="connsiteX6" fmla="*/ 8763 w 69342"/>
                      <a:gd name="connsiteY6" fmla="*/ 34099 h 43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342" h="43148">
                        <a:moveTo>
                          <a:pt x="8763" y="34099"/>
                        </a:moveTo>
                        <a:cubicBezTo>
                          <a:pt x="5525" y="37052"/>
                          <a:pt x="2667" y="40100"/>
                          <a:pt x="0" y="43148"/>
                        </a:cubicBezTo>
                        <a:cubicBezTo>
                          <a:pt x="10859" y="39053"/>
                          <a:pt x="21622" y="34957"/>
                          <a:pt x="32481" y="30766"/>
                        </a:cubicBezTo>
                        <a:cubicBezTo>
                          <a:pt x="42577" y="26956"/>
                          <a:pt x="54864" y="22003"/>
                          <a:pt x="62389" y="14192"/>
                        </a:cubicBezTo>
                        <a:cubicBezTo>
                          <a:pt x="66390" y="10001"/>
                          <a:pt x="68866" y="4572"/>
                          <a:pt x="69342" y="0"/>
                        </a:cubicBezTo>
                        <a:cubicBezTo>
                          <a:pt x="61436" y="3334"/>
                          <a:pt x="53721" y="6667"/>
                          <a:pt x="46577" y="10192"/>
                        </a:cubicBezTo>
                        <a:cubicBezTo>
                          <a:pt x="33147" y="17050"/>
                          <a:pt x="19431" y="24574"/>
                          <a:pt x="8763" y="3409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47" name="Forme libre : forme 17946">
                    <a:extLst>
                      <a:ext uri="{FF2B5EF4-FFF2-40B4-BE49-F238E27FC236}">
                        <a16:creationId xmlns:a16="http://schemas.microsoft.com/office/drawing/2014/main" id="{E6565DF4-1356-4CE4-9192-0FF63DBEFED5}"/>
                      </a:ext>
                    </a:extLst>
                  </p:cNvPr>
                  <p:cNvSpPr/>
                  <p:nvPr/>
                </p:nvSpPr>
                <p:spPr>
                  <a:xfrm>
                    <a:off x="5277793" y="4493580"/>
                    <a:ext cx="122290" cy="68225"/>
                  </a:xfrm>
                  <a:custGeom>
                    <a:avLst/>
                    <a:gdLst>
                      <a:gd name="connsiteX0" fmla="*/ 120600 w 122290"/>
                      <a:gd name="connsiteY0" fmla="*/ 3743 h 68225"/>
                      <a:gd name="connsiteX1" fmla="*/ 66592 w 122290"/>
                      <a:gd name="connsiteY1" fmla="*/ 8601 h 68225"/>
                      <a:gd name="connsiteX2" fmla="*/ 26588 w 122290"/>
                      <a:gd name="connsiteY2" fmla="*/ 28318 h 68225"/>
                      <a:gd name="connsiteX3" fmla="*/ 1727 w 122290"/>
                      <a:gd name="connsiteY3" fmla="*/ 52511 h 68225"/>
                      <a:gd name="connsiteX4" fmla="*/ 11824 w 122290"/>
                      <a:gd name="connsiteY4" fmla="*/ 68133 h 68225"/>
                      <a:gd name="connsiteX5" fmla="*/ 26207 w 122290"/>
                      <a:gd name="connsiteY5" fmla="*/ 63941 h 68225"/>
                      <a:gd name="connsiteX6" fmla="*/ 52876 w 122290"/>
                      <a:gd name="connsiteY6" fmla="*/ 53750 h 68225"/>
                      <a:gd name="connsiteX7" fmla="*/ 61640 w 122290"/>
                      <a:gd name="connsiteY7" fmla="*/ 44701 h 68225"/>
                      <a:gd name="connsiteX8" fmla="*/ 99454 w 122290"/>
                      <a:gd name="connsiteY8" fmla="*/ 20888 h 68225"/>
                      <a:gd name="connsiteX9" fmla="*/ 122219 w 122290"/>
                      <a:gd name="connsiteY9" fmla="*/ 10697 h 68225"/>
                      <a:gd name="connsiteX10" fmla="*/ 120600 w 122290"/>
                      <a:gd name="connsiteY10" fmla="*/ 3743 h 68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2290" h="68225">
                        <a:moveTo>
                          <a:pt x="120600" y="3743"/>
                        </a:moveTo>
                        <a:cubicBezTo>
                          <a:pt x="113361" y="-4734"/>
                          <a:pt x="82404" y="3077"/>
                          <a:pt x="66592" y="8601"/>
                        </a:cubicBezTo>
                        <a:cubicBezTo>
                          <a:pt x="52972" y="13268"/>
                          <a:pt x="39160" y="20031"/>
                          <a:pt x="26588" y="28318"/>
                        </a:cubicBezTo>
                        <a:cubicBezTo>
                          <a:pt x="16110" y="35271"/>
                          <a:pt x="6014" y="43844"/>
                          <a:pt x="1727" y="52511"/>
                        </a:cubicBezTo>
                        <a:cubicBezTo>
                          <a:pt x="-2559" y="61179"/>
                          <a:pt x="1251" y="69180"/>
                          <a:pt x="11824" y="68133"/>
                        </a:cubicBezTo>
                        <a:cubicBezTo>
                          <a:pt x="16301" y="67751"/>
                          <a:pt x="21349" y="65846"/>
                          <a:pt x="26207" y="63941"/>
                        </a:cubicBezTo>
                        <a:cubicBezTo>
                          <a:pt x="35065" y="60512"/>
                          <a:pt x="44018" y="57179"/>
                          <a:pt x="52876" y="53750"/>
                        </a:cubicBezTo>
                        <a:cubicBezTo>
                          <a:pt x="55448" y="50702"/>
                          <a:pt x="58306" y="47654"/>
                          <a:pt x="61640" y="44701"/>
                        </a:cubicBezTo>
                        <a:cubicBezTo>
                          <a:pt x="72308" y="35081"/>
                          <a:pt x="86024" y="27651"/>
                          <a:pt x="99454" y="20888"/>
                        </a:cubicBezTo>
                        <a:cubicBezTo>
                          <a:pt x="106598" y="17269"/>
                          <a:pt x="114313" y="13935"/>
                          <a:pt x="122219" y="10697"/>
                        </a:cubicBezTo>
                        <a:cubicBezTo>
                          <a:pt x="122504" y="7934"/>
                          <a:pt x="121933" y="5458"/>
                          <a:pt x="120600" y="374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48" name="Forme libre : forme 17947">
                    <a:extLst>
                      <a:ext uri="{FF2B5EF4-FFF2-40B4-BE49-F238E27FC236}">
                        <a16:creationId xmlns:a16="http://schemas.microsoft.com/office/drawing/2014/main" id="{E16DBFAC-EA2A-479E-BFB1-EFAF212B28E4}"/>
                      </a:ext>
                    </a:extLst>
                  </p:cNvPr>
                  <p:cNvSpPr/>
                  <p:nvPr/>
                </p:nvSpPr>
                <p:spPr>
                  <a:xfrm>
                    <a:off x="5805777" y="4601286"/>
                    <a:ext cx="94604" cy="63392"/>
                  </a:xfrm>
                  <a:custGeom>
                    <a:avLst/>
                    <a:gdLst>
                      <a:gd name="connsiteX0" fmla="*/ 37529 w 94604"/>
                      <a:gd name="connsiteY0" fmla="*/ 32150 h 63392"/>
                      <a:gd name="connsiteX1" fmla="*/ 0 w 94604"/>
                      <a:gd name="connsiteY1" fmla="*/ 63392 h 63392"/>
                      <a:gd name="connsiteX2" fmla="*/ 57721 w 94604"/>
                      <a:gd name="connsiteY2" fmla="*/ 41389 h 63392"/>
                      <a:gd name="connsiteX3" fmla="*/ 87630 w 94604"/>
                      <a:gd name="connsiteY3" fmla="*/ 24816 h 63392"/>
                      <a:gd name="connsiteX4" fmla="*/ 92869 w 94604"/>
                      <a:gd name="connsiteY4" fmla="*/ 3766 h 63392"/>
                      <a:gd name="connsiteX5" fmla="*/ 65532 w 94604"/>
                      <a:gd name="connsiteY5" fmla="*/ 1480 h 63392"/>
                      <a:gd name="connsiteX6" fmla="*/ 37529 w 94604"/>
                      <a:gd name="connsiteY6" fmla="*/ 32150 h 63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4604" h="63392">
                        <a:moveTo>
                          <a:pt x="37529" y="32150"/>
                        </a:moveTo>
                        <a:cubicBezTo>
                          <a:pt x="27527" y="40627"/>
                          <a:pt x="14097" y="52533"/>
                          <a:pt x="0" y="63392"/>
                        </a:cubicBezTo>
                        <a:cubicBezTo>
                          <a:pt x="19241" y="56058"/>
                          <a:pt x="38481" y="48724"/>
                          <a:pt x="57721" y="41389"/>
                        </a:cubicBezTo>
                        <a:cubicBezTo>
                          <a:pt x="67818" y="37579"/>
                          <a:pt x="80106" y="32626"/>
                          <a:pt x="87630" y="24816"/>
                        </a:cubicBezTo>
                        <a:cubicBezTo>
                          <a:pt x="94107" y="18053"/>
                          <a:pt x="96584" y="8052"/>
                          <a:pt x="92869" y="3766"/>
                        </a:cubicBezTo>
                        <a:cubicBezTo>
                          <a:pt x="88868" y="-997"/>
                          <a:pt x="77534" y="-616"/>
                          <a:pt x="65532" y="1480"/>
                        </a:cubicBezTo>
                        <a:cubicBezTo>
                          <a:pt x="59341" y="11957"/>
                          <a:pt x="48768" y="22530"/>
                          <a:pt x="37529" y="3215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49" name="Forme libre : forme 17948">
                    <a:extLst>
                      <a:ext uri="{FF2B5EF4-FFF2-40B4-BE49-F238E27FC236}">
                        <a16:creationId xmlns:a16="http://schemas.microsoft.com/office/drawing/2014/main" id="{1D81BA29-E8FB-44CF-99AE-3B2AC0CFF45D}"/>
                      </a:ext>
                    </a:extLst>
                  </p:cNvPr>
                  <p:cNvSpPr/>
                  <p:nvPr/>
                </p:nvSpPr>
                <p:spPr>
                  <a:xfrm>
                    <a:off x="5778046" y="4602670"/>
                    <a:ext cx="93262" cy="66767"/>
                  </a:xfrm>
                  <a:custGeom>
                    <a:avLst/>
                    <a:gdLst>
                      <a:gd name="connsiteX0" fmla="*/ 26588 w 93262"/>
                      <a:gd name="connsiteY0" fmla="*/ 26861 h 66767"/>
                      <a:gd name="connsiteX1" fmla="*/ 1728 w 93262"/>
                      <a:gd name="connsiteY1" fmla="*/ 51054 h 66767"/>
                      <a:gd name="connsiteX2" fmla="*/ 11824 w 93262"/>
                      <a:gd name="connsiteY2" fmla="*/ 66675 h 66767"/>
                      <a:gd name="connsiteX3" fmla="*/ 26207 w 93262"/>
                      <a:gd name="connsiteY3" fmla="*/ 62484 h 66767"/>
                      <a:gd name="connsiteX4" fmla="*/ 27635 w 93262"/>
                      <a:gd name="connsiteY4" fmla="*/ 61913 h 66767"/>
                      <a:gd name="connsiteX5" fmla="*/ 65164 w 93262"/>
                      <a:gd name="connsiteY5" fmla="*/ 30671 h 66767"/>
                      <a:gd name="connsiteX6" fmla="*/ 93263 w 93262"/>
                      <a:gd name="connsiteY6" fmla="*/ 0 h 66767"/>
                      <a:gd name="connsiteX7" fmla="*/ 66497 w 93262"/>
                      <a:gd name="connsiteY7" fmla="*/ 7048 h 66767"/>
                      <a:gd name="connsiteX8" fmla="*/ 26588 w 93262"/>
                      <a:gd name="connsiteY8" fmla="*/ 26861 h 66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262" h="66767">
                        <a:moveTo>
                          <a:pt x="26588" y="26861"/>
                        </a:moveTo>
                        <a:cubicBezTo>
                          <a:pt x="16110" y="33814"/>
                          <a:pt x="6014" y="42386"/>
                          <a:pt x="1728" y="51054"/>
                        </a:cubicBezTo>
                        <a:cubicBezTo>
                          <a:pt x="-2559" y="59722"/>
                          <a:pt x="1251" y="67723"/>
                          <a:pt x="11824" y="66675"/>
                        </a:cubicBezTo>
                        <a:cubicBezTo>
                          <a:pt x="16301" y="66294"/>
                          <a:pt x="21349" y="64389"/>
                          <a:pt x="26207" y="62484"/>
                        </a:cubicBezTo>
                        <a:cubicBezTo>
                          <a:pt x="26683" y="62294"/>
                          <a:pt x="27159" y="62103"/>
                          <a:pt x="27635" y="61913"/>
                        </a:cubicBezTo>
                        <a:cubicBezTo>
                          <a:pt x="41733" y="51054"/>
                          <a:pt x="55163" y="39148"/>
                          <a:pt x="65164" y="30671"/>
                        </a:cubicBezTo>
                        <a:cubicBezTo>
                          <a:pt x="76404" y="21146"/>
                          <a:pt x="86976" y="10478"/>
                          <a:pt x="93263" y="0"/>
                        </a:cubicBezTo>
                        <a:cubicBezTo>
                          <a:pt x="83642" y="1714"/>
                          <a:pt x="73641" y="4667"/>
                          <a:pt x="66497" y="7048"/>
                        </a:cubicBezTo>
                        <a:cubicBezTo>
                          <a:pt x="52972" y="11811"/>
                          <a:pt x="39161" y="18574"/>
                          <a:pt x="26588" y="2686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50" name="Forme libre : forme 17949">
                    <a:extLst>
                      <a:ext uri="{FF2B5EF4-FFF2-40B4-BE49-F238E27FC236}">
                        <a16:creationId xmlns:a16="http://schemas.microsoft.com/office/drawing/2014/main" id="{8DFE032C-A16A-466C-84A2-C0FA5D9832A2}"/>
                      </a:ext>
                    </a:extLst>
                  </p:cNvPr>
                  <p:cNvSpPr/>
                  <p:nvPr/>
                </p:nvSpPr>
                <p:spPr>
                  <a:xfrm>
                    <a:off x="6402899" y="4606452"/>
                    <a:ext cx="108130" cy="67751"/>
                  </a:xfrm>
                  <a:custGeom>
                    <a:avLst/>
                    <a:gdLst>
                      <a:gd name="connsiteX0" fmla="*/ 35529 w 108130"/>
                      <a:gd name="connsiteY0" fmla="*/ 40414 h 67751"/>
                      <a:gd name="connsiteX1" fmla="*/ 0 w 108130"/>
                      <a:gd name="connsiteY1" fmla="*/ 67751 h 67751"/>
                      <a:gd name="connsiteX2" fmla="*/ 12097 w 108130"/>
                      <a:gd name="connsiteY2" fmla="*/ 63941 h 67751"/>
                      <a:gd name="connsiteX3" fmla="*/ 71247 w 108130"/>
                      <a:gd name="connsiteY3" fmla="*/ 41462 h 67751"/>
                      <a:gd name="connsiteX4" fmla="*/ 75438 w 108130"/>
                      <a:gd name="connsiteY4" fmla="*/ 39843 h 67751"/>
                      <a:gd name="connsiteX5" fmla="*/ 73723 w 108130"/>
                      <a:gd name="connsiteY5" fmla="*/ 39938 h 67751"/>
                      <a:gd name="connsiteX6" fmla="*/ 66104 w 108130"/>
                      <a:gd name="connsiteY6" fmla="*/ 24793 h 67751"/>
                      <a:gd name="connsiteX7" fmla="*/ 93345 w 108130"/>
                      <a:gd name="connsiteY7" fmla="*/ 9649 h 67751"/>
                      <a:gd name="connsiteX8" fmla="*/ 100965 w 108130"/>
                      <a:gd name="connsiteY8" fmla="*/ 24793 h 67751"/>
                      <a:gd name="connsiteX9" fmla="*/ 100394 w 108130"/>
                      <a:gd name="connsiteY9" fmla="*/ 25460 h 67751"/>
                      <a:gd name="connsiteX10" fmla="*/ 101155 w 108130"/>
                      <a:gd name="connsiteY10" fmla="*/ 24793 h 67751"/>
                      <a:gd name="connsiteX11" fmla="*/ 106395 w 108130"/>
                      <a:gd name="connsiteY11" fmla="*/ 3743 h 67751"/>
                      <a:gd name="connsiteX12" fmla="*/ 69914 w 108130"/>
                      <a:gd name="connsiteY12" fmla="*/ 3457 h 67751"/>
                      <a:gd name="connsiteX13" fmla="*/ 55150 w 108130"/>
                      <a:gd name="connsiteY13" fmla="*/ 14030 h 67751"/>
                      <a:gd name="connsiteX14" fmla="*/ 35529 w 108130"/>
                      <a:gd name="connsiteY14" fmla="*/ 40414 h 67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8130" h="67751">
                        <a:moveTo>
                          <a:pt x="35529" y="40414"/>
                        </a:moveTo>
                        <a:cubicBezTo>
                          <a:pt x="26384" y="51273"/>
                          <a:pt x="13621" y="60226"/>
                          <a:pt x="0" y="67751"/>
                        </a:cubicBezTo>
                        <a:cubicBezTo>
                          <a:pt x="3906" y="66989"/>
                          <a:pt x="8001" y="65465"/>
                          <a:pt x="12097" y="63941"/>
                        </a:cubicBezTo>
                        <a:cubicBezTo>
                          <a:pt x="31814" y="56416"/>
                          <a:pt x="51531" y="48892"/>
                          <a:pt x="71247" y="41462"/>
                        </a:cubicBezTo>
                        <a:cubicBezTo>
                          <a:pt x="72580" y="40986"/>
                          <a:pt x="74009" y="40414"/>
                          <a:pt x="75438" y="39843"/>
                        </a:cubicBezTo>
                        <a:cubicBezTo>
                          <a:pt x="74867" y="39843"/>
                          <a:pt x="74295" y="39938"/>
                          <a:pt x="73723" y="39938"/>
                        </a:cubicBezTo>
                        <a:cubicBezTo>
                          <a:pt x="64104" y="39938"/>
                          <a:pt x="60674" y="33175"/>
                          <a:pt x="66104" y="24793"/>
                        </a:cubicBezTo>
                        <a:cubicBezTo>
                          <a:pt x="71533" y="16411"/>
                          <a:pt x="83725" y="9649"/>
                          <a:pt x="93345" y="9649"/>
                        </a:cubicBezTo>
                        <a:cubicBezTo>
                          <a:pt x="102965" y="9649"/>
                          <a:pt x="106395" y="16411"/>
                          <a:pt x="100965" y="24793"/>
                        </a:cubicBezTo>
                        <a:cubicBezTo>
                          <a:pt x="100775" y="25079"/>
                          <a:pt x="100584" y="25269"/>
                          <a:pt x="100394" y="25460"/>
                        </a:cubicBezTo>
                        <a:cubicBezTo>
                          <a:pt x="100679" y="25269"/>
                          <a:pt x="100965" y="25079"/>
                          <a:pt x="101155" y="24793"/>
                        </a:cubicBezTo>
                        <a:cubicBezTo>
                          <a:pt x="107632" y="18031"/>
                          <a:pt x="110109" y="8029"/>
                          <a:pt x="106395" y="3743"/>
                        </a:cubicBezTo>
                        <a:cubicBezTo>
                          <a:pt x="101346" y="-2162"/>
                          <a:pt x="84868" y="-162"/>
                          <a:pt x="69914" y="3457"/>
                        </a:cubicBezTo>
                        <a:cubicBezTo>
                          <a:pt x="65437" y="7077"/>
                          <a:pt x="59913" y="9553"/>
                          <a:pt x="55150" y="14030"/>
                        </a:cubicBezTo>
                        <a:cubicBezTo>
                          <a:pt x="45434" y="22984"/>
                          <a:pt x="43244" y="31175"/>
                          <a:pt x="35529" y="4041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51" name="Forme libre : forme 17950">
                    <a:extLst>
                      <a:ext uri="{FF2B5EF4-FFF2-40B4-BE49-F238E27FC236}">
                        <a16:creationId xmlns:a16="http://schemas.microsoft.com/office/drawing/2014/main" id="{3594CC58-57B4-4773-8CC0-271031776A0B}"/>
                      </a:ext>
                    </a:extLst>
                  </p:cNvPr>
                  <p:cNvSpPr/>
                  <p:nvPr/>
                </p:nvSpPr>
                <p:spPr>
                  <a:xfrm>
                    <a:off x="6388789" y="4609814"/>
                    <a:ext cx="84118" cy="64766"/>
                  </a:xfrm>
                  <a:custGeom>
                    <a:avLst/>
                    <a:gdLst>
                      <a:gd name="connsiteX0" fmla="*/ 26588 w 84118"/>
                      <a:gd name="connsiteY0" fmla="*/ 24860 h 64766"/>
                      <a:gd name="connsiteX1" fmla="*/ 1728 w 84118"/>
                      <a:gd name="connsiteY1" fmla="*/ 49054 h 64766"/>
                      <a:gd name="connsiteX2" fmla="*/ 11824 w 84118"/>
                      <a:gd name="connsiteY2" fmla="*/ 64675 h 64766"/>
                      <a:gd name="connsiteX3" fmla="*/ 14110 w 84118"/>
                      <a:gd name="connsiteY3" fmla="*/ 64294 h 64766"/>
                      <a:gd name="connsiteX4" fmla="*/ 49639 w 84118"/>
                      <a:gd name="connsiteY4" fmla="*/ 36957 h 64766"/>
                      <a:gd name="connsiteX5" fmla="*/ 69355 w 84118"/>
                      <a:gd name="connsiteY5" fmla="*/ 10573 h 64766"/>
                      <a:gd name="connsiteX6" fmla="*/ 84119 w 84118"/>
                      <a:gd name="connsiteY6" fmla="*/ 0 h 64766"/>
                      <a:gd name="connsiteX7" fmla="*/ 66497 w 84118"/>
                      <a:gd name="connsiteY7" fmla="*/ 5144 h 64766"/>
                      <a:gd name="connsiteX8" fmla="*/ 26588 w 84118"/>
                      <a:gd name="connsiteY8" fmla="*/ 24860 h 64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118" h="64766">
                        <a:moveTo>
                          <a:pt x="26588" y="24860"/>
                        </a:moveTo>
                        <a:cubicBezTo>
                          <a:pt x="16110" y="31813"/>
                          <a:pt x="6014" y="40386"/>
                          <a:pt x="1728" y="49054"/>
                        </a:cubicBezTo>
                        <a:cubicBezTo>
                          <a:pt x="-2559" y="57626"/>
                          <a:pt x="1251" y="65722"/>
                          <a:pt x="11824" y="64675"/>
                        </a:cubicBezTo>
                        <a:cubicBezTo>
                          <a:pt x="12586" y="64579"/>
                          <a:pt x="13348" y="64484"/>
                          <a:pt x="14110" y="64294"/>
                        </a:cubicBezTo>
                        <a:cubicBezTo>
                          <a:pt x="27731" y="56769"/>
                          <a:pt x="40494" y="47815"/>
                          <a:pt x="49639" y="36957"/>
                        </a:cubicBezTo>
                        <a:cubicBezTo>
                          <a:pt x="57354" y="27813"/>
                          <a:pt x="59544" y="19526"/>
                          <a:pt x="69355" y="10573"/>
                        </a:cubicBezTo>
                        <a:cubicBezTo>
                          <a:pt x="74213" y="6096"/>
                          <a:pt x="79642" y="3620"/>
                          <a:pt x="84119" y="0"/>
                        </a:cubicBezTo>
                        <a:cubicBezTo>
                          <a:pt x="77547" y="1619"/>
                          <a:pt x="71355" y="3429"/>
                          <a:pt x="66497" y="5144"/>
                        </a:cubicBezTo>
                        <a:cubicBezTo>
                          <a:pt x="52877" y="9811"/>
                          <a:pt x="39065" y="16573"/>
                          <a:pt x="26588" y="2486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52" name="Forme libre : forme 17951">
                    <a:extLst>
                      <a:ext uri="{FF2B5EF4-FFF2-40B4-BE49-F238E27FC236}">
                        <a16:creationId xmlns:a16="http://schemas.microsoft.com/office/drawing/2014/main" id="{17CC6BCA-04E8-48BD-906D-BCBEE2EB823F}"/>
                      </a:ext>
                    </a:extLst>
                  </p:cNvPr>
                  <p:cNvSpPr/>
                  <p:nvPr/>
                </p:nvSpPr>
                <p:spPr>
                  <a:xfrm>
                    <a:off x="6811426" y="4657035"/>
                    <a:ext cx="70770" cy="55077"/>
                  </a:xfrm>
                  <a:custGeom>
                    <a:avLst/>
                    <a:gdLst>
                      <a:gd name="connsiteX0" fmla="*/ 0 w 70770"/>
                      <a:gd name="connsiteY0" fmla="*/ 55077 h 55077"/>
                      <a:gd name="connsiteX1" fmla="*/ 35528 w 70770"/>
                      <a:gd name="connsiteY1" fmla="*/ 41552 h 55077"/>
                      <a:gd name="connsiteX2" fmla="*/ 52768 w 70770"/>
                      <a:gd name="connsiteY2" fmla="*/ 33932 h 55077"/>
                      <a:gd name="connsiteX3" fmla="*/ 51149 w 70770"/>
                      <a:gd name="connsiteY3" fmla="*/ 34027 h 55077"/>
                      <a:gd name="connsiteX4" fmla="*/ 43529 w 70770"/>
                      <a:gd name="connsiteY4" fmla="*/ 18883 h 55077"/>
                      <a:gd name="connsiteX5" fmla="*/ 70771 w 70770"/>
                      <a:gd name="connsiteY5" fmla="*/ 3738 h 55077"/>
                      <a:gd name="connsiteX6" fmla="*/ 45148 w 70770"/>
                      <a:gd name="connsiteY6" fmla="*/ 1166 h 55077"/>
                      <a:gd name="connsiteX7" fmla="*/ 40862 w 70770"/>
                      <a:gd name="connsiteY7" fmla="*/ 5167 h 55077"/>
                      <a:gd name="connsiteX8" fmla="*/ 0 w 70770"/>
                      <a:gd name="connsiteY8" fmla="*/ 55077 h 55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770" h="55077">
                        <a:moveTo>
                          <a:pt x="0" y="55077"/>
                        </a:moveTo>
                        <a:cubicBezTo>
                          <a:pt x="11811" y="50601"/>
                          <a:pt x="23717" y="46029"/>
                          <a:pt x="35528" y="41552"/>
                        </a:cubicBezTo>
                        <a:cubicBezTo>
                          <a:pt x="41053" y="39457"/>
                          <a:pt x="47149" y="36980"/>
                          <a:pt x="52768" y="33932"/>
                        </a:cubicBezTo>
                        <a:cubicBezTo>
                          <a:pt x="52197" y="33932"/>
                          <a:pt x="51721" y="34027"/>
                          <a:pt x="51149" y="34027"/>
                        </a:cubicBezTo>
                        <a:cubicBezTo>
                          <a:pt x="41529" y="34027"/>
                          <a:pt x="38100" y="27265"/>
                          <a:pt x="43529" y="18883"/>
                        </a:cubicBezTo>
                        <a:cubicBezTo>
                          <a:pt x="48959" y="10501"/>
                          <a:pt x="61150" y="3738"/>
                          <a:pt x="70771" y="3738"/>
                        </a:cubicBezTo>
                        <a:cubicBezTo>
                          <a:pt x="66961" y="-739"/>
                          <a:pt x="56483" y="-644"/>
                          <a:pt x="45148" y="1166"/>
                        </a:cubicBezTo>
                        <a:cubicBezTo>
                          <a:pt x="43815" y="2500"/>
                          <a:pt x="42386" y="3833"/>
                          <a:pt x="40862" y="5167"/>
                        </a:cubicBezTo>
                        <a:cubicBezTo>
                          <a:pt x="16288" y="26026"/>
                          <a:pt x="4096" y="31741"/>
                          <a:pt x="0" y="5507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53" name="Forme libre : forme 17952">
                    <a:extLst>
                      <a:ext uri="{FF2B5EF4-FFF2-40B4-BE49-F238E27FC236}">
                        <a16:creationId xmlns:a16="http://schemas.microsoft.com/office/drawing/2014/main" id="{D4E64F88-C9B9-4D33-859D-78790F529F62}"/>
                      </a:ext>
                    </a:extLst>
                  </p:cNvPr>
                  <p:cNvSpPr/>
                  <p:nvPr/>
                </p:nvSpPr>
                <p:spPr>
                  <a:xfrm>
                    <a:off x="6761598" y="4658296"/>
                    <a:ext cx="94977" cy="67052"/>
                  </a:xfrm>
                  <a:custGeom>
                    <a:avLst/>
                    <a:gdLst>
                      <a:gd name="connsiteX0" fmla="*/ 26588 w 94977"/>
                      <a:gd name="connsiteY0" fmla="*/ 27146 h 67052"/>
                      <a:gd name="connsiteX1" fmla="*/ 1728 w 94977"/>
                      <a:gd name="connsiteY1" fmla="*/ 51340 h 67052"/>
                      <a:gd name="connsiteX2" fmla="*/ 11824 w 94977"/>
                      <a:gd name="connsiteY2" fmla="*/ 66961 h 67052"/>
                      <a:gd name="connsiteX3" fmla="*/ 26207 w 94977"/>
                      <a:gd name="connsiteY3" fmla="*/ 62770 h 67052"/>
                      <a:gd name="connsiteX4" fmla="*/ 49829 w 94977"/>
                      <a:gd name="connsiteY4" fmla="*/ 53816 h 67052"/>
                      <a:gd name="connsiteX5" fmla="*/ 90691 w 94977"/>
                      <a:gd name="connsiteY5" fmla="*/ 4001 h 67052"/>
                      <a:gd name="connsiteX6" fmla="*/ 94977 w 94977"/>
                      <a:gd name="connsiteY6" fmla="*/ 0 h 67052"/>
                      <a:gd name="connsiteX7" fmla="*/ 66593 w 94977"/>
                      <a:gd name="connsiteY7" fmla="*/ 7334 h 67052"/>
                      <a:gd name="connsiteX8" fmla="*/ 26588 w 94977"/>
                      <a:gd name="connsiteY8" fmla="*/ 27146 h 67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977" h="67052">
                        <a:moveTo>
                          <a:pt x="26588" y="27146"/>
                        </a:moveTo>
                        <a:cubicBezTo>
                          <a:pt x="16110" y="34100"/>
                          <a:pt x="6014" y="42672"/>
                          <a:pt x="1728" y="51340"/>
                        </a:cubicBezTo>
                        <a:cubicBezTo>
                          <a:pt x="-2559" y="59912"/>
                          <a:pt x="1251" y="68009"/>
                          <a:pt x="11824" y="66961"/>
                        </a:cubicBezTo>
                        <a:cubicBezTo>
                          <a:pt x="16300" y="66580"/>
                          <a:pt x="21349" y="64675"/>
                          <a:pt x="26207" y="62770"/>
                        </a:cubicBezTo>
                        <a:cubicBezTo>
                          <a:pt x="34112" y="59817"/>
                          <a:pt x="41923" y="56769"/>
                          <a:pt x="49829" y="53816"/>
                        </a:cubicBezTo>
                        <a:cubicBezTo>
                          <a:pt x="53924" y="30480"/>
                          <a:pt x="66117" y="24765"/>
                          <a:pt x="90691" y="4001"/>
                        </a:cubicBezTo>
                        <a:cubicBezTo>
                          <a:pt x="92215" y="2667"/>
                          <a:pt x="93643" y="1334"/>
                          <a:pt x="94977" y="0"/>
                        </a:cubicBezTo>
                        <a:cubicBezTo>
                          <a:pt x="84881" y="1714"/>
                          <a:pt x="74022" y="4763"/>
                          <a:pt x="66593" y="7334"/>
                        </a:cubicBezTo>
                        <a:cubicBezTo>
                          <a:pt x="52877" y="12097"/>
                          <a:pt x="39065" y="18764"/>
                          <a:pt x="26588" y="2714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54" name="Forme libre : forme 17953">
                    <a:extLst>
                      <a:ext uri="{FF2B5EF4-FFF2-40B4-BE49-F238E27FC236}">
                        <a16:creationId xmlns:a16="http://schemas.microsoft.com/office/drawing/2014/main" id="{C411B555-9579-4E91-BBB6-038513DB4367}"/>
                      </a:ext>
                    </a:extLst>
                  </p:cNvPr>
                  <p:cNvSpPr/>
                  <p:nvPr/>
                </p:nvSpPr>
                <p:spPr>
                  <a:xfrm>
                    <a:off x="7026216" y="4833822"/>
                    <a:ext cx="63625" cy="51931"/>
                  </a:xfrm>
                  <a:custGeom>
                    <a:avLst/>
                    <a:gdLst>
                      <a:gd name="connsiteX0" fmla="*/ 857 w 63625"/>
                      <a:gd name="connsiteY0" fmla="*/ 51931 h 51931"/>
                      <a:gd name="connsiteX1" fmla="*/ 28289 w 63625"/>
                      <a:gd name="connsiteY1" fmla="*/ 41454 h 51931"/>
                      <a:gd name="connsiteX2" fmla="*/ 58197 w 63625"/>
                      <a:gd name="connsiteY2" fmla="*/ 24881 h 51931"/>
                      <a:gd name="connsiteX3" fmla="*/ 63626 w 63625"/>
                      <a:gd name="connsiteY3" fmla="*/ 16594 h 51931"/>
                      <a:gd name="connsiteX4" fmla="*/ 60102 w 63625"/>
                      <a:gd name="connsiteY4" fmla="*/ 16880 h 51931"/>
                      <a:gd name="connsiteX5" fmla="*/ 52482 w 63625"/>
                      <a:gd name="connsiteY5" fmla="*/ 1735 h 51931"/>
                      <a:gd name="connsiteX6" fmla="*/ 53720 w 63625"/>
                      <a:gd name="connsiteY6" fmla="*/ 115 h 51931"/>
                      <a:gd name="connsiteX7" fmla="*/ 27050 w 63625"/>
                      <a:gd name="connsiteY7" fmla="*/ 3449 h 51931"/>
                      <a:gd name="connsiteX8" fmla="*/ 6667 w 63625"/>
                      <a:gd name="connsiteY8" fmla="*/ 30214 h 51931"/>
                      <a:gd name="connsiteX9" fmla="*/ 857 w 63625"/>
                      <a:gd name="connsiteY9" fmla="*/ 51931 h 51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3625" h="51931">
                        <a:moveTo>
                          <a:pt x="857" y="51931"/>
                        </a:moveTo>
                        <a:cubicBezTo>
                          <a:pt x="10000" y="48407"/>
                          <a:pt x="19144" y="44978"/>
                          <a:pt x="28289" y="41454"/>
                        </a:cubicBezTo>
                        <a:cubicBezTo>
                          <a:pt x="38385" y="37644"/>
                          <a:pt x="50672" y="32691"/>
                          <a:pt x="58197" y="24881"/>
                        </a:cubicBezTo>
                        <a:cubicBezTo>
                          <a:pt x="60578" y="22404"/>
                          <a:pt x="62388" y="19451"/>
                          <a:pt x="63626" y="16594"/>
                        </a:cubicBezTo>
                        <a:cubicBezTo>
                          <a:pt x="62483" y="16784"/>
                          <a:pt x="61245" y="16880"/>
                          <a:pt x="60102" y="16880"/>
                        </a:cubicBezTo>
                        <a:cubicBezTo>
                          <a:pt x="50481" y="16880"/>
                          <a:pt x="47053" y="10117"/>
                          <a:pt x="52482" y="1735"/>
                        </a:cubicBezTo>
                        <a:cubicBezTo>
                          <a:pt x="52863" y="1163"/>
                          <a:pt x="53244" y="687"/>
                          <a:pt x="53720" y="115"/>
                        </a:cubicBezTo>
                        <a:cubicBezTo>
                          <a:pt x="46386" y="-456"/>
                          <a:pt x="36385" y="1163"/>
                          <a:pt x="27050" y="3449"/>
                        </a:cubicBezTo>
                        <a:cubicBezTo>
                          <a:pt x="22383" y="10783"/>
                          <a:pt x="13810" y="19451"/>
                          <a:pt x="6667" y="30214"/>
                        </a:cubicBezTo>
                        <a:cubicBezTo>
                          <a:pt x="190" y="40121"/>
                          <a:pt x="-1144" y="46978"/>
                          <a:pt x="857" y="5193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55" name="Forme libre : forme 17954">
                    <a:extLst>
                      <a:ext uri="{FF2B5EF4-FFF2-40B4-BE49-F238E27FC236}">
                        <a16:creationId xmlns:a16="http://schemas.microsoft.com/office/drawing/2014/main" id="{F58C415A-5C9C-4955-8887-671CA322D8F4}"/>
                      </a:ext>
                    </a:extLst>
                  </p:cNvPr>
                  <p:cNvSpPr/>
                  <p:nvPr/>
                </p:nvSpPr>
                <p:spPr>
                  <a:xfrm>
                    <a:off x="6969147" y="4837175"/>
                    <a:ext cx="84214" cy="64862"/>
                  </a:xfrm>
                  <a:custGeom>
                    <a:avLst/>
                    <a:gdLst>
                      <a:gd name="connsiteX0" fmla="*/ 26588 w 84214"/>
                      <a:gd name="connsiteY0" fmla="*/ 24955 h 64862"/>
                      <a:gd name="connsiteX1" fmla="*/ 1728 w 84214"/>
                      <a:gd name="connsiteY1" fmla="*/ 49149 h 64862"/>
                      <a:gd name="connsiteX2" fmla="*/ 11824 w 84214"/>
                      <a:gd name="connsiteY2" fmla="*/ 64770 h 64862"/>
                      <a:gd name="connsiteX3" fmla="*/ 26207 w 84214"/>
                      <a:gd name="connsiteY3" fmla="*/ 60579 h 64862"/>
                      <a:gd name="connsiteX4" fmla="*/ 57925 w 84214"/>
                      <a:gd name="connsiteY4" fmla="*/ 48482 h 64862"/>
                      <a:gd name="connsiteX5" fmla="*/ 63831 w 84214"/>
                      <a:gd name="connsiteY5" fmla="*/ 26765 h 64862"/>
                      <a:gd name="connsiteX6" fmla="*/ 84214 w 84214"/>
                      <a:gd name="connsiteY6" fmla="*/ 0 h 64862"/>
                      <a:gd name="connsiteX7" fmla="*/ 66593 w 84214"/>
                      <a:gd name="connsiteY7" fmla="*/ 5144 h 64862"/>
                      <a:gd name="connsiteX8" fmla="*/ 26588 w 84214"/>
                      <a:gd name="connsiteY8" fmla="*/ 24955 h 64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214" h="64862">
                        <a:moveTo>
                          <a:pt x="26588" y="24955"/>
                        </a:moveTo>
                        <a:cubicBezTo>
                          <a:pt x="16110" y="31909"/>
                          <a:pt x="6014" y="40482"/>
                          <a:pt x="1728" y="49149"/>
                        </a:cubicBezTo>
                        <a:cubicBezTo>
                          <a:pt x="-2559" y="57817"/>
                          <a:pt x="1251" y="65818"/>
                          <a:pt x="11824" y="64770"/>
                        </a:cubicBezTo>
                        <a:cubicBezTo>
                          <a:pt x="16301" y="64389"/>
                          <a:pt x="21349" y="62484"/>
                          <a:pt x="26207" y="60579"/>
                        </a:cubicBezTo>
                        <a:cubicBezTo>
                          <a:pt x="36779" y="56579"/>
                          <a:pt x="47353" y="52578"/>
                          <a:pt x="57925" y="48482"/>
                        </a:cubicBezTo>
                        <a:cubicBezTo>
                          <a:pt x="55925" y="43529"/>
                          <a:pt x="57163" y="36671"/>
                          <a:pt x="63831" y="26765"/>
                        </a:cubicBezTo>
                        <a:cubicBezTo>
                          <a:pt x="70974" y="16002"/>
                          <a:pt x="79547" y="7429"/>
                          <a:pt x="84214" y="0"/>
                        </a:cubicBezTo>
                        <a:cubicBezTo>
                          <a:pt x="77642" y="1619"/>
                          <a:pt x="71451" y="3429"/>
                          <a:pt x="66593" y="5144"/>
                        </a:cubicBezTo>
                        <a:cubicBezTo>
                          <a:pt x="52877" y="9906"/>
                          <a:pt x="39065" y="16669"/>
                          <a:pt x="26588" y="2495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56" name="Forme libre : forme 17955">
                    <a:extLst>
                      <a:ext uri="{FF2B5EF4-FFF2-40B4-BE49-F238E27FC236}">
                        <a16:creationId xmlns:a16="http://schemas.microsoft.com/office/drawing/2014/main" id="{A66B74FE-F218-4983-B8E8-D8CCDE2841E3}"/>
                      </a:ext>
                    </a:extLst>
                  </p:cNvPr>
                  <p:cNvSpPr/>
                  <p:nvPr/>
                </p:nvSpPr>
                <p:spPr>
                  <a:xfrm>
                    <a:off x="5853212" y="4736268"/>
                    <a:ext cx="64536" cy="51948"/>
                  </a:xfrm>
                  <a:custGeom>
                    <a:avLst/>
                    <a:gdLst>
                      <a:gd name="connsiteX0" fmla="*/ 62865 w 64536"/>
                      <a:gd name="connsiteY0" fmla="*/ 3752 h 51948"/>
                      <a:gd name="connsiteX1" fmla="*/ 26575 w 64536"/>
                      <a:gd name="connsiteY1" fmla="*/ 3371 h 51948"/>
                      <a:gd name="connsiteX2" fmla="*/ 9715 w 64536"/>
                      <a:gd name="connsiteY2" fmla="*/ 36423 h 51948"/>
                      <a:gd name="connsiteX3" fmla="*/ 0 w 64536"/>
                      <a:gd name="connsiteY3" fmla="*/ 51949 h 51948"/>
                      <a:gd name="connsiteX4" fmla="*/ 7715 w 64536"/>
                      <a:gd name="connsiteY4" fmla="*/ 48996 h 51948"/>
                      <a:gd name="connsiteX5" fmla="*/ 27622 w 64536"/>
                      <a:gd name="connsiteY5" fmla="*/ 41471 h 51948"/>
                      <a:gd name="connsiteX6" fmla="*/ 57531 w 64536"/>
                      <a:gd name="connsiteY6" fmla="*/ 24898 h 51948"/>
                      <a:gd name="connsiteX7" fmla="*/ 62865 w 64536"/>
                      <a:gd name="connsiteY7" fmla="*/ 3752 h 51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536" h="51948">
                        <a:moveTo>
                          <a:pt x="62865" y="3752"/>
                        </a:moveTo>
                        <a:cubicBezTo>
                          <a:pt x="57817" y="-2153"/>
                          <a:pt x="41434" y="-153"/>
                          <a:pt x="26575" y="3371"/>
                        </a:cubicBezTo>
                        <a:cubicBezTo>
                          <a:pt x="26003" y="13182"/>
                          <a:pt x="16383" y="26136"/>
                          <a:pt x="9715" y="36423"/>
                        </a:cubicBezTo>
                        <a:cubicBezTo>
                          <a:pt x="6382" y="41566"/>
                          <a:pt x="3238" y="46710"/>
                          <a:pt x="0" y="51949"/>
                        </a:cubicBezTo>
                        <a:cubicBezTo>
                          <a:pt x="2571" y="50996"/>
                          <a:pt x="5143" y="49948"/>
                          <a:pt x="7715" y="48996"/>
                        </a:cubicBezTo>
                        <a:cubicBezTo>
                          <a:pt x="13621" y="44519"/>
                          <a:pt x="21145" y="41471"/>
                          <a:pt x="27622" y="41471"/>
                        </a:cubicBezTo>
                        <a:cubicBezTo>
                          <a:pt x="37719" y="37661"/>
                          <a:pt x="50006" y="32708"/>
                          <a:pt x="57531" y="24898"/>
                        </a:cubicBezTo>
                        <a:cubicBezTo>
                          <a:pt x="64008" y="18135"/>
                          <a:pt x="66484" y="8134"/>
                          <a:pt x="62865" y="375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57" name="Forme libre : forme 17956">
                    <a:extLst>
                      <a:ext uri="{FF2B5EF4-FFF2-40B4-BE49-F238E27FC236}">
                        <a16:creationId xmlns:a16="http://schemas.microsoft.com/office/drawing/2014/main" id="{04074626-9F09-4703-884F-ADA214287DAC}"/>
                      </a:ext>
                    </a:extLst>
                  </p:cNvPr>
                  <p:cNvSpPr/>
                  <p:nvPr/>
                </p:nvSpPr>
                <p:spPr>
                  <a:xfrm>
                    <a:off x="5795382" y="4739735"/>
                    <a:ext cx="84309" cy="64766"/>
                  </a:xfrm>
                  <a:custGeom>
                    <a:avLst/>
                    <a:gdLst>
                      <a:gd name="connsiteX0" fmla="*/ 84309 w 84309"/>
                      <a:gd name="connsiteY0" fmla="*/ 0 h 64766"/>
                      <a:gd name="connsiteX1" fmla="*/ 66593 w 84309"/>
                      <a:gd name="connsiteY1" fmla="*/ 5144 h 64766"/>
                      <a:gd name="connsiteX2" fmla="*/ 26588 w 84309"/>
                      <a:gd name="connsiteY2" fmla="*/ 24860 h 64766"/>
                      <a:gd name="connsiteX3" fmla="*/ 1728 w 84309"/>
                      <a:gd name="connsiteY3" fmla="*/ 49054 h 64766"/>
                      <a:gd name="connsiteX4" fmla="*/ 11824 w 84309"/>
                      <a:gd name="connsiteY4" fmla="*/ 64675 h 64766"/>
                      <a:gd name="connsiteX5" fmla="*/ 26207 w 84309"/>
                      <a:gd name="connsiteY5" fmla="*/ 60484 h 64766"/>
                      <a:gd name="connsiteX6" fmla="*/ 57735 w 84309"/>
                      <a:gd name="connsiteY6" fmla="*/ 48483 h 64766"/>
                      <a:gd name="connsiteX7" fmla="*/ 67450 w 84309"/>
                      <a:gd name="connsiteY7" fmla="*/ 32957 h 64766"/>
                      <a:gd name="connsiteX8" fmla="*/ 84309 w 84309"/>
                      <a:gd name="connsiteY8" fmla="*/ 0 h 64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309" h="64766">
                        <a:moveTo>
                          <a:pt x="84309" y="0"/>
                        </a:moveTo>
                        <a:cubicBezTo>
                          <a:pt x="77737" y="1619"/>
                          <a:pt x="71451" y="3524"/>
                          <a:pt x="66593" y="5144"/>
                        </a:cubicBezTo>
                        <a:cubicBezTo>
                          <a:pt x="52972" y="9811"/>
                          <a:pt x="39161" y="16574"/>
                          <a:pt x="26588" y="24860"/>
                        </a:cubicBezTo>
                        <a:cubicBezTo>
                          <a:pt x="16110" y="31814"/>
                          <a:pt x="6014" y="40386"/>
                          <a:pt x="1728" y="49054"/>
                        </a:cubicBezTo>
                        <a:cubicBezTo>
                          <a:pt x="-2559" y="57626"/>
                          <a:pt x="1251" y="65723"/>
                          <a:pt x="11824" y="64675"/>
                        </a:cubicBezTo>
                        <a:cubicBezTo>
                          <a:pt x="16300" y="64294"/>
                          <a:pt x="21349" y="62389"/>
                          <a:pt x="26207" y="60484"/>
                        </a:cubicBezTo>
                        <a:cubicBezTo>
                          <a:pt x="36684" y="56483"/>
                          <a:pt x="47257" y="52483"/>
                          <a:pt x="57735" y="48483"/>
                        </a:cubicBezTo>
                        <a:cubicBezTo>
                          <a:pt x="60973" y="43339"/>
                          <a:pt x="64116" y="38100"/>
                          <a:pt x="67450" y="32957"/>
                        </a:cubicBezTo>
                        <a:cubicBezTo>
                          <a:pt x="74213" y="22670"/>
                          <a:pt x="83738" y="9811"/>
                          <a:pt x="84309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58" name="Forme libre : forme 17957">
                    <a:extLst>
                      <a:ext uri="{FF2B5EF4-FFF2-40B4-BE49-F238E27FC236}">
                        <a16:creationId xmlns:a16="http://schemas.microsoft.com/office/drawing/2014/main" id="{7991AF5E-DFC5-4462-AF0D-EF5638212411}"/>
                      </a:ext>
                    </a:extLst>
                  </p:cNvPr>
                  <p:cNvSpPr/>
                  <p:nvPr/>
                </p:nvSpPr>
                <p:spPr>
                  <a:xfrm>
                    <a:off x="5297939" y="4656391"/>
                    <a:ext cx="122096" cy="66091"/>
                  </a:xfrm>
                  <a:custGeom>
                    <a:avLst/>
                    <a:gdLst>
                      <a:gd name="connsiteX0" fmla="*/ 1298 w 122096"/>
                      <a:gd name="connsiteY0" fmla="*/ 51245 h 66091"/>
                      <a:gd name="connsiteX1" fmla="*/ 11680 w 122096"/>
                      <a:gd name="connsiteY1" fmla="*/ 66008 h 66091"/>
                      <a:gd name="connsiteX2" fmla="*/ 26063 w 122096"/>
                      <a:gd name="connsiteY2" fmla="*/ 61817 h 66091"/>
                      <a:gd name="connsiteX3" fmla="*/ 85213 w 122096"/>
                      <a:gd name="connsiteY3" fmla="*/ 39338 h 66091"/>
                      <a:gd name="connsiteX4" fmla="*/ 115122 w 122096"/>
                      <a:gd name="connsiteY4" fmla="*/ 22765 h 66091"/>
                      <a:gd name="connsiteX5" fmla="*/ 120360 w 122096"/>
                      <a:gd name="connsiteY5" fmla="*/ 1715 h 66091"/>
                      <a:gd name="connsiteX6" fmla="*/ 118170 w 122096"/>
                      <a:gd name="connsiteY6" fmla="*/ 0 h 66091"/>
                      <a:gd name="connsiteX7" fmla="*/ 85309 w 122096"/>
                      <a:gd name="connsiteY7" fmla="*/ 15621 h 66091"/>
                      <a:gd name="connsiteX8" fmla="*/ 1298 w 122096"/>
                      <a:gd name="connsiteY8" fmla="*/ 51245 h 66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2096" h="66091">
                        <a:moveTo>
                          <a:pt x="1298" y="51245"/>
                        </a:moveTo>
                        <a:cubicBezTo>
                          <a:pt x="-2226" y="59531"/>
                          <a:pt x="1489" y="66961"/>
                          <a:pt x="11680" y="66008"/>
                        </a:cubicBezTo>
                        <a:cubicBezTo>
                          <a:pt x="16157" y="65627"/>
                          <a:pt x="21205" y="63722"/>
                          <a:pt x="26063" y="61817"/>
                        </a:cubicBezTo>
                        <a:cubicBezTo>
                          <a:pt x="45780" y="54293"/>
                          <a:pt x="65496" y="46768"/>
                          <a:pt x="85213" y="39338"/>
                        </a:cubicBezTo>
                        <a:cubicBezTo>
                          <a:pt x="95310" y="35528"/>
                          <a:pt x="107597" y="30575"/>
                          <a:pt x="115122" y="22765"/>
                        </a:cubicBezTo>
                        <a:cubicBezTo>
                          <a:pt x="121599" y="16002"/>
                          <a:pt x="124075" y="6001"/>
                          <a:pt x="120360" y="1715"/>
                        </a:cubicBezTo>
                        <a:cubicBezTo>
                          <a:pt x="119789" y="1048"/>
                          <a:pt x="119027" y="476"/>
                          <a:pt x="118170" y="0"/>
                        </a:cubicBezTo>
                        <a:cubicBezTo>
                          <a:pt x="105311" y="6287"/>
                          <a:pt x="92262" y="12002"/>
                          <a:pt x="85309" y="15621"/>
                        </a:cubicBezTo>
                        <a:cubicBezTo>
                          <a:pt x="57781" y="29528"/>
                          <a:pt x="29492" y="41529"/>
                          <a:pt x="1298" y="5124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59" name="Forme libre : forme 17958">
                    <a:extLst>
                      <a:ext uri="{FF2B5EF4-FFF2-40B4-BE49-F238E27FC236}">
                        <a16:creationId xmlns:a16="http://schemas.microsoft.com/office/drawing/2014/main" id="{9BEE3A7A-512C-488F-9DD6-174D4E027E06}"/>
                      </a:ext>
                    </a:extLst>
                  </p:cNvPr>
                  <p:cNvSpPr/>
                  <p:nvPr/>
                </p:nvSpPr>
                <p:spPr>
                  <a:xfrm>
                    <a:off x="5299142" y="4654319"/>
                    <a:ext cx="116967" cy="53411"/>
                  </a:xfrm>
                  <a:custGeom>
                    <a:avLst/>
                    <a:gdLst>
                      <a:gd name="connsiteX0" fmla="*/ 65247 w 116967"/>
                      <a:gd name="connsiteY0" fmla="*/ 8549 h 53411"/>
                      <a:gd name="connsiteX1" fmla="*/ 25241 w 116967"/>
                      <a:gd name="connsiteY1" fmla="*/ 28266 h 53411"/>
                      <a:gd name="connsiteX2" fmla="*/ 381 w 116967"/>
                      <a:gd name="connsiteY2" fmla="*/ 52459 h 53411"/>
                      <a:gd name="connsiteX3" fmla="*/ 0 w 116967"/>
                      <a:gd name="connsiteY3" fmla="*/ 53412 h 53411"/>
                      <a:gd name="connsiteX4" fmla="*/ 84106 w 116967"/>
                      <a:gd name="connsiteY4" fmla="*/ 17693 h 53411"/>
                      <a:gd name="connsiteX5" fmla="*/ 116967 w 116967"/>
                      <a:gd name="connsiteY5" fmla="*/ 2072 h 53411"/>
                      <a:gd name="connsiteX6" fmla="*/ 65247 w 116967"/>
                      <a:gd name="connsiteY6" fmla="*/ 8549 h 53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67" h="53411">
                        <a:moveTo>
                          <a:pt x="65247" y="8549"/>
                        </a:moveTo>
                        <a:cubicBezTo>
                          <a:pt x="51626" y="13216"/>
                          <a:pt x="37815" y="19979"/>
                          <a:pt x="25241" y="28266"/>
                        </a:cubicBezTo>
                        <a:cubicBezTo>
                          <a:pt x="14764" y="35219"/>
                          <a:pt x="4668" y="43792"/>
                          <a:pt x="381" y="52459"/>
                        </a:cubicBezTo>
                        <a:cubicBezTo>
                          <a:pt x="191" y="52745"/>
                          <a:pt x="191" y="53031"/>
                          <a:pt x="0" y="53412"/>
                        </a:cubicBezTo>
                        <a:cubicBezTo>
                          <a:pt x="28194" y="43697"/>
                          <a:pt x="56483" y="31695"/>
                          <a:pt x="84106" y="17693"/>
                        </a:cubicBezTo>
                        <a:cubicBezTo>
                          <a:pt x="91154" y="14169"/>
                          <a:pt x="104108" y="8359"/>
                          <a:pt x="116967" y="2072"/>
                        </a:cubicBezTo>
                        <a:cubicBezTo>
                          <a:pt x="107252" y="-3548"/>
                          <a:pt x="79820" y="3501"/>
                          <a:pt x="65247" y="854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60" name="Forme libre : forme 17959">
                    <a:extLst>
                      <a:ext uri="{FF2B5EF4-FFF2-40B4-BE49-F238E27FC236}">
                        <a16:creationId xmlns:a16="http://schemas.microsoft.com/office/drawing/2014/main" id="{1F3A2131-67C9-439F-B5FC-0CF2B3BEEBFF}"/>
                      </a:ext>
                    </a:extLst>
                  </p:cNvPr>
                  <p:cNvSpPr/>
                  <p:nvPr/>
                </p:nvSpPr>
                <p:spPr>
                  <a:xfrm>
                    <a:off x="5525160" y="4749612"/>
                    <a:ext cx="122237" cy="59274"/>
                  </a:xfrm>
                  <a:custGeom>
                    <a:avLst/>
                    <a:gdLst>
                      <a:gd name="connsiteX0" fmla="*/ 88878 w 122237"/>
                      <a:gd name="connsiteY0" fmla="*/ 17936 h 59274"/>
                      <a:gd name="connsiteX1" fmla="*/ 93927 w 122237"/>
                      <a:gd name="connsiteY1" fmla="*/ 18793 h 59274"/>
                      <a:gd name="connsiteX2" fmla="*/ 105833 w 122237"/>
                      <a:gd name="connsiteY2" fmla="*/ 31937 h 59274"/>
                      <a:gd name="connsiteX3" fmla="*/ 115263 w 122237"/>
                      <a:gd name="connsiteY3" fmla="*/ 24794 h 59274"/>
                      <a:gd name="connsiteX4" fmla="*/ 120501 w 122237"/>
                      <a:gd name="connsiteY4" fmla="*/ 3743 h 59274"/>
                      <a:gd name="connsiteX5" fmla="*/ 66495 w 122237"/>
                      <a:gd name="connsiteY5" fmla="*/ 8601 h 59274"/>
                      <a:gd name="connsiteX6" fmla="*/ 26489 w 122237"/>
                      <a:gd name="connsiteY6" fmla="*/ 28318 h 59274"/>
                      <a:gd name="connsiteX7" fmla="*/ 1629 w 122237"/>
                      <a:gd name="connsiteY7" fmla="*/ 52511 h 59274"/>
                      <a:gd name="connsiteX8" fmla="*/ 10 w 122237"/>
                      <a:gd name="connsiteY8" fmla="*/ 59274 h 59274"/>
                      <a:gd name="connsiteX9" fmla="*/ 73543 w 122237"/>
                      <a:gd name="connsiteY9" fmla="*/ 22603 h 59274"/>
                      <a:gd name="connsiteX10" fmla="*/ 88878 w 122237"/>
                      <a:gd name="connsiteY10" fmla="*/ 17936 h 59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2237" h="59274">
                        <a:moveTo>
                          <a:pt x="88878" y="17936"/>
                        </a:moveTo>
                        <a:cubicBezTo>
                          <a:pt x="90879" y="17936"/>
                          <a:pt x="92498" y="18317"/>
                          <a:pt x="93927" y="18793"/>
                        </a:cubicBezTo>
                        <a:cubicBezTo>
                          <a:pt x="101356" y="19364"/>
                          <a:pt x="105833" y="23270"/>
                          <a:pt x="105833" y="31937"/>
                        </a:cubicBezTo>
                        <a:cubicBezTo>
                          <a:pt x="109357" y="29842"/>
                          <a:pt x="112691" y="27556"/>
                          <a:pt x="115263" y="24794"/>
                        </a:cubicBezTo>
                        <a:cubicBezTo>
                          <a:pt x="121739" y="18031"/>
                          <a:pt x="124216" y="8029"/>
                          <a:pt x="120501" y="3743"/>
                        </a:cubicBezTo>
                        <a:cubicBezTo>
                          <a:pt x="113262" y="-4734"/>
                          <a:pt x="82306" y="3077"/>
                          <a:pt x="66495" y="8601"/>
                        </a:cubicBezTo>
                        <a:cubicBezTo>
                          <a:pt x="52874" y="13268"/>
                          <a:pt x="39063" y="20031"/>
                          <a:pt x="26489" y="28318"/>
                        </a:cubicBezTo>
                        <a:cubicBezTo>
                          <a:pt x="16012" y="35271"/>
                          <a:pt x="5916" y="43844"/>
                          <a:pt x="1629" y="52511"/>
                        </a:cubicBezTo>
                        <a:cubicBezTo>
                          <a:pt x="486" y="54893"/>
                          <a:pt x="-85" y="57179"/>
                          <a:pt x="10" y="59274"/>
                        </a:cubicBezTo>
                        <a:cubicBezTo>
                          <a:pt x="24966" y="44605"/>
                          <a:pt x="52683" y="29366"/>
                          <a:pt x="73543" y="22603"/>
                        </a:cubicBezTo>
                        <a:cubicBezTo>
                          <a:pt x="78496" y="19650"/>
                          <a:pt x="84021" y="17936"/>
                          <a:pt x="88878" y="1793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61" name="Forme libre : forme 17960">
                    <a:extLst>
                      <a:ext uri="{FF2B5EF4-FFF2-40B4-BE49-F238E27FC236}">
                        <a16:creationId xmlns:a16="http://schemas.microsoft.com/office/drawing/2014/main" id="{5AFCE98E-F58A-4C6B-95B8-A8748D71F2CC}"/>
                      </a:ext>
                    </a:extLst>
                  </p:cNvPr>
                  <p:cNvSpPr/>
                  <p:nvPr/>
                </p:nvSpPr>
                <p:spPr>
                  <a:xfrm>
                    <a:off x="5616325" y="4768405"/>
                    <a:ext cx="14668" cy="20192"/>
                  </a:xfrm>
                  <a:custGeom>
                    <a:avLst/>
                    <a:gdLst>
                      <a:gd name="connsiteX0" fmla="*/ 2762 w 14668"/>
                      <a:gd name="connsiteY0" fmla="*/ 0 h 20192"/>
                      <a:gd name="connsiteX1" fmla="*/ 5334 w 14668"/>
                      <a:gd name="connsiteY1" fmla="*/ 14192 h 20192"/>
                      <a:gd name="connsiteX2" fmla="*/ 0 w 14668"/>
                      <a:gd name="connsiteY2" fmla="*/ 20193 h 20192"/>
                      <a:gd name="connsiteX3" fmla="*/ 14668 w 14668"/>
                      <a:gd name="connsiteY3" fmla="*/ 13049 h 20192"/>
                      <a:gd name="connsiteX4" fmla="*/ 2762 w 14668"/>
                      <a:gd name="connsiteY4" fmla="*/ 0 h 20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68" h="20192">
                        <a:moveTo>
                          <a:pt x="2762" y="0"/>
                        </a:moveTo>
                        <a:cubicBezTo>
                          <a:pt x="8287" y="2000"/>
                          <a:pt x="9620" y="7620"/>
                          <a:pt x="5334" y="14192"/>
                        </a:cubicBezTo>
                        <a:cubicBezTo>
                          <a:pt x="3905" y="16383"/>
                          <a:pt x="2095" y="18383"/>
                          <a:pt x="0" y="20193"/>
                        </a:cubicBezTo>
                        <a:cubicBezTo>
                          <a:pt x="4953" y="18193"/>
                          <a:pt x="10001" y="15812"/>
                          <a:pt x="14668" y="13049"/>
                        </a:cubicBezTo>
                        <a:cubicBezTo>
                          <a:pt x="14668" y="4477"/>
                          <a:pt x="10287" y="571"/>
                          <a:pt x="2762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62" name="Forme libre : forme 17961">
                    <a:extLst>
                      <a:ext uri="{FF2B5EF4-FFF2-40B4-BE49-F238E27FC236}">
                        <a16:creationId xmlns:a16="http://schemas.microsoft.com/office/drawing/2014/main" id="{78DED880-E7CB-41D7-9230-D258AF8C395D}"/>
                      </a:ext>
                    </a:extLst>
                  </p:cNvPr>
                  <p:cNvSpPr/>
                  <p:nvPr/>
                </p:nvSpPr>
                <p:spPr>
                  <a:xfrm>
                    <a:off x="5525266" y="4772025"/>
                    <a:ext cx="73532" cy="45716"/>
                  </a:xfrm>
                  <a:custGeom>
                    <a:avLst/>
                    <a:gdLst>
                      <a:gd name="connsiteX0" fmla="*/ 11716 w 73532"/>
                      <a:gd name="connsiteY0" fmla="*/ 45625 h 45716"/>
                      <a:gd name="connsiteX1" fmla="*/ 26098 w 73532"/>
                      <a:gd name="connsiteY1" fmla="*/ 41434 h 45716"/>
                      <a:gd name="connsiteX2" fmla="*/ 67723 w 73532"/>
                      <a:gd name="connsiteY2" fmla="*/ 25622 h 45716"/>
                      <a:gd name="connsiteX3" fmla="*/ 61626 w 73532"/>
                      <a:gd name="connsiteY3" fmla="*/ 10668 h 45716"/>
                      <a:gd name="connsiteX4" fmla="*/ 73533 w 73532"/>
                      <a:gd name="connsiteY4" fmla="*/ 0 h 45716"/>
                      <a:gd name="connsiteX5" fmla="*/ 0 w 73532"/>
                      <a:gd name="connsiteY5" fmla="*/ 36671 h 45716"/>
                      <a:gd name="connsiteX6" fmla="*/ 11716 w 73532"/>
                      <a:gd name="connsiteY6" fmla="*/ 45625 h 45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532" h="45716">
                        <a:moveTo>
                          <a:pt x="11716" y="45625"/>
                        </a:moveTo>
                        <a:cubicBezTo>
                          <a:pt x="16192" y="45244"/>
                          <a:pt x="21241" y="43339"/>
                          <a:pt x="26098" y="41434"/>
                        </a:cubicBezTo>
                        <a:cubicBezTo>
                          <a:pt x="40005" y="36195"/>
                          <a:pt x="53911" y="30861"/>
                          <a:pt x="67723" y="25622"/>
                        </a:cubicBezTo>
                        <a:cubicBezTo>
                          <a:pt x="59341" y="24955"/>
                          <a:pt x="56483" y="18574"/>
                          <a:pt x="61626" y="10668"/>
                        </a:cubicBezTo>
                        <a:cubicBezTo>
                          <a:pt x="64294" y="6477"/>
                          <a:pt x="68675" y="2762"/>
                          <a:pt x="73533" y="0"/>
                        </a:cubicBezTo>
                        <a:cubicBezTo>
                          <a:pt x="52673" y="6858"/>
                          <a:pt x="24955" y="22003"/>
                          <a:pt x="0" y="36671"/>
                        </a:cubicBezTo>
                        <a:cubicBezTo>
                          <a:pt x="0" y="42291"/>
                          <a:pt x="4000" y="46387"/>
                          <a:pt x="11716" y="4562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63" name="Forme libre : forme 17962">
                    <a:extLst>
                      <a:ext uri="{FF2B5EF4-FFF2-40B4-BE49-F238E27FC236}">
                        <a16:creationId xmlns:a16="http://schemas.microsoft.com/office/drawing/2014/main" id="{6B40BD4D-DCC0-4B10-9E82-8A5C683222E3}"/>
                      </a:ext>
                    </a:extLst>
                  </p:cNvPr>
                  <p:cNvSpPr/>
                  <p:nvPr/>
                </p:nvSpPr>
                <p:spPr>
                  <a:xfrm>
                    <a:off x="5168827" y="4770879"/>
                    <a:ext cx="117646" cy="68199"/>
                  </a:xfrm>
                  <a:custGeom>
                    <a:avLst/>
                    <a:gdLst>
                      <a:gd name="connsiteX0" fmla="*/ 46876 w 117646"/>
                      <a:gd name="connsiteY0" fmla="*/ 42770 h 68199"/>
                      <a:gd name="connsiteX1" fmla="*/ 76117 w 117646"/>
                      <a:gd name="connsiteY1" fmla="*/ 18386 h 68199"/>
                      <a:gd name="connsiteX2" fmla="*/ 117647 w 117646"/>
                      <a:gd name="connsiteY2" fmla="*/ 1622 h 68199"/>
                      <a:gd name="connsiteX3" fmla="*/ 66592 w 117646"/>
                      <a:gd name="connsiteY3" fmla="*/ 8575 h 68199"/>
                      <a:gd name="connsiteX4" fmla="*/ 26588 w 117646"/>
                      <a:gd name="connsiteY4" fmla="*/ 28292 h 68199"/>
                      <a:gd name="connsiteX5" fmla="*/ 1727 w 117646"/>
                      <a:gd name="connsiteY5" fmla="*/ 52486 h 68199"/>
                      <a:gd name="connsiteX6" fmla="*/ 11824 w 117646"/>
                      <a:gd name="connsiteY6" fmla="*/ 68106 h 68199"/>
                      <a:gd name="connsiteX7" fmla="*/ 24683 w 117646"/>
                      <a:gd name="connsiteY7" fmla="*/ 64487 h 68199"/>
                      <a:gd name="connsiteX8" fmla="*/ 46876 w 117646"/>
                      <a:gd name="connsiteY8" fmla="*/ 42770 h 68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7646" h="68199">
                        <a:moveTo>
                          <a:pt x="46876" y="42770"/>
                        </a:moveTo>
                        <a:cubicBezTo>
                          <a:pt x="55829" y="34197"/>
                          <a:pt x="65069" y="25530"/>
                          <a:pt x="76117" y="18386"/>
                        </a:cubicBezTo>
                        <a:cubicBezTo>
                          <a:pt x="89167" y="9909"/>
                          <a:pt x="103931" y="4384"/>
                          <a:pt x="117647" y="1622"/>
                        </a:cubicBezTo>
                        <a:cubicBezTo>
                          <a:pt x="107169" y="-3141"/>
                          <a:pt x="80785" y="3622"/>
                          <a:pt x="66592" y="8575"/>
                        </a:cubicBezTo>
                        <a:cubicBezTo>
                          <a:pt x="52972" y="13242"/>
                          <a:pt x="39160" y="20005"/>
                          <a:pt x="26588" y="28292"/>
                        </a:cubicBezTo>
                        <a:cubicBezTo>
                          <a:pt x="16110" y="35245"/>
                          <a:pt x="6014" y="43818"/>
                          <a:pt x="1727" y="52486"/>
                        </a:cubicBezTo>
                        <a:cubicBezTo>
                          <a:pt x="-2559" y="61153"/>
                          <a:pt x="1251" y="69154"/>
                          <a:pt x="11824" y="68106"/>
                        </a:cubicBezTo>
                        <a:cubicBezTo>
                          <a:pt x="15825" y="67725"/>
                          <a:pt x="20301" y="66201"/>
                          <a:pt x="24683" y="64487"/>
                        </a:cubicBezTo>
                        <a:cubicBezTo>
                          <a:pt x="32017" y="57153"/>
                          <a:pt x="39446" y="49914"/>
                          <a:pt x="46876" y="4277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64" name="Forme libre : forme 17963">
                    <a:extLst>
                      <a:ext uri="{FF2B5EF4-FFF2-40B4-BE49-F238E27FC236}">
                        <a16:creationId xmlns:a16="http://schemas.microsoft.com/office/drawing/2014/main" id="{510E426B-DA3F-4F6A-A0C0-AA9BB72B5FF6}"/>
                      </a:ext>
                    </a:extLst>
                  </p:cNvPr>
                  <p:cNvSpPr/>
                  <p:nvPr/>
                </p:nvSpPr>
                <p:spPr>
                  <a:xfrm>
                    <a:off x="5193510" y="4772501"/>
                    <a:ext cx="97652" cy="62865"/>
                  </a:xfrm>
                  <a:custGeom>
                    <a:avLst/>
                    <a:gdLst>
                      <a:gd name="connsiteX0" fmla="*/ 60770 w 97652"/>
                      <a:gd name="connsiteY0" fmla="*/ 39719 h 62865"/>
                      <a:gd name="connsiteX1" fmla="*/ 90678 w 97652"/>
                      <a:gd name="connsiteY1" fmla="*/ 23146 h 62865"/>
                      <a:gd name="connsiteX2" fmla="*/ 95917 w 97652"/>
                      <a:gd name="connsiteY2" fmla="*/ 2096 h 62865"/>
                      <a:gd name="connsiteX3" fmla="*/ 92869 w 97652"/>
                      <a:gd name="connsiteY3" fmla="*/ 0 h 62865"/>
                      <a:gd name="connsiteX4" fmla="*/ 51340 w 97652"/>
                      <a:gd name="connsiteY4" fmla="*/ 16764 h 62865"/>
                      <a:gd name="connsiteX5" fmla="*/ 22098 w 97652"/>
                      <a:gd name="connsiteY5" fmla="*/ 41148 h 62865"/>
                      <a:gd name="connsiteX6" fmla="*/ 0 w 97652"/>
                      <a:gd name="connsiteY6" fmla="*/ 62865 h 62865"/>
                      <a:gd name="connsiteX7" fmla="*/ 1524 w 97652"/>
                      <a:gd name="connsiteY7" fmla="*/ 62294 h 62865"/>
                      <a:gd name="connsiteX8" fmla="*/ 60770 w 97652"/>
                      <a:gd name="connsiteY8" fmla="*/ 39719 h 62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652" h="62865">
                        <a:moveTo>
                          <a:pt x="60770" y="39719"/>
                        </a:moveTo>
                        <a:cubicBezTo>
                          <a:pt x="70866" y="35909"/>
                          <a:pt x="83153" y="30956"/>
                          <a:pt x="90678" y="23146"/>
                        </a:cubicBezTo>
                        <a:cubicBezTo>
                          <a:pt x="97155" y="16383"/>
                          <a:pt x="99631" y="6382"/>
                          <a:pt x="95917" y="2096"/>
                        </a:cubicBezTo>
                        <a:cubicBezTo>
                          <a:pt x="95155" y="1238"/>
                          <a:pt x="94107" y="571"/>
                          <a:pt x="92869" y="0"/>
                        </a:cubicBezTo>
                        <a:cubicBezTo>
                          <a:pt x="79153" y="2667"/>
                          <a:pt x="64389" y="8287"/>
                          <a:pt x="51340" y="16764"/>
                        </a:cubicBezTo>
                        <a:cubicBezTo>
                          <a:pt x="40291" y="23908"/>
                          <a:pt x="31052" y="32576"/>
                          <a:pt x="22098" y="41148"/>
                        </a:cubicBezTo>
                        <a:cubicBezTo>
                          <a:pt x="14668" y="48292"/>
                          <a:pt x="7239" y="55531"/>
                          <a:pt x="0" y="62865"/>
                        </a:cubicBezTo>
                        <a:cubicBezTo>
                          <a:pt x="476" y="62675"/>
                          <a:pt x="1048" y="62484"/>
                          <a:pt x="1524" y="62294"/>
                        </a:cubicBezTo>
                        <a:cubicBezTo>
                          <a:pt x="21336" y="54769"/>
                          <a:pt x="41053" y="47244"/>
                          <a:pt x="60770" y="3971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65" name="Forme libre : forme 17964">
                    <a:extLst>
                      <a:ext uri="{FF2B5EF4-FFF2-40B4-BE49-F238E27FC236}">
                        <a16:creationId xmlns:a16="http://schemas.microsoft.com/office/drawing/2014/main" id="{91DE6F3E-7476-46F0-B387-318A0577D832}"/>
                      </a:ext>
                    </a:extLst>
                  </p:cNvPr>
                  <p:cNvSpPr/>
                  <p:nvPr/>
                </p:nvSpPr>
                <p:spPr>
                  <a:xfrm>
                    <a:off x="4316353" y="4675591"/>
                    <a:ext cx="118798" cy="68108"/>
                  </a:xfrm>
                  <a:custGeom>
                    <a:avLst/>
                    <a:gdLst>
                      <a:gd name="connsiteX0" fmla="*/ 0 w 118798"/>
                      <a:gd name="connsiteY0" fmla="*/ 66144 h 68108"/>
                      <a:gd name="connsiteX1" fmla="*/ 8382 w 118798"/>
                      <a:gd name="connsiteY1" fmla="*/ 68049 h 68108"/>
                      <a:gd name="connsiteX2" fmla="*/ 22765 w 118798"/>
                      <a:gd name="connsiteY2" fmla="*/ 63858 h 68108"/>
                      <a:gd name="connsiteX3" fmla="*/ 81915 w 118798"/>
                      <a:gd name="connsiteY3" fmla="*/ 41379 h 68108"/>
                      <a:gd name="connsiteX4" fmla="*/ 111824 w 118798"/>
                      <a:gd name="connsiteY4" fmla="*/ 24805 h 68108"/>
                      <a:gd name="connsiteX5" fmla="*/ 117062 w 118798"/>
                      <a:gd name="connsiteY5" fmla="*/ 3755 h 68108"/>
                      <a:gd name="connsiteX6" fmla="*/ 78581 w 118798"/>
                      <a:gd name="connsiteY6" fmla="*/ 3946 h 68108"/>
                      <a:gd name="connsiteX7" fmla="*/ 79153 w 118798"/>
                      <a:gd name="connsiteY7" fmla="*/ 10041 h 68108"/>
                      <a:gd name="connsiteX8" fmla="*/ 0 w 118798"/>
                      <a:gd name="connsiteY8" fmla="*/ 66144 h 68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8798" h="68108">
                        <a:moveTo>
                          <a:pt x="0" y="66144"/>
                        </a:moveTo>
                        <a:cubicBezTo>
                          <a:pt x="2000" y="67573"/>
                          <a:pt x="4763" y="68334"/>
                          <a:pt x="8382" y="68049"/>
                        </a:cubicBezTo>
                        <a:cubicBezTo>
                          <a:pt x="12859" y="67668"/>
                          <a:pt x="17907" y="65763"/>
                          <a:pt x="22765" y="63858"/>
                        </a:cubicBezTo>
                        <a:cubicBezTo>
                          <a:pt x="42482" y="56333"/>
                          <a:pt x="62199" y="48808"/>
                          <a:pt x="81915" y="41379"/>
                        </a:cubicBezTo>
                        <a:cubicBezTo>
                          <a:pt x="92012" y="37569"/>
                          <a:pt x="104299" y="32616"/>
                          <a:pt x="111824" y="24805"/>
                        </a:cubicBezTo>
                        <a:cubicBezTo>
                          <a:pt x="118301" y="18042"/>
                          <a:pt x="120777" y="8041"/>
                          <a:pt x="117062" y="3755"/>
                        </a:cubicBezTo>
                        <a:cubicBezTo>
                          <a:pt x="111824" y="-2436"/>
                          <a:pt x="94012" y="40"/>
                          <a:pt x="78581" y="3946"/>
                        </a:cubicBezTo>
                        <a:cubicBezTo>
                          <a:pt x="79058" y="5755"/>
                          <a:pt x="79343" y="7756"/>
                          <a:pt x="79153" y="10041"/>
                        </a:cubicBezTo>
                        <a:cubicBezTo>
                          <a:pt x="77724" y="29568"/>
                          <a:pt x="38195" y="51475"/>
                          <a:pt x="0" y="6614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66" name="Forme libre : forme 17965">
                    <a:extLst>
                      <a:ext uri="{FF2B5EF4-FFF2-40B4-BE49-F238E27FC236}">
                        <a16:creationId xmlns:a16="http://schemas.microsoft.com/office/drawing/2014/main" id="{8F89FB4D-3EE5-4F2C-941C-4DCBAE9A85C1}"/>
                      </a:ext>
                    </a:extLst>
                  </p:cNvPr>
                  <p:cNvSpPr/>
                  <p:nvPr/>
                </p:nvSpPr>
                <p:spPr>
                  <a:xfrm>
                    <a:off x="4312855" y="4679441"/>
                    <a:ext cx="82710" cy="62293"/>
                  </a:xfrm>
                  <a:custGeom>
                    <a:avLst/>
                    <a:gdLst>
                      <a:gd name="connsiteX0" fmla="*/ 26548 w 82710"/>
                      <a:gd name="connsiteY0" fmla="*/ 24289 h 62293"/>
                      <a:gd name="connsiteX1" fmla="*/ 1688 w 82710"/>
                      <a:gd name="connsiteY1" fmla="*/ 48482 h 62293"/>
                      <a:gd name="connsiteX2" fmla="*/ 3402 w 82710"/>
                      <a:gd name="connsiteY2" fmla="*/ 62294 h 62293"/>
                      <a:gd name="connsiteX3" fmla="*/ 82651 w 82710"/>
                      <a:gd name="connsiteY3" fmla="*/ 6096 h 62293"/>
                      <a:gd name="connsiteX4" fmla="*/ 82079 w 82710"/>
                      <a:gd name="connsiteY4" fmla="*/ 0 h 62293"/>
                      <a:gd name="connsiteX5" fmla="*/ 66458 w 82710"/>
                      <a:gd name="connsiteY5" fmla="*/ 4572 h 62293"/>
                      <a:gd name="connsiteX6" fmla="*/ 26548 w 82710"/>
                      <a:gd name="connsiteY6" fmla="*/ 24289 h 62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710" h="62293">
                        <a:moveTo>
                          <a:pt x="26548" y="24289"/>
                        </a:moveTo>
                        <a:cubicBezTo>
                          <a:pt x="16071" y="31242"/>
                          <a:pt x="5974" y="39814"/>
                          <a:pt x="1688" y="48482"/>
                        </a:cubicBezTo>
                        <a:cubicBezTo>
                          <a:pt x="-1074" y="54102"/>
                          <a:pt x="-407" y="59531"/>
                          <a:pt x="3402" y="62294"/>
                        </a:cubicBezTo>
                        <a:cubicBezTo>
                          <a:pt x="41598" y="47720"/>
                          <a:pt x="81127" y="25813"/>
                          <a:pt x="82651" y="6096"/>
                        </a:cubicBezTo>
                        <a:cubicBezTo>
                          <a:pt x="82841" y="3715"/>
                          <a:pt x="82555" y="1714"/>
                          <a:pt x="82079" y="0"/>
                        </a:cubicBezTo>
                        <a:cubicBezTo>
                          <a:pt x="76269" y="1429"/>
                          <a:pt x="70839" y="3143"/>
                          <a:pt x="66458" y="4572"/>
                        </a:cubicBezTo>
                        <a:cubicBezTo>
                          <a:pt x="52932" y="9239"/>
                          <a:pt x="39121" y="16002"/>
                          <a:pt x="26548" y="2428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67" name="Forme libre : forme 17966">
                    <a:extLst>
                      <a:ext uri="{FF2B5EF4-FFF2-40B4-BE49-F238E27FC236}">
                        <a16:creationId xmlns:a16="http://schemas.microsoft.com/office/drawing/2014/main" id="{91C250DB-909F-4DED-AD5F-3045BA3358A8}"/>
                      </a:ext>
                    </a:extLst>
                  </p:cNvPr>
                  <p:cNvSpPr/>
                  <p:nvPr/>
                </p:nvSpPr>
                <p:spPr>
                  <a:xfrm>
                    <a:off x="1481897" y="4617148"/>
                    <a:ext cx="40018" cy="30289"/>
                  </a:xfrm>
                  <a:custGeom>
                    <a:avLst/>
                    <a:gdLst>
                      <a:gd name="connsiteX0" fmla="*/ 10198 w 40018"/>
                      <a:gd name="connsiteY0" fmla="*/ 30290 h 30289"/>
                      <a:gd name="connsiteX1" fmla="*/ 37440 w 40018"/>
                      <a:gd name="connsiteY1" fmla="*/ 15145 h 30289"/>
                      <a:gd name="connsiteX2" fmla="*/ 29820 w 40018"/>
                      <a:gd name="connsiteY2" fmla="*/ 0 h 30289"/>
                      <a:gd name="connsiteX3" fmla="*/ 2578 w 40018"/>
                      <a:gd name="connsiteY3" fmla="*/ 15145 h 30289"/>
                      <a:gd name="connsiteX4" fmla="*/ 10198 w 40018"/>
                      <a:gd name="connsiteY4" fmla="*/ 30290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18" h="30289">
                        <a:moveTo>
                          <a:pt x="10198" y="30290"/>
                        </a:moveTo>
                        <a:cubicBezTo>
                          <a:pt x="19819" y="30290"/>
                          <a:pt x="32011" y="23527"/>
                          <a:pt x="37440" y="15145"/>
                        </a:cubicBezTo>
                        <a:cubicBezTo>
                          <a:pt x="42869" y="6763"/>
                          <a:pt x="39440" y="0"/>
                          <a:pt x="29820" y="0"/>
                        </a:cubicBezTo>
                        <a:cubicBezTo>
                          <a:pt x="20200" y="0"/>
                          <a:pt x="8008" y="6763"/>
                          <a:pt x="2578" y="15145"/>
                        </a:cubicBezTo>
                        <a:cubicBezTo>
                          <a:pt x="-2851" y="23527"/>
                          <a:pt x="578" y="30290"/>
                          <a:pt x="10198" y="3029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68" name="Forme libre : forme 17967">
                    <a:extLst>
                      <a:ext uri="{FF2B5EF4-FFF2-40B4-BE49-F238E27FC236}">
                        <a16:creationId xmlns:a16="http://schemas.microsoft.com/office/drawing/2014/main" id="{C4254D2B-CFA9-47EF-A878-0129D901E45A}"/>
                      </a:ext>
                    </a:extLst>
                  </p:cNvPr>
                  <p:cNvSpPr/>
                  <p:nvPr/>
                </p:nvSpPr>
                <p:spPr>
                  <a:xfrm>
                    <a:off x="1519146" y="4652105"/>
                    <a:ext cx="17004" cy="15144"/>
                  </a:xfrm>
                  <a:custGeom>
                    <a:avLst/>
                    <a:gdLst>
                      <a:gd name="connsiteX0" fmla="*/ 1810 w 17004"/>
                      <a:gd name="connsiteY0" fmla="*/ 15145 h 15144"/>
                      <a:gd name="connsiteX1" fmla="*/ 15716 w 17004"/>
                      <a:gd name="connsiteY1" fmla="*/ 7429 h 15144"/>
                      <a:gd name="connsiteX2" fmla="*/ 13240 w 17004"/>
                      <a:gd name="connsiteY2" fmla="*/ 0 h 15144"/>
                      <a:gd name="connsiteX3" fmla="*/ 0 w 17004"/>
                      <a:gd name="connsiteY3" fmla="*/ 14859 h 15144"/>
                      <a:gd name="connsiteX4" fmla="*/ 1810 w 17004"/>
                      <a:gd name="connsiteY4" fmla="*/ 15145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04" h="15144">
                        <a:moveTo>
                          <a:pt x="1810" y="15145"/>
                        </a:moveTo>
                        <a:cubicBezTo>
                          <a:pt x="6763" y="15145"/>
                          <a:pt x="12954" y="11621"/>
                          <a:pt x="15716" y="7429"/>
                        </a:cubicBezTo>
                        <a:cubicBezTo>
                          <a:pt x="18193" y="3620"/>
                          <a:pt x="16954" y="667"/>
                          <a:pt x="13240" y="0"/>
                        </a:cubicBezTo>
                        <a:cubicBezTo>
                          <a:pt x="8763" y="5429"/>
                          <a:pt x="4191" y="10478"/>
                          <a:pt x="0" y="14859"/>
                        </a:cubicBezTo>
                        <a:cubicBezTo>
                          <a:pt x="571" y="14954"/>
                          <a:pt x="1048" y="15145"/>
                          <a:pt x="1810" y="15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69" name="Forme libre : forme 17968">
                    <a:extLst>
                      <a:ext uri="{FF2B5EF4-FFF2-40B4-BE49-F238E27FC236}">
                        <a16:creationId xmlns:a16="http://schemas.microsoft.com/office/drawing/2014/main" id="{52CF4572-960A-404A-9680-B48AC4EFF277}"/>
                      </a:ext>
                    </a:extLst>
                  </p:cNvPr>
                  <p:cNvSpPr/>
                  <p:nvPr/>
                </p:nvSpPr>
                <p:spPr>
                  <a:xfrm>
                    <a:off x="1515787" y="4651819"/>
                    <a:ext cx="16599" cy="15144"/>
                  </a:xfrm>
                  <a:custGeom>
                    <a:avLst/>
                    <a:gdLst>
                      <a:gd name="connsiteX0" fmla="*/ 1264 w 16599"/>
                      <a:gd name="connsiteY0" fmla="*/ 7715 h 15144"/>
                      <a:gd name="connsiteX1" fmla="*/ 3359 w 16599"/>
                      <a:gd name="connsiteY1" fmla="*/ 15145 h 15144"/>
                      <a:gd name="connsiteX2" fmla="*/ 16599 w 16599"/>
                      <a:gd name="connsiteY2" fmla="*/ 286 h 15144"/>
                      <a:gd name="connsiteX3" fmla="*/ 15170 w 16599"/>
                      <a:gd name="connsiteY3" fmla="*/ 0 h 15144"/>
                      <a:gd name="connsiteX4" fmla="*/ 1264 w 16599"/>
                      <a:gd name="connsiteY4" fmla="*/ 7715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9" h="15144">
                        <a:moveTo>
                          <a:pt x="1264" y="7715"/>
                        </a:moveTo>
                        <a:cubicBezTo>
                          <a:pt x="-1117" y="11335"/>
                          <a:pt x="26" y="14288"/>
                          <a:pt x="3359" y="15145"/>
                        </a:cubicBezTo>
                        <a:cubicBezTo>
                          <a:pt x="7550" y="10763"/>
                          <a:pt x="12122" y="5620"/>
                          <a:pt x="16599" y="286"/>
                        </a:cubicBezTo>
                        <a:cubicBezTo>
                          <a:pt x="16123" y="190"/>
                          <a:pt x="15742" y="0"/>
                          <a:pt x="15170" y="0"/>
                        </a:cubicBezTo>
                        <a:cubicBezTo>
                          <a:pt x="10217" y="0"/>
                          <a:pt x="4026" y="3429"/>
                          <a:pt x="1264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70" name="Forme libre : forme 17969">
                    <a:extLst>
                      <a:ext uri="{FF2B5EF4-FFF2-40B4-BE49-F238E27FC236}">
                        <a16:creationId xmlns:a16="http://schemas.microsoft.com/office/drawing/2014/main" id="{5FAE27A2-D02E-4B3B-9EED-AAE665F137E2}"/>
                      </a:ext>
                    </a:extLst>
                  </p:cNvPr>
                  <p:cNvSpPr/>
                  <p:nvPr/>
                </p:nvSpPr>
                <p:spPr>
                  <a:xfrm>
                    <a:off x="1741079" y="4612862"/>
                    <a:ext cx="36201" cy="30289"/>
                  </a:xfrm>
                  <a:custGeom>
                    <a:avLst/>
                    <a:gdLst>
                      <a:gd name="connsiteX0" fmla="*/ 33623 w 36201"/>
                      <a:gd name="connsiteY0" fmla="*/ 15145 h 30289"/>
                      <a:gd name="connsiteX1" fmla="*/ 26003 w 36201"/>
                      <a:gd name="connsiteY1" fmla="*/ 0 h 30289"/>
                      <a:gd name="connsiteX2" fmla="*/ 19526 w 36201"/>
                      <a:gd name="connsiteY2" fmla="*/ 953 h 30289"/>
                      <a:gd name="connsiteX3" fmla="*/ 11525 w 36201"/>
                      <a:gd name="connsiteY3" fmla="*/ 13525 h 30289"/>
                      <a:gd name="connsiteX4" fmla="*/ 0 w 36201"/>
                      <a:gd name="connsiteY4" fmla="*/ 28765 h 30289"/>
                      <a:gd name="connsiteX5" fmla="*/ 6477 w 36201"/>
                      <a:gd name="connsiteY5" fmla="*/ 30289 h 30289"/>
                      <a:gd name="connsiteX6" fmla="*/ 33623 w 36201"/>
                      <a:gd name="connsiteY6" fmla="*/ 15145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201" h="30289">
                        <a:moveTo>
                          <a:pt x="33623" y="15145"/>
                        </a:moveTo>
                        <a:cubicBezTo>
                          <a:pt x="39052" y="6763"/>
                          <a:pt x="35623" y="0"/>
                          <a:pt x="26003" y="0"/>
                        </a:cubicBezTo>
                        <a:cubicBezTo>
                          <a:pt x="23908" y="0"/>
                          <a:pt x="21717" y="381"/>
                          <a:pt x="19526" y="953"/>
                        </a:cubicBezTo>
                        <a:cubicBezTo>
                          <a:pt x="17240" y="5048"/>
                          <a:pt x="14478" y="9334"/>
                          <a:pt x="11525" y="13525"/>
                        </a:cubicBezTo>
                        <a:cubicBezTo>
                          <a:pt x="7810" y="18764"/>
                          <a:pt x="4000" y="23813"/>
                          <a:pt x="0" y="28765"/>
                        </a:cubicBezTo>
                        <a:cubicBezTo>
                          <a:pt x="1619" y="29718"/>
                          <a:pt x="3810" y="30289"/>
                          <a:pt x="6477" y="30289"/>
                        </a:cubicBezTo>
                        <a:cubicBezTo>
                          <a:pt x="16097" y="30289"/>
                          <a:pt x="28289" y="23527"/>
                          <a:pt x="33623" y="15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71" name="Forme libre : forme 17970">
                    <a:extLst>
                      <a:ext uri="{FF2B5EF4-FFF2-40B4-BE49-F238E27FC236}">
                        <a16:creationId xmlns:a16="http://schemas.microsoft.com/office/drawing/2014/main" id="{9A447986-9F72-4B24-A8B3-3D86168E0259}"/>
                      </a:ext>
                    </a:extLst>
                  </p:cNvPr>
                  <p:cNvSpPr/>
                  <p:nvPr/>
                </p:nvSpPr>
                <p:spPr>
                  <a:xfrm>
                    <a:off x="1737394" y="4613909"/>
                    <a:ext cx="23210" cy="27813"/>
                  </a:xfrm>
                  <a:custGeom>
                    <a:avLst/>
                    <a:gdLst>
                      <a:gd name="connsiteX0" fmla="*/ 23211 w 23210"/>
                      <a:gd name="connsiteY0" fmla="*/ 0 h 27813"/>
                      <a:gd name="connsiteX1" fmla="*/ 2542 w 23210"/>
                      <a:gd name="connsiteY1" fmla="*/ 14192 h 27813"/>
                      <a:gd name="connsiteX2" fmla="*/ 3685 w 23210"/>
                      <a:gd name="connsiteY2" fmla="*/ 27813 h 27813"/>
                      <a:gd name="connsiteX3" fmla="*/ 15210 w 23210"/>
                      <a:gd name="connsiteY3" fmla="*/ 12573 h 27813"/>
                      <a:gd name="connsiteX4" fmla="*/ 23211 w 23210"/>
                      <a:gd name="connsiteY4" fmla="*/ 0 h 27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210" h="27813">
                        <a:moveTo>
                          <a:pt x="23211" y="0"/>
                        </a:moveTo>
                        <a:cubicBezTo>
                          <a:pt x="15115" y="2096"/>
                          <a:pt x="6733" y="7620"/>
                          <a:pt x="2542" y="14192"/>
                        </a:cubicBezTo>
                        <a:cubicBezTo>
                          <a:pt x="-1364" y="20193"/>
                          <a:pt x="-602" y="25432"/>
                          <a:pt x="3685" y="27813"/>
                        </a:cubicBezTo>
                        <a:cubicBezTo>
                          <a:pt x="7685" y="22860"/>
                          <a:pt x="11590" y="17812"/>
                          <a:pt x="15210" y="12573"/>
                        </a:cubicBezTo>
                        <a:cubicBezTo>
                          <a:pt x="18163" y="8382"/>
                          <a:pt x="20925" y="4096"/>
                          <a:pt x="2321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72" name="Forme libre : forme 17971">
                    <a:extLst>
                      <a:ext uri="{FF2B5EF4-FFF2-40B4-BE49-F238E27FC236}">
                        <a16:creationId xmlns:a16="http://schemas.microsoft.com/office/drawing/2014/main" id="{75708DE2-3CC1-412E-90D5-42181B0758CE}"/>
                      </a:ext>
                    </a:extLst>
                  </p:cNvPr>
                  <p:cNvSpPr/>
                  <p:nvPr/>
                </p:nvSpPr>
                <p:spPr>
                  <a:xfrm>
                    <a:off x="1771099" y="4647533"/>
                    <a:ext cx="20446" cy="15432"/>
                  </a:xfrm>
                  <a:custGeom>
                    <a:avLst/>
                    <a:gdLst>
                      <a:gd name="connsiteX0" fmla="*/ 19129 w 20446"/>
                      <a:gd name="connsiteY0" fmla="*/ 7715 h 15432"/>
                      <a:gd name="connsiteX1" fmla="*/ 15224 w 20446"/>
                      <a:gd name="connsiteY1" fmla="*/ 0 h 15432"/>
                      <a:gd name="connsiteX2" fmla="*/ 1317 w 20446"/>
                      <a:gd name="connsiteY2" fmla="*/ 7715 h 15432"/>
                      <a:gd name="connsiteX3" fmla="*/ 5222 w 20446"/>
                      <a:gd name="connsiteY3" fmla="*/ 15430 h 15432"/>
                      <a:gd name="connsiteX4" fmla="*/ 19129 w 20446"/>
                      <a:gd name="connsiteY4" fmla="*/ 7715 h 15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2">
                        <a:moveTo>
                          <a:pt x="19129" y="7715"/>
                        </a:moveTo>
                        <a:cubicBezTo>
                          <a:pt x="21891" y="3429"/>
                          <a:pt x="20177" y="0"/>
                          <a:pt x="15224" y="0"/>
                        </a:cubicBezTo>
                        <a:cubicBezTo>
                          <a:pt x="10271" y="0"/>
                          <a:pt x="4079" y="3524"/>
                          <a:pt x="1317" y="7715"/>
                        </a:cubicBezTo>
                        <a:cubicBezTo>
                          <a:pt x="-1445" y="11906"/>
                          <a:pt x="269" y="15430"/>
                          <a:pt x="5222" y="15430"/>
                        </a:cubicBezTo>
                        <a:cubicBezTo>
                          <a:pt x="10175" y="15526"/>
                          <a:pt x="16367" y="12002"/>
                          <a:pt x="19129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73" name="Forme libre : forme 17972">
                    <a:extLst>
                      <a:ext uri="{FF2B5EF4-FFF2-40B4-BE49-F238E27FC236}">
                        <a16:creationId xmlns:a16="http://schemas.microsoft.com/office/drawing/2014/main" id="{69F91791-4D94-40C8-90ED-588593C249B0}"/>
                      </a:ext>
                    </a:extLst>
                  </p:cNvPr>
                  <p:cNvSpPr/>
                  <p:nvPr/>
                </p:nvSpPr>
                <p:spPr>
                  <a:xfrm>
                    <a:off x="953647" y="4853654"/>
                    <a:ext cx="10858" cy="14096"/>
                  </a:xfrm>
                  <a:custGeom>
                    <a:avLst/>
                    <a:gdLst>
                      <a:gd name="connsiteX0" fmla="*/ 8477 w 10858"/>
                      <a:gd name="connsiteY0" fmla="*/ 5524 h 14096"/>
                      <a:gd name="connsiteX1" fmla="*/ 10858 w 10858"/>
                      <a:gd name="connsiteY1" fmla="*/ 0 h 14096"/>
                      <a:gd name="connsiteX2" fmla="*/ 0 w 10858"/>
                      <a:gd name="connsiteY2" fmla="*/ 14097 h 14096"/>
                      <a:gd name="connsiteX3" fmla="*/ 8477 w 10858"/>
                      <a:gd name="connsiteY3" fmla="*/ 5524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858" h="14096">
                        <a:moveTo>
                          <a:pt x="8477" y="5524"/>
                        </a:moveTo>
                        <a:cubicBezTo>
                          <a:pt x="9715" y="3524"/>
                          <a:pt x="10477" y="1714"/>
                          <a:pt x="10858" y="0"/>
                        </a:cubicBezTo>
                        <a:cubicBezTo>
                          <a:pt x="7144" y="4667"/>
                          <a:pt x="3619" y="9334"/>
                          <a:pt x="0" y="14097"/>
                        </a:cubicBezTo>
                        <a:cubicBezTo>
                          <a:pt x="3429" y="11621"/>
                          <a:pt x="6477" y="8668"/>
                          <a:pt x="8477" y="55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74" name="Forme libre : forme 17973">
                    <a:extLst>
                      <a:ext uri="{FF2B5EF4-FFF2-40B4-BE49-F238E27FC236}">
                        <a16:creationId xmlns:a16="http://schemas.microsoft.com/office/drawing/2014/main" id="{22236B74-0CB9-4E72-B6AE-E0B9BFB64A55}"/>
                      </a:ext>
                    </a:extLst>
                  </p:cNvPr>
                  <p:cNvSpPr/>
                  <p:nvPr/>
                </p:nvSpPr>
                <p:spPr>
                  <a:xfrm>
                    <a:off x="924684" y="4844033"/>
                    <a:ext cx="39929" cy="30289"/>
                  </a:xfrm>
                  <a:custGeom>
                    <a:avLst/>
                    <a:gdLst>
                      <a:gd name="connsiteX0" fmla="*/ 29820 w 39929"/>
                      <a:gd name="connsiteY0" fmla="*/ 0 h 30289"/>
                      <a:gd name="connsiteX1" fmla="*/ 2578 w 39929"/>
                      <a:gd name="connsiteY1" fmla="*/ 15145 h 30289"/>
                      <a:gd name="connsiteX2" fmla="*/ 10198 w 39929"/>
                      <a:gd name="connsiteY2" fmla="*/ 30289 h 30289"/>
                      <a:gd name="connsiteX3" fmla="*/ 28867 w 39929"/>
                      <a:gd name="connsiteY3" fmla="*/ 23622 h 30289"/>
                      <a:gd name="connsiteX4" fmla="*/ 39726 w 39929"/>
                      <a:gd name="connsiteY4" fmla="*/ 9525 h 30289"/>
                      <a:gd name="connsiteX5" fmla="*/ 29820 w 39929"/>
                      <a:gd name="connsiteY5" fmla="*/ 0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929" h="30289">
                        <a:moveTo>
                          <a:pt x="29820" y="0"/>
                        </a:moveTo>
                        <a:cubicBezTo>
                          <a:pt x="20200" y="0"/>
                          <a:pt x="8008" y="6763"/>
                          <a:pt x="2578" y="15145"/>
                        </a:cubicBezTo>
                        <a:cubicBezTo>
                          <a:pt x="-2851" y="23527"/>
                          <a:pt x="578" y="30289"/>
                          <a:pt x="10198" y="30289"/>
                        </a:cubicBezTo>
                        <a:cubicBezTo>
                          <a:pt x="16199" y="30289"/>
                          <a:pt x="23152" y="27622"/>
                          <a:pt x="28867" y="23622"/>
                        </a:cubicBezTo>
                        <a:cubicBezTo>
                          <a:pt x="32487" y="18955"/>
                          <a:pt x="36011" y="14192"/>
                          <a:pt x="39726" y="9525"/>
                        </a:cubicBezTo>
                        <a:cubicBezTo>
                          <a:pt x="40869" y="4001"/>
                          <a:pt x="37154" y="0"/>
                          <a:pt x="298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75" name="Forme libre : forme 17974">
                    <a:extLst>
                      <a:ext uri="{FF2B5EF4-FFF2-40B4-BE49-F238E27FC236}">
                        <a16:creationId xmlns:a16="http://schemas.microsoft.com/office/drawing/2014/main" id="{58D884D7-35EF-4EFE-B0F8-F6C0A6BD7617}"/>
                      </a:ext>
                    </a:extLst>
                  </p:cNvPr>
                  <p:cNvSpPr/>
                  <p:nvPr/>
                </p:nvSpPr>
                <p:spPr>
                  <a:xfrm>
                    <a:off x="958521" y="4878705"/>
                    <a:ext cx="20446" cy="15432"/>
                  </a:xfrm>
                  <a:custGeom>
                    <a:avLst/>
                    <a:gdLst>
                      <a:gd name="connsiteX0" fmla="*/ 5223 w 20446"/>
                      <a:gd name="connsiteY0" fmla="*/ 15430 h 15432"/>
                      <a:gd name="connsiteX1" fmla="*/ 19129 w 20446"/>
                      <a:gd name="connsiteY1" fmla="*/ 7715 h 15432"/>
                      <a:gd name="connsiteX2" fmla="*/ 15224 w 20446"/>
                      <a:gd name="connsiteY2" fmla="*/ 0 h 15432"/>
                      <a:gd name="connsiteX3" fmla="*/ 1317 w 20446"/>
                      <a:gd name="connsiteY3" fmla="*/ 7715 h 15432"/>
                      <a:gd name="connsiteX4" fmla="*/ 5223 w 20446"/>
                      <a:gd name="connsiteY4" fmla="*/ 15430 h 15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2">
                        <a:moveTo>
                          <a:pt x="5223" y="15430"/>
                        </a:moveTo>
                        <a:cubicBezTo>
                          <a:pt x="10175" y="15430"/>
                          <a:pt x="16367" y="11906"/>
                          <a:pt x="19129" y="7715"/>
                        </a:cubicBezTo>
                        <a:cubicBezTo>
                          <a:pt x="21891" y="3524"/>
                          <a:pt x="20177" y="0"/>
                          <a:pt x="15224" y="0"/>
                        </a:cubicBezTo>
                        <a:cubicBezTo>
                          <a:pt x="10271" y="0"/>
                          <a:pt x="4079" y="3524"/>
                          <a:pt x="1317" y="7715"/>
                        </a:cubicBezTo>
                        <a:cubicBezTo>
                          <a:pt x="-1445" y="11906"/>
                          <a:pt x="269" y="15526"/>
                          <a:pt x="5223" y="15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76" name="Forme libre : forme 17975">
                    <a:extLst>
                      <a:ext uri="{FF2B5EF4-FFF2-40B4-BE49-F238E27FC236}">
                        <a16:creationId xmlns:a16="http://schemas.microsoft.com/office/drawing/2014/main" id="{1199D8C8-F0BF-4F63-8356-1BC22901C7AC}"/>
                      </a:ext>
                    </a:extLst>
                  </p:cNvPr>
                  <p:cNvSpPr/>
                  <p:nvPr/>
                </p:nvSpPr>
                <p:spPr>
                  <a:xfrm>
                    <a:off x="1228088" y="4802409"/>
                    <a:ext cx="40080" cy="30289"/>
                  </a:xfrm>
                  <a:custGeom>
                    <a:avLst/>
                    <a:gdLst>
                      <a:gd name="connsiteX0" fmla="*/ 10261 w 40080"/>
                      <a:gd name="connsiteY0" fmla="*/ 30289 h 30289"/>
                      <a:gd name="connsiteX1" fmla="*/ 37502 w 40080"/>
                      <a:gd name="connsiteY1" fmla="*/ 15145 h 30289"/>
                      <a:gd name="connsiteX2" fmla="*/ 29882 w 40080"/>
                      <a:gd name="connsiteY2" fmla="*/ 0 h 30289"/>
                      <a:gd name="connsiteX3" fmla="*/ 2641 w 40080"/>
                      <a:gd name="connsiteY3" fmla="*/ 15145 h 30289"/>
                      <a:gd name="connsiteX4" fmla="*/ 10261 w 40080"/>
                      <a:gd name="connsiteY4" fmla="*/ 30289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80" h="30289">
                        <a:moveTo>
                          <a:pt x="10261" y="30289"/>
                        </a:moveTo>
                        <a:cubicBezTo>
                          <a:pt x="19881" y="30289"/>
                          <a:pt x="32073" y="23527"/>
                          <a:pt x="37502" y="15145"/>
                        </a:cubicBezTo>
                        <a:cubicBezTo>
                          <a:pt x="42932" y="6763"/>
                          <a:pt x="39503" y="0"/>
                          <a:pt x="29882" y="0"/>
                        </a:cubicBezTo>
                        <a:cubicBezTo>
                          <a:pt x="20262" y="0"/>
                          <a:pt x="8070" y="6763"/>
                          <a:pt x="2641" y="15145"/>
                        </a:cubicBezTo>
                        <a:cubicBezTo>
                          <a:pt x="-2884" y="23527"/>
                          <a:pt x="545" y="30289"/>
                          <a:pt x="10261" y="302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77" name="Forme libre : forme 17976">
                    <a:extLst>
                      <a:ext uri="{FF2B5EF4-FFF2-40B4-BE49-F238E27FC236}">
                        <a16:creationId xmlns:a16="http://schemas.microsoft.com/office/drawing/2014/main" id="{9EEAE680-E6F7-4BF3-BB8C-F385F26A32A3}"/>
                      </a:ext>
                    </a:extLst>
                  </p:cNvPr>
                  <p:cNvSpPr/>
                  <p:nvPr/>
                </p:nvSpPr>
                <p:spPr>
                  <a:xfrm>
                    <a:off x="1261892" y="4837080"/>
                    <a:ext cx="20446" cy="15430"/>
                  </a:xfrm>
                  <a:custGeom>
                    <a:avLst/>
                    <a:gdLst>
                      <a:gd name="connsiteX0" fmla="*/ 1317 w 20446"/>
                      <a:gd name="connsiteY0" fmla="*/ 7716 h 15430"/>
                      <a:gd name="connsiteX1" fmla="*/ 5222 w 20446"/>
                      <a:gd name="connsiteY1" fmla="*/ 15431 h 15430"/>
                      <a:gd name="connsiteX2" fmla="*/ 19129 w 20446"/>
                      <a:gd name="connsiteY2" fmla="*/ 7716 h 15430"/>
                      <a:gd name="connsiteX3" fmla="*/ 15224 w 20446"/>
                      <a:gd name="connsiteY3" fmla="*/ 0 h 15430"/>
                      <a:gd name="connsiteX4" fmla="*/ 1317 w 20446"/>
                      <a:gd name="connsiteY4" fmla="*/ 7716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1317" y="7716"/>
                        </a:moveTo>
                        <a:cubicBezTo>
                          <a:pt x="-1445" y="12002"/>
                          <a:pt x="269" y="15431"/>
                          <a:pt x="5222" y="15431"/>
                        </a:cubicBezTo>
                        <a:cubicBezTo>
                          <a:pt x="10175" y="15431"/>
                          <a:pt x="16367" y="11906"/>
                          <a:pt x="19129" y="7716"/>
                        </a:cubicBezTo>
                        <a:cubicBezTo>
                          <a:pt x="21891" y="3524"/>
                          <a:pt x="20177" y="0"/>
                          <a:pt x="15224" y="0"/>
                        </a:cubicBezTo>
                        <a:cubicBezTo>
                          <a:pt x="10271" y="0"/>
                          <a:pt x="4079" y="3429"/>
                          <a:pt x="1317" y="77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78" name="Forme libre : forme 17977">
                    <a:extLst>
                      <a:ext uri="{FF2B5EF4-FFF2-40B4-BE49-F238E27FC236}">
                        <a16:creationId xmlns:a16="http://schemas.microsoft.com/office/drawing/2014/main" id="{2717331D-5C29-42CA-8106-A37D2D968549}"/>
                      </a:ext>
                    </a:extLst>
                  </p:cNvPr>
                  <p:cNvSpPr/>
                  <p:nvPr/>
                </p:nvSpPr>
                <p:spPr>
                  <a:xfrm>
                    <a:off x="1929864" y="4638389"/>
                    <a:ext cx="22009" cy="29051"/>
                  </a:xfrm>
                  <a:custGeom>
                    <a:avLst/>
                    <a:gdLst>
                      <a:gd name="connsiteX0" fmla="*/ 19431 w 22009"/>
                      <a:gd name="connsiteY0" fmla="*/ 15145 h 29051"/>
                      <a:gd name="connsiteX1" fmla="*/ 11811 w 22009"/>
                      <a:gd name="connsiteY1" fmla="*/ 0 h 29051"/>
                      <a:gd name="connsiteX2" fmla="*/ 4191 w 22009"/>
                      <a:gd name="connsiteY2" fmla="*/ 1238 h 29051"/>
                      <a:gd name="connsiteX3" fmla="*/ 3048 w 22009"/>
                      <a:gd name="connsiteY3" fmla="*/ 17621 h 29051"/>
                      <a:gd name="connsiteX4" fmla="*/ 0 w 22009"/>
                      <a:gd name="connsiteY4" fmla="*/ 29051 h 29051"/>
                      <a:gd name="connsiteX5" fmla="*/ 19431 w 22009"/>
                      <a:gd name="connsiteY5" fmla="*/ 15145 h 29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009" h="29051">
                        <a:moveTo>
                          <a:pt x="19431" y="15145"/>
                        </a:moveTo>
                        <a:cubicBezTo>
                          <a:pt x="24860" y="6763"/>
                          <a:pt x="21431" y="0"/>
                          <a:pt x="11811" y="0"/>
                        </a:cubicBezTo>
                        <a:cubicBezTo>
                          <a:pt x="9430" y="0"/>
                          <a:pt x="6763" y="476"/>
                          <a:pt x="4191" y="1238"/>
                        </a:cubicBezTo>
                        <a:cubicBezTo>
                          <a:pt x="5525" y="5048"/>
                          <a:pt x="5334" y="10382"/>
                          <a:pt x="3048" y="17621"/>
                        </a:cubicBezTo>
                        <a:cubicBezTo>
                          <a:pt x="2000" y="21050"/>
                          <a:pt x="953" y="24955"/>
                          <a:pt x="0" y="29051"/>
                        </a:cubicBezTo>
                        <a:cubicBezTo>
                          <a:pt x="7620" y="26670"/>
                          <a:pt x="15430" y="21336"/>
                          <a:pt x="19431" y="15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79" name="Forme libre : forme 17978">
                    <a:extLst>
                      <a:ext uri="{FF2B5EF4-FFF2-40B4-BE49-F238E27FC236}">
                        <a16:creationId xmlns:a16="http://schemas.microsoft.com/office/drawing/2014/main" id="{D1669AD2-8285-4A4A-B2C8-09D10661A14B}"/>
                      </a:ext>
                    </a:extLst>
                  </p:cNvPr>
                  <p:cNvSpPr/>
                  <p:nvPr/>
                </p:nvSpPr>
                <p:spPr>
                  <a:xfrm>
                    <a:off x="1911855" y="4639627"/>
                    <a:ext cx="22998" cy="29051"/>
                  </a:xfrm>
                  <a:custGeom>
                    <a:avLst/>
                    <a:gdLst>
                      <a:gd name="connsiteX0" fmla="*/ 22200 w 22998"/>
                      <a:gd name="connsiteY0" fmla="*/ 0 h 29051"/>
                      <a:gd name="connsiteX1" fmla="*/ 2578 w 22998"/>
                      <a:gd name="connsiteY1" fmla="*/ 13906 h 29051"/>
                      <a:gd name="connsiteX2" fmla="*/ 10198 w 22998"/>
                      <a:gd name="connsiteY2" fmla="*/ 29051 h 29051"/>
                      <a:gd name="connsiteX3" fmla="*/ 17914 w 22998"/>
                      <a:gd name="connsiteY3" fmla="*/ 27813 h 29051"/>
                      <a:gd name="connsiteX4" fmla="*/ 20962 w 22998"/>
                      <a:gd name="connsiteY4" fmla="*/ 16383 h 29051"/>
                      <a:gd name="connsiteX5" fmla="*/ 22200 w 22998"/>
                      <a:gd name="connsiteY5" fmla="*/ 0 h 29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998" h="29051">
                        <a:moveTo>
                          <a:pt x="22200" y="0"/>
                        </a:moveTo>
                        <a:cubicBezTo>
                          <a:pt x="14485" y="2286"/>
                          <a:pt x="6674" y="7715"/>
                          <a:pt x="2578" y="13906"/>
                        </a:cubicBezTo>
                        <a:cubicBezTo>
                          <a:pt x="-2851" y="22288"/>
                          <a:pt x="578" y="29051"/>
                          <a:pt x="10198" y="29051"/>
                        </a:cubicBezTo>
                        <a:cubicBezTo>
                          <a:pt x="12675" y="29051"/>
                          <a:pt x="15247" y="28575"/>
                          <a:pt x="17914" y="27813"/>
                        </a:cubicBezTo>
                        <a:cubicBezTo>
                          <a:pt x="18961" y="23717"/>
                          <a:pt x="19914" y="19812"/>
                          <a:pt x="20962" y="16383"/>
                        </a:cubicBezTo>
                        <a:cubicBezTo>
                          <a:pt x="23248" y="9144"/>
                          <a:pt x="23533" y="3810"/>
                          <a:pt x="222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80" name="Forme libre : forme 17979">
                    <a:extLst>
                      <a:ext uri="{FF2B5EF4-FFF2-40B4-BE49-F238E27FC236}">
                        <a16:creationId xmlns:a16="http://schemas.microsoft.com/office/drawing/2014/main" id="{34F829F5-74FA-4F68-8AA1-251F0DF46ED8}"/>
                      </a:ext>
                    </a:extLst>
                  </p:cNvPr>
                  <p:cNvSpPr/>
                  <p:nvPr/>
                </p:nvSpPr>
                <p:spPr>
                  <a:xfrm>
                    <a:off x="1945692" y="4673155"/>
                    <a:ext cx="20446" cy="15430"/>
                  </a:xfrm>
                  <a:custGeom>
                    <a:avLst/>
                    <a:gdLst>
                      <a:gd name="connsiteX0" fmla="*/ 5222 w 20446"/>
                      <a:gd name="connsiteY0" fmla="*/ 15430 h 15430"/>
                      <a:gd name="connsiteX1" fmla="*/ 19129 w 20446"/>
                      <a:gd name="connsiteY1" fmla="*/ 7715 h 15430"/>
                      <a:gd name="connsiteX2" fmla="*/ 15224 w 20446"/>
                      <a:gd name="connsiteY2" fmla="*/ 0 h 15430"/>
                      <a:gd name="connsiteX3" fmla="*/ 1317 w 20446"/>
                      <a:gd name="connsiteY3" fmla="*/ 7715 h 15430"/>
                      <a:gd name="connsiteX4" fmla="*/ 5222 w 20446"/>
                      <a:gd name="connsiteY4" fmla="*/ 15430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5222" y="15430"/>
                        </a:moveTo>
                        <a:cubicBezTo>
                          <a:pt x="10175" y="15430"/>
                          <a:pt x="16367" y="11906"/>
                          <a:pt x="19129" y="7715"/>
                        </a:cubicBezTo>
                        <a:cubicBezTo>
                          <a:pt x="21891" y="3429"/>
                          <a:pt x="20177" y="0"/>
                          <a:pt x="15224" y="0"/>
                        </a:cubicBezTo>
                        <a:cubicBezTo>
                          <a:pt x="10271" y="0"/>
                          <a:pt x="4079" y="3524"/>
                          <a:pt x="1317" y="7715"/>
                        </a:cubicBezTo>
                        <a:cubicBezTo>
                          <a:pt x="-1445" y="11906"/>
                          <a:pt x="269" y="15430"/>
                          <a:pt x="5222" y="15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81" name="Forme libre : forme 17980">
                    <a:extLst>
                      <a:ext uri="{FF2B5EF4-FFF2-40B4-BE49-F238E27FC236}">
                        <a16:creationId xmlns:a16="http://schemas.microsoft.com/office/drawing/2014/main" id="{AF3F4137-721F-4417-B0E4-54A1F2E49D45}"/>
                      </a:ext>
                    </a:extLst>
                  </p:cNvPr>
                  <p:cNvSpPr/>
                  <p:nvPr/>
                </p:nvSpPr>
                <p:spPr>
                  <a:xfrm>
                    <a:off x="1673444" y="4821555"/>
                    <a:ext cx="40018" cy="30289"/>
                  </a:xfrm>
                  <a:custGeom>
                    <a:avLst/>
                    <a:gdLst>
                      <a:gd name="connsiteX0" fmla="*/ 10198 w 40018"/>
                      <a:gd name="connsiteY0" fmla="*/ 30289 h 30289"/>
                      <a:gd name="connsiteX1" fmla="*/ 37440 w 40018"/>
                      <a:gd name="connsiteY1" fmla="*/ 15145 h 30289"/>
                      <a:gd name="connsiteX2" fmla="*/ 29820 w 40018"/>
                      <a:gd name="connsiteY2" fmla="*/ 0 h 30289"/>
                      <a:gd name="connsiteX3" fmla="*/ 2578 w 40018"/>
                      <a:gd name="connsiteY3" fmla="*/ 15145 h 30289"/>
                      <a:gd name="connsiteX4" fmla="*/ 10198 w 40018"/>
                      <a:gd name="connsiteY4" fmla="*/ 30289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18" h="30289">
                        <a:moveTo>
                          <a:pt x="10198" y="30289"/>
                        </a:moveTo>
                        <a:cubicBezTo>
                          <a:pt x="19819" y="30289"/>
                          <a:pt x="32011" y="23527"/>
                          <a:pt x="37440" y="15145"/>
                        </a:cubicBezTo>
                        <a:cubicBezTo>
                          <a:pt x="42869" y="6763"/>
                          <a:pt x="39440" y="0"/>
                          <a:pt x="29820" y="0"/>
                        </a:cubicBezTo>
                        <a:cubicBezTo>
                          <a:pt x="20200" y="0"/>
                          <a:pt x="8008" y="6763"/>
                          <a:pt x="2578" y="15145"/>
                        </a:cubicBezTo>
                        <a:cubicBezTo>
                          <a:pt x="-2851" y="23527"/>
                          <a:pt x="578" y="30289"/>
                          <a:pt x="10198" y="302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82" name="Forme libre : forme 17981">
                    <a:extLst>
                      <a:ext uri="{FF2B5EF4-FFF2-40B4-BE49-F238E27FC236}">
                        <a16:creationId xmlns:a16="http://schemas.microsoft.com/office/drawing/2014/main" id="{4A83AEEF-EBA2-45C3-93A2-E390879AF17B}"/>
                      </a:ext>
                    </a:extLst>
                  </p:cNvPr>
                  <p:cNvSpPr/>
                  <p:nvPr/>
                </p:nvSpPr>
                <p:spPr>
                  <a:xfrm>
                    <a:off x="1707455" y="4856225"/>
                    <a:ext cx="20176" cy="15430"/>
                  </a:xfrm>
                  <a:custGeom>
                    <a:avLst/>
                    <a:gdLst>
                      <a:gd name="connsiteX0" fmla="*/ 4953 w 20176"/>
                      <a:gd name="connsiteY0" fmla="*/ 15430 h 15430"/>
                      <a:gd name="connsiteX1" fmla="*/ 18859 w 20176"/>
                      <a:gd name="connsiteY1" fmla="*/ 7715 h 15430"/>
                      <a:gd name="connsiteX2" fmla="*/ 14954 w 20176"/>
                      <a:gd name="connsiteY2" fmla="*/ 0 h 15430"/>
                      <a:gd name="connsiteX3" fmla="*/ 1048 w 20176"/>
                      <a:gd name="connsiteY3" fmla="*/ 7715 h 15430"/>
                      <a:gd name="connsiteX4" fmla="*/ 0 w 20176"/>
                      <a:gd name="connsiteY4" fmla="*/ 10287 h 15430"/>
                      <a:gd name="connsiteX5" fmla="*/ 952 w 20176"/>
                      <a:gd name="connsiteY5" fmla="*/ 14002 h 15430"/>
                      <a:gd name="connsiteX6" fmla="*/ 4953 w 20176"/>
                      <a:gd name="connsiteY6" fmla="*/ 15430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176" h="15430">
                        <a:moveTo>
                          <a:pt x="4953" y="15430"/>
                        </a:moveTo>
                        <a:cubicBezTo>
                          <a:pt x="9906" y="15430"/>
                          <a:pt x="16097" y="11906"/>
                          <a:pt x="18859" y="7715"/>
                        </a:cubicBezTo>
                        <a:cubicBezTo>
                          <a:pt x="21622" y="3524"/>
                          <a:pt x="19907" y="0"/>
                          <a:pt x="14954" y="0"/>
                        </a:cubicBezTo>
                        <a:cubicBezTo>
                          <a:pt x="10001" y="0"/>
                          <a:pt x="3810" y="3524"/>
                          <a:pt x="1048" y="7715"/>
                        </a:cubicBezTo>
                        <a:cubicBezTo>
                          <a:pt x="476" y="8668"/>
                          <a:pt x="190" y="9430"/>
                          <a:pt x="0" y="10287"/>
                        </a:cubicBezTo>
                        <a:cubicBezTo>
                          <a:pt x="286" y="11525"/>
                          <a:pt x="667" y="12763"/>
                          <a:pt x="952" y="14002"/>
                        </a:cubicBezTo>
                        <a:cubicBezTo>
                          <a:pt x="1810" y="14859"/>
                          <a:pt x="3048" y="15430"/>
                          <a:pt x="4953" y="15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83" name="Forme libre : forme 17982">
                    <a:extLst>
                      <a:ext uri="{FF2B5EF4-FFF2-40B4-BE49-F238E27FC236}">
                        <a16:creationId xmlns:a16="http://schemas.microsoft.com/office/drawing/2014/main" id="{9FFA0C7A-34A5-496E-B6B5-83F8D9D1558D}"/>
                      </a:ext>
                    </a:extLst>
                  </p:cNvPr>
                  <p:cNvSpPr/>
                  <p:nvPr/>
                </p:nvSpPr>
                <p:spPr>
                  <a:xfrm>
                    <a:off x="1707309" y="4866513"/>
                    <a:ext cx="1098" cy="3714"/>
                  </a:xfrm>
                  <a:custGeom>
                    <a:avLst/>
                    <a:gdLst>
                      <a:gd name="connsiteX0" fmla="*/ 1098 w 1098"/>
                      <a:gd name="connsiteY0" fmla="*/ 3715 h 3714"/>
                      <a:gd name="connsiteX1" fmla="*/ 146 w 1098"/>
                      <a:gd name="connsiteY1" fmla="*/ 0 h 3714"/>
                      <a:gd name="connsiteX2" fmla="*/ 1098 w 1098"/>
                      <a:gd name="connsiteY2" fmla="*/ 3715 h 3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98" h="3714">
                        <a:moveTo>
                          <a:pt x="1098" y="3715"/>
                        </a:moveTo>
                        <a:cubicBezTo>
                          <a:pt x="813" y="2476"/>
                          <a:pt x="432" y="1238"/>
                          <a:pt x="146" y="0"/>
                        </a:cubicBezTo>
                        <a:cubicBezTo>
                          <a:pt x="-235" y="1524"/>
                          <a:pt x="146" y="2762"/>
                          <a:pt x="1098" y="3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84" name="Forme libre : forme 17983">
                    <a:extLst>
                      <a:ext uri="{FF2B5EF4-FFF2-40B4-BE49-F238E27FC236}">
                        <a16:creationId xmlns:a16="http://schemas.microsoft.com/office/drawing/2014/main" id="{1B6DFC99-AB02-46F9-AD22-5F86FB3FCA35}"/>
                      </a:ext>
                    </a:extLst>
                  </p:cNvPr>
                  <p:cNvSpPr/>
                  <p:nvPr/>
                </p:nvSpPr>
                <p:spPr>
                  <a:xfrm>
                    <a:off x="1994539" y="4805552"/>
                    <a:ext cx="17253" cy="23241"/>
                  </a:xfrm>
                  <a:custGeom>
                    <a:avLst/>
                    <a:gdLst>
                      <a:gd name="connsiteX0" fmla="*/ 14764 w 17253"/>
                      <a:gd name="connsiteY0" fmla="*/ 11144 h 23241"/>
                      <a:gd name="connsiteX1" fmla="*/ 16192 w 17253"/>
                      <a:gd name="connsiteY1" fmla="*/ 0 h 23241"/>
                      <a:gd name="connsiteX2" fmla="*/ 0 w 17253"/>
                      <a:gd name="connsiteY2" fmla="*/ 23241 h 23241"/>
                      <a:gd name="connsiteX3" fmla="*/ 14764 w 17253"/>
                      <a:gd name="connsiteY3" fmla="*/ 11144 h 23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53" h="23241">
                        <a:moveTo>
                          <a:pt x="14764" y="11144"/>
                        </a:moveTo>
                        <a:cubicBezTo>
                          <a:pt x="17621" y="6668"/>
                          <a:pt x="17907" y="2762"/>
                          <a:pt x="16192" y="0"/>
                        </a:cubicBezTo>
                        <a:cubicBezTo>
                          <a:pt x="11716" y="7429"/>
                          <a:pt x="6096" y="15240"/>
                          <a:pt x="0" y="23241"/>
                        </a:cubicBezTo>
                        <a:cubicBezTo>
                          <a:pt x="6001" y="20384"/>
                          <a:pt x="11525" y="16002"/>
                          <a:pt x="14764" y="111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85" name="Forme libre : forme 17984">
                    <a:extLst>
                      <a:ext uri="{FF2B5EF4-FFF2-40B4-BE49-F238E27FC236}">
                        <a16:creationId xmlns:a16="http://schemas.microsoft.com/office/drawing/2014/main" id="{D0CDD378-2BF4-4FBC-B1F0-AA5EFA06047F}"/>
                      </a:ext>
                    </a:extLst>
                  </p:cNvPr>
                  <p:cNvSpPr/>
                  <p:nvPr/>
                </p:nvSpPr>
                <p:spPr>
                  <a:xfrm>
                    <a:off x="1971767" y="4801552"/>
                    <a:ext cx="38868" cy="30289"/>
                  </a:xfrm>
                  <a:custGeom>
                    <a:avLst/>
                    <a:gdLst>
                      <a:gd name="connsiteX0" fmla="*/ 29820 w 38868"/>
                      <a:gd name="connsiteY0" fmla="*/ 0 h 30289"/>
                      <a:gd name="connsiteX1" fmla="*/ 2578 w 38868"/>
                      <a:gd name="connsiteY1" fmla="*/ 15145 h 30289"/>
                      <a:gd name="connsiteX2" fmla="*/ 10198 w 38868"/>
                      <a:gd name="connsiteY2" fmla="*/ 30289 h 30289"/>
                      <a:gd name="connsiteX3" fmla="*/ 22676 w 38868"/>
                      <a:gd name="connsiteY3" fmla="*/ 27241 h 30289"/>
                      <a:gd name="connsiteX4" fmla="*/ 38868 w 38868"/>
                      <a:gd name="connsiteY4" fmla="*/ 4000 h 30289"/>
                      <a:gd name="connsiteX5" fmla="*/ 29820 w 38868"/>
                      <a:gd name="connsiteY5" fmla="*/ 0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868" h="30289">
                        <a:moveTo>
                          <a:pt x="29820" y="0"/>
                        </a:moveTo>
                        <a:cubicBezTo>
                          <a:pt x="20200" y="0"/>
                          <a:pt x="8008" y="6763"/>
                          <a:pt x="2578" y="15145"/>
                        </a:cubicBezTo>
                        <a:cubicBezTo>
                          <a:pt x="-2851" y="23527"/>
                          <a:pt x="578" y="30289"/>
                          <a:pt x="10198" y="30289"/>
                        </a:cubicBezTo>
                        <a:cubicBezTo>
                          <a:pt x="14104" y="30289"/>
                          <a:pt x="18485" y="29146"/>
                          <a:pt x="22676" y="27241"/>
                        </a:cubicBezTo>
                        <a:cubicBezTo>
                          <a:pt x="28867" y="19336"/>
                          <a:pt x="34392" y="11430"/>
                          <a:pt x="38868" y="4000"/>
                        </a:cubicBezTo>
                        <a:cubicBezTo>
                          <a:pt x="37440" y="1524"/>
                          <a:pt x="34392" y="0"/>
                          <a:pt x="298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86" name="Forme libre : forme 17985">
                    <a:extLst>
                      <a:ext uri="{FF2B5EF4-FFF2-40B4-BE49-F238E27FC236}">
                        <a16:creationId xmlns:a16="http://schemas.microsoft.com/office/drawing/2014/main" id="{CFC0BF51-4C63-4330-94FB-BEB81994A85D}"/>
                      </a:ext>
                    </a:extLst>
                  </p:cNvPr>
                  <p:cNvSpPr/>
                  <p:nvPr/>
                </p:nvSpPr>
                <p:spPr>
                  <a:xfrm>
                    <a:off x="2005624" y="4836223"/>
                    <a:ext cx="20426" cy="15430"/>
                  </a:xfrm>
                  <a:custGeom>
                    <a:avLst/>
                    <a:gdLst>
                      <a:gd name="connsiteX0" fmla="*/ 5202 w 20426"/>
                      <a:gd name="connsiteY0" fmla="*/ 15430 h 15430"/>
                      <a:gd name="connsiteX1" fmla="*/ 19109 w 20426"/>
                      <a:gd name="connsiteY1" fmla="*/ 7715 h 15430"/>
                      <a:gd name="connsiteX2" fmla="*/ 15204 w 20426"/>
                      <a:gd name="connsiteY2" fmla="*/ 0 h 15430"/>
                      <a:gd name="connsiteX3" fmla="*/ 1297 w 20426"/>
                      <a:gd name="connsiteY3" fmla="*/ 7715 h 15430"/>
                      <a:gd name="connsiteX4" fmla="*/ 5202 w 20426"/>
                      <a:gd name="connsiteY4" fmla="*/ 15430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26" h="15430">
                        <a:moveTo>
                          <a:pt x="5202" y="15430"/>
                        </a:moveTo>
                        <a:cubicBezTo>
                          <a:pt x="10155" y="15430"/>
                          <a:pt x="16347" y="11906"/>
                          <a:pt x="19109" y="7715"/>
                        </a:cubicBezTo>
                        <a:cubicBezTo>
                          <a:pt x="21871" y="3524"/>
                          <a:pt x="20157" y="0"/>
                          <a:pt x="15204" y="0"/>
                        </a:cubicBezTo>
                        <a:cubicBezTo>
                          <a:pt x="10251" y="0"/>
                          <a:pt x="4059" y="3524"/>
                          <a:pt x="1297" y="7715"/>
                        </a:cubicBezTo>
                        <a:cubicBezTo>
                          <a:pt x="-1465" y="11906"/>
                          <a:pt x="345" y="15430"/>
                          <a:pt x="5202" y="15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87" name="Forme libre : forme 17986">
                    <a:extLst>
                      <a:ext uri="{FF2B5EF4-FFF2-40B4-BE49-F238E27FC236}">
                        <a16:creationId xmlns:a16="http://schemas.microsoft.com/office/drawing/2014/main" id="{980CC3DD-34D5-4F90-8622-C8508CB3A628}"/>
                      </a:ext>
                    </a:extLst>
                  </p:cNvPr>
                  <p:cNvSpPr/>
                  <p:nvPr/>
                </p:nvSpPr>
                <p:spPr>
                  <a:xfrm>
                    <a:off x="2386969" y="4632198"/>
                    <a:ext cx="24474" cy="29336"/>
                  </a:xfrm>
                  <a:custGeom>
                    <a:avLst/>
                    <a:gdLst>
                      <a:gd name="connsiteX0" fmla="*/ 21908 w 24474"/>
                      <a:gd name="connsiteY0" fmla="*/ 14859 h 29336"/>
                      <a:gd name="connsiteX1" fmla="*/ 17145 w 24474"/>
                      <a:gd name="connsiteY1" fmla="*/ 0 h 29336"/>
                      <a:gd name="connsiteX2" fmla="*/ 0 w 24474"/>
                      <a:gd name="connsiteY2" fmla="*/ 29337 h 29336"/>
                      <a:gd name="connsiteX3" fmla="*/ 21908 w 24474"/>
                      <a:gd name="connsiteY3" fmla="*/ 14859 h 29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474" h="29336">
                        <a:moveTo>
                          <a:pt x="21908" y="14859"/>
                        </a:moveTo>
                        <a:cubicBezTo>
                          <a:pt x="26765" y="7429"/>
                          <a:pt x="24479" y="1238"/>
                          <a:pt x="17145" y="0"/>
                        </a:cubicBezTo>
                        <a:cubicBezTo>
                          <a:pt x="13621" y="9239"/>
                          <a:pt x="7525" y="19240"/>
                          <a:pt x="0" y="29337"/>
                        </a:cubicBezTo>
                        <a:cubicBezTo>
                          <a:pt x="8382" y="27527"/>
                          <a:pt x="17431" y="21812"/>
                          <a:pt x="21908" y="148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88" name="Forme libre : forme 17987">
                    <a:extLst>
                      <a:ext uri="{FF2B5EF4-FFF2-40B4-BE49-F238E27FC236}">
                        <a16:creationId xmlns:a16="http://schemas.microsoft.com/office/drawing/2014/main" id="{DF4BB8DA-D082-4E2D-A489-F07FD983DE07}"/>
                      </a:ext>
                    </a:extLst>
                  </p:cNvPr>
                  <p:cNvSpPr/>
                  <p:nvPr/>
                </p:nvSpPr>
                <p:spPr>
                  <a:xfrm>
                    <a:off x="2371436" y="4632007"/>
                    <a:ext cx="32582" cy="30289"/>
                  </a:xfrm>
                  <a:custGeom>
                    <a:avLst/>
                    <a:gdLst>
                      <a:gd name="connsiteX0" fmla="*/ 2578 w 32582"/>
                      <a:gd name="connsiteY0" fmla="*/ 15145 h 30289"/>
                      <a:gd name="connsiteX1" fmla="*/ 10198 w 32582"/>
                      <a:gd name="connsiteY1" fmla="*/ 30290 h 30289"/>
                      <a:gd name="connsiteX2" fmla="*/ 15437 w 32582"/>
                      <a:gd name="connsiteY2" fmla="*/ 29623 h 30289"/>
                      <a:gd name="connsiteX3" fmla="*/ 32582 w 32582"/>
                      <a:gd name="connsiteY3" fmla="*/ 286 h 30289"/>
                      <a:gd name="connsiteX4" fmla="*/ 29725 w 32582"/>
                      <a:gd name="connsiteY4" fmla="*/ 0 h 30289"/>
                      <a:gd name="connsiteX5" fmla="*/ 2578 w 32582"/>
                      <a:gd name="connsiteY5" fmla="*/ 15145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582" h="30289">
                        <a:moveTo>
                          <a:pt x="2578" y="15145"/>
                        </a:moveTo>
                        <a:cubicBezTo>
                          <a:pt x="-2851" y="23527"/>
                          <a:pt x="578" y="30290"/>
                          <a:pt x="10198" y="30290"/>
                        </a:cubicBezTo>
                        <a:cubicBezTo>
                          <a:pt x="11913" y="30290"/>
                          <a:pt x="13627" y="30004"/>
                          <a:pt x="15437" y="29623"/>
                        </a:cubicBezTo>
                        <a:cubicBezTo>
                          <a:pt x="22962" y="19526"/>
                          <a:pt x="29058" y="9525"/>
                          <a:pt x="32582" y="286"/>
                        </a:cubicBezTo>
                        <a:cubicBezTo>
                          <a:pt x="31725" y="95"/>
                          <a:pt x="30772" y="0"/>
                          <a:pt x="29725" y="0"/>
                        </a:cubicBezTo>
                        <a:cubicBezTo>
                          <a:pt x="20200" y="0"/>
                          <a:pt x="8008" y="6763"/>
                          <a:pt x="2578" y="15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89" name="Forme libre : forme 17988">
                    <a:extLst>
                      <a:ext uri="{FF2B5EF4-FFF2-40B4-BE49-F238E27FC236}">
                        <a16:creationId xmlns:a16="http://schemas.microsoft.com/office/drawing/2014/main" id="{9EAA5F37-59F7-427E-B4F0-7615D5F19A14}"/>
                      </a:ext>
                    </a:extLst>
                  </p:cNvPr>
                  <p:cNvSpPr/>
                  <p:nvPr/>
                </p:nvSpPr>
                <p:spPr>
                  <a:xfrm>
                    <a:off x="2405273" y="4666678"/>
                    <a:ext cx="20446" cy="15430"/>
                  </a:xfrm>
                  <a:custGeom>
                    <a:avLst/>
                    <a:gdLst>
                      <a:gd name="connsiteX0" fmla="*/ 5222 w 20446"/>
                      <a:gd name="connsiteY0" fmla="*/ 15430 h 15430"/>
                      <a:gd name="connsiteX1" fmla="*/ 19129 w 20446"/>
                      <a:gd name="connsiteY1" fmla="*/ 7715 h 15430"/>
                      <a:gd name="connsiteX2" fmla="*/ 15224 w 20446"/>
                      <a:gd name="connsiteY2" fmla="*/ 0 h 15430"/>
                      <a:gd name="connsiteX3" fmla="*/ 1317 w 20446"/>
                      <a:gd name="connsiteY3" fmla="*/ 7715 h 15430"/>
                      <a:gd name="connsiteX4" fmla="*/ 5222 w 20446"/>
                      <a:gd name="connsiteY4" fmla="*/ 15430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5222" y="15430"/>
                        </a:moveTo>
                        <a:cubicBezTo>
                          <a:pt x="10176" y="15430"/>
                          <a:pt x="16367" y="11906"/>
                          <a:pt x="19129" y="7715"/>
                        </a:cubicBezTo>
                        <a:cubicBezTo>
                          <a:pt x="21891" y="3524"/>
                          <a:pt x="20177" y="0"/>
                          <a:pt x="15224" y="0"/>
                        </a:cubicBezTo>
                        <a:cubicBezTo>
                          <a:pt x="10271" y="0"/>
                          <a:pt x="4079" y="3524"/>
                          <a:pt x="1317" y="7715"/>
                        </a:cubicBezTo>
                        <a:cubicBezTo>
                          <a:pt x="-1445" y="11906"/>
                          <a:pt x="269" y="15430"/>
                          <a:pt x="5222" y="15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90" name="Forme libre : forme 17989">
                    <a:extLst>
                      <a:ext uri="{FF2B5EF4-FFF2-40B4-BE49-F238E27FC236}">
                        <a16:creationId xmlns:a16="http://schemas.microsoft.com/office/drawing/2014/main" id="{D843D025-0285-4569-9B05-818098DDF065}"/>
                      </a:ext>
                    </a:extLst>
                  </p:cNvPr>
                  <p:cNvSpPr/>
                  <p:nvPr/>
                </p:nvSpPr>
                <p:spPr>
                  <a:xfrm>
                    <a:off x="2650144" y="4621625"/>
                    <a:ext cx="4762" cy="3429"/>
                  </a:xfrm>
                  <a:custGeom>
                    <a:avLst/>
                    <a:gdLst>
                      <a:gd name="connsiteX0" fmla="*/ 0 w 4762"/>
                      <a:gd name="connsiteY0" fmla="*/ 3429 h 3429"/>
                      <a:gd name="connsiteX1" fmla="*/ 4763 w 4762"/>
                      <a:gd name="connsiteY1" fmla="*/ 0 h 3429"/>
                      <a:gd name="connsiteX2" fmla="*/ 286 w 4762"/>
                      <a:gd name="connsiteY2" fmla="*/ 2381 h 3429"/>
                      <a:gd name="connsiteX3" fmla="*/ 0 w 4762"/>
                      <a:gd name="connsiteY3" fmla="*/ 3429 h 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2" h="3429">
                        <a:moveTo>
                          <a:pt x="0" y="3429"/>
                        </a:moveTo>
                        <a:cubicBezTo>
                          <a:pt x="1714" y="2381"/>
                          <a:pt x="3238" y="1238"/>
                          <a:pt x="4763" y="0"/>
                        </a:cubicBezTo>
                        <a:cubicBezTo>
                          <a:pt x="3334" y="762"/>
                          <a:pt x="1810" y="1619"/>
                          <a:pt x="286" y="2381"/>
                        </a:cubicBezTo>
                        <a:cubicBezTo>
                          <a:pt x="191" y="2667"/>
                          <a:pt x="95" y="3048"/>
                          <a:pt x="0" y="342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91" name="Forme libre : forme 17990">
                    <a:extLst>
                      <a:ext uri="{FF2B5EF4-FFF2-40B4-BE49-F238E27FC236}">
                        <a16:creationId xmlns:a16="http://schemas.microsoft.com/office/drawing/2014/main" id="{3DD88427-7741-455E-B662-2D03ADC5B5A6}"/>
                      </a:ext>
                    </a:extLst>
                  </p:cNvPr>
                  <p:cNvSpPr/>
                  <p:nvPr/>
                </p:nvSpPr>
                <p:spPr>
                  <a:xfrm>
                    <a:off x="2638619" y="4624006"/>
                    <a:ext cx="11810" cy="5810"/>
                  </a:xfrm>
                  <a:custGeom>
                    <a:avLst/>
                    <a:gdLst>
                      <a:gd name="connsiteX0" fmla="*/ 0 w 11810"/>
                      <a:gd name="connsiteY0" fmla="*/ 5810 h 5810"/>
                      <a:gd name="connsiteX1" fmla="*/ 11525 w 11810"/>
                      <a:gd name="connsiteY1" fmla="*/ 1048 h 5810"/>
                      <a:gd name="connsiteX2" fmla="*/ 11811 w 11810"/>
                      <a:gd name="connsiteY2" fmla="*/ 0 h 5810"/>
                      <a:gd name="connsiteX3" fmla="*/ 0 w 11810"/>
                      <a:gd name="connsiteY3" fmla="*/ 5810 h 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10" h="5810">
                        <a:moveTo>
                          <a:pt x="0" y="5810"/>
                        </a:moveTo>
                        <a:cubicBezTo>
                          <a:pt x="3905" y="4953"/>
                          <a:pt x="7906" y="3238"/>
                          <a:pt x="11525" y="1048"/>
                        </a:cubicBezTo>
                        <a:cubicBezTo>
                          <a:pt x="11621" y="667"/>
                          <a:pt x="11716" y="381"/>
                          <a:pt x="11811" y="0"/>
                        </a:cubicBezTo>
                        <a:cubicBezTo>
                          <a:pt x="8001" y="2000"/>
                          <a:pt x="4096" y="3905"/>
                          <a:pt x="0" y="581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92" name="Forme libre : forme 17991">
                    <a:extLst>
                      <a:ext uri="{FF2B5EF4-FFF2-40B4-BE49-F238E27FC236}">
                        <a16:creationId xmlns:a16="http://schemas.microsoft.com/office/drawing/2014/main" id="{7DF9A7D0-9A12-40E2-8B90-D2EE92DABF75}"/>
                      </a:ext>
                    </a:extLst>
                  </p:cNvPr>
                  <p:cNvSpPr/>
                  <p:nvPr/>
                </p:nvSpPr>
                <p:spPr>
                  <a:xfrm>
                    <a:off x="2650526" y="4600384"/>
                    <a:ext cx="12541" cy="23621"/>
                  </a:xfrm>
                  <a:custGeom>
                    <a:avLst/>
                    <a:gdLst>
                      <a:gd name="connsiteX0" fmla="*/ 10001 w 12541"/>
                      <a:gd name="connsiteY0" fmla="*/ 14954 h 23621"/>
                      <a:gd name="connsiteX1" fmla="*/ 3715 w 12541"/>
                      <a:gd name="connsiteY1" fmla="*/ 0 h 23621"/>
                      <a:gd name="connsiteX2" fmla="*/ 0 w 12541"/>
                      <a:gd name="connsiteY2" fmla="*/ 23622 h 23621"/>
                      <a:gd name="connsiteX3" fmla="*/ 4477 w 12541"/>
                      <a:gd name="connsiteY3" fmla="*/ 21241 h 23621"/>
                      <a:gd name="connsiteX4" fmla="*/ 10001 w 12541"/>
                      <a:gd name="connsiteY4" fmla="*/ 14954 h 23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41" h="23621">
                        <a:moveTo>
                          <a:pt x="10001" y="14954"/>
                        </a:moveTo>
                        <a:cubicBezTo>
                          <a:pt x="15145" y="7048"/>
                          <a:pt x="12192" y="571"/>
                          <a:pt x="3715" y="0"/>
                        </a:cubicBezTo>
                        <a:cubicBezTo>
                          <a:pt x="4096" y="7239"/>
                          <a:pt x="2953" y="15335"/>
                          <a:pt x="0" y="23622"/>
                        </a:cubicBezTo>
                        <a:cubicBezTo>
                          <a:pt x="1524" y="22860"/>
                          <a:pt x="2953" y="22098"/>
                          <a:pt x="4477" y="21241"/>
                        </a:cubicBezTo>
                        <a:cubicBezTo>
                          <a:pt x="6572" y="19336"/>
                          <a:pt x="8572" y="17145"/>
                          <a:pt x="10001" y="149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93" name="Forme libre : forme 17992">
                    <a:extLst>
                      <a:ext uri="{FF2B5EF4-FFF2-40B4-BE49-F238E27FC236}">
                        <a16:creationId xmlns:a16="http://schemas.microsoft.com/office/drawing/2014/main" id="{A1655CDF-172E-44EB-A0C4-8E4886900C4E}"/>
                      </a:ext>
                    </a:extLst>
                  </p:cNvPr>
                  <p:cNvSpPr/>
                  <p:nvPr/>
                </p:nvSpPr>
                <p:spPr>
                  <a:xfrm>
                    <a:off x="2623087" y="4600289"/>
                    <a:ext cx="31223" cy="30289"/>
                  </a:xfrm>
                  <a:custGeom>
                    <a:avLst/>
                    <a:gdLst>
                      <a:gd name="connsiteX0" fmla="*/ 31153 w 31223"/>
                      <a:gd name="connsiteY0" fmla="*/ 95 h 30289"/>
                      <a:gd name="connsiteX1" fmla="*/ 29820 w 31223"/>
                      <a:gd name="connsiteY1" fmla="*/ 0 h 30289"/>
                      <a:gd name="connsiteX2" fmla="*/ 2578 w 31223"/>
                      <a:gd name="connsiteY2" fmla="*/ 15145 h 30289"/>
                      <a:gd name="connsiteX3" fmla="*/ 10198 w 31223"/>
                      <a:gd name="connsiteY3" fmla="*/ 30289 h 30289"/>
                      <a:gd name="connsiteX4" fmla="*/ 15532 w 31223"/>
                      <a:gd name="connsiteY4" fmla="*/ 29623 h 30289"/>
                      <a:gd name="connsiteX5" fmla="*/ 27343 w 31223"/>
                      <a:gd name="connsiteY5" fmla="*/ 23813 h 30289"/>
                      <a:gd name="connsiteX6" fmla="*/ 31153 w 31223"/>
                      <a:gd name="connsiteY6" fmla="*/ 95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23" h="30289">
                        <a:moveTo>
                          <a:pt x="31153" y="95"/>
                        </a:moveTo>
                        <a:cubicBezTo>
                          <a:pt x="30677" y="95"/>
                          <a:pt x="30296" y="0"/>
                          <a:pt x="29820" y="0"/>
                        </a:cubicBezTo>
                        <a:cubicBezTo>
                          <a:pt x="20200" y="0"/>
                          <a:pt x="8008" y="6763"/>
                          <a:pt x="2578" y="15145"/>
                        </a:cubicBezTo>
                        <a:cubicBezTo>
                          <a:pt x="-2851" y="23527"/>
                          <a:pt x="578" y="30289"/>
                          <a:pt x="10198" y="30289"/>
                        </a:cubicBezTo>
                        <a:cubicBezTo>
                          <a:pt x="11913" y="30289"/>
                          <a:pt x="13723" y="30004"/>
                          <a:pt x="15532" y="29623"/>
                        </a:cubicBezTo>
                        <a:cubicBezTo>
                          <a:pt x="19628" y="27718"/>
                          <a:pt x="23533" y="25813"/>
                          <a:pt x="27343" y="23813"/>
                        </a:cubicBezTo>
                        <a:cubicBezTo>
                          <a:pt x="30391" y="15430"/>
                          <a:pt x="31534" y="7334"/>
                          <a:pt x="31153" y="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94" name="Forme libre : forme 17993">
                    <a:extLst>
                      <a:ext uri="{FF2B5EF4-FFF2-40B4-BE49-F238E27FC236}">
                        <a16:creationId xmlns:a16="http://schemas.microsoft.com/office/drawing/2014/main" id="{05C6AB34-A83E-4222-B104-0828C959E74D}"/>
                      </a:ext>
                    </a:extLst>
                  </p:cNvPr>
                  <p:cNvSpPr/>
                  <p:nvPr/>
                </p:nvSpPr>
                <p:spPr>
                  <a:xfrm>
                    <a:off x="2656924" y="4634865"/>
                    <a:ext cx="20446" cy="15430"/>
                  </a:xfrm>
                  <a:custGeom>
                    <a:avLst/>
                    <a:gdLst>
                      <a:gd name="connsiteX0" fmla="*/ 19129 w 20446"/>
                      <a:gd name="connsiteY0" fmla="*/ 7715 h 15430"/>
                      <a:gd name="connsiteX1" fmla="*/ 15224 w 20446"/>
                      <a:gd name="connsiteY1" fmla="*/ 0 h 15430"/>
                      <a:gd name="connsiteX2" fmla="*/ 1317 w 20446"/>
                      <a:gd name="connsiteY2" fmla="*/ 7715 h 15430"/>
                      <a:gd name="connsiteX3" fmla="*/ 5222 w 20446"/>
                      <a:gd name="connsiteY3" fmla="*/ 15430 h 15430"/>
                      <a:gd name="connsiteX4" fmla="*/ 19129 w 20446"/>
                      <a:gd name="connsiteY4" fmla="*/ 7715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19129" y="7715"/>
                        </a:moveTo>
                        <a:cubicBezTo>
                          <a:pt x="21891" y="3429"/>
                          <a:pt x="20177" y="0"/>
                          <a:pt x="15224" y="0"/>
                        </a:cubicBezTo>
                        <a:cubicBezTo>
                          <a:pt x="10271" y="0"/>
                          <a:pt x="4080" y="3524"/>
                          <a:pt x="1317" y="7715"/>
                        </a:cubicBezTo>
                        <a:cubicBezTo>
                          <a:pt x="-1445" y="12001"/>
                          <a:pt x="270" y="15430"/>
                          <a:pt x="5222" y="15430"/>
                        </a:cubicBezTo>
                        <a:cubicBezTo>
                          <a:pt x="10175" y="15430"/>
                          <a:pt x="16367" y="12001"/>
                          <a:pt x="19129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95" name="Forme libre : forme 17994">
                    <a:extLst>
                      <a:ext uri="{FF2B5EF4-FFF2-40B4-BE49-F238E27FC236}">
                        <a16:creationId xmlns:a16="http://schemas.microsoft.com/office/drawing/2014/main" id="{404103E3-A028-4A4D-9001-2C69D98BBE9A}"/>
                      </a:ext>
                    </a:extLst>
                  </p:cNvPr>
                  <p:cNvSpPr/>
                  <p:nvPr/>
                </p:nvSpPr>
                <p:spPr>
                  <a:xfrm>
                    <a:off x="3489964" y="4556569"/>
                    <a:ext cx="36773" cy="30289"/>
                  </a:xfrm>
                  <a:custGeom>
                    <a:avLst/>
                    <a:gdLst>
                      <a:gd name="connsiteX0" fmla="*/ 0 w 36773"/>
                      <a:gd name="connsiteY0" fmla="*/ 28480 h 30289"/>
                      <a:gd name="connsiteX1" fmla="*/ 6953 w 36773"/>
                      <a:gd name="connsiteY1" fmla="*/ 30289 h 30289"/>
                      <a:gd name="connsiteX2" fmla="*/ 34195 w 36773"/>
                      <a:gd name="connsiteY2" fmla="*/ 15145 h 30289"/>
                      <a:gd name="connsiteX3" fmla="*/ 26575 w 36773"/>
                      <a:gd name="connsiteY3" fmla="*/ 0 h 30289"/>
                      <a:gd name="connsiteX4" fmla="*/ 6667 w 36773"/>
                      <a:gd name="connsiteY4" fmla="*/ 7620 h 30289"/>
                      <a:gd name="connsiteX5" fmla="*/ 0 w 36773"/>
                      <a:gd name="connsiteY5" fmla="*/ 28480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773" h="30289">
                        <a:moveTo>
                          <a:pt x="0" y="28480"/>
                        </a:moveTo>
                        <a:cubicBezTo>
                          <a:pt x="1714" y="29623"/>
                          <a:pt x="4000" y="30289"/>
                          <a:pt x="6953" y="30289"/>
                        </a:cubicBezTo>
                        <a:cubicBezTo>
                          <a:pt x="16573" y="30289"/>
                          <a:pt x="28765" y="23527"/>
                          <a:pt x="34195" y="15145"/>
                        </a:cubicBezTo>
                        <a:cubicBezTo>
                          <a:pt x="39624" y="6763"/>
                          <a:pt x="36195" y="0"/>
                          <a:pt x="26575" y="0"/>
                        </a:cubicBezTo>
                        <a:cubicBezTo>
                          <a:pt x="20098" y="0"/>
                          <a:pt x="12573" y="3048"/>
                          <a:pt x="6667" y="7620"/>
                        </a:cubicBezTo>
                        <a:cubicBezTo>
                          <a:pt x="9049" y="13525"/>
                          <a:pt x="8287" y="20764"/>
                          <a:pt x="0" y="2848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96" name="Forme libre : forme 17995">
                    <a:extLst>
                      <a:ext uri="{FF2B5EF4-FFF2-40B4-BE49-F238E27FC236}">
                        <a16:creationId xmlns:a16="http://schemas.microsoft.com/office/drawing/2014/main" id="{35232669-117B-4EE1-AD4A-87004C645158}"/>
                      </a:ext>
                    </a:extLst>
                  </p:cNvPr>
                  <p:cNvSpPr/>
                  <p:nvPr/>
                </p:nvSpPr>
                <p:spPr>
                  <a:xfrm>
                    <a:off x="3486799" y="4564189"/>
                    <a:ext cx="10982" cy="20859"/>
                  </a:xfrm>
                  <a:custGeom>
                    <a:avLst/>
                    <a:gdLst>
                      <a:gd name="connsiteX0" fmla="*/ 9737 w 10982"/>
                      <a:gd name="connsiteY0" fmla="*/ 0 h 20859"/>
                      <a:gd name="connsiteX1" fmla="*/ 2498 w 10982"/>
                      <a:gd name="connsiteY1" fmla="*/ 7525 h 20859"/>
                      <a:gd name="connsiteX2" fmla="*/ 3260 w 10982"/>
                      <a:gd name="connsiteY2" fmla="*/ 20860 h 20859"/>
                      <a:gd name="connsiteX3" fmla="*/ 9737 w 10982"/>
                      <a:gd name="connsiteY3" fmla="*/ 0 h 20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982" h="20859">
                        <a:moveTo>
                          <a:pt x="9737" y="0"/>
                        </a:moveTo>
                        <a:cubicBezTo>
                          <a:pt x="6785" y="2191"/>
                          <a:pt x="4213" y="4763"/>
                          <a:pt x="2498" y="7525"/>
                        </a:cubicBezTo>
                        <a:cubicBezTo>
                          <a:pt x="-1216" y="13335"/>
                          <a:pt x="-645" y="18288"/>
                          <a:pt x="3260" y="20860"/>
                        </a:cubicBezTo>
                        <a:cubicBezTo>
                          <a:pt x="11452" y="13145"/>
                          <a:pt x="12214" y="5905"/>
                          <a:pt x="973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97" name="Forme libre : forme 17996">
                    <a:extLst>
                      <a:ext uri="{FF2B5EF4-FFF2-40B4-BE49-F238E27FC236}">
                        <a16:creationId xmlns:a16="http://schemas.microsoft.com/office/drawing/2014/main" id="{AC61BD6A-92CF-4934-B221-4585D739FFD7}"/>
                      </a:ext>
                    </a:extLst>
                  </p:cNvPr>
                  <p:cNvSpPr/>
                  <p:nvPr/>
                </p:nvSpPr>
                <p:spPr>
                  <a:xfrm>
                    <a:off x="3534731" y="4591240"/>
                    <a:ext cx="6270" cy="12477"/>
                  </a:xfrm>
                  <a:custGeom>
                    <a:avLst/>
                    <a:gdLst>
                      <a:gd name="connsiteX0" fmla="*/ 4953 w 6270"/>
                      <a:gd name="connsiteY0" fmla="*/ 7715 h 12477"/>
                      <a:gd name="connsiteX1" fmla="*/ 1048 w 6270"/>
                      <a:gd name="connsiteY1" fmla="*/ 0 h 12477"/>
                      <a:gd name="connsiteX2" fmla="*/ 191 w 6270"/>
                      <a:gd name="connsiteY2" fmla="*/ 191 h 12477"/>
                      <a:gd name="connsiteX3" fmla="*/ 0 w 6270"/>
                      <a:gd name="connsiteY3" fmla="*/ 12478 h 12477"/>
                      <a:gd name="connsiteX4" fmla="*/ 4953 w 6270"/>
                      <a:gd name="connsiteY4" fmla="*/ 7715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0" h="12477">
                        <a:moveTo>
                          <a:pt x="4953" y="7715"/>
                        </a:moveTo>
                        <a:cubicBezTo>
                          <a:pt x="7715" y="3429"/>
                          <a:pt x="6001" y="0"/>
                          <a:pt x="1048" y="0"/>
                        </a:cubicBezTo>
                        <a:cubicBezTo>
                          <a:pt x="762" y="0"/>
                          <a:pt x="476" y="95"/>
                          <a:pt x="191" y="191"/>
                        </a:cubicBezTo>
                        <a:cubicBezTo>
                          <a:pt x="0" y="4286"/>
                          <a:pt x="95" y="8382"/>
                          <a:pt x="0" y="12478"/>
                        </a:cubicBezTo>
                        <a:cubicBezTo>
                          <a:pt x="1905" y="11049"/>
                          <a:pt x="3810" y="9525"/>
                          <a:pt x="4953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98" name="Forme libre : forme 17997">
                    <a:extLst>
                      <a:ext uri="{FF2B5EF4-FFF2-40B4-BE49-F238E27FC236}">
                        <a16:creationId xmlns:a16="http://schemas.microsoft.com/office/drawing/2014/main" id="{72457713-1B62-48C7-ADB7-8DCFB71F630A}"/>
                      </a:ext>
                    </a:extLst>
                  </p:cNvPr>
                  <p:cNvSpPr/>
                  <p:nvPr/>
                </p:nvSpPr>
                <p:spPr>
                  <a:xfrm>
                    <a:off x="3520460" y="4591335"/>
                    <a:ext cx="14366" cy="15335"/>
                  </a:xfrm>
                  <a:custGeom>
                    <a:avLst/>
                    <a:gdLst>
                      <a:gd name="connsiteX0" fmla="*/ 1317 w 14366"/>
                      <a:gd name="connsiteY0" fmla="*/ 7620 h 15335"/>
                      <a:gd name="connsiteX1" fmla="*/ 5223 w 14366"/>
                      <a:gd name="connsiteY1" fmla="*/ 15335 h 15335"/>
                      <a:gd name="connsiteX2" fmla="*/ 14176 w 14366"/>
                      <a:gd name="connsiteY2" fmla="*/ 12287 h 15335"/>
                      <a:gd name="connsiteX3" fmla="*/ 14366 w 14366"/>
                      <a:gd name="connsiteY3" fmla="*/ 0 h 15335"/>
                      <a:gd name="connsiteX4" fmla="*/ 1317 w 14366"/>
                      <a:gd name="connsiteY4" fmla="*/ 7620 h 15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66" h="15335">
                        <a:moveTo>
                          <a:pt x="1317" y="7620"/>
                        </a:moveTo>
                        <a:cubicBezTo>
                          <a:pt x="-1445" y="11906"/>
                          <a:pt x="269" y="15335"/>
                          <a:pt x="5223" y="15335"/>
                        </a:cubicBezTo>
                        <a:cubicBezTo>
                          <a:pt x="8080" y="15335"/>
                          <a:pt x="11318" y="14097"/>
                          <a:pt x="14176" y="12287"/>
                        </a:cubicBezTo>
                        <a:cubicBezTo>
                          <a:pt x="14271" y="8192"/>
                          <a:pt x="14176" y="4191"/>
                          <a:pt x="14366" y="0"/>
                        </a:cubicBezTo>
                        <a:cubicBezTo>
                          <a:pt x="9604" y="381"/>
                          <a:pt x="3984" y="3620"/>
                          <a:pt x="1317" y="76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999" name="Forme libre : forme 17998">
                    <a:extLst>
                      <a:ext uri="{FF2B5EF4-FFF2-40B4-BE49-F238E27FC236}">
                        <a16:creationId xmlns:a16="http://schemas.microsoft.com/office/drawing/2014/main" id="{94466A3E-F839-45D9-8246-D3338A0BC830}"/>
                      </a:ext>
                    </a:extLst>
                  </p:cNvPr>
                  <p:cNvSpPr/>
                  <p:nvPr/>
                </p:nvSpPr>
                <p:spPr>
                  <a:xfrm>
                    <a:off x="3340135" y="4749069"/>
                    <a:ext cx="16001" cy="17240"/>
                  </a:xfrm>
                  <a:custGeom>
                    <a:avLst/>
                    <a:gdLst>
                      <a:gd name="connsiteX0" fmla="*/ 13621 w 16001"/>
                      <a:gd name="connsiteY0" fmla="*/ 5715 h 17240"/>
                      <a:gd name="connsiteX1" fmla="*/ 16002 w 16001"/>
                      <a:gd name="connsiteY1" fmla="*/ 0 h 17240"/>
                      <a:gd name="connsiteX2" fmla="*/ 0 w 16001"/>
                      <a:gd name="connsiteY2" fmla="*/ 17240 h 17240"/>
                      <a:gd name="connsiteX3" fmla="*/ 13621 w 16001"/>
                      <a:gd name="connsiteY3" fmla="*/ 5715 h 17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001" h="17240">
                        <a:moveTo>
                          <a:pt x="13621" y="5715"/>
                        </a:moveTo>
                        <a:cubicBezTo>
                          <a:pt x="14954" y="3715"/>
                          <a:pt x="15716" y="1810"/>
                          <a:pt x="16002" y="0"/>
                        </a:cubicBezTo>
                        <a:cubicBezTo>
                          <a:pt x="10668" y="5715"/>
                          <a:pt x="5239" y="11430"/>
                          <a:pt x="0" y="17240"/>
                        </a:cubicBezTo>
                        <a:cubicBezTo>
                          <a:pt x="5525" y="14383"/>
                          <a:pt x="10573" y="10287"/>
                          <a:pt x="13621" y="5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00" name="Forme libre : forme 17999">
                    <a:extLst>
                      <a:ext uri="{FF2B5EF4-FFF2-40B4-BE49-F238E27FC236}">
                        <a16:creationId xmlns:a16="http://schemas.microsoft.com/office/drawing/2014/main" id="{B3F312BE-324E-40AB-B367-7051357AA694}"/>
                      </a:ext>
                    </a:extLst>
                  </p:cNvPr>
                  <p:cNvSpPr/>
                  <p:nvPr/>
                </p:nvSpPr>
                <p:spPr>
                  <a:xfrm>
                    <a:off x="3316221" y="4739640"/>
                    <a:ext cx="39995" cy="30289"/>
                  </a:xfrm>
                  <a:custGeom>
                    <a:avLst/>
                    <a:gdLst>
                      <a:gd name="connsiteX0" fmla="*/ 29820 w 39995"/>
                      <a:gd name="connsiteY0" fmla="*/ 0 h 30289"/>
                      <a:gd name="connsiteX1" fmla="*/ 2578 w 39995"/>
                      <a:gd name="connsiteY1" fmla="*/ 15145 h 30289"/>
                      <a:gd name="connsiteX2" fmla="*/ 10198 w 39995"/>
                      <a:gd name="connsiteY2" fmla="*/ 30289 h 30289"/>
                      <a:gd name="connsiteX3" fmla="*/ 23819 w 39995"/>
                      <a:gd name="connsiteY3" fmla="*/ 26670 h 30289"/>
                      <a:gd name="connsiteX4" fmla="*/ 39821 w 39995"/>
                      <a:gd name="connsiteY4" fmla="*/ 9430 h 30289"/>
                      <a:gd name="connsiteX5" fmla="*/ 29820 w 39995"/>
                      <a:gd name="connsiteY5" fmla="*/ 0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995" h="30289">
                        <a:moveTo>
                          <a:pt x="29820" y="0"/>
                        </a:moveTo>
                        <a:cubicBezTo>
                          <a:pt x="20200" y="0"/>
                          <a:pt x="8008" y="6763"/>
                          <a:pt x="2578" y="15145"/>
                        </a:cubicBezTo>
                        <a:cubicBezTo>
                          <a:pt x="-2851" y="23527"/>
                          <a:pt x="578" y="30289"/>
                          <a:pt x="10198" y="30289"/>
                        </a:cubicBezTo>
                        <a:cubicBezTo>
                          <a:pt x="14485" y="30289"/>
                          <a:pt x="19247" y="28861"/>
                          <a:pt x="23819" y="26670"/>
                        </a:cubicBezTo>
                        <a:cubicBezTo>
                          <a:pt x="29058" y="20860"/>
                          <a:pt x="34487" y="15145"/>
                          <a:pt x="39821" y="9430"/>
                        </a:cubicBezTo>
                        <a:cubicBezTo>
                          <a:pt x="40869" y="3905"/>
                          <a:pt x="37154" y="0"/>
                          <a:pt x="298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01" name="Forme libre : forme 18000">
                    <a:extLst>
                      <a:ext uri="{FF2B5EF4-FFF2-40B4-BE49-F238E27FC236}">
                        <a16:creationId xmlns:a16="http://schemas.microsoft.com/office/drawing/2014/main" id="{A75FCEF2-0585-46BC-9F68-8AD8B9935D4D}"/>
                      </a:ext>
                    </a:extLst>
                  </p:cNvPr>
                  <p:cNvSpPr/>
                  <p:nvPr/>
                </p:nvSpPr>
                <p:spPr>
                  <a:xfrm>
                    <a:off x="3350058" y="4774310"/>
                    <a:ext cx="20446" cy="15430"/>
                  </a:xfrm>
                  <a:custGeom>
                    <a:avLst/>
                    <a:gdLst>
                      <a:gd name="connsiteX0" fmla="*/ 1317 w 20446"/>
                      <a:gd name="connsiteY0" fmla="*/ 7715 h 15430"/>
                      <a:gd name="connsiteX1" fmla="*/ 5222 w 20446"/>
                      <a:gd name="connsiteY1" fmla="*/ 15430 h 15430"/>
                      <a:gd name="connsiteX2" fmla="*/ 19129 w 20446"/>
                      <a:gd name="connsiteY2" fmla="*/ 7715 h 15430"/>
                      <a:gd name="connsiteX3" fmla="*/ 15224 w 20446"/>
                      <a:gd name="connsiteY3" fmla="*/ 0 h 15430"/>
                      <a:gd name="connsiteX4" fmla="*/ 1317 w 20446"/>
                      <a:gd name="connsiteY4" fmla="*/ 7715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1317" y="7715"/>
                        </a:moveTo>
                        <a:cubicBezTo>
                          <a:pt x="-1445" y="12002"/>
                          <a:pt x="269" y="15430"/>
                          <a:pt x="5222" y="15430"/>
                        </a:cubicBezTo>
                        <a:cubicBezTo>
                          <a:pt x="10176" y="15430"/>
                          <a:pt x="16367" y="11906"/>
                          <a:pt x="19129" y="7715"/>
                        </a:cubicBezTo>
                        <a:cubicBezTo>
                          <a:pt x="21891" y="3524"/>
                          <a:pt x="20177" y="0"/>
                          <a:pt x="15224" y="0"/>
                        </a:cubicBezTo>
                        <a:cubicBezTo>
                          <a:pt x="10366" y="0"/>
                          <a:pt x="4079" y="3429"/>
                          <a:pt x="1317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02" name="Forme libre : forme 18001">
                    <a:extLst>
                      <a:ext uri="{FF2B5EF4-FFF2-40B4-BE49-F238E27FC236}">
                        <a16:creationId xmlns:a16="http://schemas.microsoft.com/office/drawing/2014/main" id="{6B6E6F3C-ED40-45A9-BDD0-464514043DB5}"/>
                      </a:ext>
                    </a:extLst>
                  </p:cNvPr>
                  <p:cNvSpPr/>
                  <p:nvPr/>
                </p:nvSpPr>
                <p:spPr>
                  <a:xfrm>
                    <a:off x="2526034" y="4757737"/>
                    <a:ext cx="14295" cy="18383"/>
                  </a:xfrm>
                  <a:custGeom>
                    <a:avLst/>
                    <a:gdLst>
                      <a:gd name="connsiteX0" fmla="*/ 11811 w 14295"/>
                      <a:gd name="connsiteY0" fmla="*/ 7811 h 18383"/>
                      <a:gd name="connsiteX1" fmla="*/ 14288 w 14295"/>
                      <a:gd name="connsiteY1" fmla="*/ 0 h 18383"/>
                      <a:gd name="connsiteX2" fmla="*/ 0 w 14295"/>
                      <a:gd name="connsiteY2" fmla="*/ 18383 h 18383"/>
                      <a:gd name="connsiteX3" fmla="*/ 11811 w 14295"/>
                      <a:gd name="connsiteY3" fmla="*/ 7811 h 18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295" h="18383">
                        <a:moveTo>
                          <a:pt x="11811" y="7811"/>
                        </a:moveTo>
                        <a:cubicBezTo>
                          <a:pt x="13621" y="4953"/>
                          <a:pt x="14383" y="2286"/>
                          <a:pt x="14288" y="0"/>
                        </a:cubicBezTo>
                        <a:cubicBezTo>
                          <a:pt x="10954" y="6001"/>
                          <a:pt x="5905" y="12192"/>
                          <a:pt x="0" y="18383"/>
                        </a:cubicBezTo>
                        <a:cubicBezTo>
                          <a:pt x="4763" y="15621"/>
                          <a:pt x="9144" y="11906"/>
                          <a:pt x="11811" y="78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03" name="Forme libre : forme 18002">
                    <a:extLst>
                      <a:ext uri="{FF2B5EF4-FFF2-40B4-BE49-F238E27FC236}">
                        <a16:creationId xmlns:a16="http://schemas.microsoft.com/office/drawing/2014/main" id="{057A29EB-CB2B-460D-B737-76D466E76650}"/>
                      </a:ext>
                    </a:extLst>
                  </p:cNvPr>
                  <p:cNvSpPr/>
                  <p:nvPr/>
                </p:nvSpPr>
                <p:spPr>
                  <a:xfrm>
                    <a:off x="2500310" y="4750403"/>
                    <a:ext cx="39821" cy="30289"/>
                  </a:xfrm>
                  <a:custGeom>
                    <a:avLst/>
                    <a:gdLst>
                      <a:gd name="connsiteX0" fmla="*/ 29820 w 39821"/>
                      <a:gd name="connsiteY0" fmla="*/ 0 h 30289"/>
                      <a:gd name="connsiteX1" fmla="*/ 2578 w 39821"/>
                      <a:gd name="connsiteY1" fmla="*/ 15145 h 30289"/>
                      <a:gd name="connsiteX2" fmla="*/ 10198 w 39821"/>
                      <a:gd name="connsiteY2" fmla="*/ 30289 h 30289"/>
                      <a:gd name="connsiteX3" fmla="*/ 25534 w 39821"/>
                      <a:gd name="connsiteY3" fmla="*/ 25717 h 30289"/>
                      <a:gd name="connsiteX4" fmla="*/ 39821 w 39821"/>
                      <a:gd name="connsiteY4" fmla="*/ 7334 h 30289"/>
                      <a:gd name="connsiteX5" fmla="*/ 29820 w 39821"/>
                      <a:gd name="connsiteY5" fmla="*/ 0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821" h="30289">
                        <a:moveTo>
                          <a:pt x="29820" y="0"/>
                        </a:moveTo>
                        <a:cubicBezTo>
                          <a:pt x="20200" y="0"/>
                          <a:pt x="8008" y="6763"/>
                          <a:pt x="2578" y="15145"/>
                        </a:cubicBezTo>
                        <a:cubicBezTo>
                          <a:pt x="-2851" y="23527"/>
                          <a:pt x="578" y="30289"/>
                          <a:pt x="10198" y="30289"/>
                        </a:cubicBezTo>
                        <a:cubicBezTo>
                          <a:pt x="15056" y="30289"/>
                          <a:pt x="20580" y="28575"/>
                          <a:pt x="25534" y="25717"/>
                        </a:cubicBezTo>
                        <a:cubicBezTo>
                          <a:pt x="31439" y="19526"/>
                          <a:pt x="36583" y="13335"/>
                          <a:pt x="39821" y="7334"/>
                        </a:cubicBezTo>
                        <a:cubicBezTo>
                          <a:pt x="39821" y="2953"/>
                          <a:pt x="36202" y="0"/>
                          <a:pt x="298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04" name="Forme libre : forme 18003">
                    <a:extLst>
                      <a:ext uri="{FF2B5EF4-FFF2-40B4-BE49-F238E27FC236}">
                        <a16:creationId xmlns:a16="http://schemas.microsoft.com/office/drawing/2014/main" id="{511E05D9-4057-4B42-8AD4-FAFB723FA268}"/>
                      </a:ext>
                    </a:extLst>
                  </p:cNvPr>
                  <p:cNvSpPr/>
                  <p:nvPr/>
                </p:nvSpPr>
                <p:spPr>
                  <a:xfrm>
                    <a:off x="2534242" y="4785074"/>
                    <a:ext cx="20446" cy="15432"/>
                  </a:xfrm>
                  <a:custGeom>
                    <a:avLst/>
                    <a:gdLst>
                      <a:gd name="connsiteX0" fmla="*/ 19129 w 20446"/>
                      <a:gd name="connsiteY0" fmla="*/ 7715 h 15432"/>
                      <a:gd name="connsiteX1" fmla="*/ 15224 w 20446"/>
                      <a:gd name="connsiteY1" fmla="*/ 0 h 15432"/>
                      <a:gd name="connsiteX2" fmla="*/ 1317 w 20446"/>
                      <a:gd name="connsiteY2" fmla="*/ 7715 h 15432"/>
                      <a:gd name="connsiteX3" fmla="*/ 5222 w 20446"/>
                      <a:gd name="connsiteY3" fmla="*/ 15430 h 15432"/>
                      <a:gd name="connsiteX4" fmla="*/ 19129 w 20446"/>
                      <a:gd name="connsiteY4" fmla="*/ 7715 h 15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2">
                        <a:moveTo>
                          <a:pt x="19129" y="7715"/>
                        </a:moveTo>
                        <a:cubicBezTo>
                          <a:pt x="21891" y="3429"/>
                          <a:pt x="20177" y="0"/>
                          <a:pt x="15224" y="0"/>
                        </a:cubicBezTo>
                        <a:cubicBezTo>
                          <a:pt x="10271" y="0"/>
                          <a:pt x="4080" y="3524"/>
                          <a:pt x="1317" y="7715"/>
                        </a:cubicBezTo>
                        <a:cubicBezTo>
                          <a:pt x="-1445" y="11906"/>
                          <a:pt x="270" y="15430"/>
                          <a:pt x="5222" y="15430"/>
                        </a:cubicBezTo>
                        <a:cubicBezTo>
                          <a:pt x="10080" y="15526"/>
                          <a:pt x="16367" y="12002"/>
                          <a:pt x="19129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05" name="Forme libre : forme 18004">
                    <a:extLst>
                      <a:ext uri="{FF2B5EF4-FFF2-40B4-BE49-F238E27FC236}">
                        <a16:creationId xmlns:a16="http://schemas.microsoft.com/office/drawing/2014/main" id="{E9108284-8D39-42B9-A047-8826E25FA89F}"/>
                      </a:ext>
                    </a:extLst>
                  </p:cNvPr>
                  <p:cNvSpPr/>
                  <p:nvPr/>
                </p:nvSpPr>
                <p:spPr>
                  <a:xfrm>
                    <a:off x="2802544" y="4796504"/>
                    <a:ext cx="35149" cy="29051"/>
                  </a:xfrm>
                  <a:custGeom>
                    <a:avLst/>
                    <a:gdLst>
                      <a:gd name="connsiteX0" fmla="*/ 0 w 35149"/>
                      <a:gd name="connsiteY0" fmla="*/ 28099 h 29051"/>
                      <a:gd name="connsiteX1" fmla="*/ 5334 w 35149"/>
                      <a:gd name="connsiteY1" fmla="*/ 29051 h 29051"/>
                      <a:gd name="connsiteX2" fmla="*/ 32576 w 35149"/>
                      <a:gd name="connsiteY2" fmla="*/ 13906 h 29051"/>
                      <a:gd name="connsiteX3" fmla="*/ 30861 w 35149"/>
                      <a:gd name="connsiteY3" fmla="*/ 0 h 29051"/>
                      <a:gd name="connsiteX4" fmla="*/ 0 w 35149"/>
                      <a:gd name="connsiteY4" fmla="*/ 28099 h 29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149" h="29051">
                        <a:moveTo>
                          <a:pt x="0" y="28099"/>
                        </a:moveTo>
                        <a:cubicBezTo>
                          <a:pt x="1524" y="28670"/>
                          <a:pt x="3238" y="29051"/>
                          <a:pt x="5334" y="29051"/>
                        </a:cubicBezTo>
                        <a:cubicBezTo>
                          <a:pt x="14954" y="29051"/>
                          <a:pt x="27146" y="22288"/>
                          <a:pt x="32576" y="13906"/>
                        </a:cubicBezTo>
                        <a:cubicBezTo>
                          <a:pt x="36671" y="7620"/>
                          <a:pt x="35719" y="2191"/>
                          <a:pt x="30861" y="0"/>
                        </a:cubicBezTo>
                        <a:cubicBezTo>
                          <a:pt x="30575" y="9144"/>
                          <a:pt x="17050" y="19240"/>
                          <a:pt x="0" y="280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06" name="Forme libre : forme 18005">
                    <a:extLst>
                      <a:ext uri="{FF2B5EF4-FFF2-40B4-BE49-F238E27FC236}">
                        <a16:creationId xmlns:a16="http://schemas.microsoft.com/office/drawing/2014/main" id="{7F920B34-48F1-4A44-80B0-08BDC31C40F4}"/>
                      </a:ext>
                    </a:extLst>
                  </p:cNvPr>
                  <p:cNvSpPr/>
                  <p:nvPr/>
                </p:nvSpPr>
                <p:spPr>
                  <a:xfrm>
                    <a:off x="2797743" y="4795455"/>
                    <a:ext cx="35662" cy="29242"/>
                  </a:xfrm>
                  <a:custGeom>
                    <a:avLst/>
                    <a:gdLst>
                      <a:gd name="connsiteX0" fmla="*/ 2516 w 35662"/>
                      <a:gd name="connsiteY0" fmla="*/ 15051 h 29242"/>
                      <a:gd name="connsiteX1" fmla="*/ 4801 w 35662"/>
                      <a:gd name="connsiteY1" fmla="*/ 29243 h 29242"/>
                      <a:gd name="connsiteX2" fmla="*/ 35663 w 35662"/>
                      <a:gd name="connsiteY2" fmla="*/ 1144 h 29242"/>
                      <a:gd name="connsiteX3" fmla="*/ 29757 w 35662"/>
                      <a:gd name="connsiteY3" fmla="*/ 1 h 29242"/>
                      <a:gd name="connsiteX4" fmla="*/ 2516 w 35662"/>
                      <a:gd name="connsiteY4" fmla="*/ 15051 h 29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62" h="29242">
                        <a:moveTo>
                          <a:pt x="2516" y="15051"/>
                        </a:moveTo>
                        <a:cubicBezTo>
                          <a:pt x="-1676" y="21623"/>
                          <a:pt x="-437" y="27052"/>
                          <a:pt x="4801" y="29243"/>
                        </a:cubicBezTo>
                        <a:cubicBezTo>
                          <a:pt x="21851" y="20385"/>
                          <a:pt x="35377" y="10288"/>
                          <a:pt x="35663" y="1144"/>
                        </a:cubicBezTo>
                        <a:cubicBezTo>
                          <a:pt x="34043" y="382"/>
                          <a:pt x="32138" y="1"/>
                          <a:pt x="29757" y="1"/>
                        </a:cubicBezTo>
                        <a:cubicBezTo>
                          <a:pt x="20041" y="-94"/>
                          <a:pt x="7945" y="6669"/>
                          <a:pt x="2516" y="150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07" name="Forme libre : forme 18006">
                    <a:extLst>
                      <a:ext uri="{FF2B5EF4-FFF2-40B4-BE49-F238E27FC236}">
                        <a16:creationId xmlns:a16="http://schemas.microsoft.com/office/drawing/2014/main" id="{E85EB47C-7D8A-4DEA-BBD2-F510381066EB}"/>
                      </a:ext>
                    </a:extLst>
                  </p:cNvPr>
                  <p:cNvSpPr/>
                  <p:nvPr/>
                </p:nvSpPr>
                <p:spPr>
                  <a:xfrm>
                    <a:off x="2831517" y="4829936"/>
                    <a:ext cx="20446" cy="15430"/>
                  </a:xfrm>
                  <a:custGeom>
                    <a:avLst/>
                    <a:gdLst>
                      <a:gd name="connsiteX0" fmla="*/ 19129 w 20446"/>
                      <a:gd name="connsiteY0" fmla="*/ 7716 h 15430"/>
                      <a:gd name="connsiteX1" fmla="*/ 15224 w 20446"/>
                      <a:gd name="connsiteY1" fmla="*/ 0 h 15430"/>
                      <a:gd name="connsiteX2" fmla="*/ 1317 w 20446"/>
                      <a:gd name="connsiteY2" fmla="*/ 7716 h 15430"/>
                      <a:gd name="connsiteX3" fmla="*/ 5222 w 20446"/>
                      <a:gd name="connsiteY3" fmla="*/ 15431 h 15430"/>
                      <a:gd name="connsiteX4" fmla="*/ 19129 w 20446"/>
                      <a:gd name="connsiteY4" fmla="*/ 7716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19129" y="7716"/>
                        </a:moveTo>
                        <a:cubicBezTo>
                          <a:pt x="21891" y="3429"/>
                          <a:pt x="20177" y="0"/>
                          <a:pt x="15224" y="0"/>
                        </a:cubicBezTo>
                        <a:cubicBezTo>
                          <a:pt x="10271" y="0"/>
                          <a:pt x="4079" y="3524"/>
                          <a:pt x="1317" y="7716"/>
                        </a:cubicBezTo>
                        <a:cubicBezTo>
                          <a:pt x="-1445" y="12002"/>
                          <a:pt x="269" y="15431"/>
                          <a:pt x="5222" y="15431"/>
                        </a:cubicBezTo>
                        <a:cubicBezTo>
                          <a:pt x="10176" y="15431"/>
                          <a:pt x="16367" y="12002"/>
                          <a:pt x="19129" y="77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08" name="Forme libre : forme 18007">
                    <a:extLst>
                      <a:ext uri="{FF2B5EF4-FFF2-40B4-BE49-F238E27FC236}">
                        <a16:creationId xmlns:a16="http://schemas.microsoft.com/office/drawing/2014/main" id="{76615A4A-8149-4DD1-837B-88B0BDAC14DB}"/>
                      </a:ext>
                    </a:extLst>
                  </p:cNvPr>
                  <p:cNvSpPr/>
                  <p:nvPr/>
                </p:nvSpPr>
                <p:spPr>
                  <a:xfrm>
                    <a:off x="4136044" y="4609242"/>
                    <a:ext cx="29057" cy="30194"/>
                  </a:xfrm>
                  <a:custGeom>
                    <a:avLst/>
                    <a:gdLst>
                      <a:gd name="connsiteX0" fmla="*/ 26479 w 29057"/>
                      <a:gd name="connsiteY0" fmla="*/ 15145 h 30194"/>
                      <a:gd name="connsiteX1" fmla="*/ 18860 w 29057"/>
                      <a:gd name="connsiteY1" fmla="*/ 0 h 30194"/>
                      <a:gd name="connsiteX2" fmla="*/ 15240 w 29057"/>
                      <a:gd name="connsiteY2" fmla="*/ 286 h 30194"/>
                      <a:gd name="connsiteX3" fmla="*/ 0 w 29057"/>
                      <a:gd name="connsiteY3" fmla="*/ 30194 h 30194"/>
                      <a:gd name="connsiteX4" fmla="*/ 26479 w 29057"/>
                      <a:gd name="connsiteY4" fmla="*/ 15145 h 30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057" h="30194">
                        <a:moveTo>
                          <a:pt x="26479" y="15145"/>
                        </a:moveTo>
                        <a:cubicBezTo>
                          <a:pt x="31909" y="6763"/>
                          <a:pt x="28480" y="0"/>
                          <a:pt x="18860" y="0"/>
                        </a:cubicBezTo>
                        <a:cubicBezTo>
                          <a:pt x="17717" y="0"/>
                          <a:pt x="16478" y="95"/>
                          <a:pt x="15240" y="286"/>
                        </a:cubicBezTo>
                        <a:cubicBezTo>
                          <a:pt x="11430" y="10096"/>
                          <a:pt x="6382" y="20193"/>
                          <a:pt x="0" y="30194"/>
                        </a:cubicBezTo>
                        <a:cubicBezTo>
                          <a:pt x="9525" y="29908"/>
                          <a:pt x="21241" y="23241"/>
                          <a:pt x="26479" y="15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09" name="Forme libre : forme 18008">
                    <a:extLst>
                      <a:ext uri="{FF2B5EF4-FFF2-40B4-BE49-F238E27FC236}">
                        <a16:creationId xmlns:a16="http://schemas.microsoft.com/office/drawing/2014/main" id="{F3434D4C-113F-41FC-B10D-C294AF5A411E}"/>
                      </a:ext>
                    </a:extLst>
                  </p:cNvPr>
                  <p:cNvSpPr/>
                  <p:nvPr/>
                </p:nvSpPr>
                <p:spPr>
                  <a:xfrm>
                    <a:off x="4125084" y="4609528"/>
                    <a:ext cx="26104" cy="30003"/>
                  </a:xfrm>
                  <a:custGeom>
                    <a:avLst/>
                    <a:gdLst>
                      <a:gd name="connsiteX0" fmla="*/ 2578 w 26104"/>
                      <a:gd name="connsiteY0" fmla="*/ 14859 h 30003"/>
                      <a:gd name="connsiteX1" fmla="*/ 10198 w 26104"/>
                      <a:gd name="connsiteY1" fmla="*/ 30004 h 30003"/>
                      <a:gd name="connsiteX2" fmla="*/ 10865 w 26104"/>
                      <a:gd name="connsiteY2" fmla="*/ 29908 h 30003"/>
                      <a:gd name="connsiteX3" fmla="*/ 26105 w 26104"/>
                      <a:gd name="connsiteY3" fmla="*/ 0 h 30003"/>
                      <a:gd name="connsiteX4" fmla="*/ 2578 w 26104"/>
                      <a:gd name="connsiteY4" fmla="*/ 14859 h 30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04" h="30003">
                        <a:moveTo>
                          <a:pt x="2578" y="14859"/>
                        </a:moveTo>
                        <a:cubicBezTo>
                          <a:pt x="-2851" y="23241"/>
                          <a:pt x="578" y="30004"/>
                          <a:pt x="10198" y="30004"/>
                        </a:cubicBezTo>
                        <a:cubicBezTo>
                          <a:pt x="10389" y="30004"/>
                          <a:pt x="10675" y="29908"/>
                          <a:pt x="10865" y="29908"/>
                        </a:cubicBezTo>
                        <a:cubicBezTo>
                          <a:pt x="17247" y="19907"/>
                          <a:pt x="22295" y="9811"/>
                          <a:pt x="26105" y="0"/>
                        </a:cubicBezTo>
                        <a:cubicBezTo>
                          <a:pt x="17342" y="1429"/>
                          <a:pt x="7341" y="7525"/>
                          <a:pt x="2578" y="148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10" name="Forme libre : forme 18009">
                    <a:extLst>
                      <a:ext uri="{FF2B5EF4-FFF2-40B4-BE49-F238E27FC236}">
                        <a16:creationId xmlns:a16="http://schemas.microsoft.com/office/drawing/2014/main" id="{76CEEFC8-6D41-4C52-B5BF-C0DFAC5F5298}"/>
                      </a:ext>
                    </a:extLst>
                  </p:cNvPr>
                  <p:cNvSpPr/>
                  <p:nvPr/>
                </p:nvSpPr>
                <p:spPr>
                  <a:xfrm>
                    <a:off x="4158921" y="4643913"/>
                    <a:ext cx="20446" cy="15432"/>
                  </a:xfrm>
                  <a:custGeom>
                    <a:avLst/>
                    <a:gdLst>
                      <a:gd name="connsiteX0" fmla="*/ 19129 w 20446"/>
                      <a:gd name="connsiteY0" fmla="*/ 7715 h 15432"/>
                      <a:gd name="connsiteX1" fmla="*/ 15224 w 20446"/>
                      <a:gd name="connsiteY1" fmla="*/ 0 h 15432"/>
                      <a:gd name="connsiteX2" fmla="*/ 1317 w 20446"/>
                      <a:gd name="connsiteY2" fmla="*/ 7715 h 15432"/>
                      <a:gd name="connsiteX3" fmla="*/ 5223 w 20446"/>
                      <a:gd name="connsiteY3" fmla="*/ 15431 h 15432"/>
                      <a:gd name="connsiteX4" fmla="*/ 19129 w 20446"/>
                      <a:gd name="connsiteY4" fmla="*/ 7715 h 15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2">
                        <a:moveTo>
                          <a:pt x="19129" y="7715"/>
                        </a:moveTo>
                        <a:cubicBezTo>
                          <a:pt x="21891" y="3429"/>
                          <a:pt x="20177" y="0"/>
                          <a:pt x="15224" y="0"/>
                        </a:cubicBezTo>
                        <a:cubicBezTo>
                          <a:pt x="10271" y="0"/>
                          <a:pt x="4080" y="3524"/>
                          <a:pt x="1317" y="7715"/>
                        </a:cubicBezTo>
                        <a:cubicBezTo>
                          <a:pt x="-1445" y="11906"/>
                          <a:pt x="269" y="15431"/>
                          <a:pt x="5223" y="15431"/>
                        </a:cubicBezTo>
                        <a:cubicBezTo>
                          <a:pt x="10175" y="15526"/>
                          <a:pt x="16367" y="12002"/>
                          <a:pt x="19129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11" name="Forme libre : forme 18010">
                    <a:extLst>
                      <a:ext uri="{FF2B5EF4-FFF2-40B4-BE49-F238E27FC236}">
                        <a16:creationId xmlns:a16="http://schemas.microsoft.com/office/drawing/2014/main" id="{CA75F07F-C6A7-4585-A62B-04646E4414DE}"/>
                      </a:ext>
                    </a:extLst>
                  </p:cNvPr>
                  <p:cNvSpPr/>
                  <p:nvPr/>
                </p:nvSpPr>
                <p:spPr>
                  <a:xfrm>
                    <a:off x="3694370" y="4689728"/>
                    <a:ext cx="11715" cy="4476"/>
                  </a:xfrm>
                  <a:custGeom>
                    <a:avLst/>
                    <a:gdLst>
                      <a:gd name="connsiteX0" fmla="*/ 11716 w 11715"/>
                      <a:gd name="connsiteY0" fmla="*/ 0 h 4476"/>
                      <a:gd name="connsiteX1" fmla="*/ 0 w 11715"/>
                      <a:gd name="connsiteY1" fmla="*/ 4477 h 4476"/>
                      <a:gd name="connsiteX2" fmla="*/ 11716 w 11715"/>
                      <a:gd name="connsiteY2" fmla="*/ 0 h 4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715" h="4476">
                        <a:moveTo>
                          <a:pt x="11716" y="0"/>
                        </a:moveTo>
                        <a:cubicBezTo>
                          <a:pt x="7811" y="1524"/>
                          <a:pt x="3905" y="2953"/>
                          <a:pt x="0" y="4477"/>
                        </a:cubicBezTo>
                        <a:cubicBezTo>
                          <a:pt x="3905" y="3810"/>
                          <a:pt x="7906" y="2191"/>
                          <a:pt x="1171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12" name="Forme libre : forme 18011">
                    <a:extLst>
                      <a:ext uri="{FF2B5EF4-FFF2-40B4-BE49-F238E27FC236}">
                        <a16:creationId xmlns:a16="http://schemas.microsoft.com/office/drawing/2014/main" id="{925A6FFF-2BC6-4417-9655-EBA1E05DF9EA}"/>
                      </a:ext>
                    </a:extLst>
                  </p:cNvPr>
                  <p:cNvSpPr/>
                  <p:nvPr/>
                </p:nvSpPr>
                <p:spPr>
                  <a:xfrm>
                    <a:off x="3686655" y="4664297"/>
                    <a:ext cx="33344" cy="30289"/>
                  </a:xfrm>
                  <a:custGeom>
                    <a:avLst/>
                    <a:gdLst>
                      <a:gd name="connsiteX0" fmla="*/ 30766 w 33344"/>
                      <a:gd name="connsiteY0" fmla="*/ 15145 h 30289"/>
                      <a:gd name="connsiteX1" fmla="*/ 23146 w 33344"/>
                      <a:gd name="connsiteY1" fmla="*/ 0 h 30289"/>
                      <a:gd name="connsiteX2" fmla="*/ 16383 w 33344"/>
                      <a:gd name="connsiteY2" fmla="*/ 1048 h 30289"/>
                      <a:gd name="connsiteX3" fmla="*/ 0 w 33344"/>
                      <a:gd name="connsiteY3" fmla="*/ 29908 h 30289"/>
                      <a:gd name="connsiteX4" fmla="*/ 3620 w 33344"/>
                      <a:gd name="connsiteY4" fmla="*/ 30289 h 30289"/>
                      <a:gd name="connsiteX5" fmla="*/ 7715 w 33344"/>
                      <a:gd name="connsiteY5" fmla="*/ 29908 h 30289"/>
                      <a:gd name="connsiteX6" fmla="*/ 19431 w 33344"/>
                      <a:gd name="connsiteY6" fmla="*/ 25432 h 30289"/>
                      <a:gd name="connsiteX7" fmla="*/ 30766 w 33344"/>
                      <a:gd name="connsiteY7" fmla="*/ 15145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3344" h="30289">
                        <a:moveTo>
                          <a:pt x="30766" y="15145"/>
                        </a:moveTo>
                        <a:cubicBezTo>
                          <a:pt x="36195" y="6763"/>
                          <a:pt x="32766" y="0"/>
                          <a:pt x="23146" y="0"/>
                        </a:cubicBezTo>
                        <a:cubicBezTo>
                          <a:pt x="20955" y="0"/>
                          <a:pt x="18669" y="381"/>
                          <a:pt x="16383" y="1048"/>
                        </a:cubicBezTo>
                        <a:cubicBezTo>
                          <a:pt x="15526" y="9811"/>
                          <a:pt x="8572" y="20193"/>
                          <a:pt x="0" y="29908"/>
                        </a:cubicBezTo>
                        <a:cubicBezTo>
                          <a:pt x="1143" y="30194"/>
                          <a:pt x="2286" y="30289"/>
                          <a:pt x="3620" y="30289"/>
                        </a:cubicBezTo>
                        <a:cubicBezTo>
                          <a:pt x="4953" y="30289"/>
                          <a:pt x="6382" y="30099"/>
                          <a:pt x="7715" y="29908"/>
                        </a:cubicBezTo>
                        <a:cubicBezTo>
                          <a:pt x="11621" y="28385"/>
                          <a:pt x="15526" y="26956"/>
                          <a:pt x="19431" y="25432"/>
                        </a:cubicBezTo>
                        <a:cubicBezTo>
                          <a:pt x="24003" y="22670"/>
                          <a:pt x="28194" y="19145"/>
                          <a:pt x="30766" y="15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13" name="Forme libre : forme 18012">
                    <a:extLst>
                      <a:ext uri="{FF2B5EF4-FFF2-40B4-BE49-F238E27FC236}">
                        <a16:creationId xmlns:a16="http://schemas.microsoft.com/office/drawing/2014/main" id="{40FA3ECC-46E0-4783-9F83-B547DB8DF82E}"/>
                      </a:ext>
                    </a:extLst>
                  </p:cNvPr>
                  <p:cNvSpPr/>
                  <p:nvPr/>
                </p:nvSpPr>
                <p:spPr>
                  <a:xfrm>
                    <a:off x="3679991" y="4665344"/>
                    <a:ext cx="22951" cy="28860"/>
                  </a:xfrm>
                  <a:custGeom>
                    <a:avLst/>
                    <a:gdLst>
                      <a:gd name="connsiteX0" fmla="*/ 2569 w 22951"/>
                      <a:gd name="connsiteY0" fmla="*/ 14192 h 28860"/>
                      <a:gd name="connsiteX1" fmla="*/ 6569 w 22951"/>
                      <a:gd name="connsiteY1" fmla="*/ 28861 h 28860"/>
                      <a:gd name="connsiteX2" fmla="*/ 22952 w 22951"/>
                      <a:gd name="connsiteY2" fmla="*/ 0 h 28860"/>
                      <a:gd name="connsiteX3" fmla="*/ 2569 w 22951"/>
                      <a:gd name="connsiteY3" fmla="*/ 14192 h 28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51" h="28860">
                        <a:moveTo>
                          <a:pt x="2569" y="14192"/>
                        </a:moveTo>
                        <a:cubicBezTo>
                          <a:pt x="-2099" y="21336"/>
                          <a:pt x="-194" y="27337"/>
                          <a:pt x="6569" y="28861"/>
                        </a:cubicBezTo>
                        <a:cubicBezTo>
                          <a:pt x="15142" y="19145"/>
                          <a:pt x="22095" y="8763"/>
                          <a:pt x="22952" y="0"/>
                        </a:cubicBezTo>
                        <a:cubicBezTo>
                          <a:pt x="14951" y="2191"/>
                          <a:pt x="6760" y="7715"/>
                          <a:pt x="2569" y="14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14" name="Forme libre : forme 18013">
                    <a:extLst>
                      <a:ext uri="{FF2B5EF4-FFF2-40B4-BE49-F238E27FC236}">
                        <a16:creationId xmlns:a16="http://schemas.microsoft.com/office/drawing/2014/main" id="{560DE570-50CD-4B79-AF0C-4B2862E1E7BA}"/>
                      </a:ext>
                    </a:extLst>
                  </p:cNvPr>
                  <p:cNvSpPr/>
                  <p:nvPr/>
                </p:nvSpPr>
                <p:spPr>
                  <a:xfrm>
                    <a:off x="3713722" y="4699063"/>
                    <a:ext cx="20446" cy="15430"/>
                  </a:xfrm>
                  <a:custGeom>
                    <a:avLst/>
                    <a:gdLst>
                      <a:gd name="connsiteX0" fmla="*/ 1317 w 20446"/>
                      <a:gd name="connsiteY0" fmla="*/ 7715 h 15430"/>
                      <a:gd name="connsiteX1" fmla="*/ 5223 w 20446"/>
                      <a:gd name="connsiteY1" fmla="*/ 15430 h 15430"/>
                      <a:gd name="connsiteX2" fmla="*/ 19129 w 20446"/>
                      <a:gd name="connsiteY2" fmla="*/ 7715 h 15430"/>
                      <a:gd name="connsiteX3" fmla="*/ 15224 w 20446"/>
                      <a:gd name="connsiteY3" fmla="*/ 0 h 15430"/>
                      <a:gd name="connsiteX4" fmla="*/ 1317 w 20446"/>
                      <a:gd name="connsiteY4" fmla="*/ 7715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1317" y="7715"/>
                        </a:moveTo>
                        <a:cubicBezTo>
                          <a:pt x="-1445" y="12002"/>
                          <a:pt x="269" y="15430"/>
                          <a:pt x="5223" y="15430"/>
                        </a:cubicBezTo>
                        <a:cubicBezTo>
                          <a:pt x="10175" y="15430"/>
                          <a:pt x="16367" y="11906"/>
                          <a:pt x="19129" y="7715"/>
                        </a:cubicBezTo>
                        <a:cubicBezTo>
                          <a:pt x="21891" y="3524"/>
                          <a:pt x="20177" y="0"/>
                          <a:pt x="15224" y="0"/>
                        </a:cubicBezTo>
                        <a:cubicBezTo>
                          <a:pt x="10271" y="0"/>
                          <a:pt x="4079" y="3429"/>
                          <a:pt x="1317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15" name="Forme libre : forme 18014">
                    <a:extLst>
                      <a:ext uri="{FF2B5EF4-FFF2-40B4-BE49-F238E27FC236}">
                        <a16:creationId xmlns:a16="http://schemas.microsoft.com/office/drawing/2014/main" id="{DF72AB8D-C57D-49EC-8656-4A82734191D3}"/>
                      </a:ext>
                    </a:extLst>
                  </p:cNvPr>
                  <p:cNvSpPr/>
                  <p:nvPr/>
                </p:nvSpPr>
                <p:spPr>
                  <a:xfrm>
                    <a:off x="3728521" y="4806029"/>
                    <a:ext cx="39921" cy="27527"/>
                  </a:xfrm>
                  <a:custGeom>
                    <a:avLst/>
                    <a:gdLst>
                      <a:gd name="connsiteX0" fmla="*/ 711 w 39921"/>
                      <a:gd name="connsiteY0" fmla="*/ 16097 h 27527"/>
                      <a:gd name="connsiteX1" fmla="*/ 10141 w 39921"/>
                      <a:gd name="connsiteY1" fmla="*/ 27527 h 27527"/>
                      <a:gd name="connsiteX2" fmla="*/ 37382 w 39921"/>
                      <a:gd name="connsiteY2" fmla="*/ 12382 h 27527"/>
                      <a:gd name="connsiteX3" fmla="*/ 37954 w 39921"/>
                      <a:gd name="connsiteY3" fmla="*/ 0 h 27527"/>
                      <a:gd name="connsiteX4" fmla="*/ 16427 w 39921"/>
                      <a:gd name="connsiteY4" fmla="*/ 10096 h 27527"/>
                      <a:gd name="connsiteX5" fmla="*/ 711 w 39921"/>
                      <a:gd name="connsiteY5" fmla="*/ 16097 h 27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921" h="27527">
                        <a:moveTo>
                          <a:pt x="711" y="16097"/>
                        </a:moveTo>
                        <a:cubicBezTo>
                          <a:pt x="-1670" y="22670"/>
                          <a:pt x="2044" y="27527"/>
                          <a:pt x="10141" y="27527"/>
                        </a:cubicBezTo>
                        <a:cubicBezTo>
                          <a:pt x="19761" y="27527"/>
                          <a:pt x="31953" y="20764"/>
                          <a:pt x="37382" y="12382"/>
                        </a:cubicBezTo>
                        <a:cubicBezTo>
                          <a:pt x="40716" y="7239"/>
                          <a:pt x="40621" y="2762"/>
                          <a:pt x="37954" y="0"/>
                        </a:cubicBezTo>
                        <a:cubicBezTo>
                          <a:pt x="31191" y="4286"/>
                          <a:pt x="23285" y="7429"/>
                          <a:pt x="16427" y="10096"/>
                        </a:cubicBezTo>
                        <a:cubicBezTo>
                          <a:pt x="11189" y="12097"/>
                          <a:pt x="5950" y="14097"/>
                          <a:pt x="711" y="160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16" name="Forme libre : forme 18015">
                    <a:extLst>
                      <a:ext uri="{FF2B5EF4-FFF2-40B4-BE49-F238E27FC236}">
                        <a16:creationId xmlns:a16="http://schemas.microsoft.com/office/drawing/2014/main" id="{E066CAE7-7D1C-41AA-B0E1-262C592E2676}"/>
                      </a:ext>
                    </a:extLst>
                  </p:cNvPr>
                  <p:cNvSpPr/>
                  <p:nvPr/>
                </p:nvSpPr>
                <p:spPr>
                  <a:xfrm>
                    <a:off x="3729136" y="4803266"/>
                    <a:ext cx="37242" cy="18859"/>
                  </a:xfrm>
                  <a:custGeom>
                    <a:avLst/>
                    <a:gdLst>
                      <a:gd name="connsiteX0" fmla="*/ 29051 w 37242"/>
                      <a:gd name="connsiteY0" fmla="*/ 0 h 18859"/>
                      <a:gd name="connsiteX1" fmla="*/ 1810 w 37242"/>
                      <a:gd name="connsiteY1" fmla="*/ 15145 h 18859"/>
                      <a:gd name="connsiteX2" fmla="*/ 0 w 37242"/>
                      <a:gd name="connsiteY2" fmla="*/ 18860 h 18859"/>
                      <a:gd name="connsiteX3" fmla="*/ 15716 w 37242"/>
                      <a:gd name="connsiteY3" fmla="*/ 12859 h 18859"/>
                      <a:gd name="connsiteX4" fmla="*/ 37243 w 37242"/>
                      <a:gd name="connsiteY4" fmla="*/ 2762 h 18859"/>
                      <a:gd name="connsiteX5" fmla="*/ 29051 w 37242"/>
                      <a:gd name="connsiteY5" fmla="*/ 0 h 18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242" h="18859">
                        <a:moveTo>
                          <a:pt x="29051" y="0"/>
                        </a:moveTo>
                        <a:cubicBezTo>
                          <a:pt x="19431" y="0"/>
                          <a:pt x="7239" y="6763"/>
                          <a:pt x="1810" y="15145"/>
                        </a:cubicBezTo>
                        <a:cubicBezTo>
                          <a:pt x="953" y="16383"/>
                          <a:pt x="476" y="17621"/>
                          <a:pt x="0" y="18860"/>
                        </a:cubicBezTo>
                        <a:cubicBezTo>
                          <a:pt x="5239" y="16859"/>
                          <a:pt x="10478" y="14859"/>
                          <a:pt x="15716" y="12859"/>
                        </a:cubicBezTo>
                        <a:cubicBezTo>
                          <a:pt x="22574" y="10192"/>
                          <a:pt x="30480" y="7048"/>
                          <a:pt x="37243" y="2762"/>
                        </a:cubicBezTo>
                        <a:cubicBezTo>
                          <a:pt x="35624" y="1048"/>
                          <a:pt x="32861" y="0"/>
                          <a:pt x="2905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17" name="Forme libre : forme 18016">
                    <a:extLst>
                      <a:ext uri="{FF2B5EF4-FFF2-40B4-BE49-F238E27FC236}">
                        <a16:creationId xmlns:a16="http://schemas.microsoft.com/office/drawing/2014/main" id="{80CF9E62-63ED-4791-BF1C-575456A73EEA}"/>
                      </a:ext>
                    </a:extLst>
                  </p:cNvPr>
                  <p:cNvSpPr/>
                  <p:nvPr/>
                </p:nvSpPr>
                <p:spPr>
                  <a:xfrm>
                    <a:off x="3768475" y="4845367"/>
                    <a:ext cx="13049" cy="7905"/>
                  </a:xfrm>
                  <a:custGeom>
                    <a:avLst/>
                    <a:gdLst>
                      <a:gd name="connsiteX0" fmla="*/ 12954 w 13049"/>
                      <a:gd name="connsiteY0" fmla="*/ 286 h 7905"/>
                      <a:gd name="connsiteX1" fmla="*/ 13049 w 13049"/>
                      <a:gd name="connsiteY1" fmla="*/ 0 h 7905"/>
                      <a:gd name="connsiteX2" fmla="*/ 0 w 13049"/>
                      <a:gd name="connsiteY2" fmla="*/ 7906 h 7905"/>
                      <a:gd name="connsiteX3" fmla="*/ 12954 w 13049"/>
                      <a:gd name="connsiteY3" fmla="*/ 286 h 7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049" h="7905">
                        <a:moveTo>
                          <a:pt x="12954" y="286"/>
                        </a:moveTo>
                        <a:cubicBezTo>
                          <a:pt x="13049" y="190"/>
                          <a:pt x="13049" y="95"/>
                          <a:pt x="13049" y="0"/>
                        </a:cubicBezTo>
                        <a:cubicBezTo>
                          <a:pt x="8668" y="2667"/>
                          <a:pt x="4286" y="5239"/>
                          <a:pt x="0" y="7906"/>
                        </a:cubicBezTo>
                        <a:cubicBezTo>
                          <a:pt x="4763" y="7429"/>
                          <a:pt x="10287" y="4286"/>
                          <a:pt x="12954" y="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18" name="Forme libre : forme 18017">
                    <a:extLst>
                      <a:ext uri="{FF2B5EF4-FFF2-40B4-BE49-F238E27FC236}">
                        <a16:creationId xmlns:a16="http://schemas.microsoft.com/office/drawing/2014/main" id="{24413302-A9E5-41E4-B6E7-9D2B399A6516}"/>
                      </a:ext>
                    </a:extLst>
                  </p:cNvPr>
                  <p:cNvSpPr/>
                  <p:nvPr/>
                </p:nvSpPr>
                <p:spPr>
                  <a:xfrm>
                    <a:off x="3762205" y="4837938"/>
                    <a:ext cx="20414" cy="15430"/>
                  </a:xfrm>
                  <a:custGeom>
                    <a:avLst/>
                    <a:gdLst>
                      <a:gd name="connsiteX0" fmla="*/ 15224 w 20414"/>
                      <a:gd name="connsiteY0" fmla="*/ 0 h 15430"/>
                      <a:gd name="connsiteX1" fmla="*/ 1317 w 20414"/>
                      <a:gd name="connsiteY1" fmla="*/ 7715 h 15430"/>
                      <a:gd name="connsiteX2" fmla="*/ 5223 w 20414"/>
                      <a:gd name="connsiteY2" fmla="*/ 15430 h 15430"/>
                      <a:gd name="connsiteX3" fmla="*/ 6175 w 20414"/>
                      <a:gd name="connsiteY3" fmla="*/ 15240 h 15430"/>
                      <a:gd name="connsiteX4" fmla="*/ 19224 w 20414"/>
                      <a:gd name="connsiteY4" fmla="*/ 7334 h 15430"/>
                      <a:gd name="connsiteX5" fmla="*/ 15224 w 20414"/>
                      <a:gd name="connsiteY5" fmla="*/ 0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14" h="15430">
                        <a:moveTo>
                          <a:pt x="15224" y="0"/>
                        </a:moveTo>
                        <a:cubicBezTo>
                          <a:pt x="10271" y="0"/>
                          <a:pt x="4079" y="3524"/>
                          <a:pt x="1317" y="7715"/>
                        </a:cubicBezTo>
                        <a:cubicBezTo>
                          <a:pt x="-1445" y="11906"/>
                          <a:pt x="269" y="15430"/>
                          <a:pt x="5223" y="15430"/>
                        </a:cubicBezTo>
                        <a:cubicBezTo>
                          <a:pt x="5508" y="15430"/>
                          <a:pt x="5889" y="15335"/>
                          <a:pt x="6175" y="15240"/>
                        </a:cubicBezTo>
                        <a:cubicBezTo>
                          <a:pt x="10557" y="12573"/>
                          <a:pt x="14938" y="9906"/>
                          <a:pt x="19224" y="7334"/>
                        </a:cubicBezTo>
                        <a:cubicBezTo>
                          <a:pt x="21796" y="3238"/>
                          <a:pt x="20082" y="0"/>
                          <a:pt x="1522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19" name="Forme libre : forme 18018">
                    <a:extLst>
                      <a:ext uri="{FF2B5EF4-FFF2-40B4-BE49-F238E27FC236}">
                        <a16:creationId xmlns:a16="http://schemas.microsoft.com/office/drawing/2014/main" id="{BDB0F705-D9BB-439E-B4F2-58B32298CD30}"/>
                      </a:ext>
                    </a:extLst>
                  </p:cNvPr>
                  <p:cNvSpPr/>
                  <p:nvPr/>
                </p:nvSpPr>
                <p:spPr>
                  <a:xfrm>
                    <a:off x="4012505" y="4851177"/>
                    <a:ext cx="39872" cy="23526"/>
                  </a:xfrm>
                  <a:custGeom>
                    <a:avLst/>
                    <a:gdLst>
                      <a:gd name="connsiteX0" fmla="*/ 0 w 39872"/>
                      <a:gd name="connsiteY0" fmla="*/ 17050 h 23526"/>
                      <a:gd name="connsiteX1" fmla="*/ 10096 w 39872"/>
                      <a:gd name="connsiteY1" fmla="*/ 23527 h 23526"/>
                      <a:gd name="connsiteX2" fmla="*/ 37338 w 39872"/>
                      <a:gd name="connsiteY2" fmla="*/ 8382 h 23526"/>
                      <a:gd name="connsiteX3" fmla="*/ 39815 w 39872"/>
                      <a:gd name="connsiteY3" fmla="*/ 0 h 23526"/>
                      <a:gd name="connsiteX4" fmla="*/ 8668 w 39872"/>
                      <a:gd name="connsiteY4" fmla="*/ 11811 h 23526"/>
                      <a:gd name="connsiteX5" fmla="*/ 0 w 39872"/>
                      <a:gd name="connsiteY5" fmla="*/ 17050 h 23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872" h="23526">
                        <a:moveTo>
                          <a:pt x="0" y="17050"/>
                        </a:moveTo>
                        <a:cubicBezTo>
                          <a:pt x="667" y="20955"/>
                          <a:pt x="4191" y="23527"/>
                          <a:pt x="10096" y="23527"/>
                        </a:cubicBezTo>
                        <a:cubicBezTo>
                          <a:pt x="19717" y="23527"/>
                          <a:pt x="31909" y="16764"/>
                          <a:pt x="37338" y="8382"/>
                        </a:cubicBezTo>
                        <a:cubicBezTo>
                          <a:pt x="39338" y="5239"/>
                          <a:pt x="40100" y="2381"/>
                          <a:pt x="39815" y="0"/>
                        </a:cubicBezTo>
                        <a:cubicBezTo>
                          <a:pt x="30099" y="5239"/>
                          <a:pt x="19431" y="9049"/>
                          <a:pt x="8668" y="11811"/>
                        </a:cubicBezTo>
                        <a:cubicBezTo>
                          <a:pt x="5715" y="13621"/>
                          <a:pt x="2762" y="15335"/>
                          <a:pt x="0" y="1705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20" name="Forme libre : forme 18019">
                    <a:extLst>
                      <a:ext uri="{FF2B5EF4-FFF2-40B4-BE49-F238E27FC236}">
                        <a16:creationId xmlns:a16="http://schemas.microsoft.com/office/drawing/2014/main" id="{08A49F5A-596E-4825-B78B-5E43041D78D5}"/>
                      </a:ext>
                    </a:extLst>
                  </p:cNvPr>
                  <p:cNvSpPr/>
                  <p:nvPr/>
                </p:nvSpPr>
                <p:spPr>
                  <a:xfrm>
                    <a:off x="4021078" y="4844415"/>
                    <a:ext cx="31146" cy="18573"/>
                  </a:xfrm>
                  <a:custGeom>
                    <a:avLst/>
                    <a:gdLst>
                      <a:gd name="connsiteX0" fmla="*/ 21050 w 31146"/>
                      <a:gd name="connsiteY0" fmla="*/ 0 h 18573"/>
                      <a:gd name="connsiteX1" fmla="*/ 15621 w 31146"/>
                      <a:gd name="connsiteY1" fmla="*/ 667 h 18573"/>
                      <a:gd name="connsiteX2" fmla="*/ 7716 w 31146"/>
                      <a:gd name="connsiteY2" fmla="*/ 12859 h 18573"/>
                      <a:gd name="connsiteX3" fmla="*/ 0 w 31146"/>
                      <a:gd name="connsiteY3" fmla="*/ 18574 h 18573"/>
                      <a:gd name="connsiteX4" fmla="*/ 31147 w 31146"/>
                      <a:gd name="connsiteY4" fmla="*/ 6763 h 18573"/>
                      <a:gd name="connsiteX5" fmla="*/ 21050 w 31146"/>
                      <a:gd name="connsiteY5" fmla="*/ 0 h 18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146" h="18573">
                        <a:moveTo>
                          <a:pt x="21050" y="0"/>
                        </a:moveTo>
                        <a:cubicBezTo>
                          <a:pt x="19336" y="0"/>
                          <a:pt x="17526" y="286"/>
                          <a:pt x="15621" y="667"/>
                        </a:cubicBezTo>
                        <a:cubicBezTo>
                          <a:pt x="14764" y="4477"/>
                          <a:pt x="12383" y="8572"/>
                          <a:pt x="7716" y="12859"/>
                        </a:cubicBezTo>
                        <a:cubicBezTo>
                          <a:pt x="5429" y="14954"/>
                          <a:pt x="2762" y="16764"/>
                          <a:pt x="0" y="18574"/>
                        </a:cubicBezTo>
                        <a:cubicBezTo>
                          <a:pt x="10859" y="15907"/>
                          <a:pt x="21431" y="12097"/>
                          <a:pt x="31147" y="6763"/>
                        </a:cubicBezTo>
                        <a:cubicBezTo>
                          <a:pt x="30671" y="2667"/>
                          <a:pt x="27051" y="0"/>
                          <a:pt x="210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21" name="Forme libre : forme 18020">
                    <a:extLst>
                      <a:ext uri="{FF2B5EF4-FFF2-40B4-BE49-F238E27FC236}">
                        <a16:creationId xmlns:a16="http://schemas.microsoft.com/office/drawing/2014/main" id="{FF5E5565-A124-4019-B603-D7FE8001B783}"/>
                      </a:ext>
                    </a:extLst>
                  </p:cNvPr>
                  <p:cNvSpPr/>
                  <p:nvPr/>
                </p:nvSpPr>
                <p:spPr>
                  <a:xfrm>
                    <a:off x="4012353" y="4862988"/>
                    <a:ext cx="8629" cy="5238"/>
                  </a:xfrm>
                  <a:custGeom>
                    <a:avLst/>
                    <a:gdLst>
                      <a:gd name="connsiteX0" fmla="*/ 247 w 8629"/>
                      <a:gd name="connsiteY0" fmla="*/ 1905 h 5238"/>
                      <a:gd name="connsiteX1" fmla="*/ 57 w 8629"/>
                      <a:gd name="connsiteY1" fmla="*/ 5239 h 5238"/>
                      <a:gd name="connsiteX2" fmla="*/ 8629 w 8629"/>
                      <a:gd name="connsiteY2" fmla="*/ 0 h 5238"/>
                      <a:gd name="connsiteX3" fmla="*/ 247 w 8629"/>
                      <a:gd name="connsiteY3" fmla="*/ 1905 h 5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629" h="5238">
                        <a:moveTo>
                          <a:pt x="247" y="1905"/>
                        </a:moveTo>
                        <a:cubicBezTo>
                          <a:pt x="-38" y="3143"/>
                          <a:pt x="-38" y="4191"/>
                          <a:pt x="57" y="5239"/>
                        </a:cubicBezTo>
                        <a:cubicBezTo>
                          <a:pt x="2914" y="3429"/>
                          <a:pt x="5867" y="1810"/>
                          <a:pt x="8629" y="0"/>
                        </a:cubicBezTo>
                        <a:cubicBezTo>
                          <a:pt x="5867" y="667"/>
                          <a:pt x="3105" y="1334"/>
                          <a:pt x="247" y="19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22" name="Forme libre : forme 18021">
                    <a:extLst>
                      <a:ext uri="{FF2B5EF4-FFF2-40B4-BE49-F238E27FC236}">
                        <a16:creationId xmlns:a16="http://schemas.microsoft.com/office/drawing/2014/main" id="{4E3D0558-D47E-49EB-A676-F2369B93EDD3}"/>
                      </a:ext>
                    </a:extLst>
                  </p:cNvPr>
                  <p:cNvSpPr/>
                  <p:nvPr/>
                </p:nvSpPr>
                <p:spPr>
                  <a:xfrm>
                    <a:off x="4012601" y="4845081"/>
                    <a:ext cx="24098" cy="19811"/>
                  </a:xfrm>
                  <a:custGeom>
                    <a:avLst/>
                    <a:gdLst>
                      <a:gd name="connsiteX0" fmla="*/ 2286 w 24098"/>
                      <a:gd name="connsiteY0" fmla="*/ 14478 h 19811"/>
                      <a:gd name="connsiteX1" fmla="*/ 0 w 24098"/>
                      <a:gd name="connsiteY1" fmla="*/ 19812 h 19811"/>
                      <a:gd name="connsiteX2" fmla="*/ 8477 w 24098"/>
                      <a:gd name="connsiteY2" fmla="*/ 17907 h 19811"/>
                      <a:gd name="connsiteX3" fmla="*/ 16193 w 24098"/>
                      <a:gd name="connsiteY3" fmla="*/ 12192 h 19811"/>
                      <a:gd name="connsiteX4" fmla="*/ 24098 w 24098"/>
                      <a:gd name="connsiteY4" fmla="*/ 0 h 19811"/>
                      <a:gd name="connsiteX5" fmla="*/ 2286 w 24098"/>
                      <a:gd name="connsiteY5" fmla="*/ 14478 h 19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098" h="19811">
                        <a:moveTo>
                          <a:pt x="2286" y="14478"/>
                        </a:moveTo>
                        <a:cubicBezTo>
                          <a:pt x="1048" y="16383"/>
                          <a:pt x="381" y="18097"/>
                          <a:pt x="0" y="19812"/>
                        </a:cubicBezTo>
                        <a:cubicBezTo>
                          <a:pt x="2857" y="19240"/>
                          <a:pt x="5620" y="18574"/>
                          <a:pt x="8477" y="17907"/>
                        </a:cubicBezTo>
                        <a:cubicBezTo>
                          <a:pt x="11239" y="16192"/>
                          <a:pt x="13906" y="14288"/>
                          <a:pt x="16193" y="12192"/>
                        </a:cubicBezTo>
                        <a:cubicBezTo>
                          <a:pt x="20860" y="7906"/>
                          <a:pt x="23241" y="3810"/>
                          <a:pt x="24098" y="0"/>
                        </a:cubicBezTo>
                        <a:cubicBezTo>
                          <a:pt x="15716" y="1905"/>
                          <a:pt x="6763" y="7620"/>
                          <a:pt x="2286" y="1447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23" name="Forme libre : forme 18022">
                    <a:extLst>
                      <a:ext uri="{FF2B5EF4-FFF2-40B4-BE49-F238E27FC236}">
                        <a16:creationId xmlns:a16="http://schemas.microsoft.com/office/drawing/2014/main" id="{747F1D89-30B0-4A04-86EF-624786BAF4CF}"/>
                      </a:ext>
                    </a:extLst>
                  </p:cNvPr>
                  <p:cNvSpPr/>
                  <p:nvPr/>
                </p:nvSpPr>
                <p:spPr>
                  <a:xfrm>
                    <a:off x="4046145" y="4879085"/>
                    <a:ext cx="20446" cy="15430"/>
                  </a:xfrm>
                  <a:custGeom>
                    <a:avLst/>
                    <a:gdLst>
                      <a:gd name="connsiteX0" fmla="*/ 1317 w 20446"/>
                      <a:gd name="connsiteY0" fmla="*/ 7715 h 15430"/>
                      <a:gd name="connsiteX1" fmla="*/ 5223 w 20446"/>
                      <a:gd name="connsiteY1" fmla="*/ 15430 h 15430"/>
                      <a:gd name="connsiteX2" fmla="*/ 19129 w 20446"/>
                      <a:gd name="connsiteY2" fmla="*/ 7715 h 15430"/>
                      <a:gd name="connsiteX3" fmla="*/ 15224 w 20446"/>
                      <a:gd name="connsiteY3" fmla="*/ 0 h 15430"/>
                      <a:gd name="connsiteX4" fmla="*/ 1317 w 20446"/>
                      <a:gd name="connsiteY4" fmla="*/ 7715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1317" y="7715"/>
                        </a:moveTo>
                        <a:cubicBezTo>
                          <a:pt x="-1445" y="12002"/>
                          <a:pt x="269" y="15430"/>
                          <a:pt x="5223" y="15430"/>
                        </a:cubicBezTo>
                        <a:cubicBezTo>
                          <a:pt x="10175" y="15430"/>
                          <a:pt x="16367" y="11906"/>
                          <a:pt x="19129" y="7715"/>
                        </a:cubicBezTo>
                        <a:cubicBezTo>
                          <a:pt x="21891" y="3524"/>
                          <a:pt x="20177" y="0"/>
                          <a:pt x="15224" y="0"/>
                        </a:cubicBezTo>
                        <a:cubicBezTo>
                          <a:pt x="10271" y="0"/>
                          <a:pt x="4080" y="3429"/>
                          <a:pt x="1317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24" name="Forme libre : forme 18023">
                    <a:extLst>
                      <a:ext uri="{FF2B5EF4-FFF2-40B4-BE49-F238E27FC236}">
                        <a16:creationId xmlns:a16="http://schemas.microsoft.com/office/drawing/2014/main" id="{621D6B7A-8C3A-48E9-8E8A-D06710107648}"/>
                      </a:ext>
                    </a:extLst>
                  </p:cNvPr>
                  <p:cNvSpPr/>
                  <p:nvPr/>
                </p:nvSpPr>
                <p:spPr>
                  <a:xfrm>
                    <a:off x="4755074" y="4522850"/>
                    <a:ext cx="14954" cy="5715"/>
                  </a:xfrm>
                  <a:custGeom>
                    <a:avLst/>
                    <a:gdLst>
                      <a:gd name="connsiteX0" fmla="*/ 14954 w 14954"/>
                      <a:gd name="connsiteY0" fmla="*/ 0 h 5715"/>
                      <a:gd name="connsiteX1" fmla="*/ 0 w 14954"/>
                      <a:gd name="connsiteY1" fmla="*/ 5715 h 5715"/>
                      <a:gd name="connsiteX2" fmla="*/ 14954 w 14954"/>
                      <a:gd name="connsiteY2" fmla="*/ 0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954" h="5715">
                        <a:moveTo>
                          <a:pt x="14954" y="0"/>
                        </a:moveTo>
                        <a:cubicBezTo>
                          <a:pt x="10001" y="1905"/>
                          <a:pt x="4953" y="3810"/>
                          <a:pt x="0" y="5715"/>
                        </a:cubicBezTo>
                        <a:cubicBezTo>
                          <a:pt x="4953" y="5144"/>
                          <a:pt x="10287" y="3048"/>
                          <a:pt x="1495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25" name="Forme libre : forme 18024">
                    <a:extLst>
                      <a:ext uri="{FF2B5EF4-FFF2-40B4-BE49-F238E27FC236}">
                        <a16:creationId xmlns:a16="http://schemas.microsoft.com/office/drawing/2014/main" id="{DFDEA37E-8E71-4BC5-A738-788C1234DE23}"/>
                      </a:ext>
                    </a:extLst>
                  </p:cNvPr>
                  <p:cNvSpPr/>
                  <p:nvPr/>
                </p:nvSpPr>
                <p:spPr>
                  <a:xfrm>
                    <a:off x="4754503" y="4499609"/>
                    <a:ext cx="27771" cy="28956"/>
                  </a:xfrm>
                  <a:custGeom>
                    <a:avLst/>
                    <a:gdLst>
                      <a:gd name="connsiteX0" fmla="*/ 25241 w 27771"/>
                      <a:gd name="connsiteY0" fmla="*/ 14002 h 28956"/>
                      <a:gd name="connsiteX1" fmla="*/ 23336 w 27771"/>
                      <a:gd name="connsiteY1" fmla="*/ 0 h 28956"/>
                      <a:gd name="connsiteX2" fmla="*/ 0 w 27771"/>
                      <a:gd name="connsiteY2" fmla="*/ 28956 h 28956"/>
                      <a:gd name="connsiteX3" fmla="*/ 667 w 27771"/>
                      <a:gd name="connsiteY3" fmla="*/ 28861 h 28956"/>
                      <a:gd name="connsiteX4" fmla="*/ 15621 w 27771"/>
                      <a:gd name="connsiteY4" fmla="*/ 23146 h 28956"/>
                      <a:gd name="connsiteX5" fmla="*/ 25241 w 27771"/>
                      <a:gd name="connsiteY5" fmla="*/ 14002 h 28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771" h="28956">
                        <a:moveTo>
                          <a:pt x="25241" y="14002"/>
                        </a:moveTo>
                        <a:cubicBezTo>
                          <a:pt x="29337" y="7620"/>
                          <a:pt x="28290" y="2191"/>
                          <a:pt x="23336" y="0"/>
                        </a:cubicBezTo>
                        <a:cubicBezTo>
                          <a:pt x="17145" y="9620"/>
                          <a:pt x="8763" y="19526"/>
                          <a:pt x="0" y="28956"/>
                        </a:cubicBezTo>
                        <a:cubicBezTo>
                          <a:pt x="191" y="28956"/>
                          <a:pt x="381" y="28956"/>
                          <a:pt x="667" y="28861"/>
                        </a:cubicBezTo>
                        <a:cubicBezTo>
                          <a:pt x="5620" y="26956"/>
                          <a:pt x="10668" y="25051"/>
                          <a:pt x="15621" y="23146"/>
                        </a:cubicBezTo>
                        <a:cubicBezTo>
                          <a:pt x="19526" y="20669"/>
                          <a:pt x="22956" y="17526"/>
                          <a:pt x="25241" y="140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26" name="Forme libre : forme 18025">
                    <a:extLst>
                      <a:ext uri="{FF2B5EF4-FFF2-40B4-BE49-F238E27FC236}">
                        <a16:creationId xmlns:a16="http://schemas.microsoft.com/office/drawing/2014/main" id="{7973507B-6C6D-480A-86A2-A605CF9E638C}"/>
                      </a:ext>
                    </a:extLst>
                  </p:cNvPr>
                  <p:cNvSpPr/>
                  <p:nvPr/>
                </p:nvSpPr>
                <p:spPr>
                  <a:xfrm>
                    <a:off x="4742304" y="4498466"/>
                    <a:ext cx="35439" cy="30289"/>
                  </a:xfrm>
                  <a:custGeom>
                    <a:avLst/>
                    <a:gdLst>
                      <a:gd name="connsiteX0" fmla="*/ 29820 w 35439"/>
                      <a:gd name="connsiteY0" fmla="*/ 0 h 30289"/>
                      <a:gd name="connsiteX1" fmla="*/ 2578 w 35439"/>
                      <a:gd name="connsiteY1" fmla="*/ 15145 h 30289"/>
                      <a:gd name="connsiteX2" fmla="*/ 10198 w 35439"/>
                      <a:gd name="connsiteY2" fmla="*/ 30289 h 30289"/>
                      <a:gd name="connsiteX3" fmla="*/ 12103 w 35439"/>
                      <a:gd name="connsiteY3" fmla="*/ 30099 h 30289"/>
                      <a:gd name="connsiteX4" fmla="*/ 35439 w 35439"/>
                      <a:gd name="connsiteY4" fmla="*/ 1143 h 30289"/>
                      <a:gd name="connsiteX5" fmla="*/ 29820 w 35439"/>
                      <a:gd name="connsiteY5" fmla="*/ 0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439" h="30289">
                        <a:moveTo>
                          <a:pt x="29820" y="0"/>
                        </a:moveTo>
                        <a:cubicBezTo>
                          <a:pt x="20200" y="0"/>
                          <a:pt x="8007" y="6763"/>
                          <a:pt x="2578" y="15145"/>
                        </a:cubicBezTo>
                        <a:cubicBezTo>
                          <a:pt x="-2851" y="23527"/>
                          <a:pt x="578" y="30289"/>
                          <a:pt x="10198" y="30289"/>
                        </a:cubicBezTo>
                        <a:cubicBezTo>
                          <a:pt x="10865" y="30289"/>
                          <a:pt x="11437" y="30194"/>
                          <a:pt x="12103" y="30099"/>
                        </a:cubicBezTo>
                        <a:cubicBezTo>
                          <a:pt x="20962" y="20669"/>
                          <a:pt x="29248" y="10668"/>
                          <a:pt x="35439" y="1143"/>
                        </a:cubicBezTo>
                        <a:cubicBezTo>
                          <a:pt x="34011" y="381"/>
                          <a:pt x="32106" y="0"/>
                          <a:pt x="298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27" name="Forme libre : forme 18026">
                    <a:extLst>
                      <a:ext uri="{FF2B5EF4-FFF2-40B4-BE49-F238E27FC236}">
                        <a16:creationId xmlns:a16="http://schemas.microsoft.com/office/drawing/2014/main" id="{E5223DAF-F567-46EE-ADF4-3D85215BDF9E}"/>
                      </a:ext>
                    </a:extLst>
                  </p:cNvPr>
                  <p:cNvSpPr/>
                  <p:nvPr/>
                </p:nvSpPr>
                <p:spPr>
                  <a:xfrm>
                    <a:off x="4776141" y="4533138"/>
                    <a:ext cx="20446" cy="15432"/>
                  </a:xfrm>
                  <a:custGeom>
                    <a:avLst/>
                    <a:gdLst>
                      <a:gd name="connsiteX0" fmla="*/ 19129 w 20446"/>
                      <a:gd name="connsiteY0" fmla="*/ 7715 h 15432"/>
                      <a:gd name="connsiteX1" fmla="*/ 15224 w 20446"/>
                      <a:gd name="connsiteY1" fmla="*/ 0 h 15432"/>
                      <a:gd name="connsiteX2" fmla="*/ 1317 w 20446"/>
                      <a:gd name="connsiteY2" fmla="*/ 7715 h 15432"/>
                      <a:gd name="connsiteX3" fmla="*/ 5222 w 20446"/>
                      <a:gd name="connsiteY3" fmla="*/ 15430 h 15432"/>
                      <a:gd name="connsiteX4" fmla="*/ 19129 w 20446"/>
                      <a:gd name="connsiteY4" fmla="*/ 7715 h 15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2">
                        <a:moveTo>
                          <a:pt x="19129" y="7715"/>
                        </a:moveTo>
                        <a:cubicBezTo>
                          <a:pt x="21891" y="3429"/>
                          <a:pt x="20177" y="0"/>
                          <a:pt x="15224" y="0"/>
                        </a:cubicBezTo>
                        <a:cubicBezTo>
                          <a:pt x="10271" y="0"/>
                          <a:pt x="4079" y="3524"/>
                          <a:pt x="1317" y="7715"/>
                        </a:cubicBezTo>
                        <a:cubicBezTo>
                          <a:pt x="-1445" y="11906"/>
                          <a:pt x="269" y="15430"/>
                          <a:pt x="5222" y="15430"/>
                        </a:cubicBezTo>
                        <a:cubicBezTo>
                          <a:pt x="10080" y="15526"/>
                          <a:pt x="16367" y="12001"/>
                          <a:pt x="19129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28" name="Forme libre : forme 18027">
                    <a:extLst>
                      <a:ext uri="{FF2B5EF4-FFF2-40B4-BE49-F238E27FC236}">
                        <a16:creationId xmlns:a16="http://schemas.microsoft.com/office/drawing/2014/main" id="{1FCD227F-B6F9-4A4B-B38A-1B5EB53D17D0}"/>
                      </a:ext>
                    </a:extLst>
                  </p:cNvPr>
                  <p:cNvSpPr/>
                  <p:nvPr/>
                </p:nvSpPr>
                <p:spPr>
                  <a:xfrm>
                    <a:off x="4511996" y="4798123"/>
                    <a:ext cx="27438" cy="30099"/>
                  </a:xfrm>
                  <a:custGeom>
                    <a:avLst/>
                    <a:gdLst>
                      <a:gd name="connsiteX0" fmla="*/ 10763 w 27438"/>
                      <a:gd name="connsiteY0" fmla="*/ 22193 h 30099"/>
                      <a:gd name="connsiteX1" fmla="*/ 0 w 27438"/>
                      <a:gd name="connsiteY1" fmla="*/ 30099 h 30099"/>
                      <a:gd name="connsiteX2" fmla="*/ 24860 w 27438"/>
                      <a:gd name="connsiteY2" fmla="*/ 15145 h 30099"/>
                      <a:gd name="connsiteX3" fmla="*/ 17240 w 27438"/>
                      <a:gd name="connsiteY3" fmla="*/ 0 h 30099"/>
                      <a:gd name="connsiteX4" fmla="*/ 15144 w 27438"/>
                      <a:gd name="connsiteY4" fmla="*/ 191 h 30099"/>
                      <a:gd name="connsiteX5" fmla="*/ 16097 w 27438"/>
                      <a:gd name="connsiteY5" fmla="*/ 1048 h 30099"/>
                      <a:gd name="connsiteX6" fmla="*/ 10763 w 27438"/>
                      <a:gd name="connsiteY6" fmla="*/ 22193 h 30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438" h="30099">
                        <a:moveTo>
                          <a:pt x="10763" y="22193"/>
                        </a:moveTo>
                        <a:cubicBezTo>
                          <a:pt x="7810" y="25241"/>
                          <a:pt x="4000" y="27813"/>
                          <a:pt x="0" y="30099"/>
                        </a:cubicBezTo>
                        <a:cubicBezTo>
                          <a:pt x="9144" y="29146"/>
                          <a:pt x="19907" y="22860"/>
                          <a:pt x="24860" y="15145"/>
                        </a:cubicBezTo>
                        <a:cubicBezTo>
                          <a:pt x="30289" y="6763"/>
                          <a:pt x="26860" y="0"/>
                          <a:pt x="17240" y="0"/>
                        </a:cubicBezTo>
                        <a:cubicBezTo>
                          <a:pt x="16573" y="0"/>
                          <a:pt x="15811" y="95"/>
                          <a:pt x="15144" y="191"/>
                        </a:cubicBezTo>
                        <a:cubicBezTo>
                          <a:pt x="15526" y="476"/>
                          <a:pt x="15907" y="762"/>
                          <a:pt x="16097" y="1048"/>
                        </a:cubicBezTo>
                        <a:cubicBezTo>
                          <a:pt x="19716" y="5429"/>
                          <a:pt x="17240" y="15430"/>
                          <a:pt x="10763" y="22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29" name="Forme libre : forme 18028">
                    <a:extLst>
                      <a:ext uri="{FF2B5EF4-FFF2-40B4-BE49-F238E27FC236}">
                        <a16:creationId xmlns:a16="http://schemas.microsoft.com/office/drawing/2014/main" id="{DB625E02-007E-4EE9-BB49-FC64DE4C8361}"/>
                      </a:ext>
                    </a:extLst>
                  </p:cNvPr>
                  <p:cNvSpPr/>
                  <p:nvPr/>
                </p:nvSpPr>
                <p:spPr>
                  <a:xfrm>
                    <a:off x="4501423" y="4798409"/>
                    <a:ext cx="28215" cy="30003"/>
                  </a:xfrm>
                  <a:custGeom>
                    <a:avLst/>
                    <a:gdLst>
                      <a:gd name="connsiteX0" fmla="*/ 1714 w 28215"/>
                      <a:gd name="connsiteY0" fmla="*/ 25432 h 30003"/>
                      <a:gd name="connsiteX1" fmla="*/ 0 w 28215"/>
                      <a:gd name="connsiteY1" fmla="*/ 27432 h 30003"/>
                      <a:gd name="connsiteX2" fmla="*/ 8097 w 28215"/>
                      <a:gd name="connsiteY2" fmla="*/ 30004 h 30003"/>
                      <a:gd name="connsiteX3" fmla="*/ 10478 w 28215"/>
                      <a:gd name="connsiteY3" fmla="*/ 29813 h 30003"/>
                      <a:gd name="connsiteX4" fmla="*/ 21241 w 28215"/>
                      <a:gd name="connsiteY4" fmla="*/ 21908 h 30003"/>
                      <a:gd name="connsiteX5" fmla="*/ 26480 w 28215"/>
                      <a:gd name="connsiteY5" fmla="*/ 857 h 30003"/>
                      <a:gd name="connsiteX6" fmla="*/ 25527 w 28215"/>
                      <a:gd name="connsiteY6" fmla="*/ 0 h 30003"/>
                      <a:gd name="connsiteX7" fmla="*/ 15430 w 28215"/>
                      <a:gd name="connsiteY7" fmla="*/ 2762 h 30003"/>
                      <a:gd name="connsiteX8" fmla="*/ 1714 w 28215"/>
                      <a:gd name="connsiteY8" fmla="*/ 25432 h 30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215" h="30003">
                        <a:moveTo>
                          <a:pt x="1714" y="25432"/>
                        </a:moveTo>
                        <a:cubicBezTo>
                          <a:pt x="1143" y="26099"/>
                          <a:pt x="571" y="26765"/>
                          <a:pt x="0" y="27432"/>
                        </a:cubicBezTo>
                        <a:cubicBezTo>
                          <a:pt x="1714" y="29051"/>
                          <a:pt x="4477" y="30004"/>
                          <a:pt x="8097" y="30004"/>
                        </a:cubicBezTo>
                        <a:cubicBezTo>
                          <a:pt x="8858" y="30004"/>
                          <a:pt x="9716" y="29909"/>
                          <a:pt x="10478" y="29813"/>
                        </a:cubicBezTo>
                        <a:cubicBezTo>
                          <a:pt x="14478" y="27527"/>
                          <a:pt x="18288" y="24956"/>
                          <a:pt x="21241" y="21908"/>
                        </a:cubicBezTo>
                        <a:cubicBezTo>
                          <a:pt x="27718" y="15145"/>
                          <a:pt x="30195" y="5144"/>
                          <a:pt x="26480" y="857"/>
                        </a:cubicBezTo>
                        <a:cubicBezTo>
                          <a:pt x="26194" y="571"/>
                          <a:pt x="25813" y="286"/>
                          <a:pt x="25527" y="0"/>
                        </a:cubicBezTo>
                        <a:cubicBezTo>
                          <a:pt x="22289" y="286"/>
                          <a:pt x="18765" y="1238"/>
                          <a:pt x="15430" y="2762"/>
                        </a:cubicBezTo>
                        <a:cubicBezTo>
                          <a:pt x="12859" y="9811"/>
                          <a:pt x="7906" y="17717"/>
                          <a:pt x="1714" y="2543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30" name="Forme libre : forme 18029">
                    <a:extLst>
                      <a:ext uri="{FF2B5EF4-FFF2-40B4-BE49-F238E27FC236}">
                        <a16:creationId xmlns:a16="http://schemas.microsoft.com/office/drawing/2014/main" id="{AFFB9C0E-78CF-46D9-99F8-2714A19A868F}"/>
                      </a:ext>
                    </a:extLst>
                  </p:cNvPr>
                  <p:cNvSpPr/>
                  <p:nvPr/>
                </p:nvSpPr>
                <p:spPr>
                  <a:xfrm>
                    <a:off x="4499336" y="4801171"/>
                    <a:ext cx="17612" cy="24669"/>
                  </a:xfrm>
                  <a:custGeom>
                    <a:avLst/>
                    <a:gdLst>
                      <a:gd name="connsiteX0" fmla="*/ 17613 w 17612"/>
                      <a:gd name="connsiteY0" fmla="*/ 0 h 24669"/>
                      <a:gd name="connsiteX1" fmla="*/ 2564 w 17612"/>
                      <a:gd name="connsiteY1" fmla="*/ 12192 h 24669"/>
                      <a:gd name="connsiteX2" fmla="*/ 2087 w 17612"/>
                      <a:gd name="connsiteY2" fmla="*/ 24670 h 24669"/>
                      <a:gd name="connsiteX3" fmla="*/ 3801 w 17612"/>
                      <a:gd name="connsiteY3" fmla="*/ 22670 h 24669"/>
                      <a:gd name="connsiteX4" fmla="*/ 17613 w 17612"/>
                      <a:gd name="connsiteY4" fmla="*/ 0 h 24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12" h="24669">
                        <a:moveTo>
                          <a:pt x="17613" y="0"/>
                        </a:moveTo>
                        <a:cubicBezTo>
                          <a:pt x="11517" y="2762"/>
                          <a:pt x="5802" y="7144"/>
                          <a:pt x="2564" y="12192"/>
                        </a:cubicBezTo>
                        <a:cubicBezTo>
                          <a:pt x="-770" y="17431"/>
                          <a:pt x="-770" y="22003"/>
                          <a:pt x="2087" y="24670"/>
                        </a:cubicBezTo>
                        <a:cubicBezTo>
                          <a:pt x="2658" y="24003"/>
                          <a:pt x="3230" y="23336"/>
                          <a:pt x="3801" y="22670"/>
                        </a:cubicBezTo>
                        <a:cubicBezTo>
                          <a:pt x="9993" y="14954"/>
                          <a:pt x="14946" y="7048"/>
                          <a:pt x="1761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31" name="Forme libre : forme 18030">
                    <a:extLst>
                      <a:ext uri="{FF2B5EF4-FFF2-40B4-BE49-F238E27FC236}">
                        <a16:creationId xmlns:a16="http://schemas.microsoft.com/office/drawing/2014/main" id="{314484DC-B80A-49CD-9401-EA58ABB13BB2}"/>
                      </a:ext>
                    </a:extLst>
                  </p:cNvPr>
                  <p:cNvSpPr/>
                  <p:nvPr/>
                </p:nvSpPr>
                <p:spPr>
                  <a:xfrm>
                    <a:off x="4533158" y="4832794"/>
                    <a:ext cx="20446" cy="15430"/>
                  </a:xfrm>
                  <a:custGeom>
                    <a:avLst/>
                    <a:gdLst>
                      <a:gd name="connsiteX0" fmla="*/ 1317 w 20446"/>
                      <a:gd name="connsiteY0" fmla="*/ 7715 h 15430"/>
                      <a:gd name="connsiteX1" fmla="*/ 5222 w 20446"/>
                      <a:gd name="connsiteY1" fmla="*/ 15430 h 15430"/>
                      <a:gd name="connsiteX2" fmla="*/ 19129 w 20446"/>
                      <a:gd name="connsiteY2" fmla="*/ 7715 h 15430"/>
                      <a:gd name="connsiteX3" fmla="*/ 15223 w 20446"/>
                      <a:gd name="connsiteY3" fmla="*/ 0 h 15430"/>
                      <a:gd name="connsiteX4" fmla="*/ 1317 w 20446"/>
                      <a:gd name="connsiteY4" fmla="*/ 7715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1317" y="7715"/>
                        </a:moveTo>
                        <a:cubicBezTo>
                          <a:pt x="-1445" y="12002"/>
                          <a:pt x="270" y="15430"/>
                          <a:pt x="5222" y="15430"/>
                        </a:cubicBezTo>
                        <a:cubicBezTo>
                          <a:pt x="10176" y="15430"/>
                          <a:pt x="16367" y="11906"/>
                          <a:pt x="19129" y="7715"/>
                        </a:cubicBezTo>
                        <a:cubicBezTo>
                          <a:pt x="21891" y="3429"/>
                          <a:pt x="20177" y="0"/>
                          <a:pt x="15223" y="0"/>
                        </a:cubicBezTo>
                        <a:cubicBezTo>
                          <a:pt x="10271" y="0"/>
                          <a:pt x="4079" y="3524"/>
                          <a:pt x="1317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32" name="Forme libre : forme 18031">
                    <a:extLst>
                      <a:ext uri="{FF2B5EF4-FFF2-40B4-BE49-F238E27FC236}">
                        <a16:creationId xmlns:a16="http://schemas.microsoft.com/office/drawing/2014/main" id="{99386F20-5B13-49C3-B6B0-49793BC39049}"/>
                      </a:ext>
                    </a:extLst>
                  </p:cNvPr>
                  <p:cNvSpPr/>
                  <p:nvPr/>
                </p:nvSpPr>
                <p:spPr>
                  <a:xfrm>
                    <a:off x="4863659" y="4608385"/>
                    <a:ext cx="24379" cy="24002"/>
                  </a:xfrm>
                  <a:custGeom>
                    <a:avLst/>
                    <a:gdLst>
                      <a:gd name="connsiteX0" fmla="*/ 1334 w 24379"/>
                      <a:gd name="connsiteY0" fmla="*/ 24003 h 24002"/>
                      <a:gd name="connsiteX1" fmla="*/ 21907 w 24379"/>
                      <a:gd name="connsiteY1" fmla="*/ 9811 h 24002"/>
                      <a:gd name="connsiteX2" fmla="*/ 24003 w 24379"/>
                      <a:gd name="connsiteY2" fmla="*/ 0 h 24002"/>
                      <a:gd name="connsiteX3" fmla="*/ 0 w 24379"/>
                      <a:gd name="connsiteY3" fmla="*/ 23717 h 24002"/>
                      <a:gd name="connsiteX4" fmla="*/ 1334 w 24379"/>
                      <a:gd name="connsiteY4" fmla="*/ 24003 h 24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379" h="24002">
                        <a:moveTo>
                          <a:pt x="1334" y="24003"/>
                        </a:moveTo>
                        <a:cubicBezTo>
                          <a:pt x="9334" y="21907"/>
                          <a:pt x="17716" y="16383"/>
                          <a:pt x="21907" y="9811"/>
                        </a:cubicBezTo>
                        <a:cubicBezTo>
                          <a:pt x="24289" y="6096"/>
                          <a:pt x="24860" y="2667"/>
                          <a:pt x="24003" y="0"/>
                        </a:cubicBezTo>
                        <a:cubicBezTo>
                          <a:pt x="16002" y="7906"/>
                          <a:pt x="8001" y="15812"/>
                          <a:pt x="0" y="23717"/>
                        </a:cubicBezTo>
                        <a:cubicBezTo>
                          <a:pt x="381" y="23813"/>
                          <a:pt x="857" y="23813"/>
                          <a:pt x="1334" y="240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33" name="Forme libre : forme 18032">
                    <a:extLst>
                      <a:ext uri="{FF2B5EF4-FFF2-40B4-BE49-F238E27FC236}">
                        <a16:creationId xmlns:a16="http://schemas.microsoft.com/office/drawing/2014/main" id="{3E29251D-99C5-45D9-B3DF-AB4A9AE396E8}"/>
                      </a:ext>
                    </a:extLst>
                  </p:cNvPr>
                  <p:cNvSpPr/>
                  <p:nvPr/>
                </p:nvSpPr>
                <p:spPr>
                  <a:xfrm>
                    <a:off x="4848043" y="4603051"/>
                    <a:ext cx="39524" cy="29146"/>
                  </a:xfrm>
                  <a:custGeom>
                    <a:avLst/>
                    <a:gdLst>
                      <a:gd name="connsiteX0" fmla="*/ 29808 w 39524"/>
                      <a:gd name="connsiteY0" fmla="*/ 0 h 29146"/>
                      <a:gd name="connsiteX1" fmla="*/ 2567 w 39524"/>
                      <a:gd name="connsiteY1" fmla="*/ 15145 h 29146"/>
                      <a:gd name="connsiteX2" fmla="*/ 4377 w 39524"/>
                      <a:gd name="connsiteY2" fmla="*/ 29146 h 29146"/>
                      <a:gd name="connsiteX3" fmla="*/ 15521 w 39524"/>
                      <a:gd name="connsiteY3" fmla="*/ 29051 h 29146"/>
                      <a:gd name="connsiteX4" fmla="*/ 39524 w 39524"/>
                      <a:gd name="connsiteY4" fmla="*/ 5334 h 29146"/>
                      <a:gd name="connsiteX5" fmla="*/ 29808 w 39524"/>
                      <a:gd name="connsiteY5" fmla="*/ 0 h 29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524" h="29146">
                        <a:moveTo>
                          <a:pt x="29808" y="0"/>
                        </a:moveTo>
                        <a:cubicBezTo>
                          <a:pt x="20188" y="0"/>
                          <a:pt x="7996" y="6763"/>
                          <a:pt x="2567" y="15145"/>
                        </a:cubicBezTo>
                        <a:cubicBezTo>
                          <a:pt x="-1529" y="21431"/>
                          <a:pt x="-576" y="26860"/>
                          <a:pt x="4377" y="29146"/>
                        </a:cubicBezTo>
                        <a:cubicBezTo>
                          <a:pt x="8472" y="28575"/>
                          <a:pt x="12282" y="28480"/>
                          <a:pt x="15521" y="29051"/>
                        </a:cubicBezTo>
                        <a:cubicBezTo>
                          <a:pt x="23522" y="21146"/>
                          <a:pt x="31523" y="13240"/>
                          <a:pt x="39524" y="5334"/>
                        </a:cubicBezTo>
                        <a:cubicBezTo>
                          <a:pt x="38476" y="2096"/>
                          <a:pt x="35142" y="0"/>
                          <a:pt x="2980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34" name="Forme libre : forme 18033">
                    <a:extLst>
                      <a:ext uri="{FF2B5EF4-FFF2-40B4-BE49-F238E27FC236}">
                        <a16:creationId xmlns:a16="http://schemas.microsoft.com/office/drawing/2014/main" id="{E9F547A4-1703-49FE-A903-53AB38EA1C6D}"/>
                      </a:ext>
                    </a:extLst>
                  </p:cNvPr>
                  <p:cNvSpPr/>
                  <p:nvPr/>
                </p:nvSpPr>
                <p:spPr>
                  <a:xfrm>
                    <a:off x="4862897" y="4632198"/>
                    <a:ext cx="2095" cy="666"/>
                  </a:xfrm>
                  <a:custGeom>
                    <a:avLst/>
                    <a:gdLst>
                      <a:gd name="connsiteX0" fmla="*/ 0 w 2095"/>
                      <a:gd name="connsiteY0" fmla="*/ 667 h 666"/>
                      <a:gd name="connsiteX1" fmla="*/ 2096 w 2095"/>
                      <a:gd name="connsiteY1" fmla="*/ 190 h 666"/>
                      <a:gd name="connsiteX2" fmla="*/ 667 w 2095"/>
                      <a:gd name="connsiteY2" fmla="*/ 0 h 666"/>
                      <a:gd name="connsiteX3" fmla="*/ 0 w 2095"/>
                      <a:gd name="connsiteY3" fmla="*/ 667 h 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95" h="666">
                        <a:moveTo>
                          <a:pt x="0" y="667"/>
                        </a:moveTo>
                        <a:cubicBezTo>
                          <a:pt x="667" y="571"/>
                          <a:pt x="1429" y="381"/>
                          <a:pt x="2096" y="190"/>
                        </a:cubicBezTo>
                        <a:cubicBezTo>
                          <a:pt x="1619" y="95"/>
                          <a:pt x="1143" y="95"/>
                          <a:pt x="667" y="0"/>
                        </a:cubicBezTo>
                        <a:cubicBezTo>
                          <a:pt x="381" y="190"/>
                          <a:pt x="191" y="381"/>
                          <a:pt x="0" y="66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35" name="Forme libre : forme 18034">
                    <a:extLst>
                      <a:ext uri="{FF2B5EF4-FFF2-40B4-BE49-F238E27FC236}">
                        <a16:creationId xmlns:a16="http://schemas.microsoft.com/office/drawing/2014/main" id="{8BD1D61D-C318-4094-8E9D-F8D0E8E759ED}"/>
                      </a:ext>
                    </a:extLst>
                  </p:cNvPr>
                  <p:cNvSpPr/>
                  <p:nvPr/>
                </p:nvSpPr>
                <p:spPr>
                  <a:xfrm>
                    <a:off x="4852420" y="4631814"/>
                    <a:ext cx="11144" cy="1622"/>
                  </a:xfrm>
                  <a:custGeom>
                    <a:avLst/>
                    <a:gdLst>
                      <a:gd name="connsiteX0" fmla="*/ 10477 w 11144"/>
                      <a:gd name="connsiteY0" fmla="*/ 1051 h 1622"/>
                      <a:gd name="connsiteX1" fmla="*/ 11144 w 11144"/>
                      <a:gd name="connsiteY1" fmla="*/ 384 h 1622"/>
                      <a:gd name="connsiteX2" fmla="*/ 0 w 11144"/>
                      <a:gd name="connsiteY2" fmla="*/ 479 h 1622"/>
                      <a:gd name="connsiteX3" fmla="*/ 5810 w 11144"/>
                      <a:gd name="connsiteY3" fmla="*/ 1622 h 1622"/>
                      <a:gd name="connsiteX4" fmla="*/ 10477 w 11144"/>
                      <a:gd name="connsiteY4" fmla="*/ 1051 h 1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44" h="1622">
                        <a:moveTo>
                          <a:pt x="10477" y="1051"/>
                        </a:moveTo>
                        <a:cubicBezTo>
                          <a:pt x="10668" y="860"/>
                          <a:pt x="10953" y="574"/>
                          <a:pt x="11144" y="384"/>
                        </a:cubicBezTo>
                        <a:cubicBezTo>
                          <a:pt x="7905" y="-187"/>
                          <a:pt x="4191" y="-92"/>
                          <a:pt x="0" y="479"/>
                        </a:cubicBezTo>
                        <a:cubicBezTo>
                          <a:pt x="1524" y="1241"/>
                          <a:pt x="3524" y="1622"/>
                          <a:pt x="5810" y="1622"/>
                        </a:cubicBezTo>
                        <a:cubicBezTo>
                          <a:pt x="7334" y="1527"/>
                          <a:pt x="8858" y="1337"/>
                          <a:pt x="10477" y="10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36" name="Forme libre : forme 18035">
                    <a:extLst>
                      <a:ext uri="{FF2B5EF4-FFF2-40B4-BE49-F238E27FC236}">
                        <a16:creationId xmlns:a16="http://schemas.microsoft.com/office/drawing/2014/main" id="{53017737-6186-4E12-A1CB-4E81DEF43C05}"/>
                      </a:ext>
                    </a:extLst>
                  </p:cNvPr>
                  <p:cNvSpPr/>
                  <p:nvPr/>
                </p:nvSpPr>
                <p:spPr>
                  <a:xfrm>
                    <a:off x="4881868" y="4637722"/>
                    <a:ext cx="20446" cy="15430"/>
                  </a:xfrm>
                  <a:custGeom>
                    <a:avLst/>
                    <a:gdLst>
                      <a:gd name="connsiteX0" fmla="*/ 1317 w 20446"/>
                      <a:gd name="connsiteY0" fmla="*/ 7715 h 15430"/>
                      <a:gd name="connsiteX1" fmla="*/ 5223 w 20446"/>
                      <a:gd name="connsiteY1" fmla="*/ 15430 h 15430"/>
                      <a:gd name="connsiteX2" fmla="*/ 19129 w 20446"/>
                      <a:gd name="connsiteY2" fmla="*/ 7715 h 15430"/>
                      <a:gd name="connsiteX3" fmla="*/ 15224 w 20446"/>
                      <a:gd name="connsiteY3" fmla="*/ 0 h 15430"/>
                      <a:gd name="connsiteX4" fmla="*/ 1317 w 20446"/>
                      <a:gd name="connsiteY4" fmla="*/ 7715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1317" y="7715"/>
                        </a:moveTo>
                        <a:cubicBezTo>
                          <a:pt x="-1445" y="12002"/>
                          <a:pt x="269" y="15430"/>
                          <a:pt x="5223" y="15430"/>
                        </a:cubicBezTo>
                        <a:cubicBezTo>
                          <a:pt x="10175" y="15430"/>
                          <a:pt x="16367" y="11906"/>
                          <a:pt x="19129" y="7715"/>
                        </a:cubicBezTo>
                        <a:cubicBezTo>
                          <a:pt x="21891" y="3429"/>
                          <a:pt x="20176" y="0"/>
                          <a:pt x="15224" y="0"/>
                        </a:cubicBezTo>
                        <a:cubicBezTo>
                          <a:pt x="10271" y="0"/>
                          <a:pt x="4079" y="3429"/>
                          <a:pt x="1317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37" name="Forme libre : forme 18036">
                    <a:extLst>
                      <a:ext uri="{FF2B5EF4-FFF2-40B4-BE49-F238E27FC236}">
                        <a16:creationId xmlns:a16="http://schemas.microsoft.com/office/drawing/2014/main" id="{6DABDAC0-62BE-4288-BEAC-89ABC1883A13}"/>
                      </a:ext>
                    </a:extLst>
                  </p:cNvPr>
                  <p:cNvSpPr/>
                  <p:nvPr/>
                </p:nvSpPr>
                <p:spPr>
                  <a:xfrm>
                    <a:off x="5069780" y="4762690"/>
                    <a:ext cx="17335" cy="7334"/>
                  </a:xfrm>
                  <a:custGeom>
                    <a:avLst/>
                    <a:gdLst>
                      <a:gd name="connsiteX0" fmla="*/ 0 w 17335"/>
                      <a:gd name="connsiteY0" fmla="*/ 7334 h 7334"/>
                      <a:gd name="connsiteX1" fmla="*/ 17336 w 17335"/>
                      <a:gd name="connsiteY1" fmla="*/ 0 h 7334"/>
                      <a:gd name="connsiteX2" fmla="*/ 5905 w 17335"/>
                      <a:gd name="connsiteY2" fmla="*/ 4286 h 7334"/>
                      <a:gd name="connsiteX3" fmla="*/ 0 w 17335"/>
                      <a:gd name="connsiteY3" fmla="*/ 7334 h 7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335" h="7334">
                        <a:moveTo>
                          <a:pt x="0" y="7334"/>
                        </a:moveTo>
                        <a:cubicBezTo>
                          <a:pt x="5810" y="6668"/>
                          <a:pt x="12192" y="3905"/>
                          <a:pt x="17336" y="0"/>
                        </a:cubicBezTo>
                        <a:cubicBezTo>
                          <a:pt x="13525" y="1143"/>
                          <a:pt x="9620" y="2477"/>
                          <a:pt x="5905" y="4286"/>
                        </a:cubicBezTo>
                        <a:cubicBezTo>
                          <a:pt x="3905" y="5239"/>
                          <a:pt x="1905" y="6287"/>
                          <a:pt x="0" y="73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38" name="Forme libre : forme 18037">
                    <a:extLst>
                      <a:ext uri="{FF2B5EF4-FFF2-40B4-BE49-F238E27FC236}">
                        <a16:creationId xmlns:a16="http://schemas.microsoft.com/office/drawing/2014/main" id="{72A5A6D3-28DE-4FAB-83EF-3F93544F3F22}"/>
                      </a:ext>
                    </a:extLst>
                  </p:cNvPr>
                  <p:cNvSpPr/>
                  <p:nvPr/>
                </p:nvSpPr>
                <p:spPr>
                  <a:xfrm>
                    <a:off x="5057010" y="4739925"/>
                    <a:ext cx="40018" cy="30289"/>
                  </a:xfrm>
                  <a:custGeom>
                    <a:avLst/>
                    <a:gdLst>
                      <a:gd name="connsiteX0" fmla="*/ 37440 w 40018"/>
                      <a:gd name="connsiteY0" fmla="*/ 15145 h 30289"/>
                      <a:gd name="connsiteX1" fmla="*/ 29820 w 40018"/>
                      <a:gd name="connsiteY1" fmla="*/ 0 h 30289"/>
                      <a:gd name="connsiteX2" fmla="*/ 2578 w 40018"/>
                      <a:gd name="connsiteY2" fmla="*/ 15145 h 30289"/>
                      <a:gd name="connsiteX3" fmla="*/ 10198 w 40018"/>
                      <a:gd name="connsiteY3" fmla="*/ 30289 h 30289"/>
                      <a:gd name="connsiteX4" fmla="*/ 12865 w 40018"/>
                      <a:gd name="connsiteY4" fmla="*/ 30099 h 30289"/>
                      <a:gd name="connsiteX5" fmla="*/ 18771 w 40018"/>
                      <a:gd name="connsiteY5" fmla="*/ 26956 h 30289"/>
                      <a:gd name="connsiteX6" fmla="*/ 30201 w 40018"/>
                      <a:gd name="connsiteY6" fmla="*/ 22670 h 30289"/>
                      <a:gd name="connsiteX7" fmla="*/ 37440 w 40018"/>
                      <a:gd name="connsiteY7" fmla="*/ 15145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018" h="30289">
                        <a:moveTo>
                          <a:pt x="37440" y="15145"/>
                        </a:moveTo>
                        <a:cubicBezTo>
                          <a:pt x="42869" y="6763"/>
                          <a:pt x="39440" y="0"/>
                          <a:pt x="29820" y="0"/>
                        </a:cubicBezTo>
                        <a:cubicBezTo>
                          <a:pt x="20199" y="0"/>
                          <a:pt x="8008" y="6763"/>
                          <a:pt x="2578" y="15145"/>
                        </a:cubicBezTo>
                        <a:cubicBezTo>
                          <a:pt x="-2851" y="23527"/>
                          <a:pt x="578" y="30289"/>
                          <a:pt x="10198" y="30289"/>
                        </a:cubicBezTo>
                        <a:cubicBezTo>
                          <a:pt x="11056" y="30289"/>
                          <a:pt x="11913" y="30194"/>
                          <a:pt x="12865" y="30099"/>
                        </a:cubicBezTo>
                        <a:cubicBezTo>
                          <a:pt x="14770" y="28956"/>
                          <a:pt x="16675" y="27908"/>
                          <a:pt x="18771" y="26956"/>
                        </a:cubicBezTo>
                        <a:cubicBezTo>
                          <a:pt x="22581" y="25146"/>
                          <a:pt x="26391" y="23908"/>
                          <a:pt x="30201" y="22670"/>
                        </a:cubicBezTo>
                        <a:cubicBezTo>
                          <a:pt x="33059" y="20479"/>
                          <a:pt x="35630" y="17907"/>
                          <a:pt x="37440" y="15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39" name="Forme libre : forme 18038">
                    <a:extLst>
                      <a:ext uri="{FF2B5EF4-FFF2-40B4-BE49-F238E27FC236}">
                        <a16:creationId xmlns:a16="http://schemas.microsoft.com/office/drawing/2014/main" id="{2C19B3D7-8594-435B-A05E-C449BB3EFAD1}"/>
                      </a:ext>
                    </a:extLst>
                  </p:cNvPr>
                  <p:cNvSpPr/>
                  <p:nvPr/>
                </p:nvSpPr>
                <p:spPr>
                  <a:xfrm>
                    <a:off x="5090752" y="4774690"/>
                    <a:ext cx="20446" cy="15432"/>
                  </a:xfrm>
                  <a:custGeom>
                    <a:avLst/>
                    <a:gdLst>
                      <a:gd name="connsiteX0" fmla="*/ 1317 w 20446"/>
                      <a:gd name="connsiteY0" fmla="*/ 7717 h 15432"/>
                      <a:gd name="connsiteX1" fmla="*/ 5223 w 20446"/>
                      <a:gd name="connsiteY1" fmla="*/ 15432 h 15432"/>
                      <a:gd name="connsiteX2" fmla="*/ 19129 w 20446"/>
                      <a:gd name="connsiteY2" fmla="*/ 7717 h 15432"/>
                      <a:gd name="connsiteX3" fmla="*/ 15224 w 20446"/>
                      <a:gd name="connsiteY3" fmla="*/ 2 h 15432"/>
                      <a:gd name="connsiteX4" fmla="*/ 1317 w 20446"/>
                      <a:gd name="connsiteY4" fmla="*/ 7717 h 15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2">
                        <a:moveTo>
                          <a:pt x="1317" y="7717"/>
                        </a:moveTo>
                        <a:cubicBezTo>
                          <a:pt x="-1445" y="12003"/>
                          <a:pt x="269" y="15432"/>
                          <a:pt x="5223" y="15432"/>
                        </a:cubicBezTo>
                        <a:cubicBezTo>
                          <a:pt x="10175" y="15432"/>
                          <a:pt x="16367" y="11908"/>
                          <a:pt x="19129" y="7717"/>
                        </a:cubicBezTo>
                        <a:cubicBezTo>
                          <a:pt x="21891" y="3526"/>
                          <a:pt x="20177" y="2"/>
                          <a:pt x="15224" y="2"/>
                        </a:cubicBezTo>
                        <a:cubicBezTo>
                          <a:pt x="10366" y="-93"/>
                          <a:pt x="4080" y="3431"/>
                          <a:pt x="1317" y="77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40" name="Forme libre : forme 18039">
                    <a:extLst>
                      <a:ext uri="{FF2B5EF4-FFF2-40B4-BE49-F238E27FC236}">
                        <a16:creationId xmlns:a16="http://schemas.microsoft.com/office/drawing/2014/main" id="{1E70062E-DD5F-44E7-A795-558A1F2493D7}"/>
                      </a:ext>
                    </a:extLst>
                  </p:cNvPr>
                  <p:cNvSpPr/>
                  <p:nvPr/>
                </p:nvSpPr>
                <p:spPr>
                  <a:xfrm>
                    <a:off x="5592989" y="4788598"/>
                    <a:ext cx="23336" cy="9144"/>
                  </a:xfrm>
                  <a:custGeom>
                    <a:avLst/>
                    <a:gdLst>
                      <a:gd name="connsiteX0" fmla="*/ 0 w 23336"/>
                      <a:gd name="connsiteY0" fmla="*/ 9049 h 9144"/>
                      <a:gd name="connsiteX1" fmla="*/ 1524 w 23336"/>
                      <a:gd name="connsiteY1" fmla="*/ 9144 h 9144"/>
                      <a:gd name="connsiteX2" fmla="*/ 23336 w 23336"/>
                      <a:gd name="connsiteY2" fmla="*/ 0 h 9144"/>
                      <a:gd name="connsiteX3" fmla="*/ 17430 w 23336"/>
                      <a:gd name="connsiteY3" fmla="*/ 2286 h 9144"/>
                      <a:gd name="connsiteX4" fmla="*/ 0 w 23336"/>
                      <a:gd name="connsiteY4" fmla="*/ 9049 h 9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336" h="9144">
                        <a:moveTo>
                          <a:pt x="0" y="9049"/>
                        </a:moveTo>
                        <a:cubicBezTo>
                          <a:pt x="476" y="9049"/>
                          <a:pt x="952" y="9144"/>
                          <a:pt x="1524" y="9144"/>
                        </a:cubicBezTo>
                        <a:cubicBezTo>
                          <a:pt x="8667" y="9144"/>
                          <a:pt x="17240" y="5334"/>
                          <a:pt x="23336" y="0"/>
                        </a:cubicBezTo>
                        <a:cubicBezTo>
                          <a:pt x="21336" y="762"/>
                          <a:pt x="19335" y="1619"/>
                          <a:pt x="17430" y="2286"/>
                        </a:cubicBezTo>
                        <a:cubicBezTo>
                          <a:pt x="11620" y="4667"/>
                          <a:pt x="5810" y="6858"/>
                          <a:pt x="0" y="90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41" name="Forme libre : forme 18040">
                    <a:extLst>
                      <a:ext uri="{FF2B5EF4-FFF2-40B4-BE49-F238E27FC236}">
                        <a16:creationId xmlns:a16="http://schemas.microsoft.com/office/drawing/2014/main" id="{47D0BEDF-1DD0-4F6B-AD8E-AB2F69B57782}"/>
                      </a:ext>
                    </a:extLst>
                  </p:cNvPr>
                  <p:cNvSpPr/>
                  <p:nvPr/>
                </p:nvSpPr>
                <p:spPr>
                  <a:xfrm>
                    <a:off x="5598703" y="4767548"/>
                    <a:ext cx="20383" cy="4476"/>
                  </a:xfrm>
                  <a:custGeom>
                    <a:avLst/>
                    <a:gdLst>
                      <a:gd name="connsiteX0" fmla="*/ 15335 w 20383"/>
                      <a:gd name="connsiteY0" fmla="*/ 0 h 4476"/>
                      <a:gd name="connsiteX1" fmla="*/ 0 w 20383"/>
                      <a:gd name="connsiteY1" fmla="*/ 4477 h 4476"/>
                      <a:gd name="connsiteX2" fmla="*/ 20384 w 20383"/>
                      <a:gd name="connsiteY2" fmla="*/ 857 h 4476"/>
                      <a:gd name="connsiteX3" fmla="*/ 15335 w 20383"/>
                      <a:gd name="connsiteY3" fmla="*/ 0 h 4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83" h="4476">
                        <a:moveTo>
                          <a:pt x="15335" y="0"/>
                        </a:moveTo>
                        <a:cubicBezTo>
                          <a:pt x="10478" y="0"/>
                          <a:pt x="4953" y="1714"/>
                          <a:pt x="0" y="4477"/>
                        </a:cubicBezTo>
                        <a:cubicBezTo>
                          <a:pt x="8001" y="1905"/>
                          <a:pt x="14954" y="476"/>
                          <a:pt x="20384" y="857"/>
                        </a:cubicBezTo>
                        <a:cubicBezTo>
                          <a:pt x="18955" y="381"/>
                          <a:pt x="17336" y="0"/>
                          <a:pt x="1533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42" name="Forme libre : forme 18041">
                    <a:extLst>
                      <a:ext uri="{FF2B5EF4-FFF2-40B4-BE49-F238E27FC236}">
                        <a16:creationId xmlns:a16="http://schemas.microsoft.com/office/drawing/2014/main" id="{093BA75E-FC33-4089-AF63-9C0D5D52125B}"/>
                      </a:ext>
                    </a:extLst>
                  </p:cNvPr>
                  <p:cNvSpPr/>
                  <p:nvPr/>
                </p:nvSpPr>
                <p:spPr>
                  <a:xfrm>
                    <a:off x="5584271" y="4768439"/>
                    <a:ext cx="39925" cy="29302"/>
                  </a:xfrm>
                  <a:custGeom>
                    <a:avLst/>
                    <a:gdLst>
                      <a:gd name="connsiteX0" fmla="*/ 37388 w 39925"/>
                      <a:gd name="connsiteY0" fmla="*/ 14253 h 29302"/>
                      <a:gd name="connsiteX1" fmla="*/ 34816 w 39925"/>
                      <a:gd name="connsiteY1" fmla="*/ 61 h 29302"/>
                      <a:gd name="connsiteX2" fmla="*/ 14433 w 39925"/>
                      <a:gd name="connsiteY2" fmla="*/ 3681 h 29302"/>
                      <a:gd name="connsiteX3" fmla="*/ 2526 w 39925"/>
                      <a:gd name="connsiteY3" fmla="*/ 14348 h 29302"/>
                      <a:gd name="connsiteX4" fmla="*/ 8623 w 39925"/>
                      <a:gd name="connsiteY4" fmla="*/ 29303 h 29302"/>
                      <a:gd name="connsiteX5" fmla="*/ 26148 w 39925"/>
                      <a:gd name="connsiteY5" fmla="*/ 22635 h 29302"/>
                      <a:gd name="connsiteX6" fmla="*/ 32054 w 39925"/>
                      <a:gd name="connsiteY6" fmla="*/ 20349 h 29302"/>
                      <a:gd name="connsiteX7" fmla="*/ 37388 w 39925"/>
                      <a:gd name="connsiteY7" fmla="*/ 14253 h 29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925" h="29302">
                        <a:moveTo>
                          <a:pt x="37388" y="14253"/>
                        </a:moveTo>
                        <a:cubicBezTo>
                          <a:pt x="41674" y="7586"/>
                          <a:pt x="40341" y="2061"/>
                          <a:pt x="34816" y="61"/>
                        </a:cubicBezTo>
                        <a:cubicBezTo>
                          <a:pt x="29387" y="-320"/>
                          <a:pt x="22434" y="1109"/>
                          <a:pt x="14433" y="3681"/>
                        </a:cubicBezTo>
                        <a:cubicBezTo>
                          <a:pt x="9575" y="6443"/>
                          <a:pt x="5194" y="10157"/>
                          <a:pt x="2526" y="14348"/>
                        </a:cubicBezTo>
                        <a:cubicBezTo>
                          <a:pt x="-2521" y="22254"/>
                          <a:pt x="241" y="28636"/>
                          <a:pt x="8623" y="29303"/>
                        </a:cubicBezTo>
                        <a:cubicBezTo>
                          <a:pt x="14433" y="27112"/>
                          <a:pt x="20338" y="24826"/>
                          <a:pt x="26148" y="22635"/>
                        </a:cubicBezTo>
                        <a:cubicBezTo>
                          <a:pt x="28053" y="21968"/>
                          <a:pt x="30054" y="21111"/>
                          <a:pt x="32054" y="20349"/>
                        </a:cubicBezTo>
                        <a:cubicBezTo>
                          <a:pt x="34150" y="18444"/>
                          <a:pt x="36055" y="16349"/>
                          <a:pt x="37388" y="1425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43" name="Forme libre : forme 18042">
                    <a:extLst>
                      <a:ext uri="{FF2B5EF4-FFF2-40B4-BE49-F238E27FC236}">
                        <a16:creationId xmlns:a16="http://schemas.microsoft.com/office/drawing/2014/main" id="{A3C71C5E-B7E0-4418-8B46-32D7BF10D3CF}"/>
                      </a:ext>
                    </a:extLst>
                  </p:cNvPr>
                  <p:cNvSpPr/>
                  <p:nvPr/>
                </p:nvSpPr>
                <p:spPr>
                  <a:xfrm>
                    <a:off x="5618131" y="4802219"/>
                    <a:ext cx="20370" cy="15430"/>
                  </a:xfrm>
                  <a:custGeom>
                    <a:avLst/>
                    <a:gdLst>
                      <a:gd name="connsiteX0" fmla="*/ 5147 w 20370"/>
                      <a:gd name="connsiteY0" fmla="*/ 15430 h 15430"/>
                      <a:gd name="connsiteX1" fmla="*/ 19054 w 20370"/>
                      <a:gd name="connsiteY1" fmla="*/ 7715 h 15430"/>
                      <a:gd name="connsiteX2" fmla="*/ 15148 w 20370"/>
                      <a:gd name="connsiteY2" fmla="*/ 0 h 15430"/>
                      <a:gd name="connsiteX3" fmla="*/ 4956 w 20370"/>
                      <a:gd name="connsiteY3" fmla="*/ 4000 h 15430"/>
                      <a:gd name="connsiteX4" fmla="*/ 4 w 20370"/>
                      <a:gd name="connsiteY4" fmla="*/ 11239 h 15430"/>
                      <a:gd name="connsiteX5" fmla="*/ 5147 w 20370"/>
                      <a:gd name="connsiteY5" fmla="*/ 15430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70" h="15430">
                        <a:moveTo>
                          <a:pt x="5147" y="15430"/>
                        </a:moveTo>
                        <a:cubicBezTo>
                          <a:pt x="10100" y="15430"/>
                          <a:pt x="16291" y="11906"/>
                          <a:pt x="19054" y="7715"/>
                        </a:cubicBezTo>
                        <a:cubicBezTo>
                          <a:pt x="21816" y="3524"/>
                          <a:pt x="20101" y="0"/>
                          <a:pt x="15148" y="0"/>
                        </a:cubicBezTo>
                        <a:cubicBezTo>
                          <a:pt x="11815" y="0"/>
                          <a:pt x="8004" y="1619"/>
                          <a:pt x="4956" y="4000"/>
                        </a:cubicBezTo>
                        <a:cubicBezTo>
                          <a:pt x="3433" y="6382"/>
                          <a:pt x="1813" y="8858"/>
                          <a:pt x="4" y="11239"/>
                        </a:cubicBezTo>
                        <a:cubicBezTo>
                          <a:pt x="-92" y="13716"/>
                          <a:pt x="1623" y="15430"/>
                          <a:pt x="5147" y="15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44" name="Forme libre : forme 18043">
                    <a:extLst>
                      <a:ext uri="{FF2B5EF4-FFF2-40B4-BE49-F238E27FC236}">
                        <a16:creationId xmlns:a16="http://schemas.microsoft.com/office/drawing/2014/main" id="{187D0A78-F320-4864-A7CA-06335AF83AD8}"/>
                      </a:ext>
                    </a:extLst>
                  </p:cNvPr>
                  <p:cNvSpPr/>
                  <p:nvPr/>
                </p:nvSpPr>
                <p:spPr>
                  <a:xfrm>
                    <a:off x="5618135" y="4806124"/>
                    <a:ext cx="4952" cy="7239"/>
                  </a:xfrm>
                  <a:custGeom>
                    <a:avLst/>
                    <a:gdLst>
                      <a:gd name="connsiteX0" fmla="*/ 1238 w 4952"/>
                      <a:gd name="connsiteY0" fmla="*/ 3810 h 7239"/>
                      <a:gd name="connsiteX1" fmla="*/ 0 w 4952"/>
                      <a:gd name="connsiteY1" fmla="*/ 7239 h 7239"/>
                      <a:gd name="connsiteX2" fmla="*/ 4953 w 4952"/>
                      <a:gd name="connsiteY2" fmla="*/ 0 h 7239"/>
                      <a:gd name="connsiteX3" fmla="*/ 1238 w 4952"/>
                      <a:gd name="connsiteY3" fmla="*/ 3810 h 7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52" h="7239">
                        <a:moveTo>
                          <a:pt x="1238" y="3810"/>
                        </a:moveTo>
                        <a:cubicBezTo>
                          <a:pt x="381" y="5048"/>
                          <a:pt x="95" y="6191"/>
                          <a:pt x="0" y="7239"/>
                        </a:cubicBezTo>
                        <a:cubicBezTo>
                          <a:pt x="1809" y="4858"/>
                          <a:pt x="3429" y="2477"/>
                          <a:pt x="4953" y="0"/>
                        </a:cubicBezTo>
                        <a:cubicBezTo>
                          <a:pt x="3524" y="1143"/>
                          <a:pt x="2095" y="2381"/>
                          <a:pt x="1238" y="381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45" name="Forme libre : forme 18044">
                    <a:extLst>
                      <a:ext uri="{FF2B5EF4-FFF2-40B4-BE49-F238E27FC236}">
                        <a16:creationId xmlns:a16="http://schemas.microsoft.com/office/drawing/2014/main" id="{857B7923-87E8-4128-B558-461B5602B824}"/>
                      </a:ext>
                    </a:extLst>
                  </p:cNvPr>
                  <p:cNvSpPr/>
                  <p:nvPr/>
                </p:nvSpPr>
                <p:spPr>
                  <a:xfrm>
                    <a:off x="6864290" y="4660773"/>
                    <a:ext cx="28200" cy="30194"/>
                  </a:xfrm>
                  <a:custGeom>
                    <a:avLst/>
                    <a:gdLst>
                      <a:gd name="connsiteX0" fmla="*/ 12668 w 28200"/>
                      <a:gd name="connsiteY0" fmla="*/ 21146 h 30194"/>
                      <a:gd name="connsiteX1" fmla="*/ 0 w 28200"/>
                      <a:gd name="connsiteY1" fmla="*/ 30194 h 30194"/>
                      <a:gd name="connsiteX2" fmla="*/ 25622 w 28200"/>
                      <a:gd name="connsiteY2" fmla="*/ 15145 h 30194"/>
                      <a:gd name="connsiteX3" fmla="*/ 18002 w 28200"/>
                      <a:gd name="connsiteY3" fmla="*/ 0 h 30194"/>
                      <a:gd name="connsiteX4" fmla="*/ 12668 w 28200"/>
                      <a:gd name="connsiteY4" fmla="*/ 21146 h 30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00" h="30194">
                        <a:moveTo>
                          <a:pt x="12668" y="21146"/>
                        </a:moveTo>
                        <a:cubicBezTo>
                          <a:pt x="9240" y="24765"/>
                          <a:pt x="4763" y="27622"/>
                          <a:pt x="0" y="30194"/>
                        </a:cubicBezTo>
                        <a:cubicBezTo>
                          <a:pt x="9335" y="29528"/>
                          <a:pt x="20479" y="23050"/>
                          <a:pt x="25622" y="15145"/>
                        </a:cubicBezTo>
                        <a:cubicBezTo>
                          <a:pt x="31052" y="6763"/>
                          <a:pt x="27623" y="0"/>
                          <a:pt x="18002" y="0"/>
                        </a:cubicBezTo>
                        <a:cubicBezTo>
                          <a:pt x="21622" y="4477"/>
                          <a:pt x="19145" y="14383"/>
                          <a:pt x="12668" y="21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46" name="Forme libre : forme 18045">
                    <a:extLst>
                      <a:ext uri="{FF2B5EF4-FFF2-40B4-BE49-F238E27FC236}">
                        <a16:creationId xmlns:a16="http://schemas.microsoft.com/office/drawing/2014/main" id="{CAA5A6A7-DD1C-4CBA-B5F8-523B6FF2EBCE}"/>
                      </a:ext>
                    </a:extLst>
                  </p:cNvPr>
                  <p:cNvSpPr/>
                  <p:nvPr/>
                </p:nvSpPr>
                <p:spPr>
                  <a:xfrm>
                    <a:off x="6852377" y="4660962"/>
                    <a:ext cx="31460" cy="30195"/>
                  </a:xfrm>
                  <a:custGeom>
                    <a:avLst/>
                    <a:gdLst>
                      <a:gd name="connsiteX0" fmla="*/ 2578 w 31460"/>
                      <a:gd name="connsiteY0" fmla="*/ 15051 h 30195"/>
                      <a:gd name="connsiteX1" fmla="*/ 10198 w 31460"/>
                      <a:gd name="connsiteY1" fmla="*/ 30195 h 30195"/>
                      <a:gd name="connsiteX2" fmla="*/ 11817 w 31460"/>
                      <a:gd name="connsiteY2" fmla="*/ 30100 h 30195"/>
                      <a:gd name="connsiteX3" fmla="*/ 24486 w 31460"/>
                      <a:gd name="connsiteY3" fmla="*/ 21051 h 30195"/>
                      <a:gd name="connsiteX4" fmla="*/ 29724 w 31460"/>
                      <a:gd name="connsiteY4" fmla="*/ 1 h 30195"/>
                      <a:gd name="connsiteX5" fmla="*/ 2578 w 31460"/>
                      <a:gd name="connsiteY5" fmla="*/ 15051 h 30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460" h="30195">
                        <a:moveTo>
                          <a:pt x="2578" y="15051"/>
                        </a:moveTo>
                        <a:cubicBezTo>
                          <a:pt x="-2851" y="23432"/>
                          <a:pt x="578" y="30195"/>
                          <a:pt x="10198" y="30195"/>
                        </a:cubicBezTo>
                        <a:cubicBezTo>
                          <a:pt x="10674" y="30195"/>
                          <a:pt x="11246" y="30100"/>
                          <a:pt x="11817" y="30100"/>
                        </a:cubicBezTo>
                        <a:cubicBezTo>
                          <a:pt x="16580" y="27528"/>
                          <a:pt x="21057" y="24671"/>
                          <a:pt x="24486" y="21051"/>
                        </a:cubicBezTo>
                        <a:cubicBezTo>
                          <a:pt x="30963" y="14288"/>
                          <a:pt x="33439" y="4287"/>
                          <a:pt x="29724" y="1"/>
                        </a:cubicBezTo>
                        <a:cubicBezTo>
                          <a:pt x="20199" y="-94"/>
                          <a:pt x="8008" y="6669"/>
                          <a:pt x="2578" y="150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47" name="Forme libre : forme 18046">
                    <a:extLst>
                      <a:ext uri="{FF2B5EF4-FFF2-40B4-BE49-F238E27FC236}">
                        <a16:creationId xmlns:a16="http://schemas.microsoft.com/office/drawing/2014/main" id="{4255A7D7-4AB9-4651-9870-65661DE2E70D}"/>
                      </a:ext>
                    </a:extLst>
                  </p:cNvPr>
                  <p:cNvSpPr/>
                  <p:nvPr/>
                </p:nvSpPr>
                <p:spPr>
                  <a:xfrm>
                    <a:off x="6886214" y="4695539"/>
                    <a:ext cx="20446" cy="15430"/>
                  </a:xfrm>
                  <a:custGeom>
                    <a:avLst/>
                    <a:gdLst>
                      <a:gd name="connsiteX0" fmla="*/ 5223 w 20446"/>
                      <a:gd name="connsiteY0" fmla="*/ 15430 h 15430"/>
                      <a:gd name="connsiteX1" fmla="*/ 19129 w 20446"/>
                      <a:gd name="connsiteY1" fmla="*/ 7715 h 15430"/>
                      <a:gd name="connsiteX2" fmla="*/ 15224 w 20446"/>
                      <a:gd name="connsiteY2" fmla="*/ 0 h 15430"/>
                      <a:gd name="connsiteX3" fmla="*/ 1317 w 20446"/>
                      <a:gd name="connsiteY3" fmla="*/ 7715 h 15430"/>
                      <a:gd name="connsiteX4" fmla="*/ 5223 w 20446"/>
                      <a:gd name="connsiteY4" fmla="*/ 15430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5223" y="15430"/>
                        </a:moveTo>
                        <a:cubicBezTo>
                          <a:pt x="10175" y="15430"/>
                          <a:pt x="16367" y="11906"/>
                          <a:pt x="19129" y="7715"/>
                        </a:cubicBezTo>
                        <a:cubicBezTo>
                          <a:pt x="21891" y="3524"/>
                          <a:pt x="20177" y="0"/>
                          <a:pt x="15224" y="0"/>
                        </a:cubicBezTo>
                        <a:cubicBezTo>
                          <a:pt x="10271" y="0"/>
                          <a:pt x="4080" y="3524"/>
                          <a:pt x="1317" y="7715"/>
                        </a:cubicBezTo>
                        <a:cubicBezTo>
                          <a:pt x="-1445" y="11906"/>
                          <a:pt x="269" y="15430"/>
                          <a:pt x="5223" y="15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48" name="Forme libre : forme 18047">
                    <a:extLst>
                      <a:ext uri="{FF2B5EF4-FFF2-40B4-BE49-F238E27FC236}">
                        <a16:creationId xmlns:a16="http://schemas.microsoft.com/office/drawing/2014/main" id="{2BC8E11A-2074-45AF-AB85-E1A05A3BAE62}"/>
                      </a:ext>
                    </a:extLst>
                  </p:cNvPr>
                  <p:cNvSpPr/>
                  <p:nvPr/>
                </p:nvSpPr>
                <p:spPr>
                  <a:xfrm>
                    <a:off x="6703794" y="4573142"/>
                    <a:ext cx="16484" cy="17525"/>
                  </a:xfrm>
                  <a:custGeom>
                    <a:avLst/>
                    <a:gdLst>
                      <a:gd name="connsiteX0" fmla="*/ 12097 w 16484"/>
                      <a:gd name="connsiteY0" fmla="*/ 17526 h 17525"/>
                      <a:gd name="connsiteX1" fmla="*/ 13906 w 16484"/>
                      <a:gd name="connsiteY1" fmla="*/ 15145 h 17525"/>
                      <a:gd name="connsiteX2" fmla="*/ 6286 w 16484"/>
                      <a:gd name="connsiteY2" fmla="*/ 0 h 17525"/>
                      <a:gd name="connsiteX3" fmla="*/ 0 w 16484"/>
                      <a:gd name="connsiteY3" fmla="*/ 953 h 17525"/>
                      <a:gd name="connsiteX4" fmla="*/ 12097 w 16484"/>
                      <a:gd name="connsiteY4" fmla="*/ 17526 h 17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84" h="17525">
                        <a:moveTo>
                          <a:pt x="12097" y="17526"/>
                        </a:moveTo>
                        <a:cubicBezTo>
                          <a:pt x="12763" y="16764"/>
                          <a:pt x="13430" y="15907"/>
                          <a:pt x="13906" y="15145"/>
                        </a:cubicBezTo>
                        <a:cubicBezTo>
                          <a:pt x="19335" y="6763"/>
                          <a:pt x="15907" y="0"/>
                          <a:pt x="6286" y="0"/>
                        </a:cubicBezTo>
                        <a:cubicBezTo>
                          <a:pt x="4286" y="0"/>
                          <a:pt x="2191" y="381"/>
                          <a:pt x="0" y="953"/>
                        </a:cubicBezTo>
                        <a:cubicBezTo>
                          <a:pt x="8954" y="3429"/>
                          <a:pt x="14192" y="8572"/>
                          <a:pt x="12097" y="1752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49" name="Forme libre : forme 18048">
                    <a:extLst>
                      <a:ext uri="{FF2B5EF4-FFF2-40B4-BE49-F238E27FC236}">
                        <a16:creationId xmlns:a16="http://schemas.microsoft.com/office/drawing/2014/main" id="{46BA3C25-BAE4-4833-B640-61837D09124E}"/>
                      </a:ext>
                    </a:extLst>
                  </p:cNvPr>
                  <p:cNvSpPr/>
                  <p:nvPr/>
                </p:nvSpPr>
                <p:spPr>
                  <a:xfrm>
                    <a:off x="6680261" y="4573905"/>
                    <a:ext cx="36000" cy="29432"/>
                  </a:xfrm>
                  <a:custGeom>
                    <a:avLst/>
                    <a:gdLst>
                      <a:gd name="connsiteX0" fmla="*/ 2578 w 36000"/>
                      <a:gd name="connsiteY0" fmla="*/ 14288 h 29432"/>
                      <a:gd name="connsiteX1" fmla="*/ 10198 w 36000"/>
                      <a:gd name="connsiteY1" fmla="*/ 29432 h 29432"/>
                      <a:gd name="connsiteX2" fmla="*/ 35535 w 36000"/>
                      <a:gd name="connsiteY2" fmla="*/ 16669 h 29432"/>
                      <a:gd name="connsiteX3" fmla="*/ 23438 w 36000"/>
                      <a:gd name="connsiteY3" fmla="*/ 0 h 29432"/>
                      <a:gd name="connsiteX4" fmla="*/ 2578 w 36000"/>
                      <a:gd name="connsiteY4" fmla="*/ 14288 h 29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00" h="29432">
                        <a:moveTo>
                          <a:pt x="2578" y="14288"/>
                        </a:moveTo>
                        <a:cubicBezTo>
                          <a:pt x="-2851" y="22669"/>
                          <a:pt x="578" y="29432"/>
                          <a:pt x="10198" y="29432"/>
                        </a:cubicBezTo>
                        <a:cubicBezTo>
                          <a:pt x="18866" y="29432"/>
                          <a:pt x="29534" y="23908"/>
                          <a:pt x="35535" y="16669"/>
                        </a:cubicBezTo>
                        <a:cubicBezTo>
                          <a:pt x="37630" y="7715"/>
                          <a:pt x="32487" y="2667"/>
                          <a:pt x="23438" y="0"/>
                        </a:cubicBezTo>
                        <a:cubicBezTo>
                          <a:pt x="15342" y="2191"/>
                          <a:pt x="6865" y="7715"/>
                          <a:pt x="2578" y="1428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50" name="Forme libre : forme 18049">
                    <a:extLst>
                      <a:ext uri="{FF2B5EF4-FFF2-40B4-BE49-F238E27FC236}">
                        <a16:creationId xmlns:a16="http://schemas.microsoft.com/office/drawing/2014/main" id="{A79922AD-F391-496E-95D7-2E18CFF410AC}"/>
                      </a:ext>
                    </a:extLst>
                  </p:cNvPr>
                  <p:cNvSpPr/>
                  <p:nvPr/>
                </p:nvSpPr>
                <p:spPr>
                  <a:xfrm>
                    <a:off x="6714097" y="4607814"/>
                    <a:ext cx="20446" cy="15430"/>
                  </a:xfrm>
                  <a:custGeom>
                    <a:avLst/>
                    <a:gdLst>
                      <a:gd name="connsiteX0" fmla="*/ 5223 w 20446"/>
                      <a:gd name="connsiteY0" fmla="*/ 15430 h 15430"/>
                      <a:gd name="connsiteX1" fmla="*/ 19129 w 20446"/>
                      <a:gd name="connsiteY1" fmla="*/ 7715 h 15430"/>
                      <a:gd name="connsiteX2" fmla="*/ 15224 w 20446"/>
                      <a:gd name="connsiteY2" fmla="*/ 0 h 15430"/>
                      <a:gd name="connsiteX3" fmla="*/ 1317 w 20446"/>
                      <a:gd name="connsiteY3" fmla="*/ 7715 h 15430"/>
                      <a:gd name="connsiteX4" fmla="*/ 5223 w 20446"/>
                      <a:gd name="connsiteY4" fmla="*/ 15430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5223" y="15430"/>
                        </a:moveTo>
                        <a:cubicBezTo>
                          <a:pt x="10175" y="15430"/>
                          <a:pt x="16367" y="11906"/>
                          <a:pt x="19129" y="7715"/>
                        </a:cubicBezTo>
                        <a:cubicBezTo>
                          <a:pt x="21891" y="3524"/>
                          <a:pt x="20177" y="0"/>
                          <a:pt x="15224" y="0"/>
                        </a:cubicBezTo>
                        <a:cubicBezTo>
                          <a:pt x="10271" y="0"/>
                          <a:pt x="4080" y="3524"/>
                          <a:pt x="1317" y="7715"/>
                        </a:cubicBezTo>
                        <a:cubicBezTo>
                          <a:pt x="-1445" y="11906"/>
                          <a:pt x="269" y="15430"/>
                          <a:pt x="5223" y="15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51" name="Forme libre : forme 18050">
                    <a:extLst>
                      <a:ext uri="{FF2B5EF4-FFF2-40B4-BE49-F238E27FC236}">
                        <a16:creationId xmlns:a16="http://schemas.microsoft.com/office/drawing/2014/main" id="{2DE76D47-3B90-4F19-A19E-38A22345B89D}"/>
                      </a:ext>
                    </a:extLst>
                  </p:cNvPr>
                  <p:cNvSpPr/>
                  <p:nvPr/>
                </p:nvSpPr>
                <p:spPr>
                  <a:xfrm>
                    <a:off x="6337082" y="4778978"/>
                    <a:ext cx="8191" cy="9048"/>
                  </a:xfrm>
                  <a:custGeom>
                    <a:avLst/>
                    <a:gdLst>
                      <a:gd name="connsiteX0" fmla="*/ 0 w 8191"/>
                      <a:gd name="connsiteY0" fmla="*/ 9049 h 9048"/>
                      <a:gd name="connsiteX1" fmla="*/ 7429 w 8191"/>
                      <a:gd name="connsiteY1" fmla="*/ 1333 h 9048"/>
                      <a:gd name="connsiteX2" fmla="*/ 8191 w 8191"/>
                      <a:gd name="connsiteY2" fmla="*/ 0 h 9048"/>
                      <a:gd name="connsiteX3" fmla="*/ 3048 w 8191"/>
                      <a:gd name="connsiteY3" fmla="*/ 5620 h 9048"/>
                      <a:gd name="connsiteX4" fmla="*/ 0 w 8191"/>
                      <a:gd name="connsiteY4" fmla="*/ 9049 h 9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91" h="9048">
                        <a:moveTo>
                          <a:pt x="0" y="9049"/>
                        </a:moveTo>
                        <a:cubicBezTo>
                          <a:pt x="3048" y="6763"/>
                          <a:pt x="5619" y="4191"/>
                          <a:pt x="7429" y="1333"/>
                        </a:cubicBezTo>
                        <a:cubicBezTo>
                          <a:pt x="7715" y="857"/>
                          <a:pt x="7906" y="476"/>
                          <a:pt x="8191" y="0"/>
                        </a:cubicBezTo>
                        <a:lnTo>
                          <a:pt x="3048" y="5620"/>
                        </a:lnTo>
                        <a:cubicBezTo>
                          <a:pt x="2095" y="6763"/>
                          <a:pt x="1048" y="7906"/>
                          <a:pt x="0" y="90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52" name="Forme libre : forme 18051">
                    <a:extLst>
                      <a:ext uri="{FF2B5EF4-FFF2-40B4-BE49-F238E27FC236}">
                        <a16:creationId xmlns:a16="http://schemas.microsoft.com/office/drawing/2014/main" id="{5A73F750-07A5-4122-A544-8217402C6AF3}"/>
                      </a:ext>
                    </a:extLst>
                  </p:cNvPr>
                  <p:cNvSpPr/>
                  <p:nvPr/>
                </p:nvSpPr>
                <p:spPr>
                  <a:xfrm>
                    <a:off x="6307071" y="4765262"/>
                    <a:ext cx="39937" cy="30289"/>
                  </a:xfrm>
                  <a:custGeom>
                    <a:avLst/>
                    <a:gdLst>
                      <a:gd name="connsiteX0" fmla="*/ 29820 w 39937"/>
                      <a:gd name="connsiteY0" fmla="*/ 0 h 30289"/>
                      <a:gd name="connsiteX1" fmla="*/ 2578 w 39937"/>
                      <a:gd name="connsiteY1" fmla="*/ 15145 h 30289"/>
                      <a:gd name="connsiteX2" fmla="*/ 10198 w 39937"/>
                      <a:gd name="connsiteY2" fmla="*/ 30289 h 30289"/>
                      <a:gd name="connsiteX3" fmla="*/ 29915 w 39937"/>
                      <a:gd name="connsiteY3" fmla="*/ 22860 h 30289"/>
                      <a:gd name="connsiteX4" fmla="*/ 32963 w 39937"/>
                      <a:gd name="connsiteY4" fmla="*/ 19431 h 30289"/>
                      <a:gd name="connsiteX5" fmla="*/ 38106 w 39937"/>
                      <a:gd name="connsiteY5" fmla="*/ 13811 h 30289"/>
                      <a:gd name="connsiteX6" fmla="*/ 29820 w 39937"/>
                      <a:gd name="connsiteY6" fmla="*/ 0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937" h="30289">
                        <a:moveTo>
                          <a:pt x="29820" y="0"/>
                        </a:moveTo>
                        <a:cubicBezTo>
                          <a:pt x="20199" y="0"/>
                          <a:pt x="8008" y="6763"/>
                          <a:pt x="2578" y="15145"/>
                        </a:cubicBezTo>
                        <a:cubicBezTo>
                          <a:pt x="-2851" y="23527"/>
                          <a:pt x="578" y="30289"/>
                          <a:pt x="10198" y="30289"/>
                        </a:cubicBezTo>
                        <a:cubicBezTo>
                          <a:pt x="16580" y="30289"/>
                          <a:pt x="24010" y="27241"/>
                          <a:pt x="29915" y="22860"/>
                        </a:cubicBezTo>
                        <a:cubicBezTo>
                          <a:pt x="30963" y="21717"/>
                          <a:pt x="31916" y="20574"/>
                          <a:pt x="32963" y="19431"/>
                        </a:cubicBezTo>
                        <a:lnTo>
                          <a:pt x="38106" y="13811"/>
                        </a:lnTo>
                        <a:cubicBezTo>
                          <a:pt x="42393" y="6001"/>
                          <a:pt x="38964" y="0"/>
                          <a:pt x="298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53" name="Forme libre : forme 18052">
                    <a:extLst>
                      <a:ext uri="{FF2B5EF4-FFF2-40B4-BE49-F238E27FC236}">
                        <a16:creationId xmlns:a16="http://schemas.microsoft.com/office/drawing/2014/main" id="{8499DE67-A84C-4C6B-A59A-0BF50FC3E456}"/>
                      </a:ext>
                    </a:extLst>
                  </p:cNvPr>
                  <p:cNvSpPr/>
                  <p:nvPr/>
                </p:nvSpPr>
                <p:spPr>
                  <a:xfrm>
                    <a:off x="6340908" y="4799931"/>
                    <a:ext cx="20446" cy="15432"/>
                  </a:xfrm>
                  <a:custGeom>
                    <a:avLst/>
                    <a:gdLst>
                      <a:gd name="connsiteX0" fmla="*/ 1317 w 20446"/>
                      <a:gd name="connsiteY0" fmla="*/ 7717 h 15432"/>
                      <a:gd name="connsiteX1" fmla="*/ 5223 w 20446"/>
                      <a:gd name="connsiteY1" fmla="*/ 15432 h 15432"/>
                      <a:gd name="connsiteX2" fmla="*/ 19129 w 20446"/>
                      <a:gd name="connsiteY2" fmla="*/ 7717 h 15432"/>
                      <a:gd name="connsiteX3" fmla="*/ 15224 w 20446"/>
                      <a:gd name="connsiteY3" fmla="*/ 2 h 15432"/>
                      <a:gd name="connsiteX4" fmla="*/ 1317 w 20446"/>
                      <a:gd name="connsiteY4" fmla="*/ 7717 h 15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2">
                        <a:moveTo>
                          <a:pt x="1317" y="7717"/>
                        </a:moveTo>
                        <a:cubicBezTo>
                          <a:pt x="-1445" y="12003"/>
                          <a:pt x="269" y="15432"/>
                          <a:pt x="5223" y="15432"/>
                        </a:cubicBezTo>
                        <a:cubicBezTo>
                          <a:pt x="10175" y="15432"/>
                          <a:pt x="16367" y="11908"/>
                          <a:pt x="19129" y="7717"/>
                        </a:cubicBezTo>
                        <a:cubicBezTo>
                          <a:pt x="21891" y="3526"/>
                          <a:pt x="20177" y="2"/>
                          <a:pt x="15224" y="2"/>
                        </a:cubicBezTo>
                        <a:cubicBezTo>
                          <a:pt x="10366" y="-93"/>
                          <a:pt x="4080" y="3431"/>
                          <a:pt x="1317" y="77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54" name="Forme libre : forme 18053">
                    <a:extLst>
                      <a:ext uri="{FF2B5EF4-FFF2-40B4-BE49-F238E27FC236}">
                        <a16:creationId xmlns:a16="http://schemas.microsoft.com/office/drawing/2014/main" id="{9EBA1819-DD7F-4AA0-8041-3B34AC1FE7D1}"/>
                      </a:ext>
                    </a:extLst>
                  </p:cNvPr>
                  <p:cNvSpPr/>
                  <p:nvPr/>
                </p:nvSpPr>
                <p:spPr>
                  <a:xfrm>
                    <a:off x="6160869" y="4670964"/>
                    <a:ext cx="19437" cy="28098"/>
                  </a:xfrm>
                  <a:custGeom>
                    <a:avLst/>
                    <a:gdLst>
                      <a:gd name="connsiteX0" fmla="*/ 0 w 19437"/>
                      <a:gd name="connsiteY0" fmla="*/ 28099 h 28098"/>
                      <a:gd name="connsiteX1" fmla="*/ 16859 w 19437"/>
                      <a:gd name="connsiteY1" fmla="*/ 15145 h 28098"/>
                      <a:gd name="connsiteX2" fmla="*/ 9239 w 19437"/>
                      <a:gd name="connsiteY2" fmla="*/ 0 h 28098"/>
                      <a:gd name="connsiteX3" fmla="*/ 5715 w 19437"/>
                      <a:gd name="connsiteY3" fmla="*/ 286 h 28098"/>
                      <a:gd name="connsiteX4" fmla="*/ 0 w 19437"/>
                      <a:gd name="connsiteY4" fmla="*/ 28099 h 28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437" h="28098">
                        <a:moveTo>
                          <a:pt x="0" y="28099"/>
                        </a:moveTo>
                        <a:cubicBezTo>
                          <a:pt x="6762" y="25432"/>
                          <a:pt x="13335" y="20669"/>
                          <a:pt x="16859" y="15145"/>
                        </a:cubicBezTo>
                        <a:cubicBezTo>
                          <a:pt x="22288" y="6763"/>
                          <a:pt x="18859" y="0"/>
                          <a:pt x="9239" y="0"/>
                        </a:cubicBezTo>
                        <a:cubicBezTo>
                          <a:pt x="8096" y="0"/>
                          <a:pt x="6953" y="95"/>
                          <a:pt x="5715" y="286"/>
                        </a:cubicBezTo>
                        <a:cubicBezTo>
                          <a:pt x="9430" y="6477"/>
                          <a:pt x="6096" y="16954"/>
                          <a:pt x="0" y="280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55" name="Forme libre : forme 18054">
                    <a:extLst>
                      <a:ext uri="{FF2B5EF4-FFF2-40B4-BE49-F238E27FC236}">
                        <a16:creationId xmlns:a16="http://schemas.microsoft.com/office/drawing/2014/main" id="{C391F8B9-E6EF-4478-B293-82AEC37F92F5}"/>
                      </a:ext>
                    </a:extLst>
                  </p:cNvPr>
                  <p:cNvSpPr/>
                  <p:nvPr/>
                </p:nvSpPr>
                <p:spPr>
                  <a:xfrm>
                    <a:off x="6140288" y="4671441"/>
                    <a:ext cx="27800" cy="29908"/>
                  </a:xfrm>
                  <a:custGeom>
                    <a:avLst/>
                    <a:gdLst>
                      <a:gd name="connsiteX0" fmla="*/ 2578 w 27800"/>
                      <a:gd name="connsiteY0" fmla="*/ 14764 h 29908"/>
                      <a:gd name="connsiteX1" fmla="*/ 10198 w 27800"/>
                      <a:gd name="connsiteY1" fmla="*/ 29908 h 29908"/>
                      <a:gd name="connsiteX2" fmla="*/ 20485 w 27800"/>
                      <a:gd name="connsiteY2" fmla="*/ 27718 h 29908"/>
                      <a:gd name="connsiteX3" fmla="*/ 26200 w 27800"/>
                      <a:gd name="connsiteY3" fmla="*/ 0 h 29908"/>
                      <a:gd name="connsiteX4" fmla="*/ 2578 w 27800"/>
                      <a:gd name="connsiteY4" fmla="*/ 14764 h 29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00" h="29908">
                        <a:moveTo>
                          <a:pt x="2578" y="14764"/>
                        </a:moveTo>
                        <a:cubicBezTo>
                          <a:pt x="-2851" y="23146"/>
                          <a:pt x="578" y="29908"/>
                          <a:pt x="10198" y="29908"/>
                        </a:cubicBezTo>
                        <a:cubicBezTo>
                          <a:pt x="13437" y="29908"/>
                          <a:pt x="17057" y="29051"/>
                          <a:pt x="20485" y="27718"/>
                        </a:cubicBezTo>
                        <a:cubicBezTo>
                          <a:pt x="26582" y="16573"/>
                          <a:pt x="30010" y="6001"/>
                          <a:pt x="26200" y="0"/>
                        </a:cubicBezTo>
                        <a:cubicBezTo>
                          <a:pt x="17342" y="1238"/>
                          <a:pt x="7341" y="7429"/>
                          <a:pt x="2578" y="147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56" name="Forme libre : forme 18055">
                    <a:extLst>
                      <a:ext uri="{FF2B5EF4-FFF2-40B4-BE49-F238E27FC236}">
                        <a16:creationId xmlns:a16="http://schemas.microsoft.com/office/drawing/2014/main" id="{9DBFEF6B-EC60-47E8-BF9C-083587E0A1B7}"/>
                      </a:ext>
                    </a:extLst>
                  </p:cNvPr>
                  <p:cNvSpPr/>
                  <p:nvPr/>
                </p:nvSpPr>
                <p:spPr>
                  <a:xfrm>
                    <a:off x="6174125" y="4705731"/>
                    <a:ext cx="20446" cy="15430"/>
                  </a:xfrm>
                  <a:custGeom>
                    <a:avLst/>
                    <a:gdLst>
                      <a:gd name="connsiteX0" fmla="*/ 1317 w 20446"/>
                      <a:gd name="connsiteY0" fmla="*/ 7715 h 15430"/>
                      <a:gd name="connsiteX1" fmla="*/ 5223 w 20446"/>
                      <a:gd name="connsiteY1" fmla="*/ 15430 h 15430"/>
                      <a:gd name="connsiteX2" fmla="*/ 19129 w 20446"/>
                      <a:gd name="connsiteY2" fmla="*/ 7715 h 15430"/>
                      <a:gd name="connsiteX3" fmla="*/ 15224 w 20446"/>
                      <a:gd name="connsiteY3" fmla="*/ 0 h 15430"/>
                      <a:gd name="connsiteX4" fmla="*/ 1317 w 20446"/>
                      <a:gd name="connsiteY4" fmla="*/ 7715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1317" y="7715"/>
                        </a:moveTo>
                        <a:cubicBezTo>
                          <a:pt x="-1445" y="12001"/>
                          <a:pt x="269" y="15430"/>
                          <a:pt x="5223" y="15430"/>
                        </a:cubicBezTo>
                        <a:cubicBezTo>
                          <a:pt x="10175" y="15430"/>
                          <a:pt x="16367" y="11906"/>
                          <a:pt x="19129" y="7715"/>
                        </a:cubicBezTo>
                        <a:cubicBezTo>
                          <a:pt x="21891" y="3524"/>
                          <a:pt x="20177" y="0"/>
                          <a:pt x="15224" y="0"/>
                        </a:cubicBezTo>
                        <a:cubicBezTo>
                          <a:pt x="10271" y="0"/>
                          <a:pt x="4080" y="3429"/>
                          <a:pt x="1317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57" name="Forme libre : forme 18056">
                    <a:extLst>
                      <a:ext uri="{FF2B5EF4-FFF2-40B4-BE49-F238E27FC236}">
                        <a16:creationId xmlns:a16="http://schemas.microsoft.com/office/drawing/2014/main" id="{C1FF0914-2300-4A43-88D3-FE8AE6573FE3}"/>
                      </a:ext>
                    </a:extLst>
                  </p:cNvPr>
                  <p:cNvSpPr/>
                  <p:nvPr/>
                </p:nvSpPr>
                <p:spPr>
                  <a:xfrm>
                    <a:off x="6478242" y="4631912"/>
                    <a:ext cx="25050" cy="14287"/>
                  </a:xfrm>
                  <a:custGeom>
                    <a:avLst/>
                    <a:gdLst>
                      <a:gd name="connsiteX0" fmla="*/ 25051 w 25050"/>
                      <a:gd name="connsiteY0" fmla="*/ 0 h 14287"/>
                      <a:gd name="connsiteX1" fmla="*/ 0 w 25050"/>
                      <a:gd name="connsiteY1" fmla="*/ 14288 h 14287"/>
                      <a:gd name="connsiteX2" fmla="*/ 25051 w 25050"/>
                      <a:gd name="connsiteY2" fmla="*/ 0 h 14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050" h="14287">
                        <a:moveTo>
                          <a:pt x="25051" y="0"/>
                        </a:moveTo>
                        <a:cubicBezTo>
                          <a:pt x="18479" y="6382"/>
                          <a:pt x="8858" y="10858"/>
                          <a:pt x="0" y="14288"/>
                        </a:cubicBezTo>
                        <a:cubicBezTo>
                          <a:pt x="9144" y="13621"/>
                          <a:pt x="19812" y="7525"/>
                          <a:pt x="2505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58" name="Forme libre : forme 18057">
                    <a:extLst>
                      <a:ext uri="{FF2B5EF4-FFF2-40B4-BE49-F238E27FC236}">
                        <a16:creationId xmlns:a16="http://schemas.microsoft.com/office/drawing/2014/main" id="{F27CEF1F-3B11-4123-9647-A44D61C561FC}"/>
                      </a:ext>
                    </a:extLst>
                  </p:cNvPr>
                  <p:cNvSpPr/>
                  <p:nvPr/>
                </p:nvSpPr>
                <p:spPr>
                  <a:xfrm>
                    <a:off x="6466329" y="4616100"/>
                    <a:ext cx="40047" cy="30289"/>
                  </a:xfrm>
                  <a:custGeom>
                    <a:avLst/>
                    <a:gdLst>
                      <a:gd name="connsiteX0" fmla="*/ 29820 w 40047"/>
                      <a:gd name="connsiteY0" fmla="*/ 0 h 30289"/>
                      <a:gd name="connsiteX1" fmla="*/ 2578 w 40047"/>
                      <a:gd name="connsiteY1" fmla="*/ 15145 h 30289"/>
                      <a:gd name="connsiteX2" fmla="*/ 10198 w 40047"/>
                      <a:gd name="connsiteY2" fmla="*/ 30289 h 30289"/>
                      <a:gd name="connsiteX3" fmla="*/ 11913 w 40047"/>
                      <a:gd name="connsiteY3" fmla="*/ 30194 h 30289"/>
                      <a:gd name="connsiteX4" fmla="*/ 36964 w 40047"/>
                      <a:gd name="connsiteY4" fmla="*/ 15907 h 30289"/>
                      <a:gd name="connsiteX5" fmla="*/ 37535 w 40047"/>
                      <a:gd name="connsiteY5" fmla="*/ 15240 h 30289"/>
                      <a:gd name="connsiteX6" fmla="*/ 29820 w 40047"/>
                      <a:gd name="connsiteY6" fmla="*/ 0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047" h="30289">
                        <a:moveTo>
                          <a:pt x="29820" y="0"/>
                        </a:moveTo>
                        <a:cubicBezTo>
                          <a:pt x="20200" y="0"/>
                          <a:pt x="8007" y="6763"/>
                          <a:pt x="2578" y="15145"/>
                        </a:cubicBezTo>
                        <a:cubicBezTo>
                          <a:pt x="-2851" y="23527"/>
                          <a:pt x="578" y="30289"/>
                          <a:pt x="10198" y="30289"/>
                        </a:cubicBezTo>
                        <a:cubicBezTo>
                          <a:pt x="10770" y="30289"/>
                          <a:pt x="11341" y="30194"/>
                          <a:pt x="11913" y="30194"/>
                        </a:cubicBezTo>
                        <a:cubicBezTo>
                          <a:pt x="20771" y="26765"/>
                          <a:pt x="30391" y="22288"/>
                          <a:pt x="36964" y="15907"/>
                        </a:cubicBezTo>
                        <a:cubicBezTo>
                          <a:pt x="37154" y="15716"/>
                          <a:pt x="37344" y="15430"/>
                          <a:pt x="37535" y="15240"/>
                        </a:cubicBezTo>
                        <a:cubicBezTo>
                          <a:pt x="42869" y="6763"/>
                          <a:pt x="39440" y="0"/>
                          <a:pt x="298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59" name="Forme libre : forme 18058">
                    <a:extLst>
                      <a:ext uri="{FF2B5EF4-FFF2-40B4-BE49-F238E27FC236}">
                        <a16:creationId xmlns:a16="http://schemas.microsoft.com/office/drawing/2014/main" id="{FB56D88D-3D60-416E-96D8-A6684952C7E4}"/>
                      </a:ext>
                    </a:extLst>
                  </p:cNvPr>
                  <p:cNvSpPr/>
                  <p:nvPr/>
                </p:nvSpPr>
                <p:spPr>
                  <a:xfrm>
                    <a:off x="6500166" y="4650771"/>
                    <a:ext cx="20446" cy="15430"/>
                  </a:xfrm>
                  <a:custGeom>
                    <a:avLst/>
                    <a:gdLst>
                      <a:gd name="connsiteX0" fmla="*/ 1317 w 20446"/>
                      <a:gd name="connsiteY0" fmla="*/ 7715 h 15430"/>
                      <a:gd name="connsiteX1" fmla="*/ 5222 w 20446"/>
                      <a:gd name="connsiteY1" fmla="*/ 15431 h 15430"/>
                      <a:gd name="connsiteX2" fmla="*/ 19129 w 20446"/>
                      <a:gd name="connsiteY2" fmla="*/ 7715 h 15430"/>
                      <a:gd name="connsiteX3" fmla="*/ 15224 w 20446"/>
                      <a:gd name="connsiteY3" fmla="*/ 0 h 15430"/>
                      <a:gd name="connsiteX4" fmla="*/ 1317 w 20446"/>
                      <a:gd name="connsiteY4" fmla="*/ 7715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1317" y="7715"/>
                        </a:moveTo>
                        <a:cubicBezTo>
                          <a:pt x="-1445" y="12002"/>
                          <a:pt x="269" y="15431"/>
                          <a:pt x="5222" y="15431"/>
                        </a:cubicBezTo>
                        <a:cubicBezTo>
                          <a:pt x="10176" y="15431"/>
                          <a:pt x="16367" y="11906"/>
                          <a:pt x="19129" y="7715"/>
                        </a:cubicBezTo>
                        <a:cubicBezTo>
                          <a:pt x="21891" y="3524"/>
                          <a:pt x="20177" y="0"/>
                          <a:pt x="15224" y="0"/>
                        </a:cubicBezTo>
                        <a:cubicBezTo>
                          <a:pt x="10366" y="0"/>
                          <a:pt x="4079" y="3429"/>
                          <a:pt x="1317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60" name="Forme libre : forme 18059">
                    <a:extLst>
                      <a:ext uri="{FF2B5EF4-FFF2-40B4-BE49-F238E27FC236}">
                        <a16:creationId xmlns:a16="http://schemas.microsoft.com/office/drawing/2014/main" id="{B9B75AC3-C192-4358-99EE-CF32D698D57C}"/>
                      </a:ext>
                    </a:extLst>
                  </p:cNvPr>
                  <p:cNvSpPr/>
                  <p:nvPr/>
                </p:nvSpPr>
                <p:spPr>
                  <a:xfrm>
                    <a:off x="7424455" y="4572666"/>
                    <a:ext cx="27051" cy="30099"/>
                  </a:xfrm>
                  <a:custGeom>
                    <a:avLst/>
                    <a:gdLst>
                      <a:gd name="connsiteX0" fmla="*/ 0 w 27051"/>
                      <a:gd name="connsiteY0" fmla="*/ 30004 h 30099"/>
                      <a:gd name="connsiteX1" fmla="*/ 667 w 27051"/>
                      <a:gd name="connsiteY1" fmla="*/ 30099 h 30099"/>
                      <a:gd name="connsiteX2" fmla="*/ 27051 w 27051"/>
                      <a:gd name="connsiteY2" fmla="*/ 857 h 30099"/>
                      <a:gd name="connsiteX3" fmla="*/ 22193 w 27051"/>
                      <a:gd name="connsiteY3" fmla="*/ 0 h 30099"/>
                      <a:gd name="connsiteX4" fmla="*/ 5715 w 27051"/>
                      <a:gd name="connsiteY4" fmla="*/ 5239 h 30099"/>
                      <a:gd name="connsiteX5" fmla="*/ 5620 w 27051"/>
                      <a:gd name="connsiteY5" fmla="*/ 6382 h 30099"/>
                      <a:gd name="connsiteX6" fmla="*/ 0 w 27051"/>
                      <a:gd name="connsiteY6" fmla="*/ 30004 h 30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051" h="30099">
                        <a:moveTo>
                          <a:pt x="0" y="30004"/>
                        </a:moveTo>
                        <a:cubicBezTo>
                          <a:pt x="191" y="30004"/>
                          <a:pt x="476" y="30004"/>
                          <a:pt x="667" y="30099"/>
                        </a:cubicBezTo>
                        <a:lnTo>
                          <a:pt x="27051" y="857"/>
                        </a:lnTo>
                        <a:cubicBezTo>
                          <a:pt x="25622" y="381"/>
                          <a:pt x="24099" y="0"/>
                          <a:pt x="22193" y="0"/>
                        </a:cubicBezTo>
                        <a:cubicBezTo>
                          <a:pt x="16955" y="0"/>
                          <a:pt x="10954" y="2096"/>
                          <a:pt x="5715" y="5239"/>
                        </a:cubicBezTo>
                        <a:cubicBezTo>
                          <a:pt x="5715" y="5620"/>
                          <a:pt x="5620" y="6001"/>
                          <a:pt x="5620" y="6382"/>
                        </a:cubicBezTo>
                        <a:cubicBezTo>
                          <a:pt x="4858" y="14002"/>
                          <a:pt x="2857" y="21907"/>
                          <a:pt x="0" y="300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61" name="Forme libre : forme 18060">
                    <a:extLst>
                      <a:ext uri="{FF2B5EF4-FFF2-40B4-BE49-F238E27FC236}">
                        <a16:creationId xmlns:a16="http://schemas.microsoft.com/office/drawing/2014/main" id="{5CB9D058-78A8-4BC5-8905-8E9648E581C4}"/>
                      </a:ext>
                    </a:extLst>
                  </p:cNvPr>
                  <p:cNvSpPr/>
                  <p:nvPr/>
                </p:nvSpPr>
                <p:spPr>
                  <a:xfrm>
                    <a:off x="7416877" y="4577810"/>
                    <a:ext cx="13198" cy="24765"/>
                  </a:xfrm>
                  <a:custGeom>
                    <a:avLst/>
                    <a:gdLst>
                      <a:gd name="connsiteX0" fmla="*/ 2530 w 13198"/>
                      <a:gd name="connsiteY0" fmla="*/ 9906 h 24765"/>
                      <a:gd name="connsiteX1" fmla="*/ 7578 w 13198"/>
                      <a:gd name="connsiteY1" fmla="*/ 24765 h 24765"/>
                      <a:gd name="connsiteX2" fmla="*/ 13103 w 13198"/>
                      <a:gd name="connsiteY2" fmla="*/ 1143 h 24765"/>
                      <a:gd name="connsiteX3" fmla="*/ 13198 w 13198"/>
                      <a:gd name="connsiteY3" fmla="*/ 0 h 24765"/>
                      <a:gd name="connsiteX4" fmla="*/ 2530 w 13198"/>
                      <a:gd name="connsiteY4" fmla="*/ 9906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98" h="24765">
                        <a:moveTo>
                          <a:pt x="2530" y="9906"/>
                        </a:moveTo>
                        <a:cubicBezTo>
                          <a:pt x="-2327" y="17431"/>
                          <a:pt x="54" y="23622"/>
                          <a:pt x="7578" y="24765"/>
                        </a:cubicBezTo>
                        <a:cubicBezTo>
                          <a:pt x="10436" y="16669"/>
                          <a:pt x="12436" y="8763"/>
                          <a:pt x="13103" y="1143"/>
                        </a:cubicBezTo>
                        <a:cubicBezTo>
                          <a:pt x="13103" y="762"/>
                          <a:pt x="13198" y="381"/>
                          <a:pt x="13198" y="0"/>
                        </a:cubicBezTo>
                        <a:cubicBezTo>
                          <a:pt x="8912" y="2762"/>
                          <a:pt x="5007" y="6191"/>
                          <a:pt x="2530" y="99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62" name="Forme libre : forme 18061">
                    <a:extLst>
                      <a:ext uri="{FF2B5EF4-FFF2-40B4-BE49-F238E27FC236}">
                        <a16:creationId xmlns:a16="http://schemas.microsoft.com/office/drawing/2014/main" id="{6181A7D1-9C0E-4C69-BBDA-BDE14314524E}"/>
                      </a:ext>
                    </a:extLst>
                  </p:cNvPr>
                  <p:cNvSpPr/>
                  <p:nvPr/>
                </p:nvSpPr>
                <p:spPr>
                  <a:xfrm>
                    <a:off x="7079936" y="4820411"/>
                    <a:ext cx="36201" cy="30003"/>
                  </a:xfrm>
                  <a:custGeom>
                    <a:avLst/>
                    <a:gdLst>
                      <a:gd name="connsiteX0" fmla="*/ 9906 w 36201"/>
                      <a:gd name="connsiteY0" fmla="*/ 30004 h 30003"/>
                      <a:gd name="connsiteX1" fmla="*/ 33624 w 36201"/>
                      <a:gd name="connsiteY1" fmla="*/ 15145 h 30003"/>
                      <a:gd name="connsiteX2" fmla="*/ 26003 w 36201"/>
                      <a:gd name="connsiteY2" fmla="*/ 0 h 30003"/>
                      <a:gd name="connsiteX3" fmla="*/ 0 w 36201"/>
                      <a:gd name="connsiteY3" fmla="*/ 13526 h 30003"/>
                      <a:gd name="connsiteX4" fmla="*/ 9811 w 36201"/>
                      <a:gd name="connsiteY4" fmla="*/ 17145 h 30003"/>
                      <a:gd name="connsiteX5" fmla="*/ 9906 w 36201"/>
                      <a:gd name="connsiteY5" fmla="*/ 30004 h 30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201" h="30003">
                        <a:moveTo>
                          <a:pt x="9906" y="30004"/>
                        </a:moveTo>
                        <a:cubicBezTo>
                          <a:pt x="18859" y="28670"/>
                          <a:pt x="28861" y="22479"/>
                          <a:pt x="33624" y="15145"/>
                        </a:cubicBezTo>
                        <a:cubicBezTo>
                          <a:pt x="39052" y="6763"/>
                          <a:pt x="35623" y="0"/>
                          <a:pt x="26003" y="0"/>
                        </a:cubicBezTo>
                        <a:cubicBezTo>
                          <a:pt x="17050" y="0"/>
                          <a:pt x="5810" y="6001"/>
                          <a:pt x="0" y="13526"/>
                        </a:cubicBezTo>
                        <a:cubicBezTo>
                          <a:pt x="4382" y="13811"/>
                          <a:pt x="7906" y="14954"/>
                          <a:pt x="9811" y="17145"/>
                        </a:cubicBezTo>
                        <a:cubicBezTo>
                          <a:pt x="12097" y="19908"/>
                          <a:pt x="12002" y="24956"/>
                          <a:pt x="9906" y="300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63" name="Forme libre : forme 18062">
                    <a:extLst>
                      <a:ext uri="{FF2B5EF4-FFF2-40B4-BE49-F238E27FC236}">
                        <a16:creationId xmlns:a16="http://schemas.microsoft.com/office/drawing/2014/main" id="{7514BE2B-B212-44BA-9784-DD8CFB187802}"/>
                      </a:ext>
                    </a:extLst>
                  </p:cNvPr>
                  <p:cNvSpPr/>
                  <p:nvPr/>
                </p:nvSpPr>
                <p:spPr>
                  <a:xfrm>
                    <a:off x="7076215" y="4834032"/>
                    <a:ext cx="15318" cy="16668"/>
                  </a:xfrm>
                  <a:custGeom>
                    <a:avLst/>
                    <a:gdLst>
                      <a:gd name="connsiteX0" fmla="*/ 10198 w 15318"/>
                      <a:gd name="connsiteY0" fmla="*/ 16669 h 16668"/>
                      <a:gd name="connsiteX1" fmla="*/ 13722 w 15318"/>
                      <a:gd name="connsiteY1" fmla="*/ 16383 h 16668"/>
                      <a:gd name="connsiteX2" fmla="*/ 13627 w 15318"/>
                      <a:gd name="connsiteY2" fmla="*/ 3620 h 16668"/>
                      <a:gd name="connsiteX3" fmla="*/ 3817 w 15318"/>
                      <a:gd name="connsiteY3" fmla="*/ 0 h 16668"/>
                      <a:gd name="connsiteX4" fmla="*/ 2578 w 15318"/>
                      <a:gd name="connsiteY4" fmla="*/ 1619 h 16668"/>
                      <a:gd name="connsiteX5" fmla="*/ 10198 w 15318"/>
                      <a:gd name="connsiteY5" fmla="*/ 16669 h 16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18" h="16668">
                        <a:moveTo>
                          <a:pt x="10198" y="16669"/>
                        </a:moveTo>
                        <a:cubicBezTo>
                          <a:pt x="11341" y="16669"/>
                          <a:pt x="12484" y="16573"/>
                          <a:pt x="13722" y="16383"/>
                        </a:cubicBezTo>
                        <a:cubicBezTo>
                          <a:pt x="15818" y="11335"/>
                          <a:pt x="15914" y="6382"/>
                          <a:pt x="13627" y="3620"/>
                        </a:cubicBezTo>
                        <a:cubicBezTo>
                          <a:pt x="11723" y="1429"/>
                          <a:pt x="8293" y="286"/>
                          <a:pt x="3817" y="0"/>
                        </a:cubicBezTo>
                        <a:cubicBezTo>
                          <a:pt x="3435" y="571"/>
                          <a:pt x="2959" y="1048"/>
                          <a:pt x="2578" y="1619"/>
                        </a:cubicBezTo>
                        <a:cubicBezTo>
                          <a:pt x="-2851" y="9906"/>
                          <a:pt x="578" y="16669"/>
                          <a:pt x="10198" y="166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64" name="Forme libre : forme 18063">
                    <a:extLst>
                      <a:ext uri="{FF2B5EF4-FFF2-40B4-BE49-F238E27FC236}">
                        <a16:creationId xmlns:a16="http://schemas.microsoft.com/office/drawing/2014/main" id="{C91BBC13-97EF-4CA9-A2C2-8860A9EC661A}"/>
                      </a:ext>
                    </a:extLst>
                  </p:cNvPr>
                  <p:cNvSpPr/>
                  <p:nvPr/>
                </p:nvSpPr>
                <p:spPr>
                  <a:xfrm>
                    <a:off x="7109956" y="4855083"/>
                    <a:ext cx="20446" cy="15430"/>
                  </a:xfrm>
                  <a:custGeom>
                    <a:avLst/>
                    <a:gdLst>
                      <a:gd name="connsiteX0" fmla="*/ 1317 w 20446"/>
                      <a:gd name="connsiteY0" fmla="*/ 7715 h 15430"/>
                      <a:gd name="connsiteX1" fmla="*/ 5223 w 20446"/>
                      <a:gd name="connsiteY1" fmla="*/ 15430 h 15430"/>
                      <a:gd name="connsiteX2" fmla="*/ 19129 w 20446"/>
                      <a:gd name="connsiteY2" fmla="*/ 7715 h 15430"/>
                      <a:gd name="connsiteX3" fmla="*/ 15224 w 20446"/>
                      <a:gd name="connsiteY3" fmla="*/ 0 h 15430"/>
                      <a:gd name="connsiteX4" fmla="*/ 1317 w 20446"/>
                      <a:gd name="connsiteY4" fmla="*/ 7715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1317" y="7715"/>
                        </a:moveTo>
                        <a:cubicBezTo>
                          <a:pt x="-1445" y="12002"/>
                          <a:pt x="269" y="15430"/>
                          <a:pt x="5223" y="15430"/>
                        </a:cubicBezTo>
                        <a:cubicBezTo>
                          <a:pt x="10175" y="15430"/>
                          <a:pt x="16367" y="11906"/>
                          <a:pt x="19129" y="7715"/>
                        </a:cubicBezTo>
                        <a:cubicBezTo>
                          <a:pt x="21891" y="3524"/>
                          <a:pt x="20177" y="0"/>
                          <a:pt x="15224" y="0"/>
                        </a:cubicBezTo>
                        <a:cubicBezTo>
                          <a:pt x="10366" y="0"/>
                          <a:pt x="4080" y="3429"/>
                          <a:pt x="1317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65" name="Forme libre : forme 18064">
                    <a:extLst>
                      <a:ext uri="{FF2B5EF4-FFF2-40B4-BE49-F238E27FC236}">
                        <a16:creationId xmlns:a16="http://schemas.microsoft.com/office/drawing/2014/main" id="{F6CC7821-B0C5-4DDF-9EE1-1204111D4FC5}"/>
                      </a:ext>
                    </a:extLst>
                  </p:cNvPr>
                  <p:cNvSpPr/>
                  <p:nvPr/>
                </p:nvSpPr>
                <p:spPr>
                  <a:xfrm>
                    <a:off x="6541196" y="4810696"/>
                    <a:ext cx="40018" cy="30289"/>
                  </a:xfrm>
                  <a:custGeom>
                    <a:avLst/>
                    <a:gdLst>
                      <a:gd name="connsiteX0" fmla="*/ 10198 w 40018"/>
                      <a:gd name="connsiteY0" fmla="*/ 30289 h 30289"/>
                      <a:gd name="connsiteX1" fmla="*/ 37440 w 40018"/>
                      <a:gd name="connsiteY1" fmla="*/ 15145 h 30289"/>
                      <a:gd name="connsiteX2" fmla="*/ 29820 w 40018"/>
                      <a:gd name="connsiteY2" fmla="*/ 0 h 30289"/>
                      <a:gd name="connsiteX3" fmla="*/ 2578 w 40018"/>
                      <a:gd name="connsiteY3" fmla="*/ 15145 h 30289"/>
                      <a:gd name="connsiteX4" fmla="*/ 10198 w 40018"/>
                      <a:gd name="connsiteY4" fmla="*/ 30289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18" h="30289">
                        <a:moveTo>
                          <a:pt x="10198" y="30289"/>
                        </a:moveTo>
                        <a:cubicBezTo>
                          <a:pt x="19819" y="30289"/>
                          <a:pt x="32010" y="23527"/>
                          <a:pt x="37440" y="15145"/>
                        </a:cubicBezTo>
                        <a:cubicBezTo>
                          <a:pt x="42869" y="6763"/>
                          <a:pt x="39440" y="0"/>
                          <a:pt x="29820" y="0"/>
                        </a:cubicBezTo>
                        <a:cubicBezTo>
                          <a:pt x="20199" y="0"/>
                          <a:pt x="8008" y="6763"/>
                          <a:pt x="2578" y="15145"/>
                        </a:cubicBezTo>
                        <a:cubicBezTo>
                          <a:pt x="-2851" y="23527"/>
                          <a:pt x="578" y="30289"/>
                          <a:pt x="10198" y="302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66" name="Forme libre : forme 18065">
                    <a:extLst>
                      <a:ext uri="{FF2B5EF4-FFF2-40B4-BE49-F238E27FC236}">
                        <a16:creationId xmlns:a16="http://schemas.microsoft.com/office/drawing/2014/main" id="{93D70408-95ED-46C7-B10E-24B354B040EE}"/>
                      </a:ext>
                    </a:extLst>
                  </p:cNvPr>
                  <p:cNvSpPr/>
                  <p:nvPr/>
                </p:nvSpPr>
                <p:spPr>
                  <a:xfrm>
                    <a:off x="6574957" y="4845367"/>
                    <a:ext cx="20426" cy="15430"/>
                  </a:xfrm>
                  <a:custGeom>
                    <a:avLst/>
                    <a:gdLst>
                      <a:gd name="connsiteX0" fmla="*/ 5203 w 20426"/>
                      <a:gd name="connsiteY0" fmla="*/ 15430 h 15430"/>
                      <a:gd name="connsiteX1" fmla="*/ 19109 w 20426"/>
                      <a:gd name="connsiteY1" fmla="*/ 7715 h 15430"/>
                      <a:gd name="connsiteX2" fmla="*/ 15204 w 20426"/>
                      <a:gd name="connsiteY2" fmla="*/ 0 h 15430"/>
                      <a:gd name="connsiteX3" fmla="*/ 1297 w 20426"/>
                      <a:gd name="connsiteY3" fmla="*/ 7715 h 15430"/>
                      <a:gd name="connsiteX4" fmla="*/ 5203 w 20426"/>
                      <a:gd name="connsiteY4" fmla="*/ 15430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26" h="15430">
                        <a:moveTo>
                          <a:pt x="5203" y="15430"/>
                        </a:moveTo>
                        <a:cubicBezTo>
                          <a:pt x="10155" y="15430"/>
                          <a:pt x="16347" y="11906"/>
                          <a:pt x="19109" y="7715"/>
                        </a:cubicBezTo>
                        <a:cubicBezTo>
                          <a:pt x="21871" y="3524"/>
                          <a:pt x="20156" y="0"/>
                          <a:pt x="15204" y="0"/>
                        </a:cubicBezTo>
                        <a:cubicBezTo>
                          <a:pt x="10251" y="0"/>
                          <a:pt x="4059" y="3524"/>
                          <a:pt x="1297" y="7715"/>
                        </a:cubicBezTo>
                        <a:cubicBezTo>
                          <a:pt x="-1465" y="11906"/>
                          <a:pt x="345" y="15430"/>
                          <a:pt x="5203" y="15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67" name="Forme libre : forme 18066">
                    <a:extLst>
                      <a:ext uri="{FF2B5EF4-FFF2-40B4-BE49-F238E27FC236}">
                        <a16:creationId xmlns:a16="http://schemas.microsoft.com/office/drawing/2014/main" id="{2C70F6BF-4436-48CC-888F-B6981571F1C1}"/>
                      </a:ext>
                    </a:extLst>
                  </p:cNvPr>
                  <p:cNvSpPr/>
                  <p:nvPr/>
                </p:nvSpPr>
                <p:spPr>
                  <a:xfrm>
                    <a:off x="5851014" y="4777740"/>
                    <a:ext cx="40018" cy="30289"/>
                  </a:xfrm>
                  <a:custGeom>
                    <a:avLst/>
                    <a:gdLst>
                      <a:gd name="connsiteX0" fmla="*/ 2578 w 40018"/>
                      <a:gd name="connsiteY0" fmla="*/ 15145 h 30289"/>
                      <a:gd name="connsiteX1" fmla="*/ 10198 w 40018"/>
                      <a:gd name="connsiteY1" fmla="*/ 30289 h 30289"/>
                      <a:gd name="connsiteX2" fmla="*/ 37440 w 40018"/>
                      <a:gd name="connsiteY2" fmla="*/ 15145 h 30289"/>
                      <a:gd name="connsiteX3" fmla="*/ 29820 w 40018"/>
                      <a:gd name="connsiteY3" fmla="*/ 0 h 30289"/>
                      <a:gd name="connsiteX4" fmla="*/ 9913 w 40018"/>
                      <a:gd name="connsiteY4" fmla="*/ 7525 h 30289"/>
                      <a:gd name="connsiteX5" fmla="*/ 2578 w 40018"/>
                      <a:gd name="connsiteY5" fmla="*/ 15145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18" h="30289">
                        <a:moveTo>
                          <a:pt x="2578" y="15145"/>
                        </a:moveTo>
                        <a:cubicBezTo>
                          <a:pt x="-2851" y="23527"/>
                          <a:pt x="578" y="30289"/>
                          <a:pt x="10198" y="30289"/>
                        </a:cubicBezTo>
                        <a:cubicBezTo>
                          <a:pt x="19819" y="30289"/>
                          <a:pt x="32011" y="23527"/>
                          <a:pt x="37440" y="15145"/>
                        </a:cubicBezTo>
                        <a:cubicBezTo>
                          <a:pt x="42869" y="6763"/>
                          <a:pt x="39440" y="0"/>
                          <a:pt x="29820" y="0"/>
                        </a:cubicBezTo>
                        <a:cubicBezTo>
                          <a:pt x="23152" y="2476"/>
                          <a:pt x="16580" y="5048"/>
                          <a:pt x="9913" y="7525"/>
                        </a:cubicBezTo>
                        <a:cubicBezTo>
                          <a:pt x="6960" y="9811"/>
                          <a:pt x="4388" y="12382"/>
                          <a:pt x="2578" y="15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68" name="Forme libre : forme 18067">
                    <a:extLst>
                      <a:ext uri="{FF2B5EF4-FFF2-40B4-BE49-F238E27FC236}">
                        <a16:creationId xmlns:a16="http://schemas.microsoft.com/office/drawing/2014/main" id="{045B85A1-2223-4CC4-9F07-D230A09A87EC}"/>
                      </a:ext>
                    </a:extLst>
                  </p:cNvPr>
                  <p:cNvSpPr/>
                  <p:nvPr/>
                </p:nvSpPr>
                <p:spPr>
                  <a:xfrm>
                    <a:off x="5860927" y="4777740"/>
                    <a:ext cx="19906" cy="7524"/>
                  </a:xfrm>
                  <a:custGeom>
                    <a:avLst/>
                    <a:gdLst>
                      <a:gd name="connsiteX0" fmla="*/ 19907 w 19906"/>
                      <a:gd name="connsiteY0" fmla="*/ 0 h 7524"/>
                      <a:gd name="connsiteX1" fmla="*/ 0 w 19906"/>
                      <a:gd name="connsiteY1" fmla="*/ 7525 h 7524"/>
                      <a:gd name="connsiteX2" fmla="*/ 19907 w 19906"/>
                      <a:gd name="connsiteY2" fmla="*/ 0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06" h="7524">
                        <a:moveTo>
                          <a:pt x="19907" y="0"/>
                        </a:moveTo>
                        <a:cubicBezTo>
                          <a:pt x="13430" y="0"/>
                          <a:pt x="5905" y="3048"/>
                          <a:pt x="0" y="7525"/>
                        </a:cubicBezTo>
                        <a:cubicBezTo>
                          <a:pt x="6667" y="5048"/>
                          <a:pt x="13239" y="2572"/>
                          <a:pt x="1990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69" name="Forme libre : forme 18068">
                    <a:extLst>
                      <a:ext uri="{FF2B5EF4-FFF2-40B4-BE49-F238E27FC236}">
                        <a16:creationId xmlns:a16="http://schemas.microsoft.com/office/drawing/2014/main" id="{73A13AB2-0D19-4215-9D8A-7E7606C5D03A}"/>
                      </a:ext>
                    </a:extLst>
                  </p:cNvPr>
                  <p:cNvSpPr/>
                  <p:nvPr/>
                </p:nvSpPr>
                <p:spPr>
                  <a:xfrm>
                    <a:off x="5884851" y="4812410"/>
                    <a:ext cx="20446" cy="15430"/>
                  </a:xfrm>
                  <a:custGeom>
                    <a:avLst/>
                    <a:gdLst>
                      <a:gd name="connsiteX0" fmla="*/ 15224 w 20446"/>
                      <a:gd name="connsiteY0" fmla="*/ 0 h 15430"/>
                      <a:gd name="connsiteX1" fmla="*/ 1317 w 20446"/>
                      <a:gd name="connsiteY1" fmla="*/ 7715 h 15430"/>
                      <a:gd name="connsiteX2" fmla="*/ 5223 w 20446"/>
                      <a:gd name="connsiteY2" fmla="*/ 15430 h 15430"/>
                      <a:gd name="connsiteX3" fmla="*/ 19129 w 20446"/>
                      <a:gd name="connsiteY3" fmla="*/ 7715 h 15430"/>
                      <a:gd name="connsiteX4" fmla="*/ 15224 w 20446"/>
                      <a:gd name="connsiteY4" fmla="*/ 0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0">
                        <a:moveTo>
                          <a:pt x="15224" y="0"/>
                        </a:moveTo>
                        <a:cubicBezTo>
                          <a:pt x="10271" y="0"/>
                          <a:pt x="4080" y="3524"/>
                          <a:pt x="1317" y="7715"/>
                        </a:cubicBezTo>
                        <a:cubicBezTo>
                          <a:pt x="-1445" y="11906"/>
                          <a:pt x="269" y="15430"/>
                          <a:pt x="5223" y="15430"/>
                        </a:cubicBezTo>
                        <a:cubicBezTo>
                          <a:pt x="10175" y="15430"/>
                          <a:pt x="16367" y="11906"/>
                          <a:pt x="19129" y="7715"/>
                        </a:cubicBezTo>
                        <a:cubicBezTo>
                          <a:pt x="21891" y="3524"/>
                          <a:pt x="20177" y="0"/>
                          <a:pt x="1522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70" name="Forme libre : forme 18069">
                    <a:extLst>
                      <a:ext uri="{FF2B5EF4-FFF2-40B4-BE49-F238E27FC236}">
                        <a16:creationId xmlns:a16="http://schemas.microsoft.com/office/drawing/2014/main" id="{4EBF43A6-9792-4E11-8E68-8DBF1B05686A}"/>
                      </a:ext>
                    </a:extLst>
                  </p:cNvPr>
                  <p:cNvSpPr/>
                  <p:nvPr/>
                </p:nvSpPr>
                <p:spPr>
                  <a:xfrm>
                    <a:off x="3016374" y="4687157"/>
                    <a:ext cx="40018" cy="30289"/>
                  </a:xfrm>
                  <a:custGeom>
                    <a:avLst/>
                    <a:gdLst>
                      <a:gd name="connsiteX0" fmla="*/ 2578 w 40018"/>
                      <a:gd name="connsiteY0" fmla="*/ 15145 h 30289"/>
                      <a:gd name="connsiteX1" fmla="*/ 10199 w 40018"/>
                      <a:gd name="connsiteY1" fmla="*/ 30289 h 30289"/>
                      <a:gd name="connsiteX2" fmla="*/ 37440 w 40018"/>
                      <a:gd name="connsiteY2" fmla="*/ 15145 h 30289"/>
                      <a:gd name="connsiteX3" fmla="*/ 29820 w 40018"/>
                      <a:gd name="connsiteY3" fmla="*/ 0 h 30289"/>
                      <a:gd name="connsiteX4" fmla="*/ 2578 w 40018"/>
                      <a:gd name="connsiteY4" fmla="*/ 15145 h 3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18" h="30289">
                        <a:moveTo>
                          <a:pt x="2578" y="15145"/>
                        </a:moveTo>
                        <a:cubicBezTo>
                          <a:pt x="-2851" y="23527"/>
                          <a:pt x="578" y="30289"/>
                          <a:pt x="10199" y="30289"/>
                        </a:cubicBezTo>
                        <a:cubicBezTo>
                          <a:pt x="19819" y="30289"/>
                          <a:pt x="32011" y="23527"/>
                          <a:pt x="37440" y="15145"/>
                        </a:cubicBezTo>
                        <a:cubicBezTo>
                          <a:pt x="42869" y="6763"/>
                          <a:pt x="39440" y="0"/>
                          <a:pt x="29820" y="0"/>
                        </a:cubicBezTo>
                        <a:cubicBezTo>
                          <a:pt x="20200" y="0"/>
                          <a:pt x="8008" y="6763"/>
                          <a:pt x="2578" y="15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71" name="Forme libre : forme 18070">
                    <a:extLst>
                      <a:ext uri="{FF2B5EF4-FFF2-40B4-BE49-F238E27FC236}">
                        <a16:creationId xmlns:a16="http://schemas.microsoft.com/office/drawing/2014/main" id="{38F26DBA-7E34-4250-A685-5EC2D613F707}"/>
                      </a:ext>
                    </a:extLst>
                  </p:cNvPr>
                  <p:cNvSpPr/>
                  <p:nvPr/>
                </p:nvSpPr>
                <p:spPr>
                  <a:xfrm>
                    <a:off x="3050211" y="4721733"/>
                    <a:ext cx="20446" cy="15432"/>
                  </a:xfrm>
                  <a:custGeom>
                    <a:avLst/>
                    <a:gdLst>
                      <a:gd name="connsiteX0" fmla="*/ 19129 w 20446"/>
                      <a:gd name="connsiteY0" fmla="*/ 7715 h 15432"/>
                      <a:gd name="connsiteX1" fmla="*/ 15224 w 20446"/>
                      <a:gd name="connsiteY1" fmla="*/ 0 h 15432"/>
                      <a:gd name="connsiteX2" fmla="*/ 1317 w 20446"/>
                      <a:gd name="connsiteY2" fmla="*/ 7715 h 15432"/>
                      <a:gd name="connsiteX3" fmla="*/ 5223 w 20446"/>
                      <a:gd name="connsiteY3" fmla="*/ 15430 h 15432"/>
                      <a:gd name="connsiteX4" fmla="*/ 19129 w 20446"/>
                      <a:gd name="connsiteY4" fmla="*/ 7715 h 15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46" h="15432">
                        <a:moveTo>
                          <a:pt x="19129" y="7715"/>
                        </a:moveTo>
                        <a:cubicBezTo>
                          <a:pt x="21891" y="3429"/>
                          <a:pt x="20177" y="0"/>
                          <a:pt x="15224" y="0"/>
                        </a:cubicBezTo>
                        <a:cubicBezTo>
                          <a:pt x="10271" y="0"/>
                          <a:pt x="4079" y="3524"/>
                          <a:pt x="1317" y="7715"/>
                        </a:cubicBezTo>
                        <a:cubicBezTo>
                          <a:pt x="-1445" y="11906"/>
                          <a:pt x="269" y="15430"/>
                          <a:pt x="5223" y="15430"/>
                        </a:cubicBezTo>
                        <a:cubicBezTo>
                          <a:pt x="10175" y="15526"/>
                          <a:pt x="16367" y="12002"/>
                          <a:pt x="19129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72" name="Forme libre : forme 18071">
                    <a:extLst>
                      <a:ext uri="{FF2B5EF4-FFF2-40B4-BE49-F238E27FC236}">
                        <a16:creationId xmlns:a16="http://schemas.microsoft.com/office/drawing/2014/main" id="{08B05FA7-4940-427A-9456-996DF2C0DDA7}"/>
                      </a:ext>
                    </a:extLst>
                  </p:cNvPr>
                  <p:cNvSpPr/>
                  <p:nvPr/>
                </p:nvSpPr>
                <p:spPr>
                  <a:xfrm>
                    <a:off x="529118" y="5124163"/>
                    <a:ext cx="201834" cy="87344"/>
                  </a:xfrm>
                  <a:custGeom>
                    <a:avLst/>
                    <a:gdLst>
                      <a:gd name="connsiteX0" fmla="*/ 193643 w 201834"/>
                      <a:gd name="connsiteY0" fmla="*/ 3620 h 87344"/>
                      <a:gd name="connsiteX1" fmla="*/ 154496 w 201834"/>
                      <a:gd name="connsiteY1" fmla="*/ 17145 h 87344"/>
                      <a:gd name="connsiteX2" fmla="*/ 107633 w 201834"/>
                      <a:gd name="connsiteY2" fmla="*/ 20860 h 87344"/>
                      <a:gd name="connsiteX3" fmla="*/ 43148 w 201834"/>
                      <a:gd name="connsiteY3" fmla="*/ 19145 h 87344"/>
                      <a:gd name="connsiteX4" fmla="*/ 0 w 201834"/>
                      <a:gd name="connsiteY4" fmla="*/ 6287 h 87344"/>
                      <a:gd name="connsiteX5" fmla="*/ 22479 w 201834"/>
                      <a:gd name="connsiteY5" fmla="*/ 20384 h 87344"/>
                      <a:gd name="connsiteX6" fmla="*/ 60865 w 201834"/>
                      <a:gd name="connsiteY6" fmla="*/ 23241 h 87344"/>
                      <a:gd name="connsiteX7" fmla="*/ 100679 w 201834"/>
                      <a:gd name="connsiteY7" fmla="*/ 26670 h 87344"/>
                      <a:gd name="connsiteX8" fmla="*/ 128588 w 201834"/>
                      <a:gd name="connsiteY8" fmla="*/ 34957 h 87344"/>
                      <a:gd name="connsiteX9" fmla="*/ 156115 w 201834"/>
                      <a:gd name="connsiteY9" fmla="*/ 87345 h 87344"/>
                      <a:gd name="connsiteX10" fmla="*/ 171164 w 201834"/>
                      <a:gd name="connsiteY10" fmla="*/ 24765 h 87344"/>
                      <a:gd name="connsiteX11" fmla="*/ 201835 w 201834"/>
                      <a:gd name="connsiteY11" fmla="*/ 0 h 87344"/>
                      <a:gd name="connsiteX12" fmla="*/ 193643 w 201834"/>
                      <a:gd name="connsiteY12" fmla="*/ 3620 h 87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01834" h="87344">
                        <a:moveTo>
                          <a:pt x="193643" y="3620"/>
                        </a:moveTo>
                        <a:cubicBezTo>
                          <a:pt x="180975" y="8859"/>
                          <a:pt x="168307" y="14193"/>
                          <a:pt x="154496" y="17145"/>
                        </a:cubicBezTo>
                        <a:cubicBezTo>
                          <a:pt x="139351" y="20384"/>
                          <a:pt x="123444" y="20765"/>
                          <a:pt x="107633" y="20860"/>
                        </a:cubicBezTo>
                        <a:cubicBezTo>
                          <a:pt x="86106" y="20860"/>
                          <a:pt x="64579" y="20288"/>
                          <a:pt x="43148" y="19145"/>
                        </a:cubicBezTo>
                        <a:cubicBezTo>
                          <a:pt x="27242" y="18288"/>
                          <a:pt x="12192" y="15621"/>
                          <a:pt x="0" y="6287"/>
                        </a:cubicBezTo>
                        <a:cubicBezTo>
                          <a:pt x="4667" y="13240"/>
                          <a:pt x="13525" y="18098"/>
                          <a:pt x="22479" y="20384"/>
                        </a:cubicBezTo>
                        <a:cubicBezTo>
                          <a:pt x="34862" y="23622"/>
                          <a:pt x="48006" y="23051"/>
                          <a:pt x="60865" y="23241"/>
                        </a:cubicBezTo>
                        <a:cubicBezTo>
                          <a:pt x="74200" y="23527"/>
                          <a:pt x="87535" y="24670"/>
                          <a:pt x="100679" y="26670"/>
                        </a:cubicBezTo>
                        <a:cubicBezTo>
                          <a:pt x="110395" y="28194"/>
                          <a:pt x="120301" y="30290"/>
                          <a:pt x="128588" y="34957"/>
                        </a:cubicBezTo>
                        <a:cubicBezTo>
                          <a:pt x="148209" y="46101"/>
                          <a:pt x="153067" y="67913"/>
                          <a:pt x="156115" y="87345"/>
                        </a:cubicBezTo>
                        <a:cubicBezTo>
                          <a:pt x="155829" y="65532"/>
                          <a:pt x="156115" y="42196"/>
                          <a:pt x="171164" y="24765"/>
                        </a:cubicBezTo>
                        <a:cubicBezTo>
                          <a:pt x="179451" y="15145"/>
                          <a:pt x="191643" y="8192"/>
                          <a:pt x="201835" y="0"/>
                        </a:cubicBezTo>
                        <a:cubicBezTo>
                          <a:pt x="199073" y="1238"/>
                          <a:pt x="196310" y="2477"/>
                          <a:pt x="193643" y="3620"/>
                        </a:cubicBezTo>
                        <a:close/>
                      </a:path>
                    </a:pathLst>
                  </a:custGeom>
                  <a:solidFill>
                    <a:srgbClr val="D3BC5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73" name="Forme libre : forme 18072">
                    <a:extLst>
                      <a:ext uri="{FF2B5EF4-FFF2-40B4-BE49-F238E27FC236}">
                        <a16:creationId xmlns:a16="http://schemas.microsoft.com/office/drawing/2014/main" id="{C471FB17-31E7-47CA-9E35-8815E9EF5575}"/>
                      </a:ext>
                    </a:extLst>
                  </p:cNvPr>
                  <p:cNvSpPr/>
                  <p:nvPr/>
                </p:nvSpPr>
                <p:spPr>
                  <a:xfrm>
                    <a:off x="730857" y="5109114"/>
                    <a:ext cx="14001" cy="14954"/>
                  </a:xfrm>
                  <a:custGeom>
                    <a:avLst/>
                    <a:gdLst>
                      <a:gd name="connsiteX0" fmla="*/ 14002 w 14001"/>
                      <a:gd name="connsiteY0" fmla="*/ 0 h 14954"/>
                      <a:gd name="connsiteX1" fmla="*/ 0 w 14001"/>
                      <a:gd name="connsiteY1" fmla="*/ 14954 h 14954"/>
                      <a:gd name="connsiteX2" fmla="*/ 14002 w 14001"/>
                      <a:gd name="connsiteY2" fmla="*/ 0 h 14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001" h="14954">
                        <a:moveTo>
                          <a:pt x="14002" y="0"/>
                        </a:moveTo>
                        <a:cubicBezTo>
                          <a:pt x="10573" y="5715"/>
                          <a:pt x="5525" y="10477"/>
                          <a:pt x="0" y="14954"/>
                        </a:cubicBezTo>
                        <a:cubicBezTo>
                          <a:pt x="6953" y="11335"/>
                          <a:pt x="13049" y="6668"/>
                          <a:pt x="14002" y="0"/>
                        </a:cubicBezTo>
                        <a:close/>
                      </a:path>
                    </a:pathLst>
                  </a:custGeom>
                  <a:solidFill>
                    <a:srgbClr val="D3BC5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74" name="Forme libre : forme 18073">
                    <a:extLst>
                      <a:ext uri="{FF2B5EF4-FFF2-40B4-BE49-F238E27FC236}">
                        <a16:creationId xmlns:a16="http://schemas.microsoft.com/office/drawing/2014/main" id="{A1F096AF-C5FC-4172-9D8F-B30AC024A72E}"/>
                      </a:ext>
                    </a:extLst>
                  </p:cNvPr>
                  <p:cNvSpPr/>
                  <p:nvPr/>
                </p:nvSpPr>
                <p:spPr>
                  <a:xfrm>
                    <a:off x="532066" y="5253989"/>
                    <a:ext cx="139231" cy="59031"/>
                  </a:xfrm>
                  <a:custGeom>
                    <a:avLst/>
                    <a:gdLst>
                      <a:gd name="connsiteX0" fmla="*/ 96398 w 139231"/>
                      <a:gd name="connsiteY0" fmla="*/ 39720 h 59031"/>
                      <a:gd name="connsiteX1" fmla="*/ 95731 w 139231"/>
                      <a:gd name="connsiteY1" fmla="*/ 46006 h 59031"/>
                      <a:gd name="connsiteX2" fmla="*/ 110876 w 139231"/>
                      <a:gd name="connsiteY2" fmla="*/ 38481 h 59031"/>
                      <a:gd name="connsiteX3" fmla="*/ 138022 w 139231"/>
                      <a:gd name="connsiteY3" fmla="*/ 0 h 59031"/>
                      <a:gd name="connsiteX4" fmla="*/ 58488 w 139231"/>
                      <a:gd name="connsiteY4" fmla="*/ 48006 h 59031"/>
                      <a:gd name="connsiteX5" fmla="*/ 386 w 139231"/>
                      <a:gd name="connsiteY5" fmla="*/ 50388 h 59031"/>
                      <a:gd name="connsiteX6" fmla="*/ 3624 w 139231"/>
                      <a:gd name="connsiteY6" fmla="*/ 55150 h 59031"/>
                      <a:gd name="connsiteX7" fmla="*/ 46106 w 139231"/>
                      <a:gd name="connsiteY7" fmla="*/ 57055 h 59031"/>
                      <a:gd name="connsiteX8" fmla="*/ 79348 w 139231"/>
                      <a:gd name="connsiteY8" fmla="*/ 51054 h 59031"/>
                      <a:gd name="connsiteX9" fmla="*/ 96398 w 139231"/>
                      <a:gd name="connsiteY9" fmla="*/ 39720 h 59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9231" h="59031">
                        <a:moveTo>
                          <a:pt x="96398" y="39720"/>
                        </a:moveTo>
                        <a:cubicBezTo>
                          <a:pt x="95350" y="42101"/>
                          <a:pt x="95255" y="44101"/>
                          <a:pt x="95731" y="46006"/>
                        </a:cubicBezTo>
                        <a:cubicBezTo>
                          <a:pt x="101065" y="43911"/>
                          <a:pt x="106208" y="41434"/>
                          <a:pt x="110876" y="38481"/>
                        </a:cubicBezTo>
                        <a:cubicBezTo>
                          <a:pt x="120782" y="32195"/>
                          <a:pt x="144880" y="11240"/>
                          <a:pt x="138022" y="0"/>
                        </a:cubicBezTo>
                        <a:cubicBezTo>
                          <a:pt x="118972" y="23718"/>
                          <a:pt x="93159" y="41910"/>
                          <a:pt x="58488" y="48006"/>
                        </a:cubicBezTo>
                        <a:cubicBezTo>
                          <a:pt x="39533" y="51340"/>
                          <a:pt x="19912" y="50864"/>
                          <a:pt x="386" y="50388"/>
                        </a:cubicBezTo>
                        <a:cubicBezTo>
                          <a:pt x="-948" y="52102"/>
                          <a:pt x="1433" y="54197"/>
                          <a:pt x="3624" y="55150"/>
                        </a:cubicBezTo>
                        <a:cubicBezTo>
                          <a:pt x="16483" y="60960"/>
                          <a:pt x="31913" y="59055"/>
                          <a:pt x="46106" y="57055"/>
                        </a:cubicBezTo>
                        <a:cubicBezTo>
                          <a:pt x="57250" y="55436"/>
                          <a:pt x="68585" y="53721"/>
                          <a:pt x="79348" y="51054"/>
                        </a:cubicBezTo>
                        <a:cubicBezTo>
                          <a:pt x="80681" y="45530"/>
                          <a:pt x="91349" y="40481"/>
                          <a:pt x="96398" y="3972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75" name="Forme libre : forme 18074">
                    <a:extLst>
                      <a:ext uri="{FF2B5EF4-FFF2-40B4-BE49-F238E27FC236}">
                        <a16:creationId xmlns:a16="http://schemas.microsoft.com/office/drawing/2014/main" id="{4940BE0F-4140-4B2A-BB46-915C5F38F632}"/>
                      </a:ext>
                    </a:extLst>
                  </p:cNvPr>
                  <p:cNvSpPr/>
                  <p:nvPr/>
                </p:nvSpPr>
                <p:spPr>
                  <a:xfrm>
                    <a:off x="780006" y="5092064"/>
                    <a:ext cx="186499" cy="57626"/>
                  </a:xfrm>
                  <a:custGeom>
                    <a:avLst/>
                    <a:gdLst>
                      <a:gd name="connsiteX0" fmla="*/ 64865 w 186499"/>
                      <a:gd name="connsiteY0" fmla="*/ 56198 h 57626"/>
                      <a:gd name="connsiteX1" fmla="*/ 65532 w 186499"/>
                      <a:gd name="connsiteY1" fmla="*/ 56293 h 57626"/>
                      <a:gd name="connsiteX2" fmla="*/ 76581 w 186499"/>
                      <a:gd name="connsiteY2" fmla="*/ 54388 h 57626"/>
                      <a:gd name="connsiteX3" fmla="*/ 104966 w 186499"/>
                      <a:gd name="connsiteY3" fmla="*/ 56769 h 57626"/>
                      <a:gd name="connsiteX4" fmla="*/ 99632 w 186499"/>
                      <a:gd name="connsiteY4" fmla="*/ 57627 h 57626"/>
                      <a:gd name="connsiteX5" fmla="*/ 151448 w 186499"/>
                      <a:gd name="connsiteY5" fmla="*/ 47149 h 57626"/>
                      <a:gd name="connsiteX6" fmla="*/ 186500 w 186499"/>
                      <a:gd name="connsiteY6" fmla="*/ 13526 h 57626"/>
                      <a:gd name="connsiteX7" fmla="*/ 70104 w 186499"/>
                      <a:gd name="connsiteY7" fmla="*/ 48578 h 57626"/>
                      <a:gd name="connsiteX8" fmla="*/ 0 w 186499"/>
                      <a:gd name="connsiteY8" fmla="*/ 0 h 57626"/>
                      <a:gd name="connsiteX9" fmla="*/ 14383 w 186499"/>
                      <a:gd name="connsiteY9" fmla="*/ 23527 h 57626"/>
                      <a:gd name="connsiteX10" fmla="*/ 62008 w 186499"/>
                      <a:gd name="connsiteY10" fmla="*/ 55436 h 57626"/>
                      <a:gd name="connsiteX11" fmla="*/ 50387 w 186499"/>
                      <a:gd name="connsiteY11" fmla="*/ 47054 h 57626"/>
                      <a:gd name="connsiteX12" fmla="*/ 64865 w 186499"/>
                      <a:gd name="connsiteY12" fmla="*/ 56198 h 57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6499" h="57626">
                        <a:moveTo>
                          <a:pt x="64865" y="56198"/>
                        </a:moveTo>
                        <a:cubicBezTo>
                          <a:pt x="65056" y="56198"/>
                          <a:pt x="65342" y="56293"/>
                          <a:pt x="65532" y="56293"/>
                        </a:cubicBezTo>
                        <a:cubicBezTo>
                          <a:pt x="68104" y="54103"/>
                          <a:pt x="72676" y="54007"/>
                          <a:pt x="76581" y="54388"/>
                        </a:cubicBezTo>
                        <a:cubicBezTo>
                          <a:pt x="86011" y="55150"/>
                          <a:pt x="95536" y="56007"/>
                          <a:pt x="104966" y="56769"/>
                        </a:cubicBezTo>
                        <a:cubicBezTo>
                          <a:pt x="103061" y="56769"/>
                          <a:pt x="101346" y="57055"/>
                          <a:pt x="99632" y="57627"/>
                        </a:cubicBezTo>
                        <a:cubicBezTo>
                          <a:pt x="117634" y="56484"/>
                          <a:pt x="135636" y="53912"/>
                          <a:pt x="151448" y="47149"/>
                        </a:cubicBezTo>
                        <a:cubicBezTo>
                          <a:pt x="167831" y="40196"/>
                          <a:pt x="181737" y="28385"/>
                          <a:pt x="186500" y="13526"/>
                        </a:cubicBezTo>
                        <a:cubicBezTo>
                          <a:pt x="161735" y="43434"/>
                          <a:pt x="113348" y="58388"/>
                          <a:pt x="70104" y="48578"/>
                        </a:cubicBezTo>
                        <a:cubicBezTo>
                          <a:pt x="40291" y="41815"/>
                          <a:pt x="14002" y="23146"/>
                          <a:pt x="0" y="0"/>
                        </a:cubicBezTo>
                        <a:cubicBezTo>
                          <a:pt x="4096" y="8097"/>
                          <a:pt x="8573" y="16003"/>
                          <a:pt x="14383" y="23527"/>
                        </a:cubicBezTo>
                        <a:cubicBezTo>
                          <a:pt x="25813" y="38005"/>
                          <a:pt x="42291" y="50578"/>
                          <a:pt x="62008" y="55436"/>
                        </a:cubicBezTo>
                        <a:lnTo>
                          <a:pt x="50387" y="47054"/>
                        </a:lnTo>
                        <a:cubicBezTo>
                          <a:pt x="55817" y="49435"/>
                          <a:pt x="60674" y="52578"/>
                          <a:pt x="64865" y="5619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76" name="Forme libre : forme 18075">
                    <a:extLst>
                      <a:ext uri="{FF2B5EF4-FFF2-40B4-BE49-F238E27FC236}">
                        <a16:creationId xmlns:a16="http://schemas.microsoft.com/office/drawing/2014/main" id="{9302CF85-697C-49AC-A970-54A861AC4B01}"/>
                      </a:ext>
                    </a:extLst>
                  </p:cNvPr>
                  <p:cNvSpPr/>
                  <p:nvPr/>
                </p:nvSpPr>
                <p:spPr>
                  <a:xfrm>
                    <a:off x="773720" y="5079492"/>
                    <a:ext cx="6286" cy="12667"/>
                  </a:xfrm>
                  <a:custGeom>
                    <a:avLst/>
                    <a:gdLst>
                      <a:gd name="connsiteX0" fmla="*/ 6286 w 6286"/>
                      <a:gd name="connsiteY0" fmla="*/ 12668 h 12667"/>
                      <a:gd name="connsiteX1" fmla="*/ 0 w 6286"/>
                      <a:gd name="connsiteY1" fmla="*/ 0 h 12667"/>
                      <a:gd name="connsiteX2" fmla="*/ 6286 w 6286"/>
                      <a:gd name="connsiteY2" fmla="*/ 12668 h 12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286" h="12667">
                        <a:moveTo>
                          <a:pt x="6286" y="12668"/>
                        </a:moveTo>
                        <a:cubicBezTo>
                          <a:pt x="4191" y="8477"/>
                          <a:pt x="2096" y="4286"/>
                          <a:pt x="0" y="0"/>
                        </a:cubicBezTo>
                        <a:cubicBezTo>
                          <a:pt x="1619" y="4381"/>
                          <a:pt x="3810" y="8572"/>
                          <a:pt x="6286" y="1266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77" name="Forme libre : forme 18076">
                    <a:extLst>
                      <a:ext uri="{FF2B5EF4-FFF2-40B4-BE49-F238E27FC236}">
                        <a16:creationId xmlns:a16="http://schemas.microsoft.com/office/drawing/2014/main" id="{1DAD9B30-8FC7-4D8A-AC53-1932599552DF}"/>
                      </a:ext>
                    </a:extLst>
                  </p:cNvPr>
                  <p:cNvSpPr/>
                  <p:nvPr/>
                </p:nvSpPr>
                <p:spPr>
                  <a:xfrm>
                    <a:off x="611138" y="5300091"/>
                    <a:ext cx="33708" cy="16764"/>
                  </a:xfrm>
                  <a:custGeom>
                    <a:avLst/>
                    <a:gdLst>
                      <a:gd name="connsiteX0" fmla="*/ 16659 w 33708"/>
                      <a:gd name="connsiteY0" fmla="*/ 0 h 16764"/>
                      <a:gd name="connsiteX1" fmla="*/ 180 w 33708"/>
                      <a:gd name="connsiteY1" fmla="*/ 5048 h 16764"/>
                      <a:gd name="connsiteX2" fmla="*/ 180 w 33708"/>
                      <a:gd name="connsiteY2" fmla="*/ 7525 h 16764"/>
                      <a:gd name="connsiteX3" fmla="*/ 27517 w 33708"/>
                      <a:gd name="connsiteY3" fmla="*/ 16764 h 16764"/>
                      <a:gd name="connsiteX4" fmla="*/ 33708 w 33708"/>
                      <a:gd name="connsiteY4" fmla="*/ 12287 h 16764"/>
                      <a:gd name="connsiteX5" fmla="*/ 16659 w 33708"/>
                      <a:gd name="connsiteY5" fmla="*/ 0 h 16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708" h="16764">
                        <a:moveTo>
                          <a:pt x="16659" y="0"/>
                        </a:moveTo>
                        <a:cubicBezTo>
                          <a:pt x="11420" y="2000"/>
                          <a:pt x="5895" y="3715"/>
                          <a:pt x="180" y="5048"/>
                        </a:cubicBezTo>
                        <a:cubicBezTo>
                          <a:pt x="-10" y="5905"/>
                          <a:pt x="-105" y="6763"/>
                          <a:pt x="180" y="7525"/>
                        </a:cubicBezTo>
                        <a:cubicBezTo>
                          <a:pt x="1895" y="13240"/>
                          <a:pt x="18087" y="15050"/>
                          <a:pt x="27517" y="16764"/>
                        </a:cubicBezTo>
                        <a:cubicBezTo>
                          <a:pt x="29613" y="15335"/>
                          <a:pt x="31613" y="13811"/>
                          <a:pt x="33708" y="12287"/>
                        </a:cubicBezTo>
                        <a:cubicBezTo>
                          <a:pt x="25422" y="9334"/>
                          <a:pt x="18087" y="5620"/>
                          <a:pt x="16659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78" name="Forme libre : forme 18077">
                    <a:extLst>
                      <a:ext uri="{FF2B5EF4-FFF2-40B4-BE49-F238E27FC236}">
                        <a16:creationId xmlns:a16="http://schemas.microsoft.com/office/drawing/2014/main" id="{FB6B959E-9CE6-4C58-9206-92780579F0BB}"/>
                      </a:ext>
                    </a:extLst>
                  </p:cNvPr>
                  <p:cNvSpPr/>
                  <p:nvPr/>
                </p:nvSpPr>
                <p:spPr>
                  <a:xfrm>
                    <a:off x="611318" y="5293709"/>
                    <a:ext cx="17145" cy="11429"/>
                  </a:xfrm>
                  <a:custGeom>
                    <a:avLst/>
                    <a:gdLst>
                      <a:gd name="connsiteX0" fmla="*/ 17145 w 17145"/>
                      <a:gd name="connsiteY0" fmla="*/ 0 h 11429"/>
                      <a:gd name="connsiteX1" fmla="*/ 0 w 17145"/>
                      <a:gd name="connsiteY1" fmla="*/ 11430 h 11429"/>
                      <a:gd name="connsiteX2" fmla="*/ 16478 w 17145"/>
                      <a:gd name="connsiteY2" fmla="*/ 6382 h 11429"/>
                      <a:gd name="connsiteX3" fmla="*/ 17145 w 17145"/>
                      <a:gd name="connsiteY3" fmla="*/ 0 h 11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145" h="11429">
                        <a:moveTo>
                          <a:pt x="17145" y="0"/>
                        </a:moveTo>
                        <a:cubicBezTo>
                          <a:pt x="12097" y="762"/>
                          <a:pt x="1429" y="5810"/>
                          <a:pt x="0" y="11430"/>
                        </a:cubicBezTo>
                        <a:cubicBezTo>
                          <a:pt x="5715" y="10001"/>
                          <a:pt x="11240" y="8382"/>
                          <a:pt x="16478" y="6382"/>
                        </a:cubicBezTo>
                        <a:cubicBezTo>
                          <a:pt x="16002" y="4476"/>
                          <a:pt x="16097" y="2381"/>
                          <a:pt x="17145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79" name="Forme libre : forme 18078">
                    <a:extLst>
                      <a:ext uri="{FF2B5EF4-FFF2-40B4-BE49-F238E27FC236}">
                        <a16:creationId xmlns:a16="http://schemas.microsoft.com/office/drawing/2014/main" id="{47A42519-8AC3-431D-BD36-582683467082}"/>
                      </a:ext>
                    </a:extLst>
                  </p:cNvPr>
                  <p:cNvSpPr/>
                  <p:nvPr/>
                </p:nvSpPr>
                <p:spPr>
                  <a:xfrm>
                    <a:off x="1181580" y="5016912"/>
                    <a:ext cx="108013" cy="93312"/>
                  </a:xfrm>
                  <a:custGeom>
                    <a:avLst/>
                    <a:gdLst>
                      <a:gd name="connsiteX0" fmla="*/ 96012 w 108013"/>
                      <a:gd name="connsiteY0" fmla="*/ 0 h 93312"/>
                      <a:gd name="connsiteX1" fmla="*/ 92012 w 108013"/>
                      <a:gd name="connsiteY1" fmla="*/ 15049 h 93312"/>
                      <a:gd name="connsiteX2" fmla="*/ 83344 w 108013"/>
                      <a:gd name="connsiteY2" fmla="*/ 34194 h 93312"/>
                      <a:gd name="connsiteX3" fmla="*/ 55436 w 108013"/>
                      <a:gd name="connsiteY3" fmla="*/ 64961 h 93312"/>
                      <a:gd name="connsiteX4" fmla="*/ 31623 w 108013"/>
                      <a:gd name="connsiteY4" fmla="*/ 84011 h 93312"/>
                      <a:gd name="connsiteX5" fmla="*/ 0 w 108013"/>
                      <a:gd name="connsiteY5" fmla="*/ 91154 h 93312"/>
                      <a:gd name="connsiteX6" fmla="*/ 55626 w 108013"/>
                      <a:gd name="connsiteY6" fmla="*/ 81153 h 93312"/>
                      <a:gd name="connsiteX7" fmla="*/ 79724 w 108013"/>
                      <a:gd name="connsiteY7" fmla="*/ 68294 h 93312"/>
                      <a:gd name="connsiteX8" fmla="*/ 108013 w 108013"/>
                      <a:gd name="connsiteY8" fmla="*/ 78771 h 93312"/>
                      <a:gd name="connsiteX9" fmla="*/ 90392 w 108013"/>
                      <a:gd name="connsiteY9" fmla="*/ 58483 h 93312"/>
                      <a:gd name="connsiteX10" fmla="*/ 93345 w 108013"/>
                      <a:gd name="connsiteY10" fmla="*/ 39910 h 93312"/>
                      <a:gd name="connsiteX11" fmla="*/ 96012 w 108013"/>
                      <a:gd name="connsiteY11" fmla="*/ 0 h 93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8013" h="93312">
                        <a:moveTo>
                          <a:pt x="96012" y="0"/>
                        </a:moveTo>
                        <a:cubicBezTo>
                          <a:pt x="92202" y="4000"/>
                          <a:pt x="93250" y="10096"/>
                          <a:pt x="92012" y="15049"/>
                        </a:cubicBezTo>
                        <a:cubicBezTo>
                          <a:pt x="90392" y="21812"/>
                          <a:pt x="87249" y="28194"/>
                          <a:pt x="83344" y="34194"/>
                        </a:cubicBezTo>
                        <a:cubicBezTo>
                          <a:pt x="75914" y="45529"/>
                          <a:pt x="65627" y="55340"/>
                          <a:pt x="55436" y="64961"/>
                        </a:cubicBezTo>
                        <a:cubicBezTo>
                          <a:pt x="48101" y="71914"/>
                          <a:pt x="40767" y="78867"/>
                          <a:pt x="31623" y="84011"/>
                        </a:cubicBezTo>
                        <a:cubicBezTo>
                          <a:pt x="22479" y="89154"/>
                          <a:pt x="11239" y="92487"/>
                          <a:pt x="0" y="91154"/>
                        </a:cubicBezTo>
                        <a:cubicBezTo>
                          <a:pt x="19241" y="96202"/>
                          <a:pt x="41148" y="92202"/>
                          <a:pt x="55626" y="81153"/>
                        </a:cubicBezTo>
                        <a:cubicBezTo>
                          <a:pt x="62865" y="75629"/>
                          <a:pt x="69723" y="67913"/>
                          <a:pt x="79724" y="68294"/>
                        </a:cubicBezTo>
                        <a:cubicBezTo>
                          <a:pt x="90011" y="68675"/>
                          <a:pt x="97726" y="77628"/>
                          <a:pt x="108013" y="78771"/>
                        </a:cubicBezTo>
                        <a:cubicBezTo>
                          <a:pt x="98488" y="75152"/>
                          <a:pt x="91535" y="67056"/>
                          <a:pt x="90392" y="58483"/>
                        </a:cubicBezTo>
                        <a:cubicBezTo>
                          <a:pt x="89630" y="52197"/>
                          <a:pt x="91726" y="46005"/>
                          <a:pt x="93345" y="39910"/>
                        </a:cubicBezTo>
                        <a:cubicBezTo>
                          <a:pt x="96488" y="27717"/>
                          <a:pt x="99536" y="12287"/>
                          <a:pt x="9601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80" name="Forme libre : forme 18079">
                    <a:extLst>
                      <a:ext uri="{FF2B5EF4-FFF2-40B4-BE49-F238E27FC236}">
                        <a16:creationId xmlns:a16="http://schemas.microsoft.com/office/drawing/2014/main" id="{EF31DE3F-8D9B-4160-B49D-D9CA40C75275}"/>
                      </a:ext>
                    </a:extLst>
                  </p:cNvPr>
                  <p:cNvSpPr/>
                  <p:nvPr/>
                </p:nvSpPr>
                <p:spPr>
                  <a:xfrm>
                    <a:off x="980698" y="5062442"/>
                    <a:ext cx="46005" cy="34766"/>
                  </a:xfrm>
                  <a:custGeom>
                    <a:avLst/>
                    <a:gdLst>
                      <a:gd name="connsiteX0" fmla="*/ 46006 w 46005"/>
                      <a:gd name="connsiteY0" fmla="*/ 34766 h 34766"/>
                      <a:gd name="connsiteX1" fmla="*/ 16192 w 46005"/>
                      <a:gd name="connsiteY1" fmla="*/ 13811 h 34766"/>
                      <a:gd name="connsiteX2" fmla="*/ 11525 w 46005"/>
                      <a:gd name="connsiteY2" fmla="*/ 3715 h 34766"/>
                      <a:gd name="connsiteX3" fmla="*/ 10287 w 46005"/>
                      <a:gd name="connsiteY3" fmla="*/ 0 h 34766"/>
                      <a:gd name="connsiteX4" fmla="*/ 8763 w 46005"/>
                      <a:gd name="connsiteY4" fmla="*/ 6382 h 34766"/>
                      <a:gd name="connsiteX5" fmla="*/ 0 w 46005"/>
                      <a:gd name="connsiteY5" fmla="*/ 31242 h 34766"/>
                      <a:gd name="connsiteX6" fmla="*/ 15335 w 46005"/>
                      <a:gd name="connsiteY6" fmla="*/ 21717 h 34766"/>
                      <a:gd name="connsiteX7" fmla="*/ 46006 w 46005"/>
                      <a:gd name="connsiteY7" fmla="*/ 34766 h 34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005" h="34766">
                        <a:moveTo>
                          <a:pt x="46006" y="34766"/>
                        </a:moveTo>
                        <a:cubicBezTo>
                          <a:pt x="34576" y="29337"/>
                          <a:pt x="22479" y="23432"/>
                          <a:pt x="16192" y="13811"/>
                        </a:cubicBezTo>
                        <a:cubicBezTo>
                          <a:pt x="14097" y="10573"/>
                          <a:pt x="12763" y="7144"/>
                          <a:pt x="11525" y="3715"/>
                        </a:cubicBezTo>
                        <a:cubicBezTo>
                          <a:pt x="11049" y="2477"/>
                          <a:pt x="10668" y="1238"/>
                          <a:pt x="10287" y="0"/>
                        </a:cubicBezTo>
                        <a:cubicBezTo>
                          <a:pt x="9906" y="2191"/>
                          <a:pt x="9430" y="4286"/>
                          <a:pt x="8763" y="6382"/>
                        </a:cubicBezTo>
                        <a:cubicBezTo>
                          <a:pt x="6382" y="14859"/>
                          <a:pt x="3429" y="23050"/>
                          <a:pt x="0" y="31242"/>
                        </a:cubicBezTo>
                        <a:cubicBezTo>
                          <a:pt x="5620" y="30861"/>
                          <a:pt x="10858" y="24575"/>
                          <a:pt x="15335" y="21717"/>
                        </a:cubicBezTo>
                        <a:cubicBezTo>
                          <a:pt x="23050" y="29146"/>
                          <a:pt x="34385" y="34004"/>
                          <a:pt x="46006" y="3476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81" name="Forme libre : forme 18080">
                    <a:extLst>
                      <a:ext uri="{FF2B5EF4-FFF2-40B4-BE49-F238E27FC236}">
                        <a16:creationId xmlns:a16="http://schemas.microsoft.com/office/drawing/2014/main" id="{E89DD00E-4BF5-4F8A-823F-C44EF59A4C0B}"/>
                      </a:ext>
                    </a:extLst>
                  </p:cNvPr>
                  <p:cNvSpPr/>
                  <p:nvPr/>
                </p:nvSpPr>
                <p:spPr>
                  <a:xfrm>
                    <a:off x="987435" y="5038915"/>
                    <a:ext cx="4026" cy="23526"/>
                  </a:xfrm>
                  <a:custGeom>
                    <a:avLst/>
                    <a:gdLst>
                      <a:gd name="connsiteX0" fmla="*/ 597 w 4026"/>
                      <a:gd name="connsiteY0" fmla="*/ 0 h 23526"/>
                      <a:gd name="connsiteX1" fmla="*/ 3550 w 4026"/>
                      <a:gd name="connsiteY1" fmla="*/ 23526 h 23526"/>
                      <a:gd name="connsiteX2" fmla="*/ 4026 w 4026"/>
                      <a:gd name="connsiteY2" fmla="*/ 18669 h 23526"/>
                      <a:gd name="connsiteX3" fmla="*/ 597 w 4026"/>
                      <a:gd name="connsiteY3" fmla="*/ 0 h 23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26" h="23526">
                        <a:moveTo>
                          <a:pt x="597" y="0"/>
                        </a:moveTo>
                        <a:cubicBezTo>
                          <a:pt x="-1022" y="7811"/>
                          <a:pt x="883" y="15811"/>
                          <a:pt x="3550" y="23526"/>
                        </a:cubicBezTo>
                        <a:cubicBezTo>
                          <a:pt x="3836" y="21907"/>
                          <a:pt x="4026" y="20288"/>
                          <a:pt x="4026" y="18669"/>
                        </a:cubicBezTo>
                        <a:cubicBezTo>
                          <a:pt x="3740" y="12382"/>
                          <a:pt x="216" y="6191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82" name="Forme libre : forme 18081">
                    <a:extLst>
                      <a:ext uri="{FF2B5EF4-FFF2-40B4-BE49-F238E27FC236}">
                        <a16:creationId xmlns:a16="http://schemas.microsoft.com/office/drawing/2014/main" id="{F689BC6E-8D78-46A2-9378-08E8DA403415}"/>
                      </a:ext>
                    </a:extLst>
                  </p:cNvPr>
                  <p:cNvSpPr/>
                  <p:nvPr/>
                </p:nvSpPr>
                <p:spPr>
                  <a:xfrm>
                    <a:off x="762670" y="5333237"/>
                    <a:ext cx="476" cy="190"/>
                  </a:xfrm>
                  <a:custGeom>
                    <a:avLst/>
                    <a:gdLst>
                      <a:gd name="connsiteX0" fmla="*/ 0 w 476"/>
                      <a:gd name="connsiteY0" fmla="*/ 191 h 190"/>
                      <a:gd name="connsiteX1" fmla="*/ 476 w 476"/>
                      <a:gd name="connsiteY1" fmla="*/ 0 h 190"/>
                      <a:gd name="connsiteX2" fmla="*/ 381 w 476"/>
                      <a:gd name="connsiteY2" fmla="*/ 0 h 190"/>
                      <a:gd name="connsiteX3" fmla="*/ 0 w 476"/>
                      <a:gd name="connsiteY3" fmla="*/ 191 h 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" h="190">
                        <a:moveTo>
                          <a:pt x="0" y="191"/>
                        </a:moveTo>
                        <a:cubicBezTo>
                          <a:pt x="191" y="95"/>
                          <a:pt x="286" y="95"/>
                          <a:pt x="476" y="0"/>
                        </a:cubicBezTo>
                        <a:lnTo>
                          <a:pt x="381" y="0"/>
                        </a:lnTo>
                        <a:cubicBezTo>
                          <a:pt x="286" y="0"/>
                          <a:pt x="191" y="95"/>
                          <a:pt x="0" y="19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83" name="Forme libre : forme 18082">
                    <a:extLst>
                      <a:ext uri="{FF2B5EF4-FFF2-40B4-BE49-F238E27FC236}">
                        <a16:creationId xmlns:a16="http://schemas.microsoft.com/office/drawing/2014/main" id="{FF9B61F6-5932-43AC-BAD7-2EE9567BDD81}"/>
                      </a:ext>
                    </a:extLst>
                  </p:cNvPr>
                  <p:cNvSpPr/>
                  <p:nvPr/>
                </p:nvSpPr>
                <p:spPr>
                  <a:xfrm>
                    <a:off x="706708" y="5235628"/>
                    <a:ext cx="129590" cy="97514"/>
                  </a:xfrm>
                  <a:custGeom>
                    <a:avLst/>
                    <a:gdLst>
                      <a:gd name="connsiteX0" fmla="*/ 91014 w 129590"/>
                      <a:gd name="connsiteY0" fmla="*/ 74178 h 97514"/>
                      <a:gd name="connsiteX1" fmla="*/ 105969 w 129590"/>
                      <a:gd name="connsiteY1" fmla="*/ 55700 h 97514"/>
                      <a:gd name="connsiteX2" fmla="*/ 129591 w 129590"/>
                      <a:gd name="connsiteY2" fmla="*/ 47032 h 97514"/>
                      <a:gd name="connsiteX3" fmla="*/ 116446 w 129590"/>
                      <a:gd name="connsiteY3" fmla="*/ 44460 h 97514"/>
                      <a:gd name="connsiteX4" fmla="*/ 99396 w 129590"/>
                      <a:gd name="connsiteY4" fmla="*/ 26363 h 97514"/>
                      <a:gd name="connsiteX5" fmla="*/ 69297 w 129590"/>
                      <a:gd name="connsiteY5" fmla="*/ 6074 h 97514"/>
                      <a:gd name="connsiteX6" fmla="*/ 30721 w 129590"/>
                      <a:gd name="connsiteY6" fmla="*/ 550 h 97514"/>
                      <a:gd name="connsiteX7" fmla="*/ 51 w 129590"/>
                      <a:gd name="connsiteY7" fmla="*/ 7122 h 97514"/>
                      <a:gd name="connsiteX8" fmla="*/ 45961 w 129590"/>
                      <a:gd name="connsiteY8" fmla="*/ 5312 h 97514"/>
                      <a:gd name="connsiteX9" fmla="*/ 91300 w 129590"/>
                      <a:gd name="connsiteY9" fmla="*/ 32077 h 97514"/>
                      <a:gd name="connsiteX10" fmla="*/ 87871 w 129590"/>
                      <a:gd name="connsiteY10" fmla="*/ 69987 h 97514"/>
                      <a:gd name="connsiteX11" fmla="*/ 56343 w 129590"/>
                      <a:gd name="connsiteY11" fmla="*/ 97514 h 97514"/>
                      <a:gd name="connsiteX12" fmla="*/ 56439 w 129590"/>
                      <a:gd name="connsiteY12" fmla="*/ 97514 h 97514"/>
                      <a:gd name="connsiteX13" fmla="*/ 91014 w 129590"/>
                      <a:gd name="connsiteY13" fmla="*/ 74178 h 97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29590" h="97514">
                        <a:moveTo>
                          <a:pt x="91014" y="74178"/>
                        </a:moveTo>
                        <a:cubicBezTo>
                          <a:pt x="96158" y="68082"/>
                          <a:pt x="100063" y="61224"/>
                          <a:pt x="105969" y="55700"/>
                        </a:cubicBezTo>
                        <a:cubicBezTo>
                          <a:pt x="111874" y="50175"/>
                          <a:pt x="120542" y="45889"/>
                          <a:pt x="129591" y="47032"/>
                        </a:cubicBezTo>
                        <a:cubicBezTo>
                          <a:pt x="126828" y="43889"/>
                          <a:pt x="121018" y="45222"/>
                          <a:pt x="116446" y="44460"/>
                        </a:cubicBezTo>
                        <a:cubicBezTo>
                          <a:pt x="107112" y="43031"/>
                          <a:pt x="103873" y="33411"/>
                          <a:pt x="99396" y="26363"/>
                        </a:cubicBezTo>
                        <a:cubicBezTo>
                          <a:pt x="93205" y="16647"/>
                          <a:pt x="81585" y="9884"/>
                          <a:pt x="69297" y="6074"/>
                        </a:cubicBezTo>
                        <a:cubicBezTo>
                          <a:pt x="57010" y="2264"/>
                          <a:pt x="43770" y="1312"/>
                          <a:pt x="30721" y="550"/>
                        </a:cubicBezTo>
                        <a:cubicBezTo>
                          <a:pt x="24054" y="169"/>
                          <a:pt x="-1283" y="-2212"/>
                          <a:pt x="51" y="7122"/>
                        </a:cubicBezTo>
                        <a:cubicBezTo>
                          <a:pt x="15291" y="7693"/>
                          <a:pt x="29959" y="3122"/>
                          <a:pt x="45961" y="5312"/>
                        </a:cubicBezTo>
                        <a:cubicBezTo>
                          <a:pt x="64916" y="7884"/>
                          <a:pt x="83776" y="17314"/>
                          <a:pt x="91300" y="32077"/>
                        </a:cubicBezTo>
                        <a:cubicBezTo>
                          <a:pt x="97587" y="44365"/>
                          <a:pt x="95205" y="58557"/>
                          <a:pt x="87871" y="69987"/>
                        </a:cubicBezTo>
                        <a:cubicBezTo>
                          <a:pt x="80632" y="81322"/>
                          <a:pt x="68916" y="90085"/>
                          <a:pt x="56343" y="97514"/>
                        </a:cubicBezTo>
                        <a:lnTo>
                          <a:pt x="56439" y="97514"/>
                        </a:lnTo>
                        <a:cubicBezTo>
                          <a:pt x="70345" y="92657"/>
                          <a:pt x="82442" y="84465"/>
                          <a:pt x="91014" y="7417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84" name="Forme libre : forme 18083">
                    <a:extLst>
                      <a:ext uri="{FF2B5EF4-FFF2-40B4-BE49-F238E27FC236}">
                        <a16:creationId xmlns:a16="http://schemas.microsoft.com/office/drawing/2014/main" id="{1B2C781C-ACF0-4D35-A44A-1CFFC69C2379}"/>
                      </a:ext>
                    </a:extLst>
                  </p:cNvPr>
                  <p:cNvSpPr/>
                  <p:nvPr/>
                </p:nvSpPr>
                <p:spPr>
                  <a:xfrm>
                    <a:off x="838299" y="5148453"/>
                    <a:ext cx="41338" cy="79152"/>
                  </a:xfrm>
                  <a:custGeom>
                    <a:avLst/>
                    <a:gdLst>
                      <a:gd name="connsiteX0" fmla="*/ 39529 w 41338"/>
                      <a:gd name="connsiteY0" fmla="*/ 1428 h 79152"/>
                      <a:gd name="connsiteX1" fmla="*/ 7239 w 41338"/>
                      <a:gd name="connsiteY1" fmla="*/ 0 h 79152"/>
                      <a:gd name="connsiteX2" fmla="*/ 6953 w 41338"/>
                      <a:gd name="connsiteY2" fmla="*/ 190 h 79152"/>
                      <a:gd name="connsiteX3" fmla="*/ 20002 w 41338"/>
                      <a:gd name="connsiteY3" fmla="*/ 19145 h 79152"/>
                      <a:gd name="connsiteX4" fmla="*/ 9239 w 41338"/>
                      <a:gd name="connsiteY4" fmla="*/ 68580 h 79152"/>
                      <a:gd name="connsiteX5" fmla="*/ 0 w 41338"/>
                      <a:gd name="connsiteY5" fmla="*/ 79153 h 79152"/>
                      <a:gd name="connsiteX6" fmla="*/ 28003 w 41338"/>
                      <a:gd name="connsiteY6" fmla="*/ 37433 h 79152"/>
                      <a:gd name="connsiteX7" fmla="*/ 28956 w 41338"/>
                      <a:gd name="connsiteY7" fmla="*/ 14859 h 79152"/>
                      <a:gd name="connsiteX8" fmla="*/ 41339 w 41338"/>
                      <a:gd name="connsiteY8" fmla="*/ 1333 h 79152"/>
                      <a:gd name="connsiteX9" fmla="*/ 39529 w 41338"/>
                      <a:gd name="connsiteY9" fmla="*/ 1428 h 79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1338" h="79152">
                        <a:moveTo>
                          <a:pt x="39529" y="1428"/>
                        </a:moveTo>
                        <a:cubicBezTo>
                          <a:pt x="28765" y="2000"/>
                          <a:pt x="17812" y="2095"/>
                          <a:pt x="7239" y="0"/>
                        </a:cubicBezTo>
                        <a:cubicBezTo>
                          <a:pt x="7144" y="95"/>
                          <a:pt x="7048" y="190"/>
                          <a:pt x="6953" y="190"/>
                        </a:cubicBezTo>
                        <a:cubicBezTo>
                          <a:pt x="13049" y="5619"/>
                          <a:pt x="17621" y="12096"/>
                          <a:pt x="20002" y="19145"/>
                        </a:cubicBezTo>
                        <a:cubicBezTo>
                          <a:pt x="25718" y="35909"/>
                          <a:pt x="19145" y="53721"/>
                          <a:pt x="9239" y="68580"/>
                        </a:cubicBezTo>
                        <a:cubicBezTo>
                          <a:pt x="6668" y="72390"/>
                          <a:pt x="3715" y="76105"/>
                          <a:pt x="0" y="79153"/>
                        </a:cubicBezTo>
                        <a:cubicBezTo>
                          <a:pt x="15335" y="68770"/>
                          <a:pt x="26765" y="54007"/>
                          <a:pt x="28003" y="37433"/>
                        </a:cubicBezTo>
                        <a:cubicBezTo>
                          <a:pt x="28575" y="29908"/>
                          <a:pt x="27051" y="22193"/>
                          <a:pt x="28956" y="14859"/>
                        </a:cubicBezTo>
                        <a:cubicBezTo>
                          <a:pt x="30480" y="9048"/>
                          <a:pt x="34957" y="3334"/>
                          <a:pt x="41339" y="1333"/>
                        </a:cubicBezTo>
                        <a:cubicBezTo>
                          <a:pt x="40672" y="1333"/>
                          <a:pt x="40100" y="1333"/>
                          <a:pt x="39529" y="142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85" name="Forme libre : forme 18084">
                    <a:extLst>
                      <a:ext uri="{FF2B5EF4-FFF2-40B4-BE49-F238E27FC236}">
                        <a16:creationId xmlns:a16="http://schemas.microsoft.com/office/drawing/2014/main" id="{B8644B3C-1D15-4305-88F2-B8060A39533E}"/>
                      </a:ext>
                    </a:extLst>
                  </p:cNvPr>
                  <p:cNvSpPr/>
                  <p:nvPr/>
                </p:nvSpPr>
                <p:spPr>
                  <a:xfrm>
                    <a:off x="842109" y="5147595"/>
                    <a:ext cx="3047" cy="1714"/>
                  </a:xfrm>
                  <a:custGeom>
                    <a:avLst/>
                    <a:gdLst>
                      <a:gd name="connsiteX0" fmla="*/ 2000 w 3047"/>
                      <a:gd name="connsiteY0" fmla="*/ 571 h 1714"/>
                      <a:gd name="connsiteX1" fmla="*/ 0 w 3047"/>
                      <a:gd name="connsiteY1" fmla="*/ 0 h 1714"/>
                      <a:gd name="connsiteX2" fmla="*/ 2286 w 3047"/>
                      <a:gd name="connsiteY2" fmla="*/ 1714 h 1714"/>
                      <a:gd name="connsiteX3" fmla="*/ 3048 w 3047"/>
                      <a:gd name="connsiteY3" fmla="*/ 1048 h 1714"/>
                      <a:gd name="connsiteX4" fmla="*/ 2667 w 3047"/>
                      <a:gd name="connsiteY4" fmla="*/ 667 h 1714"/>
                      <a:gd name="connsiteX5" fmla="*/ 2000 w 3047"/>
                      <a:gd name="connsiteY5" fmla="*/ 571 h 1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47" h="1714">
                        <a:moveTo>
                          <a:pt x="2000" y="571"/>
                        </a:moveTo>
                        <a:cubicBezTo>
                          <a:pt x="1333" y="381"/>
                          <a:pt x="667" y="191"/>
                          <a:pt x="0" y="0"/>
                        </a:cubicBezTo>
                        <a:lnTo>
                          <a:pt x="2286" y="1714"/>
                        </a:lnTo>
                        <a:cubicBezTo>
                          <a:pt x="2476" y="1429"/>
                          <a:pt x="2858" y="1238"/>
                          <a:pt x="3048" y="1048"/>
                        </a:cubicBezTo>
                        <a:cubicBezTo>
                          <a:pt x="2953" y="953"/>
                          <a:pt x="2762" y="858"/>
                          <a:pt x="2667" y="667"/>
                        </a:cubicBezTo>
                        <a:cubicBezTo>
                          <a:pt x="2476" y="667"/>
                          <a:pt x="2286" y="571"/>
                          <a:pt x="2000" y="57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86" name="Forme libre : forme 18085">
                    <a:extLst>
                      <a:ext uri="{FF2B5EF4-FFF2-40B4-BE49-F238E27FC236}">
                        <a16:creationId xmlns:a16="http://schemas.microsoft.com/office/drawing/2014/main" id="{7969587F-AB62-4F9A-9F91-ACBDBEF2A59B}"/>
                      </a:ext>
                    </a:extLst>
                  </p:cNvPr>
                  <p:cNvSpPr/>
                  <p:nvPr/>
                </p:nvSpPr>
                <p:spPr>
                  <a:xfrm>
                    <a:off x="831441" y="5227605"/>
                    <a:ext cx="6858" cy="4191"/>
                  </a:xfrm>
                  <a:custGeom>
                    <a:avLst/>
                    <a:gdLst>
                      <a:gd name="connsiteX0" fmla="*/ 6858 w 6858"/>
                      <a:gd name="connsiteY0" fmla="*/ 0 h 4191"/>
                      <a:gd name="connsiteX1" fmla="*/ 0 w 6858"/>
                      <a:gd name="connsiteY1" fmla="*/ 4191 h 4191"/>
                      <a:gd name="connsiteX2" fmla="*/ 6858 w 6858"/>
                      <a:gd name="connsiteY2" fmla="*/ 0 h 4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858" h="4191">
                        <a:moveTo>
                          <a:pt x="6858" y="0"/>
                        </a:moveTo>
                        <a:cubicBezTo>
                          <a:pt x="4667" y="1524"/>
                          <a:pt x="2381" y="2857"/>
                          <a:pt x="0" y="4191"/>
                        </a:cubicBezTo>
                        <a:cubicBezTo>
                          <a:pt x="2572" y="3143"/>
                          <a:pt x="4763" y="1619"/>
                          <a:pt x="6858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87" name="Forme libre : forme 18086">
                    <a:extLst>
                      <a:ext uri="{FF2B5EF4-FFF2-40B4-BE49-F238E27FC236}">
                        <a16:creationId xmlns:a16="http://schemas.microsoft.com/office/drawing/2014/main" id="{1FC22472-321E-4C42-A0C2-142CB61FDF05}"/>
                      </a:ext>
                    </a:extLst>
                  </p:cNvPr>
                  <p:cNvSpPr/>
                  <p:nvPr/>
                </p:nvSpPr>
                <p:spPr>
                  <a:xfrm>
                    <a:off x="830488" y="5139118"/>
                    <a:ext cx="14382" cy="9144"/>
                  </a:xfrm>
                  <a:custGeom>
                    <a:avLst/>
                    <a:gdLst>
                      <a:gd name="connsiteX0" fmla="*/ 14383 w 14382"/>
                      <a:gd name="connsiteY0" fmla="*/ 9144 h 9144"/>
                      <a:gd name="connsiteX1" fmla="*/ 0 w 14382"/>
                      <a:gd name="connsiteY1" fmla="*/ 0 h 9144"/>
                      <a:gd name="connsiteX2" fmla="*/ 11621 w 14382"/>
                      <a:gd name="connsiteY2" fmla="*/ 8382 h 9144"/>
                      <a:gd name="connsiteX3" fmla="*/ 13621 w 14382"/>
                      <a:gd name="connsiteY3" fmla="*/ 8954 h 9144"/>
                      <a:gd name="connsiteX4" fmla="*/ 14383 w 14382"/>
                      <a:gd name="connsiteY4" fmla="*/ 9144 h 9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82" h="9144">
                        <a:moveTo>
                          <a:pt x="14383" y="9144"/>
                        </a:moveTo>
                        <a:cubicBezTo>
                          <a:pt x="10192" y="5525"/>
                          <a:pt x="5334" y="2381"/>
                          <a:pt x="0" y="0"/>
                        </a:cubicBezTo>
                        <a:lnTo>
                          <a:pt x="11621" y="8382"/>
                        </a:lnTo>
                        <a:cubicBezTo>
                          <a:pt x="12287" y="8573"/>
                          <a:pt x="12954" y="8763"/>
                          <a:pt x="13621" y="8954"/>
                        </a:cubicBezTo>
                        <a:cubicBezTo>
                          <a:pt x="13907" y="9049"/>
                          <a:pt x="14097" y="9144"/>
                          <a:pt x="14383" y="914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88" name="Forme libre : forme 18087">
                    <a:extLst>
                      <a:ext uri="{FF2B5EF4-FFF2-40B4-BE49-F238E27FC236}">
                        <a16:creationId xmlns:a16="http://schemas.microsoft.com/office/drawing/2014/main" id="{28BD1705-7A07-471D-A810-E19664FD3533}"/>
                      </a:ext>
                    </a:extLst>
                  </p:cNvPr>
                  <p:cNvSpPr/>
                  <p:nvPr/>
                </p:nvSpPr>
                <p:spPr>
                  <a:xfrm>
                    <a:off x="845443" y="5146335"/>
                    <a:ext cx="39433" cy="3845"/>
                  </a:xfrm>
                  <a:custGeom>
                    <a:avLst/>
                    <a:gdLst>
                      <a:gd name="connsiteX0" fmla="*/ 11049 w 39433"/>
                      <a:gd name="connsiteY0" fmla="*/ 118 h 3845"/>
                      <a:gd name="connsiteX1" fmla="*/ 0 w 39433"/>
                      <a:gd name="connsiteY1" fmla="*/ 2023 h 3845"/>
                      <a:gd name="connsiteX2" fmla="*/ 32290 w 39433"/>
                      <a:gd name="connsiteY2" fmla="*/ 3451 h 3845"/>
                      <a:gd name="connsiteX3" fmla="*/ 34099 w 39433"/>
                      <a:gd name="connsiteY3" fmla="*/ 3261 h 3845"/>
                      <a:gd name="connsiteX4" fmla="*/ 39433 w 39433"/>
                      <a:gd name="connsiteY4" fmla="*/ 2403 h 3845"/>
                      <a:gd name="connsiteX5" fmla="*/ 11049 w 39433"/>
                      <a:gd name="connsiteY5" fmla="*/ 118 h 3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433" h="3845">
                        <a:moveTo>
                          <a:pt x="11049" y="118"/>
                        </a:moveTo>
                        <a:cubicBezTo>
                          <a:pt x="7144" y="-168"/>
                          <a:pt x="2572" y="-73"/>
                          <a:pt x="0" y="2023"/>
                        </a:cubicBezTo>
                        <a:cubicBezTo>
                          <a:pt x="10573" y="4118"/>
                          <a:pt x="21526" y="4118"/>
                          <a:pt x="32290" y="3451"/>
                        </a:cubicBezTo>
                        <a:cubicBezTo>
                          <a:pt x="32861" y="3451"/>
                          <a:pt x="33433" y="3356"/>
                          <a:pt x="34099" y="3261"/>
                        </a:cubicBezTo>
                        <a:cubicBezTo>
                          <a:pt x="35719" y="2689"/>
                          <a:pt x="37528" y="2403"/>
                          <a:pt x="39433" y="2403"/>
                        </a:cubicBezTo>
                        <a:cubicBezTo>
                          <a:pt x="30004" y="1737"/>
                          <a:pt x="20574" y="880"/>
                          <a:pt x="11049" y="11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89" name="Forme libre : forme 18088">
                    <a:extLst>
                      <a:ext uri="{FF2B5EF4-FFF2-40B4-BE49-F238E27FC236}">
                        <a16:creationId xmlns:a16="http://schemas.microsoft.com/office/drawing/2014/main" id="{2D85FB1E-6737-41B7-8804-1F001B9A8E12}"/>
                      </a:ext>
                    </a:extLst>
                  </p:cNvPr>
                  <p:cNvSpPr/>
                  <p:nvPr/>
                </p:nvSpPr>
                <p:spPr>
                  <a:xfrm>
                    <a:off x="498733" y="4973955"/>
                    <a:ext cx="205306" cy="150393"/>
                  </a:xfrm>
                  <a:custGeom>
                    <a:avLst/>
                    <a:gdLst>
                      <a:gd name="connsiteX0" fmla="*/ 31433 w 205306"/>
                      <a:gd name="connsiteY0" fmla="*/ 116110 h 150393"/>
                      <a:gd name="connsiteX1" fmla="*/ 56388 w 205306"/>
                      <a:gd name="connsiteY1" fmla="*/ 132779 h 150393"/>
                      <a:gd name="connsiteX2" fmla="*/ 99346 w 205306"/>
                      <a:gd name="connsiteY2" fmla="*/ 148304 h 150393"/>
                      <a:gd name="connsiteX3" fmla="*/ 138779 w 205306"/>
                      <a:gd name="connsiteY3" fmla="*/ 150304 h 150393"/>
                      <a:gd name="connsiteX4" fmla="*/ 179165 w 205306"/>
                      <a:gd name="connsiteY4" fmla="*/ 146304 h 150393"/>
                      <a:gd name="connsiteX5" fmla="*/ 197644 w 205306"/>
                      <a:gd name="connsiteY5" fmla="*/ 136588 h 150393"/>
                      <a:gd name="connsiteX6" fmla="*/ 205073 w 205306"/>
                      <a:gd name="connsiteY6" fmla="*/ 117824 h 150393"/>
                      <a:gd name="connsiteX7" fmla="*/ 186785 w 205306"/>
                      <a:gd name="connsiteY7" fmla="*/ 97155 h 150393"/>
                      <a:gd name="connsiteX8" fmla="*/ 158687 w 205306"/>
                      <a:gd name="connsiteY8" fmla="*/ 84772 h 150393"/>
                      <a:gd name="connsiteX9" fmla="*/ 134207 w 205306"/>
                      <a:gd name="connsiteY9" fmla="*/ 66389 h 150393"/>
                      <a:gd name="connsiteX10" fmla="*/ 119539 w 205306"/>
                      <a:gd name="connsiteY10" fmla="*/ 26765 h 150393"/>
                      <a:gd name="connsiteX11" fmla="*/ 117920 w 205306"/>
                      <a:gd name="connsiteY11" fmla="*/ 0 h 150393"/>
                      <a:gd name="connsiteX12" fmla="*/ 113919 w 205306"/>
                      <a:gd name="connsiteY12" fmla="*/ 14383 h 150393"/>
                      <a:gd name="connsiteX13" fmla="*/ 112871 w 205306"/>
                      <a:gd name="connsiteY13" fmla="*/ 46767 h 150393"/>
                      <a:gd name="connsiteX14" fmla="*/ 96393 w 205306"/>
                      <a:gd name="connsiteY14" fmla="*/ 42386 h 150393"/>
                      <a:gd name="connsiteX15" fmla="*/ 0 w 205306"/>
                      <a:gd name="connsiteY15" fmla="*/ 58769 h 150393"/>
                      <a:gd name="connsiteX16" fmla="*/ 14859 w 205306"/>
                      <a:gd name="connsiteY16" fmla="*/ 94869 h 150393"/>
                      <a:gd name="connsiteX17" fmla="*/ 31433 w 205306"/>
                      <a:gd name="connsiteY17" fmla="*/ 116110 h 150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05306" h="150393">
                        <a:moveTo>
                          <a:pt x="31433" y="116110"/>
                        </a:moveTo>
                        <a:cubicBezTo>
                          <a:pt x="38576" y="122682"/>
                          <a:pt x="47339" y="128016"/>
                          <a:pt x="56388" y="132779"/>
                        </a:cubicBezTo>
                        <a:cubicBezTo>
                          <a:pt x="69723" y="139732"/>
                          <a:pt x="84011" y="145637"/>
                          <a:pt x="99346" y="148304"/>
                        </a:cubicBezTo>
                        <a:cubicBezTo>
                          <a:pt x="112300" y="150590"/>
                          <a:pt x="125635" y="150495"/>
                          <a:pt x="138779" y="150304"/>
                        </a:cubicBezTo>
                        <a:cubicBezTo>
                          <a:pt x="152495" y="150209"/>
                          <a:pt x="166402" y="150019"/>
                          <a:pt x="179165" y="146304"/>
                        </a:cubicBezTo>
                        <a:cubicBezTo>
                          <a:pt x="186119" y="144303"/>
                          <a:pt x="192786" y="141161"/>
                          <a:pt x="197644" y="136588"/>
                        </a:cubicBezTo>
                        <a:cubicBezTo>
                          <a:pt x="203073" y="131540"/>
                          <a:pt x="206216" y="124682"/>
                          <a:pt x="205073" y="117824"/>
                        </a:cubicBezTo>
                        <a:cubicBezTo>
                          <a:pt x="203645" y="109156"/>
                          <a:pt x="195644" y="102012"/>
                          <a:pt x="186785" y="97155"/>
                        </a:cubicBezTo>
                        <a:cubicBezTo>
                          <a:pt x="177927" y="92297"/>
                          <a:pt x="167831" y="89154"/>
                          <a:pt x="158687" y="84772"/>
                        </a:cubicBezTo>
                        <a:cubicBezTo>
                          <a:pt x="149162" y="80105"/>
                          <a:pt x="140494" y="73914"/>
                          <a:pt x="134207" y="66389"/>
                        </a:cubicBezTo>
                        <a:cubicBezTo>
                          <a:pt x="124587" y="54864"/>
                          <a:pt x="120682" y="40671"/>
                          <a:pt x="119539" y="26765"/>
                        </a:cubicBezTo>
                        <a:cubicBezTo>
                          <a:pt x="118777" y="18002"/>
                          <a:pt x="118872" y="8858"/>
                          <a:pt x="117920" y="0"/>
                        </a:cubicBezTo>
                        <a:cubicBezTo>
                          <a:pt x="116300" y="4667"/>
                          <a:pt x="114872" y="9430"/>
                          <a:pt x="113919" y="14383"/>
                        </a:cubicBezTo>
                        <a:cubicBezTo>
                          <a:pt x="111824" y="25336"/>
                          <a:pt x="111538" y="36195"/>
                          <a:pt x="112871" y="46767"/>
                        </a:cubicBezTo>
                        <a:cubicBezTo>
                          <a:pt x="107537" y="44958"/>
                          <a:pt x="102013" y="43434"/>
                          <a:pt x="96393" y="42386"/>
                        </a:cubicBezTo>
                        <a:cubicBezTo>
                          <a:pt x="62579" y="35814"/>
                          <a:pt x="28956" y="42386"/>
                          <a:pt x="0" y="58769"/>
                        </a:cubicBezTo>
                        <a:cubicBezTo>
                          <a:pt x="2953" y="71247"/>
                          <a:pt x="8001" y="83439"/>
                          <a:pt x="14859" y="94869"/>
                        </a:cubicBezTo>
                        <a:cubicBezTo>
                          <a:pt x="19336" y="102489"/>
                          <a:pt x="24575" y="109823"/>
                          <a:pt x="31433" y="11611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90" name="Forme libre : forme 18089">
                    <a:extLst>
                      <a:ext uri="{FF2B5EF4-FFF2-40B4-BE49-F238E27FC236}">
                        <a16:creationId xmlns:a16="http://schemas.microsoft.com/office/drawing/2014/main" id="{3B196069-BAFB-491D-98C1-9A1E62C59A21}"/>
                      </a:ext>
                    </a:extLst>
                  </p:cNvPr>
                  <p:cNvSpPr/>
                  <p:nvPr/>
                </p:nvSpPr>
                <p:spPr>
                  <a:xfrm>
                    <a:off x="785747" y="4964144"/>
                    <a:ext cx="129159" cy="159151"/>
                  </a:xfrm>
                  <a:custGeom>
                    <a:avLst/>
                    <a:gdLst>
                      <a:gd name="connsiteX0" fmla="*/ 35121 w 129159"/>
                      <a:gd name="connsiteY0" fmla="*/ 9430 h 159151"/>
                      <a:gd name="connsiteX1" fmla="*/ 33692 w 129159"/>
                      <a:gd name="connsiteY1" fmla="*/ 9144 h 159151"/>
                      <a:gd name="connsiteX2" fmla="*/ 19691 w 129159"/>
                      <a:gd name="connsiteY2" fmla="*/ 22384 h 159151"/>
                      <a:gd name="connsiteX3" fmla="*/ 2355 w 129159"/>
                      <a:gd name="connsiteY3" fmla="*/ 94679 h 159151"/>
                      <a:gd name="connsiteX4" fmla="*/ 57505 w 129159"/>
                      <a:gd name="connsiteY4" fmla="*/ 153543 h 159151"/>
                      <a:gd name="connsiteX5" fmla="*/ 90366 w 129159"/>
                      <a:gd name="connsiteY5" fmla="*/ 158972 h 159151"/>
                      <a:gd name="connsiteX6" fmla="*/ 118846 w 129159"/>
                      <a:gd name="connsiteY6" fmla="*/ 146304 h 159151"/>
                      <a:gd name="connsiteX7" fmla="*/ 128180 w 129159"/>
                      <a:gd name="connsiteY7" fmla="*/ 120968 h 159151"/>
                      <a:gd name="connsiteX8" fmla="*/ 126847 w 129159"/>
                      <a:gd name="connsiteY8" fmla="*/ 101251 h 159151"/>
                      <a:gd name="connsiteX9" fmla="*/ 114464 w 129159"/>
                      <a:gd name="connsiteY9" fmla="*/ 89345 h 159151"/>
                      <a:gd name="connsiteX10" fmla="*/ 92557 w 129159"/>
                      <a:gd name="connsiteY10" fmla="*/ 73533 h 159151"/>
                      <a:gd name="connsiteX11" fmla="*/ 81889 w 129159"/>
                      <a:gd name="connsiteY11" fmla="*/ 63151 h 159151"/>
                      <a:gd name="connsiteX12" fmla="*/ 79984 w 129159"/>
                      <a:gd name="connsiteY12" fmla="*/ 52578 h 159151"/>
                      <a:gd name="connsiteX13" fmla="*/ 83794 w 129159"/>
                      <a:gd name="connsiteY13" fmla="*/ 17240 h 159151"/>
                      <a:gd name="connsiteX14" fmla="*/ 81317 w 129159"/>
                      <a:gd name="connsiteY14" fmla="*/ 0 h 159151"/>
                      <a:gd name="connsiteX15" fmla="*/ 58648 w 129159"/>
                      <a:gd name="connsiteY15" fmla="*/ 6191 h 159151"/>
                      <a:gd name="connsiteX16" fmla="*/ 35121 w 129159"/>
                      <a:gd name="connsiteY16" fmla="*/ 9430 h 159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9159" h="159151">
                        <a:moveTo>
                          <a:pt x="35121" y="9430"/>
                        </a:moveTo>
                        <a:cubicBezTo>
                          <a:pt x="34550" y="9335"/>
                          <a:pt x="34169" y="9240"/>
                          <a:pt x="33692" y="9144"/>
                        </a:cubicBezTo>
                        <a:cubicBezTo>
                          <a:pt x="28358" y="12954"/>
                          <a:pt x="23691" y="17431"/>
                          <a:pt x="19691" y="22384"/>
                        </a:cubicBezTo>
                        <a:cubicBezTo>
                          <a:pt x="3117" y="43244"/>
                          <a:pt x="-4122" y="69628"/>
                          <a:pt x="2355" y="94679"/>
                        </a:cubicBezTo>
                        <a:cubicBezTo>
                          <a:pt x="8737" y="119729"/>
                          <a:pt x="29406" y="142780"/>
                          <a:pt x="57505" y="153543"/>
                        </a:cubicBezTo>
                        <a:cubicBezTo>
                          <a:pt x="67887" y="157544"/>
                          <a:pt x="79222" y="159830"/>
                          <a:pt x="90366" y="158972"/>
                        </a:cubicBezTo>
                        <a:cubicBezTo>
                          <a:pt x="101510" y="158115"/>
                          <a:pt x="112369" y="153734"/>
                          <a:pt x="118846" y="146304"/>
                        </a:cubicBezTo>
                        <a:cubicBezTo>
                          <a:pt x="125037" y="139161"/>
                          <a:pt x="126752" y="129921"/>
                          <a:pt x="128180" y="120968"/>
                        </a:cubicBezTo>
                        <a:cubicBezTo>
                          <a:pt x="129228" y="114395"/>
                          <a:pt x="130181" y="107442"/>
                          <a:pt x="126847" y="101251"/>
                        </a:cubicBezTo>
                        <a:cubicBezTo>
                          <a:pt x="124180" y="96488"/>
                          <a:pt x="119227" y="92869"/>
                          <a:pt x="114464" y="89345"/>
                        </a:cubicBezTo>
                        <a:cubicBezTo>
                          <a:pt x="107130" y="84106"/>
                          <a:pt x="99891" y="78867"/>
                          <a:pt x="92557" y="73533"/>
                        </a:cubicBezTo>
                        <a:cubicBezTo>
                          <a:pt x="88366" y="70485"/>
                          <a:pt x="84080" y="67342"/>
                          <a:pt x="81889" y="63151"/>
                        </a:cubicBezTo>
                        <a:cubicBezTo>
                          <a:pt x="80174" y="59817"/>
                          <a:pt x="79984" y="56102"/>
                          <a:pt x="79984" y="52578"/>
                        </a:cubicBezTo>
                        <a:cubicBezTo>
                          <a:pt x="79889" y="40577"/>
                          <a:pt x="81508" y="28956"/>
                          <a:pt x="83794" y="17240"/>
                        </a:cubicBezTo>
                        <a:cubicBezTo>
                          <a:pt x="84842" y="11811"/>
                          <a:pt x="85223" y="4667"/>
                          <a:pt x="81317" y="0"/>
                        </a:cubicBezTo>
                        <a:cubicBezTo>
                          <a:pt x="73793" y="2572"/>
                          <a:pt x="65982" y="4477"/>
                          <a:pt x="58648" y="6191"/>
                        </a:cubicBezTo>
                        <a:cubicBezTo>
                          <a:pt x="50266" y="8287"/>
                          <a:pt x="41789" y="10192"/>
                          <a:pt x="35121" y="943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91" name="Forme libre : forme 18090">
                    <a:extLst>
                      <a:ext uri="{FF2B5EF4-FFF2-40B4-BE49-F238E27FC236}">
                        <a16:creationId xmlns:a16="http://schemas.microsoft.com/office/drawing/2014/main" id="{2A976C31-4B5B-4813-AFA3-2362B52B1948}"/>
                      </a:ext>
                    </a:extLst>
                  </p:cNvPr>
                  <p:cNvSpPr/>
                  <p:nvPr/>
                </p:nvSpPr>
                <p:spPr>
                  <a:xfrm>
                    <a:off x="819440" y="4959577"/>
                    <a:ext cx="47434" cy="14072"/>
                  </a:xfrm>
                  <a:custGeom>
                    <a:avLst/>
                    <a:gdLst>
                      <a:gd name="connsiteX0" fmla="*/ 40386 w 47434"/>
                      <a:gd name="connsiteY0" fmla="*/ 566 h 14072"/>
                      <a:gd name="connsiteX1" fmla="*/ 13335 w 47434"/>
                      <a:gd name="connsiteY1" fmla="*/ 6090 h 14072"/>
                      <a:gd name="connsiteX2" fmla="*/ 0 w 47434"/>
                      <a:gd name="connsiteY2" fmla="*/ 13615 h 14072"/>
                      <a:gd name="connsiteX3" fmla="*/ 1429 w 47434"/>
                      <a:gd name="connsiteY3" fmla="*/ 13901 h 14072"/>
                      <a:gd name="connsiteX4" fmla="*/ 24765 w 47434"/>
                      <a:gd name="connsiteY4" fmla="*/ 10853 h 14072"/>
                      <a:gd name="connsiteX5" fmla="*/ 47435 w 47434"/>
                      <a:gd name="connsiteY5" fmla="*/ 4661 h 14072"/>
                      <a:gd name="connsiteX6" fmla="*/ 40386 w 47434"/>
                      <a:gd name="connsiteY6" fmla="*/ 566 h 14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434" h="14072">
                        <a:moveTo>
                          <a:pt x="40386" y="566"/>
                        </a:moveTo>
                        <a:cubicBezTo>
                          <a:pt x="31623" y="-1625"/>
                          <a:pt x="20765" y="3042"/>
                          <a:pt x="13335" y="6090"/>
                        </a:cubicBezTo>
                        <a:cubicBezTo>
                          <a:pt x="8382" y="8090"/>
                          <a:pt x="4000" y="10758"/>
                          <a:pt x="0" y="13615"/>
                        </a:cubicBezTo>
                        <a:cubicBezTo>
                          <a:pt x="476" y="13710"/>
                          <a:pt x="952" y="13806"/>
                          <a:pt x="1429" y="13901"/>
                        </a:cubicBezTo>
                        <a:cubicBezTo>
                          <a:pt x="8191" y="14663"/>
                          <a:pt x="16669" y="12758"/>
                          <a:pt x="24765" y="10853"/>
                        </a:cubicBezTo>
                        <a:cubicBezTo>
                          <a:pt x="32099" y="9139"/>
                          <a:pt x="39815" y="7233"/>
                          <a:pt x="47435" y="4661"/>
                        </a:cubicBezTo>
                        <a:cubicBezTo>
                          <a:pt x="45815" y="2852"/>
                          <a:pt x="43624" y="1328"/>
                          <a:pt x="40386" y="56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92" name="Forme libre : forme 18091">
                    <a:extLst>
                      <a:ext uri="{FF2B5EF4-FFF2-40B4-BE49-F238E27FC236}">
                        <a16:creationId xmlns:a16="http://schemas.microsoft.com/office/drawing/2014/main" id="{F6469E25-4B23-420E-A602-FE6DA2D62E6E}"/>
                      </a:ext>
                    </a:extLst>
                  </p:cNvPr>
                  <p:cNvSpPr/>
                  <p:nvPr/>
                </p:nvSpPr>
                <p:spPr>
                  <a:xfrm>
                    <a:off x="487890" y="5165858"/>
                    <a:ext cx="98762" cy="77001"/>
                  </a:xfrm>
                  <a:custGeom>
                    <a:avLst/>
                    <a:gdLst>
                      <a:gd name="connsiteX0" fmla="*/ 72565 w 98762"/>
                      <a:gd name="connsiteY0" fmla="*/ 2501 h 77001"/>
                      <a:gd name="connsiteX1" fmla="*/ 29131 w 98762"/>
                      <a:gd name="connsiteY1" fmla="*/ 10026 h 77001"/>
                      <a:gd name="connsiteX2" fmla="*/ 3889 w 98762"/>
                      <a:gd name="connsiteY2" fmla="*/ 37363 h 77001"/>
                      <a:gd name="connsiteX3" fmla="*/ 365 w 98762"/>
                      <a:gd name="connsiteY3" fmla="*/ 52889 h 77001"/>
                      <a:gd name="connsiteX4" fmla="*/ 15034 w 98762"/>
                      <a:gd name="connsiteY4" fmla="*/ 68224 h 77001"/>
                      <a:gd name="connsiteX5" fmla="*/ 60277 w 98762"/>
                      <a:gd name="connsiteY5" fmla="*/ 74129 h 77001"/>
                      <a:gd name="connsiteX6" fmla="*/ 88662 w 98762"/>
                      <a:gd name="connsiteY6" fmla="*/ 44792 h 77001"/>
                      <a:gd name="connsiteX7" fmla="*/ 97615 w 98762"/>
                      <a:gd name="connsiteY7" fmla="*/ 33934 h 77001"/>
                      <a:gd name="connsiteX8" fmla="*/ 72565 w 98762"/>
                      <a:gd name="connsiteY8" fmla="*/ 2501 h 77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8762" h="77001">
                        <a:moveTo>
                          <a:pt x="72565" y="2501"/>
                        </a:moveTo>
                        <a:cubicBezTo>
                          <a:pt x="58753" y="-3880"/>
                          <a:pt x="40180" y="3168"/>
                          <a:pt x="29131" y="10026"/>
                        </a:cubicBezTo>
                        <a:cubicBezTo>
                          <a:pt x="17986" y="16979"/>
                          <a:pt x="9700" y="26790"/>
                          <a:pt x="3889" y="37363"/>
                        </a:cubicBezTo>
                        <a:cubicBezTo>
                          <a:pt x="1222" y="42221"/>
                          <a:pt x="-873" y="47555"/>
                          <a:pt x="365" y="52889"/>
                        </a:cubicBezTo>
                        <a:cubicBezTo>
                          <a:pt x="1984" y="59461"/>
                          <a:pt x="8366" y="64509"/>
                          <a:pt x="15034" y="68224"/>
                        </a:cubicBezTo>
                        <a:cubicBezTo>
                          <a:pt x="28464" y="75844"/>
                          <a:pt x="46371" y="80226"/>
                          <a:pt x="60277" y="74129"/>
                        </a:cubicBezTo>
                        <a:cubicBezTo>
                          <a:pt x="73803" y="68224"/>
                          <a:pt x="79137" y="54793"/>
                          <a:pt x="88662" y="44792"/>
                        </a:cubicBezTo>
                        <a:cubicBezTo>
                          <a:pt x="91900" y="41363"/>
                          <a:pt x="95901" y="38125"/>
                          <a:pt x="97615" y="33934"/>
                        </a:cubicBezTo>
                        <a:cubicBezTo>
                          <a:pt x="103521" y="20408"/>
                          <a:pt x="85328" y="8407"/>
                          <a:pt x="72565" y="250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93" name="Forme libre : forme 18092">
                    <a:extLst>
                      <a:ext uri="{FF2B5EF4-FFF2-40B4-BE49-F238E27FC236}">
                        <a16:creationId xmlns:a16="http://schemas.microsoft.com/office/drawing/2014/main" id="{3DD458D1-D581-4292-BC71-B6C63039954C}"/>
                      </a:ext>
                    </a:extLst>
                  </p:cNvPr>
                  <p:cNvSpPr/>
                  <p:nvPr/>
                </p:nvSpPr>
                <p:spPr>
                  <a:xfrm>
                    <a:off x="908498" y="5169979"/>
                    <a:ext cx="231076" cy="155162"/>
                  </a:xfrm>
                  <a:custGeom>
                    <a:avLst/>
                    <a:gdLst>
                      <a:gd name="connsiteX0" fmla="*/ 166973 w 231076"/>
                      <a:gd name="connsiteY0" fmla="*/ 110966 h 155162"/>
                      <a:gd name="connsiteX1" fmla="*/ 182499 w 231076"/>
                      <a:gd name="connsiteY1" fmla="*/ 119729 h 155162"/>
                      <a:gd name="connsiteX2" fmla="*/ 231076 w 231076"/>
                      <a:gd name="connsiteY2" fmla="*/ 155162 h 155162"/>
                      <a:gd name="connsiteX3" fmla="*/ 202978 w 231076"/>
                      <a:gd name="connsiteY3" fmla="*/ 119539 h 155162"/>
                      <a:gd name="connsiteX4" fmla="*/ 193262 w 231076"/>
                      <a:gd name="connsiteY4" fmla="*/ 101536 h 155162"/>
                      <a:gd name="connsiteX5" fmla="*/ 208597 w 231076"/>
                      <a:gd name="connsiteY5" fmla="*/ 68008 h 155162"/>
                      <a:gd name="connsiteX6" fmla="*/ 207169 w 231076"/>
                      <a:gd name="connsiteY6" fmla="*/ 31528 h 155162"/>
                      <a:gd name="connsiteX7" fmla="*/ 186595 w 231076"/>
                      <a:gd name="connsiteY7" fmla="*/ 0 h 155162"/>
                      <a:gd name="connsiteX8" fmla="*/ 191643 w 231076"/>
                      <a:gd name="connsiteY8" fmla="*/ 66484 h 155162"/>
                      <a:gd name="connsiteX9" fmla="*/ 176213 w 231076"/>
                      <a:gd name="connsiteY9" fmla="*/ 83153 h 155162"/>
                      <a:gd name="connsiteX10" fmla="*/ 91345 w 231076"/>
                      <a:gd name="connsiteY10" fmla="*/ 109632 h 155162"/>
                      <a:gd name="connsiteX11" fmla="*/ 0 w 231076"/>
                      <a:gd name="connsiteY11" fmla="*/ 92392 h 155162"/>
                      <a:gd name="connsiteX12" fmla="*/ 132302 w 231076"/>
                      <a:gd name="connsiteY12" fmla="*/ 114014 h 155162"/>
                      <a:gd name="connsiteX13" fmla="*/ 166973 w 231076"/>
                      <a:gd name="connsiteY13" fmla="*/ 110966 h 155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31076" h="155162">
                        <a:moveTo>
                          <a:pt x="166973" y="110966"/>
                        </a:moveTo>
                        <a:cubicBezTo>
                          <a:pt x="172879" y="112776"/>
                          <a:pt x="177737" y="116300"/>
                          <a:pt x="182499" y="119729"/>
                        </a:cubicBezTo>
                        <a:cubicBezTo>
                          <a:pt x="198692" y="131540"/>
                          <a:pt x="214884" y="143351"/>
                          <a:pt x="231076" y="155162"/>
                        </a:cubicBezTo>
                        <a:cubicBezTo>
                          <a:pt x="221742" y="143256"/>
                          <a:pt x="212312" y="131445"/>
                          <a:pt x="202978" y="119539"/>
                        </a:cubicBezTo>
                        <a:cubicBezTo>
                          <a:pt x="198596" y="113919"/>
                          <a:pt x="194024" y="108109"/>
                          <a:pt x="193262" y="101536"/>
                        </a:cubicBezTo>
                        <a:cubicBezTo>
                          <a:pt x="191738" y="89249"/>
                          <a:pt x="203454" y="79343"/>
                          <a:pt x="208597" y="68008"/>
                        </a:cubicBezTo>
                        <a:cubicBezTo>
                          <a:pt x="213836" y="56578"/>
                          <a:pt x="212217" y="43339"/>
                          <a:pt x="207169" y="31528"/>
                        </a:cubicBezTo>
                        <a:cubicBezTo>
                          <a:pt x="202501" y="20669"/>
                          <a:pt x="195358" y="9048"/>
                          <a:pt x="186595" y="0"/>
                        </a:cubicBezTo>
                        <a:cubicBezTo>
                          <a:pt x="192119" y="22384"/>
                          <a:pt x="204597" y="44291"/>
                          <a:pt x="191643" y="66484"/>
                        </a:cubicBezTo>
                        <a:cubicBezTo>
                          <a:pt x="187928" y="72866"/>
                          <a:pt x="182404" y="78295"/>
                          <a:pt x="176213" y="83153"/>
                        </a:cubicBezTo>
                        <a:cubicBezTo>
                          <a:pt x="153734" y="100584"/>
                          <a:pt x="122587" y="109156"/>
                          <a:pt x="91345" y="109632"/>
                        </a:cubicBezTo>
                        <a:cubicBezTo>
                          <a:pt x="60103" y="110109"/>
                          <a:pt x="28956" y="103155"/>
                          <a:pt x="0" y="92392"/>
                        </a:cubicBezTo>
                        <a:cubicBezTo>
                          <a:pt x="37529" y="116109"/>
                          <a:pt x="88106" y="124301"/>
                          <a:pt x="132302" y="114014"/>
                        </a:cubicBezTo>
                        <a:cubicBezTo>
                          <a:pt x="143637" y="111347"/>
                          <a:pt x="155734" y="107537"/>
                          <a:pt x="166973" y="11096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94" name="Forme libre : forme 18093">
                    <a:extLst>
                      <a:ext uri="{FF2B5EF4-FFF2-40B4-BE49-F238E27FC236}">
                        <a16:creationId xmlns:a16="http://schemas.microsoft.com/office/drawing/2014/main" id="{E4BC9D29-35B3-45A7-A3A3-E2F8112298E4}"/>
                      </a:ext>
                    </a:extLst>
                  </p:cNvPr>
                  <p:cNvSpPr/>
                  <p:nvPr/>
                </p:nvSpPr>
                <p:spPr>
                  <a:xfrm>
                    <a:off x="1030513" y="5395817"/>
                    <a:ext cx="12191" cy="6667"/>
                  </a:xfrm>
                  <a:custGeom>
                    <a:avLst/>
                    <a:gdLst>
                      <a:gd name="connsiteX0" fmla="*/ 0 w 12191"/>
                      <a:gd name="connsiteY0" fmla="*/ 4286 h 6667"/>
                      <a:gd name="connsiteX1" fmla="*/ 9525 w 12191"/>
                      <a:gd name="connsiteY1" fmla="*/ 6668 h 6667"/>
                      <a:gd name="connsiteX2" fmla="*/ 12192 w 12191"/>
                      <a:gd name="connsiteY2" fmla="*/ 0 h 6667"/>
                      <a:gd name="connsiteX3" fmla="*/ 0 w 12191"/>
                      <a:gd name="connsiteY3" fmla="*/ 4286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191" h="6667">
                        <a:moveTo>
                          <a:pt x="0" y="4286"/>
                        </a:moveTo>
                        <a:lnTo>
                          <a:pt x="9525" y="6668"/>
                        </a:lnTo>
                        <a:cubicBezTo>
                          <a:pt x="11049" y="4667"/>
                          <a:pt x="12192" y="2477"/>
                          <a:pt x="12192" y="0"/>
                        </a:cubicBezTo>
                        <a:cubicBezTo>
                          <a:pt x="8096" y="1429"/>
                          <a:pt x="4096" y="2953"/>
                          <a:pt x="0" y="428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95" name="Forme libre : forme 18094">
                    <a:extLst>
                      <a:ext uri="{FF2B5EF4-FFF2-40B4-BE49-F238E27FC236}">
                        <a16:creationId xmlns:a16="http://schemas.microsoft.com/office/drawing/2014/main" id="{FD7471B4-5136-47F0-B43B-3DC902A35289}"/>
                      </a:ext>
                    </a:extLst>
                  </p:cNvPr>
                  <p:cNvSpPr/>
                  <p:nvPr/>
                </p:nvSpPr>
                <p:spPr>
                  <a:xfrm>
                    <a:off x="1184247" y="5124259"/>
                    <a:ext cx="302343" cy="253174"/>
                  </a:xfrm>
                  <a:custGeom>
                    <a:avLst/>
                    <a:gdLst>
                      <a:gd name="connsiteX0" fmla="*/ 284512 w 302343"/>
                      <a:gd name="connsiteY0" fmla="*/ 166402 h 253174"/>
                      <a:gd name="connsiteX1" fmla="*/ 266700 w 302343"/>
                      <a:gd name="connsiteY1" fmla="*/ 148876 h 253174"/>
                      <a:gd name="connsiteX2" fmla="*/ 275177 w 302343"/>
                      <a:gd name="connsiteY2" fmla="*/ 152305 h 253174"/>
                      <a:gd name="connsiteX3" fmla="*/ 218694 w 302343"/>
                      <a:gd name="connsiteY3" fmla="*/ 127064 h 253174"/>
                      <a:gd name="connsiteX4" fmla="*/ 187262 w 302343"/>
                      <a:gd name="connsiteY4" fmla="*/ 32385 h 253174"/>
                      <a:gd name="connsiteX5" fmla="*/ 163259 w 302343"/>
                      <a:gd name="connsiteY5" fmla="*/ 7144 h 253174"/>
                      <a:gd name="connsiteX6" fmla="*/ 144971 w 302343"/>
                      <a:gd name="connsiteY6" fmla="*/ 0 h 253174"/>
                      <a:gd name="connsiteX7" fmla="*/ 166021 w 302343"/>
                      <a:gd name="connsiteY7" fmla="*/ 18383 h 253174"/>
                      <a:gd name="connsiteX8" fmla="*/ 185642 w 302343"/>
                      <a:gd name="connsiteY8" fmla="*/ 41434 h 253174"/>
                      <a:gd name="connsiteX9" fmla="*/ 205740 w 302343"/>
                      <a:gd name="connsiteY9" fmla="*/ 95441 h 253174"/>
                      <a:gd name="connsiteX10" fmla="*/ 204216 w 302343"/>
                      <a:gd name="connsiteY10" fmla="*/ 127064 h 253174"/>
                      <a:gd name="connsiteX11" fmla="*/ 142304 w 302343"/>
                      <a:gd name="connsiteY11" fmla="*/ 183642 h 253174"/>
                      <a:gd name="connsiteX12" fmla="*/ 47149 w 302343"/>
                      <a:gd name="connsiteY12" fmla="*/ 192024 h 253174"/>
                      <a:gd name="connsiteX13" fmla="*/ 0 w 302343"/>
                      <a:gd name="connsiteY13" fmla="*/ 189452 h 253174"/>
                      <a:gd name="connsiteX14" fmla="*/ 71152 w 302343"/>
                      <a:gd name="connsiteY14" fmla="*/ 197739 h 253174"/>
                      <a:gd name="connsiteX15" fmla="*/ 212503 w 302343"/>
                      <a:gd name="connsiteY15" fmla="*/ 140780 h 253174"/>
                      <a:gd name="connsiteX16" fmla="*/ 217265 w 302343"/>
                      <a:gd name="connsiteY16" fmla="*/ 135541 h 253174"/>
                      <a:gd name="connsiteX17" fmla="*/ 231648 w 302343"/>
                      <a:gd name="connsiteY17" fmla="*/ 136113 h 253174"/>
                      <a:gd name="connsiteX18" fmla="*/ 285941 w 302343"/>
                      <a:gd name="connsiteY18" fmla="*/ 185928 h 253174"/>
                      <a:gd name="connsiteX19" fmla="*/ 289750 w 302343"/>
                      <a:gd name="connsiteY19" fmla="*/ 253175 h 253174"/>
                      <a:gd name="connsiteX20" fmla="*/ 301847 w 302343"/>
                      <a:gd name="connsiteY20" fmla="*/ 194786 h 253174"/>
                      <a:gd name="connsiteX21" fmla="*/ 300895 w 302343"/>
                      <a:gd name="connsiteY21" fmla="*/ 178498 h 253174"/>
                      <a:gd name="connsiteX22" fmla="*/ 288988 w 302343"/>
                      <a:gd name="connsiteY22" fmla="*/ 163354 h 253174"/>
                      <a:gd name="connsiteX23" fmla="*/ 284131 w 302343"/>
                      <a:gd name="connsiteY23" fmla="*/ 164497 h 253174"/>
                      <a:gd name="connsiteX24" fmla="*/ 284512 w 302343"/>
                      <a:gd name="connsiteY24" fmla="*/ 166402 h 253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02343" h="253174">
                        <a:moveTo>
                          <a:pt x="284512" y="166402"/>
                        </a:moveTo>
                        <a:lnTo>
                          <a:pt x="266700" y="148876"/>
                        </a:lnTo>
                        <a:cubicBezTo>
                          <a:pt x="269272" y="150495"/>
                          <a:pt x="272129" y="151543"/>
                          <a:pt x="275177" y="152305"/>
                        </a:cubicBezTo>
                        <a:cubicBezTo>
                          <a:pt x="258604" y="140780"/>
                          <a:pt x="239173" y="132112"/>
                          <a:pt x="218694" y="127064"/>
                        </a:cubicBezTo>
                        <a:cubicBezTo>
                          <a:pt x="217646" y="94298"/>
                          <a:pt x="206788" y="61436"/>
                          <a:pt x="187262" y="32385"/>
                        </a:cubicBezTo>
                        <a:cubicBezTo>
                          <a:pt x="180975" y="22956"/>
                          <a:pt x="173546" y="13716"/>
                          <a:pt x="163259" y="7144"/>
                        </a:cubicBezTo>
                        <a:cubicBezTo>
                          <a:pt x="157829" y="3715"/>
                          <a:pt x="151543" y="858"/>
                          <a:pt x="144971" y="0"/>
                        </a:cubicBezTo>
                        <a:cubicBezTo>
                          <a:pt x="146875" y="6763"/>
                          <a:pt x="160115" y="12954"/>
                          <a:pt x="166021" y="18383"/>
                        </a:cubicBezTo>
                        <a:cubicBezTo>
                          <a:pt x="173641" y="25337"/>
                          <a:pt x="180213" y="33147"/>
                          <a:pt x="185642" y="41434"/>
                        </a:cubicBezTo>
                        <a:cubicBezTo>
                          <a:pt x="196691" y="58103"/>
                          <a:pt x="203454" y="76677"/>
                          <a:pt x="205740" y="95441"/>
                        </a:cubicBezTo>
                        <a:cubicBezTo>
                          <a:pt x="206978" y="106013"/>
                          <a:pt x="206978" y="116777"/>
                          <a:pt x="204216" y="127064"/>
                        </a:cubicBezTo>
                        <a:cubicBezTo>
                          <a:pt x="197072" y="153067"/>
                          <a:pt x="171831" y="173450"/>
                          <a:pt x="142304" y="183642"/>
                        </a:cubicBezTo>
                        <a:cubicBezTo>
                          <a:pt x="112776" y="193834"/>
                          <a:pt x="79438" y="194882"/>
                          <a:pt x="47149" y="192024"/>
                        </a:cubicBezTo>
                        <a:cubicBezTo>
                          <a:pt x="31433" y="190691"/>
                          <a:pt x="15621" y="188405"/>
                          <a:pt x="0" y="189452"/>
                        </a:cubicBezTo>
                        <a:cubicBezTo>
                          <a:pt x="23813" y="191548"/>
                          <a:pt x="47244" y="196501"/>
                          <a:pt x="71152" y="197739"/>
                        </a:cubicBezTo>
                        <a:cubicBezTo>
                          <a:pt x="127063" y="200787"/>
                          <a:pt x="185928" y="180880"/>
                          <a:pt x="212503" y="140780"/>
                        </a:cubicBezTo>
                        <a:cubicBezTo>
                          <a:pt x="213836" y="138875"/>
                          <a:pt x="215075" y="136779"/>
                          <a:pt x="217265" y="135541"/>
                        </a:cubicBezTo>
                        <a:cubicBezTo>
                          <a:pt x="221361" y="133255"/>
                          <a:pt x="226981" y="134493"/>
                          <a:pt x="231648" y="136113"/>
                        </a:cubicBezTo>
                        <a:cubicBezTo>
                          <a:pt x="257080" y="145161"/>
                          <a:pt x="276511" y="164402"/>
                          <a:pt x="285941" y="185928"/>
                        </a:cubicBezTo>
                        <a:cubicBezTo>
                          <a:pt x="295370" y="207455"/>
                          <a:pt x="295561" y="231172"/>
                          <a:pt x="289750" y="253175"/>
                        </a:cubicBezTo>
                        <a:cubicBezTo>
                          <a:pt x="295656" y="234125"/>
                          <a:pt x="299752" y="214503"/>
                          <a:pt x="301847" y="194786"/>
                        </a:cubicBezTo>
                        <a:cubicBezTo>
                          <a:pt x="302419" y="189357"/>
                          <a:pt x="302895" y="183833"/>
                          <a:pt x="300895" y="178498"/>
                        </a:cubicBezTo>
                        <a:cubicBezTo>
                          <a:pt x="298799" y="172688"/>
                          <a:pt x="294037" y="167830"/>
                          <a:pt x="288988" y="163354"/>
                        </a:cubicBezTo>
                        <a:cubicBezTo>
                          <a:pt x="287369" y="163735"/>
                          <a:pt x="285750" y="164211"/>
                          <a:pt x="284131" y="164497"/>
                        </a:cubicBezTo>
                        <a:cubicBezTo>
                          <a:pt x="284417" y="165068"/>
                          <a:pt x="284417" y="165735"/>
                          <a:pt x="284512" y="16640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96" name="Forme libre : forme 18095">
                    <a:extLst>
                      <a:ext uri="{FF2B5EF4-FFF2-40B4-BE49-F238E27FC236}">
                        <a16:creationId xmlns:a16="http://schemas.microsoft.com/office/drawing/2014/main" id="{46978AA1-4BB6-4F37-806F-A57CFE96FBB0}"/>
                      </a:ext>
                    </a:extLst>
                  </p:cNvPr>
                  <p:cNvSpPr/>
                  <p:nvPr/>
                </p:nvSpPr>
                <p:spPr>
                  <a:xfrm>
                    <a:off x="1403893" y="5074443"/>
                    <a:ext cx="133843" cy="103917"/>
                  </a:xfrm>
                  <a:custGeom>
                    <a:avLst/>
                    <a:gdLst>
                      <a:gd name="connsiteX0" fmla="*/ 112204 w 133843"/>
                      <a:gd name="connsiteY0" fmla="*/ 59436 h 103917"/>
                      <a:gd name="connsiteX1" fmla="*/ 99632 w 133843"/>
                      <a:gd name="connsiteY1" fmla="*/ 48863 h 103917"/>
                      <a:gd name="connsiteX2" fmla="*/ 100489 w 133843"/>
                      <a:gd name="connsiteY2" fmla="*/ 44196 h 103917"/>
                      <a:gd name="connsiteX3" fmla="*/ 126587 w 133843"/>
                      <a:gd name="connsiteY3" fmla="*/ 0 h 103917"/>
                      <a:gd name="connsiteX4" fmla="*/ 88202 w 133843"/>
                      <a:gd name="connsiteY4" fmla="*/ 41910 h 103917"/>
                      <a:gd name="connsiteX5" fmla="*/ 0 w 133843"/>
                      <a:gd name="connsiteY5" fmla="*/ 65341 h 103917"/>
                      <a:gd name="connsiteX6" fmla="*/ 56960 w 133843"/>
                      <a:gd name="connsiteY6" fmla="*/ 61722 h 103917"/>
                      <a:gd name="connsiteX7" fmla="*/ 89059 w 133843"/>
                      <a:gd name="connsiteY7" fmla="*/ 57626 h 103917"/>
                      <a:gd name="connsiteX8" fmla="*/ 104204 w 133843"/>
                      <a:gd name="connsiteY8" fmla="*/ 65056 h 103917"/>
                      <a:gd name="connsiteX9" fmla="*/ 131636 w 133843"/>
                      <a:gd name="connsiteY9" fmla="*/ 103917 h 103917"/>
                      <a:gd name="connsiteX10" fmla="*/ 112204 w 133843"/>
                      <a:gd name="connsiteY10" fmla="*/ 59436 h 103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3843" h="103917">
                        <a:moveTo>
                          <a:pt x="112204" y="59436"/>
                        </a:moveTo>
                        <a:cubicBezTo>
                          <a:pt x="106966" y="56674"/>
                          <a:pt x="100298" y="53911"/>
                          <a:pt x="99632" y="48863"/>
                        </a:cubicBezTo>
                        <a:cubicBezTo>
                          <a:pt x="99441" y="47244"/>
                          <a:pt x="99917" y="45720"/>
                          <a:pt x="100489" y="44196"/>
                        </a:cubicBezTo>
                        <a:cubicBezTo>
                          <a:pt x="105251" y="31909"/>
                          <a:pt x="132874" y="13335"/>
                          <a:pt x="126587" y="0"/>
                        </a:cubicBezTo>
                        <a:cubicBezTo>
                          <a:pt x="116872" y="16478"/>
                          <a:pt x="106394" y="30766"/>
                          <a:pt x="88202" y="41910"/>
                        </a:cubicBezTo>
                        <a:cubicBezTo>
                          <a:pt x="63151" y="57245"/>
                          <a:pt x="31528" y="64103"/>
                          <a:pt x="0" y="65341"/>
                        </a:cubicBezTo>
                        <a:cubicBezTo>
                          <a:pt x="19145" y="67723"/>
                          <a:pt x="38767" y="66389"/>
                          <a:pt x="56960" y="61722"/>
                        </a:cubicBezTo>
                        <a:cubicBezTo>
                          <a:pt x="67342" y="58960"/>
                          <a:pt x="78296" y="55150"/>
                          <a:pt x="89059" y="57626"/>
                        </a:cubicBezTo>
                        <a:cubicBezTo>
                          <a:pt x="94679" y="58960"/>
                          <a:pt x="99632" y="62008"/>
                          <a:pt x="104204" y="65056"/>
                        </a:cubicBezTo>
                        <a:cubicBezTo>
                          <a:pt x="119158" y="74866"/>
                          <a:pt x="134398" y="88582"/>
                          <a:pt x="131636" y="103917"/>
                        </a:cubicBezTo>
                        <a:cubicBezTo>
                          <a:pt x="138208" y="88202"/>
                          <a:pt x="129635" y="68580"/>
                          <a:pt x="112204" y="5943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97" name="Forme libre : forme 18096">
                    <a:extLst>
                      <a:ext uri="{FF2B5EF4-FFF2-40B4-BE49-F238E27FC236}">
                        <a16:creationId xmlns:a16="http://schemas.microsoft.com/office/drawing/2014/main" id="{06C30121-1FB5-46D7-82D3-F10C79A70FD3}"/>
                      </a:ext>
                    </a:extLst>
                  </p:cNvPr>
                  <p:cNvSpPr/>
                  <p:nvPr/>
                </p:nvSpPr>
                <p:spPr>
                  <a:xfrm>
                    <a:off x="1459424" y="5224176"/>
                    <a:ext cx="68617" cy="63436"/>
                  </a:xfrm>
                  <a:custGeom>
                    <a:avLst/>
                    <a:gdLst>
                      <a:gd name="connsiteX0" fmla="*/ 68390 w 68617"/>
                      <a:gd name="connsiteY0" fmla="*/ 0 h 63436"/>
                      <a:gd name="connsiteX1" fmla="*/ 45720 w 68617"/>
                      <a:gd name="connsiteY1" fmla="*/ 37434 h 63436"/>
                      <a:gd name="connsiteX2" fmla="*/ 21241 w 68617"/>
                      <a:gd name="connsiteY2" fmla="*/ 52197 h 63436"/>
                      <a:gd name="connsiteX3" fmla="*/ 0 w 68617"/>
                      <a:gd name="connsiteY3" fmla="*/ 52388 h 63436"/>
                      <a:gd name="connsiteX4" fmla="*/ 13907 w 68617"/>
                      <a:gd name="connsiteY4" fmla="*/ 63246 h 63436"/>
                      <a:gd name="connsiteX5" fmla="*/ 14097 w 68617"/>
                      <a:gd name="connsiteY5" fmla="*/ 63437 h 63436"/>
                      <a:gd name="connsiteX6" fmla="*/ 53721 w 68617"/>
                      <a:gd name="connsiteY6" fmla="*/ 42006 h 63436"/>
                      <a:gd name="connsiteX7" fmla="*/ 68390 w 68617"/>
                      <a:gd name="connsiteY7" fmla="*/ 0 h 63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8617" h="63436">
                        <a:moveTo>
                          <a:pt x="68390" y="0"/>
                        </a:moveTo>
                        <a:cubicBezTo>
                          <a:pt x="64675" y="13907"/>
                          <a:pt x="56769" y="26861"/>
                          <a:pt x="45720" y="37434"/>
                        </a:cubicBezTo>
                        <a:cubicBezTo>
                          <a:pt x="39053" y="43815"/>
                          <a:pt x="30956" y="49435"/>
                          <a:pt x="21241" y="52197"/>
                        </a:cubicBezTo>
                        <a:cubicBezTo>
                          <a:pt x="14478" y="54103"/>
                          <a:pt x="6858" y="54197"/>
                          <a:pt x="0" y="52388"/>
                        </a:cubicBezTo>
                        <a:cubicBezTo>
                          <a:pt x="4858" y="55722"/>
                          <a:pt x="9525" y="59341"/>
                          <a:pt x="13907" y="63246"/>
                        </a:cubicBezTo>
                        <a:cubicBezTo>
                          <a:pt x="14002" y="63341"/>
                          <a:pt x="14002" y="63341"/>
                          <a:pt x="14097" y="63437"/>
                        </a:cubicBezTo>
                        <a:cubicBezTo>
                          <a:pt x="29813" y="60103"/>
                          <a:pt x="44005" y="52578"/>
                          <a:pt x="53721" y="42006"/>
                        </a:cubicBezTo>
                        <a:cubicBezTo>
                          <a:pt x="64484" y="30195"/>
                          <a:pt x="69818" y="14954"/>
                          <a:pt x="6839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98" name="Forme libre : forme 18097">
                    <a:extLst>
                      <a:ext uri="{FF2B5EF4-FFF2-40B4-BE49-F238E27FC236}">
                        <a16:creationId xmlns:a16="http://schemas.microsoft.com/office/drawing/2014/main" id="{C93FE3E3-6883-4E0D-A386-41F7D34C550E}"/>
                      </a:ext>
                    </a:extLst>
                  </p:cNvPr>
                  <p:cNvSpPr/>
                  <p:nvPr/>
                </p:nvSpPr>
                <p:spPr>
                  <a:xfrm>
                    <a:off x="1450852" y="5273135"/>
                    <a:ext cx="22479" cy="17526"/>
                  </a:xfrm>
                  <a:custGeom>
                    <a:avLst/>
                    <a:gdLst>
                      <a:gd name="connsiteX0" fmla="*/ 8477 w 22479"/>
                      <a:gd name="connsiteY0" fmla="*/ 3429 h 17526"/>
                      <a:gd name="connsiteX1" fmla="*/ 0 w 22479"/>
                      <a:gd name="connsiteY1" fmla="*/ 0 h 17526"/>
                      <a:gd name="connsiteX2" fmla="*/ 17812 w 22479"/>
                      <a:gd name="connsiteY2" fmla="*/ 17526 h 17526"/>
                      <a:gd name="connsiteX3" fmla="*/ 17621 w 22479"/>
                      <a:gd name="connsiteY3" fmla="*/ 15526 h 17526"/>
                      <a:gd name="connsiteX4" fmla="*/ 22479 w 22479"/>
                      <a:gd name="connsiteY4" fmla="*/ 14383 h 17526"/>
                      <a:gd name="connsiteX5" fmla="*/ 22288 w 22479"/>
                      <a:gd name="connsiteY5" fmla="*/ 14192 h 17526"/>
                      <a:gd name="connsiteX6" fmla="*/ 8477 w 22479"/>
                      <a:gd name="connsiteY6" fmla="*/ 3429 h 17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479" h="17526">
                        <a:moveTo>
                          <a:pt x="8477" y="3429"/>
                        </a:moveTo>
                        <a:cubicBezTo>
                          <a:pt x="5429" y="2667"/>
                          <a:pt x="2572" y="1620"/>
                          <a:pt x="0" y="0"/>
                        </a:cubicBezTo>
                        <a:lnTo>
                          <a:pt x="17812" y="17526"/>
                        </a:lnTo>
                        <a:cubicBezTo>
                          <a:pt x="17717" y="16859"/>
                          <a:pt x="17717" y="16193"/>
                          <a:pt x="17621" y="15526"/>
                        </a:cubicBezTo>
                        <a:cubicBezTo>
                          <a:pt x="19336" y="15240"/>
                          <a:pt x="20860" y="14764"/>
                          <a:pt x="22479" y="14383"/>
                        </a:cubicBezTo>
                        <a:cubicBezTo>
                          <a:pt x="22384" y="14288"/>
                          <a:pt x="22384" y="14288"/>
                          <a:pt x="22288" y="14192"/>
                        </a:cubicBezTo>
                        <a:cubicBezTo>
                          <a:pt x="18097" y="10383"/>
                          <a:pt x="13430" y="6763"/>
                          <a:pt x="8477" y="342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099" name="Forme libre : forme 18098">
                    <a:extLst>
                      <a:ext uri="{FF2B5EF4-FFF2-40B4-BE49-F238E27FC236}">
                        <a16:creationId xmlns:a16="http://schemas.microsoft.com/office/drawing/2014/main" id="{FD465D65-307E-4D44-94E3-7A1F2B983078}"/>
                      </a:ext>
                    </a:extLst>
                  </p:cNvPr>
                  <p:cNvSpPr/>
                  <p:nvPr/>
                </p:nvSpPr>
                <p:spPr>
                  <a:xfrm>
                    <a:off x="1128145" y="5378005"/>
                    <a:ext cx="82010" cy="40658"/>
                  </a:xfrm>
                  <a:custGeom>
                    <a:avLst/>
                    <a:gdLst>
                      <a:gd name="connsiteX0" fmla="*/ 31528 w 82010"/>
                      <a:gd name="connsiteY0" fmla="*/ 0 h 40658"/>
                      <a:gd name="connsiteX1" fmla="*/ 0 w 82010"/>
                      <a:gd name="connsiteY1" fmla="*/ 34862 h 40658"/>
                      <a:gd name="connsiteX2" fmla="*/ 35242 w 82010"/>
                      <a:gd name="connsiteY2" fmla="*/ 15430 h 40658"/>
                      <a:gd name="connsiteX3" fmla="*/ 82010 w 82010"/>
                      <a:gd name="connsiteY3" fmla="*/ 40386 h 40658"/>
                      <a:gd name="connsiteX4" fmla="*/ 50863 w 82010"/>
                      <a:gd name="connsiteY4" fmla="*/ 25908 h 40658"/>
                      <a:gd name="connsiteX5" fmla="*/ 31528 w 82010"/>
                      <a:gd name="connsiteY5" fmla="*/ 0 h 40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2010" h="40658">
                        <a:moveTo>
                          <a:pt x="31528" y="0"/>
                        </a:moveTo>
                        <a:cubicBezTo>
                          <a:pt x="31813" y="16764"/>
                          <a:pt x="15335" y="27241"/>
                          <a:pt x="0" y="34862"/>
                        </a:cubicBezTo>
                        <a:cubicBezTo>
                          <a:pt x="6191" y="33624"/>
                          <a:pt x="38005" y="22670"/>
                          <a:pt x="35242" y="15430"/>
                        </a:cubicBezTo>
                        <a:cubicBezTo>
                          <a:pt x="41338" y="31337"/>
                          <a:pt x="62389" y="42577"/>
                          <a:pt x="82010" y="40386"/>
                        </a:cubicBezTo>
                        <a:cubicBezTo>
                          <a:pt x="70009" y="39529"/>
                          <a:pt x="58960" y="33528"/>
                          <a:pt x="50863" y="25908"/>
                        </a:cubicBezTo>
                        <a:cubicBezTo>
                          <a:pt x="42672" y="18193"/>
                          <a:pt x="37052" y="9049"/>
                          <a:pt x="31528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00" name="Forme libre : forme 18099">
                    <a:extLst>
                      <a:ext uri="{FF2B5EF4-FFF2-40B4-BE49-F238E27FC236}">
                        <a16:creationId xmlns:a16="http://schemas.microsoft.com/office/drawing/2014/main" id="{9571DE61-9C4B-4869-B4F9-A98863A26096}"/>
                      </a:ext>
                    </a:extLst>
                  </p:cNvPr>
                  <p:cNvSpPr/>
                  <p:nvPr/>
                </p:nvSpPr>
                <p:spPr>
                  <a:xfrm>
                    <a:off x="1247779" y="5437640"/>
                    <a:ext cx="187261" cy="43616"/>
                  </a:xfrm>
                  <a:custGeom>
                    <a:avLst/>
                    <a:gdLst>
                      <a:gd name="connsiteX0" fmla="*/ 119825 w 187261"/>
                      <a:gd name="connsiteY0" fmla="*/ 25233 h 43616"/>
                      <a:gd name="connsiteX1" fmla="*/ 128778 w 187261"/>
                      <a:gd name="connsiteY1" fmla="*/ 23899 h 43616"/>
                      <a:gd name="connsiteX2" fmla="*/ 187262 w 187261"/>
                      <a:gd name="connsiteY2" fmla="*/ 87 h 43616"/>
                      <a:gd name="connsiteX3" fmla="*/ 161734 w 187261"/>
                      <a:gd name="connsiteY3" fmla="*/ 8754 h 43616"/>
                      <a:gd name="connsiteX4" fmla="*/ 125635 w 187261"/>
                      <a:gd name="connsiteY4" fmla="*/ 17803 h 43616"/>
                      <a:gd name="connsiteX5" fmla="*/ 89059 w 187261"/>
                      <a:gd name="connsiteY5" fmla="*/ 21518 h 43616"/>
                      <a:gd name="connsiteX6" fmla="*/ 62865 w 187261"/>
                      <a:gd name="connsiteY6" fmla="*/ 15136 h 43616"/>
                      <a:gd name="connsiteX7" fmla="*/ 0 w 187261"/>
                      <a:gd name="connsiteY7" fmla="*/ 1801 h 43616"/>
                      <a:gd name="connsiteX8" fmla="*/ 102013 w 187261"/>
                      <a:gd name="connsiteY8" fmla="*/ 32091 h 43616"/>
                      <a:gd name="connsiteX9" fmla="*/ 100298 w 187261"/>
                      <a:gd name="connsiteY9" fmla="*/ 41902 h 43616"/>
                      <a:gd name="connsiteX10" fmla="*/ 107252 w 187261"/>
                      <a:gd name="connsiteY10" fmla="*/ 43616 h 43616"/>
                      <a:gd name="connsiteX11" fmla="*/ 114300 w 187261"/>
                      <a:gd name="connsiteY11" fmla="*/ 30948 h 43616"/>
                      <a:gd name="connsiteX12" fmla="*/ 119825 w 187261"/>
                      <a:gd name="connsiteY12" fmla="*/ 25233 h 43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7261" h="43616">
                        <a:moveTo>
                          <a:pt x="119825" y="25233"/>
                        </a:moveTo>
                        <a:cubicBezTo>
                          <a:pt x="122492" y="23995"/>
                          <a:pt x="125730" y="23995"/>
                          <a:pt x="128778" y="23899"/>
                        </a:cubicBezTo>
                        <a:cubicBezTo>
                          <a:pt x="149733" y="23328"/>
                          <a:pt x="175546" y="14946"/>
                          <a:pt x="187262" y="87"/>
                        </a:cubicBezTo>
                        <a:cubicBezTo>
                          <a:pt x="179261" y="-866"/>
                          <a:pt x="169069" y="6278"/>
                          <a:pt x="161734" y="8754"/>
                        </a:cubicBezTo>
                        <a:cubicBezTo>
                          <a:pt x="150114" y="12660"/>
                          <a:pt x="137827" y="15231"/>
                          <a:pt x="125635" y="17803"/>
                        </a:cubicBezTo>
                        <a:cubicBezTo>
                          <a:pt x="113729" y="20280"/>
                          <a:pt x="101441" y="22852"/>
                          <a:pt x="89059" y="21518"/>
                        </a:cubicBezTo>
                        <a:cubicBezTo>
                          <a:pt x="80105" y="20565"/>
                          <a:pt x="71533" y="17613"/>
                          <a:pt x="62865" y="15136"/>
                        </a:cubicBezTo>
                        <a:cubicBezTo>
                          <a:pt x="42386" y="9136"/>
                          <a:pt x="21146" y="5516"/>
                          <a:pt x="0" y="1801"/>
                        </a:cubicBezTo>
                        <a:cubicBezTo>
                          <a:pt x="32004" y="16280"/>
                          <a:pt x="66580" y="26566"/>
                          <a:pt x="102013" y="32091"/>
                        </a:cubicBezTo>
                        <a:cubicBezTo>
                          <a:pt x="101156" y="35330"/>
                          <a:pt x="100679" y="38568"/>
                          <a:pt x="100298" y="41902"/>
                        </a:cubicBezTo>
                        <a:lnTo>
                          <a:pt x="107252" y="43616"/>
                        </a:lnTo>
                        <a:cubicBezTo>
                          <a:pt x="109442" y="39330"/>
                          <a:pt x="111728" y="35139"/>
                          <a:pt x="114300" y="30948"/>
                        </a:cubicBezTo>
                        <a:cubicBezTo>
                          <a:pt x="115729" y="28757"/>
                          <a:pt x="117253" y="26471"/>
                          <a:pt x="119825" y="2523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01" name="Forme libre : forme 18100">
                    <a:extLst>
                      <a:ext uri="{FF2B5EF4-FFF2-40B4-BE49-F238E27FC236}">
                        <a16:creationId xmlns:a16="http://schemas.microsoft.com/office/drawing/2014/main" id="{CCBB709E-CF74-4AF8-82B1-3BA0B0B2430E}"/>
                      </a:ext>
                    </a:extLst>
                  </p:cNvPr>
                  <p:cNvSpPr/>
                  <p:nvPr/>
                </p:nvSpPr>
                <p:spPr>
                  <a:xfrm>
                    <a:off x="1644590" y="5238940"/>
                    <a:ext cx="132111" cy="126682"/>
                  </a:xfrm>
                  <a:custGeom>
                    <a:avLst/>
                    <a:gdLst>
                      <a:gd name="connsiteX0" fmla="*/ 132112 w 132111"/>
                      <a:gd name="connsiteY0" fmla="*/ 126682 h 126682"/>
                      <a:gd name="connsiteX1" fmla="*/ 99632 w 132111"/>
                      <a:gd name="connsiteY1" fmla="*/ 67437 h 126682"/>
                      <a:gd name="connsiteX2" fmla="*/ 82010 w 132111"/>
                      <a:gd name="connsiteY2" fmla="*/ 52768 h 126682"/>
                      <a:gd name="connsiteX3" fmla="*/ 64103 w 132111"/>
                      <a:gd name="connsiteY3" fmla="*/ 0 h 126682"/>
                      <a:gd name="connsiteX4" fmla="*/ 31909 w 132111"/>
                      <a:gd name="connsiteY4" fmla="*/ 22003 h 126682"/>
                      <a:gd name="connsiteX5" fmla="*/ 0 w 132111"/>
                      <a:gd name="connsiteY5" fmla="*/ 25146 h 126682"/>
                      <a:gd name="connsiteX6" fmla="*/ 21336 w 132111"/>
                      <a:gd name="connsiteY6" fmla="*/ 32575 h 126682"/>
                      <a:gd name="connsiteX7" fmla="*/ 55245 w 132111"/>
                      <a:gd name="connsiteY7" fmla="*/ 44291 h 126682"/>
                      <a:gd name="connsiteX8" fmla="*/ 132112 w 132111"/>
                      <a:gd name="connsiteY8" fmla="*/ 126682 h 126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2111" h="126682">
                        <a:moveTo>
                          <a:pt x="132112" y="126682"/>
                        </a:moveTo>
                        <a:cubicBezTo>
                          <a:pt x="129921" y="104775"/>
                          <a:pt x="118205" y="83439"/>
                          <a:pt x="99632" y="67437"/>
                        </a:cubicBezTo>
                        <a:cubicBezTo>
                          <a:pt x="93821" y="62484"/>
                          <a:pt x="87439" y="58007"/>
                          <a:pt x="82010" y="52768"/>
                        </a:cubicBezTo>
                        <a:cubicBezTo>
                          <a:pt x="66961" y="38385"/>
                          <a:pt x="60198" y="18383"/>
                          <a:pt x="64103" y="0"/>
                        </a:cubicBezTo>
                        <a:cubicBezTo>
                          <a:pt x="58960" y="11239"/>
                          <a:pt x="45815" y="18764"/>
                          <a:pt x="31909" y="22003"/>
                        </a:cubicBezTo>
                        <a:cubicBezTo>
                          <a:pt x="21526" y="24384"/>
                          <a:pt x="10573" y="24479"/>
                          <a:pt x="0" y="25146"/>
                        </a:cubicBezTo>
                        <a:cubicBezTo>
                          <a:pt x="6287" y="28956"/>
                          <a:pt x="13907" y="30480"/>
                          <a:pt x="21336" y="32575"/>
                        </a:cubicBezTo>
                        <a:cubicBezTo>
                          <a:pt x="32957" y="35814"/>
                          <a:pt x="44672" y="39148"/>
                          <a:pt x="55245" y="44291"/>
                        </a:cubicBezTo>
                        <a:cubicBezTo>
                          <a:pt x="91440" y="62198"/>
                          <a:pt x="107347" y="98203"/>
                          <a:pt x="132112" y="12668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02" name="Forme libre : forme 18101">
                    <a:extLst>
                      <a:ext uri="{FF2B5EF4-FFF2-40B4-BE49-F238E27FC236}">
                        <a16:creationId xmlns:a16="http://schemas.microsoft.com/office/drawing/2014/main" id="{C8F8B433-5C46-469E-869E-2EAAE64BD203}"/>
                      </a:ext>
                    </a:extLst>
                  </p:cNvPr>
                  <p:cNvSpPr/>
                  <p:nvPr/>
                </p:nvSpPr>
                <p:spPr>
                  <a:xfrm>
                    <a:off x="1625350" y="5097113"/>
                    <a:ext cx="197739" cy="81724"/>
                  </a:xfrm>
                  <a:custGeom>
                    <a:avLst/>
                    <a:gdLst>
                      <a:gd name="connsiteX0" fmla="*/ 29908 w 197739"/>
                      <a:gd name="connsiteY0" fmla="*/ 28956 h 81724"/>
                      <a:gd name="connsiteX1" fmla="*/ 0 w 197739"/>
                      <a:gd name="connsiteY1" fmla="*/ 23717 h 81724"/>
                      <a:gd name="connsiteX2" fmla="*/ 46387 w 197739"/>
                      <a:gd name="connsiteY2" fmla="*/ 42958 h 81724"/>
                      <a:gd name="connsiteX3" fmla="*/ 81344 w 197739"/>
                      <a:gd name="connsiteY3" fmla="*/ 81725 h 81724"/>
                      <a:gd name="connsiteX4" fmla="*/ 95536 w 197739"/>
                      <a:gd name="connsiteY4" fmla="*/ 62198 h 81724"/>
                      <a:gd name="connsiteX5" fmla="*/ 197739 w 197739"/>
                      <a:gd name="connsiteY5" fmla="*/ 0 h 81724"/>
                      <a:gd name="connsiteX6" fmla="*/ 119729 w 197739"/>
                      <a:gd name="connsiteY6" fmla="*/ 37624 h 81724"/>
                      <a:gd name="connsiteX7" fmla="*/ 29908 w 197739"/>
                      <a:gd name="connsiteY7" fmla="*/ 28956 h 81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7739" h="81724">
                        <a:moveTo>
                          <a:pt x="29908" y="28956"/>
                        </a:moveTo>
                        <a:cubicBezTo>
                          <a:pt x="20288" y="24289"/>
                          <a:pt x="10858" y="19241"/>
                          <a:pt x="0" y="23717"/>
                        </a:cubicBezTo>
                        <a:cubicBezTo>
                          <a:pt x="6477" y="32671"/>
                          <a:pt x="34576" y="35909"/>
                          <a:pt x="46387" y="42958"/>
                        </a:cubicBezTo>
                        <a:cubicBezTo>
                          <a:pt x="62389" y="52578"/>
                          <a:pt x="75152" y="66199"/>
                          <a:pt x="81344" y="81725"/>
                        </a:cubicBezTo>
                        <a:cubicBezTo>
                          <a:pt x="82106" y="73914"/>
                          <a:pt x="88583" y="67437"/>
                          <a:pt x="95536" y="62198"/>
                        </a:cubicBezTo>
                        <a:cubicBezTo>
                          <a:pt x="127349" y="38671"/>
                          <a:pt x="175450" y="30289"/>
                          <a:pt x="197739" y="0"/>
                        </a:cubicBezTo>
                        <a:cubicBezTo>
                          <a:pt x="175546" y="17145"/>
                          <a:pt x="149352" y="31242"/>
                          <a:pt x="119729" y="37624"/>
                        </a:cubicBezTo>
                        <a:cubicBezTo>
                          <a:pt x="90107" y="44101"/>
                          <a:pt x="56960" y="42005"/>
                          <a:pt x="29908" y="2895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03" name="Forme libre : forme 18102">
                    <a:extLst>
                      <a:ext uri="{FF2B5EF4-FFF2-40B4-BE49-F238E27FC236}">
                        <a16:creationId xmlns:a16="http://schemas.microsoft.com/office/drawing/2014/main" id="{BA0C0810-DFE3-41EC-A69F-FC968069D602}"/>
                      </a:ext>
                    </a:extLst>
                  </p:cNvPr>
                  <p:cNvSpPr/>
                  <p:nvPr/>
                </p:nvSpPr>
                <p:spPr>
                  <a:xfrm>
                    <a:off x="1634303" y="5416010"/>
                    <a:ext cx="192404" cy="73690"/>
                  </a:xfrm>
                  <a:custGeom>
                    <a:avLst/>
                    <a:gdLst>
                      <a:gd name="connsiteX0" fmla="*/ 120682 w 192404"/>
                      <a:gd name="connsiteY0" fmla="*/ 0 h 73690"/>
                      <a:gd name="connsiteX1" fmla="*/ 69723 w 192404"/>
                      <a:gd name="connsiteY1" fmla="*/ 42291 h 73690"/>
                      <a:gd name="connsiteX2" fmla="*/ 0 w 192404"/>
                      <a:gd name="connsiteY2" fmla="*/ 62389 h 73690"/>
                      <a:gd name="connsiteX3" fmla="*/ 98584 w 192404"/>
                      <a:gd name="connsiteY3" fmla="*/ 42101 h 73690"/>
                      <a:gd name="connsiteX4" fmla="*/ 109252 w 192404"/>
                      <a:gd name="connsiteY4" fmla="*/ 39624 h 73690"/>
                      <a:gd name="connsiteX5" fmla="*/ 118396 w 192404"/>
                      <a:gd name="connsiteY5" fmla="*/ 46958 h 73690"/>
                      <a:gd name="connsiteX6" fmla="*/ 192405 w 192404"/>
                      <a:gd name="connsiteY6" fmla="*/ 72485 h 73690"/>
                      <a:gd name="connsiteX7" fmla="*/ 128016 w 192404"/>
                      <a:gd name="connsiteY7" fmla="*/ 34862 h 73690"/>
                      <a:gd name="connsiteX8" fmla="*/ 120682 w 192404"/>
                      <a:gd name="connsiteY8" fmla="*/ 0 h 73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2404" h="73690">
                        <a:moveTo>
                          <a:pt x="120682" y="0"/>
                        </a:moveTo>
                        <a:cubicBezTo>
                          <a:pt x="120015" y="14764"/>
                          <a:pt x="82867" y="35529"/>
                          <a:pt x="69723" y="42291"/>
                        </a:cubicBezTo>
                        <a:cubicBezTo>
                          <a:pt x="48292" y="53340"/>
                          <a:pt x="24860" y="59150"/>
                          <a:pt x="0" y="62389"/>
                        </a:cubicBezTo>
                        <a:cubicBezTo>
                          <a:pt x="23241" y="74486"/>
                          <a:pt x="78391" y="51626"/>
                          <a:pt x="98584" y="42101"/>
                        </a:cubicBezTo>
                        <a:cubicBezTo>
                          <a:pt x="101822" y="40577"/>
                          <a:pt x="105442" y="38862"/>
                          <a:pt x="109252" y="39624"/>
                        </a:cubicBezTo>
                        <a:cubicBezTo>
                          <a:pt x="113443" y="40481"/>
                          <a:pt x="116015" y="44005"/>
                          <a:pt x="118396" y="46958"/>
                        </a:cubicBezTo>
                        <a:cubicBezTo>
                          <a:pt x="134207" y="66770"/>
                          <a:pt x="165163" y="77438"/>
                          <a:pt x="192405" y="72485"/>
                        </a:cubicBezTo>
                        <a:cubicBezTo>
                          <a:pt x="177355" y="54293"/>
                          <a:pt x="142684" y="53340"/>
                          <a:pt x="128016" y="34862"/>
                        </a:cubicBezTo>
                        <a:cubicBezTo>
                          <a:pt x="119920" y="24765"/>
                          <a:pt x="120205" y="11906"/>
                          <a:pt x="12068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04" name="Forme libre : forme 18103">
                    <a:extLst>
                      <a:ext uri="{FF2B5EF4-FFF2-40B4-BE49-F238E27FC236}">
                        <a16:creationId xmlns:a16="http://schemas.microsoft.com/office/drawing/2014/main" id="{B8F0FB74-FFC0-40BC-99DE-9AC63FC3E2A6}"/>
                      </a:ext>
                    </a:extLst>
                  </p:cNvPr>
                  <p:cNvSpPr/>
                  <p:nvPr/>
                </p:nvSpPr>
                <p:spPr>
                  <a:xfrm>
                    <a:off x="1898431" y="5352500"/>
                    <a:ext cx="98393" cy="80464"/>
                  </a:xfrm>
                  <a:custGeom>
                    <a:avLst/>
                    <a:gdLst>
                      <a:gd name="connsiteX0" fmla="*/ 70675 w 98393"/>
                      <a:gd name="connsiteY0" fmla="*/ 8837 h 80464"/>
                      <a:gd name="connsiteX1" fmla="*/ 66294 w 98393"/>
                      <a:gd name="connsiteY1" fmla="*/ 15028 h 80464"/>
                      <a:gd name="connsiteX2" fmla="*/ 49435 w 98393"/>
                      <a:gd name="connsiteY2" fmla="*/ 17219 h 80464"/>
                      <a:gd name="connsiteX3" fmla="*/ 33338 w 98393"/>
                      <a:gd name="connsiteY3" fmla="*/ 10266 h 80464"/>
                      <a:gd name="connsiteX4" fmla="*/ 0 w 98393"/>
                      <a:gd name="connsiteY4" fmla="*/ 931 h 80464"/>
                      <a:gd name="connsiteX5" fmla="*/ 55436 w 98393"/>
                      <a:gd name="connsiteY5" fmla="*/ 29982 h 80464"/>
                      <a:gd name="connsiteX6" fmla="*/ 69723 w 98393"/>
                      <a:gd name="connsiteY6" fmla="*/ 44175 h 80464"/>
                      <a:gd name="connsiteX7" fmla="*/ 75629 w 98393"/>
                      <a:gd name="connsiteY7" fmla="*/ 64748 h 80464"/>
                      <a:gd name="connsiteX8" fmla="*/ 75819 w 98393"/>
                      <a:gd name="connsiteY8" fmla="*/ 80465 h 80464"/>
                      <a:gd name="connsiteX9" fmla="*/ 82296 w 98393"/>
                      <a:gd name="connsiteY9" fmla="*/ 57605 h 80464"/>
                      <a:gd name="connsiteX10" fmla="*/ 98393 w 98393"/>
                      <a:gd name="connsiteY10" fmla="*/ 67701 h 80464"/>
                      <a:gd name="connsiteX11" fmla="*/ 71438 w 98393"/>
                      <a:gd name="connsiteY11" fmla="*/ 15123 h 80464"/>
                      <a:gd name="connsiteX12" fmla="*/ 70675 w 98393"/>
                      <a:gd name="connsiteY12" fmla="*/ 8837 h 80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8393" h="80464">
                        <a:moveTo>
                          <a:pt x="70675" y="8837"/>
                        </a:moveTo>
                        <a:cubicBezTo>
                          <a:pt x="69723" y="11122"/>
                          <a:pt x="68485" y="13408"/>
                          <a:pt x="66294" y="15028"/>
                        </a:cubicBezTo>
                        <a:cubicBezTo>
                          <a:pt x="62008" y="18362"/>
                          <a:pt x="55245" y="18648"/>
                          <a:pt x="49435" y="17219"/>
                        </a:cubicBezTo>
                        <a:cubicBezTo>
                          <a:pt x="43625" y="15790"/>
                          <a:pt x="38481" y="12837"/>
                          <a:pt x="33338" y="10266"/>
                        </a:cubicBezTo>
                        <a:cubicBezTo>
                          <a:pt x="23908" y="5503"/>
                          <a:pt x="10382" y="-2784"/>
                          <a:pt x="0" y="931"/>
                        </a:cubicBezTo>
                        <a:cubicBezTo>
                          <a:pt x="19907" y="9027"/>
                          <a:pt x="38767" y="17409"/>
                          <a:pt x="55436" y="29982"/>
                        </a:cubicBezTo>
                        <a:cubicBezTo>
                          <a:pt x="60960" y="34173"/>
                          <a:pt x="66294" y="38745"/>
                          <a:pt x="69723" y="44175"/>
                        </a:cubicBezTo>
                        <a:cubicBezTo>
                          <a:pt x="73724" y="50461"/>
                          <a:pt x="75057" y="57700"/>
                          <a:pt x="75629" y="64748"/>
                        </a:cubicBezTo>
                        <a:cubicBezTo>
                          <a:pt x="76105" y="69987"/>
                          <a:pt x="76105" y="75226"/>
                          <a:pt x="75819" y="80465"/>
                        </a:cubicBezTo>
                        <a:cubicBezTo>
                          <a:pt x="77343" y="72654"/>
                          <a:pt x="79439" y="65034"/>
                          <a:pt x="82296" y="57605"/>
                        </a:cubicBezTo>
                        <a:cubicBezTo>
                          <a:pt x="88487" y="59795"/>
                          <a:pt x="94012" y="63320"/>
                          <a:pt x="98393" y="67701"/>
                        </a:cubicBezTo>
                        <a:cubicBezTo>
                          <a:pt x="84677" y="52080"/>
                          <a:pt x="74676" y="34078"/>
                          <a:pt x="71438" y="15123"/>
                        </a:cubicBezTo>
                        <a:cubicBezTo>
                          <a:pt x="71152" y="13028"/>
                          <a:pt x="70866" y="10932"/>
                          <a:pt x="70675" y="883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05" name="Forme libre : forme 18104">
                    <a:extLst>
                      <a:ext uri="{FF2B5EF4-FFF2-40B4-BE49-F238E27FC236}">
                        <a16:creationId xmlns:a16="http://schemas.microsoft.com/office/drawing/2014/main" id="{36A8B0ED-2C7F-46C9-9725-B9207051CEF4}"/>
                      </a:ext>
                    </a:extLst>
                  </p:cNvPr>
                  <p:cNvSpPr/>
                  <p:nvPr/>
                </p:nvSpPr>
                <p:spPr>
                  <a:xfrm>
                    <a:off x="1972250" y="5432964"/>
                    <a:ext cx="2095" cy="16382"/>
                  </a:xfrm>
                  <a:custGeom>
                    <a:avLst/>
                    <a:gdLst>
                      <a:gd name="connsiteX0" fmla="*/ 2096 w 2095"/>
                      <a:gd name="connsiteY0" fmla="*/ 0 h 16382"/>
                      <a:gd name="connsiteX1" fmla="*/ 0 w 2095"/>
                      <a:gd name="connsiteY1" fmla="*/ 16383 h 16382"/>
                      <a:gd name="connsiteX2" fmla="*/ 2096 w 2095"/>
                      <a:gd name="connsiteY2" fmla="*/ 0 h 16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95" h="16382">
                        <a:moveTo>
                          <a:pt x="2096" y="0"/>
                        </a:moveTo>
                        <a:cubicBezTo>
                          <a:pt x="1048" y="5429"/>
                          <a:pt x="286" y="10859"/>
                          <a:pt x="0" y="16383"/>
                        </a:cubicBezTo>
                        <a:cubicBezTo>
                          <a:pt x="1048" y="10953"/>
                          <a:pt x="1810" y="5524"/>
                          <a:pt x="2096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06" name="Forme libre : forme 18105">
                    <a:extLst>
                      <a:ext uri="{FF2B5EF4-FFF2-40B4-BE49-F238E27FC236}">
                        <a16:creationId xmlns:a16="http://schemas.microsoft.com/office/drawing/2014/main" id="{578C527C-C61A-4BEC-94AB-636EA94130F0}"/>
                      </a:ext>
                    </a:extLst>
                  </p:cNvPr>
                  <p:cNvSpPr/>
                  <p:nvPr/>
                </p:nvSpPr>
                <p:spPr>
                  <a:xfrm>
                    <a:off x="1968831" y="5313044"/>
                    <a:ext cx="13324" cy="48291"/>
                  </a:xfrm>
                  <a:custGeom>
                    <a:avLst/>
                    <a:gdLst>
                      <a:gd name="connsiteX0" fmla="*/ 13325 w 13324"/>
                      <a:gd name="connsiteY0" fmla="*/ 0 h 48291"/>
                      <a:gd name="connsiteX1" fmla="*/ 275 w 13324"/>
                      <a:gd name="connsiteY1" fmla="*/ 48292 h 48291"/>
                      <a:gd name="connsiteX2" fmla="*/ 1800 w 13324"/>
                      <a:gd name="connsiteY2" fmla="*/ 44005 h 48291"/>
                      <a:gd name="connsiteX3" fmla="*/ 13325 w 13324"/>
                      <a:gd name="connsiteY3" fmla="*/ 0 h 48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24" h="48291">
                        <a:moveTo>
                          <a:pt x="13325" y="0"/>
                        </a:moveTo>
                        <a:cubicBezTo>
                          <a:pt x="2943" y="14192"/>
                          <a:pt x="-1153" y="31338"/>
                          <a:pt x="275" y="48292"/>
                        </a:cubicBezTo>
                        <a:cubicBezTo>
                          <a:pt x="847" y="46863"/>
                          <a:pt x="1323" y="45434"/>
                          <a:pt x="1800" y="44005"/>
                        </a:cubicBezTo>
                        <a:cubicBezTo>
                          <a:pt x="6181" y="29433"/>
                          <a:pt x="9991" y="14764"/>
                          <a:pt x="13325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07" name="Forme libre : forme 18106">
                    <a:extLst>
                      <a:ext uri="{FF2B5EF4-FFF2-40B4-BE49-F238E27FC236}">
                        <a16:creationId xmlns:a16="http://schemas.microsoft.com/office/drawing/2014/main" id="{DBEFBD77-FB5C-4679-800C-2C11C95B3962}"/>
                      </a:ext>
                    </a:extLst>
                  </p:cNvPr>
                  <p:cNvSpPr/>
                  <p:nvPr/>
                </p:nvSpPr>
                <p:spPr>
                  <a:xfrm>
                    <a:off x="2024066" y="5195029"/>
                    <a:ext cx="80771" cy="64770"/>
                  </a:xfrm>
                  <a:custGeom>
                    <a:avLst/>
                    <a:gdLst>
                      <a:gd name="connsiteX0" fmla="*/ 80772 w 80771"/>
                      <a:gd name="connsiteY0" fmla="*/ 32671 h 64770"/>
                      <a:gd name="connsiteX1" fmla="*/ 29813 w 80771"/>
                      <a:gd name="connsiteY1" fmla="*/ 34957 h 64770"/>
                      <a:gd name="connsiteX2" fmla="*/ 24003 w 80771"/>
                      <a:gd name="connsiteY2" fmla="*/ 34004 h 64770"/>
                      <a:gd name="connsiteX3" fmla="*/ 22003 w 80771"/>
                      <a:gd name="connsiteY3" fmla="*/ 28194 h 64770"/>
                      <a:gd name="connsiteX4" fmla="*/ 0 w 80771"/>
                      <a:gd name="connsiteY4" fmla="*/ 0 h 64770"/>
                      <a:gd name="connsiteX5" fmla="*/ 13621 w 80771"/>
                      <a:gd name="connsiteY5" fmla="*/ 39148 h 64770"/>
                      <a:gd name="connsiteX6" fmla="*/ 5525 w 80771"/>
                      <a:gd name="connsiteY6" fmla="*/ 64770 h 64770"/>
                      <a:gd name="connsiteX7" fmla="*/ 80772 w 80771"/>
                      <a:gd name="connsiteY7" fmla="*/ 32671 h 6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0771" h="64770">
                        <a:moveTo>
                          <a:pt x="80772" y="32671"/>
                        </a:moveTo>
                        <a:cubicBezTo>
                          <a:pt x="63817" y="33433"/>
                          <a:pt x="46768" y="34195"/>
                          <a:pt x="29813" y="34957"/>
                        </a:cubicBezTo>
                        <a:cubicBezTo>
                          <a:pt x="27813" y="35053"/>
                          <a:pt x="25527" y="35053"/>
                          <a:pt x="24003" y="34004"/>
                        </a:cubicBezTo>
                        <a:cubicBezTo>
                          <a:pt x="22098" y="32671"/>
                          <a:pt x="22003" y="30195"/>
                          <a:pt x="22003" y="28194"/>
                        </a:cubicBezTo>
                        <a:cubicBezTo>
                          <a:pt x="21622" y="17050"/>
                          <a:pt x="12954" y="3429"/>
                          <a:pt x="0" y="0"/>
                        </a:cubicBezTo>
                        <a:cubicBezTo>
                          <a:pt x="6572" y="12859"/>
                          <a:pt x="13716" y="24861"/>
                          <a:pt x="13621" y="39148"/>
                        </a:cubicBezTo>
                        <a:cubicBezTo>
                          <a:pt x="13525" y="48102"/>
                          <a:pt x="10763" y="57055"/>
                          <a:pt x="5525" y="64770"/>
                        </a:cubicBezTo>
                        <a:cubicBezTo>
                          <a:pt x="25146" y="48387"/>
                          <a:pt x="53245" y="39148"/>
                          <a:pt x="80772" y="3267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08" name="Forme libre : forme 18107">
                    <a:extLst>
                      <a:ext uri="{FF2B5EF4-FFF2-40B4-BE49-F238E27FC236}">
                        <a16:creationId xmlns:a16="http://schemas.microsoft.com/office/drawing/2014/main" id="{2ECC923E-51E1-482A-BB45-99260825B253}"/>
                      </a:ext>
                    </a:extLst>
                  </p:cNvPr>
                  <p:cNvSpPr/>
                  <p:nvPr/>
                </p:nvSpPr>
                <p:spPr>
                  <a:xfrm>
                    <a:off x="2017589" y="5259800"/>
                    <a:ext cx="11906" cy="11810"/>
                  </a:xfrm>
                  <a:custGeom>
                    <a:avLst/>
                    <a:gdLst>
                      <a:gd name="connsiteX0" fmla="*/ 0 w 11906"/>
                      <a:gd name="connsiteY0" fmla="*/ 11811 h 11810"/>
                      <a:gd name="connsiteX1" fmla="*/ 11906 w 11906"/>
                      <a:gd name="connsiteY1" fmla="*/ 0 h 11810"/>
                      <a:gd name="connsiteX2" fmla="*/ 0 w 11906"/>
                      <a:gd name="connsiteY2" fmla="*/ 11811 h 11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906" h="11810">
                        <a:moveTo>
                          <a:pt x="0" y="11811"/>
                        </a:moveTo>
                        <a:cubicBezTo>
                          <a:pt x="4858" y="8477"/>
                          <a:pt x="8763" y="4476"/>
                          <a:pt x="11906" y="0"/>
                        </a:cubicBezTo>
                        <a:cubicBezTo>
                          <a:pt x="7525" y="3620"/>
                          <a:pt x="3429" y="7429"/>
                          <a:pt x="0" y="1181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09" name="Forme libre : forme 18108">
                    <a:extLst>
                      <a:ext uri="{FF2B5EF4-FFF2-40B4-BE49-F238E27FC236}">
                        <a16:creationId xmlns:a16="http://schemas.microsoft.com/office/drawing/2014/main" id="{B4DDBBB9-6A26-4243-A5D8-A976B475A955}"/>
                      </a:ext>
                    </a:extLst>
                  </p:cNvPr>
                  <p:cNvSpPr/>
                  <p:nvPr/>
                </p:nvSpPr>
                <p:spPr>
                  <a:xfrm>
                    <a:off x="1908814" y="5090254"/>
                    <a:ext cx="158019" cy="62103"/>
                  </a:xfrm>
                  <a:custGeom>
                    <a:avLst/>
                    <a:gdLst>
                      <a:gd name="connsiteX0" fmla="*/ 158020 w 158019"/>
                      <a:gd name="connsiteY0" fmla="*/ 0 h 62103"/>
                      <a:gd name="connsiteX1" fmla="*/ 75533 w 158019"/>
                      <a:gd name="connsiteY1" fmla="*/ 18669 h 62103"/>
                      <a:gd name="connsiteX2" fmla="*/ 59531 w 158019"/>
                      <a:gd name="connsiteY2" fmla="*/ 16764 h 62103"/>
                      <a:gd name="connsiteX3" fmla="*/ 45053 w 158019"/>
                      <a:gd name="connsiteY3" fmla="*/ 9811 h 62103"/>
                      <a:gd name="connsiteX4" fmla="*/ 0 w 158019"/>
                      <a:gd name="connsiteY4" fmla="*/ 3525 h 62103"/>
                      <a:gd name="connsiteX5" fmla="*/ 94583 w 158019"/>
                      <a:gd name="connsiteY5" fmla="*/ 62103 h 62103"/>
                      <a:gd name="connsiteX6" fmla="*/ 116872 w 158019"/>
                      <a:gd name="connsiteY6" fmla="*/ 26004 h 62103"/>
                      <a:gd name="connsiteX7" fmla="*/ 158020 w 158019"/>
                      <a:gd name="connsiteY7" fmla="*/ 0 h 62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8019" h="62103">
                        <a:moveTo>
                          <a:pt x="158020" y="0"/>
                        </a:moveTo>
                        <a:cubicBezTo>
                          <a:pt x="133445" y="12288"/>
                          <a:pt x="104680" y="18765"/>
                          <a:pt x="75533" y="18669"/>
                        </a:cubicBezTo>
                        <a:cubicBezTo>
                          <a:pt x="70104" y="18669"/>
                          <a:pt x="64675" y="18384"/>
                          <a:pt x="59531" y="16764"/>
                        </a:cubicBezTo>
                        <a:cubicBezTo>
                          <a:pt x="54388" y="15145"/>
                          <a:pt x="49911" y="12192"/>
                          <a:pt x="45053" y="9811"/>
                        </a:cubicBezTo>
                        <a:cubicBezTo>
                          <a:pt x="32671" y="3715"/>
                          <a:pt x="13335" y="-1714"/>
                          <a:pt x="0" y="3525"/>
                        </a:cubicBezTo>
                        <a:cubicBezTo>
                          <a:pt x="40291" y="14097"/>
                          <a:pt x="70675" y="32004"/>
                          <a:pt x="94583" y="62103"/>
                        </a:cubicBezTo>
                        <a:cubicBezTo>
                          <a:pt x="89440" y="47911"/>
                          <a:pt x="102489" y="34100"/>
                          <a:pt x="116872" y="26004"/>
                        </a:cubicBezTo>
                        <a:cubicBezTo>
                          <a:pt x="131350" y="17907"/>
                          <a:pt x="148495" y="12097"/>
                          <a:pt x="15802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10" name="Forme libre : forme 18109">
                    <a:extLst>
                      <a:ext uri="{FF2B5EF4-FFF2-40B4-BE49-F238E27FC236}">
                        <a16:creationId xmlns:a16="http://schemas.microsoft.com/office/drawing/2014/main" id="{F71CA924-C45B-45E0-AEB4-59F0F0E78A05}"/>
                      </a:ext>
                    </a:extLst>
                  </p:cNvPr>
                  <p:cNvSpPr/>
                  <p:nvPr/>
                </p:nvSpPr>
                <p:spPr>
                  <a:xfrm>
                    <a:off x="2219710" y="5207857"/>
                    <a:ext cx="136207" cy="238251"/>
                  </a:xfrm>
                  <a:custGeom>
                    <a:avLst/>
                    <a:gdLst>
                      <a:gd name="connsiteX0" fmla="*/ 108585 w 136207"/>
                      <a:gd name="connsiteY0" fmla="*/ 75660 h 238251"/>
                      <a:gd name="connsiteX1" fmla="*/ 97155 w 136207"/>
                      <a:gd name="connsiteY1" fmla="*/ 76232 h 238251"/>
                      <a:gd name="connsiteX2" fmla="*/ 88963 w 136207"/>
                      <a:gd name="connsiteY2" fmla="*/ 68612 h 238251"/>
                      <a:gd name="connsiteX3" fmla="*/ 53150 w 136207"/>
                      <a:gd name="connsiteY3" fmla="*/ 16891 h 238251"/>
                      <a:gd name="connsiteX4" fmla="*/ 0 w 136207"/>
                      <a:gd name="connsiteY4" fmla="*/ 3175 h 238251"/>
                      <a:gd name="connsiteX5" fmla="*/ 60484 w 136207"/>
                      <a:gd name="connsiteY5" fmla="*/ 42799 h 238251"/>
                      <a:gd name="connsiteX6" fmla="*/ 79058 w 136207"/>
                      <a:gd name="connsiteY6" fmla="*/ 117189 h 238251"/>
                      <a:gd name="connsiteX7" fmla="*/ 46958 w 136207"/>
                      <a:gd name="connsiteY7" fmla="*/ 176149 h 238251"/>
                      <a:gd name="connsiteX8" fmla="*/ 2000 w 136207"/>
                      <a:gd name="connsiteY8" fmla="*/ 238252 h 238251"/>
                      <a:gd name="connsiteX9" fmla="*/ 84392 w 136207"/>
                      <a:gd name="connsiteY9" fmla="*/ 141668 h 238251"/>
                      <a:gd name="connsiteX10" fmla="*/ 92583 w 136207"/>
                      <a:gd name="connsiteY10" fmla="*/ 230346 h 238251"/>
                      <a:gd name="connsiteX11" fmla="*/ 96679 w 136207"/>
                      <a:gd name="connsiteY11" fmla="*/ 141859 h 238251"/>
                      <a:gd name="connsiteX12" fmla="*/ 109538 w 136207"/>
                      <a:gd name="connsiteY12" fmla="*/ 89471 h 238251"/>
                      <a:gd name="connsiteX13" fmla="*/ 136208 w 136207"/>
                      <a:gd name="connsiteY13" fmla="*/ 69088 h 238251"/>
                      <a:gd name="connsiteX14" fmla="*/ 108585 w 136207"/>
                      <a:gd name="connsiteY14" fmla="*/ 75660 h 238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36207" h="238251">
                        <a:moveTo>
                          <a:pt x="108585" y="75660"/>
                        </a:moveTo>
                        <a:cubicBezTo>
                          <a:pt x="104870" y="76517"/>
                          <a:pt x="100870" y="77375"/>
                          <a:pt x="97155" y="76232"/>
                        </a:cubicBezTo>
                        <a:cubicBezTo>
                          <a:pt x="93250" y="74993"/>
                          <a:pt x="90869" y="71755"/>
                          <a:pt x="88963" y="68612"/>
                        </a:cubicBezTo>
                        <a:cubicBezTo>
                          <a:pt x="77819" y="50895"/>
                          <a:pt x="71057" y="30416"/>
                          <a:pt x="53150" y="16891"/>
                        </a:cubicBezTo>
                        <a:cubicBezTo>
                          <a:pt x="43529" y="9652"/>
                          <a:pt x="9620" y="-6921"/>
                          <a:pt x="0" y="3175"/>
                        </a:cubicBezTo>
                        <a:cubicBezTo>
                          <a:pt x="23622" y="13652"/>
                          <a:pt x="44863" y="23558"/>
                          <a:pt x="60484" y="42799"/>
                        </a:cubicBezTo>
                        <a:cubicBezTo>
                          <a:pt x="78200" y="64516"/>
                          <a:pt x="85058" y="92043"/>
                          <a:pt x="79058" y="117189"/>
                        </a:cubicBezTo>
                        <a:cubicBezTo>
                          <a:pt x="74009" y="138620"/>
                          <a:pt x="60388" y="157575"/>
                          <a:pt x="46958" y="176149"/>
                        </a:cubicBezTo>
                        <a:cubicBezTo>
                          <a:pt x="32004" y="196818"/>
                          <a:pt x="16954" y="217582"/>
                          <a:pt x="2000" y="238252"/>
                        </a:cubicBezTo>
                        <a:cubicBezTo>
                          <a:pt x="29432" y="206057"/>
                          <a:pt x="56864" y="173863"/>
                          <a:pt x="84392" y="141668"/>
                        </a:cubicBezTo>
                        <a:cubicBezTo>
                          <a:pt x="72962" y="170148"/>
                          <a:pt x="76010" y="202819"/>
                          <a:pt x="92583" y="230346"/>
                        </a:cubicBezTo>
                        <a:cubicBezTo>
                          <a:pt x="93917" y="200819"/>
                          <a:pt x="95345" y="171386"/>
                          <a:pt x="96679" y="141859"/>
                        </a:cubicBezTo>
                        <a:cubicBezTo>
                          <a:pt x="97536" y="123761"/>
                          <a:pt x="98679" y="104807"/>
                          <a:pt x="109538" y="89471"/>
                        </a:cubicBezTo>
                        <a:cubicBezTo>
                          <a:pt x="115824" y="80708"/>
                          <a:pt x="125254" y="73660"/>
                          <a:pt x="136208" y="69088"/>
                        </a:cubicBezTo>
                        <a:cubicBezTo>
                          <a:pt x="126968" y="71278"/>
                          <a:pt x="117824" y="73469"/>
                          <a:pt x="108585" y="7566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11" name="Forme libre : forme 18110">
                    <a:extLst>
                      <a:ext uri="{FF2B5EF4-FFF2-40B4-BE49-F238E27FC236}">
                        <a16:creationId xmlns:a16="http://schemas.microsoft.com/office/drawing/2014/main" id="{DE6E4BEF-6E55-4815-A5A9-83052C3A090D}"/>
                      </a:ext>
                    </a:extLst>
                  </p:cNvPr>
                  <p:cNvSpPr/>
                  <p:nvPr/>
                </p:nvSpPr>
                <p:spPr>
                  <a:xfrm>
                    <a:off x="2355917" y="5271420"/>
                    <a:ext cx="23431" cy="5524"/>
                  </a:xfrm>
                  <a:custGeom>
                    <a:avLst/>
                    <a:gdLst>
                      <a:gd name="connsiteX0" fmla="*/ 0 w 23431"/>
                      <a:gd name="connsiteY0" fmla="*/ 5525 h 5524"/>
                      <a:gd name="connsiteX1" fmla="*/ 23431 w 23431"/>
                      <a:gd name="connsiteY1" fmla="*/ 0 h 5524"/>
                      <a:gd name="connsiteX2" fmla="*/ 0 w 23431"/>
                      <a:gd name="connsiteY2" fmla="*/ 5525 h 5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431" h="5524">
                        <a:moveTo>
                          <a:pt x="0" y="5525"/>
                        </a:moveTo>
                        <a:cubicBezTo>
                          <a:pt x="7810" y="3715"/>
                          <a:pt x="15621" y="1810"/>
                          <a:pt x="23431" y="0"/>
                        </a:cubicBezTo>
                        <a:cubicBezTo>
                          <a:pt x="15240" y="476"/>
                          <a:pt x="7239" y="2477"/>
                          <a:pt x="0" y="552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12" name="Forme libre : forme 18111">
                    <a:extLst>
                      <a:ext uri="{FF2B5EF4-FFF2-40B4-BE49-F238E27FC236}">
                        <a16:creationId xmlns:a16="http://schemas.microsoft.com/office/drawing/2014/main" id="{17392D2F-4F28-4CF3-9BFD-2111F7125057}"/>
                      </a:ext>
                    </a:extLst>
                  </p:cNvPr>
                  <p:cNvSpPr/>
                  <p:nvPr/>
                </p:nvSpPr>
                <p:spPr>
                  <a:xfrm>
                    <a:off x="2343725" y="5036629"/>
                    <a:ext cx="123062" cy="117442"/>
                  </a:xfrm>
                  <a:custGeom>
                    <a:avLst/>
                    <a:gdLst>
                      <a:gd name="connsiteX0" fmla="*/ 123063 w 123062"/>
                      <a:gd name="connsiteY0" fmla="*/ 83915 h 117442"/>
                      <a:gd name="connsiteX1" fmla="*/ 108299 w 123062"/>
                      <a:gd name="connsiteY1" fmla="*/ 51244 h 117442"/>
                      <a:gd name="connsiteX2" fmla="*/ 103918 w 123062"/>
                      <a:gd name="connsiteY2" fmla="*/ 0 h 117442"/>
                      <a:gd name="connsiteX3" fmla="*/ 65627 w 123062"/>
                      <a:gd name="connsiteY3" fmla="*/ 67818 h 117442"/>
                      <a:gd name="connsiteX4" fmla="*/ 33528 w 123062"/>
                      <a:gd name="connsiteY4" fmla="*/ 86963 h 117442"/>
                      <a:gd name="connsiteX5" fmla="*/ 0 w 123062"/>
                      <a:gd name="connsiteY5" fmla="*/ 117443 h 117442"/>
                      <a:gd name="connsiteX6" fmla="*/ 55816 w 123062"/>
                      <a:gd name="connsiteY6" fmla="*/ 84581 h 117442"/>
                      <a:gd name="connsiteX7" fmla="*/ 123063 w 123062"/>
                      <a:gd name="connsiteY7" fmla="*/ 83915 h 117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062" h="117442">
                        <a:moveTo>
                          <a:pt x="123063" y="83915"/>
                        </a:moveTo>
                        <a:cubicBezTo>
                          <a:pt x="111252" y="76771"/>
                          <a:pt x="109252" y="63150"/>
                          <a:pt x="108299" y="51244"/>
                        </a:cubicBezTo>
                        <a:cubicBezTo>
                          <a:pt x="106966" y="34290"/>
                          <a:pt x="106871" y="16859"/>
                          <a:pt x="103918" y="0"/>
                        </a:cubicBezTo>
                        <a:cubicBezTo>
                          <a:pt x="98012" y="25432"/>
                          <a:pt x="89630" y="50196"/>
                          <a:pt x="65627" y="67818"/>
                        </a:cubicBezTo>
                        <a:cubicBezTo>
                          <a:pt x="55721" y="75056"/>
                          <a:pt x="44005" y="80390"/>
                          <a:pt x="33528" y="86963"/>
                        </a:cubicBezTo>
                        <a:cubicBezTo>
                          <a:pt x="20193" y="95345"/>
                          <a:pt x="8763" y="105727"/>
                          <a:pt x="0" y="117443"/>
                        </a:cubicBezTo>
                        <a:cubicBezTo>
                          <a:pt x="17240" y="104965"/>
                          <a:pt x="34766" y="92297"/>
                          <a:pt x="55816" y="84581"/>
                        </a:cubicBezTo>
                        <a:cubicBezTo>
                          <a:pt x="76581" y="76962"/>
                          <a:pt x="102013" y="74962"/>
                          <a:pt x="123063" y="8391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13" name="Forme libre : forme 18112">
                    <a:extLst>
                      <a:ext uri="{FF2B5EF4-FFF2-40B4-BE49-F238E27FC236}">
                        <a16:creationId xmlns:a16="http://schemas.microsoft.com/office/drawing/2014/main" id="{E079A0D3-D30D-4857-835C-B78D01B22866}"/>
                      </a:ext>
                    </a:extLst>
                  </p:cNvPr>
                  <p:cNvSpPr/>
                  <p:nvPr/>
                </p:nvSpPr>
                <p:spPr>
                  <a:xfrm>
                    <a:off x="2538226" y="5446966"/>
                    <a:ext cx="19812" cy="18573"/>
                  </a:xfrm>
                  <a:custGeom>
                    <a:avLst/>
                    <a:gdLst>
                      <a:gd name="connsiteX0" fmla="*/ 19812 w 19812"/>
                      <a:gd name="connsiteY0" fmla="*/ 0 h 18573"/>
                      <a:gd name="connsiteX1" fmla="*/ 0 w 19812"/>
                      <a:gd name="connsiteY1" fmla="*/ 18574 h 18573"/>
                      <a:gd name="connsiteX2" fmla="*/ 19812 w 19812"/>
                      <a:gd name="connsiteY2" fmla="*/ 0 h 18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812" h="18573">
                        <a:moveTo>
                          <a:pt x="19812" y="0"/>
                        </a:moveTo>
                        <a:cubicBezTo>
                          <a:pt x="13335" y="6287"/>
                          <a:pt x="6858" y="12573"/>
                          <a:pt x="0" y="18574"/>
                        </a:cubicBezTo>
                        <a:cubicBezTo>
                          <a:pt x="7239" y="12859"/>
                          <a:pt x="13716" y="6572"/>
                          <a:pt x="1981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14" name="Forme libre : forme 18113">
                    <a:extLst>
                      <a:ext uri="{FF2B5EF4-FFF2-40B4-BE49-F238E27FC236}">
                        <a16:creationId xmlns:a16="http://schemas.microsoft.com/office/drawing/2014/main" id="{14FCA532-B078-4B1E-B471-8B4871BC77F0}"/>
                      </a:ext>
                    </a:extLst>
                  </p:cNvPr>
                  <p:cNvSpPr/>
                  <p:nvPr/>
                </p:nvSpPr>
                <p:spPr>
                  <a:xfrm>
                    <a:off x="2497809" y="5273516"/>
                    <a:ext cx="191769" cy="173449"/>
                  </a:xfrm>
                  <a:custGeom>
                    <a:avLst/>
                    <a:gdLst>
                      <a:gd name="connsiteX0" fmla="*/ 89566 w 191769"/>
                      <a:gd name="connsiteY0" fmla="*/ 142875 h 173449"/>
                      <a:gd name="connsiteX1" fmla="*/ 104044 w 191769"/>
                      <a:gd name="connsiteY1" fmla="*/ 118014 h 173449"/>
                      <a:gd name="connsiteX2" fmla="*/ 105663 w 191769"/>
                      <a:gd name="connsiteY2" fmla="*/ 104489 h 173449"/>
                      <a:gd name="connsiteX3" fmla="*/ 130428 w 191769"/>
                      <a:gd name="connsiteY3" fmla="*/ 86582 h 173449"/>
                      <a:gd name="connsiteX4" fmla="*/ 191769 w 191769"/>
                      <a:gd name="connsiteY4" fmla="*/ 62960 h 173449"/>
                      <a:gd name="connsiteX5" fmla="*/ 123094 w 191769"/>
                      <a:gd name="connsiteY5" fmla="*/ 82486 h 173449"/>
                      <a:gd name="connsiteX6" fmla="*/ 112902 w 191769"/>
                      <a:gd name="connsiteY6" fmla="*/ 83915 h 173449"/>
                      <a:gd name="connsiteX7" fmla="*/ 101758 w 191769"/>
                      <a:gd name="connsiteY7" fmla="*/ 78010 h 173449"/>
                      <a:gd name="connsiteX8" fmla="*/ 55562 w 191769"/>
                      <a:gd name="connsiteY8" fmla="*/ 32099 h 173449"/>
                      <a:gd name="connsiteX9" fmla="*/ 412 w 191769"/>
                      <a:gd name="connsiteY9" fmla="*/ 0 h 173449"/>
                      <a:gd name="connsiteX10" fmla="*/ 20700 w 191769"/>
                      <a:gd name="connsiteY10" fmla="*/ 21812 h 173449"/>
                      <a:gd name="connsiteX11" fmla="*/ 69278 w 191769"/>
                      <a:gd name="connsiteY11" fmla="*/ 56769 h 173449"/>
                      <a:gd name="connsiteX12" fmla="*/ 94043 w 191769"/>
                      <a:gd name="connsiteY12" fmla="*/ 104775 h 173449"/>
                      <a:gd name="connsiteX13" fmla="*/ 85661 w 191769"/>
                      <a:gd name="connsiteY13" fmla="*/ 136970 h 173449"/>
                      <a:gd name="connsiteX14" fmla="*/ 60324 w 191769"/>
                      <a:gd name="connsiteY14" fmla="*/ 173450 h 173449"/>
                      <a:gd name="connsiteX15" fmla="*/ 89566 w 191769"/>
                      <a:gd name="connsiteY15" fmla="*/ 142875 h 173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91769" h="173449">
                        <a:moveTo>
                          <a:pt x="89566" y="142875"/>
                        </a:moveTo>
                        <a:cubicBezTo>
                          <a:pt x="96138" y="135350"/>
                          <a:pt x="102710" y="127349"/>
                          <a:pt x="104044" y="118014"/>
                        </a:cubicBezTo>
                        <a:cubicBezTo>
                          <a:pt x="104711" y="113538"/>
                          <a:pt x="104139" y="108871"/>
                          <a:pt x="105663" y="104489"/>
                        </a:cubicBezTo>
                        <a:cubicBezTo>
                          <a:pt x="108902" y="95440"/>
                          <a:pt x="120141" y="90488"/>
                          <a:pt x="130428" y="86582"/>
                        </a:cubicBezTo>
                        <a:cubicBezTo>
                          <a:pt x="150907" y="78676"/>
                          <a:pt x="171386" y="70771"/>
                          <a:pt x="191769" y="62960"/>
                        </a:cubicBezTo>
                        <a:cubicBezTo>
                          <a:pt x="168909" y="69437"/>
                          <a:pt x="145954" y="76009"/>
                          <a:pt x="123094" y="82486"/>
                        </a:cubicBezTo>
                        <a:cubicBezTo>
                          <a:pt x="119855" y="83439"/>
                          <a:pt x="116427" y="84391"/>
                          <a:pt x="112902" y="83915"/>
                        </a:cubicBezTo>
                        <a:cubicBezTo>
                          <a:pt x="108521" y="83344"/>
                          <a:pt x="104901" y="80676"/>
                          <a:pt x="101758" y="78010"/>
                        </a:cubicBezTo>
                        <a:cubicBezTo>
                          <a:pt x="84803" y="63817"/>
                          <a:pt x="71373" y="47148"/>
                          <a:pt x="55562" y="32099"/>
                        </a:cubicBezTo>
                        <a:cubicBezTo>
                          <a:pt x="41751" y="18955"/>
                          <a:pt x="21748" y="2286"/>
                          <a:pt x="412" y="0"/>
                        </a:cubicBezTo>
                        <a:cubicBezTo>
                          <a:pt x="-2636" y="10287"/>
                          <a:pt x="11937" y="16478"/>
                          <a:pt x="20700" y="21812"/>
                        </a:cubicBezTo>
                        <a:cubicBezTo>
                          <a:pt x="37941" y="32480"/>
                          <a:pt x="55371" y="43148"/>
                          <a:pt x="69278" y="56769"/>
                        </a:cubicBezTo>
                        <a:cubicBezTo>
                          <a:pt x="83184" y="70389"/>
                          <a:pt x="93567" y="87153"/>
                          <a:pt x="94043" y="104775"/>
                        </a:cubicBezTo>
                        <a:cubicBezTo>
                          <a:pt x="94328" y="115919"/>
                          <a:pt x="90614" y="126778"/>
                          <a:pt x="85661" y="136970"/>
                        </a:cubicBezTo>
                        <a:cubicBezTo>
                          <a:pt x="79279" y="150114"/>
                          <a:pt x="70611" y="162306"/>
                          <a:pt x="60324" y="173450"/>
                        </a:cubicBezTo>
                        <a:cubicBezTo>
                          <a:pt x="70421" y="163544"/>
                          <a:pt x="80327" y="153448"/>
                          <a:pt x="89566" y="14287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15" name="Forme libre : forme 18114">
                    <a:extLst>
                      <a:ext uri="{FF2B5EF4-FFF2-40B4-BE49-F238E27FC236}">
                        <a16:creationId xmlns:a16="http://schemas.microsoft.com/office/drawing/2014/main" id="{BF2CAE8C-4BDF-4EFB-A33B-C715C1E6C844}"/>
                      </a:ext>
                    </a:extLst>
                  </p:cNvPr>
                  <p:cNvSpPr/>
                  <p:nvPr/>
                </p:nvSpPr>
                <p:spPr>
                  <a:xfrm>
                    <a:off x="2625856" y="5002870"/>
                    <a:ext cx="219170" cy="184252"/>
                  </a:xfrm>
                  <a:custGeom>
                    <a:avLst/>
                    <a:gdLst>
                      <a:gd name="connsiteX0" fmla="*/ 125349 w 219170"/>
                      <a:gd name="connsiteY0" fmla="*/ 100339 h 184252"/>
                      <a:gd name="connsiteX1" fmla="*/ 127254 w 219170"/>
                      <a:gd name="connsiteY1" fmla="*/ 82146 h 184252"/>
                      <a:gd name="connsiteX2" fmla="*/ 150304 w 219170"/>
                      <a:gd name="connsiteY2" fmla="*/ 58238 h 184252"/>
                      <a:gd name="connsiteX3" fmla="*/ 219170 w 219170"/>
                      <a:gd name="connsiteY3" fmla="*/ 47761 h 184252"/>
                      <a:gd name="connsiteX4" fmla="*/ 150304 w 219170"/>
                      <a:gd name="connsiteY4" fmla="*/ 25949 h 184252"/>
                      <a:gd name="connsiteX5" fmla="*/ 114300 w 219170"/>
                      <a:gd name="connsiteY5" fmla="*/ 1184 h 184252"/>
                      <a:gd name="connsiteX6" fmla="*/ 126111 w 219170"/>
                      <a:gd name="connsiteY6" fmla="*/ 64811 h 184252"/>
                      <a:gd name="connsiteX7" fmla="*/ 98298 w 219170"/>
                      <a:gd name="connsiteY7" fmla="*/ 137201 h 184252"/>
                      <a:gd name="connsiteX8" fmla="*/ 0 w 219170"/>
                      <a:gd name="connsiteY8" fmla="*/ 182825 h 184252"/>
                      <a:gd name="connsiteX9" fmla="*/ 85725 w 219170"/>
                      <a:gd name="connsiteY9" fmla="*/ 165395 h 184252"/>
                      <a:gd name="connsiteX10" fmla="*/ 125349 w 219170"/>
                      <a:gd name="connsiteY10" fmla="*/ 100339 h 184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9170" h="184252">
                        <a:moveTo>
                          <a:pt x="125349" y="100339"/>
                        </a:moveTo>
                        <a:cubicBezTo>
                          <a:pt x="125635" y="94243"/>
                          <a:pt x="125254" y="87956"/>
                          <a:pt x="127254" y="82146"/>
                        </a:cubicBezTo>
                        <a:cubicBezTo>
                          <a:pt x="130588" y="72050"/>
                          <a:pt x="140303" y="64525"/>
                          <a:pt x="150304" y="58238"/>
                        </a:cubicBezTo>
                        <a:cubicBezTo>
                          <a:pt x="169926" y="46047"/>
                          <a:pt x="197453" y="36807"/>
                          <a:pt x="219170" y="47761"/>
                        </a:cubicBezTo>
                        <a:cubicBezTo>
                          <a:pt x="201930" y="32616"/>
                          <a:pt x="172021" y="36236"/>
                          <a:pt x="150304" y="25949"/>
                        </a:cubicBezTo>
                        <a:cubicBezTo>
                          <a:pt x="140684" y="21377"/>
                          <a:pt x="120967" y="-5960"/>
                          <a:pt x="114300" y="1184"/>
                        </a:cubicBezTo>
                        <a:cubicBezTo>
                          <a:pt x="110109" y="5565"/>
                          <a:pt x="126206" y="55286"/>
                          <a:pt x="126111" y="64811"/>
                        </a:cubicBezTo>
                        <a:cubicBezTo>
                          <a:pt x="125825" y="90814"/>
                          <a:pt x="117348" y="117103"/>
                          <a:pt x="98298" y="137201"/>
                        </a:cubicBezTo>
                        <a:cubicBezTo>
                          <a:pt x="74676" y="162156"/>
                          <a:pt x="37433" y="175396"/>
                          <a:pt x="0" y="182825"/>
                        </a:cubicBezTo>
                        <a:cubicBezTo>
                          <a:pt x="30289" y="187397"/>
                          <a:pt x="62198" y="180825"/>
                          <a:pt x="85725" y="165395"/>
                        </a:cubicBezTo>
                        <a:cubicBezTo>
                          <a:pt x="109156" y="149869"/>
                          <a:pt x="124015" y="125675"/>
                          <a:pt x="125349" y="10033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16" name="Forme libre : forme 18115">
                    <a:extLst>
                      <a:ext uri="{FF2B5EF4-FFF2-40B4-BE49-F238E27FC236}">
                        <a16:creationId xmlns:a16="http://schemas.microsoft.com/office/drawing/2014/main" id="{4E0300F5-7F5E-43A0-81F0-562EAC9CA05E}"/>
                      </a:ext>
                    </a:extLst>
                  </p:cNvPr>
                  <p:cNvSpPr/>
                  <p:nvPr/>
                </p:nvSpPr>
                <p:spPr>
                  <a:xfrm>
                    <a:off x="2826071" y="5380291"/>
                    <a:ext cx="18478" cy="24670"/>
                  </a:xfrm>
                  <a:custGeom>
                    <a:avLst/>
                    <a:gdLst>
                      <a:gd name="connsiteX0" fmla="*/ 18479 w 18478"/>
                      <a:gd name="connsiteY0" fmla="*/ 24670 h 24670"/>
                      <a:gd name="connsiteX1" fmla="*/ 0 w 18478"/>
                      <a:gd name="connsiteY1" fmla="*/ 0 h 24670"/>
                      <a:gd name="connsiteX2" fmla="*/ 18479 w 18478"/>
                      <a:gd name="connsiteY2" fmla="*/ 24670 h 24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478" h="24670">
                        <a:moveTo>
                          <a:pt x="18479" y="24670"/>
                        </a:moveTo>
                        <a:cubicBezTo>
                          <a:pt x="10382" y="17336"/>
                          <a:pt x="4477" y="8954"/>
                          <a:pt x="0" y="0"/>
                        </a:cubicBezTo>
                        <a:cubicBezTo>
                          <a:pt x="2953" y="10001"/>
                          <a:pt x="8287" y="19145"/>
                          <a:pt x="18479" y="2467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17" name="Forme libre : forme 18116">
                    <a:extLst>
                      <a:ext uri="{FF2B5EF4-FFF2-40B4-BE49-F238E27FC236}">
                        <a16:creationId xmlns:a16="http://schemas.microsoft.com/office/drawing/2014/main" id="{E03548C2-9BAF-41EB-9063-ACA2B133EB2B}"/>
                      </a:ext>
                    </a:extLst>
                  </p:cNvPr>
                  <p:cNvSpPr/>
                  <p:nvPr/>
                </p:nvSpPr>
                <p:spPr>
                  <a:xfrm>
                    <a:off x="2761396" y="5237892"/>
                    <a:ext cx="124491" cy="142494"/>
                  </a:xfrm>
                  <a:custGeom>
                    <a:avLst/>
                    <a:gdLst>
                      <a:gd name="connsiteX0" fmla="*/ 64484 w 124491"/>
                      <a:gd name="connsiteY0" fmla="*/ 61627 h 142494"/>
                      <a:gd name="connsiteX1" fmla="*/ 77153 w 124491"/>
                      <a:gd name="connsiteY1" fmla="*/ 35338 h 142494"/>
                      <a:gd name="connsiteX2" fmla="*/ 92107 w 124491"/>
                      <a:gd name="connsiteY2" fmla="*/ 28385 h 142494"/>
                      <a:gd name="connsiteX3" fmla="*/ 124492 w 124491"/>
                      <a:gd name="connsiteY3" fmla="*/ 0 h 142494"/>
                      <a:gd name="connsiteX4" fmla="*/ 14383 w 124491"/>
                      <a:gd name="connsiteY4" fmla="*/ 9906 h 142494"/>
                      <a:gd name="connsiteX5" fmla="*/ 27908 w 124491"/>
                      <a:gd name="connsiteY5" fmla="*/ 29337 h 142494"/>
                      <a:gd name="connsiteX6" fmla="*/ 46673 w 124491"/>
                      <a:gd name="connsiteY6" fmla="*/ 48959 h 142494"/>
                      <a:gd name="connsiteX7" fmla="*/ 36005 w 124491"/>
                      <a:gd name="connsiteY7" fmla="*/ 82963 h 142494"/>
                      <a:gd name="connsiteX8" fmla="*/ 0 w 124491"/>
                      <a:gd name="connsiteY8" fmla="*/ 116205 h 142494"/>
                      <a:gd name="connsiteX9" fmla="*/ 53435 w 124491"/>
                      <a:gd name="connsiteY9" fmla="*/ 78105 h 142494"/>
                      <a:gd name="connsiteX10" fmla="*/ 64580 w 124491"/>
                      <a:gd name="connsiteY10" fmla="*/ 142494 h 142494"/>
                      <a:gd name="connsiteX11" fmla="*/ 61436 w 124491"/>
                      <a:gd name="connsiteY11" fmla="*/ 122206 h 142494"/>
                      <a:gd name="connsiteX12" fmla="*/ 64484 w 124491"/>
                      <a:gd name="connsiteY12" fmla="*/ 61627 h 142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24491" h="142494">
                        <a:moveTo>
                          <a:pt x="64484" y="61627"/>
                        </a:moveTo>
                        <a:cubicBezTo>
                          <a:pt x="65913" y="51911"/>
                          <a:pt x="68294" y="41529"/>
                          <a:pt x="77153" y="35338"/>
                        </a:cubicBezTo>
                        <a:cubicBezTo>
                          <a:pt x="81534" y="32290"/>
                          <a:pt x="87059" y="30671"/>
                          <a:pt x="92107" y="28385"/>
                        </a:cubicBezTo>
                        <a:cubicBezTo>
                          <a:pt x="106013" y="22003"/>
                          <a:pt x="115443" y="10859"/>
                          <a:pt x="124492" y="0"/>
                        </a:cubicBezTo>
                        <a:cubicBezTo>
                          <a:pt x="93726" y="28385"/>
                          <a:pt x="52959" y="21622"/>
                          <a:pt x="14383" y="9906"/>
                        </a:cubicBezTo>
                        <a:cubicBezTo>
                          <a:pt x="14478" y="17145"/>
                          <a:pt x="21622" y="23718"/>
                          <a:pt x="27908" y="29337"/>
                        </a:cubicBezTo>
                        <a:cubicBezTo>
                          <a:pt x="34862" y="35529"/>
                          <a:pt x="43244" y="41053"/>
                          <a:pt x="46673" y="48959"/>
                        </a:cubicBezTo>
                        <a:cubicBezTo>
                          <a:pt x="51816" y="60675"/>
                          <a:pt x="44387" y="73057"/>
                          <a:pt x="36005" y="82963"/>
                        </a:cubicBezTo>
                        <a:cubicBezTo>
                          <a:pt x="25718" y="95250"/>
                          <a:pt x="13621" y="106395"/>
                          <a:pt x="0" y="116205"/>
                        </a:cubicBezTo>
                        <a:cubicBezTo>
                          <a:pt x="25908" y="116300"/>
                          <a:pt x="49721" y="99346"/>
                          <a:pt x="53435" y="78105"/>
                        </a:cubicBezTo>
                        <a:cubicBezTo>
                          <a:pt x="52292" y="99632"/>
                          <a:pt x="54578" y="122587"/>
                          <a:pt x="64580" y="142494"/>
                        </a:cubicBezTo>
                        <a:cubicBezTo>
                          <a:pt x="62675" y="135827"/>
                          <a:pt x="61817" y="128874"/>
                          <a:pt x="61436" y="122206"/>
                        </a:cubicBezTo>
                        <a:cubicBezTo>
                          <a:pt x="60579" y="101918"/>
                          <a:pt x="61627" y="81629"/>
                          <a:pt x="64484" y="6162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18" name="Forme libre : forme 18117">
                    <a:extLst>
                      <a:ext uri="{FF2B5EF4-FFF2-40B4-BE49-F238E27FC236}">
                        <a16:creationId xmlns:a16="http://schemas.microsoft.com/office/drawing/2014/main" id="{98D1A93C-37B6-4AA1-B713-2EA68E606AED}"/>
                      </a:ext>
                    </a:extLst>
                  </p:cNvPr>
                  <p:cNvSpPr/>
                  <p:nvPr/>
                </p:nvSpPr>
                <p:spPr>
                  <a:xfrm>
                    <a:off x="3132205" y="5188362"/>
                    <a:ext cx="13906" cy="27812"/>
                  </a:xfrm>
                  <a:custGeom>
                    <a:avLst/>
                    <a:gdLst>
                      <a:gd name="connsiteX0" fmla="*/ 0 w 13906"/>
                      <a:gd name="connsiteY0" fmla="*/ 27813 h 27812"/>
                      <a:gd name="connsiteX1" fmla="*/ 13906 w 13906"/>
                      <a:gd name="connsiteY1" fmla="*/ 0 h 27812"/>
                      <a:gd name="connsiteX2" fmla="*/ 0 w 13906"/>
                      <a:gd name="connsiteY2" fmla="*/ 27813 h 27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906" h="27812">
                        <a:moveTo>
                          <a:pt x="0" y="27813"/>
                        </a:moveTo>
                        <a:cubicBezTo>
                          <a:pt x="4667" y="18573"/>
                          <a:pt x="9239" y="9239"/>
                          <a:pt x="13906" y="0"/>
                        </a:cubicBezTo>
                        <a:cubicBezTo>
                          <a:pt x="8191" y="8858"/>
                          <a:pt x="3620" y="18192"/>
                          <a:pt x="0" y="2781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19" name="Forme libre : forme 18118">
                    <a:extLst>
                      <a:ext uri="{FF2B5EF4-FFF2-40B4-BE49-F238E27FC236}">
                        <a16:creationId xmlns:a16="http://schemas.microsoft.com/office/drawing/2014/main" id="{A1E4550F-E835-4C23-A09A-6CB824ED07C1}"/>
                      </a:ext>
                    </a:extLst>
                  </p:cNvPr>
                  <p:cNvSpPr/>
                  <p:nvPr/>
                </p:nvSpPr>
                <p:spPr>
                  <a:xfrm>
                    <a:off x="3038193" y="5216175"/>
                    <a:ext cx="212597" cy="216789"/>
                  </a:xfrm>
                  <a:custGeom>
                    <a:avLst/>
                    <a:gdLst>
                      <a:gd name="connsiteX0" fmla="*/ 212598 w 212597"/>
                      <a:gd name="connsiteY0" fmla="*/ 130493 h 216789"/>
                      <a:gd name="connsiteX1" fmla="*/ 132493 w 212597"/>
                      <a:gd name="connsiteY1" fmla="*/ 117824 h 216789"/>
                      <a:gd name="connsiteX2" fmla="*/ 99631 w 212597"/>
                      <a:gd name="connsiteY2" fmla="*/ 93440 h 216789"/>
                      <a:gd name="connsiteX3" fmla="*/ 90773 w 212597"/>
                      <a:gd name="connsiteY3" fmla="*/ 83820 h 216789"/>
                      <a:gd name="connsiteX4" fmla="*/ 87725 w 212597"/>
                      <a:gd name="connsiteY4" fmla="*/ 74581 h 216789"/>
                      <a:gd name="connsiteX5" fmla="*/ 94012 w 212597"/>
                      <a:gd name="connsiteY5" fmla="*/ 0 h 216789"/>
                      <a:gd name="connsiteX6" fmla="*/ 71818 w 212597"/>
                      <a:gd name="connsiteY6" fmla="*/ 44386 h 216789"/>
                      <a:gd name="connsiteX7" fmla="*/ 68104 w 212597"/>
                      <a:gd name="connsiteY7" fmla="*/ 48959 h 216789"/>
                      <a:gd name="connsiteX8" fmla="*/ 55626 w 212597"/>
                      <a:gd name="connsiteY8" fmla="*/ 47149 h 216789"/>
                      <a:gd name="connsiteX9" fmla="*/ 0 w 212597"/>
                      <a:gd name="connsiteY9" fmla="*/ 20764 h 216789"/>
                      <a:gd name="connsiteX10" fmla="*/ 80010 w 212597"/>
                      <a:gd name="connsiteY10" fmla="*/ 109251 h 216789"/>
                      <a:gd name="connsiteX11" fmla="*/ 50197 w 212597"/>
                      <a:gd name="connsiteY11" fmla="*/ 216789 h 216789"/>
                      <a:gd name="connsiteX12" fmla="*/ 97059 w 212597"/>
                      <a:gd name="connsiteY12" fmla="*/ 109061 h 216789"/>
                      <a:gd name="connsiteX13" fmla="*/ 212598 w 212597"/>
                      <a:gd name="connsiteY13" fmla="*/ 130493 h 216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12597" h="216789">
                        <a:moveTo>
                          <a:pt x="212598" y="130493"/>
                        </a:moveTo>
                        <a:cubicBezTo>
                          <a:pt x="185261" y="132207"/>
                          <a:pt x="156210" y="130111"/>
                          <a:pt x="132493" y="117824"/>
                        </a:cubicBezTo>
                        <a:cubicBezTo>
                          <a:pt x="120015" y="111347"/>
                          <a:pt x="109823" y="102394"/>
                          <a:pt x="99631" y="93440"/>
                        </a:cubicBezTo>
                        <a:cubicBezTo>
                          <a:pt x="96298" y="90488"/>
                          <a:pt x="92869" y="87439"/>
                          <a:pt x="90773" y="83820"/>
                        </a:cubicBezTo>
                        <a:cubicBezTo>
                          <a:pt x="89059" y="80867"/>
                          <a:pt x="88297" y="77724"/>
                          <a:pt x="87725" y="74581"/>
                        </a:cubicBezTo>
                        <a:cubicBezTo>
                          <a:pt x="82772" y="49530"/>
                          <a:pt x="85058" y="23813"/>
                          <a:pt x="94012" y="0"/>
                        </a:cubicBezTo>
                        <a:cubicBezTo>
                          <a:pt x="86582" y="14764"/>
                          <a:pt x="79153" y="29623"/>
                          <a:pt x="71818" y="44386"/>
                        </a:cubicBezTo>
                        <a:cubicBezTo>
                          <a:pt x="70961" y="46101"/>
                          <a:pt x="70009" y="47910"/>
                          <a:pt x="68104" y="48959"/>
                        </a:cubicBezTo>
                        <a:cubicBezTo>
                          <a:pt x="64484" y="50959"/>
                          <a:pt x="59531" y="49054"/>
                          <a:pt x="55626" y="47149"/>
                        </a:cubicBezTo>
                        <a:cubicBezTo>
                          <a:pt x="37909" y="38481"/>
                          <a:pt x="18955" y="26575"/>
                          <a:pt x="0" y="20764"/>
                        </a:cubicBezTo>
                        <a:cubicBezTo>
                          <a:pt x="36766" y="46101"/>
                          <a:pt x="68008" y="68866"/>
                          <a:pt x="80010" y="109251"/>
                        </a:cubicBezTo>
                        <a:cubicBezTo>
                          <a:pt x="90964" y="146971"/>
                          <a:pt x="80105" y="188309"/>
                          <a:pt x="50197" y="216789"/>
                        </a:cubicBezTo>
                        <a:cubicBezTo>
                          <a:pt x="82296" y="188976"/>
                          <a:pt x="90392" y="147733"/>
                          <a:pt x="97059" y="109061"/>
                        </a:cubicBezTo>
                        <a:cubicBezTo>
                          <a:pt x="123825" y="137541"/>
                          <a:pt x="175641" y="147161"/>
                          <a:pt x="212598" y="13049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20" name="Forme libre : forme 18119">
                    <a:extLst>
                      <a:ext uri="{FF2B5EF4-FFF2-40B4-BE49-F238E27FC236}">
                        <a16:creationId xmlns:a16="http://schemas.microsoft.com/office/drawing/2014/main" id="{2B6AE33C-97AE-472F-BC1B-14E698B5A4A4}"/>
                      </a:ext>
                    </a:extLst>
                  </p:cNvPr>
                  <p:cNvSpPr/>
                  <p:nvPr/>
                </p:nvSpPr>
                <p:spPr>
                  <a:xfrm>
                    <a:off x="3240123" y="5145136"/>
                    <a:ext cx="55625" cy="5376"/>
                  </a:xfrm>
                  <a:custGeom>
                    <a:avLst/>
                    <a:gdLst>
                      <a:gd name="connsiteX0" fmla="*/ 0 w 55625"/>
                      <a:gd name="connsiteY0" fmla="*/ 4936 h 5376"/>
                      <a:gd name="connsiteX1" fmla="*/ 55626 w 55625"/>
                      <a:gd name="connsiteY1" fmla="*/ 78 h 5376"/>
                      <a:gd name="connsiteX2" fmla="*/ 0 w 55625"/>
                      <a:gd name="connsiteY2" fmla="*/ 4936 h 5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5625" h="5376">
                        <a:moveTo>
                          <a:pt x="0" y="4936"/>
                        </a:moveTo>
                        <a:cubicBezTo>
                          <a:pt x="18860" y="6269"/>
                          <a:pt x="37814" y="4555"/>
                          <a:pt x="55626" y="78"/>
                        </a:cubicBezTo>
                        <a:cubicBezTo>
                          <a:pt x="37243" y="-494"/>
                          <a:pt x="18193" y="2174"/>
                          <a:pt x="0" y="493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21" name="Forme libre : forme 18120">
                    <a:extLst>
                      <a:ext uri="{FF2B5EF4-FFF2-40B4-BE49-F238E27FC236}">
                        <a16:creationId xmlns:a16="http://schemas.microsoft.com/office/drawing/2014/main" id="{C2F3B6FA-9B05-4C62-8CAC-D2EAB73F87D4}"/>
                      </a:ext>
                    </a:extLst>
                  </p:cNvPr>
                  <p:cNvSpPr/>
                  <p:nvPr/>
                </p:nvSpPr>
                <p:spPr>
                  <a:xfrm>
                    <a:off x="3295749" y="5015960"/>
                    <a:ext cx="110135" cy="245935"/>
                  </a:xfrm>
                  <a:custGeom>
                    <a:avLst/>
                    <a:gdLst>
                      <a:gd name="connsiteX0" fmla="*/ 98965 w 110135"/>
                      <a:gd name="connsiteY0" fmla="*/ 60007 h 245935"/>
                      <a:gd name="connsiteX1" fmla="*/ 106204 w 110135"/>
                      <a:gd name="connsiteY1" fmla="*/ 0 h 245935"/>
                      <a:gd name="connsiteX2" fmla="*/ 75914 w 110135"/>
                      <a:gd name="connsiteY2" fmla="*/ 86678 h 245935"/>
                      <a:gd name="connsiteX3" fmla="*/ 0 w 110135"/>
                      <a:gd name="connsiteY3" fmla="*/ 129350 h 245935"/>
                      <a:gd name="connsiteX4" fmla="*/ 36576 w 110135"/>
                      <a:gd name="connsiteY4" fmla="*/ 136493 h 245935"/>
                      <a:gd name="connsiteX5" fmla="*/ 83153 w 110135"/>
                      <a:gd name="connsiteY5" fmla="*/ 184214 h 245935"/>
                      <a:gd name="connsiteX6" fmla="*/ 86201 w 110135"/>
                      <a:gd name="connsiteY6" fmla="*/ 245936 h 245935"/>
                      <a:gd name="connsiteX7" fmla="*/ 91345 w 110135"/>
                      <a:gd name="connsiteY7" fmla="*/ 179737 h 245935"/>
                      <a:gd name="connsiteX8" fmla="*/ 41720 w 110135"/>
                      <a:gd name="connsiteY8" fmla="*/ 130397 h 245935"/>
                      <a:gd name="connsiteX9" fmla="*/ 98965 w 110135"/>
                      <a:gd name="connsiteY9" fmla="*/ 60007 h 245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0135" h="245935">
                        <a:moveTo>
                          <a:pt x="98965" y="60007"/>
                        </a:moveTo>
                        <a:cubicBezTo>
                          <a:pt x="104394" y="44958"/>
                          <a:pt x="116300" y="14574"/>
                          <a:pt x="106204" y="0"/>
                        </a:cubicBezTo>
                        <a:cubicBezTo>
                          <a:pt x="106966" y="31528"/>
                          <a:pt x="98965" y="61722"/>
                          <a:pt x="75914" y="86678"/>
                        </a:cubicBezTo>
                        <a:cubicBezTo>
                          <a:pt x="57055" y="107156"/>
                          <a:pt x="30004" y="122015"/>
                          <a:pt x="0" y="129350"/>
                        </a:cubicBezTo>
                        <a:cubicBezTo>
                          <a:pt x="12668" y="129826"/>
                          <a:pt x="24955" y="131731"/>
                          <a:pt x="36576" y="136493"/>
                        </a:cubicBezTo>
                        <a:cubicBezTo>
                          <a:pt x="59341" y="145732"/>
                          <a:pt x="75629" y="164211"/>
                          <a:pt x="83153" y="184214"/>
                        </a:cubicBezTo>
                        <a:cubicBezTo>
                          <a:pt x="90678" y="204216"/>
                          <a:pt x="90297" y="225552"/>
                          <a:pt x="86201" y="245936"/>
                        </a:cubicBezTo>
                        <a:cubicBezTo>
                          <a:pt x="91345" y="224219"/>
                          <a:pt x="96488" y="201835"/>
                          <a:pt x="91345" y="179737"/>
                        </a:cubicBezTo>
                        <a:cubicBezTo>
                          <a:pt x="86106" y="157734"/>
                          <a:pt x="68009" y="135827"/>
                          <a:pt x="41720" y="130397"/>
                        </a:cubicBezTo>
                        <a:cubicBezTo>
                          <a:pt x="70199" y="113919"/>
                          <a:pt x="89059" y="87821"/>
                          <a:pt x="98965" y="6000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22" name="Forme libre : forme 18121">
                    <a:extLst>
                      <a:ext uri="{FF2B5EF4-FFF2-40B4-BE49-F238E27FC236}">
                        <a16:creationId xmlns:a16="http://schemas.microsoft.com/office/drawing/2014/main" id="{DAB622F3-E48B-4ED1-9D35-72BF1882F40C}"/>
                      </a:ext>
                    </a:extLst>
                  </p:cNvPr>
                  <p:cNvSpPr/>
                  <p:nvPr/>
                </p:nvSpPr>
                <p:spPr>
                  <a:xfrm>
                    <a:off x="3542827" y="5281326"/>
                    <a:ext cx="174307" cy="165163"/>
                  </a:xfrm>
                  <a:custGeom>
                    <a:avLst/>
                    <a:gdLst>
                      <a:gd name="connsiteX0" fmla="*/ 71056 w 174307"/>
                      <a:gd name="connsiteY0" fmla="*/ 99346 h 165163"/>
                      <a:gd name="connsiteX1" fmla="*/ 62579 w 174307"/>
                      <a:gd name="connsiteY1" fmla="*/ 64008 h 165163"/>
                      <a:gd name="connsiteX2" fmla="*/ 50863 w 174307"/>
                      <a:gd name="connsiteY2" fmla="*/ 35814 h 165163"/>
                      <a:gd name="connsiteX3" fmla="*/ 58674 w 174307"/>
                      <a:gd name="connsiteY3" fmla="*/ 30195 h 165163"/>
                      <a:gd name="connsiteX4" fmla="*/ 115443 w 174307"/>
                      <a:gd name="connsiteY4" fmla="*/ 667 h 165163"/>
                      <a:gd name="connsiteX5" fmla="*/ 57626 w 174307"/>
                      <a:gd name="connsiteY5" fmla="*/ 18193 h 165163"/>
                      <a:gd name="connsiteX6" fmla="*/ 47339 w 174307"/>
                      <a:gd name="connsiteY6" fmla="*/ 20003 h 165163"/>
                      <a:gd name="connsiteX7" fmla="*/ 42672 w 174307"/>
                      <a:gd name="connsiteY7" fmla="*/ 14764 h 165163"/>
                      <a:gd name="connsiteX8" fmla="*/ 2762 w 174307"/>
                      <a:gd name="connsiteY8" fmla="*/ 0 h 165163"/>
                      <a:gd name="connsiteX9" fmla="*/ 19336 w 174307"/>
                      <a:gd name="connsiteY9" fmla="*/ 12668 h 165163"/>
                      <a:gd name="connsiteX10" fmla="*/ 38576 w 174307"/>
                      <a:gd name="connsiteY10" fmla="*/ 57722 h 165163"/>
                      <a:gd name="connsiteX11" fmla="*/ 0 w 174307"/>
                      <a:gd name="connsiteY11" fmla="*/ 165164 h 165163"/>
                      <a:gd name="connsiteX12" fmla="*/ 48196 w 174307"/>
                      <a:gd name="connsiteY12" fmla="*/ 84011 h 165163"/>
                      <a:gd name="connsiteX13" fmla="*/ 97727 w 174307"/>
                      <a:gd name="connsiteY13" fmla="*/ 136398 h 165163"/>
                      <a:gd name="connsiteX14" fmla="*/ 174308 w 174307"/>
                      <a:gd name="connsiteY14" fmla="*/ 157544 h 165163"/>
                      <a:gd name="connsiteX15" fmla="*/ 108776 w 174307"/>
                      <a:gd name="connsiteY15" fmla="*/ 131064 h 165163"/>
                      <a:gd name="connsiteX16" fmla="*/ 71056 w 174307"/>
                      <a:gd name="connsiteY16" fmla="*/ 99346 h 165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74307" h="165163">
                        <a:moveTo>
                          <a:pt x="71056" y="99346"/>
                        </a:moveTo>
                        <a:cubicBezTo>
                          <a:pt x="66389" y="87916"/>
                          <a:pt x="69056" y="74867"/>
                          <a:pt x="62579" y="64008"/>
                        </a:cubicBezTo>
                        <a:cubicBezTo>
                          <a:pt x="56864" y="54579"/>
                          <a:pt x="44482" y="44578"/>
                          <a:pt x="50863" y="35814"/>
                        </a:cubicBezTo>
                        <a:cubicBezTo>
                          <a:pt x="52673" y="33338"/>
                          <a:pt x="55721" y="31718"/>
                          <a:pt x="58674" y="30195"/>
                        </a:cubicBezTo>
                        <a:cubicBezTo>
                          <a:pt x="77629" y="20384"/>
                          <a:pt x="96488" y="10573"/>
                          <a:pt x="115443" y="667"/>
                        </a:cubicBezTo>
                        <a:cubicBezTo>
                          <a:pt x="94964" y="3334"/>
                          <a:pt x="75247" y="9335"/>
                          <a:pt x="57626" y="18193"/>
                        </a:cubicBezTo>
                        <a:cubicBezTo>
                          <a:pt x="54483" y="19717"/>
                          <a:pt x="50673" y="21431"/>
                          <a:pt x="47339" y="20003"/>
                        </a:cubicBezTo>
                        <a:cubicBezTo>
                          <a:pt x="45053" y="18955"/>
                          <a:pt x="44005" y="16669"/>
                          <a:pt x="42672" y="14764"/>
                        </a:cubicBezTo>
                        <a:cubicBezTo>
                          <a:pt x="34576" y="2381"/>
                          <a:pt x="17431" y="2381"/>
                          <a:pt x="2762" y="0"/>
                        </a:cubicBezTo>
                        <a:cubicBezTo>
                          <a:pt x="8954" y="3620"/>
                          <a:pt x="14764" y="7906"/>
                          <a:pt x="19336" y="12668"/>
                        </a:cubicBezTo>
                        <a:cubicBezTo>
                          <a:pt x="31718" y="25337"/>
                          <a:pt x="36576" y="41815"/>
                          <a:pt x="38576" y="57722"/>
                        </a:cubicBezTo>
                        <a:cubicBezTo>
                          <a:pt x="43625" y="96584"/>
                          <a:pt x="32480" y="138018"/>
                          <a:pt x="0" y="165164"/>
                        </a:cubicBezTo>
                        <a:cubicBezTo>
                          <a:pt x="29813" y="146971"/>
                          <a:pt x="39910" y="114300"/>
                          <a:pt x="48196" y="84011"/>
                        </a:cubicBezTo>
                        <a:cubicBezTo>
                          <a:pt x="55721" y="105728"/>
                          <a:pt x="74676" y="124206"/>
                          <a:pt x="97727" y="136398"/>
                        </a:cubicBezTo>
                        <a:cubicBezTo>
                          <a:pt x="120777" y="148590"/>
                          <a:pt x="147542" y="154972"/>
                          <a:pt x="174308" y="157544"/>
                        </a:cubicBezTo>
                        <a:cubicBezTo>
                          <a:pt x="151638" y="150305"/>
                          <a:pt x="129730" y="141447"/>
                          <a:pt x="108776" y="131064"/>
                        </a:cubicBezTo>
                        <a:cubicBezTo>
                          <a:pt x="93059" y="123349"/>
                          <a:pt x="76867" y="113634"/>
                          <a:pt x="71056" y="9934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23" name="Forme libre : forme 18122">
                    <a:extLst>
                      <a:ext uri="{FF2B5EF4-FFF2-40B4-BE49-F238E27FC236}">
                        <a16:creationId xmlns:a16="http://schemas.microsoft.com/office/drawing/2014/main" id="{FD1AA0E4-76E9-4C7F-8D01-D00CCB09D6C8}"/>
                      </a:ext>
                    </a:extLst>
                  </p:cNvPr>
                  <p:cNvSpPr/>
                  <p:nvPr/>
                </p:nvSpPr>
                <p:spPr>
                  <a:xfrm>
                    <a:off x="3525111" y="5272087"/>
                    <a:ext cx="20383" cy="9144"/>
                  </a:xfrm>
                  <a:custGeom>
                    <a:avLst/>
                    <a:gdLst>
                      <a:gd name="connsiteX0" fmla="*/ 20383 w 20383"/>
                      <a:gd name="connsiteY0" fmla="*/ 9144 h 9144"/>
                      <a:gd name="connsiteX1" fmla="*/ 0 w 20383"/>
                      <a:gd name="connsiteY1" fmla="*/ 0 h 9144"/>
                      <a:gd name="connsiteX2" fmla="*/ 20383 w 20383"/>
                      <a:gd name="connsiteY2" fmla="*/ 9144 h 9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383" h="9144">
                        <a:moveTo>
                          <a:pt x="20383" y="9144"/>
                        </a:moveTo>
                        <a:cubicBezTo>
                          <a:pt x="14002" y="5334"/>
                          <a:pt x="6953" y="2191"/>
                          <a:pt x="0" y="0"/>
                        </a:cubicBezTo>
                        <a:cubicBezTo>
                          <a:pt x="4572" y="5620"/>
                          <a:pt x="12097" y="7811"/>
                          <a:pt x="20383" y="914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24" name="Forme libre : forme 18123">
                    <a:extLst>
                      <a:ext uri="{FF2B5EF4-FFF2-40B4-BE49-F238E27FC236}">
                        <a16:creationId xmlns:a16="http://schemas.microsoft.com/office/drawing/2014/main" id="{42873A1D-DAE8-4FD0-92A7-BB99BCEF9990}"/>
                      </a:ext>
                    </a:extLst>
                  </p:cNvPr>
                  <p:cNvSpPr/>
                  <p:nvPr/>
                </p:nvSpPr>
                <p:spPr>
                  <a:xfrm>
                    <a:off x="3531874" y="4995409"/>
                    <a:ext cx="163353" cy="121230"/>
                  </a:xfrm>
                  <a:custGeom>
                    <a:avLst/>
                    <a:gdLst>
                      <a:gd name="connsiteX0" fmla="*/ 72295 w 163353"/>
                      <a:gd name="connsiteY0" fmla="*/ 77320 h 121230"/>
                      <a:gd name="connsiteX1" fmla="*/ 0 w 163353"/>
                      <a:gd name="connsiteY1" fmla="*/ 121230 h 121230"/>
                      <a:gd name="connsiteX2" fmla="*/ 68294 w 163353"/>
                      <a:gd name="connsiteY2" fmla="*/ 92179 h 121230"/>
                      <a:gd name="connsiteX3" fmla="*/ 108013 w 163353"/>
                      <a:gd name="connsiteY3" fmla="*/ 65223 h 121230"/>
                      <a:gd name="connsiteX4" fmla="*/ 163354 w 163353"/>
                      <a:gd name="connsiteY4" fmla="*/ 58556 h 121230"/>
                      <a:gd name="connsiteX5" fmla="*/ 132207 w 163353"/>
                      <a:gd name="connsiteY5" fmla="*/ 51031 h 121230"/>
                      <a:gd name="connsiteX6" fmla="*/ 123063 w 163353"/>
                      <a:gd name="connsiteY6" fmla="*/ 47507 h 121230"/>
                      <a:gd name="connsiteX7" fmla="*/ 117348 w 163353"/>
                      <a:gd name="connsiteY7" fmla="*/ 38458 h 121230"/>
                      <a:gd name="connsiteX8" fmla="*/ 80963 w 163353"/>
                      <a:gd name="connsiteY8" fmla="*/ 453 h 121230"/>
                      <a:gd name="connsiteX9" fmla="*/ 92202 w 163353"/>
                      <a:gd name="connsiteY9" fmla="*/ 42268 h 121230"/>
                      <a:gd name="connsiteX10" fmla="*/ 87916 w 163353"/>
                      <a:gd name="connsiteY10" fmla="*/ 64842 h 121230"/>
                      <a:gd name="connsiteX11" fmla="*/ 72295 w 163353"/>
                      <a:gd name="connsiteY11" fmla="*/ 77320 h 121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3353" h="121230">
                        <a:moveTo>
                          <a:pt x="72295" y="77320"/>
                        </a:moveTo>
                        <a:cubicBezTo>
                          <a:pt x="48196" y="91989"/>
                          <a:pt x="24098" y="106562"/>
                          <a:pt x="0" y="121230"/>
                        </a:cubicBezTo>
                        <a:cubicBezTo>
                          <a:pt x="25337" y="116277"/>
                          <a:pt x="48959" y="106276"/>
                          <a:pt x="68294" y="92179"/>
                        </a:cubicBezTo>
                        <a:cubicBezTo>
                          <a:pt x="81153" y="82845"/>
                          <a:pt x="92488" y="71510"/>
                          <a:pt x="108013" y="65223"/>
                        </a:cubicBezTo>
                        <a:cubicBezTo>
                          <a:pt x="124778" y="58461"/>
                          <a:pt x="144494" y="58461"/>
                          <a:pt x="163354" y="58556"/>
                        </a:cubicBezTo>
                        <a:cubicBezTo>
                          <a:pt x="152971" y="56080"/>
                          <a:pt x="142589" y="53508"/>
                          <a:pt x="132207" y="51031"/>
                        </a:cubicBezTo>
                        <a:cubicBezTo>
                          <a:pt x="128969" y="50269"/>
                          <a:pt x="125635" y="49412"/>
                          <a:pt x="123063" y="47507"/>
                        </a:cubicBezTo>
                        <a:cubicBezTo>
                          <a:pt x="120015" y="45221"/>
                          <a:pt x="118681" y="41697"/>
                          <a:pt x="117348" y="38458"/>
                        </a:cubicBezTo>
                        <a:cubicBezTo>
                          <a:pt x="112681" y="27123"/>
                          <a:pt x="99822" y="-4118"/>
                          <a:pt x="80963" y="453"/>
                        </a:cubicBezTo>
                        <a:cubicBezTo>
                          <a:pt x="84582" y="14360"/>
                          <a:pt x="90869" y="27599"/>
                          <a:pt x="92202" y="42268"/>
                        </a:cubicBezTo>
                        <a:cubicBezTo>
                          <a:pt x="92869" y="50079"/>
                          <a:pt x="92583" y="58270"/>
                          <a:pt x="87916" y="64842"/>
                        </a:cubicBezTo>
                        <a:cubicBezTo>
                          <a:pt x="84106" y="70081"/>
                          <a:pt x="78105" y="73701"/>
                          <a:pt x="72295" y="7732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25" name="Forme libre : forme 18124">
                    <a:extLst>
                      <a:ext uri="{FF2B5EF4-FFF2-40B4-BE49-F238E27FC236}">
                        <a16:creationId xmlns:a16="http://schemas.microsoft.com/office/drawing/2014/main" id="{59559F53-D04E-4505-B756-788AE4D8992C}"/>
                      </a:ext>
                    </a:extLst>
                  </p:cNvPr>
                  <p:cNvSpPr/>
                  <p:nvPr/>
                </p:nvSpPr>
                <p:spPr>
                  <a:xfrm>
                    <a:off x="3182211" y="5366694"/>
                    <a:ext cx="78135" cy="111037"/>
                  </a:xfrm>
                  <a:custGeom>
                    <a:avLst/>
                    <a:gdLst>
                      <a:gd name="connsiteX0" fmla="*/ 36195 w 78135"/>
                      <a:gd name="connsiteY0" fmla="*/ 83034 h 111037"/>
                      <a:gd name="connsiteX1" fmla="*/ 71342 w 78135"/>
                      <a:gd name="connsiteY1" fmla="*/ 41600 h 111037"/>
                      <a:gd name="connsiteX2" fmla="*/ 71152 w 78135"/>
                      <a:gd name="connsiteY2" fmla="*/ 71 h 111037"/>
                      <a:gd name="connsiteX3" fmla="*/ 64675 w 78135"/>
                      <a:gd name="connsiteY3" fmla="*/ 42171 h 111037"/>
                      <a:gd name="connsiteX4" fmla="*/ 34290 w 78135"/>
                      <a:gd name="connsiteY4" fmla="*/ 75509 h 111037"/>
                      <a:gd name="connsiteX5" fmla="*/ 0 w 78135"/>
                      <a:gd name="connsiteY5" fmla="*/ 85510 h 111037"/>
                      <a:gd name="connsiteX6" fmla="*/ 49530 w 78135"/>
                      <a:gd name="connsiteY6" fmla="*/ 111038 h 111037"/>
                      <a:gd name="connsiteX7" fmla="*/ 37719 w 78135"/>
                      <a:gd name="connsiteY7" fmla="*/ 100084 h 111037"/>
                      <a:gd name="connsiteX8" fmla="*/ 31432 w 78135"/>
                      <a:gd name="connsiteY8" fmla="*/ 87320 h 111037"/>
                      <a:gd name="connsiteX9" fmla="*/ 36195 w 78135"/>
                      <a:gd name="connsiteY9" fmla="*/ 83034 h 111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8135" h="111037">
                        <a:moveTo>
                          <a:pt x="36195" y="83034"/>
                        </a:moveTo>
                        <a:cubicBezTo>
                          <a:pt x="52292" y="72366"/>
                          <a:pt x="64484" y="57888"/>
                          <a:pt x="71342" y="41600"/>
                        </a:cubicBezTo>
                        <a:cubicBezTo>
                          <a:pt x="74104" y="35123"/>
                          <a:pt x="85249" y="-1834"/>
                          <a:pt x="71152" y="71"/>
                        </a:cubicBezTo>
                        <a:cubicBezTo>
                          <a:pt x="75152" y="15121"/>
                          <a:pt x="72104" y="28551"/>
                          <a:pt x="64675" y="42171"/>
                        </a:cubicBezTo>
                        <a:cubicBezTo>
                          <a:pt x="57626" y="55031"/>
                          <a:pt x="47911" y="67127"/>
                          <a:pt x="34290" y="75509"/>
                        </a:cubicBezTo>
                        <a:cubicBezTo>
                          <a:pt x="24479" y="81510"/>
                          <a:pt x="12287" y="85225"/>
                          <a:pt x="0" y="85510"/>
                        </a:cubicBezTo>
                        <a:cubicBezTo>
                          <a:pt x="19336" y="88749"/>
                          <a:pt x="37433" y="97798"/>
                          <a:pt x="49530" y="111038"/>
                        </a:cubicBezTo>
                        <a:cubicBezTo>
                          <a:pt x="47911" y="106275"/>
                          <a:pt x="42291" y="103322"/>
                          <a:pt x="37719" y="100084"/>
                        </a:cubicBezTo>
                        <a:cubicBezTo>
                          <a:pt x="33147" y="96845"/>
                          <a:pt x="28956" y="91702"/>
                          <a:pt x="31432" y="87320"/>
                        </a:cubicBezTo>
                        <a:cubicBezTo>
                          <a:pt x="32385" y="85510"/>
                          <a:pt x="34290" y="84272"/>
                          <a:pt x="36195" y="8303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26" name="Forme libre : forme 18125">
                    <a:extLst>
                      <a:ext uri="{FF2B5EF4-FFF2-40B4-BE49-F238E27FC236}">
                        <a16:creationId xmlns:a16="http://schemas.microsoft.com/office/drawing/2014/main" id="{291106C9-F4C3-4391-9AFF-355741B49FB1}"/>
                      </a:ext>
                    </a:extLst>
                  </p:cNvPr>
                  <p:cNvSpPr/>
                  <p:nvPr/>
                </p:nvSpPr>
                <p:spPr>
                  <a:xfrm>
                    <a:off x="3167828" y="5450871"/>
                    <a:ext cx="14192" cy="1347"/>
                  </a:xfrm>
                  <a:custGeom>
                    <a:avLst/>
                    <a:gdLst>
                      <a:gd name="connsiteX0" fmla="*/ 14192 w 14192"/>
                      <a:gd name="connsiteY0" fmla="*/ 1333 h 1347"/>
                      <a:gd name="connsiteX1" fmla="*/ 0 w 14192"/>
                      <a:gd name="connsiteY1" fmla="*/ 0 h 1347"/>
                      <a:gd name="connsiteX2" fmla="*/ 14192 w 14192"/>
                      <a:gd name="connsiteY2" fmla="*/ 1333 h 1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192" h="1347">
                        <a:moveTo>
                          <a:pt x="14192" y="1333"/>
                        </a:moveTo>
                        <a:cubicBezTo>
                          <a:pt x="9525" y="571"/>
                          <a:pt x="4763" y="0"/>
                          <a:pt x="0" y="0"/>
                        </a:cubicBezTo>
                        <a:cubicBezTo>
                          <a:pt x="4667" y="1048"/>
                          <a:pt x="9430" y="1428"/>
                          <a:pt x="14192" y="133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27" name="Forme libre : forme 18126">
                    <a:extLst>
                      <a:ext uri="{FF2B5EF4-FFF2-40B4-BE49-F238E27FC236}">
                        <a16:creationId xmlns:a16="http://schemas.microsoft.com/office/drawing/2014/main" id="{983E9D7F-7C91-4C6D-B249-41367BEA2340}"/>
                      </a:ext>
                    </a:extLst>
                  </p:cNvPr>
                  <p:cNvSpPr/>
                  <p:nvPr/>
                </p:nvSpPr>
                <p:spPr>
                  <a:xfrm>
                    <a:off x="3765332" y="5271140"/>
                    <a:ext cx="175164" cy="107245"/>
                  </a:xfrm>
                  <a:custGeom>
                    <a:avLst/>
                    <a:gdLst>
                      <a:gd name="connsiteX0" fmla="*/ 80963 w 175164"/>
                      <a:gd name="connsiteY0" fmla="*/ 107246 h 107245"/>
                      <a:gd name="connsiteX1" fmla="*/ 108966 w 175164"/>
                      <a:gd name="connsiteY1" fmla="*/ 69337 h 107245"/>
                      <a:gd name="connsiteX2" fmla="*/ 175165 w 175164"/>
                      <a:gd name="connsiteY2" fmla="*/ 34666 h 107245"/>
                      <a:gd name="connsiteX3" fmla="*/ 103251 w 175164"/>
                      <a:gd name="connsiteY3" fmla="*/ 61145 h 107245"/>
                      <a:gd name="connsiteX4" fmla="*/ 57912 w 175164"/>
                      <a:gd name="connsiteY4" fmla="*/ 19711 h 107245"/>
                      <a:gd name="connsiteX5" fmla="*/ 0 w 175164"/>
                      <a:gd name="connsiteY5" fmla="*/ 2852 h 107245"/>
                      <a:gd name="connsiteX6" fmla="*/ 50006 w 175164"/>
                      <a:gd name="connsiteY6" fmla="*/ 19902 h 107245"/>
                      <a:gd name="connsiteX7" fmla="*/ 90202 w 175164"/>
                      <a:gd name="connsiteY7" fmla="*/ 68289 h 107245"/>
                      <a:gd name="connsiteX8" fmla="*/ 86677 w 175164"/>
                      <a:gd name="connsiteY8" fmla="*/ 92006 h 107245"/>
                      <a:gd name="connsiteX9" fmla="*/ 80963 w 175164"/>
                      <a:gd name="connsiteY9" fmla="*/ 107246 h 107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5164" h="107245">
                        <a:moveTo>
                          <a:pt x="80963" y="107246"/>
                        </a:moveTo>
                        <a:cubicBezTo>
                          <a:pt x="88201" y="93435"/>
                          <a:pt x="96679" y="80195"/>
                          <a:pt x="108966" y="69337"/>
                        </a:cubicBezTo>
                        <a:cubicBezTo>
                          <a:pt x="126873" y="53430"/>
                          <a:pt x="151352" y="43905"/>
                          <a:pt x="175165" y="34666"/>
                        </a:cubicBezTo>
                        <a:cubicBezTo>
                          <a:pt x="150209" y="41524"/>
                          <a:pt x="126111" y="50477"/>
                          <a:pt x="103251" y="61145"/>
                        </a:cubicBezTo>
                        <a:cubicBezTo>
                          <a:pt x="108204" y="58764"/>
                          <a:pt x="62389" y="22378"/>
                          <a:pt x="57912" y="19711"/>
                        </a:cubicBezTo>
                        <a:cubicBezTo>
                          <a:pt x="48387" y="14092"/>
                          <a:pt x="8954" y="-7720"/>
                          <a:pt x="0" y="2852"/>
                        </a:cubicBezTo>
                        <a:cubicBezTo>
                          <a:pt x="14192" y="10377"/>
                          <a:pt x="34576" y="12091"/>
                          <a:pt x="50006" y="19902"/>
                        </a:cubicBezTo>
                        <a:cubicBezTo>
                          <a:pt x="70961" y="30570"/>
                          <a:pt x="88392" y="48286"/>
                          <a:pt x="90202" y="68289"/>
                        </a:cubicBezTo>
                        <a:cubicBezTo>
                          <a:pt x="90868" y="76385"/>
                          <a:pt x="89059" y="84291"/>
                          <a:pt x="86677" y="92006"/>
                        </a:cubicBezTo>
                        <a:cubicBezTo>
                          <a:pt x="85058" y="97245"/>
                          <a:pt x="83058" y="102293"/>
                          <a:pt x="80963" y="10724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28" name="Forme libre : forme 18127">
                    <a:extLst>
                      <a:ext uri="{FF2B5EF4-FFF2-40B4-BE49-F238E27FC236}">
                        <a16:creationId xmlns:a16="http://schemas.microsoft.com/office/drawing/2014/main" id="{82EDC69D-117E-439D-A4C0-5E34C160FD8B}"/>
                      </a:ext>
                    </a:extLst>
                  </p:cNvPr>
                  <p:cNvSpPr/>
                  <p:nvPr/>
                </p:nvSpPr>
                <p:spPr>
                  <a:xfrm>
                    <a:off x="3836769" y="5378386"/>
                    <a:ext cx="9525" cy="19431"/>
                  </a:xfrm>
                  <a:custGeom>
                    <a:avLst/>
                    <a:gdLst>
                      <a:gd name="connsiteX0" fmla="*/ 9525 w 9525"/>
                      <a:gd name="connsiteY0" fmla="*/ 0 h 19431"/>
                      <a:gd name="connsiteX1" fmla="*/ 0 w 9525"/>
                      <a:gd name="connsiteY1" fmla="*/ 19431 h 19431"/>
                      <a:gd name="connsiteX2" fmla="*/ 9525 w 9525"/>
                      <a:gd name="connsiteY2" fmla="*/ 0 h 19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525" h="19431">
                        <a:moveTo>
                          <a:pt x="9525" y="0"/>
                        </a:moveTo>
                        <a:cubicBezTo>
                          <a:pt x="6191" y="6382"/>
                          <a:pt x="3048" y="12954"/>
                          <a:pt x="0" y="19431"/>
                        </a:cubicBezTo>
                        <a:cubicBezTo>
                          <a:pt x="3620" y="13145"/>
                          <a:pt x="6763" y="6668"/>
                          <a:pt x="9525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29" name="Forme libre : forme 18128">
                    <a:extLst>
                      <a:ext uri="{FF2B5EF4-FFF2-40B4-BE49-F238E27FC236}">
                        <a16:creationId xmlns:a16="http://schemas.microsoft.com/office/drawing/2014/main" id="{581990AB-EAE8-42DA-9192-AF51150C9848}"/>
                      </a:ext>
                    </a:extLst>
                  </p:cNvPr>
                  <p:cNvSpPr/>
                  <p:nvPr/>
                </p:nvSpPr>
                <p:spPr>
                  <a:xfrm>
                    <a:off x="3778571" y="5087778"/>
                    <a:ext cx="22859" cy="33527"/>
                  </a:xfrm>
                  <a:custGeom>
                    <a:avLst/>
                    <a:gdLst>
                      <a:gd name="connsiteX0" fmla="*/ 22860 w 22859"/>
                      <a:gd name="connsiteY0" fmla="*/ 33528 h 33527"/>
                      <a:gd name="connsiteX1" fmla="*/ 0 w 22859"/>
                      <a:gd name="connsiteY1" fmla="*/ 0 h 33527"/>
                      <a:gd name="connsiteX2" fmla="*/ 22860 w 22859"/>
                      <a:gd name="connsiteY2" fmla="*/ 33528 h 33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2859" h="33527">
                        <a:moveTo>
                          <a:pt x="22860" y="33528"/>
                        </a:moveTo>
                        <a:cubicBezTo>
                          <a:pt x="16097" y="22003"/>
                          <a:pt x="8287" y="10858"/>
                          <a:pt x="0" y="0"/>
                        </a:cubicBezTo>
                        <a:cubicBezTo>
                          <a:pt x="7620" y="11239"/>
                          <a:pt x="15240" y="22384"/>
                          <a:pt x="22860" y="3352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30" name="Forme libre : forme 18129">
                    <a:extLst>
                      <a:ext uri="{FF2B5EF4-FFF2-40B4-BE49-F238E27FC236}">
                        <a16:creationId xmlns:a16="http://schemas.microsoft.com/office/drawing/2014/main" id="{F462E717-85D1-4E98-BC6B-A61611C8A52D}"/>
                      </a:ext>
                    </a:extLst>
                  </p:cNvPr>
                  <p:cNvSpPr/>
                  <p:nvPr/>
                </p:nvSpPr>
                <p:spPr>
                  <a:xfrm>
                    <a:off x="3794782" y="5121306"/>
                    <a:ext cx="45729" cy="138779"/>
                  </a:xfrm>
                  <a:custGeom>
                    <a:avLst/>
                    <a:gdLst>
                      <a:gd name="connsiteX0" fmla="*/ 363 w 45729"/>
                      <a:gd name="connsiteY0" fmla="*/ 138779 h 138779"/>
                      <a:gd name="connsiteX1" fmla="*/ 36272 w 45729"/>
                      <a:gd name="connsiteY1" fmla="*/ 113348 h 138779"/>
                      <a:gd name="connsiteX2" fmla="*/ 42273 w 45729"/>
                      <a:gd name="connsiteY2" fmla="*/ 61722 h 138779"/>
                      <a:gd name="connsiteX3" fmla="*/ 15222 w 45729"/>
                      <a:gd name="connsiteY3" fmla="*/ 12573 h 138779"/>
                      <a:gd name="connsiteX4" fmla="*/ 6649 w 45729"/>
                      <a:gd name="connsiteY4" fmla="*/ 0 h 138779"/>
                      <a:gd name="connsiteX5" fmla="*/ 26842 w 45729"/>
                      <a:gd name="connsiteY5" fmla="*/ 50102 h 138779"/>
                      <a:gd name="connsiteX6" fmla="*/ 23413 w 45729"/>
                      <a:gd name="connsiteY6" fmla="*/ 99536 h 138779"/>
                      <a:gd name="connsiteX7" fmla="*/ 363 w 45729"/>
                      <a:gd name="connsiteY7" fmla="*/ 138779 h 138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729" h="138779">
                        <a:moveTo>
                          <a:pt x="363" y="138779"/>
                        </a:moveTo>
                        <a:cubicBezTo>
                          <a:pt x="14269" y="132779"/>
                          <a:pt x="27985" y="124587"/>
                          <a:pt x="36272" y="113348"/>
                        </a:cubicBezTo>
                        <a:cubicBezTo>
                          <a:pt x="47321" y="98393"/>
                          <a:pt x="47797" y="79153"/>
                          <a:pt x="42273" y="61722"/>
                        </a:cubicBezTo>
                        <a:cubicBezTo>
                          <a:pt x="36843" y="44291"/>
                          <a:pt x="25985" y="28385"/>
                          <a:pt x="15222" y="12573"/>
                        </a:cubicBezTo>
                        <a:cubicBezTo>
                          <a:pt x="12364" y="8382"/>
                          <a:pt x="9507" y="4191"/>
                          <a:pt x="6649" y="0"/>
                        </a:cubicBezTo>
                        <a:cubicBezTo>
                          <a:pt x="16079" y="16002"/>
                          <a:pt x="23508" y="32671"/>
                          <a:pt x="26842" y="50102"/>
                        </a:cubicBezTo>
                        <a:cubicBezTo>
                          <a:pt x="29985" y="66580"/>
                          <a:pt x="29128" y="83725"/>
                          <a:pt x="23413" y="99536"/>
                        </a:cubicBezTo>
                        <a:cubicBezTo>
                          <a:pt x="20079" y="108681"/>
                          <a:pt x="-3162" y="131826"/>
                          <a:pt x="363" y="13877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31" name="Forme libre : forme 18130">
                    <a:extLst>
                      <a:ext uri="{FF2B5EF4-FFF2-40B4-BE49-F238E27FC236}">
                        <a16:creationId xmlns:a16="http://schemas.microsoft.com/office/drawing/2014/main" id="{18782ADE-F6AD-4494-8652-F4471D07256D}"/>
                      </a:ext>
                    </a:extLst>
                  </p:cNvPr>
                  <p:cNvSpPr/>
                  <p:nvPr/>
                </p:nvSpPr>
                <p:spPr>
                  <a:xfrm>
                    <a:off x="4002885" y="5043678"/>
                    <a:ext cx="128301" cy="197833"/>
                  </a:xfrm>
                  <a:custGeom>
                    <a:avLst/>
                    <a:gdLst>
                      <a:gd name="connsiteX0" fmla="*/ 67913 w 128301"/>
                      <a:gd name="connsiteY0" fmla="*/ 106966 h 197833"/>
                      <a:gd name="connsiteX1" fmla="*/ 72485 w 128301"/>
                      <a:gd name="connsiteY1" fmla="*/ 110490 h 197833"/>
                      <a:gd name="connsiteX2" fmla="*/ 94869 w 128301"/>
                      <a:gd name="connsiteY2" fmla="*/ 157067 h 197833"/>
                      <a:gd name="connsiteX3" fmla="*/ 128302 w 128301"/>
                      <a:gd name="connsiteY3" fmla="*/ 197834 h 197833"/>
                      <a:gd name="connsiteX4" fmla="*/ 100679 w 128301"/>
                      <a:gd name="connsiteY4" fmla="*/ 141827 h 197833"/>
                      <a:gd name="connsiteX5" fmla="*/ 94297 w 128301"/>
                      <a:gd name="connsiteY5" fmla="*/ 95155 h 197833"/>
                      <a:gd name="connsiteX6" fmla="*/ 103727 w 128301"/>
                      <a:gd name="connsiteY6" fmla="*/ 63246 h 197833"/>
                      <a:gd name="connsiteX7" fmla="*/ 90868 w 128301"/>
                      <a:gd name="connsiteY7" fmla="*/ 0 h 197833"/>
                      <a:gd name="connsiteX8" fmla="*/ 91535 w 128301"/>
                      <a:gd name="connsiteY8" fmla="*/ 24479 h 197833"/>
                      <a:gd name="connsiteX9" fmla="*/ 82391 w 128301"/>
                      <a:gd name="connsiteY9" fmla="*/ 64008 h 197833"/>
                      <a:gd name="connsiteX10" fmla="*/ 36671 w 128301"/>
                      <a:gd name="connsiteY10" fmla="*/ 104489 h 197833"/>
                      <a:gd name="connsiteX11" fmla="*/ 0 w 128301"/>
                      <a:gd name="connsiteY11" fmla="*/ 116300 h 197833"/>
                      <a:gd name="connsiteX12" fmla="*/ 60293 w 128301"/>
                      <a:gd name="connsiteY12" fmla="*/ 106680 h 197833"/>
                      <a:gd name="connsiteX13" fmla="*/ 67913 w 128301"/>
                      <a:gd name="connsiteY13" fmla="*/ 106966 h 197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28301" h="197833">
                        <a:moveTo>
                          <a:pt x="67913" y="106966"/>
                        </a:moveTo>
                        <a:cubicBezTo>
                          <a:pt x="69818" y="107632"/>
                          <a:pt x="71247" y="109156"/>
                          <a:pt x="72485" y="110490"/>
                        </a:cubicBezTo>
                        <a:cubicBezTo>
                          <a:pt x="84391" y="124206"/>
                          <a:pt x="88678" y="141065"/>
                          <a:pt x="94869" y="157067"/>
                        </a:cubicBezTo>
                        <a:cubicBezTo>
                          <a:pt x="101060" y="173069"/>
                          <a:pt x="110585" y="189643"/>
                          <a:pt x="128302" y="197834"/>
                        </a:cubicBezTo>
                        <a:cubicBezTo>
                          <a:pt x="112395" y="182213"/>
                          <a:pt x="106299" y="161639"/>
                          <a:pt x="100679" y="141827"/>
                        </a:cubicBezTo>
                        <a:cubicBezTo>
                          <a:pt x="96298" y="126492"/>
                          <a:pt x="91916" y="110680"/>
                          <a:pt x="94297" y="95155"/>
                        </a:cubicBezTo>
                        <a:cubicBezTo>
                          <a:pt x="96012" y="84201"/>
                          <a:pt x="100965" y="73914"/>
                          <a:pt x="103727" y="63246"/>
                        </a:cubicBezTo>
                        <a:cubicBezTo>
                          <a:pt x="107156" y="49625"/>
                          <a:pt x="110204" y="7525"/>
                          <a:pt x="90868" y="0"/>
                        </a:cubicBezTo>
                        <a:cubicBezTo>
                          <a:pt x="91535" y="8191"/>
                          <a:pt x="92011" y="16287"/>
                          <a:pt x="91535" y="24479"/>
                        </a:cubicBezTo>
                        <a:cubicBezTo>
                          <a:pt x="90773" y="38005"/>
                          <a:pt x="88678" y="51721"/>
                          <a:pt x="82391" y="64008"/>
                        </a:cubicBezTo>
                        <a:cubicBezTo>
                          <a:pt x="73533" y="81439"/>
                          <a:pt x="56483" y="95345"/>
                          <a:pt x="36671" y="104489"/>
                        </a:cubicBezTo>
                        <a:cubicBezTo>
                          <a:pt x="25241" y="109823"/>
                          <a:pt x="12763" y="113538"/>
                          <a:pt x="0" y="116300"/>
                        </a:cubicBezTo>
                        <a:cubicBezTo>
                          <a:pt x="20098" y="113062"/>
                          <a:pt x="40196" y="109918"/>
                          <a:pt x="60293" y="106680"/>
                        </a:cubicBezTo>
                        <a:cubicBezTo>
                          <a:pt x="62770" y="106489"/>
                          <a:pt x="65532" y="106108"/>
                          <a:pt x="67913" y="10696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32" name="Forme libre : forme 18131">
                    <a:extLst>
                      <a:ext uri="{FF2B5EF4-FFF2-40B4-BE49-F238E27FC236}">
                        <a16:creationId xmlns:a16="http://schemas.microsoft.com/office/drawing/2014/main" id="{3C81AAC2-57BA-484F-B663-AD5B7F60CA39}"/>
                      </a:ext>
                    </a:extLst>
                  </p:cNvPr>
                  <p:cNvSpPr/>
                  <p:nvPr/>
                </p:nvSpPr>
                <p:spPr>
                  <a:xfrm>
                    <a:off x="3974405" y="5160168"/>
                    <a:ext cx="28479" cy="4571"/>
                  </a:xfrm>
                  <a:custGeom>
                    <a:avLst/>
                    <a:gdLst>
                      <a:gd name="connsiteX0" fmla="*/ 0 w 28479"/>
                      <a:gd name="connsiteY0" fmla="*/ 4572 h 4571"/>
                      <a:gd name="connsiteX1" fmla="*/ 28480 w 28479"/>
                      <a:gd name="connsiteY1" fmla="*/ 0 h 4571"/>
                      <a:gd name="connsiteX2" fmla="*/ 0 w 28479"/>
                      <a:gd name="connsiteY2" fmla="*/ 4572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479" h="4571">
                        <a:moveTo>
                          <a:pt x="0" y="4572"/>
                        </a:moveTo>
                        <a:cubicBezTo>
                          <a:pt x="9620" y="3620"/>
                          <a:pt x="19145" y="2000"/>
                          <a:pt x="28480" y="0"/>
                        </a:cubicBezTo>
                        <a:cubicBezTo>
                          <a:pt x="18955" y="1524"/>
                          <a:pt x="9430" y="3048"/>
                          <a:pt x="0" y="457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33" name="Forme libre : forme 18132">
                    <a:extLst>
                      <a:ext uri="{FF2B5EF4-FFF2-40B4-BE49-F238E27FC236}">
                        <a16:creationId xmlns:a16="http://schemas.microsoft.com/office/drawing/2014/main" id="{CCFA6C7E-E49A-411E-B3EF-5FA4A0BA1104}"/>
                      </a:ext>
                    </a:extLst>
                  </p:cNvPr>
                  <p:cNvSpPr/>
                  <p:nvPr/>
                </p:nvSpPr>
                <p:spPr>
                  <a:xfrm>
                    <a:off x="4034032" y="5253377"/>
                    <a:ext cx="184784" cy="105768"/>
                  </a:xfrm>
                  <a:custGeom>
                    <a:avLst/>
                    <a:gdLst>
                      <a:gd name="connsiteX0" fmla="*/ 60293 w 184784"/>
                      <a:gd name="connsiteY0" fmla="*/ 21949 h 105768"/>
                      <a:gd name="connsiteX1" fmla="*/ 119539 w 184784"/>
                      <a:gd name="connsiteY1" fmla="*/ 8233 h 105768"/>
                      <a:gd name="connsiteX2" fmla="*/ 184785 w 184784"/>
                      <a:gd name="connsiteY2" fmla="*/ 6041 h 105768"/>
                      <a:gd name="connsiteX3" fmla="*/ 135160 w 184784"/>
                      <a:gd name="connsiteY3" fmla="*/ 517 h 105768"/>
                      <a:gd name="connsiteX4" fmla="*/ 68389 w 184784"/>
                      <a:gd name="connsiteY4" fmla="*/ 10137 h 105768"/>
                      <a:gd name="connsiteX5" fmla="*/ 19526 w 184784"/>
                      <a:gd name="connsiteY5" fmla="*/ 50047 h 105768"/>
                      <a:gd name="connsiteX6" fmla="*/ 0 w 184784"/>
                      <a:gd name="connsiteY6" fmla="*/ 105768 h 105768"/>
                      <a:gd name="connsiteX7" fmla="*/ 60293 w 184784"/>
                      <a:gd name="connsiteY7" fmla="*/ 21949 h 105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4784" h="105768">
                        <a:moveTo>
                          <a:pt x="60293" y="21949"/>
                        </a:moveTo>
                        <a:cubicBezTo>
                          <a:pt x="77914" y="13185"/>
                          <a:pt x="98870" y="9947"/>
                          <a:pt x="119539" y="8233"/>
                        </a:cubicBezTo>
                        <a:cubicBezTo>
                          <a:pt x="139541" y="6613"/>
                          <a:pt x="166116" y="10899"/>
                          <a:pt x="184785" y="6041"/>
                        </a:cubicBezTo>
                        <a:cubicBezTo>
                          <a:pt x="171164" y="-1578"/>
                          <a:pt x="150590" y="-54"/>
                          <a:pt x="135160" y="517"/>
                        </a:cubicBezTo>
                        <a:cubicBezTo>
                          <a:pt x="112395" y="1374"/>
                          <a:pt x="88963" y="2422"/>
                          <a:pt x="68389" y="10137"/>
                        </a:cubicBezTo>
                        <a:cubicBezTo>
                          <a:pt x="47149" y="18138"/>
                          <a:pt x="30575" y="32997"/>
                          <a:pt x="19526" y="50047"/>
                        </a:cubicBezTo>
                        <a:cubicBezTo>
                          <a:pt x="8572" y="67097"/>
                          <a:pt x="2953" y="86337"/>
                          <a:pt x="0" y="105768"/>
                        </a:cubicBezTo>
                        <a:cubicBezTo>
                          <a:pt x="10858" y="73574"/>
                          <a:pt x="25813" y="39093"/>
                          <a:pt x="60293" y="2194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34" name="Forme libre : forme 18133">
                    <a:extLst>
                      <a:ext uri="{FF2B5EF4-FFF2-40B4-BE49-F238E27FC236}">
                        <a16:creationId xmlns:a16="http://schemas.microsoft.com/office/drawing/2014/main" id="{8F2E6690-E2A5-4AE4-A287-755E5EBE262D}"/>
                      </a:ext>
                    </a:extLst>
                  </p:cNvPr>
                  <p:cNvSpPr/>
                  <p:nvPr/>
                </p:nvSpPr>
                <p:spPr>
                  <a:xfrm>
                    <a:off x="4329593" y="5093779"/>
                    <a:ext cx="32480" cy="18287"/>
                  </a:xfrm>
                  <a:custGeom>
                    <a:avLst/>
                    <a:gdLst>
                      <a:gd name="connsiteX0" fmla="*/ 32480 w 32480"/>
                      <a:gd name="connsiteY0" fmla="*/ 0 h 18287"/>
                      <a:gd name="connsiteX1" fmla="*/ 0 w 32480"/>
                      <a:gd name="connsiteY1" fmla="*/ 18288 h 18287"/>
                      <a:gd name="connsiteX2" fmla="*/ 26384 w 32480"/>
                      <a:gd name="connsiteY2" fmla="*/ 5334 h 18287"/>
                      <a:gd name="connsiteX3" fmla="*/ 32480 w 32480"/>
                      <a:gd name="connsiteY3" fmla="*/ 0 h 18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80" h="18287">
                        <a:moveTo>
                          <a:pt x="32480" y="0"/>
                        </a:moveTo>
                        <a:cubicBezTo>
                          <a:pt x="21146" y="5334"/>
                          <a:pt x="10287" y="11430"/>
                          <a:pt x="0" y="18288"/>
                        </a:cubicBezTo>
                        <a:cubicBezTo>
                          <a:pt x="9049" y="14097"/>
                          <a:pt x="18288" y="10096"/>
                          <a:pt x="26384" y="5334"/>
                        </a:cubicBezTo>
                        <a:cubicBezTo>
                          <a:pt x="28480" y="3524"/>
                          <a:pt x="30480" y="1714"/>
                          <a:pt x="3248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35" name="Forme libre : forme 18134">
                    <a:extLst>
                      <a:ext uri="{FF2B5EF4-FFF2-40B4-BE49-F238E27FC236}">
                        <a16:creationId xmlns:a16="http://schemas.microsoft.com/office/drawing/2014/main" id="{6CBA8F21-7FEA-45D8-A5B6-B8E384BA2EEE}"/>
                      </a:ext>
                    </a:extLst>
                  </p:cNvPr>
                  <p:cNvSpPr/>
                  <p:nvPr/>
                </p:nvSpPr>
                <p:spPr>
                  <a:xfrm>
                    <a:off x="4520759" y="5091112"/>
                    <a:ext cx="6381" cy="3714"/>
                  </a:xfrm>
                  <a:custGeom>
                    <a:avLst/>
                    <a:gdLst>
                      <a:gd name="connsiteX0" fmla="*/ 0 w 6381"/>
                      <a:gd name="connsiteY0" fmla="*/ 0 h 3714"/>
                      <a:gd name="connsiteX1" fmla="*/ 6382 w 6381"/>
                      <a:gd name="connsiteY1" fmla="*/ 3715 h 3714"/>
                      <a:gd name="connsiteX2" fmla="*/ 0 w 6381"/>
                      <a:gd name="connsiteY2" fmla="*/ 0 h 3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381" h="3714">
                        <a:moveTo>
                          <a:pt x="0" y="0"/>
                        </a:moveTo>
                        <a:cubicBezTo>
                          <a:pt x="2191" y="1238"/>
                          <a:pt x="4382" y="2381"/>
                          <a:pt x="6382" y="3715"/>
                        </a:cubicBezTo>
                        <a:cubicBezTo>
                          <a:pt x="4286" y="2381"/>
                          <a:pt x="2095" y="114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36" name="Forme libre : forme 18135">
                    <a:extLst>
                      <a:ext uri="{FF2B5EF4-FFF2-40B4-BE49-F238E27FC236}">
                        <a16:creationId xmlns:a16="http://schemas.microsoft.com/office/drawing/2014/main" id="{71C25719-8302-4FAB-A703-C09EEE58F241}"/>
                      </a:ext>
                    </a:extLst>
                  </p:cNvPr>
                  <p:cNvSpPr/>
                  <p:nvPr/>
                </p:nvSpPr>
                <p:spPr>
                  <a:xfrm>
                    <a:off x="4289397" y="5112067"/>
                    <a:ext cx="40195" cy="30860"/>
                  </a:xfrm>
                  <a:custGeom>
                    <a:avLst/>
                    <a:gdLst>
                      <a:gd name="connsiteX0" fmla="*/ 0 w 40195"/>
                      <a:gd name="connsiteY0" fmla="*/ 30861 h 30860"/>
                      <a:gd name="connsiteX1" fmla="*/ 40196 w 40195"/>
                      <a:gd name="connsiteY1" fmla="*/ 0 h 30860"/>
                      <a:gd name="connsiteX2" fmla="*/ 0 w 40195"/>
                      <a:gd name="connsiteY2" fmla="*/ 30861 h 30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0195" h="30860">
                        <a:moveTo>
                          <a:pt x="0" y="30861"/>
                        </a:moveTo>
                        <a:cubicBezTo>
                          <a:pt x="12478" y="19907"/>
                          <a:pt x="25908" y="9430"/>
                          <a:pt x="40196" y="0"/>
                        </a:cubicBezTo>
                        <a:cubicBezTo>
                          <a:pt x="23146" y="7811"/>
                          <a:pt x="6763" y="16097"/>
                          <a:pt x="0" y="3086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37" name="Forme libre : forme 18136">
                    <a:extLst>
                      <a:ext uri="{FF2B5EF4-FFF2-40B4-BE49-F238E27FC236}">
                        <a16:creationId xmlns:a16="http://schemas.microsoft.com/office/drawing/2014/main" id="{EED457A8-1747-42B6-93F1-EB670CA0A76B}"/>
                      </a:ext>
                    </a:extLst>
                  </p:cNvPr>
                  <p:cNvSpPr/>
                  <p:nvPr/>
                </p:nvSpPr>
                <p:spPr>
                  <a:xfrm>
                    <a:off x="4527141" y="5094827"/>
                    <a:ext cx="11239" cy="7810"/>
                  </a:xfrm>
                  <a:custGeom>
                    <a:avLst/>
                    <a:gdLst>
                      <a:gd name="connsiteX0" fmla="*/ 0 w 11239"/>
                      <a:gd name="connsiteY0" fmla="*/ 0 h 7810"/>
                      <a:gd name="connsiteX1" fmla="*/ 11239 w 11239"/>
                      <a:gd name="connsiteY1" fmla="*/ 7811 h 7810"/>
                      <a:gd name="connsiteX2" fmla="*/ 0 w 11239"/>
                      <a:gd name="connsiteY2" fmla="*/ 0 h 7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239" h="7810">
                        <a:moveTo>
                          <a:pt x="0" y="0"/>
                        </a:moveTo>
                        <a:cubicBezTo>
                          <a:pt x="3906" y="2381"/>
                          <a:pt x="7715" y="4953"/>
                          <a:pt x="11239" y="7811"/>
                        </a:cubicBezTo>
                        <a:cubicBezTo>
                          <a:pt x="7620" y="5048"/>
                          <a:pt x="3906" y="238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38" name="Forme libre : forme 18137">
                    <a:extLst>
                      <a:ext uri="{FF2B5EF4-FFF2-40B4-BE49-F238E27FC236}">
                        <a16:creationId xmlns:a16="http://schemas.microsoft.com/office/drawing/2014/main" id="{F28B5661-4575-4805-A2C5-A8160663B95A}"/>
                      </a:ext>
                    </a:extLst>
                  </p:cNvPr>
                  <p:cNvSpPr/>
                  <p:nvPr/>
                </p:nvSpPr>
                <p:spPr>
                  <a:xfrm>
                    <a:off x="4362073" y="5006245"/>
                    <a:ext cx="158686" cy="87534"/>
                  </a:xfrm>
                  <a:custGeom>
                    <a:avLst/>
                    <a:gdLst>
                      <a:gd name="connsiteX0" fmla="*/ 158687 w 158686"/>
                      <a:gd name="connsiteY0" fmla="*/ 84867 h 87534"/>
                      <a:gd name="connsiteX1" fmla="*/ 72771 w 158686"/>
                      <a:gd name="connsiteY1" fmla="*/ 61626 h 87534"/>
                      <a:gd name="connsiteX2" fmla="*/ 65437 w 158686"/>
                      <a:gd name="connsiteY2" fmla="*/ 60388 h 87534"/>
                      <a:gd name="connsiteX3" fmla="*/ 61246 w 158686"/>
                      <a:gd name="connsiteY3" fmla="*/ 54483 h 87534"/>
                      <a:gd name="connsiteX4" fmla="*/ 39053 w 158686"/>
                      <a:gd name="connsiteY4" fmla="*/ 0 h 87534"/>
                      <a:gd name="connsiteX5" fmla="*/ 36290 w 158686"/>
                      <a:gd name="connsiteY5" fmla="*/ 23241 h 87534"/>
                      <a:gd name="connsiteX6" fmla="*/ 30766 w 158686"/>
                      <a:gd name="connsiteY6" fmla="*/ 50196 h 87534"/>
                      <a:gd name="connsiteX7" fmla="*/ 0 w 158686"/>
                      <a:gd name="connsiteY7" fmla="*/ 87535 h 87534"/>
                      <a:gd name="connsiteX8" fmla="*/ 42386 w 158686"/>
                      <a:gd name="connsiteY8" fmla="*/ 72390 h 87534"/>
                      <a:gd name="connsiteX9" fmla="*/ 158687 w 158686"/>
                      <a:gd name="connsiteY9" fmla="*/ 84867 h 87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8686" h="87534">
                        <a:moveTo>
                          <a:pt x="158687" y="84867"/>
                        </a:moveTo>
                        <a:cubicBezTo>
                          <a:pt x="133255" y="70389"/>
                          <a:pt x="103061" y="62007"/>
                          <a:pt x="72771" y="61626"/>
                        </a:cubicBezTo>
                        <a:cubicBezTo>
                          <a:pt x="70295" y="61626"/>
                          <a:pt x="67532" y="61531"/>
                          <a:pt x="65437" y="60388"/>
                        </a:cubicBezTo>
                        <a:cubicBezTo>
                          <a:pt x="63151" y="59055"/>
                          <a:pt x="62103" y="56673"/>
                          <a:pt x="61246" y="54483"/>
                        </a:cubicBezTo>
                        <a:cubicBezTo>
                          <a:pt x="54959" y="38100"/>
                          <a:pt x="50768" y="13906"/>
                          <a:pt x="39053" y="0"/>
                        </a:cubicBezTo>
                        <a:cubicBezTo>
                          <a:pt x="30766" y="3334"/>
                          <a:pt x="36481" y="16573"/>
                          <a:pt x="36290" y="23241"/>
                        </a:cubicBezTo>
                        <a:cubicBezTo>
                          <a:pt x="36100" y="32480"/>
                          <a:pt x="34195" y="41529"/>
                          <a:pt x="30766" y="50196"/>
                        </a:cubicBezTo>
                        <a:cubicBezTo>
                          <a:pt x="24289" y="66580"/>
                          <a:pt x="13049" y="76390"/>
                          <a:pt x="0" y="87535"/>
                        </a:cubicBezTo>
                        <a:cubicBezTo>
                          <a:pt x="13430" y="81248"/>
                          <a:pt x="27432" y="75914"/>
                          <a:pt x="42386" y="72390"/>
                        </a:cubicBezTo>
                        <a:cubicBezTo>
                          <a:pt x="80677" y="63341"/>
                          <a:pt x="124968" y="66675"/>
                          <a:pt x="158687" y="8486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39" name="Forme libre : forme 18138">
                    <a:extLst>
                      <a:ext uri="{FF2B5EF4-FFF2-40B4-BE49-F238E27FC236}">
                        <a16:creationId xmlns:a16="http://schemas.microsoft.com/office/drawing/2014/main" id="{E762DCFF-6BF4-44DF-9BB3-F7F0E2C09A95}"/>
                      </a:ext>
                    </a:extLst>
                  </p:cNvPr>
                  <p:cNvSpPr/>
                  <p:nvPr/>
                </p:nvSpPr>
                <p:spPr>
                  <a:xfrm>
                    <a:off x="4489136" y="5195125"/>
                    <a:ext cx="124605" cy="238411"/>
                  </a:xfrm>
                  <a:custGeom>
                    <a:avLst/>
                    <a:gdLst>
                      <a:gd name="connsiteX0" fmla="*/ 45434 w 124605"/>
                      <a:gd name="connsiteY0" fmla="*/ 148590 h 238411"/>
                      <a:gd name="connsiteX1" fmla="*/ 85916 w 124605"/>
                      <a:gd name="connsiteY1" fmla="*/ 116491 h 238411"/>
                      <a:gd name="connsiteX2" fmla="*/ 114109 w 124605"/>
                      <a:gd name="connsiteY2" fmla="*/ 89249 h 238411"/>
                      <a:gd name="connsiteX3" fmla="*/ 123158 w 124605"/>
                      <a:gd name="connsiteY3" fmla="*/ 38291 h 238411"/>
                      <a:gd name="connsiteX4" fmla="*/ 105823 w 124605"/>
                      <a:gd name="connsiteY4" fmla="*/ 0 h 238411"/>
                      <a:gd name="connsiteX5" fmla="*/ 102775 w 124605"/>
                      <a:gd name="connsiteY5" fmla="*/ 64484 h 238411"/>
                      <a:gd name="connsiteX6" fmla="*/ 46101 w 124605"/>
                      <a:gd name="connsiteY6" fmla="*/ 131064 h 238411"/>
                      <a:gd name="connsiteX7" fmla="*/ 0 w 124605"/>
                      <a:gd name="connsiteY7" fmla="*/ 149257 h 238411"/>
                      <a:gd name="connsiteX8" fmla="*/ 33242 w 124605"/>
                      <a:gd name="connsiteY8" fmla="*/ 168593 h 238411"/>
                      <a:gd name="connsiteX9" fmla="*/ 54769 w 124605"/>
                      <a:gd name="connsiteY9" fmla="*/ 206979 h 238411"/>
                      <a:gd name="connsiteX10" fmla="*/ 76581 w 124605"/>
                      <a:gd name="connsiteY10" fmla="*/ 238411 h 238411"/>
                      <a:gd name="connsiteX11" fmla="*/ 61626 w 124605"/>
                      <a:gd name="connsiteY11" fmla="*/ 198311 h 238411"/>
                      <a:gd name="connsiteX12" fmla="*/ 41053 w 124605"/>
                      <a:gd name="connsiteY12" fmla="*/ 159544 h 238411"/>
                      <a:gd name="connsiteX13" fmla="*/ 40481 w 124605"/>
                      <a:gd name="connsiteY13" fmla="*/ 154400 h 238411"/>
                      <a:gd name="connsiteX14" fmla="*/ 45434 w 124605"/>
                      <a:gd name="connsiteY14" fmla="*/ 148590 h 238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4605" h="238411">
                        <a:moveTo>
                          <a:pt x="45434" y="148590"/>
                        </a:moveTo>
                        <a:cubicBezTo>
                          <a:pt x="58960" y="137922"/>
                          <a:pt x="72485" y="127159"/>
                          <a:pt x="85916" y="116491"/>
                        </a:cubicBezTo>
                        <a:cubicBezTo>
                          <a:pt x="96393" y="108204"/>
                          <a:pt x="107061" y="99727"/>
                          <a:pt x="114109" y="89249"/>
                        </a:cubicBezTo>
                        <a:cubicBezTo>
                          <a:pt x="124301" y="74200"/>
                          <a:pt x="126492" y="55722"/>
                          <a:pt x="123158" y="38291"/>
                        </a:cubicBezTo>
                        <a:cubicBezTo>
                          <a:pt x="121063" y="27242"/>
                          <a:pt x="117348" y="7334"/>
                          <a:pt x="105823" y="0"/>
                        </a:cubicBezTo>
                        <a:cubicBezTo>
                          <a:pt x="109157" y="22574"/>
                          <a:pt x="111633" y="42482"/>
                          <a:pt x="102775" y="64484"/>
                        </a:cubicBezTo>
                        <a:cubicBezTo>
                          <a:pt x="92107" y="90678"/>
                          <a:pt x="71057" y="113062"/>
                          <a:pt x="46101" y="131064"/>
                        </a:cubicBezTo>
                        <a:cubicBezTo>
                          <a:pt x="33051" y="140494"/>
                          <a:pt x="17050" y="149066"/>
                          <a:pt x="0" y="149257"/>
                        </a:cubicBezTo>
                        <a:cubicBezTo>
                          <a:pt x="13145" y="151448"/>
                          <a:pt x="25146" y="159258"/>
                          <a:pt x="33242" y="168593"/>
                        </a:cubicBezTo>
                        <a:cubicBezTo>
                          <a:pt x="43243" y="180118"/>
                          <a:pt x="48577" y="193834"/>
                          <a:pt x="54769" y="206979"/>
                        </a:cubicBezTo>
                        <a:cubicBezTo>
                          <a:pt x="60103" y="218313"/>
                          <a:pt x="66675" y="229553"/>
                          <a:pt x="76581" y="238411"/>
                        </a:cubicBezTo>
                        <a:cubicBezTo>
                          <a:pt x="66675" y="227648"/>
                          <a:pt x="66770" y="211741"/>
                          <a:pt x="61626" y="198311"/>
                        </a:cubicBezTo>
                        <a:cubicBezTo>
                          <a:pt x="56483" y="184881"/>
                          <a:pt x="45530" y="173164"/>
                          <a:pt x="41053" y="159544"/>
                        </a:cubicBezTo>
                        <a:cubicBezTo>
                          <a:pt x="40481" y="157829"/>
                          <a:pt x="40005" y="156115"/>
                          <a:pt x="40481" y="154400"/>
                        </a:cubicBezTo>
                        <a:cubicBezTo>
                          <a:pt x="41243" y="152019"/>
                          <a:pt x="43339" y="150209"/>
                          <a:pt x="45434" y="14859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40" name="Forme libre : forme 18139">
                    <a:extLst>
                      <a:ext uri="{FF2B5EF4-FFF2-40B4-BE49-F238E27FC236}">
                        <a16:creationId xmlns:a16="http://schemas.microsoft.com/office/drawing/2014/main" id="{6C3C4F4F-AE85-486F-BCE4-07EA75F6AFB5}"/>
                      </a:ext>
                    </a:extLst>
                  </p:cNvPr>
                  <p:cNvSpPr/>
                  <p:nvPr/>
                </p:nvSpPr>
                <p:spPr>
                  <a:xfrm>
                    <a:off x="4479992" y="5343665"/>
                    <a:ext cx="9334" cy="717"/>
                  </a:xfrm>
                  <a:custGeom>
                    <a:avLst/>
                    <a:gdLst>
                      <a:gd name="connsiteX0" fmla="*/ 9334 w 9334"/>
                      <a:gd name="connsiteY0" fmla="*/ 717 h 717"/>
                      <a:gd name="connsiteX1" fmla="*/ 0 w 9334"/>
                      <a:gd name="connsiteY1" fmla="*/ 50 h 717"/>
                      <a:gd name="connsiteX2" fmla="*/ 9334 w 9334"/>
                      <a:gd name="connsiteY2" fmla="*/ 717 h 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334" h="717">
                        <a:moveTo>
                          <a:pt x="9334" y="717"/>
                        </a:moveTo>
                        <a:cubicBezTo>
                          <a:pt x="6287" y="240"/>
                          <a:pt x="3143" y="-140"/>
                          <a:pt x="0" y="50"/>
                        </a:cubicBezTo>
                        <a:cubicBezTo>
                          <a:pt x="3048" y="622"/>
                          <a:pt x="6191" y="717"/>
                          <a:pt x="9334" y="71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41" name="Forme libre : forme 18140">
                    <a:extLst>
                      <a:ext uri="{FF2B5EF4-FFF2-40B4-BE49-F238E27FC236}">
                        <a16:creationId xmlns:a16="http://schemas.microsoft.com/office/drawing/2014/main" id="{0540F6A3-9F51-46D8-9189-0DAE09E6AB3C}"/>
                      </a:ext>
                    </a:extLst>
                  </p:cNvPr>
                  <p:cNvSpPr/>
                  <p:nvPr/>
                </p:nvSpPr>
                <p:spPr>
                  <a:xfrm>
                    <a:off x="4565908" y="5433536"/>
                    <a:ext cx="4953" cy="4286"/>
                  </a:xfrm>
                  <a:custGeom>
                    <a:avLst/>
                    <a:gdLst>
                      <a:gd name="connsiteX0" fmla="*/ 4953 w 4953"/>
                      <a:gd name="connsiteY0" fmla="*/ 4286 h 4286"/>
                      <a:gd name="connsiteX1" fmla="*/ 0 w 4953"/>
                      <a:gd name="connsiteY1" fmla="*/ 0 h 4286"/>
                      <a:gd name="connsiteX2" fmla="*/ 4953 w 4953"/>
                      <a:gd name="connsiteY2" fmla="*/ 4286 h 4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953" h="4286">
                        <a:moveTo>
                          <a:pt x="4953" y="4286"/>
                        </a:moveTo>
                        <a:cubicBezTo>
                          <a:pt x="3143" y="2953"/>
                          <a:pt x="1619" y="1428"/>
                          <a:pt x="0" y="0"/>
                        </a:cubicBezTo>
                        <a:cubicBezTo>
                          <a:pt x="1429" y="1524"/>
                          <a:pt x="3048" y="2953"/>
                          <a:pt x="4953" y="428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42" name="Forme libre : forme 18141">
                    <a:extLst>
                      <a:ext uri="{FF2B5EF4-FFF2-40B4-BE49-F238E27FC236}">
                        <a16:creationId xmlns:a16="http://schemas.microsoft.com/office/drawing/2014/main" id="{E6C78289-ED2A-40AB-8371-E9A271B092BD}"/>
                      </a:ext>
                    </a:extLst>
                  </p:cNvPr>
                  <p:cNvSpPr/>
                  <p:nvPr/>
                </p:nvSpPr>
                <p:spPr>
                  <a:xfrm>
                    <a:off x="4762789" y="4999672"/>
                    <a:ext cx="20955" cy="17430"/>
                  </a:xfrm>
                  <a:custGeom>
                    <a:avLst/>
                    <a:gdLst>
                      <a:gd name="connsiteX0" fmla="*/ 0 w 20955"/>
                      <a:gd name="connsiteY0" fmla="*/ 17430 h 17430"/>
                      <a:gd name="connsiteX1" fmla="*/ 20955 w 20955"/>
                      <a:gd name="connsiteY1" fmla="*/ 0 h 17430"/>
                      <a:gd name="connsiteX2" fmla="*/ 0 w 20955"/>
                      <a:gd name="connsiteY2" fmla="*/ 17430 h 17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955" h="17430">
                        <a:moveTo>
                          <a:pt x="0" y="17430"/>
                        </a:moveTo>
                        <a:cubicBezTo>
                          <a:pt x="7048" y="11811"/>
                          <a:pt x="14192" y="6096"/>
                          <a:pt x="20955" y="0"/>
                        </a:cubicBezTo>
                        <a:cubicBezTo>
                          <a:pt x="13145" y="5048"/>
                          <a:pt x="6191" y="10953"/>
                          <a:pt x="0" y="1743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43" name="Forme libre : forme 18142">
                    <a:extLst>
                      <a:ext uri="{FF2B5EF4-FFF2-40B4-BE49-F238E27FC236}">
                        <a16:creationId xmlns:a16="http://schemas.microsoft.com/office/drawing/2014/main" id="{1D304516-63BE-4AE5-83B1-4E60CFF9F00A}"/>
                      </a:ext>
                    </a:extLst>
                  </p:cNvPr>
                  <p:cNvSpPr/>
                  <p:nvPr/>
                </p:nvSpPr>
                <p:spPr>
                  <a:xfrm>
                    <a:off x="4637917" y="4963477"/>
                    <a:ext cx="124872" cy="154495"/>
                  </a:xfrm>
                  <a:custGeom>
                    <a:avLst/>
                    <a:gdLst>
                      <a:gd name="connsiteX0" fmla="*/ 81725 w 124872"/>
                      <a:gd name="connsiteY0" fmla="*/ 92774 h 154495"/>
                      <a:gd name="connsiteX1" fmla="*/ 72866 w 124872"/>
                      <a:gd name="connsiteY1" fmla="*/ 98298 h 154495"/>
                      <a:gd name="connsiteX2" fmla="*/ 65056 w 124872"/>
                      <a:gd name="connsiteY2" fmla="*/ 94869 h 154495"/>
                      <a:gd name="connsiteX3" fmla="*/ 31147 w 124872"/>
                      <a:gd name="connsiteY3" fmla="*/ 64104 h 154495"/>
                      <a:gd name="connsiteX4" fmla="*/ 0 w 124872"/>
                      <a:gd name="connsiteY4" fmla="*/ 0 h 154495"/>
                      <a:gd name="connsiteX5" fmla="*/ 70390 w 124872"/>
                      <a:gd name="connsiteY5" fmla="*/ 113157 h 154495"/>
                      <a:gd name="connsiteX6" fmla="*/ 89249 w 124872"/>
                      <a:gd name="connsiteY6" fmla="*/ 130588 h 154495"/>
                      <a:gd name="connsiteX7" fmla="*/ 95536 w 124872"/>
                      <a:gd name="connsiteY7" fmla="*/ 154496 h 154495"/>
                      <a:gd name="connsiteX8" fmla="*/ 124873 w 124872"/>
                      <a:gd name="connsiteY8" fmla="*/ 53530 h 154495"/>
                      <a:gd name="connsiteX9" fmla="*/ 81725 w 124872"/>
                      <a:gd name="connsiteY9" fmla="*/ 92774 h 154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4872" h="154495">
                        <a:moveTo>
                          <a:pt x="81725" y="92774"/>
                        </a:moveTo>
                        <a:cubicBezTo>
                          <a:pt x="79534" y="95441"/>
                          <a:pt x="76771" y="98393"/>
                          <a:pt x="72866" y="98298"/>
                        </a:cubicBezTo>
                        <a:cubicBezTo>
                          <a:pt x="69914" y="98298"/>
                          <a:pt x="67342" y="96488"/>
                          <a:pt x="65056" y="94869"/>
                        </a:cubicBezTo>
                        <a:cubicBezTo>
                          <a:pt x="52483" y="85535"/>
                          <a:pt x="39814" y="76105"/>
                          <a:pt x="31147" y="64104"/>
                        </a:cubicBezTo>
                        <a:cubicBezTo>
                          <a:pt x="16764" y="44196"/>
                          <a:pt x="15050" y="19527"/>
                          <a:pt x="0" y="0"/>
                        </a:cubicBezTo>
                        <a:cubicBezTo>
                          <a:pt x="3334" y="43149"/>
                          <a:pt x="29623" y="85344"/>
                          <a:pt x="70390" y="113157"/>
                        </a:cubicBezTo>
                        <a:cubicBezTo>
                          <a:pt x="77724" y="118206"/>
                          <a:pt x="85916" y="123254"/>
                          <a:pt x="89249" y="130588"/>
                        </a:cubicBezTo>
                        <a:cubicBezTo>
                          <a:pt x="92678" y="138303"/>
                          <a:pt x="90107" y="147543"/>
                          <a:pt x="95536" y="154496"/>
                        </a:cubicBezTo>
                        <a:cubicBezTo>
                          <a:pt x="87344" y="119539"/>
                          <a:pt x="98584" y="81153"/>
                          <a:pt x="124873" y="53530"/>
                        </a:cubicBezTo>
                        <a:cubicBezTo>
                          <a:pt x="109538" y="65818"/>
                          <a:pt x="94298" y="77724"/>
                          <a:pt x="81725" y="9277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44" name="Forme libre : forme 18143">
                    <a:extLst>
                      <a:ext uri="{FF2B5EF4-FFF2-40B4-BE49-F238E27FC236}">
                        <a16:creationId xmlns:a16="http://schemas.microsoft.com/office/drawing/2014/main" id="{05674225-48B0-4CF1-8ECC-8700F1BB8496}"/>
                      </a:ext>
                    </a:extLst>
                  </p:cNvPr>
                  <p:cNvSpPr/>
                  <p:nvPr/>
                </p:nvSpPr>
                <p:spPr>
                  <a:xfrm>
                    <a:off x="4796031" y="5194579"/>
                    <a:ext cx="142970" cy="229432"/>
                  </a:xfrm>
                  <a:custGeom>
                    <a:avLst/>
                    <a:gdLst>
                      <a:gd name="connsiteX0" fmla="*/ 105537 w 142970"/>
                      <a:gd name="connsiteY0" fmla="*/ 78461 h 229432"/>
                      <a:gd name="connsiteX1" fmla="*/ 142970 w 142970"/>
                      <a:gd name="connsiteY1" fmla="*/ 66650 h 229432"/>
                      <a:gd name="connsiteX2" fmla="*/ 91916 w 142970"/>
                      <a:gd name="connsiteY2" fmla="*/ 79032 h 229432"/>
                      <a:gd name="connsiteX3" fmla="*/ 74867 w 142970"/>
                      <a:gd name="connsiteY3" fmla="*/ 84747 h 229432"/>
                      <a:gd name="connsiteX4" fmla="*/ 60293 w 142970"/>
                      <a:gd name="connsiteY4" fmla="*/ 29883 h 229432"/>
                      <a:gd name="connsiteX5" fmla="*/ 41910 w 142970"/>
                      <a:gd name="connsiteY5" fmla="*/ 13310 h 229432"/>
                      <a:gd name="connsiteX6" fmla="*/ 4858 w 142970"/>
                      <a:gd name="connsiteY6" fmla="*/ 3309 h 229432"/>
                      <a:gd name="connsiteX7" fmla="*/ 34100 w 142970"/>
                      <a:gd name="connsiteY7" fmla="*/ 23026 h 229432"/>
                      <a:gd name="connsiteX8" fmla="*/ 55341 w 142970"/>
                      <a:gd name="connsiteY8" fmla="*/ 69507 h 229432"/>
                      <a:gd name="connsiteX9" fmla="*/ 0 w 142970"/>
                      <a:gd name="connsiteY9" fmla="*/ 229432 h 229432"/>
                      <a:gd name="connsiteX10" fmla="*/ 71057 w 142970"/>
                      <a:gd name="connsiteY10" fmla="*/ 133420 h 229432"/>
                      <a:gd name="connsiteX11" fmla="*/ 73153 w 142970"/>
                      <a:gd name="connsiteY11" fmla="*/ 203619 h 229432"/>
                      <a:gd name="connsiteX12" fmla="*/ 87440 w 142970"/>
                      <a:gd name="connsiteY12" fmla="*/ 96368 h 229432"/>
                      <a:gd name="connsiteX13" fmla="*/ 92297 w 142970"/>
                      <a:gd name="connsiteY13" fmla="*/ 85033 h 229432"/>
                      <a:gd name="connsiteX14" fmla="*/ 105537 w 142970"/>
                      <a:gd name="connsiteY14" fmla="*/ 78461 h 229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2970" h="229432">
                        <a:moveTo>
                          <a:pt x="105537" y="78461"/>
                        </a:moveTo>
                        <a:cubicBezTo>
                          <a:pt x="118015" y="74556"/>
                          <a:pt x="130493" y="70651"/>
                          <a:pt x="142970" y="66650"/>
                        </a:cubicBezTo>
                        <a:cubicBezTo>
                          <a:pt x="124683" y="65411"/>
                          <a:pt x="106204" y="69888"/>
                          <a:pt x="91916" y="79032"/>
                        </a:cubicBezTo>
                        <a:cubicBezTo>
                          <a:pt x="86869" y="82271"/>
                          <a:pt x="81058" y="86271"/>
                          <a:pt x="74867" y="84747"/>
                        </a:cubicBezTo>
                        <a:cubicBezTo>
                          <a:pt x="59913" y="70079"/>
                          <a:pt x="70581" y="47028"/>
                          <a:pt x="60293" y="29883"/>
                        </a:cubicBezTo>
                        <a:cubicBezTo>
                          <a:pt x="56293" y="23120"/>
                          <a:pt x="49245" y="17882"/>
                          <a:pt x="41910" y="13310"/>
                        </a:cubicBezTo>
                        <a:cubicBezTo>
                          <a:pt x="34576" y="8738"/>
                          <a:pt x="11811" y="-6693"/>
                          <a:pt x="4858" y="3309"/>
                        </a:cubicBezTo>
                        <a:cubicBezTo>
                          <a:pt x="14574" y="9976"/>
                          <a:pt x="25718" y="14548"/>
                          <a:pt x="34100" y="23026"/>
                        </a:cubicBezTo>
                        <a:cubicBezTo>
                          <a:pt x="46959" y="36170"/>
                          <a:pt x="52483" y="53029"/>
                          <a:pt x="55341" y="69507"/>
                        </a:cubicBezTo>
                        <a:cubicBezTo>
                          <a:pt x="65151" y="126848"/>
                          <a:pt x="44578" y="186474"/>
                          <a:pt x="0" y="229432"/>
                        </a:cubicBezTo>
                        <a:cubicBezTo>
                          <a:pt x="30766" y="201714"/>
                          <a:pt x="55055" y="168948"/>
                          <a:pt x="71057" y="133420"/>
                        </a:cubicBezTo>
                        <a:cubicBezTo>
                          <a:pt x="66770" y="156661"/>
                          <a:pt x="62675" y="181331"/>
                          <a:pt x="73153" y="203619"/>
                        </a:cubicBezTo>
                        <a:cubicBezTo>
                          <a:pt x="75248" y="167615"/>
                          <a:pt x="80010" y="131706"/>
                          <a:pt x="87440" y="96368"/>
                        </a:cubicBezTo>
                        <a:cubicBezTo>
                          <a:pt x="88297" y="92367"/>
                          <a:pt x="89250" y="88176"/>
                          <a:pt x="92297" y="85033"/>
                        </a:cubicBezTo>
                        <a:cubicBezTo>
                          <a:pt x="95631" y="81699"/>
                          <a:pt x="100679" y="79985"/>
                          <a:pt x="105537" y="7846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45" name="Forme libre : forme 18144">
                    <a:extLst>
                      <a:ext uri="{FF2B5EF4-FFF2-40B4-BE49-F238E27FC236}">
                        <a16:creationId xmlns:a16="http://schemas.microsoft.com/office/drawing/2014/main" id="{0EF1C4C8-6A19-45D3-9CB1-CE50FF943DAE}"/>
                      </a:ext>
                    </a:extLst>
                  </p:cNvPr>
                  <p:cNvSpPr/>
                  <p:nvPr/>
                </p:nvSpPr>
                <p:spPr>
                  <a:xfrm>
                    <a:off x="4978435" y="5028628"/>
                    <a:ext cx="129825" cy="123348"/>
                  </a:xfrm>
                  <a:custGeom>
                    <a:avLst/>
                    <a:gdLst>
                      <a:gd name="connsiteX0" fmla="*/ 73533 w 129825"/>
                      <a:gd name="connsiteY0" fmla="*/ 89821 h 123348"/>
                      <a:gd name="connsiteX1" fmla="*/ 48863 w 129825"/>
                      <a:gd name="connsiteY1" fmla="*/ 72200 h 123348"/>
                      <a:gd name="connsiteX2" fmla="*/ 41910 w 129825"/>
                      <a:gd name="connsiteY2" fmla="*/ 69152 h 123348"/>
                      <a:gd name="connsiteX3" fmla="*/ 40196 w 129825"/>
                      <a:gd name="connsiteY3" fmla="*/ 57626 h 123348"/>
                      <a:gd name="connsiteX4" fmla="*/ 35433 w 129825"/>
                      <a:gd name="connsiteY4" fmla="*/ 0 h 123348"/>
                      <a:gd name="connsiteX5" fmla="*/ 30289 w 129825"/>
                      <a:gd name="connsiteY5" fmla="*/ 53054 h 123348"/>
                      <a:gd name="connsiteX6" fmla="*/ 0 w 129825"/>
                      <a:gd name="connsiteY6" fmla="*/ 83534 h 123348"/>
                      <a:gd name="connsiteX7" fmla="*/ 42958 w 129825"/>
                      <a:gd name="connsiteY7" fmla="*/ 80676 h 123348"/>
                      <a:gd name="connsiteX8" fmla="*/ 63818 w 129825"/>
                      <a:gd name="connsiteY8" fmla="*/ 91821 h 123348"/>
                      <a:gd name="connsiteX9" fmla="*/ 129826 w 129825"/>
                      <a:gd name="connsiteY9" fmla="*/ 123349 h 123348"/>
                      <a:gd name="connsiteX10" fmla="*/ 73533 w 129825"/>
                      <a:gd name="connsiteY10" fmla="*/ 89821 h 123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9825" h="123348">
                        <a:moveTo>
                          <a:pt x="73533" y="89821"/>
                        </a:moveTo>
                        <a:cubicBezTo>
                          <a:pt x="65913" y="83248"/>
                          <a:pt x="58864" y="75724"/>
                          <a:pt x="48863" y="72200"/>
                        </a:cubicBezTo>
                        <a:cubicBezTo>
                          <a:pt x="46482" y="71342"/>
                          <a:pt x="43815" y="70771"/>
                          <a:pt x="41910" y="69152"/>
                        </a:cubicBezTo>
                        <a:cubicBezTo>
                          <a:pt x="38481" y="66199"/>
                          <a:pt x="39243" y="61532"/>
                          <a:pt x="40196" y="57626"/>
                        </a:cubicBezTo>
                        <a:cubicBezTo>
                          <a:pt x="42672" y="46577"/>
                          <a:pt x="48768" y="6096"/>
                          <a:pt x="35433" y="0"/>
                        </a:cubicBezTo>
                        <a:cubicBezTo>
                          <a:pt x="38005" y="18764"/>
                          <a:pt x="39814" y="35528"/>
                          <a:pt x="30289" y="53054"/>
                        </a:cubicBezTo>
                        <a:cubicBezTo>
                          <a:pt x="23717" y="65246"/>
                          <a:pt x="13049" y="75819"/>
                          <a:pt x="0" y="83534"/>
                        </a:cubicBezTo>
                        <a:cubicBezTo>
                          <a:pt x="14002" y="78486"/>
                          <a:pt x="28766" y="76009"/>
                          <a:pt x="42958" y="80676"/>
                        </a:cubicBezTo>
                        <a:cubicBezTo>
                          <a:pt x="50673" y="83248"/>
                          <a:pt x="57245" y="87725"/>
                          <a:pt x="63818" y="91821"/>
                        </a:cubicBezTo>
                        <a:cubicBezTo>
                          <a:pt x="84201" y="104584"/>
                          <a:pt x="106394" y="115252"/>
                          <a:pt x="129826" y="123349"/>
                        </a:cubicBezTo>
                        <a:cubicBezTo>
                          <a:pt x="109824" y="113633"/>
                          <a:pt x="89631" y="103632"/>
                          <a:pt x="73533" y="8982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46" name="Forme libre : forme 18145">
                    <a:extLst>
                      <a:ext uri="{FF2B5EF4-FFF2-40B4-BE49-F238E27FC236}">
                        <a16:creationId xmlns:a16="http://schemas.microsoft.com/office/drawing/2014/main" id="{11B4BFE6-1E3A-490F-9B86-7AC7ABA9EF34}"/>
                      </a:ext>
                    </a:extLst>
                  </p:cNvPr>
                  <p:cNvSpPr/>
                  <p:nvPr/>
                </p:nvSpPr>
                <p:spPr>
                  <a:xfrm>
                    <a:off x="4957195" y="5112257"/>
                    <a:ext cx="21145" cy="9430"/>
                  </a:xfrm>
                  <a:custGeom>
                    <a:avLst/>
                    <a:gdLst>
                      <a:gd name="connsiteX0" fmla="*/ 21145 w 21145"/>
                      <a:gd name="connsiteY0" fmla="*/ 0 h 9430"/>
                      <a:gd name="connsiteX1" fmla="*/ 0 w 21145"/>
                      <a:gd name="connsiteY1" fmla="*/ 9430 h 9430"/>
                      <a:gd name="connsiteX2" fmla="*/ 21145 w 21145"/>
                      <a:gd name="connsiteY2" fmla="*/ 0 h 9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145" h="9430">
                        <a:moveTo>
                          <a:pt x="21145" y="0"/>
                        </a:moveTo>
                        <a:cubicBezTo>
                          <a:pt x="13811" y="2667"/>
                          <a:pt x="6668" y="6001"/>
                          <a:pt x="0" y="9430"/>
                        </a:cubicBezTo>
                        <a:cubicBezTo>
                          <a:pt x="7525" y="7049"/>
                          <a:pt x="14573" y="3810"/>
                          <a:pt x="21145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47" name="Forme libre : forme 18146">
                    <a:extLst>
                      <a:ext uri="{FF2B5EF4-FFF2-40B4-BE49-F238E27FC236}">
                        <a16:creationId xmlns:a16="http://schemas.microsoft.com/office/drawing/2014/main" id="{9F216A1C-6B2D-44C3-9062-2A900081B3F6}"/>
                      </a:ext>
                    </a:extLst>
                  </p:cNvPr>
                  <p:cNvSpPr/>
                  <p:nvPr/>
                </p:nvSpPr>
                <p:spPr>
                  <a:xfrm>
                    <a:off x="5156648" y="5363717"/>
                    <a:ext cx="11715" cy="48577"/>
                  </a:xfrm>
                  <a:custGeom>
                    <a:avLst/>
                    <a:gdLst>
                      <a:gd name="connsiteX0" fmla="*/ 11716 w 11715"/>
                      <a:gd name="connsiteY0" fmla="*/ 48577 h 48577"/>
                      <a:gd name="connsiteX1" fmla="*/ 7334 w 11715"/>
                      <a:gd name="connsiteY1" fmla="*/ 19431 h 48577"/>
                      <a:gd name="connsiteX2" fmla="*/ 3429 w 11715"/>
                      <a:gd name="connsiteY2" fmla="*/ 0 h 48577"/>
                      <a:gd name="connsiteX3" fmla="*/ 1524 w 11715"/>
                      <a:gd name="connsiteY3" fmla="*/ 4191 h 48577"/>
                      <a:gd name="connsiteX4" fmla="*/ 762 w 11715"/>
                      <a:gd name="connsiteY4" fmla="*/ 25241 h 48577"/>
                      <a:gd name="connsiteX5" fmla="*/ 2477 w 11715"/>
                      <a:gd name="connsiteY5" fmla="*/ 41339 h 48577"/>
                      <a:gd name="connsiteX6" fmla="*/ 3143 w 11715"/>
                      <a:gd name="connsiteY6" fmla="*/ 41720 h 48577"/>
                      <a:gd name="connsiteX7" fmla="*/ 11716 w 11715"/>
                      <a:gd name="connsiteY7" fmla="*/ 48577 h 48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715" h="48577">
                        <a:moveTo>
                          <a:pt x="11716" y="48577"/>
                        </a:moveTo>
                        <a:cubicBezTo>
                          <a:pt x="6858" y="39434"/>
                          <a:pt x="5334" y="29051"/>
                          <a:pt x="7334" y="19431"/>
                        </a:cubicBezTo>
                        <a:cubicBezTo>
                          <a:pt x="8572" y="13716"/>
                          <a:pt x="6858" y="6763"/>
                          <a:pt x="3429" y="0"/>
                        </a:cubicBezTo>
                        <a:cubicBezTo>
                          <a:pt x="2667" y="1334"/>
                          <a:pt x="2000" y="2762"/>
                          <a:pt x="1524" y="4191"/>
                        </a:cubicBezTo>
                        <a:cubicBezTo>
                          <a:pt x="-762" y="10954"/>
                          <a:pt x="0" y="18193"/>
                          <a:pt x="762" y="25241"/>
                        </a:cubicBezTo>
                        <a:cubicBezTo>
                          <a:pt x="1333" y="30575"/>
                          <a:pt x="1905" y="35909"/>
                          <a:pt x="2477" y="41339"/>
                        </a:cubicBezTo>
                        <a:cubicBezTo>
                          <a:pt x="2667" y="41434"/>
                          <a:pt x="2953" y="41624"/>
                          <a:pt x="3143" y="41720"/>
                        </a:cubicBezTo>
                        <a:cubicBezTo>
                          <a:pt x="6096" y="43910"/>
                          <a:pt x="8382" y="46863"/>
                          <a:pt x="11716" y="48577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48" name="Forme libre : forme 18147">
                    <a:extLst>
                      <a:ext uri="{FF2B5EF4-FFF2-40B4-BE49-F238E27FC236}">
                        <a16:creationId xmlns:a16="http://schemas.microsoft.com/office/drawing/2014/main" id="{31336C57-CF39-4E9C-9AB4-D14C4A25AA6D}"/>
                      </a:ext>
                    </a:extLst>
                  </p:cNvPr>
                  <p:cNvSpPr/>
                  <p:nvPr/>
                </p:nvSpPr>
                <p:spPr>
                  <a:xfrm>
                    <a:off x="5091497" y="5375228"/>
                    <a:ext cx="58674" cy="75702"/>
                  </a:xfrm>
                  <a:custGeom>
                    <a:avLst/>
                    <a:gdLst>
                      <a:gd name="connsiteX0" fmla="*/ 50006 w 58674"/>
                      <a:gd name="connsiteY0" fmla="*/ 110 h 75702"/>
                      <a:gd name="connsiteX1" fmla="*/ 41624 w 58674"/>
                      <a:gd name="connsiteY1" fmla="*/ 31923 h 75702"/>
                      <a:gd name="connsiteX2" fmla="*/ 0 w 58674"/>
                      <a:gd name="connsiteY2" fmla="*/ 74595 h 75702"/>
                      <a:gd name="connsiteX3" fmla="*/ 22670 w 58674"/>
                      <a:gd name="connsiteY3" fmla="*/ 65547 h 75702"/>
                      <a:gd name="connsiteX4" fmla="*/ 54197 w 58674"/>
                      <a:gd name="connsiteY4" fmla="*/ 30495 h 75702"/>
                      <a:gd name="connsiteX5" fmla="*/ 57531 w 58674"/>
                      <a:gd name="connsiteY5" fmla="*/ 27732 h 75702"/>
                      <a:gd name="connsiteX6" fmla="*/ 58674 w 58674"/>
                      <a:gd name="connsiteY6" fmla="*/ 27447 h 75702"/>
                      <a:gd name="connsiteX7" fmla="*/ 53626 w 58674"/>
                      <a:gd name="connsiteY7" fmla="*/ 110 h 75702"/>
                      <a:gd name="connsiteX8" fmla="*/ 50006 w 58674"/>
                      <a:gd name="connsiteY8" fmla="*/ 110 h 75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674" h="75702">
                        <a:moveTo>
                          <a:pt x="50006" y="110"/>
                        </a:moveTo>
                        <a:cubicBezTo>
                          <a:pt x="49625" y="10301"/>
                          <a:pt x="46958" y="20493"/>
                          <a:pt x="41624" y="31923"/>
                        </a:cubicBezTo>
                        <a:cubicBezTo>
                          <a:pt x="33528" y="49735"/>
                          <a:pt x="21717" y="68500"/>
                          <a:pt x="0" y="74595"/>
                        </a:cubicBezTo>
                        <a:cubicBezTo>
                          <a:pt x="8287" y="78405"/>
                          <a:pt x="17145" y="71642"/>
                          <a:pt x="22670" y="65547"/>
                        </a:cubicBezTo>
                        <a:cubicBezTo>
                          <a:pt x="33147" y="53831"/>
                          <a:pt x="43720" y="42210"/>
                          <a:pt x="54197" y="30495"/>
                        </a:cubicBezTo>
                        <a:cubicBezTo>
                          <a:pt x="55150" y="29447"/>
                          <a:pt x="56102" y="28399"/>
                          <a:pt x="57531" y="27732"/>
                        </a:cubicBezTo>
                        <a:cubicBezTo>
                          <a:pt x="57912" y="27542"/>
                          <a:pt x="58293" y="27542"/>
                          <a:pt x="58674" y="27447"/>
                        </a:cubicBezTo>
                        <a:cubicBezTo>
                          <a:pt x="56579" y="18398"/>
                          <a:pt x="54769" y="9254"/>
                          <a:pt x="53626" y="110"/>
                        </a:cubicBezTo>
                        <a:cubicBezTo>
                          <a:pt x="52292" y="-81"/>
                          <a:pt x="51149" y="15"/>
                          <a:pt x="50006" y="110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49" name="Forme libre : forme 18148">
                    <a:extLst>
                      <a:ext uri="{FF2B5EF4-FFF2-40B4-BE49-F238E27FC236}">
                        <a16:creationId xmlns:a16="http://schemas.microsoft.com/office/drawing/2014/main" id="{C498D2EB-4186-48FD-8C36-394CE29E4D5D}"/>
                      </a:ext>
                    </a:extLst>
                  </p:cNvPr>
                  <p:cNvSpPr/>
                  <p:nvPr/>
                </p:nvSpPr>
                <p:spPr>
                  <a:xfrm>
                    <a:off x="5244279" y="5025295"/>
                    <a:ext cx="111754" cy="136226"/>
                  </a:xfrm>
                  <a:custGeom>
                    <a:avLst/>
                    <a:gdLst>
                      <a:gd name="connsiteX0" fmla="*/ 81343 w 111754"/>
                      <a:gd name="connsiteY0" fmla="*/ 87630 h 136226"/>
                      <a:gd name="connsiteX1" fmla="*/ 110775 w 111754"/>
                      <a:gd name="connsiteY1" fmla="*/ 0 h 136226"/>
                      <a:gd name="connsiteX2" fmla="*/ 58959 w 111754"/>
                      <a:gd name="connsiteY2" fmla="*/ 97631 h 136226"/>
                      <a:gd name="connsiteX3" fmla="*/ 0 w 111754"/>
                      <a:gd name="connsiteY3" fmla="*/ 130683 h 136226"/>
                      <a:gd name="connsiteX4" fmla="*/ 81343 w 111754"/>
                      <a:gd name="connsiteY4" fmla="*/ 87630 h 136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54" h="136226">
                        <a:moveTo>
                          <a:pt x="81343" y="87630"/>
                        </a:moveTo>
                        <a:cubicBezTo>
                          <a:pt x="100013" y="61150"/>
                          <a:pt x="115919" y="31051"/>
                          <a:pt x="110775" y="0"/>
                        </a:cubicBezTo>
                        <a:cubicBezTo>
                          <a:pt x="102775" y="35623"/>
                          <a:pt x="88011" y="71056"/>
                          <a:pt x="58959" y="97631"/>
                        </a:cubicBezTo>
                        <a:cubicBezTo>
                          <a:pt x="41719" y="113347"/>
                          <a:pt x="18764" y="118872"/>
                          <a:pt x="0" y="130683"/>
                        </a:cubicBezTo>
                        <a:cubicBezTo>
                          <a:pt x="29337" y="152495"/>
                          <a:pt x="69818" y="104013"/>
                          <a:pt x="81343" y="8763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50" name="Forme libre : forme 18149">
                    <a:extLst>
                      <a:ext uri="{FF2B5EF4-FFF2-40B4-BE49-F238E27FC236}">
                        <a16:creationId xmlns:a16="http://schemas.microsoft.com/office/drawing/2014/main" id="{FCBE0506-939D-4A2B-856A-BF067B74A481}"/>
                      </a:ext>
                    </a:extLst>
                  </p:cNvPr>
                  <p:cNvSpPr/>
                  <p:nvPr/>
                </p:nvSpPr>
                <p:spPr>
                  <a:xfrm>
                    <a:off x="5047587" y="5301614"/>
                    <a:ext cx="170871" cy="159734"/>
                  </a:xfrm>
                  <a:custGeom>
                    <a:avLst/>
                    <a:gdLst>
                      <a:gd name="connsiteX0" fmla="*/ 86677 w 170871"/>
                      <a:gd name="connsiteY0" fmla="*/ 37624 h 159734"/>
                      <a:gd name="connsiteX1" fmla="*/ 112586 w 170871"/>
                      <a:gd name="connsiteY1" fmla="*/ 62103 h 159734"/>
                      <a:gd name="connsiteX2" fmla="*/ 145447 w 170871"/>
                      <a:gd name="connsiteY2" fmla="*/ 35433 h 159734"/>
                      <a:gd name="connsiteX3" fmla="*/ 170498 w 170871"/>
                      <a:gd name="connsiteY3" fmla="*/ 0 h 159734"/>
                      <a:gd name="connsiteX4" fmla="*/ 130778 w 170871"/>
                      <a:gd name="connsiteY4" fmla="*/ 29242 h 159734"/>
                      <a:gd name="connsiteX5" fmla="*/ 64294 w 170871"/>
                      <a:gd name="connsiteY5" fmla="*/ 24670 h 159734"/>
                      <a:gd name="connsiteX6" fmla="*/ 80391 w 170871"/>
                      <a:gd name="connsiteY6" fmla="*/ 48863 h 159734"/>
                      <a:gd name="connsiteX7" fmla="*/ 68009 w 170871"/>
                      <a:gd name="connsiteY7" fmla="*/ 81058 h 159734"/>
                      <a:gd name="connsiteX8" fmla="*/ 0 w 170871"/>
                      <a:gd name="connsiteY8" fmla="*/ 159734 h 159734"/>
                      <a:gd name="connsiteX9" fmla="*/ 81915 w 170871"/>
                      <a:gd name="connsiteY9" fmla="*/ 84773 h 159734"/>
                      <a:gd name="connsiteX10" fmla="*/ 93821 w 170871"/>
                      <a:gd name="connsiteY10" fmla="*/ 73819 h 159734"/>
                      <a:gd name="connsiteX11" fmla="*/ 86677 w 170871"/>
                      <a:gd name="connsiteY11" fmla="*/ 37624 h 159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0871" h="159734">
                        <a:moveTo>
                          <a:pt x="86677" y="37624"/>
                        </a:moveTo>
                        <a:cubicBezTo>
                          <a:pt x="97345" y="41434"/>
                          <a:pt x="107156" y="51435"/>
                          <a:pt x="112586" y="62103"/>
                        </a:cubicBezTo>
                        <a:cubicBezTo>
                          <a:pt x="118872" y="50578"/>
                          <a:pt x="132969" y="43053"/>
                          <a:pt x="145447" y="35433"/>
                        </a:cubicBezTo>
                        <a:cubicBezTo>
                          <a:pt x="159353" y="26861"/>
                          <a:pt x="173355" y="14574"/>
                          <a:pt x="170498" y="0"/>
                        </a:cubicBezTo>
                        <a:cubicBezTo>
                          <a:pt x="166211" y="15240"/>
                          <a:pt x="149352" y="26480"/>
                          <a:pt x="130778" y="29242"/>
                        </a:cubicBezTo>
                        <a:cubicBezTo>
                          <a:pt x="117920" y="31147"/>
                          <a:pt x="67913" y="14288"/>
                          <a:pt x="64294" y="24670"/>
                        </a:cubicBezTo>
                        <a:cubicBezTo>
                          <a:pt x="62389" y="30290"/>
                          <a:pt x="78772" y="41910"/>
                          <a:pt x="80391" y="48863"/>
                        </a:cubicBezTo>
                        <a:cubicBezTo>
                          <a:pt x="83248" y="60674"/>
                          <a:pt x="75248" y="71724"/>
                          <a:pt x="68009" y="81058"/>
                        </a:cubicBezTo>
                        <a:cubicBezTo>
                          <a:pt x="47054" y="108299"/>
                          <a:pt x="25908" y="135636"/>
                          <a:pt x="0" y="159734"/>
                        </a:cubicBezTo>
                        <a:cubicBezTo>
                          <a:pt x="36100" y="142970"/>
                          <a:pt x="65246" y="116300"/>
                          <a:pt x="81915" y="84773"/>
                        </a:cubicBezTo>
                        <a:cubicBezTo>
                          <a:pt x="84391" y="80106"/>
                          <a:pt x="88392" y="74581"/>
                          <a:pt x="93821" y="73819"/>
                        </a:cubicBezTo>
                        <a:cubicBezTo>
                          <a:pt x="94392" y="62294"/>
                          <a:pt x="91916" y="50768"/>
                          <a:pt x="86677" y="3762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51" name="Forme libre : forme 18150">
                    <a:extLst>
                      <a:ext uri="{FF2B5EF4-FFF2-40B4-BE49-F238E27FC236}">
                        <a16:creationId xmlns:a16="http://schemas.microsoft.com/office/drawing/2014/main" id="{65A9C616-6FC3-46BE-B8BD-37996F24E74D}"/>
                      </a:ext>
                    </a:extLst>
                  </p:cNvPr>
                  <p:cNvSpPr/>
                  <p:nvPr/>
                </p:nvSpPr>
                <p:spPr>
                  <a:xfrm>
                    <a:off x="5150171" y="5402531"/>
                    <a:ext cx="13429" cy="43958"/>
                  </a:xfrm>
                  <a:custGeom>
                    <a:avLst/>
                    <a:gdLst>
                      <a:gd name="connsiteX0" fmla="*/ 0 w 13429"/>
                      <a:gd name="connsiteY0" fmla="*/ 238 h 43958"/>
                      <a:gd name="connsiteX1" fmla="*/ 13430 w 13429"/>
                      <a:gd name="connsiteY1" fmla="*/ 43958 h 43958"/>
                      <a:gd name="connsiteX2" fmla="*/ 8954 w 13429"/>
                      <a:gd name="connsiteY2" fmla="*/ 2525 h 43958"/>
                      <a:gd name="connsiteX3" fmla="*/ 0 w 13429"/>
                      <a:gd name="connsiteY3" fmla="*/ 238 h 43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29" h="43958">
                        <a:moveTo>
                          <a:pt x="0" y="238"/>
                        </a:moveTo>
                        <a:cubicBezTo>
                          <a:pt x="3334" y="15003"/>
                          <a:pt x="7810" y="29576"/>
                          <a:pt x="13430" y="43958"/>
                        </a:cubicBezTo>
                        <a:cubicBezTo>
                          <a:pt x="11906" y="30147"/>
                          <a:pt x="10477" y="16336"/>
                          <a:pt x="8954" y="2525"/>
                        </a:cubicBezTo>
                        <a:cubicBezTo>
                          <a:pt x="6382" y="620"/>
                          <a:pt x="2953" y="-523"/>
                          <a:pt x="0" y="23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52" name="Forme libre : forme 18151">
                    <a:extLst>
                      <a:ext uri="{FF2B5EF4-FFF2-40B4-BE49-F238E27FC236}">
                        <a16:creationId xmlns:a16="http://schemas.microsoft.com/office/drawing/2014/main" id="{A781E23E-2BD0-4A39-A4C3-3D403D284AFA}"/>
                      </a:ext>
                    </a:extLst>
                  </p:cNvPr>
                  <p:cNvSpPr/>
                  <p:nvPr/>
                </p:nvSpPr>
                <p:spPr>
                  <a:xfrm>
                    <a:off x="5134264" y="5339238"/>
                    <a:ext cx="25908" cy="65722"/>
                  </a:xfrm>
                  <a:custGeom>
                    <a:avLst/>
                    <a:gdLst>
                      <a:gd name="connsiteX0" fmla="*/ 24003 w 25908"/>
                      <a:gd name="connsiteY0" fmla="*/ 28670 h 65722"/>
                      <a:gd name="connsiteX1" fmla="*/ 25908 w 25908"/>
                      <a:gd name="connsiteY1" fmla="*/ 24479 h 65722"/>
                      <a:gd name="connsiteX2" fmla="*/ 0 w 25908"/>
                      <a:gd name="connsiteY2" fmla="*/ 0 h 65722"/>
                      <a:gd name="connsiteX3" fmla="*/ 7239 w 25908"/>
                      <a:gd name="connsiteY3" fmla="*/ 36100 h 65722"/>
                      <a:gd name="connsiteX4" fmla="*/ 10859 w 25908"/>
                      <a:gd name="connsiteY4" fmla="*/ 36195 h 65722"/>
                      <a:gd name="connsiteX5" fmla="*/ 15907 w 25908"/>
                      <a:gd name="connsiteY5" fmla="*/ 63532 h 65722"/>
                      <a:gd name="connsiteX6" fmla="*/ 24861 w 25908"/>
                      <a:gd name="connsiteY6" fmla="*/ 65723 h 65722"/>
                      <a:gd name="connsiteX7" fmla="*/ 23146 w 25908"/>
                      <a:gd name="connsiteY7" fmla="*/ 49625 h 65722"/>
                      <a:gd name="connsiteX8" fmla="*/ 24003 w 25908"/>
                      <a:gd name="connsiteY8" fmla="*/ 28670 h 65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908" h="65722">
                        <a:moveTo>
                          <a:pt x="24003" y="28670"/>
                        </a:moveTo>
                        <a:cubicBezTo>
                          <a:pt x="24479" y="27241"/>
                          <a:pt x="25146" y="25813"/>
                          <a:pt x="25908" y="24479"/>
                        </a:cubicBezTo>
                        <a:cubicBezTo>
                          <a:pt x="20479" y="13907"/>
                          <a:pt x="10668" y="3810"/>
                          <a:pt x="0" y="0"/>
                        </a:cubicBezTo>
                        <a:cubicBezTo>
                          <a:pt x="5239" y="13145"/>
                          <a:pt x="7715" y="24670"/>
                          <a:pt x="7239" y="36100"/>
                        </a:cubicBezTo>
                        <a:cubicBezTo>
                          <a:pt x="8382" y="35909"/>
                          <a:pt x="9620" y="35909"/>
                          <a:pt x="10859" y="36195"/>
                        </a:cubicBezTo>
                        <a:cubicBezTo>
                          <a:pt x="12097" y="45339"/>
                          <a:pt x="13811" y="54388"/>
                          <a:pt x="15907" y="63532"/>
                        </a:cubicBezTo>
                        <a:cubicBezTo>
                          <a:pt x="18860" y="62770"/>
                          <a:pt x="22289" y="63913"/>
                          <a:pt x="24861" y="65723"/>
                        </a:cubicBezTo>
                        <a:cubicBezTo>
                          <a:pt x="24289" y="60389"/>
                          <a:pt x="23717" y="55055"/>
                          <a:pt x="23146" y="49625"/>
                        </a:cubicBezTo>
                        <a:cubicBezTo>
                          <a:pt x="22384" y="42577"/>
                          <a:pt x="21717" y="35338"/>
                          <a:pt x="24003" y="2867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53" name="Forme libre : forme 18152">
                    <a:extLst>
                      <a:ext uri="{FF2B5EF4-FFF2-40B4-BE49-F238E27FC236}">
                        <a16:creationId xmlns:a16="http://schemas.microsoft.com/office/drawing/2014/main" id="{1F9A87C9-F38A-4C90-99DD-84DB9514A9E2}"/>
                      </a:ext>
                    </a:extLst>
                  </p:cNvPr>
                  <p:cNvSpPr/>
                  <p:nvPr/>
                </p:nvSpPr>
                <p:spPr>
                  <a:xfrm>
                    <a:off x="5275425" y="5227082"/>
                    <a:ext cx="124161" cy="73103"/>
                  </a:xfrm>
                  <a:custGeom>
                    <a:avLst/>
                    <a:gdLst>
                      <a:gd name="connsiteX0" fmla="*/ 78200 w 124161"/>
                      <a:gd name="connsiteY0" fmla="*/ 15667 h 73103"/>
                      <a:gd name="connsiteX1" fmla="*/ 107442 w 124161"/>
                      <a:gd name="connsiteY1" fmla="*/ 32051 h 73103"/>
                      <a:gd name="connsiteX2" fmla="*/ 121634 w 124161"/>
                      <a:gd name="connsiteY2" fmla="*/ 73104 h 73103"/>
                      <a:gd name="connsiteX3" fmla="*/ 115443 w 124161"/>
                      <a:gd name="connsiteY3" fmla="*/ 30241 h 73103"/>
                      <a:gd name="connsiteX4" fmla="*/ 74390 w 124161"/>
                      <a:gd name="connsiteY4" fmla="*/ 2904 h 73103"/>
                      <a:gd name="connsiteX5" fmla="*/ 39814 w 124161"/>
                      <a:gd name="connsiteY5" fmla="*/ 47 h 73103"/>
                      <a:gd name="connsiteX6" fmla="*/ 0 w 124161"/>
                      <a:gd name="connsiteY6" fmla="*/ 11000 h 73103"/>
                      <a:gd name="connsiteX7" fmla="*/ 32575 w 124161"/>
                      <a:gd name="connsiteY7" fmla="*/ 5857 h 73103"/>
                      <a:gd name="connsiteX8" fmla="*/ 78200 w 124161"/>
                      <a:gd name="connsiteY8" fmla="*/ 15667 h 73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4161" h="73103">
                        <a:moveTo>
                          <a:pt x="78200" y="15667"/>
                        </a:moveTo>
                        <a:cubicBezTo>
                          <a:pt x="89059" y="19573"/>
                          <a:pt x="99917" y="24431"/>
                          <a:pt x="107442" y="32051"/>
                        </a:cubicBezTo>
                        <a:cubicBezTo>
                          <a:pt x="118491" y="43386"/>
                          <a:pt x="120301" y="58721"/>
                          <a:pt x="121634" y="73104"/>
                        </a:cubicBezTo>
                        <a:cubicBezTo>
                          <a:pt x="126492" y="59101"/>
                          <a:pt x="124301" y="43290"/>
                          <a:pt x="115443" y="30241"/>
                        </a:cubicBezTo>
                        <a:cubicBezTo>
                          <a:pt x="106585" y="17192"/>
                          <a:pt x="91535" y="7095"/>
                          <a:pt x="74390" y="2904"/>
                        </a:cubicBezTo>
                        <a:cubicBezTo>
                          <a:pt x="63151" y="142"/>
                          <a:pt x="51435" y="-144"/>
                          <a:pt x="39814" y="47"/>
                        </a:cubicBezTo>
                        <a:cubicBezTo>
                          <a:pt x="27337" y="237"/>
                          <a:pt x="5715" y="618"/>
                          <a:pt x="0" y="11000"/>
                        </a:cubicBezTo>
                        <a:cubicBezTo>
                          <a:pt x="10383" y="7952"/>
                          <a:pt x="21050" y="5476"/>
                          <a:pt x="32575" y="5857"/>
                        </a:cubicBezTo>
                        <a:cubicBezTo>
                          <a:pt x="48292" y="6238"/>
                          <a:pt x="63722" y="10334"/>
                          <a:pt x="78200" y="1566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54" name="Forme libre : forme 18153">
                    <a:extLst>
                      <a:ext uri="{FF2B5EF4-FFF2-40B4-BE49-F238E27FC236}">
                        <a16:creationId xmlns:a16="http://schemas.microsoft.com/office/drawing/2014/main" id="{FB7618BF-FCC5-49E5-AA26-F49A381D9FFE}"/>
                      </a:ext>
                    </a:extLst>
                  </p:cNvPr>
                  <p:cNvSpPr/>
                  <p:nvPr/>
                </p:nvSpPr>
                <p:spPr>
                  <a:xfrm>
                    <a:off x="5320193" y="5388768"/>
                    <a:ext cx="162591" cy="81057"/>
                  </a:xfrm>
                  <a:custGeom>
                    <a:avLst/>
                    <a:gdLst>
                      <a:gd name="connsiteX0" fmla="*/ 80963 w 162591"/>
                      <a:gd name="connsiteY0" fmla="*/ 18098 h 81057"/>
                      <a:gd name="connsiteX1" fmla="*/ 63151 w 162591"/>
                      <a:gd name="connsiteY1" fmla="*/ 0 h 81057"/>
                      <a:gd name="connsiteX2" fmla="*/ 48863 w 162591"/>
                      <a:gd name="connsiteY2" fmla="*/ 38195 h 81057"/>
                      <a:gd name="connsiteX3" fmla="*/ 0 w 162591"/>
                      <a:gd name="connsiteY3" fmla="*/ 81058 h 81057"/>
                      <a:gd name="connsiteX4" fmla="*/ 39148 w 162591"/>
                      <a:gd name="connsiteY4" fmla="*/ 56579 h 81057"/>
                      <a:gd name="connsiteX5" fmla="*/ 69914 w 162591"/>
                      <a:gd name="connsiteY5" fmla="*/ 30956 h 81057"/>
                      <a:gd name="connsiteX6" fmla="*/ 83248 w 162591"/>
                      <a:gd name="connsiteY6" fmla="*/ 32290 h 81057"/>
                      <a:gd name="connsiteX7" fmla="*/ 162592 w 162591"/>
                      <a:gd name="connsiteY7" fmla="*/ 47434 h 81057"/>
                      <a:gd name="connsiteX8" fmla="*/ 109633 w 162591"/>
                      <a:gd name="connsiteY8" fmla="*/ 32575 h 81057"/>
                      <a:gd name="connsiteX9" fmla="*/ 80963 w 162591"/>
                      <a:gd name="connsiteY9" fmla="*/ 18098 h 81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2591" h="81057">
                        <a:moveTo>
                          <a:pt x="80963" y="18098"/>
                        </a:moveTo>
                        <a:cubicBezTo>
                          <a:pt x="74581" y="11525"/>
                          <a:pt x="74866" y="1143"/>
                          <a:pt x="63151" y="0"/>
                        </a:cubicBezTo>
                        <a:cubicBezTo>
                          <a:pt x="58769" y="12954"/>
                          <a:pt x="57245" y="25908"/>
                          <a:pt x="48863" y="38195"/>
                        </a:cubicBezTo>
                        <a:cubicBezTo>
                          <a:pt x="37052" y="55436"/>
                          <a:pt x="19050" y="69152"/>
                          <a:pt x="0" y="81058"/>
                        </a:cubicBezTo>
                        <a:cubicBezTo>
                          <a:pt x="15907" y="76676"/>
                          <a:pt x="29813" y="68009"/>
                          <a:pt x="39148" y="56579"/>
                        </a:cubicBezTo>
                        <a:cubicBezTo>
                          <a:pt x="47625" y="46196"/>
                          <a:pt x="54769" y="32290"/>
                          <a:pt x="69914" y="30956"/>
                        </a:cubicBezTo>
                        <a:cubicBezTo>
                          <a:pt x="74390" y="30575"/>
                          <a:pt x="78867" y="31432"/>
                          <a:pt x="83248" y="32290"/>
                        </a:cubicBezTo>
                        <a:cubicBezTo>
                          <a:pt x="109728" y="37338"/>
                          <a:pt x="136112" y="42386"/>
                          <a:pt x="162592" y="47434"/>
                        </a:cubicBezTo>
                        <a:cubicBezTo>
                          <a:pt x="144970" y="42482"/>
                          <a:pt x="127254" y="37529"/>
                          <a:pt x="109633" y="32575"/>
                        </a:cubicBezTo>
                        <a:cubicBezTo>
                          <a:pt x="98393" y="29337"/>
                          <a:pt x="88582" y="25908"/>
                          <a:pt x="80963" y="1809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55" name="Forme libre : forme 18154">
                    <a:extLst>
                      <a:ext uri="{FF2B5EF4-FFF2-40B4-BE49-F238E27FC236}">
                        <a16:creationId xmlns:a16="http://schemas.microsoft.com/office/drawing/2014/main" id="{BD3957C0-4F36-435A-8661-DA26042A28C7}"/>
                      </a:ext>
                    </a:extLst>
                  </p:cNvPr>
                  <p:cNvSpPr/>
                  <p:nvPr/>
                </p:nvSpPr>
                <p:spPr>
                  <a:xfrm>
                    <a:off x="5443827" y="5018627"/>
                    <a:ext cx="173641" cy="209454"/>
                  </a:xfrm>
                  <a:custGeom>
                    <a:avLst/>
                    <a:gdLst>
                      <a:gd name="connsiteX0" fmla="*/ 150972 w 173641"/>
                      <a:gd name="connsiteY0" fmla="*/ 197548 h 209454"/>
                      <a:gd name="connsiteX1" fmla="*/ 101822 w 173641"/>
                      <a:gd name="connsiteY1" fmla="*/ 176117 h 209454"/>
                      <a:gd name="connsiteX2" fmla="*/ 80486 w 173641"/>
                      <a:gd name="connsiteY2" fmla="*/ 130683 h 209454"/>
                      <a:gd name="connsiteX3" fmla="*/ 76581 w 173641"/>
                      <a:gd name="connsiteY3" fmla="*/ 96393 h 209454"/>
                      <a:gd name="connsiteX4" fmla="*/ 77343 w 173641"/>
                      <a:gd name="connsiteY4" fmla="*/ 74676 h 209454"/>
                      <a:gd name="connsiteX5" fmla="*/ 121539 w 173641"/>
                      <a:gd name="connsiteY5" fmla="*/ 41053 h 209454"/>
                      <a:gd name="connsiteX6" fmla="*/ 173641 w 173641"/>
                      <a:gd name="connsiteY6" fmla="*/ 0 h 209454"/>
                      <a:gd name="connsiteX7" fmla="*/ 84201 w 173641"/>
                      <a:gd name="connsiteY7" fmla="*/ 51816 h 209454"/>
                      <a:gd name="connsiteX8" fmla="*/ 0 w 173641"/>
                      <a:gd name="connsiteY8" fmla="*/ 44196 h 209454"/>
                      <a:gd name="connsiteX9" fmla="*/ 50768 w 173641"/>
                      <a:gd name="connsiteY9" fmla="*/ 63246 h 209454"/>
                      <a:gd name="connsiteX10" fmla="*/ 62199 w 173641"/>
                      <a:gd name="connsiteY10" fmla="*/ 67151 h 209454"/>
                      <a:gd name="connsiteX11" fmla="*/ 67152 w 173641"/>
                      <a:gd name="connsiteY11" fmla="*/ 79534 h 209454"/>
                      <a:gd name="connsiteX12" fmla="*/ 70199 w 173641"/>
                      <a:gd name="connsiteY12" fmla="*/ 141351 h 209454"/>
                      <a:gd name="connsiteX13" fmla="*/ 66008 w 173641"/>
                      <a:gd name="connsiteY13" fmla="*/ 171926 h 209454"/>
                      <a:gd name="connsiteX14" fmla="*/ 18669 w 173641"/>
                      <a:gd name="connsiteY14" fmla="*/ 209455 h 209454"/>
                      <a:gd name="connsiteX15" fmla="*/ 150972 w 173641"/>
                      <a:gd name="connsiteY15" fmla="*/ 197548 h 209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73641" h="209454">
                        <a:moveTo>
                          <a:pt x="150972" y="197548"/>
                        </a:moveTo>
                        <a:cubicBezTo>
                          <a:pt x="139637" y="185071"/>
                          <a:pt x="116872" y="185547"/>
                          <a:pt x="101822" y="176117"/>
                        </a:cubicBezTo>
                        <a:cubicBezTo>
                          <a:pt x="85630" y="165925"/>
                          <a:pt x="82296" y="147256"/>
                          <a:pt x="80486" y="130683"/>
                        </a:cubicBezTo>
                        <a:cubicBezTo>
                          <a:pt x="79153" y="119253"/>
                          <a:pt x="77914" y="107823"/>
                          <a:pt x="76581" y="96393"/>
                        </a:cubicBezTo>
                        <a:cubicBezTo>
                          <a:pt x="75724" y="89154"/>
                          <a:pt x="74962" y="81629"/>
                          <a:pt x="77343" y="74676"/>
                        </a:cubicBezTo>
                        <a:cubicBezTo>
                          <a:pt x="83058" y="58198"/>
                          <a:pt x="104108" y="50006"/>
                          <a:pt x="121539" y="41053"/>
                        </a:cubicBezTo>
                        <a:cubicBezTo>
                          <a:pt x="142018" y="30480"/>
                          <a:pt x="159830" y="16478"/>
                          <a:pt x="173641" y="0"/>
                        </a:cubicBezTo>
                        <a:cubicBezTo>
                          <a:pt x="148686" y="22384"/>
                          <a:pt x="119729" y="43243"/>
                          <a:pt x="84201" y="51816"/>
                        </a:cubicBezTo>
                        <a:cubicBezTo>
                          <a:pt x="55722" y="58674"/>
                          <a:pt x="26861" y="55245"/>
                          <a:pt x="0" y="44196"/>
                        </a:cubicBezTo>
                        <a:cubicBezTo>
                          <a:pt x="6668" y="55721"/>
                          <a:pt x="36767" y="60579"/>
                          <a:pt x="50768" y="63246"/>
                        </a:cubicBezTo>
                        <a:cubicBezTo>
                          <a:pt x="54864" y="64008"/>
                          <a:pt x="59150" y="64770"/>
                          <a:pt x="62199" y="67151"/>
                        </a:cubicBezTo>
                        <a:cubicBezTo>
                          <a:pt x="66104" y="70295"/>
                          <a:pt x="66770" y="75152"/>
                          <a:pt x="67152" y="79534"/>
                        </a:cubicBezTo>
                        <a:cubicBezTo>
                          <a:pt x="68866" y="100108"/>
                          <a:pt x="69818" y="120682"/>
                          <a:pt x="70199" y="141351"/>
                        </a:cubicBezTo>
                        <a:cubicBezTo>
                          <a:pt x="70390" y="151733"/>
                          <a:pt x="70390" y="162401"/>
                          <a:pt x="66008" y="171926"/>
                        </a:cubicBezTo>
                        <a:cubicBezTo>
                          <a:pt x="58103" y="189262"/>
                          <a:pt x="37815" y="199930"/>
                          <a:pt x="18669" y="209455"/>
                        </a:cubicBezTo>
                        <a:cubicBezTo>
                          <a:pt x="57436" y="189929"/>
                          <a:pt x="106966" y="185451"/>
                          <a:pt x="150972" y="19754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56" name="Forme libre : forme 18155">
                    <a:extLst>
                      <a:ext uri="{FF2B5EF4-FFF2-40B4-BE49-F238E27FC236}">
                        <a16:creationId xmlns:a16="http://schemas.microsoft.com/office/drawing/2014/main" id="{51CD3763-93C3-422D-A0E5-E37C0746BC7D}"/>
                      </a:ext>
                    </a:extLst>
                  </p:cNvPr>
                  <p:cNvSpPr/>
                  <p:nvPr/>
                </p:nvSpPr>
                <p:spPr>
                  <a:xfrm>
                    <a:off x="5633946" y="5041106"/>
                    <a:ext cx="155733" cy="126216"/>
                  </a:xfrm>
                  <a:custGeom>
                    <a:avLst/>
                    <a:gdLst>
                      <a:gd name="connsiteX0" fmla="*/ 43529 w 155733"/>
                      <a:gd name="connsiteY0" fmla="*/ 91535 h 126216"/>
                      <a:gd name="connsiteX1" fmla="*/ 155734 w 155733"/>
                      <a:gd name="connsiteY1" fmla="*/ 125825 h 126216"/>
                      <a:gd name="connsiteX2" fmla="*/ 120872 w 155733"/>
                      <a:gd name="connsiteY2" fmla="*/ 111919 h 126216"/>
                      <a:gd name="connsiteX3" fmla="*/ 46863 w 155733"/>
                      <a:gd name="connsiteY3" fmla="*/ 85725 h 126216"/>
                      <a:gd name="connsiteX4" fmla="*/ 26765 w 155733"/>
                      <a:gd name="connsiteY4" fmla="*/ 60103 h 126216"/>
                      <a:gd name="connsiteX5" fmla="*/ 0 w 155733"/>
                      <a:gd name="connsiteY5" fmla="*/ 0 h 126216"/>
                      <a:gd name="connsiteX6" fmla="*/ 43529 w 155733"/>
                      <a:gd name="connsiteY6" fmla="*/ 91535 h 126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5733" h="126216">
                        <a:moveTo>
                          <a:pt x="43529" y="91535"/>
                        </a:moveTo>
                        <a:cubicBezTo>
                          <a:pt x="72961" y="115729"/>
                          <a:pt x="115252" y="128683"/>
                          <a:pt x="155734" y="125825"/>
                        </a:cubicBezTo>
                        <a:cubicBezTo>
                          <a:pt x="144399" y="120777"/>
                          <a:pt x="132969" y="115729"/>
                          <a:pt x="120872" y="111919"/>
                        </a:cubicBezTo>
                        <a:cubicBezTo>
                          <a:pt x="95535" y="104108"/>
                          <a:pt x="66199" y="101632"/>
                          <a:pt x="46863" y="85725"/>
                        </a:cubicBezTo>
                        <a:cubicBezTo>
                          <a:pt x="38100" y="78486"/>
                          <a:pt x="32385" y="69247"/>
                          <a:pt x="26765" y="60103"/>
                        </a:cubicBezTo>
                        <a:cubicBezTo>
                          <a:pt x="15050" y="40957"/>
                          <a:pt x="3239" y="21431"/>
                          <a:pt x="0" y="0"/>
                        </a:cubicBezTo>
                        <a:cubicBezTo>
                          <a:pt x="3715" y="34671"/>
                          <a:pt x="12097" y="65723"/>
                          <a:pt x="43529" y="9153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57" name="Forme libre : forme 18156">
                    <a:extLst>
                      <a:ext uri="{FF2B5EF4-FFF2-40B4-BE49-F238E27FC236}">
                        <a16:creationId xmlns:a16="http://schemas.microsoft.com/office/drawing/2014/main" id="{E7A91FD3-414A-4624-A449-4D67A70F5870}"/>
                      </a:ext>
                    </a:extLst>
                  </p:cNvPr>
                  <p:cNvSpPr/>
                  <p:nvPr/>
                </p:nvSpPr>
                <p:spPr>
                  <a:xfrm>
                    <a:off x="5635184" y="5183981"/>
                    <a:ext cx="88582" cy="110489"/>
                  </a:xfrm>
                  <a:custGeom>
                    <a:avLst/>
                    <a:gdLst>
                      <a:gd name="connsiteX0" fmla="*/ 58674 w 88582"/>
                      <a:gd name="connsiteY0" fmla="*/ 18002 h 110489"/>
                      <a:gd name="connsiteX1" fmla="*/ 0 w 88582"/>
                      <a:gd name="connsiteY1" fmla="*/ 30194 h 110489"/>
                      <a:gd name="connsiteX2" fmla="*/ 39719 w 88582"/>
                      <a:gd name="connsiteY2" fmla="*/ 34195 h 110489"/>
                      <a:gd name="connsiteX3" fmla="*/ 47054 w 88582"/>
                      <a:gd name="connsiteY3" fmla="*/ 36195 h 110489"/>
                      <a:gd name="connsiteX4" fmla="*/ 49339 w 88582"/>
                      <a:gd name="connsiteY4" fmla="*/ 43720 h 110489"/>
                      <a:gd name="connsiteX5" fmla="*/ 75724 w 88582"/>
                      <a:gd name="connsiteY5" fmla="*/ 110490 h 110489"/>
                      <a:gd name="connsiteX6" fmla="*/ 65532 w 88582"/>
                      <a:gd name="connsiteY6" fmla="*/ 53054 h 110489"/>
                      <a:gd name="connsiteX7" fmla="*/ 88582 w 88582"/>
                      <a:gd name="connsiteY7" fmla="*/ 0 h 110489"/>
                      <a:gd name="connsiteX8" fmla="*/ 58674 w 88582"/>
                      <a:gd name="connsiteY8" fmla="*/ 18002 h 110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8582" h="110489">
                        <a:moveTo>
                          <a:pt x="58674" y="18002"/>
                        </a:moveTo>
                        <a:cubicBezTo>
                          <a:pt x="40672" y="26956"/>
                          <a:pt x="20764" y="29623"/>
                          <a:pt x="0" y="30194"/>
                        </a:cubicBezTo>
                        <a:cubicBezTo>
                          <a:pt x="12002" y="34195"/>
                          <a:pt x="26956" y="33338"/>
                          <a:pt x="39719" y="34195"/>
                        </a:cubicBezTo>
                        <a:cubicBezTo>
                          <a:pt x="42291" y="34385"/>
                          <a:pt x="45148" y="34671"/>
                          <a:pt x="47054" y="36195"/>
                        </a:cubicBezTo>
                        <a:cubicBezTo>
                          <a:pt x="49339" y="38100"/>
                          <a:pt x="49435" y="41053"/>
                          <a:pt x="49339" y="43720"/>
                        </a:cubicBezTo>
                        <a:cubicBezTo>
                          <a:pt x="49149" y="67342"/>
                          <a:pt x="58578" y="91154"/>
                          <a:pt x="75724" y="110490"/>
                        </a:cubicBezTo>
                        <a:cubicBezTo>
                          <a:pt x="68961" y="91821"/>
                          <a:pt x="64389" y="72295"/>
                          <a:pt x="65532" y="53054"/>
                        </a:cubicBezTo>
                        <a:cubicBezTo>
                          <a:pt x="66675" y="33718"/>
                          <a:pt x="73914" y="14574"/>
                          <a:pt x="88582" y="0"/>
                        </a:cubicBezTo>
                        <a:cubicBezTo>
                          <a:pt x="78677" y="5905"/>
                          <a:pt x="69342" y="12764"/>
                          <a:pt x="58674" y="1800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58" name="Forme libre : forme 18157">
                    <a:extLst>
                      <a:ext uri="{FF2B5EF4-FFF2-40B4-BE49-F238E27FC236}">
                        <a16:creationId xmlns:a16="http://schemas.microsoft.com/office/drawing/2014/main" id="{874A0058-D03D-4A23-B302-EFF3A83EF04F}"/>
                      </a:ext>
                    </a:extLst>
                  </p:cNvPr>
                  <p:cNvSpPr/>
                  <p:nvPr/>
                </p:nvSpPr>
                <p:spPr>
                  <a:xfrm>
                    <a:off x="5908837" y="5022818"/>
                    <a:ext cx="81086" cy="126301"/>
                  </a:xfrm>
                  <a:custGeom>
                    <a:avLst/>
                    <a:gdLst>
                      <a:gd name="connsiteX0" fmla="*/ 79439 w 81086"/>
                      <a:gd name="connsiteY0" fmla="*/ 66199 h 126301"/>
                      <a:gd name="connsiteX1" fmla="*/ 80963 w 81086"/>
                      <a:gd name="connsiteY1" fmla="*/ 49625 h 126301"/>
                      <a:gd name="connsiteX2" fmla="*/ 64865 w 81086"/>
                      <a:gd name="connsiteY2" fmla="*/ 0 h 126301"/>
                      <a:gd name="connsiteX3" fmla="*/ 60579 w 81086"/>
                      <a:gd name="connsiteY3" fmla="*/ 58483 h 126301"/>
                      <a:gd name="connsiteX4" fmla="*/ 0 w 81086"/>
                      <a:gd name="connsiteY4" fmla="*/ 126302 h 126301"/>
                      <a:gd name="connsiteX5" fmla="*/ 66961 w 81086"/>
                      <a:gd name="connsiteY5" fmla="*/ 84772 h 126301"/>
                      <a:gd name="connsiteX6" fmla="*/ 79439 w 81086"/>
                      <a:gd name="connsiteY6" fmla="*/ 66199 h 126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086" h="126301">
                        <a:moveTo>
                          <a:pt x="79439" y="66199"/>
                        </a:moveTo>
                        <a:cubicBezTo>
                          <a:pt x="81153" y="60864"/>
                          <a:pt x="81249" y="55150"/>
                          <a:pt x="80963" y="49625"/>
                        </a:cubicBezTo>
                        <a:cubicBezTo>
                          <a:pt x="80296" y="36195"/>
                          <a:pt x="80963" y="8001"/>
                          <a:pt x="64865" y="0"/>
                        </a:cubicBezTo>
                        <a:cubicBezTo>
                          <a:pt x="64484" y="19812"/>
                          <a:pt x="67533" y="38671"/>
                          <a:pt x="60579" y="58483"/>
                        </a:cubicBezTo>
                        <a:cubicBezTo>
                          <a:pt x="50864" y="86296"/>
                          <a:pt x="29051" y="110680"/>
                          <a:pt x="0" y="126302"/>
                        </a:cubicBezTo>
                        <a:cubicBezTo>
                          <a:pt x="26098" y="117348"/>
                          <a:pt x="49339" y="102965"/>
                          <a:pt x="66961" y="84772"/>
                        </a:cubicBezTo>
                        <a:cubicBezTo>
                          <a:pt x="72295" y="79057"/>
                          <a:pt x="77248" y="73057"/>
                          <a:pt x="79439" y="6619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59" name="Forme libre : forme 18158">
                    <a:extLst>
                      <a:ext uri="{FF2B5EF4-FFF2-40B4-BE49-F238E27FC236}">
                        <a16:creationId xmlns:a16="http://schemas.microsoft.com/office/drawing/2014/main" id="{A892DEDC-3A3C-4C08-9E0F-010C3B04F3A4}"/>
                      </a:ext>
                    </a:extLst>
                  </p:cNvPr>
                  <p:cNvSpPr/>
                  <p:nvPr/>
                </p:nvSpPr>
                <p:spPr>
                  <a:xfrm>
                    <a:off x="5855524" y="5187220"/>
                    <a:ext cx="188377" cy="234028"/>
                  </a:xfrm>
                  <a:custGeom>
                    <a:avLst/>
                    <a:gdLst>
                      <a:gd name="connsiteX0" fmla="*/ 51885 w 188377"/>
                      <a:gd name="connsiteY0" fmla="*/ 92011 h 234028"/>
                      <a:gd name="connsiteX1" fmla="*/ 188377 w 188377"/>
                      <a:gd name="connsiteY1" fmla="*/ 50768 h 234028"/>
                      <a:gd name="connsiteX2" fmla="*/ 116750 w 188377"/>
                      <a:gd name="connsiteY2" fmla="*/ 38766 h 234028"/>
                      <a:gd name="connsiteX3" fmla="*/ 86746 w 188377"/>
                      <a:gd name="connsiteY3" fmla="*/ 0 h 234028"/>
                      <a:gd name="connsiteX4" fmla="*/ 89889 w 188377"/>
                      <a:gd name="connsiteY4" fmla="*/ 57626 h 234028"/>
                      <a:gd name="connsiteX5" fmla="*/ 47408 w 188377"/>
                      <a:gd name="connsiteY5" fmla="*/ 85725 h 234028"/>
                      <a:gd name="connsiteX6" fmla="*/ 640 w 188377"/>
                      <a:gd name="connsiteY6" fmla="*/ 155543 h 234028"/>
                      <a:gd name="connsiteX7" fmla="*/ 29024 w 188377"/>
                      <a:gd name="connsiteY7" fmla="*/ 234029 h 234028"/>
                      <a:gd name="connsiteX8" fmla="*/ 20547 w 188377"/>
                      <a:gd name="connsiteY8" fmla="*/ 174212 h 234028"/>
                      <a:gd name="connsiteX9" fmla="*/ 22928 w 188377"/>
                      <a:gd name="connsiteY9" fmla="*/ 124015 h 234028"/>
                      <a:gd name="connsiteX10" fmla="*/ 51885 w 188377"/>
                      <a:gd name="connsiteY10" fmla="*/ 92011 h 234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8377" h="234028">
                        <a:moveTo>
                          <a:pt x="51885" y="92011"/>
                        </a:moveTo>
                        <a:cubicBezTo>
                          <a:pt x="88556" y="63722"/>
                          <a:pt x="138276" y="41529"/>
                          <a:pt x="188377" y="50768"/>
                        </a:cubicBezTo>
                        <a:cubicBezTo>
                          <a:pt x="166375" y="40767"/>
                          <a:pt x="135514" y="52768"/>
                          <a:pt x="116750" y="38766"/>
                        </a:cubicBezTo>
                        <a:cubicBezTo>
                          <a:pt x="102748" y="28384"/>
                          <a:pt x="103701" y="7334"/>
                          <a:pt x="86746" y="0"/>
                        </a:cubicBezTo>
                        <a:cubicBezTo>
                          <a:pt x="99986" y="17906"/>
                          <a:pt x="105415" y="39910"/>
                          <a:pt x="89889" y="57626"/>
                        </a:cubicBezTo>
                        <a:cubicBezTo>
                          <a:pt x="79221" y="69818"/>
                          <a:pt x="61886" y="76581"/>
                          <a:pt x="47408" y="85725"/>
                        </a:cubicBezTo>
                        <a:cubicBezTo>
                          <a:pt x="21309" y="102298"/>
                          <a:pt x="4069" y="128016"/>
                          <a:pt x="640" y="155543"/>
                        </a:cubicBezTo>
                        <a:cubicBezTo>
                          <a:pt x="-2789" y="183070"/>
                          <a:pt x="7688" y="212026"/>
                          <a:pt x="29024" y="234029"/>
                        </a:cubicBezTo>
                        <a:cubicBezTo>
                          <a:pt x="26167" y="214122"/>
                          <a:pt x="23310" y="194119"/>
                          <a:pt x="20547" y="174212"/>
                        </a:cubicBezTo>
                        <a:cubicBezTo>
                          <a:pt x="18166" y="157353"/>
                          <a:pt x="15785" y="139636"/>
                          <a:pt x="22928" y="124015"/>
                        </a:cubicBezTo>
                        <a:cubicBezTo>
                          <a:pt x="28644" y="111347"/>
                          <a:pt x="39978" y="101155"/>
                          <a:pt x="51885" y="9201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60" name="Forme libre : forme 18159">
                    <a:extLst>
                      <a:ext uri="{FF2B5EF4-FFF2-40B4-BE49-F238E27FC236}">
                        <a16:creationId xmlns:a16="http://schemas.microsoft.com/office/drawing/2014/main" id="{AC2863F9-DDF5-463A-8300-ADC7D4E0C4E6}"/>
                      </a:ext>
                    </a:extLst>
                  </p:cNvPr>
                  <p:cNvSpPr/>
                  <p:nvPr/>
                </p:nvSpPr>
                <p:spPr>
                  <a:xfrm>
                    <a:off x="6083526" y="5083968"/>
                    <a:ext cx="27622" cy="2666"/>
                  </a:xfrm>
                  <a:custGeom>
                    <a:avLst/>
                    <a:gdLst>
                      <a:gd name="connsiteX0" fmla="*/ 0 w 27622"/>
                      <a:gd name="connsiteY0" fmla="*/ 1334 h 2666"/>
                      <a:gd name="connsiteX1" fmla="*/ 27622 w 27622"/>
                      <a:gd name="connsiteY1" fmla="*/ 477 h 2666"/>
                      <a:gd name="connsiteX2" fmla="*/ 0 w 27622"/>
                      <a:gd name="connsiteY2" fmla="*/ 1334 h 2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622" h="2666">
                        <a:moveTo>
                          <a:pt x="0" y="1334"/>
                        </a:moveTo>
                        <a:cubicBezTo>
                          <a:pt x="9239" y="3525"/>
                          <a:pt x="18574" y="2858"/>
                          <a:pt x="27622" y="477"/>
                        </a:cubicBezTo>
                        <a:cubicBezTo>
                          <a:pt x="18669" y="-571"/>
                          <a:pt x="8954" y="287"/>
                          <a:pt x="0" y="133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61" name="Forme libre : forme 18160">
                    <a:extLst>
                      <a:ext uri="{FF2B5EF4-FFF2-40B4-BE49-F238E27FC236}">
                        <a16:creationId xmlns:a16="http://schemas.microsoft.com/office/drawing/2014/main" id="{54AAF643-0914-4F47-B50B-F17C0543023A}"/>
                      </a:ext>
                    </a:extLst>
                  </p:cNvPr>
                  <p:cNvSpPr/>
                  <p:nvPr/>
                </p:nvSpPr>
                <p:spPr>
                  <a:xfrm>
                    <a:off x="6111054" y="5001101"/>
                    <a:ext cx="73151" cy="155448"/>
                  </a:xfrm>
                  <a:custGeom>
                    <a:avLst/>
                    <a:gdLst>
                      <a:gd name="connsiteX0" fmla="*/ 73152 w 73151"/>
                      <a:gd name="connsiteY0" fmla="*/ 155448 h 155448"/>
                      <a:gd name="connsiteX1" fmla="*/ 30956 w 73151"/>
                      <a:gd name="connsiteY1" fmla="*/ 94298 h 155448"/>
                      <a:gd name="connsiteX2" fmla="*/ 29432 w 73151"/>
                      <a:gd name="connsiteY2" fmla="*/ 86487 h 155448"/>
                      <a:gd name="connsiteX3" fmla="*/ 36100 w 73151"/>
                      <a:gd name="connsiteY3" fmla="*/ 78963 h 155448"/>
                      <a:gd name="connsiteX4" fmla="*/ 54483 w 73151"/>
                      <a:gd name="connsiteY4" fmla="*/ 0 h 155448"/>
                      <a:gd name="connsiteX5" fmla="*/ 47148 w 73151"/>
                      <a:gd name="connsiteY5" fmla="*/ 55436 h 155448"/>
                      <a:gd name="connsiteX6" fmla="*/ 30861 w 73151"/>
                      <a:gd name="connsiteY6" fmla="*/ 68866 h 155448"/>
                      <a:gd name="connsiteX7" fmla="*/ 0 w 73151"/>
                      <a:gd name="connsiteY7" fmla="*/ 83248 h 155448"/>
                      <a:gd name="connsiteX8" fmla="*/ 17906 w 73151"/>
                      <a:gd name="connsiteY8" fmla="*/ 89440 h 155448"/>
                      <a:gd name="connsiteX9" fmla="*/ 40005 w 73151"/>
                      <a:gd name="connsiteY9" fmla="*/ 128969 h 155448"/>
                      <a:gd name="connsiteX10" fmla="*/ 73152 w 73151"/>
                      <a:gd name="connsiteY10" fmla="*/ 155448 h 155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3151" h="155448">
                        <a:moveTo>
                          <a:pt x="73152" y="155448"/>
                        </a:moveTo>
                        <a:cubicBezTo>
                          <a:pt x="54959" y="137256"/>
                          <a:pt x="40576" y="116491"/>
                          <a:pt x="30956" y="94298"/>
                        </a:cubicBezTo>
                        <a:cubicBezTo>
                          <a:pt x="29813" y="91726"/>
                          <a:pt x="28765" y="89059"/>
                          <a:pt x="29432" y="86487"/>
                        </a:cubicBezTo>
                        <a:cubicBezTo>
                          <a:pt x="30194" y="83344"/>
                          <a:pt x="33338" y="81058"/>
                          <a:pt x="36100" y="78963"/>
                        </a:cubicBezTo>
                        <a:cubicBezTo>
                          <a:pt x="47148" y="70295"/>
                          <a:pt x="86582" y="1238"/>
                          <a:pt x="54483" y="0"/>
                        </a:cubicBezTo>
                        <a:cubicBezTo>
                          <a:pt x="56388" y="19241"/>
                          <a:pt x="61340" y="38671"/>
                          <a:pt x="47148" y="55436"/>
                        </a:cubicBezTo>
                        <a:cubicBezTo>
                          <a:pt x="42767" y="60674"/>
                          <a:pt x="36862" y="64961"/>
                          <a:pt x="30861" y="68866"/>
                        </a:cubicBezTo>
                        <a:cubicBezTo>
                          <a:pt x="21717" y="74866"/>
                          <a:pt x="11144" y="80391"/>
                          <a:pt x="0" y="83248"/>
                        </a:cubicBezTo>
                        <a:cubicBezTo>
                          <a:pt x="6572" y="84011"/>
                          <a:pt x="12668" y="85820"/>
                          <a:pt x="17906" y="89440"/>
                        </a:cubicBezTo>
                        <a:cubicBezTo>
                          <a:pt x="31528" y="98965"/>
                          <a:pt x="31718" y="116014"/>
                          <a:pt x="40005" y="128969"/>
                        </a:cubicBezTo>
                        <a:cubicBezTo>
                          <a:pt x="47339" y="140398"/>
                          <a:pt x="60484" y="148114"/>
                          <a:pt x="73152" y="15544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62" name="Forme libre : forme 18161">
                    <a:extLst>
                      <a:ext uri="{FF2B5EF4-FFF2-40B4-BE49-F238E27FC236}">
                        <a16:creationId xmlns:a16="http://schemas.microsoft.com/office/drawing/2014/main" id="{75EE5390-1027-4A89-B48E-BE7635EA199A}"/>
                      </a:ext>
                    </a:extLst>
                  </p:cNvPr>
                  <p:cNvSpPr/>
                  <p:nvPr/>
                </p:nvSpPr>
                <p:spPr>
                  <a:xfrm>
                    <a:off x="6119669" y="5290633"/>
                    <a:ext cx="87968" cy="143664"/>
                  </a:xfrm>
                  <a:custGeom>
                    <a:avLst/>
                    <a:gdLst>
                      <a:gd name="connsiteX0" fmla="*/ 43582 w 87968"/>
                      <a:gd name="connsiteY0" fmla="*/ 6409 h 143664"/>
                      <a:gd name="connsiteX1" fmla="*/ 4910 w 87968"/>
                      <a:gd name="connsiteY1" fmla="*/ 2599 h 143664"/>
                      <a:gd name="connsiteX2" fmla="*/ 22436 w 87968"/>
                      <a:gd name="connsiteY2" fmla="*/ 86800 h 143664"/>
                      <a:gd name="connsiteX3" fmla="*/ 36819 w 87968"/>
                      <a:gd name="connsiteY3" fmla="*/ 120995 h 143664"/>
                      <a:gd name="connsiteX4" fmla="*/ 60346 w 87968"/>
                      <a:gd name="connsiteY4" fmla="*/ 143665 h 143664"/>
                      <a:gd name="connsiteX5" fmla="*/ 30533 w 87968"/>
                      <a:gd name="connsiteY5" fmla="*/ 90515 h 143664"/>
                      <a:gd name="connsiteX6" fmla="*/ 28818 w 87968"/>
                      <a:gd name="connsiteY6" fmla="*/ 31746 h 143664"/>
                      <a:gd name="connsiteX7" fmla="*/ 34533 w 87968"/>
                      <a:gd name="connsiteY7" fmla="*/ 17553 h 143664"/>
                      <a:gd name="connsiteX8" fmla="*/ 54345 w 87968"/>
                      <a:gd name="connsiteY8" fmla="*/ 15172 h 143664"/>
                      <a:gd name="connsiteX9" fmla="*/ 87968 w 87968"/>
                      <a:gd name="connsiteY9" fmla="*/ 2027 h 143664"/>
                      <a:gd name="connsiteX10" fmla="*/ 43582 w 87968"/>
                      <a:gd name="connsiteY10" fmla="*/ 6409 h 143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7968" h="143664">
                        <a:moveTo>
                          <a:pt x="43582" y="6409"/>
                        </a:moveTo>
                        <a:cubicBezTo>
                          <a:pt x="31771" y="5171"/>
                          <a:pt x="14435" y="-4545"/>
                          <a:pt x="4910" y="2599"/>
                        </a:cubicBezTo>
                        <a:cubicBezTo>
                          <a:pt x="-11378" y="14791"/>
                          <a:pt x="17673" y="71655"/>
                          <a:pt x="22436" y="86800"/>
                        </a:cubicBezTo>
                        <a:cubicBezTo>
                          <a:pt x="26056" y="98516"/>
                          <a:pt x="29770" y="110327"/>
                          <a:pt x="36819" y="120995"/>
                        </a:cubicBezTo>
                        <a:cubicBezTo>
                          <a:pt x="42629" y="129758"/>
                          <a:pt x="50726" y="137569"/>
                          <a:pt x="60346" y="143665"/>
                        </a:cubicBezTo>
                        <a:cubicBezTo>
                          <a:pt x="43582" y="129377"/>
                          <a:pt x="34438" y="109946"/>
                          <a:pt x="30533" y="90515"/>
                        </a:cubicBezTo>
                        <a:cubicBezTo>
                          <a:pt x="26722" y="71084"/>
                          <a:pt x="27770" y="51367"/>
                          <a:pt x="28818" y="31746"/>
                        </a:cubicBezTo>
                        <a:cubicBezTo>
                          <a:pt x="29104" y="26602"/>
                          <a:pt x="29770" y="20792"/>
                          <a:pt x="34533" y="17553"/>
                        </a:cubicBezTo>
                        <a:cubicBezTo>
                          <a:pt x="39772" y="14029"/>
                          <a:pt x="47487" y="15172"/>
                          <a:pt x="54345" y="15172"/>
                        </a:cubicBezTo>
                        <a:cubicBezTo>
                          <a:pt x="67299" y="15172"/>
                          <a:pt x="79872" y="10219"/>
                          <a:pt x="87968" y="2027"/>
                        </a:cubicBezTo>
                        <a:cubicBezTo>
                          <a:pt x="79777" y="8028"/>
                          <a:pt x="51106" y="7171"/>
                          <a:pt x="43582" y="640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63" name="Forme libre : forme 18162">
                    <a:extLst>
                      <a:ext uri="{FF2B5EF4-FFF2-40B4-BE49-F238E27FC236}">
                        <a16:creationId xmlns:a16="http://schemas.microsoft.com/office/drawing/2014/main" id="{0771F744-8F17-4558-8AB8-99C167B4BAEF}"/>
                      </a:ext>
                    </a:extLst>
                  </p:cNvPr>
                  <p:cNvSpPr/>
                  <p:nvPr/>
                </p:nvSpPr>
                <p:spPr>
                  <a:xfrm>
                    <a:off x="6207637" y="5290851"/>
                    <a:ext cx="1809" cy="1809"/>
                  </a:xfrm>
                  <a:custGeom>
                    <a:avLst/>
                    <a:gdLst>
                      <a:gd name="connsiteX0" fmla="*/ 1810 w 1809"/>
                      <a:gd name="connsiteY0" fmla="*/ 0 h 1809"/>
                      <a:gd name="connsiteX1" fmla="*/ 0 w 1809"/>
                      <a:gd name="connsiteY1" fmla="*/ 1810 h 1809"/>
                      <a:gd name="connsiteX2" fmla="*/ 1810 w 1809"/>
                      <a:gd name="connsiteY2" fmla="*/ 0 h 1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09" h="1809">
                        <a:moveTo>
                          <a:pt x="1810" y="0"/>
                        </a:moveTo>
                        <a:cubicBezTo>
                          <a:pt x="1238" y="667"/>
                          <a:pt x="571" y="1238"/>
                          <a:pt x="0" y="1810"/>
                        </a:cubicBezTo>
                        <a:cubicBezTo>
                          <a:pt x="762" y="1238"/>
                          <a:pt x="1429" y="667"/>
                          <a:pt x="181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64" name="Forme libre : forme 18163">
                    <a:extLst>
                      <a:ext uri="{FF2B5EF4-FFF2-40B4-BE49-F238E27FC236}">
                        <a16:creationId xmlns:a16="http://schemas.microsoft.com/office/drawing/2014/main" id="{74715B2F-6DED-4822-B0BD-275D53749257}"/>
                      </a:ext>
                    </a:extLst>
                  </p:cNvPr>
                  <p:cNvSpPr/>
                  <p:nvPr/>
                </p:nvSpPr>
                <p:spPr>
                  <a:xfrm>
                    <a:off x="6342320" y="5075586"/>
                    <a:ext cx="15525" cy="428"/>
                  </a:xfrm>
                  <a:custGeom>
                    <a:avLst/>
                    <a:gdLst>
                      <a:gd name="connsiteX0" fmla="*/ 0 w 15525"/>
                      <a:gd name="connsiteY0" fmla="*/ 0 h 428"/>
                      <a:gd name="connsiteX1" fmla="*/ 15526 w 15525"/>
                      <a:gd name="connsiteY1" fmla="*/ 0 h 428"/>
                      <a:gd name="connsiteX2" fmla="*/ 0 w 15525"/>
                      <a:gd name="connsiteY2" fmla="*/ 0 h 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525" h="428">
                        <a:moveTo>
                          <a:pt x="0" y="0"/>
                        </a:moveTo>
                        <a:cubicBezTo>
                          <a:pt x="5239" y="571"/>
                          <a:pt x="10383" y="571"/>
                          <a:pt x="15526" y="0"/>
                        </a:cubicBezTo>
                        <a:cubicBezTo>
                          <a:pt x="10287" y="191"/>
                          <a:pt x="5143" y="1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65" name="Forme libre : forme 18164">
                    <a:extLst>
                      <a:ext uri="{FF2B5EF4-FFF2-40B4-BE49-F238E27FC236}">
                        <a16:creationId xmlns:a16="http://schemas.microsoft.com/office/drawing/2014/main" id="{57D47AF4-AB66-46E2-AE14-BFD527F988C6}"/>
                      </a:ext>
                    </a:extLst>
                  </p:cNvPr>
                  <p:cNvSpPr/>
                  <p:nvPr/>
                </p:nvSpPr>
                <p:spPr>
                  <a:xfrm>
                    <a:off x="6357655" y="4982241"/>
                    <a:ext cx="268985" cy="163639"/>
                  </a:xfrm>
                  <a:custGeom>
                    <a:avLst/>
                    <a:gdLst>
                      <a:gd name="connsiteX0" fmla="*/ 188119 w 268985"/>
                      <a:gd name="connsiteY0" fmla="*/ 91630 h 163639"/>
                      <a:gd name="connsiteX1" fmla="*/ 162020 w 268985"/>
                      <a:gd name="connsiteY1" fmla="*/ 29813 h 163639"/>
                      <a:gd name="connsiteX2" fmla="*/ 152019 w 268985"/>
                      <a:gd name="connsiteY2" fmla="*/ 0 h 163639"/>
                      <a:gd name="connsiteX3" fmla="*/ 135636 w 268985"/>
                      <a:gd name="connsiteY3" fmla="*/ 30670 h 163639"/>
                      <a:gd name="connsiteX4" fmla="*/ 96964 w 268985"/>
                      <a:gd name="connsiteY4" fmla="*/ 54673 h 163639"/>
                      <a:gd name="connsiteX5" fmla="*/ 42006 w 268985"/>
                      <a:gd name="connsiteY5" fmla="*/ 80010 h 163639"/>
                      <a:gd name="connsiteX6" fmla="*/ 0 w 268985"/>
                      <a:gd name="connsiteY6" fmla="*/ 93345 h 163639"/>
                      <a:gd name="connsiteX7" fmla="*/ 149543 w 268985"/>
                      <a:gd name="connsiteY7" fmla="*/ 37814 h 163639"/>
                      <a:gd name="connsiteX8" fmla="*/ 268986 w 268985"/>
                      <a:gd name="connsiteY8" fmla="*/ 163639 h 163639"/>
                      <a:gd name="connsiteX9" fmla="*/ 188119 w 268985"/>
                      <a:gd name="connsiteY9" fmla="*/ 91630 h 163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8985" h="163639">
                        <a:moveTo>
                          <a:pt x="188119" y="91630"/>
                        </a:moveTo>
                        <a:cubicBezTo>
                          <a:pt x="175356" y="72390"/>
                          <a:pt x="168688" y="50959"/>
                          <a:pt x="162020" y="29813"/>
                        </a:cubicBezTo>
                        <a:cubicBezTo>
                          <a:pt x="158972" y="19907"/>
                          <a:pt x="156401" y="9430"/>
                          <a:pt x="152019" y="0"/>
                        </a:cubicBezTo>
                        <a:cubicBezTo>
                          <a:pt x="146876" y="10668"/>
                          <a:pt x="145066" y="21431"/>
                          <a:pt x="135636" y="30670"/>
                        </a:cubicBezTo>
                        <a:cubicBezTo>
                          <a:pt x="125159" y="40957"/>
                          <a:pt x="110966" y="48006"/>
                          <a:pt x="96964" y="54673"/>
                        </a:cubicBezTo>
                        <a:cubicBezTo>
                          <a:pt x="78867" y="63341"/>
                          <a:pt x="60484" y="71818"/>
                          <a:pt x="42006" y="80010"/>
                        </a:cubicBezTo>
                        <a:cubicBezTo>
                          <a:pt x="28861" y="85820"/>
                          <a:pt x="14764" y="91630"/>
                          <a:pt x="0" y="93345"/>
                        </a:cubicBezTo>
                        <a:cubicBezTo>
                          <a:pt x="55531" y="91344"/>
                          <a:pt x="106966" y="67151"/>
                          <a:pt x="149543" y="37814"/>
                        </a:cubicBezTo>
                        <a:cubicBezTo>
                          <a:pt x="161735" y="91916"/>
                          <a:pt x="208217" y="140875"/>
                          <a:pt x="268986" y="163639"/>
                        </a:cubicBezTo>
                        <a:cubicBezTo>
                          <a:pt x="238506" y="142494"/>
                          <a:pt x="207264" y="120491"/>
                          <a:pt x="188119" y="9163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66" name="Forme libre : forme 18165">
                    <a:extLst>
                      <a:ext uri="{FF2B5EF4-FFF2-40B4-BE49-F238E27FC236}">
                        <a16:creationId xmlns:a16="http://schemas.microsoft.com/office/drawing/2014/main" id="{E9082E07-2427-4D5F-A20B-ABF2C3A0FA9B}"/>
                      </a:ext>
                    </a:extLst>
                  </p:cNvPr>
                  <p:cNvSpPr/>
                  <p:nvPr/>
                </p:nvSpPr>
                <p:spPr>
                  <a:xfrm>
                    <a:off x="6769898" y="4973192"/>
                    <a:ext cx="195738" cy="188404"/>
                  </a:xfrm>
                  <a:custGeom>
                    <a:avLst/>
                    <a:gdLst>
                      <a:gd name="connsiteX0" fmla="*/ 115157 w 195738"/>
                      <a:gd name="connsiteY0" fmla="*/ 64865 h 188404"/>
                      <a:gd name="connsiteX1" fmla="*/ 88392 w 195738"/>
                      <a:gd name="connsiteY1" fmla="*/ 24670 h 188404"/>
                      <a:gd name="connsiteX2" fmla="*/ 66104 w 195738"/>
                      <a:gd name="connsiteY2" fmla="*/ 0 h 188404"/>
                      <a:gd name="connsiteX3" fmla="*/ 94774 w 195738"/>
                      <a:gd name="connsiteY3" fmla="*/ 71818 h 188404"/>
                      <a:gd name="connsiteX4" fmla="*/ 93059 w 195738"/>
                      <a:gd name="connsiteY4" fmla="*/ 108966 h 188404"/>
                      <a:gd name="connsiteX5" fmla="*/ 71628 w 195738"/>
                      <a:gd name="connsiteY5" fmla="*/ 138589 h 188404"/>
                      <a:gd name="connsiteX6" fmla="*/ 0 w 195738"/>
                      <a:gd name="connsiteY6" fmla="*/ 188405 h 188404"/>
                      <a:gd name="connsiteX7" fmla="*/ 49149 w 195738"/>
                      <a:gd name="connsiteY7" fmla="*/ 165068 h 188404"/>
                      <a:gd name="connsiteX8" fmla="*/ 112300 w 195738"/>
                      <a:gd name="connsiteY8" fmla="*/ 101155 h 188404"/>
                      <a:gd name="connsiteX9" fmla="*/ 142399 w 195738"/>
                      <a:gd name="connsiteY9" fmla="*/ 67246 h 188404"/>
                      <a:gd name="connsiteX10" fmla="*/ 195739 w 195738"/>
                      <a:gd name="connsiteY10" fmla="*/ 52388 h 188404"/>
                      <a:gd name="connsiteX11" fmla="*/ 115157 w 195738"/>
                      <a:gd name="connsiteY11" fmla="*/ 64865 h 188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5738" h="188404">
                        <a:moveTo>
                          <a:pt x="115157" y="64865"/>
                        </a:moveTo>
                        <a:cubicBezTo>
                          <a:pt x="97821" y="58293"/>
                          <a:pt x="94869" y="39529"/>
                          <a:pt x="88392" y="24670"/>
                        </a:cubicBezTo>
                        <a:cubicBezTo>
                          <a:pt x="84867" y="16478"/>
                          <a:pt x="76962" y="571"/>
                          <a:pt x="66104" y="0"/>
                        </a:cubicBezTo>
                        <a:cubicBezTo>
                          <a:pt x="77724" y="23908"/>
                          <a:pt x="90392" y="45911"/>
                          <a:pt x="94774" y="71818"/>
                        </a:cubicBezTo>
                        <a:cubicBezTo>
                          <a:pt x="96869" y="84296"/>
                          <a:pt x="97441" y="97155"/>
                          <a:pt x="93059" y="108966"/>
                        </a:cubicBezTo>
                        <a:cubicBezTo>
                          <a:pt x="88963" y="120110"/>
                          <a:pt x="80581" y="129730"/>
                          <a:pt x="71628" y="138589"/>
                        </a:cubicBezTo>
                        <a:cubicBezTo>
                          <a:pt x="51435" y="158401"/>
                          <a:pt x="27051" y="175356"/>
                          <a:pt x="0" y="188405"/>
                        </a:cubicBezTo>
                        <a:cubicBezTo>
                          <a:pt x="19240" y="186500"/>
                          <a:pt x="35243" y="176022"/>
                          <a:pt x="49149" y="165068"/>
                        </a:cubicBezTo>
                        <a:cubicBezTo>
                          <a:pt x="73247" y="146114"/>
                          <a:pt x="94488" y="124587"/>
                          <a:pt x="112300" y="101155"/>
                        </a:cubicBezTo>
                        <a:cubicBezTo>
                          <a:pt x="121348" y="89249"/>
                          <a:pt x="129730" y="76581"/>
                          <a:pt x="142399" y="67246"/>
                        </a:cubicBezTo>
                        <a:cubicBezTo>
                          <a:pt x="156781" y="56769"/>
                          <a:pt x="176308" y="51340"/>
                          <a:pt x="195739" y="52388"/>
                        </a:cubicBezTo>
                        <a:cubicBezTo>
                          <a:pt x="168497" y="44672"/>
                          <a:pt x="141351" y="74676"/>
                          <a:pt x="115157" y="6486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67" name="Forme libre : forme 18166">
                    <a:extLst>
                      <a:ext uri="{FF2B5EF4-FFF2-40B4-BE49-F238E27FC236}">
                        <a16:creationId xmlns:a16="http://schemas.microsoft.com/office/drawing/2014/main" id="{90149D4E-0788-4A26-A0CD-6CA88D7FE934}"/>
                      </a:ext>
                    </a:extLst>
                  </p:cNvPr>
                  <p:cNvSpPr/>
                  <p:nvPr/>
                </p:nvSpPr>
                <p:spPr>
                  <a:xfrm>
                    <a:off x="6214400" y="5184362"/>
                    <a:ext cx="149169" cy="105823"/>
                  </a:xfrm>
                  <a:custGeom>
                    <a:avLst/>
                    <a:gdLst>
                      <a:gd name="connsiteX0" fmla="*/ 25432 w 149169"/>
                      <a:gd name="connsiteY0" fmla="*/ 46482 h 105823"/>
                      <a:gd name="connsiteX1" fmla="*/ 19812 w 149169"/>
                      <a:gd name="connsiteY1" fmla="*/ 70485 h 105823"/>
                      <a:gd name="connsiteX2" fmla="*/ 0 w 149169"/>
                      <a:gd name="connsiteY2" fmla="*/ 90297 h 105823"/>
                      <a:gd name="connsiteX3" fmla="*/ 43910 w 149169"/>
                      <a:gd name="connsiteY3" fmla="*/ 69723 h 105823"/>
                      <a:gd name="connsiteX4" fmla="*/ 88106 w 149169"/>
                      <a:gd name="connsiteY4" fmla="*/ 58388 h 105823"/>
                      <a:gd name="connsiteX5" fmla="*/ 117443 w 149169"/>
                      <a:gd name="connsiteY5" fmla="*/ 61246 h 105823"/>
                      <a:gd name="connsiteX6" fmla="*/ 121063 w 149169"/>
                      <a:gd name="connsiteY6" fmla="*/ 76200 h 105823"/>
                      <a:gd name="connsiteX7" fmla="*/ 134588 w 149169"/>
                      <a:gd name="connsiteY7" fmla="*/ 105823 h 105823"/>
                      <a:gd name="connsiteX8" fmla="*/ 128873 w 149169"/>
                      <a:gd name="connsiteY8" fmla="*/ 46482 h 105823"/>
                      <a:gd name="connsiteX9" fmla="*/ 149161 w 149169"/>
                      <a:gd name="connsiteY9" fmla="*/ 0 h 105823"/>
                      <a:gd name="connsiteX10" fmla="*/ 97727 w 149169"/>
                      <a:gd name="connsiteY10" fmla="*/ 32861 h 105823"/>
                      <a:gd name="connsiteX11" fmla="*/ 25432 w 149169"/>
                      <a:gd name="connsiteY11" fmla="*/ 46482 h 105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9169" h="105823">
                        <a:moveTo>
                          <a:pt x="25432" y="46482"/>
                        </a:moveTo>
                        <a:cubicBezTo>
                          <a:pt x="31052" y="54102"/>
                          <a:pt x="26479" y="63913"/>
                          <a:pt x="19812" y="70485"/>
                        </a:cubicBezTo>
                        <a:cubicBezTo>
                          <a:pt x="13145" y="77058"/>
                          <a:pt x="4382" y="82391"/>
                          <a:pt x="0" y="90297"/>
                        </a:cubicBezTo>
                        <a:cubicBezTo>
                          <a:pt x="10001" y="78772"/>
                          <a:pt x="27432" y="73914"/>
                          <a:pt x="43910" y="69723"/>
                        </a:cubicBezTo>
                        <a:cubicBezTo>
                          <a:pt x="58674" y="65913"/>
                          <a:pt x="73343" y="62199"/>
                          <a:pt x="88106" y="58388"/>
                        </a:cubicBezTo>
                        <a:cubicBezTo>
                          <a:pt x="98107" y="55817"/>
                          <a:pt x="111157" y="54102"/>
                          <a:pt x="117443" y="61246"/>
                        </a:cubicBezTo>
                        <a:cubicBezTo>
                          <a:pt x="121158" y="65437"/>
                          <a:pt x="120682" y="71057"/>
                          <a:pt x="121063" y="76200"/>
                        </a:cubicBezTo>
                        <a:cubicBezTo>
                          <a:pt x="121729" y="86773"/>
                          <a:pt x="126587" y="97346"/>
                          <a:pt x="134588" y="105823"/>
                        </a:cubicBezTo>
                        <a:cubicBezTo>
                          <a:pt x="137826" y="85916"/>
                          <a:pt x="128301" y="66294"/>
                          <a:pt x="128873" y="46482"/>
                        </a:cubicBezTo>
                        <a:cubicBezTo>
                          <a:pt x="129350" y="28575"/>
                          <a:pt x="149638" y="15621"/>
                          <a:pt x="149161" y="0"/>
                        </a:cubicBezTo>
                        <a:cubicBezTo>
                          <a:pt x="130207" y="667"/>
                          <a:pt x="112681" y="24194"/>
                          <a:pt x="97727" y="32861"/>
                        </a:cubicBezTo>
                        <a:cubicBezTo>
                          <a:pt x="87249" y="38958"/>
                          <a:pt x="37624" y="63055"/>
                          <a:pt x="25432" y="4648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68" name="Forme libre : forme 18167">
                    <a:extLst>
                      <a:ext uri="{FF2B5EF4-FFF2-40B4-BE49-F238E27FC236}">
                        <a16:creationId xmlns:a16="http://schemas.microsoft.com/office/drawing/2014/main" id="{1802A941-6381-42EE-909F-4A55DFA69040}"/>
                      </a:ext>
                    </a:extLst>
                  </p:cNvPr>
                  <p:cNvSpPr/>
                  <p:nvPr/>
                </p:nvSpPr>
                <p:spPr>
                  <a:xfrm>
                    <a:off x="6685696" y="5302472"/>
                    <a:ext cx="2381" cy="6286"/>
                  </a:xfrm>
                  <a:custGeom>
                    <a:avLst/>
                    <a:gdLst>
                      <a:gd name="connsiteX0" fmla="*/ 0 w 2381"/>
                      <a:gd name="connsiteY0" fmla="*/ 6286 h 6286"/>
                      <a:gd name="connsiteX1" fmla="*/ 2381 w 2381"/>
                      <a:gd name="connsiteY1" fmla="*/ 0 h 6286"/>
                      <a:gd name="connsiteX2" fmla="*/ 286 w 2381"/>
                      <a:gd name="connsiteY2" fmla="*/ 571 h 6286"/>
                      <a:gd name="connsiteX3" fmla="*/ 0 w 2381"/>
                      <a:gd name="connsiteY3" fmla="*/ 6286 h 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81" h="6286">
                        <a:moveTo>
                          <a:pt x="0" y="6286"/>
                        </a:moveTo>
                        <a:cubicBezTo>
                          <a:pt x="667" y="4191"/>
                          <a:pt x="1524" y="2095"/>
                          <a:pt x="2381" y="0"/>
                        </a:cubicBezTo>
                        <a:lnTo>
                          <a:pt x="286" y="571"/>
                        </a:lnTo>
                        <a:cubicBezTo>
                          <a:pt x="191" y="2572"/>
                          <a:pt x="95" y="4476"/>
                          <a:pt x="0" y="628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69" name="Forme libre : forme 18168">
                    <a:extLst>
                      <a:ext uri="{FF2B5EF4-FFF2-40B4-BE49-F238E27FC236}">
                        <a16:creationId xmlns:a16="http://schemas.microsoft.com/office/drawing/2014/main" id="{C62413B5-D669-4899-8F3C-9A05A68EBB69}"/>
                      </a:ext>
                    </a:extLst>
                  </p:cNvPr>
                  <p:cNvSpPr/>
                  <p:nvPr/>
                </p:nvSpPr>
                <p:spPr>
                  <a:xfrm>
                    <a:off x="6685982" y="5215413"/>
                    <a:ext cx="81438" cy="87820"/>
                  </a:xfrm>
                  <a:custGeom>
                    <a:avLst/>
                    <a:gdLst>
                      <a:gd name="connsiteX0" fmla="*/ 48006 w 81438"/>
                      <a:gd name="connsiteY0" fmla="*/ 36576 h 87820"/>
                      <a:gd name="connsiteX1" fmla="*/ 35243 w 81438"/>
                      <a:gd name="connsiteY1" fmla="*/ 0 h 87820"/>
                      <a:gd name="connsiteX2" fmla="*/ 24669 w 81438"/>
                      <a:gd name="connsiteY2" fmla="*/ 28670 h 87820"/>
                      <a:gd name="connsiteX3" fmla="*/ 22479 w 81438"/>
                      <a:gd name="connsiteY3" fmla="*/ 34957 h 87820"/>
                      <a:gd name="connsiteX4" fmla="*/ 17430 w 81438"/>
                      <a:gd name="connsiteY4" fmla="*/ 40005 h 87820"/>
                      <a:gd name="connsiteX5" fmla="*/ 0 w 81438"/>
                      <a:gd name="connsiteY5" fmla="*/ 87821 h 87820"/>
                      <a:gd name="connsiteX6" fmla="*/ 2095 w 81438"/>
                      <a:gd name="connsiteY6" fmla="*/ 87249 h 87820"/>
                      <a:gd name="connsiteX7" fmla="*/ 14383 w 81438"/>
                      <a:gd name="connsiteY7" fmla="*/ 67437 h 87820"/>
                      <a:gd name="connsiteX8" fmla="*/ 41434 w 81438"/>
                      <a:gd name="connsiteY8" fmla="*/ 53054 h 87820"/>
                      <a:gd name="connsiteX9" fmla="*/ 66199 w 81438"/>
                      <a:gd name="connsiteY9" fmla="*/ 62389 h 87820"/>
                      <a:gd name="connsiteX10" fmla="*/ 75152 w 81438"/>
                      <a:gd name="connsiteY10" fmla="*/ 66390 h 87820"/>
                      <a:gd name="connsiteX11" fmla="*/ 81439 w 81438"/>
                      <a:gd name="connsiteY11" fmla="*/ 64580 h 87820"/>
                      <a:gd name="connsiteX12" fmla="*/ 48006 w 81438"/>
                      <a:gd name="connsiteY12" fmla="*/ 36576 h 87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1438" h="87820">
                        <a:moveTo>
                          <a:pt x="48006" y="36576"/>
                        </a:moveTo>
                        <a:cubicBezTo>
                          <a:pt x="39719" y="25241"/>
                          <a:pt x="36386" y="12859"/>
                          <a:pt x="35243" y="0"/>
                        </a:cubicBezTo>
                        <a:cubicBezTo>
                          <a:pt x="25718" y="4382"/>
                          <a:pt x="26479" y="20098"/>
                          <a:pt x="24669" y="28670"/>
                        </a:cubicBezTo>
                        <a:cubicBezTo>
                          <a:pt x="24193" y="30861"/>
                          <a:pt x="23717" y="33052"/>
                          <a:pt x="22479" y="34957"/>
                        </a:cubicBezTo>
                        <a:cubicBezTo>
                          <a:pt x="21241" y="36862"/>
                          <a:pt x="19240" y="38386"/>
                          <a:pt x="17430" y="40005"/>
                        </a:cubicBezTo>
                        <a:cubicBezTo>
                          <a:pt x="3620" y="52388"/>
                          <a:pt x="952" y="70390"/>
                          <a:pt x="0" y="87821"/>
                        </a:cubicBezTo>
                        <a:lnTo>
                          <a:pt x="2095" y="87249"/>
                        </a:lnTo>
                        <a:cubicBezTo>
                          <a:pt x="5143" y="80200"/>
                          <a:pt x="9239" y="73533"/>
                          <a:pt x="14383" y="67437"/>
                        </a:cubicBezTo>
                        <a:cubicBezTo>
                          <a:pt x="20764" y="59817"/>
                          <a:pt x="30099" y="52674"/>
                          <a:pt x="41434" y="53054"/>
                        </a:cubicBezTo>
                        <a:cubicBezTo>
                          <a:pt x="50482" y="53340"/>
                          <a:pt x="58388" y="58388"/>
                          <a:pt x="66199" y="62389"/>
                        </a:cubicBezTo>
                        <a:cubicBezTo>
                          <a:pt x="69056" y="63818"/>
                          <a:pt x="72104" y="65151"/>
                          <a:pt x="75152" y="66390"/>
                        </a:cubicBezTo>
                        <a:lnTo>
                          <a:pt x="81439" y="64580"/>
                        </a:lnTo>
                        <a:cubicBezTo>
                          <a:pt x="68009" y="57245"/>
                          <a:pt x="56197" y="47911"/>
                          <a:pt x="48006" y="3657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70" name="Forme libre : forme 18169">
                    <a:extLst>
                      <a:ext uri="{FF2B5EF4-FFF2-40B4-BE49-F238E27FC236}">
                        <a16:creationId xmlns:a16="http://schemas.microsoft.com/office/drawing/2014/main" id="{0A11F230-3A32-4BE8-90CB-42E938EB592D}"/>
                      </a:ext>
                    </a:extLst>
                  </p:cNvPr>
                  <p:cNvSpPr/>
                  <p:nvPr/>
                </p:nvSpPr>
                <p:spPr>
                  <a:xfrm>
                    <a:off x="5608610" y="5423153"/>
                    <a:ext cx="96388" cy="41814"/>
                  </a:xfrm>
                  <a:custGeom>
                    <a:avLst/>
                    <a:gdLst>
                      <a:gd name="connsiteX0" fmla="*/ 55816 w 96388"/>
                      <a:gd name="connsiteY0" fmla="*/ 26575 h 41814"/>
                      <a:gd name="connsiteX1" fmla="*/ 0 w 96388"/>
                      <a:gd name="connsiteY1" fmla="*/ 41815 h 41814"/>
                      <a:gd name="connsiteX2" fmla="*/ 93535 w 96388"/>
                      <a:gd name="connsiteY2" fmla="*/ 0 h 41814"/>
                      <a:gd name="connsiteX3" fmla="*/ 55816 w 96388"/>
                      <a:gd name="connsiteY3" fmla="*/ 26575 h 418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388" h="41814">
                        <a:moveTo>
                          <a:pt x="55816" y="26575"/>
                        </a:moveTo>
                        <a:cubicBezTo>
                          <a:pt x="38671" y="34480"/>
                          <a:pt x="19335" y="38958"/>
                          <a:pt x="0" y="41815"/>
                        </a:cubicBezTo>
                        <a:cubicBezTo>
                          <a:pt x="19050" y="39053"/>
                          <a:pt x="113919" y="32671"/>
                          <a:pt x="93535" y="0"/>
                        </a:cubicBezTo>
                        <a:cubicBezTo>
                          <a:pt x="80676" y="7811"/>
                          <a:pt x="71056" y="19526"/>
                          <a:pt x="55816" y="2657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71" name="Forme libre : forme 18170">
                    <a:extLst>
                      <a:ext uri="{FF2B5EF4-FFF2-40B4-BE49-F238E27FC236}">
                        <a16:creationId xmlns:a16="http://schemas.microsoft.com/office/drawing/2014/main" id="{F6A9ACE4-DEC2-4360-B185-84A5C7C0CE27}"/>
                      </a:ext>
                    </a:extLst>
                  </p:cNvPr>
                  <p:cNvSpPr/>
                  <p:nvPr/>
                </p:nvSpPr>
                <p:spPr>
                  <a:xfrm>
                    <a:off x="4310733" y="5375639"/>
                    <a:ext cx="56578" cy="101140"/>
                  </a:xfrm>
                  <a:custGeom>
                    <a:avLst/>
                    <a:gdLst>
                      <a:gd name="connsiteX0" fmla="*/ 34100 w 56578"/>
                      <a:gd name="connsiteY0" fmla="*/ 42562 h 101140"/>
                      <a:gd name="connsiteX1" fmla="*/ 40958 w 56578"/>
                      <a:gd name="connsiteY1" fmla="*/ 6557 h 101140"/>
                      <a:gd name="connsiteX2" fmla="*/ 26575 w 56578"/>
                      <a:gd name="connsiteY2" fmla="*/ 13034 h 101140"/>
                      <a:gd name="connsiteX3" fmla="*/ 18098 w 56578"/>
                      <a:gd name="connsiteY3" fmla="*/ 54182 h 101140"/>
                      <a:gd name="connsiteX4" fmla="*/ 3048 w 56578"/>
                      <a:gd name="connsiteY4" fmla="*/ 88091 h 101140"/>
                      <a:gd name="connsiteX5" fmla="*/ 0 w 56578"/>
                      <a:gd name="connsiteY5" fmla="*/ 89806 h 101140"/>
                      <a:gd name="connsiteX6" fmla="*/ 56579 w 56578"/>
                      <a:gd name="connsiteY6" fmla="*/ 101140 h 101140"/>
                      <a:gd name="connsiteX7" fmla="*/ 44006 w 56578"/>
                      <a:gd name="connsiteY7" fmla="*/ 78757 h 101140"/>
                      <a:gd name="connsiteX8" fmla="*/ 34100 w 56578"/>
                      <a:gd name="connsiteY8" fmla="*/ 42562 h 101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6578" h="101140">
                        <a:moveTo>
                          <a:pt x="34100" y="42562"/>
                        </a:moveTo>
                        <a:cubicBezTo>
                          <a:pt x="33719" y="33513"/>
                          <a:pt x="43625" y="13892"/>
                          <a:pt x="40958" y="6557"/>
                        </a:cubicBezTo>
                        <a:cubicBezTo>
                          <a:pt x="35624" y="-8016"/>
                          <a:pt x="29242" y="5128"/>
                          <a:pt x="26575" y="13034"/>
                        </a:cubicBezTo>
                        <a:cubicBezTo>
                          <a:pt x="22098" y="26274"/>
                          <a:pt x="20003" y="40466"/>
                          <a:pt x="18098" y="54182"/>
                        </a:cubicBezTo>
                        <a:cubicBezTo>
                          <a:pt x="16478" y="66565"/>
                          <a:pt x="14669" y="80471"/>
                          <a:pt x="3048" y="88091"/>
                        </a:cubicBezTo>
                        <a:cubicBezTo>
                          <a:pt x="2096" y="88758"/>
                          <a:pt x="1048" y="89234"/>
                          <a:pt x="0" y="89806"/>
                        </a:cubicBezTo>
                        <a:cubicBezTo>
                          <a:pt x="19431" y="89901"/>
                          <a:pt x="38957" y="93711"/>
                          <a:pt x="56579" y="101140"/>
                        </a:cubicBezTo>
                        <a:cubicBezTo>
                          <a:pt x="53245" y="93425"/>
                          <a:pt x="48006" y="86281"/>
                          <a:pt x="44006" y="78757"/>
                        </a:cubicBezTo>
                        <a:cubicBezTo>
                          <a:pt x="37814" y="67231"/>
                          <a:pt x="34576" y="54849"/>
                          <a:pt x="34100" y="4256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72" name="Forme libre : forme 18171">
                    <a:extLst>
                      <a:ext uri="{FF2B5EF4-FFF2-40B4-BE49-F238E27FC236}">
                        <a16:creationId xmlns:a16="http://schemas.microsoft.com/office/drawing/2014/main" id="{09D8F0A9-41BA-4DA6-81D5-174CDE26DD45}"/>
                      </a:ext>
                    </a:extLst>
                  </p:cNvPr>
                  <p:cNvSpPr/>
                  <p:nvPr/>
                </p:nvSpPr>
                <p:spPr>
                  <a:xfrm>
                    <a:off x="4276824" y="5465344"/>
                    <a:ext cx="33908" cy="4113"/>
                  </a:xfrm>
                  <a:custGeom>
                    <a:avLst/>
                    <a:gdLst>
                      <a:gd name="connsiteX0" fmla="*/ 33909 w 33908"/>
                      <a:gd name="connsiteY0" fmla="*/ 5 h 4113"/>
                      <a:gd name="connsiteX1" fmla="*/ 0 w 33908"/>
                      <a:gd name="connsiteY1" fmla="*/ 3720 h 4113"/>
                      <a:gd name="connsiteX2" fmla="*/ 33909 w 33908"/>
                      <a:gd name="connsiteY2" fmla="*/ 5 h 4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908" h="4113">
                        <a:moveTo>
                          <a:pt x="33909" y="5"/>
                        </a:moveTo>
                        <a:cubicBezTo>
                          <a:pt x="22384" y="-90"/>
                          <a:pt x="10954" y="1148"/>
                          <a:pt x="0" y="3720"/>
                        </a:cubicBezTo>
                        <a:cubicBezTo>
                          <a:pt x="11621" y="4387"/>
                          <a:pt x="24194" y="4768"/>
                          <a:pt x="33909" y="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73" name="Forme libre : forme 18172">
                    <a:extLst>
                      <a:ext uri="{FF2B5EF4-FFF2-40B4-BE49-F238E27FC236}">
                        <a16:creationId xmlns:a16="http://schemas.microsoft.com/office/drawing/2014/main" id="{A7F8ED04-E6A9-463E-82EC-BE35A9621838}"/>
                      </a:ext>
                    </a:extLst>
                  </p:cNvPr>
                  <p:cNvSpPr/>
                  <p:nvPr/>
                </p:nvSpPr>
                <p:spPr>
                  <a:xfrm>
                    <a:off x="719924" y="5159787"/>
                    <a:ext cx="70531" cy="57637"/>
                  </a:xfrm>
                  <a:custGeom>
                    <a:avLst/>
                    <a:gdLst>
                      <a:gd name="connsiteX0" fmla="*/ 8742 w 70531"/>
                      <a:gd name="connsiteY0" fmla="*/ 25051 h 57637"/>
                      <a:gd name="connsiteX1" fmla="*/ 6552 w 70531"/>
                      <a:gd name="connsiteY1" fmla="*/ 3810 h 57637"/>
                      <a:gd name="connsiteX2" fmla="*/ 8647 w 70531"/>
                      <a:gd name="connsiteY2" fmla="*/ 0 h 57637"/>
                      <a:gd name="connsiteX3" fmla="*/ 3885 w 70531"/>
                      <a:gd name="connsiteY3" fmla="*/ 37529 h 57637"/>
                      <a:gd name="connsiteX4" fmla="*/ 10647 w 70531"/>
                      <a:gd name="connsiteY4" fmla="*/ 49149 h 57637"/>
                      <a:gd name="connsiteX5" fmla="*/ 12648 w 70531"/>
                      <a:gd name="connsiteY5" fmla="*/ 50863 h 57637"/>
                      <a:gd name="connsiteX6" fmla="*/ 35317 w 70531"/>
                      <a:gd name="connsiteY6" fmla="*/ 57626 h 57637"/>
                      <a:gd name="connsiteX7" fmla="*/ 60463 w 70531"/>
                      <a:gd name="connsiteY7" fmla="*/ 50101 h 57637"/>
                      <a:gd name="connsiteX8" fmla="*/ 56748 w 70531"/>
                      <a:gd name="connsiteY8" fmla="*/ 13621 h 57637"/>
                      <a:gd name="connsiteX9" fmla="*/ 31888 w 70531"/>
                      <a:gd name="connsiteY9" fmla="*/ 24860 h 57637"/>
                      <a:gd name="connsiteX10" fmla="*/ 8742 w 70531"/>
                      <a:gd name="connsiteY10" fmla="*/ 25051 h 57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0531" h="57637">
                        <a:moveTo>
                          <a:pt x="8742" y="25051"/>
                        </a:moveTo>
                        <a:cubicBezTo>
                          <a:pt x="1599" y="20098"/>
                          <a:pt x="3218" y="10763"/>
                          <a:pt x="6552" y="3810"/>
                        </a:cubicBezTo>
                        <a:cubicBezTo>
                          <a:pt x="7123" y="2571"/>
                          <a:pt x="7885" y="1333"/>
                          <a:pt x="8647" y="0"/>
                        </a:cubicBezTo>
                        <a:cubicBezTo>
                          <a:pt x="265" y="4381"/>
                          <a:pt x="-3354" y="15621"/>
                          <a:pt x="3885" y="37529"/>
                        </a:cubicBezTo>
                        <a:cubicBezTo>
                          <a:pt x="5313" y="41720"/>
                          <a:pt x="7314" y="45815"/>
                          <a:pt x="10647" y="49149"/>
                        </a:cubicBezTo>
                        <a:cubicBezTo>
                          <a:pt x="11314" y="49720"/>
                          <a:pt x="11886" y="50387"/>
                          <a:pt x="12648" y="50863"/>
                        </a:cubicBezTo>
                        <a:cubicBezTo>
                          <a:pt x="18648" y="55626"/>
                          <a:pt x="27221" y="57817"/>
                          <a:pt x="35317" y="57626"/>
                        </a:cubicBezTo>
                        <a:cubicBezTo>
                          <a:pt x="44461" y="57340"/>
                          <a:pt x="53034" y="54292"/>
                          <a:pt x="60463" y="50101"/>
                        </a:cubicBezTo>
                        <a:cubicBezTo>
                          <a:pt x="77418" y="40576"/>
                          <a:pt x="70750" y="25241"/>
                          <a:pt x="56748" y="13621"/>
                        </a:cubicBezTo>
                        <a:cubicBezTo>
                          <a:pt x="47128" y="18764"/>
                          <a:pt x="37698" y="22860"/>
                          <a:pt x="31888" y="24860"/>
                        </a:cubicBezTo>
                        <a:cubicBezTo>
                          <a:pt x="24554" y="27527"/>
                          <a:pt x="15219" y="29527"/>
                          <a:pt x="8742" y="2505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74" name="Forme libre : forme 18173">
                    <a:extLst>
                      <a:ext uri="{FF2B5EF4-FFF2-40B4-BE49-F238E27FC236}">
                        <a16:creationId xmlns:a16="http://schemas.microsoft.com/office/drawing/2014/main" id="{1575F7DF-5831-425A-94C1-22D4DC6E58BF}"/>
                      </a:ext>
                    </a:extLst>
                  </p:cNvPr>
                  <p:cNvSpPr/>
                  <p:nvPr/>
                </p:nvSpPr>
                <p:spPr>
                  <a:xfrm>
                    <a:off x="664079" y="5262821"/>
                    <a:ext cx="75146" cy="46665"/>
                  </a:xfrm>
                  <a:custGeom>
                    <a:avLst/>
                    <a:gdLst>
                      <a:gd name="connsiteX0" fmla="*/ 4104 w 75146"/>
                      <a:gd name="connsiteY0" fmla="*/ 44318 h 46665"/>
                      <a:gd name="connsiteX1" fmla="*/ 9628 w 75146"/>
                      <a:gd name="connsiteY1" fmla="*/ 45937 h 46665"/>
                      <a:gd name="connsiteX2" fmla="*/ 72493 w 75146"/>
                      <a:gd name="connsiteY2" fmla="*/ 10790 h 46665"/>
                      <a:gd name="connsiteX3" fmla="*/ 3913 w 75146"/>
                      <a:gd name="connsiteY3" fmla="*/ 28792 h 46665"/>
                      <a:gd name="connsiteX4" fmla="*/ 4104 w 75146"/>
                      <a:gd name="connsiteY4" fmla="*/ 44318 h 46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46" h="46665">
                        <a:moveTo>
                          <a:pt x="4104" y="44318"/>
                        </a:moveTo>
                        <a:cubicBezTo>
                          <a:pt x="5723" y="45175"/>
                          <a:pt x="7723" y="45556"/>
                          <a:pt x="9628" y="45937"/>
                        </a:cubicBezTo>
                        <a:cubicBezTo>
                          <a:pt x="32679" y="49747"/>
                          <a:pt x="87828" y="38699"/>
                          <a:pt x="72493" y="10790"/>
                        </a:cubicBezTo>
                        <a:cubicBezTo>
                          <a:pt x="57158" y="-17118"/>
                          <a:pt x="17534" y="16505"/>
                          <a:pt x="3913" y="28792"/>
                        </a:cubicBezTo>
                        <a:cubicBezTo>
                          <a:pt x="-754" y="32983"/>
                          <a:pt x="-1897" y="41080"/>
                          <a:pt x="4104" y="4431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75" name="Forme libre : forme 18174">
                    <a:extLst>
                      <a:ext uri="{FF2B5EF4-FFF2-40B4-BE49-F238E27FC236}">
                        <a16:creationId xmlns:a16="http://schemas.microsoft.com/office/drawing/2014/main" id="{90D59C08-1EFF-4DEC-A263-EB8458A6235A}"/>
                      </a:ext>
                    </a:extLst>
                  </p:cNvPr>
                  <p:cNvSpPr/>
                  <p:nvPr/>
                </p:nvSpPr>
                <p:spPr>
                  <a:xfrm>
                    <a:off x="895402" y="5131332"/>
                    <a:ext cx="156562" cy="119548"/>
                  </a:xfrm>
                  <a:custGeom>
                    <a:avLst/>
                    <a:gdLst>
                      <a:gd name="connsiteX0" fmla="*/ 93106 w 156562"/>
                      <a:gd name="connsiteY0" fmla="*/ 118086 h 119548"/>
                      <a:gd name="connsiteX1" fmla="*/ 149780 w 156562"/>
                      <a:gd name="connsiteY1" fmla="*/ 72937 h 119548"/>
                      <a:gd name="connsiteX2" fmla="*/ 152542 w 156562"/>
                      <a:gd name="connsiteY2" fmla="*/ 64460 h 119548"/>
                      <a:gd name="connsiteX3" fmla="*/ 145113 w 156562"/>
                      <a:gd name="connsiteY3" fmla="*/ 57221 h 119548"/>
                      <a:gd name="connsiteX4" fmla="*/ 153876 w 156562"/>
                      <a:gd name="connsiteY4" fmla="*/ 49601 h 119548"/>
                      <a:gd name="connsiteX5" fmla="*/ 155495 w 156562"/>
                      <a:gd name="connsiteY5" fmla="*/ 49887 h 119548"/>
                      <a:gd name="connsiteX6" fmla="*/ 139684 w 156562"/>
                      <a:gd name="connsiteY6" fmla="*/ 1881 h 119548"/>
                      <a:gd name="connsiteX7" fmla="*/ 50244 w 156562"/>
                      <a:gd name="connsiteY7" fmla="*/ 18169 h 119548"/>
                      <a:gd name="connsiteX8" fmla="*/ 15382 w 156562"/>
                      <a:gd name="connsiteY8" fmla="*/ 38266 h 119548"/>
                      <a:gd name="connsiteX9" fmla="*/ 47 w 156562"/>
                      <a:gd name="connsiteY9" fmla="*/ 70651 h 119548"/>
                      <a:gd name="connsiteX10" fmla="*/ 50815 w 156562"/>
                      <a:gd name="connsiteY10" fmla="*/ 116276 h 119548"/>
                      <a:gd name="connsiteX11" fmla="*/ 93106 w 156562"/>
                      <a:gd name="connsiteY11" fmla="*/ 118086 h 119548"/>
                      <a:gd name="connsiteX12" fmla="*/ 36814 w 156562"/>
                      <a:gd name="connsiteY12" fmla="*/ 60555 h 119548"/>
                      <a:gd name="connsiteX13" fmla="*/ 45005 w 156562"/>
                      <a:gd name="connsiteY13" fmla="*/ 36838 h 119548"/>
                      <a:gd name="connsiteX14" fmla="*/ 71866 w 156562"/>
                      <a:gd name="connsiteY14" fmla="*/ 17406 h 119548"/>
                      <a:gd name="connsiteX15" fmla="*/ 123682 w 156562"/>
                      <a:gd name="connsiteY15" fmla="*/ 12549 h 119548"/>
                      <a:gd name="connsiteX16" fmla="*/ 133207 w 156562"/>
                      <a:gd name="connsiteY16" fmla="*/ 33123 h 119548"/>
                      <a:gd name="connsiteX17" fmla="*/ 114347 w 156562"/>
                      <a:gd name="connsiteY17" fmla="*/ 49410 h 119548"/>
                      <a:gd name="connsiteX18" fmla="*/ 69865 w 156562"/>
                      <a:gd name="connsiteY18" fmla="*/ 71604 h 119548"/>
                      <a:gd name="connsiteX19" fmla="*/ 58150 w 156562"/>
                      <a:gd name="connsiteY19" fmla="*/ 75699 h 119548"/>
                      <a:gd name="connsiteX20" fmla="*/ 36814 w 156562"/>
                      <a:gd name="connsiteY20" fmla="*/ 60555 h 119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56562" h="119548">
                        <a:moveTo>
                          <a:pt x="93106" y="118086"/>
                        </a:moveTo>
                        <a:cubicBezTo>
                          <a:pt x="119967" y="113038"/>
                          <a:pt x="140827" y="94559"/>
                          <a:pt x="149780" y="72937"/>
                        </a:cubicBezTo>
                        <a:cubicBezTo>
                          <a:pt x="150733" y="70651"/>
                          <a:pt x="151685" y="67699"/>
                          <a:pt x="152542" y="64460"/>
                        </a:cubicBezTo>
                        <a:cubicBezTo>
                          <a:pt x="148446" y="63698"/>
                          <a:pt x="145303" y="60840"/>
                          <a:pt x="145113" y="57221"/>
                        </a:cubicBezTo>
                        <a:cubicBezTo>
                          <a:pt x="144922" y="53030"/>
                          <a:pt x="148828" y="49601"/>
                          <a:pt x="153876" y="49601"/>
                        </a:cubicBezTo>
                        <a:cubicBezTo>
                          <a:pt x="154447" y="49601"/>
                          <a:pt x="155019" y="49792"/>
                          <a:pt x="155495" y="49887"/>
                        </a:cubicBezTo>
                        <a:cubicBezTo>
                          <a:pt x="158257" y="30360"/>
                          <a:pt x="156543" y="7025"/>
                          <a:pt x="139684" y="1881"/>
                        </a:cubicBezTo>
                        <a:cubicBezTo>
                          <a:pt x="116347" y="-5358"/>
                          <a:pt x="70342" y="10073"/>
                          <a:pt x="50244" y="18169"/>
                        </a:cubicBezTo>
                        <a:cubicBezTo>
                          <a:pt x="37385" y="23312"/>
                          <a:pt x="25003" y="29503"/>
                          <a:pt x="15382" y="38266"/>
                        </a:cubicBezTo>
                        <a:cubicBezTo>
                          <a:pt x="5857" y="47029"/>
                          <a:pt x="-620" y="58555"/>
                          <a:pt x="47" y="70651"/>
                        </a:cubicBezTo>
                        <a:cubicBezTo>
                          <a:pt x="1285" y="92464"/>
                          <a:pt x="25479" y="109894"/>
                          <a:pt x="50815" y="116276"/>
                        </a:cubicBezTo>
                        <a:cubicBezTo>
                          <a:pt x="64627" y="119705"/>
                          <a:pt x="79295" y="120658"/>
                          <a:pt x="93106" y="118086"/>
                        </a:cubicBezTo>
                        <a:close/>
                        <a:moveTo>
                          <a:pt x="36814" y="60555"/>
                        </a:moveTo>
                        <a:cubicBezTo>
                          <a:pt x="35004" y="52078"/>
                          <a:pt x="39290" y="43696"/>
                          <a:pt x="45005" y="36838"/>
                        </a:cubicBezTo>
                        <a:cubicBezTo>
                          <a:pt x="51863" y="28646"/>
                          <a:pt x="61198" y="22074"/>
                          <a:pt x="71866" y="17406"/>
                        </a:cubicBezTo>
                        <a:cubicBezTo>
                          <a:pt x="84153" y="11977"/>
                          <a:pt x="110251" y="4262"/>
                          <a:pt x="123682" y="12549"/>
                        </a:cubicBezTo>
                        <a:cubicBezTo>
                          <a:pt x="130540" y="16835"/>
                          <a:pt x="135112" y="26551"/>
                          <a:pt x="133207" y="33123"/>
                        </a:cubicBezTo>
                        <a:cubicBezTo>
                          <a:pt x="131111" y="40838"/>
                          <a:pt x="121967" y="45696"/>
                          <a:pt x="114347" y="49410"/>
                        </a:cubicBezTo>
                        <a:cubicBezTo>
                          <a:pt x="99488" y="56840"/>
                          <a:pt x="84724" y="64175"/>
                          <a:pt x="69865" y="71604"/>
                        </a:cubicBezTo>
                        <a:cubicBezTo>
                          <a:pt x="66246" y="73414"/>
                          <a:pt x="62436" y="75319"/>
                          <a:pt x="58150" y="75699"/>
                        </a:cubicBezTo>
                        <a:cubicBezTo>
                          <a:pt x="48148" y="76842"/>
                          <a:pt x="38623" y="69032"/>
                          <a:pt x="36814" y="6055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76" name="Forme libre : forme 18175">
                    <a:extLst>
                      <a:ext uri="{FF2B5EF4-FFF2-40B4-BE49-F238E27FC236}">
                        <a16:creationId xmlns:a16="http://schemas.microsoft.com/office/drawing/2014/main" id="{688B0D31-B392-4CC9-A159-CD857CD92288}"/>
                      </a:ext>
                    </a:extLst>
                  </p:cNvPr>
                  <p:cNvSpPr/>
                  <p:nvPr/>
                </p:nvSpPr>
                <p:spPr>
                  <a:xfrm>
                    <a:off x="799628" y="5295390"/>
                    <a:ext cx="189647" cy="80890"/>
                  </a:xfrm>
                  <a:custGeom>
                    <a:avLst/>
                    <a:gdLst>
                      <a:gd name="connsiteX0" fmla="*/ 136589 w 189647"/>
                      <a:gd name="connsiteY0" fmla="*/ 74900 h 80890"/>
                      <a:gd name="connsiteX1" fmla="*/ 164402 w 189647"/>
                      <a:gd name="connsiteY1" fmla="*/ 78710 h 80890"/>
                      <a:gd name="connsiteX2" fmla="*/ 189357 w 189647"/>
                      <a:gd name="connsiteY2" fmla="*/ 74424 h 80890"/>
                      <a:gd name="connsiteX3" fmla="*/ 168973 w 189647"/>
                      <a:gd name="connsiteY3" fmla="*/ 55374 h 80890"/>
                      <a:gd name="connsiteX4" fmla="*/ 148019 w 189647"/>
                      <a:gd name="connsiteY4" fmla="*/ 16987 h 80890"/>
                      <a:gd name="connsiteX5" fmla="*/ 143161 w 189647"/>
                      <a:gd name="connsiteY5" fmla="*/ 4796 h 80890"/>
                      <a:gd name="connsiteX6" fmla="*/ 114110 w 189647"/>
                      <a:gd name="connsiteY6" fmla="*/ 2224 h 80890"/>
                      <a:gd name="connsiteX7" fmla="*/ 74390 w 189647"/>
                      <a:gd name="connsiteY7" fmla="*/ 13083 h 80890"/>
                      <a:gd name="connsiteX8" fmla="*/ 37148 w 189647"/>
                      <a:gd name="connsiteY8" fmla="*/ 7749 h 80890"/>
                      <a:gd name="connsiteX9" fmla="*/ 12287 w 189647"/>
                      <a:gd name="connsiteY9" fmla="*/ 36609 h 80890"/>
                      <a:gd name="connsiteX10" fmla="*/ 0 w 189647"/>
                      <a:gd name="connsiteY10" fmla="*/ 46991 h 80890"/>
                      <a:gd name="connsiteX11" fmla="*/ 32671 w 189647"/>
                      <a:gd name="connsiteY11" fmla="*/ 55183 h 80890"/>
                      <a:gd name="connsiteX12" fmla="*/ 96012 w 189647"/>
                      <a:gd name="connsiteY12" fmla="*/ 39372 h 80890"/>
                      <a:gd name="connsiteX13" fmla="*/ 91154 w 189647"/>
                      <a:gd name="connsiteY13" fmla="*/ 69756 h 80890"/>
                      <a:gd name="connsiteX14" fmla="*/ 113157 w 189647"/>
                      <a:gd name="connsiteY14" fmla="*/ 75280 h 80890"/>
                      <a:gd name="connsiteX15" fmla="*/ 113062 w 189647"/>
                      <a:gd name="connsiteY15" fmla="*/ 75090 h 80890"/>
                      <a:gd name="connsiteX16" fmla="*/ 121825 w 189647"/>
                      <a:gd name="connsiteY16" fmla="*/ 67470 h 80890"/>
                      <a:gd name="connsiteX17" fmla="*/ 131350 w 189647"/>
                      <a:gd name="connsiteY17" fmla="*/ 74995 h 80890"/>
                      <a:gd name="connsiteX18" fmla="*/ 129635 w 189647"/>
                      <a:gd name="connsiteY18" fmla="*/ 79377 h 80890"/>
                      <a:gd name="connsiteX19" fmla="*/ 131540 w 189647"/>
                      <a:gd name="connsiteY19" fmla="*/ 79853 h 80890"/>
                      <a:gd name="connsiteX20" fmla="*/ 136589 w 189647"/>
                      <a:gd name="connsiteY20" fmla="*/ 74900 h 80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89647" h="80890">
                        <a:moveTo>
                          <a:pt x="136589" y="74900"/>
                        </a:moveTo>
                        <a:cubicBezTo>
                          <a:pt x="144780" y="70709"/>
                          <a:pt x="155353" y="75376"/>
                          <a:pt x="164402" y="78710"/>
                        </a:cubicBezTo>
                        <a:cubicBezTo>
                          <a:pt x="173450" y="82043"/>
                          <a:pt x="187071" y="82234"/>
                          <a:pt x="189357" y="74424"/>
                        </a:cubicBezTo>
                        <a:cubicBezTo>
                          <a:pt x="191833" y="65755"/>
                          <a:pt x="177927" y="60708"/>
                          <a:pt x="168973" y="55374"/>
                        </a:cubicBezTo>
                        <a:cubicBezTo>
                          <a:pt x="154781" y="46896"/>
                          <a:pt x="150495" y="31180"/>
                          <a:pt x="148019" y="16987"/>
                        </a:cubicBezTo>
                        <a:cubicBezTo>
                          <a:pt x="147256" y="12702"/>
                          <a:pt x="146494" y="8225"/>
                          <a:pt x="143161" y="4796"/>
                        </a:cubicBezTo>
                        <a:cubicBezTo>
                          <a:pt x="136398" y="-1967"/>
                          <a:pt x="123825" y="-348"/>
                          <a:pt x="114110" y="2224"/>
                        </a:cubicBezTo>
                        <a:cubicBezTo>
                          <a:pt x="102203" y="5272"/>
                          <a:pt x="87058" y="12987"/>
                          <a:pt x="74390" y="13083"/>
                        </a:cubicBezTo>
                        <a:cubicBezTo>
                          <a:pt x="61436" y="13273"/>
                          <a:pt x="50102" y="3748"/>
                          <a:pt x="37148" y="7749"/>
                        </a:cubicBezTo>
                        <a:cubicBezTo>
                          <a:pt x="23431" y="11940"/>
                          <a:pt x="20479" y="26608"/>
                          <a:pt x="12287" y="36609"/>
                        </a:cubicBezTo>
                        <a:cubicBezTo>
                          <a:pt x="8953" y="40610"/>
                          <a:pt x="4667" y="43943"/>
                          <a:pt x="0" y="46991"/>
                        </a:cubicBezTo>
                        <a:lnTo>
                          <a:pt x="32671" y="55183"/>
                        </a:lnTo>
                        <a:cubicBezTo>
                          <a:pt x="48673" y="37657"/>
                          <a:pt x="73914" y="22321"/>
                          <a:pt x="96012" y="39372"/>
                        </a:cubicBezTo>
                        <a:cubicBezTo>
                          <a:pt x="108299" y="48897"/>
                          <a:pt x="102679" y="59945"/>
                          <a:pt x="91154" y="69756"/>
                        </a:cubicBezTo>
                        <a:lnTo>
                          <a:pt x="113157" y="75280"/>
                        </a:lnTo>
                        <a:cubicBezTo>
                          <a:pt x="113157" y="75186"/>
                          <a:pt x="113062" y="75186"/>
                          <a:pt x="113062" y="75090"/>
                        </a:cubicBezTo>
                        <a:cubicBezTo>
                          <a:pt x="112871" y="70899"/>
                          <a:pt x="116777" y="67470"/>
                          <a:pt x="121825" y="67470"/>
                        </a:cubicBezTo>
                        <a:cubicBezTo>
                          <a:pt x="126873" y="67470"/>
                          <a:pt x="131064" y="70804"/>
                          <a:pt x="131350" y="74995"/>
                        </a:cubicBezTo>
                        <a:cubicBezTo>
                          <a:pt x="131445" y="76709"/>
                          <a:pt x="130683" y="78138"/>
                          <a:pt x="129635" y="79377"/>
                        </a:cubicBezTo>
                        <a:lnTo>
                          <a:pt x="131540" y="79853"/>
                        </a:lnTo>
                        <a:cubicBezTo>
                          <a:pt x="132588" y="77852"/>
                          <a:pt x="134207" y="76138"/>
                          <a:pt x="136589" y="7490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77" name="Forme libre : forme 18176">
                    <a:extLst>
                      <a:ext uri="{FF2B5EF4-FFF2-40B4-BE49-F238E27FC236}">
                        <a16:creationId xmlns:a16="http://schemas.microsoft.com/office/drawing/2014/main" id="{0332D5B5-66D7-465F-9042-C7E4EE0EE6B0}"/>
                      </a:ext>
                    </a:extLst>
                  </p:cNvPr>
                  <p:cNvSpPr/>
                  <p:nvPr/>
                </p:nvSpPr>
                <p:spPr>
                  <a:xfrm>
                    <a:off x="1150899" y="5120637"/>
                    <a:ext cx="104023" cy="168272"/>
                  </a:xfrm>
                  <a:custGeom>
                    <a:avLst/>
                    <a:gdLst>
                      <a:gd name="connsiteX0" fmla="*/ 80592 w 104023"/>
                      <a:gd name="connsiteY0" fmla="*/ 73345 h 168272"/>
                      <a:gd name="connsiteX1" fmla="*/ 57351 w 104023"/>
                      <a:gd name="connsiteY1" fmla="*/ 73536 h 168272"/>
                      <a:gd name="connsiteX2" fmla="*/ 55160 w 104023"/>
                      <a:gd name="connsiteY2" fmla="*/ 52295 h 168272"/>
                      <a:gd name="connsiteX3" fmla="*/ 102404 w 104023"/>
                      <a:gd name="connsiteY3" fmla="*/ 10957 h 168272"/>
                      <a:gd name="connsiteX4" fmla="*/ 76686 w 104023"/>
                      <a:gd name="connsiteY4" fmla="*/ 384 h 168272"/>
                      <a:gd name="connsiteX5" fmla="*/ 9154 w 104023"/>
                      <a:gd name="connsiteY5" fmla="*/ 61154 h 168272"/>
                      <a:gd name="connsiteX6" fmla="*/ 772 w 104023"/>
                      <a:gd name="connsiteY6" fmla="*/ 130591 h 168272"/>
                      <a:gd name="connsiteX7" fmla="*/ 4392 w 104023"/>
                      <a:gd name="connsiteY7" fmla="*/ 155832 h 168272"/>
                      <a:gd name="connsiteX8" fmla="*/ 43635 w 104023"/>
                      <a:gd name="connsiteY8" fmla="*/ 168119 h 168272"/>
                      <a:gd name="connsiteX9" fmla="*/ 99737 w 104023"/>
                      <a:gd name="connsiteY9" fmla="*/ 118208 h 168272"/>
                      <a:gd name="connsiteX10" fmla="*/ 104023 w 104023"/>
                      <a:gd name="connsiteY10" fmla="*/ 62868 h 168272"/>
                      <a:gd name="connsiteX11" fmla="*/ 80592 w 104023"/>
                      <a:gd name="connsiteY11" fmla="*/ 73345 h 168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4023" h="168272">
                        <a:moveTo>
                          <a:pt x="80592" y="73345"/>
                        </a:moveTo>
                        <a:cubicBezTo>
                          <a:pt x="73162" y="76013"/>
                          <a:pt x="63732" y="77918"/>
                          <a:pt x="57351" y="73536"/>
                        </a:cubicBezTo>
                        <a:cubicBezTo>
                          <a:pt x="50207" y="68583"/>
                          <a:pt x="51826" y="59249"/>
                          <a:pt x="55160" y="52295"/>
                        </a:cubicBezTo>
                        <a:cubicBezTo>
                          <a:pt x="61923" y="38389"/>
                          <a:pt x="81163" y="16100"/>
                          <a:pt x="102404" y="10957"/>
                        </a:cubicBezTo>
                        <a:cubicBezTo>
                          <a:pt x="98308" y="3337"/>
                          <a:pt x="90688" y="-1426"/>
                          <a:pt x="76686" y="384"/>
                        </a:cubicBezTo>
                        <a:cubicBezTo>
                          <a:pt x="38777" y="5242"/>
                          <a:pt x="12774" y="31245"/>
                          <a:pt x="9154" y="61154"/>
                        </a:cubicBezTo>
                        <a:cubicBezTo>
                          <a:pt x="6392" y="84299"/>
                          <a:pt x="3534" y="107445"/>
                          <a:pt x="772" y="130591"/>
                        </a:cubicBezTo>
                        <a:cubicBezTo>
                          <a:pt x="-276" y="139068"/>
                          <a:pt x="-1133" y="148307"/>
                          <a:pt x="4392" y="155832"/>
                        </a:cubicBezTo>
                        <a:cubicBezTo>
                          <a:pt x="12107" y="166405"/>
                          <a:pt x="29157" y="168977"/>
                          <a:pt x="43635" y="168119"/>
                        </a:cubicBezTo>
                        <a:cubicBezTo>
                          <a:pt x="78115" y="165929"/>
                          <a:pt x="102880" y="147640"/>
                          <a:pt x="99737" y="118208"/>
                        </a:cubicBezTo>
                        <a:cubicBezTo>
                          <a:pt x="97641" y="98491"/>
                          <a:pt x="101261" y="80965"/>
                          <a:pt x="104023" y="62868"/>
                        </a:cubicBezTo>
                        <a:cubicBezTo>
                          <a:pt x="94879" y="67631"/>
                          <a:pt x="86021" y="71440"/>
                          <a:pt x="80592" y="7334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78" name="Forme libre : forme 18177">
                    <a:extLst>
                      <a:ext uri="{FF2B5EF4-FFF2-40B4-BE49-F238E27FC236}">
                        <a16:creationId xmlns:a16="http://schemas.microsoft.com/office/drawing/2014/main" id="{209E2522-29FF-4186-A891-4753D616FCF0}"/>
                      </a:ext>
                    </a:extLst>
                  </p:cNvPr>
                  <p:cNvSpPr/>
                  <p:nvPr/>
                </p:nvSpPr>
                <p:spPr>
                  <a:xfrm>
                    <a:off x="1306996" y="4969351"/>
                    <a:ext cx="120473" cy="144588"/>
                  </a:xfrm>
                  <a:custGeom>
                    <a:avLst/>
                    <a:gdLst>
                      <a:gd name="connsiteX0" fmla="*/ 102708 w 120473"/>
                      <a:gd name="connsiteY0" fmla="*/ 144526 h 144588"/>
                      <a:gd name="connsiteX1" fmla="*/ 114709 w 120473"/>
                      <a:gd name="connsiteY1" fmla="*/ 142050 h 144588"/>
                      <a:gd name="connsiteX2" fmla="*/ 120043 w 120473"/>
                      <a:gd name="connsiteY2" fmla="*/ 127667 h 144588"/>
                      <a:gd name="connsiteX3" fmla="*/ 98517 w 120473"/>
                      <a:gd name="connsiteY3" fmla="*/ 64040 h 144588"/>
                      <a:gd name="connsiteX4" fmla="*/ 93564 w 120473"/>
                      <a:gd name="connsiteY4" fmla="*/ 16224 h 144588"/>
                      <a:gd name="connsiteX5" fmla="*/ 53654 w 120473"/>
                      <a:gd name="connsiteY5" fmla="*/ 1841 h 144588"/>
                      <a:gd name="connsiteX6" fmla="*/ 59274 w 120473"/>
                      <a:gd name="connsiteY6" fmla="*/ 2508 h 144588"/>
                      <a:gd name="connsiteX7" fmla="*/ 81658 w 120473"/>
                      <a:gd name="connsiteY7" fmla="*/ 8604 h 144588"/>
                      <a:gd name="connsiteX8" fmla="*/ 38890 w 120473"/>
                      <a:gd name="connsiteY8" fmla="*/ 7842 h 144588"/>
                      <a:gd name="connsiteX9" fmla="*/ 4029 w 120473"/>
                      <a:gd name="connsiteY9" fmla="*/ 44132 h 144588"/>
                      <a:gd name="connsiteX10" fmla="*/ 28 w 120473"/>
                      <a:gd name="connsiteY10" fmla="*/ 87090 h 144588"/>
                      <a:gd name="connsiteX11" fmla="*/ 1838 w 120473"/>
                      <a:gd name="connsiteY11" fmla="*/ 100997 h 144588"/>
                      <a:gd name="connsiteX12" fmla="*/ 15840 w 120473"/>
                      <a:gd name="connsiteY12" fmla="*/ 117285 h 144588"/>
                      <a:gd name="connsiteX13" fmla="*/ 102708 w 120473"/>
                      <a:gd name="connsiteY13" fmla="*/ 144526 h 144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20473" h="144588">
                        <a:moveTo>
                          <a:pt x="102708" y="144526"/>
                        </a:moveTo>
                        <a:cubicBezTo>
                          <a:pt x="106899" y="144431"/>
                          <a:pt x="111280" y="144050"/>
                          <a:pt x="114709" y="142050"/>
                        </a:cubicBezTo>
                        <a:cubicBezTo>
                          <a:pt x="119948" y="139002"/>
                          <a:pt x="121282" y="132905"/>
                          <a:pt x="120043" y="127667"/>
                        </a:cubicBezTo>
                        <a:cubicBezTo>
                          <a:pt x="114614" y="105188"/>
                          <a:pt x="99755" y="88138"/>
                          <a:pt x="98517" y="64040"/>
                        </a:cubicBezTo>
                        <a:cubicBezTo>
                          <a:pt x="97755" y="49372"/>
                          <a:pt x="101470" y="30226"/>
                          <a:pt x="93564" y="16224"/>
                        </a:cubicBezTo>
                        <a:cubicBezTo>
                          <a:pt x="84420" y="127"/>
                          <a:pt x="69085" y="-2444"/>
                          <a:pt x="53654" y="1841"/>
                        </a:cubicBezTo>
                        <a:cubicBezTo>
                          <a:pt x="55464" y="2127"/>
                          <a:pt x="57369" y="2318"/>
                          <a:pt x="59274" y="2508"/>
                        </a:cubicBezTo>
                        <a:cubicBezTo>
                          <a:pt x="67656" y="3556"/>
                          <a:pt x="75181" y="5652"/>
                          <a:pt x="81658" y="8604"/>
                        </a:cubicBezTo>
                        <a:cubicBezTo>
                          <a:pt x="67370" y="8414"/>
                          <a:pt x="53083" y="8224"/>
                          <a:pt x="38890" y="7842"/>
                        </a:cubicBezTo>
                        <a:cubicBezTo>
                          <a:pt x="22126" y="16986"/>
                          <a:pt x="7648" y="32131"/>
                          <a:pt x="4029" y="44132"/>
                        </a:cubicBezTo>
                        <a:cubicBezTo>
                          <a:pt x="-162" y="58039"/>
                          <a:pt x="-67" y="72613"/>
                          <a:pt x="28" y="87090"/>
                        </a:cubicBezTo>
                        <a:cubicBezTo>
                          <a:pt x="28" y="91757"/>
                          <a:pt x="124" y="96520"/>
                          <a:pt x="1838" y="100997"/>
                        </a:cubicBezTo>
                        <a:cubicBezTo>
                          <a:pt x="4315" y="107379"/>
                          <a:pt x="9839" y="112713"/>
                          <a:pt x="15840" y="117285"/>
                        </a:cubicBezTo>
                        <a:cubicBezTo>
                          <a:pt x="39176" y="135477"/>
                          <a:pt x="71275" y="145479"/>
                          <a:pt x="102708" y="14452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79" name="Forme libre : forme 18178">
                    <a:extLst>
                      <a:ext uri="{FF2B5EF4-FFF2-40B4-BE49-F238E27FC236}">
                        <a16:creationId xmlns:a16="http://schemas.microsoft.com/office/drawing/2014/main" id="{0C223C77-C009-42D9-9F54-425BAC323F5A}"/>
                      </a:ext>
                    </a:extLst>
                  </p:cNvPr>
                  <p:cNvSpPr/>
                  <p:nvPr/>
                </p:nvSpPr>
                <p:spPr>
                  <a:xfrm>
                    <a:off x="1345696" y="4971192"/>
                    <a:ext cx="42767" cy="6858"/>
                  </a:xfrm>
                  <a:custGeom>
                    <a:avLst/>
                    <a:gdLst>
                      <a:gd name="connsiteX0" fmla="*/ 20479 w 42767"/>
                      <a:gd name="connsiteY0" fmla="*/ 667 h 6858"/>
                      <a:gd name="connsiteX1" fmla="*/ 14859 w 42767"/>
                      <a:gd name="connsiteY1" fmla="*/ 0 h 6858"/>
                      <a:gd name="connsiteX2" fmla="*/ 0 w 42767"/>
                      <a:gd name="connsiteY2" fmla="*/ 6096 h 6858"/>
                      <a:gd name="connsiteX3" fmla="*/ 42767 w 42767"/>
                      <a:gd name="connsiteY3" fmla="*/ 6858 h 6858"/>
                      <a:gd name="connsiteX4" fmla="*/ 20479 w 42767"/>
                      <a:gd name="connsiteY4" fmla="*/ 667 h 6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767" h="6858">
                        <a:moveTo>
                          <a:pt x="20479" y="667"/>
                        </a:moveTo>
                        <a:cubicBezTo>
                          <a:pt x="18669" y="477"/>
                          <a:pt x="16764" y="191"/>
                          <a:pt x="14859" y="0"/>
                        </a:cubicBezTo>
                        <a:cubicBezTo>
                          <a:pt x="9811" y="1429"/>
                          <a:pt x="4858" y="3429"/>
                          <a:pt x="0" y="6096"/>
                        </a:cubicBezTo>
                        <a:cubicBezTo>
                          <a:pt x="14192" y="6382"/>
                          <a:pt x="28480" y="6668"/>
                          <a:pt x="42767" y="6858"/>
                        </a:cubicBezTo>
                        <a:cubicBezTo>
                          <a:pt x="36386" y="3810"/>
                          <a:pt x="28861" y="1715"/>
                          <a:pt x="20479" y="66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80" name="Forme libre : forme 18179">
                    <a:extLst>
                      <a:ext uri="{FF2B5EF4-FFF2-40B4-BE49-F238E27FC236}">
                        <a16:creationId xmlns:a16="http://schemas.microsoft.com/office/drawing/2014/main" id="{47631579-AD75-43A7-868D-61EB3FC6DEE9}"/>
                      </a:ext>
                    </a:extLst>
                  </p:cNvPr>
                  <p:cNvSpPr/>
                  <p:nvPr/>
                </p:nvSpPr>
                <p:spPr>
                  <a:xfrm>
                    <a:off x="1559860" y="4945397"/>
                    <a:ext cx="157115" cy="171517"/>
                  </a:xfrm>
                  <a:custGeom>
                    <a:avLst/>
                    <a:gdLst>
                      <a:gd name="connsiteX0" fmla="*/ 39106 w 157115"/>
                      <a:gd name="connsiteY0" fmla="*/ 29986 h 171517"/>
                      <a:gd name="connsiteX1" fmla="*/ 56251 w 157115"/>
                      <a:gd name="connsiteY1" fmla="*/ 6554 h 171517"/>
                      <a:gd name="connsiteX2" fmla="*/ 339 w 157115"/>
                      <a:gd name="connsiteY2" fmla="*/ 85421 h 171517"/>
                      <a:gd name="connsiteX3" fmla="*/ 44249 w 157115"/>
                      <a:gd name="connsiteY3" fmla="*/ 156478 h 171517"/>
                      <a:gd name="connsiteX4" fmla="*/ 101304 w 157115"/>
                      <a:gd name="connsiteY4" fmla="*/ 168098 h 171517"/>
                      <a:gd name="connsiteX5" fmla="*/ 132546 w 157115"/>
                      <a:gd name="connsiteY5" fmla="*/ 171337 h 171517"/>
                      <a:gd name="connsiteX6" fmla="*/ 156359 w 157115"/>
                      <a:gd name="connsiteY6" fmla="*/ 157335 h 171517"/>
                      <a:gd name="connsiteX7" fmla="*/ 143214 w 157115"/>
                      <a:gd name="connsiteY7" fmla="*/ 127141 h 171517"/>
                      <a:gd name="connsiteX8" fmla="*/ 113496 w 157115"/>
                      <a:gd name="connsiteY8" fmla="*/ 54275 h 171517"/>
                      <a:gd name="connsiteX9" fmla="*/ 108829 w 157115"/>
                      <a:gd name="connsiteY9" fmla="*/ 32272 h 171517"/>
                      <a:gd name="connsiteX10" fmla="*/ 82254 w 157115"/>
                      <a:gd name="connsiteY10" fmla="*/ 31034 h 171517"/>
                      <a:gd name="connsiteX11" fmla="*/ 77777 w 157115"/>
                      <a:gd name="connsiteY11" fmla="*/ 28557 h 171517"/>
                      <a:gd name="connsiteX12" fmla="*/ 78730 w 157115"/>
                      <a:gd name="connsiteY12" fmla="*/ 24652 h 171517"/>
                      <a:gd name="connsiteX13" fmla="*/ 98923 w 157115"/>
                      <a:gd name="connsiteY13" fmla="*/ 9983 h 171517"/>
                      <a:gd name="connsiteX14" fmla="*/ 92731 w 157115"/>
                      <a:gd name="connsiteY14" fmla="*/ 4363 h 171517"/>
                      <a:gd name="connsiteX15" fmla="*/ 74063 w 157115"/>
                      <a:gd name="connsiteY15" fmla="*/ 172 h 171517"/>
                      <a:gd name="connsiteX16" fmla="*/ 72634 w 157115"/>
                      <a:gd name="connsiteY16" fmla="*/ 1221 h 171517"/>
                      <a:gd name="connsiteX17" fmla="*/ 39106 w 157115"/>
                      <a:gd name="connsiteY17" fmla="*/ 29986 h 171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57115" h="171517">
                        <a:moveTo>
                          <a:pt x="39106" y="29986"/>
                        </a:moveTo>
                        <a:cubicBezTo>
                          <a:pt x="43678" y="22176"/>
                          <a:pt x="49488" y="14270"/>
                          <a:pt x="56251" y="6554"/>
                        </a:cubicBezTo>
                        <a:cubicBezTo>
                          <a:pt x="27390" y="23413"/>
                          <a:pt x="2149" y="68752"/>
                          <a:pt x="339" y="85421"/>
                        </a:cubicBezTo>
                        <a:cubicBezTo>
                          <a:pt x="-2614" y="113139"/>
                          <a:pt x="13864" y="143714"/>
                          <a:pt x="44249" y="156478"/>
                        </a:cubicBezTo>
                        <a:cubicBezTo>
                          <a:pt x="61871" y="163907"/>
                          <a:pt x="82064" y="164955"/>
                          <a:pt x="101304" y="168098"/>
                        </a:cubicBezTo>
                        <a:cubicBezTo>
                          <a:pt x="111686" y="169813"/>
                          <a:pt x="122164" y="172194"/>
                          <a:pt x="132546" y="171337"/>
                        </a:cubicBezTo>
                        <a:cubicBezTo>
                          <a:pt x="142928" y="170479"/>
                          <a:pt x="153596" y="165622"/>
                          <a:pt x="156359" y="157335"/>
                        </a:cubicBezTo>
                        <a:cubicBezTo>
                          <a:pt x="159883" y="146858"/>
                          <a:pt x="150358" y="136570"/>
                          <a:pt x="143214" y="127141"/>
                        </a:cubicBezTo>
                        <a:cubicBezTo>
                          <a:pt x="126450" y="105138"/>
                          <a:pt x="119782" y="79135"/>
                          <a:pt x="113496" y="54275"/>
                        </a:cubicBezTo>
                        <a:cubicBezTo>
                          <a:pt x="112067" y="48464"/>
                          <a:pt x="110829" y="40463"/>
                          <a:pt x="108829" y="32272"/>
                        </a:cubicBezTo>
                        <a:cubicBezTo>
                          <a:pt x="97113" y="32653"/>
                          <a:pt x="87397" y="32081"/>
                          <a:pt x="82254" y="31034"/>
                        </a:cubicBezTo>
                        <a:cubicBezTo>
                          <a:pt x="80254" y="30652"/>
                          <a:pt x="78253" y="30081"/>
                          <a:pt x="77777" y="28557"/>
                        </a:cubicBezTo>
                        <a:cubicBezTo>
                          <a:pt x="77492" y="27510"/>
                          <a:pt x="77968" y="26081"/>
                          <a:pt x="78730" y="24652"/>
                        </a:cubicBezTo>
                        <a:cubicBezTo>
                          <a:pt x="82254" y="18365"/>
                          <a:pt x="90255" y="13603"/>
                          <a:pt x="98923" y="9983"/>
                        </a:cubicBezTo>
                        <a:cubicBezTo>
                          <a:pt x="97113" y="7793"/>
                          <a:pt x="95113" y="5792"/>
                          <a:pt x="92731" y="4363"/>
                        </a:cubicBezTo>
                        <a:cubicBezTo>
                          <a:pt x="86635" y="744"/>
                          <a:pt x="80349" y="-494"/>
                          <a:pt x="74063" y="172"/>
                        </a:cubicBezTo>
                        <a:cubicBezTo>
                          <a:pt x="73586" y="554"/>
                          <a:pt x="73110" y="839"/>
                          <a:pt x="72634" y="1221"/>
                        </a:cubicBezTo>
                        <a:cubicBezTo>
                          <a:pt x="60918" y="10555"/>
                          <a:pt x="49678" y="20080"/>
                          <a:pt x="39106" y="2998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81" name="Forme libre : forme 18180">
                    <a:extLst>
                      <a:ext uri="{FF2B5EF4-FFF2-40B4-BE49-F238E27FC236}">
                        <a16:creationId xmlns:a16="http://schemas.microsoft.com/office/drawing/2014/main" id="{CC43111A-C69A-41EA-B532-F6B19ACFA3D5}"/>
                      </a:ext>
                    </a:extLst>
                  </p:cNvPr>
                  <p:cNvSpPr/>
                  <p:nvPr/>
                </p:nvSpPr>
                <p:spPr>
                  <a:xfrm>
                    <a:off x="1598966" y="4945760"/>
                    <a:ext cx="35051" cy="29622"/>
                  </a:xfrm>
                  <a:custGeom>
                    <a:avLst/>
                    <a:gdLst>
                      <a:gd name="connsiteX0" fmla="*/ 0 w 35051"/>
                      <a:gd name="connsiteY0" fmla="*/ 29623 h 29622"/>
                      <a:gd name="connsiteX1" fmla="*/ 33623 w 35051"/>
                      <a:gd name="connsiteY1" fmla="*/ 1048 h 29622"/>
                      <a:gd name="connsiteX2" fmla="*/ 35052 w 35051"/>
                      <a:gd name="connsiteY2" fmla="*/ 0 h 29622"/>
                      <a:gd name="connsiteX3" fmla="*/ 17145 w 35051"/>
                      <a:gd name="connsiteY3" fmla="*/ 6287 h 29622"/>
                      <a:gd name="connsiteX4" fmla="*/ 0 w 35051"/>
                      <a:gd name="connsiteY4" fmla="*/ 29623 h 2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051" h="29622">
                        <a:moveTo>
                          <a:pt x="0" y="29623"/>
                        </a:moveTo>
                        <a:cubicBezTo>
                          <a:pt x="10573" y="19812"/>
                          <a:pt x="21812" y="10192"/>
                          <a:pt x="33623" y="1048"/>
                        </a:cubicBezTo>
                        <a:cubicBezTo>
                          <a:pt x="34099" y="667"/>
                          <a:pt x="34576" y="381"/>
                          <a:pt x="35052" y="0"/>
                        </a:cubicBezTo>
                        <a:cubicBezTo>
                          <a:pt x="29051" y="571"/>
                          <a:pt x="23050" y="2857"/>
                          <a:pt x="17145" y="6287"/>
                        </a:cubicBezTo>
                        <a:cubicBezTo>
                          <a:pt x="10382" y="13907"/>
                          <a:pt x="4572" y="21717"/>
                          <a:pt x="0" y="2962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82" name="Forme libre : forme 18181">
                    <a:extLst>
                      <a:ext uri="{FF2B5EF4-FFF2-40B4-BE49-F238E27FC236}">
                        <a16:creationId xmlns:a16="http://schemas.microsoft.com/office/drawing/2014/main" id="{EE645273-4DB2-4D3A-9D3E-0C31F46779C7}"/>
                      </a:ext>
                    </a:extLst>
                  </p:cNvPr>
                  <p:cNvSpPr/>
                  <p:nvPr/>
                </p:nvSpPr>
                <p:spPr>
                  <a:xfrm>
                    <a:off x="1637648" y="4955571"/>
                    <a:ext cx="31135" cy="22369"/>
                  </a:xfrm>
                  <a:custGeom>
                    <a:avLst/>
                    <a:gdLst>
                      <a:gd name="connsiteX0" fmla="*/ 1036 w 31135"/>
                      <a:gd name="connsiteY0" fmla="*/ 14668 h 22369"/>
                      <a:gd name="connsiteX1" fmla="*/ 84 w 31135"/>
                      <a:gd name="connsiteY1" fmla="*/ 18573 h 22369"/>
                      <a:gd name="connsiteX2" fmla="*/ 4561 w 31135"/>
                      <a:gd name="connsiteY2" fmla="*/ 21050 h 22369"/>
                      <a:gd name="connsiteX3" fmla="*/ 31135 w 31135"/>
                      <a:gd name="connsiteY3" fmla="*/ 22288 h 22369"/>
                      <a:gd name="connsiteX4" fmla="*/ 21325 w 31135"/>
                      <a:gd name="connsiteY4" fmla="*/ 0 h 22369"/>
                      <a:gd name="connsiteX5" fmla="*/ 1036 w 31135"/>
                      <a:gd name="connsiteY5" fmla="*/ 14668 h 22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135" h="22369">
                        <a:moveTo>
                          <a:pt x="1036" y="14668"/>
                        </a:moveTo>
                        <a:cubicBezTo>
                          <a:pt x="274" y="16097"/>
                          <a:pt x="-202" y="17430"/>
                          <a:pt x="84" y="18573"/>
                        </a:cubicBezTo>
                        <a:cubicBezTo>
                          <a:pt x="560" y="20098"/>
                          <a:pt x="2560" y="20669"/>
                          <a:pt x="4561" y="21050"/>
                        </a:cubicBezTo>
                        <a:cubicBezTo>
                          <a:pt x="9704" y="22098"/>
                          <a:pt x="19420" y="22574"/>
                          <a:pt x="31135" y="22288"/>
                        </a:cubicBezTo>
                        <a:cubicBezTo>
                          <a:pt x="29135" y="14097"/>
                          <a:pt x="26182" y="5905"/>
                          <a:pt x="21325" y="0"/>
                        </a:cubicBezTo>
                        <a:cubicBezTo>
                          <a:pt x="12562" y="3524"/>
                          <a:pt x="4561" y="8382"/>
                          <a:pt x="1036" y="1466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83" name="Forme libre : forme 18182">
                    <a:extLst>
                      <a:ext uri="{FF2B5EF4-FFF2-40B4-BE49-F238E27FC236}">
                        <a16:creationId xmlns:a16="http://schemas.microsoft.com/office/drawing/2014/main" id="{DBC54C51-D371-4A50-836B-D54364CF63C9}"/>
                      </a:ext>
                    </a:extLst>
                  </p:cNvPr>
                  <p:cNvSpPr/>
                  <p:nvPr/>
                </p:nvSpPr>
                <p:spPr>
                  <a:xfrm>
                    <a:off x="1399772" y="5160645"/>
                    <a:ext cx="79955" cy="95132"/>
                  </a:xfrm>
                  <a:custGeom>
                    <a:avLst/>
                    <a:gdLst>
                      <a:gd name="connsiteX0" fmla="*/ 42412 w 79955"/>
                      <a:gd name="connsiteY0" fmla="*/ 20669 h 95132"/>
                      <a:gd name="connsiteX1" fmla="*/ 52414 w 79955"/>
                      <a:gd name="connsiteY1" fmla="*/ 7048 h 95132"/>
                      <a:gd name="connsiteX2" fmla="*/ 1931 w 79955"/>
                      <a:gd name="connsiteY2" fmla="*/ 49816 h 95132"/>
                      <a:gd name="connsiteX3" fmla="*/ 28030 w 79955"/>
                      <a:gd name="connsiteY3" fmla="*/ 88487 h 95132"/>
                      <a:gd name="connsiteX4" fmla="*/ 78036 w 79955"/>
                      <a:gd name="connsiteY4" fmla="*/ 81057 h 95132"/>
                      <a:gd name="connsiteX5" fmla="*/ 67844 w 79955"/>
                      <a:gd name="connsiteY5" fmla="*/ 34195 h 95132"/>
                      <a:gd name="connsiteX6" fmla="*/ 60891 w 79955"/>
                      <a:gd name="connsiteY6" fmla="*/ 35433 h 95132"/>
                      <a:gd name="connsiteX7" fmla="*/ 42412 w 79955"/>
                      <a:gd name="connsiteY7" fmla="*/ 20669 h 95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9955" h="95132">
                        <a:moveTo>
                          <a:pt x="42412" y="20669"/>
                        </a:moveTo>
                        <a:cubicBezTo>
                          <a:pt x="42126" y="14573"/>
                          <a:pt x="46222" y="9334"/>
                          <a:pt x="52414" y="7048"/>
                        </a:cubicBezTo>
                        <a:cubicBezTo>
                          <a:pt x="29172" y="-14097"/>
                          <a:pt x="-9023" y="15906"/>
                          <a:pt x="1931" y="49816"/>
                        </a:cubicBezTo>
                        <a:cubicBezTo>
                          <a:pt x="6598" y="64293"/>
                          <a:pt x="13647" y="79248"/>
                          <a:pt x="28030" y="88487"/>
                        </a:cubicBezTo>
                        <a:cubicBezTo>
                          <a:pt x="44127" y="98774"/>
                          <a:pt x="70416" y="97726"/>
                          <a:pt x="78036" y="81057"/>
                        </a:cubicBezTo>
                        <a:cubicBezTo>
                          <a:pt x="83941" y="68199"/>
                          <a:pt x="74988" y="49434"/>
                          <a:pt x="67844" y="34195"/>
                        </a:cubicBezTo>
                        <a:cubicBezTo>
                          <a:pt x="65748" y="34956"/>
                          <a:pt x="63367" y="35433"/>
                          <a:pt x="60891" y="35433"/>
                        </a:cubicBezTo>
                        <a:cubicBezTo>
                          <a:pt x="51080" y="35433"/>
                          <a:pt x="42793" y="28861"/>
                          <a:pt x="42412" y="2066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84" name="Forme libre : forme 18183">
                    <a:extLst>
                      <a:ext uri="{FF2B5EF4-FFF2-40B4-BE49-F238E27FC236}">
                        <a16:creationId xmlns:a16="http://schemas.microsoft.com/office/drawing/2014/main" id="{05BCB823-64F5-4EB1-841C-DA004DBE3ABB}"/>
                      </a:ext>
                    </a:extLst>
                  </p:cNvPr>
                  <p:cNvSpPr/>
                  <p:nvPr/>
                </p:nvSpPr>
                <p:spPr>
                  <a:xfrm>
                    <a:off x="1188897" y="5323557"/>
                    <a:ext cx="210309" cy="116285"/>
                  </a:xfrm>
                  <a:custGeom>
                    <a:avLst/>
                    <a:gdLst>
                      <a:gd name="connsiteX0" fmla="*/ 192803 w 210309"/>
                      <a:gd name="connsiteY0" fmla="*/ 66450 h 116285"/>
                      <a:gd name="connsiteX1" fmla="*/ 182611 w 210309"/>
                      <a:gd name="connsiteY1" fmla="*/ 54448 h 116285"/>
                      <a:gd name="connsiteX2" fmla="*/ 166990 w 210309"/>
                      <a:gd name="connsiteY2" fmla="*/ 14443 h 116285"/>
                      <a:gd name="connsiteX3" fmla="*/ 72788 w 210309"/>
                      <a:gd name="connsiteY3" fmla="*/ 7585 h 116285"/>
                      <a:gd name="connsiteX4" fmla="*/ 28021 w 210309"/>
                      <a:gd name="connsiteY4" fmla="*/ 10347 h 116285"/>
                      <a:gd name="connsiteX5" fmla="*/ 17 w 210309"/>
                      <a:gd name="connsiteY5" fmla="*/ 36065 h 116285"/>
                      <a:gd name="connsiteX6" fmla="*/ 13638 w 210309"/>
                      <a:gd name="connsiteY6" fmla="*/ 59591 h 116285"/>
                      <a:gd name="connsiteX7" fmla="*/ 27354 w 210309"/>
                      <a:gd name="connsiteY7" fmla="*/ 67783 h 116285"/>
                      <a:gd name="connsiteX8" fmla="*/ 33069 w 210309"/>
                      <a:gd name="connsiteY8" fmla="*/ 59210 h 116285"/>
                      <a:gd name="connsiteX9" fmla="*/ 59929 w 210309"/>
                      <a:gd name="connsiteY9" fmla="*/ 39780 h 116285"/>
                      <a:gd name="connsiteX10" fmla="*/ 111745 w 210309"/>
                      <a:gd name="connsiteY10" fmla="*/ 34922 h 116285"/>
                      <a:gd name="connsiteX11" fmla="*/ 121270 w 210309"/>
                      <a:gd name="connsiteY11" fmla="*/ 55496 h 116285"/>
                      <a:gd name="connsiteX12" fmla="*/ 102411 w 210309"/>
                      <a:gd name="connsiteY12" fmla="*/ 71784 h 116285"/>
                      <a:gd name="connsiteX13" fmla="*/ 72788 w 210309"/>
                      <a:gd name="connsiteY13" fmla="*/ 86547 h 116285"/>
                      <a:gd name="connsiteX14" fmla="*/ 145464 w 210309"/>
                      <a:gd name="connsiteY14" fmla="*/ 111407 h 116285"/>
                      <a:gd name="connsiteX15" fmla="*/ 186136 w 210309"/>
                      <a:gd name="connsiteY15" fmla="*/ 115313 h 116285"/>
                      <a:gd name="connsiteX16" fmla="*/ 210234 w 210309"/>
                      <a:gd name="connsiteY16" fmla="*/ 91596 h 116285"/>
                      <a:gd name="connsiteX17" fmla="*/ 196423 w 210309"/>
                      <a:gd name="connsiteY17" fmla="*/ 69974 h 116285"/>
                      <a:gd name="connsiteX18" fmla="*/ 192803 w 210309"/>
                      <a:gd name="connsiteY18" fmla="*/ 66450 h 116285"/>
                      <a:gd name="connsiteX19" fmla="*/ 158132 w 210309"/>
                      <a:gd name="connsiteY19" fmla="*/ 52162 h 116285"/>
                      <a:gd name="connsiteX20" fmla="*/ 139558 w 210309"/>
                      <a:gd name="connsiteY20" fmla="*/ 37398 h 116285"/>
                      <a:gd name="connsiteX21" fmla="*/ 156608 w 210309"/>
                      <a:gd name="connsiteY21" fmla="*/ 22539 h 116285"/>
                      <a:gd name="connsiteX22" fmla="*/ 175182 w 210309"/>
                      <a:gd name="connsiteY22" fmla="*/ 37303 h 116285"/>
                      <a:gd name="connsiteX23" fmla="*/ 158132 w 210309"/>
                      <a:gd name="connsiteY23" fmla="*/ 52162 h 116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10309" h="116285">
                        <a:moveTo>
                          <a:pt x="192803" y="66450"/>
                        </a:moveTo>
                        <a:cubicBezTo>
                          <a:pt x="188898" y="62544"/>
                          <a:pt x="185088" y="58639"/>
                          <a:pt x="182611" y="54448"/>
                        </a:cubicBezTo>
                        <a:cubicBezTo>
                          <a:pt x="174991" y="41780"/>
                          <a:pt x="174801" y="26921"/>
                          <a:pt x="166990" y="14443"/>
                        </a:cubicBezTo>
                        <a:cubicBezTo>
                          <a:pt x="149464" y="-13275"/>
                          <a:pt x="102316" y="7394"/>
                          <a:pt x="72788" y="7585"/>
                        </a:cubicBezTo>
                        <a:cubicBezTo>
                          <a:pt x="57739" y="7680"/>
                          <a:pt x="42308" y="6728"/>
                          <a:pt x="28021" y="10347"/>
                        </a:cubicBezTo>
                        <a:cubicBezTo>
                          <a:pt x="13733" y="13967"/>
                          <a:pt x="589" y="23587"/>
                          <a:pt x="17" y="36065"/>
                        </a:cubicBezTo>
                        <a:cubicBezTo>
                          <a:pt x="-364" y="44923"/>
                          <a:pt x="5637" y="53496"/>
                          <a:pt x="13638" y="59591"/>
                        </a:cubicBezTo>
                        <a:cubicBezTo>
                          <a:pt x="17829" y="62735"/>
                          <a:pt x="22496" y="65402"/>
                          <a:pt x="27354" y="67783"/>
                        </a:cubicBezTo>
                        <a:cubicBezTo>
                          <a:pt x="28878" y="64735"/>
                          <a:pt x="30878" y="61878"/>
                          <a:pt x="33069" y="59210"/>
                        </a:cubicBezTo>
                        <a:cubicBezTo>
                          <a:pt x="39927" y="51019"/>
                          <a:pt x="49261" y="44447"/>
                          <a:pt x="59929" y="39780"/>
                        </a:cubicBezTo>
                        <a:cubicBezTo>
                          <a:pt x="72217" y="34350"/>
                          <a:pt x="98315" y="26635"/>
                          <a:pt x="111745" y="34922"/>
                        </a:cubicBezTo>
                        <a:cubicBezTo>
                          <a:pt x="118603" y="39208"/>
                          <a:pt x="123175" y="48923"/>
                          <a:pt x="121270" y="55496"/>
                        </a:cubicBezTo>
                        <a:cubicBezTo>
                          <a:pt x="119175" y="63211"/>
                          <a:pt x="110031" y="68069"/>
                          <a:pt x="102411" y="71784"/>
                        </a:cubicBezTo>
                        <a:cubicBezTo>
                          <a:pt x="92505" y="76737"/>
                          <a:pt x="82694" y="81594"/>
                          <a:pt x="72788" y="86547"/>
                        </a:cubicBezTo>
                        <a:cubicBezTo>
                          <a:pt x="96505" y="95977"/>
                          <a:pt x="120508" y="104740"/>
                          <a:pt x="145464" y="111407"/>
                        </a:cubicBezTo>
                        <a:cubicBezTo>
                          <a:pt x="158704" y="114931"/>
                          <a:pt x="172801" y="117885"/>
                          <a:pt x="186136" y="115313"/>
                        </a:cubicBezTo>
                        <a:cubicBezTo>
                          <a:pt x="199471" y="112741"/>
                          <a:pt x="211377" y="103025"/>
                          <a:pt x="210234" y="91596"/>
                        </a:cubicBezTo>
                        <a:cubicBezTo>
                          <a:pt x="209377" y="83499"/>
                          <a:pt x="203090" y="76641"/>
                          <a:pt x="196423" y="69974"/>
                        </a:cubicBezTo>
                        <a:cubicBezTo>
                          <a:pt x="194803" y="69212"/>
                          <a:pt x="193565" y="67973"/>
                          <a:pt x="192803" y="66450"/>
                        </a:cubicBezTo>
                        <a:close/>
                        <a:moveTo>
                          <a:pt x="158132" y="52162"/>
                        </a:moveTo>
                        <a:cubicBezTo>
                          <a:pt x="148321" y="52162"/>
                          <a:pt x="140035" y="45590"/>
                          <a:pt x="139558" y="37398"/>
                        </a:cubicBezTo>
                        <a:cubicBezTo>
                          <a:pt x="139177" y="29206"/>
                          <a:pt x="146797" y="22539"/>
                          <a:pt x="156608" y="22539"/>
                        </a:cubicBezTo>
                        <a:cubicBezTo>
                          <a:pt x="166419" y="22539"/>
                          <a:pt x="174706" y="29112"/>
                          <a:pt x="175182" y="37303"/>
                        </a:cubicBezTo>
                        <a:cubicBezTo>
                          <a:pt x="175563" y="45494"/>
                          <a:pt x="167943" y="52162"/>
                          <a:pt x="158132" y="5216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85" name="Forme libre : forme 18184">
                    <a:extLst>
                      <a:ext uri="{FF2B5EF4-FFF2-40B4-BE49-F238E27FC236}">
                        <a16:creationId xmlns:a16="http://schemas.microsoft.com/office/drawing/2014/main" id="{5E1B0164-20AB-479F-9B44-F6C34752B6B5}"/>
                      </a:ext>
                    </a:extLst>
                  </p:cNvPr>
                  <p:cNvSpPr/>
                  <p:nvPr/>
                </p:nvSpPr>
                <p:spPr>
                  <a:xfrm>
                    <a:off x="1139670" y="5424793"/>
                    <a:ext cx="66103" cy="19220"/>
                  </a:xfrm>
                  <a:custGeom>
                    <a:avLst/>
                    <a:gdLst>
                      <a:gd name="connsiteX0" fmla="*/ 0 w 66103"/>
                      <a:gd name="connsiteY0" fmla="*/ 2647 h 19220"/>
                      <a:gd name="connsiteX1" fmla="*/ 66103 w 66103"/>
                      <a:gd name="connsiteY1" fmla="*/ 19220 h 19220"/>
                      <a:gd name="connsiteX2" fmla="*/ 55721 w 66103"/>
                      <a:gd name="connsiteY2" fmla="*/ 11981 h 19220"/>
                      <a:gd name="connsiteX3" fmla="*/ 0 w 66103"/>
                      <a:gd name="connsiteY3" fmla="*/ 2647 h 19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103" h="19220">
                        <a:moveTo>
                          <a:pt x="0" y="2647"/>
                        </a:moveTo>
                        <a:lnTo>
                          <a:pt x="66103" y="19220"/>
                        </a:lnTo>
                        <a:cubicBezTo>
                          <a:pt x="62389" y="16554"/>
                          <a:pt x="58864" y="14077"/>
                          <a:pt x="55721" y="11981"/>
                        </a:cubicBezTo>
                        <a:cubicBezTo>
                          <a:pt x="38767" y="456"/>
                          <a:pt x="17907" y="-2973"/>
                          <a:pt x="0" y="264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86" name="Forme libre : forme 18185">
                    <a:extLst>
                      <a:ext uri="{FF2B5EF4-FFF2-40B4-BE49-F238E27FC236}">
                        <a16:creationId xmlns:a16="http://schemas.microsoft.com/office/drawing/2014/main" id="{036D93F9-DD69-4D69-957C-C3EB2E84DB28}"/>
                      </a:ext>
                    </a:extLst>
                  </p:cNvPr>
                  <p:cNvSpPr/>
                  <p:nvPr/>
                </p:nvSpPr>
                <p:spPr>
                  <a:xfrm>
                    <a:off x="1012035" y="5292001"/>
                    <a:ext cx="133630" cy="74537"/>
                  </a:xfrm>
                  <a:custGeom>
                    <a:avLst/>
                    <a:gdLst>
                      <a:gd name="connsiteX0" fmla="*/ 132207 w 133630"/>
                      <a:gd name="connsiteY0" fmla="*/ 68193 h 74537"/>
                      <a:gd name="connsiteX1" fmla="*/ 133541 w 133630"/>
                      <a:gd name="connsiteY1" fmla="*/ 61335 h 74537"/>
                      <a:gd name="connsiteX2" fmla="*/ 124111 w 133630"/>
                      <a:gd name="connsiteY2" fmla="*/ 45332 h 74537"/>
                      <a:gd name="connsiteX3" fmla="*/ 64294 w 133630"/>
                      <a:gd name="connsiteY3" fmla="*/ 3423 h 74537"/>
                      <a:gd name="connsiteX4" fmla="*/ 54578 w 133630"/>
                      <a:gd name="connsiteY4" fmla="*/ 184 h 74537"/>
                      <a:gd name="connsiteX5" fmla="*/ 41624 w 133630"/>
                      <a:gd name="connsiteY5" fmla="*/ 1422 h 74537"/>
                      <a:gd name="connsiteX6" fmla="*/ 0 w 133630"/>
                      <a:gd name="connsiteY6" fmla="*/ 16091 h 74537"/>
                      <a:gd name="connsiteX7" fmla="*/ 29718 w 133630"/>
                      <a:gd name="connsiteY7" fmla="*/ 20758 h 74537"/>
                      <a:gd name="connsiteX8" fmla="*/ 62770 w 133630"/>
                      <a:gd name="connsiteY8" fmla="*/ 28473 h 74537"/>
                      <a:gd name="connsiteX9" fmla="*/ 85630 w 133630"/>
                      <a:gd name="connsiteY9" fmla="*/ 50952 h 74537"/>
                      <a:gd name="connsiteX10" fmla="*/ 105061 w 133630"/>
                      <a:gd name="connsiteY10" fmla="*/ 71336 h 74537"/>
                      <a:gd name="connsiteX11" fmla="*/ 132207 w 133630"/>
                      <a:gd name="connsiteY11" fmla="*/ 68193 h 74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3630" h="74537">
                        <a:moveTo>
                          <a:pt x="132207" y="68193"/>
                        </a:moveTo>
                        <a:cubicBezTo>
                          <a:pt x="133445" y="66097"/>
                          <a:pt x="133826" y="63716"/>
                          <a:pt x="133541" y="61335"/>
                        </a:cubicBezTo>
                        <a:cubicBezTo>
                          <a:pt x="132969" y="55429"/>
                          <a:pt x="128588" y="50095"/>
                          <a:pt x="124111" y="45332"/>
                        </a:cubicBezTo>
                        <a:cubicBezTo>
                          <a:pt x="107918" y="28187"/>
                          <a:pt x="87344" y="13710"/>
                          <a:pt x="64294" y="3423"/>
                        </a:cubicBezTo>
                        <a:cubicBezTo>
                          <a:pt x="61246" y="1994"/>
                          <a:pt x="58007" y="660"/>
                          <a:pt x="54578" y="184"/>
                        </a:cubicBezTo>
                        <a:cubicBezTo>
                          <a:pt x="50197" y="-388"/>
                          <a:pt x="45815" y="470"/>
                          <a:pt x="41624" y="1422"/>
                        </a:cubicBezTo>
                        <a:cubicBezTo>
                          <a:pt x="27051" y="4851"/>
                          <a:pt x="12954" y="9804"/>
                          <a:pt x="0" y="16091"/>
                        </a:cubicBezTo>
                        <a:lnTo>
                          <a:pt x="29718" y="20758"/>
                        </a:lnTo>
                        <a:cubicBezTo>
                          <a:pt x="41148" y="19044"/>
                          <a:pt x="53245" y="22568"/>
                          <a:pt x="62770" y="28473"/>
                        </a:cubicBezTo>
                        <a:cubicBezTo>
                          <a:pt x="72295" y="34379"/>
                          <a:pt x="79438" y="42570"/>
                          <a:pt x="85630" y="50952"/>
                        </a:cubicBezTo>
                        <a:cubicBezTo>
                          <a:pt x="91154" y="58382"/>
                          <a:pt x="96298" y="66573"/>
                          <a:pt x="105061" y="71336"/>
                        </a:cubicBezTo>
                        <a:cubicBezTo>
                          <a:pt x="113919" y="76194"/>
                          <a:pt x="127730" y="75812"/>
                          <a:pt x="132207" y="6819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87" name="Forme libre : forme 18186">
                    <a:extLst>
                      <a:ext uri="{FF2B5EF4-FFF2-40B4-BE49-F238E27FC236}">
                        <a16:creationId xmlns:a16="http://schemas.microsoft.com/office/drawing/2014/main" id="{7BFC3A92-1493-4585-AB9C-F58DEC2C6FC3}"/>
                      </a:ext>
                    </a:extLst>
                  </p:cNvPr>
                  <p:cNvSpPr/>
                  <p:nvPr/>
                </p:nvSpPr>
                <p:spPr>
                  <a:xfrm>
                    <a:off x="1560077" y="5142156"/>
                    <a:ext cx="83655" cy="98501"/>
                  </a:xfrm>
                  <a:custGeom>
                    <a:avLst/>
                    <a:gdLst>
                      <a:gd name="connsiteX0" fmla="*/ 10408 w 83655"/>
                      <a:gd name="connsiteY0" fmla="*/ 95450 h 98501"/>
                      <a:gd name="connsiteX1" fmla="*/ 27744 w 83655"/>
                      <a:gd name="connsiteY1" fmla="*/ 98498 h 98501"/>
                      <a:gd name="connsiteX2" fmla="*/ 83656 w 83655"/>
                      <a:gd name="connsiteY2" fmla="*/ 61160 h 98501"/>
                      <a:gd name="connsiteX3" fmla="*/ 61177 w 83655"/>
                      <a:gd name="connsiteY3" fmla="*/ 71162 h 98501"/>
                      <a:gd name="connsiteX4" fmla="*/ 37936 w 83655"/>
                      <a:gd name="connsiteY4" fmla="*/ 71352 h 98501"/>
                      <a:gd name="connsiteX5" fmla="*/ 35745 w 83655"/>
                      <a:gd name="connsiteY5" fmla="*/ 50111 h 98501"/>
                      <a:gd name="connsiteX6" fmla="*/ 73845 w 83655"/>
                      <a:gd name="connsiteY6" fmla="*/ 12106 h 98501"/>
                      <a:gd name="connsiteX7" fmla="*/ 72892 w 83655"/>
                      <a:gd name="connsiteY7" fmla="*/ 10964 h 98501"/>
                      <a:gd name="connsiteX8" fmla="*/ 39745 w 83655"/>
                      <a:gd name="connsiteY8" fmla="*/ 6963 h 98501"/>
                      <a:gd name="connsiteX9" fmla="*/ 26 w 83655"/>
                      <a:gd name="connsiteY9" fmla="*/ 78686 h 98501"/>
                      <a:gd name="connsiteX10" fmla="*/ 10408 w 83655"/>
                      <a:gd name="connsiteY10" fmla="*/ 95450 h 98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3655" h="98501">
                        <a:moveTo>
                          <a:pt x="10408" y="95450"/>
                        </a:moveTo>
                        <a:cubicBezTo>
                          <a:pt x="15552" y="98117"/>
                          <a:pt x="21838" y="98498"/>
                          <a:pt x="27744" y="98498"/>
                        </a:cubicBezTo>
                        <a:cubicBezTo>
                          <a:pt x="56319" y="98784"/>
                          <a:pt x="76607" y="81925"/>
                          <a:pt x="83656" y="61160"/>
                        </a:cubicBezTo>
                        <a:cubicBezTo>
                          <a:pt x="74893" y="65732"/>
                          <a:pt x="66415" y="69352"/>
                          <a:pt x="61177" y="71162"/>
                        </a:cubicBezTo>
                        <a:cubicBezTo>
                          <a:pt x="53747" y="73828"/>
                          <a:pt x="44317" y="75733"/>
                          <a:pt x="37936" y="71352"/>
                        </a:cubicBezTo>
                        <a:cubicBezTo>
                          <a:pt x="30792" y="66399"/>
                          <a:pt x="32411" y="57064"/>
                          <a:pt x="35745" y="50111"/>
                        </a:cubicBezTo>
                        <a:cubicBezTo>
                          <a:pt x="41460" y="38300"/>
                          <a:pt x="56414" y="20393"/>
                          <a:pt x="73845" y="12106"/>
                        </a:cubicBezTo>
                        <a:cubicBezTo>
                          <a:pt x="73464" y="11726"/>
                          <a:pt x="73273" y="11344"/>
                          <a:pt x="72892" y="10964"/>
                        </a:cubicBezTo>
                        <a:cubicBezTo>
                          <a:pt x="61558" y="-1419"/>
                          <a:pt x="51842" y="-4086"/>
                          <a:pt x="39745" y="6963"/>
                        </a:cubicBezTo>
                        <a:cubicBezTo>
                          <a:pt x="24410" y="20965"/>
                          <a:pt x="-926" y="58969"/>
                          <a:pt x="26" y="78686"/>
                        </a:cubicBezTo>
                        <a:cubicBezTo>
                          <a:pt x="407" y="85163"/>
                          <a:pt x="3741" y="92021"/>
                          <a:pt x="10408" y="9545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88" name="Forme libre : forme 18187">
                    <a:extLst>
                      <a:ext uri="{FF2B5EF4-FFF2-40B4-BE49-F238E27FC236}">
                        <a16:creationId xmlns:a16="http://schemas.microsoft.com/office/drawing/2014/main" id="{5BF5B38D-A2A3-44A4-AA2D-36A464415834}"/>
                      </a:ext>
                    </a:extLst>
                  </p:cNvPr>
                  <p:cNvSpPr/>
                  <p:nvPr/>
                </p:nvSpPr>
                <p:spPr>
                  <a:xfrm>
                    <a:off x="1491522" y="5276125"/>
                    <a:ext cx="156592" cy="177990"/>
                  </a:xfrm>
                  <a:custGeom>
                    <a:avLst/>
                    <a:gdLst>
                      <a:gd name="connsiteX0" fmla="*/ 156593 w 156592"/>
                      <a:gd name="connsiteY0" fmla="*/ 75972 h 177990"/>
                      <a:gd name="connsiteX1" fmla="*/ 146116 w 156592"/>
                      <a:gd name="connsiteY1" fmla="*/ 79020 h 177990"/>
                      <a:gd name="connsiteX2" fmla="*/ 127542 w 156592"/>
                      <a:gd name="connsiteY2" fmla="*/ 64256 h 177990"/>
                      <a:gd name="connsiteX3" fmla="*/ 144592 w 156592"/>
                      <a:gd name="connsiteY3" fmla="*/ 49397 h 177990"/>
                      <a:gd name="connsiteX4" fmla="*/ 156593 w 156592"/>
                      <a:gd name="connsiteY4" fmla="*/ 53112 h 177990"/>
                      <a:gd name="connsiteX5" fmla="*/ 133733 w 156592"/>
                      <a:gd name="connsiteY5" fmla="*/ 12059 h 177990"/>
                      <a:gd name="connsiteX6" fmla="*/ 8860 w 156592"/>
                      <a:gd name="connsiteY6" fmla="*/ 78258 h 177990"/>
                      <a:gd name="connsiteX7" fmla="*/ 192 w 156592"/>
                      <a:gd name="connsiteY7" fmla="*/ 123407 h 177990"/>
                      <a:gd name="connsiteX8" fmla="*/ 26386 w 156592"/>
                      <a:gd name="connsiteY8" fmla="*/ 162650 h 177990"/>
                      <a:gd name="connsiteX9" fmla="*/ 55533 w 156592"/>
                      <a:gd name="connsiteY9" fmla="*/ 169698 h 177990"/>
                      <a:gd name="connsiteX10" fmla="*/ 107349 w 156592"/>
                      <a:gd name="connsiteY10" fmla="*/ 176842 h 177990"/>
                      <a:gd name="connsiteX11" fmla="*/ 133924 w 156592"/>
                      <a:gd name="connsiteY11" fmla="*/ 175127 h 177990"/>
                      <a:gd name="connsiteX12" fmla="*/ 145258 w 156592"/>
                      <a:gd name="connsiteY12" fmla="*/ 148267 h 177990"/>
                      <a:gd name="connsiteX13" fmla="*/ 156593 w 156592"/>
                      <a:gd name="connsiteY13" fmla="*/ 75972 h 177990"/>
                      <a:gd name="connsiteX14" fmla="*/ 123732 w 156592"/>
                      <a:gd name="connsiteY14" fmla="*/ 49493 h 177990"/>
                      <a:gd name="connsiteX15" fmla="*/ 104872 w 156592"/>
                      <a:gd name="connsiteY15" fmla="*/ 65780 h 177990"/>
                      <a:gd name="connsiteX16" fmla="*/ 60391 w 156592"/>
                      <a:gd name="connsiteY16" fmla="*/ 87973 h 177990"/>
                      <a:gd name="connsiteX17" fmla="*/ 48675 w 156592"/>
                      <a:gd name="connsiteY17" fmla="*/ 92070 h 177990"/>
                      <a:gd name="connsiteX18" fmla="*/ 27243 w 156592"/>
                      <a:gd name="connsiteY18" fmla="*/ 76829 h 177990"/>
                      <a:gd name="connsiteX19" fmla="*/ 35435 w 156592"/>
                      <a:gd name="connsiteY19" fmla="*/ 53112 h 177990"/>
                      <a:gd name="connsiteX20" fmla="*/ 62296 w 156592"/>
                      <a:gd name="connsiteY20" fmla="*/ 33681 h 177990"/>
                      <a:gd name="connsiteX21" fmla="*/ 114112 w 156592"/>
                      <a:gd name="connsiteY21" fmla="*/ 28823 h 177990"/>
                      <a:gd name="connsiteX22" fmla="*/ 123732 w 156592"/>
                      <a:gd name="connsiteY22" fmla="*/ 49493 h 177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56592" h="177990">
                        <a:moveTo>
                          <a:pt x="156593" y="75972"/>
                        </a:moveTo>
                        <a:cubicBezTo>
                          <a:pt x="153735" y="77877"/>
                          <a:pt x="150116" y="79020"/>
                          <a:pt x="146116" y="79020"/>
                        </a:cubicBezTo>
                        <a:cubicBezTo>
                          <a:pt x="136305" y="79020"/>
                          <a:pt x="128018" y="72448"/>
                          <a:pt x="127542" y="64256"/>
                        </a:cubicBezTo>
                        <a:cubicBezTo>
                          <a:pt x="127161" y="56065"/>
                          <a:pt x="134781" y="49397"/>
                          <a:pt x="144592" y="49397"/>
                        </a:cubicBezTo>
                        <a:cubicBezTo>
                          <a:pt x="149163" y="49397"/>
                          <a:pt x="153259" y="50826"/>
                          <a:pt x="156593" y="53112"/>
                        </a:cubicBezTo>
                        <a:cubicBezTo>
                          <a:pt x="154974" y="36253"/>
                          <a:pt x="148783" y="21394"/>
                          <a:pt x="133733" y="12059"/>
                        </a:cubicBezTo>
                        <a:cubicBezTo>
                          <a:pt x="70868" y="-26898"/>
                          <a:pt x="22671" y="37491"/>
                          <a:pt x="8860" y="78258"/>
                        </a:cubicBezTo>
                        <a:cubicBezTo>
                          <a:pt x="3907" y="92927"/>
                          <a:pt x="-1046" y="107976"/>
                          <a:pt x="192" y="123407"/>
                        </a:cubicBezTo>
                        <a:cubicBezTo>
                          <a:pt x="1431" y="138837"/>
                          <a:pt x="10099" y="154934"/>
                          <a:pt x="26386" y="162650"/>
                        </a:cubicBezTo>
                        <a:cubicBezTo>
                          <a:pt x="35245" y="166936"/>
                          <a:pt x="45532" y="168364"/>
                          <a:pt x="55533" y="169698"/>
                        </a:cubicBezTo>
                        <a:cubicBezTo>
                          <a:pt x="72773" y="172079"/>
                          <a:pt x="90013" y="174460"/>
                          <a:pt x="107349" y="176842"/>
                        </a:cubicBezTo>
                        <a:cubicBezTo>
                          <a:pt x="116397" y="178080"/>
                          <a:pt x="126399" y="179223"/>
                          <a:pt x="133924" y="175127"/>
                        </a:cubicBezTo>
                        <a:cubicBezTo>
                          <a:pt x="143829" y="169793"/>
                          <a:pt x="144877" y="158268"/>
                          <a:pt x="145258" y="148267"/>
                        </a:cubicBezTo>
                        <a:cubicBezTo>
                          <a:pt x="146020" y="130360"/>
                          <a:pt x="154307" y="102547"/>
                          <a:pt x="156593" y="75972"/>
                        </a:cubicBezTo>
                        <a:close/>
                        <a:moveTo>
                          <a:pt x="123732" y="49493"/>
                        </a:moveTo>
                        <a:cubicBezTo>
                          <a:pt x="121636" y="57208"/>
                          <a:pt x="112492" y="62066"/>
                          <a:pt x="104872" y="65780"/>
                        </a:cubicBezTo>
                        <a:cubicBezTo>
                          <a:pt x="90013" y="73210"/>
                          <a:pt x="75250" y="80544"/>
                          <a:pt x="60391" y="87973"/>
                        </a:cubicBezTo>
                        <a:cubicBezTo>
                          <a:pt x="56771" y="89783"/>
                          <a:pt x="52961" y="91688"/>
                          <a:pt x="48675" y="92070"/>
                        </a:cubicBezTo>
                        <a:cubicBezTo>
                          <a:pt x="38578" y="93117"/>
                          <a:pt x="29053" y="85211"/>
                          <a:pt x="27243" y="76829"/>
                        </a:cubicBezTo>
                        <a:cubicBezTo>
                          <a:pt x="25434" y="68447"/>
                          <a:pt x="29720" y="59970"/>
                          <a:pt x="35435" y="53112"/>
                        </a:cubicBezTo>
                        <a:cubicBezTo>
                          <a:pt x="42293" y="44921"/>
                          <a:pt x="51628" y="38348"/>
                          <a:pt x="62296" y="33681"/>
                        </a:cubicBezTo>
                        <a:cubicBezTo>
                          <a:pt x="74583" y="28252"/>
                          <a:pt x="100681" y="20537"/>
                          <a:pt x="114112" y="28823"/>
                        </a:cubicBezTo>
                        <a:cubicBezTo>
                          <a:pt x="121065" y="33110"/>
                          <a:pt x="125637" y="42825"/>
                          <a:pt x="123732" y="4949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89" name="Forme libre : forme 18188">
                    <a:extLst>
                      <a:ext uri="{FF2B5EF4-FFF2-40B4-BE49-F238E27FC236}">
                        <a16:creationId xmlns:a16="http://schemas.microsoft.com/office/drawing/2014/main" id="{4569A847-89AD-4846-9A86-4B6D8DF7AB32}"/>
                      </a:ext>
                    </a:extLst>
                  </p:cNvPr>
                  <p:cNvSpPr/>
                  <p:nvPr/>
                </p:nvSpPr>
                <p:spPr>
                  <a:xfrm>
                    <a:off x="1384930" y="5488876"/>
                    <a:ext cx="39823" cy="10210"/>
                  </a:xfrm>
                  <a:custGeom>
                    <a:avLst/>
                    <a:gdLst>
                      <a:gd name="connsiteX0" fmla="*/ 104 w 39823"/>
                      <a:gd name="connsiteY0" fmla="*/ 2667 h 10210"/>
                      <a:gd name="connsiteX1" fmla="*/ 1914 w 39823"/>
                      <a:gd name="connsiteY1" fmla="*/ 6477 h 10210"/>
                      <a:gd name="connsiteX2" fmla="*/ 8200 w 39823"/>
                      <a:gd name="connsiteY2" fmla="*/ 8954 h 10210"/>
                      <a:gd name="connsiteX3" fmla="*/ 39823 w 39823"/>
                      <a:gd name="connsiteY3" fmla="*/ 9906 h 10210"/>
                      <a:gd name="connsiteX4" fmla="*/ 199 w 39823"/>
                      <a:gd name="connsiteY4" fmla="*/ 0 h 10210"/>
                      <a:gd name="connsiteX5" fmla="*/ 104 w 39823"/>
                      <a:gd name="connsiteY5" fmla="*/ 2667 h 10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823" h="10210">
                        <a:moveTo>
                          <a:pt x="104" y="2667"/>
                        </a:moveTo>
                        <a:cubicBezTo>
                          <a:pt x="294" y="4000"/>
                          <a:pt x="771" y="5429"/>
                          <a:pt x="1914" y="6477"/>
                        </a:cubicBezTo>
                        <a:cubicBezTo>
                          <a:pt x="3438" y="8001"/>
                          <a:pt x="5914" y="8477"/>
                          <a:pt x="8200" y="8954"/>
                        </a:cubicBezTo>
                        <a:cubicBezTo>
                          <a:pt x="14772" y="10096"/>
                          <a:pt x="26583" y="10573"/>
                          <a:pt x="39823" y="9906"/>
                        </a:cubicBezTo>
                        <a:lnTo>
                          <a:pt x="199" y="0"/>
                        </a:lnTo>
                        <a:cubicBezTo>
                          <a:pt x="9" y="857"/>
                          <a:pt x="-87" y="1714"/>
                          <a:pt x="104" y="266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90" name="Forme libre : forme 18189">
                    <a:extLst>
                      <a:ext uri="{FF2B5EF4-FFF2-40B4-BE49-F238E27FC236}">
                        <a16:creationId xmlns:a16="http://schemas.microsoft.com/office/drawing/2014/main" id="{A40FF521-FFC7-48E5-9D8E-75FF16528DF0}"/>
                      </a:ext>
                    </a:extLst>
                  </p:cNvPr>
                  <p:cNvSpPr/>
                  <p:nvPr/>
                </p:nvSpPr>
                <p:spPr>
                  <a:xfrm>
                    <a:off x="1385129" y="5455931"/>
                    <a:ext cx="106585" cy="42755"/>
                  </a:xfrm>
                  <a:custGeom>
                    <a:avLst/>
                    <a:gdLst>
                      <a:gd name="connsiteX0" fmla="*/ 106585 w 106585"/>
                      <a:gd name="connsiteY0" fmla="*/ 16753 h 42755"/>
                      <a:gd name="connsiteX1" fmla="*/ 21146 w 106585"/>
                      <a:gd name="connsiteY1" fmla="*/ 16181 h 42755"/>
                      <a:gd name="connsiteX2" fmla="*/ 0 w 106585"/>
                      <a:gd name="connsiteY2" fmla="*/ 32850 h 42755"/>
                      <a:gd name="connsiteX3" fmla="*/ 39624 w 106585"/>
                      <a:gd name="connsiteY3" fmla="*/ 42756 h 42755"/>
                      <a:gd name="connsiteX4" fmla="*/ 106585 w 106585"/>
                      <a:gd name="connsiteY4" fmla="*/ 16753 h 42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585" h="42755">
                        <a:moveTo>
                          <a:pt x="106585" y="16753"/>
                        </a:moveTo>
                        <a:cubicBezTo>
                          <a:pt x="106108" y="-17347"/>
                          <a:pt x="38005" y="10180"/>
                          <a:pt x="21146" y="16181"/>
                        </a:cubicBezTo>
                        <a:cubicBezTo>
                          <a:pt x="11811" y="19515"/>
                          <a:pt x="1048" y="24849"/>
                          <a:pt x="0" y="32850"/>
                        </a:cubicBezTo>
                        <a:lnTo>
                          <a:pt x="39624" y="42756"/>
                        </a:lnTo>
                        <a:cubicBezTo>
                          <a:pt x="69533" y="41423"/>
                          <a:pt x="106775" y="34374"/>
                          <a:pt x="106585" y="1675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91" name="Forme libre : forme 18190">
                    <a:extLst>
                      <a:ext uri="{FF2B5EF4-FFF2-40B4-BE49-F238E27FC236}">
                        <a16:creationId xmlns:a16="http://schemas.microsoft.com/office/drawing/2014/main" id="{AAD07B9A-A94C-44B0-A3A6-9CF5F7D5CB87}"/>
                      </a:ext>
                    </a:extLst>
                  </p:cNvPr>
                  <p:cNvSpPr/>
                  <p:nvPr/>
                </p:nvSpPr>
                <p:spPr>
                  <a:xfrm>
                    <a:off x="1729822" y="5118467"/>
                    <a:ext cx="200518" cy="201986"/>
                  </a:xfrm>
                  <a:custGeom>
                    <a:avLst/>
                    <a:gdLst>
                      <a:gd name="connsiteX0" fmla="*/ 77074 w 200518"/>
                      <a:gd name="connsiteY0" fmla="*/ 187909 h 201986"/>
                      <a:gd name="connsiteX1" fmla="*/ 107173 w 200518"/>
                      <a:gd name="connsiteY1" fmla="*/ 201816 h 201986"/>
                      <a:gd name="connsiteX2" fmla="*/ 123937 w 200518"/>
                      <a:gd name="connsiteY2" fmla="*/ 193625 h 201986"/>
                      <a:gd name="connsiteX3" fmla="*/ 182516 w 200518"/>
                      <a:gd name="connsiteY3" fmla="*/ 127807 h 201986"/>
                      <a:gd name="connsiteX4" fmla="*/ 200518 w 200518"/>
                      <a:gd name="connsiteY4" fmla="*/ 69038 h 201986"/>
                      <a:gd name="connsiteX5" fmla="*/ 195660 w 200518"/>
                      <a:gd name="connsiteY5" fmla="*/ 69704 h 201986"/>
                      <a:gd name="connsiteX6" fmla="*/ 177087 w 200518"/>
                      <a:gd name="connsiteY6" fmla="*/ 54941 h 201986"/>
                      <a:gd name="connsiteX7" fmla="*/ 194136 w 200518"/>
                      <a:gd name="connsiteY7" fmla="*/ 40082 h 201986"/>
                      <a:gd name="connsiteX8" fmla="*/ 197089 w 200518"/>
                      <a:gd name="connsiteY8" fmla="*/ 40272 h 201986"/>
                      <a:gd name="connsiteX9" fmla="*/ 162228 w 200518"/>
                      <a:gd name="connsiteY9" fmla="*/ 5125 h 201986"/>
                      <a:gd name="connsiteX10" fmla="*/ 18114 w 200518"/>
                      <a:gd name="connsiteY10" fmla="*/ 48083 h 201986"/>
                      <a:gd name="connsiteX11" fmla="*/ 493 w 200518"/>
                      <a:gd name="connsiteY11" fmla="*/ 68371 h 201986"/>
                      <a:gd name="connsiteX12" fmla="*/ 5160 w 200518"/>
                      <a:gd name="connsiteY12" fmla="*/ 90278 h 201986"/>
                      <a:gd name="connsiteX13" fmla="*/ 77074 w 200518"/>
                      <a:gd name="connsiteY13" fmla="*/ 187909 h 201986"/>
                      <a:gd name="connsiteX14" fmla="*/ 29544 w 200518"/>
                      <a:gd name="connsiteY14" fmla="*/ 87516 h 201986"/>
                      <a:gd name="connsiteX15" fmla="*/ 27353 w 200518"/>
                      <a:gd name="connsiteY15" fmla="*/ 66276 h 201986"/>
                      <a:gd name="connsiteX16" fmla="*/ 104316 w 200518"/>
                      <a:gd name="connsiteY16" fmla="*/ 31224 h 201986"/>
                      <a:gd name="connsiteX17" fmla="*/ 52785 w 200518"/>
                      <a:gd name="connsiteY17" fmla="*/ 87325 h 201986"/>
                      <a:gd name="connsiteX18" fmla="*/ 29544 w 200518"/>
                      <a:gd name="connsiteY18" fmla="*/ 87516 h 201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00518" h="201986">
                        <a:moveTo>
                          <a:pt x="77074" y="187909"/>
                        </a:moveTo>
                        <a:cubicBezTo>
                          <a:pt x="85075" y="195435"/>
                          <a:pt x="95553" y="203245"/>
                          <a:pt x="107173" y="201816"/>
                        </a:cubicBezTo>
                        <a:cubicBezTo>
                          <a:pt x="113745" y="200959"/>
                          <a:pt x="119079" y="197340"/>
                          <a:pt x="123937" y="193625"/>
                        </a:cubicBezTo>
                        <a:cubicBezTo>
                          <a:pt x="148226" y="175051"/>
                          <a:pt x="168133" y="152572"/>
                          <a:pt x="182516" y="127807"/>
                        </a:cubicBezTo>
                        <a:cubicBezTo>
                          <a:pt x="191279" y="112567"/>
                          <a:pt x="199280" y="90564"/>
                          <a:pt x="200518" y="69038"/>
                        </a:cubicBezTo>
                        <a:cubicBezTo>
                          <a:pt x="198994" y="69418"/>
                          <a:pt x="197375" y="69704"/>
                          <a:pt x="195660" y="69704"/>
                        </a:cubicBezTo>
                        <a:cubicBezTo>
                          <a:pt x="185850" y="69704"/>
                          <a:pt x="177563" y="63132"/>
                          <a:pt x="177087" y="54941"/>
                        </a:cubicBezTo>
                        <a:cubicBezTo>
                          <a:pt x="176706" y="46749"/>
                          <a:pt x="184326" y="40082"/>
                          <a:pt x="194136" y="40082"/>
                        </a:cubicBezTo>
                        <a:cubicBezTo>
                          <a:pt x="195184" y="40082"/>
                          <a:pt x="196137" y="40177"/>
                          <a:pt x="197089" y="40272"/>
                        </a:cubicBezTo>
                        <a:cubicBezTo>
                          <a:pt x="192136" y="25128"/>
                          <a:pt x="181563" y="12268"/>
                          <a:pt x="162228" y="5125"/>
                        </a:cubicBezTo>
                        <a:cubicBezTo>
                          <a:pt x="111555" y="-13544"/>
                          <a:pt x="52404" y="22937"/>
                          <a:pt x="18114" y="48083"/>
                        </a:cubicBezTo>
                        <a:cubicBezTo>
                          <a:pt x="10494" y="53703"/>
                          <a:pt x="2493" y="59989"/>
                          <a:pt x="493" y="68371"/>
                        </a:cubicBezTo>
                        <a:cubicBezTo>
                          <a:pt x="-1222" y="75705"/>
                          <a:pt x="1827" y="83230"/>
                          <a:pt x="5160" y="90278"/>
                        </a:cubicBezTo>
                        <a:cubicBezTo>
                          <a:pt x="21829" y="125902"/>
                          <a:pt x="46403" y="159240"/>
                          <a:pt x="77074" y="187909"/>
                        </a:cubicBezTo>
                        <a:close/>
                        <a:moveTo>
                          <a:pt x="29544" y="87516"/>
                        </a:moveTo>
                        <a:cubicBezTo>
                          <a:pt x="22401" y="82563"/>
                          <a:pt x="24020" y="73229"/>
                          <a:pt x="27353" y="66276"/>
                        </a:cubicBezTo>
                        <a:cubicBezTo>
                          <a:pt x="37260" y="45987"/>
                          <a:pt x="73836" y="7601"/>
                          <a:pt x="104316" y="31224"/>
                        </a:cubicBezTo>
                        <a:cubicBezTo>
                          <a:pt x="131462" y="52274"/>
                          <a:pt x="71835" y="80468"/>
                          <a:pt x="52785" y="87325"/>
                        </a:cubicBezTo>
                        <a:cubicBezTo>
                          <a:pt x="45356" y="89993"/>
                          <a:pt x="35926" y="91898"/>
                          <a:pt x="29544" y="8751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92" name="Forme libre : forme 18191">
                    <a:extLst>
                      <a:ext uri="{FF2B5EF4-FFF2-40B4-BE49-F238E27FC236}">
                        <a16:creationId xmlns:a16="http://schemas.microsoft.com/office/drawing/2014/main" id="{838BAAF7-0585-4719-8371-327A589A1394}"/>
                      </a:ext>
                    </a:extLst>
                  </p:cNvPr>
                  <p:cNvSpPr/>
                  <p:nvPr/>
                </p:nvSpPr>
                <p:spPr>
                  <a:xfrm>
                    <a:off x="2038919" y="5099182"/>
                    <a:ext cx="137059" cy="108651"/>
                  </a:xfrm>
                  <a:custGeom>
                    <a:avLst/>
                    <a:gdLst>
                      <a:gd name="connsiteX0" fmla="*/ 134404 w 137059"/>
                      <a:gd name="connsiteY0" fmla="*/ 51556 h 108651"/>
                      <a:gd name="connsiteX1" fmla="*/ 126022 w 137059"/>
                      <a:gd name="connsiteY1" fmla="*/ 56319 h 108651"/>
                      <a:gd name="connsiteX2" fmla="*/ 89255 w 137059"/>
                      <a:gd name="connsiteY2" fmla="*/ 74702 h 108651"/>
                      <a:gd name="connsiteX3" fmla="*/ 66014 w 137059"/>
                      <a:gd name="connsiteY3" fmla="*/ 74893 h 108651"/>
                      <a:gd name="connsiteX4" fmla="*/ 63823 w 137059"/>
                      <a:gd name="connsiteY4" fmla="*/ 53652 h 108651"/>
                      <a:gd name="connsiteX5" fmla="*/ 107448 w 137059"/>
                      <a:gd name="connsiteY5" fmla="*/ 13361 h 108651"/>
                      <a:gd name="connsiteX6" fmla="*/ 104495 w 137059"/>
                      <a:gd name="connsiteY6" fmla="*/ 11075 h 108651"/>
                      <a:gd name="connsiteX7" fmla="*/ 36582 w 137059"/>
                      <a:gd name="connsiteY7" fmla="*/ 14219 h 108651"/>
                      <a:gd name="connsiteX8" fmla="*/ 8674 w 137059"/>
                      <a:gd name="connsiteY8" fmla="*/ 95086 h 108651"/>
                      <a:gd name="connsiteX9" fmla="*/ 39916 w 137059"/>
                      <a:gd name="connsiteY9" fmla="*/ 107849 h 108651"/>
                      <a:gd name="connsiteX10" fmla="*/ 134689 w 137059"/>
                      <a:gd name="connsiteY10" fmla="*/ 78988 h 108651"/>
                      <a:gd name="connsiteX11" fmla="*/ 134404 w 137059"/>
                      <a:gd name="connsiteY11" fmla="*/ 51556 h 10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7059" h="108651">
                        <a:moveTo>
                          <a:pt x="134404" y="51556"/>
                        </a:moveTo>
                        <a:cubicBezTo>
                          <a:pt x="132308" y="53747"/>
                          <a:pt x="129451" y="55461"/>
                          <a:pt x="126022" y="56319"/>
                        </a:cubicBezTo>
                        <a:cubicBezTo>
                          <a:pt x="112972" y="64891"/>
                          <a:pt x="97352" y="71749"/>
                          <a:pt x="89255" y="74702"/>
                        </a:cubicBezTo>
                        <a:cubicBezTo>
                          <a:pt x="81826" y="77369"/>
                          <a:pt x="72396" y="79274"/>
                          <a:pt x="66014" y="74893"/>
                        </a:cubicBezTo>
                        <a:cubicBezTo>
                          <a:pt x="58871" y="69940"/>
                          <a:pt x="60490" y="60605"/>
                          <a:pt x="63823" y="53652"/>
                        </a:cubicBezTo>
                        <a:cubicBezTo>
                          <a:pt x="70205" y="40602"/>
                          <a:pt x="87636" y="20029"/>
                          <a:pt x="107448" y="13361"/>
                        </a:cubicBezTo>
                        <a:cubicBezTo>
                          <a:pt x="106496" y="12599"/>
                          <a:pt x="105448" y="11837"/>
                          <a:pt x="104495" y="11075"/>
                        </a:cubicBezTo>
                        <a:cubicBezTo>
                          <a:pt x="81635" y="-5117"/>
                          <a:pt x="56013" y="-3117"/>
                          <a:pt x="36582" y="14219"/>
                        </a:cubicBezTo>
                        <a:cubicBezTo>
                          <a:pt x="16770" y="31840"/>
                          <a:pt x="-15615" y="70702"/>
                          <a:pt x="8674" y="95086"/>
                        </a:cubicBezTo>
                        <a:cubicBezTo>
                          <a:pt x="16294" y="102706"/>
                          <a:pt x="28295" y="106421"/>
                          <a:pt x="39916" y="107849"/>
                        </a:cubicBezTo>
                        <a:cubicBezTo>
                          <a:pt x="67824" y="111183"/>
                          <a:pt x="123831" y="104611"/>
                          <a:pt x="134689" y="78988"/>
                        </a:cubicBezTo>
                        <a:cubicBezTo>
                          <a:pt x="138214" y="70797"/>
                          <a:pt x="137547" y="61177"/>
                          <a:pt x="134404" y="5155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93" name="Forme libre : forme 18192">
                    <a:extLst>
                      <a:ext uri="{FF2B5EF4-FFF2-40B4-BE49-F238E27FC236}">
                        <a16:creationId xmlns:a16="http://schemas.microsoft.com/office/drawing/2014/main" id="{27750FC9-130E-445A-991A-4645A4F4780A}"/>
                      </a:ext>
                    </a:extLst>
                  </p:cNvPr>
                  <p:cNvSpPr/>
                  <p:nvPr/>
                </p:nvSpPr>
                <p:spPr>
                  <a:xfrm>
                    <a:off x="2181617" y="4934638"/>
                    <a:ext cx="132414" cy="160947"/>
                  </a:xfrm>
                  <a:custGeom>
                    <a:avLst/>
                    <a:gdLst>
                      <a:gd name="connsiteX0" fmla="*/ 25329 w 132414"/>
                      <a:gd name="connsiteY0" fmla="*/ 135138 h 160947"/>
                      <a:gd name="connsiteX1" fmla="*/ 65334 w 132414"/>
                      <a:gd name="connsiteY1" fmla="*/ 156188 h 160947"/>
                      <a:gd name="connsiteX2" fmla="*/ 111054 w 132414"/>
                      <a:gd name="connsiteY2" fmla="*/ 158475 h 160947"/>
                      <a:gd name="connsiteX3" fmla="*/ 130676 w 132414"/>
                      <a:gd name="connsiteY3" fmla="*/ 144092 h 160947"/>
                      <a:gd name="connsiteX4" fmla="*/ 99719 w 132414"/>
                      <a:gd name="connsiteY4" fmla="*/ 71797 h 160947"/>
                      <a:gd name="connsiteX5" fmla="*/ 92861 w 132414"/>
                      <a:gd name="connsiteY5" fmla="*/ 7789 h 160947"/>
                      <a:gd name="connsiteX6" fmla="*/ 29520 w 132414"/>
                      <a:gd name="connsiteY6" fmla="*/ 18648 h 160947"/>
                      <a:gd name="connsiteX7" fmla="*/ 88 w 132414"/>
                      <a:gd name="connsiteY7" fmla="*/ 90942 h 160947"/>
                      <a:gd name="connsiteX8" fmla="*/ 4089 w 132414"/>
                      <a:gd name="connsiteY8" fmla="*/ 115231 h 160947"/>
                      <a:gd name="connsiteX9" fmla="*/ 25329 w 132414"/>
                      <a:gd name="connsiteY9" fmla="*/ 135138 h 160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2414" h="160947">
                        <a:moveTo>
                          <a:pt x="25329" y="135138"/>
                        </a:moveTo>
                        <a:cubicBezTo>
                          <a:pt x="37712" y="143425"/>
                          <a:pt x="50666" y="151331"/>
                          <a:pt x="65334" y="156188"/>
                        </a:cubicBezTo>
                        <a:cubicBezTo>
                          <a:pt x="80003" y="161141"/>
                          <a:pt x="96576" y="162760"/>
                          <a:pt x="111054" y="158475"/>
                        </a:cubicBezTo>
                        <a:cubicBezTo>
                          <a:pt x="119532" y="155998"/>
                          <a:pt x="127437" y="151140"/>
                          <a:pt x="130676" y="144092"/>
                        </a:cubicBezTo>
                        <a:cubicBezTo>
                          <a:pt x="140677" y="122184"/>
                          <a:pt x="104482" y="93990"/>
                          <a:pt x="99719" y="71797"/>
                        </a:cubicBezTo>
                        <a:cubicBezTo>
                          <a:pt x="95814" y="53794"/>
                          <a:pt x="106673" y="23791"/>
                          <a:pt x="92861" y="7789"/>
                        </a:cubicBezTo>
                        <a:cubicBezTo>
                          <a:pt x="77145" y="-10404"/>
                          <a:pt x="43617" y="7503"/>
                          <a:pt x="29520" y="18648"/>
                        </a:cubicBezTo>
                        <a:cubicBezTo>
                          <a:pt x="6279" y="37031"/>
                          <a:pt x="945" y="64939"/>
                          <a:pt x="88" y="90942"/>
                        </a:cubicBezTo>
                        <a:cubicBezTo>
                          <a:pt x="-198" y="99133"/>
                          <a:pt x="-7" y="107706"/>
                          <a:pt x="4089" y="115231"/>
                        </a:cubicBezTo>
                        <a:cubicBezTo>
                          <a:pt x="8470" y="123517"/>
                          <a:pt x="16947" y="129614"/>
                          <a:pt x="25329" y="13513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94" name="Forme libre : forme 18193">
                    <a:extLst>
                      <a:ext uri="{FF2B5EF4-FFF2-40B4-BE49-F238E27FC236}">
                        <a16:creationId xmlns:a16="http://schemas.microsoft.com/office/drawing/2014/main" id="{301D490E-7C97-4A74-9C20-14E309D4C860}"/>
                      </a:ext>
                    </a:extLst>
                  </p:cNvPr>
                  <p:cNvSpPr/>
                  <p:nvPr/>
                </p:nvSpPr>
                <p:spPr>
                  <a:xfrm>
                    <a:off x="2013897" y="5252670"/>
                    <a:ext cx="141233" cy="188547"/>
                  </a:xfrm>
                  <a:custGeom>
                    <a:avLst/>
                    <a:gdLst>
                      <a:gd name="connsiteX0" fmla="*/ 127231 w 141233"/>
                      <a:gd name="connsiteY0" fmla="*/ 50660 h 188547"/>
                      <a:gd name="connsiteX1" fmla="*/ 108658 w 141233"/>
                      <a:gd name="connsiteY1" fmla="*/ 35896 h 188547"/>
                      <a:gd name="connsiteX2" fmla="*/ 125707 w 141233"/>
                      <a:gd name="connsiteY2" fmla="*/ 21037 h 188547"/>
                      <a:gd name="connsiteX3" fmla="*/ 141233 w 141233"/>
                      <a:gd name="connsiteY3" fmla="*/ 28180 h 188547"/>
                      <a:gd name="connsiteX4" fmla="*/ 124755 w 141233"/>
                      <a:gd name="connsiteY4" fmla="*/ 5797 h 188547"/>
                      <a:gd name="connsiteX5" fmla="*/ 30648 w 141233"/>
                      <a:gd name="connsiteY5" fmla="*/ 45230 h 188547"/>
                      <a:gd name="connsiteX6" fmla="*/ 59604 w 141233"/>
                      <a:gd name="connsiteY6" fmla="*/ 44659 h 188547"/>
                      <a:gd name="connsiteX7" fmla="*/ 84655 w 141233"/>
                      <a:gd name="connsiteY7" fmla="*/ 76187 h 188547"/>
                      <a:gd name="connsiteX8" fmla="*/ 75701 w 141233"/>
                      <a:gd name="connsiteY8" fmla="*/ 87045 h 188547"/>
                      <a:gd name="connsiteX9" fmla="*/ 47317 w 141233"/>
                      <a:gd name="connsiteY9" fmla="*/ 116382 h 188547"/>
                      <a:gd name="connsiteX10" fmla="*/ 2073 w 141233"/>
                      <a:gd name="connsiteY10" fmla="*/ 110476 h 188547"/>
                      <a:gd name="connsiteX11" fmla="*/ 263 w 141233"/>
                      <a:gd name="connsiteY11" fmla="*/ 109333 h 188547"/>
                      <a:gd name="connsiteX12" fmla="*/ 16646 w 141233"/>
                      <a:gd name="connsiteY12" fmla="*/ 167817 h 188547"/>
                      <a:gd name="connsiteX13" fmla="*/ 34744 w 141233"/>
                      <a:gd name="connsiteY13" fmla="*/ 183819 h 188547"/>
                      <a:gd name="connsiteX14" fmla="*/ 65509 w 141233"/>
                      <a:gd name="connsiteY14" fmla="*/ 188486 h 188547"/>
                      <a:gd name="connsiteX15" fmla="*/ 116563 w 141233"/>
                      <a:gd name="connsiteY15" fmla="*/ 166960 h 188547"/>
                      <a:gd name="connsiteX16" fmla="*/ 119230 w 141233"/>
                      <a:gd name="connsiteY16" fmla="*/ 138766 h 188547"/>
                      <a:gd name="connsiteX17" fmla="*/ 134280 w 141233"/>
                      <a:gd name="connsiteY17" fmla="*/ 60279 h 188547"/>
                      <a:gd name="connsiteX18" fmla="*/ 139423 w 141233"/>
                      <a:gd name="connsiteY18" fmla="*/ 46278 h 188547"/>
                      <a:gd name="connsiteX19" fmla="*/ 127231 w 141233"/>
                      <a:gd name="connsiteY19" fmla="*/ 50660 h 188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41233" h="188547">
                        <a:moveTo>
                          <a:pt x="127231" y="50660"/>
                        </a:moveTo>
                        <a:cubicBezTo>
                          <a:pt x="117421" y="50660"/>
                          <a:pt x="109134" y="44087"/>
                          <a:pt x="108658" y="35896"/>
                        </a:cubicBezTo>
                        <a:cubicBezTo>
                          <a:pt x="108277" y="27704"/>
                          <a:pt x="115897" y="21037"/>
                          <a:pt x="125707" y="21037"/>
                        </a:cubicBezTo>
                        <a:cubicBezTo>
                          <a:pt x="132184" y="21037"/>
                          <a:pt x="137899" y="23894"/>
                          <a:pt x="141233" y="28180"/>
                        </a:cubicBezTo>
                        <a:cubicBezTo>
                          <a:pt x="139995" y="19798"/>
                          <a:pt x="135328" y="11988"/>
                          <a:pt x="124755" y="5797"/>
                        </a:cubicBezTo>
                        <a:cubicBezTo>
                          <a:pt x="93894" y="-12586"/>
                          <a:pt x="55508" y="16084"/>
                          <a:pt x="30648" y="45230"/>
                        </a:cubicBezTo>
                        <a:cubicBezTo>
                          <a:pt x="40078" y="41896"/>
                          <a:pt x="50746" y="40563"/>
                          <a:pt x="59604" y="44659"/>
                        </a:cubicBezTo>
                        <a:cubicBezTo>
                          <a:pt x="72367" y="50564"/>
                          <a:pt x="90560" y="62566"/>
                          <a:pt x="84655" y="76187"/>
                        </a:cubicBezTo>
                        <a:cubicBezTo>
                          <a:pt x="82845" y="80378"/>
                          <a:pt x="78940" y="83521"/>
                          <a:pt x="75701" y="87045"/>
                        </a:cubicBezTo>
                        <a:cubicBezTo>
                          <a:pt x="66271" y="96951"/>
                          <a:pt x="60842" y="110476"/>
                          <a:pt x="47317" y="116382"/>
                        </a:cubicBezTo>
                        <a:cubicBezTo>
                          <a:pt x="33410" y="122478"/>
                          <a:pt x="15503" y="118096"/>
                          <a:pt x="2073" y="110476"/>
                        </a:cubicBezTo>
                        <a:cubicBezTo>
                          <a:pt x="1501" y="110096"/>
                          <a:pt x="930" y="109714"/>
                          <a:pt x="263" y="109333"/>
                        </a:cubicBezTo>
                        <a:cubicBezTo>
                          <a:pt x="-1261" y="129622"/>
                          <a:pt x="3787" y="150291"/>
                          <a:pt x="16646" y="167817"/>
                        </a:cubicBezTo>
                        <a:cubicBezTo>
                          <a:pt x="21313" y="174103"/>
                          <a:pt x="27028" y="180104"/>
                          <a:pt x="34744" y="183819"/>
                        </a:cubicBezTo>
                        <a:cubicBezTo>
                          <a:pt x="43983" y="188200"/>
                          <a:pt x="55032" y="188772"/>
                          <a:pt x="65509" y="188486"/>
                        </a:cubicBezTo>
                        <a:cubicBezTo>
                          <a:pt x="85893" y="187819"/>
                          <a:pt x="108658" y="182390"/>
                          <a:pt x="116563" y="166960"/>
                        </a:cubicBezTo>
                        <a:cubicBezTo>
                          <a:pt x="121040" y="158292"/>
                          <a:pt x="119707" y="148291"/>
                          <a:pt x="119230" y="138766"/>
                        </a:cubicBezTo>
                        <a:cubicBezTo>
                          <a:pt x="117706" y="111715"/>
                          <a:pt x="123326" y="85330"/>
                          <a:pt x="134280" y="60279"/>
                        </a:cubicBezTo>
                        <a:cubicBezTo>
                          <a:pt x="136280" y="55803"/>
                          <a:pt x="138090" y="51041"/>
                          <a:pt x="139423" y="46278"/>
                        </a:cubicBezTo>
                        <a:cubicBezTo>
                          <a:pt x="136661" y="48850"/>
                          <a:pt x="132280" y="50564"/>
                          <a:pt x="127231" y="5066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95" name="Forme libre : forme 18194">
                    <a:extLst>
                      <a:ext uri="{FF2B5EF4-FFF2-40B4-BE49-F238E27FC236}">
                        <a16:creationId xmlns:a16="http://schemas.microsoft.com/office/drawing/2014/main" id="{72FC073C-DC7D-4FC2-9F9C-35DB5E32E5AE}"/>
                      </a:ext>
                    </a:extLst>
                  </p:cNvPr>
                  <p:cNvSpPr/>
                  <p:nvPr/>
                </p:nvSpPr>
                <p:spPr>
                  <a:xfrm>
                    <a:off x="1789923" y="5376004"/>
                    <a:ext cx="114753" cy="106884"/>
                  </a:xfrm>
                  <a:custGeom>
                    <a:avLst/>
                    <a:gdLst>
                      <a:gd name="connsiteX0" fmla="*/ 78886 w 114753"/>
                      <a:gd name="connsiteY0" fmla="*/ 0 h 106884"/>
                      <a:gd name="connsiteX1" fmla="*/ 80314 w 114753"/>
                      <a:gd name="connsiteY1" fmla="*/ 13526 h 106884"/>
                      <a:gd name="connsiteX2" fmla="*/ 71361 w 114753"/>
                      <a:gd name="connsiteY2" fmla="*/ 24384 h 106884"/>
                      <a:gd name="connsiteX3" fmla="*/ 42976 w 114753"/>
                      <a:gd name="connsiteY3" fmla="*/ 53721 h 106884"/>
                      <a:gd name="connsiteX4" fmla="*/ 304 w 114753"/>
                      <a:gd name="connsiteY4" fmla="*/ 49149 h 106884"/>
                      <a:gd name="connsiteX5" fmla="*/ 1924 w 114753"/>
                      <a:gd name="connsiteY5" fmla="*/ 65627 h 106884"/>
                      <a:gd name="connsiteX6" fmla="*/ 20878 w 114753"/>
                      <a:gd name="connsiteY6" fmla="*/ 86583 h 106884"/>
                      <a:gd name="connsiteX7" fmla="*/ 54978 w 114753"/>
                      <a:gd name="connsiteY7" fmla="*/ 105252 h 106884"/>
                      <a:gd name="connsiteX8" fmla="*/ 96031 w 114753"/>
                      <a:gd name="connsiteY8" fmla="*/ 11145 h 106884"/>
                      <a:gd name="connsiteX9" fmla="*/ 78886 w 114753"/>
                      <a:gd name="connsiteY9" fmla="*/ 0 h 106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4753" h="106884">
                        <a:moveTo>
                          <a:pt x="78886" y="0"/>
                        </a:moveTo>
                        <a:cubicBezTo>
                          <a:pt x="81457" y="4191"/>
                          <a:pt x="82410" y="8763"/>
                          <a:pt x="80314" y="13526"/>
                        </a:cubicBezTo>
                        <a:cubicBezTo>
                          <a:pt x="78505" y="17717"/>
                          <a:pt x="74599" y="20860"/>
                          <a:pt x="71361" y="24384"/>
                        </a:cubicBezTo>
                        <a:cubicBezTo>
                          <a:pt x="61931" y="34290"/>
                          <a:pt x="56502" y="47816"/>
                          <a:pt x="42976" y="53721"/>
                        </a:cubicBezTo>
                        <a:cubicBezTo>
                          <a:pt x="29927" y="59436"/>
                          <a:pt x="13354" y="55912"/>
                          <a:pt x="304" y="49149"/>
                        </a:cubicBezTo>
                        <a:cubicBezTo>
                          <a:pt x="-362" y="54674"/>
                          <a:pt x="19" y="60293"/>
                          <a:pt x="1924" y="65627"/>
                        </a:cubicBezTo>
                        <a:cubicBezTo>
                          <a:pt x="4876" y="74105"/>
                          <a:pt x="13068" y="80582"/>
                          <a:pt x="20878" y="86583"/>
                        </a:cubicBezTo>
                        <a:cubicBezTo>
                          <a:pt x="30975" y="94393"/>
                          <a:pt x="41738" y="102489"/>
                          <a:pt x="54978" y="105252"/>
                        </a:cubicBezTo>
                        <a:cubicBezTo>
                          <a:pt x="120796" y="118968"/>
                          <a:pt x="128701" y="42672"/>
                          <a:pt x="96031" y="11145"/>
                        </a:cubicBezTo>
                        <a:cubicBezTo>
                          <a:pt x="90792" y="5811"/>
                          <a:pt x="84886" y="2286"/>
                          <a:pt x="78886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96" name="Forme libre : forme 18195">
                    <a:extLst>
                      <a:ext uri="{FF2B5EF4-FFF2-40B4-BE49-F238E27FC236}">
                        <a16:creationId xmlns:a16="http://schemas.microsoft.com/office/drawing/2014/main" id="{8D3B1D87-8ABC-43A7-8808-227D7F008BCB}"/>
                      </a:ext>
                    </a:extLst>
                  </p:cNvPr>
                  <p:cNvSpPr/>
                  <p:nvPr/>
                </p:nvSpPr>
                <p:spPr>
                  <a:xfrm>
                    <a:off x="2239193" y="5454563"/>
                    <a:ext cx="39257" cy="22941"/>
                  </a:xfrm>
                  <a:custGeom>
                    <a:avLst/>
                    <a:gdLst>
                      <a:gd name="connsiteX0" fmla="*/ 27665 w 39257"/>
                      <a:gd name="connsiteY0" fmla="*/ 3357 h 22941"/>
                      <a:gd name="connsiteX1" fmla="*/ 6996 w 39257"/>
                      <a:gd name="connsiteY1" fmla="*/ 19644 h 22941"/>
                      <a:gd name="connsiteX2" fmla="*/ 10425 w 39257"/>
                      <a:gd name="connsiteY2" fmla="*/ 21264 h 22941"/>
                      <a:gd name="connsiteX3" fmla="*/ 17188 w 39257"/>
                      <a:gd name="connsiteY3" fmla="*/ 22598 h 22941"/>
                      <a:gd name="connsiteX4" fmla="*/ 27665 w 39257"/>
                      <a:gd name="connsiteY4" fmla="*/ 3357 h 22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57" h="22941">
                        <a:moveTo>
                          <a:pt x="27665" y="3357"/>
                        </a:moveTo>
                        <a:cubicBezTo>
                          <a:pt x="10330" y="-6549"/>
                          <a:pt x="-11387" y="7453"/>
                          <a:pt x="6996" y="19644"/>
                        </a:cubicBezTo>
                        <a:cubicBezTo>
                          <a:pt x="8044" y="20311"/>
                          <a:pt x="9187" y="20883"/>
                          <a:pt x="10425" y="21264"/>
                        </a:cubicBezTo>
                        <a:cubicBezTo>
                          <a:pt x="12616" y="22026"/>
                          <a:pt x="14902" y="22312"/>
                          <a:pt x="17188" y="22598"/>
                        </a:cubicBezTo>
                        <a:cubicBezTo>
                          <a:pt x="40810" y="24979"/>
                          <a:pt x="47287" y="14597"/>
                          <a:pt x="27665" y="335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97" name="Forme libre : forme 18196">
                    <a:extLst>
                      <a:ext uri="{FF2B5EF4-FFF2-40B4-BE49-F238E27FC236}">
                        <a16:creationId xmlns:a16="http://schemas.microsoft.com/office/drawing/2014/main" id="{6806D362-6E16-4E30-A927-E999EB9BB1D4}"/>
                      </a:ext>
                    </a:extLst>
                  </p:cNvPr>
                  <p:cNvSpPr/>
                  <p:nvPr/>
                </p:nvSpPr>
                <p:spPr>
                  <a:xfrm>
                    <a:off x="2334382" y="5283895"/>
                    <a:ext cx="116366" cy="190257"/>
                  </a:xfrm>
                  <a:custGeom>
                    <a:avLst/>
                    <a:gdLst>
                      <a:gd name="connsiteX0" fmla="*/ 68493 w 116366"/>
                      <a:gd name="connsiteY0" fmla="*/ 85251 h 190257"/>
                      <a:gd name="connsiteX1" fmla="*/ 66302 w 116366"/>
                      <a:gd name="connsiteY1" fmla="*/ 64011 h 190257"/>
                      <a:gd name="connsiteX2" fmla="*/ 105640 w 116366"/>
                      <a:gd name="connsiteY2" fmla="*/ 25434 h 190257"/>
                      <a:gd name="connsiteX3" fmla="*/ 62492 w 116366"/>
                      <a:gd name="connsiteY3" fmla="*/ 2 h 190257"/>
                      <a:gd name="connsiteX4" fmla="*/ 13534 w 116366"/>
                      <a:gd name="connsiteY4" fmla="*/ 52581 h 190257"/>
                      <a:gd name="connsiteX5" fmla="*/ 8200 w 116366"/>
                      <a:gd name="connsiteY5" fmla="*/ 166976 h 190257"/>
                      <a:gd name="connsiteX6" fmla="*/ 31822 w 116366"/>
                      <a:gd name="connsiteY6" fmla="*/ 188407 h 190257"/>
                      <a:gd name="connsiteX7" fmla="*/ 66207 w 116366"/>
                      <a:gd name="connsiteY7" fmla="*/ 186978 h 190257"/>
                      <a:gd name="connsiteX8" fmla="*/ 115642 w 116366"/>
                      <a:gd name="connsiteY8" fmla="*/ 149069 h 190257"/>
                      <a:gd name="connsiteX9" fmla="*/ 110594 w 116366"/>
                      <a:gd name="connsiteY9" fmla="*/ 76869 h 190257"/>
                      <a:gd name="connsiteX10" fmla="*/ 91639 w 116366"/>
                      <a:gd name="connsiteY10" fmla="*/ 85061 h 190257"/>
                      <a:gd name="connsiteX11" fmla="*/ 68493 w 116366"/>
                      <a:gd name="connsiteY11" fmla="*/ 85251 h 190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6366" h="190257">
                        <a:moveTo>
                          <a:pt x="68493" y="85251"/>
                        </a:moveTo>
                        <a:cubicBezTo>
                          <a:pt x="61349" y="80298"/>
                          <a:pt x="62969" y="70964"/>
                          <a:pt x="66302" y="64011"/>
                        </a:cubicBezTo>
                        <a:cubicBezTo>
                          <a:pt x="72208" y="51914"/>
                          <a:pt x="87638" y="33435"/>
                          <a:pt x="105640" y="25434"/>
                        </a:cubicBezTo>
                        <a:cubicBezTo>
                          <a:pt x="99735" y="10670"/>
                          <a:pt x="87543" y="-188"/>
                          <a:pt x="62492" y="2"/>
                        </a:cubicBezTo>
                        <a:cubicBezTo>
                          <a:pt x="22964" y="289"/>
                          <a:pt x="17249" y="25529"/>
                          <a:pt x="13534" y="52581"/>
                        </a:cubicBezTo>
                        <a:cubicBezTo>
                          <a:pt x="8390" y="90966"/>
                          <a:pt x="-10755" y="130971"/>
                          <a:pt x="8200" y="166976"/>
                        </a:cubicBezTo>
                        <a:cubicBezTo>
                          <a:pt x="12962" y="176024"/>
                          <a:pt x="20678" y="184788"/>
                          <a:pt x="31822" y="188407"/>
                        </a:cubicBezTo>
                        <a:cubicBezTo>
                          <a:pt x="42871" y="191931"/>
                          <a:pt x="55063" y="189836"/>
                          <a:pt x="66207" y="186978"/>
                        </a:cubicBezTo>
                        <a:cubicBezTo>
                          <a:pt x="88972" y="181264"/>
                          <a:pt x="112689" y="170596"/>
                          <a:pt x="115642" y="149069"/>
                        </a:cubicBezTo>
                        <a:cubicBezTo>
                          <a:pt x="118785" y="126590"/>
                          <a:pt x="110689" y="100396"/>
                          <a:pt x="110594" y="76869"/>
                        </a:cubicBezTo>
                        <a:cubicBezTo>
                          <a:pt x="103164" y="80584"/>
                          <a:pt x="96211" y="83442"/>
                          <a:pt x="91639" y="85061"/>
                        </a:cubicBezTo>
                        <a:cubicBezTo>
                          <a:pt x="84305" y="87728"/>
                          <a:pt x="74875" y="89728"/>
                          <a:pt x="68493" y="8525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98" name="Forme libre : forme 18197">
                    <a:extLst>
                      <a:ext uri="{FF2B5EF4-FFF2-40B4-BE49-F238E27FC236}">
                        <a16:creationId xmlns:a16="http://schemas.microsoft.com/office/drawing/2014/main" id="{E84BEB70-31B1-45D7-8CF3-C9EE78454284}"/>
                      </a:ext>
                    </a:extLst>
                  </p:cNvPr>
                  <p:cNvSpPr/>
                  <p:nvPr/>
                </p:nvSpPr>
                <p:spPr>
                  <a:xfrm>
                    <a:off x="2309106" y="5138556"/>
                    <a:ext cx="123297" cy="117049"/>
                  </a:xfrm>
                  <a:custGeom>
                    <a:avLst/>
                    <a:gdLst>
                      <a:gd name="connsiteX0" fmla="*/ 711 w 123297"/>
                      <a:gd name="connsiteY0" fmla="*/ 94955 h 117049"/>
                      <a:gd name="connsiteX1" fmla="*/ 2520 w 123297"/>
                      <a:gd name="connsiteY1" fmla="*/ 105337 h 117049"/>
                      <a:gd name="connsiteX2" fmla="*/ 39287 w 123297"/>
                      <a:gd name="connsiteY2" fmla="*/ 116195 h 117049"/>
                      <a:gd name="connsiteX3" fmla="*/ 111867 w 123297"/>
                      <a:gd name="connsiteY3" fmla="*/ 68951 h 117049"/>
                      <a:gd name="connsiteX4" fmla="*/ 103199 w 123297"/>
                      <a:gd name="connsiteY4" fmla="*/ 73237 h 117049"/>
                      <a:gd name="connsiteX5" fmla="*/ 91484 w 123297"/>
                      <a:gd name="connsiteY5" fmla="*/ 77333 h 117049"/>
                      <a:gd name="connsiteX6" fmla="*/ 70053 w 123297"/>
                      <a:gd name="connsiteY6" fmla="*/ 62093 h 117049"/>
                      <a:gd name="connsiteX7" fmla="*/ 78244 w 123297"/>
                      <a:gd name="connsiteY7" fmla="*/ 38376 h 117049"/>
                      <a:gd name="connsiteX8" fmla="*/ 105105 w 123297"/>
                      <a:gd name="connsiteY8" fmla="*/ 18945 h 117049"/>
                      <a:gd name="connsiteX9" fmla="*/ 123297 w 123297"/>
                      <a:gd name="connsiteY9" fmla="*/ 12849 h 117049"/>
                      <a:gd name="connsiteX10" fmla="*/ 15093 w 123297"/>
                      <a:gd name="connsiteY10" fmla="*/ 52568 h 117049"/>
                      <a:gd name="connsiteX11" fmla="*/ 1568 w 123297"/>
                      <a:gd name="connsiteY11" fmla="*/ 64951 h 117049"/>
                      <a:gd name="connsiteX12" fmla="*/ 44 w 123297"/>
                      <a:gd name="connsiteY12" fmla="*/ 76762 h 117049"/>
                      <a:gd name="connsiteX13" fmla="*/ 711 w 123297"/>
                      <a:gd name="connsiteY13" fmla="*/ 94955 h 11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23297" h="117049">
                        <a:moveTo>
                          <a:pt x="711" y="94955"/>
                        </a:moveTo>
                        <a:cubicBezTo>
                          <a:pt x="806" y="98479"/>
                          <a:pt x="996" y="102098"/>
                          <a:pt x="2520" y="105337"/>
                        </a:cubicBezTo>
                        <a:cubicBezTo>
                          <a:pt x="7759" y="116291"/>
                          <a:pt x="25666" y="118577"/>
                          <a:pt x="39287" y="116195"/>
                        </a:cubicBezTo>
                        <a:cubicBezTo>
                          <a:pt x="73291" y="110194"/>
                          <a:pt x="88817" y="87335"/>
                          <a:pt x="111867" y="68951"/>
                        </a:cubicBezTo>
                        <a:cubicBezTo>
                          <a:pt x="109010" y="70380"/>
                          <a:pt x="106152" y="71809"/>
                          <a:pt x="103199" y="73237"/>
                        </a:cubicBezTo>
                        <a:cubicBezTo>
                          <a:pt x="99580" y="75047"/>
                          <a:pt x="95770" y="76952"/>
                          <a:pt x="91484" y="77333"/>
                        </a:cubicBezTo>
                        <a:cubicBezTo>
                          <a:pt x="81387" y="78381"/>
                          <a:pt x="71862" y="70475"/>
                          <a:pt x="70053" y="62093"/>
                        </a:cubicBezTo>
                        <a:cubicBezTo>
                          <a:pt x="68243" y="53711"/>
                          <a:pt x="72529" y="45234"/>
                          <a:pt x="78244" y="38376"/>
                        </a:cubicBezTo>
                        <a:cubicBezTo>
                          <a:pt x="85102" y="30185"/>
                          <a:pt x="94437" y="23613"/>
                          <a:pt x="105105" y="18945"/>
                        </a:cubicBezTo>
                        <a:cubicBezTo>
                          <a:pt x="109677" y="16945"/>
                          <a:pt x="116249" y="14564"/>
                          <a:pt x="123297" y="12849"/>
                        </a:cubicBezTo>
                        <a:cubicBezTo>
                          <a:pt x="95484" y="-26680"/>
                          <a:pt x="38144" y="36090"/>
                          <a:pt x="15093" y="52568"/>
                        </a:cubicBezTo>
                        <a:cubicBezTo>
                          <a:pt x="9950" y="56188"/>
                          <a:pt x="4139" y="59712"/>
                          <a:pt x="1568" y="64951"/>
                        </a:cubicBezTo>
                        <a:cubicBezTo>
                          <a:pt x="-147" y="68666"/>
                          <a:pt x="-52" y="72761"/>
                          <a:pt x="44" y="76762"/>
                        </a:cubicBezTo>
                        <a:cubicBezTo>
                          <a:pt x="330" y="82858"/>
                          <a:pt x="520" y="88859"/>
                          <a:pt x="711" y="9495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199" name="Forme libre : forme 18198">
                    <a:extLst>
                      <a:ext uri="{FF2B5EF4-FFF2-40B4-BE49-F238E27FC236}">
                        <a16:creationId xmlns:a16="http://schemas.microsoft.com/office/drawing/2014/main" id="{A7EC60BE-0DC4-4D5F-94BF-6DB2F3BBB8EE}"/>
                      </a:ext>
                    </a:extLst>
                  </p:cNvPr>
                  <p:cNvSpPr/>
                  <p:nvPr/>
                </p:nvSpPr>
                <p:spPr>
                  <a:xfrm>
                    <a:off x="2477671" y="4942391"/>
                    <a:ext cx="176339" cy="204851"/>
                  </a:xfrm>
                  <a:custGeom>
                    <a:avLst/>
                    <a:gdLst>
                      <a:gd name="connsiteX0" fmla="*/ 63031 w 176339"/>
                      <a:gd name="connsiteY0" fmla="*/ 195488 h 204851"/>
                      <a:gd name="connsiteX1" fmla="*/ 148947 w 176339"/>
                      <a:gd name="connsiteY1" fmla="*/ 204823 h 204851"/>
                      <a:gd name="connsiteX2" fmla="*/ 164758 w 176339"/>
                      <a:gd name="connsiteY2" fmla="*/ 202442 h 204851"/>
                      <a:gd name="connsiteX3" fmla="*/ 173331 w 176339"/>
                      <a:gd name="connsiteY3" fmla="*/ 186630 h 204851"/>
                      <a:gd name="connsiteX4" fmla="*/ 161044 w 176339"/>
                      <a:gd name="connsiteY4" fmla="*/ 91666 h 204851"/>
                      <a:gd name="connsiteX5" fmla="*/ 139612 w 176339"/>
                      <a:gd name="connsiteY5" fmla="*/ 18704 h 204851"/>
                      <a:gd name="connsiteX6" fmla="*/ 134945 w 176339"/>
                      <a:gd name="connsiteY6" fmla="*/ 12418 h 204851"/>
                      <a:gd name="connsiteX7" fmla="*/ 132849 w 176339"/>
                      <a:gd name="connsiteY7" fmla="*/ 11751 h 204851"/>
                      <a:gd name="connsiteX8" fmla="*/ 126087 w 176339"/>
                      <a:gd name="connsiteY8" fmla="*/ 5370 h 204851"/>
                      <a:gd name="connsiteX9" fmla="*/ 78938 w 176339"/>
                      <a:gd name="connsiteY9" fmla="*/ 2607 h 204851"/>
                      <a:gd name="connsiteX10" fmla="*/ 9691 w 176339"/>
                      <a:gd name="connsiteY10" fmla="*/ 56519 h 204851"/>
                      <a:gd name="connsiteX11" fmla="*/ 643 w 176339"/>
                      <a:gd name="connsiteY11" fmla="*/ 112050 h 204851"/>
                      <a:gd name="connsiteX12" fmla="*/ 2643 w 176339"/>
                      <a:gd name="connsiteY12" fmla="*/ 146244 h 204851"/>
                      <a:gd name="connsiteX13" fmla="*/ 63031 w 176339"/>
                      <a:gd name="connsiteY13" fmla="*/ 195488 h 204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76339" h="204851">
                        <a:moveTo>
                          <a:pt x="63031" y="195488"/>
                        </a:moveTo>
                        <a:cubicBezTo>
                          <a:pt x="90463" y="203776"/>
                          <a:pt x="119991" y="204347"/>
                          <a:pt x="148947" y="204823"/>
                        </a:cubicBezTo>
                        <a:cubicBezTo>
                          <a:pt x="154471" y="204919"/>
                          <a:pt x="160281" y="204919"/>
                          <a:pt x="164758" y="202442"/>
                        </a:cubicBezTo>
                        <a:cubicBezTo>
                          <a:pt x="170664" y="199108"/>
                          <a:pt x="172188" y="192536"/>
                          <a:pt x="173331" y="186630"/>
                        </a:cubicBezTo>
                        <a:cubicBezTo>
                          <a:pt x="179713" y="151293"/>
                          <a:pt x="176093" y="125480"/>
                          <a:pt x="161044" y="91666"/>
                        </a:cubicBezTo>
                        <a:cubicBezTo>
                          <a:pt x="150756" y="68425"/>
                          <a:pt x="152662" y="40898"/>
                          <a:pt x="139612" y="18704"/>
                        </a:cubicBezTo>
                        <a:cubicBezTo>
                          <a:pt x="138183" y="16323"/>
                          <a:pt x="136660" y="14228"/>
                          <a:pt x="134945" y="12418"/>
                        </a:cubicBezTo>
                        <a:cubicBezTo>
                          <a:pt x="134183" y="12227"/>
                          <a:pt x="133516" y="12037"/>
                          <a:pt x="132849" y="11751"/>
                        </a:cubicBezTo>
                        <a:cubicBezTo>
                          <a:pt x="129611" y="10322"/>
                          <a:pt x="127515" y="8132"/>
                          <a:pt x="126087" y="5370"/>
                        </a:cubicBezTo>
                        <a:cubicBezTo>
                          <a:pt x="113323" y="-1869"/>
                          <a:pt x="96655" y="-726"/>
                          <a:pt x="78938" y="2607"/>
                        </a:cubicBezTo>
                        <a:cubicBezTo>
                          <a:pt x="43410" y="9179"/>
                          <a:pt x="20169" y="27563"/>
                          <a:pt x="9691" y="56519"/>
                        </a:cubicBezTo>
                        <a:cubicBezTo>
                          <a:pt x="3214" y="74331"/>
                          <a:pt x="1881" y="93285"/>
                          <a:pt x="643" y="112050"/>
                        </a:cubicBezTo>
                        <a:cubicBezTo>
                          <a:pt x="-120" y="123479"/>
                          <a:pt x="-881" y="135100"/>
                          <a:pt x="2643" y="146244"/>
                        </a:cubicBezTo>
                        <a:cubicBezTo>
                          <a:pt x="10072" y="169676"/>
                          <a:pt x="35599" y="187202"/>
                          <a:pt x="63031" y="19548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00" name="Forme libre : forme 18199">
                    <a:extLst>
                      <a:ext uri="{FF2B5EF4-FFF2-40B4-BE49-F238E27FC236}">
                        <a16:creationId xmlns:a16="http://schemas.microsoft.com/office/drawing/2014/main" id="{B3D17C9A-CEBD-4266-818B-74F011140625}"/>
                      </a:ext>
                    </a:extLst>
                  </p:cNvPr>
                  <p:cNvSpPr/>
                  <p:nvPr/>
                </p:nvSpPr>
                <p:spPr>
                  <a:xfrm>
                    <a:off x="2603758" y="4947666"/>
                    <a:ext cx="8858" cy="7048"/>
                  </a:xfrm>
                  <a:custGeom>
                    <a:avLst/>
                    <a:gdLst>
                      <a:gd name="connsiteX0" fmla="*/ 6763 w 8858"/>
                      <a:gd name="connsiteY0" fmla="*/ 6382 h 7048"/>
                      <a:gd name="connsiteX1" fmla="*/ 8858 w 8858"/>
                      <a:gd name="connsiteY1" fmla="*/ 7048 h 7048"/>
                      <a:gd name="connsiteX2" fmla="*/ 0 w 8858"/>
                      <a:gd name="connsiteY2" fmla="*/ 0 h 7048"/>
                      <a:gd name="connsiteX3" fmla="*/ 6763 w 8858"/>
                      <a:gd name="connsiteY3" fmla="*/ 6382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858" h="7048">
                        <a:moveTo>
                          <a:pt x="6763" y="6382"/>
                        </a:moveTo>
                        <a:cubicBezTo>
                          <a:pt x="7429" y="6668"/>
                          <a:pt x="8192" y="6858"/>
                          <a:pt x="8858" y="7048"/>
                        </a:cubicBezTo>
                        <a:cubicBezTo>
                          <a:pt x="6191" y="4096"/>
                          <a:pt x="3238" y="1810"/>
                          <a:pt x="0" y="0"/>
                        </a:cubicBezTo>
                        <a:cubicBezTo>
                          <a:pt x="1429" y="2762"/>
                          <a:pt x="3620" y="4953"/>
                          <a:pt x="6763" y="638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01" name="Forme libre : forme 18200">
                    <a:extLst>
                      <a:ext uri="{FF2B5EF4-FFF2-40B4-BE49-F238E27FC236}">
                        <a16:creationId xmlns:a16="http://schemas.microsoft.com/office/drawing/2014/main" id="{61CF4622-20E9-414B-81FA-33BDBA244874}"/>
                      </a:ext>
                    </a:extLst>
                  </p:cNvPr>
                  <p:cNvSpPr/>
                  <p:nvPr/>
                </p:nvSpPr>
                <p:spPr>
                  <a:xfrm>
                    <a:off x="2492809" y="5200269"/>
                    <a:ext cx="204007" cy="134340"/>
                  </a:xfrm>
                  <a:custGeom>
                    <a:avLst/>
                    <a:gdLst>
                      <a:gd name="connsiteX0" fmla="*/ 150287 w 204007"/>
                      <a:gd name="connsiteY0" fmla="*/ 89439 h 134340"/>
                      <a:gd name="connsiteX1" fmla="*/ 138571 w 204007"/>
                      <a:gd name="connsiteY1" fmla="*/ 93536 h 134340"/>
                      <a:gd name="connsiteX2" fmla="*/ 117139 w 204007"/>
                      <a:gd name="connsiteY2" fmla="*/ 78295 h 134340"/>
                      <a:gd name="connsiteX3" fmla="*/ 125331 w 204007"/>
                      <a:gd name="connsiteY3" fmla="*/ 54578 h 134340"/>
                      <a:gd name="connsiteX4" fmla="*/ 152192 w 204007"/>
                      <a:gd name="connsiteY4" fmla="*/ 35147 h 134340"/>
                      <a:gd name="connsiteX5" fmla="*/ 202198 w 204007"/>
                      <a:gd name="connsiteY5" fmla="*/ 29527 h 134340"/>
                      <a:gd name="connsiteX6" fmla="*/ 204007 w 204007"/>
                      <a:gd name="connsiteY6" fmla="*/ 26765 h 134340"/>
                      <a:gd name="connsiteX7" fmla="*/ 201055 w 204007"/>
                      <a:gd name="connsiteY7" fmla="*/ 0 h 134340"/>
                      <a:gd name="connsiteX8" fmla="*/ 128951 w 204007"/>
                      <a:gd name="connsiteY8" fmla="*/ 9715 h 134340"/>
                      <a:gd name="connsiteX9" fmla="*/ 147524 w 204007"/>
                      <a:gd name="connsiteY9" fmla="*/ 24479 h 134340"/>
                      <a:gd name="connsiteX10" fmla="*/ 130474 w 204007"/>
                      <a:gd name="connsiteY10" fmla="*/ 39338 h 134340"/>
                      <a:gd name="connsiteX11" fmla="*/ 111901 w 204007"/>
                      <a:gd name="connsiteY11" fmla="*/ 24574 h 134340"/>
                      <a:gd name="connsiteX12" fmla="*/ 128951 w 204007"/>
                      <a:gd name="connsiteY12" fmla="*/ 9715 h 134340"/>
                      <a:gd name="connsiteX13" fmla="*/ 46369 w 204007"/>
                      <a:gd name="connsiteY13" fmla="*/ 11335 h 134340"/>
                      <a:gd name="connsiteX14" fmla="*/ 14746 w 204007"/>
                      <a:gd name="connsiteY14" fmla="*/ 15907 h 134340"/>
                      <a:gd name="connsiteX15" fmla="*/ 554 w 204007"/>
                      <a:gd name="connsiteY15" fmla="*/ 37719 h 134340"/>
                      <a:gd name="connsiteX16" fmla="*/ 15127 w 204007"/>
                      <a:gd name="connsiteY16" fmla="*/ 53340 h 134340"/>
                      <a:gd name="connsiteX17" fmla="*/ 108567 w 204007"/>
                      <a:gd name="connsiteY17" fmla="*/ 119348 h 134340"/>
                      <a:gd name="connsiteX18" fmla="*/ 135809 w 204007"/>
                      <a:gd name="connsiteY18" fmla="*/ 133540 h 134340"/>
                      <a:gd name="connsiteX19" fmla="*/ 163240 w 204007"/>
                      <a:gd name="connsiteY19" fmla="*/ 125349 h 134340"/>
                      <a:gd name="connsiteX20" fmla="*/ 163526 w 204007"/>
                      <a:gd name="connsiteY20" fmla="*/ 102775 h 134340"/>
                      <a:gd name="connsiteX21" fmla="*/ 169718 w 204007"/>
                      <a:gd name="connsiteY21" fmla="*/ 79724 h 134340"/>
                      <a:gd name="connsiteX22" fmla="*/ 150287 w 204007"/>
                      <a:gd name="connsiteY22" fmla="*/ 89439 h 134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04007" h="134340">
                        <a:moveTo>
                          <a:pt x="150287" y="89439"/>
                        </a:moveTo>
                        <a:cubicBezTo>
                          <a:pt x="146667" y="91249"/>
                          <a:pt x="142857" y="93154"/>
                          <a:pt x="138571" y="93536"/>
                        </a:cubicBezTo>
                        <a:cubicBezTo>
                          <a:pt x="128474" y="94583"/>
                          <a:pt x="118949" y="86677"/>
                          <a:pt x="117139" y="78295"/>
                        </a:cubicBezTo>
                        <a:cubicBezTo>
                          <a:pt x="115330" y="69818"/>
                          <a:pt x="119616" y="61436"/>
                          <a:pt x="125331" y="54578"/>
                        </a:cubicBezTo>
                        <a:cubicBezTo>
                          <a:pt x="132189" y="46387"/>
                          <a:pt x="141523" y="39814"/>
                          <a:pt x="152192" y="35147"/>
                        </a:cubicBezTo>
                        <a:cubicBezTo>
                          <a:pt x="164003" y="30003"/>
                          <a:pt x="188387" y="22764"/>
                          <a:pt x="202198" y="29527"/>
                        </a:cubicBezTo>
                        <a:cubicBezTo>
                          <a:pt x="202769" y="28575"/>
                          <a:pt x="203436" y="27717"/>
                          <a:pt x="204007" y="26765"/>
                        </a:cubicBezTo>
                        <a:lnTo>
                          <a:pt x="201055" y="0"/>
                        </a:lnTo>
                        <a:cubicBezTo>
                          <a:pt x="179052" y="8572"/>
                          <a:pt x="153620" y="9239"/>
                          <a:pt x="128951" y="9715"/>
                        </a:cubicBezTo>
                        <a:cubicBezTo>
                          <a:pt x="138761" y="9715"/>
                          <a:pt x="147048" y="16287"/>
                          <a:pt x="147524" y="24479"/>
                        </a:cubicBezTo>
                        <a:cubicBezTo>
                          <a:pt x="148001" y="32671"/>
                          <a:pt x="140285" y="39338"/>
                          <a:pt x="130474" y="39338"/>
                        </a:cubicBezTo>
                        <a:cubicBezTo>
                          <a:pt x="120664" y="39338"/>
                          <a:pt x="112377" y="32766"/>
                          <a:pt x="111901" y="24574"/>
                        </a:cubicBezTo>
                        <a:cubicBezTo>
                          <a:pt x="111520" y="16383"/>
                          <a:pt x="119140" y="9715"/>
                          <a:pt x="128951" y="9715"/>
                        </a:cubicBezTo>
                        <a:cubicBezTo>
                          <a:pt x="101423" y="10287"/>
                          <a:pt x="73896" y="10858"/>
                          <a:pt x="46369" y="11335"/>
                        </a:cubicBezTo>
                        <a:cubicBezTo>
                          <a:pt x="35510" y="11525"/>
                          <a:pt x="24271" y="11811"/>
                          <a:pt x="14746" y="15907"/>
                        </a:cubicBezTo>
                        <a:cubicBezTo>
                          <a:pt x="5221" y="19907"/>
                          <a:pt x="-2113" y="28860"/>
                          <a:pt x="554" y="37719"/>
                        </a:cubicBezTo>
                        <a:cubicBezTo>
                          <a:pt x="2459" y="44196"/>
                          <a:pt x="9031" y="48958"/>
                          <a:pt x="15127" y="53340"/>
                        </a:cubicBezTo>
                        <a:cubicBezTo>
                          <a:pt x="46273" y="75342"/>
                          <a:pt x="77420" y="97345"/>
                          <a:pt x="108567" y="119348"/>
                        </a:cubicBezTo>
                        <a:cubicBezTo>
                          <a:pt x="116854" y="125158"/>
                          <a:pt x="125521" y="131159"/>
                          <a:pt x="135809" y="133540"/>
                        </a:cubicBezTo>
                        <a:cubicBezTo>
                          <a:pt x="146191" y="135826"/>
                          <a:pt x="158764" y="133255"/>
                          <a:pt x="163240" y="125349"/>
                        </a:cubicBezTo>
                        <a:cubicBezTo>
                          <a:pt x="167146" y="118491"/>
                          <a:pt x="164003" y="110394"/>
                          <a:pt x="163526" y="102775"/>
                        </a:cubicBezTo>
                        <a:cubicBezTo>
                          <a:pt x="163145" y="94679"/>
                          <a:pt x="165812" y="87058"/>
                          <a:pt x="169718" y="79724"/>
                        </a:cubicBezTo>
                        <a:cubicBezTo>
                          <a:pt x="163336" y="82867"/>
                          <a:pt x="156763" y="86201"/>
                          <a:pt x="150287" y="8943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02" name="Forme libre : forme 18201">
                    <a:extLst>
                      <a:ext uri="{FF2B5EF4-FFF2-40B4-BE49-F238E27FC236}">
                        <a16:creationId xmlns:a16="http://schemas.microsoft.com/office/drawing/2014/main" id="{61814BC7-5ABF-4FED-B996-DBCE6E0AEE55}"/>
                      </a:ext>
                    </a:extLst>
                  </p:cNvPr>
                  <p:cNvSpPr/>
                  <p:nvPr/>
                </p:nvSpPr>
                <p:spPr>
                  <a:xfrm>
                    <a:off x="2740820" y="5060566"/>
                    <a:ext cx="126117" cy="188839"/>
                  </a:xfrm>
                  <a:custGeom>
                    <a:avLst/>
                    <a:gdLst>
                      <a:gd name="connsiteX0" fmla="*/ 125638 w 126117"/>
                      <a:gd name="connsiteY0" fmla="*/ 16925 h 188839"/>
                      <a:gd name="connsiteX1" fmla="*/ 36388 w 126117"/>
                      <a:gd name="connsiteY1" fmla="*/ 41881 h 188839"/>
                      <a:gd name="connsiteX2" fmla="*/ 28959 w 126117"/>
                      <a:gd name="connsiteY2" fmla="*/ 80743 h 188839"/>
                      <a:gd name="connsiteX3" fmla="*/ 3 w 126117"/>
                      <a:gd name="connsiteY3" fmla="*/ 140560 h 188839"/>
                      <a:gd name="connsiteX4" fmla="*/ 23148 w 126117"/>
                      <a:gd name="connsiteY4" fmla="*/ 175802 h 188839"/>
                      <a:gd name="connsiteX5" fmla="*/ 69726 w 126117"/>
                      <a:gd name="connsiteY5" fmla="*/ 188756 h 188839"/>
                      <a:gd name="connsiteX6" fmla="*/ 112207 w 126117"/>
                      <a:gd name="connsiteY6" fmla="*/ 175040 h 188839"/>
                      <a:gd name="connsiteX7" fmla="*/ 111922 w 126117"/>
                      <a:gd name="connsiteY7" fmla="*/ 133226 h 188839"/>
                      <a:gd name="connsiteX8" fmla="*/ 102777 w 126117"/>
                      <a:gd name="connsiteY8" fmla="*/ 71218 h 188839"/>
                      <a:gd name="connsiteX9" fmla="*/ 125638 w 126117"/>
                      <a:gd name="connsiteY9" fmla="*/ 16925 h 188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6117" h="188839">
                        <a:moveTo>
                          <a:pt x="125638" y="16925"/>
                        </a:moveTo>
                        <a:cubicBezTo>
                          <a:pt x="114588" y="-24603"/>
                          <a:pt x="43341" y="20735"/>
                          <a:pt x="36388" y="41881"/>
                        </a:cubicBezTo>
                        <a:cubicBezTo>
                          <a:pt x="32197" y="54549"/>
                          <a:pt x="33340" y="68170"/>
                          <a:pt x="28959" y="80743"/>
                        </a:cubicBezTo>
                        <a:cubicBezTo>
                          <a:pt x="21720" y="101603"/>
                          <a:pt x="-283" y="118557"/>
                          <a:pt x="3" y="140560"/>
                        </a:cubicBezTo>
                        <a:cubicBezTo>
                          <a:pt x="193" y="154276"/>
                          <a:pt x="9813" y="167420"/>
                          <a:pt x="23148" y="175802"/>
                        </a:cubicBezTo>
                        <a:cubicBezTo>
                          <a:pt x="36483" y="184184"/>
                          <a:pt x="53247" y="188089"/>
                          <a:pt x="69726" y="188756"/>
                        </a:cubicBezTo>
                        <a:cubicBezTo>
                          <a:pt x="85823" y="189423"/>
                          <a:pt x="103730" y="186185"/>
                          <a:pt x="112207" y="175040"/>
                        </a:cubicBezTo>
                        <a:cubicBezTo>
                          <a:pt x="121351" y="163134"/>
                          <a:pt x="116493" y="147227"/>
                          <a:pt x="111922" y="133226"/>
                        </a:cubicBezTo>
                        <a:cubicBezTo>
                          <a:pt x="105349" y="113128"/>
                          <a:pt x="99825" y="91887"/>
                          <a:pt x="102777" y="71218"/>
                        </a:cubicBezTo>
                        <a:cubicBezTo>
                          <a:pt x="105254" y="54263"/>
                          <a:pt x="129828" y="32451"/>
                          <a:pt x="125638" y="1692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03" name="Forme libre : forme 18202">
                    <a:extLst>
                      <a:ext uri="{FF2B5EF4-FFF2-40B4-BE49-F238E27FC236}">
                        <a16:creationId xmlns:a16="http://schemas.microsoft.com/office/drawing/2014/main" id="{DD4B194C-B3E3-47B8-B3E4-F795B9035848}"/>
                      </a:ext>
                    </a:extLst>
                  </p:cNvPr>
                  <p:cNvSpPr/>
                  <p:nvPr/>
                </p:nvSpPr>
                <p:spPr>
                  <a:xfrm>
                    <a:off x="2574230" y="5365051"/>
                    <a:ext cx="182541" cy="107521"/>
                  </a:xfrm>
                  <a:custGeom>
                    <a:avLst/>
                    <a:gdLst>
                      <a:gd name="connsiteX0" fmla="*/ 178308 w 182541"/>
                      <a:gd name="connsiteY0" fmla="*/ 762 h 107521"/>
                      <a:gd name="connsiteX1" fmla="*/ 143256 w 182541"/>
                      <a:gd name="connsiteY1" fmla="*/ 0 h 107521"/>
                      <a:gd name="connsiteX2" fmla="*/ 107728 w 182541"/>
                      <a:gd name="connsiteY2" fmla="*/ 4096 h 107521"/>
                      <a:gd name="connsiteX3" fmla="*/ 73438 w 182541"/>
                      <a:gd name="connsiteY3" fmla="*/ 27432 h 107521"/>
                      <a:gd name="connsiteX4" fmla="*/ 4096 w 182541"/>
                      <a:gd name="connsiteY4" fmla="*/ 91250 h 107521"/>
                      <a:gd name="connsiteX5" fmla="*/ 0 w 182541"/>
                      <a:gd name="connsiteY5" fmla="*/ 97631 h 107521"/>
                      <a:gd name="connsiteX6" fmla="*/ 15430 w 182541"/>
                      <a:gd name="connsiteY6" fmla="*/ 105442 h 107521"/>
                      <a:gd name="connsiteX7" fmla="*/ 88297 w 182541"/>
                      <a:gd name="connsiteY7" fmla="*/ 107442 h 107521"/>
                      <a:gd name="connsiteX8" fmla="*/ 128778 w 182541"/>
                      <a:gd name="connsiteY8" fmla="*/ 104680 h 107521"/>
                      <a:gd name="connsiteX9" fmla="*/ 181261 w 182541"/>
                      <a:gd name="connsiteY9" fmla="*/ 27432 h 107521"/>
                      <a:gd name="connsiteX10" fmla="*/ 178308 w 182541"/>
                      <a:gd name="connsiteY10" fmla="*/ 762 h 107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2541" h="107521">
                        <a:moveTo>
                          <a:pt x="178308" y="762"/>
                        </a:moveTo>
                        <a:cubicBezTo>
                          <a:pt x="166592" y="285"/>
                          <a:pt x="154972" y="0"/>
                          <a:pt x="143256" y="0"/>
                        </a:cubicBezTo>
                        <a:cubicBezTo>
                          <a:pt x="131159" y="0"/>
                          <a:pt x="118777" y="381"/>
                          <a:pt x="107728" y="4096"/>
                        </a:cubicBezTo>
                        <a:cubicBezTo>
                          <a:pt x="93821" y="8763"/>
                          <a:pt x="83439" y="18192"/>
                          <a:pt x="73438" y="27432"/>
                        </a:cubicBezTo>
                        <a:cubicBezTo>
                          <a:pt x="50292" y="48673"/>
                          <a:pt x="27242" y="70009"/>
                          <a:pt x="4096" y="91250"/>
                        </a:cubicBezTo>
                        <a:cubicBezTo>
                          <a:pt x="2096" y="93059"/>
                          <a:pt x="0" y="95155"/>
                          <a:pt x="0" y="97631"/>
                        </a:cubicBezTo>
                        <a:cubicBezTo>
                          <a:pt x="0" y="103156"/>
                          <a:pt x="8763" y="105251"/>
                          <a:pt x="15430" y="105442"/>
                        </a:cubicBezTo>
                        <a:cubicBezTo>
                          <a:pt x="39719" y="106394"/>
                          <a:pt x="64008" y="107061"/>
                          <a:pt x="88297" y="107442"/>
                        </a:cubicBezTo>
                        <a:cubicBezTo>
                          <a:pt x="101918" y="107632"/>
                          <a:pt x="115729" y="107728"/>
                          <a:pt x="128778" y="104680"/>
                        </a:cubicBezTo>
                        <a:cubicBezTo>
                          <a:pt x="166307" y="95821"/>
                          <a:pt x="188214" y="59912"/>
                          <a:pt x="181261" y="27432"/>
                        </a:cubicBezTo>
                        <a:lnTo>
                          <a:pt x="178308" y="762"/>
                        </a:ln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04" name="Forme libre : forme 18203">
                    <a:extLst>
                      <a:ext uri="{FF2B5EF4-FFF2-40B4-BE49-F238E27FC236}">
                        <a16:creationId xmlns:a16="http://schemas.microsoft.com/office/drawing/2014/main" id="{EA55A84D-C06D-4544-A391-D43605A531E4}"/>
                      </a:ext>
                    </a:extLst>
                  </p:cNvPr>
                  <p:cNvSpPr/>
                  <p:nvPr/>
                </p:nvSpPr>
                <p:spPr>
                  <a:xfrm>
                    <a:off x="2978840" y="5261324"/>
                    <a:ext cx="774" cy="1809"/>
                  </a:xfrm>
                  <a:custGeom>
                    <a:avLst/>
                    <a:gdLst>
                      <a:gd name="connsiteX0" fmla="*/ 774 w 774"/>
                      <a:gd name="connsiteY0" fmla="*/ 1810 h 1809"/>
                      <a:gd name="connsiteX1" fmla="*/ 584 w 774"/>
                      <a:gd name="connsiteY1" fmla="*/ 0 h 1809"/>
                      <a:gd name="connsiteX2" fmla="*/ 774 w 774"/>
                      <a:gd name="connsiteY2" fmla="*/ 1810 h 1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74" h="1809">
                        <a:moveTo>
                          <a:pt x="774" y="1810"/>
                        </a:moveTo>
                        <a:lnTo>
                          <a:pt x="584" y="0"/>
                        </a:lnTo>
                        <a:cubicBezTo>
                          <a:pt x="-83" y="667"/>
                          <a:pt x="-369" y="1524"/>
                          <a:pt x="774" y="181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05" name="Forme libre : forme 18204">
                    <a:extLst>
                      <a:ext uri="{FF2B5EF4-FFF2-40B4-BE49-F238E27FC236}">
                        <a16:creationId xmlns:a16="http://schemas.microsoft.com/office/drawing/2014/main" id="{A76C37F0-754A-46A6-87D3-F54BC5BECBF2}"/>
                      </a:ext>
                    </a:extLst>
                  </p:cNvPr>
                  <p:cNvSpPr/>
                  <p:nvPr/>
                </p:nvSpPr>
                <p:spPr>
                  <a:xfrm>
                    <a:off x="2859894" y="5235477"/>
                    <a:ext cx="133600" cy="230319"/>
                  </a:xfrm>
                  <a:custGeom>
                    <a:avLst/>
                    <a:gdLst>
                      <a:gd name="connsiteX0" fmla="*/ 118196 w 133600"/>
                      <a:gd name="connsiteY0" fmla="*/ 50707 h 230319"/>
                      <a:gd name="connsiteX1" fmla="*/ 106957 w 133600"/>
                      <a:gd name="connsiteY1" fmla="*/ 54326 h 230319"/>
                      <a:gd name="connsiteX2" fmla="*/ 88383 w 133600"/>
                      <a:gd name="connsiteY2" fmla="*/ 39563 h 230319"/>
                      <a:gd name="connsiteX3" fmla="*/ 105433 w 133600"/>
                      <a:gd name="connsiteY3" fmla="*/ 24704 h 230319"/>
                      <a:gd name="connsiteX4" fmla="*/ 122387 w 133600"/>
                      <a:gd name="connsiteY4" fmla="*/ 33848 h 230319"/>
                      <a:gd name="connsiteX5" fmla="*/ 123245 w 133600"/>
                      <a:gd name="connsiteY5" fmla="*/ 30514 h 230319"/>
                      <a:gd name="connsiteX6" fmla="*/ 122197 w 133600"/>
                      <a:gd name="connsiteY6" fmla="*/ 25370 h 230319"/>
                      <a:gd name="connsiteX7" fmla="*/ 119625 w 133600"/>
                      <a:gd name="connsiteY7" fmla="*/ 25847 h 230319"/>
                      <a:gd name="connsiteX8" fmla="*/ 119815 w 133600"/>
                      <a:gd name="connsiteY8" fmla="*/ 27656 h 230319"/>
                      <a:gd name="connsiteX9" fmla="*/ 119625 w 133600"/>
                      <a:gd name="connsiteY9" fmla="*/ 25847 h 230319"/>
                      <a:gd name="connsiteX10" fmla="*/ 116863 w 133600"/>
                      <a:gd name="connsiteY10" fmla="*/ 796 h 230319"/>
                      <a:gd name="connsiteX11" fmla="*/ 33709 w 133600"/>
                      <a:gd name="connsiteY11" fmla="*/ 31467 h 230319"/>
                      <a:gd name="connsiteX12" fmla="*/ 16088 w 133600"/>
                      <a:gd name="connsiteY12" fmla="*/ 57565 h 230319"/>
                      <a:gd name="connsiteX13" fmla="*/ 58760 w 133600"/>
                      <a:gd name="connsiteY13" fmla="*/ 50517 h 230319"/>
                      <a:gd name="connsiteX14" fmla="*/ 83811 w 133600"/>
                      <a:gd name="connsiteY14" fmla="*/ 82044 h 230319"/>
                      <a:gd name="connsiteX15" fmla="*/ 74857 w 133600"/>
                      <a:gd name="connsiteY15" fmla="*/ 92902 h 230319"/>
                      <a:gd name="connsiteX16" fmla="*/ 46473 w 133600"/>
                      <a:gd name="connsiteY16" fmla="*/ 122240 h 230319"/>
                      <a:gd name="connsiteX17" fmla="*/ 1229 w 133600"/>
                      <a:gd name="connsiteY17" fmla="*/ 116334 h 230319"/>
                      <a:gd name="connsiteX18" fmla="*/ 848 w 133600"/>
                      <a:gd name="connsiteY18" fmla="*/ 116049 h 230319"/>
                      <a:gd name="connsiteX19" fmla="*/ 14088 w 133600"/>
                      <a:gd name="connsiteY19" fmla="*/ 188248 h 230319"/>
                      <a:gd name="connsiteX20" fmla="*/ 96193 w 133600"/>
                      <a:gd name="connsiteY20" fmla="*/ 229872 h 230319"/>
                      <a:gd name="connsiteX21" fmla="*/ 116387 w 133600"/>
                      <a:gd name="connsiteY21" fmla="*/ 223490 h 230319"/>
                      <a:gd name="connsiteX22" fmla="*/ 129626 w 133600"/>
                      <a:gd name="connsiteY22" fmla="*/ 207488 h 230319"/>
                      <a:gd name="connsiteX23" fmla="*/ 114767 w 133600"/>
                      <a:gd name="connsiteY23" fmla="*/ 114239 h 230319"/>
                      <a:gd name="connsiteX24" fmla="*/ 118196 w 133600"/>
                      <a:gd name="connsiteY24" fmla="*/ 50707 h 230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33600" h="230319">
                        <a:moveTo>
                          <a:pt x="118196" y="50707"/>
                        </a:moveTo>
                        <a:cubicBezTo>
                          <a:pt x="115243" y="52898"/>
                          <a:pt x="111338" y="54326"/>
                          <a:pt x="106957" y="54326"/>
                        </a:cubicBezTo>
                        <a:cubicBezTo>
                          <a:pt x="97146" y="54326"/>
                          <a:pt x="88859" y="47754"/>
                          <a:pt x="88383" y="39563"/>
                        </a:cubicBezTo>
                        <a:cubicBezTo>
                          <a:pt x="88002" y="31371"/>
                          <a:pt x="95622" y="24704"/>
                          <a:pt x="105433" y="24704"/>
                        </a:cubicBezTo>
                        <a:cubicBezTo>
                          <a:pt x="112862" y="24704"/>
                          <a:pt x="119434" y="28419"/>
                          <a:pt x="122387" y="33848"/>
                        </a:cubicBezTo>
                        <a:cubicBezTo>
                          <a:pt x="122673" y="32705"/>
                          <a:pt x="122959" y="31657"/>
                          <a:pt x="123245" y="30514"/>
                        </a:cubicBezTo>
                        <a:cubicBezTo>
                          <a:pt x="123721" y="28704"/>
                          <a:pt x="124006" y="26513"/>
                          <a:pt x="122197" y="25370"/>
                        </a:cubicBezTo>
                        <a:cubicBezTo>
                          <a:pt x="121339" y="24799"/>
                          <a:pt x="120197" y="25275"/>
                          <a:pt x="119625" y="25847"/>
                        </a:cubicBezTo>
                        <a:lnTo>
                          <a:pt x="119815" y="27656"/>
                        </a:lnTo>
                        <a:cubicBezTo>
                          <a:pt x="118672" y="27371"/>
                          <a:pt x="118958" y="26513"/>
                          <a:pt x="119625" y="25847"/>
                        </a:cubicBezTo>
                        <a:lnTo>
                          <a:pt x="116863" y="796"/>
                        </a:lnTo>
                        <a:cubicBezTo>
                          <a:pt x="84859" y="-3585"/>
                          <a:pt x="52950" y="10607"/>
                          <a:pt x="33709" y="31467"/>
                        </a:cubicBezTo>
                        <a:cubicBezTo>
                          <a:pt x="26375" y="39467"/>
                          <a:pt x="20660" y="48230"/>
                          <a:pt x="16088" y="57565"/>
                        </a:cubicBezTo>
                        <a:cubicBezTo>
                          <a:pt x="27232" y="50802"/>
                          <a:pt x="45139" y="44230"/>
                          <a:pt x="58760" y="50517"/>
                        </a:cubicBezTo>
                        <a:cubicBezTo>
                          <a:pt x="71524" y="56422"/>
                          <a:pt x="89716" y="68424"/>
                          <a:pt x="83811" y="82044"/>
                        </a:cubicBezTo>
                        <a:cubicBezTo>
                          <a:pt x="82001" y="86235"/>
                          <a:pt x="78096" y="89378"/>
                          <a:pt x="74857" y="92902"/>
                        </a:cubicBezTo>
                        <a:cubicBezTo>
                          <a:pt x="65428" y="102809"/>
                          <a:pt x="59998" y="116334"/>
                          <a:pt x="46473" y="122240"/>
                        </a:cubicBezTo>
                        <a:cubicBezTo>
                          <a:pt x="32566" y="128336"/>
                          <a:pt x="14659" y="123954"/>
                          <a:pt x="1229" y="116334"/>
                        </a:cubicBezTo>
                        <a:cubicBezTo>
                          <a:pt x="1134" y="116239"/>
                          <a:pt x="943" y="116143"/>
                          <a:pt x="848" y="116049"/>
                        </a:cubicBezTo>
                        <a:cubicBezTo>
                          <a:pt x="-1533" y="140623"/>
                          <a:pt x="563" y="165960"/>
                          <a:pt x="14088" y="188248"/>
                        </a:cubicBezTo>
                        <a:cubicBezTo>
                          <a:pt x="29518" y="213680"/>
                          <a:pt x="62856" y="233587"/>
                          <a:pt x="96193" y="229872"/>
                        </a:cubicBezTo>
                        <a:cubicBezTo>
                          <a:pt x="103432" y="229015"/>
                          <a:pt x="110576" y="227110"/>
                          <a:pt x="116387" y="223490"/>
                        </a:cubicBezTo>
                        <a:cubicBezTo>
                          <a:pt x="122673" y="219490"/>
                          <a:pt x="126959" y="213680"/>
                          <a:pt x="129626" y="207488"/>
                        </a:cubicBezTo>
                        <a:cubicBezTo>
                          <a:pt x="142390" y="177961"/>
                          <a:pt x="120863" y="145671"/>
                          <a:pt x="114767" y="114239"/>
                        </a:cubicBezTo>
                        <a:cubicBezTo>
                          <a:pt x="110386" y="92998"/>
                          <a:pt x="113338" y="71662"/>
                          <a:pt x="118196" y="5070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06" name="Forme libre : forme 18205">
                    <a:extLst>
                      <a:ext uri="{FF2B5EF4-FFF2-40B4-BE49-F238E27FC236}">
                        <a16:creationId xmlns:a16="http://schemas.microsoft.com/office/drawing/2014/main" id="{CAD601D3-9DA3-4677-813C-4DC339B736E4}"/>
                      </a:ext>
                    </a:extLst>
                  </p:cNvPr>
                  <p:cNvSpPr/>
                  <p:nvPr/>
                </p:nvSpPr>
                <p:spPr>
                  <a:xfrm>
                    <a:off x="2884803" y="5047654"/>
                    <a:ext cx="213434" cy="184146"/>
                  </a:xfrm>
                  <a:custGeom>
                    <a:avLst/>
                    <a:gdLst>
                      <a:gd name="connsiteX0" fmla="*/ 182060 w 213434"/>
                      <a:gd name="connsiteY0" fmla="*/ 183857 h 184146"/>
                      <a:gd name="connsiteX1" fmla="*/ 213112 w 213434"/>
                      <a:gd name="connsiteY1" fmla="*/ 142328 h 184146"/>
                      <a:gd name="connsiteX2" fmla="*/ 186061 w 213434"/>
                      <a:gd name="connsiteY2" fmla="*/ 92226 h 184146"/>
                      <a:gd name="connsiteX3" fmla="*/ 176726 w 213434"/>
                      <a:gd name="connsiteY3" fmla="*/ 79082 h 184146"/>
                      <a:gd name="connsiteX4" fmla="*/ 169773 w 213434"/>
                      <a:gd name="connsiteY4" fmla="*/ 82130 h 184146"/>
                      <a:gd name="connsiteX5" fmla="*/ 160248 w 213434"/>
                      <a:gd name="connsiteY5" fmla="*/ 74605 h 184146"/>
                      <a:gd name="connsiteX6" fmla="*/ 168154 w 213434"/>
                      <a:gd name="connsiteY6" fmla="*/ 67080 h 184146"/>
                      <a:gd name="connsiteX7" fmla="*/ 146532 w 213434"/>
                      <a:gd name="connsiteY7" fmla="*/ 33742 h 184146"/>
                      <a:gd name="connsiteX8" fmla="*/ 140626 w 213434"/>
                      <a:gd name="connsiteY8" fmla="*/ 11359 h 184146"/>
                      <a:gd name="connsiteX9" fmla="*/ 58902 w 213434"/>
                      <a:gd name="connsiteY9" fmla="*/ 3453 h 184146"/>
                      <a:gd name="connsiteX10" fmla="*/ 6229 w 213434"/>
                      <a:gd name="connsiteY10" fmla="*/ 76415 h 184146"/>
                      <a:gd name="connsiteX11" fmla="*/ 418 w 213434"/>
                      <a:gd name="connsiteY11" fmla="*/ 113753 h 184146"/>
                      <a:gd name="connsiteX12" fmla="*/ 4705 w 213434"/>
                      <a:gd name="connsiteY12" fmla="*/ 133565 h 184146"/>
                      <a:gd name="connsiteX13" fmla="*/ 20516 w 213434"/>
                      <a:gd name="connsiteY13" fmla="*/ 141089 h 184146"/>
                      <a:gd name="connsiteX14" fmla="*/ 151199 w 213434"/>
                      <a:gd name="connsiteY14" fmla="*/ 179189 h 184146"/>
                      <a:gd name="connsiteX15" fmla="*/ 182060 w 213434"/>
                      <a:gd name="connsiteY15" fmla="*/ 183857 h 184146"/>
                      <a:gd name="connsiteX16" fmla="*/ 126244 w 213434"/>
                      <a:gd name="connsiteY16" fmla="*/ 62699 h 184146"/>
                      <a:gd name="connsiteX17" fmla="*/ 117957 w 213434"/>
                      <a:gd name="connsiteY17" fmla="*/ 60984 h 184146"/>
                      <a:gd name="connsiteX18" fmla="*/ 117766 w 213434"/>
                      <a:gd name="connsiteY18" fmla="*/ 61461 h 184146"/>
                      <a:gd name="connsiteX19" fmla="*/ 108813 w 213434"/>
                      <a:gd name="connsiteY19" fmla="*/ 72319 h 184146"/>
                      <a:gd name="connsiteX20" fmla="*/ 80429 w 213434"/>
                      <a:gd name="connsiteY20" fmla="*/ 101656 h 184146"/>
                      <a:gd name="connsiteX21" fmla="*/ 35185 w 213434"/>
                      <a:gd name="connsiteY21" fmla="*/ 95750 h 184146"/>
                      <a:gd name="connsiteX22" fmla="*/ 20516 w 213434"/>
                      <a:gd name="connsiteY22" fmla="*/ 80415 h 184146"/>
                      <a:gd name="connsiteX23" fmla="*/ 24040 w 213434"/>
                      <a:gd name="connsiteY23" fmla="*/ 64889 h 184146"/>
                      <a:gd name="connsiteX24" fmla="*/ 49282 w 213434"/>
                      <a:gd name="connsiteY24" fmla="*/ 37553 h 184146"/>
                      <a:gd name="connsiteX25" fmla="*/ 92716 w 213434"/>
                      <a:gd name="connsiteY25" fmla="*/ 30028 h 184146"/>
                      <a:gd name="connsiteX26" fmla="*/ 109861 w 213434"/>
                      <a:gd name="connsiteY26" fmla="*/ 40696 h 184146"/>
                      <a:gd name="connsiteX27" fmla="*/ 124815 w 213434"/>
                      <a:gd name="connsiteY27" fmla="*/ 33171 h 184146"/>
                      <a:gd name="connsiteX28" fmla="*/ 143389 w 213434"/>
                      <a:gd name="connsiteY28" fmla="*/ 47935 h 184146"/>
                      <a:gd name="connsiteX29" fmla="*/ 126244 w 213434"/>
                      <a:gd name="connsiteY29" fmla="*/ 62699 h 18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13434" h="184146">
                        <a:moveTo>
                          <a:pt x="182060" y="183857"/>
                        </a:moveTo>
                        <a:cubicBezTo>
                          <a:pt x="203682" y="181190"/>
                          <a:pt x="215588" y="160520"/>
                          <a:pt x="213112" y="142328"/>
                        </a:cubicBezTo>
                        <a:cubicBezTo>
                          <a:pt x="210635" y="124135"/>
                          <a:pt x="197776" y="107943"/>
                          <a:pt x="186061" y="92226"/>
                        </a:cubicBezTo>
                        <a:cubicBezTo>
                          <a:pt x="182822" y="87844"/>
                          <a:pt x="179870" y="83463"/>
                          <a:pt x="176726" y="79082"/>
                        </a:cubicBezTo>
                        <a:cubicBezTo>
                          <a:pt x="175107" y="80891"/>
                          <a:pt x="172726" y="82130"/>
                          <a:pt x="169773" y="82130"/>
                        </a:cubicBezTo>
                        <a:cubicBezTo>
                          <a:pt x="164725" y="82130"/>
                          <a:pt x="160534" y="78796"/>
                          <a:pt x="160248" y="74605"/>
                        </a:cubicBezTo>
                        <a:cubicBezTo>
                          <a:pt x="160057" y="70699"/>
                          <a:pt x="163582" y="67461"/>
                          <a:pt x="168154" y="67080"/>
                        </a:cubicBezTo>
                        <a:cubicBezTo>
                          <a:pt x="160629" y="56127"/>
                          <a:pt x="153390" y="44982"/>
                          <a:pt x="146532" y="33742"/>
                        </a:cubicBezTo>
                        <a:lnTo>
                          <a:pt x="140626" y="11359"/>
                        </a:lnTo>
                        <a:cubicBezTo>
                          <a:pt x="114147" y="3168"/>
                          <a:pt x="84715" y="-4738"/>
                          <a:pt x="58902" y="3453"/>
                        </a:cubicBezTo>
                        <a:cubicBezTo>
                          <a:pt x="25469" y="14121"/>
                          <a:pt x="12230" y="46887"/>
                          <a:pt x="6229" y="76415"/>
                        </a:cubicBezTo>
                        <a:cubicBezTo>
                          <a:pt x="3752" y="88797"/>
                          <a:pt x="1752" y="101180"/>
                          <a:pt x="418" y="113753"/>
                        </a:cubicBezTo>
                        <a:cubicBezTo>
                          <a:pt x="-344" y="120610"/>
                          <a:pt x="-629" y="128231"/>
                          <a:pt x="4705" y="133565"/>
                        </a:cubicBezTo>
                        <a:cubicBezTo>
                          <a:pt x="8610" y="137565"/>
                          <a:pt x="14706" y="139470"/>
                          <a:pt x="20516" y="141089"/>
                        </a:cubicBezTo>
                        <a:cubicBezTo>
                          <a:pt x="64046" y="153758"/>
                          <a:pt x="107670" y="166521"/>
                          <a:pt x="151199" y="179189"/>
                        </a:cubicBezTo>
                        <a:cubicBezTo>
                          <a:pt x="161200" y="182142"/>
                          <a:pt x="171678" y="185095"/>
                          <a:pt x="182060" y="183857"/>
                        </a:cubicBezTo>
                        <a:close/>
                        <a:moveTo>
                          <a:pt x="126244" y="62699"/>
                        </a:moveTo>
                        <a:cubicBezTo>
                          <a:pt x="123291" y="62699"/>
                          <a:pt x="120433" y="62032"/>
                          <a:pt x="117957" y="60984"/>
                        </a:cubicBezTo>
                        <a:cubicBezTo>
                          <a:pt x="117862" y="61174"/>
                          <a:pt x="117862" y="61270"/>
                          <a:pt x="117766" y="61461"/>
                        </a:cubicBezTo>
                        <a:cubicBezTo>
                          <a:pt x="115957" y="65652"/>
                          <a:pt x="112051" y="68794"/>
                          <a:pt x="108813" y="72319"/>
                        </a:cubicBezTo>
                        <a:cubicBezTo>
                          <a:pt x="99383" y="82225"/>
                          <a:pt x="93954" y="95750"/>
                          <a:pt x="80429" y="101656"/>
                        </a:cubicBezTo>
                        <a:cubicBezTo>
                          <a:pt x="66522" y="107752"/>
                          <a:pt x="48615" y="103370"/>
                          <a:pt x="35185" y="95750"/>
                        </a:cubicBezTo>
                        <a:cubicBezTo>
                          <a:pt x="28517" y="91941"/>
                          <a:pt x="22040" y="86892"/>
                          <a:pt x="20516" y="80415"/>
                        </a:cubicBezTo>
                        <a:cubicBezTo>
                          <a:pt x="19278" y="75081"/>
                          <a:pt x="21373" y="69747"/>
                          <a:pt x="24040" y="64889"/>
                        </a:cubicBezTo>
                        <a:cubicBezTo>
                          <a:pt x="29851" y="54317"/>
                          <a:pt x="38138" y="44506"/>
                          <a:pt x="49282" y="37553"/>
                        </a:cubicBezTo>
                        <a:cubicBezTo>
                          <a:pt x="60331" y="30600"/>
                          <a:pt x="78809" y="23646"/>
                          <a:pt x="92716" y="30028"/>
                        </a:cubicBezTo>
                        <a:cubicBezTo>
                          <a:pt x="98240" y="32599"/>
                          <a:pt x="104717" y="36219"/>
                          <a:pt x="109861" y="40696"/>
                        </a:cubicBezTo>
                        <a:cubicBezTo>
                          <a:pt x="112718" y="36219"/>
                          <a:pt x="118243" y="33266"/>
                          <a:pt x="124815" y="33171"/>
                        </a:cubicBezTo>
                        <a:cubicBezTo>
                          <a:pt x="134626" y="33171"/>
                          <a:pt x="142913" y="39743"/>
                          <a:pt x="143389" y="47935"/>
                        </a:cubicBezTo>
                        <a:cubicBezTo>
                          <a:pt x="143770" y="56031"/>
                          <a:pt x="136150" y="62699"/>
                          <a:pt x="126244" y="6269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07" name="Forme libre : forme 18206">
                    <a:extLst>
                      <a:ext uri="{FF2B5EF4-FFF2-40B4-BE49-F238E27FC236}">
                        <a16:creationId xmlns:a16="http://schemas.microsoft.com/office/drawing/2014/main" id="{DF4079D7-3905-412C-BB2F-62068283D2C0}"/>
                      </a:ext>
                    </a:extLst>
                  </p:cNvPr>
                  <p:cNvSpPr/>
                  <p:nvPr/>
                </p:nvSpPr>
                <p:spPr>
                  <a:xfrm>
                    <a:off x="3136391" y="4961191"/>
                    <a:ext cx="188314" cy="152845"/>
                  </a:xfrm>
                  <a:custGeom>
                    <a:avLst/>
                    <a:gdLst>
                      <a:gd name="connsiteX0" fmla="*/ 11721 w 188314"/>
                      <a:gd name="connsiteY0" fmla="*/ 131159 h 152845"/>
                      <a:gd name="connsiteX1" fmla="*/ 121925 w 188314"/>
                      <a:gd name="connsiteY1" fmla="*/ 150305 h 152845"/>
                      <a:gd name="connsiteX2" fmla="*/ 147643 w 188314"/>
                      <a:gd name="connsiteY2" fmla="*/ 141351 h 152845"/>
                      <a:gd name="connsiteX3" fmla="*/ 172788 w 188314"/>
                      <a:gd name="connsiteY3" fmla="*/ 94488 h 152845"/>
                      <a:gd name="connsiteX4" fmla="*/ 188314 w 188314"/>
                      <a:gd name="connsiteY4" fmla="*/ 22193 h 152845"/>
                      <a:gd name="connsiteX5" fmla="*/ 184409 w 188314"/>
                      <a:gd name="connsiteY5" fmla="*/ 22765 h 152845"/>
                      <a:gd name="connsiteX6" fmla="*/ 179361 w 188314"/>
                      <a:gd name="connsiteY6" fmla="*/ 0 h 152845"/>
                      <a:gd name="connsiteX7" fmla="*/ 74681 w 188314"/>
                      <a:gd name="connsiteY7" fmla="*/ 14002 h 152845"/>
                      <a:gd name="connsiteX8" fmla="*/ 38296 w 188314"/>
                      <a:gd name="connsiteY8" fmla="*/ 27337 h 152845"/>
                      <a:gd name="connsiteX9" fmla="*/ 22103 w 188314"/>
                      <a:gd name="connsiteY9" fmla="*/ 50959 h 152845"/>
                      <a:gd name="connsiteX10" fmla="*/ 1720 w 188314"/>
                      <a:gd name="connsiteY10" fmla="*/ 106109 h 152845"/>
                      <a:gd name="connsiteX11" fmla="*/ 1720 w 188314"/>
                      <a:gd name="connsiteY11" fmla="*/ 122491 h 152845"/>
                      <a:gd name="connsiteX12" fmla="*/ 11721 w 188314"/>
                      <a:gd name="connsiteY12" fmla="*/ 131159 h 152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8314" h="152845">
                        <a:moveTo>
                          <a:pt x="11721" y="131159"/>
                        </a:moveTo>
                        <a:cubicBezTo>
                          <a:pt x="43534" y="149923"/>
                          <a:pt x="84682" y="157163"/>
                          <a:pt x="121925" y="150305"/>
                        </a:cubicBezTo>
                        <a:cubicBezTo>
                          <a:pt x="131069" y="148590"/>
                          <a:pt x="140213" y="146114"/>
                          <a:pt x="147643" y="141351"/>
                        </a:cubicBezTo>
                        <a:cubicBezTo>
                          <a:pt x="164311" y="130779"/>
                          <a:pt x="169074" y="111919"/>
                          <a:pt x="172788" y="94488"/>
                        </a:cubicBezTo>
                        <a:cubicBezTo>
                          <a:pt x="177932" y="70390"/>
                          <a:pt x="183076" y="46291"/>
                          <a:pt x="188314" y="22193"/>
                        </a:cubicBezTo>
                        <a:cubicBezTo>
                          <a:pt x="187552" y="20860"/>
                          <a:pt x="184504" y="21241"/>
                          <a:pt x="184409" y="22765"/>
                        </a:cubicBezTo>
                        <a:lnTo>
                          <a:pt x="179361" y="0"/>
                        </a:lnTo>
                        <a:cubicBezTo>
                          <a:pt x="144023" y="2667"/>
                          <a:pt x="109066" y="7334"/>
                          <a:pt x="74681" y="14002"/>
                        </a:cubicBezTo>
                        <a:cubicBezTo>
                          <a:pt x="61537" y="16573"/>
                          <a:pt x="47916" y="19717"/>
                          <a:pt x="38296" y="27337"/>
                        </a:cubicBezTo>
                        <a:cubicBezTo>
                          <a:pt x="30390" y="33624"/>
                          <a:pt x="26008" y="42386"/>
                          <a:pt x="22103" y="50959"/>
                        </a:cubicBezTo>
                        <a:cubicBezTo>
                          <a:pt x="14007" y="68961"/>
                          <a:pt x="7149" y="87345"/>
                          <a:pt x="1720" y="106109"/>
                        </a:cubicBezTo>
                        <a:cubicBezTo>
                          <a:pt x="196" y="111538"/>
                          <a:pt x="-1233" y="117443"/>
                          <a:pt x="1720" y="122491"/>
                        </a:cubicBezTo>
                        <a:cubicBezTo>
                          <a:pt x="3910" y="126206"/>
                          <a:pt x="7815" y="128874"/>
                          <a:pt x="11721" y="13115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08" name="Forme libre : forme 18207">
                    <a:extLst>
                      <a:ext uri="{FF2B5EF4-FFF2-40B4-BE49-F238E27FC236}">
                        <a16:creationId xmlns:a16="http://schemas.microsoft.com/office/drawing/2014/main" id="{238A901B-EAEC-41DD-87B9-7F26E48DD0C6}"/>
                      </a:ext>
                    </a:extLst>
                  </p:cNvPr>
                  <p:cNvSpPr/>
                  <p:nvPr/>
                </p:nvSpPr>
                <p:spPr>
                  <a:xfrm>
                    <a:off x="3130102" y="5170593"/>
                    <a:ext cx="149740" cy="160079"/>
                  </a:xfrm>
                  <a:custGeom>
                    <a:avLst/>
                    <a:gdLst>
                      <a:gd name="connsiteX0" fmla="*/ 53633 w 149740"/>
                      <a:gd name="connsiteY0" fmla="*/ 158072 h 160079"/>
                      <a:gd name="connsiteX1" fmla="*/ 136119 w 149740"/>
                      <a:gd name="connsiteY1" fmla="*/ 120258 h 160079"/>
                      <a:gd name="connsiteX2" fmla="*/ 147835 w 149740"/>
                      <a:gd name="connsiteY2" fmla="*/ 54535 h 160079"/>
                      <a:gd name="connsiteX3" fmla="*/ 149740 w 149740"/>
                      <a:gd name="connsiteY3" fmla="*/ 48439 h 160079"/>
                      <a:gd name="connsiteX4" fmla="*/ 125737 w 149740"/>
                      <a:gd name="connsiteY4" fmla="*/ 60441 h 160079"/>
                      <a:gd name="connsiteX5" fmla="*/ 114022 w 149740"/>
                      <a:gd name="connsiteY5" fmla="*/ 64537 h 160079"/>
                      <a:gd name="connsiteX6" fmla="*/ 92590 w 149740"/>
                      <a:gd name="connsiteY6" fmla="*/ 49297 h 160079"/>
                      <a:gd name="connsiteX7" fmla="*/ 100782 w 149740"/>
                      <a:gd name="connsiteY7" fmla="*/ 25580 h 160079"/>
                      <a:gd name="connsiteX8" fmla="*/ 127642 w 149740"/>
                      <a:gd name="connsiteY8" fmla="*/ 6148 h 160079"/>
                      <a:gd name="connsiteX9" fmla="*/ 133548 w 149740"/>
                      <a:gd name="connsiteY9" fmla="*/ 3767 h 160079"/>
                      <a:gd name="connsiteX10" fmla="*/ 21248 w 149740"/>
                      <a:gd name="connsiteY10" fmla="*/ 52154 h 160079"/>
                      <a:gd name="connsiteX11" fmla="*/ 769 w 149740"/>
                      <a:gd name="connsiteY11" fmla="*/ 89016 h 160079"/>
                      <a:gd name="connsiteX12" fmla="*/ 53633 w 149740"/>
                      <a:gd name="connsiteY12" fmla="*/ 158072 h 160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9740" h="160079">
                        <a:moveTo>
                          <a:pt x="53633" y="158072"/>
                        </a:moveTo>
                        <a:cubicBezTo>
                          <a:pt x="88018" y="166263"/>
                          <a:pt x="127452" y="148547"/>
                          <a:pt x="136119" y="120258"/>
                        </a:cubicBezTo>
                        <a:cubicBezTo>
                          <a:pt x="142692" y="98446"/>
                          <a:pt x="140120" y="76443"/>
                          <a:pt x="147835" y="54535"/>
                        </a:cubicBezTo>
                        <a:cubicBezTo>
                          <a:pt x="148502" y="52535"/>
                          <a:pt x="149169" y="50535"/>
                          <a:pt x="149740" y="48439"/>
                        </a:cubicBezTo>
                        <a:cubicBezTo>
                          <a:pt x="141739" y="52440"/>
                          <a:pt x="133738" y="56441"/>
                          <a:pt x="125737" y="60441"/>
                        </a:cubicBezTo>
                        <a:cubicBezTo>
                          <a:pt x="122118" y="62251"/>
                          <a:pt x="118308" y="64156"/>
                          <a:pt x="114022" y="64537"/>
                        </a:cubicBezTo>
                        <a:cubicBezTo>
                          <a:pt x="103925" y="65584"/>
                          <a:pt x="94400" y="57679"/>
                          <a:pt x="92590" y="49297"/>
                        </a:cubicBezTo>
                        <a:cubicBezTo>
                          <a:pt x="90781" y="40819"/>
                          <a:pt x="95067" y="32437"/>
                          <a:pt x="100782" y="25580"/>
                        </a:cubicBezTo>
                        <a:cubicBezTo>
                          <a:pt x="107640" y="17388"/>
                          <a:pt x="116974" y="10815"/>
                          <a:pt x="127642" y="6148"/>
                        </a:cubicBezTo>
                        <a:cubicBezTo>
                          <a:pt x="129357" y="5386"/>
                          <a:pt x="131357" y="4624"/>
                          <a:pt x="133548" y="3767"/>
                        </a:cubicBezTo>
                        <a:cubicBezTo>
                          <a:pt x="98115" y="-13378"/>
                          <a:pt x="38965" y="32437"/>
                          <a:pt x="21248" y="52154"/>
                        </a:cubicBezTo>
                        <a:cubicBezTo>
                          <a:pt x="11437" y="63013"/>
                          <a:pt x="3341" y="75395"/>
                          <a:pt x="769" y="89016"/>
                        </a:cubicBezTo>
                        <a:cubicBezTo>
                          <a:pt x="-4660" y="117972"/>
                          <a:pt x="19248" y="149881"/>
                          <a:pt x="53633" y="15807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09" name="Forme libre : forme 18208">
                    <a:extLst>
                      <a:ext uri="{FF2B5EF4-FFF2-40B4-BE49-F238E27FC236}">
                        <a16:creationId xmlns:a16="http://schemas.microsoft.com/office/drawing/2014/main" id="{6D870427-5654-43FF-8477-AB902BFB7C4A}"/>
                      </a:ext>
                    </a:extLst>
                  </p:cNvPr>
                  <p:cNvSpPr/>
                  <p:nvPr/>
                </p:nvSpPr>
                <p:spPr>
                  <a:xfrm>
                    <a:off x="3253891" y="5296713"/>
                    <a:ext cx="252993" cy="168829"/>
                  </a:xfrm>
                  <a:custGeom>
                    <a:avLst/>
                    <a:gdLst>
                      <a:gd name="connsiteX0" fmla="*/ 241788 w 252993"/>
                      <a:gd name="connsiteY0" fmla="*/ 14808 h 168829"/>
                      <a:gd name="connsiteX1" fmla="*/ 183875 w 252993"/>
                      <a:gd name="connsiteY1" fmla="*/ 901 h 168829"/>
                      <a:gd name="connsiteX2" fmla="*/ 191781 w 252993"/>
                      <a:gd name="connsiteY2" fmla="*/ 20332 h 168829"/>
                      <a:gd name="connsiteX3" fmla="*/ 187876 w 252993"/>
                      <a:gd name="connsiteY3" fmla="*/ 26809 h 168829"/>
                      <a:gd name="connsiteX4" fmla="*/ 195972 w 252993"/>
                      <a:gd name="connsiteY4" fmla="*/ 38810 h 168829"/>
                      <a:gd name="connsiteX5" fmla="*/ 178922 w 252993"/>
                      <a:gd name="connsiteY5" fmla="*/ 53669 h 168829"/>
                      <a:gd name="connsiteX6" fmla="*/ 161206 w 252993"/>
                      <a:gd name="connsiteY6" fmla="*/ 42525 h 168829"/>
                      <a:gd name="connsiteX7" fmla="*/ 128535 w 252993"/>
                      <a:gd name="connsiteY7" fmla="*/ 58813 h 168829"/>
                      <a:gd name="connsiteX8" fmla="*/ 116819 w 252993"/>
                      <a:gd name="connsiteY8" fmla="*/ 62909 h 168829"/>
                      <a:gd name="connsiteX9" fmla="*/ 95388 w 252993"/>
                      <a:gd name="connsiteY9" fmla="*/ 47669 h 168829"/>
                      <a:gd name="connsiteX10" fmla="*/ 97103 w 252993"/>
                      <a:gd name="connsiteY10" fmla="*/ 34239 h 168829"/>
                      <a:gd name="connsiteX11" fmla="*/ 3853 w 252993"/>
                      <a:gd name="connsiteY11" fmla="*/ 126345 h 168829"/>
                      <a:gd name="connsiteX12" fmla="*/ 4615 w 252993"/>
                      <a:gd name="connsiteY12" fmla="*/ 157397 h 168829"/>
                      <a:gd name="connsiteX13" fmla="*/ 32999 w 252993"/>
                      <a:gd name="connsiteY13" fmla="*/ 168827 h 168829"/>
                      <a:gd name="connsiteX14" fmla="*/ 64337 w 252993"/>
                      <a:gd name="connsiteY14" fmla="*/ 163207 h 168829"/>
                      <a:gd name="connsiteX15" fmla="*/ 184542 w 252993"/>
                      <a:gd name="connsiteY15" fmla="*/ 111105 h 168829"/>
                      <a:gd name="connsiteX16" fmla="*/ 223214 w 252993"/>
                      <a:gd name="connsiteY16" fmla="*/ 72719 h 168829"/>
                      <a:gd name="connsiteX17" fmla="*/ 222356 w 252993"/>
                      <a:gd name="connsiteY17" fmla="*/ 72910 h 168829"/>
                      <a:gd name="connsiteX18" fmla="*/ 212831 w 252993"/>
                      <a:gd name="connsiteY18" fmla="*/ 65386 h 168829"/>
                      <a:gd name="connsiteX19" fmla="*/ 221594 w 252993"/>
                      <a:gd name="connsiteY19" fmla="*/ 57766 h 168829"/>
                      <a:gd name="connsiteX20" fmla="*/ 231024 w 252993"/>
                      <a:gd name="connsiteY20" fmla="*/ 65004 h 168829"/>
                      <a:gd name="connsiteX21" fmla="*/ 239597 w 252993"/>
                      <a:gd name="connsiteY21" fmla="*/ 56527 h 168829"/>
                      <a:gd name="connsiteX22" fmla="*/ 241788 w 252993"/>
                      <a:gd name="connsiteY22" fmla="*/ 14808 h 168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52993" h="168829">
                        <a:moveTo>
                          <a:pt x="241788" y="14808"/>
                        </a:moveTo>
                        <a:cubicBezTo>
                          <a:pt x="225595" y="1092"/>
                          <a:pt x="204926" y="-1766"/>
                          <a:pt x="183875" y="901"/>
                        </a:cubicBezTo>
                        <a:cubicBezTo>
                          <a:pt x="189781" y="5568"/>
                          <a:pt x="193496" y="14236"/>
                          <a:pt x="191781" y="20332"/>
                        </a:cubicBezTo>
                        <a:cubicBezTo>
                          <a:pt x="191114" y="22713"/>
                          <a:pt x="189686" y="24904"/>
                          <a:pt x="187876" y="26809"/>
                        </a:cubicBezTo>
                        <a:cubicBezTo>
                          <a:pt x="192543" y="29476"/>
                          <a:pt x="195686" y="33858"/>
                          <a:pt x="195972" y="38810"/>
                        </a:cubicBezTo>
                        <a:cubicBezTo>
                          <a:pt x="196353" y="47002"/>
                          <a:pt x="188733" y="53669"/>
                          <a:pt x="178922" y="53669"/>
                        </a:cubicBezTo>
                        <a:cubicBezTo>
                          <a:pt x="170636" y="53669"/>
                          <a:pt x="163397" y="49002"/>
                          <a:pt x="161206" y="42525"/>
                        </a:cubicBezTo>
                        <a:cubicBezTo>
                          <a:pt x="150347" y="47955"/>
                          <a:pt x="139394" y="53384"/>
                          <a:pt x="128535" y="58813"/>
                        </a:cubicBezTo>
                        <a:cubicBezTo>
                          <a:pt x="124916" y="60623"/>
                          <a:pt x="121106" y="62528"/>
                          <a:pt x="116819" y="62909"/>
                        </a:cubicBezTo>
                        <a:cubicBezTo>
                          <a:pt x="106723" y="63957"/>
                          <a:pt x="97198" y="56051"/>
                          <a:pt x="95388" y="47669"/>
                        </a:cubicBezTo>
                        <a:cubicBezTo>
                          <a:pt x="94436" y="43097"/>
                          <a:pt x="95293" y="38525"/>
                          <a:pt x="97103" y="34239"/>
                        </a:cubicBezTo>
                        <a:cubicBezTo>
                          <a:pt x="56622" y="57575"/>
                          <a:pt x="19664" y="87484"/>
                          <a:pt x="3853" y="126345"/>
                        </a:cubicBezTo>
                        <a:cubicBezTo>
                          <a:pt x="-243" y="136347"/>
                          <a:pt x="-2529" y="148253"/>
                          <a:pt x="4615" y="157397"/>
                        </a:cubicBezTo>
                        <a:cubicBezTo>
                          <a:pt x="10616" y="165017"/>
                          <a:pt x="22236" y="168732"/>
                          <a:pt x="32999" y="168827"/>
                        </a:cubicBezTo>
                        <a:cubicBezTo>
                          <a:pt x="43763" y="168922"/>
                          <a:pt x="54240" y="166065"/>
                          <a:pt x="64337" y="163207"/>
                        </a:cubicBezTo>
                        <a:cubicBezTo>
                          <a:pt x="107675" y="151111"/>
                          <a:pt x="152729" y="138061"/>
                          <a:pt x="184542" y="111105"/>
                        </a:cubicBezTo>
                        <a:cubicBezTo>
                          <a:pt x="198544" y="99295"/>
                          <a:pt x="210736" y="85769"/>
                          <a:pt x="223214" y="72719"/>
                        </a:cubicBezTo>
                        <a:cubicBezTo>
                          <a:pt x="222928" y="72719"/>
                          <a:pt x="222642" y="72910"/>
                          <a:pt x="222356" y="72910"/>
                        </a:cubicBezTo>
                        <a:cubicBezTo>
                          <a:pt x="217308" y="72910"/>
                          <a:pt x="213117" y="69577"/>
                          <a:pt x="212831" y="65386"/>
                        </a:cubicBezTo>
                        <a:cubicBezTo>
                          <a:pt x="212546" y="61195"/>
                          <a:pt x="216546" y="57766"/>
                          <a:pt x="221594" y="57766"/>
                        </a:cubicBezTo>
                        <a:cubicBezTo>
                          <a:pt x="226452" y="57766"/>
                          <a:pt x="230548" y="61004"/>
                          <a:pt x="231024" y="65004"/>
                        </a:cubicBezTo>
                        <a:cubicBezTo>
                          <a:pt x="233882" y="62147"/>
                          <a:pt x="236644" y="59289"/>
                          <a:pt x="239597" y="56527"/>
                        </a:cubicBezTo>
                        <a:cubicBezTo>
                          <a:pt x="254265" y="43002"/>
                          <a:pt x="259504" y="29857"/>
                          <a:pt x="241788" y="1480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10" name="Forme libre : forme 18209">
                    <a:extLst>
                      <a:ext uri="{FF2B5EF4-FFF2-40B4-BE49-F238E27FC236}">
                        <a16:creationId xmlns:a16="http://schemas.microsoft.com/office/drawing/2014/main" id="{1A335FB4-0900-46AB-8F09-3A19960C30FA}"/>
                      </a:ext>
                    </a:extLst>
                  </p:cNvPr>
                  <p:cNvSpPr/>
                  <p:nvPr/>
                </p:nvSpPr>
                <p:spPr>
                  <a:xfrm>
                    <a:off x="3126098" y="5358074"/>
                    <a:ext cx="63068" cy="74615"/>
                  </a:xfrm>
                  <a:custGeom>
                    <a:avLst/>
                    <a:gdLst>
                      <a:gd name="connsiteX0" fmla="*/ 63067 w 63068"/>
                      <a:gd name="connsiteY0" fmla="*/ 26980 h 74615"/>
                      <a:gd name="connsiteX1" fmla="*/ 42207 w 63068"/>
                      <a:gd name="connsiteY1" fmla="*/ 24 h 74615"/>
                      <a:gd name="connsiteX2" fmla="*/ 583 w 63068"/>
                      <a:gd name="connsiteY2" fmla="*/ 46792 h 74615"/>
                      <a:gd name="connsiteX3" fmla="*/ 40302 w 63068"/>
                      <a:gd name="connsiteY3" fmla="*/ 69938 h 74615"/>
                      <a:gd name="connsiteX4" fmla="*/ 63067 w 63068"/>
                      <a:gd name="connsiteY4" fmla="*/ 26980 h 74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068" h="74615">
                        <a:moveTo>
                          <a:pt x="63067" y="26980"/>
                        </a:moveTo>
                        <a:cubicBezTo>
                          <a:pt x="63162" y="15264"/>
                          <a:pt x="59257" y="786"/>
                          <a:pt x="42207" y="24"/>
                        </a:cubicBezTo>
                        <a:cubicBezTo>
                          <a:pt x="19918" y="-1024"/>
                          <a:pt x="3631" y="32028"/>
                          <a:pt x="583" y="46792"/>
                        </a:cubicBezTo>
                        <a:cubicBezTo>
                          <a:pt x="-3894" y="68032"/>
                          <a:pt x="18204" y="82511"/>
                          <a:pt x="40302" y="69938"/>
                        </a:cubicBezTo>
                        <a:cubicBezTo>
                          <a:pt x="55066" y="61555"/>
                          <a:pt x="62876" y="41553"/>
                          <a:pt x="63067" y="2698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11" name="Forme libre : forme 18210">
                    <a:extLst>
                      <a:ext uri="{FF2B5EF4-FFF2-40B4-BE49-F238E27FC236}">
                        <a16:creationId xmlns:a16="http://schemas.microsoft.com/office/drawing/2014/main" id="{CB271651-6B38-4584-815D-95B4DE90E17D}"/>
                      </a:ext>
                    </a:extLst>
                  </p:cNvPr>
                  <p:cNvSpPr/>
                  <p:nvPr/>
                </p:nvSpPr>
                <p:spPr>
                  <a:xfrm>
                    <a:off x="3405245" y="4952282"/>
                    <a:ext cx="159039" cy="184847"/>
                  </a:xfrm>
                  <a:custGeom>
                    <a:avLst/>
                    <a:gdLst>
                      <a:gd name="connsiteX0" fmla="*/ 19473 w 159039"/>
                      <a:gd name="connsiteY0" fmla="*/ 184836 h 184847"/>
                      <a:gd name="connsiteX1" fmla="*/ 34713 w 159039"/>
                      <a:gd name="connsiteY1" fmla="*/ 180074 h 184847"/>
                      <a:gd name="connsiteX2" fmla="*/ 99864 w 159039"/>
                      <a:gd name="connsiteY2" fmla="*/ 113875 h 184847"/>
                      <a:gd name="connsiteX3" fmla="*/ 130629 w 159039"/>
                      <a:gd name="connsiteY3" fmla="*/ 102159 h 184847"/>
                      <a:gd name="connsiteX4" fmla="*/ 155394 w 159039"/>
                      <a:gd name="connsiteY4" fmla="*/ 42438 h 184847"/>
                      <a:gd name="connsiteX5" fmla="*/ 143298 w 159039"/>
                      <a:gd name="connsiteY5" fmla="*/ 4433 h 184847"/>
                      <a:gd name="connsiteX6" fmla="*/ 84814 w 159039"/>
                      <a:gd name="connsiteY6" fmla="*/ 242 h 184847"/>
                      <a:gd name="connsiteX7" fmla="*/ 72431 w 159039"/>
                      <a:gd name="connsiteY7" fmla="*/ 2718 h 184847"/>
                      <a:gd name="connsiteX8" fmla="*/ 63669 w 159039"/>
                      <a:gd name="connsiteY8" fmla="*/ 13958 h 184847"/>
                      <a:gd name="connsiteX9" fmla="*/ 14996 w 159039"/>
                      <a:gd name="connsiteY9" fmla="*/ 119018 h 184847"/>
                      <a:gd name="connsiteX10" fmla="*/ 2423 w 159039"/>
                      <a:gd name="connsiteY10" fmla="*/ 149689 h 184847"/>
                      <a:gd name="connsiteX11" fmla="*/ 1280 w 159039"/>
                      <a:gd name="connsiteY11" fmla="*/ 171025 h 184847"/>
                      <a:gd name="connsiteX12" fmla="*/ 19473 w 159039"/>
                      <a:gd name="connsiteY12" fmla="*/ 184836 h 18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9039" h="184847">
                        <a:moveTo>
                          <a:pt x="19473" y="184836"/>
                        </a:moveTo>
                        <a:cubicBezTo>
                          <a:pt x="25092" y="185026"/>
                          <a:pt x="30236" y="182741"/>
                          <a:pt x="34713" y="180074"/>
                        </a:cubicBezTo>
                        <a:cubicBezTo>
                          <a:pt x="62621" y="163024"/>
                          <a:pt x="70050" y="128543"/>
                          <a:pt x="99864" y="113875"/>
                        </a:cubicBezTo>
                        <a:cubicBezTo>
                          <a:pt x="109579" y="109113"/>
                          <a:pt x="120819" y="106827"/>
                          <a:pt x="130629" y="102159"/>
                        </a:cubicBezTo>
                        <a:cubicBezTo>
                          <a:pt x="154347" y="90825"/>
                          <a:pt x="165300" y="64345"/>
                          <a:pt x="155394" y="42438"/>
                        </a:cubicBezTo>
                        <a:lnTo>
                          <a:pt x="143298" y="4433"/>
                        </a:lnTo>
                        <a:cubicBezTo>
                          <a:pt x="124057" y="813"/>
                          <a:pt x="104340" y="-616"/>
                          <a:pt x="84814" y="242"/>
                        </a:cubicBezTo>
                        <a:cubicBezTo>
                          <a:pt x="80528" y="432"/>
                          <a:pt x="75956" y="813"/>
                          <a:pt x="72431" y="2718"/>
                        </a:cubicBezTo>
                        <a:cubicBezTo>
                          <a:pt x="67859" y="5194"/>
                          <a:pt x="65669" y="9671"/>
                          <a:pt x="63669" y="13958"/>
                        </a:cubicBezTo>
                        <a:cubicBezTo>
                          <a:pt x="47476" y="49010"/>
                          <a:pt x="31188" y="83966"/>
                          <a:pt x="14996" y="119018"/>
                        </a:cubicBezTo>
                        <a:cubicBezTo>
                          <a:pt x="10329" y="129115"/>
                          <a:pt x="5661" y="139211"/>
                          <a:pt x="2423" y="149689"/>
                        </a:cubicBezTo>
                        <a:cubicBezTo>
                          <a:pt x="327" y="156642"/>
                          <a:pt x="-1197" y="164072"/>
                          <a:pt x="1280" y="171025"/>
                        </a:cubicBezTo>
                        <a:cubicBezTo>
                          <a:pt x="3471" y="178073"/>
                          <a:pt x="10805" y="184550"/>
                          <a:pt x="19473" y="18483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12" name="Forme libre : forme 18211">
                    <a:extLst>
                      <a:ext uri="{FF2B5EF4-FFF2-40B4-BE49-F238E27FC236}">
                        <a16:creationId xmlns:a16="http://schemas.microsoft.com/office/drawing/2014/main" id="{7FD3B6C2-5ED8-453A-A5D6-08A729067073}"/>
                      </a:ext>
                    </a:extLst>
                  </p:cNvPr>
                  <p:cNvSpPr/>
                  <p:nvPr/>
                </p:nvSpPr>
                <p:spPr>
                  <a:xfrm>
                    <a:off x="3457757" y="5092064"/>
                    <a:ext cx="243471" cy="165236"/>
                  </a:xfrm>
                  <a:custGeom>
                    <a:avLst/>
                    <a:gdLst>
                      <a:gd name="connsiteX0" fmla="*/ 42304 w 243471"/>
                      <a:gd name="connsiteY0" fmla="*/ 151067 h 165236"/>
                      <a:gd name="connsiteX1" fmla="*/ 125457 w 243471"/>
                      <a:gd name="connsiteY1" fmla="*/ 165164 h 165236"/>
                      <a:gd name="connsiteX2" fmla="*/ 204514 w 243471"/>
                      <a:gd name="connsiteY2" fmla="*/ 146590 h 165236"/>
                      <a:gd name="connsiteX3" fmla="*/ 242519 w 243471"/>
                      <a:gd name="connsiteY3" fmla="*/ 88297 h 165236"/>
                      <a:gd name="connsiteX4" fmla="*/ 243472 w 243471"/>
                      <a:gd name="connsiteY4" fmla="*/ 78677 h 165236"/>
                      <a:gd name="connsiteX5" fmla="*/ 241186 w 243471"/>
                      <a:gd name="connsiteY5" fmla="*/ 79915 h 165236"/>
                      <a:gd name="connsiteX6" fmla="*/ 195942 w 243471"/>
                      <a:gd name="connsiteY6" fmla="*/ 74009 h 165236"/>
                      <a:gd name="connsiteX7" fmla="*/ 181273 w 243471"/>
                      <a:gd name="connsiteY7" fmla="*/ 58674 h 165236"/>
                      <a:gd name="connsiteX8" fmla="*/ 184798 w 243471"/>
                      <a:gd name="connsiteY8" fmla="*/ 43149 h 165236"/>
                      <a:gd name="connsiteX9" fmla="*/ 210039 w 243471"/>
                      <a:gd name="connsiteY9" fmla="*/ 15812 h 165236"/>
                      <a:gd name="connsiteX10" fmla="*/ 216706 w 243471"/>
                      <a:gd name="connsiteY10" fmla="*/ 12192 h 165236"/>
                      <a:gd name="connsiteX11" fmla="*/ 196323 w 243471"/>
                      <a:gd name="connsiteY11" fmla="*/ 0 h 165236"/>
                      <a:gd name="connsiteX12" fmla="*/ 64687 w 243471"/>
                      <a:gd name="connsiteY12" fmla="*/ 70485 h 165236"/>
                      <a:gd name="connsiteX13" fmla="*/ 16491 w 243471"/>
                      <a:gd name="connsiteY13" fmla="*/ 90297 h 165236"/>
                      <a:gd name="connsiteX14" fmla="*/ 3727 w 243471"/>
                      <a:gd name="connsiteY14" fmla="*/ 130779 h 165236"/>
                      <a:gd name="connsiteX15" fmla="*/ 42304 w 243471"/>
                      <a:gd name="connsiteY15" fmla="*/ 151067 h 165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43471" h="165236">
                        <a:moveTo>
                          <a:pt x="42304" y="151067"/>
                        </a:moveTo>
                        <a:cubicBezTo>
                          <a:pt x="69545" y="158020"/>
                          <a:pt x="97263" y="164402"/>
                          <a:pt x="125457" y="165164"/>
                        </a:cubicBezTo>
                        <a:cubicBezTo>
                          <a:pt x="153651" y="165926"/>
                          <a:pt x="182702" y="160782"/>
                          <a:pt x="204514" y="146590"/>
                        </a:cubicBezTo>
                        <a:cubicBezTo>
                          <a:pt x="225946" y="132684"/>
                          <a:pt x="238804" y="110966"/>
                          <a:pt x="242519" y="88297"/>
                        </a:cubicBezTo>
                        <a:cubicBezTo>
                          <a:pt x="242995" y="85059"/>
                          <a:pt x="243281" y="81915"/>
                          <a:pt x="243472" y="78677"/>
                        </a:cubicBezTo>
                        <a:cubicBezTo>
                          <a:pt x="242710" y="79058"/>
                          <a:pt x="242043" y="79534"/>
                          <a:pt x="241186" y="79915"/>
                        </a:cubicBezTo>
                        <a:cubicBezTo>
                          <a:pt x="227279" y="86011"/>
                          <a:pt x="209372" y="81629"/>
                          <a:pt x="195942" y="74009"/>
                        </a:cubicBezTo>
                        <a:cubicBezTo>
                          <a:pt x="189274" y="70199"/>
                          <a:pt x="182797" y="65151"/>
                          <a:pt x="181273" y="58674"/>
                        </a:cubicBezTo>
                        <a:cubicBezTo>
                          <a:pt x="180035" y="53340"/>
                          <a:pt x="182131" y="48006"/>
                          <a:pt x="184798" y="43149"/>
                        </a:cubicBezTo>
                        <a:cubicBezTo>
                          <a:pt x="190608" y="32576"/>
                          <a:pt x="198895" y="22765"/>
                          <a:pt x="210039" y="15812"/>
                        </a:cubicBezTo>
                        <a:cubicBezTo>
                          <a:pt x="212039" y="14574"/>
                          <a:pt x="214325" y="13335"/>
                          <a:pt x="216706" y="12192"/>
                        </a:cubicBezTo>
                        <a:lnTo>
                          <a:pt x="196323" y="0"/>
                        </a:lnTo>
                        <a:cubicBezTo>
                          <a:pt x="155270" y="26956"/>
                          <a:pt x="113455" y="54197"/>
                          <a:pt x="64687" y="70485"/>
                        </a:cubicBezTo>
                        <a:cubicBezTo>
                          <a:pt x="47923" y="76105"/>
                          <a:pt x="30016" y="80486"/>
                          <a:pt x="16491" y="90297"/>
                        </a:cubicBezTo>
                        <a:cubicBezTo>
                          <a:pt x="2870" y="100108"/>
                          <a:pt x="-5131" y="117253"/>
                          <a:pt x="3727" y="130779"/>
                        </a:cubicBezTo>
                        <a:cubicBezTo>
                          <a:pt x="11062" y="142209"/>
                          <a:pt x="27445" y="147161"/>
                          <a:pt x="42304" y="15106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13" name="Forme libre : forme 18212">
                    <a:extLst>
                      <a:ext uri="{FF2B5EF4-FFF2-40B4-BE49-F238E27FC236}">
                        <a16:creationId xmlns:a16="http://schemas.microsoft.com/office/drawing/2014/main" id="{9CB9AD84-7717-4707-889C-D9327961CD08}"/>
                      </a:ext>
                    </a:extLst>
                  </p:cNvPr>
                  <p:cNvSpPr/>
                  <p:nvPr/>
                </p:nvSpPr>
                <p:spPr>
                  <a:xfrm>
                    <a:off x="3856105" y="4953689"/>
                    <a:ext cx="131231" cy="170955"/>
                  </a:xfrm>
                  <a:custGeom>
                    <a:avLst/>
                    <a:gdLst>
                      <a:gd name="connsiteX0" fmla="*/ 50101 w 131231"/>
                      <a:gd name="connsiteY0" fmla="*/ 170952 h 170955"/>
                      <a:gd name="connsiteX1" fmla="*/ 98107 w 131231"/>
                      <a:gd name="connsiteY1" fmla="*/ 154950 h 170955"/>
                      <a:gd name="connsiteX2" fmla="*/ 129635 w 131231"/>
                      <a:gd name="connsiteY2" fmla="*/ 116087 h 170955"/>
                      <a:gd name="connsiteX3" fmla="*/ 125158 w 131231"/>
                      <a:gd name="connsiteY3" fmla="*/ 71511 h 170955"/>
                      <a:gd name="connsiteX4" fmla="*/ 112776 w 131231"/>
                      <a:gd name="connsiteY4" fmla="*/ 39411 h 170955"/>
                      <a:gd name="connsiteX5" fmla="*/ 90106 w 131231"/>
                      <a:gd name="connsiteY5" fmla="*/ 17313 h 170955"/>
                      <a:gd name="connsiteX6" fmla="*/ 15907 w 131231"/>
                      <a:gd name="connsiteY6" fmla="*/ 549 h 170955"/>
                      <a:gd name="connsiteX7" fmla="*/ 10001 w 131231"/>
                      <a:gd name="connsiteY7" fmla="*/ 358 h 170955"/>
                      <a:gd name="connsiteX8" fmla="*/ 6572 w 131231"/>
                      <a:gd name="connsiteY8" fmla="*/ 6455 h 170955"/>
                      <a:gd name="connsiteX9" fmla="*/ 0 w 131231"/>
                      <a:gd name="connsiteY9" fmla="*/ 121421 h 170955"/>
                      <a:gd name="connsiteX10" fmla="*/ 5429 w 131231"/>
                      <a:gd name="connsiteY10" fmla="*/ 149901 h 170955"/>
                      <a:gd name="connsiteX11" fmla="*/ 50101 w 131231"/>
                      <a:gd name="connsiteY11" fmla="*/ 170952 h 17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1231" h="170955">
                        <a:moveTo>
                          <a:pt x="50101" y="170952"/>
                        </a:moveTo>
                        <a:cubicBezTo>
                          <a:pt x="67913" y="170761"/>
                          <a:pt x="84487" y="163998"/>
                          <a:pt x="98107" y="154950"/>
                        </a:cubicBezTo>
                        <a:cubicBezTo>
                          <a:pt x="113062" y="145043"/>
                          <a:pt x="125539" y="131803"/>
                          <a:pt x="129635" y="116087"/>
                        </a:cubicBezTo>
                        <a:cubicBezTo>
                          <a:pt x="133445" y="101514"/>
                          <a:pt x="129826" y="86179"/>
                          <a:pt x="125158" y="71511"/>
                        </a:cubicBezTo>
                        <a:cubicBezTo>
                          <a:pt x="121634" y="60652"/>
                          <a:pt x="117538" y="49984"/>
                          <a:pt x="112776" y="39411"/>
                        </a:cubicBezTo>
                        <a:lnTo>
                          <a:pt x="90106" y="17313"/>
                        </a:lnTo>
                        <a:cubicBezTo>
                          <a:pt x="65341" y="11693"/>
                          <a:pt x="40672" y="6074"/>
                          <a:pt x="15907" y="549"/>
                        </a:cubicBezTo>
                        <a:cubicBezTo>
                          <a:pt x="13906" y="73"/>
                          <a:pt x="11811" y="-308"/>
                          <a:pt x="10001" y="358"/>
                        </a:cubicBezTo>
                        <a:cubicBezTo>
                          <a:pt x="7429" y="1406"/>
                          <a:pt x="6858" y="4073"/>
                          <a:pt x="6572" y="6455"/>
                        </a:cubicBezTo>
                        <a:cubicBezTo>
                          <a:pt x="2286" y="44650"/>
                          <a:pt x="95" y="83035"/>
                          <a:pt x="0" y="121421"/>
                        </a:cubicBezTo>
                        <a:cubicBezTo>
                          <a:pt x="0" y="131042"/>
                          <a:pt x="190" y="141138"/>
                          <a:pt x="5429" y="149901"/>
                        </a:cubicBezTo>
                        <a:cubicBezTo>
                          <a:pt x="13430" y="163522"/>
                          <a:pt x="32290" y="171142"/>
                          <a:pt x="50101" y="17095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14" name="Forme libre : forme 18213">
                    <a:extLst>
                      <a:ext uri="{FF2B5EF4-FFF2-40B4-BE49-F238E27FC236}">
                        <a16:creationId xmlns:a16="http://schemas.microsoft.com/office/drawing/2014/main" id="{155C23F6-483B-42EF-9F93-4D35A91665BE}"/>
                      </a:ext>
                    </a:extLst>
                  </p:cNvPr>
                  <p:cNvSpPr/>
                  <p:nvPr/>
                </p:nvSpPr>
                <p:spPr>
                  <a:xfrm>
                    <a:off x="3624671" y="5301606"/>
                    <a:ext cx="153177" cy="76113"/>
                  </a:xfrm>
                  <a:custGeom>
                    <a:avLst/>
                    <a:gdLst>
                      <a:gd name="connsiteX0" fmla="*/ 152281 w 153177"/>
                      <a:gd name="connsiteY0" fmla="*/ 30203 h 76113"/>
                      <a:gd name="connsiteX1" fmla="*/ 49411 w 153177"/>
                      <a:gd name="connsiteY1" fmla="*/ 4295 h 76113"/>
                      <a:gd name="connsiteX2" fmla="*/ 12454 w 153177"/>
                      <a:gd name="connsiteY2" fmla="*/ 16868 h 76113"/>
                      <a:gd name="connsiteX3" fmla="*/ 1691 w 153177"/>
                      <a:gd name="connsiteY3" fmla="*/ 35822 h 76113"/>
                      <a:gd name="connsiteX4" fmla="*/ 2453 w 153177"/>
                      <a:gd name="connsiteY4" fmla="*/ 58492 h 76113"/>
                      <a:gd name="connsiteX5" fmla="*/ 26551 w 153177"/>
                      <a:gd name="connsiteY5" fmla="*/ 76114 h 76113"/>
                      <a:gd name="connsiteX6" fmla="*/ 27408 w 153177"/>
                      <a:gd name="connsiteY6" fmla="*/ 74304 h 76113"/>
                      <a:gd name="connsiteX7" fmla="*/ 52649 w 153177"/>
                      <a:gd name="connsiteY7" fmla="*/ 46967 h 76113"/>
                      <a:gd name="connsiteX8" fmla="*/ 96083 w 153177"/>
                      <a:gd name="connsiteY8" fmla="*/ 39442 h 76113"/>
                      <a:gd name="connsiteX9" fmla="*/ 120658 w 153177"/>
                      <a:gd name="connsiteY9" fmla="*/ 59063 h 76113"/>
                      <a:gd name="connsiteX10" fmla="*/ 125706 w 153177"/>
                      <a:gd name="connsiteY10" fmla="*/ 58397 h 76113"/>
                      <a:gd name="connsiteX11" fmla="*/ 140851 w 153177"/>
                      <a:gd name="connsiteY11" fmla="*/ 64969 h 76113"/>
                      <a:gd name="connsiteX12" fmla="*/ 152281 w 153177"/>
                      <a:gd name="connsiteY12" fmla="*/ 30203 h 76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3177" h="76113">
                        <a:moveTo>
                          <a:pt x="152281" y="30203"/>
                        </a:moveTo>
                        <a:cubicBezTo>
                          <a:pt x="144375" y="-10088"/>
                          <a:pt x="82844" y="104"/>
                          <a:pt x="49411" y="4295"/>
                        </a:cubicBezTo>
                        <a:cubicBezTo>
                          <a:pt x="35886" y="6009"/>
                          <a:pt x="21598" y="8581"/>
                          <a:pt x="12454" y="16868"/>
                        </a:cubicBezTo>
                        <a:cubicBezTo>
                          <a:pt x="6739" y="22011"/>
                          <a:pt x="3596" y="28965"/>
                          <a:pt x="1691" y="35822"/>
                        </a:cubicBezTo>
                        <a:cubicBezTo>
                          <a:pt x="-310" y="43252"/>
                          <a:pt x="-1072" y="51253"/>
                          <a:pt x="2453" y="58492"/>
                        </a:cubicBezTo>
                        <a:cubicBezTo>
                          <a:pt x="6644" y="67160"/>
                          <a:pt x="15883" y="72589"/>
                          <a:pt x="26551" y="76114"/>
                        </a:cubicBezTo>
                        <a:cubicBezTo>
                          <a:pt x="26837" y="75542"/>
                          <a:pt x="27122" y="74875"/>
                          <a:pt x="27408" y="74304"/>
                        </a:cubicBezTo>
                        <a:cubicBezTo>
                          <a:pt x="33219" y="63731"/>
                          <a:pt x="41505" y="53920"/>
                          <a:pt x="52649" y="46967"/>
                        </a:cubicBezTo>
                        <a:cubicBezTo>
                          <a:pt x="63698" y="40013"/>
                          <a:pt x="82177" y="33060"/>
                          <a:pt x="96083" y="39442"/>
                        </a:cubicBezTo>
                        <a:cubicBezTo>
                          <a:pt x="104942" y="43538"/>
                          <a:pt x="116372" y="50586"/>
                          <a:pt x="120658" y="59063"/>
                        </a:cubicBezTo>
                        <a:cubicBezTo>
                          <a:pt x="122277" y="58683"/>
                          <a:pt x="123896" y="58397"/>
                          <a:pt x="125706" y="58397"/>
                        </a:cubicBezTo>
                        <a:cubicBezTo>
                          <a:pt x="131897" y="58397"/>
                          <a:pt x="137422" y="60969"/>
                          <a:pt x="140851" y="64969"/>
                        </a:cubicBezTo>
                        <a:cubicBezTo>
                          <a:pt x="150376" y="56968"/>
                          <a:pt x="155329" y="45729"/>
                          <a:pt x="152281" y="3020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15" name="Forme libre : forme 18214">
                    <a:extLst>
                      <a:ext uri="{FF2B5EF4-FFF2-40B4-BE49-F238E27FC236}">
                        <a16:creationId xmlns:a16="http://schemas.microsoft.com/office/drawing/2014/main" id="{B041FF60-8888-4CF6-BAD7-3AB3B996E8A7}"/>
                      </a:ext>
                    </a:extLst>
                  </p:cNvPr>
                  <p:cNvSpPr/>
                  <p:nvPr/>
                </p:nvSpPr>
                <p:spPr>
                  <a:xfrm>
                    <a:off x="3867838" y="5188295"/>
                    <a:ext cx="125998" cy="86839"/>
                  </a:xfrm>
                  <a:custGeom>
                    <a:avLst/>
                    <a:gdLst>
                      <a:gd name="connsiteX0" fmla="*/ 78373 w 125998"/>
                      <a:gd name="connsiteY0" fmla="*/ 56931 h 86839"/>
                      <a:gd name="connsiteX1" fmla="*/ 86564 w 125998"/>
                      <a:gd name="connsiteY1" fmla="*/ 33214 h 86839"/>
                      <a:gd name="connsiteX2" fmla="*/ 113425 w 125998"/>
                      <a:gd name="connsiteY2" fmla="*/ 13783 h 86839"/>
                      <a:gd name="connsiteX3" fmla="*/ 125998 w 125998"/>
                      <a:gd name="connsiteY3" fmla="*/ 9211 h 86839"/>
                      <a:gd name="connsiteX4" fmla="*/ 11412 w 125998"/>
                      <a:gd name="connsiteY4" fmla="*/ 43311 h 86839"/>
                      <a:gd name="connsiteX5" fmla="*/ 935 w 125998"/>
                      <a:gd name="connsiteY5" fmla="*/ 70076 h 86839"/>
                      <a:gd name="connsiteX6" fmla="*/ 35987 w 125998"/>
                      <a:gd name="connsiteY6" fmla="*/ 86840 h 86839"/>
                      <a:gd name="connsiteX7" fmla="*/ 89803 w 125998"/>
                      <a:gd name="connsiteY7" fmla="*/ 70362 h 86839"/>
                      <a:gd name="connsiteX8" fmla="*/ 78373 w 125998"/>
                      <a:gd name="connsiteY8" fmla="*/ 56931 h 86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5998" h="86839">
                        <a:moveTo>
                          <a:pt x="78373" y="56931"/>
                        </a:moveTo>
                        <a:cubicBezTo>
                          <a:pt x="76563" y="48454"/>
                          <a:pt x="80850" y="40072"/>
                          <a:pt x="86564" y="33214"/>
                        </a:cubicBezTo>
                        <a:cubicBezTo>
                          <a:pt x="93423" y="25023"/>
                          <a:pt x="102757" y="18451"/>
                          <a:pt x="113425" y="13783"/>
                        </a:cubicBezTo>
                        <a:cubicBezTo>
                          <a:pt x="116759" y="12354"/>
                          <a:pt x="121140" y="10735"/>
                          <a:pt x="125998" y="9211"/>
                        </a:cubicBezTo>
                        <a:cubicBezTo>
                          <a:pt x="96756" y="-18983"/>
                          <a:pt x="29510" y="24832"/>
                          <a:pt x="11412" y="43311"/>
                        </a:cubicBezTo>
                        <a:cubicBezTo>
                          <a:pt x="4078" y="50835"/>
                          <a:pt x="-2494" y="60456"/>
                          <a:pt x="935" y="70076"/>
                        </a:cubicBezTo>
                        <a:cubicBezTo>
                          <a:pt x="5031" y="81601"/>
                          <a:pt x="21699" y="86840"/>
                          <a:pt x="35987" y="86840"/>
                        </a:cubicBezTo>
                        <a:cubicBezTo>
                          <a:pt x="48560" y="86745"/>
                          <a:pt x="70086" y="80268"/>
                          <a:pt x="89803" y="70362"/>
                        </a:cubicBezTo>
                        <a:cubicBezTo>
                          <a:pt x="83993" y="67695"/>
                          <a:pt x="79516" y="62456"/>
                          <a:pt x="78373" y="5693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16" name="Forme libre : forme 18215">
                    <a:extLst>
                      <a:ext uri="{FF2B5EF4-FFF2-40B4-BE49-F238E27FC236}">
                        <a16:creationId xmlns:a16="http://schemas.microsoft.com/office/drawing/2014/main" id="{4FD7D25E-E0A7-4FA6-AB0B-7142A1C990A6}"/>
                      </a:ext>
                    </a:extLst>
                  </p:cNvPr>
                  <p:cNvSpPr/>
                  <p:nvPr/>
                </p:nvSpPr>
                <p:spPr>
                  <a:xfrm>
                    <a:off x="3857326" y="5327523"/>
                    <a:ext cx="143654" cy="140938"/>
                  </a:xfrm>
                  <a:custGeom>
                    <a:avLst/>
                    <a:gdLst>
                      <a:gd name="connsiteX0" fmla="*/ 115555 w 143654"/>
                      <a:gd name="connsiteY0" fmla="*/ 6001 h 140938"/>
                      <a:gd name="connsiteX1" fmla="*/ 124985 w 143654"/>
                      <a:gd name="connsiteY1" fmla="*/ 28099 h 140938"/>
                      <a:gd name="connsiteX2" fmla="*/ 116032 w 143654"/>
                      <a:gd name="connsiteY2" fmla="*/ 38957 h 140938"/>
                      <a:gd name="connsiteX3" fmla="*/ 87647 w 143654"/>
                      <a:gd name="connsiteY3" fmla="*/ 68294 h 140938"/>
                      <a:gd name="connsiteX4" fmla="*/ 42403 w 143654"/>
                      <a:gd name="connsiteY4" fmla="*/ 62389 h 140938"/>
                      <a:gd name="connsiteX5" fmla="*/ 30688 w 143654"/>
                      <a:gd name="connsiteY5" fmla="*/ 52768 h 140938"/>
                      <a:gd name="connsiteX6" fmla="*/ 21925 w 143654"/>
                      <a:gd name="connsiteY6" fmla="*/ 65246 h 140938"/>
                      <a:gd name="connsiteX7" fmla="*/ 1160 w 143654"/>
                      <a:gd name="connsiteY7" fmla="*/ 100584 h 140938"/>
                      <a:gd name="connsiteX8" fmla="*/ 15448 w 143654"/>
                      <a:gd name="connsiteY8" fmla="*/ 136684 h 140938"/>
                      <a:gd name="connsiteX9" fmla="*/ 49452 w 143654"/>
                      <a:gd name="connsiteY9" fmla="*/ 138493 h 140938"/>
                      <a:gd name="connsiteX10" fmla="*/ 77932 w 143654"/>
                      <a:gd name="connsiteY10" fmla="*/ 122301 h 140938"/>
                      <a:gd name="connsiteX11" fmla="*/ 120985 w 143654"/>
                      <a:gd name="connsiteY11" fmla="*/ 74390 h 140938"/>
                      <a:gd name="connsiteX12" fmla="*/ 143654 w 143654"/>
                      <a:gd name="connsiteY12" fmla="*/ 20002 h 140938"/>
                      <a:gd name="connsiteX13" fmla="*/ 130986 w 143654"/>
                      <a:gd name="connsiteY13" fmla="*/ 0 h 140938"/>
                      <a:gd name="connsiteX14" fmla="*/ 115555 w 143654"/>
                      <a:gd name="connsiteY14" fmla="*/ 6001 h 140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3654" h="140938">
                        <a:moveTo>
                          <a:pt x="115555" y="6001"/>
                        </a:moveTo>
                        <a:cubicBezTo>
                          <a:pt x="123176" y="12097"/>
                          <a:pt x="128510" y="19812"/>
                          <a:pt x="124985" y="28099"/>
                        </a:cubicBezTo>
                        <a:cubicBezTo>
                          <a:pt x="123176" y="32290"/>
                          <a:pt x="119270" y="35433"/>
                          <a:pt x="116032" y="38957"/>
                        </a:cubicBezTo>
                        <a:cubicBezTo>
                          <a:pt x="106602" y="48863"/>
                          <a:pt x="101173" y="62389"/>
                          <a:pt x="87647" y="68294"/>
                        </a:cubicBezTo>
                        <a:cubicBezTo>
                          <a:pt x="73741" y="74390"/>
                          <a:pt x="55834" y="70009"/>
                          <a:pt x="42403" y="62389"/>
                        </a:cubicBezTo>
                        <a:cubicBezTo>
                          <a:pt x="37832" y="59817"/>
                          <a:pt x="33545" y="56579"/>
                          <a:pt x="30688" y="52768"/>
                        </a:cubicBezTo>
                        <a:cubicBezTo>
                          <a:pt x="27735" y="56959"/>
                          <a:pt x="24877" y="61150"/>
                          <a:pt x="21925" y="65246"/>
                        </a:cubicBezTo>
                        <a:cubicBezTo>
                          <a:pt x="13828" y="76581"/>
                          <a:pt x="4589" y="87630"/>
                          <a:pt x="1160" y="100584"/>
                        </a:cubicBezTo>
                        <a:cubicBezTo>
                          <a:pt x="-2269" y="113538"/>
                          <a:pt x="1732" y="129254"/>
                          <a:pt x="15448" y="136684"/>
                        </a:cubicBezTo>
                        <a:cubicBezTo>
                          <a:pt x="25449" y="142113"/>
                          <a:pt x="38594" y="141922"/>
                          <a:pt x="49452" y="138493"/>
                        </a:cubicBezTo>
                        <a:cubicBezTo>
                          <a:pt x="60311" y="135064"/>
                          <a:pt x="69359" y="128778"/>
                          <a:pt x="77932" y="122301"/>
                        </a:cubicBezTo>
                        <a:cubicBezTo>
                          <a:pt x="95934" y="108775"/>
                          <a:pt x="113174" y="93536"/>
                          <a:pt x="120985" y="74390"/>
                        </a:cubicBezTo>
                        <a:cubicBezTo>
                          <a:pt x="128414" y="56007"/>
                          <a:pt x="127462" y="33814"/>
                          <a:pt x="143654" y="20002"/>
                        </a:cubicBezTo>
                        <a:lnTo>
                          <a:pt x="130986" y="0"/>
                        </a:lnTo>
                        <a:cubicBezTo>
                          <a:pt x="126128" y="2381"/>
                          <a:pt x="120985" y="4286"/>
                          <a:pt x="115555" y="600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17" name="Forme libre : forme 18216">
                    <a:extLst>
                      <a:ext uri="{FF2B5EF4-FFF2-40B4-BE49-F238E27FC236}">
                        <a16:creationId xmlns:a16="http://schemas.microsoft.com/office/drawing/2014/main" id="{B9928A39-640B-46AF-B87B-26239DAADC19}"/>
                      </a:ext>
                    </a:extLst>
                  </p:cNvPr>
                  <p:cNvSpPr/>
                  <p:nvPr/>
                </p:nvSpPr>
                <p:spPr>
                  <a:xfrm>
                    <a:off x="4044647" y="5291594"/>
                    <a:ext cx="159596" cy="166914"/>
                  </a:xfrm>
                  <a:custGeom>
                    <a:avLst/>
                    <a:gdLst>
                      <a:gd name="connsiteX0" fmla="*/ 104637 w 159596"/>
                      <a:gd name="connsiteY0" fmla="*/ 85744 h 166914"/>
                      <a:gd name="connsiteX1" fmla="*/ 83206 w 159596"/>
                      <a:gd name="connsiteY1" fmla="*/ 70504 h 166914"/>
                      <a:gd name="connsiteX2" fmla="*/ 91397 w 159596"/>
                      <a:gd name="connsiteY2" fmla="*/ 46787 h 166914"/>
                      <a:gd name="connsiteX3" fmla="*/ 118258 w 159596"/>
                      <a:gd name="connsiteY3" fmla="*/ 27355 h 166914"/>
                      <a:gd name="connsiteX4" fmla="*/ 157596 w 159596"/>
                      <a:gd name="connsiteY4" fmla="*/ 18973 h 166914"/>
                      <a:gd name="connsiteX5" fmla="*/ 126830 w 159596"/>
                      <a:gd name="connsiteY5" fmla="*/ 305 h 166914"/>
                      <a:gd name="connsiteX6" fmla="*/ 45772 w 159596"/>
                      <a:gd name="connsiteY6" fmla="*/ 40310 h 166914"/>
                      <a:gd name="connsiteX7" fmla="*/ 1005 w 159596"/>
                      <a:gd name="connsiteY7" fmla="*/ 122891 h 166914"/>
                      <a:gd name="connsiteX8" fmla="*/ 2719 w 159596"/>
                      <a:gd name="connsiteY8" fmla="*/ 148323 h 166914"/>
                      <a:gd name="connsiteX9" fmla="*/ 23865 w 159596"/>
                      <a:gd name="connsiteY9" fmla="*/ 166135 h 166914"/>
                      <a:gd name="connsiteX10" fmla="*/ 46153 w 159596"/>
                      <a:gd name="connsiteY10" fmla="*/ 164896 h 166914"/>
                      <a:gd name="connsiteX11" fmla="*/ 159596 w 159596"/>
                      <a:gd name="connsiteY11" fmla="*/ 59931 h 166914"/>
                      <a:gd name="connsiteX12" fmla="*/ 116257 w 159596"/>
                      <a:gd name="connsiteY12" fmla="*/ 81553 h 166914"/>
                      <a:gd name="connsiteX13" fmla="*/ 104637 w 159596"/>
                      <a:gd name="connsiteY13" fmla="*/ 85744 h 166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59596" h="166914">
                        <a:moveTo>
                          <a:pt x="104637" y="85744"/>
                        </a:moveTo>
                        <a:cubicBezTo>
                          <a:pt x="94540" y="86791"/>
                          <a:pt x="85015" y="78886"/>
                          <a:pt x="83206" y="70504"/>
                        </a:cubicBezTo>
                        <a:cubicBezTo>
                          <a:pt x="81396" y="62026"/>
                          <a:pt x="85682" y="53644"/>
                          <a:pt x="91397" y="46787"/>
                        </a:cubicBezTo>
                        <a:cubicBezTo>
                          <a:pt x="98255" y="38595"/>
                          <a:pt x="107590" y="32023"/>
                          <a:pt x="118258" y="27355"/>
                        </a:cubicBezTo>
                        <a:cubicBezTo>
                          <a:pt x="127401" y="23355"/>
                          <a:pt x="144070" y="18021"/>
                          <a:pt x="157596" y="18973"/>
                        </a:cubicBezTo>
                        <a:cubicBezTo>
                          <a:pt x="152452" y="9068"/>
                          <a:pt x="142832" y="1638"/>
                          <a:pt x="126830" y="305"/>
                        </a:cubicBezTo>
                        <a:cubicBezTo>
                          <a:pt x="90921" y="-2743"/>
                          <a:pt x="63108" y="17545"/>
                          <a:pt x="45772" y="40310"/>
                        </a:cubicBezTo>
                        <a:cubicBezTo>
                          <a:pt x="26246" y="65931"/>
                          <a:pt x="6243" y="92507"/>
                          <a:pt x="1005" y="122891"/>
                        </a:cubicBezTo>
                        <a:cubicBezTo>
                          <a:pt x="-424" y="131273"/>
                          <a:pt x="-710" y="140132"/>
                          <a:pt x="2719" y="148323"/>
                        </a:cubicBezTo>
                        <a:cubicBezTo>
                          <a:pt x="6148" y="156514"/>
                          <a:pt x="13864" y="163944"/>
                          <a:pt x="23865" y="166135"/>
                        </a:cubicBezTo>
                        <a:cubicBezTo>
                          <a:pt x="31199" y="167754"/>
                          <a:pt x="38914" y="166611"/>
                          <a:pt x="46153" y="164896"/>
                        </a:cubicBezTo>
                        <a:cubicBezTo>
                          <a:pt x="104446" y="151562"/>
                          <a:pt x="147976" y="109080"/>
                          <a:pt x="159596" y="59931"/>
                        </a:cubicBezTo>
                        <a:cubicBezTo>
                          <a:pt x="145118" y="67170"/>
                          <a:pt x="130735" y="74314"/>
                          <a:pt x="116257" y="81553"/>
                        </a:cubicBezTo>
                        <a:cubicBezTo>
                          <a:pt x="112638" y="83458"/>
                          <a:pt x="108828" y="85268"/>
                          <a:pt x="104637" y="8574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18" name="Forme libre : forme 18217">
                    <a:extLst>
                      <a:ext uri="{FF2B5EF4-FFF2-40B4-BE49-F238E27FC236}">
                        <a16:creationId xmlns:a16="http://schemas.microsoft.com/office/drawing/2014/main" id="{EB18EAAB-430D-4D1E-8CEB-2F75851BA124}"/>
                      </a:ext>
                    </a:extLst>
                  </p:cNvPr>
                  <p:cNvSpPr/>
                  <p:nvPr/>
                </p:nvSpPr>
                <p:spPr>
                  <a:xfrm>
                    <a:off x="4143470" y="4982365"/>
                    <a:ext cx="110493" cy="215152"/>
                  </a:xfrm>
                  <a:custGeom>
                    <a:avLst/>
                    <a:gdLst>
                      <a:gd name="connsiteX0" fmla="*/ 87538 w 110493"/>
                      <a:gd name="connsiteY0" fmla="*/ 78362 h 215152"/>
                      <a:gd name="connsiteX1" fmla="*/ 75823 w 110493"/>
                      <a:gd name="connsiteY1" fmla="*/ 82458 h 215152"/>
                      <a:gd name="connsiteX2" fmla="*/ 54392 w 110493"/>
                      <a:gd name="connsiteY2" fmla="*/ 67218 h 215152"/>
                      <a:gd name="connsiteX3" fmla="*/ 62583 w 110493"/>
                      <a:gd name="connsiteY3" fmla="*/ 43501 h 215152"/>
                      <a:gd name="connsiteX4" fmla="*/ 89443 w 110493"/>
                      <a:gd name="connsiteY4" fmla="*/ 24070 h 215152"/>
                      <a:gd name="connsiteX5" fmla="*/ 108684 w 110493"/>
                      <a:gd name="connsiteY5" fmla="*/ 17783 h 215152"/>
                      <a:gd name="connsiteX6" fmla="*/ 46295 w 110493"/>
                      <a:gd name="connsiteY6" fmla="*/ 6544 h 215152"/>
                      <a:gd name="connsiteX7" fmla="*/ 3337 w 110493"/>
                      <a:gd name="connsiteY7" fmla="*/ 77315 h 215152"/>
                      <a:gd name="connsiteX8" fmla="*/ 861 w 110493"/>
                      <a:gd name="connsiteY8" fmla="*/ 152467 h 215152"/>
                      <a:gd name="connsiteX9" fmla="*/ 16958 w 110493"/>
                      <a:gd name="connsiteY9" fmla="*/ 203521 h 215152"/>
                      <a:gd name="connsiteX10" fmla="*/ 33341 w 110493"/>
                      <a:gd name="connsiteY10" fmla="*/ 214665 h 215152"/>
                      <a:gd name="connsiteX11" fmla="*/ 57154 w 110493"/>
                      <a:gd name="connsiteY11" fmla="*/ 206854 h 215152"/>
                      <a:gd name="connsiteX12" fmla="*/ 68107 w 110493"/>
                      <a:gd name="connsiteY12" fmla="*/ 186471 h 215152"/>
                      <a:gd name="connsiteX13" fmla="*/ 105255 w 110493"/>
                      <a:gd name="connsiteY13" fmla="*/ 84554 h 215152"/>
                      <a:gd name="connsiteX14" fmla="*/ 110494 w 110493"/>
                      <a:gd name="connsiteY14" fmla="*/ 66837 h 215152"/>
                      <a:gd name="connsiteX15" fmla="*/ 87538 w 110493"/>
                      <a:gd name="connsiteY15" fmla="*/ 78362 h 215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0493" h="215152">
                        <a:moveTo>
                          <a:pt x="87538" y="78362"/>
                        </a:moveTo>
                        <a:cubicBezTo>
                          <a:pt x="83919" y="80172"/>
                          <a:pt x="80109" y="82077"/>
                          <a:pt x="75823" y="82458"/>
                        </a:cubicBezTo>
                        <a:cubicBezTo>
                          <a:pt x="65726" y="83506"/>
                          <a:pt x="56201" y="75600"/>
                          <a:pt x="54392" y="67218"/>
                        </a:cubicBezTo>
                        <a:cubicBezTo>
                          <a:pt x="52582" y="58741"/>
                          <a:pt x="56868" y="50359"/>
                          <a:pt x="62583" y="43501"/>
                        </a:cubicBezTo>
                        <a:cubicBezTo>
                          <a:pt x="69441" y="35309"/>
                          <a:pt x="78775" y="28737"/>
                          <a:pt x="89443" y="24070"/>
                        </a:cubicBezTo>
                        <a:cubicBezTo>
                          <a:pt x="94301" y="21974"/>
                          <a:pt x="101159" y="19498"/>
                          <a:pt x="108684" y="17783"/>
                        </a:cubicBezTo>
                        <a:cubicBezTo>
                          <a:pt x="97063" y="-3934"/>
                          <a:pt x="68488" y="-3267"/>
                          <a:pt x="46295" y="6544"/>
                        </a:cubicBezTo>
                        <a:cubicBezTo>
                          <a:pt x="15529" y="20260"/>
                          <a:pt x="7147" y="50263"/>
                          <a:pt x="3337" y="77315"/>
                        </a:cubicBezTo>
                        <a:cubicBezTo>
                          <a:pt x="4" y="102175"/>
                          <a:pt x="-854" y="127321"/>
                          <a:pt x="861" y="152467"/>
                        </a:cubicBezTo>
                        <a:cubicBezTo>
                          <a:pt x="2004" y="170183"/>
                          <a:pt x="4861" y="188662"/>
                          <a:pt x="16958" y="203521"/>
                        </a:cubicBezTo>
                        <a:cubicBezTo>
                          <a:pt x="20959" y="208474"/>
                          <a:pt x="26388" y="213141"/>
                          <a:pt x="33341" y="214665"/>
                        </a:cubicBezTo>
                        <a:cubicBezTo>
                          <a:pt x="42200" y="216570"/>
                          <a:pt x="51534" y="212665"/>
                          <a:pt x="57154" y="206854"/>
                        </a:cubicBezTo>
                        <a:cubicBezTo>
                          <a:pt x="62773" y="201044"/>
                          <a:pt x="65536" y="193710"/>
                          <a:pt x="68107" y="186471"/>
                        </a:cubicBezTo>
                        <a:cubicBezTo>
                          <a:pt x="80490" y="152562"/>
                          <a:pt x="94015" y="118748"/>
                          <a:pt x="105255" y="84554"/>
                        </a:cubicBezTo>
                        <a:cubicBezTo>
                          <a:pt x="107065" y="79029"/>
                          <a:pt x="108875" y="73028"/>
                          <a:pt x="110494" y="66837"/>
                        </a:cubicBezTo>
                        <a:cubicBezTo>
                          <a:pt x="102874" y="70647"/>
                          <a:pt x="95254" y="74552"/>
                          <a:pt x="87538" y="7836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19" name="Forme libre : forme 18218">
                    <a:extLst>
                      <a:ext uri="{FF2B5EF4-FFF2-40B4-BE49-F238E27FC236}">
                        <a16:creationId xmlns:a16="http://schemas.microsoft.com/office/drawing/2014/main" id="{C3B95037-4525-4C85-A797-4321DD9A2BFF}"/>
                      </a:ext>
                    </a:extLst>
                  </p:cNvPr>
                  <p:cNvSpPr/>
                  <p:nvPr/>
                </p:nvSpPr>
                <p:spPr>
                  <a:xfrm>
                    <a:off x="4273916" y="5107781"/>
                    <a:ext cx="173691" cy="181072"/>
                  </a:xfrm>
                  <a:custGeom>
                    <a:avLst/>
                    <a:gdLst>
                      <a:gd name="connsiteX0" fmla="*/ 100254 w 173691"/>
                      <a:gd name="connsiteY0" fmla="*/ 94392 h 181072"/>
                      <a:gd name="connsiteX1" fmla="*/ 103778 w 173691"/>
                      <a:gd name="connsiteY1" fmla="*/ 78867 h 181072"/>
                      <a:gd name="connsiteX2" fmla="*/ 129020 w 173691"/>
                      <a:gd name="connsiteY2" fmla="*/ 51530 h 181072"/>
                      <a:gd name="connsiteX3" fmla="*/ 153784 w 173691"/>
                      <a:gd name="connsiteY3" fmla="*/ 42005 h 181072"/>
                      <a:gd name="connsiteX4" fmla="*/ 142069 w 173691"/>
                      <a:gd name="connsiteY4" fmla="*/ 28384 h 181072"/>
                      <a:gd name="connsiteX5" fmla="*/ 159118 w 173691"/>
                      <a:gd name="connsiteY5" fmla="*/ 13525 h 181072"/>
                      <a:gd name="connsiteX6" fmla="*/ 172834 w 173691"/>
                      <a:gd name="connsiteY6" fmla="*/ 18669 h 181072"/>
                      <a:gd name="connsiteX7" fmla="*/ 173692 w 173691"/>
                      <a:gd name="connsiteY7" fmla="*/ 16002 h 181072"/>
                      <a:gd name="connsiteX8" fmla="*/ 134830 w 173691"/>
                      <a:gd name="connsiteY8" fmla="*/ 0 h 181072"/>
                      <a:gd name="connsiteX9" fmla="*/ 35960 w 173691"/>
                      <a:gd name="connsiteY9" fmla="*/ 54959 h 181072"/>
                      <a:gd name="connsiteX10" fmla="*/ 2908 w 173691"/>
                      <a:gd name="connsiteY10" fmla="*/ 132302 h 181072"/>
                      <a:gd name="connsiteX11" fmla="*/ 19958 w 173691"/>
                      <a:gd name="connsiteY11" fmla="*/ 157258 h 181072"/>
                      <a:gd name="connsiteX12" fmla="*/ 50629 w 173691"/>
                      <a:gd name="connsiteY12" fmla="*/ 178498 h 181072"/>
                      <a:gd name="connsiteX13" fmla="*/ 115208 w 173691"/>
                      <a:gd name="connsiteY13" fmla="*/ 161068 h 181072"/>
                      <a:gd name="connsiteX14" fmla="*/ 139688 w 173691"/>
                      <a:gd name="connsiteY14" fmla="*/ 118205 h 181072"/>
                      <a:gd name="connsiteX15" fmla="*/ 115018 w 173691"/>
                      <a:gd name="connsiteY15" fmla="*/ 109918 h 181072"/>
                      <a:gd name="connsiteX16" fmla="*/ 100254 w 173691"/>
                      <a:gd name="connsiteY16" fmla="*/ 94392 h 181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73691" h="181072">
                        <a:moveTo>
                          <a:pt x="100254" y="94392"/>
                        </a:moveTo>
                        <a:cubicBezTo>
                          <a:pt x="99016" y="89059"/>
                          <a:pt x="101111" y="83725"/>
                          <a:pt x="103778" y="78867"/>
                        </a:cubicBezTo>
                        <a:cubicBezTo>
                          <a:pt x="109589" y="68294"/>
                          <a:pt x="117875" y="58484"/>
                          <a:pt x="129020" y="51530"/>
                        </a:cubicBezTo>
                        <a:cubicBezTo>
                          <a:pt x="135497" y="47434"/>
                          <a:pt x="144545" y="43434"/>
                          <a:pt x="153784" y="42005"/>
                        </a:cubicBezTo>
                        <a:cubicBezTo>
                          <a:pt x="147212" y="39814"/>
                          <a:pt x="142355" y="34576"/>
                          <a:pt x="142069" y="28384"/>
                        </a:cubicBezTo>
                        <a:cubicBezTo>
                          <a:pt x="141688" y="20193"/>
                          <a:pt x="149308" y="13525"/>
                          <a:pt x="159118" y="13525"/>
                        </a:cubicBezTo>
                        <a:cubicBezTo>
                          <a:pt x="164548" y="13525"/>
                          <a:pt x="169406" y="15526"/>
                          <a:pt x="172834" y="18669"/>
                        </a:cubicBezTo>
                        <a:cubicBezTo>
                          <a:pt x="173120" y="17812"/>
                          <a:pt x="173406" y="16859"/>
                          <a:pt x="173692" y="16002"/>
                        </a:cubicBezTo>
                        <a:lnTo>
                          <a:pt x="134830" y="0"/>
                        </a:lnTo>
                        <a:cubicBezTo>
                          <a:pt x="97587" y="12382"/>
                          <a:pt x="63488" y="30956"/>
                          <a:pt x="35960" y="54959"/>
                        </a:cubicBezTo>
                        <a:cubicBezTo>
                          <a:pt x="12243" y="75629"/>
                          <a:pt x="-7664" y="104299"/>
                          <a:pt x="2908" y="132302"/>
                        </a:cubicBezTo>
                        <a:cubicBezTo>
                          <a:pt x="6338" y="141446"/>
                          <a:pt x="12814" y="149638"/>
                          <a:pt x="19958" y="157258"/>
                        </a:cubicBezTo>
                        <a:cubicBezTo>
                          <a:pt x="28245" y="166021"/>
                          <a:pt x="38151" y="174403"/>
                          <a:pt x="50629" y="178498"/>
                        </a:cubicBezTo>
                        <a:cubicBezTo>
                          <a:pt x="73679" y="185928"/>
                          <a:pt x="99873" y="176403"/>
                          <a:pt x="115208" y="161068"/>
                        </a:cubicBezTo>
                        <a:cubicBezTo>
                          <a:pt x="127400" y="148876"/>
                          <a:pt x="134163" y="133636"/>
                          <a:pt x="139688" y="118205"/>
                        </a:cubicBezTo>
                        <a:cubicBezTo>
                          <a:pt x="131020" y="117157"/>
                          <a:pt x="122352" y="114109"/>
                          <a:pt x="115018" y="109918"/>
                        </a:cubicBezTo>
                        <a:cubicBezTo>
                          <a:pt x="108255" y="105918"/>
                          <a:pt x="101778" y="100870"/>
                          <a:pt x="100254" y="9439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20" name="Forme libre : forme 18219">
                    <a:extLst>
                      <a:ext uri="{FF2B5EF4-FFF2-40B4-BE49-F238E27FC236}">
                        <a16:creationId xmlns:a16="http://schemas.microsoft.com/office/drawing/2014/main" id="{526F8F3C-8247-423F-A173-1F37225E053C}"/>
                      </a:ext>
                    </a:extLst>
                  </p:cNvPr>
                  <p:cNvSpPr/>
                  <p:nvPr/>
                </p:nvSpPr>
                <p:spPr>
                  <a:xfrm>
                    <a:off x="4407888" y="5107305"/>
                    <a:ext cx="1714" cy="380"/>
                  </a:xfrm>
                  <a:custGeom>
                    <a:avLst/>
                    <a:gdLst>
                      <a:gd name="connsiteX0" fmla="*/ 0 w 1714"/>
                      <a:gd name="connsiteY0" fmla="*/ 95 h 380"/>
                      <a:gd name="connsiteX1" fmla="*/ 762 w 1714"/>
                      <a:gd name="connsiteY1" fmla="*/ 381 h 380"/>
                      <a:gd name="connsiteX2" fmla="*/ 1714 w 1714"/>
                      <a:gd name="connsiteY2" fmla="*/ 0 h 380"/>
                      <a:gd name="connsiteX3" fmla="*/ 0 w 1714"/>
                      <a:gd name="connsiteY3" fmla="*/ 95 h 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14" h="380">
                        <a:moveTo>
                          <a:pt x="0" y="95"/>
                        </a:moveTo>
                        <a:lnTo>
                          <a:pt x="762" y="381"/>
                        </a:lnTo>
                        <a:cubicBezTo>
                          <a:pt x="1048" y="285"/>
                          <a:pt x="1429" y="190"/>
                          <a:pt x="1714" y="0"/>
                        </a:cubicBezTo>
                        <a:cubicBezTo>
                          <a:pt x="1143" y="95"/>
                          <a:pt x="571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21" name="Forme libre : forme 18220">
                    <a:extLst>
                      <a:ext uri="{FF2B5EF4-FFF2-40B4-BE49-F238E27FC236}">
                        <a16:creationId xmlns:a16="http://schemas.microsoft.com/office/drawing/2014/main" id="{167B08F9-4FE9-4597-8BF2-5899195858A7}"/>
                      </a:ext>
                    </a:extLst>
                  </p:cNvPr>
                  <p:cNvSpPr/>
                  <p:nvPr/>
                </p:nvSpPr>
                <p:spPr>
                  <a:xfrm>
                    <a:off x="4460136" y="4976848"/>
                    <a:ext cx="173695" cy="102089"/>
                  </a:xfrm>
                  <a:custGeom>
                    <a:avLst/>
                    <a:gdLst>
                      <a:gd name="connsiteX0" fmla="*/ 104820 w 173695"/>
                      <a:gd name="connsiteY0" fmla="*/ 49208 h 102089"/>
                      <a:gd name="connsiteX1" fmla="*/ 156636 w 173695"/>
                      <a:gd name="connsiteY1" fmla="*/ 44351 h 102089"/>
                      <a:gd name="connsiteX2" fmla="*/ 166161 w 173695"/>
                      <a:gd name="connsiteY2" fmla="*/ 64925 h 102089"/>
                      <a:gd name="connsiteX3" fmla="*/ 147301 w 173695"/>
                      <a:gd name="connsiteY3" fmla="*/ 81213 h 102089"/>
                      <a:gd name="connsiteX4" fmla="*/ 115297 w 173695"/>
                      <a:gd name="connsiteY4" fmla="*/ 97215 h 102089"/>
                      <a:gd name="connsiteX5" fmla="*/ 134823 w 173695"/>
                      <a:gd name="connsiteY5" fmla="*/ 102072 h 102089"/>
                      <a:gd name="connsiteX6" fmla="*/ 173685 w 173695"/>
                      <a:gd name="connsiteY6" fmla="*/ 65116 h 102089"/>
                      <a:gd name="connsiteX7" fmla="*/ 152445 w 173695"/>
                      <a:gd name="connsiteY7" fmla="*/ 12728 h 102089"/>
                      <a:gd name="connsiteX8" fmla="*/ 120536 w 173695"/>
                      <a:gd name="connsiteY8" fmla="*/ 2536 h 102089"/>
                      <a:gd name="connsiteX9" fmla="*/ 101296 w 173695"/>
                      <a:gd name="connsiteY9" fmla="*/ 1393 h 102089"/>
                      <a:gd name="connsiteX10" fmla="*/ 59385 w 173695"/>
                      <a:gd name="connsiteY10" fmla="*/ 11108 h 102089"/>
                      <a:gd name="connsiteX11" fmla="*/ 35478 w 173695"/>
                      <a:gd name="connsiteY11" fmla="*/ 19205 h 102089"/>
                      <a:gd name="connsiteX12" fmla="*/ 16999 w 173695"/>
                      <a:gd name="connsiteY12" fmla="*/ 37874 h 102089"/>
                      <a:gd name="connsiteX13" fmla="*/ 1950 w 173695"/>
                      <a:gd name="connsiteY13" fmla="*/ 57972 h 102089"/>
                      <a:gd name="connsiteX14" fmla="*/ 45 w 173695"/>
                      <a:gd name="connsiteY14" fmla="*/ 62639 h 102089"/>
                      <a:gd name="connsiteX15" fmla="*/ 4426 w 173695"/>
                      <a:gd name="connsiteY15" fmla="*/ 67211 h 102089"/>
                      <a:gd name="connsiteX16" fmla="*/ 70815 w 173695"/>
                      <a:gd name="connsiteY16" fmla="*/ 80546 h 102089"/>
                      <a:gd name="connsiteX17" fmla="*/ 77959 w 173695"/>
                      <a:gd name="connsiteY17" fmla="*/ 68735 h 102089"/>
                      <a:gd name="connsiteX18" fmla="*/ 104820 w 173695"/>
                      <a:gd name="connsiteY18" fmla="*/ 49208 h 10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3695" h="102089">
                        <a:moveTo>
                          <a:pt x="104820" y="49208"/>
                        </a:moveTo>
                        <a:cubicBezTo>
                          <a:pt x="117107" y="43779"/>
                          <a:pt x="143205" y="36064"/>
                          <a:pt x="156636" y="44351"/>
                        </a:cubicBezTo>
                        <a:cubicBezTo>
                          <a:pt x="163494" y="48637"/>
                          <a:pt x="168065" y="58353"/>
                          <a:pt x="166161" y="64925"/>
                        </a:cubicBezTo>
                        <a:cubicBezTo>
                          <a:pt x="164065" y="72640"/>
                          <a:pt x="154921" y="77498"/>
                          <a:pt x="147301" y="81213"/>
                        </a:cubicBezTo>
                        <a:cubicBezTo>
                          <a:pt x="136633" y="86547"/>
                          <a:pt x="125965" y="91881"/>
                          <a:pt x="115297" y="97215"/>
                        </a:cubicBezTo>
                        <a:cubicBezTo>
                          <a:pt x="121489" y="99882"/>
                          <a:pt x="127870" y="101882"/>
                          <a:pt x="134823" y="102072"/>
                        </a:cubicBezTo>
                        <a:cubicBezTo>
                          <a:pt x="157017" y="102739"/>
                          <a:pt x="173305" y="83594"/>
                          <a:pt x="173685" y="65116"/>
                        </a:cubicBezTo>
                        <a:cubicBezTo>
                          <a:pt x="174066" y="46637"/>
                          <a:pt x="163113" y="29206"/>
                          <a:pt x="152445" y="12728"/>
                        </a:cubicBezTo>
                        <a:cubicBezTo>
                          <a:pt x="151968" y="17967"/>
                          <a:pt x="121012" y="-2703"/>
                          <a:pt x="120536" y="2536"/>
                        </a:cubicBezTo>
                        <a:cubicBezTo>
                          <a:pt x="115488" y="-1274"/>
                          <a:pt x="107677" y="-36"/>
                          <a:pt x="101296" y="1393"/>
                        </a:cubicBezTo>
                        <a:cubicBezTo>
                          <a:pt x="87294" y="4632"/>
                          <a:pt x="73387" y="7870"/>
                          <a:pt x="59385" y="11108"/>
                        </a:cubicBezTo>
                        <a:cubicBezTo>
                          <a:pt x="51003" y="13014"/>
                          <a:pt x="42526" y="15109"/>
                          <a:pt x="35478" y="19205"/>
                        </a:cubicBezTo>
                        <a:cubicBezTo>
                          <a:pt x="27572" y="23872"/>
                          <a:pt x="22143" y="30921"/>
                          <a:pt x="16999" y="37874"/>
                        </a:cubicBezTo>
                        <a:cubicBezTo>
                          <a:pt x="11951" y="44541"/>
                          <a:pt x="6903" y="51209"/>
                          <a:pt x="1950" y="57972"/>
                        </a:cubicBezTo>
                        <a:cubicBezTo>
                          <a:pt x="902" y="59400"/>
                          <a:pt x="-241" y="60925"/>
                          <a:pt x="45" y="62639"/>
                        </a:cubicBezTo>
                        <a:cubicBezTo>
                          <a:pt x="330" y="64639"/>
                          <a:pt x="2426" y="66068"/>
                          <a:pt x="4426" y="67211"/>
                        </a:cubicBezTo>
                        <a:cubicBezTo>
                          <a:pt x="23667" y="77974"/>
                          <a:pt x="48146" y="76736"/>
                          <a:pt x="70815" y="80546"/>
                        </a:cubicBezTo>
                        <a:cubicBezTo>
                          <a:pt x="72339" y="76355"/>
                          <a:pt x="74911" y="72354"/>
                          <a:pt x="77959" y="68735"/>
                        </a:cubicBezTo>
                        <a:cubicBezTo>
                          <a:pt x="84817" y="60543"/>
                          <a:pt x="94152" y="53876"/>
                          <a:pt x="104820" y="4920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22" name="Forme libre : forme 18221">
                    <a:extLst>
                      <a:ext uri="{FF2B5EF4-FFF2-40B4-BE49-F238E27FC236}">
                        <a16:creationId xmlns:a16="http://schemas.microsoft.com/office/drawing/2014/main" id="{A616DAC5-BF15-42BA-94DC-668D01CAFAE9}"/>
                      </a:ext>
                    </a:extLst>
                  </p:cNvPr>
                  <p:cNvSpPr/>
                  <p:nvPr/>
                </p:nvSpPr>
                <p:spPr>
                  <a:xfrm>
                    <a:off x="4588150" y="5206555"/>
                    <a:ext cx="211631" cy="186333"/>
                  </a:xfrm>
                  <a:custGeom>
                    <a:avLst/>
                    <a:gdLst>
                      <a:gd name="connsiteX0" fmla="*/ 138159 w 211631"/>
                      <a:gd name="connsiteY0" fmla="*/ 62579 h 186333"/>
                      <a:gd name="connsiteX1" fmla="*/ 155208 w 211631"/>
                      <a:gd name="connsiteY1" fmla="*/ 47720 h 186333"/>
                      <a:gd name="connsiteX2" fmla="*/ 173782 w 211631"/>
                      <a:gd name="connsiteY2" fmla="*/ 62484 h 186333"/>
                      <a:gd name="connsiteX3" fmla="*/ 171686 w 211631"/>
                      <a:gd name="connsiteY3" fmla="*/ 69914 h 186333"/>
                      <a:gd name="connsiteX4" fmla="*/ 205119 w 211631"/>
                      <a:gd name="connsiteY4" fmla="*/ 54959 h 186333"/>
                      <a:gd name="connsiteX5" fmla="*/ 210739 w 211631"/>
                      <a:gd name="connsiteY5" fmla="*/ 38100 h 186333"/>
                      <a:gd name="connsiteX6" fmla="*/ 211311 w 211631"/>
                      <a:gd name="connsiteY6" fmla="*/ 10383 h 186333"/>
                      <a:gd name="connsiteX7" fmla="*/ 208643 w 211631"/>
                      <a:gd name="connsiteY7" fmla="*/ 6287 h 186333"/>
                      <a:gd name="connsiteX8" fmla="*/ 207691 w 211631"/>
                      <a:gd name="connsiteY8" fmla="*/ 8191 h 186333"/>
                      <a:gd name="connsiteX9" fmla="*/ 208739 w 211631"/>
                      <a:gd name="connsiteY9" fmla="*/ 8382 h 186333"/>
                      <a:gd name="connsiteX10" fmla="*/ 207691 w 211631"/>
                      <a:gd name="connsiteY10" fmla="*/ 8191 h 186333"/>
                      <a:gd name="connsiteX11" fmla="*/ 172068 w 211631"/>
                      <a:gd name="connsiteY11" fmla="*/ 1048 h 186333"/>
                      <a:gd name="connsiteX12" fmla="*/ 160828 w 211631"/>
                      <a:gd name="connsiteY12" fmla="*/ 0 h 186333"/>
                      <a:gd name="connsiteX13" fmla="*/ 161209 w 211631"/>
                      <a:gd name="connsiteY13" fmla="*/ 11621 h 186333"/>
                      <a:gd name="connsiteX14" fmla="*/ 152255 w 211631"/>
                      <a:gd name="connsiteY14" fmla="*/ 22479 h 186333"/>
                      <a:gd name="connsiteX15" fmla="*/ 123871 w 211631"/>
                      <a:gd name="connsiteY15" fmla="*/ 51816 h 186333"/>
                      <a:gd name="connsiteX16" fmla="*/ 78627 w 211631"/>
                      <a:gd name="connsiteY16" fmla="*/ 45911 h 186333"/>
                      <a:gd name="connsiteX17" fmla="*/ 69864 w 211631"/>
                      <a:gd name="connsiteY17" fmla="*/ 39624 h 186333"/>
                      <a:gd name="connsiteX18" fmla="*/ 34431 w 211631"/>
                      <a:gd name="connsiteY18" fmla="*/ 108299 h 186333"/>
                      <a:gd name="connsiteX19" fmla="*/ 5761 w 211631"/>
                      <a:gd name="connsiteY19" fmla="*/ 140589 h 186333"/>
                      <a:gd name="connsiteX20" fmla="*/ 8618 w 211631"/>
                      <a:gd name="connsiteY20" fmla="*/ 178784 h 186333"/>
                      <a:gd name="connsiteX21" fmla="*/ 45194 w 211631"/>
                      <a:gd name="connsiteY21" fmla="*/ 184690 h 186333"/>
                      <a:gd name="connsiteX22" fmla="*/ 77198 w 211631"/>
                      <a:gd name="connsiteY22" fmla="*/ 167354 h 186333"/>
                      <a:gd name="connsiteX23" fmla="*/ 117489 w 211631"/>
                      <a:gd name="connsiteY23" fmla="*/ 135064 h 186333"/>
                      <a:gd name="connsiteX24" fmla="*/ 141873 w 211631"/>
                      <a:gd name="connsiteY24" fmla="*/ 108204 h 186333"/>
                      <a:gd name="connsiteX25" fmla="*/ 159399 w 211631"/>
                      <a:gd name="connsiteY25" fmla="*/ 77152 h 186333"/>
                      <a:gd name="connsiteX26" fmla="*/ 156827 w 211631"/>
                      <a:gd name="connsiteY26" fmla="*/ 77343 h 186333"/>
                      <a:gd name="connsiteX27" fmla="*/ 138159 w 211631"/>
                      <a:gd name="connsiteY27" fmla="*/ 62579 h 186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11631" h="186333">
                        <a:moveTo>
                          <a:pt x="138159" y="62579"/>
                        </a:moveTo>
                        <a:cubicBezTo>
                          <a:pt x="137777" y="54388"/>
                          <a:pt x="145397" y="47720"/>
                          <a:pt x="155208" y="47720"/>
                        </a:cubicBezTo>
                        <a:cubicBezTo>
                          <a:pt x="165019" y="47720"/>
                          <a:pt x="173306" y="54293"/>
                          <a:pt x="173782" y="62484"/>
                        </a:cubicBezTo>
                        <a:cubicBezTo>
                          <a:pt x="173877" y="65151"/>
                          <a:pt x="173115" y="67723"/>
                          <a:pt x="171686" y="69914"/>
                        </a:cubicBezTo>
                        <a:cubicBezTo>
                          <a:pt x="183592" y="65437"/>
                          <a:pt x="197785" y="63818"/>
                          <a:pt x="205119" y="54959"/>
                        </a:cubicBezTo>
                        <a:cubicBezTo>
                          <a:pt x="209119" y="50102"/>
                          <a:pt x="210072" y="44005"/>
                          <a:pt x="210739" y="38100"/>
                        </a:cubicBezTo>
                        <a:cubicBezTo>
                          <a:pt x="211691" y="28861"/>
                          <a:pt x="211882" y="19621"/>
                          <a:pt x="211311" y="10383"/>
                        </a:cubicBezTo>
                        <a:cubicBezTo>
                          <a:pt x="211215" y="8668"/>
                          <a:pt x="210644" y="6572"/>
                          <a:pt x="208643" y="6287"/>
                        </a:cubicBezTo>
                        <a:cubicBezTo>
                          <a:pt x="207310" y="6096"/>
                          <a:pt x="207310" y="7525"/>
                          <a:pt x="207691" y="8191"/>
                        </a:cubicBezTo>
                        <a:lnTo>
                          <a:pt x="208739" y="8382"/>
                        </a:lnTo>
                        <a:cubicBezTo>
                          <a:pt x="208262" y="8858"/>
                          <a:pt x="207976" y="8573"/>
                          <a:pt x="207691" y="8191"/>
                        </a:cubicBezTo>
                        <a:lnTo>
                          <a:pt x="172068" y="1048"/>
                        </a:lnTo>
                        <a:cubicBezTo>
                          <a:pt x="168353" y="571"/>
                          <a:pt x="164542" y="191"/>
                          <a:pt x="160828" y="0"/>
                        </a:cubicBezTo>
                        <a:cubicBezTo>
                          <a:pt x="162543" y="3620"/>
                          <a:pt x="162923" y="7525"/>
                          <a:pt x="161209" y="11621"/>
                        </a:cubicBezTo>
                        <a:cubicBezTo>
                          <a:pt x="159399" y="15812"/>
                          <a:pt x="155494" y="18955"/>
                          <a:pt x="152255" y="22479"/>
                        </a:cubicBezTo>
                        <a:cubicBezTo>
                          <a:pt x="142826" y="32385"/>
                          <a:pt x="137396" y="45911"/>
                          <a:pt x="123871" y="51816"/>
                        </a:cubicBezTo>
                        <a:cubicBezTo>
                          <a:pt x="109964" y="57912"/>
                          <a:pt x="92057" y="53530"/>
                          <a:pt x="78627" y="45911"/>
                        </a:cubicBezTo>
                        <a:cubicBezTo>
                          <a:pt x="75484" y="44101"/>
                          <a:pt x="72341" y="42006"/>
                          <a:pt x="69864" y="39624"/>
                        </a:cubicBezTo>
                        <a:cubicBezTo>
                          <a:pt x="56719" y="61436"/>
                          <a:pt x="51005" y="87916"/>
                          <a:pt x="34431" y="108299"/>
                        </a:cubicBezTo>
                        <a:cubicBezTo>
                          <a:pt x="25382" y="119443"/>
                          <a:pt x="13191" y="128683"/>
                          <a:pt x="5761" y="140589"/>
                        </a:cubicBezTo>
                        <a:cubicBezTo>
                          <a:pt x="-1669" y="152495"/>
                          <a:pt x="-3097" y="168878"/>
                          <a:pt x="8618" y="178784"/>
                        </a:cubicBezTo>
                        <a:cubicBezTo>
                          <a:pt x="17953" y="186595"/>
                          <a:pt x="32907" y="187928"/>
                          <a:pt x="45194" y="184690"/>
                        </a:cubicBezTo>
                        <a:cubicBezTo>
                          <a:pt x="57482" y="181451"/>
                          <a:pt x="67578" y="174498"/>
                          <a:pt x="77198" y="167354"/>
                        </a:cubicBezTo>
                        <a:cubicBezTo>
                          <a:pt x="91105" y="157067"/>
                          <a:pt x="104535" y="146304"/>
                          <a:pt x="117489" y="135064"/>
                        </a:cubicBezTo>
                        <a:cubicBezTo>
                          <a:pt x="126824" y="126968"/>
                          <a:pt x="136063" y="118396"/>
                          <a:pt x="141873" y="108204"/>
                        </a:cubicBezTo>
                        <a:cubicBezTo>
                          <a:pt x="147778" y="97822"/>
                          <a:pt x="150446" y="85440"/>
                          <a:pt x="159399" y="77152"/>
                        </a:cubicBezTo>
                        <a:cubicBezTo>
                          <a:pt x="158542" y="77248"/>
                          <a:pt x="157780" y="77343"/>
                          <a:pt x="156827" y="77343"/>
                        </a:cubicBezTo>
                        <a:cubicBezTo>
                          <a:pt x="146826" y="77343"/>
                          <a:pt x="138539" y="70675"/>
                          <a:pt x="138159" y="6257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23" name="Forme libre : forme 18222">
                    <a:extLst>
                      <a:ext uri="{FF2B5EF4-FFF2-40B4-BE49-F238E27FC236}">
                        <a16:creationId xmlns:a16="http://schemas.microsoft.com/office/drawing/2014/main" id="{7EE940B3-9579-4EE8-988E-463539D09F8B}"/>
                      </a:ext>
                    </a:extLst>
                  </p:cNvPr>
                  <p:cNvSpPr/>
                  <p:nvPr/>
                </p:nvSpPr>
                <p:spPr>
                  <a:xfrm>
                    <a:off x="4795651" y="5214746"/>
                    <a:ext cx="1047" cy="398"/>
                  </a:xfrm>
                  <a:custGeom>
                    <a:avLst/>
                    <a:gdLst>
                      <a:gd name="connsiteX0" fmla="*/ 1048 w 1047"/>
                      <a:gd name="connsiteY0" fmla="*/ 191 h 398"/>
                      <a:gd name="connsiteX1" fmla="*/ 0 w 1047"/>
                      <a:gd name="connsiteY1" fmla="*/ 0 h 398"/>
                      <a:gd name="connsiteX2" fmla="*/ 1048 w 1047"/>
                      <a:gd name="connsiteY2" fmla="*/ 191 h 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47" h="398">
                        <a:moveTo>
                          <a:pt x="1048" y="191"/>
                        </a:moveTo>
                        <a:lnTo>
                          <a:pt x="0" y="0"/>
                        </a:lnTo>
                        <a:cubicBezTo>
                          <a:pt x="191" y="381"/>
                          <a:pt x="571" y="571"/>
                          <a:pt x="1048" y="19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24" name="Forme libre : forme 18223">
                    <a:extLst>
                      <a:ext uri="{FF2B5EF4-FFF2-40B4-BE49-F238E27FC236}">
                        <a16:creationId xmlns:a16="http://schemas.microsoft.com/office/drawing/2014/main" id="{0C2D2CB0-1C00-4808-8E16-F74A4A491E52}"/>
                      </a:ext>
                    </a:extLst>
                  </p:cNvPr>
                  <p:cNvSpPr/>
                  <p:nvPr/>
                </p:nvSpPr>
                <p:spPr>
                  <a:xfrm>
                    <a:off x="4746389" y="4990012"/>
                    <a:ext cx="182420" cy="163291"/>
                  </a:xfrm>
                  <a:custGeom>
                    <a:avLst/>
                    <a:gdLst>
                      <a:gd name="connsiteX0" fmla="*/ 98029 w 182420"/>
                      <a:gd name="connsiteY0" fmla="*/ 2422 h 163291"/>
                      <a:gd name="connsiteX1" fmla="*/ 66502 w 182420"/>
                      <a:gd name="connsiteY1" fmla="*/ 18995 h 163291"/>
                      <a:gd name="connsiteX2" fmla="*/ 8113 w 182420"/>
                      <a:gd name="connsiteY2" fmla="*/ 76240 h 163291"/>
                      <a:gd name="connsiteX3" fmla="*/ 17448 w 182420"/>
                      <a:gd name="connsiteY3" fmla="*/ 148821 h 163291"/>
                      <a:gd name="connsiteX4" fmla="*/ 57929 w 182420"/>
                      <a:gd name="connsiteY4" fmla="*/ 163013 h 163291"/>
                      <a:gd name="connsiteX5" fmla="*/ 92219 w 182420"/>
                      <a:gd name="connsiteY5" fmla="*/ 142249 h 163291"/>
                      <a:gd name="connsiteX6" fmla="*/ 108507 w 182420"/>
                      <a:gd name="connsiteY6" fmla="*/ 101005 h 163291"/>
                      <a:gd name="connsiteX7" fmla="*/ 109459 w 182420"/>
                      <a:gd name="connsiteY7" fmla="*/ 75193 h 163291"/>
                      <a:gd name="connsiteX8" fmla="*/ 89362 w 182420"/>
                      <a:gd name="connsiteY8" fmla="*/ 85194 h 163291"/>
                      <a:gd name="connsiteX9" fmla="*/ 77646 w 182420"/>
                      <a:gd name="connsiteY9" fmla="*/ 89290 h 163291"/>
                      <a:gd name="connsiteX10" fmla="*/ 56214 w 182420"/>
                      <a:gd name="connsiteY10" fmla="*/ 74049 h 163291"/>
                      <a:gd name="connsiteX11" fmla="*/ 64406 w 182420"/>
                      <a:gd name="connsiteY11" fmla="*/ 50332 h 163291"/>
                      <a:gd name="connsiteX12" fmla="*/ 91267 w 182420"/>
                      <a:gd name="connsiteY12" fmla="*/ 30901 h 163291"/>
                      <a:gd name="connsiteX13" fmla="*/ 143083 w 182420"/>
                      <a:gd name="connsiteY13" fmla="*/ 26043 h 163291"/>
                      <a:gd name="connsiteX14" fmla="*/ 149655 w 182420"/>
                      <a:gd name="connsiteY14" fmla="*/ 32806 h 163291"/>
                      <a:gd name="connsiteX15" fmla="*/ 182421 w 182420"/>
                      <a:gd name="connsiteY15" fmla="*/ 10994 h 163291"/>
                      <a:gd name="connsiteX16" fmla="*/ 98029 w 182420"/>
                      <a:gd name="connsiteY16" fmla="*/ 2422 h 163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82420" h="163291">
                        <a:moveTo>
                          <a:pt x="98029" y="2422"/>
                        </a:moveTo>
                        <a:cubicBezTo>
                          <a:pt x="86028" y="5564"/>
                          <a:pt x="76027" y="12232"/>
                          <a:pt x="66502" y="18995"/>
                        </a:cubicBezTo>
                        <a:cubicBezTo>
                          <a:pt x="43451" y="35378"/>
                          <a:pt x="20496" y="53095"/>
                          <a:pt x="8113" y="76240"/>
                        </a:cubicBezTo>
                        <a:cubicBezTo>
                          <a:pt x="-4174" y="99386"/>
                          <a:pt x="-3602" y="129389"/>
                          <a:pt x="17448" y="148821"/>
                        </a:cubicBezTo>
                        <a:cubicBezTo>
                          <a:pt x="27735" y="158346"/>
                          <a:pt x="43070" y="164727"/>
                          <a:pt x="57929" y="163013"/>
                        </a:cubicBezTo>
                        <a:cubicBezTo>
                          <a:pt x="72502" y="161394"/>
                          <a:pt x="84218" y="152345"/>
                          <a:pt x="92219" y="142249"/>
                        </a:cubicBezTo>
                        <a:cubicBezTo>
                          <a:pt x="101840" y="130056"/>
                          <a:pt x="107554" y="115674"/>
                          <a:pt x="108507" y="101005"/>
                        </a:cubicBezTo>
                        <a:cubicBezTo>
                          <a:pt x="109079" y="92433"/>
                          <a:pt x="108126" y="83574"/>
                          <a:pt x="109459" y="75193"/>
                        </a:cubicBezTo>
                        <a:cubicBezTo>
                          <a:pt x="102792" y="78526"/>
                          <a:pt x="96124" y="81860"/>
                          <a:pt x="89362" y="85194"/>
                        </a:cubicBezTo>
                        <a:cubicBezTo>
                          <a:pt x="85742" y="87004"/>
                          <a:pt x="81932" y="88908"/>
                          <a:pt x="77646" y="89290"/>
                        </a:cubicBezTo>
                        <a:cubicBezTo>
                          <a:pt x="67549" y="90337"/>
                          <a:pt x="58024" y="82431"/>
                          <a:pt x="56214" y="74049"/>
                        </a:cubicBezTo>
                        <a:cubicBezTo>
                          <a:pt x="54405" y="65572"/>
                          <a:pt x="58691" y="57190"/>
                          <a:pt x="64406" y="50332"/>
                        </a:cubicBezTo>
                        <a:cubicBezTo>
                          <a:pt x="71264" y="42141"/>
                          <a:pt x="80598" y="35568"/>
                          <a:pt x="91267" y="30901"/>
                        </a:cubicBezTo>
                        <a:cubicBezTo>
                          <a:pt x="103554" y="25472"/>
                          <a:pt x="129652" y="17757"/>
                          <a:pt x="143083" y="26043"/>
                        </a:cubicBezTo>
                        <a:cubicBezTo>
                          <a:pt x="145654" y="27663"/>
                          <a:pt x="147940" y="30044"/>
                          <a:pt x="149655" y="32806"/>
                        </a:cubicBezTo>
                        <a:cubicBezTo>
                          <a:pt x="161656" y="25948"/>
                          <a:pt x="174515" y="19376"/>
                          <a:pt x="182421" y="10994"/>
                        </a:cubicBezTo>
                        <a:cubicBezTo>
                          <a:pt x="170896" y="-1293"/>
                          <a:pt x="114793" y="-1865"/>
                          <a:pt x="98029" y="242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25" name="Forme libre : forme 18224">
                    <a:extLst>
                      <a:ext uri="{FF2B5EF4-FFF2-40B4-BE49-F238E27FC236}">
                        <a16:creationId xmlns:a16="http://schemas.microsoft.com/office/drawing/2014/main" id="{C4496090-C491-4BA9-A796-3E96B5A042B2}"/>
                      </a:ext>
                    </a:extLst>
                  </p:cNvPr>
                  <p:cNvSpPr/>
                  <p:nvPr/>
                </p:nvSpPr>
                <p:spPr>
                  <a:xfrm>
                    <a:off x="5043994" y="4935092"/>
                    <a:ext cx="127974" cy="194119"/>
                  </a:xfrm>
                  <a:custGeom>
                    <a:avLst/>
                    <a:gdLst>
                      <a:gd name="connsiteX0" fmla="*/ 74554 w 127974"/>
                      <a:gd name="connsiteY0" fmla="*/ 18383 h 194119"/>
                      <a:gd name="connsiteX1" fmla="*/ 73792 w 127974"/>
                      <a:gd name="connsiteY1" fmla="*/ 3048 h 194119"/>
                      <a:gd name="connsiteX2" fmla="*/ 75030 w 127974"/>
                      <a:gd name="connsiteY2" fmla="*/ 0 h 194119"/>
                      <a:gd name="connsiteX3" fmla="*/ 23119 w 127974"/>
                      <a:gd name="connsiteY3" fmla="*/ 43529 h 194119"/>
                      <a:gd name="connsiteX4" fmla="*/ 23310 w 127974"/>
                      <a:gd name="connsiteY4" fmla="*/ 170212 h 194119"/>
                      <a:gd name="connsiteX5" fmla="*/ 72744 w 127974"/>
                      <a:gd name="connsiteY5" fmla="*/ 194120 h 194119"/>
                      <a:gd name="connsiteX6" fmla="*/ 127323 w 127974"/>
                      <a:gd name="connsiteY6" fmla="*/ 142208 h 194119"/>
                      <a:gd name="connsiteX7" fmla="*/ 121226 w 127974"/>
                      <a:gd name="connsiteY7" fmla="*/ 65723 h 194119"/>
                      <a:gd name="connsiteX8" fmla="*/ 117321 w 127974"/>
                      <a:gd name="connsiteY8" fmla="*/ 10477 h 194119"/>
                      <a:gd name="connsiteX9" fmla="*/ 114749 w 127974"/>
                      <a:gd name="connsiteY9" fmla="*/ 6287 h 194119"/>
                      <a:gd name="connsiteX10" fmla="*/ 104653 w 127974"/>
                      <a:gd name="connsiteY10" fmla="*/ 11525 h 194119"/>
                      <a:gd name="connsiteX11" fmla="*/ 74554 w 127974"/>
                      <a:gd name="connsiteY11" fmla="*/ 18383 h 194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7974" h="194119">
                        <a:moveTo>
                          <a:pt x="74554" y="18383"/>
                        </a:moveTo>
                        <a:cubicBezTo>
                          <a:pt x="69982" y="15621"/>
                          <a:pt x="71506" y="9049"/>
                          <a:pt x="73792" y="3048"/>
                        </a:cubicBezTo>
                        <a:cubicBezTo>
                          <a:pt x="74173" y="2000"/>
                          <a:pt x="74650" y="1048"/>
                          <a:pt x="75030" y="0"/>
                        </a:cubicBezTo>
                        <a:cubicBezTo>
                          <a:pt x="53504" y="9906"/>
                          <a:pt x="31501" y="32481"/>
                          <a:pt x="23119" y="43529"/>
                        </a:cubicBezTo>
                        <a:cubicBezTo>
                          <a:pt x="-5265" y="80963"/>
                          <a:pt x="-10123" y="133826"/>
                          <a:pt x="23310" y="170212"/>
                        </a:cubicBezTo>
                        <a:cubicBezTo>
                          <a:pt x="35406" y="183356"/>
                          <a:pt x="53313" y="194120"/>
                          <a:pt x="72744" y="194120"/>
                        </a:cubicBezTo>
                        <a:cubicBezTo>
                          <a:pt x="103415" y="194120"/>
                          <a:pt x="124274" y="167545"/>
                          <a:pt x="127323" y="142208"/>
                        </a:cubicBezTo>
                        <a:cubicBezTo>
                          <a:pt x="130466" y="116681"/>
                          <a:pt x="121226" y="91250"/>
                          <a:pt x="121226" y="65723"/>
                        </a:cubicBezTo>
                        <a:cubicBezTo>
                          <a:pt x="121226" y="47530"/>
                          <a:pt x="126560" y="28194"/>
                          <a:pt x="117321" y="10477"/>
                        </a:cubicBezTo>
                        <a:cubicBezTo>
                          <a:pt x="116559" y="8954"/>
                          <a:pt x="115702" y="7620"/>
                          <a:pt x="114749" y="6287"/>
                        </a:cubicBezTo>
                        <a:cubicBezTo>
                          <a:pt x="111416" y="8096"/>
                          <a:pt x="108082" y="9811"/>
                          <a:pt x="104653" y="11525"/>
                        </a:cubicBezTo>
                        <a:cubicBezTo>
                          <a:pt x="94080" y="16859"/>
                          <a:pt x="80745" y="22003"/>
                          <a:pt x="74554" y="1838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26" name="Forme libre : forme 18225">
                    <a:extLst>
                      <a:ext uri="{FF2B5EF4-FFF2-40B4-BE49-F238E27FC236}">
                        <a16:creationId xmlns:a16="http://schemas.microsoft.com/office/drawing/2014/main" id="{D713F65C-38B4-438B-A440-36FC9A10844B}"/>
                      </a:ext>
                    </a:extLst>
                  </p:cNvPr>
                  <p:cNvSpPr/>
                  <p:nvPr/>
                </p:nvSpPr>
                <p:spPr>
                  <a:xfrm>
                    <a:off x="5115683" y="4930199"/>
                    <a:ext cx="43251" cy="24488"/>
                  </a:xfrm>
                  <a:custGeom>
                    <a:avLst/>
                    <a:gdLst>
                      <a:gd name="connsiteX0" fmla="*/ 3437 w 43251"/>
                      <a:gd name="connsiteY0" fmla="*/ 4894 h 24488"/>
                      <a:gd name="connsiteX1" fmla="*/ 2199 w 43251"/>
                      <a:gd name="connsiteY1" fmla="*/ 7942 h 24488"/>
                      <a:gd name="connsiteX2" fmla="*/ 2961 w 43251"/>
                      <a:gd name="connsiteY2" fmla="*/ 23277 h 24488"/>
                      <a:gd name="connsiteX3" fmla="*/ 33155 w 43251"/>
                      <a:gd name="connsiteY3" fmla="*/ 16419 h 24488"/>
                      <a:gd name="connsiteX4" fmla="*/ 43251 w 43251"/>
                      <a:gd name="connsiteY4" fmla="*/ 11181 h 24488"/>
                      <a:gd name="connsiteX5" fmla="*/ 3437 w 43251"/>
                      <a:gd name="connsiteY5" fmla="*/ 4894 h 244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3251" h="24488">
                        <a:moveTo>
                          <a:pt x="3437" y="4894"/>
                        </a:moveTo>
                        <a:cubicBezTo>
                          <a:pt x="3056" y="5941"/>
                          <a:pt x="2579" y="6894"/>
                          <a:pt x="2199" y="7942"/>
                        </a:cubicBezTo>
                        <a:cubicBezTo>
                          <a:pt x="-87" y="13943"/>
                          <a:pt x="-1612" y="20515"/>
                          <a:pt x="2961" y="23277"/>
                        </a:cubicBezTo>
                        <a:cubicBezTo>
                          <a:pt x="9152" y="26896"/>
                          <a:pt x="22392" y="21753"/>
                          <a:pt x="33155" y="16419"/>
                        </a:cubicBezTo>
                        <a:cubicBezTo>
                          <a:pt x="36584" y="14705"/>
                          <a:pt x="39917" y="12990"/>
                          <a:pt x="43251" y="11181"/>
                        </a:cubicBezTo>
                        <a:cubicBezTo>
                          <a:pt x="33440" y="-2821"/>
                          <a:pt x="18581" y="-2155"/>
                          <a:pt x="3437" y="489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27" name="Forme libre : forme 18226">
                    <a:extLst>
                      <a:ext uri="{FF2B5EF4-FFF2-40B4-BE49-F238E27FC236}">
                        <a16:creationId xmlns:a16="http://schemas.microsoft.com/office/drawing/2014/main" id="{731A8D4E-2B33-445B-A2E9-D63CF90098FF}"/>
                      </a:ext>
                    </a:extLst>
                  </p:cNvPr>
                  <p:cNvSpPr/>
                  <p:nvPr/>
                </p:nvSpPr>
                <p:spPr>
                  <a:xfrm>
                    <a:off x="4890117" y="5144444"/>
                    <a:ext cx="151183" cy="86818"/>
                  </a:xfrm>
                  <a:custGeom>
                    <a:avLst/>
                    <a:gdLst>
                      <a:gd name="connsiteX0" fmla="*/ 78413 w 151183"/>
                      <a:gd name="connsiteY0" fmla="*/ 3247 h 86818"/>
                      <a:gd name="connsiteX1" fmla="*/ 50123 w 151183"/>
                      <a:gd name="connsiteY1" fmla="*/ 19153 h 86818"/>
                      <a:gd name="connsiteX2" fmla="*/ 15167 w 151183"/>
                      <a:gd name="connsiteY2" fmla="*/ 43823 h 86818"/>
                      <a:gd name="connsiteX3" fmla="*/ 498 w 151183"/>
                      <a:gd name="connsiteY3" fmla="*/ 78971 h 86818"/>
                      <a:gd name="connsiteX4" fmla="*/ 2593 w 151183"/>
                      <a:gd name="connsiteY4" fmla="*/ 83733 h 86818"/>
                      <a:gd name="connsiteX5" fmla="*/ 14119 w 151183"/>
                      <a:gd name="connsiteY5" fmla="*/ 86781 h 86818"/>
                      <a:gd name="connsiteX6" fmla="*/ 46313 w 151183"/>
                      <a:gd name="connsiteY6" fmla="*/ 77828 h 86818"/>
                      <a:gd name="connsiteX7" fmla="*/ 47266 w 151183"/>
                      <a:gd name="connsiteY7" fmla="*/ 77446 h 86818"/>
                      <a:gd name="connsiteX8" fmla="*/ 46980 w 151183"/>
                      <a:gd name="connsiteY8" fmla="*/ 76589 h 86818"/>
                      <a:gd name="connsiteX9" fmla="*/ 55172 w 151183"/>
                      <a:gd name="connsiteY9" fmla="*/ 52872 h 86818"/>
                      <a:gd name="connsiteX10" fmla="*/ 82032 w 151183"/>
                      <a:gd name="connsiteY10" fmla="*/ 33441 h 86818"/>
                      <a:gd name="connsiteX11" fmla="*/ 130229 w 151183"/>
                      <a:gd name="connsiteY11" fmla="*/ 26964 h 86818"/>
                      <a:gd name="connsiteX12" fmla="*/ 151183 w 151183"/>
                      <a:gd name="connsiteY12" fmla="*/ 5533 h 86818"/>
                      <a:gd name="connsiteX13" fmla="*/ 78413 w 151183"/>
                      <a:gd name="connsiteY13" fmla="*/ 3247 h 86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51183" h="86818">
                        <a:moveTo>
                          <a:pt x="78413" y="3247"/>
                        </a:moveTo>
                        <a:cubicBezTo>
                          <a:pt x="67649" y="6676"/>
                          <a:pt x="59077" y="13248"/>
                          <a:pt x="50123" y="19153"/>
                        </a:cubicBezTo>
                        <a:cubicBezTo>
                          <a:pt x="38217" y="27155"/>
                          <a:pt x="25263" y="34298"/>
                          <a:pt x="15167" y="43823"/>
                        </a:cubicBezTo>
                        <a:cubicBezTo>
                          <a:pt x="5070" y="53444"/>
                          <a:pt x="-1978" y="66112"/>
                          <a:pt x="498" y="78971"/>
                        </a:cubicBezTo>
                        <a:cubicBezTo>
                          <a:pt x="784" y="80685"/>
                          <a:pt x="1355" y="82400"/>
                          <a:pt x="2593" y="83733"/>
                        </a:cubicBezTo>
                        <a:cubicBezTo>
                          <a:pt x="5165" y="86495"/>
                          <a:pt x="10023" y="86971"/>
                          <a:pt x="14119" y="86781"/>
                        </a:cubicBezTo>
                        <a:cubicBezTo>
                          <a:pt x="25549" y="86114"/>
                          <a:pt x="36217" y="82209"/>
                          <a:pt x="46313" y="77828"/>
                        </a:cubicBezTo>
                        <a:cubicBezTo>
                          <a:pt x="46599" y="77732"/>
                          <a:pt x="46885" y="77542"/>
                          <a:pt x="47266" y="77446"/>
                        </a:cubicBezTo>
                        <a:cubicBezTo>
                          <a:pt x="47170" y="77161"/>
                          <a:pt x="47075" y="76875"/>
                          <a:pt x="46980" y="76589"/>
                        </a:cubicBezTo>
                        <a:cubicBezTo>
                          <a:pt x="45170" y="68112"/>
                          <a:pt x="49456" y="59730"/>
                          <a:pt x="55172" y="52872"/>
                        </a:cubicBezTo>
                        <a:cubicBezTo>
                          <a:pt x="62029" y="44680"/>
                          <a:pt x="71364" y="38108"/>
                          <a:pt x="82032" y="33441"/>
                        </a:cubicBezTo>
                        <a:cubicBezTo>
                          <a:pt x="93367" y="28488"/>
                          <a:pt x="116227" y="21630"/>
                          <a:pt x="130229" y="26964"/>
                        </a:cubicBezTo>
                        <a:cubicBezTo>
                          <a:pt x="140897" y="19439"/>
                          <a:pt x="150898" y="11343"/>
                          <a:pt x="151183" y="5533"/>
                        </a:cubicBezTo>
                        <a:cubicBezTo>
                          <a:pt x="129657" y="1628"/>
                          <a:pt x="99368" y="-3421"/>
                          <a:pt x="78413" y="324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28" name="Forme libre : forme 18227">
                    <a:extLst>
                      <a:ext uri="{FF2B5EF4-FFF2-40B4-BE49-F238E27FC236}">
                        <a16:creationId xmlns:a16="http://schemas.microsoft.com/office/drawing/2014/main" id="{57B1551F-E6BB-4622-9E20-7B7C194C1A1E}"/>
                      </a:ext>
                    </a:extLst>
                  </p:cNvPr>
                  <p:cNvSpPr/>
                  <p:nvPr/>
                </p:nvSpPr>
                <p:spPr>
                  <a:xfrm>
                    <a:off x="4909360" y="5283185"/>
                    <a:ext cx="126035" cy="180479"/>
                  </a:xfrm>
                  <a:custGeom>
                    <a:avLst/>
                    <a:gdLst>
                      <a:gd name="connsiteX0" fmla="*/ 60885 w 126035"/>
                      <a:gd name="connsiteY0" fmla="*/ 2047 h 180479"/>
                      <a:gd name="connsiteX1" fmla="*/ 65552 w 126035"/>
                      <a:gd name="connsiteY1" fmla="*/ 4047 h 180479"/>
                      <a:gd name="connsiteX2" fmla="*/ 75077 w 126035"/>
                      <a:gd name="connsiteY2" fmla="*/ 24621 h 180479"/>
                      <a:gd name="connsiteX3" fmla="*/ 56217 w 126035"/>
                      <a:gd name="connsiteY3" fmla="*/ 40909 h 180479"/>
                      <a:gd name="connsiteX4" fmla="*/ 11735 w 126035"/>
                      <a:gd name="connsiteY4" fmla="*/ 63102 h 180479"/>
                      <a:gd name="connsiteX5" fmla="*/ 10592 w 126035"/>
                      <a:gd name="connsiteY5" fmla="*/ 63673 h 180479"/>
                      <a:gd name="connsiteX6" fmla="*/ 6020 w 126035"/>
                      <a:gd name="connsiteY6" fmla="*/ 164353 h 180479"/>
                      <a:gd name="connsiteX7" fmla="*/ 17641 w 126035"/>
                      <a:gd name="connsiteY7" fmla="*/ 179307 h 180479"/>
                      <a:gd name="connsiteX8" fmla="*/ 43644 w 126035"/>
                      <a:gd name="connsiteY8" fmla="*/ 172449 h 180479"/>
                      <a:gd name="connsiteX9" fmla="*/ 112986 w 126035"/>
                      <a:gd name="connsiteY9" fmla="*/ 45290 h 180479"/>
                      <a:gd name="connsiteX10" fmla="*/ 126035 w 126035"/>
                      <a:gd name="connsiteY10" fmla="*/ 11572 h 180479"/>
                      <a:gd name="connsiteX11" fmla="*/ 75458 w 126035"/>
                      <a:gd name="connsiteY11" fmla="*/ 46 h 180479"/>
                      <a:gd name="connsiteX12" fmla="*/ 60885 w 126035"/>
                      <a:gd name="connsiteY12" fmla="*/ 2047 h 180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26035" h="180479">
                        <a:moveTo>
                          <a:pt x="60885" y="2047"/>
                        </a:moveTo>
                        <a:cubicBezTo>
                          <a:pt x="62504" y="2618"/>
                          <a:pt x="64123" y="3190"/>
                          <a:pt x="65552" y="4047"/>
                        </a:cubicBezTo>
                        <a:cubicBezTo>
                          <a:pt x="72409" y="8333"/>
                          <a:pt x="76982" y="18049"/>
                          <a:pt x="75077" y="24621"/>
                        </a:cubicBezTo>
                        <a:cubicBezTo>
                          <a:pt x="72982" y="32336"/>
                          <a:pt x="63837" y="37194"/>
                          <a:pt x="56217" y="40909"/>
                        </a:cubicBezTo>
                        <a:cubicBezTo>
                          <a:pt x="41358" y="48338"/>
                          <a:pt x="26594" y="55673"/>
                          <a:pt x="11735" y="63102"/>
                        </a:cubicBezTo>
                        <a:cubicBezTo>
                          <a:pt x="11354" y="63292"/>
                          <a:pt x="10974" y="63483"/>
                          <a:pt x="10592" y="63673"/>
                        </a:cubicBezTo>
                        <a:cubicBezTo>
                          <a:pt x="400" y="96725"/>
                          <a:pt x="-4838" y="131206"/>
                          <a:pt x="6020" y="164353"/>
                        </a:cubicBezTo>
                        <a:cubicBezTo>
                          <a:pt x="7926" y="170258"/>
                          <a:pt x="10974" y="176640"/>
                          <a:pt x="17641" y="179307"/>
                        </a:cubicBezTo>
                        <a:cubicBezTo>
                          <a:pt x="26594" y="182831"/>
                          <a:pt x="36405" y="177783"/>
                          <a:pt x="43644" y="172449"/>
                        </a:cubicBezTo>
                        <a:cubicBezTo>
                          <a:pt x="86602" y="140921"/>
                          <a:pt x="112319" y="93773"/>
                          <a:pt x="112986" y="45290"/>
                        </a:cubicBezTo>
                        <a:lnTo>
                          <a:pt x="126035" y="11572"/>
                        </a:lnTo>
                        <a:cubicBezTo>
                          <a:pt x="110509" y="4237"/>
                          <a:pt x="92984" y="-525"/>
                          <a:pt x="75458" y="46"/>
                        </a:cubicBezTo>
                        <a:cubicBezTo>
                          <a:pt x="70600" y="332"/>
                          <a:pt x="65647" y="999"/>
                          <a:pt x="60885" y="204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29" name="Forme libre : forme 18228">
                    <a:extLst>
                      <a:ext uri="{FF2B5EF4-FFF2-40B4-BE49-F238E27FC236}">
                        <a16:creationId xmlns:a16="http://schemas.microsoft.com/office/drawing/2014/main" id="{CFEEF41A-F0DD-4F5A-A4B3-BABF40153E36}"/>
                      </a:ext>
                    </a:extLst>
                  </p:cNvPr>
                  <p:cNvSpPr/>
                  <p:nvPr/>
                </p:nvSpPr>
                <p:spPr>
                  <a:xfrm>
                    <a:off x="5178469" y="5292851"/>
                    <a:ext cx="159725" cy="157806"/>
                  </a:xfrm>
                  <a:custGeom>
                    <a:avLst/>
                    <a:gdLst>
                      <a:gd name="connsiteX0" fmla="*/ 158392 w 159725"/>
                      <a:gd name="connsiteY0" fmla="*/ 27718 h 157806"/>
                      <a:gd name="connsiteX1" fmla="*/ 159535 w 159725"/>
                      <a:gd name="connsiteY1" fmla="*/ 24003 h 157806"/>
                      <a:gd name="connsiteX2" fmla="*/ 156487 w 159725"/>
                      <a:gd name="connsiteY2" fmla="*/ 11335 h 157806"/>
                      <a:gd name="connsiteX3" fmla="*/ 150296 w 159725"/>
                      <a:gd name="connsiteY3" fmla="*/ 0 h 157806"/>
                      <a:gd name="connsiteX4" fmla="*/ 140294 w 159725"/>
                      <a:gd name="connsiteY4" fmla="*/ 6953 h 157806"/>
                      <a:gd name="connsiteX5" fmla="*/ 124483 w 159725"/>
                      <a:gd name="connsiteY5" fmla="*/ 15907 h 157806"/>
                      <a:gd name="connsiteX6" fmla="*/ 122864 w 159725"/>
                      <a:gd name="connsiteY6" fmla="*/ 15812 h 157806"/>
                      <a:gd name="connsiteX7" fmla="*/ 91526 w 159725"/>
                      <a:gd name="connsiteY7" fmla="*/ 31432 h 157806"/>
                      <a:gd name="connsiteX8" fmla="*/ 79811 w 159725"/>
                      <a:gd name="connsiteY8" fmla="*/ 35528 h 157806"/>
                      <a:gd name="connsiteX9" fmla="*/ 61523 w 159725"/>
                      <a:gd name="connsiteY9" fmla="*/ 26861 h 157806"/>
                      <a:gd name="connsiteX10" fmla="*/ 31614 w 159725"/>
                      <a:gd name="connsiteY10" fmla="*/ 55816 h 157806"/>
                      <a:gd name="connsiteX11" fmla="*/ 3991 w 159725"/>
                      <a:gd name="connsiteY11" fmla="*/ 86963 h 157806"/>
                      <a:gd name="connsiteX12" fmla="*/ 9421 w 159725"/>
                      <a:gd name="connsiteY12" fmla="*/ 137636 h 157806"/>
                      <a:gd name="connsiteX13" fmla="*/ 20279 w 159725"/>
                      <a:gd name="connsiteY13" fmla="*/ 150305 h 157806"/>
                      <a:gd name="connsiteX14" fmla="*/ 83716 w 159725"/>
                      <a:gd name="connsiteY14" fmla="*/ 146209 h 157806"/>
                      <a:gd name="connsiteX15" fmla="*/ 137056 w 159725"/>
                      <a:gd name="connsiteY15" fmla="*/ 84011 h 157806"/>
                      <a:gd name="connsiteX16" fmla="*/ 159726 w 159725"/>
                      <a:gd name="connsiteY16" fmla="*/ 31052 h 157806"/>
                      <a:gd name="connsiteX17" fmla="*/ 158392 w 159725"/>
                      <a:gd name="connsiteY17" fmla="*/ 27718 h 157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59725" h="157806">
                        <a:moveTo>
                          <a:pt x="158392" y="27718"/>
                        </a:moveTo>
                        <a:cubicBezTo>
                          <a:pt x="158297" y="26384"/>
                          <a:pt x="158868" y="25146"/>
                          <a:pt x="159535" y="24003"/>
                        </a:cubicBezTo>
                        <a:cubicBezTo>
                          <a:pt x="159154" y="19812"/>
                          <a:pt x="158201" y="15621"/>
                          <a:pt x="156487" y="11335"/>
                        </a:cubicBezTo>
                        <a:cubicBezTo>
                          <a:pt x="154582" y="6858"/>
                          <a:pt x="152486" y="3143"/>
                          <a:pt x="150296" y="0"/>
                        </a:cubicBezTo>
                        <a:cubicBezTo>
                          <a:pt x="147533" y="2762"/>
                          <a:pt x="143914" y="4953"/>
                          <a:pt x="140294" y="6953"/>
                        </a:cubicBezTo>
                        <a:cubicBezTo>
                          <a:pt x="137818" y="12192"/>
                          <a:pt x="131722" y="15907"/>
                          <a:pt x="124483" y="15907"/>
                        </a:cubicBezTo>
                        <a:cubicBezTo>
                          <a:pt x="123911" y="15907"/>
                          <a:pt x="123435" y="15812"/>
                          <a:pt x="122864" y="15812"/>
                        </a:cubicBezTo>
                        <a:cubicBezTo>
                          <a:pt x="112386" y="21050"/>
                          <a:pt x="102004" y="26194"/>
                          <a:pt x="91526" y="31432"/>
                        </a:cubicBezTo>
                        <a:cubicBezTo>
                          <a:pt x="87907" y="33242"/>
                          <a:pt x="84097" y="35147"/>
                          <a:pt x="79811" y="35528"/>
                        </a:cubicBezTo>
                        <a:cubicBezTo>
                          <a:pt x="72476" y="36290"/>
                          <a:pt x="65428" y="32290"/>
                          <a:pt x="61523" y="26861"/>
                        </a:cubicBezTo>
                        <a:cubicBezTo>
                          <a:pt x="49330" y="38481"/>
                          <a:pt x="38758" y="49625"/>
                          <a:pt x="31614" y="55816"/>
                        </a:cubicBezTo>
                        <a:cubicBezTo>
                          <a:pt x="20755" y="65151"/>
                          <a:pt x="9611" y="74772"/>
                          <a:pt x="3991" y="86963"/>
                        </a:cubicBezTo>
                        <a:cubicBezTo>
                          <a:pt x="-3342" y="103061"/>
                          <a:pt x="-9" y="121825"/>
                          <a:pt x="9421" y="137636"/>
                        </a:cubicBezTo>
                        <a:cubicBezTo>
                          <a:pt x="12183" y="142304"/>
                          <a:pt x="15612" y="146781"/>
                          <a:pt x="20279" y="150305"/>
                        </a:cubicBezTo>
                        <a:cubicBezTo>
                          <a:pt x="37710" y="163449"/>
                          <a:pt x="65618" y="157543"/>
                          <a:pt x="83716" y="146209"/>
                        </a:cubicBezTo>
                        <a:cubicBezTo>
                          <a:pt x="108672" y="130588"/>
                          <a:pt x="124102" y="107252"/>
                          <a:pt x="137056" y="84011"/>
                        </a:cubicBezTo>
                        <a:cubicBezTo>
                          <a:pt x="146200" y="67533"/>
                          <a:pt x="158392" y="49625"/>
                          <a:pt x="159726" y="31052"/>
                        </a:cubicBezTo>
                        <a:cubicBezTo>
                          <a:pt x="158868" y="30099"/>
                          <a:pt x="158392" y="28956"/>
                          <a:pt x="158392" y="2771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30" name="Forme libre : forme 18229">
                    <a:extLst>
                      <a:ext uri="{FF2B5EF4-FFF2-40B4-BE49-F238E27FC236}">
                        <a16:creationId xmlns:a16="http://schemas.microsoft.com/office/drawing/2014/main" id="{766BD082-B4B3-4643-B603-4FFF8F22A3BE}"/>
                      </a:ext>
                    </a:extLst>
                  </p:cNvPr>
                  <p:cNvSpPr/>
                  <p:nvPr/>
                </p:nvSpPr>
                <p:spPr>
                  <a:xfrm>
                    <a:off x="5304208" y="5083390"/>
                    <a:ext cx="143142" cy="124311"/>
                  </a:xfrm>
                  <a:custGeom>
                    <a:avLst/>
                    <a:gdLst>
                      <a:gd name="connsiteX0" fmla="*/ 119997 w 143142"/>
                      <a:gd name="connsiteY0" fmla="*/ 94590 h 124311"/>
                      <a:gd name="connsiteX1" fmla="*/ 118950 w 143142"/>
                      <a:gd name="connsiteY1" fmla="*/ 95161 h 124311"/>
                      <a:gd name="connsiteX2" fmla="*/ 107234 w 143142"/>
                      <a:gd name="connsiteY2" fmla="*/ 99257 h 124311"/>
                      <a:gd name="connsiteX3" fmla="*/ 85803 w 143142"/>
                      <a:gd name="connsiteY3" fmla="*/ 84017 h 124311"/>
                      <a:gd name="connsiteX4" fmla="*/ 93994 w 143142"/>
                      <a:gd name="connsiteY4" fmla="*/ 60300 h 124311"/>
                      <a:gd name="connsiteX5" fmla="*/ 120855 w 143142"/>
                      <a:gd name="connsiteY5" fmla="*/ 40869 h 124311"/>
                      <a:gd name="connsiteX6" fmla="*/ 143143 w 143142"/>
                      <a:gd name="connsiteY6" fmla="*/ 33916 h 124311"/>
                      <a:gd name="connsiteX7" fmla="*/ 138857 w 143142"/>
                      <a:gd name="connsiteY7" fmla="*/ 20200 h 124311"/>
                      <a:gd name="connsiteX8" fmla="*/ 100376 w 143142"/>
                      <a:gd name="connsiteY8" fmla="*/ 7 h 124311"/>
                      <a:gd name="connsiteX9" fmla="*/ 45036 w 143142"/>
                      <a:gd name="connsiteY9" fmla="*/ 30105 h 124311"/>
                      <a:gd name="connsiteX10" fmla="*/ 7983 w 143142"/>
                      <a:gd name="connsiteY10" fmla="*/ 66110 h 124311"/>
                      <a:gd name="connsiteX11" fmla="*/ 935 w 143142"/>
                      <a:gd name="connsiteY11" fmla="*/ 102210 h 124311"/>
                      <a:gd name="connsiteX12" fmla="*/ 15222 w 143142"/>
                      <a:gd name="connsiteY12" fmla="*/ 121927 h 124311"/>
                      <a:gd name="connsiteX13" fmla="*/ 35034 w 143142"/>
                      <a:gd name="connsiteY13" fmla="*/ 124213 h 124311"/>
                      <a:gd name="connsiteX14" fmla="*/ 70086 w 143142"/>
                      <a:gd name="connsiteY14" fmla="*/ 123070 h 124311"/>
                      <a:gd name="connsiteX15" fmla="*/ 97804 w 143142"/>
                      <a:gd name="connsiteY15" fmla="*/ 118022 h 124311"/>
                      <a:gd name="connsiteX16" fmla="*/ 119997 w 143142"/>
                      <a:gd name="connsiteY16" fmla="*/ 94590 h 12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3142" h="124311">
                        <a:moveTo>
                          <a:pt x="119997" y="94590"/>
                        </a:moveTo>
                        <a:cubicBezTo>
                          <a:pt x="119616" y="94781"/>
                          <a:pt x="119330" y="94971"/>
                          <a:pt x="118950" y="95161"/>
                        </a:cubicBezTo>
                        <a:cubicBezTo>
                          <a:pt x="115330" y="96971"/>
                          <a:pt x="111520" y="98876"/>
                          <a:pt x="107234" y="99257"/>
                        </a:cubicBezTo>
                        <a:cubicBezTo>
                          <a:pt x="97138" y="100305"/>
                          <a:pt x="87613" y="92399"/>
                          <a:pt x="85803" y="84017"/>
                        </a:cubicBezTo>
                        <a:cubicBezTo>
                          <a:pt x="83993" y="75635"/>
                          <a:pt x="88279" y="67158"/>
                          <a:pt x="93994" y="60300"/>
                        </a:cubicBezTo>
                        <a:cubicBezTo>
                          <a:pt x="100852" y="52108"/>
                          <a:pt x="110187" y="45536"/>
                          <a:pt x="120855" y="40869"/>
                        </a:cubicBezTo>
                        <a:cubicBezTo>
                          <a:pt x="126379" y="38487"/>
                          <a:pt x="134571" y="35630"/>
                          <a:pt x="143143" y="33916"/>
                        </a:cubicBezTo>
                        <a:cubicBezTo>
                          <a:pt x="142667" y="29249"/>
                          <a:pt x="141429" y="24677"/>
                          <a:pt x="138857" y="20200"/>
                        </a:cubicBezTo>
                        <a:cubicBezTo>
                          <a:pt x="131427" y="7150"/>
                          <a:pt x="117331" y="197"/>
                          <a:pt x="100376" y="7"/>
                        </a:cubicBezTo>
                        <a:cubicBezTo>
                          <a:pt x="72468" y="-374"/>
                          <a:pt x="61704" y="15533"/>
                          <a:pt x="45036" y="30105"/>
                        </a:cubicBezTo>
                        <a:cubicBezTo>
                          <a:pt x="32939" y="42298"/>
                          <a:pt x="17127" y="52108"/>
                          <a:pt x="7983" y="66110"/>
                        </a:cubicBezTo>
                        <a:cubicBezTo>
                          <a:pt x="935" y="76969"/>
                          <a:pt x="-1542" y="89827"/>
                          <a:pt x="935" y="102210"/>
                        </a:cubicBezTo>
                        <a:cubicBezTo>
                          <a:pt x="2554" y="110020"/>
                          <a:pt x="6745" y="118212"/>
                          <a:pt x="15222" y="121927"/>
                        </a:cubicBezTo>
                        <a:cubicBezTo>
                          <a:pt x="21318" y="124594"/>
                          <a:pt x="28367" y="124403"/>
                          <a:pt x="35034" y="124213"/>
                        </a:cubicBezTo>
                        <a:cubicBezTo>
                          <a:pt x="46750" y="123832"/>
                          <a:pt x="58371" y="123451"/>
                          <a:pt x="70086" y="123070"/>
                        </a:cubicBezTo>
                        <a:cubicBezTo>
                          <a:pt x="79707" y="122784"/>
                          <a:pt x="89899" y="122308"/>
                          <a:pt x="97804" y="118022"/>
                        </a:cubicBezTo>
                        <a:cubicBezTo>
                          <a:pt x="106567" y="113354"/>
                          <a:pt x="113806" y="104401"/>
                          <a:pt x="119997" y="9459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31" name="Forme libre : forme 18230">
                    <a:extLst>
                      <a:ext uri="{FF2B5EF4-FFF2-40B4-BE49-F238E27FC236}">
                        <a16:creationId xmlns:a16="http://schemas.microsoft.com/office/drawing/2014/main" id="{CB7F3EA8-F78D-4C75-8E5F-18F108AD733D}"/>
                      </a:ext>
                    </a:extLst>
                  </p:cNvPr>
                  <p:cNvSpPr/>
                  <p:nvPr/>
                </p:nvSpPr>
                <p:spPr>
                  <a:xfrm>
                    <a:off x="4381730" y="5364130"/>
                    <a:ext cx="76043" cy="104777"/>
                  </a:xfrm>
                  <a:custGeom>
                    <a:avLst/>
                    <a:gdLst>
                      <a:gd name="connsiteX0" fmla="*/ 28730 w 76043"/>
                      <a:gd name="connsiteY0" fmla="*/ 1398 h 104777"/>
                      <a:gd name="connsiteX1" fmla="*/ 4537 w 76043"/>
                      <a:gd name="connsiteY1" fmla="*/ 30830 h 104777"/>
                      <a:gd name="connsiteX2" fmla="*/ 1584 w 76043"/>
                      <a:gd name="connsiteY2" fmla="*/ 67311 h 104777"/>
                      <a:gd name="connsiteX3" fmla="*/ 19586 w 76043"/>
                      <a:gd name="connsiteY3" fmla="*/ 89028 h 104777"/>
                      <a:gd name="connsiteX4" fmla="*/ 47208 w 76043"/>
                      <a:gd name="connsiteY4" fmla="*/ 104268 h 104777"/>
                      <a:gd name="connsiteX5" fmla="*/ 54257 w 76043"/>
                      <a:gd name="connsiteY5" fmla="*/ 104268 h 104777"/>
                      <a:gd name="connsiteX6" fmla="*/ 58734 w 76043"/>
                      <a:gd name="connsiteY6" fmla="*/ 100648 h 104777"/>
                      <a:gd name="connsiteX7" fmla="*/ 64734 w 76043"/>
                      <a:gd name="connsiteY7" fmla="*/ 10161 h 104777"/>
                      <a:gd name="connsiteX8" fmla="*/ 28730 w 76043"/>
                      <a:gd name="connsiteY8" fmla="*/ 1398 h 104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043" h="104777">
                        <a:moveTo>
                          <a:pt x="28730" y="1398"/>
                        </a:moveTo>
                        <a:cubicBezTo>
                          <a:pt x="8442" y="5208"/>
                          <a:pt x="7013" y="14923"/>
                          <a:pt x="4537" y="30830"/>
                        </a:cubicBezTo>
                        <a:cubicBezTo>
                          <a:pt x="2631" y="43022"/>
                          <a:pt x="-2607" y="55309"/>
                          <a:pt x="1584" y="67311"/>
                        </a:cubicBezTo>
                        <a:cubicBezTo>
                          <a:pt x="4537" y="75788"/>
                          <a:pt x="11966" y="82836"/>
                          <a:pt x="19586" y="89028"/>
                        </a:cubicBezTo>
                        <a:cubicBezTo>
                          <a:pt x="27587" y="95600"/>
                          <a:pt x="36445" y="101886"/>
                          <a:pt x="47208" y="104268"/>
                        </a:cubicBezTo>
                        <a:cubicBezTo>
                          <a:pt x="49495" y="104744"/>
                          <a:pt x="52066" y="105125"/>
                          <a:pt x="54257" y="104268"/>
                        </a:cubicBezTo>
                        <a:cubicBezTo>
                          <a:pt x="56162" y="103601"/>
                          <a:pt x="57591" y="102077"/>
                          <a:pt x="58734" y="100648"/>
                        </a:cubicBezTo>
                        <a:cubicBezTo>
                          <a:pt x="77117" y="78360"/>
                          <a:pt x="83499" y="35211"/>
                          <a:pt x="64734" y="10161"/>
                        </a:cubicBezTo>
                        <a:cubicBezTo>
                          <a:pt x="56543" y="-793"/>
                          <a:pt x="43589" y="-1364"/>
                          <a:pt x="28730" y="139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32" name="Forme libre : forme 18231">
                    <a:extLst>
                      <a:ext uri="{FF2B5EF4-FFF2-40B4-BE49-F238E27FC236}">
                        <a16:creationId xmlns:a16="http://schemas.microsoft.com/office/drawing/2014/main" id="{E54396CB-EF32-4AFE-8973-18DA250928A6}"/>
                      </a:ext>
                    </a:extLst>
                  </p:cNvPr>
                  <p:cNvSpPr/>
                  <p:nvPr/>
                </p:nvSpPr>
                <p:spPr>
                  <a:xfrm>
                    <a:off x="5434359" y="5238087"/>
                    <a:ext cx="130545" cy="175651"/>
                  </a:xfrm>
                  <a:custGeom>
                    <a:avLst/>
                    <a:gdLst>
                      <a:gd name="connsiteX0" fmla="*/ 90526 w 130545"/>
                      <a:gd name="connsiteY0" fmla="*/ 76387 h 175651"/>
                      <a:gd name="connsiteX1" fmla="*/ 69095 w 130545"/>
                      <a:gd name="connsiteY1" fmla="*/ 61147 h 175651"/>
                      <a:gd name="connsiteX2" fmla="*/ 77286 w 130545"/>
                      <a:gd name="connsiteY2" fmla="*/ 37429 h 175651"/>
                      <a:gd name="connsiteX3" fmla="*/ 104147 w 130545"/>
                      <a:gd name="connsiteY3" fmla="*/ 17999 h 175651"/>
                      <a:gd name="connsiteX4" fmla="*/ 118625 w 130545"/>
                      <a:gd name="connsiteY4" fmla="*/ 12950 h 175651"/>
                      <a:gd name="connsiteX5" fmla="*/ 112338 w 130545"/>
                      <a:gd name="connsiteY5" fmla="*/ 6188 h 175651"/>
                      <a:gd name="connsiteX6" fmla="*/ 22994 w 130545"/>
                      <a:gd name="connsiteY6" fmla="*/ 37811 h 175651"/>
                      <a:gd name="connsiteX7" fmla="*/ 4992 w 130545"/>
                      <a:gd name="connsiteY7" fmla="*/ 133727 h 175651"/>
                      <a:gd name="connsiteX8" fmla="*/ 45473 w 130545"/>
                      <a:gd name="connsiteY8" fmla="*/ 174875 h 175651"/>
                      <a:gd name="connsiteX9" fmla="*/ 95955 w 130545"/>
                      <a:gd name="connsiteY9" fmla="*/ 162207 h 175651"/>
                      <a:gd name="connsiteX10" fmla="*/ 127007 w 130545"/>
                      <a:gd name="connsiteY10" fmla="*/ 137061 h 175651"/>
                      <a:gd name="connsiteX11" fmla="*/ 129864 w 130545"/>
                      <a:gd name="connsiteY11" fmla="*/ 107724 h 175651"/>
                      <a:gd name="connsiteX12" fmla="*/ 125864 w 130545"/>
                      <a:gd name="connsiteY12" fmla="*/ 60480 h 175651"/>
                      <a:gd name="connsiteX13" fmla="*/ 102147 w 130545"/>
                      <a:gd name="connsiteY13" fmla="*/ 72291 h 175651"/>
                      <a:gd name="connsiteX14" fmla="*/ 90526 w 130545"/>
                      <a:gd name="connsiteY14" fmla="*/ 76387 h 175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30545" h="175651">
                        <a:moveTo>
                          <a:pt x="90526" y="76387"/>
                        </a:moveTo>
                        <a:cubicBezTo>
                          <a:pt x="80429" y="77434"/>
                          <a:pt x="70904" y="69529"/>
                          <a:pt x="69095" y="61147"/>
                        </a:cubicBezTo>
                        <a:cubicBezTo>
                          <a:pt x="67285" y="52764"/>
                          <a:pt x="71571" y="44288"/>
                          <a:pt x="77286" y="37429"/>
                        </a:cubicBezTo>
                        <a:cubicBezTo>
                          <a:pt x="84144" y="29238"/>
                          <a:pt x="93479" y="22666"/>
                          <a:pt x="104147" y="17999"/>
                        </a:cubicBezTo>
                        <a:cubicBezTo>
                          <a:pt x="107957" y="16379"/>
                          <a:pt x="113005" y="14474"/>
                          <a:pt x="118625" y="12950"/>
                        </a:cubicBezTo>
                        <a:cubicBezTo>
                          <a:pt x="117006" y="10474"/>
                          <a:pt x="115005" y="8188"/>
                          <a:pt x="112338" y="6188"/>
                        </a:cubicBezTo>
                        <a:cubicBezTo>
                          <a:pt x="84620" y="-14005"/>
                          <a:pt x="37853" y="20189"/>
                          <a:pt x="22994" y="37811"/>
                        </a:cubicBezTo>
                        <a:cubicBezTo>
                          <a:pt x="134" y="64766"/>
                          <a:pt x="-5296" y="100962"/>
                          <a:pt x="4992" y="133727"/>
                        </a:cubicBezTo>
                        <a:cubicBezTo>
                          <a:pt x="10611" y="151634"/>
                          <a:pt x="23755" y="170779"/>
                          <a:pt x="45473" y="174875"/>
                        </a:cubicBezTo>
                        <a:cubicBezTo>
                          <a:pt x="63380" y="178209"/>
                          <a:pt x="80810" y="170208"/>
                          <a:pt x="95955" y="162207"/>
                        </a:cubicBezTo>
                        <a:cubicBezTo>
                          <a:pt x="108338" y="155635"/>
                          <a:pt x="121291" y="148301"/>
                          <a:pt x="127007" y="137061"/>
                        </a:cubicBezTo>
                        <a:cubicBezTo>
                          <a:pt x="131579" y="128012"/>
                          <a:pt x="130722" y="117630"/>
                          <a:pt x="129864" y="107724"/>
                        </a:cubicBezTo>
                        <a:cubicBezTo>
                          <a:pt x="128530" y="92008"/>
                          <a:pt x="127007" y="76196"/>
                          <a:pt x="125864" y="60480"/>
                        </a:cubicBezTo>
                        <a:cubicBezTo>
                          <a:pt x="117958" y="64385"/>
                          <a:pt x="110052" y="68386"/>
                          <a:pt x="102147" y="72291"/>
                        </a:cubicBezTo>
                        <a:cubicBezTo>
                          <a:pt x="98527" y="74101"/>
                          <a:pt x="94812" y="76005"/>
                          <a:pt x="90526" y="7638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33" name="Forme libre : forme 18232">
                    <a:extLst>
                      <a:ext uri="{FF2B5EF4-FFF2-40B4-BE49-F238E27FC236}">
                        <a16:creationId xmlns:a16="http://schemas.microsoft.com/office/drawing/2014/main" id="{1907DA62-1E32-4D2A-9D8D-D3C62F6452D0}"/>
                      </a:ext>
                    </a:extLst>
                  </p:cNvPr>
                  <p:cNvSpPr/>
                  <p:nvPr/>
                </p:nvSpPr>
                <p:spPr>
                  <a:xfrm>
                    <a:off x="5535774" y="5090922"/>
                    <a:ext cx="86801" cy="89184"/>
                  </a:xfrm>
                  <a:custGeom>
                    <a:avLst/>
                    <a:gdLst>
                      <a:gd name="connsiteX0" fmla="*/ 51023 w 86801"/>
                      <a:gd name="connsiteY0" fmla="*/ 4666 h 89184"/>
                      <a:gd name="connsiteX1" fmla="*/ 14352 w 86801"/>
                      <a:gd name="connsiteY1" fmla="*/ 80105 h 89184"/>
                      <a:gd name="connsiteX2" fmla="*/ 39498 w 86801"/>
                      <a:gd name="connsiteY2" fmla="*/ 88772 h 89184"/>
                      <a:gd name="connsiteX3" fmla="*/ 51023 w 86801"/>
                      <a:gd name="connsiteY3" fmla="*/ 4666 h 89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6801" h="89184">
                        <a:moveTo>
                          <a:pt x="51023" y="4666"/>
                        </a:moveTo>
                        <a:cubicBezTo>
                          <a:pt x="636" y="-19432"/>
                          <a:pt x="-14128" y="56482"/>
                          <a:pt x="14352" y="80105"/>
                        </a:cubicBezTo>
                        <a:cubicBezTo>
                          <a:pt x="20924" y="85534"/>
                          <a:pt x="30354" y="87820"/>
                          <a:pt x="39498" y="88772"/>
                        </a:cubicBezTo>
                        <a:cubicBezTo>
                          <a:pt x="106363" y="95154"/>
                          <a:pt x="94933" y="25622"/>
                          <a:pt x="51023" y="466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34" name="Forme libre : forme 18233">
                    <a:extLst>
                      <a:ext uri="{FF2B5EF4-FFF2-40B4-BE49-F238E27FC236}">
                        <a16:creationId xmlns:a16="http://schemas.microsoft.com/office/drawing/2014/main" id="{7FAE6FE8-791D-42A0-9332-C47E60D52190}"/>
                      </a:ext>
                    </a:extLst>
                  </p:cNvPr>
                  <p:cNvSpPr/>
                  <p:nvPr/>
                </p:nvSpPr>
                <p:spPr>
                  <a:xfrm>
                    <a:off x="5678502" y="4987528"/>
                    <a:ext cx="140691" cy="132998"/>
                  </a:xfrm>
                  <a:custGeom>
                    <a:avLst/>
                    <a:gdLst>
                      <a:gd name="connsiteX0" fmla="*/ 139658 w 140691"/>
                      <a:gd name="connsiteY0" fmla="*/ 115109 h 132998"/>
                      <a:gd name="connsiteX1" fmla="*/ 131276 w 140691"/>
                      <a:gd name="connsiteY1" fmla="*/ 83772 h 132998"/>
                      <a:gd name="connsiteX2" fmla="*/ 106321 w 140691"/>
                      <a:gd name="connsiteY2" fmla="*/ 57769 h 132998"/>
                      <a:gd name="connsiteX3" fmla="*/ 83556 w 140691"/>
                      <a:gd name="connsiteY3" fmla="*/ 80438 h 132998"/>
                      <a:gd name="connsiteX4" fmla="*/ 38312 w 140691"/>
                      <a:gd name="connsiteY4" fmla="*/ 74533 h 132998"/>
                      <a:gd name="connsiteX5" fmla="*/ 23643 w 140691"/>
                      <a:gd name="connsiteY5" fmla="*/ 59198 h 132998"/>
                      <a:gd name="connsiteX6" fmla="*/ 27167 w 140691"/>
                      <a:gd name="connsiteY6" fmla="*/ 43672 h 132998"/>
                      <a:gd name="connsiteX7" fmla="*/ 52409 w 140691"/>
                      <a:gd name="connsiteY7" fmla="*/ 16335 h 132998"/>
                      <a:gd name="connsiteX8" fmla="*/ 56886 w 140691"/>
                      <a:gd name="connsiteY8" fmla="*/ 13763 h 132998"/>
                      <a:gd name="connsiteX9" fmla="*/ 28025 w 140691"/>
                      <a:gd name="connsiteY9" fmla="*/ 619 h 132998"/>
                      <a:gd name="connsiteX10" fmla="*/ 22691 w 140691"/>
                      <a:gd name="connsiteY10" fmla="*/ 91201 h 132998"/>
                      <a:gd name="connsiteX11" fmla="*/ 42503 w 140691"/>
                      <a:gd name="connsiteY11" fmla="*/ 109870 h 132998"/>
                      <a:gd name="connsiteX12" fmla="*/ 91652 w 140691"/>
                      <a:gd name="connsiteY12" fmla="*/ 125873 h 132998"/>
                      <a:gd name="connsiteX13" fmla="*/ 111464 w 140691"/>
                      <a:gd name="connsiteY13" fmla="*/ 132826 h 132998"/>
                      <a:gd name="connsiteX14" fmla="*/ 139658 w 140691"/>
                      <a:gd name="connsiteY14" fmla="*/ 115109 h 132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0691" h="132998">
                        <a:moveTo>
                          <a:pt x="139658" y="115109"/>
                        </a:moveTo>
                        <a:cubicBezTo>
                          <a:pt x="142801" y="104631"/>
                          <a:pt x="138420" y="93107"/>
                          <a:pt x="131276" y="83772"/>
                        </a:cubicBezTo>
                        <a:cubicBezTo>
                          <a:pt x="124323" y="74723"/>
                          <a:pt x="115464" y="66151"/>
                          <a:pt x="106321" y="57769"/>
                        </a:cubicBezTo>
                        <a:cubicBezTo>
                          <a:pt x="99748" y="66436"/>
                          <a:pt x="94128" y="75771"/>
                          <a:pt x="83556" y="80438"/>
                        </a:cubicBezTo>
                        <a:cubicBezTo>
                          <a:pt x="69649" y="86534"/>
                          <a:pt x="51742" y="82153"/>
                          <a:pt x="38312" y="74533"/>
                        </a:cubicBezTo>
                        <a:cubicBezTo>
                          <a:pt x="31645" y="70722"/>
                          <a:pt x="25168" y="65675"/>
                          <a:pt x="23643" y="59198"/>
                        </a:cubicBezTo>
                        <a:cubicBezTo>
                          <a:pt x="22405" y="53864"/>
                          <a:pt x="24501" y="48529"/>
                          <a:pt x="27167" y="43672"/>
                        </a:cubicBezTo>
                        <a:cubicBezTo>
                          <a:pt x="32978" y="33099"/>
                          <a:pt x="41265" y="23288"/>
                          <a:pt x="52409" y="16335"/>
                        </a:cubicBezTo>
                        <a:cubicBezTo>
                          <a:pt x="53743" y="15478"/>
                          <a:pt x="55266" y="14620"/>
                          <a:pt x="56886" y="13763"/>
                        </a:cubicBezTo>
                        <a:cubicBezTo>
                          <a:pt x="48218" y="7572"/>
                          <a:pt x="38502" y="2428"/>
                          <a:pt x="28025" y="619"/>
                        </a:cubicBezTo>
                        <a:cubicBezTo>
                          <a:pt x="-23791" y="-7859"/>
                          <a:pt x="9642" y="73294"/>
                          <a:pt x="22691" y="91201"/>
                        </a:cubicBezTo>
                        <a:cubicBezTo>
                          <a:pt x="27930" y="98345"/>
                          <a:pt x="34216" y="105108"/>
                          <a:pt x="42503" y="109870"/>
                        </a:cubicBezTo>
                        <a:cubicBezTo>
                          <a:pt x="57076" y="118252"/>
                          <a:pt x="75650" y="119490"/>
                          <a:pt x="91652" y="125873"/>
                        </a:cubicBezTo>
                        <a:cubicBezTo>
                          <a:pt x="98129" y="128444"/>
                          <a:pt x="104416" y="131968"/>
                          <a:pt x="111464" y="132826"/>
                        </a:cubicBezTo>
                        <a:cubicBezTo>
                          <a:pt x="124323" y="134349"/>
                          <a:pt x="136515" y="125587"/>
                          <a:pt x="139658" y="11510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35" name="Forme libre : forme 18234">
                    <a:extLst>
                      <a:ext uri="{FF2B5EF4-FFF2-40B4-BE49-F238E27FC236}">
                        <a16:creationId xmlns:a16="http://schemas.microsoft.com/office/drawing/2014/main" id="{9279E912-8D50-4BDE-B937-83A4393A76C3}"/>
                      </a:ext>
                    </a:extLst>
                  </p:cNvPr>
                  <p:cNvSpPr/>
                  <p:nvPr/>
                </p:nvSpPr>
                <p:spPr>
                  <a:xfrm>
                    <a:off x="5730924" y="5176440"/>
                    <a:ext cx="81570" cy="167120"/>
                  </a:xfrm>
                  <a:custGeom>
                    <a:avLst/>
                    <a:gdLst>
                      <a:gd name="connsiteX0" fmla="*/ 52850 w 81570"/>
                      <a:gd name="connsiteY0" fmla="*/ 21352 h 167120"/>
                      <a:gd name="connsiteX1" fmla="*/ 66376 w 81570"/>
                      <a:gd name="connsiteY1" fmla="*/ 6779 h 167120"/>
                      <a:gd name="connsiteX2" fmla="*/ 65518 w 81570"/>
                      <a:gd name="connsiteY2" fmla="*/ 6017 h 167120"/>
                      <a:gd name="connsiteX3" fmla="*/ 558 w 81570"/>
                      <a:gd name="connsiteY3" fmla="*/ 139081 h 167120"/>
                      <a:gd name="connsiteX4" fmla="*/ 5320 w 81570"/>
                      <a:gd name="connsiteY4" fmla="*/ 152511 h 167120"/>
                      <a:gd name="connsiteX5" fmla="*/ 18845 w 81570"/>
                      <a:gd name="connsiteY5" fmla="*/ 162322 h 167120"/>
                      <a:gd name="connsiteX6" fmla="*/ 50088 w 81570"/>
                      <a:gd name="connsiteY6" fmla="*/ 164894 h 167120"/>
                      <a:gd name="connsiteX7" fmla="*/ 61899 w 81570"/>
                      <a:gd name="connsiteY7" fmla="*/ 153940 h 167120"/>
                      <a:gd name="connsiteX8" fmla="*/ 80568 w 81570"/>
                      <a:gd name="connsiteY8" fmla="*/ 66596 h 167120"/>
                      <a:gd name="connsiteX9" fmla="*/ 80472 w 81570"/>
                      <a:gd name="connsiteY9" fmla="*/ 33925 h 167120"/>
                      <a:gd name="connsiteX10" fmla="*/ 71519 w 81570"/>
                      <a:gd name="connsiteY10" fmla="*/ 36116 h 167120"/>
                      <a:gd name="connsiteX11" fmla="*/ 52850 w 81570"/>
                      <a:gd name="connsiteY11" fmla="*/ 21352 h 167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1570" h="167120">
                        <a:moveTo>
                          <a:pt x="52850" y="21352"/>
                        </a:moveTo>
                        <a:cubicBezTo>
                          <a:pt x="52469" y="14209"/>
                          <a:pt x="58279" y="8208"/>
                          <a:pt x="66376" y="6779"/>
                        </a:cubicBezTo>
                        <a:cubicBezTo>
                          <a:pt x="66090" y="6589"/>
                          <a:pt x="65804" y="6207"/>
                          <a:pt x="65518" y="6017"/>
                        </a:cubicBezTo>
                        <a:cubicBezTo>
                          <a:pt x="7606" y="-31607"/>
                          <a:pt x="-2776" y="118698"/>
                          <a:pt x="558" y="139081"/>
                        </a:cubicBezTo>
                        <a:cubicBezTo>
                          <a:pt x="1320" y="143748"/>
                          <a:pt x="2367" y="148511"/>
                          <a:pt x="5320" y="152511"/>
                        </a:cubicBezTo>
                        <a:cubicBezTo>
                          <a:pt x="8463" y="156798"/>
                          <a:pt x="13511" y="159941"/>
                          <a:pt x="18845" y="162322"/>
                        </a:cubicBezTo>
                        <a:cubicBezTo>
                          <a:pt x="28561" y="166704"/>
                          <a:pt x="40658" y="169180"/>
                          <a:pt x="50088" y="164894"/>
                        </a:cubicBezTo>
                        <a:cubicBezTo>
                          <a:pt x="55326" y="162513"/>
                          <a:pt x="59041" y="158322"/>
                          <a:pt x="61899" y="153940"/>
                        </a:cubicBezTo>
                        <a:cubicBezTo>
                          <a:pt x="77234" y="130223"/>
                          <a:pt x="77520" y="93552"/>
                          <a:pt x="80568" y="66596"/>
                        </a:cubicBezTo>
                        <a:cubicBezTo>
                          <a:pt x="81520" y="58405"/>
                          <a:pt x="82282" y="45832"/>
                          <a:pt x="80472" y="33925"/>
                        </a:cubicBezTo>
                        <a:cubicBezTo>
                          <a:pt x="77901" y="35258"/>
                          <a:pt x="74852" y="36116"/>
                          <a:pt x="71519" y="36116"/>
                        </a:cubicBezTo>
                        <a:cubicBezTo>
                          <a:pt x="61518" y="36116"/>
                          <a:pt x="53231" y="29544"/>
                          <a:pt x="52850" y="2135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36" name="Forme libre : forme 18235">
                    <a:extLst>
                      <a:ext uri="{FF2B5EF4-FFF2-40B4-BE49-F238E27FC236}">
                        <a16:creationId xmlns:a16="http://schemas.microsoft.com/office/drawing/2014/main" id="{F3DE7E07-68D3-4E99-BEF8-C98DEFC1BC3B}"/>
                      </a:ext>
                    </a:extLst>
                  </p:cNvPr>
                  <p:cNvSpPr/>
                  <p:nvPr/>
                </p:nvSpPr>
                <p:spPr>
                  <a:xfrm>
                    <a:off x="5905070" y="5262210"/>
                    <a:ext cx="155595" cy="171741"/>
                  </a:xfrm>
                  <a:custGeom>
                    <a:avLst/>
                    <a:gdLst>
                      <a:gd name="connsiteX0" fmla="*/ 75967 w 155595"/>
                      <a:gd name="connsiteY0" fmla="*/ 9877 h 171741"/>
                      <a:gd name="connsiteX1" fmla="*/ 9196 w 155595"/>
                      <a:gd name="connsiteY1" fmla="*/ 66170 h 171741"/>
                      <a:gd name="connsiteX2" fmla="*/ 12530 w 155595"/>
                      <a:gd name="connsiteY2" fmla="*/ 145513 h 171741"/>
                      <a:gd name="connsiteX3" fmla="*/ 32818 w 155595"/>
                      <a:gd name="connsiteY3" fmla="*/ 164944 h 171741"/>
                      <a:gd name="connsiteX4" fmla="*/ 99779 w 155595"/>
                      <a:gd name="connsiteY4" fmla="*/ 163135 h 171741"/>
                      <a:gd name="connsiteX5" fmla="*/ 124639 w 155595"/>
                      <a:gd name="connsiteY5" fmla="*/ 144370 h 171741"/>
                      <a:gd name="connsiteX6" fmla="*/ 132450 w 155595"/>
                      <a:gd name="connsiteY6" fmla="*/ 121320 h 171741"/>
                      <a:gd name="connsiteX7" fmla="*/ 149405 w 155595"/>
                      <a:gd name="connsiteY7" fmla="*/ 34356 h 171741"/>
                      <a:gd name="connsiteX8" fmla="*/ 134546 w 155595"/>
                      <a:gd name="connsiteY8" fmla="*/ 41691 h 171741"/>
                      <a:gd name="connsiteX9" fmla="*/ 115972 w 155595"/>
                      <a:gd name="connsiteY9" fmla="*/ 26927 h 171741"/>
                      <a:gd name="connsiteX10" fmla="*/ 133021 w 155595"/>
                      <a:gd name="connsiteY10" fmla="*/ 12068 h 171741"/>
                      <a:gd name="connsiteX11" fmla="*/ 151309 w 155595"/>
                      <a:gd name="connsiteY11" fmla="*/ 25498 h 171741"/>
                      <a:gd name="connsiteX12" fmla="*/ 155596 w 155595"/>
                      <a:gd name="connsiteY12" fmla="*/ 7210 h 171741"/>
                      <a:gd name="connsiteX13" fmla="*/ 75967 w 155595"/>
                      <a:gd name="connsiteY13" fmla="*/ 9877 h 171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55595" h="171741">
                        <a:moveTo>
                          <a:pt x="75967" y="9877"/>
                        </a:moveTo>
                        <a:cubicBezTo>
                          <a:pt x="46916" y="21879"/>
                          <a:pt x="22055" y="41405"/>
                          <a:pt x="9196" y="66170"/>
                        </a:cubicBezTo>
                        <a:cubicBezTo>
                          <a:pt x="-3662" y="91030"/>
                          <a:pt x="-3472" y="121129"/>
                          <a:pt x="12530" y="145513"/>
                        </a:cubicBezTo>
                        <a:cubicBezTo>
                          <a:pt x="17483" y="153133"/>
                          <a:pt x="24055" y="160182"/>
                          <a:pt x="32818" y="164944"/>
                        </a:cubicBezTo>
                        <a:cubicBezTo>
                          <a:pt x="52726" y="175898"/>
                          <a:pt x="79396" y="172374"/>
                          <a:pt x="99779" y="163135"/>
                        </a:cubicBezTo>
                        <a:cubicBezTo>
                          <a:pt x="109780" y="158658"/>
                          <a:pt x="119115" y="152657"/>
                          <a:pt x="124639" y="144370"/>
                        </a:cubicBezTo>
                        <a:cubicBezTo>
                          <a:pt x="129306" y="137417"/>
                          <a:pt x="130926" y="129226"/>
                          <a:pt x="132450" y="121320"/>
                        </a:cubicBezTo>
                        <a:cubicBezTo>
                          <a:pt x="138070" y="92363"/>
                          <a:pt x="143785" y="63312"/>
                          <a:pt x="149405" y="34356"/>
                        </a:cubicBezTo>
                        <a:cubicBezTo>
                          <a:pt x="146547" y="38738"/>
                          <a:pt x="141023" y="41691"/>
                          <a:pt x="134546" y="41691"/>
                        </a:cubicBezTo>
                        <a:cubicBezTo>
                          <a:pt x="124735" y="41691"/>
                          <a:pt x="116448" y="35119"/>
                          <a:pt x="115972" y="26927"/>
                        </a:cubicBezTo>
                        <a:cubicBezTo>
                          <a:pt x="115590" y="18735"/>
                          <a:pt x="123211" y="12068"/>
                          <a:pt x="133021" y="12068"/>
                        </a:cubicBezTo>
                        <a:cubicBezTo>
                          <a:pt x="142261" y="12068"/>
                          <a:pt x="150166" y="17878"/>
                          <a:pt x="151309" y="25498"/>
                        </a:cubicBezTo>
                        <a:lnTo>
                          <a:pt x="155596" y="7210"/>
                        </a:lnTo>
                        <a:cubicBezTo>
                          <a:pt x="131307" y="-4886"/>
                          <a:pt x="100446" y="-219"/>
                          <a:pt x="75967" y="987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37" name="Forme libre : forme 18236">
                    <a:extLst>
                      <a:ext uri="{FF2B5EF4-FFF2-40B4-BE49-F238E27FC236}">
                        <a16:creationId xmlns:a16="http://schemas.microsoft.com/office/drawing/2014/main" id="{CFE6B598-F4A9-4DD7-98E1-02929BF97E68}"/>
                      </a:ext>
                    </a:extLst>
                  </p:cNvPr>
                  <p:cNvSpPr/>
                  <p:nvPr/>
                </p:nvSpPr>
                <p:spPr>
                  <a:xfrm>
                    <a:off x="5974878" y="5100557"/>
                    <a:ext cx="93230" cy="105432"/>
                  </a:xfrm>
                  <a:custGeom>
                    <a:avLst/>
                    <a:gdLst>
                      <a:gd name="connsiteX0" fmla="*/ 42449 w 93230"/>
                      <a:gd name="connsiteY0" fmla="*/ 69708 h 105432"/>
                      <a:gd name="connsiteX1" fmla="*/ 50641 w 93230"/>
                      <a:gd name="connsiteY1" fmla="*/ 45991 h 105432"/>
                      <a:gd name="connsiteX2" fmla="*/ 77501 w 93230"/>
                      <a:gd name="connsiteY2" fmla="*/ 26560 h 105432"/>
                      <a:gd name="connsiteX3" fmla="*/ 91789 w 93230"/>
                      <a:gd name="connsiteY3" fmla="*/ 21511 h 105432"/>
                      <a:gd name="connsiteX4" fmla="*/ 93122 w 93230"/>
                      <a:gd name="connsiteY4" fmla="*/ 14939 h 105432"/>
                      <a:gd name="connsiteX5" fmla="*/ 7016 w 93230"/>
                      <a:gd name="connsiteY5" fmla="*/ 29989 h 105432"/>
                      <a:gd name="connsiteX6" fmla="*/ 63 w 93230"/>
                      <a:gd name="connsiteY6" fmla="*/ 60564 h 105432"/>
                      <a:gd name="connsiteX7" fmla="*/ 3778 w 93230"/>
                      <a:gd name="connsiteY7" fmla="*/ 90282 h 105432"/>
                      <a:gd name="connsiteX8" fmla="*/ 15969 w 93230"/>
                      <a:gd name="connsiteY8" fmla="*/ 103712 h 105432"/>
                      <a:gd name="connsiteX9" fmla="*/ 49498 w 93230"/>
                      <a:gd name="connsiteY9" fmla="*/ 96378 h 105432"/>
                      <a:gd name="connsiteX10" fmla="*/ 66071 w 93230"/>
                      <a:gd name="connsiteY10" fmla="*/ 84281 h 105432"/>
                      <a:gd name="connsiteX11" fmla="*/ 63785 w 93230"/>
                      <a:gd name="connsiteY11" fmla="*/ 84853 h 105432"/>
                      <a:gd name="connsiteX12" fmla="*/ 42449 w 93230"/>
                      <a:gd name="connsiteY12" fmla="*/ 69708 h 105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3230" h="105432">
                        <a:moveTo>
                          <a:pt x="42449" y="69708"/>
                        </a:moveTo>
                        <a:cubicBezTo>
                          <a:pt x="40639" y="61230"/>
                          <a:pt x="44926" y="52848"/>
                          <a:pt x="50641" y="45991"/>
                        </a:cubicBezTo>
                        <a:cubicBezTo>
                          <a:pt x="57499" y="37799"/>
                          <a:pt x="66833" y="31227"/>
                          <a:pt x="77501" y="26560"/>
                        </a:cubicBezTo>
                        <a:cubicBezTo>
                          <a:pt x="81216" y="24940"/>
                          <a:pt x="86264" y="23130"/>
                          <a:pt x="91789" y="21511"/>
                        </a:cubicBezTo>
                        <a:cubicBezTo>
                          <a:pt x="92836" y="19702"/>
                          <a:pt x="93503" y="17701"/>
                          <a:pt x="93122" y="14939"/>
                        </a:cubicBezTo>
                        <a:cubicBezTo>
                          <a:pt x="88169" y="-20113"/>
                          <a:pt x="17303" y="15606"/>
                          <a:pt x="7016" y="29989"/>
                        </a:cubicBezTo>
                        <a:cubicBezTo>
                          <a:pt x="634" y="38942"/>
                          <a:pt x="158" y="49991"/>
                          <a:pt x="63" y="60564"/>
                        </a:cubicBezTo>
                        <a:cubicBezTo>
                          <a:pt x="-128" y="70565"/>
                          <a:pt x="-128" y="80662"/>
                          <a:pt x="3778" y="90282"/>
                        </a:cubicBezTo>
                        <a:cubicBezTo>
                          <a:pt x="5968" y="95711"/>
                          <a:pt x="9874" y="101140"/>
                          <a:pt x="15969" y="103712"/>
                        </a:cubicBezTo>
                        <a:cubicBezTo>
                          <a:pt x="27114" y="108475"/>
                          <a:pt x="39877" y="102474"/>
                          <a:pt x="49498" y="96378"/>
                        </a:cubicBezTo>
                        <a:cubicBezTo>
                          <a:pt x="55308" y="92758"/>
                          <a:pt x="61023" y="88758"/>
                          <a:pt x="66071" y="84281"/>
                        </a:cubicBezTo>
                        <a:cubicBezTo>
                          <a:pt x="65309" y="84471"/>
                          <a:pt x="64547" y="84757"/>
                          <a:pt x="63785" y="84853"/>
                        </a:cubicBezTo>
                        <a:cubicBezTo>
                          <a:pt x="53784" y="85996"/>
                          <a:pt x="44259" y="78090"/>
                          <a:pt x="42449" y="6970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38" name="Forme libre : forme 18237">
                    <a:extLst>
                      <a:ext uri="{FF2B5EF4-FFF2-40B4-BE49-F238E27FC236}">
                        <a16:creationId xmlns:a16="http://schemas.microsoft.com/office/drawing/2014/main" id="{19C0607B-987B-44EA-A86A-C3B4009285B0}"/>
                      </a:ext>
                    </a:extLst>
                  </p:cNvPr>
                  <p:cNvSpPr/>
                  <p:nvPr/>
                </p:nvSpPr>
                <p:spPr>
                  <a:xfrm>
                    <a:off x="6002518" y="4947195"/>
                    <a:ext cx="83311" cy="121663"/>
                  </a:xfrm>
                  <a:custGeom>
                    <a:avLst/>
                    <a:gdLst>
                      <a:gd name="connsiteX0" fmla="*/ 36526 w 83311"/>
                      <a:gd name="connsiteY0" fmla="*/ 121629 h 121663"/>
                      <a:gd name="connsiteX1" fmla="*/ 62529 w 83311"/>
                      <a:gd name="connsiteY1" fmla="*/ 109437 h 121663"/>
                      <a:gd name="connsiteX2" fmla="*/ 82818 w 83311"/>
                      <a:gd name="connsiteY2" fmla="*/ 82863 h 121663"/>
                      <a:gd name="connsiteX3" fmla="*/ 68339 w 83311"/>
                      <a:gd name="connsiteY3" fmla="*/ 29713 h 121663"/>
                      <a:gd name="connsiteX4" fmla="*/ 70911 w 83311"/>
                      <a:gd name="connsiteY4" fmla="*/ 471 h 121663"/>
                      <a:gd name="connsiteX5" fmla="*/ 6046 w 83311"/>
                      <a:gd name="connsiteY5" fmla="*/ 33809 h 121663"/>
                      <a:gd name="connsiteX6" fmla="*/ 10809 w 83311"/>
                      <a:gd name="connsiteY6" fmla="*/ 101246 h 121663"/>
                      <a:gd name="connsiteX7" fmla="*/ 36526 w 83311"/>
                      <a:gd name="connsiteY7" fmla="*/ 121629 h 121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311" h="121663">
                        <a:moveTo>
                          <a:pt x="36526" y="121629"/>
                        </a:moveTo>
                        <a:cubicBezTo>
                          <a:pt x="47003" y="122200"/>
                          <a:pt x="55386" y="115533"/>
                          <a:pt x="62529" y="109437"/>
                        </a:cubicBezTo>
                        <a:cubicBezTo>
                          <a:pt x="71387" y="101722"/>
                          <a:pt x="80626" y="93435"/>
                          <a:pt x="82818" y="82863"/>
                        </a:cubicBezTo>
                        <a:cubicBezTo>
                          <a:pt x="86437" y="64955"/>
                          <a:pt x="69006" y="47905"/>
                          <a:pt x="68339" y="29713"/>
                        </a:cubicBezTo>
                        <a:lnTo>
                          <a:pt x="70911" y="471"/>
                        </a:lnTo>
                        <a:cubicBezTo>
                          <a:pt x="43289" y="-2958"/>
                          <a:pt x="16428" y="12758"/>
                          <a:pt x="6046" y="33809"/>
                        </a:cubicBezTo>
                        <a:cubicBezTo>
                          <a:pt x="-4336" y="54859"/>
                          <a:pt x="-431" y="79814"/>
                          <a:pt x="10809" y="101246"/>
                        </a:cubicBezTo>
                        <a:cubicBezTo>
                          <a:pt x="15761" y="110675"/>
                          <a:pt x="24239" y="120963"/>
                          <a:pt x="36526" y="12162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39" name="Forme libre : forme 18238">
                    <a:extLst>
                      <a:ext uri="{FF2B5EF4-FFF2-40B4-BE49-F238E27FC236}">
                        <a16:creationId xmlns:a16="http://schemas.microsoft.com/office/drawing/2014/main" id="{DF8AAA0B-F2E0-4A18-9457-CC987712F58A}"/>
                      </a:ext>
                    </a:extLst>
                  </p:cNvPr>
                  <p:cNvSpPr/>
                  <p:nvPr/>
                </p:nvSpPr>
                <p:spPr>
                  <a:xfrm>
                    <a:off x="6207594" y="4922747"/>
                    <a:ext cx="171343" cy="133573"/>
                  </a:xfrm>
                  <a:custGeom>
                    <a:avLst/>
                    <a:gdLst>
                      <a:gd name="connsiteX0" fmla="*/ 171302 w 171343"/>
                      <a:gd name="connsiteY0" fmla="*/ 39682 h 133573"/>
                      <a:gd name="connsiteX1" fmla="*/ 140632 w 171343"/>
                      <a:gd name="connsiteY1" fmla="*/ 1868 h 133573"/>
                      <a:gd name="connsiteX2" fmla="*/ 31380 w 171343"/>
                      <a:gd name="connsiteY2" fmla="*/ 20728 h 133573"/>
                      <a:gd name="connsiteX3" fmla="*/ 12806 w 171343"/>
                      <a:gd name="connsiteY3" fmla="*/ 35682 h 133573"/>
                      <a:gd name="connsiteX4" fmla="*/ 4900 w 171343"/>
                      <a:gd name="connsiteY4" fmla="*/ 58923 h 133573"/>
                      <a:gd name="connsiteX5" fmla="*/ 43 w 171343"/>
                      <a:gd name="connsiteY5" fmla="*/ 108167 h 133573"/>
                      <a:gd name="connsiteX6" fmla="*/ 1662 w 171343"/>
                      <a:gd name="connsiteY6" fmla="*/ 117501 h 133573"/>
                      <a:gd name="connsiteX7" fmla="*/ 12711 w 171343"/>
                      <a:gd name="connsiteY7" fmla="*/ 124836 h 133573"/>
                      <a:gd name="connsiteX8" fmla="*/ 121486 w 171343"/>
                      <a:gd name="connsiteY8" fmla="*/ 119216 h 133573"/>
                      <a:gd name="connsiteX9" fmla="*/ 171302 w 171343"/>
                      <a:gd name="connsiteY9" fmla="*/ 39682 h 133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1343" h="133573">
                        <a:moveTo>
                          <a:pt x="171302" y="39682"/>
                        </a:moveTo>
                        <a:lnTo>
                          <a:pt x="140632" y="1868"/>
                        </a:lnTo>
                        <a:cubicBezTo>
                          <a:pt x="102627" y="-3656"/>
                          <a:pt x="62717" y="3201"/>
                          <a:pt x="31380" y="20728"/>
                        </a:cubicBezTo>
                        <a:cubicBezTo>
                          <a:pt x="24141" y="24728"/>
                          <a:pt x="17283" y="29490"/>
                          <a:pt x="12806" y="35682"/>
                        </a:cubicBezTo>
                        <a:cubicBezTo>
                          <a:pt x="7853" y="42540"/>
                          <a:pt x="6234" y="50826"/>
                          <a:pt x="4900" y="58923"/>
                        </a:cubicBezTo>
                        <a:cubicBezTo>
                          <a:pt x="2328" y="75210"/>
                          <a:pt x="709" y="91689"/>
                          <a:pt x="43" y="108167"/>
                        </a:cubicBezTo>
                        <a:cubicBezTo>
                          <a:pt x="-53" y="111310"/>
                          <a:pt x="-148" y="114644"/>
                          <a:pt x="1662" y="117501"/>
                        </a:cubicBezTo>
                        <a:cubicBezTo>
                          <a:pt x="3853" y="121026"/>
                          <a:pt x="8329" y="123121"/>
                          <a:pt x="12711" y="124836"/>
                        </a:cubicBezTo>
                        <a:cubicBezTo>
                          <a:pt x="47668" y="138266"/>
                          <a:pt x="90054" y="136075"/>
                          <a:pt x="121486" y="119216"/>
                        </a:cubicBezTo>
                        <a:cubicBezTo>
                          <a:pt x="153014" y="102261"/>
                          <a:pt x="172350" y="71210"/>
                          <a:pt x="171302" y="3968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40" name="Forme libre : forme 18239">
                    <a:extLst>
                      <a:ext uri="{FF2B5EF4-FFF2-40B4-BE49-F238E27FC236}">
                        <a16:creationId xmlns:a16="http://schemas.microsoft.com/office/drawing/2014/main" id="{F1B3BECA-4E2C-4A71-A431-06BF5D3838ED}"/>
                      </a:ext>
                    </a:extLst>
                  </p:cNvPr>
                  <p:cNvSpPr/>
                  <p:nvPr/>
                </p:nvSpPr>
                <p:spPr>
                  <a:xfrm>
                    <a:off x="6193336" y="5083921"/>
                    <a:ext cx="110719" cy="93792"/>
                  </a:xfrm>
                  <a:custGeom>
                    <a:avLst/>
                    <a:gdLst>
                      <a:gd name="connsiteX0" fmla="*/ 64498 w 110719"/>
                      <a:gd name="connsiteY0" fmla="*/ 88916 h 93792"/>
                      <a:gd name="connsiteX1" fmla="*/ 110504 w 110719"/>
                      <a:gd name="connsiteY1" fmla="*/ 29003 h 93792"/>
                      <a:gd name="connsiteX2" fmla="*/ 107932 w 110719"/>
                      <a:gd name="connsiteY2" fmla="*/ 18717 h 93792"/>
                      <a:gd name="connsiteX3" fmla="*/ 91072 w 110719"/>
                      <a:gd name="connsiteY3" fmla="*/ 31004 h 93792"/>
                      <a:gd name="connsiteX4" fmla="*/ 72499 w 110719"/>
                      <a:gd name="connsiteY4" fmla="*/ 16240 h 93792"/>
                      <a:gd name="connsiteX5" fmla="*/ 83643 w 110719"/>
                      <a:gd name="connsiteY5" fmla="*/ 2334 h 93792"/>
                      <a:gd name="connsiteX6" fmla="*/ 15254 w 110719"/>
                      <a:gd name="connsiteY6" fmla="*/ 3477 h 93792"/>
                      <a:gd name="connsiteX7" fmla="*/ 4681 w 110719"/>
                      <a:gd name="connsiteY7" fmla="*/ 6334 h 93792"/>
                      <a:gd name="connsiteX8" fmla="*/ 2205 w 110719"/>
                      <a:gd name="connsiteY8" fmla="*/ 25765 h 93792"/>
                      <a:gd name="connsiteX9" fmla="*/ 64498 w 110719"/>
                      <a:gd name="connsiteY9" fmla="*/ 88916 h 93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0719" h="93792">
                        <a:moveTo>
                          <a:pt x="64498" y="88916"/>
                        </a:moveTo>
                        <a:cubicBezTo>
                          <a:pt x="109837" y="110633"/>
                          <a:pt x="111647" y="54245"/>
                          <a:pt x="110504" y="29003"/>
                        </a:cubicBezTo>
                        <a:cubicBezTo>
                          <a:pt x="110313" y="25098"/>
                          <a:pt x="109361" y="21765"/>
                          <a:pt x="107932" y="18717"/>
                        </a:cubicBezTo>
                        <a:cubicBezTo>
                          <a:pt x="106789" y="25670"/>
                          <a:pt x="99836" y="30909"/>
                          <a:pt x="91072" y="31004"/>
                        </a:cubicBezTo>
                        <a:cubicBezTo>
                          <a:pt x="81262" y="31004"/>
                          <a:pt x="72975" y="24432"/>
                          <a:pt x="72499" y="16240"/>
                        </a:cubicBezTo>
                        <a:cubicBezTo>
                          <a:pt x="72213" y="9859"/>
                          <a:pt x="76880" y="4334"/>
                          <a:pt x="83643" y="2334"/>
                        </a:cubicBezTo>
                        <a:cubicBezTo>
                          <a:pt x="62307" y="-2524"/>
                          <a:pt x="33161" y="1381"/>
                          <a:pt x="15254" y="3477"/>
                        </a:cubicBezTo>
                        <a:cubicBezTo>
                          <a:pt x="11539" y="3953"/>
                          <a:pt x="7633" y="4429"/>
                          <a:pt x="4681" y="6334"/>
                        </a:cubicBezTo>
                        <a:cubicBezTo>
                          <a:pt x="-1796" y="10525"/>
                          <a:pt x="-463" y="19098"/>
                          <a:pt x="2205" y="25765"/>
                        </a:cubicBezTo>
                        <a:cubicBezTo>
                          <a:pt x="12777" y="51959"/>
                          <a:pt x="35447" y="75009"/>
                          <a:pt x="64498" y="8891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41" name="Forme libre : forme 18240">
                    <a:extLst>
                      <a:ext uri="{FF2B5EF4-FFF2-40B4-BE49-F238E27FC236}">
                        <a16:creationId xmlns:a16="http://schemas.microsoft.com/office/drawing/2014/main" id="{DF4AA462-7B0D-4723-9EF8-1D82CE3DA8AC}"/>
                      </a:ext>
                    </a:extLst>
                  </p:cNvPr>
                  <p:cNvSpPr/>
                  <p:nvPr/>
                </p:nvSpPr>
                <p:spPr>
                  <a:xfrm>
                    <a:off x="6175831" y="5294379"/>
                    <a:ext cx="123436" cy="140585"/>
                  </a:xfrm>
                  <a:custGeom>
                    <a:avLst/>
                    <a:gdLst>
                      <a:gd name="connsiteX0" fmla="*/ 112197 w 123436"/>
                      <a:gd name="connsiteY0" fmla="*/ 21428 h 140585"/>
                      <a:gd name="connsiteX1" fmla="*/ 26472 w 123436"/>
                      <a:gd name="connsiteY1" fmla="*/ 30953 h 140585"/>
                      <a:gd name="connsiteX2" fmla="*/ 2564 w 123436"/>
                      <a:gd name="connsiteY2" fmla="*/ 90865 h 140585"/>
                      <a:gd name="connsiteX3" fmla="*/ 31330 w 123436"/>
                      <a:gd name="connsiteY3" fmla="*/ 124488 h 140585"/>
                      <a:gd name="connsiteX4" fmla="*/ 48761 w 123436"/>
                      <a:gd name="connsiteY4" fmla="*/ 140585 h 140585"/>
                      <a:gd name="connsiteX5" fmla="*/ 123437 w 123436"/>
                      <a:gd name="connsiteY5" fmla="*/ 119249 h 140585"/>
                      <a:gd name="connsiteX6" fmla="*/ 112769 w 123436"/>
                      <a:gd name="connsiteY6" fmla="*/ 79340 h 140585"/>
                      <a:gd name="connsiteX7" fmla="*/ 112197 w 123436"/>
                      <a:gd name="connsiteY7" fmla="*/ 21428 h 140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436" h="140585">
                        <a:moveTo>
                          <a:pt x="112197" y="21428"/>
                        </a:moveTo>
                        <a:cubicBezTo>
                          <a:pt x="102005" y="-23435"/>
                          <a:pt x="47523" y="13331"/>
                          <a:pt x="26472" y="30953"/>
                        </a:cubicBezTo>
                        <a:cubicBezTo>
                          <a:pt x="7803" y="46574"/>
                          <a:pt x="-5913" y="69434"/>
                          <a:pt x="2564" y="90865"/>
                        </a:cubicBezTo>
                        <a:cubicBezTo>
                          <a:pt x="7708" y="104010"/>
                          <a:pt x="20186" y="114202"/>
                          <a:pt x="31330" y="124488"/>
                        </a:cubicBezTo>
                        <a:cubicBezTo>
                          <a:pt x="37140" y="129822"/>
                          <a:pt x="42855" y="135251"/>
                          <a:pt x="48761" y="140585"/>
                        </a:cubicBezTo>
                        <a:lnTo>
                          <a:pt x="123437" y="119249"/>
                        </a:lnTo>
                        <a:cubicBezTo>
                          <a:pt x="118198" y="106296"/>
                          <a:pt x="114483" y="92866"/>
                          <a:pt x="112769" y="79340"/>
                        </a:cubicBezTo>
                        <a:cubicBezTo>
                          <a:pt x="110197" y="60194"/>
                          <a:pt x="116483" y="40192"/>
                          <a:pt x="112197" y="2142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42" name="Forme libre : forme 18241">
                    <a:extLst>
                      <a:ext uri="{FF2B5EF4-FFF2-40B4-BE49-F238E27FC236}">
                        <a16:creationId xmlns:a16="http://schemas.microsoft.com/office/drawing/2014/main" id="{15678BC0-CE59-4A35-98DD-DCDF8514842A}"/>
                      </a:ext>
                    </a:extLst>
                  </p:cNvPr>
                  <p:cNvSpPr/>
                  <p:nvPr/>
                </p:nvSpPr>
                <p:spPr>
                  <a:xfrm>
                    <a:off x="6543684" y="4921769"/>
                    <a:ext cx="218597" cy="206146"/>
                  </a:xfrm>
                  <a:custGeom>
                    <a:avLst/>
                    <a:gdLst>
                      <a:gd name="connsiteX0" fmla="*/ 201449 w 218597"/>
                      <a:gd name="connsiteY0" fmla="*/ 140863 h 206146"/>
                      <a:gd name="connsiteX1" fmla="*/ 104103 w 218597"/>
                      <a:gd name="connsiteY1" fmla="*/ 41707 h 206146"/>
                      <a:gd name="connsiteX2" fmla="*/ 77814 w 218597"/>
                      <a:gd name="connsiteY2" fmla="*/ 1417 h 206146"/>
                      <a:gd name="connsiteX3" fmla="*/ 13235 w 218597"/>
                      <a:gd name="connsiteY3" fmla="*/ 23515 h 206146"/>
                      <a:gd name="connsiteX4" fmla="*/ 1138 w 218597"/>
                      <a:gd name="connsiteY4" fmla="*/ 72854 h 206146"/>
                      <a:gd name="connsiteX5" fmla="*/ 20950 w 218597"/>
                      <a:gd name="connsiteY5" fmla="*/ 122575 h 206146"/>
                      <a:gd name="connsiteX6" fmla="*/ 66860 w 218597"/>
                      <a:gd name="connsiteY6" fmla="*/ 174296 h 206146"/>
                      <a:gd name="connsiteX7" fmla="*/ 134869 w 218597"/>
                      <a:gd name="connsiteY7" fmla="*/ 202299 h 206146"/>
                      <a:gd name="connsiteX8" fmla="*/ 205449 w 218597"/>
                      <a:gd name="connsiteY8" fmla="*/ 194203 h 206146"/>
                      <a:gd name="connsiteX9" fmla="*/ 201449 w 218597"/>
                      <a:gd name="connsiteY9" fmla="*/ 140863 h 206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8597" h="206146">
                        <a:moveTo>
                          <a:pt x="201449" y="140863"/>
                        </a:moveTo>
                        <a:cubicBezTo>
                          <a:pt x="155253" y="119432"/>
                          <a:pt x="120867" y="82951"/>
                          <a:pt x="104103" y="41707"/>
                        </a:cubicBezTo>
                        <a:cubicBezTo>
                          <a:pt x="98579" y="28182"/>
                          <a:pt x="96769" y="6942"/>
                          <a:pt x="77814" y="1417"/>
                        </a:cubicBezTo>
                        <a:cubicBezTo>
                          <a:pt x="56764" y="-4775"/>
                          <a:pt x="25046" y="10561"/>
                          <a:pt x="13235" y="23515"/>
                        </a:cubicBezTo>
                        <a:cubicBezTo>
                          <a:pt x="852" y="37136"/>
                          <a:pt x="-1910" y="55614"/>
                          <a:pt x="1138" y="72854"/>
                        </a:cubicBezTo>
                        <a:cubicBezTo>
                          <a:pt x="4282" y="90095"/>
                          <a:pt x="12664" y="106478"/>
                          <a:pt x="20950" y="122575"/>
                        </a:cubicBezTo>
                        <a:cubicBezTo>
                          <a:pt x="31332" y="142673"/>
                          <a:pt x="43429" y="164294"/>
                          <a:pt x="66860" y="174296"/>
                        </a:cubicBezTo>
                        <a:cubicBezTo>
                          <a:pt x="89435" y="183916"/>
                          <a:pt x="110866" y="196013"/>
                          <a:pt x="134869" y="202299"/>
                        </a:cubicBezTo>
                        <a:cubicBezTo>
                          <a:pt x="158967" y="208586"/>
                          <a:pt x="187447" y="208014"/>
                          <a:pt x="205449" y="194203"/>
                        </a:cubicBezTo>
                        <a:cubicBezTo>
                          <a:pt x="223642" y="180487"/>
                          <a:pt x="223547" y="151150"/>
                          <a:pt x="201449" y="14086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43" name="Forme libre : forme 18242">
                    <a:extLst>
                      <a:ext uri="{FF2B5EF4-FFF2-40B4-BE49-F238E27FC236}">
                        <a16:creationId xmlns:a16="http://schemas.microsoft.com/office/drawing/2014/main" id="{4EC815B2-21EA-48EB-A70B-4AD24B8DB799}"/>
                      </a:ext>
                    </a:extLst>
                  </p:cNvPr>
                  <p:cNvSpPr/>
                  <p:nvPr/>
                </p:nvSpPr>
                <p:spPr>
                  <a:xfrm>
                    <a:off x="6378046" y="5133886"/>
                    <a:ext cx="194208" cy="246023"/>
                  </a:xfrm>
                  <a:custGeom>
                    <a:avLst/>
                    <a:gdLst>
                      <a:gd name="connsiteX0" fmla="*/ 166681 w 194208"/>
                      <a:gd name="connsiteY0" fmla="*/ 172681 h 246023"/>
                      <a:gd name="connsiteX1" fmla="*/ 107626 w 194208"/>
                      <a:gd name="connsiteY1" fmla="*/ 88481 h 246023"/>
                      <a:gd name="connsiteX2" fmla="*/ 106769 w 194208"/>
                      <a:gd name="connsiteY2" fmla="*/ 86861 h 246023"/>
                      <a:gd name="connsiteX3" fmla="*/ 89052 w 194208"/>
                      <a:gd name="connsiteY3" fmla="*/ 95719 h 246023"/>
                      <a:gd name="connsiteX4" fmla="*/ 77336 w 194208"/>
                      <a:gd name="connsiteY4" fmla="*/ 99815 h 246023"/>
                      <a:gd name="connsiteX5" fmla="*/ 55905 w 194208"/>
                      <a:gd name="connsiteY5" fmla="*/ 84575 h 246023"/>
                      <a:gd name="connsiteX6" fmla="*/ 64096 w 194208"/>
                      <a:gd name="connsiteY6" fmla="*/ 60858 h 246023"/>
                      <a:gd name="connsiteX7" fmla="*/ 90957 w 194208"/>
                      <a:gd name="connsiteY7" fmla="*/ 41427 h 246023"/>
                      <a:gd name="connsiteX8" fmla="*/ 114770 w 194208"/>
                      <a:gd name="connsiteY8" fmla="*/ 34188 h 246023"/>
                      <a:gd name="connsiteX9" fmla="*/ 102863 w 194208"/>
                      <a:gd name="connsiteY9" fmla="*/ 5613 h 246023"/>
                      <a:gd name="connsiteX10" fmla="*/ 22948 w 194208"/>
                      <a:gd name="connsiteY10" fmla="*/ 48666 h 246023"/>
                      <a:gd name="connsiteX11" fmla="*/ 5708 w 194208"/>
                      <a:gd name="connsiteY11" fmla="*/ 104863 h 246023"/>
                      <a:gd name="connsiteX12" fmla="*/ 8089 w 194208"/>
                      <a:gd name="connsiteY12" fmla="*/ 203352 h 246023"/>
                      <a:gd name="connsiteX13" fmla="*/ 38951 w 194208"/>
                      <a:gd name="connsiteY13" fmla="*/ 246024 h 246023"/>
                      <a:gd name="connsiteX14" fmla="*/ 194208 w 194208"/>
                      <a:gd name="connsiteY14" fmla="*/ 201637 h 246023"/>
                      <a:gd name="connsiteX15" fmla="*/ 166681 w 194208"/>
                      <a:gd name="connsiteY15" fmla="*/ 172681 h 246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94208" h="246023">
                        <a:moveTo>
                          <a:pt x="166681" y="172681"/>
                        </a:moveTo>
                        <a:cubicBezTo>
                          <a:pt x="141345" y="147726"/>
                          <a:pt x="124295" y="117913"/>
                          <a:pt x="107626" y="88481"/>
                        </a:cubicBezTo>
                        <a:cubicBezTo>
                          <a:pt x="107245" y="87909"/>
                          <a:pt x="107150" y="87432"/>
                          <a:pt x="106769" y="86861"/>
                        </a:cubicBezTo>
                        <a:cubicBezTo>
                          <a:pt x="100863" y="89814"/>
                          <a:pt x="94958" y="92766"/>
                          <a:pt x="89052" y="95719"/>
                        </a:cubicBezTo>
                        <a:cubicBezTo>
                          <a:pt x="85433" y="97529"/>
                          <a:pt x="81623" y="99434"/>
                          <a:pt x="77336" y="99815"/>
                        </a:cubicBezTo>
                        <a:cubicBezTo>
                          <a:pt x="67240" y="100863"/>
                          <a:pt x="57715" y="92957"/>
                          <a:pt x="55905" y="84575"/>
                        </a:cubicBezTo>
                        <a:cubicBezTo>
                          <a:pt x="54095" y="76098"/>
                          <a:pt x="58382" y="67716"/>
                          <a:pt x="64096" y="60858"/>
                        </a:cubicBezTo>
                        <a:cubicBezTo>
                          <a:pt x="70955" y="52667"/>
                          <a:pt x="80289" y="46094"/>
                          <a:pt x="90957" y="41427"/>
                        </a:cubicBezTo>
                        <a:cubicBezTo>
                          <a:pt x="96767" y="38855"/>
                          <a:pt x="105626" y="35902"/>
                          <a:pt x="114770" y="34188"/>
                        </a:cubicBezTo>
                        <a:cubicBezTo>
                          <a:pt x="118294" y="23710"/>
                          <a:pt x="114103" y="13138"/>
                          <a:pt x="102863" y="5613"/>
                        </a:cubicBezTo>
                        <a:cubicBezTo>
                          <a:pt x="71050" y="-15628"/>
                          <a:pt x="35427" y="28854"/>
                          <a:pt x="22948" y="48666"/>
                        </a:cubicBezTo>
                        <a:cubicBezTo>
                          <a:pt x="12186" y="65811"/>
                          <a:pt x="8947" y="85527"/>
                          <a:pt x="5708" y="104863"/>
                        </a:cubicBezTo>
                        <a:cubicBezTo>
                          <a:pt x="374" y="137534"/>
                          <a:pt x="-4864" y="171634"/>
                          <a:pt x="8089" y="203352"/>
                        </a:cubicBezTo>
                        <a:cubicBezTo>
                          <a:pt x="14567" y="219259"/>
                          <a:pt x="25425" y="233546"/>
                          <a:pt x="38951" y="246024"/>
                        </a:cubicBezTo>
                        <a:lnTo>
                          <a:pt x="194208" y="201637"/>
                        </a:lnTo>
                        <a:cubicBezTo>
                          <a:pt x="187160" y="191255"/>
                          <a:pt x="176206" y="182016"/>
                          <a:pt x="166681" y="17268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44" name="Forme libre : forme 18243">
                    <a:extLst>
                      <a:ext uri="{FF2B5EF4-FFF2-40B4-BE49-F238E27FC236}">
                        <a16:creationId xmlns:a16="http://schemas.microsoft.com/office/drawing/2014/main" id="{65B872F9-E7CE-48AE-A7DC-65641EF02B9E}"/>
                      </a:ext>
                    </a:extLst>
                  </p:cNvPr>
                  <p:cNvSpPr/>
                  <p:nvPr/>
                </p:nvSpPr>
                <p:spPr>
                  <a:xfrm>
                    <a:off x="6774792" y="5051615"/>
                    <a:ext cx="227992" cy="198673"/>
                  </a:xfrm>
                  <a:custGeom>
                    <a:avLst/>
                    <a:gdLst>
                      <a:gd name="connsiteX0" fmla="*/ 200560 w 227992"/>
                      <a:gd name="connsiteY0" fmla="*/ 42069 h 198673"/>
                      <a:gd name="connsiteX1" fmla="*/ 225801 w 227992"/>
                      <a:gd name="connsiteY1" fmla="*/ 14732 h 198673"/>
                      <a:gd name="connsiteX2" fmla="*/ 227992 w 227992"/>
                      <a:gd name="connsiteY2" fmla="*/ 13494 h 198673"/>
                      <a:gd name="connsiteX3" fmla="*/ 188368 w 227992"/>
                      <a:gd name="connsiteY3" fmla="*/ 349 h 198673"/>
                      <a:gd name="connsiteX4" fmla="*/ 120645 w 227992"/>
                      <a:gd name="connsiteY4" fmla="*/ 63500 h 198673"/>
                      <a:gd name="connsiteX5" fmla="*/ 51018 w 227992"/>
                      <a:gd name="connsiteY5" fmla="*/ 109887 h 198673"/>
                      <a:gd name="connsiteX6" fmla="*/ 249 w 227992"/>
                      <a:gd name="connsiteY6" fmla="*/ 168656 h 198673"/>
                      <a:gd name="connsiteX7" fmla="*/ 2440 w 227992"/>
                      <a:gd name="connsiteY7" fmla="*/ 182658 h 198673"/>
                      <a:gd name="connsiteX8" fmla="*/ 18823 w 227992"/>
                      <a:gd name="connsiteY8" fmla="*/ 194469 h 198673"/>
                      <a:gd name="connsiteX9" fmla="*/ 69020 w 227992"/>
                      <a:gd name="connsiteY9" fmla="*/ 195802 h 198673"/>
                      <a:gd name="connsiteX10" fmla="*/ 196750 w 227992"/>
                      <a:gd name="connsiteY10" fmla="*/ 54165 h 198673"/>
                      <a:gd name="connsiteX11" fmla="*/ 200560 w 227992"/>
                      <a:gd name="connsiteY11" fmla="*/ 42069 h 198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7992" h="198673">
                        <a:moveTo>
                          <a:pt x="200560" y="42069"/>
                        </a:moveTo>
                        <a:cubicBezTo>
                          <a:pt x="206370" y="31496"/>
                          <a:pt x="214657" y="21685"/>
                          <a:pt x="225801" y="14732"/>
                        </a:cubicBezTo>
                        <a:cubicBezTo>
                          <a:pt x="226468" y="14256"/>
                          <a:pt x="227325" y="13875"/>
                          <a:pt x="227992" y="13494"/>
                        </a:cubicBezTo>
                        <a:cubicBezTo>
                          <a:pt x="217419" y="4540"/>
                          <a:pt x="204180" y="-1556"/>
                          <a:pt x="188368" y="349"/>
                        </a:cubicBezTo>
                        <a:cubicBezTo>
                          <a:pt x="150554" y="4826"/>
                          <a:pt x="139791" y="41878"/>
                          <a:pt x="120645" y="63500"/>
                        </a:cubicBezTo>
                        <a:cubicBezTo>
                          <a:pt x="102834" y="83502"/>
                          <a:pt x="75497" y="95599"/>
                          <a:pt x="51018" y="109887"/>
                        </a:cubicBezTo>
                        <a:cubicBezTo>
                          <a:pt x="26634" y="124270"/>
                          <a:pt x="3107" y="143605"/>
                          <a:pt x="249" y="168656"/>
                        </a:cubicBezTo>
                        <a:cubicBezTo>
                          <a:pt x="-322" y="173323"/>
                          <a:pt x="-36" y="178372"/>
                          <a:pt x="2440" y="182658"/>
                        </a:cubicBezTo>
                        <a:cubicBezTo>
                          <a:pt x="5679" y="188182"/>
                          <a:pt x="12060" y="191992"/>
                          <a:pt x="18823" y="194469"/>
                        </a:cubicBezTo>
                        <a:cubicBezTo>
                          <a:pt x="34730" y="200279"/>
                          <a:pt x="52351" y="199422"/>
                          <a:pt x="69020" y="195802"/>
                        </a:cubicBezTo>
                        <a:lnTo>
                          <a:pt x="196750" y="54165"/>
                        </a:lnTo>
                        <a:cubicBezTo>
                          <a:pt x="196750" y="49974"/>
                          <a:pt x="198464" y="45783"/>
                          <a:pt x="200560" y="4206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45" name="Forme libre : forme 18244">
                    <a:extLst>
                      <a:ext uri="{FF2B5EF4-FFF2-40B4-BE49-F238E27FC236}">
                        <a16:creationId xmlns:a16="http://schemas.microsoft.com/office/drawing/2014/main" id="{36D0E79C-822C-4AD0-952F-E2AC6F787CC4}"/>
                      </a:ext>
                    </a:extLst>
                  </p:cNvPr>
                  <p:cNvSpPr/>
                  <p:nvPr/>
                </p:nvSpPr>
                <p:spPr>
                  <a:xfrm>
                    <a:off x="1253303" y="5130550"/>
                    <a:ext cx="36688" cy="52954"/>
                  </a:xfrm>
                  <a:custGeom>
                    <a:avLst/>
                    <a:gdLst>
                      <a:gd name="connsiteX0" fmla="*/ 9525 w 36688"/>
                      <a:gd name="connsiteY0" fmla="*/ 11616 h 52954"/>
                      <a:gd name="connsiteX1" fmla="*/ 28099 w 36688"/>
                      <a:gd name="connsiteY1" fmla="*/ 26379 h 52954"/>
                      <a:gd name="connsiteX2" fmla="*/ 11049 w 36688"/>
                      <a:gd name="connsiteY2" fmla="*/ 41238 h 52954"/>
                      <a:gd name="connsiteX3" fmla="*/ 3429 w 36688"/>
                      <a:gd name="connsiteY3" fmla="*/ 39810 h 52954"/>
                      <a:gd name="connsiteX4" fmla="*/ 1715 w 36688"/>
                      <a:gd name="connsiteY4" fmla="*/ 52955 h 52954"/>
                      <a:gd name="connsiteX5" fmla="*/ 29718 w 36688"/>
                      <a:gd name="connsiteY5" fmla="*/ 7425 h 52954"/>
                      <a:gd name="connsiteX6" fmla="*/ 0 w 36688"/>
                      <a:gd name="connsiteY6" fmla="*/ 1139 h 52954"/>
                      <a:gd name="connsiteX7" fmla="*/ 3620 w 36688"/>
                      <a:gd name="connsiteY7" fmla="*/ 12663 h 52954"/>
                      <a:gd name="connsiteX8" fmla="*/ 9525 w 36688"/>
                      <a:gd name="connsiteY8" fmla="*/ 11616 h 52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6688" h="52954">
                        <a:moveTo>
                          <a:pt x="9525" y="11616"/>
                        </a:moveTo>
                        <a:cubicBezTo>
                          <a:pt x="19336" y="11616"/>
                          <a:pt x="27622" y="18188"/>
                          <a:pt x="28099" y="26379"/>
                        </a:cubicBezTo>
                        <a:cubicBezTo>
                          <a:pt x="28480" y="34571"/>
                          <a:pt x="20860" y="41238"/>
                          <a:pt x="11049" y="41238"/>
                        </a:cubicBezTo>
                        <a:cubicBezTo>
                          <a:pt x="8287" y="41238"/>
                          <a:pt x="5715" y="40667"/>
                          <a:pt x="3429" y="39810"/>
                        </a:cubicBezTo>
                        <a:cubicBezTo>
                          <a:pt x="2953" y="44192"/>
                          <a:pt x="2381" y="48573"/>
                          <a:pt x="1715" y="52955"/>
                        </a:cubicBezTo>
                        <a:cubicBezTo>
                          <a:pt x="24384" y="41048"/>
                          <a:pt x="49054" y="22379"/>
                          <a:pt x="29718" y="7425"/>
                        </a:cubicBezTo>
                        <a:cubicBezTo>
                          <a:pt x="20098" y="-4"/>
                          <a:pt x="9811" y="-1338"/>
                          <a:pt x="0" y="1139"/>
                        </a:cubicBezTo>
                        <a:cubicBezTo>
                          <a:pt x="1810" y="4567"/>
                          <a:pt x="2953" y="8473"/>
                          <a:pt x="3620" y="12663"/>
                        </a:cubicBezTo>
                        <a:cubicBezTo>
                          <a:pt x="5429" y="11997"/>
                          <a:pt x="7429" y="11616"/>
                          <a:pt x="9525" y="1161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46" name="Forme libre : forme 18245">
                    <a:extLst>
                      <a:ext uri="{FF2B5EF4-FFF2-40B4-BE49-F238E27FC236}">
                        <a16:creationId xmlns:a16="http://schemas.microsoft.com/office/drawing/2014/main" id="{5F48C2D5-82AD-4321-A839-1E6CA810AAD6}"/>
                      </a:ext>
                    </a:extLst>
                  </p:cNvPr>
                  <p:cNvSpPr/>
                  <p:nvPr/>
                </p:nvSpPr>
                <p:spPr>
                  <a:xfrm>
                    <a:off x="1203186" y="5131498"/>
                    <a:ext cx="53736" cy="65279"/>
                  </a:xfrm>
                  <a:custGeom>
                    <a:avLst/>
                    <a:gdLst>
                      <a:gd name="connsiteX0" fmla="*/ 2873 w 53736"/>
                      <a:gd name="connsiteY0" fmla="*/ 41434 h 65279"/>
                      <a:gd name="connsiteX1" fmla="*/ 5064 w 53736"/>
                      <a:gd name="connsiteY1" fmla="*/ 62675 h 65279"/>
                      <a:gd name="connsiteX2" fmla="*/ 28305 w 53736"/>
                      <a:gd name="connsiteY2" fmla="*/ 62484 h 65279"/>
                      <a:gd name="connsiteX3" fmla="*/ 51832 w 53736"/>
                      <a:gd name="connsiteY3" fmla="*/ 51911 h 65279"/>
                      <a:gd name="connsiteX4" fmla="*/ 53546 w 53736"/>
                      <a:gd name="connsiteY4" fmla="*/ 38767 h 65279"/>
                      <a:gd name="connsiteX5" fmla="*/ 42688 w 53736"/>
                      <a:gd name="connsiteY5" fmla="*/ 25432 h 65279"/>
                      <a:gd name="connsiteX6" fmla="*/ 53737 w 53736"/>
                      <a:gd name="connsiteY6" fmla="*/ 11525 h 65279"/>
                      <a:gd name="connsiteX7" fmla="*/ 50117 w 53736"/>
                      <a:gd name="connsiteY7" fmla="*/ 0 h 65279"/>
                      <a:gd name="connsiteX8" fmla="*/ 2873 w 53736"/>
                      <a:gd name="connsiteY8" fmla="*/ 41434 h 65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3736" h="65279">
                        <a:moveTo>
                          <a:pt x="2873" y="41434"/>
                        </a:moveTo>
                        <a:cubicBezTo>
                          <a:pt x="-556" y="48387"/>
                          <a:pt x="-2080" y="57721"/>
                          <a:pt x="5064" y="62675"/>
                        </a:cubicBezTo>
                        <a:cubicBezTo>
                          <a:pt x="11446" y="67056"/>
                          <a:pt x="20876" y="65151"/>
                          <a:pt x="28305" y="62484"/>
                        </a:cubicBezTo>
                        <a:cubicBezTo>
                          <a:pt x="33734" y="60484"/>
                          <a:pt x="42593" y="56769"/>
                          <a:pt x="51832" y="51911"/>
                        </a:cubicBezTo>
                        <a:cubicBezTo>
                          <a:pt x="52499" y="47625"/>
                          <a:pt x="53070" y="43244"/>
                          <a:pt x="53546" y="38767"/>
                        </a:cubicBezTo>
                        <a:cubicBezTo>
                          <a:pt x="47450" y="36386"/>
                          <a:pt x="42974" y="31338"/>
                          <a:pt x="42688" y="25432"/>
                        </a:cubicBezTo>
                        <a:cubicBezTo>
                          <a:pt x="42402" y="19050"/>
                          <a:pt x="47069" y="13621"/>
                          <a:pt x="53737" y="11525"/>
                        </a:cubicBezTo>
                        <a:cubicBezTo>
                          <a:pt x="53070" y="7334"/>
                          <a:pt x="52022" y="3429"/>
                          <a:pt x="50117" y="0"/>
                        </a:cubicBezTo>
                        <a:cubicBezTo>
                          <a:pt x="28877" y="5239"/>
                          <a:pt x="9636" y="27623"/>
                          <a:pt x="2873" y="4143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47" name="Forme libre : forme 18246">
                    <a:extLst>
                      <a:ext uri="{FF2B5EF4-FFF2-40B4-BE49-F238E27FC236}">
                        <a16:creationId xmlns:a16="http://schemas.microsoft.com/office/drawing/2014/main" id="{815AAD6E-C9A2-4B01-B1CB-2969F679F892}"/>
                      </a:ext>
                    </a:extLst>
                  </p:cNvPr>
                  <p:cNvSpPr/>
                  <p:nvPr/>
                </p:nvSpPr>
                <p:spPr>
                  <a:xfrm>
                    <a:off x="1633922" y="5149917"/>
                    <a:ext cx="45828" cy="53400"/>
                  </a:xfrm>
                  <a:custGeom>
                    <a:avLst/>
                    <a:gdLst>
                      <a:gd name="connsiteX0" fmla="*/ 9811 w 45828"/>
                      <a:gd name="connsiteY0" fmla="*/ 53400 h 53400"/>
                      <a:gd name="connsiteX1" fmla="*/ 38862 w 45828"/>
                      <a:gd name="connsiteY1" fmla="*/ 7394 h 53400"/>
                      <a:gd name="connsiteX2" fmla="*/ 0 w 45828"/>
                      <a:gd name="connsiteY2" fmla="*/ 4441 h 53400"/>
                      <a:gd name="connsiteX3" fmla="*/ 9811 w 45828"/>
                      <a:gd name="connsiteY3" fmla="*/ 53400 h 53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828" h="53400">
                        <a:moveTo>
                          <a:pt x="9811" y="53400"/>
                        </a:moveTo>
                        <a:cubicBezTo>
                          <a:pt x="32766" y="41494"/>
                          <a:pt x="58483" y="22539"/>
                          <a:pt x="38862" y="7394"/>
                        </a:cubicBezTo>
                        <a:cubicBezTo>
                          <a:pt x="26194" y="-2417"/>
                          <a:pt x="12382" y="-1464"/>
                          <a:pt x="0" y="4441"/>
                        </a:cubicBezTo>
                        <a:cubicBezTo>
                          <a:pt x="12763" y="19110"/>
                          <a:pt x="15240" y="37397"/>
                          <a:pt x="9811" y="5340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48" name="Forme libre : forme 18247">
                    <a:extLst>
                      <a:ext uri="{FF2B5EF4-FFF2-40B4-BE49-F238E27FC236}">
                        <a16:creationId xmlns:a16="http://schemas.microsoft.com/office/drawing/2014/main" id="{E9C60CAB-9139-4973-9074-3D82EC4FD0D7}"/>
                      </a:ext>
                    </a:extLst>
                  </p:cNvPr>
                  <p:cNvSpPr/>
                  <p:nvPr/>
                </p:nvSpPr>
                <p:spPr>
                  <a:xfrm>
                    <a:off x="1593044" y="5154453"/>
                    <a:ext cx="53470" cy="61754"/>
                  </a:xfrm>
                  <a:custGeom>
                    <a:avLst/>
                    <a:gdLst>
                      <a:gd name="connsiteX0" fmla="*/ 2873 w 53470"/>
                      <a:gd name="connsiteY0" fmla="*/ 37909 h 61754"/>
                      <a:gd name="connsiteX1" fmla="*/ 5064 w 53470"/>
                      <a:gd name="connsiteY1" fmla="*/ 59150 h 61754"/>
                      <a:gd name="connsiteX2" fmla="*/ 28305 w 53470"/>
                      <a:gd name="connsiteY2" fmla="*/ 58960 h 61754"/>
                      <a:gd name="connsiteX3" fmla="*/ 50784 w 53470"/>
                      <a:gd name="connsiteY3" fmla="*/ 48958 h 61754"/>
                      <a:gd name="connsiteX4" fmla="*/ 40973 w 53470"/>
                      <a:gd name="connsiteY4" fmla="*/ 0 h 61754"/>
                      <a:gd name="connsiteX5" fmla="*/ 2873 w 53470"/>
                      <a:gd name="connsiteY5" fmla="*/ 37909 h 61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470" h="61754">
                        <a:moveTo>
                          <a:pt x="2873" y="37909"/>
                        </a:moveTo>
                        <a:cubicBezTo>
                          <a:pt x="-556" y="44862"/>
                          <a:pt x="-2080" y="54197"/>
                          <a:pt x="5064" y="59150"/>
                        </a:cubicBezTo>
                        <a:cubicBezTo>
                          <a:pt x="11446" y="63532"/>
                          <a:pt x="20876" y="61626"/>
                          <a:pt x="28305" y="58960"/>
                        </a:cubicBezTo>
                        <a:cubicBezTo>
                          <a:pt x="33544" y="57055"/>
                          <a:pt x="42021" y="53435"/>
                          <a:pt x="50784" y="48958"/>
                        </a:cubicBezTo>
                        <a:cubicBezTo>
                          <a:pt x="56213" y="32956"/>
                          <a:pt x="53642" y="14573"/>
                          <a:pt x="40973" y="0"/>
                        </a:cubicBezTo>
                        <a:cubicBezTo>
                          <a:pt x="23447" y="8191"/>
                          <a:pt x="8588" y="26098"/>
                          <a:pt x="2873" y="3790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49" name="Forme libre : forme 18248">
                    <a:extLst>
                      <a:ext uri="{FF2B5EF4-FFF2-40B4-BE49-F238E27FC236}">
                        <a16:creationId xmlns:a16="http://schemas.microsoft.com/office/drawing/2014/main" id="{B1BA5836-A8FC-4DB3-9309-C37DDE50CEDB}"/>
                      </a:ext>
                    </a:extLst>
                  </p:cNvPr>
                  <p:cNvSpPr/>
                  <p:nvPr/>
                </p:nvSpPr>
                <p:spPr>
                  <a:xfrm>
                    <a:off x="728571" y="5121110"/>
                    <a:ext cx="81836" cy="52298"/>
                  </a:xfrm>
                  <a:custGeom>
                    <a:avLst/>
                    <a:gdLst>
                      <a:gd name="connsiteX0" fmla="*/ 74867 w 81836"/>
                      <a:gd name="connsiteY0" fmla="*/ 7436 h 52298"/>
                      <a:gd name="connsiteX1" fmla="*/ 0 w 81836"/>
                      <a:gd name="connsiteY1" fmla="*/ 38678 h 52298"/>
                      <a:gd name="connsiteX2" fmla="*/ 48196 w 81836"/>
                      <a:gd name="connsiteY2" fmla="*/ 52299 h 52298"/>
                      <a:gd name="connsiteX3" fmla="*/ 74867 w 81836"/>
                      <a:gd name="connsiteY3" fmla="*/ 7436 h 52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836" h="52298">
                        <a:moveTo>
                          <a:pt x="74867" y="7436"/>
                        </a:moveTo>
                        <a:cubicBezTo>
                          <a:pt x="46292" y="-14758"/>
                          <a:pt x="12192" y="17818"/>
                          <a:pt x="0" y="38678"/>
                        </a:cubicBezTo>
                        <a:cubicBezTo>
                          <a:pt x="12001" y="32391"/>
                          <a:pt x="33909" y="40392"/>
                          <a:pt x="48196" y="52299"/>
                        </a:cubicBezTo>
                        <a:cubicBezTo>
                          <a:pt x="70485" y="40297"/>
                          <a:pt x="93821" y="22199"/>
                          <a:pt x="74867" y="743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50" name="Forme libre : forme 18249">
                    <a:extLst>
                      <a:ext uri="{FF2B5EF4-FFF2-40B4-BE49-F238E27FC236}">
                        <a16:creationId xmlns:a16="http://schemas.microsoft.com/office/drawing/2014/main" id="{86F16487-124B-4D0E-B727-EA65BB3A1D1D}"/>
                      </a:ext>
                    </a:extLst>
                  </p:cNvPr>
                  <p:cNvSpPr/>
                  <p:nvPr/>
                </p:nvSpPr>
                <p:spPr>
                  <a:xfrm>
                    <a:off x="723602" y="5157586"/>
                    <a:ext cx="53165" cy="29855"/>
                  </a:xfrm>
                  <a:custGeom>
                    <a:avLst/>
                    <a:gdLst>
                      <a:gd name="connsiteX0" fmla="*/ 4969 w 53165"/>
                      <a:gd name="connsiteY0" fmla="*/ 2201 h 29855"/>
                      <a:gd name="connsiteX1" fmla="*/ 2873 w 53165"/>
                      <a:gd name="connsiteY1" fmla="*/ 6011 h 29855"/>
                      <a:gd name="connsiteX2" fmla="*/ 5064 w 53165"/>
                      <a:gd name="connsiteY2" fmla="*/ 27252 h 29855"/>
                      <a:gd name="connsiteX3" fmla="*/ 28305 w 53165"/>
                      <a:gd name="connsiteY3" fmla="*/ 27061 h 29855"/>
                      <a:gd name="connsiteX4" fmla="*/ 53165 w 53165"/>
                      <a:gd name="connsiteY4" fmla="*/ 15822 h 29855"/>
                      <a:gd name="connsiteX5" fmla="*/ 4969 w 53165"/>
                      <a:gd name="connsiteY5" fmla="*/ 2201 h 29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65" h="29855">
                        <a:moveTo>
                          <a:pt x="4969" y="2201"/>
                        </a:moveTo>
                        <a:cubicBezTo>
                          <a:pt x="4207" y="3534"/>
                          <a:pt x="3445" y="4868"/>
                          <a:pt x="2873" y="6011"/>
                        </a:cubicBezTo>
                        <a:cubicBezTo>
                          <a:pt x="-556" y="12964"/>
                          <a:pt x="-2080" y="22299"/>
                          <a:pt x="5064" y="27252"/>
                        </a:cubicBezTo>
                        <a:cubicBezTo>
                          <a:pt x="11446" y="31633"/>
                          <a:pt x="20876" y="29728"/>
                          <a:pt x="28305" y="27061"/>
                        </a:cubicBezTo>
                        <a:cubicBezTo>
                          <a:pt x="34020" y="24965"/>
                          <a:pt x="43450" y="20965"/>
                          <a:pt x="53165" y="15822"/>
                        </a:cubicBezTo>
                        <a:cubicBezTo>
                          <a:pt x="38878" y="3916"/>
                          <a:pt x="16970" y="-4086"/>
                          <a:pt x="4969" y="220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51" name="Forme libre : forme 18250">
                    <a:extLst>
                      <a:ext uri="{FF2B5EF4-FFF2-40B4-BE49-F238E27FC236}">
                        <a16:creationId xmlns:a16="http://schemas.microsoft.com/office/drawing/2014/main" id="{F274EBCB-1465-4EC6-BB01-D5EADB1FF965}"/>
                      </a:ext>
                    </a:extLst>
                  </p:cNvPr>
                  <p:cNvSpPr/>
                  <p:nvPr/>
                </p:nvSpPr>
                <p:spPr>
                  <a:xfrm>
                    <a:off x="1754302" y="5142250"/>
                    <a:ext cx="86760" cy="66337"/>
                  </a:xfrm>
                  <a:custGeom>
                    <a:avLst/>
                    <a:gdLst>
                      <a:gd name="connsiteX0" fmla="*/ 79835 w 86760"/>
                      <a:gd name="connsiteY0" fmla="*/ 7441 h 66337"/>
                      <a:gd name="connsiteX1" fmla="*/ 2873 w 86760"/>
                      <a:gd name="connsiteY1" fmla="*/ 42493 h 66337"/>
                      <a:gd name="connsiteX2" fmla="*/ 5064 w 86760"/>
                      <a:gd name="connsiteY2" fmla="*/ 63733 h 66337"/>
                      <a:gd name="connsiteX3" fmla="*/ 28305 w 86760"/>
                      <a:gd name="connsiteY3" fmla="*/ 63543 h 66337"/>
                      <a:gd name="connsiteX4" fmla="*/ 79835 w 86760"/>
                      <a:gd name="connsiteY4" fmla="*/ 7441 h 6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760" h="66337">
                        <a:moveTo>
                          <a:pt x="79835" y="7441"/>
                        </a:moveTo>
                        <a:cubicBezTo>
                          <a:pt x="49355" y="-16181"/>
                          <a:pt x="12779" y="22205"/>
                          <a:pt x="2873" y="42493"/>
                        </a:cubicBezTo>
                        <a:cubicBezTo>
                          <a:pt x="-556" y="49446"/>
                          <a:pt x="-2080" y="58780"/>
                          <a:pt x="5064" y="63733"/>
                        </a:cubicBezTo>
                        <a:cubicBezTo>
                          <a:pt x="11446" y="68115"/>
                          <a:pt x="20876" y="66210"/>
                          <a:pt x="28305" y="63543"/>
                        </a:cubicBezTo>
                        <a:cubicBezTo>
                          <a:pt x="47260" y="56685"/>
                          <a:pt x="106886" y="28491"/>
                          <a:pt x="79835" y="744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52" name="Forme libre : forme 18251">
                    <a:extLst>
                      <a:ext uri="{FF2B5EF4-FFF2-40B4-BE49-F238E27FC236}">
                        <a16:creationId xmlns:a16="http://schemas.microsoft.com/office/drawing/2014/main" id="{28B80476-B1C6-47F2-BA1C-E8EF414FD59E}"/>
                      </a:ext>
                    </a:extLst>
                  </p:cNvPr>
                  <p:cNvSpPr/>
                  <p:nvPr/>
                </p:nvSpPr>
                <p:spPr>
                  <a:xfrm>
                    <a:off x="2146367" y="5110305"/>
                    <a:ext cx="40304" cy="37005"/>
                  </a:xfrm>
                  <a:custGeom>
                    <a:avLst/>
                    <a:gdLst>
                      <a:gd name="connsiteX0" fmla="*/ 13811 w 40304"/>
                      <a:gd name="connsiteY0" fmla="*/ 16335 h 37005"/>
                      <a:gd name="connsiteX1" fmla="*/ 30766 w 40304"/>
                      <a:gd name="connsiteY1" fmla="*/ 30909 h 37005"/>
                      <a:gd name="connsiteX2" fmla="*/ 29432 w 40304"/>
                      <a:gd name="connsiteY2" fmla="*/ 37005 h 37005"/>
                      <a:gd name="connsiteX3" fmla="*/ 33338 w 40304"/>
                      <a:gd name="connsiteY3" fmla="*/ 7382 h 37005"/>
                      <a:gd name="connsiteX4" fmla="*/ 0 w 40304"/>
                      <a:gd name="connsiteY4" fmla="*/ 2143 h 37005"/>
                      <a:gd name="connsiteX5" fmla="*/ 13811 w 40304"/>
                      <a:gd name="connsiteY5" fmla="*/ 16335 h 37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304" h="37005">
                        <a:moveTo>
                          <a:pt x="13811" y="16335"/>
                        </a:moveTo>
                        <a:cubicBezTo>
                          <a:pt x="22955" y="17002"/>
                          <a:pt x="30385" y="23194"/>
                          <a:pt x="30766" y="30909"/>
                        </a:cubicBezTo>
                        <a:cubicBezTo>
                          <a:pt x="30861" y="33099"/>
                          <a:pt x="30385" y="35195"/>
                          <a:pt x="29432" y="37005"/>
                        </a:cubicBezTo>
                        <a:cubicBezTo>
                          <a:pt x="40386" y="27385"/>
                          <a:pt x="45339" y="16621"/>
                          <a:pt x="33338" y="7382"/>
                        </a:cubicBezTo>
                        <a:cubicBezTo>
                          <a:pt x="22479" y="-1000"/>
                          <a:pt x="10954" y="-1476"/>
                          <a:pt x="0" y="2143"/>
                        </a:cubicBezTo>
                        <a:cubicBezTo>
                          <a:pt x="4858" y="6049"/>
                          <a:pt x="9620" y="10906"/>
                          <a:pt x="13811" y="1633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53" name="Forme libre : forme 18252">
                    <a:extLst>
                      <a:ext uri="{FF2B5EF4-FFF2-40B4-BE49-F238E27FC236}">
                        <a16:creationId xmlns:a16="http://schemas.microsoft.com/office/drawing/2014/main" id="{2CBE09E4-3F94-4BF9-BF95-8F9DE859845C}"/>
                      </a:ext>
                    </a:extLst>
                  </p:cNvPr>
                  <p:cNvSpPr/>
                  <p:nvPr/>
                </p:nvSpPr>
                <p:spPr>
                  <a:xfrm>
                    <a:off x="2099869" y="5112448"/>
                    <a:ext cx="65071" cy="64135"/>
                  </a:xfrm>
                  <a:custGeom>
                    <a:avLst/>
                    <a:gdLst>
                      <a:gd name="connsiteX0" fmla="*/ 2873 w 65071"/>
                      <a:gd name="connsiteY0" fmla="*/ 40291 h 64135"/>
                      <a:gd name="connsiteX1" fmla="*/ 5064 w 65071"/>
                      <a:gd name="connsiteY1" fmla="*/ 61532 h 64135"/>
                      <a:gd name="connsiteX2" fmla="*/ 28305 w 65071"/>
                      <a:gd name="connsiteY2" fmla="*/ 61341 h 64135"/>
                      <a:gd name="connsiteX3" fmla="*/ 65072 w 65071"/>
                      <a:gd name="connsiteY3" fmla="*/ 42958 h 64135"/>
                      <a:gd name="connsiteX4" fmla="*/ 60119 w 65071"/>
                      <a:gd name="connsiteY4" fmla="*/ 43625 h 64135"/>
                      <a:gd name="connsiteX5" fmla="*/ 41545 w 65071"/>
                      <a:gd name="connsiteY5" fmla="*/ 28861 h 64135"/>
                      <a:gd name="connsiteX6" fmla="*/ 58595 w 65071"/>
                      <a:gd name="connsiteY6" fmla="*/ 14002 h 64135"/>
                      <a:gd name="connsiteX7" fmla="*/ 60214 w 65071"/>
                      <a:gd name="connsiteY7" fmla="*/ 14097 h 64135"/>
                      <a:gd name="connsiteX8" fmla="*/ 46498 w 65071"/>
                      <a:gd name="connsiteY8" fmla="*/ 0 h 64135"/>
                      <a:gd name="connsiteX9" fmla="*/ 2873 w 65071"/>
                      <a:gd name="connsiteY9" fmla="*/ 40291 h 64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5071" h="64135">
                        <a:moveTo>
                          <a:pt x="2873" y="40291"/>
                        </a:moveTo>
                        <a:cubicBezTo>
                          <a:pt x="-556" y="47244"/>
                          <a:pt x="-2080" y="56579"/>
                          <a:pt x="5064" y="61532"/>
                        </a:cubicBezTo>
                        <a:cubicBezTo>
                          <a:pt x="11446" y="65913"/>
                          <a:pt x="20876" y="64008"/>
                          <a:pt x="28305" y="61341"/>
                        </a:cubicBezTo>
                        <a:cubicBezTo>
                          <a:pt x="36497" y="58388"/>
                          <a:pt x="52022" y="51531"/>
                          <a:pt x="65072" y="42958"/>
                        </a:cubicBezTo>
                        <a:cubicBezTo>
                          <a:pt x="63547" y="43339"/>
                          <a:pt x="61833" y="43625"/>
                          <a:pt x="60119" y="43625"/>
                        </a:cubicBezTo>
                        <a:cubicBezTo>
                          <a:pt x="50308" y="43625"/>
                          <a:pt x="42021" y="37052"/>
                          <a:pt x="41545" y="28861"/>
                        </a:cubicBezTo>
                        <a:cubicBezTo>
                          <a:pt x="41164" y="20669"/>
                          <a:pt x="48784" y="14002"/>
                          <a:pt x="58595" y="14002"/>
                        </a:cubicBezTo>
                        <a:cubicBezTo>
                          <a:pt x="59166" y="14002"/>
                          <a:pt x="59642" y="14097"/>
                          <a:pt x="60214" y="14097"/>
                        </a:cubicBezTo>
                        <a:cubicBezTo>
                          <a:pt x="56023" y="8668"/>
                          <a:pt x="51355" y="3810"/>
                          <a:pt x="46498" y="0"/>
                        </a:cubicBezTo>
                        <a:cubicBezTo>
                          <a:pt x="26781" y="6763"/>
                          <a:pt x="9255" y="27241"/>
                          <a:pt x="2873" y="4029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54" name="Forme libre : forme 18253">
                    <a:extLst>
                      <a:ext uri="{FF2B5EF4-FFF2-40B4-BE49-F238E27FC236}">
                        <a16:creationId xmlns:a16="http://schemas.microsoft.com/office/drawing/2014/main" id="{4DF217C2-EF27-4D11-A17F-8653AD2C71A7}"/>
                      </a:ext>
                    </a:extLst>
                  </p:cNvPr>
                  <p:cNvSpPr/>
                  <p:nvPr/>
                </p:nvSpPr>
                <p:spPr>
                  <a:xfrm>
                    <a:off x="2439928" y="5305563"/>
                    <a:ext cx="42100" cy="55202"/>
                  </a:xfrm>
                  <a:custGeom>
                    <a:avLst/>
                    <a:gdLst>
                      <a:gd name="connsiteX0" fmla="*/ 18193 w 42100"/>
                      <a:gd name="connsiteY0" fmla="*/ 25770 h 55202"/>
                      <a:gd name="connsiteX1" fmla="*/ 35243 w 42100"/>
                      <a:gd name="connsiteY1" fmla="*/ 10911 h 55202"/>
                      <a:gd name="connsiteX2" fmla="*/ 42101 w 42100"/>
                      <a:gd name="connsiteY2" fmla="*/ 12054 h 55202"/>
                      <a:gd name="connsiteX3" fmla="*/ 37624 w 42100"/>
                      <a:gd name="connsiteY3" fmla="*/ 7386 h 55202"/>
                      <a:gd name="connsiteX4" fmla="*/ 0 w 42100"/>
                      <a:gd name="connsiteY4" fmla="*/ 3862 h 55202"/>
                      <a:gd name="connsiteX5" fmla="*/ 4953 w 42100"/>
                      <a:gd name="connsiteY5" fmla="*/ 52725 h 55202"/>
                      <a:gd name="connsiteX6" fmla="*/ 5049 w 42100"/>
                      <a:gd name="connsiteY6" fmla="*/ 55202 h 55202"/>
                      <a:gd name="connsiteX7" fmla="*/ 30575 w 42100"/>
                      <a:gd name="connsiteY7" fmla="*/ 39581 h 55202"/>
                      <a:gd name="connsiteX8" fmla="*/ 18193 w 42100"/>
                      <a:gd name="connsiteY8" fmla="*/ 25770 h 55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100" h="55202">
                        <a:moveTo>
                          <a:pt x="18193" y="25770"/>
                        </a:moveTo>
                        <a:cubicBezTo>
                          <a:pt x="17812" y="17578"/>
                          <a:pt x="25432" y="10911"/>
                          <a:pt x="35243" y="10911"/>
                        </a:cubicBezTo>
                        <a:cubicBezTo>
                          <a:pt x="37624" y="10911"/>
                          <a:pt x="40005" y="11292"/>
                          <a:pt x="42101" y="12054"/>
                        </a:cubicBezTo>
                        <a:cubicBezTo>
                          <a:pt x="40958" y="10434"/>
                          <a:pt x="39624" y="8911"/>
                          <a:pt x="37624" y="7386"/>
                        </a:cubicBezTo>
                        <a:cubicBezTo>
                          <a:pt x="25337" y="-2139"/>
                          <a:pt x="12097" y="-1472"/>
                          <a:pt x="0" y="3862"/>
                        </a:cubicBezTo>
                        <a:cubicBezTo>
                          <a:pt x="5906" y="18721"/>
                          <a:pt x="5429" y="37390"/>
                          <a:pt x="4953" y="52725"/>
                        </a:cubicBezTo>
                        <a:cubicBezTo>
                          <a:pt x="4953" y="53583"/>
                          <a:pt x="5049" y="54440"/>
                          <a:pt x="5049" y="55202"/>
                        </a:cubicBezTo>
                        <a:cubicBezTo>
                          <a:pt x="13716" y="50916"/>
                          <a:pt x="23051" y="45486"/>
                          <a:pt x="30575" y="39581"/>
                        </a:cubicBezTo>
                        <a:cubicBezTo>
                          <a:pt x="23622" y="37486"/>
                          <a:pt x="18479" y="32152"/>
                          <a:pt x="18193" y="2577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55" name="Forme libre : forme 18254">
                    <a:extLst>
                      <a:ext uri="{FF2B5EF4-FFF2-40B4-BE49-F238E27FC236}">
                        <a16:creationId xmlns:a16="http://schemas.microsoft.com/office/drawing/2014/main" id="{6880F806-D1DC-4E4B-9BDE-6DD5A5DAD16B}"/>
                      </a:ext>
                    </a:extLst>
                  </p:cNvPr>
                  <p:cNvSpPr/>
                  <p:nvPr/>
                </p:nvSpPr>
                <p:spPr>
                  <a:xfrm>
                    <a:off x="2397716" y="5309425"/>
                    <a:ext cx="47424" cy="62421"/>
                  </a:xfrm>
                  <a:custGeom>
                    <a:avLst/>
                    <a:gdLst>
                      <a:gd name="connsiteX0" fmla="*/ 42212 w 47424"/>
                      <a:gd name="connsiteY0" fmla="*/ 0 h 62421"/>
                      <a:gd name="connsiteX1" fmla="*/ 2874 w 47424"/>
                      <a:gd name="connsiteY1" fmla="*/ 38576 h 62421"/>
                      <a:gd name="connsiteX2" fmla="*/ 5064 w 47424"/>
                      <a:gd name="connsiteY2" fmla="*/ 59817 h 62421"/>
                      <a:gd name="connsiteX3" fmla="*/ 28305 w 47424"/>
                      <a:gd name="connsiteY3" fmla="*/ 59627 h 62421"/>
                      <a:gd name="connsiteX4" fmla="*/ 47260 w 47424"/>
                      <a:gd name="connsiteY4" fmla="*/ 51435 h 62421"/>
                      <a:gd name="connsiteX5" fmla="*/ 47165 w 47424"/>
                      <a:gd name="connsiteY5" fmla="*/ 48959 h 62421"/>
                      <a:gd name="connsiteX6" fmla="*/ 42212 w 47424"/>
                      <a:gd name="connsiteY6" fmla="*/ 0 h 62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424" h="62421">
                        <a:moveTo>
                          <a:pt x="42212" y="0"/>
                        </a:moveTo>
                        <a:cubicBezTo>
                          <a:pt x="24209" y="8001"/>
                          <a:pt x="8779" y="26480"/>
                          <a:pt x="2874" y="38576"/>
                        </a:cubicBezTo>
                        <a:cubicBezTo>
                          <a:pt x="-556" y="45530"/>
                          <a:pt x="-2080" y="54864"/>
                          <a:pt x="5064" y="59817"/>
                        </a:cubicBezTo>
                        <a:cubicBezTo>
                          <a:pt x="11446" y="64198"/>
                          <a:pt x="20876" y="62294"/>
                          <a:pt x="28305" y="59627"/>
                        </a:cubicBezTo>
                        <a:cubicBezTo>
                          <a:pt x="32877" y="58008"/>
                          <a:pt x="39735" y="55055"/>
                          <a:pt x="47260" y="51435"/>
                        </a:cubicBezTo>
                        <a:cubicBezTo>
                          <a:pt x="47260" y="50578"/>
                          <a:pt x="47165" y="49721"/>
                          <a:pt x="47165" y="48959"/>
                        </a:cubicBezTo>
                        <a:cubicBezTo>
                          <a:pt x="47641" y="33528"/>
                          <a:pt x="48117" y="14764"/>
                          <a:pt x="42212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56" name="Forme libre : forme 18255">
                    <a:extLst>
                      <a:ext uri="{FF2B5EF4-FFF2-40B4-BE49-F238E27FC236}">
                        <a16:creationId xmlns:a16="http://schemas.microsoft.com/office/drawing/2014/main" id="{E138C5CE-2ED9-4478-83F4-19020E993F39}"/>
                      </a:ext>
                    </a:extLst>
                  </p:cNvPr>
                  <p:cNvSpPr/>
                  <p:nvPr/>
                </p:nvSpPr>
                <p:spPr>
                  <a:xfrm>
                    <a:off x="832203" y="5327205"/>
                    <a:ext cx="70253" cy="37846"/>
                  </a:xfrm>
                  <a:custGeom>
                    <a:avLst/>
                    <a:gdLst>
                      <a:gd name="connsiteX0" fmla="*/ 63341 w 70253"/>
                      <a:gd name="connsiteY0" fmla="*/ 7462 h 37846"/>
                      <a:gd name="connsiteX1" fmla="*/ 0 w 70253"/>
                      <a:gd name="connsiteY1" fmla="*/ 23273 h 37846"/>
                      <a:gd name="connsiteX2" fmla="*/ 58388 w 70253"/>
                      <a:gd name="connsiteY2" fmla="*/ 37847 h 37846"/>
                      <a:gd name="connsiteX3" fmla="*/ 63341 w 70253"/>
                      <a:gd name="connsiteY3" fmla="*/ 7462 h 37846"/>
                      <a:gd name="connsiteX4" fmla="*/ 27908 w 70253"/>
                      <a:gd name="connsiteY4" fmla="*/ 16701 h 37846"/>
                      <a:gd name="connsiteX5" fmla="*/ 44958 w 70253"/>
                      <a:gd name="connsiteY5" fmla="*/ 1842 h 37846"/>
                      <a:gd name="connsiteX6" fmla="*/ 63532 w 70253"/>
                      <a:gd name="connsiteY6" fmla="*/ 16606 h 37846"/>
                      <a:gd name="connsiteX7" fmla="*/ 46482 w 70253"/>
                      <a:gd name="connsiteY7" fmla="*/ 31465 h 37846"/>
                      <a:gd name="connsiteX8" fmla="*/ 27908 w 70253"/>
                      <a:gd name="connsiteY8" fmla="*/ 16701 h 37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253" h="37846">
                        <a:moveTo>
                          <a:pt x="63341" y="7462"/>
                        </a:moveTo>
                        <a:cubicBezTo>
                          <a:pt x="41339" y="-9683"/>
                          <a:pt x="16097" y="5747"/>
                          <a:pt x="0" y="23273"/>
                        </a:cubicBezTo>
                        <a:lnTo>
                          <a:pt x="58388" y="37847"/>
                        </a:lnTo>
                        <a:cubicBezTo>
                          <a:pt x="70009" y="28036"/>
                          <a:pt x="75628" y="17082"/>
                          <a:pt x="63341" y="7462"/>
                        </a:cubicBezTo>
                        <a:close/>
                        <a:moveTo>
                          <a:pt x="27908" y="16701"/>
                        </a:moveTo>
                        <a:cubicBezTo>
                          <a:pt x="27527" y="8509"/>
                          <a:pt x="35147" y="1842"/>
                          <a:pt x="44958" y="1842"/>
                        </a:cubicBezTo>
                        <a:cubicBezTo>
                          <a:pt x="54769" y="1842"/>
                          <a:pt x="63056" y="8414"/>
                          <a:pt x="63532" y="16606"/>
                        </a:cubicBezTo>
                        <a:cubicBezTo>
                          <a:pt x="63913" y="24797"/>
                          <a:pt x="56293" y="31465"/>
                          <a:pt x="46482" y="31465"/>
                        </a:cubicBezTo>
                        <a:cubicBezTo>
                          <a:pt x="36576" y="31465"/>
                          <a:pt x="28289" y="24893"/>
                          <a:pt x="27908" y="1670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57" name="Forme libre : forme 18256">
                    <a:extLst>
                      <a:ext uri="{FF2B5EF4-FFF2-40B4-BE49-F238E27FC236}">
                        <a16:creationId xmlns:a16="http://schemas.microsoft.com/office/drawing/2014/main" id="{75DDACD3-C41F-45F0-83D1-3C80EA389CDA}"/>
                      </a:ext>
                    </a:extLst>
                  </p:cNvPr>
                  <p:cNvSpPr/>
                  <p:nvPr/>
                </p:nvSpPr>
                <p:spPr>
                  <a:xfrm>
                    <a:off x="2845899" y="5293137"/>
                    <a:ext cx="29892" cy="58483"/>
                  </a:xfrm>
                  <a:custGeom>
                    <a:avLst/>
                    <a:gdLst>
                      <a:gd name="connsiteX0" fmla="*/ 29893 w 29892"/>
                      <a:gd name="connsiteY0" fmla="*/ 0 h 58483"/>
                      <a:gd name="connsiteX1" fmla="*/ 29131 w 29892"/>
                      <a:gd name="connsiteY1" fmla="*/ 476 h 58483"/>
                      <a:gd name="connsiteX2" fmla="*/ 3889 w 29892"/>
                      <a:gd name="connsiteY2" fmla="*/ 27813 h 58483"/>
                      <a:gd name="connsiteX3" fmla="*/ 365 w 29892"/>
                      <a:gd name="connsiteY3" fmla="*/ 43339 h 58483"/>
                      <a:gd name="connsiteX4" fmla="*/ 14652 w 29892"/>
                      <a:gd name="connsiteY4" fmla="*/ 58483 h 58483"/>
                      <a:gd name="connsiteX5" fmla="*/ 15986 w 29892"/>
                      <a:gd name="connsiteY5" fmla="*/ 48006 h 58483"/>
                      <a:gd name="connsiteX6" fmla="*/ 29893 w 29892"/>
                      <a:gd name="connsiteY6" fmla="*/ 0 h 58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892" h="58483">
                        <a:moveTo>
                          <a:pt x="29893" y="0"/>
                        </a:moveTo>
                        <a:cubicBezTo>
                          <a:pt x="29607" y="190"/>
                          <a:pt x="29321" y="285"/>
                          <a:pt x="29131" y="476"/>
                        </a:cubicBezTo>
                        <a:cubicBezTo>
                          <a:pt x="17986" y="7429"/>
                          <a:pt x="9700" y="17240"/>
                          <a:pt x="3889" y="27813"/>
                        </a:cubicBezTo>
                        <a:cubicBezTo>
                          <a:pt x="1222" y="32671"/>
                          <a:pt x="-873" y="38005"/>
                          <a:pt x="365" y="43339"/>
                        </a:cubicBezTo>
                        <a:cubicBezTo>
                          <a:pt x="1889" y="49720"/>
                          <a:pt x="8080" y="54673"/>
                          <a:pt x="14652" y="58483"/>
                        </a:cubicBezTo>
                        <a:cubicBezTo>
                          <a:pt x="15034" y="54959"/>
                          <a:pt x="15415" y="51435"/>
                          <a:pt x="15986" y="48006"/>
                        </a:cubicBezTo>
                        <a:cubicBezTo>
                          <a:pt x="18367" y="31528"/>
                          <a:pt x="22558" y="15049"/>
                          <a:pt x="29893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58" name="Forme libre : forme 18257">
                    <a:extLst>
                      <a:ext uri="{FF2B5EF4-FFF2-40B4-BE49-F238E27FC236}">
                        <a16:creationId xmlns:a16="http://schemas.microsoft.com/office/drawing/2014/main" id="{5AB147DA-36B3-4AD6-8736-061ABD2B0126}"/>
                      </a:ext>
                    </a:extLst>
                  </p:cNvPr>
                  <p:cNvSpPr/>
                  <p:nvPr/>
                </p:nvSpPr>
                <p:spPr>
                  <a:xfrm>
                    <a:off x="2860457" y="5283459"/>
                    <a:ext cx="84176" cy="77130"/>
                  </a:xfrm>
                  <a:custGeom>
                    <a:avLst/>
                    <a:gdLst>
                      <a:gd name="connsiteX0" fmla="*/ 45720 w 84176"/>
                      <a:gd name="connsiteY0" fmla="*/ 74258 h 77130"/>
                      <a:gd name="connsiteX1" fmla="*/ 74104 w 84176"/>
                      <a:gd name="connsiteY1" fmla="*/ 44921 h 77130"/>
                      <a:gd name="connsiteX2" fmla="*/ 83058 w 84176"/>
                      <a:gd name="connsiteY2" fmla="*/ 34063 h 77130"/>
                      <a:gd name="connsiteX3" fmla="*/ 58007 w 84176"/>
                      <a:gd name="connsiteY3" fmla="*/ 2535 h 77130"/>
                      <a:gd name="connsiteX4" fmla="*/ 15335 w 84176"/>
                      <a:gd name="connsiteY4" fmla="*/ 9583 h 77130"/>
                      <a:gd name="connsiteX5" fmla="*/ 1333 w 84176"/>
                      <a:gd name="connsiteY5" fmla="*/ 57589 h 77130"/>
                      <a:gd name="connsiteX6" fmla="*/ 0 w 84176"/>
                      <a:gd name="connsiteY6" fmla="*/ 68067 h 77130"/>
                      <a:gd name="connsiteX7" fmla="*/ 381 w 84176"/>
                      <a:gd name="connsiteY7" fmla="*/ 68353 h 77130"/>
                      <a:gd name="connsiteX8" fmla="*/ 45720 w 84176"/>
                      <a:gd name="connsiteY8" fmla="*/ 74258 h 77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176" h="77130">
                        <a:moveTo>
                          <a:pt x="45720" y="74258"/>
                        </a:moveTo>
                        <a:cubicBezTo>
                          <a:pt x="59246" y="68353"/>
                          <a:pt x="64579" y="54923"/>
                          <a:pt x="74104" y="44921"/>
                        </a:cubicBezTo>
                        <a:cubicBezTo>
                          <a:pt x="77343" y="41492"/>
                          <a:pt x="81343" y="38254"/>
                          <a:pt x="83058" y="34063"/>
                        </a:cubicBezTo>
                        <a:cubicBezTo>
                          <a:pt x="88868" y="20442"/>
                          <a:pt x="70771" y="8441"/>
                          <a:pt x="58007" y="2535"/>
                        </a:cubicBezTo>
                        <a:cubicBezTo>
                          <a:pt x="44482" y="-3752"/>
                          <a:pt x="26575" y="2821"/>
                          <a:pt x="15335" y="9583"/>
                        </a:cubicBezTo>
                        <a:cubicBezTo>
                          <a:pt x="8001" y="24728"/>
                          <a:pt x="3810" y="41207"/>
                          <a:pt x="1333" y="57589"/>
                        </a:cubicBezTo>
                        <a:cubicBezTo>
                          <a:pt x="857" y="61018"/>
                          <a:pt x="381" y="64542"/>
                          <a:pt x="0" y="68067"/>
                        </a:cubicBezTo>
                        <a:cubicBezTo>
                          <a:pt x="95" y="68162"/>
                          <a:pt x="286" y="68257"/>
                          <a:pt x="381" y="68353"/>
                        </a:cubicBezTo>
                        <a:cubicBezTo>
                          <a:pt x="13906" y="75972"/>
                          <a:pt x="31813" y="80354"/>
                          <a:pt x="45720" y="7425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59" name="Forme libre : forme 18258">
                    <a:extLst>
                      <a:ext uri="{FF2B5EF4-FFF2-40B4-BE49-F238E27FC236}">
                        <a16:creationId xmlns:a16="http://schemas.microsoft.com/office/drawing/2014/main" id="{141C23BA-CC2F-4BDC-8C91-86C13B42FF6A}"/>
                      </a:ext>
                    </a:extLst>
                  </p:cNvPr>
                  <p:cNvSpPr/>
                  <p:nvPr/>
                </p:nvSpPr>
                <p:spPr>
                  <a:xfrm>
                    <a:off x="2904954" y="5075085"/>
                    <a:ext cx="97805" cy="77001"/>
                  </a:xfrm>
                  <a:custGeom>
                    <a:avLst/>
                    <a:gdLst>
                      <a:gd name="connsiteX0" fmla="*/ 87614 w 97805"/>
                      <a:gd name="connsiteY0" fmla="*/ 20599 h 77001"/>
                      <a:gd name="connsiteX1" fmla="*/ 89710 w 97805"/>
                      <a:gd name="connsiteY1" fmla="*/ 13169 h 77001"/>
                      <a:gd name="connsiteX2" fmla="*/ 72564 w 97805"/>
                      <a:gd name="connsiteY2" fmla="*/ 2501 h 77001"/>
                      <a:gd name="connsiteX3" fmla="*/ 29130 w 97805"/>
                      <a:gd name="connsiteY3" fmla="*/ 10026 h 77001"/>
                      <a:gd name="connsiteX4" fmla="*/ 3889 w 97805"/>
                      <a:gd name="connsiteY4" fmla="*/ 37363 h 77001"/>
                      <a:gd name="connsiteX5" fmla="*/ 365 w 97805"/>
                      <a:gd name="connsiteY5" fmla="*/ 52888 h 77001"/>
                      <a:gd name="connsiteX6" fmla="*/ 15034 w 97805"/>
                      <a:gd name="connsiteY6" fmla="*/ 68224 h 77001"/>
                      <a:gd name="connsiteX7" fmla="*/ 60277 w 97805"/>
                      <a:gd name="connsiteY7" fmla="*/ 74129 h 77001"/>
                      <a:gd name="connsiteX8" fmla="*/ 88662 w 97805"/>
                      <a:gd name="connsiteY8" fmla="*/ 44792 h 77001"/>
                      <a:gd name="connsiteX9" fmla="*/ 97615 w 97805"/>
                      <a:gd name="connsiteY9" fmla="*/ 33934 h 77001"/>
                      <a:gd name="connsiteX10" fmla="*/ 97806 w 97805"/>
                      <a:gd name="connsiteY10" fmla="*/ 33458 h 77001"/>
                      <a:gd name="connsiteX11" fmla="*/ 87614 w 97805"/>
                      <a:gd name="connsiteY11" fmla="*/ 20599 h 77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7805" h="77001">
                        <a:moveTo>
                          <a:pt x="87614" y="20599"/>
                        </a:moveTo>
                        <a:cubicBezTo>
                          <a:pt x="87519" y="17932"/>
                          <a:pt x="88281" y="15360"/>
                          <a:pt x="89710" y="13169"/>
                        </a:cubicBezTo>
                        <a:cubicBezTo>
                          <a:pt x="84566" y="8692"/>
                          <a:pt x="78089" y="5073"/>
                          <a:pt x="72564" y="2501"/>
                        </a:cubicBezTo>
                        <a:cubicBezTo>
                          <a:pt x="58753" y="-3881"/>
                          <a:pt x="40180" y="3168"/>
                          <a:pt x="29130" y="10026"/>
                        </a:cubicBezTo>
                        <a:cubicBezTo>
                          <a:pt x="17986" y="16979"/>
                          <a:pt x="9700" y="26790"/>
                          <a:pt x="3889" y="37363"/>
                        </a:cubicBezTo>
                        <a:cubicBezTo>
                          <a:pt x="1222" y="42221"/>
                          <a:pt x="-873" y="47555"/>
                          <a:pt x="365" y="52888"/>
                        </a:cubicBezTo>
                        <a:cubicBezTo>
                          <a:pt x="1984" y="59461"/>
                          <a:pt x="8366" y="64509"/>
                          <a:pt x="15034" y="68224"/>
                        </a:cubicBezTo>
                        <a:cubicBezTo>
                          <a:pt x="28464" y="75844"/>
                          <a:pt x="46371" y="80225"/>
                          <a:pt x="60277" y="74129"/>
                        </a:cubicBezTo>
                        <a:cubicBezTo>
                          <a:pt x="73803" y="68224"/>
                          <a:pt x="79137" y="54794"/>
                          <a:pt x="88662" y="44792"/>
                        </a:cubicBezTo>
                        <a:cubicBezTo>
                          <a:pt x="91900" y="41363"/>
                          <a:pt x="95901" y="38125"/>
                          <a:pt x="97615" y="33934"/>
                        </a:cubicBezTo>
                        <a:cubicBezTo>
                          <a:pt x="97711" y="33743"/>
                          <a:pt x="97711" y="33648"/>
                          <a:pt x="97806" y="33458"/>
                        </a:cubicBezTo>
                        <a:cubicBezTo>
                          <a:pt x="91996" y="31172"/>
                          <a:pt x="87900" y="26314"/>
                          <a:pt x="87614" y="2059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60" name="Forme libre : forme 18259">
                    <a:extLst>
                      <a:ext uri="{FF2B5EF4-FFF2-40B4-BE49-F238E27FC236}">
                        <a16:creationId xmlns:a16="http://schemas.microsoft.com/office/drawing/2014/main" id="{385A6D29-07D8-4CE8-A5DC-39F29933B69C}"/>
                      </a:ext>
                    </a:extLst>
                  </p:cNvPr>
                  <p:cNvSpPr/>
                  <p:nvPr/>
                </p:nvSpPr>
                <p:spPr>
                  <a:xfrm>
                    <a:off x="2001032" y="5297805"/>
                    <a:ext cx="43608" cy="64103"/>
                  </a:xfrm>
                  <a:custGeom>
                    <a:avLst/>
                    <a:gdLst>
                      <a:gd name="connsiteX0" fmla="*/ 43609 w 43608"/>
                      <a:gd name="connsiteY0" fmla="*/ 0 h 64103"/>
                      <a:gd name="connsiteX1" fmla="*/ 29130 w 43608"/>
                      <a:gd name="connsiteY1" fmla="*/ 6953 h 64103"/>
                      <a:gd name="connsiteX2" fmla="*/ 3889 w 43608"/>
                      <a:gd name="connsiteY2" fmla="*/ 34290 h 64103"/>
                      <a:gd name="connsiteX3" fmla="*/ 365 w 43608"/>
                      <a:gd name="connsiteY3" fmla="*/ 49816 h 64103"/>
                      <a:gd name="connsiteX4" fmla="*/ 13224 w 43608"/>
                      <a:gd name="connsiteY4" fmla="*/ 64103 h 64103"/>
                      <a:gd name="connsiteX5" fmla="*/ 19701 w 43608"/>
                      <a:gd name="connsiteY5" fmla="*/ 36100 h 64103"/>
                      <a:gd name="connsiteX6" fmla="*/ 43609 w 43608"/>
                      <a:gd name="connsiteY6" fmla="*/ 0 h 64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608" h="64103">
                        <a:moveTo>
                          <a:pt x="43609" y="0"/>
                        </a:moveTo>
                        <a:cubicBezTo>
                          <a:pt x="38179" y="1905"/>
                          <a:pt x="33131" y="4381"/>
                          <a:pt x="29130" y="6953"/>
                        </a:cubicBezTo>
                        <a:cubicBezTo>
                          <a:pt x="17986" y="13906"/>
                          <a:pt x="9700" y="23717"/>
                          <a:pt x="3889" y="34290"/>
                        </a:cubicBezTo>
                        <a:cubicBezTo>
                          <a:pt x="1222" y="39148"/>
                          <a:pt x="-873" y="44482"/>
                          <a:pt x="365" y="49816"/>
                        </a:cubicBezTo>
                        <a:cubicBezTo>
                          <a:pt x="1794" y="55721"/>
                          <a:pt x="7318" y="60388"/>
                          <a:pt x="13224" y="64103"/>
                        </a:cubicBezTo>
                        <a:cubicBezTo>
                          <a:pt x="13986" y="54578"/>
                          <a:pt x="15986" y="45053"/>
                          <a:pt x="19701" y="36100"/>
                        </a:cubicBezTo>
                        <a:cubicBezTo>
                          <a:pt x="23416" y="27051"/>
                          <a:pt x="32083" y="13430"/>
                          <a:pt x="43609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61" name="Forme libre : forme 18260">
                    <a:extLst>
                      <a:ext uri="{FF2B5EF4-FFF2-40B4-BE49-F238E27FC236}">
                        <a16:creationId xmlns:a16="http://schemas.microsoft.com/office/drawing/2014/main" id="{D817905D-48C0-4C73-969D-7392E4A52540}"/>
                      </a:ext>
                    </a:extLst>
                  </p:cNvPr>
                  <p:cNvSpPr/>
                  <p:nvPr/>
                </p:nvSpPr>
                <p:spPr>
                  <a:xfrm>
                    <a:off x="2014351" y="5294623"/>
                    <a:ext cx="85510" cy="77110"/>
                  </a:xfrm>
                  <a:custGeom>
                    <a:avLst/>
                    <a:gdLst>
                      <a:gd name="connsiteX0" fmla="*/ 47054 w 85510"/>
                      <a:gd name="connsiteY0" fmla="*/ 74238 h 77110"/>
                      <a:gd name="connsiteX1" fmla="*/ 75438 w 85510"/>
                      <a:gd name="connsiteY1" fmla="*/ 44901 h 77110"/>
                      <a:gd name="connsiteX2" fmla="*/ 84392 w 85510"/>
                      <a:gd name="connsiteY2" fmla="*/ 34042 h 77110"/>
                      <a:gd name="connsiteX3" fmla="*/ 59341 w 85510"/>
                      <a:gd name="connsiteY3" fmla="*/ 2515 h 77110"/>
                      <a:gd name="connsiteX4" fmla="*/ 30385 w 85510"/>
                      <a:gd name="connsiteY4" fmla="*/ 3086 h 77110"/>
                      <a:gd name="connsiteX5" fmla="*/ 6477 w 85510"/>
                      <a:gd name="connsiteY5" fmla="*/ 39186 h 77110"/>
                      <a:gd name="connsiteX6" fmla="*/ 0 w 85510"/>
                      <a:gd name="connsiteY6" fmla="*/ 67189 h 77110"/>
                      <a:gd name="connsiteX7" fmla="*/ 1810 w 85510"/>
                      <a:gd name="connsiteY7" fmla="*/ 68332 h 77110"/>
                      <a:gd name="connsiteX8" fmla="*/ 47054 w 85510"/>
                      <a:gd name="connsiteY8" fmla="*/ 74238 h 77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5510" h="77110">
                        <a:moveTo>
                          <a:pt x="47054" y="74238"/>
                        </a:moveTo>
                        <a:cubicBezTo>
                          <a:pt x="60579" y="68332"/>
                          <a:pt x="65913" y="54902"/>
                          <a:pt x="75438" y="44901"/>
                        </a:cubicBezTo>
                        <a:cubicBezTo>
                          <a:pt x="78677" y="41472"/>
                          <a:pt x="82677" y="38233"/>
                          <a:pt x="84392" y="34042"/>
                        </a:cubicBezTo>
                        <a:cubicBezTo>
                          <a:pt x="90202" y="20422"/>
                          <a:pt x="72104" y="8420"/>
                          <a:pt x="59341" y="2515"/>
                        </a:cubicBezTo>
                        <a:cubicBezTo>
                          <a:pt x="50483" y="-1581"/>
                          <a:pt x="39815" y="-153"/>
                          <a:pt x="30385" y="3086"/>
                        </a:cubicBezTo>
                        <a:cubicBezTo>
                          <a:pt x="18860" y="16611"/>
                          <a:pt x="10192" y="30137"/>
                          <a:pt x="6477" y="39186"/>
                        </a:cubicBezTo>
                        <a:cubicBezTo>
                          <a:pt x="2858" y="48139"/>
                          <a:pt x="762" y="57569"/>
                          <a:pt x="0" y="67189"/>
                        </a:cubicBezTo>
                        <a:cubicBezTo>
                          <a:pt x="572" y="67571"/>
                          <a:pt x="1143" y="67951"/>
                          <a:pt x="1810" y="68332"/>
                        </a:cubicBezTo>
                        <a:cubicBezTo>
                          <a:pt x="15240" y="75953"/>
                          <a:pt x="33147" y="80334"/>
                          <a:pt x="47054" y="7423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62" name="Forme libre : forme 18261">
                    <a:extLst>
                      <a:ext uri="{FF2B5EF4-FFF2-40B4-BE49-F238E27FC236}">
                        <a16:creationId xmlns:a16="http://schemas.microsoft.com/office/drawing/2014/main" id="{12845ADB-DE04-465B-A3B0-282396C21C68}"/>
                      </a:ext>
                    </a:extLst>
                  </p:cNvPr>
                  <p:cNvSpPr/>
                  <p:nvPr/>
                </p:nvSpPr>
                <p:spPr>
                  <a:xfrm>
                    <a:off x="1772622" y="5355501"/>
                    <a:ext cx="96186" cy="69557"/>
                  </a:xfrm>
                  <a:custGeom>
                    <a:avLst/>
                    <a:gdLst>
                      <a:gd name="connsiteX0" fmla="*/ 96187 w 96186"/>
                      <a:gd name="connsiteY0" fmla="*/ 20503 h 69557"/>
                      <a:gd name="connsiteX1" fmla="*/ 72565 w 96186"/>
                      <a:gd name="connsiteY1" fmla="*/ 2501 h 69557"/>
                      <a:gd name="connsiteX2" fmla="*/ 29131 w 96186"/>
                      <a:gd name="connsiteY2" fmla="*/ 10026 h 69557"/>
                      <a:gd name="connsiteX3" fmla="*/ 3889 w 96186"/>
                      <a:gd name="connsiteY3" fmla="*/ 37363 h 69557"/>
                      <a:gd name="connsiteX4" fmla="*/ 365 w 96186"/>
                      <a:gd name="connsiteY4" fmla="*/ 52888 h 69557"/>
                      <a:gd name="connsiteX5" fmla="*/ 15034 w 96186"/>
                      <a:gd name="connsiteY5" fmla="*/ 68224 h 69557"/>
                      <a:gd name="connsiteX6" fmla="*/ 17510 w 96186"/>
                      <a:gd name="connsiteY6" fmla="*/ 69557 h 69557"/>
                      <a:gd name="connsiteX7" fmla="*/ 96187 w 96186"/>
                      <a:gd name="connsiteY7" fmla="*/ 20503 h 69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6186" h="69557">
                        <a:moveTo>
                          <a:pt x="96187" y="20503"/>
                        </a:moveTo>
                        <a:cubicBezTo>
                          <a:pt x="91424" y="12788"/>
                          <a:pt x="80851" y="6311"/>
                          <a:pt x="72565" y="2501"/>
                        </a:cubicBezTo>
                        <a:cubicBezTo>
                          <a:pt x="58753" y="-3881"/>
                          <a:pt x="40180" y="3168"/>
                          <a:pt x="29131" y="10026"/>
                        </a:cubicBezTo>
                        <a:cubicBezTo>
                          <a:pt x="17986" y="16979"/>
                          <a:pt x="9700" y="26790"/>
                          <a:pt x="3889" y="37363"/>
                        </a:cubicBezTo>
                        <a:cubicBezTo>
                          <a:pt x="1222" y="42221"/>
                          <a:pt x="-873" y="47555"/>
                          <a:pt x="365" y="52888"/>
                        </a:cubicBezTo>
                        <a:cubicBezTo>
                          <a:pt x="1984" y="59461"/>
                          <a:pt x="8366" y="64509"/>
                          <a:pt x="15034" y="68224"/>
                        </a:cubicBezTo>
                        <a:cubicBezTo>
                          <a:pt x="15796" y="68700"/>
                          <a:pt x="16748" y="69081"/>
                          <a:pt x="17510" y="69557"/>
                        </a:cubicBezTo>
                        <a:cubicBezTo>
                          <a:pt x="21511" y="38316"/>
                          <a:pt x="61992" y="7549"/>
                          <a:pt x="96187" y="2050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63" name="Forme libre : forme 18262">
                    <a:extLst>
                      <a:ext uri="{FF2B5EF4-FFF2-40B4-BE49-F238E27FC236}">
                        <a16:creationId xmlns:a16="http://schemas.microsoft.com/office/drawing/2014/main" id="{92EDEFA9-AB9B-4F22-ADFD-C1CA7837BC36}"/>
                      </a:ext>
                    </a:extLst>
                  </p:cNvPr>
                  <p:cNvSpPr/>
                  <p:nvPr/>
                </p:nvSpPr>
                <p:spPr>
                  <a:xfrm>
                    <a:off x="1790323" y="5372904"/>
                    <a:ext cx="81115" cy="59584"/>
                  </a:xfrm>
                  <a:custGeom>
                    <a:avLst/>
                    <a:gdLst>
                      <a:gd name="connsiteX0" fmla="*/ 42672 w 81115"/>
                      <a:gd name="connsiteY0" fmla="*/ 56726 h 59584"/>
                      <a:gd name="connsiteX1" fmla="*/ 71056 w 81115"/>
                      <a:gd name="connsiteY1" fmla="*/ 27389 h 59584"/>
                      <a:gd name="connsiteX2" fmla="*/ 80010 w 81115"/>
                      <a:gd name="connsiteY2" fmla="*/ 16531 h 59584"/>
                      <a:gd name="connsiteX3" fmla="*/ 78581 w 81115"/>
                      <a:gd name="connsiteY3" fmla="*/ 3005 h 59584"/>
                      <a:gd name="connsiteX4" fmla="*/ 0 w 81115"/>
                      <a:gd name="connsiteY4" fmla="*/ 52059 h 59584"/>
                      <a:gd name="connsiteX5" fmla="*/ 42672 w 81115"/>
                      <a:gd name="connsiteY5" fmla="*/ 56726 h 59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115" h="59584">
                        <a:moveTo>
                          <a:pt x="42672" y="56726"/>
                        </a:moveTo>
                        <a:cubicBezTo>
                          <a:pt x="56197" y="50820"/>
                          <a:pt x="61531" y="37390"/>
                          <a:pt x="71056" y="27389"/>
                        </a:cubicBezTo>
                        <a:cubicBezTo>
                          <a:pt x="74295" y="23960"/>
                          <a:pt x="78296" y="20722"/>
                          <a:pt x="80010" y="16531"/>
                        </a:cubicBezTo>
                        <a:cubicBezTo>
                          <a:pt x="82010" y="11768"/>
                          <a:pt x="81153" y="7196"/>
                          <a:pt x="78581" y="3005"/>
                        </a:cubicBezTo>
                        <a:cubicBezTo>
                          <a:pt x="44387" y="-9854"/>
                          <a:pt x="3810" y="20817"/>
                          <a:pt x="0" y="52059"/>
                        </a:cubicBezTo>
                        <a:cubicBezTo>
                          <a:pt x="12954" y="58917"/>
                          <a:pt x="29527" y="62441"/>
                          <a:pt x="42672" y="5672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64" name="Forme libre : forme 18263">
                    <a:extLst>
                      <a:ext uri="{FF2B5EF4-FFF2-40B4-BE49-F238E27FC236}">
                        <a16:creationId xmlns:a16="http://schemas.microsoft.com/office/drawing/2014/main" id="{699A7686-2991-4C4D-9508-9D4EB3835217}"/>
                      </a:ext>
                    </a:extLst>
                  </p:cNvPr>
                  <p:cNvSpPr/>
                  <p:nvPr/>
                </p:nvSpPr>
                <p:spPr>
                  <a:xfrm>
                    <a:off x="3674463" y="5097755"/>
                    <a:ext cx="62935" cy="72986"/>
                  </a:xfrm>
                  <a:custGeom>
                    <a:avLst/>
                    <a:gdLst>
                      <a:gd name="connsiteX0" fmla="*/ 20955 w 62935"/>
                      <a:gd name="connsiteY0" fmla="*/ 32410 h 72986"/>
                      <a:gd name="connsiteX1" fmla="*/ 24479 w 62935"/>
                      <a:gd name="connsiteY1" fmla="*/ 32124 h 72986"/>
                      <a:gd name="connsiteX2" fmla="*/ 43053 w 62935"/>
                      <a:gd name="connsiteY2" fmla="*/ 46888 h 72986"/>
                      <a:gd name="connsiteX3" fmla="*/ 26670 w 62935"/>
                      <a:gd name="connsiteY3" fmla="*/ 61747 h 72986"/>
                      <a:gd name="connsiteX4" fmla="*/ 26765 w 62935"/>
                      <a:gd name="connsiteY4" fmla="*/ 72986 h 72986"/>
                      <a:gd name="connsiteX5" fmla="*/ 52864 w 62935"/>
                      <a:gd name="connsiteY5" fmla="*/ 44887 h 72986"/>
                      <a:gd name="connsiteX6" fmla="*/ 61817 w 62935"/>
                      <a:gd name="connsiteY6" fmla="*/ 34029 h 72986"/>
                      <a:gd name="connsiteX7" fmla="*/ 36766 w 62935"/>
                      <a:gd name="connsiteY7" fmla="*/ 2502 h 72986"/>
                      <a:gd name="connsiteX8" fmla="*/ 0 w 62935"/>
                      <a:gd name="connsiteY8" fmla="*/ 6407 h 72986"/>
                      <a:gd name="connsiteX9" fmla="*/ 14002 w 62935"/>
                      <a:gd name="connsiteY9" fmla="*/ 14789 h 72986"/>
                      <a:gd name="connsiteX10" fmla="*/ 20955 w 62935"/>
                      <a:gd name="connsiteY10" fmla="*/ 32410 h 72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2935" h="72986">
                        <a:moveTo>
                          <a:pt x="20955" y="32410"/>
                        </a:moveTo>
                        <a:cubicBezTo>
                          <a:pt x="22098" y="32220"/>
                          <a:pt x="23241" y="32124"/>
                          <a:pt x="24479" y="32124"/>
                        </a:cubicBezTo>
                        <a:cubicBezTo>
                          <a:pt x="34290" y="32124"/>
                          <a:pt x="42577" y="38697"/>
                          <a:pt x="43053" y="46888"/>
                        </a:cubicBezTo>
                        <a:cubicBezTo>
                          <a:pt x="43434" y="54889"/>
                          <a:pt x="36195" y="61366"/>
                          <a:pt x="26670" y="61747"/>
                        </a:cubicBezTo>
                        <a:cubicBezTo>
                          <a:pt x="26861" y="65462"/>
                          <a:pt x="26956" y="69271"/>
                          <a:pt x="26765" y="72986"/>
                        </a:cubicBezTo>
                        <a:cubicBezTo>
                          <a:pt x="38576" y="66605"/>
                          <a:pt x="44005" y="54222"/>
                          <a:pt x="52864" y="44887"/>
                        </a:cubicBezTo>
                        <a:cubicBezTo>
                          <a:pt x="56102" y="41459"/>
                          <a:pt x="60103" y="38220"/>
                          <a:pt x="61817" y="34029"/>
                        </a:cubicBezTo>
                        <a:cubicBezTo>
                          <a:pt x="67628" y="20409"/>
                          <a:pt x="49530" y="8407"/>
                          <a:pt x="36766" y="2502"/>
                        </a:cubicBezTo>
                        <a:cubicBezTo>
                          <a:pt x="25432" y="-2738"/>
                          <a:pt x="10954" y="1073"/>
                          <a:pt x="0" y="6407"/>
                        </a:cubicBezTo>
                        <a:lnTo>
                          <a:pt x="14002" y="14789"/>
                        </a:lnTo>
                        <a:cubicBezTo>
                          <a:pt x="16669" y="20503"/>
                          <a:pt x="19050" y="26409"/>
                          <a:pt x="20955" y="3241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65" name="Forme libre : forme 18264">
                    <a:extLst>
                      <a:ext uri="{FF2B5EF4-FFF2-40B4-BE49-F238E27FC236}">
                        <a16:creationId xmlns:a16="http://schemas.microsoft.com/office/drawing/2014/main" id="{AC26ED2D-CECD-4B28-B1B3-C9E7D23AAE1C}"/>
                      </a:ext>
                    </a:extLst>
                  </p:cNvPr>
                  <p:cNvSpPr/>
                  <p:nvPr/>
                </p:nvSpPr>
                <p:spPr>
                  <a:xfrm>
                    <a:off x="3638665" y="5104066"/>
                    <a:ext cx="62667" cy="70690"/>
                  </a:xfrm>
                  <a:custGeom>
                    <a:avLst/>
                    <a:gdLst>
                      <a:gd name="connsiteX0" fmla="*/ 3889 w 62667"/>
                      <a:gd name="connsiteY0" fmla="*/ 31052 h 70690"/>
                      <a:gd name="connsiteX1" fmla="*/ 365 w 62667"/>
                      <a:gd name="connsiteY1" fmla="*/ 46577 h 70690"/>
                      <a:gd name="connsiteX2" fmla="*/ 15034 w 62667"/>
                      <a:gd name="connsiteY2" fmla="*/ 61913 h 70690"/>
                      <a:gd name="connsiteX3" fmla="*/ 60277 w 62667"/>
                      <a:gd name="connsiteY3" fmla="*/ 67818 h 70690"/>
                      <a:gd name="connsiteX4" fmla="*/ 62563 w 62667"/>
                      <a:gd name="connsiteY4" fmla="*/ 66580 h 70690"/>
                      <a:gd name="connsiteX5" fmla="*/ 62468 w 62667"/>
                      <a:gd name="connsiteY5" fmla="*/ 55340 h 70690"/>
                      <a:gd name="connsiteX6" fmla="*/ 61801 w 62667"/>
                      <a:gd name="connsiteY6" fmla="*/ 55436 h 70690"/>
                      <a:gd name="connsiteX7" fmla="*/ 43228 w 62667"/>
                      <a:gd name="connsiteY7" fmla="*/ 40672 h 70690"/>
                      <a:gd name="connsiteX8" fmla="*/ 56753 w 62667"/>
                      <a:gd name="connsiteY8" fmla="*/ 26098 h 70690"/>
                      <a:gd name="connsiteX9" fmla="*/ 49705 w 62667"/>
                      <a:gd name="connsiteY9" fmla="*/ 8382 h 70690"/>
                      <a:gd name="connsiteX10" fmla="*/ 35703 w 62667"/>
                      <a:gd name="connsiteY10" fmla="*/ 0 h 70690"/>
                      <a:gd name="connsiteX11" fmla="*/ 29035 w 62667"/>
                      <a:gd name="connsiteY11" fmla="*/ 3620 h 70690"/>
                      <a:gd name="connsiteX12" fmla="*/ 3889 w 62667"/>
                      <a:gd name="connsiteY12" fmla="*/ 31052 h 70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2667" h="70690">
                        <a:moveTo>
                          <a:pt x="3889" y="31052"/>
                        </a:moveTo>
                        <a:cubicBezTo>
                          <a:pt x="1222" y="35909"/>
                          <a:pt x="-873" y="41243"/>
                          <a:pt x="365" y="46577"/>
                        </a:cubicBezTo>
                        <a:cubicBezTo>
                          <a:pt x="1984" y="53150"/>
                          <a:pt x="8366" y="58198"/>
                          <a:pt x="15034" y="61913"/>
                        </a:cubicBezTo>
                        <a:cubicBezTo>
                          <a:pt x="28464" y="69532"/>
                          <a:pt x="46371" y="73914"/>
                          <a:pt x="60277" y="67818"/>
                        </a:cubicBezTo>
                        <a:cubicBezTo>
                          <a:pt x="61135" y="67437"/>
                          <a:pt x="61801" y="66961"/>
                          <a:pt x="62563" y="66580"/>
                        </a:cubicBezTo>
                        <a:cubicBezTo>
                          <a:pt x="62754" y="62865"/>
                          <a:pt x="62659" y="59150"/>
                          <a:pt x="62468" y="55340"/>
                        </a:cubicBezTo>
                        <a:cubicBezTo>
                          <a:pt x="62278" y="55340"/>
                          <a:pt x="61992" y="55436"/>
                          <a:pt x="61801" y="55436"/>
                        </a:cubicBezTo>
                        <a:cubicBezTo>
                          <a:pt x="51991" y="55436"/>
                          <a:pt x="43704" y="48863"/>
                          <a:pt x="43228" y="40672"/>
                        </a:cubicBezTo>
                        <a:cubicBezTo>
                          <a:pt x="42847" y="33528"/>
                          <a:pt x="48752" y="27527"/>
                          <a:pt x="56753" y="26098"/>
                        </a:cubicBezTo>
                        <a:cubicBezTo>
                          <a:pt x="54848" y="20098"/>
                          <a:pt x="52467" y="14192"/>
                          <a:pt x="49705" y="8382"/>
                        </a:cubicBezTo>
                        <a:lnTo>
                          <a:pt x="35703" y="0"/>
                        </a:lnTo>
                        <a:cubicBezTo>
                          <a:pt x="33322" y="1143"/>
                          <a:pt x="31036" y="2381"/>
                          <a:pt x="29035" y="3620"/>
                        </a:cubicBezTo>
                        <a:cubicBezTo>
                          <a:pt x="17891" y="10668"/>
                          <a:pt x="9604" y="20479"/>
                          <a:pt x="3889" y="3105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66" name="Forme libre : forme 18265">
                    <a:extLst>
                      <a:ext uri="{FF2B5EF4-FFF2-40B4-BE49-F238E27FC236}">
                        <a16:creationId xmlns:a16="http://schemas.microsoft.com/office/drawing/2014/main" id="{96115227-89BA-499A-AF8C-F1327DA74B1B}"/>
                      </a:ext>
                    </a:extLst>
                  </p:cNvPr>
                  <p:cNvSpPr/>
                  <p:nvPr/>
                </p:nvSpPr>
                <p:spPr>
                  <a:xfrm>
                    <a:off x="3648312" y="5377814"/>
                    <a:ext cx="88730" cy="37829"/>
                  </a:xfrm>
                  <a:custGeom>
                    <a:avLst/>
                    <a:gdLst>
                      <a:gd name="connsiteX0" fmla="*/ 86540 w 88730"/>
                      <a:gd name="connsiteY0" fmla="*/ 2286 h 37829"/>
                      <a:gd name="connsiteX1" fmla="*/ 26056 w 88730"/>
                      <a:gd name="connsiteY1" fmla="*/ 4763 h 37829"/>
                      <a:gd name="connsiteX2" fmla="*/ 3005 w 88730"/>
                      <a:gd name="connsiteY2" fmla="*/ 0 h 37829"/>
                      <a:gd name="connsiteX3" fmla="*/ 338 w 88730"/>
                      <a:gd name="connsiteY3" fmla="*/ 13716 h 37829"/>
                      <a:gd name="connsiteX4" fmla="*/ 15007 w 88730"/>
                      <a:gd name="connsiteY4" fmla="*/ 29052 h 37829"/>
                      <a:gd name="connsiteX5" fmla="*/ 60251 w 88730"/>
                      <a:gd name="connsiteY5" fmla="*/ 34957 h 37829"/>
                      <a:gd name="connsiteX6" fmla="*/ 88635 w 88730"/>
                      <a:gd name="connsiteY6" fmla="*/ 5620 h 37829"/>
                      <a:gd name="connsiteX7" fmla="*/ 88730 w 88730"/>
                      <a:gd name="connsiteY7" fmla="*/ 5525 h 37829"/>
                      <a:gd name="connsiteX8" fmla="*/ 86540 w 88730"/>
                      <a:gd name="connsiteY8" fmla="*/ 2286 h 37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8730" h="37829">
                        <a:moveTo>
                          <a:pt x="86540" y="2286"/>
                        </a:moveTo>
                        <a:cubicBezTo>
                          <a:pt x="66918" y="6668"/>
                          <a:pt x="44058" y="6668"/>
                          <a:pt x="26056" y="4763"/>
                        </a:cubicBezTo>
                        <a:cubicBezTo>
                          <a:pt x="18436" y="3906"/>
                          <a:pt x="10435" y="2477"/>
                          <a:pt x="3005" y="0"/>
                        </a:cubicBezTo>
                        <a:cubicBezTo>
                          <a:pt x="815" y="4382"/>
                          <a:pt x="-709" y="9049"/>
                          <a:pt x="338" y="13716"/>
                        </a:cubicBezTo>
                        <a:cubicBezTo>
                          <a:pt x="1958" y="20288"/>
                          <a:pt x="8339" y="25337"/>
                          <a:pt x="15007" y="29052"/>
                        </a:cubicBezTo>
                        <a:cubicBezTo>
                          <a:pt x="28437" y="36672"/>
                          <a:pt x="46344" y="41053"/>
                          <a:pt x="60251" y="34957"/>
                        </a:cubicBezTo>
                        <a:cubicBezTo>
                          <a:pt x="73776" y="29052"/>
                          <a:pt x="79110" y="15621"/>
                          <a:pt x="88635" y="5620"/>
                        </a:cubicBezTo>
                        <a:cubicBezTo>
                          <a:pt x="88635" y="5620"/>
                          <a:pt x="88730" y="5525"/>
                          <a:pt x="88730" y="5525"/>
                        </a:cubicBezTo>
                        <a:cubicBezTo>
                          <a:pt x="87873" y="4477"/>
                          <a:pt x="87111" y="3429"/>
                          <a:pt x="86540" y="228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67" name="Forme libre : forme 18266">
                    <a:extLst>
                      <a:ext uri="{FF2B5EF4-FFF2-40B4-BE49-F238E27FC236}">
                        <a16:creationId xmlns:a16="http://schemas.microsoft.com/office/drawing/2014/main" id="{922BECBD-FE5D-4097-BAAB-ED825F39CBA7}"/>
                      </a:ext>
                    </a:extLst>
                  </p:cNvPr>
                  <p:cNvSpPr/>
                  <p:nvPr/>
                </p:nvSpPr>
                <p:spPr>
                  <a:xfrm>
                    <a:off x="3651317" y="5338642"/>
                    <a:ext cx="94107" cy="45121"/>
                  </a:xfrm>
                  <a:custGeom>
                    <a:avLst/>
                    <a:gdLst>
                      <a:gd name="connsiteX0" fmla="*/ 83534 w 94107"/>
                      <a:gd name="connsiteY0" fmla="*/ 41459 h 45121"/>
                      <a:gd name="connsiteX1" fmla="*/ 82105 w 94107"/>
                      <a:gd name="connsiteY1" fmla="*/ 36315 h 45121"/>
                      <a:gd name="connsiteX2" fmla="*/ 94107 w 94107"/>
                      <a:gd name="connsiteY2" fmla="*/ 22123 h 45121"/>
                      <a:gd name="connsiteX3" fmla="*/ 69532 w 94107"/>
                      <a:gd name="connsiteY3" fmla="*/ 2501 h 45121"/>
                      <a:gd name="connsiteX4" fmla="*/ 26098 w 94107"/>
                      <a:gd name="connsiteY4" fmla="*/ 10026 h 45121"/>
                      <a:gd name="connsiteX5" fmla="*/ 857 w 94107"/>
                      <a:gd name="connsiteY5" fmla="*/ 37362 h 45121"/>
                      <a:gd name="connsiteX6" fmla="*/ 0 w 94107"/>
                      <a:gd name="connsiteY6" fmla="*/ 39172 h 45121"/>
                      <a:gd name="connsiteX7" fmla="*/ 23050 w 94107"/>
                      <a:gd name="connsiteY7" fmla="*/ 43935 h 45121"/>
                      <a:gd name="connsiteX8" fmla="*/ 83534 w 94107"/>
                      <a:gd name="connsiteY8" fmla="*/ 41459 h 45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107" h="45121">
                        <a:moveTo>
                          <a:pt x="83534" y="41459"/>
                        </a:moveTo>
                        <a:cubicBezTo>
                          <a:pt x="82677" y="39839"/>
                          <a:pt x="82201" y="38125"/>
                          <a:pt x="82105" y="36315"/>
                        </a:cubicBezTo>
                        <a:cubicBezTo>
                          <a:pt x="81724" y="29647"/>
                          <a:pt x="86868" y="24028"/>
                          <a:pt x="94107" y="22123"/>
                        </a:cubicBezTo>
                        <a:cubicBezTo>
                          <a:pt x="89916" y="13645"/>
                          <a:pt x="78486" y="6597"/>
                          <a:pt x="69532" y="2501"/>
                        </a:cubicBezTo>
                        <a:cubicBezTo>
                          <a:pt x="55721" y="-3880"/>
                          <a:pt x="37147" y="3168"/>
                          <a:pt x="26098" y="10026"/>
                        </a:cubicBezTo>
                        <a:cubicBezTo>
                          <a:pt x="14954" y="16979"/>
                          <a:pt x="6667" y="26790"/>
                          <a:pt x="857" y="37362"/>
                        </a:cubicBezTo>
                        <a:cubicBezTo>
                          <a:pt x="571" y="37934"/>
                          <a:pt x="286" y="38601"/>
                          <a:pt x="0" y="39172"/>
                        </a:cubicBezTo>
                        <a:cubicBezTo>
                          <a:pt x="7334" y="41553"/>
                          <a:pt x="15430" y="43078"/>
                          <a:pt x="23050" y="43935"/>
                        </a:cubicBezTo>
                        <a:cubicBezTo>
                          <a:pt x="41053" y="45840"/>
                          <a:pt x="63817" y="45744"/>
                          <a:pt x="83534" y="4145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68" name="Forme libre : forme 18267">
                    <a:extLst>
                      <a:ext uri="{FF2B5EF4-FFF2-40B4-BE49-F238E27FC236}">
                        <a16:creationId xmlns:a16="http://schemas.microsoft.com/office/drawing/2014/main" id="{E39B621C-F2B0-45A8-9127-572D11BC4217}"/>
                      </a:ext>
                    </a:extLst>
                  </p:cNvPr>
                  <p:cNvSpPr/>
                  <p:nvPr/>
                </p:nvSpPr>
                <p:spPr>
                  <a:xfrm>
                    <a:off x="4413412" y="5149881"/>
                    <a:ext cx="59063" cy="76281"/>
                  </a:xfrm>
                  <a:custGeom>
                    <a:avLst/>
                    <a:gdLst>
                      <a:gd name="connsiteX0" fmla="*/ 32861 w 59063"/>
                      <a:gd name="connsiteY0" fmla="*/ 1810 h 76281"/>
                      <a:gd name="connsiteX1" fmla="*/ 27051 w 59063"/>
                      <a:gd name="connsiteY1" fmla="*/ 0 h 76281"/>
                      <a:gd name="connsiteX2" fmla="*/ 25241 w 59063"/>
                      <a:gd name="connsiteY2" fmla="*/ 476 h 76281"/>
                      <a:gd name="connsiteX3" fmla="*/ 4096 w 59063"/>
                      <a:gd name="connsiteY3" fmla="*/ 64104 h 76281"/>
                      <a:gd name="connsiteX4" fmla="*/ 0 w 59063"/>
                      <a:gd name="connsiteY4" fmla="*/ 75915 h 76281"/>
                      <a:gd name="connsiteX5" fmla="*/ 20574 w 59063"/>
                      <a:gd name="connsiteY5" fmla="*/ 73438 h 76281"/>
                      <a:gd name="connsiteX6" fmla="*/ 48959 w 59063"/>
                      <a:gd name="connsiteY6" fmla="*/ 44101 h 76281"/>
                      <a:gd name="connsiteX7" fmla="*/ 57912 w 59063"/>
                      <a:gd name="connsiteY7" fmla="*/ 33242 h 76281"/>
                      <a:gd name="connsiteX8" fmla="*/ 32861 w 59063"/>
                      <a:gd name="connsiteY8" fmla="*/ 1810 h 76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063" h="76281">
                        <a:moveTo>
                          <a:pt x="32861" y="1810"/>
                        </a:moveTo>
                        <a:cubicBezTo>
                          <a:pt x="30956" y="953"/>
                          <a:pt x="29051" y="381"/>
                          <a:pt x="27051" y="0"/>
                        </a:cubicBezTo>
                        <a:cubicBezTo>
                          <a:pt x="26479" y="191"/>
                          <a:pt x="25908" y="381"/>
                          <a:pt x="25241" y="476"/>
                        </a:cubicBezTo>
                        <a:cubicBezTo>
                          <a:pt x="18193" y="21717"/>
                          <a:pt x="11144" y="42863"/>
                          <a:pt x="4096" y="64104"/>
                        </a:cubicBezTo>
                        <a:cubicBezTo>
                          <a:pt x="2762" y="68009"/>
                          <a:pt x="1429" y="72009"/>
                          <a:pt x="0" y="75915"/>
                        </a:cubicBezTo>
                        <a:cubicBezTo>
                          <a:pt x="7144" y="76771"/>
                          <a:pt x="14288" y="76200"/>
                          <a:pt x="20574" y="73438"/>
                        </a:cubicBezTo>
                        <a:cubicBezTo>
                          <a:pt x="34100" y="67533"/>
                          <a:pt x="39434" y="54102"/>
                          <a:pt x="48959" y="44101"/>
                        </a:cubicBezTo>
                        <a:cubicBezTo>
                          <a:pt x="52197" y="40672"/>
                          <a:pt x="56198" y="37433"/>
                          <a:pt x="57912" y="33242"/>
                        </a:cubicBezTo>
                        <a:cubicBezTo>
                          <a:pt x="63818" y="19812"/>
                          <a:pt x="45720" y="7715"/>
                          <a:pt x="32861" y="181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69" name="Forme libre : forme 18268">
                    <a:extLst>
                      <a:ext uri="{FF2B5EF4-FFF2-40B4-BE49-F238E27FC236}">
                        <a16:creationId xmlns:a16="http://schemas.microsoft.com/office/drawing/2014/main" id="{518103AA-4104-43E5-AC51-BDFC3D31E289}"/>
                      </a:ext>
                    </a:extLst>
                  </p:cNvPr>
                  <p:cNvSpPr/>
                  <p:nvPr/>
                </p:nvSpPr>
                <p:spPr>
                  <a:xfrm>
                    <a:off x="4373709" y="5149786"/>
                    <a:ext cx="64944" cy="76009"/>
                  </a:xfrm>
                  <a:custGeom>
                    <a:avLst/>
                    <a:gdLst>
                      <a:gd name="connsiteX0" fmla="*/ 64945 w 64944"/>
                      <a:gd name="connsiteY0" fmla="*/ 571 h 76009"/>
                      <a:gd name="connsiteX1" fmla="*/ 60658 w 64944"/>
                      <a:gd name="connsiteY1" fmla="*/ 1048 h 76009"/>
                      <a:gd name="connsiteX2" fmla="*/ 53896 w 64944"/>
                      <a:gd name="connsiteY2" fmla="*/ 0 h 76009"/>
                      <a:gd name="connsiteX3" fmla="*/ 29130 w 64944"/>
                      <a:gd name="connsiteY3" fmla="*/ 9525 h 76009"/>
                      <a:gd name="connsiteX4" fmla="*/ 3889 w 64944"/>
                      <a:gd name="connsiteY4" fmla="*/ 36862 h 76009"/>
                      <a:gd name="connsiteX5" fmla="*/ 365 w 64944"/>
                      <a:gd name="connsiteY5" fmla="*/ 52388 h 76009"/>
                      <a:gd name="connsiteX6" fmla="*/ 15033 w 64944"/>
                      <a:gd name="connsiteY6" fmla="*/ 67723 h 76009"/>
                      <a:gd name="connsiteX7" fmla="*/ 39703 w 64944"/>
                      <a:gd name="connsiteY7" fmla="*/ 76010 h 76009"/>
                      <a:gd name="connsiteX8" fmla="*/ 43799 w 64944"/>
                      <a:gd name="connsiteY8" fmla="*/ 64199 h 76009"/>
                      <a:gd name="connsiteX9" fmla="*/ 64945 w 64944"/>
                      <a:gd name="connsiteY9" fmla="*/ 571 h 76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4944" h="76009">
                        <a:moveTo>
                          <a:pt x="64945" y="571"/>
                        </a:moveTo>
                        <a:cubicBezTo>
                          <a:pt x="63611" y="858"/>
                          <a:pt x="62182" y="1048"/>
                          <a:pt x="60658" y="1048"/>
                        </a:cubicBezTo>
                        <a:cubicBezTo>
                          <a:pt x="58277" y="1048"/>
                          <a:pt x="55991" y="667"/>
                          <a:pt x="53896" y="0"/>
                        </a:cubicBezTo>
                        <a:cubicBezTo>
                          <a:pt x="44751" y="1429"/>
                          <a:pt x="35703" y="5429"/>
                          <a:pt x="29130" y="9525"/>
                        </a:cubicBezTo>
                        <a:cubicBezTo>
                          <a:pt x="17986" y="16479"/>
                          <a:pt x="9699" y="26289"/>
                          <a:pt x="3889" y="36862"/>
                        </a:cubicBezTo>
                        <a:cubicBezTo>
                          <a:pt x="1222" y="41720"/>
                          <a:pt x="-873" y="47054"/>
                          <a:pt x="365" y="52388"/>
                        </a:cubicBezTo>
                        <a:cubicBezTo>
                          <a:pt x="1984" y="58960"/>
                          <a:pt x="8366" y="64008"/>
                          <a:pt x="15033" y="67723"/>
                        </a:cubicBezTo>
                        <a:cubicBezTo>
                          <a:pt x="22368" y="71914"/>
                          <a:pt x="31036" y="74962"/>
                          <a:pt x="39703" y="76010"/>
                        </a:cubicBezTo>
                        <a:cubicBezTo>
                          <a:pt x="41132" y="72104"/>
                          <a:pt x="42465" y="68104"/>
                          <a:pt x="43799" y="64199"/>
                        </a:cubicBezTo>
                        <a:cubicBezTo>
                          <a:pt x="50847" y="42958"/>
                          <a:pt x="57896" y="21813"/>
                          <a:pt x="64945" y="57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70" name="Forme libre : forme 18269">
                    <a:extLst>
                      <a:ext uri="{FF2B5EF4-FFF2-40B4-BE49-F238E27FC236}">
                        <a16:creationId xmlns:a16="http://schemas.microsoft.com/office/drawing/2014/main" id="{9E1B6865-2BDC-4B54-871E-17E9C54FFDF2}"/>
                      </a:ext>
                    </a:extLst>
                  </p:cNvPr>
                  <p:cNvSpPr/>
                  <p:nvPr/>
                </p:nvSpPr>
                <p:spPr>
                  <a:xfrm>
                    <a:off x="4651554" y="5183956"/>
                    <a:ext cx="97234" cy="61937"/>
                  </a:xfrm>
                  <a:custGeom>
                    <a:avLst/>
                    <a:gdLst>
                      <a:gd name="connsiteX0" fmla="*/ 28083 w 97234"/>
                      <a:gd name="connsiteY0" fmla="*/ 37934 h 61937"/>
                      <a:gd name="connsiteX1" fmla="*/ 97234 w 97234"/>
                      <a:gd name="connsiteY1" fmla="*/ 22503 h 61937"/>
                      <a:gd name="connsiteX2" fmla="*/ 72564 w 97234"/>
                      <a:gd name="connsiteY2" fmla="*/ 2501 h 61937"/>
                      <a:gd name="connsiteX3" fmla="*/ 29130 w 97234"/>
                      <a:gd name="connsiteY3" fmla="*/ 10026 h 61937"/>
                      <a:gd name="connsiteX4" fmla="*/ 3889 w 97234"/>
                      <a:gd name="connsiteY4" fmla="*/ 37362 h 61937"/>
                      <a:gd name="connsiteX5" fmla="*/ 365 w 97234"/>
                      <a:gd name="connsiteY5" fmla="*/ 52888 h 61937"/>
                      <a:gd name="connsiteX6" fmla="*/ 6271 w 97234"/>
                      <a:gd name="connsiteY6" fmla="*/ 61937 h 61937"/>
                      <a:gd name="connsiteX7" fmla="*/ 28083 w 97234"/>
                      <a:gd name="connsiteY7" fmla="*/ 37934 h 61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7234" h="61937">
                        <a:moveTo>
                          <a:pt x="28083" y="37934"/>
                        </a:moveTo>
                        <a:cubicBezTo>
                          <a:pt x="46656" y="24885"/>
                          <a:pt x="72279" y="20980"/>
                          <a:pt x="97234" y="22503"/>
                        </a:cubicBezTo>
                        <a:cubicBezTo>
                          <a:pt x="93139" y="13836"/>
                          <a:pt x="81518" y="6692"/>
                          <a:pt x="72564" y="2501"/>
                        </a:cubicBezTo>
                        <a:cubicBezTo>
                          <a:pt x="58753" y="-3880"/>
                          <a:pt x="40180" y="3168"/>
                          <a:pt x="29130" y="10026"/>
                        </a:cubicBezTo>
                        <a:cubicBezTo>
                          <a:pt x="17986" y="16979"/>
                          <a:pt x="9699" y="26790"/>
                          <a:pt x="3889" y="37362"/>
                        </a:cubicBezTo>
                        <a:cubicBezTo>
                          <a:pt x="1222" y="42220"/>
                          <a:pt x="-873" y="47554"/>
                          <a:pt x="365" y="52888"/>
                        </a:cubicBezTo>
                        <a:cubicBezTo>
                          <a:pt x="1222" y="56317"/>
                          <a:pt x="3413" y="59365"/>
                          <a:pt x="6271" y="61937"/>
                        </a:cubicBezTo>
                        <a:cubicBezTo>
                          <a:pt x="11700" y="52984"/>
                          <a:pt x="18558" y="44602"/>
                          <a:pt x="28083" y="3793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71" name="Forme libre : forme 18270">
                    <a:extLst>
                      <a:ext uri="{FF2B5EF4-FFF2-40B4-BE49-F238E27FC236}">
                        <a16:creationId xmlns:a16="http://schemas.microsoft.com/office/drawing/2014/main" id="{B6113812-E680-4F99-BCED-DA28D77111A4}"/>
                      </a:ext>
                    </a:extLst>
                  </p:cNvPr>
                  <p:cNvSpPr/>
                  <p:nvPr/>
                </p:nvSpPr>
                <p:spPr>
                  <a:xfrm>
                    <a:off x="4657824" y="5206119"/>
                    <a:ext cx="92455" cy="54982"/>
                  </a:xfrm>
                  <a:custGeom>
                    <a:avLst/>
                    <a:gdLst>
                      <a:gd name="connsiteX0" fmla="*/ 54007 w 92455"/>
                      <a:gd name="connsiteY0" fmla="*/ 52156 h 54982"/>
                      <a:gd name="connsiteX1" fmla="*/ 82391 w 92455"/>
                      <a:gd name="connsiteY1" fmla="*/ 22819 h 54982"/>
                      <a:gd name="connsiteX2" fmla="*/ 91344 w 92455"/>
                      <a:gd name="connsiteY2" fmla="*/ 11961 h 54982"/>
                      <a:gd name="connsiteX3" fmla="*/ 90964 w 92455"/>
                      <a:gd name="connsiteY3" fmla="*/ 340 h 54982"/>
                      <a:gd name="connsiteX4" fmla="*/ 21812 w 92455"/>
                      <a:gd name="connsiteY4" fmla="*/ 15771 h 54982"/>
                      <a:gd name="connsiteX5" fmla="*/ 0 w 92455"/>
                      <a:gd name="connsiteY5" fmla="*/ 39869 h 54982"/>
                      <a:gd name="connsiteX6" fmla="*/ 8763 w 92455"/>
                      <a:gd name="connsiteY6" fmla="*/ 46155 h 54982"/>
                      <a:gd name="connsiteX7" fmla="*/ 54007 w 92455"/>
                      <a:gd name="connsiteY7" fmla="*/ 52156 h 54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455" h="54982">
                        <a:moveTo>
                          <a:pt x="54007" y="52156"/>
                        </a:moveTo>
                        <a:cubicBezTo>
                          <a:pt x="67532" y="46251"/>
                          <a:pt x="72866" y="32821"/>
                          <a:pt x="82391" y="22819"/>
                        </a:cubicBezTo>
                        <a:cubicBezTo>
                          <a:pt x="85630" y="19390"/>
                          <a:pt x="89630" y="16152"/>
                          <a:pt x="91344" y="11961"/>
                        </a:cubicBezTo>
                        <a:cubicBezTo>
                          <a:pt x="93059" y="7960"/>
                          <a:pt x="92678" y="4055"/>
                          <a:pt x="90964" y="340"/>
                        </a:cubicBezTo>
                        <a:cubicBezTo>
                          <a:pt x="66008" y="-1279"/>
                          <a:pt x="40386" y="2721"/>
                          <a:pt x="21812" y="15771"/>
                        </a:cubicBezTo>
                        <a:cubicBezTo>
                          <a:pt x="12287" y="22438"/>
                          <a:pt x="5524" y="30725"/>
                          <a:pt x="0" y="39869"/>
                        </a:cubicBezTo>
                        <a:cubicBezTo>
                          <a:pt x="2571" y="42250"/>
                          <a:pt x="5619" y="44346"/>
                          <a:pt x="8763" y="46155"/>
                        </a:cubicBezTo>
                        <a:cubicBezTo>
                          <a:pt x="22193" y="53871"/>
                          <a:pt x="40005" y="58157"/>
                          <a:pt x="54007" y="5215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72" name="Forme libre : forme 18271">
                    <a:extLst>
                      <a:ext uri="{FF2B5EF4-FFF2-40B4-BE49-F238E27FC236}">
                        <a16:creationId xmlns:a16="http://schemas.microsoft.com/office/drawing/2014/main" id="{4CFA0E4A-1BEC-4FDB-8207-D1187A6C3A5B}"/>
                      </a:ext>
                    </a:extLst>
                  </p:cNvPr>
                  <p:cNvSpPr/>
                  <p:nvPr/>
                </p:nvSpPr>
                <p:spPr>
                  <a:xfrm>
                    <a:off x="3884791" y="5321592"/>
                    <a:ext cx="88185" cy="58603"/>
                  </a:xfrm>
                  <a:custGeom>
                    <a:avLst/>
                    <a:gdLst>
                      <a:gd name="connsiteX0" fmla="*/ 28940 w 88185"/>
                      <a:gd name="connsiteY0" fmla="*/ 31838 h 58603"/>
                      <a:gd name="connsiteX1" fmla="*/ 88186 w 88185"/>
                      <a:gd name="connsiteY1" fmla="*/ 11931 h 58603"/>
                      <a:gd name="connsiteX2" fmla="*/ 72565 w 88185"/>
                      <a:gd name="connsiteY2" fmla="*/ 2501 h 58603"/>
                      <a:gd name="connsiteX3" fmla="*/ 29130 w 88185"/>
                      <a:gd name="connsiteY3" fmla="*/ 10026 h 58603"/>
                      <a:gd name="connsiteX4" fmla="*/ 3889 w 88185"/>
                      <a:gd name="connsiteY4" fmla="*/ 37363 h 58603"/>
                      <a:gd name="connsiteX5" fmla="*/ 365 w 88185"/>
                      <a:gd name="connsiteY5" fmla="*/ 52888 h 58603"/>
                      <a:gd name="connsiteX6" fmla="*/ 3318 w 88185"/>
                      <a:gd name="connsiteY6" fmla="*/ 58603 h 58603"/>
                      <a:gd name="connsiteX7" fmla="*/ 28940 w 88185"/>
                      <a:gd name="connsiteY7" fmla="*/ 31838 h 58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8185" h="58603">
                        <a:moveTo>
                          <a:pt x="28940" y="31838"/>
                        </a:moveTo>
                        <a:cubicBezTo>
                          <a:pt x="45799" y="21075"/>
                          <a:pt x="68088" y="18217"/>
                          <a:pt x="88186" y="11931"/>
                        </a:cubicBezTo>
                        <a:cubicBezTo>
                          <a:pt x="83328" y="8026"/>
                          <a:pt x="77518" y="4787"/>
                          <a:pt x="72565" y="2501"/>
                        </a:cubicBezTo>
                        <a:cubicBezTo>
                          <a:pt x="58753" y="-3881"/>
                          <a:pt x="40180" y="3168"/>
                          <a:pt x="29130" y="10026"/>
                        </a:cubicBezTo>
                        <a:cubicBezTo>
                          <a:pt x="17986" y="16979"/>
                          <a:pt x="9700" y="26790"/>
                          <a:pt x="3889" y="37363"/>
                        </a:cubicBezTo>
                        <a:cubicBezTo>
                          <a:pt x="1222" y="42221"/>
                          <a:pt x="-873" y="47555"/>
                          <a:pt x="365" y="52888"/>
                        </a:cubicBezTo>
                        <a:cubicBezTo>
                          <a:pt x="842" y="54984"/>
                          <a:pt x="1984" y="56793"/>
                          <a:pt x="3318" y="58603"/>
                        </a:cubicBezTo>
                        <a:cubicBezTo>
                          <a:pt x="10271" y="48602"/>
                          <a:pt x="17891" y="38887"/>
                          <a:pt x="28940" y="3183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73" name="Forme libre : forme 18272">
                    <a:extLst>
                      <a:ext uri="{FF2B5EF4-FFF2-40B4-BE49-F238E27FC236}">
                        <a16:creationId xmlns:a16="http://schemas.microsoft.com/office/drawing/2014/main" id="{F389946E-6250-4BDA-9EC0-1BC875D6326E}"/>
                      </a:ext>
                    </a:extLst>
                  </p:cNvPr>
                  <p:cNvSpPr/>
                  <p:nvPr/>
                </p:nvSpPr>
                <p:spPr>
                  <a:xfrm>
                    <a:off x="3888109" y="5333428"/>
                    <a:ext cx="95407" cy="65165"/>
                  </a:xfrm>
                  <a:custGeom>
                    <a:avLst/>
                    <a:gdLst>
                      <a:gd name="connsiteX0" fmla="*/ 11716 w 95407"/>
                      <a:gd name="connsiteY0" fmla="*/ 56388 h 65165"/>
                      <a:gd name="connsiteX1" fmla="*/ 56960 w 95407"/>
                      <a:gd name="connsiteY1" fmla="*/ 62293 h 65165"/>
                      <a:gd name="connsiteX2" fmla="*/ 85344 w 95407"/>
                      <a:gd name="connsiteY2" fmla="*/ 32957 h 65165"/>
                      <a:gd name="connsiteX3" fmla="*/ 94297 w 95407"/>
                      <a:gd name="connsiteY3" fmla="*/ 22098 h 65165"/>
                      <a:gd name="connsiteX4" fmla="*/ 84868 w 95407"/>
                      <a:gd name="connsiteY4" fmla="*/ 0 h 65165"/>
                      <a:gd name="connsiteX5" fmla="*/ 25622 w 95407"/>
                      <a:gd name="connsiteY5" fmla="*/ 19908 h 65165"/>
                      <a:gd name="connsiteX6" fmla="*/ 0 w 95407"/>
                      <a:gd name="connsiteY6" fmla="*/ 46673 h 65165"/>
                      <a:gd name="connsiteX7" fmla="*/ 11716 w 95407"/>
                      <a:gd name="connsiteY7" fmla="*/ 56388 h 6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5407" h="65165">
                        <a:moveTo>
                          <a:pt x="11716" y="56388"/>
                        </a:moveTo>
                        <a:cubicBezTo>
                          <a:pt x="25146" y="64008"/>
                          <a:pt x="43053" y="68389"/>
                          <a:pt x="56960" y="62293"/>
                        </a:cubicBezTo>
                        <a:cubicBezTo>
                          <a:pt x="70485" y="56388"/>
                          <a:pt x="75819" y="42958"/>
                          <a:pt x="85344" y="32957"/>
                        </a:cubicBezTo>
                        <a:cubicBezTo>
                          <a:pt x="88583" y="29527"/>
                          <a:pt x="92583" y="26289"/>
                          <a:pt x="94297" y="22098"/>
                        </a:cubicBezTo>
                        <a:cubicBezTo>
                          <a:pt x="97822" y="13811"/>
                          <a:pt x="92488" y="6096"/>
                          <a:pt x="84868" y="0"/>
                        </a:cubicBezTo>
                        <a:cubicBezTo>
                          <a:pt x="64770" y="6382"/>
                          <a:pt x="42577" y="9144"/>
                          <a:pt x="25622" y="19908"/>
                        </a:cubicBezTo>
                        <a:cubicBezTo>
                          <a:pt x="14669" y="26956"/>
                          <a:pt x="7049" y="36576"/>
                          <a:pt x="0" y="46673"/>
                        </a:cubicBezTo>
                        <a:cubicBezTo>
                          <a:pt x="2762" y="50578"/>
                          <a:pt x="7144" y="53816"/>
                          <a:pt x="11716" y="5638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74" name="Forme libre : forme 18273">
                    <a:extLst>
                      <a:ext uri="{FF2B5EF4-FFF2-40B4-BE49-F238E27FC236}">
                        <a16:creationId xmlns:a16="http://schemas.microsoft.com/office/drawing/2014/main" id="{8CBA5050-93B8-451A-A947-52CB843E4953}"/>
                      </a:ext>
                    </a:extLst>
                  </p:cNvPr>
                  <p:cNvSpPr/>
                  <p:nvPr/>
                </p:nvSpPr>
                <p:spPr>
                  <a:xfrm>
                    <a:off x="5735197" y="4993712"/>
                    <a:ext cx="65126" cy="51585"/>
                  </a:xfrm>
                  <a:custGeom>
                    <a:avLst/>
                    <a:gdLst>
                      <a:gd name="connsiteX0" fmla="*/ 49530 w 65126"/>
                      <a:gd name="connsiteY0" fmla="*/ 51585 h 51585"/>
                      <a:gd name="connsiteX1" fmla="*/ 55054 w 65126"/>
                      <a:gd name="connsiteY1" fmla="*/ 44918 h 51585"/>
                      <a:gd name="connsiteX2" fmla="*/ 64008 w 65126"/>
                      <a:gd name="connsiteY2" fmla="*/ 34059 h 51585"/>
                      <a:gd name="connsiteX3" fmla="*/ 38957 w 65126"/>
                      <a:gd name="connsiteY3" fmla="*/ 2531 h 51585"/>
                      <a:gd name="connsiteX4" fmla="*/ 0 w 65126"/>
                      <a:gd name="connsiteY4" fmla="*/ 7484 h 51585"/>
                      <a:gd name="connsiteX5" fmla="*/ 19526 w 65126"/>
                      <a:gd name="connsiteY5" fmla="*/ 24344 h 51585"/>
                      <a:gd name="connsiteX6" fmla="*/ 49530 w 65126"/>
                      <a:gd name="connsiteY6" fmla="*/ 51585 h 5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126" h="51585">
                        <a:moveTo>
                          <a:pt x="49530" y="51585"/>
                        </a:moveTo>
                        <a:cubicBezTo>
                          <a:pt x="51245" y="49299"/>
                          <a:pt x="53054" y="47013"/>
                          <a:pt x="55054" y="44918"/>
                        </a:cubicBezTo>
                        <a:cubicBezTo>
                          <a:pt x="58293" y="41489"/>
                          <a:pt x="62293" y="38250"/>
                          <a:pt x="64008" y="34059"/>
                        </a:cubicBezTo>
                        <a:cubicBezTo>
                          <a:pt x="69818" y="20438"/>
                          <a:pt x="51721" y="8437"/>
                          <a:pt x="38957" y="2531"/>
                        </a:cubicBezTo>
                        <a:cubicBezTo>
                          <a:pt x="26861" y="-3088"/>
                          <a:pt x="11144" y="1579"/>
                          <a:pt x="0" y="7484"/>
                        </a:cubicBezTo>
                        <a:cubicBezTo>
                          <a:pt x="7334" y="12723"/>
                          <a:pt x="13907" y="18819"/>
                          <a:pt x="19526" y="24344"/>
                        </a:cubicBezTo>
                        <a:cubicBezTo>
                          <a:pt x="28860" y="33393"/>
                          <a:pt x="39434" y="42346"/>
                          <a:pt x="49530" y="5158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75" name="Forme libre : forme 18274">
                    <a:extLst>
                      <a:ext uri="{FF2B5EF4-FFF2-40B4-BE49-F238E27FC236}">
                        <a16:creationId xmlns:a16="http://schemas.microsoft.com/office/drawing/2014/main" id="{3608E94A-8B20-419E-850D-73E3032EBC99}"/>
                      </a:ext>
                    </a:extLst>
                  </p:cNvPr>
                  <p:cNvSpPr/>
                  <p:nvPr/>
                </p:nvSpPr>
                <p:spPr>
                  <a:xfrm>
                    <a:off x="5701685" y="5001196"/>
                    <a:ext cx="83042" cy="69547"/>
                  </a:xfrm>
                  <a:custGeom>
                    <a:avLst/>
                    <a:gdLst>
                      <a:gd name="connsiteX0" fmla="*/ 3889 w 83042"/>
                      <a:gd name="connsiteY0" fmla="*/ 29909 h 69547"/>
                      <a:gd name="connsiteX1" fmla="*/ 365 w 83042"/>
                      <a:gd name="connsiteY1" fmla="*/ 45434 h 69547"/>
                      <a:gd name="connsiteX2" fmla="*/ 15033 w 83042"/>
                      <a:gd name="connsiteY2" fmla="*/ 60770 h 69547"/>
                      <a:gd name="connsiteX3" fmla="*/ 60277 w 83042"/>
                      <a:gd name="connsiteY3" fmla="*/ 66675 h 69547"/>
                      <a:gd name="connsiteX4" fmla="*/ 83042 w 83042"/>
                      <a:gd name="connsiteY4" fmla="*/ 44005 h 69547"/>
                      <a:gd name="connsiteX5" fmla="*/ 53038 w 83042"/>
                      <a:gd name="connsiteY5" fmla="*/ 16859 h 69547"/>
                      <a:gd name="connsiteX6" fmla="*/ 33512 w 83042"/>
                      <a:gd name="connsiteY6" fmla="*/ 0 h 69547"/>
                      <a:gd name="connsiteX7" fmla="*/ 29035 w 83042"/>
                      <a:gd name="connsiteY7" fmla="*/ 2572 h 69547"/>
                      <a:gd name="connsiteX8" fmla="*/ 3889 w 83042"/>
                      <a:gd name="connsiteY8" fmla="*/ 29909 h 69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042" h="69547">
                        <a:moveTo>
                          <a:pt x="3889" y="29909"/>
                        </a:moveTo>
                        <a:cubicBezTo>
                          <a:pt x="1222" y="34766"/>
                          <a:pt x="-873" y="40100"/>
                          <a:pt x="365" y="45434"/>
                        </a:cubicBezTo>
                        <a:cubicBezTo>
                          <a:pt x="1984" y="52007"/>
                          <a:pt x="8366" y="57055"/>
                          <a:pt x="15033" y="60770"/>
                        </a:cubicBezTo>
                        <a:cubicBezTo>
                          <a:pt x="28463" y="68389"/>
                          <a:pt x="46370" y="72771"/>
                          <a:pt x="60277" y="66675"/>
                        </a:cubicBezTo>
                        <a:cubicBezTo>
                          <a:pt x="70945" y="62008"/>
                          <a:pt x="76565" y="52674"/>
                          <a:pt x="83042" y="44005"/>
                        </a:cubicBezTo>
                        <a:cubicBezTo>
                          <a:pt x="72946" y="34861"/>
                          <a:pt x="62278" y="25908"/>
                          <a:pt x="53038" y="16859"/>
                        </a:cubicBezTo>
                        <a:cubicBezTo>
                          <a:pt x="47419" y="11335"/>
                          <a:pt x="40846" y="5334"/>
                          <a:pt x="33512" y="0"/>
                        </a:cubicBezTo>
                        <a:cubicBezTo>
                          <a:pt x="31893" y="858"/>
                          <a:pt x="30464" y="1714"/>
                          <a:pt x="29035" y="2572"/>
                        </a:cubicBezTo>
                        <a:cubicBezTo>
                          <a:pt x="17891" y="9525"/>
                          <a:pt x="9604" y="19336"/>
                          <a:pt x="3889" y="2990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76" name="Forme libre : forme 18275">
                    <a:extLst>
                      <a:ext uri="{FF2B5EF4-FFF2-40B4-BE49-F238E27FC236}">
                        <a16:creationId xmlns:a16="http://schemas.microsoft.com/office/drawing/2014/main" id="{9B7BF8EE-9564-466E-AAAB-0203D03E4633}"/>
                      </a:ext>
                    </a:extLst>
                  </p:cNvPr>
                  <p:cNvSpPr/>
                  <p:nvPr/>
                </p:nvSpPr>
                <p:spPr>
                  <a:xfrm>
                    <a:off x="7002784" y="5060346"/>
                    <a:ext cx="9619" cy="7333"/>
                  </a:xfrm>
                  <a:custGeom>
                    <a:avLst/>
                    <a:gdLst>
                      <a:gd name="connsiteX0" fmla="*/ 2953 w 9619"/>
                      <a:gd name="connsiteY0" fmla="*/ 7334 h 7333"/>
                      <a:gd name="connsiteX1" fmla="*/ 9620 w 9619"/>
                      <a:gd name="connsiteY1" fmla="*/ 0 h 7333"/>
                      <a:gd name="connsiteX2" fmla="*/ 0 w 9619"/>
                      <a:gd name="connsiteY2" fmla="*/ 4667 h 7333"/>
                      <a:gd name="connsiteX3" fmla="*/ 2953 w 9619"/>
                      <a:gd name="connsiteY3" fmla="*/ 7334 h 7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19" h="7333">
                        <a:moveTo>
                          <a:pt x="2953" y="7334"/>
                        </a:moveTo>
                        <a:lnTo>
                          <a:pt x="9620" y="0"/>
                        </a:lnTo>
                        <a:cubicBezTo>
                          <a:pt x="6096" y="1428"/>
                          <a:pt x="2857" y="2953"/>
                          <a:pt x="0" y="4667"/>
                        </a:cubicBezTo>
                        <a:cubicBezTo>
                          <a:pt x="952" y="5524"/>
                          <a:pt x="2000" y="6382"/>
                          <a:pt x="2953" y="733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77" name="Forme libre : forme 18276">
                    <a:extLst>
                      <a:ext uri="{FF2B5EF4-FFF2-40B4-BE49-F238E27FC236}">
                        <a16:creationId xmlns:a16="http://schemas.microsoft.com/office/drawing/2014/main" id="{448EEF43-634C-4EE6-BDD9-488299701E58}"/>
                      </a:ext>
                    </a:extLst>
                  </p:cNvPr>
                  <p:cNvSpPr/>
                  <p:nvPr/>
                </p:nvSpPr>
                <p:spPr>
                  <a:xfrm>
                    <a:off x="6971542" y="5065109"/>
                    <a:ext cx="34289" cy="40671"/>
                  </a:xfrm>
                  <a:custGeom>
                    <a:avLst/>
                    <a:gdLst>
                      <a:gd name="connsiteX0" fmla="*/ 3810 w 34289"/>
                      <a:gd name="connsiteY0" fmla="*/ 28575 h 40671"/>
                      <a:gd name="connsiteX1" fmla="*/ 0 w 34289"/>
                      <a:gd name="connsiteY1" fmla="*/ 40671 h 40671"/>
                      <a:gd name="connsiteX2" fmla="*/ 34290 w 34289"/>
                      <a:gd name="connsiteY2" fmla="*/ 2667 h 40671"/>
                      <a:gd name="connsiteX3" fmla="*/ 31242 w 34289"/>
                      <a:gd name="connsiteY3" fmla="*/ 0 h 40671"/>
                      <a:gd name="connsiteX4" fmla="*/ 29051 w 34289"/>
                      <a:gd name="connsiteY4" fmla="*/ 1238 h 40671"/>
                      <a:gd name="connsiteX5" fmla="*/ 3810 w 34289"/>
                      <a:gd name="connsiteY5" fmla="*/ 28575 h 40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89" h="40671">
                        <a:moveTo>
                          <a:pt x="3810" y="28575"/>
                        </a:moveTo>
                        <a:cubicBezTo>
                          <a:pt x="1714" y="32385"/>
                          <a:pt x="0" y="36480"/>
                          <a:pt x="0" y="40671"/>
                        </a:cubicBezTo>
                        <a:lnTo>
                          <a:pt x="34290" y="2667"/>
                        </a:lnTo>
                        <a:cubicBezTo>
                          <a:pt x="33338" y="1714"/>
                          <a:pt x="32290" y="857"/>
                          <a:pt x="31242" y="0"/>
                        </a:cubicBezTo>
                        <a:cubicBezTo>
                          <a:pt x="30480" y="381"/>
                          <a:pt x="29718" y="857"/>
                          <a:pt x="29051" y="1238"/>
                        </a:cubicBezTo>
                        <a:cubicBezTo>
                          <a:pt x="17812" y="8096"/>
                          <a:pt x="9525" y="17907"/>
                          <a:pt x="3810" y="2857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78" name="Forme libre : forme 18277">
                    <a:extLst>
                      <a:ext uri="{FF2B5EF4-FFF2-40B4-BE49-F238E27FC236}">
                        <a16:creationId xmlns:a16="http://schemas.microsoft.com/office/drawing/2014/main" id="{A7146D5A-B010-4967-83E8-37D1F79B0D38}"/>
                      </a:ext>
                    </a:extLst>
                  </p:cNvPr>
                  <p:cNvSpPr/>
                  <p:nvPr/>
                </p:nvSpPr>
                <p:spPr>
                  <a:xfrm>
                    <a:off x="931885" y="5140356"/>
                    <a:ext cx="97221" cy="66960"/>
                  </a:xfrm>
                  <a:custGeom>
                    <a:avLst/>
                    <a:gdLst>
                      <a:gd name="connsiteX0" fmla="*/ 33478 w 97221"/>
                      <a:gd name="connsiteY0" fmla="*/ 62675 h 66960"/>
                      <a:gd name="connsiteX1" fmla="*/ 77959 w 97221"/>
                      <a:gd name="connsiteY1" fmla="*/ 40481 h 66960"/>
                      <a:gd name="connsiteX2" fmla="*/ 96819 w 97221"/>
                      <a:gd name="connsiteY2" fmla="*/ 24194 h 66960"/>
                      <a:gd name="connsiteX3" fmla="*/ 87294 w 97221"/>
                      <a:gd name="connsiteY3" fmla="*/ 3620 h 66960"/>
                      <a:gd name="connsiteX4" fmla="*/ 35478 w 97221"/>
                      <a:gd name="connsiteY4" fmla="*/ 8478 h 66960"/>
                      <a:gd name="connsiteX5" fmla="*/ 8617 w 97221"/>
                      <a:gd name="connsiteY5" fmla="*/ 27908 h 66960"/>
                      <a:gd name="connsiteX6" fmla="*/ 426 w 97221"/>
                      <a:gd name="connsiteY6" fmla="*/ 51626 h 66960"/>
                      <a:gd name="connsiteX7" fmla="*/ 21857 w 97221"/>
                      <a:gd name="connsiteY7" fmla="*/ 66866 h 66960"/>
                      <a:gd name="connsiteX8" fmla="*/ 33478 w 97221"/>
                      <a:gd name="connsiteY8" fmla="*/ 62675 h 66960"/>
                      <a:gd name="connsiteX9" fmla="*/ 73197 w 97221"/>
                      <a:gd name="connsiteY9" fmla="*/ 6858 h 66960"/>
                      <a:gd name="connsiteX10" fmla="*/ 91770 w 97221"/>
                      <a:gd name="connsiteY10" fmla="*/ 21622 h 66960"/>
                      <a:gd name="connsiteX11" fmla="*/ 74721 w 97221"/>
                      <a:gd name="connsiteY11" fmla="*/ 36481 h 66960"/>
                      <a:gd name="connsiteX12" fmla="*/ 56147 w 97221"/>
                      <a:gd name="connsiteY12" fmla="*/ 21717 h 66960"/>
                      <a:gd name="connsiteX13" fmla="*/ 73197 w 97221"/>
                      <a:gd name="connsiteY13" fmla="*/ 6858 h 66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7221" h="66960">
                        <a:moveTo>
                          <a:pt x="33478" y="62675"/>
                        </a:moveTo>
                        <a:cubicBezTo>
                          <a:pt x="48337" y="55245"/>
                          <a:pt x="63100" y="47911"/>
                          <a:pt x="77959" y="40481"/>
                        </a:cubicBezTo>
                        <a:cubicBezTo>
                          <a:pt x="85484" y="36672"/>
                          <a:pt x="94628" y="31814"/>
                          <a:pt x="96819" y="24194"/>
                        </a:cubicBezTo>
                        <a:cubicBezTo>
                          <a:pt x="98629" y="17526"/>
                          <a:pt x="94152" y="7811"/>
                          <a:pt x="87294" y="3620"/>
                        </a:cubicBezTo>
                        <a:cubicBezTo>
                          <a:pt x="73863" y="-4667"/>
                          <a:pt x="47860" y="3144"/>
                          <a:pt x="35478" y="8478"/>
                        </a:cubicBezTo>
                        <a:cubicBezTo>
                          <a:pt x="24905" y="13145"/>
                          <a:pt x="15570" y="19717"/>
                          <a:pt x="8617" y="27908"/>
                        </a:cubicBezTo>
                        <a:cubicBezTo>
                          <a:pt x="2807" y="34767"/>
                          <a:pt x="-1384" y="43149"/>
                          <a:pt x="426" y="51626"/>
                        </a:cubicBezTo>
                        <a:cubicBezTo>
                          <a:pt x="2236" y="60103"/>
                          <a:pt x="11665" y="67913"/>
                          <a:pt x="21857" y="66866"/>
                        </a:cubicBezTo>
                        <a:cubicBezTo>
                          <a:pt x="26048" y="66390"/>
                          <a:pt x="29858" y="64580"/>
                          <a:pt x="33478" y="62675"/>
                        </a:cubicBezTo>
                        <a:close/>
                        <a:moveTo>
                          <a:pt x="73197" y="6858"/>
                        </a:moveTo>
                        <a:cubicBezTo>
                          <a:pt x="83008" y="6858"/>
                          <a:pt x="91294" y="13431"/>
                          <a:pt x="91770" y="21622"/>
                        </a:cubicBezTo>
                        <a:cubicBezTo>
                          <a:pt x="92152" y="29813"/>
                          <a:pt x="84532" y="36481"/>
                          <a:pt x="74721" y="36481"/>
                        </a:cubicBezTo>
                        <a:cubicBezTo>
                          <a:pt x="64910" y="36481"/>
                          <a:pt x="56623" y="29909"/>
                          <a:pt x="56147" y="21717"/>
                        </a:cubicBezTo>
                        <a:cubicBezTo>
                          <a:pt x="55671" y="13526"/>
                          <a:pt x="63386" y="6858"/>
                          <a:pt x="73197" y="685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79" name="Forme libre : forme 18278">
                    <a:extLst>
                      <a:ext uri="{FF2B5EF4-FFF2-40B4-BE49-F238E27FC236}">
                        <a16:creationId xmlns:a16="http://schemas.microsoft.com/office/drawing/2014/main" id="{40CFBDE4-FF21-4E3A-9723-9C247C0B3C04}"/>
                      </a:ext>
                    </a:extLst>
                  </p:cNvPr>
                  <p:cNvSpPr/>
                  <p:nvPr/>
                </p:nvSpPr>
                <p:spPr>
                  <a:xfrm>
                    <a:off x="1518435" y="5301329"/>
                    <a:ext cx="97311" cy="66960"/>
                  </a:xfrm>
                  <a:custGeom>
                    <a:avLst/>
                    <a:gdLst>
                      <a:gd name="connsiteX0" fmla="*/ 87294 w 97311"/>
                      <a:gd name="connsiteY0" fmla="*/ 3620 h 66960"/>
                      <a:gd name="connsiteX1" fmla="*/ 35478 w 97311"/>
                      <a:gd name="connsiteY1" fmla="*/ 8478 h 66960"/>
                      <a:gd name="connsiteX2" fmla="*/ 8617 w 97311"/>
                      <a:gd name="connsiteY2" fmla="*/ 27908 h 66960"/>
                      <a:gd name="connsiteX3" fmla="*/ 426 w 97311"/>
                      <a:gd name="connsiteY3" fmla="*/ 51626 h 66960"/>
                      <a:gd name="connsiteX4" fmla="*/ 21857 w 97311"/>
                      <a:gd name="connsiteY4" fmla="*/ 66866 h 66960"/>
                      <a:gd name="connsiteX5" fmla="*/ 33573 w 97311"/>
                      <a:gd name="connsiteY5" fmla="*/ 62770 h 66960"/>
                      <a:gd name="connsiteX6" fmla="*/ 78054 w 97311"/>
                      <a:gd name="connsiteY6" fmla="*/ 40577 h 66960"/>
                      <a:gd name="connsiteX7" fmla="*/ 96914 w 97311"/>
                      <a:gd name="connsiteY7" fmla="*/ 24289 h 66960"/>
                      <a:gd name="connsiteX8" fmla="*/ 87294 w 97311"/>
                      <a:gd name="connsiteY8" fmla="*/ 3620 h 66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311" h="66960">
                        <a:moveTo>
                          <a:pt x="87294" y="3620"/>
                        </a:moveTo>
                        <a:cubicBezTo>
                          <a:pt x="73863" y="-4667"/>
                          <a:pt x="47860" y="3144"/>
                          <a:pt x="35478" y="8478"/>
                        </a:cubicBezTo>
                        <a:cubicBezTo>
                          <a:pt x="24905" y="13145"/>
                          <a:pt x="15570" y="19717"/>
                          <a:pt x="8617" y="27908"/>
                        </a:cubicBezTo>
                        <a:cubicBezTo>
                          <a:pt x="2807" y="34766"/>
                          <a:pt x="-1384" y="43148"/>
                          <a:pt x="426" y="51626"/>
                        </a:cubicBezTo>
                        <a:cubicBezTo>
                          <a:pt x="2236" y="60103"/>
                          <a:pt x="11665" y="67913"/>
                          <a:pt x="21857" y="66866"/>
                        </a:cubicBezTo>
                        <a:cubicBezTo>
                          <a:pt x="26143" y="66389"/>
                          <a:pt x="29953" y="64579"/>
                          <a:pt x="33573" y="62770"/>
                        </a:cubicBezTo>
                        <a:cubicBezTo>
                          <a:pt x="48432" y="55340"/>
                          <a:pt x="63195" y="48006"/>
                          <a:pt x="78054" y="40577"/>
                        </a:cubicBezTo>
                        <a:cubicBezTo>
                          <a:pt x="85579" y="36767"/>
                          <a:pt x="94723" y="31909"/>
                          <a:pt x="96914" y="24289"/>
                        </a:cubicBezTo>
                        <a:cubicBezTo>
                          <a:pt x="98724" y="17621"/>
                          <a:pt x="94152" y="7906"/>
                          <a:pt x="87294" y="362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80" name="Forme libre : forme 18279">
                    <a:extLst>
                      <a:ext uri="{FF2B5EF4-FFF2-40B4-BE49-F238E27FC236}">
                        <a16:creationId xmlns:a16="http://schemas.microsoft.com/office/drawing/2014/main" id="{2B52B2F7-F2DA-4E76-9653-FFCDADE260BD}"/>
                      </a:ext>
                    </a:extLst>
                  </p:cNvPr>
                  <p:cNvSpPr/>
                  <p:nvPr/>
                </p:nvSpPr>
                <p:spPr>
                  <a:xfrm>
                    <a:off x="1213385" y="5391340"/>
                    <a:ext cx="48395" cy="30384"/>
                  </a:xfrm>
                  <a:custGeom>
                    <a:avLst/>
                    <a:gdLst>
                      <a:gd name="connsiteX0" fmla="*/ 2866 w 48395"/>
                      <a:gd name="connsiteY0" fmla="*/ 0 h 30384"/>
                      <a:gd name="connsiteX1" fmla="*/ 390 w 48395"/>
                      <a:gd name="connsiteY1" fmla="*/ 15049 h 30384"/>
                      <a:gd name="connsiteX2" fmla="*/ 21821 w 48395"/>
                      <a:gd name="connsiteY2" fmla="*/ 30289 h 30384"/>
                      <a:gd name="connsiteX3" fmla="*/ 33537 w 48395"/>
                      <a:gd name="connsiteY3" fmla="*/ 26194 h 30384"/>
                      <a:gd name="connsiteX4" fmla="*/ 48396 w 48395"/>
                      <a:gd name="connsiteY4" fmla="*/ 18764 h 30384"/>
                      <a:gd name="connsiteX5" fmla="*/ 16773 w 48395"/>
                      <a:gd name="connsiteY5" fmla="*/ 6001 h 30384"/>
                      <a:gd name="connsiteX6" fmla="*/ 2866 w 48395"/>
                      <a:gd name="connsiteY6" fmla="*/ 0 h 30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8395" h="30384">
                        <a:moveTo>
                          <a:pt x="2866" y="0"/>
                        </a:moveTo>
                        <a:cubicBezTo>
                          <a:pt x="485" y="4763"/>
                          <a:pt x="-658" y="9906"/>
                          <a:pt x="390" y="15049"/>
                        </a:cubicBezTo>
                        <a:cubicBezTo>
                          <a:pt x="2200" y="23526"/>
                          <a:pt x="11629" y="31337"/>
                          <a:pt x="21821" y="30289"/>
                        </a:cubicBezTo>
                        <a:cubicBezTo>
                          <a:pt x="26107" y="29813"/>
                          <a:pt x="29917" y="28004"/>
                          <a:pt x="33537" y="26194"/>
                        </a:cubicBezTo>
                        <a:cubicBezTo>
                          <a:pt x="38490" y="23717"/>
                          <a:pt x="43443" y="21241"/>
                          <a:pt x="48396" y="18764"/>
                        </a:cubicBezTo>
                        <a:cubicBezTo>
                          <a:pt x="37823" y="14573"/>
                          <a:pt x="27250" y="10287"/>
                          <a:pt x="16773" y="6001"/>
                        </a:cubicBezTo>
                        <a:cubicBezTo>
                          <a:pt x="12011" y="4096"/>
                          <a:pt x="7343" y="2191"/>
                          <a:pt x="2866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81" name="Forme libre : forme 18280">
                    <a:extLst>
                      <a:ext uri="{FF2B5EF4-FFF2-40B4-BE49-F238E27FC236}">
                        <a16:creationId xmlns:a16="http://schemas.microsoft.com/office/drawing/2014/main" id="{31E9958B-AAF7-4701-BBB2-83E403E72C82}"/>
                      </a:ext>
                    </a:extLst>
                  </p:cNvPr>
                  <p:cNvSpPr/>
                  <p:nvPr/>
                </p:nvSpPr>
                <p:spPr>
                  <a:xfrm>
                    <a:off x="1216251" y="5354859"/>
                    <a:ext cx="94319" cy="55245"/>
                  </a:xfrm>
                  <a:custGeom>
                    <a:avLst/>
                    <a:gdLst>
                      <a:gd name="connsiteX0" fmla="*/ 93917 w 94319"/>
                      <a:gd name="connsiteY0" fmla="*/ 24193 h 55245"/>
                      <a:gd name="connsiteX1" fmla="*/ 84392 w 94319"/>
                      <a:gd name="connsiteY1" fmla="*/ 3620 h 55245"/>
                      <a:gd name="connsiteX2" fmla="*/ 32575 w 94319"/>
                      <a:gd name="connsiteY2" fmla="*/ 8478 h 55245"/>
                      <a:gd name="connsiteX3" fmla="*/ 5715 w 94319"/>
                      <a:gd name="connsiteY3" fmla="*/ 27908 h 55245"/>
                      <a:gd name="connsiteX4" fmla="*/ 0 w 94319"/>
                      <a:gd name="connsiteY4" fmla="*/ 36481 h 55245"/>
                      <a:gd name="connsiteX5" fmla="*/ 13907 w 94319"/>
                      <a:gd name="connsiteY5" fmla="*/ 42482 h 55245"/>
                      <a:gd name="connsiteX6" fmla="*/ 45529 w 94319"/>
                      <a:gd name="connsiteY6" fmla="*/ 55245 h 55245"/>
                      <a:gd name="connsiteX7" fmla="*/ 75152 w 94319"/>
                      <a:gd name="connsiteY7" fmla="*/ 40481 h 55245"/>
                      <a:gd name="connsiteX8" fmla="*/ 93917 w 94319"/>
                      <a:gd name="connsiteY8" fmla="*/ 24193 h 55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319" h="55245">
                        <a:moveTo>
                          <a:pt x="93917" y="24193"/>
                        </a:moveTo>
                        <a:cubicBezTo>
                          <a:pt x="95726" y="17526"/>
                          <a:pt x="91250" y="7811"/>
                          <a:pt x="84392" y="3620"/>
                        </a:cubicBezTo>
                        <a:cubicBezTo>
                          <a:pt x="70961" y="-4667"/>
                          <a:pt x="44958" y="3144"/>
                          <a:pt x="32575" y="8478"/>
                        </a:cubicBezTo>
                        <a:cubicBezTo>
                          <a:pt x="22003" y="13145"/>
                          <a:pt x="12668" y="19717"/>
                          <a:pt x="5715" y="27908"/>
                        </a:cubicBezTo>
                        <a:cubicBezTo>
                          <a:pt x="3429" y="30576"/>
                          <a:pt x="1524" y="33433"/>
                          <a:pt x="0" y="36481"/>
                        </a:cubicBezTo>
                        <a:cubicBezTo>
                          <a:pt x="4477" y="38672"/>
                          <a:pt x="9239" y="40577"/>
                          <a:pt x="13907" y="42482"/>
                        </a:cubicBezTo>
                        <a:cubicBezTo>
                          <a:pt x="24384" y="46768"/>
                          <a:pt x="34957" y="51054"/>
                          <a:pt x="45529" y="55245"/>
                        </a:cubicBezTo>
                        <a:cubicBezTo>
                          <a:pt x="55436" y="50292"/>
                          <a:pt x="65246" y="45435"/>
                          <a:pt x="75152" y="40481"/>
                        </a:cubicBezTo>
                        <a:cubicBezTo>
                          <a:pt x="82582" y="36767"/>
                          <a:pt x="91726" y="31909"/>
                          <a:pt x="93917" y="2419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82" name="Forme libre : forme 18281">
                    <a:extLst>
                      <a:ext uri="{FF2B5EF4-FFF2-40B4-BE49-F238E27FC236}">
                        <a16:creationId xmlns:a16="http://schemas.microsoft.com/office/drawing/2014/main" id="{E6C4F160-46F9-4426-995D-C556A364D617}"/>
                      </a:ext>
                    </a:extLst>
                  </p:cNvPr>
                  <p:cNvSpPr/>
                  <p:nvPr/>
                </p:nvSpPr>
                <p:spPr>
                  <a:xfrm>
                    <a:off x="2421068" y="5149000"/>
                    <a:ext cx="55076" cy="58412"/>
                  </a:xfrm>
                  <a:custGeom>
                    <a:avLst/>
                    <a:gdLst>
                      <a:gd name="connsiteX0" fmla="*/ 1143 w 55076"/>
                      <a:gd name="connsiteY0" fmla="*/ 57459 h 58412"/>
                      <a:gd name="connsiteX1" fmla="*/ 0 w 55076"/>
                      <a:gd name="connsiteY1" fmla="*/ 58412 h 58412"/>
                      <a:gd name="connsiteX2" fmla="*/ 35814 w 55076"/>
                      <a:gd name="connsiteY2" fmla="*/ 40505 h 58412"/>
                      <a:gd name="connsiteX3" fmla="*/ 54673 w 55076"/>
                      <a:gd name="connsiteY3" fmla="*/ 24217 h 58412"/>
                      <a:gd name="connsiteX4" fmla="*/ 45148 w 55076"/>
                      <a:gd name="connsiteY4" fmla="*/ 3643 h 58412"/>
                      <a:gd name="connsiteX5" fmla="*/ 11525 w 55076"/>
                      <a:gd name="connsiteY5" fmla="*/ 2501 h 58412"/>
                      <a:gd name="connsiteX6" fmla="*/ 17907 w 55076"/>
                      <a:gd name="connsiteY6" fmla="*/ 14692 h 58412"/>
                      <a:gd name="connsiteX7" fmla="*/ 1143 w 55076"/>
                      <a:gd name="connsiteY7" fmla="*/ 57459 h 58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076" h="58412">
                        <a:moveTo>
                          <a:pt x="1143" y="57459"/>
                        </a:moveTo>
                        <a:cubicBezTo>
                          <a:pt x="762" y="57745"/>
                          <a:pt x="381" y="58126"/>
                          <a:pt x="0" y="58412"/>
                        </a:cubicBezTo>
                        <a:cubicBezTo>
                          <a:pt x="11906" y="52411"/>
                          <a:pt x="23908" y="46506"/>
                          <a:pt x="35814" y="40505"/>
                        </a:cubicBezTo>
                        <a:cubicBezTo>
                          <a:pt x="43339" y="36695"/>
                          <a:pt x="52483" y="31837"/>
                          <a:pt x="54673" y="24217"/>
                        </a:cubicBezTo>
                        <a:cubicBezTo>
                          <a:pt x="56483" y="17550"/>
                          <a:pt x="52006" y="7834"/>
                          <a:pt x="45148" y="3643"/>
                        </a:cubicBezTo>
                        <a:cubicBezTo>
                          <a:pt x="36766" y="-1596"/>
                          <a:pt x="23431" y="-452"/>
                          <a:pt x="11525" y="2501"/>
                        </a:cubicBezTo>
                        <a:cubicBezTo>
                          <a:pt x="13906" y="5834"/>
                          <a:pt x="16002" y="9834"/>
                          <a:pt x="17907" y="14692"/>
                        </a:cubicBezTo>
                        <a:cubicBezTo>
                          <a:pt x="25241" y="33742"/>
                          <a:pt x="16669" y="45363"/>
                          <a:pt x="1143" y="5745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83" name="Forme libre : forme 18282">
                    <a:extLst>
                      <a:ext uri="{FF2B5EF4-FFF2-40B4-BE49-F238E27FC236}">
                        <a16:creationId xmlns:a16="http://schemas.microsoft.com/office/drawing/2014/main" id="{75422059-9E7D-4A0C-B34B-5686D1A6FF0A}"/>
                      </a:ext>
                    </a:extLst>
                  </p:cNvPr>
                  <p:cNvSpPr/>
                  <p:nvPr/>
                </p:nvSpPr>
                <p:spPr>
                  <a:xfrm>
                    <a:off x="2378828" y="5151501"/>
                    <a:ext cx="62765" cy="64483"/>
                  </a:xfrm>
                  <a:custGeom>
                    <a:avLst/>
                    <a:gdLst>
                      <a:gd name="connsiteX0" fmla="*/ 8617 w 62765"/>
                      <a:gd name="connsiteY0" fmla="*/ 25432 h 64483"/>
                      <a:gd name="connsiteX1" fmla="*/ 426 w 62765"/>
                      <a:gd name="connsiteY1" fmla="*/ 49149 h 64483"/>
                      <a:gd name="connsiteX2" fmla="*/ 21857 w 62765"/>
                      <a:gd name="connsiteY2" fmla="*/ 64389 h 64483"/>
                      <a:gd name="connsiteX3" fmla="*/ 33573 w 62765"/>
                      <a:gd name="connsiteY3" fmla="*/ 60293 h 64483"/>
                      <a:gd name="connsiteX4" fmla="*/ 42241 w 62765"/>
                      <a:gd name="connsiteY4" fmla="*/ 56006 h 64483"/>
                      <a:gd name="connsiteX5" fmla="*/ 43384 w 62765"/>
                      <a:gd name="connsiteY5" fmla="*/ 55054 h 64483"/>
                      <a:gd name="connsiteX6" fmla="*/ 60052 w 62765"/>
                      <a:gd name="connsiteY6" fmla="*/ 12192 h 64483"/>
                      <a:gd name="connsiteX7" fmla="*/ 53670 w 62765"/>
                      <a:gd name="connsiteY7" fmla="*/ 0 h 64483"/>
                      <a:gd name="connsiteX8" fmla="*/ 35478 w 62765"/>
                      <a:gd name="connsiteY8" fmla="*/ 6096 h 64483"/>
                      <a:gd name="connsiteX9" fmla="*/ 8617 w 62765"/>
                      <a:gd name="connsiteY9" fmla="*/ 25432 h 64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2765" h="64483">
                        <a:moveTo>
                          <a:pt x="8617" y="25432"/>
                        </a:moveTo>
                        <a:cubicBezTo>
                          <a:pt x="2807" y="32289"/>
                          <a:pt x="-1384" y="40671"/>
                          <a:pt x="426" y="49149"/>
                        </a:cubicBezTo>
                        <a:cubicBezTo>
                          <a:pt x="2236" y="57626"/>
                          <a:pt x="11665" y="65437"/>
                          <a:pt x="21857" y="64389"/>
                        </a:cubicBezTo>
                        <a:cubicBezTo>
                          <a:pt x="26143" y="63912"/>
                          <a:pt x="29953" y="62103"/>
                          <a:pt x="33573" y="60293"/>
                        </a:cubicBezTo>
                        <a:cubicBezTo>
                          <a:pt x="36430" y="58864"/>
                          <a:pt x="39288" y="57435"/>
                          <a:pt x="42241" y="56006"/>
                        </a:cubicBezTo>
                        <a:cubicBezTo>
                          <a:pt x="42622" y="55721"/>
                          <a:pt x="43003" y="55340"/>
                          <a:pt x="43384" y="55054"/>
                        </a:cubicBezTo>
                        <a:cubicBezTo>
                          <a:pt x="58909" y="42957"/>
                          <a:pt x="67482" y="31337"/>
                          <a:pt x="60052" y="12192"/>
                        </a:cubicBezTo>
                        <a:cubicBezTo>
                          <a:pt x="58147" y="7334"/>
                          <a:pt x="56052" y="3334"/>
                          <a:pt x="53670" y="0"/>
                        </a:cubicBezTo>
                        <a:cubicBezTo>
                          <a:pt x="46622" y="1714"/>
                          <a:pt x="40050" y="4096"/>
                          <a:pt x="35478" y="6096"/>
                        </a:cubicBezTo>
                        <a:cubicBezTo>
                          <a:pt x="24905" y="10668"/>
                          <a:pt x="15570" y="17240"/>
                          <a:pt x="8617" y="2543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84" name="Forme libre : forme 18283">
                    <a:extLst>
                      <a:ext uri="{FF2B5EF4-FFF2-40B4-BE49-F238E27FC236}">
                        <a16:creationId xmlns:a16="http://schemas.microsoft.com/office/drawing/2014/main" id="{DAEC2C0D-04B0-4FCA-B449-AD6C29DCF5FA}"/>
                      </a:ext>
                    </a:extLst>
                  </p:cNvPr>
                  <p:cNvSpPr/>
                  <p:nvPr/>
                </p:nvSpPr>
                <p:spPr>
                  <a:xfrm>
                    <a:off x="2662622" y="5229796"/>
                    <a:ext cx="44122" cy="50101"/>
                  </a:xfrm>
                  <a:custGeom>
                    <a:avLst/>
                    <a:gdLst>
                      <a:gd name="connsiteX0" fmla="*/ 0 w 44122"/>
                      <a:gd name="connsiteY0" fmla="*/ 50102 h 50101"/>
                      <a:gd name="connsiteX1" fmla="*/ 24860 w 44122"/>
                      <a:gd name="connsiteY1" fmla="*/ 37624 h 50101"/>
                      <a:gd name="connsiteX2" fmla="*/ 43720 w 44122"/>
                      <a:gd name="connsiteY2" fmla="*/ 21336 h 50101"/>
                      <a:gd name="connsiteX3" fmla="*/ 34195 w 44122"/>
                      <a:gd name="connsiteY3" fmla="*/ 762 h 50101"/>
                      <a:gd name="connsiteX4" fmla="*/ 32480 w 44122"/>
                      <a:gd name="connsiteY4" fmla="*/ 0 h 50101"/>
                      <a:gd name="connsiteX5" fmla="*/ 8573 w 44122"/>
                      <a:gd name="connsiteY5" fmla="*/ 36195 h 50101"/>
                      <a:gd name="connsiteX6" fmla="*/ 0 w 44122"/>
                      <a:gd name="connsiteY6" fmla="*/ 50102 h 50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122" h="50101">
                        <a:moveTo>
                          <a:pt x="0" y="50102"/>
                        </a:moveTo>
                        <a:cubicBezTo>
                          <a:pt x="8287" y="45911"/>
                          <a:pt x="16574" y="41815"/>
                          <a:pt x="24860" y="37624"/>
                        </a:cubicBezTo>
                        <a:cubicBezTo>
                          <a:pt x="32385" y="33814"/>
                          <a:pt x="41529" y="28956"/>
                          <a:pt x="43720" y="21336"/>
                        </a:cubicBezTo>
                        <a:cubicBezTo>
                          <a:pt x="45529" y="14668"/>
                          <a:pt x="41053" y="4953"/>
                          <a:pt x="34195" y="762"/>
                        </a:cubicBezTo>
                        <a:cubicBezTo>
                          <a:pt x="33623" y="476"/>
                          <a:pt x="33052" y="286"/>
                          <a:pt x="32480" y="0"/>
                        </a:cubicBezTo>
                        <a:cubicBezTo>
                          <a:pt x="24479" y="12097"/>
                          <a:pt x="16574" y="24193"/>
                          <a:pt x="8573" y="36195"/>
                        </a:cubicBezTo>
                        <a:cubicBezTo>
                          <a:pt x="5525" y="40767"/>
                          <a:pt x="2572" y="45339"/>
                          <a:pt x="0" y="5010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85" name="Forme libre : forme 18284">
                    <a:extLst>
                      <a:ext uri="{FF2B5EF4-FFF2-40B4-BE49-F238E27FC236}">
                        <a16:creationId xmlns:a16="http://schemas.microsoft.com/office/drawing/2014/main" id="{DB4E836F-A620-41E4-B63A-7DC8D01FF8A0}"/>
                      </a:ext>
                    </a:extLst>
                  </p:cNvPr>
                  <p:cNvSpPr/>
                  <p:nvPr/>
                </p:nvSpPr>
                <p:spPr>
                  <a:xfrm>
                    <a:off x="2609523" y="5227052"/>
                    <a:ext cx="85484" cy="66846"/>
                  </a:xfrm>
                  <a:custGeom>
                    <a:avLst/>
                    <a:gdLst>
                      <a:gd name="connsiteX0" fmla="*/ 35478 w 85484"/>
                      <a:gd name="connsiteY0" fmla="*/ 8364 h 66846"/>
                      <a:gd name="connsiteX1" fmla="*/ 8617 w 85484"/>
                      <a:gd name="connsiteY1" fmla="*/ 27794 h 66846"/>
                      <a:gd name="connsiteX2" fmla="*/ 426 w 85484"/>
                      <a:gd name="connsiteY2" fmla="*/ 51512 h 66846"/>
                      <a:gd name="connsiteX3" fmla="*/ 21857 w 85484"/>
                      <a:gd name="connsiteY3" fmla="*/ 66752 h 66846"/>
                      <a:gd name="connsiteX4" fmla="*/ 33573 w 85484"/>
                      <a:gd name="connsiteY4" fmla="*/ 62656 h 66846"/>
                      <a:gd name="connsiteX5" fmla="*/ 53099 w 85484"/>
                      <a:gd name="connsiteY5" fmla="*/ 52845 h 66846"/>
                      <a:gd name="connsiteX6" fmla="*/ 61576 w 85484"/>
                      <a:gd name="connsiteY6" fmla="*/ 38939 h 66846"/>
                      <a:gd name="connsiteX7" fmla="*/ 85484 w 85484"/>
                      <a:gd name="connsiteY7" fmla="*/ 2744 h 66846"/>
                      <a:gd name="connsiteX8" fmla="*/ 35478 w 85484"/>
                      <a:gd name="connsiteY8" fmla="*/ 8364 h 66846"/>
                      <a:gd name="connsiteX9" fmla="*/ 57290 w 85484"/>
                      <a:gd name="connsiteY9" fmla="*/ 31795 h 66846"/>
                      <a:gd name="connsiteX10" fmla="*/ 47765 w 85484"/>
                      <a:gd name="connsiteY10" fmla="*/ 24270 h 66846"/>
                      <a:gd name="connsiteX11" fmla="*/ 56528 w 85484"/>
                      <a:gd name="connsiteY11" fmla="*/ 16650 h 66846"/>
                      <a:gd name="connsiteX12" fmla="*/ 66053 w 85484"/>
                      <a:gd name="connsiteY12" fmla="*/ 24175 h 66846"/>
                      <a:gd name="connsiteX13" fmla="*/ 57290 w 85484"/>
                      <a:gd name="connsiteY13" fmla="*/ 31795 h 66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5484" h="66846">
                        <a:moveTo>
                          <a:pt x="35478" y="8364"/>
                        </a:moveTo>
                        <a:cubicBezTo>
                          <a:pt x="24905" y="13031"/>
                          <a:pt x="15570" y="19603"/>
                          <a:pt x="8617" y="27794"/>
                        </a:cubicBezTo>
                        <a:cubicBezTo>
                          <a:pt x="2807" y="34652"/>
                          <a:pt x="-1384" y="43034"/>
                          <a:pt x="426" y="51512"/>
                        </a:cubicBezTo>
                        <a:cubicBezTo>
                          <a:pt x="2236" y="59989"/>
                          <a:pt x="11665" y="67800"/>
                          <a:pt x="21857" y="66752"/>
                        </a:cubicBezTo>
                        <a:cubicBezTo>
                          <a:pt x="26143" y="66275"/>
                          <a:pt x="29953" y="64465"/>
                          <a:pt x="33573" y="62656"/>
                        </a:cubicBezTo>
                        <a:cubicBezTo>
                          <a:pt x="40050" y="59418"/>
                          <a:pt x="46622" y="56179"/>
                          <a:pt x="53099" y="52845"/>
                        </a:cubicBezTo>
                        <a:cubicBezTo>
                          <a:pt x="55576" y="48083"/>
                          <a:pt x="58624" y="43416"/>
                          <a:pt x="61576" y="38939"/>
                        </a:cubicBezTo>
                        <a:cubicBezTo>
                          <a:pt x="69577" y="26842"/>
                          <a:pt x="77483" y="14745"/>
                          <a:pt x="85484" y="2744"/>
                        </a:cubicBezTo>
                        <a:cubicBezTo>
                          <a:pt x="71768" y="-4019"/>
                          <a:pt x="47289" y="3220"/>
                          <a:pt x="35478" y="8364"/>
                        </a:cubicBezTo>
                        <a:close/>
                        <a:moveTo>
                          <a:pt x="57290" y="31795"/>
                        </a:moveTo>
                        <a:cubicBezTo>
                          <a:pt x="52242" y="31795"/>
                          <a:pt x="48051" y="28461"/>
                          <a:pt x="47765" y="24270"/>
                        </a:cubicBezTo>
                        <a:cubicBezTo>
                          <a:pt x="47575" y="20079"/>
                          <a:pt x="51480" y="16650"/>
                          <a:pt x="56528" y="16650"/>
                        </a:cubicBezTo>
                        <a:cubicBezTo>
                          <a:pt x="61576" y="16650"/>
                          <a:pt x="65767" y="19984"/>
                          <a:pt x="66053" y="24175"/>
                        </a:cubicBezTo>
                        <a:cubicBezTo>
                          <a:pt x="66244" y="28366"/>
                          <a:pt x="62338" y="31795"/>
                          <a:pt x="57290" y="3179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86" name="Forme libre : forme 18285">
                    <a:extLst>
                      <a:ext uri="{FF2B5EF4-FFF2-40B4-BE49-F238E27FC236}">
                        <a16:creationId xmlns:a16="http://schemas.microsoft.com/office/drawing/2014/main" id="{4C5730DF-680C-499A-AED6-A65331468759}"/>
                      </a:ext>
                    </a:extLst>
                  </p:cNvPr>
                  <p:cNvSpPr/>
                  <p:nvPr/>
                </p:nvSpPr>
                <p:spPr>
                  <a:xfrm>
                    <a:off x="3263840" y="5168346"/>
                    <a:ext cx="55743" cy="41828"/>
                  </a:xfrm>
                  <a:custGeom>
                    <a:avLst/>
                    <a:gdLst>
                      <a:gd name="connsiteX0" fmla="*/ 13335 w 55743"/>
                      <a:gd name="connsiteY0" fmla="*/ 18016 h 41828"/>
                      <a:gd name="connsiteX1" fmla="*/ 19526 w 55743"/>
                      <a:gd name="connsiteY1" fmla="*/ 16969 h 41828"/>
                      <a:gd name="connsiteX2" fmla="*/ 38100 w 55743"/>
                      <a:gd name="connsiteY2" fmla="*/ 31732 h 41828"/>
                      <a:gd name="connsiteX3" fmla="*/ 33814 w 55743"/>
                      <a:gd name="connsiteY3" fmla="*/ 41829 h 41828"/>
                      <a:gd name="connsiteX4" fmla="*/ 36481 w 55743"/>
                      <a:gd name="connsiteY4" fmla="*/ 40495 h 41828"/>
                      <a:gd name="connsiteX5" fmla="*/ 55341 w 55743"/>
                      <a:gd name="connsiteY5" fmla="*/ 24208 h 41828"/>
                      <a:gd name="connsiteX6" fmla="*/ 45816 w 55743"/>
                      <a:gd name="connsiteY6" fmla="*/ 3633 h 41828"/>
                      <a:gd name="connsiteX7" fmla="*/ 0 w 55743"/>
                      <a:gd name="connsiteY7" fmla="*/ 6205 h 41828"/>
                      <a:gd name="connsiteX8" fmla="*/ 6382 w 55743"/>
                      <a:gd name="connsiteY8" fmla="*/ 10206 h 41828"/>
                      <a:gd name="connsiteX9" fmla="*/ 13335 w 55743"/>
                      <a:gd name="connsiteY9" fmla="*/ 18016 h 41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5743" h="41828">
                        <a:moveTo>
                          <a:pt x="13335" y="18016"/>
                        </a:moveTo>
                        <a:cubicBezTo>
                          <a:pt x="15240" y="17350"/>
                          <a:pt x="17336" y="16969"/>
                          <a:pt x="19526" y="16969"/>
                        </a:cubicBezTo>
                        <a:cubicBezTo>
                          <a:pt x="29337" y="16969"/>
                          <a:pt x="37624" y="23541"/>
                          <a:pt x="38100" y="31732"/>
                        </a:cubicBezTo>
                        <a:cubicBezTo>
                          <a:pt x="38291" y="35637"/>
                          <a:pt x="36671" y="39162"/>
                          <a:pt x="33814" y="41829"/>
                        </a:cubicBezTo>
                        <a:cubicBezTo>
                          <a:pt x="34671" y="41353"/>
                          <a:pt x="35624" y="40971"/>
                          <a:pt x="36481" y="40495"/>
                        </a:cubicBezTo>
                        <a:cubicBezTo>
                          <a:pt x="44006" y="36686"/>
                          <a:pt x="53150" y="31828"/>
                          <a:pt x="55341" y="24208"/>
                        </a:cubicBezTo>
                        <a:cubicBezTo>
                          <a:pt x="57150" y="17540"/>
                          <a:pt x="52674" y="7825"/>
                          <a:pt x="45816" y="3633"/>
                        </a:cubicBezTo>
                        <a:cubicBezTo>
                          <a:pt x="34290" y="-3510"/>
                          <a:pt x="13430" y="1252"/>
                          <a:pt x="0" y="6205"/>
                        </a:cubicBezTo>
                        <a:cubicBezTo>
                          <a:pt x="2191" y="7253"/>
                          <a:pt x="4382" y="8587"/>
                          <a:pt x="6382" y="10206"/>
                        </a:cubicBezTo>
                        <a:cubicBezTo>
                          <a:pt x="9335" y="12396"/>
                          <a:pt x="11525" y="15159"/>
                          <a:pt x="13335" y="1801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87" name="Forme libre : forme 18286">
                    <a:extLst>
                      <a:ext uri="{FF2B5EF4-FFF2-40B4-BE49-F238E27FC236}">
                        <a16:creationId xmlns:a16="http://schemas.microsoft.com/office/drawing/2014/main" id="{D9B0096C-BED3-41A3-920E-888AC1E7F8AD}"/>
                      </a:ext>
                    </a:extLst>
                  </p:cNvPr>
                  <p:cNvSpPr/>
                  <p:nvPr/>
                </p:nvSpPr>
                <p:spPr>
                  <a:xfrm>
                    <a:off x="3279747" y="5214556"/>
                    <a:ext cx="8953" cy="4476"/>
                  </a:xfrm>
                  <a:custGeom>
                    <a:avLst/>
                    <a:gdLst>
                      <a:gd name="connsiteX0" fmla="*/ 1048 w 8953"/>
                      <a:gd name="connsiteY0" fmla="*/ 0 h 4476"/>
                      <a:gd name="connsiteX1" fmla="*/ 0 w 8953"/>
                      <a:gd name="connsiteY1" fmla="*/ 4476 h 4476"/>
                      <a:gd name="connsiteX2" fmla="*/ 8954 w 8953"/>
                      <a:gd name="connsiteY2" fmla="*/ 0 h 4476"/>
                      <a:gd name="connsiteX3" fmla="*/ 5048 w 8953"/>
                      <a:gd name="connsiteY3" fmla="*/ 381 h 4476"/>
                      <a:gd name="connsiteX4" fmla="*/ 1048 w 8953"/>
                      <a:gd name="connsiteY4" fmla="*/ 0 h 4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53" h="4476">
                        <a:moveTo>
                          <a:pt x="1048" y="0"/>
                        </a:moveTo>
                        <a:cubicBezTo>
                          <a:pt x="762" y="1524"/>
                          <a:pt x="381" y="2953"/>
                          <a:pt x="0" y="4476"/>
                        </a:cubicBezTo>
                        <a:cubicBezTo>
                          <a:pt x="2953" y="2953"/>
                          <a:pt x="6001" y="1524"/>
                          <a:pt x="8954" y="0"/>
                        </a:cubicBezTo>
                        <a:cubicBezTo>
                          <a:pt x="7715" y="285"/>
                          <a:pt x="6382" y="381"/>
                          <a:pt x="5048" y="381"/>
                        </a:cubicBezTo>
                        <a:cubicBezTo>
                          <a:pt x="3715" y="381"/>
                          <a:pt x="2381" y="190"/>
                          <a:pt x="1048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88" name="Forme libre : forme 18287">
                    <a:extLst>
                      <a:ext uri="{FF2B5EF4-FFF2-40B4-BE49-F238E27FC236}">
                        <a16:creationId xmlns:a16="http://schemas.microsoft.com/office/drawing/2014/main" id="{64609573-8A18-47A1-98D4-666EAEC194BA}"/>
                      </a:ext>
                    </a:extLst>
                  </p:cNvPr>
                  <p:cNvSpPr/>
                  <p:nvPr/>
                </p:nvSpPr>
                <p:spPr>
                  <a:xfrm>
                    <a:off x="3222362" y="5174265"/>
                    <a:ext cx="58623" cy="60959"/>
                  </a:xfrm>
                  <a:custGeom>
                    <a:avLst/>
                    <a:gdLst>
                      <a:gd name="connsiteX0" fmla="*/ 8617 w 58623"/>
                      <a:gd name="connsiteY0" fmla="*/ 21908 h 60959"/>
                      <a:gd name="connsiteX1" fmla="*/ 426 w 58623"/>
                      <a:gd name="connsiteY1" fmla="*/ 45625 h 60959"/>
                      <a:gd name="connsiteX2" fmla="*/ 21857 w 58623"/>
                      <a:gd name="connsiteY2" fmla="*/ 60865 h 60959"/>
                      <a:gd name="connsiteX3" fmla="*/ 33573 w 58623"/>
                      <a:gd name="connsiteY3" fmla="*/ 56769 h 60959"/>
                      <a:gd name="connsiteX4" fmla="*/ 57576 w 58623"/>
                      <a:gd name="connsiteY4" fmla="*/ 44768 h 60959"/>
                      <a:gd name="connsiteX5" fmla="*/ 58624 w 58623"/>
                      <a:gd name="connsiteY5" fmla="*/ 40291 h 60959"/>
                      <a:gd name="connsiteX6" fmla="*/ 44146 w 58623"/>
                      <a:gd name="connsiteY6" fmla="*/ 25908 h 60959"/>
                      <a:gd name="connsiteX7" fmla="*/ 55004 w 58623"/>
                      <a:gd name="connsiteY7" fmla="*/ 12002 h 60959"/>
                      <a:gd name="connsiteX8" fmla="*/ 47956 w 58623"/>
                      <a:gd name="connsiteY8" fmla="*/ 4001 h 60959"/>
                      <a:gd name="connsiteX9" fmla="*/ 41574 w 58623"/>
                      <a:gd name="connsiteY9" fmla="*/ 0 h 60959"/>
                      <a:gd name="connsiteX10" fmla="*/ 35668 w 58623"/>
                      <a:gd name="connsiteY10" fmla="*/ 2381 h 60959"/>
                      <a:gd name="connsiteX11" fmla="*/ 8617 w 58623"/>
                      <a:gd name="connsiteY11" fmla="*/ 21908 h 60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8623" h="60959">
                        <a:moveTo>
                          <a:pt x="8617" y="21908"/>
                        </a:moveTo>
                        <a:cubicBezTo>
                          <a:pt x="2807" y="28766"/>
                          <a:pt x="-1384" y="37148"/>
                          <a:pt x="426" y="45625"/>
                        </a:cubicBezTo>
                        <a:cubicBezTo>
                          <a:pt x="2236" y="54102"/>
                          <a:pt x="11665" y="61913"/>
                          <a:pt x="21857" y="60865"/>
                        </a:cubicBezTo>
                        <a:cubicBezTo>
                          <a:pt x="26143" y="60389"/>
                          <a:pt x="29953" y="58579"/>
                          <a:pt x="33573" y="56769"/>
                        </a:cubicBezTo>
                        <a:cubicBezTo>
                          <a:pt x="41574" y="52769"/>
                          <a:pt x="49575" y="48768"/>
                          <a:pt x="57576" y="44768"/>
                        </a:cubicBezTo>
                        <a:cubicBezTo>
                          <a:pt x="57957" y="43339"/>
                          <a:pt x="58243" y="41815"/>
                          <a:pt x="58624" y="40291"/>
                        </a:cubicBezTo>
                        <a:cubicBezTo>
                          <a:pt x="50623" y="38862"/>
                          <a:pt x="44432" y="32957"/>
                          <a:pt x="44146" y="25908"/>
                        </a:cubicBezTo>
                        <a:cubicBezTo>
                          <a:pt x="43860" y="19527"/>
                          <a:pt x="48337" y="14192"/>
                          <a:pt x="55004" y="12002"/>
                        </a:cubicBezTo>
                        <a:cubicBezTo>
                          <a:pt x="53194" y="9144"/>
                          <a:pt x="51004" y="6382"/>
                          <a:pt x="47956" y="4001"/>
                        </a:cubicBezTo>
                        <a:cubicBezTo>
                          <a:pt x="45955" y="2381"/>
                          <a:pt x="43765" y="1143"/>
                          <a:pt x="41574" y="0"/>
                        </a:cubicBezTo>
                        <a:cubicBezTo>
                          <a:pt x="39383" y="762"/>
                          <a:pt x="37383" y="1620"/>
                          <a:pt x="35668" y="2381"/>
                        </a:cubicBezTo>
                        <a:cubicBezTo>
                          <a:pt x="24810" y="7048"/>
                          <a:pt x="15475" y="13716"/>
                          <a:pt x="8617" y="2190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89" name="Forme libre : forme 18288">
                    <a:extLst>
                      <a:ext uri="{FF2B5EF4-FFF2-40B4-BE49-F238E27FC236}">
                        <a16:creationId xmlns:a16="http://schemas.microsoft.com/office/drawing/2014/main" id="{EAA1477D-5F62-43CA-A289-BF2A925359B3}"/>
                      </a:ext>
                    </a:extLst>
                  </p:cNvPr>
                  <p:cNvSpPr/>
                  <p:nvPr/>
                </p:nvSpPr>
                <p:spPr>
                  <a:xfrm>
                    <a:off x="3350994" y="5292851"/>
                    <a:ext cx="86772" cy="38195"/>
                  </a:xfrm>
                  <a:custGeom>
                    <a:avLst/>
                    <a:gdLst>
                      <a:gd name="connsiteX0" fmla="*/ 86773 w 86772"/>
                      <a:gd name="connsiteY0" fmla="*/ 4858 h 38195"/>
                      <a:gd name="connsiteX1" fmla="*/ 85154 w 86772"/>
                      <a:gd name="connsiteY1" fmla="*/ 3620 h 38195"/>
                      <a:gd name="connsiteX2" fmla="*/ 33338 w 86772"/>
                      <a:gd name="connsiteY2" fmla="*/ 8478 h 38195"/>
                      <a:gd name="connsiteX3" fmla="*/ 6477 w 86772"/>
                      <a:gd name="connsiteY3" fmla="*/ 27908 h 38195"/>
                      <a:gd name="connsiteX4" fmla="*/ 0 w 86772"/>
                      <a:gd name="connsiteY4" fmla="*/ 38196 h 38195"/>
                      <a:gd name="connsiteX5" fmla="*/ 4191 w 86772"/>
                      <a:gd name="connsiteY5" fmla="*/ 35719 h 38195"/>
                      <a:gd name="connsiteX6" fmla="*/ 86773 w 86772"/>
                      <a:gd name="connsiteY6" fmla="*/ 4858 h 38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772" h="38195">
                        <a:moveTo>
                          <a:pt x="86773" y="4858"/>
                        </a:moveTo>
                        <a:cubicBezTo>
                          <a:pt x="86201" y="4477"/>
                          <a:pt x="85725" y="4001"/>
                          <a:pt x="85154" y="3620"/>
                        </a:cubicBezTo>
                        <a:cubicBezTo>
                          <a:pt x="71723" y="-4667"/>
                          <a:pt x="45720" y="3144"/>
                          <a:pt x="33338" y="8478"/>
                        </a:cubicBezTo>
                        <a:cubicBezTo>
                          <a:pt x="22765" y="13145"/>
                          <a:pt x="13430" y="19717"/>
                          <a:pt x="6477" y="27908"/>
                        </a:cubicBezTo>
                        <a:cubicBezTo>
                          <a:pt x="3810" y="31052"/>
                          <a:pt x="1524" y="34481"/>
                          <a:pt x="0" y="38196"/>
                        </a:cubicBezTo>
                        <a:cubicBezTo>
                          <a:pt x="1429" y="37433"/>
                          <a:pt x="2762" y="36576"/>
                          <a:pt x="4191" y="35719"/>
                        </a:cubicBezTo>
                        <a:cubicBezTo>
                          <a:pt x="25051" y="24003"/>
                          <a:pt x="56388" y="8668"/>
                          <a:pt x="86773" y="485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90" name="Forme libre : forme 18289">
                    <a:extLst>
                      <a:ext uri="{FF2B5EF4-FFF2-40B4-BE49-F238E27FC236}">
                        <a16:creationId xmlns:a16="http://schemas.microsoft.com/office/drawing/2014/main" id="{C2282892-E1D4-414E-B925-7AC560491C4B}"/>
                      </a:ext>
                    </a:extLst>
                  </p:cNvPr>
                  <p:cNvSpPr/>
                  <p:nvPr/>
                </p:nvSpPr>
                <p:spPr>
                  <a:xfrm>
                    <a:off x="3348888" y="5297709"/>
                    <a:ext cx="97299" cy="62102"/>
                  </a:xfrm>
                  <a:custGeom>
                    <a:avLst/>
                    <a:gdLst>
                      <a:gd name="connsiteX0" fmla="*/ 391 w 97299"/>
                      <a:gd name="connsiteY0" fmla="*/ 46767 h 62102"/>
                      <a:gd name="connsiteX1" fmla="*/ 21822 w 97299"/>
                      <a:gd name="connsiteY1" fmla="*/ 62008 h 62102"/>
                      <a:gd name="connsiteX2" fmla="*/ 33538 w 97299"/>
                      <a:gd name="connsiteY2" fmla="*/ 57912 h 62102"/>
                      <a:gd name="connsiteX3" fmla="*/ 66209 w 97299"/>
                      <a:gd name="connsiteY3" fmla="*/ 41624 h 62102"/>
                      <a:gd name="connsiteX4" fmla="*/ 65447 w 97299"/>
                      <a:gd name="connsiteY4" fmla="*/ 38005 h 62102"/>
                      <a:gd name="connsiteX5" fmla="*/ 82497 w 97299"/>
                      <a:gd name="connsiteY5" fmla="*/ 23146 h 62102"/>
                      <a:gd name="connsiteX6" fmla="*/ 92974 w 97299"/>
                      <a:gd name="connsiteY6" fmla="*/ 25908 h 62102"/>
                      <a:gd name="connsiteX7" fmla="*/ 96879 w 97299"/>
                      <a:gd name="connsiteY7" fmla="*/ 19431 h 62102"/>
                      <a:gd name="connsiteX8" fmla="*/ 88974 w 97299"/>
                      <a:gd name="connsiteY8" fmla="*/ 0 h 62102"/>
                      <a:gd name="connsiteX9" fmla="*/ 6392 w 97299"/>
                      <a:gd name="connsiteY9" fmla="*/ 30956 h 62102"/>
                      <a:gd name="connsiteX10" fmla="*/ 2201 w 97299"/>
                      <a:gd name="connsiteY10" fmla="*/ 33433 h 62102"/>
                      <a:gd name="connsiteX11" fmla="*/ 391 w 97299"/>
                      <a:gd name="connsiteY11" fmla="*/ 46767 h 62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7299" h="62102">
                        <a:moveTo>
                          <a:pt x="391" y="46767"/>
                        </a:moveTo>
                        <a:cubicBezTo>
                          <a:pt x="2201" y="55245"/>
                          <a:pt x="11631" y="63055"/>
                          <a:pt x="21822" y="62008"/>
                        </a:cubicBezTo>
                        <a:cubicBezTo>
                          <a:pt x="26109" y="61532"/>
                          <a:pt x="29919" y="59722"/>
                          <a:pt x="33538" y="57912"/>
                        </a:cubicBezTo>
                        <a:cubicBezTo>
                          <a:pt x="44397" y="52483"/>
                          <a:pt x="55350" y="47054"/>
                          <a:pt x="66209" y="41624"/>
                        </a:cubicBezTo>
                        <a:cubicBezTo>
                          <a:pt x="65828" y="40481"/>
                          <a:pt x="65542" y="39243"/>
                          <a:pt x="65447" y="38005"/>
                        </a:cubicBezTo>
                        <a:cubicBezTo>
                          <a:pt x="65066" y="29813"/>
                          <a:pt x="72686" y="23146"/>
                          <a:pt x="82497" y="23146"/>
                        </a:cubicBezTo>
                        <a:cubicBezTo>
                          <a:pt x="86307" y="23146"/>
                          <a:pt x="89926" y="24193"/>
                          <a:pt x="92974" y="25908"/>
                        </a:cubicBezTo>
                        <a:cubicBezTo>
                          <a:pt x="94784" y="24003"/>
                          <a:pt x="96213" y="21907"/>
                          <a:pt x="96879" y="19431"/>
                        </a:cubicBezTo>
                        <a:cubicBezTo>
                          <a:pt x="98594" y="13335"/>
                          <a:pt x="94879" y="4667"/>
                          <a:pt x="88974" y="0"/>
                        </a:cubicBezTo>
                        <a:cubicBezTo>
                          <a:pt x="58684" y="3810"/>
                          <a:pt x="27347" y="19145"/>
                          <a:pt x="6392" y="30956"/>
                        </a:cubicBezTo>
                        <a:cubicBezTo>
                          <a:pt x="4963" y="31718"/>
                          <a:pt x="3630" y="32575"/>
                          <a:pt x="2201" y="33433"/>
                        </a:cubicBezTo>
                        <a:cubicBezTo>
                          <a:pt x="296" y="37624"/>
                          <a:pt x="-561" y="42196"/>
                          <a:pt x="391" y="4676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91" name="Forme libre : forme 18290">
                    <a:extLst>
                      <a:ext uri="{FF2B5EF4-FFF2-40B4-BE49-F238E27FC236}">
                        <a16:creationId xmlns:a16="http://schemas.microsoft.com/office/drawing/2014/main" id="{AE9ED18D-7EE9-4A37-9115-19F46030200E}"/>
                      </a:ext>
                    </a:extLst>
                  </p:cNvPr>
                  <p:cNvSpPr/>
                  <p:nvPr/>
                </p:nvSpPr>
                <p:spPr>
                  <a:xfrm>
                    <a:off x="4254059" y="5048821"/>
                    <a:ext cx="666" cy="380"/>
                  </a:xfrm>
                  <a:custGeom>
                    <a:avLst/>
                    <a:gdLst>
                      <a:gd name="connsiteX0" fmla="*/ 0 w 666"/>
                      <a:gd name="connsiteY0" fmla="*/ 381 h 380"/>
                      <a:gd name="connsiteX1" fmla="*/ 667 w 666"/>
                      <a:gd name="connsiteY1" fmla="*/ 0 h 380"/>
                      <a:gd name="connsiteX2" fmla="*/ 95 w 666"/>
                      <a:gd name="connsiteY2" fmla="*/ 95 h 380"/>
                      <a:gd name="connsiteX3" fmla="*/ 0 w 666"/>
                      <a:gd name="connsiteY3" fmla="*/ 381 h 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6" h="380">
                        <a:moveTo>
                          <a:pt x="0" y="381"/>
                        </a:moveTo>
                        <a:cubicBezTo>
                          <a:pt x="190" y="286"/>
                          <a:pt x="476" y="191"/>
                          <a:pt x="667" y="0"/>
                        </a:cubicBezTo>
                        <a:cubicBezTo>
                          <a:pt x="476" y="0"/>
                          <a:pt x="286" y="0"/>
                          <a:pt x="95" y="95"/>
                        </a:cubicBezTo>
                        <a:cubicBezTo>
                          <a:pt x="0" y="191"/>
                          <a:pt x="0" y="286"/>
                          <a:pt x="0" y="38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92" name="Forme libre : forme 18291">
                    <a:extLst>
                      <a:ext uri="{FF2B5EF4-FFF2-40B4-BE49-F238E27FC236}">
                        <a16:creationId xmlns:a16="http://schemas.microsoft.com/office/drawing/2014/main" id="{0E4D2B52-F01D-4834-922A-CAE6F5F27709}"/>
                      </a:ext>
                    </a:extLst>
                  </p:cNvPr>
                  <p:cNvSpPr/>
                  <p:nvPr/>
                </p:nvSpPr>
                <p:spPr>
                  <a:xfrm>
                    <a:off x="4252250" y="4998062"/>
                    <a:ext cx="42503" cy="45234"/>
                  </a:xfrm>
                  <a:custGeom>
                    <a:avLst/>
                    <a:gdLst>
                      <a:gd name="connsiteX0" fmla="*/ 5144 w 42503"/>
                      <a:gd name="connsiteY0" fmla="*/ 22470 h 45234"/>
                      <a:gd name="connsiteX1" fmla="*/ 17050 w 42503"/>
                      <a:gd name="connsiteY1" fmla="*/ 36186 h 45234"/>
                      <a:gd name="connsiteX2" fmla="*/ 13716 w 42503"/>
                      <a:gd name="connsiteY2" fmla="*/ 45234 h 45234"/>
                      <a:gd name="connsiteX3" fmla="*/ 23241 w 42503"/>
                      <a:gd name="connsiteY3" fmla="*/ 40472 h 45234"/>
                      <a:gd name="connsiteX4" fmla="*/ 42100 w 42503"/>
                      <a:gd name="connsiteY4" fmla="*/ 24185 h 45234"/>
                      <a:gd name="connsiteX5" fmla="*/ 32575 w 42503"/>
                      <a:gd name="connsiteY5" fmla="*/ 3610 h 45234"/>
                      <a:gd name="connsiteX6" fmla="*/ 0 w 42503"/>
                      <a:gd name="connsiteY6" fmla="*/ 2182 h 45234"/>
                      <a:gd name="connsiteX7" fmla="*/ 476 w 42503"/>
                      <a:gd name="connsiteY7" fmla="*/ 2849 h 45234"/>
                      <a:gd name="connsiteX8" fmla="*/ 5144 w 42503"/>
                      <a:gd name="connsiteY8" fmla="*/ 22470 h 45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503" h="45234">
                        <a:moveTo>
                          <a:pt x="5144" y="22470"/>
                        </a:moveTo>
                        <a:cubicBezTo>
                          <a:pt x="11811" y="24661"/>
                          <a:pt x="16669" y="29899"/>
                          <a:pt x="17050" y="36186"/>
                        </a:cubicBezTo>
                        <a:cubicBezTo>
                          <a:pt x="17240" y="39615"/>
                          <a:pt x="15907" y="42758"/>
                          <a:pt x="13716" y="45234"/>
                        </a:cubicBezTo>
                        <a:cubicBezTo>
                          <a:pt x="16859" y="43615"/>
                          <a:pt x="20098" y="42092"/>
                          <a:pt x="23241" y="40472"/>
                        </a:cubicBezTo>
                        <a:cubicBezTo>
                          <a:pt x="30766" y="36662"/>
                          <a:pt x="39910" y="31804"/>
                          <a:pt x="42100" y="24185"/>
                        </a:cubicBezTo>
                        <a:cubicBezTo>
                          <a:pt x="43910" y="17517"/>
                          <a:pt x="39433" y="7801"/>
                          <a:pt x="32575" y="3610"/>
                        </a:cubicBezTo>
                        <a:cubicBezTo>
                          <a:pt x="24384" y="-1438"/>
                          <a:pt x="11621" y="-485"/>
                          <a:pt x="0" y="2182"/>
                        </a:cubicBezTo>
                        <a:cubicBezTo>
                          <a:pt x="95" y="2467"/>
                          <a:pt x="286" y="2563"/>
                          <a:pt x="476" y="2849"/>
                        </a:cubicBezTo>
                        <a:cubicBezTo>
                          <a:pt x="3429" y="8944"/>
                          <a:pt x="4763" y="15612"/>
                          <a:pt x="5144" y="2247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93" name="Forme libre : forme 18292">
                    <a:extLst>
                      <a:ext uri="{FF2B5EF4-FFF2-40B4-BE49-F238E27FC236}">
                        <a16:creationId xmlns:a16="http://schemas.microsoft.com/office/drawing/2014/main" id="{7CE717DC-D22F-4FC7-8323-0E5BF874BEF2}"/>
                      </a:ext>
                    </a:extLst>
                  </p:cNvPr>
                  <p:cNvSpPr/>
                  <p:nvPr/>
                </p:nvSpPr>
                <p:spPr>
                  <a:xfrm>
                    <a:off x="4197531" y="5000148"/>
                    <a:ext cx="60052" cy="64769"/>
                  </a:xfrm>
                  <a:custGeom>
                    <a:avLst/>
                    <a:gdLst>
                      <a:gd name="connsiteX0" fmla="*/ 8617 w 60052"/>
                      <a:gd name="connsiteY0" fmla="*/ 25718 h 64769"/>
                      <a:gd name="connsiteX1" fmla="*/ 426 w 60052"/>
                      <a:gd name="connsiteY1" fmla="*/ 49435 h 64769"/>
                      <a:gd name="connsiteX2" fmla="*/ 21857 w 60052"/>
                      <a:gd name="connsiteY2" fmla="*/ 64675 h 64769"/>
                      <a:gd name="connsiteX3" fmla="*/ 33573 w 60052"/>
                      <a:gd name="connsiteY3" fmla="*/ 60579 h 64769"/>
                      <a:gd name="connsiteX4" fmla="*/ 56623 w 60052"/>
                      <a:gd name="connsiteY4" fmla="*/ 49053 h 64769"/>
                      <a:gd name="connsiteX5" fmla="*/ 56719 w 60052"/>
                      <a:gd name="connsiteY5" fmla="*/ 48768 h 64769"/>
                      <a:gd name="connsiteX6" fmla="*/ 54909 w 60052"/>
                      <a:gd name="connsiteY6" fmla="*/ 48959 h 64769"/>
                      <a:gd name="connsiteX7" fmla="*/ 36335 w 60052"/>
                      <a:gd name="connsiteY7" fmla="*/ 34194 h 64769"/>
                      <a:gd name="connsiteX8" fmla="*/ 53385 w 60052"/>
                      <a:gd name="connsiteY8" fmla="*/ 19335 h 64769"/>
                      <a:gd name="connsiteX9" fmla="*/ 60052 w 60052"/>
                      <a:gd name="connsiteY9" fmla="*/ 20384 h 64769"/>
                      <a:gd name="connsiteX10" fmla="*/ 55290 w 60052"/>
                      <a:gd name="connsiteY10" fmla="*/ 667 h 64769"/>
                      <a:gd name="connsiteX11" fmla="*/ 54814 w 60052"/>
                      <a:gd name="connsiteY11" fmla="*/ 0 h 64769"/>
                      <a:gd name="connsiteX12" fmla="*/ 35573 w 60052"/>
                      <a:gd name="connsiteY12" fmla="*/ 6286 h 64769"/>
                      <a:gd name="connsiteX13" fmla="*/ 8617 w 60052"/>
                      <a:gd name="connsiteY13" fmla="*/ 25718 h 64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0052" h="64769">
                        <a:moveTo>
                          <a:pt x="8617" y="25718"/>
                        </a:moveTo>
                        <a:cubicBezTo>
                          <a:pt x="2807" y="32575"/>
                          <a:pt x="-1384" y="40957"/>
                          <a:pt x="426" y="49435"/>
                        </a:cubicBezTo>
                        <a:cubicBezTo>
                          <a:pt x="2236" y="57912"/>
                          <a:pt x="11665" y="65722"/>
                          <a:pt x="21857" y="64675"/>
                        </a:cubicBezTo>
                        <a:cubicBezTo>
                          <a:pt x="26143" y="64198"/>
                          <a:pt x="29953" y="62389"/>
                          <a:pt x="33573" y="60579"/>
                        </a:cubicBezTo>
                        <a:cubicBezTo>
                          <a:pt x="41288" y="56769"/>
                          <a:pt x="48908" y="52959"/>
                          <a:pt x="56623" y="49053"/>
                        </a:cubicBezTo>
                        <a:cubicBezTo>
                          <a:pt x="56623" y="48959"/>
                          <a:pt x="56623" y="48863"/>
                          <a:pt x="56719" y="48768"/>
                        </a:cubicBezTo>
                        <a:cubicBezTo>
                          <a:pt x="56147" y="48863"/>
                          <a:pt x="55480" y="48959"/>
                          <a:pt x="54909" y="48959"/>
                        </a:cubicBezTo>
                        <a:cubicBezTo>
                          <a:pt x="45098" y="48959"/>
                          <a:pt x="36811" y="42386"/>
                          <a:pt x="36335" y="34194"/>
                        </a:cubicBezTo>
                        <a:cubicBezTo>
                          <a:pt x="35954" y="26003"/>
                          <a:pt x="43574" y="19335"/>
                          <a:pt x="53385" y="19335"/>
                        </a:cubicBezTo>
                        <a:cubicBezTo>
                          <a:pt x="55766" y="19335"/>
                          <a:pt x="57957" y="19717"/>
                          <a:pt x="60052" y="20384"/>
                        </a:cubicBezTo>
                        <a:cubicBezTo>
                          <a:pt x="59671" y="13525"/>
                          <a:pt x="58338" y="6858"/>
                          <a:pt x="55290" y="667"/>
                        </a:cubicBezTo>
                        <a:cubicBezTo>
                          <a:pt x="55195" y="381"/>
                          <a:pt x="55004" y="285"/>
                          <a:pt x="54814" y="0"/>
                        </a:cubicBezTo>
                        <a:cubicBezTo>
                          <a:pt x="47384" y="1714"/>
                          <a:pt x="40431" y="4191"/>
                          <a:pt x="35573" y="6286"/>
                        </a:cubicBezTo>
                        <a:cubicBezTo>
                          <a:pt x="24810" y="10953"/>
                          <a:pt x="15475" y="17526"/>
                          <a:pt x="8617" y="2571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94" name="Forme libre : forme 18293">
                    <a:extLst>
                      <a:ext uri="{FF2B5EF4-FFF2-40B4-BE49-F238E27FC236}">
                        <a16:creationId xmlns:a16="http://schemas.microsoft.com/office/drawing/2014/main" id="{42F1ABCD-54A1-49B5-9673-6B302EE20E3C}"/>
                      </a:ext>
                    </a:extLst>
                  </p:cNvPr>
                  <p:cNvSpPr/>
                  <p:nvPr/>
                </p:nvSpPr>
                <p:spPr>
                  <a:xfrm>
                    <a:off x="4202243" y="5310568"/>
                    <a:ext cx="10477" cy="5429"/>
                  </a:xfrm>
                  <a:custGeom>
                    <a:avLst/>
                    <a:gdLst>
                      <a:gd name="connsiteX0" fmla="*/ 10478 w 10477"/>
                      <a:gd name="connsiteY0" fmla="*/ 2667 h 5429"/>
                      <a:gd name="connsiteX1" fmla="*/ 0 w 10477"/>
                      <a:gd name="connsiteY1" fmla="*/ 0 h 5429"/>
                      <a:gd name="connsiteX2" fmla="*/ 2381 w 10477"/>
                      <a:gd name="connsiteY2" fmla="*/ 5429 h 5429"/>
                      <a:gd name="connsiteX3" fmla="*/ 10478 w 10477"/>
                      <a:gd name="connsiteY3" fmla="*/ 2667 h 5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7" h="5429">
                        <a:moveTo>
                          <a:pt x="10478" y="2667"/>
                        </a:moveTo>
                        <a:cubicBezTo>
                          <a:pt x="7334" y="1143"/>
                          <a:pt x="3905" y="286"/>
                          <a:pt x="0" y="0"/>
                        </a:cubicBezTo>
                        <a:cubicBezTo>
                          <a:pt x="953" y="1810"/>
                          <a:pt x="1810" y="3524"/>
                          <a:pt x="2381" y="5429"/>
                        </a:cubicBezTo>
                        <a:cubicBezTo>
                          <a:pt x="4763" y="4001"/>
                          <a:pt x="7429" y="3048"/>
                          <a:pt x="10478" y="266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95" name="Forme libre : forme 18294">
                    <a:extLst>
                      <a:ext uri="{FF2B5EF4-FFF2-40B4-BE49-F238E27FC236}">
                        <a16:creationId xmlns:a16="http://schemas.microsoft.com/office/drawing/2014/main" id="{2A931385-69ED-4CDE-A6D0-93F93EABFF17}"/>
                      </a:ext>
                    </a:extLst>
                  </p:cNvPr>
                  <p:cNvSpPr/>
                  <p:nvPr/>
                </p:nvSpPr>
                <p:spPr>
                  <a:xfrm>
                    <a:off x="4204339" y="5340096"/>
                    <a:ext cx="14858" cy="11430"/>
                  </a:xfrm>
                  <a:custGeom>
                    <a:avLst/>
                    <a:gdLst>
                      <a:gd name="connsiteX0" fmla="*/ 2096 w 14858"/>
                      <a:gd name="connsiteY0" fmla="*/ 0 h 11430"/>
                      <a:gd name="connsiteX1" fmla="*/ 0 w 14858"/>
                      <a:gd name="connsiteY1" fmla="*/ 11430 h 11430"/>
                      <a:gd name="connsiteX2" fmla="*/ 1143 w 14858"/>
                      <a:gd name="connsiteY2" fmla="*/ 10859 h 11430"/>
                      <a:gd name="connsiteX3" fmla="*/ 14859 w 14858"/>
                      <a:gd name="connsiteY3" fmla="*/ 2286 h 11430"/>
                      <a:gd name="connsiteX4" fmla="*/ 12287 w 14858"/>
                      <a:gd name="connsiteY4" fmla="*/ 2477 h 11430"/>
                      <a:gd name="connsiteX5" fmla="*/ 2096 w 14858"/>
                      <a:gd name="connsiteY5" fmla="*/ 0 h 11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58" h="11430">
                        <a:moveTo>
                          <a:pt x="2096" y="0"/>
                        </a:moveTo>
                        <a:cubicBezTo>
                          <a:pt x="1619" y="3810"/>
                          <a:pt x="857" y="7620"/>
                          <a:pt x="0" y="11430"/>
                        </a:cubicBezTo>
                        <a:cubicBezTo>
                          <a:pt x="381" y="11239"/>
                          <a:pt x="762" y="11049"/>
                          <a:pt x="1143" y="10859"/>
                        </a:cubicBezTo>
                        <a:cubicBezTo>
                          <a:pt x="5810" y="8572"/>
                          <a:pt x="10954" y="5810"/>
                          <a:pt x="14859" y="2286"/>
                        </a:cubicBezTo>
                        <a:cubicBezTo>
                          <a:pt x="14002" y="2381"/>
                          <a:pt x="13145" y="2477"/>
                          <a:pt x="12287" y="2477"/>
                        </a:cubicBezTo>
                        <a:cubicBezTo>
                          <a:pt x="8477" y="2571"/>
                          <a:pt x="5048" y="1619"/>
                          <a:pt x="2096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96" name="Forme libre : forme 18295">
                    <a:extLst>
                      <a:ext uri="{FF2B5EF4-FFF2-40B4-BE49-F238E27FC236}">
                        <a16:creationId xmlns:a16="http://schemas.microsoft.com/office/drawing/2014/main" id="{2C3D3E7A-E709-46B9-86C5-C58294CA1950}"/>
                      </a:ext>
                    </a:extLst>
                  </p:cNvPr>
                  <p:cNvSpPr/>
                  <p:nvPr/>
                </p:nvSpPr>
                <p:spPr>
                  <a:xfrm>
                    <a:off x="4127522" y="5310456"/>
                    <a:ext cx="79006" cy="66976"/>
                  </a:xfrm>
                  <a:custGeom>
                    <a:avLst/>
                    <a:gdLst>
                      <a:gd name="connsiteX0" fmla="*/ 70530 w 79006"/>
                      <a:gd name="connsiteY0" fmla="*/ 17447 h 66976"/>
                      <a:gd name="connsiteX1" fmla="*/ 77197 w 79006"/>
                      <a:gd name="connsiteY1" fmla="*/ 5541 h 66976"/>
                      <a:gd name="connsiteX2" fmla="*/ 74816 w 79006"/>
                      <a:gd name="connsiteY2" fmla="*/ 112 h 66976"/>
                      <a:gd name="connsiteX3" fmla="*/ 35478 w 79006"/>
                      <a:gd name="connsiteY3" fmla="*/ 8494 h 66976"/>
                      <a:gd name="connsiteX4" fmla="*/ 8617 w 79006"/>
                      <a:gd name="connsiteY4" fmla="*/ 27925 h 66976"/>
                      <a:gd name="connsiteX5" fmla="*/ 426 w 79006"/>
                      <a:gd name="connsiteY5" fmla="*/ 51642 h 66976"/>
                      <a:gd name="connsiteX6" fmla="*/ 21857 w 79006"/>
                      <a:gd name="connsiteY6" fmla="*/ 66882 h 66976"/>
                      <a:gd name="connsiteX7" fmla="*/ 33573 w 79006"/>
                      <a:gd name="connsiteY7" fmla="*/ 62786 h 66976"/>
                      <a:gd name="connsiteX8" fmla="*/ 76911 w 79006"/>
                      <a:gd name="connsiteY8" fmla="*/ 41164 h 66976"/>
                      <a:gd name="connsiteX9" fmla="*/ 79007 w 79006"/>
                      <a:gd name="connsiteY9" fmla="*/ 29735 h 66976"/>
                      <a:gd name="connsiteX10" fmla="*/ 70530 w 79006"/>
                      <a:gd name="connsiteY10" fmla="*/ 17447 h 66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9006" h="66976">
                        <a:moveTo>
                          <a:pt x="70530" y="17447"/>
                        </a:moveTo>
                        <a:cubicBezTo>
                          <a:pt x="70244" y="12589"/>
                          <a:pt x="72911" y="8304"/>
                          <a:pt x="77197" y="5541"/>
                        </a:cubicBezTo>
                        <a:cubicBezTo>
                          <a:pt x="76531" y="3636"/>
                          <a:pt x="75673" y="1826"/>
                          <a:pt x="74816" y="112"/>
                        </a:cubicBezTo>
                        <a:cubicBezTo>
                          <a:pt x="61291" y="-841"/>
                          <a:pt x="44622" y="4493"/>
                          <a:pt x="35478" y="8494"/>
                        </a:cubicBezTo>
                        <a:cubicBezTo>
                          <a:pt x="24905" y="13161"/>
                          <a:pt x="15571" y="19733"/>
                          <a:pt x="8617" y="27925"/>
                        </a:cubicBezTo>
                        <a:cubicBezTo>
                          <a:pt x="2807" y="34783"/>
                          <a:pt x="-1384" y="43165"/>
                          <a:pt x="426" y="51642"/>
                        </a:cubicBezTo>
                        <a:cubicBezTo>
                          <a:pt x="2235" y="60120"/>
                          <a:pt x="11665" y="67930"/>
                          <a:pt x="21857" y="66882"/>
                        </a:cubicBezTo>
                        <a:cubicBezTo>
                          <a:pt x="26143" y="66406"/>
                          <a:pt x="29953" y="64596"/>
                          <a:pt x="33573" y="62786"/>
                        </a:cubicBezTo>
                        <a:cubicBezTo>
                          <a:pt x="48051" y="55547"/>
                          <a:pt x="62434" y="48404"/>
                          <a:pt x="76911" y="41164"/>
                        </a:cubicBezTo>
                        <a:cubicBezTo>
                          <a:pt x="77769" y="37355"/>
                          <a:pt x="78531" y="33545"/>
                          <a:pt x="79007" y="29735"/>
                        </a:cubicBezTo>
                        <a:cubicBezTo>
                          <a:pt x="74054" y="27068"/>
                          <a:pt x="70720" y="22591"/>
                          <a:pt x="70530" y="1744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97" name="Forme libre : forme 18296">
                    <a:extLst>
                      <a:ext uri="{FF2B5EF4-FFF2-40B4-BE49-F238E27FC236}">
                        <a16:creationId xmlns:a16="http://schemas.microsoft.com/office/drawing/2014/main" id="{88F804F5-B7DE-4CE4-9479-5F231BACC022}"/>
                      </a:ext>
                    </a:extLst>
                  </p:cNvPr>
                  <p:cNvSpPr/>
                  <p:nvPr/>
                </p:nvSpPr>
                <p:spPr>
                  <a:xfrm>
                    <a:off x="4529448" y="5057394"/>
                    <a:ext cx="45985" cy="27240"/>
                  </a:xfrm>
                  <a:custGeom>
                    <a:avLst/>
                    <a:gdLst>
                      <a:gd name="connsiteX0" fmla="*/ 33507 w 45985"/>
                      <a:gd name="connsiteY0" fmla="*/ 22955 h 27240"/>
                      <a:gd name="connsiteX1" fmla="*/ 45985 w 45985"/>
                      <a:gd name="connsiteY1" fmla="*/ 16764 h 27240"/>
                      <a:gd name="connsiteX2" fmla="*/ 18839 w 45985"/>
                      <a:gd name="connsiteY2" fmla="*/ 4286 h 27240"/>
                      <a:gd name="connsiteX3" fmla="*/ 1504 w 45985"/>
                      <a:gd name="connsiteY3" fmla="*/ 0 h 27240"/>
                      <a:gd name="connsiteX4" fmla="*/ 361 w 45985"/>
                      <a:gd name="connsiteY4" fmla="*/ 11906 h 27240"/>
                      <a:gd name="connsiteX5" fmla="*/ 21792 w 45985"/>
                      <a:gd name="connsiteY5" fmla="*/ 27146 h 27240"/>
                      <a:gd name="connsiteX6" fmla="*/ 33507 w 45985"/>
                      <a:gd name="connsiteY6" fmla="*/ 22955 h 27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985" h="27240">
                        <a:moveTo>
                          <a:pt x="33507" y="22955"/>
                        </a:moveTo>
                        <a:cubicBezTo>
                          <a:pt x="37698" y="20860"/>
                          <a:pt x="41794" y="18764"/>
                          <a:pt x="45985" y="16764"/>
                        </a:cubicBezTo>
                        <a:cubicBezTo>
                          <a:pt x="36936" y="12954"/>
                          <a:pt x="28173" y="7620"/>
                          <a:pt x="18839" y="4286"/>
                        </a:cubicBezTo>
                        <a:cubicBezTo>
                          <a:pt x="13314" y="2286"/>
                          <a:pt x="7409" y="1048"/>
                          <a:pt x="1504" y="0"/>
                        </a:cubicBezTo>
                        <a:cubicBezTo>
                          <a:pt x="75" y="3810"/>
                          <a:pt x="-402" y="7811"/>
                          <a:pt x="361" y="11906"/>
                        </a:cubicBezTo>
                        <a:cubicBezTo>
                          <a:pt x="2170" y="20383"/>
                          <a:pt x="11600" y="28194"/>
                          <a:pt x="21792" y="27146"/>
                        </a:cubicBezTo>
                        <a:cubicBezTo>
                          <a:pt x="26078" y="26670"/>
                          <a:pt x="29888" y="24765"/>
                          <a:pt x="33507" y="2295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98" name="Forme libre : forme 18297">
                    <a:extLst>
                      <a:ext uri="{FF2B5EF4-FFF2-40B4-BE49-F238E27FC236}">
                        <a16:creationId xmlns:a16="http://schemas.microsoft.com/office/drawing/2014/main" id="{60148051-849A-49C0-AE4D-DEB59AD1F86D}"/>
                      </a:ext>
                    </a:extLst>
                  </p:cNvPr>
                  <p:cNvSpPr/>
                  <p:nvPr/>
                </p:nvSpPr>
                <p:spPr>
                  <a:xfrm>
                    <a:off x="4530951" y="5017674"/>
                    <a:ext cx="95748" cy="56483"/>
                  </a:xfrm>
                  <a:custGeom>
                    <a:avLst/>
                    <a:gdLst>
                      <a:gd name="connsiteX0" fmla="*/ 44482 w 95748"/>
                      <a:gd name="connsiteY0" fmla="*/ 56483 h 56483"/>
                      <a:gd name="connsiteX1" fmla="*/ 76485 w 95748"/>
                      <a:gd name="connsiteY1" fmla="*/ 40481 h 56483"/>
                      <a:gd name="connsiteX2" fmla="*/ 95345 w 95748"/>
                      <a:gd name="connsiteY2" fmla="*/ 24194 h 56483"/>
                      <a:gd name="connsiteX3" fmla="*/ 85820 w 95748"/>
                      <a:gd name="connsiteY3" fmla="*/ 3620 h 56483"/>
                      <a:gd name="connsiteX4" fmla="*/ 34004 w 95748"/>
                      <a:gd name="connsiteY4" fmla="*/ 8478 h 56483"/>
                      <a:gd name="connsiteX5" fmla="*/ 7144 w 95748"/>
                      <a:gd name="connsiteY5" fmla="*/ 27908 h 56483"/>
                      <a:gd name="connsiteX6" fmla="*/ 0 w 95748"/>
                      <a:gd name="connsiteY6" fmla="*/ 39720 h 56483"/>
                      <a:gd name="connsiteX7" fmla="*/ 17336 w 95748"/>
                      <a:gd name="connsiteY7" fmla="*/ 44006 h 56483"/>
                      <a:gd name="connsiteX8" fmla="*/ 44482 w 95748"/>
                      <a:gd name="connsiteY8" fmla="*/ 56483 h 56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748" h="56483">
                        <a:moveTo>
                          <a:pt x="44482" y="56483"/>
                        </a:moveTo>
                        <a:cubicBezTo>
                          <a:pt x="55150" y="51149"/>
                          <a:pt x="65817" y="45815"/>
                          <a:pt x="76485" y="40481"/>
                        </a:cubicBezTo>
                        <a:cubicBezTo>
                          <a:pt x="84011" y="36672"/>
                          <a:pt x="93154" y="31814"/>
                          <a:pt x="95345" y="24194"/>
                        </a:cubicBezTo>
                        <a:cubicBezTo>
                          <a:pt x="97155" y="17526"/>
                          <a:pt x="92678" y="7811"/>
                          <a:pt x="85820" y="3620"/>
                        </a:cubicBezTo>
                        <a:cubicBezTo>
                          <a:pt x="72390" y="-4667"/>
                          <a:pt x="46387" y="3144"/>
                          <a:pt x="34004" y="8478"/>
                        </a:cubicBezTo>
                        <a:cubicBezTo>
                          <a:pt x="23431" y="13145"/>
                          <a:pt x="14097" y="19717"/>
                          <a:pt x="7144" y="27908"/>
                        </a:cubicBezTo>
                        <a:cubicBezTo>
                          <a:pt x="4096" y="31528"/>
                          <a:pt x="1524" y="35529"/>
                          <a:pt x="0" y="39720"/>
                        </a:cubicBezTo>
                        <a:cubicBezTo>
                          <a:pt x="5905" y="40672"/>
                          <a:pt x="11811" y="42006"/>
                          <a:pt x="17336" y="44006"/>
                        </a:cubicBezTo>
                        <a:cubicBezTo>
                          <a:pt x="26670" y="47340"/>
                          <a:pt x="35433" y="52578"/>
                          <a:pt x="44482" y="5648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299" name="Forme libre : forme 18298">
                    <a:extLst>
                      <a:ext uri="{FF2B5EF4-FFF2-40B4-BE49-F238E27FC236}">
                        <a16:creationId xmlns:a16="http://schemas.microsoft.com/office/drawing/2014/main" id="{0E999573-9D44-48B8-8E5F-932240096683}"/>
                      </a:ext>
                    </a:extLst>
                  </p:cNvPr>
                  <p:cNvSpPr/>
                  <p:nvPr/>
                </p:nvSpPr>
                <p:spPr>
                  <a:xfrm>
                    <a:off x="4855944" y="5022913"/>
                    <a:ext cx="43652" cy="42291"/>
                  </a:xfrm>
                  <a:custGeom>
                    <a:avLst/>
                    <a:gdLst>
                      <a:gd name="connsiteX0" fmla="*/ 2477 w 43652"/>
                      <a:gd name="connsiteY0" fmla="*/ 33432 h 42291"/>
                      <a:gd name="connsiteX1" fmla="*/ 0 w 43652"/>
                      <a:gd name="connsiteY1" fmla="*/ 42291 h 42291"/>
                      <a:gd name="connsiteX2" fmla="*/ 24384 w 43652"/>
                      <a:gd name="connsiteY2" fmla="*/ 30099 h 42291"/>
                      <a:gd name="connsiteX3" fmla="*/ 43243 w 43652"/>
                      <a:gd name="connsiteY3" fmla="*/ 13811 h 42291"/>
                      <a:gd name="connsiteX4" fmla="*/ 40291 w 43652"/>
                      <a:gd name="connsiteY4" fmla="*/ 0 h 42291"/>
                      <a:gd name="connsiteX5" fmla="*/ 24289 w 43652"/>
                      <a:gd name="connsiteY5" fmla="*/ 10096 h 42291"/>
                      <a:gd name="connsiteX6" fmla="*/ 2477 w 43652"/>
                      <a:gd name="connsiteY6" fmla="*/ 33432 h 42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652" h="42291">
                        <a:moveTo>
                          <a:pt x="2477" y="33432"/>
                        </a:moveTo>
                        <a:cubicBezTo>
                          <a:pt x="1238" y="36290"/>
                          <a:pt x="476" y="39338"/>
                          <a:pt x="0" y="42291"/>
                        </a:cubicBezTo>
                        <a:cubicBezTo>
                          <a:pt x="8096" y="38195"/>
                          <a:pt x="16287" y="34194"/>
                          <a:pt x="24384" y="30099"/>
                        </a:cubicBezTo>
                        <a:cubicBezTo>
                          <a:pt x="31909" y="26289"/>
                          <a:pt x="41053" y="21431"/>
                          <a:pt x="43243" y="13811"/>
                        </a:cubicBezTo>
                        <a:cubicBezTo>
                          <a:pt x="44386" y="9715"/>
                          <a:pt x="43053" y="4381"/>
                          <a:pt x="40291" y="0"/>
                        </a:cubicBezTo>
                        <a:cubicBezTo>
                          <a:pt x="34576" y="3238"/>
                          <a:pt x="28956" y="6572"/>
                          <a:pt x="24289" y="10096"/>
                        </a:cubicBezTo>
                        <a:cubicBezTo>
                          <a:pt x="15240" y="16669"/>
                          <a:pt x="6572" y="24003"/>
                          <a:pt x="2477" y="3343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00" name="Forme libre : forme 18299">
                    <a:extLst>
                      <a:ext uri="{FF2B5EF4-FFF2-40B4-BE49-F238E27FC236}">
                        <a16:creationId xmlns:a16="http://schemas.microsoft.com/office/drawing/2014/main" id="{908F9624-D8AF-4415-9366-1DCF6A48A34C}"/>
                      </a:ext>
                    </a:extLst>
                  </p:cNvPr>
                  <p:cNvSpPr/>
                  <p:nvPr/>
                </p:nvSpPr>
                <p:spPr>
                  <a:xfrm>
                    <a:off x="4802273" y="5012435"/>
                    <a:ext cx="93866" cy="66960"/>
                  </a:xfrm>
                  <a:custGeom>
                    <a:avLst/>
                    <a:gdLst>
                      <a:gd name="connsiteX0" fmla="*/ 87294 w 93866"/>
                      <a:gd name="connsiteY0" fmla="*/ 3620 h 66960"/>
                      <a:gd name="connsiteX1" fmla="*/ 35478 w 93866"/>
                      <a:gd name="connsiteY1" fmla="*/ 8478 h 66960"/>
                      <a:gd name="connsiteX2" fmla="*/ 8618 w 93866"/>
                      <a:gd name="connsiteY2" fmla="*/ 27908 h 66960"/>
                      <a:gd name="connsiteX3" fmla="*/ 426 w 93866"/>
                      <a:gd name="connsiteY3" fmla="*/ 51626 h 66960"/>
                      <a:gd name="connsiteX4" fmla="*/ 21857 w 93866"/>
                      <a:gd name="connsiteY4" fmla="*/ 66866 h 66960"/>
                      <a:gd name="connsiteX5" fmla="*/ 33573 w 93866"/>
                      <a:gd name="connsiteY5" fmla="*/ 62770 h 66960"/>
                      <a:gd name="connsiteX6" fmla="*/ 53671 w 93866"/>
                      <a:gd name="connsiteY6" fmla="*/ 52769 h 66960"/>
                      <a:gd name="connsiteX7" fmla="*/ 56147 w 93866"/>
                      <a:gd name="connsiteY7" fmla="*/ 43910 h 66960"/>
                      <a:gd name="connsiteX8" fmla="*/ 77864 w 93866"/>
                      <a:gd name="connsiteY8" fmla="*/ 20479 h 66960"/>
                      <a:gd name="connsiteX9" fmla="*/ 93866 w 93866"/>
                      <a:gd name="connsiteY9" fmla="*/ 10383 h 66960"/>
                      <a:gd name="connsiteX10" fmla="*/ 87294 w 93866"/>
                      <a:gd name="connsiteY10" fmla="*/ 3620 h 66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3866" h="66960">
                        <a:moveTo>
                          <a:pt x="87294" y="3620"/>
                        </a:moveTo>
                        <a:cubicBezTo>
                          <a:pt x="73864" y="-4667"/>
                          <a:pt x="47861" y="3144"/>
                          <a:pt x="35478" y="8478"/>
                        </a:cubicBezTo>
                        <a:cubicBezTo>
                          <a:pt x="24905" y="13145"/>
                          <a:pt x="15571" y="19717"/>
                          <a:pt x="8618" y="27908"/>
                        </a:cubicBezTo>
                        <a:cubicBezTo>
                          <a:pt x="2807" y="34767"/>
                          <a:pt x="-1384" y="43149"/>
                          <a:pt x="426" y="51626"/>
                        </a:cubicBezTo>
                        <a:cubicBezTo>
                          <a:pt x="2236" y="60103"/>
                          <a:pt x="11665" y="67913"/>
                          <a:pt x="21857" y="66866"/>
                        </a:cubicBezTo>
                        <a:cubicBezTo>
                          <a:pt x="26143" y="66390"/>
                          <a:pt x="29954" y="64580"/>
                          <a:pt x="33573" y="62770"/>
                        </a:cubicBezTo>
                        <a:cubicBezTo>
                          <a:pt x="40240" y="59436"/>
                          <a:pt x="46908" y="56103"/>
                          <a:pt x="53671" y="52769"/>
                        </a:cubicBezTo>
                        <a:cubicBezTo>
                          <a:pt x="54147" y="49721"/>
                          <a:pt x="54909" y="46768"/>
                          <a:pt x="56147" y="43910"/>
                        </a:cubicBezTo>
                        <a:cubicBezTo>
                          <a:pt x="60243" y="34481"/>
                          <a:pt x="69006" y="27147"/>
                          <a:pt x="77864" y="20479"/>
                        </a:cubicBezTo>
                        <a:cubicBezTo>
                          <a:pt x="82627" y="16955"/>
                          <a:pt x="88151" y="13716"/>
                          <a:pt x="93866" y="10383"/>
                        </a:cubicBezTo>
                        <a:cubicBezTo>
                          <a:pt x="92152" y="7715"/>
                          <a:pt x="89866" y="5239"/>
                          <a:pt x="87294" y="362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01" name="Forme libre : forme 18300">
                    <a:extLst>
                      <a:ext uri="{FF2B5EF4-FFF2-40B4-BE49-F238E27FC236}">
                        <a16:creationId xmlns:a16="http://schemas.microsoft.com/office/drawing/2014/main" id="{1BB4BBF5-15D5-40D3-A2B2-FE0C97A92FB5}"/>
                      </a:ext>
                    </a:extLst>
                  </p:cNvPr>
                  <p:cNvSpPr/>
                  <p:nvPr/>
                </p:nvSpPr>
                <p:spPr>
                  <a:xfrm>
                    <a:off x="5424205" y="5115828"/>
                    <a:ext cx="62697" cy="62151"/>
                  </a:xfrm>
                  <a:custGeom>
                    <a:avLst/>
                    <a:gdLst>
                      <a:gd name="connsiteX0" fmla="*/ 16193 w 62697"/>
                      <a:gd name="connsiteY0" fmla="*/ 31482 h 62151"/>
                      <a:gd name="connsiteX1" fmla="*/ 0 w 62697"/>
                      <a:gd name="connsiteY1" fmla="*/ 62152 h 62151"/>
                      <a:gd name="connsiteX2" fmla="*/ 43434 w 62697"/>
                      <a:gd name="connsiteY2" fmla="*/ 40435 h 62151"/>
                      <a:gd name="connsiteX3" fmla="*/ 62294 w 62697"/>
                      <a:gd name="connsiteY3" fmla="*/ 24147 h 62151"/>
                      <a:gd name="connsiteX4" fmla="*/ 52769 w 62697"/>
                      <a:gd name="connsiteY4" fmla="*/ 3573 h 62151"/>
                      <a:gd name="connsiteX5" fmla="*/ 23336 w 62697"/>
                      <a:gd name="connsiteY5" fmla="*/ 1573 h 62151"/>
                      <a:gd name="connsiteX6" fmla="*/ 16193 w 62697"/>
                      <a:gd name="connsiteY6" fmla="*/ 31482 h 62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697" h="62151">
                        <a:moveTo>
                          <a:pt x="16193" y="31482"/>
                        </a:moveTo>
                        <a:cubicBezTo>
                          <a:pt x="12002" y="39768"/>
                          <a:pt x="6668" y="51484"/>
                          <a:pt x="0" y="62152"/>
                        </a:cubicBezTo>
                        <a:cubicBezTo>
                          <a:pt x="14478" y="54913"/>
                          <a:pt x="28956" y="47674"/>
                          <a:pt x="43434" y="40435"/>
                        </a:cubicBezTo>
                        <a:cubicBezTo>
                          <a:pt x="50959" y="36625"/>
                          <a:pt x="60103" y="31767"/>
                          <a:pt x="62294" y="24147"/>
                        </a:cubicBezTo>
                        <a:cubicBezTo>
                          <a:pt x="64104" y="17480"/>
                          <a:pt x="59627" y="7764"/>
                          <a:pt x="52769" y="3573"/>
                        </a:cubicBezTo>
                        <a:cubicBezTo>
                          <a:pt x="45339" y="-999"/>
                          <a:pt x="34004" y="-618"/>
                          <a:pt x="23336" y="1573"/>
                        </a:cubicBezTo>
                        <a:cubicBezTo>
                          <a:pt x="24099" y="11765"/>
                          <a:pt x="20860" y="22147"/>
                          <a:pt x="16193" y="3148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02" name="Forme libre : forme 18301">
                    <a:extLst>
                      <a:ext uri="{FF2B5EF4-FFF2-40B4-BE49-F238E27FC236}">
                        <a16:creationId xmlns:a16="http://schemas.microsoft.com/office/drawing/2014/main" id="{A25145A8-A80B-43B1-8AEB-62D3477AD5BA}"/>
                      </a:ext>
                    </a:extLst>
                  </p:cNvPr>
                  <p:cNvSpPr/>
                  <p:nvPr/>
                </p:nvSpPr>
                <p:spPr>
                  <a:xfrm>
                    <a:off x="5389585" y="5117306"/>
                    <a:ext cx="57963" cy="65436"/>
                  </a:xfrm>
                  <a:custGeom>
                    <a:avLst/>
                    <a:gdLst>
                      <a:gd name="connsiteX0" fmla="*/ 8617 w 57963"/>
                      <a:gd name="connsiteY0" fmla="*/ 26384 h 65436"/>
                      <a:gd name="connsiteX1" fmla="*/ 426 w 57963"/>
                      <a:gd name="connsiteY1" fmla="*/ 50102 h 65436"/>
                      <a:gd name="connsiteX2" fmla="*/ 21857 w 57963"/>
                      <a:gd name="connsiteY2" fmla="*/ 65341 h 65436"/>
                      <a:gd name="connsiteX3" fmla="*/ 33573 w 57963"/>
                      <a:gd name="connsiteY3" fmla="*/ 61246 h 65436"/>
                      <a:gd name="connsiteX4" fmla="*/ 34620 w 57963"/>
                      <a:gd name="connsiteY4" fmla="*/ 60674 h 65436"/>
                      <a:gd name="connsiteX5" fmla="*/ 50813 w 57963"/>
                      <a:gd name="connsiteY5" fmla="*/ 30004 h 65436"/>
                      <a:gd name="connsiteX6" fmla="*/ 57766 w 57963"/>
                      <a:gd name="connsiteY6" fmla="*/ 0 h 65436"/>
                      <a:gd name="connsiteX7" fmla="*/ 35478 w 57963"/>
                      <a:gd name="connsiteY7" fmla="*/ 6953 h 65436"/>
                      <a:gd name="connsiteX8" fmla="*/ 8617 w 57963"/>
                      <a:gd name="connsiteY8" fmla="*/ 26384 h 65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963" h="65436">
                        <a:moveTo>
                          <a:pt x="8617" y="26384"/>
                        </a:moveTo>
                        <a:cubicBezTo>
                          <a:pt x="2807" y="33242"/>
                          <a:pt x="-1384" y="41624"/>
                          <a:pt x="426" y="50102"/>
                        </a:cubicBezTo>
                        <a:cubicBezTo>
                          <a:pt x="2236" y="58579"/>
                          <a:pt x="11665" y="66389"/>
                          <a:pt x="21857" y="65341"/>
                        </a:cubicBezTo>
                        <a:cubicBezTo>
                          <a:pt x="26143" y="64865"/>
                          <a:pt x="29953" y="63055"/>
                          <a:pt x="33573" y="61246"/>
                        </a:cubicBezTo>
                        <a:cubicBezTo>
                          <a:pt x="33953" y="61055"/>
                          <a:pt x="34239" y="60865"/>
                          <a:pt x="34620" y="60674"/>
                        </a:cubicBezTo>
                        <a:cubicBezTo>
                          <a:pt x="41288" y="50006"/>
                          <a:pt x="46622" y="38386"/>
                          <a:pt x="50813" y="30004"/>
                        </a:cubicBezTo>
                        <a:cubicBezTo>
                          <a:pt x="55575" y="20669"/>
                          <a:pt x="58814" y="10287"/>
                          <a:pt x="57766" y="0"/>
                        </a:cubicBezTo>
                        <a:cubicBezTo>
                          <a:pt x="49194" y="1714"/>
                          <a:pt x="40907" y="4572"/>
                          <a:pt x="35478" y="6953"/>
                        </a:cubicBezTo>
                        <a:cubicBezTo>
                          <a:pt x="24810" y="11620"/>
                          <a:pt x="15475" y="18192"/>
                          <a:pt x="8617" y="2638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03" name="Forme libre : forme 18302">
                    <a:extLst>
                      <a:ext uri="{FF2B5EF4-FFF2-40B4-BE49-F238E27FC236}">
                        <a16:creationId xmlns:a16="http://schemas.microsoft.com/office/drawing/2014/main" id="{6AB8EBD0-0346-469E-8D82-FB547C687AC6}"/>
                      </a:ext>
                    </a:extLst>
                  </p:cNvPr>
                  <p:cNvSpPr/>
                  <p:nvPr/>
                </p:nvSpPr>
                <p:spPr>
                  <a:xfrm>
                    <a:off x="6041044" y="5118636"/>
                    <a:ext cx="73110" cy="66296"/>
                  </a:xfrm>
                  <a:custGeom>
                    <a:avLst/>
                    <a:gdLst>
                      <a:gd name="connsiteX0" fmla="*/ 63151 w 73110"/>
                      <a:gd name="connsiteY0" fmla="*/ 3623 h 66296"/>
                      <a:gd name="connsiteX1" fmla="*/ 25718 w 73110"/>
                      <a:gd name="connsiteY1" fmla="*/ 3528 h 66296"/>
                      <a:gd name="connsiteX2" fmla="*/ 18098 w 73110"/>
                      <a:gd name="connsiteY2" fmla="*/ 13815 h 66296"/>
                      <a:gd name="connsiteX3" fmla="*/ 16669 w 73110"/>
                      <a:gd name="connsiteY3" fmla="*/ 39722 h 66296"/>
                      <a:gd name="connsiteX4" fmla="*/ 0 w 73110"/>
                      <a:gd name="connsiteY4" fmla="*/ 66297 h 66296"/>
                      <a:gd name="connsiteX5" fmla="*/ 9430 w 73110"/>
                      <a:gd name="connsiteY5" fmla="*/ 62773 h 66296"/>
                      <a:gd name="connsiteX6" fmla="*/ 53912 w 73110"/>
                      <a:gd name="connsiteY6" fmla="*/ 40580 h 66296"/>
                      <a:gd name="connsiteX7" fmla="*/ 57055 w 73110"/>
                      <a:gd name="connsiteY7" fmla="*/ 38960 h 66296"/>
                      <a:gd name="connsiteX8" fmla="*/ 55340 w 73110"/>
                      <a:gd name="connsiteY8" fmla="*/ 39151 h 66296"/>
                      <a:gd name="connsiteX9" fmla="*/ 36766 w 73110"/>
                      <a:gd name="connsiteY9" fmla="*/ 24387 h 66296"/>
                      <a:gd name="connsiteX10" fmla="*/ 53816 w 73110"/>
                      <a:gd name="connsiteY10" fmla="*/ 9528 h 66296"/>
                      <a:gd name="connsiteX11" fmla="*/ 72390 w 73110"/>
                      <a:gd name="connsiteY11" fmla="*/ 24292 h 66296"/>
                      <a:gd name="connsiteX12" fmla="*/ 72295 w 73110"/>
                      <a:gd name="connsiteY12" fmla="*/ 25244 h 66296"/>
                      <a:gd name="connsiteX13" fmla="*/ 72676 w 73110"/>
                      <a:gd name="connsiteY13" fmla="*/ 24387 h 66296"/>
                      <a:gd name="connsiteX14" fmla="*/ 63151 w 73110"/>
                      <a:gd name="connsiteY14" fmla="*/ 3623 h 66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3110" h="66296">
                        <a:moveTo>
                          <a:pt x="63151" y="3623"/>
                        </a:moveTo>
                        <a:cubicBezTo>
                          <a:pt x="53816" y="-2188"/>
                          <a:pt x="38386" y="-92"/>
                          <a:pt x="25718" y="3528"/>
                        </a:cubicBezTo>
                        <a:cubicBezTo>
                          <a:pt x="23622" y="7052"/>
                          <a:pt x="19908" y="9528"/>
                          <a:pt x="18098" y="13815"/>
                        </a:cubicBezTo>
                        <a:cubicBezTo>
                          <a:pt x="14478" y="22673"/>
                          <a:pt x="18098" y="30674"/>
                          <a:pt x="16669" y="39722"/>
                        </a:cubicBezTo>
                        <a:cubicBezTo>
                          <a:pt x="15050" y="50295"/>
                          <a:pt x="8477" y="58963"/>
                          <a:pt x="0" y="66297"/>
                        </a:cubicBezTo>
                        <a:cubicBezTo>
                          <a:pt x="3334" y="65535"/>
                          <a:pt x="6477" y="64202"/>
                          <a:pt x="9430" y="62773"/>
                        </a:cubicBezTo>
                        <a:cubicBezTo>
                          <a:pt x="24289" y="55344"/>
                          <a:pt x="39053" y="48009"/>
                          <a:pt x="53912" y="40580"/>
                        </a:cubicBezTo>
                        <a:cubicBezTo>
                          <a:pt x="54959" y="40103"/>
                          <a:pt x="56007" y="39532"/>
                          <a:pt x="57055" y="38960"/>
                        </a:cubicBezTo>
                        <a:cubicBezTo>
                          <a:pt x="56483" y="39056"/>
                          <a:pt x="55912" y="39151"/>
                          <a:pt x="55340" y="39151"/>
                        </a:cubicBezTo>
                        <a:cubicBezTo>
                          <a:pt x="45530" y="39151"/>
                          <a:pt x="37243" y="32579"/>
                          <a:pt x="36766" y="24387"/>
                        </a:cubicBezTo>
                        <a:cubicBezTo>
                          <a:pt x="36386" y="16196"/>
                          <a:pt x="44005" y="9528"/>
                          <a:pt x="53816" y="9528"/>
                        </a:cubicBezTo>
                        <a:cubicBezTo>
                          <a:pt x="63627" y="9528"/>
                          <a:pt x="71914" y="16101"/>
                          <a:pt x="72390" y="24292"/>
                        </a:cubicBezTo>
                        <a:cubicBezTo>
                          <a:pt x="72390" y="24577"/>
                          <a:pt x="72295" y="24863"/>
                          <a:pt x="72295" y="25244"/>
                        </a:cubicBezTo>
                        <a:cubicBezTo>
                          <a:pt x="72390" y="24959"/>
                          <a:pt x="72580" y="24673"/>
                          <a:pt x="72676" y="24387"/>
                        </a:cubicBezTo>
                        <a:cubicBezTo>
                          <a:pt x="74581" y="17624"/>
                          <a:pt x="70009" y="7814"/>
                          <a:pt x="63151" y="362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04" name="Forme libre : forme 18303">
                    <a:extLst>
                      <a:ext uri="{FF2B5EF4-FFF2-40B4-BE49-F238E27FC236}">
                        <a16:creationId xmlns:a16="http://schemas.microsoft.com/office/drawing/2014/main" id="{85C63B15-F578-4246-8950-D95A974756F3}"/>
                      </a:ext>
                    </a:extLst>
                  </p:cNvPr>
                  <p:cNvSpPr/>
                  <p:nvPr/>
                </p:nvSpPr>
                <p:spPr>
                  <a:xfrm>
                    <a:off x="6016997" y="5122068"/>
                    <a:ext cx="49765" cy="63531"/>
                  </a:xfrm>
                  <a:custGeom>
                    <a:avLst/>
                    <a:gdLst>
                      <a:gd name="connsiteX0" fmla="*/ 40716 w 49765"/>
                      <a:gd name="connsiteY0" fmla="*/ 36195 h 63531"/>
                      <a:gd name="connsiteX1" fmla="*/ 42145 w 49765"/>
                      <a:gd name="connsiteY1" fmla="*/ 10287 h 63531"/>
                      <a:gd name="connsiteX2" fmla="*/ 49765 w 49765"/>
                      <a:gd name="connsiteY2" fmla="*/ 0 h 63531"/>
                      <a:gd name="connsiteX3" fmla="*/ 35478 w 49765"/>
                      <a:gd name="connsiteY3" fmla="*/ 5049 h 63531"/>
                      <a:gd name="connsiteX4" fmla="*/ 8617 w 49765"/>
                      <a:gd name="connsiteY4" fmla="*/ 24479 h 63531"/>
                      <a:gd name="connsiteX5" fmla="*/ 426 w 49765"/>
                      <a:gd name="connsiteY5" fmla="*/ 48196 h 63531"/>
                      <a:gd name="connsiteX6" fmla="*/ 21857 w 49765"/>
                      <a:gd name="connsiteY6" fmla="*/ 63436 h 63531"/>
                      <a:gd name="connsiteX7" fmla="*/ 24143 w 49765"/>
                      <a:gd name="connsiteY7" fmla="*/ 62865 h 63531"/>
                      <a:gd name="connsiteX8" fmla="*/ 40716 w 49765"/>
                      <a:gd name="connsiteY8" fmla="*/ 36195 h 63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765" h="63531">
                        <a:moveTo>
                          <a:pt x="40716" y="36195"/>
                        </a:moveTo>
                        <a:cubicBezTo>
                          <a:pt x="42050" y="27241"/>
                          <a:pt x="38526" y="19145"/>
                          <a:pt x="42145" y="10287"/>
                        </a:cubicBezTo>
                        <a:cubicBezTo>
                          <a:pt x="43955" y="6001"/>
                          <a:pt x="47669" y="3429"/>
                          <a:pt x="49765" y="0"/>
                        </a:cubicBezTo>
                        <a:cubicBezTo>
                          <a:pt x="44241" y="1524"/>
                          <a:pt x="39193" y="3334"/>
                          <a:pt x="35478" y="5049"/>
                        </a:cubicBezTo>
                        <a:cubicBezTo>
                          <a:pt x="24905" y="9716"/>
                          <a:pt x="15570" y="16288"/>
                          <a:pt x="8617" y="24479"/>
                        </a:cubicBezTo>
                        <a:cubicBezTo>
                          <a:pt x="2807" y="31337"/>
                          <a:pt x="-1384" y="39719"/>
                          <a:pt x="426" y="48196"/>
                        </a:cubicBezTo>
                        <a:cubicBezTo>
                          <a:pt x="2236" y="56674"/>
                          <a:pt x="11665" y="64484"/>
                          <a:pt x="21857" y="63436"/>
                        </a:cubicBezTo>
                        <a:cubicBezTo>
                          <a:pt x="22714" y="63341"/>
                          <a:pt x="23381" y="63055"/>
                          <a:pt x="24143" y="62865"/>
                        </a:cubicBezTo>
                        <a:cubicBezTo>
                          <a:pt x="32525" y="55436"/>
                          <a:pt x="39097" y="46767"/>
                          <a:pt x="40716" y="3619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05" name="Forme libre : forme 18304">
                    <a:extLst>
                      <a:ext uri="{FF2B5EF4-FFF2-40B4-BE49-F238E27FC236}">
                        <a16:creationId xmlns:a16="http://schemas.microsoft.com/office/drawing/2014/main" id="{AFB92637-29DA-45CA-8FFF-EFB3DF1E8344}"/>
                      </a:ext>
                    </a:extLst>
                  </p:cNvPr>
                  <p:cNvSpPr/>
                  <p:nvPr/>
                </p:nvSpPr>
                <p:spPr>
                  <a:xfrm>
                    <a:off x="6478737" y="5166868"/>
                    <a:ext cx="45319" cy="53783"/>
                  </a:xfrm>
                  <a:custGeom>
                    <a:avLst/>
                    <a:gdLst>
                      <a:gd name="connsiteX0" fmla="*/ 6172 w 45319"/>
                      <a:gd name="connsiteY0" fmla="*/ 53784 h 53783"/>
                      <a:gd name="connsiteX1" fmla="*/ 32938 w 45319"/>
                      <a:gd name="connsiteY1" fmla="*/ 40449 h 53783"/>
                      <a:gd name="connsiteX2" fmla="*/ 45320 w 45319"/>
                      <a:gd name="connsiteY2" fmla="*/ 33019 h 53783"/>
                      <a:gd name="connsiteX3" fmla="*/ 43700 w 45319"/>
                      <a:gd name="connsiteY3" fmla="*/ 33210 h 53783"/>
                      <a:gd name="connsiteX4" fmla="*/ 25127 w 45319"/>
                      <a:gd name="connsiteY4" fmla="*/ 18446 h 53783"/>
                      <a:gd name="connsiteX5" fmla="*/ 42177 w 45319"/>
                      <a:gd name="connsiteY5" fmla="*/ 3587 h 53783"/>
                      <a:gd name="connsiteX6" fmla="*/ 14173 w 45319"/>
                      <a:gd name="connsiteY6" fmla="*/ 1206 h 53783"/>
                      <a:gd name="connsiteX7" fmla="*/ 12649 w 45319"/>
                      <a:gd name="connsiteY7" fmla="*/ 5016 h 53783"/>
                      <a:gd name="connsiteX8" fmla="*/ 6172 w 45319"/>
                      <a:gd name="connsiteY8" fmla="*/ 53784 h 53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319" h="53783">
                        <a:moveTo>
                          <a:pt x="6172" y="53784"/>
                        </a:moveTo>
                        <a:cubicBezTo>
                          <a:pt x="15125" y="49307"/>
                          <a:pt x="23984" y="44925"/>
                          <a:pt x="32938" y="40449"/>
                        </a:cubicBezTo>
                        <a:cubicBezTo>
                          <a:pt x="37033" y="38353"/>
                          <a:pt x="41605" y="35972"/>
                          <a:pt x="45320" y="33019"/>
                        </a:cubicBezTo>
                        <a:cubicBezTo>
                          <a:pt x="44749" y="33019"/>
                          <a:pt x="44272" y="33210"/>
                          <a:pt x="43700" y="33210"/>
                        </a:cubicBezTo>
                        <a:cubicBezTo>
                          <a:pt x="33890" y="33210"/>
                          <a:pt x="25603" y="26638"/>
                          <a:pt x="25127" y="18446"/>
                        </a:cubicBezTo>
                        <a:cubicBezTo>
                          <a:pt x="24746" y="10255"/>
                          <a:pt x="32366" y="3587"/>
                          <a:pt x="42177" y="3587"/>
                        </a:cubicBezTo>
                        <a:cubicBezTo>
                          <a:pt x="35128" y="-794"/>
                          <a:pt x="24460" y="-604"/>
                          <a:pt x="14173" y="1206"/>
                        </a:cubicBezTo>
                        <a:cubicBezTo>
                          <a:pt x="13792" y="2444"/>
                          <a:pt x="13221" y="3777"/>
                          <a:pt x="12649" y="5016"/>
                        </a:cubicBezTo>
                        <a:cubicBezTo>
                          <a:pt x="2171" y="25399"/>
                          <a:pt x="-6211" y="31019"/>
                          <a:pt x="6172" y="5378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06" name="Forme libre : forme 18305">
                    <a:extLst>
                      <a:ext uri="{FF2B5EF4-FFF2-40B4-BE49-F238E27FC236}">
                        <a16:creationId xmlns:a16="http://schemas.microsoft.com/office/drawing/2014/main" id="{0DF1D141-45F0-4D69-904E-A241F328C091}"/>
                      </a:ext>
                    </a:extLst>
                  </p:cNvPr>
                  <p:cNvSpPr/>
                  <p:nvPr/>
                </p:nvSpPr>
                <p:spPr>
                  <a:xfrm>
                    <a:off x="6433716" y="5168170"/>
                    <a:ext cx="59290" cy="65626"/>
                  </a:xfrm>
                  <a:custGeom>
                    <a:avLst/>
                    <a:gdLst>
                      <a:gd name="connsiteX0" fmla="*/ 8617 w 59290"/>
                      <a:gd name="connsiteY0" fmla="*/ 26575 h 65626"/>
                      <a:gd name="connsiteX1" fmla="*/ 426 w 59290"/>
                      <a:gd name="connsiteY1" fmla="*/ 50292 h 65626"/>
                      <a:gd name="connsiteX2" fmla="*/ 21857 w 59290"/>
                      <a:gd name="connsiteY2" fmla="*/ 65531 h 65626"/>
                      <a:gd name="connsiteX3" fmla="*/ 33573 w 59290"/>
                      <a:gd name="connsiteY3" fmla="*/ 61436 h 65626"/>
                      <a:gd name="connsiteX4" fmla="*/ 51289 w 59290"/>
                      <a:gd name="connsiteY4" fmla="*/ 52578 h 65626"/>
                      <a:gd name="connsiteX5" fmla="*/ 57766 w 59290"/>
                      <a:gd name="connsiteY5" fmla="*/ 3810 h 65626"/>
                      <a:gd name="connsiteX6" fmla="*/ 59290 w 59290"/>
                      <a:gd name="connsiteY6" fmla="*/ 0 h 65626"/>
                      <a:gd name="connsiteX7" fmla="*/ 35478 w 59290"/>
                      <a:gd name="connsiteY7" fmla="*/ 7239 h 65626"/>
                      <a:gd name="connsiteX8" fmla="*/ 8617 w 59290"/>
                      <a:gd name="connsiteY8" fmla="*/ 26575 h 65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290" h="65626">
                        <a:moveTo>
                          <a:pt x="8617" y="26575"/>
                        </a:moveTo>
                        <a:cubicBezTo>
                          <a:pt x="2807" y="33432"/>
                          <a:pt x="-1384" y="41814"/>
                          <a:pt x="426" y="50292"/>
                        </a:cubicBezTo>
                        <a:cubicBezTo>
                          <a:pt x="2236" y="58769"/>
                          <a:pt x="11665" y="66580"/>
                          <a:pt x="21857" y="65531"/>
                        </a:cubicBezTo>
                        <a:cubicBezTo>
                          <a:pt x="26143" y="65055"/>
                          <a:pt x="29953" y="63246"/>
                          <a:pt x="33573" y="61436"/>
                        </a:cubicBezTo>
                        <a:cubicBezTo>
                          <a:pt x="39478" y="58483"/>
                          <a:pt x="45384" y="55530"/>
                          <a:pt x="51289" y="52578"/>
                        </a:cubicBezTo>
                        <a:cubicBezTo>
                          <a:pt x="38907" y="29813"/>
                          <a:pt x="47289" y="24098"/>
                          <a:pt x="57766" y="3810"/>
                        </a:cubicBezTo>
                        <a:cubicBezTo>
                          <a:pt x="58433" y="2571"/>
                          <a:pt x="58909" y="1238"/>
                          <a:pt x="59290" y="0"/>
                        </a:cubicBezTo>
                        <a:cubicBezTo>
                          <a:pt x="50146" y="1714"/>
                          <a:pt x="41288" y="4667"/>
                          <a:pt x="35478" y="7239"/>
                        </a:cubicBezTo>
                        <a:cubicBezTo>
                          <a:pt x="24810" y="11716"/>
                          <a:pt x="15475" y="18383"/>
                          <a:pt x="8617" y="2657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07" name="Forme libre : forme 18306">
                    <a:extLst>
                      <a:ext uri="{FF2B5EF4-FFF2-40B4-BE49-F238E27FC236}">
                        <a16:creationId xmlns:a16="http://schemas.microsoft.com/office/drawing/2014/main" id="{ECD72D9A-B4E2-4D5F-A6EF-235BF25E3049}"/>
                      </a:ext>
                    </a:extLst>
                  </p:cNvPr>
                  <p:cNvSpPr/>
                  <p:nvPr/>
                </p:nvSpPr>
                <p:spPr>
                  <a:xfrm>
                    <a:off x="5552984" y="5247635"/>
                    <a:ext cx="47266" cy="50836"/>
                  </a:xfrm>
                  <a:custGeom>
                    <a:avLst/>
                    <a:gdLst>
                      <a:gd name="connsiteX0" fmla="*/ 37338 w 47266"/>
                      <a:gd name="connsiteY0" fmla="*/ 3592 h 50836"/>
                      <a:gd name="connsiteX1" fmla="*/ 0 w 47266"/>
                      <a:gd name="connsiteY1" fmla="*/ 3402 h 50836"/>
                      <a:gd name="connsiteX2" fmla="*/ 6191 w 47266"/>
                      <a:gd name="connsiteY2" fmla="*/ 35692 h 50836"/>
                      <a:gd name="connsiteX3" fmla="*/ 7239 w 47266"/>
                      <a:gd name="connsiteY3" fmla="*/ 50837 h 50836"/>
                      <a:gd name="connsiteX4" fmla="*/ 13049 w 47266"/>
                      <a:gd name="connsiteY4" fmla="*/ 47884 h 50836"/>
                      <a:gd name="connsiteX5" fmla="*/ 28004 w 47266"/>
                      <a:gd name="connsiteY5" fmla="*/ 40454 h 50836"/>
                      <a:gd name="connsiteX6" fmla="*/ 46863 w 47266"/>
                      <a:gd name="connsiteY6" fmla="*/ 24166 h 50836"/>
                      <a:gd name="connsiteX7" fmla="*/ 37338 w 47266"/>
                      <a:gd name="connsiteY7" fmla="*/ 3592 h 50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266" h="50836">
                        <a:moveTo>
                          <a:pt x="37338" y="3592"/>
                        </a:moveTo>
                        <a:cubicBezTo>
                          <a:pt x="28004" y="-2122"/>
                          <a:pt x="12668" y="-122"/>
                          <a:pt x="0" y="3402"/>
                        </a:cubicBezTo>
                        <a:cubicBezTo>
                          <a:pt x="6286" y="13022"/>
                          <a:pt x="5715" y="25595"/>
                          <a:pt x="6191" y="35692"/>
                        </a:cubicBezTo>
                        <a:cubicBezTo>
                          <a:pt x="6477" y="40740"/>
                          <a:pt x="6953" y="45788"/>
                          <a:pt x="7239" y="50837"/>
                        </a:cubicBezTo>
                        <a:cubicBezTo>
                          <a:pt x="9144" y="49884"/>
                          <a:pt x="11144" y="48932"/>
                          <a:pt x="13049" y="47884"/>
                        </a:cubicBezTo>
                        <a:cubicBezTo>
                          <a:pt x="15907" y="43502"/>
                          <a:pt x="21431" y="40454"/>
                          <a:pt x="28004" y="40454"/>
                        </a:cubicBezTo>
                        <a:cubicBezTo>
                          <a:pt x="35528" y="36645"/>
                          <a:pt x="44672" y="31787"/>
                          <a:pt x="46863" y="24166"/>
                        </a:cubicBezTo>
                        <a:cubicBezTo>
                          <a:pt x="48673" y="17595"/>
                          <a:pt x="44196" y="7879"/>
                          <a:pt x="37338" y="359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08" name="Forme libre : forme 18307">
                    <a:extLst>
                      <a:ext uri="{FF2B5EF4-FFF2-40B4-BE49-F238E27FC236}">
                        <a16:creationId xmlns:a16="http://schemas.microsoft.com/office/drawing/2014/main" id="{E7320457-6516-4764-9C52-1038B0E5405F}"/>
                      </a:ext>
                    </a:extLst>
                  </p:cNvPr>
                  <p:cNvSpPr/>
                  <p:nvPr/>
                </p:nvSpPr>
                <p:spPr>
                  <a:xfrm>
                    <a:off x="5503028" y="5251037"/>
                    <a:ext cx="57290" cy="63531"/>
                  </a:xfrm>
                  <a:custGeom>
                    <a:avLst/>
                    <a:gdLst>
                      <a:gd name="connsiteX0" fmla="*/ 49956 w 57290"/>
                      <a:gd name="connsiteY0" fmla="*/ 0 h 63531"/>
                      <a:gd name="connsiteX1" fmla="*/ 35478 w 57290"/>
                      <a:gd name="connsiteY1" fmla="*/ 5049 h 63531"/>
                      <a:gd name="connsiteX2" fmla="*/ 8617 w 57290"/>
                      <a:gd name="connsiteY2" fmla="*/ 24479 h 63531"/>
                      <a:gd name="connsiteX3" fmla="*/ 426 w 57290"/>
                      <a:gd name="connsiteY3" fmla="*/ 48196 h 63531"/>
                      <a:gd name="connsiteX4" fmla="*/ 21857 w 57290"/>
                      <a:gd name="connsiteY4" fmla="*/ 63437 h 63531"/>
                      <a:gd name="connsiteX5" fmla="*/ 33573 w 57290"/>
                      <a:gd name="connsiteY5" fmla="*/ 59341 h 63531"/>
                      <a:gd name="connsiteX6" fmla="*/ 57290 w 57290"/>
                      <a:gd name="connsiteY6" fmla="*/ 47530 h 63531"/>
                      <a:gd name="connsiteX7" fmla="*/ 56242 w 57290"/>
                      <a:gd name="connsiteY7" fmla="*/ 32385 h 63531"/>
                      <a:gd name="connsiteX8" fmla="*/ 49956 w 57290"/>
                      <a:gd name="connsiteY8" fmla="*/ 0 h 63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290" h="63531">
                        <a:moveTo>
                          <a:pt x="49956" y="0"/>
                        </a:moveTo>
                        <a:cubicBezTo>
                          <a:pt x="44336" y="1524"/>
                          <a:pt x="39288" y="3429"/>
                          <a:pt x="35478" y="5049"/>
                        </a:cubicBezTo>
                        <a:cubicBezTo>
                          <a:pt x="24905" y="9716"/>
                          <a:pt x="15571" y="16288"/>
                          <a:pt x="8617" y="24479"/>
                        </a:cubicBezTo>
                        <a:cubicBezTo>
                          <a:pt x="2807" y="31338"/>
                          <a:pt x="-1384" y="39720"/>
                          <a:pt x="426" y="48196"/>
                        </a:cubicBezTo>
                        <a:cubicBezTo>
                          <a:pt x="2236" y="56674"/>
                          <a:pt x="11665" y="64484"/>
                          <a:pt x="21857" y="63437"/>
                        </a:cubicBezTo>
                        <a:cubicBezTo>
                          <a:pt x="26143" y="62961"/>
                          <a:pt x="29954" y="61151"/>
                          <a:pt x="33573" y="59341"/>
                        </a:cubicBezTo>
                        <a:cubicBezTo>
                          <a:pt x="41479" y="55436"/>
                          <a:pt x="49384" y="51435"/>
                          <a:pt x="57290" y="47530"/>
                        </a:cubicBezTo>
                        <a:cubicBezTo>
                          <a:pt x="56909" y="42482"/>
                          <a:pt x="56433" y="37433"/>
                          <a:pt x="56242" y="32385"/>
                        </a:cubicBezTo>
                        <a:cubicBezTo>
                          <a:pt x="55671" y="22193"/>
                          <a:pt x="56242" y="9620"/>
                          <a:pt x="49956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09" name="Forme libre : forme 18308">
                    <a:extLst>
                      <a:ext uri="{FF2B5EF4-FFF2-40B4-BE49-F238E27FC236}">
                        <a16:creationId xmlns:a16="http://schemas.microsoft.com/office/drawing/2014/main" id="{AC03D732-BF6C-40BE-8CDA-6578D3C249F5}"/>
                      </a:ext>
                    </a:extLst>
                  </p:cNvPr>
                  <p:cNvSpPr/>
                  <p:nvPr/>
                </p:nvSpPr>
                <p:spPr>
                  <a:xfrm>
                    <a:off x="4937383" y="5171598"/>
                    <a:ext cx="96605" cy="64759"/>
                  </a:xfrm>
                  <a:custGeom>
                    <a:avLst/>
                    <a:gdLst>
                      <a:gd name="connsiteX0" fmla="*/ 0 w 96605"/>
                      <a:gd name="connsiteY0" fmla="*/ 50292 h 64759"/>
                      <a:gd name="connsiteX1" fmla="*/ 21146 w 96605"/>
                      <a:gd name="connsiteY1" fmla="*/ 64675 h 64759"/>
                      <a:gd name="connsiteX2" fmla="*/ 32861 w 96605"/>
                      <a:gd name="connsiteY2" fmla="*/ 60579 h 64759"/>
                      <a:gd name="connsiteX3" fmla="*/ 77343 w 96605"/>
                      <a:gd name="connsiteY3" fmla="*/ 38385 h 64759"/>
                      <a:gd name="connsiteX4" fmla="*/ 96202 w 96605"/>
                      <a:gd name="connsiteY4" fmla="*/ 22098 h 64759"/>
                      <a:gd name="connsiteX5" fmla="*/ 86677 w 96605"/>
                      <a:gd name="connsiteY5" fmla="*/ 1524 h 64759"/>
                      <a:gd name="connsiteX6" fmla="*/ 83058 w 96605"/>
                      <a:gd name="connsiteY6" fmla="*/ 0 h 64759"/>
                      <a:gd name="connsiteX7" fmla="*/ 60674 w 96605"/>
                      <a:gd name="connsiteY7" fmla="*/ 15240 h 64759"/>
                      <a:gd name="connsiteX8" fmla="*/ 0 w 96605"/>
                      <a:gd name="connsiteY8" fmla="*/ 50292 h 64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6605" h="64759">
                        <a:moveTo>
                          <a:pt x="0" y="50292"/>
                        </a:moveTo>
                        <a:cubicBezTo>
                          <a:pt x="2191" y="58388"/>
                          <a:pt x="11335" y="65627"/>
                          <a:pt x="21146" y="64675"/>
                        </a:cubicBezTo>
                        <a:cubicBezTo>
                          <a:pt x="25432" y="64198"/>
                          <a:pt x="29242" y="62389"/>
                          <a:pt x="32861" y="60579"/>
                        </a:cubicBezTo>
                        <a:cubicBezTo>
                          <a:pt x="47720" y="53150"/>
                          <a:pt x="62484" y="45815"/>
                          <a:pt x="77343" y="38385"/>
                        </a:cubicBezTo>
                        <a:cubicBezTo>
                          <a:pt x="84867" y="34576"/>
                          <a:pt x="94012" y="29718"/>
                          <a:pt x="96202" y="22098"/>
                        </a:cubicBezTo>
                        <a:cubicBezTo>
                          <a:pt x="98012" y="15430"/>
                          <a:pt x="93536" y="5715"/>
                          <a:pt x="86677" y="1524"/>
                        </a:cubicBezTo>
                        <a:cubicBezTo>
                          <a:pt x="85630" y="857"/>
                          <a:pt x="84296" y="476"/>
                          <a:pt x="83058" y="0"/>
                        </a:cubicBezTo>
                        <a:cubicBezTo>
                          <a:pt x="74390" y="6096"/>
                          <a:pt x="65246" y="11716"/>
                          <a:pt x="60674" y="15240"/>
                        </a:cubicBezTo>
                        <a:cubicBezTo>
                          <a:pt x="42386" y="28860"/>
                          <a:pt x="21907" y="40671"/>
                          <a:pt x="0" y="5029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10" name="Forme libre : forme 18309">
                    <a:extLst>
                      <a:ext uri="{FF2B5EF4-FFF2-40B4-BE49-F238E27FC236}">
                        <a16:creationId xmlns:a16="http://schemas.microsoft.com/office/drawing/2014/main" id="{A22C938E-52BC-4157-A20A-26731E0A581E}"/>
                      </a:ext>
                    </a:extLst>
                  </p:cNvPr>
                  <p:cNvSpPr/>
                  <p:nvPr/>
                </p:nvSpPr>
                <p:spPr>
                  <a:xfrm>
                    <a:off x="4936672" y="5169417"/>
                    <a:ext cx="83674" cy="52377"/>
                  </a:xfrm>
                  <a:custGeom>
                    <a:avLst/>
                    <a:gdLst>
                      <a:gd name="connsiteX0" fmla="*/ 35478 w 83674"/>
                      <a:gd name="connsiteY0" fmla="*/ 8372 h 52377"/>
                      <a:gd name="connsiteX1" fmla="*/ 8617 w 83674"/>
                      <a:gd name="connsiteY1" fmla="*/ 27804 h 52377"/>
                      <a:gd name="connsiteX2" fmla="*/ 426 w 83674"/>
                      <a:gd name="connsiteY2" fmla="*/ 51521 h 52377"/>
                      <a:gd name="connsiteX3" fmla="*/ 711 w 83674"/>
                      <a:gd name="connsiteY3" fmla="*/ 52378 h 52377"/>
                      <a:gd name="connsiteX4" fmla="*/ 61290 w 83674"/>
                      <a:gd name="connsiteY4" fmla="*/ 17136 h 52377"/>
                      <a:gd name="connsiteX5" fmla="*/ 83674 w 83674"/>
                      <a:gd name="connsiteY5" fmla="*/ 1895 h 52377"/>
                      <a:gd name="connsiteX6" fmla="*/ 35478 w 83674"/>
                      <a:gd name="connsiteY6" fmla="*/ 8372 h 52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3674" h="52377">
                        <a:moveTo>
                          <a:pt x="35478" y="8372"/>
                        </a:moveTo>
                        <a:cubicBezTo>
                          <a:pt x="24905" y="13040"/>
                          <a:pt x="15570" y="19612"/>
                          <a:pt x="8617" y="27804"/>
                        </a:cubicBezTo>
                        <a:cubicBezTo>
                          <a:pt x="2807" y="34661"/>
                          <a:pt x="-1384" y="43043"/>
                          <a:pt x="426" y="51521"/>
                        </a:cubicBezTo>
                        <a:cubicBezTo>
                          <a:pt x="521" y="51806"/>
                          <a:pt x="616" y="52092"/>
                          <a:pt x="711" y="52378"/>
                        </a:cubicBezTo>
                        <a:cubicBezTo>
                          <a:pt x="22619" y="42758"/>
                          <a:pt x="43002" y="30947"/>
                          <a:pt x="61290" y="17136"/>
                        </a:cubicBezTo>
                        <a:cubicBezTo>
                          <a:pt x="65862" y="13612"/>
                          <a:pt x="75006" y="7992"/>
                          <a:pt x="83674" y="1895"/>
                        </a:cubicBezTo>
                        <a:cubicBezTo>
                          <a:pt x="69672" y="-3343"/>
                          <a:pt x="46812" y="3420"/>
                          <a:pt x="35478" y="837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11" name="Forme libre : forme 18310">
                    <a:extLst>
                      <a:ext uri="{FF2B5EF4-FFF2-40B4-BE49-F238E27FC236}">
                        <a16:creationId xmlns:a16="http://schemas.microsoft.com/office/drawing/2014/main" id="{F5DCDCB0-A697-4DA1-8935-7D5728D9EC17}"/>
                      </a:ext>
                    </a:extLst>
                  </p:cNvPr>
                  <p:cNvSpPr/>
                  <p:nvPr/>
                </p:nvSpPr>
                <p:spPr>
                  <a:xfrm>
                    <a:off x="5236328" y="5261609"/>
                    <a:ext cx="97222" cy="58198"/>
                  </a:xfrm>
                  <a:custGeom>
                    <a:avLst/>
                    <a:gdLst>
                      <a:gd name="connsiteX0" fmla="*/ 65006 w 97222"/>
                      <a:gd name="connsiteY0" fmla="*/ 17622 h 58198"/>
                      <a:gd name="connsiteX1" fmla="*/ 70816 w 97222"/>
                      <a:gd name="connsiteY1" fmla="*/ 18479 h 58198"/>
                      <a:gd name="connsiteX2" fmla="*/ 92342 w 97222"/>
                      <a:gd name="connsiteY2" fmla="*/ 31338 h 58198"/>
                      <a:gd name="connsiteX3" fmla="*/ 96819 w 97222"/>
                      <a:gd name="connsiteY3" fmla="*/ 24194 h 58198"/>
                      <a:gd name="connsiteX4" fmla="*/ 87294 w 97222"/>
                      <a:gd name="connsiteY4" fmla="*/ 3620 h 58198"/>
                      <a:gd name="connsiteX5" fmla="*/ 35478 w 97222"/>
                      <a:gd name="connsiteY5" fmla="*/ 8477 h 58198"/>
                      <a:gd name="connsiteX6" fmla="*/ 8617 w 97222"/>
                      <a:gd name="connsiteY6" fmla="*/ 27909 h 58198"/>
                      <a:gd name="connsiteX7" fmla="*/ 426 w 97222"/>
                      <a:gd name="connsiteY7" fmla="*/ 51626 h 58198"/>
                      <a:gd name="connsiteX8" fmla="*/ 3474 w 97222"/>
                      <a:gd name="connsiteY8" fmla="*/ 58198 h 58198"/>
                      <a:gd name="connsiteX9" fmla="*/ 52528 w 97222"/>
                      <a:gd name="connsiteY9" fmla="*/ 22098 h 58198"/>
                      <a:gd name="connsiteX10" fmla="*/ 65006 w 97222"/>
                      <a:gd name="connsiteY10" fmla="*/ 17622 h 58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7222" h="58198">
                        <a:moveTo>
                          <a:pt x="65006" y="17622"/>
                        </a:moveTo>
                        <a:cubicBezTo>
                          <a:pt x="67005" y="17622"/>
                          <a:pt x="69006" y="17908"/>
                          <a:pt x="70816" y="18479"/>
                        </a:cubicBezTo>
                        <a:cubicBezTo>
                          <a:pt x="78912" y="18955"/>
                          <a:pt x="86246" y="22860"/>
                          <a:pt x="92342" y="31338"/>
                        </a:cubicBezTo>
                        <a:cubicBezTo>
                          <a:pt x="94437" y="29242"/>
                          <a:pt x="96057" y="26956"/>
                          <a:pt x="96819" y="24194"/>
                        </a:cubicBezTo>
                        <a:cubicBezTo>
                          <a:pt x="98629" y="17526"/>
                          <a:pt x="94152" y="7811"/>
                          <a:pt x="87294" y="3620"/>
                        </a:cubicBezTo>
                        <a:cubicBezTo>
                          <a:pt x="73864" y="-4667"/>
                          <a:pt x="47860" y="3143"/>
                          <a:pt x="35478" y="8477"/>
                        </a:cubicBezTo>
                        <a:cubicBezTo>
                          <a:pt x="24905" y="13145"/>
                          <a:pt x="15571" y="19717"/>
                          <a:pt x="8617" y="27909"/>
                        </a:cubicBezTo>
                        <a:cubicBezTo>
                          <a:pt x="2807" y="34766"/>
                          <a:pt x="-1384" y="43149"/>
                          <a:pt x="426" y="51626"/>
                        </a:cubicBezTo>
                        <a:cubicBezTo>
                          <a:pt x="902" y="53912"/>
                          <a:pt x="2045" y="56198"/>
                          <a:pt x="3474" y="58198"/>
                        </a:cubicBezTo>
                        <a:cubicBezTo>
                          <a:pt x="18619" y="43815"/>
                          <a:pt x="36145" y="28861"/>
                          <a:pt x="52528" y="22098"/>
                        </a:cubicBezTo>
                        <a:cubicBezTo>
                          <a:pt x="55671" y="19336"/>
                          <a:pt x="60052" y="17622"/>
                          <a:pt x="65006" y="1762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12" name="Forme libre : forme 18311">
                    <a:extLst>
                      <a:ext uri="{FF2B5EF4-FFF2-40B4-BE49-F238E27FC236}">
                        <a16:creationId xmlns:a16="http://schemas.microsoft.com/office/drawing/2014/main" id="{BE1E862C-DA17-4B04-87AC-BF3F8FA7BC75}"/>
                      </a:ext>
                    </a:extLst>
                  </p:cNvPr>
                  <p:cNvSpPr/>
                  <p:nvPr/>
                </p:nvSpPr>
                <p:spPr>
                  <a:xfrm>
                    <a:off x="5307143" y="5279993"/>
                    <a:ext cx="21526" cy="19811"/>
                  </a:xfrm>
                  <a:custGeom>
                    <a:avLst/>
                    <a:gdLst>
                      <a:gd name="connsiteX0" fmla="*/ 0 w 21526"/>
                      <a:gd name="connsiteY0" fmla="*/ 0 h 19811"/>
                      <a:gd name="connsiteX1" fmla="*/ 12763 w 21526"/>
                      <a:gd name="connsiteY1" fmla="*/ 13906 h 19811"/>
                      <a:gd name="connsiteX2" fmla="*/ 11525 w 21526"/>
                      <a:gd name="connsiteY2" fmla="*/ 19812 h 19811"/>
                      <a:gd name="connsiteX3" fmla="*/ 21527 w 21526"/>
                      <a:gd name="connsiteY3" fmla="*/ 12859 h 19811"/>
                      <a:gd name="connsiteX4" fmla="*/ 0 w 21526"/>
                      <a:gd name="connsiteY4" fmla="*/ 0 h 19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526" h="19811">
                        <a:moveTo>
                          <a:pt x="0" y="0"/>
                        </a:moveTo>
                        <a:cubicBezTo>
                          <a:pt x="7048" y="2000"/>
                          <a:pt x="12382" y="7429"/>
                          <a:pt x="12763" y="13906"/>
                        </a:cubicBezTo>
                        <a:cubicBezTo>
                          <a:pt x="12859" y="16002"/>
                          <a:pt x="12382" y="18002"/>
                          <a:pt x="11525" y="19812"/>
                        </a:cubicBezTo>
                        <a:cubicBezTo>
                          <a:pt x="15144" y="17812"/>
                          <a:pt x="18764" y="15621"/>
                          <a:pt x="21527" y="12859"/>
                        </a:cubicBezTo>
                        <a:cubicBezTo>
                          <a:pt x="15430" y="4381"/>
                          <a:pt x="8096" y="57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13" name="Forme libre : forme 18312">
                    <a:extLst>
                      <a:ext uri="{FF2B5EF4-FFF2-40B4-BE49-F238E27FC236}">
                        <a16:creationId xmlns:a16="http://schemas.microsoft.com/office/drawing/2014/main" id="{0CBF719E-39B3-4FDC-AE81-84B8B8629742}"/>
                      </a:ext>
                    </a:extLst>
                  </p:cNvPr>
                  <p:cNvSpPr/>
                  <p:nvPr/>
                </p:nvSpPr>
                <p:spPr>
                  <a:xfrm>
                    <a:off x="5239992" y="5283707"/>
                    <a:ext cx="61245" cy="44841"/>
                  </a:xfrm>
                  <a:custGeom>
                    <a:avLst/>
                    <a:gdLst>
                      <a:gd name="connsiteX0" fmla="*/ 18192 w 61245"/>
                      <a:gd name="connsiteY0" fmla="*/ 44768 h 44841"/>
                      <a:gd name="connsiteX1" fmla="*/ 29908 w 61245"/>
                      <a:gd name="connsiteY1" fmla="*/ 40672 h 44841"/>
                      <a:gd name="connsiteX2" fmla="*/ 61246 w 61245"/>
                      <a:gd name="connsiteY2" fmla="*/ 25051 h 44841"/>
                      <a:gd name="connsiteX3" fmla="*/ 44386 w 61245"/>
                      <a:gd name="connsiteY3" fmla="*/ 10478 h 44841"/>
                      <a:gd name="connsiteX4" fmla="*/ 49053 w 61245"/>
                      <a:gd name="connsiteY4" fmla="*/ 0 h 44841"/>
                      <a:gd name="connsiteX5" fmla="*/ 0 w 61245"/>
                      <a:gd name="connsiteY5" fmla="*/ 36100 h 44841"/>
                      <a:gd name="connsiteX6" fmla="*/ 18192 w 61245"/>
                      <a:gd name="connsiteY6" fmla="*/ 44768 h 44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1245" h="44841">
                        <a:moveTo>
                          <a:pt x="18192" y="44768"/>
                        </a:moveTo>
                        <a:cubicBezTo>
                          <a:pt x="22479" y="44291"/>
                          <a:pt x="26289" y="42482"/>
                          <a:pt x="29908" y="40672"/>
                        </a:cubicBezTo>
                        <a:cubicBezTo>
                          <a:pt x="40386" y="35433"/>
                          <a:pt x="50768" y="30290"/>
                          <a:pt x="61246" y="25051"/>
                        </a:cubicBezTo>
                        <a:cubicBezTo>
                          <a:pt x="52197" y="24385"/>
                          <a:pt x="44768" y="18193"/>
                          <a:pt x="44386" y="10478"/>
                        </a:cubicBezTo>
                        <a:cubicBezTo>
                          <a:pt x="44196" y="6382"/>
                          <a:pt x="46005" y="2763"/>
                          <a:pt x="49053" y="0"/>
                        </a:cubicBezTo>
                        <a:cubicBezTo>
                          <a:pt x="32575" y="6763"/>
                          <a:pt x="15049" y="21717"/>
                          <a:pt x="0" y="36100"/>
                        </a:cubicBezTo>
                        <a:cubicBezTo>
                          <a:pt x="3810" y="41529"/>
                          <a:pt x="10858" y="45434"/>
                          <a:pt x="18192" y="4476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14" name="Forme libre : forme 18313">
                    <a:extLst>
                      <a:ext uri="{FF2B5EF4-FFF2-40B4-BE49-F238E27FC236}">
                        <a16:creationId xmlns:a16="http://schemas.microsoft.com/office/drawing/2014/main" id="{C9761E49-8B8C-4825-B3F9-5ADAC6A1DB08}"/>
                      </a:ext>
                    </a:extLst>
                  </p:cNvPr>
                  <p:cNvSpPr/>
                  <p:nvPr/>
                </p:nvSpPr>
                <p:spPr>
                  <a:xfrm>
                    <a:off x="4887618" y="5283700"/>
                    <a:ext cx="82531" cy="66872"/>
                  </a:xfrm>
                  <a:custGeom>
                    <a:avLst/>
                    <a:gdLst>
                      <a:gd name="connsiteX0" fmla="*/ 52146 w 82531"/>
                      <a:gd name="connsiteY0" fmla="*/ 18010 h 66872"/>
                      <a:gd name="connsiteX1" fmla="*/ 82531 w 82531"/>
                      <a:gd name="connsiteY1" fmla="*/ 1532 h 66872"/>
                      <a:gd name="connsiteX2" fmla="*/ 35478 w 82531"/>
                      <a:gd name="connsiteY2" fmla="*/ 8389 h 66872"/>
                      <a:gd name="connsiteX3" fmla="*/ 8617 w 82531"/>
                      <a:gd name="connsiteY3" fmla="*/ 27821 h 66872"/>
                      <a:gd name="connsiteX4" fmla="*/ 426 w 82531"/>
                      <a:gd name="connsiteY4" fmla="*/ 51538 h 66872"/>
                      <a:gd name="connsiteX5" fmla="*/ 21857 w 82531"/>
                      <a:gd name="connsiteY5" fmla="*/ 66778 h 66872"/>
                      <a:gd name="connsiteX6" fmla="*/ 32430 w 82531"/>
                      <a:gd name="connsiteY6" fmla="*/ 63158 h 66872"/>
                      <a:gd name="connsiteX7" fmla="*/ 39573 w 82531"/>
                      <a:gd name="connsiteY7" fmla="*/ 41918 h 66872"/>
                      <a:gd name="connsiteX8" fmla="*/ 52146 w 82531"/>
                      <a:gd name="connsiteY8" fmla="*/ 18010 h 66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2531" h="66872">
                        <a:moveTo>
                          <a:pt x="52146" y="18010"/>
                        </a:moveTo>
                        <a:cubicBezTo>
                          <a:pt x="59481" y="9723"/>
                          <a:pt x="70530" y="4198"/>
                          <a:pt x="82531" y="1532"/>
                        </a:cubicBezTo>
                        <a:cubicBezTo>
                          <a:pt x="68434" y="-3040"/>
                          <a:pt x="46432" y="3627"/>
                          <a:pt x="35478" y="8389"/>
                        </a:cubicBezTo>
                        <a:cubicBezTo>
                          <a:pt x="24905" y="13057"/>
                          <a:pt x="15570" y="19629"/>
                          <a:pt x="8617" y="27821"/>
                        </a:cubicBezTo>
                        <a:cubicBezTo>
                          <a:pt x="2807" y="34679"/>
                          <a:pt x="-1384" y="43061"/>
                          <a:pt x="426" y="51538"/>
                        </a:cubicBezTo>
                        <a:cubicBezTo>
                          <a:pt x="2236" y="60015"/>
                          <a:pt x="11665" y="67826"/>
                          <a:pt x="21857" y="66778"/>
                        </a:cubicBezTo>
                        <a:cubicBezTo>
                          <a:pt x="25667" y="66397"/>
                          <a:pt x="29096" y="64778"/>
                          <a:pt x="32430" y="63158"/>
                        </a:cubicBezTo>
                        <a:cubicBezTo>
                          <a:pt x="34620" y="56014"/>
                          <a:pt x="37097" y="48871"/>
                          <a:pt x="39573" y="41918"/>
                        </a:cubicBezTo>
                        <a:cubicBezTo>
                          <a:pt x="42621" y="33536"/>
                          <a:pt x="45955" y="24963"/>
                          <a:pt x="52146" y="1801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15" name="Forme libre : forme 18314">
                    <a:extLst>
                      <a:ext uri="{FF2B5EF4-FFF2-40B4-BE49-F238E27FC236}">
                        <a16:creationId xmlns:a16="http://schemas.microsoft.com/office/drawing/2014/main" id="{02259C9C-8C5C-4389-A58C-88507DB29AFB}"/>
                      </a:ext>
                    </a:extLst>
                  </p:cNvPr>
                  <p:cNvSpPr/>
                  <p:nvPr/>
                </p:nvSpPr>
                <p:spPr>
                  <a:xfrm>
                    <a:off x="4920238" y="5285327"/>
                    <a:ext cx="64696" cy="61721"/>
                  </a:xfrm>
                  <a:custGeom>
                    <a:avLst/>
                    <a:gdLst>
                      <a:gd name="connsiteX0" fmla="*/ 45434 w 64696"/>
                      <a:gd name="connsiteY0" fmla="*/ 38862 h 61721"/>
                      <a:gd name="connsiteX1" fmla="*/ 64294 w 64696"/>
                      <a:gd name="connsiteY1" fmla="*/ 22574 h 61721"/>
                      <a:gd name="connsiteX2" fmla="*/ 54769 w 64696"/>
                      <a:gd name="connsiteY2" fmla="*/ 2000 h 61721"/>
                      <a:gd name="connsiteX3" fmla="*/ 50102 w 64696"/>
                      <a:gd name="connsiteY3" fmla="*/ 0 h 61721"/>
                      <a:gd name="connsiteX4" fmla="*/ 19717 w 64696"/>
                      <a:gd name="connsiteY4" fmla="*/ 16478 h 61721"/>
                      <a:gd name="connsiteX5" fmla="*/ 7144 w 64696"/>
                      <a:gd name="connsiteY5" fmla="*/ 40481 h 61721"/>
                      <a:gd name="connsiteX6" fmla="*/ 0 w 64696"/>
                      <a:gd name="connsiteY6" fmla="*/ 61722 h 61721"/>
                      <a:gd name="connsiteX7" fmla="*/ 1143 w 64696"/>
                      <a:gd name="connsiteY7" fmla="*/ 61150 h 61721"/>
                      <a:gd name="connsiteX8" fmla="*/ 45434 w 64696"/>
                      <a:gd name="connsiteY8" fmla="*/ 38862 h 61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4696" h="61721">
                        <a:moveTo>
                          <a:pt x="45434" y="38862"/>
                        </a:moveTo>
                        <a:cubicBezTo>
                          <a:pt x="52959" y="35052"/>
                          <a:pt x="62103" y="30194"/>
                          <a:pt x="64294" y="22574"/>
                        </a:cubicBezTo>
                        <a:cubicBezTo>
                          <a:pt x="66104" y="15907"/>
                          <a:pt x="61626" y="6191"/>
                          <a:pt x="54769" y="2000"/>
                        </a:cubicBezTo>
                        <a:cubicBezTo>
                          <a:pt x="53340" y="1143"/>
                          <a:pt x="51721" y="571"/>
                          <a:pt x="50102" y="0"/>
                        </a:cubicBezTo>
                        <a:cubicBezTo>
                          <a:pt x="38005" y="2667"/>
                          <a:pt x="26956" y="8191"/>
                          <a:pt x="19717" y="16478"/>
                        </a:cubicBezTo>
                        <a:cubicBezTo>
                          <a:pt x="13525" y="23526"/>
                          <a:pt x="10192" y="32004"/>
                          <a:pt x="7144" y="40481"/>
                        </a:cubicBezTo>
                        <a:cubicBezTo>
                          <a:pt x="4572" y="47530"/>
                          <a:pt x="2191" y="54578"/>
                          <a:pt x="0" y="61722"/>
                        </a:cubicBezTo>
                        <a:cubicBezTo>
                          <a:pt x="381" y="61531"/>
                          <a:pt x="762" y="61341"/>
                          <a:pt x="1143" y="61150"/>
                        </a:cubicBezTo>
                        <a:cubicBezTo>
                          <a:pt x="15716" y="53626"/>
                          <a:pt x="30575" y="46196"/>
                          <a:pt x="45434" y="3886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16" name="Forme libre : forme 18315">
                    <a:extLst>
                      <a:ext uri="{FF2B5EF4-FFF2-40B4-BE49-F238E27FC236}">
                        <a16:creationId xmlns:a16="http://schemas.microsoft.com/office/drawing/2014/main" id="{67E80FCD-B070-4D2C-93F4-4288E6B73D40}"/>
                      </a:ext>
                    </a:extLst>
                  </p:cNvPr>
                  <p:cNvSpPr/>
                  <p:nvPr/>
                </p:nvSpPr>
                <p:spPr>
                  <a:xfrm>
                    <a:off x="3957736" y="5193622"/>
                    <a:ext cx="85271" cy="67037"/>
                  </a:xfrm>
                  <a:custGeom>
                    <a:avLst/>
                    <a:gdLst>
                      <a:gd name="connsiteX0" fmla="*/ 84868 w 85271"/>
                      <a:gd name="connsiteY0" fmla="*/ 24173 h 67037"/>
                      <a:gd name="connsiteX1" fmla="*/ 75343 w 85271"/>
                      <a:gd name="connsiteY1" fmla="*/ 3599 h 67037"/>
                      <a:gd name="connsiteX2" fmla="*/ 36195 w 85271"/>
                      <a:gd name="connsiteY2" fmla="*/ 3980 h 67037"/>
                      <a:gd name="connsiteX3" fmla="*/ 41148 w 85271"/>
                      <a:gd name="connsiteY3" fmla="*/ 9981 h 67037"/>
                      <a:gd name="connsiteX4" fmla="*/ 0 w 85271"/>
                      <a:gd name="connsiteY4" fmla="*/ 65130 h 67037"/>
                      <a:gd name="connsiteX5" fmla="*/ 9906 w 85271"/>
                      <a:gd name="connsiteY5" fmla="*/ 66940 h 67037"/>
                      <a:gd name="connsiteX6" fmla="*/ 21622 w 85271"/>
                      <a:gd name="connsiteY6" fmla="*/ 62844 h 67037"/>
                      <a:gd name="connsiteX7" fmla="*/ 66104 w 85271"/>
                      <a:gd name="connsiteY7" fmla="*/ 40651 h 67037"/>
                      <a:gd name="connsiteX8" fmla="*/ 84868 w 85271"/>
                      <a:gd name="connsiteY8" fmla="*/ 24173 h 67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5271" h="67037">
                        <a:moveTo>
                          <a:pt x="84868" y="24173"/>
                        </a:moveTo>
                        <a:cubicBezTo>
                          <a:pt x="86678" y="17505"/>
                          <a:pt x="82201" y="7790"/>
                          <a:pt x="75343" y="3599"/>
                        </a:cubicBezTo>
                        <a:cubicBezTo>
                          <a:pt x="65627" y="-2402"/>
                          <a:pt x="49149" y="75"/>
                          <a:pt x="36195" y="3980"/>
                        </a:cubicBezTo>
                        <a:cubicBezTo>
                          <a:pt x="38005" y="5694"/>
                          <a:pt x="39624" y="7599"/>
                          <a:pt x="41148" y="9981"/>
                        </a:cubicBezTo>
                        <a:cubicBezTo>
                          <a:pt x="53626" y="29221"/>
                          <a:pt x="28766" y="50748"/>
                          <a:pt x="0" y="65130"/>
                        </a:cubicBezTo>
                        <a:cubicBezTo>
                          <a:pt x="3048" y="66559"/>
                          <a:pt x="6382" y="67321"/>
                          <a:pt x="9906" y="66940"/>
                        </a:cubicBezTo>
                        <a:cubicBezTo>
                          <a:pt x="14192" y="66464"/>
                          <a:pt x="18002" y="64654"/>
                          <a:pt x="21622" y="62844"/>
                        </a:cubicBezTo>
                        <a:cubicBezTo>
                          <a:pt x="36481" y="55415"/>
                          <a:pt x="51245" y="48081"/>
                          <a:pt x="66104" y="40651"/>
                        </a:cubicBezTo>
                        <a:cubicBezTo>
                          <a:pt x="73628" y="36746"/>
                          <a:pt x="82677" y="31888"/>
                          <a:pt x="84868" y="2417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17" name="Forme libre : forme 18316">
                    <a:extLst>
                      <a:ext uri="{FF2B5EF4-FFF2-40B4-BE49-F238E27FC236}">
                        <a16:creationId xmlns:a16="http://schemas.microsoft.com/office/drawing/2014/main" id="{FCDD74BC-856E-4810-8B1A-BBF62D02E6EC}"/>
                      </a:ext>
                    </a:extLst>
                  </p:cNvPr>
                  <p:cNvSpPr/>
                  <p:nvPr/>
                </p:nvSpPr>
                <p:spPr>
                  <a:xfrm>
                    <a:off x="3945785" y="5197506"/>
                    <a:ext cx="56308" cy="61150"/>
                  </a:xfrm>
                  <a:custGeom>
                    <a:avLst/>
                    <a:gdLst>
                      <a:gd name="connsiteX0" fmla="*/ 53004 w 56308"/>
                      <a:gd name="connsiteY0" fmla="*/ 6001 h 61150"/>
                      <a:gd name="connsiteX1" fmla="*/ 48051 w 56308"/>
                      <a:gd name="connsiteY1" fmla="*/ 0 h 61150"/>
                      <a:gd name="connsiteX2" fmla="*/ 35478 w 56308"/>
                      <a:gd name="connsiteY2" fmla="*/ 4572 h 61150"/>
                      <a:gd name="connsiteX3" fmla="*/ 8617 w 56308"/>
                      <a:gd name="connsiteY3" fmla="*/ 24003 h 61150"/>
                      <a:gd name="connsiteX4" fmla="*/ 426 w 56308"/>
                      <a:gd name="connsiteY4" fmla="*/ 47720 h 61150"/>
                      <a:gd name="connsiteX5" fmla="*/ 11951 w 56308"/>
                      <a:gd name="connsiteY5" fmla="*/ 61151 h 61150"/>
                      <a:gd name="connsiteX6" fmla="*/ 53004 w 56308"/>
                      <a:gd name="connsiteY6" fmla="*/ 6001 h 61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308" h="61150">
                        <a:moveTo>
                          <a:pt x="53004" y="6001"/>
                        </a:moveTo>
                        <a:cubicBezTo>
                          <a:pt x="51480" y="3715"/>
                          <a:pt x="49861" y="1810"/>
                          <a:pt x="48051" y="0"/>
                        </a:cubicBezTo>
                        <a:cubicBezTo>
                          <a:pt x="43193" y="1429"/>
                          <a:pt x="38812" y="3048"/>
                          <a:pt x="35478" y="4572"/>
                        </a:cubicBezTo>
                        <a:cubicBezTo>
                          <a:pt x="24905" y="9240"/>
                          <a:pt x="15570" y="15812"/>
                          <a:pt x="8617" y="24003"/>
                        </a:cubicBezTo>
                        <a:cubicBezTo>
                          <a:pt x="2807" y="30861"/>
                          <a:pt x="-1384" y="39243"/>
                          <a:pt x="426" y="47720"/>
                        </a:cubicBezTo>
                        <a:cubicBezTo>
                          <a:pt x="1569" y="53245"/>
                          <a:pt x="6141" y="58484"/>
                          <a:pt x="11951" y="61151"/>
                        </a:cubicBezTo>
                        <a:cubicBezTo>
                          <a:pt x="40621" y="46768"/>
                          <a:pt x="65481" y="25241"/>
                          <a:pt x="53004" y="600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18" name="Forme libre : forme 18317">
                    <a:extLst>
                      <a:ext uri="{FF2B5EF4-FFF2-40B4-BE49-F238E27FC236}">
                        <a16:creationId xmlns:a16="http://schemas.microsoft.com/office/drawing/2014/main" id="{CD277132-C621-47E1-A07D-5601E37B50CF}"/>
                      </a:ext>
                    </a:extLst>
                  </p:cNvPr>
                  <p:cNvSpPr/>
                  <p:nvPr/>
                </p:nvSpPr>
                <p:spPr>
                  <a:xfrm>
                    <a:off x="987923" y="5147214"/>
                    <a:ext cx="35650" cy="29622"/>
                  </a:xfrm>
                  <a:custGeom>
                    <a:avLst/>
                    <a:gdLst>
                      <a:gd name="connsiteX0" fmla="*/ 18587 w 35650"/>
                      <a:gd name="connsiteY0" fmla="*/ 29623 h 29622"/>
                      <a:gd name="connsiteX1" fmla="*/ 35637 w 35650"/>
                      <a:gd name="connsiteY1" fmla="*/ 14764 h 29622"/>
                      <a:gd name="connsiteX2" fmla="*/ 17064 w 35650"/>
                      <a:gd name="connsiteY2" fmla="*/ 0 h 29622"/>
                      <a:gd name="connsiteX3" fmla="*/ 14 w 35650"/>
                      <a:gd name="connsiteY3" fmla="*/ 14859 h 29622"/>
                      <a:gd name="connsiteX4" fmla="*/ 18587 w 35650"/>
                      <a:gd name="connsiteY4" fmla="*/ 29623 h 2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50" h="29622">
                        <a:moveTo>
                          <a:pt x="18587" y="29623"/>
                        </a:moveTo>
                        <a:cubicBezTo>
                          <a:pt x="28398" y="29623"/>
                          <a:pt x="36018" y="22955"/>
                          <a:pt x="35637" y="14764"/>
                        </a:cubicBezTo>
                        <a:cubicBezTo>
                          <a:pt x="35256" y="6572"/>
                          <a:pt x="26969" y="0"/>
                          <a:pt x="17064" y="0"/>
                        </a:cubicBezTo>
                        <a:cubicBezTo>
                          <a:pt x="7253" y="0"/>
                          <a:pt x="-367" y="6668"/>
                          <a:pt x="14" y="14859"/>
                        </a:cubicBezTo>
                        <a:cubicBezTo>
                          <a:pt x="490" y="23050"/>
                          <a:pt x="8777" y="29623"/>
                          <a:pt x="18587" y="296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19" name="Forme libre : forme 18318">
                    <a:extLst>
                      <a:ext uri="{FF2B5EF4-FFF2-40B4-BE49-F238E27FC236}">
                        <a16:creationId xmlns:a16="http://schemas.microsoft.com/office/drawing/2014/main" id="{7A514920-B633-464D-BAAD-C7731047152E}"/>
                      </a:ext>
                    </a:extLst>
                  </p:cNvPr>
                  <p:cNvSpPr/>
                  <p:nvPr/>
                </p:nvSpPr>
                <p:spPr>
                  <a:xfrm>
                    <a:off x="1048039" y="5181219"/>
                    <a:ext cx="10769" cy="14858"/>
                  </a:xfrm>
                  <a:custGeom>
                    <a:avLst/>
                    <a:gdLst>
                      <a:gd name="connsiteX0" fmla="*/ 2000 w 10769"/>
                      <a:gd name="connsiteY0" fmla="*/ 14859 h 14858"/>
                      <a:gd name="connsiteX1" fmla="*/ 10763 w 10769"/>
                      <a:gd name="connsiteY1" fmla="*/ 7239 h 14858"/>
                      <a:gd name="connsiteX2" fmla="*/ 2953 w 10769"/>
                      <a:gd name="connsiteY2" fmla="*/ 0 h 14858"/>
                      <a:gd name="connsiteX3" fmla="*/ 0 w 10769"/>
                      <a:gd name="connsiteY3" fmla="*/ 14573 h 14858"/>
                      <a:gd name="connsiteX4" fmla="*/ 2000 w 10769"/>
                      <a:gd name="connsiteY4" fmla="*/ 1485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9" h="14858">
                        <a:moveTo>
                          <a:pt x="2000" y="14859"/>
                        </a:moveTo>
                        <a:cubicBezTo>
                          <a:pt x="7049" y="14859"/>
                          <a:pt x="10954" y="11430"/>
                          <a:pt x="10763" y="7239"/>
                        </a:cubicBezTo>
                        <a:cubicBezTo>
                          <a:pt x="10573" y="3524"/>
                          <a:pt x="7144" y="571"/>
                          <a:pt x="2953" y="0"/>
                        </a:cubicBezTo>
                        <a:cubicBezTo>
                          <a:pt x="2191" y="5239"/>
                          <a:pt x="1143" y="10287"/>
                          <a:pt x="0" y="14573"/>
                        </a:cubicBezTo>
                        <a:cubicBezTo>
                          <a:pt x="571" y="14668"/>
                          <a:pt x="1238" y="14859"/>
                          <a:pt x="2000" y="148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20" name="Forme libre : forme 18319">
                    <a:extLst>
                      <a:ext uri="{FF2B5EF4-FFF2-40B4-BE49-F238E27FC236}">
                        <a16:creationId xmlns:a16="http://schemas.microsoft.com/office/drawing/2014/main" id="{16FFB922-98D9-4842-A07A-ADC50A0713FD}"/>
                      </a:ext>
                    </a:extLst>
                  </p:cNvPr>
                  <p:cNvSpPr/>
                  <p:nvPr/>
                </p:nvSpPr>
                <p:spPr>
                  <a:xfrm>
                    <a:off x="1040508" y="5180933"/>
                    <a:ext cx="10388" cy="14858"/>
                  </a:xfrm>
                  <a:custGeom>
                    <a:avLst/>
                    <a:gdLst>
                      <a:gd name="connsiteX0" fmla="*/ 7 w 10388"/>
                      <a:gd name="connsiteY0" fmla="*/ 7620 h 14858"/>
                      <a:gd name="connsiteX1" fmla="*/ 7436 w 10388"/>
                      <a:gd name="connsiteY1" fmla="*/ 14859 h 14858"/>
                      <a:gd name="connsiteX2" fmla="*/ 10389 w 10388"/>
                      <a:gd name="connsiteY2" fmla="*/ 286 h 14858"/>
                      <a:gd name="connsiteX3" fmla="*/ 8770 w 10388"/>
                      <a:gd name="connsiteY3" fmla="*/ 0 h 14858"/>
                      <a:gd name="connsiteX4" fmla="*/ 7 w 10388"/>
                      <a:gd name="connsiteY4" fmla="*/ 762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88" h="14858">
                        <a:moveTo>
                          <a:pt x="7" y="7620"/>
                        </a:moveTo>
                        <a:cubicBezTo>
                          <a:pt x="197" y="11239"/>
                          <a:pt x="3340" y="14097"/>
                          <a:pt x="7436" y="14859"/>
                        </a:cubicBezTo>
                        <a:cubicBezTo>
                          <a:pt x="8579" y="10573"/>
                          <a:pt x="9627" y="5525"/>
                          <a:pt x="10389" y="286"/>
                        </a:cubicBezTo>
                        <a:cubicBezTo>
                          <a:pt x="9817" y="191"/>
                          <a:pt x="9341" y="0"/>
                          <a:pt x="8770" y="0"/>
                        </a:cubicBezTo>
                        <a:cubicBezTo>
                          <a:pt x="3721" y="0"/>
                          <a:pt x="-184" y="3429"/>
                          <a:pt x="7" y="76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21" name="Forme libre : forme 18320">
                    <a:extLst>
                      <a:ext uri="{FF2B5EF4-FFF2-40B4-BE49-F238E27FC236}">
                        <a16:creationId xmlns:a16="http://schemas.microsoft.com/office/drawing/2014/main" id="{71E0359D-757E-4F29-BDCB-C56D22005F27}"/>
                      </a:ext>
                    </a:extLst>
                  </p:cNvPr>
                  <p:cNvSpPr/>
                  <p:nvPr/>
                </p:nvSpPr>
                <p:spPr>
                  <a:xfrm>
                    <a:off x="1256637" y="5142071"/>
                    <a:ext cx="24778" cy="29623"/>
                  </a:xfrm>
                  <a:custGeom>
                    <a:avLst/>
                    <a:gdLst>
                      <a:gd name="connsiteX0" fmla="*/ 24765 w 24778"/>
                      <a:gd name="connsiteY0" fmla="*/ 14764 h 29623"/>
                      <a:gd name="connsiteX1" fmla="*/ 6191 w 24778"/>
                      <a:gd name="connsiteY1" fmla="*/ 0 h 29623"/>
                      <a:gd name="connsiteX2" fmla="*/ 190 w 24778"/>
                      <a:gd name="connsiteY2" fmla="*/ 953 h 29623"/>
                      <a:gd name="connsiteX3" fmla="*/ 952 w 24778"/>
                      <a:gd name="connsiteY3" fmla="*/ 13240 h 29623"/>
                      <a:gd name="connsiteX4" fmla="*/ 0 w 24778"/>
                      <a:gd name="connsiteY4" fmla="*/ 28194 h 29623"/>
                      <a:gd name="connsiteX5" fmla="*/ 7620 w 24778"/>
                      <a:gd name="connsiteY5" fmla="*/ 29623 h 29623"/>
                      <a:gd name="connsiteX6" fmla="*/ 24765 w 24778"/>
                      <a:gd name="connsiteY6" fmla="*/ 14764 h 29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778" h="29623">
                        <a:moveTo>
                          <a:pt x="24765" y="14764"/>
                        </a:moveTo>
                        <a:cubicBezTo>
                          <a:pt x="24384" y="6572"/>
                          <a:pt x="16097" y="0"/>
                          <a:pt x="6191" y="0"/>
                        </a:cubicBezTo>
                        <a:cubicBezTo>
                          <a:pt x="4096" y="0"/>
                          <a:pt x="2096" y="381"/>
                          <a:pt x="190" y="953"/>
                        </a:cubicBezTo>
                        <a:cubicBezTo>
                          <a:pt x="762" y="4953"/>
                          <a:pt x="952" y="9144"/>
                          <a:pt x="952" y="13240"/>
                        </a:cubicBezTo>
                        <a:cubicBezTo>
                          <a:pt x="857" y="18384"/>
                          <a:pt x="476" y="23241"/>
                          <a:pt x="0" y="28194"/>
                        </a:cubicBezTo>
                        <a:cubicBezTo>
                          <a:pt x="2381" y="29052"/>
                          <a:pt x="4953" y="29623"/>
                          <a:pt x="7620" y="29623"/>
                        </a:cubicBezTo>
                        <a:cubicBezTo>
                          <a:pt x="17526" y="29623"/>
                          <a:pt x="25146" y="22956"/>
                          <a:pt x="24765" y="147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22" name="Forme libre : forme 18321">
                    <a:extLst>
                      <a:ext uri="{FF2B5EF4-FFF2-40B4-BE49-F238E27FC236}">
                        <a16:creationId xmlns:a16="http://schemas.microsoft.com/office/drawing/2014/main" id="{51C9CB02-167C-47B4-930C-3E6031774267}"/>
                      </a:ext>
                    </a:extLst>
                  </p:cNvPr>
                  <p:cNvSpPr/>
                  <p:nvPr/>
                </p:nvSpPr>
                <p:spPr>
                  <a:xfrm>
                    <a:off x="1245852" y="5143119"/>
                    <a:ext cx="11832" cy="27241"/>
                  </a:xfrm>
                  <a:custGeom>
                    <a:avLst/>
                    <a:gdLst>
                      <a:gd name="connsiteX0" fmla="*/ 11071 w 11832"/>
                      <a:gd name="connsiteY0" fmla="*/ 0 h 27241"/>
                      <a:gd name="connsiteX1" fmla="*/ 22 w 11832"/>
                      <a:gd name="connsiteY1" fmla="*/ 13906 h 27241"/>
                      <a:gd name="connsiteX2" fmla="*/ 10880 w 11832"/>
                      <a:gd name="connsiteY2" fmla="*/ 27241 h 27241"/>
                      <a:gd name="connsiteX3" fmla="*/ 11833 w 11832"/>
                      <a:gd name="connsiteY3" fmla="*/ 12287 h 27241"/>
                      <a:gd name="connsiteX4" fmla="*/ 11071 w 11832"/>
                      <a:gd name="connsiteY4" fmla="*/ 0 h 27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32" h="27241">
                        <a:moveTo>
                          <a:pt x="11071" y="0"/>
                        </a:moveTo>
                        <a:cubicBezTo>
                          <a:pt x="4308" y="2095"/>
                          <a:pt x="-359" y="7525"/>
                          <a:pt x="22" y="13906"/>
                        </a:cubicBezTo>
                        <a:cubicBezTo>
                          <a:pt x="307" y="19812"/>
                          <a:pt x="4784" y="24860"/>
                          <a:pt x="10880" y="27241"/>
                        </a:cubicBezTo>
                        <a:cubicBezTo>
                          <a:pt x="11356" y="22384"/>
                          <a:pt x="11833" y="17430"/>
                          <a:pt x="11833" y="12287"/>
                        </a:cubicBezTo>
                        <a:cubicBezTo>
                          <a:pt x="11833" y="8191"/>
                          <a:pt x="11642" y="4000"/>
                          <a:pt x="1107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23" name="Forme libre : forme 18322">
                    <a:extLst>
                      <a:ext uri="{FF2B5EF4-FFF2-40B4-BE49-F238E27FC236}">
                        <a16:creationId xmlns:a16="http://schemas.microsoft.com/office/drawing/2014/main" id="{0153C9B0-0070-4D08-B347-B74C4CB822A7}"/>
                      </a:ext>
                    </a:extLst>
                  </p:cNvPr>
                  <p:cNvSpPr/>
                  <p:nvPr/>
                </p:nvSpPr>
                <p:spPr>
                  <a:xfrm>
                    <a:off x="1298350" y="5175885"/>
                    <a:ext cx="18301" cy="15146"/>
                  </a:xfrm>
                  <a:custGeom>
                    <a:avLst/>
                    <a:gdLst>
                      <a:gd name="connsiteX0" fmla="*/ 9532 w 18301"/>
                      <a:gd name="connsiteY0" fmla="*/ 15144 h 15146"/>
                      <a:gd name="connsiteX1" fmla="*/ 18295 w 18301"/>
                      <a:gd name="connsiteY1" fmla="*/ 7525 h 15146"/>
                      <a:gd name="connsiteX2" fmla="*/ 8770 w 18301"/>
                      <a:gd name="connsiteY2" fmla="*/ 0 h 15146"/>
                      <a:gd name="connsiteX3" fmla="*/ 7 w 18301"/>
                      <a:gd name="connsiteY3" fmla="*/ 7620 h 15146"/>
                      <a:gd name="connsiteX4" fmla="*/ 9532 w 18301"/>
                      <a:gd name="connsiteY4" fmla="*/ 15144 h 15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6">
                        <a:moveTo>
                          <a:pt x="9532" y="15144"/>
                        </a:moveTo>
                        <a:cubicBezTo>
                          <a:pt x="14580" y="15144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ubicBezTo>
                          <a:pt x="3721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3" y="15240"/>
                          <a:pt x="9532" y="151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24" name="Forme libre : forme 18323">
                    <a:extLst>
                      <a:ext uri="{FF2B5EF4-FFF2-40B4-BE49-F238E27FC236}">
                        <a16:creationId xmlns:a16="http://schemas.microsoft.com/office/drawing/2014/main" id="{6BA9B796-4AF5-4464-9ECB-D3623DDEC24D}"/>
                      </a:ext>
                    </a:extLst>
                  </p:cNvPr>
                  <p:cNvSpPr/>
                  <p:nvPr/>
                </p:nvSpPr>
                <p:spPr>
                  <a:xfrm>
                    <a:off x="860002" y="5329046"/>
                    <a:ext cx="35650" cy="29623"/>
                  </a:xfrm>
                  <a:custGeom>
                    <a:avLst/>
                    <a:gdLst>
                      <a:gd name="connsiteX0" fmla="*/ 35637 w 35650"/>
                      <a:gd name="connsiteY0" fmla="*/ 14764 h 29623"/>
                      <a:gd name="connsiteX1" fmla="*/ 17063 w 35650"/>
                      <a:gd name="connsiteY1" fmla="*/ 0 h 29623"/>
                      <a:gd name="connsiteX2" fmla="*/ 14 w 35650"/>
                      <a:gd name="connsiteY2" fmla="*/ 14859 h 29623"/>
                      <a:gd name="connsiteX3" fmla="*/ 18587 w 35650"/>
                      <a:gd name="connsiteY3" fmla="*/ 29623 h 29623"/>
                      <a:gd name="connsiteX4" fmla="*/ 35637 w 35650"/>
                      <a:gd name="connsiteY4" fmla="*/ 14764 h 29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50" h="29623">
                        <a:moveTo>
                          <a:pt x="35637" y="14764"/>
                        </a:moveTo>
                        <a:cubicBezTo>
                          <a:pt x="35256" y="6572"/>
                          <a:pt x="26969" y="0"/>
                          <a:pt x="17063" y="0"/>
                        </a:cubicBezTo>
                        <a:cubicBezTo>
                          <a:pt x="7253" y="0"/>
                          <a:pt x="-367" y="6668"/>
                          <a:pt x="14" y="14859"/>
                        </a:cubicBezTo>
                        <a:cubicBezTo>
                          <a:pt x="395" y="23051"/>
                          <a:pt x="8681" y="29623"/>
                          <a:pt x="18587" y="29623"/>
                        </a:cubicBezTo>
                        <a:cubicBezTo>
                          <a:pt x="28398" y="29528"/>
                          <a:pt x="36018" y="22860"/>
                          <a:pt x="35637" y="147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25" name="Forme libre : forme 18324">
                    <a:extLst>
                      <a:ext uri="{FF2B5EF4-FFF2-40B4-BE49-F238E27FC236}">
                        <a16:creationId xmlns:a16="http://schemas.microsoft.com/office/drawing/2014/main" id="{BBAD3D21-2C28-4724-B93A-B0A8B9E41C5E}"/>
                      </a:ext>
                    </a:extLst>
                  </p:cNvPr>
                  <p:cNvSpPr/>
                  <p:nvPr/>
                </p:nvSpPr>
                <p:spPr>
                  <a:xfrm>
                    <a:off x="912492" y="5362861"/>
                    <a:ext cx="18303" cy="11906"/>
                  </a:xfrm>
                  <a:custGeom>
                    <a:avLst/>
                    <a:gdLst>
                      <a:gd name="connsiteX0" fmla="*/ 18295 w 18303"/>
                      <a:gd name="connsiteY0" fmla="*/ 7525 h 11906"/>
                      <a:gd name="connsiteX1" fmla="*/ 8770 w 18303"/>
                      <a:gd name="connsiteY1" fmla="*/ 0 h 11906"/>
                      <a:gd name="connsiteX2" fmla="*/ 7 w 18303"/>
                      <a:gd name="connsiteY2" fmla="*/ 7620 h 11906"/>
                      <a:gd name="connsiteX3" fmla="*/ 102 w 18303"/>
                      <a:gd name="connsiteY3" fmla="*/ 7810 h 11906"/>
                      <a:gd name="connsiteX4" fmla="*/ 16580 w 18303"/>
                      <a:gd name="connsiteY4" fmla="*/ 11906 h 11906"/>
                      <a:gd name="connsiteX5" fmla="*/ 18295 w 18303"/>
                      <a:gd name="connsiteY5" fmla="*/ 7525 h 1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03" h="11906">
                        <a:moveTo>
                          <a:pt x="18295" y="7525"/>
                        </a:moveTo>
                        <a:cubicBezTo>
                          <a:pt x="18104" y="3334"/>
                          <a:pt x="13818" y="0"/>
                          <a:pt x="8770" y="0"/>
                        </a:cubicBezTo>
                        <a:cubicBezTo>
                          <a:pt x="3721" y="0"/>
                          <a:pt x="-184" y="3429"/>
                          <a:pt x="7" y="7620"/>
                        </a:cubicBezTo>
                        <a:cubicBezTo>
                          <a:pt x="7" y="7715"/>
                          <a:pt x="102" y="7715"/>
                          <a:pt x="102" y="7810"/>
                        </a:cubicBezTo>
                        <a:lnTo>
                          <a:pt x="16580" y="11906"/>
                        </a:lnTo>
                        <a:cubicBezTo>
                          <a:pt x="17723" y="10668"/>
                          <a:pt x="18390" y="9144"/>
                          <a:pt x="18295" y="75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26" name="Forme libre : forme 18325">
                    <a:extLst>
                      <a:ext uri="{FF2B5EF4-FFF2-40B4-BE49-F238E27FC236}">
                        <a16:creationId xmlns:a16="http://schemas.microsoft.com/office/drawing/2014/main" id="{DA7F64A3-03D1-4813-A6CE-58AB51E9FDE4}"/>
                      </a:ext>
                    </a:extLst>
                  </p:cNvPr>
                  <p:cNvSpPr/>
                  <p:nvPr/>
                </p:nvSpPr>
                <p:spPr>
                  <a:xfrm>
                    <a:off x="1452090" y="5166360"/>
                    <a:ext cx="25646" cy="28384"/>
                  </a:xfrm>
                  <a:custGeom>
                    <a:avLst/>
                    <a:gdLst>
                      <a:gd name="connsiteX0" fmla="*/ 25622 w 25646"/>
                      <a:gd name="connsiteY0" fmla="*/ 14764 h 28384"/>
                      <a:gd name="connsiteX1" fmla="*/ 7049 w 25646"/>
                      <a:gd name="connsiteY1" fmla="*/ 0 h 28384"/>
                      <a:gd name="connsiteX2" fmla="*/ 0 w 25646"/>
                      <a:gd name="connsiteY2" fmla="*/ 1238 h 28384"/>
                      <a:gd name="connsiteX3" fmla="*/ 10573 w 25646"/>
                      <a:gd name="connsiteY3" fmla="*/ 17240 h 28384"/>
                      <a:gd name="connsiteX4" fmla="*/ 15526 w 25646"/>
                      <a:gd name="connsiteY4" fmla="*/ 28384 h 28384"/>
                      <a:gd name="connsiteX5" fmla="*/ 25622 w 25646"/>
                      <a:gd name="connsiteY5" fmla="*/ 14764 h 28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646" h="28384">
                        <a:moveTo>
                          <a:pt x="25622" y="14764"/>
                        </a:moveTo>
                        <a:cubicBezTo>
                          <a:pt x="25241" y="6572"/>
                          <a:pt x="16954" y="0"/>
                          <a:pt x="7049" y="0"/>
                        </a:cubicBezTo>
                        <a:cubicBezTo>
                          <a:pt x="4477" y="0"/>
                          <a:pt x="2096" y="476"/>
                          <a:pt x="0" y="1238"/>
                        </a:cubicBezTo>
                        <a:cubicBezTo>
                          <a:pt x="4096" y="4953"/>
                          <a:pt x="7715" y="10096"/>
                          <a:pt x="10573" y="17240"/>
                        </a:cubicBezTo>
                        <a:cubicBezTo>
                          <a:pt x="11906" y="20574"/>
                          <a:pt x="13621" y="24384"/>
                          <a:pt x="15526" y="28384"/>
                        </a:cubicBezTo>
                        <a:cubicBezTo>
                          <a:pt x="21812" y="26098"/>
                          <a:pt x="26003" y="20860"/>
                          <a:pt x="25622" y="147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27" name="Forme libre : forme 18326">
                    <a:extLst>
                      <a:ext uri="{FF2B5EF4-FFF2-40B4-BE49-F238E27FC236}">
                        <a16:creationId xmlns:a16="http://schemas.microsoft.com/office/drawing/2014/main" id="{8DCB6CEC-2139-4FE7-A283-AFD523849F0D}"/>
                      </a:ext>
                    </a:extLst>
                  </p:cNvPr>
                  <p:cNvSpPr/>
                  <p:nvPr/>
                </p:nvSpPr>
                <p:spPr>
                  <a:xfrm>
                    <a:off x="1442170" y="5167693"/>
                    <a:ext cx="25540" cy="28384"/>
                  </a:xfrm>
                  <a:custGeom>
                    <a:avLst/>
                    <a:gdLst>
                      <a:gd name="connsiteX0" fmla="*/ 10015 w 25540"/>
                      <a:gd name="connsiteY0" fmla="*/ 0 h 28384"/>
                      <a:gd name="connsiteX1" fmla="*/ 14 w 25540"/>
                      <a:gd name="connsiteY1" fmla="*/ 13621 h 28384"/>
                      <a:gd name="connsiteX2" fmla="*/ 18588 w 25540"/>
                      <a:gd name="connsiteY2" fmla="*/ 28385 h 28384"/>
                      <a:gd name="connsiteX3" fmla="*/ 25541 w 25540"/>
                      <a:gd name="connsiteY3" fmla="*/ 27147 h 28384"/>
                      <a:gd name="connsiteX4" fmla="*/ 20588 w 25540"/>
                      <a:gd name="connsiteY4" fmla="*/ 16002 h 28384"/>
                      <a:gd name="connsiteX5" fmla="*/ 10015 w 25540"/>
                      <a:gd name="connsiteY5" fmla="*/ 0 h 28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40" h="28384">
                        <a:moveTo>
                          <a:pt x="10015" y="0"/>
                        </a:moveTo>
                        <a:cubicBezTo>
                          <a:pt x="3824" y="2286"/>
                          <a:pt x="-272" y="7525"/>
                          <a:pt x="14" y="13621"/>
                        </a:cubicBezTo>
                        <a:cubicBezTo>
                          <a:pt x="395" y="21813"/>
                          <a:pt x="8682" y="28385"/>
                          <a:pt x="18588" y="28385"/>
                        </a:cubicBezTo>
                        <a:cubicBezTo>
                          <a:pt x="21064" y="28385"/>
                          <a:pt x="23446" y="27908"/>
                          <a:pt x="25541" y="27147"/>
                        </a:cubicBezTo>
                        <a:cubicBezTo>
                          <a:pt x="23636" y="23146"/>
                          <a:pt x="21922" y="19336"/>
                          <a:pt x="20588" y="16002"/>
                        </a:cubicBezTo>
                        <a:cubicBezTo>
                          <a:pt x="17731" y="8763"/>
                          <a:pt x="14111" y="3715"/>
                          <a:pt x="1001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28" name="Forme libre : forme 18327">
                    <a:extLst>
                      <a:ext uri="{FF2B5EF4-FFF2-40B4-BE49-F238E27FC236}">
                        <a16:creationId xmlns:a16="http://schemas.microsoft.com/office/drawing/2014/main" id="{0BE74B89-DDED-4A83-B375-C8D0EE1B21D4}"/>
                      </a:ext>
                    </a:extLst>
                  </p:cNvPr>
                  <p:cNvSpPr/>
                  <p:nvPr/>
                </p:nvSpPr>
                <p:spPr>
                  <a:xfrm>
                    <a:off x="1494660" y="5200173"/>
                    <a:ext cx="18301" cy="15144"/>
                  </a:xfrm>
                  <a:custGeom>
                    <a:avLst/>
                    <a:gdLst>
                      <a:gd name="connsiteX0" fmla="*/ 7 w 18301"/>
                      <a:gd name="connsiteY0" fmla="*/ 7620 h 15144"/>
                      <a:gd name="connsiteX1" fmla="*/ 9532 w 18301"/>
                      <a:gd name="connsiteY1" fmla="*/ 15144 h 15144"/>
                      <a:gd name="connsiteX2" fmla="*/ 18295 w 18301"/>
                      <a:gd name="connsiteY2" fmla="*/ 7525 h 15144"/>
                      <a:gd name="connsiteX3" fmla="*/ 8770 w 18301"/>
                      <a:gd name="connsiteY3" fmla="*/ 0 h 15144"/>
                      <a:gd name="connsiteX4" fmla="*/ 7 w 18301"/>
                      <a:gd name="connsiteY4" fmla="*/ 7620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4">
                        <a:moveTo>
                          <a:pt x="7" y="7620"/>
                        </a:moveTo>
                        <a:cubicBezTo>
                          <a:pt x="197" y="11811"/>
                          <a:pt x="4483" y="15144"/>
                          <a:pt x="9532" y="15144"/>
                        </a:cubicBezTo>
                        <a:cubicBezTo>
                          <a:pt x="14580" y="15144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ubicBezTo>
                          <a:pt x="3721" y="0"/>
                          <a:pt x="-184" y="3429"/>
                          <a:pt x="7" y="76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29" name="Forme libre : forme 18328">
                    <a:extLst>
                      <a:ext uri="{FF2B5EF4-FFF2-40B4-BE49-F238E27FC236}">
                        <a16:creationId xmlns:a16="http://schemas.microsoft.com/office/drawing/2014/main" id="{E6AA9566-5F9A-4168-963B-10F100815975}"/>
                      </a:ext>
                    </a:extLst>
                  </p:cNvPr>
                  <p:cNvSpPr/>
                  <p:nvPr/>
                </p:nvSpPr>
                <p:spPr>
                  <a:xfrm>
                    <a:off x="1328442" y="5346096"/>
                    <a:ext cx="35650" cy="29622"/>
                  </a:xfrm>
                  <a:custGeom>
                    <a:avLst/>
                    <a:gdLst>
                      <a:gd name="connsiteX0" fmla="*/ 17064 w 35650"/>
                      <a:gd name="connsiteY0" fmla="*/ 0 h 29622"/>
                      <a:gd name="connsiteX1" fmla="*/ 14 w 35650"/>
                      <a:gd name="connsiteY1" fmla="*/ 14859 h 29622"/>
                      <a:gd name="connsiteX2" fmla="*/ 18587 w 35650"/>
                      <a:gd name="connsiteY2" fmla="*/ 29623 h 29622"/>
                      <a:gd name="connsiteX3" fmla="*/ 35637 w 35650"/>
                      <a:gd name="connsiteY3" fmla="*/ 14764 h 29622"/>
                      <a:gd name="connsiteX4" fmla="*/ 17064 w 35650"/>
                      <a:gd name="connsiteY4" fmla="*/ 0 h 2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50" h="29622">
                        <a:moveTo>
                          <a:pt x="17064" y="0"/>
                        </a:moveTo>
                        <a:cubicBezTo>
                          <a:pt x="7253" y="0"/>
                          <a:pt x="-367" y="6667"/>
                          <a:pt x="14" y="14859"/>
                        </a:cubicBezTo>
                        <a:cubicBezTo>
                          <a:pt x="395" y="23050"/>
                          <a:pt x="8681" y="29623"/>
                          <a:pt x="18587" y="29623"/>
                        </a:cubicBezTo>
                        <a:cubicBezTo>
                          <a:pt x="28398" y="29623"/>
                          <a:pt x="36018" y="22955"/>
                          <a:pt x="35637" y="14764"/>
                        </a:cubicBezTo>
                        <a:cubicBezTo>
                          <a:pt x="35161" y="6572"/>
                          <a:pt x="26874" y="0"/>
                          <a:pt x="1706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30" name="Forme libre : forme 18329">
                    <a:extLst>
                      <a:ext uri="{FF2B5EF4-FFF2-40B4-BE49-F238E27FC236}">
                        <a16:creationId xmlns:a16="http://schemas.microsoft.com/office/drawing/2014/main" id="{72921152-9EA8-415F-A811-E2CFF89ED6A1}"/>
                      </a:ext>
                    </a:extLst>
                  </p:cNvPr>
                  <p:cNvSpPr/>
                  <p:nvPr/>
                </p:nvSpPr>
                <p:spPr>
                  <a:xfrm>
                    <a:off x="1380932" y="5379910"/>
                    <a:ext cx="18301" cy="15144"/>
                  </a:xfrm>
                  <a:custGeom>
                    <a:avLst/>
                    <a:gdLst>
                      <a:gd name="connsiteX0" fmla="*/ 18295 w 18301"/>
                      <a:gd name="connsiteY0" fmla="*/ 7525 h 15144"/>
                      <a:gd name="connsiteX1" fmla="*/ 8770 w 18301"/>
                      <a:gd name="connsiteY1" fmla="*/ 0 h 15144"/>
                      <a:gd name="connsiteX2" fmla="*/ 7 w 18301"/>
                      <a:gd name="connsiteY2" fmla="*/ 7620 h 15144"/>
                      <a:gd name="connsiteX3" fmla="*/ 769 w 18301"/>
                      <a:gd name="connsiteY3" fmla="*/ 10096 h 15144"/>
                      <a:gd name="connsiteX4" fmla="*/ 4388 w 18301"/>
                      <a:gd name="connsiteY4" fmla="*/ 13716 h 15144"/>
                      <a:gd name="connsiteX5" fmla="*/ 9532 w 18301"/>
                      <a:gd name="connsiteY5" fmla="*/ 15144 h 15144"/>
                      <a:gd name="connsiteX6" fmla="*/ 18295 w 18301"/>
                      <a:gd name="connsiteY6" fmla="*/ 7525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301" h="15144">
                        <a:moveTo>
                          <a:pt x="18295" y="7525"/>
                        </a:moveTo>
                        <a:cubicBezTo>
                          <a:pt x="18104" y="3334"/>
                          <a:pt x="13818" y="0"/>
                          <a:pt x="8770" y="0"/>
                        </a:cubicBezTo>
                        <a:cubicBezTo>
                          <a:pt x="3722" y="0"/>
                          <a:pt x="-184" y="3429"/>
                          <a:pt x="7" y="7620"/>
                        </a:cubicBezTo>
                        <a:cubicBezTo>
                          <a:pt x="7" y="8477"/>
                          <a:pt x="388" y="9334"/>
                          <a:pt x="769" y="10096"/>
                        </a:cubicBezTo>
                        <a:cubicBezTo>
                          <a:pt x="2007" y="11335"/>
                          <a:pt x="3150" y="12478"/>
                          <a:pt x="4388" y="13716"/>
                        </a:cubicBezTo>
                        <a:cubicBezTo>
                          <a:pt x="5912" y="14573"/>
                          <a:pt x="7627" y="15144"/>
                          <a:pt x="9532" y="15144"/>
                        </a:cubicBezTo>
                        <a:cubicBezTo>
                          <a:pt x="14580" y="15144"/>
                          <a:pt x="18485" y="11716"/>
                          <a:pt x="18295" y="75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31" name="Forme libre : forme 18330">
                    <a:extLst>
                      <a:ext uri="{FF2B5EF4-FFF2-40B4-BE49-F238E27FC236}">
                        <a16:creationId xmlns:a16="http://schemas.microsoft.com/office/drawing/2014/main" id="{EDE98CD1-4AB0-42FA-BFD3-B278A4A037DE}"/>
                      </a:ext>
                    </a:extLst>
                  </p:cNvPr>
                  <p:cNvSpPr/>
                  <p:nvPr/>
                </p:nvSpPr>
                <p:spPr>
                  <a:xfrm>
                    <a:off x="1381700" y="5390007"/>
                    <a:ext cx="3619" cy="3619"/>
                  </a:xfrm>
                  <a:custGeom>
                    <a:avLst/>
                    <a:gdLst>
                      <a:gd name="connsiteX0" fmla="*/ 0 w 3619"/>
                      <a:gd name="connsiteY0" fmla="*/ 0 h 3619"/>
                      <a:gd name="connsiteX1" fmla="*/ 3620 w 3619"/>
                      <a:gd name="connsiteY1" fmla="*/ 3620 h 3619"/>
                      <a:gd name="connsiteX2" fmla="*/ 0 w 3619"/>
                      <a:gd name="connsiteY2" fmla="*/ 0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19" h="3619">
                        <a:moveTo>
                          <a:pt x="0" y="0"/>
                        </a:moveTo>
                        <a:cubicBezTo>
                          <a:pt x="762" y="1524"/>
                          <a:pt x="2000" y="2667"/>
                          <a:pt x="3620" y="3620"/>
                        </a:cubicBezTo>
                        <a:cubicBezTo>
                          <a:pt x="2381" y="2381"/>
                          <a:pt x="1238" y="123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32" name="Forme libre : forme 18331">
                    <a:extLst>
                      <a:ext uri="{FF2B5EF4-FFF2-40B4-BE49-F238E27FC236}">
                        <a16:creationId xmlns:a16="http://schemas.microsoft.com/office/drawing/2014/main" id="{C92A654B-F367-4364-B362-835CF6A64638}"/>
                      </a:ext>
                    </a:extLst>
                  </p:cNvPr>
                  <p:cNvSpPr/>
                  <p:nvPr/>
                </p:nvSpPr>
                <p:spPr>
                  <a:xfrm>
                    <a:off x="1648114" y="5329332"/>
                    <a:ext cx="6582" cy="22764"/>
                  </a:xfrm>
                  <a:custGeom>
                    <a:avLst/>
                    <a:gdLst>
                      <a:gd name="connsiteX0" fmla="*/ 0 w 6582"/>
                      <a:gd name="connsiteY0" fmla="*/ 22765 h 22764"/>
                      <a:gd name="connsiteX1" fmla="*/ 6572 w 6582"/>
                      <a:gd name="connsiteY1" fmla="*/ 10953 h 22764"/>
                      <a:gd name="connsiteX2" fmla="*/ 0 w 6582"/>
                      <a:gd name="connsiteY2" fmla="*/ 0 h 22764"/>
                      <a:gd name="connsiteX3" fmla="*/ 0 w 6582"/>
                      <a:gd name="connsiteY3" fmla="*/ 22765 h 22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82" h="22764">
                        <a:moveTo>
                          <a:pt x="0" y="22765"/>
                        </a:moveTo>
                        <a:cubicBezTo>
                          <a:pt x="4191" y="20002"/>
                          <a:pt x="6763" y="15811"/>
                          <a:pt x="6572" y="10953"/>
                        </a:cubicBezTo>
                        <a:cubicBezTo>
                          <a:pt x="6382" y="6572"/>
                          <a:pt x="3810" y="2667"/>
                          <a:pt x="0" y="0"/>
                        </a:cubicBezTo>
                        <a:cubicBezTo>
                          <a:pt x="667" y="7239"/>
                          <a:pt x="667" y="14954"/>
                          <a:pt x="0" y="227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33" name="Forme libre : forme 18332">
                    <a:extLst>
                      <a:ext uri="{FF2B5EF4-FFF2-40B4-BE49-F238E27FC236}">
                        <a16:creationId xmlns:a16="http://schemas.microsoft.com/office/drawing/2014/main" id="{C3F23B45-E4AD-451C-9D47-3F439DFABC28}"/>
                      </a:ext>
                    </a:extLst>
                  </p:cNvPr>
                  <p:cNvSpPr/>
                  <p:nvPr/>
                </p:nvSpPr>
                <p:spPr>
                  <a:xfrm>
                    <a:off x="1619049" y="5325522"/>
                    <a:ext cx="29601" cy="29622"/>
                  </a:xfrm>
                  <a:custGeom>
                    <a:avLst/>
                    <a:gdLst>
                      <a:gd name="connsiteX0" fmla="*/ 14 w 29601"/>
                      <a:gd name="connsiteY0" fmla="*/ 14859 h 29622"/>
                      <a:gd name="connsiteX1" fmla="*/ 18588 w 29601"/>
                      <a:gd name="connsiteY1" fmla="*/ 29623 h 29622"/>
                      <a:gd name="connsiteX2" fmla="*/ 29065 w 29601"/>
                      <a:gd name="connsiteY2" fmla="*/ 26575 h 29622"/>
                      <a:gd name="connsiteX3" fmla="*/ 29065 w 29601"/>
                      <a:gd name="connsiteY3" fmla="*/ 3715 h 29622"/>
                      <a:gd name="connsiteX4" fmla="*/ 17064 w 29601"/>
                      <a:gd name="connsiteY4" fmla="*/ 0 h 29622"/>
                      <a:gd name="connsiteX5" fmla="*/ 14 w 29601"/>
                      <a:gd name="connsiteY5" fmla="*/ 14859 h 2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601" h="29622">
                        <a:moveTo>
                          <a:pt x="14" y="14859"/>
                        </a:moveTo>
                        <a:cubicBezTo>
                          <a:pt x="395" y="23051"/>
                          <a:pt x="8681" y="29623"/>
                          <a:pt x="18588" y="29623"/>
                        </a:cubicBezTo>
                        <a:cubicBezTo>
                          <a:pt x="22588" y="29623"/>
                          <a:pt x="26207" y="28480"/>
                          <a:pt x="29065" y="26575"/>
                        </a:cubicBezTo>
                        <a:cubicBezTo>
                          <a:pt x="29732" y="18765"/>
                          <a:pt x="29827" y="11049"/>
                          <a:pt x="29065" y="3715"/>
                        </a:cubicBezTo>
                        <a:cubicBezTo>
                          <a:pt x="25826" y="1429"/>
                          <a:pt x="21635" y="0"/>
                          <a:pt x="17064" y="0"/>
                        </a:cubicBezTo>
                        <a:cubicBezTo>
                          <a:pt x="7253" y="0"/>
                          <a:pt x="-367" y="6668"/>
                          <a:pt x="14" y="148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34" name="Forme libre : forme 18333">
                    <a:extLst>
                      <a:ext uri="{FF2B5EF4-FFF2-40B4-BE49-F238E27FC236}">
                        <a16:creationId xmlns:a16="http://schemas.microsoft.com/office/drawing/2014/main" id="{92A3A107-EEB0-4A1B-8BFB-4C2DBEE9A39A}"/>
                      </a:ext>
                    </a:extLst>
                  </p:cNvPr>
                  <p:cNvSpPr/>
                  <p:nvPr/>
                </p:nvSpPr>
                <p:spPr>
                  <a:xfrm>
                    <a:off x="1671627" y="5359241"/>
                    <a:ext cx="18309" cy="15144"/>
                  </a:xfrm>
                  <a:custGeom>
                    <a:avLst/>
                    <a:gdLst>
                      <a:gd name="connsiteX0" fmla="*/ 14 w 18309"/>
                      <a:gd name="connsiteY0" fmla="*/ 7620 h 15144"/>
                      <a:gd name="connsiteX1" fmla="*/ 9539 w 18309"/>
                      <a:gd name="connsiteY1" fmla="*/ 15144 h 15144"/>
                      <a:gd name="connsiteX2" fmla="*/ 18302 w 18309"/>
                      <a:gd name="connsiteY2" fmla="*/ 7525 h 15144"/>
                      <a:gd name="connsiteX3" fmla="*/ 8777 w 18309"/>
                      <a:gd name="connsiteY3" fmla="*/ 0 h 15144"/>
                      <a:gd name="connsiteX4" fmla="*/ 14 w 18309"/>
                      <a:gd name="connsiteY4" fmla="*/ 7620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9" h="15144">
                        <a:moveTo>
                          <a:pt x="14" y="7620"/>
                        </a:moveTo>
                        <a:cubicBezTo>
                          <a:pt x="205" y="11811"/>
                          <a:pt x="4491" y="15144"/>
                          <a:pt x="9539" y="15144"/>
                        </a:cubicBezTo>
                        <a:cubicBezTo>
                          <a:pt x="14588" y="15144"/>
                          <a:pt x="18493" y="11716"/>
                          <a:pt x="18302" y="7525"/>
                        </a:cubicBezTo>
                        <a:cubicBezTo>
                          <a:pt x="18112" y="3334"/>
                          <a:pt x="13826" y="0"/>
                          <a:pt x="8777" y="0"/>
                        </a:cubicBezTo>
                        <a:cubicBezTo>
                          <a:pt x="3729" y="0"/>
                          <a:pt x="-271" y="3429"/>
                          <a:pt x="14" y="76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35" name="Forme libre : forme 18334">
                    <a:extLst>
                      <a:ext uri="{FF2B5EF4-FFF2-40B4-BE49-F238E27FC236}">
                        <a16:creationId xmlns:a16="http://schemas.microsoft.com/office/drawing/2014/main" id="{3310F92E-11FA-43A3-A114-CD446FBD575B}"/>
                      </a:ext>
                    </a:extLst>
                  </p:cNvPr>
                  <p:cNvSpPr/>
                  <p:nvPr/>
                </p:nvSpPr>
                <p:spPr>
                  <a:xfrm>
                    <a:off x="1927102" y="5158739"/>
                    <a:ext cx="15536" cy="28670"/>
                  </a:xfrm>
                  <a:custGeom>
                    <a:avLst/>
                    <a:gdLst>
                      <a:gd name="connsiteX0" fmla="*/ 3334 w 15536"/>
                      <a:gd name="connsiteY0" fmla="*/ 28670 h 28670"/>
                      <a:gd name="connsiteX1" fmla="*/ 15526 w 15536"/>
                      <a:gd name="connsiteY1" fmla="*/ 14478 h 28670"/>
                      <a:gd name="connsiteX2" fmla="*/ 0 w 15536"/>
                      <a:gd name="connsiteY2" fmla="*/ 0 h 28670"/>
                      <a:gd name="connsiteX3" fmla="*/ 3334 w 15536"/>
                      <a:gd name="connsiteY3" fmla="*/ 28670 h 28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536" h="28670">
                        <a:moveTo>
                          <a:pt x="3334" y="28670"/>
                        </a:moveTo>
                        <a:cubicBezTo>
                          <a:pt x="10668" y="26861"/>
                          <a:pt x="15811" y="21241"/>
                          <a:pt x="15526" y="14478"/>
                        </a:cubicBezTo>
                        <a:cubicBezTo>
                          <a:pt x="15145" y="7144"/>
                          <a:pt x="8477" y="1143"/>
                          <a:pt x="0" y="0"/>
                        </a:cubicBezTo>
                        <a:cubicBezTo>
                          <a:pt x="2858" y="8954"/>
                          <a:pt x="3810" y="18765"/>
                          <a:pt x="3334" y="2867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36" name="Forme libre : forme 18335">
                    <a:extLst>
                      <a:ext uri="{FF2B5EF4-FFF2-40B4-BE49-F238E27FC236}">
                        <a16:creationId xmlns:a16="http://schemas.microsoft.com/office/drawing/2014/main" id="{7CDF8191-12DA-4043-9D05-B43920E7DBB6}"/>
                      </a:ext>
                    </a:extLst>
                  </p:cNvPr>
                  <p:cNvSpPr/>
                  <p:nvPr/>
                </p:nvSpPr>
                <p:spPr>
                  <a:xfrm>
                    <a:off x="1906990" y="5158428"/>
                    <a:ext cx="23602" cy="29648"/>
                  </a:xfrm>
                  <a:custGeom>
                    <a:avLst/>
                    <a:gdLst>
                      <a:gd name="connsiteX0" fmla="*/ 14 w 23602"/>
                      <a:gd name="connsiteY0" fmla="*/ 14885 h 29648"/>
                      <a:gd name="connsiteX1" fmla="*/ 18587 w 23602"/>
                      <a:gd name="connsiteY1" fmla="*/ 29649 h 29648"/>
                      <a:gd name="connsiteX2" fmla="*/ 23445 w 23602"/>
                      <a:gd name="connsiteY2" fmla="*/ 28982 h 29648"/>
                      <a:gd name="connsiteX3" fmla="*/ 20111 w 23602"/>
                      <a:gd name="connsiteY3" fmla="*/ 217 h 29648"/>
                      <a:gd name="connsiteX4" fmla="*/ 17159 w 23602"/>
                      <a:gd name="connsiteY4" fmla="*/ 26 h 29648"/>
                      <a:gd name="connsiteX5" fmla="*/ 14 w 23602"/>
                      <a:gd name="connsiteY5" fmla="*/ 14885 h 29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602" h="29648">
                        <a:moveTo>
                          <a:pt x="14" y="14885"/>
                        </a:moveTo>
                        <a:cubicBezTo>
                          <a:pt x="395" y="23076"/>
                          <a:pt x="8681" y="29649"/>
                          <a:pt x="18587" y="29649"/>
                        </a:cubicBezTo>
                        <a:cubicBezTo>
                          <a:pt x="20302" y="29649"/>
                          <a:pt x="21921" y="29363"/>
                          <a:pt x="23445" y="28982"/>
                        </a:cubicBezTo>
                        <a:cubicBezTo>
                          <a:pt x="24017" y="19076"/>
                          <a:pt x="23064" y="9265"/>
                          <a:pt x="20111" y="217"/>
                        </a:cubicBezTo>
                        <a:cubicBezTo>
                          <a:pt x="19159" y="121"/>
                          <a:pt x="18111" y="-69"/>
                          <a:pt x="17159" y="26"/>
                        </a:cubicBezTo>
                        <a:cubicBezTo>
                          <a:pt x="7253" y="26"/>
                          <a:pt x="-367" y="6694"/>
                          <a:pt x="14" y="1488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37" name="Forme libre : forme 18336">
                    <a:extLst>
                      <a:ext uri="{FF2B5EF4-FFF2-40B4-BE49-F238E27FC236}">
                        <a16:creationId xmlns:a16="http://schemas.microsoft.com/office/drawing/2014/main" id="{02C91EA5-5B8D-4DA5-A4CC-9900A9CD64E8}"/>
                      </a:ext>
                    </a:extLst>
                  </p:cNvPr>
                  <p:cNvSpPr/>
                  <p:nvPr/>
                </p:nvSpPr>
                <p:spPr>
                  <a:xfrm>
                    <a:off x="1959480" y="5192172"/>
                    <a:ext cx="18301" cy="15145"/>
                  </a:xfrm>
                  <a:custGeom>
                    <a:avLst/>
                    <a:gdLst>
                      <a:gd name="connsiteX0" fmla="*/ 7 w 18301"/>
                      <a:gd name="connsiteY0" fmla="*/ 7620 h 15145"/>
                      <a:gd name="connsiteX1" fmla="*/ 9532 w 18301"/>
                      <a:gd name="connsiteY1" fmla="*/ 15145 h 15145"/>
                      <a:gd name="connsiteX2" fmla="*/ 18295 w 18301"/>
                      <a:gd name="connsiteY2" fmla="*/ 7525 h 15145"/>
                      <a:gd name="connsiteX3" fmla="*/ 8770 w 18301"/>
                      <a:gd name="connsiteY3" fmla="*/ 0 h 15145"/>
                      <a:gd name="connsiteX4" fmla="*/ 7 w 18301"/>
                      <a:gd name="connsiteY4" fmla="*/ 7620 h 1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5">
                        <a:moveTo>
                          <a:pt x="7" y="7620"/>
                        </a:moveTo>
                        <a:cubicBezTo>
                          <a:pt x="197" y="11811"/>
                          <a:pt x="4483" y="15145"/>
                          <a:pt x="9532" y="15145"/>
                        </a:cubicBezTo>
                        <a:cubicBezTo>
                          <a:pt x="14580" y="15145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ubicBezTo>
                          <a:pt x="3721" y="95"/>
                          <a:pt x="-184" y="3429"/>
                          <a:pt x="7" y="76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38" name="Forme libre : forme 18337">
                    <a:extLst>
                      <a:ext uri="{FF2B5EF4-FFF2-40B4-BE49-F238E27FC236}">
                        <a16:creationId xmlns:a16="http://schemas.microsoft.com/office/drawing/2014/main" id="{68A1E641-9A0B-49C4-8402-1F117B21DD8D}"/>
                      </a:ext>
                    </a:extLst>
                  </p:cNvPr>
                  <p:cNvSpPr/>
                  <p:nvPr/>
                </p:nvSpPr>
                <p:spPr>
                  <a:xfrm>
                    <a:off x="2172942" y="5147404"/>
                    <a:ext cx="2762" cy="3334"/>
                  </a:xfrm>
                  <a:custGeom>
                    <a:avLst/>
                    <a:gdLst>
                      <a:gd name="connsiteX0" fmla="*/ 381 w 2762"/>
                      <a:gd name="connsiteY0" fmla="*/ 3334 h 3334"/>
                      <a:gd name="connsiteX1" fmla="*/ 2762 w 2762"/>
                      <a:gd name="connsiteY1" fmla="*/ 0 h 3334"/>
                      <a:gd name="connsiteX2" fmla="*/ 0 w 2762"/>
                      <a:gd name="connsiteY2" fmla="*/ 2286 h 3334"/>
                      <a:gd name="connsiteX3" fmla="*/ 381 w 2762"/>
                      <a:gd name="connsiteY3" fmla="*/ 3334 h 3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2" h="3334">
                        <a:moveTo>
                          <a:pt x="381" y="3334"/>
                        </a:moveTo>
                        <a:cubicBezTo>
                          <a:pt x="1334" y="2286"/>
                          <a:pt x="2191" y="1238"/>
                          <a:pt x="2762" y="0"/>
                        </a:cubicBezTo>
                        <a:cubicBezTo>
                          <a:pt x="1905" y="762"/>
                          <a:pt x="953" y="1524"/>
                          <a:pt x="0" y="2286"/>
                        </a:cubicBezTo>
                        <a:cubicBezTo>
                          <a:pt x="95" y="2667"/>
                          <a:pt x="286" y="2953"/>
                          <a:pt x="381" y="33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39" name="Forme libre : forme 18338">
                    <a:extLst>
                      <a:ext uri="{FF2B5EF4-FFF2-40B4-BE49-F238E27FC236}">
                        <a16:creationId xmlns:a16="http://schemas.microsoft.com/office/drawing/2014/main" id="{506045A7-6189-4CC5-9A7B-6628CDC9545C}"/>
                      </a:ext>
                    </a:extLst>
                  </p:cNvPr>
                  <p:cNvSpPr/>
                  <p:nvPr/>
                </p:nvSpPr>
                <p:spPr>
                  <a:xfrm>
                    <a:off x="2164941" y="5149691"/>
                    <a:ext cx="8382" cy="5810"/>
                  </a:xfrm>
                  <a:custGeom>
                    <a:avLst/>
                    <a:gdLst>
                      <a:gd name="connsiteX0" fmla="*/ 0 w 8382"/>
                      <a:gd name="connsiteY0" fmla="*/ 5810 h 5810"/>
                      <a:gd name="connsiteX1" fmla="*/ 8382 w 8382"/>
                      <a:gd name="connsiteY1" fmla="*/ 1048 h 5810"/>
                      <a:gd name="connsiteX2" fmla="*/ 8001 w 8382"/>
                      <a:gd name="connsiteY2" fmla="*/ 0 h 5810"/>
                      <a:gd name="connsiteX3" fmla="*/ 0 w 8382"/>
                      <a:gd name="connsiteY3" fmla="*/ 5810 h 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82" h="5810">
                        <a:moveTo>
                          <a:pt x="0" y="5810"/>
                        </a:moveTo>
                        <a:cubicBezTo>
                          <a:pt x="3334" y="4953"/>
                          <a:pt x="6287" y="3334"/>
                          <a:pt x="8382" y="1048"/>
                        </a:cubicBezTo>
                        <a:cubicBezTo>
                          <a:pt x="8287" y="666"/>
                          <a:pt x="8096" y="381"/>
                          <a:pt x="8001" y="0"/>
                        </a:cubicBezTo>
                        <a:cubicBezTo>
                          <a:pt x="5525" y="2000"/>
                          <a:pt x="2858" y="3905"/>
                          <a:pt x="0" y="581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40" name="Forme libre : forme 18339">
                    <a:extLst>
                      <a:ext uri="{FF2B5EF4-FFF2-40B4-BE49-F238E27FC236}">
                        <a16:creationId xmlns:a16="http://schemas.microsoft.com/office/drawing/2014/main" id="{0B781DA1-056E-4AD3-8F1D-B1B6100A34F0}"/>
                      </a:ext>
                    </a:extLst>
                  </p:cNvPr>
                  <p:cNvSpPr/>
                  <p:nvPr/>
                </p:nvSpPr>
                <p:spPr>
                  <a:xfrm>
                    <a:off x="2160178" y="5126640"/>
                    <a:ext cx="16871" cy="23050"/>
                  </a:xfrm>
                  <a:custGeom>
                    <a:avLst/>
                    <a:gdLst>
                      <a:gd name="connsiteX0" fmla="*/ 0 w 16871"/>
                      <a:gd name="connsiteY0" fmla="*/ 0 h 23050"/>
                      <a:gd name="connsiteX1" fmla="*/ 12763 w 16871"/>
                      <a:gd name="connsiteY1" fmla="*/ 23051 h 23050"/>
                      <a:gd name="connsiteX2" fmla="*/ 15526 w 16871"/>
                      <a:gd name="connsiteY2" fmla="*/ 20764 h 23050"/>
                      <a:gd name="connsiteX3" fmla="*/ 16859 w 16871"/>
                      <a:gd name="connsiteY3" fmla="*/ 14669 h 23050"/>
                      <a:gd name="connsiteX4" fmla="*/ 0 w 16871"/>
                      <a:gd name="connsiteY4" fmla="*/ 0 h 23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871" h="23050">
                        <a:moveTo>
                          <a:pt x="0" y="0"/>
                        </a:moveTo>
                        <a:cubicBezTo>
                          <a:pt x="5429" y="7048"/>
                          <a:pt x="10001" y="14954"/>
                          <a:pt x="12763" y="23051"/>
                        </a:cubicBezTo>
                        <a:cubicBezTo>
                          <a:pt x="13716" y="22289"/>
                          <a:pt x="14669" y="21527"/>
                          <a:pt x="15526" y="20764"/>
                        </a:cubicBezTo>
                        <a:cubicBezTo>
                          <a:pt x="16478" y="18860"/>
                          <a:pt x="16954" y="16859"/>
                          <a:pt x="16859" y="14669"/>
                        </a:cubicBezTo>
                        <a:cubicBezTo>
                          <a:pt x="16478" y="6858"/>
                          <a:pt x="9049" y="66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41" name="Forme libre : forme 18340">
                    <a:extLst>
                      <a:ext uri="{FF2B5EF4-FFF2-40B4-BE49-F238E27FC236}">
                        <a16:creationId xmlns:a16="http://schemas.microsoft.com/office/drawing/2014/main" id="{DCE37A4A-1E00-4902-90A5-E2F8C5B40329}"/>
                      </a:ext>
                    </a:extLst>
                  </p:cNvPr>
                  <p:cNvSpPr/>
                  <p:nvPr/>
                </p:nvSpPr>
                <p:spPr>
                  <a:xfrm>
                    <a:off x="2141496" y="5126545"/>
                    <a:ext cx="31541" cy="29623"/>
                  </a:xfrm>
                  <a:custGeom>
                    <a:avLst/>
                    <a:gdLst>
                      <a:gd name="connsiteX0" fmla="*/ 18683 w 31541"/>
                      <a:gd name="connsiteY0" fmla="*/ 95 h 29623"/>
                      <a:gd name="connsiteX1" fmla="*/ 17064 w 31541"/>
                      <a:gd name="connsiteY1" fmla="*/ 0 h 29623"/>
                      <a:gd name="connsiteX2" fmla="*/ 14 w 31541"/>
                      <a:gd name="connsiteY2" fmla="*/ 14860 h 29623"/>
                      <a:gd name="connsiteX3" fmla="*/ 18588 w 31541"/>
                      <a:gd name="connsiteY3" fmla="*/ 29623 h 29623"/>
                      <a:gd name="connsiteX4" fmla="*/ 23540 w 31541"/>
                      <a:gd name="connsiteY4" fmla="*/ 28956 h 29623"/>
                      <a:gd name="connsiteX5" fmla="*/ 31541 w 31541"/>
                      <a:gd name="connsiteY5" fmla="*/ 23146 h 29623"/>
                      <a:gd name="connsiteX6" fmla="*/ 18683 w 31541"/>
                      <a:gd name="connsiteY6" fmla="*/ 95 h 29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541" h="29623">
                        <a:moveTo>
                          <a:pt x="18683" y="95"/>
                        </a:moveTo>
                        <a:cubicBezTo>
                          <a:pt x="18111" y="95"/>
                          <a:pt x="17635" y="0"/>
                          <a:pt x="17064" y="0"/>
                        </a:cubicBezTo>
                        <a:cubicBezTo>
                          <a:pt x="7253" y="0"/>
                          <a:pt x="-367" y="6668"/>
                          <a:pt x="14" y="14860"/>
                        </a:cubicBezTo>
                        <a:cubicBezTo>
                          <a:pt x="395" y="23051"/>
                          <a:pt x="8681" y="29623"/>
                          <a:pt x="18588" y="29623"/>
                        </a:cubicBezTo>
                        <a:cubicBezTo>
                          <a:pt x="20302" y="29623"/>
                          <a:pt x="21921" y="29337"/>
                          <a:pt x="23540" y="28956"/>
                        </a:cubicBezTo>
                        <a:cubicBezTo>
                          <a:pt x="26398" y="27147"/>
                          <a:pt x="29065" y="25146"/>
                          <a:pt x="31541" y="23146"/>
                        </a:cubicBezTo>
                        <a:cubicBezTo>
                          <a:pt x="28684" y="15050"/>
                          <a:pt x="24112" y="7144"/>
                          <a:pt x="18683" y="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42" name="Forme libre : forme 18341">
                    <a:extLst>
                      <a:ext uri="{FF2B5EF4-FFF2-40B4-BE49-F238E27FC236}">
                        <a16:creationId xmlns:a16="http://schemas.microsoft.com/office/drawing/2014/main" id="{B6F06895-E622-44D8-AEB4-5B2DFA7C11E5}"/>
                      </a:ext>
                    </a:extLst>
                  </p:cNvPr>
                  <p:cNvSpPr/>
                  <p:nvPr/>
                </p:nvSpPr>
                <p:spPr>
                  <a:xfrm>
                    <a:off x="2193986" y="5160264"/>
                    <a:ext cx="18301" cy="15144"/>
                  </a:xfrm>
                  <a:custGeom>
                    <a:avLst/>
                    <a:gdLst>
                      <a:gd name="connsiteX0" fmla="*/ 8770 w 18301"/>
                      <a:gd name="connsiteY0" fmla="*/ 0 h 15144"/>
                      <a:gd name="connsiteX1" fmla="*/ 7 w 18301"/>
                      <a:gd name="connsiteY1" fmla="*/ 7620 h 15144"/>
                      <a:gd name="connsiteX2" fmla="*/ 9532 w 18301"/>
                      <a:gd name="connsiteY2" fmla="*/ 15144 h 15144"/>
                      <a:gd name="connsiteX3" fmla="*/ 18295 w 18301"/>
                      <a:gd name="connsiteY3" fmla="*/ 7525 h 15144"/>
                      <a:gd name="connsiteX4" fmla="*/ 8770 w 18301"/>
                      <a:gd name="connsiteY4" fmla="*/ 0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4">
                        <a:moveTo>
                          <a:pt x="8770" y="0"/>
                        </a:moveTo>
                        <a:cubicBezTo>
                          <a:pt x="3721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3" y="15144"/>
                          <a:pt x="9532" y="15144"/>
                        </a:cubicBezTo>
                        <a:cubicBezTo>
                          <a:pt x="14580" y="15144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43" name="Forme libre : forme 18342">
                    <a:extLst>
                      <a:ext uri="{FF2B5EF4-FFF2-40B4-BE49-F238E27FC236}">
                        <a16:creationId xmlns:a16="http://schemas.microsoft.com/office/drawing/2014/main" id="{FC6E052E-3EDB-4BE6-A036-BFA49D1C64D3}"/>
                      </a:ext>
                    </a:extLst>
                  </p:cNvPr>
                  <p:cNvSpPr/>
                  <p:nvPr/>
                </p:nvSpPr>
                <p:spPr>
                  <a:xfrm>
                    <a:off x="2994664" y="5080729"/>
                    <a:ext cx="33446" cy="29623"/>
                  </a:xfrm>
                  <a:custGeom>
                    <a:avLst/>
                    <a:gdLst>
                      <a:gd name="connsiteX0" fmla="*/ 14954 w 33446"/>
                      <a:gd name="connsiteY0" fmla="*/ 0 h 29623"/>
                      <a:gd name="connsiteX1" fmla="*/ 0 w 33446"/>
                      <a:gd name="connsiteY1" fmla="*/ 7525 h 29623"/>
                      <a:gd name="connsiteX2" fmla="*/ 8096 w 33446"/>
                      <a:gd name="connsiteY2" fmla="*/ 27909 h 29623"/>
                      <a:gd name="connsiteX3" fmla="*/ 16383 w 33446"/>
                      <a:gd name="connsiteY3" fmla="*/ 29623 h 29623"/>
                      <a:gd name="connsiteX4" fmla="*/ 33433 w 33446"/>
                      <a:gd name="connsiteY4" fmla="*/ 14764 h 29623"/>
                      <a:gd name="connsiteX5" fmla="*/ 14954 w 33446"/>
                      <a:gd name="connsiteY5" fmla="*/ 0 h 29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446" h="29623">
                        <a:moveTo>
                          <a:pt x="14954" y="0"/>
                        </a:moveTo>
                        <a:cubicBezTo>
                          <a:pt x="8382" y="0"/>
                          <a:pt x="2857" y="3048"/>
                          <a:pt x="0" y="7525"/>
                        </a:cubicBezTo>
                        <a:cubicBezTo>
                          <a:pt x="6667" y="13335"/>
                          <a:pt x="11049" y="20384"/>
                          <a:pt x="8096" y="27909"/>
                        </a:cubicBezTo>
                        <a:cubicBezTo>
                          <a:pt x="10668" y="28956"/>
                          <a:pt x="13430" y="29623"/>
                          <a:pt x="16383" y="29623"/>
                        </a:cubicBezTo>
                        <a:cubicBezTo>
                          <a:pt x="26194" y="29623"/>
                          <a:pt x="33814" y="22956"/>
                          <a:pt x="33433" y="14764"/>
                        </a:cubicBezTo>
                        <a:cubicBezTo>
                          <a:pt x="33052" y="6572"/>
                          <a:pt x="24765" y="0"/>
                          <a:pt x="1495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44" name="Forme libre : forme 18343">
                    <a:extLst>
                      <a:ext uri="{FF2B5EF4-FFF2-40B4-BE49-F238E27FC236}">
                        <a16:creationId xmlns:a16="http://schemas.microsoft.com/office/drawing/2014/main" id="{A0929AA5-6AB9-4BEE-BE33-FC4E95B4474F}"/>
                      </a:ext>
                    </a:extLst>
                  </p:cNvPr>
                  <p:cNvSpPr/>
                  <p:nvPr/>
                </p:nvSpPr>
                <p:spPr>
                  <a:xfrm>
                    <a:off x="2992560" y="5088255"/>
                    <a:ext cx="11137" cy="20478"/>
                  </a:xfrm>
                  <a:custGeom>
                    <a:avLst/>
                    <a:gdLst>
                      <a:gd name="connsiteX0" fmla="*/ 2103 w 11137"/>
                      <a:gd name="connsiteY0" fmla="*/ 0 h 20478"/>
                      <a:gd name="connsiteX1" fmla="*/ 8 w 11137"/>
                      <a:gd name="connsiteY1" fmla="*/ 7429 h 20478"/>
                      <a:gd name="connsiteX2" fmla="*/ 10200 w 11137"/>
                      <a:gd name="connsiteY2" fmla="*/ 20478 h 20478"/>
                      <a:gd name="connsiteX3" fmla="*/ 2103 w 11137"/>
                      <a:gd name="connsiteY3" fmla="*/ 0 h 20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37" h="20478">
                        <a:moveTo>
                          <a:pt x="2103" y="0"/>
                        </a:moveTo>
                        <a:cubicBezTo>
                          <a:pt x="675" y="2191"/>
                          <a:pt x="-87" y="4667"/>
                          <a:pt x="8" y="7429"/>
                        </a:cubicBezTo>
                        <a:cubicBezTo>
                          <a:pt x="294" y="13145"/>
                          <a:pt x="4389" y="18002"/>
                          <a:pt x="10200" y="20478"/>
                        </a:cubicBezTo>
                        <a:cubicBezTo>
                          <a:pt x="13153" y="12859"/>
                          <a:pt x="8771" y="5810"/>
                          <a:pt x="210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45" name="Forme libre : forme 18344">
                    <a:extLst>
                      <a:ext uri="{FF2B5EF4-FFF2-40B4-BE49-F238E27FC236}">
                        <a16:creationId xmlns:a16="http://schemas.microsoft.com/office/drawing/2014/main" id="{31BF8440-CC12-4139-91D3-567DD1B03545}"/>
                      </a:ext>
                    </a:extLst>
                  </p:cNvPr>
                  <p:cNvSpPr/>
                  <p:nvPr/>
                </p:nvSpPr>
                <p:spPr>
                  <a:xfrm>
                    <a:off x="3052957" y="5114544"/>
                    <a:ext cx="10390" cy="12191"/>
                  </a:xfrm>
                  <a:custGeom>
                    <a:avLst/>
                    <a:gdLst>
                      <a:gd name="connsiteX0" fmla="*/ 10382 w 10390"/>
                      <a:gd name="connsiteY0" fmla="*/ 7525 h 12191"/>
                      <a:gd name="connsiteX1" fmla="*/ 857 w 10390"/>
                      <a:gd name="connsiteY1" fmla="*/ 0 h 12191"/>
                      <a:gd name="connsiteX2" fmla="*/ 0 w 10390"/>
                      <a:gd name="connsiteY2" fmla="*/ 190 h 12191"/>
                      <a:gd name="connsiteX3" fmla="*/ 8477 w 10390"/>
                      <a:gd name="connsiteY3" fmla="*/ 12192 h 12191"/>
                      <a:gd name="connsiteX4" fmla="*/ 10382 w 10390"/>
                      <a:gd name="connsiteY4" fmla="*/ 7525 h 12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90" h="12191">
                        <a:moveTo>
                          <a:pt x="10382" y="7525"/>
                        </a:moveTo>
                        <a:cubicBezTo>
                          <a:pt x="10192" y="3334"/>
                          <a:pt x="5905" y="0"/>
                          <a:pt x="857" y="0"/>
                        </a:cubicBezTo>
                        <a:cubicBezTo>
                          <a:pt x="571" y="0"/>
                          <a:pt x="286" y="95"/>
                          <a:pt x="0" y="190"/>
                        </a:cubicBezTo>
                        <a:cubicBezTo>
                          <a:pt x="2762" y="4191"/>
                          <a:pt x="5620" y="8191"/>
                          <a:pt x="8477" y="12192"/>
                        </a:cubicBezTo>
                        <a:cubicBezTo>
                          <a:pt x="9715" y="10858"/>
                          <a:pt x="10478" y="9239"/>
                          <a:pt x="10382" y="75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46" name="Forme libre : forme 18345">
                    <a:extLst>
                      <a:ext uri="{FF2B5EF4-FFF2-40B4-BE49-F238E27FC236}">
                        <a16:creationId xmlns:a16="http://schemas.microsoft.com/office/drawing/2014/main" id="{37B813BD-7488-40CC-8E0F-E97494EA5406}"/>
                      </a:ext>
                    </a:extLst>
                  </p:cNvPr>
                  <p:cNvSpPr/>
                  <p:nvPr/>
                </p:nvSpPr>
                <p:spPr>
                  <a:xfrm>
                    <a:off x="3045044" y="5114638"/>
                    <a:ext cx="16485" cy="15049"/>
                  </a:xfrm>
                  <a:custGeom>
                    <a:avLst/>
                    <a:gdLst>
                      <a:gd name="connsiteX0" fmla="*/ 7 w 16485"/>
                      <a:gd name="connsiteY0" fmla="*/ 7525 h 15049"/>
                      <a:gd name="connsiteX1" fmla="*/ 9532 w 16485"/>
                      <a:gd name="connsiteY1" fmla="*/ 15050 h 15049"/>
                      <a:gd name="connsiteX2" fmla="*/ 16485 w 16485"/>
                      <a:gd name="connsiteY2" fmla="*/ 12002 h 15049"/>
                      <a:gd name="connsiteX3" fmla="*/ 8008 w 16485"/>
                      <a:gd name="connsiteY3" fmla="*/ 0 h 15049"/>
                      <a:gd name="connsiteX4" fmla="*/ 7 w 16485"/>
                      <a:gd name="connsiteY4" fmla="*/ 7525 h 15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85" h="15049">
                        <a:moveTo>
                          <a:pt x="7" y="7525"/>
                        </a:moveTo>
                        <a:cubicBezTo>
                          <a:pt x="198" y="11716"/>
                          <a:pt x="4484" y="15050"/>
                          <a:pt x="9532" y="15050"/>
                        </a:cubicBezTo>
                        <a:cubicBezTo>
                          <a:pt x="12485" y="15050"/>
                          <a:pt x="14866" y="13811"/>
                          <a:pt x="16485" y="12002"/>
                        </a:cubicBezTo>
                        <a:cubicBezTo>
                          <a:pt x="13628" y="8001"/>
                          <a:pt x="10770" y="4096"/>
                          <a:pt x="8008" y="0"/>
                        </a:cubicBezTo>
                        <a:cubicBezTo>
                          <a:pt x="3341" y="381"/>
                          <a:pt x="-183" y="3620"/>
                          <a:pt x="7" y="75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47" name="Forme libre : forme 18346">
                    <a:extLst>
                      <a:ext uri="{FF2B5EF4-FFF2-40B4-BE49-F238E27FC236}">
                        <a16:creationId xmlns:a16="http://schemas.microsoft.com/office/drawing/2014/main" id="{A6123990-A676-4405-B1F2-092E7CE8DE6C}"/>
                      </a:ext>
                    </a:extLst>
                  </p:cNvPr>
                  <p:cNvSpPr/>
                  <p:nvPr/>
                </p:nvSpPr>
                <p:spPr>
                  <a:xfrm>
                    <a:off x="2977995" y="5269325"/>
                    <a:ext cx="5834" cy="16858"/>
                  </a:xfrm>
                  <a:custGeom>
                    <a:avLst/>
                    <a:gdLst>
                      <a:gd name="connsiteX0" fmla="*/ 5810 w 5834"/>
                      <a:gd name="connsiteY0" fmla="*/ 5619 h 16858"/>
                      <a:gd name="connsiteX1" fmla="*/ 4191 w 5834"/>
                      <a:gd name="connsiteY1" fmla="*/ 0 h 16858"/>
                      <a:gd name="connsiteX2" fmla="*/ 0 w 5834"/>
                      <a:gd name="connsiteY2" fmla="*/ 16859 h 16858"/>
                      <a:gd name="connsiteX3" fmla="*/ 5810 w 5834"/>
                      <a:gd name="connsiteY3" fmla="*/ 5619 h 16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34" h="16858">
                        <a:moveTo>
                          <a:pt x="5810" y="5619"/>
                        </a:moveTo>
                        <a:cubicBezTo>
                          <a:pt x="5715" y="3620"/>
                          <a:pt x="5144" y="1714"/>
                          <a:pt x="4191" y="0"/>
                        </a:cubicBezTo>
                        <a:cubicBezTo>
                          <a:pt x="2762" y="5619"/>
                          <a:pt x="1333" y="11239"/>
                          <a:pt x="0" y="16859"/>
                        </a:cubicBezTo>
                        <a:cubicBezTo>
                          <a:pt x="3810" y="14097"/>
                          <a:pt x="6096" y="10096"/>
                          <a:pt x="5810" y="56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48" name="Forme libre : forme 18347">
                    <a:extLst>
                      <a:ext uri="{FF2B5EF4-FFF2-40B4-BE49-F238E27FC236}">
                        <a16:creationId xmlns:a16="http://schemas.microsoft.com/office/drawing/2014/main" id="{A85E2205-6687-4F24-8C15-A10B624298A1}"/>
                      </a:ext>
                    </a:extLst>
                  </p:cNvPr>
                  <p:cNvSpPr/>
                  <p:nvPr/>
                </p:nvSpPr>
                <p:spPr>
                  <a:xfrm>
                    <a:off x="2948263" y="5260181"/>
                    <a:ext cx="34017" cy="29622"/>
                  </a:xfrm>
                  <a:custGeom>
                    <a:avLst/>
                    <a:gdLst>
                      <a:gd name="connsiteX0" fmla="*/ 17063 w 34017"/>
                      <a:gd name="connsiteY0" fmla="*/ 0 h 29622"/>
                      <a:gd name="connsiteX1" fmla="*/ 14 w 34017"/>
                      <a:gd name="connsiteY1" fmla="*/ 14859 h 29622"/>
                      <a:gd name="connsiteX2" fmla="*/ 18587 w 34017"/>
                      <a:gd name="connsiteY2" fmla="*/ 29623 h 29622"/>
                      <a:gd name="connsiteX3" fmla="*/ 29827 w 34017"/>
                      <a:gd name="connsiteY3" fmla="*/ 26003 h 29622"/>
                      <a:gd name="connsiteX4" fmla="*/ 34018 w 34017"/>
                      <a:gd name="connsiteY4" fmla="*/ 9144 h 29622"/>
                      <a:gd name="connsiteX5" fmla="*/ 17063 w 34017"/>
                      <a:gd name="connsiteY5" fmla="*/ 0 h 2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017" h="29622">
                        <a:moveTo>
                          <a:pt x="17063" y="0"/>
                        </a:moveTo>
                        <a:cubicBezTo>
                          <a:pt x="7252" y="0"/>
                          <a:pt x="-367" y="6668"/>
                          <a:pt x="14" y="14859"/>
                        </a:cubicBezTo>
                        <a:cubicBezTo>
                          <a:pt x="394" y="23050"/>
                          <a:pt x="8681" y="29623"/>
                          <a:pt x="18587" y="29623"/>
                        </a:cubicBezTo>
                        <a:cubicBezTo>
                          <a:pt x="22969" y="29623"/>
                          <a:pt x="26874" y="28194"/>
                          <a:pt x="29827" y="26003"/>
                        </a:cubicBezTo>
                        <a:cubicBezTo>
                          <a:pt x="31160" y="20384"/>
                          <a:pt x="32589" y="14764"/>
                          <a:pt x="34018" y="9144"/>
                        </a:cubicBezTo>
                        <a:cubicBezTo>
                          <a:pt x="31065" y="3715"/>
                          <a:pt x="24493" y="0"/>
                          <a:pt x="1706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49" name="Forme libre : forme 18348">
                    <a:extLst>
                      <a:ext uri="{FF2B5EF4-FFF2-40B4-BE49-F238E27FC236}">
                        <a16:creationId xmlns:a16="http://schemas.microsoft.com/office/drawing/2014/main" id="{3FCFEFE7-F461-4756-8183-8A44F3B7BDB1}"/>
                      </a:ext>
                    </a:extLst>
                  </p:cNvPr>
                  <p:cNvSpPr/>
                  <p:nvPr/>
                </p:nvSpPr>
                <p:spPr>
                  <a:xfrm>
                    <a:off x="3000753" y="5293992"/>
                    <a:ext cx="18301" cy="15146"/>
                  </a:xfrm>
                  <a:custGeom>
                    <a:avLst/>
                    <a:gdLst>
                      <a:gd name="connsiteX0" fmla="*/ 8770 w 18301"/>
                      <a:gd name="connsiteY0" fmla="*/ 2 h 15146"/>
                      <a:gd name="connsiteX1" fmla="*/ 7 w 18301"/>
                      <a:gd name="connsiteY1" fmla="*/ 7622 h 15146"/>
                      <a:gd name="connsiteX2" fmla="*/ 9532 w 18301"/>
                      <a:gd name="connsiteY2" fmla="*/ 15147 h 15146"/>
                      <a:gd name="connsiteX3" fmla="*/ 18295 w 18301"/>
                      <a:gd name="connsiteY3" fmla="*/ 7527 h 15146"/>
                      <a:gd name="connsiteX4" fmla="*/ 8770 w 18301"/>
                      <a:gd name="connsiteY4" fmla="*/ 2 h 15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6">
                        <a:moveTo>
                          <a:pt x="8770" y="2"/>
                        </a:moveTo>
                        <a:cubicBezTo>
                          <a:pt x="3722" y="2"/>
                          <a:pt x="-184" y="3431"/>
                          <a:pt x="7" y="7622"/>
                        </a:cubicBezTo>
                        <a:cubicBezTo>
                          <a:pt x="197" y="11813"/>
                          <a:pt x="4483" y="15147"/>
                          <a:pt x="9532" y="15147"/>
                        </a:cubicBezTo>
                        <a:cubicBezTo>
                          <a:pt x="14580" y="15147"/>
                          <a:pt x="18485" y="11718"/>
                          <a:pt x="18295" y="7527"/>
                        </a:cubicBezTo>
                        <a:cubicBezTo>
                          <a:pt x="18104" y="3336"/>
                          <a:pt x="13818" y="-93"/>
                          <a:pt x="8770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50" name="Forme libre : forme 18349">
                    <a:extLst>
                      <a:ext uri="{FF2B5EF4-FFF2-40B4-BE49-F238E27FC236}">
                        <a16:creationId xmlns:a16="http://schemas.microsoft.com/office/drawing/2014/main" id="{75275E45-DF2A-4442-850F-6DABCF10A4CF}"/>
                      </a:ext>
                    </a:extLst>
                  </p:cNvPr>
                  <p:cNvSpPr/>
                  <p:nvPr/>
                </p:nvSpPr>
                <p:spPr>
                  <a:xfrm>
                    <a:off x="2153606" y="5280754"/>
                    <a:ext cx="4586" cy="18002"/>
                  </a:xfrm>
                  <a:custGeom>
                    <a:avLst/>
                    <a:gdLst>
                      <a:gd name="connsiteX0" fmla="*/ 1619 w 4586"/>
                      <a:gd name="connsiteY0" fmla="*/ 0 h 18002"/>
                      <a:gd name="connsiteX1" fmla="*/ 0 w 4586"/>
                      <a:gd name="connsiteY1" fmla="*/ 18002 h 18002"/>
                      <a:gd name="connsiteX2" fmla="*/ 4572 w 4586"/>
                      <a:gd name="connsiteY2" fmla="*/ 7620 h 18002"/>
                      <a:gd name="connsiteX3" fmla="*/ 1619 w 4586"/>
                      <a:gd name="connsiteY3" fmla="*/ 0 h 18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86" h="18002">
                        <a:moveTo>
                          <a:pt x="1619" y="0"/>
                        </a:moveTo>
                        <a:cubicBezTo>
                          <a:pt x="2477" y="5811"/>
                          <a:pt x="1715" y="11906"/>
                          <a:pt x="0" y="18002"/>
                        </a:cubicBezTo>
                        <a:cubicBezTo>
                          <a:pt x="3048" y="15336"/>
                          <a:pt x="4763" y="11621"/>
                          <a:pt x="4572" y="7620"/>
                        </a:cubicBezTo>
                        <a:cubicBezTo>
                          <a:pt x="4477" y="4858"/>
                          <a:pt x="3334" y="2286"/>
                          <a:pt x="161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51" name="Forme libre : forme 18350">
                    <a:extLst>
                      <a:ext uri="{FF2B5EF4-FFF2-40B4-BE49-F238E27FC236}">
                        <a16:creationId xmlns:a16="http://schemas.microsoft.com/office/drawing/2014/main" id="{54F3BB26-B407-4F6C-BD1E-A67B87EC13E2}"/>
                      </a:ext>
                    </a:extLst>
                  </p:cNvPr>
                  <p:cNvSpPr/>
                  <p:nvPr/>
                </p:nvSpPr>
                <p:spPr>
                  <a:xfrm>
                    <a:off x="2122636" y="5273611"/>
                    <a:ext cx="32945" cy="29623"/>
                  </a:xfrm>
                  <a:custGeom>
                    <a:avLst/>
                    <a:gdLst>
                      <a:gd name="connsiteX0" fmla="*/ 32589 w 32945"/>
                      <a:gd name="connsiteY0" fmla="*/ 7144 h 29623"/>
                      <a:gd name="connsiteX1" fmla="*/ 17064 w 32945"/>
                      <a:gd name="connsiteY1" fmla="*/ 0 h 29623"/>
                      <a:gd name="connsiteX2" fmla="*/ 14 w 32945"/>
                      <a:gd name="connsiteY2" fmla="*/ 14859 h 29623"/>
                      <a:gd name="connsiteX3" fmla="*/ 18588 w 32945"/>
                      <a:gd name="connsiteY3" fmla="*/ 29623 h 29623"/>
                      <a:gd name="connsiteX4" fmla="*/ 31065 w 32945"/>
                      <a:gd name="connsiteY4" fmla="*/ 25146 h 29623"/>
                      <a:gd name="connsiteX5" fmla="*/ 32589 w 32945"/>
                      <a:gd name="connsiteY5" fmla="*/ 7144 h 29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945" h="29623">
                        <a:moveTo>
                          <a:pt x="32589" y="7144"/>
                        </a:moveTo>
                        <a:cubicBezTo>
                          <a:pt x="29255" y="2858"/>
                          <a:pt x="23540" y="0"/>
                          <a:pt x="17064" y="0"/>
                        </a:cubicBezTo>
                        <a:cubicBezTo>
                          <a:pt x="7253" y="0"/>
                          <a:pt x="-367" y="6668"/>
                          <a:pt x="14" y="14859"/>
                        </a:cubicBezTo>
                        <a:cubicBezTo>
                          <a:pt x="395" y="23051"/>
                          <a:pt x="8681" y="29623"/>
                          <a:pt x="18588" y="29623"/>
                        </a:cubicBezTo>
                        <a:cubicBezTo>
                          <a:pt x="23540" y="29623"/>
                          <a:pt x="27922" y="27909"/>
                          <a:pt x="31065" y="25146"/>
                        </a:cubicBezTo>
                        <a:cubicBezTo>
                          <a:pt x="32685" y="19145"/>
                          <a:pt x="33447" y="13050"/>
                          <a:pt x="32589" y="71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52" name="Forme libre : forme 18351">
                    <a:extLst>
                      <a:ext uri="{FF2B5EF4-FFF2-40B4-BE49-F238E27FC236}">
                        <a16:creationId xmlns:a16="http://schemas.microsoft.com/office/drawing/2014/main" id="{C8AAC764-6ACD-4C12-86A8-C13986D19FCB}"/>
                      </a:ext>
                    </a:extLst>
                  </p:cNvPr>
                  <p:cNvSpPr/>
                  <p:nvPr/>
                </p:nvSpPr>
                <p:spPr>
                  <a:xfrm>
                    <a:off x="2175126" y="5307425"/>
                    <a:ext cx="18301" cy="15144"/>
                  </a:xfrm>
                  <a:custGeom>
                    <a:avLst/>
                    <a:gdLst>
                      <a:gd name="connsiteX0" fmla="*/ 8770 w 18301"/>
                      <a:gd name="connsiteY0" fmla="*/ 0 h 15144"/>
                      <a:gd name="connsiteX1" fmla="*/ 7 w 18301"/>
                      <a:gd name="connsiteY1" fmla="*/ 7620 h 15144"/>
                      <a:gd name="connsiteX2" fmla="*/ 9532 w 18301"/>
                      <a:gd name="connsiteY2" fmla="*/ 15144 h 15144"/>
                      <a:gd name="connsiteX3" fmla="*/ 18295 w 18301"/>
                      <a:gd name="connsiteY3" fmla="*/ 7525 h 15144"/>
                      <a:gd name="connsiteX4" fmla="*/ 8770 w 18301"/>
                      <a:gd name="connsiteY4" fmla="*/ 0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4">
                        <a:moveTo>
                          <a:pt x="8770" y="0"/>
                        </a:moveTo>
                        <a:cubicBezTo>
                          <a:pt x="3722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3" y="15144"/>
                          <a:pt x="9532" y="15144"/>
                        </a:cubicBezTo>
                        <a:cubicBezTo>
                          <a:pt x="14580" y="15144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53" name="Forme libre : forme 18352">
                    <a:extLst>
                      <a:ext uri="{FF2B5EF4-FFF2-40B4-BE49-F238E27FC236}">
                        <a16:creationId xmlns:a16="http://schemas.microsoft.com/office/drawing/2014/main" id="{7BECE5F3-6F8D-41A3-9185-F0D1F5557776}"/>
                      </a:ext>
                    </a:extLst>
                  </p:cNvPr>
                  <p:cNvSpPr/>
                  <p:nvPr/>
                </p:nvSpPr>
                <p:spPr>
                  <a:xfrm>
                    <a:off x="2470503" y="5317521"/>
                    <a:ext cx="23159" cy="28575"/>
                  </a:xfrm>
                  <a:custGeom>
                    <a:avLst/>
                    <a:gdLst>
                      <a:gd name="connsiteX0" fmla="*/ 11525 w 23159"/>
                      <a:gd name="connsiteY0" fmla="*/ 0 h 28575"/>
                      <a:gd name="connsiteX1" fmla="*/ 0 w 23159"/>
                      <a:gd name="connsiteY1" fmla="*/ 27622 h 28575"/>
                      <a:gd name="connsiteX2" fmla="*/ 6096 w 23159"/>
                      <a:gd name="connsiteY2" fmla="*/ 28575 h 28575"/>
                      <a:gd name="connsiteX3" fmla="*/ 23146 w 23159"/>
                      <a:gd name="connsiteY3" fmla="*/ 13716 h 28575"/>
                      <a:gd name="connsiteX4" fmla="*/ 11525 w 23159"/>
                      <a:gd name="connsiteY4" fmla="*/ 0 h 28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159" h="28575">
                        <a:moveTo>
                          <a:pt x="11525" y="0"/>
                        </a:moveTo>
                        <a:cubicBezTo>
                          <a:pt x="17812" y="9048"/>
                          <a:pt x="11049" y="18859"/>
                          <a:pt x="0" y="27622"/>
                        </a:cubicBezTo>
                        <a:cubicBezTo>
                          <a:pt x="1905" y="28194"/>
                          <a:pt x="4000" y="28575"/>
                          <a:pt x="6096" y="28575"/>
                        </a:cubicBezTo>
                        <a:cubicBezTo>
                          <a:pt x="15907" y="28575"/>
                          <a:pt x="23527" y="21907"/>
                          <a:pt x="23146" y="13716"/>
                        </a:cubicBezTo>
                        <a:cubicBezTo>
                          <a:pt x="22860" y="7429"/>
                          <a:pt x="18097" y="2191"/>
                          <a:pt x="1152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54" name="Forme libre : forme 18353">
                    <a:extLst>
                      <a:ext uri="{FF2B5EF4-FFF2-40B4-BE49-F238E27FC236}">
                        <a16:creationId xmlns:a16="http://schemas.microsoft.com/office/drawing/2014/main" id="{8B3D7671-DEAB-4808-8059-04728A1EC875}"/>
                      </a:ext>
                    </a:extLst>
                  </p:cNvPr>
                  <p:cNvSpPr/>
                  <p:nvPr/>
                </p:nvSpPr>
                <p:spPr>
                  <a:xfrm>
                    <a:off x="2458107" y="5316378"/>
                    <a:ext cx="26333" cy="28669"/>
                  </a:xfrm>
                  <a:custGeom>
                    <a:avLst/>
                    <a:gdLst>
                      <a:gd name="connsiteX0" fmla="*/ 23922 w 26333"/>
                      <a:gd name="connsiteY0" fmla="*/ 1143 h 28669"/>
                      <a:gd name="connsiteX1" fmla="*/ 17064 w 26333"/>
                      <a:gd name="connsiteY1" fmla="*/ 0 h 28669"/>
                      <a:gd name="connsiteX2" fmla="*/ 14 w 26333"/>
                      <a:gd name="connsiteY2" fmla="*/ 14859 h 28669"/>
                      <a:gd name="connsiteX3" fmla="*/ 12396 w 26333"/>
                      <a:gd name="connsiteY3" fmla="*/ 28670 h 28669"/>
                      <a:gd name="connsiteX4" fmla="*/ 23922 w 26333"/>
                      <a:gd name="connsiteY4" fmla="*/ 1143 h 28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33" h="28669">
                        <a:moveTo>
                          <a:pt x="23922" y="1143"/>
                        </a:moveTo>
                        <a:cubicBezTo>
                          <a:pt x="21826" y="381"/>
                          <a:pt x="19445" y="0"/>
                          <a:pt x="17064" y="0"/>
                        </a:cubicBezTo>
                        <a:cubicBezTo>
                          <a:pt x="7253" y="0"/>
                          <a:pt x="-367" y="6667"/>
                          <a:pt x="14" y="14859"/>
                        </a:cubicBezTo>
                        <a:cubicBezTo>
                          <a:pt x="299" y="21241"/>
                          <a:pt x="5538" y="26670"/>
                          <a:pt x="12396" y="28670"/>
                        </a:cubicBezTo>
                        <a:cubicBezTo>
                          <a:pt x="23445" y="20002"/>
                          <a:pt x="30208" y="10191"/>
                          <a:pt x="23922" y="114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55" name="Forme libre : forme 18354">
                    <a:extLst>
                      <a:ext uri="{FF2B5EF4-FFF2-40B4-BE49-F238E27FC236}">
                        <a16:creationId xmlns:a16="http://schemas.microsoft.com/office/drawing/2014/main" id="{5FCAC729-8FDA-402C-BCDF-B3554B41E6B8}"/>
                      </a:ext>
                    </a:extLst>
                  </p:cNvPr>
                  <p:cNvSpPr/>
                  <p:nvPr/>
                </p:nvSpPr>
                <p:spPr>
                  <a:xfrm>
                    <a:off x="2510597" y="5350192"/>
                    <a:ext cx="18301" cy="15144"/>
                  </a:xfrm>
                  <a:custGeom>
                    <a:avLst/>
                    <a:gdLst>
                      <a:gd name="connsiteX0" fmla="*/ 8770 w 18301"/>
                      <a:gd name="connsiteY0" fmla="*/ 0 h 15144"/>
                      <a:gd name="connsiteX1" fmla="*/ 7 w 18301"/>
                      <a:gd name="connsiteY1" fmla="*/ 7620 h 15144"/>
                      <a:gd name="connsiteX2" fmla="*/ 9532 w 18301"/>
                      <a:gd name="connsiteY2" fmla="*/ 15144 h 15144"/>
                      <a:gd name="connsiteX3" fmla="*/ 18295 w 18301"/>
                      <a:gd name="connsiteY3" fmla="*/ 7525 h 15144"/>
                      <a:gd name="connsiteX4" fmla="*/ 8770 w 18301"/>
                      <a:gd name="connsiteY4" fmla="*/ 0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4">
                        <a:moveTo>
                          <a:pt x="8770" y="0"/>
                        </a:moveTo>
                        <a:cubicBezTo>
                          <a:pt x="3722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3" y="15144"/>
                          <a:pt x="9532" y="15144"/>
                        </a:cubicBezTo>
                        <a:cubicBezTo>
                          <a:pt x="14580" y="15144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56" name="Forme libre : forme 18355">
                    <a:extLst>
                      <a:ext uri="{FF2B5EF4-FFF2-40B4-BE49-F238E27FC236}">
                        <a16:creationId xmlns:a16="http://schemas.microsoft.com/office/drawing/2014/main" id="{D35C683C-AB63-445D-8231-0BD7C3F7A9F6}"/>
                      </a:ext>
                    </a:extLst>
                  </p:cNvPr>
                  <p:cNvSpPr/>
                  <p:nvPr/>
                </p:nvSpPr>
                <p:spPr>
                  <a:xfrm>
                    <a:off x="3695323" y="5129879"/>
                    <a:ext cx="22119" cy="29527"/>
                  </a:xfrm>
                  <a:custGeom>
                    <a:avLst/>
                    <a:gdLst>
                      <a:gd name="connsiteX0" fmla="*/ 22098 w 22119"/>
                      <a:gd name="connsiteY0" fmla="*/ 14764 h 29527"/>
                      <a:gd name="connsiteX1" fmla="*/ 3524 w 22119"/>
                      <a:gd name="connsiteY1" fmla="*/ 0 h 29527"/>
                      <a:gd name="connsiteX2" fmla="*/ 0 w 22119"/>
                      <a:gd name="connsiteY2" fmla="*/ 285 h 29527"/>
                      <a:gd name="connsiteX3" fmla="*/ 5620 w 22119"/>
                      <a:gd name="connsiteY3" fmla="*/ 29527 h 29527"/>
                      <a:gd name="connsiteX4" fmla="*/ 22098 w 22119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19" h="29527">
                        <a:moveTo>
                          <a:pt x="22098" y="14764"/>
                        </a:moveTo>
                        <a:cubicBezTo>
                          <a:pt x="21717" y="6572"/>
                          <a:pt x="13430" y="0"/>
                          <a:pt x="3524" y="0"/>
                        </a:cubicBezTo>
                        <a:cubicBezTo>
                          <a:pt x="2286" y="0"/>
                          <a:pt x="1143" y="95"/>
                          <a:pt x="0" y="285"/>
                        </a:cubicBezTo>
                        <a:cubicBezTo>
                          <a:pt x="3143" y="9906"/>
                          <a:pt x="5048" y="19717"/>
                          <a:pt x="5620" y="29527"/>
                        </a:cubicBezTo>
                        <a:cubicBezTo>
                          <a:pt x="15240" y="29242"/>
                          <a:pt x="22574" y="22765"/>
                          <a:pt x="22098" y="147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57" name="Forme libre : forme 18356">
                    <a:extLst>
                      <a:ext uri="{FF2B5EF4-FFF2-40B4-BE49-F238E27FC236}">
                        <a16:creationId xmlns:a16="http://schemas.microsoft.com/office/drawing/2014/main" id="{F41E6D1F-1166-4CFC-9E4F-3B4DFE1E4564}"/>
                      </a:ext>
                    </a:extLst>
                  </p:cNvPr>
                  <p:cNvSpPr/>
                  <p:nvPr/>
                </p:nvSpPr>
                <p:spPr>
                  <a:xfrm>
                    <a:off x="3681875" y="5130260"/>
                    <a:ext cx="19257" cy="29337"/>
                  </a:xfrm>
                  <a:custGeom>
                    <a:avLst/>
                    <a:gdLst>
                      <a:gd name="connsiteX0" fmla="*/ 17 w 19257"/>
                      <a:gd name="connsiteY0" fmla="*/ 14574 h 29337"/>
                      <a:gd name="connsiteX1" fmla="*/ 18591 w 19257"/>
                      <a:gd name="connsiteY1" fmla="*/ 29337 h 29337"/>
                      <a:gd name="connsiteX2" fmla="*/ 19258 w 19257"/>
                      <a:gd name="connsiteY2" fmla="*/ 29242 h 29337"/>
                      <a:gd name="connsiteX3" fmla="*/ 13638 w 19257"/>
                      <a:gd name="connsiteY3" fmla="*/ 0 h 29337"/>
                      <a:gd name="connsiteX4" fmla="*/ 17 w 19257"/>
                      <a:gd name="connsiteY4" fmla="*/ 14574 h 29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7" h="29337">
                        <a:moveTo>
                          <a:pt x="17" y="14574"/>
                        </a:moveTo>
                        <a:cubicBezTo>
                          <a:pt x="399" y="22765"/>
                          <a:pt x="8685" y="29337"/>
                          <a:pt x="18591" y="29337"/>
                        </a:cubicBezTo>
                        <a:cubicBezTo>
                          <a:pt x="18782" y="29337"/>
                          <a:pt x="19067" y="29242"/>
                          <a:pt x="19258" y="29242"/>
                        </a:cubicBezTo>
                        <a:cubicBezTo>
                          <a:pt x="18686" y="19431"/>
                          <a:pt x="16686" y="9620"/>
                          <a:pt x="13638" y="0"/>
                        </a:cubicBezTo>
                        <a:cubicBezTo>
                          <a:pt x="5542" y="1334"/>
                          <a:pt x="-364" y="7334"/>
                          <a:pt x="17" y="1457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58" name="Forme libre : forme 18357">
                    <a:extLst>
                      <a:ext uri="{FF2B5EF4-FFF2-40B4-BE49-F238E27FC236}">
                        <a16:creationId xmlns:a16="http://schemas.microsoft.com/office/drawing/2014/main" id="{01FE6717-BC65-4D4C-86F1-3E8C9BAF862C}"/>
                      </a:ext>
                    </a:extLst>
                  </p:cNvPr>
                  <p:cNvSpPr/>
                  <p:nvPr/>
                </p:nvSpPr>
                <p:spPr>
                  <a:xfrm>
                    <a:off x="3734369" y="5163692"/>
                    <a:ext cx="18301" cy="15145"/>
                  </a:xfrm>
                  <a:custGeom>
                    <a:avLst/>
                    <a:gdLst>
                      <a:gd name="connsiteX0" fmla="*/ 9532 w 18301"/>
                      <a:gd name="connsiteY0" fmla="*/ 15145 h 15145"/>
                      <a:gd name="connsiteX1" fmla="*/ 18295 w 18301"/>
                      <a:gd name="connsiteY1" fmla="*/ 7525 h 15145"/>
                      <a:gd name="connsiteX2" fmla="*/ 8770 w 18301"/>
                      <a:gd name="connsiteY2" fmla="*/ 0 h 15145"/>
                      <a:gd name="connsiteX3" fmla="*/ 7 w 18301"/>
                      <a:gd name="connsiteY3" fmla="*/ 7620 h 15145"/>
                      <a:gd name="connsiteX4" fmla="*/ 9532 w 18301"/>
                      <a:gd name="connsiteY4" fmla="*/ 15145 h 1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5">
                        <a:moveTo>
                          <a:pt x="9532" y="15145"/>
                        </a:moveTo>
                        <a:cubicBezTo>
                          <a:pt x="14580" y="15145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ubicBezTo>
                          <a:pt x="3721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3" y="15145"/>
                          <a:pt x="9532" y="15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59" name="Forme libre : forme 18358">
                    <a:extLst>
                      <a:ext uri="{FF2B5EF4-FFF2-40B4-BE49-F238E27FC236}">
                        <a16:creationId xmlns:a16="http://schemas.microsoft.com/office/drawing/2014/main" id="{A69A84E8-1F08-482F-8D27-C5A8D826AC8C}"/>
                      </a:ext>
                    </a:extLst>
                  </p:cNvPr>
                  <p:cNvSpPr/>
                  <p:nvPr/>
                </p:nvSpPr>
                <p:spPr>
                  <a:xfrm>
                    <a:off x="3288701" y="5210079"/>
                    <a:ext cx="8858" cy="4381"/>
                  </a:xfrm>
                  <a:custGeom>
                    <a:avLst/>
                    <a:gdLst>
                      <a:gd name="connsiteX0" fmla="*/ 8858 w 8858"/>
                      <a:gd name="connsiteY0" fmla="*/ 0 h 4381"/>
                      <a:gd name="connsiteX1" fmla="*/ 0 w 8858"/>
                      <a:gd name="connsiteY1" fmla="*/ 4382 h 4381"/>
                      <a:gd name="connsiteX2" fmla="*/ 8858 w 8858"/>
                      <a:gd name="connsiteY2" fmla="*/ 0 h 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858" h="4381">
                        <a:moveTo>
                          <a:pt x="8858" y="0"/>
                        </a:moveTo>
                        <a:cubicBezTo>
                          <a:pt x="5905" y="1429"/>
                          <a:pt x="2953" y="2953"/>
                          <a:pt x="0" y="4382"/>
                        </a:cubicBezTo>
                        <a:cubicBezTo>
                          <a:pt x="3524" y="3715"/>
                          <a:pt x="6572" y="2191"/>
                          <a:pt x="885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60" name="Forme libre : forme 18359">
                    <a:extLst>
                      <a:ext uri="{FF2B5EF4-FFF2-40B4-BE49-F238E27FC236}">
                        <a16:creationId xmlns:a16="http://schemas.microsoft.com/office/drawing/2014/main" id="{764A0527-D618-4BD5-BD6D-8A21E33978D6}"/>
                      </a:ext>
                    </a:extLst>
                  </p:cNvPr>
                  <p:cNvSpPr/>
                  <p:nvPr/>
                </p:nvSpPr>
                <p:spPr>
                  <a:xfrm>
                    <a:off x="3277175" y="5185313"/>
                    <a:ext cx="24779" cy="29623"/>
                  </a:xfrm>
                  <a:custGeom>
                    <a:avLst/>
                    <a:gdLst>
                      <a:gd name="connsiteX0" fmla="*/ 6191 w 24779"/>
                      <a:gd name="connsiteY0" fmla="*/ 1 h 29623"/>
                      <a:gd name="connsiteX1" fmla="*/ 0 w 24779"/>
                      <a:gd name="connsiteY1" fmla="*/ 1049 h 29623"/>
                      <a:gd name="connsiteX2" fmla="*/ 3715 w 24779"/>
                      <a:gd name="connsiteY2" fmla="*/ 29243 h 29623"/>
                      <a:gd name="connsiteX3" fmla="*/ 7715 w 24779"/>
                      <a:gd name="connsiteY3" fmla="*/ 29624 h 29623"/>
                      <a:gd name="connsiteX4" fmla="*/ 11621 w 24779"/>
                      <a:gd name="connsiteY4" fmla="*/ 29243 h 29623"/>
                      <a:gd name="connsiteX5" fmla="*/ 20479 w 24779"/>
                      <a:gd name="connsiteY5" fmla="*/ 24861 h 29623"/>
                      <a:gd name="connsiteX6" fmla="*/ 24765 w 24779"/>
                      <a:gd name="connsiteY6" fmla="*/ 14765 h 29623"/>
                      <a:gd name="connsiteX7" fmla="*/ 6191 w 24779"/>
                      <a:gd name="connsiteY7" fmla="*/ 1 h 29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779" h="29623">
                        <a:moveTo>
                          <a:pt x="6191" y="1"/>
                        </a:moveTo>
                        <a:cubicBezTo>
                          <a:pt x="4000" y="1"/>
                          <a:pt x="1905" y="382"/>
                          <a:pt x="0" y="1049"/>
                        </a:cubicBezTo>
                        <a:cubicBezTo>
                          <a:pt x="5334" y="9621"/>
                          <a:pt x="5620" y="19718"/>
                          <a:pt x="3715" y="29243"/>
                        </a:cubicBezTo>
                        <a:cubicBezTo>
                          <a:pt x="5048" y="29528"/>
                          <a:pt x="6382" y="29624"/>
                          <a:pt x="7715" y="29624"/>
                        </a:cubicBezTo>
                        <a:cubicBezTo>
                          <a:pt x="9049" y="29624"/>
                          <a:pt x="10382" y="29433"/>
                          <a:pt x="11621" y="29243"/>
                        </a:cubicBezTo>
                        <a:cubicBezTo>
                          <a:pt x="14573" y="27814"/>
                          <a:pt x="17526" y="26290"/>
                          <a:pt x="20479" y="24861"/>
                        </a:cubicBezTo>
                        <a:cubicBezTo>
                          <a:pt x="23336" y="22194"/>
                          <a:pt x="24955" y="18670"/>
                          <a:pt x="24765" y="14765"/>
                        </a:cubicBezTo>
                        <a:cubicBezTo>
                          <a:pt x="24289" y="6573"/>
                          <a:pt x="16002" y="-94"/>
                          <a:pt x="619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61" name="Forme libre : forme 18360">
                    <a:extLst>
                      <a:ext uri="{FF2B5EF4-FFF2-40B4-BE49-F238E27FC236}">
                        <a16:creationId xmlns:a16="http://schemas.microsoft.com/office/drawing/2014/main" id="{EBC8397A-6D4F-4E15-B5C5-9BF1580B28B0}"/>
                      </a:ext>
                    </a:extLst>
                  </p:cNvPr>
                  <p:cNvSpPr/>
                  <p:nvPr/>
                </p:nvSpPr>
                <p:spPr>
                  <a:xfrm>
                    <a:off x="3266304" y="5186362"/>
                    <a:ext cx="15567" cy="28288"/>
                  </a:xfrm>
                  <a:custGeom>
                    <a:avLst/>
                    <a:gdLst>
                      <a:gd name="connsiteX0" fmla="*/ 10871 w 15567"/>
                      <a:gd name="connsiteY0" fmla="*/ 0 h 28288"/>
                      <a:gd name="connsiteX1" fmla="*/ 13 w 15567"/>
                      <a:gd name="connsiteY1" fmla="*/ 13907 h 28288"/>
                      <a:gd name="connsiteX2" fmla="*/ 14491 w 15567"/>
                      <a:gd name="connsiteY2" fmla="*/ 28289 h 28288"/>
                      <a:gd name="connsiteX3" fmla="*/ 10871 w 15567"/>
                      <a:gd name="connsiteY3" fmla="*/ 0 h 28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567" h="28288">
                        <a:moveTo>
                          <a:pt x="10871" y="0"/>
                        </a:moveTo>
                        <a:cubicBezTo>
                          <a:pt x="4299" y="2191"/>
                          <a:pt x="-273" y="7525"/>
                          <a:pt x="13" y="13907"/>
                        </a:cubicBezTo>
                        <a:cubicBezTo>
                          <a:pt x="394" y="20955"/>
                          <a:pt x="6585" y="26765"/>
                          <a:pt x="14491" y="28289"/>
                        </a:cubicBezTo>
                        <a:cubicBezTo>
                          <a:pt x="16396" y="18669"/>
                          <a:pt x="16110" y="8573"/>
                          <a:pt x="1087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62" name="Forme libre : forme 18361">
                    <a:extLst>
                      <a:ext uri="{FF2B5EF4-FFF2-40B4-BE49-F238E27FC236}">
                        <a16:creationId xmlns:a16="http://schemas.microsoft.com/office/drawing/2014/main" id="{874F151D-27C0-4EB2-9BD4-C23C0A8A324C}"/>
                      </a:ext>
                    </a:extLst>
                  </p:cNvPr>
                  <p:cNvSpPr/>
                  <p:nvPr/>
                </p:nvSpPr>
                <p:spPr>
                  <a:xfrm>
                    <a:off x="3318793" y="5219128"/>
                    <a:ext cx="18301" cy="15145"/>
                  </a:xfrm>
                  <a:custGeom>
                    <a:avLst/>
                    <a:gdLst>
                      <a:gd name="connsiteX0" fmla="*/ 9532 w 18301"/>
                      <a:gd name="connsiteY0" fmla="*/ 15145 h 15145"/>
                      <a:gd name="connsiteX1" fmla="*/ 18295 w 18301"/>
                      <a:gd name="connsiteY1" fmla="*/ 7525 h 15145"/>
                      <a:gd name="connsiteX2" fmla="*/ 8770 w 18301"/>
                      <a:gd name="connsiteY2" fmla="*/ 0 h 15145"/>
                      <a:gd name="connsiteX3" fmla="*/ 7 w 18301"/>
                      <a:gd name="connsiteY3" fmla="*/ 7620 h 15145"/>
                      <a:gd name="connsiteX4" fmla="*/ 9532 w 18301"/>
                      <a:gd name="connsiteY4" fmla="*/ 15145 h 1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5">
                        <a:moveTo>
                          <a:pt x="9532" y="15145"/>
                        </a:moveTo>
                        <a:cubicBezTo>
                          <a:pt x="14580" y="15145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ubicBezTo>
                          <a:pt x="3721" y="0"/>
                          <a:pt x="-184" y="3429"/>
                          <a:pt x="7" y="7620"/>
                        </a:cubicBezTo>
                        <a:cubicBezTo>
                          <a:pt x="197" y="11716"/>
                          <a:pt x="4483" y="15145"/>
                          <a:pt x="9532" y="15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63" name="Forme libre : forme 18362">
                    <a:extLst>
                      <a:ext uri="{FF2B5EF4-FFF2-40B4-BE49-F238E27FC236}">
                        <a16:creationId xmlns:a16="http://schemas.microsoft.com/office/drawing/2014/main" id="{514E2826-8C18-458E-A20A-1B1863EBDD31}"/>
                      </a:ext>
                    </a:extLst>
                  </p:cNvPr>
                  <p:cNvSpPr/>
                  <p:nvPr/>
                </p:nvSpPr>
                <p:spPr>
                  <a:xfrm>
                    <a:off x="3415002" y="5323617"/>
                    <a:ext cx="34779" cy="26860"/>
                  </a:xfrm>
                  <a:custGeom>
                    <a:avLst/>
                    <a:gdLst>
                      <a:gd name="connsiteX0" fmla="*/ 11811 w 34779"/>
                      <a:gd name="connsiteY0" fmla="*/ 9811 h 26860"/>
                      <a:gd name="connsiteX1" fmla="*/ 0 w 34779"/>
                      <a:gd name="connsiteY1" fmla="*/ 15716 h 26860"/>
                      <a:gd name="connsiteX2" fmla="*/ 17716 w 34779"/>
                      <a:gd name="connsiteY2" fmla="*/ 26861 h 26860"/>
                      <a:gd name="connsiteX3" fmla="*/ 34766 w 34779"/>
                      <a:gd name="connsiteY3" fmla="*/ 12002 h 26860"/>
                      <a:gd name="connsiteX4" fmla="*/ 26670 w 34779"/>
                      <a:gd name="connsiteY4" fmla="*/ 0 h 26860"/>
                      <a:gd name="connsiteX5" fmla="*/ 11811 w 34779"/>
                      <a:gd name="connsiteY5" fmla="*/ 9811 h 26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779" h="26860">
                        <a:moveTo>
                          <a:pt x="11811" y="9811"/>
                        </a:moveTo>
                        <a:cubicBezTo>
                          <a:pt x="7906" y="11811"/>
                          <a:pt x="3905" y="13716"/>
                          <a:pt x="0" y="15716"/>
                        </a:cubicBezTo>
                        <a:cubicBezTo>
                          <a:pt x="2286" y="22098"/>
                          <a:pt x="9430" y="26861"/>
                          <a:pt x="17716" y="26861"/>
                        </a:cubicBezTo>
                        <a:cubicBezTo>
                          <a:pt x="27527" y="26861"/>
                          <a:pt x="35147" y="20194"/>
                          <a:pt x="34766" y="12002"/>
                        </a:cubicBezTo>
                        <a:cubicBezTo>
                          <a:pt x="34480" y="7049"/>
                          <a:pt x="31337" y="2667"/>
                          <a:pt x="26670" y="0"/>
                        </a:cubicBezTo>
                        <a:cubicBezTo>
                          <a:pt x="22860" y="4096"/>
                          <a:pt x="17050" y="7239"/>
                          <a:pt x="11811" y="98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64" name="Forme libre : forme 18363">
                    <a:extLst>
                      <a:ext uri="{FF2B5EF4-FFF2-40B4-BE49-F238E27FC236}">
                        <a16:creationId xmlns:a16="http://schemas.microsoft.com/office/drawing/2014/main" id="{807998CA-C13E-4B6A-A063-5F58A3C50C5B}"/>
                      </a:ext>
                    </a:extLst>
                  </p:cNvPr>
                  <p:cNvSpPr/>
                  <p:nvPr/>
                </p:nvSpPr>
                <p:spPr>
                  <a:xfrm>
                    <a:off x="3414226" y="5320760"/>
                    <a:ext cx="27541" cy="18573"/>
                  </a:xfrm>
                  <a:custGeom>
                    <a:avLst/>
                    <a:gdLst>
                      <a:gd name="connsiteX0" fmla="*/ 14 w 27541"/>
                      <a:gd name="connsiteY0" fmla="*/ 14954 h 18573"/>
                      <a:gd name="connsiteX1" fmla="*/ 776 w 27541"/>
                      <a:gd name="connsiteY1" fmla="*/ 18574 h 18573"/>
                      <a:gd name="connsiteX2" fmla="*/ 12587 w 27541"/>
                      <a:gd name="connsiteY2" fmla="*/ 12668 h 18573"/>
                      <a:gd name="connsiteX3" fmla="*/ 27541 w 27541"/>
                      <a:gd name="connsiteY3" fmla="*/ 2763 h 18573"/>
                      <a:gd name="connsiteX4" fmla="*/ 17064 w 27541"/>
                      <a:gd name="connsiteY4" fmla="*/ 0 h 18573"/>
                      <a:gd name="connsiteX5" fmla="*/ 14 w 27541"/>
                      <a:gd name="connsiteY5" fmla="*/ 14954 h 18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541" h="18573">
                        <a:moveTo>
                          <a:pt x="14" y="14954"/>
                        </a:moveTo>
                        <a:cubicBezTo>
                          <a:pt x="109" y="16193"/>
                          <a:pt x="395" y="17431"/>
                          <a:pt x="776" y="18574"/>
                        </a:cubicBezTo>
                        <a:cubicBezTo>
                          <a:pt x="4681" y="16573"/>
                          <a:pt x="8681" y="14669"/>
                          <a:pt x="12587" y="12668"/>
                        </a:cubicBezTo>
                        <a:cubicBezTo>
                          <a:pt x="17730" y="10096"/>
                          <a:pt x="23636" y="6954"/>
                          <a:pt x="27541" y="2763"/>
                        </a:cubicBezTo>
                        <a:cubicBezTo>
                          <a:pt x="24493" y="1048"/>
                          <a:pt x="20969" y="0"/>
                          <a:pt x="17064" y="0"/>
                        </a:cubicBezTo>
                        <a:cubicBezTo>
                          <a:pt x="7253" y="95"/>
                          <a:pt x="-367" y="6763"/>
                          <a:pt x="14" y="149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65" name="Forme libre : forme 18364">
                    <a:extLst>
                      <a:ext uri="{FF2B5EF4-FFF2-40B4-BE49-F238E27FC236}">
                        <a16:creationId xmlns:a16="http://schemas.microsoft.com/office/drawing/2014/main" id="{5E2677CD-EC2D-4E31-A191-3B56921976AC}"/>
                      </a:ext>
                    </a:extLst>
                  </p:cNvPr>
                  <p:cNvSpPr/>
                  <p:nvPr/>
                </p:nvSpPr>
                <p:spPr>
                  <a:xfrm>
                    <a:off x="3477200" y="5361908"/>
                    <a:ext cx="7817" cy="7715"/>
                  </a:xfrm>
                  <a:custGeom>
                    <a:avLst/>
                    <a:gdLst>
                      <a:gd name="connsiteX0" fmla="*/ 0 w 7817"/>
                      <a:gd name="connsiteY0" fmla="*/ 7715 h 7715"/>
                      <a:gd name="connsiteX1" fmla="*/ 7810 w 7817"/>
                      <a:gd name="connsiteY1" fmla="*/ 286 h 7715"/>
                      <a:gd name="connsiteX2" fmla="*/ 7715 w 7817"/>
                      <a:gd name="connsiteY2" fmla="*/ 0 h 7715"/>
                      <a:gd name="connsiteX3" fmla="*/ 0 w 7817"/>
                      <a:gd name="connsiteY3" fmla="*/ 7715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17" h="7715">
                        <a:moveTo>
                          <a:pt x="0" y="7715"/>
                        </a:moveTo>
                        <a:cubicBezTo>
                          <a:pt x="4572" y="7334"/>
                          <a:pt x="8001" y="4191"/>
                          <a:pt x="7810" y="286"/>
                        </a:cubicBezTo>
                        <a:cubicBezTo>
                          <a:pt x="7810" y="191"/>
                          <a:pt x="7715" y="95"/>
                          <a:pt x="7715" y="0"/>
                        </a:cubicBezTo>
                        <a:cubicBezTo>
                          <a:pt x="5143" y="2477"/>
                          <a:pt x="2572" y="5049"/>
                          <a:pt x="0" y="77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66" name="Forme libre : forme 18365">
                    <a:extLst>
                      <a:ext uri="{FF2B5EF4-FFF2-40B4-BE49-F238E27FC236}">
                        <a16:creationId xmlns:a16="http://schemas.microsoft.com/office/drawing/2014/main" id="{FF61F554-BDB0-437E-80B7-16C1648D556E}"/>
                      </a:ext>
                    </a:extLst>
                  </p:cNvPr>
                  <p:cNvSpPr/>
                  <p:nvPr/>
                </p:nvSpPr>
                <p:spPr>
                  <a:xfrm>
                    <a:off x="3466811" y="5354573"/>
                    <a:ext cx="18104" cy="15145"/>
                  </a:xfrm>
                  <a:custGeom>
                    <a:avLst/>
                    <a:gdLst>
                      <a:gd name="connsiteX0" fmla="*/ 8770 w 18104"/>
                      <a:gd name="connsiteY0" fmla="*/ 0 h 15145"/>
                      <a:gd name="connsiteX1" fmla="*/ 7 w 18104"/>
                      <a:gd name="connsiteY1" fmla="*/ 7620 h 15145"/>
                      <a:gd name="connsiteX2" fmla="*/ 9532 w 18104"/>
                      <a:gd name="connsiteY2" fmla="*/ 15145 h 15145"/>
                      <a:gd name="connsiteX3" fmla="*/ 10389 w 18104"/>
                      <a:gd name="connsiteY3" fmla="*/ 14954 h 15145"/>
                      <a:gd name="connsiteX4" fmla="*/ 18104 w 18104"/>
                      <a:gd name="connsiteY4" fmla="*/ 7144 h 15145"/>
                      <a:gd name="connsiteX5" fmla="*/ 8770 w 18104"/>
                      <a:gd name="connsiteY5" fmla="*/ 0 h 1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104" h="15145">
                        <a:moveTo>
                          <a:pt x="8770" y="0"/>
                        </a:moveTo>
                        <a:cubicBezTo>
                          <a:pt x="3721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3" y="15145"/>
                          <a:pt x="9532" y="15145"/>
                        </a:cubicBezTo>
                        <a:cubicBezTo>
                          <a:pt x="9817" y="15145"/>
                          <a:pt x="10103" y="15050"/>
                          <a:pt x="10389" y="14954"/>
                        </a:cubicBezTo>
                        <a:cubicBezTo>
                          <a:pt x="12961" y="12288"/>
                          <a:pt x="15532" y="9716"/>
                          <a:pt x="18104" y="7144"/>
                        </a:cubicBezTo>
                        <a:cubicBezTo>
                          <a:pt x="17723" y="3239"/>
                          <a:pt x="13627" y="0"/>
                          <a:pt x="8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67" name="Forme libre : forme 18366">
                    <a:extLst>
                      <a:ext uri="{FF2B5EF4-FFF2-40B4-BE49-F238E27FC236}">
                        <a16:creationId xmlns:a16="http://schemas.microsoft.com/office/drawing/2014/main" id="{E045978A-F739-46C2-9440-5BD94CAC9208}"/>
                      </a:ext>
                    </a:extLst>
                  </p:cNvPr>
                  <p:cNvSpPr/>
                  <p:nvPr/>
                </p:nvSpPr>
                <p:spPr>
                  <a:xfrm>
                    <a:off x="3737042" y="5366575"/>
                    <a:ext cx="31922" cy="23050"/>
                  </a:xfrm>
                  <a:custGeom>
                    <a:avLst/>
                    <a:gdLst>
                      <a:gd name="connsiteX0" fmla="*/ 0 w 31922"/>
                      <a:gd name="connsiteY0" fmla="*/ 16764 h 23050"/>
                      <a:gd name="connsiteX1" fmla="*/ 14859 w 31922"/>
                      <a:gd name="connsiteY1" fmla="*/ 23051 h 23050"/>
                      <a:gd name="connsiteX2" fmla="*/ 31909 w 31922"/>
                      <a:gd name="connsiteY2" fmla="*/ 8192 h 23050"/>
                      <a:gd name="connsiteX3" fmla="*/ 28480 w 31922"/>
                      <a:gd name="connsiteY3" fmla="*/ 0 h 23050"/>
                      <a:gd name="connsiteX4" fmla="*/ 5048 w 31922"/>
                      <a:gd name="connsiteY4" fmla="*/ 11621 h 23050"/>
                      <a:gd name="connsiteX5" fmla="*/ 0 w 31922"/>
                      <a:gd name="connsiteY5" fmla="*/ 16764 h 23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922" h="23050">
                        <a:moveTo>
                          <a:pt x="0" y="16764"/>
                        </a:moveTo>
                        <a:cubicBezTo>
                          <a:pt x="3429" y="20574"/>
                          <a:pt x="8858" y="23051"/>
                          <a:pt x="14859" y="23051"/>
                        </a:cubicBezTo>
                        <a:cubicBezTo>
                          <a:pt x="24670" y="23051"/>
                          <a:pt x="32290" y="16383"/>
                          <a:pt x="31909" y="8192"/>
                        </a:cubicBezTo>
                        <a:cubicBezTo>
                          <a:pt x="31718" y="5144"/>
                          <a:pt x="30480" y="2381"/>
                          <a:pt x="28480" y="0"/>
                        </a:cubicBezTo>
                        <a:cubicBezTo>
                          <a:pt x="22288" y="5144"/>
                          <a:pt x="14192" y="8954"/>
                          <a:pt x="5048" y="11621"/>
                        </a:cubicBezTo>
                        <a:cubicBezTo>
                          <a:pt x="3429" y="13335"/>
                          <a:pt x="1619" y="15050"/>
                          <a:pt x="0" y="167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68" name="Forme libre : forme 18367">
                    <a:extLst>
                      <a:ext uri="{FF2B5EF4-FFF2-40B4-BE49-F238E27FC236}">
                        <a16:creationId xmlns:a16="http://schemas.microsoft.com/office/drawing/2014/main" id="{8B4C36F3-343A-4ED1-AD7F-B6DE6A1148DD}"/>
                      </a:ext>
                    </a:extLst>
                  </p:cNvPr>
                  <p:cNvSpPr/>
                  <p:nvPr/>
                </p:nvSpPr>
                <p:spPr>
                  <a:xfrm>
                    <a:off x="3742186" y="5360003"/>
                    <a:ext cx="23431" cy="18097"/>
                  </a:xfrm>
                  <a:custGeom>
                    <a:avLst/>
                    <a:gdLst>
                      <a:gd name="connsiteX0" fmla="*/ 8287 w 23431"/>
                      <a:gd name="connsiteY0" fmla="*/ 0 h 18097"/>
                      <a:gd name="connsiteX1" fmla="*/ 3239 w 23431"/>
                      <a:gd name="connsiteY1" fmla="*/ 667 h 18097"/>
                      <a:gd name="connsiteX2" fmla="*/ 3810 w 23431"/>
                      <a:gd name="connsiteY2" fmla="*/ 12573 h 18097"/>
                      <a:gd name="connsiteX3" fmla="*/ 0 w 23431"/>
                      <a:gd name="connsiteY3" fmla="*/ 18098 h 18097"/>
                      <a:gd name="connsiteX4" fmla="*/ 23432 w 23431"/>
                      <a:gd name="connsiteY4" fmla="*/ 6477 h 18097"/>
                      <a:gd name="connsiteX5" fmla="*/ 8287 w 23431"/>
                      <a:gd name="connsiteY5" fmla="*/ 0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431" h="18097">
                        <a:moveTo>
                          <a:pt x="8287" y="0"/>
                        </a:moveTo>
                        <a:cubicBezTo>
                          <a:pt x="6477" y="0"/>
                          <a:pt x="4858" y="286"/>
                          <a:pt x="3239" y="667"/>
                        </a:cubicBezTo>
                        <a:cubicBezTo>
                          <a:pt x="5048" y="4382"/>
                          <a:pt x="5525" y="8382"/>
                          <a:pt x="3810" y="12573"/>
                        </a:cubicBezTo>
                        <a:cubicBezTo>
                          <a:pt x="2953" y="14574"/>
                          <a:pt x="1524" y="16383"/>
                          <a:pt x="0" y="18098"/>
                        </a:cubicBezTo>
                        <a:cubicBezTo>
                          <a:pt x="9144" y="15430"/>
                          <a:pt x="17241" y="11621"/>
                          <a:pt x="23432" y="6477"/>
                        </a:cubicBezTo>
                        <a:cubicBezTo>
                          <a:pt x="20003" y="2572"/>
                          <a:pt x="14478" y="0"/>
                          <a:pt x="828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69" name="Forme libre : forme 18368">
                    <a:extLst>
                      <a:ext uri="{FF2B5EF4-FFF2-40B4-BE49-F238E27FC236}">
                        <a16:creationId xmlns:a16="http://schemas.microsoft.com/office/drawing/2014/main" id="{6D5A4F72-535A-452E-A739-D03273E6C47D}"/>
                      </a:ext>
                    </a:extLst>
                  </p:cNvPr>
                  <p:cNvSpPr/>
                  <p:nvPr/>
                </p:nvSpPr>
                <p:spPr>
                  <a:xfrm>
                    <a:off x="3734851" y="5378196"/>
                    <a:ext cx="7239" cy="5143"/>
                  </a:xfrm>
                  <a:custGeom>
                    <a:avLst/>
                    <a:gdLst>
                      <a:gd name="connsiteX0" fmla="*/ 0 w 7239"/>
                      <a:gd name="connsiteY0" fmla="*/ 1905 h 5143"/>
                      <a:gd name="connsiteX1" fmla="*/ 2191 w 7239"/>
                      <a:gd name="connsiteY1" fmla="*/ 5143 h 5143"/>
                      <a:gd name="connsiteX2" fmla="*/ 7239 w 7239"/>
                      <a:gd name="connsiteY2" fmla="*/ 0 h 5143"/>
                      <a:gd name="connsiteX3" fmla="*/ 0 w 7239"/>
                      <a:gd name="connsiteY3" fmla="*/ 1905 h 5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239" h="5143">
                        <a:moveTo>
                          <a:pt x="0" y="1905"/>
                        </a:moveTo>
                        <a:cubicBezTo>
                          <a:pt x="571" y="3048"/>
                          <a:pt x="1334" y="4191"/>
                          <a:pt x="2191" y="5143"/>
                        </a:cubicBezTo>
                        <a:cubicBezTo>
                          <a:pt x="3810" y="3429"/>
                          <a:pt x="5620" y="1714"/>
                          <a:pt x="7239" y="0"/>
                        </a:cubicBezTo>
                        <a:cubicBezTo>
                          <a:pt x="4858" y="667"/>
                          <a:pt x="2477" y="1334"/>
                          <a:pt x="0" y="19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70" name="Forme libre : forme 18369">
                    <a:extLst>
                      <a:ext uri="{FF2B5EF4-FFF2-40B4-BE49-F238E27FC236}">
                        <a16:creationId xmlns:a16="http://schemas.microsoft.com/office/drawing/2014/main" id="{828015E5-D941-4E4F-B6AE-9F0390E32188}"/>
                      </a:ext>
                    </a:extLst>
                  </p:cNvPr>
                  <p:cNvSpPr/>
                  <p:nvPr/>
                </p:nvSpPr>
                <p:spPr>
                  <a:xfrm>
                    <a:off x="3733403" y="5360669"/>
                    <a:ext cx="13632" cy="19336"/>
                  </a:xfrm>
                  <a:custGeom>
                    <a:avLst/>
                    <a:gdLst>
                      <a:gd name="connsiteX0" fmla="*/ 20 w 13632"/>
                      <a:gd name="connsiteY0" fmla="*/ 14192 h 19336"/>
                      <a:gd name="connsiteX1" fmla="*/ 1449 w 13632"/>
                      <a:gd name="connsiteY1" fmla="*/ 19336 h 19336"/>
                      <a:gd name="connsiteX2" fmla="*/ 8688 w 13632"/>
                      <a:gd name="connsiteY2" fmla="*/ 17431 h 19336"/>
                      <a:gd name="connsiteX3" fmla="*/ 12498 w 13632"/>
                      <a:gd name="connsiteY3" fmla="*/ 11906 h 19336"/>
                      <a:gd name="connsiteX4" fmla="*/ 11926 w 13632"/>
                      <a:gd name="connsiteY4" fmla="*/ 0 h 19336"/>
                      <a:gd name="connsiteX5" fmla="*/ 20 w 13632"/>
                      <a:gd name="connsiteY5" fmla="*/ 14192 h 19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632" h="19336">
                        <a:moveTo>
                          <a:pt x="20" y="14192"/>
                        </a:moveTo>
                        <a:cubicBezTo>
                          <a:pt x="115" y="16002"/>
                          <a:pt x="687" y="17716"/>
                          <a:pt x="1449" y="19336"/>
                        </a:cubicBezTo>
                        <a:cubicBezTo>
                          <a:pt x="3925" y="18765"/>
                          <a:pt x="6401" y="18098"/>
                          <a:pt x="8688" y="17431"/>
                        </a:cubicBezTo>
                        <a:cubicBezTo>
                          <a:pt x="10307" y="15716"/>
                          <a:pt x="11640" y="13907"/>
                          <a:pt x="12498" y="11906"/>
                        </a:cubicBezTo>
                        <a:cubicBezTo>
                          <a:pt x="14307" y="7715"/>
                          <a:pt x="13831" y="3715"/>
                          <a:pt x="11926" y="0"/>
                        </a:cubicBezTo>
                        <a:cubicBezTo>
                          <a:pt x="4782" y="1905"/>
                          <a:pt x="-361" y="7525"/>
                          <a:pt x="20" y="14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71" name="Forme libre : forme 18370">
                    <a:extLst>
                      <a:ext uri="{FF2B5EF4-FFF2-40B4-BE49-F238E27FC236}">
                        <a16:creationId xmlns:a16="http://schemas.microsoft.com/office/drawing/2014/main" id="{18FB1548-7730-4441-9C56-BF9F7FAB26DF}"/>
                      </a:ext>
                    </a:extLst>
                  </p:cNvPr>
                  <p:cNvSpPr/>
                  <p:nvPr/>
                </p:nvSpPr>
                <p:spPr>
                  <a:xfrm>
                    <a:off x="3785899" y="5393721"/>
                    <a:ext cx="18301" cy="15144"/>
                  </a:xfrm>
                  <a:custGeom>
                    <a:avLst/>
                    <a:gdLst>
                      <a:gd name="connsiteX0" fmla="*/ 8770 w 18301"/>
                      <a:gd name="connsiteY0" fmla="*/ 0 h 15144"/>
                      <a:gd name="connsiteX1" fmla="*/ 7 w 18301"/>
                      <a:gd name="connsiteY1" fmla="*/ 7620 h 15144"/>
                      <a:gd name="connsiteX2" fmla="*/ 9532 w 18301"/>
                      <a:gd name="connsiteY2" fmla="*/ 15144 h 15144"/>
                      <a:gd name="connsiteX3" fmla="*/ 18295 w 18301"/>
                      <a:gd name="connsiteY3" fmla="*/ 7525 h 15144"/>
                      <a:gd name="connsiteX4" fmla="*/ 8770 w 18301"/>
                      <a:gd name="connsiteY4" fmla="*/ 0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4">
                        <a:moveTo>
                          <a:pt x="8770" y="0"/>
                        </a:moveTo>
                        <a:cubicBezTo>
                          <a:pt x="3721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3" y="15144"/>
                          <a:pt x="9532" y="15144"/>
                        </a:cubicBezTo>
                        <a:cubicBezTo>
                          <a:pt x="14580" y="15144"/>
                          <a:pt x="18485" y="11716"/>
                          <a:pt x="18295" y="7525"/>
                        </a:cubicBezTo>
                        <a:cubicBezTo>
                          <a:pt x="18009" y="3334"/>
                          <a:pt x="13818" y="0"/>
                          <a:pt x="8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72" name="Forme libre : forme 18371">
                    <a:extLst>
                      <a:ext uri="{FF2B5EF4-FFF2-40B4-BE49-F238E27FC236}">
                        <a16:creationId xmlns:a16="http://schemas.microsoft.com/office/drawing/2014/main" id="{FD006CEC-E33B-4C03-8609-B42B5C4D12F1}"/>
                      </a:ext>
                    </a:extLst>
                  </p:cNvPr>
                  <p:cNvSpPr/>
                  <p:nvPr/>
                </p:nvSpPr>
                <p:spPr>
                  <a:xfrm>
                    <a:off x="4254726" y="5043296"/>
                    <a:ext cx="11239" cy="5620"/>
                  </a:xfrm>
                  <a:custGeom>
                    <a:avLst/>
                    <a:gdLst>
                      <a:gd name="connsiteX0" fmla="*/ 11239 w 11239"/>
                      <a:gd name="connsiteY0" fmla="*/ 0 h 5620"/>
                      <a:gd name="connsiteX1" fmla="*/ 0 w 11239"/>
                      <a:gd name="connsiteY1" fmla="*/ 5620 h 5620"/>
                      <a:gd name="connsiteX2" fmla="*/ 11239 w 11239"/>
                      <a:gd name="connsiteY2" fmla="*/ 0 h 5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239" h="5620">
                        <a:moveTo>
                          <a:pt x="11239" y="0"/>
                        </a:moveTo>
                        <a:cubicBezTo>
                          <a:pt x="7525" y="1905"/>
                          <a:pt x="3715" y="3715"/>
                          <a:pt x="0" y="5620"/>
                        </a:cubicBezTo>
                        <a:cubicBezTo>
                          <a:pt x="4667" y="5049"/>
                          <a:pt x="8572" y="2953"/>
                          <a:pt x="1123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73" name="Forme libre : forme 18372">
                    <a:extLst>
                      <a:ext uri="{FF2B5EF4-FFF2-40B4-BE49-F238E27FC236}">
                        <a16:creationId xmlns:a16="http://schemas.microsoft.com/office/drawing/2014/main" id="{86FE71EB-2FCA-4638-BA76-CFBFA6F96A9C}"/>
                      </a:ext>
                    </a:extLst>
                  </p:cNvPr>
                  <p:cNvSpPr/>
                  <p:nvPr/>
                </p:nvSpPr>
                <p:spPr>
                  <a:xfrm>
                    <a:off x="4254059" y="5020532"/>
                    <a:ext cx="15162" cy="28384"/>
                  </a:xfrm>
                  <a:custGeom>
                    <a:avLst/>
                    <a:gdLst>
                      <a:gd name="connsiteX0" fmla="*/ 3334 w 15162"/>
                      <a:gd name="connsiteY0" fmla="*/ 0 h 28384"/>
                      <a:gd name="connsiteX1" fmla="*/ 0 w 15162"/>
                      <a:gd name="connsiteY1" fmla="*/ 28384 h 28384"/>
                      <a:gd name="connsiteX2" fmla="*/ 571 w 15162"/>
                      <a:gd name="connsiteY2" fmla="*/ 28289 h 28384"/>
                      <a:gd name="connsiteX3" fmla="*/ 11811 w 15162"/>
                      <a:gd name="connsiteY3" fmla="*/ 22669 h 28384"/>
                      <a:gd name="connsiteX4" fmla="*/ 15145 w 15162"/>
                      <a:gd name="connsiteY4" fmla="*/ 13621 h 28384"/>
                      <a:gd name="connsiteX5" fmla="*/ 3334 w 15162"/>
                      <a:gd name="connsiteY5" fmla="*/ 0 h 28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162" h="28384">
                        <a:moveTo>
                          <a:pt x="3334" y="0"/>
                        </a:moveTo>
                        <a:cubicBezTo>
                          <a:pt x="3810" y="9430"/>
                          <a:pt x="2286" y="19145"/>
                          <a:pt x="0" y="28384"/>
                        </a:cubicBezTo>
                        <a:cubicBezTo>
                          <a:pt x="190" y="28384"/>
                          <a:pt x="381" y="28384"/>
                          <a:pt x="571" y="28289"/>
                        </a:cubicBezTo>
                        <a:cubicBezTo>
                          <a:pt x="4286" y="26384"/>
                          <a:pt x="8096" y="24574"/>
                          <a:pt x="11811" y="22669"/>
                        </a:cubicBezTo>
                        <a:cubicBezTo>
                          <a:pt x="14002" y="20193"/>
                          <a:pt x="15335" y="17050"/>
                          <a:pt x="15145" y="13621"/>
                        </a:cubicBezTo>
                        <a:cubicBezTo>
                          <a:pt x="14954" y="7429"/>
                          <a:pt x="10001" y="2191"/>
                          <a:pt x="333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74" name="Forme libre : forme 18373">
                    <a:extLst>
                      <a:ext uri="{FF2B5EF4-FFF2-40B4-BE49-F238E27FC236}">
                        <a16:creationId xmlns:a16="http://schemas.microsoft.com/office/drawing/2014/main" id="{92FBDBA7-F2C2-4F91-AD48-1AFFB7E2B012}"/>
                      </a:ext>
                    </a:extLst>
                  </p:cNvPr>
                  <p:cNvSpPr/>
                  <p:nvPr/>
                </p:nvSpPr>
                <p:spPr>
                  <a:xfrm>
                    <a:off x="4233662" y="5019484"/>
                    <a:ext cx="23822" cy="29623"/>
                  </a:xfrm>
                  <a:custGeom>
                    <a:avLst/>
                    <a:gdLst>
                      <a:gd name="connsiteX0" fmla="*/ 23731 w 23822"/>
                      <a:gd name="connsiteY0" fmla="*/ 1048 h 29623"/>
                      <a:gd name="connsiteX1" fmla="*/ 17064 w 23822"/>
                      <a:gd name="connsiteY1" fmla="*/ 0 h 29623"/>
                      <a:gd name="connsiteX2" fmla="*/ 14 w 23822"/>
                      <a:gd name="connsiteY2" fmla="*/ 14859 h 29623"/>
                      <a:gd name="connsiteX3" fmla="*/ 18588 w 23822"/>
                      <a:gd name="connsiteY3" fmla="*/ 29623 h 29623"/>
                      <a:gd name="connsiteX4" fmla="*/ 20397 w 23822"/>
                      <a:gd name="connsiteY4" fmla="*/ 29433 h 29623"/>
                      <a:gd name="connsiteX5" fmla="*/ 23731 w 23822"/>
                      <a:gd name="connsiteY5" fmla="*/ 1048 h 29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822" h="29623">
                        <a:moveTo>
                          <a:pt x="23731" y="1048"/>
                        </a:moveTo>
                        <a:cubicBezTo>
                          <a:pt x="21636" y="381"/>
                          <a:pt x="19445" y="0"/>
                          <a:pt x="17064" y="0"/>
                        </a:cubicBezTo>
                        <a:cubicBezTo>
                          <a:pt x="7253" y="0"/>
                          <a:pt x="-367" y="6668"/>
                          <a:pt x="14" y="14859"/>
                        </a:cubicBezTo>
                        <a:cubicBezTo>
                          <a:pt x="395" y="23051"/>
                          <a:pt x="8681" y="29623"/>
                          <a:pt x="18588" y="29623"/>
                        </a:cubicBezTo>
                        <a:cubicBezTo>
                          <a:pt x="19254" y="29623"/>
                          <a:pt x="19826" y="29528"/>
                          <a:pt x="20397" y="29433"/>
                        </a:cubicBezTo>
                        <a:cubicBezTo>
                          <a:pt x="22779" y="20193"/>
                          <a:pt x="24207" y="10478"/>
                          <a:pt x="23731" y="1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75" name="Forme libre : forme 18374">
                    <a:extLst>
                      <a:ext uri="{FF2B5EF4-FFF2-40B4-BE49-F238E27FC236}">
                        <a16:creationId xmlns:a16="http://schemas.microsoft.com/office/drawing/2014/main" id="{1BBBFAB7-18B3-46D3-9D9D-DA47A36A93F0}"/>
                      </a:ext>
                    </a:extLst>
                  </p:cNvPr>
                  <p:cNvSpPr/>
                  <p:nvPr/>
                </p:nvSpPr>
                <p:spPr>
                  <a:xfrm>
                    <a:off x="4286247" y="5053203"/>
                    <a:ext cx="18301" cy="15144"/>
                  </a:xfrm>
                  <a:custGeom>
                    <a:avLst/>
                    <a:gdLst>
                      <a:gd name="connsiteX0" fmla="*/ 7 w 18301"/>
                      <a:gd name="connsiteY0" fmla="*/ 7620 h 15144"/>
                      <a:gd name="connsiteX1" fmla="*/ 9532 w 18301"/>
                      <a:gd name="connsiteY1" fmla="*/ 15144 h 15144"/>
                      <a:gd name="connsiteX2" fmla="*/ 18295 w 18301"/>
                      <a:gd name="connsiteY2" fmla="*/ 7525 h 15144"/>
                      <a:gd name="connsiteX3" fmla="*/ 8770 w 18301"/>
                      <a:gd name="connsiteY3" fmla="*/ 0 h 15144"/>
                      <a:gd name="connsiteX4" fmla="*/ 7 w 18301"/>
                      <a:gd name="connsiteY4" fmla="*/ 7620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4">
                        <a:moveTo>
                          <a:pt x="7" y="7620"/>
                        </a:moveTo>
                        <a:cubicBezTo>
                          <a:pt x="197" y="11811"/>
                          <a:pt x="4483" y="15144"/>
                          <a:pt x="9532" y="15144"/>
                        </a:cubicBezTo>
                        <a:cubicBezTo>
                          <a:pt x="14580" y="15144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ubicBezTo>
                          <a:pt x="3721" y="95"/>
                          <a:pt x="-184" y="3429"/>
                          <a:pt x="7" y="76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76" name="Forme libre : forme 18375">
                    <a:extLst>
                      <a:ext uri="{FF2B5EF4-FFF2-40B4-BE49-F238E27FC236}">
                        <a16:creationId xmlns:a16="http://schemas.microsoft.com/office/drawing/2014/main" id="{2C686D0A-C57F-44B9-BAD2-4EABF5561854}"/>
                      </a:ext>
                    </a:extLst>
                  </p:cNvPr>
                  <p:cNvSpPr/>
                  <p:nvPr/>
                </p:nvSpPr>
                <p:spPr>
                  <a:xfrm>
                    <a:off x="4212816" y="5313043"/>
                    <a:ext cx="20781" cy="29338"/>
                  </a:xfrm>
                  <a:custGeom>
                    <a:avLst/>
                    <a:gdLst>
                      <a:gd name="connsiteX0" fmla="*/ 2286 w 20781"/>
                      <a:gd name="connsiteY0" fmla="*/ 1 h 29338"/>
                      <a:gd name="connsiteX1" fmla="*/ 0 w 20781"/>
                      <a:gd name="connsiteY1" fmla="*/ 192 h 29338"/>
                      <a:gd name="connsiteX2" fmla="*/ 1905 w 20781"/>
                      <a:gd name="connsiteY2" fmla="*/ 1049 h 29338"/>
                      <a:gd name="connsiteX3" fmla="*/ 11430 w 20781"/>
                      <a:gd name="connsiteY3" fmla="*/ 21623 h 29338"/>
                      <a:gd name="connsiteX4" fmla="*/ 6287 w 20781"/>
                      <a:gd name="connsiteY4" fmla="*/ 29338 h 29338"/>
                      <a:gd name="connsiteX5" fmla="*/ 20765 w 20781"/>
                      <a:gd name="connsiteY5" fmla="*/ 14670 h 29338"/>
                      <a:gd name="connsiteX6" fmla="*/ 2286 w 20781"/>
                      <a:gd name="connsiteY6" fmla="*/ 1 h 2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781" h="29338">
                        <a:moveTo>
                          <a:pt x="2286" y="1"/>
                        </a:moveTo>
                        <a:cubicBezTo>
                          <a:pt x="1524" y="1"/>
                          <a:pt x="762" y="96"/>
                          <a:pt x="0" y="192"/>
                        </a:cubicBezTo>
                        <a:cubicBezTo>
                          <a:pt x="571" y="477"/>
                          <a:pt x="1334" y="668"/>
                          <a:pt x="1905" y="1049"/>
                        </a:cubicBezTo>
                        <a:cubicBezTo>
                          <a:pt x="8763" y="5335"/>
                          <a:pt x="13335" y="15051"/>
                          <a:pt x="11430" y="21623"/>
                        </a:cubicBezTo>
                        <a:cubicBezTo>
                          <a:pt x="10573" y="24576"/>
                          <a:pt x="8763" y="27148"/>
                          <a:pt x="6287" y="29338"/>
                        </a:cubicBezTo>
                        <a:cubicBezTo>
                          <a:pt x="14859" y="28291"/>
                          <a:pt x="21146" y="22099"/>
                          <a:pt x="20765" y="14670"/>
                        </a:cubicBezTo>
                        <a:cubicBezTo>
                          <a:pt x="20384" y="6573"/>
                          <a:pt x="12097" y="-94"/>
                          <a:pt x="228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77" name="Forme libre : forme 18376">
                    <a:extLst>
                      <a:ext uri="{FF2B5EF4-FFF2-40B4-BE49-F238E27FC236}">
                        <a16:creationId xmlns:a16="http://schemas.microsoft.com/office/drawing/2014/main" id="{353EEF5F-7161-4E58-97CC-FDFD0A65F74D}"/>
                      </a:ext>
                    </a:extLst>
                  </p:cNvPr>
                  <p:cNvSpPr/>
                  <p:nvPr/>
                </p:nvSpPr>
                <p:spPr>
                  <a:xfrm>
                    <a:off x="4204720" y="5313235"/>
                    <a:ext cx="19929" cy="29343"/>
                  </a:xfrm>
                  <a:custGeom>
                    <a:avLst/>
                    <a:gdLst>
                      <a:gd name="connsiteX0" fmla="*/ 19526 w 19929"/>
                      <a:gd name="connsiteY0" fmla="*/ 21431 h 29343"/>
                      <a:gd name="connsiteX1" fmla="*/ 10001 w 19929"/>
                      <a:gd name="connsiteY1" fmla="*/ 857 h 29343"/>
                      <a:gd name="connsiteX2" fmla="*/ 8096 w 19929"/>
                      <a:gd name="connsiteY2" fmla="*/ 0 h 29343"/>
                      <a:gd name="connsiteX3" fmla="*/ 0 w 19929"/>
                      <a:gd name="connsiteY3" fmla="*/ 2762 h 29343"/>
                      <a:gd name="connsiteX4" fmla="*/ 2095 w 19929"/>
                      <a:gd name="connsiteY4" fmla="*/ 24955 h 29343"/>
                      <a:gd name="connsiteX5" fmla="*/ 1809 w 19929"/>
                      <a:gd name="connsiteY5" fmla="*/ 26861 h 29343"/>
                      <a:gd name="connsiteX6" fmla="*/ 11906 w 19929"/>
                      <a:gd name="connsiteY6" fmla="*/ 29337 h 29343"/>
                      <a:gd name="connsiteX7" fmla="*/ 14478 w 19929"/>
                      <a:gd name="connsiteY7" fmla="*/ 29146 h 29343"/>
                      <a:gd name="connsiteX8" fmla="*/ 19526 w 19929"/>
                      <a:gd name="connsiteY8" fmla="*/ 21431 h 29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929" h="29343">
                        <a:moveTo>
                          <a:pt x="19526" y="21431"/>
                        </a:moveTo>
                        <a:cubicBezTo>
                          <a:pt x="21336" y="14764"/>
                          <a:pt x="16859" y="5048"/>
                          <a:pt x="10001" y="857"/>
                        </a:cubicBezTo>
                        <a:cubicBezTo>
                          <a:pt x="9430" y="476"/>
                          <a:pt x="8667" y="381"/>
                          <a:pt x="8096" y="0"/>
                        </a:cubicBezTo>
                        <a:cubicBezTo>
                          <a:pt x="5048" y="381"/>
                          <a:pt x="2286" y="1334"/>
                          <a:pt x="0" y="2762"/>
                        </a:cubicBezTo>
                        <a:cubicBezTo>
                          <a:pt x="2286" y="9716"/>
                          <a:pt x="2953" y="17431"/>
                          <a:pt x="2095" y="24955"/>
                        </a:cubicBezTo>
                        <a:cubicBezTo>
                          <a:pt x="2000" y="25622"/>
                          <a:pt x="1905" y="26194"/>
                          <a:pt x="1809" y="26861"/>
                        </a:cubicBezTo>
                        <a:cubicBezTo>
                          <a:pt x="4763" y="28480"/>
                          <a:pt x="8191" y="29432"/>
                          <a:pt x="11906" y="29337"/>
                        </a:cubicBezTo>
                        <a:cubicBezTo>
                          <a:pt x="12763" y="29337"/>
                          <a:pt x="13621" y="29242"/>
                          <a:pt x="14478" y="29146"/>
                        </a:cubicBezTo>
                        <a:cubicBezTo>
                          <a:pt x="16764" y="26956"/>
                          <a:pt x="18669" y="24384"/>
                          <a:pt x="19526" y="2143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78" name="Forme libre : forme 18377">
                    <a:extLst>
                      <a:ext uri="{FF2B5EF4-FFF2-40B4-BE49-F238E27FC236}">
                        <a16:creationId xmlns:a16="http://schemas.microsoft.com/office/drawing/2014/main" id="{D8F72C28-C931-4219-95E0-CE9DD96ABCD9}"/>
                      </a:ext>
                    </a:extLst>
                  </p:cNvPr>
                  <p:cNvSpPr/>
                  <p:nvPr/>
                </p:nvSpPr>
                <p:spPr>
                  <a:xfrm>
                    <a:off x="4198031" y="5315997"/>
                    <a:ext cx="9064" cy="24098"/>
                  </a:xfrm>
                  <a:custGeom>
                    <a:avLst/>
                    <a:gdLst>
                      <a:gd name="connsiteX0" fmla="*/ 21 w 9064"/>
                      <a:gd name="connsiteY0" fmla="*/ 11906 h 24098"/>
                      <a:gd name="connsiteX1" fmla="*/ 8403 w 9064"/>
                      <a:gd name="connsiteY1" fmla="*/ 24099 h 24098"/>
                      <a:gd name="connsiteX2" fmla="*/ 8689 w 9064"/>
                      <a:gd name="connsiteY2" fmla="*/ 22193 h 24098"/>
                      <a:gd name="connsiteX3" fmla="*/ 6593 w 9064"/>
                      <a:gd name="connsiteY3" fmla="*/ 0 h 24098"/>
                      <a:gd name="connsiteX4" fmla="*/ 21 w 9064"/>
                      <a:gd name="connsiteY4" fmla="*/ 11906 h 24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64" h="24098">
                        <a:moveTo>
                          <a:pt x="21" y="11906"/>
                        </a:moveTo>
                        <a:cubicBezTo>
                          <a:pt x="307" y="16955"/>
                          <a:pt x="3545" y="21431"/>
                          <a:pt x="8403" y="24099"/>
                        </a:cubicBezTo>
                        <a:cubicBezTo>
                          <a:pt x="8498" y="23432"/>
                          <a:pt x="8593" y="22860"/>
                          <a:pt x="8689" y="22193"/>
                        </a:cubicBezTo>
                        <a:cubicBezTo>
                          <a:pt x="9546" y="14669"/>
                          <a:pt x="8974" y="6954"/>
                          <a:pt x="6593" y="0"/>
                        </a:cubicBezTo>
                        <a:cubicBezTo>
                          <a:pt x="2402" y="2763"/>
                          <a:pt x="-265" y="7048"/>
                          <a:pt x="21" y="119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79" name="Forme libre : forme 18378">
                    <a:extLst>
                      <a:ext uri="{FF2B5EF4-FFF2-40B4-BE49-F238E27FC236}">
                        <a16:creationId xmlns:a16="http://schemas.microsoft.com/office/drawing/2014/main" id="{FE954C01-725F-410C-8824-A8E95D969807}"/>
                      </a:ext>
                    </a:extLst>
                  </p:cNvPr>
                  <p:cNvSpPr/>
                  <p:nvPr/>
                </p:nvSpPr>
                <p:spPr>
                  <a:xfrm>
                    <a:off x="4250528" y="5346763"/>
                    <a:ext cx="18301" cy="15144"/>
                  </a:xfrm>
                  <a:custGeom>
                    <a:avLst/>
                    <a:gdLst>
                      <a:gd name="connsiteX0" fmla="*/ 8770 w 18301"/>
                      <a:gd name="connsiteY0" fmla="*/ 0 h 15144"/>
                      <a:gd name="connsiteX1" fmla="*/ 7 w 18301"/>
                      <a:gd name="connsiteY1" fmla="*/ 7620 h 15144"/>
                      <a:gd name="connsiteX2" fmla="*/ 9532 w 18301"/>
                      <a:gd name="connsiteY2" fmla="*/ 15144 h 15144"/>
                      <a:gd name="connsiteX3" fmla="*/ 18295 w 18301"/>
                      <a:gd name="connsiteY3" fmla="*/ 7525 h 15144"/>
                      <a:gd name="connsiteX4" fmla="*/ 8770 w 18301"/>
                      <a:gd name="connsiteY4" fmla="*/ 0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4">
                        <a:moveTo>
                          <a:pt x="8770" y="0"/>
                        </a:moveTo>
                        <a:cubicBezTo>
                          <a:pt x="3721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3" y="15144"/>
                          <a:pt x="9532" y="15144"/>
                        </a:cubicBezTo>
                        <a:cubicBezTo>
                          <a:pt x="14580" y="15144"/>
                          <a:pt x="18485" y="11716"/>
                          <a:pt x="18295" y="7525"/>
                        </a:cubicBezTo>
                        <a:cubicBezTo>
                          <a:pt x="18009" y="3334"/>
                          <a:pt x="13818" y="0"/>
                          <a:pt x="8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80" name="Forme libre : forme 18379">
                    <a:extLst>
                      <a:ext uri="{FF2B5EF4-FFF2-40B4-BE49-F238E27FC236}">
                        <a16:creationId xmlns:a16="http://schemas.microsoft.com/office/drawing/2014/main" id="{08B3ADF7-EC1C-417E-B92F-96EE5C4ED26B}"/>
                      </a:ext>
                    </a:extLst>
                  </p:cNvPr>
                  <p:cNvSpPr/>
                  <p:nvPr/>
                </p:nvSpPr>
                <p:spPr>
                  <a:xfrm>
                    <a:off x="4438940" y="5126450"/>
                    <a:ext cx="12490" cy="23431"/>
                  </a:xfrm>
                  <a:custGeom>
                    <a:avLst/>
                    <a:gdLst>
                      <a:gd name="connsiteX0" fmla="*/ 1524 w 12490"/>
                      <a:gd name="connsiteY0" fmla="*/ 23431 h 23431"/>
                      <a:gd name="connsiteX1" fmla="*/ 12478 w 12490"/>
                      <a:gd name="connsiteY1" fmla="*/ 9525 h 23431"/>
                      <a:gd name="connsiteX2" fmla="*/ 7715 w 12490"/>
                      <a:gd name="connsiteY2" fmla="*/ 0 h 23431"/>
                      <a:gd name="connsiteX3" fmla="*/ 0 w 12490"/>
                      <a:gd name="connsiteY3" fmla="*/ 23241 h 23431"/>
                      <a:gd name="connsiteX4" fmla="*/ 1524 w 12490"/>
                      <a:gd name="connsiteY4" fmla="*/ 23431 h 23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90" h="23431">
                        <a:moveTo>
                          <a:pt x="1524" y="23431"/>
                        </a:moveTo>
                        <a:cubicBezTo>
                          <a:pt x="8191" y="21336"/>
                          <a:pt x="12763" y="15907"/>
                          <a:pt x="12478" y="9525"/>
                        </a:cubicBezTo>
                        <a:cubicBezTo>
                          <a:pt x="12287" y="5810"/>
                          <a:pt x="10477" y="2571"/>
                          <a:pt x="7715" y="0"/>
                        </a:cubicBezTo>
                        <a:cubicBezTo>
                          <a:pt x="5143" y="7715"/>
                          <a:pt x="2572" y="15526"/>
                          <a:pt x="0" y="23241"/>
                        </a:cubicBezTo>
                        <a:cubicBezTo>
                          <a:pt x="476" y="23336"/>
                          <a:pt x="1048" y="23336"/>
                          <a:pt x="1524" y="2343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81" name="Forme libre : forme 18380">
                    <a:extLst>
                      <a:ext uri="{FF2B5EF4-FFF2-40B4-BE49-F238E27FC236}">
                        <a16:creationId xmlns:a16="http://schemas.microsoft.com/office/drawing/2014/main" id="{1D405605-4F0D-405C-B23E-0F5D0488B14E}"/>
                      </a:ext>
                    </a:extLst>
                  </p:cNvPr>
                  <p:cNvSpPr/>
                  <p:nvPr/>
                </p:nvSpPr>
                <p:spPr>
                  <a:xfrm>
                    <a:off x="4415868" y="5121303"/>
                    <a:ext cx="30787" cy="28482"/>
                  </a:xfrm>
                  <a:custGeom>
                    <a:avLst/>
                    <a:gdLst>
                      <a:gd name="connsiteX0" fmla="*/ 21 w 30787"/>
                      <a:gd name="connsiteY0" fmla="*/ 14862 h 28482"/>
                      <a:gd name="connsiteX1" fmla="*/ 11737 w 30787"/>
                      <a:gd name="connsiteY1" fmla="*/ 28483 h 28482"/>
                      <a:gd name="connsiteX2" fmla="*/ 23072 w 30787"/>
                      <a:gd name="connsiteY2" fmla="*/ 28388 h 28482"/>
                      <a:gd name="connsiteX3" fmla="*/ 30787 w 30787"/>
                      <a:gd name="connsiteY3" fmla="*/ 5147 h 28482"/>
                      <a:gd name="connsiteX4" fmla="*/ 17071 w 30787"/>
                      <a:gd name="connsiteY4" fmla="*/ 3 h 28482"/>
                      <a:gd name="connsiteX5" fmla="*/ 21 w 30787"/>
                      <a:gd name="connsiteY5" fmla="*/ 14862 h 28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787" h="28482">
                        <a:moveTo>
                          <a:pt x="21" y="14862"/>
                        </a:moveTo>
                        <a:cubicBezTo>
                          <a:pt x="307" y="21054"/>
                          <a:pt x="5165" y="26292"/>
                          <a:pt x="11737" y="28483"/>
                        </a:cubicBezTo>
                        <a:cubicBezTo>
                          <a:pt x="15547" y="27911"/>
                          <a:pt x="19357" y="27817"/>
                          <a:pt x="23072" y="28388"/>
                        </a:cubicBezTo>
                        <a:cubicBezTo>
                          <a:pt x="25643" y="20673"/>
                          <a:pt x="28215" y="12862"/>
                          <a:pt x="30787" y="5147"/>
                        </a:cubicBezTo>
                        <a:cubicBezTo>
                          <a:pt x="27358" y="2004"/>
                          <a:pt x="22500" y="-92"/>
                          <a:pt x="17071" y="3"/>
                        </a:cubicBezTo>
                        <a:cubicBezTo>
                          <a:pt x="7165" y="3"/>
                          <a:pt x="-455" y="6671"/>
                          <a:pt x="21" y="14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82" name="Forme libre : forme 18381">
                    <a:extLst>
                      <a:ext uri="{FF2B5EF4-FFF2-40B4-BE49-F238E27FC236}">
                        <a16:creationId xmlns:a16="http://schemas.microsoft.com/office/drawing/2014/main" id="{4DA283A9-AEF8-431E-9F10-3A554502901E}"/>
                      </a:ext>
                    </a:extLst>
                  </p:cNvPr>
                  <p:cNvSpPr/>
                  <p:nvPr/>
                </p:nvSpPr>
                <p:spPr>
                  <a:xfrm>
                    <a:off x="4438654" y="5149691"/>
                    <a:ext cx="1809" cy="666"/>
                  </a:xfrm>
                  <a:custGeom>
                    <a:avLst/>
                    <a:gdLst>
                      <a:gd name="connsiteX0" fmla="*/ 0 w 1809"/>
                      <a:gd name="connsiteY0" fmla="*/ 666 h 666"/>
                      <a:gd name="connsiteX1" fmla="*/ 1810 w 1809"/>
                      <a:gd name="connsiteY1" fmla="*/ 190 h 666"/>
                      <a:gd name="connsiteX2" fmla="*/ 190 w 1809"/>
                      <a:gd name="connsiteY2" fmla="*/ 0 h 666"/>
                      <a:gd name="connsiteX3" fmla="*/ 0 w 1809"/>
                      <a:gd name="connsiteY3" fmla="*/ 666 h 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09" h="666">
                        <a:moveTo>
                          <a:pt x="0" y="666"/>
                        </a:moveTo>
                        <a:cubicBezTo>
                          <a:pt x="571" y="571"/>
                          <a:pt x="1238" y="381"/>
                          <a:pt x="1810" y="190"/>
                        </a:cubicBezTo>
                        <a:cubicBezTo>
                          <a:pt x="1333" y="95"/>
                          <a:pt x="762" y="95"/>
                          <a:pt x="190" y="0"/>
                        </a:cubicBezTo>
                        <a:cubicBezTo>
                          <a:pt x="190" y="190"/>
                          <a:pt x="95" y="476"/>
                          <a:pt x="0" y="66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83" name="Forme libre : forme 18382">
                    <a:extLst>
                      <a:ext uri="{FF2B5EF4-FFF2-40B4-BE49-F238E27FC236}">
                        <a16:creationId xmlns:a16="http://schemas.microsoft.com/office/drawing/2014/main" id="{7F7D7233-4897-403D-BE89-21AB6BB79535}"/>
                      </a:ext>
                    </a:extLst>
                  </p:cNvPr>
                  <p:cNvSpPr/>
                  <p:nvPr/>
                </p:nvSpPr>
                <p:spPr>
                  <a:xfrm>
                    <a:off x="4427605" y="5149307"/>
                    <a:ext cx="11239" cy="1527"/>
                  </a:xfrm>
                  <a:custGeom>
                    <a:avLst/>
                    <a:gdLst>
                      <a:gd name="connsiteX0" fmla="*/ 0 w 11239"/>
                      <a:gd name="connsiteY0" fmla="*/ 479 h 1527"/>
                      <a:gd name="connsiteX1" fmla="*/ 6763 w 11239"/>
                      <a:gd name="connsiteY1" fmla="*/ 1527 h 1527"/>
                      <a:gd name="connsiteX2" fmla="*/ 11049 w 11239"/>
                      <a:gd name="connsiteY2" fmla="*/ 1050 h 1527"/>
                      <a:gd name="connsiteX3" fmla="*/ 11239 w 11239"/>
                      <a:gd name="connsiteY3" fmla="*/ 384 h 1527"/>
                      <a:gd name="connsiteX4" fmla="*/ 0 w 11239"/>
                      <a:gd name="connsiteY4" fmla="*/ 479 h 1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39" h="1527">
                        <a:moveTo>
                          <a:pt x="0" y="479"/>
                        </a:moveTo>
                        <a:cubicBezTo>
                          <a:pt x="2096" y="1146"/>
                          <a:pt x="4381" y="1527"/>
                          <a:pt x="6763" y="1527"/>
                        </a:cubicBezTo>
                        <a:cubicBezTo>
                          <a:pt x="8287" y="1527"/>
                          <a:pt x="9715" y="1336"/>
                          <a:pt x="11049" y="1050"/>
                        </a:cubicBezTo>
                        <a:cubicBezTo>
                          <a:pt x="11144" y="860"/>
                          <a:pt x="11239" y="574"/>
                          <a:pt x="11239" y="384"/>
                        </a:cubicBezTo>
                        <a:cubicBezTo>
                          <a:pt x="7620" y="-187"/>
                          <a:pt x="3810" y="-93"/>
                          <a:pt x="0" y="4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84" name="Forme libre : forme 18383">
                    <a:extLst>
                      <a:ext uri="{FF2B5EF4-FFF2-40B4-BE49-F238E27FC236}">
                        <a16:creationId xmlns:a16="http://schemas.microsoft.com/office/drawing/2014/main" id="{B5FD4F3D-B03B-4A9D-80CC-7615C9B2892F}"/>
                      </a:ext>
                    </a:extLst>
                  </p:cNvPr>
                  <p:cNvSpPr/>
                  <p:nvPr/>
                </p:nvSpPr>
                <p:spPr>
                  <a:xfrm>
                    <a:off x="4468270" y="5155025"/>
                    <a:ext cx="18309" cy="15144"/>
                  </a:xfrm>
                  <a:custGeom>
                    <a:avLst/>
                    <a:gdLst>
                      <a:gd name="connsiteX0" fmla="*/ 18295 w 18309"/>
                      <a:gd name="connsiteY0" fmla="*/ 7525 h 15144"/>
                      <a:gd name="connsiteX1" fmla="*/ 8770 w 18309"/>
                      <a:gd name="connsiteY1" fmla="*/ 0 h 15144"/>
                      <a:gd name="connsiteX2" fmla="*/ 7 w 18309"/>
                      <a:gd name="connsiteY2" fmla="*/ 7620 h 15144"/>
                      <a:gd name="connsiteX3" fmla="*/ 9532 w 18309"/>
                      <a:gd name="connsiteY3" fmla="*/ 15144 h 15144"/>
                      <a:gd name="connsiteX4" fmla="*/ 18295 w 18309"/>
                      <a:gd name="connsiteY4" fmla="*/ 7525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9" h="15144">
                        <a:moveTo>
                          <a:pt x="18295" y="7525"/>
                        </a:moveTo>
                        <a:cubicBezTo>
                          <a:pt x="18104" y="3334"/>
                          <a:pt x="13818" y="0"/>
                          <a:pt x="8770" y="0"/>
                        </a:cubicBezTo>
                        <a:cubicBezTo>
                          <a:pt x="3722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3" y="15144"/>
                          <a:pt x="9532" y="15144"/>
                        </a:cubicBezTo>
                        <a:cubicBezTo>
                          <a:pt x="14675" y="15144"/>
                          <a:pt x="18581" y="11716"/>
                          <a:pt x="18295" y="75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85" name="Forme libre : forme 18384">
                    <a:extLst>
                      <a:ext uri="{FF2B5EF4-FFF2-40B4-BE49-F238E27FC236}">
                        <a16:creationId xmlns:a16="http://schemas.microsoft.com/office/drawing/2014/main" id="{9A0D47E6-8A2E-4F85-9516-33AA888150C2}"/>
                      </a:ext>
                    </a:extLst>
                  </p:cNvPr>
                  <p:cNvSpPr/>
                  <p:nvPr/>
                </p:nvSpPr>
                <p:spPr>
                  <a:xfrm>
                    <a:off x="4747264" y="5276373"/>
                    <a:ext cx="12477" cy="7239"/>
                  </a:xfrm>
                  <a:custGeom>
                    <a:avLst/>
                    <a:gdLst>
                      <a:gd name="connsiteX0" fmla="*/ 12478 w 12477"/>
                      <a:gd name="connsiteY0" fmla="*/ 0 h 7239"/>
                      <a:gd name="connsiteX1" fmla="*/ 3810 w 12477"/>
                      <a:gd name="connsiteY1" fmla="*/ 4191 h 7239"/>
                      <a:gd name="connsiteX2" fmla="*/ 0 w 12477"/>
                      <a:gd name="connsiteY2" fmla="*/ 7239 h 7239"/>
                      <a:gd name="connsiteX3" fmla="*/ 12478 w 12477"/>
                      <a:gd name="connsiteY3" fmla="*/ 0 h 7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477" h="7239">
                        <a:moveTo>
                          <a:pt x="12478" y="0"/>
                        </a:moveTo>
                        <a:cubicBezTo>
                          <a:pt x="9430" y="1143"/>
                          <a:pt x="6382" y="2477"/>
                          <a:pt x="3810" y="4191"/>
                        </a:cubicBezTo>
                        <a:cubicBezTo>
                          <a:pt x="2381" y="5143"/>
                          <a:pt x="1143" y="6191"/>
                          <a:pt x="0" y="7239"/>
                        </a:cubicBezTo>
                        <a:cubicBezTo>
                          <a:pt x="5525" y="6572"/>
                          <a:pt x="10002" y="3810"/>
                          <a:pt x="1247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86" name="Forme libre : forme 18385">
                    <a:extLst>
                      <a:ext uri="{FF2B5EF4-FFF2-40B4-BE49-F238E27FC236}">
                        <a16:creationId xmlns:a16="http://schemas.microsoft.com/office/drawing/2014/main" id="{BA36D468-9266-4192-BD2F-F9B294158C88}"/>
                      </a:ext>
                    </a:extLst>
                  </p:cNvPr>
                  <p:cNvSpPr/>
                  <p:nvPr/>
                </p:nvSpPr>
                <p:spPr>
                  <a:xfrm>
                    <a:off x="4726200" y="5254180"/>
                    <a:ext cx="35645" cy="29622"/>
                  </a:xfrm>
                  <a:custGeom>
                    <a:avLst/>
                    <a:gdLst>
                      <a:gd name="connsiteX0" fmla="*/ 33541 w 35645"/>
                      <a:gd name="connsiteY0" fmla="*/ 22193 h 29622"/>
                      <a:gd name="connsiteX1" fmla="*/ 35637 w 35645"/>
                      <a:gd name="connsiteY1" fmla="*/ 14764 h 29622"/>
                      <a:gd name="connsiteX2" fmla="*/ 17063 w 35645"/>
                      <a:gd name="connsiteY2" fmla="*/ 0 h 29622"/>
                      <a:gd name="connsiteX3" fmla="*/ 14 w 35645"/>
                      <a:gd name="connsiteY3" fmla="*/ 14859 h 29622"/>
                      <a:gd name="connsiteX4" fmla="*/ 18588 w 35645"/>
                      <a:gd name="connsiteY4" fmla="*/ 29623 h 29622"/>
                      <a:gd name="connsiteX5" fmla="*/ 21159 w 35645"/>
                      <a:gd name="connsiteY5" fmla="*/ 29433 h 29622"/>
                      <a:gd name="connsiteX6" fmla="*/ 24969 w 35645"/>
                      <a:gd name="connsiteY6" fmla="*/ 26384 h 29622"/>
                      <a:gd name="connsiteX7" fmla="*/ 33541 w 35645"/>
                      <a:gd name="connsiteY7" fmla="*/ 22193 h 2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645" h="29622">
                        <a:moveTo>
                          <a:pt x="33541" y="22193"/>
                        </a:moveTo>
                        <a:cubicBezTo>
                          <a:pt x="34970" y="20002"/>
                          <a:pt x="35732" y="17526"/>
                          <a:pt x="35637" y="14764"/>
                        </a:cubicBezTo>
                        <a:cubicBezTo>
                          <a:pt x="35256" y="6572"/>
                          <a:pt x="26969" y="0"/>
                          <a:pt x="17063" y="0"/>
                        </a:cubicBezTo>
                        <a:cubicBezTo>
                          <a:pt x="7253" y="0"/>
                          <a:pt x="-368" y="6668"/>
                          <a:pt x="14" y="14859"/>
                        </a:cubicBezTo>
                        <a:cubicBezTo>
                          <a:pt x="395" y="23050"/>
                          <a:pt x="8681" y="29623"/>
                          <a:pt x="18588" y="29623"/>
                        </a:cubicBezTo>
                        <a:cubicBezTo>
                          <a:pt x="19445" y="29623"/>
                          <a:pt x="20302" y="29527"/>
                          <a:pt x="21159" y="29433"/>
                        </a:cubicBezTo>
                        <a:cubicBezTo>
                          <a:pt x="22302" y="28384"/>
                          <a:pt x="23540" y="27337"/>
                          <a:pt x="24969" y="26384"/>
                        </a:cubicBezTo>
                        <a:cubicBezTo>
                          <a:pt x="27541" y="24670"/>
                          <a:pt x="30494" y="23336"/>
                          <a:pt x="33541" y="22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87" name="Forme libre : forme 18386">
                    <a:extLst>
                      <a:ext uri="{FF2B5EF4-FFF2-40B4-BE49-F238E27FC236}">
                        <a16:creationId xmlns:a16="http://schemas.microsoft.com/office/drawing/2014/main" id="{BFA4E32A-60E9-4797-9826-94CB40632748}"/>
                      </a:ext>
                    </a:extLst>
                  </p:cNvPr>
                  <p:cNvSpPr/>
                  <p:nvPr/>
                </p:nvSpPr>
                <p:spPr>
                  <a:xfrm>
                    <a:off x="4778785" y="5287992"/>
                    <a:ext cx="18301" cy="15146"/>
                  </a:xfrm>
                  <a:custGeom>
                    <a:avLst/>
                    <a:gdLst>
                      <a:gd name="connsiteX0" fmla="*/ 8770 w 18301"/>
                      <a:gd name="connsiteY0" fmla="*/ 2 h 15146"/>
                      <a:gd name="connsiteX1" fmla="*/ 7 w 18301"/>
                      <a:gd name="connsiteY1" fmla="*/ 7622 h 15146"/>
                      <a:gd name="connsiteX2" fmla="*/ 9532 w 18301"/>
                      <a:gd name="connsiteY2" fmla="*/ 15147 h 15146"/>
                      <a:gd name="connsiteX3" fmla="*/ 18295 w 18301"/>
                      <a:gd name="connsiteY3" fmla="*/ 7527 h 15146"/>
                      <a:gd name="connsiteX4" fmla="*/ 8770 w 18301"/>
                      <a:gd name="connsiteY4" fmla="*/ 2 h 15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6">
                        <a:moveTo>
                          <a:pt x="8770" y="2"/>
                        </a:moveTo>
                        <a:cubicBezTo>
                          <a:pt x="3722" y="2"/>
                          <a:pt x="-183" y="3431"/>
                          <a:pt x="7" y="7622"/>
                        </a:cubicBezTo>
                        <a:cubicBezTo>
                          <a:pt x="197" y="11813"/>
                          <a:pt x="4484" y="15147"/>
                          <a:pt x="9532" y="15147"/>
                        </a:cubicBezTo>
                        <a:cubicBezTo>
                          <a:pt x="14580" y="15147"/>
                          <a:pt x="18485" y="11718"/>
                          <a:pt x="18295" y="7527"/>
                        </a:cubicBezTo>
                        <a:cubicBezTo>
                          <a:pt x="18009" y="3336"/>
                          <a:pt x="13818" y="-93"/>
                          <a:pt x="8770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88" name="Forme libre : forme 18387">
                    <a:extLst>
                      <a:ext uri="{FF2B5EF4-FFF2-40B4-BE49-F238E27FC236}">
                        <a16:creationId xmlns:a16="http://schemas.microsoft.com/office/drawing/2014/main" id="{62391165-E8EB-440F-8507-840AC59D7D22}"/>
                      </a:ext>
                    </a:extLst>
                  </p:cNvPr>
                  <p:cNvSpPr/>
                  <p:nvPr/>
                </p:nvSpPr>
                <p:spPr>
                  <a:xfrm>
                    <a:off x="5301143" y="5299804"/>
                    <a:ext cx="17430" cy="8953"/>
                  </a:xfrm>
                  <a:custGeom>
                    <a:avLst/>
                    <a:gdLst>
                      <a:gd name="connsiteX0" fmla="*/ 0 w 17430"/>
                      <a:gd name="connsiteY0" fmla="*/ 8859 h 8953"/>
                      <a:gd name="connsiteX1" fmla="*/ 1619 w 17430"/>
                      <a:gd name="connsiteY1" fmla="*/ 8954 h 8953"/>
                      <a:gd name="connsiteX2" fmla="*/ 17431 w 17430"/>
                      <a:gd name="connsiteY2" fmla="*/ 0 h 8953"/>
                      <a:gd name="connsiteX3" fmla="*/ 13145 w 17430"/>
                      <a:gd name="connsiteY3" fmla="*/ 2286 h 8953"/>
                      <a:gd name="connsiteX4" fmla="*/ 0 w 17430"/>
                      <a:gd name="connsiteY4" fmla="*/ 8859 h 8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30" h="8953">
                        <a:moveTo>
                          <a:pt x="0" y="8859"/>
                        </a:moveTo>
                        <a:cubicBezTo>
                          <a:pt x="571" y="8859"/>
                          <a:pt x="1048" y="8954"/>
                          <a:pt x="1619" y="8954"/>
                        </a:cubicBezTo>
                        <a:cubicBezTo>
                          <a:pt x="8858" y="8954"/>
                          <a:pt x="14954" y="5239"/>
                          <a:pt x="17431" y="0"/>
                        </a:cubicBezTo>
                        <a:cubicBezTo>
                          <a:pt x="16002" y="762"/>
                          <a:pt x="14478" y="1524"/>
                          <a:pt x="13145" y="2286"/>
                        </a:cubicBezTo>
                        <a:cubicBezTo>
                          <a:pt x="8763" y="4477"/>
                          <a:pt x="4382" y="6668"/>
                          <a:pt x="0" y="88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89" name="Forme libre : forme 18388">
                    <a:extLst>
                      <a:ext uri="{FF2B5EF4-FFF2-40B4-BE49-F238E27FC236}">
                        <a16:creationId xmlns:a16="http://schemas.microsoft.com/office/drawing/2014/main" id="{1FB86EDF-14E3-4737-BACF-B7B0E1EAAC2D}"/>
                      </a:ext>
                    </a:extLst>
                  </p:cNvPr>
                  <p:cNvSpPr/>
                  <p:nvPr/>
                </p:nvSpPr>
                <p:spPr>
                  <a:xfrm>
                    <a:off x="5288950" y="5279216"/>
                    <a:ext cx="18193" cy="4491"/>
                  </a:xfrm>
                  <a:custGeom>
                    <a:avLst/>
                    <a:gdLst>
                      <a:gd name="connsiteX0" fmla="*/ 12383 w 18193"/>
                      <a:gd name="connsiteY0" fmla="*/ 15 h 4491"/>
                      <a:gd name="connsiteX1" fmla="*/ 0 w 18193"/>
                      <a:gd name="connsiteY1" fmla="*/ 4491 h 4491"/>
                      <a:gd name="connsiteX2" fmla="*/ 18193 w 18193"/>
                      <a:gd name="connsiteY2" fmla="*/ 872 h 4491"/>
                      <a:gd name="connsiteX3" fmla="*/ 12383 w 18193"/>
                      <a:gd name="connsiteY3" fmla="*/ 15 h 4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193" h="4491">
                        <a:moveTo>
                          <a:pt x="12383" y="15"/>
                        </a:moveTo>
                        <a:cubicBezTo>
                          <a:pt x="7430" y="15"/>
                          <a:pt x="3048" y="1729"/>
                          <a:pt x="0" y="4491"/>
                        </a:cubicBezTo>
                        <a:cubicBezTo>
                          <a:pt x="6287" y="1920"/>
                          <a:pt x="12478" y="491"/>
                          <a:pt x="18193" y="872"/>
                        </a:cubicBezTo>
                        <a:cubicBezTo>
                          <a:pt x="16383" y="301"/>
                          <a:pt x="14383" y="-81"/>
                          <a:pt x="12383" y="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90" name="Forme libre : forme 18389">
                    <a:extLst>
                      <a:ext uri="{FF2B5EF4-FFF2-40B4-BE49-F238E27FC236}">
                        <a16:creationId xmlns:a16="http://schemas.microsoft.com/office/drawing/2014/main" id="{AFF79E82-3F17-4043-BA52-453A4053B2C9}"/>
                      </a:ext>
                    </a:extLst>
                  </p:cNvPr>
                  <p:cNvSpPr/>
                  <p:nvPr/>
                </p:nvSpPr>
                <p:spPr>
                  <a:xfrm>
                    <a:off x="5284269" y="5279932"/>
                    <a:ext cx="35554" cy="28731"/>
                  </a:xfrm>
                  <a:custGeom>
                    <a:avLst/>
                    <a:gdLst>
                      <a:gd name="connsiteX0" fmla="*/ 22874 w 35554"/>
                      <a:gd name="connsiteY0" fmla="*/ 61 h 28731"/>
                      <a:gd name="connsiteX1" fmla="*/ 4681 w 35554"/>
                      <a:gd name="connsiteY1" fmla="*/ 3681 h 28731"/>
                      <a:gd name="connsiteX2" fmla="*/ 14 w 35554"/>
                      <a:gd name="connsiteY2" fmla="*/ 14158 h 28731"/>
                      <a:gd name="connsiteX3" fmla="*/ 16873 w 35554"/>
                      <a:gd name="connsiteY3" fmla="*/ 28731 h 28731"/>
                      <a:gd name="connsiteX4" fmla="*/ 30018 w 35554"/>
                      <a:gd name="connsiteY4" fmla="*/ 22159 h 28731"/>
                      <a:gd name="connsiteX5" fmla="*/ 34304 w 35554"/>
                      <a:gd name="connsiteY5" fmla="*/ 19873 h 28731"/>
                      <a:gd name="connsiteX6" fmla="*/ 35542 w 35554"/>
                      <a:gd name="connsiteY6" fmla="*/ 13967 h 28731"/>
                      <a:gd name="connsiteX7" fmla="*/ 22874 w 35554"/>
                      <a:gd name="connsiteY7" fmla="*/ 61 h 28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554" h="28731">
                        <a:moveTo>
                          <a:pt x="22874" y="61"/>
                        </a:moveTo>
                        <a:cubicBezTo>
                          <a:pt x="17064" y="-320"/>
                          <a:pt x="10968" y="1109"/>
                          <a:pt x="4681" y="3681"/>
                        </a:cubicBezTo>
                        <a:cubicBezTo>
                          <a:pt x="1633" y="6347"/>
                          <a:pt x="-176" y="10062"/>
                          <a:pt x="14" y="14158"/>
                        </a:cubicBezTo>
                        <a:cubicBezTo>
                          <a:pt x="395" y="21873"/>
                          <a:pt x="7824" y="28065"/>
                          <a:pt x="16873" y="28731"/>
                        </a:cubicBezTo>
                        <a:cubicBezTo>
                          <a:pt x="21255" y="26540"/>
                          <a:pt x="25636" y="24350"/>
                          <a:pt x="30018" y="22159"/>
                        </a:cubicBezTo>
                        <a:cubicBezTo>
                          <a:pt x="31447" y="21492"/>
                          <a:pt x="32875" y="20730"/>
                          <a:pt x="34304" y="19873"/>
                        </a:cubicBezTo>
                        <a:cubicBezTo>
                          <a:pt x="35161" y="18063"/>
                          <a:pt x="35637" y="16063"/>
                          <a:pt x="35542" y="13967"/>
                        </a:cubicBezTo>
                        <a:cubicBezTo>
                          <a:pt x="35256" y="7490"/>
                          <a:pt x="29922" y="2061"/>
                          <a:pt x="22874" y="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91" name="Forme libre : forme 18390">
                    <a:extLst>
                      <a:ext uri="{FF2B5EF4-FFF2-40B4-BE49-F238E27FC236}">
                        <a16:creationId xmlns:a16="http://schemas.microsoft.com/office/drawing/2014/main" id="{20258263-60F5-4C05-BD0C-3B997814E06F}"/>
                      </a:ext>
                    </a:extLst>
                  </p:cNvPr>
                  <p:cNvSpPr/>
                  <p:nvPr/>
                </p:nvSpPr>
                <p:spPr>
                  <a:xfrm>
                    <a:off x="5337909" y="5312949"/>
                    <a:ext cx="17151" cy="15145"/>
                  </a:xfrm>
                  <a:custGeom>
                    <a:avLst/>
                    <a:gdLst>
                      <a:gd name="connsiteX0" fmla="*/ 95 w 17151"/>
                      <a:gd name="connsiteY0" fmla="*/ 10954 h 15145"/>
                      <a:gd name="connsiteX1" fmla="*/ 8382 w 17151"/>
                      <a:gd name="connsiteY1" fmla="*/ 15145 h 15145"/>
                      <a:gd name="connsiteX2" fmla="*/ 17145 w 17151"/>
                      <a:gd name="connsiteY2" fmla="*/ 7525 h 15145"/>
                      <a:gd name="connsiteX3" fmla="*/ 7620 w 17151"/>
                      <a:gd name="connsiteY3" fmla="*/ 0 h 15145"/>
                      <a:gd name="connsiteX4" fmla="*/ 0 w 17151"/>
                      <a:gd name="connsiteY4" fmla="*/ 3906 h 15145"/>
                      <a:gd name="connsiteX5" fmla="*/ 95 w 17151"/>
                      <a:gd name="connsiteY5" fmla="*/ 10954 h 1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51" h="15145">
                        <a:moveTo>
                          <a:pt x="95" y="10954"/>
                        </a:moveTo>
                        <a:cubicBezTo>
                          <a:pt x="1714" y="13431"/>
                          <a:pt x="4763" y="15145"/>
                          <a:pt x="8382" y="15145"/>
                        </a:cubicBezTo>
                        <a:cubicBezTo>
                          <a:pt x="13431" y="15145"/>
                          <a:pt x="17336" y="11716"/>
                          <a:pt x="17145" y="7525"/>
                        </a:cubicBezTo>
                        <a:cubicBezTo>
                          <a:pt x="16955" y="3334"/>
                          <a:pt x="12668" y="0"/>
                          <a:pt x="7620" y="0"/>
                        </a:cubicBezTo>
                        <a:cubicBezTo>
                          <a:pt x="4286" y="0"/>
                          <a:pt x="1524" y="1620"/>
                          <a:pt x="0" y="3906"/>
                        </a:cubicBezTo>
                        <a:cubicBezTo>
                          <a:pt x="286" y="6287"/>
                          <a:pt x="286" y="8668"/>
                          <a:pt x="95" y="109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92" name="Forme libre : forme 18391">
                    <a:extLst>
                      <a:ext uri="{FF2B5EF4-FFF2-40B4-BE49-F238E27FC236}">
                        <a16:creationId xmlns:a16="http://schemas.microsoft.com/office/drawing/2014/main" id="{0A26D5B1-F916-49AB-8735-2640CDE08B2A}"/>
                      </a:ext>
                    </a:extLst>
                  </p:cNvPr>
                  <p:cNvSpPr/>
                  <p:nvPr/>
                </p:nvSpPr>
                <p:spPr>
                  <a:xfrm>
                    <a:off x="5336754" y="5316855"/>
                    <a:ext cx="1354" cy="7048"/>
                  </a:xfrm>
                  <a:custGeom>
                    <a:avLst/>
                    <a:gdLst>
                      <a:gd name="connsiteX0" fmla="*/ 1250 w 1354"/>
                      <a:gd name="connsiteY0" fmla="*/ 7048 h 7048"/>
                      <a:gd name="connsiteX1" fmla="*/ 1155 w 1354"/>
                      <a:gd name="connsiteY1" fmla="*/ 0 h 7048"/>
                      <a:gd name="connsiteX2" fmla="*/ 12 w 1354"/>
                      <a:gd name="connsiteY2" fmla="*/ 3715 h 7048"/>
                      <a:gd name="connsiteX3" fmla="*/ 1250 w 1354"/>
                      <a:gd name="connsiteY3" fmla="*/ 7048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54" h="7048">
                        <a:moveTo>
                          <a:pt x="1250" y="7048"/>
                        </a:moveTo>
                        <a:cubicBezTo>
                          <a:pt x="1441" y="4667"/>
                          <a:pt x="1346" y="2381"/>
                          <a:pt x="1155" y="0"/>
                        </a:cubicBezTo>
                        <a:cubicBezTo>
                          <a:pt x="393" y="1143"/>
                          <a:pt x="-83" y="2381"/>
                          <a:pt x="12" y="3715"/>
                        </a:cubicBezTo>
                        <a:cubicBezTo>
                          <a:pt x="107" y="4953"/>
                          <a:pt x="584" y="6096"/>
                          <a:pt x="1250" y="7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93" name="Forme libre : forme 18392">
                    <a:extLst>
                      <a:ext uri="{FF2B5EF4-FFF2-40B4-BE49-F238E27FC236}">
                        <a16:creationId xmlns:a16="http://schemas.microsoft.com/office/drawing/2014/main" id="{5B9331D8-AB5C-4411-AE80-675DA87553B2}"/>
                      </a:ext>
                    </a:extLst>
                  </p:cNvPr>
                  <p:cNvSpPr/>
                  <p:nvPr/>
                </p:nvSpPr>
                <p:spPr>
                  <a:xfrm>
                    <a:off x="6520819" y="5170360"/>
                    <a:ext cx="18588" cy="29527"/>
                  </a:xfrm>
                  <a:custGeom>
                    <a:avLst/>
                    <a:gdLst>
                      <a:gd name="connsiteX0" fmla="*/ 9620 w 18588"/>
                      <a:gd name="connsiteY0" fmla="*/ 20669 h 29527"/>
                      <a:gd name="connsiteX1" fmla="*/ 3143 w 18588"/>
                      <a:gd name="connsiteY1" fmla="*/ 29527 h 29527"/>
                      <a:gd name="connsiteX2" fmla="*/ 18574 w 18588"/>
                      <a:gd name="connsiteY2" fmla="*/ 14764 h 29527"/>
                      <a:gd name="connsiteX3" fmla="*/ 0 w 18588"/>
                      <a:gd name="connsiteY3" fmla="*/ 0 h 29527"/>
                      <a:gd name="connsiteX4" fmla="*/ 9620 w 18588"/>
                      <a:gd name="connsiteY4" fmla="*/ 20669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88" h="29527">
                        <a:moveTo>
                          <a:pt x="9620" y="20669"/>
                        </a:moveTo>
                        <a:cubicBezTo>
                          <a:pt x="8668" y="24193"/>
                          <a:pt x="6191" y="27051"/>
                          <a:pt x="3143" y="29527"/>
                        </a:cubicBezTo>
                        <a:cubicBezTo>
                          <a:pt x="12097" y="28766"/>
                          <a:pt x="18955" y="22479"/>
                          <a:pt x="18574" y="14764"/>
                        </a:cubicBezTo>
                        <a:cubicBezTo>
                          <a:pt x="18193" y="6572"/>
                          <a:pt x="9906" y="0"/>
                          <a:pt x="0" y="0"/>
                        </a:cubicBezTo>
                        <a:cubicBezTo>
                          <a:pt x="6954" y="4286"/>
                          <a:pt x="11430" y="14001"/>
                          <a:pt x="9620" y="206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94" name="Forme libre : forme 18393">
                    <a:extLst>
                      <a:ext uri="{FF2B5EF4-FFF2-40B4-BE49-F238E27FC236}">
                        <a16:creationId xmlns:a16="http://schemas.microsoft.com/office/drawing/2014/main" id="{0AC54FBA-4459-45D9-B23C-60B48DE6CCA7}"/>
                      </a:ext>
                    </a:extLst>
                  </p:cNvPr>
                  <p:cNvSpPr/>
                  <p:nvPr/>
                </p:nvSpPr>
                <p:spPr>
                  <a:xfrm>
                    <a:off x="6503843" y="5170455"/>
                    <a:ext cx="27094" cy="29622"/>
                  </a:xfrm>
                  <a:custGeom>
                    <a:avLst/>
                    <a:gdLst>
                      <a:gd name="connsiteX0" fmla="*/ 21 w 27094"/>
                      <a:gd name="connsiteY0" fmla="*/ 14859 h 29622"/>
                      <a:gd name="connsiteX1" fmla="*/ 18594 w 27094"/>
                      <a:gd name="connsiteY1" fmla="*/ 29623 h 29622"/>
                      <a:gd name="connsiteX2" fmla="*/ 20214 w 27094"/>
                      <a:gd name="connsiteY2" fmla="*/ 29432 h 29622"/>
                      <a:gd name="connsiteX3" fmla="*/ 26691 w 27094"/>
                      <a:gd name="connsiteY3" fmla="*/ 20574 h 29622"/>
                      <a:gd name="connsiteX4" fmla="*/ 17166 w 27094"/>
                      <a:gd name="connsiteY4" fmla="*/ 0 h 29622"/>
                      <a:gd name="connsiteX5" fmla="*/ 21 w 27094"/>
                      <a:gd name="connsiteY5" fmla="*/ 14859 h 2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094" h="29622">
                        <a:moveTo>
                          <a:pt x="21" y="14859"/>
                        </a:moveTo>
                        <a:cubicBezTo>
                          <a:pt x="402" y="23050"/>
                          <a:pt x="8688" y="29623"/>
                          <a:pt x="18594" y="29623"/>
                        </a:cubicBezTo>
                        <a:cubicBezTo>
                          <a:pt x="19166" y="29623"/>
                          <a:pt x="19738" y="29527"/>
                          <a:pt x="20214" y="29432"/>
                        </a:cubicBezTo>
                        <a:cubicBezTo>
                          <a:pt x="23262" y="26955"/>
                          <a:pt x="25643" y="24098"/>
                          <a:pt x="26691" y="20574"/>
                        </a:cubicBezTo>
                        <a:cubicBezTo>
                          <a:pt x="28501" y="13906"/>
                          <a:pt x="24024" y="4191"/>
                          <a:pt x="17166" y="0"/>
                        </a:cubicBezTo>
                        <a:cubicBezTo>
                          <a:pt x="7260" y="0"/>
                          <a:pt x="-456" y="6668"/>
                          <a:pt x="21" y="148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95" name="Forme libre : forme 18394">
                    <a:extLst>
                      <a:ext uri="{FF2B5EF4-FFF2-40B4-BE49-F238E27FC236}">
                        <a16:creationId xmlns:a16="http://schemas.microsoft.com/office/drawing/2014/main" id="{A7D97863-090C-4035-BB37-FB4E8F0ED3D5}"/>
                      </a:ext>
                    </a:extLst>
                  </p:cNvPr>
                  <p:cNvSpPr/>
                  <p:nvPr/>
                </p:nvSpPr>
                <p:spPr>
                  <a:xfrm>
                    <a:off x="6556341" y="5204172"/>
                    <a:ext cx="18301" cy="15146"/>
                  </a:xfrm>
                  <a:custGeom>
                    <a:avLst/>
                    <a:gdLst>
                      <a:gd name="connsiteX0" fmla="*/ 8770 w 18301"/>
                      <a:gd name="connsiteY0" fmla="*/ 2 h 15146"/>
                      <a:gd name="connsiteX1" fmla="*/ 7 w 18301"/>
                      <a:gd name="connsiteY1" fmla="*/ 7622 h 15146"/>
                      <a:gd name="connsiteX2" fmla="*/ 9532 w 18301"/>
                      <a:gd name="connsiteY2" fmla="*/ 15147 h 15146"/>
                      <a:gd name="connsiteX3" fmla="*/ 18295 w 18301"/>
                      <a:gd name="connsiteY3" fmla="*/ 7526 h 15146"/>
                      <a:gd name="connsiteX4" fmla="*/ 8770 w 18301"/>
                      <a:gd name="connsiteY4" fmla="*/ 2 h 15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6">
                        <a:moveTo>
                          <a:pt x="8770" y="2"/>
                        </a:moveTo>
                        <a:cubicBezTo>
                          <a:pt x="3721" y="2"/>
                          <a:pt x="-184" y="3431"/>
                          <a:pt x="7" y="7622"/>
                        </a:cubicBezTo>
                        <a:cubicBezTo>
                          <a:pt x="197" y="11813"/>
                          <a:pt x="4483" y="15147"/>
                          <a:pt x="9532" y="15147"/>
                        </a:cubicBezTo>
                        <a:cubicBezTo>
                          <a:pt x="14580" y="15147"/>
                          <a:pt x="18485" y="11718"/>
                          <a:pt x="18295" y="7526"/>
                        </a:cubicBezTo>
                        <a:cubicBezTo>
                          <a:pt x="18104" y="3335"/>
                          <a:pt x="13817" y="-93"/>
                          <a:pt x="8770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96" name="Forme libre : forme 18395">
                    <a:extLst>
                      <a:ext uri="{FF2B5EF4-FFF2-40B4-BE49-F238E27FC236}">
                        <a16:creationId xmlns:a16="http://schemas.microsoft.com/office/drawing/2014/main" id="{929D74B0-80BC-41E4-BDE2-679E815F6222}"/>
                      </a:ext>
                    </a:extLst>
                  </p:cNvPr>
                  <p:cNvSpPr/>
                  <p:nvPr/>
                </p:nvSpPr>
                <p:spPr>
                  <a:xfrm>
                    <a:off x="6276979" y="5085207"/>
                    <a:ext cx="24479" cy="17430"/>
                  </a:xfrm>
                  <a:custGeom>
                    <a:avLst/>
                    <a:gdLst>
                      <a:gd name="connsiteX0" fmla="*/ 24289 w 24479"/>
                      <a:gd name="connsiteY0" fmla="*/ 17431 h 17430"/>
                      <a:gd name="connsiteX1" fmla="*/ 24479 w 24479"/>
                      <a:gd name="connsiteY1" fmla="*/ 14764 h 17430"/>
                      <a:gd name="connsiteX2" fmla="*/ 5905 w 24479"/>
                      <a:gd name="connsiteY2" fmla="*/ 0 h 17430"/>
                      <a:gd name="connsiteX3" fmla="*/ 0 w 24479"/>
                      <a:gd name="connsiteY3" fmla="*/ 952 h 17430"/>
                      <a:gd name="connsiteX4" fmla="*/ 24289 w 24479"/>
                      <a:gd name="connsiteY4" fmla="*/ 17431 h 17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79" h="17430">
                        <a:moveTo>
                          <a:pt x="24289" y="17431"/>
                        </a:moveTo>
                        <a:cubicBezTo>
                          <a:pt x="24384" y="16573"/>
                          <a:pt x="24479" y="15716"/>
                          <a:pt x="24479" y="14764"/>
                        </a:cubicBezTo>
                        <a:cubicBezTo>
                          <a:pt x="24098" y="6572"/>
                          <a:pt x="15811" y="0"/>
                          <a:pt x="5905" y="0"/>
                        </a:cubicBezTo>
                        <a:cubicBezTo>
                          <a:pt x="3810" y="0"/>
                          <a:pt x="1810" y="381"/>
                          <a:pt x="0" y="952"/>
                        </a:cubicBezTo>
                        <a:cubicBezTo>
                          <a:pt x="11144" y="3620"/>
                          <a:pt x="20098" y="8573"/>
                          <a:pt x="24289" y="1743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97" name="Forme libre : forme 18396">
                    <a:extLst>
                      <a:ext uri="{FF2B5EF4-FFF2-40B4-BE49-F238E27FC236}">
                        <a16:creationId xmlns:a16="http://schemas.microsoft.com/office/drawing/2014/main" id="{203929CE-2EDF-4A54-871E-174B3D6F0D30}"/>
                      </a:ext>
                    </a:extLst>
                  </p:cNvPr>
                  <p:cNvSpPr/>
                  <p:nvPr/>
                </p:nvSpPr>
                <p:spPr>
                  <a:xfrm>
                    <a:off x="6265822" y="5086254"/>
                    <a:ext cx="35445" cy="28670"/>
                  </a:xfrm>
                  <a:custGeom>
                    <a:avLst/>
                    <a:gdLst>
                      <a:gd name="connsiteX0" fmla="*/ 12 w 35445"/>
                      <a:gd name="connsiteY0" fmla="*/ 13907 h 28670"/>
                      <a:gd name="connsiteX1" fmla="*/ 18586 w 35445"/>
                      <a:gd name="connsiteY1" fmla="*/ 28670 h 28670"/>
                      <a:gd name="connsiteX2" fmla="*/ 35445 w 35445"/>
                      <a:gd name="connsiteY2" fmla="*/ 16383 h 28670"/>
                      <a:gd name="connsiteX3" fmla="*/ 11157 w 35445"/>
                      <a:gd name="connsiteY3" fmla="*/ 0 h 28670"/>
                      <a:gd name="connsiteX4" fmla="*/ 12 w 35445"/>
                      <a:gd name="connsiteY4" fmla="*/ 13907 h 28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445" h="28670">
                        <a:moveTo>
                          <a:pt x="12" y="13907"/>
                        </a:moveTo>
                        <a:cubicBezTo>
                          <a:pt x="393" y="22098"/>
                          <a:pt x="8680" y="28670"/>
                          <a:pt x="18586" y="28670"/>
                        </a:cubicBezTo>
                        <a:cubicBezTo>
                          <a:pt x="27349" y="28670"/>
                          <a:pt x="34302" y="23336"/>
                          <a:pt x="35445" y="16383"/>
                        </a:cubicBezTo>
                        <a:cubicBezTo>
                          <a:pt x="31254" y="7525"/>
                          <a:pt x="22301" y="2477"/>
                          <a:pt x="11157" y="0"/>
                        </a:cubicBezTo>
                        <a:cubicBezTo>
                          <a:pt x="4394" y="2096"/>
                          <a:pt x="-274" y="7525"/>
                          <a:pt x="12" y="1390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98" name="Forme libre : forme 18397">
                    <a:extLst>
                      <a:ext uri="{FF2B5EF4-FFF2-40B4-BE49-F238E27FC236}">
                        <a16:creationId xmlns:a16="http://schemas.microsoft.com/office/drawing/2014/main" id="{A522E2DF-7522-4D94-AB59-6B5F1A860E2F}"/>
                      </a:ext>
                    </a:extLst>
                  </p:cNvPr>
                  <p:cNvSpPr/>
                  <p:nvPr/>
                </p:nvSpPr>
                <p:spPr>
                  <a:xfrm>
                    <a:off x="6318310" y="5119020"/>
                    <a:ext cx="18301" cy="15145"/>
                  </a:xfrm>
                  <a:custGeom>
                    <a:avLst/>
                    <a:gdLst>
                      <a:gd name="connsiteX0" fmla="*/ 7 w 18301"/>
                      <a:gd name="connsiteY0" fmla="*/ 7620 h 15145"/>
                      <a:gd name="connsiteX1" fmla="*/ 9532 w 18301"/>
                      <a:gd name="connsiteY1" fmla="*/ 15145 h 15145"/>
                      <a:gd name="connsiteX2" fmla="*/ 18295 w 18301"/>
                      <a:gd name="connsiteY2" fmla="*/ 7525 h 15145"/>
                      <a:gd name="connsiteX3" fmla="*/ 8770 w 18301"/>
                      <a:gd name="connsiteY3" fmla="*/ 0 h 15145"/>
                      <a:gd name="connsiteX4" fmla="*/ 7 w 18301"/>
                      <a:gd name="connsiteY4" fmla="*/ 7620 h 1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5">
                        <a:moveTo>
                          <a:pt x="7" y="7620"/>
                        </a:moveTo>
                        <a:cubicBezTo>
                          <a:pt x="197" y="11811"/>
                          <a:pt x="4484" y="15145"/>
                          <a:pt x="9532" y="15145"/>
                        </a:cubicBezTo>
                        <a:cubicBezTo>
                          <a:pt x="14580" y="15145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ubicBezTo>
                          <a:pt x="3722" y="95"/>
                          <a:pt x="-183" y="3429"/>
                          <a:pt x="7" y="76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399" name="Forme libre : forme 18398">
                    <a:extLst>
                      <a:ext uri="{FF2B5EF4-FFF2-40B4-BE49-F238E27FC236}">
                        <a16:creationId xmlns:a16="http://schemas.microsoft.com/office/drawing/2014/main" id="{D04C9293-996B-47BD-8B8F-6B27F6D8FF32}"/>
                      </a:ext>
                    </a:extLst>
                  </p:cNvPr>
                  <p:cNvSpPr/>
                  <p:nvPr/>
                </p:nvSpPr>
                <p:spPr>
                  <a:xfrm>
                    <a:off x="6054380" y="5287708"/>
                    <a:ext cx="2197" cy="8858"/>
                  </a:xfrm>
                  <a:custGeom>
                    <a:avLst/>
                    <a:gdLst>
                      <a:gd name="connsiteX0" fmla="*/ 0 w 2197"/>
                      <a:gd name="connsiteY0" fmla="*/ 8858 h 8858"/>
                      <a:gd name="connsiteX1" fmla="*/ 2191 w 2197"/>
                      <a:gd name="connsiteY1" fmla="*/ 1334 h 8858"/>
                      <a:gd name="connsiteX2" fmla="*/ 2000 w 2197"/>
                      <a:gd name="connsiteY2" fmla="*/ 0 h 8858"/>
                      <a:gd name="connsiteX3" fmla="*/ 667 w 2197"/>
                      <a:gd name="connsiteY3" fmla="*/ 5524 h 8858"/>
                      <a:gd name="connsiteX4" fmla="*/ 0 w 2197"/>
                      <a:gd name="connsiteY4" fmla="*/ 8858 h 8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7" h="8858">
                        <a:moveTo>
                          <a:pt x="0" y="8858"/>
                        </a:moveTo>
                        <a:cubicBezTo>
                          <a:pt x="1428" y="6668"/>
                          <a:pt x="2286" y="4096"/>
                          <a:pt x="2191" y="1334"/>
                        </a:cubicBezTo>
                        <a:cubicBezTo>
                          <a:pt x="2191" y="857"/>
                          <a:pt x="2000" y="476"/>
                          <a:pt x="2000" y="0"/>
                        </a:cubicBezTo>
                        <a:lnTo>
                          <a:pt x="667" y="5524"/>
                        </a:lnTo>
                        <a:cubicBezTo>
                          <a:pt x="381" y="6668"/>
                          <a:pt x="190" y="7715"/>
                          <a:pt x="0" y="88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00" name="Forme libre : forme 18399">
                    <a:extLst>
                      <a:ext uri="{FF2B5EF4-FFF2-40B4-BE49-F238E27FC236}">
                        <a16:creationId xmlns:a16="http://schemas.microsoft.com/office/drawing/2014/main" id="{1FB6F054-F816-40EB-8A9B-05D4CDB1DD9F}"/>
                      </a:ext>
                    </a:extLst>
                  </p:cNvPr>
                  <p:cNvSpPr/>
                  <p:nvPr/>
                </p:nvSpPr>
                <p:spPr>
                  <a:xfrm>
                    <a:off x="6020933" y="5274278"/>
                    <a:ext cx="35446" cy="29623"/>
                  </a:xfrm>
                  <a:custGeom>
                    <a:avLst/>
                    <a:gdLst>
                      <a:gd name="connsiteX0" fmla="*/ 17063 w 35446"/>
                      <a:gd name="connsiteY0" fmla="*/ 0 h 29623"/>
                      <a:gd name="connsiteX1" fmla="*/ 14 w 35446"/>
                      <a:gd name="connsiteY1" fmla="*/ 14859 h 29623"/>
                      <a:gd name="connsiteX2" fmla="*/ 18588 w 35446"/>
                      <a:gd name="connsiteY2" fmla="*/ 29623 h 29623"/>
                      <a:gd name="connsiteX3" fmla="*/ 33447 w 35446"/>
                      <a:gd name="connsiteY3" fmla="*/ 22289 h 29623"/>
                      <a:gd name="connsiteX4" fmla="*/ 34113 w 35446"/>
                      <a:gd name="connsiteY4" fmla="*/ 18955 h 29623"/>
                      <a:gd name="connsiteX5" fmla="*/ 35446 w 35446"/>
                      <a:gd name="connsiteY5" fmla="*/ 13431 h 29623"/>
                      <a:gd name="connsiteX6" fmla="*/ 17063 w 35446"/>
                      <a:gd name="connsiteY6" fmla="*/ 0 h 29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446" h="29623">
                        <a:moveTo>
                          <a:pt x="17063" y="0"/>
                        </a:moveTo>
                        <a:cubicBezTo>
                          <a:pt x="7253" y="0"/>
                          <a:pt x="-367" y="6668"/>
                          <a:pt x="14" y="14859"/>
                        </a:cubicBezTo>
                        <a:cubicBezTo>
                          <a:pt x="394" y="23051"/>
                          <a:pt x="8681" y="29623"/>
                          <a:pt x="18588" y="29623"/>
                        </a:cubicBezTo>
                        <a:cubicBezTo>
                          <a:pt x="25064" y="29623"/>
                          <a:pt x="30589" y="26670"/>
                          <a:pt x="33447" y="22289"/>
                        </a:cubicBezTo>
                        <a:cubicBezTo>
                          <a:pt x="33637" y="21146"/>
                          <a:pt x="33923" y="20003"/>
                          <a:pt x="34113" y="18955"/>
                        </a:cubicBezTo>
                        <a:lnTo>
                          <a:pt x="35446" y="13431"/>
                        </a:lnTo>
                        <a:cubicBezTo>
                          <a:pt x="34208" y="5905"/>
                          <a:pt x="26303" y="0"/>
                          <a:pt x="1706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01" name="Forme libre : forme 18400">
                    <a:extLst>
                      <a:ext uri="{FF2B5EF4-FFF2-40B4-BE49-F238E27FC236}">
                        <a16:creationId xmlns:a16="http://schemas.microsoft.com/office/drawing/2014/main" id="{4FB61D1B-E9C2-40FF-9B5A-745A0A767EEA}"/>
                      </a:ext>
                    </a:extLst>
                  </p:cNvPr>
                  <p:cNvSpPr/>
                  <p:nvPr/>
                </p:nvSpPr>
                <p:spPr>
                  <a:xfrm>
                    <a:off x="6073423" y="5308092"/>
                    <a:ext cx="18301" cy="15144"/>
                  </a:xfrm>
                  <a:custGeom>
                    <a:avLst/>
                    <a:gdLst>
                      <a:gd name="connsiteX0" fmla="*/ 8770 w 18301"/>
                      <a:gd name="connsiteY0" fmla="*/ 0 h 15144"/>
                      <a:gd name="connsiteX1" fmla="*/ 7 w 18301"/>
                      <a:gd name="connsiteY1" fmla="*/ 7620 h 15144"/>
                      <a:gd name="connsiteX2" fmla="*/ 9532 w 18301"/>
                      <a:gd name="connsiteY2" fmla="*/ 15144 h 15144"/>
                      <a:gd name="connsiteX3" fmla="*/ 18295 w 18301"/>
                      <a:gd name="connsiteY3" fmla="*/ 7525 h 15144"/>
                      <a:gd name="connsiteX4" fmla="*/ 8770 w 18301"/>
                      <a:gd name="connsiteY4" fmla="*/ 0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4">
                        <a:moveTo>
                          <a:pt x="8770" y="0"/>
                        </a:moveTo>
                        <a:cubicBezTo>
                          <a:pt x="3721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3" y="15144"/>
                          <a:pt x="9532" y="15144"/>
                        </a:cubicBezTo>
                        <a:cubicBezTo>
                          <a:pt x="14580" y="15144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02" name="Forme libre : forme 18401">
                    <a:extLst>
                      <a:ext uri="{FF2B5EF4-FFF2-40B4-BE49-F238E27FC236}">
                        <a16:creationId xmlns:a16="http://schemas.microsoft.com/office/drawing/2014/main" id="{025FF73C-F995-4512-B1D9-C3F6CA0FD491}"/>
                      </a:ext>
                    </a:extLst>
                  </p:cNvPr>
                  <p:cNvSpPr/>
                  <p:nvPr/>
                </p:nvSpPr>
                <p:spPr>
                  <a:xfrm>
                    <a:off x="5797300" y="5182932"/>
                    <a:ext cx="22114" cy="27433"/>
                  </a:xfrm>
                  <a:custGeom>
                    <a:avLst/>
                    <a:gdLst>
                      <a:gd name="connsiteX0" fmla="*/ 3524 w 22114"/>
                      <a:gd name="connsiteY0" fmla="*/ 1 h 27433"/>
                      <a:gd name="connsiteX1" fmla="*/ 0 w 22114"/>
                      <a:gd name="connsiteY1" fmla="*/ 286 h 27433"/>
                      <a:gd name="connsiteX2" fmla="*/ 14001 w 22114"/>
                      <a:gd name="connsiteY2" fmla="*/ 27433 h 27433"/>
                      <a:gd name="connsiteX3" fmla="*/ 22097 w 22114"/>
                      <a:gd name="connsiteY3" fmla="*/ 14669 h 27433"/>
                      <a:gd name="connsiteX4" fmla="*/ 3524 w 22114"/>
                      <a:gd name="connsiteY4" fmla="*/ 1 h 27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14" h="27433">
                        <a:moveTo>
                          <a:pt x="3524" y="1"/>
                        </a:moveTo>
                        <a:cubicBezTo>
                          <a:pt x="2286" y="1"/>
                          <a:pt x="1143" y="96"/>
                          <a:pt x="0" y="286"/>
                        </a:cubicBezTo>
                        <a:cubicBezTo>
                          <a:pt x="8191" y="6192"/>
                          <a:pt x="12287" y="16479"/>
                          <a:pt x="14001" y="27433"/>
                        </a:cubicBezTo>
                        <a:cubicBezTo>
                          <a:pt x="19050" y="24861"/>
                          <a:pt x="22384" y="20099"/>
                          <a:pt x="22097" y="14669"/>
                        </a:cubicBezTo>
                        <a:cubicBezTo>
                          <a:pt x="21621" y="6573"/>
                          <a:pt x="13335" y="-94"/>
                          <a:pt x="3524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03" name="Forme libre : forme 18402">
                    <a:extLst>
                      <a:ext uri="{FF2B5EF4-FFF2-40B4-BE49-F238E27FC236}">
                        <a16:creationId xmlns:a16="http://schemas.microsoft.com/office/drawing/2014/main" id="{54ABD2D8-C50B-4297-B229-358AF14EEC0C}"/>
                      </a:ext>
                    </a:extLst>
                  </p:cNvPr>
                  <p:cNvSpPr/>
                  <p:nvPr/>
                </p:nvSpPr>
                <p:spPr>
                  <a:xfrm>
                    <a:off x="5783756" y="5183219"/>
                    <a:ext cx="27545" cy="29337"/>
                  </a:xfrm>
                  <a:custGeom>
                    <a:avLst/>
                    <a:gdLst>
                      <a:gd name="connsiteX0" fmla="*/ 13544 w 27545"/>
                      <a:gd name="connsiteY0" fmla="*/ 0 h 29337"/>
                      <a:gd name="connsiteX1" fmla="*/ 18 w 27545"/>
                      <a:gd name="connsiteY1" fmla="*/ 14574 h 29337"/>
                      <a:gd name="connsiteX2" fmla="*/ 18592 w 27545"/>
                      <a:gd name="connsiteY2" fmla="*/ 29337 h 29337"/>
                      <a:gd name="connsiteX3" fmla="*/ 27545 w 27545"/>
                      <a:gd name="connsiteY3" fmla="*/ 27147 h 29337"/>
                      <a:gd name="connsiteX4" fmla="*/ 13544 w 27545"/>
                      <a:gd name="connsiteY4" fmla="*/ 0 h 29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45" h="29337">
                        <a:moveTo>
                          <a:pt x="13544" y="0"/>
                        </a:moveTo>
                        <a:cubicBezTo>
                          <a:pt x="5447" y="1429"/>
                          <a:pt x="-363" y="7430"/>
                          <a:pt x="18" y="14574"/>
                        </a:cubicBezTo>
                        <a:cubicBezTo>
                          <a:pt x="399" y="22765"/>
                          <a:pt x="8686" y="29337"/>
                          <a:pt x="18592" y="29337"/>
                        </a:cubicBezTo>
                        <a:cubicBezTo>
                          <a:pt x="21925" y="29337"/>
                          <a:pt x="24973" y="28480"/>
                          <a:pt x="27545" y="27147"/>
                        </a:cubicBezTo>
                        <a:cubicBezTo>
                          <a:pt x="25831" y="16193"/>
                          <a:pt x="21735" y="5905"/>
                          <a:pt x="135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04" name="Forme libre : forme 18403">
                    <a:extLst>
                      <a:ext uri="{FF2B5EF4-FFF2-40B4-BE49-F238E27FC236}">
                        <a16:creationId xmlns:a16="http://schemas.microsoft.com/office/drawing/2014/main" id="{828DF26D-7B9A-4AD5-B649-5A070260A2DB}"/>
                      </a:ext>
                    </a:extLst>
                  </p:cNvPr>
                  <p:cNvSpPr/>
                  <p:nvPr/>
                </p:nvSpPr>
                <p:spPr>
                  <a:xfrm>
                    <a:off x="5836250" y="5216651"/>
                    <a:ext cx="18301" cy="15145"/>
                  </a:xfrm>
                  <a:custGeom>
                    <a:avLst/>
                    <a:gdLst>
                      <a:gd name="connsiteX0" fmla="*/ 8770 w 18301"/>
                      <a:gd name="connsiteY0" fmla="*/ 0 h 15145"/>
                      <a:gd name="connsiteX1" fmla="*/ 7 w 18301"/>
                      <a:gd name="connsiteY1" fmla="*/ 7620 h 15145"/>
                      <a:gd name="connsiteX2" fmla="*/ 9532 w 18301"/>
                      <a:gd name="connsiteY2" fmla="*/ 15145 h 15145"/>
                      <a:gd name="connsiteX3" fmla="*/ 18295 w 18301"/>
                      <a:gd name="connsiteY3" fmla="*/ 7525 h 15145"/>
                      <a:gd name="connsiteX4" fmla="*/ 8770 w 18301"/>
                      <a:gd name="connsiteY4" fmla="*/ 0 h 1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5">
                        <a:moveTo>
                          <a:pt x="8770" y="0"/>
                        </a:moveTo>
                        <a:cubicBezTo>
                          <a:pt x="3722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4" y="15145"/>
                          <a:pt x="9532" y="15145"/>
                        </a:cubicBezTo>
                        <a:cubicBezTo>
                          <a:pt x="14580" y="15145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05" name="Forme libre : forme 18404">
                    <a:extLst>
                      <a:ext uri="{FF2B5EF4-FFF2-40B4-BE49-F238E27FC236}">
                        <a16:creationId xmlns:a16="http://schemas.microsoft.com/office/drawing/2014/main" id="{3AF554C1-6C0B-4E44-974C-1BE6DFD5BEE5}"/>
                      </a:ext>
                    </a:extLst>
                  </p:cNvPr>
                  <p:cNvSpPr/>
                  <p:nvPr/>
                </p:nvSpPr>
                <p:spPr>
                  <a:xfrm>
                    <a:off x="6098099" y="5143786"/>
                    <a:ext cx="15240" cy="13810"/>
                  </a:xfrm>
                  <a:custGeom>
                    <a:avLst/>
                    <a:gdLst>
                      <a:gd name="connsiteX0" fmla="*/ 0 w 15240"/>
                      <a:gd name="connsiteY0" fmla="*/ 13811 h 13810"/>
                      <a:gd name="connsiteX1" fmla="*/ 15240 w 15240"/>
                      <a:gd name="connsiteY1" fmla="*/ 0 h 13810"/>
                      <a:gd name="connsiteX2" fmla="*/ 0 w 15240"/>
                      <a:gd name="connsiteY2" fmla="*/ 13811 h 1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240" h="13810">
                        <a:moveTo>
                          <a:pt x="0" y="13811"/>
                        </a:moveTo>
                        <a:cubicBezTo>
                          <a:pt x="8573" y="13049"/>
                          <a:pt x="15050" y="7239"/>
                          <a:pt x="15240" y="0"/>
                        </a:cubicBezTo>
                        <a:cubicBezTo>
                          <a:pt x="13049" y="6096"/>
                          <a:pt x="6477" y="10382"/>
                          <a:pt x="0" y="138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06" name="Forme libre : forme 18405">
                    <a:extLst>
                      <a:ext uri="{FF2B5EF4-FFF2-40B4-BE49-F238E27FC236}">
                        <a16:creationId xmlns:a16="http://schemas.microsoft.com/office/drawing/2014/main" id="{AE6F04AA-E4A9-4504-9094-BCA6A9FD234F}"/>
                      </a:ext>
                    </a:extLst>
                  </p:cNvPr>
                  <p:cNvSpPr/>
                  <p:nvPr/>
                </p:nvSpPr>
                <p:spPr>
                  <a:xfrm>
                    <a:off x="6077892" y="5128069"/>
                    <a:ext cx="35637" cy="29622"/>
                  </a:xfrm>
                  <a:custGeom>
                    <a:avLst/>
                    <a:gdLst>
                      <a:gd name="connsiteX0" fmla="*/ 17064 w 35637"/>
                      <a:gd name="connsiteY0" fmla="*/ 0 h 29622"/>
                      <a:gd name="connsiteX1" fmla="*/ 14 w 35637"/>
                      <a:gd name="connsiteY1" fmla="*/ 14859 h 29622"/>
                      <a:gd name="connsiteX2" fmla="*/ 18588 w 35637"/>
                      <a:gd name="connsiteY2" fmla="*/ 29623 h 29622"/>
                      <a:gd name="connsiteX3" fmla="*/ 20302 w 35637"/>
                      <a:gd name="connsiteY3" fmla="*/ 29432 h 29622"/>
                      <a:gd name="connsiteX4" fmla="*/ 35542 w 35637"/>
                      <a:gd name="connsiteY4" fmla="*/ 15621 h 29622"/>
                      <a:gd name="connsiteX5" fmla="*/ 35637 w 35637"/>
                      <a:gd name="connsiteY5" fmla="*/ 14668 h 29622"/>
                      <a:gd name="connsiteX6" fmla="*/ 17064 w 35637"/>
                      <a:gd name="connsiteY6" fmla="*/ 0 h 2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637" h="29622">
                        <a:moveTo>
                          <a:pt x="17064" y="0"/>
                        </a:moveTo>
                        <a:cubicBezTo>
                          <a:pt x="7253" y="0"/>
                          <a:pt x="-367" y="6668"/>
                          <a:pt x="14" y="14859"/>
                        </a:cubicBezTo>
                        <a:cubicBezTo>
                          <a:pt x="395" y="23050"/>
                          <a:pt x="8682" y="29623"/>
                          <a:pt x="18588" y="29623"/>
                        </a:cubicBezTo>
                        <a:cubicBezTo>
                          <a:pt x="19159" y="29623"/>
                          <a:pt x="19730" y="29527"/>
                          <a:pt x="20302" y="29432"/>
                        </a:cubicBezTo>
                        <a:cubicBezTo>
                          <a:pt x="26779" y="26098"/>
                          <a:pt x="33351" y="21717"/>
                          <a:pt x="35542" y="15621"/>
                        </a:cubicBezTo>
                        <a:cubicBezTo>
                          <a:pt x="35542" y="15335"/>
                          <a:pt x="35637" y="15050"/>
                          <a:pt x="35637" y="14668"/>
                        </a:cubicBezTo>
                        <a:cubicBezTo>
                          <a:pt x="35161" y="6572"/>
                          <a:pt x="26874" y="0"/>
                          <a:pt x="1706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07" name="Forme libre : forme 18406">
                    <a:extLst>
                      <a:ext uri="{FF2B5EF4-FFF2-40B4-BE49-F238E27FC236}">
                        <a16:creationId xmlns:a16="http://schemas.microsoft.com/office/drawing/2014/main" id="{E0965F62-BCDA-41CF-9A41-1AB4EF541AC7}"/>
                      </a:ext>
                    </a:extLst>
                  </p:cNvPr>
                  <p:cNvSpPr/>
                  <p:nvPr/>
                </p:nvSpPr>
                <p:spPr>
                  <a:xfrm>
                    <a:off x="6130382" y="5161883"/>
                    <a:ext cx="18301" cy="15145"/>
                  </a:xfrm>
                  <a:custGeom>
                    <a:avLst/>
                    <a:gdLst>
                      <a:gd name="connsiteX0" fmla="*/ 7 w 18301"/>
                      <a:gd name="connsiteY0" fmla="*/ 7620 h 15145"/>
                      <a:gd name="connsiteX1" fmla="*/ 9532 w 18301"/>
                      <a:gd name="connsiteY1" fmla="*/ 15145 h 15145"/>
                      <a:gd name="connsiteX2" fmla="*/ 18295 w 18301"/>
                      <a:gd name="connsiteY2" fmla="*/ 7525 h 15145"/>
                      <a:gd name="connsiteX3" fmla="*/ 8770 w 18301"/>
                      <a:gd name="connsiteY3" fmla="*/ 0 h 15145"/>
                      <a:gd name="connsiteX4" fmla="*/ 7 w 18301"/>
                      <a:gd name="connsiteY4" fmla="*/ 7620 h 1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5">
                        <a:moveTo>
                          <a:pt x="7" y="7620"/>
                        </a:moveTo>
                        <a:cubicBezTo>
                          <a:pt x="197" y="11811"/>
                          <a:pt x="4484" y="15145"/>
                          <a:pt x="9532" y="15145"/>
                        </a:cubicBezTo>
                        <a:cubicBezTo>
                          <a:pt x="14580" y="15145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ubicBezTo>
                          <a:pt x="3722" y="0"/>
                          <a:pt x="-184" y="3429"/>
                          <a:pt x="7" y="76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08" name="Forme libre : forme 18407">
                    <a:extLst>
                      <a:ext uri="{FF2B5EF4-FFF2-40B4-BE49-F238E27FC236}">
                        <a16:creationId xmlns:a16="http://schemas.microsoft.com/office/drawing/2014/main" id="{F7A7E5B7-ACFE-459A-8A0F-E0F27F20B1A4}"/>
                      </a:ext>
                    </a:extLst>
                  </p:cNvPr>
                  <p:cNvSpPr/>
                  <p:nvPr/>
                </p:nvSpPr>
                <p:spPr>
                  <a:xfrm>
                    <a:off x="6292205" y="5317901"/>
                    <a:ext cx="35650" cy="29623"/>
                  </a:xfrm>
                  <a:custGeom>
                    <a:avLst/>
                    <a:gdLst>
                      <a:gd name="connsiteX0" fmla="*/ 17064 w 35650"/>
                      <a:gd name="connsiteY0" fmla="*/ 1 h 29623"/>
                      <a:gd name="connsiteX1" fmla="*/ 14 w 35650"/>
                      <a:gd name="connsiteY1" fmla="*/ 14860 h 29623"/>
                      <a:gd name="connsiteX2" fmla="*/ 18588 w 35650"/>
                      <a:gd name="connsiteY2" fmla="*/ 29624 h 29623"/>
                      <a:gd name="connsiteX3" fmla="*/ 35637 w 35650"/>
                      <a:gd name="connsiteY3" fmla="*/ 14765 h 29623"/>
                      <a:gd name="connsiteX4" fmla="*/ 17064 w 35650"/>
                      <a:gd name="connsiteY4" fmla="*/ 1 h 29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50" h="29623">
                        <a:moveTo>
                          <a:pt x="17064" y="1"/>
                        </a:moveTo>
                        <a:cubicBezTo>
                          <a:pt x="7253" y="1"/>
                          <a:pt x="-367" y="6669"/>
                          <a:pt x="14" y="14860"/>
                        </a:cubicBezTo>
                        <a:cubicBezTo>
                          <a:pt x="395" y="23051"/>
                          <a:pt x="8682" y="29624"/>
                          <a:pt x="18588" y="29624"/>
                        </a:cubicBezTo>
                        <a:cubicBezTo>
                          <a:pt x="28493" y="29624"/>
                          <a:pt x="36018" y="22956"/>
                          <a:pt x="35637" y="14765"/>
                        </a:cubicBezTo>
                        <a:cubicBezTo>
                          <a:pt x="35161" y="6478"/>
                          <a:pt x="26874" y="-94"/>
                          <a:pt x="17064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09" name="Forme libre : forme 18408">
                    <a:extLst>
                      <a:ext uri="{FF2B5EF4-FFF2-40B4-BE49-F238E27FC236}">
                        <a16:creationId xmlns:a16="http://schemas.microsoft.com/office/drawing/2014/main" id="{F57DBC2F-0E0B-428E-9A37-58BF03FBC488}"/>
                      </a:ext>
                    </a:extLst>
                  </p:cNvPr>
                  <p:cNvSpPr/>
                  <p:nvPr/>
                </p:nvSpPr>
                <p:spPr>
                  <a:xfrm>
                    <a:off x="6344695" y="5351621"/>
                    <a:ext cx="18301" cy="15145"/>
                  </a:xfrm>
                  <a:custGeom>
                    <a:avLst/>
                    <a:gdLst>
                      <a:gd name="connsiteX0" fmla="*/ 8770 w 18301"/>
                      <a:gd name="connsiteY0" fmla="*/ 0 h 15145"/>
                      <a:gd name="connsiteX1" fmla="*/ 7 w 18301"/>
                      <a:gd name="connsiteY1" fmla="*/ 7620 h 15145"/>
                      <a:gd name="connsiteX2" fmla="*/ 9532 w 18301"/>
                      <a:gd name="connsiteY2" fmla="*/ 15145 h 15145"/>
                      <a:gd name="connsiteX3" fmla="*/ 18295 w 18301"/>
                      <a:gd name="connsiteY3" fmla="*/ 7525 h 15145"/>
                      <a:gd name="connsiteX4" fmla="*/ 8770 w 18301"/>
                      <a:gd name="connsiteY4" fmla="*/ 0 h 1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5">
                        <a:moveTo>
                          <a:pt x="8770" y="0"/>
                        </a:moveTo>
                        <a:cubicBezTo>
                          <a:pt x="3722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4" y="15145"/>
                          <a:pt x="9532" y="15145"/>
                        </a:cubicBezTo>
                        <a:cubicBezTo>
                          <a:pt x="14580" y="15145"/>
                          <a:pt x="18485" y="11716"/>
                          <a:pt x="18295" y="7525"/>
                        </a:cubicBezTo>
                        <a:cubicBezTo>
                          <a:pt x="18009" y="3334"/>
                          <a:pt x="13818" y="0"/>
                          <a:pt x="8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10" name="Forme libre : forme 18409">
                    <a:extLst>
                      <a:ext uri="{FF2B5EF4-FFF2-40B4-BE49-F238E27FC236}">
                        <a16:creationId xmlns:a16="http://schemas.microsoft.com/office/drawing/2014/main" id="{BD6EA43A-19A5-48B8-89E3-EB8633DB4946}"/>
                      </a:ext>
                    </a:extLst>
                  </p:cNvPr>
                  <p:cNvSpPr/>
                  <p:nvPr/>
                </p:nvSpPr>
                <p:spPr>
                  <a:xfrm>
                    <a:off x="5564006" y="5288184"/>
                    <a:ext cx="35663" cy="29622"/>
                  </a:xfrm>
                  <a:custGeom>
                    <a:avLst/>
                    <a:gdLst>
                      <a:gd name="connsiteX0" fmla="*/ 26 w 35663"/>
                      <a:gd name="connsiteY0" fmla="*/ 14859 h 29622"/>
                      <a:gd name="connsiteX1" fmla="*/ 18600 w 35663"/>
                      <a:gd name="connsiteY1" fmla="*/ 29623 h 29622"/>
                      <a:gd name="connsiteX2" fmla="*/ 35650 w 35663"/>
                      <a:gd name="connsiteY2" fmla="*/ 14764 h 29622"/>
                      <a:gd name="connsiteX3" fmla="*/ 17076 w 35663"/>
                      <a:gd name="connsiteY3" fmla="*/ 0 h 29622"/>
                      <a:gd name="connsiteX4" fmla="*/ 2122 w 35663"/>
                      <a:gd name="connsiteY4" fmla="*/ 7429 h 29622"/>
                      <a:gd name="connsiteX5" fmla="*/ 26 w 35663"/>
                      <a:gd name="connsiteY5" fmla="*/ 14859 h 2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663" h="29622">
                        <a:moveTo>
                          <a:pt x="26" y="14859"/>
                        </a:moveTo>
                        <a:cubicBezTo>
                          <a:pt x="408" y="23050"/>
                          <a:pt x="8694" y="29623"/>
                          <a:pt x="18600" y="29623"/>
                        </a:cubicBezTo>
                        <a:cubicBezTo>
                          <a:pt x="28411" y="29623"/>
                          <a:pt x="36031" y="22955"/>
                          <a:pt x="35650" y="14764"/>
                        </a:cubicBezTo>
                        <a:cubicBezTo>
                          <a:pt x="35269" y="6572"/>
                          <a:pt x="26982" y="0"/>
                          <a:pt x="17076" y="0"/>
                        </a:cubicBezTo>
                        <a:cubicBezTo>
                          <a:pt x="12123" y="2477"/>
                          <a:pt x="7075" y="4953"/>
                          <a:pt x="2122" y="7429"/>
                        </a:cubicBezTo>
                        <a:cubicBezTo>
                          <a:pt x="693" y="9620"/>
                          <a:pt x="-164" y="12192"/>
                          <a:pt x="26" y="148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11" name="Forme libre : forme 18410">
                    <a:extLst>
                      <a:ext uri="{FF2B5EF4-FFF2-40B4-BE49-F238E27FC236}">
                        <a16:creationId xmlns:a16="http://schemas.microsoft.com/office/drawing/2014/main" id="{3FCF43C7-F36D-46E7-A73B-F2792F60CBBD}"/>
                      </a:ext>
                    </a:extLst>
                  </p:cNvPr>
                  <p:cNvSpPr/>
                  <p:nvPr/>
                </p:nvSpPr>
                <p:spPr>
                  <a:xfrm>
                    <a:off x="5566128" y="5288184"/>
                    <a:ext cx="14954" cy="7429"/>
                  </a:xfrm>
                  <a:custGeom>
                    <a:avLst/>
                    <a:gdLst>
                      <a:gd name="connsiteX0" fmla="*/ 0 w 14954"/>
                      <a:gd name="connsiteY0" fmla="*/ 7429 h 7429"/>
                      <a:gd name="connsiteX1" fmla="*/ 14954 w 14954"/>
                      <a:gd name="connsiteY1" fmla="*/ 0 h 7429"/>
                      <a:gd name="connsiteX2" fmla="*/ 0 w 14954"/>
                      <a:gd name="connsiteY2" fmla="*/ 7429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954" h="7429">
                        <a:moveTo>
                          <a:pt x="0" y="7429"/>
                        </a:moveTo>
                        <a:cubicBezTo>
                          <a:pt x="4953" y="4953"/>
                          <a:pt x="10001" y="2477"/>
                          <a:pt x="14954" y="0"/>
                        </a:cubicBezTo>
                        <a:cubicBezTo>
                          <a:pt x="8382" y="0"/>
                          <a:pt x="2857" y="3048"/>
                          <a:pt x="0" y="742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12" name="Forme libre : forme 18411">
                    <a:extLst>
                      <a:ext uri="{FF2B5EF4-FFF2-40B4-BE49-F238E27FC236}">
                        <a16:creationId xmlns:a16="http://schemas.microsoft.com/office/drawing/2014/main" id="{617A34E1-4952-44F1-AFAF-DFA023F44736}"/>
                      </a:ext>
                    </a:extLst>
                  </p:cNvPr>
                  <p:cNvSpPr/>
                  <p:nvPr/>
                </p:nvSpPr>
                <p:spPr>
                  <a:xfrm>
                    <a:off x="5616508" y="5321998"/>
                    <a:ext cx="18301" cy="15145"/>
                  </a:xfrm>
                  <a:custGeom>
                    <a:avLst/>
                    <a:gdLst>
                      <a:gd name="connsiteX0" fmla="*/ 9532 w 18301"/>
                      <a:gd name="connsiteY0" fmla="*/ 15145 h 15145"/>
                      <a:gd name="connsiteX1" fmla="*/ 18295 w 18301"/>
                      <a:gd name="connsiteY1" fmla="*/ 7525 h 15145"/>
                      <a:gd name="connsiteX2" fmla="*/ 8770 w 18301"/>
                      <a:gd name="connsiteY2" fmla="*/ 0 h 15145"/>
                      <a:gd name="connsiteX3" fmla="*/ 7 w 18301"/>
                      <a:gd name="connsiteY3" fmla="*/ 7620 h 15145"/>
                      <a:gd name="connsiteX4" fmla="*/ 9532 w 18301"/>
                      <a:gd name="connsiteY4" fmla="*/ 15145 h 1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5">
                        <a:moveTo>
                          <a:pt x="9532" y="15145"/>
                        </a:moveTo>
                        <a:cubicBezTo>
                          <a:pt x="14580" y="15145"/>
                          <a:pt x="18485" y="11716"/>
                          <a:pt x="18295" y="7525"/>
                        </a:cubicBezTo>
                        <a:cubicBezTo>
                          <a:pt x="18104" y="3334"/>
                          <a:pt x="13818" y="0"/>
                          <a:pt x="8770" y="0"/>
                        </a:cubicBezTo>
                        <a:cubicBezTo>
                          <a:pt x="3722" y="0"/>
                          <a:pt x="-183" y="3429"/>
                          <a:pt x="7" y="7620"/>
                        </a:cubicBezTo>
                        <a:cubicBezTo>
                          <a:pt x="197" y="11716"/>
                          <a:pt x="4484" y="15145"/>
                          <a:pt x="9532" y="15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13" name="Forme libre : forme 18412">
                    <a:extLst>
                      <a:ext uri="{FF2B5EF4-FFF2-40B4-BE49-F238E27FC236}">
                        <a16:creationId xmlns:a16="http://schemas.microsoft.com/office/drawing/2014/main" id="{2A69F438-885B-4896-9E72-4C998ED10DB8}"/>
                      </a:ext>
                    </a:extLst>
                  </p:cNvPr>
                  <p:cNvSpPr/>
                  <p:nvPr/>
                </p:nvSpPr>
                <p:spPr>
                  <a:xfrm>
                    <a:off x="2604785" y="5209984"/>
                    <a:ext cx="35658" cy="29623"/>
                  </a:xfrm>
                  <a:custGeom>
                    <a:avLst/>
                    <a:gdLst>
                      <a:gd name="connsiteX0" fmla="*/ 21 w 35658"/>
                      <a:gd name="connsiteY0" fmla="*/ 14859 h 29623"/>
                      <a:gd name="connsiteX1" fmla="*/ 18595 w 35658"/>
                      <a:gd name="connsiteY1" fmla="*/ 29623 h 29623"/>
                      <a:gd name="connsiteX2" fmla="*/ 35644 w 35658"/>
                      <a:gd name="connsiteY2" fmla="*/ 14764 h 29623"/>
                      <a:gd name="connsiteX3" fmla="*/ 17070 w 35658"/>
                      <a:gd name="connsiteY3" fmla="*/ 0 h 29623"/>
                      <a:gd name="connsiteX4" fmla="*/ 21 w 35658"/>
                      <a:gd name="connsiteY4" fmla="*/ 14859 h 29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58" h="29623">
                        <a:moveTo>
                          <a:pt x="21" y="14859"/>
                        </a:moveTo>
                        <a:cubicBezTo>
                          <a:pt x="402" y="23051"/>
                          <a:pt x="8688" y="29623"/>
                          <a:pt x="18595" y="29623"/>
                        </a:cubicBezTo>
                        <a:cubicBezTo>
                          <a:pt x="28405" y="29623"/>
                          <a:pt x="36025" y="22956"/>
                          <a:pt x="35644" y="14764"/>
                        </a:cubicBezTo>
                        <a:cubicBezTo>
                          <a:pt x="35263" y="6572"/>
                          <a:pt x="26977" y="0"/>
                          <a:pt x="17070" y="0"/>
                        </a:cubicBezTo>
                        <a:cubicBezTo>
                          <a:pt x="7260" y="0"/>
                          <a:pt x="-455" y="6668"/>
                          <a:pt x="21" y="148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414" name="Forme libre : forme 18413">
                    <a:extLst>
                      <a:ext uri="{FF2B5EF4-FFF2-40B4-BE49-F238E27FC236}">
                        <a16:creationId xmlns:a16="http://schemas.microsoft.com/office/drawing/2014/main" id="{F2259834-CEDA-4129-831B-418C0BDA2D28}"/>
                      </a:ext>
                    </a:extLst>
                  </p:cNvPr>
                  <p:cNvSpPr/>
                  <p:nvPr/>
                </p:nvSpPr>
                <p:spPr>
                  <a:xfrm>
                    <a:off x="2657282" y="5243703"/>
                    <a:ext cx="18301" cy="15144"/>
                  </a:xfrm>
                  <a:custGeom>
                    <a:avLst/>
                    <a:gdLst>
                      <a:gd name="connsiteX0" fmla="*/ 8770 w 18301"/>
                      <a:gd name="connsiteY0" fmla="*/ 0 h 15144"/>
                      <a:gd name="connsiteX1" fmla="*/ 7 w 18301"/>
                      <a:gd name="connsiteY1" fmla="*/ 7620 h 15144"/>
                      <a:gd name="connsiteX2" fmla="*/ 9532 w 18301"/>
                      <a:gd name="connsiteY2" fmla="*/ 15144 h 15144"/>
                      <a:gd name="connsiteX3" fmla="*/ 18295 w 18301"/>
                      <a:gd name="connsiteY3" fmla="*/ 7525 h 15144"/>
                      <a:gd name="connsiteX4" fmla="*/ 8770 w 18301"/>
                      <a:gd name="connsiteY4" fmla="*/ 0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01" h="15144">
                        <a:moveTo>
                          <a:pt x="8770" y="0"/>
                        </a:moveTo>
                        <a:cubicBezTo>
                          <a:pt x="3722" y="0"/>
                          <a:pt x="-184" y="3429"/>
                          <a:pt x="7" y="7620"/>
                        </a:cubicBezTo>
                        <a:cubicBezTo>
                          <a:pt x="197" y="11811"/>
                          <a:pt x="4483" y="15144"/>
                          <a:pt x="9532" y="15144"/>
                        </a:cubicBezTo>
                        <a:cubicBezTo>
                          <a:pt x="14580" y="15144"/>
                          <a:pt x="18485" y="11716"/>
                          <a:pt x="18295" y="7525"/>
                        </a:cubicBezTo>
                        <a:cubicBezTo>
                          <a:pt x="18009" y="3334"/>
                          <a:pt x="13818" y="0"/>
                          <a:pt x="8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7332" name="Forme libre : forme 17331">
                  <a:extLst>
                    <a:ext uri="{FF2B5EF4-FFF2-40B4-BE49-F238E27FC236}">
                      <a16:creationId xmlns:a16="http://schemas.microsoft.com/office/drawing/2014/main" id="{AA85A9C7-23D0-4B09-A4EF-0B2625F7B080}"/>
                    </a:ext>
                  </a:extLst>
                </p:cNvPr>
                <p:cNvSpPr/>
                <p:nvPr/>
              </p:nvSpPr>
              <p:spPr>
                <a:xfrm>
                  <a:off x="413815" y="3720365"/>
                  <a:ext cx="7664912" cy="1788228"/>
                </a:xfrm>
                <a:custGeom>
                  <a:avLst/>
                  <a:gdLst>
                    <a:gd name="connsiteX0" fmla="*/ 7664913 w 7664912"/>
                    <a:gd name="connsiteY0" fmla="*/ 97064 h 1788228"/>
                    <a:gd name="connsiteX1" fmla="*/ 7572044 w 7664912"/>
                    <a:gd name="connsiteY1" fmla="*/ 10482 h 1788228"/>
                    <a:gd name="connsiteX2" fmla="*/ 7497845 w 7664912"/>
                    <a:gd name="connsiteY2" fmla="*/ 45058 h 1788228"/>
                    <a:gd name="connsiteX3" fmla="*/ 7368495 w 7664912"/>
                    <a:gd name="connsiteY3" fmla="*/ 2862 h 1788228"/>
                    <a:gd name="connsiteX4" fmla="*/ 7193140 w 7664912"/>
                    <a:gd name="connsiteY4" fmla="*/ 120686 h 1788228"/>
                    <a:gd name="connsiteX5" fmla="*/ 7020928 w 7664912"/>
                    <a:gd name="connsiteY5" fmla="*/ 100 h 1788228"/>
                    <a:gd name="connsiteX6" fmla="*/ 6857193 w 7664912"/>
                    <a:gd name="connsiteY6" fmla="*/ 130687 h 1788228"/>
                    <a:gd name="connsiteX7" fmla="*/ 6781279 w 7664912"/>
                    <a:gd name="connsiteY7" fmla="*/ 100874 h 1788228"/>
                    <a:gd name="connsiteX8" fmla="*/ 6694983 w 7664912"/>
                    <a:gd name="connsiteY8" fmla="*/ 152976 h 1788228"/>
                    <a:gd name="connsiteX9" fmla="*/ 6534105 w 7664912"/>
                    <a:gd name="connsiteY9" fmla="*/ 68870 h 1788228"/>
                    <a:gd name="connsiteX10" fmla="*/ 6379229 w 7664912"/>
                    <a:gd name="connsiteY10" fmla="*/ 163263 h 1788228"/>
                    <a:gd name="connsiteX11" fmla="*/ 6245117 w 7664912"/>
                    <a:gd name="connsiteY11" fmla="*/ 48772 h 1788228"/>
                    <a:gd name="connsiteX12" fmla="*/ 6125387 w 7664912"/>
                    <a:gd name="connsiteY12" fmla="*/ 138117 h 1788228"/>
                    <a:gd name="connsiteX13" fmla="*/ 5987370 w 7664912"/>
                    <a:gd name="connsiteY13" fmla="*/ 80491 h 1788228"/>
                    <a:gd name="connsiteX14" fmla="*/ 5820683 w 7664912"/>
                    <a:gd name="connsiteY14" fmla="*/ 208412 h 1788228"/>
                    <a:gd name="connsiteX15" fmla="*/ 5713050 w 7664912"/>
                    <a:gd name="connsiteY15" fmla="*/ 157167 h 1788228"/>
                    <a:gd name="connsiteX16" fmla="*/ 5648947 w 7664912"/>
                    <a:gd name="connsiteY16" fmla="*/ 176598 h 1788228"/>
                    <a:gd name="connsiteX17" fmla="*/ 5549029 w 7664912"/>
                    <a:gd name="connsiteY17" fmla="*/ 118114 h 1788228"/>
                    <a:gd name="connsiteX18" fmla="*/ 5471972 w 7664912"/>
                    <a:gd name="connsiteY18" fmla="*/ 153929 h 1788228"/>
                    <a:gd name="connsiteX19" fmla="*/ 5472735 w 7664912"/>
                    <a:gd name="connsiteY19" fmla="*/ 141737 h 1788228"/>
                    <a:gd name="connsiteX20" fmla="*/ 5400820 w 7664912"/>
                    <a:gd name="connsiteY20" fmla="*/ 74395 h 1788228"/>
                    <a:gd name="connsiteX21" fmla="*/ 5333479 w 7664912"/>
                    <a:gd name="connsiteY21" fmla="*/ 146309 h 1788228"/>
                    <a:gd name="connsiteX22" fmla="*/ 5334717 w 7664912"/>
                    <a:gd name="connsiteY22" fmla="*/ 156786 h 1788228"/>
                    <a:gd name="connsiteX23" fmla="*/ 5271757 w 7664912"/>
                    <a:gd name="connsiteY23" fmla="*/ 131450 h 1788228"/>
                    <a:gd name="connsiteX24" fmla="*/ 5196033 w 7664912"/>
                    <a:gd name="connsiteY24" fmla="*/ 184694 h 1788228"/>
                    <a:gd name="connsiteX25" fmla="*/ 5088972 w 7664912"/>
                    <a:gd name="connsiteY25" fmla="*/ 131069 h 1788228"/>
                    <a:gd name="connsiteX26" fmla="*/ 4979244 w 7664912"/>
                    <a:gd name="connsiteY26" fmla="*/ 203649 h 1788228"/>
                    <a:gd name="connsiteX27" fmla="*/ 4899520 w 7664912"/>
                    <a:gd name="connsiteY27" fmla="*/ 152119 h 1788228"/>
                    <a:gd name="connsiteX28" fmla="*/ 4856562 w 7664912"/>
                    <a:gd name="connsiteY28" fmla="*/ 165835 h 1788228"/>
                    <a:gd name="connsiteX29" fmla="*/ 4782648 w 7664912"/>
                    <a:gd name="connsiteY29" fmla="*/ 98969 h 1788228"/>
                    <a:gd name="connsiteX30" fmla="*/ 4717592 w 7664912"/>
                    <a:gd name="connsiteY30" fmla="*/ 146118 h 1788228"/>
                    <a:gd name="connsiteX31" fmla="*/ 4635392 w 7664912"/>
                    <a:gd name="connsiteY31" fmla="*/ 118591 h 1788228"/>
                    <a:gd name="connsiteX32" fmla="*/ 4530903 w 7664912"/>
                    <a:gd name="connsiteY32" fmla="*/ 182218 h 1788228"/>
                    <a:gd name="connsiteX33" fmla="*/ 4443272 w 7664912"/>
                    <a:gd name="connsiteY33" fmla="*/ 154405 h 1788228"/>
                    <a:gd name="connsiteX34" fmla="*/ 4344689 w 7664912"/>
                    <a:gd name="connsiteY34" fmla="*/ 200601 h 1788228"/>
                    <a:gd name="connsiteX35" fmla="*/ 4232580 w 7664912"/>
                    <a:gd name="connsiteY35" fmla="*/ 140117 h 1788228"/>
                    <a:gd name="connsiteX36" fmla="*/ 4134377 w 7664912"/>
                    <a:gd name="connsiteY36" fmla="*/ 192219 h 1788228"/>
                    <a:gd name="connsiteX37" fmla="*/ 4023410 w 7664912"/>
                    <a:gd name="connsiteY37" fmla="*/ 108970 h 1788228"/>
                    <a:gd name="connsiteX38" fmla="*/ 3917397 w 7664912"/>
                    <a:gd name="connsiteY38" fmla="*/ 204506 h 1788228"/>
                    <a:gd name="connsiteX39" fmla="*/ 3821957 w 7664912"/>
                    <a:gd name="connsiteY39" fmla="*/ 149452 h 1788228"/>
                    <a:gd name="connsiteX40" fmla="*/ 3728707 w 7664912"/>
                    <a:gd name="connsiteY40" fmla="*/ 214412 h 1788228"/>
                    <a:gd name="connsiteX41" fmla="*/ 3617645 w 7664912"/>
                    <a:gd name="connsiteY41" fmla="*/ 166692 h 1788228"/>
                    <a:gd name="connsiteX42" fmla="*/ 3491344 w 7664912"/>
                    <a:gd name="connsiteY42" fmla="*/ 253370 h 1788228"/>
                    <a:gd name="connsiteX43" fmla="*/ 3343135 w 7664912"/>
                    <a:gd name="connsiteY43" fmla="*/ 169454 h 1788228"/>
                    <a:gd name="connsiteX44" fmla="*/ 3214738 w 7664912"/>
                    <a:gd name="connsiteY44" fmla="*/ 239082 h 1788228"/>
                    <a:gd name="connsiteX45" fmla="*/ 3071387 w 7664912"/>
                    <a:gd name="connsiteY45" fmla="*/ 129830 h 1788228"/>
                    <a:gd name="connsiteX46" fmla="*/ 2936513 w 7664912"/>
                    <a:gd name="connsiteY46" fmla="*/ 243845 h 1788228"/>
                    <a:gd name="connsiteX47" fmla="*/ 2807163 w 7664912"/>
                    <a:gd name="connsiteY47" fmla="*/ 189171 h 1788228"/>
                    <a:gd name="connsiteX48" fmla="*/ 2651620 w 7664912"/>
                    <a:gd name="connsiteY48" fmla="*/ 309757 h 1788228"/>
                    <a:gd name="connsiteX49" fmla="*/ 2523508 w 7664912"/>
                    <a:gd name="connsiteY49" fmla="*/ 238606 h 1788228"/>
                    <a:gd name="connsiteX50" fmla="*/ 2420257 w 7664912"/>
                    <a:gd name="connsiteY50" fmla="*/ 288231 h 1788228"/>
                    <a:gd name="connsiteX51" fmla="*/ 2273573 w 7664912"/>
                    <a:gd name="connsiteY51" fmla="*/ 156024 h 1788228"/>
                    <a:gd name="connsiteX52" fmla="*/ 2135936 w 7664912"/>
                    <a:gd name="connsiteY52" fmla="*/ 293184 h 1788228"/>
                    <a:gd name="connsiteX53" fmla="*/ 2040877 w 7664912"/>
                    <a:gd name="connsiteY53" fmla="*/ 243940 h 1788228"/>
                    <a:gd name="connsiteX54" fmla="*/ 1955438 w 7664912"/>
                    <a:gd name="connsiteY54" fmla="*/ 289660 h 1788228"/>
                    <a:gd name="connsiteX55" fmla="*/ 1818754 w 7664912"/>
                    <a:gd name="connsiteY55" fmla="*/ 200506 h 1788228"/>
                    <a:gd name="connsiteX56" fmla="*/ 1685594 w 7664912"/>
                    <a:gd name="connsiteY56" fmla="*/ 307090 h 1788228"/>
                    <a:gd name="connsiteX57" fmla="*/ 1589677 w 7664912"/>
                    <a:gd name="connsiteY57" fmla="*/ 386434 h 1788228"/>
                    <a:gd name="connsiteX58" fmla="*/ 1589296 w 7664912"/>
                    <a:gd name="connsiteY58" fmla="*/ 389101 h 1788228"/>
                    <a:gd name="connsiteX59" fmla="*/ 1472425 w 7664912"/>
                    <a:gd name="connsiteY59" fmla="*/ 475873 h 1788228"/>
                    <a:gd name="connsiteX60" fmla="*/ 1401463 w 7664912"/>
                    <a:gd name="connsiteY60" fmla="*/ 532071 h 1788228"/>
                    <a:gd name="connsiteX61" fmla="*/ 1400416 w 7664912"/>
                    <a:gd name="connsiteY61" fmla="*/ 550740 h 1788228"/>
                    <a:gd name="connsiteX62" fmla="*/ 1323168 w 7664912"/>
                    <a:gd name="connsiteY62" fmla="*/ 591507 h 1788228"/>
                    <a:gd name="connsiteX63" fmla="*/ 1279163 w 7664912"/>
                    <a:gd name="connsiteY63" fmla="*/ 575886 h 1788228"/>
                    <a:gd name="connsiteX64" fmla="*/ 1092472 w 7664912"/>
                    <a:gd name="connsiteY64" fmla="*/ 701616 h 1788228"/>
                    <a:gd name="connsiteX65" fmla="*/ 1089615 w 7664912"/>
                    <a:gd name="connsiteY65" fmla="*/ 731429 h 1788228"/>
                    <a:gd name="connsiteX66" fmla="*/ 1064183 w 7664912"/>
                    <a:gd name="connsiteY66" fmla="*/ 722762 h 1788228"/>
                    <a:gd name="connsiteX67" fmla="*/ 945311 w 7664912"/>
                    <a:gd name="connsiteY67" fmla="*/ 802771 h 1788228"/>
                    <a:gd name="connsiteX68" fmla="*/ 947121 w 7664912"/>
                    <a:gd name="connsiteY68" fmla="*/ 848777 h 1788228"/>
                    <a:gd name="connsiteX69" fmla="*/ 912926 w 7664912"/>
                    <a:gd name="connsiteY69" fmla="*/ 887735 h 1788228"/>
                    <a:gd name="connsiteX70" fmla="*/ 880732 w 7664912"/>
                    <a:gd name="connsiteY70" fmla="*/ 877257 h 1788228"/>
                    <a:gd name="connsiteX71" fmla="*/ 711663 w 7664912"/>
                    <a:gd name="connsiteY71" fmla="*/ 991081 h 1788228"/>
                    <a:gd name="connsiteX72" fmla="*/ 710615 w 7664912"/>
                    <a:gd name="connsiteY72" fmla="*/ 998129 h 1788228"/>
                    <a:gd name="connsiteX73" fmla="*/ 667276 w 7664912"/>
                    <a:gd name="connsiteY73" fmla="*/ 974317 h 1788228"/>
                    <a:gd name="connsiteX74" fmla="*/ 573455 w 7664912"/>
                    <a:gd name="connsiteY74" fmla="*/ 1031086 h 1788228"/>
                    <a:gd name="connsiteX75" fmla="*/ 542023 w 7664912"/>
                    <a:gd name="connsiteY75" fmla="*/ 1020799 h 1788228"/>
                    <a:gd name="connsiteX76" fmla="*/ 377621 w 7664912"/>
                    <a:gd name="connsiteY76" fmla="*/ 1131479 h 1788228"/>
                    <a:gd name="connsiteX77" fmla="*/ 385336 w 7664912"/>
                    <a:gd name="connsiteY77" fmla="*/ 1210823 h 1788228"/>
                    <a:gd name="connsiteX78" fmla="*/ 331044 w 7664912"/>
                    <a:gd name="connsiteY78" fmla="*/ 1184534 h 1788228"/>
                    <a:gd name="connsiteX79" fmla="*/ 199408 w 7664912"/>
                    <a:gd name="connsiteY79" fmla="*/ 1267782 h 1788228"/>
                    <a:gd name="connsiteX80" fmla="*/ 198361 w 7664912"/>
                    <a:gd name="connsiteY80" fmla="*/ 1300167 h 1788228"/>
                    <a:gd name="connsiteX81" fmla="*/ 181882 w 7664912"/>
                    <a:gd name="connsiteY81" fmla="*/ 1295786 h 1788228"/>
                    <a:gd name="connsiteX82" fmla="*/ 3384 w 7664912"/>
                    <a:gd name="connsiteY82" fmla="*/ 1428755 h 1788228"/>
                    <a:gd name="connsiteX83" fmla="*/ 118732 w 7664912"/>
                    <a:gd name="connsiteY83" fmla="*/ 1619064 h 1788228"/>
                    <a:gd name="connsiteX84" fmla="*/ 240175 w 7664912"/>
                    <a:gd name="connsiteY84" fmla="*/ 1585155 h 1788228"/>
                    <a:gd name="connsiteX85" fmla="*/ 1051896 w 7664912"/>
                    <a:gd name="connsiteY85" fmla="*/ 1788228 h 1788228"/>
                    <a:gd name="connsiteX86" fmla="*/ 5663711 w 7664912"/>
                    <a:gd name="connsiteY86" fmla="*/ 1756510 h 1788228"/>
                    <a:gd name="connsiteX87" fmla="*/ 6417519 w 7664912"/>
                    <a:gd name="connsiteY87" fmla="*/ 1541150 h 1788228"/>
                    <a:gd name="connsiteX88" fmla="*/ 7348778 w 7664912"/>
                    <a:gd name="connsiteY88" fmla="*/ 508544 h 1788228"/>
                    <a:gd name="connsiteX89" fmla="*/ 7464221 w 7664912"/>
                    <a:gd name="connsiteY89" fmla="*/ 380623 h 1788228"/>
                    <a:gd name="connsiteX90" fmla="*/ 7562615 w 7664912"/>
                    <a:gd name="connsiteY90" fmla="*/ 271562 h 1788228"/>
                    <a:gd name="connsiteX91" fmla="*/ 7583189 w 7664912"/>
                    <a:gd name="connsiteY91" fmla="*/ 248702 h 1788228"/>
                    <a:gd name="connsiteX92" fmla="*/ 7569854 w 7664912"/>
                    <a:gd name="connsiteY92" fmla="*/ 246893 h 1788228"/>
                    <a:gd name="connsiteX93" fmla="*/ 7575092 w 7664912"/>
                    <a:gd name="connsiteY93" fmla="*/ 195267 h 1788228"/>
                    <a:gd name="connsiteX94" fmla="*/ 7574045 w 7664912"/>
                    <a:gd name="connsiteY94" fmla="*/ 183075 h 1788228"/>
                    <a:gd name="connsiteX95" fmla="*/ 7664913 w 7664912"/>
                    <a:gd name="connsiteY95" fmla="*/ 97064 h 1788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</a:cxnLst>
                  <a:rect l="l" t="t" r="r" b="b"/>
                  <a:pathLst>
                    <a:path w="7664912" h="1788228">
                      <a:moveTo>
                        <a:pt x="7664913" y="97064"/>
                      </a:moveTo>
                      <a:cubicBezTo>
                        <a:pt x="7664913" y="49249"/>
                        <a:pt x="7623289" y="10482"/>
                        <a:pt x="7572044" y="10482"/>
                      </a:cubicBezTo>
                      <a:cubicBezTo>
                        <a:pt x="7541660" y="10482"/>
                        <a:pt x="7514799" y="24103"/>
                        <a:pt x="7497845" y="45058"/>
                      </a:cubicBezTo>
                      <a:cubicBezTo>
                        <a:pt x="7462317" y="17245"/>
                        <a:pt x="7417168" y="1243"/>
                        <a:pt x="7368495" y="2862"/>
                      </a:cubicBezTo>
                      <a:cubicBezTo>
                        <a:pt x="7289818" y="5434"/>
                        <a:pt x="7223430" y="53345"/>
                        <a:pt x="7193140" y="120686"/>
                      </a:cubicBezTo>
                      <a:cubicBezTo>
                        <a:pt x="7169518" y="48487"/>
                        <a:pt x="7100652" y="-2567"/>
                        <a:pt x="7020928" y="100"/>
                      </a:cubicBezTo>
                      <a:cubicBezTo>
                        <a:pt x="6941585" y="2671"/>
                        <a:pt x="6876434" y="57726"/>
                        <a:pt x="6857193" y="130687"/>
                      </a:cubicBezTo>
                      <a:cubicBezTo>
                        <a:pt x="6837667" y="111447"/>
                        <a:pt x="6810711" y="99922"/>
                        <a:pt x="6781279" y="100874"/>
                      </a:cubicBezTo>
                      <a:cubicBezTo>
                        <a:pt x="6744036" y="102112"/>
                        <a:pt x="6712223" y="122877"/>
                        <a:pt x="6694983" y="152976"/>
                      </a:cubicBezTo>
                      <a:cubicBezTo>
                        <a:pt x="6660883" y="100588"/>
                        <a:pt x="6601161" y="66679"/>
                        <a:pt x="6534105" y="68870"/>
                      </a:cubicBezTo>
                      <a:cubicBezTo>
                        <a:pt x="6467144" y="71061"/>
                        <a:pt x="6409804" y="108780"/>
                        <a:pt x="6379229" y="163263"/>
                      </a:cubicBezTo>
                      <a:cubicBezTo>
                        <a:pt x="6370942" y="96874"/>
                        <a:pt x="6313221" y="46582"/>
                        <a:pt x="6245117" y="48772"/>
                      </a:cubicBezTo>
                      <a:cubicBezTo>
                        <a:pt x="6188919" y="50582"/>
                        <a:pt x="6142247" y="87730"/>
                        <a:pt x="6125387" y="138117"/>
                      </a:cubicBezTo>
                      <a:cubicBezTo>
                        <a:pt x="6091097" y="101255"/>
                        <a:pt x="6041663" y="78681"/>
                        <a:pt x="5987370" y="80491"/>
                      </a:cubicBezTo>
                      <a:cubicBezTo>
                        <a:pt x="5908122" y="83062"/>
                        <a:pt x="5842590" y="136498"/>
                        <a:pt x="5820683" y="208412"/>
                      </a:cubicBezTo>
                      <a:cubicBezTo>
                        <a:pt x="5796108" y="176122"/>
                        <a:pt x="5756770" y="155738"/>
                        <a:pt x="5713050" y="157167"/>
                      </a:cubicBezTo>
                      <a:cubicBezTo>
                        <a:pt x="5689523" y="157929"/>
                        <a:pt x="5667711" y="165073"/>
                        <a:pt x="5648947" y="176598"/>
                      </a:cubicBezTo>
                      <a:cubicBezTo>
                        <a:pt x="5630183" y="140689"/>
                        <a:pt x="5592178" y="116686"/>
                        <a:pt x="5549029" y="118114"/>
                      </a:cubicBezTo>
                      <a:cubicBezTo>
                        <a:pt x="5518359" y="119162"/>
                        <a:pt x="5491022" y="132783"/>
                        <a:pt x="5471972" y="153929"/>
                      </a:cubicBezTo>
                      <a:cubicBezTo>
                        <a:pt x="5472544" y="149928"/>
                        <a:pt x="5472829" y="145928"/>
                        <a:pt x="5472735" y="141737"/>
                      </a:cubicBezTo>
                      <a:cubicBezTo>
                        <a:pt x="5471496" y="103255"/>
                        <a:pt x="5439302" y="73156"/>
                        <a:pt x="5400820" y="74395"/>
                      </a:cubicBezTo>
                      <a:cubicBezTo>
                        <a:pt x="5362340" y="75633"/>
                        <a:pt x="5332241" y="107828"/>
                        <a:pt x="5333479" y="146309"/>
                      </a:cubicBezTo>
                      <a:cubicBezTo>
                        <a:pt x="5333574" y="149833"/>
                        <a:pt x="5334051" y="153357"/>
                        <a:pt x="5334717" y="156786"/>
                      </a:cubicBezTo>
                      <a:cubicBezTo>
                        <a:pt x="5318715" y="140498"/>
                        <a:pt x="5296331" y="130687"/>
                        <a:pt x="5271757" y="131450"/>
                      </a:cubicBezTo>
                      <a:cubicBezTo>
                        <a:pt x="5237086" y="132593"/>
                        <a:pt x="5208035" y="154500"/>
                        <a:pt x="5196033" y="184694"/>
                      </a:cubicBezTo>
                      <a:cubicBezTo>
                        <a:pt x="5172506" y="151071"/>
                        <a:pt x="5133073" y="129640"/>
                        <a:pt x="5088972" y="131069"/>
                      </a:cubicBezTo>
                      <a:cubicBezTo>
                        <a:pt x="5040014" y="132688"/>
                        <a:pt x="4998675" y="162120"/>
                        <a:pt x="4979244" y="203649"/>
                      </a:cubicBezTo>
                      <a:cubicBezTo>
                        <a:pt x="4966385" y="172407"/>
                        <a:pt x="4935239" y="150880"/>
                        <a:pt x="4899520" y="152119"/>
                      </a:cubicBezTo>
                      <a:cubicBezTo>
                        <a:pt x="4883613" y="152595"/>
                        <a:pt x="4868945" y="157643"/>
                        <a:pt x="4856562" y="165835"/>
                      </a:cubicBezTo>
                      <a:cubicBezTo>
                        <a:pt x="4853990" y="127449"/>
                        <a:pt x="4821415" y="97636"/>
                        <a:pt x="4782648" y="98969"/>
                      </a:cubicBezTo>
                      <a:cubicBezTo>
                        <a:pt x="4752454" y="99922"/>
                        <a:pt x="4727308" y="119448"/>
                        <a:pt x="4717592" y="146118"/>
                      </a:cubicBezTo>
                      <a:cubicBezTo>
                        <a:pt x="4695209" y="128020"/>
                        <a:pt x="4666443" y="117543"/>
                        <a:pt x="4635392" y="118591"/>
                      </a:cubicBezTo>
                      <a:cubicBezTo>
                        <a:pt x="4590243" y="120115"/>
                        <a:pt x="4551572" y="145546"/>
                        <a:pt x="4530903" y="182218"/>
                      </a:cubicBezTo>
                      <a:cubicBezTo>
                        <a:pt x="4506519" y="163835"/>
                        <a:pt x="4476039" y="153357"/>
                        <a:pt x="4443272" y="154405"/>
                      </a:cubicBezTo>
                      <a:cubicBezTo>
                        <a:pt x="4403934" y="155738"/>
                        <a:pt x="4368978" y="173360"/>
                        <a:pt x="4344689" y="200601"/>
                      </a:cubicBezTo>
                      <a:cubicBezTo>
                        <a:pt x="4321638" y="163072"/>
                        <a:pt x="4279728" y="138593"/>
                        <a:pt x="4232580" y="140117"/>
                      </a:cubicBezTo>
                      <a:cubicBezTo>
                        <a:pt x="4192003" y="141451"/>
                        <a:pt x="4156665" y="161739"/>
                        <a:pt x="4134377" y="192219"/>
                      </a:cubicBezTo>
                      <a:cubicBezTo>
                        <a:pt x="4121804" y="142975"/>
                        <a:pt x="4076369" y="107256"/>
                        <a:pt x="4023410" y="108970"/>
                      </a:cubicBezTo>
                      <a:cubicBezTo>
                        <a:pt x="3968641" y="110780"/>
                        <a:pt x="3924636" y="152023"/>
                        <a:pt x="3917397" y="204506"/>
                      </a:cubicBezTo>
                      <a:cubicBezTo>
                        <a:pt x="3899204" y="170597"/>
                        <a:pt x="3863009" y="148118"/>
                        <a:pt x="3821957" y="149452"/>
                      </a:cubicBezTo>
                      <a:cubicBezTo>
                        <a:pt x="3779475" y="150880"/>
                        <a:pt x="3743852" y="177455"/>
                        <a:pt x="3728707" y="214412"/>
                      </a:cubicBezTo>
                      <a:cubicBezTo>
                        <a:pt x="3701561" y="183932"/>
                        <a:pt x="3661556" y="165263"/>
                        <a:pt x="3617645" y="166692"/>
                      </a:cubicBezTo>
                      <a:cubicBezTo>
                        <a:pt x="3560495" y="168597"/>
                        <a:pt x="3512394" y="203935"/>
                        <a:pt x="3491344" y="253370"/>
                      </a:cubicBezTo>
                      <a:cubicBezTo>
                        <a:pt x="3462483" y="201649"/>
                        <a:pt x="3406476" y="167359"/>
                        <a:pt x="3343135" y="169454"/>
                      </a:cubicBezTo>
                      <a:cubicBezTo>
                        <a:pt x="3289699" y="171169"/>
                        <a:pt x="3243313" y="198505"/>
                        <a:pt x="3214738" y="239082"/>
                      </a:cubicBezTo>
                      <a:cubicBezTo>
                        <a:pt x="3199403" y="174503"/>
                        <a:pt x="3140252" y="127544"/>
                        <a:pt x="3071387" y="129830"/>
                      </a:cubicBezTo>
                      <a:cubicBezTo>
                        <a:pt x="3004045" y="132021"/>
                        <a:pt x="2949371" y="180598"/>
                        <a:pt x="2936513" y="243845"/>
                      </a:cubicBezTo>
                      <a:cubicBezTo>
                        <a:pt x="2904604" y="208888"/>
                        <a:pt x="2858122" y="187552"/>
                        <a:pt x="2807163" y="189171"/>
                      </a:cubicBezTo>
                      <a:cubicBezTo>
                        <a:pt x="2732868" y="191647"/>
                        <a:pt x="2671432" y="242035"/>
                        <a:pt x="2651620" y="309757"/>
                      </a:cubicBezTo>
                      <a:cubicBezTo>
                        <a:pt x="2626093" y="265752"/>
                        <a:pt x="2577896" y="236796"/>
                        <a:pt x="2523508" y="238606"/>
                      </a:cubicBezTo>
                      <a:cubicBezTo>
                        <a:pt x="2481980" y="239939"/>
                        <a:pt x="2445404" y="259085"/>
                        <a:pt x="2420257" y="288231"/>
                      </a:cubicBezTo>
                      <a:cubicBezTo>
                        <a:pt x="2414828" y="212221"/>
                        <a:pt x="2350344" y="153452"/>
                        <a:pt x="2273573" y="156024"/>
                      </a:cubicBezTo>
                      <a:cubicBezTo>
                        <a:pt x="2198230" y="158501"/>
                        <a:pt x="2138698" y="218984"/>
                        <a:pt x="2135936" y="293184"/>
                      </a:cubicBezTo>
                      <a:cubicBezTo>
                        <a:pt x="2115553" y="262513"/>
                        <a:pt x="2080405" y="242702"/>
                        <a:pt x="2040877" y="243940"/>
                      </a:cubicBezTo>
                      <a:cubicBezTo>
                        <a:pt x="2005444" y="245083"/>
                        <a:pt x="1974583" y="262990"/>
                        <a:pt x="1955438" y="289660"/>
                      </a:cubicBezTo>
                      <a:cubicBezTo>
                        <a:pt x="1933625" y="235748"/>
                        <a:pt x="1880190" y="198505"/>
                        <a:pt x="1818754" y="200506"/>
                      </a:cubicBezTo>
                      <a:cubicBezTo>
                        <a:pt x="1754079" y="202601"/>
                        <a:pt x="1701025" y="247464"/>
                        <a:pt x="1685594" y="307090"/>
                      </a:cubicBezTo>
                      <a:cubicBezTo>
                        <a:pt x="1639684" y="307281"/>
                        <a:pt x="1598821" y="339666"/>
                        <a:pt x="1589677" y="386434"/>
                      </a:cubicBezTo>
                      <a:cubicBezTo>
                        <a:pt x="1589487" y="387291"/>
                        <a:pt x="1589487" y="388244"/>
                        <a:pt x="1589296" y="389101"/>
                      </a:cubicBezTo>
                      <a:cubicBezTo>
                        <a:pt x="1535004" y="385767"/>
                        <a:pt x="1485188" y="421962"/>
                        <a:pt x="1472425" y="475873"/>
                      </a:cubicBezTo>
                      <a:cubicBezTo>
                        <a:pt x="1438706" y="474635"/>
                        <a:pt x="1408131" y="497971"/>
                        <a:pt x="1401463" y="532071"/>
                      </a:cubicBezTo>
                      <a:cubicBezTo>
                        <a:pt x="1400225" y="538357"/>
                        <a:pt x="1399939" y="544644"/>
                        <a:pt x="1400416" y="550740"/>
                      </a:cubicBezTo>
                      <a:cubicBezTo>
                        <a:pt x="1368793" y="549406"/>
                        <a:pt x="1339456" y="565504"/>
                        <a:pt x="1323168" y="591507"/>
                      </a:cubicBezTo>
                      <a:cubicBezTo>
                        <a:pt x="1309642" y="584363"/>
                        <a:pt x="1294879" y="579029"/>
                        <a:pt x="1279163" y="575886"/>
                      </a:cubicBezTo>
                      <a:cubicBezTo>
                        <a:pt x="1192866" y="559027"/>
                        <a:pt x="1109332" y="615320"/>
                        <a:pt x="1092472" y="701616"/>
                      </a:cubicBezTo>
                      <a:cubicBezTo>
                        <a:pt x="1090472" y="711617"/>
                        <a:pt x="1089615" y="721619"/>
                        <a:pt x="1089615" y="731429"/>
                      </a:cubicBezTo>
                      <a:cubicBezTo>
                        <a:pt x="1081709" y="727524"/>
                        <a:pt x="1073232" y="724476"/>
                        <a:pt x="1064183" y="722762"/>
                      </a:cubicBezTo>
                      <a:cubicBezTo>
                        <a:pt x="1009224" y="711998"/>
                        <a:pt x="955979" y="747907"/>
                        <a:pt x="945311" y="802771"/>
                      </a:cubicBezTo>
                      <a:cubicBezTo>
                        <a:pt x="942263" y="818583"/>
                        <a:pt x="943121" y="834204"/>
                        <a:pt x="947121" y="848777"/>
                      </a:cubicBezTo>
                      <a:cubicBezTo>
                        <a:pt x="931024" y="856016"/>
                        <a:pt x="918260" y="869923"/>
                        <a:pt x="912926" y="887735"/>
                      </a:cubicBezTo>
                      <a:cubicBezTo>
                        <a:pt x="902830" y="883163"/>
                        <a:pt x="892162" y="879543"/>
                        <a:pt x="880732" y="877257"/>
                      </a:cubicBezTo>
                      <a:cubicBezTo>
                        <a:pt x="802627" y="862017"/>
                        <a:pt x="726903" y="912976"/>
                        <a:pt x="711663" y="991081"/>
                      </a:cubicBezTo>
                      <a:cubicBezTo>
                        <a:pt x="711187" y="993462"/>
                        <a:pt x="710996" y="995748"/>
                        <a:pt x="710615" y="998129"/>
                      </a:cubicBezTo>
                      <a:cubicBezTo>
                        <a:pt x="699376" y="986318"/>
                        <a:pt x="684517" y="977746"/>
                        <a:pt x="667276" y="974317"/>
                      </a:cubicBezTo>
                      <a:cubicBezTo>
                        <a:pt x="625652" y="966221"/>
                        <a:pt x="585266" y="991271"/>
                        <a:pt x="573455" y="1031086"/>
                      </a:cubicBezTo>
                      <a:cubicBezTo>
                        <a:pt x="563549" y="1026609"/>
                        <a:pt x="553072" y="1022989"/>
                        <a:pt x="542023" y="1020799"/>
                      </a:cubicBezTo>
                      <a:cubicBezTo>
                        <a:pt x="466013" y="1005940"/>
                        <a:pt x="392385" y="1055565"/>
                        <a:pt x="377621" y="1131479"/>
                      </a:cubicBezTo>
                      <a:cubicBezTo>
                        <a:pt x="372192" y="1159197"/>
                        <a:pt x="375430" y="1186534"/>
                        <a:pt x="385336" y="1210823"/>
                      </a:cubicBezTo>
                      <a:cubicBezTo>
                        <a:pt x="370477" y="1197964"/>
                        <a:pt x="351999" y="1188629"/>
                        <a:pt x="331044" y="1184534"/>
                      </a:cubicBezTo>
                      <a:cubicBezTo>
                        <a:pt x="269703" y="1172532"/>
                        <a:pt x="210743" y="1209775"/>
                        <a:pt x="199408" y="1267782"/>
                      </a:cubicBezTo>
                      <a:cubicBezTo>
                        <a:pt x="197313" y="1278736"/>
                        <a:pt x="197027" y="1289594"/>
                        <a:pt x="198361" y="1300167"/>
                      </a:cubicBezTo>
                      <a:cubicBezTo>
                        <a:pt x="193027" y="1298358"/>
                        <a:pt x="187502" y="1296833"/>
                        <a:pt x="181882" y="1295786"/>
                      </a:cubicBezTo>
                      <a:cubicBezTo>
                        <a:pt x="100729" y="1279974"/>
                        <a:pt x="20815" y="1339505"/>
                        <a:pt x="3384" y="1428755"/>
                      </a:cubicBezTo>
                      <a:cubicBezTo>
                        <a:pt x="-14047" y="1518004"/>
                        <a:pt x="37579" y="1603252"/>
                        <a:pt x="118732" y="1619064"/>
                      </a:cubicBezTo>
                      <a:cubicBezTo>
                        <a:pt x="162928" y="1627732"/>
                        <a:pt x="206647" y="1613825"/>
                        <a:pt x="240175" y="1585155"/>
                      </a:cubicBezTo>
                      <a:lnTo>
                        <a:pt x="1051896" y="1788228"/>
                      </a:lnTo>
                      <a:lnTo>
                        <a:pt x="5663711" y="1756510"/>
                      </a:lnTo>
                      <a:lnTo>
                        <a:pt x="6417519" y="1541150"/>
                      </a:lnTo>
                      <a:lnTo>
                        <a:pt x="7348778" y="508544"/>
                      </a:lnTo>
                      <a:lnTo>
                        <a:pt x="7464221" y="380623"/>
                      </a:lnTo>
                      <a:cubicBezTo>
                        <a:pt x="7509465" y="358145"/>
                        <a:pt x="7544898" y="319092"/>
                        <a:pt x="7562615" y="271562"/>
                      </a:cubicBezTo>
                      <a:lnTo>
                        <a:pt x="7583189" y="248702"/>
                      </a:lnTo>
                      <a:lnTo>
                        <a:pt x="7569854" y="246893"/>
                      </a:lnTo>
                      <a:cubicBezTo>
                        <a:pt x="7573664" y="230319"/>
                        <a:pt x="7575664" y="213079"/>
                        <a:pt x="7575092" y="195267"/>
                      </a:cubicBezTo>
                      <a:cubicBezTo>
                        <a:pt x="7574997" y="191171"/>
                        <a:pt x="7574426" y="187171"/>
                        <a:pt x="7574045" y="183075"/>
                      </a:cubicBezTo>
                      <a:cubicBezTo>
                        <a:pt x="7624051" y="182885"/>
                        <a:pt x="7664913" y="144404"/>
                        <a:pt x="7664913" y="97064"/>
                      </a:cubicBezTo>
                      <a:close/>
                    </a:path>
                  </a:pathLst>
                </a:custGeom>
                <a:noFill/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6349" name="Graphique 1">
                <a:extLst>
                  <a:ext uri="{FF2B5EF4-FFF2-40B4-BE49-F238E27FC236}">
                    <a16:creationId xmlns:a16="http://schemas.microsoft.com/office/drawing/2014/main" id="{D6F61EC2-ACEF-482E-9048-7E17CD17A43E}"/>
                  </a:ext>
                </a:extLst>
              </p:cNvPr>
              <p:cNvGrpSpPr/>
              <p:nvPr/>
            </p:nvGrpSpPr>
            <p:grpSpPr>
              <a:xfrm>
                <a:off x="258131" y="3761898"/>
                <a:ext cx="7948231" cy="2076640"/>
                <a:chOff x="258131" y="3761898"/>
                <a:chExt cx="7948231" cy="2076640"/>
              </a:xfrm>
              <a:solidFill>
                <a:schemeClr val="accent1"/>
              </a:solidFill>
            </p:grpSpPr>
            <p:sp>
              <p:nvSpPr>
                <p:cNvPr id="16841" name="Forme libre : forme 16840">
                  <a:extLst>
                    <a:ext uri="{FF2B5EF4-FFF2-40B4-BE49-F238E27FC236}">
                      <a16:creationId xmlns:a16="http://schemas.microsoft.com/office/drawing/2014/main" id="{E282FFCC-02F4-470A-8186-6683FF5394CF}"/>
                    </a:ext>
                  </a:extLst>
                </p:cNvPr>
                <p:cNvSpPr/>
                <p:nvPr/>
              </p:nvSpPr>
              <p:spPr>
                <a:xfrm>
                  <a:off x="258131" y="5145119"/>
                  <a:ext cx="6303168" cy="693419"/>
                </a:xfrm>
                <a:custGeom>
                  <a:avLst/>
                  <a:gdLst>
                    <a:gd name="connsiteX0" fmla="*/ 60484 w 6303168"/>
                    <a:gd name="connsiteY0" fmla="*/ 692277 h 693419"/>
                    <a:gd name="connsiteX1" fmla="*/ 12668 w 6303168"/>
                    <a:gd name="connsiteY1" fmla="*/ 585978 h 693419"/>
                    <a:gd name="connsiteX2" fmla="*/ 64675 w 6303168"/>
                    <a:gd name="connsiteY2" fmla="*/ 475869 h 693419"/>
                    <a:gd name="connsiteX3" fmla="*/ 0 w 6303168"/>
                    <a:gd name="connsiteY3" fmla="*/ 375857 h 693419"/>
                    <a:gd name="connsiteX4" fmla="*/ 71533 w 6303168"/>
                    <a:gd name="connsiteY4" fmla="*/ 273082 h 693419"/>
                    <a:gd name="connsiteX5" fmla="*/ 29623 w 6303168"/>
                    <a:gd name="connsiteY5" fmla="*/ 172117 h 693419"/>
                    <a:gd name="connsiteX6" fmla="*/ 172117 w 6303168"/>
                    <a:gd name="connsiteY6" fmla="*/ 29623 h 693419"/>
                    <a:gd name="connsiteX7" fmla="*/ 305848 w 6303168"/>
                    <a:gd name="connsiteY7" fmla="*/ 123254 h 693419"/>
                    <a:gd name="connsiteX8" fmla="*/ 392811 w 6303168"/>
                    <a:gd name="connsiteY8" fmla="*/ 80296 h 693419"/>
                    <a:gd name="connsiteX9" fmla="*/ 486251 w 6303168"/>
                    <a:gd name="connsiteY9" fmla="*/ 132588 h 693419"/>
                    <a:gd name="connsiteX10" fmla="*/ 628269 w 6303168"/>
                    <a:gd name="connsiteY10" fmla="*/ 0 h 693419"/>
                    <a:gd name="connsiteX11" fmla="*/ 770477 w 6303168"/>
                    <a:gd name="connsiteY11" fmla="*/ 136970 h 693419"/>
                    <a:gd name="connsiteX12" fmla="*/ 875252 w 6303168"/>
                    <a:gd name="connsiteY12" fmla="*/ 90774 h 693419"/>
                    <a:gd name="connsiteX13" fmla="*/ 1000887 w 6303168"/>
                    <a:gd name="connsiteY13" fmla="*/ 166116 h 693419"/>
                    <a:gd name="connsiteX14" fmla="*/ 1160240 w 6303168"/>
                    <a:gd name="connsiteY14" fmla="*/ 50673 h 693419"/>
                    <a:gd name="connsiteX15" fmla="*/ 1287780 w 6303168"/>
                    <a:gd name="connsiteY15" fmla="*/ 109538 h 693419"/>
                    <a:gd name="connsiteX16" fmla="*/ 1426369 w 6303168"/>
                    <a:gd name="connsiteY16" fmla="*/ 0 h 693419"/>
                    <a:gd name="connsiteX17" fmla="*/ 1566005 w 6303168"/>
                    <a:gd name="connsiteY17" fmla="*/ 113919 h 693419"/>
                    <a:gd name="connsiteX18" fmla="*/ 1696593 w 6303168"/>
                    <a:gd name="connsiteY18" fmla="*/ 48578 h 693419"/>
                    <a:gd name="connsiteX19" fmla="*/ 1842040 w 6303168"/>
                    <a:gd name="connsiteY19" fmla="*/ 137351 h 693419"/>
                    <a:gd name="connsiteX20" fmla="*/ 1971103 w 6303168"/>
                    <a:gd name="connsiteY20" fmla="*/ 54959 h 693419"/>
                    <a:gd name="connsiteX21" fmla="*/ 2080546 w 6303168"/>
                    <a:gd name="connsiteY21" fmla="*/ 106299 h 693419"/>
                    <a:gd name="connsiteX22" fmla="*/ 2175891 w 6303168"/>
                    <a:gd name="connsiteY22" fmla="*/ 44482 h 693419"/>
                    <a:gd name="connsiteX23" fmla="*/ 2269522 w 6303168"/>
                    <a:gd name="connsiteY23" fmla="*/ 102680 h 693419"/>
                    <a:gd name="connsiteX24" fmla="*/ 2378678 w 6303168"/>
                    <a:gd name="connsiteY24" fmla="*/ 10763 h 693419"/>
                    <a:gd name="connsiteX25" fmla="*/ 2486882 w 6303168"/>
                    <a:gd name="connsiteY25" fmla="*/ 97631 h 693419"/>
                    <a:gd name="connsiteX26" fmla="*/ 2586704 w 6303168"/>
                    <a:gd name="connsiteY26" fmla="*/ 48768 h 693419"/>
                    <a:gd name="connsiteX27" fmla="*/ 2696813 w 6303168"/>
                    <a:gd name="connsiteY27" fmla="*/ 112872 h 693419"/>
                    <a:gd name="connsiteX28" fmla="*/ 2796826 w 6303168"/>
                    <a:gd name="connsiteY28" fmla="*/ 69914 h 693419"/>
                    <a:gd name="connsiteX29" fmla="*/ 2883503 w 6303168"/>
                    <a:gd name="connsiteY29" fmla="*/ 100584 h 693419"/>
                    <a:gd name="connsiteX30" fmla="*/ 2989993 w 6303168"/>
                    <a:gd name="connsiteY30" fmla="*/ 40386 h 693419"/>
                    <a:gd name="connsiteX31" fmla="*/ 3071241 w 6303168"/>
                    <a:gd name="connsiteY31" fmla="*/ 70676 h 693419"/>
                    <a:gd name="connsiteX32" fmla="*/ 3137821 w 6303168"/>
                    <a:gd name="connsiteY32" fmla="*/ 25622 h 693419"/>
                    <a:gd name="connsiteX33" fmla="*/ 3209449 w 6303168"/>
                    <a:gd name="connsiteY33" fmla="*/ 94965 h 693419"/>
                    <a:gd name="connsiteX34" fmla="*/ 3252883 w 6303168"/>
                    <a:gd name="connsiteY34" fmla="*/ 82677 h 693419"/>
                    <a:gd name="connsiteX35" fmla="*/ 3330893 w 6303168"/>
                    <a:gd name="connsiteY35" fmla="*/ 136874 h 693419"/>
                    <a:gd name="connsiteX36" fmla="*/ 3442907 w 6303168"/>
                    <a:gd name="connsiteY36" fmla="*/ 67913 h 693419"/>
                    <a:gd name="connsiteX37" fmla="*/ 3548158 w 6303168"/>
                    <a:gd name="connsiteY37" fmla="*/ 125063 h 693419"/>
                    <a:gd name="connsiteX38" fmla="*/ 3625596 w 6303168"/>
                    <a:gd name="connsiteY38" fmla="*/ 74295 h 693419"/>
                    <a:gd name="connsiteX39" fmla="*/ 3687699 w 6303168"/>
                    <a:gd name="connsiteY39" fmla="*/ 101632 h 693419"/>
                    <a:gd name="connsiteX40" fmla="*/ 3686842 w 6303168"/>
                    <a:gd name="connsiteY40" fmla="*/ 91154 h 693419"/>
                    <a:gd name="connsiteX41" fmla="*/ 3756565 w 6303168"/>
                    <a:gd name="connsiteY41" fmla="*/ 21431 h 693419"/>
                    <a:gd name="connsiteX42" fmla="*/ 3826288 w 6303168"/>
                    <a:gd name="connsiteY42" fmla="*/ 91154 h 693419"/>
                    <a:gd name="connsiteX43" fmla="*/ 3825145 w 6303168"/>
                    <a:gd name="connsiteY43" fmla="*/ 103347 h 693419"/>
                    <a:gd name="connsiteX44" fmla="*/ 3903345 w 6303168"/>
                    <a:gd name="connsiteY44" fmla="*/ 70009 h 693419"/>
                    <a:gd name="connsiteX45" fmla="*/ 4001262 w 6303168"/>
                    <a:gd name="connsiteY45" fmla="*/ 131731 h 693419"/>
                    <a:gd name="connsiteX46" fmla="*/ 4065937 w 6303168"/>
                    <a:gd name="connsiteY46" fmla="*/ 114395 h 693419"/>
                    <a:gd name="connsiteX47" fmla="*/ 4171760 w 6303168"/>
                    <a:gd name="connsiteY47" fmla="*/ 169164 h 693419"/>
                    <a:gd name="connsiteX48" fmla="*/ 4342543 w 6303168"/>
                    <a:gd name="connsiteY48" fmla="*/ 46768 h 693419"/>
                    <a:gd name="connsiteX49" fmla="*/ 4478655 w 6303168"/>
                    <a:gd name="connsiteY49" fmla="*/ 108871 h 693419"/>
                    <a:gd name="connsiteX50" fmla="*/ 4601242 w 6303168"/>
                    <a:gd name="connsiteY50" fmla="*/ 23527 h 693419"/>
                    <a:gd name="connsiteX51" fmla="*/ 4731544 w 6303168"/>
                    <a:gd name="connsiteY51" fmla="*/ 142304 h 693419"/>
                    <a:gd name="connsiteX52" fmla="*/ 4889469 w 6303168"/>
                    <a:gd name="connsiteY52" fmla="*/ 53054 h 693419"/>
                    <a:gd name="connsiteX53" fmla="*/ 5047488 w 6303168"/>
                    <a:gd name="connsiteY53" fmla="*/ 142399 h 693419"/>
                    <a:gd name="connsiteX54" fmla="*/ 5135499 w 6303168"/>
                    <a:gd name="connsiteY54" fmla="*/ 93155 h 693419"/>
                    <a:gd name="connsiteX55" fmla="*/ 5210461 w 6303168"/>
                    <a:gd name="connsiteY55" fmla="*/ 125445 h 693419"/>
                    <a:gd name="connsiteX56" fmla="*/ 5378387 w 6303168"/>
                    <a:gd name="connsiteY56" fmla="*/ 286 h 693419"/>
                    <a:gd name="connsiteX57" fmla="*/ 5546217 w 6303168"/>
                    <a:gd name="connsiteY57" fmla="*/ 125254 h 693419"/>
                    <a:gd name="connsiteX58" fmla="*/ 5694045 w 6303168"/>
                    <a:gd name="connsiteY58" fmla="*/ 59436 h 693419"/>
                    <a:gd name="connsiteX59" fmla="*/ 5830634 w 6303168"/>
                    <a:gd name="connsiteY59" fmla="*/ 113824 h 693419"/>
                    <a:gd name="connsiteX60" fmla="*/ 5960079 w 6303168"/>
                    <a:gd name="connsiteY60" fmla="*/ 38291 h 693419"/>
                    <a:gd name="connsiteX61" fmla="*/ 6096667 w 6303168"/>
                    <a:gd name="connsiteY61" fmla="*/ 127921 h 693419"/>
                    <a:gd name="connsiteX62" fmla="*/ 6197632 w 6303168"/>
                    <a:gd name="connsiteY62" fmla="*/ 57245 h 693419"/>
                    <a:gd name="connsiteX63" fmla="*/ 6303169 w 6303168"/>
                    <a:gd name="connsiteY63" fmla="*/ 164973 h 693419"/>
                    <a:gd name="connsiteX64" fmla="*/ 6303169 w 6303168"/>
                    <a:gd name="connsiteY64" fmla="*/ 693420 h 693419"/>
                    <a:gd name="connsiteX65" fmla="*/ 60484 w 6303168"/>
                    <a:gd name="connsiteY65" fmla="*/ 692277 h 693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6303168" h="693419">
                      <a:moveTo>
                        <a:pt x="60484" y="692277"/>
                      </a:moveTo>
                      <a:cubicBezTo>
                        <a:pt x="31242" y="666179"/>
                        <a:pt x="12668" y="628269"/>
                        <a:pt x="12668" y="585978"/>
                      </a:cubicBezTo>
                      <a:cubicBezTo>
                        <a:pt x="12668" y="541687"/>
                        <a:pt x="32956" y="502063"/>
                        <a:pt x="64675" y="475869"/>
                      </a:cubicBezTo>
                      <a:cubicBezTo>
                        <a:pt x="26575" y="458629"/>
                        <a:pt x="0" y="420338"/>
                        <a:pt x="0" y="375857"/>
                      </a:cubicBezTo>
                      <a:cubicBezTo>
                        <a:pt x="0" y="328708"/>
                        <a:pt x="29813" y="288607"/>
                        <a:pt x="71533" y="273082"/>
                      </a:cubicBezTo>
                      <a:cubicBezTo>
                        <a:pt x="45625" y="247269"/>
                        <a:pt x="29623" y="211550"/>
                        <a:pt x="29623" y="172117"/>
                      </a:cubicBezTo>
                      <a:cubicBezTo>
                        <a:pt x="29623" y="93440"/>
                        <a:pt x="93440" y="29623"/>
                        <a:pt x="172117" y="29623"/>
                      </a:cubicBezTo>
                      <a:cubicBezTo>
                        <a:pt x="233648" y="29623"/>
                        <a:pt x="285845" y="68675"/>
                        <a:pt x="305848" y="123254"/>
                      </a:cubicBezTo>
                      <a:cubicBezTo>
                        <a:pt x="325945" y="97155"/>
                        <a:pt x="357378" y="80296"/>
                        <a:pt x="392811" y="80296"/>
                      </a:cubicBezTo>
                      <a:cubicBezTo>
                        <a:pt x="432340" y="80296"/>
                        <a:pt x="466915" y="101251"/>
                        <a:pt x="486251" y="132588"/>
                      </a:cubicBezTo>
                      <a:cubicBezTo>
                        <a:pt x="491395" y="58579"/>
                        <a:pt x="552926" y="0"/>
                        <a:pt x="628269" y="0"/>
                      </a:cubicBezTo>
                      <a:cubicBezTo>
                        <a:pt x="705136" y="0"/>
                        <a:pt x="767620" y="60865"/>
                        <a:pt x="770477" y="136970"/>
                      </a:cubicBezTo>
                      <a:cubicBezTo>
                        <a:pt x="796480" y="108681"/>
                        <a:pt x="833818" y="90774"/>
                        <a:pt x="875252" y="90774"/>
                      </a:cubicBezTo>
                      <a:cubicBezTo>
                        <a:pt x="929640" y="90774"/>
                        <a:pt x="976884" y="121254"/>
                        <a:pt x="1000887" y="166116"/>
                      </a:cubicBezTo>
                      <a:cubicBezTo>
                        <a:pt x="1022890" y="99156"/>
                        <a:pt x="1085945" y="50673"/>
                        <a:pt x="1160240" y="50673"/>
                      </a:cubicBezTo>
                      <a:cubicBezTo>
                        <a:pt x="1211294" y="50673"/>
                        <a:pt x="1257014" y="73533"/>
                        <a:pt x="1287780" y="109538"/>
                      </a:cubicBezTo>
                      <a:cubicBezTo>
                        <a:pt x="1302639" y="46768"/>
                        <a:pt x="1358932" y="0"/>
                        <a:pt x="1426369" y="0"/>
                      </a:cubicBezTo>
                      <a:cubicBezTo>
                        <a:pt x="1495330" y="0"/>
                        <a:pt x="1552766" y="48959"/>
                        <a:pt x="1566005" y="113919"/>
                      </a:cubicBezTo>
                      <a:cubicBezTo>
                        <a:pt x="1595914" y="74295"/>
                        <a:pt x="1643158" y="48578"/>
                        <a:pt x="1696593" y="48578"/>
                      </a:cubicBezTo>
                      <a:cubicBezTo>
                        <a:pt x="1759934" y="48578"/>
                        <a:pt x="1814798" y="84677"/>
                        <a:pt x="1842040" y="137351"/>
                      </a:cubicBezTo>
                      <a:cubicBezTo>
                        <a:pt x="1864709" y="88678"/>
                        <a:pt x="1913953" y="54959"/>
                        <a:pt x="1971103" y="54959"/>
                      </a:cubicBezTo>
                      <a:cubicBezTo>
                        <a:pt x="2015109" y="54959"/>
                        <a:pt x="2054447" y="74962"/>
                        <a:pt x="2080546" y="106299"/>
                      </a:cubicBezTo>
                      <a:cubicBezTo>
                        <a:pt x="2096834" y="69818"/>
                        <a:pt x="2133410" y="44482"/>
                        <a:pt x="2175891" y="44482"/>
                      </a:cubicBezTo>
                      <a:cubicBezTo>
                        <a:pt x="2216944" y="44482"/>
                        <a:pt x="2252377" y="68199"/>
                        <a:pt x="2269522" y="102680"/>
                      </a:cubicBezTo>
                      <a:cubicBezTo>
                        <a:pt x="2278475" y="50482"/>
                        <a:pt x="2323910" y="10763"/>
                        <a:pt x="2378678" y="10763"/>
                      </a:cubicBezTo>
                      <a:cubicBezTo>
                        <a:pt x="2431637" y="10763"/>
                        <a:pt x="2475833" y="47911"/>
                        <a:pt x="2486882" y="97631"/>
                      </a:cubicBezTo>
                      <a:cubicBezTo>
                        <a:pt x="2510028" y="67913"/>
                        <a:pt x="2546128" y="48768"/>
                        <a:pt x="2586704" y="48768"/>
                      </a:cubicBezTo>
                      <a:cubicBezTo>
                        <a:pt x="2633853" y="48768"/>
                        <a:pt x="2675001" y="74581"/>
                        <a:pt x="2696813" y="112872"/>
                      </a:cubicBezTo>
                      <a:cubicBezTo>
                        <a:pt x="2721959" y="86487"/>
                        <a:pt x="2757487" y="69914"/>
                        <a:pt x="2796826" y="69914"/>
                      </a:cubicBezTo>
                      <a:cubicBezTo>
                        <a:pt x="2829687" y="69914"/>
                        <a:pt x="2859786" y="81439"/>
                        <a:pt x="2883503" y="100584"/>
                      </a:cubicBezTo>
                      <a:cubicBezTo>
                        <a:pt x="2905316" y="64580"/>
                        <a:pt x="2944844" y="40386"/>
                        <a:pt x="2989993" y="40386"/>
                      </a:cubicBezTo>
                      <a:cubicBezTo>
                        <a:pt x="3021044" y="40386"/>
                        <a:pt x="3049429" y="51816"/>
                        <a:pt x="3071241" y="70676"/>
                      </a:cubicBezTo>
                      <a:cubicBezTo>
                        <a:pt x="3081814" y="44291"/>
                        <a:pt x="3107627" y="25622"/>
                        <a:pt x="3137821" y="25622"/>
                      </a:cubicBezTo>
                      <a:cubicBezTo>
                        <a:pt x="3176587" y="25622"/>
                        <a:pt x="3208211" y="56483"/>
                        <a:pt x="3209449" y="94965"/>
                      </a:cubicBezTo>
                      <a:cubicBezTo>
                        <a:pt x="3222117" y="87249"/>
                        <a:pt x="3236976" y="82677"/>
                        <a:pt x="3252883" y="82677"/>
                      </a:cubicBezTo>
                      <a:cubicBezTo>
                        <a:pt x="3288602" y="82677"/>
                        <a:pt x="3319082" y="105251"/>
                        <a:pt x="3330893" y="136874"/>
                      </a:cubicBezTo>
                      <a:cubicBezTo>
                        <a:pt x="3351657" y="96012"/>
                        <a:pt x="3393948" y="67913"/>
                        <a:pt x="3442907" y="67913"/>
                      </a:cubicBezTo>
                      <a:cubicBezTo>
                        <a:pt x="3487007" y="67913"/>
                        <a:pt x="3525679" y="90678"/>
                        <a:pt x="3548158" y="125063"/>
                      </a:cubicBezTo>
                      <a:cubicBezTo>
                        <a:pt x="3561207" y="95155"/>
                        <a:pt x="3590925" y="74295"/>
                        <a:pt x="3625596" y="74295"/>
                      </a:cubicBezTo>
                      <a:cubicBezTo>
                        <a:pt x="3650170" y="74295"/>
                        <a:pt x="3672269" y="84868"/>
                        <a:pt x="3687699" y="101632"/>
                      </a:cubicBezTo>
                      <a:cubicBezTo>
                        <a:pt x="3687223" y="98203"/>
                        <a:pt x="3686842" y="94774"/>
                        <a:pt x="3686842" y="91154"/>
                      </a:cubicBezTo>
                      <a:cubicBezTo>
                        <a:pt x="3686842" y="52674"/>
                        <a:pt x="3718084" y="21431"/>
                        <a:pt x="3756565" y="21431"/>
                      </a:cubicBezTo>
                      <a:cubicBezTo>
                        <a:pt x="3795046" y="21431"/>
                        <a:pt x="3826288" y="52674"/>
                        <a:pt x="3826288" y="91154"/>
                      </a:cubicBezTo>
                      <a:cubicBezTo>
                        <a:pt x="3826288" y="95345"/>
                        <a:pt x="3825812" y="99346"/>
                        <a:pt x="3825145" y="103347"/>
                      </a:cubicBezTo>
                      <a:cubicBezTo>
                        <a:pt x="3844957" y="82868"/>
                        <a:pt x="3872579" y="70009"/>
                        <a:pt x="3903345" y="70009"/>
                      </a:cubicBezTo>
                      <a:cubicBezTo>
                        <a:pt x="3946493" y="70009"/>
                        <a:pt x="3983736" y="95250"/>
                        <a:pt x="4001262" y="131731"/>
                      </a:cubicBezTo>
                      <a:cubicBezTo>
                        <a:pt x="4020312" y="120777"/>
                        <a:pt x="4042315" y="114395"/>
                        <a:pt x="4065937" y="114395"/>
                      </a:cubicBezTo>
                      <a:cubicBezTo>
                        <a:pt x="4109657" y="114395"/>
                        <a:pt x="4148233" y="136113"/>
                        <a:pt x="4171760" y="169164"/>
                      </a:cubicBezTo>
                      <a:cubicBezTo>
                        <a:pt x="4195953" y="98013"/>
                        <a:pt x="4263200" y="46768"/>
                        <a:pt x="4342543" y="46768"/>
                      </a:cubicBezTo>
                      <a:cubicBezTo>
                        <a:pt x="4396931" y="46768"/>
                        <a:pt x="4445508" y="70866"/>
                        <a:pt x="4478655" y="108871"/>
                      </a:cubicBezTo>
                      <a:cubicBezTo>
                        <a:pt x="4497134" y="59055"/>
                        <a:pt x="4545044" y="23527"/>
                        <a:pt x="4601242" y="23527"/>
                      </a:cubicBezTo>
                      <a:cubicBezTo>
                        <a:pt x="4669441" y="23527"/>
                        <a:pt x="4725448" y="75724"/>
                        <a:pt x="4731544" y="142304"/>
                      </a:cubicBezTo>
                      <a:cubicBezTo>
                        <a:pt x="4763929" y="88868"/>
                        <a:pt x="4822413" y="53054"/>
                        <a:pt x="4889469" y="53054"/>
                      </a:cubicBezTo>
                      <a:cubicBezTo>
                        <a:pt x="4956524" y="53054"/>
                        <a:pt x="5015103" y="88964"/>
                        <a:pt x="5047488" y="142399"/>
                      </a:cubicBezTo>
                      <a:cubicBezTo>
                        <a:pt x="5065681" y="112872"/>
                        <a:pt x="5098256" y="93155"/>
                        <a:pt x="5135499" y="93155"/>
                      </a:cubicBezTo>
                      <a:cubicBezTo>
                        <a:pt x="5165027" y="93155"/>
                        <a:pt x="5191601" y="105537"/>
                        <a:pt x="5210461" y="125445"/>
                      </a:cubicBezTo>
                      <a:cubicBezTo>
                        <a:pt x="5231988" y="53054"/>
                        <a:pt x="5298948" y="286"/>
                        <a:pt x="5378387" y="286"/>
                      </a:cubicBezTo>
                      <a:cubicBezTo>
                        <a:pt x="5457730" y="286"/>
                        <a:pt x="5524595" y="52959"/>
                        <a:pt x="5546217" y="125254"/>
                      </a:cubicBezTo>
                      <a:cubicBezTo>
                        <a:pt x="5582698" y="84868"/>
                        <a:pt x="5635371" y="59436"/>
                        <a:pt x="5694045" y="59436"/>
                      </a:cubicBezTo>
                      <a:cubicBezTo>
                        <a:pt x="5747004" y="59436"/>
                        <a:pt x="5794915" y="80201"/>
                        <a:pt x="5830634" y="113824"/>
                      </a:cubicBezTo>
                      <a:cubicBezTo>
                        <a:pt x="5856256" y="68771"/>
                        <a:pt x="5904548" y="38291"/>
                        <a:pt x="5960079" y="38291"/>
                      </a:cubicBezTo>
                      <a:cubicBezTo>
                        <a:pt x="6021229" y="38291"/>
                        <a:pt x="6073712" y="75152"/>
                        <a:pt x="6096667" y="127921"/>
                      </a:cubicBezTo>
                      <a:cubicBezTo>
                        <a:pt x="6111812" y="86773"/>
                        <a:pt x="6151245" y="57245"/>
                        <a:pt x="6197632" y="57245"/>
                      </a:cubicBezTo>
                      <a:cubicBezTo>
                        <a:pt x="6257068" y="57245"/>
                        <a:pt x="6303169" y="105442"/>
                        <a:pt x="6303169" y="164973"/>
                      </a:cubicBezTo>
                      <a:lnTo>
                        <a:pt x="6303169" y="693420"/>
                      </a:lnTo>
                      <a:lnTo>
                        <a:pt x="60484" y="692277"/>
                      </a:lnTo>
                      <a:close/>
                    </a:path>
                  </a:pathLst>
                </a:custGeom>
                <a:solidFill>
                  <a:srgbClr val="F2D97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42" name="Forme libre : forme 16841">
                  <a:extLst>
                    <a:ext uri="{FF2B5EF4-FFF2-40B4-BE49-F238E27FC236}">
                      <a16:creationId xmlns:a16="http://schemas.microsoft.com/office/drawing/2014/main" id="{A1964D21-8B1E-41E1-BA2D-D45F58F5C163}"/>
                    </a:ext>
                  </a:extLst>
                </p:cNvPr>
                <p:cNvSpPr/>
                <p:nvPr/>
              </p:nvSpPr>
              <p:spPr>
                <a:xfrm>
                  <a:off x="258131" y="5145119"/>
                  <a:ext cx="6303263" cy="693134"/>
                </a:xfrm>
                <a:custGeom>
                  <a:avLst/>
                  <a:gdLst>
                    <a:gd name="connsiteX0" fmla="*/ 6303264 w 6303263"/>
                    <a:gd name="connsiteY0" fmla="*/ 693134 h 693134"/>
                    <a:gd name="connsiteX1" fmla="*/ 60484 w 6303263"/>
                    <a:gd name="connsiteY1" fmla="*/ 692277 h 693134"/>
                    <a:gd name="connsiteX2" fmla="*/ 12668 w 6303263"/>
                    <a:gd name="connsiteY2" fmla="*/ 585978 h 693134"/>
                    <a:gd name="connsiteX3" fmla="*/ 64675 w 6303263"/>
                    <a:gd name="connsiteY3" fmla="*/ 475869 h 693134"/>
                    <a:gd name="connsiteX4" fmla="*/ 0 w 6303263"/>
                    <a:gd name="connsiteY4" fmla="*/ 375857 h 693134"/>
                    <a:gd name="connsiteX5" fmla="*/ 71533 w 6303263"/>
                    <a:gd name="connsiteY5" fmla="*/ 273082 h 693134"/>
                    <a:gd name="connsiteX6" fmla="*/ 29623 w 6303263"/>
                    <a:gd name="connsiteY6" fmla="*/ 172117 h 693134"/>
                    <a:gd name="connsiteX7" fmla="*/ 172117 w 6303263"/>
                    <a:gd name="connsiteY7" fmla="*/ 29623 h 693134"/>
                    <a:gd name="connsiteX8" fmla="*/ 305848 w 6303263"/>
                    <a:gd name="connsiteY8" fmla="*/ 123254 h 693134"/>
                    <a:gd name="connsiteX9" fmla="*/ 392811 w 6303263"/>
                    <a:gd name="connsiteY9" fmla="*/ 80296 h 693134"/>
                    <a:gd name="connsiteX10" fmla="*/ 486251 w 6303263"/>
                    <a:gd name="connsiteY10" fmla="*/ 132588 h 693134"/>
                    <a:gd name="connsiteX11" fmla="*/ 628269 w 6303263"/>
                    <a:gd name="connsiteY11" fmla="*/ 0 h 693134"/>
                    <a:gd name="connsiteX12" fmla="*/ 770477 w 6303263"/>
                    <a:gd name="connsiteY12" fmla="*/ 136970 h 693134"/>
                    <a:gd name="connsiteX13" fmla="*/ 875252 w 6303263"/>
                    <a:gd name="connsiteY13" fmla="*/ 90774 h 693134"/>
                    <a:gd name="connsiteX14" fmla="*/ 1000887 w 6303263"/>
                    <a:gd name="connsiteY14" fmla="*/ 166116 h 693134"/>
                    <a:gd name="connsiteX15" fmla="*/ 1160240 w 6303263"/>
                    <a:gd name="connsiteY15" fmla="*/ 50673 h 693134"/>
                    <a:gd name="connsiteX16" fmla="*/ 1287780 w 6303263"/>
                    <a:gd name="connsiteY16" fmla="*/ 109538 h 693134"/>
                    <a:gd name="connsiteX17" fmla="*/ 1426369 w 6303263"/>
                    <a:gd name="connsiteY17" fmla="*/ 0 h 693134"/>
                    <a:gd name="connsiteX18" fmla="*/ 1566005 w 6303263"/>
                    <a:gd name="connsiteY18" fmla="*/ 113919 h 693134"/>
                    <a:gd name="connsiteX19" fmla="*/ 1696593 w 6303263"/>
                    <a:gd name="connsiteY19" fmla="*/ 48578 h 693134"/>
                    <a:gd name="connsiteX20" fmla="*/ 1842040 w 6303263"/>
                    <a:gd name="connsiteY20" fmla="*/ 137351 h 693134"/>
                    <a:gd name="connsiteX21" fmla="*/ 1971103 w 6303263"/>
                    <a:gd name="connsiteY21" fmla="*/ 54959 h 693134"/>
                    <a:gd name="connsiteX22" fmla="*/ 2080546 w 6303263"/>
                    <a:gd name="connsiteY22" fmla="*/ 106299 h 693134"/>
                    <a:gd name="connsiteX23" fmla="*/ 2175891 w 6303263"/>
                    <a:gd name="connsiteY23" fmla="*/ 44482 h 693134"/>
                    <a:gd name="connsiteX24" fmla="*/ 2269522 w 6303263"/>
                    <a:gd name="connsiteY24" fmla="*/ 102680 h 693134"/>
                    <a:gd name="connsiteX25" fmla="*/ 2378678 w 6303263"/>
                    <a:gd name="connsiteY25" fmla="*/ 10763 h 693134"/>
                    <a:gd name="connsiteX26" fmla="*/ 2486882 w 6303263"/>
                    <a:gd name="connsiteY26" fmla="*/ 97631 h 693134"/>
                    <a:gd name="connsiteX27" fmla="*/ 2586704 w 6303263"/>
                    <a:gd name="connsiteY27" fmla="*/ 48768 h 693134"/>
                    <a:gd name="connsiteX28" fmla="*/ 2696813 w 6303263"/>
                    <a:gd name="connsiteY28" fmla="*/ 112872 h 693134"/>
                    <a:gd name="connsiteX29" fmla="*/ 2796826 w 6303263"/>
                    <a:gd name="connsiteY29" fmla="*/ 69914 h 693134"/>
                    <a:gd name="connsiteX30" fmla="*/ 2883503 w 6303263"/>
                    <a:gd name="connsiteY30" fmla="*/ 100584 h 693134"/>
                    <a:gd name="connsiteX31" fmla="*/ 2989993 w 6303263"/>
                    <a:gd name="connsiteY31" fmla="*/ 40386 h 693134"/>
                    <a:gd name="connsiteX32" fmla="*/ 3071241 w 6303263"/>
                    <a:gd name="connsiteY32" fmla="*/ 70676 h 693134"/>
                    <a:gd name="connsiteX33" fmla="*/ 3137821 w 6303263"/>
                    <a:gd name="connsiteY33" fmla="*/ 25622 h 693134"/>
                    <a:gd name="connsiteX34" fmla="*/ 3209449 w 6303263"/>
                    <a:gd name="connsiteY34" fmla="*/ 94965 h 693134"/>
                    <a:gd name="connsiteX35" fmla="*/ 3252883 w 6303263"/>
                    <a:gd name="connsiteY35" fmla="*/ 82677 h 693134"/>
                    <a:gd name="connsiteX36" fmla="*/ 3330893 w 6303263"/>
                    <a:gd name="connsiteY36" fmla="*/ 136874 h 693134"/>
                    <a:gd name="connsiteX37" fmla="*/ 3442907 w 6303263"/>
                    <a:gd name="connsiteY37" fmla="*/ 67913 h 693134"/>
                    <a:gd name="connsiteX38" fmla="*/ 3548158 w 6303263"/>
                    <a:gd name="connsiteY38" fmla="*/ 125063 h 693134"/>
                    <a:gd name="connsiteX39" fmla="*/ 3625596 w 6303263"/>
                    <a:gd name="connsiteY39" fmla="*/ 74295 h 693134"/>
                    <a:gd name="connsiteX40" fmla="*/ 3687699 w 6303263"/>
                    <a:gd name="connsiteY40" fmla="*/ 101632 h 693134"/>
                    <a:gd name="connsiteX41" fmla="*/ 3686842 w 6303263"/>
                    <a:gd name="connsiteY41" fmla="*/ 91154 h 693134"/>
                    <a:gd name="connsiteX42" fmla="*/ 3756565 w 6303263"/>
                    <a:gd name="connsiteY42" fmla="*/ 21431 h 693134"/>
                    <a:gd name="connsiteX43" fmla="*/ 3826288 w 6303263"/>
                    <a:gd name="connsiteY43" fmla="*/ 91154 h 693134"/>
                    <a:gd name="connsiteX44" fmla="*/ 3825145 w 6303263"/>
                    <a:gd name="connsiteY44" fmla="*/ 103347 h 693134"/>
                    <a:gd name="connsiteX45" fmla="*/ 3903345 w 6303263"/>
                    <a:gd name="connsiteY45" fmla="*/ 70009 h 693134"/>
                    <a:gd name="connsiteX46" fmla="*/ 4001262 w 6303263"/>
                    <a:gd name="connsiteY46" fmla="*/ 131731 h 693134"/>
                    <a:gd name="connsiteX47" fmla="*/ 4065937 w 6303263"/>
                    <a:gd name="connsiteY47" fmla="*/ 114395 h 693134"/>
                    <a:gd name="connsiteX48" fmla="*/ 4171760 w 6303263"/>
                    <a:gd name="connsiteY48" fmla="*/ 169164 h 693134"/>
                    <a:gd name="connsiteX49" fmla="*/ 4342543 w 6303263"/>
                    <a:gd name="connsiteY49" fmla="*/ 46768 h 693134"/>
                    <a:gd name="connsiteX50" fmla="*/ 4478655 w 6303263"/>
                    <a:gd name="connsiteY50" fmla="*/ 108871 h 693134"/>
                    <a:gd name="connsiteX51" fmla="*/ 4601242 w 6303263"/>
                    <a:gd name="connsiteY51" fmla="*/ 23527 h 693134"/>
                    <a:gd name="connsiteX52" fmla="*/ 4731544 w 6303263"/>
                    <a:gd name="connsiteY52" fmla="*/ 142304 h 693134"/>
                    <a:gd name="connsiteX53" fmla="*/ 4889469 w 6303263"/>
                    <a:gd name="connsiteY53" fmla="*/ 53054 h 693134"/>
                    <a:gd name="connsiteX54" fmla="*/ 5047488 w 6303263"/>
                    <a:gd name="connsiteY54" fmla="*/ 142399 h 693134"/>
                    <a:gd name="connsiteX55" fmla="*/ 5135499 w 6303263"/>
                    <a:gd name="connsiteY55" fmla="*/ 93155 h 693134"/>
                    <a:gd name="connsiteX56" fmla="*/ 5210461 w 6303263"/>
                    <a:gd name="connsiteY56" fmla="*/ 125445 h 693134"/>
                    <a:gd name="connsiteX57" fmla="*/ 5378387 w 6303263"/>
                    <a:gd name="connsiteY57" fmla="*/ 286 h 693134"/>
                    <a:gd name="connsiteX58" fmla="*/ 5546217 w 6303263"/>
                    <a:gd name="connsiteY58" fmla="*/ 125254 h 693134"/>
                    <a:gd name="connsiteX59" fmla="*/ 5694045 w 6303263"/>
                    <a:gd name="connsiteY59" fmla="*/ 59436 h 693134"/>
                    <a:gd name="connsiteX60" fmla="*/ 5830634 w 6303263"/>
                    <a:gd name="connsiteY60" fmla="*/ 113824 h 693134"/>
                    <a:gd name="connsiteX61" fmla="*/ 5960079 w 6303263"/>
                    <a:gd name="connsiteY61" fmla="*/ 38291 h 693134"/>
                    <a:gd name="connsiteX62" fmla="*/ 6096667 w 6303263"/>
                    <a:gd name="connsiteY62" fmla="*/ 127921 h 693134"/>
                    <a:gd name="connsiteX63" fmla="*/ 6197632 w 6303263"/>
                    <a:gd name="connsiteY63" fmla="*/ 57245 h 693134"/>
                    <a:gd name="connsiteX64" fmla="*/ 6303169 w 6303263"/>
                    <a:gd name="connsiteY64" fmla="*/ 164973 h 693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</a:cxnLst>
                  <a:rect l="l" t="t" r="r" b="b"/>
                  <a:pathLst>
                    <a:path w="6303263" h="693134">
                      <a:moveTo>
                        <a:pt x="6303264" y="693134"/>
                      </a:moveTo>
                      <a:lnTo>
                        <a:pt x="60484" y="692277"/>
                      </a:lnTo>
                      <a:cubicBezTo>
                        <a:pt x="31242" y="666179"/>
                        <a:pt x="12668" y="628269"/>
                        <a:pt x="12668" y="585978"/>
                      </a:cubicBezTo>
                      <a:cubicBezTo>
                        <a:pt x="12668" y="541687"/>
                        <a:pt x="32956" y="502063"/>
                        <a:pt x="64675" y="475869"/>
                      </a:cubicBezTo>
                      <a:cubicBezTo>
                        <a:pt x="26575" y="458629"/>
                        <a:pt x="0" y="420338"/>
                        <a:pt x="0" y="375857"/>
                      </a:cubicBezTo>
                      <a:cubicBezTo>
                        <a:pt x="0" y="328708"/>
                        <a:pt x="29813" y="288607"/>
                        <a:pt x="71533" y="273082"/>
                      </a:cubicBezTo>
                      <a:cubicBezTo>
                        <a:pt x="45625" y="247269"/>
                        <a:pt x="29623" y="211550"/>
                        <a:pt x="29623" y="172117"/>
                      </a:cubicBezTo>
                      <a:cubicBezTo>
                        <a:pt x="29623" y="93440"/>
                        <a:pt x="93440" y="29623"/>
                        <a:pt x="172117" y="29623"/>
                      </a:cubicBezTo>
                      <a:cubicBezTo>
                        <a:pt x="233648" y="29623"/>
                        <a:pt x="285845" y="68675"/>
                        <a:pt x="305848" y="123254"/>
                      </a:cubicBezTo>
                      <a:cubicBezTo>
                        <a:pt x="325945" y="97155"/>
                        <a:pt x="357378" y="80296"/>
                        <a:pt x="392811" y="80296"/>
                      </a:cubicBezTo>
                      <a:cubicBezTo>
                        <a:pt x="432340" y="80296"/>
                        <a:pt x="466915" y="101251"/>
                        <a:pt x="486251" y="132588"/>
                      </a:cubicBezTo>
                      <a:cubicBezTo>
                        <a:pt x="491395" y="58579"/>
                        <a:pt x="552926" y="0"/>
                        <a:pt x="628269" y="0"/>
                      </a:cubicBezTo>
                      <a:cubicBezTo>
                        <a:pt x="705136" y="0"/>
                        <a:pt x="767620" y="60865"/>
                        <a:pt x="770477" y="136970"/>
                      </a:cubicBezTo>
                      <a:cubicBezTo>
                        <a:pt x="796480" y="108681"/>
                        <a:pt x="833818" y="90774"/>
                        <a:pt x="875252" y="90774"/>
                      </a:cubicBezTo>
                      <a:cubicBezTo>
                        <a:pt x="929640" y="90774"/>
                        <a:pt x="976884" y="121254"/>
                        <a:pt x="1000887" y="166116"/>
                      </a:cubicBezTo>
                      <a:cubicBezTo>
                        <a:pt x="1022890" y="99156"/>
                        <a:pt x="1085945" y="50673"/>
                        <a:pt x="1160240" y="50673"/>
                      </a:cubicBezTo>
                      <a:cubicBezTo>
                        <a:pt x="1211294" y="50673"/>
                        <a:pt x="1257014" y="73533"/>
                        <a:pt x="1287780" y="109538"/>
                      </a:cubicBezTo>
                      <a:cubicBezTo>
                        <a:pt x="1302639" y="46768"/>
                        <a:pt x="1358932" y="0"/>
                        <a:pt x="1426369" y="0"/>
                      </a:cubicBezTo>
                      <a:cubicBezTo>
                        <a:pt x="1495330" y="0"/>
                        <a:pt x="1552766" y="48959"/>
                        <a:pt x="1566005" y="113919"/>
                      </a:cubicBezTo>
                      <a:cubicBezTo>
                        <a:pt x="1595914" y="74295"/>
                        <a:pt x="1643158" y="48578"/>
                        <a:pt x="1696593" y="48578"/>
                      </a:cubicBezTo>
                      <a:cubicBezTo>
                        <a:pt x="1759934" y="48578"/>
                        <a:pt x="1814798" y="84677"/>
                        <a:pt x="1842040" y="137351"/>
                      </a:cubicBezTo>
                      <a:cubicBezTo>
                        <a:pt x="1864709" y="88678"/>
                        <a:pt x="1913953" y="54959"/>
                        <a:pt x="1971103" y="54959"/>
                      </a:cubicBezTo>
                      <a:cubicBezTo>
                        <a:pt x="2015109" y="54959"/>
                        <a:pt x="2054447" y="74962"/>
                        <a:pt x="2080546" y="106299"/>
                      </a:cubicBezTo>
                      <a:cubicBezTo>
                        <a:pt x="2096834" y="69818"/>
                        <a:pt x="2133410" y="44482"/>
                        <a:pt x="2175891" y="44482"/>
                      </a:cubicBezTo>
                      <a:cubicBezTo>
                        <a:pt x="2216944" y="44482"/>
                        <a:pt x="2252377" y="68199"/>
                        <a:pt x="2269522" y="102680"/>
                      </a:cubicBezTo>
                      <a:cubicBezTo>
                        <a:pt x="2278475" y="50482"/>
                        <a:pt x="2323910" y="10763"/>
                        <a:pt x="2378678" y="10763"/>
                      </a:cubicBezTo>
                      <a:cubicBezTo>
                        <a:pt x="2431637" y="10763"/>
                        <a:pt x="2475833" y="47911"/>
                        <a:pt x="2486882" y="97631"/>
                      </a:cubicBezTo>
                      <a:cubicBezTo>
                        <a:pt x="2510028" y="67913"/>
                        <a:pt x="2546128" y="48768"/>
                        <a:pt x="2586704" y="48768"/>
                      </a:cubicBezTo>
                      <a:cubicBezTo>
                        <a:pt x="2633853" y="48768"/>
                        <a:pt x="2675001" y="74581"/>
                        <a:pt x="2696813" y="112872"/>
                      </a:cubicBezTo>
                      <a:cubicBezTo>
                        <a:pt x="2721959" y="86487"/>
                        <a:pt x="2757487" y="69914"/>
                        <a:pt x="2796826" y="69914"/>
                      </a:cubicBezTo>
                      <a:cubicBezTo>
                        <a:pt x="2829687" y="69914"/>
                        <a:pt x="2859786" y="81439"/>
                        <a:pt x="2883503" y="100584"/>
                      </a:cubicBezTo>
                      <a:cubicBezTo>
                        <a:pt x="2905316" y="64580"/>
                        <a:pt x="2944844" y="40386"/>
                        <a:pt x="2989993" y="40386"/>
                      </a:cubicBezTo>
                      <a:cubicBezTo>
                        <a:pt x="3021044" y="40386"/>
                        <a:pt x="3049429" y="51816"/>
                        <a:pt x="3071241" y="70676"/>
                      </a:cubicBezTo>
                      <a:cubicBezTo>
                        <a:pt x="3081814" y="44291"/>
                        <a:pt x="3107627" y="25622"/>
                        <a:pt x="3137821" y="25622"/>
                      </a:cubicBezTo>
                      <a:cubicBezTo>
                        <a:pt x="3176587" y="25622"/>
                        <a:pt x="3208211" y="56483"/>
                        <a:pt x="3209449" y="94965"/>
                      </a:cubicBezTo>
                      <a:cubicBezTo>
                        <a:pt x="3222117" y="87249"/>
                        <a:pt x="3236976" y="82677"/>
                        <a:pt x="3252883" y="82677"/>
                      </a:cubicBezTo>
                      <a:cubicBezTo>
                        <a:pt x="3288602" y="82677"/>
                        <a:pt x="3319082" y="105251"/>
                        <a:pt x="3330893" y="136874"/>
                      </a:cubicBezTo>
                      <a:cubicBezTo>
                        <a:pt x="3351657" y="96012"/>
                        <a:pt x="3393948" y="67913"/>
                        <a:pt x="3442907" y="67913"/>
                      </a:cubicBezTo>
                      <a:cubicBezTo>
                        <a:pt x="3487007" y="67913"/>
                        <a:pt x="3525679" y="90678"/>
                        <a:pt x="3548158" y="125063"/>
                      </a:cubicBezTo>
                      <a:cubicBezTo>
                        <a:pt x="3561207" y="95155"/>
                        <a:pt x="3590925" y="74295"/>
                        <a:pt x="3625596" y="74295"/>
                      </a:cubicBezTo>
                      <a:cubicBezTo>
                        <a:pt x="3650170" y="74295"/>
                        <a:pt x="3672269" y="84868"/>
                        <a:pt x="3687699" y="101632"/>
                      </a:cubicBezTo>
                      <a:cubicBezTo>
                        <a:pt x="3687223" y="98203"/>
                        <a:pt x="3686842" y="94774"/>
                        <a:pt x="3686842" y="91154"/>
                      </a:cubicBezTo>
                      <a:cubicBezTo>
                        <a:pt x="3686842" y="52674"/>
                        <a:pt x="3718084" y="21431"/>
                        <a:pt x="3756565" y="21431"/>
                      </a:cubicBezTo>
                      <a:cubicBezTo>
                        <a:pt x="3795046" y="21431"/>
                        <a:pt x="3826288" y="52674"/>
                        <a:pt x="3826288" y="91154"/>
                      </a:cubicBezTo>
                      <a:cubicBezTo>
                        <a:pt x="3826288" y="95345"/>
                        <a:pt x="3825812" y="99346"/>
                        <a:pt x="3825145" y="103347"/>
                      </a:cubicBezTo>
                      <a:cubicBezTo>
                        <a:pt x="3844957" y="82868"/>
                        <a:pt x="3872579" y="70009"/>
                        <a:pt x="3903345" y="70009"/>
                      </a:cubicBezTo>
                      <a:cubicBezTo>
                        <a:pt x="3946493" y="70009"/>
                        <a:pt x="3983736" y="95250"/>
                        <a:pt x="4001262" y="131731"/>
                      </a:cubicBezTo>
                      <a:cubicBezTo>
                        <a:pt x="4020312" y="120777"/>
                        <a:pt x="4042315" y="114395"/>
                        <a:pt x="4065937" y="114395"/>
                      </a:cubicBezTo>
                      <a:cubicBezTo>
                        <a:pt x="4109657" y="114395"/>
                        <a:pt x="4148233" y="136113"/>
                        <a:pt x="4171760" y="169164"/>
                      </a:cubicBezTo>
                      <a:cubicBezTo>
                        <a:pt x="4195953" y="98013"/>
                        <a:pt x="4263200" y="46768"/>
                        <a:pt x="4342543" y="46768"/>
                      </a:cubicBezTo>
                      <a:cubicBezTo>
                        <a:pt x="4396931" y="46768"/>
                        <a:pt x="4445508" y="70866"/>
                        <a:pt x="4478655" y="108871"/>
                      </a:cubicBezTo>
                      <a:cubicBezTo>
                        <a:pt x="4497134" y="59055"/>
                        <a:pt x="4545044" y="23527"/>
                        <a:pt x="4601242" y="23527"/>
                      </a:cubicBezTo>
                      <a:cubicBezTo>
                        <a:pt x="4669441" y="23527"/>
                        <a:pt x="4725448" y="75724"/>
                        <a:pt x="4731544" y="142304"/>
                      </a:cubicBezTo>
                      <a:cubicBezTo>
                        <a:pt x="4763929" y="88868"/>
                        <a:pt x="4822413" y="53054"/>
                        <a:pt x="4889469" y="53054"/>
                      </a:cubicBezTo>
                      <a:cubicBezTo>
                        <a:pt x="4956524" y="53054"/>
                        <a:pt x="5015103" y="88964"/>
                        <a:pt x="5047488" y="142399"/>
                      </a:cubicBezTo>
                      <a:cubicBezTo>
                        <a:pt x="5065681" y="112872"/>
                        <a:pt x="5098256" y="93155"/>
                        <a:pt x="5135499" y="93155"/>
                      </a:cubicBezTo>
                      <a:cubicBezTo>
                        <a:pt x="5165027" y="93155"/>
                        <a:pt x="5191601" y="105537"/>
                        <a:pt x="5210461" y="125445"/>
                      </a:cubicBezTo>
                      <a:cubicBezTo>
                        <a:pt x="5231988" y="53054"/>
                        <a:pt x="5298948" y="286"/>
                        <a:pt x="5378387" y="286"/>
                      </a:cubicBezTo>
                      <a:cubicBezTo>
                        <a:pt x="5457730" y="286"/>
                        <a:pt x="5524595" y="52959"/>
                        <a:pt x="5546217" y="125254"/>
                      </a:cubicBezTo>
                      <a:cubicBezTo>
                        <a:pt x="5582698" y="84868"/>
                        <a:pt x="5635371" y="59436"/>
                        <a:pt x="5694045" y="59436"/>
                      </a:cubicBezTo>
                      <a:cubicBezTo>
                        <a:pt x="5747004" y="59436"/>
                        <a:pt x="5794915" y="80201"/>
                        <a:pt x="5830634" y="113824"/>
                      </a:cubicBezTo>
                      <a:cubicBezTo>
                        <a:pt x="5856256" y="68771"/>
                        <a:pt x="5904548" y="38291"/>
                        <a:pt x="5960079" y="38291"/>
                      </a:cubicBezTo>
                      <a:cubicBezTo>
                        <a:pt x="6021229" y="38291"/>
                        <a:pt x="6073712" y="75152"/>
                        <a:pt x="6096667" y="127921"/>
                      </a:cubicBezTo>
                      <a:cubicBezTo>
                        <a:pt x="6111812" y="86773"/>
                        <a:pt x="6151245" y="57245"/>
                        <a:pt x="6197632" y="57245"/>
                      </a:cubicBezTo>
                      <a:cubicBezTo>
                        <a:pt x="6257068" y="57245"/>
                        <a:pt x="6303169" y="105442"/>
                        <a:pt x="6303169" y="164973"/>
                      </a:cubicBezTo>
                    </a:path>
                  </a:pathLst>
                </a:custGeom>
                <a:noFill/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43" name="Forme libre : forme 16842">
                  <a:extLst>
                    <a:ext uri="{FF2B5EF4-FFF2-40B4-BE49-F238E27FC236}">
                      <a16:creationId xmlns:a16="http://schemas.microsoft.com/office/drawing/2014/main" id="{FD960702-807A-4479-8B3A-7AD99CF04B31}"/>
                    </a:ext>
                  </a:extLst>
                </p:cNvPr>
                <p:cNvSpPr/>
                <p:nvPr/>
              </p:nvSpPr>
              <p:spPr>
                <a:xfrm>
                  <a:off x="338236" y="5401722"/>
                  <a:ext cx="197739" cy="111728"/>
                </a:xfrm>
                <a:custGeom>
                  <a:avLst/>
                  <a:gdLst>
                    <a:gd name="connsiteX0" fmla="*/ 38767 w 197739"/>
                    <a:gd name="connsiteY0" fmla="*/ 36481 h 111728"/>
                    <a:gd name="connsiteX1" fmla="*/ 97536 w 197739"/>
                    <a:gd name="connsiteY1" fmla="*/ 38767 h 111728"/>
                    <a:gd name="connsiteX2" fmla="*/ 140398 w 197739"/>
                    <a:gd name="connsiteY2" fmla="*/ 34957 h 111728"/>
                    <a:gd name="connsiteX3" fmla="*/ 176689 w 197739"/>
                    <a:gd name="connsiteY3" fmla="*/ 20288 h 111728"/>
                    <a:gd name="connsiteX4" fmla="*/ 197739 w 197739"/>
                    <a:gd name="connsiteY4" fmla="*/ 0 h 111728"/>
                    <a:gd name="connsiteX5" fmla="*/ 155162 w 197739"/>
                    <a:gd name="connsiteY5" fmla="*/ 43244 h 111728"/>
                    <a:gd name="connsiteX6" fmla="*/ 138589 w 197739"/>
                    <a:gd name="connsiteY6" fmla="*/ 111729 h 111728"/>
                    <a:gd name="connsiteX7" fmla="*/ 115919 w 197739"/>
                    <a:gd name="connsiteY7" fmla="*/ 54197 h 111728"/>
                    <a:gd name="connsiteX8" fmla="*/ 90869 w 197739"/>
                    <a:gd name="connsiteY8" fmla="*/ 44958 h 111728"/>
                    <a:gd name="connsiteX9" fmla="*/ 54673 w 197739"/>
                    <a:gd name="connsiteY9" fmla="*/ 40957 h 111728"/>
                    <a:gd name="connsiteX10" fmla="*/ 19812 w 197739"/>
                    <a:gd name="connsiteY10" fmla="*/ 37624 h 111728"/>
                    <a:gd name="connsiteX11" fmla="*/ 0 w 197739"/>
                    <a:gd name="connsiteY11" fmla="*/ 22003 h 111728"/>
                    <a:gd name="connsiteX12" fmla="*/ 38767 w 197739"/>
                    <a:gd name="connsiteY12" fmla="*/ 36481 h 111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7739" h="111728">
                      <a:moveTo>
                        <a:pt x="38767" y="36481"/>
                      </a:moveTo>
                      <a:cubicBezTo>
                        <a:pt x="58293" y="37910"/>
                        <a:pt x="77915" y="38671"/>
                        <a:pt x="97536" y="38767"/>
                      </a:cubicBezTo>
                      <a:cubicBezTo>
                        <a:pt x="111919" y="38862"/>
                        <a:pt x="126492" y="38481"/>
                        <a:pt x="140398" y="34957"/>
                      </a:cubicBezTo>
                      <a:cubicBezTo>
                        <a:pt x="153067" y="31718"/>
                        <a:pt x="164973" y="26004"/>
                        <a:pt x="176689" y="20288"/>
                      </a:cubicBezTo>
                      <a:cubicBezTo>
                        <a:pt x="185833" y="15907"/>
                        <a:pt x="196120" y="10001"/>
                        <a:pt x="197739" y="0"/>
                      </a:cubicBezTo>
                      <a:cubicBezTo>
                        <a:pt x="188023" y="17812"/>
                        <a:pt x="167545" y="27051"/>
                        <a:pt x="155162" y="43244"/>
                      </a:cubicBezTo>
                      <a:cubicBezTo>
                        <a:pt x="140684" y="62199"/>
                        <a:pt x="139351" y="87821"/>
                        <a:pt x="138589" y="111729"/>
                      </a:cubicBezTo>
                      <a:cubicBezTo>
                        <a:pt x="136684" y="90488"/>
                        <a:pt x="133350" y="66485"/>
                        <a:pt x="115919" y="54197"/>
                      </a:cubicBezTo>
                      <a:cubicBezTo>
                        <a:pt x="108585" y="49054"/>
                        <a:pt x="99631" y="46673"/>
                        <a:pt x="90869" y="44958"/>
                      </a:cubicBezTo>
                      <a:cubicBezTo>
                        <a:pt x="78962" y="42672"/>
                        <a:pt x="66866" y="41339"/>
                        <a:pt x="54673" y="40957"/>
                      </a:cubicBezTo>
                      <a:cubicBezTo>
                        <a:pt x="42958" y="40672"/>
                        <a:pt x="30956" y="41148"/>
                        <a:pt x="19812" y="37624"/>
                      </a:cubicBezTo>
                      <a:cubicBezTo>
                        <a:pt x="11716" y="35052"/>
                        <a:pt x="3905" y="29718"/>
                        <a:pt x="0" y="22003"/>
                      </a:cubicBezTo>
                      <a:cubicBezTo>
                        <a:pt x="10668" y="32481"/>
                        <a:pt x="24289" y="35433"/>
                        <a:pt x="38767" y="36481"/>
                      </a:cubicBezTo>
                      <a:close/>
                    </a:path>
                  </a:pathLst>
                </a:custGeom>
                <a:solidFill>
                  <a:srgbClr val="D3BC5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44" name="Forme libre : forme 16843">
                  <a:extLst>
                    <a:ext uri="{FF2B5EF4-FFF2-40B4-BE49-F238E27FC236}">
                      <a16:creationId xmlns:a16="http://schemas.microsoft.com/office/drawing/2014/main" id="{D988CDA4-49FD-4188-98C3-F01D6802343A}"/>
                    </a:ext>
                  </a:extLst>
                </p:cNvPr>
                <p:cNvSpPr/>
                <p:nvPr/>
              </p:nvSpPr>
              <p:spPr>
                <a:xfrm>
                  <a:off x="332901" y="5560123"/>
                  <a:ext cx="129137" cy="64211"/>
                </a:xfrm>
                <a:custGeom>
                  <a:avLst/>
                  <a:gdLst>
                    <a:gd name="connsiteX0" fmla="*/ 53437 w 129137"/>
                    <a:gd name="connsiteY0" fmla="*/ 52197 h 64211"/>
                    <a:gd name="connsiteX1" fmla="*/ 383 w 129137"/>
                    <a:gd name="connsiteY1" fmla="*/ 54578 h 64211"/>
                    <a:gd name="connsiteX2" fmla="*/ 3050 w 129137"/>
                    <a:gd name="connsiteY2" fmla="*/ 59817 h 64211"/>
                    <a:gd name="connsiteX3" fmla="*/ 41721 w 129137"/>
                    <a:gd name="connsiteY3" fmla="*/ 62103 h 64211"/>
                    <a:gd name="connsiteX4" fmla="*/ 101729 w 129137"/>
                    <a:gd name="connsiteY4" fmla="*/ 42006 h 64211"/>
                    <a:gd name="connsiteX5" fmla="*/ 128208 w 129137"/>
                    <a:gd name="connsiteY5" fmla="*/ 0 h 64211"/>
                    <a:gd name="connsiteX6" fmla="*/ 53437 w 129137"/>
                    <a:gd name="connsiteY6" fmla="*/ 52197 h 64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9137" h="64211">
                      <a:moveTo>
                        <a:pt x="53437" y="52197"/>
                      </a:moveTo>
                      <a:cubicBezTo>
                        <a:pt x="36006" y="55722"/>
                        <a:pt x="18099" y="55150"/>
                        <a:pt x="383" y="54578"/>
                      </a:cubicBezTo>
                      <a:cubicBezTo>
                        <a:pt x="-856" y="56388"/>
                        <a:pt x="1145" y="58769"/>
                        <a:pt x="3050" y="59817"/>
                      </a:cubicBezTo>
                      <a:cubicBezTo>
                        <a:pt x="14575" y="66294"/>
                        <a:pt x="28672" y="64294"/>
                        <a:pt x="41721" y="62103"/>
                      </a:cubicBezTo>
                      <a:cubicBezTo>
                        <a:pt x="62771" y="58579"/>
                        <a:pt x="84584" y="54673"/>
                        <a:pt x="101729" y="42006"/>
                      </a:cubicBezTo>
                      <a:cubicBezTo>
                        <a:pt x="111063" y="35147"/>
                        <a:pt x="134018" y="12382"/>
                        <a:pt x="128208" y="0"/>
                      </a:cubicBezTo>
                      <a:cubicBezTo>
                        <a:pt x="109730" y="25908"/>
                        <a:pt x="85346" y="45720"/>
                        <a:pt x="53437" y="5219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45" name="Forme libre : forme 16844">
                  <a:extLst>
                    <a:ext uri="{FF2B5EF4-FFF2-40B4-BE49-F238E27FC236}">
                      <a16:creationId xmlns:a16="http://schemas.microsoft.com/office/drawing/2014/main" id="{84241E08-1D8B-4B24-B25E-C2B6233F653E}"/>
                    </a:ext>
                  </a:extLst>
                </p:cNvPr>
                <p:cNvSpPr/>
                <p:nvPr/>
              </p:nvSpPr>
              <p:spPr>
                <a:xfrm>
                  <a:off x="563693" y="5369337"/>
                  <a:ext cx="174688" cy="77998"/>
                </a:xfrm>
                <a:custGeom>
                  <a:avLst/>
                  <a:gdLst>
                    <a:gd name="connsiteX0" fmla="*/ 66866 w 174688"/>
                    <a:gd name="connsiteY0" fmla="*/ 67532 h 77998"/>
                    <a:gd name="connsiteX1" fmla="*/ 174689 w 174688"/>
                    <a:gd name="connsiteY1" fmla="*/ 29718 h 77998"/>
                    <a:gd name="connsiteX2" fmla="*/ 141161 w 174688"/>
                    <a:gd name="connsiteY2" fmla="*/ 66294 h 77998"/>
                    <a:gd name="connsiteX3" fmla="*/ 91726 w 174688"/>
                    <a:gd name="connsiteY3" fmla="*/ 77628 h 77998"/>
                    <a:gd name="connsiteX4" fmla="*/ 61055 w 174688"/>
                    <a:gd name="connsiteY4" fmla="*/ 75629 h 77998"/>
                    <a:gd name="connsiteX5" fmla="*/ 17240 w 174688"/>
                    <a:gd name="connsiteY5" fmla="*/ 39719 h 77998"/>
                    <a:gd name="connsiteX6" fmla="*/ 0 w 174688"/>
                    <a:gd name="connsiteY6" fmla="*/ 0 h 77998"/>
                    <a:gd name="connsiteX7" fmla="*/ 66866 w 174688"/>
                    <a:gd name="connsiteY7" fmla="*/ 67532 h 77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4688" h="77998">
                      <a:moveTo>
                        <a:pt x="66866" y="67532"/>
                      </a:moveTo>
                      <a:cubicBezTo>
                        <a:pt x="105918" y="78486"/>
                        <a:pt x="150686" y="62389"/>
                        <a:pt x="174689" y="29718"/>
                      </a:cubicBezTo>
                      <a:cubicBezTo>
                        <a:pt x="169640" y="46005"/>
                        <a:pt x="156401" y="58769"/>
                        <a:pt x="141161" y="66294"/>
                      </a:cubicBezTo>
                      <a:cubicBezTo>
                        <a:pt x="125921" y="73819"/>
                        <a:pt x="108680" y="76581"/>
                        <a:pt x="91726" y="77628"/>
                      </a:cubicBezTo>
                      <a:cubicBezTo>
                        <a:pt x="81439" y="78295"/>
                        <a:pt x="70961" y="78295"/>
                        <a:pt x="61055" y="75629"/>
                      </a:cubicBezTo>
                      <a:cubicBezTo>
                        <a:pt x="42386" y="70580"/>
                        <a:pt x="27337" y="56292"/>
                        <a:pt x="17240" y="39719"/>
                      </a:cubicBezTo>
                      <a:cubicBezTo>
                        <a:pt x="9620" y="27241"/>
                        <a:pt x="4953" y="13621"/>
                        <a:pt x="0" y="0"/>
                      </a:cubicBezTo>
                      <a:cubicBezTo>
                        <a:pt x="8573" y="31813"/>
                        <a:pt x="35243" y="58674"/>
                        <a:pt x="66866" y="6753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46" name="Forme libre : forme 16845">
                  <a:extLst>
                    <a:ext uri="{FF2B5EF4-FFF2-40B4-BE49-F238E27FC236}">
                      <a16:creationId xmlns:a16="http://schemas.microsoft.com/office/drawing/2014/main" id="{9CA47510-2399-4F28-8C4F-95735F75F7AF}"/>
                    </a:ext>
                  </a:extLst>
                </p:cNvPr>
                <p:cNvSpPr/>
                <p:nvPr/>
              </p:nvSpPr>
              <p:spPr>
                <a:xfrm>
                  <a:off x="404894" y="5603462"/>
                  <a:ext cx="80789" cy="66770"/>
                </a:xfrm>
                <a:custGeom>
                  <a:avLst/>
                  <a:gdLst>
                    <a:gd name="connsiteX0" fmla="*/ 80790 w 80789"/>
                    <a:gd name="connsiteY0" fmla="*/ 66770 h 66770"/>
                    <a:gd name="connsiteX1" fmla="*/ 49357 w 80789"/>
                    <a:gd name="connsiteY1" fmla="*/ 28670 h 66770"/>
                    <a:gd name="connsiteX2" fmla="*/ 16401 w 80789"/>
                    <a:gd name="connsiteY2" fmla="*/ 0 h 66770"/>
                    <a:gd name="connsiteX3" fmla="*/ 113 w 80789"/>
                    <a:gd name="connsiteY3" fmla="*/ 15145 h 66770"/>
                    <a:gd name="connsiteX4" fmla="*/ 28688 w 80789"/>
                    <a:gd name="connsiteY4" fmla="*/ 26480 h 66770"/>
                    <a:gd name="connsiteX5" fmla="*/ 80790 w 80789"/>
                    <a:gd name="connsiteY5" fmla="*/ 66770 h 66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0789" h="66770">
                      <a:moveTo>
                        <a:pt x="80790" y="66770"/>
                      </a:moveTo>
                      <a:cubicBezTo>
                        <a:pt x="74884" y="51054"/>
                        <a:pt x="63645" y="37529"/>
                        <a:pt x="49357" y="28670"/>
                      </a:cubicBezTo>
                      <a:cubicBezTo>
                        <a:pt x="39356" y="22384"/>
                        <a:pt x="9162" y="17622"/>
                        <a:pt x="16401" y="0"/>
                      </a:cubicBezTo>
                      <a:cubicBezTo>
                        <a:pt x="11162" y="858"/>
                        <a:pt x="-1316" y="8001"/>
                        <a:pt x="113" y="15145"/>
                      </a:cubicBezTo>
                      <a:cubicBezTo>
                        <a:pt x="1637" y="22574"/>
                        <a:pt x="22116" y="24099"/>
                        <a:pt x="28688" y="26480"/>
                      </a:cubicBezTo>
                      <a:cubicBezTo>
                        <a:pt x="46500" y="33147"/>
                        <a:pt x="73646" y="47530"/>
                        <a:pt x="80790" y="6677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47" name="Forme libre : forme 16846">
                  <a:extLst>
                    <a:ext uri="{FF2B5EF4-FFF2-40B4-BE49-F238E27FC236}">
                      <a16:creationId xmlns:a16="http://schemas.microsoft.com/office/drawing/2014/main" id="{99A611A0-D4E8-42AE-8EB2-37FF7C6E9E2C}"/>
                    </a:ext>
                  </a:extLst>
                </p:cNvPr>
                <p:cNvSpPr/>
                <p:nvPr/>
              </p:nvSpPr>
              <p:spPr>
                <a:xfrm>
                  <a:off x="934406" y="5303424"/>
                  <a:ext cx="99059" cy="101884"/>
                </a:xfrm>
                <a:custGeom>
                  <a:avLst/>
                  <a:gdLst>
                    <a:gd name="connsiteX0" fmla="*/ 78676 w 99059"/>
                    <a:gd name="connsiteY0" fmla="*/ 37433 h 101884"/>
                    <a:gd name="connsiteX1" fmla="*/ 51816 w 99059"/>
                    <a:gd name="connsiteY1" fmla="*/ 71057 h 101884"/>
                    <a:gd name="connsiteX2" fmla="*/ 29146 w 99059"/>
                    <a:gd name="connsiteY2" fmla="*/ 91821 h 101884"/>
                    <a:gd name="connsiteX3" fmla="*/ 0 w 99059"/>
                    <a:gd name="connsiteY3" fmla="*/ 99441 h 101884"/>
                    <a:gd name="connsiteX4" fmla="*/ 51149 w 99059"/>
                    <a:gd name="connsiteY4" fmla="*/ 88773 h 101884"/>
                    <a:gd name="connsiteX5" fmla="*/ 73723 w 99059"/>
                    <a:gd name="connsiteY5" fmla="*/ 74772 h 101884"/>
                    <a:gd name="connsiteX6" fmla="*/ 99060 w 99059"/>
                    <a:gd name="connsiteY6" fmla="*/ 86392 h 101884"/>
                    <a:gd name="connsiteX7" fmla="*/ 83915 w 99059"/>
                    <a:gd name="connsiteY7" fmla="*/ 64008 h 101884"/>
                    <a:gd name="connsiteX8" fmla="*/ 87439 w 99059"/>
                    <a:gd name="connsiteY8" fmla="*/ 43625 h 101884"/>
                    <a:gd name="connsiteX9" fmla="*/ 91821 w 99059"/>
                    <a:gd name="connsiteY9" fmla="*/ 0 h 101884"/>
                    <a:gd name="connsiteX10" fmla="*/ 87535 w 99059"/>
                    <a:gd name="connsiteY10" fmla="*/ 16383 h 101884"/>
                    <a:gd name="connsiteX11" fmla="*/ 78676 w 99059"/>
                    <a:gd name="connsiteY11" fmla="*/ 37433 h 101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9059" h="101884">
                      <a:moveTo>
                        <a:pt x="78676" y="37433"/>
                      </a:moveTo>
                      <a:cubicBezTo>
                        <a:pt x="71342" y="49816"/>
                        <a:pt x="61531" y="60484"/>
                        <a:pt x="51816" y="71057"/>
                      </a:cubicBezTo>
                      <a:cubicBezTo>
                        <a:pt x="44863" y="78581"/>
                        <a:pt x="37814" y="86202"/>
                        <a:pt x="29146" y="91821"/>
                      </a:cubicBezTo>
                      <a:cubicBezTo>
                        <a:pt x="20574" y="97441"/>
                        <a:pt x="10192" y="100965"/>
                        <a:pt x="0" y="99441"/>
                      </a:cubicBezTo>
                      <a:cubicBezTo>
                        <a:pt x="17335" y="105061"/>
                        <a:pt x="37529" y="100775"/>
                        <a:pt x="51149" y="88773"/>
                      </a:cubicBezTo>
                      <a:cubicBezTo>
                        <a:pt x="58007" y="82772"/>
                        <a:pt x="64579" y="74390"/>
                        <a:pt x="73723" y="74772"/>
                      </a:cubicBezTo>
                      <a:cubicBezTo>
                        <a:pt x="83153" y="75152"/>
                        <a:pt x="89725" y="85058"/>
                        <a:pt x="99060" y="86392"/>
                      </a:cubicBezTo>
                      <a:cubicBezTo>
                        <a:pt x="90583" y="82296"/>
                        <a:pt x="84582" y="73438"/>
                        <a:pt x="83915" y="64008"/>
                      </a:cubicBezTo>
                      <a:cubicBezTo>
                        <a:pt x="83439" y="57055"/>
                        <a:pt x="85725" y="50292"/>
                        <a:pt x="87439" y="43625"/>
                      </a:cubicBezTo>
                      <a:cubicBezTo>
                        <a:pt x="90868" y="30385"/>
                        <a:pt x="94393" y="13526"/>
                        <a:pt x="91821" y="0"/>
                      </a:cubicBezTo>
                      <a:cubicBezTo>
                        <a:pt x="88201" y="4382"/>
                        <a:pt x="88773" y="11049"/>
                        <a:pt x="87535" y="16383"/>
                      </a:cubicBezTo>
                      <a:cubicBezTo>
                        <a:pt x="85725" y="23813"/>
                        <a:pt x="82582" y="30861"/>
                        <a:pt x="78676" y="3743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48" name="Forme libre : forme 16847">
                  <a:extLst>
                    <a:ext uri="{FF2B5EF4-FFF2-40B4-BE49-F238E27FC236}">
                      <a16:creationId xmlns:a16="http://schemas.microsoft.com/office/drawing/2014/main" id="{DF4A6E43-D7F1-4EC0-9D08-56BB15DC9851}"/>
                    </a:ext>
                  </a:extLst>
                </p:cNvPr>
                <p:cNvSpPr/>
                <p:nvPr/>
              </p:nvSpPr>
              <p:spPr>
                <a:xfrm>
                  <a:off x="752003" y="5325998"/>
                  <a:ext cx="41814" cy="64103"/>
                </a:xfrm>
                <a:custGeom>
                  <a:avLst/>
                  <a:gdLst>
                    <a:gd name="connsiteX0" fmla="*/ 9049 w 41814"/>
                    <a:gd name="connsiteY0" fmla="*/ 32766 h 64103"/>
                    <a:gd name="connsiteX1" fmla="*/ 11335 w 41814"/>
                    <a:gd name="connsiteY1" fmla="*/ 20479 h 64103"/>
                    <a:gd name="connsiteX2" fmla="*/ 9144 w 41814"/>
                    <a:gd name="connsiteY2" fmla="*/ 0 h 64103"/>
                    <a:gd name="connsiteX3" fmla="*/ 11716 w 41814"/>
                    <a:gd name="connsiteY3" fmla="*/ 29909 h 64103"/>
                    <a:gd name="connsiteX4" fmla="*/ 15526 w 41814"/>
                    <a:gd name="connsiteY4" fmla="*/ 41053 h 64103"/>
                    <a:gd name="connsiteX5" fmla="*/ 41815 w 41814"/>
                    <a:gd name="connsiteY5" fmla="*/ 64104 h 64103"/>
                    <a:gd name="connsiteX6" fmla="*/ 14383 w 41814"/>
                    <a:gd name="connsiteY6" fmla="*/ 49625 h 64103"/>
                    <a:gd name="connsiteX7" fmla="*/ 0 w 41814"/>
                    <a:gd name="connsiteY7" fmla="*/ 60008 h 64103"/>
                    <a:gd name="connsiteX8" fmla="*/ 9049 w 41814"/>
                    <a:gd name="connsiteY8" fmla="*/ 32766 h 6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14" h="64103">
                      <a:moveTo>
                        <a:pt x="9049" y="32766"/>
                      </a:moveTo>
                      <a:cubicBezTo>
                        <a:pt x="10192" y="28766"/>
                        <a:pt x="11240" y="24670"/>
                        <a:pt x="11335" y="20479"/>
                      </a:cubicBezTo>
                      <a:cubicBezTo>
                        <a:pt x="11335" y="13621"/>
                        <a:pt x="8382" y="6858"/>
                        <a:pt x="9144" y="0"/>
                      </a:cubicBezTo>
                      <a:cubicBezTo>
                        <a:pt x="6953" y="9811"/>
                        <a:pt x="9144" y="20098"/>
                        <a:pt x="11716" y="29909"/>
                      </a:cubicBezTo>
                      <a:cubicBezTo>
                        <a:pt x="12668" y="33719"/>
                        <a:pt x="13811" y="37529"/>
                        <a:pt x="15526" y="41053"/>
                      </a:cubicBezTo>
                      <a:cubicBezTo>
                        <a:pt x="20765" y="51626"/>
                        <a:pt x="31528" y="58198"/>
                        <a:pt x="41815" y="64104"/>
                      </a:cubicBezTo>
                      <a:cubicBezTo>
                        <a:pt x="31242" y="63151"/>
                        <a:pt x="21146" y="57817"/>
                        <a:pt x="14383" y="49625"/>
                      </a:cubicBezTo>
                      <a:cubicBezTo>
                        <a:pt x="10192" y="52769"/>
                        <a:pt x="5144" y="59627"/>
                        <a:pt x="0" y="60008"/>
                      </a:cubicBezTo>
                      <a:cubicBezTo>
                        <a:pt x="3429" y="51054"/>
                        <a:pt x="6477" y="42101"/>
                        <a:pt x="9049" y="3276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49" name="Forme libre : forme 16848">
                  <a:extLst>
                    <a:ext uri="{FF2B5EF4-FFF2-40B4-BE49-F238E27FC236}">
                      <a16:creationId xmlns:a16="http://schemas.microsoft.com/office/drawing/2014/main" id="{BD422B6C-F288-4660-A572-D5405182C5A9}"/>
                    </a:ext>
                  </a:extLst>
                </p:cNvPr>
                <p:cNvSpPr/>
                <p:nvPr/>
              </p:nvSpPr>
              <p:spPr>
                <a:xfrm>
                  <a:off x="495090" y="5540311"/>
                  <a:ext cx="116514" cy="107346"/>
                </a:xfrm>
                <a:custGeom>
                  <a:avLst/>
                  <a:gdLst>
                    <a:gd name="connsiteX0" fmla="*/ 42029 w 116514"/>
                    <a:gd name="connsiteY0" fmla="*/ 6000 h 107346"/>
                    <a:gd name="connsiteX1" fmla="*/ 82224 w 116514"/>
                    <a:gd name="connsiteY1" fmla="*/ 35623 h 107346"/>
                    <a:gd name="connsiteX2" fmla="*/ 77366 w 116514"/>
                    <a:gd name="connsiteY2" fmla="*/ 77152 h 107346"/>
                    <a:gd name="connsiteX3" fmla="*/ 46982 w 116514"/>
                    <a:gd name="connsiteY3" fmla="*/ 107346 h 107346"/>
                    <a:gd name="connsiteX4" fmla="*/ 80033 w 116514"/>
                    <a:gd name="connsiteY4" fmla="*/ 81629 h 107346"/>
                    <a:gd name="connsiteX5" fmla="*/ 94511 w 116514"/>
                    <a:gd name="connsiteY5" fmla="*/ 61436 h 107346"/>
                    <a:gd name="connsiteX6" fmla="*/ 116514 w 116514"/>
                    <a:gd name="connsiteY6" fmla="*/ 52101 h 107346"/>
                    <a:gd name="connsiteX7" fmla="*/ 104608 w 116514"/>
                    <a:gd name="connsiteY7" fmla="*/ 49244 h 107346"/>
                    <a:gd name="connsiteX8" fmla="*/ 89844 w 116514"/>
                    <a:gd name="connsiteY8" fmla="*/ 29337 h 107346"/>
                    <a:gd name="connsiteX9" fmla="*/ 63269 w 116514"/>
                    <a:gd name="connsiteY9" fmla="*/ 6953 h 107346"/>
                    <a:gd name="connsiteX10" fmla="*/ 28313 w 116514"/>
                    <a:gd name="connsiteY10" fmla="*/ 666 h 107346"/>
                    <a:gd name="connsiteX11" fmla="*/ 23 w 116514"/>
                    <a:gd name="connsiteY11" fmla="*/ 7715 h 107346"/>
                    <a:gd name="connsiteX12" fmla="*/ 42029 w 116514"/>
                    <a:gd name="connsiteY12" fmla="*/ 6000 h 107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6514" h="107346">
                      <a:moveTo>
                        <a:pt x="42029" y="6000"/>
                      </a:moveTo>
                      <a:cubicBezTo>
                        <a:pt x="59174" y="8953"/>
                        <a:pt x="75938" y="19335"/>
                        <a:pt x="82224" y="35623"/>
                      </a:cubicBezTo>
                      <a:cubicBezTo>
                        <a:pt x="87368" y="49053"/>
                        <a:pt x="84605" y="64675"/>
                        <a:pt x="77366" y="77152"/>
                      </a:cubicBezTo>
                      <a:cubicBezTo>
                        <a:pt x="70127" y="89630"/>
                        <a:pt x="58983" y="99346"/>
                        <a:pt x="46982" y="107346"/>
                      </a:cubicBezTo>
                      <a:cubicBezTo>
                        <a:pt x="60031" y="102012"/>
                        <a:pt x="71556" y="92964"/>
                        <a:pt x="80033" y="81629"/>
                      </a:cubicBezTo>
                      <a:cubicBezTo>
                        <a:pt x="84986" y="74962"/>
                        <a:pt x="88892" y="67532"/>
                        <a:pt x="94511" y="61436"/>
                      </a:cubicBezTo>
                      <a:cubicBezTo>
                        <a:pt x="100131" y="55340"/>
                        <a:pt x="108323" y="50768"/>
                        <a:pt x="116514" y="52101"/>
                      </a:cubicBezTo>
                      <a:cubicBezTo>
                        <a:pt x="114133" y="48577"/>
                        <a:pt x="108799" y="50101"/>
                        <a:pt x="104608" y="49244"/>
                      </a:cubicBezTo>
                      <a:cubicBezTo>
                        <a:pt x="96131" y="47624"/>
                        <a:pt x="93654" y="37052"/>
                        <a:pt x="89844" y="29337"/>
                      </a:cubicBezTo>
                      <a:cubicBezTo>
                        <a:pt x="84701" y="18669"/>
                        <a:pt x="74414" y="11144"/>
                        <a:pt x="63269" y="6953"/>
                      </a:cubicBezTo>
                      <a:cubicBezTo>
                        <a:pt x="52125" y="2762"/>
                        <a:pt x="40219" y="1619"/>
                        <a:pt x="28313" y="666"/>
                      </a:cubicBezTo>
                      <a:cubicBezTo>
                        <a:pt x="22217" y="190"/>
                        <a:pt x="-834" y="-2477"/>
                        <a:pt x="23" y="7715"/>
                      </a:cubicBezTo>
                      <a:cubicBezTo>
                        <a:pt x="13930" y="8477"/>
                        <a:pt x="27551" y="3524"/>
                        <a:pt x="42029" y="600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50" name="Forme libre : forme 16849">
                  <a:extLst>
                    <a:ext uri="{FF2B5EF4-FFF2-40B4-BE49-F238E27FC236}">
                      <a16:creationId xmlns:a16="http://schemas.microsoft.com/office/drawing/2014/main" id="{6470B738-0618-401B-B527-10DA9CC0660F}"/>
                    </a:ext>
                  </a:extLst>
                </p:cNvPr>
                <p:cNvSpPr/>
                <p:nvPr/>
              </p:nvSpPr>
              <p:spPr>
                <a:xfrm>
                  <a:off x="609413" y="5435060"/>
                  <a:ext cx="52577" cy="101441"/>
                </a:xfrm>
                <a:custGeom>
                  <a:avLst/>
                  <a:gdLst>
                    <a:gd name="connsiteX0" fmla="*/ 3334 w 52577"/>
                    <a:gd name="connsiteY0" fmla="*/ 0 h 101441"/>
                    <a:gd name="connsiteX1" fmla="*/ 27432 w 52577"/>
                    <a:gd name="connsiteY1" fmla="*/ 31242 h 101441"/>
                    <a:gd name="connsiteX2" fmla="*/ 15335 w 52577"/>
                    <a:gd name="connsiteY2" fmla="*/ 85344 h 101441"/>
                    <a:gd name="connsiteX3" fmla="*/ 0 w 52577"/>
                    <a:gd name="connsiteY3" fmla="*/ 101441 h 101441"/>
                    <a:gd name="connsiteX4" fmla="*/ 33909 w 52577"/>
                    <a:gd name="connsiteY4" fmla="*/ 51245 h 101441"/>
                    <a:gd name="connsiteX5" fmla="*/ 35814 w 52577"/>
                    <a:gd name="connsiteY5" fmla="*/ 26480 h 101441"/>
                    <a:gd name="connsiteX6" fmla="*/ 52578 w 52577"/>
                    <a:gd name="connsiteY6" fmla="*/ 10763 h 101441"/>
                    <a:gd name="connsiteX7" fmla="*/ 26765 w 52577"/>
                    <a:gd name="connsiteY7" fmla="*/ 8001 h 101441"/>
                    <a:gd name="connsiteX8" fmla="*/ 15621 w 52577"/>
                    <a:gd name="connsiteY8" fmla="*/ 11049 h 101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577" h="101441">
                      <a:moveTo>
                        <a:pt x="3334" y="0"/>
                      </a:moveTo>
                      <a:cubicBezTo>
                        <a:pt x="15240" y="6382"/>
                        <a:pt x="24289" y="18098"/>
                        <a:pt x="27432" y="31242"/>
                      </a:cubicBezTo>
                      <a:cubicBezTo>
                        <a:pt x="31909" y="49721"/>
                        <a:pt x="25146" y="69056"/>
                        <a:pt x="15335" y="85344"/>
                      </a:cubicBezTo>
                      <a:cubicBezTo>
                        <a:pt x="11430" y="91821"/>
                        <a:pt x="6763" y="98203"/>
                        <a:pt x="0" y="101441"/>
                      </a:cubicBezTo>
                      <a:cubicBezTo>
                        <a:pt x="17526" y="90107"/>
                        <a:pt x="31718" y="72009"/>
                        <a:pt x="33909" y="51245"/>
                      </a:cubicBezTo>
                      <a:cubicBezTo>
                        <a:pt x="34766" y="42958"/>
                        <a:pt x="33719" y="34576"/>
                        <a:pt x="35814" y="26480"/>
                      </a:cubicBezTo>
                      <a:cubicBezTo>
                        <a:pt x="37814" y="18479"/>
                        <a:pt x="44291" y="10573"/>
                        <a:pt x="52578" y="10763"/>
                      </a:cubicBezTo>
                      <a:cubicBezTo>
                        <a:pt x="44006" y="9811"/>
                        <a:pt x="35338" y="8954"/>
                        <a:pt x="26765" y="8001"/>
                      </a:cubicBezTo>
                      <a:cubicBezTo>
                        <a:pt x="22669" y="7525"/>
                        <a:pt x="17717" y="7525"/>
                        <a:pt x="15621" y="11049"/>
                      </a:cubicBezTo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51" name="Forme libre : forme 16850">
                  <a:extLst>
                    <a:ext uri="{FF2B5EF4-FFF2-40B4-BE49-F238E27FC236}">
                      <a16:creationId xmlns:a16="http://schemas.microsoft.com/office/drawing/2014/main" id="{5FC3292C-50FF-4542-9DCB-F45CE71626DA}"/>
                    </a:ext>
                  </a:extLst>
                </p:cNvPr>
                <p:cNvSpPr/>
                <p:nvPr/>
              </p:nvSpPr>
              <p:spPr>
                <a:xfrm>
                  <a:off x="313280" y="5202333"/>
                  <a:ext cx="186230" cy="215582"/>
                </a:xfrm>
                <a:custGeom>
                  <a:avLst/>
                  <a:gdLst>
                    <a:gd name="connsiteX0" fmla="*/ 15527 w 186230"/>
                    <a:gd name="connsiteY0" fmla="*/ 38035 h 215582"/>
                    <a:gd name="connsiteX1" fmla="*/ 1 w 186230"/>
                    <a:gd name="connsiteY1" fmla="*/ 95662 h 215582"/>
                    <a:gd name="connsiteX2" fmla="*/ 13527 w 186230"/>
                    <a:gd name="connsiteY2" fmla="*/ 154145 h 215582"/>
                    <a:gd name="connsiteX3" fmla="*/ 27719 w 186230"/>
                    <a:gd name="connsiteY3" fmla="*/ 177482 h 215582"/>
                    <a:gd name="connsiteX4" fmla="*/ 49722 w 186230"/>
                    <a:gd name="connsiteY4" fmla="*/ 195865 h 215582"/>
                    <a:gd name="connsiteX5" fmla="*/ 88203 w 186230"/>
                    <a:gd name="connsiteY5" fmla="*/ 213105 h 215582"/>
                    <a:gd name="connsiteX6" fmla="*/ 124112 w 186230"/>
                    <a:gd name="connsiteY6" fmla="*/ 215582 h 215582"/>
                    <a:gd name="connsiteX7" fmla="*/ 161164 w 186230"/>
                    <a:gd name="connsiteY7" fmla="*/ 211391 h 215582"/>
                    <a:gd name="connsiteX8" fmla="*/ 178500 w 186230"/>
                    <a:gd name="connsiteY8" fmla="*/ 200818 h 215582"/>
                    <a:gd name="connsiteX9" fmla="*/ 186120 w 186230"/>
                    <a:gd name="connsiteY9" fmla="*/ 180339 h 215582"/>
                    <a:gd name="connsiteX10" fmla="*/ 170404 w 186230"/>
                    <a:gd name="connsiteY10" fmla="*/ 157574 h 215582"/>
                    <a:gd name="connsiteX11" fmla="*/ 145353 w 186230"/>
                    <a:gd name="connsiteY11" fmla="*/ 143859 h 215582"/>
                    <a:gd name="connsiteX12" fmla="*/ 123826 w 186230"/>
                    <a:gd name="connsiteY12" fmla="*/ 123570 h 215582"/>
                    <a:gd name="connsiteX13" fmla="*/ 112206 w 186230"/>
                    <a:gd name="connsiteY13" fmla="*/ 80136 h 215582"/>
                    <a:gd name="connsiteX14" fmla="*/ 103157 w 186230"/>
                    <a:gd name="connsiteY14" fmla="*/ 18700 h 215582"/>
                    <a:gd name="connsiteX15" fmla="*/ 58580 w 186230"/>
                    <a:gd name="connsiteY15" fmla="*/ 984 h 215582"/>
                    <a:gd name="connsiteX16" fmla="*/ 15527 w 186230"/>
                    <a:gd name="connsiteY16" fmla="*/ 38035 h 215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86230" h="215582">
                      <a:moveTo>
                        <a:pt x="15527" y="38035"/>
                      </a:moveTo>
                      <a:cubicBezTo>
                        <a:pt x="4859" y="55180"/>
                        <a:pt x="-94" y="75469"/>
                        <a:pt x="1" y="95662"/>
                      </a:cubicBezTo>
                      <a:cubicBezTo>
                        <a:pt x="97" y="115855"/>
                        <a:pt x="5240" y="135762"/>
                        <a:pt x="13527" y="154145"/>
                      </a:cubicBezTo>
                      <a:cubicBezTo>
                        <a:pt x="17337" y="162432"/>
                        <a:pt x="21814" y="170528"/>
                        <a:pt x="27719" y="177482"/>
                      </a:cubicBezTo>
                      <a:cubicBezTo>
                        <a:pt x="34006" y="184816"/>
                        <a:pt x="41721" y="190626"/>
                        <a:pt x="49722" y="195865"/>
                      </a:cubicBezTo>
                      <a:cubicBezTo>
                        <a:pt x="61533" y="203580"/>
                        <a:pt x="74392" y="210152"/>
                        <a:pt x="88203" y="213105"/>
                      </a:cubicBezTo>
                      <a:cubicBezTo>
                        <a:pt x="99919" y="215677"/>
                        <a:pt x="112111" y="215582"/>
                        <a:pt x="124112" y="215582"/>
                      </a:cubicBezTo>
                      <a:cubicBezTo>
                        <a:pt x="136590" y="215486"/>
                        <a:pt x="149353" y="215391"/>
                        <a:pt x="161164" y="211391"/>
                      </a:cubicBezTo>
                      <a:cubicBezTo>
                        <a:pt x="167641" y="209200"/>
                        <a:pt x="173833" y="205771"/>
                        <a:pt x="178500" y="200818"/>
                      </a:cubicBezTo>
                      <a:cubicBezTo>
                        <a:pt x="183643" y="195389"/>
                        <a:pt x="186882" y="187864"/>
                        <a:pt x="186120" y="180339"/>
                      </a:cubicBezTo>
                      <a:cubicBezTo>
                        <a:pt x="185167" y="170814"/>
                        <a:pt x="178309" y="162909"/>
                        <a:pt x="170404" y="157574"/>
                      </a:cubicBezTo>
                      <a:cubicBezTo>
                        <a:pt x="162498" y="152240"/>
                        <a:pt x="153544" y="148716"/>
                        <a:pt x="145353" y="143859"/>
                      </a:cubicBezTo>
                      <a:cubicBezTo>
                        <a:pt x="136876" y="138715"/>
                        <a:pt x="129256" y="131857"/>
                        <a:pt x="123826" y="123570"/>
                      </a:cubicBezTo>
                      <a:cubicBezTo>
                        <a:pt x="115540" y="110807"/>
                        <a:pt x="112682" y="95281"/>
                        <a:pt x="112206" y="80136"/>
                      </a:cubicBezTo>
                      <a:cubicBezTo>
                        <a:pt x="111634" y="59086"/>
                        <a:pt x="114873" y="36130"/>
                        <a:pt x="103157" y="18700"/>
                      </a:cubicBezTo>
                      <a:cubicBezTo>
                        <a:pt x="94013" y="5174"/>
                        <a:pt x="74677" y="-2922"/>
                        <a:pt x="58580" y="984"/>
                      </a:cubicBezTo>
                      <a:cubicBezTo>
                        <a:pt x="41340" y="5079"/>
                        <a:pt x="24385" y="23653"/>
                        <a:pt x="15527" y="3803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52" name="Forme libre : forme 16851">
                  <a:extLst>
                    <a:ext uri="{FF2B5EF4-FFF2-40B4-BE49-F238E27FC236}">
                      <a16:creationId xmlns:a16="http://schemas.microsoft.com/office/drawing/2014/main" id="{60283C8A-2B96-4591-9B61-9C1AF0638D3C}"/>
                    </a:ext>
                  </a:extLst>
                </p:cNvPr>
                <p:cNvSpPr/>
                <p:nvPr/>
              </p:nvSpPr>
              <p:spPr>
                <a:xfrm>
                  <a:off x="272979" y="5450332"/>
                  <a:ext cx="108607" cy="148081"/>
                </a:xfrm>
                <a:custGeom>
                  <a:avLst/>
                  <a:gdLst>
                    <a:gd name="connsiteX0" fmla="*/ 17156 w 108607"/>
                    <a:gd name="connsiteY0" fmla="*/ 27400 h 148081"/>
                    <a:gd name="connsiteX1" fmla="*/ 3059 w 108607"/>
                    <a:gd name="connsiteY1" fmla="*/ 53498 h 148081"/>
                    <a:gd name="connsiteX2" fmla="*/ 11 w 108607"/>
                    <a:gd name="connsiteY2" fmla="*/ 81121 h 148081"/>
                    <a:gd name="connsiteX3" fmla="*/ 3821 w 108607"/>
                    <a:gd name="connsiteY3" fmla="*/ 107410 h 148081"/>
                    <a:gd name="connsiteX4" fmla="*/ 35920 w 108607"/>
                    <a:gd name="connsiteY4" fmla="*/ 139700 h 148081"/>
                    <a:gd name="connsiteX5" fmla="*/ 81640 w 108607"/>
                    <a:gd name="connsiteY5" fmla="*/ 148082 h 148081"/>
                    <a:gd name="connsiteX6" fmla="*/ 91356 w 108607"/>
                    <a:gd name="connsiteY6" fmla="*/ 146843 h 148081"/>
                    <a:gd name="connsiteX7" fmla="*/ 100500 w 108607"/>
                    <a:gd name="connsiteY7" fmla="*/ 139319 h 148081"/>
                    <a:gd name="connsiteX8" fmla="*/ 108310 w 108607"/>
                    <a:gd name="connsiteY8" fmla="*/ 125603 h 148081"/>
                    <a:gd name="connsiteX9" fmla="*/ 103738 w 108607"/>
                    <a:gd name="connsiteY9" fmla="*/ 107791 h 148081"/>
                    <a:gd name="connsiteX10" fmla="*/ 91832 w 108607"/>
                    <a:gd name="connsiteY10" fmla="*/ 93122 h 148081"/>
                    <a:gd name="connsiteX11" fmla="*/ 75259 w 108607"/>
                    <a:gd name="connsiteY11" fmla="*/ 23685 h 148081"/>
                    <a:gd name="connsiteX12" fmla="*/ 55542 w 108607"/>
                    <a:gd name="connsiteY12" fmla="*/ 730 h 148081"/>
                    <a:gd name="connsiteX13" fmla="*/ 17156 w 108607"/>
                    <a:gd name="connsiteY13" fmla="*/ 27400 h 148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8607" h="148081">
                      <a:moveTo>
                        <a:pt x="17156" y="27400"/>
                      </a:moveTo>
                      <a:cubicBezTo>
                        <a:pt x="11155" y="35305"/>
                        <a:pt x="5821" y="43973"/>
                        <a:pt x="3059" y="53498"/>
                      </a:cubicBezTo>
                      <a:cubicBezTo>
                        <a:pt x="392" y="62452"/>
                        <a:pt x="-84" y="71882"/>
                        <a:pt x="11" y="81121"/>
                      </a:cubicBezTo>
                      <a:cubicBezTo>
                        <a:pt x="106" y="89979"/>
                        <a:pt x="773" y="99028"/>
                        <a:pt x="3821" y="107410"/>
                      </a:cubicBezTo>
                      <a:cubicBezTo>
                        <a:pt x="9155" y="122079"/>
                        <a:pt x="21728" y="133318"/>
                        <a:pt x="35920" y="139700"/>
                      </a:cubicBezTo>
                      <a:cubicBezTo>
                        <a:pt x="50113" y="146081"/>
                        <a:pt x="66019" y="147986"/>
                        <a:pt x="81640" y="148082"/>
                      </a:cubicBezTo>
                      <a:cubicBezTo>
                        <a:pt x="84879" y="148082"/>
                        <a:pt x="88308" y="147986"/>
                        <a:pt x="91356" y="146843"/>
                      </a:cubicBezTo>
                      <a:cubicBezTo>
                        <a:pt x="95071" y="145319"/>
                        <a:pt x="97928" y="142366"/>
                        <a:pt x="100500" y="139319"/>
                      </a:cubicBezTo>
                      <a:cubicBezTo>
                        <a:pt x="103929" y="135318"/>
                        <a:pt x="107263" y="130841"/>
                        <a:pt x="108310" y="125603"/>
                      </a:cubicBezTo>
                      <a:cubicBezTo>
                        <a:pt x="109453" y="119411"/>
                        <a:pt x="107167" y="113030"/>
                        <a:pt x="103738" y="107791"/>
                      </a:cubicBezTo>
                      <a:cubicBezTo>
                        <a:pt x="100309" y="102552"/>
                        <a:pt x="95737" y="98075"/>
                        <a:pt x="91832" y="93122"/>
                      </a:cubicBezTo>
                      <a:cubicBezTo>
                        <a:pt x="76402" y="73977"/>
                        <a:pt x="70115" y="47688"/>
                        <a:pt x="75259" y="23685"/>
                      </a:cubicBezTo>
                      <a:cubicBezTo>
                        <a:pt x="78783" y="7302"/>
                        <a:pt x="72211" y="-2890"/>
                        <a:pt x="55542" y="730"/>
                      </a:cubicBezTo>
                      <a:cubicBezTo>
                        <a:pt x="39540" y="4064"/>
                        <a:pt x="26967" y="14636"/>
                        <a:pt x="17156" y="2740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53" name="Forme libre : forme 16852">
                  <a:extLst>
                    <a:ext uri="{FF2B5EF4-FFF2-40B4-BE49-F238E27FC236}">
                      <a16:creationId xmlns:a16="http://schemas.microsoft.com/office/drawing/2014/main" id="{A22D75C6-0A32-4557-94F6-AC66D7362A74}"/>
                    </a:ext>
                  </a:extLst>
                </p:cNvPr>
                <p:cNvSpPr/>
                <p:nvPr/>
              </p:nvSpPr>
              <p:spPr>
                <a:xfrm>
                  <a:off x="576348" y="5238418"/>
                  <a:ext cx="116247" cy="179561"/>
                </a:xfrm>
                <a:custGeom>
                  <a:avLst/>
                  <a:gdLst>
                    <a:gd name="connsiteX0" fmla="*/ 20493 w 116247"/>
                    <a:gd name="connsiteY0" fmla="*/ 29287 h 179561"/>
                    <a:gd name="connsiteX1" fmla="*/ 1347 w 116247"/>
                    <a:gd name="connsiteY1" fmla="*/ 108440 h 179561"/>
                    <a:gd name="connsiteX2" fmla="*/ 48972 w 116247"/>
                    <a:gd name="connsiteY2" fmla="*/ 173211 h 179561"/>
                    <a:gd name="connsiteX3" fmla="*/ 78690 w 116247"/>
                    <a:gd name="connsiteY3" fmla="*/ 179402 h 179561"/>
                    <a:gd name="connsiteX4" fmla="*/ 105265 w 116247"/>
                    <a:gd name="connsiteY4" fmla="*/ 165685 h 179561"/>
                    <a:gd name="connsiteX5" fmla="*/ 114885 w 116247"/>
                    <a:gd name="connsiteY5" fmla="*/ 137968 h 179561"/>
                    <a:gd name="connsiteX6" fmla="*/ 114505 w 116247"/>
                    <a:gd name="connsiteY6" fmla="*/ 116346 h 179561"/>
                    <a:gd name="connsiteX7" fmla="*/ 103741 w 116247"/>
                    <a:gd name="connsiteY7" fmla="*/ 103297 h 179561"/>
                    <a:gd name="connsiteX8" fmla="*/ 84501 w 116247"/>
                    <a:gd name="connsiteY8" fmla="*/ 85866 h 179561"/>
                    <a:gd name="connsiteX9" fmla="*/ 75261 w 116247"/>
                    <a:gd name="connsiteY9" fmla="*/ 74436 h 179561"/>
                    <a:gd name="connsiteX10" fmla="*/ 73928 w 116247"/>
                    <a:gd name="connsiteY10" fmla="*/ 62816 h 179561"/>
                    <a:gd name="connsiteX11" fmla="*/ 78976 w 116247"/>
                    <a:gd name="connsiteY11" fmla="*/ 24144 h 179561"/>
                    <a:gd name="connsiteX12" fmla="*/ 71261 w 116247"/>
                    <a:gd name="connsiteY12" fmla="*/ 618 h 179561"/>
                    <a:gd name="connsiteX13" fmla="*/ 46305 w 116247"/>
                    <a:gd name="connsiteY13" fmla="*/ 6523 h 179561"/>
                    <a:gd name="connsiteX14" fmla="*/ 20493 w 116247"/>
                    <a:gd name="connsiteY14" fmla="*/ 29287 h 179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6247" h="179561">
                      <a:moveTo>
                        <a:pt x="20493" y="29287"/>
                      </a:moveTo>
                      <a:cubicBezTo>
                        <a:pt x="4395" y="52052"/>
                        <a:pt x="-3320" y="81008"/>
                        <a:pt x="1347" y="108440"/>
                      </a:cubicBezTo>
                      <a:cubicBezTo>
                        <a:pt x="6110" y="135872"/>
                        <a:pt x="23826" y="161304"/>
                        <a:pt x="48972" y="173211"/>
                      </a:cubicBezTo>
                      <a:cubicBezTo>
                        <a:pt x="58212" y="177592"/>
                        <a:pt x="68499" y="180259"/>
                        <a:pt x="78690" y="179402"/>
                      </a:cubicBezTo>
                      <a:cubicBezTo>
                        <a:pt x="88882" y="178545"/>
                        <a:pt x="98979" y="173782"/>
                        <a:pt x="105265" y="165685"/>
                      </a:cubicBezTo>
                      <a:cubicBezTo>
                        <a:pt x="111266" y="157875"/>
                        <a:pt x="113171" y="147683"/>
                        <a:pt x="114885" y="137968"/>
                      </a:cubicBezTo>
                      <a:cubicBezTo>
                        <a:pt x="116124" y="130729"/>
                        <a:pt x="117362" y="123109"/>
                        <a:pt x="114505" y="116346"/>
                      </a:cubicBezTo>
                      <a:cubicBezTo>
                        <a:pt x="112314" y="111107"/>
                        <a:pt x="107932" y="107107"/>
                        <a:pt x="103741" y="103297"/>
                      </a:cubicBezTo>
                      <a:cubicBezTo>
                        <a:pt x="97359" y="97487"/>
                        <a:pt x="90882" y="91677"/>
                        <a:pt x="84501" y="85866"/>
                      </a:cubicBezTo>
                      <a:cubicBezTo>
                        <a:pt x="80881" y="82532"/>
                        <a:pt x="77071" y="79104"/>
                        <a:pt x="75261" y="74436"/>
                      </a:cubicBezTo>
                      <a:cubicBezTo>
                        <a:pt x="73833" y="70722"/>
                        <a:pt x="73833" y="66721"/>
                        <a:pt x="73928" y="62816"/>
                      </a:cubicBezTo>
                      <a:cubicBezTo>
                        <a:pt x="74404" y="49671"/>
                        <a:pt x="76405" y="37003"/>
                        <a:pt x="78976" y="24144"/>
                      </a:cubicBezTo>
                      <a:cubicBezTo>
                        <a:pt x="80691" y="15762"/>
                        <a:pt x="81453" y="3760"/>
                        <a:pt x="71261" y="618"/>
                      </a:cubicBezTo>
                      <a:cubicBezTo>
                        <a:pt x="63355" y="-1764"/>
                        <a:pt x="53259" y="3284"/>
                        <a:pt x="46305" y="6523"/>
                      </a:cubicBezTo>
                      <a:cubicBezTo>
                        <a:pt x="35733" y="11666"/>
                        <a:pt x="27255" y="19668"/>
                        <a:pt x="20493" y="2928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54" name="Forme libre : forme 16853">
                  <a:extLst>
                    <a:ext uri="{FF2B5EF4-FFF2-40B4-BE49-F238E27FC236}">
                      <a16:creationId xmlns:a16="http://schemas.microsoft.com/office/drawing/2014/main" id="{743DE260-3C93-4E7E-B368-92C57C223F79}"/>
                    </a:ext>
                  </a:extLst>
                </p:cNvPr>
                <p:cNvSpPr/>
                <p:nvPr/>
              </p:nvSpPr>
              <p:spPr>
                <a:xfrm>
                  <a:off x="364703" y="5198330"/>
                  <a:ext cx="92500" cy="98897"/>
                </a:xfrm>
                <a:custGeom>
                  <a:avLst/>
                  <a:gdLst>
                    <a:gd name="connsiteX0" fmla="*/ 17443 w 92500"/>
                    <a:gd name="connsiteY0" fmla="*/ 20131 h 98897"/>
                    <a:gd name="connsiteX1" fmla="*/ 489 w 92500"/>
                    <a:gd name="connsiteY1" fmla="*/ 52992 h 98897"/>
                    <a:gd name="connsiteX2" fmla="*/ 4394 w 92500"/>
                    <a:gd name="connsiteY2" fmla="*/ 80234 h 98897"/>
                    <a:gd name="connsiteX3" fmla="*/ 24873 w 92500"/>
                    <a:gd name="connsiteY3" fmla="*/ 97855 h 98897"/>
                    <a:gd name="connsiteX4" fmla="*/ 56496 w 92500"/>
                    <a:gd name="connsiteY4" fmla="*/ 92521 h 98897"/>
                    <a:gd name="connsiteX5" fmla="*/ 77927 w 92500"/>
                    <a:gd name="connsiteY5" fmla="*/ 77567 h 98897"/>
                    <a:gd name="connsiteX6" fmla="*/ 89643 w 92500"/>
                    <a:gd name="connsiteY6" fmla="*/ 22322 h 98897"/>
                    <a:gd name="connsiteX7" fmla="*/ 71831 w 92500"/>
                    <a:gd name="connsiteY7" fmla="*/ 605 h 98897"/>
                    <a:gd name="connsiteX8" fmla="*/ 50305 w 92500"/>
                    <a:gd name="connsiteY8" fmla="*/ 5081 h 98897"/>
                    <a:gd name="connsiteX9" fmla="*/ 17443 w 92500"/>
                    <a:gd name="connsiteY9" fmla="*/ 20131 h 98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2500" h="98897">
                      <a:moveTo>
                        <a:pt x="17443" y="20131"/>
                      </a:moveTo>
                      <a:cubicBezTo>
                        <a:pt x="7918" y="28418"/>
                        <a:pt x="2108" y="40515"/>
                        <a:pt x="489" y="52992"/>
                      </a:cubicBezTo>
                      <a:cubicBezTo>
                        <a:pt x="-749" y="62231"/>
                        <a:pt x="298" y="71852"/>
                        <a:pt x="4394" y="80234"/>
                      </a:cubicBezTo>
                      <a:cubicBezTo>
                        <a:pt x="8490" y="88616"/>
                        <a:pt x="15919" y="95474"/>
                        <a:pt x="24873" y="97855"/>
                      </a:cubicBezTo>
                      <a:cubicBezTo>
                        <a:pt x="35446" y="100713"/>
                        <a:pt x="46685" y="97283"/>
                        <a:pt x="56496" y="92521"/>
                      </a:cubicBezTo>
                      <a:cubicBezTo>
                        <a:pt x="64402" y="88711"/>
                        <a:pt x="71926" y="83949"/>
                        <a:pt x="77927" y="77567"/>
                      </a:cubicBezTo>
                      <a:cubicBezTo>
                        <a:pt x="91548" y="63184"/>
                        <a:pt x="96025" y="40991"/>
                        <a:pt x="89643" y="22322"/>
                      </a:cubicBezTo>
                      <a:cubicBezTo>
                        <a:pt x="86785" y="14035"/>
                        <a:pt x="80880" y="3272"/>
                        <a:pt x="71831" y="605"/>
                      </a:cubicBezTo>
                      <a:cubicBezTo>
                        <a:pt x="64592" y="-1586"/>
                        <a:pt x="56972" y="2700"/>
                        <a:pt x="50305" y="5081"/>
                      </a:cubicBezTo>
                      <a:cubicBezTo>
                        <a:pt x="38779" y="9177"/>
                        <a:pt x="27064" y="11844"/>
                        <a:pt x="17443" y="20131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55" name="Forme libre : forme 16854">
                  <a:extLst>
                    <a:ext uri="{FF2B5EF4-FFF2-40B4-BE49-F238E27FC236}">
                      <a16:creationId xmlns:a16="http://schemas.microsoft.com/office/drawing/2014/main" id="{6D6BA992-93A8-4C14-A3C6-81057702BCBE}"/>
                    </a:ext>
                  </a:extLst>
                </p:cNvPr>
                <p:cNvSpPr/>
                <p:nvPr/>
              </p:nvSpPr>
              <p:spPr>
                <a:xfrm>
                  <a:off x="296766" y="5462876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5 h 84398"/>
                    <a:gd name="connsiteX7" fmla="*/ 68235 w 90940"/>
                    <a:gd name="connsiteY7" fmla="*/ 2855 h 84398"/>
                    <a:gd name="connsiteX8" fmla="*/ 28326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5"/>
                      </a:moveTo>
                      <a:cubicBezTo>
                        <a:pt x="17848" y="18475"/>
                        <a:pt x="9847" y="29144"/>
                        <a:pt x="4132" y="40764"/>
                      </a:cubicBezTo>
                      <a:cubicBezTo>
                        <a:pt x="1465" y="46098"/>
                        <a:pt x="-726" y="51908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3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5"/>
                      </a:cubicBezTo>
                      <a:cubicBezTo>
                        <a:pt x="95572" y="22666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6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56" name="Forme libre : forme 16855">
                  <a:extLst>
                    <a:ext uri="{FF2B5EF4-FFF2-40B4-BE49-F238E27FC236}">
                      <a16:creationId xmlns:a16="http://schemas.microsoft.com/office/drawing/2014/main" id="{464383C8-105E-407B-B98A-11B9AE2E48B8}"/>
                    </a:ext>
                  </a:extLst>
                </p:cNvPr>
                <p:cNvSpPr/>
                <p:nvPr/>
              </p:nvSpPr>
              <p:spPr>
                <a:xfrm>
                  <a:off x="601861" y="5256322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29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6" y="14242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6857" name="Graphique 1">
                  <a:extLst>
                    <a:ext uri="{FF2B5EF4-FFF2-40B4-BE49-F238E27FC236}">
                      <a16:creationId xmlns:a16="http://schemas.microsoft.com/office/drawing/2014/main" id="{A0479C83-66D1-4E74-B58B-5C7D37CEF1E2}"/>
                    </a:ext>
                  </a:extLst>
                </p:cNvPr>
                <p:cNvGrpSpPr/>
                <p:nvPr/>
              </p:nvGrpSpPr>
              <p:grpSpPr>
                <a:xfrm>
                  <a:off x="439773" y="5215032"/>
                  <a:ext cx="63246" cy="53816"/>
                  <a:chOff x="439773" y="5215032"/>
                  <a:chExt cx="63246" cy="53816"/>
                </a:xfrm>
                <a:solidFill>
                  <a:srgbClr val="FFFFFF"/>
                </a:solidFill>
              </p:grpSpPr>
              <p:sp>
                <p:nvSpPr>
                  <p:cNvPr id="17328" name="Forme libre : forme 17327">
                    <a:extLst>
                      <a:ext uri="{FF2B5EF4-FFF2-40B4-BE49-F238E27FC236}">
                        <a16:creationId xmlns:a16="http://schemas.microsoft.com/office/drawing/2014/main" id="{A38AB78C-93B0-4793-A88B-936E401F0386}"/>
                      </a:ext>
                    </a:extLst>
                  </p:cNvPr>
                  <p:cNvSpPr/>
                  <p:nvPr/>
                </p:nvSpPr>
                <p:spPr>
                  <a:xfrm>
                    <a:off x="439773" y="5215032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29" name="Forme libre : forme 17328">
                    <a:extLst>
                      <a:ext uri="{FF2B5EF4-FFF2-40B4-BE49-F238E27FC236}">
                        <a16:creationId xmlns:a16="http://schemas.microsoft.com/office/drawing/2014/main" id="{5B1B01C9-2FCA-4C6A-B640-D2EE7D1888F6}"/>
                      </a:ext>
                    </a:extLst>
                  </p:cNvPr>
                  <p:cNvSpPr/>
                  <p:nvPr/>
                </p:nvSpPr>
                <p:spPr>
                  <a:xfrm>
                    <a:off x="486446" y="525227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6858" name="Forme libre : forme 16857">
                  <a:extLst>
                    <a:ext uri="{FF2B5EF4-FFF2-40B4-BE49-F238E27FC236}">
                      <a16:creationId xmlns:a16="http://schemas.microsoft.com/office/drawing/2014/main" id="{BDD0EE83-1256-4D06-AC2A-4C36697A1DCD}"/>
                    </a:ext>
                  </a:extLst>
                </p:cNvPr>
                <p:cNvSpPr/>
                <p:nvPr/>
              </p:nvSpPr>
              <p:spPr>
                <a:xfrm>
                  <a:off x="323282" y="5459634"/>
                  <a:ext cx="23812" cy="23812"/>
                </a:xfrm>
                <a:custGeom>
                  <a:avLst/>
                  <a:gdLst>
                    <a:gd name="connsiteX0" fmla="*/ 23812 w 23812"/>
                    <a:gd name="connsiteY0" fmla="*/ 11906 h 23812"/>
                    <a:gd name="connsiteX1" fmla="*/ 11906 w 23812"/>
                    <a:gd name="connsiteY1" fmla="*/ 23813 h 23812"/>
                    <a:gd name="connsiteX2" fmla="*/ 0 w 23812"/>
                    <a:gd name="connsiteY2" fmla="*/ 11906 h 23812"/>
                    <a:gd name="connsiteX3" fmla="*/ 11906 w 23812"/>
                    <a:gd name="connsiteY3" fmla="*/ 0 h 23812"/>
                    <a:gd name="connsiteX4" fmla="*/ 23812 w 23812"/>
                    <a:gd name="connsiteY4" fmla="*/ 11906 h 2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12" h="23812">
                      <a:moveTo>
                        <a:pt x="23812" y="11906"/>
                      </a:moveTo>
                      <a:cubicBezTo>
                        <a:pt x="23812" y="18482"/>
                        <a:pt x="18482" y="23813"/>
                        <a:pt x="11906" y="23813"/>
                      </a:cubicBezTo>
                      <a:cubicBezTo>
                        <a:pt x="5331" y="23813"/>
                        <a:pt x="0" y="18482"/>
                        <a:pt x="0" y="11906"/>
                      </a:cubicBezTo>
                      <a:cubicBezTo>
                        <a:pt x="0" y="5331"/>
                        <a:pt x="5331" y="0"/>
                        <a:pt x="11906" y="0"/>
                      </a:cubicBezTo>
                      <a:cubicBezTo>
                        <a:pt x="18482" y="0"/>
                        <a:pt x="23812" y="5331"/>
                        <a:pt x="23812" y="119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59" name="Forme libre : forme 16858">
                  <a:extLst>
                    <a:ext uri="{FF2B5EF4-FFF2-40B4-BE49-F238E27FC236}">
                      <a16:creationId xmlns:a16="http://schemas.microsoft.com/office/drawing/2014/main" id="{0303498A-54CC-4507-BBF2-D3642CFDE1CD}"/>
                    </a:ext>
                  </a:extLst>
                </p:cNvPr>
                <p:cNvSpPr/>
                <p:nvPr/>
              </p:nvSpPr>
              <p:spPr>
                <a:xfrm>
                  <a:off x="365002" y="5465635"/>
                  <a:ext cx="17716" cy="17716"/>
                </a:xfrm>
                <a:custGeom>
                  <a:avLst/>
                  <a:gdLst>
                    <a:gd name="connsiteX0" fmla="*/ 17716 w 17716"/>
                    <a:gd name="connsiteY0" fmla="*/ 8858 h 17716"/>
                    <a:gd name="connsiteX1" fmla="*/ 8858 w 17716"/>
                    <a:gd name="connsiteY1" fmla="*/ 17716 h 17716"/>
                    <a:gd name="connsiteX2" fmla="*/ 0 w 17716"/>
                    <a:gd name="connsiteY2" fmla="*/ 8858 h 17716"/>
                    <a:gd name="connsiteX3" fmla="*/ 8858 w 17716"/>
                    <a:gd name="connsiteY3" fmla="*/ 0 h 17716"/>
                    <a:gd name="connsiteX4" fmla="*/ 17716 w 17716"/>
                    <a:gd name="connsiteY4" fmla="*/ 8858 h 17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6" h="17716">
                      <a:moveTo>
                        <a:pt x="17716" y="8858"/>
                      </a:moveTo>
                      <a:cubicBezTo>
                        <a:pt x="17716" y="13750"/>
                        <a:pt x="13751" y="17716"/>
                        <a:pt x="8858" y="17716"/>
                      </a:cubicBezTo>
                      <a:cubicBezTo>
                        <a:pt x="3966" y="17716"/>
                        <a:pt x="0" y="13750"/>
                        <a:pt x="0" y="8858"/>
                      </a:cubicBezTo>
                      <a:cubicBezTo>
                        <a:pt x="0" y="3966"/>
                        <a:pt x="3966" y="0"/>
                        <a:pt x="8858" y="0"/>
                      </a:cubicBezTo>
                      <a:cubicBezTo>
                        <a:pt x="13751" y="0"/>
                        <a:pt x="17716" y="3966"/>
                        <a:pt x="17716" y="8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60" name="Forme libre : forme 16859">
                  <a:extLst>
                    <a:ext uri="{FF2B5EF4-FFF2-40B4-BE49-F238E27FC236}">
                      <a16:creationId xmlns:a16="http://schemas.microsoft.com/office/drawing/2014/main" id="{31F76DBB-FF97-480E-B8F3-E2CEE1302C14}"/>
                    </a:ext>
                  </a:extLst>
                </p:cNvPr>
                <p:cNvSpPr/>
                <p:nvPr/>
              </p:nvSpPr>
              <p:spPr>
                <a:xfrm>
                  <a:off x="600460" y="5269611"/>
                  <a:ext cx="28575" cy="28575"/>
                </a:xfrm>
                <a:custGeom>
                  <a:avLst/>
                  <a:gdLst>
                    <a:gd name="connsiteX0" fmla="*/ 28575 w 28575"/>
                    <a:gd name="connsiteY0" fmla="*/ 14287 h 28575"/>
                    <a:gd name="connsiteX1" fmla="*/ 14287 w 28575"/>
                    <a:gd name="connsiteY1" fmla="*/ 28575 h 28575"/>
                    <a:gd name="connsiteX2" fmla="*/ 0 w 28575"/>
                    <a:gd name="connsiteY2" fmla="*/ 14287 h 28575"/>
                    <a:gd name="connsiteX3" fmla="*/ 14287 w 28575"/>
                    <a:gd name="connsiteY3" fmla="*/ 0 h 28575"/>
                    <a:gd name="connsiteX4" fmla="*/ 28575 w 28575"/>
                    <a:gd name="connsiteY4" fmla="*/ 14287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75" h="28575">
                      <a:moveTo>
                        <a:pt x="28575" y="14287"/>
                      </a:moveTo>
                      <a:cubicBezTo>
                        <a:pt x="28575" y="22178"/>
                        <a:pt x="22178" y="28575"/>
                        <a:pt x="14287" y="28575"/>
                      </a:cubicBezTo>
                      <a:cubicBezTo>
                        <a:pt x="6397" y="28575"/>
                        <a:pt x="0" y="22178"/>
                        <a:pt x="0" y="14287"/>
                      </a:cubicBezTo>
                      <a:cubicBezTo>
                        <a:pt x="0" y="6397"/>
                        <a:pt x="6397" y="0"/>
                        <a:pt x="14287" y="0"/>
                      </a:cubicBezTo>
                      <a:cubicBezTo>
                        <a:pt x="22178" y="0"/>
                        <a:pt x="28575" y="6397"/>
                        <a:pt x="28575" y="142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61" name="Forme libre : forme 16860">
                  <a:extLst>
                    <a:ext uri="{FF2B5EF4-FFF2-40B4-BE49-F238E27FC236}">
                      <a16:creationId xmlns:a16="http://schemas.microsoft.com/office/drawing/2014/main" id="{50D5A112-4A75-4DC7-9159-51D850DC1A45}"/>
                    </a:ext>
                  </a:extLst>
                </p:cNvPr>
                <p:cNvSpPr/>
                <p:nvPr/>
              </p:nvSpPr>
              <p:spPr>
                <a:xfrm>
                  <a:off x="650371" y="5265610"/>
                  <a:ext cx="13525" cy="13525"/>
                </a:xfrm>
                <a:custGeom>
                  <a:avLst/>
                  <a:gdLst>
                    <a:gd name="connsiteX0" fmla="*/ 13526 w 13525"/>
                    <a:gd name="connsiteY0" fmla="*/ 6763 h 13525"/>
                    <a:gd name="connsiteX1" fmla="*/ 6763 w 13525"/>
                    <a:gd name="connsiteY1" fmla="*/ 13526 h 13525"/>
                    <a:gd name="connsiteX2" fmla="*/ 0 w 13525"/>
                    <a:gd name="connsiteY2" fmla="*/ 6763 h 13525"/>
                    <a:gd name="connsiteX3" fmla="*/ 6763 w 13525"/>
                    <a:gd name="connsiteY3" fmla="*/ 0 h 13525"/>
                    <a:gd name="connsiteX4" fmla="*/ 13526 w 13525"/>
                    <a:gd name="connsiteY4" fmla="*/ 6763 h 13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25" h="13525">
                      <a:moveTo>
                        <a:pt x="13526" y="6763"/>
                      </a:moveTo>
                      <a:cubicBezTo>
                        <a:pt x="13526" y="10498"/>
                        <a:pt x="10498" y="13526"/>
                        <a:pt x="6763" y="13526"/>
                      </a:cubicBezTo>
                      <a:cubicBezTo>
                        <a:pt x="3028" y="13526"/>
                        <a:pt x="0" y="10498"/>
                        <a:pt x="0" y="6763"/>
                      </a:cubicBezTo>
                      <a:cubicBezTo>
                        <a:pt x="0" y="3028"/>
                        <a:pt x="3028" y="0"/>
                        <a:pt x="6763" y="0"/>
                      </a:cubicBezTo>
                      <a:cubicBezTo>
                        <a:pt x="10498" y="0"/>
                        <a:pt x="13526" y="3028"/>
                        <a:pt x="13526" y="67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62" name="Forme libre : forme 16861">
                  <a:extLst>
                    <a:ext uri="{FF2B5EF4-FFF2-40B4-BE49-F238E27FC236}">
                      <a16:creationId xmlns:a16="http://schemas.microsoft.com/office/drawing/2014/main" id="{FE058477-F08A-4DE2-B6A0-0A52C0BE19EF}"/>
                    </a:ext>
                  </a:extLst>
                </p:cNvPr>
                <p:cNvSpPr/>
                <p:nvPr/>
              </p:nvSpPr>
              <p:spPr>
                <a:xfrm>
                  <a:off x="6561300" y="3761898"/>
                  <a:ext cx="1644967" cy="2076354"/>
                </a:xfrm>
                <a:custGeom>
                  <a:avLst/>
                  <a:gdLst>
                    <a:gd name="connsiteX0" fmla="*/ 1590390 w 1644967"/>
                    <a:gd name="connsiteY0" fmla="*/ 385477 h 2076354"/>
                    <a:gd name="connsiteX1" fmla="*/ 1602772 w 1644967"/>
                    <a:gd name="connsiteY1" fmla="*/ 328136 h 2076354"/>
                    <a:gd name="connsiteX2" fmla="*/ 1594295 w 1644967"/>
                    <a:gd name="connsiteY2" fmla="*/ 280130 h 2076354"/>
                    <a:gd name="connsiteX3" fmla="*/ 1638681 w 1644967"/>
                    <a:gd name="connsiteY3" fmla="*/ 209074 h 2076354"/>
                    <a:gd name="connsiteX4" fmla="*/ 1618488 w 1644967"/>
                    <a:gd name="connsiteY4" fmla="*/ 156400 h 2076354"/>
                    <a:gd name="connsiteX5" fmla="*/ 1644968 w 1644967"/>
                    <a:gd name="connsiteY5" fmla="*/ 91916 h 2076354"/>
                    <a:gd name="connsiteX6" fmla="*/ 1606296 w 1644967"/>
                    <a:gd name="connsiteY6" fmla="*/ 16954 h 2076354"/>
                    <a:gd name="connsiteX7" fmla="*/ 1553147 w 1644967"/>
                    <a:gd name="connsiteY7" fmla="*/ 0 h 2076354"/>
                    <a:gd name="connsiteX8" fmla="*/ 1470946 w 1644967"/>
                    <a:gd name="connsiteY8" fmla="*/ 50959 h 2076354"/>
                    <a:gd name="connsiteX9" fmla="*/ 1445419 w 1644967"/>
                    <a:gd name="connsiteY9" fmla="*/ 47530 h 2076354"/>
                    <a:gd name="connsiteX10" fmla="*/ 1347216 w 1644967"/>
                    <a:gd name="connsiteY10" fmla="*/ 145732 h 2076354"/>
                    <a:gd name="connsiteX11" fmla="*/ 1347311 w 1644967"/>
                    <a:gd name="connsiteY11" fmla="*/ 148399 h 2076354"/>
                    <a:gd name="connsiteX12" fmla="*/ 1249204 w 1644967"/>
                    <a:gd name="connsiteY12" fmla="*/ 255937 h 2076354"/>
                    <a:gd name="connsiteX13" fmla="*/ 1190340 w 1644967"/>
                    <a:gd name="connsiteY13" fmla="*/ 324707 h 2076354"/>
                    <a:gd name="connsiteX14" fmla="*/ 1192911 w 1644967"/>
                    <a:gd name="connsiteY14" fmla="*/ 343281 h 2076354"/>
                    <a:gd name="connsiteX15" fmla="*/ 1124903 w 1644967"/>
                    <a:gd name="connsiteY15" fmla="*/ 398145 h 2076354"/>
                    <a:gd name="connsiteX16" fmla="*/ 1078706 w 1644967"/>
                    <a:gd name="connsiteY16" fmla="*/ 391287 h 2076354"/>
                    <a:gd name="connsiteX17" fmla="*/ 919544 w 1644967"/>
                    <a:gd name="connsiteY17" fmla="*/ 550450 h 2076354"/>
                    <a:gd name="connsiteX18" fmla="*/ 922401 w 1644967"/>
                    <a:gd name="connsiteY18" fmla="*/ 580263 h 2076354"/>
                    <a:gd name="connsiteX19" fmla="*/ 895731 w 1644967"/>
                    <a:gd name="connsiteY19" fmla="*/ 576643 h 2076354"/>
                    <a:gd name="connsiteX20" fmla="*/ 794385 w 1644967"/>
                    <a:gd name="connsiteY20" fmla="*/ 677989 h 2076354"/>
                    <a:gd name="connsiteX21" fmla="*/ 804958 w 1644967"/>
                    <a:gd name="connsiteY21" fmla="*/ 722852 h 2076354"/>
                    <a:gd name="connsiteX22" fmla="*/ 778859 w 1644967"/>
                    <a:gd name="connsiteY22" fmla="*/ 767620 h 2076354"/>
                    <a:gd name="connsiteX23" fmla="*/ 745331 w 1644967"/>
                    <a:gd name="connsiteY23" fmla="*/ 763524 h 2076354"/>
                    <a:gd name="connsiteX24" fmla="*/ 601218 w 1644967"/>
                    <a:gd name="connsiteY24" fmla="*/ 907637 h 2076354"/>
                    <a:gd name="connsiteX25" fmla="*/ 601599 w 1644967"/>
                    <a:gd name="connsiteY25" fmla="*/ 914781 h 2076354"/>
                    <a:gd name="connsiteX26" fmla="*/ 554546 w 1644967"/>
                    <a:gd name="connsiteY26" fmla="*/ 899731 h 2076354"/>
                    <a:gd name="connsiteX27" fmla="*/ 473393 w 1644967"/>
                    <a:gd name="connsiteY27" fmla="*/ 973455 h 2076354"/>
                    <a:gd name="connsiteX28" fmla="*/ 440531 w 1644967"/>
                    <a:gd name="connsiteY28" fmla="*/ 969455 h 2076354"/>
                    <a:gd name="connsiteX29" fmla="*/ 300419 w 1644967"/>
                    <a:gd name="connsiteY29" fmla="*/ 1109567 h 2076354"/>
                    <a:gd name="connsiteX30" fmla="*/ 323183 w 1644967"/>
                    <a:gd name="connsiteY30" fmla="*/ 1185958 h 2076354"/>
                    <a:gd name="connsiteX31" fmla="*/ 264795 w 1644967"/>
                    <a:gd name="connsiteY31" fmla="*/ 1170527 h 2076354"/>
                    <a:gd name="connsiteX32" fmla="*/ 151543 w 1644967"/>
                    <a:gd name="connsiteY32" fmla="*/ 1277398 h 2076354"/>
                    <a:gd name="connsiteX33" fmla="*/ 156686 w 1644967"/>
                    <a:gd name="connsiteY33" fmla="*/ 1309402 h 2076354"/>
                    <a:gd name="connsiteX34" fmla="*/ 139637 w 1644967"/>
                    <a:gd name="connsiteY34" fmla="*/ 1308259 h 2076354"/>
                    <a:gd name="connsiteX35" fmla="*/ 0 w 1644967"/>
                    <a:gd name="connsiteY35" fmla="*/ 1475041 h 2076354"/>
                    <a:gd name="connsiteX36" fmla="*/ 0 w 1644967"/>
                    <a:gd name="connsiteY36" fmla="*/ 2076355 h 2076354"/>
                    <a:gd name="connsiteX37" fmla="*/ 1521523 w 1644967"/>
                    <a:gd name="connsiteY37" fmla="*/ 627221 h 2076354"/>
                    <a:gd name="connsiteX38" fmla="*/ 1592771 w 1644967"/>
                    <a:gd name="connsiteY38" fmla="*/ 553593 h 2076354"/>
                    <a:gd name="connsiteX39" fmla="*/ 1587532 w 1644967"/>
                    <a:gd name="connsiteY39" fmla="*/ 518160 h 2076354"/>
                    <a:gd name="connsiteX40" fmla="*/ 1641920 w 1644967"/>
                    <a:gd name="connsiteY40" fmla="*/ 451485 h 2076354"/>
                    <a:gd name="connsiteX41" fmla="*/ 1590390 w 1644967"/>
                    <a:gd name="connsiteY41" fmla="*/ 385477 h 2076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644967" h="2076354">
                      <a:moveTo>
                        <a:pt x="1590390" y="385477"/>
                      </a:moveTo>
                      <a:cubicBezTo>
                        <a:pt x="1598295" y="367951"/>
                        <a:pt x="1602772" y="348615"/>
                        <a:pt x="1602772" y="328136"/>
                      </a:cubicBezTo>
                      <a:cubicBezTo>
                        <a:pt x="1602772" y="311277"/>
                        <a:pt x="1599724" y="295084"/>
                        <a:pt x="1594295" y="280130"/>
                      </a:cubicBezTo>
                      <a:cubicBezTo>
                        <a:pt x="1620584" y="267271"/>
                        <a:pt x="1638681" y="240316"/>
                        <a:pt x="1638681" y="209074"/>
                      </a:cubicBezTo>
                      <a:cubicBezTo>
                        <a:pt x="1638681" y="188785"/>
                        <a:pt x="1630966" y="170402"/>
                        <a:pt x="1618488" y="156400"/>
                      </a:cubicBezTo>
                      <a:cubicBezTo>
                        <a:pt x="1634871" y="139827"/>
                        <a:pt x="1644968" y="117062"/>
                        <a:pt x="1644968" y="91916"/>
                      </a:cubicBezTo>
                      <a:cubicBezTo>
                        <a:pt x="1644968" y="60960"/>
                        <a:pt x="1629728" y="33623"/>
                        <a:pt x="1606296" y="16954"/>
                      </a:cubicBezTo>
                      <a:cubicBezTo>
                        <a:pt x="1591342" y="6286"/>
                        <a:pt x="1572959" y="0"/>
                        <a:pt x="1553147" y="0"/>
                      </a:cubicBezTo>
                      <a:cubicBezTo>
                        <a:pt x="1517142" y="0"/>
                        <a:pt x="1485995" y="20764"/>
                        <a:pt x="1470946" y="50959"/>
                      </a:cubicBezTo>
                      <a:cubicBezTo>
                        <a:pt x="1462754" y="48768"/>
                        <a:pt x="1454277" y="47530"/>
                        <a:pt x="1445419" y="47530"/>
                      </a:cubicBezTo>
                      <a:cubicBezTo>
                        <a:pt x="1391222" y="47530"/>
                        <a:pt x="1347216" y="91535"/>
                        <a:pt x="1347216" y="145732"/>
                      </a:cubicBezTo>
                      <a:cubicBezTo>
                        <a:pt x="1347216" y="146590"/>
                        <a:pt x="1347311" y="147542"/>
                        <a:pt x="1347311" y="148399"/>
                      </a:cubicBezTo>
                      <a:cubicBezTo>
                        <a:pt x="1293305" y="155543"/>
                        <a:pt x="1251490" y="200596"/>
                        <a:pt x="1249204" y="255937"/>
                      </a:cubicBezTo>
                      <a:cubicBezTo>
                        <a:pt x="1215867" y="261175"/>
                        <a:pt x="1190340" y="289941"/>
                        <a:pt x="1190340" y="324707"/>
                      </a:cubicBezTo>
                      <a:cubicBezTo>
                        <a:pt x="1190340" y="331089"/>
                        <a:pt x="1191292" y="337375"/>
                        <a:pt x="1192911" y="343281"/>
                      </a:cubicBezTo>
                      <a:cubicBezTo>
                        <a:pt x="1161669" y="348043"/>
                        <a:pt x="1135952" y="369380"/>
                        <a:pt x="1124903" y="398145"/>
                      </a:cubicBezTo>
                      <a:cubicBezTo>
                        <a:pt x="1110234" y="393668"/>
                        <a:pt x="1094804" y="391287"/>
                        <a:pt x="1078706" y="391287"/>
                      </a:cubicBezTo>
                      <a:cubicBezTo>
                        <a:pt x="990791" y="391287"/>
                        <a:pt x="919544" y="462534"/>
                        <a:pt x="919544" y="550450"/>
                      </a:cubicBezTo>
                      <a:cubicBezTo>
                        <a:pt x="919544" y="560641"/>
                        <a:pt x="920592" y="570547"/>
                        <a:pt x="922401" y="580263"/>
                      </a:cubicBezTo>
                      <a:cubicBezTo>
                        <a:pt x="913924" y="577977"/>
                        <a:pt x="904970" y="576643"/>
                        <a:pt x="895731" y="576643"/>
                      </a:cubicBezTo>
                      <a:cubicBezTo>
                        <a:pt x="839724" y="576643"/>
                        <a:pt x="794385" y="621982"/>
                        <a:pt x="794385" y="677989"/>
                      </a:cubicBezTo>
                      <a:cubicBezTo>
                        <a:pt x="794385" y="694087"/>
                        <a:pt x="798290" y="709327"/>
                        <a:pt x="804958" y="722852"/>
                      </a:cubicBezTo>
                      <a:cubicBezTo>
                        <a:pt x="790575" y="733044"/>
                        <a:pt x="780669" y="749141"/>
                        <a:pt x="778859" y="767620"/>
                      </a:cubicBezTo>
                      <a:cubicBezTo>
                        <a:pt x="768096" y="765048"/>
                        <a:pt x="756857" y="763524"/>
                        <a:pt x="745331" y="763524"/>
                      </a:cubicBezTo>
                      <a:cubicBezTo>
                        <a:pt x="665702" y="763524"/>
                        <a:pt x="601218" y="828008"/>
                        <a:pt x="601218" y="907637"/>
                      </a:cubicBezTo>
                      <a:cubicBezTo>
                        <a:pt x="601218" y="910018"/>
                        <a:pt x="601504" y="912400"/>
                        <a:pt x="601599" y="914781"/>
                      </a:cubicBezTo>
                      <a:cubicBezTo>
                        <a:pt x="588264" y="905351"/>
                        <a:pt x="572072" y="899731"/>
                        <a:pt x="554546" y="899731"/>
                      </a:cubicBezTo>
                      <a:cubicBezTo>
                        <a:pt x="512159" y="899731"/>
                        <a:pt x="477298" y="932116"/>
                        <a:pt x="473393" y="973455"/>
                      </a:cubicBezTo>
                      <a:cubicBezTo>
                        <a:pt x="462820" y="970883"/>
                        <a:pt x="451866" y="969455"/>
                        <a:pt x="440531" y="969455"/>
                      </a:cubicBezTo>
                      <a:cubicBezTo>
                        <a:pt x="363093" y="969455"/>
                        <a:pt x="300419" y="1032224"/>
                        <a:pt x="300419" y="1109567"/>
                      </a:cubicBezTo>
                      <a:cubicBezTo>
                        <a:pt x="300419" y="1137761"/>
                        <a:pt x="308800" y="1163955"/>
                        <a:pt x="323183" y="1185958"/>
                      </a:cubicBezTo>
                      <a:cubicBezTo>
                        <a:pt x="306134" y="1176242"/>
                        <a:pt x="286226" y="1170527"/>
                        <a:pt x="264795" y="1170527"/>
                      </a:cubicBezTo>
                      <a:cubicBezTo>
                        <a:pt x="202216" y="1170527"/>
                        <a:pt x="151543" y="1218343"/>
                        <a:pt x="151543" y="1277398"/>
                      </a:cubicBezTo>
                      <a:cubicBezTo>
                        <a:pt x="151543" y="1288542"/>
                        <a:pt x="153353" y="1299305"/>
                        <a:pt x="156686" y="1309402"/>
                      </a:cubicBezTo>
                      <a:cubicBezTo>
                        <a:pt x="151066" y="1308735"/>
                        <a:pt x="145447" y="1308259"/>
                        <a:pt x="139637" y="1308259"/>
                      </a:cubicBezTo>
                      <a:cubicBezTo>
                        <a:pt x="56960" y="1308259"/>
                        <a:pt x="0" y="1384078"/>
                        <a:pt x="0" y="1475041"/>
                      </a:cubicBezTo>
                      <a:lnTo>
                        <a:pt x="0" y="2076355"/>
                      </a:lnTo>
                      <a:lnTo>
                        <a:pt x="1521523" y="627221"/>
                      </a:lnTo>
                      <a:cubicBezTo>
                        <a:pt x="1570101" y="596646"/>
                        <a:pt x="1588580" y="579691"/>
                        <a:pt x="1592771" y="553593"/>
                      </a:cubicBezTo>
                      <a:cubicBezTo>
                        <a:pt x="1594771" y="540925"/>
                        <a:pt x="1592580" y="528923"/>
                        <a:pt x="1587532" y="518160"/>
                      </a:cubicBezTo>
                      <a:cubicBezTo>
                        <a:pt x="1618583" y="511778"/>
                        <a:pt x="1641920" y="484346"/>
                        <a:pt x="1641920" y="451485"/>
                      </a:cubicBezTo>
                      <a:cubicBezTo>
                        <a:pt x="1641824" y="419576"/>
                        <a:pt x="1619917" y="392906"/>
                        <a:pt x="1590390" y="385477"/>
                      </a:cubicBezTo>
                      <a:close/>
                    </a:path>
                  </a:pathLst>
                </a:custGeom>
                <a:solidFill>
                  <a:srgbClr val="E5CD6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63" name="Forme libre : forme 16862">
                  <a:extLst>
                    <a:ext uri="{FF2B5EF4-FFF2-40B4-BE49-F238E27FC236}">
                      <a16:creationId xmlns:a16="http://schemas.microsoft.com/office/drawing/2014/main" id="{14BF4AC8-F9E7-4F41-8A4D-5261D6408F12}"/>
                    </a:ext>
                  </a:extLst>
                </p:cNvPr>
                <p:cNvSpPr/>
                <p:nvPr/>
              </p:nvSpPr>
              <p:spPr>
                <a:xfrm>
                  <a:off x="6561395" y="3761898"/>
                  <a:ext cx="1644967" cy="2076354"/>
                </a:xfrm>
                <a:custGeom>
                  <a:avLst/>
                  <a:gdLst>
                    <a:gd name="connsiteX0" fmla="*/ 0 w 1644967"/>
                    <a:gd name="connsiteY0" fmla="*/ 2076355 h 2076354"/>
                    <a:gd name="connsiteX1" fmla="*/ 1521428 w 1644967"/>
                    <a:gd name="connsiteY1" fmla="*/ 627221 h 2076354"/>
                    <a:gd name="connsiteX2" fmla="*/ 1592676 w 1644967"/>
                    <a:gd name="connsiteY2" fmla="*/ 553593 h 2076354"/>
                    <a:gd name="connsiteX3" fmla="*/ 1587436 w 1644967"/>
                    <a:gd name="connsiteY3" fmla="*/ 518160 h 2076354"/>
                    <a:gd name="connsiteX4" fmla="*/ 1641824 w 1644967"/>
                    <a:gd name="connsiteY4" fmla="*/ 451485 h 2076354"/>
                    <a:gd name="connsiteX5" fmla="*/ 1590390 w 1644967"/>
                    <a:gd name="connsiteY5" fmla="*/ 385477 h 2076354"/>
                    <a:gd name="connsiteX6" fmla="*/ 1602772 w 1644967"/>
                    <a:gd name="connsiteY6" fmla="*/ 328136 h 2076354"/>
                    <a:gd name="connsiteX7" fmla="*/ 1594295 w 1644967"/>
                    <a:gd name="connsiteY7" fmla="*/ 280130 h 2076354"/>
                    <a:gd name="connsiteX8" fmla="*/ 1638681 w 1644967"/>
                    <a:gd name="connsiteY8" fmla="*/ 209074 h 2076354"/>
                    <a:gd name="connsiteX9" fmla="*/ 1618488 w 1644967"/>
                    <a:gd name="connsiteY9" fmla="*/ 156400 h 2076354"/>
                    <a:gd name="connsiteX10" fmla="*/ 1644968 w 1644967"/>
                    <a:gd name="connsiteY10" fmla="*/ 91916 h 2076354"/>
                    <a:gd name="connsiteX11" fmla="*/ 1606296 w 1644967"/>
                    <a:gd name="connsiteY11" fmla="*/ 16954 h 2076354"/>
                    <a:gd name="connsiteX12" fmla="*/ 1553147 w 1644967"/>
                    <a:gd name="connsiteY12" fmla="*/ 0 h 2076354"/>
                    <a:gd name="connsiteX13" fmla="*/ 1470946 w 1644967"/>
                    <a:gd name="connsiteY13" fmla="*/ 50959 h 2076354"/>
                    <a:gd name="connsiteX14" fmla="*/ 1445419 w 1644967"/>
                    <a:gd name="connsiteY14" fmla="*/ 47530 h 2076354"/>
                    <a:gd name="connsiteX15" fmla="*/ 1347216 w 1644967"/>
                    <a:gd name="connsiteY15" fmla="*/ 145732 h 2076354"/>
                    <a:gd name="connsiteX16" fmla="*/ 1347311 w 1644967"/>
                    <a:gd name="connsiteY16" fmla="*/ 148399 h 2076354"/>
                    <a:gd name="connsiteX17" fmla="*/ 1249204 w 1644967"/>
                    <a:gd name="connsiteY17" fmla="*/ 255937 h 2076354"/>
                    <a:gd name="connsiteX18" fmla="*/ 1190340 w 1644967"/>
                    <a:gd name="connsiteY18" fmla="*/ 324707 h 2076354"/>
                    <a:gd name="connsiteX19" fmla="*/ 1192911 w 1644967"/>
                    <a:gd name="connsiteY19" fmla="*/ 343281 h 2076354"/>
                    <a:gd name="connsiteX20" fmla="*/ 1124902 w 1644967"/>
                    <a:gd name="connsiteY20" fmla="*/ 398145 h 2076354"/>
                    <a:gd name="connsiteX21" fmla="*/ 1078706 w 1644967"/>
                    <a:gd name="connsiteY21" fmla="*/ 391287 h 2076354"/>
                    <a:gd name="connsiteX22" fmla="*/ 919543 w 1644967"/>
                    <a:gd name="connsiteY22" fmla="*/ 550450 h 2076354"/>
                    <a:gd name="connsiteX23" fmla="*/ 922401 w 1644967"/>
                    <a:gd name="connsiteY23" fmla="*/ 580263 h 2076354"/>
                    <a:gd name="connsiteX24" fmla="*/ 895731 w 1644967"/>
                    <a:gd name="connsiteY24" fmla="*/ 576643 h 2076354"/>
                    <a:gd name="connsiteX25" fmla="*/ 794385 w 1644967"/>
                    <a:gd name="connsiteY25" fmla="*/ 677989 h 2076354"/>
                    <a:gd name="connsiteX26" fmla="*/ 804958 w 1644967"/>
                    <a:gd name="connsiteY26" fmla="*/ 722852 h 2076354"/>
                    <a:gd name="connsiteX27" fmla="*/ 778859 w 1644967"/>
                    <a:gd name="connsiteY27" fmla="*/ 767620 h 2076354"/>
                    <a:gd name="connsiteX28" fmla="*/ 745331 w 1644967"/>
                    <a:gd name="connsiteY28" fmla="*/ 763524 h 2076354"/>
                    <a:gd name="connsiteX29" fmla="*/ 601218 w 1644967"/>
                    <a:gd name="connsiteY29" fmla="*/ 907637 h 2076354"/>
                    <a:gd name="connsiteX30" fmla="*/ 601599 w 1644967"/>
                    <a:gd name="connsiteY30" fmla="*/ 914781 h 2076354"/>
                    <a:gd name="connsiteX31" fmla="*/ 554546 w 1644967"/>
                    <a:gd name="connsiteY31" fmla="*/ 899731 h 2076354"/>
                    <a:gd name="connsiteX32" fmla="*/ 473393 w 1644967"/>
                    <a:gd name="connsiteY32" fmla="*/ 973455 h 2076354"/>
                    <a:gd name="connsiteX33" fmla="*/ 440531 w 1644967"/>
                    <a:gd name="connsiteY33" fmla="*/ 969455 h 2076354"/>
                    <a:gd name="connsiteX34" fmla="*/ 300418 w 1644967"/>
                    <a:gd name="connsiteY34" fmla="*/ 1109567 h 2076354"/>
                    <a:gd name="connsiteX35" fmla="*/ 323183 w 1644967"/>
                    <a:gd name="connsiteY35" fmla="*/ 1185958 h 2076354"/>
                    <a:gd name="connsiteX36" fmla="*/ 264795 w 1644967"/>
                    <a:gd name="connsiteY36" fmla="*/ 1170527 h 2076354"/>
                    <a:gd name="connsiteX37" fmla="*/ 151543 w 1644967"/>
                    <a:gd name="connsiteY37" fmla="*/ 1277398 h 2076354"/>
                    <a:gd name="connsiteX38" fmla="*/ 156686 w 1644967"/>
                    <a:gd name="connsiteY38" fmla="*/ 1309402 h 2076354"/>
                    <a:gd name="connsiteX39" fmla="*/ 139636 w 1644967"/>
                    <a:gd name="connsiteY39" fmla="*/ 1308259 h 2076354"/>
                    <a:gd name="connsiteX40" fmla="*/ 0 w 1644967"/>
                    <a:gd name="connsiteY40" fmla="*/ 1475041 h 2076354"/>
                    <a:gd name="connsiteX41" fmla="*/ 0 w 1644967"/>
                    <a:gd name="connsiteY41" fmla="*/ 1547908 h 2076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644967" h="2076354">
                      <a:moveTo>
                        <a:pt x="0" y="2076355"/>
                      </a:moveTo>
                      <a:lnTo>
                        <a:pt x="1521428" y="627221"/>
                      </a:lnTo>
                      <a:cubicBezTo>
                        <a:pt x="1570006" y="596646"/>
                        <a:pt x="1588484" y="579691"/>
                        <a:pt x="1592676" y="553593"/>
                      </a:cubicBezTo>
                      <a:cubicBezTo>
                        <a:pt x="1594675" y="540925"/>
                        <a:pt x="1592485" y="528923"/>
                        <a:pt x="1587436" y="518160"/>
                      </a:cubicBezTo>
                      <a:cubicBezTo>
                        <a:pt x="1618488" y="511778"/>
                        <a:pt x="1641824" y="484346"/>
                        <a:pt x="1641824" y="451485"/>
                      </a:cubicBezTo>
                      <a:cubicBezTo>
                        <a:pt x="1641824" y="419671"/>
                        <a:pt x="1619917" y="393001"/>
                        <a:pt x="1590390" y="385477"/>
                      </a:cubicBezTo>
                      <a:cubicBezTo>
                        <a:pt x="1598295" y="367951"/>
                        <a:pt x="1602772" y="348615"/>
                        <a:pt x="1602772" y="328136"/>
                      </a:cubicBezTo>
                      <a:cubicBezTo>
                        <a:pt x="1602772" y="311277"/>
                        <a:pt x="1599724" y="295084"/>
                        <a:pt x="1594295" y="280130"/>
                      </a:cubicBezTo>
                      <a:cubicBezTo>
                        <a:pt x="1620584" y="267271"/>
                        <a:pt x="1638681" y="240316"/>
                        <a:pt x="1638681" y="209074"/>
                      </a:cubicBezTo>
                      <a:cubicBezTo>
                        <a:pt x="1638681" y="188785"/>
                        <a:pt x="1630966" y="170402"/>
                        <a:pt x="1618488" y="156400"/>
                      </a:cubicBezTo>
                      <a:cubicBezTo>
                        <a:pt x="1634871" y="139827"/>
                        <a:pt x="1644968" y="117062"/>
                        <a:pt x="1644968" y="91916"/>
                      </a:cubicBezTo>
                      <a:cubicBezTo>
                        <a:pt x="1644968" y="60960"/>
                        <a:pt x="1629727" y="33623"/>
                        <a:pt x="1606296" y="16954"/>
                      </a:cubicBezTo>
                      <a:cubicBezTo>
                        <a:pt x="1591342" y="6286"/>
                        <a:pt x="1572959" y="0"/>
                        <a:pt x="1553147" y="0"/>
                      </a:cubicBezTo>
                      <a:cubicBezTo>
                        <a:pt x="1517142" y="0"/>
                        <a:pt x="1485995" y="20764"/>
                        <a:pt x="1470946" y="50959"/>
                      </a:cubicBezTo>
                      <a:cubicBezTo>
                        <a:pt x="1462754" y="48768"/>
                        <a:pt x="1454277" y="47530"/>
                        <a:pt x="1445419" y="47530"/>
                      </a:cubicBezTo>
                      <a:cubicBezTo>
                        <a:pt x="1391222" y="47530"/>
                        <a:pt x="1347216" y="91535"/>
                        <a:pt x="1347216" y="145732"/>
                      </a:cubicBezTo>
                      <a:cubicBezTo>
                        <a:pt x="1347216" y="146590"/>
                        <a:pt x="1347311" y="147542"/>
                        <a:pt x="1347311" y="148399"/>
                      </a:cubicBezTo>
                      <a:cubicBezTo>
                        <a:pt x="1293305" y="155543"/>
                        <a:pt x="1251490" y="200596"/>
                        <a:pt x="1249204" y="255937"/>
                      </a:cubicBezTo>
                      <a:cubicBezTo>
                        <a:pt x="1215867" y="261175"/>
                        <a:pt x="1190340" y="289941"/>
                        <a:pt x="1190340" y="324707"/>
                      </a:cubicBezTo>
                      <a:cubicBezTo>
                        <a:pt x="1190340" y="331089"/>
                        <a:pt x="1191292" y="337375"/>
                        <a:pt x="1192911" y="343281"/>
                      </a:cubicBezTo>
                      <a:cubicBezTo>
                        <a:pt x="1161669" y="348043"/>
                        <a:pt x="1135952" y="369380"/>
                        <a:pt x="1124902" y="398145"/>
                      </a:cubicBezTo>
                      <a:cubicBezTo>
                        <a:pt x="1110234" y="393668"/>
                        <a:pt x="1094804" y="391287"/>
                        <a:pt x="1078706" y="391287"/>
                      </a:cubicBezTo>
                      <a:cubicBezTo>
                        <a:pt x="990791" y="391287"/>
                        <a:pt x="919543" y="462534"/>
                        <a:pt x="919543" y="550450"/>
                      </a:cubicBezTo>
                      <a:cubicBezTo>
                        <a:pt x="919543" y="560641"/>
                        <a:pt x="920592" y="570547"/>
                        <a:pt x="922401" y="580263"/>
                      </a:cubicBezTo>
                      <a:cubicBezTo>
                        <a:pt x="913924" y="577977"/>
                        <a:pt x="904970" y="576643"/>
                        <a:pt x="895731" y="576643"/>
                      </a:cubicBezTo>
                      <a:cubicBezTo>
                        <a:pt x="839724" y="576643"/>
                        <a:pt x="794385" y="621982"/>
                        <a:pt x="794385" y="677989"/>
                      </a:cubicBezTo>
                      <a:cubicBezTo>
                        <a:pt x="794385" y="694087"/>
                        <a:pt x="798290" y="709327"/>
                        <a:pt x="804958" y="722852"/>
                      </a:cubicBezTo>
                      <a:cubicBezTo>
                        <a:pt x="790575" y="733044"/>
                        <a:pt x="780669" y="749141"/>
                        <a:pt x="778859" y="767620"/>
                      </a:cubicBezTo>
                      <a:cubicBezTo>
                        <a:pt x="768096" y="765048"/>
                        <a:pt x="756857" y="763524"/>
                        <a:pt x="745331" y="763524"/>
                      </a:cubicBezTo>
                      <a:cubicBezTo>
                        <a:pt x="665702" y="763524"/>
                        <a:pt x="601218" y="828008"/>
                        <a:pt x="601218" y="907637"/>
                      </a:cubicBezTo>
                      <a:cubicBezTo>
                        <a:pt x="601218" y="910018"/>
                        <a:pt x="601504" y="912400"/>
                        <a:pt x="601599" y="914781"/>
                      </a:cubicBezTo>
                      <a:cubicBezTo>
                        <a:pt x="588264" y="905351"/>
                        <a:pt x="572072" y="899731"/>
                        <a:pt x="554546" y="899731"/>
                      </a:cubicBezTo>
                      <a:cubicBezTo>
                        <a:pt x="512159" y="899731"/>
                        <a:pt x="477298" y="932116"/>
                        <a:pt x="473393" y="973455"/>
                      </a:cubicBezTo>
                      <a:cubicBezTo>
                        <a:pt x="462820" y="970883"/>
                        <a:pt x="451866" y="969455"/>
                        <a:pt x="440531" y="969455"/>
                      </a:cubicBezTo>
                      <a:cubicBezTo>
                        <a:pt x="363093" y="969455"/>
                        <a:pt x="300418" y="1032224"/>
                        <a:pt x="300418" y="1109567"/>
                      </a:cubicBezTo>
                      <a:cubicBezTo>
                        <a:pt x="300418" y="1137761"/>
                        <a:pt x="308800" y="1163955"/>
                        <a:pt x="323183" y="1185958"/>
                      </a:cubicBezTo>
                      <a:cubicBezTo>
                        <a:pt x="306134" y="1176242"/>
                        <a:pt x="286226" y="1170527"/>
                        <a:pt x="264795" y="1170527"/>
                      </a:cubicBezTo>
                      <a:cubicBezTo>
                        <a:pt x="202216" y="1170527"/>
                        <a:pt x="151543" y="1218343"/>
                        <a:pt x="151543" y="1277398"/>
                      </a:cubicBezTo>
                      <a:cubicBezTo>
                        <a:pt x="151543" y="1288542"/>
                        <a:pt x="153352" y="1299305"/>
                        <a:pt x="156686" y="1309402"/>
                      </a:cubicBezTo>
                      <a:cubicBezTo>
                        <a:pt x="151066" y="1308735"/>
                        <a:pt x="145447" y="1308259"/>
                        <a:pt x="139636" y="1308259"/>
                      </a:cubicBezTo>
                      <a:cubicBezTo>
                        <a:pt x="56959" y="1308259"/>
                        <a:pt x="0" y="1384078"/>
                        <a:pt x="0" y="1475041"/>
                      </a:cubicBezTo>
                      <a:lnTo>
                        <a:pt x="0" y="1547908"/>
                      </a:lnTo>
                    </a:path>
                  </a:pathLst>
                </a:custGeom>
                <a:noFill/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64" name="Forme libre : forme 16863">
                  <a:extLst>
                    <a:ext uri="{FF2B5EF4-FFF2-40B4-BE49-F238E27FC236}">
                      <a16:creationId xmlns:a16="http://schemas.microsoft.com/office/drawing/2014/main" id="{3BBD5AE5-0EE0-479C-9E73-687BE91419F3}"/>
                    </a:ext>
                  </a:extLst>
                </p:cNvPr>
                <p:cNvSpPr/>
                <p:nvPr/>
              </p:nvSpPr>
              <p:spPr>
                <a:xfrm>
                  <a:off x="493977" y="5739764"/>
                  <a:ext cx="34569" cy="92392"/>
                </a:xfrm>
                <a:custGeom>
                  <a:avLst/>
                  <a:gdLst>
                    <a:gd name="connsiteX0" fmla="*/ 6851 w 34569"/>
                    <a:gd name="connsiteY0" fmla="*/ 0 h 92392"/>
                    <a:gd name="connsiteX1" fmla="*/ 10471 w 34569"/>
                    <a:gd name="connsiteY1" fmla="*/ 47054 h 92392"/>
                    <a:gd name="connsiteX2" fmla="*/ 16853 w 34569"/>
                    <a:gd name="connsiteY2" fmla="*/ 73438 h 92392"/>
                    <a:gd name="connsiteX3" fmla="*/ 34569 w 34569"/>
                    <a:gd name="connsiteY3" fmla="*/ 92393 h 92392"/>
                    <a:gd name="connsiteX4" fmla="*/ 660 w 34569"/>
                    <a:gd name="connsiteY4" fmla="*/ 66866 h 92392"/>
                    <a:gd name="connsiteX5" fmla="*/ 8757 w 34569"/>
                    <a:gd name="connsiteY5" fmla="*/ 33814 h 92392"/>
                    <a:gd name="connsiteX6" fmla="*/ 6851 w 34569"/>
                    <a:gd name="connsiteY6" fmla="*/ 0 h 92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569" h="92392">
                      <a:moveTo>
                        <a:pt x="6851" y="0"/>
                      </a:moveTo>
                      <a:cubicBezTo>
                        <a:pt x="6089" y="15716"/>
                        <a:pt x="8185" y="31433"/>
                        <a:pt x="10471" y="47054"/>
                      </a:cubicBezTo>
                      <a:cubicBezTo>
                        <a:pt x="11805" y="56007"/>
                        <a:pt x="13233" y="65151"/>
                        <a:pt x="16853" y="73438"/>
                      </a:cubicBezTo>
                      <a:cubicBezTo>
                        <a:pt x="20472" y="81629"/>
                        <a:pt x="26378" y="88583"/>
                        <a:pt x="34569" y="92393"/>
                      </a:cubicBezTo>
                      <a:cubicBezTo>
                        <a:pt x="17900" y="89916"/>
                        <a:pt x="-4102" y="88964"/>
                        <a:pt x="660" y="66866"/>
                      </a:cubicBezTo>
                      <a:cubicBezTo>
                        <a:pt x="3041" y="55626"/>
                        <a:pt x="7613" y="45625"/>
                        <a:pt x="8757" y="33814"/>
                      </a:cubicBezTo>
                      <a:cubicBezTo>
                        <a:pt x="9804" y="22384"/>
                        <a:pt x="6375" y="11145"/>
                        <a:pt x="6851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65" name="Forme libre : forme 16864">
                  <a:extLst>
                    <a:ext uri="{FF2B5EF4-FFF2-40B4-BE49-F238E27FC236}">
                      <a16:creationId xmlns:a16="http://schemas.microsoft.com/office/drawing/2014/main" id="{C3C570E9-17A0-44B7-8456-911E71BC4F7B}"/>
                    </a:ext>
                  </a:extLst>
                </p:cNvPr>
                <p:cNvSpPr/>
                <p:nvPr/>
              </p:nvSpPr>
              <p:spPr>
                <a:xfrm>
                  <a:off x="678279" y="5470112"/>
                  <a:ext cx="208025" cy="170307"/>
                </a:xfrm>
                <a:custGeom>
                  <a:avLst/>
                  <a:gdLst>
                    <a:gd name="connsiteX0" fmla="*/ 176022 w 208025"/>
                    <a:gd name="connsiteY0" fmla="*/ 72962 h 170307"/>
                    <a:gd name="connsiteX1" fmla="*/ 161163 w 208025"/>
                    <a:gd name="connsiteY1" fmla="*/ 91154 h 170307"/>
                    <a:gd name="connsiteX2" fmla="*/ 82486 w 208025"/>
                    <a:gd name="connsiteY2" fmla="*/ 119729 h 170307"/>
                    <a:gd name="connsiteX3" fmla="*/ 0 w 208025"/>
                    <a:gd name="connsiteY3" fmla="*/ 100299 h 170307"/>
                    <a:gd name="connsiteX4" fmla="*/ 119729 w 208025"/>
                    <a:gd name="connsiteY4" fmla="*/ 124683 h 170307"/>
                    <a:gd name="connsiteX5" fmla="*/ 151543 w 208025"/>
                    <a:gd name="connsiteY5" fmla="*/ 121539 h 170307"/>
                    <a:gd name="connsiteX6" fmla="*/ 165354 w 208025"/>
                    <a:gd name="connsiteY6" fmla="*/ 131255 h 170307"/>
                    <a:gd name="connsiteX7" fmla="*/ 208026 w 208025"/>
                    <a:gd name="connsiteY7" fmla="*/ 170307 h 170307"/>
                    <a:gd name="connsiteX8" fmla="*/ 183928 w 208025"/>
                    <a:gd name="connsiteY8" fmla="*/ 131159 h 170307"/>
                    <a:gd name="connsiteX9" fmla="*/ 175831 w 208025"/>
                    <a:gd name="connsiteY9" fmla="*/ 111347 h 170307"/>
                    <a:gd name="connsiteX10" fmla="*/ 191357 w 208025"/>
                    <a:gd name="connsiteY10" fmla="*/ 74676 h 170307"/>
                    <a:gd name="connsiteX11" fmla="*/ 191738 w 208025"/>
                    <a:gd name="connsiteY11" fmla="*/ 34671 h 170307"/>
                    <a:gd name="connsiteX12" fmla="*/ 174403 w 208025"/>
                    <a:gd name="connsiteY12" fmla="*/ 0 h 170307"/>
                    <a:gd name="connsiteX13" fmla="*/ 176022 w 208025"/>
                    <a:gd name="connsiteY13" fmla="*/ 72962 h 17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08025" h="170307">
                      <a:moveTo>
                        <a:pt x="176022" y="72962"/>
                      </a:moveTo>
                      <a:cubicBezTo>
                        <a:pt x="172307" y="79915"/>
                        <a:pt x="167068" y="85916"/>
                        <a:pt x="161163" y="91154"/>
                      </a:cubicBezTo>
                      <a:cubicBezTo>
                        <a:pt x="139922" y="110109"/>
                        <a:pt x="111061" y="119349"/>
                        <a:pt x="82486" y="119729"/>
                      </a:cubicBezTo>
                      <a:cubicBezTo>
                        <a:pt x="54007" y="120111"/>
                        <a:pt x="25813" y="112300"/>
                        <a:pt x="0" y="100299"/>
                      </a:cubicBezTo>
                      <a:cubicBezTo>
                        <a:pt x="33147" y="126397"/>
                        <a:pt x="78962" y="135731"/>
                        <a:pt x="119729" y="124683"/>
                      </a:cubicBezTo>
                      <a:cubicBezTo>
                        <a:pt x="130207" y="121825"/>
                        <a:pt x="141351" y="117729"/>
                        <a:pt x="151543" y="121539"/>
                      </a:cubicBezTo>
                      <a:cubicBezTo>
                        <a:pt x="156877" y="123540"/>
                        <a:pt x="161163" y="127445"/>
                        <a:pt x="165354" y="131255"/>
                      </a:cubicBezTo>
                      <a:cubicBezTo>
                        <a:pt x="179546" y="144304"/>
                        <a:pt x="193834" y="157258"/>
                        <a:pt x="208026" y="170307"/>
                      </a:cubicBezTo>
                      <a:cubicBezTo>
                        <a:pt x="200025" y="157258"/>
                        <a:pt x="192024" y="144209"/>
                        <a:pt x="183928" y="131159"/>
                      </a:cubicBezTo>
                      <a:cubicBezTo>
                        <a:pt x="180118" y="125063"/>
                        <a:pt x="176308" y="118586"/>
                        <a:pt x="175831" y="111347"/>
                      </a:cubicBezTo>
                      <a:cubicBezTo>
                        <a:pt x="175069" y="97917"/>
                        <a:pt x="186118" y="87154"/>
                        <a:pt x="191357" y="74676"/>
                      </a:cubicBezTo>
                      <a:cubicBezTo>
                        <a:pt x="196596" y="62103"/>
                        <a:pt x="195739" y="47720"/>
                        <a:pt x="191738" y="34671"/>
                      </a:cubicBezTo>
                      <a:cubicBezTo>
                        <a:pt x="188023" y="22670"/>
                        <a:pt x="182023" y="10002"/>
                        <a:pt x="174403" y="0"/>
                      </a:cubicBezTo>
                      <a:cubicBezTo>
                        <a:pt x="178498" y="24670"/>
                        <a:pt x="188881" y="48768"/>
                        <a:pt x="176022" y="7296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66" name="Forme libre : forme 16865">
                  <a:extLst>
                    <a:ext uri="{FF2B5EF4-FFF2-40B4-BE49-F238E27FC236}">
                      <a16:creationId xmlns:a16="http://schemas.microsoft.com/office/drawing/2014/main" id="{CD5CE1E9-3AC9-482D-A96C-8FE109839ACC}"/>
                    </a:ext>
                  </a:extLst>
                </p:cNvPr>
                <p:cNvSpPr/>
                <p:nvPr/>
              </p:nvSpPr>
              <p:spPr>
                <a:xfrm>
                  <a:off x="620653" y="5706332"/>
                  <a:ext cx="174021" cy="52838"/>
                </a:xfrm>
                <a:custGeom>
                  <a:avLst/>
                  <a:gdLst>
                    <a:gd name="connsiteX0" fmla="*/ 50006 w 174021"/>
                    <a:gd name="connsiteY0" fmla="*/ 50863 h 52838"/>
                    <a:gd name="connsiteX1" fmla="*/ 87154 w 174021"/>
                    <a:gd name="connsiteY1" fmla="*/ 0 h 52838"/>
                    <a:gd name="connsiteX2" fmla="*/ 126873 w 174021"/>
                    <a:gd name="connsiteY2" fmla="*/ 23717 h 52838"/>
                    <a:gd name="connsiteX3" fmla="*/ 174022 w 174021"/>
                    <a:gd name="connsiteY3" fmla="*/ 11049 h 52838"/>
                    <a:gd name="connsiteX4" fmla="*/ 163735 w 174021"/>
                    <a:gd name="connsiteY4" fmla="*/ 24955 h 52838"/>
                    <a:gd name="connsiteX5" fmla="*/ 146304 w 174021"/>
                    <a:gd name="connsiteY5" fmla="*/ 29337 h 52838"/>
                    <a:gd name="connsiteX6" fmla="*/ 93345 w 174021"/>
                    <a:gd name="connsiteY6" fmla="*/ 18955 h 52838"/>
                    <a:gd name="connsiteX7" fmla="*/ 78867 w 174021"/>
                    <a:gd name="connsiteY7" fmla="*/ 39052 h 52838"/>
                    <a:gd name="connsiteX8" fmla="*/ 54864 w 174021"/>
                    <a:gd name="connsiteY8" fmla="*/ 47530 h 52838"/>
                    <a:gd name="connsiteX9" fmla="*/ 20193 w 174021"/>
                    <a:gd name="connsiteY9" fmla="*/ 52388 h 52838"/>
                    <a:gd name="connsiteX10" fmla="*/ 0 w 174021"/>
                    <a:gd name="connsiteY10" fmla="*/ 42576 h 52838"/>
                    <a:gd name="connsiteX11" fmla="*/ 50006 w 174021"/>
                    <a:gd name="connsiteY11" fmla="*/ 50863 h 52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4021" h="52838">
                      <a:moveTo>
                        <a:pt x="50006" y="50863"/>
                      </a:moveTo>
                      <a:cubicBezTo>
                        <a:pt x="71914" y="44672"/>
                        <a:pt x="89059" y="22669"/>
                        <a:pt x="87154" y="0"/>
                      </a:cubicBezTo>
                      <a:cubicBezTo>
                        <a:pt x="92964" y="15335"/>
                        <a:pt x="110490" y="23622"/>
                        <a:pt x="126873" y="23717"/>
                      </a:cubicBezTo>
                      <a:cubicBezTo>
                        <a:pt x="143256" y="23813"/>
                        <a:pt x="158877" y="17335"/>
                        <a:pt x="174022" y="11049"/>
                      </a:cubicBezTo>
                      <a:cubicBezTo>
                        <a:pt x="173641" y="17050"/>
                        <a:pt x="169069" y="22193"/>
                        <a:pt x="163735" y="24955"/>
                      </a:cubicBezTo>
                      <a:cubicBezTo>
                        <a:pt x="158401" y="27717"/>
                        <a:pt x="152305" y="28575"/>
                        <a:pt x="146304" y="29337"/>
                      </a:cubicBezTo>
                      <a:cubicBezTo>
                        <a:pt x="127635" y="31813"/>
                        <a:pt x="105632" y="33147"/>
                        <a:pt x="93345" y="18955"/>
                      </a:cubicBezTo>
                      <a:cubicBezTo>
                        <a:pt x="92392" y="27431"/>
                        <a:pt x="86201" y="34575"/>
                        <a:pt x="78867" y="39052"/>
                      </a:cubicBezTo>
                      <a:cubicBezTo>
                        <a:pt x="71533" y="43434"/>
                        <a:pt x="63151" y="45529"/>
                        <a:pt x="54864" y="47530"/>
                      </a:cubicBezTo>
                      <a:cubicBezTo>
                        <a:pt x="43529" y="50292"/>
                        <a:pt x="31909" y="53054"/>
                        <a:pt x="20193" y="52388"/>
                      </a:cubicBezTo>
                      <a:cubicBezTo>
                        <a:pt x="13716" y="52006"/>
                        <a:pt x="190" y="50768"/>
                        <a:pt x="0" y="42576"/>
                      </a:cubicBezTo>
                      <a:cubicBezTo>
                        <a:pt x="15716" y="50863"/>
                        <a:pt x="32480" y="55816"/>
                        <a:pt x="50006" y="5086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67" name="Forme libre : forme 16866">
                  <a:extLst>
                    <a:ext uri="{FF2B5EF4-FFF2-40B4-BE49-F238E27FC236}">
                      <a16:creationId xmlns:a16="http://schemas.microsoft.com/office/drawing/2014/main" id="{059BAF3A-0223-4010-9B95-6E55A4F44FF3}"/>
                    </a:ext>
                  </a:extLst>
                </p:cNvPr>
                <p:cNvSpPr/>
                <p:nvPr/>
              </p:nvSpPr>
              <p:spPr>
                <a:xfrm>
                  <a:off x="927548" y="5421439"/>
                  <a:ext cx="276095" cy="278034"/>
                </a:xfrm>
                <a:custGeom>
                  <a:avLst/>
                  <a:gdLst>
                    <a:gd name="connsiteX0" fmla="*/ 191929 w 276095"/>
                    <a:gd name="connsiteY0" fmla="*/ 104584 h 278034"/>
                    <a:gd name="connsiteX1" fmla="*/ 189071 w 276095"/>
                    <a:gd name="connsiteY1" fmla="*/ 139160 h 278034"/>
                    <a:gd name="connsiteX2" fmla="*/ 130016 w 276095"/>
                    <a:gd name="connsiteY2" fmla="*/ 200883 h 278034"/>
                    <a:gd name="connsiteX3" fmla="*/ 42863 w 276095"/>
                    <a:gd name="connsiteY3" fmla="*/ 209645 h 278034"/>
                    <a:gd name="connsiteX4" fmla="*/ 0 w 276095"/>
                    <a:gd name="connsiteY4" fmla="*/ 206597 h 278034"/>
                    <a:gd name="connsiteX5" fmla="*/ 64484 w 276095"/>
                    <a:gd name="connsiteY5" fmla="*/ 216027 h 278034"/>
                    <a:gd name="connsiteX6" fmla="*/ 196025 w 276095"/>
                    <a:gd name="connsiteY6" fmla="*/ 154305 h 278034"/>
                    <a:gd name="connsiteX7" fmla="*/ 200596 w 276095"/>
                    <a:gd name="connsiteY7" fmla="*/ 148590 h 278034"/>
                    <a:gd name="connsiteX8" fmla="*/ 213741 w 276095"/>
                    <a:gd name="connsiteY8" fmla="*/ 149352 h 278034"/>
                    <a:gd name="connsiteX9" fmla="*/ 261080 w 276095"/>
                    <a:gd name="connsiteY9" fmla="*/ 204311 h 278034"/>
                    <a:gd name="connsiteX10" fmla="*/ 261556 w 276095"/>
                    <a:gd name="connsiteY10" fmla="*/ 278035 h 278034"/>
                    <a:gd name="connsiteX11" fmla="*/ 275272 w 276095"/>
                    <a:gd name="connsiteY11" fmla="*/ 214122 h 278034"/>
                    <a:gd name="connsiteX12" fmla="*/ 275177 w 276095"/>
                    <a:gd name="connsiteY12" fmla="*/ 196310 h 278034"/>
                    <a:gd name="connsiteX13" fmla="*/ 264890 w 276095"/>
                    <a:gd name="connsiteY13" fmla="*/ 179451 h 278034"/>
                    <a:gd name="connsiteX14" fmla="*/ 202311 w 276095"/>
                    <a:gd name="connsiteY14" fmla="*/ 139637 h 278034"/>
                    <a:gd name="connsiteX15" fmla="*/ 178022 w 276095"/>
                    <a:gd name="connsiteY15" fmla="*/ 35719 h 278034"/>
                    <a:gd name="connsiteX16" fmla="*/ 157258 w 276095"/>
                    <a:gd name="connsiteY16" fmla="*/ 7906 h 278034"/>
                    <a:gd name="connsiteX17" fmla="*/ 140875 w 276095"/>
                    <a:gd name="connsiteY17" fmla="*/ 0 h 278034"/>
                    <a:gd name="connsiteX18" fmla="*/ 159258 w 276095"/>
                    <a:gd name="connsiteY18" fmla="*/ 20193 h 278034"/>
                    <a:gd name="connsiteX19" fmla="*/ 176117 w 276095"/>
                    <a:gd name="connsiteY19" fmla="*/ 45530 h 278034"/>
                    <a:gd name="connsiteX20" fmla="*/ 191929 w 276095"/>
                    <a:gd name="connsiteY20" fmla="*/ 104584 h 278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6095" h="278034">
                      <a:moveTo>
                        <a:pt x="191929" y="104584"/>
                      </a:moveTo>
                      <a:cubicBezTo>
                        <a:pt x="192596" y="116205"/>
                        <a:pt x="192119" y="127921"/>
                        <a:pt x="189071" y="139160"/>
                      </a:cubicBezTo>
                      <a:cubicBezTo>
                        <a:pt x="181356" y="167640"/>
                        <a:pt x="157448" y="189833"/>
                        <a:pt x="130016" y="200883"/>
                      </a:cubicBezTo>
                      <a:cubicBezTo>
                        <a:pt x="102679" y="211836"/>
                        <a:pt x="72200" y="212884"/>
                        <a:pt x="42863" y="209645"/>
                      </a:cubicBezTo>
                      <a:cubicBezTo>
                        <a:pt x="28575" y="208026"/>
                        <a:pt x="14288" y="205550"/>
                        <a:pt x="0" y="206597"/>
                      </a:cubicBezTo>
                      <a:cubicBezTo>
                        <a:pt x="21622" y="209074"/>
                        <a:pt x="42863" y="214503"/>
                        <a:pt x="64484" y="216027"/>
                      </a:cubicBezTo>
                      <a:cubicBezTo>
                        <a:pt x="115348" y="219646"/>
                        <a:pt x="169926" y="198120"/>
                        <a:pt x="196025" y="154305"/>
                      </a:cubicBezTo>
                      <a:cubicBezTo>
                        <a:pt x="197263" y="152209"/>
                        <a:pt x="198596" y="149923"/>
                        <a:pt x="200596" y="148590"/>
                      </a:cubicBezTo>
                      <a:cubicBezTo>
                        <a:pt x="204406" y="146114"/>
                        <a:pt x="209550" y="147447"/>
                        <a:pt x="213741" y="149352"/>
                      </a:cubicBezTo>
                      <a:cubicBezTo>
                        <a:pt x="236506" y="159353"/>
                        <a:pt x="253365" y="180594"/>
                        <a:pt x="261080" y="204311"/>
                      </a:cubicBezTo>
                      <a:cubicBezTo>
                        <a:pt x="268700" y="228029"/>
                        <a:pt x="267748" y="253937"/>
                        <a:pt x="261556" y="278035"/>
                      </a:cubicBezTo>
                      <a:cubicBezTo>
                        <a:pt x="267843" y="257175"/>
                        <a:pt x="272415" y="235744"/>
                        <a:pt x="275272" y="214122"/>
                      </a:cubicBezTo>
                      <a:cubicBezTo>
                        <a:pt x="276034" y="208216"/>
                        <a:pt x="276701" y="202121"/>
                        <a:pt x="275177" y="196310"/>
                      </a:cubicBezTo>
                      <a:cubicBezTo>
                        <a:pt x="273463" y="189929"/>
                        <a:pt x="269272" y="184404"/>
                        <a:pt x="264890" y="179451"/>
                      </a:cubicBezTo>
                      <a:cubicBezTo>
                        <a:pt x="248126" y="160782"/>
                        <a:pt x="226219" y="146875"/>
                        <a:pt x="202311" y="139637"/>
                      </a:cubicBezTo>
                      <a:cubicBezTo>
                        <a:pt x="202883" y="103727"/>
                        <a:pt x="194405" y="67628"/>
                        <a:pt x="178022" y="35719"/>
                      </a:cubicBezTo>
                      <a:cubicBezTo>
                        <a:pt x="172688" y="25337"/>
                        <a:pt x="166306" y="15240"/>
                        <a:pt x="157258" y="7906"/>
                      </a:cubicBezTo>
                      <a:cubicBezTo>
                        <a:pt x="152495" y="4096"/>
                        <a:pt x="146875" y="953"/>
                        <a:pt x="140875" y="0"/>
                      </a:cubicBezTo>
                      <a:cubicBezTo>
                        <a:pt x="142304" y="7334"/>
                        <a:pt x="154114" y="14192"/>
                        <a:pt x="159258" y="20193"/>
                      </a:cubicBezTo>
                      <a:cubicBezTo>
                        <a:pt x="165925" y="27908"/>
                        <a:pt x="171545" y="36481"/>
                        <a:pt x="176117" y="45530"/>
                      </a:cubicBezTo>
                      <a:cubicBezTo>
                        <a:pt x="185452" y="63627"/>
                        <a:pt x="190691" y="84106"/>
                        <a:pt x="191929" y="104584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68" name="Forme libre : forme 16867">
                  <a:extLst>
                    <a:ext uri="{FF2B5EF4-FFF2-40B4-BE49-F238E27FC236}">
                      <a16:creationId xmlns:a16="http://schemas.microsoft.com/office/drawing/2014/main" id="{B5E5B1DB-88CA-4705-88F2-6F2C8823D621}"/>
                    </a:ext>
                  </a:extLst>
                </p:cNvPr>
                <p:cNvSpPr/>
                <p:nvPr/>
              </p:nvSpPr>
              <p:spPr>
                <a:xfrm>
                  <a:off x="1135860" y="5367908"/>
                  <a:ext cx="120979" cy="113823"/>
                </a:xfrm>
                <a:custGeom>
                  <a:avLst/>
                  <a:gdLst>
                    <a:gd name="connsiteX0" fmla="*/ 81534 w 120979"/>
                    <a:gd name="connsiteY0" fmla="*/ 45720 h 113823"/>
                    <a:gd name="connsiteX1" fmla="*/ 0 w 120979"/>
                    <a:gd name="connsiteY1" fmla="*/ 70961 h 113823"/>
                    <a:gd name="connsiteX2" fmla="*/ 52197 w 120979"/>
                    <a:gd name="connsiteY2" fmla="*/ 67246 h 113823"/>
                    <a:gd name="connsiteX3" fmla="*/ 81629 w 120979"/>
                    <a:gd name="connsiteY3" fmla="*/ 62960 h 113823"/>
                    <a:gd name="connsiteX4" fmla="*/ 95155 w 120979"/>
                    <a:gd name="connsiteY4" fmla="*/ 71152 h 113823"/>
                    <a:gd name="connsiteX5" fmla="*/ 118396 w 120979"/>
                    <a:gd name="connsiteY5" fmla="*/ 113824 h 113823"/>
                    <a:gd name="connsiteX6" fmla="*/ 102679 w 120979"/>
                    <a:gd name="connsiteY6" fmla="*/ 64961 h 113823"/>
                    <a:gd name="connsiteX7" fmla="*/ 91726 w 120979"/>
                    <a:gd name="connsiteY7" fmla="*/ 53340 h 113823"/>
                    <a:gd name="connsiteX8" fmla="*/ 92678 w 120979"/>
                    <a:gd name="connsiteY8" fmla="*/ 48292 h 113823"/>
                    <a:gd name="connsiteX9" fmla="*/ 118491 w 120979"/>
                    <a:gd name="connsiteY9" fmla="*/ 0 h 113823"/>
                    <a:gd name="connsiteX10" fmla="*/ 81534 w 120979"/>
                    <a:gd name="connsiteY10" fmla="*/ 45720 h 113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979" h="113823">
                      <a:moveTo>
                        <a:pt x="81534" y="45720"/>
                      </a:moveTo>
                      <a:cubicBezTo>
                        <a:pt x="57912" y="62389"/>
                        <a:pt x="28766" y="69723"/>
                        <a:pt x="0" y="70961"/>
                      </a:cubicBezTo>
                      <a:cubicBezTo>
                        <a:pt x="17336" y="73628"/>
                        <a:pt x="35338" y="72390"/>
                        <a:pt x="52197" y="67246"/>
                      </a:cubicBezTo>
                      <a:cubicBezTo>
                        <a:pt x="61817" y="64294"/>
                        <a:pt x="72009" y="60103"/>
                        <a:pt x="81629" y="62960"/>
                      </a:cubicBezTo>
                      <a:cubicBezTo>
                        <a:pt x="86678" y="64484"/>
                        <a:pt x="91059" y="67818"/>
                        <a:pt x="95155" y="71152"/>
                      </a:cubicBezTo>
                      <a:cubicBezTo>
                        <a:pt x="108299" y="82010"/>
                        <a:pt x="121634" y="97155"/>
                        <a:pt x="118396" y="113824"/>
                      </a:cubicBezTo>
                      <a:cubicBezTo>
                        <a:pt x="125158" y="96584"/>
                        <a:pt x="118205" y="75057"/>
                        <a:pt x="102679" y="64961"/>
                      </a:cubicBezTo>
                      <a:cubicBezTo>
                        <a:pt x="98012" y="61913"/>
                        <a:pt x="92107" y="58864"/>
                        <a:pt x="91726" y="53340"/>
                      </a:cubicBezTo>
                      <a:cubicBezTo>
                        <a:pt x="91631" y="51625"/>
                        <a:pt x="92107" y="49911"/>
                        <a:pt x="92678" y="48292"/>
                      </a:cubicBezTo>
                      <a:cubicBezTo>
                        <a:pt x="97536" y="34861"/>
                        <a:pt x="123634" y="14668"/>
                        <a:pt x="118491" y="0"/>
                      </a:cubicBezTo>
                      <a:cubicBezTo>
                        <a:pt x="108871" y="18002"/>
                        <a:pt x="98584" y="33624"/>
                        <a:pt x="81534" y="4572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69" name="Forme libre : forme 16868">
                  <a:extLst>
                    <a:ext uri="{FF2B5EF4-FFF2-40B4-BE49-F238E27FC236}">
                      <a16:creationId xmlns:a16="http://schemas.microsoft.com/office/drawing/2014/main" id="{4E8949C6-3E86-4C37-83AE-8ECEBFA11131}"/>
                    </a:ext>
                  </a:extLst>
                </p:cNvPr>
                <p:cNvSpPr/>
                <p:nvPr/>
              </p:nvSpPr>
              <p:spPr>
                <a:xfrm>
                  <a:off x="1172722" y="5531739"/>
                  <a:ext cx="72335" cy="72580"/>
                </a:xfrm>
                <a:custGeom>
                  <a:avLst/>
                  <a:gdLst>
                    <a:gd name="connsiteX0" fmla="*/ 0 w 72335"/>
                    <a:gd name="connsiteY0" fmla="*/ 53244 h 72580"/>
                    <a:gd name="connsiteX1" fmla="*/ 26956 w 72335"/>
                    <a:gd name="connsiteY1" fmla="*/ 56959 h 72580"/>
                    <a:gd name="connsiteX2" fmla="*/ 49911 w 72335"/>
                    <a:gd name="connsiteY2" fmla="*/ 40957 h 72580"/>
                    <a:gd name="connsiteX3" fmla="*/ 72295 w 72335"/>
                    <a:gd name="connsiteY3" fmla="*/ 0 h 72580"/>
                    <a:gd name="connsiteX4" fmla="*/ 57055 w 72335"/>
                    <a:gd name="connsiteY4" fmla="*/ 45911 h 72580"/>
                    <a:gd name="connsiteX5" fmla="*/ 15335 w 72335"/>
                    <a:gd name="connsiteY5" fmla="*/ 70390 h 72580"/>
                    <a:gd name="connsiteX6" fmla="*/ 15430 w 72335"/>
                    <a:gd name="connsiteY6" fmla="*/ 72580 h 72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335" h="72580">
                      <a:moveTo>
                        <a:pt x="0" y="53244"/>
                      </a:moveTo>
                      <a:cubicBezTo>
                        <a:pt x="7429" y="59055"/>
                        <a:pt x="18002" y="59912"/>
                        <a:pt x="26956" y="56959"/>
                      </a:cubicBezTo>
                      <a:cubicBezTo>
                        <a:pt x="35909" y="54102"/>
                        <a:pt x="43529" y="47910"/>
                        <a:pt x="49911" y="40957"/>
                      </a:cubicBezTo>
                      <a:cubicBezTo>
                        <a:pt x="60484" y="29337"/>
                        <a:pt x="68294" y="15144"/>
                        <a:pt x="72295" y="0"/>
                      </a:cubicBezTo>
                      <a:cubicBezTo>
                        <a:pt x="72866" y="16478"/>
                        <a:pt x="67342" y="33051"/>
                        <a:pt x="57055" y="45911"/>
                      </a:cubicBezTo>
                      <a:cubicBezTo>
                        <a:pt x="46672" y="58674"/>
                        <a:pt x="31623" y="67627"/>
                        <a:pt x="15335" y="70390"/>
                      </a:cubicBezTo>
                      <a:cubicBezTo>
                        <a:pt x="15335" y="71151"/>
                        <a:pt x="15430" y="71818"/>
                        <a:pt x="15430" y="72580"/>
                      </a:cubicBezTo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70" name="Forme libre : forme 16869">
                  <a:extLst>
                    <a:ext uri="{FF2B5EF4-FFF2-40B4-BE49-F238E27FC236}">
                      <a16:creationId xmlns:a16="http://schemas.microsoft.com/office/drawing/2014/main" id="{09F2B046-9118-4D3E-82D0-1A8AEB1818D9}"/>
                    </a:ext>
                  </a:extLst>
                </p:cNvPr>
                <p:cNvSpPr/>
                <p:nvPr/>
              </p:nvSpPr>
              <p:spPr>
                <a:xfrm>
                  <a:off x="871827" y="5698521"/>
                  <a:ext cx="74580" cy="44677"/>
                </a:xfrm>
                <a:custGeom>
                  <a:avLst/>
                  <a:gdLst>
                    <a:gd name="connsiteX0" fmla="*/ 30385 w 74580"/>
                    <a:gd name="connsiteY0" fmla="*/ 0 h 44677"/>
                    <a:gd name="connsiteX1" fmla="*/ 46768 w 74580"/>
                    <a:gd name="connsiteY1" fmla="*/ 28384 h 44677"/>
                    <a:gd name="connsiteX2" fmla="*/ 74581 w 74580"/>
                    <a:gd name="connsiteY2" fmla="*/ 44386 h 44677"/>
                    <a:gd name="connsiteX3" fmla="*/ 33052 w 74580"/>
                    <a:gd name="connsiteY3" fmla="*/ 16859 h 44677"/>
                    <a:gd name="connsiteX4" fmla="*/ 0 w 74580"/>
                    <a:gd name="connsiteY4" fmla="*/ 38005 h 44677"/>
                    <a:gd name="connsiteX5" fmla="*/ 30385 w 74580"/>
                    <a:gd name="connsiteY5" fmla="*/ 0 h 44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580" h="44677">
                      <a:moveTo>
                        <a:pt x="30385" y="0"/>
                      </a:moveTo>
                      <a:cubicBezTo>
                        <a:pt x="35052" y="9906"/>
                        <a:pt x="39719" y="20002"/>
                        <a:pt x="46768" y="28384"/>
                      </a:cubicBezTo>
                      <a:cubicBezTo>
                        <a:pt x="53816" y="36766"/>
                        <a:pt x="63627" y="43434"/>
                        <a:pt x="74581" y="44386"/>
                      </a:cubicBezTo>
                      <a:cubicBezTo>
                        <a:pt x="56579" y="46767"/>
                        <a:pt x="37814" y="34290"/>
                        <a:pt x="33052" y="16859"/>
                      </a:cubicBezTo>
                      <a:cubicBezTo>
                        <a:pt x="35242" y="24860"/>
                        <a:pt x="5715" y="36671"/>
                        <a:pt x="0" y="38005"/>
                      </a:cubicBezTo>
                      <a:cubicBezTo>
                        <a:pt x="14383" y="29718"/>
                        <a:pt x="29908" y="18383"/>
                        <a:pt x="30385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71" name="Forme libre : forme 16870">
                  <a:extLst>
                    <a:ext uri="{FF2B5EF4-FFF2-40B4-BE49-F238E27FC236}">
                      <a16:creationId xmlns:a16="http://schemas.microsoft.com/office/drawing/2014/main" id="{0E8695C6-71B2-41F5-B610-AF9491C9A4BF}"/>
                    </a:ext>
                  </a:extLst>
                </p:cNvPr>
                <p:cNvSpPr/>
                <p:nvPr/>
              </p:nvSpPr>
              <p:spPr>
                <a:xfrm>
                  <a:off x="979841" y="5765480"/>
                  <a:ext cx="171068" cy="64105"/>
                </a:xfrm>
                <a:custGeom>
                  <a:avLst/>
                  <a:gdLst>
                    <a:gd name="connsiteX0" fmla="*/ 116491 w 171068"/>
                    <a:gd name="connsiteY0" fmla="*/ 25719 h 64105"/>
                    <a:gd name="connsiteX1" fmla="*/ 108204 w 171068"/>
                    <a:gd name="connsiteY1" fmla="*/ 27148 h 64105"/>
                    <a:gd name="connsiteX2" fmla="*/ 102965 w 171068"/>
                    <a:gd name="connsiteY2" fmla="*/ 33435 h 64105"/>
                    <a:gd name="connsiteX3" fmla="*/ 88868 w 171068"/>
                    <a:gd name="connsiteY3" fmla="*/ 64105 h 64105"/>
                    <a:gd name="connsiteX4" fmla="*/ 91726 w 171068"/>
                    <a:gd name="connsiteY4" fmla="*/ 34578 h 64105"/>
                    <a:gd name="connsiteX5" fmla="*/ 0 w 171068"/>
                    <a:gd name="connsiteY5" fmla="*/ 955 h 64105"/>
                    <a:gd name="connsiteX6" fmla="*/ 56769 w 171068"/>
                    <a:gd name="connsiteY6" fmla="*/ 15908 h 64105"/>
                    <a:gd name="connsiteX7" fmla="*/ 80391 w 171068"/>
                    <a:gd name="connsiteY7" fmla="*/ 23052 h 64105"/>
                    <a:gd name="connsiteX8" fmla="*/ 113919 w 171068"/>
                    <a:gd name="connsiteY8" fmla="*/ 19147 h 64105"/>
                    <a:gd name="connsiteX9" fmla="*/ 147352 w 171068"/>
                    <a:gd name="connsiteY9" fmla="*/ 9431 h 64105"/>
                    <a:gd name="connsiteX10" fmla="*/ 171069 w 171068"/>
                    <a:gd name="connsiteY10" fmla="*/ 97 h 64105"/>
                    <a:gd name="connsiteX11" fmla="*/ 116491 w 171068"/>
                    <a:gd name="connsiteY11" fmla="*/ 25719 h 6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1068" h="64105">
                      <a:moveTo>
                        <a:pt x="116491" y="25719"/>
                      </a:moveTo>
                      <a:cubicBezTo>
                        <a:pt x="113633" y="25815"/>
                        <a:pt x="110680" y="25719"/>
                        <a:pt x="108204" y="27148"/>
                      </a:cubicBezTo>
                      <a:cubicBezTo>
                        <a:pt x="105823" y="28481"/>
                        <a:pt x="104299" y="31053"/>
                        <a:pt x="102965" y="33435"/>
                      </a:cubicBezTo>
                      <a:cubicBezTo>
                        <a:pt x="97441" y="43246"/>
                        <a:pt x="92773" y="53532"/>
                        <a:pt x="88868" y="64105"/>
                      </a:cubicBezTo>
                      <a:cubicBezTo>
                        <a:pt x="88297" y="54199"/>
                        <a:pt x="89249" y="44198"/>
                        <a:pt x="91726" y="34578"/>
                      </a:cubicBezTo>
                      <a:cubicBezTo>
                        <a:pt x="59626" y="28387"/>
                        <a:pt x="28480" y="16957"/>
                        <a:pt x="0" y="955"/>
                      </a:cubicBezTo>
                      <a:cubicBezTo>
                        <a:pt x="19145" y="5050"/>
                        <a:pt x="38386" y="9241"/>
                        <a:pt x="56769" y="15908"/>
                      </a:cubicBezTo>
                      <a:cubicBezTo>
                        <a:pt x="64484" y="18671"/>
                        <a:pt x="72199" y="21909"/>
                        <a:pt x="80391" y="23052"/>
                      </a:cubicBezTo>
                      <a:cubicBezTo>
                        <a:pt x="91630" y="24576"/>
                        <a:pt x="102965" y="21814"/>
                        <a:pt x="113919" y="19147"/>
                      </a:cubicBezTo>
                      <a:cubicBezTo>
                        <a:pt x="125158" y="16385"/>
                        <a:pt x="136493" y="13622"/>
                        <a:pt x="147352" y="9431"/>
                      </a:cubicBezTo>
                      <a:cubicBezTo>
                        <a:pt x="154210" y="6765"/>
                        <a:pt x="163735" y="-950"/>
                        <a:pt x="171069" y="97"/>
                      </a:cubicBezTo>
                      <a:cubicBezTo>
                        <a:pt x="159544" y="16099"/>
                        <a:pt x="135636" y="25148"/>
                        <a:pt x="116491" y="2571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72" name="Forme libre : forme 16871">
                  <a:extLst>
                    <a:ext uri="{FF2B5EF4-FFF2-40B4-BE49-F238E27FC236}">
                      <a16:creationId xmlns:a16="http://schemas.microsoft.com/office/drawing/2014/main" id="{82900643-6A07-4A3D-9F4B-A1FD3C8261EA}"/>
                    </a:ext>
                  </a:extLst>
                </p:cNvPr>
                <p:cNvSpPr/>
                <p:nvPr/>
              </p:nvSpPr>
              <p:spPr>
                <a:xfrm>
                  <a:off x="798865" y="5800438"/>
                  <a:ext cx="75438" cy="31718"/>
                </a:xfrm>
                <a:custGeom>
                  <a:avLst/>
                  <a:gdLst>
                    <a:gd name="connsiteX0" fmla="*/ 29146 w 75438"/>
                    <a:gd name="connsiteY0" fmla="*/ 0 h 31718"/>
                    <a:gd name="connsiteX1" fmla="*/ 31718 w 75438"/>
                    <a:gd name="connsiteY1" fmla="*/ 18098 h 31718"/>
                    <a:gd name="connsiteX2" fmla="*/ 50864 w 75438"/>
                    <a:gd name="connsiteY2" fmla="*/ 25146 h 31718"/>
                    <a:gd name="connsiteX3" fmla="*/ 75438 w 75438"/>
                    <a:gd name="connsiteY3" fmla="*/ 31718 h 31718"/>
                    <a:gd name="connsiteX4" fmla="*/ 33814 w 75438"/>
                    <a:gd name="connsiteY4" fmla="*/ 30861 h 31718"/>
                    <a:gd name="connsiteX5" fmla="*/ 0 w 75438"/>
                    <a:gd name="connsiteY5" fmla="*/ 26861 h 31718"/>
                    <a:gd name="connsiteX6" fmla="*/ 29146 w 75438"/>
                    <a:gd name="connsiteY6" fmla="*/ 0 h 31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438" h="31718">
                      <a:moveTo>
                        <a:pt x="29146" y="0"/>
                      </a:moveTo>
                      <a:cubicBezTo>
                        <a:pt x="28385" y="6191"/>
                        <a:pt x="27908" y="13145"/>
                        <a:pt x="31718" y="18098"/>
                      </a:cubicBezTo>
                      <a:cubicBezTo>
                        <a:pt x="36004" y="23527"/>
                        <a:pt x="43910" y="24194"/>
                        <a:pt x="50864" y="25146"/>
                      </a:cubicBezTo>
                      <a:cubicBezTo>
                        <a:pt x="59245" y="26289"/>
                        <a:pt x="67532" y="28480"/>
                        <a:pt x="75438" y="31718"/>
                      </a:cubicBezTo>
                      <a:cubicBezTo>
                        <a:pt x="61531" y="31528"/>
                        <a:pt x="47625" y="31242"/>
                        <a:pt x="33814" y="30861"/>
                      </a:cubicBezTo>
                      <a:cubicBezTo>
                        <a:pt x="25622" y="30671"/>
                        <a:pt x="5429" y="33814"/>
                        <a:pt x="0" y="26861"/>
                      </a:cubicBezTo>
                      <a:cubicBezTo>
                        <a:pt x="14097" y="20479"/>
                        <a:pt x="26956" y="17907"/>
                        <a:pt x="29146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73" name="Forme libre : forme 16872">
                  <a:extLst>
                    <a:ext uri="{FF2B5EF4-FFF2-40B4-BE49-F238E27FC236}">
                      <a16:creationId xmlns:a16="http://schemas.microsoft.com/office/drawing/2014/main" id="{08260D27-0C6D-4D6E-ADA0-58940659060F}"/>
                    </a:ext>
                  </a:extLst>
                </p:cNvPr>
                <p:cNvSpPr/>
                <p:nvPr/>
              </p:nvSpPr>
              <p:spPr>
                <a:xfrm>
                  <a:off x="1349696" y="5548788"/>
                  <a:ext cx="116014" cy="139255"/>
                </a:xfrm>
                <a:custGeom>
                  <a:avLst/>
                  <a:gdLst>
                    <a:gd name="connsiteX0" fmla="*/ 19145 w 116014"/>
                    <a:gd name="connsiteY0" fmla="*/ 35529 h 139255"/>
                    <a:gd name="connsiteX1" fmla="*/ 49530 w 116014"/>
                    <a:gd name="connsiteY1" fmla="*/ 48578 h 139255"/>
                    <a:gd name="connsiteX2" fmla="*/ 116015 w 116014"/>
                    <a:gd name="connsiteY2" fmla="*/ 139255 h 139255"/>
                    <a:gd name="connsiteX3" fmla="*/ 89059 w 116014"/>
                    <a:gd name="connsiteY3" fmla="*/ 74105 h 139255"/>
                    <a:gd name="connsiteX4" fmla="*/ 73628 w 116014"/>
                    <a:gd name="connsiteY4" fmla="*/ 57912 h 139255"/>
                    <a:gd name="connsiteX5" fmla="*/ 59627 w 116014"/>
                    <a:gd name="connsiteY5" fmla="*/ 0 h 139255"/>
                    <a:gd name="connsiteX6" fmla="*/ 29242 w 116014"/>
                    <a:gd name="connsiteY6" fmla="*/ 23908 h 139255"/>
                    <a:gd name="connsiteX7" fmla="*/ 0 w 116014"/>
                    <a:gd name="connsiteY7" fmla="*/ 27147 h 139255"/>
                    <a:gd name="connsiteX8" fmla="*/ 19145 w 116014"/>
                    <a:gd name="connsiteY8" fmla="*/ 35529 h 13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014" h="139255">
                      <a:moveTo>
                        <a:pt x="19145" y="35529"/>
                      </a:moveTo>
                      <a:cubicBezTo>
                        <a:pt x="29623" y="39148"/>
                        <a:pt x="40100" y="42767"/>
                        <a:pt x="49530" y="48578"/>
                      </a:cubicBezTo>
                      <a:cubicBezTo>
                        <a:pt x="81820" y="68389"/>
                        <a:pt x="94679" y="108014"/>
                        <a:pt x="116015" y="139255"/>
                      </a:cubicBezTo>
                      <a:cubicBezTo>
                        <a:pt x="115062" y="115253"/>
                        <a:pt x="105251" y="91726"/>
                        <a:pt x="89059" y="74105"/>
                      </a:cubicBezTo>
                      <a:cubicBezTo>
                        <a:pt x="84011" y="68580"/>
                        <a:pt x="78391" y="63722"/>
                        <a:pt x="73628" y="57912"/>
                      </a:cubicBezTo>
                      <a:cubicBezTo>
                        <a:pt x="60579" y="42100"/>
                        <a:pt x="55245" y="20098"/>
                        <a:pt x="59627" y="0"/>
                      </a:cubicBezTo>
                      <a:cubicBezTo>
                        <a:pt x="54483" y="12288"/>
                        <a:pt x="42101" y="20479"/>
                        <a:pt x="29242" y="23908"/>
                      </a:cubicBezTo>
                      <a:cubicBezTo>
                        <a:pt x="19717" y="26480"/>
                        <a:pt x="9620" y="26575"/>
                        <a:pt x="0" y="27147"/>
                      </a:cubicBezTo>
                      <a:cubicBezTo>
                        <a:pt x="5620" y="31528"/>
                        <a:pt x="12383" y="33242"/>
                        <a:pt x="19145" y="3552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74" name="Forme libre : forme 16873">
                  <a:extLst>
                    <a:ext uri="{FF2B5EF4-FFF2-40B4-BE49-F238E27FC236}">
                      <a16:creationId xmlns:a16="http://schemas.microsoft.com/office/drawing/2014/main" id="{29007BF8-D9FF-4153-ACAB-22D622405B9E}"/>
                    </a:ext>
                  </a:extLst>
                </p:cNvPr>
                <p:cNvSpPr/>
                <p:nvPr/>
              </p:nvSpPr>
              <p:spPr>
                <a:xfrm>
                  <a:off x="1338743" y="5394198"/>
                  <a:ext cx="181451" cy="88868"/>
                </a:xfrm>
                <a:custGeom>
                  <a:avLst/>
                  <a:gdLst>
                    <a:gd name="connsiteX0" fmla="*/ 71533 w 181451"/>
                    <a:gd name="connsiteY0" fmla="*/ 88868 h 88868"/>
                    <a:gd name="connsiteX1" fmla="*/ 85344 w 181451"/>
                    <a:gd name="connsiteY1" fmla="*/ 67627 h 88868"/>
                    <a:gd name="connsiteX2" fmla="*/ 181451 w 181451"/>
                    <a:gd name="connsiteY2" fmla="*/ 0 h 88868"/>
                    <a:gd name="connsiteX3" fmla="*/ 108585 w 181451"/>
                    <a:gd name="connsiteY3" fmla="*/ 40862 h 88868"/>
                    <a:gd name="connsiteX4" fmla="*/ 27051 w 181451"/>
                    <a:gd name="connsiteY4" fmla="*/ 30766 h 88868"/>
                    <a:gd name="connsiteX5" fmla="*/ 0 w 181451"/>
                    <a:gd name="connsiteY5" fmla="*/ 24860 h 88868"/>
                    <a:gd name="connsiteX6" fmla="*/ 41434 w 181451"/>
                    <a:gd name="connsiteY6" fmla="*/ 46196 h 88868"/>
                    <a:gd name="connsiteX7" fmla="*/ 71533 w 181451"/>
                    <a:gd name="connsiteY7" fmla="*/ 88868 h 88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1451" h="88868">
                      <a:moveTo>
                        <a:pt x="71533" y="88868"/>
                      </a:moveTo>
                      <a:cubicBezTo>
                        <a:pt x="72580" y="80296"/>
                        <a:pt x="78772" y="73247"/>
                        <a:pt x="85344" y="67627"/>
                      </a:cubicBezTo>
                      <a:cubicBezTo>
                        <a:pt x="115443" y="42005"/>
                        <a:pt x="159734" y="33051"/>
                        <a:pt x="181451" y="0"/>
                      </a:cubicBezTo>
                      <a:cubicBezTo>
                        <a:pt x="160401" y="18669"/>
                        <a:pt x="135826" y="34004"/>
                        <a:pt x="108585" y="40862"/>
                      </a:cubicBezTo>
                      <a:cubicBezTo>
                        <a:pt x="81343" y="47720"/>
                        <a:pt x="51149" y="45339"/>
                        <a:pt x="27051" y="30766"/>
                      </a:cubicBezTo>
                      <a:cubicBezTo>
                        <a:pt x="18479" y="25622"/>
                        <a:pt x="10096" y="20098"/>
                        <a:pt x="0" y="24860"/>
                      </a:cubicBezTo>
                      <a:cubicBezTo>
                        <a:pt x="5525" y="34671"/>
                        <a:pt x="31051" y="38385"/>
                        <a:pt x="41434" y="46196"/>
                      </a:cubicBezTo>
                      <a:cubicBezTo>
                        <a:pt x="55531" y="56864"/>
                        <a:pt x="66580" y="71723"/>
                        <a:pt x="71533" y="8886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75" name="Forme libre : forme 16874">
                  <a:extLst>
                    <a:ext uri="{FF2B5EF4-FFF2-40B4-BE49-F238E27FC236}">
                      <a16:creationId xmlns:a16="http://schemas.microsoft.com/office/drawing/2014/main" id="{5A597D5E-3046-4F30-B6C7-9F4F7FDED9A4}"/>
                    </a:ext>
                  </a:extLst>
                </p:cNvPr>
                <p:cNvSpPr/>
                <p:nvPr/>
              </p:nvSpPr>
              <p:spPr>
                <a:xfrm>
                  <a:off x="1330646" y="5743194"/>
                  <a:ext cx="175069" cy="81085"/>
                </a:xfrm>
                <a:custGeom>
                  <a:avLst/>
                  <a:gdLst>
                    <a:gd name="connsiteX0" fmla="*/ 112967 w 175069"/>
                    <a:gd name="connsiteY0" fmla="*/ 0 h 81085"/>
                    <a:gd name="connsiteX1" fmla="*/ 118015 w 175069"/>
                    <a:gd name="connsiteY1" fmla="*/ 38290 h 81085"/>
                    <a:gd name="connsiteX2" fmla="*/ 175070 w 175069"/>
                    <a:gd name="connsiteY2" fmla="*/ 79820 h 81085"/>
                    <a:gd name="connsiteX3" fmla="*/ 108680 w 175069"/>
                    <a:gd name="connsiteY3" fmla="*/ 51435 h 81085"/>
                    <a:gd name="connsiteX4" fmla="*/ 100679 w 175069"/>
                    <a:gd name="connsiteY4" fmla="*/ 43339 h 81085"/>
                    <a:gd name="connsiteX5" fmla="*/ 90869 w 175069"/>
                    <a:gd name="connsiteY5" fmla="*/ 46005 h 81085"/>
                    <a:gd name="connsiteX6" fmla="*/ 0 w 175069"/>
                    <a:gd name="connsiteY6" fmla="*/ 67723 h 81085"/>
                    <a:gd name="connsiteX7" fmla="*/ 64579 w 175069"/>
                    <a:gd name="connsiteY7" fmla="*/ 46101 h 81085"/>
                    <a:gd name="connsiteX8" fmla="*/ 112967 w 175069"/>
                    <a:gd name="connsiteY8" fmla="*/ 0 h 81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5069" h="81085">
                      <a:moveTo>
                        <a:pt x="112967" y="0"/>
                      </a:moveTo>
                      <a:cubicBezTo>
                        <a:pt x="111919" y="13049"/>
                        <a:pt x="111157" y="27146"/>
                        <a:pt x="118015" y="38290"/>
                      </a:cubicBezTo>
                      <a:cubicBezTo>
                        <a:pt x="130493" y="58578"/>
                        <a:pt x="162116" y="59721"/>
                        <a:pt x="175070" y="79820"/>
                      </a:cubicBezTo>
                      <a:cubicBezTo>
                        <a:pt x="150019" y="85154"/>
                        <a:pt x="122206" y="73247"/>
                        <a:pt x="108680" y="51435"/>
                      </a:cubicBezTo>
                      <a:cubicBezTo>
                        <a:pt x="106585" y="48101"/>
                        <a:pt x="104489" y="44291"/>
                        <a:pt x="100679" y="43339"/>
                      </a:cubicBezTo>
                      <a:cubicBezTo>
                        <a:pt x="97346" y="42481"/>
                        <a:pt x="93917" y="44291"/>
                        <a:pt x="90869" y="46005"/>
                      </a:cubicBezTo>
                      <a:cubicBezTo>
                        <a:pt x="72009" y="56388"/>
                        <a:pt x="20574" y="81153"/>
                        <a:pt x="0" y="67723"/>
                      </a:cubicBezTo>
                      <a:cubicBezTo>
                        <a:pt x="22955" y="64294"/>
                        <a:pt x="44577" y="58102"/>
                        <a:pt x="64579" y="46101"/>
                      </a:cubicBezTo>
                      <a:cubicBezTo>
                        <a:pt x="76867" y="38671"/>
                        <a:pt x="111728" y="16192"/>
                        <a:pt x="112967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76" name="Forme libre : forme 16875">
                  <a:extLst>
                    <a:ext uri="{FF2B5EF4-FFF2-40B4-BE49-F238E27FC236}">
                      <a16:creationId xmlns:a16="http://schemas.microsoft.com/office/drawing/2014/main" id="{7844A645-FD4B-47D8-A39D-42A82075E445}"/>
                    </a:ext>
                  </a:extLst>
                </p:cNvPr>
                <p:cNvSpPr/>
                <p:nvPr/>
              </p:nvSpPr>
              <p:spPr>
                <a:xfrm>
                  <a:off x="1577439" y="5631465"/>
                  <a:ext cx="86677" cy="149351"/>
                </a:xfrm>
                <a:custGeom>
                  <a:avLst/>
                  <a:gdLst>
                    <a:gd name="connsiteX0" fmla="*/ 49149 w 86677"/>
                    <a:gd name="connsiteY0" fmla="*/ 76010 h 149351"/>
                    <a:gd name="connsiteX1" fmla="*/ 61532 w 86677"/>
                    <a:gd name="connsiteY1" fmla="*/ 91630 h 149351"/>
                    <a:gd name="connsiteX2" fmla="*/ 66008 w 86677"/>
                    <a:gd name="connsiteY2" fmla="*/ 114205 h 149351"/>
                    <a:gd name="connsiteX3" fmla="*/ 62770 w 86677"/>
                    <a:gd name="connsiteY3" fmla="*/ 149352 h 149351"/>
                    <a:gd name="connsiteX4" fmla="*/ 72485 w 86677"/>
                    <a:gd name="connsiteY4" fmla="*/ 106395 h 149351"/>
                    <a:gd name="connsiteX5" fmla="*/ 86678 w 86677"/>
                    <a:gd name="connsiteY5" fmla="*/ 117539 h 149351"/>
                    <a:gd name="connsiteX6" fmla="*/ 64484 w 86677"/>
                    <a:gd name="connsiteY6" fmla="*/ 59817 h 149351"/>
                    <a:gd name="connsiteX7" fmla="*/ 78105 w 86677"/>
                    <a:gd name="connsiteY7" fmla="*/ 0 h 149351"/>
                    <a:gd name="connsiteX8" fmla="*/ 65627 w 86677"/>
                    <a:gd name="connsiteY8" fmla="*/ 48102 h 149351"/>
                    <a:gd name="connsiteX9" fmla="*/ 59817 w 86677"/>
                    <a:gd name="connsiteY9" fmla="*/ 59531 h 149351"/>
                    <a:gd name="connsiteX10" fmla="*/ 44291 w 86677"/>
                    <a:gd name="connsiteY10" fmla="*/ 61913 h 149351"/>
                    <a:gd name="connsiteX11" fmla="*/ 29908 w 86677"/>
                    <a:gd name="connsiteY11" fmla="*/ 54197 h 149351"/>
                    <a:gd name="connsiteX12" fmla="*/ 0 w 86677"/>
                    <a:gd name="connsiteY12" fmla="*/ 43815 h 149351"/>
                    <a:gd name="connsiteX13" fmla="*/ 49149 w 86677"/>
                    <a:gd name="connsiteY13" fmla="*/ 76010 h 149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6677" h="149351">
                      <a:moveTo>
                        <a:pt x="49149" y="76010"/>
                      </a:moveTo>
                      <a:cubicBezTo>
                        <a:pt x="54007" y="80582"/>
                        <a:pt x="58674" y="85630"/>
                        <a:pt x="61532" y="91630"/>
                      </a:cubicBezTo>
                      <a:cubicBezTo>
                        <a:pt x="64865" y="98584"/>
                        <a:pt x="65818" y="106489"/>
                        <a:pt x="66008" y="114205"/>
                      </a:cubicBezTo>
                      <a:cubicBezTo>
                        <a:pt x="66389" y="126016"/>
                        <a:pt x="65246" y="137827"/>
                        <a:pt x="62770" y="149352"/>
                      </a:cubicBezTo>
                      <a:cubicBezTo>
                        <a:pt x="64103" y="134684"/>
                        <a:pt x="67342" y="120205"/>
                        <a:pt x="72485" y="106395"/>
                      </a:cubicBezTo>
                      <a:cubicBezTo>
                        <a:pt x="78010" y="108871"/>
                        <a:pt x="82963" y="112776"/>
                        <a:pt x="86678" y="117539"/>
                      </a:cubicBezTo>
                      <a:cubicBezTo>
                        <a:pt x="74867" y="100394"/>
                        <a:pt x="66580" y="80582"/>
                        <a:pt x="64484" y="59817"/>
                      </a:cubicBezTo>
                      <a:cubicBezTo>
                        <a:pt x="62389" y="39053"/>
                        <a:pt x="66675" y="17431"/>
                        <a:pt x="78105" y="0"/>
                      </a:cubicBezTo>
                      <a:cubicBezTo>
                        <a:pt x="74390" y="16193"/>
                        <a:pt x="70199" y="32195"/>
                        <a:pt x="65627" y="48102"/>
                      </a:cubicBezTo>
                      <a:cubicBezTo>
                        <a:pt x="64389" y="52292"/>
                        <a:pt x="63055" y="56674"/>
                        <a:pt x="59817" y="59531"/>
                      </a:cubicBezTo>
                      <a:cubicBezTo>
                        <a:pt x="55721" y="63151"/>
                        <a:pt x="49530" y="63437"/>
                        <a:pt x="44291" y="61913"/>
                      </a:cubicBezTo>
                      <a:cubicBezTo>
                        <a:pt x="39053" y="60389"/>
                        <a:pt x="34480" y="57150"/>
                        <a:pt x="29908" y="54197"/>
                      </a:cubicBezTo>
                      <a:cubicBezTo>
                        <a:pt x="21527" y="48863"/>
                        <a:pt x="9525" y="39814"/>
                        <a:pt x="0" y="43815"/>
                      </a:cubicBezTo>
                      <a:cubicBezTo>
                        <a:pt x="17717" y="52864"/>
                        <a:pt x="34576" y="62103"/>
                        <a:pt x="49149" y="7601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77" name="Forme libre : forme 16876">
                  <a:extLst>
                    <a:ext uri="{FF2B5EF4-FFF2-40B4-BE49-F238E27FC236}">
                      <a16:creationId xmlns:a16="http://schemas.microsoft.com/office/drawing/2014/main" id="{A3A8FB5C-DB62-48D2-9FB1-001D149591CC}"/>
                    </a:ext>
                  </a:extLst>
                </p:cNvPr>
                <p:cNvSpPr/>
                <p:nvPr/>
              </p:nvSpPr>
              <p:spPr>
                <a:xfrm>
                  <a:off x="1689834" y="5502306"/>
                  <a:ext cx="81533" cy="84010"/>
                </a:xfrm>
                <a:custGeom>
                  <a:avLst/>
                  <a:gdLst>
                    <a:gd name="connsiteX0" fmla="*/ 19907 w 81533"/>
                    <a:gd name="connsiteY0" fmla="*/ 43053 h 84010"/>
                    <a:gd name="connsiteX1" fmla="*/ 0 w 81533"/>
                    <a:gd name="connsiteY1" fmla="*/ 84011 h 84010"/>
                    <a:gd name="connsiteX2" fmla="*/ 81534 w 81533"/>
                    <a:gd name="connsiteY2" fmla="*/ 36290 h 84010"/>
                    <a:gd name="connsiteX3" fmla="*/ 34957 w 81533"/>
                    <a:gd name="connsiteY3" fmla="*/ 38576 h 84010"/>
                    <a:gd name="connsiteX4" fmla="*/ 29718 w 81533"/>
                    <a:gd name="connsiteY4" fmla="*/ 37433 h 84010"/>
                    <a:gd name="connsiteX5" fmla="*/ 28099 w 81533"/>
                    <a:gd name="connsiteY5" fmla="*/ 31052 h 84010"/>
                    <a:gd name="connsiteX6" fmla="*/ 9334 w 81533"/>
                    <a:gd name="connsiteY6" fmla="*/ 0 h 84010"/>
                    <a:gd name="connsiteX7" fmla="*/ 19907 w 81533"/>
                    <a:gd name="connsiteY7" fmla="*/ 43053 h 84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1533" h="84010">
                      <a:moveTo>
                        <a:pt x="19907" y="43053"/>
                      </a:moveTo>
                      <a:cubicBezTo>
                        <a:pt x="19145" y="58674"/>
                        <a:pt x="12192" y="74295"/>
                        <a:pt x="0" y="84011"/>
                      </a:cubicBezTo>
                      <a:cubicBezTo>
                        <a:pt x="18383" y="57626"/>
                        <a:pt x="50483" y="44768"/>
                        <a:pt x="81534" y="36290"/>
                      </a:cubicBezTo>
                      <a:cubicBezTo>
                        <a:pt x="66008" y="37052"/>
                        <a:pt x="50483" y="37815"/>
                        <a:pt x="34957" y="38576"/>
                      </a:cubicBezTo>
                      <a:cubicBezTo>
                        <a:pt x="33147" y="38671"/>
                        <a:pt x="31051" y="38671"/>
                        <a:pt x="29718" y="37433"/>
                      </a:cubicBezTo>
                      <a:cubicBezTo>
                        <a:pt x="28004" y="35909"/>
                        <a:pt x="28099" y="33338"/>
                        <a:pt x="28099" y="31052"/>
                      </a:cubicBezTo>
                      <a:cubicBezTo>
                        <a:pt x="28194" y="18860"/>
                        <a:pt x="20955" y="3810"/>
                        <a:pt x="9334" y="0"/>
                      </a:cubicBezTo>
                      <a:cubicBezTo>
                        <a:pt x="14668" y="14192"/>
                        <a:pt x="20669" y="27337"/>
                        <a:pt x="19907" y="4305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78" name="Forme libre : forme 16877">
                  <a:extLst>
                    <a:ext uri="{FF2B5EF4-FFF2-40B4-BE49-F238E27FC236}">
                      <a16:creationId xmlns:a16="http://schemas.microsoft.com/office/drawing/2014/main" id="{DED9BEF7-9314-4EF3-8D95-8C809787AD81}"/>
                    </a:ext>
                  </a:extLst>
                </p:cNvPr>
                <p:cNvSpPr/>
                <p:nvPr/>
              </p:nvSpPr>
              <p:spPr>
                <a:xfrm>
                  <a:off x="1598584" y="5387816"/>
                  <a:ext cx="144303" cy="67722"/>
                </a:xfrm>
                <a:custGeom>
                  <a:avLst/>
                  <a:gdLst>
                    <a:gd name="connsiteX0" fmla="*/ 83629 w 144303"/>
                    <a:gd name="connsiteY0" fmla="*/ 67723 h 67722"/>
                    <a:gd name="connsiteX1" fmla="*/ 105632 w 144303"/>
                    <a:gd name="connsiteY1" fmla="*/ 28289 h 67722"/>
                    <a:gd name="connsiteX2" fmla="*/ 144304 w 144303"/>
                    <a:gd name="connsiteY2" fmla="*/ 0 h 67722"/>
                    <a:gd name="connsiteX3" fmla="*/ 68199 w 144303"/>
                    <a:gd name="connsiteY3" fmla="*/ 20002 h 67722"/>
                    <a:gd name="connsiteX4" fmla="*/ 53721 w 144303"/>
                    <a:gd name="connsiteY4" fmla="*/ 17812 h 67722"/>
                    <a:gd name="connsiteX5" fmla="*/ 40862 w 144303"/>
                    <a:gd name="connsiteY5" fmla="*/ 10191 h 67722"/>
                    <a:gd name="connsiteX6" fmla="*/ 0 w 144303"/>
                    <a:gd name="connsiteY6" fmla="*/ 3047 h 67722"/>
                    <a:gd name="connsiteX7" fmla="*/ 83629 w 144303"/>
                    <a:gd name="connsiteY7" fmla="*/ 67723 h 67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303" h="67722">
                      <a:moveTo>
                        <a:pt x="83629" y="67723"/>
                      </a:moveTo>
                      <a:cubicBezTo>
                        <a:pt x="79534" y="52101"/>
                        <a:pt x="92107" y="37052"/>
                        <a:pt x="105632" y="28289"/>
                      </a:cubicBezTo>
                      <a:cubicBezTo>
                        <a:pt x="119158" y="19526"/>
                        <a:pt x="135065" y="13145"/>
                        <a:pt x="144304" y="0"/>
                      </a:cubicBezTo>
                      <a:cubicBezTo>
                        <a:pt x="121349" y="13335"/>
                        <a:pt x="94774" y="20288"/>
                        <a:pt x="68199" y="20002"/>
                      </a:cubicBezTo>
                      <a:cubicBezTo>
                        <a:pt x="63246" y="19907"/>
                        <a:pt x="58293" y="19621"/>
                        <a:pt x="53721" y="17812"/>
                      </a:cubicBezTo>
                      <a:cubicBezTo>
                        <a:pt x="49054" y="16002"/>
                        <a:pt x="45149" y="12763"/>
                        <a:pt x="40862" y="10191"/>
                      </a:cubicBezTo>
                      <a:cubicBezTo>
                        <a:pt x="29813" y="3429"/>
                        <a:pt x="12478" y="-2572"/>
                        <a:pt x="0" y="3047"/>
                      </a:cubicBezTo>
                      <a:cubicBezTo>
                        <a:pt x="36290" y="14859"/>
                        <a:pt x="63151" y="34576"/>
                        <a:pt x="83629" y="6772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79" name="Forme libre : forme 16878">
                  <a:extLst>
                    <a:ext uri="{FF2B5EF4-FFF2-40B4-BE49-F238E27FC236}">
                      <a16:creationId xmlns:a16="http://schemas.microsoft.com/office/drawing/2014/main" id="{CADCEEC8-B367-49FD-8A14-329C87833AE3}"/>
                    </a:ext>
                  </a:extLst>
                </p:cNvPr>
                <p:cNvSpPr/>
                <p:nvPr/>
              </p:nvSpPr>
              <p:spPr>
                <a:xfrm>
                  <a:off x="1868047" y="5517577"/>
                  <a:ext cx="151828" cy="260953"/>
                </a:xfrm>
                <a:custGeom>
                  <a:avLst/>
                  <a:gdLst>
                    <a:gd name="connsiteX0" fmla="*/ 62198 w 151828"/>
                    <a:gd name="connsiteY0" fmla="*/ 47117 h 260953"/>
                    <a:gd name="connsiteX1" fmla="*/ 75819 w 151828"/>
                    <a:gd name="connsiteY1" fmla="*/ 128747 h 260953"/>
                    <a:gd name="connsiteX2" fmla="*/ 43815 w 151828"/>
                    <a:gd name="connsiteY2" fmla="*/ 193136 h 260953"/>
                    <a:gd name="connsiteX3" fmla="*/ 0 w 151828"/>
                    <a:gd name="connsiteY3" fmla="*/ 260954 h 260953"/>
                    <a:gd name="connsiteX4" fmla="*/ 79534 w 151828"/>
                    <a:gd name="connsiteY4" fmla="*/ 155512 h 260953"/>
                    <a:gd name="connsiteX5" fmla="*/ 82963 w 151828"/>
                    <a:gd name="connsiteY5" fmla="*/ 252667 h 260953"/>
                    <a:gd name="connsiteX6" fmla="*/ 90773 w 151828"/>
                    <a:gd name="connsiteY6" fmla="*/ 155798 h 260953"/>
                    <a:gd name="connsiteX7" fmla="*/ 104965 w 151828"/>
                    <a:gd name="connsiteY7" fmla="*/ 98457 h 260953"/>
                    <a:gd name="connsiteX8" fmla="*/ 151828 w 151828"/>
                    <a:gd name="connsiteY8" fmla="*/ 70264 h 260953"/>
                    <a:gd name="connsiteX9" fmla="*/ 104680 w 151828"/>
                    <a:gd name="connsiteY9" fmla="*/ 83313 h 260953"/>
                    <a:gd name="connsiteX10" fmla="*/ 94202 w 151828"/>
                    <a:gd name="connsiteY10" fmla="*/ 83884 h 260953"/>
                    <a:gd name="connsiteX11" fmla="*/ 87058 w 151828"/>
                    <a:gd name="connsiteY11" fmla="*/ 75502 h 260953"/>
                    <a:gd name="connsiteX12" fmla="*/ 56769 w 151828"/>
                    <a:gd name="connsiteY12" fmla="*/ 18733 h 260953"/>
                    <a:gd name="connsiteX13" fmla="*/ 8953 w 151828"/>
                    <a:gd name="connsiteY13" fmla="*/ 3493 h 260953"/>
                    <a:gd name="connsiteX14" fmla="*/ 62198 w 151828"/>
                    <a:gd name="connsiteY14" fmla="*/ 47117 h 260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51828" h="260953">
                      <a:moveTo>
                        <a:pt x="62198" y="47117"/>
                      </a:moveTo>
                      <a:cubicBezTo>
                        <a:pt x="77343" y="71025"/>
                        <a:pt x="82391" y="101220"/>
                        <a:pt x="75819" y="128747"/>
                      </a:cubicBezTo>
                      <a:cubicBezTo>
                        <a:pt x="70199" y="152178"/>
                        <a:pt x="56959" y="172943"/>
                        <a:pt x="43815" y="193136"/>
                      </a:cubicBezTo>
                      <a:cubicBezTo>
                        <a:pt x="29242" y="215710"/>
                        <a:pt x="14573" y="238379"/>
                        <a:pt x="0" y="260954"/>
                      </a:cubicBezTo>
                      <a:cubicBezTo>
                        <a:pt x="26479" y="225806"/>
                        <a:pt x="53054" y="190659"/>
                        <a:pt x="79534" y="155512"/>
                      </a:cubicBezTo>
                      <a:cubicBezTo>
                        <a:pt x="67818" y="186659"/>
                        <a:pt x="69056" y="222473"/>
                        <a:pt x="82963" y="252667"/>
                      </a:cubicBezTo>
                      <a:cubicBezTo>
                        <a:pt x="85534" y="220377"/>
                        <a:pt x="88106" y="188088"/>
                        <a:pt x="90773" y="155798"/>
                      </a:cubicBezTo>
                      <a:cubicBezTo>
                        <a:pt x="92392" y="135986"/>
                        <a:pt x="94202" y="115221"/>
                        <a:pt x="104965" y="98457"/>
                      </a:cubicBezTo>
                      <a:cubicBezTo>
                        <a:pt x="115157" y="82551"/>
                        <a:pt x="132969" y="71787"/>
                        <a:pt x="151828" y="70264"/>
                      </a:cubicBezTo>
                      <a:cubicBezTo>
                        <a:pt x="136112" y="74645"/>
                        <a:pt x="120396" y="78931"/>
                        <a:pt x="104680" y="83313"/>
                      </a:cubicBezTo>
                      <a:cubicBezTo>
                        <a:pt x="101251" y="84265"/>
                        <a:pt x="97536" y="85217"/>
                        <a:pt x="94202" y="83884"/>
                      </a:cubicBezTo>
                      <a:cubicBezTo>
                        <a:pt x="90678" y="82455"/>
                        <a:pt x="88678" y="78931"/>
                        <a:pt x="87058" y="75502"/>
                      </a:cubicBezTo>
                      <a:cubicBezTo>
                        <a:pt x="77724" y="55976"/>
                        <a:pt x="72485" y="33497"/>
                        <a:pt x="56769" y="18733"/>
                      </a:cubicBezTo>
                      <a:cubicBezTo>
                        <a:pt x="48292" y="10732"/>
                        <a:pt x="18193" y="-7651"/>
                        <a:pt x="8953" y="3493"/>
                      </a:cubicBezTo>
                      <a:cubicBezTo>
                        <a:pt x="30004" y="15018"/>
                        <a:pt x="48863" y="25972"/>
                        <a:pt x="62198" y="4711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80" name="Forme libre : forme 16879">
                  <a:extLst>
                    <a:ext uri="{FF2B5EF4-FFF2-40B4-BE49-F238E27FC236}">
                      <a16:creationId xmlns:a16="http://schemas.microsoft.com/office/drawing/2014/main" id="{5F6F9E9C-1984-4302-8C8F-BD5E50270249}"/>
                    </a:ext>
                  </a:extLst>
                </p:cNvPr>
                <p:cNvSpPr/>
                <p:nvPr/>
              </p:nvSpPr>
              <p:spPr>
                <a:xfrm>
                  <a:off x="1992443" y="5330856"/>
                  <a:ext cx="113918" cy="128302"/>
                </a:xfrm>
                <a:custGeom>
                  <a:avLst/>
                  <a:gdLst>
                    <a:gd name="connsiteX0" fmla="*/ 62198 w 113918"/>
                    <a:gd name="connsiteY0" fmla="*/ 74200 h 128302"/>
                    <a:gd name="connsiteX1" fmla="*/ 32004 w 113918"/>
                    <a:gd name="connsiteY1" fmla="*/ 95060 h 128302"/>
                    <a:gd name="connsiteX2" fmla="*/ 0 w 113918"/>
                    <a:gd name="connsiteY2" fmla="*/ 128302 h 128302"/>
                    <a:gd name="connsiteX3" fmla="*/ 52388 w 113918"/>
                    <a:gd name="connsiteY3" fmla="*/ 92583 h 128302"/>
                    <a:gd name="connsiteX4" fmla="*/ 113919 w 113918"/>
                    <a:gd name="connsiteY4" fmla="*/ 92107 h 128302"/>
                    <a:gd name="connsiteX5" fmla="*/ 101917 w 113918"/>
                    <a:gd name="connsiteY5" fmla="*/ 56198 h 128302"/>
                    <a:gd name="connsiteX6" fmla="*/ 100203 w 113918"/>
                    <a:gd name="connsiteY6" fmla="*/ 0 h 128302"/>
                    <a:gd name="connsiteX7" fmla="*/ 62198 w 113918"/>
                    <a:gd name="connsiteY7" fmla="*/ 74200 h 128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918" h="128302">
                      <a:moveTo>
                        <a:pt x="62198" y="74200"/>
                      </a:moveTo>
                      <a:cubicBezTo>
                        <a:pt x="52864" y="82105"/>
                        <a:pt x="41910" y="87916"/>
                        <a:pt x="32004" y="95060"/>
                      </a:cubicBezTo>
                      <a:cubicBezTo>
                        <a:pt x="19526" y="104108"/>
                        <a:pt x="8572" y="115443"/>
                        <a:pt x="0" y="128302"/>
                      </a:cubicBezTo>
                      <a:cubicBezTo>
                        <a:pt x="16288" y="114681"/>
                        <a:pt x="32861" y="100870"/>
                        <a:pt x="52388" y="92583"/>
                      </a:cubicBezTo>
                      <a:cubicBezTo>
                        <a:pt x="71914" y="84297"/>
                        <a:pt x="95155" y="82201"/>
                        <a:pt x="113919" y="92107"/>
                      </a:cubicBezTo>
                      <a:cubicBezTo>
                        <a:pt x="103441" y="84297"/>
                        <a:pt x="102203" y="69342"/>
                        <a:pt x="101917" y="56198"/>
                      </a:cubicBezTo>
                      <a:cubicBezTo>
                        <a:pt x="101441" y="37624"/>
                        <a:pt x="102108" y="18574"/>
                        <a:pt x="100203" y="0"/>
                      </a:cubicBezTo>
                      <a:cubicBezTo>
                        <a:pt x="93726" y="28004"/>
                        <a:pt x="84868" y="54959"/>
                        <a:pt x="62198" y="7420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81" name="Forme libre : forme 16880">
                  <a:extLst>
                    <a:ext uri="{FF2B5EF4-FFF2-40B4-BE49-F238E27FC236}">
                      <a16:creationId xmlns:a16="http://schemas.microsoft.com/office/drawing/2014/main" id="{DD554E78-C18B-4138-838F-2CC504DB5039}"/>
                    </a:ext>
                  </a:extLst>
                </p:cNvPr>
                <p:cNvSpPr/>
                <p:nvPr/>
              </p:nvSpPr>
              <p:spPr>
                <a:xfrm>
                  <a:off x="1762700" y="5295519"/>
                  <a:ext cx="57052" cy="64579"/>
                </a:xfrm>
                <a:custGeom>
                  <a:avLst/>
                  <a:gdLst>
                    <a:gd name="connsiteX0" fmla="*/ 40196 w 57052"/>
                    <a:gd name="connsiteY0" fmla="*/ 29908 h 64579"/>
                    <a:gd name="connsiteX1" fmla="*/ 0 w 57052"/>
                    <a:gd name="connsiteY1" fmla="*/ 64579 h 64579"/>
                    <a:gd name="connsiteX2" fmla="*/ 49625 w 57052"/>
                    <a:gd name="connsiteY2" fmla="*/ 62579 h 64579"/>
                    <a:gd name="connsiteX3" fmla="*/ 37338 w 57052"/>
                    <a:gd name="connsiteY3" fmla="*/ 59626 h 64579"/>
                    <a:gd name="connsiteX4" fmla="*/ 49435 w 57052"/>
                    <a:gd name="connsiteY4" fmla="*/ 32480 h 64579"/>
                    <a:gd name="connsiteX5" fmla="*/ 56769 w 57052"/>
                    <a:gd name="connsiteY5" fmla="*/ 0 h 64579"/>
                    <a:gd name="connsiteX6" fmla="*/ 40196 w 57052"/>
                    <a:gd name="connsiteY6" fmla="*/ 29908 h 64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7052" h="64579">
                      <a:moveTo>
                        <a:pt x="40196" y="29908"/>
                      </a:moveTo>
                      <a:cubicBezTo>
                        <a:pt x="31052" y="45529"/>
                        <a:pt x="17240" y="59150"/>
                        <a:pt x="0" y="64579"/>
                      </a:cubicBezTo>
                      <a:cubicBezTo>
                        <a:pt x="16383" y="62007"/>
                        <a:pt x="33052" y="61341"/>
                        <a:pt x="49625" y="62579"/>
                      </a:cubicBezTo>
                      <a:cubicBezTo>
                        <a:pt x="45529" y="61626"/>
                        <a:pt x="41434" y="60579"/>
                        <a:pt x="37338" y="59626"/>
                      </a:cubicBezTo>
                      <a:cubicBezTo>
                        <a:pt x="36767" y="49530"/>
                        <a:pt x="44482" y="41243"/>
                        <a:pt x="49435" y="32480"/>
                      </a:cubicBezTo>
                      <a:cubicBezTo>
                        <a:pt x="54578" y="23146"/>
                        <a:pt x="58103" y="10573"/>
                        <a:pt x="56769" y="0"/>
                      </a:cubicBezTo>
                      <a:cubicBezTo>
                        <a:pt x="48768" y="2762"/>
                        <a:pt x="45053" y="21621"/>
                        <a:pt x="40196" y="2990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82" name="Forme libre : forme 16881">
                  <a:extLst>
                    <a:ext uri="{FF2B5EF4-FFF2-40B4-BE49-F238E27FC236}">
                      <a16:creationId xmlns:a16="http://schemas.microsoft.com/office/drawing/2014/main" id="{763916EA-5A48-4A25-95D3-AB71883CF0E1}"/>
                    </a:ext>
                  </a:extLst>
                </p:cNvPr>
                <p:cNvSpPr/>
                <p:nvPr/>
              </p:nvSpPr>
              <p:spPr>
                <a:xfrm>
                  <a:off x="2127637" y="5590888"/>
                  <a:ext cx="172273" cy="210598"/>
                </a:xfrm>
                <a:custGeom>
                  <a:avLst/>
                  <a:gdLst>
                    <a:gd name="connsiteX0" fmla="*/ 17968 w 172273"/>
                    <a:gd name="connsiteY0" fmla="*/ 24003 h 210598"/>
                    <a:gd name="connsiteX1" fmla="*/ 60736 w 172273"/>
                    <a:gd name="connsiteY1" fmla="*/ 62579 h 210598"/>
                    <a:gd name="connsiteX2" fmla="*/ 81119 w 172273"/>
                    <a:gd name="connsiteY2" fmla="*/ 115253 h 210598"/>
                    <a:gd name="connsiteX3" fmla="*/ 72070 w 172273"/>
                    <a:gd name="connsiteY3" fmla="*/ 150495 h 210598"/>
                    <a:gd name="connsiteX4" fmla="*/ 28350 w 172273"/>
                    <a:gd name="connsiteY4" fmla="*/ 210598 h 210598"/>
                    <a:gd name="connsiteX5" fmla="*/ 75404 w 172273"/>
                    <a:gd name="connsiteY5" fmla="*/ 157068 h 210598"/>
                    <a:gd name="connsiteX6" fmla="*/ 89691 w 172273"/>
                    <a:gd name="connsiteY6" fmla="*/ 129921 h 210598"/>
                    <a:gd name="connsiteX7" fmla="*/ 91787 w 172273"/>
                    <a:gd name="connsiteY7" fmla="*/ 115158 h 210598"/>
                    <a:gd name="connsiteX8" fmla="*/ 115219 w 172273"/>
                    <a:gd name="connsiteY8" fmla="*/ 95631 h 210598"/>
                    <a:gd name="connsiteX9" fmla="*/ 172273 w 172273"/>
                    <a:gd name="connsiteY9" fmla="*/ 70009 h 210598"/>
                    <a:gd name="connsiteX10" fmla="*/ 108741 w 172273"/>
                    <a:gd name="connsiteY10" fmla="*/ 91060 h 210598"/>
                    <a:gd name="connsiteX11" fmla="*/ 99407 w 172273"/>
                    <a:gd name="connsiteY11" fmla="*/ 92583 h 210598"/>
                    <a:gd name="connsiteX12" fmla="*/ 89501 w 172273"/>
                    <a:gd name="connsiteY12" fmla="*/ 86011 h 210598"/>
                    <a:gd name="connsiteX13" fmla="*/ 49401 w 172273"/>
                    <a:gd name="connsiteY13" fmla="*/ 35433 h 210598"/>
                    <a:gd name="connsiteX14" fmla="*/ 537 w 172273"/>
                    <a:gd name="connsiteY14" fmla="*/ 0 h 210598"/>
                    <a:gd name="connsiteX15" fmla="*/ 17968 w 172273"/>
                    <a:gd name="connsiteY15" fmla="*/ 24003 h 210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2273" h="210598">
                      <a:moveTo>
                        <a:pt x="17968" y="24003"/>
                      </a:moveTo>
                      <a:cubicBezTo>
                        <a:pt x="33208" y="35719"/>
                        <a:pt x="48639" y="47625"/>
                        <a:pt x="60736" y="62579"/>
                      </a:cubicBezTo>
                      <a:cubicBezTo>
                        <a:pt x="72832" y="77534"/>
                        <a:pt x="81500" y="96012"/>
                        <a:pt x="81119" y="115253"/>
                      </a:cubicBezTo>
                      <a:cubicBezTo>
                        <a:pt x="80833" y="127445"/>
                        <a:pt x="77023" y="139351"/>
                        <a:pt x="72070" y="150495"/>
                      </a:cubicBezTo>
                      <a:cubicBezTo>
                        <a:pt x="61878" y="173260"/>
                        <a:pt x="46924" y="193929"/>
                        <a:pt x="28350" y="210598"/>
                      </a:cubicBezTo>
                      <a:cubicBezTo>
                        <a:pt x="45114" y="193739"/>
                        <a:pt x="60831" y="175832"/>
                        <a:pt x="75404" y="157068"/>
                      </a:cubicBezTo>
                      <a:cubicBezTo>
                        <a:pt x="81786" y="148876"/>
                        <a:pt x="88072" y="140113"/>
                        <a:pt x="89691" y="129921"/>
                      </a:cubicBezTo>
                      <a:cubicBezTo>
                        <a:pt x="90453" y="124969"/>
                        <a:pt x="90168" y="119825"/>
                        <a:pt x="91787" y="115158"/>
                      </a:cubicBezTo>
                      <a:cubicBezTo>
                        <a:pt x="95121" y="105252"/>
                        <a:pt x="105598" y="99918"/>
                        <a:pt x="115219" y="95631"/>
                      </a:cubicBezTo>
                      <a:cubicBezTo>
                        <a:pt x="134269" y="87059"/>
                        <a:pt x="153223" y="78581"/>
                        <a:pt x="172273" y="70009"/>
                      </a:cubicBezTo>
                      <a:cubicBezTo>
                        <a:pt x="151128" y="77058"/>
                        <a:pt x="129887" y="84011"/>
                        <a:pt x="108741" y="91060"/>
                      </a:cubicBezTo>
                      <a:cubicBezTo>
                        <a:pt x="105694" y="92107"/>
                        <a:pt x="102550" y="93059"/>
                        <a:pt x="99407" y="92583"/>
                      </a:cubicBezTo>
                      <a:cubicBezTo>
                        <a:pt x="95406" y="91916"/>
                        <a:pt x="92263" y="88964"/>
                        <a:pt x="89501" y="86011"/>
                      </a:cubicBezTo>
                      <a:cubicBezTo>
                        <a:pt x="74642" y="70390"/>
                        <a:pt x="63212" y="52007"/>
                        <a:pt x="49401" y="35433"/>
                      </a:cubicBezTo>
                      <a:cubicBezTo>
                        <a:pt x="37399" y="21050"/>
                        <a:pt x="19873" y="2572"/>
                        <a:pt x="537" y="0"/>
                      </a:cubicBezTo>
                      <a:cubicBezTo>
                        <a:pt x="-2796" y="11240"/>
                        <a:pt x="10158" y="18002"/>
                        <a:pt x="17968" y="2400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83" name="Forme libre : forme 16882">
                  <a:extLst>
                    <a:ext uri="{FF2B5EF4-FFF2-40B4-BE49-F238E27FC236}">
                      <a16:creationId xmlns:a16="http://schemas.microsoft.com/office/drawing/2014/main" id="{20CFDAE2-7E0E-4ADB-9B2E-5F736A7FF8F5}"/>
                    </a:ext>
                  </a:extLst>
                </p:cNvPr>
                <p:cNvSpPr/>
                <p:nvPr/>
              </p:nvSpPr>
              <p:spPr>
                <a:xfrm>
                  <a:off x="2248475" y="5295686"/>
                  <a:ext cx="206120" cy="201328"/>
                </a:xfrm>
                <a:custGeom>
                  <a:avLst/>
                  <a:gdLst>
                    <a:gd name="connsiteX0" fmla="*/ 120396 w 206120"/>
                    <a:gd name="connsiteY0" fmla="*/ 70889 h 201328"/>
                    <a:gd name="connsiteX1" fmla="*/ 91726 w 206120"/>
                    <a:gd name="connsiteY1" fmla="*/ 150137 h 201328"/>
                    <a:gd name="connsiteX2" fmla="*/ 0 w 206120"/>
                    <a:gd name="connsiteY2" fmla="*/ 199667 h 201328"/>
                    <a:gd name="connsiteX3" fmla="*/ 79057 w 206120"/>
                    <a:gd name="connsiteY3" fmla="*/ 180998 h 201328"/>
                    <a:gd name="connsiteX4" fmla="*/ 118300 w 206120"/>
                    <a:gd name="connsiteY4" fmla="*/ 109846 h 201328"/>
                    <a:gd name="connsiteX5" fmla="*/ 120777 w 206120"/>
                    <a:gd name="connsiteY5" fmla="*/ 89939 h 201328"/>
                    <a:gd name="connsiteX6" fmla="*/ 142875 w 206120"/>
                    <a:gd name="connsiteY6" fmla="*/ 63936 h 201328"/>
                    <a:gd name="connsiteX7" fmla="*/ 206121 w 206120"/>
                    <a:gd name="connsiteY7" fmla="*/ 52792 h 201328"/>
                    <a:gd name="connsiteX8" fmla="*/ 144304 w 206120"/>
                    <a:gd name="connsiteY8" fmla="*/ 28598 h 201328"/>
                    <a:gd name="connsiteX9" fmla="*/ 112585 w 206120"/>
                    <a:gd name="connsiteY9" fmla="*/ 1261 h 201328"/>
                    <a:gd name="connsiteX10" fmla="*/ 120396 w 206120"/>
                    <a:gd name="connsiteY10" fmla="*/ 70889 h 201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6120" h="201328">
                      <a:moveTo>
                        <a:pt x="120396" y="70889"/>
                      </a:moveTo>
                      <a:cubicBezTo>
                        <a:pt x="118967" y="99464"/>
                        <a:pt x="110014" y="128134"/>
                        <a:pt x="91726" y="150137"/>
                      </a:cubicBezTo>
                      <a:cubicBezTo>
                        <a:pt x="69056" y="177283"/>
                        <a:pt x="34480" y="191666"/>
                        <a:pt x="0" y="199667"/>
                      </a:cubicBezTo>
                      <a:cubicBezTo>
                        <a:pt x="27432" y="204810"/>
                        <a:pt x="56864" y="197857"/>
                        <a:pt x="79057" y="180998"/>
                      </a:cubicBezTo>
                      <a:cubicBezTo>
                        <a:pt x="101251" y="164139"/>
                        <a:pt x="115824" y="137659"/>
                        <a:pt x="118300" y="109846"/>
                      </a:cubicBezTo>
                      <a:cubicBezTo>
                        <a:pt x="118872" y="103179"/>
                        <a:pt x="118777" y="96321"/>
                        <a:pt x="120777" y="89939"/>
                      </a:cubicBezTo>
                      <a:cubicBezTo>
                        <a:pt x="124301" y="78890"/>
                        <a:pt x="133445" y="70699"/>
                        <a:pt x="142875" y="63936"/>
                      </a:cubicBezTo>
                      <a:cubicBezTo>
                        <a:pt x="161354" y="50600"/>
                        <a:pt x="186880" y="40695"/>
                        <a:pt x="206121" y="52792"/>
                      </a:cubicBezTo>
                      <a:cubicBezTo>
                        <a:pt x="191071" y="36123"/>
                        <a:pt x="163639" y="39932"/>
                        <a:pt x="144304" y="28598"/>
                      </a:cubicBezTo>
                      <a:cubicBezTo>
                        <a:pt x="135731" y="23550"/>
                        <a:pt x="118967" y="-6454"/>
                        <a:pt x="112585" y="1261"/>
                      </a:cubicBezTo>
                      <a:cubicBezTo>
                        <a:pt x="108585" y="5928"/>
                        <a:pt x="120967" y="60411"/>
                        <a:pt x="120396" y="7088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84" name="Forme libre : forme 16883">
                  <a:extLst>
                    <a:ext uri="{FF2B5EF4-FFF2-40B4-BE49-F238E27FC236}">
                      <a16:creationId xmlns:a16="http://schemas.microsoft.com/office/drawing/2014/main" id="{E1007883-C111-400F-BE7B-9E8A4FFDE6CE}"/>
                    </a:ext>
                  </a:extLst>
                </p:cNvPr>
                <p:cNvSpPr/>
                <p:nvPr/>
              </p:nvSpPr>
              <p:spPr>
                <a:xfrm>
                  <a:off x="2505555" y="5279326"/>
                  <a:ext cx="29468" cy="56483"/>
                </a:xfrm>
                <a:custGeom>
                  <a:avLst/>
                  <a:gdLst>
                    <a:gd name="connsiteX0" fmla="*/ 24003 w 29468"/>
                    <a:gd name="connsiteY0" fmla="*/ 0 h 56483"/>
                    <a:gd name="connsiteX1" fmla="*/ 28670 w 29468"/>
                    <a:gd name="connsiteY1" fmla="*/ 19907 h 56483"/>
                    <a:gd name="connsiteX2" fmla="*/ 0 w 29468"/>
                    <a:gd name="connsiteY2" fmla="*/ 56483 h 56483"/>
                    <a:gd name="connsiteX3" fmla="*/ 24003 w 29468"/>
                    <a:gd name="connsiteY3" fmla="*/ 0 h 56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468" h="56483">
                      <a:moveTo>
                        <a:pt x="24003" y="0"/>
                      </a:moveTo>
                      <a:cubicBezTo>
                        <a:pt x="25813" y="6572"/>
                        <a:pt x="27337" y="13240"/>
                        <a:pt x="28670" y="19907"/>
                      </a:cubicBezTo>
                      <a:cubicBezTo>
                        <a:pt x="33242" y="42767"/>
                        <a:pt x="17431" y="47816"/>
                        <a:pt x="0" y="56483"/>
                      </a:cubicBezTo>
                      <a:cubicBezTo>
                        <a:pt x="12002" y="44482"/>
                        <a:pt x="28956" y="18383"/>
                        <a:pt x="24003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85" name="Forme libre : forme 16884">
                  <a:extLst>
                    <a:ext uri="{FF2B5EF4-FFF2-40B4-BE49-F238E27FC236}">
                      <a16:creationId xmlns:a16="http://schemas.microsoft.com/office/drawing/2014/main" id="{D2AFBAAF-3DA3-4E66-B26E-D0D2C4DE880C}"/>
                    </a:ext>
                  </a:extLst>
                </p:cNvPr>
                <p:cNvSpPr/>
                <p:nvPr/>
              </p:nvSpPr>
              <p:spPr>
                <a:xfrm>
                  <a:off x="2364680" y="5553741"/>
                  <a:ext cx="118776" cy="182880"/>
                </a:xfrm>
                <a:custGeom>
                  <a:avLst/>
                  <a:gdLst>
                    <a:gd name="connsiteX0" fmla="*/ 118777 w 118776"/>
                    <a:gd name="connsiteY0" fmla="*/ 0 h 182880"/>
                    <a:gd name="connsiteX1" fmla="*/ 87916 w 118776"/>
                    <a:gd name="connsiteY1" fmla="*/ 30956 h 182880"/>
                    <a:gd name="connsiteX2" fmla="*/ 74009 w 118776"/>
                    <a:gd name="connsiteY2" fmla="*/ 38576 h 182880"/>
                    <a:gd name="connsiteX3" fmla="*/ 61246 w 118776"/>
                    <a:gd name="connsiteY3" fmla="*/ 67246 h 182880"/>
                    <a:gd name="connsiteX4" fmla="*/ 55817 w 118776"/>
                    <a:gd name="connsiteY4" fmla="*/ 133541 h 182880"/>
                    <a:gd name="connsiteX5" fmla="*/ 73438 w 118776"/>
                    <a:gd name="connsiteY5" fmla="*/ 182880 h 182880"/>
                    <a:gd name="connsiteX6" fmla="*/ 50483 w 118776"/>
                    <a:gd name="connsiteY6" fmla="*/ 85249 h 182880"/>
                    <a:gd name="connsiteX7" fmla="*/ 0 w 118776"/>
                    <a:gd name="connsiteY7" fmla="*/ 126778 h 182880"/>
                    <a:gd name="connsiteX8" fmla="*/ 34290 w 118776"/>
                    <a:gd name="connsiteY8" fmla="*/ 90583 h 182880"/>
                    <a:gd name="connsiteX9" fmla="*/ 45529 w 118776"/>
                    <a:gd name="connsiteY9" fmla="*/ 53340 h 182880"/>
                    <a:gd name="connsiteX10" fmla="*/ 29242 w 118776"/>
                    <a:gd name="connsiteY10" fmla="*/ 31718 h 182880"/>
                    <a:gd name="connsiteX11" fmla="*/ 17717 w 118776"/>
                    <a:gd name="connsiteY11" fmla="*/ 10382 h 182880"/>
                    <a:gd name="connsiteX12" fmla="*/ 118777 w 118776"/>
                    <a:gd name="connsiteY12" fmla="*/ 0 h 18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8776" h="182880">
                      <a:moveTo>
                        <a:pt x="118777" y="0"/>
                      </a:moveTo>
                      <a:cubicBezTo>
                        <a:pt x="110109" y="11811"/>
                        <a:pt x="100870" y="24003"/>
                        <a:pt x="87916" y="30956"/>
                      </a:cubicBezTo>
                      <a:cubicBezTo>
                        <a:pt x="83249" y="33433"/>
                        <a:pt x="78105" y="35243"/>
                        <a:pt x="74009" y="38576"/>
                      </a:cubicBezTo>
                      <a:cubicBezTo>
                        <a:pt x="65627" y="45244"/>
                        <a:pt x="62960" y="56674"/>
                        <a:pt x="61246" y="67246"/>
                      </a:cubicBezTo>
                      <a:cubicBezTo>
                        <a:pt x="57626" y="89154"/>
                        <a:pt x="55817" y="111347"/>
                        <a:pt x="55817" y="133541"/>
                      </a:cubicBezTo>
                      <a:cubicBezTo>
                        <a:pt x="55817" y="151733"/>
                        <a:pt x="58388" y="172593"/>
                        <a:pt x="73438" y="182880"/>
                      </a:cubicBezTo>
                      <a:cubicBezTo>
                        <a:pt x="50768" y="156972"/>
                        <a:pt x="47530" y="119443"/>
                        <a:pt x="50483" y="85249"/>
                      </a:cubicBezTo>
                      <a:cubicBezTo>
                        <a:pt x="46101" y="108490"/>
                        <a:pt x="23622" y="126968"/>
                        <a:pt x="0" y="126778"/>
                      </a:cubicBezTo>
                      <a:cubicBezTo>
                        <a:pt x="12859" y="116110"/>
                        <a:pt x="24384" y="103917"/>
                        <a:pt x="34290" y="90583"/>
                      </a:cubicBezTo>
                      <a:cubicBezTo>
                        <a:pt x="42386" y="79724"/>
                        <a:pt x="49721" y="66199"/>
                        <a:pt x="45529" y="53340"/>
                      </a:cubicBezTo>
                      <a:cubicBezTo>
                        <a:pt x="42767" y="44672"/>
                        <a:pt x="35338" y="38481"/>
                        <a:pt x="29242" y="31718"/>
                      </a:cubicBezTo>
                      <a:cubicBezTo>
                        <a:pt x="23717" y="25527"/>
                        <a:pt x="17431" y="18288"/>
                        <a:pt x="17717" y="10382"/>
                      </a:cubicBezTo>
                      <a:cubicBezTo>
                        <a:pt x="52578" y="23336"/>
                        <a:pt x="89440" y="30956"/>
                        <a:pt x="118777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86" name="Forme libre : forme 16885">
                  <a:extLst>
                    <a:ext uri="{FF2B5EF4-FFF2-40B4-BE49-F238E27FC236}">
                      <a16:creationId xmlns:a16="http://schemas.microsoft.com/office/drawing/2014/main" id="{A11998D8-B4A9-481A-87A8-61EB3ADA40E9}"/>
                    </a:ext>
                  </a:extLst>
                </p:cNvPr>
                <p:cNvSpPr/>
                <p:nvPr/>
              </p:nvSpPr>
              <p:spPr>
                <a:xfrm>
                  <a:off x="2622236" y="5500782"/>
                  <a:ext cx="189166" cy="267938"/>
                </a:xfrm>
                <a:custGeom>
                  <a:avLst/>
                  <a:gdLst>
                    <a:gd name="connsiteX0" fmla="*/ 69152 w 189166"/>
                    <a:gd name="connsiteY0" fmla="*/ 150209 h 267938"/>
                    <a:gd name="connsiteX1" fmla="*/ 37052 w 189166"/>
                    <a:gd name="connsiteY1" fmla="*/ 267938 h 267938"/>
                    <a:gd name="connsiteX2" fmla="*/ 84677 w 189166"/>
                    <a:gd name="connsiteY2" fmla="*/ 150114 h 267938"/>
                    <a:gd name="connsiteX3" fmla="*/ 189166 w 189166"/>
                    <a:gd name="connsiteY3" fmla="*/ 174117 h 267938"/>
                    <a:gd name="connsiteX4" fmla="*/ 116681 w 189166"/>
                    <a:gd name="connsiteY4" fmla="*/ 159734 h 267938"/>
                    <a:gd name="connsiteX5" fmla="*/ 87821 w 189166"/>
                    <a:gd name="connsiteY5" fmla="*/ 132874 h 267938"/>
                    <a:gd name="connsiteX6" fmla="*/ 80201 w 189166"/>
                    <a:gd name="connsiteY6" fmla="*/ 122301 h 267938"/>
                    <a:gd name="connsiteX7" fmla="*/ 77819 w 189166"/>
                    <a:gd name="connsiteY7" fmla="*/ 112109 h 267938"/>
                    <a:gd name="connsiteX8" fmla="*/ 100870 w 189166"/>
                    <a:gd name="connsiteY8" fmla="*/ 0 h 267938"/>
                    <a:gd name="connsiteX9" fmla="*/ 64579 w 189166"/>
                    <a:gd name="connsiteY9" fmla="*/ 78962 h 267938"/>
                    <a:gd name="connsiteX10" fmla="*/ 60960 w 189166"/>
                    <a:gd name="connsiteY10" fmla="*/ 84011 h 267938"/>
                    <a:gd name="connsiteX11" fmla="*/ 49625 w 189166"/>
                    <a:gd name="connsiteY11" fmla="*/ 82010 h 267938"/>
                    <a:gd name="connsiteX12" fmla="*/ 0 w 189166"/>
                    <a:gd name="connsiteY12" fmla="*/ 52864 h 267938"/>
                    <a:gd name="connsiteX13" fmla="*/ 69152 w 189166"/>
                    <a:gd name="connsiteY13" fmla="*/ 150209 h 267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89166" h="267938">
                      <a:moveTo>
                        <a:pt x="69152" y="150209"/>
                      </a:moveTo>
                      <a:cubicBezTo>
                        <a:pt x="77438" y="191643"/>
                        <a:pt x="65627" y="236887"/>
                        <a:pt x="37052" y="267938"/>
                      </a:cubicBezTo>
                      <a:cubicBezTo>
                        <a:pt x="67628" y="237554"/>
                        <a:pt x="76867" y="192405"/>
                        <a:pt x="84677" y="150114"/>
                      </a:cubicBezTo>
                      <a:cubicBezTo>
                        <a:pt x="107823" y="181356"/>
                        <a:pt x="154686" y="192119"/>
                        <a:pt x="189166" y="174117"/>
                      </a:cubicBezTo>
                      <a:cubicBezTo>
                        <a:pt x="164116" y="175831"/>
                        <a:pt x="137731" y="173450"/>
                        <a:pt x="116681" y="159734"/>
                      </a:cubicBezTo>
                      <a:cubicBezTo>
                        <a:pt x="105632" y="152591"/>
                        <a:pt x="96679" y="142684"/>
                        <a:pt x="87821" y="132874"/>
                      </a:cubicBezTo>
                      <a:cubicBezTo>
                        <a:pt x="84868" y="129635"/>
                        <a:pt x="81915" y="126302"/>
                        <a:pt x="80201" y="122301"/>
                      </a:cubicBezTo>
                      <a:cubicBezTo>
                        <a:pt x="78772" y="119063"/>
                        <a:pt x="78296" y="115634"/>
                        <a:pt x="77819" y="112109"/>
                      </a:cubicBezTo>
                      <a:cubicBezTo>
                        <a:pt x="73057" y="73533"/>
                        <a:pt x="81248" y="33528"/>
                        <a:pt x="100870" y="0"/>
                      </a:cubicBezTo>
                      <a:cubicBezTo>
                        <a:pt x="88773" y="26289"/>
                        <a:pt x="76676" y="52673"/>
                        <a:pt x="64579" y="78962"/>
                      </a:cubicBezTo>
                      <a:cubicBezTo>
                        <a:pt x="63722" y="80867"/>
                        <a:pt x="62770" y="82868"/>
                        <a:pt x="60960" y="84011"/>
                      </a:cubicBezTo>
                      <a:cubicBezTo>
                        <a:pt x="57531" y="86201"/>
                        <a:pt x="53149" y="84106"/>
                        <a:pt x="49625" y="82010"/>
                      </a:cubicBezTo>
                      <a:cubicBezTo>
                        <a:pt x="33814" y="72390"/>
                        <a:pt x="17145" y="59245"/>
                        <a:pt x="0" y="52864"/>
                      </a:cubicBezTo>
                      <a:cubicBezTo>
                        <a:pt x="32576" y="80772"/>
                        <a:pt x="60007" y="105918"/>
                        <a:pt x="69152" y="15020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87" name="Forme libre : forme 16886">
                  <a:extLst>
                    <a:ext uri="{FF2B5EF4-FFF2-40B4-BE49-F238E27FC236}">
                      <a16:creationId xmlns:a16="http://schemas.microsoft.com/office/drawing/2014/main" id="{EE15C6F3-F6BB-4F6D-81C3-E51B7D21E362}"/>
                    </a:ext>
                  </a:extLst>
                </p:cNvPr>
                <p:cNvSpPr/>
                <p:nvPr/>
              </p:nvSpPr>
              <p:spPr>
                <a:xfrm>
                  <a:off x="2647001" y="5255228"/>
                  <a:ext cx="71532" cy="92297"/>
                </a:xfrm>
                <a:custGeom>
                  <a:avLst/>
                  <a:gdLst>
                    <a:gd name="connsiteX0" fmla="*/ 46577 w 71532"/>
                    <a:gd name="connsiteY0" fmla="*/ 61436 h 92297"/>
                    <a:gd name="connsiteX1" fmla="*/ 54864 w 71532"/>
                    <a:gd name="connsiteY1" fmla="*/ 44196 h 92297"/>
                    <a:gd name="connsiteX2" fmla="*/ 71533 w 71532"/>
                    <a:gd name="connsiteY2" fmla="*/ 0 h 92297"/>
                    <a:gd name="connsiteX3" fmla="*/ 49339 w 71532"/>
                    <a:gd name="connsiteY3" fmla="*/ 62389 h 92297"/>
                    <a:gd name="connsiteX4" fmla="*/ 0 w 71532"/>
                    <a:gd name="connsiteY4" fmla="*/ 92297 h 92297"/>
                    <a:gd name="connsiteX5" fmla="*/ 46577 w 71532"/>
                    <a:gd name="connsiteY5" fmla="*/ 61436 h 92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1532" h="92297">
                      <a:moveTo>
                        <a:pt x="46577" y="61436"/>
                      </a:moveTo>
                      <a:cubicBezTo>
                        <a:pt x="50292" y="56293"/>
                        <a:pt x="52578" y="50197"/>
                        <a:pt x="54864" y="44196"/>
                      </a:cubicBezTo>
                      <a:cubicBezTo>
                        <a:pt x="60388" y="29433"/>
                        <a:pt x="66008" y="14764"/>
                        <a:pt x="71533" y="0"/>
                      </a:cubicBezTo>
                      <a:cubicBezTo>
                        <a:pt x="63055" y="19812"/>
                        <a:pt x="59817" y="43625"/>
                        <a:pt x="49339" y="62389"/>
                      </a:cubicBezTo>
                      <a:cubicBezTo>
                        <a:pt x="38767" y="81439"/>
                        <a:pt x="19336" y="85630"/>
                        <a:pt x="0" y="92297"/>
                      </a:cubicBezTo>
                      <a:cubicBezTo>
                        <a:pt x="14764" y="81153"/>
                        <a:pt x="35338" y="77058"/>
                        <a:pt x="46577" y="6143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88" name="Forme libre : forme 16887">
                  <a:extLst>
                    <a:ext uri="{FF2B5EF4-FFF2-40B4-BE49-F238E27FC236}">
                      <a16:creationId xmlns:a16="http://schemas.microsoft.com/office/drawing/2014/main" id="{CB6DBC2C-7819-4EF8-92FD-30226EE879FF}"/>
                    </a:ext>
                  </a:extLst>
                </p:cNvPr>
                <p:cNvSpPr/>
                <p:nvPr/>
              </p:nvSpPr>
              <p:spPr>
                <a:xfrm>
                  <a:off x="2810641" y="5313330"/>
                  <a:ext cx="156682" cy="269271"/>
                </a:xfrm>
                <a:custGeom>
                  <a:avLst/>
                  <a:gdLst>
                    <a:gd name="connsiteX0" fmla="*/ 122206 w 156682"/>
                    <a:gd name="connsiteY0" fmla="*/ 94679 h 269271"/>
                    <a:gd name="connsiteX1" fmla="*/ 0 w 156682"/>
                    <a:gd name="connsiteY1" fmla="*/ 146113 h 269271"/>
                    <a:gd name="connsiteX2" fmla="*/ 84011 w 156682"/>
                    <a:gd name="connsiteY2" fmla="*/ 149066 h 269271"/>
                    <a:gd name="connsiteX3" fmla="*/ 124396 w 156682"/>
                    <a:gd name="connsiteY3" fmla="*/ 201644 h 269271"/>
                    <a:gd name="connsiteX4" fmla="*/ 124396 w 156682"/>
                    <a:gd name="connsiteY4" fmla="*/ 269271 h 269271"/>
                    <a:gd name="connsiteX5" fmla="*/ 132112 w 156682"/>
                    <a:gd name="connsiteY5" fmla="*/ 196786 h 269271"/>
                    <a:gd name="connsiteX6" fmla="*/ 89059 w 156682"/>
                    <a:gd name="connsiteY6" fmla="*/ 142494 h 269271"/>
                    <a:gd name="connsiteX7" fmla="*/ 144399 w 156682"/>
                    <a:gd name="connsiteY7" fmla="*/ 65722 h 269271"/>
                    <a:gd name="connsiteX8" fmla="*/ 153734 w 156682"/>
                    <a:gd name="connsiteY8" fmla="*/ 0 h 269271"/>
                    <a:gd name="connsiteX9" fmla="*/ 122206 w 156682"/>
                    <a:gd name="connsiteY9" fmla="*/ 94679 h 269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6682" h="269271">
                      <a:moveTo>
                        <a:pt x="122206" y="94679"/>
                      </a:moveTo>
                      <a:cubicBezTo>
                        <a:pt x="93154" y="130397"/>
                        <a:pt x="45815" y="150304"/>
                        <a:pt x="0" y="146113"/>
                      </a:cubicBezTo>
                      <a:cubicBezTo>
                        <a:pt x="28099" y="141065"/>
                        <a:pt x="58484" y="136303"/>
                        <a:pt x="84011" y="149066"/>
                      </a:cubicBezTo>
                      <a:cubicBezTo>
                        <a:pt x="104394" y="159258"/>
                        <a:pt x="118396" y="179641"/>
                        <a:pt x="124396" y="201644"/>
                      </a:cubicBezTo>
                      <a:cubicBezTo>
                        <a:pt x="130397" y="223647"/>
                        <a:pt x="128969" y="246983"/>
                        <a:pt x="124396" y="269271"/>
                      </a:cubicBezTo>
                      <a:cubicBezTo>
                        <a:pt x="130112" y="245459"/>
                        <a:pt x="135827" y="220980"/>
                        <a:pt x="132112" y="196786"/>
                      </a:cubicBezTo>
                      <a:cubicBezTo>
                        <a:pt x="128397" y="172593"/>
                        <a:pt x="112776" y="148590"/>
                        <a:pt x="89059" y="142494"/>
                      </a:cubicBezTo>
                      <a:cubicBezTo>
                        <a:pt x="115729" y="124587"/>
                        <a:pt x="134112" y="96107"/>
                        <a:pt x="144399" y="65722"/>
                      </a:cubicBezTo>
                      <a:cubicBezTo>
                        <a:pt x="150019" y="49244"/>
                        <a:pt x="162306" y="16097"/>
                        <a:pt x="153734" y="0"/>
                      </a:cubicBezTo>
                      <a:cubicBezTo>
                        <a:pt x="153067" y="34385"/>
                        <a:pt x="144399" y="67437"/>
                        <a:pt x="122206" y="9467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89" name="Forme libre : forme 16888">
                  <a:extLst>
                    <a:ext uri="{FF2B5EF4-FFF2-40B4-BE49-F238E27FC236}">
                      <a16:creationId xmlns:a16="http://schemas.microsoft.com/office/drawing/2014/main" id="{69D03314-4053-4E78-8351-B6B3D5581D3E}"/>
                    </a:ext>
                  </a:extLst>
                </p:cNvPr>
                <p:cNvSpPr/>
                <p:nvPr/>
              </p:nvSpPr>
              <p:spPr>
                <a:xfrm>
                  <a:off x="3065244" y="5594508"/>
                  <a:ext cx="167449" cy="191166"/>
                </a:xfrm>
                <a:custGeom>
                  <a:avLst/>
                  <a:gdLst>
                    <a:gd name="connsiteX0" fmla="*/ 32671 w 167449"/>
                    <a:gd name="connsiteY0" fmla="*/ 24099 h 191166"/>
                    <a:gd name="connsiteX1" fmla="*/ 48196 w 167449"/>
                    <a:gd name="connsiteY1" fmla="*/ 73629 h 191166"/>
                    <a:gd name="connsiteX2" fmla="*/ 8096 w 167449"/>
                    <a:gd name="connsiteY2" fmla="*/ 191167 h 191166"/>
                    <a:gd name="connsiteX3" fmla="*/ 55721 w 167449"/>
                    <a:gd name="connsiteY3" fmla="*/ 102489 h 191166"/>
                    <a:gd name="connsiteX4" fmla="*/ 98488 w 167449"/>
                    <a:gd name="connsiteY4" fmla="*/ 160211 h 191166"/>
                    <a:gd name="connsiteX5" fmla="*/ 167449 w 167449"/>
                    <a:gd name="connsiteY5" fmla="*/ 183738 h 191166"/>
                    <a:gd name="connsiteX6" fmla="*/ 108871 w 167449"/>
                    <a:gd name="connsiteY6" fmla="*/ 154400 h 191166"/>
                    <a:gd name="connsiteX7" fmla="*/ 75914 w 167449"/>
                    <a:gd name="connsiteY7" fmla="*/ 119444 h 191166"/>
                    <a:gd name="connsiteX8" fmla="*/ 69723 w 167449"/>
                    <a:gd name="connsiteY8" fmla="*/ 80677 h 191166"/>
                    <a:gd name="connsiteX9" fmla="*/ 60293 w 167449"/>
                    <a:gd name="connsiteY9" fmla="*/ 49721 h 191166"/>
                    <a:gd name="connsiteX10" fmla="*/ 67723 w 167449"/>
                    <a:gd name="connsiteY10" fmla="*/ 43625 h 191166"/>
                    <a:gd name="connsiteX11" fmla="*/ 120872 w 167449"/>
                    <a:gd name="connsiteY11" fmla="*/ 11621 h 191166"/>
                    <a:gd name="connsiteX12" fmla="*/ 67342 w 167449"/>
                    <a:gd name="connsiteY12" fmla="*/ 30480 h 191166"/>
                    <a:gd name="connsiteX13" fmla="*/ 57912 w 167449"/>
                    <a:gd name="connsiteY13" fmla="*/ 32385 h 191166"/>
                    <a:gd name="connsiteX14" fmla="*/ 53912 w 167449"/>
                    <a:gd name="connsiteY14" fmla="*/ 26575 h 191166"/>
                    <a:gd name="connsiteX15" fmla="*/ 0 w 167449"/>
                    <a:gd name="connsiteY15" fmla="*/ 0 h 191166"/>
                    <a:gd name="connsiteX16" fmla="*/ 32671 w 167449"/>
                    <a:gd name="connsiteY16" fmla="*/ 24099 h 191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7449" h="191166">
                      <a:moveTo>
                        <a:pt x="32671" y="24099"/>
                      </a:moveTo>
                      <a:cubicBezTo>
                        <a:pt x="43339" y="38005"/>
                        <a:pt x="47054" y="56102"/>
                        <a:pt x="48196" y="73629"/>
                      </a:cubicBezTo>
                      <a:cubicBezTo>
                        <a:pt x="50959" y="116300"/>
                        <a:pt x="38957" y="161640"/>
                        <a:pt x="8096" y="191167"/>
                      </a:cubicBezTo>
                      <a:cubicBezTo>
                        <a:pt x="36100" y="171450"/>
                        <a:pt x="46863" y="135636"/>
                        <a:pt x="55721" y="102489"/>
                      </a:cubicBezTo>
                      <a:cubicBezTo>
                        <a:pt x="61627" y="126302"/>
                        <a:pt x="78010" y="146685"/>
                        <a:pt x="98488" y="160211"/>
                      </a:cubicBezTo>
                      <a:cubicBezTo>
                        <a:pt x="118967" y="173736"/>
                        <a:pt x="143065" y="180785"/>
                        <a:pt x="167449" y="183738"/>
                      </a:cubicBezTo>
                      <a:cubicBezTo>
                        <a:pt x="147066" y="175641"/>
                        <a:pt x="127445" y="165831"/>
                        <a:pt x="108871" y="154400"/>
                      </a:cubicBezTo>
                      <a:cubicBezTo>
                        <a:pt x="94869" y="145828"/>
                        <a:pt x="80581" y="135160"/>
                        <a:pt x="75914" y="119444"/>
                      </a:cubicBezTo>
                      <a:cubicBezTo>
                        <a:pt x="72199" y="106871"/>
                        <a:pt x="75247" y="92679"/>
                        <a:pt x="69723" y="80677"/>
                      </a:cubicBezTo>
                      <a:cubicBezTo>
                        <a:pt x="64960" y="70295"/>
                        <a:pt x="54102" y="59246"/>
                        <a:pt x="60293" y="49721"/>
                      </a:cubicBezTo>
                      <a:cubicBezTo>
                        <a:pt x="62008" y="47054"/>
                        <a:pt x="64960" y="45244"/>
                        <a:pt x="67723" y="43625"/>
                      </a:cubicBezTo>
                      <a:cubicBezTo>
                        <a:pt x="85439" y="32957"/>
                        <a:pt x="103156" y="22289"/>
                        <a:pt x="120872" y="11621"/>
                      </a:cubicBezTo>
                      <a:cubicBezTo>
                        <a:pt x="102013" y="14383"/>
                        <a:pt x="83820" y="20860"/>
                        <a:pt x="67342" y="30480"/>
                      </a:cubicBezTo>
                      <a:cubicBezTo>
                        <a:pt x="64389" y="32195"/>
                        <a:pt x="60865" y="34004"/>
                        <a:pt x="57912" y="32385"/>
                      </a:cubicBezTo>
                      <a:cubicBezTo>
                        <a:pt x="55816" y="31242"/>
                        <a:pt x="54959" y="28766"/>
                        <a:pt x="53912" y="26575"/>
                      </a:cubicBezTo>
                      <a:cubicBezTo>
                        <a:pt x="43243" y="5334"/>
                        <a:pt x="10763" y="17145"/>
                        <a:pt x="0" y="0"/>
                      </a:cubicBezTo>
                      <a:cubicBezTo>
                        <a:pt x="12192" y="4953"/>
                        <a:pt x="24479" y="13431"/>
                        <a:pt x="32671" y="2409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90" name="Forme libre : forme 16889">
                  <a:extLst>
                    <a:ext uri="{FF2B5EF4-FFF2-40B4-BE49-F238E27FC236}">
                      <a16:creationId xmlns:a16="http://schemas.microsoft.com/office/drawing/2014/main" id="{C5F40114-1B7B-4C4A-9DC0-AA8E75891BDA}"/>
                    </a:ext>
                  </a:extLst>
                </p:cNvPr>
                <p:cNvSpPr/>
                <p:nvPr/>
              </p:nvSpPr>
              <p:spPr>
                <a:xfrm>
                  <a:off x="3078198" y="5291700"/>
                  <a:ext cx="151828" cy="132405"/>
                </a:xfrm>
                <a:custGeom>
                  <a:avLst/>
                  <a:gdLst>
                    <a:gd name="connsiteX0" fmla="*/ 87725 w 151828"/>
                    <a:gd name="connsiteY0" fmla="*/ 46395 h 132405"/>
                    <a:gd name="connsiteX1" fmla="*/ 82772 w 151828"/>
                    <a:gd name="connsiteY1" fmla="*/ 71160 h 132405"/>
                    <a:gd name="connsiteX2" fmla="*/ 68009 w 151828"/>
                    <a:gd name="connsiteY2" fmla="*/ 84685 h 132405"/>
                    <a:gd name="connsiteX3" fmla="*/ 0 w 151828"/>
                    <a:gd name="connsiteY3" fmla="*/ 132406 h 132405"/>
                    <a:gd name="connsiteX4" fmla="*/ 63627 w 151828"/>
                    <a:gd name="connsiteY4" fmla="*/ 100878 h 132405"/>
                    <a:gd name="connsiteX5" fmla="*/ 101060 w 151828"/>
                    <a:gd name="connsiteY5" fmla="*/ 71541 h 132405"/>
                    <a:gd name="connsiteX6" fmla="*/ 151829 w 151828"/>
                    <a:gd name="connsiteY6" fmla="*/ 64493 h 132405"/>
                    <a:gd name="connsiteX7" fmla="*/ 123730 w 151828"/>
                    <a:gd name="connsiteY7" fmla="*/ 56110 h 132405"/>
                    <a:gd name="connsiteX8" fmla="*/ 115538 w 151828"/>
                    <a:gd name="connsiteY8" fmla="*/ 52205 h 132405"/>
                    <a:gd name="connsiteX9" fmla="*/ 110680 w 151828"/>
                    <a:gd name="connsiteY9" fmla="*/ 42299 h 132405"/>
                    <a:gd name="connsiteX10" fmla="*/ 79153 w 151828"/>
                    <a:gd name="connsiteY10" fmla="*/ 484 h 132405"/>
                    <a:gd name="connsiteX11" fmla="*/ 87725 w 151828"/>
                    <a:gd name="connsiteY11" fmla="*/ 46395 h 132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828" h="132405">
                      <a:moveTo>
                        <a:pt x="87725" y="46395"/>
                      </a:moveTo>
                      <a:cubicBezTo>
                        <a:pt x="88011" y="54968"/>
                        <a:pt x="87344" y="63921"/>
                        <a:pt x="82772" y="71160"/>
                      </a:cubicBezTo>
                      <a:cubicBezTo>
                        <a:pt x="79153" y="76875"/>
                        <a:pt x="73533" y="80875"/>
                        <a:pt x="68009" y="84685"/>
                      </a:cubicBezTo>
                      <a:cubicBezTo>
                        <a:pt x="45339" y="100592"/>
                        <a:pt x="22670" y="116499"/>
                        <a:pt x="0" y="132406"/>
                      </a:cubicBezTo>
                      <a:cubicBezTo>
                        <a:pt x="23336" y="127167"/>
                        <a:pt x="45339" y="116213"/>
                        <a:pt x="63627" y="100878"/>
                      </a:cubicBezTo>
                      <a:cubicBezTo>
                        <a:pt x="75819" y="90686"/>
                        <a:pt x="86678" y="78304"/>
                        <a:pt x="101060" y="71541"/>
                      </a:cubicBezTo>
                      <a:cubicBezTo>
                        <a:pt x="116681" y="64206"/>
                        <a:pt x="134588" y="64302"/>
                        <a:pt x="151829" y="64493"/>
                      </a:cubicBezTo>
                      <a:cubicBezTo>
                        <a:pt x="142494" y="61730"/>
                        <a:pt x="133064" y="58872"/>
                        <a:pt x="123730" y="56110"/>
                      </a:cubicBezTo>
                      <a:cubicBezTo>
                        <a:pt x="120777" y="55253"/>
                        <a:pt x="117824" y="54301"/>
                        <a:pt x="115538" y="52205"/>
                      </a:cubicBezTo>
                      <a:cubicBezTo>
                        <a:pt x="112871" y="49634"/>
                        <a:pt x="111823" y="45823"/>
                        <a:pt x="110680" y="42299"/>
                      </a:cubicBezTo>
                      <a:cubicBezTo>
                        <a:pt x="106966" y="29917"/>
                        <a:pt x="96679" y="-4468"/>
                        <a:pt x="79153" y="484"/>
                      </a:cubicBezTo>
                      <a:cubicBezTo>
                        <a:pt x="82105" y="15819"/>
                        <a:pt x="87249" y="30393"/>
                        <a:pt x="87725" y="4639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91" name="Forme libre : forme 16890">
                  <a:extLst>
                    <a:ext uri="{FF2B5EF4-FFF2-40B4-BE49-F238E27FC236}">
                      <a16:creationId xmlns:a16="http://schemas.microsoft.com/office/drawing/2014/main" id="{E85EE87C-F9AE-4BBE-ADA5-775FEB3797E0}"/>
                    </a:ext>
                  </a:extLst>
                </p:cNvPr>
                <p:cNvSpPr/>
                <p:nvPr/>
              </p:nvSpPr>
              <p:spPr>
                <a:xfrm>
                  <a:off x="2731012" y="5696830"/>
                  <a:ext cx="87652" cy="121515"/>
                </a:xfrm>
                <a:custGeom>
                  <a:avLst/>
                  <a:gdLst>
                    <a:gd name="connsiteX0" fmla="*/ 73914 w 87652"/>
                    <a:gd name="connsiteY0" fmla="*/ 46173 h 121515"/>
                    <a:gd name="connsiteX1" fmla="*/ 44672 w 87652"/>
                    <a:gd name="connsiteY1" fmla="*/ 82558 h 121515"/>
                    <a:gd name="connsiteX2" fmla="*/ 0 w 87652"/>
                    <a:gd name="connsiteY2" fmla="*/ 91797 h 121515"/>
                    <a:gd name="connsiteX3" fmla="*/ 56959 w 87652"/>
                    <a:gd name="connsiteY3" fmla="*/ 121515 h 121515"/>
                    <a:gd name="connsiteX4" fmla="*/ 46672 w 87652"/>
                    <a:gd name="connsiteY4" fmla="*/ 109419 h 121515"/>
                    <a:gd name="connsiteX5" fmla="*/ 41529 w 87652"/>
                    <a:gd name="connsiteY5" fmla="*/ 95417 h 121515"/>
                    <a:gd name="connsiteX6" fmla="*/ 46101 w 87652"/>
                    <a:gd name="connsiteY6" fmla="*/ 90750 h 121515"/>
                    <a:gd name="connsiteX7" fmla="*/ 80010 w 87652"/>
                    <a:gd name="connsiteY7" fmla="*/ 45601 h 121515"/>
                    <a:gd name="connsiteX8" fmla="*/ 81724 w 87652"/>
                    <a:gd name="connsiteY8" fmla="*/ 72 h 121515"/>
                    <a:gd name="connsiteX9" fmla="*/ 73914 w 87652"/>
                    <a:gd name="connsiteY9" fmla="*/ 46173 h 121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7652" h="121515">
                      <a:moveTo>
                        <a:pt x="73914" y="46173"/>
                      </a:moveTo>
                      <a:cubicBezTo>
                        <a:pt x="66865" y="60270"/>
                        <a:pt x="57531" y="73510"/>
                        <a:pt x="44672" y="82558"/>
                      </a:cubicBezTo>
                      <a:cubicBezTo>
                        <a:pt x="31813" y="91607"/>
                        <a:pt x="15145" y="95988"/>
                        <a:pt x="0" y="91797"/>
                      </a:cubicBezTo>
                      <a:cubicBezTo>
                        <a:pt x="22193" y="92179"/>
                        <a:pt x="44005" y="103514"/>
                        <a:pt x="56959" y="121515"/>
                      </a:cubicBezTo>
                      <a:cubicBezTo>
                        <a:pt x="55721" y="116277"/>
                        <a:pt x="50768" y="113039"/>
                        <a:pt x="46672" y="109419"/>
                      </a:cubicBezTo>
                      <a:cubicBezTo>
                        <a:pt x="42672" y="105895"/>
                        <a:pt x="39052" y="100179"/>
                        <a:pt x="41529" y="95417"/>
                      </a:cubicBezTo>
                      <a:cubicBezTo>
                        <a:pt x="42577" y="93512"/>
                        <a:pt x="44386" y="92083"/>
                        <a:pt x="46101" y="90750"/>
                      </a:cubicBezTo>
                      <a:cubicBezTo>
                        <a:pt x="61246" y="79224"/>
                        <a:pt x="73057" y="63318"/>
                        <a:pt x="80010" y="45601"/>
                      </a:cubicBezTo>
                      <a:cubicBezTo>
                        <a:pt x="82772" y="38553"/>
                        <a:pt x="94678" y="-1928"/>
                        <a:pt x="81724" y="72"/>
                      </a:cubicBezTo>
                      <a:cubicBezTo>
                        <a:pt x="84772" y="16646"/>
                        <a:pt x="81343" y="31314"/>
                        <a:pt x="73914" y="4617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92" name="Forme libre : forme 16891">
                  <a:extLst>
                    <a:ext uri="{FF2B5EF4-FFF2-40B4-BE49-F238E27FC236}">
                      <a16:creationId xmlns:a16="http://schemas.microsoft.com/office/drawing/2014/main" id="{408A15B3-1A48-4BA9-873D-154737E62BDF}"/>
                    </a:ext>
                  </a:extLst>
                </p:cNvPr>
                <p:cNvSpPr/>
                <p:nvPr/>
              </p:nvSpPr>
              <p:spPr>
                <a:xfrm>
                  <a:off x="3284128" y="5594668"/>
                  <a:ext cx="158305" cy="139190"/>
                </a:xfrm>
                <a:custGeom>
                  <a:avLst/>
                  <a:gdLst>
                    <a:gd name="connsiteX0" fmla="*/ 44863 w 158305"/>
                    <a:gd name="connsiteY0" fmla="*/ 22129 h 139190"/>
                    <a:gd name="connsiteX1" fmla="*/ 79248 w 158305"/>
                    <a:gd name="connsiteY1" fmla="*/ 75374 h 139190"/>
                    <a:gd name="connsiteX2" fmla="*/ 74962 w 158305"/>
                    <a:gd name="connsiteY2" fmla="*/ 101377 h 139190"/>
                    <a:gd name="connsiteX3" fmla="*/ 59531 w 158305"/>
                    <a:gd name="connsiteY3" fmla="*/ 139191 h 139190"/>
                    <a:gd name="connsiteX4" fmla="*/ 96393 w 158305"/>
                    <a:gd name="connsiteY4" fmla="*/ 76517 h 139190"/>
                    <a:gd name="connsiteX5" fmla="*/ 158305 w 158305"/>
                    <a:gd name="connsiteY5" fmla="*/ 38798 h 139190"/>
                    <a:gd name="connsiteX6" fmla="*/ 91535 w 158305"/>
                    <a:gd name="connsiteY6" fmla="*/ 67468 h 139190"/>
                    <a:gd name="connsiteX7" fmla="*/ 52102 w 158305"/>
                    <a:gd name="connsiteY7" fmla="*/ 21843 h 139190"/>
                    <a:gd name="connsiteX8" fmla="*/ 0 w 158305"/>
                    <a:gd name="connsiteY8" fmla="*/ 3079 h 139190"/>
                    <a:gd name="connsiteX9" fmla="*/ 44863 w 158305"/>
                    <a:gd name="connsiteY9" fmla="*/ 22129 h 139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8305" h="139190">
                      <a:moveTo>
                        <a:pt x="44863" y="22129"/>
                      </a:moveTo>
                      <a:cubicBezTo>
                        <a:pt x="63437" y="33844"/>
                        <a:pt x="78677" y="53370"/>
                        <a:pt x="79248" y="75374"/>
                      </a:cubicBezTo>
                      <a:cubicBezTo>
                        <a:pt x="79534" y="84232"/>
                        <a:pt x="77438" y="92899"/>
                        <a:pt x="74962" y="101377"/>
                      </a:cubicBezTo>
                      <a:cubicBezTo>
                        <a:pt x="71057" y="114426"/>
                        <a:pt x="65818" y="127094"/>
                        <a:pt x="59531" y="139191"/>
                      </a:cubicBezTo>
                      <a:cubicBezTo>
                        <a:pt x="69247" y="116807"/>
                        <a:pt x="79248" y="93852"/>
                        <a:pt x="96393" y="76517"/>
                      </a:cubicBezTo>
                      <a:cubicBezTo>
                        <a:pt x="113443" y="59181"/>
                        <a:pt x="136208" y="48799"/>
                        <a:pt x="158305" y="38798"/>
                      </a:cubicBezTo>
                      <a:cubicBezTo>
                        <a:pt x="135160" y="46227"/>
                        <a:pt x="112776" y="55847"/>
                        <a:pt x="91535" y="67468"/>
                      </a:cubicBezTo>
                      <a:cubicBezTo>
                        <a:pt x="96203" y="64896"/>
                        <a:pt x="56007" y="24795"/>
                        <a:pt x="52102" y="21843"/>
                      </a:cubicBezTo>
                      <a:cubicBezTo>
                        <a:pt x="43720" y="15652"/>
                        <a:pt x="8668" y="-8447"/>
                        <a:pt x="0" y="3079"/>
                      </a:cubicBezTo>
                      <a:cubicBezTo>
                        <a:pt x="12668" y="11556"/>
                        <a:pt x="31147" y="13461"/>
                        <a:pt x="44863" y="2212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93" name="Forme libre : forme 16892">
                  <a:extLst>
                    <a:ext uri="{FF2B5EF4-FFF2-40B4-BE49-F238E27FC236}">
                      <a16:creationId xmlns:a16="http://schemas.microsoft.com/office/drawing/2014/main" id="{713B35CD-373B-4EC1-8C9D-A44A979F98AE}"/>
                    </a:ext>
                  </a:extLst>
                </p:cNvPr>
                <p:cNvSpPr/>
                <p:nvPr/>
              </p:nvSpPr>
              <p:spPr>
                <a:xfrm>
                  <a:off x="3304798" y="5393912"/>
                  <a:ext cx="51284" cy="188976"/>
                </a:xfrm>
                <a:custGeom>
                  <a:avLst/>
                  <a:gdLst>
                    <a:gd name="connsiteX0" fmla="*/ 35433 w 51284"/>
                    <a:gd name="connsiteY0" fmla="*/ 91821 h 188976"/>
                    <a:gd name="connsiteX1" fmla="*/ 0 w 51284"/>
                    <a:gd name="connsiteY1" fmla="*/ 0 h 188976"/>
                    <a:gd name="connsiteX2" fmla="*/ 26575 w 51284"/>
                    <a:gd name="connsiteY2" fmla="*/ 50673 h 188976"/>
                    <a:gd name="connsiteX3" fmla="*/ 49054 w 51284"/>
                    <a:gd name="connsiteY3" fmla="*/ 104680 h 188976"/>
                    <a:gd name="connsiteX4" fmla="*/ 41243 w 51284"/>
                    <a:gd name="connsiteY4" fmla="*/ 161258 h 188976"/>
                    <a:gd name="connsiteX5" fmla="*/ 7334 w 51284"/>
                    <a:gd name="connsiteY5" fmla="*/ 188976 h 188976"/>
                    <a:gd name="connsiteX6" fmla="*/ 30099 w 51284"/>
                    <a:gd name="connsiteY6" fmla="*/ 146114 h 188976"/>
                    <a:gd name="connsiteX7" fmla="*/ 35433 w 51284"/>
                    <a:gd name="connsiteY7" fmla="*/ 91821 h 188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284" h="188976">
                      <a:moveTo>
                        <a:pt x="35433" y="91821"/>
                      </a:moveTo>
                      <a:cubicBezTo>
                        <a:pt x="31528" y="58960"/>
                        <a:pt x="16764" y="28480"/>
                        <a:pt x="0" y="0"/>
                      </a:cubicBezTo>
                      <a:cubicBezTo>
                        <a:pt x="8858" y="16859"/>
                        <a:pt x="17716" y="33719"/>
                        <a:pt x="26575" y="50673"/>
                      </a:cubicBezTo>
                      <a:cubicBezTo>
                        <a:pt x="35623" y="68009"/>
                        <a:pt x="44863" y="85535"/>
                        <a:pt x="49054" y="104680"/>
                      </a:cubicBezTo>
                      <a:cubicBezTo>
                        <a:pt x="53245" y="123730"/>
                        <a:pt x="52006" y="144875"/>
                        <a:pt x="41243" y="161258"/>
                      </a:cubicBezTo>
                      <a:cubicBezTo>
                        <a:pt x="33147" y="173546"/>
                        <a:pt x="20383" y="182499"/>
                        <a:pt x="7334" y="188976"/>
                      </a:cubicBezTo>
                      <a:cubicBezTo>
                        <a:pt x="4477" y="181261"/>
                        <a:pt x="26670" y="156115"/>
                        <a:pt x="30099" y="146114"/>
                      </a:cubicBezTo>
                      <a:cubicBezTo>
                        <a:pt x="35909" y="128683"/>
                        <a:pt x="37529" y="109919"/>
                        <a:pt x="35433" y="9182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94" name="Forme libre : forme 16893">
                  <a:extLst>
                    <a:ext uri="{FF2B5EF4-FFF2-40B4-BE49-F238E27FC236}">
                      <a16:creationId xmlns:a16="http://schemas.microsoft.com/office/drawing/2014/main" id="{AADB69B7-5961-4781-97C0-DD01608BC122}"/>
                    </a:ext>
                  </a:extLst>
                </p:cNvPr>
                <p:cNvSpPr/>
                <p:nvPr/>
              </p:nvSpPr>
              <p:spPr>
                <a:xfrm>
                  <a:off x="3312132" y="5233892"/>
                  <a:ext cx="39630" cy="128206"/>
                </a:xfrm>
                <a:custGeom>
                  <a:avLst/>
                  <a:gdLst>
                    <a:gd name="connsiteX0" fmla="*/ 29528 w 39630"/>
                    <a:gd name="connsiteY0" fmla="*/ 63722 h 128206"/>
                    <a:gd name="connsiteX1" fmla="*/ 0 w 39630"/>
                    <a:gd name="connsiteY1" fmla="*/ 128207 h 128206"/>
                    <a:gd name="connsiteX2" fmla="*/ 38576 w 39630"/>
                    <a:gd name="connsiteY2" fmla="*/ 67628 h 128206"/>
                    <a:gd name="connsiteX3" fmla="*/ 26956 w 39630"/>
                    <a:gd name="connsiteY3" fmla="*/ 0 h 128206"/>
                    <a:gd name="connsiteX4" fmla="*/ 29528 w 39630"/>
                    <a:gd name="connsiteY4" fmla="*/ 63722 h 128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630" h="128206">
                      <a:moveTo>
                        <a:pt x="29528" y="63722"/>
                      </a:moveTo>
                      <a:cubicBezTo>
                        <a:pt x="23622" y="86678"/>
                        <a:pt x="12002" y="107728"/>
                        <a:pt x="0" y="128207"/>
                      </a:cubicBezTo>
                      <a:cubicBezTo>
                        <a:pt x="21717" y="116205"/>
                        <a:pt x="35243" y="92202"/>
                        <a:pt x="38576" y="67628"/>
                      </a:cubicBezTo>
                      <a:cubicBezTo>
                        <a:pt x="41053" y="48768"/>
                        <a:pt x="39910" y="15050"/>
                        <a:pt x="26956" y="0"/>
                      </a:cubicBezTo>
                      <a:cubicBezTo>
                        <a:pt x="33052" y="21622"/>
                        <a:pt x="35243" y="41529"/>
                        <a:pt x="29528" y="6372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95" name="Forme libre : forme 16894">
                  <a:extLst>
                    <a:ext uri="{FF2B5EF4-FFF2-40B4-BE49-F238E27FC236}">
                      <a16:creationId xmlns:a16="http://schemas.microsoft.com/office/drawing/2014/main" id="{6E6D6BA8-F128-49B3-A68F-542519FD530E}"/>
                    </a:ext>
                  </a:extLst>
                </p:cNvPr>
                <p:cNvSpPr/>
                <p:nvPr/>
              </p:nvSpPr>
              <p:spPr>
                <a:xfrm>
                  <a:off x="3479962" y="5347144"/>
                  <a:ext cx="139541" cy="216884"/>
                </a:xfrm>
                <a:custGeom>
                  <a:avLst/>
                  <a:gdLst>
                    <a:gd name="connsiteX0" fmla="*/ 113824 w 139541"/>
                    <a:gd name="connsiteY0" fmla="*/ 26956 h 216884"/>
                    <a:gd name="connsiteX1" fmla="*/ 103727 w 139541"/>
                    <a:gd name="connsiteY1" fmla="*/ 70199 h 216884"/>
                    <a:gd name="connsiteX2" fmla="*/ 60198 w 139541"/>
                    <a:gd name="connsiteY2" fmla="*/ 114395 h 216884"/>
                    <a:gd name="connsiteX3" fmla="*/ 0 w 139541"/>
                    <a:gd name="connsiteY3" fmla="*/ 132016 h 216884"/>
                    <a:gd name="connsiteX4" fmla="*/ 81725 w 139541"/>
                    <a:gd name="connsiteY4" fmla="*/ 116872 h 216884"/>
                    <a:gd name="connsiteX5" fmla="*/ 88583 w 139541"/>
                    <a:gd name="connsiteY5" fmla="*/ 116967 h 216884"/>
                    <a:gd name="connsiteX6" fmla="*/ 92583 w 139541"/>
                    <a:gd name="connsiteY6" fmla="*/ 120872 h 216884"/>
                    <a:gd name="connsiteX7" fmla="*/ 110871 w 139541"/>
                    <a:gd name="connsiteY7" fmla="*/ 172021 h 216884"/>
                    <a:gd name="connsiteX8" fmla="*/ 139541 w 139541"/>
                    <a:gd name="connsiteY8" fmla="*/ 216884 h 216884"/>
                    <a:gd name="connsiteX9" fmla="*/ 116967 w 139541"/>
                    <a:gd name="connsiteY9" fmla="*/ 155448 h 216884"/>
                    <a:gd name="connsiteX10" fmla="*/ 113252 w 139541"/>
                    <a:gd name="connsiteY10" fmla="*/ 104299 h 216884"/>
                    <a:gd name="connsiteX11" fmla="*/ 123254 w 139541"/>
                    <a:gd name="connsiteY11" fmla="*/ 69342 h 216884"/>
                    <a:gd name="connsiteX12" fmla="*/ 114395 w 139541"/>
                    <a:gd name="connsiteY12" fmla="*/ 0 h 216884"/>
                    <a:gd name="connsiteX13" fmla="*/ 113824 w 139541"/>
                    <a:gd name="connsiteY13" fmla="*/ 26956 h 216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9541" h="216884">
                      <a:moveTo>
                        <a:pt x="113824" y="26956"/>
                      </a:moveTo>
                      <a:cubicBezTo>
                        <a:pt x="112586" y="41815"/>
                        <a:pt x="110014" y="56769"/>
                        <a:pt x="103727" y="70199"/>
                      </a:cubicBezTo>
                      <a:cubicBezTo>
                        <a:pt x="94774" y="89249"/>
                        <a:pt x="78677" y="104394"/>
                        <a:pt x="60198" y="114395"/>
                      </a:cubicBezTo>
                      <a:cubicBezTo>
                        <a:pt x="41720" y="124396"/>
                        <a:pt x="20860" y="129540"/>
                        <a:pt x="0" y="132016"/>
                      </a:cubicBezTo>
                      <a:cubicBezTo>
                        <a:pt x="27242" y="126968"/>
                        <a:pt x="54483" y="121920"/>
                        <a:pt x="81725" y="116872"/>
                      </a:cubicBezTo>
                      <a:cubicBezTo>
                        <a:pt x="84011" y="116491"/>
                        <a:pt x="86487" y="116014"/>
                        <a:pt x="88583" y="116967"/>
                      </a:cubicBezTo>
                      <a:cubicBezTo>
                        <a:pt x="90297" y="117729"/>
                        <a:pt x="91535" y="119348"/>
                        <a:pt x="92583" y="120872"/>
                      </a:cubicBezTo>
                      <a:cubicBezTo>
                        <a:pt x="102870" y="135922"/>
                        <a:pt x="106013" y="154495"/>
                        <a:pt x="110871" y="172021"/>
                      </a:cubicBezTo>
                      <a:cubicBezTo>
                        <a:pt x="115824" y="189548"/>
                        <a:pt x="123730" y="207836"/>
                        <a:pt x="139541" y="216884"/>
                      </a:cubicBezTo>
                      <a:cubicBezTo>
                        <a:pt x="125730" y="199644"/>
                        <a:pt x="121158" y="177069"/>
                        <a:pt x="116967" y="155448"/>
                      </a:cubicBezTo>
                      <a:cubicBezTo>
                        <a:pt x="113729" y="138589"/>
                        <a:pt x="110395" y="121253"/>
                        <a:pt x="113252" y="104299"/>
                      </a:cubicBezTo>
                      <a:cubicBezTo>
                        <a:pt x="115253" y="92297"/>
                        <a:pt x="120301" y="81058"/>
                        <a:pt x="123254" y="69342"/>
                      </a:cubicBezTo>
                      <a:cubicBezTo>
                        <a:pt x="127064" y="54388"/>
                        <a:pt x="131636" y="8287"/>
                        <a:pt x="114395" y="0"/>
                      </a:cubicBezTo>
                      <a:cubicBezTo>
                        <a:pt x="114491" y="9049"/>
                        <a:pt x="114586" y="18002"/>
                        <a:pt x="113824" y="2695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96" name="Forme libre : forme 16895">
                  <a:extLst>
                    <a:ext uri="{FF2B5EF4-FFF2-40B4-BE49-F238E27FC236}">
                      <a16:creationId xmlns:a16="http://schemas.microsoft.com/office/drawing/2014/main" id="{EE9584F7-EB7F-4EA4-A31F-1BAB4BC56A5F}"/>
                    </a:ext>
                  </a:extLst>
                </p:cNvPr>
                <p:cNvSpPr/>
                <p:nvPr/>
              </p:nvSpPr>
              <p:spPr>
                <a:xfrm>
                  <a:off x="3525301" y="5577522"/>
                  <a:ext cx="173069" cy="115094"/>
                </a:xfrm>
                <a:custGeom>
                  <a:avLst/>
                  <a:gdLst>
                    <a:gd name="connsiteX0" fmla="*/ 113538 w 173069"/>
                    <a:gd name="connsiteY0" fmla="*/ 8700 h 115094"/>
                    <a:gd name="connsiteX1" fmla="*/ 58864 w 173069"/>
                    <a:gd name="connsiteY1" fmla="*/ 23464 h 115094"/>
                    <a:gd name="connsiteX2" fmla="*/ 0 w 173069"/>
                    <a:gd name="connsiteY2" fmla="*/ 115094 h 115094"/>
                    <a:gd name="connsiteX3" fmla="*/ 20384 w 173069"/>
                    <a:gd name="connsiteY3" fmla="*/ 54134 h 115094"/>
                    <a:gd name="connsiteX4" fmla="*/ 66770 w 173069"/>
                    <a:gd name="connsiteY4" fmla="*/ 10700 h 115094"/>
                    <a:gd name="connsiteX5" fmla="*/ 128111 w 173069"/>
                    <a:gd name="connsiteY5" fmla="*/ 508 h 115094"/>
                    <a:gd name="connsiteX6" fmla="*/ 173069 w 173069"/>
                    <a:gd name="connsiteY6" fmla="*/ 6795 h 115094"/>
                    <a:gd name="connsiteX7" fmla="*/ 113538 w 173069"/>
                    <a:gd name="connsiteY7" fmla="*/ 8700 h 115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3069" h="115094">
                      <a:moveTo>
                        <a:pt x="113538" y="8700"/>
                      </a:moveTo>
                      <a:cubicBezTo>
                        <a:pt x="94583" y="10509"/>
                        <a:pt x="75343" y="13939"/>
                        <a:pt x="58864" y="23464"/>
                      </a:cubicBezTo>
                      <a:cubicBezTo>
                        <a:pt x="26670" y="42037"/>
                        <a:pt x="11430" y="79661"/>
                        <a:pt x="0" y="115094"/>
                      </a:cubicBezTo>
                      <a:cubicBezTo>
                        <a:pt x="3524" y="93853"/>
                        <a:pt x="9620" y="72803"/>
                        <a:pt x="20384" y="54134"/>
                      </a:cubicBezTo>
                      <a:cubicBezTo>
                        <a:pt x="31147" y="35465"/>
                        <a:pt x="47054" y="19368"/>
                        <a:pt x="66770" y="10700"/>
                      </a:cubicBezTo>
                      <a:cubicBezTo>
                        <a:pt x="85915" y="2318"/>
                        <a:pt x="107252" y="1366"/>
                        <a:pt x="128111" y="508"/>
                      </a:cubicBezTo>
                      <a:cubicBezTo>
                        <a:pt x="142208" y="-63"/>
                        <a:pt x="161068" y="-1682"/>
                        <a:pt x="173069" y="6795"/>
                      </a:cubicBezTo>
                      <a:cubicBezTo>
                        <a:pt x="155924" y="11938"/>
                        <a:pt x="131921" y="6985"/>
                        <a:pt x="113538" y="870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97" name="Forme libre : forme 16896">
                  <a:extLst>
                    <a:ext uri="{FF2B5EF4-FFF2-40B4-BE49-F238E27FC236}">
                      <a16:creationId xmlns:a16="http://schemas.microsoft.com/office/drawing/2014/main" id="{C0330432-417F-46F2-9FE1-39F8DB3A0DAE}"/>
                    </a:ext>
                  </a:extLst>
                </p:cNvPr>
                <p:cNvSpPr/>
                <p:nvPr/>
              </p:nvSpPr>
              <p:spPr>
                <a:xfrm>
                  <a:off x="3768284" y="5307615"/>
                  <a:ext cx="228980" cy="149257"/>
                </a:xfrm>
                <a:custGeom>
                  <a:avLst/>
                  <a:gdLst>
                    <a:gd name="connsiteX0" fmla="*/ 62770 w 228980"/>
                    <a:gd name="connsiteY0" fmla="*/ 101537 h 149257"/>
                    <a:gd name="connsiteX1" fmla="*/ 0 w 228980"/>
                    <a:gd name="connsiteY1" fmla="*/ 149257 h 149257"/>
                    <a:gd name="connsiteX2" fmla="*/ 108013 w 228980"/>
                    <a:gd name="connsiteY2" fmla="*/ 79439 h 149257"/>
                    <a:gd name="connsiteX3" fmla="*/ 228981 w 228980"/>
                    <a:gd name="connsiteY3" fmla="*/ 106299 h 149257"/>
                    <a:gd name="connsiteX4" fmla="*/ 136017 w 228980"/>
                    <a:gd name="connsiteY4" fmla="*/ 67723 h 149257"/>
                    <a:gd name="connsiteX5" fmla="*/ 129349 w 228980"/>
                    <a:gd name="connsiteY5" fmla="*/ 66294 h 149257"/>
                    <a:gd name="connsiteX6" fmla="*/ 125825 w 228980"/>
                    <a:gd name="connsiteY6" fmla="*/ 59817 h 149257"/>
                    <a:gd name="connsiteX7" fmla="*/ 108109 w 228980"/>
                    <a:gd name="connsiteY7" fmla="*/ 0 h 149257"/>
                    <a:gd name="connsiteX8" fmla="*/ 104584 w 228980"/>
                    <a:gd name="connsiteY8" fmla="*/ 25432 h 149257"/>
                    <a:gd name="connsiteX9" fmla="*/ 98393 w 228980"/>
                    <a:gd name="connsiteY9" fmla="*/ 54959 h 149257"/>
                    <a:gd name="connsiteX10" fmla="*/ 62770 w 228980"/>
                    <a:gd name="connsiteY10" fmla="*/ 101537 h 149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8980" h="149257">
                      <a:moveTo>
                        <a:pt x="62770" y="101537"/>
                      </a:moveTo>
                      <a:cubicBezTo>
                        <a:pt x="40672" y="116681"/>
                        <a:pt x="10478" y="124587"/>
                        <a:pt x="0" y="149257"/>
                      </a:cubicBezTo>
                      <a:cubicBezTo>
                        <a:pt x="30671" y="118586"/>
                        <a:pt x="66199" y="90964"/>
                        <a:pt x="108013" y="79439"/>
                      </a:cubicBezTo>
                      <a:cubicBezTo>
                        <a:pt x="149828" y="67913"/>
                        <a:pt x="198787" y="75152"/>
                        <a:pt x="228981" y="106299"/>
                      </a:cubicBezTo>
                      <a:cubicBezTo>
                        <a:pt x="204216" y="82582"/>
                        <a:pt x="170402" y="68485"/>
                        <a:pt x="136017" y="67723"/>
                      </a:cubicBezTo>
                      <a:cubicBezTo>
                        <a:pt x="133731" y="67628"/>
                        <a:pt x="131254" y="67628"/>
                        <a:pt x="129349" y="66294"/>
                      </a:cubicBezTo>
                      <a:cubicBezTo>
                        <a:pt x="127349" y="64865"/>
                        <a:pt x="126492" y="62199"/>
                        <a:pt x="125825" y="59817"/>
                      </a:cubicBezTo>
                      <a:cubicBezTo>
                        <a:pt x="120777" y="41815"/>
                        <a:pt x="118110" y="15240"/>
                        <a:pt x="108109" y="0"/>
                      </a:cubicBezTo>
                      <a:cubicBezTo>
                        <a:pt x="100393" y="3620"/>
                        <a:pt x="104965" y="18193"/>
                        <a:pt x="104584" y="25432"/>
                      </a:cubicBezTo>
                      <a:cubicBezTo>
                        <a:pt x="104013" y="35529"/>
                        <a:pt x="101822" y="45530"/>
                        <a:pt x="98393" y="54959"/>
                      </a:cubicBezTo>
                      <a:cubicBezTo>
                        <a:pt x="90678" y="75629"/>
                        <a:pt x="77629" y="86678"/>
                        <a:pt x="62770" y="10153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98" name="Forme libre : forme 16897">
                  <a:extLst>
                    <a:ext uri="{FF2B5EF4-FFF2-40B4-BE49-F238E27FC236}">
                      <a16:creationId xmlns:a16="http://schemas.microsoft.com/office/drawing/2014/main" id="{759E9D46-44DE-489C-86E5-69769D703F43}"/>
                    </a:ext>
                  </a:extLst>
                </p:cNvPr>
                <p:cNvSpPr/>
                <p:nvPr/>
              </p:nvSpPr>
              <p:spPr>
                <a:xfrm>
                  <a:off x="3932971" y="5515641"/>
                  <a:ext cx="126566" cy="265842"/>
                </a:xfrm>
                <a:custGeom>
                  <a:avLst/>
                  <a:gdLst>
                    <a:gd name="connsiteX0" fmla="*/ 106013 w 126566"/>
                    <a:gd name="connsiteY0" fmla="*/ 70580 h 265842"/>
                    <a:gd name="connsiteX1" fmla="*/ 51340 w 126566"/>
                    <a:gd name="connsiteY1" fmla="*/ 143256 h 265842"/>
                    <a:gd name="connsiteX2" fmla="*/ 0 w 126566"/>
                    <a:gd name="connsiteY2" fmla="*/ 162116 h 265842"/>
                    <a:gd name="connsiteX3" fmla="*/ 38005 w 126566"/>
                    <a:gd name="connsiteY3" fmla="*/ 184309 h 265842"/>
                    <a:gd name="connsiteX4" fmla="*/ 55912 w 126566"/>
                    <a:gd name="connsiteY4" fmla="*/ 226504 h 265842"/>
                    <a:gd name="connsiteX5" fmla="*/ 78677 w 126566"/>
                    <a:gd name="connsiteY5" fmla="*/ 265843 h 265842"/>
                    <a:gd name="connsiteX6" fmla="*/ 62579 w 126566"/>
                    <a:gd name="connsiteY6" fmla="*/ 217075 h 265842"/>
                    <a:gd name="connsiteX7" fmla="*/ 45530 w 126566"/>
                    <a:gd name="connsiteY7" fmla="*/ 174498 h 265842"/>
                    <a:gd name="connsiteX8" fmla="*/ 45244 w 126566"/>
                    <a:gd name="connsiteY8" fmla="*/ 168878 h 265842"/>
                    <a:gd name="connsiteX9" fmla="*/ 49911 w 126566"/>
                    <a:gd name="connsiteY9" fmla="*/ 162592 h 265842"/>
                    <a:gd name="connsiteX10" fmla="*/ 88297 w 126566"/>
                    <a:gd name="connsiteY10" fmla="*/ 127635 h 265842"/>
                    <a:gd name="connsiteX11" fmla="*/ 115253 w 126566"/>
                    <a:gd name="connsiteY11" fmla="*/ 97917 h 265842"/>
                    <a:gd name="connsiteX12" fmla="*/ 125825 w 126566"/>
                    <a:gd name="connsiteY12" fmla="*/ 42100 h 265842"/>
                    <a:gd name="connsiteX13" fmla="*/ 111728 w 126566"/>
                    <a:gd name="connsiteY13" fmla="*/ 0 h 265842"/>
                    <a:gd name="connsiteX14" fmla="*/ 106013 w 126566"/>
                    <a:gd name="connsiteY14" fmla="*/ 70580 h 2658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26566" h="265842">
                      <a:moveTo>
                        <a:pt x="106013" y="70580"/>
                      </a:moveTo>
                      <a:cubicBezTo>
                        <a:pt x="95060" y="99250"/>
                        <a:pt x="74867" y="123634"/>
                        <a:pt x="51340" y="143256"/>
                      </a:cubicBezTo>
                      <a:cubicBezTo>
                        <a:pt x="36767" y="155353"/>
                        <a:pt x="18383" y="166307"/>
                        <a:pt x="0" y="162116"/>
                      </a:cubicBezTo>
                      <a:cubicBezTo>
                        <a:pt x="15335" y="161354"/>
                        <a:pt x="29337" y="171545"/>
                        <a:pt x="38005" y="184309"/>
                      </a:cubicBezTo>
                      <a:cubicBezTo>
                        <a:pt x="46577" y="196977"/>
                        <a:pt x="50864" y="212027"/>
                        <a:pt x="55912" y="226504"/>
                      </a:cubicBezTo>
                      <a:cubicBezTo>
                        <a:pt x="60960" y="240982"/>
                        <a:pt x="67247" y="255651"/>
                        <a:pt x="78677" y="265843"/>
                      </a:cubicBezTo>
                      <a:cubicBezTo>
                        <a:pt x="65437" y="254413"/>
                        <a:pt x="67151" y="233934"/>
                        <a:pt x="62579" y="217075"/>
                      </a:cubicBezTo>
                      <a:cubicBezTo>
                        <a:pt x="58579" y="202311"/>
                        <a:pt x="49054" y="189357"/>
                        <a:pt x="45530" y="174498"/>
                      </a:cubicBezTo>
                      <a:cubicBezTo>
                        <a:pt x="45053" y="172688"/>
                        <a:pt x="44768" y="170688"/>
                        <a:pt x="45244" y="168878"/>
                      </a:cubicBezTo>
                      <a:cubicBezTo>
                        <a:pt x="45911" y="166307"/>
                        <a:pt x="47911" y="164306"/>
                        <a:pt x="49911" y="162592"/>
                      </a:cubicBezTo>
                      <a:cubicBezTo>
                        <a:pt x="62675" y="150971"/>
                        <a:pt x="75533" y="139255"/>
                        <a:pt x="88297" y="127635"/>
                      </a:cubicBezTo>
                      <a:cubicBezTo>
                        <a:pt x="98203" y="118586"/>
                        <a:pt x="108299" y="109347"/>
                        <a:pt x="115253" y="97917"/>
                      </a:cubicBezTo>
                      <a:cubicBezTo>
                        <a:pt x="125254" y="81439"/>
                        <a:pt x="128111" y="61246"/>
                        <a:pt x="125825" y="42100"/>
                      </a:cubicBezTo>
                      <a:cubicBezTo>
                        <a:pt x="124397" y="30003"/>
                        <a:pt x="121920" y="8191"/>
                        <a:pt x="111728" y="0"/>
                      </a:cubicBezTo>
                      <a:cubicBezTo>
                        <a:pt x="113824" y="24669"/>
                        <a:pt x="115253" y="46577"/>
                        <a:pt x="106013" y="7058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99" name="Forme libre : forme 16898">
                  <a:extLst>
                    <a:ext uri="{FF2B5EF4-FFF2-40B4-BE49-F238E27FC236}">
                      <a16:creationId xmlns:a16="http://schemas.microsoft.com/office/drawing/2014/main" id="{0DCAA611-0447-42B4-BE37-F6F8CFF00689}"/>
                    </a:ext>
                  </a:extLst>
                </p:cNvPr>
                <p:cNvSpPr/>
                <p:nvPr/>
              </p:nvSpPr>
              <p:spPr>
                <a:xfrm>
                  <a:off x="4094516" y="5261895"/>
                  <a:ext cx="131349" cy="169926"/>
                </a:xfrm>
                <a:custGeom>
                  <a:avLst/>
                  <a:gdLst>
                    <a:gd name="connsiteX0" fmla="*/ 80010 w 131349"/>
                    <a:gd name="connsiteY0" fmla="*/ 169926 h 169926"/>
                    <a:gd name="connsiteX1" fmla="*/ 75438 w 131349"/>
                    <a:gd name="connsiteY1" fmla="*/ 143637 h 169926"/>
                    <a:gd name="connsiteX2" fmla="*/ 59055 w 131349"/>
                    <a:gd name="connsiteY2" fmla="*/ 124396 h 169926"/>
                    <a:gd name="connsiteX3" fmla="*/ 0 w 131349"/>
                    <a:gd name="connsiteY3" fmla="*/ 0 h 169926"/>
                    <a:gd name="connsiteX4" fmla="*/ 25527 w 131349"/>
                    <a:gd name="connsiteY4" fmla="*/ 70390 h 169926"/>
                    <a:gd name="connsiteX5" fmla="*/ 55054 w 131349"/>
                    <a:gd name="connsiteY5" fmla="*/ 104204 h 169926"/>
                    <a:gd name="connsiteX6" fmla="*/ 62008 w 131349"/>
                    <a:gd name="connsiteY6" fmla="*/ 108014 h 169926"/>
                    <a:gd name="connsiteX7" fmla="*/ 70390 w 131349"/>
                    <a:gd name="connsiteY7" fmla="*/ 102013 h 169926"/>
                    <a:gd name="connsiteX8" fmla="*/ 131350 w 131349"/>
                    <a:gd name="connsiteY8" fmla="*/ 40386 h 169926"/>
                    <a:gd name="connsiteX9" fmla="*/ 80010 w 131349"/>
                    <a:gd name="connsiteY9" fmla="*/ 169926 h 169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1349" h="169926">
                      <a:moveTo>
                        <a:pt x="80010" y="169926"/>
                      </a:moveTo>
                      <a:cubicBezTo>
                        <a:pt x="75438" y="162211"/>
                        <a:pt x="78200" y="152209"/>
                        <a:pt x="75438" y="143637"/>
                      </a:cubicBezTo>
                      <a:cubicBezTo>
                        <a:pt x="72771" y="135541"/>
                        <a:pt x="65532" y="130016"/>
                        <a:pt x="59055" y="124396"/>
                      </a:cubicBezTo>
                      <a:cubicBezTo>
                        <a:pt x="23146" y="93631"/>
                        <a:pt x="1143" y="47244"/>
                        <a:pt x="0" y="0"/>
                      </a:cubicBezTo>
                      <a:cubicBezTo>
                        <a:pt x="12859" y="21527"/>
                        <a:pt x="13240" y="48578"/>
                        <a:pt x="25527" y="70390"/>
                      </a:cubicBezTo>
                      <a:cubicBezTo>
                        <a:pt x="32861" y="83534"/>
                        <a:pt x="44101" y="94012"/>
                        <a:pt x="55054" y="104204"/>
                      </a:cubicBezTo>
                      <a:cubicBezTo>
                        <a:pt x="57055" y="106013"/>
                        <a:pt x="59246" y="108014"/>
                        <a:pt x="62008" y="108014"/>
                      </a:cubicBezTo>
                      <a:cubicBezTo>
                        <a:pt x="65627" y="108109"/>
                        <a:pt x="68199" y="104870"/>
                        <a:pt x="70390" y="102013"/>
                      </a:cubicBezTo>
                      <a:cubicBezTo>
                        <a:pt x="88106" y="78105"/>
                        <a:pt x="110966" y="61436"/>
                        <a:pt x="131350" y="40386"/>
                      </a:cubicBezTo>
                      <a:cubicBezTo>
                        <a:pt x="92678" y="69628"/>
                        <a:pt x="72771" y="122587"/>
                        <a:pt x="80010" y="16992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00" name="Forme libre : forme 16899">
                  <a:extLst>
                    <a:ext uri="{FF2B5EF4-FFF2-40B4-BE49-F238E27FC236}">
                      <a16:creationId xmlns:a16="http://schemas.microsoft.com/office/drawing/2014/main" id="{B79BBB1E-5752-4F39-83FE-8379ADFE2539}"/>
                    </a:ext>
                  </a:extLst>
                </p:cNvPr>
                <p:cNvSpPr/>
                <p:nvPr/>
              </p:nvSpPr>
              <p:spPr>
                <a:xfrm>
                  <a:off x="4217769" y="5516230"/>
                  <a:ext cx="137826" cy="251347"/>
                </a:xfrm>
                <a:custGeom>
                  <a:avLst/>
                  <a:gdLst>
                    <a:gd name="connsiteX0" fmla="*/ 40481 w 137826"/>
                    <a:gd name="connsiteY0" fmla="*/ 25319 h 251347"/>
                    <a:gd name="connsiteX1" fmla="*/ 57721 w 137826"/>
                    <a:gd name="connsiteY1" fmla="*/ 76373 h 251347"/>
                    <a:gd name="connsiteX2" fmla="*/ 0 w 137826"/>
                    <a:gd name="connsiteY2" fmla="*/ 251348 h 251347"/>
                    <a:gd name="connsiteX3" fmla="*/ 69151 w 137826"/>
                    <a:gd name="connsiteY3" fmla="*/ 146477 h 251347"/>
                    <a:gd name="connsiteX4" fmla="*/ 67913 w 137826"/>
                    <a:gd name="connsiteY4" fmla="*/ 223439 h 251347"/>
                    <a:gd name="connsiteX5" fmla="*/ 85820 w 137826"/>
                    <a:gd name="connsiteY5" fmla="*/ 105996 h 251347"/>
                    <a:gd name="connsiteX6" fmla="*/ 90773 w 137826"/>
                    <a:gd name="connsiteY6" fmla="*/ 93518 h 251347"/>
                    <a:gd name="connsiteX7" fmla="*/ 103156 w 137826"/>
                    <a:gd name="connsiteY7" fmla="*/ 86374 h 251347"/>
                    <a:gd name="connsiteX8" fmla="*/ 137827 w 137826"/>
                    <a:gd name="connsiteY8" fmla="*/ 73706 h 251347"/>
                    <a:gd name="connsiteX9" fmla="*/ 90678 w 137826"/>
                    <a:gd name="connsiteY9" fmla="*/ 86946 h 251347"/>
                    <a:gd name="connsiteX10" fmla="*/ 74866 w 137826"/>
                    <a:gd name="connsiteY10" fmla="*/ 93137 h 251347"/>
                    <a:gd name="connsiteX11" fmla="*/ 64103 w 137826"/>
                    <a:gd name="connsiteY11" fmla="*/ 32939 h 251347"/>
                    <a:gd name="connsiteX12" fmla="*/ 48101 w 137826"/>
                    <a:gd name="connsiteY12" fmla="*/ 14746 h 251347"/>
                    <a:gd name="connsiteX13" fmla="*/ 14764 w 137826"/>
                    <a:gd name="connsiteY13" fmla="*/ 3602 h 251347"/>
                    <a:gd name="connsiteX14" fmla="*/ 40481 w 137826"/>
                    <a:gd name="connsiteY14" fmla="*/ 25319 h 251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37826" h="251347">
                      <a:moveTo>
                        <a:pt x="40481" y="25319"/>
                      </a:moveTo>
                      <a:cubicBezTo>
                        <a:pt x="51625" y="39702"/>
                        <a:pt x="55912" y="58276"/>
                        <a:pt x="57721" y="76373"/>
                      </a:cubicBezTo>
                      <a:cubicBezTo>
                        <a:pt x="64103" y="139333"/>
                        <a:pt x="42577" y="204579"/>
                        <a:pt x="0" y="251348"/>
                      </a:cubicBezTo>
                      <a:cubicBezTo>
                        <a:pt x="29337" y="221153"/>
                        <a:pt x="52959" y="185339"/>
                        <a:pt x="69151" y="146477"/>
                      </a:cubicBezTo>
                      <a:cubicBezTo>
                        <a:pt x="64198" y="172004"/>
                        <a:pt x="59341" y="198865"/>
                        <a:pt x="67913" y="223439"/>
                      </a:cubicBezTo>
                      <a:cubicBezTo>
                        <a:pt x="71438" y="184006"/>
                        <a:pt x="77438" y="144667"/>
                        <a:pt x="85820" y="105996"/>
                      </a:cubicBezTo>
                      <a:cubicBezTo>
                        <a:pt x="86773" y="101614"/>
                        <a:pt x="87821" y="97042"/>
                        <a:pt x="90773" y="93518"/>
                      </a:cubicBezTo>
                      <a:cubicBezTo>
                        <a:pt x="93916" y="89803"/>
                        <a:pt x="98584" y="88089"/>
                        <a:pt x="103156" y="86374"/>
                      </a:cubicBezTo>
                      <a:cubicBezTo>
                        <a:pt x="114681" y="82183"/>
                        <a:pt x="126301" y="77897"/>
                        <a:pt x="137827" y="73706"/>
                      </a:cubicBezTo>
                      <a:cubicBezTo>
                        <a:pt x="121158" y="72277"/>
                        <a:pt x="104108" y="77040"/>
                        <a:pt x="90678" y="86946"/>
                      </a:cubicBezTo>
                      <a:cubicBezTo>
                        <a:pt x="85915" y="90470"/>
                        <a:pt x="80486" y="94852"/>
                        <a:pt x="74866" y="93137"/>
                      </a:cubicBezTo>
                      <a:cubicBezTo>
                        <a:pt x="61913" y="76945"/>
                        <a:pt x="72676" y="51799"/>
                        <a:pt x="64103" y="32939"/>
                      </a:cubicBezTo>
                      <a:cubicBezTo>
                        <a:pt x="60770" y="25510"/>
                        <a:pt x="54578" y="19699"/>
                        <a:pt x="48101" y="14746"/>
                      </a:cubicBezTo>
                      <a:cubicBezTo>
                        <a:pt x="41624" y="9698"/>
                        <a:pt x="21622" y="-7352"/>
                        <a:pt x="14764" y="3602"/>
                      </a:cubicBezTo>
                      <a:cubicBezTo>
                        <a:pt x="23241" y="10937"/>
                        <a:pt x="33242" y="15889"/>
                        <a:pt x="40481" y="2531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01" name="Forme libre : forme 16900">
                  <a:extLst>
                    <a:ext uri="{FF2B5EF4-FFF2-40B4-BE49-F238E27FC236}">
                      <a16:creationId xmlns:a16="http://schemas.microsoft.com/office/drawing/2014/main" id="{99097708-904E-47AD-B2CC-30DAB5E0BBF3}"/>
                    </a:ext>
                  </a:extLst>
                </p:cNvPr>
                <p:cNvSpPr/>
                <p:nvPr/>
              </p:nvSpPr>
              <p:spPr>
                <a:xfrm>
                  <a:off x="4378456" y="5335238"/>
                  <a:ext cx="136398" cy="135731"/>
                </a:xfrm>
                <a:custGeom>
                  <a:avLst/>
                  <a:gdLst>
                    <a:gd name="connsiteX0" fmla="*/ 48768 w 136398"/>
                    <a:gd name="connsiteY0" fmla="*/ 58198 h 135731"/>
                    <a:gd name="connsiteX1" fmla="*/ 0 w 136398"/>
                    <a:gd name="connsiteY1" fmla="*/ 101632 h 135731"/>
                    <a:gd name="connsiteX2" fmla="*/ 58960 w 136398"/>
                    <a:gd name="connsiteY2" fmla="*/ 88487 h 135731"/>
                    <a:gd name="connsiteX3" fmla="*/ 77533 w 136398"/>
                    <a:gd name="connsiteY3" fmla="*/ 100869 h 135731"/>
                    <a:gd name="connsiteX4" fmla="*/ 136398 w 136398"/>
                    <a:gd name="connsiteY4" fmla="*/ 135731 h 135731"/>
                    <a:gd name="connsiteX5" fmla="*/ 86678 w 136398"/>
                    <a:gd name="connsiteY5" fmla="*/ 98584 h 135731"/>
                    <a:gd name="connsiteX6" fmla="*/ 64961 w 136398"/>
                    <a:gd name="connsiteY6" fmla="*/ 79153 h 135731"/>
                    <a:gd name="connsiteX7" fmla="*/ 58769 w 136398"/>
                    <a:gd name="connsiteY7" fmla="*/ 75819 h 135731"/>
                    <a:gd name="connsiteX8" fmla="*/ 57721 w 136398"/>
                    <a:gd name="connsiteY8" fmla="*/ 63151 h 135731"/>
                    <a:gd name="connsiteX9" fmla="*/ 56007 w 136398"/>
                    <a:gd name="connsiteY9" fmla="*/ 0 h 135731"/>
                    <a:gd name="connsiteX10" fmla="*/ 48768 w 136398"/>
                    <a:gd name="connsiteY10" fmla="*/ 58198 h 135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6398" h="135731">
                      <a:moveTo>
                        <a:pt x="48768" y="58198"/>
                      </a:moveTo>
                      <a:cubicBezTo>
                        <a:pt x="38862" y="78200"/>
                        <a:pt x="21050" y="94107"/>
                        <a:pt x="0" y="101632"/>
                      </a:cubicBezTo>
                      <a:cubicBezTo>
                        <a:pt x="18002" y="90868"/>
                        <a:pt x="39624" y="80582"/>
                        <a:pt x="58960" y="88487"/>
                      </a:cubicBezTo>
                      <a:cubicBezTo>
                        <a:pt x="65818" y="91344"/>
                        <a:pt x="71628" y="96202"/>
                        <a:pt x="77533" y="100869"/>
                      </a:cubicBezTo>
                      <a:cubicBezTo>
                        <a:pt x="95536" y="114967"/>
                        <a:pt x="115348" y="126682"/>
                        <a:pt x="136398" y="135731"/>
                      </a:cubicBezTo>
                      <a:cubicBezTo>
                        <a:pt x="118681" y="124873"/>
                        <a:pt x="100679" y="113824"/>
                        <a:pt x="86678" y="98584"/>
                      </a:cubicBezTo>
                      <a:cubicBezTo>
                        <a:pt x="80010" y="91344"/>
                        <a:pt x="73914" y="83058"/>
                        <a:pt x="64961" y="79153"/>
                      </a:cubicBezTo>
                      <a:cubicBezTo>
                        <a:pt x="62770" y="78200"/>
                        <a:pt x="60388" y="77534"/>
                        <a:pt x="58769" y="75819"/>
                      </a:cubicBezTo>
                      <a:cubicBezTo>
                        <a:pt x="55721" y="72580"/>
                        <a:pt x="56769" y="67437"/>
                        <a:pt x="57721" y="63151"/>
                      </a:cubicBezTo>
                      <a:cubicBezTo>
                        <a:pt x="60484" y="51149"/>
                        <a:pt x="67913" y="6668"/>
                        <a:pt x="56007" y="0"/>
                      </a:cubicBezTo>
                      <a:cubicBezTo>
                        <a:pt x="57436" y="20574"/>
                        <a:pt x="58293" y="38957"/>
                        <a:pt x="48768" y="5819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02" name="Forme libre : forme 16901">
                  <a:extLst>
                    <a:ext uri="{FF2B5EF4-FFF2-40B4-BE49-F238E27FC236}">
                      <a16:creationId xmlns:a16="http://schemas.microsoft.com/office/drawing/2014/main" id="{98F431AB-B129-4332-8083-27AC35B78BAA}"/>
                    </a:ext>
                  </a:extLst>
                </p:cNvPr>
                <p:cNvSpPr/>
                <p:nvPr/>
              </p:nvSpPr>
              <p:spPr>
                <a:xfrm>
                  <a:off x="4486088" y="5676233"/>
                  <a:ext cx="71818" cy="122292"/>
                </a:xfrm>
                <a:custGeom>
                  <a:avLst/>
                  <a:gdLst>
                    <a:gd name="connsiteX0" fmla="*/ 39910 w 71818"/>
                    <a:gd name="connsiteY0" fmla="*/ 74581 h 122292"/>
                    <a:gd name="connsiteX1" fmla="*/ 0 w 71818"/>
                    <a:gd name="connsiteY1" fmla="*/ 121063 h 122292"/>
                    <a:gd name="connsiteX2" fmla="*/ 21050 w 71818"/>
                    <a:gd name="connsiteY2" fmla="*/ 111252 h 122292"/>
                    <a:gd name="connsiteX3" fmla="*/ 51435 w 71818"/>
                    <a:gd name="connsiteY3" fmla="*/ 73057 h 122292"/>
                    <a:gd name="connsiteX4" fmla="*/ 54578 w 71818"/>
                    <a:gd name="connsiteY4" fmla="*/ 70009 h 122292"/>
                    <a:gd name="connsiteX5" fmla="*/ 64294 w 71818"/>
                    <a:gd name="connsiteY5" fmla="*/ 72580 h 122292"/>
                    <a:gd name="connsiteX6" fmla="*/ 71818 w 71818"/>
                    <a:gd name="connsiteY6" fmla="*/ 80296 h 122292"/>
                    <a:gd name="connsiteX7" fmla="*/ 69152 w 71818"/>
                    <a:gd name="connsiteY7" fmla="*/ 48292 h 122292"/>
                    <a:gd name="connsiteX8" fmla="*/ 44005 w 71818"/>
                    <a:gd name="connsiteY8" fmla="*/ 0 h 122292"/>
                    <a:gd name="connsiteX9" fmla="*/ 39910 w 71818"/>
                    <a:gd name="connsiteY9" fmla="*/ 74581 h 122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1818" h="122292">
                      <a:moveTo>
                        <a:pt x="39910" y="74581"/>
                      </a:moveTo>
                      <a:cubicBezTo>
                        <a:pt x="31718" y="94012"/>
                        <a:pt x="20098" y="114586"/>
                        <a:pt x="0" y="121063"/>
                      </a:cubicBezTo>
                      <a:cubicBezTo>
                        <a:pt x="7334" y="125254"/>
                        <a:pt x="15812" y="117920"/>
                        <a:pt x="21050" y="111252"/>
                      </a:cubicBezTo>
                      <a:cubicBezTo>
                        <a:pt x="31147" y="98489"/>
                        <a:pt x="41243" y="85725"/>
                        <a:pt x="51435" y="73057"/>
                      </a:cubicBezTo>
                      <a:cubicBezTo>
                        <a:pt x="52388" y="71914"/>
                        <a:pt x="53340" y="70771"/>
                        <a:pt x="54578" y="70009"/>
                      </a:cubicBezTo>
                      <a:cubicBezTo>
                        <a:pt x="57721" y="68294"/>
                        <a:pt x="61722" y="70104"/>
                        <a:pt x="64294" y="72580"/>
                      </a:cubicBezTo>
                      <a:cubicBezTo>
                        <a:pt x="66866" y="75057"/>
                        <a:pt x="68866" y="78296"/>
                        <a:pt x="71818" y="80296"/>
                      </a:cubicBezTo>
                      <a:cubicBezTo>
                        <a:pt x="67818" y="70199"/>
                        <a:pt x="66866" y="58864"/>
                        <a:pt x="69152" y="48292"/>
                      </a:cubicBezTo>
                      <a:cubicBezTo>
                        <a:pt x="72676" y="32290"/>
                        <a:pt x="59627" y="6858"/>
                        <a:pt x="44005" y="0"/>
                      </a:cubicBezTo>
                      <a:cubicBezTo>
                        <a:pt x="51911" y="27337"/>
                        <a:pt x="51340" y="47720"/>
                        <a:pt x="39910" y="74581"/>
                      </a:cubicBezTo>
                      <a:close/>
                    </a:path>
                  </a:pathLst>
                </a:custGeom>
                <a:solidFill>
                  <a:srgbClr val="F7E07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03" name="Forme libre : forme 16902">
                  <a:extLst>
                    <a:ext uri="{FF2B5EF4-FFF2-40B4-BE49-F238E27FC236}">
                      <a16:creationId xmlns:a16="http://schemas.microsoft.com/office/drawing/2014/main" id="{A39BF3EC-B628-4EE1-8ABD-79DCE127E9CE}"/>
                    </a:ext>
                  </a:extLst>
                </p:cNvPr>
                <p:cNvSpPr/>
                <p:nvPr/>
              </p:nvSpPr>
              <p:spPr>
                <a:xfrm>
                  <a:off x="4638869" y="5333333"/>
                  <a:ext cx="107485" cy="148819"/>
                </a:xfrm>
                <a:custGeom>
                  <a:avLst/>
                  <a:gdLst>
                    <a:gd name="connsiteX0" fmla="*/ 55341 w 107485"/>
                    <a:gd name="connsiteY0" fmla="*/ 106680 h 148819"/>
                    <a:gd name="connsiteX1" fmla="*/ 107061 w 107485"/>
                    <a:gd name="connsiteY1" fmla="*/ 0 h 148819"/>
                    <a:gd name="connsiteX2" fmla="*/ 76200 w 107485"/>
                    <a:gd name="connsiteY2" fmla="*/ 95917 h 148819"/>
                    <a:gd name="connsiteX3" fmla="*/ 0 w 107485"/>
                    <a:gd name="connsiteY3" fmla="*/ 142684 h 148819"/>
                    <a:gd name="connsiteX4" fmla="*/ 55341 w 107485"/>
                    <a:gd name="connsiteY4" fmla="*/ 106680 h 148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485" h="148819">
                      <a:moveTo>
                        <a:pt x="55341" y="106680"/>
                      </a:moveTo>
                      <a:cubicBezTo>
                        <a:pt x="82963" y="77724"/>
                        <a:pt x="98108" y="38958"/>
                        <a:pt x="107061" y="0"/>
                      </a:cubicBezTo>
                      <a:cubicBezTo>
                        <a:pt x="110300" y="34100"/>
                        <a:pt x="94488" y="66961"/>
                        <a:pt x="76200" y="95917"/>
                      </a:cubicBezTo>
                      <a:cubicBezTo>
                        <a:pt x="64961" y="113729"/>
                        <a:pt x="25813" y="166688"/>
                        <a:pt x="0" y="142684"/>
                      </a:cubicBezTo>
                      <a:cubicBezTo>
                        <a:pt x="17717" y="129730"/>
                        <a:pt x="38862" y="123825"/>
                        <a:pt x="55341" y="10668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04" name="Forme libre : forme 16903">
                  <a:extLst>
                    <a:ext uri="{FF2B5EF4-FFF2-40B4-BE49-F238E27FC236}">
                      <a16:creationId xmlns:a16="http://schemas.microsoft.com/office/drawing/2014/main" id="{784880CE-13EE-46B6-9F7D-A44F3291580A}"/>
                    </a:ext>
                  </a:extLst>
                </p:cNvPr>
                <p:cNvSpPr/>
                <p:nvPr/>
              </p:nvSpPr>
              <p:spPr>
                <a:xfrm>
                  <a:off x="4445702" y="5635466"/>
                  <a:ext cx="162869" cy="174116"/>
                </a:xfrm>
                <a:custGeom>
                  <a:avLst/>
                  <a:gdLst>
                    <a:gd name="connsiteX0" fmla="*/ 125063 w 162869"/>
                    <a:gd name="connsiteY0" fmla="*/ 31909 h 174116"/>
                    <a:gd name="connsiteX1" fmla="*/ 162687 w 162869"/>
                    <a:gd name="connsiteY1" fmla="*/ 0 h 174116"/>
                    <a:gd name="connsiteX2" fmla="*/ 138208 w 162869"/>
                    <a:gd name="connsiteY2" fmla="*/ 38671 h 174116"/>
                    <a:gd name="connsiteX3" fmla="*/ 105060 w 162869"/>
                    <a:gd name="connsiteY3" fmla="*/ 72294 h 174116"/>
                    <a:gd name="connsiteX4" fmla="*/ 103346 w 162869"/>
                    <a:gd name="connsiteY4" fmla="*/ 95345 h 174116"/>
                    <a:gd name="connsiteX5" fmla="*/ 106394 w 162869"/>
                    <a:gd name="connsiteY5" fmla="*/ 158401 h 174116"/>
                    <a:gd name="connsiteX6" fmla="*/ 92773 w 162869"/>
                    <a:gd name="connsiteY6" fmla="*/ 80486 h 174116"/>
                    <a:gd name="connsiteX7" fmla="*/ 78105 w 162869"/>
                    <a:gd name="connsiteY7" fmla="*/ 92297 h 174116"/>
                    <a:gd name="connsiteX8" fmla="*/ 0 w 162869"/>
                    <a:gd name="connsiteY8" fmla="*/ 174117 h 174116"/>
                    <a:gd name="connsiteX9" fmla="*/ 65627 w 162869"/>
                    <a:gd name="connsiteY9" fmla="*/ 88201 h 174116"/>
                    <a:gd name="connsiteX10" fmla="*/ 78391 w 162869"/>
                    <a:gd name="connsiteY10" fmla="*/ 52959 h 174116"/>
                    <a:gd name="connsiteX11" fmla="*/ 64770 w 162869"/>
                    <a:gd name="connsiteY11" fmla="*/ 26384 h 174116"/>
                    <a:gd name="connsiteX12" fmla="*/ 125063 w 162869"/>
                    <a:gd name="connsiteY12" fmla="*/ 31909 h 17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62869" h="174116">
                      <a:moveTo>
                        <a:pt x="125063" y="31909"/>
                      </a:moveTo>
                      <a:cubicBezTo>
                        <a:pt x="142113" y="28956"/>
                        <a:pt x="158020" y="16764"/>
                        <a:pt x="162687" y="0"/>
                      </a:cubicBezTo>
                      <a:cubicBezTo>
                        <a:pt x="164592" y="15907"/>
                        <a:pt x="151257" y="29432"/>
                        <a:pt x="138208" y="38671"/>
                      </a:cubicBezTo>
                      <a:cubicBezTo>
                        <a:pt x="125159" y="47910"/>
                        <a:pt x="110014" y="57055"/>
                        <a:pt x="105060" y="72294"/>
                      </a:cubicBezTo>
                      <a:cubicBezTo>
                        <a:pt x="102679" y="79629"/>
                        <a:pt x="102965" y="87630"/>
                        <a:pt x="103346" y="95345"/>
                      </a:cubicBezTo>
                      <a:cubicBezTo>
                        <a:pt x="104299" y="116395"/>
                        <a:pt x="105346" y="137350"/>
                        <a:pt x="106394" y="158401"/>
                      </a:cubicBezTo>
                      <a:cubicBezTo>
                        <a:pt x="99155" y="133064"/>
                        <a:pt x="94583" y="106870"/>
                        <a:pt x="92773" y="80486"/>
                      </a:cubicBezTo>
                      <a:cubicBezTo>
                        <a:pt x="86201" y="78486"/>
                        <a:pt x="81058" y="86106"/>
                        <a:pt x="78105" y="92297"/>
                      </a:cubicBezTo>
                      <a:cubicBezTo>
                        <a:pt x="61436" y="126778"/>
                        <a:pt x="33719" y="155829"/>
                        <a:pt x="0" y="174117"/>
                      </a:cubicBezTo>
                      <a:cubicBezTo>
                        <a:pt x="24670" y="147828"/>
                        <a:pt x="45148" y="118014"/>
                        <a:pt x="65627" y="88201"/>
                      </a:cubicBezTo>
                      <a:cubicBezTo>
                        <a:pt x="72580" y="78010"/>
                        <a:pt x="80486" y="66008"/>
                        <a:pt x="78391" y="52959"/>
                      </a:cubicBezTo>
                      <a:cubicBezTo>
                        <a:pt x="77152" y="45339"/>
                        <a:pt x="62770" y="32575"/>
                        <a:pt x="64770" y="26384"/>
                      </a:cubicBezTo>
                      <a:cubicBezTo>
                        <a:pt x="68294" y="15144"/>
                        <a:pt x="113252" y="33909"/>
                        <a:pt x="125063" y="3190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05" name="Forme libre : forme 16904">
                  <a:extLst>
                    <a:ext uri="{FF2B5EF4-FFF2-40B4-BE49-F238E27FC236}">
                      <a16:creationId xmlns:a16="http://schemas.microsoft.com/office/drawing/2014/main" id="{F3D4DCEC-B32F-49E9-B67E-FD71072E3EB0}"/>
                    </a:ext>
                  </a:extLst>
                </p:cNvPr>
                <p:cNvSpPr/>
                <p:nvPr/>
              </p:nvSpPr>
              <p:spPr>
                <a:xfrm>
                  <a:off x="4663730" y="5554300"/>
                  <a:ext cx="111073" cy="80499"/>
                </a:xfrm>
                <a:custGeom>
                  <a:avLst/>
                  <a:gdLst>
                    <a:gd name="connsiteX0" fmla="*/ 29813 w 111073"/>
                    <a:gd name="connsiteY0" fmla="*/ 6299 h 80499"/>
                    <a:gd name="connsiteX1" fmla="*/ 70961 w 111073"/>
                    <a:gd name="connsiteY1" fmla="*/ 17348 h 80499"/>
                    <a:gd name="connsiteX2" fmla="*/ 96869 w 111073"/>
                    <a:gd name="connsiteY2" fmla="*/ 35445 h 80499"/>
                    <a:gd name="connsiteX3" fmla="*/ 108013 w 111073"/>
                    <a:gd name="connsiteY3" fmla="*/ 80499 h 80499"/>
                    <a:gd name="connsiteX4" fmla="*/ 104394 w 111073"/>
                    <a:gd name="connsiteY4" fmla="*/ 33541 h 80499"/>
                    <a:gd name="connsiteX5" fmla="*/ 68199 w 111073"/>
                    <a:gd name="connsiteY5" fmla="*/ 3346 h 80499"/>
                    <a:gd name="connsiteX6" fmla="*/ 36862 w 111073"/>
                    <a:gd name="connsiteY6" fmla="*/ 13 h 80499"/>
                    <a:gd name="connsiteX7" fmla="*/ 0 w 111073"/>
                    <a:gd name="connsiteY7" fmla="*/ 11824 h 80499"/>
                    <a:gd name="connsiteX8" fmla="*/ 29813 w 111073"/>
                    <a:gd name="connsiteY8" fmla="*/ 6299 h 80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1073" h="80499">
                      <a:moveTo>
                        <a:pt x="29813" y="6299"/>
                      </a:moveTo>
                      <a:cubicBezTo>
                        <a:pt x="44101" y="6870"/>
                        <a:pt x="57912" y="11443"/>
                        <a:pt x="70961" y="17348"/>
                      </a:cubicBezTo>
                      <a:cubicBezTo>
                        <a:pt x="80676" y="21729"/>
                        <a:pt x="90392" y="26969"/>
                        <a:pt x="96869" y="35445"/>
                      </a:cubicBezTo>
                      <a:cubicBezTo>
                        <a:pt x="106489" y="47923"/>
                        <a:pt x="107442" y="64783"/>
                        <a:pt x="108013" y="80499"/>
                      </a:cubicBezTo>
                      <a:cubicBezTo>
                        <a:pt x="113157" y="65163"/>
                        <a:pt x="111728" y="47828"/>
                        <a:pt x="104394" y="33541"/>
                      </a:cubicBezTo>
                      <a:cubicBezTo>
                        <a:pt x="97060" y="19253"/>
                        <a:pt x="83629" y="8109"/>
                        <a:pt x="68199" y="3346"/>
                      </a:cubicBezTo>
                      <a:cubicBezTo>
                        <a:pt x="58102" y="298"/>
                        <a:pt x="47339" y="-83"/>
                        <a:pt x="36862" y="13"/>
                      </a:cubicBezTo>
                      <a:cubicBezTo>
                        <a:pt x="25432" y="108"/>
                        <a:pt x="5715" y="393"/>
                        <a:pt x="0" y="11824"/>
                      </a:cubicBezTo>
                      <a:cubicBezTo>
                        <a:pt x="9525" y="8490"/>
                        <a:pt x="19335" y="5918"/>
                        <a:pt x="29813" y="629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06" name="Forme libre : forme 16905">
                  <a:extLst>
                    <a:ext uri="{FF2B5EF4-FFF2-40B4-BE49-F238E27FC236}">
                      <a16:creationId xmlns:a16="http://schemas.microsoft.com/office/drawing/2014/main" id="{7CB41677-A14A-4FD7-B3D9-BE1E5DAC6FFD}"/>
                    </a:ext>
                  </a:extLst>
                </p:cNvPr>
                <p:cNvSpPr/>
                <p:nvPr/>
              </p:nvSpPr>
              <p:spPr>
                <a:xfrm>
                  <a:off x="4693828" y="5731859"/>
                  <a:ext cx="149828" cy="88391"/>
                </a:xfrm>
                <a:custGeom>
                  <a:avLst/>
                  <a:gdLst>
                    <a:gd name="connsiteX0" fmla="*/ 46482 w 149828"/>
                    <a:gd name="connsiteY0" fmla="*/ 41720 h 88391"/>
                    <a:gd name="connsiteX1" fmla="*/ 0 w 149828"/>
                    <a:gd name="connsiteY1" fmla="*/ 88392 h 88391"/>
                    <a:gd name="connsiteX2" fmla="*/ 36766 w 149828"/>
                    <a:gd name="connsiteY2" fmla="*/ 61722 h 88391"/>
                    <a:gd name="connsiteX3" fmla="*/ 66008 w 149828"/>
                    <a:gd name="connsiteY3" fmla="*/ 33814 h 88391"/>
                    <a:gd name="connsiteX4" fmla="*/ 78105 w 149828"/>
                    <a:gd name="connsiteY4" fmla="*/ 35337 h 88391"/>
                    <a:gd name="connsiteX5" fmla="*/ 149828 w 149828"/>
                    <a:gd name="connsiteY5" fmla="*/ 52292 h 88391"/>
                    <a:gd name="connsiteX6" fmla="*/ 102203 w 149828"/>
                    <a:gd name="connsiteY6" fmla="*/ 35719 h 88391"/>
                    <a:gd name="connsiteX7" fmla="*/ 76771 w 149828"/>
                    <a:gd name="connsiteY7" fmla="*/ 19907 h 88391"/>
                    <a:gd name="connsiteX8" fmla="*/ 61341 w 149828"/>
                    <a:gd name="connsiteY8" fmla="*/ 0 h 88391"/>
                    <a:gd name="connsiteX9" fmla="*/ 46482 w 149828"/>
                    <a:gd name="connsiteY9" fmla="*/ 41720 h 88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9828" h="88391">
                      <a:moveTo>
                        <a:pt x="46482" y="41720"/>
                      </a:moveTo>
                      <a:cubicBezTo>
                        <a:pt x="34957" y="60579"/>
                        <a:pt x="17907" y="75438"/>
                        <a:pt x="0" y="88392"/>
                      </a:cubicBezTo>
                      <a:cubicBezTo>
                        <a:pt x="14669" y="83725"/>
                        <a:pt x="27813" y="74200"/>
                        <a:pt x="36766" y="61722"/>
                      </a:cubicBezTo>
                      <a:cubicBezTo>
                        <a:pt x="44958" y="50387"/>
                        <a:pt x="52102" y="35242"/>
                        <a:pt x="66008" y="33814"/>
                      </a:cubicBezTo>
                      <a:cubicBezTo>
                        <a:pt x="70104" y="33433"/>
                        <a:pt x="74105" y="34385"/>
                        <a:pt x="78105" y="35337"/>
                      </a:cubicBezTo>
                      <a:cubicBezTo>
                        <a:pt x="102013" y="40957"/>
                        <a:pt x="125921" y="46672"/>
                        <a:pt x="149828" y="52292"/>
                      </a:cubicBezTo>
                      <a:cubicBezTo>
                        <a:pt x="133921" y="46767"/>
                        <a:pt x="118015" y="41243"/>
                        <a:pt x="102203" y="35719"/>
                      </a:cubicBezTo>
                      <a:cubicBezTo>
                        <a:pt x="92202" y="32195"/>
                        <a:pt x="83344" y="28480"/>
                        <a:pt x="76771" y="19907"/>
                      </a:cubicBezTo>
                      <a:cubicBezTo>
                        <a:pt x="71247" y="12668"/>
                        <a:pt x="72009" y="1238"/>
                        <a:pt x="61341" y="0"/>
                      </a:cubicBezTo>
                      <a:cubicBezTo>
                        <a:pt x="56674" y="14097"/>
                        <a:pt x="54673" y="28384"/>
                        <a:pt x="46482" y="4172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07" name="Forme libre : forme 16906">
                  <a:extLst>
                    <a:ext uri="{FF2B5EF4-FFF2-40B4-BE49-F238E27FC236}">
                      <a16:creationId xmlns:a16="http://schemas.microsoft.com/office/drawing/2014/main" id="{40D9502A-2C8A-4A81-B0FF-0FE771E95C9B}"/>
                    </a:ext>
                  </a:extLst>
                </p:cNvPr>
                <p:cNvSpPr/>
                <p:nvPr/>
              </p:nvSpPr>
              <p:spPr>
                <a:xfrm>
                  <a:off x="4825179" y="5327427"/>
                  <a:ext cx="160400" cy="228600"/>
                </a:xfrm>
                <a:custGeom>
                  <a:avLst/>
                  <a:gdLst>
                    <a:gd name="connsiteX0" fmla="*/ 76485 w 160400"/>
                    <a:gd name="connsiteY0" fmla="*/ 56292 h 228600"/>
                    <a:gd name="connsiteX1" fmla="*/ 160401 w 160400"/>
                    <a:gd name="connsiteY1" fmla="*/ 0 h 228600"/>
                    <a:gd name="connsiteX2" fmla="*/ 110966 w 160400"/>
                    <a:gd name="connsiteY2" fmla="*/ 44672 h 228600"/>
                    <a:gd name="connsiteX3" fmla="*/ 69151 w 160400"/>
                    <a:gd name="connsiteY3" fmla="*/ 81343 h 228600"/>
                    <a:gd name="connsiteX4" fmla="*/ 67437 w 160400"/>
                    <a:gd name="connsiteY4" fmla="*/ 105156 h 228600"/>
                    <a:gd name="connsiteX5" fmla="*/ 69437 w 160400"/>
                    <a:gd name="connsiteY5" fmla="*/ 142684 h 228600"/>
                    <a:gd name="connsiteX6" fmla="*/ 86868 w 160400"/>
                    <a:gd name="connsiteY6" fmla="*/ 192596 h 228600"/>
                    <a:gd name="connsiteX7" fmla="*/ 130683 w 160400"/>
                    <a:gd name="connsiteY7" fmla="*/ 216313 h 228600"/>
                    <a:gd name="connsiteX8" fmla="*/ 9620 w 160400"/>
                    <a:gd name="connsiteY8" fmla="*/ 228600 h 228600"/>
                    <a:gd name="connsiteX9" fmla="*/ 54483 w 160400"/>
                    <a:gd name="connsiteY9" fmla="*/ 187738 h 228600"/>
                    <a:gd name="connsiteX10" fmla="*/ 59721 w 160400"/>
                    <a:gd name="connsiteY10" fmla="*/ 154210 h 228600"/>
                    <a:gd name="connsiteX11" fmla="*/ 59721 w 160400"/>
                    <a:gd name="connsiteY11" fmla="*/ 86487 h 228600"/>
                    <a:gd name="connsiteX12" fmla="*/ 55816 w 160400"/>
                    <a:gd name="connsiteY12" fmla="*/ 72866 h 228600"/>
                    <a:gd name="connsiteX13" fmla="*/ 45529 w 160400"/>
                    <a:gd name="connsiteY13" fmla="*/ 68485 h 228600"/>
                    <a:gd name="connsiteX14" fmla="*/ 0 w 160400"/>
                    <a:gd name="connsiteY14" fmla="*/ 47434 h 228600"/>
                    <a:gd name="connsiteX15" fmla="*/ 76485 w 160400"/>
                    <a:gd name="connsiteY15" fmla="*/ 56292 h 228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400" h="228600">
                      <a:moveTo>
                        <a:pt x="76485" y="56292"/>
                      </a:moveTo>
                      <a:cubicBezTo>
                        <a:pt x="109251" y="47054"/>
                        <a:pt x="136684" y="24384"/>
                        <a:pt x="160401" y="0"/>
                      </a:cubicBezTo>
                      <a:cubicBezTo>
                        <a:pt x="147065" y="17907"/>
                        <a:pt x="130207" y="33242"/>
                        <a:pt x="110966" y="44672"/>
                      </a:cubicBezTo>
                      <a:cubicBezTo>
                        <a:pt x="94678" y="54388"/>
                        <a:pt x="75056" y="63246"/>
                        <a:pt x="69151" y="81343"/>
                      </a:cubicBezTo>
                      <a:cubicBezTo>
                        <a:pt x="66675" y="88964"/>
                        <a:pt x="67056" y="97155"/>
                        <a:pt x="67437" y="105156"/>
                      </a:cubicBezTo>
                      <a:cubicBezTo>
                        <a:pt x="68103" y="117634"/>
                        <a:pt x="68770" y="130207"/>
                        <a:pt x="69437" y="142684"/>
                      </a:cubicBezTo>
                      <a:cubicBezTo>
                        <a:pt x="70389" y="160877"/>
                        <a:pt x="72485" y="181356"/>
                        <a:pt x="86868" y="192596"/>
                      </a:cubicBezTo>
                      <a:cubicBezTo>
                        <a:pt x="100107" y="202978"/>
                        <a:pt x="120967" y="202597"/>
                        <a:pt x="130683" y="216313"/>
                      </a:cubicBezTo>
                      <a:cubicBezTo>
                        <a:pt x="91059" y="202882"/>
                        <a:pt x="45720" y="207455"/>
                        <a:pt x="9620" y="228600"/>
                      </a:cubicBezTo>
                      <a:cubicBezTo>
                        <a:pt x="27431" y="218313"/>
                        <a:pt x="46481" y="206788"/>
                        <a:pt x="54483" y="187738"/>
                      </a:cubicBezTo>
                      <a:cubicBezTo>
                        <a:pt x="58864" y="177260"/>
                        <a:pt x="59436" y="165640"/>
                        <a:pt x="59721" y="154210"/>
                      </a:cubicBezTo>
                      <a:cubicBezTo>
                        <a:pt x="60293" y="131636"/>
                        <a:pt x="60293" y="109061"/>
                        <a:pt x="59721" y="86487"/>
                      </a:cubicBezTo>
                      <a:cubicBezTo>
                        <a:pt x="59626" y="81629"/>
                        <a:pt x="59245" y="76295"/>
                        <a:pt x="55816" y="72866"/>
                      </a:cubicBezTo>
                      <a:cubicBezTo>
                        <a:pt x="53149" y="70199"/>
                        <a:pt x="49244" y="69342"/>
                        <a:pt x="45529" y="68485"/>
                      </a:cubicBezTo>
                      <a:cubicBezTo>
                        <a:pt x="32861" y="65532"/>
                        <a:pt x="5619" y="60007"/>
                        <a:pt x="0" y="47434"/>
                      </a:cubicBezTo>
                      <a:cubicBezTo>
                        <a:pt x="24003" y="59817"/>
                        <a:pt x="50196" y="63722"/>
                        <a:pt x="76485" y="5629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08" name="Forme libre : forme 16907">
                  <a:extLst>
                    <a:ext uri="{FF2B5EF4-FFF2-40B4-BE49-F238E27FC236}">
                      <a16:creationId xmlns:a16="http://schemas.microsoft.com/office/drawing/2014/main" id="{BFADC9F2-64EA-488C-A56D-A9F1C546AE46}"/>
                    </a:ext>
                  </a:extLst>
                </p:cNvPr>
                <p:cNvSpPr/>
                <p:nvPr/>
              </p:nvSpPr>
              <p:spPr>
                <a:xfrm>
                  <a:off x="4999486" y="5352287"/>
                  <a:ext cx="136398" cy="138874"/>
                </a:xfrm>
                <a:custGeom>
                  <a:avLst/>
                  <a:gdLst>
                    <a:gd name="connsiteX0" fmla="*/ 35623 w 136398"/>
                    <a:gd name="connsiteY0" fmla="*/ 100394 h 138874"/>
                    <a:gd name="connsiteX1" fmla="*/ 136398 w 136398"/>
                    <a:gd name="connsiteY1" fmla="*/ 138494 h 138874"/>
                    <a:gd name="connsiteX2" fmla="*/ 105251 w 136398"/>
                    <a:gd name="connsiteY2" fmla="*/ 123158 h 138874"/>
                    <a:gd name="connsiteX3" fmla="*/ 38862 w 136398"/>
                    <a:gd name="connsiteY3" fmla="*/ 94107 h 138874"/>
                    <a:gd name="connsiteX4" fmla="*/ 21717 w 136398"/>
                    <a:gd name="connsiteY4" fmla="*/ 65913 h 138874"/>
                    <a:gd name="connsiteX5" fmla="*/ 0 w 136398"/>
                    <a:gd name="connsiteY5" fmla="*/ 0 h 138874"/>
                    <a:gd name="connsiteX6" fmla="*/ 35623 w 136398"/>
                    <a:gd name="connsiteY6" fmla="*/ 100394 h 138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6398" h="138874">
                      <a:moveTo>
                        <a:pt x="35623" y="100394"/>
                      </a:moveTo>
                      <a:cubicBezTo>
                        <a:pt x="61341" y="127064"/>
                        <a:pt x="99441" y="141447"/>
                        <a:pt x="136398" y="138494"/>
                      </a:cubicBezTo>
                      <a:cubicBezTo>
                        <a:pt x="126206" y="132874"/>
                        <a:pt x="116110" y="127254"/>
                        <a:pt x="105251" y="123158"/>
                      </a:cubicBezTo>
                      <a:cubicBezTo>
                        <a:pt x="82486" y="114395"/>
                        <a:pt x="55816" y="111633"/>
                        <a:pt x="38862" y="94107"/>
                      </a:cubicBezTo>
                      <a:cubicBezTo>
                        <a:pt x="31146" y="86201"/>
                        <a:pt x="26384" y="75915"/>
                        <a:pt x="21717" y="65913"/>
                      </a:cubicBezTo>
                      <a:cubicBezTo>
                        <a:pt x="11906" y="44863"/>
                        <a:pt x="2000" y="23336"/>
                        <a:pt x="0" y="0"/>
                      </a:cubicBezTo>
                      <a:cubicBezTo>
                        <a:pt x="1905" y="37815"/>
                        <a:pt x="8191" y="71914"/>
                        <a:pt x="35623" y="100394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09" name="Forme libre : forme 16908">
                  <a:extLst>
                    <a:ext uri="{FF2B5EF4-FFF2-40B4-BE49-F238E27FC236}">
                      <a16:creationId xmlns:a16="http://schemas.microsoft.com/office/drawing/2014/main" id="{95B70C52-4B1B-42BF-A41C-16CF65BE4444}"/>
                    </a:ext>
                  </a:extLst>
                </p:cNvPr>
                <p:cNvSpPr/>
                <p:nvPr/>
              </p:nvSpPr>
              <p:spPr>
                <a:xfrm>
                  <a:off x="4992914" y="5508974"/>
                  <a:ext cx="82200" cy="120967"/>
                </a:xfrm>
                <a:custGeom>
                  <a:avLst/>
                  <a:gdLst>
                    <a:gd name="connsiteX0" fmla="*/ 54007 w 82200"/>
                    <a:gd name="connsiteY0" fmla="*/ 19717 h 120967"/>
                    <a:gd name="connsiteX1" fmla="*/ 82201 w 82200"/>
                    <a:gd name="connsiteY1" fmla="*/ 0 h 120967"/>
                    <a:gd name="connsiteX2" fmla="*/ 58769 w 82200"/>
                    <a:gd name="connsiteY2" fmla="*/ 58008 h 120967"/>
                    <a:gd name="connsiteX3" fmla="*/ 65437 w 82200"/>
                    <a:gd name="connsiteY3" fmla="*/ 120968 h 120967"/>
                    <a:gd name="connsiteX4" fmla="*/ 44386 w 82200"/>
                    <a:gd name="connsiteY4" fmla="*/ 47720 h 120967"/>
                    <a:gd name="connsiteX5" fmla="*/ 42576 w 82200"/>
                    <a:gd name="connsiteY5" fmla="*/ 39529 h 120967"/>
                    <a:gd name="connsiteX6" fmla="*/ 36004 w 82200"/>
                    <a:gd name="connsiteY6" fmla="*/ 37338 h 120967"/>
                    <a:gd name="connsiteX7" fmla="*/ 0 w 82200"/>
                    <a:gd name="connsiteY7" fmla="*/ 32766 h 120967"/>
                    <a:gd name="connsiteX8" fmla="*/ 54007 w 82200"/>
                    <a:gd name="connsiteY8" fmla="*/ 19717 h 120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200" h="120967">
                      <a:moveTo>
                        <a:pt x="54007" y="19717"/>
                      </a:moveTo>
                      <a:cubicBezTo>
                        <a:pt x="63912" y="14002"/>
                        <a:pt x="72771" y="6572"/>
                        <a:pt x="82201" y="0"/>
                      </a:cubicBezTo>
                      <a:cubicBezTo>
                        <a:pt x="68103" y="15907"/>
                        <a:pt x="60674" y="36957"/>
                        <a:pt x="58769" y="58008"/>
                      </a:cubicBezTo>
                      <a:cubicBezTo>
                        <a:pt x="56769" y="79153"/>
                        <a:pt x="60103" y="100489"/>
                        <a:pt x="65437" y="120968"/>
                      </a:cubicBezTo>
                      <a:cubicBezTo>
                        <a:pt x="50673" y="99727"/>
                        <a:pt x="43053" y="73533"/>
                        <a:pt x="44386" y="47720"/>
                      </a:cubicBezTo>
                      <a:cubicBezTo>
                        <a:pt x="44482" y="44863"/>
                        <a:pt x="44672" y="41529"/>
                        <a:pt x="42576" y="39529"/>
                      </a:cubicBezTo>
                      <a:cubicBezTo>
                        <a:pt x="40957" y="37815"/>
                        <a:pt x="38385" y="37529"/>
                        <a:pt x="36004" y="37338"/>
                      </a:cubicBezTo>
                      <a:cubicBezTo>
                        <a:pt x="24384" y="36386"/>
                        <a:pt x="10668" y="37148"/>
                        <a:pt x="0" y="32766"/>
                      </a:cubicBezTo>
                      <a:cubicBezTo>
                        <a:pt x="18955" y="32290"/>
                        <a:pt x="37242" y="29527"/>
                        <a:pt x="54007" y="1971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10" name="Forme libre : forme 16909">
                  <a:extLst>
                    <a:ext uri="{FF2B5EF4-FFF2-40B4-BE49-F238E27FC236}">
                      <a16:creationId xmlns:a16="http://schemas.microsoft.com/office/drawing/2014/main" id="{C72880B0-ADE1-4F17-B3B0-72578BE00BF3}"/>
                    </a:ext>
                  </a:extLst>
                </p:cNvPr>
                <p:cNvSpPr/>
                <p:nvPr/>
              </p:nvSpPr>
              <p:spPr>
                <a:xfrm>
                  <a:off x="5245421" y="5333713"/>
                  <a:ext cx="77331" cy="138017"/>
                </a:xfrm>
                <a:custGeom>
                  <a:avLst/>
                  <a:gdLst>
                    <a:gd name="connsiteX0" fmla="*/ 58388 w 77331"/>
                    <a:gd name="connsiteY0" fmla="*/ 64008 h 138017"/>
                    <a:gd name="connsiteX1" fmla="*/ 0 w 77331"/>
                    <a:gd name="connsiteY1" fmla="*/ 138018 h 138017"/>
                    <a:gd name="connsiteX2" fmla="*/ 62960 w 77331"/>
                    <a:gd name="connsiteY2" fmla="*/ 92774 h 138017"/>
                    <a:gd name="connsiteX3" fmla="*/ 75152 w 77331"/>
                    <a:gd name="connsiteY3" fmla="*/ 72676 h 138017"/>
                    <a:gd name="connsiteX4" fmla="*/ 77248 w 77331"/>
                    <a:gd name="connsiteY4" fmla="*/ 54483 h 138017"/>
                    <a:gd name="connsiteX5" fmla="*/ 64770 w 77331"/>
                    <a:gd name="connsiteY5" fmla="*/ 0 h 138017"/>
                    <a:gd name="connsiteX6" fmla="*/ 58388 w 77331"/>
                    <a:gd name="connsiteY6" fmla="*/ 64008 h 138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7331" h="138017">
                      <a:moveTo>
                        <a:pt x="58388" y="64008"/>
                      </a:moveTo>
                      <a:cubicBezTo>
                        <a:pt x="48196" y="94393"/>
                        <a:pt x="27241" y="121063"/>
                        <a:pt x="0" y="138018"/>
                      </a:cubicBezTo>
                      <a:cubicBezTo>
                        <a:pt x="24289" y="128397"/>
                        <a:pt x="46101" y="112681"/>
                        <a:pt x="62960" y="92774"/>
                      </a:cubicBezTo>
                      <a:cubicBezTo>
                        <a:pt x="68103" y="86773"/>
                        <a:pt x="72866" y="80201"/>
                        <a:pt x="75152" y="72676"/>
                      </a:cubicBezTo>
                      <a:cubicBezTo>
                        <a:pt x="76962" y="66866"/>
                        <a:pt x="77248" y="60579"/>
                        <a:pt x="77248" y="54483"/>
                      </a:cubicBezTo>
                      <a:cubicBezTo>
                        <a:pt x="77248" y="39720"/>
                        <a:pt x="79153" y="8859"/>
                        <a:pt x="64770" y="0"/>
                      </a:cubicBezTo>
                      <a:cubicBezTo>
                        <a:pt x="63722" y="21717"/>
                        <a:pt x="65627" y="42386"/>
                        <a:pt x="58388" y="6400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11" name="Forme libre : forme 16910">
                  <a:extLst>
                    <a:ext uri="{FF2B5EF4-FFF2-40B4-BE49-F238E27FC236}">
                      <a16:creationId xmlns:a16="http://schemas.microsoft.com/office/drawing/2014/main" id="{9EF2CC09-9801-4BB8-AA45-8F5C5B77982F}"/>
                    </a:ext>
                  </a:extLst>
                </p:cNvPr>
                <p:cNvSpPr/>
                <p:nvPr/>
              </p:nvSpPr>
              <p:spPr>
                <a:xfrm>
                  <a:off x="5187407" y="5513927"/>
                  <a:ext cx="177266" cy="256127"/>
                </a:xfrm>
                <a:custGeom>
                  <a:avLst/>
                  <a:gdLst>
                    <a:gd name="connsiteX0" fmla="*/ 86970 w 177266"/>
                    <a:gd name="connsiteY0" fmla="*/ 63151 h 256127"/>
                    <a:gd name="connsiteX1" fmla="*/ 46965 w 177266"/>
                    <a:gd name="connsiteY1" fmla="*/ 93726 h 256127"/>
                    <a:gd name="connsiteX2" fmla="*/ 1150 w 177266"/>
                    <a:gd name="connsiteY2" fmla="*/ 170021 h 256127"/>
                    <a:gd name="connsiteX3" fmla="*/ 23534 w 177266"/>
                    <a:gd name="connsiteY3" fmla="*/ 256127 h 256127"/>
                    <a:gd name="connsiteX4" fmla="*/ 18485 w 177266"/>
                    <a:gd name="connsiteY4" fmla="*/ 190500 h 256127"/>
                    <a:gd name="connsiteX5" fmla="*/ 22962 w 177266"/>
                    <a:gd name="connsiteY5" fmla="*/ 135445 h 256127"/>
                    <a:gd name="connsiteX6" fmla="*/ 50871 w 177266"/>
                    <a:gd name="connsiteY6" fmla="*/ 100584 h 256127"/>
                    <a:gd name="connsiteX7" fmla="*/ 177267 w 177266"/>
                    <a:gd name="connsiteY7" fmla="*/ 56102 h 256127"/>
                    <a:gd name="connsiteX8" fmla="*/ 112497 w 177266"/>
                    <a:gd name="connsiteY8" fmla="*/ 42672 h 256127"/>
                    <a:gd name="connsiteX9" fmla="*/ 86875 w 177266"/>
                    <a:gd name="connsiteY9" fmla="*/ 0 h 256127"/>
                    <a:gd name="connsiteX10" fmla="*/ 86970 w 177266"/>
                    <a:gd name="connsiteY10" fmla="*/ 63151 h 256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7266" h="256127">
                      <a:moveTo>
                        <a:pt x="86970" y="63151"/>
                      </a:moveTo>
                      <a:cubicBezTo>
                        <a:pt x="76683" y="76485"/>
                        <a:pt x="60586" y="83725"/>
                        <a:pt x="46965" y="93726"/>
                      </a:cubicBezTo>
                      <a:cubicBezTo>
                        <a:pt x="22390" y="111728"/>
                        <a:pt x="5531" y="139827"/>
                        <a:pt x="1150" y="170021"/>
                      </a:cubicBezTo>
                      <a:cubicBezTo>
                        <a:pt x="-3232" y="200120"/>
                        <a:pt x="5055" y="231934"/>
                        <a:pt x="23534" y="256127"/>
                      </a:cubicBezTo>
                      <a:cubicBezTo>
                        <a:pt x="21819" y="234219"/>
                        <a:pt x="20200" y="212407"/>
                        <a:pt x="18485" y="190500"/>
                      </a:cubicBezTo>
                      <a:cubicBezTo>
                        <a:pt x="17056" y="171926"/>
                        <a:pt x="15723" y="152590"/>
                        <a:pt x="22962" y="135445"/>
                      </a:cubicBezTo>
                      <a:cubicBezTo>
                        <a:pt x="28772" y="121634"/>
                        <a:pt x="39631" y="110490"/>
                        <a:pt x="50871" y="100584"/>
                      </a:cubicBezTo>
                      <a:cubicBezTo>
                        <a:pt x="85636" y="69818"/>
                        <a:pt x="132023" y="45720"/>
                        <a:pt x="177267" y="56102"/>
                      </a:cubicBezTo>
                      <a:cubicBezTo>
                        <a:pt x="157645" y="44958"/>
                        <a:pt x="128975" y="58007"/>
                        <a:pt x="112497" y="42672"/>
                      </a:cubicBezTo>
                      <a:cubicBezTo>
                        <a:pt x="100210" y="31146"/>
                        <a:pt x="102020" y="8191"/>
                        <a:pt x="86875" y="0"/>
                      </a:cubicBezTo>
                      <a:cubicBezTo>
                        <a:pt x="98019" y="19621"/>
                        <a:pt x="102020" y="43719"/>
                        <a:pt x="86970" y="6315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12" name="Forme libre : forme 16911">
                  <a:extLst>
                    <a:ext uri="{FF2B5EF4-FFF2-40B4-BE49-F238E27FC236}">
                      <a16:creationId xmlns:a16="http://schemas.microsoft.com/office/drawing/2014/main" id="{4B1443BC-7CC4-493C-8D17-D1A015544A38}"/>
                    </a:ext>
                  </a:extLst>
                </p:cNvPr>
                <p:cNvSpPr/>
                <p:nvPr/>
              </p:nvSpPr>
              <p:spPr>
                <a:xfrm>
                  <a:off x="5407727" y="5310854"/>
                  <a:ext cx="89186" cy="170592"/>
                </a:xfrm>
                <a:custGeom>
                  <a:avLst/>
                  <a:gdLst>
                    <a:gd name="connsiteX0" fmla="*/ 69437 w 89186"/>
                    <a:gd name="connsiteY0" fmla="*/ 60865 h 170592"/>
                    <a:gd name="connsiteX1" fmla="*/ 54007 w 89186"/>
                    <a:gd name="connsiteY1" fmla="*/ 75533 h 170592"/>
                    <a:gd name="connsiteX2" fmla="*/ 0 w 89186"/>
                    <a:gd name="connsiteY2" fmla="*/ 92011 h 170592"/>
                    <a:gd name="connsiteX3" fmla="*/ 41243 w 89186"/>
                    <a:gd name="connsiteY3" fmla="*/ 98107 h 170592"/>
                    <a:gd name="connsiteX4" fmla="*/ 59627 w 89186"/>
                    <a:gd name="connsiteY4" fmla="*/ 141541 h 170592"/>
                    <a:gd name="connsiteX5" fmla="*/ 88582 w 89186"/>
                    <a:gd name="connsiteY5" fmla="*/ 170593 h 170592"/>
                    <a:gd name="connsiteX6" fmla="*/ 52864 w 89186"/>
                    <a:gd name="connsiteY6" fmla="*/ 103346 h 170592"/>
                    <a:gd name="connsiteX7" fmla="*/ 51816 w 89186"/>
                    <a:gd name="connsiteY7" fmla="*/ 94774 h 170592"/>
                    <a:gd name="connsiteX8" fmla="*/ 58198 w 89186"/>
                    <a:gd name="connsiteY8" fmla="*/ 86487 h 170592"/>
                    <a:gd name="connsiteX9" fmla="*/ 78581 w 89186"/>
                    <a:gd name="connsiteY9" fmla="*/ 0 h 170592"/>
                    <a:gd name="connsiteX10" fmla="*/ 69437 w 89186"/>
                    <a:gd name="connsiteY10" fmla="*/ 60865 h 170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9186" h="170592">
                      <a:moveTo>
                        <a:pt x="69437" y="60865"/>
                      </a:moveTo>
                      <a:cubicBezTo>
                        <a:pt x="65151" y="66580"/>
                        <a:pt x="59627" y="71247"/>
                        <a:pt x="54007" y="75533"/>
                      </a:cubicBezTo>
                      <a:cubicBezTo>
                        <a:pt x="38481" y="87344"/>
                        <a:pt x="18764" y="97631"/>
                        <a:pt x="0" y="92011"/>
                      </a:cubicBezTo>
                      <a:cubicBezTo>
                        <a:pt x="14192" y="90011"/>
                        <a:pt x="30480" y="88582"/>
                        <a:pt x="41243" y="98107"/>
                      </a:cubicBezTo>
                      <a:cubicBezTo>
                        <a:pt x="53245" y="108585"/>
                        <a:pt x="52578" y="127254"/>
                        <a:pt x="59627" y="141541"/>
                      </a:cubicBezTo>
                      <a:cubicBezTo>
                        <a:pt x="65723" y="153924"/>
                        <a:pt x="77343" y="162496"/>
                        <a:pt x="88582" y="170593"/>
                      </a:cubicBezTo>
                      <a:cubicBezTo>
                        <a:pt x="72771" y="150590"/>
                        <a:pt x="60579" y="127730"/>
                        <a:pt x="52864" y="103346"/>
                      </a:cubicBezTo>
                      <a:cubicBezTo>
                        <a:pt x="52007" y="100584"/>
                        <a:pt x="51149" y="97631"/>
                        <a:pt x="51816" y="94774"/>
                      </a:cubicBezTo>
                      <a:cubicBezTo>
                        <a:pt x="52673" y="91344"/>
                        <a:pt x="55626" y="88868"/>
                        <a:pt x="58198" y="86487"/>
                      </a:cubicBezTo>
                      <a:cubicBezTo>
                        <a:pt x="68675" y="77057"/>
                        <a:pt x="107728" y="1619"/>
                        <a:pt x="78581" y="0"/>
                      </a:cubicBezTo>
                      <a:cubicBezTo>
                        <a:pt x="79534" y="21241"/>
                        <a:pt x="83153" y="42576"/>
                        <a:pt x="69437" y="6086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13" name="Forme libre : forme 16912">
                  <a:extLst>
                    <a:ext uri="{FF2B5EF4-FFF2-40B4-BE49-F238E27FC236}">
                      <a16:creationId xmlns:a16="http://schemas.microsoft.com/office/drawing/2014/main" id="{AE615738-CF68-4FBC-8A1E-9133C36C89E0}"/>
                    </a:ext>
                  </a:extLst>
                </p:cNvPr>
                <p:cNvSpPr/>
                <p:nvPr/>
              </p:nvSpPr>
              <p:spPr>
                <a:xfrm>
                  <a:off x="5430690" y="5628078"/>
                  <a:ext cx="82574" cy="157692"/>
                </a:xfrm>
                <a:custGeom>
                  <a:avLst/>
                  <a:gdLst>
                    <a:gd name="connsiteX0" fmla="*/ 82575 w 82574"/>
                    <a:gd name="connsiteY0" fmla="*/ 626 h 157692"/>
                    <a:gd name="connsiteX1" fmla="*/ 49618 w 82574"/>
                    <a:gd name="connsiteY1" fmla="*/ 16818 h 157692"/>
                    <a:gd name="connsiteX2" fmla="*/ 31426 w 82574"/>
                    <a:gd name="connsiteY2" fmla="*/ 19295 h 157692"/>
                    <a:gd name="connsiteX3" fmla="*/ 25615 w 82574"/>
                    <a:gd name="connsiteY3" fmla="*/ 34821 h 157692"/>
                    <a:gd name="connsiteX4" fmla="*/ 24472 w 82574"/>
                    <a:gd name="connsiteY4" fmla="*/ 99209 h 157692"/>
                    <a:gd name="connsiteX5" fmla="*/ 49237 w 82574"/>
                    <a:gd name="connsiteY5" fmla="*/ 157693 h 157692"/>
                    <a:gd name="connsiteX6" fmla="*/ 28854 w 82574"/>
                    <a:gd name="connsiteY6" fmla="*/ 132737 h 157692"/>
                    <a:gd name="connsiteX7" fmla="*/ 17233 w 82574"/>
                    <a:gd name="connsiteY7" fmla="*/ 95209 h 157692"/>
                    <a:gd name="connsiteX8" fmla="*/ 5137 w 82574"/>
                    <a:gd name="connsiteY8" fmla="*/ 2816 h 157692"/>
                    <a:gd name="connsiteX9" fmla="*/ 40284 w 82574"/>
                    <a:gd name="connsiteY9" fmla="*/ 7198 h 157692"/>
                    <a:gd name="connsiteX10" fmla="*/ 82575 w 82574"/>
                    <a:gd name="connsiteY10" fmla="*/ 626 h 157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574" h="157692">
                      <a:moveTo>
                        <a:pt x="82575" y="626"/>
                      </a:moveTo>
                      <a:cubicBezTo>
                        <a:pt x="74954" y="10722"/>
                        <a:pt x="62287" y="17008"/>
                        <a:pt x="49618" y="16818"/>
                      </a:cubicBezTo>
                      <a:cubicBezTo>
                        <a:pt x="43332" y="16723"/>
                        <a:pt x="36378" y="15484"/>
                        <a:pt x="31426" y="19295"/>
                      </a:cubicBezTo>
                      <a:cubicBezTo>
                        <a:pt x="26949" y="22819"/>
                        <a:pt x="26092" y="29201"/>
                        <a:pt x="25615" y="34821"/>
                      </a:cubicBezTo>
                      <a:cubicBezTo>
                        <a:pt x="23710" y="56252"/>
                        <a:pt x="21901" y="77873"/>
                        <a:pt x="24472" y="99209"/>
                      </a:cubicBezTo>
                      <a:cubicBezTo>
                        <a:pt x="27139" y="120546"/>
                        <a:pt x="34568" y="141881"/>
                        <a:pt x="49237" y="157693"/>
                      </a:cubicBezTo>
                      <a:cubicBezTo>
                        <a:pt x="40760" y="150930"/>
                        <a:pt x="33712" y="142358"/>
                        <a:pt x="28854" y="132737"/>
                      </a:cubicBezTo>
                      <a:cubicBezTo>
                        <a:pt x="22853" y="121022"/>
                        <a:pt x="20091" y="108067"/>
                        <a:pt x="17233" y="95209"/>
                      </a:cubicBezTo>
                      <a:cubicBezTo>
                        <a:pt x="13614" y="78540"/>
                        <a:pt x="-10294" y="16056"/>
                        <a:pt x="5137" y="2816"/>
                      </a:cubicBezTo>
                      <a:cubicBezTo>
                        <a:pt x="14185" y="-4994"/>
                        <a:pt x="29521" y="5769"/>
                        <a:pt x="40284" y="7198"/>
                      </a:cubicBezTo>
                      <a:cubicBezTo>
                        <a:pt x="47618" y="8150"/>
                        <a:pt x="78193" y="9484"/>
                        <a:pt x="82575" y="62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14" name="Forme libre : forme 16913">
                  <a:extLst>
                    <a:ext uri="{FF2B5EF4-FFF2-40B4-BE49-F238E27FC236}">
                      <a16:creationId xmlns:a16="http://schemas.microsoft.com/office/drawing/2014/main" id="{8A294D68-767F-4FC7-A9FB-FD62D97D1EFB}"/>
                    </a:ext>
                  </a:extLst>
                </p:cNvPr>
                <p:cNvSpPr/>
                <p:nvPr/>
              </p:nvSpPr>
              <p:spPr>
                <a:xfrm>
                  <a:off x="5644233" y="5291899"/>
                  <a:ext cx="256317" cy="180117"/>
                </a:xfrm>
                <a:custGeom>
                  <a:avLst/>
                  <a:gdLst>
                    <a:gd name="connsiteX0" fmla="*/ 140684 w 256317"/>
                    <a:gd name="connsiteY0" fmla="*/ 33718 h 180117"/>
                    <a:gd name="connsiteX1" fmla="*/ 104298 w 256317"/>
                    <a:gd name="connsiteY1" fmla="*/ 59817 h 180117"/>
                    <a:gd name="connsiteX2" fmla="*/ 53054 w 256317"/>
                    <a:gd name="connsiteY2" fmla="*/ 87344 h 180117"/>
                    <a:gd name="connsiteX3" fmla="*/ 0 w 256317"/>
                    <a:gd name="connsiteY3" fmla="*/ 101632 h 180117"/>
                    <a:gd name="connsiteX4" fmla="*/ 153067 w 256317"/>
                    <a:gd name="connsiteY4" fmla="*/ 41624 h 180117"/>
                    <a:gd name="connsiteX5" fmla="*/ 256318 w 256317"/>
                    <a:gd name="connsiteY5" fmla="*/ 180118 h 180117"/>
                    <a:gd name="connsiteX6" fmla="*/ 185642 w 256317"/>
                    <a:gd name="connsiteY6" fmla="*/ 100679 h 180117"/>
                    <a:gd name="connsiteX7" fmla="*/ 164687 w 256317"/>
                    <a:gd name="connsiteY7" fmla="*/ 32766 h 180117"/>
                    <a:gd name="connsiteX8" fmla="*/ 156972 w 256317"/>
                    <a:gd name="connsiteY8" fmla="*/ 0 h 180117"/>
                    <a:gd name="connsiteX9" fmla="*/ 140684 w 256317"/>
                    <a:gd name="connsiteY9" fmla="*/ 33718 h 180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6317" h="180117">
                      <a:moveTo>
                        <a:pt x="140684" y="33718"/>
                      </a:moveTo>
                      <a:cubicBezTo>
                        <a:pt x="130683" y="44862"/>
                        <a:pt x="117443" y="52578"/>
                        <a:pt x="104298" y="59817"/>
                      </a:cubicBezTo>
                      <a:cubicBezTo>
                        <a:pt x="87344" y="69246"/>
                        <a:pt x="70295" y="78391"/>
                        <a:pt x="53054" y="87344"/>
                      </a:cubicBezTo>
                      <a:cubicBezTo>
                        <a:pt x="36480" y="95917"/>
                        <a:pt x="18479" y="104394"/>
                        <a:pt x="0" y="101632"/>
                      </a:cubicBezTo>
                      <a:cubicBezTo>
                        <a:pt x="56007" y="104680"/>
                        <a:pt x="109156" y="76485"/>
                        <a:pt x="153067" y="41624"/>
                      </a:cubicBezTo>
                      <a:cubicBezTo>
                        <a:pt x="161734" y="100965"/>
                        <a:pt x="201930" y="154877"/>
                        <a:pt x="256318" y="180118"/>
                      </a:cubicBezTo>
                      <a:cubicBezTo>
                        <a:pt x="229362" y="156686"/>
                        <a:pt x="201835" y="132493"/>
                        <a:pt x="185642" y="100679"/>
                      </a:cubicBezTo>
                      <a:cubicBezTo>
                        <a:pt x="174879" y="79534"/>
                        <a:pt x="169736" y="56007"/>
                        <a:pt x="164687" y="32766"/>
                      </a:cubicBezTo>
                      <a:cubicBezTo>
                        <a:pt x="162306" y="21907"/>
                        <a:pt x="160496" y="10477"/>
                        <a:pt x="156972" y="0"/>
                      </a:cubicBezTo>
                      <a:cubicBezTo>
                        <a:pt x="151829" y="11811"/>
                        <a:pt x="149733" y="23526"/>
                        <a:pt x="140684" y="3371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15" name="Forme libre : forme 16914">
                  <a:extLst>
                    <a:ext uri="{FF2B5EF4-FFF2-40B4-BE49-F238E27FC236}">
                      <a16:creationId xmlns:a16="http://schemas.microsoft.com/office/drawing/2014/main" id="{CAC9E14D-757A-45CB-A4F8-09B6D75EAC87}"/>
                    </a:ext>
                  </a:extLst>
                </p:cNvPr>
                <p:cNvSpPr/>
                <p:nvPr/>
              </p:nvSpPr>
              <p:spPr>
                <a:xfrm>
                  <a:off x="6030281" y="5283803"/>
                  <a:ext cx="184785" cy="206121"/>
                </a:xfrm>
                <a:custGeom>
                  <a:avLst/>
                  <a:gdLst>
                    <a:gd name="connsiteX0" fmla="*/ 91821 w 184785"/>
                    <a:gd name="connsiteY0" fmla="*/ 78772 h 206121"/>
                    <a:gd name="connsiteX1" fmla="*/ 88582 w 184785"/>
                    <a:gd name="connsiteY1" fmla="*/ 119539 h 206121"/>
                    <a:gd name="connsiteX2" fmla="*/ 67628 w 184785"/>
                    <a:gd name="connsiteY2" fmla="*/ 151924 h 206121"/>
                    <a:gd name="connsiteX3" fmla="*/ 0 w 184785"/>
                    <a:gd name="connsiteY3" fmla="*/ 206121 h 206121"/>
                    <a:gd name="connsiteX4" fmla="*/ 45911 w 184785"/>
                    <a:gd name="connsiteY4" fmla="*/ 180785 h 206121"/>
                    <a:gd name="connsiteX5" fmla="*/ 106394 w 184785"/>
                    <a:gd name="connsiteY5" fmla="*/ 111062 h 206121"/>
                    <a:gd name="connsiteX6" fmla="*/ 135446 w 184785"/>
                    <a:gd name="connsiteY6" fmla="*/ 74105 h 206121"/>
                    <a:gd name="connsiteX7" fmla="*/ 184785 w 184785"/>
                    <a:gd name="connsiteY7" fmla="*/ 58103 h 206121"/>
                    <a:gd name="connsiteX8" fmla="*/ 110680 w 184785"/>
                    <a:gd name="connsiteY8" fmla="*/ 71342 h 206121"/>
                    <a:gd name="connsiteX9" fmla="*/ 88106 w 184785"/>
                    <a:gd name="connsiteY9" fmla="*/ 27147 h 206121"/>
                    <a:gd name="connsiteX10" fmla="*/ 68866 w 184785"/>
                    <a:gd name="connsiteY10" fmla="*/ 0 h 206121"/>
                    <a:gd name="connsiteX11" fmla="*/ 91821 w 184785"/>
                    <a:gd name="connsiteY11" fmla="*/ 78772 h 206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4785" h="206121">
                      <a:moveTo>
                        <a:pt x="91821" y="78772"/>
                      </a:moveTo>
                      <a:cubicBezTo>
                        <a:pt x="93155" y="92488"/>
                        <a:pt x="93155" y="106585"/>
                        <a:pt x="88582" y="119539"/>
                      </a:cubicBezTo>
                      <a:cubicBezTo>
                        <a:pt x="84297" y="131731"/>
                        <a:pt x="76295" y="142208"/>
                        <a:pt x="67628" y="151924"/>
                      </a:cubicBezTo>
                      <a:cubicBezTo>
                        <a:pt x="48292" y="173546"/>
                        <a:pt x="25337" y="192024"/>
                        <a:pt x="0" y="206121"/>
                      </a:cubicBezTo>
                      <a:cubicBezTo>
                        <a:pt x="17716" y="204121"/>
                        <a:pt x="32766" y="192691"/>
                        <a:pt x="45911" y="180785"/>
                      </a:cubicBezTo>
                      <a:cubicBezTo>
                        <a:pt x="68771" y="160115"/>
                        <a:pt x="89154" y="136684"/>
                        <a:pt x="106394" y="111062"/>
                      </a:cubicBezTo>
                      <a:cubicBezTo>
                        <a:pt x="115158" y="98013"/>
                        <a:pt x="123349" y="84201"/>
                        <a:pt x="135446" y="74105"/>
                      </a:cubicBezTo>
                      <a:cubicBezTo>
                        <a:pt x="149066" y="62675"/>
                        <a:pt x="167164" y="56865"/>
                        <a:pt x="184785" y="58103"/>
                      </a:cubicBezTo>
                      <a:cubicBezTo>
                        <a:pt x="160401" y="49435"/>
                        <a:pt x="134208" y="82296"/>
                        <a:pt x="110680" y="71342"/>
                      </a:cubicBezTo>
                      <a:cubicBezTo>
                        <a:pt x="95155" y="64104"/>
                        <a:pt x="93250" y="43434"/>
                        <a:pt x="88106" y="27147"/>
                      </a:cubicBezTo>
                      <a:cubicBezTo>
                        <a:pt x="85249" y="18193"/>
                        <a:pt x="78772" y="667"/>
                        <a:pt x="68866" y="0"/>
                      </a:cubicBezTo>
                      <a:cubicBezTo>
                        <a:pt x="78486" y="26194"/>
                        <a:pt x="89059" y="50388"/>
                        <a:pt x="91821" y="7877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16" name="Forme libre : forme 16915">
                  <a:extLst>
                    <a:ext uri="{FF2B5EF4-FFF2-40B4-BE49-F238E27FC236}">
                      <a16:creationId xmlns:a16="http://schemas.microsoft.com/office/drawing/2014/main" id="{EFDC7C14-67D6-4E64-98AE-4062CAC3765F}"/>
                    </a:ext>
                  </a:extLst>
                </p:cNvPr>
                <p:cNvSpPr/>
                <p:nvPr/>
              </p:nvSpPr>
              <p:spPr>
                <a:xfrm>
                  <a:off x="6267835" y="5302186"/>
                  <a:ext cx="126587" cy="90392"/>
                </a:xfrm>
                <a:custGeom>
                  <a:avLst/>
                  <a:gdLst>
                    <a:gd name="connsiteX0" fmla="*/ 68294 w 126587"/>
                    <a:gd name="connsiteY0" fmla="*/ 26004 h 90392"/>
                    <a:gd name="connsiteX1" fmla="*/ 55531 w 126587"/>
                    <a:gd name="connsiteY1" fmla="*/ 31052 h 90392"/>
                    <a:gd name="connsiteX2" fmla="*/ 0 w 126587"/>
                    <a:gd name="connsiteY2" fmla="*/ 44768 h 90392"/>
                    <a:gd name="connsiteX3" fmla="*/ 77724 w 126587"/>
                    <a:gd name="connsiteY3" fmla="*/ 42768 h 90392"/>
                    <a:gd name="connsiteX4" fmla="*/ 126588 w 126587"/>
                    <a:gd name="connsiteY4" fmla="*/ 90393 h 90392"/>
                    <a:gd name="connsiteX5" fmla="*/ 104490 w 126587"/>
                    <a:gd name="connsiteY5" fmla="*/ 63246 h 90392"/>
                    <a:gd name="connsiteX6" fmla="*/ 90297 w 126587"/>
                    <a:gd name="connsiteY6" fmla="*/ 48673 h 90392"/>
                    <a:gd name="connsiteX7" fmla="*/ 81820 w 126587"/>
                    <a:gd name="connsiteY7" fmla="*/ 0 h 90392"/>
                    <a:gd name="connsiteX8" fmla="*/ 68294 w 126587"/>
                    <a:gd name="connsiteY8" fmla="*/ 26004 h 90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6587" h="90392">
                      <a:moveTo>
                        <a:pt x="68294" y="26004"/>
                      </a:moveTo>
                      <a:cubicBezTo>
                        <a:pt x="64580" y="28766"/>
                        <a:pt x="60007" y="29909"/>
                        <a:pt x="55531" y="31052"/>
                      </a:cubicBezTo>
                      <a:cubicBezTo>
                        <a:pt x="37052" y="35624"/>
                        <a:pt x="18479" y="40196"/>
                        <a:pt x="0" y="44768"/>
                      </a:cubicBezTo>
                      <a:cubicBezTo>
                        <a:pt x="24765" y="53531"/>
                        <a:pt x="52769" y="34766"/>
                        <a:pt x="77724" y="42768"/>
                      </a:cubicBezTo>
                      <a:cubicBezTo>
                        <a:pt x="99727" y="49816"/>
                        <a:pt x="110300" y="74105"/>
                        <a:pt x="126588" y="90393"/>
                      </a:cubicBezTo>
                      <a:cubicBezTo>
                        <a:pt x="120682" y="80296"/>
                        <a:pt x="113157" y="71152"/>
                        <a:pt x="104490" y="63246"/>
                      </a:cubicBezTo>
                      <a:cubicBezTo>
                        <a:pt x="99441" y="58674"/>
                        <a:pt x="93916" y="54483"/>
                        <a:pt x="90297" y="48673"/>
                      </a:cubicBezTo>
                      <a:cubicBezTo>
                        <a:pt x="80963" y="33814"/>
                        <a:pt x="91059" y="13050"/>
                        <a:pt x="81820" y="0"/>
                      </a:cubicBezTo>
                      <a:cubicBezTo>
                        <a:pt x="78963" y="8763"/>
                        <a:pt x="76105" y="20098"/>
                        <a:pt x="68294" y="26004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17" name="Forme libre : forme 16916">
                  <a:extLst>
                    <a:ext uri="{FF2B5EF4-FFF2-40B4-BE49-F238E27FC236}">
                      <a16:creationId xmlns:a16="http://schemas.microsoft.com/office/drawing/2014/main" id="{81B9E177-3FA8-40F4-AC60-91559F635ED2}"/>
                    </a:ext>
                  </a:extLst>
                </p:cNvPr>
                <p:cNvSpPr/>
                <p:nvPr/>
              </p:nvSpPr>
              <p:spPr>
                <a:xfrm>
                  <a:off x="6179252" y="5470678"/>
                  <a:ext cx="219239" cy="115949"/>
                </a:xfrm>
                <a:custGeom>
                  <a:avLst/>
                  <a:gdLst>
                    <a:gd name="connsiteX0" fmla="*/ 163639 w 219239"/>
                    <a:gd name="connsiteY0" fmla="*/ 65728 h 115949"/>
                    <a:gd name="connsiteX1" fmla="*/ 70199 w 219239"/>
                    <a:gd name="connsiteY1" fmla="*/ 106590 h 115949"/>
                    <a:gd name="connsiteX2" fmla="*/ 0 w 219239"/>
                    <a:gd name="connsiteY2" fmla="*/ 113639 h 115949"/>
                    <a:gd name="connsiteX3" fmla="*/ 40005 w 219239"/>
                    <a:gd name="connsiteY3" fmla="*/ 112877 h 115949"/>
                    <a:gd name="connsiteX4" fmla="*/ 91821 w 219239"/>
                    <a:gd name="connsiteY4" fmla="*/ 106400 h 115949"/>
                    <a:gd name="connsiteX5" fmla="*/ 141541 w 219239"/>
                    <a:gd name="connsiteY5" fmla="*/ 95637 h 115949"/>
                    <a:gd name="connsiteX6" fmla="*/ 184499 w 219239"/>
                    <a:gd name="connsiteY6" fmla="*/ 65728 h 115949"/>
                    <a:gd name="connsiteX7" fmla="*/ 213074 w 219239"/>
                    <a:gd name="connsiteY7" fmla="*/ 196 h 115949"/>
                    <a:gd name="connsiteX8" fmla="*/ 193834 w 219239"/>
                    <a:gd name="connsiteY8" fmla="*/ 36201 h 115949"/>
                    <a:gd name="connsiteX9" fmla="*/ 163639 w 219239"/>
                    <a:gd name="connsiteY9" fmla="*/ 65728 h 115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9239" h="115949">
                      <a:moveTo>
                        <a:pt x="163639" y="65728"/>
                      </a:moveTo>
                      <a:cubicBezTo>
                        <a:pt x="136017" y="85826"/>
                        <a:pt x="102965" y="96970"/>
                        <a:pt x="70199" y="106590"/>
                      </a:cubicBezTo>
                      <a:cubicBezTo>
                        <a:pt x="47339" y="113258"/>
                        <a:pt x="23146" y="119449"/>
                        <a:pt x="0" y="113639"/>
                      </a:cubicBezTo>
                      <a:cubicBezTo>
                        <a:pt x="13145" y="116115"/>
                        <a:pt x="26765" y="114496"/>
                        <a:pt x="40005" y="112877"/>
                      </a:cubicBezTo>
                      <a:cubicBezTo>
                        <a:pt x="57245" y="110686"/>
                        <a:pt x="74581" y="108591"/>
                        <a:pt x="91821" y="106400"/>
                      </a:cubicBezTo>
                      <a:cubicBezTo>
                        <a:pt x="108680" y="104304"/>
                        <a:pt x="125825" y="102114"/>
                        <a:pt x="141541" y="95637"/>
                      </a:cubicBezTo>
                      <a:cubicBezTo>
                        <a:pt x="157734" y="88969"/>
                        <a:pt x="171831" y="77825"/>
                        <a:pt x="184499" y="65728"/>
                      </a:cubicBezTo>
                      <a:cubicBezTo>
                        <a:pt x="190119" y="60299"/>
                        <a:pt x="235458" y="-3995"/>
                        <a:pt x="213074" y="196"/>
                      </a:cubicBezTo>
                      <a:cubicBezTo>
                        <a:pt x="210693" y="672"/>
                        <a:pt x="196786" y="32295"/>
                        <a:pt x="193834" y="36201"/>
                      </a:cubicBezTo>
                      <a:cubicBezTo>
                        <a:pt x="185357" y="47536"/>
                        <a:pt x="175070" y="57442"/>
                        <a:pt x="163639" y="6572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18" name="Forme libre : forme 16917">
                  <a:extLst>
                    <a:ext uri="{FF2B5EF4-FFF2-40B4-BE49-F238E27FC236}">
                      <a16:creationId xmlns:a16="http://schemas.microsoft.com/office/drawing/2014/main" id="{97C5974D-8827-404C-AD8B-0CEA996F53EB}"/>
                    </a:ext>
                  </a:extLst>
                </p:cNvPr>
                <p:cNvSpPr/>
                <p:nvPr/>
              </p:nvSpPr>
              <p:spPr>
                <a:xfrm>
                  <a:off x="6333081" y="5596985"/>
                  <a:ext cx="140874" cy="139541"/>
                </a:xfrm>
                <a:custGeom>
                  <a:avLst/>
                  <a:gdLst>
                    <a:gd name="connsiteX0" fmla="*/ 77628 w 140874"/>
                    <a:gd name="connsiteY0" fmla="*/ 32195 h 139541"/>
                    <a:gd name="connsiteX1" fmla="*/ 140875 w 140874"/>
                    <a:gd name="connsiteY1" fmla="*/ 60198 h 139541"/>
                    <a:gd name="connsiteX2" fmla="*/ 88011 w 140874"/>
                    <a:gd name="connsiteY2" fmla="*/ 68009 h 139541"/>
                    <a:gd name="connsiteX3" fmla="*/ 78486 w 140874"/>
                    <a:gd name="connsiteY3" fmla="*/ 87439 h 139541"/>
                    <a:gd name="connsiteX4" fmla="*/ 75342 w 140874"/>
                    <a:gd name="connsiteY4" fmla="*/ 139541 h 139541"/>
                    <a:gd name="connsiteX5" fmla="*/ 71438 w 140874"/>
                    <a:gd name="connsiteY5" fmla="*/ 101918 h 139541"/>
                    <a:gd name="connsiteX6" fmla="*/ 75629 w 140874"/>
                    <a:gd name="connsiteY6" fmla="*/ 68961 h 139541"/>
                    <a:gd name="connsiteX7" fmla="*/ 56864 w 140874"/>
                    <a:gd name="connsiteY7" fmla="*/ 29051 h 139541"/>
                    <a:gd name="connsiteX8" fmla="*/ 49435 w 140874"/>
                    <a:gd name="connsiteY8" fmla="*/ 23241 h 139541"/>
                    <a:gd name="connsiteX9" fmla="*/ 40767 w 140874"/>
                    <a:gd name="connsiteY9" fmla="*/ 28099 h 139541"/>
                    <a:gd name="connsiteX10" fmla="*/ 0 w 140874"/>
                    <a:gd name="connsiteY10" fmla="*/ 53245 h 139541"/>
                    <a:gd name="connsiteX11" fmla="*/ 55530 w 140874"/>
                    <a:gd name="connsiteY11" fmla="*/ 0 h 139541"/>
                    <a:gd name="connsiteX12" fmla="*/ 77628 w 140874"/>
                    <a:gd name="connsiteY12" fmla="*/ 32195 h 139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0874" h="139541">
                      <a:moveTo>
                        <a:pt x="77628" y="32195"/>
                      </a:moveTo>
                      <a:cubicBezTo>
                        <a:pt x="94679" y="48292"/>
                        <a:pt x="117634" y="57150"/>
                        <a:pt x="140875" y="60198"/>
                      </a:cubicBezTo>
                      <a:cubicBezTo>
                        <a:pt x="124015" y="67056"/>
                        <a:pt x="101632" y="56007"/>
                        <a:pt x="88011" y="68009"/>
                      </a:cubicBezTo>
                      <a:cubicBezTo>
                        <a:pt x="82486" y="72866"/>
                        <a:pt x="80105" y="80296"/>
                        <a:pt x="78486" y="87439"/>
                      </a:cubicBezTo>
                      <a:cubicBezTo>
                        <a:pt x="74580" y="104490"/>
                        <a:pt x="73533" y="122111"/>
                        <a:pt x="75342" y="139541"/>
                      </a:cubicBezTo>
                      <a:cubicBezTo>
                        <a:pt x="72771" y="127159"/>
                        <a:pt x="70294" y="114491"/>
                        <a:pt x="71438" y="101918"/>
                      </a:cubicBezTo>
                      <a:cubicBezTo>
                        <a:pt x="72485" y="90869"/>
                        <a:pt x="76390" y="80010"/>
                        <a:pt x="75629" y="68961"/>
                      </a:cubicBezTo>
                      <a:cubicBezTo>
                        <a:pt x="74676" y="54102"/>
                        <a:pt x="65627" y="41148"/>
                        <a:pt x="56864" y="29051"/>
                      </a:cubicBezTo>
                      <a:cubicBezTo>
                        <a:pt x="54959" y="26384"/>
                        <a:pt x="52673" y="23527"/>
                        <a:pt x="49435" y="23241"/>
                      </a:cubicBezTo>
                      <a:cubicBezTo>
                        <a:pt x="46005" y="22956"/>
                        <a:pt x="43243" y="25718"/>
                        <a:pt x="40767" y="28099"/>
                      </a:cubicBezTo>
                      <a:cubicBezTo>
                        <a:pt x="29337" y="39434"/>
                        <a:pt x="15240" y="48101"/>
                        <a:pt x="0" y="53245"/>
                      </a:cubicBezTo>
                      <a:cubicBezTo>
                        <a:pt x="27527" y="43910"/>
                        <a:pt x="33623" y="11049"/>
                        <a:pt x="55530" y="0"/>
                      </a:cubicBezTo>
                      <a:cubicBezTo>
                        <a:pt x="63246" y="10668"/>
                        <a:pt x="67627" y="22670"/>
                        <a:pt x="77628" y="3219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19" name="Forme libre : forme 16918">
                  <a:extLst>
                    <a:ext uri="{FF2B5EF4-FFF2-40B4-BE49-F238E27FC236}">
                      <a16:creationId xmlns:a16="http://schemas.microsoft.com/office/drawing/2014/main" id="{B8B2E895-4D2E-4438-A53B-EBC42BCF84E7}"/>
                    </a:ext>
                  </a:extLst>
                </p:cNvPr>
                <p:cNvSpPr/>
                <p:nvPr/>
              </p:nvSpPr>
              <p:spPr>
                <a:xfrm>
                  <a:off x="6436237" y="5389261"/>
                  <a:ext cx="114421" cy="40274"/>
                </a:xfrm>
                <a:custGeom>
                  <a:avLst/>
                  <a:gdLst>
                    <a:gd name="connsiteX0" fmla="*/ 113538 w 114421"/>
                    <a:gd name="connsiteY0" fmla="*/ 40275 h 40274"/>
                    <a:gd name="connsiteX1" fmla="*/ 83058 w 114421"/>
                    <a:gd name="connsiteY1" fmla="*/ 14747 h 40274"/>
                    <a:gd name="connsiteX2" fmla="*/ 41434 w 114421"/>
                    <a:gd name="connsiteY2" fmla="*/ 19510 h 40274"/>
                    <a:gd name="connsiteX3" fmla="*/ 0 w 114421"/>
                    <a:gd name="connsiteY3" fmla="*/ 26654 h 40274"/>
                    <a:gd name="connsiteX4" fmla="*/ 57626 w 114421"/>
                    <a:gd name="connsiteY4" fmla="*/ 15509 h 40274"/>
                    <a:gd name="connsiteX5" fmla="*/ 106204 w 114421"/>
                    <a:gd name="connsiteY5" fmla="*/ 270 h 40274"/>
                    <a:gd name="connsiteX6" fmla="*/ 113538 w 114421"/>
                    <a:gd name="connsiteY6" fmla="*/ 40275 h 40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4421" h="40274">
                      <a:moveTo>
                        <a:pt x="113538" y="40275"/>
                      </a:moveTo>
                      <a:cubicBezTo>
                        <a:pt x="110490" y="26559"/>
                        <a:pt x="96964" y="17129"/>
                        <a:pt x="83058" y="14747"/>
                      </a:cubicBezTo>
                      <a:cubicBezTo>
                        <a:pt x="69152" y="12366"/>
                        <a:pt x="55055" y="15795"/>
                        <a:pt x="41434" y="19510"/>
                      </a:cubicBezTo>
                      <a:cubicBezTo>
                        <a:pt x="27908" y="23225"/>
                        <a:pt x="14097" y="27416"/>
                        <a:pt x="0" y="26654"/>
                      </a:cubicBezTo>
                      <a:cubicBezTo>
                        <a:pt x="19241" y="23225"/>
                        <a:pt x="38481" y="19510"/>
                        <a:pt x="57626" y="15509"/>
                      </a:cubicBezTo>
                      <a:cubicBezTo>
                        <a:pt x="69056" y="13128"/>
                        <a:pt x="95726" y="-2207"/>
                        <a:pt x="106204" y="270"/>
                      </a:cubicBezTo>
                      <a:cubicBezTo>
                        <a:pt x="120872" y="3794"/>
                        <a:pt x="110871" y="28178"/>
                        <a:pt x="113538" y="4027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20" name="Forme libre : forme 16919">
                  <a:extLst>
                    <a:ext uri="{FF2B5EF4-FFF2-40B4-BE49-F238E27FC236}">
                      <a16:creationId xmlns:a16="http://schemas.microsoft.com/office/drawing/2014/main" id="{E41AA7B9-749D-48C4-9C4A-0BEF62B2C9F9}"/>
                    </a:ext>
                  </a:extLst>
                </p:cNvPr>
                <p:cNvSpPr/>
                <p:nvPr/>
              </p:nvSpPr>
              <p:spPr>
                <a:xfrm>
                  <a:off x="5518598" y="5512879"/>
                  <a:ext cx="140207" cy="115919"/>
                </a:xfrm>
                <a:custGeom>
                  <a:avLst/>
                  <a:gdLst>
                    <a:gd name="connsiteX0" fmla="*/ 25146 w 140207"/>
                    <a:gd name="connsiteY0" fmla="*/ 50292 h 115919"/>
                    <a:gd name="connsiteX1" fmla="*/ 18955 w 140207"/>
                    <a:gd name="connsiteY1" fmla="*/ 76581 h 115919"/>
                    <a:gd name="connsiteX2" fmla="*/ 0 w 140207"/>
                    <a:gd name="connsiteY2" fmla="*/ 98203 h 115919"/>
                    <a:gd name="connsiteX3" fmla="*/ 40957 w 140207"/>
                    <a:gd name="connsiteY3" fmla="*/ 75819 h 115919"/>
                    <a:gd name="connsiteX4" fmla="*/ 81819 w 140207"/>
                    <a:gd name="connsiteY4" fmla="*/ 63627 h 115919"/>
                    <a:gd name="connsiteX5" fmla="*/ 108489 w 140207"/>
                    <a:gd name="connsiteY5" fmla="*/ 66960 h 115919"/>
                    <a:gd name="connsiteX6" fmla="*/ 111061 w 140207"/>
                    <a:gd name="connsiteY6" fmla="*/ 83344 h 115919"/>
                    <a:gd name="connsiteX7" fmla="*/ 122111 w 140207"/>
                    <a:gd name="connsiteY7" fmla="*/ 115919 h 115919"/>
                    <a:gd name="connsiteX8" fmla="*/ 119634 w 140207"/>
                    <a:gd name="connsiteY8" fmla="*/ 50863 h 115919"/>
                    <a:gd name="connsiteX9" fmla="*/ 140208 w 140207"/>
                    <a:gd name="connsiteY9" fmla="*/ 0 h 115919"/>
                    <a:gd name="connsiteX10" fmla="*/ 91726 w 140207"/>
                    <a:gd name="connsiteY10" fmla="*/ 35814 h 115919"/>
                    <a:gd name="connsiteX11" fmla="*/ 25146 w 140207"/>
                    <a:gd name="connsiteY11" fmla="*/ 50292 h 115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0207" h="115919">
                      <a:moveTo>
                        <a:pt x="25146" y="50292"/>
                      </a:moveTo>
                      <a:cubicBezTo>
                        <a:pt x="29908" y="58674"/>
                        <a:pt x="25336" y="69342"/>
                        <a:pt x="18955" y="76581"/>
                      </a:cubicBezTo>
                      <a:cubicBezTo>
                        <a:pt x="12573" y="83820"/>
                        <a:pt x="4286" y="89630"/>
                        <a:pt x="0" y="98203"/>
                      </a:cubicBezTo>
                      <a:cubicBezTo>
                        <a:pt x="9620" y="85630"/>
                        <a:pt x="25812" y="80390"/>
                        <a:pt x="40957" y="75819"/>
                      </a:cubicBezTo>
                      <a:cubicBezTo>
                        <a:pt x="54578" y="71723"/>
                        <a:pt x="68199" y="67627"/>
                        <a:pt x="81819" y="63627"/>
                      </a:cubicBezTo>
                      <a:cubicBezTo>
                        <a:pt x="91059" y="60864"/>
                        <a:pt x="103061" y="59055"/>
                        <a:pt x="108489" y="66960"/>
                      </a:cubicBezTo>
                      <a:cubicBezTo>
                        <a:pt x="111633" y="71628"/>
                        <a:pt x="110966" y="77724"/>
                        <a:pt x="111061" y="83344"/>
                      </a:cubicBezTo>
                      <a:cubicBezTo>
                        <a:pt x="111252" y="94964"/>
                        <a:pt x="115157" y="106584"/>
                        <a:pt x="122111" y="115919"/>
                      </a:cubicBezTo>
                      <a:cubicBezTo>
                        <a:pt x="126016" y="94106"/>
                        <a:pt x="118205" y="72580"/>
                        <a:pt x="119634" y="50863"/>
                      </a:cubicBezTo>
                      <a:cubicBezTo>
                        <a:pt x="120872" y="31337"/>
                        <a:pt x="140018" y="17145"/>
                        <a:pt x="140208" y="0"/>
                      </a:cubicBezTo>
                      <a:cubicBezTo>
                        <a:pt x="122872" y="666"/>
                        <a:pt x="105823" y="26384"/>
                        <a:pt x="91726" y="35814"/>
                      </a:cubicBezTo>
                      <a:cubicBezTo>
                        <a:pt x="81819" y="42290"/>
                        <a:pt x="35433" y="68484"/>
                        <a:pt x="25146" y="5029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21" name="Forme libre : forme 16920">
                  <a:extLst>
                    <a:ext uri="{FF2B5EF4-FFF2-40B4-BE49-F238E27FC236}">
                      <a16:creationId xmlns:a16="http://schemas.microsoft.com/office/drawing/2014/main" id="{1AA8443B-D7F4-4BBC-870F-168AE8EB9F98}"/>
                    </a:ext>
                  </a:extLst>
                </p:cNvPr>
                <p:cNvSpPr/>
                <p:nvPr/>
              </p:nvSpPr>
              <p:spPr>
                <a:xfrm>
                  <a:off x="5867309" y="5704617"/>
                  <a:ext cx="123825" cy="113953"/>
                </a:xfrm>
                <a:custGeom>
                  <a:avLst/>
                  <a:gdLst>
                    <a:gd name="connsiteX0" fmla="*/ 29718 w 123825"/>
                    <a:gd name="connsiteY0" fmla="*/ 83725 h 113953"/>
                    <a:gd name="connsiteX1" fmla="*/ 97917 w 123825"/>
                    <a:gd name="connsiteY1" fmla="*/ 0 h 113953"/>
                    <a:gd name="connsiteX2" fmla="*/ 93059 w 123825"/>
                    <a:gd name="connsiteY2" fmla="*/ 53721 h 113953"/>
                    <a:gd name="connsiteX3" fmla="*/ 95059 w 123825"/>
                    <a:gd name="connsiteY3" fmla="*/ 76771 h 113953"/>
                    <a:gd name="connsiteX4" fmla="*/ 123825 w 123825"/>
                    <a:gd name="connsiteY4" fmla="*/ 113824 h 113953"/>
                    <a:gd name="connsiteX5" fmla="*/ 90678 w 123825"/>
                    <a:gd name="connsiteY5" fmla="*/ 95250 h 113953"/>
                    <a:gd name="connsiteX6" fmla="*/ 85725 w 123825"/>
                    <a:gd name="connsiteY6" fmla="*/ 86392 h 113953"/>
                    <a:gd name="connsiteX7" fmla="*/ 70866 w 123825"/>
                    <a:gd name="connsiteY7" fmla="*/ 83058 h 113953"/>
                    <a:gd name="connsiteX8" fmla="*/ 56483 w 123825"/>
                    <a:gd name="connsiteY8" fmla="*/ 89821 h 113953"/>
                    <a:gd name="connsiteX9" fmla="*/ 0 w 123825"/>
                    <a:gd name="connsiteY9" fmla="*/ 101346 h 113953"/>
                    <a:gd name="connsiteX10" fmla="*/ 29718 w 123825"/>
                    <a:gd name="connsiteY10" fmla="*/ 83725 h 113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3825" h="113953">
                      <a:moveTo>
                        <a:pt x="29718" y="83725"/>
                      </a:moveTo>
                      <a:cubicBezTo>
                        <a:pt x="58388" y="61436"/>
                        <a:pt x="81915" y="32576"/>
                        <a:pt x="97917" y="0"/>
                      </a:cubicBezTo>
                      <a:cubicBezTo>
                        <a:pt x="95155" y="17812"/>
                        <a:pt x="93536" y="35719"/>
                        <a:pt x="93059" y="53721"/>
                      </a:cubicBezTo>
                      <a:cubicBezTo>
                        <a:pt x="92869" y="61436"/>
                        <a:pt x="92964" y="69342"/>
                        <a:pt x="95059" y="76771"/>
                      </a:cubicBezTo>
                      <a:cubicBezTo>
                        <a:pt x="99441" y="92012"/>
                        <a:pt x="111919" y="103347"/>
                        <a:pt x="123825" y="113824"/>
                      </a:cubicBezTo>
                      <a:cubicBezTo>
                        <a:pt x="110395" y="115062"/>
                        <a:pt x="96679" y="107347"/>
                        <a:pt x="90678" y="95250"/>
                      </a:cubicBezTo>
                      <a:cubicBezTo>
                        <a:pt x="89154" y="92203"/>
                        <a:pt x="88106" y="88868"/>
                        <a:pt x="85725" y="86392"/>
                      </a:cubicBezTo>
                      <a:cubicBezTo>
                        <a:pt x="82010" y="82582"/>
                        <a:pt x="76009" y="81820"/>
                        <a:pt x="70866" y="83058"/>
                      </a:cubicBezTo>
                      <a:cubicBezTo>
                        <a:pt x="65723" y="84297"/>
                        <a:pt x="61150" y="87249"/>
                        <a:pt x="56483" y="89821"/>
                      </a:cubicBezTo>
                      <a:cubicBezTo>
                        <a:pt x="44863" y="96298"/>
                        <a:pt x="10383" y="114110"/>
                        <a:pt x="0" y="101346"/>
                      </a:cubicBezTo>
                      <a:cubicBezTo>
                        <a:pt x="10573" y="96488"/>
                        <a:pt x="20479" y="90869"/>
                        <a:pt x="29718" y="8372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22" name="Forme libre : forme 16921">
                  <a:extLst>
                    <a:ext uri="{FF2B5EF4-FFF2-40B4-BE49-F238E27FC236}">
                      <a16:creationId xmlns:a16="http://schemas.microsoft.com/office/drawing/2014/main" id="{9C03466B-08DC-42B0-B508-7CF62DD136F6}"/>
                    </a:ext>
                  </a:extLst>
                </p:cNvPr>
                <p:cNvSpPr/>
                <p:nvPr/>
              </p:nvSpPr>
              <p:spPr>
                <a:xfrm>
                  <a:off x="5946842" y="5548693"/>
                  <a:ext cx="94011" cy="102203"/>
                </a:xfrm>
                <a:custGeom>
                  <a:avLst/>
                  <a:gdLst>
                    <a:gd name="connsiteX0" fmla="*/ 46673 w 94011"/>
                    <a:gd name="connsiteY0" fmla="*/ 40100 h 102203"/>
                    <a:gd name="connsiteX1" fmla="*/ 94012 w 94011"/>
                    <a:gd name="connsiteY1" fmla="*/ 80582 h 102203"/>
                    <a:gd name="connsiteX2" fmla="*/ 62103 w 94011"/>
                    <a:gd name="connsiteY2" fmla="*/ 68389 h 102203"/>
                    <a:gd name="connsiteX3" fmla="*/ 39910 w 94011"/>
                    <a:gd name="connsiteY3" fmla="*/ 58103 h 102203"/>
                    <a:gd name="connsiteX4" fmla="*/ 14574 w 94011"/>
                    <a:gd name="connsiteY4" fmla="*/ 73724 h 102203"/>
                    <a:gd name="connsiteX5" fmla="*/ 0 w 94011"/>
                    <a:gd name="connsiteY5" fmla="*/ 102204 h 102203"/>
                    <a:gd name="connsiteX6" fmla="*/ 18669 w 94011"/>
                    <a:gd name="connsiteY6" fmla="*/ 43720 h 102203"/>
                    <a:gd name="connsiteX7" fmla="*/ 23527 w 94011"/>
                    <a:gd name="connsiteY7" fmla="*/ 38195 h 102203"/>
                    <a:gd name="connsiteX8" fmla="*/ 25813 w 94011"/>
                    <a:gd name="connsiteY8" fmla="*/ 31338 h 102203"/>
                    <a:gd name="connsiteX9" fmla="*/ 36767 w 94011"/>
                    <a:gd name="connsiteY9" fmla="*/ 0 h 102203"/>
                    <a:gd name="connsiteX10" fmla="*/ 46673 w 94011"/>
                    <a:gd name="connsiteY10" fmla="*/ 40100 h 102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4011" h="102203">
                      <a:moveTo>
                        <a:pt x="46673" y="40100"/>
                      </a:moveTo>
                      <a:cubicBezTo>
                        <a:pt x="57055" y="58579"/>
                        <a:pt x="74486" y="72486"/>
                        <a:pt x="94012" y="80582"/>
                      </a:cubicBezTo>
                      <a:cubicBezTo>
                        <a:pt x="82772" y="78581"/>
                        <a:pt x="71819" y="74390"/>
                        <a:pt x="62103" y="68389"/>
                      </a:cubicBezTo>
                      <a:cubicBezTo>
                        <a:pt x="55055" y="64008"/>
                        <a:pt x="48196" y="58484"/>
                        <a:pt x="39910" y="58103"/>
                      </a:cubicBezTo>
                      <a:cubicBezTo>
                        <a:pt x="29623" y="57627"/>
                        <a:pt x="20764" y="65437"/>
                        <a:pt x="14574" y="73724"/>
                      </a:cubicBezTo>
                      <a:cubicBezTo>
                        <a:pt x="8192" y="82296"/>
                        <a:pt x="3239" y="91916"/>
                        <a:pt x="0" y="102204"/>
                      </a:cubicBezTo>
                      <a:cubicBezTo>
                        <a:pt x="1620" y="81344"/>
                        <a:pt x="4096" y="58674"/>
                        <a:pt x="18669" y="43720"/>
                      </a:cubicBezTo>
                      <a:cubicBezTo>
                        <a:pt x="20384" y="42006"/>
                        <a:pt x="22289" y="40291"/>
                        <a:pt x="23527" y="38195"/>
                      </a:cubicBezTo>
                      <a:cubicBezTo>
                        <a:pt x="24765" y="36100"/>
                        <a:pt x="25241" y="33719"/>
                        <a:pt x="25813" y="31338"/>
                      </a:cubicBezTo>
                      <a:cubicBezTo>
                        <a:pt x="27813" y="22003"/>
                        <a:pt x="27813" y="4763"/>
                        <a:pt x="36767" y="0"/>
                      </a:cubicBezTo>
                      <a:cubicBezTo>
                        <a:pt x="37243" y="14002"/>
                        <a:pt x="39720" y="27623"/>
                        <a:pt x="46673" y="4010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23" name="Forme libre : forme 16922">
                  <a:extLst>
                    <a:ext uri="{FF2B5EF4-FFF2-40B4-BE49-F238E27FC236}">
                      <a16:creationId xmlns:a16="http://schemas.microsoft.com/office/drawing/2014/main" id="{60ECB92B-4F60-4FD1-BEB0-8F29905F71EE}"/>
                    </a:ext>
                  </a:extLst>
                </p:cNvPr>
                <p:cNvSpPr/>
                <p:nvPr/>
              </p:nvSpPr>
              <p:spPr>
                <a:xfrm>
                  <a:off x="6220876" y="5658730"/>
                  <a:ext cx="58102" cy="120182"/>
                </a:xfrm>
                <a:custGeom>
                  <a:avLst/>
                  <a:gdLst>
                    <a:gd name="connsiteX0" fmla="*/ 34576 w 58102"/>
                    <a:gd name="connsiteY0" fmla="*/ 38458 h 120182"/>
                    <a:gd name="connsiteX1" fmla="*/ 58102 w 58102"/>
                    <a:gd name="connsiteY1" fmla="*/ 120183 h 120182"/>
                    <a:gd name="connsiteX2" fmla="*/ 47149 w 58102"/>
                    <a:gd name="connsiteY2" fmla="*/ 67033 h 120182"/>
                    <a:gd name="connsiteX3" fmla="*/ 39910 w 58102"/>
                    <a:gd name="connsiteY3" fmla="*/ 26742 h 120182"/>
                    <a:gd name="connsiteX4" fmla="*/ 40291 w 58102"/>
                    <a:gd name="connsiteY4" fmla="*/ 10835 h 120182"/>
                    <a:gd name="connsiteX5" fmla="*/ 51245 w 58102"/>
                    <a:gd name="connsiteY5" fmla="*/ 263 h 120182"/>
                    <a:gd name="connsiteX6" fmla="*/ 0 w 58102"/>
                    <a:gd name="connsiteY6" fmla="*/ 6739 h 120182"/>
                    <a:gd name="connsiteX7" fmla="*/ 34576 w 58102"/>
                    <a:gd name="connsiteY7" fmla="*/ 38458 h 1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8102" h="120182">
                      <a:moveTo>
                        <a:pt x="34576" y="38458"/>
                      </a:moveTo>
                      <a:cubicBezTo>
                        <a:pt x="50864" y="61984"/>
                        <a:pt x="42196" y="96275"/>
                        <a:pt x="58102" y="120183"/>
                      </a:cubicBezTo>
                      <a:cubicBezTo>
                        <a:pt x="54483" y="102466"/>
                        <a:pt x="50768" y="84749"/>
                        <a:pt x="47149" y="67033"/>
                      </a:cubicBezTo>
                      <a:cubicBezTo>
                        <a:pt x="44386" y="53698"/>
                        <a:pt x="41624" y="40268"/>
                        <a:pt x="39910" y="26742"/>
                      </a:cubicBezTo>
                      <a:cubicBezTo>
                        <a:pt x="39243" y="21408"/>
                        <a:pt x="38671" y="15884"/>
                        <a:pt x="40291" y="10835"/>
                      </a:cubicBezTo>
                      <a:cubicBezTo>
                        <a:pt x="41815" y="5692"/>
                        <a:pt x="45911" y="1025"/>
                        <a:pt x="51245" y="263"/>
                      </a:cubicBezTo>
                      <a:cubicBezTo>
                        <a:pt x="37624" y="1215"/>
                        <a:pt x="9716" y="-3452"/>
                        <a:pt x="0" y="6739"/>
                      </a:cubicBezTo>
                      <a:cubicBezTo>
                        <a:pt x="7525" y="19599"/>
                        <a:pt x="25622" y="25504"/>
                        <a:pt x="34576" y="3845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24" name="Forme libre : forme 16923">
                  <a:extLst>
                    <a:ext uri="{FF2B5EF4-FFF2-40B4-BE49-F238E27FC236}">
                      <a16:creationId xmlns:a16="http://schemas.microsoft.com/office/drawing/2014/main" id="{08C5F56C-493E-488F-8BBA-650989A397E0}"/>
                    </a:ext>
                  </a:extLst>
                </p:cNvPr>
                <p:cNvSpPr/>
                <p:nvPr/>
              </p:nvSpPr>
              <p:spPr>
                <a:xfrm>
                  <a:off x="4957195" y="5771102"/>
                  <a:ext cx="89456" cy="45339"/>
                </a:xfrm>
                <a:custGeom>
                  <a:avLst/>
                  <a:gdLst>
                    <a:gd name="connsiteX0" fmla="*/ 0 w 89456"/>
                    <a:gd name="connsiteY0" fmla="*/ 45339 h 45339"/>
                    <a:gd name="connsiteX1" fmla="*/ 87249 w 89456"/>
                    <a:gd name="connsiteY1" fmla="*/ 0 h 45339"/>
                    <a:gd name="connsiteX2" fmla="*/ 51625 w 89456"/>
                    <a:gd name="connsiteY2" fmla="*/ 28956 h 45339"/>
                    <a:gd name="connsiteX3" fmla="*/ 0 w 89456"/>
                    <a:gd name="connsiteY3" fmla="*/ 45339 h 45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456" h="45339">
                      <a:moveTo>
                        <a:pt x="0" y="45339"/>
                      </a:moveTo>
                      <a:cubicBezTo>
                        <a:pt x="17526" y="42386"/>
                        <a:pt x="104299" y="35909"/>
                        <a:pt x="87249" y="0"/>
                      </a:cubicBezTo>
                      <a:cubicBezTo>
                        <a:pt x="75057" y="8572"/>
                        <a:pt x="65817" y="21336"/>
                        <a:pt x="51625" y="28956"/>
                      </a:cubicBezTo>
                      <a:cubicBezTo>
                        <a:pt x="35623" y="37529"/>
                        <a:pt x="17812" y="42386"/>
                        <a:pt x="0" y="4533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25" name="Forme libre : forme 16924">
                  <a:extLst>
                    <a:ext uri="{FF2B5EF4-FFF2-40B4-BE49-F238E27FC236}">
                      <a16:creationId xmlns:a16="http://schemas.microsoft.com/office/drawing/2014/main" id="{A26949F7-17AD-4759-96AB-B106AF7736CB}"/>
                    </a:ext>
                  </a:extLst>
                </p:cNvPr>
                <p:cNvSpPr/>
                <p:nvPr/>
              </p:nvSpPr>
              <p:spPr>
                <a:xfrm>
                  <a:off x="3741995" y="5712168"/>
                  <a:ext cx="82200" cy="110845"/>
                </a:xfrm>
                <a:custGeom>
                  <a:avLst/>
                  <a:gdLst>
                    <a:gd name="connsiteX0" fmla="*/ 71723 w 82200"/>
                    <a:gd name="connsiteY0" fmla="*/ 86271 h 110845"/>
                    <a:gd name="connsiteX1" fmla="*/ 82201 w 82200"/>
                    <a:gd name="connsiteY1" fmla="*/ 110845 h 110845"/>
                    <a:gd name="connsiteX2" fmla="*/ 0 w 82200"/>
                    <a:gd name="connsiteY2" fmla="*/ 102082 h 110845"/>
                    <a:gd name="connsiteX3" fmla="*/ 34004 w 82200"/>
                    <a:gd name="connsiteY3" fmla="*/ 96367 h 110845"/>
                    <a:gd name="connsiteX4" fmla="*/ 49244 w 82200"/>
                    <a:gd name="connsiteY4" fmla="*/ 59315 h 110845"/>
                    <a:gd name="connsiteX5" fmla="*/ 58864 w 82200"/>
                    <a:gd name="connsiteY5" fmla="*/ 14262 h 110845"/>
                    <a:gd name="connsiteX6" fmla="*/ 72200 w 82200"/>
                    <a:gd name="connsiteY6" fmla="*/ 7213 h 110845"/>
                    <a:gd name="connsiteX7" fmla="*/ 64294 w 82200"/>
                    <a:gd name="connsiteY7" fmla="*/ 46646 h 110845"/>
                    <a:gd name="connsiteX8" fmla="*/ 71723 w 82200"/>
                    <a:gd name="connsiteY8" fmla="*/ 86271 h 110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200" h="110845">
                      <a:moveTo>
                        <a:pt x="71723" y="86271"/>
                      </a:moveTo>
                      <a:cubicBezTo>
                        <a:pt x="75057" y="94557"/>
                        <a:pt x="79534" y="102368"/>
                        <a:pt x="82201" y="110845"/>
                      </a:cubicBezTo>
                      <a:cubicBezTo>
                        <a:pt x="57150" y="97796"/>
                        <a:pt x="27146" y="94653"/>
                        <a:pt x="0" y="102082"/>
                      </a:cubicBezTo>
                      <a:cubicBezTo>
                        <a:pt x="11716" y="102939"/>
                        <a:pt x="24575" y="103416"/>
                        <a:pt x="34004" y="96367"/>
                      </a:cubicBezTo>
                      <a:cubicBezTo>
                        <a:pt x="44958" y="88080"/>
                        <a:pt x="47244" y="72935"/>
                        <a:pt x="49244" y="59315"/>
                      </a:cubicBezTo>
                      <a:cubicBezTo>
                        <a:pt x="51530" y="44265"/>
                        <a:pt x="54102" y="28739"/>
                        <a:pt x="58864" y="14262"/>
                      </a:cubicBezTo>
                      <a:cubicBezTo>
                        <a:pt x="61627" y="5594"/>
                        <a:pt x="68104" y="-8789"/>
                        <a:pt x="72200" y="7213"/>
                      </a:cubicBezTo>
                      <a:cubicBezTo>
                        <a:pt x="74295" y="15214"/>
                        <a:pt x="64389" y="36645"/>
                        <a:pt x="64294" y="46646"/>
                      </a:cubicBezTo>
                      <a:cubicBezTo>
                        <a:pt x="64198" y="60077"/>
                        <a:pt x="66580" y="73698"/>
                        <a:pt x="71723" y="8627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26" name="Forme libre : forme 16925">
                  <a:extLst>
                    <a:ext uri="{FF2B5EF4-FFF2-40B4-BE49-F238E27FC236}">
                      <a16:creationId xmlns:a16="http://schemas.microsoft.com/office/drawing/2014/main" id="{4597C8B2-7311-4649-B9C7-E2351373A455}"/>
                    </a:ext>
                  </a:extLst>
                </p:cNvPr>
                <p:cNvSpPr/>
                <p:nvPr/>
              </p:nvSpPr>
              <p:spPr>
                <a:xfrm>
                  <a:off x="6667409" y="5139308"/>
                  <a:ext cx="136596" cy="234721"/>
                </a:xfrm>
                <a:custGeom>
                  <a:avLst/>
                  <a:gdLst>
                    <a:gd name="connsiteX0" fmla="*/ 116586 w 136596"/>
                    <a:gd name="connsiteY0" fmla="*/ 142590 h 234721"/>
                    <a:gd name="connsiteX1" fmla="*/ 0 w 136596"/>
                    <a:gd name="connsiteY1" fmla="*/ 232410 h 234721"/>
                    <a:gd name="connsiteX2" fmla="*/ 59341 w 136596"/>
                    <a:gd name="connsiteY2" fmla="*/ 223552 h 234721"/>
                    <a:gd name="connsiteX3" fmla="*/ 103537 w 136596"/>
                    <a:gd name="connsiteY3" fmla="*/ 181546 h 234721"/>
                    <a:gd name="connsiteX4" fmla="*/ 136589 w 136596"/>
                    <a:gd name="connsiteY4" fmla="*/ 82963 h 234721"/>
                    <a:gd name="connsiteX5" fmla="*/ 110585 w 136596"/>
                    <a:gd name="connsiteY5" fmla="*/ 0 h 234721"/>
                    <a:gd name="connsiteX6" fmla="*/ 123539 w 136596"/>
                    <a:gd name="connsiteY6" fmla="*/ 64865 h 234721"/>
                    <a:gd name="connsiteX7" fmla="*/ 116586 w 136596"/>
                    <a:gd name="connsiteY7" fmla="*/ 142590 h 234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6596" h="234721">
                      <a:moveTo>
                        <a:pt x="116586" y="142590"/>
                      </a:moveTo>
                      <a:cubicBezTo>
                        <a:pt x="99060" y="191643"/>
                        <a:pt x="52101" y="230791"/>
                        <a:pt x="0" y="232410"/>
                      </a:cubicBezTo>
                      <a:cubicBezTo>
                        <a:pt x="19812" y="237744"/>
                        <a:pt x="41434" y="233458"/>
                        <a:pt x="59341" y="223552"/>
                      </a:cubicBezTo>
                      <a:cubicBezTo>
                        <a:pt x="77248" y="213646"/>
                        <a:pt x="91821" y="198311"/>
                        <a:pt x="103537" y="181546"/>
                      </a:cubicBezTo>
                      <a:cubicBezTo>
                        <a:pt x="123634" y="152686"/>
                        <a:pt x="136303" y="118110"/>
                        <a:pt x="136589" y="82963"/>
                      </a:cubicBezTo>
                      <a:cubicBezTo>
                        <a:pt x="136874" y="55055"/>
                        <a:pt x="129350" y="21527"/>
                        <a:pt x="110585" y="0"/>
                      </a:cubicBezTo>
                      <a:cubicBezTo>
                        <a:pt x="100965" y="6477"/>
                        <a:pt x="121729" y="51721"/>
                        <a:pt x="123539" y="64865"/>
                      </a:cubicBezTo>
                      <a:cubicBezTo>
                        <a:pt x="127349" y="90868"/>
                        <a:pt x="125444" y="117824"/>
                        <a:pt x="116586" y="142590"/>
                      </a:cubicBezTo>
                      <a:close/>
                    </a:path>
                  </a:pathLst>
                </a:custGeom>
                <a:solidFill>
                  <a:srgbClr val="CEB75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27" name="Forme libre : forme 16926">
                  <a:extLst>
                    <a:ext uri="{FF2B5EF4-FFF2-40B4-BE49-F238E27FC236}">
                      <a16:creationId xmlns:a16="http://schemas.microsoft.com/office/drawing/2014/main" id="{7BC63A51-3E8B-4FC2-9CC3-A59680B23BBE}"/>
                    </a:ext>
                  </a:extLst>
                </p:cNvPr>
                <p:cNvSpPr/>
                <p:nvPr/>
              </p:nvSpPr>
              <p:spPr>
                <a:xfrm>
                  <a:off x="6583303" y="5562028"/>
                  <a:ext cx="170021" cy="96108"/>
                </a:xfrm>
                <a:custGeom>
                  <a:avLst/>
                  <a:gdLst>
                    <a:gd name="connsiteX0" fmla="*/ 50102 w 170021"/>
                    <a:gd name="connsiteY0" fmla="*/ 66199 h 96108"/>
                    <a:gd name="connsiteX1" fmla="*/ 81439 w 170021"/>
                    <a:gd name="connsiteY1" fmla="*/ 81915 h 96108"/>
                    <a:gd name="connsiteX2" fmla="*/ 123540 w 170021"/>
                    <a:gd name="connsiteY2" fmla="*/ 88773 h 96108"/>
                    <a:gd name="connsiteX3" fmla="*/ 170022 w 170021"/>
                    <a:gd name="connsiteY3" fmla="*/ 73247 h 96108"/>
                    <a:gd name="connsiteX4" fmla="*/ 119729 w 170021"/>
                    <a:gd name="connsiteY4" fmla="*/ 94869 h 96108"/>
                    <a:gd name="connsiteX5" fmla="*/ 66866 w 170021"/>
                    <a:gd name="connsiteY5" fmla="*/ 84963 h 96108"/>
                    <a:gd name="connsiteX6" fmla="*/ 41910 w 170021"/>
                    <a:gd name="connsiteY6" fmla="*/ 67151 h 96108"/>
                    <a:gd name="connsiteX7" fmla="*/ 0 w 170021"/>
                    <a:gd name="connsiteY7" fmla="*/ 82772 h 96108"/>
                    <a:gd name="connsiteX8" fmla="*/ 14954 w 170021"/>
                    <a:gd name="connsiteY8" fmla="*/ 38100 h 96108"/>
                    <a:gd name="connsiteX9" fmla="*/ 15240 w 170021"/>
                    <a:gd name="connsiteY9" fmla="*/ 0 h 96108"/>
                    <a:gd name="connsiteX10" fmla="*/ 50102 w 170021"/>
                    <a:gd name="connsiteY10" fmla="*/ 66199 h 96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0021" h="96108">
                      <a:moveTo>
                        <a:pt x="50102" y="66199"/>
                      </a:moveTo>
                      <a:cubicBezTo>
                        <a:pt x="59531" y="73057"/>
                        <a:pt x="70390" y="77724"/>
                        <a:pt x="81439" y="81915"/>
                      </a:cubicBezTo>
                      <a:cubicBezTo>
                        <a:pt x="94965" y="86963"/>
                        <a:pt x="109347" y="91345"/>
                        <a:pt x="123540" y="88773"/>
                      </a:cubicBezTo>
                      <a:cubicBezTo>
                        <a:pt x="139732" y="85916"/>
                        <a:pt x="153638" y="74581"/>
                        <a:pt x="170022" y="73247"/>
                      </a:cubicBezTo>
                      <a:cubicBezTo>
                        <a:pt x="154686" y="83344"/>
                        <a:pt x="137827" y="91821"/>
                        <a:pt x="119729" y="94869"/>
                      </a:cubicBezTo>
                      <a:cubicBezTo>
                        <a:pt x="101632" y="98012"/>
                        <a:pt x="82010" y="95345"/>
                        <a:pt x="66866" y="84963"/>
                      </a:cubicBezTo>
                      <a:cubicBezTo>
                        <a:pt x="58388" y="79153"/>
                        <a:pt x="51340" y="71151"/>
                        <a:pt x="41910" y="67151"/>
                      </a:cubicBezTo>
                      <a:cubicBezTo>
                        <a:pt x="26765" y="60865"/>
                        <a:pt x="7334" y="68104"/>
                        <a:pt x="0" y="82772"/>
                      </a:cubicBezTo>
                      <a:cubicBezTo>
                        <a:pt x="9620" y="70009"/>
                        <a:pt x="14859" y="54102"/>
                        <a:pt x="14954" y="38100"/>
                      </a:cubicBezTo>
                      <a:cubicBezTo>
                        <a:pt x="15050" y="28480"/>
                        <a:pt x="4572" y="5143"/>
                        <a:pt x="15240" y="0"/>
                      </a:cubicBezTo>
                      <a:cubicBezTo>
                        <a:pt x="21717" y="26003"/>
                        <a:pt x="26861" y="49339"/>
                        <a:pt x="50102" y="66199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28" name="Forme libre : forme 16927">
                  <a:extLst>
                    <a:ext uri="{FF2B5EF4-FFF2-40B4-BE49-F238E27FC236}">
                      <a16:creationId xmlns:a16="http://schemas.microsoft.com/office/drawing/2014/main" id="{B21C1DD6-2BEF-44A6-B812-047449E40E0E}"/>
                    </a:ext>
                  </a:extLst>
                </p:cNvPr>
                <p:cNvSpPr/>
                <p:nvPr/>
              </p:nvSpPr>
              <p:spPr>
                <a:xfrm>
                  <a:off x="6811331" y="5315687"/>
                  <a:ext cx="113823" cy="179761"/>
                </a:xfrm>
                <a:custGeom>
                  <a:avLst/>
                  <a:gdLst>
                    <a:gd name="connsiteX0" fmla="*/ 55150 w 113823"/>
                    <a:gd name="connsiteY0" fmla="*/ 58889 h 179761"/>
                    <a:gd name="connsiteX1" fmla="*/ 51625 w 113823"/>
                    <a:gd name="connsiteY1" fmla="*/ 148900 h 179761"/>
                    <a:gd name="connsiteX2" fmla="*/ 45815 w 113823"/>
                    <a:gd name="connsiteY2" fmla="*/ 179761 h 179761"/>
                    <a:gd name="connsiteX3" fmla="*/ 58674 w 113823"/>
                    <a:gd name="connsiteY3" fmla="*/ 97084 h 179761"/>
                    <a:gd name="connsiteX4" fmla="*/ 64865 w 113823"/>
                    <a:gd name="connsiteY4" fmla="*/ 73367 h 179761"/>
                    <a:gd name="connsiteX5" fmla="*/ 78867 w 113823"/>
                    <a:gd name="connsiteY5" fmla="*/ 54983 h 179761"/>
                    <a:gd name="connsiteX6" fmla="*/ 113824 w 113823"/>
                    <a:gd name="connsiteY6" fmla="*/ 17265 h 179761"/>
                    <a:gd name="connsiteX7" fmla="*/ 71057 w 113823"/>
                    <a:gd name="connsiteY7" fmla="*/ 42411 h 179761"/>
                    <a:gd name="connsiteX8" fmla="*/ 40577 w 113823"/>
                    <a:gd name="connsiteY8" fmla="*/ 17360 h 179761"/>
                    <a:gd name="connsiteX9" fmla="*/ 0 w 113823"/>
                    <a:gd name="connsiteY9" fmla="*/ 3073 h 179761"/>
                    <a:gd name="connsiteX10" fmla="*/ 55150 w 113823"/>
                    <a:gd name="connsiteY10" fmla="*/ 58889 h 179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823" h="179761">
                      <a:moveTo>
                        <a:pt x="55150" y="58889"/>
                      </a:moveTo>
                      <a:cubicBezTo>
                        <a:pt x="62865" y="88226"/>
                        <a:pt x="57245" y="119182"/>
                        <a:pt x="51625" y="148900"/>
                      </a:cubicBezTo>
                      <a:cubicBezTo>
                        <a:pt x="49721" y="159187"/>
                        <a:pt x="47720" y="169474"/>
                        <a:pt x="45815" y="179761"/>
                      </a:cubicBezTo>
                      <a:cubicBezTo>
                        <a:pt x="50102" y="152234"/>
                        <a:pt x="54388" y="124611"/>
                        <a:pt x="58674" y="97084"/>
                      </a:cubicBezTo>
                      <a:cubicBezTo>
                        <a:pt x="59913" y="88988"/>
                        <a:pt x="61246" y="80701"/>
                        <a:pt x="64865" y="73367"/>
                      </a:cubicBezTo>
                      <a:cubicBezTo>
                        <a:pt x="68294" y="66414"/>
                        <a:pt x="73629" y="60603"/>
                        <a:pt x="78867" y="54983"/>
                      </a:cubicBezTo>
                      <a:cubicBezTo>
                        <a:pt x="90488" y="42411"/>
                        <a:pt x="102204" y="29838"/>
                        <a:pt x="113824" y="17265"/>
                      </a:cubicBezTo>
                      <a:cubicBezTo>
                        <a:pt x="97917" y="22980"/>
                        <a:pt x="87916" y="43649"/>
                        <a:pt x="71057" y="42411"/>
                      </a:cubicBezTo>
                      <a:cubicBezTo>
                        <a:pt x="57531" y="41458"/>
                        <a:pt x="49911" y="27171"/>
                        <a:pt x="40577" y="17360"/>
                      </a:cubicBezTo>
                      <a:cubicBezTo>
                        <a:pt x="33909" y="10407"/>
                        <a:pt x="7906" y="-7024"/>
                        <a:pt x="0" y="3073"/>
                      </a:cubicBezTo>
                      <a:cubicBezTo>
                        <a:pt x="27527" y="10502"/>
                        <a:pt x="47720" y="30885"/>
                        <a:pt x="55150" y="58889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29" name="Forme libre : forme 16928">
                  <a:extLst>
                    <a:ext uri="{FF2B5EF4-FFF2-40B4-BE49-F238E27FC236}">
                      <a16:creationId xmlns:a16="http://schemas.microsoft.com/office/drawing/2014/main" id="{5A6D2945-CA6A-4889-95FA-66B971988270}"/>
                    </a:ext>
                  </a:extLst>
                </p:cNvPr>
                <p:cNvSpPr/>
                <p:nvPr/>
              </p:nvSpPr>
              <p:spPr>
                <a:xfrm>
                  <a:off x="6841309" y="5046975"/>
                  <a:ext cx="142404" cy="115193"/>
                </a:xfrm>
                <a:custGeom>
                  <a:avLst/>
                  <a:gdLst>
                    <a:gd name="connsiteX0" fmla="*/ 29649 w 142404"/>
                    <a:gd name="connsiteY0" fmla="*/ 22897 h 115193"/>
                    <a:gd name="connsiteX1" fmla="*/ 116708 w 142404"/>
                    <a:gd name="connsiteY1" fmla="*/ 28897 h 115193"/>
                    <a:gd name="connsiteX2" fmla="*/ 130042 w 142404"/>
                    <a:gd name="connsiteY2" fmla="*/ 115194 h 115193"/>
                    <a:gd name="connsiteX3" fmla="*/ 142330 w 142404"/>
                    <a:gd name="connsiteY3" fmla="*/ 65092 h 115193"/>
                    <a:gd name="connsiteX4" fmla="*/ 141092 w 142404"/>
                    <a:gd name="connsiteY4" fmla="*/ 50995 h 115193"/>
                    <a:gd name="connsiteX5" fmla="*/ 131091 w 142404"/>
                    <a:gd name="connsiteY5" fmla="*/ 34803 h 115193"/>
                    <a:gd name="connsiteX6" fmla="*/ 58129 w 142404"/>
                    <a:gd name="connsiteY6" fmla="*/ 132 h 115193"/>
                    <a:gd name="connsiteX7" fmla="*/ 38031 w 142404"/>
                    <a:gd name="connsiteY7" fmla="*/ 2132 h 115193"/>
                    <a:gd name="connsiteX8" fmla="*/ 27 w 142404"/>
                    <a:gd name="connsiteY8" fmla="*/ 36041 h 115193"/>
                    <a:gd name="connsiteX9" fmla="*/ 29649 w 142404"/>
                    <a:gd name="connsiteY9" fmla="*/ 22897 h 115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2404" h="115193">
                      <a:moveTo>
                        <a:pt x="29649" y="22897"/>
                      </a:moveTo>
                      <a:cubicBezTo>
                        <a:pt x="55462" y="4989"/>
                        <a:pt x="93562" y="7656"/>
                        <a:pt x="116708" y="28897"/>
                      </a:cubicBezTo>
                      <a:cubicBezTo>
                        <a:pt x="139854" y="50138"/>
                        <a:pt x="145664" y="87952"/>
                        <a:pt x="130042" y="115194"/>
                      </a:cubicBezTo>
                      <a:cubicBezTo>
                        <a:pt x="137377" y="99573"/>
                        <a:pt x="141568" y="82428"/>
                        <a:pt x="142330" y="65092"/>
                      </a:cubicBezTo>
                      <a:cubicBezTo>
                        <a:pt x="142520" y="60330"/>
                        <a:pt x="142425" y="55472"/>
                        <a:pt x="141092" y="50995"/>
                      </a:cubicBezTo>
                      <a:cubicBezTo>
                        <a:pt x="139282" y="44804"/>
                        <a:pt x="135376" y="39565"/>
                        <a:pt x="131091" y="34803"/>
                      </a:cubicBezTo>
                      <a:cubicBezTo>
                        <a:pt x="112517" y="14324"/>
                        <a:pt x="85752" y="1561"/>
                        <a:pt x="58129" y="132"/>
                      </a:cubicBezTo>
                      <a:cubicBezTo>
                        <a:pt x="51366" y="-249"/>
                        <a:pt x="44508" y="132"/>
                        <a:pt x="38031" y="2132"/>
                      </a:cubicBezTo>
                      <a:cubicBezTo>
                        <a:pt x="27459" y="5466"/>
                        <a:pt x="503" y="23563"/>
                        <a:pt x="27" y="36041"/>
                      </a:cubicBezTo>
                      <a:cubicBezTo>
                        <a:pt x="-926" y="58139"/>
                        <a:pt x="24029" y="26802"/>
                        <a:pt x="29649" y="22897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30" name="Forme libre : forme 16929">
                  <a:extLst>
                    <a:ext uri="{FF2B5EF4-FFF2-40B4-BE49-F238E27FC236}">
                      <a16:creationId xmlns:a16="http://schemas.microsoft.com/office/drawing/2014/main" id="{6747C859-D771-4605-B71A-9998B53B954B}"/>
                    </a:ext>
                  </a:extLst>
                </p:cNvPr>
                <p:cNvSpPr/>
                <p:nvPr/>
              </p:nvSpPr>
              <p:spPr>
                <a:xfrm>
                  <a:off x="6992306" y="5197887"/>
                  <a:ext cx="115442" cy="107544"/>
                </a:xfrm>
                <a:custGeom>
                  <a:avLst/>
                  <a:gdLst>
                    <a:gd name="connsiteX0" fmla="*/ 15907 w 115442"/>
                    <a:gd name="connsiteY0" fmla="*/ 0 h 107544"/>
                    <a:gd name="connsiteX1" fmla="*/ 40672 w 115442"/>
                    <a:gd name="connsiteY1" fmla="*/ 75057 h 107544"/>
                    <a:gd name="connsiteX2" fmla="*/ 115443 w 115442"/>
                    <a:gd name="connsiteY2" fmla="*/ 102965 h 107544"/>
                    <a:gd name="connsiteX3" fmla="*/ 55245 w 115442"/>
                    <a:gd name="connsiteY3" fmla="*/ 99917 h 107544"/>
                    <a:gd name="connsiteX4" fmla="*/ 15145 w 115442"/>
                    <a:gd name="connsiteY4" fmla="*/ 54864 h 107544"/>
                    <a:gd name="connsiteX5" fmla="*/ 0 w 115442"/>
                    <a:gd name="connsiteY5" fmla="*/ 75438 h 107544"/>
                    <a:gd name="connsiteX6" fmla="*/ 15907 w 115442"/>
                    <a:gd name="connsiteY6" fmla="*/ 0 h 107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5442" h="107544">
                      <a:moveTo>
                        <a:pt x="15907" y="0"/>
                      </a:moveTo>
                      <a:cubicBezTo>
                        <a:pt x="11239" y="26955"/>
                        <a:pt x="21241" y="55721"/>
                        <a:pt x="40672" y="75057"/>
                      </a:cubicBezTo>
                      <a:cubicBezTo>
                        <a:pt x="60007" y="94392"/>
                        <a:pt x="88106" y="104298"/>
                        <a:pt x="115443" y="102965"/>
                      </a:cubicBezTo>
                      <a:cubicBezTo>
                        <a:pt x="96012" y="110014"/>
                        <a:pt x="73819" y="108871"/>
                        <a:pt x="55245" y="99917"/>
                      </a:cubicBezTo>
                      <a:cubicBezTo>
                        <a:pt x="36672" y="90964"/>
                        <a:pt x="21907" y="74390"/>
                        <a:pt x="15145" y="54864"/>
                      </a:cubicBezTo>
                      <a:cubicBezTo>
                        <a:pt x="17145" y="60770"/>
                        <a:pt x="6668" y="78867"/>
                        <a:pt x="0" y="75438"/>
                      </a:cubicBezTo>
                      <a:cubicBezTo>
                        <a:pt x="8858" y="50387"/>
                        <a:pt x="16573" y="27146"/>
                        <a:pt x="15907" y="0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31" name="Forme libre : forme 16930">
                  <a:extLst>
                    <a:ext uri="{FF2B5EF4-FFF2-40B4-BE49-F238E27FC236}">
                      <a16:creationId xmlns:a16="http://schemas.microsoft.com/office/drawing/2014/main" id="{D45D16C1-6E2E-46E1-A343-E8AD96110862}"/>
                    </a:ext>
                  </a:extLst>
                </p:cNvPr>
                <p:cNvSpPr/>
                <p:nvPr/>
              </p:nvSpPr>
              <p:spPr>
                <a:xfrm>
                  <a:off x="6930204" y="4939570"/>
                  <a:ext cx="82200" cy="77533"/>
                </a:xfrm>
                <a:custGeom>
                  <a:avLst/>
                  <a:gdLst>
                    <a:gd name="connsiteX0" fmla="*/ 31051 w 82200"/>
                    <a:gd name="connsiteY0" fmla="*/ 30861 h 77533"/>
                    <a:gd name="connsiteX1" fmla="*/ 82200 w 82200"/>
                    <a:gd name="connsiteY1" fmla="*/ 0 h 77533"/>
                    <a:gd name="connsiteX2" fmla="*/ 62960 w 82200"/>
                    <a:gd name="connsiteY2" fmla="*/ 77533 h 77533"/>
                    <a:gd name="connsiteX3" fmla="*/ 56959 w 82200"/>
                    <a:gd name="connsiteY3" fmla="*/ 25241 h 77533"/>
                    <a:gd name="connsiteX4" fmla="*/ 46291 w 82200"/>
                    <a:gd name="connsiteY4" fmla="*/ 31337 h 77533"/>
                    <a:gd name="connsiteX5" fmla="*/ 0 w 82200"/>
                    <a:gd name="connsiteY5" fmla="*/ 32194 h 77533"/>
                    <a:gd name="connsiteX6" fmla="*/ 31051 w 82200"/>
                    <a:gd name="connsiteY6" fmla="*/ 30861 h 77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2200" h="77533">
                      <a:moveTo>
                        <a:pt x="31051" y="30861"/>
                      </a:moveTo>
                      <a:cubicBezTo>
                        <a:pt x="50292" y="25241"/>
                        <a:pt x="66484" y="12478"/>
                        <a:pt x="82200" y="0"/>
                      </a:cubicBezTo>
                      <a:cubicBezTo>
                        <a:pt x="68103" y="23050"/>
                        <a:pt x="61246" y="50482"/>
                        <a:pt x="62960" y="77533"/>
                      </a:cubicBezTo>
                      <a:cubicBezTo>
                        <a:pt x="56959" y="60864"/>
                        <a:pt x="54959" y="42767"/>
                        <a:pt x="56959" y="25241"/>
                      </a:cubicBezTo>
                      <a:cubicBezTo>
                        <a:pt x="55054" y="29051"/>
                        <a:pt x="50482" y="30480"/>
                        <a:pt x="46291" y="31337"/>
                      </a:cubicBezTo>
                      <a:cubicBezTo>
                        <a:pt x="30861" y="34575"/>
                        <a:pt x="15430" y="34385"/>
                        <a:pt x="0" y="32194"/>
                      </a:cubicBezTo>
                      <a:cubicBezTo>
                        <a:pt x="10191" y="34385"/>
                        <a:pt x="21050" y="33814"/>
                        <a:pt x="31051" y="30861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32" name="Forme libre : forme 16931">
                  <a:extLst>
                    <a:ext uri="{FF2B5EF4-FFF2-40B4-BE49-F238E27FC236}">
                      <a16:creationId xmlns:a16="http://schemas.microsoft.com/office/drawing/2014/main" id="{DEE076F4-7734-4867-A578-030288BD5595}"/>
                    </a:ext>
                  </a:extLst>
                </p:cNvPr>
                <p:cNvSpPr/>
                <p:nvPr/>
              </p:nvSpPr>
              <p:spPr>
                <a:xfrm>
                  <a:off x="7066030" y="4770596"/>
                  <a:ext cx="58769" cy="127348"/>
                </a:xfrm>
                <a:custGeom>
                  <a:avLst/>
                  <a:gdLst>
                    <a:gd name="connsiteX0" fmla="*/ 18288 w 58769"/>
                    <a:gd name="connsiteY0" fmla="*/ 21146 h 127348"/>
                    <a:gd name="connsiteX1" fmla="*/ 17240 w 58769"/>
                    <a:gd name="connsiteY1" fmla="*/ 68199 h 127348"/>
                    <a:gd name="connsiteX2" fmla="*/ 0 w 58769"/>
                    <a:gd name="connsiteY2" fmla="*/ 127349 h 127348"/>
                    <a:gd name="connsiteX3" fmla="*/ 6287 w 58769"/>
                    <a:gd name="connsiteY3" fmla="*/ 113824 h 127348"/>
                    <a:gd name="connsiteX4" fmla="*/ 8382 w 58769"/>
                    <a:gd name="connsiteY4" fmla="*/ 110966 h 127348"/>
                    <a:gd name="connsiteX5" fmla="*/ 11621 w 58769"/>
                    <a:gd name="connsiteY5" fmla="*/ 110490 h 127348"/>
                    <a:gd name="connsiteX6" fmla="*/ 28956 w 58769"/>
                    <a:gd name="connsiteY6" fmla="*/ 118872 h 127348"/>
                    <a:gd name="connsiteX7" fmla="*/ 58770 w 58769"/>
                    <a:gd name="connsiteY7" fmla="*/ 124015 h 127348"/>
                    <a:gd name="connsiteX8" fmla="*/ 24194 w 58769"/>
                    <a:gd name="connsiteY8" fmla="*/ 109061 h 127348"/>
                    <a:gd name="connsiteX9" fmla="*/ 19336 w 58769"/>
                    <a:gd name="connsiteY9" fmla="*/ 105823 h 127348"/>
                    <a:gd name="connsiteX10" fmla="*/ 17812 w 58769"/>
                    <a:gd name="connsiteY10" fmla="*/ 99250 h 127348"/>
                    <a:gd name="connsiteX11" fmla="*/ 29813 w 58769"/>
                    <a:gd name="connsiteY11" fmla="*/ 42005 h 127348"/>
                    <a:gd name="connsiteX12" fmla="*/ 3524 w 58769"/>
                    <a:gd name="connsiteY12" fmla="*/ 0 h 127348"/>
                    <a:gd name="connsiteX13" fmla="*/ 18288 w 58769"/>
                    <a:gd name="connsiteY13" fmla="*/ 21146 h 127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8769" h="127348">
                      <a:moveTo>
                        <a:pt x="18288" y="21146"/>
                      </a:moveTo>
                      <a:cubicBezTo>
                        <a:pt x="23908" y="36004"/>
                        <a:pt x="20955" y="52673"/>
                        <a:pt x="17240" y="68199"/>
                      </a:cubicBezTo>
                      <a:cubicBezTo>
                        <a:pt x="12478" y="88201"/>
                        <a:pt x="6763" y="107918"/>
                        <a:pt x="0" y="127349"/>
                      </a:cubicBezTo>
                      <a:cubicBezTo>
                        <a:pt x="2096" y="122872"/>
                        <a:pt x="4191" y="118301"/>
                        <a:pt x="6287" y="113824"/>
                      </a:cubicBezTo>
                      <a:cubicBezTo>
                        <a:pt x="6763" y="112776"/>
                        <a:pt x="7334" y="111633"/>
                        <a:pt x="8382" y="110966"/>
                      </a:cubicBezTo>
                      <a:cubicBezTo>
                        <a:pt x="9335" y="110395"/>
                        <a:pt x="10478" y="110395"/>
                        <a:pt x="11621" y="110490"/>
                      </a:cubicBezTo>
                      <a:cubicBezTo>
                        <a:pt x="18002" y="111252"/>
                        <a:pt x="23336" y="115729"/>
                        <a:pt x="28956" y="118872"/>
                      </a:cubicBezTo>
                      <a:cubicBezTo>
                        <a:pt x="37910" y="123920"/>
                        <a:pt x="48673" y="125730"/>
                        <a:pt x="58770" y="124015"/>
                      </a:cubicBezTo>
                      <a:cubicBezTo>
                        <a:pt x="47149" y="119158"/>
                        <a:pt x="35624" y="114110"/>
                        <a:pt x="24194" y="109061"/>
                      </a:cubicBezTo>
                      <a:cubicBezTo>
                        <a:pt x="22384" y="108299"/>
                        <a:pt x="20574" y="107442"/>
                        <a:pt x="19336" y="105823"/>
                      </a:cubicBezTo>
                      <a:cubicBezTo>
                        <a:pt x="18002" y="104013"/>
                        <a:pt x="17812" y="101537"/>
                        <a:pt x="17812" y="99250"/>
                      </a:cubicBezTo>
                      <a:cubicBezTo>
                        <a:pt x="18193" y="79629"/>
                        <a:pt x="31433" y="61531"/>
                        <a:pt x="29813" y="42005"/>
                      </a:cubicBezTo>
                      <a:cubicBezTo>
                        <a:pt x="28290" y="23908"/>
                        <a:pt x="15145" y="12382"/>
                        <a:pt x="3524" y="0"/>
                      </a:cubicBezTo>
                      <a:cubicBezTo>
                        <a:pt x="9811" y="6001"/>
                        <a:pt x="15240" y="13049"/>
                        <a:pt x="18288" y="21146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33" name="Forme libre : forme 16932">
                  <a:extLst>
                    <a:ext uri="{FF2B5EF4-FFF2-40B4-BE49-F238E27FC236}">
                      <a16:creationId xmlns:a16="http://schemas.microsoft.com/office/drawing/2014/main" id="{7407D8BD-783B-4CBE-B898-7010DDF71450}"/>
                    </a:ext>
                  </a:extLst>
                </p:cNvPr>
                <p:cNvSpPr/>
                <p:nvPr/>
              </p:nvSpPr>
              <p:spPr>
                <a:xfrm>
                  <a:off x="7100605" y="4980432"/>
                  <a:ext cx="97250" cy="148971"/>
                </a:xfrm>
                <a:custGeom>
                  <a:avLst/>
                  <a:gdLst>
                    <a:gd name="connsiteX0" fmla="*/ 27623 w 97250"/>
                    <a:gd name="connsiteY0" fmla="*/ 42767 h 148971"/>
                    <a:gd name="connsiteX1" fmla="*/ 47054 w 97250"/>
                    <a:gd name="connsiteY1" fmla="*/ 0 h 148971"/>
                    <a:gd name="connsiteX2" fmla="*/ 37148 w 97250"/>
                    <a:gd name="connsiteY2" fmla="*/ 77057 h 148971"/>
                    <a:gd name="connsiteX3" fmla="*/ 57912 w 97250"/>
                    <a:gd name="connsiteY3" fmla="*/ 120301 h 148971"/>
                    <a:gd name="connsiteX4" fmla="*/ 97250 w 97250"/>
                    <a:gd name="connsiteY4" fmla="*/ 148971 h 148971"/>
                    <a:gd name="connsiteX5" fmla="*/ 45054 w 97250"/>
                    <a:gd name="connsiteY5" fmla="*/ 97250 h 148971"/>
                    <a:gd name="connsiteX6" fmla="*/ 32099 w 97250"/>
                    <a:gd name="connsiteY6" fmla="*/ 61436 h 148971"/>
                    <a:gd name="connsiteX7" fmla="*/ 0 w 97250"/>
                    <a:gd name="connsiteY7" fmla="*/ 62389 h 148971"/>
                    <a:gd name="connsiteX8" fmla="*/ 27623 w 97250"/>
                    <a:gd name="connsiteY8" fmla="*/ 42767 h 148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250" h="148971">
                      <a:moveTo>
                        <a:pt x="27623" y="42767"/>
                      </a:moveTo>
                      <a:cubicBezTo>
                        <a:pt x="37529" y="30480"/>
                        <a:pt x="42672" y="15144"/>
                        <a:pt x="47054" y="0"/>
                      </a:cubicBezTo>
                      <a:cubicBezTo>
                        <a:pt x="50102" y="25813"/>
                        <a:pt x="34957" y="51054"/>
                        <a:pt x="37148" y="77057"/>
                      </a:cubicBezTo>
                      <a:cubicBezTo>
                        <a:pt x="38481" y="93250"/>
                        <a:pt x="46768" y="108395"/>
                        <a:pt x="57912" y="120301"/>
                      </a:cubicBezTo>
                      <a:cubicBezTo>
                        <a:pt x="69056" y="132207"/>
                        <a:pt x="82963" y="141161"/>
                        <a:pt x="97250" y="148971"/>
                      </a:cubicBezTo>
                      <a:cubicBezTo>
                        <a:pt x="75629" y="136970"/>
                        <a:pt x="59531" y="117253"/>
                        <a:pt x="45054" y="97250"/>
                      </a:cubicBezTo>
                      <a:cubicBezTo>
                        <a:pt x="37338" y="86677"/>
                        <a:pt x="29623" y="74295"/>
                        <a:pt x="32099" y="61436"/>
                      </a:cubicBezTo>
                      <a:cubicBezTo>
                        <a:pt x="31623" y="63913"/>
                        <a:pt x="1810" y="64675"/>
                        <a:pt x="0" y="62389"/>
                      </a:cubicBezTo>
                      <a:cubicBezTo>
                        <a:pt x="8192" y="55150"/>
                        <a:pt x="19812" y="52483"/>
                        <a:pt x="27623" y="42767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34" name="Forme libre : forme 16933">
                  <a:extLst>
                    <a:ext uri="{FF2B5EF4-FFF2-40B4-BE49-F238E27FC236}">
                      <a16:creationId xmlns:a16="http://schemas.microsoft.com/office/drawing/2014/main" id="{5178A50F-8027-4195-8B88-D3128A809BCD}"/>
                    </a:ext>
                  </a:extLst>
                </p:cNvPr>
                <p:cNvSpPr/>
                <p:nvPr/>
              </p:nvSpPr>
              <p:spPr>
                <a:xfrm>
                  <a:off x="7157184" y="4698015"/>
                  <a:ext cx="86011" cy="55883"/>
                </a:xfrm>
                <a:custGeom>
                  <a:avLst/>
                  <a:gdLst>
                    <a:gd name="connsiteX0" fmla="*/ 18765 w 86011"/>
                    <a:gd name="connsiteY0" fmla="*/ 22003 h 55883"/>
                    <a:gd name="connsiteX1" fmla="*/ 18193 w 86011"/>
                    <a:gd name="connsiteY1" fmla="*/ 33242 h 55883"/>
                    <a:gd name="connsiteX2" fmla="*/ 0 w 86011"/>
                    <a:gd name="connsiteY2" fmla="*/ 47911 h 55883"/>
                    <a:gd name="connsiteX3" fmla="*/ 16859 w 86011"/>
                    <a:gd name="connsiteY3" fmla="*/ 46387 h 55883"/>
                    <a:gd name="connsiteX4" fmla="*/ 29813 w 86011"/>
                    <a:gd name="connsiteY4" fmla="*/ 49911 h 55883"/>
                    <a:gd name="connsiteX5" fmla="*/ 86011 w 86011"/>
                    <a:gd name="connsiteY5" fmla="*/ 54959 h 55883"/>
                    <a:gd name="connsiteX6" fmla="*/ 27432 w 86011"/>
                    <a:gd name="connsiteY6" fmla="*/ 46292 h 55883"/>
                    <a:gd name="connsiteX7" fmla="*/ 24860 w 86011"/>
                    <a:gd name="connsiteY7" fmla="*/ 45339 h 55883"/>
                    <a:gd name="connsiteX8" fmla="*/ 24575 w 86011"/>
                    <a:gd name="connsiteY8" fmla="*/ 40005 h 55883"/>
                    <a:gd name="connsiteX9" fmla="*/ 23527 w 86011"/>
                    <a:gd name="connsiteY9" fmla="*/ 3048 h 55883"/>
                    <a:gd name="connsiteX10" fmla="*/ 18765 w 86011"/>
                    <a:gd name="connsiteY10" fmla="*/ 22003 h 55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011" h="55883">
                      <a:moveTo>
                        <a:pt x="18765" y="22003"/>
                      </a:moveTo>
                      <a:cubicBezTo>
                        <a:pt x="19145" y="25813"/>
                        <a:pt x="19336" y="29718"/>
                        <a:pt x="18193" y="33242"/>
                      </a:cubicBezTo>
                      <a:cubicBezTo>
                        <a:pt x="15621" y="40862"/>
                        <a:pt x="7430" y="44767"/>
                        <a:pt x="0" y="47911"/>
                      </a:cubicBezTo>
                      <a:cubicBezTo>
                        <a:pt x="5429" y="46006"/>
                        <a:pt x="11239" y="45434"/>
                        <a:pt x="16859" y="46387"/>
                      </a:cubicBezTo>
                      <a:cubicBezTo>
                        <a:pt x="21241" y="47054"/>
                        <a:pt x="25527" y="48577"/>
                        <a:pt x="29813" y="49911"/>
                      </a:cubicBezTo>
                      <a:cubicBezTo>
                        <a:pt x="47911" y="55435"/>
                        <a:pt x="67151" y="57150"/>
                        <a:pt x="86011" y="54959"/>
                      </a:cubicBezTo>
                      <a:cubicBezTo>
                        <a:pt x="66390" y="52673"/>
                        <a:pt x="46863" y="49816"/>
                        <a:pt x="27432" y="46292"/>
                      </a:cubicBezTo>
                      <a:cubicBezTo>
                        <a:pt x="26480" y="46101"/>
                        <a:pt x="25527" y="45910"/>
                        <a:pt x="24860" y="45339"/>
                      </a:cubicBezTo>
                      <a:cubicBezTo>
                        <a:pt x="23527" y="44101"/>
                        <a:pt x="24003" y="41815"/>
                        <a:pt x="24575" y="40005"/>
                      </a:cubicBezTo>
                      <a:cubicBezTo>
                        <a:pt x="27051" y="31718"/>
                        <a:pt x="30289" y="10477"/>
                        <a:pt x="23527" y="3048"/>
                      </a:cubicBezTo>
                      <a:cubicBezTo>
                        <a:pt x="12859" y="-8573"/>
                        <a:pt x="18193" y="16383"/>
                        <a:pt x="18765" y="22003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35" name="Forme libre : forme 16934">
                  <a:extLst>
                    <a:ext uri="{FF2B5EF4-FFF2-40B4-BE49-F238E27FC236}">
                      <a16:creationId xmlns:a16="http://schemas.microsoft.com/office/drawing/2014/main" id="{6DD41B49-080A-488D-BBE1-88B60B6149FE}"/>
                    </a:ext>
                  </a:extLst>
                </p:cNvPr>
                <p:cNvSpPr/>
                <p:nvPr/>
              </p:nvSpPr>
              <p:spPr>
                <a:xfrm>
                  <a:off x="7202522" y="4840224"/>
                  <a:ext cx="150877" cy="123158"/>
                </a:xfrm>
                <a:custGeom>
                  <a:avLst/>
                  <a:gdLst>
                    <a:gd name="connsiteX0" fmla="*/ 49722 w 150877"/>
                    <a:gd name="connsiteY0" fmla="*/ 45625 h 123158"/>
                    <a:gd name="connsiteX1" fmla="*/ 92774 w 150877"/>
                    <a:gd name="connsiteY1" fmla="*/ 56769 h 123158"/>
                    <a:gd name="connsiteX2" fmla="*/ 111729 w 150877"/>
                    <a:gd name="connsiteY2" fmla="*/ 88201 h 123158"/>
                    <a:gd name="connsiteX3" fmla="*/ 146496 w 150877"/>
                    <a:gd name="connsiteY3" fmla="*/ 123158 h 123158"/>
                    <a:gd name="connsiteX4" fmla="*/ 112682 w 150877"/>
                    <a:gd name="connsiteY4" fmla="*/ 77343 h 123158"/>
                    <a:gd name="connsiteX5" fmla="*/ 110586 w 150877"/>
                    <a:gd name="connsiteY5" fmla="*/ 61627 h 123158"/>
                    <a:gd name="connsiteX6" fmla="*/ 117254 w 150877"/>
                    <a:gd name="connsiteY6" fmla="*/ 48482 h 123158"/>
                    <a:gd name="connsiteX7" fmla="*/ 150877 w 150877"/>
                    <a:gd name="connsiteY7" fmla="*/ 0 h 123158"/>
                    <a:gd name="connsiteX8" fmla="*/ 111158 w 150877"/>
                    <a:gd name="connsiteY8" fmla="*/ 38671 h 123158"/>
                    <a:gd name="connsiteX9" fmla="*/ 101728 w 150877"/>
                    <a:gd name="connsiteY9" fmla="*/ 43529 h 123158"/>
                    <a:gd name="connsiteX10" fmla="*/ 81535 w 150877"/>
                    <a:gd name="connsiteY10" fmla="*/ 39719 h 123158"/>
                    <a:gd name="connsiteX11" fmla="*/ 34863 w 150877"/>
                    <a:gd name="connsiteY11" fmla="*/ 38005 h 123158"/>
                    <a:gd name="connsiteX12" fmla="*/ 1 w 150877"/>
                    <a:gd name="connsiteY12" fmla="*/ 57626 h 123158"/>
                    <a:gd name="connsiteX13" fmla="*/ 49722 w 150877"/>
                    <a:gd name="connsiteY13" fmla="*/ 45625 h 123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50877" h="123158">
                      <a:moveTo>
                        <a:pt x="49722" y="45625"/>
                      </a:moveTo>
                      <a:cubicBezTo>
                        <a:pt x="64962" y="45149"/>
                        <a:pt x="81440" y="46577"/>
                        <a:pt x="92774" y="56769"/>
                      </a:cubicBezTo>
                      <a:cubicBezTo>
                        <a:pt x="101919" y="64960"/>
                        <a:pt x="105824" y="77343"/>
                        <a:pt x="111729" y="88201"/>
                      </a:cubicBezTo>
                      <a:cubicBezTo>
                        <a:pt x="119730" y="102775"/>
                        <a:pt x="131922" y="115062"/>
                        <a:pt x="146496" y="123158"/>
                      </a:cubicBezTo>
                      <a:cubicBezTo>
                        <a:pt x="130970" y="111728"/>
                        <a:pt x="119064" y="95536"/>
                        <a:pt x="112682" y="77343"/>
                      </a:cubicBezTo>
                      <a:cubicBezTo>
                        <a:pt x="110872" y="72295"/>
                        <a:pt x="109539" y="66865"/>
                        <a:pt x="110586" y="61627"/>
                      </a:cubicBezTo>
                      <a:cubicBezTo>
                        <a:pt x="111539" y="56769"/>
                        <a:pt x="114396" y="52578"/>
                        <a:pt x="117254" y="48482"/>
                      </a:cubicBezTo>
                      <a:cubicBezTo>
                        <a:pt x="128493" y="32290"/>
                        <a:pt x="139638" y="16192"/>
                        <a:pt x="150877" y="0"/>
                      </a:cubicBezTo>
                      <a:cubicBezTo>
                        <a:pt x="139828" y="14859"/>
                        <a:pt x="126303" y="28004"/>
                        <a:pt x="111158" y="38671"/>
                      </a:cubicBezTo>
                      <a:cubicBezTo>
                        <a:pt x="108300" y="40672"/>
                        <a:pt x="105252" y="42672"/>
                        <a:pt x="101728" y="43529"/>
                      </a:cubicBezTo>
                      <a:cubicBezTo>
                        <a:pt x="94966" y="45149"/>
                        <a:pt x="88107" y="41910"/>
                        <a:pt x="81535" y="39719"/>
                      </a:cubicBezTo>
                      <a:cubicBezTo>
                        <a:pt x="66485" y="34576"/>
                        <a:pt x="50293" y="34480"/>
                        <a:pt x="34863" y="38005"/>
                      </a:cubicBezTo>
                      <a:cubicBezTo>
                        <a:pt x="25909" y="40100"/>
                        <a:pt x="-190" y="46482"/>
                        <a:pt x="1" y="57626"/>
                      </a:cubicBezTo>
                      <a:cubicBezTo>
                        <a:pt x="15622" y="49530"/>
                        <a:pt x="32196" y="46196"/>
                        <a:pt x="49722" y="45625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36" name="Forme libre : forme 16935">
                  <a:extLst>
                    <a:ext uri="{FF2B5EF4-FFF2-40B4-BE49-F238E27FC236}">
                      <a16:creationId xmlns:a16="http://schemas.microsoft.com/office/drawing/2014/main" id="{B05D6079-EADE-4857-8387-0A2EFDA67F02}"/>
                    </a:ext>
                  </a:extLst>
                </p:cNvPr>
                <p:cNvSpPr/>
                <p:nvPr/>
              </p:nvSpPr>
              <p:spPr>
                <a:xfrm>
                  <a:off x="7310822" y="4546377"/>
                  <a:ext cx="177355" cy="220884"/>
                </a:xfrm>
                <a:custGeom>
                  <a:avLst/>
                  <a:gdLst>
                    <a:gd name="connsiteX0" fmla="*/ 65056 w 177355"/>
                    <a:gd name="connsiteY0" fmla="*/ 25622 h 220884"/>
                    <a:gd name="connsiteX1" fmla="*/ 72485 w 177355"/>
                    <a:gd name="connsiteY1" fmla="*/ 119348 h 220884"/>
                    <a:gd name="connsiteX2" fmla="*/ 0 w 177355"/>
                    <a:gd name="connsiteY2" fmla="*/ 179165 h 220884"/>
                    <a:gd name="connsiteX3" fmla="*/ 36290 w 177355"/>
                    <a:gd name="connsiteY3" fmla="*/ 180689 h 220884"/>
                    <a:gd name="connsiteX4" fmla="*/ 58960 w 177355"/>
                    <a:gd name="connsiteY4" fmla="*/ 220885 h 220884"/>
                    <a:gd name="connsiteX5" fmla="*/ 49816 w 177355"/>
                    <a:gd name="connsiteY5" fmla="*/ 187071 h 220884"/>
                    <a:gd name="connsiteX6" fmla="*/ 47911 w 177355"/>
                    <a:gd name="connsiteY6" fmla="*/ 172784 h 220884"/>
                    <a:gd name="connsiteX7" fmla="*/ 54102 w 177355"/>
                    <a:gd name="connsiteY7" fmla="*/ 159068 h 220884"/>
                    <a:gd name="connsiteX8" fmla="*/ 94965 w 177355"/>
                    <a:gd name="connsiteY8" fmla="*/ 124682 h 220884"/>
                    <a:gd name="connsiteX9" fmla="*/ 177355 w 177355"/>
                    <a:gd name="connsiteY9" fmla="*/ 135541 h 220884"/>
                    <a:gd name="connsiteX10" fmla="*/ 129064 w 177355"/>
                    <a:gd name="connsiteY10" fmla="*/ 123158 h 220884"/>
                    <a:gd name="connsiteX11" fmla="*/ 102965 w 177355"/>
                    <a:gd name="connsiteY11" fmla="*/ 117538 h 220884"/>
                    <a:gd name="connsiteX12" fmla="*/ 88392 w 177355"/>
                    <a:gd name="connsiteY12" fmla="*/ 93154 h 220884"/>
                    <a:gd name="connsiteX13" fmla="*/ 85916 w 177355"/>
                    <a:gd name="connsiteY13" fmla="*/ 64103 h 220884"/>
                    <a:gd name="connsiteX14" fmla="*/ 51245 w 177355"/>
                    <a:gd name="connsiteY14" fmla="*/ 0 h 220884"/>
                    <a:gd name="connsiteX15" fmla="*/ 65056 w 177355"/>
                    <a:gd name="connsiteY15" fmla="*/ 25622 h 220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7355" h="220884">
                      <a:moveTo>
                        <a:pt x="65056" y="25622"/>
                      </a:moveTo>
                      <a:cubicBezTo>
                        <a:pt x="82296" y="53245"/>
                        <a:pt x="85249" y="89345"/>
                        <a:pt x="72485" y="119348"/>
                      </a:cubicBezTo>
                      <a:cubicBezTo>
                        <a:pt x="59817" y="149352"/>
                        <a:pt x="31814" y="172403"/>
                        <a:pt x="0" y="179165"/>
                      </a:cubicBezTo>
                      <a:cubicBezTo>
                        <a:pt x="11049" y="172879"/>
                        <a:pt x="25718" y="173546"/>
                        <a:pt x="36290" y="180689"/>
                      </a:cubicBezTo>
                      <a:cubicBezTo>
                        <a:pt x="49244" y="189547"/>
                        <a:pt x="54483" y="205835"/>
                        <a:pt x="58960" y="220885"/>
                      </a:cubicBezTo>
                      <a:cubicBezTo>
                        <a:pt x="55912" y="209645"/>
                        <a:pt x="52864" y="198311"/>
                        <a:pt x="49816" y="187071"/>
                      </a:cubicBezTo>
                      <a:cubicBezTo>
                        <a:pt x="48578" y="182404"/>
                        <a:pt x="47244" y="177546"/>
                        <a:pt x="47911" y="172784"/>
                      </a:cubicBezTo>
                      <a:cubicBezTo>
                        <a:pt x="48578" y="167735"/>
                        <a:pt x="51245" y="163259"/>
                        <a:pt x="54102" y="159068"/>
                      </a:cubicBezTo>
                      <a:cubicBezTo>
                        <a:pt x="64294" y="144113"/>
                        <a:pt x="77914" y="130683"/>
                        <a:pt x="94965" y="124682"/>
                      </a:cubicBezTo>
                      <a:cubicBezTo>
                        <a:pt x="121730" y="115348"/>
                        <a:pt x="150972" y="125444"/>
                        <a:pt x="177355" y="135541"/>
                      </a:cubicBezTo>
                      <a:cubicBezTo>
                        <a:pt x="162020" y="128778"/>
                        <a:pt x="145638" y="124587"/>
                        <a:pt x="129064" y="123158"/>
                      </a:cubicBezTo>
                      <a:cubicBezTo>
                        <a:pt x="120110" y="122396"/>
                        <a:pt x="110585" y="122206"/>
                        <a:pt x="102965" y="117538"/>
                      </a:cubicBezTo>
                      <a:cubicBezTo>
                        <a:pt x="94679" y="112395"/>
                        <a:pt x="90202" y="102775"/>
                        <a:pt x="88392" y="93154"/>
                      </a:cubicBezTo>
                      <a:cubicBezTo>
                        <a:pt x="86583" y="83629"/>
                        <a:pt x="86963" y="73723"/>
                        <a:pt x="85916" y="64103"/>
                      </a:cubicBezTo>
                      <a:cubicBezTo>
                        <a:pt x="83439" y="41815"/>
                        <a:pt x="71342" y="11906"/>
                        <a:pt x="51245" y="0"/>
                      </a:cubicBezTo>
                      <a:cubicBezTo>
                        <a:pt x="49339" y="7811"/>
                        <a:pt x="60865" y="18955"/>
                        <a:pt x="65056" y="25622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37" name="Forme libre : forme 16936">
                  <a:extLst>
                    <a:ext uri="{FF2B5EF4-FFF2-40B4-BE49-F238E27FC236}">
                      <a16:creationId xmlns:a16="http://schemas.microsoft.com/office/drawing/2014/main" id="{141DDA77-E8A7-4EB0-B878-3A52A83D9C88}"/>
                    </a:ext>
                  </a:extLst>
                </p:cNvPr>
                <p:cNvSpPr/>
                <p:nvPr/>
              </p:nvSpPr>
              <p:spPr>
                <a:xfrm>
                  <a:off x="7438171" y="4760404"/>
                  <a:ext cx="97726" cy="142303"/>
                </a:xfrm>
                <a:custGeom>
                  <a:avLst/>
                  <a:gdLst>
                    <a:gd name="connsiteX0" fmla="*/ 84963 w 97726"/>
                    <a:gd name="connsiteY0" fmla="*/ 37433 h 142303"/>
                    <a:gd name="connsiteX1" fmla="*/ 50388 w 97726"/>
                    <a:gd name="connsiteY1" fmla="*/ 74104 h 142303"/>
                    <a:gd name="connsiteX2" fmla="*/ 0 w 97726"/>
                    <a:gd name="connsiteY2" fmla="*/ 72771 h 142303"/>
                    <a:gd name="connsiteX3" fmla="*/ 26004 w 97726"/>
                    <a:gd name="connsiteY3" fmla="*/ 102489 h 142303"/>
                    <a:gd name="connsiteX4" fmla="*/ 5905 w 97726"/>
                    <a:gd name="connsiteY4" fmla="*/ 142303 h 142303"/>
                    <a:gd name="connsiteX5" fmla="*/ 33052 w 97726"/>
                    <a:gd name="connsiteY5" fmla="*/ 100489 h 142303"/>
                    <a:gd name="connsiteX6" fmla="*/ 35433 w 97726"/>
                    <a:gd name="connsiteY6" fmla="*/ 94488 h 142303"/>
                    <a:gd name="connsiteX7" fmla="*/ 46482 w 97726"/>
                    <a:gd name="connsiteY7" fmla="*/ 87154 h 142303"/>
                    <a:gd name="connsiteX8" fmla="*/ 80677 w 97726"/>
                    <a:gd name="connsiteY8" fmla="*/ 67342 h 142303"/>
                    <a:gd name="connsiteX9" fmla="*/ 97727 w 97726"/>
                    <a:gd name="connsiteY9" fmla="*/ 32766 h 142303"/>
                    <a:gd name="connsiteX10" fmla="*/ 88392 w 97726"/>
                    <a:gd name="connsiteY10" fmla="*/ 0 h 142303"/>
                    <a:gd name="connsiteX11" fmla="*/ 84963 w 97726"/>
                    <a:gd name="connsiteY11" fmla="*/ 37433 h 142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7726" h="142303">
                      <a:moveTo>
                        <a:pt x="84963" y="37433"/>
                      </a:moveTo>
                      <a:cubicBezTo>
                        <a:pt x="79343" y="53816"/>
                        <a:pt x="66390" y="67532"/>
                        <a:pt x="50388" y="74104"/>
                      </a:cubicBezTo>
                      <a:cubicBezTo>
                        <a:pt x="34385" y="80677"/>
                        <a:pt x="15621" y="80201"/>
                        <a:pt x="0" y="72771"/>
                      </a:cubicBezTo>
                      <a:cubicBezTo>
                        <a:pt x="14954" y="70580"/>
                        <a:pt x="27051" y="87439"/>
                        <a:pt x="26004" y="102489"/>
                      </a:cubicBezTo>
                      <a:cubicBezTo>
                        <a:pt x="24955" y="117538"/>
                        <a:pt x="15240" y="130397"/>
                        <a:pt x="5905" y="142303"/>
                      </a:cubicBezTo>
                      <a:cubicBezTo>
                        <a:pt x="18479" y="131159"/>
                        <a:pt x="28004" y="116586"/>
                        <a:pt x="33052" y="100489"/>
                      </a:cubicBezTo>
                      <a:cubicBezTo>
                        <a:pt x="33719" y="98393"/>
                        <a:pt x="34290" y="96298"/>
                        <a:pt x="35433" y="94488"/>
                      </a:cubicBezTo>
                      <a:cubicBezTo>
                        <a:pt x="37815" y="90678"/>
                        <a:pt x="42291" y="88868"/>
                        <a:pt x="46482" y="87154"/>
                      </a:cubicBezTo>
                      <a:cubicBezTo>
                        <a:pt x="58674" y="82105"/>
                        <a:pt x="70866" y="76295"/>
                        <a:pt x="80677" y="67342"/>
                      </a:cubicBezTo>
                      <a:cubicBezTo>
                        <a:pt x="90488" y="58388"/>
                        <a:pt x="97727" y="46006"/>
                        <a:pt x="97727" y="32766"/>
                      </a:cubicBezTo>
                      <a:cubicBezTo>
                        <a:pt x="97727" y="23241"/>
                        <a:pt x="94488" y="7048"/>
                        <a:pt x="88392" y="0"/>
                      </a:cubicBezTo>
                      <a:cubicBezTo>
                        <a:pt x="87249" y="12668"/>
                        <a:pt x="89345" y="24860"/>
                        <a:pt x="84963" y="37433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38" name="Forme libre : forme 16937">
                  <a:extLst>
                    <a:ext uri="{FF2B5EF4-FFF2-40B4-BE49-F238E27FC236}">
                      <a16:creationId xmlns:a16="http://schemas.microsoft.com/office/drawing/2014/main" id="{449B061A-0951-4135-AB06-12A708867242}"/>
                    </a:ext>
                  </a:extLst>
                </p:cNvPr>
                <p:cNvSpPr/>
                <p:nvPr/>
              </p:nvSpPr>
              <p:spPr>
                <a:xfrm>
                  <a:off x="7625433" y="4638008"/>
                  <a:ext cx="101345" cy="95648"/>
                </a:xfrm>
                <a:custGeom>
                  <a:avLst/>
                  <a:gdLst>
                    <a:gd name="connsiteX0" fmla="*/ 22098 w 101345"/>
                    <a:gd name="connsiteY0" fmla="*/ 76486 h 95648"/>
                    <a:gd name="connsiteX1" fmla="*/ 34290 w 101345"/>
                    <a:gd name="connsiteY1" fmla="*/ 31813 h 95648"/>
                    <a:gd name="connsiteX2" fmla="*/ 57055 w 101345"/>
                    <a:gd name="connsiteY2" fmla="*/ 36195 h 95648"/>
                    <a:gd name="connsiteX3" fmla="*/ 77724 w 101345"/>
                    <a:gd name="connsiteY3" fmla="*/ 23908 h 95648"/>
                    <a:gd name="connsiteX4" fmla="*/ 101346 w 101345"/>
                    <a:gd name="connsiteY4" fmla="*/ 0 h 95648"/>
                    <a:gd name="connsiteX5" fmla="*/ 51339 w 101345"/>
                    <a:gd name="connsiteY5" fmla="*/ 54483 h 95648"/>
                    <a:gd name="connsiteX6" fmla="*/ 43910 w 101345"/>
                    <a:gd name="connsiteY6" fmla="*/ 59055 h 95648"/>
                    <a:gd name="connsiteX7" fmla="*/ 41053 w 101345"/>
                    <a:gd name="connsiteY7" fmla="*/ 64961 h 95648"/>
                    <a:gd name="connsiteX8" fmla="*/ 0 w 101345"/>
                    <a:gd name="connsiteY8" fmla="*/ 94393 h 95648"/>
                    <a:gd name="connsiteX9" fmla="*/ 22098 w 101345"/>
                    <a:gd name="connsiteY9" fmla="*/ 76486 h 95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1345" h="95648">
                      <a:moveTo>
                        <a:pt x="22098" y="76486"/>
                      </a:moveTo>
                      <a:cubicBezTo>
                        <a:pt x="30766" y="63437"/>
                        <a:pt x="33433" y="47435"/>
                        <a:pt x="34290" y="31813"/>
                      </a:cubicBezTo>
                      <a:cubicBezTo>
                        <a:pt x="40195" y="37338"/>
                        <a:pt x="49244" y="38291"/>
                        <a:pt x="57055" y="36195"/>
                      </a:cubicBezTo>
                      <a:cubicBezTo>
                        <a:pt x="64865" y="34004"/>
                        <a:pt x="71533" y="29146"/>
                        <a:pt x="77724" y="23908"/>
                      </a:cubicBezTo>
                      <a:cubicBezTo>
                        <a:pt x="86296" y="16669"/>
                        <a:pt x="94202" y="8668"/>
                        <a:pt x="101346" y="0"/>
                      </a:cubicBezTo>
                      <a:cubicBezTo>
                        <a:pt x="93250" y="24098"/>
                        <a:pt x="74676" y="44387"/>
                        <a:pt x="51339" y="54483"/>
                      </a:cubicBezTo>
                      <a:cubicBezTo>
                        <a:pt x="48673" y="55626"/>
                        <a:pt x="45720" y="56769"/>
                        <a:pt x="43910" y="59055"/>
                      </a:cubicBezTo>
                      <a:cubicBezTo>
                        <a:pt x="42481" y="60770"/>
                        <a:pt x="41814" y="62865"/>
                        <a:pt x="41053" y="64961"/>
                      </a:cubicBezTo>
                      <a:cubicBezTo>
                        <a:pt x="35719" y="79058"/>
                        <a:pt x="17430" y="101155"/>
                        <a:pt x="0" y="94393"/>
                      </a:cubicBezTo>
                      <a:cubicBezTo>
                        <a:pt x="8858" y="90392"/>
                        <a:pt x="16669" y="84677"/>
                        <a:pt x="22098" y="76486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39" name="Forme libre : forme 16938">
                  <a:extLst>
                    <a:ext uri="{FF2B5EF4-FFF2-40B4-BE49-F238E27FC236}">
                      <a16:creationId xmlns:a16="http://schemas.microsoft.com/office/drawing/2014/main" id="{34F18541-B140-4869-91D9-98142674175E}"/>
                    </a:ext>
                  </a:extLst>
                </p:cNvPr>
                <p:cNvSpPr/>
                <p:nvPr/>
              </p:nvSpPr>
              <p:spPr>
                <a:xfrm>
                  <a:off x="7498846" y="4383024"/>
                  <a:ext cx="192405" cy="194024"/>
                </a:xfrm>
                <a:custGeom>
                  <a:avLst/>
                  <a:gdLst>
                    <a:gd name="connsiteX0" fmla="*/ 29242 w 192405"/>
                    <a:gd name="connsiteY0" fmla="*/ 34004 h 194024"/>
                    <a:gd name="connsiteX1" fmla="*/ 0 w 192405"/>
                    <a:gd name="connsiteY1" fmla="*/ 77629 h 194024"/>
                    <a:gd name="connsiteX2" fmla="*/ 27337 w 192405"/>
                    <a:gd name="connsiteY2" fmla="*/ 63913 h 194024"/>
                    <a:gd name="connsiteX3" fmla="*/ 66485 w 192405"/>
                    <a:gd name="connsiteY3" fmla="*/ 48768 h 194024"/>
                    <a:gd name="connsiteX4" fmla="*/ 106585 w 192405"/>
                    <a:gd name="connsiteY4" fmla="*/ 56769 h 194024"/>
                    <a:gd name="connsiteX5" fmla="*/ 130397 w 192405"/>
                    <a:gd name="connsiteY5" fmla="*/ 96679 h 194024"/>
                    <a:gd name="connsiteX6" fmla="*/ 137541 w 192405"/>
                    <a:gd name="connsiteY6" fmla="*/ 114776 h 194024"/>
                    <a:gd name="connsiteX7" fmla="*/ 134303 w 192405"/>
                    <a:gd name="connsiteY7" fmla="*/ 139255 h 194024"/>
                    <a:gd name="connsiteX8" fmla="*/ 140684 w 192405"/>
                    <a:gd name="connsiteY8" fmla="*/ 194024 h 194024"/>
                    <a:gd name="connsiteX9" fmla="*/ 138589 w 192405"/>
                    <a:gd name="connsiteY9" fmla="*/ 139351 h 194024"/>
                    <a:gd name="connsiteX10" fmla="*/ 142113 w 192405"/>
                    <a:gd name="connsiteY10" fmla="*/ 123063 h 194024"/>
                    <a:gd name="connsiteX11" fmla="*/ 151638 w 192405"/>
                    <a:gd name="connsiteY11" fmla="*/ 115348 h 194024"/>
                    <a:gd name="connsiteX12" fmla="*/ 192405 w 192405"/>
                    <a:gd name="connsiteY12" fmla="*/ 98488 h 194024"/>
                    <a:gd name="connsiteX13" fmla="*/ 142590 w 192405"/>
                    <a:gd name="connsiteY13" fmla="*/ 95060 h 194024"/>
                    <a:gd name="connsiteX14" fmla="*/ 108776 w 192405"/>
                    <a:gd name="connsiteY14" fmla="*/ 39529 h 194024"/>
                    <a:gd name="connsiteX15" fmla="*/ 73343 w 192405"/>
                    <a:gd name="connsiteY15" fmla="*/ 36671 h 194024"/>
                    <a:gd name="connsiteX16" fmla="*/ 55150 w 192405"/>
                    <a:gd name="connsiteY16" fmla="*/ 39719 h 194024"/>
                    <a:gd name="connsiteX17" fmla="*/ 47625 w 192405"/>
                    <a:gd name="connsiteY17" fmla="*/ 39148 h 194024"/>
                    <a:gd name="connsiteX18" fmla="*/ 44101 w 192405"/>
                    <a:gd name="connsiteY18" fmla="*/ 34480 h 194024"/>
                    <a:gd name="connsiteX19" fmla="*/ 26765 w 192405"/>
                    <a:gd name="connsiteY19" fmla="*/ 0 h 194024"/>
                    <a:gd name="connsiteX20" fmla="*/ 29242 w 192405"/>
                    <a:gd name="connsiteY20" fmla="*/ 34004 h 194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2405" h="194024">
                      <a:moveTo>
                        <a:pt x="29242" y="34004"/>
                      </a:moveTo>
                      <a:cubicBezTo>
                        <a:pt x="25908" y="51721"/>
                        <a:pt x="15145" y="67913"/>
                        <a:pt x="0" y="77629"/>
                      </a:cubicBezTo>
                      <a:cubicBezTo>
                        <a:pt x="9144" y="73057"/>
                        <a:pt x="18193" y="68485"/>
                        <a:pt x="27337" y="63913"/>
                      </a:cubicBezTo>
                      <a:cubicBezTo>
                        <a:pt x="39910" y="57626"/>
                        <a:pt x="52674" y="51245"/>
                        <a:pt x="66485" y="48768"/>
                      </a:cubicBezTo>
                      <a:cubicBezTo>
                        <a:pt x="80296" y="46196"/>
                        <a:pt x="95536" y="48006"/>
                        <a:pt x="106585" y="56769"/>
                      </a:cubicBezTo>
                      <a:cubicBezTo>
                        <a:pt x="118872" y="66485"/>
                        <a:pt x="123540" y="82582"/>
                        <a:pt x="130397" y="96679"/>
                      </a:cubicBezTo>
                      <a:cubicBezTo>
                        <a:pt x="133255" y="102584"/>
                        <a:pt x="136589" y="108299"/>
                        <a:pt x="137541" y="114776"/>
                      </a:cubicBezTo>
                      <a:cubicBezTo>
                        <a:pt x="138779" y="122968"/>
                        <a:pt x="135922" y="131159"/>
                        <a:pt x="134303" y="139255"/>
                      </a:cubicBezTo>
                      <a:cubicBezTo>
                        <a:pt x="130588" y="157544"/>
                        <a:pt x="132874" y="177070"/>
                        <a:pt x="140684" y="194024"/>
                      </a:cubicBezTo>
                      <a:cubicBezTo>
                        <a:pt x="139065" y="175831"/>
                        <a:pt x="138399" y="157639"/>
                        <a:pt x="138589" y="139351"/>
                      </a:cubicBezTo>
                      <a:cubicBezTo>
                        <a:pt x="138684" y="133731"/>
                        <a:pt x="138970" y="127730"/>
                        <a:pt x="142113" y="123063"/>
                      </a:cubicBezTo>
                      <a:cubicBezTo>
                        <a:pt x="144495" y="119634"/>
                        <a:pt x="148114" y="117348"/>
                        <a:pt x="151638" y="115348"/>
                      </a:cubicBezTo>
                      <a:cubicBezTo>
                        <a:pt x="164402" y="108013"/>
                        <a:pt x="178118" y="102394"/>
                        <a:pt x="192405" y="98488"/>
                      </a:cubicBezTo>
                      <a:cubicBezTo>
                        <a:pt x="175736" y="95917"/>
                        <a:pt x="156972" y="103918"/>
                        <a:pt x="142590" y="95060"/>
                      </a:cubicBezTo>
                      <a:cubicBezTo>
                        <a:pt x="123825" y="83344"/>
                        <a:pt x="127254" y="51625"/>
                        <a:pt x="108776" y="39529"/>
                      </a:cubicBezTo>
                      <a:cubicBezTo>
                        <a:pt x="98584" y="32861"/>
                        <a:pt x="85249" y="34671"/>
                        <a:pt x="73343" y="36671"/>
                      </a:cubicBezTo>
                      <a:cubicBezTo>
                        <a:pt x="67246" y="37719"/>
                        <a:pt x="61246" y="38767"/>
                        <a:pt x="55150" y="39719"/>
                      </a:cubicBezTo>
                      <a:cubicBezTo>
                        <a:pt x="52578" y="40196"/>
                        <a:pt x="49816" y="40577"/>
                        <a:pt x="47625" y="39148"/>
                      </a:cubicBezTo>
                      <a:cubicBezTo>
                        <a:pt x="45911" y="38100"/>
                        <a:pt x="44958" y="36290"/>
                        <a:pt x="44101" y="34480"/>
                      </a:cubicBezTo>
                      <a:cubicBezTo>
                        <a:pt x="38386" y="23050"/>
                        <a:pt x="32671" y="11144"/>
                        <a:pt x="26765" y="0"/>
                      </a:cubicBezTo>
                      <a:cubicBezTo>
                        <a:pt x="30289" y="10954"/>
                        <a:pt x="31338" y="22670"/>
                        <a:pt x="29242" y="34004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40" name="Forme libre : forme 16939">
                  <a:extLst>
                    <a:ext uri="{FF2B5EF4-FFF2-40B4-BE49-F238E27FC236}">
                      <a16:creationId xmlns:a16="http://schemas.microsoft.com/office/drawing/2014/main" id="{1667A170-EC0C-466C-AE63-0DA44AE9A046}"/>
                    </a:ext>
                  </a:extLst>
                </p:cNvPr>
                <p:cNvSpPr/>
                <p:nvPr/>
              </p:nvSpPr>
              <p:spPr>
                <a:xfrm>
                  <a:off x="7691727" y="4172521"/>
                  <a:ext cx="102965" cy="222123"/>
                </a:xfrm>
                <a:custGeom>
                  <a:avLst/>
                  <a:gdLst>
                    <a:gd name="connsiteX0" fmla="*/ 59436 w 102965"/>
                    <a:gd name="connsiteY0" fmla="*/ 99822 h 222123"/>
                    <a:gd name="connsiteX1" fmla="*/ 0 w 102965"/>
                    <a:gd name="connsiteY1" fmla="*/ 201168 h 222123"/>
                    <a:gd name="connsiteX2" fmla="*/ 26289 w 102965"/>
                    <a:gd name="connsiteY2" fmla="*/ 200025 h 222123"/>
                    <a:gd name="connsiteX3" fmla="*/ 43529 w 102965"/>
                    <a:gd name="connsiteY3" fmla="*/ 222123 h 222123"/>
                    <a:gd name="connsiteX4" fmla="*/ 34195 w 102965"/>
                    <a:gd name="connsiteY4" fmla="*/ 180594 h 222123"/>
                    <a:gd name="connsiteX5" fmla="*/ 59246 w 102965"/>
                    <a:gd name="connsiteY5" fmla="*/ 140779 h 222123"/>
                    <a:gd name="connsiteX6" fmla="*/ 79915 w 102965"/>
                    <a:gd name="connsiteY6" fmla="*/ 64008 h 222123"/>
                    <a:gd name="connsiteX7" fmla="*/ 102965 w 102965"/>
                    <a:gd name="connsiteY7" fmla="*/ 35909 h 222123"/>
                    <a:gd name="connsiteX8" fmla="*/ 87821 w 102965"/>
                    <a:gd name="connsiteY8" fmla="*/ 50292 h 222123"/>
                    <a:gd name="connsiteX9" fmla="*/ 69628 w 102965"/>
                    <a:gd name="connsiteY9" fmla="*/ 58864 h 222123"/>
                    <a:gd name="connsiteX10" fmla="*/ 54197 w 102965"/>
                    <a:gd name="connsiteY10" fmla="*/ 41434 h 222123"/>
                    <a:gd name="connsiteX11" fmla="*/ 5144 w 102965"/>
                    <a:gd name="connsiteY11" fmla="*/ 0 h 222123"/>
                    <a:gd name="connsiteX12" fmla="*/ 59436 w 102965"/>
                    <a:gd name="connsiteY12" fmla="*/ 99822 h 222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2965" h="222123">
                      <a:moveTo>
                        <a:pt x="59436" y="99822"/>
                      </a:moveTo>
                      <a:cubicBezTo>
                        <a:pt x="58674" y="140684"/>
                        <a:pt x="35052" y="180118"/>
                        <a:pt x="0" y="201168"/>
                      </a:cubicBezTo>
                      <a:cubicBezTo>
                        <a:pt x="6668" y="194405"/>
                        <a:pt x="18288" y="194881"/>
                        <a:pt x="26289" y="200025"/>
                      </a:cubicBezTo>
                      <a:cubicBezTo>
                        <a:pt x="34290" y="205169"/>
                        <a:pt x="39434" y="213646"/>
                        <a:pt x="43529" y="222123"/>
                      </a:cubicBezTo>
                      <a:cubicBezTo>
                        <a:pt x="29337" y="215360"/>
                        <a:pt x="27813" y="194977"/>
                        <a:pt x="34195" y="180594"/>
                      </a:cubicBezTo>
                      <a:cubicBezTo>
                        <a:pt x="40577" y="166211"/>
                        <a:pt x="52388" y="154877"/>
                        <a:pt x="59246" y="140779"/>
                      </a:cubicBezTo>
                      <a:cubicBezTo>
                        <a:pt x="70866" y="116872"/>
                        <a:pt x="67342" y="87439"/>
                        <a:pt x="79915" y="64008"/>
                      </a:cubicBezTo>
                      <a:cubicBezTo>
                        <a:pt x="85630" y="53245"/>
                        <a:pt x="94393" y="44482"/>
                        <a:pt x="102965" y="35909"/>
                      </a:cubicBezTo>
                      <a:cubicBezTo>
                        <a:pt x="96584" y="38862"/>
                        <a:pt x="92488" y="45053"/>
                        <a:pt x="87821" y="50292"/>
                      </a:cubicBezTo>
                      <a:cubicBezTo>
                        <a:pt x="83154" y="55531"/>
                        <a:pt x="76486" y="60293"/>
                        <a:pt x="69628" y="58864"/>
                      </a:cubicBezTo>
                      <a:cubicBezTo>
                        <a:pt x="61722" y="57150"/>
                        <a:pt x="57912" y="48578"/>
                        <a:pt x="54197" y="41434"/>
                      </a:cubicBezTo>
                      <a:cubicBezTo>
                        <a:pt x="44101" y="22003"/>
                        <a:pt x="26004" y="6668"/>
                        <a:pt x="5144" y="0"/>
                      </a:cubicBezTo>
                      <a:cubicBezTo>
                        <a:pt x="38481" y="22384"/>
                        <a:pt x="60293" y="58960"/>
                        <a:pt x="59436" y="99822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41" name="Forme libre : forme 16940">
                  <a:extLst>
                    <a:ext uri="{FF2B5EF4-FFF2-40B4-BE49-F238E27FC236}">
                      <a16:creationId xmlns:a16="http://schemas.microsoft.com/office/drawing/2014/main" id="{ACF4E43C-6C87-4F43-9901-2904C3A99E8F}"/>
                    </a:ext>
                  </a:extLst>
                </p:cNvPr>
                <p:cNvSpPr/>
                <p:nvPr/>
              </p:nvSpPr>
              <p:spPr>
                <a:xfrm>
                  <a:off x="7821363" y="4372641"/>
                  <a:ext cx="117062" cy="108007"/>
                </a:xfrm>
                <a:custGeom>
                  <a:avLst/>
                  <a:gdLst>
                    <a:gd name="connsiteX0" fmla="*/ 71342 w 117062"/>
                    <a:gd name="connsiteY0" fmla="*/ 0 h 108007"/>
                    <a:gd name="connsiteX1" fmla="*/ 60960 w 117062"/>
                    <a:gd name="connsiteY1" fmla="*/ 54959 h 108007"/>
                    <a:gd name="connsiteX2" fmla="*/ 89249 w 117062"/>
                    <a:gd name="connsiteY2" fmla="*/ 100203 h 108007"/>
                    <a:gd name="connsiteX3" fmla="*/ 117062 w 117062"/>
                    <a:gd name="connsiteY3" fmla="*/ 103632 h 108007"/>
                    <a:gd name="connsiteX4" fmla="*/ 69342 w 117062"/>
                    <a:gd name="connsiteY4" fmla="*/ 97060 h 108007"/>
                    <a:gd name="connsiteX5" fmla="*/ 50863 w 117062"/>
                    <a:gd name="connsiteY5" fmla="*/ 51149 h 108007"/>
                    <a:gd name="connsiteX6" fmla="*/ 0 w 117062"/>
                    <a:gd name="connsiteY6" fmla="*/ 72580 h 108007"/>
                    <a:gd name="connsiteX7" fmla="*/ 71342 w 117062"/>
                    <a:gd name="connsiteY7" fmla="*/ 0 h 108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7062" h="108007">
                      <a:moveTo>
                        <a:pt x="71342" y="0"/>
                      </a:moveTo>
                      <a:cubicBezTo>
                        <a:pt x="65627" y="17812"/>
                        <a:pt x="59817" y="36195"/>
                        <a:pt x="60960" y="54959"/>
                      </a:cubicBezTo>
                      <a:cubicBezTo>
                        <a:pt x="62103" y="73723"/>
                        <a:pt x="71818" y="93059"/>
                        <a:pt x="89249" y="100203"/>
                      </a:cubicBezTo>
                      <a:cubicBezTo>
                        <a:pt x="97917" y="103822"/>
                        <a:pt x="107632" y="104013"/>
                        <a:pt x="117062" y="103632"/>
                      </a:cubicBezTo>
                      <a:cubicBezTo>
                        <a:pt x="102012" y="111633"/>
                        <a:pt x="82296" y="108204"/>
                        <a:pt x="69342" y="97060"/>
                      </a:cubicBezTo>
                      <a:cubicBezTo>
                        <a:pt x="56388" y="85915"/>
                        <a:pt x="50196" y="68199"/>
                        <a:pt x="50863" y="51149"/>
                      </a:cubicBezTo>
                      <a:cubicBezTo>
                        <a:pt x="50482" y="60770"/>
                        <a:pt x="5239" y="67246"/>
                        <a:pt x="0" y="72580"/>
                      </a:cubicBezTo>
                      <a:cubicBezTo>
                        <a:pt x="33338" y="74486"/>
                        <a:pt x="68485" y="30289"/>
                        <a:pt x="71342" y="0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42" name="Forme libre : forme 16941">
                  <a:extLst>
                    <a:ext uri="{FF2B5EF4-FFF2-40B4-BE49-F238E27FC236}">
                      <a16:creationId xmlns:a16="http://schemas.microsoft.com/office/drawing/2014/main" id="{4D9EF1C3-F0E9-450F-88D8-786705C03BEF}"/>
                    </a:ext>
                  </a:extLst>
                </p:cNvPr>
                <p:cNvSpPr/>
                <p:nvPr/>
              </p:nvSpPr>
              <p:spPr>
                <a:xfrm>
                  <a:off x="7922423" y="4191381"/>
                  <a:ext cx="106013" cy="155066"/>
                </a:xfrm>
                <a:custGeom>
                  <a:avLst/>
                  <a:gdLst>
                    <a:gd name="connsiteX0" fmla="*/ 62769 w 106013"/>
                    <a:gd name="connsiteY0" fmla="*/ 29718 h 155066"/>
                    <a:gd name="connsiteX1" fmla="*/ 54578 w 106013"/>
                    <a:gd name="connsiteY1" fmla="*/ 102965 h 155066"/>
                    <a:gd name="connsiteX2" fmla="*/ 0 w 106013"/>
                    <a:gd name="connsiteY2" fmla="*/ 155067 h 155066"/>
                    <a:gd name="connsiteX3" fmla="*/ 36862 w 106013"/>
                    <a:gd name="connsiteY3" fmla="*/ 128111 h 155066"/>
                    <a:gd name="connsiteX4" fmla="*/ 52101 w 106013"/>
                    <a:gd name="connsiteY4" fmla="*/ 119634 h 155066"/>
                    <a:gd name="connsiteX5" fmla="*/ 82868 w 106013"/>
                    <a:gd name="connsiteY5" fmla="*/ 129540 h 155066"/>
                    <a:gd name="connsiteX6" fmla="*/ 106013 w 106013"/>
                    <a:gd name="connsiteY6" fmla="*/ 153829 h 155066"/>
                    <a:gd name="connsiteX7" fmla="*/ 69342 w 106013"/>
                    <a:gd name="connsiteY7" fmla="*/ 98393 h 155066"/>
                    <a:gd name="connsiteX8" fmla="*/ 72676 w 106013"/>
                    <a:gd name="connsiteY8" fmla="*/ 70961 h 155066"/>
                    <a:gd name="connsiteX9" fmla="*/ 43243 w 106013"/>
                    <a:gd name="connsiteY9" fmla="*/ 0 h 155066"/>
                    <a:gd name="connsiteX10" fmla="*/ 62769 w 106013"/>
                    <a:gd name="connsiteY10" fmla="*/ 29718 h 155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6013" h="155066">
                      <a:moveTo>
                        <a:pt x="62769" y="29718"/>
                      </a:moveTo>
                      <a:cubicBezTo>
                        <a:pt x="72104" y="53340"/>
                        <a:pt x="67437" y="80963"/>
                        <a:pt x="54578" y="102965"/>
                      </a:cubicBezTo>
                      <a:cubicBezTo>
                        <a:pt x="41720" y="124873"/>
                        <a:pt x="21621" y="141732"/>
                        <a:pt x="0" y="155067"/>
                      </a:cubicBezTo>
                      <a:cubicBezTo>
                        <a:pt x="12287" y="146113"/>
                        <a:pt x="24575" y="137065"/>
                        <a:pt x="36862" y="128111"/>
                      </a:cubicBezTo>
                      <a:cubicBezTo>
                        <a:pt x="41624" y="124682"/>
                        <a:pt x="46482" y="121158"/>
                        <a:pt x="52101" y="119634"/>
                      </a:cubicBezTo>
                      <a:cubicBezTo>
                        <a:pt x="62960" y="116776"/>
                        <a:pt x="74390" y="122206"/>
                        <a:pt x="82868" y="129540"/>
                      </a:cubicBezTo>
                      <a:cubicBezTo>
                        <a:pt x="91344" y="136970"/>
                        <a:pt x="97821" y="146304"/>
                        <a:pt x="106013" y="153829"/>
                      </a:cubicBezTo>
                      <a:cubicBezTo>
                        <a:pt x="88773" y="138874"/>
                        <a:pt x="70199" y="121158"/>
                        <a:pt x="69342" y="98393"/>
                      </a:cubicBezTo>
                      <a:cubicBezTo>
                        <a:pt x="68961" y="89154"/>
                        <a:pt x="71628" y="80105"/>
                        <a:pt x="72676" y="70961"/>
                      </a:cubicBezTo>
                      <a:cubicBezTo>
                        <a:pt x="76105" y="40672"/>
                        <a:pt x="60388" y="22003"/>
                        <a:pt x="43243" y="0"/>
                      </a:cubicBezTo>
                      <a:cubicBezTo>
                        <a:pt x="51435" y="8096"/>
                        <a:pt x="58484" y="18859"/>
                        <a:pt x="62769" y="29718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43" name="Forme libre : forme 16942">
                  <a:extLst>
                    <a:ext uri="{FF2B5EF4-FFF2-40B4-BE49-F238E27FC236}">
                      <a16:creationId xmlns:a16="http://schemas.microsoft.com/office/drawing/2014/main" id="{811A644D-493B-4841-B94E-CB7BADBA6539}"/>
                    </a:ext>
                  </a:extLst>
                </p:cNvPr>
                <p:cNvSpPr/>
                <p:nvPr/>
              </p:nvSpPr>
              <p:spPr>
                <a:xfrm>
                  <a:off x="7958533" y="3918394"/>
                  <a:ext cx="196204" cy="187261"/>
                </a:xfrm>
                <a:custGeom>
                  <a:avLst/>
                  <a:gdLst>
                    <a:gd name="connsiteX0" fmla="*/ 171059 w 196204"/>
                    <a:gd name="connsiteY0" fmla="*/ 14859 h 187261"/>
                    <a:gd name="connsiteX1" fmla="*/ 167344 w 196204"/>
                    <a:gd name="connsiteY1" fmla="*/ 55626 h 187261"/>
                    <a:gd name="connsiteX2" fmla="*/ 187251 w 196204"/>
                    <a:gd name="connsiteY2" fmla="*/ 92773 h 187261"/>
                    <a:gd name="connsiteX3" fmla="*/ 168773 w 196204"/>
                    <a:gd name="connsiteY3" fmla="*/ 69152 h 187261"/>
                    <a:gd name="connsiteX4" fmla="*/ 132577 w 196204"/>
                    <a:gd name="connsiteY4" fmla="*/ 59531 h 187261"/>
                    <a:gd name="connsiteX5" fmla="*/ 43328 w 196204"/>
                    <a:gd name="connsiteY5" fmla="*/ 99441 h 187261"/>
                    <a:gd name="connsiteX6" fmla="*/ 561 w 196204"/>
                    <a:gd name="connsiteY6" fmla="*/ 187262 h 187261"/>
                    <a:gd name="connsiteX7" fmla="*/ 35708 w 196204"/>
                    <a:gd name="connsiteY7" fmla="*/ 86392 h 187261"/>
                    <a:gd name="connsiteX8" fmla="*/ 135149 w 196204"/>
                    <a:gd name="connsiteY8" fmla="*/ 47339 h 187261"/>
                    <a:gd name="connsiteX9" fmla="*/ 148580 w 196204"/>
                    <a:gd name="connsiteY9" fmla="*/ 44863 h 187261"/>
                    <a:gd name="connsiteX10" fmla="*/ 152961 w 196204"/>
                    <a:gd name="connsiteY10" fmla="*/ 29242 h 187261"/>
                    <a:gd name="connsiteX11" fmla="*/ 174202 w 196204"/>
                    <a:gd name="connsiteY11" fmla="*/ 4572 h 187261"/>
                    <a:gd name="connsiteX12" fmla="*/ 196205 w 196204"/>
                    <a:gd name="connsiteY12" fmla="*/ 0 h 187261"/>
                    <a:gd name="connsiteX13" fmla="*/ 171059 w 196204"/>
                    <a:gd name="connsiteY13" fmla="*/ 14859 h 187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6204" h="187261">
                      <a:moveTo>
                        <a:pt x="171059" y="14859"/>
                      </a:moveTo>
                      <a:cubicBezTo>
                        <a:pt x="163344" y="26670"/>
                        <a:pt x="163248" y="42196"/>
                        <a:pt x="167344" y="55626"/>
                      </a:cubicBezTo>
                      <a:cubicBezTo>
                        <a:pt x="171535" y="69152"/>
                        <a:pt x="179441" y="81058"/>
                        <a:pt x="187251" y="92773"/>
                      </a:cubicBezTo>
                      <a:cubicBezTo>
                        <a:pt x="178488" y="87725"/>
                        <a:pt x="175726" y="76390"/>
                        <a:pt x="168773" y="69152"/>
                      </a:cubicBezTo>
                      <a:cubicBezTo>
                        <a:pt x="159819" y="59817"/>
                        <a:pt x="145437" y="58579"/>
                        <a:pt x="132577" y="59531"/>
                      </a:cubicBezTo>
                      <a:cubicBezTo>
                        <a:pt x="99431" y="62008"/>
                        <a:pt x="67236" y="76390"/>
                        <a:pt x="43328" y="99441"/>
                      </a:cubicBezTo>
                      <a:cubicBezTo>
                        <a:pt x="19421" y="122491"/>
                        <a:pt x="3895" y="154210"/>
                        <a:pt x="561" y="187262"/>
                      </a:cubicBezTo>
                      <a:cubicBezTo>
                        <a:pt x="-2963" y="150686"/>
                        <a:pt x="10277" y="112871"/>
                        <a:pt x="35708" y="86392"/>
                      </a:cubicBezTo>
                      <a:cubicBezTo>
                        <a:pt x="61140" y="59912"/>
                        <a:pt x="98478" y="45244"/>
                        <a:pt x="135149" y="47339"/>
                      </a:cubicBezTo>
                      <a:cubicBezTo>
                        <a:pt x="139817" y="47625"/>
                        <a:pt x="145055" y="47911"/>
                        <a:pt x="148580" y="44863"/>
                      </a:cubicBezTo>
                      <a:cubicBezTo>
                        <a:pt x="152676" y="41148"/>
                        <a:pt x="152104" y="34671"/>
                        <a:pt x="152961" y="29242"/>
                      </a:cubicBezTo>
                      <a:cubicBezTo>
                        <a:pt x="154771" y="18097"/>
                        <a:pt x="163724" y="9049"/>
                        <a:pt x="174202" y="4572"/>
                      </a:cubicBezTo>
                      <a:cubicBezTo>
                        <a:pt x="181060" y="1619"/>
                        <a:pt x="188680" y="286"/>
                        <a:pt x="196205" y="0"/>
                      </a:cubicBezTo>
                      <a:cubicBezTo>
                        <a:pt x="186203" y="1810"/>
                        <a:pt x="176774" y="6001"/>
                        <a:pt x="171059" y="14859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44" name="Forme libre : forme 16943">
                  <a:extLst>
                    <a:ext uri="{FF2B5EF4-FFF2-40B4-BE49-F238E27FC236}">
                      <a16:creationId xmlns:a16="http://schemas.microsoft.com/office/drawing/2014/main" id="{F2CDCAAD-16A6-4E52-8EE6-FEF9A7A132EF}"/>
                    </a:ext>
                  </a:extLst>
                </p:cNvPr>
                <p:cNvSpPr/>
                <p:nvPr/>
              </p:nvSpPr>
              <p:spPr>
                <a:xfrm>
                  <a:off x="7858796" y="4018903"/>
                  <a:ext cx="29732" cy="89991"/>
                </a:xfrm>
                <a:custGeom>
                  <a:avLst/>
                  <a:gdLst>
                    <a:gd name="connsiteX0" fmla="*/ 14097 w 29732"/>
                    <a:gd name="connsiteY0" fmla="*/ 20364 h 89991"/>
                    <a:gd name="connsiteX1" fmla="*/ 14478 w 29732"/>
                    <a:gd name="connsiteY1" fmla="*/ 89991 h 89991"/>
                    <a:gd name="connsiteX2" fmla="*/ 24384 w 29732"/>
                    <a:gd name="connsiteY2" fmla="*/ 14744 h 89991"/>
                    <a:gd name="connsiteX3" fmla="*/ 20098 w 29732"/>
                    <a:gd name="connsiteY3" fmla="*/ 7314 h 89991"/>
                    <a:gd name="connsiteX4" fmla="*/ 0 w 29732"/>
                    <a:gd name="connsiteY4" fmla="*/ 1123 h 89991"/>
                    <a:gd name="connsiteX5" fmla="*/ 14097 w 29732"/>
                    <a:gd name="connsiteY5" fmla="*/ 20364 h 89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732" h="89991">
                      <a:moveTo>
                        <a:pt x="14097" y="20364"/>
                      </a:moveTo>
                      <a:cubicBezTo>
                        <a:pt x="24955" y="41795"/>
                        <a:pt x="25051" y="68369"/>
                        <a:pt x="14478" y="89991"/>
                      </a:cubicBezTo>
                      <a:cubicBezTo>
                        <a:pt x="30289" y="68846"/>
                        <a:pt x="34194" y="39318"/>
                        <a:pt x="24384" y="14744"/>
                      </a:cubicBezTo>
                      <a:cubicBezTo>
                        <a:pt x="23336" y="12077"/>
                        <a:pt x="22098" y="9410"/>
                        <a:pt x="20098" y="7314"/>
                      </a:cubicBezTo>
                      <a:cubicBezTo>
                        <a:pt x="16192" y="3123"/>
                        <a:pt x="4572" y="-2401"/>
                        <a:pt x="0" y="1123"/>
                      </a:cubicBezTo>
                      <a:cubicBezTo>
                        <a:pt x="3143" y="7695"/>
                        <a:pt x="11335" y="12458"/>
                        <a:pt x="14097" y="20364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45" name="Forme libre : forme 16944">
                  <a:extLst>
                    <a:ext uri="{FF2B5EF4-FFF2-40B4-BE49-F238E27FC236}">
                      <a16:creationId xmlns:a16="http://schemas.microsoft.com/office/drawing/2014/main" id="{097490FD-0C7E-4EEB-8831-AB3DF634340A}"/>
                    </a:ext>
                  </a:extLst>
                </p:cNvPr>
                <p:cNvSpPr/>
                <p:nvPr/>
              </p:nvSpPr>
              <p:spPr>
                <a:xfrm>
                  <a:off x="7954713" y="3871150"/>
                  <a:ext cx="50672" cy="93440"/>
                </a:xfrm>
                <a:custGeom>
                  <a:avLst/>
                  <a:gdLst>
                    <a:gd name="connsiteX0" fmla="*/ 50672 w 50672"/>
                    <a:gd name="connsiteY0" fmla="*/ 93440 h 93440"/>
                    <a:gd name="connsiteX1" fmla="*/ 40195 w 50672"/>
                    <a:gd name="connsiteY1" fmla="*/ 66770 h 93440"/>
                    <a:gd name="connsiteX2" fmla="*/ 38195 w 50672"/>
                    <a:gd name="connsiteY2" fmla="*/ 42577 h 93440"/>
                    <a:gd name="connsiteX3" fmla="*/ 44672 w 50672"/>
                    <a:gd name="connsiteY3" fmla="*/ 0 h 93440"/>
                    <a:gd name="connsiteX4" fmla="*/ 30670 w 50672"/>
                    <a:gd name="connsiteY4" fmla="*/ 36004 h 93440"/>
                    <a:gd name="connsiteX5" fmla="*/ 22955 w 50672"/>
                    <a:gd name="connsiteY5" fmla="*/ 48673 h 93440"/>
                    <a:gd name="connsiteX6" fmla="*/ 17335 w 50672"/>
                    <a:gd name="connsiteY6" fmla="*/ 48673 h 93440"/>
                    <a:gd name="connsiteX7" fmla="*/ 0 w 50672"/>
                    <a:gd name="connsiteY7" fmla="*/ 46767 h 93440"/>
                    <a:gd name="connsiteX8" fmla="*/ 50672 w 50672"/>
                    <a:gd name="connsiteY8" fmla="*/ 93440 h 93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672" h="93440">
                      <a:moveTo>
                        <a:pt x="50672" y="93440"/>
                      </a:moveTo>
                      <a:cubicBezTo>
                        <a:pt x="45148" y="85534"/>
                        <a:pt x="42100" y="76200"/>
                        <a:pt x="40195" y="66770"/>
                      </a:cubicBezTo>
                      <a:cubicBezTo>
                        <a:pt x="38671" y="58769"/>
                        <a:pt x="38005" y="50673"/>
                        <a:pt x="38195" y="42577"/>
                      </a:cubicBezTo>
                      <a:cubicBezTo>
                        <a:pt x="38576" y="28194"/>
                        <a:pt x="41624" y="14002"/>
                        <a:pt x="44672" y="0"/>
                      </a:cubicBezTo>
                      <a:cubicBezTo>
                        <a:pt x="38100" y="11144"/>
                        <a:pt x="33432" y="23336"/>
                        <a:pt x="30670" y="36004"/>
                      </a:cubicBezTo>
                      <a:cubicBezTo>
                        <a:pt x="29527" y="41053"/>
                        <a:pt x="28004" y="47244"/>
                        <a:pt x="22955" y="48673"/>
                      </a:cubicBezTo>
                      <a:cubicBezTo>
                        <a:pt x="21145" y="49244"/>
                        <a:pt x="19145" y="48958"/>
                        <a:pt x="17335" y="48673"/>
                      </a:cubicBezTo>
                      <a:cubicBezTo>
                        <a:pt x="11620" y="47911"/>
                        <a:pt x="5524" y="46767"/>
                        <a:pt x="0" y="46767"/>
                      </a:cubicBezTo>
                      <a:cubicBezTo>
                        <a:pt x="23241" y="58102"/>
                        <a:pt x="36956" y="72009"/>
                        <a:pt x="50672" y="93440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46" name="Forme libre : forme 16945">
                  <a:extLst>
                    <a:ext uri="{FF2B5EF4-FFF2-40B4-BE49-F238E27FC236}">
                      <a16:creationId xmlns:a16="http://schemas.microsoft.com/office/drawing/2014/main" id="{3AE29580-23A3-4E11-AE51-290CE4A37626}"/>
                    </a:ext>
                  </a:extLst>
                </p:cNvPr>
                <p:cNvSpPr/>
                <p:nvPr/>
              </p:nvSpPr>
              <p:spPr>
                <a:xfrm>
                  <a:off x="8084636" y="3869816"/>
                  <a:ext cx="45907" cy="49988"/>
                </a:xfrm>
                <a:custGeom>
                  <a:avLst/>
                  <a:gdLst>
                    <a:gd name="connsiteX0" fmla="*/ 16476 w 45907"/>
                    <a:gd name="connsiteY0" fmla="*/ 41053 h 49988"/>
                    <a:gd name="connsiteX1" fmla="*/ 188 w 45907"/>
                    <a:gd name="connsiteY1" fmla="*/ 0 h 49988"/>
                    <a:gd name="connsiteX2" fmla="*/ 7903 w 45907"/>
                    <a:gd name="connsiteY2" fmla="*/ 23813 h 49988"/>
                    <a:gd name="connsiteX3" fmla="*/ 45908 w 45907"/>
                    <a:gd name="connsiteY3" fmla="*/ 49054 h 49988"/>
                    <a:gd name="connsiteX4" fmla="*/ 16476 w 45907"/>
                    <a:gd name="connsiteY4" fmla="*/ 41053 h 49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907" h="49988">
                      <a:moveTo>
                        <a:pt x="16476" y="41053"/>
                      </a:moveTo>
                      <a:cubicBezTo>
                        <a:pt x="4664" y="31337"/>
                        <a:pt x="-1146" y="15240"/>
                        <a:pt x="188" y="0"/>
                      </a:cubicBezTo>
                      <a:cubicBezTo>
                        <a:pt x="1521" y="8287"/>
                        <a:pt x="3045" y="16954"/>
                        <a:pt x="7903" y="23813"/>
                      </a:cubicBezTo>
                      <a:cubicBezTo>
                        <a:pt x="15713" y="35052"/>
                        <a:pt x="43908" y="37433"/>
                        <a:pt x="45908" y="49054"/>
                      </a:cubicBezTo>
                      <a:cubicBezTo>
                        <a:pt x="36383" y="52102"/>
                        <a:pt x="24096" y="47244"/>
                        <a:pt x="16476" y="41053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47" name="Forme libre : forme 16946">
                  <a:extLst>
                    <a:ext uri="{FF2B5EF4-FFF2-40B4-BE49-F238E27FC236}">
                      <a16:creationId xmlns:a16="http://schemas.microsoft.com/office/drawing/2014/main" id="{7855B1DF-F837-406E-B4A0-708E3B8211FE}"/>
                    </a:ext>
                  </a:extLst>
                </p:cNvPr>
                <p:cNvSpPr/>
                <p:nvPr/>
              </p:nvSpPr>
              <p:spPr>
                <a:xfrm>
                  <a:off x="802053" y="5177112"/>
                  <a:ext cx="88823" cy="186536"/>
                </a:xfrm>
                <a:custGeom>
                  <a:avLst/>
                  <a:gdLst>
                    <a:gd name="connsiteX0" fmla="*/ 88824 w 88823"/>
                    <a:gd name="connsiteY0" fmla="*/ 1249 h 186536"/>
                    <a:gd name="connsiteX1" fmla="*/ 51962 w 88823"/>
                    <a:gd name="connsiteY1" fmla="*/ 10964 h 186536"/>
                    <a:gd name="connsiteX2" fmla="*/ 11481 w 88823"/>
                    <a:gd name="connsiteY2" fmla="*/ 67829 h 186536"/>
                    <a:gd name="connsiteX3" fmla="*/ 51 w 88823"/>
                    <a:gd name="connsiteY3" fmla="*/ 137457 h 186536"/>
                    <a:gd name="connsiteX4" fmla="*/ 3385 w 88823"/>
                    <a:gd name="connsiteY4" fmla="*/ 161364 h 186536"/>
                    <a:gd name="connsiteX5" fmla="*/ 55677 w 88823"/>
                    <a:gd name="connsiteY5" fmla="*/ 186225 h 186536"/>
                    <a:gd name="connsiteX6" fmla="*/ 69679 w 88823"/>
                    <a:gd name="connsiteY6" fmla="*/ 184320 h 186536"/>
                    <a:gd name="connsiteX7" fmla="*/ 71488 w 88823"/>
                    <a:gd name="connsiteY7" fmla="*/ 157554 h 186536"/>
                    <a:gd name="connsiteX8" fmla="*/ 75965 w 88823"/>
                    <a:gd name="connsiteY8" fmla="*/ 21252 h 18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8823" h="186536">
                      <a:moveTo>
                        <a:pt x="88824" y="1249"/>
                      </a:moveTo>
                      <a:cubicBezTo>
                        <a:pt x="76251" y="-2656"/>
                        <a:pt x="62535" y="3154"/>
                        <a:pt x="51962" y="10964"/>
                      </a:cubicBezTo>
                      <a:cubicBezTo>
                        <a:pt x="33007" y="24967"/>
                        <a:pt x="19482" y="45636"/>
                        <a:pt x="11481" y="67829"/>
                      </a:cubicBezTo>
                      <a:cubicBezTo>
                        <a:pt x="3480" y="90022"/>
                        <a:pt x="622" y="113834"/>
                        <a:pt x="51" y="137457"/>
                      </a:cubicBezTo>
                      <a:cubicBezTo>
                        <a:pt x="-140" y="145553"/>
                        <a:pt x="51" y="153935"/>
                        <a:pt x="3385" y="161364"/>
                      </a:cubicBezTo>
                      <a:cubicBezTo>
                        <a:pt x="11767" y="179843"/>
                        <a:pt x="35484" y="184320"/>
                        <a:pt x="55677" y="186225"/>
                      </a:cubicBezTo>
                      <a:cubicBezTo>
                        <a:pt x="60439" y="186701"/>
                        <a:pt x="65678" y="186986"/>
                        <a:pt x="69679" y="184320"/>
                      </a:cubicBezTo>
                      <a:cubicBezTo>
                        <a:pt x="77680" y="178890"/>
                        <a:pt x="74632" y="166699"/>
                        <a:pt x="71488" y="157554"/>
                      </a:cubicBezTo>
                      <a:cubicBezTo>
                        <a:pt x="56153" y="113644"/>
                        <a:pt x="57772" y="64019"/>
                        <a:pt x="75965" y="21252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48" name="Forme libre : forme 16947">
                  <a:extLst>
                    <a:ext uri="{FF2B5EF4-FFF2-40B4-BE49-F238E27FC236}">
                      <a16:creationId xmlns:a16="http://schemas.microsoft.com/office/drawing/2014/main" id="{BD5A2DAF-E175-4443-BE81-B6CE436E4C3B}"/>
                    </a:ext>
                  </a:extLst>
                </p:cNvPr>
                <p:cNvSpPr/>
                <p:nvPr/>
              </p:nvSpPr>
              <p:spPr>
                <a:xfrm>
                  <a:off x="510141" y="5454756"/>
                  <a:ext cx="63538" cy="65658"/>
                </a:xfrm>
                <a:custGeom>
                  <a:avLst/>
                  <a:gdLst>
                    <a:gd name="connsiteX0" fmla="*/ 2689 w 63538"/>
                    <a:gd name="connsiteY0" fmla="*/ 43455 h 65658"/>
                    <a:gd name="connsiteX1" fmla="*/ 8309 w 63538"/>
                    <a:gd name="connsiteY1" fmla="*/ 56219 h 65658"/>
                    <a:gd name="connsiteX2" fmla="*/ 10023 w 63538"/>
                    <a:gd name="connsiteY2" fmla="*/ 58124 h 65658"/>
                    <a:gd name="connsiteX3" fmla="*/ 30407 w 63538"/>
                    <a:gd name="connsiteY3" fmla="*/ 65648 h 65658"/>
                    <a:gd name="connsiteX4" fmla="*/ 53648 w 63538"/>
                    <a:gd name="connsiteY4" fmla="*/ 57552 h 65658"/>
                    <a:gd name="connsiteX5" fmla="*/ 2689 w 63538"/>
                    <a:gd name="connsiteY5" fmla="*/ 43455 h 65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538" h="65658">
                      <a:moveTo>
                        <a:pt x="2689" y="43455"/>
                      </a:moveTo>
                      <a:cubicBezTo>
                        <a:pt x="3737" y="48027"/>
                        <a:pt x="5451" y="52504"/>
                        <a:pt x="8309" y="56219"/>
                      </a:cubicBezTo>
                      <a:cubicBezTo>
                        <a:pt x="8880" y="56885"/>
                        <a:pt x="9452" y="57552"/>
                        <a:pt x="10023" y="58124"/>
                      </a:cubicBezTo>
                      <a:cubicBezTo>
                        <a:pt x="15262" y="63362"/>
                        <a:pt x="22977" y="65839"/>
                        <a:pt x="30407" y="65648"/>
                      </a:cubicBezTo>
                      <a:cubicBezTo>
                        <a:pt x="38694" y="65458"/>
                        <a:pt x="46695" y="62124"/>
                        <a:pt x="53648" y="57552"/>
                      </a:cubicBezTo>
                      <a:cubicBezTo>
                        <a:pt x="97272" y="29358"/>
                        <a:pt x="-18837" y="-48271"/>
                        <a:pt x="2689" y="4345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49" name="Forme libre : forme 16948">
                  <a:extLst>
                    <a:ext uri="{FF2B5EF4-FFF2-40B4-BE49-F238E27FC236}">
                      <a16:creationId xmlns:a16="http://schemas.microsoft.com/office/drawing/2014/main" id="{9942D652-EFAE-41CC-A743-19CAD7171331}"/>
                    </a:ext>
                  </a:extLst>
                </p:cNvPr>
                <p:cNvSpPr/>
                <p:nvPr/>
              </p:nvSpPr>
              <p:spPr>
                <a:xfrm>
                  <a:off x="453582" y="5570004"/>
                  <a:ext cx="69370" cy="50975"/>
                </a:xfrm>
                <a:custGeom>
                  <a:avLst/>
                  <a:gdLst>
                    <a:gd name="connsiteX0" fmla="*/ 4003 w 69370"/>
                    <a:gd name="connsiteY0" fmla="*/ 31267 h 50975"/>
                    <a:gd name="connsiteX1" fmla="*/ 3431 w 69370"/>
                    <a:gd name="connsiteY1" fmla="*/ 48316 h 50975"/>
                    <a:gd name="connsiteX2" fmla="*/ 8384 w 69370"/>
                    <a:gd name="connsiteY2" fmla="*/ 50126 h 50975"/>
                    <a:gd name="connsiteX3" fmla="*/ 67344 w 69370"/>
                    <a:gd name="connsiteY3" fmla="*/ 11931 h 50975"/>
                    <a:gd name="connsiteX4" fmla="*/ 4003 w 69370"/>
                    <a:gd name="connsiteY4" fmla="*/ 31267 h 50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370" h="50975">
                      <a:moveTo>
                        <a:pt x="4003" y="31267"/>
                      </a:moveTo>
                      <a:cubicBezTo>
                        <a:pt x="-474" y="35934"/>
                        <a:pt x="-1903" y="44697"/>
                        <a:pt x="3431" y="48316"/>
                      </a:cubicBezTo>
                      <a:cubicBezTo>
                        <a:pt x="4860" y="49269"/>
                        <a:pt x="6670" y="49745"/>
                        <a:pt x="8384" y="50126"/>
                      </a:cubicBezTo>
                      <a:cubicBezTo>
                        <a:pt x="29244" y="54413"/>
                        <a:pt x="80107" y="42602"/>
                        <a:pt x="67344" y="11931"/>
                      </a:cubicBezTo>
                      <a:cubicBezTo>
                        <a:pt x="54676" y="-18739"/>
                        <a:pt x="16957" y="17837"/>
                        <a:pt x="4003" y="3126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50" name="Forme libre : forme 16949">
                  <a:extLst>
                    <a:ext uri="{FF2B5EF4-FFF2-40B4-BE49-F238E27FC236}">
                      <a16:creationId xmlns:a16="http://schemas.microsoft.com/office/drawing/2014/main" id="{9CEFA170-5433-4774-A05C-E255786D0EC7}"/>
                    </a:ext>
                  </a:extLst>
                </p:cNvPr>
                <p:cNvSpPr/>
                <p:nvPr/>
              </p:nvSpPr>
              <p:spPr>
                <a:xfrm>
                  <a:off x="280100" y="5640753"/>
                  <a:ext cx="128144" cy="186076"/>
                </a:xfrm>
                <a:custGeom>
                  <a:avLst/>
                  <a:gdLst>
                    <a:gd name="connsiteX0" fmla="*/ 121763 w 128144"/>
                    <a:gd name="connsiteY0" fmla="*/ 5761 h 186076"/>
                    <a:gd name="connsiteX1" fmla="*/ 63756 w 128144"/>
                    <a:gd name="connsiteY1" fmla="*/ 8047 h 186076"/>
                    <a:gd name="connsiteX2" fmla="*/ 9654 w 128144"/>
                    <a:gd name="connsiteY2" fmla="*/ 57768 h 186076"/>
                    <a:gd name="connsiteX3" fmla="*/ 6892 w 128144"/>
                    <a:gd name="connsiteY3" fmla="*/ 130158 h 186076"/>
                    <a:gd name="connsiteX4" fmla="*/ 35181 w 128144"/>
                    <a:gd name="connsiteY4" fmla="*/ 167686 h 186076"/>
                    <a:gd name="connsiteX5" fmla="*/ 62422 w 128144"/>
                    <a:gd name="connsiteY5" fmla="*/ 185879 h 186076"/>
                    <a:gd name="connsiteX6" fmla="*/ 82425 w 128144"/>
                    <a:gd name="connsiteY6" fmla="*/ 182641 h 186076"/>
                    <a:gd name="connsiteX7" fmla="*/ 115286 w 128144"/>
                    <a:gd name="connsiteY7" fmla="*/ 161972 h 186076"/>
                    <a:gd name="connsiteX8" fmla="*/ 119096 w 128144"/>
                    <a:gd name="connsiteY8" fmla="*/ 136254 h 186076"/>
                    <a:gd name="connsiteX9" fmla="*/ 128145 w 128144"/>
                    <a:gd name="connsiteY9" fmla="*/ 30812 h 186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8144" h="186076">
                      <a:moveTo>
                        <a:pt x="121763" y="5761"/>
                      </a:moveTo>
                      <a:cubicBezTo>
                        <a:pt x="104142" y="-3954"/>
                        <a:pt x="82044" y="-144"/>
                        <a:pt x="63756" y="8047"/>
                      </a:cubicBezTo>
                      <a:cubicBezTo>
                        <a:pt x="40991" y="18335"/>
                        <a:pt x="20893" y="35479"/>
                        <a:pt x="9654" y="57768"/>
                      </a:cubicBezTo>
                      <a:cubicBezTo>
                        <a:pt x="-1681" y="80056"/>
                        <a:pt x="-3586" y="107488"/>
                        <a:pt x="6892" y="130158"/>
                      </a:cubicBezTo>
                      <a:cubicBezTo>
                        <a:pt x="13464" y="144445"/>
                        <a:pt x="24418" y="156256"/>
                        <a:pt x="35181" y="167686"/>
                      </a:cubicBezTo>
                      <a:cubicBezTo>
                        <a:pt x="42801" y="175878"/>
                        <a:pt x="51373" y="184451"/>
                        <a:pt x="62422" y="185879"/>
                      </a:cubicBezTo>
                      <a:cubicBezTo>
                        <a:pt x="69185" y="186736"/>
                        <a:pt x="75948" y="184641"/>
                        <a:pt x="82425" y="182641"/>
                      </a:cubicBezTo>
                      <a:cubicBezTo>
                        <a:pt x="95188" y="178735"/>
                        <a:pt x="109095" y="173783"/>
                        <a:pt x="115286" y="161972"/>
                      </a:cubicBezTo>
                      <a:cubicBezTo>
                        <a:pt x="119382" y="154256"/>
                        <a:pt x="119191" y="145017"/>
                        <a:pt x="119096" y="136254"/>
                      </a:cubicBezTo>
                      <a:cubicBezTo>
                        <a:pt x="118810" y="100916"/>
                        <a:pt x="121858" y="65579"/>
                        <a:pt x="128145" y="30812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51" name="Forme libre : forme 16950">
                  <a:extLst>
                    <a:ext uri="{FF2B5EF4-FFF2-40B4-BE49-F238E27FC236}">
                      <a16:creationId xmlns:a16="http://schemas.microsoft.com/office/drawing/2014/main" id="{33079177-F248-4DA4-8493-451C5F0819DE}"/>
                    </a:ext>
                  </a:extLst>
                </p:cNvPr>
                <p:cNvSpPr/>
                <p:nvPr/>
              </p:nvSpPr>
              <p:spPr>
                <a:xfrm>
                  <a:off x="669229" y="5427422"/>
                  <a:ext cx="144450" cy="130767"/>
                </a:xfrm>
                <a:custGeom>
                  <a:avLst/>
                  <a:gdLst>
                    <a:gd name="connsiteX0" fmla="*/ 48102 w 144450"/>
                    <a:gd name="connsiteY0" fmla="*/ 19544 h 130767"/>
                    <a:gd name="connsiteX1" fmla="*/ 15432 w 144450"/>
                    <a:gd name="connsiteY1" fmla="*/ 41452 h 130767"/>
                    <a:gd name="connsiteX2" fmla="*/ 1 w 144450"/>
                    <a:gd name="connsiteY2" fmla="*/ 76790 h 130767"/>
                    <a:gd name="connsiteX3" fmla="*/ 44197 w 144450"/>
                    <a:gd name="connsiteY3" fmla="*/ 126987 h 130767"/>
                    <a:gd name="connsiteX4" fmla="*/ 82678 w 144450"/>
                    <a:gd name="connsiteY4" fmla="*/ 129272 h 130767"/>
                    <a:gd name="connsiteX5" fmla="*/ 136399 w 144450"/>
                    <a:gd name="connsiteY5" fmla="*/ 80028 h 130767"/>
                    <a:gd name="connsiteX6" fmla="*/ 130494 w 144450"/>
                    <a:gd name="connsiteY6" fmla="*/ 2114 h 130767"/>
                    <a:gd name="connsiteX7" fmla="*/ 48102 w 144450"/>
                    <a:gd name="connsiteY7" fmla="*/ 19544 h 130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450" h="130767">
                      <a:moveTo>
                        <a:pt x="48102" y="19544"/>
                      </a:moveTo>
                      <a:cubicBezTo>
                        <a:pt x="36196" y="25164"/>
                        <a:pt x="24480" y="31927"/>
                        <a:pt x="15432" y="41452"/>
                      </a:cubicBezTo>
                      <a:cubicBezTo>
                        <a:pt x="6288" y="50977"/>
                        <a:pt x="-94" y="63645"/>
                        <a:pt x="1" y="76790"/>
                      </a:cubicBezTo>
                      <a:cubicBezTo>
                        <a:pt x="96" y="100697"/>
                        <a:pt x="21432" y="119938"/>
                        <a:pt x="44197" y="126987"/>
                      </a:cubicBezTo>
                      <a:cubicBezTo>
                        <a:pt x="56580" y="130796"/>
                        <a:pt x="70010" y="132035"/>
                        <a:pt x="82678" y="129272"/>
                      </a:cubicBezTo>
                      <a:cubicBezTo>
                        <a:pt x="107443" y="123939"/>
                        <a:pt x="127350" y="103746"/>
                        <a:pt x="136399" y="80028"/>
                      </a:cubicBezTo>
                      <a:cubicBezTo>
                        <a:pt x="143352" y="62026"/>
                        <a:pt x="152782" y="10591"/>
                        <a:pt x="130494" y="2114"/>
                      </a:cubicBezTo>
                      <a:cubicBezTo>
                        <a:pt x="109539" y="-5887"/>
                        <a:pt x="66867" y="10781"/>
                        <a:pt x="48102" y="1954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52" name="Forme libre : forme 16951">
                  <a:extLst>
                    <a:ext uri="{FF2B5EF4-FFF2-40B4-BE49-F238E27FC236}">
                      <a16:creationId xmlns:a16="http://schemas.microsoft.com/office/drawing/2014/main" id="{CCBA0739-6911-458E-949F-7ECFFE8B6D62}"/>
                    </a:ext>
                  </a:extLst>
                </p:cNvPr>
                <p:cNvSpPr/>
                <p:nvPr/>
              </p:nvSpPr>
              <p:spPr>
                <a:xfrm>
                  <a:off x="534486" y="5606707"/>
                  <a:ext cx="212644" cy="128781"/>
                </a:xfrm>
                <a:custGeom>
                  <a:avLst/>
                  <a:gdLst>
                    <a:gd name="connsiteX0" fmla="*/ 76546 w 212644"/>
                    <a:gd name="connsiteY0" fmla="*/ 8089 h 128781"/>
                    <a:gd name="connsiteX1" fmla="*/ 52544 w 212644"/>
                    <a:gd name="connsiteY1" fmla="*/ 39522 h 128781"/>
                    <a:gd name="connsiteX2" fmla="*/ 1490 w 212644"/>
                    <a:gd name="connsiteY2" fmla="*/ 85147 h 128781"/>
                    <a:gd name="connsiteX3" fmla="*/ 2918 w 212644"/>
                    <a:gd name="connsiteY3" fmla="*/ 101720 h 128781"/>
                    <a:gd name="connsiteX4" fmla="*/ 33779 w 212644"/>
                    <a:gd name="connsiteY4" fmla="*/ 104292 h 128781"/>
                    <a:gd name="connsiteX5" fmla="*/ 92644 w 212644"/>
                    <a:gd name="connsiteY5" fmla="*/ 125913 h 128781"/>
                    <a:gd name="connsiteX6" fmla="*/ 140078 w 212644"/>
                    <a:gd name="connsiteY6" fmla="*/ 121818 h 128781"/>
                    <a:gd name="connsiteX7" fmla="*/ 152175 w 212644"/>
                    <a:gd name="connsiteY7" fmla="*/ 111245 h 128781"/>
                    <a:gd name="connsiteX8" fmla="*/ 164081 w 212644"/>
                    <a:gd name="connsiteY8" fmla="*/ 82194 h 128781"/>
                    <a:gd name="connsiteX9" fmla="*/ 189323 w 212644"/>
                    <a:gd name="connsiteY9" fmla="*/ 86480 h 128781"/>
                    <a:gd name="connsiteX10" fmla="*/ 212278 w 212644"/>
                    <a:gd name="connsiteY10" fmla="*/ 81812 h 128781"/>
                    <a:gd name="connsiteX11" fmla="*/ 194561 w 212644"/>
                    <a:gd name="connsiteY11" fmla="*/ 60858 h 128781"/>
                    <a:gd name="connsiteX12" fmla="*/ 177226 w 212644"/>
                    <a:gd name="connsiteY12" fmla="*/ 18662 h 128781"/>
                    <a:gd name="connsiteX13" fmla="*/ 173321 w 212644"/>
                    <a:gd name="connsiteY13" fmla="*/ 5327 h 128781"/>
                    <a:gd name="connsiteX14" fmla="*/ 146936 w 212644"/>
                    <a:gd name="connsiteY14" fmla="*/ 2279 h 128781"/>
                    <a:gd name="connsiteX15" fmla="*/ 110265 w 212644"/>
                    <a:gd name="connsiteY15" fmla="*/ 13995 h 128781"/>
                    <a:gd name="connsiteX16" fmla="*/ 76546 w 212644"/>
                    <a:gd name="connsiteY16" fmla="*/ 8089 h 12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2644" h="128781">
                      <a:moveTo>
                        <a:pt x="76546" y="8089"/>
                      </a:moveTo>
                      <a:cubicBezTo>
                        <a:pt x="63783" y="12566"/>
                        <a:pt x="60449" y="28663"/>
                        <a:pt x="52544" y="39522"/>
                      </a:cubicBezTo>
                      <a:cubicBezTo>
                        <a:pt x="38923" y="58286"/>
                        <a:pt x="9681" y="63429"/>
                        <a:pt x="1490" y="85147"/>
                      </a:cubicBezTo>
                      <a:cubicBezTo>
                        <a:pt x="-606" y="90576"/>
                        <a:pt x="-796" y="97244"/>
                        <a:pt x="2918" y="101720"/>
                      </a:cubicBezTo>
                      <a:cubicBezTo>
                        <a:pt x="9871" y="110007"/>
                        <a:pt x="23016" y="105149"/>
                        <a:pt x="33779" y="104292"/>
                      </a:cubicBezTo>
                      <a:cubicBezTo>
                        <a:pt x="54830" y="102672"/>
                        <a:pt x="72451" y="119436"/>
                        <a:pt x="92644" y="125913"/>
                      </a:cubicBezTo>
                      <a:cubicBezTo>
                        <a:pt x="108169" y="130866"/>
                        <a:pt x="125600" y="129343"/>
                        <a:pt x="140078" y="121818"/>
                      </a:cubicBezTo>
                      <a:cubicBezTo>
                        <a:pt x="144936" y="119341"/>
                        <a:pt x="149508" y="116007"/>
                        <a:pt x="152175" y="111245"/>
                      </a:cubicBezTo>
                      <a:cubicBezTo>
                        <a:pt x="157414" y="101911"/>
                        <a:pt x="154937" y="87719"/>
                        <a:pt x="164081" y="82194"/>
                      </a:cubicBezTo>
                      <a:cubicBezTo>
                        <a:pt x="171701" y="77622"/>
                        <a:pt x="181131" y="82861"/>
                        <a:pt x="189323" y="86480"/>
                      </a:cubicBezTo>
                      <a:cubicBezTo>
                        <a:pt x="197419" y="90195"/>
                        <a:pt x="209896" y="90385"/>
                        <a:pt x="212278" y="81812"/>
                      </a:cubicBezTo>
                      <a:cubicBezTo>
                        <a:pt x="214945" y="72287"/>
                        <a:pt x="202467" y="66763"/>
                        <a:pt x="194561" y="60858"/>
                      </a:cubicBezTo>
                      <a:cubicBezTo>
                        <a:pt x="181988" y="51428"/>
                        <a:pt x="178750" y="34283"/>
                        <a:pt x="177226" y="18662"/>
                      </a:cubicBezTo>
                      <a:cubicBezTo>
                        <a:pt x="176750" y="13995"/>
                        <a:pt x="176273" y="9042"/>
                        <a:pt x="173321" y="5327"/>
                      </a:cubicBezTo>
                      <a:cubicBezTo>
                        <a:pt x="167510" y="-2103"/>
                        <a:pt x="155985" y="-388"/>
                        <a:pt x="146936" y="2279"/>
                      </a:cubicBezTo>
                      <a:cubicBezTo>
                        <a:pt x="135887" y="5518"/>
                        <a:pt x="121790" y="13900"/>
                        <a:pt x="110265" y="13995"/>
                      </a:cubicBezTo>
                      <a:cubicBezTo>
                        <a:pt x="98454" y="14281"/>
                        <a:pt x="88548" y="3803"/>
                        <a:pt x="76546" y="808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53" name="Forme libre : forme 16952">
                  <a:extLst>
                    <a:ext uri="{FF2B5EF4-FFF2-40B4-BE49-F238E27FC236}">
                      <a16:creationId xmlns:a16="http://schemas.microsoft.com/office/drawing/2014/main" id="{074CCB44-B2D4-456D-A328-EA19E838FEDC}"/>
                    </a:ext>
                  </a:extLst>
                </p:cNvPr>
                <p:cNvSpPr/>
                <p:nvPr/>
              </p:nvSpPr>
              <p:spPr>
                <a:xfrm>
                  <a:off x="524650" y="5745341"/>
                  <a:ext cx="97145" cy="74731"/>
                </a:xfrm>
                <a:custGeom>
                  <a:avLst/>
                  <a:gdLst>
                    <a:gd name="connsiteX0" fmla="*/ 97146 w 97145"/>
                    <a:gd name="connsiteY0" fmla="*/ 27666 h 74731"/>
                    <a:gd name="connsiteX1" fmla="*/ 74857 w 97145"/>
                    <a:gd name="connsiteY1" fmla="*/ 15759 h 74731"/>
                    <a:gd name="connsiteX2" fmla="*/ 36948 w 97145"/>
                    <a:gd name="connsiteY2" fmla="*/ 424 h 74731"/>
                    <a:gd name="connsiteX3" fmla="*/ 7134 w 97145"/>
                    <a:gd name="connsiteY3" fmla="*/ 9187 h 74731"/>
                    <a:gd name="connsiteX4" fmla="*/ 943 w 97145"/>
                    <a:gd name="connsiteY4" fmla="*/ 29380 h 74731"/>
                    <a:gd name="connsiteX5" fmla="*/ 6087 w 97145"/>
                    <a:gd name="connsiteY5" fmla="*/ 63479 h 74731"/>
                    <a:gd name="connsiteX6" fmla="*/ 31899 w 97145"/>
                    <a:gd name="connsiteY6" fmla="*/ 74433 h 74731"/>
                    <a:gd name="connsiteX7" fmla="*/ 95526 w 97145"/>
                    <a:gd name="connsiteY7" fmla="*/ 56431 h 74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7145" h="74731">
                      <a:moveTo>
                        <a:pt x="97146" y="27666"/>
                      </a:moveTo>
                      <a:cubicBezTo>
                        <a:pt x="88573" y="27570"/>
                        <a:pt x="81715" y="20903"/>
                        <a:pt x="74857" y="15759"/>
                      </a:cubicBezTo>
                      <a:cubicBezTo>
                        <a:pt x="63808" y="7472"/>
                        <a:pt x="50664" y="2138"/>
                        <a:pt x="36948" y="424"/>
                      </a:cubicBezTo>
                      <a:cubicBezTo>
                        <a:pt x="26184" y="-909"/>
                        <a:pt x="13802" y="614"/>
                        <a:pt x="7134" y="9187"/>
                      </a:cubicBezTo>
                      <a:cubicBezTo>
                        <a:pt x="2753" y="14806"/>
                        <a:pt x="1800" y="22332"/>
                        <a:pt x="943" y="29380"/>
                      </a:cubicBezTo>
                      <a:cubicBezTo>
                        <a:pt x="-390" y="41096"/>
                        <a:pt x="-1438" y="54335"/>
                        <a:pt x="6087" y="63479"/>
                      </a:cubicBezTo>
                      <a:cubicBezTo>
                        <a:pt x="12183" y="70909"/>
                        <a:pt x="22374" y="73576"/>
                        <a:pt x="31899" y="74433"/>
                      </a:cubicBezTo>
                      <a:cubicBezTo>
                        <a:pt x="54378" y="76243"/>
                        <a:pt x="77334" y="69766"/>
                        <a:pt x="95526" y="56431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54" name="Forme libre : forme 16953">
                  <a:extLst>
                    <a:ext uri="{FF2B5EF4-FFF2-40B4-BE49-F238E27FC236}">
                      <a16:creationId xmlns:a16="http://schemas.microsoft.com/office/drawing/2014/main" id="{6ED0C4FF-F91A-433D-830D-4EB863D05F6A}"/>
                    </a:ext>
                  </a:extLst>
                </p:cNvPr>
                <p:cNvSpPr/>
                <p:nvPr/>
              </p:nvSpPr>
              <p:spPr>
                <a:xfrm>
                  <a:off x="899601" y="5416678"/>
                  <a:ext cx="102306" cy="184187"/>
                </a:xfrm>
                <a:custGeom>
                  <a:avLst/>
                  <a:gdLst>
                    <a:gd name="connsiteX0" fmla="*/ 11945 w 102306"/>
                    <a:gd name="connsiteY0" fmla="*/ 66768 h 184187"/>
                    <a:gd name="connsiteX1" fmla="*/ 1182 w 102306"/>
                    <a:gd name="connsiteY1" fmla="*/ 142778 h 184187"/>
                    <a:gd name="connsiteX2" fmla="*/ 3277 w 102306"/>
                    <a:gd name="connsiteY2" fmla="*/ 170400 h 184187"/>
                    <a:gd name="connsiteX3" fmla="*/ 38520 w 102306"/>
                    <a:gd name="connsiteY3" fmla="*/ 184021 h 184187"/>
                    <a:gd name="connsiteX4" fmla="*/ 91955 w 102306"/>
                    <a:gd name="connsiteY4" fmla="*/ 129633 h 184187"/>
                    <a:gd name="connsiteX5" fmla="*/ 102147 w 102306"/>
                    <a:gd name="connsiteY5" fmla="*/ 38289 h 184187"/>
                    <a:gd name="connsiteX6" fmla="*/ 76334 w 102306"/>
                    <a:gd name="connsiteY6" fmla="*/ 379 h 184187"/>
                    <a:gd name="connsiteX7" fmla="*/ 11945 w 102306"/>
                    <a:gd name="connsiteY7" fmla="*/ 66768 h 184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2306" h="184187">
                      <a:moveTo>
                        <a:pt x="11945" y="66768"/>
                      </a:moveTo>
                      <a:cubicBezTo>
                        <a:pt x="8325" y="92105"/>
                        <a:pt x="4706" y="117441"/>
                        <a:pt x="1182" y="142778"/>
                      </a:cubicBezTo>
                      <a:cubicBezTo>
                        <a:pt x="-152" y="152113"/>
                        <a:pt x="-1295" y="162209"/>
                        <a:pt x="3277" y="170400"/>
                      </a:cubicBezTo>
                      <a:cubicBezTo>
                        <a:pt x="9849" y="182021"/>
                        <a:pt x="25280" y="184973"/>
                        <a:pt x="38520" y="184021"/>
                      </a:cubicBezTo>
                      <a:cubicBezTo>
                        <a:pt x="70143" y="181735"/>
                        <a:pt x="93479" y="161923"/>
                        <a:pt x="91955" y="129633"/>
                      </a:cubicBezTo>
                      <a:cubicBezTo>
                        <a:pt x="90336" y="97153"/>
                        <a:pt x="100527" y="70197"/>
                        <a:pt x="102147" y="38289"/>
                      </a:cubicBezTo>
                      <a:cubicBezTo>
                        <a:pt x="103099" y="18572"/>
                        <a:pt x="100432" y="-3145"/>
                        <a:pt x="76334" y="379"/>
                      </a:cubicBezTo>
                      <a:cubicBezTo>
                        <a:pt x="41568" y="5618"/>
                        <a:pt x="16612" y="34002"/>
                        <a:pt x="11945" y="6676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55" name="Forme libre : forme 16954">
                  <a:extLst>
                    <a:ext uri="{FF2B5EF4-FFF2-40B4-BE49-F238E27FC236}">
                      <a16:creationId xmlns:a16="http://schemas.microsoft.com/office/drawing/2014/main" id="{81D610A8-BFF6-4B78-9658-6C5AE27C6A57}"/>
                    </a:ext>
                  </a:extLst>
                </p:cNvPr>
                <p:cNvSpPr/>
                <p:nvPr/>
              </p:nvSpPr>
              <p:spPr>
                <a:xfrm>
                  <a:off x="1050957" y="5251657"/>
                  <a:ext cx="108214" cy="158779"/>
                </a:xfrm>
                <a:custGeom>
                  <a:avLst/>
                  <a:gdLst>
                    <a:gd name="connsiteX0" fmla="*/ 5750 w 108214"/>
                    <a:gd name="connsiteY0" fmla="*/ 48338 h 158779"/>
                    <a:gd name="connsiteX1" fmla="*/ 131 w 108214"/>
                    <a:gd name="connsiteY1" fmla="*/ 95392 h 158779"/>
                    <a:gd name="connsiteX2" fmla="*/ 1178 w 108214"/>
                    <a:gd name="connsiteY2" fmla="*/ 110632 h 158779"/>
                    <a:gd name="connsiteX3" fmla="*/ 13275 w 108214"/>
                    <a:gd name="connsiteY3" fmla="*/ 128539 h 158779"/>
                    <a:gd name="connsiteX4" fmla="*/ 91380 w 108214"/>
                    <a:gd name="connsiteY4" fmla="*/ 158733 h 158779"/>
                    <a:gd name="connsiteX5" fmla="*/ 102429 w 108214"/>
                    <a:gd name="connsiteY5" fmla="*/ 156066 h 158779"/>
                    <a:gd name="connsiteX6" fmla="*/ 107954 w 108214"/>
                    <a:gd name="connsiteY6" fmla="*/ 140255 h 158779"/>
                    <a:gd name="connsiteX7" fmla="*/ 91190 w 108214"/>
                    <a:gd name="connsiteY7" fmla="*/ 70437 h 158779"/>
                    <a:gd name="connsiteX8" fmla="*/ 88904 w 108214"/>
                    <a:gd name="connsiteY8" fmla="*/ 18049 h 158779"/>
                    <a:gd name="connsiteX9" fmla="*/ 5750 w 108214"/>
                    <a:gd name="connsiteY9" fmla="*/ 48338 h 158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214" h="158779">
                      <a:moveTo>
                        <a:pt x="5750" y="48338"/>
                      </a:moveTo>
                      <a:cubicBezTo>
                        <a:pt x="1274" y="63483"/>
                        <a:pt x="702" y="79581"/>
                        <a:pt x="131" y="95392"/>
                      </a:cubicBezTo>
                      <a:cubicBezTo>
                        <a:pt x="-60" y="100535"/>
                        <a:pt x="-250" y="105679"/>
                        <a:pt x="1178" y="110632"/>
                      </a:cubicBezTo>
                      <a:cubicBezTo>
                        <a:pt x="3083" y="117681"/>
                        <a:pt x="7941" y="123491"/>
                        <a:pt x="13275" y="128539"/>
                      </a:cubicBezTo>
                      <a:cubicBezTo>
                        <a:pt x="33944" y="148446"/>
                        <a:pt x="62710" y="159590"/>
                        <a:pt x="91380" y="158733"/>
                      </a:cubicBezTo>
                      <a:cubicBezTo>
                        <a:pt x="95190" y="158638"/>
                        <a:pt x="99191" y="158257"/>
                        <a:pt x="102429" y="156066"/>
                      </a:cubicBezTo>
                      <a:cubicBezTo>
                        <a:pt x="107287" y="152828"/>
                        <a:pt x="108906" y="146065"/>
                        <a:pt x="107954" y="140255"/>
                      </a:cubicBezTo>
                      <a:cubicBezTo>
                        <a:pt x="104049" y="115585"/>
                        <a:pt x="91190" y="96821"/>
                        <a:pt x="91190" y="70437"/>
                      </a:cubicBezTo>
                      <a:cubicBezTo>
                        <a:pt x="91190" y="54339"/>
                        <a:pt x="95476" y="33384"/>
                        <a:pt x="88904" y="18049"/>
                      </a:cubicBezTo>
                      <a:cubicBezTo>
                        <a:pt x="70139" y="-25385"/>
                        <a:pt x="14228" y="19573"/>
                        <a:pt x="5750" y="4833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56" name="Forme libre : forme 16955">
                  <a:extLst>
                    <a:ext uri="{FF2B5EF4-FFF2-40B4-BE49-F238E27FC236}">
                      <a16:creationId xmlns:a16="http://schemas.microsoft.com/office/drawing/2014/main" id="{C81E0EE3-039F-4A43-9B63-9FB9A8CB8D93}"/>
                    </a:ext>
                  </a:extLst>
                </p:cNvPr>
                <p:cNvSpPr/>
                <p:nvPr/>
              </p:nvSpPr>
              <p:spPr>
                <a:xfrm>
                  <a:off x="1282718" y="5226924"/>
                  <a:ext cx="140645" cy="188203"/>
                </a:xfrm>
                <a:custGeom>
                  <a:avLst/>
                  <a:gdLst>
                    <a:gd name="connsiteX0" fmla="*/ 684 w 140645"/>
                    <a:gd name="connsiteY0" fmla="*/ 93169 h 188203"/>
                    <a:gd name="connsiteX1" fmla="*/ 37546 w 140645"/>
                    <a:gd name="connsiteY1" fmla="*/ 171274 h 188203"/>
                    <a:gd name="connsiteX2" fmla="*/ 89076 w 140645"/>
                    <a:gd name="connsiteY2" fmla="*/ 184323 h 188203"/>
                    <a:gd name="connsiteX3" fmla="*/ 117365 w 140645"/>
                    <a:gd name="connsiteY3" fmla="*/ 188038 h 188203"/>
                    <a:gd name="connsiteX4" fmla="*/ 139749 w 140645"/>
                    <a:gd name="connsiteY4" fmla="*/ 172799 h 188203"/>
                    <a:gd name="connsiteX5" fmla="*/ 129081 w 140645"/>
                    <a:gd name="connsiteY5" fmla="*/ 139651 h 188203"/>
                    <a:gd name="connsiteX6" fmla="*/ 105363 w 140645"/>
                    <a:gd name="connsiteY6" fmla="*/ 59641 h 188203"/>
                    <a:gd name="connsiteX7" fmla="*/ 88695 w 140645"/>
                    <a:gd name="connsiteY7" fmla="*/ 4873 h 188203"/>
                    <a:gd name="connsiteX8" fmla="*/ 684 w 140645"/>
                    <a:gd name="connsiteY8" fmla="*/ 93169 h 188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0645" h="188203">
                      <a:moveTo>
                        <a:pt x="684" y="93169"/>
                      </a:moveTo>
                      <a:cubicBezTo>
                        <a:pt x="-3317" y="123554"/>
                        <a:pt x="10399" y="157082"/>
                        <a:pt x="37546" y="171274"/>
                      </a:cubicBezTo>
                      <a:cubicBezTo>
                        <a:pt x="53357" y="179561"/>
                        <a:pt x="71645" y="180799"/>
                        <a:pt x="89076" y="184323"/>
                      </a:cubicBezTo>
                      <a:cubicBezTo>
                        <a:pt x="98410" y="186229"/>
                        <a:pt x="107840" y="188896"/>
                        <a:pt x="117365" y="188038"/>
                      </a:cubicBezTo>
                      <a:cubicBezTo>
                        <a:pt x="126890" y="187181"/>
                        <a:pt x="136796" y="181847"/>
                        <a:pt x="139749" y="172799"/>
                      </a:cubicBezTo>
                      <a:cubicBezTo>
                        <a:pt x="143368" y="161368"/>
                        <a:pt x="135272" y="150034"/>
                        <a:pt x="129081" y="139651"/>
                      </a:cubicBezTo>
                      <a:cubicBezTo>
                        <a:pt x="114793" y="115458"/>
                        <a:pt x="109936" y="86978"/>
                        <a:pt x="105363" y="59641"/>
                      </a:cubicBezTo>
                      <a:cubicBezTo>
                        <a:pt x="102792" y="44592"/>
                        <a:pt x="102506" y="15159"/>
                        <a:pt x="88695" y="4873"/>
                      </a:cubicBezTo>
                      <a:cubicBezTo>
                        <a:pt x="53166" y="-21607"/>
                        <a:pt x="4113" y="67261"/>
                        <a:pt x="684" y="9316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57" name="Forme libre : forme 16956">
                  <a:extLst>
                    <a:ext uri="{FF2B5EF4-FFF2-40B4-BE49-F238E27FC236}">
                      <a16:creationId xmlns:a16="http://schemas.microsoft.com/office/drawing/2014/main" id="{BB86D33F-FF2C-4ACB-A700-20C62D59AC13}"/>
                    </a:ext>
                  </a:extLst>
                </p:cNvPr>
                <p:cNvSpPr/>
                <p:nvPr/>
              </p:nvSpPr>
              <p:spPr>
                <a:xfrm>
                  <a:off x="1129354" y="5461501"/>
                  <a:ext cx="71579" cy="104504"/>
                </a:xfrm>
                <a:custGeom>
                  <a:avLst/>
                  <a:gdLst>
                    <a:gd name="connsiteX0" fmla="*/ 1268 w 71579"/>
                    <a:gd name="connsiteY0" fmla="*/ 54616 h 104504"/>
                    <a:gd name="connsiteX1" fmla="*/ 23366 w 71579"/>
                    <a:gd name="connsiteY1" fmla="*/ 97098 h 104504"/>
                    <a:gd name="connsiteX2" fmla="*/ 69371 w 71579"/>
                    <a:gd name="connsiteY2" fmla="*/ 89192 h 104504"/>
                    <a:gd name="connsiteX3" fmla="*/ 58227 w 71579"/>
                    <a:gd name="connsiteY3" fmla="*/ 25565 h 104504"/>
                    <a:gd name="connsiteX4" fmla="*/ 1268 w 71579"/>
                    <a:gd name="connsiteY4" fmla="*/ 54616 h 104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579" h="104504">
                      <a:moveTo>
                        <a:pt x="1268" y="54616"/>
                      </a:moveTo>
                      <a:cubicBezTo>
                        <a:pt x="4887" y="70523"/>
                        <a:pt x="10602" y="87002"/>
                        <a:pt x="23366" y="97098"/>
                      </a:cubicBezTo>
                      <a:cubicBezTo>
                        <a:pt x="37653" y="108433"/>
                        <a:pt x="61656" y="107480"/>
                        <a:pt x="69371" y="89192"/>
                      </a:cubicBezTo>
                      <a:cubicBezTo>
                        <a:pt x="76896" y="71476"/>
                        <a:pt x="63180" y="43186"/>
                        <a:pt x="58227" y="25565"/>
                      </a:cubicBezTo>
                      <a:cubicBezTo>
                        <a:pt x="43273" y="-26917"/>
                        <a:pt x="-8734" y="10802"/>
                        <a:pt x="1268" y="5461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58" name="Forme libre : forme 16957">
                  <a:extLst>
                    <a:ext uri="{FF2B5EF4-FFF2-40B4-BE49-F238E27FC236}">
                      <a16:creationId xmlns:a16="http://schemas.microsoft.com/office/drawing/2014/main" id="{4EABF0FC-420A-4E62-AF6C-7351656A689F}"/>
                    </a:ext>
                  </a:extLst>
                </p:cNvPr>
                <p:cNvSpPr/>
                <p:nvPr/>
              </p:nvSpPr>
              <p:spPr>
                <a:xfrm>
                  <a:off x="929663" y="5639761"/>
                  <a:ext cx="189358" cy="127728"/>
                </a:xfrm>
                <a:custGeom>
                  <a:avLst/>
                  <a:gdLst>
                    <a:gd name="connsiteX0" fmla="*/ 67799 w 189358"/>
                    <a:gd name="connsiteY0" fmla="*/ 7992 h 127728"/>
                    <a:gd name="connsiteX1" fmla="*/ 26841 w 189358"/>
                    <a:gd name="connsiteY1" fmla="*/ 10754 h 127728"/>
                    <a:gd name="connsiteX2" fmla="*/ 76 w 189358"/>
                    <a:gd name="connsiteY2" fmla="*/ 38757 h 127728"/>
                    <a:gd name="connsiteX3" fmla="*/ 11411 w 189358"/>
                    <a:gd name="connsiteY3" fmla="*/ 64665 h 127728"/>
                    <a:gd name="connsiteX4" fmla="*/ 35890 w 189358"/>
                    <a:gd name="connsiteY4" fmla="*/ 80381 h 127728"/>
                    <a:gd name="connsiteX5" fmla="*/ 129330 w 189358"/>
                    <a:gd name="connsiteY5" fmla="*/ 122196 h 127728"/>
                    <a:gd name="connsiteX6" fmla="*/ 166287 w 189358"/>
                    <a:gd name="connsiteY6" fmla="*/ 126768 h 127728"/>
                    <a:gd name="connsiteX7" fmla="*/ 189338 w 189358"/>
                    <a:gd name="connsiteY7" fmla="*/ 100860 h 127728"/>
                    <a:gd name="connsiteX8" fmla="*/ 165811 w 189358"/>
                    <a:gd name="connsiteY8" fmla="*/ 59998 h 127728"/>
                    <a:gd name="connsiteX9" fmla="*/ 153333 w 189358"/>
                    <a:gd name="connsiteY9" fmla="*/ 16088 h 127728"/>
                    <a:gd name="connsiteX10" fmla="*/ 67799 w 189358"/>
                    <a:gd name="connsiteY10" fmla="*/ 7992 h 127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9358" h="127728">
                      <a:moveTo>
                        <a:pt x="67799" y="7992"/>
                      </a:moveTo>
                      <a:cubicBezTo>
                        <a:pt x="54083" y="7992"/>
                        <a:pt x="39986" y="6849"/>
                        <a:pt x="26841" y="10754"/>
                      </a:cubicBezTo>
                      <a:cubicBezTo>
                        <a:pt x="13697" y="14659"/>
                        <a:pt x="1219" y="25136"/>
                        <a:pt x="76" y="38757"/>
                      </a:cubicBezTo>
                      <a:cubicBezTo>
                        <a:pt x="-686" y="48473"/>
                        <a:pt x="4362" y="57903"/>
                        <a:pt x="11411" y="64665"/>
                      </a:cubicBezTo>
                      <a:cubicBezTo>
                        <a:pt x="18459" y="71428"/>
                        <a:pt x="27222" y="75905"/>
                        <a:pt x="35890" y="80381"/>
                      </a:cubicBezTo>
                      <a:cubicBezTo>
                        <a:pt x="66370" y="95907"/>
                        <a:pt x="96945" y="111433"/>
                        <a:pt x="129330" y="122196"/>
                      </a:cubicBezTo>
                      <a:cubicBezTo>
                        <a:pt x="141237" y="126102"/>
                        <a:pt x="154000" y="129435"/>
                        <a:pt x="166287" y="126768"/>
                      </a:cubicBezTo>
                      <a:cubicBezTo>
                        <a:pt x="178575" y="124006"/>
                        <a:pt x="189909" y="113433"/>
                        <a:pt x="189338" y="100860"/>
                      </a:cubicBezTo>
                      <a:cubicBezTo>
                        <a:pt x="188671" y="85144"/>
                        <a:pt x="172098" y="73619"/>
                        <a:pt x="165811" y="59998"/>
                      </a:cubicBezTo>
                      <a:cubicBezTo>
                        <a:pt x="159429" y="46092"/>
                        <a:pt x="160001" y="29804"/>
                        <a:pt x="153333" y="16088"/>
                      </a:cubicBezTo>
                      <a:cubicBezTo>
                        <a:pt x="138665" y="-14487"/>
                        <a:pt x="94659" y="7896"/>
                        <a:pt x="67799" y="799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59" name="Forme libre : forme 16958">
                  <a:extLst>
                    <a:ext uri="{FF2B5EF4-FFF2-40B4-BE49-F238E27FC236}">
                      <a16:creationId xmlns:a16="http://schemas.microsoft.com/office/drawing/2014/main" id="{B212F446-DA0F-452D-8FCC-1A6AED10592E}"/>
                    </a:ext>
                  </a:extLst>
                </p:cNvPr>
                <p:cNvSpPr/>
                <p:nvPr/>
              </p:nvSpPr>
              <p:spPr>
                <a:xfrm>
                  <a:off x="850273" y="5749543"/>
                  <a:ext cx="112967" cy="68449"/>
                </a:xfrm>
                <a:custGeom>
                  <a:avLst/>
                  <a:gdLst>
                    <a:gd name="connsiteX0" fmla="*/ 11363 w 112967"/>
                    <a:gd name="connsiteY0" fmla="*/ 17082 h 68449"/>
                    <a:gd name="connsiteX1" fmla="*/ 123 w 112967"/>
                    <a:gd name="connsiteY1" fmla="*/ 43466 h 68449"/>
                    <a:gd name="connsiteX2" fmla="*/ 22983 w 112967"/>
                    <a:gd name="connsiteY2" fmla="*/ 66707 h 68449"/>
                    <a:gd name="connsiteX3" fmla="*/ 57464 w 112967"/>
                    <a:gd name="connsiteY3" fmla="*/ 66993 h 68449"/>
                    <a:gd name="connsiteX4" fmla="*/ 90610 w 112967"/>
                    <a:gd name="connsiteY4" fmla="*/ 64517 h 68449"/>
                    <a:gd name="connsiteX5" fmla="*/ 82038 w 112967"/>
                    <a:gd name="connsiteY5" fmla="*/ 13462 h 68449"/>
                    <a:gd name="connsiteX6" fmla="*/ 11363 w 112967"/>
                    <a:gd name="connsiteY6" fmla="*/ 17082 h 68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967" h="68449">
                      <a:moveTo>
                        <a:pt x="11363" y="17082"/>
                      </a:moveTo>
                      <a:cubicBezTo>
                        <a:pt x="4885" y="24511"/>
                        <a:pt x="-925" y="33655"/>
                        <a:pt x="123" y="43466"/>
                      </a:cubicBezTo>
                      <a:cubicBezTo>
                        <a:pt x="1266" y="54992"/>
                        <a:pt x="11839" y="63659"/>
                        <a:pt x="22983" y="66707"/>
                      </a:cubicBezTo>
                      <a:cubicBezTo>
                        <a:pt x="34127" y="69660"/>
                        <a:pt x="45938" y="68231"/>
                        <a:pt x="57464" y="66993"/>
                      </a:cubicBezTo>
                      <a:cubicBezTo>
                        <a:pt x="68513" y="65850"/>
                        <a:pt x="79562" y="65088"/>
                        <a:pt x="90610" y="64517"/>
                      </a:cubicBezTo>
                      <a:cubicBezTo>
                        <a:pt x="136902" y="62421"/>
                        <a:pt x="99755" y="28416"/>
                        <a:pt x="82038" y="13462"/>
                      </a:cubicBezTo>
                      <a:cubicBezTo>
                        <a:pt x="60226" y="-4730"/>
                        <a:pt x="30413" y="-5397"/>
                        <a:pt x="11363" y="1708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60" name="Forme libre : forme 16959">
                  <a:extLst>
                    <a:ext uri="{FF2B5EF4-FFF2-40B4-BE49-F238E27FC236}">
                      <a16:creationId xmlns:a16="http://schemas.microsoft.com/office/drawing/2014/main" id="{BBC64C88-1503-4515-8701-10EC6B26C212}"/>
                    </a:ext>
                  </a:extLst>
                </p:cNvPr>
                <p:cNvSpPr/>
                <p:nvPr/>
              </p:nvSpPr>
              <p:spPr>
                <a:xfrm>
                  <a:off x="651909" y="5758747"/>
                  <a:ext cx="116163" cy="50270"/>
                </a:xfrm>
                <a:custGeom>
                  <a:avLst/>
                  <a:gdLst>
                    <a:gd name="connsiteX0" fmla="*/ 8272 w 116163"/>
                    <a:gd name="connsiteY0" fmla="*/ 27976 h 50270"/>
                    <a:gd name="connsiteX1" fmla="*/ 81 w 116163"/>
                    <a:gd name="connsiteY1" fmla="*/ 38167 h 50270"/>
                    <a:gd name="connsiteX2" fmla="*/ 4367 w 116163"/>
                    <a:gd name="connsiteY2" fmla="*/ 43787 h 50270"/>
                    <a:gd name="connsiteX3" fmla="*/ 31037 w 116163"/>
                    <a:gd name="connsiteY3" fmla="*/ 49217 h 50270"/>
                    <a:gd name="connsiteX4" fmla="*/ 111047 w 116163"/>
                    <a:gd name="connsiteY4" fmla="*/ 16927 h 50270"/>
                    <a:gd name="connsiteX5" fmla="*/ 8272 w 116163"/>
                    <a:gd name="connsiteY5" fmla="*/ 27976 h 5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6163" h="50270">
                      <a:moveTo>
                        <a:pt x="8272" y="27976"/>
                      </a:moveTo>
                      <a:cubicBezTo>
                        <a:pt x="4081" y="30071"/>
                        <a:pt x="-681" y="33500"/>
                        <a:pt x="81" y="38167"/>
                      </a:cubicBezTo>
                      <a:cubicBezTo>
                        <a:pt x="462" y="40549"/>
                        <a:pt x="2367" y="42358"/>
                        <a:pt x="4367" y="43787"/>
                      </a:cubicBezTo>
                      <a:cubicBezTo>
                        <a:pt x="11987" y="48931"/>
                        <a:pt x="21798" y="49217"/>
                        <a:pt x="31037" y="49217"/>
                      </a:cubicBezTo>
                      <a:cubicBezTo>
                        <a:pt x="51230" y="49312"/>
                        <a:pt x="137908" y="59123"/>
                        <a:pt x="111047" y="16927"/>
                      </a:cubicBezTo>
                      <a:cubicBezTo>
                        <a:pt x="87330" y="-20506"/>
                        <a:pt x="36276" y="13783"/>
                        <a:pt x="8272" y="2797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61" name="Forme libre : forme 16960">
                  <a:extLst>
                    <a:ext uri="{FF2B5EF4-FFF2-40B4-BE49-F238E27FC236}">
                      <a16:creationId xmlns:a16="http://schemas.microsoft.com/office/drawing/2014/main" id="{4B86FA8A-30A8-40F2-A9D2-6F5786474A06}"/>
                    </a:ext>
                  </a:extLst>
                </p:cNvPr>
                <p:cNvSpPr/>
                <p:nvPr/>
              </p:nvSpPr>
              <p:spPr>
                <a:xfrm>
                  <a:off x="770672" y="5603717"/>
                  <a:ext cx="119741" cy="82045"/>
                </a:xfrm>
                <a:custGeom>
                  <a:avLst/>
                  <a:gdLst>
                    <a:gd name="connsiteX0" fmla="*/ 0 w 119741"/>
                    <a:gd name="connsiteY0" fmla="*/ 17462 h 82045"/>
                    <a:gd name="connsiteX1" fmla="*/ 38671 w 119741"/>
                    <a:gd name="connsiteY1" fmla="*/ 1555 h 82045"/>
                    <a:gd name="connsiteX2" fmla="*/ 50483 w 119741"/>
                    <a:gd name="connsiteY2" fmla="*/ 222 h 82045"/>
                    <a:gd name="connsiteX3" fmla="*/ 59246 w 119741"/>
                    <a:gd name="connsiteY3" fmla="*/ 3746 h 82045"/>
                    <a:gd name="connsiteX4" fmla="*/ 111919 w 119741"/>
                    <a:gd name="connsiteY4" fmla="*/ 50037 h 82045"/>
                    <a:gd name="connsiteX5" fmla="*/ 119729 w 119741"/>
                    <a:gd name="connsiteY5" fmla="*/ 67658 h 82045"/>
                    <a:gd name="connsiteX6" fmla="*/ 118205 w 119741"/>
                    <a:gd name="connsiteY6" fmla="*/ 75088 h 82045"/>
                    <a:gd name="connsiteX7" fmla="*/ 93345 w 119741"/>
                    <a:gd name="connsiteY7" fmla="*/ 78517 h 82045"/>
                    <a:gd name="connsiteX8" fmla="*/ 76486 w 119741"/>
                    <a:gd name="connsiteY8" fmla="*/ 56038 h 82045"/>
                    <a:gd name="connsiteX9" fmla="*/ 56674 w 119741"/>
                    <a:gd name="connsiteY9" fmla="*/ 31273 h 82045"/>
                    <a:gd name="connsiteX10" fmla="*/ 26860 w 119741"/>
                    <a:gd name="connsiteY10" fmla="*/ 22605 h 82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9741" h="82045">
                      <a:moveTo>
                        <a:pt x="0" y="17462"/>
                      </a:moveTo>
                      <a:cubicBezTo>
                        <a:pt x="12192" y="10604"/>
                        <a:pt x="25241" y="5270"/>
                        <a:pt x="38671" y="1555"/>
                      </a:cubicBezTo>
                      <a:cubicBezTo>
                        <a:pt x="42577" y="507"/>
                        <a:pt x="46577" y="-445"/>
                        <a:pt x="50483" y="222"/>
                      </a:cubicBezTo>
                      <a:cubicBezTo>
                        <a:pt x="53626" y="793"/>
                        <a:pt x="56483" y="2222"/>
                        <a:pt x="59246" y="3746"/>
                      </a:cubicBezTo>
                      <a:cubicBezTo>
                        <a:pt x="79820" y="15271"/>
                        <a:pt x="97917" y="31083"/>
                        <a:pt x="111919" y="50037"/>
                      </a:cubicBezTo>
                      <a:cubicBezTo>
                        <a:pt x="115824" y="55276"/>
                        <a:pt x="119539" y="61086"/>
                        <a:pt x="119729" y="67658"/>
                      </a:cubicBezTo>
                      <a:cubicBezTo>
                        <a:pt x="119825" y="70230"/>
                        <a:pt x="119348" y="72897"/>
                        <a:pt x="118205" y="75088"/>
                      </a:cubicBezTo>
                      <a:cubicBezTo>
                        <a:pt x="113824" y="83470"/>
                        <a:pt x="101155" y="83851"/>
                        <a:pt x="93345" y="78517"/>
                      </a:cubicBezTo>
                      <a:cubicBezTo>
                        <a:pt x="85534" y="73183"/>
                        <a:pt x="81153" y="64229"/>
                        <a:pt x="76486" y="56038"/>
                      </a:cubicBezTo>
                      <a:cubicBezTo>
                        <a:pt x="71247" y="46799"/>
                        <a:pt x="65056" y="37845"/>
                        <a:pt x="56674" y="31273"/>
                      </a:cubicBezTo>
                      <a:cubicBezTo>
                        <a:pt x="48292" y="24700"/>
                        <a:pt x="37433" y="20795"/>
                        <a:pt x="26860" y="22605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62" name="Forme libre : forme 16961">
                  <a:extLst>
                    <a:ext uri="{FF2B5EF4-FFF2-40B4-BE49-F238E27FC236}">
                      <a16:creationId xmlns:a16="http://schemas.microsoft.com/office/drawing/2014/main" id="{8B341C45-A870-411F-8307-F96BF3D5492F}"/>
                    </a:ext>
                  </a:extLst>
                </p:cNvPr>
                <p:cNvSpPr/>
                <p:nvPr/>
              </p:nvSpPr>
              <p:spPr>
                <a:xfrm>
                  <a:off x="1274734" y="5442351"/>
                  <a:ext cx="80371" cy="107873"/>
                </a:xfrm>
                <a:custGeom>
                  <a:avLst/>
                  <a:gdLst>
                    <a:gd name="connsiteX0" fmla="*/ 0 w 80371"/>
                    <a:gd name="connsiteY0" fmla="*/ 86054 h 107873"/>
                    <a:gd name="connsiteX1" fmla="*/ 8668 w 80371"/>
                    <a:gd name="connsiteY1" fmla="*/ 104437 h 107873"/>
                    <a:gd name="connsiteX2" fmla="*/ 24384 w 80371"/>
                    <a:gd name="connsiteY2" fmla="*/ 107866 h 107873"/>
                    <a:gd name="connsiteX3" fmla="*/ 69533 w 80371"/>
                    <a:gd name="connsiteY3" fmla="*/ 12140 h 107873"/>
                    <a:gd name="connsiteX4" fmla="*/ 39529 w 80371"/>
                    <a:gd name="connsiteY4" fmla="*/ 7568 h 107873"/>
                    <a:gd name="connsiteX5" fmla="*/ 0 w 80371"/>
                    <a:gd name="connsiteY5" fmla="*/ 86054 h 107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0371" h="107873">
                      <a:moveTo>
                        <a:pt x="0" y="86054"/>
                      </a:moveTo>
                      <a:cubicBezTo>
                        <a:pt x="0" y="93103"/>
                        <a:pt x="2762" y="100627"/>
                        <a:pt x="8668" y="104437"/>
                      </a:cubicBezTo>
                      <a:cubicBezTo>
                        <a:pt x="13240" y="107390"/>
                        <a:pt x="18955" y="107771"/>
                        <a:pt x="24384" y="107866"/>
                      </a:cubicBezTo>
                      <a:cubicBezTo>
                        <a:pt x="71057" y="108628"/>
                        <a:pt x="96107" y="49097"/>
                        <a:pt x="69533" y="12140"/>
                      </a:cubicBezTo>
                      <a:cubicBezTo>
                        <a:pt x="59722" y="-1481"/>
                        <a:pt x="51054" y="-4529"/>
                        <a:pt x="39529" y="7568"/>
                      </a:cubicBezTo>
                      <a:cubicBezTo>
                        <a:pt x="24860" y="22903"/>
                        <a:pt x="0" y="64337"/>
                        <a:pt x="0" y="8605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63" name="Forme libre : forme 16962">
                  <a:extLst>
                    <a:ext uri="{FF2B5EF4-FFF2-40B4-BE49-F238E27FC236}">
                      <a16:creationId xmlns:a16="http://schemas.microsoft.com/office/drawing/2014/main" id="{63564CC1-C94C-4058-848D-BB63C758493D}"/>
                    </a:ext>
                  </a:extLst>
                </p:cNvPr>
                <p:cNvSpPr/>
                <p:nvPr/>
              </p:nvSpPr>
              <p:spPr>
                <a:xfrm>
                  <a:off x="1204039" y="5588977"/>
                  <a:ext cx="146284" cy="195250"/>
                </a:xfrm>
                <a:custGeom>
                  <a:avLst/>
                  <a:gdLst>
                    <a:gd name="connsiteX0" fmla="*/ 10021 w 146284"/>
                    <a:gd name="connsiteY0" fmla="*/ 85350 h 195250"/>
                    <a:gd name="connsiteX1" fmla="*/ 20 w 146284"/>
                    <a:gd name="connsiteY1" fmla="*/ 134785 h 195250"/>
                    <a:gd name="connsiteX2" fmla="*/ 22213 w 146284"/>
                    <a:gd name="connsiteY2" fmla="*/ 177934 h 195250"/>
                    <a:gd name="connsiteX3" fmla="*/ 48502 w 146284"/>
                    <a:gd name="connsiteY3" fmla="*/ 185840 h 195250"/>
                    <a:gd name="connsiteX4" fmla="*/ 95460 w 146284"/>
                    <a:gd name="connsiteY4" fmla="*/ 193936 h 195250"/>
                    <a:gd name="connsiteX5" fmla="*/ 119844 w 146284"/>
                    <a:gd name="connsiteY5" fmla="*/ 192126 h 195250"/>
                    <a:gd name="connsiteX6" fmla="*/ 131465 w 146284"/>
                    <a:gd name="connsiteY6" fmla="*/ 162789 h 195250"/>
                    <a:gd name="connsiteX7" fmla="*/ 127083 w 146284"/>
                    <a:gd name="connsiteY7" fmla="*/ 13437 h 195250"/>
                    <a:gd name="connsiteX8" fmla="*/ 10021 w 146284"/>
                    <a:gd name="connsiteY8" fmla="*/ 85350 h 1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6284" h="195250">
                      <a:moveTo>
                        <a:pt x="10021" y="85350"/>
                      </a:moveTo>
                      <a:cubicBezTo>
                        <a:pt x="4782" y="101448"/>
                        <a:pt x="-361" y="117926"/>
                        <a:pt x="20" y="134785"/>
                      </a:cubicBezTo>
                      <a:cubicBezTo>
                        <a:pt x="496" y="151645"/>
                        <a:pt x="7640" y="169361"/>
                        <a:pt x="22213" y="177934"/>
                      </a:cubicBezTo>
                      <a:cubicBezTo>
                        <a:pt x="30119" y="182601"/>
                        <a:pt x="39358" y="184220"/>
                        <a:pt x="48502" y="185840"/>
                      </a:cubicBezTo>
                      <a:cubicBezTo>
                        <a:pt x="64123" y="188506"/>
                        <a:pt x="79744" y="191174"/>
                        <a:pt x="95460" y="193936"/>
                      </a:cubicBezTo>
                      <a:cubicBezTo>
                        <a:pt x="103652" y="195365"/>
                        <a:pt x="112796" y="196602"/>
                        <a:pt x="119844" y="192126"/>
                      </a:cubicBezTo>
                      <a:cubicBezTo>
                        <a:pt x="129084" y="186316"/>
                        <a:pt x="130608" y="173647"/>
                        <a:pt x="131465" y="162789"/>
                      </a:cubicBezTo>
                      <a:cubicBezTo>
                        <a:pt x="134418" y="124117"/>
                        <a:pt x="165850" y="43441"/>
                        <a:pt x="127083" y="13437"/>
                      </a:cubicBezTo>
                      <a:cubicBezTo>
                        <a:pt x="71362" y="-29616"/>
                        <a:pt x="24499" y="40678"/>
                        <a:pt x="10021" y="8535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64" name="Forme libre : forme 16963">
                  <a:extLst>
                    <a:ext uri="{FF2B5EF4-FFF2-40B4-BE49-F238E27FC236}">
                      <a16:creationId xmlns:a16="http://schemas.microsoft.com/office/drawing/2014/main" id="{E7EB5F43-3F3D-4128-9D1B-B36E72401612}"/>
                    </a:ext>
                  </a:extLst>
                </p:cNvPr>
                <p:cNvSpPr/>
                <p:nvPr/>
              </p:nvSpPr>
              <p:spPr>
                <a:xfrm>
                  <a:off x="1102582" y="5785513"/>
                  <a:ext cx="98158" cy="46898"/>
                </a:xfrm>
                <a:custGeom>
                  <a:avLst/>
                  <a:gdLst>
                    <a:gd name="connsiteX0" fmla="*/ 20324 w 98158"/>
                    <a:gd name="connsiteY0" fmla="*/ 17402 h 46898"/>
                    <a:gd name="connsiteX1" fmla="*/ 36 w 98158"/>
                    <a:gd name="connsiteY1" fmla="*/ 38548 h 46898"/>
                    <a:gd name="connsiteX2" fmla="*/ 1465 w 98158"/>
                    <a:gd name="connsiteY2" fmla="*/ 42739 h 46898"/>
                    <a:gd name="connsiteX3" fmla="*/ 7085 w 98158"/>
                    <a:gd name="connsiteY3" fmla="*/ 45405 h 46898"/>
                    <a:gd name="connsiteX4" fmla="*/ 98144 w 98158"/>
                    <a:gd name="connsiteY4" fmla="*/ 18450 h 46898"/>
                    <a:gd name="connsiteX5" fmla="*/ 20324 w 98158"/>
                    <a:gd name="connsiteY5" fmla="*/ 17402 h 46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8158" h="46898">
                      <a:moveTo>
                        <a:pt x="20324" y="17402"/>
                      </a:moveTo>
                      <a:cubicBezTo>
                        <a:pt x="10704" y="21403"/>
                        <a:pt x="-726" y="28070"/>
                        <a:pt x="36" y="38548"/>
                      </a:cubicBezTo>
                      <a:cubicBezTo>
                        <a:pt x="131" y="40071"/>
                        <a:pt x="512" y="41500"/>
                        <a:pt x="1465" y="42739"/>
                      </a:cubicBezTo>
                      <a:cubicBezTo>
                        <a:pt x="2798" y="44358"/>
                        <a:pt x="4989" y="45024"/>
                        <a:pt x="7085" y="45405"/>
                      </a:cubicBezTo>
                      <a:cubicBezTo>
                        <a:pt x="26611" y="49596"/>
                        <a:pt x="97382" y="46263"/>
                        <a:pt x="98144" y="18450"/>
                      </a:cubicBezTo>
                      <a:cubicBezTo>
                        <a:pt x="99287" y="-18888"/>
                        <a:pt x="35945" y="10925"/>
                        <a:pt x="20324" y="1740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65" name="Forme libre : forme 16964">
                  <a:extLst>
                    <a:ext uri="{FF2B5EF4-FFF2-40B4-BE49-F238E27FC236}">
                      <a16:creationId xmlns:a16="http://schemas.microsoft.com/office/drawing/2014/main" id="{33485AB2-8620-4CD2-B58B-0F83DDE79982}"/>
                    </a:ext>
                  </a:extLst>
                </p:cNvPr>
                <p:cNvSpPr/>
                <p:nvPr/>
              </p:nvSpPr>
              <p:spPr>
                <a:xfrm>
                  <a:off x="1430830" y="5417643"/>
                  <a:ext cx="183763" cy="221238"/>
                </a:xfrm>
                <a:custGeom>
                  <a:avLst/>
                  <a:gdLst>
                    <a:gd name="connsiteX0" fmla="*/ 17736 w 183763"/>
                    <a:gd name="connsiteY0" fmla="*/ 52088 h 221238"/>
                    <a:gd name="connsiteX1" fmla="*/ 686 w 183763"/>
                    <a:gd name="connsiteY1" fmla="*/ 74281 h 221238"/>
                    <a:gd name="connsiteX2" fmla="*/ 3925 w 183763"/>
                    <a:gd name="connsiteY2" fmla="*/ 98379 h 221238"/>
                    <a:gd name="connsiteX3" fmla="*/ 65170 w 183763"/>
                    <a:gd name="connsiteY3" fmla="*/ 205726 h 221238"/>
                    <a:gd name="connsiteX4" fmla="*/ 92031 w 183763"/>
                    <a:gd name="connsiteY4" fmla="*/ 221061 h 221238"/>
                    <a:gd name="connsiteX5" fmla="*/ 107747 w 183763"/>
                    <a:gd name="connsiteY5" fmla="*/ 212203 h 221238"/>
                    <a:gd name="connsiteX6" fmla="*/ 164135 w 183763"/>
                    <a:gd name="connsiteY6" fmla="*/ 140290 h 221238"/>
                    <a:gd name="connsiteX7" fmla="*/ 151181 w 183763"/>
                    <a:gd name="connsiteY7" fmla="*/ 5797 h 221238"/>
                    <a:gd name="connsiteX8" fmla="*/ 17736 w 183763"/>
                    <a:gd name="connsiteY8" fmla="*/ 52088 h 221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3763" h="221238">
                      <a:moveTo>
                        <a:pt x="17736" y="52088"/>
                      </a:moveTo>
                      <a:cubicBezTo>
                        <a:pt x="10497" y="58184"/>
                        <a:pt x="2972" y="65042"/>
                        <a:pt x="686" y="74281"/>
                      </a:cubicBezTo>
                      <a:cubicBezTo>
                        <a:pt x="-1219" y="82282"/>
                        <a:pt x="1162" y="90569"/>
                        <a:pt x="3925" y="98379"/>
                      </a:cubicBezTo>
                      <a:cubicBezTo>
                        <a:pt x="17545" y="137527"/>
                        <a:pt x="38405" y="174008"/>
                        <a:pt x="65170" y="205726"/>
                      </a:cubicBezTo>
                      <a:cubicBezTo>
                        <a:pt x="72124" y="214013"/>
                        <a:pt x="81363" y="222586"/>
                        <a:pt x="92031" y="221061"/>
                      </a:cubicBezTo>
                      <a:cubicBezTo>
                        <a:pt x="98032" y="220204"/>
                        <a:pt x="103175" y="216204"/>
                        <a:pt x="107747" y="212203"/>
                      </a:cubicBezTo>
                      <a:cubicBezTo>
                        <a:pt x="130702" y="192010"/>
                        <a:pt x="149943" y="167436"/>
                        <a:pt x="164135" y="140290"/>
                      </a:cubicBezTo>
                      <a:cubicBezTo>
                        <a:pt x="183566" y="103142"/>
                        <a:pt x="201283" y="28656"/>
                        <a:pt x="151181" y="5797"/>
                      </a:cubicBezTo>
                      <a:cubicBezTo>
                        <a:pt x="105747" y="-14968"/>
                        <a:pt x="50121" y="24656"/>
                        <a:pt x="17736" y="5208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66" name="Forme libre : forme 16965">
                  <a:extLst>
                    <a:ext uri="{FF2B5EF4-FFF2-40B4-BE49-F238E27FC236}">
                      <a16:creationId xmlns:a16="http://schemas.microsoft.com/office/drawing/2014/main" id="{C0CEF707-7E25-420E-8F83-246084F5933A}"/>
                    </a:ext>
                  </a:extLst>
                </p:cNvPr>
                <p:cNvSpPr/>
                <p:nvPr/>
              </p:nvSpPr>
              <p:spPr>
                <a:xfrm>
                  <a:off x="1582034" y="5163324"/>
                  <a:ext cx="121294" cy="203068"/>
                </a:xfrm>
                <a:custGeom>
                  <a:avLst/>
                  <a:gdLst>
                    <a:gd name="connsiteX0" fmla="*/ 1787 w 121294"/>
                    <a:gd name="connsiteY0" fmla="*/ 83617 h 203068"/>
                    <a:gd name="connsiteX1" fmla="*/ 34458 w 121294"/>
                    <a:gd name="connsiteY1" fmla="*/ 177248 h 203068"/>
                    <a:gd name="connsiteX2" fmla="*/ 74749 w 121294"/>
                    <a:gd name="connsiteY2" fmla="*/ 203061 h 203068"/>
                    <a:gd name="connsiteX3" fmla="*/ 103419 w 121294"/>
                    <a:gd name="connsiteY3" fmla="*/ 187821 h 203068"/>
                    <a:gd name="connsiteX4" fmla="*/ 120945 w 121294"/>
                    <a:gd name="connsiteY4" fmla="*/ 148101 h 203068"/>
                    <a:gd name="connsiteX5" fmla="*/ 104562 w 121294"/>
                    <a:gd name="connsiteY5" fmla="*/ 74378 h 203068"/>
                    <a:gd name="connsiteX6" fmla="*/ 98847 w 121294"/>
                    <a:gd name="connsiteY6" fmla="*/ 16847 h 203068"/>
                    <a:gd name="connsiteX7" fmla="*/ 74368 w 121294"/>
                    <a:gd name="connsiteY7" fmla="*/ 5798 h 203068"/>
                    <a:gd name="connsiteX8" fmla="*/ 1787 w 121294"/>
                    <a:gd name="connsiteY8" fmla="*/ 83617 h 203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294" h="203068">
                      <a:moveTo>
                        <a:pt x="1787" y="83617"/>
                      </a:moveTo>
                      <a:cubicBezTo>
                        <a:pt x="-6023" y="116955"/>
                        <a:pt x="13027" y="150578"/>
                        <a:pt x="34458" y="177248"/>
                      </a:cubicBezTo>
                      <a:cubicBezTo>
                        <a:pt x="44840" y="190106"/>
                        <a:pt x="58175" y="203442"/>
                        <a:pt x="74749" y="203061"/>
                      </a:cubicBezTo>
                      <a:cubicBezTo>
                        <a:pt x="85893" y="202775"/>
                        <a:pt x="95989" y="196107"/>
                        <a:pt x="103419" y="187821"/>
                      </a:cubicBezTo>
                      <a:cubicBezTo>
                        <a:pt x="113230" y="176867"/>
                        <a:pt x="119421" y="162770"/>
                        <a:pt x="120945" y="148101"/>
                      </a:cubicBezTo>
                      <a:cubicBezTo>
                        <a:pt x="123422" y="122860"/>
                        <a:pt x="112182" y="98571"/>
                        <a:pt x="104562" y="74378"/>
                      </a:cubicBezTo>
                      <a:cubicBezTo>
                        <a:pt x="98276" y="54471"/>
                        <a:pt x="100466" y="36945"/>
                        <a:pt x="98847" y="16847"/>
                      </a:cubicBezTo>
                      <a:cubicBezTo>
                        <a:pt x="97228" y="-2489"/>
                        <a:pt x="91227" y="-3727"/>
                        <a:pt x="74368" y="5798"/>
                      </a:cubicBezTo>
                      <a:cubicBezTo>
                        <a:pt x="45031" y="22276"/>
                        <a:pt x="9788" y="49327"/>
                        <a:pt x="1787" y="8361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67" name="Forme libre : forme 16966">
                  <a:extLst>
                    <a:ext uri="{FF2B5EF4-FFF2-40B4-BE49-F238E27FC236}">
                      <a16:creationId xmlns:a16="http://schemas.microsoft.com/office/drawing/2014/main" id="{CEB6EE7B-27A3-4567-8095-F932DC220424}"/>
                    </a:ext>
                  </a:extLst>
                </p:cNvPr>
                <p:cNvSpPr/>
                <p:nvPr/>
              </p:nvSpPr>
              <p:spPr>
                <a:xfrm>
                  <a:off x="1713691" y="5397711"/>
                  <a:ext cx="125377" cy="118986"/>
                </a:xfrm>
                <a:custGeom>
                  <a:avLst/>
                  <a:gdLst>
                    <a:gd name="connsiteX0" fmla="*/ 7004 w 125377"/>
                    <a:gd name="connsiteY0" fmla="*/ 103928 h 118986"/>
                    <a:gd name="connsiteX1" fmla="*/ 34912 w 125377"/>
                    <a:gd name="connsiteY1" fmla="*/ 118025 h 118986"/>
                    <a:gd name="connsiteX2" fmla="*/ 122638 w 125377"/>
                    <a:gd name="connsiteY2" fmla="*/ 86879 h 118986"/>
                    <a:gd name="connsiteX3" fmla="*/ 98158 w 125377"/>
                    <a:gd name="connsiteY3" fmla="*/ 12298 h 118986"/>
                    <a:gd name="connsiteX4" fmla="*/ 36055 w 125377"/>
                    <a:gd name="connsiteY4" fmla="*/ 15346 h 118986"/>
                    <a:gd name="connsiteX5" fmla="*/ 7004 w 125377"/>
                    <a:gd name="connsiteY5" fmla="*/ 103928 h 118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77" h="118986">
                      <a:moveTo>
                        <a:pt x="7004" y="103928"/>
                      </a:moveTo>
                      <a:cubicBezTo>
                        <a:pt x="13576" y="112310"/>
                        <a:pt x="24340" y="116501"/>
                        <a:pt x="34912" y="118025"/>
                      </a:cubicBezTo>
                      <a:cubicBezTo>
                        <a:pt x="60249" y="121835"/>
                        <a:pt x="111589" y="114882"/>
                        <a:pt x="122638" y="86879"/>
                      </a:cubicBezTo>
                      <a:cubicBezTo>
                        <a:pt x="131972" y="63352"/>
                        <a:pt x="115875" y="28109"/>
                        <a:pt x="98158" y="12298"/>
                      </a:cubicBezTo>
                      <a:cubicBezTo>
                        <a:pt x="77965" y="-5609"/>
                        <a:pt x="54629" y="-3418"/>
                        <a:pt x="36055" y="15346"/>
                      </a:cubicBezTo>
                      <a:cubicBezTo>
                        <a:pt x="17291" y="34682"/>
                        <a:pt x="-14046" y="77068"/>
                        <a:pt x="7004" y="10392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68" name="Forme libre : forme 16967">
                  <a:extLst>
                    <a:ext uri="{FF2B5EF4-FFF2-40B4-BE49-F238E27FC236}">
                      <a16:creationId xmlns:a16="http://schemas.microsoft.com/office/drawing/2014/main" id="{645BA78F-E66D-4AFB-9BCE-32F7FDD8A2EB}"/>
                    </a:ext>
                  </a:extLst>
                </p:cNvPr>
                <p:cNvSpPr/>
                <p:nvPr/>
              </p:nvSpPr>
              <p:spPr>
                <a:xfrm>
                  <a:off x="1850224" y="5218291"/>
                  <a:ext cx="119172" cy="176421"/>
                </a:xfrm>
                <a:custGeom>
                  <a:avLst/>
                  <a:gdLst>
                    <a:gd name="connsiteX0" fmla="*/ 392 w 119172"/>
                    <a:gd name="connsiteY0" fmla="*/ 99420 h 176421"/>
                    <a:gd name="connsiteX1" fmla="*/ 2963 w 119172"/>
                    <a:gd name="connsiteY1" fmla="*/ 126091 h 176421"/>
                    <a:gd name="connsiteX2" fmla="*/ 21442 w 119172"/>
                    <a:gd name="connsiteY2" fmla="*/ 147807 h 176421"/>
                    <a:gd name="connsiteX3" fmla="*/ 56970 w 119172"/>
                    <a:gd name="connsiteY3" fmla="*/ 171048 h 176421"/>
                    <a:gd name="connsiteX4" fmla="*/ 98594 w 119172"/>
                    <a:gd name="connsiteY4" fmla="*/ 173810 h 176421"/>
                    <a:gd name="connsiteX5" fmla="*/ 117168 w 119172"/>
                    <a:gd name="connsiteY5" fmla="*/ 158190 h 176421"/>
                    <a:gd name="connsiteX6" fmla="*/ 92213 w 119172"/>
                    <a:gd name="connsiteY6" fmla="*/ 78846 h 176421"/>
                    <a:gd name="connsiteX7" fmla="*/ 88879 w 119172"/>
                    <a:gd name="connsiteY7" fmla="*/ 8647 h 176421"/>
                    <a:gd name="connsiteX8" fmla="*/ 30586 w 119172"/>
                    <a:gd name="connsiteY8" fmla="*/ 20267 h 176421"/>
                    <a:gd name="connsiteX9" fmla="*/ 392 w 119172"/>
                    <a:gd name="connsiteY9" fmla="*/ 99420 h 176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9172" h="176421">
                      <a:moveTo>
                        <a:pt x="392" y="99420"/>
                      </a:moveTo>
                      <a:cubicBezTo>
                        <a:pt x="-275" y="108374"/>
                        <a:pt x="-466" y="117803"/>
                        <a:pt x="2963" y="126091"/>
                      </a:cubicBezTo>
                      <a:cubicBezTo>
                        <a:pt x="6678" y="134949"/>
                        <a:pt x="14108" y="141711"/>
                        <a:pt x="21442" y="147807"/>
                      </a:cubicBezTo>
                      <a:cubicBezTo>
                        <a:pt x="32396" y="156952"/>
                        <a:pt x="43826" y="165619"/>
                        <a:pt x="56970" y="171048"/>
                      </a:cubicBezTo>
                      <a:cubicBezTo>
                        <a:pt x="70115" y="176478"/>
                        <a:pt x="85164" y="178478"/>
                        <a:pt x="98594" y="173810"/>
                      </a:cubicBezTo>
                      <a:cubicBezTo>
                        <a:pt x="106500" y="171144"/>
                        <a:pt x="113834" y="165810"/>
                        <a:pt x="117168" y="158190"/>
                      </a:cubicBezTo>
                      <a:cubicBezTo>
                        <a:pt x="127360" y="134282"/>
                        <a:pt x="95546" y="103135"/>
                        <a:pt x="92213" y="78846"/>
                      </a:cubicBezTo>
                      <a:cubicBezTo>
                        <a:pt x="89546" y="59130"/>
                        <a:pt x="100690" y="26268"/>
                        <a:pt x="88879" y="8647"/>
                      </a:cubicBezTo>
                      <a:cubicBezTo>
                        <a:pt x="75353" y="-11450"/>
                        <a:pt x="43921" y="8171"/>
                        <a:pt x="30586" y="20267"/>
                      </a:cubicBezTo>
                      <a:cubicBezTo>
                        <a:pt x="8488" y="40270"/>
                        <a:pt x="2392" y="70941"/>
                        <a:pt x="392" y="9942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69" name="Forme libre : forme 16968">
                  <a:extLst>
                    <a:ext uri="{FF2B5EF4-FFF2-40B4-BE49-F238E27FC236}">
                      <a16:creationId xmlns:a16="http://schemas.microsoft.com/office/drawing/2014/main" id="{8AF5180B-847A-45FF-AF3F-FE031CD80275}"/>
                    </a:ext>
                  </a:extLst>
                </p:cNvPr>
                <p:cNvSpPr/>
                <p:nvPr/>
              </p:nvSpPr>
              <p:spPr>
                <a:xfrm>
                  <a:off x="1681865" y="5565954"/>
                  <a:ext cx="133091" cy="206346"/>
                </a:xfrm>
                <a:custGeom>
                  <a:avLst/>
                  <a:gdLst>
                    <a:gd name="connsiteX0" fmla="*/ 7969 w 133091"/>
                    <a:gd name="connsiteY0" fmla="*/ 88562 h 206346"/>
                    <a:gd name="connsiteX1" fmla="*/ 13112 w 133091"/>
                    <a:gd name="connsiteY1" fmla="*/ 183430 h 206346"/>
                    <a:gd name="connsiteX2" fmla="*/ 28924 w 133091"/>
                    <a:gd name="connsiteY2" fmla="*/ 201052 h 206346"/>
                    <a:gd name="connsiteX3" fmla="*/ 56737 w 133091"/>
                    <a:gd name="connsiteY3" fmla="*/ 206291 h 206346"/>
                    <a:gd name="connsiteX4" fmla="*/ 104266 w 133091"/>
                    <a:gd name="connsiteY4" fmla="*/ 182954 h 206346"/>
                    <a:gd name="connsiteX5" fmla="*/ 107981 w 133091"/>
                    <a:gd name="connsiteY5" fmla="*/ 151998 h 206346"/>
                    <a:gd name="connsiteX6" fmla="*/ 125317 w 133091"/>
                    <a:gd name="connsiteY6" fmla="*/ 66082 h 206346"/>
                    <a:gd name="connsiteX7" fmla="*/ 118935 w 133091"/>
                    <a:gd name="connsiteY7" fmla="*/ 6456 h 206346"/>
                    <a:gd name="connsiteX8" fmla="*/ 7969 w 133091"/>
                    <a:gd name="connsiteY8" fmla="*/ 88562 h 206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3091" h="206346">
                      <a:moveTo>
                        <a:pt x="7969" y="88562"/>
                      </a:moveTo>
                      <a:cubicBezTo>
                        <a:pt x="-3652" y="119137"/>
                        <a:pt x="-3080" y="154951"/>
                        <a:pt x="13112" y="183430"/>
                      </a:cubicBezTo>
                      <a:cubicBezTo>
                        <a:pt x="17017" y="190384"/>
                        <a:pt x="22066" y="196956"/>
                        <a:pt x="28924" y="201052"/>
                      </a:cubicBezTo>
                      <a:cubicBezTo>
                        <a:pt x="37210" y="205909"/>
                        <a:pt x="47212" y="206576"/>
                        <a:pt x="56737" y="206291"/>
                      </a:cubicBezTo>
                      <a:cubicBezTo>
                        <a:pt x="75310" y="205624"/>
                        <a:pt x="96361" y="199814"/>
                        <a:pt x="104266" y="182954"/>
                      </a:cubicBezTo>
                      <a:cubicBezTo>
                        <a:pt x="108743" y="173429"/>
                        <a:pt x="107981" y="162475"/>
                        <a:pt x="107981" y="151998"/>
                      </a:cubicBezTo>
                      <a:cubicBezTo>
                        <a:pt x="107886" y="122375"/>
                        <a:pt x="114077" y="93419"/>
                        <a:pt x="125317" y="66082"/>
                      </a:cubicBezTo>
                      <a:cubicBezTo>
                        <a:pt x="133508" y="45985"/>
                        <a:pt x="139985" y="21981"/>
                        <a:pt x="118935" y="6456"/>
                      </a:cubicBezTo>
                      <a:cubicBezTo>
                        <a:pt x="79025" y="-23262"/>
                        <a:pt x="19780" y="57510"/>
                        <a:pt x="7969" y="8856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70" name="Forme libre : forme 16969">
                  <a:extLst>
                    <a:ext uri="{FF2B5EF4-FFF2-40B4-BE49-F238E27FC236}">
                      <a16:creationId xmlns:a16="http://schemas.microsoft.com/office/drawing/2014/main" id="{3D1645F7-9DB8-4882-9CDA-A8806BD141A8}"/>
                    </a:ext>
                  </a:extLst>
                </p:cNvPr>
                <p:cNvSpPr/>
                <p:nvPr/>
              </p:nvSpPr>
              <p:spPr>
                <a:xfrm>
                  <a:off x="1474782" y="5696472"/>
                  <a:ext cx="104738" cy="120514"/>
                </a:xfrm>
                <a:custGeom>
                  <a:avLst/>
                  <a:gdLst>
                    <a:gd name="connsiteX0" fmla="*/ 1311 w 104738"/>
                    <a:gd name="connsiteY0" fmla="*/ 74915 h 120514"/>
                    <a:gd name="connsiteX1" fmla="*/ 17694 w 104738"/>
                    <a:gd name="connsiteY1" fmla="*/ 97966 h 120514"/>
                    <a:gd name="connsiteX2" fmla="*/ 47984 w 104738"/>
                    <a:gd name="connsiteY2" fmla="*/ 118635 h 120514"/>
                    <a:gd name="connsiteX3" fmla="*/ 89703 w 104738"/>
                    <a:gd name="connsiteY3" fmla="*/ 15670 h 120514"/>
                    <a:gd name="connsiteX4" fmla="*/ 1311 w 104738"/>
                    <a:gd name="connsiteY4" fmla="*/ 74915 h 120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738" h="120514">
                      <a:moveTo>
                        <a:pt x="1311" y="74915"/>
                      </a:moveTo>
                      <a:cubicBezTo>
                        <a:pt x="3692" y="84155"/>
                        <a:pt x="10836" y="91299"/>
                        <a:pt x="17694" y="97966"/>
                      </a:cubicBezTo>
                      <a:cubicBezTo>
                        <a:pt x="26552" y="106539"/>
                        <a:pt x="35982" y="115492"/>
                        <a:pt x="47984" y="118635"/>
                      </a:cubicBezTo>
                      <a:cubicBezTo>
                        <a:pt x="107419" y="134066"/>
                        <a:pt x="118087" y="50436"/>
                        <a:pt x="89703" y="15670"/>
                      </a:cubicBezTo>
                      <a:cubicBezTo>
                        <a:pt x="53794" y="-28526"/>
                        <a:pt x="-9929" y="30243"/>
                        <a:pt x="1311" y="7491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71" name="Forme libre : forme 16970">
                  <a:extLst>
                    <a:ext uri="{FF2B5EF4-FFF2-40B4-BE49-F238E27FC236}">
                      <a16:creationId xmlns:a16="http://schemas.microsoft.com/office/drawing/2014/main" id="{CA492554-C529-461E-91DB-C73283C9300E}"/>
                    </a:ext>
                  </a:extLst>
                </p:cNvPr>
                <p:cNvSpPr/>
                <p:nvPr/>
              </p:nvSpPr>
              <p:spPr>
                <a:xfrm>
                  <a:off x="1883112" y="5787942"/>
                  <a:ext cx="35560" cy="25179"/>
                </a:xfrm>
                <a:custGeom>
                  <a:avLst/>
                  <a:gdLst>
                    <a:gd name="connsiteX0" fmla="*/ 5985 w 35560"/>
                    <a:gd name="connsiteY0" fmla="*/ 21545 h 25179"/>
                    <a:gd name="connsiteX1" fmla="*/ 9033 w 35560"/>
                    <a:gd name="connsiteY1" fmla="*/ 23355 h 25179"/>
                    <a:gd name="connsiteX2" fmla="*/ 15129 w 35560"/>
                    <a:gd name="connsiteY2" fmla="*/ 24784 h 25179"/>
                    <a:gd name="connsiteX3" fmla="*/ 25511 w 35560"/>
                    <a:gd name="connsiteY3" fmla="*/ 3734 h 25179"/>
                    <a:gd name="connsiteX4" fmla="*/ 5985 w 35560"/>
                    <a:gd name="connsiteY4" fmla="*/ 21545 h 25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560" h="25179">
                      <a:moveTo>
                        <a:pt x="5985" y="21545"/>
                      </a:moveTo>
                      <a:cubicBezTo>
                        <a:pt x="6937" y="22307"/>
                        <a:pt x="7890" y="22879"/>
                        <a:pt x="9033" y="23355"/>
                      </a:cubicBezTo>
                      <a:cubicBezTo>
                        <a:pt x="10938" y="24117"/>
                        <a:pt x="13129" y="24498"/>
                        <a:pt x="15129" y="24784"/>
                      </a:cubicBezTo>
                      <a:cubicBezTo>
                        <a:pt x="36560" y="27451"/>
                        <a:pt x="42942" y="16211"/>
                        <a:pt x="25511" y="3734"/>
                      </a:cubicBezTo>
                      <a:cubicBezTo>
                        <a:pt x="10176" y="-7220"/>
                        <a:pt x="-10303" y="8115"/>
                        <a:pt x="5985" y="2154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72" name="Forme libre : forme 16971">
                  <a:extLst>
                    <a:ext uri="{FF2B5EF4-FFF2-40B4-BE49-F238E27FC236}">
                      <a16:creationId xmlns:a16="http://schemas.microsoft.com/office/drawing/2014/main" id="{B46A2353-C956-4053-8971-23B6A55B9B64}"/>
                    </a:ext>
                  </a:extLst>
                </p:cNvPr>
                <p:cNvSpPr/>
                <p:nvPr/>
              </p:nvSpPr>
              <p:spPr>
                <a:xfrm>
                  <a:off x="1972092" y="5601557"/>
                  <a:ext cx="106110" cy="208426"/>
                </a:xfrm>
                <a:custGeom>
                  <a:avLst/>
                  <a:gdLst>
                    <a:gd name="connsiteX0" fmla="*/ 16065 w 106110"/>
                    <a:gd name="connsiteY0" fmla="*/ 57436 h 208426"/>
                    <a:gd name="connsiteX1" fmla="*/ 5969 w 106110"/>
                    <a:gd name="connsiteY1" fmla="*/ 182785 h 208426"/>
                    <a:gd name="connsiteX2" fmla="*/ 26543 w 106110"/>
                    <a:gd name="connsiteY2" fmla="*/ 206311 h 208426"/>
                    <a:gd name="connsiteX3" fmla="*/ 57975 w 106110"/>
                    <a:gd name="connsiteY3" fmla="*/ 204978 h 208426"/>
                    <a:gd name="connsiteX4" fmla="*/ 104838 w 106110"/>
                    <a:gd name="connsiteY4" fmla="*/ 163640 h 208426"/>
                    <a:gd name="connsiteX5" fmla="*/ 103600 w 106110"/>
                    <a:gd name="connsiteY5" fmla="*/ 81724 h 208426"/>
                    <a:gd name="connsiteX6" fmla="*/ 63023 w 106110"/>
                    <a:gd name="connsiteY6" fmla="*/ 0 h 208426"/>
                    <a:gd name="connsiteX7" fmla="*/ 16065 w 106110"/>
                    <a:gd name="connsiteY7" fmla="*/ 57436 h 208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110" h="208426">
                      <a:moveTo>
                        <a:pt x="16065" y="57436"/>
                      </a:moveTo>
                      <a:cubicBezTo>
                        <a:pt x="9588" y="99536"/>
                        <a:pt x="-9652" y="143161"/>
                        <a:pt x="5969" y="182785"/>
                      </a:cubicBezTo>
                      <a:cubicBezTo>
                        <a:pt x="9874" y="192786"/>
                        <a:pt x="16541" y="202406"/>
                        <a:pt x="26543" y="206311"/>
                      </a:cubicBezTo>
                      <a:cubicBezTo>
                        <a:pt x="36449" y="210312"/>
                        <a:pt x="47688" y="207930"/>
                        <a:pt x="57975" y="204978"/>
                      </a:cubicBezTo>
                      <a:cubicBezTo>
                        <a:pt x="79025" y="198787"/>
                        <a:pt x="101123" y="187261"/>
                        <a:pt x="104838" y="163640"/>
                      </a:cubicBezTo>
                      <a:cubicBezTo>
                        <a:pt x="108839" y="138207"/>
                        <a:pt x="101981" y="108204"/>
                        <a:pt x="103600" y="81724"/>
                      </a:cubicBezTo>
                      <a:cubicBezTo>
                        <a:pt x="105695" y="48197"/>
                        <a:pt x="108839" y="-95"/>
                        <a:pt x="63023" y="0"/>
                      </a:cubicBezTo>
                      <a:cubicBezTo>
                        <a:pt x="27019" y="286"/>
                        <a:pt x="20637" y="27908"/>
                        <a:pt x="16065" y="5743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73" name="Forme libre : forme 16972">
                  <a:extLst>
                    <a:ext uri="{FF2B5EF4-FFF2-40B4-BE49-F238E27FC236}">
                      <a16:creationId xmlns:a16="http://schemas.microsoft.com/office/drawing/2014/main" id="{D7749394-1357-4B8B-96AA-1618D7C517C1}"/>
                    </a:ext>
                  </a:extLst>
                </p:cNvPr>
                <p:cNvSpPr/>
                <p:nvPr/>
              </p:nvSpPr>
              <p:spPr>
                <a:xfrm>
                  <a:off x="1958116" y="5442413"/>
                  <a:ext cx="122828" cy="128000"/>
                </a:xfrm>
                <a:custGeom>
                  <a:avLst/>
                  <a:gdLst>
                    <a:gd name="connsiteX0" fmla="*/ 15086 w 122828"/>
                    <a:gd name="connsiteY0" fmla="*/ 57321 h 128000"/>
                    <a:gd name="connsiteX1" fmla="*/ 2228 w 122828"/>
                    <a:gd name="connsiteY1" fmla="*/ 70847 h 128000"/>
                    <a:gd name="connsiteX2" fmla="*/ 323 w 122828"/>
                    <a:gd name="connsiteY2" fmla="*/ 83801 h 128000"/>
                    <a:gd name="connsiteX3" fmla="*/ 37 w 122828"/>
                    <a:gd name="connsiteY3" fmla="*/ 103613 h 128000"/>
                    <a:gd name="connsiteX4" fmla="*/ 1180 w 122828"/>
                    <a:gd name="connsiteY4" fmla="*/ 115043 h 128000"/>
                    <a:gd name="connsiteX5" fmla="*/ 34232 w 122828"/>
                    <a:gd name="connsiteY5" fmla="*/ 127044 h 128000"/>
                    <a:gd name="connsiteX6" fmla="*/ 103764 w 122828"/>
                    <a:gd name="connsiteY6" fmla="*/ 74562 h 128000"/>
                    <a:gd name="connsiteX7" fmla="*/ 120909 w 122828"/>
                    <a:gd name="connsiteY7" fmla="*/ 27698 h 128000"/>
                    <a:gd name="connsiteX8" fmla="*/ 15086 w 122828"/>
                    <a:gd name="connsiteY8" fmla="*/ 57321 h 128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2828" h="128000">
                      <a:moveTo>
                        <a:pt x="15086" y="57321"/>
                      </a:moveTo>
                      <a:cubicBezTo>
                        <a:pt x="10229" y="61322"/>
                        <a:pt x="4704" y="65037"/>
                        <a:pt x="2228" y="70847"/>
                      </a:cubicBezTo>
                      <a:cubicBezTo>
                        <a:pt x="418" y="74847"/>
                        <a:pt x="323" y="79419"/>
                        <a:pt x="323" y="83801"/>
                      </a:cubicBezTo>
                      <a:cubicBezTo>
                        <a:pt x="227" y="90373"/>
                        <a:pt x="132" y="97041"/>
                        <a:pt x="37" y="103613"/>
                      </a:cubicBezTo>
                      <a:cubicBezTo>
                        <a:pt x="-58" y="107422"/>
                        <a:pt x="-58" y="111423"/>
                        <a:pt x="1180" y="115043"/>
                      </a:cubicBezTo>
                      <a:cubicBezTo>
                        <a:pt x="5466" y="127139"/>
                        <a:pt x="21659" y="129711"/>
                        <a:pt x="34232" y="127044"/>
                      </a:cubicBezTo>
                      <a:cubicBezTo>
                        <a:pt x="66045" y="120472"/>
                        <a:pt x="81285" y="94755"/>
                        <a:pt x="103764" y="74562"/>
                      </a:cubicBezTo>
                      <a:cubicBezTo>
                        <a:pt x="118528" y="61322"/>
                        <a:pt x="126815" y="48749"/>
                        <a:pt x="120909" y="27698"/>
                      </a:cubicBezTo>
                      <a:cubicBezTo>
                        <a:pt x="101669" y="-41263"/>
                        <a:pt x="38804" y="37890"/>
                        <a:pt x="15086" y="57321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74" name="Forme libre : forme 16973">
                  <a:extLst>
                    <a:ext uri="{FF2B5EF4-FFF2-40B4-BE49-F238E27FC236}">
                      <a16:creationId xmlns:a16="http://schemas.microsoft.com/office/drawing/2014/main" id="{BD775773-5193-4789-A4B6-6A671CE6087C}"/>
                    </a:ext>
                  </a:extLst>
                </p:cNvPr>
                <p:cNvSpPr/>
                <p:nvPr/>
              </p:nvSpPr>
              <p:spPr>
                <a:xfrm>
                  <a:off x="2118605" y="5228229"/>
                  <a:ext cx="159779" cy="224867"/>
                </a:xfrm>
                <a:custGeom>
                  <a:avLst/>
                  <a:gdLst>
                    <a:gd name="connsiteX0" fmla="*/ 12141 w 159779"/>
                    <a:gd name="connsiteY0" fmla="*/ 61574 h 224867"/>
                    <a:gd name="connsiteX1" fmla="*/ 1378 w 159779"/>
                    <a:gd name="connsiteY1" fmla="*/ 122344 h 224867"/>
                    <a:gd name="connsiteX2" fmla="*/ 1663 w 159779"/>
                    <a:gd name="connsiteY2" fmla="*/ 159872 h 224867"/>
                    <a:gd name="connsiteX3" fmla="*/ 54527 w 159779"/>
                    <a:gd name="connsiteY3" fmla="*/ 214165 h 224867"/>
                    <a:gd name="connsiteX4" fmla="*/ 132442 w 159779"/>
                    <a:gd name="connsiteY4" fmla="*/ 224833 h 224867"/>
                    <a:gd name="connsiteX5" fmla="*/ 147015 w 159779"/>
                    <a:gd name="connsiteY5" fmla="*/ 222261 h 224867"/>
                    <a:gd name="connsiteX6" fmla="*/ 155492 w 159779"/>
                    <a:gd name="connsiteY6" fmla="*/ 205021 h 224867"/>
                    <a:gd name="connsiteX7" fmla="*/ 148634 w 159779"/>
                    <a:gd name="connsiteY7" fmla="*/ 100913 h 224867"/>
                    <a:gd name="connsiteX8" fmla="*/ 132442 w 159779"/>
                    <a:gd name="connsiteY8" fmla="*/ 20808 h 224867"/>
                    <a:gd name="connsiteX9" fmla="*/ 77863 w 159779"/>
                    <a:gd name="connsiteY9" fmla="*/ 2805 h 224867"/>
                    <a:gd name="connsiteX10" fmla="*/ 12141 w 159779"/>
                    <a:gd name="connsiteY10" fmla="*/ 61574 h 224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9779" h="224867">
                      <a:moveTo>
                        <a:pt x="12141" y="61574"/>
                      </a:moveTo>
                      <a:cubicBezTo>
                        <a:pt x="5378" y="81100"/>
                        <a:pt x="3378" y="101865"/>
                        <a:pt x="1378" y="122344"/>
                      </a:cubicBezTo>
                      <a:cubicBezTo>
                        <a:pt x="140" y="134822"/>
                        <a:pt x="-1099" y="147585"/>
                        <a:pt x="1663" y="159872"/>
                      </a:cubicBezTo>
                      <a:cubicBezTo>
                        <a:pt x="7378" y="185590"/>
                        <a:pt x="29858" y="204925"/>
                        <a:pt x="54527" y="214165"/>
                      </a:cubicBezTo>
                      <a:cubicBezTo>
                        <a:pt x="79197" y="223404"/>
                        <a:pt x="106153" y="224166"/>
                        <a:pt x="132442" y="224833"/>
                      </a:cubicBezTo>
                      <a:cubicBezTo>
                        <a:pt x="137395" y="224928"/>
                        <a:pt x="142824" y="225024"/>
                        <a:pt x="147015" y="222261"/>
                      </a:cubicBezTo>
                      <a:cubicBezTo>
                        <a:pt x="152540" y="218641"/>
                        <a:pt x="154254" y="211498"/>
                        <a:pt x="155492" y="205021"/>
                      </a:cubicBezTo>
                      <a:cubicBezTo>
                        <a:pt x="162922" y="166254"/>
                        <a:pt x="160731" y="138060"/>
                        <a:pt x="148634" y="100913"/>
                      </a:cubicBezTo>
                      <a:cubicBezTo>
                        <a:pt x="140347" y="75386"/>
                        <a:pt x="143300" y="45287"/>
                        <a:pt x="132442" y="20808"/>
                      </a:cubicBezTo>
                      <a:cubicBezTo>
                        <a:pt x="121869" y="-2910"/>
                        <a:pt x="100819" y="-2148"/>
                        <a:pt x="77863" y="2805"/>
                      </a:cubicBezTo>
                      <a:cubicBezTo>
                        <a:pt x="45097" y="9854"/>
                        <a:pt x="23095" y="29856"/>
                        <a:pt x="12141" y="6157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75" name="Forme libre : forme 16974">
                  <a:extLst>
                    <a:ext uri="{FF2B5EF4-FFF2-40B4-BE49-F238E27FC236}">
                      <a16:creationId xmlns:a16="http://schemas.microsoft.com/office/drawing/2014/main" id="{9FCC77B4-956A-41B0-A2E6-C44075CDEB78}"/>
                    </a:ext>
                  </a:extLst>
                </p:cNvPr>
                <p:cNvSpPr/>
                <p:nvPr/>
              </p:nvSpPr>
              <p:spPr>
                <a:xfrm>
                  <a:off x="2125044" y="5511546"/>
                  <a:ext cx="186582" cy="146940"/>
                </a:xfrm>
                <a:custGeom>
                  <a:avLst/>
                  <a:gdLst>
                    <a:gd name="connsiteX0" fmla="*/ 184963 w 186582"/>
                    <a:gd name="connsiteY0" fmla="*/ 0 h 146940"/>
                    <a:gd name="connsiteX1" fmla="*/ 118764 w 186582"/>
                    <a:gd name="connsiteY1" fmla="*/ 10287 h 146940"/>
                    <a:gd name="connsiteX2" fmla="*/ 43326 w 186582"/>
                    <a:gd name="connsiteY2" fmla="*/ 11716 h 146940"/>
                    <a:gd name="connsiteX3" fmla="*/ 14275 w 186582"/>
                    <a:gd name="connsiteY3" fmla="*/ 16573 h 146940"/>
                    <a:gd name="connsiteX4" fmla="*/ 368 w 186582"/>
                    <a:gd name="connsiteY4" fmla="*/ 40386 h 146940"/>
                    <a:gd name="connsiteX5" fmla="*/ 12941 w 186582"/>
                    <a:gd name="connsiteY5" fmla="*/ 57531 h 146940"/>
                    <a:gd name="connsiteX6" fmla="*/ 95237 w 186582"/>
                    <a:gd name="connsiteY6" fmla="*/ 130397 h 146940"/>
                    <a:gd name="connsiteX7" fmla="*/ 119526 w 186582"/>
                    <a:gd name="connsiteY7" fmla="*/ 146018 h 146940"/>
                    <a:gd name="connsiteX8" fmla="*/ 144958 w 186582"/>
                    <a:gd name="connsiteY8" fmla="*/ 137160 h 146940"/>
                    <a:gd name="connsiteX9" fmla="*/ 146291 w 186582"/>
                    <a:gd name="connsiteY9" fmla="*/ 112395 h 146940"/>
                    <a:gd name="connsiteX10" fmla="*/ 161341 w 186582"/>
                    <a:gd name="connsiteY10" fmla="*/ 72009 h 146940"/>
                    <a:gd name="connsiteX11" fmla="*/ 186582 w 186582"/>
                    <a:gd name="connsiteY11" fmla="*/ 29432 h 146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6582" h="146940">
                      <a:moveTo>
                        <a:pt x="184963" y="0"/>
                      </a:moveTo>
                      <a:cubicBezTo>
                        <a:pt x="164484" y="9239"/>
                        <a:pt x="141243" y="9810"/>
                        <a:pt x="118764" y="10287"/>
                      </a:cubicBezTo>
                      <a:cubicBezTo>
                        <a:pt x="93618" y="10763"/>
                        <a:pt x="68472" y="11239"/>
                        <a:pt x="43326" y="11716"/>
                      </a:cubicBezTo>
                      <a:cubicBezTo>
                        <a:pt x="33420" y="11906"/>
                        <a:pt x="23133" y="12192"/>
                        <a:pt x="14275" y="16573"/>
                      </a:cubicBezTo>
                      <a:cubicBezTo>
                        <a:pt x="5417" y="20955"/>
                        <a:pt x="-1727" y="30670"/>
                        <a:pt x="368" y="40386"/>
                      </a:cubicBezTo>
                      <a:cubicBezTo>
                        <a:pt x="1797" y="47434"/>
                        <a:pt x="7512" y="52768"/>
                        <a:pt x="12941" y="57531"/>
                      </a:cubicBezTo>
                      <a:cubicBezTo>
                        <a:pt x="40373" y="81819"/>
                        <a:pt x="67805" y="106109"/>
                        <a:pt x="95237" y="130397"/>
                      </a:cubicBezTo>
                      <a:cubicBezTo>
                        <a:pt x="102476" y="136874"/>
                        <a:pt x="110096" y="143446"/>
                        <a:pt x="119526" y="146018"/>
                      </a:cubicBezTo>
                      <a:cubicBezTo>
                        <a:pt x="128860" y="148590"/>
                        <a:pt x="140481" y="145828"/>
                        <a:pt x="144958" y="137160"/>
                      </a:cubicBezTo>
                      <a:cubicBezTo>
                        <a:pt x="148768" y="129730"/>
                        <a:pt x="146291" y="120777"/>
                        <a:pt x="146291" y="112395"/>
                      </a:cubicBezTo>
                      <a:cubicBezTo>
                        <a:pt x="146291" y="97821"/>
                        <a:pt x="153911" y="84487"/>
                        <a:pt x="161341" y="72009"/>
                      </a:cubicBezTo>
                      <a:cubicBezTo>
                        <a:pt x="169723" y="57817"/>
                        <a:pt x="178200" y="43624"/>
                        <a:pt x="186582" y="29432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76" name="Forme libre : forme 16975">
                  <a:extLst>
                    <a:ext uri="{FF2B5EF4-FFF2-40B4-BE49-F238E27FC236}">
                      <a16:creationId xmlns:a16="http://schemas.microsoft.com/office/drawing/2014/main" id="{FFE89B77-38A3-4A9D-AD83-C0B956D7CC38}"/>
                    </a:ext>
                  </a:extLst>
                </p:cNvPr>
                <p:cNvSpPr/>
                <p:nvPr/>
              </p:nvSpPr>
              <p:spPr>
                <a:xfrm>
                  <a:off x="2352952" y="5359247"/>
                  <a:ext cx="120586" cy="206786"/>
                </a:xfrm>
                <a:custGeom>
                  <a:avLst/>
                  <a:gdLst>
                    <a:gd name="connsiteX0" fmla="*/ 37636 w 120586"/>
                    <a:gd name="connsiteY0" fmla="*/ 45523 h 206786"/>
                    <a:gd name="connsiteX1" fmla="*/ 29159 w 120586"/>
                    <a:gd name="connsiteY1" fmla="*/ 88100 h 206786"/>
                    <a:gd name="connsiteX2" fmla="*/ 13 w 120586"/>
                    <a:gd name="connsiteY2" fmla="*/ 153441 h 206786"/>
                    <a:gd name="connsiteX3" fmla="*/ 19539 w 120586"/>
                    <a:gd name="connsiteY3" fmla="*/ 192208 h 206786"/>
                    <a:gd name="connsiteX4" fmla="*/ 61449 w 120586"/>
                    <a:gd name="connsiteY4" fmla="*/ 206686 h 206786"/>
                    <a:gd name="connsiteX5" fmla="*/ 100883 w 120586"/>
                    <a:gd name="connsiteY5" fmla="*/ 191922 h 206786"/>
                    <a:gd name="connsiteX6" fmla="*/ 102502 w 120586"/>
                    <a:gd name="connsiteY6" fmla="*/ 146107 h 206786"/>
                    <a:gd name="connsiteX7" fmla="*/ 96977 w 120586"/>
                    <a:gd name="connsiteY7" fmla="*/ 78098 h 206786"/>
                    <a:gd name="connsiteX8" fmla="*/ 120313 w 120586"/>
                    <a:gd name="connsiteY8" fmla="*/ 18758 h 206786"/>
                    <a:gd name="connsiteX9" fmla="*/ 37636 w 120586"/>
                    <a:gd name="connsiteY9" fmla="*/ 45523 h 206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0586" h="206786">
                      <a:moveTo>
                        <a:pt x="37636" y="45523"/>
                      </a:moveTo>
                      <a:cubicBezTo>
                        <a:pt x="33255" y="59334"/>
                        <a:pt x="33636" y="74289"/>
                        <a:pt x="29159" y="88100"/>
                      </a:cubicBezTo>
                      <a:cubicBezTo>
                        <a:pt x="21539" y="110960"/>
                        <a:pt x="679" y="129438"/>
                        <a:pt x="13" y="153441"/>
                      </a:cubicBezTo>
                      <a:cubicBezTo>
                        <a:pt x="-368" y="168396"/>
                        <a:pt x="7728" y="182969"/>
                        <a:pt x="19539" y="192208"/>
                      </a:cubicBezTo>
                      <a:cubicBezTo>
                        <a:pt x="31350" y="201447"/>
                        <a:pt x="46400" y="205829"/>
                        <a:pt x="61449" y="206686"/>
                      </a:cubicBezTo>
                      <a:cubicBezTo>
                        <a:pt x="76118" y="207448"/>
                        <a:pt x="92596" y="204019"/>
                        <a:pt x="100883" y="191922"/>
                      </a:cubicBezTo>
                      <a:cubicBezTo>
                        <a:pt x="109836" y="178873"/>
                        <a:pt x="106026" y="161442"/>
                        <a:pt x="102502" y="146107"/>
                      </a:cubicBezTo>
                      <a:cubicBezTo>
                        <a:pt x="97358" y="124104"/>
                        <a:pt x="93358" y="100673"/>
                        <a:pt x="96977" y="78098"/>
                      </a:cubicBezTo>
                      <a:cubicBezTo>
                        <a:pt x="99930" y="59525"/>
                        <a:pt x="123361" y="35807"/>
                        <a:pt x="120313" y="18758"/>
                      </a:cubicBezTo>
                      <a:cubicBezTo>
                        <a:pt x="111932" y="-26962"/>
                        <a:pt x="44876" y="22377"/>
                        <a:pt x="37636" y="45523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77" name="Forme libre : forme 16976">
                  <a:extLst>
                    <a:ext uri="{FF2B5EF4-FFF2-40B4-BE49-F238E27FC236}">
                      <a16:creationId xmlns:a16="http://schemas.microsoft.com/office/drawing/2014/main" id="{7A68C271-C830-420E-A1D9-2A458D5BAF1E}"/>
                    </a:ext>
                  </a:extLst>
                </p:cNvPr>
                <p:cNvSpPr/>
                <p:nvPr/>
              </p:nvSpPr>
              <p:spPr>
                <a:xfrm>
                  <a:off x="2368168" y="5217481"/>
                  <a:ext cx="98700" cy="86175"/>
                </a:xfrm>
                <a:custGeom>
                  <a:avLst/>
                  <a:gdLst>
                    <a:gd name="connsiteX0" fmla="*/ 1751 w 98700"/>
                    <a:gd name="connsiteY0" fmla="*/ 52416 h 86175"/>
                    <a:gd name="connsiteX1" fmla="*/ 12133 w 98700"/>
                    <a:gd name="connsiteY1" fmla="*/ 64703 h 86175"/>
                    <a:gd name="connsiteX2" fmla="*/ 84428 w 98700"/>
                    <a:gd name="connsiteY2" fmla="*/ 84039 h 86175"/>
                    <a:gd name="connsiteX3" fmla="*/ 96239 w 98700"/>
                    <a:gd name="connsiteY3" fmla="*/ 77276 h 86175"/>
                    <a:gd name="connsiteX4" fmla="*/ 60139 w 98700"/>
                    <a:gd name="connsiteY4" fmla="*/ 2314 h 86175"/>
                    <a:gd name="connsiteX5" fmla="*/ 1751 w 98700"/>
                    <a:gd name="connsiteY5" fmla="*/ 52416 h 86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8700" h="86175">
                      <a:moveTo>
                        <a:pt x="1751" y="52416"/>
                      </a:moveTo>
                      <a:cubicBezTo>
                        <a:pt x="3846" y="57369"/>
                        <a:pt x="7942" y="61274"/>
                        <a:pt x="12133" y="64703"/>
                      </a:cubicBezTo>
                      <a:cubicBezTo>
                        <a:pt x="32231" y="81086"/>
                        <a:pt x="59377" y="90706"/>
                        <a:pt x="84428" y="84039"/>
                      </a:cubicBezTo>
                      <a:cubicBezTo>
                        <a:pt x="88905" y="82801"/>
                        <a:pt x="93477" y="80991"/>
                        <a:pt x="96239" y="77276"/>
                      </a:cubicBezTo>
                      <a:cubicBezTo>
                        <a:pt x="107764" y="61750"/>
                        <a:pt x="75951" y="9934"/>
                        <a:pt x="60139" y="2314"/>
                      </a:cubicBezTo>
                      <a:cubicBezTo>
                        <a:pt x="36136" y="-9401"/>
                        <a:pt x="-9489" y="25841"/>
                        <a:pt x="1751" y="5241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78" name="Forme libre : forme 16977">
                  <a:extLst>
                    <a:ext uri="{FF2B5EF4-FFF2-40B4-BE49-F238E27FC236}">
                      <a16:creationId xmlns:a16="http://schemas.microsoft.com/office/drawing/2014/main" id="{A1B56047-6391-4AA4-B8C5-F2D6CC300452}"/>
                    </a:ext>
                  </a:extLst>
                </p:cNvPr>
                <p:cNvSpPr/>
                <p:nvPr/>
              </p:nvSpPr>
              <p:spPr>
                <a:xfrm>
                  <a:off x="2189127" y="5692222"/>
                  <a:ext cx="169279" cy="117695"/>
                </a:xfrm>
                <a:custGeom>
                  <a:avLst/>
                  <a:gdLst>
                    <a:gd name="connsiteX0" fmla="*/ 166885 w 169279"/>
                    <a:gd name="connsiteY0" fmla="*/ 1060 h 117695"/>
                    <a:gd name="connsiteX1" fmla="*/ 134977 w 169279"/>
                    <a:gd name="connsiteY1" fmla="*/ 12 h 117695"/>
                    <a:gd name="connsiteX2" fmla="*/ 102401 w 169279"/>
                    <a:gd name="connsiteY2" fmla="*/ 4298 h 117695"/>
                    <a:gd name="connsiteX3" fmla="*/ 70112 w 169279"/>
                    <a:gd name="connsiteY3" fmla="*/ 29635 h 117695"/>
                    <a:gd name="connsiteX4" fmla="*/ 4008 w 169279"/>
                    <a:gd name="connsiteY4" fmla="*/ 99263 h 117695"/>
                    <a:gd name="connsiteX5" fmla="*/ 7 w 169279"/>
                    <a:gd name="connsiteY5" fmla="*/ 106311 h 117695"/>
                    <a:gd name="connsiteX6" fmla="*/ 13723 w 169279"/>
                    <a:gd name="connsiteY6" fmla="*/ 114979 h 117695"/>
                    <a:gd name="connsiteX7" fmla="*/ 80113 w 169279"/>
                    <a:gd name="connsiteY7" fmla="*/ 117551 h 117695"/>
                    <a:gd name="connsiteX8" fmla="*/ 117165 w 169279"/>
                    <a:gd name="connsiteY8" fmla="*/ 114788 h 117695"/>
                    <a:gd name="connsiteX9" fmla="*/ 168600 w 169279"/>
                    <a:gd name="connsiteY9" fmla="*/ 30397 h 11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9279" h="117695">
                      <a:moveTo>
                        <a:pt x="166885" y="1060"/>
                      </a:moveTo>
                      <a:cubicBezTo>
                        <a:pt x="156217" y="393"/>
                        <a:pt x="145645" y="107"/>
                        <a:pt x="134977" y="12"/>
                      </a:cubicBezTo>
                      <a:cubicBezTo>
                        <a:pt x="123928" y="-83"/>
                        <a:pt x="112688" y="298"/>
                        <a:pt x="102401" y="4298"/>
                      </a:cubicBezTo>
                      <a:cubicBezTo>
                        <a:pt x="89542" y="9347"/>
                        <a:pt x="79541" y="19634"/>
                        <a:pt x="70112" y="29635"/>
                      </a:cubicBezTo>
                      <a:cubicBezTo>
                        <a:pt x="48109" y="52876"/>
                        <a:pt x="26011" y="76022"/>
                        <a:pt x="4008" y="99263"/>
                      </a:cubicBezTo>
                      <a:cubicBezTo>
                        <a:pt x="2103" y="101263"/>
                        <a:pt x="103" y="103549"/>
                        <a:pt x="7" y="106311"/>
                      </a:cubicBezTo>
                      <a:cubicBezTo>
                        <a:pt x="-278" y="112312"/>
                        <a:pt x="7723" y="114693"/>
                        <a:pt x="13723" y="114979"/>
                      </a:cubicBezTo>
                      <a:cubicBezTo>
                        <a:pt x="35822" y="116122"/>
                        <a:pt x="58015" y="116979"/>
                        <a:pt x="80113" y="117551"/>
                      </a:cubicBezTo>
                      <a:cubicBezTo>
                        <a:pt x="92495" y="117836"/>
                        <a:pt x="105164" y="118027"/>
                        <a:pt x="117165" y="114788"/>
                      </a:cubicBezTo>
                      <a:cubicBezTo>
                        <a:pt x="151836" y="105263"/>
                        <a:pt x="173458" y="66020"/>
                        <a:pt x="168600" y="30397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79" name="Forme libre : forme 16978">
                  <a:extLst>
                    <a:ext uri="{FF2B5EF4-FFF2-40B4-BE49-F238E27FC236}">
                      <a16:creationId xmlns:a16="http://schemas.microsoft.com/office/drawing/2014/main" id="{55581080-A6CE-4EA9-88CE-590CB71E1460}"/>
                    </a:ext>
                  </a:extLst>
                </p:cNvPr>
                <p:cNvSpPr/>
                <p:nvPr/>
              </p:nvSpPr>
              <p:spPr>
                <a:xfrm>
                  <a:off x="2453484" y="5551571"/>
                  <a:ext cx="119669" cy="252270"/>
                </a:xfrm>
                <a:custGeom>
                  <a:avLst/>
                  <a:gdLst>
                    <a:gd name="connsiteX0" fmla="*/ 112840 w 119669"/>
                    <a:gd name="connsiteY0" fmla="*/ 932 h 252270"/>
                    <a:gd name="connsiteX1" fmla="*/ 35593 w 119669"/>
                    <a:gd name="connsiteY1" fmla="*/ 34174 h 252270"/>
                    <a:gd name="connsiteX2" fmla="*/ 3398 w 119669"/>
                    <a:gd name="connsiteY2" fmla="*/ 115136 h 252270"/>
                    <a:gd name="connsiteX3" fmla="*/ 10542 w 119669"/>
                    <a:gd name="connsiteY3" fmla="*/ 205814 h 252270"/>
                    <a:gd name="connsiteX4" fmla="*/ 83503 w 119669"/>
                    <a:gd name="connsiteY4" fmla="*/ 251820 h 252270"/>
                    <a:gd name="connsiteX5" fmla="*/ 102173 w 119669"/>
                    <a:gd name="connsiteY5" fmla="*/ 244962 h 252270"/>
                    <a:gd name="connsiteX6" fmla="*/ 115031 w 119669"/>
                    <a:gd name="connsiteY6" fmla="*/ 227436 h 252270"/>
                    <a:gd name="connsiteX7" fmla="*/ 105697 w 119669"/>
                    <a:gd name="connsiteY7" fmla="*/ 125137 h 252270"/>
                    <a:gd name="connsiteX8" fmla="*/ 117412 w 119669"/>
                    <a:gd name="connsiteY8" fmla="*/ 33507 h 252270"/>
                    <a:gd name="connsiteX9" fmla="*/ 116650 w 119669"/>
                    <a:gd name="connsiteY9" fmla="*/ 27888 h 252270"/>
                    <a:gd name="connsiteX10" fmla="*/ 114364 w 119669"/>
                    <a:gd name="connsiteY10" fmla="*/ 30459 h 252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9669" h="252270">
                      <a:moveTo>
                        <a:pt x="112840" y="932"/>
                      </a:moveTo>
                      <a:cubicBezTo>
                        <a:pt x="83884" y="-4022"/>
                        <a:pt x="54071" y="11314"/>
                        <a:pt x="35593" y="34174"/>
                      </a:cubicBezTo>
                      <a:cubicBezTo>
                        <a:pt x="17114" y="57034"/>
                        <a:pt x="8161" y="86180"/>
                        <a:pt x="3398" y="115136"/>
                      </a:cubicBezTo>
                      <a:cubicBezTo>
                        <a:pt x="-1650" y="145521"/>
                        <a:pt x="-2412" y="177906"/>
                        <a:pt x="10542" y="205814"/>
                      </a:cubicBezTo>
                      <a:cubicBezTo>
                        <a:pt x="23496" y="233723"/>
                        <a:pt x="53023" y="255725"/>
                        <a:pt x="83503" y="251820"/>
                      </a:cubicBezTo>
                      <a:cubicBezTo>
                        <a:pt x="90171" y="250963"/>
                        <a:pt x="96839" y="248867"/>
                        <a:pt x="102173" y="244962"/>
                      </a:cubicBezTo>
                      <a:cubicBezTo>
                        <a:pt x="108078" y="240676"/>
                        <a:pt x="112269" y="234294"/>
                        <a:pt x="115031" y="227436"/>
                      </a:cubicBezTo>
                      <a:cubicBezTo>
                        <a:pt x="128081" y="195146"/>
                        <a:pt x="109888" y="159618"/>
                        <a:pt x="105697" y="125137"/>
                      </a:cubicBezTo>
                      <a:cubicBezTo>
                        <a:pt x="101982" y="94372"/>
                        <a:pt x="109602" y="63511"/>
                        <a:pt x="117412" y="33507"/>
                      </a:cubicBezTo>
                      <a:cubicBezTo>
                        <a:pt x="117889" y="31507"/>
                        <a:pt x="118270" y="29126"/>
                        <a:pt x="116650" y="27888"/>
                      </a:cubicBezTo>
                      <a:cubicBezTo>
                        <a:pt x="115031" y="26649"/>
                        <a:pt x="112459" y="29792"/>
                        <a:pt x="114364" y="30459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80" name="Forme libre : forme 16979">
                  <a:extLst>
                    <a:ext uri="{FF2B5EF4-FFF2-40B4-BE49-F238E27FC236}">
                      <a16:creationId xmlns:a16="http://schemas.microsoft.com/office/drawing/2014/main" id="{4FE7751C-9562-4337-9965-976AA95DC527}"/>
                    </a:ext>
                  </a:extLst>
                </p:cNvPr>
                <p:cNvSpPr/>
                <p:nvPr/>
              </p:nvSpPr>
              <p:spPr>
                <a:xfrm>
                  <a:off x="2485624" y="5345636"/>
                  <a:ext cx="193497" cy="202310"/>
                </a:xfrm>
                <a:custGeom>
                  <a:avLst/>
                  <a:gdLst>
                    <a:gd name="connsiteX0" fmla="*/ 133278 w 193497"/>
                    <a:gd name="connsiteY0" fmla="*/ 12747 h 202310"/>
                    <a:gd name="connsiteX1" fmla="*/ 59078 w 193497"/>
                    <a:gd name="connsiteY1" fmla="*/ 3603 h 202310"/>
                    <a:gd name="connsiteX2" fmla="*/ 7739 w 193497"/>
                    <a:gd name="connsiteY2" fmla="*/ 83327 h 202310"/>
                    <a:gd name="connsiteX3" fmla="*/ 690 w 193497"/>
                    <a:gd name="connsiteY3" fmla="*/ 124190 h 202310"/>
                    <a:gd name="connsiteX4" fmla="*/ 3643 w 193497"/>
                    <a:gd name="connsiteY4" fmla="*/ 146002 h 202310"/>
                    <a:gd name="connsiteX5" fmla="*/ 17740 w 193497"/>
                    <a:gd name="connsiteY5" fmla="*/ 154384 h 202310"/>
                    <a:gd name="connsiteX6" fmla="*/ 135183 w 193497"/>
                    <a:gd name="connsiteY6" fmla="*/ 196770 h 202310"/>
                    <a:gd name="connsiteX7" fmla="*/ 163187 w 193497"/>
                    <a:gd name="connsiteY7" fmla="*/ 202009 h 202310"/>
                    <a:gd name="connsiteX8" fmla="*/ 193381 w 193497"/>
                    <a:gd name="connsiteY8" fmla="*/ 156670 h 202310"/>
                    <a:gd name="connsiteX9" fmla="*/ 170997 w 193497"/>
                    <a:gd name="connsiteY9" fmla="*/ 101616 h 202310"/>
                    <a:gd name="connsiteX10" fmla="*/ 137660 w 193497"/>
                    <a:gd name="connsiteY10" fmla="*/ 37322 h 202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3497" h="202310">
                      <a:moveTo>
                        <a:pt x="133278" y="12747"/>
                      </a:moveTo>
                      <a:cubicBezTo>
                        <a:pt x="109466" y="3698"/>
                        <a:pt x="82986" y="-5160"/>
                        <a:pt x="59078" y="3603"/>
                      </a:cubicBezTo>
                      <a:cubicBezTo>
                        <a:pt x="28027" y="15033"/>
                        <a:pt x="14502" y="51038"/>
                        <a:pt x="7739" y="83327"/>
                      </a:cubicBezTo>
                      <a:cubicBezTo>
                        <a:pt x="4882" y="96853"/>
                        <a:pt x="2500" y="110474"/>
                        <a:pt x="690" y="124190"/>
                      </a:cubicBezTo>
                      <a:cubicBezTo>
                        <a:pt x="-262" y="131619"/>
                        <a:pt x="-929" y="140001"/>
                        <a:pt x="3643" y="146002"/>
                      </a:cubicBezTo>
                      <a:cubicBezTo>
                        <a:pt x="7072" y="150384"/>
                        <a:pt x="12501" y="152479"/>
                        <a:pt x="17740" y="154384"/>
                      </a:cubicBezTo>
                      <a:cubicBezTo>
                        <a:pt x="56888" y="168481"/>
                        <a:pt x="96036" y="182673"/>
                        <a:pt x="135183" y="196770"/>
                      </a:cubicBezTo>
                      <a:cubicBezTo>
                        <a:pt x="144232" y="200008"/>
                        <a:pt x="153662" y="203343"/>
                        <a:pt x="163187" y="202009"/>
                      </a:cubicBezTo>
                      <a:cubicBezTo>
                        <a:pt x="182999" y="199247"/>
                        <a:pt x="194810" y="176673"/>
                        <a:pt x="193381" y="156670"/>
                      </a:cubicBezTo>
                      <a:cubicBezTo>
                        <a:pt x="191952" y="136763"/>
                        <a:pt x="180999" y="118951"/>
                        <a:pt x="170997" y="101616"/>
                      </a:cubicBezTo>
                      <a:cubicBezTo>
                        <a:pt x="158901" y="80661"/>
                        <a:pt x="147757" y="59229"/>
                        <a:pt x="137660" y="37322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81" name="Forme libre : forme 16980">
                  <a:extLst>
                    <a:ext uri="{FF2B5EF4-FFF2-40B4-BE49-F238E27FC236}">
                      <a16:creationId xmlns:a16="http://schemas.microsoft.com/office/drawing/2014/main" id="{B3485ACE-4FCC-454C-A96A-32E23D6FEF41}"/>
                    </a:ext>
                  </a:extLst>
                </p:cNvPr>
                <p:cNvSpPr/>
                <p:nvPr/>
              </p:nvSpPr>
              <p:spPr>
                <a:xfrm>
                  <a:off x="2560222" y="5258253"/>
                  <a:ext cx="90577" cy="73471"/>
                </a:xfrm>
                <a:custGeom>
                  <a:avLst/>
                  <a:gdLst>
                    <a:gd name="connsiteX0" fmla="*/ 32582 w 90577"/>
                    <a:gd name="connsiteY0" fmla="*/ 68983 h 73471"/>
                    <a:gd name="connsiteX1" fmla="*/ 63919 w 90577"/>
                    <a:gd name="connsiteY1" fmla="*/ 72794 h 73471"/>
                    <a:gd name="connsiteX2" fmla="*/ 88875 w 90577"/>
                    <a:gd name="connsiteY2" fmla="*/ 54887 h 73471"/>
                    <a:gd name="connsiteX3" fmla="*/ 88970 w 90577"/>
                    <a:gd name="connsiteY3" fmla="*/ 41933 h 73471"/>
                    <a:gd name="connsiteX4" fmla="*/ 82874 w 90577"/>
                    <a:gd name="connsiteY4" fmla="*/ 36884 h 73471"/>
                    <a:gd name="connsiteX5" fmla="*/ 11722 w 90577"/>
                    <a:gd name="connsiteY5" fmla="*/ 3261 h 73471"/>
                    <a:gd name="connsiteX6" fmla="*/ 32582 w 90577"/>
                    <a:gd name="connsiteY6" fmla="*/ 68983 h 73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577" h="73471">
                      <a:moveTo>
                        <a:pt x="32582" y="68983"/>
                      </a:moveTo>
                      <a:cubicBezTo>
                        <a:pt x="42583" y="72603"/>
                        <a:pt x="53442" y="74603"/>
                        <a:pt x="63919" y="72794"/>
                      </a:cubicBezTo>
                      <a:cubicBezTo>
                        <a:pt x="74397" y="70984"/>
                        <a:pt x="84398" y="64602"/>
                        <a:pt x="88875" y="54887"/>
                      </a:cubicBezTo>
                      <a:cubicBezTo>
                        <a:pt x="90780" y="50791"/>
                        <a:pt x="91446" y="45742"/>
                        <a:pt x="88970" y="41933"/>
                      </a:cubicBezTo>
                      <a:cubicBezTo>
                        <a:pt x="87541" y="39742"/>
                        <a:pt x="85160" y="38313"/>
                        <a:pt x="82874" y="36884"/>
                      </a:cubicBezTo>
                      <a:cubicBezTo>
                        <a:pt x="66015" y="26598"/>
                        <a:pt x="34773" y="-11217"/>
                        <a:pt x="11722" y="3261"/>
                      </a:cubicBezTo>
                      <a:cubicBezTo>
                        <a:pt x="-15805" y="20501"/>
                        <a:pt x="10960" y="61268"/>
                        <a:pt x="32582" y="68983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82" name="Forme libre : forme 16981">
                  <a:extLst>
                    <a:ext uri="{FF2B5EF4-FFF2-40B4-BE49-F238E27FC236}">
                      <a16:creationId xmlns:a16="http://schemas.microsoft.com/office/drawing/2014/main" id="{B0467C0D-8D70-4879-B485-4A263A36DDB6}"/>
                    </a:ext>
                  </a:extLst>
                </p:cNvPr>
                <p:cNvSpPr/>
                <p:nvPr/>
              </p:nvSpPr>
              <p:spPr>
                <a:xfrm>
                  <a:off x="2719425" y="5252846"/>
                  <a:ext cx="176083" cy="166863"/>
                </a:xfrm>
                <a:custGeom>
                  <a:avLst/>
                  <a:gdLst>
                    <a:gd name="connsiteX0" fmla="*/ 168844 w 176083"/>
                    <a:gd name="connsiteY0" fmla="*/ 0 h 166863"/>
                    <a:gd name="connsiteX1" fmla="*/ 72737 w 176083"/>
                    <a:gd name="connsiteY1" fmla="*/ 14764 h 166863"/>
                    <a:gd name="connsiteX2" fmla="*/ 38923 w 176083"/>
                    <a:gd name="connsiteY2" fmla="*/ 29242 h 166863"/>
                    <a:gd name="connsiteX3" fmla="*/ 23112 w 176083"/>
                    <a:gd name="connsiteY3" fmla="*/ 55055 h 166863"/>
                    <a:gd name="connsiteX4" fmla="*/ 2062 w 176083"/>
                    <a:gd name="connsiteY4" fmla="*/ 115348 h 166863"/>
                    <a:gd name="connsiteX5" fmla="*/ 1299 w 176083"/>
                    <a:gd name="connsiteY5" fmla="*/ 133350 h 166863"/>
                    <a:gd name="connsiteX6" fmla="*/ 9967 w 176083"/>
                    <a:gd name="connsiteY6" fmla="*/ 142685 h 166863"/>
                    <a:gd name="connsiteX7" fmla="*/ 109694 w 176083"/>
                    <a:gd name="connsiteY7" fmla="*/ 164211 h 166863"/>
                    <a:gd name="connsiteX8" fmla="*/ 133506 w 176083"/>
                    <a:gd name="connsiteY8" fmla="*/ 154591 h 166863"/>
                    <a:gd name="connsiteX9" fmla="*/ 158652 w 176083"/>
                    <a:gd name="connsiteY9" fmla="*/ 103442 h 166863"/>
                    <a:gd name="connsiteX10" fmla="*/ 176083 w 176083"/>
                    <a:gd name="connsiteY10" fmla="*/ 24289 h 166863"/>
                    <a:gd name="connsiteX11" fmla="*/ 172559 w 176083"/>
                    <a:gd name="connsiteY11" fmla="*/ 24861 h 166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6083" h="166863">
                      <a:moveTo>
                        <a:pt x="168844" y="0"/>
                      </a:moveTo>
                      <a:cubicBezTo>
                        <a:pt x="136554" y="2667"/>
                        <a:pt x="104360" y="7620"/>
                        <a:pt x="72737" y="14764"/>
                      </a:cubicBezTo>
                      <a:cubicBezTo>
                        <a:pt x="60640" y="17526"/>
                        <a:pt x="48067" y="20860"/>
                        <a:pt x="38923" y="29242"/>
                      </a:cubicBezTo>
                      <a:cubicBezTo>
                        <a:pt x="31398" y="36100"/>
                        <a:pt x="27017" y="45720"/>
                        <a:pt x="23112" y="55055"/>
                      </a:cubicBezTo>
                      <a:cubicBezTo>
                        <a:pt x="14920" y="74676"/>
                        <a:pt x="7872" y="94869"/>
                        <a:pt x="2062" y="115348"/>
                      </a:cubicBezTo>
                      <a:cubicBezTo>
                        <a:pt x="347" y="121254"/>
                        <a:pt x="-1177" y="127731"/>
                        <a:pt x="1299" y="133350"/>
                      </a:cubicBezTo>
                      <a:cubicBezTo>
                        <a:pt x="3014" y="137256"/>
                        <a:pt x="6443" y="140208"/>
                        <a:pt x="9967" y="142685"/>
                      </a:cubicBezTo>
                      <a:cubicBezTo>
                        <a:pt x="38161" y="163449"/>
                        <a:pt x="75404" y="171545"/>
                        <a:pt x="109694" y="164211"/>
                      </a:cubicBezTo>
                      <a:cubicBezTo>
                        <a:pt x="118171" y="162402"/>
                        <a:pt x="126553" y="159639"/>
                        <a:pt x="133506" y="154591"/>
                      </a:cubicBezTo>
                      <a:cubicBezTo>
                        <a:pt x="149223" y="143066"/>
                        <a:pt x="154462" y="122397"/>
                        <a:pt x="158652" y="103442"/>
                      </a:cubicBezTo>
                      <a:cubicBezTo>
                        <a:pt x="164463" y="77058"/>
                        <a:pt x="170273" y="50673"/>
                        <a:pt x="176083" y="24289"/>
                      </a:cubicBezTo>
                      <a:cubicBezTo>
                        <a:pt x="175416" y="22765"/>
                        <a:pt x="172654" y="23241"/>
                        <a:pt x="172559" y="24861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83" name="Forme libre : forme 16982">
                  <a:extLst>
                    <a:ext uri="{FF2B5EF4-FFF2-40B4-BE49-F238E27FC236}">
                      <a16:creationId xmlns:a16="http://schemas.microsoft.com/office/drawing/2014/main" id="{3A4E02D4-4520-4D49-9E0C-EC699998C2DD}"/>
                    </a:ext>
                  </a:extLst>
                </p:cNvPr>
                <p:cNvSpPr/>
                <p:nvPr/>
              </p:nvSpPr>
              <p:spPr>
                <a:xfrm>
                  <a:off x="2704822" y="5481793"/>
                  <a:ext cx="141623" cy="175197"/>
                </a:xfrm>
                <a:custGeom>
                  <a:avLst/>
                  <a:gdLst>
                    <a:gd name="connsiteX0" fmla="*/ 21523 w 141623"/>
                    <a:gd name="connsiteY0" fmla="*/ 56708 h 175197"/>
                    <a:gd name="connsiteX1" fmla="*/ 1139 w 141623"/>
                    <a:gd name="connsiteY1" fmla="*/ 96999 h 175197"/>
                    <a:gd name="connsiteX2" fmla="*/ 46192 w 141623"/>
                    <a:gd name="connsiteY2" fmla="*/ 172913 h 175197"/>
                    <a:gd name="connsiteX3" fmla="*/ 123154 w 141623"/>
                    <a:gd name="connsiteY3" fmla="*/ 131861 h 175197"/>
                    <a:gd name="connsiteX4" fmla="*/ 136871 w 141623"/>
                    <a:gd name="connsiteY4" fmla="*/ 59947 h 175197"/>
                    <a:gd name="connsiteX5" fmla="*/ 131917 w 141623"/>
                    <a:gd name="connsiteY5" fmla="*/ 8607 h 175197"/>
                    <a:gd name="connsiteX6" fmla="*/ 21523 w 141623"/>
                    <a:gd name="connsiteY6" fmla="*/ 56708 h 175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1623" h="175197">
                      <a:moveTo>
                        <a:pt x="21523" y="56708"/>
                      </a:moveTo>
                      <a:cubicBezTo>
                        <a:pt x="12093" y="68614"/>
                        <a:pt x="4092" y="82140"/>
                        <a:pt x="1139" y="96999"/>
                      </a:cubicBezTo>
                      <a:cubicBezTo>
                        <a:pt x="-5147" y="128718"/>
                        <a:pt x="15236" y="163770"/>
                        <a:pt x="46192" y="172913"/>
                      </a:cubicBezTo>
                      <a:cubicBezTo>
                        <a:pt x="77149" y="182057"/>
                        <a:pt x="114011" y="162817"/>
                        <a:pt x="123154" y="131861"/>
                      </a:cubicBezTo>
                      <a:cubicBezTo>
                        <a:pt x="130203" y="108048"/>
                        <a:pt x="128774" y="83855"/>
                        <a:pt x="136871" y="59947"/>
                      </a:cubicBezTo>
                      <a:cubicBezTo>
                        <a:pt x="142395" y="43659"/>
                        <a:pt x="145633" y="22228"/>
                        <a:pt x="131917" y="8607"/>
                      </a:cubicBezTo>
                      <a:cubicBezTo>
                        <a:pt x="101914" y="-21111"/>
                        <a:pt x="39715" y="33848"/>
                        <a:pt x="21523" y="5670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84" name="Forme libre : forme 16983">
                  <a:extLst>
                    <a:ext uri="{FF2B5EF4-FFF2-40B4-BE49-F238E27FC236}">
                      <a16:creationId xmlns:a16="http://schemas.microsoft.com/office/drawing/2014/main" id="{F4234822-E189-4737-B9EA-61100BB978CA}"/>
                    </a:ext>
                  </a:extLst>
                </p:cNvPr>
                <p:cNvSpPr/>
                <p:nvPr/>
              </p:nvSpPr>
              <p:spPr>
                <a:xfrm>
                  <a:off x="2809937" y="5621072"/>
                  <a:ext cx="235844" cy="184327"/>
                </a:xfrm>
                <a:custGeom>
                  <a:avLst/>
                  <a:gdLst>
                    <a:gd name="connsiteX0" fmla="*/ 97573 w 235844"/>
                    <a:gd name="connsiteY0" fmla="*/ 34492 h 184327"/>
                    <a:gd name="connsiteX1" fmla="*/ 4324 w 235844"/>
                    <a:gd name="connsiteY1" fmla="*/ 137647 h 184327"/>
                    <a:gd name="connsiteX2" fmla="*/ 3657 w 235844"/>
                    <a:gd name="connsiteY2" fmla="*/ 171651 h 184327"/>
                    <a:gd name="connsiteX3" fmla="*/ 29089 w 235844"/>
                    <a:gd name="connsiteY3" fmla="*/ 184320 h 184327"/>
                    <a:gd name="connsiteX4" fmla="*/ 57949 w 235844"/>
                    <a:gd name="connsiteY4" fmla="*/ 178319 h 184327"/>
                    <a:gd name="connsiteX5" fmla="*/ 169963 w 235844"/>
                    <a:gd name="connsiteY5" fmla="*/ 121836 h 184327"/>
                    <a:gd name="connsiteX6" fmla="*/ 222636 w 235844"/>
                    <a:gd name="connsiteY6" fmla="*/ 62209 h 184327"/>
                    <a:gd name="connsiteX7" fmla="*/ 226447 w 235844"/>
                    <a:gd name="connsiteY7" fmla="*/ 16489 h 184327"/>
                    <a:gd name="connsiteX8" fmla="*/ 97573 w 235844"/>
                    <a:gd name="connsiteY8" fmla="*/ 34492 h 184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5844" h="184327">
                      <a:moveTo>
                        <a:pt x="97573" y="34492"/>
                      </a:moveTo>
                      <a:cubicBezTo>
                        <a:pt x="58044" y="60209"/>
                        <a:pt x="21183" y="93641"/>
                        <a:pt x="4324" y="137647"/>
                      </a:cubicBezTo>
                      <a:cubicBezTo>
                        <a:pt x="133" y="148601"/>
                        <a:pt x="-2534" y="161650"/>
                        <a:pt x="3657" y="171651"/>
                      </a:cubicBezTo>
                      <a:cubicBezTo>
                        <a:pt x="8800" y="180033"/>
                        <a:pt x="19183" y="184129"/>
                        <a:pt x="29089" y="184320"/>
                      </a:cubicBezTo>
                      <a:cubicBezTo>
                        <a:pt x="38994" y="184510"/>
                        <a:pt x="48615" y="181367"/>
                        <a:pt x="57949" y="178319"/>
                      </a:cubicBezTo>
                      <a:cubicBezTo>
                        <a:pt x="98050" y="165270"/>
                        <a:pt x="139674" y="151173"/>
                        <a:pt x="169963" y="121836"/>
                      </a:cubicBezTo>
                      <a:cubicBezTo>
                        <a:pt x="188918" y="103452"/>
                        <a:pt x="204539" y="81450"/>
                        <a:pt x="222636" y="62209"/>
                      </a:cubicBezTo>
                      <a:cubicBezTo>
                        <a:pt x="236543" y="47445"/>
                        <a:pt x="241972" y="32967"/>
                        <a:pt x="226447" y="16489"/>
                      </a:cubicBezTo>
                      <a:cubicBezTo>
                        <a:pt x="191871" y="-20277"/>
                        <a:pt x="130816" y="12870"/>
                        <a:pt x="97573" y="3449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85" name="Forme libre : forme 16984">
                  <a:extLst>
                    <a:ext uri="{FF2B5EF4-FFF2-40B4-BE49-F238E27FC236}">
                      <a16:creationId xmlns:a16="http://schemas.microsoft.com/office/drawing/2014/main" id="{61CC6B43-C280-4724-8F95-88B63E6ED524}"/>
                    </a:ext>
                  </a:extLst>
                </p:cNvPr>
                <p:cNvSpPr/>
                <p:nvPr/>
              </p:nvSpPr>
              <p:spPr>
                <a:xfrm>
                  <a:off x="2694678" y="5686870"/>
                  <a:ext cx="58803" cy="81719"/>
                </a:xfrm>
                <a:custGeom>
                  <a:avLst/>
                  <a:gdLst>
                    <a:gd name="connsiteX0" fmla="*/ 805 w 58803"/>
                    <a:gd name="connsiteY0" fmla="*/ 51085 h 81719"/>
                    <a:gd name="connsiteX1" fmla="*/ 35953 w 58803"/>
                    <a:gd name="connsiteY1" fmla="*/ 76707 h 81719"/>
                    <a:gd name="connsiteX2" fmla="*/ 58717 w 58803"/>
                    <a:gd name="connsiteY2" fmla="*/ 29654 h 81719"/>
                    <a:gd name="connsiteX3" fmla="*/ 40905 w 58803"/>
                    <a:gd name="connsiteY3" fmla="*/ 31 h 81719"/>
                    <a:gd name="connsiteX4" fmla="*/ 805 w 58803"/>
                    <a:gd name="connsiteY4" fmla="*/ 51085 h 8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803" h="81719">
                      <a:moveTo>
                        <a:pt x="805" y="51085"/>
                      </a:moveTo>
                      <a:cubicBezTo>
                        <a:pt x="-4243" y="74326"/>
                        <a:pt x="15283" y="90328"/>
                        <a:pt x="35953" y="76707"/>
                      </a:cubicBezTo>
                      <a:cubicBezTo>
                        <a:pt x="49859" y="67564"/>
                        <a:pt x="57955" y="45656"/>
                        <a:pt x="58717" y="29654"/>
                      </a:cubicBezTo>
                      <a:cubicBezTo>
                        <a:pt x="59384" y="16795"/>
                        <a:pt x="56431" y="984"/>
                        <a:pt x="40905" y="31"/>
                      </a:cubicBezTo>
                      <a:cubicBezTo>
                        <a:pt x="20617" y="-1207"/>
                        <a:pt x="4329" y="34893"/>
                        <a:pt x="805" y="5108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86" name="Forme libre : forme 16985">
                  <a:extLst>
                    <a:ext uri="{FF2B5EF4-FFF2-40B4-BE49-F238E27FC236}">
                      <a16:creationId xmlns:a16="http://schemas.microsoft.com/office/drawing/2014/main" id="{53BA8629-E666-41EB-8420-B89C743FFEA8}"/>
                    </a:ext>
                  </a:extLst>
                </p:cNvPr>
                <p:cNvSpPr/>
                <p:nvPr/>
              </p:nvSpPr>
              <p:spPr>
                <a:xfrm>
                  <a:off x="2962676" y="5243956"/>
                  <a:ext cx="150006" cy="202175"/>
                </a:xfrm>
                <a:custGeom>
                  <a:avLst/>
                  <a:gdLst>
                    <a:gd name="connsiteX0" fmla="*/ 138096 w 150006"/>
                    <a:gd name="connsiteY0" fmla="*/ 5080 h 202175"/>
                    <a:gd name="connsiteX1" fmla="*/ 84851 w 150006"/>
                    <a:gd name="connsiteY1" fmla="*/ 223 h 202175"/>
                    <a:gd name="connsiteX2" fmla="*/ 73421 w 150006"/>
                    <a:gd name="connsiteY2" fmla="*/ 2889 h 202175"/>
                    <a:gd name="connsiteX3" fmla="*/ 64944 w 150006"/>
                    <a:gd name="connsiteY3" fmla="*/ 15177 h 202175"/>
                    <a:gd name="connsiteX4" fmla="*/ 15700 w 150006"/>
                    <a:gd name="connsiteY4" fmla="*/ 130048 h 202175"/>
                    <a:gd name="connsiteX5" fmla="*/ 2841 w 150006"/>
                    <a:gd name="connsiteY5" fmla="*/ 163576 h 202175"/>
                    <a:gd name="connsiteX6" fmla="*/ 841 w 150006"/>
                    <a:gd name="connsiteY6" fmla="*/ 187008 h 202175"/>
                    <a:gd name="connsiteX7" fmla="*/ 17033 w 150006"/>
                    <a:gd name="connsiteY7" fmla="*/ 202153 h 202175"/>
                    <a:gd name="connsiteX8" fmla="*/ 31130 w 150006"/>
                    <a:gd name="connsiteY8" fmla="*/ 197009 h 202175"/>
                    <a:gd name="connsiteX9" fmla="*/ 93519 w 150006"/>
                    <a:gd name="connsiteY9" fmla="*/ 124810 h 202175"/>
                    <a:gd name="connsiteX10" fmla="*/ 122094 w 150006"/>
                    <a:gd name="connsiteY10" fmla="*/ 112141 h 202175"/>
                    <a:gd name="connsiteX11" fmla="*/ 147431 w 150006"/>
                    <a:gd name="connsiteY11" fmla="*/ 46800 h 202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0006" h="202175">
                      <a:moveTo>
                        <a:pt x="138096" y="5080"/>
                      </a:moveTo>
                      <a:cubicBezTo>
                        <a:pt x="120665" y="985"/>
                        <a:pt x="102758" y="-635"/>
                        <a:pt x="84851" y="223"/>
                      </a:cubicBezTo>
                      <a:cubicBezTo>
                        <a:pt x="80851" y="413"/>
                        <a:pt x="76755" y="794"/>
                        <a:pt x="73421" y="2889"/>
                      </a:cubicBezTo>
                      <a:cubicBezTo>
                        <a:pt x="69135" y="5557"/>
                        <a:pt x="66849" y="10510"/>
                        <a:pt x="64944" y="15177"/>
                      </a:cubicBezTo>
                      <a:cubicBezTo>
                        <a:pt x="48561" y="53467"/>
                        <a:pt x="32178" y="91758"/>
                        <a:pt x="15700" y="130048"/>
                      </a:cubicBezTo>
                      <a:cubicBezTo>
                        <a:pt x="10937" y="141097"/>
                        <a:pt x="6270" y="152147"/>
                        <a:pt x="2841" y="163576"/>
                      </a:cubicBezTo>
                      <a:cubicBezTo>
                        <a:pt x="555" y="171197"/>
                        <a:pt x="-1064" y="179293"/>
                        <a:pt x="841" y="187008"/>
                      </a:cubicBezTo>
                      <a:cubicBezTo>
                        <a:pt x="2746" y="194723"/>
                        <a:pt x="9128" y="201771"/>
                        <a:pt x="17033" y="202153"/>
                      </a:cubicBezTo>
                      <a:cubicBezTo>
                        <a:pt x="22082" y="202438"/>
                        <a:pt x="26939" y="199962"/>
                        <a:pt x="31130" y="197009"/>
                      </a:cubicBezTo>
                      <a:cubicBezTo>
                        <a:pt x="57324" y="178436"/>
                        <a:pt x="65706" y="140812"/>
                        <a:pt x="93519" y="124810"/>
                      </a:cubicBezTo>
                      <a:cubicBezTo>
                        <a:pt x="102568" y="119666"/>
                        <a:pt x="112950" y="117189"/>
                        <a:pt x="122094" y="112141"/>
                      </a:cubicBezTo>
                      <a:cubicBezTo>
                        <a:pt x="144192" y="99854"/>
                        <a:pt x="155432" y="70898"/>
                        <a:pt x="147431" y="46800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87" name="Forme libre : forme 16986">
                  <a:extLst>
                    <a:ext uri="{FF2B5EF4-FFF2-40B4-BE49-F238E27FC236}">
                      <a16:creationId xmlns:a16="http://schemas.microsoft.com/office/drawing/2014/main" id="{929B4844-6D15-4B17-9DA9-85FA2D8B84DE}"/>
                    </a:ext>
                  </a:extLst>
                </p:cNvPr>
                <p:cNvSpPr/>
                <p:nvPr/>
              </p:nvSpPr>
              <p:spPr>
                <a:xfrm>
                  <a:off x="3006320" y="5397817"/>
                  <a:ext cx="224511" cy="180715"/>
                </a:xfrm>
                <a:custGeom>
                  <a:avLst/>
                  <a:gdLst>
                    <a:gd name="connsiteX0" fmla="*/ 184559 w 224511"/>
                    <a:gd name="connsiteY0" fmla="*/ 0 h 180715"/>
                    <a:gd name="connsiteX1" fmla="*/ 61210 w 224511"/>
                    <a:gd name="connsiteY1" fmla="*/ 76581 h 180715"/>
                    <a:gd name="connsiteX2" fmla="*/ 16347 w 224511"/>
                    <a:gd name="connsiteY2" fmla="*/ 98012 h 180715"/>
                    <a:gd name="connsiteX3" fmla="*/ 2821 w 224511"/>
                    <a:gd name="connsiteY3" fmla="*/ 142304 h 180715"/>
                    <a:gd name="connsiteX4" fmla="*/ 37207 w 224511"/>
                    <a:gd name="connsiteY4" fmla="*/ 164687 h 180715"/>
                    <a:gd name="connsiteX5" fmla="*/ 112454 w 224511"/>
                    <a:gd name="connsiteY5" fmla="*/ 180594 h 180715"/>
                    <a:gd name="connsiteX6" fmla="*/ 185416 w 224511"/>
                    <a:gd name="connsiteY6" fmla="*/ 160591 h 180715"/>
                    <a:gd name="connsiteX7" fmla="*/ 222659 w 224511"/>
                    <a:gd name="connsiteY7" fmla="*/ 96869 h 180715"/>
                    <a:gd name="connsiteX8" fmla="*/ 214943 w 224511"/>
                    <a:gd name="connsiteY8" fmla="*/ 22479 h 180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4511" h="180715">
                      <a:moveTo>
                        <a:pt x="184559" y="0"/>
                      </a:moveTo>
                      <a:cubicBezTo>
                        <a:pt x="145887" y="29337"/>
                        <a:pt x="106453" y="58960"/>
                        <a:pt x="61210" y="76581"/>
                      </a:cubicBezTo>
                      <a:cubicBezTo>
                        <a:pt x="45684" y="82582"/>
                        <a:pt x="29110" y="87439"/>
                        <a:pt x="16347" y="98012"/>
                      </a:cubicBezTo>
                      <a:cubicBezTo>
                        <a:pt x="3584" y="108585"/>
                        <a:pt x="-4608" y="127445"/>
                        <a:pt x="2821" y="142304"/>
                      </a:cubicBezTo>
                      <a:cubicBezTo>
                        <a:pt x="9108" y="154877"/>
                        <a:pt x="23777" y="160496"/>
                        <a:pt x="37207" y="164687"/>
                      </a:cubicBezTo>
                      <a:cubicBezTo>
                        <a:pt x="61686" y="172498"/>
                        <a:pt x="86737" y="179546"/>
                        <a:pt x="112454" y="180594"/>
                      </a:cubicBezTo>
                      <a:cubicBezTo>
                        <a:pt x="138172" y="181642"/>
                        <a:pt x="164842" y="176022"/>
                        <a:pt x="185416" y="160591"/>
                      </a:cubicBezTo>
                      <a:cubicBezTo>
                        <a:pt x="205609" y="145446"/>
                        <a:pt x="218372" y="121729"/>
                        <a:pt x="222659" y="96869"/>
                      </a:cubicBezTo>
                      <a:cubicBezTo>
                        <a:pt x="227040" y="72009"/>
                        <a:pt x="223325" y="46291"/>
                        <a:pt x="214943" y="22479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88" name="Forme libre : forme 16987">
                  <a:extLst>
                    <a:ext uri="{FF2B5EF4-FFF2-40B4-BE49-F238E27FC236}">
                      <a16:creationId xmlns:a16="http://schemas.microsoft.com/office/drawing/2014/main" id="{D12F96DC-B91D-4828-A8B1-B07D86877D4B}"/>
                    </a:ext>
                  </a:extLst>
                </p:cNvPr>
                <p:cNvSpPr/>
                <p:nvPr/>
              </p:nvSpPr>
              <p:spPr>
                <a:xfrm>
                  <a:off x="3206259" y="5225116"/>
                  <a:ext cx="70586" cy="116261"/>
                </a:xfrm>
                <a:custGeom>
                  <a:avLst/>
                  <a:gdLst>
                    <a:gd name="connsiteX0" fmla="*/ 1860 w 70586"/>
                    <a:gd name="connsiteY0" fmla="*/ 86119 h 116261"/>
                    <a:gd name="connsiteX1" fmla="*/ 8813 w 70586"/>
                    <a:gd name="connsiteY1" fmla="*/ 106979 h 116261"/>
                    <a:gd name="connsiteX2" fmla="*/ 33482 w 70586"/>
                    <a:gd name="connsiteY2" fmla="*/ 116027 h 116261"/>
                    <a:gd name="connsiteX3" fmla="*/ 40531 w 70586"/>
                    <a:gd name="connsiteY3" fmla="*/ 13538 h 116261"/>
                    <a:gd name="connsiteX4" fmla="*/ 1860 w 70586"/>
                    <a:gd name="connsiteY4" fmla="*/ 86119 h 116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586" h="116261">
                      <a:moveTo>
                        <a:pt x="1860" y="86119"/>
                      </a:moveTo>
                      <a:cubicBezTo>
                        <a:pt x="2812" y="93453"/>
                        <a:pt x="4146" y="101168"/>
                        <a:pt x="8813" y="106979"/>
                      </a:cubicBezTo>
                      <a:cubicBezTo>
                        <a:pt x="14528" y="114122"/>
                        <a:pt x="24434" y="117170"/>
                        <a:pt x="33482" y="116027"/>
                      </a:cubicBezTo>
                      <a:cubicBezTo>
                        <a:pt x="95014" y="108693"/>
                        <a:pt x="67392" y="41923"/>
                        <a:pt x="40531" y="13538"/>
                      </a:cubicBezTo>
                      <a:cubicBezTo>
                        <a:pt x="-5284" y="-34658"/>
                        <a:pt x="-1569" y="59258"/>
                        <a:pt x="1860" y="8611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89" name="Forme libre : forme 16988">
                  <a:extLst>
                    <a:ext uri="{FF2B5EF4-FFF2-40B4-BE49-F238E27FC236}">
                      <a16:creationId xmlns:a16="http://schemas.microsoft.com/office/drawing/2014/main" id="{4DED4A4E-A9C0-4F8D-A6FC-AE31CD7EE0CA}"/>
                    </a:ext>
                  </a:extLst>
                </p:cNvPr>
                <p:cNvSpPr/>
                <p:nvPr/>
              </p:nvSpPr>
              <p:spPr>
                <a:xfrm>
                  <a:off x="3375883" y="5247493"/>
                  <a:ext cx="120907" cy="187471"/>
                </a:xfrm>
                <a:custGeom>
                  <a:avLst/>
                  <a:gdLst>
                    <a:gd name="connsiteX0" fmla="*/ 87030 w 120907"/>
                    <a:gd name="connsiteY0" fmla="*/ 19355 h 187471"/>
                    <a:gd name="connsiteX1" fmla="*/ 20164 w 120907"/>
                    <a:gd name="connsiteY1" fmla="*/ 590 h 187471"/>
                    <a:gd name="connsiteX2" fmla="*/ 14830 w 120907"/>
                    <a:gd name="connsiteY2" fmla="*/ 400 h 187471"/>
                    <a:gd name="connsiteX3" fmla="*/ 11497 w 120907"/>
                    <a:gd name="connsiteY3" fmla="*/ 7067 h 187471"/>
                    <a:gd name="connsiteX4" fmla="*/ 257 w 120907"/>
                    <a:gd name="connsiteY4" fmla="*/ 133084 h 187471"/>
                    <a:gd name="connsiteX5" fmla="*/ 3877 w 120907"/>
                    <a:gd name="connsiteY5" fmla="*/ 164325 h 187471"/>
                    <a:gd name="connsiteX6" fmla="*/ 43596 w 120907"/>
                    <a:gd name="connsiteY6" fmla="*/ 187471 h 187471"/>
                    <a:gd name="connsiteX7" fmla="*/ 88173 w 120907"/>
                    <a:gd name="connsiteY7" fmla="*/ 170136 h 187471"/>
                    <a:gd name="connsiteX8" fmla="*/ 118748 w 120907"/>
                    <a:gd name="connsiteY8" fmla="*/ 127750 h 187471"/>
                    <a:gd name="connsiteX9" fmla="*/ 116653 w 120907"/>
                    <a:gd name="connsiteY9" fmla="*/ 78886 h 187471"/>
                    <a:gd name="connsiteX10" fmla="*/ 106842 w 120907"/>
                    <a:gd name="connsiteY10" fmla="*/ 43644 h 187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907" h="187471">
                      <a:moveTo>
                        <a:pt x="87030" y="19355"/>
                      </a:moveTo>
                      <a:cubicBezTo>
                        <a:pt x="64742" y="13068"/>
                        <a:pt x="42453" y="6877"/>
                        <a:pt x="20164" y="590"/>
                      </a:cubicBezTo>
                      <a:cubicBezTo>
                        <a:pt x="18450" y="114"/>
                        <a:pt x="16450" y="-362"/>
                        <a:pt x="14830" y="400"/>
                      </a:cubicBezTo>
                      <a:cubicBezTo>
                        <a:pt x="12449" y="1448"/>
                        <a:pt x="11782" y="4496"/>
                        <a:pt x="11497" y="7067"/>
                      </a:cubicBezTo>
                      <a:cubicBezTo>
                        <a:pt x="5877" y="48882"/>
                        <a:pt x="2067" y="90888"/>
                        <a:pt x="257" y="133084"/>
                      </a:cubicBezTo>
                      <a:cubicBezTo>
                        <a:pt x="-219" y="143656"/>
                        <a:pt x="-505" y="154705"/>
                        <a:pt x="3877" y="164325"/>
                      </a:cubicBezTo>
                      <a:cubicBezTo>
                        <a:pt x="10544" y="179089"/>
                        <a:pt x="27403" y="187566"/>
                        <a:pt x="43596" y="187471"/>
                      </a:cubicBezTo>
                      <a:cubicBezTo>
                        <a:pt x="59788" y="187376"/>
                        <a:pt x="75314" y="179946"/>
                        <a:pt x="88173" y="170136"/>
                      </a:cubicBezTo>
                      <a:cubicBezTo>
                        <a:pt x="102270" y="159373"/>
                        <a:pt x="114271" y="144894"/>
                        <a:pt x="118748" y="127750"/>
                      </a:cubicBezTo>
                      <a:cubicBezTo>
                        <a:pt x="122939" y="111842"/>
                        <a:pt x="120367" y="94984"/>
                        <a:pt x="116653" y="78886"/>
                      </a:cubicBezTo>
                      <a:cubicBezTo>
                        <a:pt x="113986" y="66980"/>
                        <a:pt x="110652" y="55264"/>
                        <a:pt x="106842" y="43644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90" name="Forme libre : forme 16989">
                  <a:extLst>
                    <a:ext uri="{FF2B5EF4-FFF2-40B4-BE49-F238E27FC236}">
                      <a16:creationId xmlns:a16="http://schemas.microsoft.com/office/drawing/2014/main" id="{42C444E1-3F61-4277-967D-E1275E3DF332}"/>
                    </a:ext>
                  </a:extLst>
                </p:cNvPr>
                <p:cNvSpPr/>
                <p:nvPr/>
              </p:nvSpPr>
              <p:spPr>
                <a:xfrm>
                  <a:off x="3152468" y="5627890"/>
                  <a:ext cx="140118" cy="89865"/>
                </a:xfrm>
                <a:custGeom>
                  <a:avLst/>
                  <a:gdLst>
                    <a:gd name="connsiteX0" fmla="*/ 47078 w 140118"/>
                    <a:gd name="connsiteY0" fmla="*/ 4432 h 89865"/>
                    <a:gd name="connsiteX1" fmla="*/ 12789 w 140118"/>
                    <a:gd name="connsiteY1" fmla="*/ 18053 h 89865"/>
                    <a:gd name="connsiteX2" fmla="*/ 2121 w 140118"/>
                    <a:gd name="connsiteY2" fmla="*/ 38817 h 89865"/>
                    <a:gd name="connsiteX3" fmla="*/ 1740 w 140118"/>
                    <a:gd name="connsiteY3" fmla="*/ 63677 h 89865"/>
                    <a:gd name="connsiteX4" fmla="*/ 43745 w 140118"/>
                    <a:gd name="connsiteY4" fmla="*/ 88347 h 89865"/>
                    <a:gd name="connsiteX5" fmla="*/ 139661 w 140118"/>
                    <a:gd name="connsiteY5" fmla="*/ 33388 h 89865"/>
                    <a:gd name="connsiteX6" fmla="*/ 47078 w 140118"/>
                    <a:gd name="connsiteY6" fmla="*/ 4432 h 89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0118" h="89865">
                      <a:moveTo>
                        <a:pt x="47078" y="4432"/>
                      </a:moveTo>
                      <a:cubicBezTo>
                        <a:pt x="34696" y="6242"/>
                        <a:pt x="21552" y="9004"/>
                        <a:pt x="12789" y="18053"/>
                      </a:cubicBezTo>
                      <a:cubicBezTo>
                        <a:pt x="7264" y="23673"/>
                        <a:pt x="4216" y="31197"/>
                        <a:pt x="2121" y="38817"/>
                      </a:cubicBezTo>
                      <a:cubicBezTo>
                        <a:pt x="-70" y="46914"/>
                        <a:pt x="-1118" y="55772"/>
                        <a:pt x="1740" y="63677"/>
                      </a:cubicBezTo>
                      <a:cubicBezTo>
                        <a:pt x="7645" y="79775"/>
                        <a:pt x="26790" y="86062"/>
                        <a:pt x="43745" y="88347"/>
                      </a:cubicBezTo>
                      <a:cubicBezTo>
                        <a:pt x="82226" y="93681"/>
                        <a:pt x="146139" y="87109"/>
                        <a:pt x="139661" y="33388"/>
                      </a:cubicBezTo>
                      <a:cubicBezTo>
                        <a:pt x="134327" y="-10808"/>
                        <a:pt x="77749" y="51"/>
                        <a:pt x="47078" y="443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91" name="Forme libre : forme 16990">
                  <a:extLst>
                    <a:ext uri="{FF2B5EF4-FFF2-40B4-BE49-F238E27FC236}">
                      <a16:creationId xmlns:a16="http://schemas.microsoft.com/office/drawing/2014/main" id="{44EF3DA9-D071-4DDC-A02F-7AFB54D143A4}"/>
                    </a:ext>
                  </a:extLst>
                </p:cNvPr>
                <p:cNvSpPr/>
                <p:nvPr/>
              </p:nvSpPr>
              <p:spPr>
                <a:xfrm>
                  <a:off x="3378664" y="5504905"/>
                  <a:ext cx="124303" cy="94842"/>
                </a:xfrm>
                <a:custGeom>
                  <a:avLst/>
                  <a:gdLst>
                    <a:gd name="connsiteX0" fmla="*/ 11383 w 124303"/>
                    <a:gd name="connsiteY0" fmla="*/ 47122 h 94842"/>
                    <a:gd name="connsiteX1" fmla="*/ 620 w 124303"/>
                    <a:gd name="connsiteY1" fmla="*/ 76364 h 94842"/>
                    <a:gd name="connsiteX2" fmla="*/ 31862 w 124303"/>
                    <a:gd name="connsiteY2" fmla="*/ 94842 h 94842"/>
                    <a:gd name="connsiteX3" fmla="*/ 121778 w 124303"/>
                    <a:gd name="connsiteY3" fmla="*/ 16832 h 94842"/>
                    <a:gd name="connsiteX4" fmla="*/ 11383 w 124303"/>
                    <a:gd name="connsiteY4" fmla="*/ 47122 h 948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303" h="94842">
                      <a:moveTo>
                        <a:pt x="11383" y="47122"/>
                      </a:moveTo>
                      <a:cubicBezTo>
                        <a:pt x="4334" y="55313"/>
                        <a:pt x="-2047" y="65886"/>
                        <a:pt x="620" y="76364"/>
                      </a:cubicBezTo>
                      <a:cubicBezTo>
                        <a:pt x="3858" y="89031"/>
                        <a:pt x="18812" y="94842"/>
                        <a:pt x="31862" y="94842"/>
                      </a:cubicBezTo>
                      <a:cubicBezTo>
                        <a:pt x="60055" y="94842"/>
                        <a:pt x="139399" y="52456"/>
                        <a:pt x="121778" y="16832"/>
                      </a:cubicBezTo>
                      <a:cubicBezTo>
                        <a:pt x="100061" y="-26792"/>
                        <a:pt x="29766" y="25690"/>
                        <a:pt x="11383" y="4712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92" name="Forme libre : forme 16991">
                  <a:extLst>
                    <a:ext uri="{FF2B5EF4-FFF2-40B4-BE49-F238E27FC236}">
                      <a16:creationId xmlns:a16="http://schemas.microsoft.com/office/drawing/2014/main" id="{66D5E05E-D5A6-4FDC-8115-5AFC7517B02F}"/>
                    </a:ext>
                  </a:extLst>
                </p:cNvPr>
                <p:cNvSpPr/>
                <p:nvPr/>
              </p:nvSpPr>
              <p:spPr>
                <a:xfrm>
                  <a:off x="3360638" y="5657563"/>
                  <a:ext cx="135231" cy="153943"/>
                </a:xfrm>
                <a:custGeom>
                  <a:avLst/>
                  <a:gdLst>
                    <a:gd name="connsiteX0" fmla="*/ 124564 w 135231"/>
                    <a:gd name="connsiteY0" fmla="*/ 0 h 153943"/>
                    <a:gd name="connsiteX1" fmla="*/ 55222 w 135231"/>
                    <a:gd name="connsiteY1" fmla="*/ 28004 h 153943"/>
                    <a:gd name="connsiteX2" fmla="*/ 22075 w 135231"/>
                    <a:gd name="connsiteY2" fmla="*/ 70866 h 153943"/>
                    <a:gd name="connsiteX3" fmla="*/ 1501 w 135231"/>
                    <a:gd name="connsiteY3" fmla="*/ 109538 h 153943"/>
                    <a:gd name="connsiteX4" fmla="*/ 12931 w 135231"/>
                    <a:gd name="connsiteY4" fmla="*/ 149162 h 153943"/>
                    <a:gd name="connsiteX5" fmla="*/ 43792 w 135231"/>
                    <a:gd name="connsiteY5" fmla="*/ 151352 h 153943"/>
                    <a:gd name="connsiteX6" fmla="*/ 70557 w 135231"/>
                    <a:gd name="connsiteY6" fmla="*/ 133731 h 153943"/>
                    <a:gd name="connsiteX7" fmla="*/ 112086 w 135231"/>
                    <a:gd name="connsiteY7" fmla="*/ 81439 h 153943"/>
                    <a:gd name="connsiteX8" fmla="*/ 135232 w 135231"/>
                    <a:gd name="connsiteY8" fmla="*/ 22003 h 153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231" h="153943">
                      <a:moveTo>
                        <a:pt x="124564" y="0"/>
                      </a:moveTo>
                      <a:cubicBezTo>
                        <a:pt x="102847" y="12478"/>
                        <a:pt x="75415" y="13240"/>
                        <a:pt x="55222" y="28004"/>
                      </a:cubicBezTo>
                      <a:cubicBezTo>
                        <a:pt x="40553" y="38767"/>
                        <a:pt x="31790" y="55531"/>
                        <a:pt x="22075" y="70866"/>
                      </a:cubicBezTo>
                      <a:cubicBezTo>
                        <a:pt x="14169" y="83249"/>
                        <a:pt x="5215" y="95345"/>
                        <a:pt x="1501" y="109538"/>
                      </a:cubicBezTo>
                      <a:cubicBezTo>
                        <a:pt x="-2214" y="123730"/>
                        <a:pt x="739" y="140970"/>
                        <a:pt x="12931" y="149162"/>
                      </a:cubicBezTo>
                      <a:cubicBezTo>
                        <a:pt x="21789" y="155163"/>
                        <a:pt x="33790" y="155067"/>
                        <a:pt x="43792" y="151352"/>
                      </a:cubicBezTo>
                      <a:cubicBezTo>
                        <a:pt x="53888" y="147638"/>
                        <a:pt x="62365" y="140780"/>
                        <a:pt x="70557" y="133731"/>
                      </a:cubicBezTo>
                      <a:cubicBezTo>
                        <a:pt x="87607" y="119063"/>
                        <a:pt x="104085" y="102394"/>
                        <a:pt x="112086" y="81439"/>
                      </a:cubicBezTo>
                      <a:cubicBezTo>
                        <a:pt x="119706" y="61341"/>
                        <a:pt x="119801" y="36957"/>
                        <a:pt x="135232" y="22003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93" name="Forme libre : forme 16992">
                  <a:extLst>
                    <a:ext uri="{FF2B5EF4-FFF2-40B4-BE49-F238E27FC236}">
                      <a16:creationId xmlns:a16="http://schemas.microsoft.com/office/drawing/2014/main" id="{85C36F99-EE3D-4237-BBF1-7B600CE28897}"/>
                    </a:ext>
                  </a:extLst>
                </p:cNvPr>
                <p:cNvSpPr/>
                <p:nvPr/>
              </p:nvSpPr>
              <p:spPr>
                <a:xfrm>
                  <a:off x="3532003" y="5619092"/>
                  <a:ext cx="152518" cy="182518"/>
                </a:xfrm>
                <a:custGeom>
                  <a:avLst/>
                  <a:gdLst>
                    <a:gd name="connsiteX0" fmla="*/ 46162 w 152518"/>
                    <a:gd name="connsiteY0" fmla="*/ 43806 h 182518"/>
                    <a:gd name="connsiteX1" fmla="*/ 1490 w 152518"/>
                    <a:gd name="connsiteY1" fmla="*/ 134103 h 182518"/>
                    <a:gd name="connsiteX2" fmla="*/ 1871 w 152518"/>
                    <a:gd name="connsiteY2" fmla="*/ 162011 h 182518"/>
                    <a:gd name="connsiteX3" fmla="*/ 20349 w 152518"/>
                    <a:gd name="connsiteY3" fmla="*/ 181632 h 182518"/>
                    <a:gd name="connsiteX4" fmla="*/ 40733 w 152518"/>
                    <a:gd name="connsiteY4" fmla="*/ 180394 h 182518"/>
                    <a:gd name="connsiteX5" fmla="*/ 151795 w 152518"/>
                    <a:gd name="connsiteY5" fmla="*/ 51330 h 182518"/>
                    <a:gd name="connsiteX6" fmla="*/ 121791 w 152518"/>
                    <a:gd name="connsiteY6" fmla="*/ 371 h 182518"/>
                    <a:gd name="connsiteX7" fmla="*/ 46162 w 152518"/>
                    <a:gd name="connsiteY7" fmla="*/ 43806 h 182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2518" h="182518">
                      <a:moveTo>
                        <a:pt x="46162" y="43806"/>
                      </a:moveTo>
                      <a:cubicBezTo>
                        <a:pt x="27207" y="71809"/>
                        <a:pt x="7776" y="100861"/>
                        <a:pt x="1490" y="134103"/>
                      </a:cubicBezTo>
                      <a:cubicBezTo>
                        <a:pt x="-225" y="143342"/>
                        <a:pt x="-891" y="153057"/>
                        <a:pt x="1871" y="162011"/>
                      </a:cubicBezTo>
                      <a:cubicBezTo>
                        <a:pt x="4633" y="170964"/>
                        <a:pt x="11396" y="179156"/>
                        <a:pt x="20349" y="181632"/>
                      </a:cubicBezTo>
                      <a:cubicBezTo>
                        <a:pt x="27017" y="183442"/>
                        <a:pt x="34065" y="182204"/>
                        <a:pt x="40733" y="180394"/>
                      </a:cubicBezTo>
                      <a:cubicBezTo>
                        <a:pt x="99407" y="164773"/>
                        <a:pt x="143698" y="111242"/>
                        <a:pt x="151795" y="51330"/>
                      </a:cubicBezTo>
                      <a:cubicBezTo>
                        <a:pt x="154938" y="27994"/>
                        <a:pt x="148365" y="3229"/>
                        <a:pt x="121791" y="371"/>
                      </a:cubicBezTo>
                      <a:cubicBezTo>
                        <a:pt x="89215" y="-3153"/>
                        <a:pt x="63022" y="18945"/>
                        <a:pt x="46162" y="4380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94" name="Forme libre : forme 16993">
                  <a:extLst>
                    <a:ext uri="{FF2B5EF4-FFF2-40B4-BE49-F238E27FC236}">
                      <a16:creationId xmlns:a16="http://schemas.microsoft.com/office/drawing/2014/main" id="{2247B793-4439-456F-BA0E-C9167D959930}"/>
                    </a:ext>
                  </a:extLst>
                </p:cNvPr>
                <p:cNvSpPr/>
                <p:nvPr/>
              </p:nvSpPr>
              <p:spPr>
                <a:xfrm>
                  <a:off x="3636220" y="5280605"/>
                  <a:ext cx="108631" cy="235581"/>
                </a:xfrm>
                <a:custGeom>
                  <a:avLst/>
                  <a:gdLst>
                    <a:gd name="connsiteX0" fmla="*/ 5763 w 108631"/>
                    <a:gd name="connsiteY0" fmla="*/ 84351 h 235581"/>
                    <a:gd name="connsiteX1" fmla="*/ 48 w 108631"/>
                    <a:gd name="connsiteY1" fmla="*/ 166743 h 235581"/>
                    <a:gd name="connsiteX2" fmla="*/ 12430 w 108631"/>
                    <a:gd name="connsiteY2" fmla="*/ 222750 h 235581"/>
                    <a:gd name="connsiteX3" fmla="*/ 26908 w 108631"/>
                    <a:gd name="connsiteY3" fmla="*/ 235037 h 235581"/>
                    <a:gd name="connsiteX4" fmla="*/ 49006 w 108631"/>
                    <a:gd name="connsiteY4" fmla="*/ 226559 h 235581"/>
                    <a:gd name="connsiteX5" fmla="*/ 59960 w 108631"/>
                    <a:gd name="connsiteY5" fmla="*/ 204366 h 235581"/>
                    <a:gd name="connsiteX6" fmla="*/ 98536 w 108631"/>
                    <a:gd name="connsiteY6" fmla="*/ 92829 h 235581"/>
                    <a:gd name="connsiteX7" fmla="*/ 105013 w 108631"/>
                    <a:gd name="connsiteY7" fmla="*/ 20438 h 235581"/>
                    <a:gd name="connsiteX8" fmla="*/ 48244 w 108631"/>
                    <a:gd name="connsiteY8" fmla="*/ 7104 h 235581"/>
                    <a:gd name="connsiteX9" fmla="*/ 5763 w 108631"/>
                    <a:gd name="connsiteY9" fmla="*/ 84351 h 235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631" h="235581">
                      <a:moveTo>
                        <a:pt x="5763" y="84351"/>
                      </a:moveTo>
                      <a:cubicBezTo>
                        <a:pt x="1572" y="111593"/>
                        <a:pt x="-333" y="139215"/>
                        <a:pt x="48" y="166743"/>
                      </a:cubicBezTo>
                      <a:cubicBezTo>
                        <a:pt x="333" y="186078"/>
                        <a:pt x="2048" y="206366"/>
                        <a:pt x="12430" y="222750"/>
                      </a:cubicBezTo>
                      <a:cubicBezTo>
                        <a:pt x="15859" y="228178"/>
                        <a:pt x="20622" y="233322"/>
                        <a:pt x="26908" y="235037"/>
                      </a:cubicBezTo>
                      <a:cubicBezTo>
                        <a:pt x="34909" y="237132"/>
                        <a:pt x="43577" y="232941"/>
                        <a:pt x="49006" y="226559"/>
                      </a:cubicBezTo>
                      <a:cubicBezTo>
                        <a:pt x="54436" y="220273"/>
                        <a:pt x="57198" y="212177"/>
                        <a:pt x="59960" y="204366"/>
                      </a:cubicBezTo>
                      <a:cubicBezTo>
                        <a:pt x="72819" y="167219"/>
                        <a:pt x="86725" y="130357"/>
                        <a:pt x="98536" y="92829"/>
                      </a:cubicBezTo>
                      <a:cubicBezTo>
                        <a:pt x="105299" y="71302"/>
                        <a:pt x="113490" y="42727"/>
                        <a:pt x="105013" y="20438"/>
                      </a:cubicBezTo>
                      <a:cubicBezTo>
                        <a:pt x="95679" y="-4231"/>
                        <a:pt x="69199" y="-3755"/>
                        <a:pt x="48244" y="7104"/>
                      </a:cubicBezTo>
                      <a:cubicBezTo>
                        <a:pt x="19383" y="21867"/>
                        <a:pt x="10430" y="54729"/>
                        <a:pt x="5763" y="84351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95" name="Forme libre : forme 16994">
                  <a:extLst>
                    <a:ext uri="{FF2B5EF4-FFF2-40B4-BE49-F238E27FC236}">
                      <a16:creationId xmlns:a16="http://schemas.microsoft.com/office/drawing/2014/main" id="{61FCFA3A-736A-432D-AEBA-308E959029B2}"/>
                    </a:ext>
                  </a:extLst>
                </p:cNvPr>
                <p:cNvSpPr/>
                <p:nvPr/>
              </p:nvSpPr>
              <p:spPr>
                <a:xfrm>
                  <a:off x="3750428" y="5418486"/>
                  <a:ext cx="163112" cy="198458"/>
                </a:xfrm>
                <a:custGeom>
                  <a:avLst/>
                  <a:gdLst>
                    <a:gd name="connsiteX0" fmla="*/ 127584 w 163112"/>
                    <a:gd name="connsiteY0" fmla="*/ 0 h 198458"/>
                    <a:gd name="connsiteX1" fmla="*/ 129204 w 163112"/>
                    <a:gd name="connsiteY1" fmla="*/ 0 h 198458"/>
                    <a:gd name="connsiteX2" fmla="*/ 35668 w 163112"/>
                    <a:gd name="connsiteY2" fmla="*/ 60103 h 198458"/>
                    <a:gd name="connsiteX3" fmla="*/ 1950 w 163112"/>
                    <a:gd name="connsiteY3" fmla="*/ 144685 h 198458"/>
                    <a:gd name="connsiteX4" fmla="*/ 16332 w 163112"/>
                    <a:gd name="connsiteY4" fmla="*/ 172117 h 198458"/>
                    <a:gd name="connsiteX5" fmla="*/ 43383 w 163112"/>
                    <a:gd name="connsiteY5" fmla="*/ 195549 h 198458"/>
                    <a:gd name="connsiteX6" fmla="*/ 103105 w 163112"/>
                    <a:gd name="connsiteY6" fmla="*/ 176689 h 198458"/>
                    <a:gd name="connsiteX7" fmla="*/ 131680 w 163112"/>
                    <a:gd name="connsiteY7" fmla="*/ 116872 h 198458"/>
                    <a:gd name="connsiteX8" fmla="*/ 163113 w 163112"/>
                    <a:gd name="connsiteY8" fmla="*/ 18098 h 198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3112" h="198458">
                      <a:moveTo>
                        <a:pt x="127584" y="0"/>
                      </a:moveTo>
                      <a:cubicBezTo>
                        <a:pt x="128156" y="0"/>
                        <a:pt x="128632" y="0"/>
                        <a:pt x="129204" y="0"/>
                      </a:cubicBezTo>
                      <a:cubicBezTo>
                        <a:pt x="94342" y="13335"/>
                        <a:pt x="62052" y="33624"/>
                        <a:pt x="35668" y="60103"/>
                      </a:cubicBezTo>
                      <a:cubicBezTo>
                        <a:pt x="13094" y="82582"/>
                        <a:pt x="-6337" y="114015"/>
                        <a:pt x="1950" y="144685"/>
                      </a:cubicBezTo>
                      <a:cubicBezTo>
                        <a:pt x="4617" y="154686"/>
                        <a:pt x="10141" y="163735"/>
                        <a:pt x="16332" y="172117"/>
                      </a:cubicBezTo>
                      <a:cubicBezTo>
                        <a:pt x="23572" y="181833"/>
                        <a:pt x="32144" y="191071"/>
                        <a:pt x="43383" y="195549"/>
                      </a:cubicBezTo>
                      <a:cubicBezTo>
                        <a:pt x="64053" y="203835"/>
                        <a:pt x="88437" y="193453"/>
                        <a:pt x="103105" y="176689"/>
                      </a:cubicBezTo>
                      <a:cubicBezTo>
                        <a:pt x="117774" y="159925"/>
                        <a:pt x="124917" y="138113"/>
                        <a:pt x="131680" y="116872"/>
                      </a:cubicBezTo>
                      <a:cubicBezTo>
                        <a:pt x="142158" y="83915"/>
                        <a:pt x="152635" y="51054"/>
                        <a:pt x="163113" y="18098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96" name="Forme libre : forme 16995">
                  <a:extLst>
                    <a:ext uri="{FF2B5EF4-FFF2-40B4-BE49-F238E27FC236}">
                      <a16:creationId xmlns:a16="http://schemas.microsoft.com/office/drawing/2014/main" id="{AF55CF75-1A5B-4E53-8060-E6B1EB1EEDAD}"/>
                    </a:ext>
                  </a:extLst>
                </p:cNvPr>
                <p:cNvSpPr/>
                <p:nvPr/>
              </p:nvSpPr>
              <p:spPr>
                <a:xfrm>
                  <a:off x="3928758" y="5276326"/>
                  <a:ext cx="158425" cy="111986"/>
                </a:xfrm>
                <a:custGeom>
                  <a:avLst/>
                  <a:gdLst>
                    <a:gd name="connsiteX0" fmla="*/ 112703 w 158425"/>
                    <a:gd name="connsiteY0" fmla="*/ 2810 h 111986"/>
                    <a:gd name="connsiteX1" fmla="*/ 95177 w 158425"/>
                    <a:gd name="connsiteY1" fmla="*/ 1476 h 111986"/>
                    <a:gd name="connsiteX2" fmla="*/ 56506 w 158425"/>
                    <a:gd name="connsiteY2" fmla="*/ 11954 h 111986"/>
                    <a:gd name="connsiteX3" fmla="*/ 34312 w 158425"/>
                    <a:gd name="connsiteY3" fmla="*/ 20717 h 111986"/>
                    <a:gd name="connsiteX4" fmla="*/ 16596 w 158425"/>
                    <a:gd name="connsiteY4" fmla="*/ 41101 h 111986"/>
                    <a:gd name="connsiteX5" fmla="*/ 1927 w 158425"/>
                    <a:gd name="connsiteY5" fmla="*/ 63008 h 111986"/>
                    <a:gd name="connsiteX6" fmla="*/ 23 w 158425"/>
                    <a:gd name="connsiteY6" fmla="*/ 68056 h 111986"/>
                    <a:gd name="connsiteX7" fmla="*/ 3833 w 158425"/>
                    <a:gd name="connsiteY7" fmla="*/ 73009 h 111986"/>
                    <a:gd name="connsiteX8" fmla="*/ 79461 w 158425"/>
                    <a:gd name="connsiteY8" fmla="*/ 92726 h 111986"/>
                    <a:gd name="connsiteX9" fmla="*/ 121181 w 158425"/>
                    <a:gd name="connsiteY9" fmla="*/ 111967 h 111986"/>
                    <a:gd name="connsiteX10" fmla="*/ 158328 w 158425"/>
                    <a:gd name="connsiteY10" fmla="*/ 71675 h 111986"/>
                    <a:gd name="connsiteX11" fmla="*/ 141278 w 158425"/>
                    <a:gd name="connsiteY11" fmla="*/ 14145 h 111986"/>
                    <a:gd name="connsiteX12" fmla="*/ 112703 w 158425"/>
                    <a:gd name="connsiteY12" fmla="*/ 2810 h 111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8425" h="111986">
                      <a:moveTo>
                        <a:pt x="112703" y="2810"/>
                      </a:moveTo>
                      <a:cubicBezTo>
                        <a:pt x="108226" y="-1381"/>
                        <a:pt x="101083" y="-48"/>
                        <a:pt x="95177" y="1476"/>
                      </a:cubicBezTo>
                      <a:cubicBezTo>
                        <a:pt x="82318" y="4906"/>
                        <a:pt x="69460" y="8430"/>
                        <a:pt x="56506" y="11954"/>
                      </a:cubicBezTo>
                      <a:cubicBezTo>
                        <a:pt x="48791" y="14049"/>
                        <a:pt x="40885" y="16240"/>
                        <a:pt x="34312" y="20717"/>
                      </a:cubicBezTo>
                      <a:cubicBezTo>
                        <a:pt x="26883" y="25860"/>
                        <a:pt x="21644" y="33575"/>
                        <a:pt x="16596" y="41101"/>
                      </a:cubicBezTo>
                      <a:cubicBezTo>
                        <a:pt x="11738" y="48435"/>
                        <a:pt x="6785" y="55673"/>
                        <a:pt x="1927" y="63008"/>
                      </a:cubicBezTo>
                      <a:cubicBezTo>
                        <a:pt x="880" y="64532"/>
                        <a:pt x="-168" y="66247"/>
                        <a:pt x="23" y="68056"/>
                      </a:cubicBezTo>
                      <a:cubicBezTo>
                        <a:pt x="213" y="70247"/>
                        <a:pt x="2023" y="71771"/>
                        <a:pt x="3833" y="73009"/>
                      </a:cubicBezTo>
                      <a:cubicBezTo>
                        <a:pt x="25359" y="88059"/>
                        <a:pt x="55458" y="81867"/>
                        <a:pt x="79461" y="92726"/>
                      </a:cubicBezTo>
                      <a:cubicBezTo>
                        <a:pt x="93558" y="99107"/>
                        <a:pt x="105750" y="111395"/>
                        <a:pt x="121181" y="111967"/>
                      </a:cubicBezTo>
                      <a:cubicBezTo>
                        <a:pt x="141374" y="112729"/>
                        <a:pt x="157090" y="91869"/>
                        <a:pt x="158328" y="71675"/>
                      </a:cubicBezTo>
                      <a:cubicBezTo>
                        <a:pt x="159471" y="51482"/>
                        <a:pt x="150327" y="32242"/>
                        <a:pt x="141278" y="14145"/>
                      </a:cubicBezTo>
                      <a:cubicBezTo>
                        <a:pt x="140611" y="19860"/>
                        <a:pt x="113370" y="-2905"/>
                        <a:pt x="112703" y="2810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97" name="Forme libre : forme 16996">
                  <a:extLst>
                    <a:ext uri="{FF2B5EF4-FFF2-40B4-BE49-F238E27FC236}">
                      <a16:creationId xmlns:a16="http://schemas.microsoft.com/office/drawing/2014/main" id="{F5B4F4C9-BF4E-4293-9965-1FE92BCC539E}"/>
                    </a:ext>
                  </a:extLst>
                </p:cNvPr>
                <p:cNvSpPr/>
                <p:nvPr/>
              </p:nvSpPr>
              <p:spPr>
                <a:xfrm>
                  <a:off x="4030358" y="5528442"/>
                  <a:ext cx="199613" cy="203943"/>
                </a:xfrm>
                <a:custGeom>
                  <a:avLst/>
                  <a:gdLst>
                    <a:gd name="connsiteX0" fmla="*/ 164265 w 199613"/>
                    <a:gd name="connsiteY0" fmla="*/ 1678 h 203943"/>
                    <a:gd name="connsiteX1" fmla="*/ 90256 w 199613"/>
                    <a:gd name="connsiteY1" fmla="*/ 17013 h 203943"/>
                    <a:gd name="connsiteX2" fmla="*/ 33773 w 199613"/>
                    <a:gd name="connsiteY2" fmla="*/ 118454 h 203943"/>
                    <a:gd name="connsiteX3" fmla="*/ 6151 w 199613"/>
                    <a:gd name="connsiteY3" fmla="*/ 153697 h 203943"/>
                    <a:gd name="connsiteX4" fmla="*/ 7008 w 199613"/>
                    <a:gd name="connsiteY4" fmla="*/ 195511 h 203943"/>
                    <a:gd name="connsiteX5" fmla="*/ 40155 w 199613"/>
                    <a:gd name="connsiteY5" fmla="*/ 202179 h 203943"/>
                    <a:gd name="connsiteX6" fmla="*/ 70063 w 199613"/>
                    <a:gd name="connsiteY6" fmla="*/ 183415 h 203943"/>
                    <a:gd name="connsiteX7" fmla="*/ 108259 w 199613"/>
                    <a:gd name="connsiteY7" fmla="*/ 148267 h 203943"/>
                    <a:gd name="connsiteX8" fmla="*/ 131785 w 199613"/>
                    <a:gd name="connsiteY8" fmla="*/ 118931 h 203943"/>
                    <a:gd name="connsiteX9" fmla="*/ 152740 w 199613"/>
                    <a:gd name="connsiteY9" fmla="*/ 81688 h 203943"/>
                    <a:gd name="connsiteX10" fmla="*/ 191983 w 199613"/>
                    <a:gd name="connsiteY10" fmla="*/ 60923 h 203943"/>
                    <a:gd name="connsiteX11" fmla="*/ 197889 w 199613"/>
                    <a:gd name="connsiteY11" fmla="*/ 42540 h 203943"/>
                    <a:gd name="connsiteX12" fmla="*/ 199603 w 199613"/>
                    <a:gd name="connsiteY12" fmla="*/ 12155 h 203943"/>
                    <a:gd name="connsiteX13" fmla="*/ 197317 w 199613"/>
                    <a:gd name="connsiteY13" fmla="*/ 7678 h 203943"/>
                    <a:gd name="connsiteX14" fmla="*/ 197317 w 199613"/>
                    <a:gd name="connsiteY14" fmla="*/ 10059 h 203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99613" h="203943">
                      <a:moveTo>
                        <a:pt x="164265" y="1678"/>
                      </a:moveTo>
                      <a:cubicBezTo>
                        <a:pt x="138643" y="-2513"/>
                        <a:pt x="110449" y="630"/>
                        <a:pt x="90256" y="17013"/>
                      </a:cubicBezTo>
                      <a:cubicBezTo>
                        <a:pt x="59872" y="41588"/>
                        <a:pt x="56538" y="86736"/>
                        <a:pt x="33773" y="118454"/>
                      </a:cubicBezTo>
                      <a:cubicBezTo>
                        <a:pt x="25010" y="130551"/>
                        <a:pt x="13485" y="140647"/>
                        <a:pt x="6151" y="153697"/>
                      </a:cubicBezTo>
                      <a:cubicBezTo>
                        <a:pt x="-1184" y="166746"/>
                        <a:pt x="-3184" y="184653"/>
                        <a:pt x="7008" y="195511"/>
                      </a:cubicBezTo>
                      <a:cubicBezTo>
                        <a:pt x="15104" y="204179"/>
                        <a:pt x="28820" y="205703"/>
                        <a:pt x="40155" y="202179"/>
                      </a:cubicBezTo>
                      <a:cubicBezTo>
                        <a:pt x="51490" y="198655"/>
                        <a:pt x="61015" y="191034"/>
                        <a:pt x="70063" y="183415"/>
                      </a:cubicBezTo>
                      <a:cubicBezTo>
                        <a:pt x="83208" y="172175"/>
                        <a:pt x="95971" y="160460"/>
                        <a:pt x="108259" y="148267"/>
                      </a:cubicBezTo>
                      <a:cubicBezTo>
                        <a:pt x="117212" y="139409"/>
                        <a:pt x="125975" y="130075"/>
                        <a:pt x="131785" y="118931"/>
                      </a:cubicBezTo>
                      <a:cubicBezTo>
                        <a:pt x="138357" y="106072"/>
                        <a:pt x="141310" y="90450"/>
                        <a:pt x="152740" y="81688"/>
                      </a:cubicBezTo>
                      <a:cubicBezTo>
                        <a:pt x="164647" y="72544"/>
                        <a:pt x="183125" y="73020"/>
                        <a:pt x="191983" y="60923"/>
                      </a:cubicBezTo>
                      <a:cubicBezTo>
                        <a:pt x="195793" y="55685"/>
                        <a:pt x="197031" y="49017"/>
                        <a:pt x="197889" y="42540"/>
                      </a:cubicBezTo>
                      <a:cubicBezTo>
                        <a:pt x="199127" y="32443"/>
                        <a:pt x="199698" y="22347"/>
                        <a:pt x="199603" y="12155"/>
                      </a:cubicBezTo>
                      <a:cubicBezTo>
                        <a:pt x="199603" y="10345"/>
                        <a:pt x="199127" y="7964"/>
                        <a:pt x="197317" y="7678"/>
                      </a:cubicBezTo>
                      <a:cubicBezTo>
                        <a:pt x="195507" y="7393"/>
                        <a:pt x="196079" y="11393"/>
                        <a:pt x="197317" y="10059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98" name="Forme libre : forme 16997">
                  <a:extLst>
                    <a:ext uri="{FF2B5EF4-FFF2-40B4-BE49-F238E27FC236}">
                      <a16:creationId xmlns:a16="http://schemas.microsoft.com/office/drawing/2014/main" id="{7C72279C-A5C9-4C22-A52B-24225405E7D2}"/>
                    </a:ext>
                  </a:extLst>
                </p:cNvPr>
                <p:cNvSpPr/>
                <p:nvPr/>
              </p:nvSpPr>
              <p:spPr>
                <a:xfrm>
                  <a:off x="4187325" y="5292218"/>
                  <a:ext cx="170937" cy="178627"/>
                </a:xfrm>
                <a:custGeom>
                  <a:avLst/>
                  <a:gdLst>
                    <a:gd name="connsiteX0" fmla="*/ 94167 w 170937"/>
                    <a:gd name="connsiteY0" fmla="*/ 2539 h 178627"/>
                    <a:gd name="connsiteX1" fmla="*/ 64734 w 170937"/>
                    <a:gd name="connsiteY1" fmla="*/ 20541 h 178627"/>
                    <a:gd name="connsiteX2" fmla="*/ 8918 w 170937"/>
                    <a:gd name="connsiteY2" fmla="*/ 82930 h 178627"/>
                    <a:gd name="connsiteX3" fmla="*/ 14061 w 170937"/>
                    <a:gd name="connsiteY3" fmla="*/ 162558 h 178627"/>
                    <a:gd name="connsiteX4" fmla="*/ 50351 w 170937"/>
                    <a:gd name="connsiteY4" fmla="*/ 178370 h 178627"/>
                    <a:gd name="connsiteX5" fmla="*/ 82546 w 170937"/>
                    <a:gd name="connsiteY5" fmla="*/ 155795 h 178627"/>
                    <a:gd name="connsiteX6" fmla="*/ 99310 w 170937"/>
                    <a:gd name="connsiteY6" fmla="*/ 110647 h 178627"/>
                    <a:gd name="connsiteX7" fmla="*/ 104072 w 170937"/>
                    <a:gd name="connsiteY7" fmla="*/ 72547 h 178627"/>
                    <a:gd name="connsiteX8" fmla="*/ 124932 w 170937"/>
                    <a:gd name="connsiteY8" fmla="*/ 47020 h 178627"/>
                    <a:gd name="connsiteX9" fmla="*/ 170938 w 170937"/>
                    <a:gd name="connsiteY9" fmla="*/ 12349 h 178627"/>
                    <a:gd name="connsiteX10" fmla="*/ 94167 w 170937"/>
                    <a:gd name="connsiteY10" fmla="*/ 2539 h 178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0937" h="178627">
                      <a:moveTo>
                        <a:pt x="94167" y="2539"/>
                      </a:moveTo>
                      <a:cubicBezTo>
                        <a:pt x="83022" y="5872"/>
                        <a:pt x="73688" y="13206"/>
                        <a:pt x="64734" y="20541"/>
                      </a:cubicBezTo>
                      <a:cubicBezTo>
                        <a:pt x="42922" y="38353"/>
                        <a:pt x="21205" y="57688"/>
                        <a:pt x="8918" y="82930"/>
                      </a:cubicBezTo>
                      <a:cubicBezTo>
                        <a:pt x="-3370" y="108266"/>
                        <a:pt x="-4132" y="141127"/>
                        <a:pt x="14061" y="162558"/>
                      </a:cubicBezTo>
                      <a:cubicBezTo>
                        <a:pt x="23015" y="173036"/>
                        <a:pt x="36731" y="180085"/>
                        <a:pt x="50351" y="178370"/>
                      </a:cubicBezTo>
                      <a:cubicBezTo>
                        <a:pt x="63782" y="176655"/>
                        <a:pt x="74831" y="166845"/>
                        <a:pt x="82546" y="155795"/>
                      </a:cubicBezTo>
                      <a:cubicBezTo>
                        <a:pt x="91880" y="142556"/>
                        <a:pt x="97691" y="126840"/>
                        <a:pt x="99310" y="110647"/>
                      </a:cubicBezTo>
                      <a:cubicBezTo>
                        <a:pt x="100548" y="97884"/>
                        <a:pt x="99215" y="84549"/>
                        <a:pt x="104072" y="72547"/>
                      </a:cubicBezTo>
                      <a:cubicBezTo>
                        <a:pt x="108263" y="62260"/>
                        <a:pt x="116550" y="54259"/>
                        <a:pt x="124932" y="47020"/>
                      </a:cubicBezTo>
                      <a:cubicBezTo>
                        <a:pt x="138743" y="35114"/>
                        <a:pt x="159698" y="25780"/>
                        <a:pt x="170938" y="12349"/>
                      </a:cubicBezTo>
                      <a:cubicBezTo>
                        <a:pt x="160746" y="-1176"/>
                        <a:pt x="109597" y="-2129"/>
                        <a:pt x="94167" y="253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99" name="Forme libre : forme 16998">
                  <a:extLst>
                    <a:ext uri="{FF2B5EF4-FFF2-40B4-BE49-F238E27FC236}">
                      <a16:creationId xmlns:a16="http://schemas.microsoft.com/office/drawing/2014/main" id="{67AAA0A1-FBDC-42D3-ACB0-EF717767E1A5}"/>
                    </a:ext>
                  </a:extLst>
                </p:cNvPr>
                <p:cNvSpPr/>
                <p:nvPr/>
              </p:nvSpPr>
              <p:spPr>
                <a:xfrm>
                  <a:off x="4131262" y="5232848"/>
                  <a:ext cx="58688" cy="90754"/>
                </a:xfrm>
                <a:custGeom>
                  <a:avLst/>
                  <a:gdLst>
                    <a:gd name="connsiteX0" fmla="*/ 24595 w 58688"/>
                    <a:gd name="connsiteY0" fmla="*/ 187 h 90754"/>
                    <a:gd name="connsiteX1" fmla="*/ 16022 w 58688"/>
                    <a:gd name="connsiteY1" fmla="*/ 1615 h 90754"/>
                    <a:gd name="connsiteX2" fmla="*/ 9736 w 58688"/>
                    <a:gd name="connsiteY2" fmla="*/ 7235 h 90754"/>
                    <a:gd name="connsiteX3" fmla="*/ 20 w 58688"/>
                    <a:gd name="connsiteY3" fmla="*/ 41811 h 90754"/>
                    <a:gd name="connsiteX4" fmla="*/ 7354 w 58688"/>
                    <a:gd name="connsiteY4" fmla="*/ 77530 h 90754"/>
                    <a:gd name="connsiteX5" fmla="*/ 20404 w 58688"/>
                    <a:gd name="connsiteY5" fmla="*/ 90674 h 90754"/>
                    <a:gd name="connsiteX6" fmla="*/ 30024 w 58688"/>
                    <a:gd name="connsiteY6" fmla="*/ 80482 h 90754"/>
                    <a:gd name="connsiteX7" fmla="*/ 57837 w 58688"/>
                    <a:gd name="connsiteY7" fmla="*/ 21427 h 90754"/>
                    <a:gd name="connsiteX8" fmla="*/ 24595 w 58688"/>
                    <a:gd name="connsiteY8" fmla="*/ 187 h 90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88" h="90754">
                      <a:moveTo>
                        <a:pt x="24595" y="187"/>
                      </a:moveTo>
                      <a:cubicBezTo>
                        <a:pt x="21642" y="281"/>
                        <a:pt x="18594" y="377"/>
                        <a:pt x="16022" y="1615"/>
                      </a:cubicBezTo>
                      <a:cubicBezTo>
                        <a:pt x="13450" y="2853"/>
                        <a:pt x="11450" y="4949"/>
                        <a:pt x="9736" y="7235"/>
                      </a:cubicBezTo>
                      <a:cubicBezTo>
                        <a:pt x="2497" y="17045"/>
                        <a:pt x="-266" y="29619"/>
                        <a:pt x="20" y="41811"/>
                      </a:cubicBezTo>
                      <a:cubicBezTo>
                        <a:pt x="306" y="54002"/>
                        <a:pt x="3544" y="65909"/>
                        <a:pt x="7354" y="77530"/>
                      </a:cubicBezTo>
                      <a:cubicBezTo>
                        <a:pt x="9450" y="83911"/>
                        <a:pt x="13641" y="91626"/>
                        <a:pt x="20404" y="90674"/>
                      </a:cubicBezTo>
                      <a:cubicBezTo>
                        <a:pt x="25261" y="90007"/>
                        <a:pt x="28119" y="84959"/>
                        <a:pt x="30024" y="80482"/>
                      </a:cubicBezTo>
                      <a:cubicBezTo>
                        <a:pt x="37834" y="62289"/>
                        <a:pt x="53455" y="40191"/>
                        <a:pt x="57837" y="21427"/>
                      </a:cubicBezTo>
                      <a:cubicBezTo>
                        <a:pt x="63171" y="-1528"/>
                        <a:pt x="42406" y="-290"/>
                        <a:pt x="24595" y="18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00" name="Forme libre : forme 16999">
                  <a:extLst>
                    <a:ext uri="{FF2B5EF4-FFF2-40B4-BE49-F238E27FC236}">
                      <a16:creationId xmlns:a16="http://schemas.microsoft.com/office/drawing/2014/main" id="{2ADCA924-638D-4C4B-9090-346D7FB99FBE}"/>
                    </a:ext>
                  </a:extLst>
                </p:cNvPr>
                <p:cNvSpPr/>
                <p:nvPr/>
              </p:nvSpPr>
              <p:spPr>
                <a:xfrm>
                  <a:off x="4461135" y="5228072"/>
                  <a:ext cx="116182" cy="217941"/>
                </a:xfrm>
                <a:custGeom>
                  <a:avLst/>
                  <a:gdLst>
                    <a:gd name="connsiteX0" fmla="*/ 24192 w 116182"/>
                    <a:gd name="connsiteY0" fmla="*/ 52682 h 217941"/>
                    <a:gd name="connsiteX1" fmla="*/ 18667 w 116182"/>
                    <a:gd name="connsiteY1" fmla="*/ 191461 h 217941"/>
                    <a:gd name="connsiteX2" fmla="*/ 62768 w 116182"/>
                    <a:gd name="connsiteY2" fmla="*/ 217941 h 217941"/>
                    <a:gd name="connsiteX3" fmla="*/ 114965 w 116182"/>
                    <a:gd name="connsiteY3" fmla="*/ 161363 h 217941"/>
                    <a:gd name="connsiteX4" fmla="*/ 112869 w 116182"/>
                    <a:gd name="connsiteY4" fmla="*/ 77543 h 217941"/>
                    <a:gd name="connsiteX5" fmla="*/ 111822 w 116182"/>
                    <a:gd name="connsiteY5" fmla="*/ 16963 h 217941"/>
                    <a:gd name="connsiteX6" fmla="*/ 24192 w 116182"/>
                    <a:gd name="connsiteY6" fmla="*/ 52682 h 217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182" h="217941">
                      <a:moveTo>
                        <a:pt x="24192" y="52682"/>
                      </a:moveTo>
                      <a:cubicBezTo>
                        <a:pt x="-3431" y="93545"/>
                        <a:pt x="-10194" y="151457"/>
                        <a:pt x="18667" y="191461"/>
                      </a:cubicBezTo>
                      <a:cubicBezTo>
                        <a:pt x="29049" y="205940"/>
                        <a:pt x="44957" y="217846"/>
                        <a:pt x="62768" y="217941"/>
                      </a:cubicBezTo>
                      <a:cubicBezTo>
                        <a:pt x="90772" y="218036"/>
                        <a:pt x="110965" y="189080"/>
                        <a:pt x="114965" y="161363"/>
                      </a:cubicBezTo>
                      <a:cubicBezTo>
                        <a:pt x="118965" y="133359"/>
                        <a:pt x="111726" y="105546"/>
                        <a:pt x="112869" y="77543"/>
                      </a:cubicBezTo>
                      <a:cubicBezTo>
                        <a:pt x="113727" y="57635"/>
                        <a:pt x="119442" y="36490"/>
                        <a:pt x="111822" y="16963"/>
                      </a:cubicBezTo>
                      <a:cubicBezTo>
                        <a:pt x="93629" y="-29233"/>
                        <a:pt x="38670" y="31251"/>
                        <a:pt x="24192" y="5268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01" name="Forme libre : forme 17000">
                  <a:extLst>
                    <a:ext uri="{FF2B5EF4-FFF2-40B4-BE49-F238E27FC236}">
                      <a16:creationId xmlns:a16="http://schemas.microsoft.com/office/drawing/2014/main" id="{9B8FE4D4-2960-4F6A-A6A3-02DDD9470BA6}"/>
                    </a:ext>
                  </a:extLst>
                </p:cNvPr>
                <p:cNvSpPr/>
                <p:nvPr/>
              </p:nvSpPr>
              <p:spPr>
                <a:xfrm>
                  <a:off x="4312952" y="5462132"/>
                  <a:ext cx="141132" cy="94722"/>
                </a:xfrm>
                <a:custGeom>
                  <a:avLst/>
                  <a:gdLst>
                    <a:gd name="connsiteX0" fmla="*/ 74743 w 141132"/>
                    <a:gd name="connsiteY0" fmla="*/ 3407 h 94722"/>
                    <a:gd name="connsiteX1" fmla="*/ 48168 w 141132"/>
                    <a:gd name="connsiteY1" fmla="*/ 20743 h 94722"/>
                    <a:gd name="connsiteX2" fmla="*/ 15212 w 141132"/>
                    <a:gd name="connsiteY2" fmla="*/ 47603 h 94722"/>
                    <a:gd name="connsiteX3" fmla="*/ 258 w 141132"/>
                    <a:gd name="connsiteY3" fmla="*/ 86084 h 94722"/>
                    <a:gd name="connsiteX4" fmla="*/ 1972 w 141132"/>
                    <a:gd name="connsiteY4" fmla="*/ 91323 h 94722"/>
                    <a:gd name="connsiteX5" fmla="*/ 12354 w 141132"/>
                    <a:gd name="connsiteY5" fmla="*/ 94657 h 94722"/>
                    <a:gd name="connsiteX6" fmla="*/ 42168 w 141132"/>
                    <a:gd name="connsiteY6" fmla="*/ 85037 h 94722"/>
                    <a:gd name="connsiteX7" fmla="*/ 99889 w 141132"/>
                    <a:gd name="connsiteY7" fmla="*/ 46270 h 94722"/>
                    <a:gd name="connsiteX8" fmla="*/ 141133 w 141132"/>
                    <a:gd name="connsiteY8" fmla="*/ 6360 h 94722"/>
                    <a:gd name="connsiteX9" fmla="*/ 74743 w 141132"/>
                    <a:gd name="connsiteY9" fmla="*/ 3407 h 94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132" h="94722">
                      <a:moveTo>
                        <a:pt x="74743" y="3407"/>
                      </a:moveTo>
                      <a:cubicBezTo>
                        <a:pt x="64742" y="7027"/>
                        <a:pt x="56646" y="14266"/>
                        <a:pt x="48168" y="20743"/>
                      </a:cubicBezTo>
                      <a:cubicBezTo>
                        <a:pt x="36929" y="29410"/>
                        <a:pt x="24832" y="37221"/>
                        <a:pt x="15212" y="47603"/>
                      </a:cubicBezTo>
                      <a:cubicBezTo>
                        <a:pt x="5592" y="57985"/>
                        <a:pt x="-1457" y="71987"/>
                        <a:pt x="258" y="86084"/>
                      </a:cubicBezTo>
                      <a:cubicBezTo>
                        <a:pt x="448" y="87894"/>
                        <a:pt x="829" y="89799"/>
                        <a:pt x="1972" y="91323"/>
                      </a:cubicBezTo>
                      <a:cubicBezTo>
                        <a:pt x="4163" y="94371"/>
                        <a:pt x="8544" y="94942"/>
                        <a:pt x="12354" y="94657"/>
                      </a:cubicBezTo>
                      <a:cubicBezTo>
                        <a:pt x="22832" y="93990"/>
                        <a:pt x="32738" y="89704"/>
                        <a:pt x="42168" y="85037"/>
                      </a:cubicBezTo>
                      <a:cubicBezTo>
                        <a:pt x="62932" y="74559"/>
                        <a:pt x="82363" y="61510"/>
                        <a:pt x="99889" y="46270"/>
                      </a:cubicBezTo>
                      <a:cubicBezTo>
                        <a:pt x="109605" y="37792"/>
                        <a:pt x="140085" y="17790"/>
                        <a:pt x="141133" y="6360"/>
                      </a:cubicBezTo>
                      <a:cubicBezTo>
                        <a:pt x="121511" y="1884"/>
                        <a:pt x="94174" y="-3736"/>
                        <a:pt x="74743" y="340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02" name="Forme libre : forme 17001">
                  <a:extLst>
                    <a:ext uri="{FF2B5EF4-FFF2-40B4-BE49-F238E27FC236}">
                      <a16:creationId xmlns:a16="http://schemas.microsoft.com/office/drawing/2014/main" id="{88ADB67A-83C8-4A58-BBE9-BEBEB4F37AB1}"/>
                    </a:ext>
                  </a:extLst>
                </p:cNvPr>
                <p:cNvSpPr/>
                <p:nvPr/>
              </p:nvSpPr>
              <p:spPr>
                <a:xfrm>
                  <a:off x="4321644" y="5614195"/>
                  <a:ext cx="120343" cy="197460"/>
                </a:xfrm>
                <a:custGeom>
                  <a:avLst/>
                  <a:gdLst>
                    <a:gd name="connsiteX0" fmla="*/ 120344 w 120343"/>
                    <a:gd name="connsiteY0" fmla="*/ 12984 h 197460"/>
                    <a:gd name="connsiteX1" fmla="*/ 74719 w 120343"/>
                    <a:gd name="connsiteY1" fmla="*/ 29 h 197460"/>
                    <a:gd name="connsiteX2" fmla="*/ 32714 w 120343"/>
                    <a:gd name="connsiteY2" fmla="*/ 19937 h 197460"/>
                    <a:gd name="connsiteX3" fmla="*/ 20141 w 120343"/>
                    <a:gd name="connsiteY3" fmla="*/ 46131 h 197460"/>
                    <a:gd name="connsiteX4" fmla="*/ 3853 w 120343"/>
                    <a:gd name="connsiteY4" fmla="*/ 179671 h 197460"/>
                    <a:gd name="connsiteX5" fmla="*/ 13759 w 120343"/>
                    <a:gd name="connsiteY5" fmla="*/ 196149 h 197460"/>
                    <a:gd name="connsiteX6" fmla="*/ 37762 w 120343"/>
                    <a:gd name="connsiteY6" fmla="*/ 188815 h 197460"/>
                    <a:gd name="connsiteX7" fmla="*/ 106818 w 120343"/>
                    <a:gd name="connsiteY7" fmla="*/ 49846 h 197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343" h="197460">
                      <a:moveTo>
                        <a:pt x="120344" y="12984"/>
                      </a:moveTo>
                      <a:cubicBezTo>
                        <a:pt x="106533" y="4887"/>
                        <a:pt x="90721" y="-447"/>
                        <a:pt x="74719" y="29"/>
                      </a:cubicBezTo>
                      <a:cubicBezTo>
                        <a:pt x="58717" y="506"/>
                        <a:pt x="42524" y="7269"/>
                        <a:pt x="32714" y="19937"/>
                      </a:cubicBezTo>
                      <a:cubicBezTo>
                        <a:pt x="26713" y="27557"/>
                        <a:pt x="23284" y="36891"/>
                        <a:pt x="20141" y="46131"/>
                      </a:cubicBezTo>
                      <a:cubicBezTo>
                        <a:pt x="5282" y="89089"/>
                        <a:pt x="-6339" y="135380"/>
                        <a:pt x="3853" y="179671"/>
                      </a:cubicBezTo>
                      <a:cubicBezTo>
                        <a:pt x="5377" y="186148"/>
                        <a:pt x="7853" y="193197"/>
                        <a:pt x="13759" y="196149"/>
                      </a:cubicBezTo>
                      <a:cubicBezTo>
                        <a:pt x="21760" y="200054"/>
                        <a:pt x="30999" y="194530"/>
                        <a:pt x="37762" y="188815"/>
                      </a:cubicBezTo>
                      <a:cubicBezTo>
                        <a:pt x="78339" y="154430"/>
                        <a:pt x="103961" y="102995"/>
                        <a:pt x="106818" y="49846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03" name="Forme libre : forme 17002">
                  <a:extLst>
                    <a:ext uri="{FF2B5EF4-FFF2-40B4-BE49-F238E27FC236}">
                      <a16:creationId xmlns:a16="http://schemas.microsoft.com/office/drawing/2014/main" id="{CBE6F040-0D87-4C8E-910F-B25BED608B9A}"/>
                    </a:ext>
                  </a:extLst>
                </p:cNvPr>
                <p:cNvSpPr/>
                <p:nvPr/>
              </p:nvSpPr>
              <p:spPr>
                <a:xfrm>
                  <a:off x="4567539" y="5612160"/>
                  <a:ext cx="149659" cy="186625"/>
                </a:xfrm>
                <a:custGeom>
                  <a:avLst/>
                  <a:gdLst>
                    <a:gd name="connsiteX0" fmla="*/ 31134 w 149659"/>
                    <a:gd name="connsiteY0" fmla="*/ 74836 h 186625"/>
                    <a:gd name="connsiteX1" fmla="*/ 4560 w 149659"/>
                    <a:gd name="connsiteY1" fmla="*/ 108841 h 186625"/>
                    <a:gd name="connsiteX2" fmla="*/ 7227 w 149659"/>
                    <a:gd name="connsiteY2" fmla="*/ 164372 h 186625"/>
                    <a:gd name="connsiteX3" fmla="*/ 16561 w 149659"/>
                    <a:gd name="connsiteY3" fmla="*/ 178278 h 186625"/>
                    <a:gd name="connsiteX4" fmla="*/ 74664 w 149659"/>
                    <a:gd name="connsiteY4" fmla="*/ 174087 h 186625"/>
                    <a:gd name="connsiteX5" fmla="*/ 126194 w 149659"/>
                    <a:gd name="connsiteY5" fmla="*/ 106174 h 186625"/>
                    <a:gd name="connsiteX6" fmla="*/ 147340 w 149659"/>
                    <a:gd name="connsiteY6" fmla="*/ 26640 h 186625"/>
                    <a:gd name="connsiteX7" fmla="*/ 31134 w 149659"/>
                    <a:gd name="connsiteY7" fmla="*/ 74836 h 186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9659" h="186625">
                      <a:moveTo>
                        <a:pt x="31134" y="74836"/>
                      </a:moveTo>
                      <a:cubicBezTo>
                        <a:pt x="20752" y="85028"/>
                        <a:pt x="10179" y="95506"/>
                        <a:pt x="4560" y="108841"/>
                      </a:cubicBezTo>
                      <a:cubicBezTo>
                        <a:pt x="-2870" y="126366"/>
                        <a:pt x="-679" y="147036"/>
                        <a:pt x="7227" y="164372"/>
                      </a:cubicBezTo>
                      <a:cubicBezTo>
                        <a:pt x="9608" y="169515"/>
                        <a:pt x="12465" y="174468"/>
                        <a:pt x="16561" y="178278"/>
                      </a:cubicBezTo>
                      <a:cubicBezTo>
                        <a:pt x="31897" y="192756"/>
                        <a:pt x="57519" y="186470"/>
                        <a:pt x="74664" y="174087"/>
                      </a:cubicBezTo>
                      <a:cubicBezTo>
                        <a:pt x="98095" y="157037"/>
                        <a:pt x="113335" y="131606"/>
                        <a:pt x="126194" y="106174"/>
                      </a:cubicBezTo>
                      <a:cubicBezTo>
                        <a:pt x="138481" y="81885"/>
                        <a:pt x="156007" y="54739"/>
                        <a:pt x="147340" y="26640"/>
                      </a:cubicBezTo>
                      <a:cubicBezTo>
                        <a:pt x="124670" y="-46131"/>
                        <a:pt x="55804" y="50643"/>
                        <a:pt x="31134" y="7483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04" name="Forme libre : forme 17003">
                  <a:extLst>
                    <a:ext uri="{FF2B5EF4-FFF2-40B4-BE49-F238E27FC236}">
                      <a16:creationId xmlns:a16="http://schemas.microsoft.com/office/drawing/2014/main" id="{A5B52C39-D318-436B-BE59-4276BD441888}"/>
                    </a:ext>
                  </a:extLst>
                </p:cNvPr>
                <p:cNvSpPr/>
                <p:nvPr/>
              </p:nvSpPr>
              <p:spPr>
                <a:xfrm>
                  <a:off x="4692536" y="5397144"/>
                  <a:ext cx="133447" cy="135926"/>
                </a:xfrm>
                <a:custGeom>
                  <a:avLst/>
                  <a:gdLst>
                    <a:gd name="connsiteX0" fmla="*/ 43964 w 133447"/>
                    <a:gd name="connsiteY0" fmla="*/ 32868 h 135926"/>
                    <a:gd name="connsiteX1" fmla="*/ 8532 w 133447"/>
                    <a:gd name="connsiteY1" fmla="*/ 72110 h 135926"/>
                    <a:gd name="connsiteX2" fmla="*/ 531 w 133447"/>
                    <a:gd name="connsiteY2" fmla="*/ 111639 h 135926"/>
                    <a:gd name="connsiteX3" fmla="*/ 12723 w 133447"/>
                    <a:gd name="connsiteY3" fmla="*/ 133261 h 135926"/>
                    <a:gd name="connsiteX4" fmla="*/ 30725 w 133447"/>
                    <a:gd name="connsiteY4" fmla="*/ 135833 h 135926"/>
                    <a:gd name="connsiteX5" fmla="*/ 62729 w 133447"/>
                    <a:gd name="connsiteY5" fmla="*/ 134785 h 135926"/>
                    <a:gd name="connsiteX6" fmla="*/ 88256 w 133447"/>
                    <a:gd name="connsiteY6" fmla="*/ 129356 h 135926"/>
                    <a:gd name="connsiteX7" fmla="*/ 125594 w 133447"/>
                    <a:gd name="connsiteY7" fmla="*/ 70301 h 135926"/>
                    <a:gd name="connsiteX8" fmla="*/ 130071 w 133447"/>
                    <a:gd name="connsiteY8" fmla="*/ 22294 h 135926"/>
                    <a:gd name="connsiteX9" fmla="*/ 95876 w 133447"/>
                    <a:gd name="connsiteY9" fmla="*/ 6 h 135926"/>
                    <a:gd name="connsiteX10" fmla="*/ 43964 w 133447"/>
                    <a:gd name="connsiteY10" fmla="*/ 32868 h 135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3447" h="135926">
                      <a:moveTo>
                        <a:pt x="43964" y="32868"/>
                      </a:moveTo>
                      <a:cubicBezTo>
                        <a:pt x="32344" y="46202"/>
                        <a:pt x="17485" y="56870"/>
                        <a:pt x="8532" y="72110"/>
                      </a:cubicBezTo>
                      <a:cubicBezTo>
                        <a:pt x="1579" y="83921"/>
                        <a:pt x="-1279" y="98018"/>
                        <a:pt x="531" y="111639"/>
                      </a:cubicBezTo>
                      <a:cubicBezTo>
                        <a:pt x="1674" y="120212"/>
                        <a:pt x="5103" y="129165"/>
                        <a:pt x="12723" y="133261"/>
                      </a:cubicBezTo>
                      <a:cubicBezTo>
                        <a:pt x="18152" y="136214"/>
                        <a:pt x="24629" y="136023"/>
                        <a:pt x="30725" y="135833"/>
                      </a:cubicBezTo>
                      <a:cubicBezTo>
                        <a:pt x="41393" y="135451"/>
                        <a:pt x="52061" y="135166"/>
                        <a:pt x="62729" y="134785"/>
                      </a:cubicBezTo>
                      <a:cubicBezTo>
                        <a:pt x="71492" y="134499"/>
                        <a:pt x="80827" y="134118"/>
                        <a:pt x="88256" y="129356"/>
                      </a:cubicBezTo>
                      <a:cubicBezTo>
                        <a:pt x="105211" y="118783"/>
                        <a:pt x="117498" y="87826"/>
                        <a:pt x="125594" y="70301"/>
                      </a:cubicBezTo>
                      <a:cubicBezTo>
                        <a:pt x="132452" y="55442"/>
                        <a:pt x="136833" y="38202"/>
                        <a:pt x="130071" y="22294"/>
                      </a:cubicBezTo>
                      <a:cubicBezTo>
                        <a:pt x="123879" y="7912"/>
                        <a:pt x="111306" y="292"/>
                        <a:pt x="95876" y="6"/>
                      </a:cubicBezTo>
                      <a:cubicBezTo>
                        <a:pt x="70349" y="-375"/>
                        <a:pt x="59872" y="16960"/>
                        <a:pt x="43964" y="3286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05" name="Forme libre : forme 17004">
                  <a:extLst>
                    <a:ext uri="{FF2B5EF4-FFF2-40B4-BE49-F238E27FC236}">
                      <a16:creationId xmlns:a16="http://schemas.microsoft.com/office/drawing/2014/main" id="{FAF3EE59-0E26-4F6B-92F6-293098171EB0}"/>
                    </a:ext>
                  </a:extLst>
                </p:cNvPr>
                <p:cNvSpPr/>
                <p:nvPr/>
              </p:nvSpPr>
              <p:spPr>
                <a:xfrm>
                  <a:off x="4766596" y="5225021"/>
                  <a:ext cx="129669" cy="125531"/>
                </a:xfrm>
                <a:custGeom>
                  <a:avLst/>
                  <a:gdLst>
                    <a:gd name="connsiteX0" fmla="*/ 21149 w 129669"/>
                    <a:gd name="connsiteY0" fmla="*/ 10966 h 125531"/>
                    <a:gd name="connsiteX1" fmla="*/ 4 w 129669"/>
                    <a:gd name="connsiteY1" fmla="*/ 38112 h 125531"/>
                    <a:gd name="connsiteX2" fmla="*/ 3147 w 129669"/>
                    <a:gd name="connsiteY2" fmla="*/ 53066 h 125531"/>
                    <a:gd name="connsiteX3" fmla="*/ 11339 w 129669"/>
                    <a:gd name="connsiteY3" fmla="*/ 77164 h 125531"/>
                    <a:gd name="connsiteX4" fmla="*/ 24673 w 129669"/>
                    <a:gd name="connsiteY4" fmla="*/ 105359 h 125531"/>
                    <a:gd name="connsiteX5" fmla="*/ 62869 w 129669"/>
                    <a:gd name="connsiteY5" fmla="*/ 125075 h 125531"/>
                    <a:gd name="connsiteX6" fmla="*/ 106208 w 129669"/>
                    <a:gd name="connsiteY6" fmla="*/ 119170 h 125531"/>
                    <a:gd name="connsiteX7" fmla="*/ 129448 w 129669"/>
                    <a:gd name="connsiteY7" fmla="*/ 98977 h 125531"/>
                    <a:gd name="connsiteX8" fmla="*/ 122495 w 129669"/>
                    <a:gd name="connsiteY8" fmla="*/ 77260 h 125531"/>
                    <a:gd name="connsiteX9" fmla="*/ 98016 w 129669"/>
                    <a:gd name="connsiteY9" fmla="*/ 36302 h 125531"/>
                    <a:gd name="connsiteX10" fmla="*/ 85824 w 129669"/>
                    <a:gd name="connsiteY10" fmla="*/ 9156 h 125531"/>
                    <a:gd name="connsiteX11" fmla="*/ 21149 w 129669"/>
                    <a:gd name="connsiteY11" fmla="*/ 10966 h 125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9669" h="125531">
                      <a:moveTo>
                        <a:pt x="21149" y="10966"/>
                      </a:moveTo>
                      <a:cubicBezTo>
                        <a:pt x="10481" y="16490"/>
                        <a:pt x="289" y="26015"/>
                        <a:pt x="4" y="38112"/>
                      </a:cubicBezTo>
                      <a:cubicBezTo>
                        <a:pt x="-91" y="43255"/>
                        <a:pt x="1528" y="48209"/>
                        <a:pt x="3147" y="53066"/>
                      </a:cubicBezTo>
                      <a:cubicBezTo>
                        <a:pt x="5909" y="61067"/>
                        <a:pt x="8577" y="69068"/>
                        <a:pt x="11339" y="77164"/>
                      </a:cubicBezTo>
                      <a:cubicBezTo>
                        <a:pt x="14672" y="87071"/>
                        <a:pt x="18197" y="97167"/>
                        <a:pt x="24673" y="105359"/>
                      </a:cubicBezTo>
                      <a:cubicBezTo>
                        <a:pt x="33818" y="116884"/>
                        <a:pt x="48296" y="123456"/>
                        <a:pt x="62869" y="125075"/>
                      </a:cubicBezTo>
                      <a:cubicBezTo>
                        <a:pt x="77442" y="126694"/>
                        <a:pt x="92301" y="123837"/>
                        <a:pt x="106208" y="119170"/>
                      </a:cubicBezTo>
                      <a:cubicBezTo>
                        <a:pt x="116495" y="115741"/>
                        <a:pt x="127734" y="109645"/>
                        <a:pt x="129448" y="98977"/>
                      </a:cubicBezTo>
                      <a:cubicBezTo>
                        <a:pt x="130687" y="91262"/>
                        <a:pt x="126496" y="83927"/>
                        <a:pt x="122495" y="77260"/>
                      </a:cubicBezTo>
                      <a:cubicBezTo>
                        <a:pt x="114304" y="63734"/>
                        <a:pt x="105064" y="50494"/>
                        <a:pt x="98016" y="36302"/>
                      </a:cubicBezTo>
                      <a:cubicBezTo>
                        <a:pt x="93920" y="28111"/>
                        <a:pt x="92015" y="16014"/>
                        <a:pt x="85824" y="9156"/>
                      </a:cubicBezTo>
                      <a:cubicBezTo>
                        <a:pt x="70965" y="-7608"/>
                        <a:pt x="38199" y="2108"/>
                        <a:pt x="21149" y="1096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06" name="Forme libre : forme 17005">
                  <a:extLst>
                    <a:ext uri="{FF2B5EF4-FFF2-40B4-BE49-F238E27FC236}">
                      <a16:creationId xmlns:a16="http://schemas.microsoft.com/office/drawing/2014/main" id="{E4BC2B48-AB93-49DE-81E3-F8D3B23A9091}"/>
                    </a:ext>
                  </a:extLst>
                </p:cNvPr>
                <p:cNvSpPr/>
                <p:nvPr/>
              </p:nvSpPr>
              <p:spPr>
                <a:xfrm>
                  <a:off x="3839848" y="5700004"/>
                  <a:ext cx="69857" cy="114843"/>
                </a:xfrm>
                <a:custGeom>
                  <a:avLst/>
                  <a:gdLst>
                    <a:gd name="connsiteX0" fmla="*/ 5398 w 69857"/>
                    <a:gd name="connsiteY0" fmla="*/ 33569 h 114843"/>
                    <a:gd name="connsiteX1" fmla="*/ 1017 w 69857"/>
                    <a:gd name="connsiteY1" fmla="*/ 73479 h 114843"/>
                    <a:gd name="connsiteX2" fmla="*/ 16447 w 69857"/>
                    <a:gd name="connsiteY2" fmla="*/ 97387 h 114843"/>
                    <a:gd name="connsiteX3" fmla="*/ 40926 w 69857"/>
                    <a:gd name="connsiteY3" fmla="*/ 114246 h 114843"/>
                    <a:gd name="connsiteX4" fmla="*/ 47308 w 69857"/>
                    <a:gd name="connsiteY4" fmla="*/ 114341 h 114843"/>
                    <a:gd name="connsiteX5" fmla="*/ 51594 w 69857"/>
                    <a:gd name="connsiteY5" fmla="*/ 110436 h 114843"/>
                    <a:gd name="connsiteX6" fmla="*/ 61215 w 69857"/>
                    <a:gd name="connsiteY6" fmla="*/ 11281 h 114843"/>
                    <a:gd name="connsiteX7" fmla="*/ 28734 w 69857"/>
                    <a:gd name="connsiteY7" fmla="*/ 1470 h 114843"/>
                    <a:gd name="connsiteX8" fmla="*/ 5398 w 69857"/>
                    <a:gd name="connsiteY8" fmla="*/ 33569 h 114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857" h="114843">
                      <a:moveTo>
                        <a:pt x="5398" y="33569"/>
                      </a:moveTo>
                      <a:cubicBezTo>
                        <a:pt x="3112" y="46904"/>
                        <a:pt x="-2222" y="60430"/>
                        <a:pt x="1017" y="73479"/>
                      </a:cubicBezTo>
                      <a:cubicBezTo>
                        <a:pt x="3302" y="82813"/>
                        <a:pt x="9779" y="90529"/>
                        <a:pt x="16447" y="97387"/>
                      </a:cubicBezTo>
                      <a:cubicBezTo>
                        <a:pt x="23400" y="104625"/>
                        <a:pt x="31306" y="111579"/>
                        <a:pt x="40926" y="114246"/>
                      </a:cubicBezTo>
                      <a:cubicBezTo>
                        <a:pt x="43022" y="114817"/>
                        <a:pt x="45308" y="115199"/>
                        <a:pt x="47308" y="114341"/>
                      </a:cubicBezTo>
                      <a:cubicBezTo>
                        <a:pt x="49118" y="113579"/>
                        <a:pt x="50451" y="111960"/>
                        <a:pt x="51594" y="110436"/>
                      </a:cubicBezTo>
                      <a:cubicBezTo>
                        <a:pt x="69406" y="86147"/>
                        <a:pt x="77121" y="38903"/>
                        <a:pt x="61215" y="11281"/>
                      </a:cubicBezTo>
                      <a:cubicBezTo>
                        <a:pt x="54261" y="-816"/>
                        <a:pt x="42355" y="-1483"/>
                        <a:pt x="28734" y="1470"/>
                      </a:cubicBezTo>
                      <a:cubicBezTo>
                        <a:pt x="10065" y="5470"/>
                        <a:pt x="8351" y="16138"/>
                        <a:pt x="5398" y="3356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07" name="Forme libre : forme 17006">
                  <a:extLst>
                    <a:ext uri="{FF2B5EF4-FFF2-40B4-BE49-F238E27FC236}">
                      <a16:creationId xmlns:a16="http://schemas.microsoft.com/office/drawing/2014/main" id="{9029FF1F-9781-4838-B93A-3ED73717AE9E}"/>
                    </a:ext>
                  </a:extLst>
                </p:cNvPr>
                <p:cNvSpPr/>
                <p:nvPr/>
              </p:nvSpPr>
              <p:spPr>
                <a:xfrm>
                  <a:off x="4803769" y="5567518"/>
                  <a:ext cx="118417" cy="192274"/>
                </a:xfrm>
                <a:custGeom>
                  <a:avLst/>
                  <a:gdLst>
                    <a:gd name="connsiteX0" fmla="*/ 23981 w 118417"/>
                    <a:gd name="connsiteY0" fmla="*/ 41087 h 192274"/>
                    <a:gd name="connsiteX1" fmla="*/ 3217 w 118417"/>
                    <a:gd name="connsiteY1" fmla="*/ 146148 h 192274"/>
                    <a:gd name="connsiteX2" fmla="*/ 38269 w 118417"/>
                    <a:gd name="connsiteY2" fmla="*/ 191392 h 192274"/>
                    <a:gd name="connsiteX3" fmla="*/ 84846 w 118417"/>
                    <a:gd name="connsiteY3" fmla="*/ 177771 h 192274"/>
                    <a:gd name="connsiteX4" fmla="*/ 114279 w 118417"/>
                    <a:gd name="connsiteY4" fmla="*/ 150339 h 192274"/>
                    <a:gd name="connsiteX5" fmla="*/ 118279 w 118417"/>
                    <a:gd name="connsiteY5" fmla="*/ 118144 h 192274"/>
                    <a:gd name="connsiteX6" fmla="*/ 116469 w 118417"/>
                    <a:gd name="connsiteY6" fmla="*/ 49755 h 192274"/>
                    <a:gd name="connsiteX7" fmla="*/ 106849 w 118417"/>
                    <a:gd name="connsiteY7" fmla="*/ 6892 h 192274"/>
                    <a:gd name="connsiteX8" fmla="*/ 23981 w 118417"/>
                    <a:gd name="connsiteY8" fmla="*/ 41087 h 192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8417" h="192274">
                      <a:moveTo>
                        <a:pt x="23981" y="41087"/>
                      </a:moveTo>
                      <a:cubicBezTo>
                        <a:pt x="1883" y="70519"/>
                        <a:pt x="-4689" y="110239"/>
                        <a:pt x="3217" y="146148"/>
                      </a:cubicBezTo>
                      <a:cubicBezTo>
                        <a:pt x="7599" y="165865"/>
                        <a:pt x="18647" y="186915"/>
                        <a:pt x="38269" y="191392"/>
                      </a:cubicBezTo>
                      <a:cubicBezTo>
                        <a:pt x="54461" y="195106"/>
                        <a:pt x="70654" y="186439"/>
                        <a:pt x="84846" y="177771"/>
                      </a:cubicBezTo>
                      <a:cubicBezTo>
                        <a:pt x="96466" y="170627"/>
                        <a:pt x="108563" y="162721"/>
                        <a:pt x="114279" y="150339"/>
                      </a:cubicBezTo>
                      <a:cubicBezTo>
                        <a:pt x="118850" y="140433"/>
                        <a:pt x="118564" y="129098"/>
                        <a:pt x="118279" y="118144"/>
                      </a:cubicBezTo>
                      <a:cubicBezTo>
                        <a:pt x="117612" y="95380"/>
                        <a:pt x="116469" y="72520"/>
                        <a:pt x="116469" y="49755"/>
                      </a:cubicBezTo>
                      <a:cubicBezTo>
                        <a:pt x="116469" y="35849"/>
                        <a:pt x="118469" y="17465"/>
                        <a:pt x="106849" y="6892"/>
                      </a:cubicBezTo>
                      <a:cubicBezTo>
                        <a:pt x="82560" y="-15396"/>
                        <a:pt x="38364" y="21847"/>
                        <a:pt x="23981" y="4108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08" name="Forme libre : forme 17007">
                  <a:extLst>
                    <a:ext uri="{FF2B5EF4-FFF2-40B4-BE49-F238E27FC236}">
                      <a16:creationId xmlns:a16="http://schemas.microsoft.com/office/drawing/2014/main" id="{F0CCEAE0-73D0-4299-8A1B-0B3BA900A124}"/>
                    </a:ext>
                  </a:extLst>
                </p:cNvPr>
                <p:cNvSpPr/>
                <p:nvPr/>
              </p:nvSpPr>
              <p:spPr>
                <a:xfrm>
                  <a:off x="4905721" y="5406416"/>
                  <a:ext cx="78680" cy="97825"/>
                </a:xfrm>
                <a:custGeom>
                  <a:avLst/>
                  <a:gdLst>
                    <a:gd name="connsiteX0" fmla="*/ 11565 w 78680"/>
                    <a:gd name="connsiteY0" fmla="*/ 87699 h 97825"/>
                    <a:gd name="connsiteX1" fmla="*/ 34043 w 78680"/>
                    <a:gd name="connsiteY1" fmla="*/ 97319 h 97825"/>
                    <a:gd name="connsiteX2" fmla="*/ 48426 w 78680"/>
                    <a:gd name="connsiteY2" fmla="*/ 5212 h 97825"/>
                    <a:gd name="connsiteX3" fmla="*/ 11565 w 78680"/>
                    <a:gd name="connsiteY3" fmla="*/ 87699 h 97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680" h="97825">
                      <a:moveTo>
                        <a:pt x="11565" y="87699"/>
                      </a:moveTo>
                      <a:cubicBezTo>
                        <a:pt x="17279" y="93699"/>
                        <a:pt x="25852" y="96271"/>
                        <a:pt x="34043" y="97319"/>
                      </a:cubicBezTo>
                      <a:cubicBezTo>
                        <a:pt x="94718" y="104748"/>
                        <a:pt x="87478" y="28453"/>
                        <a:pt x="48426" y="5212"/>
                      </a:cubicBezTo>
                      <a:cubicBezTo>
                        <a:pt x="3468" y="-21458"/>
                        <a:pt x="-13391" y="61600"/>
                        <a:pt x="11565" y="8769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09" name="Forme libre : forme 17008">
                  <a:extLst>
                    <a:ext uri="{FF2B5EF4-FFF2-40B4-BE49-F238E27FC236}">
                      <a16:creationId xmlns:a16="http://schemas.microsoft.com/office/drawing/2014/main" id="{DB75B5CF-9275-4547-8CB5-A5933ECBD449}"/>
                    </a:ext>
                  </a:extLst>
                </p:cNvPr>
                <p:cNvSpPr/>
                <p:nvPr/>
              </p:nvSpPr>
              <p:spPr>
                <a:xfrm>
                  <a:off x="5041280" y="5293760"/>
                  <a:ext cx="124954" cy="146188"/>
                </a:xfrm>
                <a:custGeom>
                  <a:avLst/>
                  <a:gdLst>
                    <a:gd name="connsiteX0" fmla="*/ 17737 w 124954"/>
                    <a:gd name="connsiteY0" fmla="*/ 99866 h 146188"/>
                    <a:gd name="connsiteX1" fmla="*/ 34977 w 124954"/>
                    <a:gd name="connsiteY1" fmla="*/ 120440 h 146188"/>
                    <a:gd name="connsiteX2" fmla="*/ 79078 w 124954"/>
                    <a:gd name="connsiteY2" fmla="*/ 138251 h 146188"/>
                    <a:gd name="connsiteX3" fmla="*/ 96890 w 124954"/>
                    <a:gd name="connsiteY3" fmla="*/ 145967 h 146188"/>
                    <a:gd name="connsiteX4" fmla="*/ 123655 w 124954"/>
                    <a:gd name="connsiteY4" fmla="*/ 126727 h 146188"/>
                    <a:gd name="connsiteX5" fmla="*/ 117368 w 124954"/>
                    <a:gd name="connsiteY5" fmla="*/ 92341 h 146188"/>
                    <a:gd name="connsiteX6" fmla="*/ 69648 w 124954"/>
                    <a:gd name="connsiteY6" fmla="*/ 33762 h 146188"/>
                    <a:gd name="connsiteX7" fmla="*/ 26786 w 124954"/>
                    <a:gd name="connsiteY7" fmla="*/ 710 h 146188"/>
                    <a:gd name="connsiteX8" fmla="*/ 17737 w 124954"/>
                    <a:gd name="connsiteY8" fmla="*/ 99866 h 146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4954" h="146188">
                      <a:moveTo>
                        <a:pt x="17737" y="99866"/>
                      </a:moveTo>
                      <a:cubicBezTo>
                        <a:pt x="22118" y="107677"/>
                        <a:pt x="27643" y="115201"/>
                        <a:pt x="34977" y="120440"/>
                      </a:cubicBezTo>
                      <a:cubicBezTo>
                        <a:pt x="47836" y="129775"/>
                        <a:pt x="64790" y="131108"/>
                        <a:pt x="79078" y="138251"/>
                      </a:cubicBezTo>
                      <a:cubicBezTo>
                        <a:pt x="84888" y="141109"/>
                        <a:pt x="90413" y="145014"/>
                        <a:pt x="96890" y="145967"/>
                      </a:cubicBezTo>
                      <a:cubicBezTo>
                        <a:pt x="108701" y="147776"/>
                        <a:pt x="120321" y="138251"/>
                        <a:pt x="123655" y="126727"/>
                      </a:cubicBezTo>
                      <a:cubicBezTo>
                        <a:pt x="126988" y="115201"/>
                        <a:pt x="123559" y="102628"/>
                        <a:pt x="117368" y="92341"/>
                      </a:cubicBezTo>
                      <a:cubicBezTo>
                        <a:pt x="104890" y="71386"/>
                        <a:pt x="84983" y="52812"/>
                        <a:pt x="69648" y="33762"/>
                      </a:cubicBezTo>
                      <a:cubicBezTo>
                        <a:pt x="58980" y="20523"/>
                        <a:pt x="44407" y="4235"/>
                        <a:pt x="26786" y="710"/>
                      </a:cubicBezTo>
                      <a:cubicBezTo>
                        <a:pt x="-20173" y="-8815"/>
                        <a:pt x="6592" y="80245"/>
                        <a:pt x="17737" y="9986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10" name="Forme libre : forme 17009">
                  <a:extLst>
                    <a:ext uri="{FF2B5EF4-FFF2-40B4-BE49-F238E27FC236}">
                      <a16:creationId xmlns:a16="http://schemas.microsoft.com/office/drawing/2014/main" id="{19E0459A-4843-481C-A319-7F560123D0EE}"/>
                    </a:ext>
                  </a:extLst>
                </p:cNvPr>
                <p:cNvSpPr/>
                <p:nvPr/>
              </p:nvSpPr>
              <p:spPr>
                <a:xfrm>
                  <a:off x="5075876" y="5501080"/>
                  <a:ext cx="78411" cy="183103"/>
                </a:xfrm>
                <a:custGeom>
                  <a:avLst/>
                  <a:gdLst>
                    <a:gd name="connsiteX0" fmla="*/ 191 w 78411"/>
                    <a:gd name="connsiteY0" fmla="*/ 152197 h 183103"/>
                    <a:gd name="connsiteX1" fmla="*/ 3905 w 78411"/>
                    <a:gd name="connsiteY1" fmla="*/ 166961 h 183103"/>
                    <a:gd name="connsiteX2" fmla="*/ 15812 w 78411"/>
                    <a:gd name="connsiteY2" fmla="*/ 177724 h 183103"/>
                    <a:gd name="connsiteX3" fmla="*/ 44196 w 78411"/>
                    <a:gd name="connsiteY3" fmla="*/ 180772 h 183103"/>
                    <a:gd name="connsiteX4" fmla="*/ 55531 w 78411"/>
                    <a:gd name="connsiteY4" fmla="*/ 168771 h 183103"/>
                    <a:gd name="connsiteX5" fmla="*/ 76581 w 78411"/>
                    <a:gd name="connsiteY5" fmla="*/ 73139 h 183103"/>
                    <a:gd name="connsiteX6" fmla="*/ 65723 w 78411"/>
                    <a:gd name="connsiteY6" fmla="*/ 6655 h 183103"/>
                    <a:gd name="connsiteX7" fmla="*/ 191 w 78411"/>
                    <a:gd name="connsiteY7" fmla="*/ 152197 h 183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8411" h="183103">
                      <a:moveTo>
                        <a:pt x="191" y="152197"/>
                      </a:moveTo>
                      <a:cubicBezTo>
                        <a:pt x="667" y="157245"/>
                        <a:pt x="1333" y="162484"/>
                        <a:pt x="3905" y="166961"/>
                      </a:cubicBezTo>
                      <a:cubicBezTo>
                        <a:pt x="6572" y="171724"/>
                        <a:pt x="11049" y="175057"/>
                        <a:pt x="15812" y="177724"/>
                      </a:cubicBezTo>
                      <a:cubicBezTo>
                        <a:pt x="24479" y="182582"/>
                        <a:pt x="35433" y="185344"/>
                        <a:pt x="44196" y="180772"/>
                      </a:cubicBezTo>
                      <a:cubicBezTo>
                        <a:pt x="49149" y="178201"/>
                        <a:pt x="52673" y="173629"/>
                        <a:pt x="55531" y="168771"/>
                      </a:cubicBezTo>
                      <a:cubicBezTo>
                        <a:pt x="70580" y="142768"/>
                        <a:pt x="72486" y="102667"/>
                        <a:pt x="76581" y="73139"/>
                      </a:cubicBezTo>
                      <a:cubicBezTo>
                        <a:pt x="78962" y="55518"/>
                        <a:pt x="81725" y="19800"/>
                        <a:pt x="65723" y="6655"/>
                      </a:cubicBezTo>
                      <a:cubicBezTo>
                        <a:pt x="14383" y="-34778"/>
                        <a:pt x="-2000" y="129909"/>
                        <a:pt x="191" y="15219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11" name="Forme libre : forme 17010">
                  <a:extLst>
                    <a:ext uri="{FF2B5EF4-FFF2-40B4-BE49-F238E27FC236}">
                      <a16:creationId xmlns:a16="http://schemas.microsoft.com/office/drawing/2014/main" id="{0F835A78-13B8-4186-BC6E-58234F93B031}"/>
                    </a:ext>
                  </a:extLst>
                </p:cNvPr>
                <p:cNvSpPr/>
                <p:nvPr/>
              </p:nvSpPr>
              <p:spPr>
                <a:xfrm>
                  <a:off x="5231991" y="5596474"/>
                  <a:ext cx="146398" cy="187938"/>
                </a:xfrm>
                <a:custGeom>
                  <a:avLst/>
                  <a:gdLst>
                    <a:gd name="connsiteX0" fmla="*/ 146399 w 146398"/>
                    <a:gd name="connsiteY0" fmla="*/ 8036 h 187938"/>
                    <a:gd name="connsiteX1" fmla="*/ 73628 w 146398"/>
                    <a:gd name="connsiteY1" fmla="*/ 10607 h 187938"/>
                    <a:gd name="connsiteX2" fmla="*/ 10191 w 146398"/>
                    <a:gd name="connsiteY2" fmla="*/ 71948 h 187938"/>
                    <a:gd name="connsiteX3" fmla="*/ 9620 w 146398"/>
                    <a:gd name="connsiteY3" fmla="*/ 158911 h 187938"/>
                    <a:gd name="connsiteX4" fmla="*/ 27241 w 146398"/>
                    <a:gd name="connsiteY4" fmla="*/ 180343 h 187938"/>
                    <a:gd name="connsiteX5" fmla="*/ 88392 w 146398"/>
                    <a:gd name="connsiteY5" fmla="*/ 178724 h 187938"/>
                    <a:gd name="connsiteX6" fmla="*/ 111918 w 146398"/>
                    <a:gd name="connsiteY6" fmla="*/ 158340 h 187938"/>
                    <a:gd name="connsiteX7" fmla="*/ 120110 w 146398"/>
                    <a:gd name="connsiteY7" fmla="*/ 133099 h 187938"/>
                    <a:gd name="connsiteX8" fmla="*/ 140303 w 146398"/>
                    <a:gd name="connsiteY8" fmla="*/ 34134 h 187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6398" h="187938">
                      <a:moveTo>
                        <a:pt x="146399" y="8036"/>
                      </a:moveTo>
                      <a:cubicBezTo>
                        <a:pt x="124872" y="-5300"/>
                        <a:pt x="96488" y="-346"/>
                        <a:pt x="73628" y="10607"/>
                      </a:cubicBezTo>
                      <a:cubicBezTo>
                        <a:pt x="46577" y="23561"/>
                        <a:pt x="22955" y="44897"/>
                        <a:pt x="10191" y="71948"/>
                      </a:cubicBezTo>
                      <a:cubicBezTo>
                        <a:pt x="-2667" y="99095"/>
                        <a:pt x="-3906" y="132146"/>
                        <a:pt x="9620" y="158911"/>
                      </a:cubicBezTo>
                      <a:cubicBezTo>
                        <a:pt x="13811" y="167198"/>
                        <a:pt x="19526" y="175009"/>
                        <a:pt x="27241" y="180343"/>
                      </a:cubicBezTo>
                      <a:cubicBezTo>
                        <a:pt x="44958" y="192440"/>
                        <a:pt x="69437" y="188725"/>
                        <a:pt x="88392" y="178724"/>
                      </a:cubicBezTo>
                      <a:cubicBezTo>
                        <a:pt x="97726" y="173866"/>
                        <a:pt x="106489" y="167293"/>
                        <a:pt x="111918" y="158340"/>
                      </a:cubicBezTo>
                      <a:cubicBezTo>
                        <a:pt x="116490" y="150720"/>
                        <a:pt x="118300" y="141767"/>
                        <a:pt x="120110" y="133099"/>
                      </a:cubicBezTo>
                      <a:cubicBezTo>
                        <a:pt x="126873" y="100142"/>
                        <a:pt x="133540" y="67090"/>
                        <a:pt x="140303" y="34134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12" name="Forme libre : forme 17011">
                  <a:extLst>
                    <a:ext uri="{FF2B5EF4-FFF2-40B4-BE49-F238E27FC236}">
                      <a16:creationId xmlns:a16="http://schemas.microsoft.com/office/drawing/2014/main" id="{A4D84407-534C-41FD-9E56-4576BA7C35F4}"/>
                    </a:ext>
                  </a:extLst>
                </p:cNvPr>
                <p:cNvSpPr/>
                <p:nvPr/>
              </p:nvSpPr>
              <p:spPr>
                <a:xfrm>
                  <a:off x="5304726" y="5419568"/>
                  <a:ext cx="87521" cy="115228"/>
                </a:xfrm>
                <a:custGeom>
                  <a:avLst/>
                  <a:gdLst>
                    <a:gd name="connsiteX0" fmla="*/ 8227 w 87521"/>
                    <a:gd name="connsiteY0" fmla="*/ 32446 h 115228"/>
                    <a:gd name="connsiteX1" fmla="*/ 417 w 87521"/>
                    <a:gd name="connsiteY1" fmla="*/ 65879 h 115228"/>
                    <a:gd name="connsiteX2" fmla="*/ 2513 w 87521"/>
                    <a:gd name="connsiteY2" fmla="*/ 98454 h 115228"/>
                    <a:gd name="connsiteX3" fmla="*/ 13085 w 87521"/>
                    <a:gd name="connsiteY3" fmla="*/ 113313 h 115228"/>
                    <a:gd name="connsiteX4" fmla="*/ 44042 w 87521"/>
                    <a:gd name="connsiteY4" fmla="*/ 105503 h 115228"/>
                    <a:gd name="connsiteX5" fmla="*/ 76141 w 87521"/>
                    <a:gd name="connsiteY5" fmla="*/ 63307 h 115228"/>
                    <a:gd name="connsiteX6" fmla="*/ 78617 w 87521"/>
                    <a:gd name="connsiteY6" fmla="*/ 35017 h 115228"/>
                    <a:gd name="connsiteX7" fmla="*/ 87475 w 87521"/>
                    <a:gd name="connsiteY7" fmla="*/ 16634 h 115228"/>
                    <a:gd name="connsiteX8" fmla="*/ 8227 w 87521"/>
                    <a:gd name="connsiteY8" fmla="*/ 32446 h 115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7521" h="115228">
                      <a:moveTo>
                        <a:pt x="8227" y="32446"/>
                      </a:moveTo>
                      <a:cubicBezTo>
                        <a:pt x="1941" y="42161"/>
                        <a:pt x="1084" y="54354"/>
                        <a:pt x="417" y="65879"/>
                      </a:cubicBezTo>
                      <a:cubicBezTo>
                        <a:pt x="-155" y="76832"/>
                        <a:pt x="-631" y="87976"/>
                        <a:pt x="2513" y="98454"/>
                      </a:cubicBezTo>
                      <a:cubicBezTo>
                        <a:pt x="4322" y="104455"/>
                        <a:pt x="7561" y="110361"/>
                        <a:pt x="13085" y="113313"/>
                      </a:cubicBezTo>
                      <a:cubicBezTo>
                        <a:pt x="22991" y="118552"/>
                        <a:pt x="34993" y="112075"/>
                        <a:pt x="44042" y="105503"/>
                      </a:cubicBezTo>
                      <a:cubicBezTo>
                        <a:pt x="58520" y="94930"/>
                        <a:pt x="72997" y="81786"/>
                        <a:pt x="76141" y="63307"/>
                      </a:cubicBezTo>
                      <a:cubicBezTo>
                        <a:pt x="77760" y="53496"/>
                        <a:pt x="74902" y="44638"/>
                        <a:pt x="78617" y="35017"/>
                      </a:cubicBezTo>
                      <a:cubicBezTo>
                        <a:pt x="81379" y="27874"/>
                        <a:pt x="88142" y="25302"/>
                        <a:pt x="87475" y="16634"/>
                      </a:cubicBezTo>
                      <a:cubicBezTo>
                        <a:pt x="84523" y="-22037"/>
                        <a:pt x="18324" y="16730"/>
                        <a:pt x="8227" y="3244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13" name="Forme libre : forme 17012">
                  <a:extLst>
                    <a:ext uri="{FF2B5EF4-FFF2-40B4-BE49-F238E27FC236}">
                      <a16:creationId xmlns:a16="http://schemas.microsoft.com/office/drawing/2014/main" id="{466BC3D1-09D0-420D-9B29-A774D01F9868}"/>
                    </a:ext>
                  </a:extLst>
                </p:cNvPr>
                <p:cNvSpPr/>
                <p:nvPr/>
              </p:nvSpPr>
              <p:spPr>
                <a:xfrm>
                  <a:off x="5337299" y="5251335"/>
                  <a:ext cx="75348" cy="133284"/>
                </a:xfrm>
                <a:custGeom>
                  <a:avLst/>
                  <a:gdLst>
                    <a:gd name="connsiteX0" fmla="*/ 67475 w 75348"/>
                    <a:gd name="connsiteY0" fmla="*/ 559 h 133284"/>
                    <a:gd name="connsiteX1" fmla="*/ 6801 w 75348"/>
                    <a:gd name="connsiteY1" fmla="*/ 36849 h 133284"/>
                    <a:gd name="connsiteX2" fmla="*/ 8039 w 75348"/>
                    <a:gd name="connsiteY2" fmla="*/ 110763 h 133284"/>
                    <a:gd name="connsiteX3" fmla="*/ 30614 w 75348"/>
                    <a:gd name="connsiteY3" fmla="*/ 133242 h 133284"/>
                    <a:gd name="connsiteX4" fmla="*/ 54902 w 75348"/>
                    <a:gd name="connsiteY4" fmla="*/ 120002 h 133284"/>
                    <a:gd name="connsiteX5" fmla="*/ 74619 w 75348"/>
                    <a:gd name="connsiteY5" fmla="*/ 90951 h 133284"/>
                    <a:gd name="connsiteX6" fmla="*/ 63856 w 75348"/>
                    <a:gd name="connsiteY6" fmla="*/ 32562 h 133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348" h="133284">
                      <a:moveTo>
                        <a:pt x="67475" y="559"/>
                      </a:moveTo>
                      <a:cubicBezTo>
                        <a:pt x="42425" y="-3347"/>
                        <a:pt x="17183" y="13703"/>
                        <a:pt x="6801" y="36849"/>
                      </a:cubicBezTo>
                      <a:cubicBezTo>
                        <a:pt x="-3581" y="59994"/>
                        <a:pt x="-1200" y="87236"/>
                        <a:pt x="8039" y="110763"/>
                      </a:cubicBezTo>
                      <a:cubicBezTo>
                        <a:pt x="12135" y="121240"/>
                        <a:pt x="19470" y="132480"/>
                        <a:pt x="30614" y="133242"/>
                      </a:cubicBezTo>
                      <a:cubicBezTo>
                        <a:pt x="40139" y="133909"/>
                        <a:pt x="48139" y="126669"/>
                        <a:pt x="54902" y="120002"/>
                      </a:cubicBezTo>
                      <a:cubicBezTo>
                        <a:pt x="63380" y="111620"/>
                        <a:pt x="72143" y="102572"/>
                        <a:pt x="74619" y="90951"/>
                      </a:cubicBezTo>
                      <a:cubicBezTo>
                        <a:pt x="78810" y="71425"/>
                        <a:pt x="63570" y="52565"/>
                        <a:pt x="63856" y="32562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14" name="Forme libre : forme 17013">
                  <a:extLst>
                    <a:ext uri="{FF2B5EF4-FFF2-40B4-BE49-F238E27FC236}">
                      <a16:creationId xmlns:a16="http://schemas.microsoft.com/office/drawing/2014/main" id="{F59579B2-397F-4977-9977-B2BF0B7B18FB}"/>
                    </a:ext>
                  </a:extLst>
                </p:cNvPr>
                <p:cNvSpPr/>
                <p:nvPr/>
              </p:nvSpPr>
              <p:spPr>
                <a:xfrm>
                  <a:off x="5523355" y="5225895"/>
                  <a:ext cx="159454" cy="146091"/>
                </a:xfrm>
                <a:custGeom>
                  <a:avLst/>
                  <a:gdLst>
                    <a:gd name="connsiteX0" fmla="*/ 133165 w 159454"/>
                    <a:gd name="connsiteY0" fmla="*/ 2187 h 146091"/>
                    <a:gd name="connsiteX1" fmla="*/ 32676 w 159454"/>
                    <a:gd name="connsiteY1" fmla="*/ 22380 h 146091"/>
                    <a:gd name="connsiteX2" fmla="*/ 15055 w 159454"/>
                    <a:gd name="connsiteY2" fmla="*/ 38668 h 146091"/>
                    <a:gd name="connsiteX3" fmla="*/ 6864 w 159454"/>
                    <a:gd name="connsiteY3" fmla="*/ 64100 h 146091"/>
                    <a:gd name="connsiteX4" fmla="*/ 196 w 159454"/>
                    <a:gd name="connsiteY4" fmla="*/ 118011 h 146091"/>
                    <a:gd name="connsiteX5" fmla="*/ 1244 w 159454"/>
                    <a:gd name="connsiteY5" fmla="*/ 128203 h 146091"/>
                    <a:gd name="connsiteX6" fmla="*/ 10959 w 159454"/>
                    <a:gd name="connsiteY6" fmla="*/ 136299 h 146091"/>
                    <a:gd name="connsiteX7" fmla="*/ 110496 w 159454"/>
                    <a:gd name="connsiteY7" fmla="*/ 130679 h 146091"/>
                    <a:gd name="connsiteX8" fmla="*/ 159454 w 159454"/>
                    <a:gd name="connsiteY8" fmla="*/ 43907 h 14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9454" h="146091">
                      <a:moveTo>
                        <a:pt x="133165" y="2187"/>
                      </a:moveTo>
                      <a:cubicBezTo>
                        <a:pt x="98685" y="-4100"/>
                        <a:pt x="62014" y="3330"/>
                        <a:pt x="32676" y="22380"/>
                      </a:cubicBezTo>
                      <a:cubicBezTo>
                        <a:pt x="25914" y="26762"/>
                        <a:pt x="19437" y="31905"/>
                        <a:pt x="15055" y="38668"/>
                      </a:cubicBezTo>
                      <a:cubicBezTo>
                        <a:pt x="10198" y="46192"/>
                        <a:pt x="8388" y="55241"/>
                        <a:pt x="6864" y="64100"/>
                      </a:cubicBezTo>
                      <a:cubicBezTo>
                        <a:pt x="3720" y="81911"/>
                        <a:pt x="1530" y="99914"/>
                        <a:pt x="196" y="118011"/>
                      </a:cubicBezTo>
                      <a:cubicBezTo>
                        <a:pt x="-90" y="121440"/>
                        <a:pt x="-280" y="125060"/>
                        <a:pt x="1244" y="128203"/>
                      </a:cubicBezTo>
                      <a:cubicBezTo>
                        <a:pt x="3054" y="132108"/>
                        <a:pt x="7054" y="134394"/>
                        <a:pt x="10959" y="136299"/>
                      </a:cubicBezTo>
                      <a:cubicBezTo>
                        <a:pt x="42201" y="151158"/>
                        <a:pt x="81064" y="148967"/>
                        <a:pt x="110496" y="130679"/>
                      </a:cubicBezTo>
                      <a:cubicBezTo>
                        <a:pt x="139928" y="112391"/>
                        <a:pt x="158978" y="78482"/>
                        <a:pt x="159454" y="43907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15" name="Forme libre : forme 17014">
                  <a:extLst>
                    <a:ext uri="{FF2B5EF4-FFF2-40B4-BE49-F238E27FC236}">
                      <a16:creationId xmlns:a16="http://schemas.microsoft.com/office/drawing/2014/main" id="{50584904-ACAA-4149-87D2-1352373685A6}"/>
                    </a:ext>
                  </a:extLst>
                </p:cNvPr>
                <p:cNvSpPr/>
                <p:nvPr/>
              </p:nvSpPr>
              <p:spPr>
                <a:xfrm>
                  <a:off x="5507185" y="5402150"/>
                  <a:ext cx="100281" cy="102919"/>
                </a:xfrm>
                <a:custGeom>
                  <a:avLst/>
                  <a:gdLst>
                    <a:gd name="connsiteX0" fmla="*/ 14556 w 100281"/>
                    <a:gd name="connsiteY0" fmla="*/ 3668 h 102919"/>
                    <a:gd name="connsiteX1" fmla="*/ 4746 w 100281"/>
                    <a:gd name="connsiteY1" fmla="*/ 6716 h 102919"/>
                    <a:gd name="connsiteX2" fmla="*/ 1602 w 100281"/>
                    <a:gd name="connsiteY2" fmla="*/ 27957 h 102919"/>
                    <a:gd name="connsiteX3" fmla="*/ 55609 w 100281"/>
                    <a:gd name="connsiteY3" fmla="*/ 97490 h 102919"/>
                    <a:gd name="connsiteX4" fmla="*/ 100281 w 100281"/>
                    <a:gd name="connsiteY4" fmla="*/ 32053 h 102919"/>
                    <a:gd name="connsiteX5" fmla="*/ 14556 w 100281"/>
                    <a:gd name="connsiteY5" fmla="*/ 3668 h 102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0281" h="102919">
                      <a:moveTo>
                        <a:pt x="14556" y="3668"/>
                      </a:moveTo>
                      <a:cubicBezTo>
                        <a:pt x="11127" y="4145"/>
                        <a:pt x="7508" y="4621"/>
                        <a:pt x="4746" y="6716"/>
                      </a:cubicBezTo>
                      <a:cubicBezTo>
                        <a:pt x="-1351" y="11289"/>
                        <a:pt x="-588" y="20623"/>
                        <a:pt x="1602" y="27957"/>
                      </a:cubicBezTo>
                      <a:cubicBezTo>
                        <a:pt x="10080" y="56818"/>
                        <a:pt x="29796" y="82155"/>
                        <a:pt x="55609" y="97490"/>
                      </a:cubicBezTo>
                      <a:cubicBezTo>
                        <a:pt x="95995" y="121492"/>
                        <a:pt x="100186" y="59771"/>
                        <a:pt x="100281" y="32053"/>
                      </a:cubicBezTo>
                      <a:cubicBezTo>
                        <a:pt x="100376" y="-9571"/>
                        <a:pt x="42465" y="-141"/>
                        <a:pt x="14556" y="366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16" name="Forme libre : forme 17015">
                  <a:extLst>
                    <a:ext uri="{FF2B5EF4-FFF2-40B4-BE49-F238E27FC236}">
                      <a16:creationId xmlns:a16="http://schemas.microsoft.com/office/drawing/2014/main" id="{495876D5-768F-4298-A964-9B7F362FF86E}"/>
                    </a:ext>
                  </a:extLst>
                </p:cNvPr>
                <p:cNvSpPr/>
                <p:nvPr/>
              </p:nvSpPr>
              <p:spPr>
                <a:xfrm>
                  <a:off x="5478828" y="5632907"/>
                  <a:ext cx="122156" cy="184282"/>
                </a:xfrm>
                <a:custGeom>
                  <a:avLst/>
                  <a:gdLst>
                    <a:gd name="connsiteX0" fmla="*/ 26340 w 122156"/>
                    <a:gd name="connsiteY0" fmla="*/ 33610 h 184282"/>
                    <a:gd name="connsiteX1" fmla="*/ 1766 w 122156"/>
                    <a:gd name="connsiteY1" fmla="*/ 99142 h 184282"/>
                    <a:gd name="connsiteX2" fmla="*/ 26531 w 122156"/>
                    <a:gd name="connsiteY2" fmla="*/ 136099 h 184282"/>
                    <a:gd name="connsiteX3" fmla="*/ 63202 w 122156"/>
                    <a:gd name="connsiteY3" fmla="*/ 173723 h 184282"/>
                    <a:gd name="connsiteX4" fmla="*/ 112922 w 122156"/>
                    <a:gd name="connsiteY4" fmla="*/ 180010 h 184282"/>
                    <a:gd name="connsiteX5" fmla="*/ 120638 w 122156"/>
                    <a:gd name="connsiteY5" fmla="*/ 172961 h 184282"/>
                    <a:gd name="connsiteX6" fmla="*/ 117970 w 122156"/>
                    <a:gd name="connsiteY6" fmla="*/ 151435 h 184282"/>
                    <a:gd name="connsiteX7" fmla="*/ 102826 w 122156"/>
                    <a:gd name="connsiteY7" fmla="*/ 86950 h 184282"/>
                    <a:gd name="connsiteX8" fmla="*/ 104921 w 122156"/>
                    <a:gd name="connsiteY8" fmla="*/ 23513 h 184282"/>
                    <a:gd name="connsiteX9" fmla="*/ 26340 w 122156"/>
                    <a:gd name="connsiteY9" fmla="*/ 33610 h 184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2156" h="184282">
                      <a:moveTo>
                        <a:pt x="26340" y="33610"/>
                      </a:moveTo>
                      <a:cubicBezTo>
                        <a:pt x="8624" y="50660"/>
                        <a:pt x="-4997" y="75615"/>
                        <a:pt x="1766" y="99142"/>
                      </a:cubicBezTo>
                      <a:cubicBezTo>
                        <a:pt x="5861" y="113525"/>
                        <a:pt x="16720" y="124764"/>
                        <a:pt x="26531" y="136099"/>
                      </a:cubicBezTo>
                      <a:cubicBezTo>
                        <a:pt x="38056" y="149434"/>
                        <a:pt x="48724" y="163817"/>
                        <a:pt x="63202" y="173723"/>
                      </a:cubicBezTo>
                      <a:cubicBezTo>
                        <a:pt x="77680" y="183628"/>
                        <a:pt x="97397" y="188296"/>
                        <a:pt x="112922" y="180010"/>
                      </a:cubicBezTo>
                      <a:cubicBezTo>
                        <a:pt x="116066" y="178390"/>
                        <a:pt x="118923" y="176104"/>
                        <a:pt x="120638" y="172961"/>
                      </a:cubicBezTo>
                      <a:cubicBezTo>
                        <a:pt x="124162" y="166294"/>
                        <a:pt x="120828" y="158292"/>
                        <a:pt x="117970" y="151435"/>
                      </a:cubicBezTo>
                      <a:cubicBezTo>
                        <a:pt x="109398" y="130956"/>
                        <a:pt x="104350" y="109048"/>
                        <a:pt x="102826" y="86950"/>
                      </a:cubicBezTo>
                      <a:cubicBezTo>
                        <a:pt x="101397" y="65995"/>
                        <a:pt x="107969" y="44183"/>
                        <a:pt x="104921" y="23513"/>
                      </a:cubicBezTo>
                      <a:cubicBezTo>
                        <a:pt x="97682" y="-25540"/>
                        <a:pt x="46343" y="14370"/>
                        <a:pt x="26340" y="3361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17" name="Forme libre : forme 17016">
                  <a:extLst>
                    <a:ext uri="{FF2B5EF4-FFF2-40B4-BE49-F238E27FC236}">
                      <a16:creationId xmlns:a16="http://schemas.microsoft.com/office/drawing/2014/main" id="{A5E0E80F-B638-47A6-A7E8-F595B6D833BB}"/>
                    </a:ext>
                  </a:extLst>
                </p:cNvPr>
                <p:cNvSpPr/>
                <p:nvPr/>
              </p:nvSpPr>
              <p:spPr>
                <a:xfrm>
                  <a:off x="5832155" y="5226394"/>
                  <a:ext cx="194613" cy="226491"/>
                </a:xfrm>
                <a:custGeom>
                  <a:avLst/>
                  <a:gdLst>
                    <a:gd name="connsiteX0" fmla="*/ 13817 w 194613"/>
                    <a:gd name="connsiteY0" fmla="*/ 25500 h 226491"/>
                    <a:gd name="connsiteX1" fmla="*/ 577 w 194613"/>
                    <a:gd name="connsiteY1" fmla="*/ 79506 h 226491"/>
                    <a:gd name="connsiteX2" fmla="*/ 16389 w 194613"/>
                    <a:gd name="connsiteY2" fmla="*/ 134085 h 226491"/>
                    <a:gd name="connsiteX3" fmla="*/ 55917 w 194613"/>
                    <a:gd name="connsiteY3" fmla="*/ 191044 h 226491"/>
                    <a:gd name="connsiteX4" fmla="*/ 116687 w 194613"/>
                    <a:gd name="connsiteY4" fmla="*/ 222096 h 226491"/>
                    <a:gd name="connsiteX5" fmla="*/ 181457 w 194613"/>
                    <a:gd name="connsiteY5" fmla="*/ 213618 h 226491"/>
                    <a:gd name="connsiteX6" fmla="*/ 180123 w 194613"/>
                    <a:gd name="connsiteY6" fmla="*/ 155039 h 226491"/>
                    <a:gd name="connsiteX7" fmla="*/ 95827 w 194613"/>
                    <a:gd name="connsiteY7" fmla="*/ 45883 h 226491"/>
                    <a:gd name="connsiteX8" fmla="*/ 73729 w 194613"/>
                    <a:gd name="connsiteY8" fmla="*/ 1592 h 226491"/>
                    <a:gd name="connsiteX9" fmla="*/ 13817 w 194613"/>
                    <a:gd name="connsiteY9" fmla="*/ 25500 h 226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4613" h="226491">
                      <a:moveTo>
                        <a:pt x="13817" y="25500"/>
                      </a:moveTo>
                      <a:cubicBezTo>
                        <a:pt x="1911" y="40359"/>
                        <a:pt x="-1518" y="60552"/>
                        <a:pt x="577" y="79506"/>
                      </a:cubicBezTo>
                      <a:cubicBezTo>
                        <a:pt x="2578" y="98366"/>
                        <a:pt x="9531" y="116368"/>
                        <a:pt x="16389" y="134085"/>
                      </a:cubicBezTo>
                      <a:cubicBezTo>
                        <a:pt x="24961" y="156088"/>
                        <a:pt x="34962" y="179995"/>
                        <a:pt x="55917" y="191044"/>
                      </a:cubicBezTo>
                      <a:cubicBezTo>
                        <a:pt x="76110" y="201712"/>
                        <a:pt x="95065" y="215047"/>
                        <a:pt x="116687" y="222096"/>
                      </a:cubicBezTo>
                      <a:cubicBezTo>
                        <a:pt x="138404" y="229144"/>
                        <a:pt x="164407" y="228668"/>
                        <a:pt x="181457" y="213618"/>
                      </a:cubicBezTo>
                      <a:cubicBezTo>
                        <a:pt x="198602" y="198569"/>
                        <a:pt x="199840" y="166470"/>
                        <a:pt x="180123" y="155039"/>
                      </a:cubicBezTo>
                      <a:cubicBezTo>
                        <a:pt x="138976" y="131322"/>
                        <a:pt x="109257" y="91222"/>
                        <a:pt x="95827" y="45883"/>
                      </a:cubicBezTo>
                      <a:cubicBezTo>
                        <a:pt x="91446" y="31024"/>
                        <a:pt x="90684" y="7783"/>
                        <a:pt x="73729" y="1592"/>
                      </a:cubicBezTo>
                      <a:cubicBezTo>
                        <a:pt x="54870" y="-5266"/>
                        <a:pt x="25152" y="11403"/>
                        <a:pt x="13817" y="2550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18" name="Forme libre : forme 17017">
                  <a:extLst>
                    <a:ext uri="{FF2B5EF4-FFF2-40B4-BE49-F238E27FC236}">
                      <a16:creationId xmlns:a16="http://schemas.microsoft.com/office/drawing/2014/main" id="{006A9B0B-5177-489E-8B36-B106559E0185}"/>
                    </a:ext>
                  </a:extLst>
                </p:cNvPr>
                <p:cNvSpPr/>
                <p:nvPr/>
              </p:nvSpPr>
              <p:spPr>
                <a:xfrm>
                  <a:off x="5666997" y="5458020"/>
                  <a:ext cx="181618" cy="318318"/>
                </a:xfrm>
                <a:custGeom>
                  <a:avLst/>
                  <a:gdLst>
                    <a:gd name="connsiteX0" fmla="*/ 26099 w 181618"/>
                    <a:gd name="connsiteY0" fmla="*/ 53049 h 318318"/>
                    <a:gd name="connsiteX1" fmla="*/ 7811 w 181618"/>
                    <a:gd name="connsiteY1" fmla="*/ 114581 h 318318"/>
                    <a:gd name="connsiteX2" fmla="*/ 5525 w 181618"/>
                    <a:gd name="connsiteY2" fmla="*/ 222499 h 318318"/>
                    <a:gd name="connsiteX3" fmla="*/ 81916 w 181618"/>
                    <a:gd name="connsiteY3" fmla="*/ 309367 h 318318"/>
                    <a:gd name="connsiteX4" fmla="*/ 116872 w 181618"/>
                    <a:gd name="connsiteY4" fmla="*/ 317749 h 318318"/>
                    <a:gd name="connsiteX5" fmla="*/ 144114 w 181618"/>
                    <a:gd name="connsiteY5" fmla="*/ 301652 h 318318"/>
                    <a:gd name="connsiteX6" fmla="*/ 181547 w 181618"/>
                    <a:gd name="connsiteY6" fmla="*/ 241834 h 318318"/>
                    <a:gd name="connsiteX7" fmla="*/ 151448 w 181618"/>
                    <a:gd name="connsiteY7" fmla="*/ 189733 h 318318"/>
                    <a:gd name="connsiteX8" fmla="*/ 101442 w 181618"/>
                    <a:gd name="connsiteY8" fmla="*/ 97150 h 318318"/>
                    <a:gd name="connsiteX9" fmla="*/ 108872 w 181618"/>
                    <a:gd name="connsiteY9" fmla="*/ 41905 h 318318"/>
                    <a:gd name="connsiteX10" fmla="*/ 100966 w 181618"/>
                    <a:gd name="connsiteY10" fmla="*/ 6281 h 318318"/>
                    <a:gd name="connsiteX11" fmla="*/ 26099 w 181618"/>
                    <a:gd name="connsiteY11" fmla="*/ 53049 h 318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1618" h="318318">
                      <a:moveTo>
                        <a:pt x="26099" y="53049"/>
                      </a:moveTo>
                      <a:cubicBezTo>
                        <a:pt x="15526" y="71813"/>
                        <a:pt x="11621" y="93435"/>
                        <a:pt x="7811" y="114581"/>
                      </a:cubicBezTo>
                      <a:cubicBezTo>
                        <a:pt x="1429" y="150395"/>
                        <a:pt x="-4857" y="187732"/>
                        <a:pt x="5525" y="222499"/>
                      </a:cubicBezTo>
                      <a:cubicBezTo>
                        <a:pt x="16764" y="260504"/>
                        <a:pt x="46959" y="290793"/>
                        <a:pt x="81916" y="309367"/>
                      </a:cubicBezTo>
                      <a:cubicBezTo>
                        <a:pt x="92679" y="315082"/>
                        <a:pt x="104871" y="320035"/>
                        <a:pt x="116872" y="317749"/>
                      </a:cubicBezTo>
                      <a:cubicBezTo>
                        <a:pt x="127350" y="315748"/>
                        <a:pt x="136018" y="308509"/>
                        <a:pt x="144114" y="301652"/>
                      </a:cubicBezTo>
                      <a:cubicBezTo>
                        <a:pt x="162687" y="285840"/>
                        <a:pt x="182976" y="266218"/>
                        <a:pt x="181547" y="241834"/>
                      </a:cubicBezTo>
                      <a:cubicBezTo>
                        <a:pt x="180309" y="221451"/>
                        <a:pt x="164212" y="205640"/>
                        <a:pt x="151448" y="189733"/>
                      </a:cubicBezTo>
                      <a:cubicBezTo>
                        <a:pt x="129445" y="162301"/>
                        <a:pt x="115348" y="129439"/>
                        <a:pt x="101442" y="97150"/>
                      </a:cubicBezTo>
                      <a:cubicBezTo>
                        <a:pt x="90012" y="70480"/>
                        <a:pt x="98108" y="64765"/>
                        <a:pt x="108872" y="41905"/>
                      </a:cubicBezTo>
                      <a:cubicBezTo>
                        <a:pt x="114872" y="29142"/>
                        <a:pt x="112110" y="15616"/>
                        <a:pt x="100966" y="6281"/>
                      </a:cubicBezTo>
                      <a:cubicBezTo>
                        <a:pt x="72867" y="-17245"/>
                        <a:pt x="38291" y="31332"/>
                        <a:pt x="26099" y="5304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19" name="Forme libre : forme 17018">
                  <a:extLst>
                    <a:ext uri="{FF2B5EF4-FFF2-40B4-BE49-F238E27FC236}">
                      <a16:creationId xmlns:a16="http://schemas.microsoft.com/office/drawing/2014/main" id="{DB7B7106-19A9-42EA-ABCE-1D73ED6908A0}"/>
                    </a:ext>
                  </a:extLst>
                </p:cNvPr>
                <p:cNvSpPr/>
                <p:nvPr/>
              </p:nvSpPr>
              <p:spPr>
                <a:xfrm>
                  <a:off x="5980916" y="5659312"/>
                  <a:ext cx="235815" cy="165415"/>
                </a:xfrm>
                <a:custGeom>
                  <a:avLst/>
                  <a:gdLst>
                    <a:gd name="connsiteX0" fmla="*/ 26 w 235815"/>
                    <a:gd name="connsiteY0" fmla="*/ 28827 h 165415"/>
                    <a:gd name="connsiteX1" fmla="*/ 7646 w 235815"/>
                    <a:gd name="connsiteY1" fmla="*/ 53211 h 165415"/>
                    <a:gd name="connsiteX2" fmla="*/ 10408 w 235815"/>
                    <a:gd name="connsiteY2" fmla="*/ 119886 h 165415"/>
                    <a:gd name="connsiteX3" fmla="*/ 51842 w 235815"/>
                    <a:gd name="connsiteY3" fmla="*/ 158938 h 165415"/>
                    <a:gd name="connsiteX4" fmla="*/ 110421 w 235815"/>
                    <a:gd name="connsiteY4" fmla="*/ 165415 h 165415"/>
                    <a:gd name="connsiteX5" fmla="*/ 223863 w 235815"/>
                    <a:gd name="connsiteY5" fmla="*/ 147508 h 165415"/>
                    <a:gd name="connsiteX6" fmla="*/ 235007 w 235815"/>
                    <a:gd name="connsiteY6" fmla="*/ 130173 h 165415"/>
                    <a:gd name="connsiteX7" fmla="*/ 230531 w 235815"/>
                    <a:gd name="connsiteY7" fmla="*/ 125410 h 165415"/>
                    <a:gd name="connsiteX8" fmla="*/ 147187 w 235815"/>
                    <a:gd name="connsiteY8" fmla="*/ 96931 h 165415"/>
                    <a:gd name="connsiteX9" fmla="*/ 84703 w 235815"/>
                    <a:gd name="connsiteY9" fmla="*/ 57402 h 165415"/>
                    <a:gd name="connsiteX10" fmla="*/ 70511 w 235815"/>
                    <a:gd name="connsiteY10" fmla="*/ 7205 h 165415"/>
                    <a:gd name="connsiteX11" fmla="*/ 26 w 235815"/>
                    <a:gd name="connsiteY11" fmla="*/ 28827 h 165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5815" h="165415">
                      <a:moveTo>
                        <a:pt x="26" y="28827"/>
                      </a:moveTo>
                      <a:cubicBezTo>
                        <a:pt x="312" y="37399"/>
                        <a:pt x="5169" y="45019"/>
                        <a:pt x="7646" y="53211"/>
                      </a:cubicBezTo>
                      <a:cubicBezTo>
                        <a:pt x="14218" y="74642"/>
                        <a:pt x="4217" y="98359"/>
                        <a:pt x="10408" y="119886"/>
                      </a:cubicBezTo>
                      <a:cubicBezTo>
                        <a:pt x="15838" y="138840"/>
                        <a:pt x="33172" y="152556"/>
                        <a:pt x="51842" y="158938"/>
                      </a:cubicBezTo>
                      <a:cubicBezTo>
                        <a:pt x="70511" y="165320"/>
                        <a:pt x="90704" y="165415"/>
                        <a:pt x="110421" y="165415"/>
                      </a:cubicBezTo>
                      <a:cubicBezTo>
                        <a:pt x="149092" y="165415"/>
                        <a:pt x="189287" y="164653"/>
                        <a:pt x="223863" y="147508"/>
                      </a:cubicBezTo>
                      <a:cubicBezTo>
                        <a:pt x="230721" y="144079"/>
                        <a:pt x="238341" y="137030"/>
                        <a:pt x="235007" y="130173"/>
                      </a:cubicBezTo>
                      <a:cubicBezTo>
                        <a:pt x="234055" y="128172"/>
                        <a:pt x="232341" y="126744"/>
                        <a:pt x="230531" y="125410"/>
                      </a:cubicBezTo>
                      <a:cubicBezTo>
                        <a:pt x="206623" y="106932"/>
                        <a:pt x="176334" y="101407"/>
                        <a:pt x="147187" y="96931"/>
                      </a:cubicBezTo>
                      <a:cubicBezTo>
                        <a:pt x="119184" y="92644"/>
                        <a:pt x="84227" y="93978"/>
                        <a:pt x="84703" y="57402"/>
                      </a:cubicBezTo>
                      <a:cubicBezTo>
                        <a:pt x="84989" y="33589"/>
                        <a:pt x="96895" y="19397"/>
                        <a:pt x="70511" y="7205"/>
                      </a:cubicBezTo>
                      <a:cubicBezTo>
                        <a:pt x="49651" y="-2511"/>
                        <a:pt x="-1308" y="-8035"/>
                        <a:pt x="26" y="2882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20" name="Forme libre : forme 17019">
                  <a:extLst>
                    <a:ext uri="{FF2B5EF4-FFF2-40B4-BE49-F238E27FC236}">
                      <a16:creationId xmlns:a16="http://schemas.microsoft.com/office/drawing/2014/main" id="{C537D4DD-6F1F-4914-9477-836F77A96CF1}"/>
                    </a:ext>
                  </a:extLst>
                </p:cNvPr>
                <p:cNvSpPr/>
                <p:nvPr/>
              </p:nvSpPr>
              <p:spPr>
                <a:xfrm>
                  <a:off x="6031940" y="5370127"/>
                  <a:ext cx="245332" cy="217118"/>
                </a:xfrm>
                <a:custGeom>
                  <a:avLst/>
                  <a:gdLst>
                    <a:gd name="connsiteX0" fmla="*/ 115117 w 245332"/>
                    <a:gd name="connsiteY0" fmla="*/ 69409 h 217118"/>
                    <a:gd name="connsiteX1" fmla="*/ 49490 w 245332"/>
                    <a:gd name="connsiteY1" fmla="*/ 119892 h 217118"/>
                    <a:gd name="connsiteX2" fmla="*/ 436 w 245332"/>
                    <a:gd name="connsiteY2" fmla="*/ 183995 h 217118"/>
                    <a:gd name="connsiteX3" fmla="*/ 1865 w 245332"/>
                    <a:gd name="connsiteY3" fmla="*/ 199330 h 217118"/>
                    <a:gd name="connsiteX4" fmla="*/ 16343 w 245332"/>
                    <a:gd name="connsiteY4" fmla="*/ 212380 h 217118"/>
                    <a:gd name="connsiteX5" fmla="*/ 77208 w 245332"/>
                    <a:gd name="connsiteY5" fmla="*/ 209236 h 217118"/>
                    <a:gd name="connsiteX6" fmla="*/ 135596 w 245332"/>
                    <a:gd name="connsiteY6" fmla="*/ 187043 h 217118"/>
                    <a:gd name="connsiteX7" fmla="*/ 179316 w 245332"/>
                    <a:gd name="connsiteY7" fmla="*/ 181328 h 217118"/>
                    <a:gd name="connsiteX8" fmla="*/ 232275 w 245332"/>
                    <a:gd name="connsiteY8" fmla="*/ 40834 h 217118"/>
                    <a:gd name="connsiteX9" fmla="*/ 179792 w 245332"/>
                    <a:gd name="connsiteY9" fmla="*/ 353 h 217118"/>
                    <a:gd name="connsiteX10" fmla="*/ 115117 w 245332"/>
                    <a:gd name="connsiteY10" fmla="*/ 69409 h 217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5332" h="217118">
                      <a:moveTo>
                        <a:pt x="115117" y="69409"/>
                      </a:moveTo>
                      <a:cubicBezTo>
                        <a:pt x="97972" y="91221"/>
                        <a:pt x="72445" y="104271"/>
                        <a:pt x="49490" y="119892"/>
                      </a:cubicBezTo>
                      <a:cubicBezTo>
                        <a:pt x="26535" y="135513"/>
                        <a:pt x="4246" y="156563"/>
                        <a:pt x="436" y="183995"/>
                      </a:cubicBezTo>
                      <a:cubicBezTo>
                        <a:pt x="-326" y="189139"/>
                        <a:pt x="-230" y="194567"/>
                        <a:pt x="1865" y="199330"/>
                      </a:cubicBezTo>
                      <a:cubicBezTo>
                        <a:pt x="4532" y="205426"/>
                        <a:pt x="10247" y="209617"/>
                        <a:pt x="16343" y="212380"/>
                      </a:cubicBezTo>
                      <a:cubicBezTo>
                        <a:pt x="35393" y="220952"/>
                        <a:pt x="57682" y="216666"/>
                        <a:pt x="77208" y="209236"/>
                      </a:cubicBezTo>
                      <a:cubicBezTo>
                        <a:pt x="96734" y="201807"/>
                        <a:pt x="115213" y="191234"/>
                        <a:pt x="135596" y="187043"/>
                      </a:cubicBezTo>
                      <a:cubicBezTo>
                        <a:pt x="149978" y="184090"/>
                        <a:pt x="164933" y="184471"/>
                        <a:pt x="179316" y="181328"/>
                      </a:cubicBezTo>
                      <a:cubicBezTo>
                        <a:pt x="247420" y="166755"/>
                        <a:pt x="258468" y="95699"/>
                        <a:pt x="232275" y="40834"/>
                      </a:cubicBezTo>
                      <a:cubicBezTo>
                        <a:pt x="222464" y="20355"/>
                        <a:pt x="205509" y="-3171"/>
                        <a:pt x="179792" y="353"/>
                      </a:cubicBezTo>
                      <a:cubicBezTo>
                        <a:pt x="145026" y="5211"/>
                        <a:pt x="133596" y="45787"/>
                        <a:pt x="115117" y="6940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21" name="Forme libre : forme 17020">
                  <a:extLst>
                    <a:ext uri="{FF2B5EF4-FFF2-40B4-BE49-F238E27FC236}">
                      <a16:creationId xmlns:a16="http://schemas.microsoft.com/office/drawing/2014/main" id="{0174F4E3-297E-4E9B-924B-5904DED34767}"/>
                    </a:ext>
                  </a:extLst>
                </p:cNvPr>
                <p:cNvSpPr/>
                <p:nvPr/>
              </p:nvSpPr>
              <p:spPr>
                <a:xfrm>
                  <a:off x="6140880" y="5203952"/>
                  <a:ext cx="116149" cy="123220"/>
                </a:xfrm>
                <a:custGeom>
                  <a:avLst/>
                  <a:gdLst>
                    <a:gd name="connsiteX0" fmla="*/ 368 w 116149"/>
                    <a:gd name="connsiteY0" fmla="*/ 97186 h 123220"/>
                    <a:gd name="connsiteX1" fmla="*/ 8274 w 116149"/>
                    <a:gd name="connsiteY1" fmla="*/ 115474 h 123220"/>
                    <a:gd name="connsiteX2" fmla="*/ 28943 w 116149"/>
                    <a:gd name="connsiteY2" fmla="*/ 118236 h 123220"/>
                    <a:gd name="connsiteX3" fmla="*/ 43421 w 116149"/>
                    <a:gd name="connsiteY3" fmla="*/ 122999 h 123220"/>
                    <a:gd name="connsiteX4" fmla="*/ 72282 w 116149"/>
                    <a:gd name="connsiteY4" fmla="*/ 109092 h 123220"/>
                    <a:gd name="connsiteX5" fmla="*/ 115240 w 116149"/>
                    <a:gd name="connsiteY5" fmla="*/ 65563 h 123220"/>
                    <a:gd name="connsiteX6" fmla="*/ 70281 w 116149"/>
                    <a:gd name="connsiteY6" fmla="*/ 8032 h 123220"/>
                    <a:gd name="connsiteX7" fmla="*/ 368 w 116149"/>
                    <a:gd name="connsiteY7" fmla="*/ 97186 h 123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6149" h="123220">
                      <a:moveTo>
                        <a:pt x="368" y="97186"/>
                      </a:moveTo>
                      <a:cubicBezTo>
                        <a:pt x="940" y="104044"/>
                        <a:pt x="2368" y="111855"/>
                        <a:pt x="8274" y="115474"/>
                      </a:cubicBezTo>
                      <a:cubicBezTo>
                        <a:pt x="14274" y="119189"/>
                        <a:pt x="22085" y="116807"/>
                        <a:pt x="28943" y="118236"/>
                      </a:cubicBezTo>
                      <a:cubicBezTo>
                        <a:pt x="33991" y="119284"/>
                        <a:pt x="38373" y="122237"/>
                        <a:pt x="43421" y="122999"/>
                      </a:cubicBezTo>
                      <a:cubicBezTo>
                        <a:pt x="54375" y="124713"/>
                        <a:pt x="63804" y="116140"/>
                        <a:pt x="72282" y="109092"/>
                      </a:cubicBezTo>
                      <a:cubicBezTo>
                        <a:pt x="88474" y="95757"/>
                        <a:pt x="122097" y="89947"/>
                        <a:pt x="115240" y="65563"/>
                      </a:cubicBezTo>
                      <a:cubicBezTo>
                        <a:pt x="109620" y="45656"/>
                        <a:pt x="87998" y="18605"/>
                        <a:pt x="70281" y="8032"/>
                      </a:cubicBezTo>
                      <a:cubicBezTo>
                        <a:pt x="12560" y="-26353"/>
                        <a:pt x="-2680" y="58419"/>
                        <a:pt x="368" y="9718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22" name="Forme libre : forme 17021">
                  <a:extLst>
                    <a:ext uri="{FF2B5EF4-FFF2-40B4-BE49-F238E27FC236}">
                      <a16:creationId xmlns:a16="http://schemas.microsoft.com/office/drawing/2014/main" id="{1CFB4612-63C4-48A9-9BB7-C2DA218F0C2F}"/>
                    </a:ext>
                  </a:extLst>
                </p:cNvPr>
                <p:cNvSpPr/>
                <p:nvPr/>
              </p:nvSpPr>
              <p:spPr>
                <a:xfrm>
                  <a:off x="6375862" y="5227810"/>
                  <a:ext cx="96810" cy="153522"/>
                </a:xfrm>
                <a:custGeom>
                  <a:avLst/>
                  <a:gdLst>
                    <a:gd name="connsiteX0" fmla="*/ 61517 w 96810"/>
                    <a:gd name="connsiteY0" fmla="*/ 557 h 153522"/>
                    <a:gd name="connsiteX1" fmla="*/ 29514 w 96810"/>
                    <a:gd name="connsiteY1" fmla="*/ 10368 h 153522"/>
                    <a:gd name="connsiteX2" fmla="*/ 10178 w 96810"/>
                    <a:gd name="connsiteY2" fmla="*/ 38657 h 153522"/>
                    <a:gd name="connsiteX3" fmla="*/ 3796 w 96810"/>
                    <a:gd name="connsiteY3" fmla="*/ 109238 h 153522"/>
                    <a:gd name="connsiteX4" fmla="*/ 55803 w 96810"/>
                    <a:gd name="connsiteY4" fmla="*/ 153434 h 153522"/>
                    <a:gd name="connsiteX5" fmla="*/ 91331 w 96810"/>
                    <a:gd name="connsiteY5" fmla="*/ 137527 h 153522"/>
                    <a:gd name="connsiteX6" fmla="*/ 86283 w 96810"/>
                    <a:gd name="connsiteY6" fmla="*/ 82091 h 153522"/>
                    <a:gd name="connsiteX7" fmla="*/ 67804 w 96810"/>
                    <a:gd name="connsiteY7" fmla="*/ 27608 h 153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6810" h="153522">
                      <a:moveTo>
                        <a:pt x="61517" y="557"/>
                      </a:moveTo>
                      <a:cubicBezTo>
                        <a:pt x="50183" y="-1634"/>
                        <a:pt x="38276" y="2843"/>
                        <a:pt x="29514" y="10368"/>
                      </a:cubicBezTo>
                      <a:cubicBezTo>
                        <a:pt x="20751" y="17893"/>
                        <a:pt x="14750" y="28084"/>
                        <a:pt x="10178" y="38657"/>
                      </a:cubicBezTo>
                      <a:cubicBezTo>
                        <a:pt x="558" y="60850"/>
                        <a:pt x="-3633" y="86282"/>
                        <a:pt x="3796" y="109238"/>
                      </a:cubicBezTo>
                      <a:cubicBezTo>
                        <a:pt x="11130" y="132288"/>
                        <a:pt x="31704" y="151814"/>
                        <a:pt x="55803" y="153434"/>
                      </a:cubicBezTo>
                      <a:cubicBezTo>
                        <a:pt x="69423" y="154291"/>
                        <a:pt x="83901" y="148957"/>
                        <a:pt x="91331" y="137527"/>
                      </a:cubicBezTo>
                      <a:cubicBezTo>
                        <a:pt x="101999" y="121239"/>
                        <a:pt x="95332" y="99332"/>
                        <a:pt x="86283" y="82091"/>
                      </a:cubicBezTo>
                      <a:cubicBezTo>
                        <a:pt x="77234" y="64756"/>
                        <a:pt x="65804" y="46944"/>
                        <a:pt x="67804" y="27608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23" name="Forme libre : forme 17022">
                  <a:extLst>
                    <a:ext uri="{FF2B5EF4-FFF2-40B4-BE49-F238E27FC236}">
                      <a16:creationId xmlns:a16="http://schemas.microsoft.com/office/drawing/2014/main" id="{46D5BF3E-F977-4B7F-895D-14B4C802929B}"/>
                    </a:ext>
                  </a:extLst>
                </p:cNvPr>
                <p:cNvSpPr/>
                <p:nvPr/>
              </p:nvSpPr>
              <p:spPr>
                <a:xfrm>
                  <a:off x="6591222" y="5151705"/>
                  <a:ext cx="96811" cy="153522"/>
                </a:xfrm>
                <a:custGeom>
                  <a:avLst/>
                  <a:gdLst>
                    <a:gd name="connsiteX0" fmla="*/ 61518 w 96811"/>
                    <a:gd name="connsiteY0" fmla="*/ 557 h 153522"/>
                    <a:gd name="connsiteX1" fmla="*/ 29513 w 96811"/>
                    <a:gd name="connsiteY1" fmla="*/ 10368 h 153522"/>
                    <a:gd name="connsiteX2" fmla="*/ 10178 w 96811"/>
                    <a:gd name="connsiteY2" fmla="*/ 38657 h 153522"/>
                    <a:gd name="connsiteX3" fmla="*/ 3796 w 96811"/>
                    <a:gd name="connsiteY3" fmla="*/ 109238 h 153522"/>
                    <a:gd name="connsiteX4" fmla="*/ 55802 w 96811"/>
                    <a:gd name="connsiteY4" fmla="*/ 153433 h 153522"/>
                    <a:gd name="connsiteX5" fmla="*/ 91331 w 96811"/>
                    <a:gd name="connsiteY5" fmla="*/ 137527 h 153522"/>
                    <a:gd name="connsiteX6" fmla="*/ 86283 w 96811"/>
                    <a:gd name="connsiteY6" fmla="*/ 82091 h 153522"/>
                    <a:gd name="connsiteX7" fmla="*/ 67804 w 96811"/>
                    <a:gd name="connsiteY7" fmla="*/ 27608 h 153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6811" h="153522">
                      <a:moveTo>
                        <a:pt x="61518" y="557"/>
                      </a:moveTo>
                      <a:cubicBezTo>
                        <a:pt x="50183" y="-1634"/>
                        <a:pt x="38277" y="2843"/>
                        <a:pt x="29513" y="10368"/>
                      </a:cubicBezTo>
                      <a:cubicBezTo>
                        <a:pt x="20751" y="17893"/>
                        <a:pt x="14750" y="28084"/>
                        <a:pt x="10178" y="38657"/>
                      </a:cubicBezTo>
                      <a:cubicBezTo>
                        <a:pt x="558" y="60850"/>
                        <a:pt x="-3633" y="86282"/>
                        <a:pt x="3796" y="109238"/>
                      </a:cubicBezTo>
                      <a:cubicBezTo>
                        <a:pt x="11130" y="132288"/>
                        <a:pt x="31704" y="151814"/>
                        <a:pt x="55802" y="153433"/>
                      </a:cubicBezTo>
                      <a:cubicBezTo>
                        <a:pt x="69423" y="154291"/>
                        <a:pt x="83901" y="148957"/>
                        <a:pt x="91331" y="137527"/>
                      </a:cubicBezTo>
                      <a:cubicBezTo>
                        <a:pt x="101999" y="121239"/>
                        <a:pt x="95331" y="99331"/>
                        <a:pt x="86283" y="82091"/>
                      </a:cubicBezTo>
                      <a:cubicBezTo>
                        <a:pt x="77234" y="64755"/>
                        <a:pt x="65804" y="46944"/>
                        <a:pt x="67804" y="27608"/>
                      </a:cubicBezTo>
                    </a:path>
                  </a:pathLst>
                </a:custGeom>
                <a:solidFill>
                  <a:srgbClr val="EDD7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24" name="Forme libre : forme 17023">
                  <a:extLst>
                    <a:ext uri="{FF2B5EF4-FFF2-40B4-BE49-F238E27FC236}">
                      <a16:creationId xmlns:a16="http://schemas.microsoft.com/office/drawing/2014/main" id="{51238F98-BA1E-4E9B-BF23-D2DD3405739C}"/>
                    </a:ext>
                  </a:extLst>
                </p:cNvPr>
                <p:cNvSpPr/>
                <p:nvPr/>
              </p:nvSpPr>
              <p:spPr>
                <a:xfrm>
                  <a:off x="6412035" y="5437552"/>
                  <a:ext cx="94665" cy="180731"/>
                </a:xfrm>
                <a:custGeom>
                  <a:avLst/>
                  <a:gdLst>
                    <a:gd name="connsiteX0" fmla="*/ 7152 w 94665"/>
                    <a:gd name="connsiteY0" fmla="*/ 123619 h 180731"/>
                    <a:gd name="connsiteX1" fmla="*/ 44680 w 94665"/>
                    <a:gd name="connsiteY1" fmla="*/ 174102 h 180731"/>
                    <a:gd name="connsiteX2" fmla="*/ 55158 w 94665"/>
                    <a:gd name="connsiteY2" fmla="*/ 180674 h 180731"/>
                    <a:gd name="connsiteX3" fmla="*/ 70874 w 94665"/>
                    <a:gd name="connsiteY3" fmla="*/ 162005 h 180731"/>
                    <a:gd name="connsiteX4" fmla="*/ 74112 w 94665"/>
                    <a:gd name="connsiteY4" fmla="*/ 2366 h 180731"/>
                    <a:gd name="connsiteX5" fmla="*/ 14772 w 94665"/>
                    <a:gd name="connsiteY5" fmla="*/ 38465 h 180731"/>
                    <a:gd name="connsiteX6" fmla="*/ 7152 w 94665"/>
                    <a:gd name="connsiteY6" fmla="*/ 123619 h 180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665" h="180731">
                      <a:moveTo>
                        <a:pt x="7152" y="123619"/>
                      </a:moveTo>
                      <a:cubicBezTo>
                        <a:pt x="15248" y="143145"/>
                        <a:pt x="29917" y="159052"/>
                        <a:pt x="44680" y="174102"/>
                      </a:cubicBezTo>
                      <a:cubicBezTo>
                        <a:pt x="47633" y="177149"/>
                        <a:pt x="50967" y="180293"/>
                        <a:pt x="55158" y="180674"/>
                      </a:cubicBezTo>
                      <a:cubicBezTo>
                        <a:pt x="64016" y="181626"/>
                        <a:pt x="68874" y="170672"/>
                        <a:pt x="70874" y="162005"/>
                      </a:cubicBezTo>
                      <a:cubicBezTo>
                        <a:pt x="77923" y="131144"/>
                        <a:pt x="118690" y="24749"/>
                        <a:pt x="74112" y="2366"/>
                      </a:cubicBezTo>
                      <a:cubicBezTo>
                        <a:pt x="51919" y="-8778"/>
                        <a:pt x="24773" y="22178"/>
                        <a:pt x="14772" y="38465"/>
                      </a:cubicBezTo>
                      <a:cubicBezTo>
                        <a:pt x="103" y="62183"/>
                        <a:pt x="-5802" y="97616"/>
                        <a:pt x="7152" y="12361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25" name="Forme libre : forme 17024">
                  <a:extLst>
                    <a:ext uri="{FF2B5EF4-FFF2-40B4-BE49-F238E27FC236}">
                      <a16:creationId xmlns:a16="http://schemas.microsoft.com/office/drawing/2014/main" id="{F00FB4DB-A13C-4D1A-940E-92A6EFC99897}"/>
                    </a:ext>
                  </a:extLst>
                </p:cNvPr>
                <p:cNvSpPr/>
                <p:nvPr/>
              </p:nvSpPr>
              <p:spPr>
                <a:xfrm>
                  <a:off x="6283261" y="5665946"/>
                  <a:ext cx="84300" cy="158087"/>
                </a:xfrm>
                <a:custGeom>
                  <a:avLst/>
                  <a:gdLst>
                    <a:gd name="connsiteX0" fmla="*/ 84300 w 84300"/>
                    <a:gd name="connsiteY0" fmla="*/ 0 h 158087"/>
                    <a:gd name="connsiteX1" fmla="*/ 8576 w 84300"/>
                    <a:gd name="connsiteY1" fmla="*/ 54007 h 158087"/>
                    <a:gd name="connsiteX2" fmla="*/ 99 w 84300"/>
                    <a:gd name="connsiteY2" fmla="*/ 90488 h 158087"/>
                    <a:gd name="connsiteX3" fmla="*/ 32770 w 84300"/>
                    <a:gd name="connsiteY3" fmla="*/ 150400 h 158087"/>
                    <a:gd name="connsiteX4" fmla="*/ 45724 w 84300"/>
                    <a:gd name="connsiteY4" fmla="*/ 158020 h 158087"/>
                    <a:gd name="connsiteX5" fmla="*/ 55915 w 84300"/>
                    <a:gd name="connsiteY5" fmla="*/ 148971 h 158087"/>
                    <a:gd name="connsiteX6" fmla="*/ 70774 w 84300"/>
                    <a:gd name="connsiteY6" fmla="*/ 94774 h 158087"/>
                    <a:gd name="connsiteX7" fmla="*/ 75728 w 84300"/>
                    <a:gd name="connsiteY7" fmla="*/ 29337 h 158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300" h="158087">
                      <a:moveTo>
                        <a:pt x="84300" y="0"/>
                      </a:moveTo>
                      <a:cubicBezTo>
                        <a:pt x="51630" y="286"/>
                        <a:pt x="22769" y="24575"/>
                        <a:pt x="8576" y="54007"/>
                      </a:cubicBezTo>
                      <a:cubicBezTo>
                        <a:pt x="3052" y="65342"/>
                        <a:pt x="-663" y="77915"/>
                        <a:pt x="99" y="90488"/>
                      </a:cubicBezTo>
                      <a:cubicBezTo>
                        <a:pt x="1528" y="113634"/>
                        <a:pt x="17530" y="132969"/>
                        <a:pt x="32770" y="150400"/>
                      </a:cubicBezTo>
                      <a:cubicBezTo>
                        <a:pt x="36199" y="154305"/>
                        <a:pt x="40580" y="158687"/>
                        <a:pt x="45724" y="158020"/>
                      </a:cubicBezTo>
                      <a:cubicBezTo>
                        <a:pt x="50391" y="157449"/>
                        <a:pt x="53534" y="153067"/>
                        <a:pt x="55915" y="148971"/>
                      </a:cubicBezTo>
                      <a:cubicBezTo>
                        <a:pt x="65250" y="132493"/>
                        <a:pt x="70394" y="113729"/>
                        <a:pt x="70774" y="94774"/>
                      </a:cubicBezTo>
                      <a:cubicBezTo>
                        <a:pt x="71251" y="72676"/>
                        <a:pt x="65536" y="48959"/>
                        <a:pt x="75728" y="29337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26" name="Forme libre : forme 17025">
                  <a:extLst>
                    <a:ext uri="{FF2B5EF4-FFF2-40B4-BE49-F238E27FC236}">
                      <a16:creationId xmlns:a16="http://schemas.microsoft.com/office/drawing/2014/main" id="{D8BE2FC8-CFFB-4655-9E9F-831C50B4C702}"/>
                    </a:ext>
                  </a:extLst>
                </p:cNvPr>
                <p:cNvSpPr/>
                <p:nvPr/>
              </p:nvSpPr>
              <p:spPr>
                <a:xfrm>
                  <a:off x="6431729" y="5677488"/>
                  <a:ext cx="98002" cy="142090"/>
                </a:xfrm>
                <a:custGeom>
                  <a:avLst/>
                  <a:gdLst>
                    <a:gd name="connsiteX0" fmla="*/ 93852 w 98002"/>
                    <a:gd name="connsiteY0" fmla="*/ 9604 h 142090"/>
                    <a:gd name="connsiteX1" fmla="*/ 55657 w 98002"/>
                    <a:gd name="connsiteY1" fmla="*/ 79 h 142090"/>
                    <a:gd name="connsiteX2" fmla="*/ 19462 w 98002"/>
                    <a:gd name="connsiteY2" fmla="*/ 12556 h 142090"/>
                    <a:gd name="connsiteX3" fmla="*/ 4603 w 98002"/>
                    <a:gd name="connsiteY3" fmla="*/ 63229 h 142090"/>
                    <a:gd name="connsiteX4" fmla="*/ 31 w 98002"/>
                    <a:gd name="connsiteY4" fmla="*/ 102092 h 142090"/>
                    <a:gd name="connsiteX5" fmla="*/ 15938 w 98002"/>
                    <a:gd name="connsiteY5" fmla="*/ 136286 h 142090"/>
                    <a:gd name="connsiteX6" fmla="*/ 58895 w 98002"/>
                    <a:gd name="connsiteY6" fmla="*/ 139239 h 142090"/>
                    <a:gd name="connsiteX7" fmla="*/ 92518 w 98002"/>
                    <a:gd name="connsiteY7" fmla="*/ 121142 h 142090"/>
                    <a:gd name="connsiteX8" fmla="*/ 97852 w 98002"/>
                    <a:gd name="connsiteY8" fmla="*/ 89709 h 142090"/>
                    <a:gd name="connsiteX9" fmla="*/ 95948 w 98002"/>
                    <a:gd name="connsiteY9" fmla="*/ 32749 h 142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8002" h="142090">
                      <a:moveTo>
                        <a:pt x="93852" y="9604"/>
                      </a:moveTo>
                      <a:cubicBezTo>
                        <a:pt x="81470" y="5222"/>
                        <a:pt x="68801" y="745"/>
                        <a:pt x="55657" y="79"/>
                      </a:cubicBezTo>
                      <a:cubicBezTo>
                        <a:pt x="42512" y="-588"/>
                        <a:pt x="28511" y="2936"/>
                        <a:pt x="19462" y="12556"/>
                      </a:cubicBezTo>
                      <a:cubicBezTo>
                        <a:pt x="7175" y="25606"/>
                        <a:pt x="6984" y="45418"/>
                        <a:pt x="4603" y="63229"/>
                      </a:cubicBezTo>
                      <a:cubicBezTo>
                        <a:pt x="2888" y="76183"/>
                        <a:pt x="-350" y="89042"/>
                        <a:pt x="31" y="102092"/>
                      </a:cubicBezTo>
                      <a:cubicBezTo>
                        <a:pt x="412" y="115141"/>
                        <a:pt x="5174" y="128952"/>
                        <a:pt x="15938" y="136286"/>
                      </a:cubicBezTo>
                      <a:cubicBezTo>
                        <a:pt x="28225" y="144573"/>
                        <a:pt x="44513" y="142478"/>
                        <a:pt x="58895" y="139239"/>
                      </a:cubicBezTo>
                      <a:cubicBezTo>
                        <a:pt x="71659" y="136381"/>
                        <a:pt x="85375" y="132095"/>
                        <a:pt x="92518" y="121142"/>
                      </a:cubicBezTo>
                      <a:cubicBezTo>
                        <a:pt x="98329" y="111997"/>
                        <a:pt x="98234" y="100472"/>
                        <a:pt x="97852" y="89709"/>
                      </a:cubicBezTo>
                      <a:cubicBezTo>
                        <a:pt x="97186" y="70754"/>
                        <a:pt x="96615" y="51704"/>
                        <a:pt x="95948" y="32749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27" name="Forme libre : forme 17026">
                  <a:extLst>
                    <a:ext uri="{FF2B5EF4-FFF2-40B4-BE49-F238E27FC236}">
                      <a16:creationId xmlns:a16="http://schemas.microsoft.com/office/drawing/2014/main" id="{3B160882-98EA-47B6-B8E8-2C592B63A114}"/>
                    </a:ext>
                  </a:extLst>
                </p:cNvPr>
                <p:cNvSpPr/>
                <p:nvPr/>
              </p:nvSpPr>
              <p:spPr>
                <a:xfrm>
                  <a:off x="816315" y="5199557"/>
                  <a:ext cx="80770" cy="72509"/>
                </a:xfrm>
                <a:custGeom>
                  <a:avLst/>
                  <a:gdLst>
                    <a:gd name="connsiteX0" fmla="*/ 3125 w 80770"/>
                    <a:gd name="connsiteY0" fmla="*/ 46336 h 72509"/>
                    <a:gd name="connsiteX1" fmla="*/ 4173 w 80770"/>
                    <a:gd name="connsiteY1" fmla="*/ 69577 h 72509"/>
                    <a:gd name="connsiteX2" fmla="*/ 25413 w 80770"/>
                    <a:gd name="connsiteY2" fmla="*/ 69482 h 72509"/>
                    <a:gd name="connsiteX3" fmla="*/ 74944 w 80770"/>
                    <a:gd name="connsiteY3" fmla="*/ 8236 h 72509"/>
                    <a:gd name="connsiteX4" fmla="*/ 3125 w 80770"/>
                    <a:gd name="connsiteY4" fmla="*/ 46336 h 72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509">
                      <a:moveTo>
                        <a:pt x="3125" y="46336"/>
                      </a:moveTo>
                      <a:cubicBezTo>
                        <a:pt x="-304" y="53956"/>
                        <a:pt x="-2114" y="64148"/>
                        <a:pt x="4173" y="69577"/>
                      </a:cubicBezTo>
                      <a:cubicBezTo>
                        <a:pt x="9792" y="74435"/>
                        <a:pt x="18460" y="72435"/>
                        <a:pt x="25413" y="69482"/>
                      </a:cubicBezTo>
                      <a:cubicBezTo>
                        <a:pt x="43035" y="62053"/>
                        <a:pt x="98756" y="31477"/>
                        <a:pt x="74944" y="8236"/>
                      </a:cubicBezTo>
                      <a:cubicBezTo>
                        <a:pt x="48178" y="-17767"/>
                        <a:pt x="13031" y="24143"/>
                        <a:pt x="3125" y="4633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28" name="Forme libre : forme 17027">
                  <a:extLst>
                    <a:ext uri="{FF2B5EF4-FFF2-40B4-BE49-F238E27FC236}">
                      <a16:creationId xmlns:a16="http://schemas.microsoft.com/office/drawing/2014/main" id="{70670EE6-E680-4296-A1A7-39BEA69F934F}"/>
                    </a:ext>
                  </a:extLst>
                </p:cNvPr>
                <p:cNvSpPr/>
                <p:nvPr/>
              </p:nvSpPr>
              <p:spPr>
                <a:xfrm>
                  <a:off x="950712" y="5427719"/>
                  <a:ext cx="80770" cy="72471"/>
                </a:xfrm>
                <a:custGeom>
                  <a:avLst/>
                  <a:gdLst>
                    <a:gd name="connsiteX0" fmla="*/ 3125 w 80770"/>
                    <a:gd name="connsiteY0" fmla="*/ 46298 h 72471"/>
                    <a:gd name="connsiteX1" fmla="*/ 4173 w 80770"/>
                    <a:gd name="connsiteY1" fmla="*/ 69539 h 72471"/>
                    <a:gd name="connsiteX2" fmla="*/ 25413 w 80770"/>
                    <a:gd name="connsiteY2" fmla="*/ 69444 h 72471"/>
                    <a:gd name="connsiteX3" fmla="*/ 74944 w 80770"/>
                    <a:gd name="connsiteY3" fmla="*/ 8198 h 72471"/>
                    <a:gd name="connsiteX4" fmla="*/ 3125 w 80770"/>
                    <a:gd name="connsiteY4" fmla="*/ 46298 h 7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1">
                      <a:moveTo>
                        <a:pt x="3125" y="46298"/>
                      </a:moveTo>
                      <a:cubicBezTo>
                        <a:pt x="-304" y="53918"/>
                        <a:pt x="-2114" y="64110"/>
                        <a:pt x="4173" y="69539"/>
                      </a:cubicBezTo>
                      <a:cubicBezTo>
                        <a:pt x="9792" y="74397"/>
                        <a:pt x="18460" y="72396"/>
                        <a:pt x="25413" y="69444"/>
                      </a:cubicBezTo>
                      <a:cubicBezTo>
                        <a:pt x="43035" y="62014"/>
                        <a:pt x="98756" y="31439"/>
                        <a:pt x="74944" y="8198"/>
                      </a:cubicBezTo>
                      <a:cubicBezTo>
                        <a:pt x="48274" y="-17710"/>
                        <a:pt x="13126" y="24104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29" name="Forme libre : forme 17028">
                  <a:extLst>
                    <a:ext uri="{FF2B5EF4-FFF2-40B4-BE49-F238E27FC236}">
                      <a16:creationId xmlns:a16="http://schemas.microsoft.com/office/drawing/2014/main" id="{29B287CE-A196-44B6-8866-136E2A2E03FE}"/>
                    </a:ext>
                  </a:extLst>
                </p:cNvPr>
                <p:cNvSpPr/>
                <p:nvPr/>
              </p:nvSpPr>
              <p:spPr>
                <a:xfrm>
                  <a:off x="1305518" y="5450960"/>
                  <a:ext cx="80770" cy="72471"/>
                </a:xfrm>
                <a:custGeom>
                  <a:avLst/>
                  <a:gdLst>
                    <a:gd name="connsiteX0" fmla="*/ 3125 w 80770"/>
                    <a:gd name="connsiteY0" fmla="*/ 46298 h 72471"/>
                    <a:gd name="connsiteX1" fmla="*/ 4173 w 80770"/>
                    <a:gd name="connsiteY1" fmla="*/ 69539 h 72471"/>
                    <a:gd name="connsiteX2" fmla="*/ 25413 w 80770"/>
                    <a:gd name="connsiteY2" fmla="*/ 69444 h 72471"/>
                    <a:gd name="connsiteX3" fmla="*/ 74944 w 80770"/>
                    <a:gd name="connsiteY3" fmla="*/ 8198 h 72471"/>
                    <a:gd name="connsiteX4" fmla="*/ 3125 w 80770"/>
                    <a:gd name="connsiteY4" fmla="*/ 46298 h 7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1">
                      <a:moveTo>
                        <a:pt x="3125" y="46298"/>
                      </a:moveTo>
                      <a:cubicBezTo>
                        <a:pt x="-304" y="53918"/>
                        <a:pt x="-2114" y="64110"/>
                        <a:pt x="4173" y="69539"/>
                      </a:cubicBezTo>
                      <a:cubicBezTo>
                        <a:pt x="9792" y="74397"/>
                        <a:pt x="18460" y="72396"/>
                        <a:pt x="25413" y="69444"/>
                      </a:cubicBezTo>
                      <a:cubicBezTo>
                        <a:pt x="43035" y="62014"/>
                        <a:pt x="98756" y="31439"/>
                        <a:pt x="74944" y="8198"/>
                      </a:cubicBezTo>
                      <a:cubicBezTo>
                        <a:pt x="48178" y="-17710"/>
                        <a:pt x="13031" y="24104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30" name="Forme libre : forme 17029">
                  <a:extLst>
                    <a:ext uri="{FF2B5EF4-FFF2-40B4-BE49-F238E27FC236}">
                      <a16:creationId xmlns:a16="http://schemas.microsoft.com/office/drawing/2014/main" id="{55AA77C1-68FC-4B45-A176-FD2C2EF91C94}"/>
                    </a:ext>
                  </a:extLst>
                </p:cNvPr>
                <p:cNvSpPr/>
                <p:nvPr/>
              </p:nvSpPr>
              <p:spPr>
                <a:xfrm>
                  <a:off x="513610" y="5415051"/>
                  <a:ext cx="80770" cy="72471"/>
                </a:xfrm>
                <a:custGeom>
                  <a:avLst/>
                  <a:gdLst>
                    <a:gd name="connsiteX0" fmla="*/ 3125 w 80770"/>
                    <a:gd name="connsiteY0" fmla="*/ 46298 h 72471"/>
                    <a:gd name="connsiteX1" fmla="*/ 4173 w 80770"/>
                    <a:gd name="connsiteY1" fmla="*/ 69539 h 72471"/>
                    <a:gd name="connsiteX2" fmla="*/ 25414 w 80770"/>
                    <a:gd name="connsiteY2" fmla="*/ 69443 h 72471"/>
                    <a:gd name="connsiteX3" fmla="*/ 74943 w 80770"/>
                    <a:gd name="connsiteY3" fmla="*/ 8198 h 72471"/>
                    <a:gd name="connsiteX4" fmla="*/ 3125 w 80770"/>
                    <a:gd name="connsiteY4" fmla="*/ 46298 h 7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1">
                      <a:moveTo>
                        <a:pt x="3125" y="46298"/>
                      </a:moveTo>
                      <a:cubicBezTo>
                        <a:pt x="-304" y="53918"/>
                        <a:pt x="-2114" y="64109"/>
                        <a:pt x="4173" y="69539"/>
                      </a:cubicBezTo>
                      <a:cubicBezTo>
                        <a:pt x="9793" y="74397"/>
                        <a:pt x="18460" y="72396"/>
                        <a:pt x="25414" y="69443"/>
                      </a:cubicBezTo>
                      <a:cubicBezTo>
                        <a:pt x="43035" y="62014"/>
                        <a:pt x="98756" y="31439"/>
                        <a:pt x="74943" y="8198"/>
                      </a:cubicBezTo>
                      <a:cubicBezTo>
                        <a:pt x="48274" y="-17710"/>
                        <a:pt x="13031" y="24104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31" name="Forme libre : forme 17030">
                  <a:extLst>
                    <a:ext uri="{FF2B5EF4-FFF2-40B4-BE49-F238E27FC236}">
                      <a16:creationId xmlns:a16="http://schemas.microsoft.com/office/drawing/2014/main" id="{4A18D4B2-AF27-499D-BA47-6F0EE624326F}"/>
                    </a:ext>
                  </a:extLst>
                </p:cNvPr>
                <p:cNvSpPr/>
                <p:nvPr/>
              </p:nvSpPr>
              <p:spPr>
                <a:xfrm>
                  <a:off x="1452966" y="5443435"/>
                  <a:ext cx="80770" cy="72471"/>
                </a:xfrm>
                <a:custGeom>
                  <a:avLst/>
                  <a:gdLst>
                    <a:gd name="connsiteX0" fmla="*/ 3125 w 80770"/>
                    <a:gd name="connsiteY0" fmla="*/ 46298 h 72471"/>
                    <a:gd name="connsiteX1" fmla="*/ 4173 w 80770"/>
                    <a:gd name="connsiteY1" fmla="*/ 69539 h 72471"/>
                    <a:gd name="connsiteX2" fmla="*/ 25413 w 80770"/>
                    <a:gd name="connsiteY2" fmla="*/ 69444 h 72471"/>
                    <a:gd name="connsiteX3" fmla="*/ 74943 w 80770"/>
                    <a:gd name="connsiteY3" fmla="*/ 8198 h 72471"/>
                    <a:gd name="connsiteX4" fmla="*/ 3125 w 80770"/>
                    <a:gd name="connsiteY4" fmla="*/ 46298 h 7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1">
                      <a:moveTo>
                        <a:pt x="3125" y="46298"/>
                      </a:moveTo>
                      <a:cubicBezTo>
                        <a:pt x="-304" y="53918"/>
                        <a:pt x="-2114" y="64109"/>
                        <a:pt x="4173" y="69539"/>
                      </a:cubicBezTo>
                      <a:cubicBezTo>
                        <a:pt x="9792" y="74396"/>
                        <a:pt x="18460" y="72397"/>
                        <a:pt x="25413" y="69444"/>
                      </a:cubicBezTo>
                      <a:cubicBezTo>
                        <a:pt x="43035" y="62014"/>
                        <a:pt x="98756" y="31439"/>
                        <a:pt x="74943" y="8198"/>
                      </a:cubicBezTo>
                      <a:cubicBezTo>
                        <a:pt x="48273" y="-17710"/>
                        <a:pt x="13031" y="24105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32" name="Forme libre : forme 17031">
                  <a:extLst>
                    <a:ext uri="{FF2B5EF4-FFF2-40B4-BE49-F238E27FC236}">
                      <a16:creationId xmlns:a16="http://schemas.microsoft.com/office/drawing/2014/main" id="{6EEAFCDD-8846-42B0-9106-EBED0E391C20}"/>
                    </a:ext>
                  </a:extLst>
                </p:cNvPr>
                <p:cNvSpPr/>
                <p:nvPr/>
              </p:nvSpPr>
              <p:spPr>
                <a:xfrm>
                  <a:off x="1331046" y="5253373"/>
                  <a:ext cx="80770" cy="72509"/>
                </a:xfrm>
                <a:custGeom>
                  <a:avLst/>
                  <a:gdLst>
                    <a:gd name="connsiteX0" fmla="*/ 3125 w 80770"/>
                    <a:gd name="connsiteY0" fmla="*/ 46336 h 72509"/>
                    <a:gd name="connsiteX1" fmla="*/ 4173 w 80770"/>
                    <a:gd name="connsiteY1" fmla="*/ 69577 h 72509"/>
                    <a:gd name="connsiteX2" fmla="*/ 25413 w 80770"/>
                    <a:gd name="connsiteY2" fmla="*/ 69482 h 72509"/>
                    <a:gd name="connsiteX3" fmla="*/ 74943 w 80770"/>
                    <a:gd name="connsiteY3" fmla="*/ 8236 h 72509"/>
                    <a:gd name="connsiteX4" fmla="*/ 3125 w 80770"/>
                    <a:gd name="connsiteY4" fmla="*/ 46336 h 72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509">
                      <a:moveTo>
                        <a:pt x="3125" y="46336"/>
                      </a:moveTo>
                      <a:cubicBezTo>
                        <a:pt x="-304" y="53956"/>
                        <a:pt x="-2114" y="64148"/>
                        <a:pt x="4173" y="69577"/>
                      </a:cubicBezTo>
                      <a:cubicBezTo>
                        <a:pt x="9792" y="74435"/>
                        <a:pt x="18460" y="72435"/>
                        <a:pt x="25413" y="69482"/>
                      </a:cubicBezTo>
                      <a:cubicBezTo>
                        <a:pt x="43035" y="62052"/>
                        <a:pt x="98756" y="31477"/>
                        <a:pt x="74943" y="8236"/>
                      </a:cubicBezTo>
                      <a:cubicBezTo>
                        <a:pt x="48178" y="-17767"/>
                        <a:pt x="13031" y="24143"/>
                        <a:pt x="3125" y="4633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33" name="Forme libre : forme 17032">
                  <a:extLst>
                    <a:ext uri="{FF2B5EF4-FFF2-40B4-BE49-F238E27FC236}">
                      <a16:creationId xmlns:a16="http://schemas.microsoft.com/office/drawing/2014/main" id="{5604691F-8635-44F2-8C4A-ADA31B9FF360}"/>
                    </a:ext>
                  </a:extLst>
                </p:cNvPr>
                <p:cNvSpPr/>
                <p:nvPr/>
              </p:nvSpPr>
              <p:spPr>
                <a:xfrm>
                  <a:off x="1632321" y="5207272"/>
                  <a:ext cx="80770" cy="72509"/>
                </a:xfrm>
                <a:custGeom>
                  <a:avLst/>
                  <a:gdLst>
                    <a:gd name="connsiteX0" fmla="*/ 3125 w 80770"/>
                    <a:gd name="connsiteY0" fmla="*/ 46336 h 72509"/>
                    <a:gd name="connsiteX1" fmla="*/ 4173 w 80770"/>
                    <a:gd name="connsiteY1" fmla="*/ 69577 h 72509"/>
                    <a:gd name="connsiteX2" fmla="*/ 25414 w 80770"/>
                    <a:gd name="connsiteY2" fmla="*/ 69482 h 72509"/>
                    <a:gd name="connsiteX3" fmla="*/ 74944 w 80770"/>
                    <a:gd name="connsiteY3" fmla="*/ 8236 h 72509"/>
                    <a:gd name="connsiteX4" fmla="*/ 3125 w 80770"/>
                    <a:gd name="connsiteY4" fmla="*/ 46336 h 72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509">
                      <a:moveTo>
                        <a:pt x="3125" y="46336"/>
                      </a:moveTo>
                      <a:cubicBezTo>
                        <a:pt x="-304" y="53956"/>
                        <a:pt x="-2114" y="64148"/>
                        <a:pt x="4173" y="69577"/>
                      </a:cubicBezTo>
                      <a:cubicBezTo>
                        <a:pt x="9793" y="74435"/>
                        <a:pt x="18460" y="72435"/>
                        <a:pt x="25414" y="69482"/>
                      </a:cubicBezTo>
                      <a:cubicBezTo>
                        <a:pt x="43035" y="62053"/>
                        <a:pt x="98756" y="31477"/>
                        <a:pt x="74944" y="8236"/>
                      </a:cubicBezTo>
                      <a:cubicBezTo>
                        <a:pt x="48178" y="-17767"/>
                        <a:pt x="13031" y="24143"/>
                        <a:pt x="3125" y="4633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34" name="Forme libre : forme 17033">
                  <a:extLst>
                    <a:ext uri="{FF2B5EF4-FFF2-40B4-BE49-F238E27FC236}">
                      <a16:creationId xmlns:a16="http://schemas.microsoft.com/office/drawing/2014/main" id="{53318085-F3CC-48F5-A4F8-0063A941A8A9}"/>
                    </a:ext>
                  </a:extLst>
                </p:cNvPr>
                <p:cNvSpPr/>
                <p:nvPr/>
              </p:nvSpPr>
              <p:spPr>
                <a:xfrm>
                  <a:off x="1769767" y="5410193"/>
                  <a:ext cx="80770" cy="72470"/>
                </a:xfrm>
                <a:custGeom>
                  <a:avLst/>
                  <a:gdLst>
                    <a:gd name="connsiteX0" fmla="*/ 3125 w 80770"/>
                    <a:gd name="connsiteY0" fmla="*/ 46298 h 72470"/>
                    <a:gd name="connsiteX1" fmla="*/ 4173 w 80770"/>
                    <a:gd name="connsiteY1" fmla="*/ 69539 h 72470"/>
                    <a:gd name="connsiteX2" fmla="*/ 25413 w 80770"/>
                    <a:gd name="connsiteY2" fmla="*/ 69443 h 72470"/>
                    <a:gd name="connsiteX3" fmla="*/ 74943 w 80770"/>
                    <a:gd name="connsiteY3" fmla="*/ 8198 h 72470"/>
                    <a:gd name="connsiteX4" fmla="*/ 3125 w 80770"/>
                    <a:gd name="connsiteY4" fmla="*/ 46298 h 72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0">
                      <a:moveTo>
                        <a:pt x="3125" y="46298"/>
                      </a:moveTo>
                      <a:cubicBezTo>
                        <a:pt x="-304" y="53917"/>
                        <a:pt x="-2114" y="64109"/>
                        <a:pt x="4173" y="69539"/>
                      </a:cubicBezTo>
                      <a:cubicBezTo>
                        <a:pt x="9792" y="74396"/>
                        <a:pt x="18460" y="72396"/>
                        <a:pt x="25413" y="69443"/>
                      </a:cubicBezTo>
                      <a:cubicBezTo>
                        <a:pt x="43035" y="62014"/>
                        <a:pt x="98756" y="31439"/>
                        <a:pt x="74943" y="8198"/>
                      </a:cubicBezTo>
                      <a:cubicBezTo>
                        <a:pt x="48178" y="-17710"/>
                        <a:pt x="13031" y="24105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35" name="Forme libre : forme 17034">
                  <a:extLst>
                    <a:ext uri="{FF2B5EF4-FFF2-40B4-BE49-F238E27FC236}">
                      <a16:creationId xmlns:a16="http://schemas.microsoft.com/office/drawing/2014/main" id="{43EFAE7E-213D-4B49-B715-CD1E66A3E68D}"/>
                    </a:ext>
                  </a:extLst>
                </p:cNvPr>
                <p:cNvSpPr/>
                <p:nvPr/>
              </p:nvSpPr>
              <p:spPr>
                <a:xfrm>
                  <a:off x="2032657" y="5625553"/>
                  <a:ext cx="80770" cy="72471"/>
                </a:xfrm>
                <a:custGeom>
                  <a:avLst/>
                  <a:gdLst>
                    <a:gd name="connsiteX0" fmla="*/ 3125 w 80770"/>
                    <a:gd name="connsiteY0" fmla="*/ 46298 h 72471"/>
                    <a:gd name="connsiteX1" fmla="*/ 4173 w 80770"/>
                    <a:gd name="connsiteY1" fmla="*/ 69539 h 72471"/>
                    <a:gd name="connsiteX2" fmla="*/ 25414 w 80770"/>
                    <a:gd name="connsiteY2" fmla="*/ 69444 h 72471"/>
                    <a:gd name="connsiteX3" fmla="*/ 74943 w 80770"/>
                    <a:gd name="connsiteY3" fmla="*/ 8198 h 72471"/>
                    <a:gd name="connsiteX4" fmla="*/ 3125 w 80770"/>
                    <a:gd name="connsiteY4" fmla="*/ 46298 h 7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1">
                      <a:moveTo>
                        <a:pt x="3125" y="46298"/>
                      </a:moveTo>
                      <a:cubicBezTo>
                        <a:pt x="-304" y="53918"/>
                        <a:pt x="-2114" y="64110"/>
                        <a:pt x="4173" y="69539"/>
                      </a:cubicBezTo>
                      <a:cubicBezTo>
                        <a:pt x="9793" y="74396"/>
                        <a:pt x="18460" y="72397"/>
                        <a:pt x="25414" y="69444"/>
                      </a:cubicBezTo>
                      <a:cubicBezTo>
                        <a:pt x="43035" y="62014"/>
                        <a:pt x="98756" y="31439"/>
                        <a:pt x="74943" y="8198"/>
                      </a:cubicBezTo>
                      <a:cubicBezTo>
                        <a:pt x="48178" y="-17710"/>
                        <a:pt x="13031" y="24105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36" name="Forme libre : forme 17035">
                  <a:extLst>
                    <a:ext uri="{FF2B5EF4-FFF2-40B4-BE49-F238E27FC236}">
                      <a16:creationId xmlns:a16="http://schemas.microsoft.com/office/drawing/2014/main" id="{70A0733E-D831-4697-917E-5B95FC34767F}"/>
                    </a:ext>
                  </a:extLst>
                </p:cNvPr>
                <p:cNvSpPr/>
                <p:nvPr/>
              </p:nvSpPr>
              <p:spPr>
                <a:xfrm>
                  <a:off x="588286" y="5641422"/>
                  <a:ext cx="80770" cy="72509"/>
                </a:xfrm>
                <a:custGeom>
                  <a:avLst/>
                  <a:gdLst>
                    <a:gd name="connsiteX0" fmla="*/ 3125 w 80770"/>
                    <a:gd name="connsiteY0" fmla="*/ 46336 h 72509"/>
                    <a:gd name="connsiteX1" fmla="*/ 4173 w 80770"/>
                    <a:gd name="connsiteY1" fmla="*/ 69577 h 72509"/>
                    <a:gd name="connsiteX2" fmla="*/ 25413 w 80770"/>
                    <a:gd name="connsiteY2" fmla="*/ 69482 h 72509"/>
                    <a:gd name="connsiteX3" fmla="*/ 74944 w 80770"/>
                    <a:gd name="connsiteY3" fmla="*/ 8236 h 72509"/>
                    <a:gd name="connsiteX4" fmla="*/ 3125 w 80770"/>
                    <a:gd name="connsiteY4" fmla="*/ 46336 h 72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509">
                      <a:moveTo>
                        <a:pt x="3125" y="46336"/>
                      </a:moveTo>
                      <a:cubicBezTo>
                        <a:pt x="-304" y="53956"/>
                        <a:pt x="-2114" y="64148"/>
                        <a:pt x="4173" y="69577"/>
                      </a:cubicBezTo>
                      <a:cubicBezTo>
                        <a:pt x="9792" y="74435"/>
                        <a:pt x="18460" y="72435"/>
                        <a:pt x="25413" y="69482"/>
                      </a:cubicBezTo>
                      <a:cubicBezTo>
                        <a:pt x="43035" y="62052"/>
                        <a:pt x="98756" y="31477"/>
                        <a:pt x="74944" y="8236"/>
                      </a:cubicBezTo>
                      <a:cubicBezTo>
                        <a:pt x="48178" y="-17767"/>
                        <a:pt x="13031" y="24143"/>
                        <a:pt x="3125" y="4633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37" name="Forme libre : forme 17036">
                  <a:extLst>
                    <a:ext uri="{FF2B5EF4-FFF2-40B4-BE49-F238E27FC236}">
                      <a16:creationId xmlns:a16="http://schemas.microsoft.com/office/drawing/2014/main" id="{32FCFE07-B976-4043-9FB3-7886B58F7FB6}"/>
                    </a:ext>
                  </a:extLst>
                </p:cNvPr>
                <p:cNvSpPr/>
                <p:nvPr/>
              </p:nvSpPr>
              <p:spPr>
                <a:xfrm>
                  <a:off x="304822" y="5680989"/>
                  <a:ext cx="80770" cy="72471"/>
                </a:xfrm>
                <a:custGeom>
                  <a:avLst/>
                  <a:gdLst>
                    <a:gd name="connsiteX0" fmla="*/ 3125 w 80770"/>
                    <a:gd name="connsiteY0" fmla="*/ 46298 h 72471"/>
                    <a:gd name="connsiteX1" fmla="*/ 4173 w 80770"/>
                    <a:gd name="connsiteY1" fmla="*/ 69539 h 72471"/>
                    <a:gd name="connsiteX2" fmla="*/ 25414 w 80770"/>
                    <a:gd name="connsiteY2" fmla="*/ 69443 h 72471"/>
                    <a:gd name="connsiteX3" fmla="*/ 74943 w 80770"/>
                    <a:gd name="connsiteY3" fmla="*/ 8198 h 72471"/>
                    <a:gd name="connsiteX4" fmla="*/ 3125 w 80770"/>
                    <a:gd name="connsiteY4" fmla="*/ 46298 h 7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1">
                      <a:moveTo>
                        <a:pt x="3125" y="46298"/>
                      </a:moveTo>
                      <a:cubicBezTo>
                        <a:pt x="-304" y="53918"/>
                        <a:pt x="-2114" y="64109"/>
                        <a:pt x="4173" y="69539"/>
                      </a:cubicBezTo>
                      <a:cubicBezTo>
                        <a:pt x="9793" y="74396"/>
                        <a:pt x="18460" y="72397"/>
                        <a:pt x="25414" y="69443"/>
                      </a:cubicBezTo>
                      <a:cubicBezTo>
                        <a:pt x="43035" y="62014"/>
                        <a:pt x="98756" y="31439"/>
                        <a:pt x="74943" y="8198"/>
                      </a:cubicBezTo>
                      <a:cubicBezTo>
                        <a:pt x="48178" y="-17710"/>
                        <a:pt x="13031" y="24105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38" name="Forme libre : forme 17037">
                  <a:extLst>
                    <a:ext uri="{FF2B5EF4-FFF2-40B4-BE49-F238E27FC236}">
                      <a16:creationId xmlns:a16="http://schemas.microsoft.com/office/drawing/2014/main" id="{24FB8C3C-92E3-414D-84FD-ACF352961EAF}"/>
                    </a:ext>
                  </a:extLst>
                </p:cNvPr>
                <p:cNvSpPr/>
                <p:nvPr/>
              </p:nvSpPr>
              <p:spPr>
                <a:xfrm>
                  <a:off x="1883631" y="5244372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6 h 84398"/>
                    <a:gd name="connsiteX7" fmla="*/ 68235 w 90940"/>
                    <a:gd name="connsiteY7" fmla="*/ 2855 h 84398"/>
                    <a:gd name="connsiteX8" fmla="*/ 28325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5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8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3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6" y="37526"/>
                      </a:cubicBezTo>
                      <a:cubicBezTo>
                        <a:pt x="95572" y="22666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5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39" name="Forme libre : forme 17038">
                  <a:extLst>
                    <a:ext uri="{FF2B5EF4-FFF2-40B4-BE49-F238E27FC236}">
                      <a16:creationId xmlns:a16="http://schemas.microsoft.com/office/drawing/2014/main" id="{8D1C2C5F-CCC9-400B-9284-CF85ABE52167}"/>
                    </a:ext>
                  </a:extLst>
                </p:cNvPr>
                <p:cNvSpPr/>
                <p:nvPr/>
              </p:nvSpPr>
              <p:spPr>
                <a:xfrm>
                  <a:off x="2141759" y="5260183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6 h 84398"/>
                    <a:gd name="connsiteX1" fmla="*/ 4132 w 90940"/>
                    <a:gd name="connsiteY1" fmla="*/ 40765 h 84398"/>
                    <a:gd name="connsiteX2" fmla="*/ 227 w 90940"/>
                    <a:gd name="connsiteY2" fmla="*/ 57719 h 84398"/>
                    <a:gd name="connsiteX3" fmla="*/ 12895 w 90940"/>
                    <a:gd name="connsiteY3" fmla="*/ 74674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6 h 84398"/>
                    <a:gd name="connsiteX7" fmla="*/ 68235 w 90940"/>
                    <a:gd name="connsiteY7" fmla="*/ 2855 h 84398"/>
                    <a:gd name="connsiteX8" fmla="*/ 28326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6"/>
                      </a:moveTo>
                      <a:cubicBezTo>
                        <a:pt x="17848" y="18476"/>
                        <a:pt x="9847" y="29144"/>
                        <a:pt x="4132" y="40765"/>
                      </a:cubicBezTo>
                      <a:cubicBezTo>
                        <a:pt x="1465" y="46099"/>
                        <a:pt x="-726" y="51909"/>
                        <a:pt x="227" y="57719"/>
                      </a:cubicBezTo>
                      <a:cubicBezTo>
                        <a:pt x="1370" y="64862"/>
                        <a:pt x="6990" y="70482"/>
                        <a:pt x="12895" y="74674"/>
                      </a:cubicBezTo>
                      <a:cubicBezTo>
                        <a:pt x="24801" y="83055"/>
                        <a:pt x="40899" y="87913"/>
                        <a:pt x="53852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7"/>
                        <a:pt x="87857" y="42098"/>
                        <a:pt x="89667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803" y="3331"/>
                        <a:pt x="28326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40" name="Forme libre : forme 17039">
                  <a:extLst>
                    <a:ext uri="{FF2B5EF4-FFF2-40B4-BE49-F238E27FC236}">
                      <a16:creationId xmlns:a16="http://schemas.microsoft.com/office/drawing/2014/main" id="{72FD1904-587A-422E-83C4-70711C9BA9E6}"/>
                    </a:ext>
                  </a:extLst>
                </p:cNvPr>
                <p:cNvSpPr/>
                <p:nvPr/>
              </p:nvSpPr>
              <p:spPr>
                <a:xfrm>
                  <a:off x="2442654" y="5603846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6 h 84398"/>
                    <a:gd name="connsiteX7" fmla="*/ 68235 w 90940"/>
                    <a:gd name="connsiteY7" fmla="*/ 2855 h 84398"/>
                    <a:gd name="connsiteX8" fmla="*/ 28325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5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89" y="70482"/>
                        <a:pt x="12895" y="74673"/>
                      </a:cubicBezTo>
                      <a:cubicBezTo>
                        <a:pt x="24801" y="83055"/>
                        <a:pt x="40898" y="87913"/>
                        <a:pt x="53852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6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803" y="3331"/>
                        <a:pt x="28325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41" name="Forme libre : forme 17040">
                  <a:extLst>
                    <a:ext uri="{FF2B5EF4-FFF2-40B4-BE49-F238E27FC236}">
                      <a16:creationId xmlns:a16="http://schemas.microsoft.com/office/drawing/2014/main" id="{30968B2E-4CD4-4D57-99F0-38E9239F978C}"/>
                    </a:ext>
                  </a:extLst>
                </p:cNvPr>
                <p:cNvSpPr/>
                <p:nvPr/>
              </p:nvSpPr>
              <p:spPr>
                <a:xfrm>
                  <a:off x="2506090" y="5375817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6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6 h 84398"/>
                    <a:gd name="connsiteX7" fmla="*/ 68235 w 90940"/>
                    <a:gd name="connsiteY7" fmla="*/ 2855 h 84398"/>
                    <a:gd name="connsiteX8" fmla="*/ 28326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6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2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853" y="-4289"/>
                        <a:pt x="38708" y="3331"/>
                        <a:pt x="28326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42" name="Forme libre : forme 17041">
                  <a:extLst>
                    <a:ext uri="{FF2B5EF4-FFF2-40B4-BE49-F238E27FC236}">
                      <a16:creationId xmlns:a16="http://schemas.microsoft.com/office/drawing/2014/main" id="{0C9CA2D0-C472-4C79-A336-2F9B244132EE}"/>
                    </a:ext>
                  </a:extLst>
                </p:cNvPr>
                <p:cNvSpPr/>
                <p:nvPr/>
              </p:nvSpPr>
              <p:spPr>
                <a:xfrm>
                  <a:off x="1671414" y="5611752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8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5 h 84398"/>
                    <a:gd name="connsiteX7" fmla="*/ 68235 w 90940"/>
                    <a:gd name="connsiteY7" fmla="*/ 2855 h 84398"/>
                    <a:gd name="connsiteX8" fmla="*/ 28325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5"/>
                      </a:moveTo>
                      <a:cubicBezTo>
                        <a:pt x="17848" y="18475"/>
                        <a:pt x="9847" y="29143"/>
                        <a:pt x="4132" y="40764"/>
                      </a:cubicBezTo>
                      <a:cubicBezTo>
                        <a:pt x="1465" y="46098"/>
                        <a:pt x="-726" y="51908"/>
                        <a:pt x="227" y="57718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3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6" y="37525"/>
                      </a:cubicBezTo>
                      <a:cubicBezTo>
                        <a:pt x="95572" y="22666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5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43" name="Forme libre : forme 17042">
                  <a:extLst>
                    <a:ext uri="{FF2B5EF4-FFF2-40B4-BE49-F238E27FC236}">
                      <a16:creationId xmlns:a16="http://schemas.microsoft.com/office/drawing/2014/main" id="{834EA843-D891-4062-A2D4-188C35255F20}"/>
                    </a:ext>
                  </a:extLst>
                </p:cNvPr>
                <p:cNvSpPr/>
                <p:nvPr/>
              </p:nvSpPr>
              <p:spPr>
                <a:xfrm>
                  <a:off x="1460245" y="5677188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5 h 84398"/>
                    <a:gd name="connsiteX7" fmla="*/ 68235 w 90940"/>
                    <a:gd name="connsiteY7" fmla="*/ 2855 h 84398"/>
                    <a:gd name="connsiteX8" fmla="*/ 28326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5"/>
                      </a:moveTo>
                      <a:cubicBezTo>
                        <a:pt x="17848" y="18475"/>
                        <a:pt x="9847" y="29144"/>
                        <a:pt x="4132" y="40764"/>
                      </a:cubicBezTo>
                      <a:cubicBezTo>
                        <a:pt x="1465" y="46098"/>
                        <a:pt x="-726" y="51908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3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5"/>
                      </a:cubicBezTo>
                      <a:cubicBezTo>
                        <a:pt x="95572" y="22666"/>
                        <a:pt x="79665" y="9332"/>
                        <a:pt x="68235" y="2855"/>
                      </a:cubicBezTo>
                      <a:cubicBezTo>
                        <a:pt x="55948" y="-4289"/>
                        <a:pt x="38803" y="3331"/>
                        <a:pt x="28326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44" name="Forme libre : forme 17043">
                  <a:extLst>
                    <a:ext uri="{FF2B5EF4-FFF2-40B4-BE49-F238E27FC236}">
                      <a16:creationId xmlns:a16="http://schemas.microsoft.com/office/drawing/2014/main" id="{C584CEB3-B262-4997-94B9-E94C3A8B6235}"/>
                    </a:ext>
                  </a:extLst>
                </p:cNvPr>
                <p:cNvSpPr/>
                <p:nvPr/>
              </p:nvSpPr>
              <p:spPr>
                <a:xfrm>
                  <a:off x="3174364" y="5404297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6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6 h 84398"/>
                    <a:gd name="connsiteX7" fmla="*/ 68235 w 90940"/>
                    <a:gd name="connsiteY7" fmla="*/ 2855 h 84398"/>
                    <a:gd name="connsiteX8" fmla="*/ 28326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6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2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803" y="3331"/>
                        <a:pt x="28326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45" name="Forme libre : forme 17044">
                  <a:extLst>
                    <a:ext uri="{FF2B5EF4-FFF2-40B4-BE49-F238E27FC236}">
                      <a16:creationId xmlns:a16="http://schemas.microsoft.com/office/drawing/2014/main" id="{5048C6AB-972A-4CEA-B9EE-EDFBB7BF1068}"/>
                    </a:ext>
                  </a:extLst>
                </p:cNvPr>
                <p:cNvSpPr/>
                <p:nvPr/>
              </p:nvSpPr>
              <p:spPr>
                <a:xfrm>
                  <a:off x="3172269" y="5668235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6 h 84398"/>
                    <a:gd name="connsiteX7" fmla="*/ 68235 w 90940"/>
                    <a:gd name="connsiteY7" fmla="*/ 2855 h 84398"/>
                    <a:gd name="connsiteX8" fmla="*/ 28326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5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8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2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6"/>
                      </a:cubicBezTo>
                      <a:cubicBezTo>
                        <a:pt x="95572" y="22666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6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46" name="Forme libre : forme 17045">
                  <a:extLst>
                    <a:ext uri="{FF2B5EF4-FFF2-40B4-BE49-F238E27FC236}">
                      <a16:creationId xmlns:a16="http://schemas.microsoft.com/office/drawing/2014/main" id="{73E8D6D7-3989-4529-A006-C5AB66652CA9}"/>
                    </a:ext>
                  </a:extLst>
                </p:cNvPr>
                <p:cNvSpPr/>
                <p:nvPr/>
              </p:nvSpPr>
              <p:spPr>
                <a:xfrm>
                  <a:off x="3842733" y="5464495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6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6 h 84398"/>
                    <a:gd name="connsiteX7" fmla="*/ 68235 w 90940"/>
                    <a:gd name="connsiteY7" fmla="*/ 2855 h 84398"/>
                    <a:gd name="connsiteX8" fmla="*/ 28325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6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89" y="70482"/>
                        <a:pt x="12895" y="74673"/>
                      </a:cubicBezTo>
                      <a:cubicBezTo>
                        <a:pt x="24801" y="83055"/>
                        <a:pt x="40898" y="87913"/>
                        <a:pt x="53853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6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5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47" name="Forme libre : forme 17046">
                  <a:extLst>
                    <a:ext uri="{FF2B5EF4-FFF2-40B4-BE49-F238E27FC236}">
                      <a16:creationId xmlns:a16="http://schemas.microsoft.com/office/drawing/2014/main" id="{D5E45411-5F30-45AA-AEAA-E621F37988F7}"/>
                    </a:ext>
                  </a:extLst>
                </p:cNvPr>
                <p:cNvSpPr/>
                <p:nvPr/>
              </p:nvSpPr>
              <p:spPr>
                <a:xfrm>
                  <a:off x="4094479" y="5504102"/>
                  <a:ext cx="90940" cy="84414"/>
                </a:xfrm>
                <a:custGeom>
                  <a:avLst/>
                  <a:gdLst>
                    <a:gd name="connsiteX0" fmla="*/ 28326 w 90940"/>
                    <a:gd name="connsiteY0" fmla="*/ 10872 h 84414"/>
                    <a:gd name="connsiteX1" fmla="*/ 4132 w 90940"/>
                    <a:gd name="connsiteY1" fmla="*/ 40781 h 84414"/>
                    <a:gd name="connsiteX2" fmla="*/ 227 w 90940"/>
                    <a:gd name="connsiteY2" fmla="*/ 57735 h 84414"/>
                    <a:gd name="connsiteX3" fmla="*/ 12895 w 90940"/>
                    <a:gd name="connsiteY3" fmla="*/ 74690 h 84414"/>
                    <a:gd name="connsiteX4" fmla="*/ 53853 w 90940"/>
                    <a:gd name="connsiteY4" fmla="*/ 81357 h 84414"/>
                    <a:gd name="connsiteX5" fmla="*/ 80999 w 90940"/>
                    <a:gd name="connsiteY5" fmla="*/ 49353 h 84414"/>
                    <a:gd name="connsiteX6" fmla="*/ 89667 w 90940"/>
                    <a:gd name="connsiteY6" fmla="*/ 37542 h 84414"/>
                    <a:gd name="connsiteX7" fmla="*/ 68235 w 90940"/>
                    <a:gd name="connsiteY7" fmla="*/ 2871 h 84414"/>
                    <a:gd name="connsiteX8" fmla="*/ 28326 w 90940"/>
                    <a:gd name="connsiteY8" fmla="*/ 10872 h 84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414">
                      <a:moveTo>
                        <a:pt x="28326" y="10872"/>
                      </a:moveTo>
                      <a:cubicBezTo>
                        <a:pt x="17848" y="18492"/>
                        <a:pt x="9847" y="29160"/>
                        <a:pt x="4132" y="40781"/>
                      </a:cubicBezTo>
                      <a:cubicBezTo>
                        <a:pt x="1465" y="46115"/>
                        <a:pt x="-726" y="51925"/>
                        <a:pt x="227" y="57735"/>
                      </a:cubicBezTo>
                      <a:cubicBezTo>
                        <a:pt x="1370" y="64879"/>
                        <a:pt x="6989" y="70499"/>
                        <a:pt x="12895" y="74690"/>
                      </a:cubicBezTo>
                      <a:cubicBezTo>
                        <a:pt x="24801" y="83072"/>
                        <a:pt x="40898" y="87930"/>
                        <a:pt x="53853" y="81357"/>
                      </a:cubicBezTo>
                      <a:cubicBezTo>
                        <a:pt x="66426" y="74975"/>
                        <a:pt x="71950" y="60212"/>
                        <a:pt x="80999" y="49353"/>
                      </a:cubicBezTo>
                      <a:cubicBezTo>
                        <a:pt x="84142" y="45543"/>
                        <a:pt x="87857" y="42114"/>
                        <a:pt x="89667" y="37542"/>
                      </a:cubicBezTo>
                      <a:cubicBezTo>
                        <a:pt x="95572" y="22683"/>
                        <a:pt x="79665" y="9348"/>
                        <a:pt x="68235" y="2871"/>
                      </a:cubicBezTo>
                      <a:cubicBezTo>
                        <a:pt x="55948" y="-4273"/>
                        <a:pt x="38803" y="3252"/>
                        <a:pt x="28326" y="1087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48" name="Forme libre : forme 17047">
                  <a:extLst>
                    <a:ext uri="{FF2B5EF4-FFF2-40B4-BE49-F238E27FC236}">
                      <a16:creationId xmlns:a16="http://schemas.microsoft.com/office/drawing/2014/main" id="{2A7A4436-EB56-4701-AF8C-C689A1CE40C8}"/>
                    </a:ext>
                  </a:extLst>
                </p:cNvPr>
                <p:cNvSpPr/>
                <p:nvPr/>
              </p:nvSpPr>
              <p:spPr>
                <a:xfrm>
                  <a:off x="3399250" y="5279180"/>
                  <a:ext cx="90940" cy="84356"/>
                </a:xfrm>
                <a:custGeom>
                  <a:avLst/>
                  <a:gdLst>
                    <a:gd name="connsiteX0" fmla="*/ 28325 w 90940"/>
                    <a:gd name="connsiteY0" fmla="*/ 10814 h 84356"/>
                    <a:gd name="connsiteX1" fmla="*/ 4132 w 90940"/>
                    <a:gd name="connsiteY1" fmla="*/ 40723 h 84356"/>
                    <a:gd name="connsiteX2" fmla="*/ 227 w 90940"/>
                    <a:gd name="connsiteY2" fmla="*/ 57677 h 84356"/>
                    <a:gd name="connsiteX3" fmla="*/ 12895 w 90940"/>
                    <a:gd name="connsiteY3" fmla="*/ 74632 h 84356"/>
                    <a:gd name="connsiteX4" fmla="*/ 53853 w 90940"/>
                    <a:gd name="connsiteY4" fmla="*/ 81299 h 84356"/>
                    <a:gd name="connsiteX5" fmla="*/ 80999 w 90940"/>
                    <a:gd name="connsiteY5" fmla="*/ 49295 h 84356"/>
                    <a:gd name="connsiteX6" fmla="*/ 89666 w 90940"/>
                    <a:gd name="connsiteY6" fmla="*/ 37484 h 84356"/>
                    <a:gd name="connsiteX7" fmla="*/ 68235 w 90940"/>
                    <a:gd name="connsiteY7" fmla="*/ 2813 h 84356"/>
                    <a:gd name="connsiteX8" fmla="*/ 28325 w 90940"/>
                    <a:gd name="connsiteY8" fmla="*/ 10814 h 8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56">
                      <a:moveTo>
                        <a:pt x="28325" y="10814"/>
                      </a:moveTo>
                      <a:cubicBezTo>
                        <a:pt x="17848" y="18434"/>
                        <a:pt x="9847" y="29102"/>
                        <a:pt x="4132" y="40723"/>
                      </a:cubicBezTo>
                      <a:cubicBezTo>
                        <a:pt x="1465" y="46057"/>
                        <a:pt x="-726" y="51867"/>
                        <a:pt x="227" y="57677"/>
                      </a:cubicBezTo>
                      <a:cubicBezTo>
                        <a:pt x="1370" y="64821"/>
                        <a:pt x="6989" y="70441"/>
                        <a:pt x="12895" y="74632"/>
                      </a:cubicBezTo>
                      <a:cubicBezTo>
                        <a:pt x="24801" y="83014"/>
                        <a:pt x="40898" y="87871"/>
                        <a:pt x="53853" y="81299"/>
                      </a:cubicBezTo>
                      <a:cubicBezTo>
                        <a:pt x="66425" y="74917"/>
                        <a:pt x="71950" y="60154"/>
                        <a:pt x="80999" y="49295"/>
                      </a:cubicBezTo>
                      <a:cubicBezTo>
                        <a:pt x="84142" y="45485"/>
                        <a:pt x="87857" y="42056"/>
                        <a:pt x="89666" y="37484"/>
                      </a:cubicBezTo>
                      <a:cubicBezTo>
                        <a:pt x="95572" y="22625"/>
                        <a:pt x="79665" y="9290"/>
                        <a:pt x="68235" y="2813"/>
                      </a:cubicBezTo>
                      <a:cubicBezTo>
                        <a:pt x="55948" y="-4235"/>
                        <a:pt x="38803" y="3290"/>
                        <a:pt x="28325" y="10814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49" name="Forme libre : forme 17048">
                  <a:extLst>
                    <a:ext uri="{FF2B5EF4-FFF2-40B4-BE49-F238E27FC236}">
                      <a16:creationId xmlns:a16="http://schemas.microsoft.com/office/drawing/2014/main" id="{1A3E8D08-2A83-4F23-BABE-FDD88A6C20CE}"/>
                    </a:ext>
                  </a:extLst>
                </p:cNvPr>
                <p:cNvSpPr/>
                <p:nvPr/>
              </p:nvSpPr>
              <p:spPr>
                <a:xfrm>
                  <a:off x="3219799" y="5207415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6 h 84398"/>
                    <a:gd name="connsiteX7" fmla="*/ 68235 w 90940"/>
                    <a:gd name="connsiteY7" fmla="*/ 2855 h 84398"/>
                    <a:gd name="connsiteX8" fmla="*/ 28325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5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8"/>
                        <a:pt x="227" y="57719"/>
                      </a:cubicBezTo>
                      <a:cubicBezTo>
                        <a:pt x="1370" y="64862"/>
                        <a:pt x="6989" y="70482"/>
                        <a:pt x="12895" y="74673"/>
                      </a:cubicBezTo>
                      <a:cubicBezTo>
                        <a:pt x="24801" y="83055"/>
                        <a:pt x="40898" y="87913"/>
                        <a:pt x="53853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6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5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50" name="Forme libre : forme 17049">
                  <a:extLst>
                    <a:ext uri="{FF2B5EF4-FFF2-40B4-BE49-F238E27FC236}">
                      <a16:creationId xmlns:a16="http://schemas.microsoft.com/office/drawing/2014/main" id="{9621B70F-9085-4EA5-8DEF-ED4886198D4C}"/>
                    </a:ext>
                  </a:extLst>
                </p:cNvPr>
                <p:cNvSpPr/>
                <p:nvPr/>
              </p:nvSpPr>
              <p:spPr>
                <a:xfrm>
                  <a:off x="3388677" y="5650804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6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6 h 84398"/>
                    <a:gd name="connsiteX7" fmla="*/ 68235 w 90940"/>
                    <a:gd name="connsiteY7" fmla="*/ 2855 h 84398"/>
                    <a:gd name="connsiteX8" fmla="*/ 28326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6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2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803" y="3331"/>
                        <a:pt x="28326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51" name="Forme libre : forme 17050">
                  <a:extLst>
                    <a:ext uri="{FF2B5EF4-FFF2-40B4-BE49-F238E27FC236}">
                      <a16:creationId xmlns:a16="http://schemas.microsoft.com/office/drawing/2014/main" id="{21C33AFB-CF85-40CD-9D1C-F6A2FD7F7ECF}"/>
                    </a:ext>
                  </a:extLst>
                </p:cNvPr>
                <p:cNvSpPr/>
                <p:nvPr/>
              </p:nvSpPr>
              <p:spPr>
                <a:xfrm>
                  <a:off x="4507007" y="5270756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6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6 h 84398"/>
                    <a:gd name="connsiteX7" fmla="*/ 68235 w 90940"/>
                    <a:gd name="connsiteY7" fmla="*/ 2855 h 84398"/>
                    <a:gd name="connsiteX8" fmla="*/ 28325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6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89" y="70482"/>
                        <a:pt x="12895" y="74673"/>
                      </a:cubicBezTo>
                      <a:cubicBezTo>
                        <a:pt x="24801" y="83055"/>
                        <a:pt x="40898" y="87913"/>
                        <a:pt x="53853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7"/>
                        <a:pt x="87856" y="42098"/>
                        <a:pt x="89666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853" y="-4289"/>
                        <a:pt x="38708" y="3331"/>
                        <a:pt x="28325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52" name="Forme libre : forme 17051">
                  <a:extLst>
                    <a:ext uri="{FF2B5EF4-FFF2-40B4-BE49-F238E27FC236}">
                      <a16:creationId xmlns:a16="http://schemas.microsoft.com/office/drawing/2014/main" id="{1ADE9E53-F421-4478-860A-0D52D74650D3}"/>
                    </a:ext>
                  </a:extLst>
                </p:cNvPr>
                <p:cNvSpPr/>
                <p:nvPr/>
              </p:nvSpPr>
              <p:spPr>
                <a:xfrm>
                  <a:off x="5061267" y="5300855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6 h 84398"/>
                    <a:gd name="connsiteX7" fmla="*/ 68235 w 90940"/>
                    <a:gd name="connsiteY7" fmla="*/ 2855 h 84398"/>
                    <a:gd name="connsiteX8" fmla="*/ 28325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5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8"/>
                        <a:pt x="227" y="57719"/>
                      </a:cubicBezTo>
                      <a:cubicBezTo>
                        <a:pt x="1370" y="64862"/>
                        <a:pt x="6989" y="70482"/>
                        <a:pt x="12895" y="74673"/>
                      </a:cubicBezTo>
                      <a:cubicBezTo>
                        <a:pt x="24801" y="83055"/>
                        <a:pt x="40898" y="87913"/>
                        <a:pt x="53852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6" y="42098"/>
                        <a:pt x="89666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5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53" name="Forme libre : forme 17052">
                  <a:extLst>
                    <a:ext uri="{FF2B5EF4-FFF2-40B4-BE49-F238E27FC236}">
                      <a16:creationId xmlns:a16="http://schemas.microsoft.com/office/drawing/2014/main" id="{ACE9944E-3402-4B12-B6C0-4D7DB1966127}"/>
                    </a:ext>
                  </a:extLst>
                </p:cNvPr>
                <p:cNvSpPr/>
                <p:nvPr/>
              </p:nvSpPr>
              <p:spPr>
                <a:xfrm>
                  <a:off x="5639339" y="5210559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8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6 h 84398"/>
                    <a:gd name="connsiteX6" fmla="*/ 89666 w 90940"/>
                    <a:gd name="connsiteY6" fmla="*/ 37525 h 84398"/>
                    <a:gd name="connsiteX7" fmla="*/ 68235 w 90940"/>
                    <a:gd name="connsiteY7" fmla="*/ 2855 h 84398"/>
                    <a:gd name="connsiteX8" fmla="*/ 28325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5"/>
                      </a:moveTo>
                      <a:cubicBezTo>
                        <a:pt x="17848" y="18475"/>
                        <a:pt x="9847" y="29143"/>
                        <a:pt x="4132" y="40764"/>
                      </a:cubicBezTo>
                      <a:cubicBezTo>
                        <a:pt x="1465" y="46098"/>
                        <a:pt x="-726" y="51908"/>
                        <a:pt x="227" y="57718"/>
                      </a:cubicBezTo>
                      <a:cubicBezTo>
                        <a:pt x="1370" y="64862"/>
                        <a:pt x="6989" y="70482"/>
                        <a:pt x="12895" y="74673"/>
                      </a:cubicBezTo>
                      <a:cubicBezTo>
                        <a:pt x="24801" y="83055"/>
                        <a:pt x="40898" y="87913"/>
                        <a:pt x="53852" y="81341"/>
                      </a:cubicBezTo>
                      <a:cubicBezTo>
                        <a:pt x="66425" y="74958"/>
                        <a:pt x="71950" y="60195"/>
                        <a:pt x="80999" y="49336"/>
                      </a:cubicBezTo>
                      <a:cubicBezTo>
                        <a:pt x="84142" y="45526"/>
                        <a:pt x="87856" y="42098"/>
                        <a:pt x="89666" y="37525"/>
                      </a:cubicBezTo>
                      <a:cubicBezTo>
                        <a:pt x="95572" y="22666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5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54" name="Forme libre : forme 17053">
                  <a:extLst>
                    <a:ext uri="{FF2B5EF4-FFF2-40B4-BE49-F238E27FC236}">
                      <a16:creationId xmlns:a16="http://schemas.microsoft.com/office/drawing/2014/main" id="{BF1B9E9A-EA3A-4D99-94A9-0D532A5B45EC}"/>
                    </a:ext>
                  </a:extLst>
                </p:cNvPr>
                <p:cNvSpPr/>
                <p:nvPr/>
              </p:nvSpPr>
              <p:spPr>
                <a:xfrm>
                  <a:off x="5881655" y="5247023"/>
                  <a:ext cx="90940" cy="84414"/>
                </a:xfrm>
                <a:custGeom>
                  <a:avLst/>
                  <a:gdLst>
                    <a:gd name="connsiteX0" fmla="*/ 28326 w 90940"/>
                    <a:gd name="connsiteY0" fmla="*/ 10872 h 84414"/>
                    <a:gd name="connsiteX1" fmla="*/ 4132 w 90940"/>
                    <a:gd name="connsiteY1" fmla="*/ 40781 h 84414"/>
                    <a:gd name="connsiteX2" fmla="*/ 227 w 90940"/>
                    <a:gd name="connsiteY2" fmla="*/ 57735 h 84414"/>
                    <a:gd name="connsiteX3" fmla="*/ 12895 w 90940"/>
                    <a:gd name="connsiteY3" fmla="*/ 74690 h 84414"/>
                    <a:gd name="connsiteX4" fmla="*/ 53852 w 90940"/>
                    <a:gd name="connsiteY4" fmla="*/ 81357 h 84414"/>
                    <a:gd name="connsiteX5" fmla="*/ 80999 w 90940"/>
                    <a:gd name="connsiteY5" fmla="*/ 49353 h 84414"/>
                    <a:gd name="connsiteX6" fmla="*/ 89667 w 90940"/>
                    <a:gd name="connsiteY6" fmla="*/ 37542 h 84414"/>
                    <a:gd name="connsiteX7" fmla="*/ 68235 w 90940"/>
                    <a:gd name="connsiteY7" fmla="*/ 2871 h 84414"/>
                    <a:gd name="connsiteX8" fmla="*/ 28326 w 90940"/>
                    <a:gd name="connsiteY8" fmla="*/ 10872 h 84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414">
                      <a:moveTo>
                        <a:pt x="28326" y="10872"/>
                      </a:moveTo>
                      <a:cubicBezTo>
                        <a:pt x="17848" y="18492"/>
                        <a:pt x="9847" y="29160"/>
                        <a:pt x="4132" y="40781"/>
                      </a:cubicBezTo>
                      <a:cubicBezTo>
                        <a:pt x="1465" y="46115"/>
                        <a:pt x="-726" y="51925"/>
                        <a:pt x="227" y="57735"/>
                      </a:cubicBezTo>
                      <a:cubicBezTo>
                        <a:pt x="1370" y="64879"/>
                        <a:pt x="6990" y="70499"/>
                        <a:pt x="12895" y="74690"/>
                      </a:cubicBezTo>
                      <a:cubicBezTo>
                        <a:pt x="24801" y="83072"/>
                        <a:pt x="40899" y="87929"/>
                        <a:pt x="53852" y="81357"/>
                      </a:cubicBezTo>
                      <a:cubicBezTo>
                        <a:pt x="66426" y="74975"/>
                        <a:pt x="71950" y="60212"/>
                        <a:pt x="80999" y="49353"/>
                      </a:cubicBezTo>
                      <a:cubicBezTo>
                        <a:pt x="84143" y="45543"/>
                        <a:pt x="87857" y="42114"/>
                        <a:pt x="89667" y="37542"/>
                      </a:cubicBezTo>
                      <a:cubicBezTo>
                        <a:pt x="95572" y="22683"/>
                        <a:pt x="79665" y="9348"/>
                        <a:pt x="68235" y="2871"/>
                      </a:cubicBezTo>
                      <a:cubicBezTo>
                        <a:pt x="55948" y="-4273"/>
                        <a:pt x="38708" y="3252"/>
                        <a:pt x="28326" y="1087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55" name="Forme libre : forme 17054">
                  <a:extLst>
                    <a:ext uri="{FF2B5EF4-FFF2-40B4-BE49-F238E27FC236}">
                      <a16:creationId xmlns:a16="http://schemas.microsoft.com/office/drawing/2014/main" id="{9845F04A-6311-44D8-926C-CA4ED5CD6061}"/>
                    </a:ext>
                  </a:extLst>
                </p:cNvPr>
                <p:cNvSpPr/>
                <p:nvPr/>
              </p:nvSpPr>
              <p:spPr>
                <a:xfrm>
                  <a:off x="6216840" y="5375817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6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6 h 84398"/>
                    <a:gd name="connsiteX7" fmla="*/ 68235 w 90940"/>
                    <a:gd name="connsiteY7" fmla="*/ 2855 h 84398"/>
                    <a:gd name="connsiteX8" fmla="*/ 28326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6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2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803" y="3331"/>
                        <a:pt x="28326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56" name="Forme libre : forme 17055">
                  <a:extLst>
                    <a:ext uri="{FF2B5EF4-FFF2-40B4-BE49-F238E27FC236}">
                      <a16:creationId xmlns:a16="http://schemas.microsoft.com/office/drawing/2014/main" id="{EBDCDBBA-6AA1-46C3-8C8A-4874A959FE4D}"/>
                    </a:ext>
                  </a:extLst>
                </p:cNvPr>
                <p:cNvSpPr/>
                <p:nvPr/>
              </p:nvSpPr>
              <p:spPr>
                <a:xfrm>
                  <a:off x="702921" y="5437201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6" y="14242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57" name="Forme libre : forme 17056">
                  <a:extLst>
                    <a:ext uri="{FF2B5EF4-FFF2-40B4-BE49-F238E27FC236}">
                      <a16:creationId xmlns:a16="http://schemas.microsoft.com/office/drawing/2014/main" id="{6201B558-2F08-413C-BB21-A6FDD075EE00}"/>
                    </a:ext>
                  </a:extLst>
                </p:cNvPr>
                <p:cNvSpPr/>
                <p:nvPr/>
              </p:nvSpPr>
              <p:spPr>
                <a:xfrm>
                  <a:off x="1104209" y="5268228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29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363" y="21480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58" name="Forme libre : forme 17057">
                  <a:extLst>
                    <a:ext uri="{FF2B5EF4-FFF2-40B4-BE49-F238E27FC236}">
                      <a16:creationId xmlns:a16="http://schemas.microsoft.com/office/drawing/2014/main" id="{569835D5-5108-470A-9A55-BD986FCCE7AA}"/>
                    </a:ext>
                  </a:extLst>
                </p:cNvPr>
                <p:cNvSpPr/>
                <p:nvPr/>
              </p:nvSpPr>
              <p:spPr>
                <a:xfrm>
                  <a:off x="1230892" y="5616652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49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1"/>
                        <a:pt x="15458" y="21480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59" name="Forme libre : forme 17058">
                  <a:extLst>
                    <a:ext uri="{FF2B5EF4-FFF2-40B4-BE49-F238E27FC236}">
                      <a16:creationId xmlns:a16="http://schemas.microsoft.com/office/drawing/2014/main" id="{7853A330-D965-49BD-AA22-52ACDFE102E5}"/>
                    </a:ext>
                  </a:extLst>
                </p:cNvPr>
                <p:cNvSpPr/>
                <p:nvPr/>
              </p:nvSpPr>
              <p:spPr>
                <a:xfrm>
                  <a:off x="950000" y="5673707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8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8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8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29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6" y="14241"/>
                        <a:pt x="15458" y="21385"/>
                        <a:pt x="8791" y="3033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60" name="Forme libre : forme 17059">
                  <a:extLst>
                    <a:ext uri="{FF2B5EF4-FFF2-40B4-BE49-F238E27FC236}">
                      <a16:creationId xmlns:a16="http://schemas.microsoft.com/office/drawing/2014/main" id="{056B380C-048C-48E5-8CBC-2E909E013FBA}"/>
                    </a:ext>
                  </a:extLst>
                </p:cNvPr>
                <p:cNvSpPr/>
                <p:nvPr/>
              </p:nvSpPr>
              <p:spPr>
                <a:xfrm>
                  <a:off x="2022705" y="5454061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8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8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8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29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6" y="14241"/>
                        <a:pt x="15458" y="21480"/>
                        <a:pt x="8791" y="3033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61" name="Forme libre : forme 17060">
                  <a:extLst>
                    <a:ext uri="{FF2B5EF4-FFF2-40B4-BE49-F238E27FC236}">
                      <a16:creationId xmlns:a16="http://schemas.microsoft.com/office/drawing/2014/main" id="{44643550-BC88-45DE-8768-E0968DF09C13}"/>
                    </a:ext>
                  </a:extLst>
                </p:cNvPr>
                <p:cNvSpPr/>
                <p:nvPr/>
              </p:nvSpPr>
              <p:spPr>
                <a:xfrm>
                  <a:off x="2229683" y="5540643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30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30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458" y="21481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62" name="Forme libre : forme 17061">
                  <a:extLst>
                    <a:ext uri="{FF2B5EF4-FFF2-40B4-BE49-F238E27FC236}">
                      <a16:creationId xmlns:a16="http://schemas.microsoft.com/office/drawing/2014/main" id="{666465DD-14D0-46D1-B3DC-7CB8C2D1A2EE}"/>
                    </a:ext>
                  </a:extLst>
                </p:cNvPr>
                <p:cNvSpPr/>
                <p:nvPr/>
              </p:nvSpPr>
              <p:spPr>
                <a:xfrm>
                  <a:off x="2791373" y="5479397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458" y="21481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63" name="Forme libre : forme 17062">
                  <a:extLst>
                    <a:ext uri="{FF2B5EF4-FFF2-40B4-BE49-F238E27FC236}">
                      <a16:creationId xmlns:a16="http://schemas.microsoft.com/office/drawing/2014/main" id="{F5BAB94E-1F40-47D8-9410-285CCF06BC75}"/>
                    </a:ext>
                  </a:extLst>
                </p:cNvPr>
                <p:cNvSpPr/>
                <p:nvPr/>
              </p:nvSpPr>
              <p:spPr>
                <a:xfrm>
                  <a:off x="2713268" y="5293564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30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30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458" y="21481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64" name="Forme libre : forme 17063">
                  <a:extLst>
                    <a:ext uri="{FF2B5EF4-FFF2-40B4-BE49-F238E27FC236}">
                      <a16:creationId xmlns:a16="http://schemas.microsoft.com/office/drawing/2014/main" id="{3ADE3FD0-20F7-4E8C-8601-726393E4B640}"/>
                    </a:ext>
                  </a:extLst>
                </p:cNvPr>
                <p:cNvSpPr/>
                <p:nvPr/>
              </p:nvSpPr>
              <p:spPr>
                <a:xfrm>
                  <a:off x="2901196" y="5616652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49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1"/>
                        <a:pt x="15458" y="21480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65" name="Forme libre : forme 17064">
                  <a:extLst>
                    <a:ext uri="{FF2B5EF4-FFF2-40B4-BE49-F238E27FC236}">
                      <a16:creationId xmlns:a16="http://schemas.microsoft.com/office/drawing/2014/main" id="{7AE1440A-D433-4A3C-90CA-35B2A335A3BC}"/>
                    </a:ext>
                  </a:extLst>
                </p:cNvPr>
                <p:cNvSpPr/>
                <p:nvPr/>
              </p:nvSpPr>
              <p:spPr>
                <a:xfrm>
                  <a:off x="3688818" y="5297850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146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66" name="Forme libre : forme 17065">
                  <a:extLst>
                    <a:ext uri="{FF2B5EF4-FFF2-40B4-BE49-F238E27FC236}">
                      <a16:creationId xmlns:a16="http://schemas.microsoft.com/office/drawing/2014/main" id="{9311F41B-7888-4BD8-AA8A-5B50E3ECDA16}"/>
                    </a:ext>
                  </a:extLst>
                </p:cNvPr>
                <p:cNvSpPr/>
                <p:nvPr/>
              </p:nvSpPr>
              <p:spPr>
                <a:xfrm>
                  <a:off x="3610713" y="5639893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49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1"/>
                        <a:pt x="15458" y="21480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67" name="Forme libre : forme 17066">
                  <a:extLst>
                    <a:ext uri="{FF2B5EF4-FFF2-40B4-BE49-F238E27FC236}">
                      <a16:creationId xmlns:a16="http://schemas.microsoft.com/office/drawing/2014/main" id="{F41013BD-0077-4831-BC70-159BB0C247DA}"/>
                    </a:ext>
                  </a:extLst>
                </p:cNvPr>
                <p:cNvSpPr/>
                <p:nvPr/>
              </p:nvSpPr>
              <p:spPr>
                <a:xfrm>
                  <a:off x="3990761" y="5321091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1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6" y="14146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68" name="Forme libre : forme 17067">
                  <a:extLst>
                    <a:ext uri="{FF2B5EF4-FFF2-40B4-BE49-F238E27FC236}">
                      <a16:creationId xmlns:a16="http://schemas.microsoft.com/office/drawing/2014/main" id="{CB8B2091-3351-4BE1-9C4E-B15B51B3EB43}"/>
                    </a:ext>
                  </a:extLst>
                </p:cNvPr>
                <p:cNvSpPr/>
                <p:nvPr/>
              </p:nvSpPr>
              <p:spPr>
                <a:xfrm>
                  <a:off x="4239935" y="5316805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30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30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7" y="14242"/>
                        <a:pt x="15458" y="21481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69" name="Forme libre : forme 17068">
                  <a:extLst>
                    <a:ext uri="{FF2B5EF4-FFF2-40B4-BE49-F238E27FC236}">
                      <a16:creationId xmlns:a16="http://schemas.microsoft.com/office/drawing/2014/main" id="{35030797-B088-482E-BE2A-DB73E6F19ED3}"/>
                    </a:ext>
                  </a:extLst>
                </p:cNvPr>
                <p:cNvSpPr/>
                <p:nvPr/>
              </p:nvSpPr>
              <p:spPr>
                <a:xfrm>
                  <a:off x="4813244" y="5240891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8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6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8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8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29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6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7" y="14146"/>
                        <a:pt x="15459" y="21385"/>
                        <a:pt x="8791" y="3033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70" name="Forme libre : forme 17069">
                  <a:extLst>
                    <a:ext uri="{FF2B5EF4-FFF2-40B4-BE49-F238E27FC236}">
                      <a16:creationId xmlns:a16="http://schemas.microsoft.com/office/drawing/2014/main" id="{0386ACEE-E46B-4475-BADB-AAD550825579}"/>
                    </a:ext>
                  </a:extLst>
                </p:cNvPr>
                <p:cNvSpPr/>
                <p:nvPr/>
              </p:nvSpPr>
              <p:spPr>
                <a:xfrm>
                  <a:off x="4771049" y="5433010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1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71" name="Forme libre : forme 17070">
                  <a:extLst>
                    <a:ext uri="{FF2B5EF4-FFF2-40B4-BE49-F238E27FC236}">
                      <a16:creationId xmlns:a16="http://schemas.microsoft.com/office/drawing/2014/main" id="{FAF36041-776C-4FA8-9961-0700A2B48DA5}"/>
                    </a:ext>
                  </a:extLst>
                </p:cNvPr>
                <p:cNvSpPr/>
                <p:nvPr/>
              </p:nvSpPr>
              <p:spPr>
                <a:xfrm>
                  <a:off x="5343311" y="5439297"/>
                  <a:ext cx="89916" cy="73192"/>
                </a:xfrm>
                <a:custGeom>
                  <a:avLst/>
                  <a:gdLst>
                    <a:gd name="connsiteX0" fmla="*/ 8790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49 h 73192"/>
                    <a:gd name="connsiteX7" fmla="*/ 34127 w 89916"/>
                    <a:gd name="connsiteY7" fmla="*/ 9193 h 73192"/>
                    <a:gd name="connsiteX8" fmla="*/ 8790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0" y="30339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29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3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1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1"/>
                        <a:pt x="15458" y="21480"/>
                        <a:pt x="8790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72" name="Forme libre : forme 17071">
                  <a:extLst>
                    <a:ext uri="{FF2B5EF4-FFF2-40B4-BE49-F238E27FC236}">
                      <a16:creationId xmlns:a16="http://schemas.microsoft.com/office/drawing/2014/main" id="{65763454-966E-4AE6-B9A2-E9542C6255DA}"/>
                    </a:ext>
                  </a:extLst>
                </p:cNvPr>
                <p:cNvSpPr/>
                <p:nvPr/>
              </p:nvSpPr>
              <p:spPr>
                <a:xfrm>
                  <a:off x="5721263" y="5494256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30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30"/>
                        <a:pt x="29936" y="68630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3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1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73" name="Forme libre : forme 17072">
                  <a:extLst>
                    <a:ext uri="{FF2B5EF4-FFF2-40B4-BE49-F238E27FC236}">
                      <a16:creationId xmlns:a16="http://schemas.microsoft.com/office/drawing/2014/main" id="{38528461-32C8-4094-B410-3718CDD084F5}"/>
                    </a:ext>
                  </a:extLst>
                </p:cNvPr>
                <p:cNvSpPr/>
                <p:nvPr/>
              </p:nvSpPr>
              <p:spPr>
                <a:xfrm>
                  <a:off x="6021109" y="5684280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6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6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459" y="21481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74" name="Forme libre : forme 17073">
                  <a:extLst>
                    <a:ext uri="{FF2B5EF4-FFF2-40B4-BE49-F238E27FC236}">
                      <a16:creationId xmlns:a16="http://schemas.microsoft.com/office/drawing/2014/main" id="{9EBA455D-37A9-4550-BAC3-6E4F04BD0F18}"/>
                    </a:ext>
                  </a:extLst>
                </p:cNvPr>
                <p:cNvSpPr/>
                <p:nvPr/>
              </p:nvSpPr>
              <p:spPr>
                <a:xfrm>
                  <a:off x="6183701" y="5207077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49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1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7" y="14146"/>
                        <a:pt x="15459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75" name="Forme libre : forme 17074">
                  <a:extLst>
                    <a:ext uri="{FF2B5EF4-FFF2-40B4-BE49-F238E27FC236}">
                      <a16:creationId xmlns:a16="http://schemas.microsoft.com/office/drawing/2014/main" id="{E24B8A03-66A0-4EFD-9EA7-C6B6800CF8BF}"/>
                    </a:ext>
                  </a:extLst>
                </p:cNvPr>
                <p:cNvSpPr/>
                <p:nvPr/>
              </p:nvSpPr>
              <p:spPr>
                <a:xfrm>
                  <a:off x="6401633" y="5252893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49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1"/>
                        <a:pt x="87658" y="8717"/>
                        <a:pt x="81561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1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76" name="Forme libre : forme 17075">
                  <a:extLst>
                    <a:ext uri="{FF2B5EF4-FFF2-40B4-BE49-F238E27FC236}">
                      <a16:creationId xmlns:a16="http://schemas.microsoft.com/office/drawing/2014/main" id="{251D91E0-1E57-4C65-94D2-2075F41730B3}"/>
                    </a:ext>
                  </a:extLst>
                </p:cNvPr>
                <p:cNvSpPr/>
                <p:nvPr/>
              </p:nvSpPr>
              <p:spPr>
                <a:xfrm>
                  <a:off x="4868584" y="5578076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6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3"/>
                        <a:pt x="-1020" y="47007"/>
                        <a:pt x="218" y="56247"/>
                      </a:cubicBezTo>
                      <a:cubicBezTo>
                        <a:pt x="1456" y="65486"/>
                        <a:pt x="9743" y="74153"/>
                        <a:pt x="19078" y="73106"/>
                      </a:cubicBezTo>
                      <a:cubicBezTo>
                        <a:pt x="22983" y="72630"/>
                        <a:pt x="26507" y="70629"/>
                        <a:pt x="29936" y="68629"/>
                      </a:cubicBezTo>
                      <a:cubicBezTo>
                        <a:pt x="43747" y="60628"/>
                        <a:pt x="57654" y="52532"/>
                        <a:pt x="71466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7"/>
                        <a:pt x="34127" y="9193"/>
                      </a:cubicBezTo>
                      <a:cubicBezTo>
                        <a:pt x="24221" y="14241"/>
                        <a:pt x="15459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77" name="Forme libre : forme 17076">
                  <a:extLst>
                    <a:ext uri="{FF2B5EF4-FFF2-40B4-BE49-F238E27FC236}">
                      <a16:creationId xmlns:a16="http://schemas.microsoft.com/office/drawing/2014/main" id="{B08B993F-5095-4A35-9460-F48420D1561B}"/>
                    </a:ext>
                  </a:extLst>
                </p:cNvPr>
                <p:cNvSpPr/>
                <p:nvPr/>
              </p:nvSpPr>
              <p:spPr>
                <a:xfrm>
                  <a:off x="4355473" y="5489398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6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3"/>
                        <a:pt x="-1020" y="47007"/>
                        <a:pt x="218" y="56246"/>
                      </a:cubicBezTo>
                      <a:cubicBezTo>
                        <a:pt x="1456" y="65486"/>
                        <a:pt x="9743" y="74153"/>
                        <a:pt x="19078" y="73106"/>
                      </a:cubicBezTo>
                      <a:cubicBezTo>
                        <a:pt x="22983" y="72630"/>
                        <a:pt x="26507" y="70629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7"/>
                        <a:pt x="34127" y="9193"/>
                      </a:cubicBezTo>
                      <a:cubicBezTo>
                        <a:pt x="24221" y="14241"/>
                        <a:pt x="15363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78" name="Forme libre : forme 17077">
                  <a:extLst>
                    <a:ext uri="{FF2B5EF4-FFF2-40B4-BE49-F238E27FC236}">
                      <a16:creationId xmlns:a16="http://schemas.microsoft.com/office/drawing/2014/main" id="{E59FF6E8-C096-4786-95F3-3D928FAE8CC4}"/>
                    </a:ext>
                  </a:extLst>
                </p:cNvPr>
                <p:cNvSpPr/>
                <p:nvPr/>
              </p:nvSpPr>
              <p:spPr>
                <a:xfrm>
                  <a:off x="4624649" y="5591982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3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1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363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79" name="Forme libre : forme 17078">
                  <a:extLst>
                    <a:ext uri="{FF2B5EF4-FFF2-40B4-BE49-F238E27FC236}">
                      <a16:creationId xmlns:a16="http://schemas.microsoft.com/office/drawing/2014/main" id="{4E2B9530-1A17-4BBB-A8EF-811290E9E769}"/>
                    </a:ext>
                  </a:extLst>
                </p:cNvPr>
                <p:cNvSpPr/>
                <p:nvPr/>
              </p:nvSpPr>
              <p:spPr>
                <a:xfrm>
                  <a:off x="4305466" y="5614366"/>
                  <a:ext cx="89916" cy="73191"/>
                </a:xfrm>
                <a:custGeom>
                  <a:avLst/>
                  <a:gdLst>
                    <a:gd name="connsiteX0" fmla="*/ 8791 w 89916"/>
                    <a:gd name="connsiteY0" fmla="*/ 30339 h 73191"/>
                    <a:gd name="connsiteX1" fmla="*/ 218 w 89916"/>
                    <a:gd name="connsiteY1" fmla="*/ 56247 h 73191"/>
                    <a:gd name="connsiteX2" fmla="*/ 19078 w 89916"/>
                    <a:gd name="connsiteY2" fmla="*/ 73106 h 73191"/>
                    <a:gd name="connsiteX3" fmla="*/ 29936 w 89916"/>
                    <a:gd name="connsiteY3" fmla="*/ 68629 h 73191"/>
                    <a:gd name="connsiteX4" fmla="*/ 71465 w 89916"/>
                    <a:gd name="connsiteY4" fmla="*/ 44531 h 73191"/>
                    <a:gd name="connsiteX5" fmla="*/ 89372 w 89916"/>
                    <a:gd name="connsiteY5" fmla="*/ 26719 h 73191"/>
                    <a:gd name="connsiteX6" fmla="*/ 81562 w 89916"/>
                    <a:gd name="connsiteY6" fmla="*/ 4049 h 73191"/>
                    <a:gd name="connsiteX7" fmla="*/ 34127 w 89916"/>
                    <a:gd name="connsiteY7" fmla="*/ 9193 h 73191"/>
                    <a:gd name="connsiteX8" fmla="*/ 8791 w 89916"/>
                    <a:gd name="connsiteY8" fmla="*/ 30339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1">
                      <a:moveTo>
                        <a:pt x="8791" y="30339"/>
                      </a:moveTo>
                      <a:cubicBezTo>
                        <a:pt x="3171" y="37863"/>
                        <a:pt x="-1020" y="47007"/>
                        <a:pt x="218" y="56247"/>
                      </a:cubicBezTo>
                      <a:cubicBezTo>
                        <a:pt x="1456" y="65486"/>
                        <a:pt x="9743" y="74153"/>
                        <a:pt x="19078" y="73106"/>
                      </a:cubicBezTo>
                      <a:cubicBezTo>
                        <a:pt x="22983" y="72630"/>
                        <a:pt x="26507" y="70629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1"/>
                        <a:pt x="15458" y="21480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80" name="Forme libre : forme 17079">
                  <a:extLst>
                    <a:ext uri="{FF2B5EF4-FFF2-40B4-BE49-F238E27FC236}">
                      <a16:creationId xmlns:a16="http://schemas.microsoft.com/office/drawing/2014/main" id="{709A585C-74C4-4A8D-8676-CB0D398D58ED}"/>
                    </a:ext>
                  </a:extLst>
                </p:cNvPr>
                <p:cNvSpPr/>
                <p:nvPr/>
              </p:nvSpPr>
              <p:spPr>
                <a:xfrm>
                  <a:off x="3450312" y="5510925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30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30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363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7081" name="Graphique 1">
                  <a:extLst>
                    <a:ext uri="{FF2B5EF4-FFF2-40B4-BE49-F238E27FC236}">
                      <a16:creationId xmlns:a16="http://schemas.microsoft.com/office/drawing/2014/main" id="{F5D136CF-DBDA-4040-B478-2AB4246123C3}"/>
                    </a:ext>
                  </a:extLst>
                </p:cNvPr>
                <p:cNvGrpSpPr/>
                <p:nvPr/>
              </p:nvGrpSpPr>
              <p:grpSpPr>
                <a:xfrm>
                  <a:off x="870494" y="5207222"/>
                  <a:ext cx="63341" cy="53816"/>
                  <a:chOff x="870494" y="5207222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326" name="Forme libre : forme 17325">
                    <a:extLst>
                      <a:ext uri="{FF2B5EF4-FFF2-40B4-BE49-F238E27FC236}">
                        <a16:creationId xmlns:a16="http://schemas.microsoft.com/office/drawing/2014/main" id="{7ECADD84-B07C-4DC1-9BA6-7AD90E934471}"/>
                      </a:ext>
                    </a:extLst>
                  </p:cNvPr>
                  <p:cNvSpPr/>
                  <p:nvPr/>
                </p:nvSpPr>
                <p:spPr>
                  <a:xfrm>
                    <a:off x="870494" y="5207222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27" name="Forme libre : forme 17326">
                    <a:extLst>
                      <a:ext uri="{FF2B5EF4-FFF2-40B4-BE49-F238E27FC236}">
                        <a16:creationId xmlns:a16="http://schemas.microsoft.com/office/drawing/2014/main" id="{DF864A45-8A9A-49EA-9996-D4004E858DDC}"/>
                      </a:ext>
                    </a:extLst>
                  </p:cNvPr>
                  <p:cNvSpPr/>
                  <p:nvPr/>
                </p:nvSpPr>
                <p:spPr>
                  <a:xfrm>
                    <a:off x="917261" y="524446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6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6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6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6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6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82" name="Graphique 1">
                  <a:extLst>
                    <a:ext uri="{FF2B5EF4-FFF2-40B4-BE49-F238E27FC236}">
                      <a16:creationId xmlns:a16="http://schemas.microsoft.com/office/drawing/2014/main" id="{CC1C2269-DE7F-4DC7-894F-F27353C2F559}"/>
                    </a:ext>
                  </a:extLst>
                </p:cNvPr>
                <p:cNvGrpSpPr/>
                <p:nvPr/>
              </p:nvGrpSpPr>
              <p:grpSpPr>
                <a:xfrm>
                  <a:off x="755432" y="5444775"/>
                  <a:ext cx="63341" cy="53816"/>
                  <a:chOff x="755432" y="5444775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324" name="Forme libre : forme 17323">
                    <a:extLst>
                      <a:ext uri="{FF2B5EF4-FFF2-40B4-BE49-F238E27FC236}">
                        <a16:creationId xmlns:a16="http://schemas.microsoft.com/office/drawing/2014/main" id="{C0A30DDA-EE52-4EE1-B10B-30056B0C47CB}"/>
                      </a:ext>
                    </a:extLst>
                  </p:cNvPr>
                  <p:cNvSpPr/>
                  <p:nvPr/>
                </p:nvSpPr>
                <p:spPr>
                  <a:xfrm>
                    <a:off x="755432" y="5444775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3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3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25" name="Forme libre : forme 17324">
                    <a:extLst>
                      <a:ext uri="{FF2B5EF4-FFF2-40B4-BE49-F238E27FC236}">
                        <a16:creationId xmlns:a16="http://schemas.microsoft.com/office/drawing/2014/main" id="{FD9BCDDD-1A37-465A-8F4C-0B12FF91D0FF}"/>
                      </a:ext>
                    </a:extLst>
                  </p:cNvPr>
                  <p:cNvSpPr/>
                  <p:nvPr/>
                </p:nvSpPr>
                <p:spPr>
                  <a:xfrm>
                    <a:off x="802199" y="5482018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6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6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6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6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6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83" name="Graphique 1">
                  <a:extLst>
                    <a:ext uri="{FF2B5EF4-FFF2-40B4-BE49-F238E27FC236}">
                      <a16:creationId xmlns:a16="http://schemas.microsoft.com/office/drawing/2014/main" id="{08AAE683-6BFB-41FE-9A49-F5043E876E9D}"/>
                    </a:ext>
                  </a:extLst>
                </p:cNvPr>
                <p:cNvGrpSpPr/>
                <p:nvPr/>
              </p:nvGrpSpPr>
              <p:grpSpPr>
                <a:xfrm>
                  <a:off x="990890" y="5440584"/>
                  <a:ext cx="63245" cy="53816"/>
                  <a:chOff x="990890" y="5440584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7322" name="Forme libre : forme 17321">
                    <a:extLst>
                      <a:ext uri="{FF2B5EF4-FFF2-40B4-BE49-F238E27FC236}">
                        <a16:creationId xmlns:a16="http://schemas.microsoft.com/office/drawing/2014/main" id="{2920B0A5-BB84-491A-99C9-EAA318FD9749}"/>
                      </a:ext>
                    </a:extLst>
                  </p:cNvPr>
                  <p:cNvSpPr/>
                  <p:nvPr/>
                </p:nvSpPr>
                <p:spPr>
                  <a:xfrm>
                    <a:off x="990890" y="5440584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23" name="Forme libre : forme 17322">
                    <a:extLst>
                      <a:ext uri="{FF2B5EF4-FFF2-40B4-BE49-F238E27FC236}">
                        <a16:creationId xmlns:a16="http://schemas.microsoft.com/office/drawing/2014/main" id="{09C8DE1A-3ED7-40EE-AFB3-046A2D3F4E13}"/>
                      </a:ext>
                    </a:extLst>
                  </p:cNvPr>
                  <p:cNvSpPr/>
                  <p:nvPr/>
                </p:nvSpPr>
                <p:spPr>
                  <a:xfrm>
                    <a:off x="1037562" y="5477827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6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6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6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6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6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84" name="Graphique 1">
                  <a:extLst>
                    <a:ext uri="{FF2B5EF4-FFF2-40B4-BE49-F238E27FC236}">
                      <a16:creationId xmlns:a16="http://schemas.microsoft.com/office/drawing/2014/main" id="{3D0BDD92-493A-40A6-8C88-F55EC634A704}"/>
                    </a:ext>
                  </a:extLst>
                </p:cNvPr>
                <p:cNvGrpSpPr/>
                <p:nvPr/>
              </p:nvGrpSpPr>
              <p:grpSpPr>
                <a:xfrm>
                  <a:off x="1146147" y="5285422"/>
                  <a:ext cx="63246" cy="53720"/>
                  <a:chOff x="1146147" y="5285422"/>
                  <a:chExt cx="63246" cy="53720"/>
                </a:xfrm>
                <a:solidFill>
                  <a:srgbClr val="FFFFFF"/>
                </a:solidFill>
              </p:grpSpPr>
              <p:sp>
                <p:nvSpPr>
                  <p:cNvPr id="17320" name="Forme libre : forme 17319">
                    <a:extLst>
                      <a:ext uri="{FF2B5EF4-FFF2-40B4-BE49-F238E27FC236}">
                        <a16:creationId xmlns:a16="http://schemas.microsoft.com/office/drawing/2014/main" id="{CC18FB4E-7986-46A6-ABBF-E5D528074505}"/>
                      </a:ext>
                    </a:extLst>
                  </p:cNvPr>
                  <p:cNvSpPr/>
                  <p:nvPr/>
                </p:nvSpPr>
                <p:spPr>
                  <a:xfrm>
                    <a:off x="1146147" y="5285422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50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21" name="Forme libre : forme 17320">
                    <a:extLst>
                      <a:ext uri="{FF2B5EF4-FFF2-40B4-BE49-F238E27FC236}">
                        <a16:creationId xmlns:a16="http://schemas.microsoft.com/office/drawing/2014/main" id="{431A0648-FA16-4E0A-BBDE-63BECC3044E2}"/>
                      </a:ext>
                    </a:extLst>
                  </p:cNvPr>
                  <p:cNvSpPr/>
                  <p:nvPr/>
                </p:nvSpPr>
                <p:spPr>
                  <a:xfrm>
                    <a:off x="1192820" y="5322570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85" name="Graphique 1">
                  <a:extLst>
                    <a:ext uri="{FF2B5EF4-FFF2-40B4-BE49-F238E27FC236}">
                      <a16:creationId xmlns:a16="http://schemas.microsoft.com/office/drawing/2014/main" id="{7FD25FAD-1CD3-4038-9854-CD090B553F5C}"/>
                    </a:ext>
                  </a:extLst>
                </p:cNvPr>
                <p:cNvGrpSpPr/>
                <p:nvPr/>
              </p:nvGrpSpPr>
              <p:grpSpPr>
                <a:xfrm>
                  <a:off x="1392083" y="5257895"/>
                  <a:ext cx="63341" cy="53816"/>
                  <a:chOff x="1392083" y="5257895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318" name="Forme libre : forme 17317">
                    <a:extLst>
                      <a:ext uri="{FF2B5EF4-FFF2-40B4-BE49-F238E27FC236}">
                        <a16:creationId xmlns:a16="http://schemas.microsoft.com/office/drawing/2014/main" id="{74D81CFA-A970-443A-912B-F96B36A1FB1E}"/>
                      </a:ext>
                    </a:extLst>
                  </p:cNvPr>
                  <p:cNvSpPr/>
                  <p:nvPr/>
                </p:nvSpPr>
                <p:spPr>
                  <a:xfrm>
                    <a:off x="1392083" y="5257895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19" name="Forme libre : forme 17318">
                    <a:extLst>
                      <a:ext uri="{FF2B5EF4-FFF2-40B4-BE49-F238E27FC236}">
                        <a16:creationId xmlns:a16="http://schemas.microsoft.com/office/drawing/2014/main" id="{D7DCE0BD-D17D-4C1B-87F4-CCAE19607371}"/>
                      </a:ext>
                    </a:extLst>
                  </p:cNvPr>
                  <p:cNvSpPr/>
                  <p:nvPr/>
                </p:nvSpPr>
                <p:spPr>
                  <a:xfrm>
                    <a:off x="1438850" y="5295138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86" name="Graphique 1">
                  <a:extLst>
                    <a:ext uri="{FF2B5EF4-FFF2-40B4-BE49-F238E27FC236}">
                      <a16:creationId xmlns:a16="http://schemas.microsoft.com/office/drawing/2014/main" id="{9B9C86E4-DA78-4E1D-A2C7-B1612AA4C743}"/>
                    </a:ext>
                  </a:extLst>
                </p:cNvPr>
                <p:cNvGrpSpPr/>
                <p:nvPr/>
              </p:nvGrpSpPr>
              <p:grpSpPr>
                <a:xfrm>
                  <a:off x="372812" y="5687758"/>
                  <a:ext cx="63341" cy="53816"/>
                  <a:chOff x="372812" y="5687758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316" name="Forme libre : forme 17315">
                    <a:extLst>
                      <a:ext uri="{FF2B5EF4-FFF2-40B4-BE49-F238E27FC236}">
                        <a16:creationId xmlns:a16="http://schemas.microsoft.com/office/drawing/2014/main" id="{9E537E4C-D2C7-46C4-89BB-78CABD0DB792}"/>
                      </a:ext>
                    </a:extLst>
                  </p:cNvPr>
                  <p:cNvSpPr/>
                  <p:nvPr/>
                </p:nvSpPr>
                <p:spPr>
                  <a:xfrm>
                    <a:off x="372812" y="5687758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3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3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17" name="Forme libre : forme 17316">
                    <a:extLst>
                      <a:ext uri="{FF2B5EF4-FFF2-40B4-BE49-F238E27FC236}">
                        <a16:creationId xmlns:a16="http://schemas.microsoft.com/office/drawing/2014/main" id="{9CBD7E6E-3CE1-4AA6-BDD6-1678C066A8F0}"/>
                      </a:ext>
                    </a:extLst>
                  </p:cNvPr>
                  <p:cNvSpPr/>
                  <p:nvPr/>
                </p:nvSpPr>
                <p:spPr>
                  <a:xfrm>
                    <a:off x="419580" y="572500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87" name="Graphique 1">
                  <a:extLst>
                    <a:ext uri="{FF2B5EF4-FFF2-40B4-BE49-F238E27FC236}">
                      <a16:creationId xmlns:a16="http://schemas.microsoft.com/office/drawing/2014/main" id="{9FC42A72-B03C-4EC6-A8B8-9548BE151F2B}"/>
                    </a:ext>
                  </a:extLst>
                </p:cNvPr>
                <p:cNvGrpSpPr/>
                <p:nvPr/>
              </p:nvGrpSpPr>
              <p:grpSpPr>
                <a:xfrm>
                  <a:off x="630464" y="5643467"/>
                  <a:ext cx="63246" cy="53720"/>
                  <a:chOff x="630464" y="5643467"/>
                  <a:chExt cx="63246" cy="53720"/>
                </a:xfrm>
                <a:solidFill>
                  <a:srgbClr val="FFFFFF"/>
                </a:solidFill>
              </p:grpSpPr>
              <p:sp>
                <p:nvSpPr>
                  <p:cNvPr id="17314" name="Forme libre : forme 17313">
                    <a:extLst>
                      <a:ext uri="{FF2B5EF4-FFF2-40B4-BE49-F238E27FC236}">
                        <a16:creationId xmlns:a16="http://schemas.microsoft.com/office/drawing/2014/main" id="{5B3FB0C6-F172-42AA-B45D-B5FA174C96CD}"/>
                      </a:ext>
                    </a:extLst>
                  </p:cNvPr>
                  <p:cNvSpPr/>
                  <p:nvPr/>
                </p:nvSpPr>
                <p:spPr>
                  <a:xfrm>
                    <a:off x="630464" y="5643467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3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3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49"/>
                          <a:pt x="7250" y="0"/>
                          <a:pt x="16193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15" name="Forme libre : forme 17314">
                    <a:extLst>
                      <a:ext uri="{FF2B5EF4-FFF2-40B4-BE49-F238E27FC236}">
                        <a16:creationId xmlns:a16="http://schemas.microsoft.com/office/drawing/2014/main" id="{9E1DD884-7AD0-4F1B-BA7F-80BA56FDFD48}"/>
                      </a:ext>
                    </a:extLst>
                  </p:cNvPr>
                  <p:cNvSpPr/>
                  <p:nvPr/>
                </p:nvSpPr>
                <p:spPr>
                  <a:xfrm>
                    <a:off x="677136" y="5680614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88" name="Graphique 1">
                  <a:extLst>
                    <a:ext uri="{FF2B5EF4-FFF2-40B4-BE49-F238E27FC236}">
                      <a16:creationId xmlns:a16="http://schemas.microsoft.com/office/drawing/2014/main" id="{6C6B2C35-67F9-4A5C-8224-10C4ACB1DB21}"/>
                    </a:ext>
                  </a:extLst>
                </p:cNvPr>
                <p:cNvGrpSpPr/>
                <p:nvPr/>
              </p:nvGrpSpPr>
              <p:grpSpPr>
                <a:xfrm>
                  <a:off x="1168912" y="5468207"/>
                  <a:ext cx="63341" cy="53721"/>
                  <a:chOff x="1168912" y="5468207"/>
                  <a:chExt cx="63341" cy="53721"/>
                </a:xfrm>
                <a:solidFill>
                  <a:srgbClr val="FFFFFF"/>
                </a:solidFill>
              </p:grpSpPr>
              <p:sp>
                <p:nvSpPr>
                  <p:cNvPr id="17312" name="Forme libre : forme 17311">
                    <a:extLst>
                      <a:ext uri="{FF2B5EF4-FFF2-40B4-BE49-F238E27FC236}">
                        <a16:creationId xmlns:a16="http://schemas.microsoft.com/office/drawing/2014/main" id="{60315201-4DD3-4B18-8ADE-7F87E1F8B664}"/>
                      </a:ext>
                    </a:extLst>
                  </p:cNvPr>
                  <p:cNvSpPr/>
                  <p:nvPr/>
                </p:nvSpPr>
                <p:spPr>
                  <a:xfrm>
                    <a:off x="1168912" y="5468207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50" y="0"/>
                          <a:pt x="16193" y="0"/>
                        </a:cubicBezTo>
                        <a:cubicBezTo>
                          <a:pt x="25136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13" name="Forme libre : forme 17312">
                    <a:extLst>
                      <a:ext uri="{FF2B5EF4-FFF2-40B4-BE49-F238E27FC236}">
                        <a16:creationId xmlns:a16="http://schemas.microsoft.com/office/drawing/2014/main" id="{90CE2EA5-6BD0-4572-9A98-A4A29F8CED79}"/>
                      </a:ext>
                    </a:extLst>
                  </p:cNvPr>
                  <p:cNvSpPr/>
                  <p:nvPr/>
                </p:nvSpPr>
                <p:spPr>
                  <a:xfrm>
                    <a:off x="1215679" y="5505354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89" name="Graphique 1">
                  <a:extLst>
                    <a:ext uri="{FF2B5EF4-FFF2-40B4-BE49-F238E27FC236}">
                      <a16:creationId xmlns:a16="http://schemas.microsoft.com/office/drawing/2014/main" id="{10EAFF4D-1A54-4231-ACAE-CEE49A3BD9A5}"/>
                    </a:ext>
                  </a:extLst>
                </p:cNvPr>
                <p:cNvGrpSpPr/>
                <p:nvPr/>
              </p:nvGrpSpPr>
              <p:grpSpPr>
                <a:xfrm>
                  <a:off x="1056993" y="5664517"/>
                  <a:ext cx="63341" cy="53816"/>
                  <a:chOff x="1056993" y="5664517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310" name="Forme libre : forme 17309">
                    <a:extLst>
                      <a:ext uri="{FF2B5EF4-FFF2-40B4-BE49-F238E27FC236}">
                        <a16:creationId xmlns:a16="http://schemas.microsoft.com/office/drawing/2014/main" id="{15D20B61-3555-4E45-8FF5-FEA97B785777}"/>
                      </a:ext>
                    </a:extLst>
                  </p:cNvPr>
                  <p:cNvSpPr/>
                  <p:nvPr/>
                </p:nvSpPr>
                <p:spPr>
                  <a:xfrm>
                    <a:off x="1056993" y="5664517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6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11" name="Forme libre : forme 17310">
                    <a:extLst>
                      <a:ext uri="{FF2B5EF4-FFF2-40B4-BE49-F238E27FC236}">
                        <a16:creationId xmlns:a16="http://schemas.microsoft.com/office/drawing/2014/main" id="{1B1FE6D2-5B52-40B2-A985-506163E67FC0}"/>
                      </a:ext>
                    </a:extLst>
                  </p:cNvPr>
                  <p:cNvSpPr/>
                  <p:nvPr/>
                </p:nvSpPr>
                <p:spPr>
                  <a:xfrm>
                    <a:off x="1103761" y="5701760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90" name="Graphique 1">
                  <a:extLst>
                    <a:ext uri="{FF2B5EF4-FFF2-40B4-BE49-F238E27FC236}">
                      <a16:creationId xmlns:a16="http://schemas.microsoft.com/office/drawing/2014/main" id="{EE33CB4B-57F8-4F89-8A6C-3955A94412A7}"/>
                    </a:ext>
                  </a:extLst>
                </p:cNvPr>
                <p:cNvGrpSpPr/>
                <p:nvPr/>
              </p:nvGrpSpPr>
              <p:grpSpPr>
                <a:xfrm>
                  <a:off x="1323122" y="5643467"/>
                  <a:ext cx="63245" cy="53720"/>
                  <a:chOff x="1323122" y="5643467"/>
                  <a:chExt cx="63245" cy="53720"/>
                </a:xfrm>
                <a:solidFill>
                  <a:srgbClr val="FFFFFF"/>
                </a:solidFill>
              </p:grpSpPr>
              <p:sp>
                <p:nvSpPr>
                  <p:cNvPr id="17308" name="Forme libre : forme 17307">
                    <a:extLst>
                      <a:ext uri="{FF2B5EF4-FFF2-40B4-BE49-F238E27FC236}">
                        <a16:creationId xmlns:a16="http://schemas.microsoft.com/office/drawing/2014/main" id="{34E5D3DE-B410-4303-8B15-64E4B32C130B}"/>
                      </a:ext>
                    </a:extLst>
                  </p:cNvPr>
                  <p:cNvSpPr/>
                  <p:nvPr/>
                </p:nvSpPr>
                <p:spPr>
                  <a:xfrm>
                    <a:off x="1323122" y="5643467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49"/>
                          <a:pt x="7250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09" name="Forme libre : forme 17308">
                    <a:extLst>
                      <a:ext uri="{FF2B5EF4-FFF2-40B4-BE49-F238E27FC236}">
                        <a16:creationId xmlns:a16="http://schemas.microsoft.com/office/drawing/2014/main" id="{C2B8E556-290D-4221-96E6-6483F6D83195}"/>
                      </a:ext>
                    </a:extLst>
                  </p:cNvPr>
                  <p:cNvSpPr/>
                  <p:nvPr/>
                </p:nvSpPr>
                <p:spPr>
                  <a:xfrm>
                    <a:off x="1369794" y="5680614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91" name="Graphique 1">
                  <a:extLst>
                    <a:ext uri="{FF2B5EF4-FFF2-40B4-BE49-F238E27FC236}">
                      <a16:creationId xmlns:a16="http://schemas.microsoft.com/office/drawing/2014/main" id="{843E226E-1D1F-456C-AB43-5DB6DB6536B1}"/>
                    </a:ext>
                  </a:extLst>
                </p:cNvPr>
                <p:cNvGrpSpPr/>
                <p:nvPr/>
              </p:nvGrpSpPr>
              <p:grpSpPr>
                <a:xfrm>
                  <a:off x="1593346" y="5461825"/>
                  <a:ext cx="63341" cy="53816"/>
                  <a:chOff x="1593346" y="5461825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306" name="Forme libre : forme 17305">
                    <a:extLst>
                      <a:ext uri="{FF2B5EF4-FFF2-40B4-BE49-F238E27FC236}">
                        <a16:creationId xmlns:a16="http://schemas.microsoft.com/office/drawing/2014/main" id="{915BCD41-4D04-4990-824D-69699361A2E0}"/>
                      </a:ext>
                    </a:extLst>
                  </p:cNvPr>
                  <p:cNvSpPr/>
                  <p:nvPr/>
                </p:nvSpPr>
                <p:spPr>
                  <a:xfrm>
                    <a:off x="1593346" y="5461825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2"/>
                        </a:cubicBezTo>
                        <a:cubicBezTo>
                          <a:pt x="0" y="7249"/>
                          <a:pt x="7250" y="0"/>
                          <a:pt x="16193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07" name="Forme libre : forme 17306">
                    <a:extLst>
                      <a:ext uri="{FF2B5EF4-FFF2-40B4-BE49-F238E27FC236}">
                        <a16:creationId xmlns:a16="http://schemas.microsoft.com/office/drawing/2014/main" id="{C7529017-11B2-4671-838B-B539F7B5AC3A}"/>
                      </a:ext>
                    </a:extLst>
                  </p:cNvPr>
                  <p:cNvSpPr/>
                  <p:nvPr/>
                </p:nvSpPr>
                <p:spPr>
                  <a:xfrm>
                    <a:off x="1640113" y="5499068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92" name="Graphique 1">
                  <a:extLst>
                    <a:ext uri="{FF2B5EF4-FFF2-40B4-BE49-F238E27FC236}">
                      <a16:creationId xmlns:a16="http://schemas.microsoft.com/office/drawing/2014/main" id="{2D0509A8-1323-468F-A6F4-AAEC6A7297C4}"/>
                    </a:ext>
                  </a:extLst>
                </p:cNvPr>
                <p:cNvGrpSpPr/>
                <p:nvPr/>
              </p:nvGrpSpPr>
              <p:grpSpPr>
                <a:xfrm>
                  <a:off x="1808801" y="5428011"/>
                  <a:ext cx="63245" cy="53816"/>
                  <a:chOff x="1808801" y="5428011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7304" name="Forme libre : forme 17303">
                    <a:extLst>
                      <a:ext uri="{FF2B5EF4-FFF2-40B4-BE49-F238E27FC236}">
                        <a16:creationId xmlns:a16="http://schemas.microsoft.com/office/drawing/2014/main" id="{BF623EC9-0969-4E9A-A656-C5B5118B5BBD}"/>
                      </a:ext>
                    </a:extLst>
                  </p:cNvPr>
                  <p:cNvSpPr/>
                  <p:nvPr/>
                </p:nvSpPr>
                <p:spPr>
                  <a:xfrm>
                    <a:off x="1808801" y="5428011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05" name="Forme libre : forme 17304">
                    <a:extLst>
                      <a:ext uri="{FF2B5EF4-FFF2-40B4-BE49-F238E27FC236}">
                        <a16:creationId xmlns:a16="http://schemas.microsoft.com/office/drawing/2014/main" id="{02143AF1-A84E-4175-86C5-AD4DECE28F1A}"/>
                      </a:ext>
                    </a:extLst>
                  </p:cNvPr>
                  <p:cNvSpPr/>
                  <p:nvPr/>
                </p:nvSpPr>
                <p:spPr>
                  <a:xfrm>
                    <a:off x="1855474" y="5465254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1"/>
                          <a:pt x="3710" y="0"/>
                          <a:pt x="8287" y="0"/>
                        </a:cubicBezTo>
                        <a:cubicBezTo>
                          <a:pt x="12863" y="0"/>
                          <a:pt x="16574" y="3711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93" name="Graphique 1">
                  <a:extLst>
                    <a:ext uri="{FF2B5EF4-FFF2-40B4-BE49-F238E27FC236}">
                      <a16:creationId xmlns:a16="http://schemas.microsoft.com/office/drawing/2014/main" id="{68D3CBBA-5D2B-4678-A64E-B2DE305149F9}"/>
                    </a:ext>
                  </a:extLst>
                </p:cNvPr>
                <p:cNvGrpSpPr/>
                <p:nvPr/>
              </p:nvGrpSpPr>
              <p:grpSpPr>
                <a:xfrm>
                  <a:off x="1959963" y="5257800"/>
                  <a:ext cx="63341" cy="53816"/>
                  <a:chOff x="1959963" y="5257800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302" name="Forme libre : forme 17301">
                    <a:extLst>
                      <a:ext uri="{FF2B5EF4-FFF2-40B4-BE49-F238E27FC236}">
                        <a16:creationId xmlns:a16="http://schemas.microsoft.com/office/drawing/2014/main" id="{211E6722-69E7-4ACA-AB3C-E0EBE5BD64FD}"/>
                      </a:ext>
                    </a:extLst>
                  </p:cNvPr>
                  <p:cNvSpPr/>
                  <p:nvPr/>
                </p:nvSpPr>
                <p:spPr>
                  <a:xfrm>
                    <a:off x="1959963" y="5257800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03" name="Forme libre : forme 17302">
                    <a:extLst>
                      <a:ext uri="{FF2B5EF4-FFF2-40B4-BE49-F238E27FC236}">
                        <a16:creationId xmlns:a16="http://schemas.microsoft.com/office/drawing/2014/main" id="{25FB4FCE-9EFA-48CA-8881-2C9801CDA333}"/>
                      </a:ext>
                    </a:extLst>
                  </p:cNvPr>
                  <p:cNvSpPr/>
                  <p:nvPr/>
                </p:nvSpPr>
                <p:spPr>
                  <a:xfrm>
                    <a:off x="2006731" y="5295042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1"/>
                          <a:pt x="3710" y="0"/>
                          <a:pt x="8287" y="0"/>
                        </a:cubicBezTo>
                        <a:cubicBezTo>
                          <a:pt x="12863" y="0"/>
                          <a:pt x="16573" y="3711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94" name="Graphique 1">
                  <a:extLst>
                    <a:ext uri="{FF2B5EF4-FFF2-40B4-BE49-F238E27FC236}">
                      <a16:creationId xmlns:a16="http://schemas.microsoft.com/office/drawing/2014/main" id="{DBC845A1-4532-42C9-81BB-CC5A46788FBA}"/>
                    </a:ext>
                  </a:extLst>
                </p:cNvPr>
                <p:cNvGrpSpPr/>
                <p:nvPr/>
              </p:nvGrpSpPr>
              <p:grpSpPr>
                <a:xfrm>
                  <a:off x="1700121" y="5215699"/>
                  <a:ext cx="63341" cy="53816"/>
                  <a:chOff x="1700121" y="5215699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300" name="Forme libre : forme 17299">
                    <a:extLst>
                      <a:ext uri="{FF2B5EF4-FFF2-40B4-BE49-F238E27FC236}">
                        <a16:creationId xmlns:a16="http://schemas.microsoft.com/office/drawing/2014/main" id="{21DD6346-F432-47BD-ABD4-B8F47FBEF306}"/>
                      </a:ext>
                    </a:extLst>
                  </p:cNvPr>
                  <p:cNvSpPr/>
                  <p:nvPr/>
                </p:nvSpPr>
                <p:spPr>
                  <a:xfrm>
                    <a:off x="1700121" y="5215699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301" name="Forme libre : forme 17300">
                    <a:extLst>
                      <a:ext uri="{FF2B5EF4-FFF2-40B4-BE49-F238E27FC236}">
                        <a16:creationId xmlns:a16="http://schemas.microsoft.com/office/drawing/2014/main" id="{26A70534-A375-42C9-8D36-AF6BE0B9D27E}"/>
                      </a:ext>
                    </a:extLst>
                  </p:cNvPr>
                  <p:cNvSpPr/>
                  <p:nvPr/>
                </p:nvSpPr>
                <p:spPr>
                  <a:xfrm>
                    <a:off x="1746889" y="5252942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95" name="Graphique 1">
                  <a:extLst>
                    <a:ext uri="{FF2B5EF4-FFF2-40B4-BE49-F238E27FC236}">
                      <a16:creationId xmlns:a16="http://schemas.microsoft.com/office/drawing/2014/main" id="{C8485FB1-5231-4F57-912C-867EC1BFFAB0}"/>
                    </a:ext>
                  </a:extLst>
                </p:cNvPr>
                <p:cNvGrpSpPr/>
                <p:nvPr/>
              </p:nvGrpSpPr>
              <p:grpSpPr>
                <a:xfrm>
                  <a:off x="2223996" y="5274659"/>
                  <a:ext cx="63245" cy="53816"/>
                  <a:chOff x="2223996" y="5274659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7298" name="Forme libre : forme 17297">
                    <a:extLst>
                      <a:ext uri="{FF2B5EF4-FFF2-40B4-BE49-F238E27FC236}">
                        <a16:creationId xmlns:a16="http://schemas.microsoft.com/office/drawing/2014/main" id="{C273997F-8AB9-437F-A4F9-904A610C708C}"/>
                      </a:ext>
                    </a:extLst>
                  </p:cNvPr>
                  <p:cNvSpPr/>
                  <p:nvPr/>
                </p:nvSpPr>
                <p:spPr>
                  <a:xfrm>
                    <a:off x="2223996" y="5274659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99" name="Forme libre : forme 17298">
                    <a:extLst>
                      <a:ext uri="{FF2B5EF4-FFF2-40B4-BE49-F238E27FC236}">
                        <a16:creationId xmlns:a16="http://schemas.microsoft.com/office/drawing/2014/main" id="{9937B536-C0F7-426B-BC40-5BB51A4E3183}"/>
                      </a:ext>
                    </a:extLst>
                  </p:cNvPr>
                  <p:cNvSpPr/>
                  <p:nvPr/>
                </p:nvSpPr>
                <p:spPr>
                  <a:xfrm>
                    <a:off x="2270668" y="531190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96" name="Graphique 1">
                  <a:extLst>
                    <a:ext uri="{FF2B5EF4-FFF2-40B4-BE49-F238E27FC236}">
                      <a16:creationId xmlns:a16="http://schemas.microsoft.com/office/drawing/2014/main" id="{54746625-E28B-418B-B2FB-4D37CD0D85B7}"/>
                    </a:ext>
                  </a:extLst>
                </p:cNvPr>
                <p:cNvGrpSpPr/>
                <p:nvPr/>
              </p:nvGrpSpPr>
              <p:grpSpPr>
                <a:xfrm>
                  <a:off x="2587280" y="5382291"/>
                  <a:ext cx="63341" cy="53721"/>
                  <a:chOff x="2587280" y="5382291"/>
                  <a:chExt cx="63341" cy="53721"/>
                </a:xfrm>
                <a:solidFill>
                  <a:srgbClr val="FFFFFF"/>
                </a:solidFill>
              </p:grpSpPr>
              <p:sp>
                <p:nvSpPr>
                  <p:cNvPr id="17296" name="Forme libre : forme 17295">
                    <a:extLst>
                      <a:ext uri="{FF2B5EF4-FFF2-40B4-BE49-F238E27FC236}">
                        <a16:creationId xmlns:a16="http://schemas.microsoft.com/office/drawing/2014/main" id="{8C1316F5-6F1F-4669-801C-163C87ABCBED}"/>
                      </a:ext>
                    </a:extLst>
                  </p:cNvPr>
                  <p:cNvSpPr/>
                  <p:nvPr/>
                </p:nvSpPr>
                <p:spPr>
                  <a:xfrm>
                    <a:off x="2587280" y="5382291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6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97" name="Forme libre : forme 17296">
                    <a:extLst>
                      <a:ext uri="{FF2B5EF4-FFF2-40B4-BE49-F238E27FC236}">
                        <a16:creationId xmlns:a16="http://schemas.microsoft.com/office/drawing/2014/main" id="{68FD4D41-E8E5-44E8-A37B-D9278D035557}"/>
                      </a:ext>
                    </a:extLst>
                  </p:cNvPr>
                  <p:cNvSpPr/>
                  <p:nvPr/>
                </p:nvSpPr>
                <p:spPr>
                  <a:xfrm>
                    <a:off x="2634047" y="5419439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1"/>
                          <a:pt x="3710" y="0"/>
                          <a:pt x="8287" y="0"/>
                        </a:cubicBezTo>
                        <a:cubicBezTo>
                          <a:pt x="12864" y="0"/>
                          <a:pt x="16574" y="3711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97" name="Graphique 1">
                  <a:extLst>
                    <a:ext uri="{FF2B5EF4-FFF2-40B4-BE49-F238E27FC236}">
                      <a16:creationId xmlns:a16="http://schemas.microsoft.com/office/drawing/2014/main" id="{9D2D8AE4-92AD-4429-B7D3-8EBE87370DA6}"/>
                    </a:ext>
                  </a:extLst>
                </p:cNvPr>
                <p:cNvGrpSpPr/>
                <p:nvPr/>
              </p:nvGrpSpPr>
              <p:grpSpPr>
                <a:xfrm>
                  <a:off x="2538702" y="5578601"/>
                  <a:ext cx="63341" cy="53816"/>
                  <a:chOff x="2538702" y="5578601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294" name="Forme libre : forme 17293">
                    <a:extLst>
                      <a:ext uri="{FF2B5EF4-FFF2-40B4-BE49-F238E27FC236}">
                        <a16:creationId xmlns:a16="http://schemas.microsoft.com/office/drawing/2014/main" id="{1D6461C7-687B-4ED5-A93D-00C94C04D355}"/>
                      </a:ext>
                    </a:extLst>
                  </p:cNvPr>
                  <p:cNvSpPr/>
                  <p:nvPr/>
                </p:nvSpPr>
                <p:spPr>
                  <a:xfrm>
                    <a:off x="2538702" y="5578601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95" name="Forme libre : forme 17294">
                    <a:extLst>
                      <a:ext uri="{FF2B5EF4-FFF2-40B4-BE49-F238E27FC236}">
                        <a16:creationId xmlns:a16="http://schemas.microsoft.com/office/drawing/2014/main" id="{8377CCA3-DB01-4EA8-8EBA-BAE5FE5988AD}"/>
                      </a:ext>
                    </a:extLst>
                  </p:cNvPr>
                  <p:cNvSpPr/>
                  <p:nvPr/>
                </p:nvSpPr>
                <p:spPr>
                  <a:xfrm>
                    <a:off x="2585470" y="5615844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98" name="Graphique 1">
                  <a:extLst>
                    <a:ext uri="{FF2B5EF4-FFF2-40B4-BE49-F238E27FC236}">
                      <a16:creationId xmlns:a16="http://schemas.microsoft.com/office/drawing/2014/main" id="{39D5C0E6-55E3-4D22-9ABE-D1F71C964872}"/>
                    </a:ext>
                  </a:extLst>
                </p:cNvPr>
                <p:cNvGrpSpPr/>
                <p:nvPr/>
              </p:nvGrpSpPr>
              <p:grpSpPr>
                <a:xfrm>
                  <a:off x="1784894" y="5589174"/>
                  <a:ext cx="63246" cy="53816"/>
                  <a:chOff x="1784894" y="5589174"/>
                  <a:chExt cx="63246" cy="53816"/>
                </a:xfrm>
                <a:solidFill>
                  <a:srgbClr val="FFFFFF"/>
                </a:solidFill>
              </p:grpSpPr>
              <p:sp>
                <p:nvSpPr>
                  <p:cNvPr id="17292" name="Forme libre : forme 17291">
                    <a:extLst>
                      <a:ext uri="{FF2B5EF4-FFF2-40B4-BE49-F238E27FC236}">
                        <a16:creationId xmlns:a16="http://schemas.microsoft.com/office/drawing/2014/main" id="{4F106DC5-A27E-4E9D-82AA-8DD01161FCCB}"/>
                      </a:ext>
                    </a:extLst>
                  </p:cNvPr>
                  <p:cNvSpPr/>
                  <p:nvPr/>
                </p:nvSpPr>
                <p:spPr>
                  <a:xfrm>
                    <a:off x="1784894" y="5589174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50" y="0"/>
                          <a:pt x="16193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93" name="Forme libre : forme 17292">
                    <a:extLst>
                      <a:ext uri="{FF2B5EF4-FFF2-40B4-BE49-F238E27FC236}">
                        <a16:creationId xmlns:a16="http://schemas.microsoft.com/office/drawing/2014/main" id="{774A4CAA-CBB4-4788-B026-73F3E7CD0473}"/>
                      </a:ext>
                    </a:extLst>
                  </p:cNvPr>
                  <p:cNvSpPr/>
                  <p:nvPr/>
                </p:nvSpPr>
                <p:spPr>
                  <a:xfrm>
                    <a:off x="1831566" y="5626417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099" name="Graphique 1">
                  <a:extLst>
                    <a:ext uri="{FF2B5EF4-FFF2-40B4-BE49-F238E27FC236}">
                      <a16:creationId xmlns:a16="http://schemas.microsoft.com/office/drawing/2014/main" id="{95AB3B45-01CD-438E-8D17-0C8189FA60CE}"/>
                    </a:ext>
                  </a:extLst>
                </p:cNvPr>
                <p:cNvGrpSpPr/>
                <p:nvPr/>
              </p:nvGrpSpPr>
              <p:grpSpPr>
                <a:xfrm>
                  <a:off x="2088932" y="5637752"/>
                  <a:ext cx="63341" cy="53816"/>
                  <a:chOff x="2088932" y="5637752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290" name="Forme libre : forme 17289">
                    <a:extLst>
                      <a:ext uri="{FF2B5EF4-FFF2-40B4-BE49-F238E27FC236}">
                        <a16:creationId xmlns:a16="http://schemas.microsoft.com/office/drawing/2014/main" id="{4FD8EAFC-4ACD-4F2E-95FC-5F4D6C0E1A59}"/>
                      </a:ext>
                    </a:extLst>
                  </p:cNvPr>
                  <p:cNvSpPr/>
                  <p:nvPr/>
                </p:nvSpPr>
                <p:spPr>
                  <a:xfrm>
                    <a:off x="2088932" y="5637752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91" name="Forme libre : forme 17290">
                    <a:extLst>
                      <a:ext uri="{FF2B5EF4-FFF2-40B4-BE49-F238E27FC236}">
                        <a16:creationId xmlns:a16="http://schemas.microsoft.com/office/drawing/2014/main" id="{C2484DDB-BBD4-4F26-9FCC-5FBF04207C2F}"/>
                      </a:ext>
                    </a:extLst>
                  </p:cNvPr>
                  <p:cNvSpPr/>
                  <p:nvPr/>
                </p:nvSpPr>
                <p:spPr>
                  <a:xfrm>
                    <a:off x="2135699" y="567499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00" name="Graphique 1">
                  <a:extLst>
                    <a:ext uri="{FF2B5EF4-FFF2-40B4-BE49-F238E27FC236}">
                      <a16:creationId xmlns:a16="http://schemas.microsoft.com/office/drawing/2014/main" id="{0D19D04E-97F6-4C6A-9063-0B8328E5CA15}"/>
                    </a:ext>
                  </a:extLst>
                </p:cNvPr>
                <p:cNvGrpSpPr/>
                <p:nvPr/>
              </p:nvGrpSpPr>
              <p:grpSpPr>
                <a:xfrm>
                  <a:off x="2866076" y="5272468"/>
                  <a:ext cx="63245" cy="53720"/>
                  <a:chOff x="2866076" y="5272468"/>
                  <a:chExt cx="63245" cy="53720"/>
                </a:xfrm>
                <a:solidFill>
                  <a:srgbClr val="FFFFFF"/>
                </a:solidFill>
              </p:grpSpPr>
              <p:sp>
                <p:nvSpPr>
                  <p:cNvPr id="17288" name="Forme libre : forme 17287">
                    <a:extLst>
                      <a:ext uri="{FF2B5EF4-FFF2-40B4-BE49-F238E27FC236}">
                        <a16:creationId xmlns:a16="http://schemas.microsoft.com/office/drawing/2014/main" id="{39E8D6A3-B340-4757-B8AA-B6BCA2A95370}"/>
                      </a:ext>
                    </a:extLst>
                  </p:cNvPr>
                  <p:cNvSpPr/>
                  <p:nvPr/>
                </p:nvSpPr>
                <p:spPr>
                  <a:xfrm>
                    <a:off x="2866076" y="5272468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89" name="Forme libre : forme 17288">
                    <a:extLst>
                      <a:ext uri="{FF2B5EF4-FFF2-40B4-BE49-F238E27FC236}">
                        <a16:creationId xmlns:a16="http://schemas.microsoft.com/office/drawing/2014/main" id="{262B3B24-A6CD-42B3-AE8D-AFD6B58C1329}"/>
                      </a:ext>
                    </a:extLst>
                  </p:cNvPr>
                  <p:cNvSpPr/>
                  <p:nvPr/>
                </p:nvSpPr>
                <p:spPr>
                  <a:xfrm>
                    <a:off x="2912749" y="5309615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01" name="Graphique 1">
                  <a:extLst>
                    <a:ext uri="{FF2B5EF4-FFF2-40B4-BE49-F238E27FC236}">
                      <a16:creationId xmlns:a16="http://schemas.microsoft.com/office/drawing/2014/main" id="{A8E2603D-4304-4E43-BBE5-CA883EEB4BC9}"/>
                    </a:ext>
                  </a:extLst>
                </p:cNvPr>
                <p:cNvGrpSpPr/>
                <p:nvPr/>
              </p:nvGrpSpPr>
              <p:grpSpPr>
                <a:xfrm>
                  <a:off x="3213929" y="5439632"/>
                  <a:ext cx="63341" cy="53721"/>
                  <a:chOff x="3213929" y="5439632"/>
                  <a:chExt cx="63341" cy="53721"/>
                </a:xfrm>
                <a:solidFill>
                  <a:srgbClr val="FFFFFF"/>
                </a:solidFill>
              </p:grpSpPr>
              <p:sp>
                <p:nvSpPr>
                  <p:cNvPr id="17286" name="Forme libre : forme 17285">
                    <a:extLst>
                      <a:ext uri="{FF2B5EF4-FFF2-40B4-BE49-F238E27FC236}">
                        <a16:creationId xmlns:a16="http://schemas.microsoft.com/office/drawing/2014/main" id="{FF2A936D-3303-4CB4-B066-851D10ED6F77}"/>
                      </a:ext>
                    </a:extLst>
                  </p:cNvPr>
                  <p:cNvSpPr/>
                  <p:nvPr/>
                </p:nvSpPr>
                <p:spPr>
                  <a:xfrm>
                    <a:off x="3213929" y="5439632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87" name="Forme libre : forme 17286">
                    <a:extLst>
                      <a:ext uri="{FF2B5EF4-FFF2-40B4-BE49-F238E27FC236}">
                        <a16:creationId xmlns:a16="http://schemas.microsoft.com/office/drawing/2014/main" id="{C758FFF0-153C-47D9-AF60-4456DBCFE620}"/>
                      </a:ext>
                    </a:extLst>
                  </p:cNvPr>
                  <p:cNvSpPr/>
                  <p:nvPr/>
                </p:nvSpPr>
                <p:spPr>
                  <a:xfrm>
                    <a:off x="3260697" y="5476779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02" name="Graphique 1">
                  <a:extLst>
                    <a:ext uri="{FF2B5EF4-FFF2-40B4-BE49-F238E27FC236}">
                      <a16:creationId xmlns:a16="http://schemas.microsoft.com/office/drawing/2014/main" id="{D8A28D46-021B-48F8-A6AF-F2C72F33CAB5}"/>
                    </a:ext>
                  </a:extLst>
                </p:cNvPr>
                <p:cNvGrpSpPr/>
                <p:nvPr/>
              </p:nvGrpSpPr>
              <p:grpSpPr>
                <a:xfrm>
                  <a:off x="2832263" y="5498211"/>
                  <a:ext cx="63341" cy="53816"/>
                  <a:chOff x="2832263" y="5498211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284" name="Forme libre : forme 17283">
                    <a:extLst>
                      <a:ext uri="{FF2B5EF4-FFF2-40B4-BE49-F238E27FC236}">
                        <a16:creationId xmlns:a16="http://schemas.microsoft.com/office/drawing/2014/main" id="{CB35CA57-76B7-4373-856F-92F4A7D9B97B}"/>
                      </a:ext>
                    </a:extLst>
                  </p:cNvPr>
                  <p:cNvSpPr/>
                  <p:nvPr/>
                </p:nvSpPr>
                <p:spPr>
                  <a:xfrm>
                    <a:off x="2832263" y="5498211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3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85" name="Forme libre : forme 17284">
                    <a:extLst>
                      <a:ext uri="{FF2B5EF4-FFF2-40B4-BE49-F238E27FC236}">
                        <a16:creationId xmlns:a16="http://schemas.microsoft.com/office/drawing/2014/main" id="{A484C76B-D622-4CCE-B847-0461CF04CD7D}"/>
                      </a:ext>
                    </a:extLst>
                  </p:cNvPr>
                  <p:cNvSpPr/>
                  <p:nvPr/>
                </p:nvSpPr>
                <p:spPr>
                  <a:xfrm>
                    <a:off x="2879030" y="5535453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03" name="Graphique 1">
                  <a:extLst>
                    <a:ext uri="{FF2B5EF4-FFF2-40B4-BE49-F238E27FC236}">
                      <a16:creationId xmlns:a16="http://schemas.microsoft.com/office/drawing/2014/main" id="{B90A27E6-C8A8-498B-8D9F-47BD25D334F2}"/>
                    </a:ext>
                  </a:extLst>
                </p:cNvPr>
                <p:cNvGrpSpPr/>
                <p:nvPr/>
              </p:nvGrpSpPr>
              <p:grpSpPr>
                <a:xfrm>
                  <a:off x="2961136" y="5647467"/>
                  <a:ext cx="63246" cy="53720"/>
                  <a:chOff x="2961136" y="5647467"/>
                  <a:chExt cx="63246" cy="53720"/>
                </a:xfrm>
                <a:solidFill>
                  <a:srgbClr val="FFFFFF"/>
                </a:solidFill>
              </p:grpSpPr>
              <p:sp>
                <p:nvSpPr>
                  <p:cNvPr id="17282" name="Forme libre : forme 17281">
                    <a:extLst>
                      <a:ext uri="{FF2B5EF4-FFF2-40B4-BE49-F238E27FC236}">
                        <a16:creationId xmlns:a16="http://schemas.microsoft.com/office/drawing/2014/main" id="{69492E2B-075C-4FBC-AD98-864EE6A288A3}"/>
                      </a:ext>
                    </a:extLst>
                  </p:cNvPr>
                  <p:cNvSpPr/>
                  <p:nvPr/>
                </p:nvSpPr>
                <p:spPr>
                  <a:xfrm>
                    <a:off x="2961136" y="5647467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6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83" name="Forme libre : forme 17282">
                    <a:extLst>
                      <a:ext uri="{FF2B5EF4-FFF2-40B4-BE49-F238E27FC236}">
                        <a16:creationId xmlns:a16="http://schemas.microsoft.com/office/drawing/2014/main" id="{C265837F-4964-46CD-857E-A61EA269A7AE}"/>
                      </a:ext>
                    </a:extLst>
                  </p:cNvPr>
                  <p:cNvSpPr/>
                  <p:nvPr/>
                </p:nvSpPr>
                <p:spPr>
                  <a:xfrm>
                    <a:off x="3007808" y="568461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04" name="Graphique 1">
                  <a:extLst>
                    <a:ext uri="{FF2B5EF4-FFF2-40B4-BE49-F238E27FC236}">
                      <a16:creationId xmlns:a16="http://schemas.microsoft.com/office/drawing/2014/main" id="{2CDB0BC7-CEFA-4965-8B06-B2AEAD000E77}"/>
                    </a:ext>
                  </a:extLst>
                </p:cNvPr>
                <p:cNvGrpSpPr/>
                <p:nvPr/>
              </p:nvGrpSpPr>
              <p:grpSpPr>
                <a:xfrm>
                  <a:off x="3250505" y="5692044"/>
                  <a:ext cx="63245" cy="53721"/>
                  <a:chOff x="3250505" y="5692044"/>
                  <a:chExt cx="63245" cy="53721"/>
                </a:xfrm>
                <a:solidFill>
                  <a:srgbClr val="FFFFFF"/>
                </a:solidFill>
              </p:grpSpPr>
              <p:sp>
                <p:nvSpPr>
                  <p:cNvPr id="17280" name="Forme libre : forme 17279">
                    <a:extLst>
                      <a:ext uri="{FF2B5EF4-FFF2-40B4-BE49-F238E27FC236}">
                        <a16:creationId xmlns:a16="http://schemas.microsoft.com/office/drawing/2014/main" id="{5995F919-EF56-498D-9823-E7EEB4776E65}"/>
                      </a:ext>
                    </a:extLst>
                  </p:cNvPr>
                  <p:cNvSpPr/>
                  <p:nvPr/>
                </p:nvSpPr>
                <p:spPr>
                  <a:xfrm>
                    <a:off x="3250505" y="5692044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81" name="Forme libre : forme 17280">
                    <a:extLst>
                      <a:ext uri="{FF2B5EF4-FFF2-40B4-BE49-F238E27FC236}">
                        <a16:creationId xmlns:a16="http://schemas.microsoft.com/office/drawing/2014/main" id="{0C3855CF-6B78-457E-9150-E0905AE7A8C1}"/>
                      </a:ext>
                    </a:extLst>
                  </p:cNvPr>
                  <p:cNvSpPr/>
                  <p:nvPr/>
                </p:nvSpPr>
                <p:spPr>
                  <a:xfrm>
                    <a:off x="3297178" y="5729192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05" name="Graphique 1">
                  <a:extLst>
                    <a:ext uri="{FF2B5EF4-FFF2-40B4-BE49-F238E27FC236}">
                      <a16:creationId xmlns:a16="http://schemas.microsoft.com/office/drawing/2014/main" id="{E8AF448C-FCAD-4145-9B98-A62C255A86C1}"/>
                    </a:ext>
                  </a:extLst>
                </p:cNvPr>
                <p:cNvGrpSpPr/>
                <p:nvPr/>
              </p:nvGrpSpPr>
              <p:grpSpPr>
                <a:xfrm>
                  <a:off x="3457960" y="5305615"/>
                  <a:ext cx="63245" cy="53720"/>
                  <a:chOff x="3457960" y="5305615"/>
                  <a:chExt cx="63245" cy="53720"/>
                </a:xfrm>
                <a:solidFill>
                  <a:srgbClr val="FFFFFF"/>
                </a:solidFill>
              </p:grpSpPr>
              <p:sp>
                <p:nvSpPr>
                  <p:cNvPr id="17278" name="Forme libre : forme 17277">
                    <a:extLst>
                      <a:ext uri="{FF2B5EF4-FFF2-40B4-BE49-F238E27FC236}">
                        <a16:creationId xmlns:a16="http://schemas.microsoft.com/office/drawing/2014/main" id="{CDAF27F5-E7F7-4514-9E8D-4BB403ACA71D}"/>
                      </a:ext>
                    </a:extLst>
                  </p:cNvPr>
                  <p:cNvSpPr/>
                  <p:nvPr/>
                </p:nvSpPr>
                <p:spPr>
                  <a:xfrm>
                    <a:off x="3457960" y="5305615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3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79" name="Forme libre : forme 17278">
                    <a:extLst>
                      <a:ext uri="{FF2B5EF4-FFF2-40B4-BE49-F238E27FC236}">
                        <a16:creationId xmlns:a16="http://schemas.microsoft.com/office/drawing/2014/main" id="{7F693382-65AF-4AE3-9C9A-D7D63DD33F4B}"/>
                      </a:ext>
                    </a:extLst>
                  </p:cNvPr>
                  <p:cNvSpPr/>
                  <p:nvPr/>
                </p:nvSpPr>
                <p:spPr>
                  <a:xfrm>
                    <a:off x="3504632" y="5342763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06" name="Graphique 1">
                  <a:extLst>
                    <a:ext uri="{FF2B5EF4-FFF2-40B4-BE49-F238E27FC236}">
                      <a16:creationId xmlns:a16="http://schemas.microsoft.com/office/drawing/2014/main" id="{E5FC315C-8E98-4566-B95C-1B9B93EDBCEA}"/>
                    </a:ext>
                  </a:extLst>
                </p:cNvPr>
                <p:cNvGrpSpPr/>
                <p:nvPr/>
              </p:nvGrpSpPr>
              <p:grpSpPr>
                <a:xfrm>
                  <a:off x="3722469" y="5321426"/>
                  <a:ext cx="63245" cy="53721"/>
                  <a:chOff x="3722469" y="5321426"/>
                  <a:chExt cx="63245" cy="53721"/>
                </a:xfrm>
                <a:solidFill>
                  <a:srgbClr val="FFFFFF"/>
                </a:solidFill>
              </p:grpSpPr>
              <p:sp>
                <p:nvSpPr>
                  <p:cNvPr id="17276" name="Forme libre : forme 17275">
                    <a:extLst>
                      <a:ext uri="{FF2B5EF4-FFF2-40B4-BE49-F238E27FC236}">
                        <a16:creationId xmlns:a16="http://schemas.microsoft.com/office/drawing/2014/main" id="{49E982A9-851D-46CC-931D-B2417E122EC2}"/>
                      </a:ext>
                    </a:extLst>
                  </p:cNvPr>
                  <p:cNvSpPr/>
                  <p:nvPr/>
                </p:nvSpPr>
                <p:spPr>
                  <a:xfrm>
                    <a:off x="3722469" y="5321426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77" name="Forme libre : forme 17276">
                    <a:extLst>
                      <a:ext uri="{FF2B5EF4-FFF2-40B4-BE49-F238E27FC236}">
                        <a16:creationId xmlns:a16="http://schemas.microsoft.com/office/drawing/2014/main" id="{0636E5D7-8057-4D91-A338-46FF05352180}"/>
                      </a:ext>
                    </a:extLst>
                  </p:cNvPr>
                  <p:cNvSpPr/>
                  <p:nvPr/>
                </p:nvSpPr>
                <p:spPr>
                  <a:xfrm>
                    <a:off x="3769141" y="5358574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07" name="Graphique 1">
                  <a:extLst>
                    <a:ext uri="{FF2B5EF4-FFF2-40B4-BE49-F238E27FC236}">
                      <a16:creationId xmlns:a16="http://schemas.microsoft.com/office/drawing/2014/main" id="{19E3B70B-6A40-43D4-854B-C30B615E54A0}"/>
                    </a:ext>
                  </a:extLst>
                </p:cNvPr>
                <p:cNvGrpSpPr/>
                <p:nvPr/>
              </p:nvGrpSpPr>
              <p:grpSpPr>
                <a:xfrm>
                  <a:off x="3676463" y="5642895"/>
                  <a:ext cx="63341" cy="53816"/>
                  <a:chOff x="3676463" y="5642895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274" name="Forme libre : forme 17273">
                    <a:extLst>
                      <a:ext uri="{FF2B5EF4-FFF2-40B4-BE49-F238E27FC236}">
                        <a16:creationId xmlns:a16="http://schemas.microsoft.com/office/drawing/2014/main" id="{88D4AAEF-D415-4C25-993F-C9752A487B6A}"/>
                      </a:ext>
                    </a:extLst>
                  </p:cNvPr>
                  <p:cNvSpPr/>
                  <p:nvPr/>
                </p:nvSpPr>
                <p:spPr>
                  <a:xfrm>
                    <a:off x="3676463" y="5642895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75" name="Forme libre : forme 17274">
                    <a:extLst>
                      <a:ext uri="{FF2B5EF4-FFF2-40B4-BE49-F238E27FC236}">
                        <a16:creationId xmlns:a16="http://schemas.microsoft.com/office/drawing/2014/main" id="{A224D76F-207A-4394-8C31-FAB224727E55}"/>
                      </a:ext>
                    </a:extLst>
                  </p:cNvPr>
                  <p:cNvSpPr/>
                  <p:nvPr/>
                </p:nvSpPr>
                <p:spPr>
                  <a:xfrm>
                    <a:off x="3723231" y="5680138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08" name="Graphique 1">
                  <a:extLst>
                    <a:ext uri="{FF2B5EF4-FFF2-40B4-BE49-F238E27FC236}">
                      <a16:creationId xmlns:a16="http://schemas.microsoft.com/office/drawing/2014/main" id="{FDC1C3E5-6FC7-4D7B-B6E8-C4E4FC25A23F}"/>
                    </a:ext>
                  </a:extLst>
                </p:cNvPr>
                <p:cNvGrpSpPr/>
                <p:nvPr/>
              </p:nvGrpSpPr>
              <p:grpSpPr>
                <a:xfrm>
                  <a:off x="3884013" y="5433821"/>
                  <a:ext cx="63245" cy="53816"/>
                  <a:chOff x="3884013" y="5433821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7272" name="Forme libre : forme 17271">
                    <a:extLst>
                      <a:ext uri="{FF2B5EF4-FFF2-40B4-BE49-F238E27FC236}">
                        <a16:creationId xmlns:a16="http://schemas.microsoft.com/office/drawing/2014/main" id="{0C46AF30-5214-4E2E-B332-74FCE21E73FD}"/>
                      </a:ext>
                    </a:extLst>
                  </p:cNvPr>
                  <p:cNvSpPr/>
                  <p:nvPr/>
                </p:nvSpPr>
                <p:spPr>
                  <a:xfrm>
                    <a:off x="3884013" y="5433821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73" name="Forme libre : forme 17272">
                    <a:extLst>
                      <a:ext uri="{FF2B5EF4-FFF2-40B4-BE49-F238E27FC236}">
                        <a16:creationId xmlns:a16="http://schemas.microsoft.com/office/drawing/2014/main" id="{4D626A2E-BA27-4776-8095-B72FAD04D93D}"/>
                      </a:ext>
                    </a:extLst>
                  </p:cNvPr>
                  <p:cNvSpPr/>
                  <p:nvPr/>
                </p:nvSpPr>
                <p:spPr>
                  <a:xfrm>
                    <a:off x="3930686" y="5471064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09" name="Graphique 1">
                  <a:extLst>
                    <a:ext uri="{FF2B5EF4-FFF2-40B4-BE49-F238E27FC236}">
                      <a16:creationId xmlns:a16="http://schemas.microsoft.com/office/drawing/2014/main" id="{AFC4E593-FD9F-460A-802A-E66DA8616CB3}"/>
                    </a:ext>
                  </a:extLst>
                </p:cNvPr>
                <p:cNvGrpSpPr/>
                <p:nvPr/>
              </p:nvGrpSpPr>
              <p:grpSpPr>
                <a:xfrm>
                  <a:off x="3999551" y="5286565"/>
                  <a:ext cx="63341" cy="53816"/>
                  <a:chOff x="3999551" y="5286565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270" name="Forme libre : forme 17269">
                    <a:extLst>
                      <a:ext uri="{FF2B5EF4-FFF2-40B4-BE49-F238E27FC236}">
                        <a16:creationId xmlns:a16="http://schemas.microsoft.com/office/drawing/2014/main" id="{8D982264-A514-48C5-96A0-E1D08776358E}"/>
                      </a:ext>
                    </a:extLst>
                  </p:cNvPr>
                  <p:cNvSpPr/>
                  <p:nvPr/>
                </p:nvSpPr>
                <p:spPr>
                  <a:xfrm>
                    <a:off x="3999551" y="5286565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71" name="Forme libre : forme 17270">
                    <a:extLst>
                      <a:ext uri="{FF2B5EF4-FFF2-40B4-BE49-F238E27FC236}">
                        <a16:creationId xmlns:a16="http://schemas.microsoft.com/office/drawing/2014/main" id="{8C204A10-C862-4554-9C60-DAA72DA8284E}"/>
                      </a:ext>
                    </a:extLst>
                  </p:cNvPr>
                  <p:cNvSpPr/>
                  <p:nvPr/>
                </p:nvSpPr>
                <p:spPr>
                  <a:xfrm>
                    <a:off x="4046319" y="5323808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10" name="Graphique 1">
                  <a:extLst>
                    <a:ext uri="{FF2B5EF4-FFF2-40B4-BE49-F238E27FC236}">
                      <a16:creationId xmlns:a16="http://schemas.microsoft.com/office/drawing/2014/main" id="{A894AF89-653F-4185-B804-A7A865AA0CD6}"/>
                    </a:ext>
                  </a:extLst>
                </p:cNvPr>
                <p:cNvGrpSpPr/>
                <p:nvPr/>
              </p:nvGrpSpPr>
              <p:grpSpPr>
                <a:xfrm>
                  <a:off x="4161095" y="5581173"/>
                  <a:ext cx="63341" cy="53721"/>
                  <a:chOff x="4161095" y="5581173"/>
                  <a:chExt cx="63341" cy="53721"/>
                </a:xfrm>
                <a:solidFill>
                  <a:srgbClr val="FFFFFF"/>
                </a:solidFill>
              </p:grpSpPr>
              <p:sp>
                <p:nvSpPr>
                  <p:cNvPr id="17268" name="Forme libre : forme 17267">
                    <a:extLst>
                      <a:ext uri="{FF2B5EF4-FFF2-40B4-BE49-F238E27FC236}">
                        <a16:creationId xmlns:a16="http://schemas.microsoft.com/office/drawing/2014/main" id="{F903D0D3-8393-4F0D-BF02-C538CD0AD9E2}"/>
                      </a:ext>
                    </a:extLst>
                  </p:cNvPr>
                  <p:cNvSpPr/>
                  <p:nvPr/>
                </p:nvSpPr>
                <p:spPr>
                  <a:xfrm>
                    <a:off x="4161095" y="5581173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69" name="Forme libre : forme 17268">
                    <a:extLst>
                      <a:ext uri="{FF2B5EF4-FFF2-40B4-BE49-F238E27FC236}">
                        <a16:creationId xmlns:a16="http://schemas.microsoft.com/office/drawing/2014/main" id="{E4A00CF0-93FF-4065-9942-94145903AF44}"/>
                      </a:ext>
                    </a:extLst>
                  </p:cNvPr>
                  <p:cNvSpPr/>
                  <p:nvPr/>
                </p:nvSpPr>
                <p:spPr>
                  <a:xfrm>
                    <a:off x="4207863" y="561832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6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6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6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6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6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11" name="Graphique 1">
                  <a:extLst>
                    <a:ext uri="{FF2B5EF4-FFF2-40B4-BE49-F238E27FC236}">
                      <a16:creationId xmlns:a16="http://schemas.microsoft.com/office/drawing/2014/main" id="{D0C1DB5F-D26F-486D-ACC2-AD69ED493F65}"/>
                    </a:ext>
                  </a:extLst>
                </p:cNvPr>
                <p:cNvGrpSpPr/>
                <p:nvPr/>
              </p:nvGrpSpPr>
              <p:grpSpPr>
                <a:xfrm>
                  <a:off x="4321592" y="5304758"/>
                  <a:ext cx="63245" cy="53721"/>
                  <a:chOff x="4321592" y="5304758"/>
                  <a:chExt cx="63245" cy="53721"/>
                </a:xfrm>
                <a:solidFill>
                  <a:srgbClr val="FFFFFF"/>
                </a:solidFill>
              </p:grpSpPr>
              <p:sp>
                <p:nvSpPr>
                  <p:cNvPr id="17266" name="Forme libre : forme 17265">
                    <a:extLst>
                      <a:ext uri="{FF2B5EF4-FFF2-40B4-BE49-F238E27FC236}">
                        <a16:creationId xmlns:a16="http://schemas.microsoft.com/office/drawing/2014/main" id="{80E465C9-8291-4E93-BEC2-92AA723C1D5D}"/>
                      </a:ext>
                    </a:extLst>
                  </p:cNvPr>
                  <p:cNvSpPr/>
                  <p:nvPr/>
                </p:nvSpPr>
                <p:spPr>
                  <a:xfrm>
                    <a:off x="4321592" y="5304758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67" name="Forme libre : forme 17266">
                    <a:extLst>
                      <a:ext uri="{FF2B5EF4-FFF2-40B4-BE49-F238E27FC236}">
                        <a16:creationId xmlns:a16="http://schemas.microsoft.com/office/drawing/2014/main" id="{2987E7ED-5AF7-4266-8493-3B2021F2213C}"/>
                      </a:ext>
                    </a:extLst>
                  </p:cNvPr>
                  <p:cNvSpPr/>
                  <p:nvPr/>
                </p:nvSpPr>
                <p:spPr>
                  <a:xfrm>
                    <a:off x="4368264" y="5341905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12" name="Graphique 1">
                  <a:extLst>
                    <a:ext uri="{FF2B5EF4-FFF2-40B4-BE49-F238E27FC236}">
                      <a16:creationId xmlns:a16="http://schemas.microsoft.com/office/drawing/2014/main" id="{C4AB33A7-85A5-44FB-A98F-061DBDF5F7D0}"/>
                    </a:ext>
                  </a:extLst>
                </p:cNvPr>
                <p:cNvGrpSpPr/>
                <p:nvPr/>
              </p:nvGrpSpPr>
              <p:grpSpPr>
                <a:xfrm>
                  <a:off x="4560764" y="5247703"/>
                  <a:ext cx="63245" cy="53816"/>
                  <a:chOff x="4560764" y="5247703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7264" name="Forme libre : forme 17263">
                    <a:extLst>
                      <a:ext uri="{FF2B5EF4-FFF2-40B4-BE49-F238E27FC236}">
                        <a16:creationId xmlns:a16="http://schemas.microsoft.com/office/drawing/2014/main" id="{5AD81912-7BA4-4AF7-95F1-FA5C01D9CA92}"/>
                      </a:ext>
                    </a:extLst>
                  </p:cNvPr>
                  <p:cNvSpPr/>
                  <p:nvPr/>
                </p:nvSpPr>
                <p:spPr>
                  <a:xfrm>
                    <a:off x="4560764" y="5247703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65" name="Forme libre : forme 17264">
                    <a:extLst>
                      <a:ext uri="{FF2B5EF4-FFF2-40B4-BE49-F238E27FC236}">
                        <a16:creationId xmlns:a16="http://schemas.microsoft.com/office/drawing/2014/main" id="{77C611CC-3210-40C9-9755-061A4169211B}"/>
                      </a:ext>
                    </a:extLst>
                  </p:cNvPr>
                  <p:cNvSpPr/>
                  <p:nvPr/>
                </p:nvSpPr>
                <p:spPr>
                  <a:xfrm>
                    <a:off x="4607437" y="5284946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6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6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6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6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6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13" name="Graphique 1">
                  <a:extLst>
                    <a:ext uri="{FF2B5EF4-FFF2-40B4-BE49-F238E27FC236}">
                      <a16:creationId xmlns:a16="http://schemas.microsoft.com/office/drawing/2014/main" id="{E4357E56-6710-4660-86D8-CE600EB90A40}"/>
                    </a:ext>
                  </a:extLst>
                </p:cNvPr>
                <p:cNvGrpSpPr/>
                <p:nvPr/>
              </p:nvGrpSpPr>
              <p:grpSpPr>
                <a:xfrm>
                  <a:off x="4878709" y="5244941"/>
                  <a:ext cx="63245" cy="53816"/>
                  <a:chOff x="4878709" y="5244941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7262" name="Forme libre : forme 17261">
                    <a:extLst>
                      <a:ext uri="{FF2B5EF4-FFF2-40B4-BE49-F238E27FC236}">
                        <a16:creationId xmlns:a16="http://schemas.microsoft.com/office/drawing/2014/main" id="{148C3CA8-98DC-42E6-A0B1-AE881675C178}"/>
                      </a:ext>
                    </a:extLst>
                  </p:cNvPr>
                  <p:cNvSpPr/>
                  <p:nvPr/>
                </p:nvSpPr>
                <p:spPr>
                  <a:xfrm>
                    <a:off x="4878709" y="5244941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2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2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63" name="Forme libre : forme 17262">
                    <a:extLst>
                      <a:ext uri="{FF2B5EF4-FFF2-40B4-BE49-F238E27FC236}">
                        <a16:creationId xmlns:a16="http://schemas.microsoft.com/office/drawing/2014/main" id="{5606C3BC-1C89-4BAB-A0D3-4687D7B9681F}"/>
                      </a:ext>
                    </a:extLst>
                  </p:cNvPr>
                  <p:cNvSpPr/>
                  <p:nvPr/>
                </p:nvSpPr>
                <p:spPr>
                  <a:xfrm>
                    <a:off x="4925381" y="5282183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14" name="Graphique 1">
                  <a:extLst>
                    <a:ext uri="{FF2B5EF4-FFF2-40B4-BE49-F238E27FC236}">
                      <a16:creationId xmlns:a16="http://schemas.microsoft.com/office/drawing/2014/main" id="{E43AC27C-4104-4995-810F-56BFCF6948C1}"/>
                    </a:ext>
                  </a:extLst>
                </p:cNvPr>
                <p:cNvGrpSpPr/>
                <p:nvPr/>
              </p:nvGrpSpPr>
              <p:grpSpPr>
                <a:xfrm>
                  <a:off x="4669064" y="5611368"/>
                  <a:ext cx="63341" cy="53816"/>
                  <a:chOff x="4669064" y="5611368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260" name="Forme libre : forme 17259">
                    <a:extLst>
                      <a:ext uri="{FF2B5EF4-FFF2-40B4-BE49-F238E27FC236}">
                        <a16:creationId xmlns:a16="http://schemas.microsoft.com/office/drawing/2014/main" id="{9177A75C-7DA8-45EA-A3DA-E3934393E702}"/>
                      </a:ext>
                    </a:extLst>
                  </p:cNvPr>
                  <p:cNvSpPr/>
                  <p:nvPr/>
                </p:nvSpPr>
                <p:spPr>
                  <a:xfrm>
                    <a:off x="4669064" y="5611368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61" name="Forme libre : forme 17260">
                    <a:extLst>
                      <a:ext uri="{FF2B5EF4-FFF2-40B4-BE49-F238E27FC236}">
                        <a16:creationId xmlns:a16="http://schemas.microsoft.com/office/drawing/2014/main" id="{24BC9BEF-F0AA-4B2D-8A51-0F1D98FE1CC1}"/>
                      </a:ext>
                    </a:extLst>
                  </p:cNvPr>
                  <p:cNvSpPr/>
                  <p:nvPr/>
                </p:nvSpPr>
                <p:spPr>
                  <a:xfrm>
                    <a:off x="4715831" y="5648610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1"/>
                          <a:pt x="3710" y="0"/>
                          <a:pt x="8287" y="0"/>
                        </a:cubicBezTo>
                        <a:cubicBezTo>
                          <a:pt x="12863" y="0"/>
                          <a:pt x="16573" y="3711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15" name="Graphique 1">
                  <a:extLst>
                    <a:ext uri="{FF2B5EF4-FFF2-40B4-BE49-F238E27FC236}">
                      <a16:creationId xmlns:a16="http://schemas.microsoft.com/office/drawing/2014/main" id="{CAE6A666-1B7E-42A4-AD16-56DC7B7261CF}"/>
                    </a:ext>
                  </a:extLst>
                </p:cNvPr>
                <p:cNvGrpSpPr/>
                <p:nvPr/>
              </p:nvGrpSpPr>
              <p:grpSpPr>
                <a:xfrm>
                  <a:off x="5115691" y="5299424"/>
                  <a:ext cx="63341" cy="53720"/>
                  <a:chOff x="5115691" y="5299424"/>
                  <a:chExt cx="63341" cy="53720"/>
                </a:xfrm>
                <a:solidFill>
                  <a:srgbClr val="FFFFFF"/>
                </a:solidFill>
              </p:grpSpPr>
              <p:sp>
                <p:nvSpPr>
                  <p:cNvPr id="17258" name="Forme libre : forme 17257">
                    <a:extLst>
                      <a:ext uri="{FF2B5EF4-FFF2-40B4-BE49-F238E27FC236}">
                        <a16:creationId xmlns:a16="http://schemas.microsoft.com/office/drawing/2014/main" id="{A47FB2EB-C118-4374-9B78-72ECADF78B97}"/>
                      </a:ext>
                    </a:extLst>
                  </p:cNvPr>
                  <p:cNvSpPr/>
                  <p:nvPr/>
                </p:nvSpPr>
                <p:spPr>
                  <a:xfrm>
                    <a:off x="5115691" y="5299424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59" name="Forme libre : forme 17258">
                    <a:extLst>
                      <a:ext uri="{FF2B5EF4-FFF2-40B4-BE49-F238E27FC236}">
                        <a16:creationId xmlns:a16="http://schemas.microsoft.com/office/drawing/2014/main" id="{02F16D18-363F-42F8-AFD0-CEC2BD8DD10B}"/>
                      </a:ext>
                    </a:extLst>
                  </p:cNvPr>
                  <p:cNvSpPr/>
                  <p:nvPr/>
                </p:nvSpPr>
                <p:spPr>
                  <a:xfrm>
                    <a:off x="5162458" y="533657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16" name="Graphique 1">
                  <a:extLst>
                    <a:ext uri="{FF2B5EF4-FFF2-40B4-BE49-F238E27FC236}">
                      <a16:creationId xmlns:a16="http://schemas.microsoft.com/office/drawing/2014/main" id="{36060E47-37CD-4C3F-A2EB-04B1EE1F2BB8}"/>
                    </a:ext>
                  </a:extLst>
                </p:cNvPr>
                <p:cNvGrpSpPr/>
                <p:nvPr/>
              </p:nvGrpSpPr>
              <p:grpSpPr>
                <a:xfrm>
                  <a:off x="5702050" y="5233225"/>
                  <a:ext cx="63341" cy="53816"/>
                  <a:chOff x="5702050" y="5233225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256" name="Forme libre : forme 17255">
                    <a:extLst>
                      <a:ext uri="{FF2B5EF4-FFF2-40B4-BE49-F238E27FC236}">
                        <a16:creationId xmlns:a16="http://schemas.microsoft.com/office/drawing/2014/main" id="{2C68566F-3EB0-4506-B138-168DD606C288}"/>
                      </a:ext>
                    </a:extLst>
                  </p:cNvPr>
                  <p:cNvSpPr/>
                  <p:nvPr/>
                </p:nvSpPr>
                <p:spPr>
                  <a:xfrm>
                    <a:off x="5702050" y="5233225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2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2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2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57" name="Forme libre : forme 17256">
                    <a:extLst>
                      <a:ext uri="{FF2B5EF4-FFF2-40B4-BE49-F238E27FC236}">
                        <a16:creationId xmlns:a16="http://schemas.microsoft.com/office/drawing/2014/main" id="{5EAE43B4-D045-41A2-89D3-B4224D4E42CC}"/>
                      </a:ext>
                    </a:extLst>
                  </p:cNvPr>
                  <p:cNvSpPr/>
                  <p:nvPr/>
                </p:nvSpPr>
                <p:spPr>
                  <a:xfrm>
                    <a:off x="5748818" y="5270468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17" name="Graphique 1">
                  <a:extLst>
                    <a:ext uri="{FF2B5EF4-FFF2-40B4-BE49-F238E27FC236}">
                      <a16:creationId xmlns:a16="http://schemas.microsoft.com/office/drawing/2014/main" id="{DF3088E5-7824-4F81-B7A4-A0D71103CAF7}"/>
                    </a:ext>
                  </a:extLst>
                </p:cNvPr>
                <p:cNvGrpSpPr/>
                <p:nvPr/>
              </p:nvGrpSpPr>
              <p:grpSpPr>
                <a:xfrm>
                  <a:off x="5986752" y="5234463"/>
                  <a:ext cx="63246" cy="53721"/>
                  <a:chOff x="5986752" y="5234463"/>
                  <a:chExt cx="63246" cy="53721"/>
                </a:xfrm>
                <a:solidFill>
                  <a:srgbClr val="FFFFFF"/>
                </a:solidFill>
              </p:grpSpPr>
              <p:sp>
                <p:nvSpPr>
                  <p:cNvPr id="17254" name="Forme libre : forme 17253">
                    <a:extLst>
                      <a:ext uri="{FF2B5EF4-FFF2-40B4-BE49-F238E27FC236}">
                        <a16:creationId xmlns:a16="http://schemas.microsoft.com/office/drawing/2014/main" id="{FC518869-BC16-4037-807D-C2AE9781F8DB}"/>
                      </a:ext>
                    </a:extLst>
                  </p:cNvPr>
                  <p:cNvSpPr/>
                  <p:nvPr/>
                </p:nvSpPr>
                <p:spPr>
                  <a:xfrm>
                    <a:off x="5986752" y="5234463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55" name="Forme libre : forme 17254">
                    <a:extLst>
                      <a:ext uri="{FF2B5EF4-FFF2-40B4-BE49-F238E27FC236}">
                        <a16:creationId xmlns:a16="http://schemas.microsoft.com/office/drawing/2014/main" id="{385A7584-41D7-46E8-B5E2-C05579D258E7}"/>
                      </a:ext>
                    </a:extLst>
                  </p:cNvPr>
                  <p:cNvSpPr/>
                  <p:nvPr/>
                </p:nvSpPr>
                <p:spPr>
                  <a:xfrm>
                    <a:off x="6033425" y="527161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18" name="Graphique 1">
                  <a:extLst>
                    <a:ext uri="{FF2B5EF4-FFF2-40B4-BE49-F238E27FC236}">
                      <a16:creationId xmlns:a16="http://schemas.microsoft.com/office/drawing/2014/main" id="{DF0DC04E-E522-45DA-9793-DFBD7E4FE484}"/>
                    </a:ext>
                  </a:extLst>
                </p:cNvPr>
                <p:cNvGrpSpPr/>
                <p:nvPr/>
              </p:nvGrpSpPr>
              <p:grpSpPr>
                <a:xfrm>
                  <a:off x="6235450" y="5224938"/>
                  <a:ext cx="63246" cy="53816"/>
                  <a:chOff x="6235450" y="5224938"/>
                  <a:chExt cx="63246" cy="53816"/>
                </a:xfrm>
                <a:solidFill>
                  <a:srgbClr val="FFFFFF"/>
                </a:solidFill>
              </p:grpSpPr>
              <p:sp>
                <p:nvSpPr>
                  <p:cNvPr id="17252" name="Forme libre : forme 17251">
                    <a:extLst>
                      <a:ext uri="{FF2B5EF4-FFF2-40B4-BE49-F238E27FC236}">
                        <a16:creationId xmlns:a16="http://schemas.microsoft.com/office/drawing/2014/main" id="{FF94CC03-CC9E-4D8B-B147-A6563A4F22D3}"/>
                      </a:ext>
                    </a:extLst>
                  </p:cNvPr>
                  <p:cNvSpPr/>
                  <p:nvPr/>
                </p:nvSpPr>
                <p:spPr>
                  <a:xfrm>
                    <a:off x="6235450" y="5224938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53" name="Forme libre : forme 17252">
                    <a:extLst>
                      <a:ext uri="{FF2B5EF4-FFF2-40B4-BE49-F238E27FC236}">
                        <a16:creationId xmlns:a16="http://schemas.microsoft.com/office/drawing/2014/main" id="{3BB333F1-72E8-4CEC-B929-87284E0DB2C0}"/>
                      </a:ext>
                    </a:extLst>
                  </p:cNvPr>
                  <p:cNvSpPr/>
                  <p:nvPr/>
                </p:nvSpPr>
                <p:spPr>
                  <a:xfrm>
                    <a:off x="6282122" y="526218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19" name="Graphique 1">
                  <a:extLst>
                    <a:ext uri="{FF2B5EF4-FFF2-40B4-BE49-F238E27FC236}">
                      <a16:creationId xmlns:a16="http://schemas.microsoft.com/office/drawing/2014/main" id="{757B5AF5-01C8-4AD5-B92D-EFE270B16843}"/>
                    </a:ext>
                  </a:extLst>
                </p:cNvPr>
                <p:cNvGrpSpPr/>
                <p:nvPr/>
              </p:nvGrpSpPr>
              <p:grpSpPr>
                <a:xfrm>
                  <a:off x="5786727" y="5498401"/>
                  <a:ext cx="63246" cy="53720"/>
                  <a:chOff x="5786727" y="5498401"/>
                  <a:chExt cx="63246" cy="53720"/>
                </a:xfrm>
                <a:solidFill>
                  <a:srgbClr val="FFFFFF"/>
                </a:solidFill>
              </p:grpSpPr>
              <p:sp>
                <p:nvSpPr>
                  <p:cNvPr id="17250" name="Forme libre : forme 17249">
                    <a:extLst>
                      <a:ext uri="{FF2B5EF4-FFF2-40B4-BE49-F238E27FC236}">
                        <a16:creationId xmlns:a16="http://schemas.microsoft.com/office/drawing/2014/main" id="{CC5F47AB-4420-40D5-9EA7-D5EE1F2281CE}"/>
                      </a:ext>
                    </a:extLst>
                  </p:cNvPr>
                  <p:cNvSpPr/>
                  <p:nvPr/>
                </p:nvSpPr>
                <p:spPr>
                  <a:xfrm>
                    <a:off x="5786727" y="5498401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51" name="Forme libre : forme 17250">
                    <a:extLst>
                      <a:ext uri="{FF2B5EF4-FFF2-40B4-BE49-F238E27FC236}">
                        <a16:creationId xmlns:a16="http://schemas.microsoft.com/office/drawing/2014/main" id="{39FB5098-FC54-4142-B085-12F0B1E71EE3}"/>
                      </a:ext>
                    </a:extLst>
                  </p:cNvPr>
                  <p:cNvSpPr/>
                  <p:nvPr/>
                </p:nvSpPr>
                <p:spPr>
                  <a:xfrm>
                    <a:off x="5833400" y="5535549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1"/>
                          <a:pt x="3710" y="0"/>
                          <a:pt x="8287" y="0"/>
                        </a:cubicBezTo>
                        <a:cubicBezTo>
                          <a:pt x="12863" y="0"/>
                          <a:pt x="16573" y="3711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20" name="Graphique 1">
                  <a:extLst>
                    <a:ext uri="{FF2B5EF4-FFF2-40B4-BE49-F238E27FC236}">
                      <a16:creationId xmlns:a16="http://schemas.microsoft.com/office/drawing/2014/main" id="{82CDF82F-9355-4A5E-83B0-54F207339E71}"/>
                    </a:ext>
                  </a:extLst>
                </p:cNvPr>
                <p:cNvGrpSpPr/>
                <p:nvPr/>
              </p:nvGrpSpPr>
              <p:grpSpPr>
                <a:xfrm>
                  <a:off x="5573367" y="5403913"/>
                  <a:ext cx="63341" cy="53721"/>
                  <a:chOff x="5573367" y="5403913"/>
                  <a:chExt cx="63341" cy="53721"/>
                </a:xfrm>
                <a:solidFill>
                  <a:srgbClr val="FFFFFF"/>
                </a:solidFill>
              </p:grpSpPr>
              <p:sp>
                <p:nvSpPr>
                  <p:cNvPr id="17248" name="Forme libre : forme 17247">
                    <a:extLst>
                      <a:ext uri="{FF2B5EF4-FFF2-40B4-BE49-F238E27FC236}">
                        <a16:creationId xmlns:a16="http://schemas.microsoft.com/office/drawing/2014/main" id="{117B402F-EC37-44A2-9BA5-0C52484B3B98}"/>
                      </a:ext>
                    </a:extLst>
                  </p:cNvPr>
                  <p:cNvSpPr/>
                  <p:nvPr/>
                </p:nvSpPr>
                <p:spPr>
                  <a:xfrm>
                    <a:off x="5573367" y="5403913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2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2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49" name="Forme libre : forme 17248">
                    <a:extLst>
                      <a:ext uri="{FF2B5EF4-FFF2-40B4-BE49-F238E27FC236}">
                        <a16:creationId xmlns:a16="http://schemas.microsoft.com/office/drawing/2014/main" id="{3606F2AE-086A-422A-B3A9-A4567FF6E398}"/>
                      </a:ext>
                    </a:extLst>
                  </p:cNvPr>
                  <p:cNvSpPr/>
                  <p:nvPr/>
                </p:nvSpPr>
                <p:spPr>
                  <a:xfrm>
                    <a:off x="5620135" y="544106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21" name="Graphique 1">
                  <a:extLst>
                    <a:ext uri="{FF2B5EF4-FFF2-40B4-BE49-F238E27FC236}">
                      <a16:creationId xmlns:a16="http://schemas.microsoft.com/office/drawing/2014/main" id="{72B14A1E-CE98-4D6D-93EC-1F35352F3832}"/>
                    </a:ext>
                  </a:extLst>
                </p:cNvPr>
                <p:cNvGrpSpPr/>
                <p:nvPr/>
              </p:nvGrpSpPr>
              <p:grpSpPr>
                <a:xfrm>
                  <a:off x="5341433" y="5609748"/>
                  <a:ext cx="63246" cy="53816"/>
                  <a:chOff x="5341433" y="5609748"/>
                  <a:chExt cx="63246" cy="53816"/>
                </a:xfrm>
                <a:solidFill>
                  <a:srgbClr val="FFFFFF"/>
                </a:solidFill>
              </p:grpSpPr>
              <p:sp>
                <p:nvSpPr>
                  <p:cNvPr id="17246" name="Forme libre : forme 17245">
                    <a:extLst>
                      <a:ext uri="{FF2B5EF4-FFF2-40B4-BE49-F238E27FC236}">
                        <a16:creationId xmlns:a16="http://schemas.microsoft.com/office/drawing/2014/main" id="{50DF3FE7-AE5E-4B6C-8FFC-BEC014089CBC}"/>
                      </a:ext>
                    </a:extLst>
                  </p:cNvPr>
                  <p:cNvSpPr/>
                  <p:nvPr/>
                </p:nvSpPr>
                <p:spPr>
                  <a:xfrm>
                    <a:off x="5341433" y="5609748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47" name="Forme libre : forme 17246">
                    <a:extLst>
                      <a:ext uri="{FF2B5EF4-FFF2-40B4-BE49-F238E27FC236}">
                        <a16:creationId xmlns:a16="http://schemas.microsoft.com/office/drawing/2014/main" id="{A4AF3945-0B9F-4F4E-9A7C-62BA1612A971}"/>
                      </a:ext>
                    </a:extLst>
                  </p:cNvPr>
                  <p:cNvSpPr/>
                  <p:nvPr/>
                </p:nvSpPr>
                <p:spPr>
                  <a:xfrm>
                    <a:off x="5388106" y="564699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22" name="Graphique 1">
                  <a:extLst>
                    <a:ext uri="{FF2B5EF4-FFF2-40B4-BE49-F238E27FC236}">
                      <a16:creationId xmlns:a16="http://schemas.microsoft.com/office/drawing/2014/main" id="{84EB7674-7FC2-4E34-8ED1-8590616C87F8}"/>
                    </a:ext>
                  </a:extLst>
                </p:cNvPr>
                <p:cNvGrpSpPr/>
                <p:nvPr/>
              </p:nvGrpSpPr>
              <p:grpSpPr>
                <a:xfrm>
                  <a:off x="5129216" y="5508402"/>
                  <a:ext cx="63246" cy="53816"/>
                  <a:chOff x="5129216" y="5508402"/>
                  <a:chExt cx="63246" cy="53816"/>
                </a:xfrm>
                <a:solidFill>
                  <a:srgbClr val="FFFFFF"/>
                </a:solidFill>
              </p:grpSpPr>
              <p:sp>
                <p:nvSpPr>
                  <p:cNvPr id="17244" name="Forme libre : forme 17243">
                    <a:extLst>
                      <a:ext uri="{FF2B5EF4-FFF2-40B4-BE49-F238E27FC236}">
                        <a16:creationId xmlns:a16="http://schemas.microsoft.com/office/drawing/2014/main" id="{685E28E0-2A8F-40F5-A202-BB31B772F89B}"/>
                      </a:ext>
                    </a:extLst>
                  </p:cNvPr>
                  <p:cNvSpPr/>
                  <p:nvPr/>
                </p:nvSpPr>
                <p:spPr>
                  <a:xfrm>
                    <a:off x="5129216" y="5508402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45" name="Forme libre : forme 17244">
                    <a:extLst>
                      <a:ext uri="{FF2B5EF4-FFF2-40B4-BE49-F238E27FC236}">
                        <a16:creationId xmlns:a16="http://schemas.microsoft.com/office/drawing/2014/main" id="{938B14CA-06E3-46BB-8E62-1103C5BF4DF1}"/>
                      </a:ext>
                    </a:extLst>
                  </p:cNvPr>
                  <p:cNvSpPr/>
                  <p:nvPr/>
                </p:nvSpPr>
                <p:spPr>
                  <a:xfrm>
                    <a:off x="5175889" y="554564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4" y="16574"/>
                          <a:pt x="8287" y="16574"/>
                        </a:cubicBezTo>
                        <a:cubicBezTo>
                          <a:pt x="3711" y="16574"/>
                          <a:pt x="0" y="12863"/>
                          <a:pt x="0" y="8287"/>
                        </a:cubicBezTo>
                        <a:cubicBezTo>
                          <a:pt x="0" y="3711"/>
                          <a:pt x="3711" y="0"/>
                          <a:pt x="8287" y="0"/>
                        </a:cubicBezTo>
                        <a:cubicBezTo>
                          <a:pt x="12864" y="0"/>
                          <a:pt x="16574" y="3711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23" name="Graphique 1">
                  <a:extLst>
                    <a:ext uri="{FF2B5EF4-FFF2-40B4-BE49-F238E27FC236}">
                      <a16:creationId xmlns:a16="http://schemas.microsoft.com/office/drawing/2014/main" id="{1A76AC91-BFFE-4A47-8BF3-1CADCFC99465}"/>
                    </a:ext>
                  </a:extLst>
                </p:cNvPr>
                <p:cNvGrpSpPr/>
                <p:nvPr/>
              </p:nvGrpSpPr>
              <p:grpSpPr>
                <a:xfrm>
                  <a:off x="5400012" y="5449824"/>
                  <a:ext cx="63245" cy="53816"/>
                  <a:chOff x="5400012" y="5449824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7242" name="Forme libre : forme 17241">
                    <a:extLst>
                      <a:ext uri="{FF2B5EF4-FFF2-40B4-BE49-F238E27FC236}">
                        <a16:creationId xmlns:a16="http://schemas.microsoft.com/office/drawing/2014/main" id="{88328E2A-642E-4352-A665-77B9A665EABE}"/>
                      </a:ext>
                    </a:extLst>
                  </p:cNvPr>
                  <p:cNvSpPr/>
                  <p:nvPr/>
                </p:nvSpPr>
                <p:spPr>
                  <a:xfrm>
                    <a:off x="5400012" y="5449824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2 h 32385"/>
                      <a:gd name="connsiteX1" fmla="*/ 16193 w 32385"/>
                      <a:gd name="connsiteY1" fmla="*/ 32385 h 32385"/>
                      <a:gd name="connsiteX2" fmla="*/ 0 w 32385"/>
                      <a:gd name="connsiteY2" fmla="*/ 16192 h 32385"/>
                      <a:gd name="connsiteX3" fmla="*/ 16193 w 32385"/>
                      <a:gd name="connsiteY3" fmla="*/ 0 h 32385"/>
                      <a:gd name="connsiteX4" fmla="*/ 32385 w 32385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2"/>
                        </a:moveTo>
                        <a:cubicBezTo>
                          <a:pt x="32385" y="25135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50" y="0"/>
                          <a:pt x="16193" y="0"/>
                        </a:cubicBezTo>
                        <a:cubicBezTo>
                          <a:pt x="25136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43" name="Forme libre : forme 17242">
                    <a:extLst>
                      <a:ext uri="{FF2B5EF4-FFF2-40B4-BE49-F238E27FC236}">
                        <a16:creationId xmlns:a16="http://schemas.microsoft.com/office/drawing/2014/main" id="{C83A0071-EC87-44B1-9B44-BAFDDA3CE5B2}"/>
                      </a:ext>
                    </a:extLst>
                  </p:cNvPr>
                  <p:cNvSpPr/>
                  <p:nvPr/>
                </p:nvSpPr>
                <p:spPr>
                  <a:xfrm>
                    <a:off x="5446685" y="5487066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1" y="16573"/>
                          <a:pt x="0" y="12863"/>
                          <a:pt x="0" y="8287"/>
                        </a:cubicBezTo>
                        <a:cubicBezTo>
                          <a:pt x="0" y="3710"/>
                          <a:pt x="3711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24" name="Graphique 1">
                  <a:extLst>
                    <a:ext uri="{FF2B5EF4-FFF2-40B4-BE49-F238E27FC236}">
                      <a16:creationId xmlns:a16="http://schemas.microsoft.com/office/drawing/2014/main" id="{522A2A0D-5013-43E4-8C48-D8018E1B087C}"/>
                    </a:ext>
                  </a:extLst>
                </p:cNvPr>
                <p:cNvGrpSpPr/>
                <p:nvPr/>
              </p:nvGrpSpPr>
              <p:grpSpPr>
                <a:xfrm>
                  <a:off x="6259548" y="5404294"/>
                  <a:ext cx="63341" cy="53816"/>
                  <a:chOff x="6259548" y="5404294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240" name="Forme libre : forme 17239">
                    <a:extLst>
                      <a:ext uri="{FF2B5EF4-FFF2-40B4-BE49-F238E27FC236}">
                        <a16:creationId xmlns:a16="http://schemas.microsoft.com/office/drawing/2014/main" id="{8A635932-3141-481E-8D46-374F517C29F4}"/>
                      </a:ext>
                    </a:extLst>
                  </p:cNvPr>
                  <p:cNvSpPr/>
                  <p:nvPr/>
                </p:nvSpPr>
                <p:spPr>
                  <a:xfrm>
                    <a:off x="6259548" y="5404294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3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3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6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41" name="Forme libre : forme 17240">
                    <a:extLst>
                      <a:ext uri="{FF2B5EF4-FFF2-40B4-BE49-F238E27FC236}">
                        <a16:creationId xmlns:a16="http://schemas.microsoft.com/office/drawing/2014/main" id="{DFAF1488-C80F-4CFB-B639-B09B67E22F96}"/>
                      </a:ext>
                    </a:extLst>
                  </p:cNvPr>
                  <p:cNvSpPr/>
                  <p:nvPr/>
                </p:nvSpPr>
                <p:spPr>
                  <a:xfrm>
                    <a:off x="6306316" y="5441537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6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6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6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6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1" y="16573"/>
                          <a:pt x="0" y="12863"/>
                          <a:pt x="0" y="8286"/>
                        </a:cubicBezTo>
                        <a:cubicBezTo>
                          <a:pt x="0" y="3710"/>
                          <a:pt x="3711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25" name="Graphique 1">
                  <a:extLst>
                    <a:ext uri="{FF2B5EF4-FFF2-40B4-BE49-F238E27FC236}">
                      <a16:creationId xmlns:a16="http://schemas.microsoft.com/office/drawing/2014/main" id="{F6BAD7DA-3CBD-440B-A1CB-CB3C43C0E7BF}"/>
                    </a:ext>
                  </a:extLst>
                </p:cNvPr>
                <p:cNvGrpSpPr/>
                <p:nvPr/>
              </p:nvGrpSpPr>
              <p:grpSpPr>
                <a:xfrm>
                  <a:off x="6462240" y="5264943"/>
                  <a:ext cx="63341" cy="53720"/>
                  <a:chOff x="6462240" y="5264943"/>
                  <a:chExt cx="63341" cy="53720"/>
                </a:xfrm>
                <a:solidFill>
                  <a:srgbClr val="FFFFFF"/>
                </a:solidFill>
              </p:grpSpPr>
              <p:sp>
                <p:nvSpPr>
                  <p:cNvPr id="17238" name="Forme libre : forme 17237">
                    <a:extLst>
                      <a:ext uri="{FF2B5EF4-FFF2-40B4-BE49-F238E27FC236}">
                        <a16:creationId xmlns:a16="http://schemas.microsoft.com/office/drawing/2014/main" id="{19108B1D-848F-4B91-ABD8-253463204DCE}"/>
                      </a:ext>
                    </a:extLst>
                  </p:cNvPr>
                  <p:cNvSpPr/>
                  <p:nvPr/>
                </p:nvSpPr>
                <p:spPr>
                  <a:xfrm>
                    <a:off x="6462240" y="5264943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39" name="Forme libre : forme 17238">
                    <a:extLst>
                      <a:ext uri="{FF2B5EF4-FFF2-40B4-BE49-F238E27FC236}">
                        <a16:creationId xmlns:a16="http://schemas.microsoft.com/office/drawing/2014/main" id="{7BF791F3-2D20-40C6-AD7D-6C7628414412}"/>
                      </a:ext>
                    </a:extLst>
                  </p:cNvPr>
                  <p:cNvSpPr/>
                  <p:nvPr/>
                </p:nvSpPr>
                <p:spPr>
                  <a:xfrm>
                    <a:off x="6509008" y="530209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26" name="Graphique 1">
                  <a:extLst>
                    <a:ext uri="{FF2B5EF4-FFF2-40B4-BE49-F238E27FC236}">
                      <a16:creationId xmlns:a16="http://schemas.microsoft.com/office/drawing/2014/main" id="{796D2C0B-F170-4553-BF3B-AF3E453FC144}"/>
                    </a:ext>
                  </a:extLst>
                </p:cNvPr>
                <p:cNvGrpSpPr/>
                <p:nvPr/>
              </p:nvGrpSpPr>
              <p:grpSpPr>
                <a:xfrm>
                  <a:off x="6091336" y="5669946"/>
                  <a:ext cx="63246" cy="53816"/>
                  <a:chOff x="6091336" y="5669946"/>
                  <a:chExt cx="63246" cy="53816"/>
                </a:xfrm>
                <a:solidFill>
                  <a:srgbClr val="FFFFFF"/>
                </a:solidFill>
              </p:grpSpPr>
              <p:sp>
                <p:nvSpPr>
                  <p:cNvPr id="17236" name="Forme libre : forme 17235">
                    <a:extLst>
                      <a:ext uri="{FF2B5EF4-FFF2-40B4-BE49-F238E27FC236}">
                        <a16:creationId xmlns:a16="http://schemas.microsoft.com/office/drawing/2014/main" id="{F94BE029-824B-4FDF-BED1-C65F0639E2D0}"/>
                      </a:ext>
                    </a:extLst>
                  </p:cNvPr>
                  <p:cNvSpPr/>
                  <p:nvPr/>
                </p:nvSpPr>
                <p:spPr>
                  <a:xfrm>
                    <a:off x="6091336" y="5669946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2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2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37" name="Forme libre : forme 17236">
                    <a:extLst>
                      <a:ext uri="{FF2B5EF4-FFF2-40B4-BE49-F238E27FC236}">
                        <a16:creationId xmlns:a16="http://schemas.microsoft.com/office/drawing/2014/main" id="{E85E9BEC-8B56-494B-8F10-E36EB339EE7F}"/>
                      </a:ext>
                    </a:extLst>
                  </p:cNvPr>
                  <p:cNvSpPr/>
                  <p:nvPr/>
                </p:nvSpPr>
                <p:spPr>
                  <a:xfrm>
                    <a:off x="6138009" y="5707189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27" name="Graphique 1">
                  <a:extLst>
                    <a:ext uri="{FF2B5EF4-FFF2-40B4-BE49-F238E27FC236}">
                      <a16:creationId xmlns:a16="http://schemas.microsoft.com/office/drawing/2014/main" id="{B3E7E717-7A1E-45B3-A835-751986A05BAE}"/>
                    </a:ext>
                  </a:extLst>
                </p:cNvPr>
                <p:cNvGrpSpPr/>
                <p:nvPr/>
              </p:nvGrpSpPr>
              <p:grpSpPr>
                <a:xfrm>
                  <a:off x="5586893" y="5658897"/>
                  <a:ext cx="63245" cy="53721"/>
                  <a:chOff x="5586893" y="5658897"/>
                  <a:chExt cx="63245" cy="53721"/>
                </a:xfrm>
                <a:solidFill>
                  <a:srgbClr val="FFFFFF"/>
                </a:solidFill>
              </p:grpSpPr>
              <p:sp>
                <p:nvSpPr>
                  <p:cNvPr id="17234" name="Forme libre : forme 17233">
                    <a:extLst>
                      <a:ext uri="{FF2B5EF4-FFF2-40B4-BE49-F238E27FC236}">
                        <a16:creationId xmlns:a16="http://schemas.microsoft.com/office/drawing/2014/main" id="{F428CE6A-7D40-4181-B202-5823589F9C57}"/>
                      </a:ext>
                    </a:extLst>
                  </p:cNvPr>
                  <p:cNvSpPr/>
                  <p:nvPr/>
                </p:nvSpPr>
                <p:spPr>
                  <a:xfrm>
                    <a:off x="5586893" y="5658897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2 h 32385"/>
                      <a:gd name="connsiteX1" fmla="*/ 16193 w 32385"/>
                      <a:gd name="connsiteY1" fmla="*/ 32385 h 32385"/>
                      <a:gd name="connsiteX2" fmla="*/ 0 w 32385"/>
                      <a:gd name="connsiteY2" fmla="*/ 16192 h 32385"/>
                      <a:gd name="connsiteX3" fmla="*/ 16193 w 32385"/>
                      <a:gd name="connsiteY3" fmla="*/ 0 h 32385"/>
                      <a:gd name="connsiteX4" fmla="*/ 32385 w 32385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2"/>
                        </a:moveTo>
                        <a:cubicBezTo>
                          <a:pt x="32385" y="25136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2"/>
                        </a:cubicBezTo>
                        <a:cubicBezTo>
                          <a:pt x="0" y="7249"/>
                          <a:pt x="7250" y="0"/>
                          <a:pt x="16193" y="0"/>
                        </a:cubicBezTo>
                        <a:cubicBezTo>
                          <a:pt x="25136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35" name="Forme libre : forme 17234">
                    <a:extLst>
                      <a:ext uri="{FF2B5EF4-FFF2-40B4-BE49-F238E27FC236}">
                        <a16:creationId xmlns:a16="http://schemas.microsoft.com/office/drawing/2014/main" id="{E46D7630-7BBD-4D89-A2F8-6F40FC790FC8}"/>
                      </a:ext>
                    </a:extLst>
                  </p:cNvPr>
                  <p:cNvSpPr/>
                  <p:nvPr/>
                </p:nvSpPr>
                <p:spPr>
                  <a:xfrm>
                    <a:off x="5633565" y="569604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28" name="Graphique 1">
                  <a:extLst>
                    <a:ext uri="{FF2B5EF4-FFF2-40B4-BE49-F238E27FC236}">
                      <a16:creationId xmlns:a16="http://schemas.microsoft.com/office/drawing/2014/main" id="{F731A93A-1531-4A4C-BDA2-F10E1B18F91A}"/>
                    </a:ext>
                  </a:extLst>
                </p:cNvPr>
                <p:cNvGrpSpPr/>
                <p:nvPr/>
              </p:nvGrpSpPr>
              <p:grpSpPr>
                <a:xfrm>
                  <a:off x="4923857" y="5622607"/>
                  <a:ext cx="63245" cy="53816"/>
                  <a:chOff x="4923857" y="5622607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7232" name="Forme libre : forme 17231">
                    <a:extLst>
                      <a:ext uri="{FF2B5EF4-FFF2-40B4-BE49-F238E27FC236}">
                        <a16:creationId xmlns:a16="http://schemas.microsoft.com/office/drawing/2014/main" id="{6881F4E2-79EB-4E02-841A-7FD4278D9C1D}"/>
                      </a:ext>
                    </a:extLst>
                  </p:cNvPr>
                  <p:cNvSpPr/>
                  <p:nvPr/>
                </p:nvSpPr>
                <p:spPr>
                  <a:xfrm>
                    <a:off x="4923857" y="5622607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33" name="Forme libre : forme 17232">
                    <a:extLst>
                      <a:ext uri="{FF2B5EF4-FFF2-40B4-BE49-F238E27FC236}">
                        <a16:creationId xmlns:a16="http://schemas.microsoft.com/office/drawing/2014/main" id="{A552E5E9-C84C-4A96-9C6E-94FB9146C50F}"/>
                      </a:ext>
                    </a:extLst>
                  </p:cNvPr>
                  <p:cNvSpPr/>
                  <p:nvPr/>
                </p:nvSpPr>
                <p:spPr>
                  <a:xfrm>
                    <a:off x="4970530" y="5659850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4" y="16574"/>
                          <a:pt x="8287" y="16574"/>
                        </a:cubicBezTo>
                        <a:cubicBezTo>
                          <a:pt x="3711" y="16574"/>
                          <a:pt x="0" y="12863"/>
                          <a:pt x="0" y="8287"/>
                        </a:cubicBezTo>
                        <a:cubicBezTo>
                          <a:pt x="0" y="3710"/>
                          <a:pt x="3711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29" name="Graphique 1">
                  <a:extLst>
                    <a:ext uri="{FF2B5EF4-FFF2-40B4-BE49-F238E27FC236}">
                      <a16:creationId xmlns:a16="http://schemas.microsoft.com/office/drawing/2014/main" id="{68583486-9E5A-4FF3-A2C2-D3FE174EDE9A}"/>
                    </a:ext>
                  </a:extLst>
                </p:cNvPr>
                <p:cNvGrpSpPr/>
                <p:nvPr/>
              </p:nvGrpSpPr>
              <p:grpSpPr>
                <a:xfrm>
                  <a:off x="2227616" y="5521832"/>
                  <a:ext cx="63341" cy="53816"/>
                  <a:chOff x="2227616" y="5521832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7230" name="Forme libre : forme 17229">
                    <a:extLst>
                      <a:ext uri="{FF2B5EF4-FFF2-40B4-BE49-F238E27FC236}">
                        <a16:creationId xmlns:a16="http://schemas.microsoft.com/office/drawing/2014/main" id="{DC8B4B23-CF89-4016-9FB4-4646E2A3F238}"/>
                      </a:ext>
                    </a:extLst>
                  </p:cNvPr>
                  <p:cNvSpPr/>
                  <p:nvPr/>
                </p:nvSpPr>
                <p:spPr>
                  <a:xfrm>
                    <a:off x="2227616" y="5521832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31" name="Forme libre : forme 17230">
                    <a:extLst>
                      <a:ext uri="{FF2B5EF4-FFF2-40B4-BE49-F238E27FC236}">
                        <a16:creationId xmlns:a16="http://schemas.microsoft.com/office/drawing/2014/main" id="{E57A7BC4-258C-428F-901A-7586CBFA7B30}"/>
                      </a:ext>
                    </a:extLst>
                  </p:cNvPr>
                  <p:cNvSpPr/>
                  <p:nvPr/>
                </p:nvSpPr>
                <p:spPr>
                  <a:xfrm>
                    <a:off x="2274383" y="555907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7130" name="Forme libre : forme 17129">
                  <a:extLst>
                    <a:ext uri="{FF2B5EF4-FFF2-40B4-BE49-F238E27FC236}">
                      <a16:creationId xmlns:a16="http://schemas.microsoft.com/office/drawing/2014/main" id="{4C0E82DC-E6EE-4D8C-8406-496DDA72B103}"/>
                    </a:ext>
                  </a:extLst>
                </p:cNvPr>
                <p:cNvSpPr/>
                <p:nvPr/>
              </p:nvSpPr>
              <p:spPr>
                <a:xfrm>
                  <a:off x="6625483" y="5409330"/>
                  <a:ext cx="144373" cy="213251"/>
                </a:xfrm>
                <a:custGeom>
                  <a:avLst/>
                  <a:gdLst>
                    <a:gd name="connsiteX0" fmla="*/ 3255 w 144373"/>
                    <a:gd name="connsiteY0" fmla="*/ 88976 h 213251"/>
                    <a:gd name="connsiteX1" fmla="*/ 4397 w 144373"/>
                    <a:gd name="connsiteY1" fmla="*/ 159651 h 213251"/>
                    <a:gd name="connsiteX2" fmla="*/ 49927 w 144373"/>
                    <a:gd name="connsiteY2" fmla="*/ 210610 h 213251"/>
                    <a:gd name="connsiteX3" fmla="*/ 120126 w 144373"/>
                    <a:gd name="connsiteY3" fmla="*/ 200990 h 213251"/>
                    <a:gd name="connsiteX4" fmla="*/ 141652 w 144373"/>
                    <a:gd name="connsiteY4" fmla="*/ 186512 h 213251"/>
                    <a:gd name="connsiteX5" fmla="*/ 144320 w 144373"/>
                    <a:gd name="connsiteY5" fmla="*/ 170033 h 213251"/>
                    <a:gd name="connsiteX6" fmla="*/ 138986 w 144373"/>
                    <a:gd name="connsiteY6" fmla="*/ 134600 h 213251"/>
                    <a:gd name="connsiteX7" fmla="*/ 80978 w 144373"/>
                    <a:gd name="connsiteY7" fmla="*/ 2488 h 213251"/>
                    <a:gd name="connsiteX8" fmla="*/ 3255 w 144373"/>
                    <a:gd name="connsiteY8" fmla="*/ 88976 h 213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373" h="213251">
                      <a:moveTo>
                        <a:pt x="3255" y="88976"/>
                      </a:moveTo>
                      <a:cubicBezTo>
                        <a:pt x="-365" y="112502"/>
                        <a:pt x="-2175" y="136791"/>
                        <a:pt x="4397" y="159651"/>
                      </a:cubicBezTo>
                      <a:cubicBezTo>
                        <a:pt x="10970" y="182511"/>
                        <a:pt x="27258" y="203656"/>
                        <a:pt x="49927" y="210610"/>
                      </a:cubicBezTo>
                      <a:cubicBezTo>
                        <a:pt x="72978" y="217658"/>
                        <a:pt x="97552" y="209276"/>
                        <a:pt x="120126" y="200990"/>
                      </a:cubicBezTo>
                      <a:cubicBezTo>
                        <a:pt x="128413" y="197942"/>
                        <a:pt x="137461" y="194322"/>
                        <a:pt x="141652" y="186512"/>
                      </a:cubicBezTo>
                      <a:cubicBezTo>
                        <a:pt x="144320" y="181558"/>
                        <a:pt x="144510" y="175653"/>
                        <a:pt x="144320" y="170033"/>
                      </a:cubicBezTo>
                      <a:cubicBezTo>
                        <a:pt x="143844" y="158032"/>
                        <a:pt x="141367" y="146316"/>
                        <a:pt x="138986" y="134600"/>
                      </a:cubicBezTo>
                      <a:cubicBezTo>
                        <a:pt x="130794" y="94500"/>
                        <a:pt x="129270" y="17919"/>
                        <a:pt x="80978" y="2488"/>
                      </a:cubicBezTo>
                      <a:cubicBezTo>
                        <a:pt x="30687" y="-13704"/>
                        <a:pt x="9731" y="53066"/>
                        <a:pt x="3255" y="88976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31" name="Forme libre : forme 17130">
                  <a:extLst>
                    <a:ext uri="{FF2B5EF4-FFF2-40B4-BE49-F238E27FC236}">
                      <a16:creationId xmlns:a16="http://schemas.microsoft.com/office/drawing/2014/main" id="{7BBCCB7E-F57F-4A14-94E6-94E0CAB5173F}"/>
                    </a:ext>
                  </a:extLst>
                </p:cNvPr>
                <p:cNvSpPr/>
                <p:nvPr/>
              </p:nvSpPr>
              <p:spPr>
                <a:xfrm>
                  <a:off x="6835908" y="5117762"/>
                  <a:ext cx="81933" cy="185661"/>
                </a:xfrm>
                <a:custGeom>
                  <a:avLst/>
                  <a:gdLst>
                    <a:gd name="connsiteX0" fmla="*/ 665 w 81933"/>
                    <a:gd name="connsiteY0" fmla="*/ 107652 h 185661"/>
                    <a:gd name="connsiteX1" fmla="*/ 17047 w 81933"/>
                    <a:gd name="connsiteY1" fmla="*/ 181280 h 185661"/>
                    <a:gd name="connsiteX2" fmla="*/ 23906 w 81933"/>
                    <a:gd name="connsiteY2" fmla="*/ 185662 h 185661"/>
                    <a:gd name="connsiteX3" fmla="*/ 31335 w 81933"/>
                    <a:gd name="connsiteY3" fmla="*/ 179756 h 185661"/>
                    <a:gd name="connsiteX4" fmla="*/ 69149 w 81933"/>
                    <a:gd name="connsiteY4" fmla="*/ 16498 h 185661"/>
                    <a:gd name="connsiteX5" fmla="*/ 665 w 81933"/>
                    <a:gd name="connsiteY5" fmla="*/ 107652 h 185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933" h="185661">
                      <a:moveTo>
                        <a:pt x="665" y="107652"/>
                      </a:moveTo>
                      <a:cubicBezTo>
                        <a:pt x="-1431" y="133369"/>
                        <a:pt x="760" y="161278"/>
                        <a:pt x="17047" y="181280"/>
                      </a:cubicBezTo>
                      <a:cubicBezTo>
                        <a:pt x="18857" y="183471"/>
                        <a:pt x="21143" y="185662"/>
                        <a:pt x="23906" y="185662"/>
                      </a:cubicBezTo>
                      <a:cubicBezTo>
                        <a:pt x="27239" y="185567"/>
                        <a:pt x="29525" y="182519"/>
                        <a:pt x="31335" y="179756"/>
                      </a:cubicBezTo>
                      <a:cubicBezTo>
                        <a:pt x="57910" y="138799"/>
                        <a:pt x="104582" y="64028"/>
                        <a:pt x="69149" y="16498"/>
                      </a:cubicBezTo>
                      <a:cubicBezTo>
                        <a:pt x="24191" y="-43891"/>
                        <a:pt x="3141" y="78791"/>
                        <a:pt x="665" y="107652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32" name="Forme libre : forme 17131">
                  <a:extLst>
                    <a:ext uri="{FF2B5EF4-FFF2-40B4-BE49-F238E27FC236}">
                      <a16:creationId xmlns:a16="http://schemas.microsoft.com/office/drawing/2014/main" id="{27A9DC2B-0D0C-4DBD-A04B-4CCC1A1811A0}"/>
                    </a:ext>
                  </a:extLst>
                </p:cNvPr>
                <p:cNvSpPr/>
                <p:nvPr/>
              </p:nvSpPr>
              <p:spPr>
                <a:xfrm>
                  <a:off x="6748880" y="4966197"/>
                  <a:ext cx="88082" cy="120354"/>
                </a:xfrm>
                <a:custGeom>
                  <a:avLst/>
                  <a:gdLst>
                    <a:gd name="connsiteX0" fmla="*/ 26637 w 88082"/>
                    <a:gd name="connsiteY0" fmla="*/ 21950 h 120354"/>
                    <a:gd name="connsiteX1" fmla="*/ 4349 w 88082"/>
                    <a:gd name="connsiteY1" fmla="*/ 41857 h 120354"/>
                    <a:gd name="connsiteX2" fmla="*/ 6826 w 88082"/>
                    <a:gd name="connsiteY2" fmla="*/ 90149 h 120354"/>
                    <a:gd name="connsiteX3" fmla="*/ 33591 w 88082"/>
                    <a:gd name="connsiteY3" fmla="*/ 120153 h 120354"/>
                    <a:gd name="connsiteX4" fmla="*/ 63690 w 88082"/>
                    <a:gd name="connsiteY4" fmla="*/ 97292 h 120354"/>
                    <a:gd name="connsiteX5" fmla="*/ 73310 w 88082"/>
                    <a:gd name="connsiteY5" fmla="*/ 50810 h 120354"/>
                    <a:gd name="connsiteX6" fmla="*/ 88074 w 88082"/>
                    <a:gd name="connsiteY6" fmla="*/ 15378 h 120354"/>
                    <a:gd name="connsiteX7" fmla="*/ 26637 w 88082"/>
                    <a:gd name="connsiteY7" fmla="*/ 21950 h 120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8082" h="120354">
                      <a:moveTo>
                        <a:pt x="26637" y="21950"/>
                      </a:moveTo>
                      <a:cubicBezTo>
                        <a:pt x="18161" y="27284"/>
                        <a:pt x="9302" y="33094"/>
                        <a:pt x="4349" y="41857"/>
                      </a:cubicBezTo>
                      <a:cubicBezTo>
                        <a:pt x="-3842" y="56430"/>
                        <a:pt x="1015" y="74528"/>
                        <a:pt x="6826" y="90149"/>
                      </a:cubicBezTo>
                      <a:cubicBezTo>
                        <a:pt x="11778" y="103389"/>
                        <a:pt x="19589" y="118248"/>
                        <a:pt x="33591" y="120153"/>
                      </a:cubicBezTo>
                      <a:cubicBezTo>
                        <a:pt x="47116" y="122058"/>
                        <a:pt x="59023" y="110151"/>
                        <a:pt x="63690" y="97292"/>
                      </a:cubicBezTo>
                      <a:cubicBezTo>
                        <a:pt x="69119" y="82243"/>
                        <a:pt x="68167" y="65860"/>
                        <a:pt x="73310" y="50810"/>
                      </a:cubicBezTo>
                      <a:cubicBezTo>
                        <a:pt x="77215" y="39381"/>
                        <a:pt x="87883" y="27951"/>
                        <a:pt x="88074" y="15378"/>
                      </a:cubicBezTo>
                      <a:cubicBezTo>
                        <a:pt x="88836" y="-18722"/>
                        <a:pt x="40258" y="13282"/>
                        <a:pt x="26637" y="21950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33" name="Forme libre : forme 17132">
                  <a:extLst>
                    <a:ext uri="{FF2B5EF4-FFF2-40B4-BE49-F238E27FC236}">
                      <a16:creationId xmlns:a16="http://schemas.microsoft.com/office/drawing/2014/main" id="{43D89B1E-94B5-42CD-A57B-4DCC266AC5CB}"/>
                    </a:ext>
                  </a:extLst>
                </p:cNvPr>
                <p:cNvSpPr/>
                <p:nvPr/>
              </p:nvSpPr>
              <p:spPr>
                <a:xfrm>
                  <a:off x="6898386" y="5362450"/>
                  <a:ext cx="52722" cy="119362"/>
                </a:xfrm>
                <a:custGeom>
                  <a:avLst/>
                  <a:gdLst>
                    <a:gd name="connsiteX0" fmla="*/ 4 w 52722"/>
                    <a:gd name="connsiteY0" fmla="*/ 98232 h 119362"/>
                    <a:gd name="connsiteX1" fmla="*/ 9529 w 52722"/>
                    <a:gd name="connsiteY1" fmla="*/ 118996 h 119362"/>
                    <a:gd name="connsiteX2" fmla="*/ 23912 w 52722"/>
                    <a:gd name="connsiteY2" fmla="*/ 112329 h 119362"/>
                    <a:gd name="connsiteX3" fmla="*/ 46867 w 52722"/>
                    <a:gd name="connsiteY3" fmla="*/ 47654 h 119362"/>
                    <a:gd name="connsiteX4" fmla="*/ 43818 w 52722"/>
                    <a:gd name="connsiteY4" fmla="*/ 2506 h 119362"/>
                    <a:gd name="connsiteX5" fmla="*/ 4 w 52722"/>
                    <a:gd name="connsiteY5" fmla="*/ 98232 h 119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722" h="119362">
                      <a:moveTo>
                        <a:pt x="4" y="98232"/>
                      </a:moveTo>
                      <a:cubicBezTo>
                        <a:pt x="-92" y="106423"/>
                        <a:pt x="1623" y="116710"/>
                        <a:pt x="9529" y="118996"/>
                      </a:cubicBezTo>
                      <a:cubicBezTo>
                        <a:pt x="14958" y="120521"/>
                        <a:pt x="20768" y="117092"/>
                        <a:pt x="23912" y="112329"/>
                      </a:cubicBezTo>
                      <a:cubicBezTo>
                        <a:pt x="34865" y="95565"/>
                        <a:pt x="39151" y="66895"/>
                        <a:pt x="46867" y="47654"/>
                      </a:cubicBezTo>
                      <a:cubicBezTo>
                        <a:pt x="51820" y="35462"/>
                        <a:pt x="58392" y="12412"/>
                        <a:pt x="43818" y="2506"/>
                      </a:cubicBezTo>
                      <a:cubicBezTo>
                        <a:pt x="15243" y="-16830"/>
                        <a:pt x="289" y="81563"/>
                        <a:pt x="4" y="98232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34" name="Forme libre : forme 17133">
                  <a:extLst>
                    <a:ext uri="{FF2B5EF4-FFF2-40B4-BE49-F238E27FC236}">
                      <a16:creationId xmlns:a16="http://schemas.microsoft.com/office/drawing/2014/main" id="{F8C63BB8-EF88-49C5-9CAD-6B92D982A030}"/>
                    </a:ext>
                  </a:extLst>
                </p:cNvPr>
                <p:cNvSpPr/>
                <p:nvPr/>
              </p:nvSpPr>
              <p:spPr>
                <a:xfrm>
                  <a:off x="6896313" y="4859819"/>
                  <a:ext cx="115873" cy="71344"/>
                </a:xfrm>
                <a:custGeom>
                  <a:avLst/>
                  <a:gdLst>
                    <a:gd name="connsiteX0" fmla="*/ 61132 w 115873"/>
                    <a:gd name="connsiteY0" fmla="*/ 70606 h 71344"/>
                    <a:gd name="connsiteX1" fmla="*/ 76467 w 115873"/>
                    <a:gd name="connsiteY1" fmla="*/ 69558 h 71344"/>
                    <a:gd name="connsiteX2" fmla="*/ 87230 w 115873"/>
                    <a:gd name="connsiteY2" fmla="*/ 59176 h 71344"/>
                    <a:gd name="connsiteX3" fmla="*/ 106375 w 115873"/>
                    <a:gd name="connsiteY3" fmla="*/ 41173 h 71344"/>
                    <a:gd name="connsiteX4" fmla="*/ 115614 w 115873"/>
                    <a:gd name="connsiteY4" fmla="*/ 17551 h 71344"/>
                    <a:gd name="connsiteX5" fmla="*/ 114281 w 115873"/>
                    <a:gd name="connsiteY5" fmla="*/ 14503 h 71344"/>
                    <a:gd name="connsiteX6" fmla="*/ 109042 w 115873"/>
                    <a:gd name="connsiteY6" fmla="*/ 13742 h 71344"/>
                    <a:gd name="connsiteX7" fmla="*/ 55226 w 115873"/>
                    <a:gd name="connsiteY7" fmla="*/ 20219 h 71344"/>
                    <a:gd name="connsiteX8" fmla="*/ 15793 w 115873"/>
                    <a:gd name="connsiteY8" fmla="*/ 4693 h 71344"/>
                    <a:gd name="connsiteX9" fmla="*/ 2077 w 115873"/>
                    <a:gd name="connsiteY9" fmla="*/ 16123 h 71344"/>
                    <a:gd name="connsiteX10" fmla="*/ 61132 w 115873"/>
                    <a:gd name="connsiteY10" fmla="*/ 70606 h 71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873" h="71344">
                      <a:moveTo>
                        <a:pt x="61132" y="70606"/>
                      </a:moveTo>
                      <a:cubicBezTo>
                        <a:pt x="66275" y="71558"/>
                        <a:pt x="71800" y="71939"/>
                        <a:pt x="76467" y="69558"/>
                      </a:cubicBezTo>
                      <a:cubicBezTo>
                        <a:pt x="80943" y="67272"/>
                        <a:pt x="83897" y="62891"/>
                        <a:pt x="87230" y="59176"/>
                      </a:cubicBezTo>
                      <a:cubicBezTo>
                        <a:pt x="93040" y="52603"/>
                        <a:pt x="100375" y="47555"/>
                        <a:pt x="106375" y="41173"/>
                      </a:cubicBezTo>
                      <a:cubicBezTo>
                        <a:pt x="112376" y="34792"/>
                        <a:pt x="117043" y="26219"/>
                        <a:pt x="115614" y="17551"/>
                      </a:cubicBezTo>
                      <a:cubicBezTo>
                        <a:pt x="115424" y="16409"/>
                        <a:pt x="115138" y="15266"/>
                        <a:pt x="114281" y="14503"/>
                      </a:cubicBezTo>
                      <a:cubicBezTo>
                        <a:pt x="112948" y="13265"/>
                        <a:pt x="110852" y="13456"/>
                        <a:pt x="109042" y="13742"/>
                      </a:cubicBezTo>
                      <a:cubicBezTo>
                        <a:pt x="91230" y="16885"/>
                        <a:pt x="73323" y="21266"/>
                        <a:pt x="55226" y="20219"/>
                      </a:cubicBezTo>
                      <a:cubicBezTo>
                        <a:pt x="38653" y="19266"/>
                        <a:pt x="29509" y="11741"/>
                        <a:pt x="15793" y="4693"/>
                      </a:cubicBezTo>
                      <a:cubicBezTo>
                        <a:pt x="1029" y="-2832"/>
                        <a:pt x="-2972" y="-2832"/>
                        <a:pt x="2077" y="16123"/>
                      </a:cubicBezTo>
                      <a:cubicBezTo>
                        <a:pt x="9125" y="43174"/>
                        <a:pt x="33795" y="65557"/>
                        <a:pt x="61132" y="70606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35" name="Forme libre : forme 17134">
                  <a:extLst>
                    <a:ext uri="{FF2B5EF4-FFF2-40B4-BE49-F238E27FC236}">
                      <a16:creationId xmlns:a16="http://schemas.microsoft.com/office/drawing/2014/main" id="{5650CFDC-1FD5-41F3-9BDA-F17E109C19A7}"/>
                    </a:ext>
                  </a:extLst>
                </p:cNvPr>
                <p:cNvSpPr/>
                <p:nvPr/>
              </p:nvSpPr>
              <p:spPr>
                <a:xfrm>
                  <a:off x="7023148" y="5112563"/>
                  <a:ext cx="125368" cy="154527"/>
                </a:xfrm>
                <a:custGeom>
                  <a:avLst/>
                  <a:gdLst>
                    <a:gd name="connsiteX0" fmla="*/ 401 w 125368"/>
                    <a:gd name="connsiteY0" fmla="*/ 72752 h 154527"/>
                    <a:gd name="connsiteX1" fmla="*/ 10116 w 125368"/>
                    <a:gd name="connsiteY1" fmla="*/ 110089 h 154527"/>
                    <a:gd name="connsiteX2" fmla="*/ 28785 w 125368"/>
                    <a:gd name="connsiteY2" fmla="*/ 130473 h 154527"/>
                    <a:gd name="connsiteX3" fmla="*/ 78411 w 125368"/>
                    <a:gd name="connsiteY3" fmla="*/ 154286 h 154527"/>
                    <a:gd name="connsiteX4" fmla="*/ 125369 w 125368"/>
                    <a:gd name="connsiteY4" fmla="*/ 130949 h 154527"/>
                    <a:gd name="connsiteX5" fmla="*/ 80792 w 125368"/>
                    <a:gd name="connsiteY5" fmla="*/ 81134 h 154527"/>
                    <a:gd name="connsiteX6" fmla="*/ 49454 w 125368"/>
                    <a:gd name="connsiteY6" fmla="*/ 20269 h 154527"/>
                    <a:gd name="connsiteX7" fmla="*/ 16688 w 125368"/>
                    <a:gd name="connsiteY7" fmla="*/ 6743 h 154527"/>
                    <a:gd name="connsiteX8" fmla="*/ 401 w 125368"/>
                    <a:gd name="connsiteY8" fmla="*/ 72752 h 154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5368" h="154527">
                      <a:moveTo>
                        <a:pt x="401" y="72752"/>
                      </a:moveTo>
                      <a:cubicBezTo>
                        <a:pt x="1068" y="85705"/>
                        <a:pt x="3449" y="98945"/>
                        <a:pt x="10116" y="110089"/>
                      </a:cubicBezTo>
                      <a:cubicBezTo>
                        <a:pt x="14878" y="117995"/>
                        <a:pt x="21641" y="124568"/>
                        <a:pt x="28785" y="130473"/>
                      </a:cubicBezTo>
                      <a:cubicBezTo>
                        <a:pt x="43073" y="142379"/>
                        <a:pt x="59837" y="152476"/>
                        <a:pt x="78411" y="154286"/>
                      </a:cubicBezTo>
                      <a:cubicBezTo>
                        <a:pt x="96984" y="156095"/>
                        <a:pt x="117368" y="147713"/>
                        <a:pt x="125369" y="130949"/>
                      </a:cubicBezTo>
                      <a:cubicBezTo>
                        <a:pt x="125369" y="131044"/>
                        <a:pt x="84221" y="86182"/>
                        <a:pt x="80792" y="81134"/>
                      </a:cubicBezTo>
                      <a:cubicBezTo>
                        <a:pt x="67647" y="62179"/>
                        <a:pt x="57836" y="41795"/>
                        <a:pt x="49454" y="20269"/>
                      </a:cubicBezTo>
                      <a:cubicBezTo>
                        <a:pt x="42787" y="3314"/>
                        <a:pt x="34595" y="-7830"/>
                        <a:pt x="16688" y="6743"/>
                      </a:cubicBezTo>
                      <a:cubicBezTo>
                        <a:pt x="-933" y="21031"/>
                        <a:pt x="-647" y="52273"/>
                        <a:pt x="401" y="72752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36" name="Forme libre : forme 17135">
                  <a:extLst>
                    <a:ext uri="{FF2B5EF4-FFF2-40B4-BE49-F238E27FC236}">
                      <a16:creationId xmlns:a16="http://schemas.microsoft.com/office/drawing/2014/main" id="{24C67A7A-47FF-49DF-85AA-C94A8B2AC626}"/>
                    </a:ext>
                  </a:extLst>
                </p:cNvPr>
                <p:cNvSpPr/>
                <p:nvPr/>
              </p:nvSpPr>
              <p:spPr>
                <a:xfrm>
                  <a:off x="7175642" y="4910328"/>
                  <a:ext cx="102953" cy="215432"/>
                </a:xfrm>
                <a:custGeom>
                  <a:avLst/>
                  <a:gdLst>
                    <a:gd name="connsiteX0" fmla="*/ 62505 w 102953"/>
                    <a:gd name="connsiteY0" fmla="*/ 0 h 215432"/>
                    <a:gd name="connsiteX1" fmla="*/ 15356 w 102953"/>
                    <a:gd name="connsiteY1" fmla="*/ 55626 h 215432"/>
                    <a:gd name="connsiteX2" fmla="*/ 11737 w 102953"/>
                    <a:gd name="connsiteY2" fmla="*/ 164116 h 215432"/>
                    <a:gd name="connsiteX3" fmla="*/ 92794 w 102953"/>
                    <a:gd name="connsiteY3" fmla="*/ 214408 h 215432"/>
                    <a:gd name="connsiteX4" fmla="*/ 102224 w 102953"/>
                    <a:gd name="connsiteY4" fmla="*/ 213455 h 215432"/>
                    <a:gd name="connsiteX5" fmla="*/ 102224 w 102953"/>
                    <a:gd name="connsiteY5" fmla="*/ 207073 h 215432"/>
                    <a:gd name="connsiteX6" fmla="*/ 83555 w 102953"/>
                    <a:gd name="connsiteY6" fmla="*/ 164020 h 215432"/>
                    <a:gd name="connsiteX7" fmla="*/ 72887 w 102953"/>
                    <a:gd name="connsiteY7" fmla="*/ 34861 h 215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2953" h="215432">
                      <a:moveTo>
                        <a:pt x="62505" y="0"/>
                      </a:moveTo>
                      <a:cubicBezTo>
                        <a:pt x="39645" y="9906"/>
                        <a:pt x="25452" y="32861"/>
                        <a:pt x="15356" y="55626"/>
                      </a:cubicBezTo>
                      <a:cubicBezTo>
                        <a:pt x="116" y="90106"/>
                        <a:pt x="-8171" y="132112"/>
                        <a:pt x="11737" y="164116"/>
                      </a:cubicBezTo>
                      <a:cubicBezTo>
                        <a:pt x="28882" y="191643"/>
                        <a:pt x="62029" y="203930"/>
                        <a:pt x="92794" y="214408"/>
                      </a:cubicBezTo>
                      <a:cubicBezTo>
                        <a:pt x="96033" y="215551"/>
                        <a:pt x="100319" y="216312"/>
                        <a:pt x="102224" y="213455"/>
                      </a:cubicBezTo>
                      <a:cubicBezTo>
                        <a:pt x="103462" y="211645"/>
                        <a:pt x="102891" y="209169"/>
                        <a:pt x="102224" y="207073"/>
                      </a:cubicBezTo>
                      <a:cubicBezTo>
                        <a:pt x="97462" y="192119"/>
                        <a:pt x="89365" y="178594"/>
                        <a:pt x="83555" y="164020"/>
                      </a:cubicBezTo>
                      <a:cubicBezTo>
                        <a:pt x="67363" y="123539"/>
                        <a:pt x="69934" y="78295"/>
                        <a:pt x="72887" y="34861"/>
                      </a:cubicBezTo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37" name="Forme libre : forme 17136">
                  <a:extLst>
                    <a:ext uri="{FF2B5EF4-FFF2-40B4-BE49-F238E27FC236}">
                      <a16:creationId xmlns:a16="http://schemas.microsoft.com/office/drawing/2014/main" id="{18CF7899-E140-4EED-BDAC-3ECA90A0A81A}"/>
                    </a:ext>
                  </a:extLst>
                </p:cNvPr>
                <p:cNvSpPr/>
                <p:nvPr/>
              </p:nvSpPr>
              <p:spPr>
                <a:xfrm>
                  <a:off x="7006619" y="4986268"/>
                  <a:ext cx="61017" cy="89050"/>
                </a:xfrm>
                <a:custGeom>
                  <a:avLst/>
                  <a:gdLst>
                    <a:gd name="connsiteX0" fmla="*/ 19501 w 61017"/>
                    <a:gd name="connsiteY0" fmla="*/ 87794 h 89050"/>
                    <a:gd name="connsiteX1" fmla="*/ 39313 w 61017"/>
                    <a:gd name="connsiteY1" fmla="*/ 1878 h 89050"/>
                    <a:gd name="connsiteX2" fmla="*/ 19501 w 61017"/>
                    <a:gd name="connsiteY2" fmla="*/ 87794 h 89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1017" h="89050">
                      <a:moveTo>
                        <a:pt x="19501" y="87794"/>
                      </a:moveTo>
                      <a:cubicBezTo>
                        <a:pt x="52172" y="100176"/>
                        <a:pt x="83223" y="17309"/>
                        <a:pt x="39313" y="1878"/>
                      </a:cubicBezTo>
                      <a:cubicBezTo>
                        <a:pt x="-5931" y="-14028"/>
                        <a:pt x="-11550" y="75983"/>
                        <a:pt x="19501" y="87794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38" name="Forme libre : forme 17137">
                  <a:extLst>
                    <a:ext uri="{FF2B5EF4-FFF2-40B4-BE49-F238E27FC236}">
                      <a16:creationId xmlns:a16="http://schemas.microsoft.com/office/drawing/2014/main" id="{6D98AFFA-5F8C-498C-A05B-7668E42D30F5}"/>
                    </a:ext>
                  </a:extLst>
                </p:cNvPr>
                <p:cNvSpPr/>
                <p:nvPr/>
              </p:nvSpPr>
              <p:spPr>
                <a:xfrm>
                  <a:off x="7123005" y="4794231"/>
                  <a:ext cx="120701" cy="72303"/>
                </a:xfrm>
                <a:custGeom>
                  <a:avLst/>
                  <a:gdLst>
                    <a:gd name="connsiteX0" fmla="*/ 43037 w 120701"/>
                    <a:gd name="connsiteY0" fmla="*/ 72281 h 72303"/>
                    <a:gd name="connsiteX1" fmla="*/ 85995 w 120701"/>
                    <a:gd name="connsiteY1" fmla="*/ 61518 h 72303"/>
                    <a:gd name="connsiteX2" fmla="*/ 117999 w 120701"/>
                    <a:gd name="connsiteY2" fmla="*/ 46564 h 72303"/>
                    <a:gd name="connsiteX3" fmla="*/ 120666 w 120701"/>
                    <a:gd name="connsiteY3" fmla="*/ 42373 h 72303"/>
                    <a:gd name="connsiteX4" fmla="*/ 117999 w 120701"/>
                    <a:gd name="connsiteY4" fmla="*/ 39420 h 72303"/>
                    <a:gd name="connsiteX5" fmla="*/ 14844 w 120701"/>
                    <a:gd name="connsiteY5" fmla="*/ 7987 h 72303"/>
                    <a:gd name="connsiteX6" fmla="*/ 43037 w 120701"/>
                    <a:gd name="connsiteY6" fmla="*/ 72281 h 72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0701" h="72303">
                      <a:moveTo>
                        <a:pt x="43037" y="72281"/>
                      </a:moveTo>
                      <a:cubicBezTo>
                        <a:pt x="57896" y="71995"/>
                        <a:pt x="72089" y="66661"/>
                        <a:pt x="85995" y="61518"/>
                      </a:cubicBezTo>
                      <a:cubicBezTo>
                        <a:pt x="97045" y="57422"/>
                        <a:pt x="108379" y="53422"/>
                        <a:pt x="117999" y="46564"/>
                      </a:cubicBezTo>
                      <a:cubicBezTo>
                        <a:pt x="119428" y="45516"/>
                        <a:pt x="120952" y="44087"/>
                        <a:pt x="120666" y="42373"/>
                      </a:cubicBezTo>
                      <a:cubicBezTo>
                        <a:pt x="120476" y="41039"/>
                        <a:pt x="119143" y="40182"/>
                        <a:pt x="117999" y="39420"/>
                      </a:cubicBezTo>
                      <a:cubicBezTo>
                        <a:pt x="90091" y="22084"/>
                        <a:pt x="49038" y="-16683"/>
                        <a:pt x="14844" y="7987"/>
                      </a:cubicBezTo>
                      <a:cubicBezTo>
                        <a:pt x="-17446" y="31228"/>
                        <a:pt x="7985" y="73424"/>
                        <a:pt x="43037" y="72281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39" name="Forme libre : forme 17138">
                  <a:extLst>
                    <a:ext uri="{FF2B5EF4-FFF2-40B4-BE49-F238E27FC236}">
                      <a16:creationId xmlns:a16="http://schemas.microsoft.com/office/drawing/2014/main" id="{47CF8FB8-FE34-45DC-89B0-5BEE5801075E}"/>
                    </a:ext>
                  </a:extLst>
                </p:cNvPr>
                <p:cNvSpPr/>
                <p:nvPr/>
              </p:nvSpPr>
              <p:spPr>
                <a:xfrm>
                  <a:off x="7197382" y="4659655"/>
                  <a:ext cx="147730" cy="64137"/>
                </a:xfrm>
                <a:custGeom>
                  <a:avLst/>
                  <a:gdLst>
                    <a:gd name="connsiteX0" fmla="*/ 2950 w 147730"/>
                    <a:gd name="connsiteY0" fmla="*/ 43122 h 64137"/>
                    <a:gd name="connsiteX1" fmla="*/ 12760 w 147730"/>
                    <a:gd name="connsiteY1" fmla="*/ 54933 h 64137"/>
                    <a:gd name="connsiteX2" fmla="*/ 83055 w 147730"/>
                    <a:gd name="connsiteY2" fmla="*/ 54457 h 64137"/>
                    <a:gd name="connsiteX3" fmla="*/ 147730 w 147730"/>
                    <a:gd name="connsiteY3" fmla="*/ 19024 h 64137"/>
                    <a:gd name="connsiteX4" fmla="*/ 88199 w 147730"/>
                    <a:gd name="connsiteY4" fmla="*/ 14642 h 64137"/>
                    <a:gd name="connsiteX5" fmla="*/ 53623 w 147730"/>
                    <a:gd name="connsiteY5" fmla="*/ 12261 h 64137"/>
                    <a:gd name="connsiteX6" fmla="*/ 22571 w 147730"/>
                    <a:gd name="connsiteY6" fmla="*/ 69 h 64137"/>
                    <a:gd name="connsiteX7" fmla="*/ 2950 w 147730"/>
                    <a:gd name="connsiteY7" fmla="*/ 43122 h 64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7730" h="64137">
                      <a:moveTo>
                        <a:pt x="2950" y="43122"/>
                      </a:moveTo>
                      <a:cubicBezTo>
                        <a:pt x="4760" y="47980"/>
                        <a:pt x="8569" y="51885"/>
                        <a:pt x="12760" y="54933"/>
                      </a:cubicBezTo>
                      <a:cubicBezTo>
                        <a:pt x="32668" y="69316"/>
                        <a:pt x="60862" y="65030"/>
                        <a:pt x="83055" y="54457"/>
                      </a:cubicBezTo>
                      <a:cubicBezTo>
                        <a:pt x="105248" y="43884"/>
                        <a:pt x="124775" y="27882"/>
                        <a:pt x="147730" y="19024"/>
                      </a:cubicBezTo>
                      <a:cubicBezTo>
                        <a:pt x="128013" y="15976"/>
                        <a:pt x="108106" y="14547"/>
                        <a:pt x="88199" y="14642"/>
                      </a:cubicBezTo>
                      <a:cubicBezTo>
                        <a:pt x="76578" y="14738"/>
                        <a:pt x="64862" y="15214"/>
                        <a:pt x="53623" y="12261"/>
                      </a:cubicBezTo>
                      <a:cubicBezTo>
                        <a:pt x="43241" y="9499"/>
                        <a:pt x="33335" y="831"/>
                        <a:pt x="22571" y="69"/>
                      </a:cubicBezTo>
                      <a:cubicBezTo>
                        <a:pt x="-98" y="-1550"/>
                        <a:pt x="-3622" y="25596"/>
                        <a:pt x="2950" y="43122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40" name="Forme libre : forme 17139">
                  <a:extLst>
                    <a:ext uri="{FF2B5EF4-FFF2-40B4-BE49-F238E27FC236}">
                      <a16:creationId xmlns:a16="http://schemas.microsoft.com/office/drawing/2014/main" id="{9FF90437-D948-40F5-9E31-D4465E8DF375}"/>
                    </a:ext>
                  </a:extLst>
                </p:cNvPr>
                <p:cNvSpPr/>
                <p:nvPr/>
              </p:nvSpPr>
              <p:spPr>
                <a:xfrm>
                  <a:off x="7384124" y="4699929"/>
                  <a:ext cx="88604" cy="118983"/>
                </a:xfrm>
                <a:custGeom>
                  <a:avLst/>
                  <a:gdLst>
                    <a:gd name="connsiteX0" fmla="*/ 3755 w 88604"/>
                    <a:gd name="connsiteY0" fmla="*/ 23137 h 118983"/>
                    <a:gd name="connsiteX1" fmla="*/ 5851 w 88604"/>
                    <a:gd name="connsiteY1" fmla="*/ 68857 h 118983"/>
                    <a:gd name="connsiteX2" fmla="*/ 63191 w 88604"/>
                    <a:gd name="connsiteY2" fmla="*/ 117625 h 118983"/>
                    <a:gd name="connsiteX3" fmla="*/ 87671 w 88604"/>
                    <a:gd name="connsiteY3" fmla="*/ 111434 h 118983"/>
                    <a:gd name="connsiteX4" fmla="*/ 79860 w 88604"/>
                    <a:gd name="connsiteY4" fmla="*/ 89431 h 118983"/>
                    <a:gd name="connsiteX5" fmla="*/ 42427 w 88604"/>
                    <a:gd name="connsiteY5" fmla="*/ 26185 h 118983"/>
                    <a:gd name="connsiteX6" fmla="*/ 28996 w 88604"/>
                    <a:gd name="connsiteY6" fmla="*/ 182 h 118983"/>
                    <a:gd name="connsiteX7" fmla="*/ 3755 w 88604"/>
                    <a:gd name="connsiteY7" fmla="*/ 23137 h 118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8604" h="118983">
                      <a:moveTo>
                        <a:pt x="3755" y="23137"/>
                      </a:moveTo>
                      <a:cubicBezTo>
                        <a:pt x="-2436" y="37520"/>
                        <a:pt x="-436" y="54474"/>
                        <a:pt x="5851" y="68857"/>
                      </a:cubicBezTo>
                      <a:cubicBezTo>
                        <a:pt x="16233" y="92574"/>
                        <a:pt x="38141" y="110672"/>
                        <a:pt x="63191" y="117625"/>
                      </a:cubicBezTo>
                      <a:cubicBezTo>
                        <a:pt x="72050" y="120102"/>
                        <a:pt x="83956" y="119816"/>
                        <a:pt x="87671" y="111434"/>
                      </a:cubicBezTo>
                      <a:cubicBezTo>
                        <a:pt x="90909" y="103909"/>
                        <a:pt x="85099" y="95813"/>
                        <a:pt x="79860" y="89431"/>
                      </a:cubicBezTo>
                      <a:cubicBezTo>
                        <a:pt x="64334" y="70381"/>
                        <a:pt x="51666" y="49045"/>
                        <a:pt x="42427" y="26185"/>
                      </a:cubicBezTo>
                      <a:cubicBezTo>
                        <a:pt x="39760" y="19518"/>
                        <a:pt x="37283" y="2182"/>
                        <a:pt x="28996" y="182"/>
                      </a:cubicBezTo>
                      <a:cubicBezTo>
                        <a:pt x="19186" y="-2009"/>
                        <a:pt x="6804" y="16184"/>
                        <a:pt x="3755" y="23137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41" name="Forme libre : forme 17140">
                  <a:extLst>
                    <a:ext uri="{FF2B5EF4-FFF2-40B4-BE49-F238E27FC236}">
                      <a16:creationId xmlns:a16="http://schemas.microsoft.com/office/drawing/2014/main" id="{69143BD8-37EE-4A93-B707-352E137351D2}"/>
                    </a:ext>
                  </a:extLst>
                </p:cNvPr>
                <p:cNvSpPr/>
                <p:nvPr/>
              </p:nvSpPr>
              <p:spPr>
                <a:xfrm>
                  <a:off x="7352373" y="4874221"/>
                  <a:ext cx="91339" cy="126539"/>
                </a:xfrm>
                <a:custGeom>
                  <a:avLst/>
                  <a:gdLst>
                    <a:gd name="connsiteX0" fmla="*/ 73 w 91339"/>
                    <a:gd name="connsiteY0" fmla="*/ 40869 h 126539"/>
                    <a:gd name="connsiteX1" fmla="*/ 17504 w 91339"/>
                    <a:gd name="connsiteY1" fmla="*/ 83065 h 126539"/>
                    <a:gd name="connsiteX2" fmla="*/ 64558 w 91339"/>
                    <a:gd name="connsiteY2" fmla="*/ 122784 h 126539"/>
                    <a:gd name="connsiteX3" fmla="*/ 80846 w 91339"/>
                    <a:gd name="connsiteY3" fmla="*/ 125165 h 126539"/>
                    <a:gd name="connsiteX4" fmla="*/ 86274 w 91339"/>
                    <a:gd name="connsiteY4" fmla="*/ 117450 h 126539"/>
                    <a:gd name="connsiteX5" fmla="*/ 88846 w 91339"/>
                    <a:gd name="connsiteY5" fmla="*/ 81160 h 126539"/>
                    <a:gd name="connsiteX6" fmla="*/ 81893 w 91339"/>
                    <a:gd name="connsiteY6" fmla="*/ 69444 h 126539"/>
                    <a:gd name="connsiteX7" fmla="*/ 57795 w 91339"/>
                    <a:gd name="connsiteY7" fmla="*/ 34487 h 126539"/>
                    <a:gd name="connsiteX8" fmla="*/ 34935 w 91339"/>
                    <a:gd name="connsiteY8" fmla="*/ 1531 h 126539"/>
                    <a:gd name="connsiteX9" fmla="*/ 73 w 91339"/>
                    <a:gd name="connsiteY9" fmla="*/ 40869 h 126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1339" h="126539">
                      <a:moveTo>
                        <a:pt x="73" y="40869"/>
                      </a:moveTo>
                      <a:cubicBezTo>
                        <a:pt x="-879" y="56395"/>
                        <a:pt x="7598" y="70968"/>
                        <a:pt x="17504" y="83065"/>
                      </a:cubicBezTo>
                      <a:cubicBezTo>
                        <a:pt x="30553" y="99067"/>
                        <a:pt x="46651" y="112592"/>
                        <a:pt x="64558" y="122784"/>
                      </a:cubicBezTo>
                      <a:cubicBezTo>
                        <a:pt x="69606" y="125641"/>
                        <a:pt x="75892" y="128213"/>
                        <a:pt x="80846" y="125165"/>
                      </a:cubicBezTo>
                      <a:cubicBezTo>
                        <a:pt x="83608" y="123451"/>
                        <a:pt x="85037" y="120403"/>
                        <a:pt x="86274" y="117450"/>
                      </a:cubicBezTo>
                      <a:cubicBezTo>
                        <a:pt x="91037" y="105924"/>
                        <a:pt x="93513" y="92685"/>
                        <a:pt x="88846" y="81160"/>
                      </a:cubicBezTo>
                      <a:cubicBezTo>
                        <a:pt x="87132" y="76969"/>
                        <a:pt x="84560" y="73158"/>
                        <a:pt x="81893" y="69444"/>
                      </a:cubicBezTo>
                      <a:cubicBezTo>
                        <a:pt x="73892" y="57823"/>
                        <a:pt x="65891" y="46203"/>
                        <a:pt x="57795" y="34487"/>
                      </a:cubicBezTo>
                      <a:cubicBezTo>
                        <a:pt x="52365" y="26582"/>
                        <a:pt x="43317" y="5912"/>
                        <a:pt x="34935" y="1531"/>
                      </a:cubicBezTo>
                      <a:cubicBezTo>
                        <a:pt x="17885" y="-7423"/>
                        <a:pt x="73" y="25153"/>
                        <a:pt x="73" y="4086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42" name="Forme libre : forme 17141">
                  <a:extLst>
                    <a:ext uri="{FF2B5EF4-FFF2-40B4-BE49-F238E27FC236}">
                      <a16:creationId xmlns:a16="http://schemas.microsoft.com/office/drawing/2014/main" id="{324D7B2A-E4DE-48BC-BB99-9B6C3F9498F9}"/>
                    </a:ext>
                  </a:extLst>
                </p:cNvPr>
                <p:cNvSpPr/>
                <p:nvPr/>
              </p:nvSpPr>
              <p:spPr>
                <a:xfrm>
                  <a:off x="7418350" y="4464360"/>
                  <a:ext cx="189615" cy="206618"/>
                </a:xfrm>
                <a:custGeom>
                  <a:avLst/>
                  <a:gdLst>
                    <a:gd name="connsiteX0" fmla="*/ 22774 w 189615"/>
                    <a:gd name="connsiteY0" fmla="*/ 57252 h 206618"/>
                    <a:gd name="connsiteX1" fmla="*/ 10 w 189615"/>
                    <a:gd name="connsiteY1" fmla="*/ 104591 h 206618"/>
                    <a:gd name="connsiteX2" fmla="*/ 17059 w 189615"/>
                    <a:gd name="connsiteY2" fmla="*/ 145930 h 206618"/>
                    <a:gd name="connsiteX3" fmla="*/ 30489 w 189615"/>
                    <a:gd name="connsiteY3" fmla="*/ 162503 h 206618"/>
                    <a:gd name="connsiteX4" fmla="*/ 107737 w 189615"/>
                    <a:gd name="connsiteY4" fmla="*/ 177839 h 206618"/>
                    <a:gd name="connsiteX5" fmla="*/ 156695 w 189615"/>
                    <a:gd name="connsiteY5" fmla="*/ 204413 h 206618"/>
                    <a:gd name="connsiteX6" fmla="*/ 181270 w 189615"/>
                    <a:gd name="connsiteY6" fmla="*/ 202508 h 206618"/>
                    <a:gd name="connsiteX7" fmla="*/ 187842 w 189615"/>
                    <a:gd name="connsiteY7" fmla="*/ 191840 h 206618"/>
                    <a:gd name="connsiteX8" fmla="*/ 162315 w 189615"/>
                    <a:gd name="connsiteY8" fmla="*/ 119546 h 206618"/>
                    <a:gd name="connsiteX9" fmla="*/ 139646 w 189615"/>
                    <a:gd name="connsiteY9" fmla="*/ 57062 h 206618"/>
                    <a:gd name="connsiteX10" fmla="*/ 124215 w 189615"/>
                    <a:gd name="connsiteY10" fmla="*/ 4579 h 206618"/>
                    <a:gd name="connsiteX11" fmla="*/ 22774 w 189615"/>
                    <a:gd name="connsiteY11" fmla="*/ 57252 h 206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9615" h="206618">
                      <a:moveTo>
                        <a:pt x="22774" y="57252"/>
                      </a:moveTo>
                      <a:cubicBezTo>
                        <a:pt x="10678" y="70492"/>
                        <a:pt x="-372" y="86589"/>
                        <a:pt x="10" y="104591"/>
                      </a:cubicBezTo>
                      <a:cubicBezTo>
                        <a:pt x="390" y="119736"/>
                        <a:pt x="8772" y="133262"/>
                        <a:pt x="17059" y="145930"/>
                      </a:cubicBezTo>
                      <a:cubicBezTo>
                        <a:pt x="20964" y="151931"/>
                        <a:pt x="24965" y="157931"/>
                        <a:pt x="30489" y="162503"/>
                      </a:cubicBezTo>
                      <a:cubicBezTo>
                        <a:pt x="51063" y="179458"/>
                        <a:pt x="82400" y="169456"/>
                        <a:pt x="107737" y="177839"/>
                      </a:cubicBezTo>
                      <a:cubicBezTo>
                        <a:pt x="125454" y="183649"/>
                        <a:pt x="139170" y="198222"/>
                        <a:pt x="156695" y="204413"/>
                      </a:cubicBezTo>
                      <a:cubicBezTo>
                        <a:pt x="164792" y="207271"/>
                        <a:pt x="174698" y="208033"/>
                        <a:pt x="181270" y="202508"/>
                      </a:cubicBezTo>
                      <a:cubicBezTo>
                        <a:pt x="184509" y="199746"/>
                        <a:pt x="186509" y="195841"/>
                        <a:pt x="187842" y="191840"/>
                      </a:cubicBezTo>
                      <a:cubicBezTo>
                        <a:pt x="195653" y="166599"/>
                        <a:pt x="175936" y="142215"/>
                        <a:pt x="162315" y="119546"/>
                      </a:cubicBezTo>
                      <a:cubicBezTo>
                        <a:pt x="150790" y="100400"/>
                        <a:pt x="143170" y="79064"/>
                        <a:pt x="139646" y="57062"/>
                      </a:cubicBezTo>
                      <a:cubicBezTo>
                        <a:pt x="136979" y="40393"/>
                        <a:pt x="140313" y="15818"/>
                        <a:pt x="124215" y="4579"/>
                      </a:cubicBezTo>
                      <a:cubicBezTo>
                        <a:pt x="95260" y="-15900"/>
                        <a:pt x="40586" y="37821"/>
                        <a:pt x="22774" y="57252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43" name="Forme libre : forme 17142">
                  <a:extLst>
                    <a:ext uri="{FF2B5EF4-FFF2-40B4-BE49-F238E27FC236}">
                      <a16:creationId xmlns:a16="http://schemas.microsoft.com/office/drawing/2014/main" id="{ED44FB66-B80B-4EBC-B289-5DD1BE64EC9B}"/>
                    </a:ext>
                  </a:extLst>
                </p:cNvPr>
                <p:cNvSpPr/>
                <p:nvPr/>
              </p:nvSpPr>
              <p:spPr>
                <a:xfrm>
                  <a:off x="7409141" y="4410611"/>
                  <a:ext cx="87738" cy="91665"/>
                </a:xfrm>
                <a:custGeom>
                  <a:avLst/>
                  <a:gdLst>
                    <a:gd name="connsiteX0" fmla="*/ 23220 w 87738"/>
                    <a:gd name="connsiteY0" fmla="*/ 79949 h 91665"/>
                    <a:gd name="connsiteX1" fmla="*/ 1122 w 87738"/>
                    <a:gd name="connsiteY1" fmla="*/ 91665 h 91665"/>
                    <a:gd name="connsiteX2" fmla="*/ 4075 w 87738"/>
                    <a:gd name="connsiteY2" fmla="*/ 70615 h 91665"/>
                    <a:gd name="connsiteX3" fmla="*/ 43223 w 87738"/>
                    <a:gd name="connsiteY3" fmla="*/ 12893 h 91665"/>
                    <a:gd name="connsiteX4" fmla="*/ 78942 w 87738"/>
                    <a:gd name="connsiteY4" fmla="*/ 1749 h 91665"/>
                    <a:gd name="connsiteX5" fmla="*/ 23220 w 87738"/>
                    <a:gd name="connsiteY5" fmla="*/ 79949 h 91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7738" h="91665">
                      <a:moveTo>
                        <a:pt x="23220" y="79949"/>
                      </a:moveTo>
                      <a:cubicBezTo>
                        <a:pt x="16267" y="84617"/>
                        <a:pt x="9219" y="89379"/>
                        <a:pt x="1122" y="91665"/>
                      </a:cubicBezTo>
                      <a:cubicBezTo>
                        <a:pt x="-1354" y="84807"/>
                        <a:pt x="551" y="76997"/>
                        <a:pt x="4075" y="70615"/>
                      </a:cubicBezTo>
                      <a:cubicBezTo>
                        <a:pt x="13982" y="52898"/>
                        <a:pt x="29793" y="27752"/>
                        <a:pt x="43223" y="12893"/>
                      </a:cubicBezTo>
                      <a:cubicBezTo>
                        <a:pt x="50843" y="4511"/>
                        <a:pt x="67226" y="-3680"/>
                        <a:pt x="78942" y="1749"/>
                      </a:cubicBezTo>
                      <a:cubicBezTo>
                        <a:pt x="113327" y="17846"/>
                        <a:pt x="36746" y="70805"/>
                        <a:pt x="23220" y="7994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44" name="Forme libre : forme 17143">
                  <a:extLst>
                    <a:ext uri="{FF2B5EF4-FFF2-40B4-BE49-F238E27FC236}">
                      <a16:creationId xmlns:a16="http://schemas.microsoft.com/office/drawing/2014/main" id="{ED0B764F-CB49-468E-AEF3-76A8B35BE2F6}"/>
                    </a:ext>
                  </a:extLst>
                </p:cNvPr>
                <p:cNvSpPr/>
                <p:nvPr/>
              </p:nvSpPr>
              <p:spPr>
                <a:xfrm>
                  <a:off x="7658096" y="4486548"/>
                  <a:ext cx="194222" cy="138983"/>
                </a:xfrm>
                <a:custGeom>
                  <a:avLst/>
                  <a:gdLst>
                    <a:gd name="connsiteX0" fmla="*/ 44489 w 194222"/>
                    <a:gd name="connsiteY0" fmla="*/ 11347 h 138983"/>
                    <a:gd name="connsiteX1" fmla="*/ 8 w 194222"/>
                    <a:gd name="connsiteY1" fmla="*/ 55162 h 138983"/>
                    <a:gd name="connsiteX2" fmla="*/ 5532 w 194222"/>
                    <a:gd name="connsiteY2" fmla="*/ 84213 h 138983"/>
                    <a:gd name="connsiteX3" fmla="*/ 10676 w 194222"/>
                    <a:gd name="connsiteY3" fmla="*/ 117741 h 138983"/>
                    <a:gd name="connsiteX4" fmla="*/ 34297 w 194222"/>
                    <a:gd name="connsiteY4" fmla="*/ 138982 h 138983"/>
                    <a:gd name="connsiteX5" fmla="*/ 57920 w 194222"/>
                    <a:gd name="connsiteY5" fmla="*/ 128314 h 138983"/>
                    <a:gd name="connsiteX6" fmla="*/ 140597 w 194222"/>
                    <a:gd name="connsiteY6" fmla="*/ 89928 h 138983"/>
                    <a:gd name="connsiteX7" fmla="*/ 194223 w 194222"/>
                    <a:gd name="connsiteY7" fmla="*/ 21539 h 138983"/>
                    <a:gd name="connsiteX8" fmla="*/ 67063 w 194222"/>
                    <a:gd name="connsiteY8" fmla="*/ 2393 h 138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4222" h="138983">
                      <a:moveTo>
                        <a:pt x="44489" y="11347"/>
                      </a:moveTo>
                      <a:cubicBezTo>
                        <a:pt x="21248" y="10490"/>
                        <a:pt x="-468" y="31826"/>
                        <a:pt x="8" y="55162"/>
                      </a:cubicBezTo>
                      <a:cubicBezTo>
                        <a:pt x="198" y="65068"/>
                        <a:pt x="3817" y="74498"/>
                        <a:pt x="5532" y="84213"/>
                      </a:cubicBezTo>
                      <a:cubicBezTo>
                        <a:pt x="7532" y="95358"/>
                        <a:pt x="7151" y="106883"/>
                        <a:pt x="10676" y="117741"/>
                      </a:cubicBezTo>
                      <a:cubicBezTo>
                        <a:pt x="14200" y="128600"/>
                        <a:pt x="22963" y="138792"/>
                        <a:pt x="34297" y="138982"/>
                      </a:cubicBezTo>
                      <a:cubicBezTo>
                        <a:pt x="43060" y="139077"/>
                        <a:pt x="50585" y="133172"/>
                        <a:pt x="57920" y="128314"/>
                      </a:cubicBezTo>
                      <a:cubicBezTo>
                        <a:pt x="83161" y="111359"/>
                        <a:pt x="113546" y="103835"/>
                        <a:pt x="140597" y="89928"/>
                      </a:cubicBezTo>
                      <a:cubicBezTo>
                        <a:pt x="167647" y="76022"/>
                        <a:pt x="193174" y="51924"/>
                        <a:pt x="194223" y="21539"/>
                      </a:cubicBezTo>
                      <a:cubicBezTo>
                        <a:pt x="154979" y="2679"/>
                        <a:pt x="110117" y="-4084"/>
                        <a:pt x="67063" y="2393"/>
                      </a:cubicBezTo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45" name="Forme libre : forme 17144">
                  <a:extLst>
                    <a:ext uri="{FF2B5EF4-FFF2-40B4-BE49-F238E27FC236}">
                      <a16:creationId xmlns:a16="http://schemas.microsoft.com/office/drawing/2014/main" id="{5E510C71-60F3-4DBC-A802-D457D653673E}"/>
                    </a:ext>
                  </a:extLst>
                </p:cNvPr>
                <p:cNvSpPr/>
                <p:nvPr/>
              </p:nvSpPr>
              <p:spPr>
                <a:xfrm>
                  <a:off x="7478528" y="4805921"/>
                  <a:ext cx="96273" cy="111370"/>
                </a:xfrm>
                <a:custGeom>
                  <a:avLst/>
                  <a:gdLst>
                    <a:gd name="connsiteX0" fmla="*/ 20604 w 96273"/>
                    <a:gd name="connsiteY0" fmla="*/ 56019 h 111370"/>
                    <a:gd name="connsiteX1" fmla="*/ 29 w 96273"/>
                    <a:gd name="connsiteY1" fmla="*/ 98406 h 111370"/>
                    <a:gd name="connsiteX2" fmla="*/ 3935 w 96273"/>
                    <a:gd name="connsiteY2" fmla="*/ 108788 h 111370"/>
                    <a:gd name="connsiteX3" fmla="*/ 20508 w 96273"/>
                    <a:gd name="connsiteY3" fmla="*/ 107931 h 111370"/>
                    <a:gd name="connsiteX4" fmla="*/ 30796 w 96273"/>
                    <a:gd name="connsiteY4" fmla="*/ 93262 h 111370"/>
                    <a:gd name="connsiteX5" fmla="*/ 57561 w 96273"/>
                    <a:gd name="connsiteY5" fmla="*/ 54781 h 111370"/>
                    <a:gd name="connsiteX6" fmla="*/ 84898 w 96273"/>
                    <a:gd name="connsiteY6" fmla="*/ 298 h 111370"/>
                    <a:gd name="connsiteX7" fmla="*/ 20604 w 96273"/>
                    <a:gd name="connsiteY7" fmla="*/ 56019 h 111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6273" h="111370">
                      <a:moveTo>
                        <a:pt x="20604" y="56019"/>
                      </a:moveTo>
                      <a:cubicBezTo>
                        <a:pt x="10126" y="68307"/>
                        <a:pt x="-637" y="82308"/>
                        <a:pt x="29" y="98406"/>
                      </a:cubicBezTo>
                      <a:cubicBezTo>
                        <a:pt x="220" y="102215"/>
                        <a:pt x="1172" y="106216"/>
                        <a:pt x="3935" y="108788"/>
                      </a:cubicBezTo>
                      <a:cubicBezTo>
                        <a:pt x="8316" y="112883"/>
                        <a:pt x="15746" y="111740"/>
                        <a:pt x="20508" y="107931"/>
                      </a:cubicBezTo>
                      <a:cubicBezTo>
                        <a:pt x="25271" y="104216"/>
                        <a:pt x="27938" y="98501"/>
                        <a:pt x="30796" y="93262"/>
                      </a:cubicBezTo>
                      <a:cubicBezTo>
                        <a:pt x="38129" y="79451"/>
                        <a:pt x="47178" y="66497"/>
                        <a:pt x="57561" y="54781"/>
                      </a:cubicBezTo>
                      <a:cubicBezTo>
                        <a:pt x="66419" y="44875"/>
                        <a:pt x="118997" y="6966"/>
                        <a:pt x="84898" y="298"/>
                      </a:cubicBezTo>
                      <a:cubicBezTo>
                        <a:pt x="62609" y="-4083"/>
                        <a:pt x="33367" y="41065"/>
                        <a:pt x="20604" y="5601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46" name="Forme libre : forme 17145">
                  <a:extLst>
                    <a:ext uri="{FF2B5EF4-FFF2-40B4-BE49-F238E27FC236}">
                      <a16:creationId xmlns:a16="http://schemas.microsoft.com/office/drawing/2014/main" id="{7215DE2D-917D-4651-A25F-097585358C50}"/>
                    </a:ext>
                  </a:extLst>
                </p:cNvPr>
                <p:cNvSpPr/>
                <p:nvPr/>
              </p:nvSpPr>
              <p:spPr>
                <a:xfrm>
                  <a:off x="7608653" y="4216314"/>
                  <a:ext cx="103790" cy="165614"/>
                </a:xfrm>
                <a:custGeom>
                  <a:avLst/>
                  <a:gdLst>
                    <a:gd name="connsiteX0" fmla="*/ 91456 w 103790"/>
                    <a:gd name="connsiteY0" fmla="*/ 114989 h 165614"/>
                    <a:gd name="connsiteX1" fmla="*/ 38021 w 103790"/>
                    <a:gd name="connsiteY1" fmla="*/ 163376 h 165614"/>
                    <a:gd name="connsiteX2" fmla="*/ 13732 w 103790"/>
                    <a:gd name="connsiteY2" fmla="*/ 163852 h 165614"/>
                    <a:gd name="connsiteX3" fmla="*/ 16 w 103790"/>
                    <a:gd name="connsiteY3" fmla="*/ 145278 h 165614"/>
                    <a:gd name="connsiteX4" fmla="*/ 6302 w 103790"/>
                    <a:gd name="connsiteY4" fmla="*/ 130133 h 165614"/>
                    <a:gd name="connsiteX5" fmla="*/ 35735 w 103790"/>
                    <a:gd name="connsiteY5" fmla="*/ 53457 h 165614"/>
                    <a:gd name="connsiteX6" fmla="*/ 68215 w 103790"/>
                    <a:gd name="connsiteY6" fmla="*/ 3641 h 165614"/>
                    <a:gd name="connsiteX7" fmla="*/ 91456 w 103790"/>
                    <a:gd name="connsiteY7" fmla="*/ 114989 h 165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3790" h="165614">
                      <a:moveTo>
                        <a:pt x="91456" y="114989"/>
                      </a:moveTo>
                      <a:cubicBezTo>
                        <a:pt x="80788" y="137277"/>
                        <a:pt x="61738" y="156327"/>
                        <a:pt x="38021" y="163376"/>
                      </a:cubicBezTo>
                      <a:cubicBezTo>
                        <a:pt x="30115" y="165757"/>
                        <a:pt x="21448" y="166709"/>
                        <a:pt x="13732" y="163852"/>
                      </a:cubicBezTo>
                      <a:cubicBezTo>
                        <a:pt x="6017" y="160994"/>
                        <a:pt x="-365" y="153469"/>
                        <a:pt x="16" y="145278"/>
                      </a:cubicBezTo>
                      <a:cubicBezTo>
                        <a:pt x="302" y="139753"/>
                        <a:pt x="3445" y="134896"/>
                        <a:pt x="6302" y="130133"/>
                      </a:cubicBezTo>
                      <a:cubicBezTo>
                        <a:pt x="20781" y="106226"/>
                        <a:pt x="29448" y="80603"/>
                        <a:pt x="35735" y="53457"/>
                      </a:cubicBezTo>
                      <a:cubicBezTo>
                        <a:pt x="40307" y="33550"/>
                        <a:pt x="48213" y="13166"/>
                        <a:pt x="68215" y="3641"/>
                      </a:cubicBezTo>
                      <a:cubicBezTo>
                        <a:pt x="121365" y="-21695"/>
                        <a:pt x="102124" y="92700"/>
                        <a:pt x="91456" y="11498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47" name="Forme libre : forme 17146">
                  <a:extLst>
                    <a:ext uri="{FF2B5EF4-FFF2-40B4-BE49-F238E27FC236}">
                      <a16:creationId xmlns:a16="http://schemas.microsoft.com/office/drawing/2014/main" id="{B929E5C2-A388-41FC-9D60-3A259B40DD7B}"/>
                    </a:ext>
                  </a:extLst>
                </p:cNvPr>
                <p:cNvSpPr/>
                <p:nvPr/>
              </p:nvSpPr>
              <p:spPr>
                <a:xfrm>
                  <a:off x="7735280" y="4048140"/>
                  <a:ext cx="77012" cy="145997"/>
                </a:xfrm>
                <a:custGeom>
                  <a:avLst/>
                  <a:gdLst>
                    <a:gd name="connsiteX0" fmla="*/ 53793 w 77012"/>
                    <a:gd name="connsiteY0" fmla="*/ 53800 h 145997"/>
                    <a:gd name="connsiteX1" fmla="*/ 51983 w 77012"/>
                    <a:gd name="connsiteY1" fmla="*/ 64849 h 145997"/>
                    <a:gd name="connsiteX2" fmla="*/ 45030 w 77012"/>
                    <a:gd name="connsiteY2" fmla="*/ 71136 h 145997"/>
                    <a:gd name="connsiteX3" fmla="*/ 15026 w 77012"/>
                    <a:gd name="connsiteY3" fmla="*/ 91519 h 145997"/>
                    <a:gd name="connsiteX4" fmla="*/ 72 w 77012"/>
                    <a:gd name="connsiteY4" fmla="*/ 123333 h 145997"/>
                    <a:gd name="connsiteX5" fmla="*/ 23503 w 77012"/>
                    <a:gd name="connsiteY5" fmla="*/ 145907 h 145997"/>
                    <a:gd name="connsiteX6" fmla="*/ 48935 w 77012"/>
                    <a:gd name="connsiteY6" fmla="*/ 121238 h 145997"/>
                    <a:gd name="connsiteX7" fmla="*/ 71700 w 77012"/>
                    <a:gd name="connsiteY7" fmla="*/ 71993 h 145997"/>
                    <a:gd name="connsiteX8" fmla="*/ 76272 w 77012"/>
                    <a:gd name="connsiteY8" fmla="*/ 58277 h 145997"/>
                    <a:gd name="connsiteX9" fmla="*/ 65889 w 77012"/>
                    <a:gd name="connsiteY9" fmla="*/ 175 h 145997"/>
                    <a:gd name="connsiteX10" fmla="*/ 53793 w 77012"/>
                    <a:gd name="connsiteY10" fmla="*/ 53800 h 145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7012" h="145997">
                      <a:moveTo>
                        <a:pt x="53793" y="53800"/>
                      </a:moveTo>
                      <a:cubicBezTo>
                        <a:pt x="53983" y="57610"/>
                        <a:pt x="53888" y="61611"/>
                        <a:pt x="51983" y="64849"/>
                      </a:cubicBezTo>
                      <a:cubicBezTo>
                        <a:pt x="50364" y="67516"/>
                        <a:pt x="47697" y="69422"/>
                        <a:pt x="45030" y="71136"/>
                      </a:cubicBezTo>
                      <a:cubicBezTo>
                        <a:pt x="34838" y="77613"/>
                        <a:pt x="23884" y="83328"/>
                        <a:pt x="15026" y="91519"/>
                      </a:cubicBezTo>
                      <a:cubicBezTo>
                        <a:pt x="6168" y="99711"/>
                        <a:pt x="-786" y="111236"/>
                        <a:pt x="72" y="123333"/>
                      </a:cubicBezTo>
                      <a:cubicBezTo>
                        <a:pt x="834" y="135430"/>
                        <a:pt x="11502" y="147146"/>
                        <a:pt x="23503" y="145907"/>
                      </a:cubicBezTo>
                      <a:cubicBezTo>
                        <a:pt x="35790" y="144669"/>
                        <a:pt x="43410" y="132287"/>
                        <a:pt x="48935" y="121238"/>
                      </a:cubicBezTo>
                      <a:cubicBezTo>
                        <a:pt x="56936" y="105045"/>
                        <a:pt x="64556" y="88567"/>
                        <a:pt x="71700" y="71993"/>
                      </a:cubicBezTo>
                      <a:cubicBezTo>
                        <a:pt x="73605" y="67516"/>
                        <a:pt x="75509" y="63040"/>
                        <a:pt x="76272" y="58277"/>
                      </a:cubicBezTo>
                      <a:cubicBezTo>
                        <a:pt x="77605" y="50181"/>
                        <a:pt x="78558" y="2651"/>
                        <a:pt x="65889" y="175"/>
                      </a:cubicBezTo>
                      <a:cubicBezTo>
                        <a:pt x="47792" y="-3254"/>
                        <a:pt x="53411" y="44847"/>
                        <a:pt x="53793" y="53800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48" name="Forme libre : forme 17147">
                  <a:extLst>
                    <a:ext uri="{FF2B5EF4-FFF2-40B4-BE49-F238E27FC236}">
                      <a16:creationId xmlns:a16="http://schemas.microsoft.com/office/drawing/2014/main" id="{8B129387-65BB-4D81-9982-B8C195DE42FD}"/>
                    </a:ext>
                  </a:extLst>
                </p:cNvPr>
                <p:cNvSpPr/>
                <p:nvPr/>
              </p:nvSpPr>
              <p:spPr>
                <a:xfrm>
                  <a:off x="7744952" y="4245292"/>
                  <a:ext cx="117614" cy="174802"/>
                </a:xfrm>
                <a:custGeom>
                  <a:avLst/>
                  <a:gdLst>
                    <a:gd name="connsiteX0" fmla="*/ 32691 w 117614"/>
                    <a:gd name="connsiteY0" fmla="*/ 73724 h 174802"/>
                    <a:gd name="connsiteX1" fmla="*/ 2973 w 117614"/>
                    <a:gd name="connsiteY1" fmla="*/ 126588 h 174802"/>
                    <a:gd name="connsiteX2" fmla="*/ 5354 w 117614"/>
                    <a:gd name="connsiteY2" fmla="*/ 159068 h 174802"/>
                    <a:gd name="connsiteX3" fmla="*/ 17927 w 117614"/>
                    <a:gd name="connsiteY3" fmla="*/ 167926 h 174802"/>
                    <a:gd name="connsiteX4" fmla="*/ 100889 w 117614"/>
                    <a:gd name="connsiteY4" fmla="*/ 156877 h 174802"/>
                    <a:gd name="connsiteX5" fmla="*/ 116892 w 117614"/>
                    <a:gd name="connsiteY5" fmla="*/ 132874 h 174802"/>
                    <a:gd name="connsiteX6" fmla="*/ 99366 w 117614"/>
                    <a:gd name="connsiteY6" fmla="*/ 67342 h 174802"/>
                    <a:gd name="connsiteX7" fmla="*/ 81649 w 117614"/>
                    <a:gd name="connsiteY7" fmla="*/ 13812 h 174802"/>
                    <a:gd name="connsiteX8" fmla="*/ 32691 w 117614"/>
                    <a:gd name="connsiteY8" fmla="*/ 73724 h 174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7614" h="174802">
                      <a:moveTo>
                        <a:pt x="32691" y="73724"/>
                      </a:moveTo>
                      <a:cubicBezTo>
                        <a:pt x="24976" y="92393"/>
                        <a:pt x="10021" y="107538"/>
                        <a:pt x="2973" y="126588"/>
                      </a:cubicBezTo>
                      <a:cubicBezTo>
                        <a:pt x="-933" y="137255"/>
                        <a:pt x="-1790" y="150210"/>
                        <a:pt x="5354" y="159068"/>
                      </a:cubicBezTo>
                      <a:cubicBezTo>
                        <a:pt x="8592" y="163068"/>
                        <a:pt x="13165" y="165830"/>
                        <a:pt x="17927" y="167926"/>
                      </a:cubicBezTo>
                      <a:cubicBezTo>
                        <a:pt x="44692" y="180213"/>
                        <a:pt x="78315" y="175737"/>
                        <a:pt x="100889" y="156877"/>
                      </a:cubicBezTo>
                      <a:cubicBezTo>
                        <a:pt x="108415" y="150591"/>
                        <a:pt x="114987" y="142494"/>
                        <a:pt x="116892" y="132874"/>
                      </a:cubicBezTo>
                      <a:cubicBezTo>
                        <a:pt x="121464" y="110586"/>
                        <a:pt x="102985" y="88773"/>
                        <a:pt x="99366" y="67342"/>
                      </a:cubicBezTo>
                      <a:cubicBezTo>
                        <a:pt x="96032" y="47625"/>
                        <a:pt x="94794" y="30290"/>
                        <a:pt x="81649" y="13812"/>
                      </a:cubicBezTo>
                      <a:cubicBezTo>
                        <a:pt x="44597" y="-32956"/>
                        <a:pt x="41644" y="52293"/>
                        <a:pt x="32691" y="73724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49" name="Forme libre : forme 17148">
                  <a:extLst>
                    <a:ext uri="{FF2B5EF4-FFF2-40B4-BE49-F238E27FC236}">
                      <a16:creationId xmlns:a16="http://schemas.microsoft.com/office/drawing/2014/main" id="{16991786-EE7E-43D6-99B6-64BAE9BEF1FC}"/>
                    </a:ext>
                  </a:extLst>
                </p:cNvPr>
                <p:cNvSpPr/>
                <p:nvPr/>
              </p:nvSpPr>
              <p:spPr>
                <a:xfrm>
                  <a:off x="7902012" y="4361776"/>
                  <a:ext cx="88850" cy="97457"/>
                </a:xfrm>
                <a:custGeom>
                  <a:avLst/>
                  <a:gdLst>
                    <a:gd name="connsiteX0" fmla="*/ 1456 w 88850"/>
                    <a:gd name="connsiteY0" fmla="*/ 62300 h 97457"/>
                    <a:gd name="connsiteX1" fmla="*/ 3932 w 88850"/>
                    <a:gd name="connsiteY1" fmla="*/ 88398 h 97457"/>
                    <a:gd name="connsiteX2" fmla="*/ 17458 w 88850"/>
                    <a:gd name="connsiteY2" fmla="*/ 96113 h 97457"/>
                    <a:gd name="connsiteX3" fmla="*/ 81656 w 88850"/>
                    <a:gd name="connsiteY3" fmla="*/ 80969 h 97457"/>
                    <a:gd name="connsiteX4" fmla="*/ 71273 w 88850"/>
                    <a:gd name="connsiteY4" fmla="*/ 22866 h 97457"/>
                    <a:gd name="connsiteX5" fmla="*/ 29840 w 88850"/>
                    <a:gd name="connsiteY5" fmla="*/ 2007 h 97457"/>
                    <a:gd name="connsiteX6" fmla="*/ 1456 w 88850"/>
                    <a:gd name="connsiteY6" fmla="*/ 62300 h 9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8850" h="97457">
                      <a:moveTo>
                        <a:pt x="1456" y="62300"/>
                      </a:moveTo>
                      <a:cubicBezTo>
                        <a:pt x="-164" y="71158"/>
                        <a:pt x="-1592" y="81254"/>
                        <a:pt x="3932" y="88398"/>
                      </a:cubicBezTo>
                      <a:cubicBezTo>
                        <a:pt x="7170" y="92589"/>
                        <a:pt x="12314" y="94875"/>
                        <a:pt x="17458" y="96113"/>
                      </a:cubicBezTo>
                      <a:cubicBezTo>
                        <a:pt x="35460" y="100495"/>
                        <a:pt x="67749" y="93828"/>
                        <a:pt x="81656" y="80969"/>
                      </a:cubicBezTo>
                      <a:cubicBezTo>
                        <a:pt x="98515" y="65252"/>
                        <a:pt x="81847" y="38297"/>
                        <a:pt x="71273" y="22866"/>
                      </a:cubicBezTo>
                      <a:cubicBezTo>
                        <a:pt x="61654" y="8769"/>
                        <a:pt x="48128" y="-5328"/>
                        <a:pt x="29840" y="2007"/>
                      </a:cubicBezTo>
                      <a:cubicBezTo>
                        <a:pt x="6599" y="11436"/>
                        <a:pt x="5361" y="41440"/>
                        <a:pt x="1456" y="62300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50" name="Forme libre : forme 17149">
                  <a:extLst>
                    <a:ext uri="{FF2B5EF4-FFF2-40B4-BE49-F238E27FC236}">
                      <a16:creationId xmlns:a16="http://schemas.microsoft.com/office/drawing/2014/main" id="{657812DD-007B-4EAF-8F26-3CF63F7CC8D2}"/>
                    </a:ext>
                  </a:extLst>
                </p:cNvPr>
                <p:cNvSpPr/>
                <p:nvPr/>
              </p:nvSpPr>
              <p:spPr>
                <a:xfrm>
                  <a:off x="7873881" y="4170300"/>
                  <a:ext cx="87123" cy="90327"/>
                </a:xfrm>
                <a:custGeom>
                  <a:avLst/>
                  <a:gdLst>
                    <a:gd name="connsiteX0" fmla="*/ 23204 w 87123"/>
                    <a:gd name="connsiteY0" fmla="*/ 30 h 90327"/>
                    <a:gd name="connsiteX1" fmla="*/ 71687 w 87123"/>
                    <a:gd name="connsiteY1" fmla="*/ 27367 h 90327"/>
                    <a:gd name="connsiteX2" fmla="*/ 87117 w 87123"/>
                    <a:gd name="connsiteY2" fmla="*/ 82041 h 90327"/>
                    <a:gd name="connsiteX3" fmla="*/ 82260 w 87123"/>
                    <a:gd name="connsiteY3" fmla="*/ 90327 h 90327"/>
                    <a:gd name="connsiteX4" fmla="*/ 78545 w 87123"/>
                    <a:gd name="connsiteY4" fmla="*/ 88803 h 90327"/>
                    <a:gd name="connsiteX5" fmla="*/ 44636 w 87123"/>
                    <a:gd name="connsiteY5" fmla="*/ 34225 h 90327"/>
                    <a:gd name="connsiteX6" fmla="*/ 18347 w 87123"/>
                    <a:gd name="connsiteY6" fmla="*/ 15747 h 90327"/>
                    <a:gd name="connsiteX7" fmla="*/ 23204 w 87123"/>
                    <a:gd name="connsiteY7" fmla="*/ 30 h 90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7123" h="90327">
                      <a:moveTo>
                        <a:pt x="23204" y="30"/>
                      </a:moveTo>
                      <a:cubicBezTo>
                        <a:pt x="42445" y="411"/>
                        <a:pt x="60638" y="11651"/>
                        <a:pt x="71687" y="27367"/>
                      </a:cubicBezTo>
                      <a:cubicBezTo>
                        <a:pt x="82736" y="43083"/>
                        <a:pt x="87308" y="62800"/>
                        <a:pt x="87117" y="82041"/>
                      </a:cubicBezTo>
                      <a:cubicBezTo>
                        <a:pt x="87117" y="85660"/>
                        <a:pt x="85784" y="90327"/>
                        <a:pt x="82260" y="90327"/>
                      </a:cubicBezTo>
                      <a:cubicBezTo>
                        <a:pt x="80926" y="90327"/>
                        <a:pt x="79688" y="89565"/>
                        <a:pt x="78545" y="88803"/>
                      </a:cubicBezTo>
                      <a:cubicBezTo>
                        <a:pt x="61019" y="76230"/>
                        <a:pt x="57876" y="51370"/>
                        <a:pt x="44636" y="34225"/>
                      </a:cubicBezTo>
                      <a:cubicBezTo>
                        <a:pt x="37969" y="25652"/>
                        <a:pt x="28729" y="19080"/>
                        <a:pt x="18347" y="15747"/>
                      </a:cubicBezTo>
                      <a:cubicBezTo>
                        <a:pt x="-8704" y="7079"/>
                        <a:pt x="-4799" y="-541"/>
                        <a:pt x="23204" y="30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51" name="Forme libre : forme 17150">
                  <a:extLst>
                    <a:ext uri="{FF2B5EF4-FFF2-40B4-BE49-F238E27FC236}">
                      <a16:creationId xmlns:a16="http://schemas.microsoft.com/office/drawing/2014/main" id="{99FBB678-E343-49F2-AED6-F676784ABBD6}"/>
                    </a:ext>
                  </a:extLst>
                </p:cNvPr>
                <p:cNvSpPr/>
                <p:nvPr/>
              </p:nvSpPr>
              <p:spPr>
                <a:xfrm>
                  <a:off x="7986013" y="3997166"/>
                  <a:ext cx="117791" cy="167193"/>
                </a:xfrm>
                <a:custGeom>
                  <a:avLst/>
                  <a:gdLst>
                    <a:gd name="connsiteX0" fmla="*/ 105002 w 117791"/>
                    <a:gd name="connsiteY0" fmla="*/ 0 h 167193"/>
                    <a:gd name="connsiteX1" fmla="*/ 47947 w 117791"/>
                    <a:gd name="connsiteY1" fmla="*/ 26765 h 167193"/>
                    <a:gd name="connsiteX2" fmla="*/ 18324 w 117791"/>
                    <a:gd name="connsiteY2" fmla="*/ 48959 h 167193"/>
                    <a:gd name="connsiteX3" fmla="*/ 36 w 117791"/>
                    <a:gd name="connsiteY3" fmla="*/ 117729 h 167193"/>
                    <a:gd name="connsiteX4" fmla="*/ 2417 w 117791"/>
                    <a:gd name="connsiteY4" fmla="*/ 136493 h 167193"/>
                    <a:gd name="connsiteX5" fmla="*/ 12133 w 117791"/>
                    <a:gd name="connsiteY5" fmla="*/ 148876 h 167193"/>
                    <a:gd name="connsiteX6" fmla="*/ 103477 w 117791"/>
                    <a:gd name="connsiteY6" fmla="*/ 155258 h 167193"/>
                    <a:gd name="connsiteX7" fmla="*/ 117574 w 117791"/>
                    <a:gd name="connsiteY7" fmla="*/ 131921 h 167193"/>
                    <a:gd name="connsiteX8" fmla="*/ 97191 w 117791"/>
                    <a:gd name="connsiteY8" fmla="*/ 109061 h 167193"/>
                    <a:gd name="connsiteX9" fmla="*/ 82713 w 117791"/>
                    <a:gd name="connsiteY9" fmla="*/ 71628 h 167193"/>
                    <a:gd name="connsiteX10" fmla="*/ 89095 w 117791"/>
                    <a:gd name="connsiteY10" fmla="*/ 31052 h 167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7791" h="167193">
                      <a:moveTo>
                        <a:pt x="105002" y="0"/>
                      </a:moveTo>
                      <a:cubicBezTo>
                        <a:pt x="85380" y="7620"/>
                        <a:pt x="66330" y="16574"/>
                        <a:pt x="47947" y="26765"/>
                      </a:cubicBezTo>
                      <a:cubicBezTo>
                        <a:pt x="37088" y="32766"/>
                        <a:pt x="26325" y="39434"/>
                        <a:pt x="18324" y="48959"/>
                      </a:cubicBezTo>
                      <a:cubicBezTo>
                        <a:pt x="2798" y="67532"/>
                        <a:pt x="512" y="93536"/>
                        <a:pt x="36" y="117729"/>
                      </a:cubicBezTo>
                      <a:cubicBezTo>
                        <a:pt x="-59" y="124111"/>
                        <a:pt x="-155" y="130683"/>
                        <a:pt x="2417" y="136493"/>
                      </a:cubicBezTo>
                      <a:cubicBezTo>
                        <a:pt x="4513" y="141351"/>
                        <a:pt x="8132" y="145352"/>
                        <a:pt x="12133" y="148876"/>
                      </a:cubicBezTo>
                      <a:cubicBezTo>
                        <a:pt x="36707" y="170593"/>
                        <a:pt x="76141" y="173355"/>
                        <a:pt x="103477" y="155258"/>
                      </a:cubicBezTo>
                      <a:cubicBezTo>
                        <a:pt x="111479" y="149924"/>
                        <a:pt x="119194" y="141446"/>
                        <a:pt x="117574" y="131921"/>
                      </a:cubicBezTo>
                      <a:cubicBezTo>
                        <a:pt x="115860" y="121634"/>
                        <a:pt x="104716" y="116300"/>
                        <a:pt x="97191" y="109061"/>
                      </a:cubicBezTo>
                      <a:cubicBezTo>
                        <a:pt x="87285" y="99536"/>
                        <a:pt x="82904" y="85344"/>
                        <a:pt x="82713" y="71628"/>
                      </a:cubicBezTo>
                      <a:cubicBezTo>
                        <a:pt x="82522" y="57912"/>
                        <a:pt x="85761" y="44387"/>
                        <a:pt x="89095" y="31052"/>
                      </a:cubicBezTo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52" name="Forme libre : forme 17151">
                  <a:extLst>
                    <a:ext uri="{FF2B5EF4-FFF2-40B4-BE49-F238E27FC236}">
                      <a16:creationId xmlns:a16="http://schemas.microsoft.com/office/drawing/2014/main" id="{CB733807-FCE8-48D1-B2A9-C5445069F84F}"/>
                    </a:ext>
                  </a:extLst>
                </p:cNvPr>
                <p:cNvSpPr/>
                <p:nvPr/>
              </p:nvSpPr>
              <p:spPr>
                <a:xfrm>
                  <a:off x="8128687" y="4184238"/>
                  <a:ext cx="38101" cy="71065"/>
                </a:xfrm>
                <a:custGeom>
                  <a:avLst/>
                  <a:gdLst>
                    <a:gd name="connsiteX0" fmla="*/ 37004 w 38101"/>
                    <a:gd name="connsiteY0" fmla="*/ 19906 h 71065"/>
                    <a:gd name="connsiteX1" fmla="*/ 32908 w 38101"/>
                    <a:gd name="connsiteY1" fmla="*/ 53624 h 71065"/>
                    <a:gd name="connsiteX2" fmla="*/ 30241 w 38101"/>
                    <a:gd name="connsiteY2" fmla="*/ 57815 h 71065"/>
                    <a:gd name="connsiteX3" fmla="*/ 5095 w 38101"/>
                    <a:gd name="connsiteY3" fmla="*/ 71055 h 71065"/>
                    <a:gd name="connsiteX4" fmla="*/ 1190 w 38101"/>
                    <a:gd name="connsiteY4" fmla="*/ 69721 h 71065"/>
                    <a:gd name="connsiteX5" fmla="*/ 47 w 38101"/>
                    <a:gd name="connsiteY5" fmla="*/ 66102 h 71065"/>
                    <a:gd name="connsiteX6" fmla="*/ 37004 w 38101"/>
                    <a:gd name="connsiteY6" fmla="*/ 19906 h 71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101" h="71065">
                      <a:moveTo>
                        <a:pt x="37004" y="19906"/>
                      </a:moveTo>
                      <a:cubicBezTo>
                        <a:pt x="39099" y="31241"/>
                        <a:pt x="38433" y="43433"/>
                        <a:pt x="32908" y="53624"/>
                      </a:cubicBezTo>
                      <a:cubicBezTo>
                        <a:pt x="32146" y="55053"/>
                        <a:pt x="31194" y="56482"/>
                        <a:pt x="30241" y="57815"/>
                      </a:cubicBezTo>
                      <a:cubicBezTo>
                        <a:pt x="24335" y="65721"/>
                        <a:pt x="14906" y="71341"/>
                        <a:pt x="5095" y="71055"/>
                      </a:cubicBezTo>
                      <a:cubicBezTo>
                        <a:pt x="3666" y="71055"/>
                        <a:pt x="2142" y="70769"/>
                        <a:pt x="1190" y="69721"/>
                      </a:cubicBezTo>
                      <a:cubicBezTo>
                        <a:pt x="333" y="68769"/>
                        <a:pt x="142" y="67340"/>
                        <a:pt x="47" y="66102"/>
                      </a:cubicBezTo>
                      <a:cubicBezTo>
                        <a:pt x="-1287" y="45242"/>
                        <a:pt x="26336" y="-37435"/>
                        <a:pt x="37004" y="19906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53" name="Forme libre : forme 17152">
                  <a:extLst>
                    <a:ext uri="{FF2B5EF4-FFF2-40B4-BE49-F238E27FC236}">
                      <a16:creationId xmlns:a16="http://schemas.microsoft.com/office/drawing/2014/main" id="{EC905902-CBDC-410F-B13A-2D43EE625211}"/>
                    </a:ext>
                  </a:extLst>
                </p:cNvPr>
                <p:cNvSpPr/>
                <p:nvPr/>
              </p:nvSpPr>
              <p:spPr>
                <a:xfrm>
                  <a:off x="8011778" y="4253644"/>
                  <a:ext cx="92990" cy="101237"/>
                </a:xfrm>
                <a:custGeom>
                  <a:avLst/>
                  <a:gdLst>
                    <a:gd name="connsiteX0" fmla="*/ 11991 w 92990"/>
                    <a:gd name="connsiteY0" fmla="*/ 74039 h 101237"/>
                    <a:gd name="connsiteX1" fmla="*/ 29421 w 92990"/>
                    <a:gd name="connsiteY1" fmla="*/ 93756 h 101237"/>
                    <a:gd name="connsiteX2" fmla="*/ 59616 w 92990"/>
                    <a:gd name="connsiteY2" fmla="*/ 100804 h 101237"/>
                    <a:gd name="connsiteX3" fmla="*/ 81904 w 92990"/>
                    <a:gd name="connsiteY3" fmla="*/ 98995 h 101237"/>
                    <a:gd name="connsiteX4" fmla="*/ 65997 w 92990"/>
                    <a:gd name="connsiteY4" fmla="*/ 54513 h 101237"/>
                    <a:gd name="connsiteX5" fmla="*/ 27802 w 92990"/>
                    <a:gd name="connsiteY5" fmla="*/ 9174 h 101237"/>
                    <a:gd name="connsiteX6" fmla="*/ 11991 w 92990"/>
                    <a:gd name="connsiteY6" fmla="*/ 74039 h 101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2990" h="101237">
                      <a:moveTo>
                        <a:pt x="11991" y="74039"/>
                      </a:moveTo>
                      <a:cubicBezTo>
                        <a:pt x="16276" y="81754"/>
                        <a:pt x="21801" y="89184"/>
                        <a:pt x="29421" y="93756"/>
                      </a:cubicBezTo>
                      <a:cubicBezTo>
                        <a:pt x="38374" y="99090"/>
                        <a:pt x="49233" y="100042"/>
                        <a:pt x="59616" y="100804"/>
                      </a:cubicBezTo>
                      <a:cubicBezTo>
                        <a:pt x="67140" y="101376"/>
                        <a:pt x="74951" y="101852"/>
                        <a:pt x="81904" y="98995"/>
                      </a:cubicBezTo>
                      <a:cubicBezTo>
                        <a:pt x="110574" y="86993"/>
                        <a:pt x="75713" y="64609"/>
                        <a:pt x="65997" y="54513"/>
                      </a:cubicBezTo>
                      <a:cubicBezTo>
                        <a:pt x="52376" y="40225"/>
                        <a:pt x="42947" y="22223"/>
                        <a:pt x="27802" y="9174"/>
                      </a:cubicBezTo>
                      <a:cubicBezTo>
                        <a:pt x="-14203" y="-27021"/>
                        <a:pt x="941" y="54227"/>
                        <a:pt x="11991" y="7403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54" name="Forme libre : forme 17153">
                  <a:extLst>
                    <a:ext uri="{FF2B5EF4-FFF2-40B4-BE49-F238E27FC236}">
                      <a16:creationId xmlns:a16="http://schemas.microsoft.com/office/drawing/2014/main" id="{F12C65AA-24E4-4626-89C7-63E3E2C33FD1}"/>
                    </a:ext>
                  </a:extLst>
                </p:cNvPr>
                <p:cNvSpPr/>
                <p:nvPr/>
              </p:nvSpPr>
              <p:spPr>
                <a:xfrm>
                  <a:off x="8144579" y="3798945"/>
                  <a:ext cx="48022" cy="88441"/>
                </a:xfrm>
                <a:custGeom>
                  <a:avLst/>
                  <a:gdLst>
                    <a:gd name="connsiteX0" fmla="*/ 46734 w 48022"/>
                    <a:gd name="connsiteY0" fmla="*/ 59918 h 88441"/>
                    <a:gd name="connsiteX1" fmla="*/ 47687 w 48022"/>
                    <a:gd name="connsiteY1" fmla="*/ 74205 h 88441"/>
                    <a:gd name="connsiteX2" fmla="*/ 39495 w 48022"/>
                    <a:gd name="connsiteY2" fmla="*/ 85159 h 88441"/>
                    <a:gd name="connsiteX3" fmla="*/ 28541 w 48022"/>
                    <a:gd name="connsiteY3" fmla="*/ 86874 h 88441"/>
                    <a:gd name="connsiteX4" fmla="*/ 22636 w 48022"/>
                    <a:gd name="connsiteY4" fmla="*/ 88302 h 88441"/>
                    <a:gd name="connsiteX5" fmla="*/ 2633 w 48022"/>
                    <a:gd name="connsiteY5" fmla="*/ 4958 h 88441"/>
                    <a:gd name="connsiteX6" fmla="*/ 27779 w 48022"/>
                    <a:gd name="connsiteY6" fmla="*/ 11816 h 88441"/>
                    <a:gd name="connsiteX7" fmla="*/ 46734 w 48022"/>
                    <a:gd name="connsiteY7" fmla="*/ 59918 h 88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022" h="88441">
                      <a:moveTo>
                        <a:pt x="46734" y="59918"/>
                      </a:moveTo>
                      <a:cubicBezTo>
                        <a:pt x="47591" y="64585"/>
                        <a:pt x="48544" y="69443"/>
                        <a:pt x="47687" y="74205"/>
                      </a:cubicBezTo>
                      <a:cubicBezTo>
                        <a:pt x="46829" y="78968"/>
                        <a:pt x="44067" y="83635"/>
                        <a:pt x="39495" y="85159"/>
                      </a:cubicBezTo>
                      <a:cubicBezTo>
                        <a:pt x="35971" y="86397"/>
                        <a:pt x="32066" y="85635"/>
                        <a:pt x="28541" y="86874"/>
                      </a:cubicBezTo>
                      <a:cubicBezTo>
                        <a:pt x="26636" y="87540"/>
                        <a:pt x="24636" y="88874"/>
                        <a:pt x="22636" y="88302"/>
                      </a:cubicBezTo>
                      <a:cubicBezTo>
                        <a:pt x="8634" y="84778"/>
                        <a:pt x="-6130" y="17437"/>
                        <a:pt x="2633" y="4958"/>
                      </a:cubicBezTo>
                      <a:cubicBezTo>
                        <a:pt x="10444" y="-6090"/>
                        <a:pt x="18921" y="3625"/>
                        <a:pt x="27779" y="11816"/>
                      </a:cubicBezTo>
                      <a:cubicBezTo>
                        <a:pt x="42447" y="25342"/>
                        <a:pt x="43210" y="41058"/>
                        <a:pt x="46734" y="59918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55" name="Forme libre : forme 17154">
                  <a:extLst>
                    <a:ext uri="{FF2B5EF4-FFF2-40B4-BE49-F238E27FC236}">
                      <a16:creationId xmlns:a16="http://schemas.microsoft.com/office/drawing/2014/main" id="{E3787DEC-6765-4C0C-A0FF-6803B0A22C49}"/>
                    </a:ext>
                  </a:extLst>
                </p:cNvPr>
                <p:cNvSpPr/>
                <p:nvPr/>
              </p:nvSpPr>
              <p:spPr>
                <a:xfrm>
                  <a:off x="8014267" y="3866661"/>
                  <a:ext cx="62418" cy="94827"/>
                </a:xfrm>
                <a:custGeom>
                  <a:avLst/>
                  <a:gdLst>
                    <a:gd name="connsiteX0" fmla="*/ 453 w 62418"/>
                    <a:gd name="connsiteY0" fmla="*/ 41541 h 94827"/>
                    <a:gd name="connsiteX1" fmla="*/ 3882 w 62418"/>
                    <a:gd name="connsiteY1" fmla="*/ 77641 h 94827"/>
                    <a:gd name="connsiteX2" fmla="*/ 30266 w 62418"/>
                    <a:gd name="connsiteY2" fmla="*/ 94786 h 94827"/>
                    <a:gd name="connsiteX3" fmla="*/ 58841 w 62418"/>
                    <a:gd name="connsiteY3" fmla="*/ 81165 h 94827"/>
                    <a:gd name="connsiteX4" fmla="*/ 61889 w 62418"/>
                    <a:gd name="connsiteY4" fmla="*/ 68973 h 94827"/>
                    <a:gd name="connsiteX5" fmla="*/ 58079 w 62418"/>
                    <a:gd name="connsiteY5" fmla="*/ 63639 h 94827"/>
                    <a:gd name="connsiteX6" fmla="*/ 26837 w 62418"/>
                    <a:gd name="connsiteY6" fmla="*/ 5061 h 94827"/>
                    <a:gd name="connsiteX7" fmla="*/ 453 w 62418"/>
                    <a:gd name="connsiteY7" fmla="*/ 41541 h 94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418" h="94827">
                      <a:moveTo>
                        <a:pt x="453" y="41541"/>
                      </a:moveTo>
                      <a:cubicBezTo>
                        <a:pt x="167" y="53733"/>
                        <a:pt x="-1452" y="66687"/>
                        <a:pt x="3882" y="77641"/>
                      </a:cubicBezTo>
                      <a:cubicBezTo>
                        <a:pt x="8740" y="87452"/>
                        <a:pt x="19312" y="94214"/>
                        <a:pt x="30266" y="94786"/>
                      </a:cubicBezTo>
                      <a:cubicBezTo>
                        <a:pt x="41220" y="95357"/>
                        <a:pt x="52269" y="90023"/>
                        <a:pt x="58841" y="81165"/>
                      </a:cubicBezTo>
                      <a:cubicBezTo>
                        <a:pt x="61413" y="77641"/>
                        <a:pt x="63413" y="73069"/>
                        <a:pt x="61889" y="68973"/>
                      </a:cubicBezTo>
                      <a:cubicBezTo>
                        <a:pt x="61127" y="66878"/>
                        <a:pt x="59508" y="65258"/>
                        <a:pt x="58079" y="63639"/>
                      </a:cubicBezTo>
                      <a:cubicBezTo>
                        <a:pt x="43316" y="46875"/>
                        <a:pt x="45411" y="18014"/>
                        <a:pt x="26837" y="5061"/>
                      </a:cubicBezTo>
                      <a:cubicBezTo>
                        <a:pt x="262" y="-13609"/>
                        <a:pt x="739" y="24111"/>
                        <a:pt x="453" y="41541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56" name="Forme libre : forme 17155">
                  <a:extLst>
                    <a:ext uri="{FF2B5EF4-FFF2-40B4-BE49-F238E27FC236}">
                      <a16:creationId xmlns:a16="http://schemas.microsoft.com/office/drawing/2014/main" id="{D893FBAE-8460-4B63-B01F-C129E0F578E2}"/>
                    </a:ext>
                  </a:extLst>
                </p:cNvPr>
                <p:cNvSpPr/>
                <p:nvPr/>
              </p:nvSpPr>
              <p:spPr>
                <a:xfrm>
                  <a:off x="7888679" y="3960477"/>
                  <a:ext cx="58252" cy="105695"/>
                </a:xfrm>
                <a:custGeom>
                  <a:avLst/>
                  <a:gdLst>
                    <a:gd name="connsiteX0" fmla="*/ 13836 w 58252"/>
                    <a:gd name="connsiteY0" fmla="*/ 94125 h 105695"/>
                    <a:gd name="connsiteX1" fmla="*/ 35267 w 58252"/>
                    <a:gd name="connsiteY1" fmla="*/ 105555 h 105695"/>
                    <a:gd name="connsiteX2" fmla="*/ 32124 w 58252"/>
                    <a:gd name="connsiteY2" fmla="*/ 2875 h 105695"/>
                    <a:gd name="connsiteX3" fmla="*/ 13836 w 58252"/>
                    <a:gd name="connsiteY3" fmla="*/ 94125 h 105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252" h="105695">
                      <a:moveTo>
                        <a:pt x="13836" y="94125"/>
                      </a:moveTo>
                      <a:cubicBezTo>
                        <a:pt x="19170" y="100697"/>
                        <a:pt x="26885" y="106698"/>
                        <a:pt x="35267" y="105555"/>
                      </a:cubicBezTo>
                      <a:cubicBezTo>
                        <a:pt x="71367" y="100792"/>
                        <a:pt x="60794" y="15734"/>
                        <a:pt x="32124" y="2875"/>
                      </a:cubicBezTo>
                      <a:cubicBezTo>
                        <a:pt x="-13025" y="-17318"/>
                        <a:pt x="-2071" y="74789"/>
                        <a:pt x="13836" y="94125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57" name="Forme libre : forme 17156">
                  <a:extLst>
                    <a:ext uri="{FF2B5EF4-FFF2-40B4-BE49-F238E27FC236}">
                      <a16:creationId xmlns:a16="http://schemas.microsoft.com/office/drawing/2014/main" id="{67EBFF81-394B-4ABB-B84A-2589A41D2FF3}"/>
                    </a:ext>
                  </a:extLst>
                </p:cNvPr>
                <p:cNvSpPr/>
                <p:nvPr/>
              </p:nvSpPr>
              <p:spPr>
                <a:xfrm>
                  <a:off x="7633061" y="4400433"/>
                  <a:ext cx="59467" cy="65172"/>
                </a:xfrm>
                <a:custGeom>
                  <a:avLst/>
                  <a:gdLst>
                    <a:gd name="connsiteX0" fmla="*/ 278 w 59467"/>
                    <a:gd name="connsiteY0" fmla="*/ 43074 h 65172"/>
                    <a:gd name="connsiteX1" fmla="*/ 2659 w 59467"/>
                    <a:gd name="connsiteY1" fmla="*/ 56886 h 65172"/>
                    <a:gd name="connsiteX2" fmla="*/ 17709 w 59467"/>
                    <a:gd name="connsiteY2" fmla="*/ 63744 h 65172"/>
                    <a:gd name="connsiteX3" fmla="*/ 38283 w 59467"/>
                    <a:gd name="connsiteY3" fmla="*/ 65172 h 65172"/>
                    <a:gd name="connsiteX4" fmla="*/ 42855 w 59467"/>
                    <a:gd name="connsiteY4" fmla="*/ 4689 h 65172"/>
                    <a:gd name="connsiteX5" fmla="*/ 278 w 59467"/>
                    <a:gd name="connsiteY5" fmla="*/ 43074 h 65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467" h="65172">
                      <a:moveTo>
                        <a:pt x="278" y="43074"/>
                      </a:moveTo>
                      <a:cubicBezTo>
                        <a:pt x="-294" y="47837"/>
                        <a:pt x="-198" y="52980"/>
                        <a:pt x="2659" y="56886"/>
                      </a:cubicBezTo>
                      <a:cubicBezTo>
                        <a:pt x="5993" y="61458"/>
                        <a:pt x="12089" y="62982"/>
                        <a:pt x="17709" y="63744"/>
                      </a:cubicBezTo>
                      <a:cubicBezTo>
                        <a:pt x="24472" y="64696"/>
                        <a:pt x="31425" y="65172"/>
                        <a:pt x="38283" y="65172"/>
                      </a:cubicBezTo>
                      <a:cubicBezTo>
                        <a:pt x="71144" y="64887"/>
                        <a:pt x="60191" y="20214"/>
                        <a:pt x="42855" y="4689"/>
                      </a:cubicBezTo>
                      <a:cubicBezTo>
                        <a:pt x="22567" y="-13314"/>
                        <a:pt x="2374" y="25072"/>
                        <a:pt x="278" y="43074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58" name="Forme libre : forme 17157">
                  <a:extLst>
                    <a:ext uri="{FF2B5EF4-FFF2-40B4-BE49-F238E27FC236}">
                      <a16:creationId xmlns:a16="http://schemas.microsoft.com/office/drawing/2014/main" id="{0B47CB69-0978-4959-A9EC-2F3903800038}"/>
                    </a:ext>
                  </a:extLst>
                </p:cNvPr>
                <p:cNvSpPr/>
                <p:nvPr/>
              </p:nvSpPr>
              <p:spPr>
                <a:xfrm>
                  <a:off x="6597191" y="5257795"/>
                  <a:ext cx="44575" cy="77240"/>
                </a:xfrm>
                <a:custGeom>
                  <a:avLst/>
                  <a:gdLst>
                    <a:gd name="connsiteX0" fmla="*/ 8877 w 44575"/>
                    <a:gd name="connsiteY0" fmla="*/ 69537 h 77240"/>
                    <a:gd name="connsiteX1" fmla="*/ 24688 w 44575"/>
                    <a:gd name="connsiteY1" fmla="*/ 77157 h 77240"/>
                    <a:gd name="connsiteX2" fmla="*/ 38595 w 44575"/>
                    <a:gd name="connsiteY2" fmla="*/ 66394 h 77240"/>
                    <a:gd name="connsiteX3" fmla="*/ 22497 w 44575"/>
                    <a:gd name="connsiteY3" fmla="*/ 5 h 77240"/>
                    <a:gd name="connsiteX4" fmla="*/ 8877 w 44575"/>
                    <a:gd name="connsiteY4" fmla="*/ 69537 h 77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575" h="77240">
                      <a:moveTo>
                        <a:pt x="8877" y="69537"/>
                      </a:moveTo>
                      <a:cubicBezTo>
                        <a:pt x="12591" y="74395"/>
                        <a:pt x="18592" y="77824"/>
                        <a:pt x="24688" y="77157"/>
                      </a:cubicBezTo>
                      <a:cubicBezTo>
                        <a:pt x="30784" y="76491"/>
                        <a:pt x="35928" y="71918"/>
                        <a:pt x="38595" y="66394"/>
                      </a:cubicBezTo>
                      <a:cubicBezTo>
                        <a:pt x="46881" y="49820"/>
                        <a:pt x="50501" y="-567"/>
                        <a:pt x="22497" y="5"/>
                      </a:cubicBezTo>
                      <a:cubicBezTo>
                        <a:pt x="-6459" y="672"/>
                        <a:pt x="-3316" y="53631"/>
                        <a:pt x="8877" y="69537"/>
                      </a:cubicBezTo>
                      <a:close/>
                    </a:path>
                  </a:pathLst>
                </a:custGeom>
                <a:solidFill>
                  <a:srgbClr val="F9E79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59" name="Forme libre : forme 17158">
                  <a:extLst>
                    <a:ext uri="{FF2B5EF4-FFF2-40B4-BE49-F238E27FC236}">
                      <a16:creationId xmlns:a16="http://schemas.microsoft.com/office/drawing/2014/main" id="{1BA6749A-FE8F-49AF-9E23-2DF4A5AD78F7}"/>
                    </a:ext>
                  </a:extLst>
                </p:cNvPr>
                <p:cNvSpPr/>
                <p:nvPr/>
              </p:nvSpPr>
              <p:spPr>
                <a:xfrm>
                  <a:off x="6908531" y="4840377"/>
                  <a:ext cx="61384" cy="68039"/>
                </a:xfrm>
                <a:custGeom>
                  <a:avLst/>
                  <a:gdLst>
                    <a:gd name="connsiteX0" fmla="*/ 39484 w 61384"/>
                    <a:gd name="connsiteY0" fmla="*/ 67379 h 68039"/>
                    <a:gd name="connsiteX1" fmla="*/ 56629 w 61384"/>
                    <a:gd name="connsiteY1" fmla="*/ 63569 h 68039"/>
                    <a:gd name="connsiteX2" fmla="*/ 60915 w 61384"/>
                    <a:gd name="connsiteY2" fmla="*/ 46519 h 68039"/>
                    <a:gd name="connsiteX3" fmla="*/ 7194 w 61384"/>
                    <a:gd name="connsiteY3" fmla="*/ 4323 h 68039"/>
                    <a:gd name="connsiteX4" fmla="*/ 39484 w 61384"/>
                    <a:gd name="connsiteY4" fmla="*/ 67379 h 68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384" h="68039">
                      <a:moveTo>
                        <a:pt x="39484" y="67379"/>
                      </a:moveTo>
                      <a:cubicBezTo>
                        <a:pt x="45390" y="68903"/>
                        <a:pt x="52247" y="67855"/>
                        <a:pt x="56629" y="63569"/>
                      </a:cubicBezTo>
                      <a:cubicBezTo>
                        <a:pt x="61010" y="59283"/>
                        <a:pt x="62154" y="52520"/>
                        <a:pt x="60915" y="46519"/>
                      </a:cubicBezTo>
                      <a:cubicBezTo>
                        <a:pt x="57200" y="28326"/>
                        <a:pt x="28816" y="-13488"/>
                        <a:pt x="7194" y="4323"/>
                      </a:cubicBezTo>
                      <a:cubicBezTo>
                        <a:pt x="-15190" y="22802"/>
                        <a:pt x="20053" y="62426"/>
                        <a:pt x="39484" y="67379"/>
                      </a:cubicBezTo>
                      <a:close/>
                    </a:path>
                  </a:pathLst>
                </a:custGeom>
                <a:solidFill>
                  <a:srgbClr val="F9E79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60" name="Forme libre : forme 17159">
                  <a:extLst>
                    <a:ext uri="{FF2B5EF4-FFF2-40B4-BE49-F238E27FC236}">
                      <a16:creationId xmlns:a16="http://schemas.microsoft.com/office/drawing/2014/main" id="{EA748508-4D95-4D99-AEF2-766906636451}"/>
                    </a:ext>
                  </a:extLst>
                </p:cNvPr>
                <p:cNvSpPr/>
                <p:nvPr/>
              </p:nvSpPr>
              <p:spPr>
                <a:xfrm>
                  <a:off x="7450168" y="4588536"/>
                  <a:ext cx="61434" cy="68039"/>
                </a:xfrm>
                <a:custGeom>
                  <a:avLst/>
                  <a:gdLst>
                    <a:gd name="connsiteX0" fmla="*/ 39534 w 61434"/>
                    <a:gd name="connsiteY0" fmla="*/ 67379 h 68039"/>
                    <a:gd name="connsiteX1" fmla="*/ 56679 w 61434"/>
                    <a:gd name="connsiteY1" fmla="*/ 63569 h 68039"/>
                    <a:gd name="connsiteX2" fmla="*/ 60965 w 61434"/>
                    <a:gd name="connsiteY2" fmla="*/ 46519 h 68039"/>
                    <a:gd name="connsiteX3" fmla="*/ 7244 w 61434"/>
                    <a:gd name="connsiteY3" fmla="*/ 4323 h 68039"/>
                    <a:gd name="connsiteX4" fmla="*/ 39534 w 61434"/>
                    <a:gd name="connsiteY4" fmla="*/ 67379 h 68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434" h="68039">
                      <a:moveTo>
                        <a:pt x="39534" y="67379"/>
                      </a:moveTo>
                      <a:cubicBezTo>
                        <a:pt x="45440" y="68903"/>
                        <a:pt x="52297" y="67855"/>
                        <a:pt x="56679" y="63569"/>
                      </a:cubicBezTo>
                      <a:cubicBezTo>
                        <a:pt x="61061" y="59283"/>
                        <a:pt x="62204" y="52520"/>
                        <a:pt x="60965" y="46519"/>
                      </a:cubicBezTo>
                      <a:cubicBezTo>
                        <a:pt x="57251" y="28326"/>
                        <a:pt x="28866" y="-13488"/>
                        <a:pt x="7244" y="4323"/>
                      </a:cubicBezTo>
                      <a:cubicBezTo>
                        <a:pt x="-15235" y="22802"/>
                        <a:pt x="20007" y="62426"/>
                        <a:pt x="39534" y="67379"/>
                      </a:cubicBezTo>
                      <a:close/>
                    </a:path>
                  </a:pathLst>
                </a:custGeom>
                <a:solidFill>
                  <a:srgbClr val="F9E79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61" name="Forme libre : forme 17160">
                  <a:extLst>
                    <a:ext uri="{FF2B5EF4-FFF2-40B4-BE49-F238E27FC236}">
                      <a16:creationId xmlns:a16="http://schemas.microsoft.com/office/drawing/2014/main" id="{174A90E1-1802-4E07-A766-AABD27DB1B93}"/>
                    </a:ext>
                  </a:extLst>
                </p:cNvPr>
                <p:cNvSpPr/>
                <p:nvPr/>
              </p:nvSpPr>
              <p:spPr>
                <a:xfrm>
                  <a:off x="6821160" y="5178869"/>
                  <a:ext cx="38462" cy="71247"/>
                </a:xfrm>
                <a:custGeom>
                  <a:avLst/>
                  <a:gdLst>
                    <a:gd name="connsiteX0" fmla="*/ 744 w 38462"/>
                    <a:gd name="connsiteY0" fmla="*/ 48927 h 71247"/>
                    <a:gd name="connsiteX1" fmla="*/ 840 w 38462"/>
                    <a:gd name="connsiteY1" fmla="*/ 62548 h 71247"/>
                    <a:gd name="connsiteX2" fmla="*/ 10460 w 38462"/>
                    <a:gd name="connsiteY2" fmla="*/ 71216 h 71247"/>
                    <a:gd name="connsiteX3" fmla="*/ 34748 w 38462"/>
                    <a:gd name="connsiteY3" fmla="*/ 5398 h 71247"/>
                    <a:gd name="connsiteX4" fmla="*/ 744 w 38462"/>
                    <a:gd name="connsiteY4" fmla="*/ 48927 h 71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462" h="71247">
                      <a:moveTo>
                        <a:pt x="744" y="48927"/>
                      </a:moveTo>
                      <a:cubicBezTo>
                        <a:pt x="-17" y="53404"/>
                        <a:pt x="-494" y="58166"/>
                        <a:pt x="840" y="62548"/>
                      </a:cubicBezTo>
                      <a:cubicBezTo>
                        <a:pt x="2173" y="66929"/>
                        <a:pt x="5888" y="70835"/>
                        <a:pt x="10460" y="71216"/>
                      </a:cubicBezTo>
                      <a:cubicBezTo>
                        <a:pt x="29605" y="72739"/>
                        <a:pt x="46083" y="19686"/>
                        <a:pt x="34748" y="5398"/>
                      </a:cubicBezTo>
                      <a:cubicBezTo>
                        <a:pt x="17223" y="-16700"/>
                        <a:pt x="3125" y="35306"/>
                        <a:pt x="744" y="48927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62" name="Forme libre : forme 17161">
                  <a:extLst>
                    <a:ext uri="{FF2B5EF4-FFF2-40B4-BE49-F238E27FC236}">
                      <a16:creationId xmlns:a16="http://schemas.microsoft.com/office/drawing/2014/main" id="{1841ADC5-E82C-4B29-9254-04E633ACB398}"/>
                    </a:ext>
                  </a:extLst>
                </p:cNvPr>
                <p:cNvSpPr/>
                <p:nvPr/>
              </p:nvSpPr>
              <p:spPr>
                <a:xfrm>
                  <a:off x="6603927" y="5457863"/>
                  <a:ext cx="75687" cy="87577"/>
                </a:xfrm>
                <a:custGeom>
                  <a:avLst/>
                  <a:gdLst>
                    <a:gd name="connsiteX0" fmla="*/ 5189 w 75687"/>
                    <a:gd name="connsiteY0" fmla="*/ 53968 h 87577"/>
                    <a:gd name="connsiteX1" fmla="*/ 17095 w 75687"/>
                    <a:gd name="connsiteY1" fmla="*/ 70161 h 87577"/>
                    <a:gd name="connsiteX2" fmla="*/ 30144 w 75687"/>
                    <a:gd name="connsiteY2" fmla="*/ 83591 h 87577"/>
                    <a:gd name="connsiteX3" fmla="*/ 56529 w 75687"/>
                    <a:gd name="connsiteY3" fmla="*/ 87306 h 87577"/>
                    <a:gd name="connsiteX4" fmla="*/ 57576 w 75687"/>
                    <a:gd name="connsiteY4" fmla="*/ 5391 h 87577"/>
                    <a:gd name="connsiteX5" fmla="*/ 5189 w 75687"/>
                    <a:gd name="connsiteY5" fmla="*/ 53968 h 87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5687" h="87577">
                      <a:moveTo>
                        <a:pt x="5189" y="53968"/>
                      </a:moveTo>
                      <a:cubicBezTo>
                        <a:pt x="9189" y="59398"/>
                        <a:pt x="13190" y="64827"/>
                        <a:pt x="17095" y="70161"/>
                      </a:cubicBezTo>
                      <a:cubicBezTo>
                        <a:pt x="20810" y="75209"/>
                        <a:pt x="24715" y="80448"/>
                        <a:pt x="30144" y="83591"/>
                      </a:cubicBezTo>
                      <a:cubicBezTo>
                        <a:pt x="37955" y="88163"/>
                        <a:pt x="47575" y="87782"/>
                        <a:pt x="56529" y="87306"/>
                      </a:cubicBezTo>
                      <a:cubicBezTo>
                        <a:pt x="87390" y="85687"/>
                        <a:pt x="75864" y="18536"/>
                        <a:pt x="57576" y="5391"/>
                      </a:cubicBezTo>
                      <a:cubicBezTo>
                        <a:pt x="29573" y="-14802"/>
                        <a:pt x="-15290" y="26251"/>
                        <a:pt x="5189" y="53968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63" name="Forme libre : forme 17162">
                  <a:extLst>
                    <a:ext uri="{FF2B5EF4-FFF2-40B4-BE49-F238E27FC236}">
                      <a16:creationId xmlns:a16="http://schemas.microsoft.com/office/drawing/2014/main" id="{527A6386-1D94-450B-B411-72E7E4AE9D4E}"/>
                    </a:ext>
                  </a:extLst>
                </p:cNvPr>
                <p:cNvSpPr/>
                <p:nvPr/>
              </p:nvSpPr>
              <p:spPr>
                <a:xfrm>
                  <a:off x="7157357" y="4832851"/>
                  <a:ext cx="48442" cy="49784"/>
                </a:xfrm>
                <a:custGeom>
                  <a:avLst/>
                  <a:gdLst>
                    <a:gd name="connsiteX0" fmla="*/ 14115 w 48442"/>
                    <a:gd name="connsiteY0" fmla="*/ 40520 h 49784"/>
                    <a:gd name="connsiteX1" fmla="*/ 27545 w 48442"/>
                    <a:gd name="connsiteY1" fmla="*/ 49092 h 49784"/>
                    <a:gd name="connsiteX2" fmla="*/ 36784 w 48442"/>
                    <a:gd name="connsiteY2" fmla="*/ 49187 h 49784"/>
                    <a:gd name="connsiteX3" fmla="*/ 42500 w 48442"/>
                    <a:gd name="connsiteY3" fmla="*/ 45854 h 49784"/>
                    <a:gd name="connsiteX4" fmla="*/ 47072 w 48442"/>
                    <a:gd name="connsiteY4" fmla="*/ 35662 h 49784"/>
                    <a:gd name="connsiteX5" fmla="*/ 46024 w 48442"/>
                    <a:gd name="connsiteY5" fmla="*/ 13374 h 49784"/>
                    <a:gd name="connsiteX6" fmla="*/ 14115 w 48442"/>
                    <a:gd name="connsiteY6" fmla="*/ 40520 h 49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442" h="49784">
                      <a:moveTo>
                        <a:pt x="14115" y="40520"/>
                      </a:moveTo>
                      <a:cubicBezTo>
                        <a:pt x="18020" y="44140"/>
                        <a:pt x="22402" y="47568"/>
                        <a:pt x="27545" y="49092"/>
                      </a:cubicBezTo>
                      <a:cubicBezTo>
                        <a:pt x="30498" y="49950"/>
                        <a:pt x="33832" y="50045"/>
                        <a:pt x="36784" y="49187"/>
                      </a:cubicBezTo>
                      <a:cubicBezTo>
                        <a:pt x="38975" y="48616"/>
                        <a:pt x="40975" y="47473"/>
                        <a:pt x="42500" y="45854"/>
                      </a:cubicBezTo>
                      <a:cubicBezTo>
                        <a:pt x="45071" y="43092"/>
                        <a:pt x="46214" y="39282"/>
                        <a:pt x="47072" y="35662"/>
                      </a:cubicBezTo>
                      <a:cubicBezTo>
                        <a:pt x="48691" y="28233"/>
                        <a:pt x="49453" y="20136"/>
                        <a:pt x="46024" y="13374"/>
                      </a:cubicBezTo>
                      <a:cubicBezTo>
                        <a:pt x="32498" y="-13582"/>
                        <a:pt x="-26652" y="2610"/>
                        <a:pt x="14115" y="40520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64" name="Forme libre : forme 17163">
                  <a:extLst>
                    <a:ext uri="{FF2B5EF4-FFF2-40B4-BE49-F238E27FC236}">
                      <a16:creationId xmlns:a16="http://schemas.microsoft.com/office/drawing/2014/main" id="{C2E19139-B439-480E-B793-E63EC12A9F76}"/>
                    </a:ext>
                  </a:extLst>
                </p:cNvPr>
                <p:cNvSpPr/>
                <p:nvPr/>
              </p:nvSpPr>
              <p:spPr>
                <a:xfrm>
                  <a:off x="7649396" y="4570899"/>
                  <a:ext cx="38764" cy="48546"/>
                </a:xfrm>
                <a:custGeom>
                  <a:avLst/>
                  <a:gdLst>
                    <a:gd name="connsiteX0" fmla="*/ 326 w 38764"/>
                    <a:gd name="connsiteY0" fmla="*/ 23960 h 48546"/>
                    <a:gd name="connsiteX1" fmla="*/ 898 w 38764"/>
                    <a:gd name="connsiteY1" fmla="*/ 38057 h 48546"/>
                    <a:gd name="connsiteX2" fmla="*/ 7089 w 38764"/>
                    <a:gd name="connsiteY2" fmla="*/ 46915 h 48546"/>
                    <a:gd name="connsiteX3" fmla="*/ 9851 w 38764"/>
                    <a:gd name="connsiteY3" fmla="*/ 48154 h 48546"/>
                    <a:gd name="connsiteX4" fmla="*/ 26805 w 38764"/>
                    <a:gd name="connsiteY4" fmla="*/ 41200 h 48546"/>
                    <a:gd name="connsiteX5" fmla="*/ 25091 w 38764"/>
                    <a:gd name="connsiteY5" fmla="*/ 3196 h 48546"/>
                    <a:gd name="connsiteX6" fmla="*/ 326 w 38764"/>
                    <a:gd name="connsiteY6" fmla="*/ 23960 h 48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764" h="48546">
                      <a:moveTo>
                        <a:pt x="326" y="23960"/>
                      </a:moveTo>
                      <a:cubicBezTo>
                        <a:pt x="-55" y="28627"/>
                        <a:pt x="-341" y="33485"/>
                        <a:pt x="898" y="38057"/>
                      </a:cubicBezTo>
                      <a:cubicBezTo>
                        <a:pt x="1850" y="41581"/>
                        <a:pt x="4041" y="45010"/>
                        <a:pt x="7089" y="46915"/>
                      </a:cubicBezTo>
                      <a:cubicBezTo>
                        <a:pt x="7946" y="47487"/>
                        <a:pt x="8898" y="47868"/>
                        <a:pt x="9851" y="48154"/>
                      </a:cubicBezTo>
                      <a:cubicBezTo>
                        <a:pt x="16042" y="49868"/>
                        <a:pt x="22234" y="45677"/>
                        <a:pt x="26805" y="41200"/>
                      </a:cubicBezTo>
                      <a:cubicBezTo>
                        <a:pt x="40521" y="27580"/>
                        <a:pt x="45475" y="12721"/>
                        <a:pt x="25091" y="3196"/>
                      </a:cubicBezTo>
                      <a:cubicBezTo>
                        <a:pt x="5279" y="-6139"/>
                        <a:pt x="1565" y="6244"/>
                        <a:pt x="326" y="23960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65" name="Forme libre : forme 17164">
                  <a:extLst>
                    <a:ext uri="{FF2B5EF4-FFF2-40B4-BE49-F238E27FC236}">
                      <a16:creationId xmlns:a16="http://schemas.microsoft.com/office/drawing/2014/main" id="{E8F84724-B4F8-4C31-9A7A-055FB888CB4E}"/>
                    </a:ext>
                  </a:extLst>
                </p:cNvPr>
                <p:cNvSpPr/>
                <p:nvPr/>
              </p:nvSpPr>
              <p:spPr>
                <a:xfrm>
                  <a:off x="7758085" y="4303216"/>
                  <a:ext cx="39931" cy="74848"/>
                </a:xfrm>
                <a:custGeom>
                  <a:avLst/>
                  <a:gdLst>
                    <a:gd name="connsiteX0" fmla="*/ 12128 w 39931"/>
                    <a:gd name="connsiteY0" fmla="*/ 1512 h 74848"/>
                    <a:gd name="connsiteX1" fmla="*/ 412 w 39931"/>
                    <a:gd name="connsiteY1" fmla="*/ 53424 h 74848"/>
                    <a:gd name="connsiteX2" fmla="*/ 4794 w 39931"/>
                    <a:gd name="connsiteY2" fmla="*/ 67997 h 74848"/>
                    <a:gd name="connsiteX3" fmla="*/ 17748 w 39931"/>
                    <a:gd name="connsiteY3" fmla="*/ 74760 h 74848"/>
                    <a:gd name="connsiteX4" fmla="*/ 29845 w 39931"/>
                    <a:gd name="connsiteY4" fmla="*/ 65139 h 74848"/>
                    <a:gd name="connsiteX5" fmla="*/ 39465 w 39931"/>
                    <a:gd name="connsiteY5" fmla="*/ 3417 h 74848"/>
                    <a:gd name="connsiteX6" fmla="*/ 36417 w 39931"/>
                    <a:gd name="connsiteY6" fmla="*/ 369 h 7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931" h="74848">
                      <a:moveTo>
                        <a:pt x="12128" y="1512"/>
                      </a:moveTo>
                      <a:cubicBezTo>
                        <a:pt x="2794" y="16943"/>
                        <a:pt x="-1397" y="35421"/>
                        <a:pt x="412" y="53424"/>
                      </a:cubicBezTo>
                      <a:cubicBezTo>
                        <a:pt x="888" y="58567"/>
                        <a:pt x="1937" y="63710"/>
                        <a:pt x="4794" y="67997"/>
                      </a:cubicBezTo>
                      <a:cubicBezTo>
                        <a:pt x="7651" y="72283"/>
                        <a:pt x="12700" y="75426"/>
                        <a:pt x="17748" y="74760"/>
                      </a:cubicBezTo>
                      <a:cubicBezTo>
                        <a:pt x="22987" y="74093"/>
                        <a:pt x="27082" y="69711"/>
                        <a:pt x="29845" y="65139"/>
                      </a:cubicBezTo>
                      <a:cubicBezTo>
                        <a:pt x="40989" y="47137"/>
                        <a:pt x="40417" y="24563"/>
                        <a:pt x="39465" y="3417"/>
                      </a:cubicBezTo>
                      <a:cubicBezTo>
                        <a:pt x="39370" y="1608"/>
                        <a:pt x="37655" y="-964"/>
                        <a:pt x="36417" y="369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66" name="Forme libre : forme 17165">
                  <a:extLst>
                    <a:ext uri="{FF2B5EF4-FFF2-40B4-BE49-F238E27FC236}">
                      <a16:creationId xmlns:a16="http://schemas.microsoft.com/office/drawing/2014/main" id="{CAF74433-7F0F-4686-950B-9E25E78F5B46}"/>
                    </a:ext>
                  </a:extLst>
                </p:cNvPr>
                <p:cNvSpPr/>
                <p:nvPr/>
              </p:nvSpPr>
              <p:spPr>
                <a:xfrm>
                  <a:off x="7895438" y="4388820"/>
                  <a:ext cx="34131" cy="57010"/>
                </a:xfrm>
                <a:custGeom>
                  <a:avLst/>
                  <a:gdLst>
                    <a:gd name="connsiteX0" fmla="*/ 31842 w 34131"/>
                    <a:gd name="connsiteY0" fmla="*/ 1157 h 57010"/>
                    <a:gd name="connsiteX1" fmla="*/ 314 w 34131"/>
                    <a:gd name="connsiteY1" fmla="*/ 21540 h 57010"/>
                    <a:gd name="connsiteX2" fmla="*/ 20697 w 34131"/>
                    <a:gd name="connsiteY2" fmla="*/ 55925 h 57010"/>
                    <a:gd name="connsiteX3" fmla="*/ 25175 w 34131"/>
                    <a:gd name="connsiteY3" fmla="*/ 56973 h 57010"/>
                    <a:gd name="connsiteX4" fmla="*/ 31271 w 34131"/>
                    <a:gd name="connsiteY4" fmla="*/ 48400 h 57010"/>
                    <a:gd name="connsiteX5" fmla="*/ 33557 w 34131"/>
                    <a:gd name="connsiteY5" fmla="*/ 6681 h 57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131" h="57010">
                      <a:moveTo>
                        <a:pt x="31842" y="1157"/>
                      </a:moveTo>
                      <a:cubicBezTo>
                        <a:pt x="18412" y="-3701"/>
                        <a:pt x="2505" y="7443"/>
                        <a:pt x="314" y="21540"/>
                      </a:cubicBezTo>
                      <a:cubicBezTo>
                        <a:pt x="-1877" y="35637"/>
                        <a:pt x="7648" y="50020"/>
                        <a:pt x="20697" y="55925"/>
                      </a:cubicBezTo>
                      <a:cubicBezTo>
                        <a:pt x="22126" y="56592"/>
                        <a:pt x="23650" y="57163"/>
                        <a:pt x="25175" y="56973"/>
                      </a:cubicBezTo>
                      <a:cubicBezTo>
                        <a:pt x="28889" y="56497"/>
                        <a:pt x="30508" y="52115"/>
                        <a:pt x="31271" y="48400"/>
                      </a:cubicBezTo>
                      <a:cubicBezTo>
                        <a:pt x="34033" y="34684"/>
                        <a:pt x="34795" y="20587"/>
                        <a:pt x="33557" y="6681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67" name="Forme libre : forme 17166">
                  <a:extLst>
                    <a:ext uri="{FF2B5EF4-FFF2-40B4-BE49-F238E27FC236}">
                      <a16:creationId xmlns:a16="http://schemas.microsoft.com/office/drawing/2014/main" id="{9C3FC331-6B28-4364-A709-84EEE1824314}"/>
                    </a:ext>
                  </a:extLst>
                </p:cNvPr>
                <p:cNvSpPr/>
                <p:nvPr/>
              </p:nvSpPr>
              <p:spPr>
                <a:xfrm>
                  <a:off x="7561303" y="4341269"/>
                  <a:ext cx="49628" cy="58409"/>
                </a:xfrm>
                <a:custGeom>
                  <a:avLst/>
                  <a:gdLst>
                    <a:gd name="connsiteX0" fmla="*/ 13361 w 49628"/>
                    <a:gd name="connsiteY0" fmla="*/ 50422 h 58409"/>
                    <a:gd name="connsiteX1" fmla="*/ 40127 w 49628"/>
                    <a:gd name="connsiteY1" fmla="*/ 55851 h 58409"/>
                    <a:gd name="connsiteX2" fmla="*/ 43937 w 49628"/>
                    <a:gd name="connsiteY2" fmla="*/ 51755 h 58409"/>
                    <a:gd name="connsiteX3" fmla="*/ 48128 w 49628"/>
                    <a:gd name="connsiteY3" fmla="*/ 39563 h 58409"/>
                    <a:gd name="connsiteX4" fmla="*/ 48889 w 49628"/>
                    <a:gd name="connsiteY4" fmla="*/ 17846 h 58409"/>
                    <a:gd name="connsiteX5" fmla="*/ 13361 w 49628"/>
                    <a:gd name="connsiteY5" fmla="*/ 50422 h 58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628" h="58409">
                      <a:moveTo>
                        <a:pt x="13361" y="50422"/>
                      </a:moveTo>
                      <a:cubicBezTo>
                        <a:pt x="20790" y="56804"/>
                        <a:pt x="32125" y="61566"/>
                        <a:pt x="40127" y="55851"/>
                      </a:cubicBezTo>
                      <a:cubicBezTo>
                        <a:pt x="41650" y="54708"/>
                        <a:pt x="42889" y="53375"/>
                        <a:pt x="43937" y="51755"/>
                      </a:cubicBezTo>
                      <a:cubicBezTo>
                        <a:pt x="46223" y="48231"/>
                        <a:pt x="47366" y="43850"/>
                        <a:pt x="48128" y="39563"/>
                      </a:cubicBezTo>
                      <a:cubicBezTo>
                        <a:pt x="49461" y="32420"/>
                        <a:pt x="50318" y="24990"/>
                        <a:pt x="48889" y="17846"/>
                      </a:cubicBezTo>
                      <a:cubicBezTo>
                        <a:pt x="40793" y="-23111"/>
                        <a:pt x="-28549" y="14418"/>
                        <a:pt x="13361" y="50422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68" name="Forme libre : forme 17167">
                  <a:extLst>
                    <a:ext uri="{FF2B5EF4-FFF2-40B4-BE49-F238E27FC236}">
                      <a16:creationId xmlns:a16="http://schemas.microsoft.com/office/drawing/2014/main" id="{01E7F598-8ECA-49A1-A75C-596C398F64A3}"/>
                    </a:ext>
                  </a:extLst>
                </p:cNvPr>
                <p:cNvSpPr/>
                <p:nvPr/>
              </p:nvSpPr>
              <p:spPr>
                <a:xfrm>
                  <a:off x="7222213" y="4625244"/>
                  <a:ext cx="46032" cy="71735"/>
                </a:xfrm>
                <a:custGeom>
                  <a:avLst/>
                  <a:gdLst>
                    <a:gd name="connsiteX0" fmla="*/ 21458 w 46032"/>
                    <a:gd name="connsiteY0" fmla="*/ 0 h 71735"/>
                    <a:gd name="connsiteX1" fmla="*/ 27 w 46032"/>
                    <a:gd name="connsiteY1" fmla="*/ 57817 h 71735"/>
                    <a:gd name="connsiteX2" fmla="*/ 1361 w 46032"/>
                    <a:gd name="connsiteY2" fmla="*/ 66199 h 71735"/>
                    <a:gd name="connsiteX3" fmla="*/ 16220 w 46032"/>
                    <a:gd name="connsiteY3" fmla="*/ 70961 h 71735"/>
                    <a:gd name="connsiteX4" fmla="*/ 28793 w 46032"/>
                    <a:gd name="connsiteY4" fmla="*/ 59912 h 71735"/>
                    <a:gd name="connsiteX5" fmla="*/ 46033 w 46032"/>
                    <a:gd name="connsiteY5" fmla="*/ 1524 h 71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6032" h="71735">
                      <a:moveTo>
                        <a:pt x="21458" y="0"/>
                      </a:moveTo>
                      <a:cubicBezTo>
                        <a:pt x="8123" y="16193"/>
                        <a:pt x="503" y="36957"/>
                        <a:pt x="27" y="57817"/>
                      </a:cubicBezTo>
                      <a:cubicBezTo>
                        <a:pt x="-68" y="60674"/>
                        <a:pt x="27" y="63627"/>
                        <a:pt x="1361" y="66199"/>
                      </a:cubicBezTo>
                      <a:cubicBezTo>
                        <a:pt x="4027" y="71247"/>
                        <a:pt x="10886" y="72866"/>
                        <a:pt x="16220" y="70961"/>
                      </a:cubicBezTo>
                      <a:cubicBezTo>
                        <a:pt x="21554" y="69056"/>
                        <a:pt x="25649" y="64579"/>
                        <a:pt x="28793" y="59912"/>
                      </a:cubicBezTo>
                      <a:cubicBezTo>
                        <a:pt x="40222" y="42863"/>
                        <a:pt x="43270" y="21812"/>
                        <a:pt x="46033" y="1524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69" name="Forme libre : forme 17168">
                  <a:extLst>
                    <a:ext uri="{FF2B5EF4-FFF2-40B4-BE49-F238E27FC236}">
                      <a16:creationId xmlns:a16="http://schemas.microsoft.com/office/drawing/2014/main" id="{3B6AB403-10CC-42A2-82FE-90978609EB32}"/>
                    </a:ext>
                  </a:extLst>
                </p:cNvPr>
                <p:cNvSpPr/>
                <p:nvPr/>
              </p:nvSpPr>
              <p:spPr>
                <a:xfrm>
                  <a:off x="7952294" y="4070999"/>
                  <a:ext cx="60004" cy="96718"/>
                </a:xfrm>
                <a:custGeom>
                  <a:avLst/>
                  <a:gdLst>
                    <a:gd name="connsiteX0" fmla="*/ 132 w 60004"/>
                    <a:gd name="connsiteY0" fmla="*/ 73423 h 96718"/>
                    <a:gd name="connsiteX1" fmla="*/ 11658 w 60004"/>
                    <a:gd name="connsiteY1" fmla="*/ 96378 h 96718"/>
                    <a:gd name="connsiteX2" fmla="*/ 26136 w 60004"/>
                    <a:gd name="connsiteY2" fmla="*/ 91807 h 96718"/>
                    <a:gd name="connsiteX3" fmla="*/ 34994 w 60004"/>
                    <a:gd name="connsiteY3" fmla="*/ 78757 h 96718"/>
                    <a:gd name="connsiteX4" fmla="*/ 51949 w 60004"/>
                    <a:gd name="connsiteY4" fmla="*/ 81 h 96718"/>
                    <a:gd name="connsiteX5" fmla="*/ 18992 w 60004"/>
                    <a:gd name="connsiteY5" fmla="*/ 32751 h 96718"/>
                    <a:gd name="connsiteX6" fmla="*/ 132 w 60004"/>
                    <a:gd name="connsiteY6" fmla="*/ 73423 h 96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4" h="96718">
                      <a:moveTo>
                        <a:pt x="132" y="73423"/>
                      </a:moveTo>
                      <a:cubicBezTo>
                        <a:pt x="-724" y="82758"/>
                        <a:pt x="2514" y="94188"/>
                        <a:pt x="11658" y="96378"/>
                      </a:cubicBezTo>
                      <a:cubicBezTo>
                        <a:pt x="16801" y="97617"/>
                        <a:pt x="22326" y="95331"/>
                        <a:pt x="26136" y="91807"/>
                      </a:cubicBezTo>
                      <a:cubicBezTo>
                        <a:pt x="30041" y="88187"/>
                        <a:pt x="32518" y="83425"/>
                        <a:pt x="34994" y="78757"/>
                      </a:cubicBezTo>
                      <a:cubicBezTo>
                        <a:pt x="39947" y="69042"/>
                        <a:pt x="75666" y="5700"/>
                        <a:pt x="51949" y="81"/>
                      </a:cubicBezTo>
                      <a:cubicBezTo>
                        <a:pt x="44329" y="-1729"/>
                        <a:pt x="23183" y="27417"/>
                        <a:pt x="18992" y="32751"/>
                      </a:cubicBezTo>
                      <a:cubicBezTo>
                        <a:pt x="9657" y="44658"/>
                        <a:pt x="1561" y="57993"/>
                        <a:pt x="132" y="73423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70" name="Forme libre : forme 17169">
                  <a:extLst>
                    <a:ext uri="{FF2B5EF4-FFF2-40B4-BE49-F238E27FC236}">
                      <a16:creationId xmlns:a16="http://schemas.microsoft.com/office/drawing/2014/main" id="{7B681059-38AF-4BA2-A3E8-28AD032ABD44}"/>
                    </a:ext>
                  </a:extLst>
                </p:cNvPr>
                <p:cNvSpPr/>
                <p:nvPr/>
              </p:nvSpPr>
              <p:spPr>
                <a:xfrm>
                  <a:off x="7799108" y="4042409"/>
                  <a:ext cx="35303" cy="38768"/>
                </a:xfrm>
                <a:custGeom>
                  <a:avLst/>
                  <a:gdLst>
                    <a:gd name="connsiteX0" fmla="*/ 27017 w 35303"/>
                    <a:gd name="connsiteY0" fmla="*/ 4001 h 38768"/>
                    <a:gd name="connsiteX1" fmla="*/ 61 w 35303"/>
                    <a:gd name="connsiteY1" fmla="*/ 32290 h 38768"/>
                    <a:gd name="connsiteX2" fmla="*/ 1585 w 35303"/>
                    <a:gd name="connsiteY2" fmla="*/ 37814 h 38768"/>
                    <a:gd name="connsiteX3" fmla="*/ 6252 w 35303"/>
                    <a:gd name="connsiteY3" fmla="*/ 38671 h 38768"/>
                    <a:gd name="connsiteX4" fmla="*/ 26445 w 35303"/>
                    <a:gd name="connsiteY4" fmla="*/ 24098 h 38768"/>
                    <a:gd name="connsiteX5" fmla="*/ 35304 w 35303"/>
                    <a:gd name="connsiteY5" fmla="*/ 0 h 38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303" h="38768">
                      <a:moveTo>
                        <a:pt x="27017" y="4001"/>
                      </a:moveTo>
                      <a:cubicBezTo>
                        <a:pt x="13015" y="5810"/>
                        <a:pt x="1204" y="18193"/>
                        <a:pt x="61" y="32290"/>
                      </a:cubicBezTo>
                      <a:cubicBezTo>
                        <a:pt x="-130" y="34290"/>
                        <a:pt x="61" y="36481"/>
                        <a:pt x="1585" y="37814"/>
                      </a:cubicBezTo>
                      <a:cubicBezTo>
                        <a:pt x="2823" y="38862"/>
                        <a:pt x="4633" y="38862"/>
                        <a:pt x="6252" y="38671"/>
                      </a:cubicBezTo>
                      <a:cubicBezTo>
                        <a:pt x="14729" y="37624"/>
                        <a:pt x="21968" y="31433"/>
                        <a:pt x="26445" y="24098"/>
                      </a:cubicBezTo>
                      <a:cubicBezTo>
                        <a:pt x="30922" y="16764"/>
                        <a:pt x="33208" y="8287"/>
                        <a:pt x="35304" y="0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71" name="Forme libre : forme 17170">
                  <a:extLst>
                    <a:ext uri="{FF2B5EF4-FFF2-40B4-BE49-F238E27FC236}">
                      <a16:creationId xmlns:a16="http://schemas.microsoft.com/office/drawing/2014/main" id="{3633389C-EF33-4954-8A4A-5C67C49C49FF}"/>
                    </a:ext>
                  </a:extLst>
                </p:cNvPr>
                <p:cNvSpPr/>
                <p:nvPr/>
              </p:nvSpPr>
              <p:spPr>
                <a:xfrm>
                  <a:off x="7905898" y="3945255"/>
                  <a:ext cx="40627" cy="53534"/>
                </a:xfrm>
                <a:custGeom>
                  <a:avLst/>
                  <a:gdLst>
                    <a:gd name="connsiteX0" fmla="*/ 22810 w 40627"/>
                    <a:gd name="connsiteY0" fmla="*/ 0 h 53534"/>
                    <a:gd name="connsiteX1" fmla="*/ 6618 w 40627"/>
                    <a:gd name="connsiteY1" fmla="*/ 20288 h 53534"/>
                    <a:gd name="connsiteX2" fmla="*/ 45 w 40627"/>
                    <a:gd name="connsiteY2" fmla="*/ 39719 h 53534"/>
                    <a:gd name="connsiteX3" fmla="*/ 12905 w 40627"/>
                    <a:gd name="connsiteY3" fmla="*/ 53530 h 53534"/>
                    <a:gd name="connsiteX4" fmla="*/ 28716 w 40627"/>
                    <a:gd name="connsiteY4" fmla="*/ 38290 h 53534"/>
                    <a:gd name="connsiteX5" fmla="*/ 38432 w 40627"/>
                    <a:gd name="connsiteY5" fmla="*/ 17526 h 53534"/>
                    <a:gd name="connsiteX6" fmla="*/ 40622 w 40627"/>
                    <a:gd name="connsiteY6" fmla="*/ 9906 h 53534"/>
                    <a:gd name="connsiteX7" fmla="*/ 35860 w 40627"/>
                    <a:gd name="connsiteY7" fmla="*/ 4381 h 53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627" h="53534">
                      <a:moveTo>
                        <a:pt x="22810" y="0"/>
                      </a:moveTo>
                      <a:cubicBezTo>
                        <a:pt x="16714" y="6096"/>
                        <a:pt x="11286" y="12954"/>
                        <a:pt x="6618" y="20288"/>
                      </a:cubicBezTo>
                      <a:cubicBezTo>
                        <a:pt x="2903" y="26194"/>
                        <a:pt x="-431" y="32766"/>
                        <a:pt x="45" y="39719"/>
                      </a:cubicBezTo>
                      <a:cubicBezTo>
                        <a:pt x="522" y="46672"/>
                        <a:pt x="5952" y="53721"/>
                        <a:pt x="12905" y="53530"/>
                      </a:cubicBezTo>
                      <a:cubicBezTo>
                        <a:pt x="20620" y="53340"/>
                        <a:pt x="25382" y="45244"/>
                        <a:pt x="28716" y="38290"/>
                      </a:cubicBezTo>
                      <a:cubicBezTo>
                        <a:pt x="31955" y="31337"/>
                        <a:pt x="35193" y="24479"/>
                        <a:pt x="38432" y="17526"/>
                      </a:cubicBezTo>
                      <a:cubicBezTo>
                        <a:pt x="39574" y="15145"/>
                        <a:pt x="40717" y="12573"/>
                        <a:pt x="40622" y="9906"/>
                      </a:cubicBezTo>
                      <a:cubicBezTo>
                        <a:pt x="40432" y="7239"/>
                        <a:pt x="38527" y="4477"/>
                        <a:pt x="35860" y="4381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72" name="Forme libre : forme 17171">
                  <a:extLst>
                    <a:ext uri="{FF2B5EF4-FFF2-40B4-BE49-F238E27FC236}">
                      <a16:creationId xmlns:a16="http://schemas.microsoft.com/office/drawing/2014/main" id="{E663124E-CBEF-463F-825B-CF1BED85C6C5}"/>
                    </a:ext>
                  </a:extLst>
                </p:cNvPr>
                <p:cNvSpPr/>
                <p:nvPr/>
              </p:nvSpPr>
              <p:spPr>
                <a:xfrm>
                  <a:off x="8007927" y="3881056"/>
                  <a:ext cx="23271" cy="48852"/>
                </a:xfrm>
                <a:custGeom>
                  <a:avLst/>
                  <a:gdLst>
                    <a:gd name="connsiteX0" fmla="*/ 21271 w 23271"/>
                    <a:gd name="connsiteY0" fmla="*/ 0 h 48852"/>
                    <a:gd name="connsiteX1" fmla="*/ 793 w 23271"/>
                    <a:gd name="connsiteY1" fmla="*/ 48482 h 48852"/>
                    <a:gd name="connsiteX2" fmla="*/ 11556 w 23271"/>
                    <a:gd name="connsiteY2" fmla="*/ 41434 h 48852"/>
                    <a:gd name="connsiteX3" fmla="*/ 23271 w 23271"/>
                    <a:gd name="connsiteY3" fmla="*/ 7715 h 48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71" h="48852">
                      <a:moveTo>
                        <a:pt x="21271" y="0"/>
                      </a:moveTo>
                      <a:cubicBezTo>
                        <a:pt x="5746" y="10192"/>
                        <a:pt x="-2732" y="30194"/>
                        <a:pt x="793" y="48482"/>
                      </a:cubicBezTo>
                      <a:cubicBezTo>
                        <a:pt x="5174" y="50197"/>
                        <a:pt x="9270" y="45625"/>
                        <a:pt x="11556" y="41434"/>
                      </a:cubicBezTo>
                      <a:cubicBezTo>
                        <a:pt x="17271" y="30861"/>
                        <a:pt x="21176" y="19431"/>
                        <a:pt x="23271" y="7715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73" name="Forme libre : forme 17172">
                  <a:extLst>
                    <a:ext uri="{FF2B5EF4-FFF2-40B4-BE49-F238E27FC236}">
                      <a16:creationId xmlns:a16="http://schemas.microsoft.com/office/drawing/2014/main" id="{61339D68-E2B5-470E-8FDB-073983F032C0}"/>
                    </a:ext>
                  </a:extLst>
                </p:cNvPr>
                <p:cNvSpPr/>
                <p:nvPr/>
              </p:nvSpPr>
              <p:spPr>
                <a:xfrm>
                  <a:off x="8138564" y="3803660"/>
                  <a:ext cx="32094" cy="32241"/>
                </a:xfrm>
                <a:custGeom>
                  <a:avLst/>
                  <a:gdLst>
                    <a:gd name="connsiteX0" fmla="*/ 28746 w 32094"/>
                    <a:gd name="connsiteY0" fmla="*/ 14055 h 32241"/>
                    <a:gd name="connsiteX1" fmla="*/ 31794 w 32094"/>
                    <a:gd name="connsiteY1" fmla="*/ 21103 h 32241"/>
                    <a:gd name="connsiteX2" fmla="*/ 28746 w 32094"/>
                    <a:gd name="connsiteY2" fmla="*/ 31009 h 32241"/>
                    <a:gd name="connsiteX3" fmla="*/ 11601 w 32094"/>
                    <a:gd name="connsiteY3" fmla="*/ 25865 h 32241"/>
                    <a:gd name="connsiteX4" fmla="*/ 28746 w 32094"/>
                    <a:gd name="connsiteY4" fmla="*/ 14055 h 32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094" h="32241">
                      <a:moveTo>
                        <a:pt x="28746" y="14055"/>
                      </a:moveTo>
                      <a:cubicBezTo>
                        <a:pt x="30175" y="16055"/>
                        <a:pt x="31318" y="18627"/>
                        <a:pt x="31794" y="21103"/>
                      </a:cubicBezTo>
                      <a:cubicBezTo>
                        <a:pt x="32556" y="25008"/>
                        <a:pt x="31984" y="28914"/>
                        <a:pt x="28746" y="31009"/>
                      </a:cubicBezTo>
                      <a:cubicBezTo>
                        <a:pt x="23412" y="34533"/>
                        <a:pt x="16649" y="29771"/>
                        <a:pt x="11601" y="25865"/>
                      </a:cubicBezTo>
                      <a:cubicBezTo>
                        <a:pt x="-14498" y="5482"/>
                        <a:pt x="8839" y="-14139"/>
                        <a:pt x="28746" y="14055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74" name="Forme libre : forme 17173">
                  <a:extLst>
                    <a:ext uri="{FF2B5EF4-FFF2-40B4-BE49-F238E27FC236}">
                      <a16:creationId xmlns:a16="http://schemas.microsoft.com/office/drawing/2014/main" id="{3BC8D49F-CAC4-4688-9A0A-525AA0FE63EB}"/>
                    </a:ext>
                  </a:extLst>
                </p:cNvPr>
                <p:cNvSpPr/>
                <p:nvPr/>
              </p:nvSpPr>
              <p:spPr>
                <a:xfrm>
                  <a:off x="8025864" y="4206814"/>
                  <a:ext cx="30621" cy="66865"/>
                </a:xfrm>
                <a:custGeom>
                  <a:avLst/>
                  <a:gdLst>
                    <a:gd name="connsiteX0" fmla="*/ 16669 w 30621"/>
                    <a:gd name="connsiteY0" fmla="*/ 15046 h 66865"/>
                    <a:gd name="connsiteX1" fmla="*/ 1048 w 30621"/>
                    <a:gd name="connsiteY1" fmla="*/ 58004 h 66865"/>
                    <a:gd name="connsiteX2" fmla="*/ 7906 w 30621"/>
                    <a:gd name="connsiteY2" fmla="*/ 66767 h 66865"/>
                    <a:gd name="connsiteX3" fmla="*/ 18003 w 30621"/>
                    <a:gd name="connsiteY3" fmla="*/ 60100 h 66865"/>
                    <a:gd name="connsiteX4" fmla="*/ 29051 w 30621"/>
                    <a:gd name="connsiteY4" fmla="*/ 378 h 66865"/>
                    <a:gd name="connsiteX5" fmla="*/ 16384 w 30621"/>
                    <a:gd name="connsiteY5" fmla="*/ 9617 h 66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0621" h="66865">
                      <a:moveTo>
                        <a:pt x="16669" y="15046"/>
                      </a:moveTo>
                      <a:cubicBezTo>
                        <a:pt x="3715" y="24762"/>
                        <a:pt x="-2666" y="42288"/>
                        <a:pt x="1048" y="58004"/>
                      </a:cubicBezTo>
                      <a:cubicBezTo>
                        <a:pt x="1905" y="61814"/>
                        <a:pt x="4001" y="66100"/>
                        <a:pt x="7906" y="66767"/>
                      </a:cubicBezTo>
                      <a:cubicBezTo>
                        <a:pt x="12097" y="67529"/>
                        <a:pt x="15717" y="63719"/>
                        <a:pt x="18003" y="60100"/>
                      </a:cubicBezTo>
                      <a:cubicBezTo>
                        <a:pt x="29147" y="42574"/>
                        <a:pt x="33147" y="20761"/>
                        <a:pt x="29051" y="378"/>
                      </a:cubicBezTo>
                      <a:cubicBezTo>
                        <a:pt x="23241" y="-1432"/>
                        <a:pt x="16384" y="3521"/>
                        <a:pt x="16384" y="9617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75" name="Forme libre : forme 17174">
                  <a:extLst>
                    <a:ext uri="{FF2B5EF4-FFF2-40B4-BE49-F238E27FC236}">
                      <a16:creationId xmlns:a16="http://schemas.microsoft.com/office/drawing/2014/main" id="{9316BF3C-FEAF-4C50-AF36-3EFD31D7A13C}"/>
                    </a:ext>
                  </a:extLst>
                </p:cNvPr>
                <p:cNvSpPr/>
                <p:nvPr/>
              </p:nvSpPr>
              <p:spPr>
                <a:xfrm>
                  <a:off x="8117875" y="4170044"/>
                  <a:ext cx="41102" cy="43628"/>
                </a:xfrm>
                <a:custGeom>
                  <a:avLst/>
                  <a:gdLst>
                    <a:gd name="connsiteX0" fmla="*/ 6287 w 41102"/>
                    <a:gd name="connsiteY0" fmla="*/ 0 h 43628"/>
                    <a:gd name="connsiteX1" fmla="*/ 28766 w 41102"/>
                    <a:gd name="connsiteY1" fmla="*/ 12002 h 43628"/>
                    <a:gd name="connsiteX2" fmla="*/ 39624 w 41102"/>
                    <a:gd name="connsiteY2" fmla="*/ 39910 h 43628"/>
                    <a:gd name="connsiteX3" fmla="*/ 36481 w 41102"/>
                    <a:gd name="connsiteY3" fmla="*/ 43339 h 43628"/>
                    <a:gd name="connsiteX4" fmla="*/ 28861 w 41102"/>
                    <a:gd name="connsiteY4" fmla="*/ 40577 h 43628"/>
                    <a:gd name="connsiteX5" fmla="*/ 0 w 41102"/>
                    <a:gd name="connsiteY5" fmla="*/ 8477 h 43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102" h="43628">
                      <a:moveTo>
                        <a:pt x="6287" y="0"/>
                      </a:moveTo>
                      <a:cubicBezTo>
                        <a:pt x="14478" y="2572"/>
                        <a:pt x="22098" y="6668"/>
                        <a:pt x="28766" y="12002"/>
                      </a:cubicBezTo>
                      <a:cubicBezTo>
                        <a:pt x="37148" y="18764"/>
                        <a:pt x="44291" y="30194"/>
                        <a:pt x="39624" y="39910"/>
                      </a:cubicBezTo>
                      <a:cubicBezTo>
                        <a:pt x="38958" y="41339"/>
                        <a:pt x="37910" y="42767"/>
                        <a:pt x="36481" y="43339"/>
                      </a:cubicBezTo>
                      <a:cubicBezTo>
                        <a:pt x="33814" y="44387"/>
                        <a:pt x="30956" y="42386"/>
                        <a:pt x="28861" y="40577"/>
                      </a:cubicBezTo>
                      <a:cubicBezTo>
                        <a:pt x="17907" y="31147"/>
                        <a:pt x="8192" y="20288"/>
                        <a:pt x="0" y="8477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76" name="Forme libre : forme 17175">
                  <a:extLst>
                    <a:ext uri="{FF2B5EF4-FFF2-40B4-BE49-F238E27FC236}">
                      <a16:creationId xmlns:a16="http://schemas.microsoft.com/office/drawing/2014/main" id="{16BA78AD-1D25-4724-BBFD-6E7B5292D2C8}"/>
                    </a:ext>
                  </a:extLst>
                </p:cNvPr>
                <p:cNvSpPr/>
                <p:nvPr/>
              </p:nvSpPr>
              <p:spPr>
                <a:xfrm>
                  <a:off x="7657246" y="4709311"/>
                  <a:ext cx="28908" cy="50568"/>
                </a:xfrm>
                <a:custGeom>
                  <a:avLst/>
                  <a:gdLst>
                    <a:gd name="connsiteX0" fmla="*/ 0 w 28908"/>
                    <a:gd name="connsiteY0" fmla="*/ 50140 h 50568"/>
                    <a:gd name="connsiteX1" fmla="*/ 12954 w 28908"/>
                    <a:gd name="connsiteY1" fmla="*/ 41092 h 50568"/>
                    <a:gd name="connsiteX2" fmla="*/ 18669 w 28908"/>
                    <a:gd name="connsiteY2" fmla="*/ 1372 h 50568"/>
                    <a:gd name="connsiteX3" fmla="*/ 0 w 28908"/>
                    <a:gd name="connsiteY3" fmla="*/ 50140 h 50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908" h="50568">
                      <a:moveTo>
                        <a:pt x="0" y="50140"/>
                      </a:moveTo>
                      <a:cubicBezTo>
                        <a:pt x="5429" y="52236"/>
                        <a:pt x="10287" y="46235"/>
                        <a:pt x="12954" y="41092"/>
                      </a:cubicBezTo>
                      <a:cubicBezTo>
                        <a:pt x="17145" y="33091"/>
                        <a:pt x="42863" y="-7962"/>
                        <a:pt x="18669" y="1372"/>
                      </a:cubicBezTo>
                      <a:cubicBezTo>
                        <a:pt x="2953" y="7564"/>
                        <a:pt x="0" y="36710"/>
                        <a:pt x="0" y="50140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77" name="Forme libre : forme 17176">
                  <a:extLst>
                    <a:ext uri="{FF2B5EF4-FFF2-40B4-BE49-F238E27FC236}">
                      <a16:creationId xmlns:a16="http://schemas.microsoft.com/office/drawing/2014/main" id="{4E9F9C05-17B0-417D-AF0E-52868178361D}"/>
                    </a:ext>
                  </a:extLst>
                </p:cNvPr>
                <p:cNvSpPr/>
                <p:nvPr/>
              </p:nvSpPr>
              <p:spPr>
                <a:xfrm>
                  <a:off x="7147522" y="4995636"/>
                  <a:ext cx="40256" cy="70649"/>
                </a:xfrm>
                <a:custGeom>
                  <a:avLst/>
                  <a:gdLst>
                    <a:gd name="connsiteX0" fmla="*/ 232 w 40256"/>
                    <a:gd name="connsiteY0" fmla="*/ 51566 h 70649"/>
                    <a:gd name="connsiteX1" fmla="*/ 7376 w 40256"/>
                    <a:gd name="connsiteY1" fmla="*/ 70045 h 70649"/>
                    <a:gd name="connsiteX2" fmla="*/ 23854 w 40256"/>
                    <a:gd name="connsiteY2" fmla="*/ 62615 h 70649"/>
                    <a:gd name="connsiteX3" fmla="*/ 34332 w 40256"/>
                    <a:gd name="connsiteY3" fmla="*/ 1369 h 70649"/>
                    <a:gd name="connsiteX4" fmla="*/ 232 w 40256"/>
                    <a:gd name="connsiteY4" fmla="*/ 51566 h 70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56" h="70649">
                      <a:moveTo>
                        <a:pt x="232" y="51566"/>
                      </a:moveTo>
                      <a:cubicBezTo>
                        <a:pt x="-625" y="58614"/>
                        <a:pt x="708" y="67473"/>
                        <a:pt x="7376" y="70045"/>
                      </a:cubicBezTo>
                      <a:cubicBezTo>
                        <a:pt x="13472" y="72330"/>
                        <a:pt x="19949" y="67759"/>
                        <a:pt x="23854" y="62615"/>
                      </a:cubicBezTo>
                      <a:cubicBezTo>
                        <a:pt x="30997" y="53280"/>
                        <a:pt x="49762" y="11085"/>
                        <a:pt x="34332" y="1369"/>
                      </a:cubicBezTo>
                      <a:cubicBezTo>
                        <a:pt x="18425" y="-8727"/>
                        <a:pt x="1565" y="39945"/>
                        <a:pt x="232" y="51566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78" name="Forme libre : forme 17177">
                  <a:extLst>
                    <a:ext uri="{FF2B5EF4-FFF2-40B4-BE49-F238E27FC236}">
                      <a16:creationId xmlns:a16="http://schemas.microsoft.com/office/drawing/2014/main" id="{798A1404-4F04-44EB-8936-D897D98147AF}"/>
                    </a:ext>
                  </a:extLst>
                </p:cNvPr>
                <p:cNvSpPr/>
                <p:nvPr/>
              </p:nvSpPr>
              <p:spPr>
                <a:xfrm>
                  <a:off x="7350671" y="4929943"/>
                  <a:ext cx="17761" cy="40613"/>
                </a:xfrm>
                <a:custGeom>
                  <a:avLst/>
                  <a:gdLst>
                    <a:gd name="connsiteX0" fmla="*/ 2633 w 17761"/>
                    <a:gd name="connsiteY0" fmla="*/ 32868 h 40613"/>
                    <a:gd name="connsiteX1" fmla="*/ 4633 w 17761"/>
                    <a:gd name="connsiteY1" fmla="*/ 36582 h 40613"/>
                    <a:gd name="connsiteX2" fmla="*/ 12920 w 17761"/>
                    <a:gd name="connsiteY2" fmla="*/ 40202 h 40613"/>
                    <a:gd name="connsiteX3" fmla="*/ 17301 w 17761"/>
                    <a:gd name="connsiteY3" fmla="*/ 31153 h 40613"/>
                    <a:gd name="connsiteX4" fmla="*/ 7014 w 17761"/>
                    <a:gd name="connsiteY4" fmla="*/ 7 h 40613"/>
                    <a:gd name="connsiteX5" fmla="*/ 2633 w 17761"/>
                    <a:gd name="connsiteY5" fmla="*/ 32868 h 40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761" h="40613">
                      <a:moveTo>
                        <a:pt x="2633" y="32868"/>
                      </a:moveTo>
                      <a:cubicBezTo>
                        <a:pt x="3109" y="34106"/>
                        <a:pt x="3776" y="35439"/>
                        <a:pt x="4633" y="36582"/>
                      </a:cubicBezTo>
                      <a:cubicBezTo>
                        <a:pt x="6729" y="39440"/>
                        <a:pt x="9777" y="41535"/>
                        <a:pt x="12920" y="40202"/>
                      </a:cubicBezTo>
                      <a:cubicBezTo>
                        <a:pt x="16158" y="38868"/>
                        <a:pt x="17016" y="34677"/>
                        <a:pt x="17301" y="31153"/>
                      </a:cubicBezTo>
                      <a:cubicBezTo>
                        <a:pt x="17873" y="25057"/>
                        <a:pt x="19873" y="-470"/>
                        <a:pt x="7014" y="7"/>
                      </a:cubicBezTo>
                      <a:cubicBezTo>
                        <a:pt x="-3558" y="387"/>
                        <a:pt x="347" y="26772"/>
                        <a:pt x="2633" y="32868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79" name="Forme libre : forme 17178">
                  <a:extLst>
                    <a:ext uri="{FF2B5EF4-FFF2-40B4-BE49-F238E27FC236}">
                      <a16:creationId xmlns:a16="http://schemas.microsoft.com/office/drawing/2014/main" id="{3C662E42-E544-4299-9A74-0B7592EB0B17}"/>
                    </a:ext>
                  </a:extLst>
                </p:cNvPr>
                <p:cNvSpPr/>
                <p:nvPr/>
              </p:nvSpPr>
              <p:spPr>
                <a:xfrm>
                  <a:off x="7038692" y="5181571"/>
                  <a:ext cx="23433" cy="40594"/>
                </a:xfrm>
                <a:custGeom>
                  <a:avLst/>
                  <a:gdLst>
                    <a:gd name="connsiteX0" fmla="*/ 1 w 23433"/>
                    <a:gd name="connsiteY0" fmla="*/ 13840 h 40594"/>
                    <a:gd name="connsiteX1" fmla="*/ 12765 w 23433"/>
                    <a:gd name="connsiteY1" fmla="*/ 40034 h 40594"/>
                    <a:gd name="connsiteX2" fmla="*/ 14479 w 23433"/>
                    <a:gd name="connsiteY2" fmla="*/ 40510 h 40594"/>
                    <a:gd name="connsiteX3" fmla="*/ 18003 w 23433"/>
                    <a:gd name="connsiteY3" fmla="*/ 39843 h 40594"/>
                    <a:gd name="connsiteX4" fmla="*/ 19813 w 23433"/>
                    <a:gd name="connsiteY4" fmla="*/ 35747 h 40594"/>
                    <a:gd name="connsiteX5" fmla="*/ 16765 w 23433"/>
                    <a:gd name="connsiteY5" fmla="*/ 886 h 40594"/>
                    <a:gd name="connsiteX6" fmla="*/ 1 w 23433"/>
                    <a:gd name="connsiteY6" fmla="*/ 13840 h 40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433" h="40594">
                      <a:moveTo>
                        <a:pt x="1" y="13840"/>
                      </a:moveTo>
                      <a:cubicBezTo>
                        <a:pt x="96" y="24222"/>
                        <a:pt x="3049" y="36414"/>
                        <a:pt x="12765" y="40034"/>
                      </a:cubicBezTo>
                      <a:cubicBezTo>
                        <a:pt x="13336" y="40224"/>
                        <a:pt x="13908" y="40415"/>
                        <a:pt x="14479" y="40510"/>
                      </a:cubicBezTo>
                      <a:cubicBezTo>
                        <a:pt x="15717" y="40701"/>
                        <a:pt x="17051" y="40605"/>
                        <a:pt x="18003" y="39843"/>
                      </a:cubicBezTo>
                      <a:cubicBezTo>
                        <a:pt x="19242" y="38891"/>
                        <a:pt x="19527" y="37271"/>
                        <a:pt x="19813" y="35747"/>
                      </a:cubicBezTo>
                      <a:cubicBezTo>
                        <a:pt x="21432" y="25936"/>
                        <a:pt x="28576" y="5649"/>
                        <a:pt x="16765" y="886"/>
                      </a:cubicBezTo>
                      <a:cubicBezTo>
                        <a:pt x="7526" y="-2829"/>
                        <a:pt x="-94" y="5839"/>
                        <a:pt x="1" y="13840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80" name="Forme libre : forme 17179">
                  <a:extLst>
                    <a:ext uri="{FF2B5EF4-FFF2-40B4-BE49-F238E27FC236}">
                      <a16:creationId xmlns:a16="http://schemas.microsoft.com/office/drawing/2014/main" id="{43F69B55-552D-48CA-AB5C-A49C39DDA5D3}"/>
                    </a:ext>
                  </a:extLst>
                </p:cNvPr>
                <p:cNvSpPr/>
                <p:nvPr/>
              </p:nvSpPr>
              <p:spPr>
                <a:xfrm>
                  <a:off x="7021499" y="4966780"/>
                  <a:ext cx="24331" cy="73840"/>
                </a:xfrm>
                <a:custGeom>
                  <a:avLst/>
                  <a:gdLst>
                    <a:gd name="connsiteX0" fmla="*/ 9574 w 24331"/>
                    <a:gd name="connsiteY0" fmla="*/ 33368 h 73840"/>
                    <a:gd name="connsiteX1" fmla="*/ 1001 w 24331"/>
                    <a:gd name="connsiteY1" fmla="*/ 47084 h 73840"/>
                    <a:gd name="connsiteX2" fmla="*/ 1573 w 24331"/>
                    <a:gd name="connsiteY2" fmla="*/ 65563 h 73840"/>
                    <a:gd name="connsiteX3" fmla="*/ 16622 w 24331"/>
                    <a:gd name="connsiteY3" fmla="*/ 73087 h 73840"/>
                    <a:gd name="connsiteX4" fmla="*/ 23956 w 24331"/>
                    <a:gd name="connsiteY4" fmla="*/ 55942 h 73840"/>
                    <a:gd name="connsiteX5" fmla="*/ 18242 w 24331"/>
                    <a:gd name="connsiteY5" fmla="*/ 4412 h 73840"/>
                    <a:gd name="connsiteX6" fmla="*/ 15955 w 24331"/>
                    <a:gd name="connsiteY6" fmla="*/ 888 h 73840"/>
                    <a:gd name="connsiteX7" fmla="*/ 7573 w 24331"/>
                    <a:gd name="connsiteY7" fmla="*/ 3364 h 73840"/>
                    <a:gd name="connsiteX8" fmla="*/ 6716 w 24331"/>
                    <a:gd name="connsiteY8" fmla="*/ 13080 h 73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331" h="73840">
                      <a:moveTo>
                        <a:pt x="9574" y="33368"/>
                      </a:moveTo>
                      <a:cubicBezTo>
                        <a:pt x="4049" y="34702"/>
                        <a:pt x="1954" y="41369"/>
                        <a:pt x="1001" y="47084"/>
                      </a:cubicBezTo>
                      <a:cubicBezTo>
                        <a:pt x="-47" y="53275"/>
                        <a:pt x="-808" y="59847"/>
                        <a:pt x="1573" y="65563"/>
                      </a:cubicBezTo>
                      <a:cubicBezTo>
                        <a:pt x="3954" y="71277"/>
                        <a:pt x="10907" y="75659"/>
                        <a:pt x="16622" y="73087"/>
                      </a:cubicBezTo>
                      <a:cubicBezTo>
                        <a:pt x="22623" y="70420"/>
                        <a:pt x="23670" y="62515"/>
                        <a:pt x="23956" y="55942"/>
                      </a:cubicBezTo>
                      <a:cubicBezTo>
                        <a:pt x="24623" y="38511"/>
                        <a:pt x="25195" y="20414"/>
                        <a:pt x="18242" y="4412"/>
                      </a:cubicBezTo>
                      <a:cubicBezTo>
                        <a:pt x="17670" y="3079"/>
                        <a:pt x="17003" y="1745"/>
                        <a:pt x="15955" y="888"/>
                      </a:cubicBezTo>
                      <a:cubicBezTo>
                        <a:pt x="13288" y="-1112"/>
                        <a:pt x="9193" y="507"/>
                        <a:pt x="7573" y="3364"/>
                      </a:cubicBezTo>
                      <a:cubicBezTo>
                        <a:pt x="5954" y="6221"/>
                        <a:pt x="6145" y="9746"/>
                        <a:pt x="6716" y="13080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181" name="Forme libre : forme 17180">
                  <a:extLst>
                    <a:ext uri="{FF2B5EF4-FFF2-40B4-BE49-F238E27FC236}">
                      <a16:creationId xmlns:a16="http://schemas.microsoft.com/office/drawing/2014/main" id="{0A2C8FA1-02F0-413C-971D-6B0BDD363446}"/>
                    </a:ext>
                  </a:extLst>
                </p:cNvPr>
                <p:cNvSpPr/>
                <p:nvPr/>
              </p:nvSpPr>
              <p:spPr>
                <a:xfrm>
                  <a:off x="6750700" y="5014239"/>
                  <a:ext cx="34127" cy="73559"/>
                </a:xfrm>
                <a:custGeom>
                  <a:avLst/>
                  <a:gdLst>
                    <a:gd name="connsiteX0" fmla="*/ 52 w 34127"/>
                    <a:gd name="connsiteY0" fmla="*/ 56489 h 73559"/>
                    <a:gd name="connsiteX1" fmla="*/ 3196 w 34127"/>
                    <a:gd name="connsiteY1" fmla="*/ 68396 h 73559"/>
                    <a:gd name="connsiteX2" fmla="*/ 13768 w 34127"/>
                    <a:gd name="connsiteY2" fmla="*/ 73349 h 73559"/>
                    <a:gd name="connsiteX3" fmla="*/ 22817 w 34127"/>
                    <a:gd name="connsiteY3" fmla="*/ 62872 h 73559"/>
                    <a:gd name="connsiteX4" fmla="*/ 24817 w 34127"/>
                    <a:gd name="connsiteY4" fmla="*/ 6 h 73559"/>
                    <a:gd name="connsiteX5" fmla="*/ 52 w 34127"/>
                    <a:gd name="connsiteY5" fmla="*/ 56489 h 73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127" h="73559">
                      <a:moveTo>
                        <a:pt x="52" y="56489"/>
                      </a:moveTo>
                      <a:cubicBezTo>
                        <a:pt x="243" y="60680"/>
                        <a:pt x="910" y="64871"/>
                        <a:pt x="3196" y="68396"/>
                      </a:cubicBezTo>
                      <a:cubicBezTo>
                        <a:pt x="5482" y="71920"/>
                        <a:pt x="9768" y="74301"/>
                        <a:pt x="13768" y="73349"/>
                      </a:cubicBezTo>
                      <a:cubicBezTo>
                        <a:pt x="18436" y="72206"/>
                        <a:pt x="21103" y="67348"/>
                        <a:pt x="22817" y="62872"/>
                      </a:cubicBezTo>
                      <a:cubicBezTo>
                        <a:pt x="26818" y="52774"/>
                        <a:pt x="44915" y="-661"/>
                        <a:pt x="24817" y="6"/>
                      </a:cubicBezTo>
                      <a:cubicBezTo>
                        <a:pt x="6815" y="578"/>
                        <a:pt x="-710" y="44012"/>
                        <a:pt x="52" y="56489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7182" name="Graphique 1">
                  <a:extLst>
                    <a:ext uri="{FF2B5EF4-FFF2-40B4-BE49-F238E27FC236}">
                      <a16:creationId xmlns:a16="http://schemas.microsoft.com/office/drawing/2014/main" id="{4865134F-1B5C-4E63-8DDA-F0F730DDE8B2}"/>
                    </a:ext>
                  </a:extLst>
                </p:cNvPr>
                <p:cNvGrpSpPr/>
                <p:nvPr/>
              </p:nvGrpSpPr>
              <p:grpSpPr>
                <a:xfrm>
                  <a:off x="6628928" y="5184171"/>
                  <a:ext cx="50672" cy="51720"/>
                  <a:chOff x="6628928" y="5184171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28" name="Forme libre : forme 17227">
                    <a:extLst>
                      <a:ext uri="{FF2B5EF4-FFF2-40B4-BE49-F238E27FC236}">
                        <a16:creationId xmlns:a16="http://schemas.microsoft.com/office/drawing/2014/main" id="{AF1C3458-904A-443F-BD62-12AA3169DA1A}"/>
                      </a:ext>
                    </a:extLst>
                  </p:cNvPr>
                  <p:cNvSpPr/>
                  <p:nvPr/>
                </p:nvSpPr>
                <p:spPr>
                  <a:xfrm>
                    <a:off x="6628928" y="5184171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7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29" name="Forme libre : forme 17228">
                    <a:extLst>
                      <a:ext uri="{FF2B5EF4-FFF2-40B4-BE49-F238E27FC236}">
                        <a16:creationId xmlns:a16="http://schemas.microsoft.com/office/drawing/2014/main" id="{26628A1B-8EC6-4A10-A305-4B842E68ADED}"/>
                      </a:ext>
                    </a:extLst>
                  </p:cNvPr>
                  <p:cNvSpPr/>
                  <p:nvPr/>
                </p:nvSpPr>
                <p:spPr>
                  <a:xfrm>
                    <a:off x="6664742" y="5221033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83" name="Graphique 1">
                  <a:extLst>
                    <a:ext uri="{FF2B5EF4-FFF2-40B4-BE49-F238E27FC236}">
                      <a16:creationId xmlns:a16="http://schemas.microsoft.com/office/drawing/2014/main" id="{263CDCB3-3CEE-445D-A549-E9C5AFA7F694}"/>
                    </a:ext>
                  </a:extLst>
                </p:cNvPr>
                <p:cNvGrpSpPr/>
                <p:nvPr/>
              </p:nvGrpSpPr>
              <p:grpSpPr>
                <a:xfrm>
                  <a:off x="6642644" y="5449157"/>
                  <a:ext cx="50768" cy="51720"/>
                  <a:chOff x="6642644" y="5449157"/>
                  <a:chExt cx="50768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26" name="Forme libre : forme 17225">
                    <a:extLst>
                      <a:ext uri="{FF2B5EF4-FFF2-40B4-BE49-F238E27FC236}">
                        <a16:creationId xmlns:a16="http://schemas.microsoft.com/office/drawing/2014/main" id="{8F6514BD-E2AD-47D2-B4B7-0E24368D70A9}"/>
                      </a:ext>
                    </a:extLst>
                  </p:cNvPr>
                  <p:cNvSpPr/>
                  <p:nvPr/>
                </p:nvSpPr>
                <p:spPr>
                  <a:xfrm>
                    <a:off x="6642644" y="5449157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8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7"/>
                          <a:pt x="22917" y="29528"/>
                          <a:pt x="14764" y="29528"/>
                        </a:cubicBezTo>
                        <a:cubicBezTo>
                          <a:pt x="6610" y="29528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27" name="Forme libre : forme 17226">
                    <a:extLst>
                      <a:ext uri="{FF2B5EF4-FFF2-40B4-BE49-F238E27FC236}">
                        <a16:creationId xmlns:a16="http://schemas.microsoft.com/office/drawing/2014/main" id="{74AD5E91-F584-4A4F-9237-858455B97531}"/>
                      </a:ext>
                    </a:extLst>
                  </p:cNvPr>
                  <p:cNvSpPr/>
                  <p:nvPr/>
                </p:nvSpPr>
                <p:spPr>
                  <a:xfrm>
                    <a:off x="6678553" y="5486019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84" name="Graphique 1">
                  <a:extLst>
                    <a:ext uri="{FF2B5EF4-FFF2-40B4-BE49-F238E27FC236}">
                      <a16:creationId xmlns:a16="http://schemas.microsoft.com/office/drawing/2014/main" id="{4FE4ADEA-BEB8-414D-B7C3-A45004DEBC91}"/>
                    </a:ext>
                  </a:extLst>
                </p:cNvPr>
                <p:cNvGrpSpPr/>
                <p:nvPr/>
              </p:nvGrpSpPr>
              <p:grpSpPr>
                <a:xfrm>
                  <a:off x="6935156" y="4834699"/>
                  <a:ext cx="50672" cy="51720"/>
                  <a:chOff x="6935156" y="4834699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24" name="Forme libre : forme 17223">
                    <a:extLst>
                      <a:ext uri="{FF2B5EF4-FFF2-40B4-BE49-F238E27FC236}">
                        <a16:creationId xmlns:a16="http://schemas.microsoft.com/office/drawing/2014/main" id="{DC87E8BD-1723-42D7-9C8E-131F81D9996A}"/>
                      </a:ext>
                    </a:extLst>
                  </p:cNvPr>
                  <p:cNvSpPr/>
                  <p:nvPr/>
                </p:nvSpPr>
                <p:spPr>
                  <a:xfrm>
                    <a:off x="6935156" y="4834699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7"/>
                          <a:pt x="14764" y="29527"/>
                        </a:cubicBezTo>
                        <a:cubicBezTo>
                          <a:pt x="6611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1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25" name="Forme libre : forme 17224">
                    <a:extLst>
                      <a:ext uri="{FF2B5EF4-FFF2-40B4-BE49-F238E27FC236}">
                        <a16:creationId xmlns:a16="http://schemas.microsoft.com/office/drawing/2014/main" id="{DB5DC02C-500F-46FA-9B28-FB78EE0B9C76}"/>
                      </a:ext>
                    </a:extLst>
                  </p:cNvPr>
                  <p:cNvSpPr/>
                  <p:nvPr/>
                </p:nvSpPr>
                <p:spPr>
                  <a:xfrm>
                    <a:off x="6970970" y="4871561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85" name="Graphique 1">
                  <a:extLst>
                    <a:ext uri="{FF2B5EF4-FFF2-40B4-BE49-F238E27FC236}">
                      <a16:creationId xmlns:a16="http://schemas.microsoft.com/office/drawing/2014/main" id="{DCB937CA-C625-4548-A8B9-BBF3D30052BE}"/>
                    </a:ext>
                  </a:extLst>
                </p:cNvPr>
                <p:cNvGrpSpPr/>
                <p:nvPr/>
              </p:nvGrpSpPr>
              <p:grpSpPr>
                <a:xfrm>
                  <a:off x="7160137" y="4809267"/>
                  <a:ext cx="50672" cy="51815"/>
                  <a:chOff x="7160137" y="4809267"/>
                  <a:chExt cx="50672" cy="51815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22" name="Forme libre : forme 17221">
                    <a:extLst>
                      <a:ext uri="{FF2B5EF4-FFF2-40B4-BE49-F238E27FC236}">
                        <a16:creationId xmlns:a16="http://schemas.microsoft.com/office/drawing/2014/main" id="{4173E152-2B2F-4BE1-927B-B32F200E4EF0}"/>
                      </a:ext>
                    </a:extLst>
                  </p:cNvPr>
                  <p:cNvSpPr/>
                  <p:nvPr/>
                </p:nvSpPr>
                <p:spPr>
                  <a:xfrm>
                    <a:off x="7160137" y="4809267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23" name="Forme libre : forme 17222">
                    <a:extLst>
                      <a:ext uri="{FF2B5EF4-FFF2-40B4-BE49-F238E27FC236}">
                        <a16:creationId xmlns:a16="http://schemas.microsoft.com/office/drawing/2014/main" id="{93B5E3C0-58F4-46A0-9A20-E869212BC9AA}"/>
                      </a:ext>
                    </a:extLst>
                  </p:cNvPr>
                  <p:cNvSpPr/>
                  <p:nvPr/>
                </p:nvSpPr>
                <p:spPr>
                  <a:xfrm>
                    <a:off x="7195951" y="4846224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30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86" name="Graphique 1">
                  <a:extLst>
                    <a:ext uri="{FF2B5EF4-FFF2-40B4-BE49-F238E27FC236}">
                      <a16:creationId xmlns:a16="http://schemas.microsoft.com/office/drawing/2014/main" id="{B9359092-3DFB-413B-BFDB-BA3DC3020A72}"/>
                    </a:ext>
                  </a:extLst>
                </p:cNvPr>
                <p:cNvGrpSpPr/>
                <p:nvPr/>
              </p:nvGrpSpPr>
              <p:grpSpPr>
                <a:xfrm>
                  <a:off x="7169567" y="4977193"/>
                  <a:ext cx="50672" cy="51720"/>
                  <a:chOff x="7169567" y="4977193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20" name="Forme libre : forme 17219">
                    <a:extLst>
                      <a:ext uri="{FF2B5EF4-FFF2-40B4-BE49-F238E27FC236}">
                        <a16:creationId xmlns:a16="http://schemas.microsoft.com/office/drawing/2014/main" id="{CE80445F-61FA-493D-AEBF-50836832362C}"/>
                      </a:ext>
                    </a:extLst>
                  </p:cNvPr>
                  <p:cNvSpPr/>
                  <p:nvPr/>
                </p:nvSpPr>
                <p:spPr>
                  <a:xfrm>
                    <a:off x="7169567" y="4977193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8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8"/>
                          <a:pt x="14764" y="29528"/>
                        </a:cubicBezTo>
                        <a:cubicBezTo>
                          <a:pt x="6610" y="29528"/>
                          <a:pt x="0" y="22918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21" name="Forme libre : forme 17220">
                    <a:extLst>
                      <a:ext uri="{FF2B5EF4-FFF2-40B4-BE49-F238E27FC236}">
                        <a16:creationId xmlns:a16="http://schemas.microsoft.com/office/drawing/2014/main" id="{651A6242-EBF0-44F2-A801-E0059B0039B3}"/>
                      </a:ext>
                    </a:extLst>
                  </p:cNvPr>
                  <p:cNvSpPr/>
                  <p:nvPr/>
                </p:nvSpPr>
                <p:spPr>
                  <a:xfrm>
                    <a:off x="7205381" y="5014055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30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87" name="Graphique 1">
                  <a:extLst>
                    <a:ext uri="{FF2B5EF4-FFF2-40B4-BE49-F238E27FC236}">
                      <a16:creationId xmlns:a16="http://schemas.microsoft.com/office/drawing/2014/main" id="{1070398D-0E4F-4AF0-B17F-705669DB87B0}"/>
                    </a:ext>
                  </a:extLst>
                </p:cNvPr>
                <p:cNvGrpSpPr/>
                <p:nvPr/>
              </p:nvGrpSpPr>
              <p:grpSpPr>
                <a:xfrm>
                  <a:off x="7035455" y="5155596"/>
                  <a:ext cx="50672" cy="51815"/>
                  <a:chOff x="7035455" y="5155596"/>
                  <a:chExt cx="50672" cy="51815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18" name="Forme libre : forme 17217">
                    <a:extLst>
                      <a:ext uri="{FF2B5EF4-FFF2-40B4-BE49-F238E27FC236}">
                        <a16:creationId xmlns:a16="http://schemas.microsoft.com/office/drawing/2014/main" id="{BA0CE69F-C23C-4011-B0BF-0E9962C7780F}"/>
                      </a:ext>
                    </a:extLst>
                  </p:cNvPr>
                  <p:cNvSpPr/>
                  <p:nvPr/>
                </p:nvSpPr>
                <p:spPr>
                  <a:xfrm>
                    <a:off x="7035455" y="5155596"/>
                    <a:ext cx="29527" cy="29527"/>
                  </a:xfrm>
                  <a:custGeom>
                    <a:avLst/>
                    <a:gdLst>
                      <a:gd name="connsiteX0" fmla="*/ 29527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7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7" y="14764"/>
                        </a:moveTo>
                        <a:cubicBezTo>
                          <a:pt x="29527" y="22917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7" y="6610"/>
                          <a:pt x="29527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19" name="Forme libre : forme 17218">
                    <a:extLst>
                      <a:ext uri="{FF2B5EF4-FFF2-40B4-BE49-F238E27FC236}">
                        <a16:creationId xmlns:a16="http://schemas.microsoft.com/office/drawing/2014/main" id="{1CE5B3F5-5A1D-4398-8E98-C4CF62978235}"/>
                      </a:ext>
                    </a:extLst>
                  </p:cNvPr>
                  <p:cNvSpPr/>
                  <p:nvPr/>
                </p:nvSpPr>
                <p:spPr>
                  <a:xfrm>
                    <a:off x="7071269" y="5192553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0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3" y="14859"/>
                          <a:pt x="7429" y="14859"/>
                        </a:cubicBezTo>
                        <a:cubicBezTo>
                          <a:pt x="3326" y="14859"/>
                          <a:pt x="0" y="11533"/>
                          <a:pt x="0" y="7429"/>
                        </a:cubicBezTo>
                        <a:cubicBezTo>
                          <a:pt x="0" y="3326"/>
                          <a:pt x="3326" y="0"/>
                          <a:pt x="7429" y="0"/>
                        </a:cubicBezTo>
                        <a:cubicBezTo>
                          <a:pt x="11533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88" name="Graphique 1">
                  <a:extLst>
                    <a:ext uri="{FF2B5EF4-FFF2-40B4-BE49-F238E27FC236}">
                      <a16:creationId xmlns:a16="http://schemas.microsoft.com/office/drawing/2014/main" id="{C9473996-0E9D-4F18-AD38-09E1FB036618}"/>
                    </a:ext>
                  </a:extLst>
                </p:cNvPr>
                <p:cNvGrpSpPr/>
                <p:nvPr/>
              </p:nvGrpSpPr>
              <p:grpSpPr>
                <a:xfrm>
                  <a:off x="6848574" y="5158835"/>
                  <a:ext cx="50672" cy="51720"/>
                  <a:chOff x="6848574" y="5158835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16" name="Forme libre : forme 17215">
                    <a:extLst>
                      <a:ext uri="{FF2B5EF4-FFF2-40B4-BE49-F238E27FC236}">
                        <a16:creationId xmlns:a16="http://schemas.microsoft.com/office/drawing/2014/main" id="{F37C4D5B-8BD2-475F-AED6-EA634C228AEE}"/>
                      </a:ext>
                    </a:extLst>
                  </p:cNvPr>
                  <p:cNvSpPr/>
                  <p:nvPr/>
                </p:nvSpPr>
                <p:spPr>
                  <a:xfrm>
                    <a:off x="6848574" y="5158835"/>
                    <a:ext cx="29527" cy="29527"/>
                  </a:xfrm>
                  <a:custGeom>
                    <a:avLst/>
                    <a:gdLst>
                      <a:gd name="connsiteX0" fmla="*/ 29527 w 29527"/>
                      <a:gd name="connsiteY0" fmla="*/ 14763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3 h 29527"/>
                      <a:gd name="connsiteX3" fmla="*/ 14764 w 29527"/>
                      <a:gd name="connsiteY3" fmla="*/ 0 h 29527"/>
                      <a:gd name="connsiteX4" fmla="*/ 29527 w 29527"/>
                      <a:gd name="connsiteY4" fmla="*/ 14763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7" y="14763"/>
                        </a:moveTo>
                        <a:cubicBezTo>
                          <a:pt x="29527" y="22917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3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7" y="6610"/>
                          <a:pt x="29527" y="1476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17" name="Forme libre : forme 17216">
                    <a:extLst>
                      <a:ext uri="{FF2B5EF4-FFF2-40B4-BE49-F238E27FC236}">
                        <a16:creationId xmlns:a16="http://schemas.microsoft.com/office/drawing/2014/main" id="{84A0CB0A-17A1-4C73-89DF-775344D0EEA3}"/>
                      </a:ext>
                    </a:extLst>
                  </p:cNvPr>
                  <p:cNvSpPr/>
                  <p:nvPr/>
                </p:nvSpPr>
                <p:spPr>
                  <a:xfrm>
                    <a:off x="6884388" y="5195697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30 w 14858"/>
                      <a:gd name="connsiteY1" fmla="*/ 14859 h 14858"/>
                      <a:gd name="connsiteX2" fmla="*/ 0 w 14858"/>
                      <a:gd name="connsiteY2" fmla="*/ 7430 h 14858"/>
                      <a:gd name="connsiteX3" fmla="*/ 7430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3" y="14859"/>
                          <a:pt x="7430" y="14859"/>
                        </a:cubicBezTo>
                        <a:cubicBezTo>
                          <a:pt x="3326" y="14859"/>
                          <a:pt x="0" y="11533"/>
                          <a:pt x="0" y="7430"/>
                        </a:cubicBezTo>
                        <a:cubicBezTo>
                          <a:pt x="0" y="3326"/>
                          <a:pt x="3326" y="0"/>
                          <a:pt x="7430" y="0"/>
                        </a:cubicBezTo>
                        <a:cubicBezTo>
                          <a:pt x="11533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89" name="Graphique 1">
                  <a:extLst>
                    <a:ext uri="{FF2B5EF4-FFF2-40B4-BE49-F238E27FC236}">
                      <a16:creationId xmlns:a16="http://schemas.microsoft.com/office/drawing/2014/main" id="{6912F3CD-1AFA-426C-A8F6-0AB028EA2255}"/>
                    </a:ext>
                  </a:extLst>
                </p:cNvPr>
                <p:cNvGrpSpPr/>
                <p:nvPr/>
              </p:nvGrpSpPr>
              <p:grpSpPr>
                <a:xfrm>
                  <a:off x="7415026" y="4528470"/>
                  <a:ext cx="50672" cy="51720"/>
                  <a:chOff x="7415026" y="4528470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14" name="Forme libre : forme 17213">
                    <a:extLst>
                      <a:ext uri="{FF2B5EF4-FFF2-40B4-BE49-F238E27FC236}">
                        <a16:creationId xmlns:a16="http://schemas.microsoft.com/office/drawing/2014/main" id="{58E966D1-D6A0-44AF-8E7A-FA4727F0EA5A}"/>
                      </a:ext>
                    </a:extLst>
                  </p:cNvPr>
                  <p:cNvSpPr/>
                  <p:nvPr/>
                </p:nvSpPr>
                <p:spPr>
                  <a:xfrm>
                    <a:off x="7415026" y="4528470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1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7"/>
                          <a:pt x="14764" y="29527"/>
                        </a:cubicBezTo>
                        <a:cubicBezTo>
                          <a:pt x="6611" y="29527"/>
                          <a:pt x="1" y="22917"/>
                          <a:pt x="1" y="14764"/>
                        </a:cubicBezTo>
                        <a:cubicBezTo>
                          <a:pt x="1" y="6610"/>
                          <a:pt x="6611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15" name="Forme libre : forme 17214">
                    <a:extLst>
                      <a:ext uri="{FF2B5EF4-FFF2-40B4-BE49-F238E27FC236}">
                        <a16:creationId xmlns:a16="http://schemas.microsoft.com/office/drawing/2014/main" id="{002746A8-2659-4D94-A042-18C5183D060B}"/>
                      </a:ext>
                    </a:extLst>
                  </p:cNvPr>
                  <p:cNvSpPr/>
                  <p:nvPr/>
                </p:nvSpPr>
                <p:spPr>
                  <a:xfrm>
                    <a:off x="7450840" y="4565332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90" name="Graphique 1">
                  <a:extLst>
                    <a:ext uri="{FF2B5EF4-FFF2-40B4-BE49-F238E27FC236}">
                      <a16:creationId xmlns:a16="http://schemas.microsoft.com/office/drawing/2014/main" id="{907C9A15-C351-41B2-8912-31380D029858}"/>
                    </a:ext>
                  </a:extLst>
                </p:cNvPr>
                <p:cNvGrpSpPr/>
                <p:nvPr/>
              </p:nvGrpSpPr>
              <p:grpSpPr>
                <a:xfrm>
                  <a:off x="7573903" y="4323683"/>
                  <a:ext cx="50672" cy="51720"/>
                  <a:chOff x="7573903" y="4323683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12" name="Forme libre : forme 17211">
                    <a:extLst>
                      <a:ext uri="{FF2B5EF4-FFF2-40B4-BE49-F238E27FC236}">
                        <a16:creationId xmlns:a16="http://schemas.microsoft.com/office/drawing/2014/main" id="{C82965EB-E291-443B-AB26-9D1458E2AD09}"/>
                      </a:ext>
                    </a:extLst>
                  </p:cNvPr>
                  <p:cNvSpPr/>
                  <p:nvPr/>
                </p:nvSpPr>
                <p:spPr>
                  <a:xfrm>
                    <a:off x="7573903" y="4323683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7"/>
                          <a:pt x="14764" y="29527"/>
                        </a:cubicBezTo>
                        <a:cubicBezTo>
                          <a:pt x="6611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1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13" name="Forme libre : forme 17212">
                    <a:extLst>
                      <a:ext uri="{FF2B5EF4-FFF2-40B4-BE49-F238E27FC236}">
                        <a16:creationId xmlns:a16="http://schemas.microsoft.com/office/drawing/2014/main" id="{5FF4ADC3-0E66-46E6-8386-B42E7C679DE4}"/>
                      </a:ext>
                    </a:extLst>
                  </p:cNvPr>
                  <p:cNvSpPr/>
                  <p:nvPr/>
                </p:nvSpPr>
                <p:spPr>
                  <a:xfrm>
                    <a:off x="7609717" y="4360545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91" name="Graphique 1">
                  <a:extLst>
                    <a:ext uri="{FF2B5EF4-FFF2-40B4-BE49-F238E27FC236}">
                      <a16:creationId xmlns:a16="http://schemas.microsoft.com/office/drawing/2014/main" id="{A2B0DF86-F19B-45F8-B2D9-5AE027B06622}"/>
                    </a:ext>
                  </a:extLst>
                </p:cNvPr>
                <p:cNvGrpSpPr/>
                <p:nvPr/>
              </p:nvGrpSpPr>
              <p:grpSpPr>
                <a:xfrm>
                  <a:off x="7948140" y="4349019"/>
                  <a:ext cx="50768" cy="51720"/>
                  <a:chOff x="7948140" y="4349019"/>
                  <a:chExt cx="50768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10" name="Forme libre : forme 17209">
                    <a:extLst>
                      <a:ext uri="{FF2B5EF4-FFF2-40B4-BE49-F238E27FC236}">
                        <a16:creationId xmlns:a16="http://schemas.microsoft.com/office/drawing/2014/main" id="{D989C4B4-4E79-48EC-8800-1BD489E60995}"/>
                      </a:ext>
                    </a:extLst>
                  </p:cNvPr>
                  <p:cNvSpPr/>
                  <p:nvPr/>
                </p:nvSpPr>
                <p:spPr>
                  <a:xfrm>
                    <a:off x="7948140" y="4349019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8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7" y="29528"/>
                          <a:pt x="14764" y="29528"/>
                        </a:cubicBezTo>
                        <a:cubicBezTo>
                          <a:pt x="6610" y="29528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11" name="Forme libre : forme 17210">
                    <a:extLst>
                      <a:ext uri="{FF2B5EF4-FFF2-40B4-BE49-F238E27FC236}">
                        <a16:creationId xmlns:a16="http://schemas.microsoft.com/office/drawing/2014/main" id="{F1EDD3BC-FCC5-4A68-B1F1-A77EC466C25E}"/>
                      </a:ext>
                    </a:extLst>
                  </p:cNvPr>
                  <p:cNvSpPr/>
                  <p:nvPr/>
                </p:nvSpPr>
                <p:spPr>
                  <a:xfrm>
                    <a:off x="7984049" y="4385881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92" name="Graphique 1">
                  <a:extLst>
                    <a:ext uri="{FF2B5EF4-FFF2-40B4-BE49-F238E27FC236}">
                      <a16:creationId xmlns:a16="http://schemas.microsoft.com/office/drawing/2014/main" id="{751167BD-0104-4D6B-9EAC-1D421195E2BE}"/>
                    </a:ext>
                  </a:extLst>
                </p:cNvPr>
                <p:cNvGrpSpPr/>
                <p:nvPr/>
              </p:nvGrpSpPr>
              <p:grpSpPr>
                <a:xfrm>
                  <a:off x="7775071" y="4477797"/>
                  <a:ext cx="50672" cy="51720"/>
                  <a:chOff x="7775071" y="4477797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08" name="Forme libre : forme 17207">
                    <a:extLst>
                      <a:ext uri="{FF2B5EF4-FFF2-40B4-BE49-F238E27FC236}">
                        <a16:creationId xmlns:a16="http://schemas.microsoft.com/office/drawing/2014/main" id="{B939770A-3AC3-45B2-908F-B278246DE0E4}"/>
                      </a:ext>
                    </a:extLst>
                  </p:cNvPr>
                  <p:cNvSpPr/>
                  <p:nvPr/>
                </p:nvSpPr>
                <p:spPr>
                  <a:xfrm>
                    <a:off x="7775071" y="4477797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09" name="Forme libre : forme 17208">
                    <a:extLst>
                      <a:ext uri="{FF2B5EF4-FFF2-40B4-BE49-F238E27FC236}">
                        <a16:creationId xmlns:a16="http://schemas.microsoft.com/office/drawing/2014/main" id="{D2F0DF2E-3147-4A44-9CE8-E8D2D360CE18}"/>
                      </a:ext>
                    </a:extLst>
                  </p:cNvPr>
                  <p:cNvSpPr/>
                  <p:nvPr/>
                </p:nvSpPr>
                <p:spPr>
                  <a:xfrm>
                    <a:off x="7810885" y="4514659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30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93" name="Graphique 1">
                  <a:extLst>
                    <a:ext uri="{FF2B5EF4-FFF2-40B4-BE49-F238E27FC236}">
                      <a16:creationId xmlns:a16="http://schemas.microsoft.com/office/drawing/2014/main" id="{62ADC93B-FD72-4F1A-ACE9-6F34600EC54F}"/>
                    </a:ext>
                  </a:extLst>
                </p:cNvPr>
                <p:cNvGrpSpPr/>
                <p:nvPr/>
              </p:nvGrpSpPr>
              <p:grpSpPr>
                <a:xfrm>
                  <a:off x="7776595" y="4261866"/>
                  <a:ext cx="50768" cy="51815"/>
                  <a:chOff x="7776595" y="4261866"/>
                  <a:chExt cx="50768" cy="51815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06" name="Forme libre : forme 17205">
                    <a:extLst>
                      <a:ext uri="{FF2B5EF4-FFF2-40B4-BE49-F238E27FC236}">
                        <a16:creationId xmlns:a16="http://schemas.microsoft.com/office/drawing/2014/main" id="{B11B9438-E3E8-4AED-A9BD-A6A1C3471869}"/>
                      </a:ext>
                    </a:extLst>
                  </p:cNvPr>
                  <p:cNvSpPr/>
                  <p:nvPr/>
                </p:nvSpPr>
                <p:spPr>
                  <a:xfrm>
                    <a:off x="7776595" y="4261866"/>
                    <a:ext cx="29527" cy="29527"/>
                  </a:xfrm>
                  <a:custGeom>
                    <a:avLst/>
                    <a:gdLst>
                      <a:gd name="connsiteX0" fmla="*/ 29527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7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7" y="14764"/>
                        </a:moveTo>
                        <a:cubicBezTo>
                          <a:pt x="29527" y="22918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7" y="6610"/>
                          <a:pt x="29527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07" name="Forme libre : forme 17206">
                    <a:extLst>
                      <a:ext uri="{FF2B5EF4-FFF2-40B4-BE49-F238E27FC236}">
                        <a16:creationId xmlns:a16="http://schemas.microsoft.com/office/drawing/2014/main" id="{D5339C5E-1501-4511-B062-60D7D4377C00}"/>
                      </a:ext>
                    </a:extLst>
                  </p:cNvPr>
                  <p:cNvSpPr/>
                  <p:nvPr/>
                </p:nvSpPr>
                <p:spPr>
                  <a:xfrm>
                    <a:off x="7812504" y="4298823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30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94" name="Graphique 1">
                  <a:extLst>
                    <a:ext uri="{FF2B5EF4-FFF2-40B4-BE49-F238E27FC236}">
                      <a16:creationId xmlns:a16="http://schemas.microsoft.com/office/drawing/2014/main" id="{9D0209E1-681E-4B2F-AC81-9A425A2FC345}"/>
                    </a:ext>
                  </a:extLst>
                </p:cNvPr>
                <p:cNvGrpSpPr/>
                <p:nvPr/>
              </p:nvGrpSpPr>
              <p:grpSpPr>
                <a:xfrm>
                  <a:off x="7990431" y="4049648"/>
                  <a:ext cx="50672" cy="51720"/>
                  <a:chOff x="7990431" y="4049648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04" name="Forme libre : forme 17203">
                    <a:extLst>
                      <a:ext uri="{FF2B5EF4-FFF2-40B4-BE49-F238E27FC236}">
                        <a16:creationId xmlns:a16="http://schemas.microsoft.com/office/drawing/2014/main" id="{E3F1FFDE-309B-4E66-ACCA-4207580EBC88}"/>
                      </a:ext>
                    </a:extLst>
                  </p:cNvPr>
                  <p:cNvSpPr/>
                  <p:nvPr/>
                </p:nvSpPr>
                <p:spPr>
                  <a:xfrm>
                    <a:off x="7990431" y="4049648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05" name="Forme libre : forme 17204">
                    <a:extLst>
                      <a:ext uri="{FF2B5EF4-FFF2-40B4-BE49-F238E27FC236}">
                        <a16:creationId xmlns:a16="http://schemas.microsoft.com/office/drawing/2014/main" id="{3073FD45-DF72-4C11-941F-666D1A36CFBA}"/>
                      </a:ext>
                    </a:extLst>
                  </p:cNvPr>
                  <p:cNvSpPr/>
                  <p:nvPr/>
                </p:nvSpPr>
                <p:spPr>
                  <a:xfrm>
                    <a:off x="8026245" y="4086510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95" name="Graphique 1">
                  <a:extLst>
                    <a:ext uri="{FF2B5EF4-FFF2-40B4-BE49-F238E27FC236}">
                      <a16:creationId xmlns:a16="http://schemas.microsoft.com/office/drawing/2014/main" id="{13759D0F-EE37-4FF2-B44B-7926C6F4BD93}"/>
                    </a:ext>
                  </a:extLst>
                </p:cNvPr>
                <p:cNvGrpSpPr/>
                <p:nvPr/>
              </p:nvGrpSpPr>
              <p:grpSpPr>
                <a:xfrm>
                  <a:off x="7784405" y="4059936"/>
                  <a:ext cx="50768" cy="51720"/>
                  <a:chOff x="7784405" y="4059936"/>
                  <a:chExt cx="50768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02" name="Forme libre : forme 17201">
                    <a:extLst>
                      <a:ext uri="{FF2B5EF4-FFF2-40B4-BE49-F238E27FC236}">
                        <a16:creationId xmlns:a16="http://schemas.microsoft.com/office/drawing/2014/main" id="{9F403BF0-5C78-4341-B79B-D7F48875F3AD}"/>
                      </a:ext>
                    </a:extLst>
                  </p:cNvPr>
                  <p:cNvSpPr/>
                  <p:nvPr/>
                </p:nvSpPr>
                <p:spPr>
                  <a:xfrm>
                    <a:off x="7784405" y="4059936"/>
                    <a:ext cx="29527" cy="29527"/>
                  </a:xfrm>
                  <a:custGeom>
                    <a:avLst/>
                    <a:gdLst>
                      <a:gd name="connsiteX0" fmla="*/ 29527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7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7" y="14764"/>
                        </a:moveTo>
                        <a:cubicBezTo>
                          <a:pt x="29527" y="22918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7" y="6610"/>
                          <a:pt x="29527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03" name="Forme libre : forme 17202">
                    <a:extLst>
                      <a:ext uri="{FF2B5EF4-FFF2-40B4-BE49-F238E27FC236}">
                        <a16:creationId xmlns:a16="http://schemas.microsoft.com/office/drawing/2014/main" id="{8F29240D-7CC6-4E4A-9AD3-A58BB70D582F}"/>
                      </a:ext>
                    </a:extLst>
                  </p:cNvPr>
                  <p:cNvSpPr/>
                  <p:nvPr/>
                </p:nvSpPr>
                <p:spPr>
                  <a:xfrm>
                    <a:off x="7820315" y="4096797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30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96" name="Graphique 1">
                  <a:extLst>
                    <a:ext uri="{FF2B5EF4-FFF2-40B4-BE49-F238E27FC236}">
                      <a16:creationId xmlns:a16="http://schemas.microsoft.com/office/drawing/2014/main" id="{5664A65B-8360-424C-BA3D-25D9C6155B8E}"/>
                    </a:ext>
                  </a:extLst>
                </p:cNvPr>
                <p:cNvGrpSpPr/>
                <p:nvPr/>
              </p:nvGrpSpPr>
              <p:grpSpPr>
                <a:xfrm>
                  <a:off x="8096540" y="3804189"/>
                  <a:ext cx="50672" cy="51720"/>
                  <a:chOff x="8096540" y="3804189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200" name="Forme libre : forme 17199">
                    <a:extLst>
                      <a:ext uri="{FF2B5EF4-FFF2-40B4-BE49-F238E27FC236}">
                        <a16:creationId xmlns:a16="http://schemas.microsoft.com/office/drawing/2014/main" id="{5354615D-0D48-4D22-A39B-BFC46BE825DD}"/>
                      </a:ext>
                    </a:extLst>
                  </p:cNvPr>
                  <p:cNvSpPr/>
                  <p:nvPr/>
                </p:nvSpPr>
                <p:spPr>
                  <a:xfrm>
                    <a:off x="8096540" y="3804189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201" name="Forme libre : forme 17200">
                    <a:extLst>
                      <a:ext uri="{FF2B5EF4-FFF2-40B4-BE49-F238E27FC236}">
                        <a16:creationId xmlns:a16="http://schemas.microsoft.com/office/drawing/2014/main" id="{3816013B-A5D7-4CFF-AD3E-3C7FB1B09499}"/>
                      </a:ext>
                    </a:extLst>
                  </p:cNvPr>
                  <p:cNvSpPr/>
                  <p:nvPr/>
                </p:nvSpPr>
                <p:spPr>
                  <a:xfrm>
                    <a:off x="8132354" y="3841051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30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7197" name="Graphique 1">
                  <a:extLst>
                    <a:ext uri="{FF2B5EF4-FFF2-40B4-BE49-F238E27FC236}">
                      <a16:creationId xmlns:a16="http://schemas.microsoft.com/office/drawing/2014/main" id="{D20EDC69-8D9B-4FD4-B75C-1DA834C885DB}"/>
                    </a:ext>
                  </a:extLst>
                </p:cNvPr>
                <p:cNvGrpSpPr/>
                <p:nvPr/>
              </p:nvGrpSpPr>
              <p:grpSpPr>
                <a:xfrm>
                  <a:off x="7450364" y="4713255"/>
                  <a:ext cx="50672" cy="51720"/>
                  <a:chOff x="7450364" y="4713255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7198" name="Forme libre : forme 17197">
                    <a:extLst>
                      <a:ext uri="{FF2B5EF4-FFF2-40B4-BE49-F238E27FC236}">
                        <a16:creationId xmlns:a16="http://schemas.microsoft.com/office/drawing/2014/main" id="{E4C37E10-A90A-4204-B138-EE338E023DFF}"/>
                      </a:ext>
                    </a:extLst>
                  </p:cNvPr>
                  <p:cNvSpPr/>
                  <p:nvPr/>
                </p:nvSpPr>
                <p:spPr>
                  <a:xfrm>
                    <a:off x="7450364" y="4713255"/>
                    <a:ext cx="29527" cy="29527"/>
                  </a:xfrm>
                  <a:custGeom>
                    <a:avLst/>
                    <a:gdLst>
                      <a:gd name="connsiteX0" fmla="*/ 29527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7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7" y="14764"/>
                        </a:moveTo>
                        <a:cubicBezTo>
                          <a:pt x="29527" y="22918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7" y="6610"/>
                          <a:pt x="29527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199" name="Forme libre : forme 17198">
                    <a:extLst>
                      <a:ext uri="{FF2B5EF4-FFF2-40B4-BE49-F238E27FC236}">
                        <a16:creationId xmlns:a16="http://schemas.microsoft.com/office/drawing/2014/main" id="{A9C06D4D-1AEE-4A2D-8E6A-B69A5B918352}"/>
                      </a:ext>
                    </a:extLst>
                  </p:cNvPr>
                  <p:cNvSpPr/>
                  <p:nvPr/>
                </p:nvSpPr>
                <p:spPr>
                  <a:xfrm>
                    <a:off x="7486178" y="4750117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0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3" y="14859"/>
                          <a:pt x="7429" y="14859"/>
                        </a:cubicBezTo>
                        <a:cubicBezTo>
                          <a:pt x="3326" y="14859"/>
                          <a:pt x="0" y="11533"/>
                          <a:pt x="0" y="7430"/>
                        </a:cubicBezTo>
                        <a:cubicBezTo>
                          <a:pt x="0" y="3326"/>
                          <a:pt x="3326" y="0"/>
                          <a:pt x="7429" y="0"/>
                        </a:cubicBezTo>
                        <a:cubicBezTo>
                          <a:pt x="11533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16350" name="Graphique 1">
                <a:extLst>
                  <a:ext uri="{FF2B5EF4-FFF2-40B4-BE49-F238E27FC236}">
                    <a16:creationId xmlns:a16="http://schemas.microsoft.com/office/drawing/2014/main" id="{40A1381A-4935-4DB7-80B8-CEAA94E798CF}"/>
                  </a:ext>
                </a:extLst>
              </p:cNvPr>
              <p:cNvGrpSpPr/>
              <p:nvPr/>
            </p:nvGrpSpPr>
            <p:grpSpPr>
              <a:xfrm>
                <a:off x="258131" y="3761898"/>
                <a:ext cx="7948231" cy="2076640"/>
                <a:chOff x="258131" y="3761898"/>
                <a:chExt cx="7948231" cy="2076640"/>
              </a:xfrm>
              <a:solidFill>
                <a:schemeClr val="accent1"/>
              </a:solidFill>
            </p:grpSpPr>
            <p:sp>
              <p:nvSpPr>
                <p:cNvPr id="16352" name="Forme libre : forme 16351">
                  <a:extLst>
                    <a:ext uri="{FF2B5EF4-FFF2-40B4-BE49-F238E27FC236}">
                      <a16:creationId xmlns:a16="http://schemas.microsoft.com/office/drawing/2014/main" id="{3EEC4DDD-B537-46C3-8D14-5778ADAB7156}"/>
                    </a:ext>
                  </a:extLst>
                </p:cNvPr>
                <p:cNvSpPr/>
                <p:nvPr/>
              </p:nvSpPr>
              <p:spPr>
                <a:xfrm>
                  <a:off x="258131" y="5145119"/>
                  <a:ext cx="6303168" cy="693419"/>
                </a:xfrm>
                <a:custGeom>
                  <a:avLst/>
                  <a:gdLst>
                    <a:gd name="connsiteX0" fmla="*/ 60484 w 6303168"/>
                    <a:gd name="connsiteY0" fmla="*/ 692277 h 693419"/>
                    <a:gd name="connsiteX1" fmla="*/ 12668 w 6303168"/>
                    <a:gd name="connsiteY1" fmla="*/ 585978 h 693419"/>
                    <a:gd name="connsiteX2" fmla="*/ 64675 w 6303168"/>
                    <a:gd name="connsiteY2" fmla="*/ 475869 h 693419"/>
                    <a:gd name="connsiteX3" fmla="*/ 0 w 6303168"/>
                    <a:gd name="connsiteY3" fmla="*/ 375857 h 693419"/>
                    <a:gd name="connsiteX4" fmla="*/ 71533 w 6303168"/>
                    <a:gd name="connsiteY4" fmla="*/ 273082 h 693419"/>
                    <a:gd name="connsiteX5" fmla="*/ 29623 w 6303168"/>
                    <a:gd name="connsiteY5" fmla="*/ 172117 h 693419"/>
                    <a:gd name="connsiteX6" fmla="*/ 172117 w 6303168"/>
                    <a:gd name="connsiteY6" fmla="*/ 29623 h 693419"/>
                    <a:gd name="connsiteX7" fmla="*/ 305848 w 6303168"/>
                    <a:gd name="connsiteY7" fmla="*/ 123254 h 693419"/>
                    <a:gd name="connsiteX8" fmla="*/ 392811 w 6303168"/>
                    <a:gd name="connsiteY8" fmla="*/ 80296 h 693419"/>
                    <a:gd name="connsiteX9" fmla="*/ 486251 w 6303168"/>
                    <a:gd name="connsiteY9" fmla="*/ 132588 h 693419"/>
                    <a:gd name="connsiteX10" fmla="*/ 628269 w 6303168"/>
                    <a:gd name="connsiteY10" fmla="*/ 0 h 693419"/>
                    <a:gd name="connsiteX11" fmla="*/ 770477 w 6303168"/>
                    <a:gd name="connsiteY11" fmla="*/ 136970 h 693419"/>
                    <a:gd name="connsiteX12" fmla="*/ 875252 w 6303168"/>
                    <a:gd name="connsiteY12" fmla="*/ 90774 h 693419"/>
                    <a:gd name="connsiteX13" fmla="*/ 1000887 w 6303168"/>
                    <a:gd name="connsiteY13" fmla="*/ 166116 h 693419"/>
                    <a:gd name="connsiteX14" fmla="*/ 1160240 w 6303168"/>
                    <a:gd name="connsiteY14" fmla="*/ 50673 h 693419"/>
                    <a:gd name="connsiteX15" fmla="*/ 1287780 w 6303168"/>
                    <a:gd name="connsiteY15" fmla="*/ 109538 h 693419"/>
                    <a:gd name="connsiteX16" fmla="*/ 1426369 w 6303168"/>
                    <a:gd name="connsiteY16" fmla="*/ 0 h 693419"/>
                    <a:gd name="connsiteX17" fmla="*/ 1566005 w 6303168"/>
                    <a:gd name="connsiteY17" fmla="*/ 113919 h 693419"/>
                    <a:gd name="connsiteX18" fmla="*/ 1696593 w 6303168"/>
                    <a:gd name="connsiteY18" fmla="*/ 48578 h 693419"/>
                    <a:gd name="connsiteX19" fmla="*/ 1842040 w 6303168"/>
                    <a:gd name="connsiteY19" fmla="*/ 137351 h 693419"/>
                    <a:gd name="connsiteX20" fmla="*/ 1971103 w 6303168"/>
                    <a:gd name="connsiteY20" fmla="*/ 54959 h 693419"/>
                    <a:gd name="connsiteX21" fmla="*/ 2080546 w 6303168"/>
                    <a:gd name="connsiteY21" fmla="*/ 106299 h 693419"/>
                    <a:gd name="connsiteX22" fmla="*/ 2175891 w 6303168"/>
                    <a:gd name="connsiteY22" fmla="*/ 44482 h 693419"/>
                    <a:gd name="connsiteX23" fmla="*/ 2269522 w 6303168"/>
                    <a:gd name="connsiteY23" fmla="*/ 102680 h 693419"/>
                    <a:gd name="connsiteX24" fmla="*/ 2378678 w 6303168"/>
                    <a:gd name="connsiteY24" fmla="*/ 10763 h 693419"/>
                    <a:gd name="connsiteX25" fmla="*/ 2486882 w 6303168"/>
                    <a:gd name="connsiteY25" fmla="*/ 97631 h 693419"/>
                    <a:gd name="connsiteX26" fmla="*/ 2586704 w 6303168"/>
                    <a:gd name="connsiteY26" fmla="*/ 48768 h 693419"/>
                    <a:gd name="connsiteX27" fmla="*/ 2696813 w 6303168"/>
                    <a:gd name="connsiteY27" fmla="*/ 112872 h 693419"/>
                    <a:gd name="connsiteX28" fmla="*/ 2796826 w 6303168"/>
                    <a:gd name="connsiteY28" fmla="*/ 69914 h 693419"/>
                    <a:gd name="connsiteX29" fmla="*/ 2883503 w 6303168"/>
                    <a:gd name="connsiteY29" fmla="*/ 100584 h 693419"/>
                    <a:gd name="connsiteX30" fmla="*/ 2989993 w 6303168"/>
                    <a:gd name="connsiteY30" fmla="*/ 40386 h 693419"/>
                    <a:gd name="connsiteX31" fmla="*/ 3071241 w 6303168"/>
                    <a:gd name="connsiteY31" fmla="*/ 70676 h 693419"/>
                    <a:gd name="connsiteX32" fmla="*/ 3137821 w 6303168"/>
                    <a:gd name="connsiteY32" fmla="*/ 25622 h 693419"/>
                    <a:gd name="connsiteX33" fmla="*/ 3209449 w 6303168"/>
                    <a:gd name="connsiteY33" fmla="*/ 94965 h 693419"/>
                    <a:gd name="connsiteX34" fmla="*/ 3252883 w 6303168"/>
                    <a:gd name="connsiteY34" fmla="*/ 82677 h 693419"/>
                    <a:gd name="connsiteX35" fmla="*/ 3330893 w 6303168"/>
                    <a:gd name="connsiteY35" fmla="*/ 136874 h 693419"/>
                    <a:gd name="connsiteX36" fmla="*/ 3442907 w 6303168"/>
                    <a:gd name="connsiteY36" fmla="*/ 67913 h 693419"/>
                    <a:gd name="connsiteX37" fmla="*/ 3548158 w 6303168"/>
                    <a:gd name="connsiteY37" fmla="*/ 125063 h 693419"/>
                    <a:gd name="connsiteX38" fmla="*/ 3625596 w 6303168"/>
                    <a:gd name="connsiteY38" fmla="*/ 74295 h 693419"/>
                    <a:gd name="connsiteX39" fmla="*/ 3687699 w 6303168"/>
                    <a:gd name="connsiteY39" fmla="*/ 101632 h 693419"/>
                    <a:gd name="connsiteX40" fmla="*/ 3686842 w 6303168"/>
                    <a:gd name="connsiteY40" fmla="*/ 91154 h 693419"/>
                    <a:gd name="connsiteX41" fmla="*/ 3756565 w 6303168"/>
                    <a:gd name="connsiteY41" fmla="*/ 21431 h 693419"/>
                    <a:gd name="connsiteX42" fmla="*/ 3826288 w 6303168"/>
                    <a:gd name="connsiteY42" fmla="*/ 91154 h 693419"/>
                    <a:gd name="connsiteX43" fmla="*/ 3825145 w 6303168"/>
                    <a:gd name="connsiteY43" fmla="*/ 103347 h 693419"/>
                    <a:gd name="connsiteX44" fmla="*/ 3903345 w 6303168"/>
                    <a:gd name="connsiteY44" fmla="*/ 70009 h 693419"/>
                    <a:gd name="connsiteX45" fmla="*/ 4001262 w 6303168"/>
                    <a:gd name="connsiteY45" fmla="*/ 131731 h 693419"/>
                    <a:gd name="connsiteX46" fmla="*/ 4065937 w 6303168"/>
                    <a:gd name="connsiteY46" fmla="*/ 114395 h 693419"/>
                    <a:gd name="connsiteX47" fmla="*/ 4171760 w 6303168"/>
                    <a:gd name="connsiteY47" fmla="*/ 169164 h 693419"/>
                    <a:gd name="connsiteX48" fmla="*/ 4342543 w 6303168"/>
                    <a:gd name="connsiteY48" fmla="*/ 46768 h 693419"/>
                    <a:gd name="connsiteX49" fmla="*/ 4478655 w 6303168"/>
                    <a:gd name="connsiteY49" fmla="*/ 108871 h 693419"/>
                    <a:gd name="connsiteX50" fmla="*/ 4601242 w 6303168"/>
                    <a:gd name="connsiteY50" fmla="*/ 23527 h 693419"/>
                    <a:gd name="connsiteX51" fmla="*/ 4731544 w 6303168"/>
                    <a:gd name="connsiteY51" fmla="*/ 142304 h 693419"/>
                    <a:gd name="connsiteX52" fmla="*/ 4889469 w 6303168"/>
                    <a:gd name="connsiteY52" fmla="*/ 53054 h 693419"/>
                    <a:gd name="connsiteX53" fmla="*/ 5047488 w 6303168"/>
                    <a:gd name="connsiteY53" fmla="*/ 142399 h 693419"/>
                    <a:gd name="connsiteX54" fmla="*/ 5135499 w 6303168"/>
                    <a:gd name="connsiteY54" fmla="*/ 93155 h 693419"/>
                    <a:gd name="connsiteX55" fmla="*/ 5210461 w 6303168"/>
                    <a:gd name="connsiteY55" fmla="*/ 125445 h 693419"/>
                    <a:gd name="connsiteX56" fmla="*/ 5378387 w 6303168"/>
                    <a:gd name="connsiteY56" fmla="*/ 286 h 693419"/>
                    <a:gd name="connsiteX57" fmla="*/ 5546217 w 6303168"/>
                    <a:gd name="connsiteY57" fmla="*/ 125254 h 693419"/>
                    <a:gd name="connsiteX58" fmla="*/ 5694045 w 6303168"/>
                    <a:gd name="connsiteY58" fmla="*/ 59436 h 693419"/>
                    <a:gd name="connsiteX59" fmla="*/ 5830634 w 6303168"/>
                    <a:gd name="connsiteY59" fmla="*/ 113824 h 693419"/>
                    <a:gd name="connsiteX60" fmla="*/ 5960079 w 6303168"/>
                    <a:gd name="connsiteY60" fmla="*/ 38291 h 693419"/>
                    <a:gd name="connsiteX61" fmla="*/ 6096667 w 6303168"/>
                    <a:gd name="connsiteY61" fmla="*/ 127921 h 693419"/>
                    <a:gd name="connsiteX62" fmla="*/ 6197632 w 6303168"/>
                    <a:gd name="connsiteY62" fmla="*/ 57245 h 693419"/>
                    <a:gd name="connsiteX63" fmla="*/ 6303169 w 6303168"/>
                    <a:gd name="connsiteY63" fmla="*/ 164973 h 693419"/>
                    <a:gd name="connsiteX64" fmla="*/ 6303169 w 6303168"/>
                    <a:gd name="connsiteY64" fmla="*/ 693420 h 693419"/>
                    <a:gd name="connsiteX65" fmla="*/ 60484 w 6303168"/>
                    <a:gd name="connsiteY65" fmla="*/ 692277 h 693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6303168" h="693419">
                      <a:moveTo>
                        <a:pt x="60484" y="692277"/>
                      </a:moveTo>
                      <a:cubicBezTo>
                        <a:pt x="31242" y="666179"/>
                        <a:pt x="12668" y="628269"/>
                        <a:pt x="12668" y="585978"/>
                      </a:cubicBezTo>
                      <a:cubicBezTo>
                        <a:pt x="12668" y="541687"/>
                        <a:pt x="32956" y="502063"/>
                        <a:pt x="64675" y="475869"/>
                      </a:cubicBezTo>
                      <a:cubicBezTo>
                        <a:pt x="26575" y="458629"/>
                        <a:pt x="0" y="420338"/>
                        <a:pt x="0" y="375857"/>
                      </a:cubicBezTo>
                      <a:cubicBezTo>
                        <a:pt x="0" y="328708"/>
                        <a:pt x="29813" y="288607"/>
                        <a:pt x="71533" y="273082"/>
                      </a:cubicBezTo>
                      <a:cubicBezTo>
                        <a:pt x="45625" y="247269"/>
                        <a:pt x="29623" y="211550"/>
                        <a:pt x="29623" y="172117"/>
                      </a:cubicBezTo>
                      <a:cubicBezTo>
                        <a:pt x="29623" y="93440"/>
                        <a:pt x="93440" y="29623"/>
                        <a:pt x="172117" y="29623"/>
                      </a:cubicBezTo>
                      <a:cubicBezTo>
                        <a:pt x="233648" y="29623"/>
                        <a:pt x="285845" y="68675"/>
                        <a:pt x="305848" y="123254"/>
                      </a:cubicBezTo>
                      <a:cubicBezTo>
                        <a:pt x="325945" y="97155"/>
                        <a:pt x="357378" y="80296"/>
                        <a:pt x="392811" y="80296"/>
                      </a:cubicBezTo>
                      <a:cubicBezTo>
                        <a:pt x="432340" y="80296"/>
                        <a:pt x="466915" y="101251"/>
                        <a:pt x="486251" y="132588"/>
                      </a:cubicBezTo>
                      <a:cubicBezTo>
                        <a:pt x="491395" y="58579"/>
                        <a:pt x="552926" y="0"/>
                        <a:pt x="628269" y="0"/>
                      </a:cubicBezTo>
                      <a:cubicBezTo>
                        <a:pt x="705136" y="0"/>
                        <a:pt x="767620" y="60865"/>
                        <a:pt x="770477" y="136970"/>
                      </a:cubicBezTo>
                      <a:cubicBezTo>
                        <a:pt x="796480" y="108681"/>
                        <a:pt x="833818" y="90774"/>
                        <a:pt x="875252" y="90774"/>
                      </a:cubicBezTo>
                      <a:cubicBezTo>
                        <a:pt x="929640" y="90774"/>
                        <a:pt x="976884" y="121254"/>
                        <a:pt x="1000887" y="166116"/>
                      </a:cubicBezTo>
                      <a:cubicBezTo>
                        <a:pt x="1022890" y="99156"/>
                        <a:pt x="1085945" y="50673"/>
                        <a:pt x="1160240" y="50673"/>
                      </a:cubicBezTo>
                      <a:cubicBezTo>
                        <a:pt x="1211294" y="50673"/>
                        <a:pt x="1257014" y="73533"/>
                        <a:pt x="1287780" y="109538"/>
                      </a:cubicBezTo>
                      <a:cubicBezTo>
                        <a:pt x="1302639" y="46768"/>
                        <a:pt x="1358932" y="0"/>
                        <a:pt x="1426369" y="0"/>
                      </a:cubicBezTo>
                      <a:cubicBezTo>
                        <a:pt x="1495330" y="0"/>
                        <a:pt x="1552766" y="48959"/>
                        <a:pt x="1566005" y="113919"/>
                      </a:cubicBezTo>
                      <a:cubicBezTo>
                        <a:pt x="1595914" y="74295"/>
                        <a:pt x="1643158" y="48578"/>
                        <a:pt x="1696593" y="48578"/>
                      </a:cubicBezTo>
                      <a:cubicBezTo>
                        <a:pt x="1759934" y="48578"/>
                        <a:pt x="1814798" y="84677"/>
                        <a:pt x="1842040" y="137351"/>
                      </a:cubicBezTo>
                      <a:cubicBezTo>
                        <a:pt x="1864709" y="88678"/>
                        <a:pt x="1913953" y="54959"/>
                        <a:pt x="1971103" y="54959"/>
                      </a:cubicBezTo>
                      <a:cubicBezTo>
                        <a:pt x="2015109" y="54959"/>
                        <a:pt x="2054447" y="74962"/>
                        <a:pt x="2080546" y="106299"/>
                      </a:cubicBezTo>
                      <a:cubicBezTo>
                        <a:pt x="2096834" y="69818"/>
                        <a:pt x="2133410" y="44482"/>
                        <a:pt x="2175891" y="44482"/>
                      </a:cubicBezTo>
                      <a:cubicBezTo>
                        <a:pt x="2216944" y="44482"/>
                        <a:pt x="2252377" y="68199"/>
                        <a:pt x="2269522" y="102680"/>
                      </a:cubicBezTo>
                      <a:cubicBezTo>
                        <a:pt x="2278475" y="50482"/>
                        <a:pt x="2323910" y="10763"/>
                        <a:pt x="2378678" y="10763"/>
                      </a:cubicBezTo>
                      <a:cubicBezTo>
                        <a:pt x="2431637" y="10763"/>
                        <a:pt x="2475833" y="47911"/>
                        <a:pt x="2486882" y="97631"/>
                      </a:cubicBezTo>
                      <a:cubicBezTo>
                        <a:pt x="2510028" y="67913"/>
                        <a:pt x="2546128" y="48768"/>
                        <a:pt x="2586704" y="48768"/>
                      </a:cubicBezTo>
                      <a:cubicBezTo>
                        <a:pt x="2633853" y="48768"/>
                        <a:pt x="2675001" y="74581"/>
                        <a:pt x="2696813" y="112872"/>
                      </a:cubicBezTo>
                      <a:cubicBezTo>
                        <a:pt x="2721959" y="86487"/>
                        <a:pt x="2757487" y="69914"/>
                        <a:pt x="2796826" y="69914"/>
                      </a:cubicBezTo>
                      <a:cubicBezTo>
                        <a:pt x="2829687" y="69914"/>
                        <a:pt x="2859786" y="81439"/>
                        <a:pt x="2883503" y="100584"/>
                      </a:cubicBezTo>
                      <a:cubicBezTo>
                        <a:pt x="2905316" y="64580"/>
                        <a:pt x="2944844" y="40386"/>
                        <a:pt x="2989993" y="40386"/>
                      </a:cubicBezTo>
                      <a:cubicBezTo>
                        <a:pt x="3021044" y="40386"/>
                        <a:pt x="3049429" y="51816"/>
                        <a:pt x="3071241" y="70676"/>
                      </a:cubicBezTo>
                      <a:cubicBezTo>
                        <a:pt x="3081814" y="44291"/>
                        <a:pt x="3107627" y="25622"/>
                        <a:pt x="3137821" y="25622"/>
                      </a:cubicBezTo>
                      <a:cubicBezTo>
                        <a:pt x="3176587" y="25622"/>
                        <a:pt x="3208211" y="56483"/>
                        <a:pt x="3209449" y="94965"/>
                      </a:cubicBezTo>
                      <a:cubicBezTo>
                        <a:pt x="3222117" y="87249"/>
                        <a:pt x="3236976" y="82677"/>
                        <a:pt x="3252883" y="82677"/>
                      </a:cubicBezTo>
                      <a:cubicBezTo>
                        <a:pt x="3288602" y="82677"/>
                        <a:pt x="3319082" y="105251"/>
                        <a:pt x="3330893" y="136874"/>
                      </a:cubicBezTo>
                      <a:cubicBezTo>
                        <a:pt x="3351657" y="96012"/>
                        <a:pt x="3393948" y="67913"/>
                        <a:pt x="3442907" y="67913"/>
                      </a:cubicBezTo>
                      <a:cubicBezTo>
                        <a:pt x="3487007" y="67913"/>
                        <a:pt x="3525679" y="90678"/>
                        <a:pt x="3548158" y="125063"/>
                      </a:cubicBezTo>
                      <a:cubicBezTo>
                        <a:pt x="3561207" y="95155"/>
                        <a:pt x="3590925" y="74295"/>
                        <a:pt x="3625596" y="74295"/>
                      </a:cubicBezTo>
                      <a:cubicBezTo>
                        <a:pt x="3650170" y="74295"/>
                        <a:pt x="3672269" y="84868"/>
                        <a:pt x="3687699" y="101632"/>
                      </a:cubicBezTo>
                      <a:cubicBezTo>
                        <a:pt x="3687223" y="98203"/>
                        <a:pt x="3686842" y="94774"/>
                        <a:pt x="3686842" y="91154"/>
                      </a:cubicBezTo>
                      <a:cubicBezTo>
                        <a:pt x="3686842" y="52674"/>
                        <a:pt x="3718084" y="21431"/>
                        <a:pt x="3756565" y="21431"/>
                      </a:cubicBezTo>
                      <a:cubicBezTo>
                        <a:pt x="3795046" y="21431"/>
                        <a:pt x="3826288" y="52674"/>
                        <a:pt x="3826288" y="91154"/>
                      </a:cubicBezTo>
                      <a:cubicBezTo>
                        <a:pt x="3826288" y="95345"/>
                        <a:pt x="3825812" y="99346"/>
                        <a:pt x="3825145" y="103347"/>
                      </a:cubicBezTo>
                      <a:cubicBezTo>
                        <a:pt x="3844957" y="82868"/>
                        <a:pt x="3872579" y="70009"/>
                        <a:pt x="3903345" y="70009"/>
                      </a:cubicBezTo>
                      <a:cubicBezTo>
                        <a:pt x="3946493" y="70009"/>
                        <a:pt x="3983736" y="95250"/>
                        <a:pt x="4001262" y="131731"/>
                      </a:cubicBezTo>
                      <a:cubicBezTo>
                        <a:pt x="4020312" y="120777"/>
                        <a:pt x="4042315" y="114395"/>
                        <a:pt x="4065937" y="114395"/>
                      </a:cubicBezTo>
                      <a:cubicBezTo>
                        <a:pt x="4109657" y="114395"/>
                        <a:pt x="4148233" y="136113"/>
                        <a:pt x="4171760" y="169164"/>
                      </a:cubicBezTo>
                      <a:cubicBezTo>
                        <a:pt x="4195953" y="98013"/>
                        <a:pt x="4263200" y="46768"/>
                        <a:pt x="4342543" y="46768"/>
                      </a:cubicBezTo>
                      <a:cubicBezTo>
                        <a:pt x="4396931" y="46768"/>
                        <a:pt x="4445508" y="70866"/>
                        <a:pt x="4478655" y="108871"/>
                      </a:cubicBezTo>
                      <a:cubicBezTo>
                        <a:pt x="4497134" y="59055"/>
                        <a:pt x="4545044" y="23527"/>
                        <a:pt x="4601242" y="23527"/>
                      </a:cubicBezTo>
                      <a:cubicBezTo>
                        <a:pt x="4669441" y="23527"/>
                        <a:pt x="4725448" y="75724"/>
                        <a:pt x="4731544" y="142304"/>
                      </a:cubicBezTo>
                      <a:cubicBezTo>
                        <a:pt x="4763929" y="88868"/>
                        <a:pt x="4822413" y="53054"/>
                        <a:pt x="4889469" y="53054"/>
                      </a:cubicBezTo>
                      <a:cubicBezTo>
                        <a:pt x="4956524" y="53054"/>
                        <a:pt x="5015103" y="88964"/>
                        <a:pt x="5047488" y="142399"/>
                      </a:cubicBezTo>
                      <a:cubicBezTo>
                        <a:pt x="5065681" y="112872"/>
                        <a:pt x="5098256" y="93155"/>
                        <a:pt x="5135499" y="93155"/>
                      </a:cubicBezTo>
                      <a:cubicBezTo>
                        <a:pt x="5165027" y="93155"/>
                        <a:pt x="5191601" y="105537"/>
                        <a:pt x="5210461" y="125445"/>
                      </a:cubicBezTo>
                      <a:cubicBezTo>
                        <a:pt x="5231988" y="53054"/>
                        <a:pt x="5298948" y="286"/>
                        <a:pt x="5378387" y="286"/>
                      </a:cubicBezTo>
                      <a:cubicBezTo>
                        <a:pt x="5457730" y="286"/>
                        <a:pt x="5524595" y="52959"/>
                        <a:pt x="5546217" y="125254"/>
                      </a:cubicBezTo>
                      <a:cubicBezTo>
                        <a:pt x="5582698" y="84868"/>
                        <a:pt x="5635371" y="59436"/>
                        <a:pt x="5694045" y="59436"/>
                      </a:cubicBezTo>
                      <a:cubicBezTo>
                        <a:pt x="5747004" y="59436"/>
                        <a:pt x="5794915" y="80201"/>
                        <a:pt x="5830634" y="113824"/>
                      </a:cubicBezTo>
                      <a:cubicBezTo>
                        <a:pt x="5856256" y="68771"/>
                        <a:pt x="5904548" y="38291"/>
                        <a:pt x="5960079" y="38291"/>
                      </a:cubicBezTo>
                      <a:cubicBezTo>
                        <a:pt x="6021229" y="38291"/>
                        <a:pt x="6073712" y="75152"/>
                        <a:pt x="6096667" y="127921"/>
                      </a:cubicBezTo>
                      <a:cubicBezTo>
                        <a:pt x="6111812" y="86773"/>
                        <a:pt x="6151245" y="57245"/>
                        <a:pt x="6197632" y="57245"/>
                      </a:cubicBezTo>
                      <a:cubicBezTo>
                        <a:pt x="6257068" y="57245"/>
                        <a:pt x="6303169" y="105442"/>
                        <a:pt x="6303169" y="164973"/>
                      </a:cubicBezTo>
                      <a:lnTo>
                        <a:pt x="6303169" y="693420"/>
                      </a:lnTo>
                      <a:lnTo>
                        <a:pt x="60484" y="692277"/>
                      </a:lnTo>
                      <a:close/>
                    </a:path>
                  </a:pathLst>
                </a:custGeom>
                <a:solidFill>
                  <a:srgbClr val="F2D97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53" name="Forme libre : forme 16352">
                  <a:extLst>
                    <a:ext uri="{FF2B5EF4-FFF2-40B4-BE49-F238E27FC236}">
                      <a16:creationId xmlns:a16="http://schemas.microsoft.com/office/drawing/2014/main" id="{C7EED65E-A387-4844-BD00-AE61F3599AB2}"/>
                    </a:ext>
                  </a:extLst>
                </p:cNvPr>
                <p:cNvSpPr/>
                <p:nvPr/>
              </p:nvSpPr>
              <p:spPr>
                <a:xfrm>
                  <a:off x="258131" y="5145119"/>
                  <a:ext cx="6303263" cy="693134"/>
                </a:xfrm>
                <a:custGeom>
                  <a:avLst/>
                  <a:gdLst>
                    <a:gd name="connsiteX0" fmla="*/ 6303264 w 6303263"/>
                    <a:gd name="connsiteY0" fmla="*/ 693134 h 693134"/>
                    <a:gd name="connsiteX1" fmla="*/ 60484 w 6303263"/>
                    <a:gd name="connsiteY1" fmla="*/ 692277 h 693134"/>
                    <a:gd name="connsiteX2" fmla="*/ 12668 w 6303263"/>
                    <a:gd name="connsiteY2" fmla="*/ 585978 h 693134"/>
                    <a:gd name="connsiteX3" fmla="*/ 64675 w 6303263"/>
                    <a:gd name="connsiteY3" fmla="*/ 475869 h 693134"/>
                    <a:gd name="connsiteX4" fmla="*/ 0 w 6303263"/>
                    <a:gd name="connsiteY4" fmla="*/ 375857 h 693134"/>
                    <a:gd name="connsiteX5" fmla="*/ 71533 w 6303263"/>
                    <a:gd name="connsiteY5" fmla="*/ 273082 h 693134"/>
                    <a:gd name="connsiteX6" fmla="*/ 29623 w 6303263"/>
                    <a:gd name="connsiteY6" fmla="*/ 172117 h 693134"/>
                    <a:gd name="connsiteX7" fmla="*/ 172117 w 6303263"/>
                    <a:gd name="connsiteY7" fmla="*/ 29623 h 693134"/>
                    <a:gd name="connsiteX8" fmla="*/ 305848 w 6303263"/>
                    <a:gd name="connsiteY8" fmla="*/ 123254 h 693134"/>
                    <a:gd name="connsiteX9" fmla="*/ 392811 w 6303263"/>
                    <a:gd name="connsiteY9" fmla="*/ 80296 h 693134"/>
                    <a:gd name="connsiteX10" fmla="*/ 486251 w 6303263"/>
                    <a:gd name="connsiteY10" fmla="*/ 132588 h 693134"/>
                    <a:gd name="connsiteX11" fmla="*/ 628269 w 6303263"/>
                    <a:gd name="connsiteY11" fmla="*/ 0 h 693134"/>
                    <a:gd name="connsiteX12" fmla="*/ 770477 w 6303263"/>
                    <a:gd name="connsiteY12" fmla="*/ 136970 h 693134"/>
                    <a:gd name="connsiteX13" fmla="*/ 875252 w 6303263"/>
                    <a:gd name="connsiteY13" fmla="*/ 90774 h 693134"/>
                    <a:gd name="connsiteX14" fmla="*/ 1000887 w 6303263"/>
                    <a:gd name="connsiteY14" fmla="*/ 166116 h 693134"/>
                    <a:gd name="connsiteX15" fmla="*/ 1160240 w 6303263"/>
                    <a:gd name="connsiteY15" fmla="*/ 50673 h 693134"/>
                    <a:gd name="connsiteX16" fmla="*/ 1287780 w 6303263"/>
                    <a:gd name="connsiteY16" fmla="*/ 109538 h 693134"/>
                    <a:gd name="connsiteX17" fmla="*/ 1426369 w 6303263"/>
                    <a:gd name="connsiteY17" fmla="*/ 0 h 693134"/>
                    <a:gd name="connsiteX18" fmla="*/ 1566005 w 6303263"/>
                    <a:gd name="connsiteY18" fmla="*/ 113919 h 693134"/>
                    <a:gd name="connsiteX19" fmla="*/ 1696593 w 6303263"/>
                    <a:gd name="connsiteY19" fmla="*/ 48578 h 693134"/>
                    <a:gd name="connsiteX20" fmla="*/ 1842040 w 6303263"/>
                    <a:gd name="connsiteY20" fmla="*/ 137351 h 693134"/>
                    <a:gd name="connsiteX21" fmla="*/ 1971103 w 6303263"/>
                    <a:gd name="connsiteY21" fmla="*/ 54959 h 693134"/>
                    <a:gd name="connsiteX22" fmla="*/ 2080546 w 6303263"/>
                    <a:gd name="connsiteY22" fmla="*/ 106299 h 693134"/>
                    <a:gd name="connsiteX23" fmla="*/ 2175891 w 6303263"/>
                    <a:gd name="connsiteY23" fmla="*/ 44482 h 693134"/>
                    <a:gd name="connsiteX24" fmla="*/ 2269522 w 6303263"/>
                    <a:gd name="connsiteY24" fmla="*/ 102680 h 693134"/>
                    <a:gd name="connsiteX25" fmla="*/ 2378678 w 6303263"/>
                    <a:gd name="connsiteY25" fmla="*/ 10763 h 693134"/>
                    <a:gd name="connsiteX26" fmla="*/ 2486882 w 6303263"/>
                    <a:gd name="connsiteY26" fmla="*/ 97631 h 693134"/>
                    <a:gd name="connsiteX27" fmla="*/ 2586704 w 6303263"/>
                    <a:gd name="connsiteY27" fmla="*/ 48768 h 693134"/>
                    <a:gd name="connsiteX28" fmla="*/ 2696813 w 6303263"/>
                    <a:gd name="connsiteY28" fmla="*/ 112872 h 693134"/>
                    <a:gd name="connsiteX29" fmla="*/ 2796826 w 6303263"/>
                    <a:gd name="connsiteY29" fmla="*/ 69914 h 693134"/>
                    <a:gd name="connsiteX30" fmla="*/ 2883503 w 6303263"/>
                    <a:gd name="connsiteY30" fmla="*/ 100584 h 693134"/>
                    <a:gd name="connsiteX31" fmla="*/ 2989993 w 6303263"/>
                    <a:gd name="connsiteY31" fmla="*/ 40386 h 693134"/>
                    <a:gd name="connsiteX32" fmla="*/ 3071241 w 6303263"/>
                    <a:gd name="connsiteY32" fmla="*/ 70676 h 693134"/>
                    <a:gd name="connsiteX33" fmla="*/ 3137821 w 6303263"/>
                    <a:gd name="connsiteY33" fmla="*/ 25622 h 693134"/>
                    <a:gd name="connsiteX34" fmla="*/ 3209449 w 6303263"/>
                    <a:gd name="connsiteY34" fmla="*/ 94965 h 693134"/>
                    <a:gd name="connsiteX35" fmla="*/ 3252883 w 6303263"/>
                    <a:gd name="connsiteY35" fmla="*/ 82677 h 693134"/>
                    <a:gd name="connsiteX36" fmla="*/ 3330893 w 6303263"/>
                    <a:gd name="connsiteY36" fmla="*/ 136874 h 693134"/>
                    <a:gd name="connsiteX37" fmla="*/ 3442907 w 6303263"/>
                    <a:gd name="connsiteY37" fmla="*/ 67913 h 693134"/>
                    <a:gd name="connsiteX38" fmla="*/ 3548158 w 6303263"/>
                    <a:gd name="connsiteY38" fmla="*/ 125063 h 693134"/>
                    <a:gd name="connsiteX39" fmla="*/ 3625596 w 6303263"/>
                    <a:gd name="connsiteY39" fmla="*/ 74295 h 693134"/>
                    <a:gd name="connsiteX40" fmla="*/ 3687699 w 6303263"/>
                    <a:gd name="connsiteY40" fmla="*/ 101632 h 693134"/>
                    <a:gd name="connsiteX41" fmla="*/ 3686842 w 6303263"/>
                    <a:gd name="connsiteY41" fmla="*/ 91154 h 693134"/>
                    <a:gd name="connsiteX42" fmla="*/ 3756565 w 6303263"/>
                    <a:gd name="connsiteY42" fmla="*/ 21431 h 693134"/>
                    <a:gd name="connsiteX43" fmla="*/ 3826288 w 6303263"/>
                    <a:gd name="connsiteY43" fmla="*/ 91154 h 693134"/>
                    <a:gd name="connsiteX44" fmla="*/ 3825145 w 6303263"/>
                    <a:gd name="connsiteY44" fmla="*/ 103347 h 693134"/>
                    <a:gd name="connsiteX45" fmla="*/ 3903345 w 6303263"/>
                    <a:gd name="connsiteY45" fmla="*/ 70009 h 693134"/>
                    <a:gd name="connsiteX46" fmla="*/ 4001262 w 6303263"/>
                    <a:gd name="connsiteY46" fmla="*/ 131731 h 693134"/>
                    <a:gd name="connsiteX47" fmla="*/ 4065937 w 6303263"/>
                    <a:gd name="connsiteY47" fmla="*/ 114395 h 693134"/>
                    <a:gd name="connsiteX48" fmla="*/ 4171760 w 6303263"/>
                    <a:gd name="connsiteY48" fmla="*/ 169164 h 693134"/>
                    <a:gd name="connsiteX49" fmla="*/ 4342543 w 6303263"/>
                    <a:gd name="connsiteY49" fmla="*/ 46768 h 693134"/>
                    <a:gd name="connsiteX50" fmla="*/ 4478655 w 6303263"/>
                    <a:gd name="connsiteY50" fmla="*/ 108871 h 693134"/>
                    <a:gd name="connsiteX51" fmla="*/ 4601242 w 6303263"/>
                    <a:gd name="connsiteY51" fmla="*/ 23527 h 693134"/>
                    <a:gd name="connsiteX52" fmla="*/ 4731544 w 6303263"/>
                    <a:gd name="connsiteY52" fmla="*/ 142304 h 693134"/>
                    <a:gd name="connsiteX53" fmla="*/ 4889469 w 6303263"/>
                    <a:gd name="connsiteY53" fmla="*/ 53054 h 693134"/>
                    <a:gd name="connsiteX54" fmla="*/ 5047488 w 6303263"/>
                    <a:gd name="connsiteY54" fmla="*/ 142399 h 693134"/>
                    <a:gd name="connsiteX55" fmla="*/ 5135499 w 6303263"/>
                    <a:gd name="connsiteY55" fmla="*/ 93155 h 693134"/>
                    <a:gd name="connsiteX56" fmla="*/ 5210461 w 6303263"/>
                    <a:gd name="connsiteY56" fmla="*/ 125445 h 693134"/>
                    <a:gd name="connsiteX57" fmla="*/ 5378387 w 6303263"/>
                    <a:gd name="connsiteY57" fmla="*/ 286 h 693134"/>
                    <a:gd name="connsiteX58" fmla="*/ 5546217 w 6303263"/>
                    <a:gd name="connsiteY58" fmla="*/ 125254 h 693134"/>
                    <a:gd name="connsiteX59" fmla="*/ 5694045 w 6303263"/>
                    <a:gd name="connsiteY59" fmla="*/ 59436 h 693134"/>
                    <a:gd name="connsiteX60" fmla="*/ 5830634 w 6303263"/>
                    <a:gd name="connsiteY60" fmla="*/ 113824 h 693134"/>
                    <a:gd name="connsiteX61" fmla="*/ 5960079 w 6303263"/>
                    <a:gd name="connsiteY61" fmla="*/ 38291 h 693134"/>
                    <a:gd name="connsiteX62" fmla="*/ 6096667 w 6303263"/>
                    <a:gd name="connsiteY62" fmla="*/ 127921 h 693134"/>
                    <a:gd name="connsiteX63" fmla="*/ 6197632 w 6303263"/>
                    <a:gd name="connsiteY63" fmla="*/ 57245 h 693134"/>
                    <a:gd name="connsiteX64" fmla="*/ 6303169 w 6303263"/>
                    <a:gd name="connsiteY64" fmla="*/ 164973 h 693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</a:cxnLst>
                  <a:rect l="l" t="t" r="r" b="b"/>
                  <a:pathLst>
                    <a:path w="6303263" h="693134">
                      <a:moveTo>
                        <a:pt x="6303264" y="693134"/>
                      </a:moveTo>
                      <a:lnTo>
                        <a:pt x="60484" y="692277"/>
                      </a:lnTo>
                      <a:cubicBezTo>
                        <a:pt x="31242" y="666179"/>
                        <a:pt x="12668" y="628269"/>
                        <a:pt x="12668" y="585978"/>
                      </a:cubicBezTo>
                      <a:cubicBezTo>
                        <a:pt x="12668" y="541687"/>
                        <a:pt x="32956" y="502063"/>
                        <a:pt x="64675" y="475869"/>
                      </a:cubicBezTo>
                      <a:cubicBezTo>
                        <a:pt x="26575" y="458629"/>
                        <a:pt x="0" y="420338"/>
                        <a:pt x="0" y="375857"/>
                      </a:cubicBezTo>
                      <a:cubicBezTo>
                        <a:pt x="0" y="328708"/>
                        <a:pt x="29813" y="288607"/>
                        <a:pt x="71533" y="273082"/>
                      </a:cubicBezTo>
                      <a:cubicBezTo>
                        <a:pt x="45625" y="247269"/>
                        <a:pt x="29623" y="211550"/>
                        <a:pt x="29623" y="172117"/>
                      </a:cubicBezTo>
                      <a:cubicBezTo>
                        <a:pt x="29623" y="93440"/>
                        <a:pt x="93440" y="29623"/>
                        <a:pt x="172117" y="29623"/>
                      </a:cubicBezTo>
                      <a:cubicBezTo>
                        <a:pt x="233648" y="29623"/>
                        <a:pt x="285845" y="68675"/>
                        <a:pt x="305848" y="123254"/>
                      </a:cubicBezTo>
                      <a:cubicBezTo>
                        <a:pt x="325945" y="97155"/>
                        <a:pt x="357378" y="80296"/>
                        <a:pt x="392811" y="80296"/>
                      </a:cubicBezTo>
                      <a:cubicBezTo>
                        <a:pt x="432340" y="80296"/>
                        <a:pt x="466915" y="101251"/>
                        <a:pt x="486251" y="132588"/>
                      </a:cubicBezTo>
                      <a:cubicBezTo>
                        <a:pt x="491395" y="58579"/>
                        <a:pt x="552926" y="0"/>
                        <a:pt x="628269" y="0"/>
                      </a:cubicBezTo>
                      <a:cubicBezTo>
                        <a:pt x="705136" y="0"/>
                        <a:pt x="767620" y="60865"/>
                        <a:pt x="770477" y="136970"/>
                      </a:cubicBezTo>
                      <a:cubicBezTo>
                        <a:pt x="796480" y="108681"/>
                        <a:pt x="833818" y="90774"/>
                        <a:pt x="875252" y="90774"/>
                      </a:cubicBezTo>
                      <a:cubicBezTo>
                        <a:pt x="929640" y="90774"/>
                        <a:pt x="976884" y="121254"/>
                        <a:pt x="1000887" y="166116"/>
                      </a:cubicBezTo>
                      <a:cubicBezTo>
                        <a:pt x="1022890" y="99156"/>
                        <a:pt x="1085945" y="50673"/>
                        <a:pt x="1160240" y="50673"/>
                      </a:cubicBezTo>
                      <a:cubicBezTo>
                        <a:pt x="1211294" y="50673"/>
                        <a:pt x="1257014" y="73533"/>
                        <a:pt x="1287780" y="109538"/>
                      </a:cubicBezTo>
                      <a:cubicBezTo>
                        <a:pt x="1302639" y="46768"/>
                        <a:pt x="1358932" y="0"/>
                        <a:pt x="1426369" y="0"/>
                      </a:cubicBezTo>
                      <a:cubicBezTo>
                        <a:pt x="1495330" y="0"/>
                        <a:pt x="1552766" y="48959"/>
                        <a:pt x="1566005" y="113919"/>
                      </a:cubicBezTo>
                      <a:cubicBezTo>
                        <a:pt x="1595914" y="74295"/>
                        <a:pt x="1643158" y="48578"/>
                        <a:pt x="1696593" y="48578"/>
                      </a:cubicBezTo>
                      <a:cubicBezTo>
                        <a:pt x="1759934" y="48578"/>
                        <a:pt x="1814798" y="84677"/>
                        <a:pt x="1842040" y="137351"/>
                      </a:cubicBezTo>
                      <a:cubicBezTo>
                        <a:pt x="1864709" y="88678"/>
                        <a:pt x="1913953" y="54959"/>
                        <a:pt x="1971103" y="54959"/>
                      </a:cubicBezTo>
                      <a:cubicBezTo>
                        <a:pt x="2015109" y="54959"/>
                        <a:pt x="2054447" y="74962"/>
                        <a:pt x="2080546" y="106299"/>
                      </a:cubicBezTo>
                      <a:cubicBezTo>
                        <a:pt x="2096834" y="69818"/>
                        <a:pt x="2133410" y="44482"/>
                        <a:pt x="2175891" y="44482"/>
                      </a:cubicBezTo>
                      <a:cubicBezTo>
                        <a:pt x="2216944" y="44482"/>
                        <a:pt x="2252377" y="68199"/>
                        <a:pt x="2269522" y="102680"/>
                      </a:cubicBezTo>
                      <a:cubicBezTo>
                        <a:pt x="2278475" y="50482"/>
                        <a:pt x="2323910" y="10763"/>
                        <a:pt x="2378678" y="10763"/>
                      </a:cubicBezTo>
                      <a:cubicBezTo>
                        <a:pt x="2431637" y="10763"/>
                        <a:pt x="2475833" y="47911"/>
                        <a:pt x="2486882" y="97631"/>
                      </a:cubicBezTo>
                      <a:cubicBezTo>
                        <a:pt x="2510028" y="67913"/>
                        <a:pt x="2546128" y="48768"/>
                        <a:pt x="2586704" y="48768"/>
                      </a:cubicBezTo>
                      <a:cubicBezTo>
                        <a:pt x="2633853" y="48768"/>
                        <a:pt x="2675001" y="74581"/>
                        <a:pt x="2696813" y="112872"/>
                      </a:cubicBezTo>
                      <a:cubicBezTo>
                        <a:pt x="2721959" y="86487"/>
                        <a:pt x="2757487" y="69914"/>
                        <a:pt x="2796826" y="69914"/>
                      </a:cubicBezTo>
                      <a:cubicBezTo>
                        <a:pt x="2829687" y="69914"/>
                        <a:pt x="2859786" y="81439"/>
                        <a:pt x="2883503" y="100584"/>
                      </a:cubicBezTo>
                      <a:cubicBezTo>
                        <a:pt x="2905316" y="64580"/>
                        <a:pt x="2944844" y="40386"/>
                        <a:pt x="2989993" y="40386"/>
                      </a:cubicBezTo>
                      <a:cubicBezTo>
                        <a:pt x="3021044" y="40386"/>
                        <a:pt x="3049429" y="51816"/>
                        <a:pt x="3071241" y="70676"/>
                      </a:cubicBezTo>
                      <a:cubicBezTo>
                        <a:pt x="3081814" y="44291"/>
                        <a:pt x="3107627" y="25622"/>
                        <a:pt x="3137821" y="25622"/>
                      </a:cubicBezTo>
                      <a:cubicBezTo>
                        <a:pt x="3176587" y="25622"/>
                        <a:pt x="3208211" y="56483"/>
                        <a:pt x="3209449" y="94965"/>
                      </a:cubicBezTo>
                      <a:cubicBezTo>
                        <a:pt x="3222117" y="87249"/>
                        <a:pt x="3236976" y="82677"/>
                        <a:pt x="3252883" y="82677"/>
                      </a:cubicBezTo>
                      <a:cubicBezTo>
                        <a:pt x="3288602" y="82677"/>
                        <a:pt x="3319082" y="105251"/>
                        <a:pt x="3330893" y="136874"/>
                      </a:cubicBezTo>
                      <a:cubicBezTo>
                        <a:pt x="3351657" y="96012"/>
                        <a:pt x="3393948" y="67913"/>
                        <a:pt x="3442907" y="67913"/>
                      </a:cubicBezTo>
                      <a:cubicBezTo>
                        <a:pt x="3487007" y="67913"/>
                        <a:pt x="3525679" y="90678"/>
                        <a:pt x="3548158" y="125063"/>
                      </a:cubicBezTo>
                      <a:cubicBezTo>
                        <a:pt x="3561207" y="95155"/>
                        <a:pt x="3590925" y="74295"/>
                        <a:pt x="3625596" y="74295"/>
                      </a:cubicBezTo>
                      <a:cubicBezTo>
                        <a:pt x="3650170" y="74295"/>
                        <a:pt x="3672269" y="84868"/>
                        <a:pt x="3687699" y="101632"/>
                      </a:cubicBezTo>
                      <a:cubicBezTo>
                        <a:pt x="3687223" y="98203"/>
                        <a:pt x="3686842" y="94774"/>
                        <a:pt x="3686842" y="91154"/>
                      </a:cubicBezTo>
                      <a:cubicBezTo>
                        <a:pt x="3686842" y="52674"/>
                        <a:pt x="3718084" y="21431"/>
                        <a:pt x="3756565" y="21431"/>
                      </a:cubicBezTo>
                      <a:cubicBezTo>
                        <a:pt x="3795046" y="21431"/>
                        <a:pt x="3826288" y="52674"/>
                        <a:pt x="3826288" y="91154"/>
                      </a:cubicBezTo>
                      <a:cubicBezTo>
                        <a:pt x="3826288" y="95345"/>
                        <a:pt x="3825812" y="99346"/>
                        <a:pt x="3825145" y="103347"/>
                      </a:cubicBezTo>
                      <a:cubicBezTo>
                        <a:pt x="3844957" y="82868"/>
                        <a:pt x="3872579" y="70009"/>
                        <a:pt x="3903345" y="70009"/>
                      </a:cubicBezTo>
                      <a:cubicBezTo>
                        <a:pt x="3946493" y="70009"/>
                        <a:pt x="3983736" y="95250"/>
                        <a:pt x="4001262" y="131731"/>
                      </a:cubicBezTo>
                      <a:cubicBezTo>
                        <a:pt x="4020312" y="120777"/>
                        <a:pt x="4042315" y="114395"/>
                        <a:pt x="4065937" y="114395"/>
                      </a:cubicBezTo>
                      <a:cubicBezTo>
                        <a:pt x="4109657" y="114395"/>
                        <a:pt x="4148233" y="136113"/>
                        <a:pt x="4171760" y="169164"/>
                      </a:cubicBezTo>
                      <a:cubicBezTo>
                        <a:pt x="4195953" y="98013"/>
                        <a:pt x="4263200" y="46768"/>
                        <a:pt x="4342543" y="46768"/>
                      </a:cubicBezTo>
                      <a:cubicBezTo>
                        <a:pt x="4396931" y="46768"/>
                        <a:pt x="4445508" y="70866"/>
                        <a:pt x="4478655" y="108871"/>
                      </a:cubicBezTo>
                      <a:cubicBezTo>
                        <a:pt x="4497134" y="59055"/>
                        <a:pt x="4545044" y="23527"/>
                        <a:pt x="4601242" y="23527"/>
                      </a:cubicBezTo>
                      <a:cubicBezTo>
                        <a:pt x="4669441" y="23527"/>
                        <a:pt x="4725448" y="75724"/>
                        <a:pt x="4731544" y="142304"/>
                      </a:cubicBezTo>
                      <a:cubicBezTo>
                        <a:pt x="4763929" y="88868"/>
                        <a:pt x="4822413" y="53054"/>
                        <a:pt x="4889469" y="53054"/>
                      </a:cubicBezTo>
                      <a:cubicBezTo>
                        <a:pt x="4956524" y="53054"/>
                        <a:pt x="5015103" y="88964"/>
                        <a:pt x="5047488" y="142399"/>
                      </a:cubicBezTo>
                      <a:cubicBezTo>
                        <a:pt x="5065681" y="112872"/>
                        <a:pt x="5098256" y="93155"/>
                        <a:pt x="5135499" y="93155"/>
                      </a:cubicBezTo>
                      <a:cubicBezTo>
                        <a:pt x="5165027" y="93155"/>
                        <a:pt x="5191601" y="105537"/>
                        <a:pt x="5210461" y="125445"/>
                      </a:cubicBezTo>
                      <a:cubicBezTo>
                        <a:pt x="5231988" y="53054"/>
                        <a:pt x="5298948" y="286"/>
                        <a:pt x="5378387" y="286"/>
                      </a:cubicBezTo>
                      <a:cubicBezTo>
                        <a:pt x="5457730" y="286"/>
                        <a:pt x="5524595" y="52959"/>
                        <a:pt x="5546217" y="125254"/>
                      </a:cubicBezTo>
                      <a:cubicBezTo>
                        <a:pt x="5582698" y="84868"/>
                        <a:pt x="5635371" y="59436"/>
                        <a:pt x="5694045" y="59436"/>
                      </a:cubicBezTo>
                      <a:cubicBezTo>
                        <a:pt x="5747004" y="59436"/>
                        <a:pt x="5794915" y="80201"/>
                        <a:pt x="5830634" y="113824"/>
                      </a:cubicBezTo>
                      <a:cubicBezTo>
                        <a:pt x="5856256" y="68771"/>
                        <a:pt x="5904548" y="38291"/>
                        <a:pt x="5960079" y="38291"/>
                      </a:cubicBezTo>
                      <a:cubicBezTo>
                        <a:pt x="6021229" y="38291"/>
                        <a:pt x="6073712" y="75152"/>
                        <a:pt x="6096667" y="127921"/>
                      </a:cubicBezTo>
                      <a:cubicBezTo>
                        <a:pt x="6111812" y="86773"/>
                        <a:pt x="6151245" y="57245"/>
                        <a:pt x="6197632" y="57245"/>
                      </a:cubicBezTo>
                      <a:cubicBezTo>
                        <a:pt x="6257068" y="57245"/>
                        <a:pt x="6303169" y="105442"/>
                        <a:pt x="6303169" y="164973"/>
                      </a:cubicBezTo>
                    </a:path>
                  </a:pathLst>
                </a:custGeom>
                <a:noFill/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54" name="Forme libre : forme 16353">
                  <a:extLst>
                    <a:ext uri="{FF2B5EF4-FFF2-40B4-BE49-F238E27FC236}">
                      <a16:creationId xmlns:a16="http://schemas.microsoft.com/office/drawing/2014/main" id="{79BB89D0-696C-4F67-A612-EFAD322F89F3}"/>
                    </a:ext>
                  </a:extLst>
                </p:cNvPr>
                <p:cNvSpPr/>
                <p:nvPr/>
              </p:nvSpPr>
              <p:spPr>
                <a:xfrm>
                  <a:off x="338236" y="5401722"/>
                  <a:ext cx="197739" cy="111728"/>
                </a:xfrm>
                <a:custGeom>
                  <a:avLst/>
                  <a:gdLst>
                    <a:gd name="connsiteX0" fmla="*/ 38767 w 197739"/>
                    <a:gd name="connsiteY0" fmla="*/ 36481 h 111728"/>
                    <a:gd name="connsiteX1" fmla="*/ 97536 w 197739"/>
                    <a:gd name="connsiteY1" fmla="*/ 38767 h 111728"/>
                    <a:gd name="connsiteX2" fmla="*/ 140398 w 197739"/>
                    <a:gd name="connsiteY2" fmla="*/ 34957 h 111728"/>
                    <a:gd name="connsiteX3" fmla="*/ 176689 w 197739"/>
                    <a:gd name="connsiteY3" fmla="*/ 20288 h 111728"/>
                    <a:gd name="connsiteX4" fmla="*/ 197739 w 197739"/>
                    <a:gd name="connsiteY4" fmla="*/ 0 h 111728"/>
                    <a:gd name="connsiteX5" fmla="*/ 155162 w 197739"/>
                    <a:gd name="connsiteY5" fmla="*/ 43244 h 111728"/>
                    <a:gd name="connsiteX6" fmla="*/ 138589 w 197739"/>
                    <a:gd name="connsiteY6" fmla="*/ 111729 h 111728"/>
                    <a:gd name="connsiteX7" fmla="*/ 115919 w 197739"/>
                    <a:gd name="connsiteY7" fmla="*/ 54197 h 111728"/>
                    <a:gd name="connsiteX8" fmla="*/ 90869 w 197739"/>
                    <a:gd name="connsiteY8" fmla="*/ 44958 h 111728"/>
                    <a:gd name="connsiteX9" fmla="*/ 54673 w 197739"/>
                    <a:gd name="connsiteY9" fmla="*/ 40957 h 111728"/>
                    <a:gd name="connsiteX10" fmla="*/ 19812 w 197739"/>
                    <a:gd name="connsiteY10" fmla="*/ 37624 h 111728"/>
                    <a:gd name="connsiteX11" fmla="*/ 0 w 197739"/>
                    <a:gd name="connsiteY11" fmla="*/ 22003 h 111728"/>
                    <a:gd name="connsiteX12" fmla="*/ 38767 w 197739"/>
                    <a:gd name="connsiteY12" fmla="*/ 36481 h 111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7739" h="111728">
                      <a:moveTo>
                        <a:pt x="38767" y="36481"/>
                      </a:moveTo>
                      <a:cubicBezTo>
                        <a:pt x="58293" y="37910"/>
                        <a:pt x="77915" y="38671"/>
                        <a:pt x="97536" y="38767"/>
                      </a:cubicBezTo>
                      <a:cubicBezTo>
                        <a:pt x="111919" y="38862"/>
                        <a:pt x="126492" y="38481"/>
                        <a:pt x="140398" y="34957"/>
                      </a:cubicBezTo>
                      <a:cubicBezTo>
                        <a:pt x="153067" y="31718"/>
                        <a:pt x="164973" y="26004"/>
                        <a:pt x="176689" y="20288"/>
                      </a:cubicBezTo>
                      <a:cubicBezTo>
                        <a:pt x="185833" y="15907"/>
                        <a:pt x="196120" y="10001"/>
                        <a:pt x="197739" y="0"/>
                      </a:cubicBezTo>
                      <a:cubicBezTo>
                        <a:pt x="188023" y="17812"/>
                        <a:pt x="167545" y="27051"/>
                        <a:pt x="155162" y="43244"/>
                      </a:cubicBezTo>
                      <a:cubicBezTo>
                        <a:pt x="140684" y="62199"/>
                        <a:pt x="139351" y="87821"/>
                        <a:pt x="138589" y="111729"/>
                      </a:cubicBezTo>
                      <a:cubicBezTo>
                        <a:pt x="136684" y="90488"/>
                        <a:pt x="133350" y="66485"/>
                        <a:pt x="115919" y="54197"/>
                      </a:cubicBezTo>
                      <a:cubicBezTo>
                        <a:pt x="108585" y="49054"/>
                        <a:pt x="99631" y="46673"/>
                        <a:pt x="90869" y="44958"/>
                      </a:cubicBezTo>
                      <a:cubicBezTo>
                        <a:pt x="78962" y="42672"/>
                        <a:pt x="66866" y="41339"/>
                        <a:pt x="54673" y="40957"/>
                      </a:cubicBezTo>
                      <a:cubicBezTo>
                        <a:pt x="42958" y="40672"/>
                        <a:pt x="30956" y="41148"/>
                        <a:pt x="19812" y="37624"/>
                      </a:cubicBezTo>
                      <a:cubicBezTo>
                        <a:pt x="11716" y="35052"/>
                        <a:pt x="3905" y="29718"/>
                        <a:pt x="0" y="22003"/>
                      </a:cubicBezTo>
                      <a:cubicBezTo>
                        <a:pt x="10668" y="32481"/>
                        <a:pt x="24289" y="35433"/>
                        <a:pt x="38767" y="36481"/>
                      </a:cubicBezTo>
                      <a:close/>
                    </a:path>
                  </a:pathLst>
                </a:custGeom>
                <a:solidFill>
                  <a:srgbClr val="D3BC5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55" name="Forme libre : forme 16354">
                  <a:extLst>
                    <a:ext uri="{FF2B5EF4-FFF2-40B4-BE49-F238E27FC236}">
                      <a16:creationId xmlns:a16="http://schemas.microsoft.com/office/drawing/2014/main" id="{E35D2BCA-2EC2-435A-B360-76A1AFECDCA9}"/>
                    </a:ext>
                  </a:extLst>
                </p:cNvPr>
                <p:cNvSpPr/>
                <p:nvPr/>
              </p:nvSpPr>
              <p:spPr>
                <a:xfrm>
                  <a:off x="332901" y="5560123"/>
                  <a:ext cx="129137" cy="64211"/>
                </a:xfrm>
                <a:custGeom>
                  <a:avLst/>
                  <a:gdLst>
                    <a:gd name="connsiteX0" fmla="*/ 53437 w 129137"/>
                    <a:gd name="connsiteY0" fmla="*/ 52197 h 64211"/>
                    <a:gd name="connsiteX1" fmla="*/ 383 w 129137"/>
                    <a:gd name="connsiteY1" fmla="*/ 54578 h 64211"/>
                    <a:gd name="connsiteX2" fmla="*/ 3050 w 129137"/>
                    <a:gd name="connsiteY2" fmla="*/ 59817 h 64211"/>
                    <a:gd name="connsiteX3" fmla="*/ 41721 w 129137"/>
                    <a:gd name="connsiteY3" fmla="*/ 62103 h 64211"/>
                    <a:gd name="connsiteX4" fmla="*/ 101729 w 129137"/>
                    <a:gd name="connsiteY4" fmla="*/ 42006 h 64211"/>
                    <a:gd name="connsiteX5" fmla="*/ 128208 w 129137"/>
                    <a:gd name="connsiteY5" fmla="*/ 0 h 64211"/>
                    <a:gd name="connsiteX6" fmla="*/ 53437 w 129137"/>
                    <a:gd name="connsiteY6" fmla="*/ 52197 h 64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9137" h="64211">
                      <a:moveTo>
                        <a:pt x="53437" y="52197"/>
                      </a:moveTo>
                      <a:cubicBezTo>
                        <a:pt x="36006" y="55722"/>
                        <a:pt x="18099" y="55150"/>
                        <a:pt x="383" y="54578"/>
                      </a:cubicBezTo>
                      <a:cubicBezTo>
                        <a:pt x="-856" y="56388"/>
                        <a:pt x="1145" y="58769"/>
                        <a:pt x="3050" y="59817"/>
                      </a:cubicBezTo>
                      <a:cubicBezTo>
                        <a:pt x="14575" y="66294"/>
                        <a:pt x="28672" y="64294"/>
                        <a:pt x="41721" y="62103"/>
                      </a:cubicBezTo>
                      <a:cubicBezTo>
                        <a:pt x="62771" y="58579"/>
                        <a:pt x="84584" y="54673"/>
                        <a:pt x="101729" y="42006"/>
                      </a:cubicBezTo>
                      <a:cubicBezTo>
                        <a:pt x="111063" y="35147"/>
                        <a:pt x="134018" y="12382"/>
                        <a:pt x="128208" y="0"/>
                      </a:cubicBezTo>
                      <a:cubicBezTo>
                        <a:pt x="109730" y="25908"/>
                        <a:pt x="85346" y="45720"/>
                        <a:pt x="53437" y="5219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56" name="Forme libre : forme 16355">
                  <a:extLst>
                    <a:ext uri="{FF2B5EF4-FFF2-40B4-BE49-F238E27FC236}">
                      <a16:creationId xmlns:a16="http://schemas.microsoft.com/office/drawing/2014/main" id="{AF7A7816-3728-4C28-B0AC-C4B71EC5E41F}"/>
                    </a:ext>
                  </a:extLst>
                </p:cNvPr>
                <p:cNvSpPr/>
                <p:nvPr/>
              </p:nvSpPr>
              <p:spPr>
                <a:xfrm>
                  <a:off x="563693" y="5369337"/>
                  <a:ext cx="174688" cy="77998"/>
                </a:xfrm>
                <a:custGeom>
                  <a:avLst/>
                  <a:gdLst>
                    <a:gd name="connsiteX0" fmla="*/ 66866 w 174688"/>
                    <a:gd name="connsiteY0" fmla="*/ 67532 h 77998"/>
                    <a:gd name="connsiteX1" fmla="*/ 174689 w 174688"/>
                    <a:gd name="connsiteY1" fmla="*/ 29718 h 77998"/>
                    <a:gd name="connsiteX2" fmla="*/ 141161 w 174688"/>
                    <a:gd name="connsiteY2" fmla="*/ 66294 h 77998"/>
                    <a:gd name="connsiteX3" fmla="*/ 91726 w 174688"/>
                    <a:gd name="connsiteY3" fmla="*/ 77628 h 77998"/>
                    <a:gd name="connsiteX4" fmla="*/ 61055 w 174688"/>
                    <a:gd name="connsiteY4" fmla="*/ 75629 h 77998"/>
                    <a:gd name="connsiteX5" fmla="*/ 17240 w 174688"/>
                    <a:gd name="connsiteY5" fmla="*/ 39719 h 77998"/>
                    <a:gd name="connsiteX6" fmla="*/ 0 w 174688"/>
                    <a:gd name="connsiteY6" fmla="*/ 0 h 77998"/>
                    <a:gd name="connsiteX7" fmla="*/ 66866 w 174688"/>
                    <a:gd name="connsiteY7" fmla="*/ 67532 h 77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4688" h="77998">
                      <a:moveTo>
                        <a:pt x="66866" y="67532"/>
                      </a:moveTo>
                      <a:cubicBezTo>
                        <a:pt x="105918" y="78486"/>
                        <a:pt x="150686" y="62389"/>
                        <a:pt x="174689" y="29718"/>
                      </a:cubicBezTo>
                      <a:cubicBezTo>
                        <a:pt x="169640" y="46005"/>
                        <a:pt x="156401" y="58769"/>
                        <a:pt x="141161" y="66294"/>
                      </a:cubicBezTo>
                      <a:cubicBezTo>
                        <a:pt x="125921" y="73819"/>
                        <a:pt x="108680" y="76581"/>
                        <a:pt x="91726" y="77628"/>
                      </a:cubicBezTo>
                      <a:cubicBezTo>
                        <a:pt x="81439" y="78295"/>
                        <a:pt x="70961" y="78295"/>
                        <a:pt x="61055" y="75629"/>
                      </a:cubicBezTo>
                      <a:cubicBezTo>
                        <a:pt x="42386" y="70580"/>
                        <a:pt x="27337" y="56292"/>
                        <a:pt x="17240" y="39719"/>
                      </a:cubicBezTo>
                      <a:cubicBezTo>
                        <a:pt x="9620" y="27241"/>
                        <a:pt x="4953" y="13621"/>
                        <a:pt x="0" y="0"/>
                      </a:cubicBezTo>
                      <a:cubicBezTo>
                        <a:pt x="8573" y="31813"/>
                        <a:pt x="35243" y="58674"/>
                        <a:pt x="66866" y="6753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57" name="Forme libre : forme 16356">
                  <a:extLst>
                    <a:ext uri="{FF2B5EF4-FFF2-40B4-BE49-F238E27FC236}">
                      <a16:creationId xmlns:a16="http://schemas.microsoft.com/office/drawing/2014/main" id="{9FF003C1-6F97-43E5-BF36-06F543B53473}"/>
                    </a:ext>
                  </a:extLst>
                </p:cNvPr>
                <p:cNvSpPr/>
                <p:nvPr/>
              </p:nvSpPr>
              <p:spPr>
                <a:xfrm>
                  <a:off x="404894" y="5603462"/>
                  <a:ext cx="80789" cy="66770"/>
                </a:xfrm>
                <a:custGeom>
                  <a:avLst/>
                  <a:gdLst>
                    <a:gd name="connsiteX0" fmla="*/ 80790 w 80789"/>
                    <a:gd name="connsiteY0" fmla="*/ 66770 h 66770"/>
                    <a:gd name="connsiteX1" fmla="*/ 49357 w 80789"/>
                    <a:gd name="connsiteY1" fmla="*/ 28670 h 66770"/>
                    <a:gd name="connsiteX2" fmla="*/ 16401 w 80789"/>
                    <a:gd name="connsiteY2" fmla="*/ 0 h 66770"/>
                    <a:gd name="connsiteX3" fmla="*/ 113 w 80789"/>
                    <a:gd name="connsiteY3" fmla="*/ 15145 h 66770"/>
                    <a:gd name="connsiteX4" fmla="*/ 28688 w 80789"/>
                    <a:gd name="connsiteY4" fmla="*/ 26480 h 66770"/>
                    <a:gd name="connsiteX5" fmla="*/ 80790 w 80789"/>
                    <a:gd name="connsiteY5" fmla="*/ 66770 h 66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0789" h="66770">
                      <a:moveTo>
                        <a:pt x="80790" y="66770"/>
                      </a:moveTo>
                      <a:cubicBezTo>
                        <a:pt x="74884" y="51054"/>
                        <a:pt x="63645" y="37529"/>
                        <a:pt x="49357" y="28670"/>
                      </a:cubicBezTo>
                      <a:cubicBezTo>
                        <a:pt x="39356" y="22384"/>
                        <a:pt x="9162" y="17622"/>
                        <a:pt x="16401" y="0"/>
                      </a:cubicBezTo>
                      <a:cubicBezTo>
                        <a:pt x="11162" y="858"/>
                        <a:pt x="-1316" y="8001"/>
                        <a:pt x="113" y="15145"/>
                      </a:cubicBezTo>
                      <a:cubicBezTo>
                        <a:pt x="1637" y="22574"/>
                        <a:pt x="22116" y="24099"/>
                        <a:pt x="28688" y="26480"/>
                      </a:cubicBezTo>
                      <a:cubicBezTo>
                        <a:pt x="46500" y="33147"/>
                        <a:pt x="73646" y="47530"/>
                        <a:pt x="80790" y="6677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58" name="Forme libre : forme 16357">
                  <a:extLst>
                    <a:ext uri="{FF2B5EF4-FFF2-40B4-BE49-F238E27FC236}">
                      <a16:creationId xmlns:a16="http://schemas.microsoft.com/office/drawing/2014/main" id="{D2DD3358-CDD3-41BC-BE70-F56280112611}"/>
                    </a:ext>
                  </a:extLst>
                </p:cNvPr>
                <p:cNvSpPr/>
                <p:nvPr/>
              </p:nvSpPr>
              <p:spPr>
                <a:xfrm>
                  <a:off x="934406" y="5303424"/>
                  <a:ext cx="99059" cy="101884"/>
                </a:xfrm>
                <a:custGeom>
                  <a:avLst/>
                  <a:gdLst>
                    <a:gd name="connsiteX0" fmla="*/ 78676 w 99059"/>
                    <a:gd name="connsiteY0" fmla="*/ 37433 h 101884"/>
                    <a:gd name="connsiteX1" fmla="*/ 51816 w 99059"/>
                    <a:gd name="connsiteY1" fmla="*/ 71057 h 101884"/>
                    <a:gd name="connsiteX2" fmla="*/ 29146 w 99059"/>
                    <a:gd name="connsiteY2" fmla="*/ 91821 h 101884"/>
                    <a:gd name="connsiteX3" fmla="*/ 0 w 99059"/>
                    <a:gd name="connsiteY3" fmla="*/ 99441 h 101884"/>
                    <a:gd name="connsiteX4" fmla="*/ 51149 w 99059"/>
                    <a:gd name="connsiteY4" fmla="*/ 88773 h 101884"/>
                    <a:gd name="connsiteX5" fmla="*/ 73723 w 99059"/>
                    <a:gd name="connsiteY5" fmla="*/ 74772 h 101884"/>
                    <a:gd name="connsiteX6" fmla="*/ 99060 w 99059"/>
                    <a:gd name="connsiteY6" fmla="*/ 86392 h 101884"/>
                    <a:gd name="connsiteX7" fmla="*/ 83915 w 99059"/>
                    <a:gd name="connsiteY7" fmla="*/ 64008 h 101884"/>
                    <a:gd name="connsiteX8" fmla="*/ 87439 w 99059"/>
                    <a:gd name="connsiteY8" fmla="*/ 43625 h 101884"/>
                    <a:gd name="connsiteX9" fmla="*/ 91821 w 99059"/>
                    <a:gd name="connsiteY9" fmla="*/ 0 h 101884"/>
                    <a:gd name="connsiteX10" fmla="*/ 87535 w 99059"/>
                    <a:gd name="connsiteY10" fmla="*/ 16383 h 101884"/>
                    <a:gd name="connsiteX11" fmla="*/ 78676 w 99059"/>
                    <a:gd name="connsiteY11" fmla="*/ 37433 h 101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9059" h="101884">
                      <a:moveTo>
                        <a:pt x="78676" y="37433"/>
                      </a:moveTo>
                      <a:cubicBezTo>
                        <a:pt x="71342" y="49816"/>
                        <a:pt x="61531" y="60484"/>
                        <a:pt x="51816" y="71057"/>
                      </a:cubicBezTo>
                      <a:cubicBezTo>
                        <a:pt x="44863" y="78581"/>
                        <a:pt x="37814" y="86202"/>
                        <a:pt x="29146" y="91821"/>
                      </a:cubicBezTo>
                      <a:cubicBezTo>
                        <a:pt x="20574" y="97441"/>
                        <a:pt x="10192" y="100965"/>
                        <a:pt x="0" y="99441"/>
                      </a:cubicBezTo>
                      <a:cubicBezTo>
                        <a:pt x="17335" y="105061"/>
                        <a:pt x="37529" y="100775"/>
                        <a:pt x="51149" y="88773"/>
                      </a:cubicBezTo>
                      <a:cubicBezTo>
                        <a:pt x="58007" y="82772"/>
                        <a:pt x="64579" y="74390"/>
                        <a:pt x="73723" y="74772"/>
                      </a:cubicBezTo>
                      <a:cubicBezTo>
                        <a:pt x="83153" y="75152"/>
                        <a:pt x="89725" y="85058"/>
                        <a:pt x="99060" y="86392"/>
                      </a:cubicBezTo>
                      <a:cubicBezTo>
                        <a:pt x="90583" y="82296"/>
                        <a:pt x="84582" y="73438"/>
                        <a:pt x="83915" y="64008"/>
                      </a:cubicBezTo>
                      <a:cubicBezTo>
                        <a:pt x="83439" y="57055"/>
                        <a:pt x="85725" y="50292"/>
                        <a:pt x="87439" y="43625"/>
                      </a:cubicBezTo>
                      <a:cubicBezTo>
                        <a:pt x="90868" y="30385"/>
                        <a:pt x="94393" y="13526"/>
                        <a:pt x="91821" y="0"/>
                      </a:cubicBezTo>
                      <a:cubicBezTo>
                        <a:pt x="88201" y="4382"/>
                        <a:pt x="88773" y="11049"/>
                        <a:pt x="87535" y="16383"/>
                      </a:cubicBezTo>
                      <a:cubicBezTo>
                        <a:pt x="85725" y="23813"/>
                        <a:pt x="82582" y="30861"/>
                        <a:pt x="78676" y="3743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59" name="Forme libre : forme 16358">
                  <a:extLst>
                    <a:ext uri="{FF2B5EF4-FFF2-40B4-BE49-F238E27FC236}">
                      <a16:creationId xmlns:a16="http://schemas.microsoft.com/office/drawing/2014/main" id="{6293AC0C-6CE3-4AC4-964D-E76D5C5D4AC6}"/>
                    </a:ext>
                  </a:extLst>
                </p:cNvPr>
                <p:cNvSpPr/>
                <p:nvPr/>
              </p:nvSpPr>
              <p:spPr>
                <a:xfrm>
                  <a:off x="752003" y="5325998"/>
                  <a:ext cx="41814" cy="64103"/>
                </a:xfrm>
                <a:custGeom>
                  <a:avLst/>
                  <a:gdLst>
                    <a:gd name="connsiteX0" fmla="*/ 9049 w 41814"/>
                    <a:gd name="connsiteY0" fmla="*/ 32766 h 64103"/>
                    <a:gd name="connsiteX1" fmla="*/ 11335 w 41814"/>
                    <a:gd name="connsiteY1" fmla="*/ 20479 h 64103"/>
                    <a:gd name="connsiteX2" fmla="*/ 9144 w 41814"/>
                    <a:gd name="connsiteY2" fmla="*/ 0 h 64103"/>
                    <a:gd name="connsiteX3" fmla="*/ 11716 w 41814"/>
                    <a:gd name="connsiteY3" fmla="*/ 29909 h 64103"/>
                    <a:gd name="connsiteX4" fmla="*/ 15526 w 41814"/>
                    <a:gd name="connsiteY4" fmla="*/ 41053 h 64103"/>
                    <a:gd name="connsiteX5" fmla="*/ 41815 w 41814"/>
                    <a:gd name="connsiteY5" fmla="*/ 64104 h 64103"/>
                    <a:gd name="connsiteX6" fmla="*/ 14383 w 41814"/>
                    <a:gd name="connsiteY6" fmla="*/ 49625 h 64103"/>
                    <a:gd name="connsiteX7" fmla="*/ 0 w 41814"/>
                    <a:gd name="connsiteY7" fmla="*/ 60008 h 64103"/>
                    <a:gd name="connsiteX8" fmla="*/ 9049 w 41814"/>
                    <a:gd name="connsiteY8" fmla="*/ 32766 h 6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14" h="64103">
                      <a:moveTo>
                        <a:pt x="9049" y="32766"/>
                      </a:moveTo>
                      <a:cubicBezTo>
                        <a:pt x="10192" y="28766"/>
                        <a:pt x="11240" y="24670"/>
                        <a:pt x="11335" y="20479"/>
                      </a:cubicBezTo>
                      <a:cubicBezTo>
                        <a:pt x="11335" y="13621"/>
                        <a:pt x="8382" y="6858"/>
                        <a:pt x="9144" y="0"/>
                      </a:cubicBezTo>
                      <a:cubicBezTo>
                        <a:pt x="6953" y="9811"/>
                        <a:pt x="9144" y="20098"/>
                        <a:pt x="11716" y="29909"/>
                      </a:cubicBezTo>
                      <a:cubicBezTo>
                        <a:pt x="12668" y="33719"/>
                        <a:pt x="13811" y="37529"/>
                        <a:pt x="15526" y="41053"/>
                      </a:cubicBezTo>
                      <a:cubicBezTo>
                        <a:pt x="20765" y="51626"/>
                        <a:pt x="31528" y="58198"/>
                        <a:pt x="41815" y="64104"/>
                      </a:cubicBezTo>
                      <a:cubicBezTo>
                        <a:pt x="31242" y="63151"/>
                        <a:pt x="21146" y="57817"/>
                        <a:pt x="14383" y="49625"/>
                      </a:cubicBezTo>
                      <a:cubicBezTo>
                        <a:pt x="10192" y="52769"/>
                        <a:pt x="5144" y="59627"/>
                        <a:pt x="0" y="60008"/>
                      </a:cubicBezTo>
                      <a:cubicBezTo>
                        <a:pt x="3429" y="51054"/>
                        <a:pt x="6477" y="42101"/>
                        <a:pt x="9049" y="3276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60" name="Forme libre : forme 16359">
                  <a:extLst>
                    <a:ext uri="{FF2B5EF4-FFF2-40B4-BE49-F238E27FC236}">
                      <a16:creationId xmlns:a16="http://schemas.microsoft.com/office/drawing/2014/main" id="{28FE9D74-A6E8-45AF-B3E8-48081ED6DDCC}"/>
                    </a:ext>
                  </a:extLst>
                </p:cNvPr>
                <p:cNvSpPr/>
                <p:nvPr/>
              </p:nvSpPr>
              <p:spPr>
                <a:xfrm>
                  <a:off x="495090" y="5540311"/>
                  <a:ext cx="116514" cy="107346"/>
                </a:xfrm>
                <a:custGeom>
                  <a:avLst/>
                  <a:gdLst>
                    <a:gd name="connsiteX0" fmla="*/ 42029 w 116514"/>
                    <a:gd name="connsiteY0" fmla="*/ 6000 h 107346"/>
                    <a:gd name="connsiteX1" fmla="*/ 82224 w 116514"/>
                    <a:gd name="connsiteY1" fmla="*/ 35623 h 107346"/>
                    <a:gd name="connsiteX2" fmla="*/ 77366 w 116514"/>
                    <a:gd name="connsiteY2" fmla="*/ 77152 h 107346"/>
                    <a:gd name="connsiteX3" fmla="*/ 46982 w 116514"/>
                    <a:gd name="connsiteY3" fmla="*/ 107346 h 107346"/>
                    <a:gd name="connsiteX4" fmla="*/ 80033 w 116514"/>
                    <a:gd name="connsiteY4" fmla="*/ 81629 h 107346"/>
                    <a:gd name="connsiteX5" fmla="*/ 94511 w 116514"/>
                    <a:gd name="connsiteY5" fmla="*/ 61436 h 107346"/>
                    <a:gd name="connsiteX6" fmla="*/ 116514 w 116514"/>
                    <a:gd name="connsiteY6" fmla="*/ 52101 h 107346"/>
                    <a:gd name="connsiteX7" fmla="*/ 104608 w 116514"/>
                    <a:gd name="connsiteY7" fmla="*/ 49244 h 107346"/>
                    <a:gd name="connsiteX8" fmla="*/ 89844 w 116514"/>
                    <a:gd name="connsiteY8" fmla="*/ 29337 h 107346"/>
                    <a:gd name="connsiteX9" fmla="*/ 63269 w 116514"/>
                    <a:gd name="connsiteY9" fmla="*/ 6953 h 107346"/>
                    <a:gd name="connsiteX10" fmla="*/ 28313 w 116514"/>
                    <a:gd name="connsiteY10" fmla="*/ 666 h 107346"/>
                    <a:gd name="connsiteX11" fmla="*/ 23 w 116514"/>
                    <a:gd name="connsiteY11" fmla="*/ 7715 h 107346"/>
                    <a:gd name="connsiteX12" fmla="*/ 42029 w 116514"/>
                    <a:gd name="connsiteY12" fmla="*/ 6000 h 107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6514" h="107346">
                      <a:moveTo>
                        <a:pt x="42029" y="6000"/>
                      </a:moveTo>
                      <a:cubicBezTo>
                        <a:pt x="59174" y="8953"/>
                        <a:pt x="75938" y="19335"/>
                        <a:pt x="82224" y="35623"/>
                      </a:cubicBezTo>
                      <a:cubicBezTo>
                        <a:pt x="87368" y="49053"/>
                        <a:pt x="84605" y="64675"/>
                        <a:pt x="77366" y="77152"/>
                      </a:cubicBezTo>
                      <a:cubicBezTo>
                        <a:pt x="70127" y="89630"/>
                        <a:pt x="58983" y="99346"/>
                        <a:pt x="46982" y="107346"/>
                      </a:cubicBezTo>
                      <a:cubicBezTo>
                        <a:pt x="60031" y="102012"/>
                        <a:pt x="71556" y="92964"/>
                        <a:pt x="80033" y="81629"/>
                      </a:cubicBezTo>
                      <a:cubicBezTo>
                        <a:pt x="84986" y="74962"/>
                        <a:pt x="88892" y="67532"/>
                        <a:pt x="94511" y="61436"/>
                      </a:cubicBezTo>
                      <a:cubicBezTo>
                        <a:pt x="100131" y="55340"/>
                        <a:pt x="108323" y="50768"/>
                        <a:pt x="116514" y="52101"/>
                      </a:cubicBezTo>
                      <a:cubicBezTo>
                        <a:pt x="114133" y="48577"/>
                        <a:pt x="108799" y="50101"/>
                        <a:pt x="104608" y="49244"/>
                      </a:cubicBezTo>
                      <a:cubicBezTo>
                        <a:pt x="96131" y="47624"/>
                        <a:pt x="93654" y="37052"/>
                        <a:pt x="89844" y="29337"/>
                      </a:cubicBezTo>
                      <a:cubicBezTo>
                        <a:pt x="84701" y="18669"/>
                        <a:pt x="74414" y="11144"/>
                        <a:pt x="63269" y="6953"/>
                      </a:cubicBezTo>
                      <a:cubicBezTo>
                        <a:pt x="52125" y="2762"/>
                        <a:pt x="40219" y="1619"/>
                        <a:pt x="28313" y="666"/>
                      </a:cubicBezTo>
                      <a:cubicBezTo>
                        <a:pt x="22217" y="190"/>
                        <a:pt x="-834" y="-2477"/>
                        <a:pt x="23" y="7715"/>
                      </a:cubicBezTo>
                      <a:cubicBezTo>
                        <a:pt x="13930" y="8477"/>
                        <a:pt x="27551" y="3524"/>
                        <a:pt x="42029" y="600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61" name="Forme libre : forme 16360">
                  <a:extLst>
                    <a:ext uri="{FF2B5EF4-FFF2-40B4-BE49-F238E27FC236}">
                      <a16:creationId xmlns:a16="http://schemas.microsoft.com/office/drawing/2014/main" id="{E0315222-8F66-48DB-913C-D275FEF330C0}"/>
                    </a:ext>
                  </a:extLst>
                </p:cNvPr>
                <p:cNvSpPr/>
                <p:nvPr/>
              </p:nvSpPr>
              <p:spPr>
                <a:xfrm>
                  <a:off x="609413" y="5435060"/>
                  <a:ext cx="52577" cy="101441"/>
                </a:xfrm>
                <a:custGeom>
                  <a:avLst/>
                  <a:gdLst>
                    <a:gd name="connsiteX0" fmla="*/ 3334 w 52577"/>
                    <a:gd name="connsiteY0" fmla="*/ 0 h 101441"/>
                    <a:gd name="connsiteX1" fmla="*/ 27432 w 52577"/>
                    <a:gd name="connsiteY1" fmla="*/ 31242 h 101441"/>
                    <a:gd name="connsiteX2" fmla="*/ 15335 w 52577"/>
                    <a:gd name="connsiteY2" fmla="*/ 85344 h 101441"/>
                    <a:gd name="connsiteX3" fmla="*/ 0 w 52577"/>
                    <a:gd name="connsiteY3" fmla="*/ 101441 h 101441"/>
                    <a:gd name="connsiteX4" fmla="*/ 33909 w 52577"/>
                    <a:gd name="connsiteY4" fmla="*/ 51245 h 101441"/>
                    <a:gd name="connsiteX5" fmla="*/ 35814 w 52577"/>
                    <a:gd name="connsiteY5" fmla="*/ 26480 h 101441"/>
                    <a:gd name="connsiteX6" fmla="*/ 52578 w 52577"/>
                    <a:gd name="connsiteY6" fmla="*/ 10763 h 101441"/>
                    <a:gd name="connsiteX7" fmla="*/ 26765 w 52577"/>
                    <a:gd name="connsiteY7" fmla="*/ 8001 h 101441"/>
                    <a:gd name="connsiteX8" fmla="*/ 15621 w 52577"/>
                    <a:gd name="connsiteY8" fmla="*/ 11049 h 101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577" h="101441">
                      <a:moveTo>
                        <a:pt x="3334" y="0"/>
                      </a:moveTo>
                      <a:cubicBezTo>
                        <a:pt x="15240" y="6382"/>
                        <a:pt x="24289" y="18098"/>
                        <a:pt x="27432" y="31242"/>
                      </a:cubicBezTo>
                      <a:cubicBezTo>
                        <a:pt x="31909" y="49721"/>
                        <a:pt x="25146" y="69056"/>
                        <a:pt x="15335" y="85344"/>
                      </a:cubicBezTo>
                      <a:cubicBezTo>
                        <a:pt x="11430" y="91821"/>
                        <a:pt x="6763" y="98203"/>
                        <a:pt x="0" y="101441"/>
                      </a:cubicBezTo>
                      <a:cubicBezTo>
                        <a:pt x="17526" y="90107"/>
                        <a:pt x="31718" y="72009"/>
                        <a:pt x="33909" y="51245"/>
                      </a:cubicBezTo>
                      <a:cubicBezTo>
                        <a:pt x="34766" y="42958"/>
                        <a:pt x="33719" y="34576"/>
                        <a:pt x="35814" y="26480"/>
                      </a:cubicBezTo>
                      <a:cubicBezTo>
                        <a:pt x="37814" y="18479"/>
                        <a:pt x="44291" y="10573"/>
                        <a:pt x="52578" y="10763"/>
                      </a:cubicBezTo>
                      <a:cubicBezTo>
                        <a:pt x="44006" y="9811"/>
                        <a:pt x="35338" y="8954"/>
                        <a:pt x="26765" y="8001"/>
                      </a:cubicBezTo>
                      <a:cubicBezTo>
                        <a:pt x="22669" y="7525"/>
                        <a:pt x="17717" y="7525"/>
                        <a:pt x="15621" y="11049"/>
                      </a:cubicBezTo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62" name="Forme libre : forme 16361">
                  <a:extLst>
                    <a:ext uri="{FF2B5EF4-FFF2-40B4-BE49-F238E27FC236}">
                      <a16:creationId xmlns:a16="http://schemas.microsoft.com/office/drawing/2014/main" id="{2C2FEF04-3409-4142-83AD-8A5694B73849}"/>
                    </a:ext>
                  </a:extLst>
                </p:cNvPr>
                <p:cNvSpPr/>
                <p:nvPr/>
              </p:nvSpPr>
              <p:spPr>
                <a:xfrm>
                  <a:off x="313280" y="5202333"/>
                  <a:ext cx="186230" cy="215582"/>
                </a:xfrm>
                <a:custGeom>
                  <a:avLst/>
                  <a:gdLst>
                    <a:gd name="connsiteX0" fmla="*/ 15527 w 186230"/>
                    <a:gd name="connsiteY0" fmla="*/ 38035 h 215582"/>
                    <a:gd name="connsiteX1" fmla="*/ 1 w 186230"/>
                    <a:gd name="connsiteY1" fmla="*/ 95662 h 215582"/>
                    <a:gd name="connsiteX2" fmla="*/ 13527 w 186230"/>
                    <a:gd name="connsiteY2" fmla="*/ 154145 h 215582"/>
                    <a:gd name="connsiteX3" fmla="*/ 27719 w 186230"/>
                    <a:gd name="connsiteY3" fmla="*/ 177482 h 215582"/>
                    <a:gd name="connsiteX4" fmla="*/ 49722 w 186230"/>
                    <a:gd name="connsiteY4" fmla="*/ 195865 h 215582"/>
                    <a:gd name="connsiteX5" fmla="*/ 88203 w 186230"/>
                    <a:gd name="connsiteY5" fmla="*/ 213105 h 215582"/>
                    <a:gd name="connsiteX6" fmla="*/ 124112 w 186230"/>
                    <a:gd name="connsiteY6" fmla="*/ 215582 h 215582"/>
                    <a:gd name="connsiteX7" fmla="*/ 161164 w 186230"/>
                    <a:gd name="connsiteY7" fmla="*/ 211391 h 215582"/>
                    <a:gd name="connsiteX8" fmla="*/ 178500 w 186230"/>
                    <a:gd name="connsiteY8" fmla="*/ 200818 h 215582"/>
                    <a:gd name="connsiteX9" fmla="*/ 186120 w 186230"/>
                    <a:gd name="connsiteY9" fmla="*/ 180339 h 215582"/>
                    <a:gd name="connsiteX10" fmla="*/ 170404 w 186230"/>
                    <a:gd name="connsiteY10" fmla="*/ 157574 h 215582"/>
                    <a:gd name="connsiteX11" fmla="*/ 145353 w 186230"/>
                    <a:gd name="connsiteY11" fmla="*/ 143859 h 215582"/>
                    <a:gd name="connsiteX12" fmla="*/ 123826 w 186230"/>
                    <a:gd name="connsiteY12" fmla="*/ 123570 h 215582"/>
                    <a:gd name="connsiteX13" fmla="*/ 112206 w 186230"/>
                    <a:gd name="connsiteY13" fmla="*/ 80136 h 215582"/>
                    <a:gd name="connsiteX14" fmla="*/ 103157 w 186230"/>
                    <a:gd name="connsiteY14" fmla="*/ 18700 h 215582"/>
                    <a:gd name="connsiteX15" fmla="*/ 58580 w 186230"/>
                    <a:gd name="connsiteY15" fmla="*/ 984 h 215582"/>
                    <a:gd name="connsiteX16" fmla="*/ 15527 w 186230"/>
                    <a:gd name="connsiteY16" fmla="*/ 38035 h 215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86230" h="215582">
                      <a:moveTo>
                        <a:pt x="15527" y="38035"/>
                      </a:moveTo>
                      <a:cubicBezTo>
                        <a:pt x="4859" y="55180"/>
                        <a:pt x="-94" y="75469"/>
                        <a:pt x="1" y="95662"/>
                      </a:cubicBezTo>
                      <a:cubicBezTo>
                        <a:pt x="97" y="115855"/>
                        <a:pt x="5240" y="135762"/>
                        <a:pt x="13527" y="154145"/>
                      </a:cubicBezTo>
                      <a:cubicBezTo>
                        <a:pt x="17337" y="162432"/>
                        <a:pt x="21814" y="170528"/>
                        <a:pt x="27719" y="177482"/>
                      </a:cubicBezTo>
                      <a:cubicBezTo>
                        <a:pt x="34006" y="184816"/>
                        <a:pt x="41721" y="190626"/>
                        <a:pt x="49722" y="195865"/>
                      </a:cubicBezTo>
                      <a:cubicBezTo>
                        <a:pt x="61533" y="203580"/>
                        <a:pt x="74392" y="210152"/>
                        <a:pt x="88203" y="213105"/>
                      </a:cubicBezTo>
                      <a:cubicBezTo>
                        <a:pt x="99919" y="215677"/>
                        <a:pt x="112111" y="215582"/>
                        <a:pt x="124112" y="215582"/>
                      </a:cubicBezTo>
                      <a:cubicBezTo>
                        <a:pt x="136590" y="215486"/>
                        <a:pt x="149353" y="215391"/>
                        <a:pt x="161164" y="211391"/>
                      </a:cubicBezTo>
                      <a:cubicBezTo>
                        <a:pt x="167641" y="209200"/>
                        <a:pt x="173833" y="205771"/>
                        <a:pt x="178500" y="200818"/>
                      </a:cubicBezTo>
                      <a:cubicBezTo>
                        <a:pt x="183643" y="195389"/>
                        <a:pt x="186882" y="187864"/>
                        <a:pt x="186120" y="180339"/>
                      </a:cubicBezTo>
                      <a:cubicBezTo>
                        <a:pt x="185167" y="170814"/>
                        <a:pt x="178309" y="162909"/>
                        <a:pt x="170404" y="157574"/>
                      </a:cubicBezTo>
                      <a:cubicBezTo>
                        <a:pt x="162498" y="152240"/>
                        <a:pt x="153544" y="148716"/>
                        <a:pt x="145353" y="143859"/>
                      </a:cubicBezTo>
                      <a:cubicBezTo>
                        <a:pt x="136876" y="138715"/>
                        <a:pt x="129256" y="131857"/>
                        <a:pt x="123826" y="123570"/>
                      </a:cubicBezTo>
                      <a:cubicBezTo>
                        <a:pt x="115540" y="110807"/>
                        <a:pt x="112682" y="95281"/>
                        <a:pt x="112206" y="80136"/>
                      </a:cubicBezTo>
                      <a:cubicBezTo>
                        <a:pt x="111634" y="59086"/>
                        <a:pt x="114873" y="36130"/>
                        <a:pt x="103157" y="18700"/>
                      </a:cubicBezTo>
                      <a:cubicBezTo>
                        <a:pt x="94013" y="5174"/>
                        <a:pt x="74677" y="-2922"/>
                        <a:pt x="58580" y="984"/>
                      </a:cubicBezTo>
                      <a:cubicBezTo>
                        <a:pt x="41340" y="5079"/>
                        <a:pt x="24385" y="23653"/>
                        <a:pt x="15527" y="3803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63" name="Forme libre : forme 16362">
                  <a:extLst>
                    <a:ext uri="{FF2B5EF4-FFF2-40B4-BE49-F238E27FC236}">
                      <a16:creationId xmlns:a16="http://schemas.microsoft.com/office/drawing/2014/main" id="{BA0D7274-9D58-4CEB-B079-81C034EA6E1C}"/>
                    </a:ext>
                  </a:extLst>
                </p:cNvPr>
                <p:cNvSpPr/>
                <p:nvPr/>
              </p:nvSpPr>
              <p:spPr>
                <a:xfrm>
                  <a:off x="272979" y="5450332"/>
                  <a:ext cx="108607" cy="148081"/>
                </a:xfrm>
                <a:custGeom>
                  <a:avLst/>
                  <a:gdLst>
                    <a:gd name="connsiteX0" fmla="*/ 17156 w 108607"/>
                    <a:gd name="connsiteY0" fmla="*/ 27400 h 148081"/>
                    <a:gd name="connsiteX1" fmla="*/ 3059 w 108607"/>
                    <a:gd name="connsiteY1" fmla="*/ 53498 h 148081"/>
                    <a:gd name="connsiteX2" fmla="*/ 11 w 108607"/>
                    <a:gd name="connsiteY2" fmla="*/ 81121 h 148081"/>
                    <a:gd name="connsiteX3" fmla="*/ 3821 w 108607"/>
                    <a:gd name="connsiteY3" fmla="*/ 107410 h 148081"/>
                    <a:gd name="connsiteX4" fmla="*/ 35920 w 108607"/>
                    <a:gd name="connsiteY4" fmla="*/ 139700 h 148081"/>
                    <a:gd name="connsiteX5" fmla="*/ 81640 w 108607"/>
                    <a:gd name="connsiteY5" fmla="*/ 148082 h 148081"/>
                    <a:gd name="connsiteX6" fmla="*/ 91356 w 108607"/>
                    <a:gd name="connsiteY6" fmla="*/ 146843 h 148081"/>
                    <a:gd name="connsiteX7" fmla="*/ 100500 w 108607"/>
                    <a:gd name="connsiteY7" fmla="*/ 139319 h 148081"/>
                    <a:gd name="connsiteX8" fmla="*/ 108310 w 108607"/>
                    <a:gd name="connsiteY8" fmla="*/ 125603 h 148081"/>
                    <a:gd name="connsiteX9" fmla="*/ 103738 w 108607"/>
                    <a:gd name="connsiteY9" fmla="*/ 107791 h 148081"/>
                    <a:gd name="connsiteX10" fmla="*/ 91832 w 108607"/>
                    <a:gd name="connsiteY10" fmla="*/ 93122 h 148081"/>
                    <a:gd name="connsiteX11" fmla="*/ 75259 w 108607"/>
                    <a:gd name="connsiteY11" fmla="*/ 23685 h 148081"/>
                    <a:gd name="connsiteX12" fmla="*/ 55542 w 108607"/>
                    <a:gd name="connsiteY12" fmla="*/ 730 h 148081"/>
                    <a:gd name="connsiteX13" fmla="*/ 17156 w 108607"/>
                    <a:gd name="connsiteY13" fmla="*/ 27400 h 148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8607" h="148081">
                      <a:moveTo>
                        <a:pt x="17156" y="27400"/>
                      </a:moveTo>
                      <a:cubicBezTo>
                        <a:pt x="11155" y="35305"/>
                        <a:pt x="5821" y="43973"/>
                        <a:pt x="3059" y="53498"/>
                      </a:cubicBezTo>
                      <a:cubicBezTo>
                        <a:pt x="392" y="62452"/>
                        <a:pt x="-84" y="71882"/>
                        <a:pt x="11" y="81121"/>
                      </a:cubicBezTo>
                      <a:cubicBezTo>
                        <a:pt x="106" y="89979"/>
                        <a:pt x="773" y="99028"/>
                        <a:pt x="3821" y="107410"/>
                      </a:cubicBezTo>
                      <a:cubicBezTo>
                        <a:pt x="9155" y="122079"/>
                        <a:pt x="21728" y="133318"/>
                        <a:pt x="35920" y="139700"/>
                      </a:cubicBezTo>
                      <a:cubicBezTo>
                        <a:pt x="50113" y="146081"/>
                        <a:pt x="66019" y="147986"/>
                        <a:pt x="81640" y="148082"/>
                      </a:cubicBezTo>
                      <a:cubicBezTo>
                        <a:pt x="84879" y="148082"/>
                        <a:pt x="88308" y="147986"/>
                        <a:pt x="91356" y="146843"/>
                      </a:cubicBezTo>
                      <a:cubicBezTo>
                        <a:pt x="95071" y="145319"/>
                        <a:pt x="97928" y="142366"/>
                        <a:pt x="100500" y="139319"/>
                      </a:cubicBezTo>
                      <a:cubicBezTo>
                        <a:pt x="103929" y="135318"/>
                        <a:pt x="107263" y="130841"/>
                        <a:pt x="108310" y="125603"/>
                      </a:cubicBezTo>
                      <a:cubicBezTo>
                        <a:pt x="109453" y="119411"/>
                        <a:pt x="107167" y="113030"/>
                        <a:pt x="103738" y="107791"/>
                      </a:cubicBezTo>
                      <a:cubicBezTo>
                        <a:pt x="100309" y="102552"/>
                        <a:pt x="95737" y="98075"/>
                        <a:pt x="91832" y="93122"/>
                      </a:cubicBezTo>
                      <a:cubicBezTo>
                        <a:pt x="76402" y="73977"/>
                        <a:pt x="70115" y="47688"/>
                        <a:pt x="75259" y="23685"/>
                      </a:cubicBezTo>
                      <a:cubicBezTo>
                        <a:pt x="78783" y="7302"/>
                        <a:pt x="72211" y="-2890"/>
                        <a:pt x="55542" y="730"/>
                      </a:cubicBezTo>
                      <a:cubicBezTo>
                        <a:pt x="39540" y="4064"/>
                        <a:pt x="26967" y="14636"/>
                        <a:pt x="17156" y="2740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64" name="Forme libre : forme 16363">
                  <a:extLst>
                    <a:ext uri="{FF2B5EF4-FFF2-40B4-BE49-F238E27FC236}">
                      <a16:creationId xmlns:a16="http://schemas.microsoft.com/office/drawing/2014/main" id="{1535EC91-B90D-459F-B7D8-E8E584272028}"/>
                    </a:ext>
                  </a:extLst>
                </p:cNvPr>
                <p:cNvSpPr/>
                <p:nvPr/>
              </p:nvSpPr>
              <p:spPr>
                <a:xfrm>
                  <a:off x="576348" y="5238418"/>
                  <a:ext cx="116247" cy="179561"/>
                </a:xfrm>
                <a:custGeom>
                  <a:avLst/>
                  <a:gdLst>
                    <a:gd name="connsiteX0" fmla="*/ 20493 w 116247"/>
                    <a:gd name="connsiteY0" fmla="*/ 29287 h 179561"/>
                    <a:gd name="connsiteX1" fmla="*/ 1347 w 116247"/>
                    <a:gd name="connsiteY1" fmla="*/ 108440 h 179561"/>
                    <a:gd name="connsiteX2" fmla="*/ 48972 w 116247"/>
                    <a:gd name="connsiteY2" fmla="*/ 173211 h 179561"/>
                    <a:gd name="connsiteX3" fmla="*/ 78690 w 116247"/>
                    <a:gd name="connsiteY3" fmla="*/ 179402 h 179561"/>
                    <a:gd name="connsiteX4" fmla="*/ 105265 w 116247"/>
                    <a:gd name="connsiteY4" fmla="*/ 165685 h 179561"/>
                    <a:gd name="connsiteX5" fmla="*/ 114885 w 116247"/>
                    <a:gd name="connsiteY5" fmla="*/ 137968 h 179561"/>
                    <a:gd name="connsiteX6" fmla="*/ 114505 w 116247"/>
                    <a:gd name="connsiteY6" fmla="*/ 116346 h 179561"/>
                    <a:gd name="connsiteX7" fmla="*/ 103741 w 116247"/>
                    <a:gd name="connsiteY7" fmla="*/ 103297 h 179561"/>
                    <a:gd name="connsiteX8" fmla="*/ 84501 w 116247"/>
                    <a:gd name="connsiteY8" fmla="*/ 85866 h 179561"/>
                    <a:gd name="connsiteX9" fmla="*/ 75261 w 116247"/>
                    <a:gd name="connsiteY9" fmla="*/ 74436 h 179561"/>
                    <a:gd name="connsiteX10" fmla="*/ 73928 w 116247"/>
                    <a:gd name="connsiteY10" fmla="*/ 62816 h 179561"/>
                    <a:gd name="connsiteX11" fmla="*/ 78976 w 116247"/>
                    <a:gd name="connsiteY11" fmla="*/ 24144 h 179561"/>
                    <a:gd name="connsiteX12" fmla="*/ 71261 w 116247"/>
                    <a:gd name="connsiteY12" fmla="*/ 618 h 179561"/>
                    <a:gd name="connsiteX13" fmla="*/ 46305 w 116247"/>
                    <a:gd name="connsiteY13" fmla="*/ 6523 h 179561"/>
                    <a:gd name="connsiteX14" fmla="*/ 20493 w 116247"/>
                    <a:gd name="connsiteY14" fmla="*/ 29287 h 179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6247" h="179561">
                      <a:moveTo>
                        <a:pt x="20493" y="29287"/>
                      </a:moveTo>
                      <a:cubicBezTo>
                        <a:pt x="4395" y="52052"/>
                        <a:pt x="-3320" y="81008"/>
                        <a:pt x="1347" y="108440"/>
                      </a:cubicBezTo>
                      <a:cubicBezTo>
                        <a:pt x="6110" y="135872"/>
                        <a:pt x="23826" y="161304"/>
                        <a:pt x="48972" y="173211"/>
                      </a:cubicBezTo>
                      <a:cubicBezTo>
                        <a:pt x="58212" y="177592"/>
                        <a:pt x="68499" y="180259"/>
                        <a:pt x="78690" y="179402"/>
                      </a:cubicBezTo>
                      <a:cubicBezTo>
                        <a:pt x="88882" y="178545"/>
                        <a:pt x="98979" y="173782"/>
                        <a:pt x="105265" y="165685"/>
                      </a:cubicBezTo>
                      <a:cubicBezTo>
                        <a:pt x="111266" y="157875"/>
                        <a:pt x="113171" y="147683"/>
                        <a:pt x="114885" y="137968"/>
                      </a:cubicBezTo>
                      <a:cubicBezTo>
                        <a:pt x="116124" y="130729"/>
                        <a:pt x="117362" y="123109"/>
                        <a:pt x="114505" y="116346"/>
                      </a:cubicBezTo>
                      <a:cubicBezTo>
                        <a:pt x="112314" y="111107"/>
                        <a:pt x="107932" y="107107"/>
                        <a:pt x="103741" y="103297"/>
                      </a:cubicBezTo>
                      <a:cubicBezTo>
                        <a:pt x="97359" y="97487"/>
                        <a:pt x="90882" y="91677"/>
                        <a:pt x="84501" y="85866"/>
                      </a:cubicBezTo>
                      <a:cubicBezTo>
                        <a:pt x="80881" y="82532"/>
                        <a:pt x="77071" y="79104"/>
                        <a:pt x="75261" y="74436"/>
                      </a:cubicBezTo>
                      <a:cubicBezTo>
                        <a:pt x="73833" y="70722"/>
                        <a:pt x="73833" y="66721"/>
                        <a:pt x="73928" y="62816"/>
                      </a:cubicBezTo>
                      <a:cubicBezTo>
                        <a:pt x="74404" y="49671"/>
                        <a:pt x="76405" y="37003"/>
                        <a:pt x="78976" y="24144"/>
                      </a:cubicBezTo>
                      <a:cubicBezTo>
                        <a:pt x="80691" y="15762"/>
                        <a:pt x="81453" y="3760"/>
                        <a:pt x="71261" y="618"/>
                      </a:cubicBezTo>
                      <a:cubicBezTo>
                        <a:pt x="63355" y="-1764"/>
                        <a:pt x="53259" y="3284"/>
                        <a:pt x="46305" y="6523"/>
                      </a:cubicBezTo>
                      <a:cubicBezTo>
                        <a:pt x="35733" y="11666"/>
                        <a:pt x="27255" y="19668"/>
                        <a:pt x="20493" y="2928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65" name="Forme libre : forme 16364">
                  <a:extLst>
                    <a:ext uri="{FF2B5EF4-FFF2-40B4-BE49-F238E27FC236}">
                      <a16:creationId xmlns:a16="http://schemas.microsoft.com/office/drawing/2014/main" id="{FE225A61-687B-455F-AAFE-7B05D622AB78}"/>
                    </a:ext>
                  </a:extLst>
                </p:cNvPr>
                <p:cNvSpPr/>
                <p:nvPr/>
              </p:nvSpPr>
              <p:spPr>
                <a:xfrm>
                  <a:off x="364703" y="5198330"/>
                  <a:ext cx="92500" cy="98897"/>
                </a:xfrm>
                <a:custGeom>
                  <a:avLst/>
                  <a:gdLst>
                    <a:gd name="connsiteX0" fmla="*/ 17443 w 92500"/>
                    <a:gd name="connsiteY0" fmla="*/ 20131 h 98897"/>
                    <a:gd name="connsiteX1" fmla="*/ 489 w 92500"/>
                    <a:gd name="connsiteY1" fmla="*/ 52992 h 98897"/>
                    <a:gd name="connsiteX2" fmla="*/ 4394 w 92500"/>
                    <a:gd name="connsiteY2" fmla="*/ 80234 h 98897"/>
                    <a:gd name="connsiteX3" fmla="*/ 24873 w 92500"/>
                    <a:gd name="connsiteY3" fmla="*/ 97855 h 98897"/>
                    <a:gd name="connsiteX4" fmla="*/ 56496 w 92500"/>
                    <a:gd name="connsiteY4" fmla="*/ 92521 h 98897"/>
                    <a:gd name="connsiteX5" fmla="*/ 77927 w 92500"/>
                    <a:gd name="connsiteY5" fmla="*/ 77567 h 98897"/>
                    <a:gd name="connsiteX6" fmla="*/ 89643 w 92500"/>
                    <a:gd name="connsiteY6" fmla="*/ 22322 h 98897"/>
                    <a:gd name="connsiteX7" fmla="*/ 71831 w 92500"/>
                    <a:gd name="connsiteY7" fmla="*/ 605 h 98897"/>
                    <a:gd name="connsiteX8" fmla="*/ 50305 w 92500"/>
                    <a:gd name="connsiteY8" fmla="*/ 5081 h 98897"/>
                    <a:gd name="connsiteX9" fmla="*/ 17443 w 92500"/>
                    <a:gd name="connsiteY9" fmla="*/ 20131 h 98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2500" h="98897">
                      <a:moveTo>
                        <a:pt x="17443" y="20131"/>
                      </a:moveTo>
                      <a:cubicBezTo>
                        <a:pt x="7918" y="28418"/>
                        <a:pt x="2108" y="40515"/>
                        <a:pt x="489" y="52992"/>
                      </a:cubicBezTo>
                      <a:cubicBezTo>
                        <a:pt x="-749" y="62231"/>
                        <a:pt x="298" y="71852"/>
                        <a:pt x="4394" y="80234"/>
                      </a:cubicBezTo>
                      <a:cubicBezTo>
                        <a:pt x="8490" y="88616"/>
                        <a:pt x="15919" y="95474"/>
                        <a:pt x="24873" y="97855"/>
                      </a:cubicBezTo>
                      <a:cubicBezTo>
                        <a:pt x="35446" y="100713"/>
                        <a:pt x="46685" y="97283"/>
                        <a:pt x="56496" y="92521"/>
                      </a:cubicBezTo>
                      <a:cubicBezTo>
                        <a:pt x="64402" y="88711"/>
                        <a:pt x="71926" y="83949"/>
                        <a:pt x="77927" y="77567"/>
                      </a:cubicBezTo>
                      <a:cubicBezTo>
                        <a:pt x="91548" y="63184"/>
                        <a:pt x="96025" y="40991"/>
                        <a:pt x="89643" y="22322"/>
                      </a:cubicBezTo>
                      <a:cubicBezTo>
                        <a:pt x="86785" y="14035"/>
                        <a:pt x="80880" y="3272"/>
                        <a:pt x="71831" y="605"/>
                      </a:cubicBezTo>
                      <a:cubicBezTo>
                        <a:pt x="64592" y="-1586"/>
                        <a:pt x="56972" y="2700"/>
                        <a:pt x="50305" y="5081"/>
                      </a:cubicBezTo>
                      <a:cubicBezTo>
                        <a:pt x="38779" y="9177"/>
                        <a:pt x="27064" y="11844"/>
                        <a:pt x="17443" y="20131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66" name="Forme libre : forme 16365">
                  <a:extLst>
                    <a:ext uri="{FF2B5EF4-FFF2-40B4-BE49-F238E27FC236}">
                      <a16:creationId xmlns:a16="http://schemas.microsoft.com/office/drawing/2014/main" id="{A273621F-2BD5-42F7-BD5C-2F79803D152A}"/>
                    </a:ext>
                  </a:extLst>
                </p:cNvPr>
                <p:cNvSpPr/>
                <p:nvPr/>
              </p:nvSpPr>
              <p:spPr>
                <a:xfrm>
                  <a:off x="296766" y="5462876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5 h 84398"/>
                    <a:gd name="connsiteX7" fmla="*/ 68235 w 90940"/>
                    <a:gd name="connsiteY7" fmla="*/ 2855 h 84398"/>
                    <a:gd name="connsiteX8" fmla="*/ 28326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5"/>
                      </a:moveTo>
                      <a:cubicBezTo>
                        <a:pt x="17848" y="18475"/>
                        <a:pt x="9847" y="29144"/>
                        <a:pt x="4132" y="40764"/>
                      </a:cubicBezTo>
                      <a:cubicBezTo>
                        <a:pt x="1465" y="46098"/>
                        <a:pt x="-726" y="51908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3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5"/>
                      </a:cubicBezTo>
                      <a:cubicBezTo>
                        <a:pt x="95572" y="22666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6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67" name="Forme libre : forme 16366">
                  <a:extLst>
                    <a:ext uri="{FF2B5EF4-FFF2-40B4-BE49-F238E27FC236}">
                      <a16:creationId xmlns:a16="http://schemas.microsoft.com/office/drawing/2014/main" id="{61B19D05-504B-451D-87C5-397E12431A94}"/>
                    </a:ext>
                  </a:extLst>
                </p:cNvPr>
                <p:cNvSpPr/>
                <p:nvPr/>
              </p:nvSpPr>
              <p:spPr>
                <a:xfrm>
                  <a:off x="601861" y="5256322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29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6" y="14242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6368" name="Graphique 1">
                  <a:extLst>
                    <a:ext uri="{FF2B5EF4-FFF2-40B4-BE49-F238E27FC236}">
                      <a16:creationId xmlns:a16="http://schemas.microsoft.com/office/drawing/2014/main" id="{87F56DFE-D8CD-4FC7-AF10-7F813483D2A6}"/>
                    </a:ext>
                  </a:extLst>
                </p:cNvPr>
                <p:cNvGrpSpPr/>
                <p:nvPr/>
              </p:nvGrpSpPr>
              <p:grpSpPr>
                <a:xfrm>
                  <a:off x="439773" y="5215032"/>
                  <a:ext cx="63246" cy="53816"/>
                  <a:chOff x="439773" y="5215032"/>
                  <a:chExt cx="63246" cy="53816"/>
                </a:xfrm>
                <a:solidFill>
                  <a:srgbClr val="FFFFFF"/>
                </a:solidFill>
              </p:grpSpPr>
              <p:sp>
                <p:nvSpPr>
                  <p:cNvPr id="16839" name="Forme libre : forme 16838">
                    <a:extLst>
                      <a:ext uri="{FF2B5EF4-FFF2-40B4-BE49-F238E27FC236}">
                        <a16:creationId xmlns:a16="http://schemas.microsoft.com/office/drawing/2014/main" id="{023C3541-27C7-4AA2-9AD1-3FC32FC2D126}"/>
                      </a:ext>
                    </a:extLst>
                  </p:cNvPr>
                  <p:cNvSpPr/>
                  <p:nvPr/>
                </p:nvSpPr>
                <p:spPr>
                  <a:xfrm>
                    <a:off x="439773" y="5215032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40" name="Forme libre : forme 16839">
                    <a:extLst>
                      <a:ext uri="{FF2B5EF4-FFF2-40B4-BE49-F238E27FC236}">
                        <a16:creationId xmlns:a16="http://schemas.microsoft.com/office/drawing/2014/main" id="{F98AA412-7AAF-4019-94D0-1FE580BDECF2}"/>
                      </a:ext>
                    </a:extLst>
                  </p:cNvPr>
                  <p:cNvSpPr/>
                  <p:nvPr/>
                </p:nvSpPr>
                <p:spPr>
                  <a:xfrm>
                    <a:off x="486446" y="525227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6369" name="Forme libre : forme 16368">
                  <a:extLst>
                    <a:ext uri="{FF2B5EF4-FFF2-40B4-BE49-F238E27FC236}">
                      <a16:creationId xmlns:a16="http://schemas.microsoft.com/office/drawing/2014/main" id="{B2CEC5B4-A267-4982-A0AF-4E99AA51D91B}"/>
                    </a:ext>
                  </a:extLst>
                </p:cNvPr>
                <p:cNvSpPr/>
                <p:nvPr/>
              </p:nvSpPr>
              <p:spPr>
                <a:xfrm>
                  <a:off x="323282" y="5459634"/>
                  <a:ext cx="23812" cy="23812"/>
                </a:xfrm>
                <a:custGeom>
                  <a:avLst/>
                  <a:gdLst>
                    <a:gd name="connsiteX0" fmla="*/ 23812 w 23812"/>
                    <a:gd name="connsiteY0" fmla="*/ 11906 h 23812"/>
                    <a:gd name="connsiteX1" fmla="*/ 11906 w 23812"/>
                    <a:gd name="connsiteY1" fmla="*/ 23813 h 23812"/>
                    <a:gd name="connsiteX2" fmla="*/ 0 w 23812"/>
                    <a:gd name="connsiteY2" fmla="*/ 11906 h 23812"/>
                    <a:gd name="connsiteX3" fmla="*/ 11906 w 23812"/>
                    <a:gd name="connsiteY3" fmla="*/ 0 h 23812"/>
                    <a:gd name="connsiteX4" fmla="*/ 23812 w 23812"/>
                    <a:gd name="connsiteY4" fmla="*/ 11906 h 2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12" h="23812">
                      <a:moveTo>
                        <a:pt x="23812" y="11906"/>
                      </a:moveTo>
                      <a:cubicBezTo>
                        <a:pt x="23812" y="18482"/>
                        <a:pt x="18482" y="23813"/>
                        <a:pt x="11906" y="23813"/>
                      </a:cubicBezTo>
                      <a:cubicBezTo>
                        <a:pt x="5331" y="23813"/>
                        <a:pt x="0" y="18482"/>
                        <a:pt x="0" y="11906"/>
                      </a:cubicBezTo>
                      <a:cubicBezTo>
                        <a:pt x="0" y="5331"/>
                        <a:pt x="5331" y="0"/>
                        <a:pt x="11906" y="0"/>
                      </a:cubicBezTo>
                      <a:cubicBezTo>
                        <a:pt x="18482" y="0"/>
                        <a:pt x="23812" y="5331"/>
                        <a:pt x="23812" y="119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70" name="Forme libre : forme 16369">
                  <a:extLst>
                    <a:ext uri="{FF2B5EF4-FFF2-40B4-BE49-F238E27FC236}">
                      <a16:creationId xmlns:a16="http://schemas.microsoft.com/office/drawing/2014/main" id="{0ADCA7BE-EECA-4D5E-9154-F69376843B35}"/>
                    </a:ext>
                  </a:extLst>
                </p:cNvPr>
                <p:cNvSpPr/>
                <p:nvPr/>
              </p:nvSpPr>
              <p:spPr>
                <a:xfrm>
                  <a:off x="365002" y="5465635"/>
                  <a:ext cx="17716" cy="17716"/>
                </a:xfrm>
                <a:custGeom>
                  <a:avLst/>
                  <a:gdLst>
                    <a:gd name="connsiteX0" fmla="*/ 17716 w 17716"/>
                    <a:gd name="connsiteY0" fmla="*/ 8858 h 17716"/>
                    <a:gd name="connsiteX1" fmla="*/ 8858 w 17716"/>
                    <a:gd name="connsiteY1" fmla="*/ 17716 h 17716"/>
                    <a:gd name="connsiteX2" fmla="*/ 0 w 17716"/>
                    <a:gd name="connsiteY2" fmla="*/ 8858 h 17716"/>
                    <a:gd name="connsiteX3" fmla="*/ 8858 w 17716"/>
                    <a:gd name="connsiteY3" fmla="*/ 0 h 17716"/>
                    <a:gd name="connsiteX4" fmla="*/ 17716 w 17716"/>
                    <a:gd name="connsiteY4" fmla="*/ 8858 h 17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6" h="17716">
                      <a:moveTo>
                        <a:pt x="17716" y="8858"/>
                      </a:moveTo>
                      <a:cubicBezTo>
                        <a:pt x="17716" y="13750"/>
                        <a:pt x="13751" y="17716"/>
                        <a:pt x="8858" y="17716"/>
                      </a:cubicBezTo>
                      <a:cubicBezTo>
                        <a:pt x="3966" y="17716"/>
                        <a:pt x="0" y="13750"/>
                        <a:pt x="0" y="8858"/>
                      </a:cubicBezTo>
                      <a:cubicBezTo>
                        <a:pt x="0" y="3966"/>
                        <a:pt x="3966" y="0"/>
                        <a:pt x="8858" y="0"/>
                      </a:cubicBezTo>
                      <a:cubicBezTo>
                        <a:pt x="13751" y="0"/>
                        <a:pt x="17716" y="3966"/>
                        <a:pt x="17716" y="8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71" name="Forme libre : forme 16370">
                  <a:extLst>
                    <a:ext uri="{FF2B5EF4-FFF2-40B4-BE49-F238E27FC236}">
                      <a16:creationId xmlns:a16="http://schemas.microsoft.com/office/drawing/2014/main" id="{167E22C5-106C-4E1B-8085-EC3BFD6FDD21}"/>
                    </a:ext>
                  </a:extLst>
                </p:cNvPr>
                <p:cNvSpPr/>
                <p:nvPr/>
              </p:nvSpPr>
              <p:spPr>
                <a:xfrm>
                  <a:off x="600460" y="5269611"/>
                  <a:ext cx="28575" cy="28575"/>
                </a:xfrm>
                <a:custGeom>
                  <a:avLst/>
                  <a:gdLst>
                    <a:gd name="connsiteX0" fmla="*/ 28575 w 28575"/>
                    <a:gd name="connsiteY0" fmla="*/ 14287 h 28575"/>
                    <a:gd name="connsiteX1" fmla="*/ 14287 w 28575"/>
                    <a:gd name="connsiteY1" fmla="*/ 28575 h 28575"/>
                    <a:gd name="connsiteX2" fmla="*/ 0 w 28575"/>
                    <a:gd name="connsiteY2" fmla="*/ 14287 h 28575"/>
                    <a:gd name="connsiteX3" fmla="*/ 14287 w 28575"/>
                    <a:gd name="connsiteY3" fmla="*/ 0 h 28575"/>
                    <a:gd name="connsiteX4" fmla="*/ 28575 w 28575"/>
                    <a:gd name="connsiteY4" fmla="*/ 14287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75" h="28575">
                      <a:moveTo>
                        <a:pt x="28575" y="14287"/>
                      </a:moveTo>
                      <a:cubicBezTo>
                        <a:pt x="28575" y="22178"/>
                        <a:pt x="22178" y="28575"/>
                        <a:pt x="14287" y="28575"/>
                      </a:cubicBezTo>
                      <a:cubicBezTo>
                        <a:pt x="6397" y="28575"/>
                        <a:pt x="0" y="22178"/>
                        <a:pt x="0" y="14287"/>
                      </a:cubicBezTo>
                      <a:cubicBezTo>
                        <a:pt x="0" y="6397"/>
                        <a:pt x="6397" y="0"/>
                        <a:pt x="14287" y="0"/>
                      </a:cubicBezTo>
                      <a:cubicBezTo>
                        <a:pt x="22178" y="0"/>
                        <a:pt x="28575" y="6397"/>
                        <a:pt x="28575" y="142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72" name="Forme libre : forme 16371">
                  <a:extLst>
                    <a:ext uri="{FF2B5EF4-FFF2-40B4-BE49-F238E27FC236}">
                      <a16:creationId xmlns:a16="http://schemas.microsoft.com/office/drawing/2014/main" id="{3A1AC95B-F07C-4880-85C4-CAE35241F6FA}"/>
                    </a:ext>
                  </a:extLst>
                </p:cNvPr>
                <p:cNvSpPr/>
                <p:nvPr/>
              </p:nvSpPr>
              <p:spPr>
                <a:xfrm>
                  <a:off x="650371" y="5265610"/>
                  <a:ext cx="13525" cy="13525"/>
                </a:xfrm>
                <a:custGeom>
                  <a:avLst/>
                  <a:gdLst>
                    <a:gd name="connsiteX0" fmla="*/ 13526 w 13525"/>
                    <a:gd name="connsiteY0" fmla="*/ 6763 h 13525"/>
                    <a:gd name="connsiteX1" fmla="*/ 6763 w 13525"/>
                    <a:gd name="connsiteY1" fmla="*/ 13526 h 13525"/>
                    <a:gd name="connsiteX2" fmla="*/ 0 w 13525"/>
                    <a:gd name="connsiteY2" fmla="*/ 6763 h 13525"/>
                    <a:gd name="connsiteX3" fmla="*/ 6763 w 13525"/>
                    <a:gd name="connsiteY3" fmla="*/ 0 h 13525"/>
                    <a:gd name="connsiteX4" fmla="*/ 13526 w 13525"/>
                    <a:gd name="connsiteY4" fmla="*/ 6763 h 13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25" h="13525">
                      <a:moveTo>
                        <a:pt x="13526" y="6763"/>
                      </a:moveTo>
                      <a:cubicBezTo>
                        <a:pt x="13526" y="10498"/>
                        <a:pt x="10498" y="13526"/>
                        <a:pt x="6763" y="13526"/>
                      </a:cubicBezTo>
                      <a:cubicBezTo>
                        <a:pt x="3028" y="13526"/>
                        <a:pt x="0" y="10498"/>
                        <a:pt x="0" y="6763"/>
                      </a:cubicBezTo>
                      <a:cubicBezTo>
                        <a:pt x="0" y="3028"/>
                        <a:pt x="3028" y="0"/>
                        <a:pt x="6763" y="0"/>
                      </a:cubicBezTo>
                      <a:cubicBezTo>
                        <a:pt x="10498" y="0"/>
                        <a:pt x="13526" y="3028"/>
                        <a:pt x="13526" y="67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73" name="Forme libre : forme 16372">
                  <a:extLst>
                    <a:ext uri="{FF2B5EF4-FFF2-40B4-BE49-F238E27FC236}">
                      <a16:creationId xmlns:a16="http://schemas.microsoft.com/office/drawing/2014/main" id="{13EAA3C2-098F-4FAB-BC79-FF47AA8BE0A7}"/>
                    </a:ext>
                  </a:extLst>
                </p:cNvPr>
                <p:cNvSpPr/>
                <p:nvPr/>
              </p:nvSpPr>
              <p:spPr>
                <a:xfrm>
                  <a:off x="6561300" y="3761898"/>
                  <a:ext cx="1644967" cy="2076354"/>
                </a:xfrm>
                <a:custGeom>
                  <a:avLst/>
                  <a:gdLst>
                    <a:gd name="connsiteX0" fmla="*/ 1590390 w 1644967"/>
                    <a:gd name="connsiteY0" fmla="*/ 385477 h 2076354"/>
                    <a:gd name="connsiteX1" fmla="*/ 1602772 w 1644967"/>
                    <a:gd name="connsiteY1" fmla="*/ 328136 h 2076354"/>
                    <a:gd name="connsiteX2" fmla="*/ 1594295 w 1644967"/>
                    <a:gd name="connsiteY2" fmla="*/ 280130 h 2076354"/>
                    <a:gd name="connsiteX3" fmla="*/ 1638681 w 1644967"/>
                    <a:gd name="connsiteY3" fmla="*/ 209074 h 2076354"/>
                    <a:gd name="connsiteX4" fmla="*/ 1618488 w 1644967"/>
                    <a:gd name="connsiteY4" fmla="*/ 156400 h 2076354"/>
                    <a:gd name="connsiteX5" fmla="*/ 1644968 w 1644967"/>
                    <a:gd name="connsiteY5" fmla="*/ 91916 h 2076354"/>
                    <a:gd name="connsiteX6" fmla="*/ 1606296 w 1644967"/>
                    <a:gd name="connsiteY6" fmla="*/ 16954 h 2076354"/>
                    <a:gd name="connsiteX7" fmla="*/ 1553147 w 1644967"/>
                    <a:gd name="connsiteY7" fmla="*/ 0 h 2076354"/>
                    <a:gd name="connsiteX8" fmla="*/ 1470946 w 1644967"/>
                    <a:gd name="connsiteY8" fmla="*/ 50959 h 2076354"/>
                    <a:gd name="connsiteX9" fmla="*/ 1445419 w 1644967"/>
                    <a:gd name="connsiteY9" fmla="*/ 47530 h 2076354"/>
                    <a:gd name="connsiteX10" fmla="*/ 1347216 w 1644967"/>
                    <a:gd name="connsiteY10" fmla="*/ 145732 h 2076354"/>
                    <a:gd name="connsiteX11" fmla="*/ 1347311 w 1644967"/>
                    <a:gd name="connsiteY11" fmla="*/ 148399 h 2076354"/>
                    <a:gd name="connsiteX12" fmla="*/ 1249204 w 1644967"/>
                    <a:gd name="connsiteY12" fmla="*/ 255937 h 2076354"/>
                    <a:gd name="connsiteX13" fmla="*/ 1190340 w 1644967"/>
                    <a:gd name="connsiteY13" fmla="*/ 324707 h 2076354"/>
                    <a:gd name="connsiteX14" fmla="*/ 1192911 w 1644967"/>
                    <a:gd name="connsiteY14" fmla="*/ 343281 h 2076354"/>
                    <a:gd name="connsiteX15" fmla="*/ 1124903 w 1644967"/>
                    <a:gd name="connsiteY15" fmla="*/ 398145 h 2076354"/>
                    <a:gd name="connsiteX16" fmla="*/ 1078706 w 1644967"/>
                    <a:gd name="connsiteY16" fmla="*/ 391287 h 2076354"/>
                    <a:gd name="connsiteX17" fmla="*/ 919544 w 1644967"/>
                    <a:gd name="connsiteY17" fmla="*/ 550450 h 2076354"/>
                    <a:gd name="connsiteX18" fmla="*/ 922401 w 1644967"/>
                    <a:gd name="connsiteY18" fmla="*/ 580263 h 2076354"/>
                    <a:gd name="connsiteX19" fmla="*/ 895731 w 1644967"/>
                    <a:gd name="connsiteY19" fmla="*/ 576643 h 2076354"/>
                    <a:gd name="connsiteX20" fmla="*/ 794385 w 1644967"/>
                    <a:gd name="connsiteY20" fmla="*/ 677989 h 2076354"/>
                    <a:gd name="connsiteX21" fmla="*/ 804958 w 1644967"/>
                    <a:gd name="connsiteY21" fmla="*/ 722852 h 2076354"/>
                    <a:gd name="connsiteX22" fmla="*/ 778859 w 1644967"/>
                    <a:gd name="connsiteY22" fmla="*/ 767620 h 2076354"/>
                    <a:gd name="connsiteX23" fmla="*/ 745331 w 1644967"/>
                    <a:gd name="connsiteY23" fmla="*/ 763524 h 2076354"/>
                    <a:gd name="connsiteX24" fmla="*/ 601218 w 1644967"/>
                    <a:gd name="connsiteY24" fmla="*/ 907637 h 2076354"/>
                    <a:gd name="connsiteX25" fmla="*/ 601599 w 1644967"/>
                    <a:gd name="connsiteY25" fmla="*/ 914781 h 2076354"/>
                    <a:gd name="connsiteX26" fmla="*/ 554546 w 1644967"/>
                    <a:gd name="connsiteY26" fmla="*/ 899731 h 2076354"/>
                    <a:gd name="connsiteX27" fmla="*/ 473393 w 1644967"/>
                    <a:gd name="connsiteY27" fmla="*/ 973455 h 2076354"/>
                    <a:gd name="connsiteX28" fmla="*/ 440531 w 1644967"/>
                    <a:gd name="connsiteY28" fmla="*/ 969455 h 2076354"/>
                    <a:gd name="connsiteX29" fmla="*/ 300419 w 1644967"/>
                    <a:gd name="connsiteY29" fmla="*/ 1109567 h 2076354"/>
                    <a:gd name="connsiteX30" fmla="*/ 323183 w 1644967"/>
                    <a:gd name="connsiteY30" fmla="*/ 1185958 h 2076354"/>
                    <a:gd name="connsiteX31" fmla="*/ 264795 w 1644967"/>
                    <a:gd name="connsiteY31" fmla="*/ 1170527 h 2076354"/>
                    <a:gd name="connsiteX32" fmla="*/ 151543 w 1644967"/>
                    <a:gd name="connsiteY32" fmla="*/ 1277398 h 2076354"/>
                    <a:gd name="connsiteX33" fmla="*/ 156686 w 1644967"/>
                    <a:gd name="connsiteY33" fmla="*/ 1309402 h 2076354"/>
                    <a:gd name="connsiteX34" fmla="*/ 139637 w 1644967"/>
                    <a:gd name="connsiteY34" fmla="*/ 1308259 h 2076354"/>
                    <a:gd name="connsiteX35" fmla="*/ 0 w 1644967"/>
                    <a:gd name="connsiteY35" fmla="*/ 1475041 h 2076354"/>
                    <a:gd name="connsiteX36" fmla="*/ 0 w 1644967"/>
                    <a:gd name="connsiteY36" fmla="*/ 2076355 h 2076354"/>
                    <a:gd name="connsiteX37" fmla="*/ 1521523 w 1644967"/>
                    <a:gd name="connsiteY37" fmla="*/ 627221 h 2076354"/>
                    <a:gd name="connsiteX38" fmla="*/ 1592771 w 1644967"/>
                    <a:gd name="connsiteY38" fmla="*/ 553593 h 2076354"/>
                    <a:gd name="connsiteX39" fmla="*/ 1587532 w 1644967"/>
                    <a:gd name="connsiteY39" fmla="*/ 518160 h 2076354"/>
                    <a:gd name="connsiteX40" fmla="*/ 1641920 w 1644967"/>
                    <a:gd name="connsiteY40" fmla="*/ 451485 h 2076354"/>
                    <a:gd name="connsiteX41" fmla="*/ 1590390 w 1644967"/>
                    <a:gd name="connsiteY41" fmla="*/ 385477 h 2076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644967" h="2076354">
                      <a:moveTo>
                        <a:pt x="1590390" y="385477"/>
                      </a:moveTo>
                      <a:cubicBezTo>
                        <a:pt x="1598295" y="367951"/>
                        <a:pt x="1602772" y="348615"/>
                        <a:pt x="1602772" y="328136"/>
                      </a:cubicBezTo>
                      <a:cubicBezTo>
                        <a:pt x="1602772" y="311277"/>
                        <a:pt x="1599724" y="295084"/>
                        <a:pt x="1594295" y="280130"/>
                      </a:cubicBezTo>
                      <a:cubicBezTo>
                        <a:pt x="1620584" y="267271"/>
                        <a:pt x="1638681" y="240316"/>
                        <a:pt x="1638681" y="209074"/>
                      </a:cubicBezTo>
                      <a:cubicBezTo>
                        <a:pt x="1638681" y="188785"/>
                        <a:pt x="1630966" y="170402"/>
                        <a:pt x="1618488" y="156400"/>
                      </a:cubicBezTo>
                      <a:cubicBezTo>
                        <a:pt x="1634871" y="139827"/>
                        <a:pt x="1644968" y="117062"/>
                        <a:pt x="1644968" y="91916"/>
                      </a:cubicBezTo>
                      <a:cubicBezTo>
                        <a:pt x="1644968" y="60960"/>
                        <a:pt x="1629728" y="33623"/>
                        <a:pt x="1606296" y="16954"/>
                      </a:cubicBezTo>
                      <a:cubicBezTo>
                        <a:pt x="1591342" y="6286"/>
                        <a:pt x="1572959" y="0"/>
                        <a:pt x="1553147" y="0"/>
                      </a:cubicBezTo>
                      <a:cubicBezTo>
                        <a:pt x="1517142" y="0"/>
                        <a:pt x="1485995" y="20764"/>
                        <a:pt x="1470946" y="50959"/>
                      </a:cubicBezTo>
                      <a:cubicBezTo>
                        <a:pt x="1462754" y="48768"/>
                        <a:pt x="1454277" y="47530"/>
                        <a:pt x="1445419" y="47530"/>
                      </a:cubicBezTo>
                      <a:cubicBezTo>
                        <a:pt x="1391222" y="47530"/>
                        <a:pt x="1347216" y="91535"/>
                        <a:pt x="1347216" y="145732"/>
                      </a:cubicBezTo>
                      <a:cubicBezTo>
                        <a:pt x="1347216" y="146590"/>
                        <a:pt x="1347311" y="147542"/>
                        <a:pt x="1347311" y="148399"/>
                      </a:cubicBezTo>
                      <a:cubicBezTo>
                        <a:pt x="1293305" y="155543"/>
                        <a:pt x="1251490" y="200596"/>
                        <a:pt x="1249204" y="255937"/>
                      </a:cubicBezTo>
                      <a:cubicBezTo>
                        <a:pt x="1215867" y="261175"/>
                        <a:pt x="1190340" y="289941"/>
                        <a:pt x="1190340" y="324707"/>
                      </a:cubicBezTo>
                      <a:cubicBezTo>
                        <a:pt x="1190340" y="331089"/>
                        <a:pt x="1191292" y="337375"/>
                        <a:pt x="1192911" y="343281"/>
                      </a:cubicBezTo>
                      <a:cubicBezTo>
                        <a:pt x="1161669" y="348043"/>
                        <a:pt x="1135952" y="369380"/>
                        <a:pt x="1124903" y="398145"/>
                      </a:cubicBezTo>
                      <a:cubicBezTo>
                        <a:pt x="1110234" y="393668"/>
                        <a:pt x="1094804" y="391287"/>
                        <a:pt x="1078706" y="391287"/>
                      </a:cubicBezTo>
                      <a:cubicBezTo>
                        <a:pt x="990791" y="391287"/>
                        <a:pt x="919544" y="462534"/>
                        <a:pt x="919544" y="550450"/>
                      </a:cubicBezTo>
                      <a:cubicBezTo>
                        <a:pt x="919544" y="560641"/>
                        <a:pt x="920592" y="570547"/>
                        <a:pt x="922401" y="580263"/>
                      </a:cubicBezTo>
                      <a:cubicBezTo>
                        <a:pt x="913924" y="577977"/>
                        <a:pt x="904970" y="576643"/>
                        <a:pt x="895731" y="576643"/>
                      </a:cubicBezTo>
                      <a:cubicBezTo>
                        <a:pt x="839724" y="576643"/>
                        <a:pt x="794385" y="621982"/>
                        <a:pt x="794385" y="677989"/>
                      </a:cubicBezTo>
                      <a:cubicBezTo>
                        <a:pt x="794385" y="694087"/>
                        <a:pt x="798290" y="709327"/>
                        <a:pt x="804958" y="722852"/>
                      </a:cubicBezTo>
                      <a:cubicBezTo>
                        <a:pt x="790575" y="733044"/>
                        <a:pt x="780669" y="749141"/>
                        <a:pt x="778859" y="767620"/>
                      </a:cubicBezTo>
                      <a:cubicBezTo>
                        <a:pt x="768096" y="765048"/>
                        <a:pt x="756857" y="763524"/>
                        <a:pt x="745331" y="763524"/>
                      </a:cubicBezTo>
                      <a:cubicBezTo>
                        <a:pt x="665702" y="763524"/>
                        <a:pt x="601218" y="828008"/>
                        <a:pt x="601218" y="907637"/>
                      </a:cubicBezTo>
                      <a:cubicBezTo>
                        <a:pt x="601218" y="910018"/>
                        <a:pt x="601504" y="912400"/>
                        <a:pt x="601599" y="914781"/>
                      </a:cubicBezTo>
                      <a:cubicBezTo>
                        <a:pt x="588264" y="905351"/>
                        <a:pt x="572072" y="899731"/>
                        <a:pt x="554546" y="899731"/>
                      </a:cubicBezTo>
                      <a:cubicBezTo>
                        <a:pt x="512159" y="899731"/>
                        <a:pt x="477298" y="932116"/>
                        <a:pt x="473393" y="973455"/>
                      </a:cubicBezTo>
                      <a:cubicBezTo>
                        <a:pt x="462820" y="970883"/>
                        <a:pt x="451866" y="969455"/>
                        <a:pt x="440531" y="969455"/>
                      </a:cubicBezTo>
                      <a:cubicBezTo>
                        <a:pt x="363093" y="969455"/>
                        <a:pt x="300419" y="1032224"/>
                        <a:pt x="300419" y="1109567"/>
                      </a:cubicBezTo>
                      <a:cubicBezTo>
                        <a:pt x="300419" y="1137761"/>
                        <a:pt x="308800" y="1163955"/>
                        <a:pt x="323183" y="1185958"/>
                      </a:cubicBezTo>
                      <a:cubicBezTo>
                        <a:pt x="306134" y="1176242"/>
                        <a:pt x="286226" y="1170527"/>
                        <a:pt x="264795" y="1170527"/>
                      </a:cubicBezTo>
                      <a:cubicBezTo>
                        <a:pt x="202216" y="1170527"/>
                        <a:pt x="151543" y="1218343"/>
                        <a:pt x="151543" y="1277398"/>
                      </a:cubicBezTo>
                      <a:cubicBezTo>
                        <a:pt x="151543" y="1288542"/>
                        <a:pt x="153353" y="1299305"/>
                        <a:pt x="156686" y="1309402"/>
                      </a:cubicBezTo>
                      <a:cubicBezTo>
                        <a:pt x="151066" y="1308735"/>
                        <a:pt x="145447" y="1308259"/>
                        <a:pt x="139637" y="1308259"/>
                      </a:cubicBezTo>
                      <a:cubicBezTo>
                        <a:pt x="56960" y="1308259"/>
                        <a:pt x="0" y="1384078"/>
                        <a:pt x="0" y="1475041"/>
                      </a:cubicBezTo>
                      <a:lnTo>
                        <a:pt x="0" y="2076355"/>
                      </a:lnTo>
                      <a:lnTo>
                        <a:pt x="1521523" y="627221"/>
                      </a:lnTo>
                      <a:cubicBezTo>
                        <a:pt x="1570101" y="596646"/>
                        <a:pt x="1588580" y="579691"/>
                        <a:pt x="1592771" y="553593"/>
                      </a:cubicBezTo>
                      <a:cubicBezTo>
                        <a:pt x="1594771" y="540925"/>
                        <a:pt x="1592580" y="528923"/>
                        <a:pt x="1587532" y="518160"/>
                      </a:cubicBezTo>
                      <a:cubicBezTo>
                        <a:pt x="1618583" y="511778"/>
                        <a:pt x="1641920" y="484346"/>
                        <a:pt x="1641920" y="451485"/>
                      </a:cubicBezTo>
                      <a:cubicBezTo>
                        <a:pt x="1641824" y="419576"/>
                        <a:pt x="1619917" y="392906"/>
                        <a:pt x="1590390" y="385477"/>
                      </a:cubicBezTo>
                      <a:close/>
                    </a:path>
                  </a:pathLst>
                </a:custGeom>
                <a:solidFill>
                  <a:srgbClr val="E5CD6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74" name="Forme libre : forme 16373">
                  <a:extLst>
                    <a:ext uri="{FF2B5EF4-FFF2-40B4-BE49-F238E27FC236}">
                      <a16:creationId xmlns:a16="http://schemas.microsoft.com/office/drawing/2014/main" id="{D94AE89E-A080-47CF-89C2-527BD45827E2}"/>
                    </a:ext>
                  </a:extLst>
                </p:cNvPr>
                <p:cNvSpPr/>
                <p:nvPr/>
              </p:nvSpPr>
              <p:spPr>
                <a:xfrm>
                  <a:off x="6561395" y="3761898"/>
                  <a:ext cx="1644967" cy="2076354"/>
                </a:xfrm>
                <a:custGeom>
                  <a:avLst/>
                  <a:gdLst>
                    <a:gd name="connsiteX0" fmla="*/ 0 w 1644967"/>
                    <a:gd name="connsiteY0" fmla="*/ 2076355 h 2076354"/>
                    <a:gd name="connsiteX1" fmla="*/ 1521428 w 1644967"/>
                    <a:gd name="connsiteY1" fmla="*/ 627221 h 2076354"/>
                    <a:gd name="connsiteX2" fmla="*/ 1592676 w 1644967"/>
                    <a:gd name="connsiteY2" fmla="*/ 553593 h 2076354"/>
                    <a:gd name="connsiteX3" fmla="*/ 1587436 w 1644967"/>
                    <a:gd name="connsiteY3" fmla="*/ 518160 h 2076354"/>
                    <a:gd name="connsiteX4" fmla="*/ 1641824 w 1644967"/>
                    <a:gd name="connsiteY4" fmla="*/ 451485 h 2076354"/>
                    <a:gd name="connsiteX5" fmla="*/ 1590390 w 1644967"/>
                    <a:gd name="connsiteY5" fmla="*/ 385477 h 2076354"/>
                    <a:gd name="connsiteX6" fmla="*/ 1602772 w 1644967"/>
                    <a:gd name="connsiteY6" fmla="*/ 328136 h 2076354"/>
                    <a:gd name="connsiteX7" fmla="*/ 1594295 w 1644967"/>
                    <a:gd name="connsiteY7" fmla="*/ 280130 h 2076354"/>
                    <a:gd name="connsiteX8" fmla="*/ 1638681 w 1644967"/>
                    <a:gd name="connsiteY8" fmla="*/ 209074 h 2076354"/>
                    <a:gd name="connsiteX9" fmla="*/ 1618488 w 1644967"/>
                    <a:gd name="connsiteY9" fmla="*/ 156400 h 2076354"/>
                    <a:gd name="connsiteX10" fmla="*/ 1644968 w 1644967"/>
                    <a:gd name="connsiteY10" fmla="*/ 91916 h 2076354"/>
                    <a:gd name="connsiteX11" fmla="*/ 1606296 w 1644967"/>
                    <a:gd name="connsiteY11" fmla="*/ 16954 h 2076354"/>
                    <a:gd name="connsiteX12" fmla="*/ 1553147 w 1644967"/>
                    <a:gd name="connsiteY12" fmla="*/ 0 h 2076354"/>
                    <a:gd name="connsiteX13" fmla="*/ 1470946 w 1644967"/>
                    <a:gd name="connsiteY13" fmla="*/ 50959 h 2076354"/>
                    <a:gd name="connsiteX14" fmla="*/ 1445419 w 1644967"/>
                    <a:gd name="connsiteY14" fmla="*/ 47530 h 2076354"/>
                    <a:gd name="connsiteX15" fmla="*/ 1347216 w 1644967"/>
                    <a:gd name="connsiteY15" fmla="*/ 145732 h 2076354"/>
                    <a:gd name="connsiteX16" fmla="*/ 1347311 w 1644967"/>
                    <a:gd name="connsiteY16" fmla="*/ 148399 h 2076354"/>
                    <a:gd name="connsiteX17" fmla="*/ 1249204 w 1644967"/>
                    <a:gd name="connsiteY17" fmla="*/ 255937 h 2076354"/>
                    <a:gd name="connsiteX18" fmla="*/ 1190340 w 1644967"/>
                    <a:gd name="connsiteY18" fmla="*/ 324707 h 2076354"/>
                    <a:gd name="connsiteX19" fmla="*/ 1192911 w 1644967"/>
                    <a:gd name="connsiteY19" fmla="*/ 343281 h 2076354"/>
                    <a:gd name="connsiteX20" fmla="*/ 1124902 w 1644967"/>
                    <a:gd name="connsiteY20" fmla="*/ 398145 h 2076354"/>
                    <a:gd name="connsiteX21" fmla="*/ 1078706 w 1644967"/>
                    <a:gd name="connsiteY21" fmla="*/ 391287 h 2076354"/>
                    <a:gd name="connsiteX22" fmla="*/ 919543 w 1644967"/>
                    <a:gd name="connsiteY22" fmla="*/ 550450 h 2076354"/>
                    <a:gd name="connsiteX23" fmla="*/ 922401 w 1644967"/>
                    <a:gd name="connsiteY23" fmla="*/ 580263 h 2076354"/>
                    <a:gd name="connsiteX24" fmla="*/ 895731 w 1644967"/>
                    <a:gd name="connsiteY24" fmla="*/ 576643 h 2076354"/>
                    <a:gd name="connsiteX25" fmla="*/ 794385 w 1644967"/>
                    <a:gd name="connsiteY25" fmla="*/ 677989 h 2076354"/>
                    <a:gd name="connsiteX26" fmla="*/ 804958 w 1644967"/>
                    <a:gd name="connsiteY26" fmla="*/ 722852 h 2076354"/>
                    <a:gd name="connsiteX27" fmla="*/ 778859 w 1644967"/>
                    <a:gd name="connsiteY27" fmla="*/ 767620 h 2076354"/>
                    <a:gd name="connsiteX28" fmla="*/ 745331 w 1644967"/>
                    <a:gd name="connsiteY28" fmla="*/ 763524 h 2076354"/>
                    <a:gd name="connsiteX29" fmla="*/ 601218 w 1644967"/>
                    <a:gd name="connsiteY29" fmla="*/ 907637 h 2076354"/>
                    <a:gd name="connsiteX30" fmla="*/ 601599 w 1644967"/>
                    <a:gd name="connsiteY30" fmla="*/ 914781 h 2076354"/>
                    <a:gd name="connsiteX31" fmla="*/ 554546 w 1644967"/>
                    <a:gd name="connsiteY31" fmla="*/ 899731 h 2076354"/>
                    <a:gd name="connsiteX32" fmla="*/ 473393 w 1644967"/>
                    <a:gd name="connsiteY32" fmla="*/ 973455 h 2076354"/>
                    <a:gd name="connsiteX33" fmla="*/ 440531 w 1644967"/>
                    <a:gd name="connsiteY33" fmla="*/ 969455 h 2076354"/>
                    <a:gd name="connsiteX34" fmla="*/ 300418 w 1644967"/>
                    <a:gd name="connsiteY34" fmla="*/ 1109567 h 2076354"/>
                    <a:gd name="connsiteX35" fmla="*/ 323183 w 1644967"/>
                    <a:gd name="connsiteY35" fmla="*/ 1185958 h 2076354"/>
                    <a:gd name="connsiteX36" fmla="*/ 264795 w 1644967"/>
                    <a:gd name="connsiteY36" fmla="*/ 1170527 h 2076354"/>
                    <a:gd name="connsiteX37" fmla="*/ 151543 w 1644967"/>
                    <a:gd name="connsiteY37" fmla="*/ 1277398 h 2076354"/>
                    <a:gd name="connsiteX38" fmla="*/ 156686 w 1644967"/>
                    <a:gd name="connsiteY38" fmla="*/ 1309402 h 2076354"/>
                    <a:gd name="connsiteX39" fmla="*/ 139636 w 1644967"/>
                    <a:gd name="connsiteY39" fmla="*/ 1308259 h 2076354"/>
                    <a:gd name="connsiteX40" fmla="*/ 0 w 1644967"/>
                    <a:gd name="connsiteY40" fmla="*/ 1475041 h 2076354"/>
                    <a:gd name="connsiteX41" fmla="*/ 0 w 1644967"/>
                    <a:gd name="connsiteY41" fmla="*/ 1547908 h 2076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644967" h="2076354">
                      <a:moveTo>
                        <a:pt x="0" y="2076355"/>
                      </a:moveTo>
                      <a:lnTo>
                        <a:pt x="1521428" y="627221"/>
                      </a:lnTo>
                      <a:cubicBezTo>
                        <a:pt x="1570006" y="596646"/>
                        <a:pt x="1588484" y="579691"/>
                        <a:pt x="1592676" y="553593"/>
                      </a:cubicBezTo>
                      <a:cubicBezTo>
                        <a:pt x="1594675" y="540925"/>
                        <a:pt x="1592485" y="528923"/>
                        <a:pt x="1587436" y="518160"/>
                      </a:cubicBezTo>
                      <a:cubicBezTo>
                        <a:pt x="1618488" y="511778"/>
                        <a:pt x="1641824" y="484346"/>
                        <a:pt x="1641824" y="451485"/>
                      </a:cubicBezTo>
                      <a:cubicBezTo>
                        <a:pt x="1641824" y="419671"/>
                        <a:pt x="1619917" y="393001"/>
                        <a:pt x="1590390" y="385477"/>
                      </a:cubicBezTo>
                      <a:cubicBezTo>
                        <a:pt x="1598295" y="367951"/>
                        <a:pt x="1602772" y="348615"/>
                        <a:pt x="1602772" y="328136"/>
                      </a:cubicBezTo>
                      <a:cubicBezTo>
                        <a:pt x="1602772" y="311277"/>
                        <a:pt x="1599724" y="295084"/>
                        <a:pt x="1594295" y="280130"/>
                      </a:cubicBezTo>
                      <a:cubicBezTo>
                        <a:pt x="1620584" y="267271"/>
                        <a:pt x="1638681" y="240316"/>
                        <a:pt x="1638681" y="209074"/>
                      </a:cubicBezTo>
                      <a:cubicBezTo>
                        <a:pt x="1638681" y="188785"/>
                        <a:pt x="1630966" y="170402"/>
                        <a:pt x="1618488" y="156400"/>
                      </a:cubicBezTo>
                      <a:cubicBezTo>
                        <a:pt x="1634871" y="139827"/>
                        <a:pt x="1644968" y="117062"/>
                        <a:pt x="1644968" y="91916"/>
                      </a:cubicBezTo>
                      <a:cubicBezTo>
                        <a:pt x="1644968" y="60960"/>
                        <a:pt x="1629727" y="33623"/>
                        <a:pt x="1606296" y="16954"/>
                      </a:cubicBezTo>
                      <a:cubicBezTo>
                        <a:pt x="1591342" y="6286"/>
                        <a:pt x="1572959" y="0"/>
                        <a:pt x="1553147" y="0"/>
                      </a:cubicBezTo>
                      <a:cubicBezTo>
                        <a:pt x="1517142" y="0"/>
                        <a:pt x="1485995" y="20764"/>
                        <a:pt x="1470946" y="50959"/>
                      </a:cubicBezTo>
                      <a:cubicBezTo>
                        <a:pt x="1462754" y="48768"/>
                        <a:pt x="1454277" y="47530"/>
                        <a:pt x="1445419" y="47530"/>
                      </a:cubicBezTo>
                      <a:cubicBezTo>
                        <a:pt x="1391222" y="47530"/>
                        <a:pt x="1347216" y="91535"/>
                        <a:pt x="1347216" y="145732"/>
                      </a:cubicBezTo>
                      <a:cubicBezTo>
                        <a:pt x="1347216" y="146590"/>
                        <a:pt x="1347311" y="147542"/>
                        <a:pt x="1347311" y="148399"/>
                      </a:cubicBezTo>
                      <a:cubicBezTo>
                        <a:pt x="1293305" y="155543"/>
                        <a:pt x="1251490" y="200596"/>
                        <a:pt x="1249204" y="255937"/>
                      </a:cubicBezTo>
                      <a:cubicBezTo>
                        <a:pt x="1215867" y="261175"/>
                        <a:pt x="1190340" y="289941"/>
                        <a:pt x="1190340" y="324707"/>
                      </a:cubicBezTo>
                      <a:cubicBezTo>
                        <a:pt x="1190340" y="331089"/>
                        <a:pt x="1191292" y="337375"/>
                        <a:pt x="1192911" y="343281"/>
                      </a:cubicBezTo>
                      <a:cubicBezTo>
                        <a:pt x="1161669" y="348043"/>
                        <a:pt x="1135952" y="369380"/>
                        <a:pt x="1124902" y="398145"/>
                      </a:cubicBezTo>
                      <a:cubicBezTo>
                        <a:pt x="1110234" y="393668"/>
                        <a:pt x="1094804" y="391287"/>
                        <a:pt x="1078706" y="391287"/>
                      </a:cubicBezTo>
                      <a:cubicBezTo>
                        <a:pt x="990791" y="391287"/>
                        <a:pt x="919543" y="462534"/>
                        <a:pt x="919543" y="550450"/>
                      </a:cubicBezTo>
                      <a:cubicBezTo>
                        <a:pt x="919543" y="560641"/>
                        <a:pt x="920592" y="570547"/>
                        <a:pt x="922401" y="580263"/>
                      </a:cubicBezTo>
                      <a:cubicBezTo>
                        <a:pt x="913924" y="577977"/>
                        <a:pt x="904970" y="576643"/>
                        <a:pt x="895731" y="576643"/>
                      </a:cubicBezTo>
                      <a:cubicBezTo>
                        <a:pt x="839724" y="576643"/>
                        <a:pt x="794385" y="621982"/>
                        <a:pt x="794385" y="677989"/>
                      </a:cubicBezTo>
                      <a:cubicBezTo>
                        <a:pt x="794385" y="694087"/>
                        <a:pt x="798290" y="709327"/>
                        <a:pt x="804958" y="722852"/>
                      </a:cubicBezTo>
                      <a:cubicBezTo>
                        <a:pt x="790575" y="733044"/>
                        <a:pt x="780669" y="749141"/>
                        <a:pt x="778859" y="767620"/>
                      </a:cubicBezTo>
                      <a:cubicBezTo>
                        <a:pt x="768096" y="765048"/>
                        <a:pt x="756857" y="763524"/>
                        <a:pt x="745331" y="763524"/>
                      </a:cubicBezTo>
                      <a:cubicBezTo>
                        <a:pt x="665702" y="763524"/>
                        <a:pt x="601218" y="828008"/>
                        <a:pt x="601218" y="907637"/>
                      </a:cubicBezTo>
                      <a:cubicBezTo>
                        <a:pt x="601218" y="910018"/>
                        <a:pt x="601504" y="912400"/>
                        <a:pt x="601599" y="914781"/>
                      </a:cubicBezTo>
                      <a:cubicBezTo>
                        <a:pt x="588264" y="905351"/>
                        <a:pt x="572072" y="899731"/>
                        <a:pt x="554546" y="899731"/>
                      </a:cubicBezTo>
                      <a:cubicBezTo>
                        <a:pt x="512159" y="899731"/>
                        <a:pt x="477298" y="932116"/>
                        <a:pt x="473393" y="973455"/>
                      </a:cubicBezTo>
                      <a:cubicBezTo>
                        <a:pt x="462820" y="970883"/>
                        <a:pt x="451866" y="969455"/>
                        <a:pt x="440531" y="969455"/>
                      </a:cubicBezTo>
                      <a:cubicBezTo>
                        <a:pt x="363093" y="969455"/>
                        <a:pt x="300418" y="1032224"/>
                        <a:pt x="300418" y="1109567"/>
                      </a:cubicBezTo>
                      <a:cubicBezTo>
                        <a:pt x="300418" y="1137761"/>
                        <a:pt x="308800" y="1163955"/>
                        <a:pt x="323183" y="1185958"/>
                      </a:cubicBezTo>
                      <a:cubicBezTo>
                        <a:pt x="306134" y="1176242"/>
                        <a:pt x="286226" y="1170527"/>
                        <a:pt x="264795" y="1170527"/>
                      </a:cubicBezTo>
                      <a:cubicBezTo>
                        <a:pt x="202216" y="1170527"/>
                        <a:pt x="151543" y="1218343"/>
                        <a:pt x="151543" y="1277398"/>
                      </a:cubicBezTo>
                      <a:cubicBezTo>
                        <a:pt x="151543" y="1288542"/>
                        <a:pt x="153352" y="1299305"/>
                        <a:pt x="156686" y="1309402"/>
                      </a:cubicBezTo>
                      <a:cubicBezTo>
                        <a:pt x="151066" y="1308735"/>
                        <a:pt x="145447" y="1308259"/>
                        <a:pt x="139636" y="1308259"/>
                      </a:cubicBezTo>
                      <a:cubicBezTo>
                        <a:pt x="56959" y="1308259"/>
                        <a:pt x="0" y="1384078"/>
                        <a:pt x="0" y="1475041"/>
                      </a:cubicBezTo>
                      <a:lnTo>
                        <a:pt x="0" y="1547908"/>
                      </a:lnTo>
                    </a:path>
                  </a:pathLst>
                </a:custGeom>
                <a:noFill/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75" name="Forme libre : forme 16374">
                  <a:extLst>
                    <a:ext uri="{FF2B5EF4-FFF2-40B4-BE49-F238E27FC236}">
                      <a16:creationId xmlns:a16="http://schemas.microsoft.com/office/drawing/2014/main" id="{23ACE7BF-537A-4FD0-93C7-6702A87B9C52}"/>
                    </a:ext>
                  </a:extLst>
                </p:cNvPr>
                <p:cNvSpPr/>
                <p:nvPr/>
              </p:nvSpPr>
              <p:spPr>
                <a:xfrm>
                  <a:off x="493977" y="5739764"/>
                  <a:ext cx="34569" cy="92392"/>
                </a:xfrm>
                <a:custGeom>
                  <a:avLst/>
                  <a:gdLst>
                    <a:gd name="connsiteX0" fmla="*/ 6851 w 34569"/>
                    <a:gd name="connsiteY0" fmla="*/ 0 h 92392"/>
                    <a:gd name="connsiteX1" fmla="*/ 10471 w 34569"/>
                    <a:gd name="connsiteY1" fmla="*/ 47054 h 92392"/>
                    <a:gd name="connsiteX2" fmla="*/ 16853 w 34569"/>
                    <a:gd name="connsiteY2" fmla="*/ 73438 h 92392"/>
                    <a:gd name="connsiteX3" fmla="*/ 34569 w 34569"/>
                    <a:gd name="connsiteY3" fmla="*/ 92393 h 92392"/>
                    <a:gd name="connsiteX4" fmla="*/ 660 w 34569"/>
                    <a:gd name="connsiteY4" fmla="*/ 66866 h 92392"/>
                    <a:gd name="connsiteX5" fmla="*/ 8757 w 34569"/>
                    <a:gd name="connsiteY5" fmla="*/ 33814 h 92392"/>
                    <a:gd name="connsiteX6" fmla="*/ 6851 w 34569"/>
                    <a:gd name="connsiteY6" fmla="*/ 0 h 92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569" h="92392">
                      <a:moveTo>
                        <a:pt x="6851" y="0"/>
                      </a:moveTo>
                      <a:cubicBezTo>
                        <a:pt x="6089" y="15716"/>
                        <a:pt x="8185" y="31433"/>
                        <a:pt x="10471" y="47054"/>
                      </a:cubicBezTo>
                      <a:cubicBezTo>
                        <a:pt x="11805" y="56007"/>
                        <a:pt x="13233" y="65151"/>
                        <a:pt x="16853" y="73438"/>
                      </a:cubicBezTo>
                      <a:cubicBezTo>
                        <a:pt x="20472" y="81629"/>
                        <a:pt x="26378" y="88583"/>
                        <a:pt x="34569" y="92393"/>
                      </a:cubicBezTo>
                      <a:cubicBezTo>
                        <a:pt x="17900" y="89916"/>
                        <a:pt x="-4102" y="88964"/>
                        <a:pt x="660" y="66866"/>
                      </a:cubicBezTo>
                      <a:cubicBezTo>
                        <a:pt x="3041" y="55626"/>
                        <a:pt x="7613" y="45625"/>
                        <a:pt x="8757" y="33814"/>
                      </a:cubicBezTo>
                      <a:cubicBezTo>
                        <a:pt x="9804" y="22384"/>
                        <a:pt x="6375" y="11145"/>
                        <a:pt x="6851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76" name="Forme libre : forme 16375">
                  <a:extLst>
                    <a:ext uri="{FF2B5EF4-FFF2-40B4-BE49-F238E27FC236}">
                      <a16:creationId xmlns:a16="http://schemas.microsoft.com/office/drawing/2014/main" id="{3633FD16-71E4-4E17-BB29-83DA9437CD76}"/>
                    </a:ext>
                  </a:extLst>
                </p:cNvPr>
                <p:cNvSpPr/>
                <p:nvPr/>
              </p:nvSpPr>
              <p:spPr>
                <a:xfrm>
                  <a:off x="678279" y="5470112"/>
                  <a:ext cx="208025" cy="170307"/>
                </a:xfrm>
                <a:custGeom>
                  <a:avLst/>
                  <a:gdLst>
                    <a:gd name="connsiteX0" fmla="*/ 176022 w 208025"/>
                    <a:gd name="connsiteY0" fmla="*/ 72962 h 170307"/>
                    <a:gd name="connsiteX1" fmla="*/ 161163 w 208025"/>
                    <a:gd name="connsiteY1" fmla="*/ 91154 h 170307"/>
                    <a:gd name="connsiteX2" fmla="*/ 82486 w 208025"/>
                    <a:gd name="connsiteY2" fmla="*/ 119729 h 170307"/>
                    <a:gd name="connsiteX3" fmla="*/ 0 w 208025"/>
                    <a:gd name="connsiteY3" fmla="*/ 100299 h 170307"/>
                    <a:gd name="connsiteX4" fmla="*/ 119729 w 208025"/>
                    <a:gd name="connsiteY4" fmla="*/ 124683 h 170307"/>
                    <a:gd name="connsiteX5" fmla="*/ 151543 w 208025"/>
                    <a:gd name="connsiteY5" fmla="*/ 121539 h 170307"/>
                    <a:gd name="connsiteX6" fmla="*/ 165354 w 208025"/>
                    <a:gd name="connsiteY6" fmla="*/ 131255 h 170307"/>
                    <a:gd name="connsiteX7" fmla="*/ 208026 w 208025"/>
                    <a:gd name="connsiteY7" fmla="*/ 170307 h 170307"/>
                    <a:gd name="connsiteX8" fmla="*/ 183928 w 208025"/>
                    <a:gd name="connsiteY8" fmla="*/ 131159 h 170307"/>
                    <a:gd name="connsiteX9" fmla="*/ 175831 w 208025"/>
                    <a:gd name="connsiteY9" fmla="*/ 111347 h 170307"/>
                    <a:gd name="connsiteX10" fmla="*/ 191357 w 208025"/>
                    <a:gd name="connsiteY10" fmla="*/ 74676 h 170307"/>
                    <a:gd name="connsiteX11" fmla="*/ 191738 w 208025"/>
                    <a:gd name="connsiteY11" fmla="*/ 34671 h 170307"/>
                    <a:gd name="connsiteX12" fmla="*/ 174403 w 208025"/>
                    <a:gd name="connsiteY12" fmla="*/ 0 h 170307"/>
                    <a:gd name="connsiteX13" fmla="*/ 176022 w 208025"/>
                    <a:gd name="connsiteY13" fmla="*/ 72962 h 17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08025" h="170307">
                      <a:moveTo>
                        <a:pt x="176022" y="72962"/>
                      </a:moveTo>
                      <a:cubicBezTo>
                        <a:pt x="172307" y="79915"/>
                        <a:pt x="167068" y="85916"/>
                        <a:pt x="161163" y="91154"/>
                      </a:cubicBezTo>
                      <a:cubicBezTo>
                        <a:pt x="139922" y="110109"/>
                        <a:pt x="111061" y="119349"/>
                        <a:pt x="82486" y="119729"/>
                      </a:cubicBezTo>
                      <a:cubicBezTo>
                        <a:pt x="54007" y="120111"/>
                        <a:pt x="25813" y="112300"/>
                        <a:pt x="0" y="100299"/>
                      </a:cubicBezTo>
                      <a:cubicBezTo>
                        <a:pt x="33147" y="126397"/>
                        <a:pt x="78962" y="135731"/>
                        <a:pt x="119729" y="124683"/>
                      </a:cubicBezTo>
                      <a:cubicBezTo>
                        <a:pt x="130207" y="121825"/>
                        <a:pt x="141351" y="117729"/>
                        <a:pt x="151543" y="121539"/>
                      </a:cubicBezTo>
                      <a:cubicBezTo>
                        <a:pt x="156877" y="123540"/>
                        <a:pt x="161163" y="127445"/>
                        <a:pt x="165354" y="131255"/>
                      </a:cubicBezTo>
                      <a:cubicBezTo>
                        <a:pt x="179546" y="144304"/>
                        <a:pt x="193834" y="157258"/>
                        <a:pt x="208026" y="170307"/>
                      </a:cubicBezTo>
                      <a:cubicBezTo>
                        <a:pt x="200025" y="157258"/>
                        <a:pt x="192024" y="144209"/>
                        <a:pt x="183928" y="131159"/>
                      </a:cubicBezTo>
                      <a:cubicBezTo>
                        <a:pt x="180118" y="125063"/>
                        <a:pt x="176308" y="118586"/>
                        <a:pt x="175831" y="111347"/>
                      </a:cubicBezTo>
                      <a:cubicBezTo>
                        <a:pt x="175069" y="97917"/>
                        <a:pt x="186118" y="87154"/>
                        <a:pt x="191357" y="74676"/>
                      </a:cubicBezTo>
                      <a:cubicBezTo>
                        <a:pt x="196596" y="62103"/>
                        <a:pt x="195739" y="47720"/>
                        <a:pt x="191738" y="34671"/>
                      </a:cubicBezTo>
                      <a:cubicBezTo>
                        <a:pt x="188023" y="22670"/>
                        <a:pt x="182023" y="10002"/>
                        <a:pt x="174403" y="0"/>
                      </a:cubicBezTo>
                      <a:cubicBezTo>
                        <a:pt x="178498" y="24670"/>
                        <a:pt x="188881" y="48768"/>
                        <a:pt x="176022" y="7296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77" name="Forme libre : forme 16376">
                  <a:extLst>
                    <a:ext uri="{FF2B5EF4-FFF2-40B4-BE49-F238E27FC236}">
                      <a16:creationId xmlns:a16="http://schemas.microsoft.com/office/drawing/2014/main" id="{1F425C4A-02A3-4E15-A212-2732B97A7C16}"/>
                    </a:ext>
                  </a:extLst>
                </p:cNvPr>
                <p:cNvSpPr/>
                <p:nvPr/>
              </p:nvSpPr>
              <p:spPr>
                <a:xfrm>
                  <a:off x="620653" y="5706332"/>
                  <a:ext cx="174021" cy="52838"/>
                </a:xfrm>
                <a:custGeom>
                  <a:avLst/>
                  <a:gdLst>
                    <a:gd name="connsiteX0" fmla="*/ 50006 w 174021"/>
                    <a:gd name="connsiteY0" fmla="*/ 50863 h 52838"/>
                    <a:gd name="connsiteX1" fmla="*/ 87154 w 174021"/>
                    <a:gd name="connsiteY1" fmla="*/ 0 h 52838"/>
                    <a:gd name="connsiteX2" fmla="*/ 126873 w 174021"/>
                    <a:gd name="connsiteY2" fmla="*/ 23717 h 52838"/>
                    <a:gd name="connsiteX3" fmla="*/ 174022 w 174021"/>
                    <a:gd name="connsiteY3" fmla="*/ 11049 h 52838"/>
                    <a:gd name="connsiteX4" fmla="*/ 163735 w 174021"/>
                    <a:gd name="connsiteY4" fmla="*/ 24955 h 52838"/>
                    <a:gd name="connsiteX5" fmla="*/ 146304 w 174021"/>
                    <a:gd name="connsiteY5" fmla="*/ 29337 h 52838"/>
                    <a:gd name="connsiteX6" fmla="*/ 93345 w 174021"/>
                    <a:gd name="connsiteY6" fmla="*/ 18955 h 52838"/>
                    <a:gd name="connsiteX7" fmla="*/ 78867 w 174021"/>
                    <a:gd name="connsiteY7" fmla="*/ 39052 h 52838"/>
                    <a:gd name="connsiteX8" fmla="*/ 54864 w 174021"/>
                    <a:gd name="connsiteY8" fmla="*/ 47530 h 52838"/>
                    <a:gd name="connsiteX9" fmla="*/ 20193 w 174021"/>
                    <a:gd name="connsiteY9" fmla="*/ 52388 h 52838"/>
                    <a:gd name="connsiteX10" fmla="*/ 0 w 174021"/>
                    <a:gd name="connsiteY10" fmla="*/ 42576 h 52838"/>
                    <a:gd name="connsiteX11" fmla="*/ 50006 w 174021"/>
                    <a:gd name="connsiteY11" fmla="*/ 50863 h 52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4021" h="52838">
                      <a:moveTo>
                        <a:pt x="50006" y="50863"/>
                      </a:moveTo>
                      <a:cubicBezTo>
                        <a:pt x="71914" y="44672"/>
                        <a:pt x="89059" y="22669"/>
                        <a:pt x="87154" y="0"/>
                      </a:cubicBezTo>
                      <a:cubicBezTo>
                        <a:pt x="92964" y="15335"/>
                        <a:pt x="110490" y="23622"/>
                        <a:pt x="126873" y="23717"/>
                      </a:cubicBezTo>
                      <a:cubicBezTo>
                        <a:pt x="143256" y="23813"/>
                        <a:pt x="158877" y="17335"/>
                        <a:pt x="174022" y="11049"/>
                      </a:cubicBezTo>
                      <a:cubicBezTo>
                        <a:pt x="173641" y="17050"/>
                        <a:pt x="169069" y="22193"/>
                        <a:pt x="163735" y="24955"/>
                      </a:cubicBezTo>
                      <a:cubicBezTo>
                        <a:pt x="158401" y="27717"/>
                        <a:pt x="152305" y="28575"/>
                        <a:pt x="146304" y="29337"/>
                      </a:cubicBezTo>
                      <a:cubicBezTo>
                        <a:pt x="127635" y="31813"/>
                        <a:pt x="105632" y="33147"/>
                        <a:pt x="93345" y="18955"/>
                      </a:cubicBezTo>
                      <a:cubicBezTo>
                        <a:pt x="92392" y="27431"/>
                        <a:pt x="86201" y="34575"/>
                        <a:pt x="78867" y="39052"/>
                      </a:cubicBezTo>
                      <a:cubicBezTo>
                        <a:pt x="71533" y="43434"/>
                        <a:pt x="63151" y="45529"/>
                        <a:pt x="54864" y="47530"/>
                      </a:cubicBezTo>
                      <a:cubicBezTo>
                        <a:pt x="43529" y="50292"/>
                        <a:pt x="31909" y="53054"/>
                        <a:pt x="20193" y="52388"/>
                      </a:cubicBezTo>
                      <a:cubicBezTo>
                        <a:pt x="13716" y="52006"/>
                        <a:pt x="190" y="50768"/>
                        <a:pt x="0" y="42576"/>
                      </a:cubicBezTo>
                      <a:cubicBezTo>
                        <a:pt x="15716" y="50863"/>
                        <a:pt x="32480" y="55816"/>
                        <a:pt x="50006" y="5086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78" name="Forme libre : forme 16377">
                  <a:extLst>
                    <a:ext uri="{FF2B5EF4-FFF2-40B4-BE49-F238E27FC236}">
                      <a16:creationId xmlns:a16="http://schemas.microsoft.com/office/drawing/2014/main" id="{2A7FBB8D-C7E8-4BC1-BF47-776877D451B6}"/>
                    </a:ext>
                  </a:extLst>
                </p:cNvPr>
                <p:cNvSpPr/>
                <p:nvPr/>
              </p:nvSpPr>
              <p:spPr>
                <a:xfrm>
                  <a:off x="927548" y="5421439"/>
                  <a:ext cx="276095" cy="278034"/>
                </a:xfrm>
                <a:custGeom>
                  <a:avLst/>
                  <a:gdLst>
                    <a:gd name="connsiteX0" fmla="*/ 191929 w 276095"/>
                    <a:gd name="connsiteY0" fmla="*/ 104584 h 278034"/>
                    <a:gd name="connsiteX1" fmla="*/ 189071 w 276095"/>
                    <a:gd name="connsiteY1" fmla="*/ 139160 h 278034"/>
                    <a:gd name="connsiteX2" fmla="*/ 130016 w 276095"/>
                    <a:gd name="connsiteY2" fmla="*/ 200883 h 278034"/>
                    <a:gd name="connsiteX3" fmla="*/ 42863 w 276095"/>
                    <a:gd name="connsiteY3" fmla="*/ 209645 h 278034"/>
                    <a:gd name="connsiteX4" fmla="*/ 0 w 276095"/>
                    <a:gd name="connsiteY4" fmla="*/ 206597 h 278034"/>
                    <a:gd name="connsiteX5" fmla="*/ 64484 w 276095"/>
                    <a:gd name="connsiteY5" fmla="*/ 216027 h 278034"/>
                    <a:gd name="connsiteX6" fmla="*/ 196025 w 276095"/>
                    <a:gd name="connsiteY6" fmla="*/ 154305 h 278034"/>
                    <a:gd name="connsiteX7" fmla="*/ 200596 w 276095"/>
                    <a:gd name="connsiteY7" fmla="*/ 148590 h 278034"/>
                    <a:gd name="connsiteX8" fmla="*/ 213741 w 276095"/>
                    <a:gd name="connsiteY8" fmla="*/ 149352 h 278034"/>
                    <a:gd name="connsiteX9" fmla="*/ 261080 w 276095"/>
                    <a:gd name="connsiteY9" fmla="*/ 204311 h 278034"/>
                    <a:gd name="connsiteX10" fmla="*/ 261556 w 276095"/>
                    <a:gd name="connsiteY10" fmla="*/ 278035 h 278034"/>
                    <a:gd name="connsiteX11" fmla="*/ 275272 w 276095"/>
                    <a:gd name="connsiteY11" fmla="*/ 214122 h 278034"/>
                    <a:gd name="connsiteX12" fmla="*/ 275177 w 276095"/>
                    <a:gd name="connsiteY12" fmla="*/ 196310 h 278034"/>
                    <a:gd name="connsiteX13" fmla="*/ 264890 w 276095"/>
                    <a:gd name="connsiteY13" fmla="*/ 179451 h 278034"/>
                    <a:gd name="connsiteX14" fmla="*/ 202311 w 276095"/>
                    <a:gd name="connsiteY14" fmla="*/ 139637 h 278034"/>
                    <a:gd name="connsiteX15" fmla="*/ 178022 w 276095"/>
                    <a:gd name="connsiteY15" fmla="*/ 35719 h 278034"/>
                    <a:gd name="connsiteX16" fmla="*/ 157258 w 276095"/>
                    <a:gd name="connsiteY16" fmla="*/ 7906 h 278034"/>
                    <a:gd name="connsiteX17" fmla="*/ 140875 w 276095"/>
                    <a:gd name="connsiteY17" fmla="*/ 0 h 278034"/>
                    <a:gd name="connsiteX18" fmla="*/ 159258 w 276095"/>
                    <a:gd name="connsiteY18" fmla="*/ 20193 h 278034"/>
                    <a:gd name="connsiteX19" fmla="*/ 176117 w 276095"/>
                    <a:gd name="connsiteY19" fmla="*/ 45530 h 278034"/>
                    <a:gd name="connsiteX20" fmla="*/ 191929 w 276095"/>
                    <a:gd name="connsiteY20" fmla="*/ 104584 h 278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6095" h="278034">
                      <a:moveTo>
                        <a:pt x="191929" y="104584"/>
                      </a:moveTo>
                      <a:cubicBezTo>
                        <a:pt x="192596" y="116205"/>
                        <a:pt x="192119" y="127921"/>
                        <a:pt x="189071" y="139160"/>
                      </a:cubicBezTo>
                      <a:cubicBezTo>
                        <a:pt x="181356" y="167640"/>
                        <a:pt x="157448" y="189833"/>
                        <a:pt x="130016" y="200883"/>
                      </a:cubicBezTo>
                      <a:cubicBezTo>
                        <a:pt x="102679" y="211836"/>
                        <a:pt x="72200" y="212884"/>
                        <a:pt x="42863" y="209645"/>
                      </a:cubicBezTo>
                      <a:cubicBezTo>
                        <a:pt x="28575" y="208026"/>
                        <a:pt x="14288" y="205550"/>
                        <a:pt x="0" y="206597"/>
                      </a:cubicBezTo>
                      <a:cubicBezTo>
                        <a:pt x="21622" y="209074"/>
                        <a:pt x="42863" y="214503"/>
                        <a:pt x="64484" y="216027"/>
                      </a:cubicBezTo>
                      <a:cubicBezTo>
                        <a:pt x="115348" y="219646"/>
                        <a:pt x="169926" y="198120"/>
                        <a:pt x="196025" y="154305"/>
                      </a:cubicBezTo>
                      <a:cubicBezTo>
                        <a:pt x="197263" y="152209"/>
                        <a:pt x="198596" y="149923"/>
                        <a:pt x="200596" y="148590"/>
                      </a:cubicBezTo>
                      <a:cubicBezTo>
                        <a:pt x="204406" y="146114"/>
                        <a:pt x="209550" y="147447"/>
                        <a:pt x="213741" y="149352"/>
                      </a:cubicBezTo>
                      <a:cubicBezTo>
                        <a:pt x="236506" y="159353"/>
                        <a:pt x="253365" y="180594"/>
                        <a:pt x="261080" y="204311"/>
                      </a:cubicBezTo>
                      <a:cubicBezTo>
                        <a:pt x="268700" y="228029"/>
                        <a:pt x="267748" y="253937"/>
                        <a:pt x="261556" y="278035"/>
                      </a:cubicBezTo>
                      <a:cubicBezTo>
                        <a:pt x="267843" y="257175"/>
                        <a:pt x="272415" y="235744"/>
                        <a:pt x="275272" y="214122"/>
                      </a:cubicBezTo>
                      <a:cubicBezTo>
                        <a:pt x="276034" y="208216"/>
                        <a:pt x="276701" y="202121"/>
                        <a:pt x="275177" y="196310"/>
                      </a:cubicBezTo>
                      <a:cubicBezTo>
                        <a:pt x="273463" y="189929"/>
                        <a:pt x="269272" y="184404"/>
                        <a:pt x="264890" y="179451"/>
                      </a:cubicBezTo>
                      <a:cubicBezTo>
                        <a:pt x="248126" y="160782"/>
                        <a:pt x="226219" y="146875"/>
                        <a:pt x="202311" y="139637"/>
                      </a:cubicBezTo>
                      <a:cubicBezTo>
                        <a:pt x="202883" y="103727"/>
                        <a:pt x="194405" y="67628"/>
                        <a:pt x="178022" y="35719"/>
                      </a:cubicBezTo>
                      <a:cubicBezTo>
                        <a:pt x="172688" y="25337"/>
                        <a:pt x="166306" y="15240"/>
                        <a:pt x="157258" y="7906"/>
                      </a:cubicBezTo>
                      <a:cubicBezTo>
                        <a:pt x="152495" y="4096"/>
                        <a:pt x="146875" y="953"/>
                        <a:pt x="140875" y="0"/>
                      </a:cubicBezTo>
                      <a:cubicBezTo>
                        <a:pt x="142304" y="7334"/>
                        <a:pt x="154114" y="14192"/>
                        <a:pt x="159258" y="20193"/>
                      </a:cubicBezTo>
                      <a:cubicBezTo>
                        <a:pt x="165925" y="27908"/>
                        <a:pt x="171545" y="36481"/>
                        <a:pt x="176117" y="45530"/>
                      </a:cubicBezTo>
                      <a:cubicBezTo>
                        <a:pt x="185452" y="63627"/>
                        <a:pt x="190691" y="84106"/>
                        <a:pt x="191929" y="104584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79" name="Forme libre : forme 16378">
                  <a:extLst>
                    <a:ext uri="{FF2B5EF4-FFF2-40B4-BE49-F238E27FC236}">
                      <a16:creationId xmlns:a16="http://schemas.microsoft.com/office/drawing/2014/main" id="{354450FF-5D05-4DB1-B42E-A82D0F01A45C}"/>
                    </a:ext>
                  </a:extLst>
                </p:cNvPr>
                <p:cNvSpPr/>
                <p:nvPr/>
              </p:nvSpPr>
              <p:spPr>
                <a:xfrm>
                  <a:off x="1135860" y="5367908"/>
                  <a:ext cx="120979" cy="113823"/>
                </a:xfrm>
                <a:custGeom>
                  <a:avLst/>
                  <a:gdLst>
                    <a:gd name="connsiteX0" fmla="*/ 81534 w 120979"/>
                    <a:gd name="connsiteY0" fmla="*/ 45720 h 113823"/>
                    <a:gd name="connsiteX1" fmla="*/ 0 w 120979"/>
                    <a:gd name="connsiteY1" fmla="*/ 70961 h 113823"/>
                    <a:gd name="connsiteX2" fmla="*/ 52197 w 120979"/>
                    <a:gd name="connsiteY2" fmla="*/ 67246 h 113823"/>
                    <a:gd name="connsiteX3" fmla="*/ 81629 w 120979"/>
                    <a:gd name="connsiteY3" fmla="*/ 62960 h 113823"/>
                    <a:gd name="connsiteX4" fmla="*/ 95155 w 120979"/>
                    <a:gd name="connsiteY4" fmla="*/ 71152 h 113823"/>
                    <a:gd name="connsiteX5" fmla="*/ 118396 w 120979"/>
                    <a:gd name="connsiteY5" fmla="*/ 113824 h 113823"/>
                    <a:gd name="connsiteX6" fmla="*/ 102679 w 120979"/>
                    <a:gd name="connsiteY6" fmla="*/ 64961 h 113823"/>
                    <a:gd name="connsiteX7" fmla="*/ 91726 w 120979"/>
                    <a:gd name="connsiteY7" fmla="*/ 53340 h 113823"/>
                    <a:gd name="connsiteX8" fmla="*/ 92678 w 120979"/>
                    <a:gd name="connsiteY8" fmla="*/ 48292 h 113823"/>
                    <a:gd name="connsiteX9" fmla="*/ 118491 w 120979"/>
                    <a:gd name="connsiteY9" fmla="*/ 0 h 113823"/>
                    <a:gd name="connsiteX10" fmla="*/ 81534 w 120979"/>
                    <a:gd name="connsiteY10" fmla="*/ 45720 h 113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979" h="113823">
                      <a:moveTo>
                        <a:pt x="81534" y="45720"/>
                      </a:moveTo>
                      <a:cubicBezTo>
                        <a:pt x="57912" y="62389"/>
                        <a:pt x="28766" y="69723"/>
                        <a:pt x="0" y="70961"/>
                      </a:cubicBezTo>
                      <a:cubicBezTo>
                        <a:pt x="17336" y="73628"/>
                        <a:pt x="35338" y="72390"/>
                        <a:pt x="52197" y="67246"/>
                      </a:cubicBezTo>
                      <a:cubicBezTo>
                        <a:pt x="61817" y="64294"/>
                        <a:pt x="72009" y="60103"/>
                        <a:pt x="81629" y="62960"/>
                      </a:cubicBezTo>
                      <a:cubicBezTo>
                        <a:pt x="86678" y="64484"/>
                        <a:pt x="91059" y="67818"/>
                        <a:pt x="95155" y="71152"/>
                      </a:cubicBezTo>
                      <a:cubicBezTo>
                        <a:pt x="108299" y="82010"/>
                        <a:pt x="121634" y="97155"/>
                        <a:pt x="118396" y="113824"/>
                      </a:cubicBezTo>
                      <a:cubicBezTo>
                        <a:pt x="125158" y="96584"/>
                        <a:pt x="118205" y="75057"/>
                        <a:pt x="102679" y="64961"/>
                      </a:cubicBezTo>
                      <a:cubicBezTo>
                        <a:pt x="98012" y="61913"/>
                        <a:pt x="92107" y="58864"/>
                        <a:pt x="91726" y="53340"/>
                      </a:cubicBezTo>
                      <a:cubicBezTo>
                        <a:pt x="91631" y="51625"/>
                        <a:pt x="92107" y="49911"/>
                        <a:pt x="92678" y="48292"/>
                      </a:cubicBezTo>
                      <a:cubicBezTo>
                        <a:pt x="97536" y="34861"/>
                        <a:pt x="123634" y="14668"/>
                        <a:pt x="118491" y="0"/>
                      </a:cubicBezTo>
                      <a:cubicBezTo>
                        <a:pt x="108871" y="18002"/>
                        <a:pt x="98584" y="33624"/>
                        <a:pt x="81534" y="4572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80" name="Forme libre : forme 16379">
                  <a:extLst>
                    <a:ext uri="{FF2B5EF4-FFF2-40B4-BE49-F238E27FC236}">
                      <a16:creationId xmlns:a16="http://schemas.microsoft.com/office/drawing/2014/main" id="{E96AFF82-F0BB-4291-A738-0AF596BD9C57}"/>
                    </a:ext>
                  </a:extLst>
                </p:cNvPr>
                <p:cNvSpPr/>
                <p:nvPr/>
              </p:nvSpPr>
              <p:spPr>
                <a:xfrm>
                  <a:off x="1172722" y="5531739"/>
                  <a:ext cx="72335" cy="72580"/>
                </a:xfrm>
                <a:custGeom>
                  <a:avLst/>
                  <a:gdLst>
                    <a:gd name="connsiteX0" fmla="*/ 0 w 72335"/>
                    <a:gd name="connsiteY0" fmla="*/ 53244 h 72580"/>
                    <a:gd name="connsiteX1" fmla="*/ 26956 w 72335"/>
                    <a:gd name="connsiteY1" fmla="*/ 56959 h 72580"/>
                    <a:gd name="connsiteX2" fmla="*/ 49911 w 72335"/>
                    <a:gd name="connsiteY2" fmla="*/ 40957 h 72580"/>
                    <a:gd name="connsiteX3" fmla="*/ 72295 w 72335"/>
                    <a:gd name="connsiteY3" fmla="*/ 0 h 72580"/>
                    <a:gd name="connsiteX4" fmla="*/ 57055 w 72335"/>
                    <a:gd name="connsiteY4" fmla="*/ 45911 h 72580"/>
                    <a:gd name="connsiteX5" fmla="*/ 15335 w 72335"/>
                    <a:gd name="connsiteY5" fmla="*/ 70390 h 72580"/>
                    <a:gd name="connsiteX6" fmla="*/ 15430 w 72335"/>
                    <a:gd name="connsiteY6" fmla="*/ 72580 h 72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335" h="72580">
                      <a:moveTo>
                        <a:pt x="0" y="53244"/>
                      </a:moveTo>
                      <a:cubicBezTo>
                        <a:pt x="7429" y="59055"/>
                        <a:pt x="18002" y="59912"/>
                        <a:pt x="26956" y="56959"/>
                      </a:cubicBezTo>
                      <a:cubicBezTo>
                        <a:pt x="35909" y="54102"/>
                        <a:pt x="43529" y="47910"/>
                        <a:pt x="49911" y="40957"/>
                      </a:cubicBezTo>
                      <a:cubicBezTo>
                        <a:pt x="60484" y="29337"/>
                        <a:pt x="68294" y="15144"/>
                        <a:pt x="72295" y="0"/>
                      </a:cubicBezTo>
                      <a:cubicBezTo>
                        <a:pt x="72866" y="16478"/>
                        <a:pt x="67342" y="33051"/>
                        <a:pt x="57055" y="45911"/>
                      </a:cubicBezTo>
                      <a:cubicBezTo>
                        <a:pt x="46672" y="58674"/>
                        <a:pt x="31623" y="67627"/>
                        <a:pt x="15335" y="70390"/>
                      </a:cubicBezTo>
                      <a:cubicBezTo>
                        <a:pt x="15335" y="71151"/>
                        <a:pt x="15430" y="71818"/>
                        <a:pt x="15430" y="72580"/>
                      </a:cubicBezTo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81" name="Forme libre : forme 16380">
                  <a:extLst>
                    <a:ext uri="{FF2B5EF4-FFF2-40B4-BE49-F238E27FC236}">
                      <a16:creationId xmlns:a16="http://schemas.microsoft.com/office/drawing/2014/main" id="{D5B4FDDC-50EE-4290-825B-295A3A297DD8}"/>
                    </a:ext>
                  </a:extLst>
                </p:cNvPr>
                <p:cNvSpPr/>
                <p:nvPr/>
              </p:nvSpPr>
              <p:spPr>
                <a:xfrm>
                  <a:off x="871827" y="5698521"/>
                  <a:ext cx="74580" cy="44677"/>
                </a:xfrm>
                <a:custGeom>
                  <a:avLst/>
                  <a:gdLst>
                    <a:gd name="connsiteX0" fmla="*/ 30385 w 74580"/>
                    <a:gd name="connsiteY0" fmla="*/ 0 h 44677"/>
                    <a:gd name="connsiteX1" fmla="*/ 46768 w 74580"/>
                    <a:gd name="connsiteY1" fmla="*/ 28384 h 44677"/>
                    <a:gd name="connsiteX2" fmla="*/ 74581 w 74580"/>
                    <a:gd name="connsiteY2" fmla="*/ 44386 h 44677"/>
                    <a:gd name="connsiteX3" fmla="*/ 33052 w 74580"/>
                    <a:gd name="connsiteY3" fmla="*/ 16859 h 44677"/>
                    <a:gd name="connsiteX4" fmla="*/ 0 w 74580"/>
                    <a:gd name="connsiteY4" fmla="*/ 38005 h 44677"/>
                    <a:gd name="connsiteX5" fmla="*/ 30385 w 74580"/>
                    <a:gd name="connsiteY5" fmla="*/ 0 h 44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580" h="44677">
                      <a:moveTo>
                        <a:pt x="30385" y="0"/>
                      </a:moveTo>
                      <a:cubicBezTo>
                        <a:pt x="35052" y="9906"/>
                        <a:pt x="39719" y="20002"/>
                        <a:pt x="46768" y="28384"/>
                      </a:cubicBezTo>
                      <a:cubicBezTo>
                        <a:pt x="53816" y="36766"/>
                        <a:pt x="63627" y="43434"/>
                        <a:pt x="74581" y="44386"/>
                      </a:cubicBezTo>
                      <a:cubicBezTo>
                        <a:pt x="56579" y="46767"/>
                        <a:pt x="37814" y="34290"/>
                        <a:pt x="33052" y="16859"/>
                      </a:cubicBezTo>
                      <a:cubicBezTo>
                        <a:pt x="35242" y="24860"/>
                        <a:pt x="5715" y="36671"/>
                        <a:pt x="0" y="38005"/>
                      </a:cubicBezTo>
                      <a:cubicBezTo>
                        <a:pt x="14383" y="29718"/>
                        <a:pt x="29908" y="18383"/>
                        <a:pt x="30385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82" name="Forme libre : forme 16381">
                  <a:extLst>
                    <a:ext uri="{FF2B5EF4-FFF2-40B4-BE49-F238E27FC236}">
                      <a16:creationId xmlns:a16="http://schemas.microsoft.com/office/drawing/2014/main" id="{BF212FA5-2140-4AEC-AF54-517DEC96B37F}"/>
                    </a:ext>
                  </a:extLst>
                </p:cNvPr>
                <p:cNvSpPr/>
                <p:nvPr/>
              </p:nvSpPr>
              <p:spPr>
                <a:xfrm>
                  <a:off x="979841" y="5765480"/>
                  <a:ext cx="171068" cy="64105"/>
                </a:xfrm>
                <a:custGeom>
                  <a:avLst/>
                  <a:gdLst>
                    <a:gd name="connsiteX0" fmla="*/ 116491 w 171068"/>
                    <a:gd name="connsiteY0" fmla="*/ 25719 h 64105"/>
                    <a:gd name="connsiteX1" fmla="*/ 108204 w 171068"/>
                    <a:gd name="connsiteY1" fmla="*/ 27148 h 64105"/>
                    <a:gd name="connsiteX2" fmla="*/ 102965 w 171068"/>
                    <a:gd name="connsiteY2" fmla="*/ 33435 h 64105"/>
                    <a:gd name="connsiteX3" fmla="*/ 88868 w 171068"/>
                    <a:gd name="connsiteY3" fmla="*/ 64105 h 64105"/>
                    <a:gd name="connsiteX4" fmla="*/ 91726 w 171068"/>
                    <a:gd name="connsiteY4" fmla="*/ 34578 h 64105"/>
                    <a:gd name="connsiteX5" fmla="*/ 0 w 171068"/>
                    <a:gd name="connsiteY5" fmla="*/ 955 h 64105"/>
                    <a:gd name="connsiteX6" fmla="*/ 56769 w 171068"/>
                    <a:gd name="connsiteY6" fmla="*/ 15908 h 64105"/>
                    <a:gd name="connsiteX7" fmla="*/ 80391 w 171068"/>
                    <a:gd name="connsiteY7" fmla="*/ 23052 h 64105"/>
                    <a:gd name="connsiteX8" fmla="*/ 113919 w 171068"/>
                    <a:gd name="connsiteY8" fmla="*/ 19147 h 64105"/>
                    <a:gd name="connsiteX9" fmla="*/ 147352 w 171068"/>
                    <a:gd name="connsiteY9" fmla="*/ 9431 h 64105"/>
                    <a:gd name="connsiteX10" fmla="*/ 171069 w 171068"/>
                    <a:gd name="connsiteY10" fmla="*/ 97 h 64105"/>
                    <a:gd name="connsiteX11" fmla="*/ 116491 w 171068"/>
                    <a:gd name="connsiteY11" fmla="*/ 25719 h 6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1068" h="64105">
                      <a:moveTo>
                        <a:pt x="116491" y="25719"/>
                      </a:moveTo>
                      <a:cubicBezTo>
                        <a:pt x="113633" y="25815"/>
                        <a:pt x="110680" y="25719"/>
                        <a:pt x="108204" y="27148"/>
                      </a:cubicBezTo>
                      <a:cubicBezTo>
                        <a:pt x="105823" y="28481"/>
                        <a:pt x="104299" y="31053"/>
                        <a:pt x="102965" y="33435"/>
                      </a:cubicBezTo>
                      <a:cubicBezTo>
                        <a:pt x="97441" y="43246"/>
                        <a:pt x="92773" y="53532"/>
                        <a:pt x="88868" y="64105"/>
                      </a:cubicBezTo>
                      <a:cubicBezTo>
                        <a:pt x="88297" y="54199"/>
                        <a:pt x="89249" y="44198"/>
                        <a:pt x="91726" y="34578"/>
                      </a:cubicBezTo>
                      <a:cubicBezTo>
                        <a:pt x="59626" y="28387"/>
                        <a:pt x="28480" y="16957"/>
                        <a:pt x="0" y="955"/>
                      </a:cubicBezTo>
                      <a:cubicBezTo>
                        <a:pt x="19145" y="5050"/>
                        <a:pt x="38386" y="9241"/>
                        <a:pt x="56769" y="15908"/>
                      </a:cubicBezTo>
                      <a:cubicBezTo>
                        <a:pt x="64484" y="18671"/>
                        <a:pt x="72199" y="21909"/>
                        <a:pt x="80391" y="23052"/>
                      </a:cubicBezTo>
                      <a:cubicBezTo>
                        <a:pt x="91630" y="24576"/>
                        <a:pt x="102965" y="21814"/>
                        <a:pt x="113919" y="19147"/>
                      </a:cubicBezTo>
                      <a:cubicBezTo>
                        <a:pt x="125158" y="16385"/>
                        <a:pt x="136493" y="13622"/>
                        <a:pt x="147352" y="9431"/>
                      </a:cubicBezTo>
                      <a:cubicBezTo>
                        <a:pt x="154210" y="6765"/>
                        <a:pt x="163735" y="-950"/>
                        <a:pt x="171069" y="97"/>
                      </a:cubicBezTo>
                      <a:cubicBezTo>
                        <a:pt x="159544" y="16099"/>
                        <a:pt x="135636" y="25148"/>
                        <a:pt x="116491" y="2571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83" name="Forme libre : forme 16382">
                  <a:extLst>
                    <a:ext uri="{FF2B5EF4-FFF2-40B4-BE49-F238E27FC236}">
                      <a16:creationId xmlns:a16="http://schemas.microsoft.com/office/drawing/2014/main" id="{4BFDC12E-2C4B-4B79-832C-ABB63691A301}"/>
                    </a:ext>
                  </a:extLst>
                </p:cNvPr>
                <p:cNvSpPr/>
                <p:nvPr/>
              </p:nvSpPr>
              <p:spPr>
                <a:xfrm>
                  <a:off x="798865" y="5800438"/>
                  <a:ext cx="75438" cy="31718"/>
                </a:xfrm>
                <a:custGeom>
                  <a:avLst/>
                  <a:gdLst>
                    <a:gd name="connsiteX0" fmla="*/ 29146 w 75438"/>
                    <a:gd name="connsiteY0" fmla="*/ 0 h 31718"/>
                    <a:gd name="connsiteX1" fmla="*/ 31718 w 75438"/>
                    <a:gd name="connsiteY1" fmla="*/ 18098 h 31718"/>
                    <a:gd name="connsiteX2" fmla="*/ 50864 w 75438"/>
                    <a:gd name="connsiteY2" fmla="*/ 25146 h 31718"/>
                    <a:gd name="connsiteX3" fmla="*/ 75438 w 75438"/>
                    <a:gd name="connsiteY3" fmla="*/ 31718 h 31718"/>
                    <a:gd name="connsiteX4" fmla="*/ 33814 w 75438"/>
                    <a:gd name="connsiteY4" fmla="*/ 30861 h 31718"/>
                    <a:gd name="connsiteX5" fmla="*/ 0 w 75438"/>
                    <a:gd name="connsiteY5" fmla="*/ 26861 h 31718"/>
                    <a:gd name="connsiteX6" fmla="*/ 29146 w 75438"/>
                    <a:gd name="connsiteY6" fmla="*/ 0 h 31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438" h="31718">
                      <a:moveTo>
                        <a:pt x="29146" y="0"/>
                      </a:moveTo>
                      <a:cubicBezTo>
                        <a:pt x="28385" y="6191"/>
                        <a:pt x="27908" y="13145"/>
                        <a:pt x="31718" y="18098"/>
                      </a:cubicBezTo>
                      <a:cubicBezTo>
                        <a:pt x="36004" y="23527"/>
                        <a:pt x="43910" y="24194"/>
                        <a:pt x="50864" y="25146"/>
                      </a:cubicBezTo>
                      <a:cubicBezTo>
                        <a:pt x="59245" y="26289"/>
                        <a:pt x="67532" y="28480"/>
                        <a:pt x="75438" y="31718"/>
                      </a:cubicBezTo>
                      <a:cubicBezTo>
                        <a:pt x="61531" y="31528"/>
                        <a:pt x="47625" y="31242"/>
                        <a:pt x="33814" y="30861"/>
                      </a:cubicBezTo>
                      <a:cubicBezTo>
                        <a:pt x="25622" y="30671"/>
                        <a:pt x="5429" y="33814"/>
                        <a:pt x="0" y="26861"/>
                      </a:cubicBezTo>
                      <a:cubicBezTo>
                        <a:pt x="14097" y="20479"/>
                        <a:pt x="26956" y="17907"/>
                        <a:pt x="29146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84" name="Forme libre : forme 16383">
                  <a:extLst>
                    <a:ext uri="{FF2B5EF4-FFF2-40B4-BE49-F238E27FC236}">
                      <a16:creationId xmlns:a16="http://schemas.microsoft.com/office/drawing/2014/main" id="{779E497D-D547-4787-A972-E9408E6F788A}"/>
                    </a:ext>
                  </a:extLst>
                </p:cNvPr>
                <p:cNvSpPr/>
                <p:nvPr/>
              </p:nvSpPr>
              <p:spPr>
                <a:xfrm>
                  <a:off x="1349696" y="5548788"/>
                  <a:ext cx="116014" cy="139255"/>
                </a:xfrm>
                <a:custGeom>
                  <a:avLst/>
                  <a:gdLst>
                    <a:gd name="connsiteX0" fmla="*/ 19145 w 116014"/>
                    <a:gd name="connsiteY0" fmla="*/ 35529 h 139255"/>
                    <a:gd name="connsiteX1" fmla="*/ 49530 w 116014"/>
                    <a:gd name="connsiteY1" fmla="*/ 48578 h 139255"/>
                    <a:gd name="connsiteX2" fmla="*/ 116015 w 116014"/>
                    <a:gd name="connsiteY2" fmla="*/ 139255 h 139255"/>
                    <a:gd name="connsiteX3" fmla="*/ 89059 w 116014"/>
                    <a:gd name="connsiteY3" fmla="*/ 74105 h 139255"/>
                    <a:gd name="connsiteX4" fmla="*/ 73628 w 116014"/>
                    <a:gd name="connsiteY4" fmla="*/ 57912 h 139255"/>
                    <a:gd name="connsiteX5" fmla="*/ 59627 w 116014"/>
                    <a:gd name="connsiteY5" fmla="*/ 0 h 139255"/>
                    <a:gd name="connsiteX6" fmla="*/ 29242 w 116014"/>
                    <a:gd name="connsiteY6" fmla="*/ 23908 h 139255"/>
                    <a:gd name="connsiteX7" fmla="*/ 0 w 116014"/>
                    <a:gd name="connsiteY7" fmla="*/ 27147 h 139255"/>
                    <a:gd name="connsiteX8" fmla="*/ 19145 w 116014"/>
                    <a:gd name="connsiteY8" fmla="*/ 35529 h 13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014" h="139255">
                      <a:moveTo>
                        <a:pt x="19145" y="35529"/>
                      </a:moveTo>
                      <a:cubicBezTo>
                        <a:pt x="29623" y="39148"/>
                        <a:pt x="40100" y="42767"/>
                        <a:pt x="49530" y="48578"/>
                      </a:cubicBezTo>
                      <a:cubicBezTo>
                        <a:pt x="81820" y="68389"/>
                        <a:pt x="94679" y="108014"/>
                        <a:pt x="116015" y="139255"/>
                      </a:cubicBezTo>
                      <a:cubicBezTo>
                        <a:pt x="115062" y="115253"/>
                        <a:pt x="105251" y="91726"/>
                        <a:pt x="89059" y="74105"/>
                      </a:cubicBezTo>
                      <a:cubicBezTo>
                        <a:pt x="84011" y="68580"/>
                        <a:pt x="78391" y="63722"/>
                        <a:pt x="73628" y="57912"/>
                      </a:cubicBezTo>
                      <a:cubicBezTo>
                        <a:pt x="60579" y="42100"/>
                        <a:pt x="55245" y="20098"/>
                        <a:pt x="59627" y="0"/>
                      </a:cubicBezTo>
                      <a:cubicBezTo>
                        <a:pt x="54483" y="12288"/>
                        <a:pt x="42101" y="20479"/>
                        <a:pt x="29242" y="23908"/>
                      </a:cubicBezTo>
                      <a:cubicBezTo>
                        <a:pt x="19717" y="26480"/>
                        <a:pt x="9620" y="26575"/>
                        <a:pt x="0" y="27147"/>
                      </a:cubicBezTo>
                      <a:cubicBezTo>
                        <a:pt x="5620" y="31528"/>
                        <a:pt x="12383" y="33242"/>
                        <a:pt x="19145" y="3552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85" name="Forme libre : forme 16384">
                  <a:extLst>
                    <a:ext uri="{FF2B5EF4-FFF2-40B4-BE49-F238E27FC236}">
                      <a16:creationId xmlns:a16="http://schemas.microsoft.com/office/drawing/2014/main" id="{00172389-C868-4375-BAB4-5B723D25D3DA}"/>
                    </a:ext>
                  </a:extLst>
                </p:cNvPr>
                <p:cNvSpPr/>
                <p:nvPr/>
              </p:nvSpPr>
              <p:spPr>
                <a:xfrm>
                  <a:off x="1338743" y="5394198"/>
                  <a:ext cx="181451" cy="88868"/>
                </a:xfrm>
                <a:custGeom>
                  <a:avLst/>
                  <a:gdLst>
                    <a:gd name="connsiteX0" fmla="*/ 71533 w 181451"/>
                    <a:gd name="connsiteY0" fmla="*/ 88868 h 88868"/>
                    <a:gd name="connsiteX1" fmla="*/ 85344 w 181451"/>
                    <a:gd name="connsiteY1" fmla="*/ 67627 h 88868"/>
                    <a:gd name="connsiteX2" fmla="*/ 181451 w 181451"/>
                    <a:gd name="connsiteY2" fmla="*/ 0 h 88868"/>
                    <a:gd name="connsiteX3" fmla="*/ 108585 w 181451"/>
                    <a:gd name="connsiteY3" fmla="*/ 40862 h 88868"/>
                    <a:gd name="connsiteX4" fmla="*/ 27051 w 181451"/>
                    <a:gd name="connsiteY4" fmla="*/ 30766 h 88868"/>
                    <a:gd name="connsiteX5" fmla="*/ 0 w 181451"/>
                    <a:gd name="connsiteY5" fmla="*/ 24860 h 88868"/>
                    <a:gd name="connsiteX6" fmla="*/ 41434 w 181451"/>
                    <a:gd name="connsiteY6" fmla="*/ 46196 h 88868"/>
                    <a:gd name="connsiteX7" fmla="*/ 71533 w 181451"/>
                    <a:gd name="connsiteY7" fmla="*/ 88868 h 88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1451" h="88868">
                      <a:moveTo>
                        <a:pt x="71533" y="88868"/>
                      </a:moveTo>
                      <a:cubicBezTo>
                        <a:pt x="72580" y="80296"/>
                        <a:pt x="78772" y="73247"/>
                        <a:pt x="85344" y="67627"/>
                      </a:cubicBezTo>
                      <a:cubicBezTo>
                        <a:pt x="115443" y="42005"/>
                        <a:pt x="159734" y="33051"/>
                        <a:pt x="181451" y="0"/>
                      </a:cubicBezTo>
                      <a:cubicBezTo>
                        <a:pt x="160401" y="18669"/>
                        <a:pt x="135826" y="34004"/>
                        <a:pt x="108585" y="40862"/>
                      </a:cubicBezTo>
                      <a:cubicBezTo>
                        <a:pt x="81343" y="47720"/>
                        <a:pt x="51149" y="45339"/>
                        <a:pt x="27051" y="30766"/>
                      </a:cubicBezTo>
                      <a:cubicBezTo>
                        <a:pt x="18479" y="25622"/>
                        <a:pt x="10096" y="20098"/>
                        <a:pt x="0" y="24860"/>
                      </a:cubicBezTo>
                      <a:cubicBezTo>
                        <a:pt x="5525" y="34671"/>
                        <a:pt x="31051" y="38385"/>
                        <a:pt x="41434" y="46196"/>
                      </a:cubicBezTo>
                      <a:cubicBezTo>
                        <a:pt x="55531" y="56864"/>
                        <a:pt x="66580" y="71723"/>
                        <a:pt x="71533" y="8886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86" name="Forme libre : forme 16385">
                  <a:extLst>
                    <a:ext uri="{FF2B5EF4-FFF2-40B4-BE49-F238E27FC236}">
                      <a16:creationId xmlns:a16="http://schemas.microsoft.com/office/drawing/2014/main" id="{91259887-39AD-4423-AB66-13ED1B8C65F3}"/>
                    </a:ext>
                  </a:extLst>
                </p:cNvPr>
                <p:cNvSpPr/>
                <p:nvPr/>
              </p:nvSpPr>
              <p:spPr>
                <a:xfrm>
                  <a:off x="1330646" y="5743194"/>
                  <a:ext cx="175069" cy="81085"/>
                </a:xfrm>
                <a:custGeom>
                  <a:avLst/>
                  <a:gdLst>
                    <a:gd name="connsiteX0" fmla="*/ 112967 w 175069"/>
                    <a:gd name="connsiteY0" fmla="*/ 0 h 81085"/>
                    <a:gd name="connsiteX1" fmla="*/ 118015 w 175069"/>
                    <a:gd name="connsiteY1" fmla="*/ 38290 h 81085"/>
                    <a:gd name="connsiteX2" fmla="*/ 175070 w 175069"/>
                    <a:gd name="connsiteY2" fmla="*/ 79820 h 81085"/>
                    <a:gd name="connsiteX3" fmla="*/ 108680 w 175069"/>
                    <a:gd name="connsiteY3" fmla="*/ 51435 h 81085"/>
                    <a:gd name="connsiteX4" fmla="*/ 100679 w 175069"/>
                    <a:gd name="connsiteY4" fmla="*/ 43339 h 81085"/>
                    <a:gd name="connsiteX5" fmla="*/ 90869 w 175069"/>
                    <a:gd name="connsiteY5" fmla="*/ 46005 h 81085"/>
                    <a:gd name="connsiteX6" fmla="*/ 0 w 175069"/>
                    <a:gd name="connsiteY6" fmla="*/ 67723 h 81085"/>
                    <a:gd name="connsiteX7" fmla="*/ 64579 w 175069"/>
                    <a:gd name="connsiteY7" fmla="*/ 46101 h 81085"/>
                    <a:gd name="connsiteX8" fmla="*/ 112967 w 175069"/>
                    <a:gd name="connsiteY8" fmla="*/ 0 h 81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5069" h="81085">
                      <a:moveTo>
                        <a:pt x="112967" y="0"/>
                      </a:moveTo>
                      <a:cubicBezTo>
                        <a:pt x="111919" y="13049"/>
                        <a:pt x="111157" y="27146"/>
                        <a:pt x="118015" y="38290"/>
                      </a:cubicBezTo>
                      <a:cubicBezTo>
                        <a:pt x="130493" y="58578"/>
                        <a:pt x="162116" y="59721"/>
                        <a:pt x="175070" y="79820"/>
                      </a:cubicBezTo>
                      <a:cubicBezTo>
                        <a:pt x="150019" y="85154"/>
                        <a:pt x="122206" y="73247"/>
                        <a:pt x="108680" y="51435"/>
                      </a:cubicBezTo>
                      <a:cubicBezTo>
                        <a:pt x="106585" y="48101"/>
                        <a:pt x="104489" y="44291"/>
                        <a:pt x="100679" y="43339"/>
                      </a:cubicBezTo>
                      <a:cubicBezTo>
                        <a:pt x="97346" y="42481"/>
                        <a:pt x="93917" y="44291"/>
                        <a:pt x="90869" y="46005"/>
                      </a:cubicBezTo>
                      <a:cubicBezTo>
                        <a:pt x="72009" y="56388"/>
                        <a:pt x="20574" y="81153"/>
                        <a:pt x="0" y="67723"/>
                      </a:cubicBezTo>
                      <a:cubicBezTo>
                        <a:pt x="22955" y="64294"/>
                        <a:pt x="44577" y="58102"/>
                        <a:pt x="64579" y="46101"/>
                      </a:cubicBezTo>
                      <a:cubicBezTo>
                        <a:pt x="76867" y="38671"/>
                        <a:pt x="111728" y="16192"/>
                        <a:pt x="112967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87" name="Forme libre : forme 16386">
                  <a:extLst>
                    <a:ext uri="{FF2B5EF4-FFF2-40B4-BE49-F238E27FC236}">
                      <a16:creationId xmlns:a16="http://schemas.microsoft.com/office/drawing/2014/main" id="{6D28B5FF-BFD7-42A1-AE33-C8AA8915F837}"/>
                    </a:ext>
                  </a:extLst>
                </p:cNvPr>
                <p:cNvSpPr/>
                <p:nvPr/>
              </p:nvSpPr>
              <p:spPr>
                <a:xfrm>
                  <a:off x="1577439" y="5631465"/>
                  <a:ext cx="86677" cy="149351"/>
                </a:xfrm>
                <a:custGeom>
                  <a:avLst/>
                  <a:gdLst>
                    <a:gd name="connsiteX0" fmla="*/ 49149 w 86677"/>
                    <a:gd name="connsiteY0" fmla="*/ 76010 h 149351"/>
                    <a:gd name="connsiteX1" fmla="*/ 61532 w 86677"/>
                    <a:gd name="connsiteY1" fmla="*/ 91630 h 149351"/>
                    <a:gd name="connsiteX2" fmla="*/ 66008 w 86677"/>
                    <a:gd name="connsiteY2" fmla="*/ 114205 h 149351"/>
                    <a:gd name="connsiteX3" fmla="*/ 62770 w 86677"/>
                    <a:gd name="connsiteY3" fmla="*/ 149352 h 149351"/>
                    <a:gd name="connsiteX4" fmla="*/ 72485 w 86677"/>
                    <a:gd name="connsiteY4" fmla="*/ 106395 h 149351"/>
                    <a:gd name="connsiteX5" fmla="*/ 86678 w 86677"/>
                    <a:gd name="connsiteY5" fmla="*/ 117539 h 149351"/>
                    <a:gd name="connsiteX6" fmla="*/ 64484 w 86677"/>
                    <a:gd name="connsiteY6" fmla="*/ 59817 h 149351"/>
                    <a:gd name="connsiteX7" fmla="*/ 78105 w 86677"/>
                    <a:gd name="connsiteY7" fmla="*/ 0 h 149351"/>
                    <a:gd name="connsiteX8" fmla="*/ 65627 w 86677"/>
                    <a:gd name="connsiteY8" fmla="*/ 48102 h 149351"/>
                    <a:gd name="connsiteX9" fmla="*/ 59817 w 86677"/>
                    <a:gd name="connsiteY9" fmla="*/ 59531 h 149351"/>
                    <a:gd name="connsiteX10" fmla="*/ 44291 w 86677"/>
                    <a:gd name="connsiteY10" fmla="*/ 61913 h 149351"/>
                    <a:gd name="connsiteX11" fmla="*/ 29908 w 86677"/>
                    <a:gd name="connsiteY11" fmla="*/ 54197 h 149351"/>
                    <a:gd name="connsiteX12" fmla="*/ 0 w 86677"/>
                    <a:gd name="connsiteY12" fmla="*/ 43815 h 149351"/>
                    <a:gd name="connsiteX13" fmla="*/ 49149 w 86677"/>
                    <a:gd name="connsiteY13" fmla="*/ 76010 h 149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6677" h="149351">
                      <a:moveTo>
                        <a:pt x="49149" y="76010"/>
                      </a:moveTo>
                      <a:cubicBezTo>
                        <a:pt x="54007" y="80582"/>
                        <a:pt x="58674" y="85630"/>
                        <a:pt x="61532" y="91630"/>
                      </a:cubicBezTo>
                      <a:cubicBezTo>
                        <a:pt x="64865" y="98584"/>
                        <a:pt x="65818" y="106489"/>
                        <a:pt x="66008" y="114205"/>
                      </a:cubicBezTo>
                      <a:cubicBezTo>
                        <a:pt x="66389" y="126016"/>
                        <a:pt x="65246" y="137827"/>
                        <a:pt x="62770" y="149352"/>
                      </a:cubicBezTo>
                      <a:cubicBezTo>
                        <a:pt x="64103" y="134684"/>
                        <a:pt x="67342" y="120205"/>
                        <a:pt x="72485" y="106395"/>
                      </a:cubicBezTo>
                      <a:cubicBezTo>
                        <a:pt x="78010" y="108871"/>
                        <a:pt x="82963" y="112776"/>
                        <a:pt x="86678" y="117539"/>
                      </a:cubicBezTo>
                      <a:cubicBezTo>
                        <a:pt x="74867" y="100394"/>
                        <a:pt x="66580" y="80582"/>
                        <a:pt x="64484" y="59817"/>
                      </a:cubicBezTo>
                      <a:cubicBezTo>
                        <a:pt x="62389" y="39053"/>
                        <a:pt x="66675" y="17431"/>
                        <a:pt x="78105" y="0"/>
                      </a:cubicBezTo>
                      <a:cubicBezTo>
                        <a:pt x="74390" y="16193"/>
                        <a:pt x="70199" y="32195"/>
                        <a:pt x="65627" y="48102"/>
                      </a:cubicBezTo>
                      <a:cubicBezTo>
                        <a:pt x="64389" y="52292"/>
                        <a:pt x="63055" y="56674"/>
                        <a:pt x="59817" y="59531"/>
                      </a:cubicBezTo>
                      <a:cubicBezTo>
                        <a:pt x="55721" y="63151"/>
                        <a:pt x="49530" y="63437"/>
                        <a:pt x="44291" y="61913"/>
                      </a:cubicBezTo>
                      <a:cubicBezTo>
                        <a:pt x="39053" y="60389"/>
                        <a:pt x="34480" y="57150"/>
                        <a:pt x="29908" y="54197"/>
                      </a:cubicBezTo>
                      <a:cubicBezTo>
                        <a:pt x="21527" y="48863"/>
                        <a:pt x="9525" y="39814"/>
                        <a:pt x="0" y="43815"/>
                      </a:cubicBezTo>
                      <a:cubicBezTo>
                        <a:pt x="17717" y="52864"/>
                        <a:pt x="34576" y="62103"/>
                        <a:pt x="49149" y="7601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88" name="Forme libre : forme 16387">
                  <a:extLst>
                    <a:ext uri="{FF2B5EF4-FFF2-40B4-BE49-F238E27FC236}">
                      <a16:creationId xmlns:a16="http://schemas.microsoft.com/office/drawing/2014/main" id="{0315B25B-AE49-4545-849C-74947C350128}"/>
                    </a:ext>
                  </a:extLst>
                </p:cNvPr>
                <p:cNvSpPr/>
                <p:nvPr/>
              </p:nvSpPr>
              <p:spPr>
                <a:xfrm>
                  <a:off x="1689834" y="5502306"/>
                  <a:ext cx="81533" cy="84010"/>
                </a:xfrm>
                <a:custGeom>
                  <a:avLst/>
                  <a:gdLst>
                    <a:gd name="connsiteX0" fmla="*/ 19907 w 81533"/>
                    <a:gd name="connsiteY0" fmla="*/ 43053 h 84010"/>
                    <a:gd name="connsiteX1" fmla="*/ 0 w 81533"/>
                    <a:gd name="connsiteY1" fmla="*/ 84011 h 84010"/>
                    <a:gd name="connsiteX2" fmla="*/ 81534 w 81533"/>
                    <a:gd name="connsiteY2" fmla="*/ 36290 h 84010"/>
                    <a:gd name="connsiteX3" fmla="*/ 34957 w 81533"/>
                    <a:gd name="connsiteY3" fmla="*/ 38576 h 84010"/>
                    <a:gd name="connsiteX4" fmla="*/ 29718 w 81533"/>
                    <a:gd name="connsiteY4" fmla="*/ 37433 h 84010"/>
                    <a:gd name="connsiteX5" fmla="*/ 28099 w 81533"/>
                    <a:gd name="connsiteY5" fmla="*/ 31052 h 84010"/>
                    <a:gd name="connsiteX6" fmla="*/ 9334 w 81533"/>
                    <a:gd name="connsiteY6" fmla="*/ 0 h 84010"/>
                    <a:gd name="connsiteX7" fmla="*/ 19907 w 81533"/>
                    <a:gd name="connsiteY7" fmla="*/ 43053 h 84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1533" h="84010">
                      <a:moveTo>
                        <a:pt x="19907" y="43053"/>
                      </a:moveTo>
                      <a:cubicBezTo>
                        <a:pt x="19145" y="58674"/>
                        <a:pt x="12192" y="74295"/>
                        <a:pt x="0" y="84011"/>
                      </a:cubicBezTo>
                      <a:cubicBezTo>
                        <a:pt x="18383" y="57626"/>
                        <a:pt x="50483" y="44768"/>
                        <a:pt x="81534" y="36290"/>
                      </a:cubicBezTo>
                      <a:cubicBezTo>
                        <a:pt x="66008" y="37052"/>
                        <a:pt x="50483" y="37815"/>
                        <a:pt x="34957" y="38576"/>
                      </a:cubicBezTo>
                      <a:cubicBezTo>
                        <a:pt x="33147" y="38671"/>
                        <a:pt x="31051" y="38671"/>
                        <a:pt x="29718" y="37433"/>
                      </a:cubicBezTo>
                      <a:cubicBezTo>
                        <a:pt x="28004" y="35909"/>
                        <a:pt x="28099" y="33338"/>
                        <a:pt x="28099" y="31052"/>
                      </a:cubicBezTo>
                      <a:cubicBezTo>
                        <a:pt x="28194" y="18860"/>
                        <a:pt x="20955" y="3810"/>
                        <a:pt x="9334" y="0"/>
                      </a:cubicBezTo>
                      <a:cubicBezTo>
                        <a:pt x="14668" y="14192"/>
                        <a:pt x="20669" y="27337"/>
                        <a:pt x="19907" y="4305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89" name="Forme libre : forme 16388">
                  <a:extLst>
                    <a:ext uri="{FF2B5EF4-FFF2-40B4-BE49-F238E27FC236}">
                      <a16:creationId xmlns:a16="http://schemas.microsoft.com/office/drawing/2014/main" id="{BB58119B-88F4-49FE-8763-41BA4946ED78}"/>
                    </a:ext>
                  </a:extLst>
                </p:cNvPr>
                <p:cNvSpPr/>
                <p:nvPr/>
              </p:nvSpPr>
              <p:spPr>
                <a:xfrm>
                  <a:off x="1598584" y="5387816"/>
                  <a:ext cx="144303" cy="67722"/>
                </a:xfrm>
                <a:custGeom>
                  <a:avLst/>
                  <a:gdLst>
                    <a:gd name="connsiteX0" fmla="*/ 83629 w 144303"/>
                    <a:gd name="connsiteY0" fmla="*/ 67723 h 67722"/>
                    <a:gd name="connsiteX1" fmla="*/ 105632 w 144303"/>
                    <a:gd name="connsiteY1" fmla="*/ 28289 h 67722"/>
                    <a:gd name="connsiteX2" fmla="*/ 144304 w 144303"/>
                    <a:gd name="connsiteY2" fmla="*/ 0 h 67722"/>
                    <a:gd name="connsiteX3" fmla="*/ 68199 w 144303"/>
                    <a:gd name="connsiteY3" fmla="*/ 20002 h 67722"/>
                    <a:gd name="connsiteX4" fmla="*/ 53721 w 144303"/>
                    <a:gd name="connsiteY4" fmla="*/ 17812 h 67722"/>
                    <a:gd name="connsiteX5" fmla="*/ 40862 w 144303"/>
                    <a:gd name="connsiteY5" fmla="*/ 10191 h 67722"/>
                    <a:gd name="connsiteX6" fmla="*/ 0 w 144303"/>
                    <a:gd name="connsiteY6" fmla="*/ 3047 h 67722"/>
                    <a:gd name="connsiteX7" fmla="*/ 83629 w 144303"/>
                    <a:gd name="connsiteY7" fmla="*/ 67723 h 67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303" h="67722">
                      <a:moveTo>
                        <a:pt x="83629" y="67723"/>
                      </a:moveTo>
                      <a:cubicBezTo>
                        <a:pt x="79534" y="52101"/>
                        <a:pt x="92107" y="37052"/>
                        <a:pt x="105632" y="28289"/>
                      </a:cubicBezTo>
                      <a:cubicBezTo>
                        <a:pt x="119158" y="19526"/>
                        <a:pt x="135065" y="13145"/>
                        <a:pt x="144304" y="0"/>
                      </a:cubicBezTo>
                      <a:cubicBezTo>
                        <a:pt x="121349" y="13335"/>
                        <a:pt x="94774" y="20288"/>
                        <a:pt x="68199" y="20002"/>
                      </a:cubicBezTo>
                      <a:cubicBezTo>
                        <a:pt x="63246" y="19907"/>
                        <a:pt x="58293" y="19621"/>
                        <a:pt x="53721" y="17812"/>
                      </a:cubicBezTo>
                      <a:cubicBezTo>
                        <a:pt x="49054" y="16002"/>
                        <a:pt x="45149" y="12763"/>
                        <a:pt x="40862" y="10191"/>
                      </a:cubicBezTo>
                      <a:cubicBezTo>
                        <a:pt x="29813" y="3429"/>
                        <a:pt x="12478" y="-2572"/>
                        <a:pt x="0" y="3047"/>
                      </a:cubicBezTo>
                      <a:cubicBezTo>
                        <a:pt x="36290" y="14859"/>
                        <a:pt x="63151" y="34576"/>
                        <a:pt x="83629" y="6772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90" name="Forme libre : forme 16389">
                  <a:extLst>
                    <a:ext uri="{FF2B5EF4-FFF2-40B4-BE49-F238E27FC236}">
                      <a16:creationId xmlns:a16="http://schemas.microsoft.com/office/drawing/2014/main" id="{B8948EA8-EE8E-4DCE-962B-FAFC615E5477}"/>
                    </a:ext>
                  </a:extLst>
                </p:cNvPr>
                <p:cNvSpPr/>
                <p:nvPr/>
              </p:nvSpPr>
              <p:spPr>
                <a:xfrm>
                  <a:off x="1868047" y="5517577"/>
                  <a:ext cx="151828" cy="260953"/>
                </a:xfrm>
                <a:custGeom>
                  <a:avLst/>
                  <a:gdLst>
                    <a:gd name="connsiteX0" fmla="*/ 62198 w 151828"/>
                    <a:gd name="connsiteY0" fmla="*/ 47117 h 260953"/>
                    <a:gd name="connsiteX1" fmla="*/ 75819 w 151828"/>
                    <a:gd name="connsiteY1" fmla="*/ 128747 h 260953"/>
                    <a:gd name="connsiteX2" fmla="*/ 43815 w 151828"/>
                    <a:gd name="connsiteY2" fmla="*/ 193136 h 260953"/>
                    <a:gd name="connsiteX3" fmla="*/ 0 w 151828"/>
                    <a:gd name="connsiteY3" fmla="*/ 260954 h 260953"/>
                    <a:gd name="connsiteX4" fmla="*/ 79534 w 151828"/>
                    <a:gd name="connsiteY4" fmla="*/ 155512 h 260953"/>
                    <a:gd name="connsiteX5" fmla="*/ 82963 w 151828"/>
                    <a:gd name="connsiteY5" fmla="*/ 252667 h 260953"/>
                    <a:gd name="connsiteX6" fmla="*/ 90773 w 151828"/>
                    <a:gd name="connsiteY6" fmla="*/ 155798 h 260953"/>
                    <a:gd name="connsiteX7" fmla="*/ 104965 w 151828"/>
                    <a:gd name="connsiteY7" fmla="*/ 98457 h 260953"/>
                    <a:gd name="connsiteX8" fmla="*/ 151828 w 151828"/>
                    <a:gd name="connsiteY8" fmla="*/ 70264 h 260953"/>
                    <a:gd name="connsiteX9" fmla="*/ 104680 w 151828"/>
                    <a:gd name="connsiteY9" fmla="*/ 83313 h 260953"/>
                    <a:gd name="connsiteX10" fmla="*/ 94202 w 151828"/>
                    <a:gd name="connsiteY10" fmla="*/ 83884 h 260953"/>
                    <a:gd name="connsiteX11" fmla="*/ 87058 w 151828"/>
                    <a:gd name="connsiteY11" fmla="*/ 75502 h 260953"/>
                    <a:gd name="connsiteX12" fmla="*/ 56769 w 151828"/>
                    <a:gd name="connsiteY12" fmla="*/ 18733 h 260953"/>
                    <a:gd name="connsiteX13" fmla="*/ 8953 w 151828"/>
                    <a:gd name="connsiteY13" fmla="*/ 3493 h 260953"/>
                    <a:gd name="connsiteX14" fmla="*/ 62198 w 151828"/>
                    <a:gd name="connsiteY14" fmla="*/ 47117 h 260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51828" h="260953">
                      <a:moveTo>
                        <a:pt x="62198" y="47117"/>
                      </a:moveTo>
                      <a:cubicBezTo>
                        <a:pt x="77343" y="71025"/>
                        <a:pt x="82391" y="101220"/>
                        <a:pt x="75819" y="128747"/>
                      </a:cubicBezTo>
                      <a:cubicBezTo>
                        <a:pt x="70199" y="152178"/>
                        <a:pt x="56959" y="172943"/>
                        <a:pt x="43815" y="193136"/>
                      </a:cubicBezTo>
                      <a:cubicBezTo>
                        <a:pt x="29242" y="215710"/>
                        <a:pt x="14573" y="238379"/>
                        <a:pt x="0" y="260954"/>
                      </a:cubicBezTo>
                      <a:cubicBezTo>
                        <a:pt x="26479" y="225806"/>
                        <a:pt x="53054" y="190659"/>
                        <a:pt x="79534" y="155512"/>
                      </a:cubicBezTo>
                      <a:cubicBezTo>
                        <a:pt x="67818" y="186659"/>
                        <a:pt x="69056" y="222473"/>
                        <a:pt x="82963" y="252667"/>
                      </a:cubicBezTo>
                      <a:cubicBezTo>
                        <a:pt x="85534" y="220377"/>
                        <a:pt x="88106" y="188088"/>
                        <a:pt x="90773" y="155798"/>
                      </a:cubicBezTo>
                      <a:cubicBezTo>
                        <a:pt x="92392" y="135986"/>
                        <a:pt x="94202" y="115221"/>
                        <a:pt x="104965" y="98457"/>
                      </a:cubicBezTo>
                      <a:cubicBezTo>
                        <a:pt x="115157" y="82551"/>
                        <a:pt x="132969" y="71787"/>
                        <a:pt x="151828" y="70264"/>
                      </a:cubicBezTo>
                      <a:cubicBezTo>
                        <a:pt x="136112" y="74645"/>
                        <a:pt x="120396" y="78931"/>
                        <a:pt x="104680" y="83313"/>
                      </a:cubicBezTo>
                      <a:cubicBezTo>
                        <a:pt x="101251" y="84265"/>
                        <a:pt x="97536" y="85217"/>
                        <a:pt x="94202" y="83884"/>
                      </a:cubicBezTo>
                      <a:cubicBezTo>
                        <a:pt x="90678" y="82455"/>
                        <a:pt x="88678" y="78931"/>
                        <a:pt x="87058" y="75502"/>
                      </a:cubicBezTo>
                      <a:cubicBezTo>
                        <a:pt x="77724" y="55976"/>
                        <a:pt x="72485" y="33497"/>
                        <a:pt x="56769" y="18733"/>
                      </a:cubicBezTo>
                      <a:cubicBezTo>
                        <a:pt x="48292" y="10732"/>
                        <a:pt x="18193" y="-7651"/>
                        <a:pt x="8953" y="3493"/>
                      </a:cubicBezTo>
                      <a:cubicBezTo>
                        <a:pt x="30004" y="15018"/>
                        <a:pt x="48863" y="25972"/>
                        <a:pt x="62198" y="4711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91" name="Forme libre : forme 16390">
                  <a:extLst>
                    <a:ext uri="{FF2B5EF4-FFF2-40B4-BE49-F238E27FC236}">
                      <a16:creationId xmlns:a16="http://schemas.microsoft.com/office/drawing/2014/main" id="{4DCF7C0B-6392-4628-98B5-8DC577BA305C}"/>
                    </a:ext>
                  </a:extLst>
                </p:cNvPr>
                <p:cNvSpPr/>
                <p:nvPr/>
              </p:nvSpPr>
              <p:spPr>
                <a:xfrm>
                  <a:off x="1992443" y="5330856"/>
                  <a:ext cx="113918" cy="128302"/>
                </a:xfrm>
                <a:custGeom>
                  <a:avLst/>
                  <a:gdLst>
                    <a:gd name="connsiteX0" fmla="*/ 62198 w 113918"/>
                    <a:gd name="connsiteY0" fmla="*/ 74200 h 128302"/>
                    <a:gd name="connsiteX1" fmla="*/ 32004 w 113918"/>
                    <a:gd name="connsiteY1" fmla="*/ 95060 h 128302"/>
                    <a:gd name="connsiteX2" fmla="*/ 0 w 113918"/>
                    <a:gd name="connsiteY2" fmla="*/ 128302 h 128302"/>
                    <a:gd name="connsiteX3" fmla="*/ 52388 w 113918"/>
                    <a:gd name="connsiteY3" fmla="*/ 92583 h 128302"/>
                    <a:gd name="connsiteX4" fmla="*/ 113919 w 113918"/>
                    <a:gd name="connsiteY4" fmla="*/ 92107 h 128302"/>
                    <a:gd name="connsiteX5" fmla="*/ 101917 w 113918"/>
                    <a:gd name="connsiteY5" fmla="*/ 56198 h 128302"/>
                    <a:gd name="connsiteX6" fmla="*/ 100203 w 113918"/>
                    <a:gd name="connsiteY6" fmla="*/ 0 h 128302"/>
                    <a:gd name="connsiteX7" fmla="*/ 62198 w 113918"/>
                    <a:gd name="connsiteY7" fmla="*/ 74200 h 128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918" h="128302">
                      <a:moveTo>
                        <a:pt x="62198" y="74200"/>
                      </a:moveTo>
                      <a:cubicBezTo>
                        <a:pt x="52864" y="82105"/>
                        <a:pt x="41910" y="87916"/>
                        <a:pt x="32004" y="95060"/>
                      </a:cubicBezTo>
                      <a:cubicBezTo>
                        <a:pt x="19526" y="104108"/>
                        <a:pt x="8572" y="115443"/>
                        <a:pt x="0" y="128302"/>
                      </a:cubicBezTo>
                      <a:cubicBezTo>
                        <a:pt x="16288" y="114681"/>
                        <a:pt x="32861" y="100870"/>
                        <a:pt x="52388" y="92583"/>
                      </a:cubicBezTo>
                      <a:cubicBezTo>
                        <a:pt x="71914" y="84297"/>
                        <a:pt x="95155" y="82201"/>
                        <a:pt x="113919" y="92107"/>
                      </a:cubicBezTo>
                      <a:cubicBezTo>
                        <a:pt x="103441" y="84297"/>
                        <a:pt x="102203" y="69342"/>
                        <a:pt x="101917" y="56198"/>
                      </a:cubicBezTo>
                      <a:cubicBezTo>
                        <a:pt x="101441" y="37624"/>
                        <a:pt x="102108" y="18574"/>
                        <a:pt x="100203" y="0"/>
                      </a:cubicBezTo>
                      <a:cubicBezTo>
                        <a:pt x="93726" y="28004"/>
                        <a:pt x="84868" y="54959"/>
                        <a:pt x="62198" y="7420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92" name="Forme libre : forme 16391">
                  <a:extLst>
                    <a:ext uri="{FF2B5EF4-FFF2-40B4-BE49-F238E27FC236}">
                      <a16:creationId xmlns:a16="http://schemas.microsoft.com/office/drawing/2014/main" id="{81DB46B5-28C5-4C79-9D97-089120AF4D94}"/>
                    </a:ext>
                  </a:extLst>
                </p:cNvPr>
                <p:cNvSpPr/>
                <p:nvPr/>
              </p:nvSpPr>
              <p:spPr>
                <a:xfrm>
                  <a:off x="1762700" y="5295519"/>
                  <a:ext cx="57052" cy="64579"/>
                </a:xfrm>
                <a:custGeom>
                  <a:avLst/>
                  <a:gdLst>
                    <a:gd name="connsiteX0" fmla="*/ 40196 w 57052"/>
                    <a:gd name="connsiteY0" fmla="*/ 29908 h 64579"/>
                    <a:gd name="connsiteX1" fmla="*/ 0 w 57052"/>
                    <a:gd name="connsiteY1" fmla="*/ 64579 h 64579"/>
                    <a:gd name="connsiteX2" fmla="*/ 49625 w 57052"/>
                    <a:gd name="connsiteY2" fmla="*/ 62579 h 64579"/>
                    <a:gd name="connsiteX3" fmla="*/ 37338 w 57052"/>
                    <a:gd name="connsiteY3" fmla="*/ 59626 h 64579"/>
                    <a:gd name="connsiteX4" fmla="*/ 49435 w 57052"/>
                    <a:gd name="connsiteY4" fmla="*/ 32480 h 64579"/>
                    <a:gd name="connsiteX5" fmla="*/ 56769 w 57052"/>
                    <a:gd name="connsiteY5" fmla="*/ 0 h 64579"/>
                    <a:gd name="connsiteX6" fmla="*/ 40196 w 57052"/>
                    <a:gd name="connsiteY6" fmla="*/ 29908 h 64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7052" h="64579">
                      <a:moveTo>
                        <a:pt x="40196" y="29908"/>
                      </a:moveTo>
                      <a:cubicBezTo>
                        <a:pt x="31052" y="45529"/>
                        <a:pt x="17240" y="59150"/>
                        <a:pt x="0" y="64579"/>
                      </a:cubicBezTo>
                      <a:cubicBezTo>
                        <a:pt x="16383" y="62007"/>
                        <a:pt x="33052" y="61341"/>
                        <a:pt x="49625" y="62579"/>
                      </a:cubicBezTo>
                      <a:cubicBezTo>
                        <a:pt x="45529" y="61626"/>
                        <a:pt x="41434" y="60579"/>
                        <a:pt x="37338" y="59626"/>
                      </a:cubicBezTo>
                      <a:cubicBezTo>
                        <a:pt x="36767" y="49530"/>
                        <a:pt x="44482" y="41243"/>
                        <a:pt x="49435" y="32480"/>
                      </a:cubicBezTo>
                      <a:cubicBezTo>
                        <a:pt x="54578" y="23146"/>
                        <a:pt x="58103" y="10573"/>
                        <a:pt x="56769" y="0"/>
                      </a:cubicBezTo>
                      <a:cubicBezTo>
                        <a:pt x="48768" y="2762"/>
                        <a:pt x="45053" y="21621"/>
                        <a:pt x="40196" y="2990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93" name="Forme libre : forme 16392">
                  <a:extLst>
                    <a:ext uri="{FF2B5EF4-FFF2-40B4-BE49-F238E27FC236}">
                      <a16:creationId xmlns:a16="http://schemas.microsoft.com/office/drawing/2014/main" id="{FFB7BD41-CCE2-43A0-A923-72F55F8BC127}"/>
                    </a:ext>
                  </a:extLst>
                </p:cNvPr>
                <p:cNvSpPr/>
                <p:nvPr/>
              </p:nvSpPr>
              <p:spPr>
                <a:xfrm>
                  <a:off x="2127637" y="5590888"/>
                  <a:ext cx="172273" cy="210598"/>
                </a:xfrm>
                <a:custGeom>
                  <a:avLst/>
                  <a:gdLst>
                    <a:gd name="connsiteX0" fmla="*/ 17968 w 172273"/>
                    <a:gd name="connsiteY0" fmla="*/ 24003 h 210598"/>
                    <a:gd name="connsiteX1" fmla="*/ 60736 w 172273"/>
                    <a:gd name="connsiteY1" fmla="*/ 62579 h 210598"/>
                    <a:gd name="connsiteX2" fmla="*/ 81119 w 172273"/>
                    <a:gd name="connsiteY2" fmla="*/ 115253 h 210598"/>
                    <a:gd name="connsiteX3" fmla="*/ 72070 w 172273"/>
                    <a:gd name="connsiteY3" fmla="*/ 150495 h 210598"/>
                    <a:gd name="connsiteX4" fmla="*/ 28350 w 172273"/>
                    <a:gd name="connsiteY4" fmla="*/ 210598 h 210598"/>
                    <a:gd name="connsiteX5" fmla="*/ 75404 w 172273"/>
                    <a:gd name="connsiteY5" fmla="*/ 157068 h 210598"/>
                    <a:gd name="connsiteX6" fmla="*/ 89691 w 172273"/>
                    <a:gd name="connsiteY6" fmla="*/ 129921 h 210598"/>
                    <a:gd name="connsiteX7" fmla="*/ 91787 w 172273"/>
                    <a:gd name="connsiteY7" fmla="*/ 115158 h 210598"/>
                    <a:gd name="connsiteX8" fmla="*/ 115219 w 172273"/>
                    <a:gd name="connsiteY8" fmla="*/ 95631 h 210598"/>
                    <a:gd name="connsiteX9" fmla="*/ 172273 w 172273"/>
                    <a:gd name="connsiteY9" fmla="*/ 70009 h 210598"/>
                    <a:gd name="connsiteX10" fmla="*/ 108741 w 172273"/>
                    <a:gd name="connsiteY10" fmla="*/ 91060 h 210598"/>
                    <a:gd name="connsiteX11" fmla="*/ 99407 w 172273"/>
                    <a:gd name="connsiteY11" fmla="*/ 92583 h 210598"/>
                    <a:gd name="connsiteX12" fmla="*/ 89501 w 172273"/>
                    <a:gd name="connsiteY12" fmla="*/ 86011 h 210598"/>
                    <a:gd name="connsiteX13" fmla="*/ 49401 w 172273"/>
                    <a:gd name="connsiteY13" fmla="*/ 35433 h 210598"/>
                    <a:gd name="connsiteX14" fmla="*/ 537 w 172273"/>
                    <a:gd name="connsiteY14" fmla="*/ 0 h 210598"/>
                    <a:gd name="connsiteX15" fmla="*/ 17968 w 172273"/>
                    <a:gd name="connsiteY15" fmla="*/ 24003 h 210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2273" h="210598">
                      <a:moveTo>
                        <a:pt x="17968" y="24003"/>
                      </a:moveTo>
                      <a:cubicBezTo>
                        <a:pt x="33208" y="35719"/>
                        <a:pt x="48639" y="47625"/>
                        <a:pt x="60736" y="62579"/>
                      </a:cubicBezTo>
                      <a:cubicBezTo>
                        <a:pt x="72832" y="77534"/>
                        <a:pt x="81500" y="96012"/>
                        <a:pt x="81119" y="115253"/>
                      </a:cubicBezTo>
                      <a:cubicBezTo>
                        <a:pt x="80833" y="127445"/>
                        <a:pt x="77023" y="139351"/>
                        <a:pt x="72070" y="150495"/>
                      </a:cubicBezTo>
                      <a:cubicBezTo>
                        <a:pt x="61878" y="173260"/>
                        <a:pt x="46924" y="193929"/>
                        <a:pt x="28350" y="210598"/>
                      </a:cubicBezTo>
                      <a:cubicBezTo>
                        <a:pt x="45114" y="193739"/>
                        <a:pt x="60831" y="175832"/>
                        <a:pt x="75404" y="157068"/>
                      </a:cubicBezTo>
                      <a:cubicBezTo>
                        <a:pt x="81786" y="148876"/>
                        <a:pt x="88072" y="140113"/>
                        <a:pt x="89691" y="129921"/>
                      </a:cubicBezTo>
                      <a:cubicBezTo>
                        <a:pt x="90453" y="124969"/>
                        <a:pt x="90168" y="119825"/>
                        <a:pt x="91787" y="115158"/>
                      </a:cubicBezTo>
                      <a:cubicBezTo>
                        <a:pt x="95121" y="105252"/>
                        <a:pt x="105598" y="99918"/>
                        <a:pt x="115219" y="95631"/>
                      </a:cubicBezTo>
                      <a:cubicBezTo>
                        <a:pt x="134269" y="87059"/>
                        <a:pt x="153223" y="78581"/>
                        <a:pt x="172273" y="70009"/>
                      </a:cubicBezTo>
                      <a:cubicBezTo>
                        <a:pt x="151128" y="77058"/>
                        <a:pt x="129887" y="84011"/>
                        <a:pt x="108741" y="91060"/>
                      </a:cubicBezTo>
                      <a:cubicBezTo>
                        <a:pt x="105694" y="92107"/>
                        <a:pt x="102550" y="93059"/>
                        <a:pt x="99407" y="92583"/>
                      </a:cubicBezTo>
                      <a:cubicBezTo>
                        <a:pt x="95406" y="91916"/>
                        <a:pt x="92263" y="88964"/>
                        <a:pt x="89501" y="86011"/>
                      </a:cubicBezTo>
                      <a:cubicBezTo>
                        <a:pt x="74642" y="70390"/>
                        <a:pt x="63212" y="52007"/>
                        <a:pt x="49401" y="35433"/>
                      </a:cubicBezTo>
                      <a:cubicBezTo>
                        <a:pt x="37399" y="21050"/>
                        <a:pt x="19873" y="2572"/>
                        <a:pt x="537" y="0"/>
                      </a:cubicBezTo>
                      <a:cubicBezTo>
                        <a:pt x="-2796" y="11240"/>
                        <a:pt x="10158" y="18002"/>
                        <a:pt x="17968" y="2400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94" name="Forme libre : forme 16393">
                  <a:extLst>
                    <a:ext uri="{FF2B5EF4-FFF2-40B4-BE49-F238E27FC236}">
                      <a16:creationId xmlns:a16="http://schemas.microsoft.com/office/drawing/2014/main" id="{6FB85DD2-FE64-4B47-90A0-BA301AEC1E99}"/>
                    </a:ext>
                  </a:extLst>
                </p:cNvPr>
                <p:cNvSpPr/>
                <p:nvPr/>
              </p:nvSpPr>
              <p:spPr>
                <a:xfrm>
                  <a:off x="2248475" y="5295686"/>
                  <a:ext cx="206120" cy="201328"/>
                </a:xfrm>
                <a:custGeom>
                  <a:avLst/>
                  <a:gdLst>
                    <a:gd name="connsiteX0" fmla="*/ 120396 w 206120"/>
                    <a:gd name="connsiteY0" fmla="*/ 70889 h 201328"/>
                    <a:gd name="connsiteX1" fmla="*/ 91726 w 206120"/>
                    <a:gd name="connsiteY1" fmla="*/ 150137 h 201328"/>
                    <a:gd name="connsiteX2" fmla="*/ 0 w 206120"/>
                    <a:gd name="connsiteY2" fmla="*/ 199667 h 201328"/>
                    <a:gd name="connsiteX3" fmla="*/ 79057 w 206120"/>
                    <a:gd name="connsiteY3" fmla="*/ 180998 h 201328"/>
                    <a:gd name="connsiteX4" fmla="*/ 118300 w 206120"/>
                    <a:gd name="connsiteY4" fmla="*/ 109846 h 201328"/>
                    <a:gd name="connsiteX5" fmla="*/ 120777 w 206120"/>
                    <a:gd name="connsiteY5" fmla="*/ 89939 h 201328"/>
                    <a:gd name="connsiteX6" fmla="*/ 142875 w 206120"/>
                    <a:gd name="connsiteY6" fmla="*/ 63936 h 201328"/>
                    <a:gd name="connsiteX7" fmla="*/ 206121 w 206120"/>
                    <a:gd name="connsiteY7" fmla="*/ 52792 h 201328"/>
                    <a:gd name="connsiteX8" fmla="*/ 144304 w 206120"/>
                    <a:gd name="connsiteY8" fmla="*/ 28598 h 201328"/>
                    <a:gd name="connsiteX9" fmla="*/ 112585 w 206120"/>
                    <a:gd name="connsiteY9" fmla="*/ 1261 h 201328"/>
                    <a:gd name="connsiteX10" fmla="*/ 120396 w 206120"/>
                    <a:gd name="connsiteY10" fmla="*/ 70889 h 201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6120" h="201328">
                      <a:moveTo>
                        <a:pt x="120396" y="70889"/>
                      </a:moveTo>
                      <a:cubicBezTo>
                        <a:pt x="118967" y="99464"/>
                        <a:pt x="110014" y="128134"/>
                        <a:pt x="91726" y="150137"/>
                      </a:cubicBezTo>
                      <a:cubicBezTo>
                        <a:pt x="69056" y="177283"/>
                        <a:pt x="34480" y="191666"/>
                        <a:pt x="0" y="199667"/>
                      </a:cubicBezTo>
                      <a:cubicBezTo>
                        <a:pt x="27432" y="204810"/>
                        <a:pt x="56864" y="197857"/>
                        <a:pt x="79057" y="180998"/>
                      </a:cubicBezTo>
                      <a:cubicBezTo>
                        <a:pt x="101251" y="164139"/>
                        <a:pt x="115824" y="137659"/>
                        <a:pt x="118300" y="109846"/>
                      </a:cubicBezTo>
                      <a:cubicBezTo>
                        <a:pt x="118872" y="103179"/>
                        <a:pt x="118777" y="96321"/>
                        <a:pt x="120777" y="89939"/>
                      </a:cubicBezTo>
                      <a:cubicBezTo>
                        <a:pt x="124301" y="78890"/>
                        <a:pt x="133445" y="70699"/>
                        <a:pt x="142875" y="63936"/>
                      </a:cubicBezTo>
                      <a:cubicBezTo>
                        <a:pt x="161354" y="50600"/>
                        <a:pt x="186880" y="40695"/>
                        <a:pt x="206121" y="52792"/>
                      </a:cubicBezTo>
                      <a:cubicBezTo>
                        <a:pt x="191071" y="36123"/>
                        <a:pt x="163639" y="39932"/>
                        <a:pt x="144304" y="28598"/>
                      </a:cubicBezTo>
                      <a:cubicBezTo>
                        <a:pt x="135731" y="23550"/>
                        <a:pt x="118967" y="-6454"/>
                        <a:pt x="112585" y="1261"/>
                      </a:cubicBezTo>
                      <a:cubicBezTo>
                        <a:pt x="108585" y="5928"/>
                        <a:pt x="120967" y="60411"/>
                        <a:pt x="120396" y="7088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95" name="Forme libre : forme 16394">
                  <a:extLst>
                    <a:ext uri="{FF2B5EF4-FFF2-40B4-BE49-F238E27FC236}">
                      <a16:creationId xmlns:a16="http://schemas.microsoft.com/office/drawing/2014/main" id="{8A8568E5-D994-45E3-A525-71F9021EC739}"/>
                    </a:ext>
                  </a:extLst>
                </p:cNvPr>
                <p:cNvSpPr/>
                <p:nvPr/>
              </p:nvSpPr>
              <p:spPr>
                <a:xfrm>
                  <a:off x="2505555" y="5279326"/>
                  <a:ext cx="29468" cy="56483"/>
                </a:xfrm>
                <a:custGeom>
                  <a:avLst/>
                  <a:gdLst>
                    <a:gd name="connsiteX0" fmla="*/ 24003 w 29468"/>
                    <a:gd name="connsiteY0" fmla="*/ 0 h 56483"/>
                    <a:gd name="connsiteX1" fmla="*/ 28670 w 29468"/>
                    <a:gd name="connsiteY1" fmla="*/ 19907 h 56483"/>
                    <a:gd name="connsiteX2" fmla="*/ 0 w 29468"/>
                    <a:gd name="connsiteY2" fmla="*/ 56483 h 56483"/>
                    <a:gd name="connsiteX3" fmla="*/ 24003 w 29468"/>
                    <a:gd name="connsiteY3" fmla="*/ 0 h 56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468" h="56483">
                      <a:moveTo>
                        <a:pt x="24003" y="0"/>
                      </a:moveTo>
                      <a:cubicBezTo>
                        <a:pt x="25813" y="6572"/>
                        <a:pt x="27337" y="13240"/>
                        <a:pt x="28670" y="19907"/>
                      </a:cubicBezTo>
                      <a:cubicBezTo>
                        <a:pt x="33242" y="42767"/>
                        <a:pt x="17431" y="47816"/>
                        <a:pt x="0" y="56483"/>
                      </a:cubicBezTo>
                      <a:cubicBezTo>
                        <a:pt x="12002" y="44482"/>
                        <a:pt x="28956" y="18383"/>
                        <a:pt x="24003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96" name="Forme libre : forme 16395">
                  <a:extLst>
                    <a:ext uri="{FF2B5EF4-FFF2-40B4-BE49-F238E27FC236}">
                      <a16:creationId xmlns:a16="http://schemas.microsoft.com/office/drawing/2014/main" id="{A893749A-AD73-4AC0-9C31-044A30AC3B15}"/>
                    </a:ext>
                  </a:extLst>
                </p:cNvPr>
                <p:cNvSpPr/>
                <p:nvPr/>
              </p:nvSpPr>
              <p:spPr>
                <a:xfrm>
                  <a:off x="2364680" y="5553741"/>
                  <a:ext cx="118776" cy="182880"/>
                </a:xfrm>
                <a:custGeom>
                  <a:avLst/>
                  <a:gdLst>
                    <a:gd name="connsiteX0" fmla="*/ 118777 w 118776"/>
                    <a:gd name="connsiteY0" fmla="*/ 0 h 182880"/>
                    <a:gd name="connsiteX1" fmla="*/ 87916 w 118776"/>
                    <a:gd name="connsiteY1" fmla="*/ 30956 h 182880"/>
                    <a:gd name="connsiteX2" fmla="*/ 74009 w 118776"/>
                    <a:gd name="connsiteY2" fmla="*/ 38576 h 182880"/>
                    <a:gd name="connsiteX3" fmla="*/ 61246 w 118776"/>
                    <a:gd name="connsiteY3" fmla="*/ 67246 h 182880"/>
                    <a:gd name="connsiteX4" fmla="*/ 55817 w 118776"/>
                    <a:gd name="connsiteY4" fmla="*/ 133541 h 182880"/>
                    <a:gd name="connsiteX5" fmla="*/ 73438 w 118776"/>
                    <a:gd name="connsiteY5" fmla="*/ 182880 h 182880"/>
                    <a:gd name="connsiteX6" fmla="*/ 50483 w 118776"/>
                    <a:gd name="connsiteY6" fmla="*/ 85249 h 182880"/>
                    <a:gd name="connsiteX7" fmla="*/ 0 w 118776"/>
                    <a:gd name="connsiteY7" fmla="*/ 126778 h 182880"/>
                    <a:gd name="connsiteX8" fmla="*/ 34290 w 118776"/>
                    <a:gd name="connsiteY8" fmla="*/ 90583 h 182880"/>
                    <a:gd name="connsiteX9" fmla="*/ 45529 w 118776"/>
                    <a:gd name="connsiteY9" fmla="*/ 53340 h 182880"/>
                    <a:gd name="connsiteX10" fmla="*/ 29242 w 118776"/>
                    <a:gd name="connsiteY10" fmla="*/ 31718 h 182880"/>
                    <a:gd name="connsiteX11" fmla="*/ 17717 w 118776"/>
                    <a:gd name="connsiteY11" fmla="*/ 10382 h 182880"/>
                    <a:gd name="connsiteX12" fmla="*/ 118777 w 118776"/>
                    <a:gd name="connsiteY12" fmla="*/ 0 h 18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8776" h="182880">
                      <a:moveTo>
                        <a:pt x="118777" y="0"/>
                      </a:moveTo>
                      <a:cubicBezTo>
                        <a:pt x="110109" y="11811"/>
                        <a:pt x="100870" y="24003"/>
                        <a:pt x="87916" y="30956"/>
                      </a:cubicBezTo>
                      <a:cubicBezTo>
                        <a:pt x="83249" y="33433"/>
                        <a:pt x="78105" y="35243"/>
                        <a:pt x="74009" y="38576"/>
                      </a:cubicBezTo>
                      <a:cubicBezTo>
                        <a:pt x="65627" y="45244"/>
                        <a:pt x="62960" y="56674"/>
                        <a:pt x="61246" y="67246"/>
                      </a:cubicBezTo>
                      <a:cubicBezTo>
                        <a:pt x="57626" y="89154"/>
                        <a:pt x="55817" y="111347"/>
                        <a:pt x="55817" y="133541"/>
                      </a:cubicBezTo>
                      <a:cubicBezTo>
                        <a:pt x="55817" y="151733"/>
                        <a:pt x="58388" y="172593"/>
                        <a:pt x="73438" y="182880"/>
                      </a:cubicBezTo>
                      <a:cubicBezTo>
                        <a:pt x="50768" y="156972"/>
                        <a:pt x="47530" y="119443"/>
                        <a:pt x="50483" y="85249"/>
                      </a:cubicBezTo>
                      <a:cubicBezTo>
                        <a:pt x="46101" y="108490"/>
                        <a:pt x="23622" y="126968"/>
                        <a:pt x="0" y="126778"/>
                      </a:cubicBezTo>
                      <a:cubicBezTo>
                        <a:pt x="12859" y="116110"/>
                        <a:pt x="24384" y="103917"/>
                        <a:pt x="34290" y="90583"/>
                      </a:cubicBezTo>
                      <a:cubicBezTo>
                        <a:pt x="42386" y="79724"/>
                        <a:pt x="49721" y="66199"/>
                        <a:pt x="45529" y="53340"/>
                      </a:cubicBezTo>
                      <a:cubicBezTo>
                        <a:pt x="42767" y="44672"/>
                        <a:pt x="35338" y="38481"/>
                        <a:pt x="29242" y="31718"/>
                      </a:cubicBezTo>
                      <a:cubicBezTo>
                        <a:pt x="23717" y="25527"/>
                        <a:pt x="17431" y="18288"/>
                        <a:pt x="17717" y="10382"/>
                      </a:cubicBezTo>
                      <a:cubicBezTo>
                        <a:pt x="52578" y="23336"/>
                        <a:pt x="89440" y="30956"/>
                        <a:pt x="118777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97" name="Forme libre : forme 16396">
                  <a:extLst>
                    <a:ext uri="{FF2B5EF4-FFF2-40B4-BE49-F238E27FC236}">
                      <a16:creationId xmlns:a16="http://schemas.microsoft.com/office/drawing/2014/main" id="{3399A91C-DBC6-4810-89AE-FDBB428452BA}"/>
                    </a:ext>
                  </a:extLst>
                </p:cNvPr>
                <p:cNvSpPr/>
                <p:nvPr/>
              </p:nvSpPr>
              <p:spPr>
                <a:xfrm>
                  <a:off x="2622236" y="5500782"/>
                  <a:ext cx="189166" cy="267938"/>
                </a:xfrm>
                <a:custGeom>
                  <a:avLst/>
                  <a:gdLst>
                    <a:gd name="connsiteX0" fmla="*/ 69152 w 189166"/>
                    <a:gd name="connsiteY0" fmla="*/ 150209 h 267938"/>
                    <a:gd name="connsiteX1" fmla="*/ 37052 w 189166"/>
                    <a:gd name="connsiteY1" fmla="*/ 267938 h 267938"/>
                    <a:gd name="connsiteX2" fmla="*/ 84677 w 189166"/>
                    <a:gd name="connsiteY2" fmla="*/ 150114 h 267938"/>
                    <a:gd name="connsiteX3" fmla="*/ 189166 w 189166"/>
                    <a:gd name="connsiteY3" fmla="*/ 174117 h 267938"/>
                    <a:gd name="connsiteX4" fmla="*/ 116681 w 189166"/>
                    <a:gd name="connsiteY4" fmla="*/ 159734 h 267938"/>
                    <a:gd name="connsiteX5" fmla="*/ 87821 w 189166"/>
                    <a:gd name="connsiteY5" fmla="*/ 132874 h 267938"/>
                    <a:gd name="connsiteX6" fmla="*/ 80201 w 189166"/>
                    <a:gd name="connsiteY6" fmla="*/ 122301 h 267938"/>
                    <a:gd name="connsiteX7" fmla="*/ 77819 w 189166"/>
                    <a:gd name="connsiteY7" fmla="*/ 112109 h 267938"/>
                    <a:gd name="connsiteX8" fmla="*/ 100870 w 189166"/>
                    <a:gd name="connsiteY8" fmla="*/ 0 h 267938"/>
                    <a:gd name="connsiteX9" fmla="*/ 64579 w 189166"/>
                    <a:gd name="connsiteY9" fmla="*/ 78962 h 267938"/>
                    <a:gd name="connsiteX10" fmla="*/ 60960 w 189166"/>
                    <a:gd name="connsiteY10" fmla="*/ 84011 h 267938"/>
                    <a:gd name="connsiteX11" fmla="*/ 49625 w 189166"/>
                    <a:gd name="connsiteY11" fmla="*/ 82010 h 267938"/>
                    <a:gd name="connsiteX12" fmla="*/ 0 w 189166"/>
                    <a:gd name="connsiteY12" fmla="*/ 52864 h 267938"/>
                    <a:gd name="connsiteX13" fmla="*/ 69152 w 189166"/>
                    <a:gd name="connsiteY13" fmla="*/ 150209 h 267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89166" h="267938">
                      <a:moveTo>
                        <a:pt x="69152" y="150209"/>
                      </a:moveTo>
                      <a:cubicBezTo>
                        <a:pt x="77438" y="191643"/>
                        <a:pt x="65627" y="236887"/>
                        <a:pt x="37052" y="267938"/>
                      </a:cubicBezTo>
                      <a:cubicBezTo>
                        <a:pt x="67628" y="237554"/>
                        <a:pt x="76867" y="192405"/>
                        <a:pt x="84677" y="150114"/>
                      </a:cubicBezTo>
                      <a:cubicBezTo>
                        <a:pt x="107823" y="181356"/>
                        <a:pt x="154686" y="192119"/>
                        <a:pt x="189166" y="174117"/>
                      </a:cubicBezTo>
                      <a:cubicBezTo>
                        <a:pt x="164116" y="175831"/>
                        <a:pt x="137731" y="173450"/>
                        <a:pt x="116681" y="159734"/>
                      </a:cubicBezTo>
                      <a:cubicBezTo>
                        <a:pt x="105632" y="152591"/>
                        <a:pt x="96679" y="142684"/>
                        <a:pt x="87821" y="132874"/>
                      </a:cubicBezTo>
                      <a:cubicBezTo>
                        <a:pt x="84868" y="129635"/>
                        <a:pt x="81915" y="126302"/>
                        <a:pt x="80201" y="122301"/>
                      </a:cubicBezTo>
                      <a:cubicBezTo>
                        <a:pt x="78772" y="119063"/>
                        <a:pt x="78296" y="115634"/>
                        <a:pt x="77819" y="112109"/>
                      </a:cubicBezTo>
                      <a:cubicBezTo>
                        <a:pt x="73057" y="73533"/>
                        <a:pt x="81248" y="33528"/>
                        <a:pt x="100870" y="0"/>
                      </a:cubicBezTo>
                      <a:cubicBezTo>
                        <a:pt x="88773" y="26289"/>
                        <a:pt x="76676" y="52673"/>
                        <a:pt x="64579" y="78962"/>
                      </a:cubicBezTo>
                      <a:cubicBezTo>
                        <a:pt x="63722" y="80867"/>
                        <a:pt x="62770" y="82868"/>
                        <a:pt x="60960" y="84011"/>
                      </a:cubicBezTo>
                      <a:cubicBezTo>
                        <a:pt x="57531" y="86201"/>
                        <a:pt x="53149" y="84106"/>
                        <a:pt x="49625" y="82010"/>
                      </a:cubicBezTo>
                      <a:cubicBezTo>
                        <a:pt x="33814" y="72390"/>
                        <a:pt x="17145" y="59245"/>
                        <a:pt x="0" y="52864"/>
                      </a:cubicBezTo>
                      <a:cubicBezTo>
                        <a:pt x="32576" y="80772"/>
                        <a:pt x="60007" y="105918"/>
                        <a:pt x="69152" y="15020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98" name="Forme libre : forme 16397">
                  <a:extLst>
                    <a:ext uri="{FF2B5EF4-FFF2-40B4-BE49-F238E27FC236}">
                      <a16:creationId xmlns:a16="http://schemas.microsoft.com/office/drawing/2014/main" id="{ECB88436-5845-42DB-B2AF-945EC137CFDD}"/>
                    </a:ext>
                  </a:extLst>
                </p:cNvPr>
                <p:cNvSpPr/>
                <p:nvPr/>
              </p:nvSpPr>
              <p:spPr>
                <a:xfrm>
                  <a:off x="2647001" y="5255228"/>
                  <a:ext cx="71532" cy="92297"/>
                </a:xfrm>
                <a:custGeom>
                  <a:avLst/>
                  <a:gdLst>
                    <a:gd name="connsiteX0" fmla="*/ 46577 w 71532"/>
                    <a:gd name="connsiteY0" fmla="*/ 61436 h 92297"/>
                    <a:gd name="connsiteX1" fmla="*/ 54864 w 71532"/>
                    <a:gd name="connsiteY1" fmla="*/ 44196 h 92297"/>
                    <a:gd name="connsiteX2" fmla="*/ 71533 w 71532"/>
                    <a:gd name="connsiteY2" fmla="*/ 0 h 92297"/>
                    <a:gd name="connsiteX3" fmla="*/ 49339 w 71532"/>
                    <a:gd name="connsiteY3" fmla="*/ 62389 h 92297"/>
                    <a:gd name="connsiteX4" fmla="*/ 0 w 71532"/>
                    <a:gd name="connsiteY4" fmla="*/ 92297 h 92297"/>
                    <a:gd name="connsiteX5" fmla="*/ 46577 w 71532"/>
                    <a:gd name="connsiteY5" fmla="*/ 61436 h 92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1532" h="92297">
                      <a:moveTo>
                        <a:pt x="46577" y="61436"/>
                      </a:moveTo>
                      <a:cubicBezTo>
                        <a:pt x="50292" y="56293"/>
                        <a:pt x="52578" y="50197"/>
                        <a:pt x="54864" y="44196"/>
                      </a:cubicBezTo>
                      <a:cubicBezTo>
                        <a:pt x="60388" y="29433"/>
                        <a:pt x="66008" y="14764"/>
                        <a:pt x="71533" y="0"/>
                      </a:cubicBezTo>
                      <a:cubicBezTo>
                        <a:pt x="63055" y="19812"/>
                        <a:pt x="59817" y="43625"/>
                        <a:pt x="49339" y="62389"/>
                      </a:cubicBezTo>
                      <a:cubicBezTo>
                        <a:pt x="38767" y="81439"/>
                        <a:pt x="19336" y="85630"/>
                        <a:pt x="0" y="92297"/>
                      </a:cubicBezTo>
                      <a:cubicBezTo>
                        <a:pt x="14764" y="81153"/>
                        <a:pt x="35338" y="77058"/>
                        <a:pt x="46577" y="6143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399" name="Forme libre : forme 16398">
                  <a:extLst>
                    <a:ext uri="{FF2B5EF4-FFF2-40B4-BE49-F238E27FC236}">
                      <a16:creationId xmlns:a16="http://schemas.microsoft.com/office/drawing/2014/main" id="{EE412C82-B465-4FF5-93C3-1B92734C179B}"/>
                    </a:ext>
                  </a:extLst>
                </p:cNvPr>
                <p:cNvSpPr/>
                <p:nvPr/>
              </p:nvSpPr>
              <p:spPr>
                <a:xfrm>
                  <a:off x="2810641" y="5313330"/>
                  <a:ext cx="156682" cy="269271"/>
                </a:xfrm>
                <a:custGeom>
                  <a:avLst/>
                  <a:gdLst>
                    <a:gd name="connsiteX0" fmla="*/ 122206 w 156682"/>
                    <a:gd name="connsiteY0" fmla="*/ 94679 h 269271"/>
                    <a:gd name="connsiteX1" fmla="*/ 0 w 156682"/>
                    <a:gd name="connsiteY1" fmla="*/ 146113 h 269271"/>
                    <a:gd name="connsiteX2" fmla="*/ 84011 w 156682"/>
                    <a:gd name="connsiteY2" fmla="*/ 149066 h 269271"/>
                    <a:gd name="connsiteX3" fmla="*/ 124396 w 156682"/>
                    <a:gd name="connsiteY3" fmla="*/ 201644 h 269271"/>
                    <a:gd name="connsiteX4" fmla="*/ 124396 w 156682"/>
                    <a:gd name="connsiteY4" fmla="*/ 269271 h 269271"/>
                    <a:gd name="connsiteX5" fmla="*/ 132112 w 156682"/>
                    <a:gd name="connsiteY5" fmla="*/ 196786 h 269271"/>
                    <a:gd name="connsiteX6" fmla="*/ 89059 w 156682"/>
                    <a:gd name="connsiteY6" fmla="*/ 142494 h 269271"/>
                    <a:gd name="connsiteX7" fmla="*/ 144399 w 156682"/>
                    <a:gd name="connsiteY7" fmla="*/ 65722 h 269271"/>
                    <a:gd name="connsiteX8" fmla="*/ 153734 w 156682"/>
                    <a:gd name="connsiteY8" fmla="*/ 0 h 269271"/>
                    <a:gd name="connsiteX9" fmla="*/ 122206 w 156682"/>
                    <a:gd name="connsiteY9" fmla="*/ 94679 h 269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6682" h="269271">
                      <a:moveTo>
                        <a:pt x="122206" y="94679"/>
                      </a:moveTo>
                      <a:cubicBezTo>
                        <a:pt x="93154" y="130397"/>
                        <a:pt x="45815" y="150304"/>
                        <a:pt x="0" y="146113"/>
                      </a:cubicBezTo>
                      <a:cubicBezTo>
                        <a:pt x="28099" y="141065"/>
                        <a:pt x="58484" y="136303"/>
                        <a:pt x="84011" y="149066"/>
                      </a:cubicBezTo>
                      <a:cubicBezTo>
                        <a:pt x="104394" y="159258"/>
                        <a:pt x="118396" y="179641"/>
                        <a:pt x="124396" y="201644"/>
                      </a:cubicBezTo>
                      <a:cubicBezTo>
                        <a:pt x="130397" y="223647"/>
                        <a:pt x="128969" y="246983"/>
                        <a:pt x="124396" y="269271"/>
                      </a:cubicBezTo>
                      <a:cubicBezTo>
                        <a:pt x="130112" y="245459"/>
                        <a:pt x="135827" y="220980"/>
                        <a:pt x="132112" y="196786"/>
                      </a:cubicBezTo>
                      <a:cubicBezTo>
                        <a:pt x="128397" y="172593"/>
                        <a:pt x="112776" y="148590"/>
                        <a:pt x="89059" y="142494"/>
                      </a:cubicBezTo>
                      <a:cubicBezTo>
                        <a:pt x="115729" y="124587"/>
                        <a:pt x="134112" y="96107"/>
                        <a:pt x="144399" y="65722"/>
                      </a:cubicBezTo>
                      <a:cubicBezTo>
                        <a:pt x="150019" y="49244"/>
                        <a:pt x="162306" y="16097"/>
                        <a:pt x="153734" y="0"/>
                      </a:cubicBezTo>
                      <a:cubicBezTo>
                        <a:pt x="153067" y="34385"/>
                        <a:pt x="144399" y="67437"/>
                        <a:pt x="122206" y="9467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00" name="Forme libre : forme 16399">
                  <a:extLst>
                    <a:ext uri="{FF2B5EF4-FFF2-40B4-BE49-F238E27FC236}">
                      <a16:creationId xmlns:a16="http://schemas.microsoft.com/office/drawing/2014/main" id="{5ECC866A-6C5D-46F8-BF35-646768AA518B}"/>
                    </a:ext>
                  </a:extLst>
                </p:cNvPr>
                <p:cNvSpPr/>
                <p:nvPr/>
              </p:nvSpPr>
              <p:spPr>
                <a:xfrm>
                  <a:off x="3065244" y="5594508"/>
                  <a:ext cx="167449" cy="191166"/>
                </a:xfrm>
                <a:custGeom>
                  <a:avLst/>
                  <a:gdLst>
                    <a:gd name="connsiteX0" fmla="*/ 32671 w 167449"/>
                    <a:gd name="connsiteY0" fmla="*/ 24099 h 191166"/>
                    <a:gd name="connsiteX1" fmla="*/ 48196 w 167449"/>
                    <a:gd name="connsiteY1" fmla="*/ 73629 h 191166"/>
                    <a:gd name="connsiteX2" fmla="*/ 8096 w 167449"/>
                    <a:gd name="connsiteY2" fmla="*/ 191167 h 191166"/>
                    <a:gd name="connsiteX3" fmla="*/ 55721 w 167449"/>
                    <a:gd name="connsiteY3" fmla="*/ 102489 h 191166"/>
                    <a:gd name="connsiteX4" fmla="*/ 98488 w 167449"/>
                    <a:gd name="connsiteY4" fmla="*/ 160211 h 191166"/>
                    <a:gd name="connsiteX5" fmla="*/ 167449 w 167449"/>
                    <a:gd name="connsiteY5" fmla="*/ 183738 h 191166"/>
                    <a:gd name="connsiteX6" fmla="*/ 108871 w 167449"/>
                    <a:gd name="connsiteY6" fmla="*/ 154400 h 191166"/>
                    <a:gd name="connsiteX7" fmla="*/ 75914 w 167449"/>
                    <a:gd name="connsiteY7" fmla="*/ 119444 h 191166"/>
                    <a:gd name="connsiteX8" fmla="*/ 69723 w 167449"/>
                    <a:gd name="connsiteY8" fmla="*/ 80677 h 191166"/>
                    <a:gd name="connsiteX9" fmla="*/ 60293 w 167449"/>
                    <a:gd name="connsiteY9" fmla="*/ 49721 h 191166"/>
                    <a:gd name="connsiteX10" fmla="*/ 67723 w 167449"/>
                    <a:gd name="connsiteY10" fmla="*/ 43625 h 191166"/>
                    <a:gd name="connsiteX11" fmla="*/ 120872 w 167449"/>
                    <a:gd name="connsiteY11" fmla="*/ 11621 h 191166"/>
                    <a:gd name="connsiteX12" fmla="*/ 67342 w 167449"/>
                    <a:gd name="connsiteY12" fmla="*/ 30480 h 191166"/>
                    <a:gd name="connsiteX13" fmla="*/ 57912 w 167449"/>
                    <a:gd name="connsiteY13" fmla="*/ 32385 h 191166"/>
                    <a:gd name="connsiteX14" fmla="*/ 53912 w 167449"/>
                    <a:gd name="connsiteY14" fmla="*/ 26575 h 191166"/>
                    <a:gd name="connsiteX15" fmla="*/ 0 w 167449"/>
                    <a:gd name="connsiteY15" fmla="*/ 0 h 191166"/>
                    <a:gd name="connsiteX16" fmla="*/ 32671 w 167449"/>
                    <a:gd name="connsiteY16" fmla="*/ 24099 h 191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7449" h="191166">
                      <a:moveTo>
                        <a:pt x="32671" y="24099"/>
                      </a:moveTo>
                      <a:cubicBezTo>
                        <a:pt x="43339" y="38005"/>
                        <a:pt x="47054" y="56102"/>
                        <a:pt x="48196" y="73629"/>
                      </a:cubicBezTo>
                      <a:cubicBezTo>
                        <a:pt x="50959" y="116300"/>
                        <a:pt x="38957" y="161640"/>
                        <a:pt x="8096" y="191167"/>
                      </a:cubicBezTo>
                      <a:cubicBezTo>
                        <a:pt x="36100" y="171450"/>
                        <a:pt x="46863" y="135636"/>
                        <a:pt x="55721" y="102489"/>
                      </a:cubicBezTo>
                      <a:cubicBezTo>
                        <a:pt x="61627" y="126302"/>
                        <a:pt x="78010" y="146685"/>
                        <a:pt x="98488" y="160211"/>
                      </a:cubicBezTo>
                      <a:cubicBezTo>
                        <a:pt x="118967" y="173736"/>
                        <a:pt x="143065" y="180785"/>
                        <a:pt x="167449" y="183738"/>
                      </a:cubicBezTo>
                      <a:cubicBezTo>
                        <a:pt x="147066" y="175641"/>
                        <a:pt x="127445" y="165831"/>
                        <a:pt x="108871" y="154400"/>
                      </a:cubicBezTo>
                      <a:cubicBezTo>
                        <a:pt x="94869" y="145828"/>
                        <a:pt x="80581" y="135160"/>
                        <a:pt x="75914" y="119444"/>
                      </a:cubicBezTo>
                      <a:cubicBezTo>
                        <a:pt x="72199" y="106871"/>
                        <a:pt x="75247" y="92679"/>
                        <a:pt x="69723" y="80677"/>
                      </a:cubicBezTo>
                      <a:cubicBezTo>
                        <a:pt x="64960" y="70295"/>
                        <a:pt x="54102" y="59246"/>
                        <a:pt x="60293" y="49721"/>
                      </a:cubicBezTo>
                      <a:cubicBezTo>
                        <a:pt x="62008" y="47054"/>
                        <a:pt x="64960" y="45244"/>
                        <a:pt x="67723" y="43625"/>
                      </a:cubicBezTo>
                      <a:cubicBezTo>
                        <a:pt x="85439" y="32957"/>
                        <a:pt x="103156" y="22289"/>
                        <a:pt x="120872" y="11621"/>
                      </a:cubicBezTo>
                      <a:cubicBezTo>
                        <a:pt x="102013" y="14383"/>
                        <a:pt x="83820" y="20860"/>
                        <a:pt x="67342" y="30480"/>
                      </a:cubicBezTo>
                      <a:cubicBezTo>
                        <a:pt x="64389" y="32195"/>
                        <a:pt x="60865" y="34004"/>
                        <a:pt x="57912" y="32385"/>
                      </a:cubicBezTo>
                      <a:cubicBezTo>
                        <a:pt x="55816" y="31242"/>
                        <a:pt x="54959" y="28766"/>
                        <a:pt x="53912" y="26575"/>
                      </a:cubicBezTo>
                      <a:cubicBezTo>
                        <a:pt x="43243" y="5334"/>
                        <a:pt x="10763" y="17145"/>
                        <a:pt x="0" y="0"/>
                      </a:cubicBezTo>
                      <a:cubicBezTo>
                        <a:pt x="12192" y="4953"/>
                        <a:pt x="24479" y="13431"/>
                        <a:pt x="32671" y="2409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01" name="Forme libre : forme 16400">
                  <a:extLst>
                    <a:ext uri="{FF2B5EF4-FFF2-40B4-BE49-F238E27FC236}">
                      <a16:creationId xmlns:a16="http://schemas.microsoft.com/office/drawing/2014/main" id="{BA4A46DB-A84B-49AD-89D5-8AFA40FAAF9B}"/>
                    </a:ext>
                  </a:extLst>
                </p:cNvPr>
                <p:cNvSpPr/>
                <p:nvPr/>
              </p:nvSpPr>
              <p:spPr>
                <a:xfrm>
                  <a:off x="3078198" y="5291700"/>
                  <a:ext cx="151828" cy="132405"/>
                </a:xfrm>
                <a:custGeom>
                  <a:avLst/>
                  <a:gdLst>
                    <a:gd name="connsiteX0" fmla="*/ 87725 w 151828"/>
                    <a:gd name="connsiteY0" fmla="*/ 46395 h 132405"/>
                    <a:gd name="connsiteX1" fmla="*/ 82772 w 151828"/>
                    <a:gd name="connsiteY1" fmla="*/ 71160 h 132405"/>
                    <a:gd name="connsiteX2" fmla="*/ 68009 w 151828"/>
                    <a:gd name="connsiteY2" fmla="*/ 84685 h 132405"/>
                    <a:gd name="connsiteX3" fmla="*/ 0 w 151828"/>
                    <a:gd name="connsiteY3" fmla="*/ 132406 h 132405"/>
                    <a:gd name="connsiteX4" fmla="*/ 63627 w 151828"/>
                    <a:gd name="connsiteY4" fmla="*/ 100878 h 132405"/>
                    <a:gd name="connsiteX5" fmla="*/ 101060 w 151828"/>
                    <a:gd name="connsiteY5" fmla="*/ 71541 h 132405"/>
                    <a:gd name="connsiteX6" fmla="*/ 151829 w 151828"/>
                    <a:gd name="connsiteY6" fmla="*/ 64493 h 132405"/>
                    <a:gd name="connsiteX7" fmla="*/ 123730 w 151828"/>
                    <a:gd name="connsiteY7" fmla="*/ 56110 h 132405"/>
                    <a:gd name="connsiteX8" fmla="*/ 115538 w 151828"/>
                    <a:gd name="connsiteY8" fmla="*/ 52205 h 132405"/>
                    <a:gd name="connsiteX9" fmla="*/ 110680 w 151828"/>
                    <a:gd name="connsiteY9" fmla="*/ 42299 h 132405"/>
                    <a:gd name="connsiteX10" fmla="*/ 79153 w 151828"/>
                    <a:gd name="connsiteY10" fmla="*/ 484 h 132405"/>
                    <a:gd name="connsiteX11" fmla="*/ 87725 w 151828"/>
                    <a:gd name="connsiteY11" fmla="*/ 46395 h 132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828" h="132405">
                      <a:moveTo>
                        <a:pt x="87725" y="46395"/>
                      </a:moveTo>
                      <a:cubicBezTo>
                        <a:pt x="88011" y="54968"/>
                        <a:pt x="87344" y="63921"/>
                        <a:pt x="82772" y="71160"/>
                      </a:cubicBezTo>
                      <a:cubicBezTo>
                        <a:pt x="79153" y="76875"/>
                        <a:pt x="73533" y="80875"/>
                        <a:pt x="68009" y="84685"/>
                      </a:cubicBezTo>
                      <a:cubicBezTo>
                        <a:pt x="45339" y="100592"/>
                        <a:pt x="22670" y="116499"/>
                        <a:pt x="0" y="132406"/>
                      </a:cubicBezTo>
                      <a:cubicBezTo>
                        <a:pt x="23336" y="127167"/>
                        <a:pt x="45339" y="116213"/>
                        <a:pt x="63627" y="100878"/>
                      </a:cubicBezTo>
                      <a:cubicBezTo>
                        <a:pt x="75819" y="90686"/>
                        <a:pt x="86678" y="78304"/>
                        <a:pt x="101060" y="71541"/>
                      </a:cubicBezTo>
                      <a:cubicBezTo>
                        <a:pt x="116681" y="64206"/>
                        <a:pt x="134588" y="64302"/>
                        <a:pt x="151829" y="64493"/>
                      </a:cubicBezTo>
                      <a:cubicBezTo>
                        <a:pt x="142494" y="61730"/>
                        <a:pt x="133064" y="58872"/>
                        <a:pt x="123730" y="56110"/>
                      </a:cubicBezTo>
                      <a:cubicBezTo>
                        <a:pt x="120777" y="55253"/>
                        <a:pt x="117824" y="54301"/>
                        <a:pt x="115538" y="52205"/>
                      </a:cubicBezTo>
                      <a:cubicBezTo>
                        <a:pt x="112871" y="49634"/>
                        <a:pt x="111823" y="45823"/>
                        <a:pt x="110680" y="42299"/>
                      </a:cubicBezTo>
                      <a:cubicBezTo>
                        <a:pt x="106966" y="29917"/>
                        <a:pt x="96679" y="-4468"/>
                        <a:pt x="79153" y="484"/>
                      </a:cubicBezTo>
                      <a:cubicBezTo>
                        <a:pt x="82105" y="15819"/>
                        <a:pt x="87249" y="30393"/>
                        <a:pt x="87725" y="4639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02" name="Forme libre : forme 16401">
                  <a:extLst>
                    <a:ext uri="{FF2B5EF4-FFF2-40B4-BE49-F238E27FC236}">
                      <a16:creationId xmlns:a16="http://schemas.microsoft.com/office/drawing/2014/main" id="{9520B0D9-9813-42F1-B167-D37020875B58}"/>
                    </a:ext>
                  </a:extLst>
                </p:cNvPr>
                <p:cNvSpPr/>
                <p:nvPr/>
              </p:nvSpPr>
              <p:spPr>
                <a:xfrm>
                  <a:off x="2731012" y="5696830"/>
                  <a:ext cx="87652" cy="121515"/>
                </a:xfrm>
                <a:custGeom>
                  <a:avLst/>
                  <a:gdLst>
                    <a:gd name="connsiteX0" fmla="*/ 73914 w 87652"/>
                    <a:gd name="connsiteY0" fmla="*/ 46173 h 121515"/>
                    <a:gd name="connsiteX1" fmla="*/ 44672 w 87652"/>
                    <a:gd name="connsiteY1" fmla="*/ 82558 h 121515"/>
                    <a:gd name="connsiteX2" fmla="*/ 0 w 87652"/>
                    <a:gd name="connsiteY2" fmla="*/ 91797 h 121515"/>
                    <a:gd name="connsiteX3" fmla="*/ 56959 w 87652"/>
                    <a:gd name="connsiteY3" fmla="*/ 121515 h 121515"/>
                    <a:gd name="connsiteX4" fmla="*/ 46672 w 87652"/>
                    <a:gd name="connsiteY4" fmla="*/ 109419 h 121515"/>
                    <a:gd name="connsiteX5" fmla="*/ 41529 w 87652"/>
                    <a:gd name="connsiteY5" fmla="*/ 95417 h 121515"/>
                    <a:gd name="connsiteX6" fmla="*/ 46101 w 87652"/>
                    <a:gd name="connsiteY6" fmla="*/ 90750 h 121515"/>
                    <a:gd name="connsiteX7" fmla="*/ 80010 w 87652"/>
                    <a:gd name="connsiteY7" fmla="*/ 45601 h 121515"/>
                    <a:gd name="connsiteX8" fmla="*/ 81724 w 87652"/>
                    <a:gd name="connsiteY8" fmla="*/ 72 h 121515"/>
                    <a:gd name="connsiteX9" fmla="*/ 73914 w 87652"/>
                    <a:gd name="connsiteY9" fmla="*/ 46173 h 121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7652" h="121515">
                      <a:moveTo>
                        <a:pt x="73914" y="46173"/>
                      </a:moveTo>
                      <a:cubicBezTo>
                        <a:pt x="66865" y="60270"/>
                        <a:pt x="57531" y="73510"/>
                        <a:pt x="44672" y="82558"/>
                      </a:cubicBezTo>
                      <a:cubicBezTo>
                        <a:pt x="31813" y="91607"/>
                        <a:pt x="15145" y="95988"/>
                        <a:pt x="0" y="91797"/>
                      </a:cubicBezTo>
                      <a:cubicBezTo>
                        <a:pt x="22193" y="92179"/>
                        <a:pt x="44005" y="103514"/>
                        <a:pt x="56959" y="121515"/>
                      </a:cubicBezTo>
                      <a:cubicBezTo>
                        <a:pt x="55721" y="116277"/>
                        <a:pt x="50768" y="113039"/>
                        <a:pt x="46672" y="109419"/>
                      </a:cubicBezTo>
                      <a:cubicBezTo>
                        <a:pt x="42672" y="105895"/>
                        <a:pt x="39052" y="100179"/>
                        <a:pt x="41529" y="95417"/>
                      </a:cubicBezTo>
                      <a:cubicBezTo>
                        <a:pt x="42577" y="93512"/>
                        <a:pt x="44386" y="92083"/>
                        <a:pt x="46101" y="90750"/>
                      </a:cubicBezTo>
                      <a:cubicBezTo>
                        <a:pt x="61246" y="79224"/>
                        <a:pt x="73057" y="63318"/>
                        <a:pt x="80010" y="45601"/>
                      </a:cubicBezTo>
                      <a:cubicBezTo>
                        <a:pt x="82772" y="38553"/>
                        <a:pt x="94678" y="-1928"/>
                        <a:pt x="81724" y="72"/>
                      </a:cubicBezTo>
                      <a:cubicBezTo>
                        <a:pt x="84772" y="16646"/>
                        <a:pt x="81343" y="31314"/>
                        <a:pt x="73914" y="4617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03" name="Forme libre : forme 16402">
                  <a:extLst>
                    <a:ext uri="{FF2B5EF4-FFF2-40B4-BE49-F238E27FC236}">
                      <a16:creationId xmlns:a16="http://schemas.microsoft.com/office/drawing/2014/main" id="{6C5A8B31-C668-47C4-B56F-8A5126B07990}"/>
                    </a:ext>
                  </a:extLst>
                </p:cNvPr>
                <p:cNvSpPr/>
                <p:nvPr/>
              </p:nvSpPr>
              <p:spPr>
                <a:xfrm>
                  <a:off x="3284128" y="5594668"/>
                  <a:ext cx="158305" cy="139190"/>
                </a:xfrm>
                <a:custGeom>
                  <a:avLst/>
                  <a:gdLst>
                    <a:gd name="connsiteX0" fmla="*/ 44863 w 158305"/>
                    <a:gd name="connsiteY0" fmla="*/ 22129 h 139190"/>
                    <a:gd name="connsiteX1" fmla="*/ 79248 w 158305"/>
                    <a:gd name="connsiteY1" fmla="*/ 75374 h 139190"/>
                    <a:gd name="connsiteX2" fmla="*/ 74962 w 158305"/>
                    <a:gd name="connsiteY2" fmla="*/ 101377 h 139190"/>
                    <a:gd name="connsiteX3" fmla="*/ 59531 w 158305"/>
                    <a:gd name="connsiteY3" fmla="*/ 139191 h 139190"/>
                    <a:gd name="connsiteX4" fmla="*/ 96393 w 158305"/>
                    <a:gd name="connsiteY4" fmla="*/ 76517 h 139190"/>
                    <a:gd name="connsiteX5" fmla="*/ 158305 w 158305"/>
                    <a:gd name="connsiteY5" fmla="*/ 38798 h 139190"/>
                    <a:gd name="connsiteX6" fmla="*/ 91535 w 158305"/>
                    <a:gd name="connsiteY6" fmla="*/ 67468 h 139190"/>
                    <a:gd name="connsiteX7" fmla="*/ 52102 w 158305"/>
                    <a:gd name="connsiteY7" fmla="*/ 21843 h 139190"/>
                    <a:gd name="connsiteX8" fmla="*/ 0 w 158305"/>
                    <a:gd name="connsiteY8" fmla="*/ 3079 h 139190"/>
                    <a:gd name="connsiteX9" fmla="*/ 44863 w 158305"/>
                    <a:gd name="connsiteY9" fmla="*/ 22129 h 139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8305" h="139190">
                      <a:moveTo>
                        <a:pt x="44863" y="22129"/>
                      </a:moveTo>
                      <a:cubicBezTo>
                        <a:pt x="63437" y="33844"/>
                        <a:pt x="78677" y="53370"/>
                        <a:pt x="79248" y="75374"/>
                      </a:cubicBezTo>
                      <a:cubicBezTo>
                        <a:pt x="79534" y="84232"/>
                        <a:pt x="77438" y="92899"/>
                        <a:pt x="74962" y="101377"/>
                      </a:cubicBezTo>
                      <a:cubicBezTo>
                        <a:pt x="71057" y="114426"/>
                        <a:pt x="65818" y="127094"/>
                        <a:pt x="59531" y="139191"/>
                      </a:cubicBezTo>
                      <a:cubicBezTo>
                        <a:pt x="69247" y="116807"/>
                        <a:pt x="79248" y="93852"/>
                        <a:pt x="96393" y="76517"/>
                      </a:cubicBezTo>
                      <a:cubicBezTo>
                        <a:pt x="113443" y="59181"/>
                        <a:pt x="136208" y="48799"/>
                        <a:pt x="158305" y="38798"/>
                      </a:cubicBezTo>
                      <a:cubicBezTo>
                        <a:pt x="135160" y="46227"/>
                        <a:pt x="112776" y="55847"/>
                        <a:pt x="91535" y="67468"/>
                      </a:cubicBezTo>
                      <a:cubicBezTo>
                        <a:pt x="96203" y="64896"/>
                        <a:pt x="56007" y="24795"/>
                        <a:pt x="52102" y="21843"/>
                      </a:cubicBezTo>
                      <a:cubicBezTo>
                        <a:pt x="43720" y="15652"/>
                        <a:pt x="8668" y="-8447"/>
                        <a:pt x="0" y="3079"/>
                      </a:cubicBezTo>
                      <a:cubicBezTo>
                        <a:pt x="12668" y="11556"/>
                        <a:pt x="31147" y="13461"/>
                        <a:pt x="44863" y="2212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04" name="Forme libre : forme 16403">
                  <a:extLst>
                    <a:ext uri="{FF2B5EF4-FFF2-40B4-BE49-F238E27FC236}">
                      <a16:creationId xmlns:a16="http://schemas.microsoft.com/office/drawing/2014/main" id="{C275B0CA-BE33-4714-9227-228F8A2EFF5F}"/>
                    </a:ext>
                  </a:extLst>
                </p:cNvPr>
                <p:cNvSpPr/>
                <p:nvPr/>
              </p:nvSpPr>
              <p:spPr>
                <a:xfrm>
                  <a:off x="3304798" y="5393912"/>
                  <a:ext cx="51284" cy="188976"/>
                </a:xfrm>
                <a:custGeom>
                  <a:avLst/>
                  <a:gdLst>
                    <a:gd name="connsiteX0" fmla="*/ 35433 w 51284"/>
                    <a:gd name="connsiteY0" fmla="*/ 91821 h 188976"/>
                    <a:gd name="connsiteX1" fmla="*/ 0 w 51284"/>
                    <a:gd name="connsiteY1" fmla="*/ 0 h 188976"/>
                    <a:gd name="connsiteX2" fmla="*/ 26575 w 51284"/>
                    <a:gd name="connsiteY2" fmla="*/ 50673 h 188976"/>
                    <a:gd name="connsiteX3" fmla="*/ 49054 w 51284"/>
                    <a:gd name="connsiteY3" fmla="*/ 104680 h 188976"/>
                    <a:gd name="connsiteX4" fmla="*/ 41243 w 51284"/>
                    <a:gd name="connsiteY4" fmla="*/ 161258 h 188976"/>
                    <a:gd name="connsiteX5" fmla="*/ 7334 w 51284"/>
                    <a:gd name="connsiteY5" fmla="*/ 188976 h 188976"/>
                    <a:gd name="connsiteX6" fmla="*/ 30099 w 51284"/>
                    <a:gd name="connsiteY6" fmla="*/ 146114 h 188976"/>
                    <a:gd name="connsiteX7" fmla="*/ 35433 w 51284"/>
                    <a:gd name="connsiteY7" fmla="*/ 91821 h 188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284" h="188976">
                      <a:moveTo>
                        <a:pt x="35433" y="91821"/>
                      </a:moveTo>
                      <a:cubicBezTo>
                        <a:pt x="31528" y="58960"/>
                        <a:pt x="16764" y="28480"/>
                        <a:pt x="0" y="0"/>
                      </a:cubicBezTo>
                      <a:cubicBezTo>
                        <a:pt x="8858" y="16859"/>
                        <a:pt x="17716" y="33719"/>
                        <a:pt x="26575" y="50673"/>
                      </a:cubicBezTo>
                      <a:cubicBezTo>
                        <a:pt x="35623" y="68009"/>
                        <a:pt x="44863" y="85535"/>
                        <a:pt x="49054" y="104680"/>
                      </a:cubicBezTo>
                      <a:cubicBezTo>
                        <a:pt x="53245" y="123730"/>
                        <a:pt x="52006" y="144875"/>
                        <a:pt x="41243" y="161258"/>
                      </a:cubicBezTo>
                      <a:cubicBezTo>
                        <a:pt x="33147" y="173546"/>
                        <a:pt x="20383" y="182499"/>
                        <a:pt x="7334" y="188976"/>
                      </a:cubicBezTo>
                      <a:cubicBezTo>
                        <a:pt x="4477" y="181261"/>
                        <a:pt x="26670" y="156115"/>
                        <a:pt x="30099" y="146114"/>
                      </a:cubicBezTo>
                      <a:cubicBezTo>
                        <a:pt x="35909" y="128683"/>
                        <a:pt x="37529" y="109919"/>
                        <a:pt x="35433" y="9182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05" name="Forme libre : forme 16404">
                  <a:extLst>
                    <a:ext uri="{FF2B5EF4-FFF2-40B4-BE49-F238E27FC236}">
                      <a16:creationId xmlns:a16="http://schemas.microsoft.com/office/drawing/2014/main" id="{6994753F-438E-4E56-9BDC-105B054C0BC8}"/>
                    </a:ext>
                  </a:extLst>
                </p:cNvPr>
                <p:cNvSpPr/>
                <p:nvPr/>
              </p:nvSpPr>
              <p:spPr>
                <a:xfrm>
                  <a:off x="3312132" y="5233892"/>
                  <a:ext cx="39630" cy="128206"/>
                </a:xfrm>
                <a:custGeom>
                  <a:avLst/>
                  <a:gdLst>
                    <a:gd name="connsiteX0" fmla="*/ 29528 w 39630"/>
                    <a:gd name="connsiteY0" fmla="*/ 63722 h 128206"/>
                    <a:gd name="connsiteX1" fmla="*/ 0 w 39630"/>
                    <a:gd name="connsiteY1" fmla="*/ 128207 h 128206"/>
                    <a:gd name="connsiteX2" fmla="*/ 38576 w 39630"/>
                    <a:gd name="connsiteY2" fmla="*/ 67628 h 128206"/>
                    <a:gd name="connsiteX3" fmla="*/ 26956 w 39630"/>
                    <a:gd name="connsiteY3" fmla="*/ 0 h 128206"/>
                    <a:gd name="connsiteX4" fmla="*/ 29528 w 39630"/>
                    <a:gd name="connsiteY4" fmla="*/ 63722 h 128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630" h="128206">
                      <a:moveTo>
                        <a:pt x="29528" y="63722"/>
                      </a:moveTo>
                      <a:cubicBezTo>
                        <a:pt x="23622" y="86678"/>
                        <a:pt x="12002" y="107728"/>
                        <a:pt x="0" y="128207"/>
                      </a:cubicBezTo>
                      <a:cubicBezTo>
                        <a:pt x="21717" y="116205"/>
                        <a:pt x="35243" y="92202"/>
                        <a:pt x="38576" y="67628"/>
                      </a:cubicBezTo>
                      <a:cubicBezTo>
                        <a:pt x="41053" y="48768"/>
                        <a:pt x="39910" y="15050"/>
                        <a:pt x="26956" y="0"/>
                      </a:cubicBezTo>
                      <a:cubicBezTo>
                        <a:pt x="33052" y="21622"/>
                        <a:pt x="35243" y="41529"/>
                        <a:pt x="29528" y="6372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06" name="Forme libre : forme 16405">
                  <a:extLst>
                    <a:ext uri="{FF2B5EF4-FFF2-40B4-BE49-F238E27FC236}">
                      <a16:creationId xmlns:a16="http://schemas.microsoft.com/office/drawing/2014/main" id="{E8FA9E28-C53C-4E41-AA31-776602D9E512}"/>
                    </a:ext>
                  </a:extLst>
                </p:cNvPr>
                <p:cNvSpPr/>
                <p:nvPr/>
              </p:nvSpPr>
              <p:spPr>
                <a:xfrm>
                  <a:off x="3479962" y="5347144"/>
                  <a:ext cx="139541" cy="216884"/>
                </a:xfrm>
                <a:custGeom>
                  <a:avLst/>
                  <a:gdLst>
                    <a:gd name="connsiteX0" fmla="*/ 113824 w 139541"/>
                    <a:gd name="connsiteY0" fmla="*/ 26956 h 216884"/>
                    <a:gd name="connsiteX1" fmla="*/ 103727 w 139541"/>
                    <a:gd name="connsiteY1" fmla="*/ 70199 h 216884"/>
                    <a:gd name="connsiteX2" fmla="*/ 60198 w 139541"/>
                    <a:gd name="connsiteY2" fmla="*/ 114395 h 216884"/>
                    <a:gd name="connsiteX3" fmla="*/ 0 w 139541"/>
                    <a:gd name="connsiteY3" fmla="*/ 132016 h 216884"/>
                    <a:gd name="connsiteX4" fmla="*/ 81725 w 139541"/>
                    <a:gd name="connsiteY4" fmla="*/ 116872 h 216884"/>
                    <a:gd name="connsiteX5" fmla="*/ 88583 w 139541"/>
                    <a:gd name="connsiteY5" fmla="*/ 116967 h 216884"/>
                    <a:gd name="connsiteX6" fmla="*/ 92583 w 139541"/>
                    <a:gd name="connsiteY6" fmla="*/ 120872 h 216884"/>
                    <a:gd name="connsiteX7" fmla="*/ 110871 w 139541"/>
                    <a:gd name="connsiteY7" fmla="*/ 172021 h 216884"/>
                    <a:gd name="connsiteX8" fmla="*/ 139541 w 139541"/>
                    <a:gd name="connsiteY8" fmla="*/ 216884 h 216884"/>
                    <a:gd name="connsiteX9" fmla="*/ 116967 w 139541"/>
                    <a:gd name="connsiteY9" fmla="*/ 155448 h 216884"/>
                    <a:gd name="connsiteX10" fmla="*/ 113252 w 139541"/>
                    <a:gd name="connsiteY10" fmla="*/ 104299 h 216884"/>
                    <a:gd name="connsiteX11" fmla="*/ 123254 w 139541"/>
                    <a:gd name="connsiteY11" fmla="*/ 69342 h 216884"/>
                    <a:gd name="connsiteX12" fmla="*/ 114395 w 139541"/>
                    <a:gd name="connsiteY12" fmla="*/ 0 h 216884"/>
                    <a:gd name="connsiteX13" fmla="*/ 113824 w 139541"/>
                    <a:gd name="connsiteY13" fmla="*/ 26956 h 216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9541" h="216884">
                      <a:moveTo>
                        <a:pt x="113824" y="26956"/>
                      </a:moveTo>
                      <a:cubicBezTo>
                        <a:pt x="112586" y="41815"/>
                        <a:pt x="110014" y="56769"/>
                        <a:pt x="103727" y="70199"/>
                      </a:cubicBezTo>
                      <a:cubicBezTo>
                        <a:pt x="94774" y="89249"/>
                        <a:pt x="78677" y="104394"/>
                        <a:pt x="60198" y="114395"/>
                      </a:cubicBezTo>
                      <a:cubicBezTo>
                        <a:pt x="41720" y="124396"/>
                        <a:pt x="20860" y="129540"/>
                        <a:pt x="0" y="132016"/>
                      </a:cubicBezTo>
                      <a:cubicBezTo>
                        <a:pt x="27242" y="126968"/>
                        <a:pt x="54483" y="121920"/>
                        <a:pt x="81725" y="116872"/>
                      </a:cubicBezTo>
                      <a:cubicBezTo>
                        <a:pt x="84011" y="116491"/>
                        <a:pt x="86487" y="116014"/>
                        <a:pt x="88583" y="116967"/>
                      </a:cubicBezTo>
                      <a:cubicBezTo>
                        <a:pt x="90297" y="117729"/>
                        <a:pt x="91535" y="119348"/>
                        <a:pt x="92583" y="120872"/>
                      </a:cubicBezTo>
                      <a:cubicBezTo>
                        <a:pt x="102870" y="135922"/>
                        <a:pt x="106013" y="154495"/>
                        <a:pt x="110871" y="172021"/>
                      </a:cubicBezTo>
                      <a:cubicBezTo>
                        <a:pt x="115824" y="189548"/>
                        <a:pt x="123730" y="207836"/>
                        <a:pt x="139541" y="216884"/>
                      </a:cubicBezTo>
                      <a:cubicBezTo>
                        <a:pt x="125730" y="199644"/>
                        <a:pt x="121158" y="177069"/>
                        <a:pt x="116967" y="155448"/>
                      </a:cubicBezTo>
                      <a:cubicBezTo>
                        <a:pt x="113729" y="138589"/>
                        <a:pt x="110395" y="121253"/>
                        <a:pt x="113252" y="104299"/>
                      </a:cubicBezTo>
                      <a:cubicBezTo>
                        <a:pt x="115253" y="92297"/>
                        <a:pt x="120301" y="81058"/>
                        <a:pt x="123254" y="69342"/>
                      </a:cubicBezTo>
                      <a:cubicBezTo>
                        <a:pt x="127064" y="54388"/>
                        <a:pt x="131636" y="8287"/>
                        <a:pt x="114395" y="0"/>
                      </a:cubicBezTo>
                      <a:cubicBezTo>
                        <a:pt x="114491" y="9049"/>
                        <a:pt x="114586" y="18002"/>
                        <a:pt x="113824" y="2695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07" name="Forme libre : forme 16406">
                  <a:extLst>
                    <a:ext uri="{FF2B5EF4-FFF2-40B4-BE49-F238E27FC236}">
                      <a16:creationId xmlns:a16="http://schemas.microsoft.com/office/drawing/2014/main" id="{E91D4FB3-6EDF-460F-86A2-569A44287B40}"/>
                    </a:ext>
                  </a:extLst>
                </p:cNvPr>
                <p:cNvSpPr/>
                <p:nvPr/>
              </p:nvSpPr>
              <p:spPr>
                <a:xfrm>
                  <a:off x="3525301" y="5577522"/>
                  <a:ext cx="173069" cy="115094"/>
                </a:xfrm>
                <a:custGeom>
                  <a:avLst/>
                  <a:gdLst>
                    <a:gd name="connsiteX0" fmla="*/ 113538 w 173069"/>
                    <a:gd name="connsiteY0" fmla="*/ 8700 h 115094"/>
                    <a:gd name="connsiteX1" fmla="*/ 58864 w 173069"/>
                    <a:gd name="connsiteY1" fmla="*/ 23464 h 115094"/>
                    <a:gd name="connsiteX2" fmla="*/ 0 w 173069"/>
                    <a:gd name="connsiteY2" fmla="*/ 115094 h 115094"/>
                    <a:gd name="connsiteX3" fmla="*/ 20384 w 173069"/>
                    <a:gd name="connsiteY3" fmla="*/ 54134 h 115094"/>
                    <a:gd name="connsiteX4" fmla="*/ 66770 w 173069"/>
                    <a:gd name="connsiteY4" fmla="*/ 10700 h 115094"/>
                    <a:gd name="connsiteX5" fmla="*/ 128111 w 173069"/>
                    <a:gd name="connsiteY5" fmla="*/ 508 h 115094"/>
                    <a:gd name="connsiteX6" fmla="*/ 173069 w 173069"/>
                    <a:gd name="connsiteY6" fmla="*/ 6795 h 115094"/>
                    <a:gd name="connsiteX7" fmla="*/ 113538 w 173069"/>
                    <a:gd name="connsiteY7" fmla="*/ 8700 h 115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3069" h="115094">
                      <a:moveTo>
                        <a:pt x="113538" y="8700"/>
                      </a:moveTo>
                      <a:cubicBezTo>
                        <a:pt x="94583" y="10509"/>
                        <a:pt x="75343" y="13939"/>
                        <a:pt x="58864" y="23464"/>
                      </a:cubicBezTo>
                      <a:cubicBezTo>
                        <a:pt x="26670" y="42037"/>
                        <a:pt x="11430" y="79661"/>
                        <a:pt x="0" y="115094"/>
                      </a:cubicBezTo>
                      <a:cubicBezTo>
                        <a:pt x="3524" y="93853"/>
                        <a:pt x="9620" y="72803"/>
                        <a:pt x="20384" y="54134"/>
                      </a:cubicBezTo>
                      <a:cubicBezTo>
                        <a:pt x="31147" y="35465"/>
                        <a:pt x="47054" y="19368"/>
                        <a:pt x="66770" y="10700"/>
                      </a:cubicBezTo>
                      <a:cubicBezTo>
                        <a:pt x="85915" y="2318"/>
                        <a:pt x="107252" y="1366"/>
                        <a:pt x="128111" y="508"/>
                      </a:cubicBezTo>
                      <a:cubicBezTo>
                        <a:pt x="142208" y="-63"/>
                        <a:pt x="161068" y="-1682"/>
                        <a:pt x="173069" y="6795"/>
                      </a:cubicBezTo>
                      <a:cubicBezTo>
                        <a:pt x="155924" y="11938"/>
                        <a:pt x="131921" y="6985"/>
                        <a:pt x="113538" y="870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08" name="Forme libre : forme 16407">
                  <a:extLst>
                    <a:ext uri="{FF2B5EF4-FFF2-40B4-BE49-F238E27FC236}">
                      <a16:creationId xmlns:a16="http://schemas.microsoft.com/office/drawing/2014/main" id="{EA834B50-1FB0-4253-A3DA-C3867D1EFBBE}"/>
                    </a:ext>
                  </a:extLst>
                </p:cNvPr>
                <p:cNvSpPr/>
                <p:nvPr/>
              </p:nvSpPr>
              <p:spPr>
                <a:xfrm>
                  <a:off x="3768284" y="5307615"/>
                  <a:ext cx="228980" cy="149257"/>
                </a:xfrm>
                <a:custGeom>
                  <a:avLst/>
                  <a:gdLst>
                    <a:gd name="connsiteX0" fmla="*/ 62770 w 228980"/>
                    <a:gd name="connsiteY0" fmla="*/ 101537 h 149257"/>
                    <a:gd name="connsiteX1" fmla="*/ 0 w 228980"/>
                    <a:gd name="connsiteY1" fmla="*/ 149257 h 149257"/>
                    <a:gd name="connsiteX2" fmla="*/ 108013 w 228980"/>
                    <a:gd name="connsiteY2" fmla="*/ 79439 h 149257"/>
                    <a:gd name="connsiteX3" fmla="*/ 228981 w 228980"/>
                    <a:gd name="connsiteY3" fmla="*/ 106299 h 149257"/>
                    <a:gd name="connsiteX4" fmla="*/ 136017 w 228980"/>
                    <a:gd name="connsiteY4" fmla="*/ 67723 h 149257"/>
                    <a:gd name="connsiteX5" fmla="*/ 129349 w 228980"/>
                    <a:gd name="connsiteY5" fmla="*/ 66294 h 149257"/>
                    <a:gd name="connsiteX6" fmla="*/ 125825 w 228980"/>
                    <a:gd name="connsiteY6" fmla="*/ 59817 h 149257"/>
                    <a:gd name="connsiteX7" fmla="*/ 108109 w 228980"/>
                    <a:gd name="connsiteY7" fmla="*/ 0 h 149257"/>
                    <a:gd name="connsiteX8" fmla="*/ 104584 w 228980"/>
                    <a:gd name="connsiteY8" fmla="*/ 25432 h 149257"/>
                    <a:gd name="connsiteX9" fmla="*/ 98393 w 228980"/>
                    <a:gd name="connsiteY9" fmla="*/ 54959 h 149257"/>
                    <a:gd name="connsiteX10" fmla="*/ 62770 w 228980"/>
                    <a:gd name="connsiteY10" fmla="*/ 101537 h 149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8980" h="149257">
                      <a:moveTo>
                        <a:pt x="62770" y="101537"/>
                      </a:moveTo>
                      <a:cubicBezTo>
                        <a:pt x="40672" y="116681"/>
                        <a:pt x="10478" y="124587"/>
                        <a:pt x="0" y="149257"/>
                      </a:cubicBezTo>
                      <a:cubicBezTo>
                        <a:pt x="30671" y="118586"/>
                        <a:pt x="66199" y="90964"/>
                        <a:pt x="108013" y="79439"/>
                      </a:cubicBezTo>
                      <a:cubicBezTo>
                        <a:pt x="149828" y="67913"/>
                        <a:pt x="198787" y="75152"/>
                        <a:pt x="228981" y="106299"/>
                      </a:cubicBezTo>
                      <a:cubicBezTo>
                        <a:pt x="204216" y="82582"/>
                        <a:pt x="170402" y="68485"/>
                        <a:pt x="136017" y="67723"/>
                      </a:cubicBezTo>
                      <a:cubicBezTo>
                        <a:pt x="133731" y="67628"/>
                        <a:pt x="131254" y="67628"/>
                        <a:pt x="129349" y="66294"/>
                      </a:cubicBezTo>
                      <a:cubicBezTo>
                        <a:pt x="127349" y="64865"/>
                        <a:pt x="126492" y="62199"/>
                        <a:pt x="125825" y="59817"/>
                      </a:cubicBezTo>
                      <a:cubicBezTo>
                        <a:pt x="120777" y="41815"/>
                        <a:pt x="118110" y="15240"/>
                        <a:pt x="108109" y="0"/>
                      </a:cubicBezTo>
                      <a:cubicBezTo>
                        <a:pt x="100393" y="3620"/>
                        <a:pt x="104965" y="18193"/>
                        <a:pt x="104584" y="25432"/>
                      </a:cubicBezTo>
                      <a:cubicBezTo>
                        <a:pt x="104013" y="35529"/>
                        <a:pt x="101822" y="45530"/>
                        <a:pt x="98393" y="54959"/>
                      </a:cubicBezTo>
                      <a:cubicBezTo>
                        <a:pt x="90678" y="75629"/>
                        <a:pt x="77629" y="86678"/>
                        <a:pt x="62770" y="10153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09" name="Forme libre : forme 16408">
                  <a:extLst>
                    <a:ext uri="{FF2B5EF4-FFF2-40B4-BE49-F238E27FC236}">
                      <a16:creationId xmlns:a16="http://schemas.microsoft.com/office/drawing/2014/main" id="{5E4F0EF4-B1C8-41C7-9EF8-24386950C070}"/>
                    </a:ext>
                  </a:extLst>
                </p:cNvPr>
                <p:cNvSpPr/>
                <p:nvPr/>
              </p:nvSpPr>
              <p:spPr>
                <a:xfrm>
                  <a:off x="3932971" y="5515641"/>
                  <a:ext cx="126566" cy="265842"/>
                </a:xfrm>
                <a:custGeom>
                  <a:avLst/>
                  <a:gdLst>
                    <a:gd name="connsiteX0" fmla="*/ 106013 w 126566"/>
                    <a:gd name="connsiteY0" fmla="*/ 70580 h 265842"/>
                    <a:gd name="connsiteX1" fmla="*/ 51340 w 126566"/>
                    <a:gd name="connsiteY1" fmla="*/ 143256 h 265842"/>
                    <a:gd name="connsiteX2" fmla="*/ 0 w 126566"/>
                    <a:gd name="connsiteY2" fmla="*/ 162116 h 265842"/>
                    <a:gd name="connsiteX3" fmla="*/ 38005 w 126566"/>
                    <a:gd name="connsiteY3" fmla="*/ 184309 h 265842"/>
                    <a:gd name="connsiteX4" fmla="*/ 55912 w 126566"/>
                    <a:gd name="connsiteY4" fmla="*/ 226504 h 265842"/>
                    <a:gd name="connsiteX5" fmla="*/ 78677 w 126566"/>
                    <a:gd name="connsiteY5" fmla="*/ 265843 h 265842"/>
                    <a:gd name="connsiteX6" fmla="*/ 62579 w 126566"/>
                    <a:gd name="connsiteY6" fmla="*/ 217075 h 265842"/>
                    <a:gd name="connsiteX7" fmla="*/ 45530 w 126566"/>
                    <a:gd name="connsiteY7" fmla="*/ 174498 h 265842"/>
                    <a:gd name="connsiteX8" fmla="*/ 45244 w 126566"/>
                    <a:gd name="connsiteY8" fmla="*/ 168878 h 265842"/>
                    <a:gd name="connsiteX9" fmla="*/ 49911 w 126566"/>
                    <a:gd name="connsiteY9" fmla="*/ 162592 h 265842"/>
                    <a:gd name="connsiteX10" fmla="*/ 88297 w 126566"/>
                    <a:gd name="connsiteY10" fmla="*/ 127635 h 265842"/>
                    <a:gd name="connsiteX11" fmla="*/ 115253 w 126566"/>
                    <a:gd name="connsiteY11" fmla="*/ 97917 h 265842"/>
                    <a:gd name="connsiteX12" fmla="*/ 125825 w 126566"/>
                    <a:gd name="connsiteY12" fmla="*/ 42100 h 265842"/>
                    <a:gd name="connsiteX13" fmla="*/ 111728 w 126566"/>
                    <a:gd name="connsiteY13" fmla="*/ 0 h 265842"/>
                    <a:gd name="connsiteX14" fmla="*/ 106013 w 126566"/>
                    <a:gd name="connsiteY14" fmla="*/ 70580 h 2658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26566" h="265842">
                      <a:moveTo>
                        <a:pt x="106013" y="70580"/>
                      </a:moveTo>
                      <a:cubicBezTo>
                        <a:pt x="95060" y="99250"/>
                        <a:pt x="74867" y="123634"/>
                        <a:pt x="51340" y="143256"/>
                      </a:cubicBezTo>
                      <a:cubicBezTo>
                        <a:pt x="36767" y="155353"/>
                        <a:pt x="18383" y="166307"/>
                        <a:pt x="0" y="162116"/>
                      </a:cubicBezTo>
                      <a:cubicBezTo>
                        <a:pt x="15335" y="161354"/>
                        <a:pt x="29337" y="171545"/>
                        <a:pt x="38005" y="184309"/>
                      </a:cubicBezTo>
                      <a:cubicBezTo>
                        <a:pt x="46577" y="196977"/>
                        <a:pt x="50864" y="212027"/>
                        <a:pt x="55912" y="226504"/>
                      </a:cubicBezTo>
                      <a:cubicBezTo>
                        <a:pt x="60960" y="240982"/>
                        <a:pt x="67247" y="255651"/>
                        <a:pt x="78677" y="265843"/>
                      </a:cubicBezTo>
                      <a:cubicBezTo>
                        <a:pt x="65437" y="254413"/>
                        <a:pt x="67151" y="233934"/>
                        <a:pt x="62579" y="217075"/>
                      </a:cubicBezTo>
                      <a:cubicBezTo>
                        <a:pt x="58579" y="202311"/>
                        <a:pt x="49054" y="189357"/>
                        <a:pt x="45530" y="174498"/>
                      </a:cubicBezTo>
                      <a:cubicBezTo>
                        <a:pt x="45053" y="172688"/>
                        <a:pt x="44768" y="170688"/>
                        <a:pt x="45244" y="168878"/>
                      </a:cubicBezTo>
                      <a:cubicBezTo>
                        <a:pt x="45911" y="166307"/>
                        <a:pt x="47911" y="164306"/>
                        <a:pt x="49911" y="162592"/>
                      </a:cubicBezTo>
                      <a:cubicBezTo>
                        <a:pt x="62675" y="150971"/>
                        <a:pt x="75533" y="139255"/>
                        <a:pt x="88297" y="127635"/>
                      </a:cubicBezTo>
                      <a:cubicBezTo>
                        <a:pt x="98203" y="118586"/>
                        <a:pt x="108299" y="109347"/>
                        <a:pt x="115253" y="97917"/>
                      </a:cubicBezTo>
                      <a:cubicBezTo>
                        <a:pt x="125254" y="81439"/>
                        <a:pt x="128111" y="61246"/>
                        <a:pt x="125825" y="42100"/>
                      </a:cubicBezTo>
                      <a:cubicBezTo>
                        <a:pt x="124397" y="30003"/>
                        <a:pt x="121920" y="8191"/>
                        <a:pt x="111728" y="0"/>
                      </a:cubicBezTo>
                      <a:cubicBezTo>
                        <a:pt x="113824" y="24669"/>
                        <a:pt x="115253" y="46577"/>
                        <a:pt x="106013" y="7058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10" name="Forme libre : forme 16409">
                  <a:extLst>
                    <a:ext uri="{FF2B5EF4-FFF2-40B4-BE49-F238E27FC236}">
                      <a16:creationId xmlns:a16="http://schemas.microsoft.com/office/drawing/2014/main" id="{1A93AEA0-66F1-4E90-A1EB-0202E107BF0B}"/>
                    </a:ext>
                  </a:extLst>
                </p:cNvPr>
                <p:cNvSpPr/>
                <p:nvPr/>
              </p:nvSpPr>
              <p:spPr>
                <a:xfrm>
                  <a:off x="4094516" y="5261895"/>
                  <a:ext cx="131349" cy="169926"/>
                </a:xfrm>
                <a:custGeom>
                  <a:avLst/>
                  <a:gdLst>
                    <a:gd name="connsiteX0" fmla="*/ 80010 w 131349"/>
                    <a:gd name="connsiteY0" fmla="*/ 169926 h 169926"/>
                    <a:gd name="connsiteX1" fmla="*/ 75438 w 131349"/>
                    <a:gd name="connsiteY1" fmla="*/ 143637 h 169926"/>
                    <a:gd name="connsiteX2" fmla="*/ 59055 w 131349"/>
                    <a:gd name="connsiteY2" fmla="*/ 124396 h 169926"/>
                    <a:gd name="connsiteX3" fmla="*/ 0 w 131349"/>
                    <a:gd name="connsiteY3" fmla="*/ 0 h 169926"/>
                    <a:gd name="connsiteX4" fmla="*/ 25527 w 131349"/>
                    <a:gd name="connsiteY4" fmla="*/ 70390 h 169926"/>
                    <a:gd name="connsiteX5" fmla="*/ 55054 w 131349"/>
                    <a:gd name="connsiteY5" fmla="*/ 104204 h 169926"/>
                    <a:gd name="connsiteX6" fmla="*/ 62008 w 131349"/>
                    <a:gd name="connsiteY6" fmla="*/ 108014 h 169926"/>
                    <a:gd name="connsiteX7" fmla="*/ 70390 w 131349"/>
                    <a:gd name="connsiteY7" fmla="*/ 102013 h 169926"/>
                    <a:gd name="connsiteX8" fmla="*/ 131350 w 131349"/>
                    <a:gd name="connsiteY8" fmla="*/ 40386 h 169926"/>
                    <a:gd name="connsiteX9" fmla="*/ 80010 w 131349"/>
                    <a:gd name="connsiteY9" fmla="*/ 169926 h 169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1349" h="169926">
                      <a:moveTo>
                        <a:pt x="80010" y="169926"/>
                      </a:moveTo>
                      <a:cubicBezTo>
                        <a:pt x="75438" y="162211"/>
                        <a:pt x="78200" y="152209"/>
                        <a:pt x="75438" y="143637"/>
                      </a:cubicBezTo>
                      <a:cubicBezTo>
                        <a:pt x="72771" y="135541"/>
                        <a:pt x="65532" y="130016"/>
                        <a:pt x="59055" y="124396"/>
                      </a:cubicBezTo>
                      <a:cubicBezTo>
                        <a:pt x="23146" y="93631"/>
                        <a:pt x="1143" y="47244"/>
                        <a:pt x="0" y="0"/>
                      </a:cubicBezTo>
                      <a:cubicBezTo>
                        <a:pt x="12859" y="21527"/>
                        <a:pt x="13240" y="48578"/>
                        <a:pt x="25527" y="70390"/>
                      </a:cubicBezTo>
                      <a:cubicBezTo>
                        <a:pt x="32861" y="83534"/>
                        <a:pt x="44101" y="94012"/>
                        <a:pt x="55054" y="104204"/>
                      </a:cubicBezTo>
                      <a:cubicBezTo>
                        <a:pt x="57055" y="106013"/>
                        <a:pt x="59246" y="108014"/>
                        <a:pt x="62008" y="108014"/>
                      </a:cubicBezTo>
                      <a:cubicBezTo>
                        <a:pt x="65627" y="108109"/>
                        <a:pt x="68199" y="104870"/>
                        <a:pt x="70390" y="102013"/>
                      </a:cubicBezTo>
                      <a:cubicBezTo>
                        <a:pt x="88106" y="78105"/>
                        <a:pt x="110966" y="61436"/>
                        <a:pt x="131350" y="40386"/>
                      </a:cubicBezTo>
                      <a:cubicBezTo>
                        <a:pt x="92678" y="69628"/>
                        <a:pt x="72771" y="122587"/>
                        <a:pt x="80010" y="16992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11" name="Forme libre : forme 16410">
                  <a:extLst>
                    <a:ext uri="{FF2B5EF4-FFF2-40B4-BE49-F238E27FC236}">
                      <a16:creationId xmlns:a16="http://schemas.microsoft.com/office/drawing/2014/main" id="{F3E5F8FF-AD10-4444-A157-5A84A6607AC4}"/>
                    </a:ext>
                  </a:extLst>
                </p:cNvPr>
                <p:cNvSpPr/>
                <p:nvPr/>
              </p:nvSpPr>
              <p:spPr>
                <a:xfrm>
                  <a:off x="4217769" y="5516230"/>
                  <a:ext cx="137826" cy="251347"/>
                </a:xfrm>
                <a:custGeom>
                  <a:avLst/>
                  <a:gdLst>
                    <a:gd name="connsiteX0" fmla="*/ 40481 w 137826"/>
                    <a:gd name="connsiteY0" fmla="*/ 25319 h 251347"/>
                    <a:gd name="connsiteX1" fmla="*/ 57721 w 137826"/>
                    <a:gd name="connsiteY1" fmla="*/ 76373 h 251347"/>
                    <a:gd name="connsiteX2" fmla="*/ 0 w 137826"/>
                    <a:gd name="connsiteY2" fmla="*/ 251348 h 251347"/>
                    <a:gd name="connsiteX3" fmla="*/ 69151 w 137826"/>
                    <a:gd name="connsiteY3" fmla="*/ 146477 h 251347"/>
                    <a:gd name="connsiteX4" fmla="*/ 67913 w 137826"/>
                    <a:gd name="connsiteY4" fmla="*/ 223439 h 251347"/>
                    <a:gd name="connsiteX5" fmla="*/ 85820 w 137826"/>
                    <a:gd name="connsiteY5" fmla="*/ 105996 h 251347"/>
                    <a:gd name="connsiteX6" fmla="*/ 90773 w 137826"/>
                    <a:gd name="connsiteY6" fmla="*/ 93518 h 251347"/>
                    <a:gd name="connsiteX7" fmla="*/ 103156 w 137826"/>
                    <a:gd name="connsiteY7" fmla="*/ 86374 h 251347"/>
                    <a:gd name="connsiteX8" fmla="*/ 137827 w 137826"/>
                    <a:gd name="connsiteY8" fmla="*/ 73706 h 251347"/>
                    <a:gd name="connsiteX9" fmla="*/ 90678 w 137826"/>
                    <a:gd name="connsiteY9" fmla="*/ 86946 h 251347"/>
                    <a:gd name="connsiteX10" fmla="*/ 74866 w 137826"/>
                    <a:gd name="connsiteY10" fmla="*/ 93137 h 251347"/>
                    <a:gd name="connsiteX11" fmla="*/ 64103 w 137826"/>
                    <a:gd name="connsiteY11" fmla="*/ 32939 h 251347"/>
                    <a:gd name="connsiteX12" fmla="*/ 48101 w 137826"/>
                    <a:gd name="connsiteY12" fmla="*/ 14746 h 251347"/>
                    <a:gd name="connsiteX13" fmla="*/ 14764 w 137826"/>
                    <a:gd name="connsiteY13" fmla="*/ 3602 h 251347"/>
                    <a:gd name="connsiteX14" fmla="*/ 40481 w 137826"/>
                    <a:gd name="connsiteY14" fmla="*/ 25319 h 251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37826" h="251347">
                      <a:moveTo>
                        <a:pt x="40481" y="25319"/>
                      </a:moveTo>
                      <a:cubicBezTo>
                        <a:pt x="51625" y="39702"/>
                        <a:pt x="55912" y="58276"/>
                        <a:pt x="57721" y="76373"/>
                      </a:cubicBezTo>
                      <a:cubicBezTo>
                        <a:pt x="64103" y="139333"/>
                        <a:pt x="42577" y="204579"/>
                        <a:pt x="0" y="251348"/>
                      </a:cubicBezTo>
                      <a:cubicBezTo>
                        <a:pt x="29337" y="221153"/>
                        <a:pt x="52959" y="185339"/>
                        <a:pt x="69151" y="146477"/>
                      </a:cubicBezTo>
                      <a:cubicBezTo>
                        <a:pt x="64198" y="172004"/>
                        <a:pt x="59341" y="198865"/>
                        <a:pt x="67913" y="223439"/>
                      </a:cubicBezTo>
                      <a:cubicBezTo>
                        <a:pt x="71438" y="184006"/>
                        <a:pt x="77438" y="144667"/>
                        <a:pt x="85820" y="105996"/>
                      </a:cubicBezTo>
                      <a:cubicBezTo>
                        <a:pt x="86773" y="101614"/>
                        <a:pt x="87821" y="97042"/>
                        <a:pt x="90773" y="93518"/>
                      </a:cubicBezTo>
                      <a:cubicBezTo>
                        <a:pt x="93916" y="89803"/>
                        <a:pt x="98584" y="88089"/>
                        <a:pt x="103156" y="86374"/>
                      </a:cubicBezTo>
                      <a:cubicBezTo>
                        <a:pt x="114681" y="82183"/>
                        <a:pt x="126301" y="77897"/>
                        <a:pt x="137827" y="73706"/>
                      </a:cubicBezTo>
                      <a:cubicBezTo>
                        <a:pt x="121158" y="72277"/>
                        <a:pt x="104108" y="77040"/>
                        <a:pt x="90678" y="86946"/>
                      </a:cubicBezTo>
                      <a:cubicBezTo>
                        <a:pt x="85915" y="90470"/>
                        <a:pt x="80486" y="94852"/>
                        <a:pt x="74866" y="93137"/>
                      </a:cubicBezTo>
                      <a:cubicBezTo>
                        <a:pt x="61913" y="76945"/>
                        <a:pt x="72676" y="51799"/>
                        <a:pt x="64103" y="32939"/>
                      </a:cubicBezTo>
                      <a:cubicBezTo>
                        <a:pt x="60770" y="25510"/>
                        <a:pt x="54578" y="19699"/>
                        <a:pt x="48101" y="14746"/>
                      </a:cubicBezTo>
                      <a:cubicBezTo>
                        <a:pt x="41624" y="9698"/>
                        <a:pt x="21622" y="-7352"/>
                        <a:pt x="14764" y="3602"/>
                      </a:cubicBezTo>
                      <a:cubicBezTo>
                        <a:pt x="23241" y="10937"/>
                        <a:pt x="33242" y="15889"/>
                        <a:pt x="40481" y="2531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12" name="Forme libre : forme 16411">
                  <a:extLst>
                    <a:ext uri="{FF2B5EF4-FFF2-40B4-BE49-F238E27FC236}">
                      <a16:creationId xmlns:a16="http://schemas.microsoft.com/office/drawing/2014/main" id="{0FFF84F9-79DA-4AB1-9F8B-030F2A9FD91A}"/>
                    </a:ext>
                  </a:extLst>
                </p:cNvPr>
                <p:cNvSpPr/>
                <p:nvPr/>
              </p:nvSpPr>
              <p:spPr>
                <a:xfrm>
                  <a:off x="4378456" y="5335238"/>
                  <a:ext cx="136398" cy="135731"/>
                </a:xfrm>
                <a:custGeom>
                  <a:avLst/>
                  <a:gdLst>
                    <a:gd name="connsiteX0" fmla="*/ 48768 w 136398"/>
                    <a:gd name="connsiteY0" fmla="*/ 58198 h 135731"/>
                    <a:gd name="connsiteX1" fmla="*/ 0 w 136398"/>
                    <a:gd name="connsiteY1" fmla="*/ 101632 h 135731"/>
                    <a:gd name="connsiteX2" fmla="*/ 58960 w 136398"/>
                    <a:gd name="connsiteY2" fmla="*/ 88487 h 135731"/>
                    <a:gd name="connsiteX3" fmla="*/ 77533 w 136398"/>
                    <a:gd name="connsiteY3" fmla="*/ 100869 h 135731"/>
                    <a:gd name="connsiteX4" fmla="*/ 136398 w 136398"/>
                    <a:gd name="connsiteY4" fmla="*/ 135731 h 135731"/>
                    <a:gd name="connsiteX5" fmla="*/ 86678 w 136398"/>
                    <a:gd name="connsiteY5" fmla="*/ 98584 h 135731"/>
                    <a:gd name="connsiteX6" fmla="*/ 64961 w 136398"/>
                    <a:gd name="connsiteY6" fmla="*/ 79153 h 135731"/>
                    <a:gd name="connsiteX7" fmla="*/ 58769 w 136398"/>
                    <a:gd name="connsiteY7" fmla="*/ 75819 h 135731"/>
                    <a:gd name="connsiteX8" fmla="*/ 57721 w 136398"/>
                    <a:gd name="connsiteY8" fmla="*/ 63151 h 135731"/>
                    <a:gd name="connsiteX9" fmla="*/ 56007 w 136398"/>
                    <a:gd name="connsiteY9" fmla="*/ 0 h 135731"/>
                    <a:gd name="connsiteX10" fmla="*/ 48768 w 136398"/>
                    <a:gd name="connsiteY10" fmla="*/ 58198 h 135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6398" h="135731">
                      <a:moveTo>
                        <a:pt x="48768" y="58198"/>
                      </a:moveTo>
                      <a:cubicBezTo>
                        <a:pt x="38862" y="78200"/>
                        <a:pt x="21050" y="94107"/>
                        <a:pt x="0" y="101632"/>
                      </a:cubicBezTo>
                      <a:cubicBezTo>
                        <a:pt x="18002" y="90868"/>
                        <a:pt x="39624" y="80582"/>
                        <a:pt x="58960" y="88487"/>
                      </a:cubicBezTo>
                      <a:cubicBezTo>
                        <a:pt x="65818" y="91344"/>
                        <a:pt x="71628" y="96202"/>
                        <a:pt x="77533" y="100869"/>
                      </a:cubicBezTo>
                      <a:cubicBezTo>
                        <a:pt x="95536" y="114967"/>
                        <a:pt x="115348" y="126682"/>
                        <a:pt x="136398" y="135731"/>
                      </a:cubicBezTo>
                      <a:cubicBezTo>
                        <a:pt x="118681" y="124873"/>
                        <a:pt x="100679" y="113824"/>
                        <a:pt x="86678" y="98584"/>
                      </a:cubicBezTo>
                      <a:cubicBezTo>
                        <a:pt x="80010" y="91344"/>
                        <a:pt x="73914" y="83058"/>
                        <a:pt x="64961" y="79153"/>
                      </a:cubicBezTo>
                      <a:cubicBezTo>
                        <a:pt x="62770" y="78200"/>
                        <a:pt x="60388" y="77534"/>
                        <a:pt x="58769" y="75819"/>
                      </a:cubicBezTo>
                      <a:cubicBezTo>
                        <a:pt x="55721" y="72580"/>
                        <a:pt x="56769" y="67437"/>
                        <a:pt x="57721" y="63151"/>
                      </a:cubicBezTo>
                      <a:cubicBezTo>
                        <a:pt x="60484" y="51149"/>
                        <a:pt x="67913" y="6668"/>
                        <a:pt x="56007" y="0"/>
                      </a:cubicBezTo>
                      <a:cubicBezTo>
                        <a:pt x="57436" y="20574"/>
                        <a:pt x="58293" y="38957"/>
                        <a:pt x="48768" y="5819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13" name="Forme libre : forme 16412">
                  <a:extLst>
                    <a:ext uri="{FF2B5EF4-FFF2-40B4-BE49-F238E27FC236}">
                      <a16:creationId xmlns:a16="http://schemas.microsoft.com/office/drawing/2014/main" id="{51019368-B48A-4AB6-90F4-7E59EFA064A8}"/>
                    </a:ext>
                  </a:extLst>
                </p:cNvPr>
                <p:cNvSpPr/>
                <p:nvPr/>
              </p:nvSpPr>
              <p:spPr>
                <a:xfrm>
                  <a:off x="4486088" y="5676233"/>
                  <a:ext cx="71818" cy="122292"/>
                </a:xfrm>
                <a:custGeom>
                  <a:avLst/>
                  <a:gdLst>
                    <a:gd name="connsiteX0" fmla="*/ 39910 w 71818"/>
                    <a:gd name="connsiteY0" fmla="*/ 74581 h 122292"/>
                    <a:gd name="connsiteX1" fmla="*/ 0 w 71818"/>
                    <a:gd name="connsiteY1" fmla="*/ 121063 h 122292"/>
                    <a:gd name="connsiteX2" fmla="*/ 21050 w 71818"/>
                    <a:gd name="connsiteY2" fmla="*/ 111252 h 122292"/>
                    <a:gd name="connsiteX3" fmla="*/ 51435 w 71818"/>
                    <a:gd name="connsiteY3" fmla="*/ 73057 h 122292"/>
                    <a:gd name="connsiteX4" fmla="*/ 54578 w 71818"/>
                    <a:gd name="connsiteY4" fmla="*/ 70009 h 122292"/>
                    <a:gd name="connsiteX5" fmla="*/ 64294 w 71818"/>
                    <a:gd name="connsiteY5" fmla="*/ 72580 h 122292"/>
                    <a:gd name="connsiteX6" fmla="*/ 71818 w 71818"/>
                    <a:gd name="connsiteY6" fmla="*/ 80296 h 122292"/>
                    <a:gd name="connsiteX7" fmla="*/ 69152 w 71818"/>
                    <a:gd name="connsiteY7" fmla="*/ 48292 h 122292"/>
                    <a:gd name="connsiteX8" fmla="*/ 44005 w 71818"/>
                    <a:gd name="connsiteY8" fmla="*/ 0 h 122292"/>
                    <a:gd name="connsiteX9" fmla="*/ 39910 w 71818"/>
                    <a:gd name="connsiteY9" fmla="*/ 74581 h 122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1818" h="122292">
                      <a:moveTo>
                        <a:pt x="39910" y="74581"/>
                      </a:moveTo>
                      <a:cubicBezTo>
                        <a:pt x="31718" y="94012"/>
                        <a:pt x="20098" y="114586"/>
                        <a:pt x="0" y="121063"/>
                      </a:cubicBezTo>
                      <a:cubicBezTo>
                        <a:pt x="7334" y="125254"/>
                        <a:pt x="15812" y="117920"/>
                        <a:pt x="21050" y="111252"/>
                      </a:cubicBezTo>
                      <a:cubicBezTo>
                        <a:pt x="31147" y="98489"/>
                        <a:pt x="41243" y="85725"/>
                        <a:pt x="51435" y="73057"/>
                      </a:cubicBezTo>
                      <a:cubicBezTo>
                        <a:pt x="52388" y="71914"/>
                        <a:pt x="53340" y="70771"/>
                        <a:pt x="54578" y="70009"/>
                      </a:cubicBezTo>
                      <a:cubicBezTo>
                        <a:pt x="57721" y="68294"/>
                        <a:pt x="61722" y="70104"/>
                        <a:pt x="64294" y="72580"/>
                      </a:cubicBezTo>
                      <a:cubicBezTo>
                        <a:pt x="66866" y="75057"/>
                        <a:pt x="68866" y="78296"/>
                        <a:pt x="71818" y="80296"/>
                      </a:cubicBezTo>
                      <a:cubicBezTo>
                        <a:pt x="67818" y="70199"/>
                        <a:pt x="66866" y="58864"/>
                        <a:pt x="69152" y="48292"/>
                      </a:cubicBezTo>
                      <a:cubicBezTo>
                        <a:pt x="72676" y="32290"/>
                        <a:pt x="59627" y="6858"/>
                        <a:pt x="44005" y="0"/>
                      </a:cubicBezTo>
                      <a:cubicBezTo>
                        <a:pt x="51911" y="27337"/>
                        <a:pt x="51340" y="47720"/>
                        <a:pt x="39910" y="74581"/>
                      </a:cubicBezTo>
                      <a:close/>
                    </a:path>
                  </a:pathLst>
                </a:custGeom>
                <a:solidFill>
                  <a:srgbClr val="F7E07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14" name="Forme libre : forme 16413">
                  <a:extLst>
                    <a:ext uri="{FF2B5EF4-FFF2-40B4-BE49-F238E27FC236}">
                      <a16:creationId xmlns:a16="http://schemas.microsoft.com/office/drawing/2014/main" id="{8058616C-9EBE-4FF3-AC78-99182B7DB07B}"/>
                    </a:ext>
                  </a:extLst>
                </p:cNvPr>
                <p:cNvSpPr/>
                <p:nvPr/>
              </p:nvSpPr>
              <p:spPr>
                <a:xfrm>
                  <a:off x="4638869" y="5333333"/>
                  <a:ext cx="107485" cy="148819"/>
                </a:xfrm>
                <a:custGeom>
                  <a:avLst/>
                  <a:gdLst>
                    <a:gd name="connsiteX0" fmla="*/ 55341 w 107485"/>
                    <a:gd name="connsiteY0" fmla="*/ 106680 h 148819"/>
                    <a:gd name="connsiteX1" fmla="*/ 107061 w 107485"/>
                    <a:gd name="connsiteY1" fmla="*/ 0 h 148819"/>
                    <a:gd name="connsiteX2" fmla="*/ 76200 w 107485"/>
                    <a:gd name="connsiteY2" fmla="*/ 95917 h 148819"/>
                    <a:gd name="connsiteX3" fmla="*/ 0 w 107485"/>
                    <a:gd name="connsiteY3" fmla="*/ 142684 h 148819"/>
                    <a:gd name="connsiteX4" fmla="*/ 55341 w 107485"/>
                    <a:gd name="connsiteY4" fmla="*/ 106680 h 148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485" h="148819">
                      <a:moveTo>
                        <a:pt x="55341" y="106680"/>
                      </a:moveTo>
                      <a:cubicBezTo>
                        <a:pt x="82963" y="77724"/>
                        <a:pt x="98108" y="38958"/>
                        <a:pt x="107061" y="0"/>
                      </a:cubicBezTo>
                      <a:cubicBezTo>
                        <a:pt x="110300" y="34100"/>
                        <a:pt x="94488" y="66961"/>
                        <a:pt x="76200" y="95917"/>
                      </a:cubicBezTo>
                      <a:cubicBezTo>
                        <a:pt x="64961" y="113729"/>
                        <a:pt x="25813" y="166688"/>
                        <a:pt x="0" y="142684"/>
                      </a:cubicBezTo>
                      <a:cubicBezTo>
                        <a:pt x="17717" y="129730"/>
                        <a:pt x="38862" y="123825"/>
                        <a:pt x="55341" y="10668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15" name="Forme libre : forme 16414">
                  <a:extLst>
                    <a:ext uri="{FF2B5EF4-FFF2-40B4-BE49-F238E27FC236}">
                      <a16:creationId xmlns:a16="http://schemas.microsoft.com/office/drawing/2014/main" id="{BF954DB7-9AD6-467F-AE5C-7ED481C6D642}"/>
                    </a:ext>
                  </a:extLst>
                </p:cNvPr>
                <p:cNvSpPr/>
                <p:nvPr/>
              </p:nvSpPr>
              <p:spPr>
                <a:xfrm>
                  <a:off x="4445702" y="5635466"/>
                  <a:ext cx="162869" cy="174116"/>
                </a:xfrm>
                <a:custGeom>
                  <a:avLst/>
                  <a:gdLst>
                    <a:gd name="connsiteX0" fmla="*/ 125063 w 162869"/>
                    <a:gd name="connsiteY0" fmla="*/ 31909 h 174116"/>
                    <a:gd name="connsiteX1" fmla="*/ 162687 w 162869"/>
                    <a:gd name="connsiteY1" fmla="*/ 0 h 174116"/>
                    <a:gd name="connsiteX2" fmla="*/ 138208 w 162869"/>
                    <a:gd name="connsiteY2" fmla="*/ 38671 h 174116"/>
                    <a:gd name="connsiteX3" fmla="*/ 105060 w 162869"/>
                    <a:gd name="connsiteY3" fmla="*/ 72294 h 174116"/>
                    <a:gd name="connsiteX4" fmla="*/ 103346 w 162869"/>
                    <a:gd name="connsiteY4" fmla="*/ 95345 h 174116"/>
                    <a:gd name="connsiteX5" fmla="*/ 106394 w 162869"/>
                    <a:gd name="connsiteY5" fmla="*/ 158401 h 174116"/>
                    <a:gd name="connsiteX6" fmla="*/ 92773 w 162869"/>
                    <a:gd name="connsiteY6" fmla="*/ 80486 h 174116"/>
                    <a:gd name="connsiteX7" fmla="*/ 78105 w 162869"/>
                    <a:gd name="connsiteY7" fmla="*/ 92297 h 174116"/>
                    <a:gd name="connsiteX8" fmla="*/ 0 w 162869"/>
                    <a:gd name="connsiteY8" fmla="*/ 174117 h 174116"/>
                    <a:gd name="connsiteX9" fmla="*/ 65627 w 162869"/>
                    <a:gd name="connsiteY9" fmla="*/ 88201 h 174116"/>
                    <a:gd name="connsiteX10" fmla="*/ 78391 w 162869"/>
                    <a:gd name="connsiteY10" fmla="*/ 52959 h 174116"/>
                    <a:gd name="connsiteX11" fmla="*/ 64770 w 162869"/>
                    <a:gd name="connsiteY11" fmla="*/ 26384 h 174116"/>
                    <a:gd name="connsiteX12" fmla="*/ 125063 w 162869"/>
                    <a:gd name="connsiteY12" fmla="*/ 31909 h 17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62869" h="174116">
                      <a:moveTo>
                        <a:pt x="125063" y="31909"/>
                      </a:moveTo>
                      <a:cubicBezTo>
                        <a:pt x="142113" y="28956"/>
                        <a:pt x="158020" y="16764"/>
                        <a:pt x="162687" y="0"/>
                      </a:cubicBezTo>
                      <a:cubicBezTo>
                        <a:pt x="164592" y="15907"/>
                        <a:pt x="151257" y="29432"/>
                        <a:pt x="138208" y="38671"/>
                      </a:cubicBezTo>
                      <a:cubicBezTo>
                        <a:pt x="125159" y="47910"/>
                        <a:pt x="110014" y="57055"/>
                        <a:pt x="105060" y="72294"/>
                      </a:cubicBezTo>
                      <a:cubicBezTo>
                        <a:pt x="102679" y="79629"/>
                        <a:pt x="102965" y="87630"/>
                        <a:pt x="103346" y="95345"/>
                      </a:cubicBezTo>
                      <a:cubicBezTo>
                        <a:pt x="104299" y="116395"/>
                        <a:pt x="105346" y="137350"/>
                        <a:pt x="106394" y="158401"/>
                      </a:cubicBezTo>
                      <a:cubicBezTo>
                        <a:pt x="99155" y="133064"/>
                        <a:pt x="94583" y="106870"/>
                        <a:pt x="92773" y="80486"/>
                      </a:cubicBezTo>
                      <a:cubicBezTo>
                        <a:pt x="86201" y="78486"/>
                        <a:pt x="81058" y="86106"/>
                        <a:pt x="78105" y="92297"/>
                      </a:cubicBezTo>
                      <a:cubicBezTo>
                        <a:pt x="61436" y="126778"/>
                        <a:pt x="33719" y="155829"/>
                        <a:pt x="0" y="174117"/>
                      </a:cubicBezTo>
                      <a:cubicBezTo>
                        <a:pt x="24670" y="147828"/>
                        <a:pt x="45148" y="118014"/>
                        <a:pt x="65627" y="88201"/>
                      </a:cubicBezTo>
                      <a:cubicBezTo>
                        <a:pt x="72580" y="78010"/>
                        <a:pt x="80486" y="66008"/>
                        <a:pt x="78391" y="52959"/>
                      </a:cubicBezTo>
                      <a:cubicBezTo>
                        <a:pt x="77152" y="45339"/>
                        <a:pt x="62770" y="32575"/>
                        <a:pt x="64770" y="26384"/>
                      </a:cubicBezTo>
                      <a:cubicBezTo>
                        <a:pt x="68294" y="15144"/>
                        <a:pt x="113252" y="33909"/>
                        <a:pt x="125063" y="3190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16" name="Forme libre : forme 16415">
                  <a:extLst>
                    <a:ext uri="{FF2B5EF4-FFF2-40B4-BE49-F238E27FC236}">
                      <a16:creationId xmlns:a16="http://schemas.microsoft.com/office/drawing/2014/main" id="{B890FCFE-0093-4173-8B15-5F331AB3B95E}"/>
                    </a:ext>
                  </a:extLst>
                </p:cNvPr>
                <p:cNvSpPr/>
                <p:nvPr/>
              </p:nvSpPr>
              <p:spPr>
                <a:xfrm>
                  <a:off x="4663730" y="5554300"/>
                  <a:ext cx="111073" cy="80499"/>
                </a:xfrm>
                <a:custGeom>
                  <a:avLst/>
                  <a:gdLst>
                    <a:gd name="connsiteX0" fmla="*/ 29813 w 111073"/>
                    <a:gd name="connsiteY0" fmla="*/ 6299 h 80499"/>
                    <a:gd name="connsiteX1" fmla="*/ 70961 w 111073"/>
                    <a:gd name="connsiteY1" fmla="*/ 17348 h 80499"/>
                    <a:gd name="connsiteX2" fmla="*/ 96869 w 111073"/>
                    <a:gd name="connsiteY2" fmla="*/ 35445 h 80499"/>
                    <a:gd name="connsiteX3" fmla="*/ 108013 w 111073"/>
                    <a:gd name="connsiteY3" fmla="*/ 80499 h 80499"/>
                    <a:gd name="connsiteX4" fmla="*/ 104394 w 111073"/>
                    <a:gd name="connsiteY4" fmla="*/ 33541 h 80499"/>
                    <a:gd name="connsiteX5" fmla="*/ 68199 w 111073"/>
                    <a:gd name="connsiteY5" fmla="*/ 3346 h 80499"/>
                    <a:gd name="connsiteX6" fmla="*/ 36862 w 111073"/>
                    <a:gd name="connsiteY6" fmla="*/ 13 h 80499"/>
                    <a:gd name="connsiteX7" fmla="*/ 0 w 111073"/>
                    <a:gd name="connsiteY7" fmla="*/ 11824 h 80499"/>
                    <a:gd name="connsiteX8" fmla="*/ 29813 w 111073"/>
                    <a:gd name="connsiteY8" fmla="*/ 6299 h 80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1073" h="80499">
                      <a:moveTo>
                        <a:pt x="29813" y="6299"/>
                      </a:moveTo>
                      <a:cubicBezTo>
                        <a:pt x="44101" y="6870"/>
                        <a:pt x="57912" y="11443"/>
                        <a:pt x="70961" y="17348"/>
                      </a:cubicBezTo>
                      <a:cubicBezTo>
                        <a:pt x="80676" y="21729"/>
                        <a:pt x="90392" y="26969"/>
                        <a:pt x="96869" y="35445"/>
                      </a:cubicBezTo>
                      <a:cubicBezTo>
                        <a:pt x="106489" y="47923"/>
                        <a:pt x="107442" y="64783"/>
                        <a:pt x="108013" y="80499"/>
                      </a:cubicBezTo>
                      <a:cubicBezTo>
                        <a:pt x="113157" y="65163"/>
                        <a:pt x="111728" y="47828"/>
                        <a:pt x="104394" y="33541"/>
                      </a:cubicBezTo>
                      <a:cubicBezTo>
                        <a:pt x="97060" y="19253"/>
                        <a:pt x="83629" y="8109"/>
                        <a:pt x="68199" y="3346"/>
                      </a:cubicBezTo>
                      <a:cubicBezTo>
                        <a:pt x="58102" y="298"/>
                        <a:pt x="47339" y="-83"/>
                        <a:pt x="36862" y="13"/>
                      </a:cubicBezTo>
                      <a:cubicBezTo>
                        <a:pt x="25432" y="108"/>
                        <a:pt x="5715" y="393"/>
                        <a:pt x="0" y="11824"/>
                      </a:cubicBezTo>
                      <a:cubicBezTo>
                        <a:pt x="9525" y="8490"/>
                        <a:pt x="19335" y="5918"/>
                        <a:pt x="29813" y="629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17" name="Forme libre : forme 16416">
                  <a:extLst>
                    <a:ext uri="{FF2B5EF4-FFF2-40B4-BE49-F238E27FC236}">
                      <a16:creationId xmlns:a16="http://schemas.microsoft.com/office/drawing/2014/main" id="{AEF61D30-5120-47C6-80C6-A765F7C39005}"/>
                    </a:ext>
                  </a:extLst>
                </p:cNvPr>
                <p:cNvSpPr/>
                <p:nvPr/>
              </p:nvSpPr>
              <p:spPr>
                <a:xfrm>
                  <a:off x="4693828" y="5731859"/>
                  <a:ext cx="149828" cy="88391"/>
                </a:xfrm>
                <a:custGeom>
                  <a:avLst/>
                  <a:gdLst>
                    <a:gd name="connsiteX0" fmla="*/ 46482 w 149828"/>
                    <a:gd name="connsiteY0" fmla="*/ 41720 h 88391"/>
                    <a:gd name="connsiteX1" fmla="*/ 0 w 149828"/>
                    <a:gd name="connsiteY1" fmla="*/ 88392 h 88391"/>
                    <a:gd name="connsiteX2" fmla="*/ 36766 w 149828"/>
                    <a:gd name="connsiteY2" fmla="*/ 61722 h 88391"/>
                    <a:gd name="connsiteX3" fmla="*/ 66008 w 149828"/>
                    <a:gd name="connsiteY3" fmla="*/ 33814 h 88391"/>
                    <a:gd name="connsiteX4" fmla="*/ 78105 w 149828"/>
                    <a:gd name="connsiteY4" fmla="*/ 35337 h 88391"/>
                    <a:gd name="connsiteX5" fmla="*/ 149828 w 149828"/>
                    <a:gd name="connsiteY5" fmla="*/ 52292 h 88391"/>
                    <a:gd name="connsiteX6" fmla="*/ 102203 w 149828"/>
                    <a:gd name="connsiteY6" fmla="*/ 35719 h 88391"/>
                    <a:gd name="connsiteX7" fmla="*/ 76771 w 149828"/>
                    <a:gd name="connsiteY7" fmla="*/ 19907 h 88391"/>
                    <a:gd name="connsiteX8" fmla="*/ 61341 w 149828"/>
                    <a:gd name="connsiteY8" fmla="*/ 0 h 88391"/>
                    <a:gd name="connsiteX9" fmla="*/ 46482 w 149828"/>
                    <a:gd name="connsiteY9" fmla="*/ 41720 h 88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9828" h="88391">
                      <a:moveTo>
                        <a:pt x="46482" y="41720"/>
                      </a:moveTo>
                      <a:cubicBezTo>
                        <a:pt x="34957" y="60579"/>
                        <a:pt x="17907" y="75438"/>
                        <a:pt x="0" y="88392"/>
                      </a:cubicBezTo>
                      <a:cubicBezTo>
                        <a:pt x="14669" y="83725"/>
                        <a:pt x="27813" y="74200"/>
                        <a:pt x="36766" y="61722"/>
                      </a:cubicBezTo>
                      <a:cubicBezTo>
                        <a:pt x="44958" y="50387"/>
                        <a:pt x="52102" y="35242"/>
                        <a:pt x="66008" y="33814"/>
                      </a:cubicBezTo>
                      <a:cubicBezTo>
                        <a:pt x="70104" y="33433"/>
                        <a:pt x="74105" y="34385"/>
                        <a:pt x="78105" y="35337"/>
                      </a:cubicBezTo>
                      <a:cubicBezTo>
                        <a:pt x="102013" y="40957"/>
                        <a:pt x="125921" y="46672"/>
                        <a:pt x="149828" y="52292"/>
                      </a:cubicBezTo>
                      <a:cubicBezTo>
                        <a:pt x="133921" y="46767"/>
                        <a:pt x="118015" y="41243"/>
                        <a:pt x="102203" y="35719"/>
                      </a:cubicBezTo>
                      <a:cubicBezTo>
                        <a:pt x="92202" y="32195"/>
                        <a:pt x="83344" y="28480"/>
                        <a:pt x="76771" y="19907"/>
                      </a:cubicBezTo>
                      <a:cubicBezTo>
                        <a:pt x="71247" y="12668"/>
                        <a:pt x="72009" y="1238"/>
                        <a:pt x="61341" y="0"/>
                      </a:cubicBezTo>
                      <a:cubicBezTo>
                        <a:pt x="56674" y="14097"/>
                        <a:pt x="54673" y="28384"/>
                        <a:pt x="46482" y="4172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18" name="Forme libre : forme 16417">
                  <a:extLst>
                    <a:ext uri="{FF2B5EF4-FFF2-40B4-BE49-F238E27FC236}">
                      <a16:creationId xmlns:a16="http://schemas.microsoft.com/office/drawing/2014/main" id="{ACD1D31F-7589-48A0-812F-00C2FF76CE56}"/>
                    </a:ext>
                  </a:extLst>
                </p:cNvPr>
                <p:cNvSpPr/>
                <p:nvPr/>
              </p:nvSpPr>
              <p:spPr>
                <a:xfrm>
                  <a:off x="4825179" y="5327427"/>
                  <a:ext cx="160400" cy="228600"/>
                </a:xfrm>
                <a:custGeom>
                  <a:avLst/>
                  <a:gdLst>
                    <a:gd name="connsiteX0" fmla="*/ 76485 w 160400"/>
                    <a:gd name="connsiteY0" fmla="*/ 56292 h 228600"/>
                    <a:gd name="connsiteX1" fmla="*/ 160401 w 160400"/>
                    <a:gd name="connsiteY1" fmla="*/ 0 h 228600"/>
                    <a:gd name="connsiteX2" fmla="*/ 110966 w 160400"/>
                    <a:gd name="connsiteY2" fmla="*/ 44672 h 228600"/>
                    <a:gd name="connsiteX3" fmla="*/ 69151 w 160400"/>
                    <a:gd name="connsiteY3" fmla="*/ 81343 h 228600"/>
                    <a:gd name="connsiteX4" fmla="*/ 67437 w 160400"/>
                    <a:gd name="connsiteY4" fmla="*/ 105156 h 228600"/>
                    <a:gd name="connsiteX5" fmla="*/ 69437 w 160400"/>
                    <a:gd name="connsiteY5" fmla="*/ 142684 h 228600"/>
                    <a:gd name="connsiteX6" fmla="*/ 86868 w 160400"/>
                    <a:gd name="connsiteY6" fmla="*/ 192596 h 228600"/>
                    <a:gd name="connsiteX7" fmla="*/ 130683 w 160400"/>
                    <a:gd name="connsiteY7" fmla="*/ 216313 h 228600"/>
                    <a:gd name="connsiteX8" fmla="*/ 9620 w 160400"/>
                    <a:gd name="connsiteY8" fmla="*/ 228600 h 228600"/>
                    <a:gd name="connsiteX9" fmla="*/ 54483 w 160400"/>
                    <a:gd name="connsiteY9" fmla="*/ 187738 h 228600"/>
                    <a:gd name="connsiteX10" fmla="*/ 59721 w 160400"/>
                    <a:gd name="connsiteY10" fmla="*/ 154210 h 228600"/>
                    <a:gd name="connsiteX11" fmla="*/ 59721 w 160400"/>
                    <a:gd name="connsiteY11" fmla="*/ 86487 h 228600"/>
                    <a:gd name="connsiteX12" fmla="*/ 55816 w 160400"/>
                    <a:gd name="connsiteY12" fmla="*/ 72866 h 228600"/>
                    <a:gd name="connsiteX13" fmla="*/ 45529 w 160400"/>
                    <a:gd name="connsiteY13" fmla="*/ 68485 h 228600"/>
                    <a:gd name="connsiteX14" fmla="*/ 0 w 160400"/>
                    <a:gd name="connsiteY14" fmla="*/ 47434 h 228600"/>
                    <a:gd name="connsiteX15" fmla="*/ 76485 w 160400"/>
                    <a:gd name="connsiteY15" fmla="*/ 56292 h 228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400" h="228600">
                      <a:moveTo>
                        <a:pt x="76485" y="56292"/>
                      </a:moveTo>
                      <a:cubicBezTo>
                        <a:pt x="109251" y="47054"/>
                        <a:pt x="136684" y="24384"/>
                        <a:pt x="160401" y="0"/>
                      </a:cubicBezTo>
                      <a:cubicBezTo>
                        <a:pt x="147065" y="17907"/>
                        <a:pt x="130207" y="33242"/>
                        <a:pt x="110966" y="44672"/>
                      </a:cubicBezTo>
                      <a:cubicBezTo>
                        <a:pt x="94678" y="54388"/>
                        <a:pt x="75056" y="63246"/>
                        <a:pt x="69151" y="81343"/>
                      </a:cubicBezTo>
                      <a:cubicBezTo>
                        <a:pt x="66675" y="88964"/>
                        <a:pt x="67056" y="97155"/>
                        <a:pt x="67437" y="105156"/>
                      </a:cubicBezTo>
                      <a:cubicBezTo>
                        <a:pt x="68103" y="117634"/>
                        <a:pt x="68770" y="130207"/>
                        <a:pt x="69437" y="142684"/>
                      </a:cubicBezTo>
                      <a:cubicBezTo>
                        <a:pt x="70389" y="160877"/>
                        <a:pt x="72485" y="181356"/>
                        <a:pt x="86868" y="192596"/>
                      </a:cubicBezTo>
                      <a:cubicBezTo>
                        <a:pt x="100107" y="202978"/>
                        <a:pt x="120967" y="202597"/>
                        <a:pt x="130683" y="216313"/>
                      </a:cubicBezTo>
                      <a:cubicBezTo>
                        <a:pt x="91059" y="202882"/>
                        <a:pt x="45720" y="207455"/>
                        <a:pt x="9620" y="228600"/>
                      </a:cubicBezTo>
                      <a:cubicBezTo>
                        <a:pt x="27431" y="218313"/>
                        <a:pt x="46481" y="206788"/>
                        <a:pt x="54483" y="187738"/>
                      </a:cubicBezTo>
                      <a:cubicBezTo>
                        <a:pt x="58864" y="177260"/>
                        <a:pt x="59436" y="165640"/>
                        <a:pt x="59721" y="154210"/>
                      </a:cubicBezTo>
                      <a:cubicBezTo>
                        <a:pt x="60293" y="131636"/>
                        <a:pt x="60293" y="109061"/>
                        <a:pt x="59721" y="86487"/>
                      </a:cubicBezTo>
                      <a:cubicBezTo>
                        <a:pt x="59626" y="81629"/>
                        <a:pt x="59245" y="76295"/>
                        <a:pt x="55816" y="72866"/>
                      </a:cubicBezTo>
                      <a:cubicBezTo>
                        <a:pt x="53149" y="70199"/>
                        <a:pt x="49244" y="69342"/>
                        <a:pt x="45529" y="68485"/>
                      </a:cubicBezTo>
                      <a:cubicBezTo>
                        <a:pt x="32861" y="65532"/>
                        <a:pt x="5619" y="60007"/>
                        <a:pt x="0" y="47434"/>
                      </a:cubicBezTo>
                      <a:cubicBezTo>
                        <a:pt x="24003" y="59817"/>
                        <a:pt x="50196" y="63722"/>
                        <a:pt x="76485" y="5629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19" name="Forme libre : forme 16418">
                  <a:extLst>
                    <a:ext uri="{FF2B5EF4-FFF2-40B4-BE49-F238E27FC236}">
                      <a16:creationId xmlns:a16="http://schemas.microsoft.com/office/drawing/2014/main" id="{CAD9EF99-A9F2-4C55-ADE6-17486F77DD34}"/>
                    </a:ext>
                  </a:extLst>
                </p:cNvPr>
                <p:cNvSpPr/>
                <p:nvPr/>
              </p:nvSpPr>
              <p:spPr>
                <a:xfrm>
                  <a:off x="4999486" y="5352287"/>
                  <a:ext cx="136398" cy="138874"/>
                </a:xfrm>
                <a:custGeom>
                  <a:avLst/>
                  <a:gdLst>
                    <a:gd name="connsiteX0" fmla="*/ 35623 w 136398"/>
                    <a:gd name="connsiteY0" fmla="*/ 100394 h 138874"/>
                    <a:gd name="connsiteX1" fmla="*/ 136398 w 136398"/>
                    <a:gd name="connsiteY1" fmla="*/ 138494 h 138874"/>
                    <a:gd name="connsiteX2" fmla="*/ 105251 w 136398"/>
                    <a:gd name="connsiteY2" fmla="*/ 123158 h 138874"/>
                    <a:gd name="connsiteX3" fmla="*/ 38862 w 136398"/>
                    <a:gd name="connsiteY3" fmla="*/ 94107 h 138874"/>
                    <a:gd name="connsiteX4" fmla="*/ 21717 w 136398"/>
                    <a:gd name="connsiteY4" fmla="*/ 65913 h 138874"/>
                    <a:gd name="connsiteX5" fmla="*/ 0 w 136398"/>
                    <a:gd name="connsiteY5" fmla="*/ 0 h 138874"/>
                    <a:gd name="connsiteX6" fmla="*/ 35623 w 136398"/>
                    <a:gd name="connsiteY6" fmla="*/ 100394 h 138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6398" h="138874">
                      <a:moveTo>
                        <a:pt x="35623" y="100394"/>
                      </a:moveTo>
                      <a:cubicBezTo>
                        <a:pt x="61341" y="127064"/>
                        <a:pt x="99441" y="141447"/>
                        <a:pt x="136398" y="138494"/>
                      </a:cubicBezTo>
                      <a:cubicBezTo>
                        <a:pt x="126206" y="132874"/>
                        <a:pt x="116110" y="127254"/>
                        <a:pt x="105251" y="123158"/>
                      </a:cubicBezTo>
                      <a:cubicBezTo>
                        <a:pt x="82486" y="114395"/>
                        <a:pt x="55816" y="111633"/>
                        <a:pt x="38862" y="94107"/>
                      </a:cubicBezTo>
                      <a:cubicBezTo>
                        <a:pt x="31146" y="86201"/>
                        <a:pt x="26384" y="75915"/>
                        <a:pt x="21717" y="65913"/>
                      </a:cubicBezTo>
                      <a:cubicBezTo>
                        <a:pt x="11906" y="44863"/>
                        <a:pt x="2000" y="23336"/>
                        <a:pt x="0" y="0"/>
                      </a:cubicBezTo>
                      <a:cubicBezTo>
                        <a:pt x="1905" y="37815"/>
                        <a:pt x="8191" y="71914"/>
                        <a:pt x="35623" y="100394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20" name="Forme libre : forme 16419">
                  <a:extLst>
                    <a:ext uri="{FF2B5EF4-FFF2-40B4-BE49-F238E27FC236}">
                      <a16:creationId xmlns:a16="http://schemas.microsoft.com/office/drawing/2014/main" id="{387E9991-902F-4B7D-BFA1-339418782806}"/>
                    </a:ext>
                  </a:extLst>
                </p:cNvPr>
                <p:cNvSpPr/>
                <p:nvPr/>
              </p:nvSpPr>
              <p:spPr>
                <a:xfrm>
                  <a:off x="4992914" y="5508974"/>
                  <a:ext cx="82200" cy="120967"/>
                </a:xfrm>
                <a:custGeom>
                  <a:avLst/>
                  <a:gdLst>
                    <a:gd name="connsiteX0" fmla="*/ 54007 w 82200"/>
                    <a:gd name="connsiteY0" fmla="*/ 19717 h 120967"/>
                    <a:gd name="connsiteX1" fmla="*/ 82201 w 82200"/>
                    <a:gd name="connsiteY1" fmla="*/ 0 h 120967"/>
                    <a:gd name="connsiteX2" fmla="*/ 58769 w 82200"/>
                    <a:gd name="connsiteY2" fmla="*/ 58008 h 120967"/>
                    <a:gd name="connsiteX3" fmla="*/ 65437 w 82200"/>
                    <a:gd name="connsiteY3" fmla="*/ 120968 h 120967"/>
                    <a:gd name="connsiteX4" fmla="*/ 44386 w 82200"/>
                    <a:gd name="connsiteY4" fmla="*/ 47720 h 120967"/>
                    <a:gd name="connsiteX5" fmla="*/ 42576 w 82200"/>
                    <a:gd name="connsiteY5" fmla="*/ 39529 h 120967"/>
                    <a:gd name="connsiteX6" fmla="*/ 36004 w 82200"/>
                    <a:gd name="connsiteY6" fmla="*/ 37338 h 120967"/>
                    <a:gd name="connsiteX7" fmla="*/ 0 w 82200"/>
                    <a:gd name="connsiteY7" fmla="*/ 32766 h 120967"/>
                    <a:gd name="connsiteX8" fmla="*/ 54007 w 82200"/>
                    <a:gd name="connsiteY8" fmla="*/ 19717 h 120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200" h="120967">
                      <a:moveTo>
                        <a:pt x="54007" y="19717"/>
                      </a:moveTo>
                      <a:cubicBezTo>
                        <a:pt x="63912" y="14002"/>
                        <a:pt x="72771" y="6572"/>
                        <a:pt x="82201" y="0"/>
                      </a:cubicBezTo>
                      <a:cubicBezTo>
                        <a:pt x="68103" y="15907"/>
                        <a:pt x="60674" y="36957"/>
                        <a:pt x="58769" y="58008"/>
                      </a:cubicBezTo>
                      <a:cubicBezTo>
                        <a:pt x="56769" y="79153"/>
                        <a:pt x="60103" y="100489"/>
                        <a:pt x="65437" y="120968"/>
                      </a:cubicBezTo>
                      <a:cubicBezTo>
                        <a:pt x="50673" y="99727"/>
                        <a:pt x="43053" y="73533"/>
                        <a:pt x="44386" y="47720"/>
                      </a:cubicBezTo>
                      <a:cubicBezTo>
                        <a:pt x="44482" y="44863"/>
                        <a:pt x="44672" y="41529"/>
                        <a:pt x="42576" y="39529"/>
                      </a:cubicBezTo>
                      <a:cubicBezTo>
                        <a:pt x="40957" y="37815"/>
                        <a:pt x="38385" y="37529"/>
                        <a:pt x="36004" y="37338"/>
                      </a:cubicBezTo>
                      <a:cubicBezTo>
                        <a:pt x="24384" y="36386"/>
                        <a:pt x="10668" y="37148"/>
                        <a:pt x="0" y="32766"/>
                      </a:cubicBezTo>
                      <a:cubicBezTo>
                        <a:pt x="18955" y="32290"/>
                        <a:pt x="37242" y="29527"/>
                        <a:pt x="54007" y="1971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21" name="Forme libre : forme 16420">
                  <a:extLst>
                    <a:ext uri="{FF2B5EF4-FFF2-40B4-BE49-F238E27FC236}">
                      <a16:creationId xmlns:a16="http://schemas.microsoft.com/office/drawing/2014/main" id="{B10E1718-5D43-44AF-9FF4-D499B770210F}"/>
                    </a:ext>
                  </a:extLst>
                </p:cNvPr>
                <p:cNvSpPr/>
                <p:nvPr/>
              </p:nvSpPr>
              <p:spPr>
                <a:xfrm>
                  <a:off x="5245421" y="5333713"/>
                  <a:ext cx="77331" cy="138017"/>
                </a:xfrm>
                <a:custGeom>
                  <a:avLst/>
                  <a:gdLst>
                    <a:gd name="connsiteX0" fmla="*/ 58388 w 77331"/>
                    <a:gd name="connsiteY0" fmla="*/ 64008 h 138017"/>
                    <a:gd name="connsiteX1" fmla="*/ 0 w 77331"/>
                    <a:gd name="connsiteY1" fmla="*/ 138018 h 138017"/>
                    <a:gd name="connsiteX2" fmla="*/ 62960 w 77331"/>
                    <a:gd name="connsiteY2" fmla="*/ 92774 h 138017"/>
                    <a:gd name="connsiteX3" fmla="*/ 75152 w 77331"/>
                    <a:gd name="connsiteY3" fmla="*/ 72676 h 138017"/>
                    <a:gd name="connsiteX4" fmla="*/ 77248 w 77331"/>
                    <a:gd name="connsiteY4" fmla="*/ 54483 h 138017"/>
                    <a:gd name="connsiteX5" fmla="*/ 64770 w 77331"/>
                    <a:gd name="connsiteY5" fmla="*/ 0 h 138017"/>
                    <a:gd name="connsiteX6" fmla="*/ 58388 w 77331"/>
                    <a:gd name="connsiteY6" fmla="*/ 64008 h 138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7331" h="138017">
                      <a:moveTo>
                        <a:pt x="58388" y="64008"/>
                      </a:moveTo>
                      <a:cubicBezTo>
                        <a:pt x="48196" y="94393"/>
                        <a:pt x="27241" y="121063"/>
                        <a:pt x="0" y="138018"/>
                      </a:cubicBezTo>
                      <a:cubicBezTo>
                        <a:pt x="24289" y="128397"/>
                        <a:pt x="46101" y="112681"/>
                        <a:pt x="62960" y="92774"/>
                      </a:cubicBezTo>
                      <a:cubicBezTo>
                        <a:pt x="68103" y="86773"/>
                        <a:pt x="72866" y="80201"/>
                        <a:pt x="75152" y="72676"/>
                      </a:cubicBezTo>
                      <a:cubicBezTo>
                        <a:pt x="76962" y="66866"/>
                        <a:pt x="77248" y="60579"/>
                        <a:pt x="77248" y="54483"/>
                      </a:cubicBezTo>
                      <a:cubicBezTo>
                        <a:pt x="77248" y="39720"/>
                        <a:pt x="79153" y="8859"/>
                        <a:pt x="64770" y="0"/>
                      </a:cubicBezTo>
                      <a:cubicBezTo>
                        <a:pt x="63722" y="21717"/>
                        <a:pt x="65627" y="42386"/>
                        <a:pt x="58388" y="6400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22" name="Forme libre : forme 16421">
                  <a:extLst>
                    <a:ext uri="{FF2B5EF4-FFF2-40B4-BE49-F238E27FC236}">
                      <a16:creationId xmlns:a16="http://schemas.microsoft.com/office/drawing/2014/main" id="{5E844F0A-6060-4BF6-9665-2AC4ED11CF7D}"/>
                    </a:ext>
                  </a:extLst>
                </p:cNvPr>
                <p:cNvSpPr/>
                <p:nvPr/>
              </p:nvSpPr>
              <p:spPr>
                <a:xfrm>
                  <a:off x="5187407" y="5513927"/>
                  <a:ext cx="177266" cy="256127"/>
                </a:xfrm>
                <a:custGeom>
                  <a:avLst/>
                  <a:gdLst>
                    <a:gd name="connsiteX0" fmla="*/ 86970 w 177266"/>
                    <a:gd name="connsiteY0" fmla="*/ 63151 h 256127"/>
                    <a:gd name="connsiteX1" fmla="*/ 46965 w 177266"/>
                    <a:gd name="connsiteY1" fmla="*/ 93726 h 256127"/>
                    <a:gd name="connsiteX2" fmla="*/ 1150 w 177266"/>
                    <a:gd name="connsiteY2" fmla="*/ 170021 h 256127"/>
                    <a:gd name="connsiteX3" fmla="*/ 23534 w 177266"/>
                    <a:gd name="connsiteY3" fmla="*/ 256127 h 256127"/>
                    <a:gd name="connsiteX4" fmla="*/ 18485 w 177266"/>
                    <a:gd name="connsiteY4" fmla="*/ 190500 h 256127"/>
                    <a:gd name="connsiteX5" fmla="*/ 22962 w 177266"/>
                    <a:gd name="connsiteY5" fmla="*/ 135445 h 256127"/>
                    <a:gd name="connsiteX6" fmla="*/ 50871 w 177266"/>
                    <a:gd name="connsiteY6" fmla="*/ 100584 h 256127"/>
                    <a:gd name="connsiteX7" fmla="*/ 177267 w 177266"/>
                    <a:gd name="connsiteY7" fmla="*/ 56102 h 256127"/>
                    <a:gd name="connsiteX8" fmla="*/ 112497 w 177266"/>
                    <a:gd name="connsiteY8" fmla="*/ 42672 h 256127"/>
                    <a:gd name="connsiteX9" fmla="*/ 86875 w 177266"/>
                    <a:gd name="connsiteY9" fmla="*/ 0 h 256127"/>
                    <a:gd name="connsiteX10" fmla="*/ 86970 w 177266"/>
                    <a:gd name="connsiteY10" fmla="*/ 63151 h 256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7266" h="256127">
                      <a:moveTo>
                        <a:pt x="86970" y="63151"/>
                      </a:moveTo>
                      <a:cubicBezTo>
                        <a:pt x="76683" y="76485"/>
                        <a:pt x="60586" y="83725"/>
                        <a:pt x="46965" y="93726"/>
                      </a:cubicBezTo>
                      <a:cubicBezTo>
                        <a:pt x="22390" y="111728"/>
                        <a:pt x="5531" y="139827"/>
                        <a:pt x="1150" y="170021"/>
                      </a:cubicBezTo>
                      <a:cubicBezTo>
                        <a:pt x="-3232" y="200120"/>
                        <a:pt x="5055" y="231934"/>
                        <a:pt x="23534" y="256127"/>
                      </a:cubicBezTo>
                      <a:cubicBezTo>
                        <a:pt x="21819" y="234219"/>
                        <a:pt x="20200" y="212407"/>
                        <a:pt x="18485" y="190500"/>
                      </a:cubicBezTo>
                      <a:cubicBezTo>
                        <a:pt x="17056" y="171926"/>
                        <a:pt x="15723" y="152590"/>
                        <a:pt x="22962" y="135445"/>
                      </a:cubicBezTo>
                      <a:cubicBezTo>
                        <a:pt x="28772" y="121634"/>
                        <a:pt x="39631" y="110490"/>
                        <a:pt x="50871" y="100584"/>
                      </a:cubicBezTo>
                      <a:cubicBezTo>
                        <a:pt x="85636" y="69818"/>
                        <a:pt x="132023" y="45720"/>
                        <a:pt x="177267" y="56102"/>
                      </a:cubicBezTo>
                      <a:cubicBezTo>
                        <a:pt x="157645" y="44958"/>
                        <a:pt x="128975" y="58007"/>
                        <a:pt x="112497" y="42672"/>
                      </a:cubicBezTo>
                      <a:cubicBezTo>
                        <a:pt x="100210" y="31146"/>
                        <a:pt x="102020" y="8191"/>
                        <a:pt x="86875" y="0"/>
                      </a:cubicBezTo>
                      <a:cubicBezTo>
                        <a:pt x="98019" y="19621"/>
                        <a:pt x="102020" y="43719"/>
                        <a:pt x="86970" y="6315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23" name="Forme libre : forme 16422">
                  <a:extLst>
                    <a:ext uri="{FF2B5EF4-FFF2-40B4-BE49-F238E27FC236}">
                      <a16:creationId xmlns:a16="http://schemas.microsoft.com/office/drawing/2014/main" id="{96116417-B3F4-44C4-BE9C-95C3297627B0}"/>
                    </a:ext>
                  </a:extLst>
                </p:cNvPr>
                <p:cNvSpPr/>
                <p:nvPr/>
              </p:nvSpPr>
              <p:spPr>
                <a:xfrm>
                  <a:off x="5407727" y="5310854"/>
                  <a:ext cx="89186" cy="170592"/>
                </a:xfrm>
                <a:custGeom>
                  <a:avLst/>
                  <a:gdLst>
                    <a:gd name="connsiteX0" fmla="*/ 69437 w 89186"/>
                    <a:gd name="connsiteY0" fmla="*/ 60865 h 170592"/>
                    <a:gd name="connsiteX1" fmla="*/ 54007 w 89186"/>
                    <a:gd name="connsiteY1" fmla="*/ 75533 h 170592"/>
                    <a:gd name="connsiteX2" fmla="*/ 0 w 89186"/>
                    <a:gd name="connsiteY2" fmla="*/ 92011 h 170592"/>
                    <a:gd name="connsiteX3" fmla="*/ 41243 w 89186"/>
                    <a:gd name="connsiteY3" fmla="*/ 98107 h 170592"/>
                    <a:gd name="connsiteX4" fmla="*/ 59627 w 89186"/>
                    <a:gd name="connsiteY4" fmla="*/ 141541 h 170592"/>
                    <a:gd name="connsiteX5" fmla="*/ 88582 w 89186"/>
                    <a:gd name="connsiteY5" fmla="*/ 170593 h 170592"/>
                    <a:gd name="connsiteX6" fmla="*/ 52864 w 89186"/>
                    <a:gd name="connsiteY6" fmla="*/ 103346 h 170592"/>
                    <a:gd name="connsiteX7" fmla="*/ 51816 w 89186"/>
                    <a:gd name="connsiteY7" fmla="*/ 94774 h 170592"/>
                    <a:gd name="connsiteX8" fmla="*/ 58198 w 89186"/>
                    <a:gd name="connsiteY8" fmla="*/ 86487 h 170592"/>
                    <a:gd name="connsiteX9" fmla="*/ 78581 w 89186"/>
                    <a:gd name="connsiteY9" fmla="*/ 0 h 170592"/>
                    <a:gd name="connsiteX10" fmla="*/ 69437 w 89186"/>
                    <a:gd name="connsiteY10" fmla="*/ 60865 h 170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9186" h="170592">
                      <a:moveTo>
                        <a:pt x="69437" y="60865"/>
                      </a:moveTo>
                      <a:cubicBezTo>
                        <a:pt x="65151" y="66580"/>
                        <a:pt x="59627" y="71247"/>
                        <a:pt x="54007" y="75533"/>
                      </a:cubicBezTo>
                      <a:cubicBezTo>
                        <a:pt x="38481" y="87344"/>
                        <a:pt x="18764" y="97631"/>
                        <a:pt x="0" y="92011"/>
                      </a:cubicBezTo>
                      <a:cubicBezTo>
                        <a:pt x="14192" y="90011"/>
                        <a:pt x="30480" y="88582"/>
                        <a:pt x="41243" y="98107"/>
                      </a:cubicBezTo>
                      <a:cubicBezTo>
                        <a:pt x="53245" y="108585"/>
                        <a:pt x="52578" y="127254"/>
                        <a:pt x="59627" y="141541"/>
                      </a:cubicBezTo>
                      <a:cubicBezTo>
                        <a:pt x="65723" y="153924"/>
                        <a:pt x="77343" y="162496"/>
                        <a:pt x="88582" y="170593"/>
                      </a:cubicBezTo>
                      <a:cubicBezTo>
                        <a:pt x="72771" y="150590"/>
                        <a:pt x="60579" y="127730"/>
                        <a:pt x="52864" y="103346"/>
                      </a:cubicBezTo>
                      <a:cubicBezTo>
                        <a:pt x="52007" y="100584"/>
                        <a:pt x="51149" y="97631"/>
                        <a:pt x="51816" y="94774"/>
                      </a:cubicBezTo>
                      <a:cubicBezTo>
                        <a:pt x="52673" y="91344"/>
                        <a:pt x="55626" y="88868"/>
                        <a:pt x="58198" y="86487"/>
                      </a:cubicBezTo>
                      <a:cubicBezTo>
                        <a:pt x="68675" y="77057"/>
                        <a:pt x="107728" y="1619"/>
                        <a:pt x="78581" y="0"/>
                      </a:cubicBezTo>
                      <a:cubicBezTo>
                        <a:pt x="79534" y="21241"/>
                        <a:pt x="83153" y="42576"/>
                        <a:pt x="69437" y="6086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24" name="Forme libre : forme 16423">
                  <a:extLst>
                    <a:ext uri="{FF2B5EF4-FFF2-40B4-BE49-F238E27FC236}">
                      <a16:creationId xmlns:a16="http://schemas.microsoft.com/office/drawing/2014/main" id="{1026AFA3-492F-4526-A7B0-E5D5BA019214}"/>
                    </a:ext>
                  </a:extLst>
                </p:cNvPr>
                <p:cNvSpPr/>
                <p:nvPr/>
              </p:nvSpPr>
              <p:spPr>
                <a:xfrm>
                  <a:off x="5430690" y="5628078"/>
                  <a:ext cx="82574" cy="157692"/>
                </a:xfrm>
                <a:custGeom>
                  <a:avLst/>
                  <a:gdLst>
                    <a:gd name="connsiteX0" fmla="*/ 82575 w 82574"/>
                    <a:gd name="connsiteY0" fmla="*/ 626 h 157692"/>
                    <a:gd name="connsiteX1" fmla="*/ 49618 w 82574"/>
                    <a:gd name="connsiteY1" fmla="*/ 16818 h 157692"/>
                    <a:gd name="connsiteX2" fmla="*/ 31426 w 82574"/>
                    <a:gd name="connsiteY2" fmla="*/ 19295 h 157692"/>
                    <a:gd name="connsiteX3" fmla="*/ 25615 w 82574"/>
                    <a:gd name="connsiteY3" fmla="*/ 34821 h 157692"/>
                    <a:gd name="connsiteX4" fmla="*/ 24472 w 82574"/>
                    <a:gd name="connsiteY4" fmla="*/ 99209 h 157692"/>
                    <a:gd name="connsiteX5" fmla="*/ 49237 w 82574"/>
                    <a:gd name="connsiteY5" fmla="*/ 157693 h 157692"/>
                    <a:gd name="connsiteX6" fmla="*/ 28854 w 82574"/>
                    <a:gd name="connsiteY6" fmla="*/ 132737 h 157692"/>
                    <a:gd name="connsiteX7" fmla="*/ 17233 w 82574"/>
                    <a:gd name="connsiteY7" fmla="*/ 95209 h 157692"/>
                    <a:gd name="connsiteX8" fmla="*/ 5137 w 82574"/>
                    <a:gd name="connsiteY8" fmla="*/ 2816 h 157692"/>
                    <a:gd name="connsiteX9" fmla="*/ 40284 w 82574"/>
                    <a:gd name="connsiteY9" fmla="*/ 7198 h 157692"/>
                    <a:gd name="connsiteX10" fmla="*/ 82575 w 82574"/>
                    <a:gd name="connsiteY10" fmla="*/ 626 h 157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574" h="157692">
                      <a:moveTo>
                        <a:pt x="82575" y="626"/>
                      </a:moveTo>
                      <a:cubicBezTo>
                        <a:pt x="74954" y="10722"/>
                        <a:pt x="62287" y="17008"/>
                        <a:pt x="49618" y="16818"/>
                      </a:cubicBezTo>
                      <a:cubicBezTo>
                        <a:pt x="43332" y="16723"/>
                        <a:pt x="36378" y="15484"/>
                        <a:pt x="31426" y="19295"/>
                      </a:cubicBezTo>
                      <a:cubicBezTo>
                        <a:pt x="26949" y="22819"/>
                        <a:pt x="26092" y="29201"/>
                        <a:pt x="25615" y="34821"/>
                      </a:cubicBezTo>
                      <a:cubicBezTo>
                        <a:pt x="23710" y="56252"/>
                        <a:pt x="21901" y="77873"/>
                        <a:pt x="24472" y="99209"/>
                      </a:cubicBezTo>
                      <a:cubicBezTo>
                        <a:pt x="27139" y="120546"/>
                        <a:pt x="34568" y="141881"/>
                        <a:pt x="49237" y="157693"/>
                      </a:cubicBezTo>
                      <a:cubicBezTo>
                        <a:pt x="40760" y="150930"/>
                        <a:pt x="33712" y="142358"/>
                        <a:pt x="28854" y="132737"/>
                      </a:cubicBezTo>
                      <a:cubicBezTo>
                        <a:pt x="22853" y="121022"/>
                        <a:pt x="20091" y="108067"/>
                        <a:pt x="17233" y="95209"/>
                      </a:cubicBezTo>
                      <a:cubicBezTo>
                        <a:pt x="13614" y="78540"/>
                        <a:pt x="-10294" y="16056"/>
                        <a:pt x="5137" y="2816"/>
                      </a:cubicBezTo>
                      <a:cubicBezTo>
                        <a:pt x="14185" y="-4994"/>
                        <a:pt x="29521" y="5769"/>
                        <a:pt x="40284" y="7198"/>
                      </a:cubicBezTo>
                      <a:cubicBezTo>
                        <a:pt x="47618" y="8150"/>
                        <a:pt x="78193" y="9484"/>
                        <a:pt x="82575" y="62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25" name="Forme libre : forme 16424">
                  <a:extLst>
                    <a:ext uri="{FF2B5EF4-FFF2-40B4-BE49-F238E27FC236}">
                      <a16:creationId xmlns:a16="http://schemas.microsoft.com/office/drawing/2014/main" id="{D93D972B-C2CD-4E0F-871F-30BE9AF938F9}"/>
                    </a:ext>
                  </a:extLst>
                </p:cNvPr>
                <p:cNvSpPr/>
                <p:nvPr/>
              </p:nvSpPr>
              <p:spPr>
                <a:xfrm>
                  <a:off x="5644233" y="5291899"/>
                  <a:ext cx="256317" cy="180117"/>
                </a:xfrm>
                <a:custGeom>
                  <a:avLst/>
                  <a:gdLst>
                    <a:gd name="connsiteX0" fmla="*/ 140684 w 256317"/>
                    <a:gd name="connsiteY0" fmla="*/ 33718 h 180117"/>
                    <a:gd name="connsiteX1" fmla="*/ 104298 w 256317"/>
                    <a:gd name="connsiteY1" fmla="*/ 59817 h 180117"/>
                    <a:gd name="connsiteX2" fmla="*/ 53054 w 256317"/>
                    <a:gd name="connsiteY2" fmla="*/ 87344 h 180117"/>
                    <a:gd name="connsiteX3" fmla="*/ 0 w 256317"/>
                    <a:gd name="connsiteY3" fmla="*/ 101632 h 180117"/>
                    <a:gd name="connsiteX4" fmla="*/ 153067 w 256317"/>
                    <a:gd name="connsiteY4" fmla="*/ 41624 h 180117"/>
                    <a:gd name="connsiteX5" fmla="*/ 256318 w 256317"/>
                    <a:gd name="connsiteY5" fmla="*/ 180118 h 180117"/>
                    <a:gd name="connsiteX6" fmla="*/ 185642 w 256317"/>
                    <a:gd name="connsiteY6" fmla="*/ 100679 h 180117"/>
                    <a:gd name="connsiteX7" fmla="*/ 164687 w 256317"/>
                    <a:gd name="connsiteY7" fmla="*/ 32766 h 180117"/>
                    <a:gd name="connsiteX8" fmla="*/ 156972 w 256317"/>
                    <a:gd name="connsiteY8" fmla="*/ 0 h 180117"/>
                    <a:gd name="connsiteX9" fmla="*/ 140684 w 256317"/>
                    <a:gd name="connsiteY9" fmla="*/ 33718 h 180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6317" h="180117">
                      <a:moveTo>
                        <a:pt x="140684" y="33718"/>
                      </a:moveTo>
                      <a:cubicBezTo>
                        <a:pt x="130683" y="44862"/>
                        <a:pt x="117443" y="52578"/>
                        <a:pt x="104298" y="59817"/>
                      </a:cubicBezTo>
                      <a:cubicBezTo>
                        <a:pt x="87344" y="69246"/>
                        <a:pt x="70295" y="78391"/>
                        <a:pt x="53054" y="87344"/>
                      </a:cubicBezTo>
                      <a:cubicBezTo>
                        <a:pt x="36480" y="95917"/>
                        <a:pt x="18479" y="104394"/>
                        <a:pt x="0" y="101632"/>
                      </a:cubicBezTo>
                      <a:cubicBezTo>
                        <a:pt x="56007" y="104680"/>
                        <a:pt x="109156" y="76485"/>
                        <a:pt x="153067" y="41624"/>
                      </a:cubicBezTo>
                      <a:cubicBezTo>
                        <a:pt x="161734" y="100965"/>
                        <a:pt x="201930" y="154877"/>
                        <a:pt x="256318" y="180118"/>
                      </a:cubicBezTo>
                      <a:cubicBezTo>
                        <a:pt x="229362" y="156686"/>
                        <a:pt x="201835" y="132493"/>
                        <a:pt x="185642" y="100679"/>
                      </a:cubicBezTo>
                      <a:cubicBezTo>
                        <a:pt x="174879" y="79534"/>
                        <a:pt x="169736" y="56007"/>
                        <a:pt x="164687" y="32766"/>
                      </a:cubicBezTo>
                      <a:cubicBezTo>
                        <a:pt x="162306" y="21907"/>
                        <a:pt x="160496" y="10477"/>
                        <a:pt x="156972" y="0"/>
                      </a:cubicBezTo>
                      <a:cubicBezTo>
                        <a:pt x="151829" y="11811"/>
                        <a:pt x="149733" y="23526"/>
                        <a:pt x="140684" y="3371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26" name="Forme libre : forme 16425">
                  <a:extLst>
                    <a:ext uri="{FF2B5EF4-FFF2-40B4-BE49-F238E27FC236}">
                      <a16:creationId xmlns:a16="http://schemas.microsoft.com/office/drawing/2014/main" id="{C3AD7675-D260-4F44-A3CD-E08D920BC085}"/>
                    </a:ext>
                  </a:extLst>
                </p:cNvPr>
                <p:cNvSpPr/>
                <p:nvPr/>
              </p:nvSpPr>
              <p:spPr>
                <a:xfrm>
                  <a:off x="6030281" y="5283803"/>
                  <a:ext cx="184785" cy="206121"/>
                </a:xfrm>
                <a:custGeom>
                  <a:avLst/>
                  <a:gdLst>
                    <a:gd name="connsiteX0" fmla="*/ 91821 w 184785"/>
                    <a:gd name="connsiteY0" fmla="*/ 78772 h 206121"/>
                    <a:gd name="connsiteX1" fmla="*/ 88582 w 184785"/>
                    <a:gd name="connsiteY1" fmla="*/ 119539 h 206121"/>
                    <a:gd name="connsiteX2" fmla="*/ 67628 w 184785"/>
                    <a:gd name="connsiteY2" fmla="*/ 151924 h 206121"/>
                    <a:gd name="connsiteX3" fmla="*/ 0 w 184785"/>
                    <a:gd name="connsiteY3" fmla="*/ 206121 h 206121"/>
                    <a:gd name="connsiteX4" fmla="*/ 45911 w 184785"/>
                    <a:gd name="connsiteY4" fmla="*/ 180785 h 206121"/>
                    <a:gd name="connsiteX5" fmla="*/ 106394 w 184785"/>
                    <a:gd name="connsiteY5" fmla="*/ 111062 h 206121"/>
                    <a:gd name="connsiteX6" fmla="*/ 135446 w 184785"/>
                    <a:gd name="connsiteY6" fmla="*/ 74105 h 206121"/>
                    <a:gd name="connsiteX7" fmla="*/ 184785 w 184785"/>
                    <a:gd name="connsiteY7" fmla="*/ 58103 h 206121"/>
                    <a:gd name="connsiteX8" fmla="*/ 110680 w 184785"/>
                    <a:gd name="connsiteY8" fmla="*/ 71342 h 206121"/>
                    <a:gd name="connsiteX9" fmla="*/ 88106 w 184785"/>
                    <a:gd name="connsiteY9" fmla="*/ 27147 h 206121"/>
                    <a:gd name="connsiteX10" fmla="*/ 68866 w 184785"/>
                    <a:gd name="connsiteY10" fmla="*/ 0 h 206121"/>
                    <a:gd name="connsiteX11" fmla="*/ 91821 w 184785"/>
                    <a:gd name="connsiteY11" fmla="*/ 78772 h 206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4785" h="206121">
                      <a:moveTo>
                        <a:pt x="91821" y="78772"/>
                      </a:moveTo>
                      <a:cubicBezTo>
                        <a:pt x="93155" y="92488"/>
                        <a:pt x="93155" y="106585"/>
                        <a:pt x="88582" y="119539"/>
                      </a:cubicBezTo>
                      <a:cubicBezTo>
                        <a:pt x="84297" y="131731"/>
                        <a:pt x="76295" y="142208"/>
                        <a:pt x="67628" y="151924"/>
                      </a:cubicBezTo>
                      <a:cubicBezTo>
                        <a:pt x="48292" y="173546"/>
                        <a:pt x="25337" y="192024"/>
                        <a:pt x="0" y="206121"/>
                      </a:cubicBezTo>
                      <a:cubicBezTo>
                        <a:pt x="17716" y="204121"/>
                        <a:pt x="32766" y="192691"/>
                        <a:pt x="45911" y="180785"/>
                      </a:cubicBezTo>
                      <a:cubicBezTo>
                        <a:pt x="68771" y="160115"/>
                        <a:pt x="89154" y="136684"/>
                        <a:pt x="106394" y="111062"/>
                      </a:cubicBezTo>
                      <a:cubicBezTo>
                        <a:pt x="115158" y="98013"/>
                        <a:pt x="123349" y="84201"/>
                        <a:pt x="135446" y="74105"/>
                      </a:cubicBezTo>
                      <a:cubicBezTo>
                        <a:pt x="149066" y="62675"/>
                        <a:pt x="167164" y="56865"/>
                        <a:pt x="184785" y="58103"/>
                      </a:cubicBezTo>
                      <a:cubicBezTo>
                        <a:pt x="160401" y="49435"/>
                        <a:pt x="134208" y="82296"/>
                        <a:pt x="110680" y="71342"/>
                      </a:cubicBezTo>
                      <a:cubicBezTo>
                        <a:pt x="95155" y="64104"/>
                        <a:pt x="93250" y="43434"/>
                        <a:pt x="88106" y="27147"/>
                      </a:cubicBezTo>
                      <a:cubicBezTo>
                        <a:pt x="85249" y="18193"/>
                        <a:pt x="78772" y="667"/>
                        <a:pt x="68866" y="0"/>
                      </a:cubicBezTo>
                      <a:cubicBezTo>
                        <a:pt x="78486" y="26194"/>
                        <a:pt x="89059" y="50388"/>
                        <a:pt x="91821" y="7877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27" name="Forme libre : forme 16426">
                  <a:extLst>
                    <a:ext uri="{FF2B5EF4-FFF2-40B4-BE49-F238E27FC236}">
                      <a16:creationId xmlns:a16="http://schemas.microsoft.com/office/drawing/2014/main" id="{9C47F1C4-2008-4E7D-BCA0-8F3F2B4C5B64}"/>
                    </a:ext>
                  </a:extLst>
                </p:cNvPr>
                <p:cNvSpPr/>
                <p:nvPr/>
              </p:nvSpPr>
              <p:spPr>
                <a:xfrm>
                  <a:off x="6267835" y="5302186"/>
                  <a:ext cx="126587" cy="90392"/>
                </a:xfrm>
                <a:custGeom>
                  <a:avLst/>
                  <a:gdLst>
                    <a:gd name="connsiteX0" fmla="*/ 68294 w 126587"/>
                    <a:gd name="connsiteY0" fmla="*/ 26004 h 90392"/>
                    <a:gd name="connsiteX1" fmla="*/ 55531 w 126587"/>
                    <a:gd name="connsiteY1" fmla="*/ 31052 h 90392"/>
                    <a:gd name="connsiteX2" fmla="*/ 0 w 126587"/>
                    <a:gd name="connsiteY2" fmla="*/ 44768 h 90392"/>
                    <a:gd name="connsiteX3" fmla="*/ 77724 w 126587"/>
                    <a:gd name="connsiteY3" fmla="*/ 42768 h 90392"/>
                    <a:gd name="connsiteX4" fmla="*/ 126588 w 126587"/>
                    <a:gd name="connsiteY4" fmla="*/ 90393 h 90392"/>
                    <a:gd name="connsiteX5" fmla="*/ 104490 w 126587"/>
                    <a:gd name="connsiteY5" fmla="*/ 63246 h 90392"/>
                    <a:gd name="connsiteX6" fmla="*/ 90297 w 126587"/>
                    <a:gd name="connsiteY6" fmla="*/ 48673 h 90392"/>
                    <a:gd name="connsiteX7" fmla="*/ 81820 w 126587"/>
                    <a:gd name="connsiteY7" fmla="*/ 0 h 90392"/>
                    <a:gd name="connsiteX8" fmla="*/ 68294 w 126587"/>
                    <a:gd name="connsiteY8" fmla="*/ 26004 h 90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6587" h="90392">
                      <a:moveTo>
                        <a:pt x="68294" y="26004"/>
                      </a:moveTo>
                      <a:cubicBezTo>
                        <a:pt x="64580" y="28766"/>
                        <a:pt x="60007" y="29909"/>
                        <a:pt x="55531" y="31052"/>
                      </a:cubicBezTo>
                      <a:cubicBezTo>
                        <a:pt x="37052" y="35624"/>
                        <a:pt x="18479" y="40196"/>
                        <a:pt x="0" y="44768"/>
                      </a:cubicBezTo>
                      <a:cubicBezTo>
                        <a:pt x="24765" y="53531"/>
                        <a:pt x="52769" y="34766"/>
                        <a:pt x="77724" y="42768"/>
                      </a:cubicBezTo>
                      <a:cubicBezTo>
                        <a:pt x="99727" y="49816"/>
                        <a:pt x="110300" y="74105"/>
                        <a:pt x="126588" y="90393"/>
                      </a:cubicBezTo>
                      <a:cubicBezTo>
                        <a:pt x="120682" y="80296"/>
                        <a:pt x="113157" y="71152"/>
                        <a:pt x="104490" y="63246"/>
                      </a:cubicBezTo>
                      <a:cubicBezTo>
                        <a:pt x="99441" y="58674"/>
                        <a:pt x="93916" y="54483"/>
                        <a:pt x="90297" y="48673"/>
                      </a:cubicBezTo>
                      <a:cubicBezTo>
                        <a:pt x="80963" y="33814"/>
                        <a:pt x="91059" y="13050"/>
                        <a:pt x="81820" y="0"/>
                      </a:cubicBezTo>
                      <a:cubicBezTo>
                        <a:pt x="78963" y="8763"/>
                        <a:pt x="76105" y="20098"/>
                        <a:pt x="68294" y="26004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28" name="Forme libre : forme 16427">
                  <a:extLst>
                    <a:ext uri="{FF2B5EF4-FFF2-40B4-BE49-F238E27FC236}">
                      <a16:creationId xmlns:a16="http://schemas.microsoft.com/office/drawing/2014/main" id="{A9D0D16A-422C-48F0-AE99-4CC490C228AD}"/>
                    </a:ext>
                  </a:extLst>
                </p:cNvPr>
                <p:cNvSpPr/>
                <p:nvPr/>
              </p:nvSpPr>
              <p:spPr>
                <a:xfrm>
                  <a:off x="6179252" y="5470678"/>
                  <a:ext cx="219239" cy="115949"/>
                </a:xfrm>
                <a:custGeom>
                  <a:avLst/>
                  <a:gdLst>
                    <a:gd name="connsiteX0" fmla="*/ 163639 w 219239"/>
                    <a:gd name="connsiteY0" fmla="*/ 65728 h 115949"/>
                    <a:gd name="connsiteX1" fmla="*/ 70199 w 219239"/>
                    <a:gd name="connsiteY1" fmla="*/ 106590 h 115949"/>
                    <a:gd name="connsiteX2" fmla="*/ 0 w 219239"/>
                    <a:gd name="connsiteY2" fmla="*/ 113639 h 115949"/>
                    <a:gd name="connsiteX3" fmla="*/ 40005 w 219239"/>
                    <a:gd name="connsiteY3" fmla="*/ 112877 h 115949"/>
                    <a:gd name="connsiteX4" fmla="*/ 91821 w 219239"/>
                    <a:gd name="connsiteY4" fmla="*/ 106400 h 115949"/>
                    <a:gd name="connsiteX5" fmla="*/ 141541 w 219239"/>
                    <a:gd name="connsiteY5" fmla="*/ 95637 h 115949"/>
                    <a:gd name="connsiteX6" fmla="*/ 184499 w 219239"/>
                    <a:gd name="connsiteY6" fmla="*/ 65728 h 115949"/>
                    <a:gd name="connsiteX7" fmla="*/ 213074 w 219239"/>
                    <a:gd name="connsiteY7" fmla="*/ 196 h 115949"/>
                    <a:gd name="connsiteX8" fmla="*/ 193834 w 219239"/>
                    <a:gd name="connsiteY8" fmla="*/ 36201 h 115949"/>
                    <a:gd name="connsiteX9" fmla="*/ 163639 w 219239"/>
                    <a:gd name="connsiteY9" fmla="*/ 65728 h 115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9239" h="115949">
                      <a:moveTo>
                        <a:pt x="163639" y="65728"/>
                      </a:moveTo>
                      <a:cubicBezTo>
                        <a:pt x="136017" y="85826"/>
                        <a:pt x="102965" y="96970"/>
                        <a:pt x="70199" y="106590"/>
                      </a:cubicBezTo>
                      <a:cubicBezTo>
                        <a:pt x="47339" y="113258"/>
                        <a:pt x="23146" y="119449"/>
                        <a:pt x="0" y="113639"/>
                      </a:cubicBezTo>
                      <a:cubicBezTo>
                        <a:pt x="13145" y="116115"/>
                        <a:pt x="26765" y="114496"/>
                        <a:pt x="40005" y="112877"/>
                      </a:cubicBezTo>
                      <a:cubicBezTo>
                        <a:pt x="57245" y="110686"/>
                        <a:pt x="74581" y="108591"/>
                        <a:pt x="91821" y="106400"/>
                      </a:cubicBezTo>
                      <a:cubicBezTo>
                        <a:pt x="108680" y="104304"/>
                        <a:pt x="125825" y="102114"/>
                        <a:pt x="141541" y="95637"/>
                      </a:cubicBezTo>
                      <a:cubicBezTo>
                        <a:pt x="157734" y="88969"/>
                        <a:pt x="171831" y="77825"/>
                        <a:pt x="184499" y="65728"/>
                      </a:cubicBezTo>
                      <a:cubicBezTo>
                        <a:pt x="190119" y="60299"/>
                        <a:pt x="235458" y="-3995"/>
                        <a:pt x="213074" y="196"/>
                      </a:cubicBezTo>
                      <a:cubicBezTo>
                        <a:pt x="210693" y="672"/>
                        <a:pt x="196786" y="32295"/>
                        <a:pt x="193834" y="36201"/>
                      </a:cubicBezTo>
                      <a:cubicBezTo>
                        <a:pt x="185357" y="47536"/>
                        <a:pt x="175070" y="57442"/>
                        <a:pt x="163639" y="6572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29" name="Forme libre : forme 16428">
                  <a:extLst>
                    <a:ext uri="{FF2B5EF4-FFF2-40B4-BE49-F238E27FC236}">
                      <a16:creationId xmlns:a16="http://schemas.microsoft.com/office/drawing/2014/main" id="{E21B3049-AAD2-4D5E-9813-E699A12F1FE2}"/>
                    </a:ext>
                  </a:extLst>
                </p:cNvPr>
                <p:cNvSpPr/>
                <p:nvPr/>
              </p:nvSpPr>
              <p:spPr>
                <a:xfrm>
                  <a:off x="6333081" y="5596985"/>
                  <a:ext cx="140874" cy="139541"/>
                </a:xfrm>
                <a:custGeom>
                  <a:avLst/>
                  <a:gdLst>
                    <a:gd name="connsiteX0" fmla="*/ 77628 w 140874"/>
                    <a:gd name="connsiteY0" fmla="*/ 32195 h 139541"/>
                    <a:gd name="connsiteX1" fmla="*/ 140875 w 140874"/>
                    <a:gd name="connsiteY1" fmla="*/ 60198 h 139541"/>
                    <a:gd name="connsiteX2" fmla="*/ 88011 w 140874"/>
                    <a:gd name="connsiteY2" fmla="*/ 68009 h 139541"/>
                    <a:gd name="connsiteX3" fmla="*/ 78486 w 140874"/>
                    <a:gd name="connsiteY3" fmla="*/ 87439 h 139541"/>
                    <a:gd name="connsiteX4" fmla="*/ 75342 w 140874"/>
                    <a:gd name="connsiteY4" fmla="*/ 139541 h 139541"/>
                    <a:gd name="connsiteX5" fmla="*/ 71438 w 140874"/>
                    <a:gd name="connsiteY5" fmla="*/ 101918 h 139541"/>
                    <a:gd name="connsiteX6" fmla="*/ 75629 w 140874"/>
                    <a:gd name="connsiteY6" fmla="*/ 68961 h 139541"/>
                    <a:gd name="connsiteX7" fmla="*/ 56864 w 140874"/>
                    <a:gd name="connsiteY7" fmla="*/ 29051 h 139541"/>
                    <a:gd name="connsiteX8" fmla="*/ 49435 w 140874"/>
                    <a:gd name="connsiteY8" fmla="*/ 23241 h 139541"/>
                    <a:gd name="connsiteX9" fmla="*/ 40767 w 140874"/>
                    <a:gd name="connsiteY9" fmla="*/ 28099 h 139541"/>
                    <a:gd name="connsiteX10" fmla="*/ 0 w 140874"/>
                    <a:gd name="connsiteY10" fmla="*/ 53245 h 139541"/>
                    <a:gd name="connsiteX11" fmla="*/ 55530 w 140874"/>
                    <a:gd name="connsiteY11" fmla="*/ 0 h 139541"/>
                    <a:gd name="connsiteX12" fmla="*/ 77628 w 140874"/>
                    <a:gd name="connsiteY12" fmla="*/ 32195 h 139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0874" h="139541">
                      <a:moveTo>
                        <a:pt x="77628" y="32195"/>
                      </a:moveTo>
                      <a:cubicBezTo>
                        <a:pt x="94679" y="48292"/>
                        <a:pt x="117634" y="57150"/>
                        <a:pt x="140875" y="60198"/>
                      </a:cubicBezTo>
                      <a:cubicBezTo>
                        <a:pt x="124015" y="67056"/>
                        <a:pt x="101632" y="56007"/>
                        <a:pt x="88011" y="68009"/>
                      </a:cubicBezTo>
                      <a:cubicBezTo>
                        <a:pt x="82486" y="72866"/>
                        <a:pt x="80105" y="80296"/>
                        <a:pt x="78486" y="87439"/>
                      </a:cubicBezTo>
                      <a:cubicBezTo>
                        <a:pt x="74580" y="104490"/>
                        <a:pt x="73533" y="122111"/>
                        <a:pt x="75342" y="139541"/>
                      </a:cubicBezTo>
                      <a:cubicBezTo>
                        <a:pt x="72771" y="127159"/>
                        <a:pt x="70294" y="114491"/>
                        <a:pt x="71438" y="101918"/>
                      </a:cubicBezTo>
                      <a:cubicBezTo>
                        <a:pt x="72485" y="90869"/>
                        <a:pt x="76390" y="80010"/>
                        <a:pt x="75629" y="68961"/>
                      </a:cubicBezTo>
                      <a:cubicBezTo>
                        <a:pt x="74676" y="54102"/>
                        <a:pt x="65627" y="41148"/>
                        <a:pt x="56864" y="29051"/>
                      </a:cubicBezTo>
                      <a:cubicBezTo>
                        <a:pt x="54959" y="26384"/>
                        <a:pt x="52673" y="23527"/>
                        <a:pt x="49435" y="23241"/>
                      </a:cubicBezTo>
                      <a:cubicBezTo>
                        <a:pt x="46005" y="22956"/>
                        <a:pt x="43243" y="25718"/>
                        <a:pt x="40767" y="28099"/>
                      </a:cubicBezTo>
                      <a:cubicBezTo>
                        <a:pt x="29337" y="39434"/>
                        <a:pt x="15240" y="48101"/>
                        <a:pt x="0" y="53245"/>
                      </a:cubicBezTo>
                      <a:cubicBezTo>
                        <a:pt x="27527" y="43910"/>
                        <a:pt x="33623" y="11049"/>
                        <a:pt x="55530" y="0"/>
                      </a:cubicBezTo>
                      <a:cubicBezTo>
                        <a:pt x="63246" y="10668"/>
                        <a:pt x="67627" y="22670"/>
                        <a:pt x="77628" y="3219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30" name="Forme libre : forme 16429">
                  <a:extLst>
                    <a:ext uri="{FF2B5EF4-FFF2-40B4-BE49-F238E27FC236}">
                      <a16:creationId xmlns:a16="http://schemas.microsoft.com/office/drawing/2014/main" id="{9B6B9D17-FE3A-4792-8312-C6A8E0DBB554}"/>
                    </a:ext>
                  </a:extLst>
                </p:cNvPr>
                <p:cNvSpPr/>
                <p:nvPr/>
              </p:nvSpPr>
              <p:spPr>
                <a:xfrm>
                  <a:off x="6436237" y="5389261"/>
                  <a:ext cx="114421" cy="40274"/>
                </a:xfrm>
                <a:custGeom>
                  <a:avLst/>
                  <a:gdLst>
                    <a:gd name="connsiteX0" fmla="*/ 113538 w 114421"/>
                    <a:gd name="connsiteY0" fmla="*/ 40275 h 40274"/>
                    <a:gd name="connsiteX1" fmla="*/ 83058 w 114421"/>
                    <a:gd name="connsiteY1" fmla="*/ 14747 h 40274"/>
                    <a:gd name="connsiteX2" fmla="*/ 41434 w 114421"/>
                    <a:gd name="connsiteY2" fmla="*/ 19510 h 40274"/>
                    <a:gd name="connsiteX3" fmla="*/ 0 w 114421"/>
                    <a:gd name="connsiteY3" fmla="*/ 26654 h 40274"/>
                    <a:gd name="connsiteX4" fmla="*/ 57626 w 114421"/>
                    <a:gd name="connsiteY4" fmla="*/ 15509 h 40274"/>
                    <a:gd name="connsiteX5" fmla="*/ 106204 w 114421"/>
                    <a:gd name="connsiteY5" fmla="*/ 270 h 40274"/>
                    <a:gd name="connsiteX6" fmla="*/ 113538 w 114421"/>
                    <a:gd name="connsiteY6" fmla="*/ 40275 h 40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4421" h="40274">
                      <a:moveTo>
                        <a:pt x="113538" y="40275"/>
                      </a:moveTo>
                      <a:cubicBezTo>
                        <a:pt x="110490" y="26559"/>
                        <a:pt x="96964" y="17129"/>
                        <a:pt x="83058" y="14747"/>
                      </a:cubicBezTo>
                      <a:cubicBezTo>
                        <a:pt x="69152" y="12366"/>
                        <a:pt x="55055" y="15795"/>
                        <a:pt x="41434" y="19510"/>
                      </a:cubicBezTo>
                      <a:cubicBezTo>
                        <a:pt x="27908" y="23225"/>
                        <a:pt x="14097" y="27416"/>
                        <a:pt x="0" y="26654"/>
                      </a:cubicBezTo>
                      <a:cubicBezTo>
                        <a:pt x="19241" y="23225"/>
                        <a:pt x="38481" y="19510"/>
                        <a:pt x="57626" y="15509"/>
                      </a:cubicBezTo>
                      <a:cubicBezTo>
                        <a:pt x="69056" y="13128"/>
                        <a:pt x="95726" y="-2207"/>
                        <a:pt x="106204" y="270"/>
                      </a:cubicBezTo>
                      <a:cubicBezTo>
                        <a:pt x="120872" y="3794"/>
                        <a:pt x="110871" y="28178"/>
                        <a:pt x="113538" y="4027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31" name="Forme libre : forme 16430">
                  <a:extLst>
                    <a:ext uri="{FF2B5EF4-FFF2-40B4-BE49-F238E27FC236}">
                      <a16:creationId xmlns:a16="http://schemas.microsoft.com/office/drawing/2014/main" id="{9F955026-A2CA-4929-96CB-3F99FA98E7DA}"/>
                    </a:ext>
                  </a:extLst>
                </p:cNvPr>
                <p:cNvSpPr/>
                <p:nvPr/>
              </p:nvSpPr>
              <p:spPr>
                <a:xfrm>
                  <a:off x="5518598" y="5512879"/>
                  <a:ext cx="140207" cy="115919"/>
                </a:xfrm>
                <a:custGeom>
                  <a:avLst/>
                  <a:gdLst>
                    <a:gd name="connsiteX0" fmla="*/ 25146 w 140207"/>
                    <a:gd name="connsiteY0" fmla="*/ 50292 h 115919"/>
                    <a:gd name="connsiteX1" fmla="*/ 18955 w 140207"/>
                    <a:gd name="connsiteY1" fmla="*/ 76581 h 115919"/>
                    <a:gd name="connsiteX2" fmla="*/ 0 w 140207"/>
                    <a:gd name="connsiteY2" fmla="*/ 98203 h 115919"/>
                    <a:gd name="connsiteX3" fmla="*/ 40957 w 140207"/>
                    <a:gd name="connsiteY3" fmla="*/ 75819 h 115919"/>
                    <a:gd name="connsiteX4" fmla="*/ 81819 w 140207"/>
                    <a:gd name="connsiteY4" fmla="*/ 63627 h 115919"/>
                    <a:gd name="connsiteX5" fmla="*/ 108489 w 140207"/>
                    <a:gd name="connsiteY5" fmla="*/ 66960 h 115919"/>
                    <a:gd name="connsiteX6" fmla="*/ 111061 w 140207"/>
                    <a:gd name="connsiteY6" fmla="*/ 83344 h 115919"/>
                    <a:gd name="connsiteX7" fmla="*/ 122111 w 140207"/>
                    <a:gd name="connsiteY7" fmla="*/ 115919 h 115919"/>
                    <a:gd name="connsiteX8" fmla="*/ 119634 w 140207"/>
                    <a:gd name="connsiteY8" fmla="*/ 50863 h 115919"/>
                    <a:gd name="connsiteX9" fmla="*/ 140208 w 140207"/>
                    <a:gd name="connsiteY9" fmla="*/ 0 h 115919"/>
                    <a:gd name="connsiteX10" fmla="*/ 91726 w 140207"/>
                    <a:gd name="connsiteY10" fmla="*/ 35814 h 115919"/>
                    <a:gd name="connsiteX11" fmla="*/ 25146 w 140207"/>
                    <a:gd name="connsiteY11" fmla="*/ 50292 h 115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0207" h="115919">
                      <a:moveTo>
                        <a:pt x="25146" y="50292"/>
                      </a:moveTo>
                      <a:cubicBezTo>
                        <a:pt x="29908" y="58674"/>
                        <a:pt x="25336" y="69342"/>
                        <a:pt x="18955" y="76581"/>
                      </a:cubicBezTo>
                      <a:cubicBezTo>
                        <a:pt x="12573" y="83820"/>
                        <a:pt x="4286" y="89630"/>
                        <a:pt x="0" y="98203"/>
                      </a:cubicBezTo>
                      <a:cubicBezTo>
                        <a:pt x="9620" y="85630"/>
                        <a:pt x="25812" y="80390"/>
                        <a:pt x="40957" y="75819"/>
                      </a:cubicBezTo>
                      <a:cubicBezTo>
                        <a:pt x="54578" y="71723"/>
                        <a:pt x="68199" y="67627"/>
                        <a:pt x="81819" y="63627"/>
                      </a:cubicBezTo>
                      <a:cubicBezTo>
                        <a:pt x="91059" y="60864"/>
                        <a:pt x="103061" y="59055"/>
                        <a:pt x="108489" y="66960"/>
                      </a:cubicBezTo>
                      <a:cubicBezTo>
                        <a:pt x="111633" y="71628"/>
                        <a:pt x="110966" y="77724"/>
                        <a:pt x="111061" y="83344"/>
                      </a:cubicBezTo>
                      <a:cubicBezTo>
                        <a:pt x="111252" y="94964"/>
                        <a:pt x="115157" y="106584"/>
                        <a:pt x="122111" y="115919"/>
                      </a:cubicBezTo>
                      <a:cubicBezTo>
                        <a:pt x="126016" y="94106"/>
                        <a:pt x="118205" y="72580"/>
                        <a:pt x="119634" y="50863"/>
                      </a:cubicBezTo>
                      <a:cubicBezTo>
                        <a:pt x="120872" y="31337"/>
                        <a:pt x="140018" y="17145"/>
                        <a:pt x="140208" y="0"/>
                      </a:cubicBezTo>
                      <a:cubicBezTo>
                        <a:pt x="122872" y="666"/>
                        <a:pt x="105823" y="26384"/>
                        <a:pt x="91726" y="35814"/>
                      </a:cubicBezTo>
                      <a:cubicBezTo>
                        <a:pt x="81819" y="42290"/>
                        <a:pt x="35433" y="68484"/>
                        <a:pt x="25146" y="5029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32" name="Forme libre : forme 16431">
                  <a:extLst>
                    <a:ext uri="{FF2B5EF4-FFF2-40B4-BE49-F238E27FC236}">
                      <a16:creationId xmlns:a16="http://schemas.microsoft.com/office/drawing/2014/main" id="{3A2A8D44-E29A-4E1B-84E0-4030932926B1}"/>
                    </a:ext>
                  </a:extLst>
                </p:cNvPr>
                <p:cNvSpPr/>
                <p:nvPr/>
              </p:nvSpPr>
              <p:spPr>
                <a:xfrm>
                  <a:off x="5867309" y="5704617"/>
                  <a:ext cx="123825" cy="113953"/>
                </a:xfrm>
                <a:custGeom>
                  <a:avLst/>
                  <a:gdLst>
                    <a:gd name="connsiteX0" fmla="*/ 29718 w 123825"/>
                    <a:gd name="connsiteY0" fmla="*/ 83725 h 113953"/>
                    <a:gd name="connsiteX1" fmla="*/ 97917 w 123825"/>
                    <a:gd name="connsiteY1" fmla="*/ 0 h 113953"/>
                    <a:gd name="connsiteX2" fmla="*/ 93059 w 123825"/>
                    <a:gd name="connsiteY2" fmla="*/ 53721 h 113953"/>
                    <a:gd name="connsiteX3" fmla="*/ 95059 w 123825"/>
                    <a:gd name="connsiteY3" fmla="*/ 76771 h 113953"/>
                    <a:gd name="connsiteX4" fmla="*/ 123825 w 123825"/>
                    <a:gd name="connsiteY4" fmla="*/ 113824 h 113953"/>
                    <a:gd name="connsiteX5" fmla="*/ 90678 w 123825"/>
                    <a:gd name="connsiteY5" fmla="*/ 95250 h 113953"/>
                    <a:gd name="connsiteX6" fmla="*/ 85725 w 123825"/>
                    <a:gd name="connsiteY6" fmla="*/ 86392 h 113953"/>
                    <a:gd name="connsiteX7" fmla="*/ 70866 w 123825"/>
                    <a:gd name="connsiteY7" fmla="*/ 83058 h 113953"/>
                    <a:gd name="connsiteX8" fmla="*/ 56483 w 123825"/>
                    <a:gd name="connsiteY8" fmla="*/ 89821 h 113953"/>
                    <a:gd name="connsiteX9" fmla="*/ 0 w 123825"/>
                    <a:gd name="connsiteY9" fmla="*/ 101346 h 113953"/>
                    <a:gd name="connsiteX10" fmla="*/ 29718 w 123825"/>
                    <a:gd name="connsiteY10" fmla="*/ 83725 h 113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3825" h="113953">
                      <a:moveTo>
                        <a:pt x="29718" y="83725"/>
                      </a:moveTo>
                      <a:cubicBezTo>
                        <a:pt x="58388" y="61436"/>
                        <a:pt x="81915" y="32576"/>
                        <a:pt x="97917" y="0"/>
                      </a:cubicBezTo>
                      <a:cubicBezTo>
                        <a:pt x="95155" y="17812"/>
                        <a:pt x="93536" y="35719"/>
                        <a:pt x="93059" y="53721"/>
                      </a:cubicBezTo>
                      <a:cubicBezTo>
                        <a:pt x="92869" y="61436"/>
                        <a:pt x="92964" y="69342"/>
                        <a:pt x="95059" y="76771"/>
                      </a:cubicBezTo>
                      <a:cubicBezTo>
                        <a:pt x="99441" y="92012"/>
                        <a:pt x="111919" y="103347"/>
                        <a:pt x="123825" y="113824"/>
                      </a:cubicBezTo>
                      <a:cubicBezTo>
                        <a:pt x="110395" y="115062"/>
                        <a:pt x="96679" y="107347"/>
                        <a:pt x="90678" y="95250"/>
                      </a:cubicBezTo>
                      <a:cubicBezTo>
                        <a:pt x="89154" y="92203"/>
                        <a:pt x="88106" y="88868"/>
                        <a:pt x="85725" y="86392"/>
                      </a:cubicBezTo>
                      <a:cubicBezTo>
                        <a:pt x="82010" y="82582"/>
                        <a:pt x="76009" y="81820"/>
                        <a:pt x="70866" y="83058"/>
                      </a:cubicBezTo>
                      <a:cubicBezTo>
                        <a:pt x="65723" y="84297"/>
                        <a:pt x="61150" y="87249"/>
                        <a:pt x="56483" y="89821"/>
                      </a:cubicBezTo>
                      <a:cubicBezTo>
                        <a:pt x="44863" y="96298"/>
                        <a:pt x="10383" y="114110"/>
                        <a:pt x="0" y="101346"/>
                      </a:cubicBezTo>
                      <a:cubicBezTo>
                        <a:pt x="10573" y="96488"/>
                        <a:pt x="20479" y="90869"/>
                        <a:pt x="29718" y="8372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33" name="Forme libre : forme 16432">
                  <a:extLst>
                    <a:ext uri="{FF2B5EF4-FFF2-40B4-BE49-F238E27FC236}">
                      <a16:creationId xmlns:a16="http://schemas.microsoft.com/office/drawing/2014/main" id="{8129A88F-CEC3-4287-9895-9C3256E232DF}"/>
                    </a:ext>
                  </a:extLst>
                </p:cNvPr>
                <p:cNvSpPr/>
                <p:nvPr/>
              </p:nvSpPr>
              <p:spPr>
                <a:xfrm>
                  <a:off x="5946842" y="5548693"/>
                  <a:ext cx="94011" cy="102203"/>
                </a:xfrm>
                <a:custGeom>
                  <a:avLst/>
                  <a:gdLst>
                    <a:gd name="connsiteX0" fmla="*/ 46673 w 94011"/>
                    <a:gd name="connsiteY0" fmla="*/ 40100 h 102203"/>
                    <a:gd name="connsiteX1" fmla="*/ 94012 w 94011"/>
                    <a:gd name="connsiteY1" fmla="*/ 80582 h 102203"/>
                    <a:gd name="connsiteX2" fmla="*/ 62103 w 94011"/>
                    <a:gd name="connsiteY2" fmla="*/ 68389 h 102203"/>
                    <a:gd name="connsiteX3" fmla="*/ 39910 w 94011"/>
                    <a:gd name="connsiteY3" fmla="*/ 58103 h 102203"/>
                    <a:gd name="connsiteX4" fmla="*/ 14574 w 94011"/>
                    <a:gd name="connsiteY4" fmla="*/ 73724 h 102203"/>
                    <a:gd name="connsiteX5" fmla="*/ 0 w 94011"/>
                    <a:gd name="connsiteY5" fmla="*/ 102204 h 102203"/>
                    <a:gd name="connsiteX6" fmla="*/ 18669 w 94011"/>
                    <a:gd name="connsiteY6" fmla="*/ 43720 h 102203"/>
                    <a:gd name="connsiteX7" fmla="*/ 23527 w 94011"/>
                    <a:gd name="connsiteY7" fmla="*/ 38195 h 102203"/>
                    <a:gd name="connsiteX8" fmla="*/ 25813 w 94011"/>
                    <a:gd name="connsiteY8" fmla="*/ 31338 h 102203"/>
                    <a:gd name="connsiteX9" fmla="*/ 36767 w 94011"/>
                    <a:gd name="connsiteY9" fmla="*/ 0 h 102203"/>
                    <a:gd name="connsiteX10" fmla="*/ 46673 w 94011"/>
                    <a:gd name="connsiteY10" fmla="*/ 40100 h 102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4011" h="102203">
                      <a:moveTo>
                        <a:pt x="46673" y="40100"/>
                      </a:moveTo>
                      <a:cubicBezTo>
                        <a:pt x="57055" y="58579"/>
                        <a:pt x="74486" y="72486"/>
                        <a:pt x="94012" y="80582"/>
                      </a:cubicBezTo>
                      <a:cubicBezTo>
                        <a:pt x="82772" y="78581"/>
                        <a:pt x="71819" y="74390"/>
                        <a:pt x="62103" y="68389"/>
                      </a:cubicBezTo>
                      <a:cubicBezTo>
                        <a:pt x="55055" y="64008"/>
                        <a:pt x="48196" y="58484"/>
                        <a:pt x="39910" y="58103"/>
                      </a:cubicBezTo>
                      <a:cubicBezTo>
                        <a:pt x="29623" y="57627"/>
                        <a:pt x="20764" y="65437"/>
                        <a:pt x="14574" y="73724"/>
                      </a:cubicBezTo>
                      <a:cubicBezTo>
                        <a:pt x="8192" y="82296"/>
                        <a:pt x="3239" y="91916"/>
                        <a:pt x="0" y="102204"/>
                      </a:cubicBezTo>
                      <a:cubicBezTo>
                        <a:pt x="1620" y="81344"/>
                        <a:pt x="4096" y="58674"/>
                        <a:pt x="18669" y="43720"/>
                      </a:cubicBezTo>
                      <a:cubicBezTo>
                        <a:pt x="20384" y="42006"/>
                        <a:pt x="22289" y="40291"/>
                        <a:pt x="23527" y="38195"/>
                      </a:cubicBezTo>
                      <a:cubicBezTo>
                        <a:pt x="24765" y="36100"/>
                        <a:pt x="25241" y="33719"/>
                        <a:pt x="25813" y="31338"/>
                      </a:cubicBezTo>
                      <a:cubicBezTo>
                        <a:pt x="27813" y="22003"/>
                        <a:pt x="27813" y="4763"/>
                        <a:pt x="36767" y="0"/>
                      </a:cubicBezTo>
                      <a:cubicBezTo>
                        <a:pt x="37243" y="14002"/>
                        <a:pt x="39720" y="27623"/>
                        <a:pt x="46673" y="4010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34" name="Forme libre : forme 16433">
                  <a:extLst>
                    <a:ext uri="{FF2B5EF4-FFF2-40B4-BE49-F238E27FC236}">
                      <a16:creationId xmlns:a16="http://schemas.microsoft.com/office/drawing/2014/main" id="{26EFF5BE-07C9-4E3A-A3B1-9C1F43C13731}"/>
                    </a:ext>
                  </a:extLst>
                </p:cNvPr>
                <p:cNvSpPr/>
                <p:nvPr/>
              </p:nvSpPr>
              <p:spPr>
                <a:xfrm>
                  <a:off x="6220876" y="5658730"/>
                  <a:ext cx="58102" cy="120182"/>
                </a:xfrm>
                <a:custGeom>
                  <a:avLst/>
                  <a:gdLst>
                    <a:gd name="connsiteX0" fmla="*/ 34576 w 58102"/>
                    <a:gd name="connsiteY0" fmla="*/ 38458 h 120182"/>
                    <a:gd name="connsiteX1" fmla="*/ 58102 w 58102"/>
                    <a:gd name="connsiteY1" fmla="*/ 120183 h 120182"/>
                    <a:gd name="connsiteX2" fmla="*/ 47149 w 58102"/>
                    <a:gd name="connsiteY2" fmla="*/ 67033 h 120182"/>
                    <a:gd name="connsiteX3" fmla="*/ 39910 w 58102"/>
                    <a:gd name="connsiteY3" fmla="*/ 26742 h 120182"/>
                    <a:gd name="connsiteX4" fmla="*/ 40291 w 58102"/>
                    <a:gd name="connsiteY4" fmla="*/ 10835 h 120182"/>
                    <a:gd name="connsiteX5" fmla="*/ 51245 w 58102"/>
                    <a:gd name="connsiteY5" fmla="*/ 263 h 120182"/>
                    <a:gd name="connsiteX6" fmla="*/ 0 w 58102"/>
                    <a:gd name="connsiteY6" fmla="*/ 6739 h 120182"/>
                    <a:gd name="connsiteX7" fmla="*/ 34576 w 58102"/>
                    <a:gd name="connsiteY7" fmla="*/ 38458 h 1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8102" h="120182">
                      <a:moveTo>
                        <a:pt x="34576" y="38458"/>
                      </a:moveTo>
                      <a:cubicBezTo>
                        <a:pt x="50864" y="61984"/>
                        <a:pt x="42196" y="96275"/>
                        <a:pt x="58102" y="120183"/>
                      </a:cubicBezTo>
                      <a:cubicBezTo>
                        <a:pt x="54483" y="102466"/>
                        <a:pt x="50768" y="84749"/>
                        <a:pt x="47149" y="67033"/>
                      </a:cubicBezTo>
                      <a:cubicBezTo>
                        <a:pt x="44386" y="53698"/>
                        <a:pt x="41624" y="40268"/>
                        <a:pt x="39910" y="26742"/>
                      </a:cubicBezTo>
                      <a:cubicBezTo>
                        <a:pt x="39243" y="21408"/>
                        <a:pt x="38671" y="15884"/>
                        <a:pt x="40291" y="10835"/>
                      </a:cubicBezTo>
                      <a:cubicBezTo>
                        <a:pt x="41815" y="5692"/>
                        <a:pt x="45911" y="1025"/>
                        <a:pt x="51245" y="263"/>
                      </a:cubicBezTo>
                      <a:cubicBezTo>
                        <a:pt x="37624" y="1215"/>
                        <a:pt x="9716" y="-3452"/>
                        <a:pt x="0" y="6739"/>
                      </a:cubicBezTo>
                      <a:cubicBezTo>
                        <a:pt x="7525" y="19599"/>
                        <a:pt x="25622" y="25504"/>
                        <a:pt x="34576" y="3845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35" name="Forme libre : forme 16434">
                  <a:extLst>
                    <a:ext uri="{FF2B5EF4-FFF2-40B4-BE49-F238E27FC236}">
                      <a16:creationId xmlns:a16="http://schemas.microsoft.com/office/drawing/2014/main" id="{87309E89-2EC9-4BC6-9EC3-56178899A8B6}"/>
                    </a:ext>
                  </a:extLst>
                </p:cNvPr>
                <p:cNvSpPr/>
                <p:nvPr/>
              </p:nvSpPr>
              <p:spPr>
                <a:xfrm>
                  <a:off x="4957195" y="5771102"/>
                  <a:ext cx="89456" cy="45339"/>
                </a:xfrm>
                <a:custGeom>
                  <a:avLst/>
                  <a:gdLst>
                    <a:gd name="connsiteX0" fmla="*/ 0 w 89456"/>
                    <a:gd name="connsiteY0" fmla="*/ 45339 h 45339"/>
                    <a:gd name="connsiteX1" fmla="*/ 87249 w 89456"/>
                    <a:gd name="connsiteY1" fmla="*/ 0 h 45339"/>
                    <a:gd name="connsiteX2" fmla="*/ 51625 w 89456"/>
                    <a:gd name="connsiteY2" fmla="*/ 28956 h 45339"/>
                    <a:gd name="connsiteX3" fmla="*/ 0 w 89456"/>
                    <a:gd name="connsiteY3" fmla="*/ 45339 h 45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456" h="45339">
                      <a:moveTo>
                        <a:pt x="0" y="45339"/>
                      </a:moveTo>
                      <a:cubicBezTo>
                        <a:pt x="17526" y="42386"/>
                        <a:pt x="104299" y="35909"/>
                        <a:pt x="87249" y="0"/>
                      </a:cubicBezTo>
                      <a:cubicBezTo>
                        <a:pt x="75057" y="8572"/>
                        <a:pt x="65817" y="21336"/>
                        <a:pt x="51625" y="28956"/>
                      </a:cubicBezTo>
                      <a:cubicBezTo>
                        <a:pt x="35623" y="37529"/>
                        <a:pt x="17812" y="42386"/>
                        <a:pt x="0" y="4533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36" name="Forme libre : forme 16435">
                  <a:extLst>
                    <a:ext uri="{FF2B5EF4-FFF2-40B4-BE49-F238E27FC236}">
                      <a16:creationId xmlns:a16="http://schemas.microsoft.com/office/drawing/2014/main" id="{F52FB357-64A9-4A74-B8A9-81538D5EA812}"/>
                    </a:ext>
                  </a:extLst>
                </p:cNvPr>
                <p:cNvSpPr/>
                <p:nvPr/>
              </p:nvSpPr>
              <p:spPr>
                <a:xfrm>
                  <a:off x="3741995" y="5712168"/>
                  <a:ext cx="82200" cy="110845"/>
                </a:xfrm>
                <a:custGeom>
                  <a:avLst/>
                  <a:gdLst>
                    <a:gd name="connsiteX0" fmla="*/ 71723 w 82200"/>
                    <a:gd name="connsiteY0" fmla="*/ 86271 h 110845"/>
                    <a:gd name="connsiteX1" fmla="*/ 82201 w 82200"/>
                    <a:gd name="connsiteY1" fmla="*/ 110845 h 110845"/>
                    <a:gd name="connsiteX2" fmla="*/ 0 w 82200"/>
                    <a:gd name="connsiteY2" fmla="*/ 102082 h 110845"/>
                    <a:gd name="connsiteX3" fmla="*/ 34004 w 82200"/>
                    <a:gd name="connsiteY3" fmla="*/ 96367 h 110845"/>
                    <a:gd name="connsiteX4" fmla="*/ 49244 w 82200"/>
                    <a:gd name="connsiteY4" fmla="*/ 59315 h 110845"/>
                    <a:gd name="connsiteX5" fmla="*/ 58864 w 82200"/>
                    <a:gd name="connsiteY5" fmla="*/ 14262 h 110845"/>
                    <a:gd name="connsiteX6" fmla="*/ 72200 w 82200"/>
                    <a:gd name="connsiteY6" fmla="*/ 7213 h 110845"/>
                    <a:gd name="connsiteX7" fmla="*/ 64294 w 82200"/>
                    <a:gd name="connsiteY7" fmla="*/ 46646 h 110845"/>
                    <a:gd name="connsiteX8" fmla="*/ 71723 w 82200"/>
                    <a:gd name="connsiteY8" fmla="*/ 86271 h 110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200" h="110845">
                      <a:moveTo>
                        <a:pt x="71723" y="86271"/>
                      </a:moveTo>
                      <a:cubicBezTo>
                        <a:pt x="75057" y="94557"/>
                        <a:pt x="79534" y="102368"/>
                        <a:pt x="82201" y="110845"/>
                      </a:cubicBezTo>
                      <a:cubicBezTo>
                        <a:pt x="57150" y="97796"/>
                        <a:pt x="27146" y="94653"/>
                        <a:pt x="0" y="102082"/>
                      </a:cubicBezTo>
                      <a:cubicBezTo>
                        <a:pt x="11716" y="102939"/>
                        <a:pt x="24575" y="103416"/>
                        <a:pt x="34004" y="96367"/>
                      </a:cubicBezTo>
                      <a:cubicBezTo>
                        <a:pt x="44958" y="88080"/>
                        <a:pt x="47244" y="72935"/>
                        <a:pt x="49244" y="59315"/>
                      </a:cubicBezTo>
                      <a:cubicBezTo>
                        <a:pt x="51530" y="44265"/>
                        <a:pt x="54102" y="28739"/>
                        <a:pt x="58864" y="14262"/>
                      </a:cubicBezTo>
                      <a:cubicBezTo>
                        <a:pt x="61627" y="5594"/>
                        <a:pt x="68104" y="-8789"/>
                        <a:pt x="72200" y="7213"/>
                      </a:cubicBezTo>
                      <a:cubicBezTo>
                        <a:pt x="74295" y="15214"/>
                        <a:pt x="64389" y="36645"/>
                        <a:pt x="64294" y="46646"/>
                      </a:cubicBezTo>
                      <a:cubicBezTo>
                        <a:pt x="64198" y="60077"/>
                        <a:pt x="66580" y="73698"/>
                        <a:pt x="71723" y="8627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37" name="Forme libre : forme 16436">
                  <a:extLst>
                    <a:ext uri="{FF2B5EF4-FFF2-40B4-BE49-F238E27FC236}">
                      <a16:creationId xmlns:a16="http://schemas.microsoft.com/office/drawing/2014/main" id="{CADBBD92-0310-4533-BB80-5EA196D782FA}"/>
                    </a:ext>
                  </a:extLst>
                </p:cNvPr>
                <p:cNvSpPr/>
                <p:nvPr/>
              </p:nvSpPr>
              <p:spPr>
                <a:xfrm>
                  <a:off x="6667409" y="5139308"/>
                  <a:ext cx="136596" cy="234721"/>
                </a:xfrm>
                <a:custGeom>
                  <a:avLst/>
                  <a:gdLst>
                    <a:gd name="connsiteX0" fmla="*/ 116586 w 136596"/>
                    <a:gd name="connsiteY0" fmla="*/ 142590 h 234721"/>
                    <a:gd name="connsiteX1" fmla="*/ 0 w 136596"/>
                    <a:gd name="connsiteY1" fmla="*/ 232410 h 234721"/>
                    <a:gd name="connsiteX2" fmla="*/ 59341 w 136596"/>
                    <a:gd name="connsiteY2" fmla="*/ 223552 h 234721"/>
                    <a:gd name="connsiteX3" fmla="*/ 103537 w 136596"/>
                    <a:gd name="connsiteY3" fmla="*/ 181546 h 234721"/>
                    <a:gd name="connsiteX4" fmla="*/ 136589 w 136596"/>
                    <a:gd name="connsiteY4" fmla="*/ 82963 h 234721"/>
                    <a:gd name="connsiteX5" fmla="*/ 110585 w 136596"/>
                    <a:gd name="connsiteY5" fmla="*/ 0 h 234721"/>
                    <a:gd name="connsiteX6" fmla="*/ 123539 w 136596"/>
                    <a:gd name="connsiteY6" fmla="*/ 64865 h 234721"/>
                    <a:gd name="connsiteX7" fmla="*/ 116586 w 136596"/>
                    <a:gd name="connsiteY7" fmla="*/ 142590 h 234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6596" h="234721">
                      <a:moveTo>
                        <a:pt x="116586" y="142590"/>
                      </a:moveTo>
                      <a:cubicBezTo>
                        <a:pt x="99060" y="191643"/>
                        <a:pt x="52101" y="230791"/>
                        <a:pt x="0" y="232410"/>
                      </a:cubicBezTo>
                      <a:cubicBezTo>
                        <a:pt x="19812" y="237744"/>
                        <a:pt x="41434" y="233458"/>
                        <a:pt x="59341" y="223552"/>
                      </a:cubicBezTo>
                      <a:cubicBezTo>
                        <a:pt x="77248" y="213646"/>
                        <a:pt x="91821" y="198311"/>
                        <a:pt x="103537" y="181546"/>
                      </a:cubicBezTo>
                      <a:cubicBezTo>
                        <a:pt x="123634" y="152686"/>
                        <a:pt x="136303" y="118110"/>
                        <a:pt x="136589" y="82963"/>
                      </a:cubicBezTo>
                      <a:cubicBezTo>
                        <a:pt x="136874" y="55055"/>
                        <a:pt x="129350" y="21527"/>
                        <a:pt x="110585" y="0"/>
                      </a:cubicBezTo>
                      <a:cubicBezTo>
                        <a:pt x="100965" y="6477"/>
                        <a:pt x="121729" y="51721"/>
                        <a:pt x="123539" y="64865"/>
                      </a:cubicBezTo>
                      <a:cubicBezTo>
                        <a:pt x="127349" y="90868"/>
                        <a:pt x="125444" y="117824"/>
                        <a:pt x="116586" y="142590"/>
                      </a:cubicBezTo>
                      <a:close/>
                    </a:path>
                  </a:pathLst>
                </a:custGeom>
                <a:solidFill>
                  <a:srgbClr val="CEB75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38" name="Forme libre : forme 16437">
                  <a:extLst>
                    <a:ext uri="{FF2B5EF4-FFF2-40B4-BE49-F238E27FC236}">
                      <a16:creationId xmlns:a16="http://schemas.microsoft.com/office/drawing/2014/main" id="{285B9AF8-2FFC-4F27-ADEF-B49461E26E4D}"/>
                    </a:ext>
                  </a:extLst>
                </p:cNvPr>
                <p:cNvSpPr/>
                <p:nvPr/>
              </p:nvSpPr>
              <p:spPr>
                <a:xfrm>
                  <a:off x="6583303" y="5562028"/>
                  <a:ext cx="170021" cy="96108"/>
                </a:xfrm>
                <a:custGeom>
                  <a:avLst/>
                  <a:gdLst>
                    <a:gd name="connsiteX0" fmla="*/ 50102 w 170021"/>
                    <a:gd name="connsiteY0" fmla="*/ 66199 h 96108"/>
                    <a:gd name="connsiteX1" fmla="*/ 81439 w 170021"/>
                    <a:gd name="connsiteY1" fmla="*/ 81915 h 96108"/>
                    <a:gd name="connsiteX2" fmla="*/ 123540 w 170021"/>
                    <a:gd name="connsiteY2" fmla="*/ 88773 h 96108"/>
                    <a:gd name="connsiteX3" fmla="*/ 170022 w 170021"/>
                    <a:gd name="connsiteY3" fmla="*/ 73247 h 96108"/>
                    <a:gd name="connsiteX4" fmla="*/ 119729 w 170021"/>
                    <a:gd name="connsiteY4" fmla="*/ 94869 h 96108"/>
                    <a:gd name="connsiteX5" fmla="*/ 66866 w 170021"/>
                    <a:gd name="connsiteY5" fmla="*/ 84963 h 96108"/>
                    <a:gd name="connsiteX6" fmla="*/ 41910 w 170021"/>
                    <a:gd name="connsiteY6" fmla="*/ 67151 h 96108"/>
                    <a:gd name="connsiteX7" fmla="*/ 0 w 170021"/>
                    <a:gd name="connsiteY7" fmla="*/ 82772 h 96108"/>
                    <a:gd name="connsiteX8" fmla="*/ 14954 w 170021"/>
                    <a:gd name="connsiteY8" fmla="*/ 38100 h 96108"/>
                    <a:gd name="connsiteX9" fmla="*/ 15240 w 170021"/>
                    <a:gd name="connsiteY9" fmla="*/ 0 h 96108"/>
                    <a:gd name="connsiteX10" fmla="*/ 50102 w 170021"/>
                    <a:gd name="connsiteY10" fmla="*/ 66199 h 96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0021" h="96108">
                      <a:moveTo>
                        <a:pt x="50102" y="66199"/>
                      </a:moveTo>
                      <a:cubicBezTo>
                        <a:pt x="59531" y="73057"/>
                        <a:pt x="70390" y="77724"/>
                        <a:pt x="81439" y="81915"/>
                      </a:cubicBezTo>
                      <a:cubicBezTo>
                        <a:pt x="94965" y="86963"/>
                        <a:pt x="109347" y="91345"/>
                        <a:pt x="123540" y="88773"/>
                      </a:cubicBezTo>
                      <a:cubicBezTo>
                        <a:pt x="139732" y="85916"/>
                        <a:pt x="153638" y="74581"/>
                        <a:pt x="170022" y="73247"/>
                      </a:cubicBezTo>
                      <a:cubicBezTo>
                        <a:pt x="154686" y="83344"/>
                        <a:pt x="137827" y="91821"/>
                        <a:pt x="119729" y="94869"/>
                      </a:cubicBezTo>
                      <a:cubicBezTo>
                        <a:pt x="101632" y="98012"/>
                        <a:pt x="82010" y="95345"/>
                        <a:pt x="66866" y="84963"/>
                      </a:cubicBezTo>
                      <a:cubicBezTo>
                        <a:pt x="58388" y="79153"/>
                        <a:pt x="51340" y="71151"/>
                        <a:pt x="41910" y="67151"/>
                      </a:cubicBezTo>
                      <a:cubicBezTo>
                        <a:pt x="26765" y="60865"/>
                        <a:pt x="7334" y="68104"/>
                        <a:pt x="0" y="82772"/>
                      </a:cubicBezTo>
                      <a:cubicBezTo>
                        <a:pt x="9620" y="70009"/>
                        <a:pt x="14859" y="54102"/>
                        <a:pt x="14954" y="38100"/>
                      </a:cubicBezTo>
                      <a:cubicBezTo>
                        <a:pt x="15050" y="28480"/>
                        <a:pt x="4572" y="5143"/>
                        <a:pt x="15240" y="0"/>
                      </a:cubicBezTo>
                      <a:cubicBezTo>
                        <a:pt x="21717" y="26003"/>
                        <a:pt x="26861" y="49339"/>
                        <a:pt x="50102" y="66199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39" name="Forme libre : forme 16438">
                  <a:extLst>
                    <a:ext uri="{FF2B5EF4-FFF2-40B4-BE49-F238E27FC236}">
                      <a16:creationId xmlns:a16="http://schemas.microsoft.com/office/drawing/2014/main" id="{5D0E879D-8A53-4863-AF3B-27D339EB36C3}"/>
                    </a:ext>
                  </a:extLst>
                </p:cNvPr>
                <p:cNvSpPr/>
                <p:nvPr/>
              </p:nvSpPr>
              <p:spPr>
                <a:xfrm>
                  <a:off x="6811331" y="5315687"/>
                  <a:ext cx="113823" cy="179761"/>
                </a:xfrm>
                <a:custGeom>
                  <a:avLst/>
                  <a:gdLst>
                    <a:gd name="connsiteX0" fmla="*/ 55150 w 113823"/>
                    <a:gd name="connsiteY0" fmla="*/ 58889 h 179761"/>
                    <a:gd name="connsiteX1" fmla="*/ 51625 w 113823"/>
                    <a:gd name="connsiteY1" fmla="*/ 148900 h 179761"/>
                    <a:gd name="connsiteX2" fmla="*/ 45815 w 113823"/>
                    <a:gd name="connsiteY2" fmla="*/ 179761 h 179761"/>
                    <a:gd name="connsiteX3" fmla="*/ 58674 w 113823"/>
                    <a:gd name="connsiteY3" fmla="*/ 97084 h 179761"/>
                    <a:gd name="connsiteX4" fmla="*/ 64865 w 113823"/>
                    <a:gd name="connsiteY4" fmla="*/ 73367 h 179761"/>
                    <a:gd name="connsiteX5" fmla="*/ 78867 w 113823"/>
                    <a:gd name="connsiteY5" fmla="*/ 54983 h 179761"/>
                    <a:gd name="connsiteX6" fmla="*/ 113824 w 113823"/>
                    <a:gd name="connsiteY6" fmla="*/ 17265 h 179761"/>
                    <a:gd name="connsiteX7" fmla="*/ 71057 w 113823"/>
                    <a:gd name="connsiteY7" fmla="*/ 42411 h 179761"/>
                    <a:gd name="connsiteX8" fmla="*/ 40577 w 113823"/>
                    <a:gd name="connsiteY8" fmla="*/ 17360 h 179761"/>
                    <a:gd name="connsiteX9" fmla="*/ 0 w 113823"/>
                    <a:gd name="connsiteY9" fmla="*/ 3073 h 179761"/>
                    <a:gd name="connsiteX10" fmla="*/ 55150 w 113823"/>
                    <a:gd name="connsiteY10" fmla="*/ 58889 h 179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823" h="179761">
                      <a:moveTo>
                        <a:pt x="55150" y="58889"/>
                      </a:moveTo>
                      <a:cubicBezTo>
                        <a:pt x="62865" y="88226"/>
                        <a:pt x="57245" y="119182"/>
                        <a:pt x="51625" y="148900"/>
                      </a:cubicBezTo>
                      <a:cubicBezTo>
                        <a:pt x="49721" y="159187"/>
                        <a:pt x="47720" y="169474"/>
                        <a:pt x="45815" y="179761"/>
                      </a:cubicBezTo>
                      <a:cubicBezTo>
                        <a:pt x="50102" y="152234"/>
                        <a:pt x="54388" y="124611"/>
                        <a:pt x="58674" y="97084"/>
                      </a:cubicBezTo>
                      <a:cubicBezTo>
                        <a:pt x="59913" y="88988"/>
                        <a:pt x="61246" y="80701"/>
                        <a:pt x="64865" y="73367"/>
                      </a:cubicBezTo>
                      <a:cubicBezTo>
                        <a:pt x="68294" y="66414"/>
                        <a:pt x="73629" y="60603"/>
                        <a:pt x="78867" y="54983"/>
                      </a:cubicBezTo>
                      <a:cubicBezTo>
                        <a:pt x="90488" y="42411"/>
                        <a:pt x="102204" y="29838"/>
                        <a:pt x="113824" y="17265"/>
                      </a:cubicBezTo>
                      <a:cubicBezTo>
                        <a:pt x="97917" y="22980"/>
                        <a:pt x="87916" y="43649"/>
                        <a:pt x="71057" y="42411"/>
                      </a:cubicBezTo>
                      <a:cubicBezTo>
                        <a:pt x="57531" y="41458"/>
                        <a:pt x="49911" y="27171"/>
                        <a:pt x="40577" y="17360"/>
                      </a:cubicBezTo>
                      <a:cubicBezTo>
                        <a:pt x="33909" y="10407"/>
                        <a:pt x="7906" y="-7024"/>
                        <a:pt x="0" y="3073"/>
                      </a:cubicBezTo>
                      <a:cubicBezTo>
                        <a:pt x="27527" y="10502"/>
                        <a:pt x="47720" y="30885"/>
                        <a:pt x="55150" y="58889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40" name="Forme libre : forme 16439">
                  <a:extLst>
                    <a:ext uri="{FF2B5EF4-FFF2-40B4-BE49-F238E27FC236}">
                      <a16:creationId xmlns:a16="http://schemas.microsoft.com/office/drawing/2014/main" id="{AE846A5D-7AC5-481C-A727-422739488809}"/>
                    </a:ext>
                  </a:extLst>
                </p:cNvPr>
                <p:cNvSpPr/>
                <p:nvPr/>
              </p:nvSpPr>
              <p:spPr>
                <a:xfrm>
                  <a:off x="6841309" y="5046975"/>
                  <a:ext cx="142404" cy="115193"/>
                </a:xfrm>
                <a:custGeom>
                  <a:avLst/>
                  <a:gdLst>
                    <a:gd name="connsiteX0" fmla="*/ 29649 w 142404"/>
                    <a:gd name="connsiteY0" fmla="*/ 22897 h 115193"/>
                    <a:gd name="connsiteX1" fmla="*/ 116708 w 142404"/>
                    <a:gd name="connsiteY1" fmla="*/ 28897 h 115193"/>
                    <a:gd name="connsiteX2" fmla="*/ 130042 w 142404"/>
                    <a:gd name="connsiteY2" fmla="*/ 115194 h 115193"/>
                    <a:gd name="connsiteX3" fmla="*/ 142330 w 142404"/>
                    <a:gd name="connsiteY3" fmla="*/ 65092 h 115193"/>
                    <a:gd name="connsiteX4" fmla="*/ 141092 w 142404"/>
                    <a:gd name="connsiteY4" fmla="*/ 50995 h 115193"/>
                    <a:gd name="connsiteX5" fmla="*/ 131091 w 142404"/>
                    <a:gd name="connsiteY5" fmla="*/ 34803 h 115193"/>
                    <a:gd name="connsiteX6" fmla="*/ 58129 w 142404"/>
                    <a:gd name="connsiteY6" fmla="*/ 132 h 115193"/>
                    <a:gd name="connsiteX7" fmla="*/ 38031 w 142404"/>
                    <a:gd name="connsiteY7" fmla="*/ 2132 h 115193"/>
                    <a:gd name="connsiteX8" fmla="*/ 27 w 142404"/>
                    <a:gd name="connsiteY8" fmla="*/ 36041 h 115193"/>
                    <a:gd name="connsiteX9" fmla="*/ 29649 w 142404"/>
                    <a:gd name="connsiteY9" fmla="*/ 22897 h 115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2404" h="115193">
                      <a:moveTo>
                        <a:pt x="29649" y="22897"/>
                      </a:moveTo>
                      <a:cubicBezTo>
                        <a:pt x="55462" y="4989"/>
                        <a:pt x="93562" y="7656"/>
                        <a:pt x="116708" y="28897"/>
                      </a:cubicBezTo>
                      <a:cubicBezTo>
                        <a:pt x="139854" y="50138"/>
                        <a:pt x="145664" y="87952"/>
                        <a:pt x="130042" y="115194"/>
                      </a:cubicBezTo>
                      <a:cubicBezTo>
                        <a:pt x="137377" y="99573"/>
                        <a:pt x="141568" y="82428"/>
                        <a:pt x="142330" y="65092"/>
                      </a:cubicBezTo>
                      <a:cubicBezTo>
                        <a:pt x="142520" y="60330"/>
                        <a:pt x="142425" y="55472"/>
                        <a:pt x="141092" y="50995"/>
                      </a:cubicBezTo>
                      <a:cubicBezTo>
                        <a:pt x="139282" y="44804"/>
                        <a:pt x="135376" y="39565"/>
                        <a:pt x="131091" y="34803"/>
                      </a:cubicBezTo>
                      <a:cubicBezTo>
                        <a:pt x="112517" y="14324"/>
                        <a:pt x="85752" y="1561"/>
                        <a:pt x="58129" y="132"/>
                      </a:cubicBezTo>
                      <a:cubicBezTo>
                        <a:pt x="51366" y="-249"/>
                        <a:pt x="44508" y="132"/>
                        <a:pt x="38031" y="2132"/>
                      </a:cubicBezTo>
                      <a:cubicBezTo>
                        <a:pt x="27459" y="5466"/>
                        <a:pt x="503" y="23563"/>
                        <a:pt x="27" y="36041"/>
                      </a:cubicBezTo>
                      <a:cubicBezTo>
                        <a:pt x="-926" y="58139"/>
                        <a:pt x="24029" y="26802"/>
                        <a:pt x="29649" y="22897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41" name="Forme libre : forme 16440">
                  <a:extLst>
                    <a:ext uri="{FF2B5EF4-FFF2-40B4-BE49-F238E27FC236}">
                      <a16:creationId xmlns:a16="http://schemas.microsoft.com/office/drawing/2014/main" id="{52394ACE-72A7-492C-8809-E8DC7E7D38E3}"/>
                    </a:ext>
                  </a:extLst>
                </p:cNvPr>
                <p:cNvSpPr/>
                <p:nvPr/>
              </p:nvSpPr>
              <p:spPr>
                <a:xfrm>
                  <a:off x="6992306" y="5197887"/>
                  <a:ext cx="115442" cy="107544"/>
                </a:xfrm>
                <a:custGeom>
                  <a:avLst/>
                  <a:gdLst>
                    <a:gd name="connsiteX0" fmla="*/ 15907 w 115442"/>
                    <a:gd name="connsiteY0" fmla="*/ 0 h 107544"/>
                    <a:gd name="connsiteX1" fmla="*/ 40672 w 115442"/>
                    <a:gd name="connsiteY1" fmla="*/ 75057 h 107544"/>
                    <a:gd name="connsiteX2" fmla="*/ 115443 w 115442"/>
                    <a:gd name="connsiteY2" fmla="*/ 102965 h 107544"/>
                    <a:gd name="connsiteX3" fmla="*/ 55245 w 115442"/>
                    <a:gd name="connsiteY3" fmla="*/ 99917 h 107544"/>
                    <a:gd name="connsiteX4" fmla="*/ 15145 w 115442"/>
                    <a:gd name="connsiteY4" fmla="*/ 54864 h 107544"/>
                    <a:gd name="connsiteX5" fmla="*/ 0 w 115442"/>
                    <a:gd name="connsiteY5" fmla="*/ 75438 h 107544"/>
                    <a:gd name="connsiteX6" fmla="*/ 15907 w 115442"/>
                    <a:gd name="connsiteY6" fmla="*/ 0 h 107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5442" h="107544">
                      <a:moveTo>
                        <a:pt x="15907" y="0"/>
                      </a:moveTo>
                      <a:cubicBezTo>
                        <a:pt x="11239" y="26955"/>
                        <a:pt x="21241" y="55721"/>
                        <a:pt x="40672" y="75057"/>
                      </a:cubicBezTo>
                      <a:cubicBezTo>
                        <a:pt x="60007" y="94392"/>
                        <a:pt x="88106" y="104298"/>
                        <a:pt x="115443" y="102965"/>
                      </a:cubicBezTo>
                      <a:cubicBezTo>
                        <a:pt x="96012" y="110014"/>
                        <a:pt x="73819" y="108871"/>
                        <a:pt x="55245" y="99917"/>
                      </a:cubicBezTo>
                      <a:cubicBezTo>
                        <a:pt x="36672" y="90964"/>
                        <a:pt x="21907" y="74390"/>
                        <a:pt x="15145" y="54864"/>
                      </a:cubicBezTo>
                      <a:cubicBezTo>
                        <a:pt x="17145" y="60770"/>
                        <a:pt x="6668" y="78867"/>
                        <a:pt x="0" y="75438"/>
                      </a:cubicBezTo>
                      <a:cubicBezTo>
                        <a:pt x="8858" y="50387"/>
                        <a:pt x="16573" y="27146"/>
                        <a:pt x="15907" y="0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42" name="Forme libre : forme 16441">
                  <a:extLst>
                    <a:ext uri="{FF2B5EF4-FFF2-40B4-BE49-F238E27FC236}">
                      <a16:creationId xmlns:a16="http://schemas.microsoft.com/office/drawing/2014/main" id="{D2C079BE-C393-47AC-873B-97A7304061C6}"/>
                    </a:ext>
                  </a:extLst>
                </p:cNvPr>
                <p:cNvSpPr/>
                <p:nvPr/>
              </p:nvSpPr>
              <p:spPr>
                <a:xfrm>
                  <a:off x="6930204" y="4939570"/>
                  <a:ext cx="82200" cy="77533"/>
                </a:xfrm>
                <a:custGeom>
                  <a:avLst/>
                  <a:gdLst>
                    <a:gd name="connsiteX0" fmla="*/ 31051 w 82200"/>
                    <a:gd name="connsiteY0" fmla="*/ 30861 h 77533"/>
                    <a:gd name="connsiteX1" fmla="*/ 82200 w 82200"/>
                    <a:gd name="connsiteY1" fmla="*/ 0 h 77533"/>
                    <a:gd name="connsiteX2" fmla="*/ 62960 w 82200"/>
                    <a:gd name="connsiteY2" fmla="*/ 77533 h 77533"/>
                    <a:gd name="connsiteX3" fmla="*/ 56959 w 82200"/>
                    <a:gd name="connsiteY3" fmla="*/ 25241 h 77533"/>
                    <a:gd name="connsiteX4" fmla="*/ 46291 w 82200"/>
                    <a:gd name="connsiteY4" fmla="*/ 31337 h 77533"/>
                    <a:gd name="connsiteX5" fmla="*/ 0 w 82200"/>
                    <a:gd name="connsiteY5" fmla="*/ 32194 h 77533"/>
                    <a:gd name="connsiteX6" fmla="*/ 31051 w 82200"/>
                    <a:gd name="connsiteY6" fmla="*/ 30861 h 77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2200" h="77533">
                      <a:moveTo>
                        <a:pt x="31051" y="30861"/>
                      </a:moveTo>
                      <a:cubicBezTo>
                        <a:pt x="50292" y="25241"/>
                        <a:pt x="66484" y="12478"/>
                        <a:pt x="82200" y="0"/>
                      </a:cubicBezTo>
                      <a:cubicBezTo>
                        <a:pt x="68103" y="23050"/>
                        <a:pt x="61246" y="50482"/>
                        <a:pt x="62960" y="77533"/>
                      </a:cubicBezTo>
                      <a:cubicBezTo>
                        <a:pt x="56959" y="60864"/>
                        <a:pt x="54959" y="42767"/>
                        <a:pt x="56959" y="25241"/>
                      </a:cubicBezTo>
                      <a:cubicBezTo>
                        <a:pt x="55054" y="29051"/>
                        <a:pt x="50482" y="30480"/>
                        <a:pt x="46291" y="31337"/>
                      </a:cubicBezTo>
                      <a:cubicBezTo>
                        <a:pt x="30861" y="34575"/>
                        <a:pt x="15430" y="34385"/>
                        <a:pt x="0" y="32194"/>
                      </a:cubicBezTo>
                      <a:cubicBezTo>
                        <a:pt x="10191" y="34385"/>
                        <a:pt x="21050" y="33814"/>
                        <a:pt x="31051" y="30861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43" name="Forme libre : forme 16442">
                  <a:extLst>
                    <a:ext uri="{FF2B5EF4-FFF2-40B4-BE49-F238E27FC236}">
                      <a16:creationId xmlns:a16="http://schemas.microsoft.com/office/drawing/2014/main" id="{83708931-9D8A-4EA4-9DFF-2B375068F5F7}"/>
                    </a:ext>
                  </a:extLst>
                </p:cNvPr>
                <p:cNvSpPr/>
                <p:nvPr/>
              </p:nvSpPr>
              <p:spPr>
                <a:xfrm>
                  <a:off x="7066030" y="4770596"/>
                  <a:ext cx="58769" cy="127348"/>
                </a:xfrm>
                <a:custGeom>
                  <a:avLst/>
                  <a:gdLst>
                    <a:gd name="connsiteX0" fmla="*/ 18288 w 58769"/>
                    <a:gd name="connsiteY0" fmla="*/ 21146 h 127348"/>
                    <a:gd name="connsiteX1" fmla="*/ 17240 w 58769"/>
                    <a:gd name="connsiteY1" fmla="*/ 68199 h 127348"/>
                    <a:gd name="connsiteX2" fmla="*/ 0 w 58769"/>
                    <a:gd name="connsiteY2" fmla="*/ 127349 h 127348"/>
                    <a:gd name="connsiteX3" fmla="*/ 6287 w 58769"/>
                    <a:gd name="connsiteY3" fmla="*/ 113824 h 127348"/>
                    <a:gd name="connsiteX4" fmla="*/ 8382 w 58769"/>
                    <a:gd name="connsiteY4" fmla="*/ 110966 h 127348"/>
                    <a:gd name="connsiteX5" fmla="*/ 11621 w 58769"/>
                    <a:gd name="connsiteY5" fmla="*/ 110490 h 127348"/>
                    <a:gd name="connsiteX6" fmla="*/ 28956 w 58769"/>
                    <a:gd name="connsiteY6" fmla="*/ 118872 h 127348"/>
                    <a:gd name="connsiteX7" fmla="*/ 58770 w 58769"/>
                    <a:gd name="connsiteY7" fmla="*/ 124015 h 127348"/>
                    <a:gd name="connsiteX8" fmla="*/ 24194 w 58769"/>
                    <a:gd name="connsiteY8" fmla="*/ 109061 h 127348"/>
                    <a:gd name="connsiteX9" fmla="*/ 19336 w 58769"/>
                    <a:gd name="connsiteY9" fmla="*/ 105823 h 127348"/>
                    <a:gd name="connsiteX10" fmla="*/ 17812 w 58769"/>
                    <a:gd name="connsiteY10" fmla="*/ 99250 h 127348"/>
                    <a:gd name="connsiteX11" fmla="*/ 29813 w 58769"/>
                    <a:gd name="connsiteY11" fmla="*/ 42005 h 127348"/>
                    <a:gd name="connsiteX12" fmla="*/ 3524 w 58769"/>
                    <a:gd name="connsiteY12" fmla="*/ 0 h 127348"/>
                    <a:gd name="connsiteX13" fmla="*/ 18288 w 58769"/>
                    <a:gd name="connsiteY13" fmla="*/ 21146 h 127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8769" h="127348">
                      <a:moveTo>
                        <a:pt x="18288" y="21146"/>
                      </a:moveTo>
                      <a:cubicBezTo>
                        <a:pt x="23908" y="36004"/>
                        <a:pt x="20955" y="52673"/>
                        <a:pt x="17240" y="68199"/>
                      </a:cubicBezTo>
                      <a:cubicBezTo>
                        <a:pt x="12478" y="88201"/>
                        <a:pt x="6763" y="107918"/>
                        <a:pt x="0" y="127349"/>
                      </a:cubicBezTo>
                      <a:cubicBezTo>
                        <a:pt x="2096" y="122872"/>
                        <a:pt x="4191" y="118301"/>
                        <a:pt x="6287" y="113824"/>
                      </a:cubicBezTo>
                      <a:cubicBezTo>
                        <a:pt x="6763" y="112776"/>
                        <a:pt x="7334" y="111633"/>
                        <a:pt x="8382" y="110966"/>
                      </a:cubicBezTo>
                      <a:cubicBezTo>
                        <a:pt x="9335" y="110395"/>
                        <a:pt x="10478" y="110395"/>
                        <a:pt x="11621" y="110490"/>
                      </a:cubicBezTo>
                      <a:cubicBezTo>
                        <a:pt x="18002" y="111252"/>
                        <a:pt x="23336" y="115729"/>
                        <a:pt x="28956" y="118872"/>
                      </a:cubicBezTo>
                      <a:cubicBezTo>
                        <a:pt x="37910" y="123920"/>
                        <a:pt x="48673" y="125730"/>
                        <a:pt x="58770" y="124015"/>
                      </a:cubicBezTo>
                      <a:cubicBezTo>
                        <a:pt x="47149" y="119158"/>
                        <a:pt x="35624" y="114110"/>
                        <a:pt x="24194" y="109061"/>
                      </a:cubicBezTo>
                      <a:cubicBezTo>
                        <a:pt x="22384" y="108299"/>
                        <a:pt x="20574" y="107442"/>
                        <a:pt x="19336" y="105823"/>
                      </a:cubicBezTo>
                      <a:cubicBezTo>
                        <a:pt x="18002" y="104013"/>
                        <a:pt x="17812" y="101537"/>
                        <a:pt x="17812" y="99250"/>
                      </a:cubicBezTo>
                      <a:cubicBezTo>
                        <a:pt x="18193" y="79629"/>
                        <a:pt x="31433" y="61531"/>
                        <a:pt x="29813" y="42005"/>
                      </a:cubicBezTo>
                      <a:cubicBezTo>
                        <a:pt x="28290" y="23908"/>
                        <a:pt x="15145" y="12382"/>
                        <a:pt x="3524" y="0"/>
                      </a:cubicBezTo>
                      <a:cubicBezTo>
                        <a:pt x="9811" y="6001"/>
                        <a:pt x="15240" y="13049"/>
                        <a:pt x="18288" y="21146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44" name="Forme libre : forme 16443">
                  <a:extLst>
                    <a:ext uri="{FF2B5EF4-FFF2-40B4-BE49-F238E27FC236}">
                      <a16:creationId xmlns:a16="http://schemas.microsoft.com/office/drawing/2014/main" id="{8E025EEB-CE05-4218-831A-D5C6130373A4}"/>
                    </a:ext>
                  </a:extLst>
                </p:cNvPr>
                <p:cNvSpPr/>
                <p:nvPr/>
              </p:nvSpPr>
              <p:spPr>
                <a:xfrm>
                  <a:off x="7100605" y="4980432"/>
                  <a:ext cx="97250" cy="148971"/>
                </a:xfrm>
                <a:custGeom>
                  <a:avLst/>
                  <a:gdLst>
                    <a:gd name="connsiteX0" fmla="*/ 27623 w 97250"/>
                    <a:gd name="connsiteY0" fmla="*/ 42767 h 148971"/>
                    <a:gd name="connsiteX1" fmla="*/ 47054 w 97250"/>
                    <a:gd name="connsiteY1" fmla="*/ 0 h 148971"/>
                    <a:gd name="connsiteX2" fmla="*/ 37148 w 97250"/>
                    <a:gd name="connsiteY2" fmla="*/ 77057 h 148971"/>
                    <a:gd name="connsiteX3" fmla="*/ 57912 w 97250"/>
                    <a:gd name="connsiteY3" fmla="*/ 120301 h 148971"/>
                    <a:gd name="connsiteX4" fmla="*/ 97250 w 97250"/>
                    <a:gd name="connsiteY4" fmla="*/ 148971 h 148971"/>
                    <a:gd name="connsiteX5" fmla="*/ 45054 w 97250"/>
                    <a:gd name="connsiteY5" fmla="*/ 97250 h 148971"/>
                    <a:gd name="connsiteX6" fmla="*/ 32099 w 97250"/>
                    <a:gd name="connsiteY6" fmla="*/ 61436 h 148971"/>
                    <a:gd name="connsiteX7" fmla="*/ 0 w 97250"/>
                    <a:gd name="connsiteY7" fmla="*/ 62389 h 148971"/>
                    <a:gd name="connsiteX8" fmla="*/ 27623 w 97250"/>
                    <a:gd name="connsiteY8" fmla="*/ 42767 h 148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250" h="148971">
                      <a:moveTo>
                        <a:pt x="27623" y="42767"/>
                      </a:moveTo>
                      <a:cubicBezTo>
                        <a:pt x="37529" y="30480"/>
                        <a:pt x="42672" y="15144"/>
                        <a:pt x="47054" y="0"/>
                      </a:cubicBezTo>
                      <a:cubicBezTo>
                        <a:pt x="50102" y="25813"/>
                        <a:pt x="34957" y="51054"/>
                        <a:pt x="37148" y="77057"/>
                      </a:cubicBezTo>
                      <a:cubicBezTo>
                        <a:pt x="38481" y="93250"/>
                        <a:pt x="46768" y="108395"/>
                        <a:pt x="57912" y="120301"/>
                      </a:cubicBezTo>
                      <a:cubicBezTo>
                        <a:pt x="69056" y="132207"/>
                        <a:pt x="82963" y="141161"/>
                        <a:pt x="97250" y="148971"/>
                      </a:cubicBezTo>
                      <a:cubicBezTo>
                        <a:pt x="75629" y="136970"/>
                        <a:pt x="59531" y="117253"/>
                        <a:pt x="45054" y="97250"/>
                      </a:cubicBezTo>
                      <a:cubicBezTo>
                        <a:pt x="37338" y="86677"/>
                        <a:pt x="29623" y="74295"/>
                        <a:pt x="32099" y="61436"/>
                      </a:cubicBezTo>
                      <a:cubicBezTo>
                        <a:pt x="31623" y="63913"/>
                        <a:pt x="1810" y="64675"/>
                        <a:pt x="0" y="62389"/>
                      </a:cubicBezTo>
                      <a:cubicBezTo>
                        <a:pt x="8192" y="55150"/>
                        <a:pt x="19812" y="52483"/>
                        <a:pt x="27623" y="42767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45" name="Forme libre : forme 16444">
                  <a:extLst>
                    <a:ext uri="{FF2B5EF4-FFF2-40B4-BE49-F238E27FC236}">
                      <a16:creationId xmlns:a16="http://schemas.microsoft.com/office/drawing/2014/main" id="{BD591F1E-EF46-4047-802C-EF2E244F3E9F}"/>
                    </a:ext>
                  </a:extLst>
                </p:cNvPr>
                <p:cNvSpPr/>
                <p:nvPr/>
              </p:nvSpPr>
              <p:spPr>
                <a:xfrm>
                  <a:off x="7157184" y="4698015"/>
                  <a:ext cx="86011" cy="55883"/>
                </a:xfrm>
                <a:custGeom>
                  <a:avLst/>
                  <a:gdLst>
                    <a:gd name="connsiteX0" fmla="*/ 18765 w 86011"/>
                    <a:gd name="connsiteY0" fmla="*/ 22003 h 55883"/>
                    <a:gd name="connsiteX1" fmla="*/ 18193 w 86011"/>
                    <a:gd name="connsiteY1" fmla="*/ 33242 h 55883"/>
                    <a:gd name="connsiteX2" fmla="*/ 0 w 86011"/>
                    <a:gd name="connsiteY2" fmla="*/ 47911 h 55883"/>
                    <a:gd name="connsiteX3" fmla="*/ 16859 w 86011"/>
                    <a:gd name="connsiteY3" fmla="*/ 46387 h 55883"/>
                    <a:gd name="connsiteX4" fmla="*/ 29813 w 86011"/>
                    <a:gd name="connsiteY4" fmla="*/ 49911 h 55883"/>
                    <a:gd name="connsiteX5" fmla="*/ 86011 w 86011"/>
                    <a:gd name="connsiteY5" fmla="*/ 54959 h 55883"/>
                    <a:gd name="connsiteX6" fmla="*/ 27432 w 86011"/>
                    <a:gd name="connsiteY6" fmla="*/ 46292 h 55883"/>
                    <a:gd name="connsiteX7" fmla="*/ 24860 w 86011"/>
                    <a:gd name="connsiteY7" fmla="*/ 45339 h 55883"/>
                    <a:gd name="connsiteX8" fmla="*/ 24575 w 86011"/>
                    <a:gd name="connsiteY8" fmla="*/ 40005 h 55883"/>
                    <a:gd name="connsiteX9" fmla="*/ 23527 w 86011"/>
                    <a:gd name="connsiteY9" fmla="*/ 3048 h 55883"/>
                    <a:gd name="connsiteX10" fmla="*/ 18765 w 86011"/>
                    <a:gd name="connsiteY10" fmla="*/ 22003 h 55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011" h="55883">
                      <a:moveTo>
                        <a:pt x="18765" y="22003"/>
                      </a:moveTo>
                      <a:cubicBezTo>
                        <a:pt x="19145" y="25813"/>
                        <a:pt x="19336" y="29718"/>
                        <a:pt x="18193" y="33242"/>
                      </a:cubicBezTo>
                      <a:cubicBezTo>
                        <a:pt x="15621" y="40862"/>
                        <a:pt x="7430" y="44767"/>
                        <a:pt x="0" y="47911"/>
                      </a:cubicBezTo>
                      <a:cubicBezTo>
                        <a:pt x="5429" y="46006"/>
                        <a:pt x="11239" y="45434"/>
                        <a:pt x="16859" y="46387"/>
                      </a:cubicBezTo>
                      <a:cubicBezTo>
                        <a:pt x="21241" y="47054"/>
                        <a:pt x="25527" y="48577"/>
                        <a:pt x="29813" y="49911"/>
                      </a:cubicBezTo>
                      <a:cubicBezTo>
                        <a:pt x="47911" y="55435"/>
                        <a:pt x="67151" y="57150"/>
                        <a:pt x="86011" y="54959"/>
                      </a:cubicBezTo>
                      <a:cubicBezTo>
                        <a:pt x="66390" y="52673"/>
                        <a:pt x="46863" y="49816"/>
                        <a:pt x="27432" y="46292"/>
                      </a:cubicBezTo>
                      <a:cubicBezTo>
                        <a:pt x="26480" y="46101"/>
                        <a:pt x="25527" y="45910"/>
                        <a:pt x="24860" y="45339"/>
                      </a:cubicBezTo>
                      <a:cubicBezTo>
                        <a:pt x="23527" y="44101"/>
                        <a:pt x="24003" y="41815"/>
                        <a:pt x="24575" y="40005"/>
                      </a:cubicBezTo>
                      <a:cubicBezTo>
                        <a:pt x="27051" y="31718"/>
                        <a:pt x="30289" y="10477"/>
                        <a:pt x="23527" y="3048"/>
                      </a:cubicBezTo>
                      <a:cubicBezTo>
                        <a:pt x="12859" y="-8573"/>
                        <a:pt x="18193" y="16383"/>
                        <a:pt x="18765" y="22003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46" name="Forme libre : forme 16445">
                  <a:extLst>
                    <a:ext uri="{FF2B5EF4-FFF2-40B4-BE49-F238E27FC236}">
                      <a16:creationId xmlns:a16="http://schemas.microsoft.com/office/drawing/2014/main" id="{F1496F76-A3D3-4B5C-B45F-DD4DB95CA42D}"/>
                    </a:ext>
                  </a:extLst>
                </p:cNvPr>
                <p:cNvSpPr/>
                <p:nvPr/>
              </p:nvSpPr>
              <p:spPr>
                <a:xfrm>
                  <a:off x="7202522" y="4840224"/>
                  <a:ext cx="150877" cy="123158"/>
                </a:xfrm>
                <a:custGeom>
                  <a:avLst/>
                  <a:gdLst>
                    <a:gd name="connsiteX0" fmla="*/ 49722 w 150877"/>
                    <a:gd name="connsiteY0" fmla="*/ 45625 h 123158"/>
                    <a:gd name="connsiteX1" fmla="*/ 92774 w 150877"/>
                    <a:gd name="connsiteY1" fmla="*/ 56769 h 123158"/>
                    <a:gd name="connsiteX2" fmla="*/ 111729 w 150877"/>
                    <a:gd name="connsiteY2" fmla="*/ 88201 h 123158"/>
                    <a:gd name="connsiteX3" fmla="*/ 146496 w 150877"/>
                    <a:gd name="connsiteY3" fmla="*/ 123158 h 123158"/>
                    <a:gd name="connsiteX4" fmla="*/ 112682 w 150877"/>
                    <a:gd name="connsiteY4" fmla="*/ 77343 h 123158"/>
                    <a:gd name="connsiteX5" fmla="*/ 110586 w 150877"/>
                    <a:gd name="connsiteY5" fmla="*/ 61627 h 123158"/>
                    <a:gd name="connsiteX6" fmla="*/ 117254 w 150877"/>
                    <a:gd name="connsiteY6" fmla="*/ 48482 h 123158"/>
                    <a:gd name="connsiteX7" fmla="*/ 150877 w 150877"/>
                    <a:gd name="connsiteY7" fmla="*/ 0 h 123158"/>
                    <a:gd name="connsiteX8" fmla="*/ 111158 w 150877"/>
                    <a:gd name="connsiteY8" fmla="*/ 38671 h 123158"/>
                    <a:gd name="connsiteX9" fmla="*/ 101728 w 150877"/>
                    <a:gd name="connsiteY9" fmla="*/ 43529 h 123158"/>
                    <a:gd name="connsiteX10" fmla="*/ 81535 w 150877"/>
                    <a:gd name="connsiteY10" fmla="*/ 39719 h 123158"/>
                    <a:gd name="connsiteX11" fmla="*/ 34863 w 150877"/>
                    <a:gd name="connsiteY11" fmla="*/ 38005 h 123158"/>
                    <a:gd name="connsiteX12" fmla="*/ 1 w 150877"/>
                    <a:gd name="connsiteY12" fmla="*/ 57626 h 123158"/>
                    <a:gd name="connsiteX13" fmla="*/ 49722 w 150877"/>
                    <a:gd name="connsiteY13" fmla="*/ 45625 h 123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50877" h="123158">
                      <a:moveTo>
                        <a:pt x="49722" y="45625"/>
                      </a:moveTo>
                      <a:cubicBezTo>
                        <a:pt x="64962" y="45149"/>
                        <a:pt x="81440" y="46577"/>
                        <a:pt x="92774" y="56769"/>
                      </a:cubicBezTo>
                      <a:cubicBezTo>
                        <a:pt x="101919" y="64960"/>
                        <a:pt x="105824" y="77343"/>
                        <a:pt x="111729" y="88201"/>
                      </a:cubicBezTo>
                      <a:cubicBezTo>
                        <a:pt x="119730" y="102775"/>
                        <a:pt x="131922" y="115062"/>
                        <a:pt x="146496" y="123158"/>
                      </a:cubicBezTo>
                      <a:cubicBezTo>
                        <a:pt x="130970" y="111728"/>
                        <a:pt x="119064" y="95536"/>
                        <a:pt x="112682" y="77343"/>
                      </a:cubicBezTo>
                      <a:cubicBezTo>
                        <a:pt x="110872" y="72295"/>
                        <a:pt x="109539" y="66865"/>
                        <a:pt x="110586" y="61627"/>
                      </a:cubicBezTo>
                      <a:cubicBezTo>
                        <a:pt x="111539" y="56769"/>
                        <a:pt x="114396" y="52578"/>
                        <a:pt x="117254" y="48482"/>
                      </a:cubicBezTo>
                      <a:cubicBezTo>
                        <a:pt x="128493" y="32290"/>
                        <a:pt x="139638" y="16192"/>
                        <a:pt x="150877" y="0"/>
                      </a:cubicBezTo>
                      <a:cubicBezTo>
                        <a:pt x="139828" y="14859"/>
                        <a:pt x="126303" y="28004"/>
                        <a:pt x="111158" y="38671"/>
                      </a:cubicBezTo>
                      <a:cubicBezTo>
                        <a:pt x="108300" y="40672"/>
                        <a:pt x="105252" y="42672"/>
                        <a:pt x="101728" y="43529"/>
                      </a:cubicBezTo>
                      <a:cubicBezTo>
                        <a:pt x="94966" y="45149"/>
                        <a:pt x="88107" y="41910"/>
                        <a:pt x="81535" y="39719"/>
                      </a:cubicBezTo>
                      <a:cubicBezTo>
                        <a:pt x="66485" y="34576"/>
                        <a:pt x="50293" y="34480"/>
                        <a:pt x="34863" y="38005"/>
                      </a:cubicBezTo>
                      <a:cubicBezTo>
                        <a:pt x="25909" y="40100"/>
                        <a:pt x="-190" y="46482"/>
                        <a:pt x="1" y="57626"/>
                      </a:cubicBezTo>
                      <a:cubicBezTo>
                        <a:pt x="15622" y="49530"/>
                        <a:pt x="32196" y="46196"/>
                        <a:pt x="49722" y="45625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47" name="Forme libre : forme 16446">
                  <a:extLst>
                    <a:ext uri="{FF2B5EF4-FFF2-40B4-BE49-F238E27FC236}">
                      <a16:creationId xmlns:a16="http://schemas.microsoft.com/office/drawing/2014/main" id="{6E7BBA98-0796-4C9C-9E41-F9917F9A553C}"/>
                    </a:ext>
                  </a:extLst>
                </p:cNvPr>
                <p:cNvSpPr/>
                <p:nvPr/>
              </p:nvSpPr>
              <p:spPr>
                <a:xfrm>
                  <a:off x="7310822" y="4546377"/>
                  <a:ext cx="177355" cy="220884"/>
                </a:xfrm>
                <a:custGeom>
                  <a:avLst/>
                  <a:gdLst>
                    <a:gd name="connsiteX0" fmla="*/ 65056 w 177355"/>
                    <a:gd name="connsiteY0" fmla="*/ 25622 h 220884"/>
                    <a:gd name="connsiteX1" fmla="*/ 72485 w 177355"/>
                    <a:gd name="connsiteY1" fmla="*/ 119348 h 220884"/>
                    <a:gd name="connsiteX2" fmla="*/ 0 w 177355"/>
                    <a:gd name="connsiteY2" fmla="*/ 179165 h 220884"/>
                    <a:gd name="connsiteX3" fmla="*/ 36290 w 177355"/>
                    <a:gd name="connsiteY3" fmla="*/ 180689 h 220884"/>
                    <a:gd name="connsiteX4" fmla="*/ 58960 w 177355"/>
                    <a:gd name="connsiteY4" fmla="*/ 220885 h 220884"/>
                    <a:gd name="connsiteX5" fmla="*/ 49816 w 177355"/>
                    <a:gd name="connsiteY5" fmla="*/ 187071 h 220884"/>
                    <a:gd name="connsiteX6" fmla="*/ 47911 w 177355"/>
                    <a:gd name="connsiteY6" fmla="*/ 172784 h 220884"/>
                    <a:gd name="connsiteX7" fmla="*/ 54102 w 177355"/>
                    <a:gd name="connsiteY7" fmla="*/ 159068 h 220884"/>
                    <a:gd name="connsiteX8" fmla="*/ 94965 w 177355"/>
                    <a:gd name="connsiteY8" fmla="*/ 124682 h 220884"/>
                    <a:gd name="connsiteX9" fmla="*/ 177355 w 177355"/>
                    <a:gd name="connsiteY9" fmla="*/ 135541 h 220884"/>
                    <a:gd name="connsiteX10" fmla="*/ 129064 w 177355"/>
                    <a:gd name="connsiteY10" fmla="*/ 123158 h 220884"/>
                    <a:gd name="connsiteX11" fmla="*/ 102965 w 177355"/>
                    <a:gd name="connsiteY11" fmla="*/ 117538 h 220884"/>
                    <a:gd name="connsiteX12" fmla="*/ 88392 w 177355"/>
                    <a:gd name="connsiteY12" fmla="*/ 93154 h 220884"/>
                    <a:gd name="connsiteX13" fmla="*/ 85916 w 177355"/>
                    <a:gd name="connsiteY13" fmla="*/ 64103 h 220884"/>
                    <a:gd name="connsiteX14" fmla="*/ 51245 w 177355"/>
                    <a:gd name="connsiteY14" fmla="*/ 0 h 220884"/>
                    <a:gd name="connsiteX15" fmla="*/ 65056 w 177355"/>
                    <a:gd name="connsiteY15" fmla="*/ 25622 h 220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7355" h="220884">
                      <a:moveTo>
                        <a:pt x="65056" y="25622"/>
                      </a:moveTo>
                      <a:cubicBezTo>
                        <a:pt x="82296" y="53245"/>
                        <a:pt x="85249" y="89345"/>
                        <a:pt x="72485" y="119348"/>
                      </a:cubicBezTo>
                      <a:cubicBezTo>
                        <a:pt x="59817" y="149352"/>
                        <a:pt x="31814" y="172403"/>
                        <a:pt x="0" y="179165"/>
                      </a:cubicBezTo>
                      <a:cubicBezTo>
                        <a:pt x="11049" y="172879"/>
                        <a:pt x="25718" y="173546"/>
                        <a:pt x="36290" y="180689"/>
                      </a:cubicBezTo>
                      <a:cubicBezTo>
                        <a:pt x="49244" y="189547"/>
                        <a:pt x="54483" y="205835"/>
                        <a:pt x="58960" y="220885"/>
                      </a:cubicBezTo>
                      <a:cubicBezTo>
                        <a:pt x="55912" y="209645"/>
                        <a:pt x="52864" y="198311"/>
                        <a:pt x="49816" y="187071"/>
                      </a:cubicBezTo>
                      <a:cubicBezTo>
                        <a:pt x="48578" y="182404"/>
                        <a:pt x="47244" y="177546"/>
                        <a:pt x="47911" y="172784"/>
                      </a:cubicBezTo>
                      <a:cubicBezTo>
                        <a:pt x="48578" y="167735"/>
                        <a:pt x="51245" y="163259"/>
                        <a:pt x="54102" y="159068"/>
                      </a:cubicBezTo>
                      <a:cubicBezTo>
                        <a:pt x="64294" y="144113"/>
                        <a:pt x="77914" y="130683"/>
                        <a:pt x="94965" y="124682"/>
                      </a:cubicBezTo>
                      <a:cubicBezTo>
                        <a:pt x="121730" y="115348"/>
                        <a:pt x="150972" y="125444"/>
                        <a:pt x="177355" y="135541"/>
                      </a:cubicBezTo>
                      <a:cubicBezTo>
                        <a:pt x="162020" y="128778"/>
                        <a:pt x="145638" y="124587"/>
                        <a:pt x="129064" y="123158"/>
                      </a:cubicBezTo>
                      <a:cubicBezTo>
                        <a:pt x="120110" y="122396"/>
                        <a:pt x="110585" y="122206"/>
                        <a:pt x="102965" y="117538"/>
                      </a:cubicBezTo>
                      <a:cubicBezTo>
                        <a:pt x="94679" y="112395"/>
                        <a:pt x="90202" y="102775"/>
                        <a:pt x="88392" y="93154"/>
                      </a:cubicBezTo>
                      <a:cubicBezTo>
                        <a:pt x="86583" y="83629"/>
                        <a:pt x="86963" y="73723"/>
                        <a:pt x="85916" y="64103"/>
                      </a:cubicBezTo>
                      <a:cubicBezTo>
                        <a:pt x="83439" y="41815"/>
                        <a:pt x="71342" y="11906"/>
                        <a:pt x="51245" y="0"/>
                      </a:cubicBezTo>
                      <a:cubicBezTo>
                        <a:pt x="49339" y="7811"/>
                        <a:pt x="60865" y="18955"/>
                        <a:pt x="65056" y="25622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48" name="Forme libre : forme 16447">
                  <a:extLst>
                    <a:ext uri="{FF2B5EF4-FFF2-40B4-BE49-F238E27FC236}">
                      <a16:creationId xmlns:a16="http://schemas.microsoft.com/office/drawing/2014/main" id="{CAF15F04-EE3D-448F-8AAD-32918671ABEE}"/>
                    </a:ext>
                  </a:extLst>
                </p:cNvPr>
                <p:cNvSpPr/>
                <p:nvPr/>
              </p:nvSpPr>
              <p:spPr>
                <a:xfrm>
                  <a:off x="7438171" y="4760404"/>
                  <a:ext cx="97726" cy="142303"/>
                </a:xfrm>
                <a:custGeom>
                  <a:avLst/>
                  <a:gdLst>
                    <a:gd name="connsiteX0" fmla="*/ 84963 w 97726"/>
                    <a:gd name="connsiteY0" fmla="*/ 37433 h 142303"/>
                    <a:gd name="connsiteX1" fmla="*/ 50388 w 97726"/>
                    <a:gd name="connsiteY1" fmla="*/ 74104 h 142303"/>
                    <a:gd name="connsiteX2" fmla="*/ 0 w 97726"/>
                    <a:gd name="connsiteY2" fmla="*/ 72771 h 142303"/>
                    <a:gd name="connsiteX3" fmla="*/ 26004 w 97726"/>
                    <a:gd name="connsiteY3" fmla="*/ 102489 h 142303"/>
                    <a:gd name="connsiteX4" fmla="*/ 5905 w 97726"/>
                    <a:gd name="connsiteY4" fmla="*/ 142303 h 142303"/>
                    <a:gd name="connsiteX5" fmla="*/ 33052 w 97726"/>
                    <a:gd name="connsiteY5" fmla="*/ 100489 h 142303"/>
                    <a:gd name="connsiteX6" fmla="*/ 35433 w 97726"/>
                    <a:gd name="connsiteY6" fmla="*/ 94488 h 142303"/>
                    <a:gd name="connsiteX7" fmla="*/ 46482 w 97726"/>
                    <a:gd name="connsiteY7" fmla="*/ 87154 h 142303"/>
                    <a:gd name="connsiteX8" fmla="*/ 80677 w 97726"/>
                    <a:gd name="connsiteY8" fmla="*/ 67342 h 142303"/>
                    <a:gd name="connsiteX9" fmla="*/ 97727 w 97726"/>
                    <a:gd name="connsiteY9" fmla="*/ 32766 h 142303"/>
                    <a:gd name="connsiteX10" fmla="*/ 88392 w 97726"/>
                    <a:gd name="connsiteY10" fmla="*/ 0 h 142303"/>
                    <a:gd name="connsiteX11" fmla="*/ 84963 w 97726"/>
                    <a:gd name="connsiteY11" fmla="*/ 37433 h 142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7726" h="142303">
                      <a:moveTo>
                        <a:pt x="84963" y="37433"/>
                      </a:moveTo>
                      <a:cubicBezTo>
                        <a:pt x="79343" y="53816"/>
                        <a:pt x="66390" y="67532"/>
                        <a:pt x="50388" y="74104"/>
                      </a:cubicBezTo>
                      <a:cubicBezTo>
                        <a:pt x="34385" y="80677"/>
                        <a:pt x="15621" y="80201"/>
                        <a:pt x="0" y="72771"/>
                      </a:cubicBezTo>
                      <a:cubicBezTo>
                        <a:pt x="14954" y="70580"/>
                        <a:pt x="27051" y="87439"/>
                        <a:pt x="26004" y="102489"/>
                      </a:cubicBezTo>
                      <a:cubicBezTo>
                        <a:pt x="24955" y="117538"/>
                        <a:pt x="15240" y="130397"/>
                        <a:pt x="5905" y="142303"/>
                      </a:cubicBezTo>
                      <a:cubicBezTo>
                        <a:pt x="18479" y="131159"/>
                        <a:pt x="28004" y="116586"/>
                        <a:pt x="33052" y="100489"/>
                      </a:cubicBezTo>
                      <a:cubicBezTo>
                        <a:pt x="33719" y="98393"/>
                        <a:pt x="34290" y="96298"/>
                        <a:pt x="35433" y="94488"/>
                      </a:cubicBezTo>
                      <a:cubicBezTo>
                        <a:pt x="37815" y="90678"/>
                        <a:pt x="42291" y="88868"/>
                        <a:pt x="46482" y="87154"/>
                      </a:cubicBezTo>
                      <a:cubicBezTo>
                        <a:pt x="58674" y="82105"/>
                        <a:pt x="70866" y="76295"/>
                        <a:pt x="80677" y="67342"/>
                      </a:cubicBezTo>
                      <a:cubicBezTo>
                        <a:pt x="90488" y="58388"/>
                        <a:pt x="97727" y="46006"/>
                        <a:pt x="97727" y="32766"/>
                      </a:cubicBezTo>
                      <a:cubicBezTo>
                        <a:pt x="97727" y="23241"/>
                        <a:pt x="94488" y="7048"/>
                        <a:pt x="88392" y="0"/>
                      </a:cubicBezTo>
                      <a:cubicBezTo>
                        <a:pt x="87249" y="12668"/>
                        <a:pt x="89345" y="24860"/>
                        <a:pt x="84963" y="37433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49" name="Forme libre : forme 16448">
                  <a:extLst>
                    <a:ext uri="{FF2B5EF4-FFF2-40B4-BE49-F238E27FC236}">
                      <a16:creationId xmlns:a16="http://schemas.microsoft.com/office/drawing/2014/main" id="{3095EF54-C097-4996-BEEB-91D3B34BC65C}"/>
                    </a:ext>
                  </a:extLst>
                </p:cNvPr>
                <p:cNvSpPr/>
                <p:nvPr/>
              </p:nvSpPr>
              <p:spPr>
                <a:xfrm>
                  <a:off x="7625433" y="4638008"/>
                  <a:ext cx="101345" cy="95648"/>
                </a:xfrm>
                <a:custGeom>
                  <a:avLst/>
                  <a:gdLst>
                    <a:gd name="connsiteX0" fmla="*/ 22098 w 101345"/>
                    <a:gd name="connsiteY0" fmla="*/ 76486 h 95648"/>
                    <a:gd name="connsiteX1" fmla="*/ 34290 w 101345"/>
                    <a:gd name="connsiteY1" fmla="*/ 31813 h 95648"/>
                    <a:gd name="connsiteX2" fmla="*/ 57055 w 101345"/>
                    <a:gd name="connsiteY2" fmla="*/ 36195 h 95648"/>
                    <a:gd name="connsiteX3" fmla="*/ 77724 w 101345"/>
                    <a:gd name="connsiteY3" fmla="*/ 23908 h 95648"/>
                    <a:gd name="connsiteX4" fmla="*/ 101346 w 101345"/>
                    <a:gd name="connsiteY4" fmla="*/ 0 h 95648"/>
                    <a:gd name="connsiteX5" fmla="*/ 51339 w 101345"/>
                    <a:gd name="connsiteY5" fmla="*/ 54483 h 95648"/>
                    <a:gd name="connsiteX6" fmla="*/ 43910 w 101345"/>
                    <a:gd name="connsiteY6" fmla="*/ 59055 h 95648"/>
                    <a:gd name="connsiteX7" fmla="*/ 41053 w 101345"/>
                    <a:gd name="connsiteY7" fmla="*/ 64961 h 95648"/>
                    <a:gd name="connsiteX8" fmla="*/ 0 w 101345"/>
                    <a:gd name="connsiteY8" fmla="*/ 94393 h 95648"/>
                    <a:gd name="connsiteX9" fmla="*/ 22098 w 101345"/>
                    <a:gd name="connsiteY9" fmla="*/ 76486 h 95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1345" h="95648">
                      <a:moveTo>
                        <a:pt x="22098" y="76486"/>
                      </a:moveTo>
                      <a:cubicBezTo>
                        <a:pt x="30766" y="63437"/>
                        <a:pt x="33433" y="47435"/>
                        <a:pt x="34290" y="31813"/>
                      </a:cubicBezTo>
                      <a:cubicBezTo>
                        <a:pt x="40195" y="37338"/>
                        <a:pt x="49244" y="38291"/>
                        <a:pt x="57055" y="36195"/>
                      </a:cubicBezTo>
                      <a:cubicBezTo>
                        <a:pt x="64865" y="34004"/>
                        <a:pt x="71533" y="29146"/>
                        <a:pt x="77724" y="23908"/>
                      </a:cubicBezTo>
                      <a:cubicBezTo>
                        <a:pt x="86296" y="16669"/>
                        <a:pt x="94202" y="8668"/>
                        <a:pt x="101346" y="0"/>
                      </a:cubicBezTo>
                      <a:cubicBezTo>
                        <a:pt x="93250" y="24098"/>
                        <a:pt x="74676" y="44387"/>
                        <a:pt x="51339" y="54483"/>
                      </a:cubicBezTo>
                      <a:cubicBezTo>
                        <a:pt x="48673" y="55626"/>
                        <a:pt x="45720" y="56769"/>
                        <a:pt x="43910" y="59055"/>
                      </a:cubicBezTo>
                      <a:cubicBezTo>
                        <a:pt x="42481" y="60770"/>
                        <a:pt x="41814" y="62865"/>
                        <a:pt x="41053" y="64961"/>
                      </a:cubicBezTo>
                      <a:cubicBezTo>
                        <a:pt x="35719" y="79058"/>
                        <a:pt x="17430" y="101155"/>
                        <a:pt x="0" y="94393"/>
                      </a:cubicBezTo>
                      <a:cubicBezTo>
                        <a:pt x="8858" y="90392"/>
                        <a:pt x="16669" y="84677"/>
                        <a:pt x="22098" y="76486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50" name="Forme libre : forme 16449">
                  <a:extLst>
                    <a:ext uri="{FF2B5EF4-FFF2-40B4-BE49-F238E27FC236}">
                      <a16:creationId xmlns:a16="http://schemas.microsoft.com/office/drawing/2014/main" id="{2B7DC7FB-2D6B-443D-8EDD-D4EFDC87183D}"/>
                    </a:ext>
                  </a:extLst>
                </p:cNvPr>
                <p:cNvSpPr/>
                <p:nvPr/>
              </p:nvSpPr>
              <p:spPr>
                <a:xfrm>
                  <a:off x="7498846" y="4383024"/>
                  <a:ext cx="192405" cy="194024"/>
                </a:xfrm>
                <a:custGeom>
                  <a:avLst/>
                  <a:gdLst>
                    <a:gd name="connsiteX0" fmla="*/ 29242 w 192405"/>
                    <a:gd name="connsiteY0" fmla="*/ 34004 h 194024"/>
                    <a:gd name="connsiteX1" fmla="*/ 0 w 192405"/>
                    <a:gd name="connsiteY1" fmla="*/ 77629 h 194024"/>
                    <a:gd name="connsiteX2" fmla="*/ 27337 w 192405"/>
                    <a:gd name="connsiteY2" fmla="*/ 63913 h 194024"/>
                    <a:gd name="connsiteX3" fmla="*/ 66485 w 192405"/>
                    <a:gd name="connsiteY3" fmla="*/ 48768 h 194024"/>
                    <a:gd name="connsiteX4" fmla="*/ 106585 w 192405"/>
                    <a:gd name="connsiteY4" fmla="*/ 56769 h 194024"/>
                    <a:gd name="connsiteX5" fmla="*/ 130397 w 192405"/>
                    <a:gd name="connsiteY5" fmla="*/ 96679 h 194024"/>
                    <a:gd name="connsiteX6" fmla="*/ 137541 w 192405"/>
                    <a:gd name="connsiteY6" fmla="*/ 114776 h 194024"/>
                    <a:gd name="connsiteX7" fmla="*/ 134303 w 192405"/>
                    <a:gd name="connsiteY7" fmla="*/ 139255 h 194024"/>
                    <a:gd name="connsiteX8" fmla="*/ 140684 w 192405"/>
                    <a:gd name="connsiteY8" fmla="*/ 194024 h 194024"/>
                    <a:gd name="connsiteX9" fmla="*/ 138589 w 192405"/>
                    <a:gd name="connsiteY9" fmla="*/ 139351 h 194024"/>
                    <a:gd name="connsiteX10" fmla="*/ 142113 w 192405"/>
                    <a:gd name="connsiteY10" fmla="*/ 123063 h 194024"/>
                    <a:gd name="connsiteX11" fmla="*/ 151638 w 192405"/>
                    <a:gd name="connsiteY11" fmla="*/ 115348 h 194024"/>
                    <a:gd name="connsiteX12" fmla="*/ 192405 w 192405"/>
                    <a:gd name="connsiteY12" fmla="*/ 98488 h 194024"/>
                    <a:gd name="connsiteX13" fmla="*/ 142590 w 192405"/>
                    <a:gd name="connsiteY13" fmla="*/ 95060 h 194024"/>
                    <a:gd name="connsiteX14" fmla="*/ 108776 w 192405"/>
                    <a:gd name="connsiteY14" fmla="*/ 39529 h 194024"/>
                    <a:gd name="connsiteX15" fmla="*/ 73343 w 192405"/>
                    <a:gd name="connsiteY15" fmla="*/ 36671 h 194024"/>
                    <a:gd name="connsiteX16" fmla="*/ 55150 w 192405"/>
                    <a:gd name="connsiteY16" fmla="*/ 39719 h 194024"/>
                    <a:gd name="connsiteX17" fmla="*/ 47625 w 192405"/>
                    <a:gd name="connsiteY17" fmla="*/ 39148 h 194024"/>
                    <a:gd name="connsiteX18" fmla="*/ 44101 w 192405"/>
                    <a:gd name="connsiteY18" fmla="*/ 34480 h 194024"/>
                    <a:gd name="connsiteX19" fmla="*/ 26765 w 192405"/>
                    <a:gd name="connsiteY19" fmla="*/ 0 h 194024"/>
                    <a:gd name="connsiteX20" fmla="*/ 29242 w 192405"/>
                    <a:gd name="connsiteY20" fmla="*/ 34004 h 194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2405" h="194024">
                      <a:moveTo>
                        <a:pt x="29242" y="34004"/>
                      </a:moveTo>
                      <a:cubicBezTo>
                        <a:pt x="25908" y="51721"/>
                        <a:pt x="15145" y="67913"/>
                        <a:pt x="0" y="77629"/>
                      </a:cubicBezTo>
                      <a:cubicBezTo>
                        <a:pt x="9144" y="73057"/>
                        <a:pt x="18193" y="68485"/>
                        <a:pt x="27337" y="63913"/>
                      </a:cubicBezTo>
                      <a:cubicBezTo>
                        <a:pt x="39910" y="57626"/>
                        <a:pt x="52674" y="51245"/>
                        <a:pt x="66485" y="48768"/>
                      </a:cubicBezTo>
                      <a:cubicBezTo>
                        <a:pt x="80296" y="46196"/>
                        <a:pt x="95536" y="48006"/>
                        <a:pt x="106585" y="56769"/>
                      </a:cubicBezTo>
                      <a:cubicBezTo>
                        <a:pt x="118872" y="66485"/>
                        <a:pt x="123540" y="82582"/>
                        <a:pt x="130397" y="96679"/>
                      </a:cubicBezTo>
                      <a:cubicBezTo>
                        <a:pt x="133255" y="102584"/>
                        <a:pt x="136589" y="108299"/>
                        <a:pt x="137541" y="114776"/>
                      </a:cubicBezTo>
                      <a:cubicBezTo>
                        <a:pt x="138779" y="122968"/>
                        <a:pt x="135922" y="131159"/>
                        <a:pt x="134303" y="139255"/>
                      </a:cubicBezTo>
                      <a:cubicBezTo>
                        <a:pt x="130588" y="157544"/>
                        <a:pt x="132874" y="177070"/>
                        <a:pt x="140684" y="194024"/>
                      </a:cubicBezTo>
                      <a:cubicBezTo>
                        <a:pt x="139065" y="175831"/>
                        <a:pt x="138399" y="157639"/>
                        <a:pt x="138589" y="139351"/>
                      </a:cubicBezTo>
                      <a:cubicBezTo>
                        <a:pt x="138684" y="133731"/>
                        <a:pt x="138970" y="127730"/>
                        <a:pt x="142113" y="123063"/>
                      </a:cubicBezTo>
                      <a:cubicBezTo>
                        <a:pt x="144495" y="119634"/>
                        <a:pt x="148114" y="117348"/>
                        <a:pt x="151638" y="115348"/>
                      </a:cubicBezTo>
                      <a:cubicBezTo>
                        <a:pt x="164402" y="108013"/>
                        <a:pt x="178118" y="102394"/>
                        <a:pt x="192405" y="98488"/>
                      </a:cubicBezTo>
                      <a:cubicBezTo>
                        <a:pt x="175736" y="95917"/>
                        <a:pt x="156972" y="103918"/>
                        <a:pt x="142590" y="95060"/>
                      </a:cubicBezTo>
                      <a:cubicBezTo>
                        <a:pt x="123825" y="83344"/>
                        <a:pt x="127254" y="51625"/>
                        <a:pt x="108776" y="39529"/>
                      </a:cubicBezTo>
                      <a:cubicBezTo>
                        <a:pt x="98584" y="32861"/>
                        <a:pt x="85249" y="34671"/>
                        <a:pt x="73343" y="36671"/>
                      </a:cubicBezTo>
                      <a:cubicBezTo>
                        <a:pt x="67246" y="37719"/>
                        <a:pt x="61246" y="38767"/>
                        <a:pt x="55150" y="39719"/>
                      </a:cubicBezTo>
                      <a:cubicBezTo>
                        <a:pt x="52578" y="40196"/>
                        <a:pt x="49816" y="40577"/>
                        <a:pt x="47625" y="39148"/>
                      </a:cubicBezTo>
                      <a:cubicBezTo>
                        <a:pt x="45911" y="38100"/>
                        <a:pt x="44958" y="36290"/>
                        <a:pt x="44101" y="34480"/>
                      </a:cubicBezTo>
                      <a:cubicBezTo>
                        <a:pt x="38386" y="23050"/>
                        <a:pt x="32671" y="11144"/>
                        <a:pt x="26765" y="0"/>
                      </a:cubicBezTo>
                      <a:cubicBezTo>
                        <a:pt x="30289" y="10954"/>
                        <a:pt x="31338" y="22670"/>
                        <a:pt x="29242" y="34004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51" name="Forme libre : forme 16450">
                  <a:extLst>
                    <a:ext uri="{FF2B5EF4-FFF2-40B4-BE49-F238E27FC236}">
                      <a16:creationId xmlns:a16="http://schemas.microsoft.com/office/drawing/2014/main" id="{D6A9ABA1-951C-4BB9-BFDF-6F198D1F9996}"/>
                    </a:ext>
                  </a:extLst>
                </p:cNvPr>
                <p:cNvSpPr/>
                <p:nvPr/>
              </p:nvSpPr>
              <p:spPr>
                <a:xfrm>
                  <a:off x="7691727" y="4172521"/>
                  <a:ext cx="102965" cy="222123"/>
                </a:xfrm>
                <a:custGeom>
                  <a:avLst/>
                  <a:gdLst>
                    <a:gd name="connsiteX0" fmla="*/ 59436 w 102965"/>
                    <a:gd name="connsiteY0" fmla="*/ 99822 h 222123"/>
                    <a:gd name="connsiteX1" fmla="*/ 0 w 102965"/>
                    <a:gd name="connsiteY1" fmla="*/ 201168 h 222123"/>
                    <a:gd name="connsiteX2" fmla="*/ 26289 w 102965"/>
                    <a:gd name="connsiteY2" fmla="*/ 200025 h 222123"/>
                    <a:gd name="connsiteX3" fmla="*/ 43529 w 102965"/>
                    <a:gd name="connsiteY3" fmla="*/ 222123 h 222123"/>
                    <a:gd name="connsiteX4" fmla="*/ 34195 w 102965"/>
                    <a:gd name="connsiteY4" fmla="*/ 180594 h 222123"/>
                    <a:gd name="connsiteX5" fmla="*/ 59246 w 102965"/>
                    <a:gd name="connsiteY5" fmla="*/ 140779 h 222123"/>
                    <a:gd name="connsiteX6" fmla="*/ 79915 w 102965"/>
                    <a:gd name="connsiteY6" fmla="*/ 64008 h 222123"/>
                    <a:gd name="connsiteX7" fmla="*/ 102965 w 102965"/>
                    <a:gd name="connsiteY7" fmla="*/ 35909 h 222123"/>
                    <a:gd name="connsiteX8" fmla="*/ 87821 w 102965"/>
                    <a:gd name="connsiteY8" fmla="*/ 50292 h 222123"/>
                    <a:gd name="connsiteX9" fmla="*/ 69628 w 102965"/>
                    <a:gd name="connsiteY9" fmla="*/ 58864 h 222123"/>
                    <a:gd name="connsiteX10" fmla="*/ 54197 w 102965"/>
                    <a:gd name="connsiteY10" fmla="*/ 41434 h 222123"/>
                    <a:gd name="connsiteX11" fmla="*/ 5144 w 102965"/>
                    <a:gd name="connsiteY11" fmla="*/ 0 h 222123"/>
                    <a:gd name="connsiteX12" fmla="*/ 59436 w 102965"/>
                    <a:gd name="connsiteY12" fmla="*/ 99822 h 222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2965" h="222123">
                      <a:moveTo>
                        <a:pt x="59436" y="99822"/>
                      </a:moveTo>
                      <a:cubicBezTo>
                        <a:pt x="58674" y="140684"/>
                        <a:pt x="35052" y="180118"/>
                        <a:pt x="0" y="201168"/>
                      </a:cubicBezTo>
                      <a:cubicBezTo>
                        <a:pt x="6668" y="194405"/>
                        <a:pt x="18288" y="194881"/>
                        <a:pt x="26289" y="200025"/>
                      </a:cubicBezTo>
                      <a:cubicBezTo>
                        <a:pt x="34290" y="205169"/>
                        <a:pt x="39434" y="213646"/>
                        <a:pt x="43529" y="222123"/>
                      </a:cubicBezTo>
                      <a:cubicBezTo>
                        <a:pt x="29337" y="215360"/>
                        <a:pt x="27813" y="194977"/>
                        <a:pt x="34195" y="180594"/>
                      </a:cubicBezTo>
                      <a:cubicBezTo>
                        <a:pt x="40577" y="166211"/>
                        <a:pt x="52388" y="154877"/>
                        <a:pt x="59246" y="140779"/>
                      </a:cubicBezTo>
                      <a:cubicBezTo>
                        <a:pt x="70866" y="116872"/>
                        <a:pt x="67342" y="87439"/>
                        <a:pt x="79915" y="64008"/>
                      </a:cubicBezTo>
                      <a:cubicBezTo>
                        <a:pt x="85630" y="53245"/>
                        <a:pt x="94393" y="44482"/>
                        <a:pt x="102965" y="35909"/>
                      </a:cubicBezTo>
                      <a:cubicBezTo>
                        <a:pt x="96584" y="38862"/>
                        <a:pt x="92488" y="45053"/>
                        <a:pt x="87821" y="50292"/>
                      </a:cubicBezTo>
                      <a:cubicBezTo>
                        <a:pt x="83154" y="55531"/>
                        <a:pt x="76486" y="60293"/>
                        <a:pt x="69628" y="58864"/>
                      </a:cubicBezTo>
                      <a:cubicBezTo>
                        <a:pt x="61722" y="57150"/>
                        <a:pt x="57912" y="48578"/>
                        <a:pt x="54197" y="41434"/>
                      </a:cubicBezTo>
                      <a:cubicBezTo>
                        <a:pt x="44101" y="22003"/>
                        <a:pt x="26004" y="6668"/>
                        <a:pt x="5144" y="0"/>
                      </a:cubicBezTo>
                      <a:cubicBezTo>
                        <a:pt x="38481" y="22384"/>
                        <a:pt x="60293" y="58960"/>
                        <a:pt x="59436" y="99822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52" name="Forme libre : forme 16451">
                  <a:extLst>
                    <a:ext uri="{FF2B5EF4-FFF2-40B4-BE49-F238E27FC236}">
                      <a16:creationId xmlns:a16="http://schemas.microsoft.com/office/drawing/2014/main" id="{3945E4B7-7CE8-4FEB-9169-5AA086223698}"/>
                    </a:ext>
                  </a:extLst>
                </p:cNvPr>
                <p:cNvSpPr/>
                <p:nvPr/>
              </p:nvSpPr>
              <p:spPr>
                <a:xfrm>
                  <a:off x="7821363" y="4372641"/>
                  <a:ext cx="117062" cy="108007"/>
                </a:xfrm>
                <a:custGeom>
                  <a:avLst/>
                  <a:gdLst>
                    <a:gd name="connsiteX0" fmla="*/ 71342 w 117062"/>
                    <a:gd name="connsiteY0" fmla="*/ 0 h 108007"/>
                    <a:gd name="connsiteX1" fmla="*/ 60960 w 117062"/>
                    <a:gd name="connsiteY1" fmla="*/ 54959 h 108007"/>
                    <a:gd name="connsiteX2" fmla="*/ 89249 w 117062"/>
                    <a:gd name="connsiteY2" fmla="*/ 100203 h 108007"/>
                    <a:gd name="connsiteX3" fmla="*/ 117062 w 117062"/>
                    <a:gd name="connsiteY3" fmla="*/ 103632 h 108007"/>
                    <a:gd name="connsiteX4" fmla="*/ 69342 w 117062"/>
                    <a:gd name="connsiteY4" fmla="*/ 97060 h 108007"/>
                    <a:gd name="connsiteX5" fmla="*/ 50863 w 117062"/>
                    <a:gd name="connsiteY5" fmla="*/ 51149 h 108007"/>
                    <a:gd name="connsiteX6" fmla="*/ 0 w 117062"/>
                    <a:gd name="connsiteY6" fmla="*/ 72580 h 108007"/>
                    <a:gd name="connsiteX7" fmla="*/ 71342 w 117062"/>
                    <a:gd name="connsiteY7" fmla="*/ 0 h 108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7062" h="108007">
                      <a:moveTo>
                        <a:pt x="71342" y="0"/>
                      </a:moveTo>
                      <a:cubicBezTo>
                        <a:pt x="65627" y="17812"/>
                        <a:pt x="59817" y="36195"/>
                        <a:pt x="60960" y="54959"/>
                      </a:cubicBezTo>
                      <a:cubicBezTo>
                        <a:pt x="62103" y="73723"/>
                        <a:pt x="71818" y="93059"/>
                        <a:pt x="89249" y="100203"/>
                      </a:cubicBezTo>
                      <a:cubicBezTo>
                        <a:pt x="97917" y="103822"/>
                        <a:pt x="107632" y="104013"/>
                        <a:pt x="117062" y="103632"/>
                      </a:cubicBezTo>
                      <a:cubicBezTo>
                        <a:pt x="102012" y="111633"/>
                        <a:pt x="82296" y="108204"/>
                        <a:pt x="69342" y="97060"/>
                      </a:cubicBezTo>
                      <a:cubicBezTo>
                        <a:pt x="56388" y="85915"/>
                        <a:pt x="50196" y="68199"/>
                        <a:pt x="50863" y="51149"/>
                      </a:cubicBezTo>
                      <a:cubicBezTo>
                        <a:pt x="50482" y="60770"/>
                        <a:pt x="5239" y="67246"/>
                        <a:pt x="0" y="72580"/>
                      </a:cubicBezTo>
                      <a:cubicBezTo>
                        <a:pt x="33338" y="74486"/>
                        <a:pt x="68485" y="30289"/>
                        <a:pt x="71342" y="0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53" name="Forme libre : forme 16452">
                  <a:extLst>
                    <a:ext uri="{FF2B5EF4-FFF2-40B4-BE49-F238E27FC236}">
                      <a16:creationId xmlns:a16="http://schemas.microsoft.com/office/drawing/2014/main" id="{6197EEFB-52CD-4037-8F80-8EC9CA3D48B9}"/>
                    </a:ext>
                  </a:extLst>
                </p:cNvPr>
                <p:cNvSpPr/>
                <p:nvPr/>
              </p:nvSpPr>
              <p:spPr>
                <a:xfrm>
                  <a:off x="7922423" y="4191381"/>
                  <a:ext cx="106013" cy="155066"/>
                </a:xfrm>
                <a:custGeom>
                  <a:avLst/>
                  <a:gdLst>
                    <a:gd name="connsiteX0" fmla="*/ 62769 w 106013"/>
                    <a:gd name="connsiteY0" fmla="*/ 29718 h 155066"/>
                    <a:gd name="connsiteX1" fmla="*/ 54578 w 106013"/>
                    <a:gd name="connsiteY1" fmla="*/ 102965 h 155066"/>
                    <a:gd name="connsiteX2" fmla="*/ 0 w 106013"/>
                    <a:gd name="connsiteY2" fmla="*/ 155067 h 155066"/>
                    <a:gd name="connsiteX3" fmla="*/ 36862 w 106013"/>
                    <a:gd name="connsiteY3" fmla="*/ 128111 h 155066"/>
                    <a:gd name="connsiteX4" fmla="*/ 52101 w 106013"/>
                    <a:gd name="connsiteY4" fmla="*/ 119634 h 155066"/>
                    <a:gd name="connsiteX5" fmla="*/ 82868 w 106013"/>
                    <a:gd name="connsiteY5" fmla="*/ 129540 h 155066"/>
                    <a:gd name="connsiteX6" fmla="*/ 106013 w 106013"/>
                    <a:gd name="connsiteY6" fmla="*/ 153829 h 155066"/>
                    <a:gd name="connsiteX7" fmla="*/ 69342 w 106013"/>
                    <a:gd name="connsiteY7" fmla="*/ 98393 h 155066"/>
                    <a:gd name="connsiteX8" fmla="*/ 72676 w 106013"/>
                    <a:gd name="connsiteY8" fmla="*/ 70961 h 155066"/>
                    <a:gd name="connsiteX9" fmla="*/ 43243 w 106013"/>
                    <a:gd name="connsiteY9" fmla="*/ 0 h 155066"/>
                    <a:gd name="connsiteX10" fmla="*/ 62769 w 106013"/>
                    <a:gd name="connsiteY10" fmla="*/ 29718 h 155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6013" h="155066">
                      <a:moveTo>
                        <a:pt x="62769" y="29718"/>
                      </a:moveTo>
                      <a:cubicBezTo>
                        <a:pt x="72104" y="53340"/>
                        <a:pt x="67437" y="80963"/>
                        <a:pt x="54578" y="102965"/>
                      </a:cubicBezTo>
                      <a:cubicBezTo>
                        <a:pt x="41720" y="124873"/>
                        <a:pt x="21621" y="141732"/>
                        <a:pt x="0" y="155067"/>
                      </a:cubicBezTo>
                      <a:cubicBezTo>
                        <a:pt x="12287" y="146113"/>
                        <a:pt x="24575" y="137065"/>
                        <a:pt x="36862" y="128111"/>
                      </a:cubicBezTo>
                      <a:cubicBezTo>
                        <a:pt x="41624" y="124682"/>
                        <a:pt x="46482" y="121158"/>
                        <a:pt x="52101" y="119634"/>
                      </a:cubicBezTo>
                      <a:cubicBezTo>
                        <a:pt x="62960" y="116776"/>
                        <a:pt x="74390" y="122206"/>
                        <a:pt x="82868" y="129540"/>
                      </a:cubicBezTo>
                      <a:cubicBezTo>
                        <a:pt x="91344" y="136970"/>
                        <a:pt x="97821" y="146304"/>
                        <a:pt x="106013" y="153829"/>
                      </a:cubicBezTo>
                      <a:cubicBezTo>
                        <a:pt x="88773" y="138874"/>
                        <a:pt x="70199" y="121158"/>
                        <a:pt x="69342" y="98393"/>
                      </a:cubicBezTo>
                      <a:cubicBezTo>
                        <a:pt x="68961" y="89154"/>
                        <a:pt x="71628" y="80105"/>
                        <a:pt x="72676" y="70961"/>
                      </a:cubicBezTo>
                      <a:cubicBezTo>
                        <a:pt x="76105" y="40672"/>
                        <a:pt x="60388" y="22003"/>
                        <a:pt x="43243" y="0"/>
                      </a:cubicBezTo>
                      <a:cubicBezTo>
                        <a:pt x="51435" y="8096"/>
                        <a:pt x="58484" y="18859"/>
                        <a:pt x="62769" y="29718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54" name="Forme libre : forme 16453">
                  <a:extLst>
                    <a:ext uri="{FF2B5EF4-FFF2-40B4-BE49-F238E27FC236}">
                      <a16:creationId xmlns:a16="http://schemas.microsoft.com/office/drawing/2014/main" id="{93712074-0137-4AE3-921A-B1EEB866658A}"/>
                    </a:ext>
                  </a:extLst>
                </p:cNvPr>
                <p:cNvSpPr/>
                <p:nvPr/>
              </p:nvSpPr>
              <p:spPr>
                <a:xfrm>
                  <a:off x="7958533" y="3918394"/>
                  <a:ext cx="196204" cy="187261"/>
                </a:xfrm>
                <a:custGeom>
                  <a:avLst/>
                  <a:gdLst>
                    <a:gd name="connsiteX0" fmla="*/ 171059 w 196204"/>
                    <a:gd name="connsiteY0" fmla="*/ 14859 h 187261"/>
                    <a:gd name="connsiteX1" fmla="*/ 167344 w 196204"/>
                    <a:gd name="connsiteY1" fmla="*/ 55626 h 187261"/>
                    <a:gd name="connsiteX2" fmla="*/ 187251 w 196204"/>
                    <a:gd name="connsiteY2" fmla="*/ 92773 h 187261"/>
                    <a:gd name="connsiteX3" fmla="*/ 168773 w 196204"/>
                    <a:gd name="connsiteY3" fmla="*/ 69152 h 187261"/>
                    <a:gd name="connsiteX4" fmla="*/ 132577 w 196204"/>
                    <a:gd name="connsiteY4" fmla="*/ 59531 h 187261"/>
                    <a:gd name="connsiteX5" fmla="*/ 43328 w 196204"/>
                    <a:gd name="connsiteY5" fmla="*/ 99441 h 187261"/>
                    <a:gd name="connsiteX6" fmla="*/ 561 w 196204"/>
                    <a:gd name="connsiteY6" fmla="*/ 187262 h 187261"/>
                    <a:gd name="connsiteX7" fmla="*/ 35708 w 196204"/>
                    <a:gd name="connsiteY7" fmla="*/ 86392 h 187261"/>
                    <a:gd name="connsiteX8" fmla="*/ 135149 w 196204"/>
                    <a:gd name="connsiteY8" fmla="*/ 47339 h 187261"/>
                    <a:gd name="connsiteX9" fmla="*/ 148580 w 196204"/>
                    <a:gd name="connsiteY9" fmla="*/ 44863 h 187261"/>
                    <a:gd name="connsiteX10" fmla="*/ 152961 w 196204"/>
                    <a:gd name="connsiteY10" fmla="*/ 29242 h 187261"/>
                    <a:gd name="connsiteX11" fmla="*/ 174202 w 196204"/>
                    <a:gd name="connsiteY11" fmla="*/ 4572 h 187261"/>
                    <a:gd name="connsiteX12" fmla="*/ 196205 w 196204"/>
                    <a:gd name="connsiteY12" fmla="*/ 0 h 187261"/>
                    <a:gd name="connsiteX13" fmla="*/ 171059 w 196204"/>
                    <a:gd name="connsiteY13" fmla="*/ 14859 h 187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6204" h="187261">
                      <a:moveTo>
                        <a:pt x="171059" y="14859"/>
                      </a:moveTo>
                      <a:cubicBezTo>
                        <a:pt x="163344" y="26670"/>
                        <a:pt x="163248" y="42196"/>
                        <a:pt x="167344" y="55626"/>
                      </a:cubicBezTo>
                      <a:cubicBezTo>
                        <a:pt x="171535" y="69152"/>
                        <a:pt x="179441" y="81058"/>
                        <a:pt x="187251" y="92773"/>
                      </a:cubicBezTo>
                      <a:cubicBezTo>
                        <a:pt x="178488" y="87725"/>
                        <a:pt x="175726" y="76390"/>
                        <a:pt x="168773" y="69152"/>
                      </a:cubicBezTo>
                      <a:cubicBezTo>
                        <a:pt x="159819" y="59817"/>
                        <a:pt x="145437" y="58579"/>
                        <a:pt x="132577" y="59531"/>
                      </a:cubicBezTo>
                      <a:cubicBezTo>
                        <a:pt x="99431" y="62008"/>
                        <a:pt x="67236" y="76390"/>
                        <a:pt x="43328" y="99441"/>
                      </a:cubicBezTo>
                      <a:cubicBezTo>
                        <a:pt x="19421" y="122491"/>
                        <a:pt x="3895" y="154210"/>
                        <a:pt x="561" y="187262"/>
                      </a:cubicBezTo>
                      <a:cubicBezTo>
                        <a:pt x="-2963" y="150686"/>
                        <a:pt x="10277" y="112871"/>
                        <a:pt x="35708" y="86392"/>
                      </a:cubicBezTo>
                      <a:cubicBezTo>
                        <a:pt x="61140" y="59912"/>
                        <a:pt x="98478" y="45244"/>
                        <a:pt x="135149" y="47339"/>
                      </a:cubicBezTo>
                      <a:cubicBezTo>
                        <a:pt x="139817" y="47625"/>
                        <a:pt x="145055" y="47911"/>
                        <a:pt x="148580" y="44863"/>
                      </a:cubicBezTo>
                      <a:cubicBezTo>
                        <a:pt x="152676" y="41148"/>
                        <a:pt x="152104" y="34671"/>
                        <a:pt x="152961" y="29242"/>
                      </a:cubicBezTo>
                      <a:cubicBezTo>
                        <a:pt x="154771" y="18097"/>
                        <a:pt x="163724" y="9049"/>
                        <a:pt x="174202" y="4572"/>
                      </a:cubicBezTo>
                      <a:cubicBezTo>
                        <a:pt x="181060" y="1619"/>
                        <a:pt x="188680" y="286"/>
                        <a:pt x="196205" y="0"/>
                      </a:cubicBezTo>
                      <a:cubicBezTo>
                        <a:pt x="186203" y="1810"/>
                        <a:pt x="176774" y="6001"/>
                        <a:pt x="171059" y="14859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55" name="Forme libre : forme 16454">
                  <a:extLst>
                    <a:ext uri="{FF2B5EF4-FFF2-40B4-BE49-F238E27FC236}">
                      <a16:creationId xmlns:a16="http://schemas.microsoft.com/office/drawing/2014/main" id="{1721FB9E-514E-4BDB-A19B-48DB833BD195}"/>
                    </a:ext>
                  </a:extLst>
                </p:cNvPr>
                <p:cNvSpPr/>
                <p:nvPr/>
              </p:nvSpPr>
              <p:spPr>
                <a:xfrm>
                  <a:off x="7858796" y="4018903"/>
                  <a:ext cx="29732" cy="89991"/>
                </a:xfrm>
                <a:custGeom>
                  <a:avLst/>
                  <a:gdLst>
                    <a:gd name="connsiteX0" fmla="*/ 14097 w 29732"/>
                    <a:gd name="connsiteY0" fmla="*/ 20364 h 89991"/>
                    <a:gd name="connsiteX1" fmla="*/ 14478 w 29732"/>
                    <a:gd name="connsiteY1" fmla="*/ 89991 h 89991"/>
                    <a:gd name="connsiteX2" fmla="*/ 24384 w 29732"/>
                    <a:gd name="connsiteY2" fmla="*/ 14744 h 89991"/>
                    <a:gd name="connsiteX3" fmla="*/ 20098 w 29732"/>
                    <a:gd name="connsiteY3" fmla="*/ 7314 h 89991"/>
                    <a:gd name="connsiteX4" fmla="*/ 0 w 29732"/>
                    <a:gd name="connsiteY4" fmla="*/ 1123 h 89991"/>
                    <a:gd name="connsiteX5" fmla="*/ 14097 w 29732"/>
                    <a:gd name="connsiteY5" fmla="*/ 20364 h 89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732" h="89991">
                      <a:moveTo>
                        <a:pt x="14097" y="20364"/>
                      </a:moveTo>
                      <a:cubicBezTo>
                        <a:pt x="24955" y="41795"/>
                        <a:pt x="25051" y="68369"/>
                        <a:pt x="14478" y="89991"/>
                      </a:cubicBezTo>
                      <a:cubicBezTo>
                        <a:pt x="30289" y="68846"/>
                        <a:pt x="34194" y="39318"/>
                        <a:pt x="24384" y="14744"/>
                      </a:cubicBezTo>
                      <a:cubicBezTo>
                        <a:pt x="23336" y="12077"/>
                        <a:pt x="22098" y="9410"/>
                        <a:pt x="20098" y="7314"/>
                      </a:cubicBezTo>
                      <a:cubicBezTo>
                        <a:pt x="16192" y="3123"/>
                        <a:pt x="4572" y="-2401"/>
                        <a:pt x="0" y="1123"/>
                      </a:cubicBezTo>
                      <a:cubicBezTo>
                        <a:pt x="3143" y="7695"/>
                        <a:pt x="11335" y="12458"/>
                        <a:pt x="14097" y="20364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56" name="Forme libre : forme 16455">
                  <a:extLst>
                    <a:ext uri="{FF2B5EF4-FFF2-40B4-BE49-F238E27FC236}">
                      <a16:creationId xmlns:a16="http://schemas.microsoft.com/office/drawing/2014/main" id="{6CC64E7D-5DEB-4425-8A8B-A57DAC7CE23D}"/>
                    </a:ext>
                  </a:extLst>
                </p:cNvPr>
                <p:cNvSpPr/>
                <p:nvPr/>
              </p:nvSpPr>
              <p:spPr>
                <a:xfrm>
                  <a:off x="7954713" y="3871150"/>
                  <a:ext cx="50672" cy="93440"/>
                </a:xfrm>
                <a:custGeom>
                  <a:avLst/>
                  <a:gdLst>
                    <a:gd name="connsiteX0" fmla="*/ 50672 w 50672"/>
                    <a:gd name="connsiteY0" fmla="*/ 93440 h 93440"/>
                    <a:gd name="connsiteX1" fmla="*/ 40195 w 50672"/>
                    <a:gd name="connsiteY1" fmla="*/ 66770 h 93440"/>
                    <a:gd name="connsiteX2" fmla="*/ 38195 w 50672"/>
                    <a:gd name="connsiteY2" fmla="*/ 42577 h 93440"/>
                    <a:gd name="connsiteX3" fmla="*/ 44672 w 50672"/>
                    <a:gd name="connsiteY3" fmla="*/ 0 h 93440"/>
                    <a:gd name="connsiteX4" fmla="*/ 30670 w 50672"/>
                    <a:gd name="connsiteY4" fmla="*/ 36004 h 93440"/>
                    <a:gd name="connsiteX5" fmla="*/ 22955 w 50672"/>
                    <a:gd name="connsiteY5" fmla="*/ 48673 h 93440"/>
                    <a:gd name="connsiteX6" fmla="*/ 17335 w 50672"/>
                    <a:gd name="connsiteY6" fmla="*/ 48673 h 93440"/>
                    <a:gd name="connsiteX7" fmla="*/ 0 w 50672"/>
                    <a:gd name="connsiteY7" fmla="*/ 46767 h 93440"/>
                    <a:gd name="connsiteX8" fmla="*/ 50672 w 50672"/>
                    <a:gd name="connsiteY8" fmla="*/ 93440 h 93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672" h="93440">
                      <a:moveTo>
                        <a:pt x="50672" y="93440"/>
                      </a:moveTo>
                      <a:cubicBezTo>
                        <a:pt x="45148" y="85534"/>
                        <a:pt x="42100" y="76200"/>
                        <a:pt x="40195" y="66770"/>
                      </a:cubicBezTo>
                      <a:cubicBezTo>
                        <a:pt x="38671" y="58769"/>
                        <a:pt x="38005" y="50673"/>
                        <a:pt x="38195" y="42577"/>
                      </a:cubicBezTo>
                      <a:cubicBezTo>
                        <a:pt x="38576" y="28194"/>
                        <a:pt x="41624" y="14002"/>
                        <a:pt x="44672" y="0"/>
                      </a:cubicBezTo>
                      <a:cubicBezTo>
                        <a:pt x="38100" y="11144"/>
                        <a:pt x="33432" y="23336"/>
                        <a:pt x="30670" y="36004"/>
                      </a:cubicBezTo>
                      <a:cubicBezTo>
                        <a:pt x="29527" y="41053"/>
                        <a:pt x="28004" y="47244"/>
                        <a:pt x="22955" y="48673"/>
                      </a:cubicBezTo>
                      <a:cubicBezTo>
                        <a:pt x="21145" y="49244"/>
                        <a:pt x="19145" y="48958"/>
                        <a:pt x="17335" y="48673"/>
                      </a:cubicBezTo>
                      <a:cubicBezTo>
                        <a:pt x="11620" y="47911"/>
                        <a:pt x="5524" y="46767"/>
                        <a:pt x="0" y="46767"/>
                      </a:cubicBezTo>
                      <a:cubicBezTo>
                        <a:pt x="23241" y="58102"/>
                        <a:pt x="36956" y="72009"/>
                        <a:pt x="50672" y="93440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57" name="Forme libre : forme 16456">
                  <a:extLst>
                    <a:ext uri="{FF2B5EF4-FFF2-40B4-BE49-F238E27FC236}">
                      <a16:creationId xmlns:a16="http://schemas.microsoft.com/office/drawing/2014/main" id="{5B672C07-55F3-43E0-958B-80475393F95C}"/>
                    </a:ext>
                  </a:extLst>
                </p:cNvPr>
                <p:cNvSpPr/>
                <p:nvPr/>
              </p:nvSpPr>
              <p:spPr>
                <a:xfrm>
                  <a:off x="8084636" y="3869816"/>
                  <a:ext cx="45907" cy="49988"/>
                </a:xfrm>
                <a:custGeom>
                  <a:avLst/>
                  <a:gdLst>
                    <a:gd name="connsiteX0" fmla="*/ 16476 w 45907"/>
                    <a:gd name="connsiteY0" fmla="*/ 41053 h 49988"/>
                    <a:gd name="connsiteX1" fmla="*/ 188 w 45907"/>
                    <a:gd name="connsiteY1" fmla="*/ 0 h 49988"/>
                    <a:gd name="connsiteX2" fmla="*/ 7903 w 45907"/>
                    <a:gd name="connsiteY2" fmla="*/ 23813 h 49988"/>
                    <a:gd name="connsiteX3" fmla="*/ 45908 w 45907"/>
                    <a:gd name="connsiteY3" fmla="*/ 49054 h 49988"/>
                    <a:gd name="connsiteX4" fmla="*/ 16476 w 45907"/>
                    <a:gd name="connsiteY4" fmla="*/ 41053 h 49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907" h="49988">
                      <a:moveTo>
                        <a:pt x="16476" y="41053"/>
                      </a:moveTo>
                      <a:cubicBezTo>
                        <a:pt x="4664" y="31337"/>
                        <a:pt x="-1146" y="15240"/>
                        <a:pt x="188" y="0"/>
                      </a:cubicBezTo>
                      <a:cubicBezTo>
                        <a:pt x="1521" y="8287"/>
                        <a:pt x="3045" y="16954"/>
                        <a:pt x="7903" y="23813"/>
                      </a:cubicBezTo>
                      <a:cubicBezTo>
                        <a:pt x="15713" y="35052"/>
                        <a:pt x="43908" y="37433"/>
                        <a:pt x="45908" y="49054"/>
                      </a:cubicBezTo>
                      <a:cubicBezTo>
                        <a:pt x="36383" y="52102"/>
                        <a:pt x="24096" y="47244"/>
                        <a:pt x="16476" y="41053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58" name="Forme libre : forme 16457">
                  <a:extLst>
                    <a:ext uri="{FF2B5EF4-FFF2-40B4-BE49-F238E27FC236}">
                      <a16:creationId xmlns:a16="http://schemas.microsoft.com/office/drawing/2014/main" id="{A43190AD-FFC3-496D-84A7-6B6114ED59DE}"/>
                    </a:ext>
                  </a:extLst>
                </p:cNvPr>
                <p:cNvSpPr/>
                <p:nvPr/>
              </p:nvSpPr>
              <p:spPr>
                <a:xfrm>
                  <a:off x="802053" y="5177112"/>
                  <a:ext cx="88823" cy="186536"/>
                </a:xfrm>
                <a:custGeom>
                  <a:avLst/>
                  <a:gdLst>
                    <a:gd name="connsiteX0" fmla="*/ 88824 w 88823"/>
                    <a:gd name="connsiteY0" fmla="*/ 1249 h 186536"/>
                    <a:gd name="connsiteX1" fmla="*/ 51962 w 88823"/>
                    <a:gd name="connsiteY1" fmla="*/ 10964 h 186536"/>
                    <a:gd name="connsiteX2" fmla="*/ 11481 w 88823"/>
                    <a:gd name="connsiteY2" fmla="*/ 67829 h 186536"/>
                    <a:gd name="connsiteX3" fmla="*/ 51 w 88823"/>
                    <a:gd name="connsiteY3" fmla="*/ 137457 h 186536"/>
                    <a:gd name="connsiteX4" fmla="*/ 3385 w 88823"/>
                    <a:gd name="connsiteY4" fmla="*/ 161364 h 186536"/>
                    <a:gd name="connsiteX5" fmla="*/ 55677 w 88823"/>
                    <a:gd name="connsiteY5" fmla="*/ 186225 h 186536"/>
                    <a:gd name="connsiteX6" fmla="*/ 69679 w 88823"/>
                    <a:gd name="connsiteY6" fmla="*/ 184320 h 186536"/>
                    <a:gd name="connsiteX7" fmla="*/ 71488 w 88823"/>
                    <a:gd name="connsiteY7" fmla="*/ 157554 h 186536"/>
                    <a:gd name="connsiteX8" fmla="*/ 75965 w 88823"/>
                    <a:gd name="connsiteY8" fmla="*/ 21252 h 18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8823" h="186536">
                      <a:moveTo>
                        <a:pt x="88824" y="1249"/>
                      </a:moveTo>
                      <a:cubicBezTo>
                        <a:pt x="76251" y="-2656"/>
                        <a:pt x="62535" y="3154"/>
                        <a:pt x="51962" y="10964"/>
                      </a:cubicBezTo>
                      <a:cubicBezTo>
                        <a:pt x="33007" y="24967"/>
                        <a:pt x="19482" y="45636"/>
                        <a:pt x="11481" y="67829"/>
                      </a:cubicBezTo>
                      <a:cubicBezTo>
                        <a:pt x="3480" y="90022"/>
                        <a:pt x="622" y="113834"/>
                        <a:pt x="51" y="137457"/>
                      </a:cubicBezTo>
                      <a:cubicBezTo>
                        <a:pt x="-140" y="145553"/>
                        <a:pt x="51" y="153935"/>
                        <a:pt x="3385" y="161364"/>
                      </a:cubicBezTo>
                      <a:cubicBezTo>
                        <a:pt x="11767" y="179843"/>
                        <a:pt x="35484" y="184320"/>
                        <a:pt x="55677" y="186225"/>
                      </a:cubicBezTo>
                      <a:cubicBezTo>
                        <a:pt x="60439" y="186701"/>
                        <a:pt x="65678" y="186986"/>
                        <a:pt x="69679" y="184320"/>
                      </a:cubicBezTo>
                      <a:cubicBezTo>
                        <a:pt x="77680" y="178890"/>
                        <a:pt x="74632" y="166699"/>
                        <a:pt x="71488" y="157554"/>
                      </a:cubicBezTo>
                      <a:cubicBezTo>
                        <a:pt x="56153" y="113644"/>
                        <a:pt x="57772" y="64019"/>
                        <a:pt x="75965" y="21252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59" name="Forme libre : forme 16458">
                  <a:extLst>
                    <a:ext uri="{FF2B5EF4-FFF2-40B4-BE49-F238E27FC236}">
                      <a16:creationId xmlns:a16="http://schemas.microsoft.com/office/drawing/2014/main" id="{CBC49531-C2C4-4034-889F-78F21D1F9A9E}"/>
                    </a:ext>
                  </a:extLst>
                </p:cNvPr>
                <p:cNvSpPr/>
                <p:nvPr/>
              </p:nvSpPr>
              <p:spPr>
                <a:xfrm>
                  <a:off x="510141" y="5454756"/>
                  <a:ext cx="63538" cy="65658"/>
                </a:xfrm>
                <a:custGeom>
                  <a:avLst/>
                  <a:gdLst>
                    <a:gd name="connsiteX0" fmla="*/ 2689 w 63538"/>
                    <a:gd name="connsiteY0" fmla="*/ 43455 h 65658"/>
                    <a:gd name="connsiteX1" fmla="*/ 8309 w 63538"/>
                    <a:gd name="connsiteY1" fmla="*/ 56219 h 65658"/>
                    <a:gd name="connsiteX2" fmla="*/ 10023 w 63538"/>
                    <a:gd name="connsiteY2" fmla="*/ 58124 h 65658"/>
                    <a:gd name="connsiteX3" fmla="*/ 30407 w 63538"/>
                    <a:gd name="connsiteY3" fmla="*/ 65648 h 65658"/>
                    <a:gd name="connsiteX4" fmla="*/ 53648 w 63538"/>
                    <a:gd name="connsiteY4" fmla="*/ 57552 h 65658"/>
                    <a:gd name="connsiteX5" fmla="*/ 2689 w 63538"/>
                    <a:gd name="connsiteY5" fmla="*/ 43455 h 65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538" h="65658">
                      <a:moveTo>
                        <a:pt x="2689" y="43455"/>
                      </a:moveTo>
                      <a:cubicBezTo>
                        <a:pt x="3737" y="48027"/>
                        <a:pt x="5451" y="52504"/>
                        <a:pt x="8309" y="56219"/>
                      </a:cubicBezTo>
                      <a:cubicBezTo>
                        <a:pt x="8880" y="56885"/>
                        <a:pt x="9452" y="57552"/>
                        <a:pt x="10023" y="58124"/>
                      </a:cubicBezTo>
                      <a:cubicBezTo>
                        <a:pt x="15262" y="63362"/>
                        <a:pt x="22977" y="65839"/>
                        <a:pt x="30407" y="65648"/>
                      </a:cubicBezTo>
                      <a:cubicBezTo>
                        <a:pt x="38694" y="65458"/>
                        <a:pt x="46695" y="62124"/>
                        <a:pt x="53648" y="57552"/>
                      </a:cubicBezTo>
                      <a:cubicBezTo>
                        <a:pt x="97272" y="29358"/>
                        <a:pt x="-18837" y="-48271"/>
                        <a:pt x="2689" y="4345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60" name="Forme libre : forme 16459">
                  <a:extLst>
                    <a:ext uri="{FF2B5EF4-FFF2-40B4-BE49-F238E27FC236}">
                      <a16:creationId xmlns:a16="http://schemas.microsoft.com/office/drawing/2014/main" id="{F83BA67B-46FB-4FC5-9ECB-BF3077E8CEE3}"/>
                    </a:ext>
                  </a:extLst>
                </p:cNvPr>
                <p:cNvSpPr/>
                <p:nvPr/>
              </p:nvSpPr>
              <p:spPr>
                <a:xfrm>
                  <a:off x="453582" y="5570004"/>
                  <a:ext cx="69370" cy="50975"/>
                </a:xfrm>
                <a:custGeom>
                  <a:avLst/>
                  <a:gdLst>
                    <a:gd name="connsiteX0" fmla="*/ 4003 w 69370"/>
                    <a:gd name="connsiteY0" fmla="*/ 31267 h 50975"/>
                    <a:gd name="connsiteX1" fmla="*/ 3431 w 69370"/>
                    <a:gd name="connsiteY1" fmla="*/ 48316 h 50975"/>
                    <a:gd name="connsiteX2" fmla="*/ 8384 w 69370"/>
                    <a:gd name="connsiteY2" fmla="*/ 50126 h 50975"/>
                    <a:gd name="connsiteX3" fmla="*/ 67344 w 69370"/>
                    <a:gd name="connsiteY3" fmla="*/ 11931 h 50975"/>
                    <a:gd name="connsiteX4" fmla="*/ 4003 w 69370"/>
                    <a:gd name="connsiteY4" fmla="*/ 31267 h 50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370" h="50975">
                      <a:moveTo>
                        <a:pt x="4003" y="31267"/>
                      </a:moveTo>
                      <a:cubicBezTo>
                        <a:pt x="-474" y="35934"/>
                        <a:pt x="-1903" y="44697"/>
                        <a:pt x="3431" y="48316"/>
                      </a:cubicBezTo>
                      <a:cubicBezTo>
                        <a:pt x="4860" y="49269"/>
                        <a:pt x="6670" y="49745"/>
                        <a:pt x="8384" y="50126"/>
                      </a:cubicBezTo>
                      <a:cubicBezTo>
                        <a:pt x="29244" y="54413"/>
                        <a:pt x="80107" y="42602"/>
                        <a:pt x="67344" y="11931"/>
                      </a:cubicBezTo>
                      <a:cubicBezTo>
                        <a:pt x="54676" y="-18739"/>
                        <a:pt x="16957" y="17837"/>
                        <a:pt x="4003" y="3126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61" name="Forme libre : forme 16460">
                  <a:extLst>
                    <a:ext uri="{FF2B5EF4-FFF2-40B4-BE49-F238E27FC236}">
                      <a16:creationId xmlns:a16="http://schemas.microsoft.com/office/drawing/2014/main" id="{595C2E44-7333-4687-94D0-ED37E062B93C}"/>
                    </a:ext>
                  </a:extLst>
                </p:cNvPr>
                <p:cNvSpPr/>
                <p:nvPr/>
              </p:nvSpPr>
              <p:spPr>
                <a:xfrm>
                  <a:off x="280100" y="5640753"/>
                  <a:ext cx="128144" cy="186076"/>
                </a:xfrm>
                <a:custGeom>
                  <a:avLst/>
                  <a:gdLst>
                    <a:gd name="connsiteX0" fmla="*/ 121763 w 128144"/>
                    <a:gd name="connsiteY0" fmla="*/ 5761 h 186076"/>
                    <a:gd name="connsiteX1" fmla="*/ 63756 w 128144"/>
                    <a:gd name="connsiteY1" fmla="*/ 8047 h 186076"/>
                    <a:gd name="connsiteX2" fmla="*/ 9654 w 128144"/>
                    <a:gd name="connsiteY2" fmla="*/ 57768 h 186076"/>
                    <a:gd name="connsiteX3" fmla="*/ 6892 w 128144"/>
                    <a:gd name="connsiteY3" fmla="*/ 130158 h 186076"/>
                    <a:gd name="connsiteX4" fmla="*/ 35181 w 128144"/>
                    <a:gd name="connsiteY4" fmla="*/ 167686 h 186076"/>
                    <a:gd name="connsiteX5" fmla="*/ 62422 w 128144"/>
                    <a:gd name="connsiteY5" fmla="*/ 185879 h 186076"/>
                    <a:gd name="connsiteX6" fmla="*/ 82425 w 128144"/>
                    <a:gd name="connsiteY6" fmla="*/ 182641 h 186076"/>
                    <a:gd name="connsiteX7" fmla="*/ 115286 w 128144"/>
                    <a:gd name="connsiteY7" fmla="*/ 161972 h 186076"/>
                    <a:gd name="connsiteX8" fmla="*/ 119096 w 128144"/>
                    <a:gd name="connsiteY8" fmla="*/ 136254 h 186076"/>
                    <a:gd name="connsiteX9" fmla="*/ 128145 w 128144"/>
                    <a:gd name="connsiteY9" fmla="*/ 30812 h 186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8144" h="186076">
                      <a:moveTo>
                        <a:pt x="121763" y="5761"/>
                      </a:moveTo>
                      <a:cubicBezTo>
                        <a:pt x="104142" y="-3954"/>
                        <a:pt x="82044" y="-144"/>
                        <a:pt x="63756" y="8047"/>
                      </a:cubicBezTo>
                      <a:cubicBezTo>
                        <a:pt x="40991" y="18335"/>
                        <a:pt x="20893" y="35479"/>
                        <a:pt x="9654" y="57768"/>
                      </a:cubicBezTo>
                      <a:cubicBezTo>
                        <a:pt x="-1681" y="80056"/>
                        <a:pt x="-3586" y="107488"/>
                        <a:pt x="6892" y="130158"/>
                      </a:cubicBezTo>
                      <a:cubicBezTo>
                        <a:pt x="13464" y="144445"/>
                        <a:pt x="24418" y="156256"/>
                        <a:pt x="35181" y="167686"/>
                      </a:cubicBezTo>
                      <a:cubicBezTo>
                        <a:pt x="42801" y="175878"/>
                        <a:pt x="51373" y="184451"/>
                        <a:pt x="62422" y="185879"/>
                      </a:cubicBezTo>
                      <a:cubicBezTo>
                        <a:pt x="69185" y="186736"/>
                        <a:pt x="75948" y="184641"/>
                        <a:pt x="82425" y="182641"/>
                      </a:cubicBezTo>
                      <a:cubicBezTo>
                        <a:pt x="95188" y="178735"/>
                        <a:pt x="109095" y="173783"/>
                        <a:pt x="115286" y="161972"/>
                      </a:cubicBezTo>
                      <a:cubicBezTo>
                        <a:pt x="119382" y="154256"/>
                        <a:pt x="119191" y="145017"/>
                        <a:pt x="119096" y="136254"/>
                      </a:cubicBezTo>
                      <a:cubicBezTo>
                        <a:pt x="118810" y="100916"/>
                        <a:pt x="121858" y="65579"/>
                        <a:pt x="128145" y="30812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62" name="Forme libre : forme 16461">
                  <a:extLst>
                    <a:ext uri="{FF2B5EF4-FFF2-40B4-BE49-F238E27FC236}">
                      <a16:creationId xmlns:a16="http://schemas.microsoft.com/office/drawing/2014/main" id="{C88AB961-D508-441A-AC88-FCE04356F952}"/>
                    </a:ext>
                  </a:extLst>
                </p:cNvPr>
                <p:cNvSpPr/>
                <p:nvPr/>
              </p:nvSpPr>
              <p:spPr>
                <a:xfrm>
                  <a:off x="669229" y="5427422"/>
                  <a:ext cx="144450" cy="130767"/>
                </a:xfrm>
                <a:custGeom>
                  <a:avLst/>
                  <a:gdLst>
                    <a:gd name="connsiteX0" fmla="*/ 48102 w 144450"/>
                    <a:gd name="connsiteY0" fmla="*/ 19544 h 130767"/>
                    <a:gd name="connsiteX1" fmla="*/ 15432 w 144450"/>
                    <a:gd name="connsiteY1" fmla="*/ 41452 h 130767"/>
                    <a:gd name="connsiteX2" fmla="*/ 1 w 144450"/>
                    <a:gd name="connsiteY2" fmla="*/ 76790 h 130767"/>
                    <a:gd name="connsiteX3" fmla="*/ 44197 w 144450"/>
                    <a:gd name="connsiteY3" fmla="*/ 126987 h 130767"/>
                    <a:gd name="connsiteX4" fmla="*/ 82678 w 144450"/>
                    <a:gd name="connsiteY4" fmla="*/ 129272 h 130767"/>
                    <a:gd name="connsiteX5" fmla="*/ 136399 w 144450"/>
                    <a:gd name="connsiteY5" fmla="*/ 80028 h 130767"/>
                    <a:gd name="connsiteX6" fmla="*/ 130494 w 144450"/>
                    <a:gd name="connsiteY6" fmla="*/ 2114 h 130767"/>
                    <a:gd name="connsiteX7" fmla="*/ 48102 w 144450"/>
                    <a:gd name="connsiteY7" fmla="*/ 19544 h 130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450" h="130767">
                      <a:moveTo>
                        <a:pt x="48102" y="19544"/>
                      </a:moveTo>
                      <a:cubicBezTo>
                        <a:pt x="36196" y="25164"/>
                        <a:pt x="24480" y="31927"/>
                        <a:pt x="15432" y="41452"/>
                      </a:cubicBezTo>
                      <a:cubicBezTo>
                        <a:pt x="6288" y="50977"/>
                        <a:pt x="-94" y="63645"/>
                        <a:pt x="1" y="76790"/>
                      </a:cubicBezTo>
                      <a:cubicBezTo>
                        <a:pt x="96" y="100697"/>
                        <a:pt x="21432" y="119938"/>
                        <a:pt x="44197" y="126987"/>
                      </a:cubicBezTo>
                      <a:cubicBezTo>
                        <a:pt x="56580" y="130796"/>
                        <a:pt x="70010" y="132035"/>
                        <a:pt x="82678" y="129272"/>
                      </a:cubicBezTo>
                      <a:cubicBezTo>
                        <a:pt x="107443" y="123939"/>
                        <a:pt x="127350" y="103746"/>
                        <a:pt x="136399" y="80028"/>
                      </a:cubicBezTo>
                      <a:cubicBezTo>
                        <a:pt x="143352" y="62026"/>
                        <a:pt x="152782" y="10591"/>
                        <a:pt x="130494" y="2114"/>
                      </a:cubicBezTo>
                      <a:cubicBezTo>
                        <a:pt x="109539" y="-5887"/>
                        <a:pt x="66867" y="10781"/>
                        <a:pt x="48102" y="1954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63" name="Forme libre : forme 16462">
                  <a:extLst>
                    <a:ext uri="{FF2B5EF4-FFF2-40B4-BE49-F238E27FC236}">
                      <a16:creationId xmlns:a16="http://schemas.microsoft.com/office/drawing/2014/main" id="{BFEC6E28-3411-4C64-B111-75291DDA9045}"/>
                    </a:ext>
                  </a:extLst>
                </p:cNvPr>
                <p:cNvSpPr/>
                <p:nvPr/>
              </p:nvSpPr>
              <p:spPr>
                <a:xfrm>
                  <a:off x="534486" y="5606707"/>
                  <a:ext cx="212644" cy="128781"/>
                </a:xfrm>
                <a:custGeom>
                  <a:avLst/>
                  <a:gdLst>
                    <a:gd name="connsiteX0" fmla="*/ 76546 w 212644"/>
                    <a:gd name="connsiteY0" fmla="*/ 8089 h 128781"/>
                    <a:gd name="connsiteX1" fmla="*/ 52544 w 212644"/>
                    <a:gd name="connsiteY1" fmla="*/ 39522 h 128781"/>
                    <a:gd name="connsiteX2" fmla="*/ 1490 w 212644"/>
                    <a:gd name="connsiteY2" fmla="*/ 85147 h 128781"/>
                    <a:gd name="connsiteX3" fmla="*/ 2918 w 212644"/>
                    <a:gd name="connsiteY3" fmla="*/ 101720 h 128781"/>
                    <a:gd name="connsiteX4" fmla="*/ 33779 w 212644"/>
                    <a:gd name="connsiteY4" fmla="*/ 104292 h 128781"/>
                    <a:gd name="connsiteX5" fmla="*/ 92644 w 212644"/>
                    <a:gd name="connsiteY5" fmla="*/ 125913 h 128781"/>
                    <a:gd name="connsiteX6" fmla="*/ 140078 w 212644"/>
                    <a:gd name="connsiteY6" fmla="*/ 121818 h 128781"/>
                    <a:gd name="connsiteX7" fmla="*/ 152175 w 212644"/>
                    <a:gd name="connsiteY7" fmla="*/ 111245 h 128781"/>
                    <a:gd name="connsiteX8" fmla="*/ 164081 w 212644"/>
                    <a:gd name="connsiteY8" fmla="*/ 82194 h 128781"/>
                    <a:gd name="connsiteX9" fmla="*/ 189323 w 212644"/>
                    <a:gd name="connsiteY9" fmla="*/ 86480 h 128781"/>
                    <a:gd name="connsiteX10" fmla="*/ 212278 w 212644"/>
                    <a:gd name="connsiteY10" fmla="*/ 81812 h 128781"/>
                    <a:gd name="connsiteX11" fmla="*/ 194561 w 212644"/>
                    <a:gd name="connsiteY11" fmla="*/ 60858 h 128781"/>
                    <a:gd name="connsiteX12" fmla="*/ 177226 w 212644"/>
                    <a:gd name="connsiteY12" fmla="*/ 18662 h 128781"/>
                    <a:gd name="connsiteX13" fmla="*/ 173321 w 212644"/>
                    <a:gd name="connsiteY13" fmla="*/ 5327 h 128781"/>
                    <a:gd name="connsiteX14" fmla="*/ 146936 w 212644"/>
                    <a:gd name="connsiteY14" fmla="*/ 2279 h 128781"/>
                    <a:gd name="connsiteX15" fmla="*/ 110265 w 212644"/>
                    <a:gd name="connsiteY15" fmla="*/ 13995 h 128781"/>
                    <a:gd name="connsiteX16" fmla="*/ 76546 w 212644"/>
                    <a:gd name="connsiteY16" fmla="*/ 8089 h 12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2644" h="128781">
                      <a:moveTo>
                        <a:pt x="76546" y="8089"/>
                      </a:moveTo>
                      <a:cubicBezTo>
                        <a:pt x="63783" y="12566"/>
                        <a:pt x="60449" y="28663"/>
                        <a:pt x="52544" y="39522"/>
                      </a:cubicBezTo>
                      <a:cubicBezTo>
                        <a:pt x="38923" y="58286"/>
                        <a:pt x="9681" y="63429"/>
                        <a:pt x="1490" y="85147"/>
                      </a:cubicBezTo>
                      <a:cubicBezTo>
                        <a:pt x="-606" y="90576"/>
                        <a:pt x="-796" y="97244"/>
                        <a:pt x="2918" y="101720"/>
                      </a:cubicBezTo>
                      <a:cubicBezTo>
                        <a:pt x="9871" y="110007"/>
                        <a:pt x="23016" y="105149"/>
                        <a:pt x="33779" y="104292"/>
                      </a:cubicBezTo>
                      <a:cubicBezTo>
                        <a:pt x="54830" y="102672"/>
                        <a:pt x="72451" y="119436"/>
                        <a:pt x="92644" y="125913"/>
                      </a:cubicBezTo>
                      <a:cubicBezTo>
                        <a:pt x="108169" y="130866"/>
                        <a:pt x="125600" y="129343"/>
                        <a:pt x="140078" y="121818"/>
                      </a:cubicBezTo>
                      <a:cubicBezTo>
                        <a:pt x="144936" y="119341"/>
                        <a:pt x="149508" y="116007"/>
                        <a:pt x="152175" y="111245"/>
                      </a:cubicBezTo>
                      <a:cubicBezTo>
                        <a:pt x="157414" y="101911"/>
                        <a:pt x="154937" y="87719"/>
                        <a:pt x="164081" y="82194"/>
                      </a:cubicBezTo>
                      <a:cubicBezTo>
                        <a:pt x="171701" y="77622"/>
                        <a:pt x="181131" y="82861"/>
                        <a:pt x="189323" y="86480"/>
                      </a:cubicBezTo>
                      <a:cubicBezTo>
                        <a:pt x="197419" y="90195"/>
                        <a:pt x="209896" y="90385"/>
                        <a:pt x="212278" y="81812"/>
                      </a:cubicBezTo>
                      <a:cubicBezTo>
                        <a:pt x="214945" y="72287"/>
                        <a:pt x="202467" y="66763"/>
                        <a:pt x="194561" y="60858"/>
                      </a:cubicBezTo>
                      <a:cubicBezTo>
                        <a:pt x="181988" y="51428"/>
                        <a:pt x="178750" y="34283"/>
                        <a:pt x="177226" y="18662"/>
                      </a:cubicBezTo>
                      <a:cubicBezTo>
                        <a:pt x="176750" y="13995"/>
                        <a:pt x="176273" y="9042"/>
                        <a:pt x="173321" y="5327"/>
                      </a:cubicBezTo>
                      <a:cubicBezTo>
                        <a:pt x="167510" y="-2103"/>
                        <a:pt x="155985" y="-388"/>
                        <a:pt x="146936" y="2279"/>
                      </a:cubicBezTo>
                      <a:cubicBezTo>
                        <a:pt x="135887" y="5518"/>
                        <a:pt x="121790" y="13900"/>
                        <a:pt x="110265" y="13995"/>
                      </a:cubicBezTo>
                      <a:cubicBezTo>
                        <a:pt x="98454" y="14281"/>
                        <a:pt x="88548" y="3803"/>
                        <a:pt x="76546" y="808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64" name="Forme libre : forme 16463">
                  <a:extLst>
                    <a:ext uri="{FF2B5EF4-FFF2-40B4-BE49-F238E27FC236}">
                      <a16:creationId xmlns:a16="http://schemas.microsoft.com/office/drawing/2014/main" id="{E35CC77E-6B8C-4756-9E5F-8939839B5A89}"/>
                    </a:ext>
                  </a:extLst>
                </p:cNvPr>
                <p:cNvSpPr/>
                <p:nvPr/>
              </p:nvSpPr>
              <p:spPr>
                <a:xfrm>
                  <a:off x="524650" y="5745341"/>
                  <a:ext cx="97145" cy="74731"/>
                </a:xfrm>
                <a:custGeom>
                  <a:avLst/>
                  <a:gdLst>
                    <a:gd name="connsiteX0" fmla="*/ 97146 w 97145"/>
                    <a:gd name="connsiteY0" fmla="*/ 27666 h 74731"/>
                    <a:gd name="connsiteX1" fmla="*/ 74857 w 97145"/>
                    <a:gd name="connsiteY1" fmla="*/ 15759 h 74731"/>
                    <a:gd name="connsiteX2" fmla="*/ 36948 w 97145"/>
                    <a:gd name="connsiteY2" fmla="*/ 424 h 74731"/>
                    <a:gd name="connsiteX3" fmla="*/ 7134 w 97145"/>
                    <a:gd name="connsiteY3" fmla="*/ 9187 h 74731"/>
                    <a:gd name="connsiteX4" fmla="*/ 943 w 97145"/>
                    <a:gd name="connsiteY4" fmla="*/ 29380 h 74731"/>
                    <a:gd name="connsiteX5" fmla="*/ 6087 w 97145"/>
                    <a:gd name="connsiteY5" fmla="*/ 63479 h 74731"/>
                    <a:gd name="connsiteX6" fmla="*/ 31899 w 97145"/>
                    <a:gd name="connsiteY6" fmla="*/ 74433 h 74731"/>
                    <a:gd name="connsiteX7" fmla="*/ 95526 w 97145"/>
                    <a:gd name="connsiteY7" fmla="*/ 56431 h 74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7145" h="74731">
                      <a:moveTo>
                        <a:pt x="97146" y="27666"/>
                      </a:moveTo>
                      <a:cubicBezTo>
                        <a:pt x="88573" y="27570"/>
                        <a:pt x="81715" y="20903"/>
                        <a:pt x="74857" y="15759"/>
                      </a:cubicBezTo>
                      <a:cubicBezTo>
                        <a:pt x="63808" y="7472"/>
                        <a:pt x="50664" y="2138"/>
                        <a:pt x="36948" y="424"/>
                      </a:cubicBezTo>
                      <a:cubicBezTo>
                        <a:pt x="26184" y="-909"/>
                        <a:pt x="13802" y="614"/>
                        <a:pt x="7134" y="9187"/>
                      </a:cubicBezTo>
                      <a:cubicBezTo>
                        <a:pt x="2753" y="14806"/>
                        <a:pt x="1800" y="22332"/>
                        <a:pt x="943" y="29380"/>
                      </a:cubicBezTo>
                      <a:cubicBezTo>
                        <a:pt x="-390" y="41096"/>
                        <a:pt x="-1438" y="54335"/>
                        <a:pt x="6087" y="63479"/>
                      </a:cubicBezTo>
                      <a:cubicBezTo>
                        <a:pt x="12183" y="70909"/>
                        <a:pt x="22374" y="73576"/>
                        <a:pt x="31899" y="74433"/>
                      </a:cubicBezTo>
                      <a:cubicBezTo>
                        <a:pt x="54378" y="76243"/>
                        <a:pt x="77334" y="69766"/>
                        <a:pt x="95526" y="56431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65" name="Forme libre : forme 16464">
                  <a:extLst>
                    <a:ext uri="{FF2B5EF4-FFF2-40B4-BE49-F238E27FC236}">
                      <a16:creationId xmlns:a16="http://schemas.microsoft.com/office/drawing/2014/main" id="{55F85D58-6C56-483B-88EB-ECA03559FC37}"/>
                    </a:ext>
                  </a:extLst>
                </p:cNvPr>
                <p:cNvSpPr/>
                <p:nvPr/>
              </p:nvSpPr>
              <p:spPr>
                <a:xfrm>
                  <a:off x="899601" y="5416678"/>
                  <a:ext cx="102306" cy="184187"/>
                </a:xfrm>
                <a:custGeom>
                  <a:avLst/>
                  <a:gdLst>
                    <a:gd name="connsiteX0" fmla="*/ 11945 w 102306"/>
                    <a:gd name="connsiteY0" fmla="*/ 66768 h 184187"/>
                    <a:gd name="connsiteX1" fmla="*/ 1182 w 102306"/>
                    <a:gd name="connsiteY1" fmla="*/ 142778 h 184187"/>
                    <a:gd name="connsiteX2" fmla="*/ 3277 w 102306"/>
                    <a:gd name="connsiteY2" fmla="*/ 170400 h 184187"/>
                    <a:gd name="connsiteX3" fmla="*/ 38520 w 102306"/>
                    <a:gd name="connsiteY3" fmla="*/ 184021 h 184187"/>
                    <a:gd name="connsiteX4" fmla="*/ 91955 w 102306"/>
                    <a:gd name="connsiteY4" fmla="*/ 129633 h 184187"/>
                    <a:gd name="connsiteX5" fmla="*/ 102147 w 102306"/>
                    <a:gd name="connsiteY5" fmla="*/ 38289 h 184187"/>
                    <a:gd name="connsiteX6" fmla="*/ 76334 w 102306"/>
                    <a:gd name="connsiteY6" fmla="*/ 379 h 184187"/>
                    <a:gd name="connsiteX7" fmla="*/ 11945 w 102306"/>
                    <a:gd name="connsiteY7" fmla="*/ 66768 h 184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2306" h="184187">
                      <a:moveTo>
                        <a:pt x="11945" y="66768"/>
                      </a:moveTo>
                      <a:cubicBezTo>
                        <a:pt x="8325" y="92105"/>
                        <a:pt x="4706" y="117441"/>
                        <a:pt x="1182" y="142778"/>
                      </a:cubicBezTo>
                      <a:cubicBezTo>
                        <a:pt x="-152" y="152113"/>
                        <a:pt x="-1295" y="162209"/>
                        <a:pt x="3277" y="170400"/>
                      </a:cubicBezTo>
                      <a:cubicBezTo>
                        <a:pt x="9849" y="182021"/>
                        <a:pt x="25280" y="184973"/>
                        <a:pt x="38520" y="184021"/>
                      </a:cubicBezTo>
                      <a:cubicBezTo>
                        <a:pt x="70143" y="181735"/>
                        <a:pt x="93479" y="161923"/>
                        <a:pt x="91955" y="129633"/>
                      </a:cubicBezTo>
                      <a:cubicBezTo>
                        <a:pt x="90336" y="97153"/>
                        <a:pt x="100527" y="70197"/>
                        <a:pt x="102147" y="38289"/>
                      </a:cubicBezTo>
                      <a:cubicBezTo>
                        <a:pt x="103099" y="18572"/>
                        <a:pt x="100432" y="-3145"/>
                        <a:pt x="76334" y="379"/>
                      </a:cubicBezTo>
                      <a:cubicBezTo>
                        <a:pt x="41568" y="5618"/>
                        <a:pt x="16612" y="34002"/>
                        <a:pt x="11945" y="6676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66" name="Forme libre : forme 16465">
                  <a:extLst>
                    <a:ext uri="{FF2B5EF4-FFF2-40B4-BE49-F238E27FC236}">
                      <a16:creationId xmlns:a16="http://schemas.microsoft.com/office/drawing/2014/main" id="{5C38E980-317D-4A89-822A-BBF53D53482F}"/>
                    </a:ext>
                  </a:extLst>
                </p:cNvPr>
                <p:cNvSpPr/>
                <p:nvPr/>
              </p:nvSpPr>
              <p:spPr>
                <a:xfrm>
                  <a:off x="1050957" y="5251657"/>
                  <a:ext cx="108214" cy="158779"/>
                </a:xfrm>
                <a:custGeom>
                  <a:avLst/>
                  <a:gdLst>
                    <a:gd name="connsiteX0" fmla="*/ 5750 w 108214"/>
                    <a:gd name="connsiteY0" fmla="*/ 48338 h 158779"/>
                    <a:gd name="connsiteX1" fmla="*/ 131 w 108214"/>
                    <a:gd name="connsiteY1" fmla="*/ 95392 h 158779"/>
                    <a:gd name="connsiteX2" fmla="*/ 1178 w 108214"/>
                    <a:gd name="connsiteY2" fmla="*/ 110632 h 158779"/>
                    <a:gd name="connsiteX3" fmla="*/ 13275 w 108214"/>
                    <a:gd name="connsiteY3" fmla="*/ 128539 h 158779"/>
                    <a:gd name="connsiteX4" fmla="*/ 91380 w 108214"/>
                    <a:gd name="connsiteY4" fmla="*/ 158733 h 158779"/>
                    <a:gd name="connsiteX5" fmla="*/ 102429 w 108214"/>
                    <a:gd name="connsiteY5" fmla="*/ 156066 h 158779"/>
                    <a:gd name="connsiteX6" fmla="*/ 107954 w 108214"/>
                    <a:gd name="connsiteY6" fmla="*/ 140255 h 158779"/>
                    <a:gd name="connsiteX7" fmla="*/ 91190 w 108214"/>
                    <a:gd name="connsiteY7" fmla="*/ 70437 h 158779"/>
                    <a:gd name="connsiteX8" fmla="*/ 88904 w 108214"/>
                    <a:gd name="connsiteY8" fmla="*/ 18049 h 158779"/>
                    <a:gd name="connsiteX9" fmla="*/ 5750 w 108214"/>
                    <a:gd name="connsiteY9" fmla="*/ 48338 h 158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214" h="158779">
                      <a:moveTo>
                        <a:pt x="5750" y="48338"/>
                      </a:moveTo>
                      <a:cubicBezTo>
                        <a:pt x="1274" y="63483"/>
                        <a:pt x="702" y="79581"/>
                        <a:pt x="131" y="95392"/>
                      </a:cubicBezTo>
                      <a:cubicBezTo>
                        <a:pt x="-60" y="100535"/>
                        <a:pt x="-250" y="105679"/>
                        <a:pt x="1178" y="110632"/>
                      </a:cubicBezTo>
                      <a:cubicBezTo>
                        <a:pt x="3083" y="117681"/>
                        <a:pt x="7941" y="123491"/>
                        <a:pt x="13275" y="128539"/>
                      </a:cubicBezTo>
                      <a:cubicBezTo>
                        <a:pt x="33944" y="148446"/>
                        <a:pt x="62710" y="159590"/>
                        <a:pt x="91380" y="158733"/>
                      </a:cubicBezTo>
                      <a:cubicBezTo>
                        <a:pt x="95190" y="158638"/>
                        <a:pt x="99191" y="158257"/>
                        <a:pt x="102429" y="156066"/>
                      </a:cubicBezTo>
                      <a:cubicBezTo>
                        <a:pt x="107287" y="152828"/>
                        <a:pt x="108906" y="146065"/>
                        <a:pt x="107954" y="140255"/>
                      </a:cubicBezTo>
                      <a:cubicBezTo>
                        <a:pt x="104049" y="115585"/>
                        <a:pt x="91190" y="96821"/>
                        <a:pt x="91190" y="70437"/>
                      </a:cubicBezTo>
                      <a:cubicBezTo>
                        <a:pt x="91190" y="54339"/>
                        <a:pt x="95476" y="33384"/>
                        <a:pt x="88904" y="18049"/>
                      </a:cubicBezTo>
                      <a:cubicBezTo>
                        <a:pt x="70139" y="-25385"/>
                        <a:pt x="14228" y="19573"/>
                        <a:pt x="5750" y="4833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67" name="Forme libre : forme 16466">
                  <a:extLst>
                    <a:ext uri="{FF2B5EF4-FFF2-40B4-BE49-F238E27FC236}">
                      <a16:creationId xmlns:a16="http://schemas.microsoft.com/office/drawing/2014/main" id="{70FF387A-3534-4735-B353-5961D1093859}"/>
                    </a:ext>
                  </a:extLst>
                </p:cNvPr>
                <p:cNvSpPr/>
                <p:nvPr/>
              </p:nvSpPr>
              <p:spPr>
                <a:xfrm>
                  <a:off x="1282718" y="5226924"/>
                  <a:ext cx="140645" cy="188203"/>
                </a:xfrm>
                <a:custGeom>
                  <a:avLst/>
                  <a:gdLst>
                    <a:gd name="connsiteX0" fmla="*/ 684 w 140645"/>
                    <a:gd name="connsiteY0" fmla="*/ 93169 h 188203"/>
                    <a:gd name="connsiteX1" fmla="*/ 37546 w 140645"/>
                    <a:gd name="connsiteY1" fmla="*/ 171274 h 188203"/>
                    <a:gd name="connsiteX2" fmla="*/ 89076 w 140645"/>
                    <a:gd name="connsiteY2" fmla="*/ 184323 h 188203"/>
                    <a:gd name="connsiteX3" fmla="*/ 117365 w 140645"/>
                    <a:gd name="connsiteY3" fmla="*/ 188038 h 188203"/>
                    <a:gd name="connsiteX4" fmla="*/ 139749 w 140645"/>
                    <a:gd name="connsiteY4" fmla="*/ 172799 h 188203"/>
                    <a:gd name="connsiteX5" fmla="*/ 129081 w 140645"/>
                    <a:gd name="connsiteY5" fmla="*/ 139651 h 188203"/>
                    <a:gd name="connsiteX6" fmla="*/ 105363 w 140645"/>
                    <a:gd name="connsiteY6" fmla="*/ 59641 h 188203"/>
                    <a:gd name="connsiteX7" fmla="*/ 88695 w 140645"/>
                    <a:gd name="connsiteY7" fmla="*/ 4873 h 188203"/>
                    <a:gd name="connsiteX8" fmla="*/ 684 w 140645"/>
                    <a:gd name="connsiteY8" fmla="*/ 93169 h 188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0645" h="188203">
                      <a:moveTo>
                        <a:pt x="684" y="93169"/>
                      </a:moveTo>
                      <a:cubicBezTo>
                        <a:pt x="-3317" y="123554"/>
                        <a:pt x="10399" y="157082"/>
                        <a:pt x="37546" y="171274"/>
                      </a:cubicBezTo>
                      <a:cubicBezTo>
                        <a:pt x="53357" y="179561"/>
                        <a:pt x="71645" y="180799"/>
                        <a:pt x="89076" y="184323"/>
                      </a:cubicBezTo>
                      <a:cubicBezTo>
                        <a:pt x="98410" y="186229"/>
                        <a:pt x="107840" y="188896"/>
                        <a:pt x="117365" y="188038"/>
                      </a:cubicBezTo>
                      <a:cubicBezTo>
                        <a:pt x="126890" y="187181"/>
                        <a:pt x="136796" y="181847"/>
                        <a:pt x="139749" y="172799"/>
                      </a:cubicBezTo>
                      <a:cubicBezTo>
                        <a:pt x="143368" y="161368"/>
                        <a:pt x="135272" y="150034"/>
                        <a:pt x="129081" y="139651"/>
                      </a:cubicBezTo>
                      <a:cubicBezTo>
                        <a:pt x="114793" y="115458"/>
                        <a:pt x="109936" y="86978"/>
                        <a:pt x="105363" y="59641"/>
                      </a:cubicBezTo>
                      <a:cubicBezTo>
                        <a:pt x="102792" y="44592"/>
                        <a:pt x="102506" y="15159"/>
                        <a:pt x="88695" y="4873"/>
                      </a:cubicBezTo>
                      <a:cubicBezTo>
                        <a:pt x="53166" y="-21607"/>
                        <a:pt x="4113" y="67261"/>
                        <a:pt x="684" y="9316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68" name="Forme libre : forme 16467">
                  <a:extLst>
                    <a:ext uri="{FF2B5EF4-FFF2-40B4-BE49-F238E27FC236}">
                      <a16:creationId xmlns:a16="http://schemas.microsoft.com/office/drawing/2014/main" id="{C5D3B4CA-468A-4E42-817C-C4D38BABEC16}"/>
                    </a:ext>
                  </a:extLst>
                </p:cNvPr>
                <p:cNvSpPr/>
                <p:nvPr/>
              </p:nvSpPr>
              <p:spPr>
                <a:xfrm>
                  <a:off x="1129354" y="5461501"/>
                  <a:ext cx="71579" cy="104504"/>
                </a:xfrm>
                <a:custGeom>
                  <a:avLst/>
                  <a:gdLst>
                    <a:gd name="connsiteX0" fmla="*/ 1268 w 71579"/>
                    <a:gd name="connsiteY0" fmla="*/ 54616 h 104504"/>
                    <a:gd name="connsiteX1" fmla="*/ 23366 w 71579"/>
                    <a:gd name="connsiteY1" fmla="*/ 97098 h 104504"/>
                    <a:gd name="connsiteX2" fmla="*/ 69371 w 71579"/>
                    <a:gd name="connsiteY2" fmla="*/ 89192 h 104504"/>
                    <a:gd name="connsiteX3" fmla="*/ 58227 w 71579"/>
                    <a:gd name="connsiteY3" fmla="*/ 25565 h 104504"/>
                    <a:gd name="connsiteX4" fmla="*/ 1268 w 71579"/>
                    <a:gd name="connsiteY4" fmla="*/ 54616 h 104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579" h="104504">
                      <a:moveTo>
                        <a:pt x="1268" y="54616"/>
                      </a:moveTo>
                      <a:cubicBezTo>
                        <a:pt x="4887" y="70523"/>
                        <a:pt x="10602" y="87002"/>
                        <a:pt x="23366" y="97098"/>
                      </a:cubicBezTo>
                      <a:cubicBezTo>
                        <a:pt x="37653" y="108433"/>
                        <a:pt x="61656" y="107480"/>
                        <a:pt x="69371" y="89192"/>
                      </a:cubicBezTo>
                      <a:cubicBezTo>
                        <a:pt x="76896" y="71476"/>
                        <a:pt x="63180" y="43186"/>
                        <a:pt x="58227" y="25565"/>
                      </a:cubicBezTo>
                      <a:cubicBezTo>
                        <a:pt x="43273" y="-26917"/>
                        <a:pt x="-8734" y="10802"/>
                        <a:pt x="1268" y="5461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69" name="Forme libre : forme 16468">
                  <a:extLst>
                    <a:ext uri="{FF2B5EF4-FFF2-40B4-BE49-F238E27FC236}">
                      <a16:creationId xmlns:a16="http://schemas.microsoft.com/office/drawing/2014/main" id="{E87E2F71-608C-4FAE-B581-D4E73B876ECC}"/>
                    </a:ext>
                  </a:extLst>
                </p:cNvPr>
                <p:cNvSpPr/>
                <p:nvPr/>
              </p:nvSpPr>
              <p:spPr>
                <a:xfrm>
                  <a:off x="929663" y="5639761"/>
                  <a:ext cx="189358" cy="127728"/>
                </a:xfrm>
                <a:custGeom>
                  <a:avLst/>
                  <a:gdLst>
                    <a:gd name="connsiteX0" fmla="*/ 67799 w 189358"/>
                    <a:gd name="connsiteY0" fmla="*/ 7992 h 127728"/>
                    <a:gd name="connsiteX1" fmla="*/ 26841 w 189358"/>
                    <a:gd name="connsiteY1" fmla="*/ 10754 h 127728"/>
                    <a:gd name="connsiteX2" fmla="*/ 76 w 189358"/>
                    <a:gd name="connsiteY2" fmla="*/ 38757 h 127728"/>
                    <a:gd name="connsiteX3" fmla="*/ 11411 w 189358"/>
                    <a:gd name="connsiteY3" fmla="*/ 64665 h 127728"/>
                    <a:gd name="connsiteX4" fmla="*/ 35890 w 189358"/>
                    <a:gd name="connsiteY4" fmla="*/ 80381 h 127728"/>
                    <a:gd name="connsiteX5" fmla="*/ 129330 w 189358"/>
                    <a:gd name="connsiteY5" fmla="*/ 122196 h 127728"/>
                    <a:gd name="connsiteX6" fmla="*/ 166287 w 189358"/>
                    <a:gd name="connsiteY6" fmla="*/ 126768 h 127728"/>
                    <a:gd name="connsiteX7" fmla="*/ 189338 w 189358"/>
                    <a:gd name="connsiteY7" fmla="*/ 100860 h 127728"/>
                    <a:gd name="connsiteX8" fmla="*/ 165811 w 189358"/>
                    <a:gd name="connsiteY8" fmla="*/ 59998 h 127728"/>
                    <a:gd name="connsiteX9" fmla="*/ 153333 w 189358"/>
                    <a:gd name="connsiteY9" fmla="*/ 16088 h 127728"/>
                    <a:gd name="connsiteX10" fmla="*/ 67799 w 189358"/>
                    <a:gd name="connsiteY10" fmla="*/ 7992 h 127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9358" h="127728">
                      <a:moveTo>
                        <a:pt x="67799" y="7992"/>
                      </a:moveTo>
                      <a:cubicBezTo>
                        <a:pt x="54083" y="7992"/>
                        <a:pt x="39986" y="6849"/>
                        <a:pt x="26841" y="10754"/>
                      </a:cubicBezTo>
                      <a:cubicBezTo>
                        <a:pt x="13697" y="14659"/>
                        <a:pt x="1219" y="25136"/>
                        <a:pt x="76" y="38757"/>
                      </a:cubicBezTo>
                      <a:cubicBezTo>
                        <a:pt x="-686" y="48473"/>
                        <a:pt x="4362" y="57903"/>
                        <a:pt x="11411" y="64665"/>
                      </a:cubicBezTo>
                      <a:cubicBezTo>
                        <a:pt x="18459" y="71428"/>
                        <a:pt x="27222" y="75905"/>
                        <a:pt x="35890" y="80381"/>
                      </a:cubicBezTo>
                      <a:cubicBezTo>
                        <a:pt x="66370" y="95907"/>
                        <a:pt x="96945" y="111433"/>
                        <a:pt x="129330" y="122196"/>
                      </a:cubicBezTo>
                      <a:cubicBezTo>
                        <a:pt x="141237" y="126102"/>
                        <a:pt x="154000" y="129435"/>
                        <a:pt x="166287" y="126768"/>
                      </a:cubicBezTo>
                      <a:cubicBezTo>
                        <a:pt x="178575" y="124006"/>
                        <a:pt x="189909" y="113433"/>
                        <a:pt x="189338" y="100860"/>
                      </a:cubicBezTo>
                      <a:cubicBezTo>
                        <a:pt x="188671" y="85144"/>
                        <a:pt x="172098" y="73619"/>
                        <a:pt x="165811" y="59998"/>
                      </a:cubicBezTo>
                      <a:cubicBezTo>
                        <a:pt x="159429" y="46092"/>
                        <a:pt x="160001" y="29804"/>
                        <a:pt x="153333" y="16088"/>
                      </a:cubicBezTo>
                      <a:cubicBezTo>
                        <a:pt x="138665" y="-14487"/>
                        <a:pt x="94659" y="7896"/>
                        <a:pt x="67799" y="799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70" name="Forme libre : forme 16469">
                  <a:extLst>
                    <a:ext uri="{FF2B5EF4-FFF2-40B4-BE49-F238E27FC236}">
                      <a16:creationId xmlns:a16="http://schemas.microsoft.com/office/drawing/2014/main" id="{4E1CA2C0-2872-4EE1-A54E-F87177C4B053}"/>
                    </a:ext>
                  </a:extLst>
                </p:cNvPr>
                <p:cNvSpPr/>
                <p:nvPr/>
              </p:nvSpPr>
              <p:spPr>
                <a:xfrm>
                  <a:off x="850273" y="5749543"/>
                  <a:ext cx="112967" cy="68449"/>
                </a:xfrm>
                <a:custGeom>
                  <a:avLst/>
                  <a:gdLst>
                    <a:gd name="connsiteX0" fmla="*/ 11363 w 112967"/>
                    <a:gd name="connsiteY0" fmla="*/ 17082 h 68449"/>
                    <a:gd name="connsiteX1" fmla="*/ 123 w 112967"/>
                    <a:gd name="connsiteY1" fmla="*/ 43466 h 68449"/>
                    <a:gd name="connsiteX2" fmla="*/ 22983 w 112967"/>
                    <a:gd name="connsiteY2" fmla="*/ 66707 h 68449"/>
                    <a:gd name="connsiteX3" fmla="*/ 57464 w 112967"/>
                    <a:gd name="connsiteY3" fmla="*/ 66993 h 68449"/>
                    <a:gd name="connsiteX4" fmla="*/ 90610 w 112967"/>
                    <a:gd name="connsiteY4" fmla="*/ 64517 h 68449"/>
                    <a:gd name="connsiteX5" fmla="*/ 82038 w 112967"/>
                    <a:gd name="connsiteY5" fmla="*/ 13462 h 68449"/>
                    <a:gd name="connsiteX6" fmla="*/ 11363 w 112967"/>
                    <a:gd name="connsiteY6" fmla="*/ 17082 h 68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967" h="68449">
                      <a:moveTo>
                        <a:pt x="11363" y="17082"/>
                      </a:moveTo>
                      <a:cubicBezTo>
                        <a:pt x="4885" y="24511"/>
                        <a:pt x="-925" y="33655"/>
                        <a:pt x="123" y="43466"/>
                      </a:cubicBezTo>
                      <a:cubicBezTo>
                        <a:pt x="1266" y="54992"/>
                        <a:pt x="11839" y="63659"/>
                        <a:pt x="22983" y="66707"/>
                      </a:cubicBezTo>
                      <a:cubicBezTo>
                        <a:pt x="34127" y="69660"/>
                        <a:pt x="45938" y="68231"/>
                        <a:pt x="57464" y="66993"/>
                      </a:cubicBezTo>
                      <a:cubicBezTo>
                        <a:pt x="68513" y="65850"/>
                        <a:pt x="79562" y="65088"/>
                        <a:pt x="90610" y="64517"/>
                      </a:cubicBezTo>
                      <a:cubicBezTo>
                        <a:pt x="136902" y="62421"/>
                        <a:pt x="99755" y="28416"/>
                        <a:pt x="82038" y="13462"/>
                      </a:cubicBezTo>
                      <a:cubicBezTo>
                        <a:pt x="60226" y="-4730"/>
                        <a:pt x="30413" y="-5397"/>
                        <a:pt x="11363" y="1708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71" name="Forme libre : forme 16470">
                  <a:extLst>
                    <a:ext uri="{FF2B5EF4-FFF2-40B4-BE49-F238E27FC236}">
                      <a16:creationId xmlns:a16="http://schemas.microsoft.com/office/drawing/2014/main" id="{B668E641-9970-40F5-A0D3-7FB1AF55E710}"/>
                    </a:ext>
                  </a:extLst>
                </p:cNvPr>
                <p:cNvSpPr/>
                <p:nvPr/>
              </p:nvSpPr>
              <p:spPr>
                <a:xfrm>
                  <a:off x="651909" y="5758747"/>
                  <a:ext cx="116163" cy="50270"/>
                </a:xfrm>
                <a:custGeom>
                  <a:avLst/>
                  <a:gdLst>
                    <a:gd name="connsiteX0" fmla="*/ 8272 w 116163"/>
                    <a:gd name="connsiteY0" fmla="*/ 27976 h 50270"/>
                    <a:gd name="connsiteX1" fmla="*/ 81 w 116163"/>
                    <a:gd name="connsiteY1" fmla="*/ 38167 h 50270"/>
                    <a:gd name="connsiteX2" fmla="*/ 4367 w 116163"/>
                    <a:gd name="connsiteY2" fmla="*/ 43787 h 50270"/>
                    <a:gd name="connsiteX3" fmla="*/ 31037 w 116163"/>
                    <a:gd name="connsiteY3" fmla="*/ 49217 h 50270"/>
                    <a:gd name="connsiteX4" fmla="*/ 111047 w 116163"/>
                    <a:gd name="connsiteY4" fmla="*/ 16927 h 50270"/>
                    <a:gd name="connsiteX5" fmla="*/ 8272 w 116163"/>
                    <a:gd name="connsiteY5" fmla="*/ 27976 h 5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6163" h="50270">
                      <a:moveTo>
                        <a:pt x="8272" y="27976"/>
                      </a:moveTo>
                      <a:cubicBezTo>
                        <a:pt x="4081" y="30071"/>
                        <a:pt x="-681" y="33500"/>
                        <a:pt x="81" y="38167"/>
                      </a:cubicBezTo>
                      <a:cubicBezTo>
                        <a:pt x="462" y="40549"/>
                        <a:pt x="2367" y="42358"/>
                        <a:pt x="4367" y="43787"/>
                      </a:cubicBezTo>
                      <a:cubicBezTo>
                        <a:pt x="11987" y="48931"/>
                        <a:pt x="21798" y="49217"/>
                        <a:pt x="31037" y="49217"/>
                      </a:cubicBezTo>
                      <a:cubicBezTo>
                        <a:pt x="51230" y="49312"/>
                        <a:pt x="137908" y="59123"/>
                        <a:pt x="111047" y="16927"/>
                      </a:cubicBezTo>
                      <a:cubicBezTo>
                        <a:pt x="87330" y="-20506"/>
                        <a:pt x="36276" y="13783"/>
                        <a:pt x="8272" y="2797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72" name="Forme libre : forme 16471">
                  <a:extLst>
                    <a:ext uri="{FF2B5EF4-FFF2-40B4-BE49-F238E27FC236}">
                      <a16:creationId xmlns:a16="http://schemas.microsoft.com/office/drawing/2014/main" id="{E28A709F-9A7D-4A30-8007-55E276B867E6}"/>
                    </a:ext>
                  </a:extLst>
                </p:cNvPr>
                <p:cNvSpPr/>
                <p:nvPr/>
              </p:nvSpPr>
              <p:spPr>
                <a:xfrm>
                  <a:off x="770672" y="5603717"/>
                  <a:ext cx="119741" cy="82045"/>
                </a:xfrm>
                <a:custGeom>
                  <a:avLst/>
                  <a:gdLst>
                    <a:gd name="connsiteX0" fmla="*/ 0 w 119741"/>
                    <a:gd name="connsiteY0" fmla="*/ 17462 h 82045"/>
                    <a:gd name="connsiteX1" fmla="*/ 38671 w 119741"/>
                    <a:gd name="connsiteY1" fmla="*/ 1555 h 82045"/>
                    <a:gd name="connsiteX2" fmla="*/ 50483 w 119741"/>
                    <a:gd name="connsiteY2" fmla="*/ 222 h 82045"/>
                    <a:gd name="connsiteX3" fmla="*/ 59246 w 119741"/>
                    <a:gd name="connsiteY3" fmla="*/ 3746 h 82045"/>
                    <a:gd name="connsiteX4" fmla="*/ 111919 w 119741"/>
                    <a:gd name="connsiteY4" fmla="*/ 50037 h 82045"/>
                    <a:gd name="connsiteX5" fmla="*/ 119729 w 119741"/>
                    <a:gd name="connsiteY5" fmla="*/ 67658 h 82045"/>
                    <a:gd name="connsiteX6" fmla="*/ 118205 w 119741"/>
                    <a:gd name="connsiteY6" fmla="*/ 75088 h 82045"/>
                    <a:gd name="connsiteX7" fmla="*/ 93345 w 119741"/>
                    <a:gd name="connsiteY7" fmla="*/ 78517 h 82045"/>
                    <a:gd name="connsiteX8" fmla="*/ 76486 w 119741"/>
                    <a:gd name="connsiteY8" fmla="*/ 56038 h 82045"/>
                    <a:gd name="connsiteX9" fmla="*/ 56674 w 119741"/>
                    <a:gd name="connsiteY9" fmla="*/ 31273 h 82045"/>
                    <a:gd name="connsiteX10" fmla="*/ 26860 w 119741"/>
                    <a:gd name="connsiteY10" fmla="*/ 22605 h 82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9741" h="82045">
                      <a:moveTo>
                        <a:pt x="0" y="17462"/>
                      </a:moveTo>
                      <a:cubicBezTo>
                        <a:pt x="12192" y="10604"/>
                        <a:pt x="25241" y="5270"/>
                        <a:pt x="38671" y="1555"/>
                      </a:cubicBezTo>
                      <a:cubicBezTo>
                        <a:pt x="42577" y="507"/>
                        <a:pt x="46577" y="-445"/>
                        <a:pt x="50483" y="222"/>
                      </a:cubicBezTo>
                      <a:cubicBezTo>
                        <a:pt x="53626" y="793"/>
                        <a:pt x="56483" y="2222"/>
                        <a:pt x="59246" y="3746"/>
                      </a:cubicBezTo>
                      <a:cubicBezTo>
                        <a:pt x="79820" y="15271"/>
                        <a:pt x="97917" y="31083"/>
                        <a:pt x="111919" y="50037"/>
                      </a:cubicBezTo>
                      <a:cubicBezTo>
                        <a:pt x="115824" y="55276"/>
                        <a:pt x="119539" y="61086"/>
                        <a:pt x="119729" y="67658"/>
                      </a:cubicBezTo>
                      <a:cubicBezTo>
                        <a:pt x="119825" y="70230"/>
                        <a:pt x="119348" y="72897"/>
                        <a:pt x="118205" y="75088"/>
                      </a:cubicBezTo>
                      <a:cubicBezTo>
                        <a:pt x="113824" y="83470"/>
                        <a:pt x="101155" y="83851"/>
                        <a:pt x="93345" y="78517"/>
                      </a:cubicBezTo>
                      <a:cubicBezTo>
                        <a:pt x="85534" y="73183"/>
                        <a:pt x="81153" y="64229"/>
                        <a:pt x="76486" y="56038"/>
                      </a:cubicBezTo>
                      <a:cubicBezTo>
                        <a:pt x="71247" y="46799"/>
                        <a:pt x="65056" y="37845"/>
                        <a:pt x="56674" y="31273"/>
                      </a:cubicBezTo>
                      <a:cubicBezTo>
                        <a:pt x="48292" y="24700"/>
                        <a:pt x="37433" y="20795"/>
                        <a:pt x="26860" y="22605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73" name="Forme libre : forme 16472">
                  <a:extLst>
                    <a:ext uri="{FF2B5EF4-FFF2-40B4-BE49-F238E27FC236}">
                      <a16:creationId xmlns:a16="http://schemas.microsoft.com/office/drawing/2014/main" id="{1A058B66-E4CC-4DCD-BDF6-91B6D6E53E82}"/>
                    </a:ext>
                  </a:extLst>
                </p:cNvPr>
                <p:cNvSpPr/>
                <p:nvPr/>
              </p:nvSpPr>
              <p:spPr>
                <a:xfrm>
                  <a:off x="1274734" y="5442351"/>
                  <a:ext cx="80371" cy="107873"/>
                </a:xfrm>
                <a:custGeom>
                  <a:avLst/>
                  <a:gdLst>
                    <a:gd name="connsiteX0" fmla="*/ 0 w 80371"/>
                    <a:gd name="connsiteY0" fmla="*/ 86054 h 107873"/>
                    <a:gd name="connsiteX1" fmla="*/ 8668 w 80371"/>
                    <a:gd name="connsiteY1" fmla="*/ 104437 h 107873"/>
                    <a:gd name="connsiteX2" fmla="*/ 24384 w 80371"/>
                    <a:gd name="connsiteY2" fmla="*/ 107866 h 107873"/>
                    <a:gd name="connsiteX3" fmla="*/ 69533 w 80371"/>
                    <a:gd name="connsiteY3" fmla="*/ 12140 h 107873"/>
                    <a:gd name="connsiteX4" fmla="*/ 39529 w 80371"/>
                    <a:gd name="connsiteY4" fmla="*/ 7568 h 107873"/>
                    <a:gd name="connsiteX5" fmla="*/ 0 w 80371"/>
                    <a:gd name="connsiteY5" fmla="*/ 86054 h 107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0371" h="107873">
                      <a:moveTo>
                        <a:pt x="0" y="86054"/>
                      </a:moveTo>
                      <a:cubicBezTo>
                        <a:pt x="0" y="93103"/>
                        <a:pt x="2762" y="100627"/>
                        <a:pt x="8668" y="104437"/>
                      </a:cubicBezTo>
                      <a:cubicBezTo>
                        <a:pt x="13240" y="107390"/>
                        <a:pt x="18955" y="107771"/>
                        <a:pt x="24384" y="107866"/>
                      </a:cubicBezTo>
                      <a:cubicBezTo>
                        <a:pt x="71057" y="108628"/>
                        <a:pt x="96107" y="49097"/>
                        <a:pt x="69533" y="12140"/>
                      </a:cubicBezTo>
                      <a:cubicBezTo>
                        <a:pt x="59722" y="-1481"/>
                        <a:pt x="51054" y="-4529"/>
                        <a:pt x="39529" y="7568"/>
                      </a:cubicBezTo>
                      <a:cubicBezTo>
                        <a:pt x="24860" y="22903"/>
                        <a:pt x="0" y="64337"/>
                        <a:pt x="0" y="8605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74" name="Forme libre : forme 16473">
                  <a:extLst>
                    <a:ext uri="{FF2B5EF4-FFF2-40B4-BE49-F238E27FC236}">
                      <a16:creationId xmlns:a16="http://schemas.microsoft.com/office/drawing/2014/main" id="{DC006B7C-E3A4-4411-B59A-8B1192CB42A7}"/>
                    </a:ext>
                  </a:extLst>
                </p:cNvPr>
                <p:cNvSpPr/>
                <p:nvPr/>
              </p:nvSpPr>
              <p:spPr>
                <a:xfrm>
                  <a:off x="1204039" y="5588977"/>
                  <a:ext cx="146284" cy="195250"/>
                </a:xfrm>
                <a:custGeom>
                  <a:avLst/>
                  <a:gdLst>
                    <a:gd name="connsiteX0" fmla="*/ 10021 w 146284"/>
                    <a:gd name="connsiteY0" fmla="*/ 85350 h 195250"/>
                    <a:gd name="connsiteX1" fmla="*/ 20 w 146284"/>
                    <a:gd name="connsiteY1" fmla="*/ 134785 h 195250"/>
                    <a:gd name="connsiteX2" fmla="*/ 22213 w 146284"/>
                    <a:gd name="connsiteY2" fmla="*/ 177934 h 195250"/>
                    <a:gd name="connsiteX3" fmla="*/ 48502 w 146284"/>
                    <a:gd name="connsiteY3" fmla="*/ 185840 h 195250"/>
                    <a:gd name="connsiteX4" fmla="*/ 95460 w 146284"/>
                    <a:gd name="connsiteY4" fmla="*/ 193936 h 195250"/>
                    <a:gd name="connsiteX5" fmla="*/ 119844 w 146284"/>
                    <a:gd name="connsiteY5" fmla="*/ 192126 h 195250"/>
                    <a:gd name="connsiteX6" fmla="*/ 131465 w 146284"/>
                    <a:gd name="connsiteY6" fmla="*/ 162789 h 195250"/>
                    <a:gd name="connsiteX7" fmla="*/ 127083 w 146284"/>
                    <a:gd name="connsiteY7" fmla="*/ 13437 h 195250"/>
                    <a:gd name="connsiteX8" fmla="*/ 10021 w 146284"/>
                    <a:gd name="connsiteY8" fmla="*/ 85350 h 1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6284" h="195250">
                      <a:moveTo>
                        <a:pt x="10021" y="85350"/>
                      </a:moveTo>
                      <a:cubicBezTo>
                        <a:pt x="4782" y="101448"/>
                        <a:pt x="-361" y="117926"/>
                        <a:pt x="20" y="134785"/>
                      </a:cubicBezTo>
                      <a:cubicBezTo>
                        <a:pt x="496" y="151645"/>
                        <a:pt x="7640" y="169361"/>
                        <a:pt x="22213" y="177934"/>
                      </a:cubicBezTo>
                      <a:cubicBezTo>
                        <a:pt x="30119" y="182601"/>
                        <a:pt x="39358" y="184220"/>
                        <a:pt x="48502" y="185840"/>
                      </a:cubicBezTo>
                      <a:cubicBezTo>
                        <a:pt x="64123" y="188506"/>
                        <a:pt x="79744" y="191174"/>
                        <a:pt x="95460" y="193936"/>
                      </a:cubicBezTo>
                      <a:cubicBezTo>
                        <a:pt x="103652" y="195365"/>
                        <a:pt x="112796" y="196602"/>
                        <a:pt x="119844" y="192126"/>
                      </a:cubicBezTo>
                      <a:cubicBezTo>
                        <a:pt x="129084" y="186316"/>
                        <a:pt x="130608" y="173647"/>
                        <a:pt x="131465" y="162789"/>
                      </a:cubicBezTo>
                      <a:cubicBezTo>
                        <a:pt x="134418" y="124117"/>
                        <a:pt x="165850" y="43441"/>
                        <a:pt x="127083" y="13437"/>
                      </a:cubicBezTo>
                      <a:cubicBezTo>
                        <a:pt x="71362" y="-29616"/>
                        <a:pt x="24499" y="40678"/>
                        <a:pt x="10021" y="8535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75" name="Forme libre : forme 16474">
                  <a:extLst>
                    <a:ext uri="{FF2B5EF4-FFF2-40B4-BE49-F238E27FC236}">
                      <a16:creationId xmlns:a16="http://schemas.microsoft.com/office/drawing/2014/main" id="{D59E91DF-56CB-43D7-8A1B-67DBF135DFC5}"/>
                    </a:ext>
                  </a:extLst>
                </p:cNvPr>
                <p:cNvSpPr/>
                <p:nvPr/>
              </p:nvSpPr>
              <p:spPr>
                <a:xfrm>
                  <a:off x="1102582" y="5785513"/>
                  <a:ext cx="98158" cy="46898"/>
                </a:xfrm>
                <a:custGeom>
                  <a:avLst/>
                  <a:gdLst>
                    <a:gd name="connsiteX0" fmla="*/ 20324 w 98158"/>
                    <a:gd name="connsiteY0" fmla="*/ 17402 h 46898"/>
                    <a:gd name="connsiteX1" fmla="*/ 36 w 98158"/>
                    <a:gd name="connsiteY1" fmla="*/ 38548 h 46898"/>
                    <a:gd name="connsiteX2" fmla="*/ 1465 w 98158"/>
                    <a:gd name="connsiteY2" fmla="*/ 42739 h 46898"/>
                    <a:gd name="connsiteX3" fmla="*/ 7085 w 98158"/>
                    <a:gd name="connsiteY3" fmla="*/ 45405 h 46898"/>
                    <a:gd name="connsiteX4" fmla="*/ 98144 w 98158"/>
                    <a:gd name="connsiteY4" fmla="*/ 18450 h 46898"/>
                    <a:gd name="connsiteX5" fmla="*/ 20324 w 98158"/>
                    <a:gd name="connsiteY5" fmla="*/ 17402 h 46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8158" h="46898">
                      <a:moveTo>
                        <a:pt x="20324" y="17402"/>
                      </a:moveTo>
                      <a:cubicBezTo>
                        <a:pt x="10704" y="21403"/>
                        <a:pt x="-726" y="28070"/>
                        <a:pt x="36" y="38548"/>
                      </a:cubicBezTo>
                      <a:cubicBezTo>
                        <a:pt x="131" y="40071"/>
                        <a:pt x="512" y="41500"/>
                        <a:pt x="1465" y="42739"/>
                      </a:cubicBezTo>
                      <a:cubicBezTo>
                        <a:pt x="2798" y="44358"/>
                        <a:pt x="4989" y="45024"/>
                        <a:pt x="7085" y="45405"/>
                      </a:cubicBezTo>
                      <a:cubicBezTo>
                        <a:pt x="26611" y="49596"/>
                        <a:pt x="97382" y="46263"/>
                        <a:pt x="98144" y="18450"/>
                      </a:cubicBezTo>
                      <a:cubicBezTo>
                        <a:pt x="99287" y="-18888"/>
                        <a:pt x="35945" y="10925"/>
                        <a:pt x="20324" y="1740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76" name="Forme libre : forme 16475">
                  <a:extLst>
                    <a:ext uri="{FF2B5EF4-FFF2-40B4-BE49-F238E27FC236}">
                      <a16:creationId xmlns:a16="http://schemas.microsoft.com/office/drawing/2014/main" id="{852C1B64-39DF-434B-95EE-B80FB079BB86}"/>
                    </a:ext>
                  </a:extLst>
                </p:cNvPr>
                <p:cNvSpPr/>
                <p:nvPr/>
              </p:nvSpPr>
              <p:spPr>
                <a:xfrm>
                  <a:off x="1430830" y="5417643"/>
                  <a:ext cx="183763" cy="221238"/>
                </a:xfrm>
                <a:custGeom>
                  <a:avLst/>
                  <a:gdLst>
                    <a:gd name="connsiteX0" fmla="*/ 17736 w 183763"/>
                    <a:gd name="connsiteY0" fmla="*/ 52088 h 221238"/>
                    <a:gd name="connsiteX1" fmla="*/ 686 w 183763"/>
                    <a:gd name="connsiteY1" fmla="*/ 74281 h 221238"/>
                    <a:gd name="connsiteX2" fmla="*/ 3925 w 183763"/>
                    <a:gd name="connsiteY2" fmla="*/ 98379 h 221238"/>
                    <a:gd name="connsiteX3" fmla="*/ 65170 w 183763"/>
                    <a:gd name="connsiteY3" fmla="*/ 205726 h 221238"/>
                    <a:gd name="connsiteX4" fmla="*/ 92031 w 183763"/>
                    <a:gd name="connsiteY4" fmla="*/ 221061 h 221238"/>
                    <a:gd name="connsiteX5" fmla="*/ 107747 w 183763"/>
                    <a:gd name="connsiteY5" fmla="*/ 212203 h 221238"/>
                    <a:gd name="connsiteX6" fmla="*/ 164135 w 183763"/>
                    <a:gd name="connsiteY6" fmla="*/ 140290 h 221238"/>
                    <a:gd name="connsiteX7" fmla="*/ 151181 w 183763"/>
                    <a:gd name="connsiteY7" fmla="*/ 5797 h 221238"/>
                    <a:gd name="connsiteX8" fmla="*/ 17736 w 183763"/>
                    <a:gd name="connsiteY8" fmla="*/ 52088 h 221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3763" h="221238">
                      <a:moveTo>
                        <a:pt x="17736" y="52088"/>
                      </a:moveTo>
                      <a:cubicBezTo>
                        <a:pt x="10497" y="58184"/>
                        <a:pt x="2972" y="65042"/>
                        <a:pt x="686" y="74281"/>
                      </a:cubicBezTo>
                      <a:cubicBezTo>
                        <a:pt x="-1219" y="82282"/>
                        <a:pt x="1162" y="90569"/>
                        <a:pt x="3925" y="98379"/>
                      </a:cubicBezTo>
                      <a:cubicBezTo>
                        <a:pt x="17545" y="137527"/>
                        <a:pt x="38405" y="174008"/>
                        <a:pt x="65170" y="205726"/>
                      </a:cubicBezTo>
                      <a:cubicBezTo>
                        <a:pt x="72124" y="214013"/>
                        <a:pt x="81363" y="222586"/>
                        <a:pt x="92031" y="221061"/>
                      </a:cubicBezTo>
                      <a:cubicBezTo>
                        <a:pt x="98032" y="220204"/>
                        <a:pt x="103175" y="216204"/>
                        <a:pt x="107747" y="212203"/>
                      </a:cubicBezTo>
                      <a:cubicBezTo>
                        <a:pt x="130702" y="192010"/>
                        <a:pt x="149943" y="167436"/>
                        <a:pt x="164135" y="140290"/>
                      </a:cubicBezTo>
                      <a:cubicBezTo>
                        <a:pt x="183566" y="103142"/>
                        <a:pt x="201283" y="28656"/>
                        <a:pt x="151181" y="5797"/>
                      </a:cubicBezTo>
                      <a:cubicBezTo>
                        <a:pt x="105747" y="-14968"/>
                        <a:pt x="50121" y="24656"/>
                        <a:pt x="17736" y="5208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77" name="Forme libre : forme 16476">
                  <a:extLst>
                    <a:ext uri="{FF2B5EF4-FFF2-40B4-BE49-F238E27FC236}">
                      <a16:creationId xmlns:a16="http://schemas.microsoft.com/office/drawing/2014/main" id="{0376057D-3994-4207-BBB3-B87DBC86FA8D}"/>
                    </a:ext>
                  </a:extLst>
                </p:cNvPr>
                <p:cNvSpPr/>
                <p:nvPr/>
              </p:nvSpPr>
              <p:spPr>
                <a:xfrm>
                  <a:off x="1582034" y="5163324"/>
                  <a:ext cx="121294" cy="203068"/>
                </a:xfrm>
                <a:custGeom>
                  <a:avLst/>
                  <a:gdLst>
                    <a:gd name="connsiteX0" fmla="*/ 1787 w 121294"/>
                    <a:gd name="connsiteY0" fmla="*/ 83617 h 203068"/>
                    <a:gd name="connsiteX1" fmla="*/ 34458 w 121294"/>
                    <a:gd name="connsiteY1" fmla="*/ 177248 h 203068"/>
                    <a:gd name="connsiteX2" fmla="*/ 74749 w 121294"/>
                    <a:gd name="connsiteY2" fmla="*/ 203061 h 203068"/>
                    <a:gd name="connsiteX3" fmla="*/ 103419 w 121294"/>
                    <a:gd name="connsiteY3" fmla="*/ 187821 h 203068"/>
                    <a:gd name="connsiteX4" fmla="*/ 120945 w 121294"/>
                    <a:gd name="connsiteY4" fmla="*/ 148101 h 203068"/>
                    <a:gd name="connsiteX5" fmla="*/ 104562 w 121294"/>
                    <a:gd name="connsiteY5" fmla="*/ 74378 h 203068"/>
                    <a:gd name="connsiteX6" fmla="*/ 98847 w 121294"/>
                    <a:gd name="connsiteY6" fmla="*/ 16847 h 203068"/>
                    <a:gd name="connsiteX7" fmla="*/ 74368 w 121294"/>
                    <a:gd name="connsiteY7" fmla="*/ 5798 h 203068"/>
                    <a:gd name="connsiteX8" fmla="*/ 1787 w 121294"/>
                    <a:gd name="connsiteY8" fmla="*/ 83617 h 203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294" h="203068">
                      <a:moveTo>
                        <a:pt x="1787" y="83617"/>
                      </a:moveTo>
                      <a:cubicBezTo>
                        <a:pt x="-6023" y="116955"/>
                        <a:pt x="13027" y="150578"/>
                        <a:pt x="34458" y="177248"/>
                      </a:cubicBezTo>
                      <a:cubicBezTo>
                        <a:pt x="44840" y="190106"/>
                        <a:pt x="58175" y="203442"/>
                        <a:pt x="74749" y="203061"/>
                      </a:cubicBezTo>
                      <a:cubicBezTo>
                        <a:pt x="85893" y="202775"/>
                        <a:pt x="95989" y="196107"/>
                        <a:pt x="103419" y="187821"/>
                      </a:cubicBezTo>
                      <a:cubicBezTo>
                        <a:pt x="113230" y="176867"/>
                        <a:pt x="119421" y="162770"/>
                        <a:pt x="120945" y="148101"/>
                      </a:cubicBezTo>
                      <a:cubicBezTo>
                        <a:pt x="123422" y="122860"/>
                        <a:pt x="112182" y="98571"/>
                        <a:pt x="104562" y="74378"/>
                      </a:cubicBezTo>
                      <a:cubicBezTo>
                        <a:pt x="98276" y="54471"/>
                        <a:pt x="100466" y="36945"/>
                        <a:pt x="98847" y="16847"/>
                      </a:cubicBezTo>
                      <a:cubicBezTo>
                        <a:pt x="97228" y="-2489"/>
                        <a:pt x="91227" y="-3727"/>
                        <a:pt x="74368" y="5798"/>
                      </a:cubicBezTo>
                      <a:cubicBezTo>
                        <a:pt x="45031" y="22276"/>
                        <a:pt x="9788" y="49327"/>
                        <a:pt x="1787" y="8361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78" name="Forme libre : forme 16477">
                  <a:extLst>
                    <a:ext uri="{FF2B5EF4-FFF2-40B4-BE49-F238E27FC236}">
                      <a16:creationId xmlns:a16="http://schemas.microsoft.com/office/drawing/2014/main" id="{656A94DD-3653-42C4-B31B-AA32D0A7C038}"/>
                    </a:ext>
                  </a:extLst>
                </p:cNvPr>
                <p:cNvSpPr/>
                <p:nvPr/>
              </p:nvSpPr>
              <p:spPr>
                <a:xfrm>
                  <a:off x="1713691" y="5397711"/>
                  <a:ext cx="125377" cy="118986"/>
                </a:xfrm>
                <a:custGeom>
                  <a:avLst/>
                  <a:gdLst>
                    <a:gd name="connsiteX0" fmla="*/ 7004 w 125377"/>
                    <a:gd name="connsiteY0" fmla="*/ 103928 h 118986"/>
                    <a:gd name="connsiteX1" fmla="*/ 34912 w 125377"/>
                    <a:gd name="connsiteY1" fmla="*/ 118025 h 118986"/>
                    <a:gd name="connsiteX2" fmla="*/ 122638 w 125377"/>
                    <a:gd name="connsiteY2" fmla="*/ 86879 h 118986"/>
                    <a:gd name="connsiteX3" fmla="*/ 98158 w 125377"/>
                    <a:gd name="connsiteY3" fmla="*/ 12298 h 118986"/>
                    <a:gd name="connsiteX4" fmla="*/ 36055 w 125377"/>
                    <a:gd name="connsiteY4" fmla="*/ 15346 h 118986"/>
                    <a:gd name="connsiteX5" fmla="*/ 7004 w 125377"/>
                    <a:gd name="connsiteY5" fmla="*/ 103928 h 118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77" h="118986">
                      <a:moveTo>
                        <a:pt x="7004" y="103928"/>
                      </a:moveTo>
                      <a:cubicBezTo>
                        <a:pt x="13576" y="112310"/>
                        <a:pt x="24340" y="116501"/>
                        <a:pt x="34912" y="118025"/>
                      </a:cubicBezTo>
                      <a:cubicBezTo>
                        <a:pt x="60249" y="121835"/>
                        <a:pt x="111589" y="114882"/>
                        <a:pt x="122638" y="86879"/>
                      </a:cubicBezTo>
                      <a:cubicBezTo>
                        <a:pt x="131972" y="63352"/>
                        <a:pt x="115875" y="28109"/>
                        <a:pt x="98158" y="12298"/>
                      </a:cubicBezTo>
                      <a:cubicBezTo>
                        <a:pt x="77965" y="-5609"/>
                        <a:pt x="54629" y="-3418"/>
                        <a:pt x="36055" y="15346"/>
                      </a:cubicBezTo>
                      <a:cubicBezTo>
                        <a:pt x="17291" y="34682"/>
                        <a:pt x="-14046" y="77068"/>
                        <a:pt x="7004" y="10392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79" name="Forme libre : forme 16478">
                  <a:extLst>
                    <a:ext uri="{FF2B5EF4-FFF2-40B4-BE49-F238E27FC236}">
                      <a16:creationId xmlns:a16="http://schemas.microsoft.com/office/drawing/2014/main" id="{2C7711E5-5B32-4A72-9055-2F95819BE66C}"/>
                    </a:ext>
                  </a:extLst>
                </p:cNvPr>
                <p:cNvSpPr/>
                <p:nvPr/>
              </p:nvSpPr>
              <p:spPr>
                <a:xfrm>
                  <a:off x="1850224" y="5218291"/>
                  <a:ext cx="119172" cy="176421"/>
                </a:xfrm>
                <a:custGeom>
                  <a:avLst/>
                  <a:gdLst>
                    <a:gd name="connsiteX0" fmla="*/ 392 w 119172"/>
                    <a:gd name="connsiteY0" fmla="*/ 99420 h 176421"/>
                    <a:gd name="connsiteX1" fmla="*/ 2963 w 119172"/>
                    <a:gd name="connsiteY1" fmla="*/ 126091 h 176421"/>
                    <a:gd name="connsiteX2" fmla="*/ 21442 w 119172"/>
                    <a:gd name="connsiteY2" fmla="*/ 147807 h 176421"/>
                    <a:gd name="connsiteX3" fmla="*/ 56970 w 119172"/>
                    <a:gd name="connsiteY3" fmla="*/ 171048 h 176421"/>
                    <a:gd name="connsiteX4" fmla="*/ 98594 w 119172"/>
                    <a:gd name="connsiteY4" fmla="*/ 173810 h 176421"/>
                    <a:gd name="connsiteX5" fmla="*/ 117168 w 119172"/>
                    <a:gd name="connsiteY5" fmla="*/ 158190 h 176421"/>
                    <a:gd name="connsiteX6" fmla="*/ 92213 w 119172"/>
                    <a:gd name="connsiteY6" fmla="*/ 78846 h 176421"/>
                    <a:gd name="connsiteX7" fmla="*/ 88879 w 119172"/>
                    <a:gd name="connsiteY7" fmla="*/ 8647 h 176421"/>
                    <a:gd name="connsiteX8" fmla="*/ 30586 w 119172"/>
                    <a:gd name="connsiteY8" fmla="*/ 20267 h 176421"/>
                    <a:gd name="connsiteX9" fmla="*/ 392 w 119172"/>
                    <a:gd name="connsiteY9" fmla="*/ 99420 h 176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9172" h="176421">
                      <a:moveTo>
                        <a:pt x="392" y="99420"/>
                      </a:moveTo>
                      <a:cubicBezTo>
                        <a:pt x="-275" y="108374"/>
                        <a:pt x="-466" y="117803"/>
                        <a:pt x="2963" y="126091"/>
                      </a:cubicBezTo>
                      <a:cubicBezTo>
                        <a:pt x="6678" y="134949"/>
                        <a:pt x="14108" y="141711"/>
                        <a:pt x="21442" y="147807"/>
                      </a:cubicBezTo>
                      <a:cubicBezTo>
                        <a:pt x="32396" y="156952"/>
                        <a:pt x="43826" y="165619"/>
                        <a:pt x="56970" y="171048"/>
                      </a:cubicBezTo>
                      <a:cubicBezTo>
                        <a:pt x="70115" y="176478"/>
                        <a:pt x="85164" y="178478"/>
                        <a:pt x="98594" y="173810"/>
                      </a:cubicBezTo>
                      <a:cubicBezTo>
                        <a:pt x="106500" y="171144"/>
                        <a:pt x="113834" y="165810"/>
                        <a:pt x="117168" y="158190"/>
                      </a:cubicBezTo>
                      <a:cubicBezTo>
                        <a:pt x="127360" y="134282"/>
                        <a:pt x="95546" y="103135"/>
                        <a:pt x="92213" y="78846"/>
                      </a:cubicBezTo>
                      <a:cubicBezTo>
                        <a:pt x="89546" y="59130"/>
                        <a:pt x="100690" y="26268"/>
                        <a:pt x="88879" y="8647"/>
                      </a:cubicBezTo>
                      <a:cubicBezTo>
                        <a:pt x="75353" y="-11450"/>
                        <a:pt x="43921" y="8171"/>
                        <a:pt x="30586" y="20267"/>
                      </a:cubicBezTo>
                      <a:cubicBezTo>
                        <a:pt x="8488" y="40270"/>
                        <a:pt x="2392" y="70941"/>
                        <a:pt x="392" y="9942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80" name="Forme libre : forme 16479">
                  <a:extLst>
                    <a:ext uri="{FF2B5EF4-FFF2-40B4-BE49-F238E27FC236}">
                      <a16:creationId xmlns:a16="http://schemas.microsoft.com/office/drawing/2014/main" id="{4FF7E9CB-933E-41CC-BCD4-FD40A7716B2A}"/>
                    </a:ext>
                  </a:extLst>
                </p:cNvPr>
                <p:cNvSpPr/>
                <p:nvPr/>
              </p:nvSpPr>
              <p:spPr>
                <a:xfrm>
                  <a:off x="1681865" y="5565954"/>
                  <a:ext cx="133091" cy="206346"/>
                </a:xfrm>
                <a:custGeom>
                  <a:avLst/>
                  <a:gdLst>
                    <a:gd name="connsiteX0" fmla="*/ 7969 w 133091"/>
                    <a:gd name="connsiteY0" fmla="*/ 88562 h 206346"/>
                    <a:gd name="connsiteX1" fmla="*/ 13112 w 133091"/>
                    <a:gd name="connsiteY1" fmla="*/ 183430 h 206346"/>
                    <a:gd name="connsiteX2" fmla="*/ 28924 w 133091"/>
                    <a:gd name="connsiteY2" fmla="*/ 201052 h 206346"/>
                    <a:gd name="connsiteX3" fmla="*/ 56737 w 133091"/>
                    <a:gd name="connsiteY3" fmla="*/ 206291 h 206346"/>
                    <a:gd name="connsiteX4" fmla="*/ 104266 w 133091"/>
                    <a:gd name="connsiteY4" fmla="*/ 182954 h 206346"/>
                    <a:gd name="connsiteX5" fmla="*/ 107981 w 133091"/>
                    <a:gd name="connsiteY5" fmla="*/ 151998 h 206346"/>
                    <a:gd name="connsiteX6" fmla="*/ 125317 w 133091"/>
                    <a:gd name="connsiteY6" fmla="*/ 66082 h 206346"/>
                    <a:gd name="connsiteX7" fmla="*/ 118935 w 133091"/>
                    <a:gd name="connsiteY7" fmla="*/ 6456 h 206346"/>
                    <a:gd name="connsiteX8" fmla="*/ 7969 w 133091"/>
                    <a:gd name="connsiteY8" fmla="*/ 88562 h 206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3091" h="206346">
                      <a:moveTo>
                        <a:pt x="7969" y="88562"/>
                      </a:moveTo>
                      <a:cubicBezTo>
                        <a:pt x="-3652" y="119137"/>
                        <a:pt x="-3080" y="154951"/>
                        <a:pt x="13112" y="183430"/>
                      </a:cubicBezTo>
                      <a:cubicBezTo>
                        <a:pt x="17017" y="190384"/>
                        <a:pt x="22066" y="196956"/>
                        <a:pt x="28924" y="201052"/>
                      </a:cubicBezTo>
                      <a:cubicBezTo>
                        <a:pt x="37210" y="205909"/>
                        <a:pt x="47212" y="206576"/>
                        <a:pt x="56737" y="206291"/>
                      </a:cubicBezTo>
                      <a:cubicBezTo>
                        <a:pt x="75310" y="205624"/>
                        <a:pt x="96361" y="199814"/>
                        <a:pt x="104266" y="182954"/>
                      </a:cubicBezTo>
                      <a:cubicBezTo>
                        <a:pt x="108743" y="173429"/>
                        <a:pt x="107981" y="162475"/>
                        <a:pt x="107981" y="151998"/>
                      </a:cubicBezTo>
                      <a:cubicBezTo>
                        <a:pt x="107886" y="122375"/>
                        <a:pt x="114077" y="93419"/>
                        <a:pt x="125317" y="66082"/>
                      </a:cubicBezTo>
                      <a:cubicBezTo>
                        <a:pt x="133508" y="45985"/>
                        <a:pt x="139985" y="21981"/>
                        <a:pt x="118935" y="6456"/>
                      </a:cubicBezTo>
                      <a:cubicBezTo>
                        <a:pt x="79025" y="-23262"/>
                        <a:pt x="19780" y="57510"/>
                        <a:pt x="7969" y="8856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81" name="Forme libre : forme 16480">
                  <a:extLst>
                    <a:ext uri="{FF2B5EF4-FFF2-40B4-BE49-F238E27FC236}">
                      <a16:creationId xmlns:a16="http://schemas.microsoft.com/office/drawing/2014/main" id="{317D9CC4-5B98-415E-B8AB-9B6B38FF3D10}"/>
                    </a:ext>
                  </a:extLst>
                </p:cNvPr>
                <p:cNvSpPr/>
                <p:nvPr/>
              </p:nvSpPr>
              <p:spPr>
                <a:xfrm>
                  <a:off x="1474782" y="5696472"/>
                  <a:ext cx="104738" cy="120514"/>
                </a:xfrm>
                <a:custGeom>
                  <a:avLst/>
                  <a:gdLst>
                    <a:gd name="connsiteX0" fmla="*/ 1311 w 104738"/>
                    <a:gd name="connsiteY0" fmla="*/ 74915 h 120514"/>
                    <a:gd name="connsiteX1" fmla="*/ 17694 w 104738"/>
                    <a:gd name="connsiteY1" fmla="*/ 97966 h 120514"/>
                    <a:gd name="connsiteX2" fmla="*/ 47984 w 104738"/>
                    <a:gd name="connsiteY2" fmla="*/ 118635 h 120514"/>
                    <a:gd name="connsiteX3" fmla="*/ 89703 w 104738"/>
                    <a:gd name="connsiteY3" fmla="*/ 15670 h 120514"/>
                    <a:gd name="connsiteX4" fmla="*/ 1311 w 104738"/>
                    <a:gd name="connsiteY4" fmla="*/ 74915 h 120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738" h="120514">
                      <a:moveTo>
                        <a:pt x="1311" y="74915"/>
                      </a:moveTo>
                      <a:cubicBezTo>
                        <a:pt x="3692" y="84155"/>
                        <a:pt x="10836" y="91299"/>
                        <a:pt x="17694" y="97966"/>
                      </a:cubicBezTo>
                      <a:cubicBezTo>
                        <a:pt x="26552" y="106539"/>
                        <a:pt x="35982" y="115492"/>
                        <a:pt x="47984" y="118635"/>
                      </a:cubicBezTo>
                      <a:cubicBezTo>
                        <a:pt x="107419" y="134066"/>
                        <a:pt x="118087" y="50436"/>
                        <a:pt x="89703" y="15670"/>
                      </a:cubicBezTo>
                      <a:cubicBezTo>
                        <a:pt x="53794" y="-28526"/>
                        <a:pt x="-9929" y="30243"/>
                        <a:pt x="1311" y="7491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82" name="Forme libre : forme 16481">
                  <a:extLst>
                    <a:ext uri="{FF2B5EF4-FFF2-40B4-BE49-F238E27FC236}">
                      <a16:creationId xmlns:a16="http://schemas.microsoft.com/office/drawing/2014/main" id="{4443A2EC-7081-42AA-8A37-82A13A49CDDE}"/>
                    </a:ext>
                  </a:extLst>
                </p:cNvPr>
                <p:cNvSpPr/>
                <p:nvPr/>
              </p:nvSpPr>
              <p:spPr>
                <a:xfrm>
                  <a:off x="1883112" y="5787942"/>
                  <a:ext cx="35560" cy="25179"/>
                </a:xfrm>
                <a:custGeom>
                  <a:avLst/>
                  <a:gdLst>
                    <a:gd name="connsiteX0" fmla="*/ 5985 w 35560"/>
                    <a:gd name="connsiteY0" fmla="*/ 21545 h 25179"/>
                    <a:gd name="connsiteX1" fmla="*/ 9033 w 35560"/>
                    <a:gd name="connsiteY1" fmla="*/ 23355 h 25179"/>
                    <a:gd name="connsiteX2" fmla="*/ 15129 w 35560"/>
                    <a:gd name="connsiteY2" fmla="*/ 24784 h 25179"/>
                    <a:gd name="connsiteX3" fmla="*/ 25511 w 35560"/>
                    <a:gd name="connsiteY3" fmla="*/ 3734 h 25179"/>
                    <a:gd name="connsiteX4" fmla="*/ 5985 w 35560"/>
                    <a:gd name="connsiteY4" fmla="*/ 21545 h 25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560" h="25179">
                      <a:moveTo>
                        <a:pt x="5985" y="21545"/>
                      </a:moveTo>
                      <a:cubicBezTo>
                        <a:pt x="6937" y="22307"/>
                        <a:pt x="7890" y="22879"/>
                        <a:pt x="9033" y="23355"/>
                      </a:cubicBezTo>
                      <a:cubicBezTo>
                        <a:pt x="10938" y="24117"/>
                        <a:pt x="13129" y="24498"/>
                        <a:pt x="15129" y="24784"/>
                      </a:cubicBezTo>
                      <a:cubicBezTo>
                        <a:pt x="36560" y="27451"/>
                        <a:pt x="42942" y="16211"/>
                        <a:pt x="25511" y="3734"/>
                      </a:cubicBezTo>
                      <a:cubicBezTo>
                        <a:pt x="10176" y="-7220"/>
                        <a:pt x="-10303" y="8115"/>
                        <a:pt x="5985" y="2154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83" name="Forme libre : forme 16482">
                  <a:extLst>
                    <a:ext uri="{FF2B5EF4-FFF2-40B4-BE49-F238E27FC236}">
                      <a16:creationId xmlns:a16="http://schemas.microsoft.com/office/drawing/2014/main" id="{7CF9177C-7A05-4D1B-A6EB-B66D768D68F7}"/>
                    </a:ext>
                  </a:extLst>
                </p:cNvPr>
                <p:cNvSpPr/>
                <p:nvPr/>
              </p:nvSpPr>
              <p:spPr>
                <a:xfrm>
                  <a:off x="1972092" y="5601557"/>
                  <a:ext cx="106110" cy="208426"/>
                </a:xfrm>
                <a:custGeom>
                  <a:avLst/>
                  <a:gdLst>
                    <a:gd name="connsiteX0" fmla="*/ 16065 w 106110"/>
                    <a:gd name="connsiteY0" fmla="*/ 57436 h 208426"/>
                    <a:gd name="connsiteX1" fmla="*/ 5969 w 106110"/>
                    <a:gd name="connsiteY1" fmla="*/ 182785 h 208426"/>
                    <a:gd name="connsiteX2" fmla="*/ 26543 w 106110"/>
                    <a:gd name="connsiteY2" fmla="*/ 206311 h 208426"/>
                    <a:gd name="connsiteX3" fmla="*/ 57975 w 106110"/>
                    <a:gd name="connsiteY3" fmla="*/ 204978 h 208426"/>
                    <a:gd name="connsiteX4" fmla="*/ 104838 w 106110"/>
                    <a:gd name="connsiteY4" fmla="*/ 163640 h 208426"/>
                    <a:gd name="connsiteX5" fmla="*/ 103600 w 106110"/>
                    <a:gd name="connsiteY5" fmla="*/ 81724 h 208426"/>
                    <a:gd name="connsiteX6" fmla="*/ 63023 w 106110"/>
                    <a:gd name="connsiteY6" fmla="*/ 0 h 208426"/>
                    <a:gd name="connsiteX7" fmla="*/ 16065 w 106110"/>
                    <a:gd name="connsiteY7" fmla="*/ 57436 h 208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110" h="208426">
                      <a:moveTo>
                        <a:pt x="16065" y="57436"/>
                      </a:moveTo>
                      <a:cubicBezTo>
                        <a:pt x="9588" y="99536"/>
                        <a:pt x="-9652" y="143161"/>
                        <a:pt x="5969" y="182785"/>
                      </a:cubicBezTo>
                      <a:cubicBezTo>
                        <a:pt x="9874" y="192786"/>
                        <a:pt x="16541" y="202406"/>
                        <a:pt x="26543" y="206311"/>
                      </a:cubicBezTo>
                      <a:cubicBezTo>
                        <a:pt x="36449" y="210312"/>
                        <a:pt x="47688" y="207930"/>
                        <a:pt x="57975" y="204978"/>
                      </a:cubicBezTo>
                      <a:cubicBezTo>
                        <a:pt x="79025" y="198787"/>
                        <a:pt x="101123" y="187261"/>
                        <a:pt x="104838" y="163640"/>
                      </a:cubicBezTo>
                      <a:cubicBezTo>
                        <a:pt x="108839" y="138207"/>
                        <a:pt x="101981" y="108204"/>
                        <a:pt x="103600" y="81724"/>
                      </a:cubicBezTo>
                      <a:cubicBezTo>
                        <a:pt x="105695" y="48197"/>
                        <a:pt x="108839" y="-95"/>
                        <a:pt x="63023" y="0"/>
                      </a:cubicBezTo>
                      <a:cubicBezTo>
                        <a:pt x="27019" y="286"/>
                        <a:pt x="20637" y="27908"/>
                        <a:pt x="16065" y="5743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84" name="Forme libre : forme 16483">
                  <a:extLst>
                    <a:ext uri="{FF2B5EF4-FFF2-40B4-BE49-F238E27FC236}">
                      <a16:creationId xmlns:a16="http://schemas.microsoft.com/office/drawing/2014/main" id="{44E9E0D7-8975-4140-94FE-749921DE1DCA}"/>
                    </a:ext>
                  </a:extLst>
                </p:cNvPr>
                <p:cNvSpPr/>
                <p:nvPr/>
              </p:nvSpPr>
              <p:spPr>
                <a:xfrm>
                  <a:off x="1958116" y="5442413"/>
                  <a:ext cx="122828" cy="128000"/>
                </a:xfrm>
                <a:custGeom>
                  <a:avLst/>
                  <a:gdLst>
                    <a:gd name="connsiteX0" fmla="*/ 15086 w 122828"/>
                    <a:gd name="connsiteY0" fmla="*/ 57321 h 128000"/>
                    <a:gd name="connsiteX1" fmla="*/ 2228 w 122828"/>
                    <a:gd name="connsiteY1" fmla="*/ 70847 h 128000"/>
                    <a:gd name="connsiteX2" fmla="*/ 323 w 122828"/>
                    <a:gd name="connsiteY2" fmla="*/ 83801 h 128000"/>
                    <a:gd name="connsiteX3" fmla="*/ 37 w 122828"/>
                    <a:gd name="connsiteY3" fmla="*/ 103613 h 128000"/>
                    <a:gd name="connsiteX4" fmla="*/ 1180 w 122828"/>
                    <a:gd name="connsiteY4" fmla="*/ 115043 h 128000"/>
                    <a:gd name="connsiteX5" fmla="*/ 34232 w 122828"/>
                    <a:gd name="connsiteY5" fmla="*/ 127044 h 128000"/>
                    <a:gd name="connsiteX6" fmla="*/ 103764 w 122828"/>
                    <a:gd name="connsiteY6" fmla="*/ 74562 h 128000"/>
                    <a:gd name="connsiteX7" fmla="*/ 120909 w 122828"/>
                    <a:gd name="connsiteY7" fmla="*/ 27698 h 128000"/>
                    <a:gd name="connsiteX8" fmla="*/ 15086 w 122828"/>
                    <a:gd name="connsiteY8" fmla="*/ 57321 h 128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2828" h="128000">
                      <a:moveTo>
                        <a:pt x="15086" y="57321"/>
                      </a:moveTo>
                      <a:cubicBezTo>
                        <a:pt x="10229" y="61322"/>
                        <a:pt x="4704" y="65037"/>
                        <a:pt x="2228" y="70847"/>
                      </a:cubicBezTo>
                      <a:cubicBezTo>
                        <a:pt x="418" y="74847"/>
                        <a:pt x="323" y="79419"/>
                        <a:pt x="323" y="83801"/>
                      </a:cubicBezTo>
                      <a:cubicBezTo>
                        <a:pt x="227" y="90373"/>
                        <a:pt x="132" y="97041"/>
                        <a:pt x="37" y="103613"/>
                      </a:cubicBezTo>
                      <a:cubicBezTo>
                        <a:pt x="-58" y="107422"/>
                        <a:pt x="-58" y="111423"/>
                        <a:pt x="1180" y="115043"/>
                      </a:cubicBezTo>
                      <a:cubicBezTo>
                        <a:pt x="5466" y="127139"/>
                        <a:pt x="21659" y="129711"/>
                        <a:pt x="34232" y="127044"/>
                      </a:cubicBezTo>
                      <a:cubicBezTo>
                        <a:pt x="66045" y="120472"/>
                        <a:pt x="81285" y="94755"/>
                        <a:pt x="103764" y="74562"/>
                      </a:cubicBezTo>
                      <a:cubicBezTo>
                        <a:pt x="118528" y="61322"/>
                        <a:pt x="126815" y="48749"/>
                        <a:pt x="120909" y="27698"/>
                      </a:cubicBezTo>
                      <a:cubicBezTo>
                        <a:pt x="101669" y="-41263"/>
                        <a:pt x="38804" y="37890"/>
                        <a:pt x="15086" y="57321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85" name="Forme libre : forme 16484">
                  <a:extLst>
                    <a:ext uri="{FF2B5EF4-FFF2-40B4-BE49-F238E27FC236}">
                      <a16:creationId xmlns:a16="http://schemas.microsoft.com/office/drawing/2014/main" id="{D3DE15A6-6E0B-487D-BA88-B73D16C9D731}"/>
                    </a:ext>
                  </a:extLst>
                </p:cNvPr>
                <p:cNvSpPr/>
                <p:nvPr/>
              </p:nvSpPr>
              <p:spPr>
                <a:xfrm>
                  <a:off x="2118605" y="5228229"/>
                  <a:ext cx="159779" cy="224867"/>
                </a:xfrm>
                <a:custGeom>
                  <a:avLst/>
                  <a:gdLst>
                    <a:gd name="connsiteX0" fmla="*/ 12141 w 159779"/>
                    <a:gd name="connsiteY0" fmla="*/ 61574 h 224867"/>
                    <a:gd name="connsiteX1" fmla="*/ 1378 w 159779"/>
                    <a:gd name="connsiteY1" fmla="*/ 122344 h 224867"/>
                    <a:gd name="connsiteX2" fmla="*/ 1663 w 159779"/>
                    <a:gd name="connsiteY2" fmla="*/ 159872 h 224867"/>
                    <a:gd name="connsiteX3" fmla="*/ 54527 w 159779"/>
                    <a:gd name="connsiteY3" fmla="*/ 214165 h 224867"/>
                    <a:gd name="connsiteX4" fmla="*/ 132442 w 159779"/>
                    <a:gd name="connsiteY4" fmla="*/ 224833 h 224867"/>
                    <a:gd name="connsiteX5" fmla="*/ 147015 w 159779"/>
                    <a:gd name="connsiteY5" fmla="*/ 222261 h 224867"/>
                    <a:gd name="connsiteX6" fmla="*/ 155492 w 159779"/>
                    <a:gd name="connsiteY6" fmla="*/ 205021 h 224867"/>
                    <a:gd name="connsiteX7" fmla="*/ 148634 w 159779"/>
                    <a:gd name="connsiteY7" fmla="*/ 100913 h 224867"/>
                    <a:gd name="connsiteX8" fmla="*/ 132442 w 159779"/>
                    <a:gd name="connsiteY8" fmla="*/ 20808 h 224867"/>
                    <a:gd name="connsiteX9" fmla="*/ 77863 w 159779"/>
                    <a:gd name="connsiteY9" fmla="*/ 2805 h 224867"/>
                    <a:gd name="connsiteX10" fmla="*/ 12141 w 159779"/>
                    <a:gd name="connsiteY10" fmla="*/ 61574 h 224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9779" h="224867">
                      <a:moveTo>
                        <a:pt x="12141" y="61574"/>
                      </a:moveTo>
                      <a:cubicBezTo>
                        <a:pt x="5378" y="81100"/>
                        <a:pt x="3378" y="101865"/>
                        <a:pt x="1378" y="122344"/>
                      </a:cubicBezTo>
                      <a:cubicBezTo>
                        <a:pt x="140" y="134822"/>
                        <a:pt x="-1099" y="147585"/>
                        <a:pt x="1663" y="159872"/>
                      </a:cubicBezTo>
                      <a:cubicBezTo>
                        <a:pt x="7378" y="185590"/>
                        <a:pt x="29858" y="204925"/>
                        <a:pt x="54527" y="214165"/>
                      </a:cubicBezTo>
                      <a:cubicBezTo>
                        <a:pt x="79197" y="223404"/>
                        <a:pt x="106153" y="224166"/>
                        <a:pt x="132442" y="224833"/>
                      </a:cubicBezTo>
                      <a:cubicBezTo>
                        <a:pt x="137395" y="224928"/>
                        <a:pt x="142824" y="225024"/>
                        <a:pt x="147015" y="222261"/>
                      </a:cubicBezTo>
                      <a:cubicBezTo>
                        <a:pt x="152540" y="218641"/>
                        <a:pt x="154254" y="211498"/>
                        <a:pt x="155492" y="205021"/>
                      </a:cubicBezTo>
                      <a:cubicBezTo>
                        <a:pt x="162922" y="166254"/>
                        <a:pt x="160731" y="138060"/>
                        <a:pt x="148634" y="100913"/>
                      </a:cubicBezTo>
                      <a:cubicBezTo>
                        <a:pt x="140347" y="75386"/>
                        <a:pt x="143300" y="45287"/>
                        <a:pt x="132442" y="20808"/>
                      </a:cubicBezTo>
                      <a:cubicBezTo>
                        <a:pt x="121869" y="-2910"/>
                        <a:pt x="100819" y="-2148"/>
                        <a:pt x="77863" y="2805"/>
                      </a:cubicBezTo>
                      <a:cubicBezTo>
                        <a:pt x="45097" y="9854"/>
                        <a:pt x="23095" y="29856"/>
                        <a:pt x="12141" y="6157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86" name="Forme libre : forme 16485">
                  <a:extLst>
                    <a:ext uri="{FF2B5EF4-FFF2-40B4-BE49-F238E27FC236}">
                      <a16:creationId xmlns:a16="http://schemas.microsoft.com/office/drawing/2014/main" id="{62182B1E-45E4-4008-B9A3-FD05DA1575B6}"/>
                    </a:ext>
                  </a:extLst>
                </p:cNvPr>
                <p:cNvSpPr/>
                <p:nvPr/>
              </p:nvSpPr>
              <p:spPr>
                <a:xfrm>
                  <a:off x="2125044" y="5511546"/>
                  <a:ext cx="186582" cy="146940"/>
                </a:xfrm>
                <a:custGeom>
                  <a:avLst/>
                  <a:gdLst>
                    <a:gd name="connsiteX0" fmla="*/ 184963 w 186582"/>
                    <a:gd name="connsiteY0" fmla="*/ 0 h 146940"/>
                    <a:gd name="connsiteX1" fmla="*/ 118764 w 186582"/>
                    <a:gd name="connsiteY1" fmla="*/ 10287 h 146940"/>
                    <a:gd name="connsiteX2" fmla="*/ 43326 w 186582"/>
                    <a:gd name="connsiteY2" fmla="*/ 11716 h 146940"/>
                    <a:gd name="connsiteX3" fmla="*/ 14275 w 186582"/>
                    <a:gd name="connsiteY3" fmla="*/ 16573 h 146940"/>
                    <a:gd name="connsiteX4" fmla="*/ 368 w 186582"/>
                    <a:gd name="connsiteY4" fmla="*/ 40386 h 146940"/>
                    <a:gd name="connsiteX5" fmla="*/ 12941 w 186582"/>
                    <a:gd name="connsiteY5" fmla="*/ 57531 h 146940"/>
                    <a:gd name="connsiteX6" fmla="*/ 95237 w 186582"/>
                    <a:gd name="connsiteY6" fmla="*/ 130397 h 146940"/>
                    <a:gd name="connsiteX7" fmla="*/ 119526 w 186582"/>
                    <a:gd name="connsiteY7" fmla="*/ 146018 h 146940"/>
                    <a:gd name="connsiteX8" fmla="*/ 144958 w 186582"/>
                    <a:gd name="connsiteY8" fmla="*/ 137160 h 146940"/>
                    <a:gd name="connsiteX9" fmla="*/ 146291 w 186582"/>
                    <a:gd name="connsiteY9" fmla="*/ 112395 h 146940"/>
                    <a:gd name="connsiteX10" fmla="*/ 161341 w 186582"/>
                    <a:gd name="connsiteY10" fmla="*/ 72009 h 146940"/>
                    <a:gd name="connsiteX11" fmla="*/ 186582 w 186582"/>
                    <a:gd name="connsiteY11" fmla="*/ 29432 h 146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6582" h="146940">
                      <a:moveTo>
                        <a:pt x="184963" y="0"/>
                      </a:moveTo>
                      <a:cubicBezTo>
                        <a:pt x="164484" y="9239"/>
                        <a:pt x="141243" y="9810"/>
                        <a:pt x="118764" y="10287"/>
                      </a:cubicBezTo>
                      <a:cubicBezTo>
                        <a:pt x="93618" y="10763"/>
                        <a:pt x="68472" y="11239"/>
                        <a:pt x="43326" y="11716"/>
                      </a:cubicBezTo>
                      <a:cubicBezTo>
                        <a:pt x="33420" y="11906"/>
                        <a:pt x="23133" y="12192"/>
                        <a:pt x="14275" y="16573"/>
                      </a:cubicBezTo>
                      <a:cubicBezTo>
                        <a:pt x="5417" y="20955"/>
                        <a:pt x="-1727" y="30670"/>
                        <a:pt x="368" y="40386"/>
                      </a:cubicBezTo>
                      <a:cubicBezTo>
                        <a:pt x="1797" y="47434"/>
                        <a:pt x="7512" y="52768"/>
                        <a:pt x="12941" y="57531"/>
                      </a:cubicBezTo>
                      <a:cubicBezTo>
                        <a:pt x="40373" y="81819"/>
                        <a:pt x="67805" y="106109"/>
                        <a:pt x="95237" y="130397"/>
                      </a:cubicBezTo>
                      <a:cubicBezTo>
                        <a:pt x="102476" y="136874"/>
                        <a:pt x="110096" y="143446"/>
                        <a:pt x="119526" y="146018"/>
                      </a:cubicBezTo>
                      <a:cubicBezTo>
                        <a:pt x="128860" y="148590"/>
                        <a:pt x="140481" y="145828"/>
                        <a:pt x="144958" y="137160"/>
                      </a:cubicBezTo>
                      <a:cubicBezTo>
                        <a:pt x="148768" y="129730"/>
                        <a:pt x="146291" y="120777"/>
                        <a:pt x="146291" y="112395"/>
                      </a:cubicBezTo>
                      <a:cubicBezTo>
                        <a:pt x="146291" y="97821"/>
                        <a:pt x="153911" y="84487"/>
                        <a:pt x="161341" y="72009"/>
                      </a:cubicBezTo>
                      <a:cubicBezTo>
                        <a:pt x="169723" y="57817"/>
                        <a:pt x="178200" y="43624"/>
                        <a:pt x="186582" y="29432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87" name="Forme libre : forme 16486">
                  <a:extLst>
                    <a:ext uri="{FF2B5EF4-FFF2-40B4-BE49-F238E27FC236}">
                      <a16:creationId xmlns:a16="http://schemas.microsoft.com/office/drawing/2014/main" id="{ACB6DE2B-98A9-4D54-BB64-39BBB70EBB1C}"/>
                    </a:ext>
                  </a:extLst>
                </p:cNvPr>
                <p:cNvSpPr/>
                <p:nvPr/>
              </p:nvSpPr>
              <p:spPr>
                <a:xfrm>
                  <a:off x="2352952" y="5359247"/>
                  <a:ext cx="120586" cy="206786"/>
                </a:xfrm>
                <a:custGeom>
                  <a:avLst/>
                  <a:gdLst>
                    <a:gd name="connsiteX0" fmla="*/ 37636 w 120586"/>
                    <a:gd name="connsiteY0" fmla="*/ 45523 h 206786"/>
                    <a:gd name="connsiteX1" fmla="*/ 29159 w 120586"/>
                    <a:gd name="connsiteY1" fmla="*/ 88100 h 206786"/>
                    <a:gd name="connsiteX2" fmla="*/ 13 w 120586"/>
                    <a:gd name="connsiteY2" fmla="*/ 153441 h 206786"/>
                    <a:gd name="connsiteX3" fmla="*/ 19539 w 120586"/>
                    <a:gd name="connsiteY3" fmla="*/ 192208 h 206786"/>
                    <a:gd name="connsiteX4" fmla="*/ 61449 w 120586"/>
                    <a:gd name="connsiteY4" fmla="*/ 206686 h 206786"/>
                    <a:gd name="connsiteX5" fmla="*/ 100883 w 120586"/>
                    <a:gd name="connsiteY5" fmla="*/ 191922 h 206786"/>
                    <a:gd name="connsiteX6" fmla="*/ 102502 w 120586"/>
                    <a:gd name="connsiteY6" fmla="*/ 146107 h 206786"/>
                    <a:gd name="connsiteX7" fmla="*/ 96977 w 120586"/>
                    <a:gd name="connsiteY7" fmla="*/ 78098 h 206786"/>
                    <a:gd name="connsiteX8" fmla="*/ 120313 w 120586"/>
                    <a:gd name="connsiteY8" fmla="*/ 18758 h 206786"/>
                    <a:gd name="connsiteX9" fmla="*/ 37636 w 120586"/>
                    <a:gd name="connsiteY9" fmla="*/ 45523 h 206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0586" h="206786">
                      <a:moveTo>
                        <a:pt x="37636" y="45523"/>
                      </a:moveTo>
                      <a:cubicBezTo>
                        <a:pt x="33255" y="59334"/>
                        <a:pt x="33636" y="74289"/>
                        <a:pt x="29159" y="88100"/>
                      </a:cubicBezTo>
                      <a:cubicBezTo>
                        <a:pt x="21539" y="110960"/>
                        <a:pt x="679" y="129438"/>
                        <a:pt x="13" y="153441"/>
                      </a:cubicBezTo>
                      <a:cubicBezTo>
                        <a:pt x="-368" y="168396"/>
                        <a:pt x="7728" y="182969"/>
                        <a:pt x="19539" y="192208"/>
                      </a:cubicBezTo>
                      <a:cubicBezTo>
                        <a:pt x="31350" y="201447"/>
                        <a:pt x="46400" y="205829"/>
                        <a:pt x="61449" y="206686"/>
                      </a:cubicBezTo>
                      <a:cubicBezTo>
                        <a:pt x="76118" y="207448"/>
                        <a:pt x="92596" y="204019"/>
                        <a:pt x="100883" y="191922"/>
                      </a:cubicBezTo>
                      <a:cubicBezTo>
                        <a:pt x="109836" y="178873"/>
                        <a:pt x="106026" y="161442"/>
                        <a:pt x="102502" y="146107"/>
                      </a:cubicBezTo>
                      <a:cubicBezTo>
                        <a:pt x="97358" y="124104"/>
                        <a:pt x="93358" y="100673"/>
                        <a:pt x="96977" y="78098"/>
                      </a:cubicBezTo>
                      <a:cubicBezTo>
                        <a:pt x="99930" y="59525"/>
                        <a:pt x="123361" y="35807"/>
                        <a:pt x="120313" y="18758"/>
                      </a:cubicBezTo>
                      <a:cubicBezTo>
                        <a:pt x="111932" y="-26962"/>
                        <a:pt x="44876" y="22377"/>
                        <a:pt x="37636" y="45523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88" name="Forme libre : forme 16487">
                  <a:extLst>
                    <a:ext uri="{FF2B5EF4-FFF2-40B4-BE49-F238E27FC236}">
                      <a16:creationId xmlns:a16="http://schemas.microsoft.com/office/drawing/2014/main" id="{B90C0D08-2D79-4A7F-9A4B-78639D0AFD22}"/>
                    </a:ext>
                  </a:extLst>
                </p:cNvPr>
                <p:cNvSpPr/>
                <p:nvPr/>
              </p:nvSpPr>
              <p:spPr>
                <a:xfrm>
                  <a:off x="2368168" y="5217481"/>
                  <a:ext cx="98700" cy="86175"/>
                </a:xfrm>
                <a:custGeom>
                  <a:avLst/>
                  <a:gdLst>
                    <a:gd name="connsiteX0" fmla="*/ 1751 w 98700"/>
                    <a:gd name="connsiteY0" fmla="*/ 52416 h 86175"/>
                    <a:gd name="connsiteX1" fmla="*/ 12133 w 98700"/>
                    <a:gd name="connsiteY1" fmla="*/ 64703 h 86175"/>
                    <a:gd name="connsiteX2" fmla="*/ 84428 w 98700"/>
                    <a:gd name="connsiteY2" fmla="*/ 84039 h 86175"/>
                    <a:gd name="connsiteX3" fmla="*/ 96239 w 98700"/>
                    <a:gd name="connsiteY3" fmla="*/ 77276 h 86175"/>
                    <a:gd name="connsiteX4" fmla="*/ 60139 w 98700"/>
                    <a:gd name="connsiteY4" fmla="*/ 2314 h 86175"/>
                    <a:gd name="connsiteX5" fmla="*/ 1751 w 98700"/>
                    <a:gd name="connsiteY5" fmla="*/ 52416 h 86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8700" h="86175">
                      <a:moveTo>
                        <a:pt x="1751" y="52416"/>
                      </a:moveTo>
                      <a:cubicBezTo>
                        <a:pt x="3846" y="57369"/>
                        <a:pt x="7942" y="61274"/>
                        <a:pt x="12133" y="64703"/>
                      </a:cubicBezTo>
                      <a:cubicBezTo>
                        <a:pt x="32231" y="81086"/>
                        <a:pt x="59377" y="90706"/>
                        <a:pt x="84428" y="84039"/>
                      </a:cubicBezTo>
                      <a:cubicBezTo>
                        <a:pt x="88905" y="82801"/>
                        <a:pt x="93477" y="80991"/>
                        <a:pt x="96239" y="77276"/>
                      </a:cubicBezTo>
                      <a:cubicBezTo>
                        <a:pt x="107764" y="61750"/>
                        <a:pt x="75951" y="9934"/>
                        <a:pt x="60139" y="2314"/>
                      </a:cubicBezTo>
                      <a:cubicBezTo>
                        <a:pt x="36136" y="-9401"/>
                        <a:pt x="-9489" y="25841"/>
                        <a:pt x="1751" y="5241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89" name="Forme libre : forme 16488">
                  <a:extLst>
                    <a:ext uri="{FF2B5EF4-FFF2-40B4-BE49-F238E27FC236}">
                      <a16:creationId xmlns:a16="http://schemas.microsoft.com/office/drawing/2014/main" id="{5B969A96-34FC-4612-84A7-08F4CA43EA69}"/>
                    </a:ext>
                  </a:extLst>
                </p:cNvPr>
                <p:cNvSpPr/>
                <p:nvPr/>
              </p:nvSpPr>
              <p:spPr>
                <a:xfrm>
                  <a:off x="2189127" y="5692222"/>
                  <a:ext cx="169279" cy="117695"/>
                </a:xfrm>
                <a:custGeom>
                  <a:avLst/>
                  <a:gdLst>
                    <a:gd name="connsiteX0" fmla="*/ 166885 w 169279"/>
                    <a:gd name="connsiteY0" fmla="*/ 1060 h 117695"/>
                    <a:gd name="connsiteX1" fmla="*/ 134977 w 169279"/>
                    <a:gd name="connsiteY1" fmla="*/ 12 h 117695"/>
                    <a:gd name="connsiteX2" fmla="*/ 102401 w 169279"/>
                    <a:gd name="connsiteY2" fmla="*/ 4298 h 117695"/>
                    <a:gd name="connsiteX3" fmla="*/ 70112 w 169279"/>
                    <a:gd name="connsiteY3" fmla="*/ 29635 h 117695"/>
                    <a:gd name="connsiteX4" fmla="*/ 4008 w 169279"/>
                    <a:gd name="connsiteY4" fmla="*/ 99263 h 117695"/>
                    <a:gd name="connsiteX5" fmla="*/ 7 w 169279"/>
                    <a:gd name="connsiteY5" fmla="*/ 106311 h 117695"/>
                    <a:gd name="connsiteX6" fmla="*/ 13723 w 169279"/>
                    <a:gd name="connsiteY6" fmla="*/ 114979 h 117695"/>
                    <a:gd name="connsiteX7" fmla="*/ 80113 w 169279"/>
                    <a:gd name="connsiteY7" fmla="*/ 117551 h 117695"/>
                    <a:gd name="connsiteX8" fmla="*/ 117165 w 169279"/>
                    <a:gd name="connsiteY8" fmla="*/ 114788 h 117695"/>
                    <a:gd name="connsiteX9" fmla="*/ 168600 w 169279"/>
                    <a:gd name="connsiteY9" fmla="*/ 30397 h 11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9279" h="117695">
                      <a:moveTo>
                        <a:pt x="166885" y="1060"/>
                      </a:moveTo>
                      <a:cubicBezTo>
                        <a:pt x="156217" y="393"/>
                        <a:pt x="145645" y="107"/>
                        <a:pt x="134977" y="12"/>
                      </a:cubicBezTo>
                      <a:cubicBezTo>
                        <a:pt x="123928" y="-83"/>
                        <a:pt x="112688" y="298"/>
                        <a:pt x="102401" y="4298"/>
                      </a:cubicBezTo>
                      <a:cubicBezTo>
                        <a:pt x="89542" y="9347"/>
                        <a:pt x="79541" y="19634"/>
                        <a:pt x="70112" y="29635"/>
                      </a:cubicBezTo>
                      <a:cubicBezTo>
                        <a:pt x="48109" y="52876"/>
                        <a:pt x="26011" y="76022"/>
                        <a:pt x="4008" y="99263"/>
                      </a:cubicBezTo>
                      <a:cubicBezTo>
                        <a:pt x="2103" y="101263"/>
                        <a:pt x="103" y="103549"/>
                        <a:pt x="7" y="106311"/>
                      </a:cubicBezTo>
                      <a:cubicBezTo>
                        <a:pt x="-278" y="112312"/>
                        <a:pt x="7723" y="114693"/>
                        <a:pt x="13723" y="114979"/>
                      </a:cubicBezTo>
                      <a:cubicBezTo>
                        <a:pt x="35822" y="116122"/>
                        <a:pt x="58015" y="116979"/>
                        <a:pt x="80113" y="117551"/>
                      </a:cubicBezTo>
                      <a:cubicBezTo>
                        <a:pt x="92495" y="117836"/>
                        <a:pt x="105164" y="118027"/>
                        <a:pt x="117165" y="114788"/>
                      </a:cubicBezTo>
                      <a:cubicBezTo>
                        <a:pt x="151836" y="105263"/>
                        <a:pt x="173458" y="66020"/>
                        <a:pt x="168600" y="30397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90" name="Forme libre : forme 16489">
                  <a:extLst>
                    <a:ext uri="{FF2B5EF4-FFF2-40B4-BE49-F238E27FC236}">
                      <a16:creationId xmlns:a16="http://schemas.microsoft.com/office/drawing/2014/main" id="{298B9D14-BCEC-4AD6-AD39-01FC18E4B192}"/>
                    </a:ext>
                  </a:extLst>
                </p:cNvPr>
                <p:cNvSpPr/>
                <p:nvPr/>
              </p:nvSpPr>
              <p:spPr>
                <a:xfrm>
                  <a:off x="2453484" y="5551571"/>
                  <a:ext cx="119669" cy="252270"/>
                </a:xfrm>
                <a:custGeom>
                  <a:avLst/>
                  <a:gdLst>
                    <a:gd name="connsiteX0" fmla="*/ 112840 w 119669"/>
                    <a:gd name="connsiteY0" fmla="*/ 932 h 252270"/>
                    <a:gd name="connsiteX1" fmla="*/ 35593 w 119669"/>
                    <a:gd name="connsiteY1" fmla="*/ 34174 h 252270"/>
                    <a:gd name="connsiteX2" fmla="*/ 3398 w 119669"/>
                    <a:gd name="connsiteY2" fmla="*/ 115136 h 252270"/>
                    <a:gd name="connsiteX3" fmla="*/ 10542 w 119669"/>
                    <a:gd name="connsiteY3" fmla="*/ 205814 h 252270"/>
                    <a:gd name="connsiteX4" fmla="*/ 83503 w 119669"/>
                    <a:gd name="connsiteY4" fmla="*/ 251820 h 252270"/>
                    <a:gd name="connsiteX5" fmla="*/ 102173 w 119669"/>
                    <a:gd name="connsiteY5" fmla="*/ 244962 h 252270"/>
                    <a:gd name="connsiteX6" fmla="*/ 115031 w 119669"/>
                    <a:gd name="connsiteY6" fmla="*/ 227436 h 252270"/>
                    <a:gd name="connsiteX7" fmla="*/ 105697 w 119669"/>
                    <a:gd name="connsiteY7" fmla="*/ 125137 h 252270"/>
                    <a:gd name="connsiteX8" fmla="*/ 117412 w 119669"/>
                    <a:gd name="connsiteY8" fmla="*/ 33507 h 252270"/>
                    <a:gd name="connsiteX9" fmla="*/ 116650 w 119669"/>
                    <a:gd name="connsiteY9" fmla="*/ 27888 h 252270"/>
                    <a:gd name="connsiteX10" fmla="*/ 114364 w 119669"/>
                    <a:gd name="connsiteY10" fmla="*/ 30459 h 252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9669" h="252270">
                      <a:moveTo>
                        <a:pt x="112840" y="932"/>
                      </a:moveTo>
                      <a:cubicBezTo>
                        <a:pt x="83884" y="-4022"/>
                        <a:pt x="54071" y="11314"/>
                        <a:pt x="35593" y="34174"/>
                      </a:cubicBezTo>
                      <a:cubicBezTo>
                        <a:pt x="17114" y="57034"/>
                        <a:pt x="8161" y="86180"/>
                        <a:pt x="3398" y="115136"/>
                      </a:cubicBezTo>
                      <a:cubicBezTo>
                        <a:pt x="-1650" y="145521"/>
                        <a:pt x="-2412" y="177906"/>
                        <a:pt x="10542" y="205814"/>
                      </a:cubicBezTo>
                      <a:cubicBezTo>
                        <a:pt x="23496" y="233723"/>
                        <a:pt x="53023" y="255725"/>
                        <a:pt x="83503" y="251820"/>
                      </a:cubicBezTo>
                      <a:cubicBezTo>
                        <a:pt x="90171" y="250963"/>
                        <a:pt x="96839" y="248867"/>
                        <a:pt x="102173" y="244962"/>
                      </a:cubicBezTo>
                      <a:cubicBezTo>
                        <a:pt x="108078" y="240676"/>
                        <a:pt x="112269" y="234294"/>
                        <a:pt x="115031" y="227436"/>
                      </a:cubicBezTo>
                      <a:cubicBezTo>
                        <a:pt x="128081" y="195146"/>
                        <a:pt x="109888" y="159618"/>
                        <a:pt x="105697" y="125137"/>
                      </a:cubicBezTo>
                      <a:cubicBezTo>
                        <a:pt x="101982" y="94372"/>
                        <a:pt x="109602" y="63511"/>
                        <a:pt x="117412" y="33507"/>
                      </a:cubicBezTo>
                      <a:cubicBezTo>
                        <a:pt x="117889" y="31507"/>
                        <a:pt x="118270" y="29126"/>
                        <a:pt x="116650" y="27888"/>
                      </a:cubicBezTo>
                      <a:cubicBezTo>
                        <a:pt x="115031" y="26649"/>
                        <a:pt x="112459" y="29792"/>
                        <a:pt x="114364" y="30459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91" name="Forme libre : forme 16490">
                  <a:extLst>
                    <a:ext uri="{FF2B5EF4-FFF2-40B4-BE49-F238E27FC236}">
                      <a16:creationId xmlns:a16="http://schemas.microsoft.com/office/drawing/2014/main" id="{34B1123E-E89F-4996-AE96-EAF73BE4BBB4}"/>
                    </a:ext>
                  </a:extLst>
                </p:cNvPr>
                <p:cNvSpPr/>
                <p:nvPr/>
              </p:nvSpPr>
              <p:spPr>
                <a:xfrm>
                  <a:off x="2485624" y="5345636"/>
                  <a:ext cx="193497" cy="202310"/>
                </a:xfrm>
                <a:custGeom>
                  <a:avLst/>
                  <a:gdLst>
                    <a:gd name="connsiteX0" fmla="*/ 133278 w 193497"/>
                    <a:gd name="connsiteY0" fmla="*/ 12747 h 202310"/>
                    <a:gd name="connsiteX1" fmla="*/ 59078 w 193497"/>
                    <a:gd name="connsiteY1" fmla="*/ 3603 h 202310"/>
                    <a:gd name="connsiteX2" fmla="*/ 7739 w 193497"/>
                    <a:gd name="connsiteY2" fmla="*/ 83327 h 202310"/>
                    <a:gd name="connsiteX3" fmla="*/ 690 w 193497"/>
                    <a:gd name="connsiteY3" fmla="*/ 124190 h 202310"/>
                    <a:gd name="connsiteX4" fmla="*/ 3643 w 193497"/>
                    <a:gd name="connsiteY4" fmla="*/ 146002 h 202310"/>
                    <a:gd name="connsiteX5" fmla="*/ 17740 w 193497"/>
                    <a:gd name="connsiteY5" fmla="*/ 154384 h 202310"/>
                    <a:gd name="connsiteX6" fmla="*/ 135183 w 193497"/>
                    <a:gd name="connsiteY6" fmla="*/ 196770 h 202310"/>
                    <a:gd name="connsiteX7" fmla="*/ 163187 w 193497"/>
                    <a:gd name="connsiteY7" fmla="*/ 202009 h 202310"/>
                    <a:gd name="connsiteX8" fmla="*/ 193381 w 193497"/>
                    <a:gd name="connsiteY8" fmla="*/ 156670 h 202310"/>
                    <a:gd name="connsiteX9" fmla="*/ 170997 w 193497"/>
                    <a:gd name="connsiteY9" fmla="*/ 101616 h 202310"/>
                    <a:gd name="connsiteX10" fmla="*/ 137660 w 193497"/>
                    <a:gd name="connsiteY10" fmla="*/ 37322 h 202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3497" h="202310">
                      <a:moveTo>
                        <a:pt x="133278" y="12747"/>
                      </a:moveTo>
                      <a:cubicBezTo>
                        <a:pt x="109466" y="3698"/>
                        <a:pt x="82986" y="-5160"/>
                        <a:pt x="59078" y="3603"/>
                      </a:cubicBezTo>
                      <a:cubicBezTo>
                        <a:pt x="28027" y="15033"/>
                        <a:pt x="14502" y="51038"/>
                        <a:pt x="7739" y="83327"/>
                      </a:cubicBezTo>
                      <a:cubicBezTo>
                        <a:pt x="4882" y="96853"/>
                        <a:pt x="2500" y="110474"/>
                        <a:pt x="690" y="124190"/>
                      </a:cubicBezTo>
                      <a:cubicBezTo>
                        <a:pt x="-262" y="131619"/>
                        <a:pt x="-929" y="140001"/>
                        <a:pt x="3643" y="146002"/>
                      </a:cubicBezTo>
                      <a:cubicBezTo>
                        <a:pt x="7072" y="150384"/>
                        <a:pt x="12501" y="152479"/>
                        <a:pt x="17740" y="154384"/>
                      </a:cubicBezTo>
                      <a:cubicBezTo>
                        <a:pt x="56888" y="168481"/>
                        <a:pt x="96036" y="182673"/>
                        <a:pt x="135183" y="196770"/>
                      </a:cubicBezTo>
                      <a:cubicBezTo>
                        <a:pt x="144232" y="200008"/>
                        <a:pt x="153662" y="203343"/>
                        <a:pt x="163187" y="202009"/>
                      </a:cubicBezTo>
                      <a:cubicBezTo>
                        <a:pt x="182999" y="199247"/>
                        <a:pt x="194810" y="176673"/>
                        <a:pt x="193381" y="156670"/>
                      </a:cubicBezTo>
                      <a:cubicBezTo>
                        <a:pt x="191952" y="136763"/>
                        <a:pt x="180999" y="118951"/>
                        <a:pt x="170997" y="101616"/>
                      </a:cubicBezTo>
                      <a:cubicBezTo>
                        <a:pt x="158901" y="80661"/>
                        <a:pt x="147757" y="59229"/>
                        <a:pt x="137660" y="37322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92" name="Forme libre : forme 16491">
                  <a:extLst>
                    <a:ext uri="{FF2B5EF4-FFF2-40B4-BE49-F238E27FC236}">
                      <a16:creationId xmlns:a16="http://schemas.microsoft.com/office/drawing/2014/main" id="{94C20309-E796-4824-A54F-D512F464BF55}"/>
                    </a:ext>
                  </a:extLst>
                </p:cNvPr>
                <p:cNvSpPr/>
                <p:nvPr/>
              </p:nvSpPr>
              <p:spPr>
                <a:xfrm>
                  <a:off x="2560222" y="5258253"/>
                  <a:ext cx="90577" cy="73471"/>
                </a:xfrm>
                <a:custGeom>
                  <a:avLst/>
                  <a:gdLst>
                    <a:gd name="connsiteX0" fmla="*/ 32582 w 90577"/>
                    <a:gd name="connsiteY0" fmla="*/ 68983 h 73471"/>
                    <a:gd name="connsiteX1" fmla="*/ 63919 w 90577"/>
                    <a:gd name="connsiteY1" fmla="*/ 72794 h 73471"/>
                    <a:gd name="connsiteX2" fmla="*/ 88875 w 90577"/>
                    <a:gd name="connsiteY2" fmla="*/ 54887 h 73471"/>
                    <a:gd name="connsiteX3" fmla="*/ 88970 w 90577"/>
                    <a:gd name="connsiteY3" fmla="*/ 41933 h 73471"/>
                    <a:gd name="connsiteX4" fmla="*/ 82874 w 90577"/>
                    <a:gd name="connsiteY4" fmla="*/ 36884 h 73471"/>
                    <a:gd name="connsiteX5" fmla="*/ 11722 w 90577"/>
                    <a:gd name="connsiteY5" fmla="*/ 3261 h 73471"/>
                    <a:gd name="connsiteX6" fmla="*/ 32582 w 90577"/>
                    <a:gd name="connsiteY6" fmla="*/ 68983 h 73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577" h="73471">
                      <a:moveTo>
                        <a:pt x="32582" y="68983"/>
                      </a:moveTo>
                      <a:cubicBezTo>
                        <a:pt x="42583" y="72603"/>
                        <a:pt x="53442" y="74603"/>
                        <a:pt x="63919" y="72794"/>
                      </a:cubicBezTo>
                      <a:cubicBezTo>
                        <a:pt x="74397" y="70984"/>
                        <a:pt x="84398" y="64602"/>
                        <a:pt x="88875" y="54887"/>
                      </a:cubicBezTo>
                      <a:cubicBezTo>
                        <a:pt x="90780" y="50791"/>
                        <a:pt x="91446" y="45742"/>
                        <a:pt x="88970" y="41933"/>
                      </a:cubicBezTo>
                      <a:cubicBezTo>
                        <a:pt x="87541" y="39742"/>
                        <a:pt x="85160" y="38313"/>
                        <a:pt x="82874" y="36884"/>
                      </a:cubicBezTo>
                      <a:cubicBezTo>
                        <a:pt x="66015" y="26598"/>
                        <a:pt x="34773" y="-11217"/>
                        <a:pt x="11722" y="3261"/>
                      </a:cubicBezTo>
                      <a:cubicBezTo>
                        <a:pt x="-15805" y="20501"/>
                        <a:pt x="10960" y="61268"/>
                        <a:pt x="32582" y="68983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93" name="Forme libre : forme 16492">
                  <a:extLst>
                    <a:ext uri="{FF2B5EF4-FFF2-40B4-BE49-F238E27FC236}">
                      <a16:creationId xmlns:a16="http://schemas.microsoft.com/office/drawing/2014/main" id="{E1B8BC7F-EE95-4BD0-8C4F-AB02334E5BB2}"/>
                    </a:ext>
                  </a:extLst>
                </p:cNvPr>
                <p:cNvSpPr/>
                <p:nvPr/>
              </p:nvSpPr>
              <p:spPr>
                <a:xfrm>
                  <a:off x="2719425" y="5252846"/>
                  <a:ext cx="176083" cy="166863"/>
                </a:xfrm>
                <a:custGeom>
                  <a:avLst/>
                  <a:gdLst>
                    <a:gd name="connsiteX0" fmla="*/ 168844 w 176083"/>
                    <a:gd name="connsiteY0" fmla="*/ 0 h 166863"/>
                    <a:gd name="connsiteX1" fmla="*/ 72737 w 176083"/>
                    <a:gd name="connsiteY1" fmla="*/ 14764 h 166863"/>
                    <a:gd name="connsiteX2" fmla="*/ 38923 w 176083"/>
                    <a:gd name="connsiteY2" fmla="*/ 29242 h 166863"/>
                    <a:gd name="connsiteX3" fmla="*/ 23112 w 176083"/>
                    <a:gd name="connsiteY3" fmla="*/ 55055 h 166863"/>
                    <a:gd name="connsiteX4" fmla="*/ 2062 w 176083"/>
                    <a:gd name="connsiteY4" fmla="*/ 115348 h 166863"/>
                    <a:gd name="connsiteX5" fmla="*/ 1299 w 176083"/>
                    <a:gd name="connsiteY5" fmla="*/ 133350 h 166863"/>
                    <a:gd name="connsiteX6" fmla="*/ 9967 w 176083"/>
                    <a:gd name="connsiteY6" fmla="*/ 142685 h 166863"/>
                    <a:gd name="connsiteX7" fmla="*/ 109694 w 176083"/>
                    <a:gd name="connsiteY7" fmla="*/ 164211 h 166863"/>
                    <a:gd name="connsiteX8" fmla="*/ 133506 w 176083"/>
                    <a:gd name="connsiteY8" fmla="*/ 154591 h 166863"/>
                    <a:gd name="connsiteX9" fmla="*/ 158652 w 176083"/>
                    <a:gd name="connsiteY9" fmla="*/ 103442 h 166863"/>
                    <a:gd name="connsiteX10" fmla="*/ 176083 w 176083"/>
                    <a:gd name="connsiteY10" fmla="*/ 24289 h 166863"/>
                    <a:gd name="connsiteX11" fmla="*/ 172559 w 176083"/>
                    <a:gd name="connsiteY11" fmla="*/ 24861 h 166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6083" h="166863">
                      <a:moveTo>
                        <a:pt x="168844" y="0"/>
                      </a:moveTo>
                      <a:cubicBezTo>
                        <a:pt x="136554" y="2667"/>
                        <a:pt x="104360" y="7620"/>
                        <a:pt x="72737" y="14764"/>
                      </a:cubicBezTo>
                      <a:cubicBezTo>
                        <a:pt x="60640" y="17526"/>
                        <a:pt x="48067" y="20860"/>
                        <a:pt x="38923" y="29242"/>
                      </a:cubicBezTo>
                      <a:cubicBezTo>
                        <a:pt x="31398" y="36100"/>
                        <a:pt x="27017" y="45720"/>
                        <a:pt x="23112" y="55055"/>
                      </a:cubicBezTo>
                      <a:cubicBezTo>
                        <a:pt x="14920" y="74676"/>
                        <a:pt x="7872" y="94869"/>
                        <a:pt x="2062" y="115348"/>
                      </a:cubicBezTo>
                      <a:cubicBezTo>
                        <a:pt x="347" y="121254"/>
                        <a:pt x="-1177" y="127731"/>
                        <a:pt x="1299" y="133350"/>
                      </a:cubicBezTo>
                      <a:cubicBezTo>
                        <a:pt x="3014" y="137256"/>
                        <a:pt x="6443" y="140208"/>
                        <a:pt x="9967" y="142685"/>
                      </a:cubicBezTo>
                      <a:cubicBezTo>
                        <a:pt x="38161" y="163449"/>
                        <a:pt x="75404" y="171545"/>
                        <a:pt x="109694" y="164211"/>
                      </a:cubicBezTo>
                      <a:cubicBezTo>
                        <a:pt x="118171" y="162402"/>
                        <a:pt x="126553" y="159639"/>
                        <a:pt x="133506" y="154591"/>
                      </a:cubicBezTo>
                      <a:cubicBezTo>
                        <a:pt x="149223" y="143066"/>
                        <a:pt x="154462" y="122397"/>
                        <a:pt x="158652" y="103442"/>
                      </a:cubicBezTo>
                      <a:cubicBezTo>
                        <a:pt x="164463" y="77058"/>
                        <a:pt x="170273" y="50673"/>
                        <a:pt x="176083" y="24289"/>
                      </a:cubicBezTo>
                      <a:cubicBezTo>
                        <a:pt x="175416" y="22765"/>
                        <a:pt x="172654" y="23241"/>
                        <a:pt x="172559" y="24861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94" name="Forme libre : forme 16493">
                  <a:extLst>
                    <a:ext uri="{FF2B5EF4-FFF2-40B4-BE49-F238E27FC236}">
                      <a16:creationId xmlns:a16="http://schemas.microsoft.com/office/drawing/2014/main" id="{9FEBED4F-5073-4A9A-BF76-E4AB3F5E0796}"/>
                    </a:ext>
                  </a:extLst>
                </p:cNvPr>
                <p:cNvSpPr/>
                <p:nvPr/>
              </p:nvSpPr>
              <p:spPr>
                <a:xfrm>
                  <a:off x="2704822" y="5481793"/>
                  <a:ext cx="141623" cy="175197"/>
                </a:xfrm>
                <a:custGeom>
                  <a:avLst/>
                  <a:gdLst>
                    <a:gd name="connsiteX0" fmla="*/ 21523 w 141623"/>
                    <a:gd name="connsiteY0" fmla="*/ 56708 h 175197"/>
                    <a:gd name="connsiteX1" fmla="*/ 1139 w 141623"/>
                    <a:gd name="connsiteY1" fmla="*/ 96999 h 175197"/>
                    <a:gd name="connsiteX2" fmla="*/ 46192 w 141623"/>
                    <a:gd name="connsiteY2" fmla="*/ 172913 h 175197"/>
                    <a:gd name="connsiteX3" fmla="*/ 123154 w 141623"/>
                    <a:gd name="connsiteY3" fmla="*/ 131861 h 175197"/>
                    <a:gd name="connsiteX4" fmla="*/ 136871 w 141623"/>
                    <a:gd name="connsiteY4" fmla="*/ 59947 h 175197"/>
                    <a:gd name="connsiteX5" fmla="*/ 131917 w 141623"/>
                    <a:gd name="connsiteY5" fmla="*/ 8607 h 175197"/>
                    <a:gd name="connsiteX6" fmla="*/ 21523 w 141623"/>
                    <a:gd name="connsiteY6" fmla="*/ 56708 h 175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1623" h="175197">
                      <a:moveTo>
                        <a:pt x="21523" y="56708"/>
                      </a:moveTo>
                      <a:cubicBezTo>
                        <a:pt x="12093" y="68614"/>
                        <a:pt x="4092" y="82140"/>
                        <a:pt x="1139" y="96999"/>
                      </a:cubicBezTo>
                      <a:cubicBezTo>
                        <a:pt x="-5147" y="128718"/>
                        <a:pt x="15236" y="163770"/>
                        <a:pt x="46192" y="172913"/>
                      </a:cubicBezTo>
                      <a:cubicBezTo>
                        <a:pt x="77149" y="182057"/>
                        <a:pt x="114011" y="162817"/>
                        <a:pt x="123154" y="131861"/>
                      </a:cubicBezTo>
                      <a:cubicBezTo>
                        <a:pt x="130203" y="108048"/>
                        <a:pt x="128774" y="83855"/>
                        <a:pt x="136871" y="59947"/>
                      </a:cubicBezTo>
                      <a:cubicBezTo>
                        <a:pt x="142395" y="43659"/>
                        <a:pt x="145633" y="22228"/>
                        <a:pt x="131917" y="8607"/>
                      </a:cubicBezTo>
                      <a:cubicBezTo>
                        <a:pt x="101914" y="-21111"/>
                        <a:pt x="39715" y="33848"/>
                        <a:pt x="21523" y="5670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95" name="Forme libre : forme 16494">
                  <a:extLst>
                    <a:ext uri="{FF2B5EF4-FFF2-40B4-BE49-F238E27FC236}">
                      <a16:creationId xmlns:a16="http://schemas.microsoft.com/office/drawing/2014/main" id="{6409DDB0-AE3C-47C1-9C1B-E6F5EC1C8407}"/>
                    </a:ext>
                  </a:extLst>
                </p:cNvPr>
                <p:cNvSpPr/>
                <p:nvPr/>
              </p:nvSpPr>
              <p:spPr>
                <a:xfrm>
                  <a:off x="2809937" y="5621072"/>
                  <a:ext cx="235844" cy="184327"/>
                </a:xfrm>
                <a:custGeom>
                  <a:avLst/>
                  <a:gdLst>
                    <a:gd name="connsiteX0" fmla="*/ 97573 w 235844"/>
                    <a:gd name="connsiteY0" fmla="*/ 34492 h 184327"/>
                    <a:gd name="connsiteX1" fmla="*/ 4324 w 235844"/>
                    <a:gd name="connsiteY1" fmla="*/ 137647 h 184327"/>
                    <a:gd name="connsiteX2" fmla="*/ 3657 w 235844"/>
                    <a:gd name="connsiteY2" fmla="*/ 171651 h 184327"/>
                    <a:gd name="connsiteX3" fmla="*/ 29089 w 235844"/>
                    <a:gd name="connsiteY3" fmla="*/ 184320 h 184327"/>
                    <a:gd name="connsiteX4" fmla="*/ 57949 w 235844"/>
                    <a:gd name="connsiteY4" fmla="*/ 178319 h 184327"/>
                    <a:gd name="connsiteX5" fmla="*/ 169963 w 235844"/>
                    <a:gd name="connsiteY5" fmla="*/ 121836 h 184327"/>
                    <a:gd name="connsiteX6" fmla="*/ 222636 w 235844"/>
                    <a:gd name="connsiteY6" fmla="*/ 62209 h 184327"/>
                    <a:gd name="connsiteX7" fmla="*/ 226447 w 235844"/>
                    <a:gd name="connsiteY7" fmla="*/ 16489 h 184327"/>
                    <a:gd name="connsiteX8" fmla="*/ 97573 w 235844"/>
                    <a:gd name="connsiteY8" fmla="*/ 34492 h 184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5844" h="184327">
                      <a:moveTo>
                        <a:pt x="97573" y="34492"/>
                      </a:moveTo>
                      <a:cubicBezTo>
                        <a:pt x="58044" y="60209"/>
                        <a:pt x="21183" y="93641"/>
                        <a:pt x="4324" y="137647"/>
                      </a:cubicBezTo>
                      <a:cubicBezTo>
                        <a:pt x="133" y="148601"/>
                        <a:pt x="-2534" y="161650"/>
                        <a:pt x="3657" y="171651"/>
                      </a:cubicBezTo>
                      <a:cubicBezTo>
                        <a:pt x="8800" y="180033"/>
                        <a:pt x="19183" y="184129"/>
                        <a:pt x="29089" y="184320"/>
                      </a:cubicBezTo>
                      <a:cubicBezTo>
                        <a:pt x="38994" y="184510"/>
                        <a:pt x="48615" y="181367"/>
                        <a:pt x="57949" y="178319"/>
                      </a:cubicBezTo>
                      <a:cubicBezTo>
                        <a:pt x="98050" y="165270"/>
                        <a:pt x="139674" y="151173"/>
                        <a:pt x="169963" y="121836"/>
                      </a:cubicBezTo>
                      <a:cubicBezTo>
                        <a:pt x="188918" y="103452"/>
                        <a:pt x="204539" y="81450"/>
                        <a:pt x="222636" y="62209"/>
                      </a:cubicBezTo>
                      <a:cubicBezTo>
                        <a:pt x="236543" y="47445"/>
                        <a:pt x="241972" y="32967"/>
                        <a:pt x="226447" y="16489"/>
                      </a:cubicBezTo>
                      <a:cubicBezTo>
                        <a:pt x="191871" y="-20277"/>
                        <a:pt x="130816" y="12870"/>
                        <a:pt x="97573" y="3449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96" name="Forme libre : forme 16495">
                  <a:extLst>
                    <a:ext uri="{FF2B5EF4-FFF2-40B4-BE49-F238E27FC236}">
                      <a16:creationId xmlns:a16="http://schemas.microsoft.com/office/drawing/2014/main" id="{B3504208-7849-48C8-B8B3-93D2EE3A1AC6}"/>
                    </a:ext>
                  </a:extLst>
                </p:cNvPr>
                <p:cNvSpPr/>
                <p:nvPr/>
              </p:nvSpPr>
              <p:spPr>
                <a:xfrm>
                  <a:off x="2694678" y="5686870"/>
                  <a:ext cx="58803" cy="81719"/>
                </a:xfrm>
                <a:custGeom>
                  <a:avLst/>
                  <a:gdLst>
                    <a:gd name="connsiteX0" fmla="*/ 805 w 58803"/>
                    <a:gd name="connsiteY0" fmla="*/ 51085 h 81719"/>
                    <a:gd name="connsiteX1" fmla="*/ 35953 w 58803"/>
                    <a:gd name="connsiteY1" fmla="*/ 76707 h 81719"/>
                    <a:gd name="connsiteX2" fmla="*/ 58717 w 58803"/>
                    <a:gd name="connsiteY2" fmla="*/ 29654 h 81719"/>
                    <a:gd name="connsiteX3" fmla="*/ 40905 w 58803"/>
                    <a:gd name="connsiteY3" fmla="*/ 31 h 81719"/>
                    <a:gd name="connsiteX4" fmla="*/ 805 w 58803"/>
                    <a:gd name="connsiteY4" fmla="*/ 51085 h 8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803" h="81719">
                      <a:moveTo>
                        <a:pt x="805" y="51085"/>
                      </a:moveTo>
                      <a:cubicBezTo>
                        <a:pt x="-4243" y="74326"/>
                        <a:pt x="15283" y="90328"/>
                        <a:pt x="35953" y="76707"/>
                      </a:cubicBezTo>
                      <a:cubicBezTo>
                        <a:pt x="49859" y="67564"/>
                        <a:pt x="57955" y="45656"/>
                        <a:pt x="58717" y="29654"/>
                      </a:cubicBezTo>
                      <a:cubicBezTo>
                        <a:pt x="59384" y="16795"/>
                        <a:pt x="56431" y="984"/>
                        <a:pt x="40905" y="31"/>
                      </a:cubicBezTo>
                      <a:cubicBezTo>
                        <a:pt x="20617" y="-1207"/>
                        <a:pt x="4329" y="34893"/>
                        <a:pt x="805" y="5108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97" name="Forme libre : forme 16496">
                  <a:extLst>
                    <a:ext uri="{FF2B5EF4-FFF2-40B4-BE49-F238E27FC236}">
                      <a16:creationId xmlns:a16="http://schemas.microsoft.com/office/drawing/2014/main" id="{D09B22F9-96A3-458E-AD79-8AA6BC95508E}"/>
                    </a:ext>
                  </a:extLst>
                </p:cNvPr>
                <p:cNvSpPr/>
                <p:nvPr/>
              </p:nvSpPr>
              <p:spPr>
                <a:xfrm>
                  <a:off x="2962676" y="5243956"/>
                  <a:ext cx="150006" cy="202175"/>
                </a:xfrm>
                <a:custGeom>
                  <a:avLst/>
                  <a:gdLst>
                    <a:gd name="connsiteX0" fmla="*/ 138096 w 150006"/>
                    <a:gd name="connsiteY0" fmla="*/ 5080 h 202175"/>
                    <a:gd name="connsiteX1" fmla="*/ 84851 w 150006"/>
                    <a:gd name="connsiteY1" fmla="*/ 223 h 202175"/>
                    <a:gd name="connsiteX2" fmla="*/ 73421 w 150006"/>
                    <a:gd name="connsiteY2" fmla="*/ 2889 h 202175"/>
                    <a:gd name="connsiteX3" fmla="*/ 64944 w 150006"/>
                    <a:gd name="connsiteY3" fmla="*/ 15177 h 202175"/>
                    <a:gd name="connsiteX4" fmla="*/ 15700 w 150006"/>
                    <a:gd name="connsiteY4" fmla="*/ 130048 h 202175"/>
                    <a:gd name="connsiteX5" fmla="*/ 2841 w 150006"/>
                    <a:gd name="connsiteY5" fmla="*/ 163576 h 202175"/>
                    <a:gd name="connsiteX6" fmla="*/ 841 w 150006"/>
                    <a:gd name="connsiteY6" fmla="*/ 187008 h 202175"/>
                    <a:gd name="connsiteX7" fmla="*/ 17033 w 150006"/>
                    <a:gd name="connsiteY7" fmla="*/ 202153 h 202175"/>
                    <a:gd name="connsiteX8" fmla="*/ 31130 w 150006"/>
                    <a:gd name="connsiteY8" fmla="*/ 197009 h 202175"/>
                    <a:gd name="connsiteX9" fmla="*/ 93519 w 150006"/>
                    <a:gd name="connsiteY9" fmla="*/ 124810 h 202175"/>
                    <a:gd name="connsiteX10" fmla="*/ 122094 w 150006"/>
                    <a:gd name="connsiteY10" fmla="*/ 112141 h 202175"/>
                    <a:gd name="connsiteX11" fmla="*/ 147431 w 150006"/>
                    <a:gd name="connsiteY11" fmla="*/ 46800 h 202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0006" h="202175">
                      <a:moveTo>
                        <a:pt x="138096" y="5080"/>
                      </a:moveTo>
                      <a:cubicBezTo>
                        <a:pt x="120665" y="985"/>
                        <a:pt x="102758" y="-635"/>
                        <a:pt x="84851" y="223"/>
                      </a:cubicBezTo>
                      <a:cubicBezTo>
                        <a:pt x="80851" y="413"/>
                        <a:pt x="76755" y="794"/>
                        <a:pt x="73421" y="2889"/>
                      </a:cubicBezTo>
                      <a:cubicBezTo>
                        <a:pt x="69135" y="5557"/>
                        <a:pt x="66849" y="10510"/>
                        <a:pt x="64944" y="15177"/>
                      </a:cubicBezTo>
                      <a:cubicBezTo>
                        <a:pt x="48561" y="53467"/>
                        <a:pt x="32178" y="91758"/>
                        <a:pt x="15700" y="130048"/>
                      </a:cubicBezTo>
                      <a:cubicBezTo>
                        <a:pt x="10937" y="141097"/>
                        <a:pt x="6270" y="152147"/>
                        <a:pt x="2841" y="163576"/>
                      </a:cubicBezTo>
                      <a:cubicBezTo>
                        <a:pt x="555" y="171197"/>
                        <a:pt x="-1064" y="179293"/>
                        <a:pt x="841" y="187008"/>
                      </a:cubicBezTo>
                      <a:cubicBezTo>
                        <a:pt x="2746" y="194723"/>
                        <a:pt x="9128" y="201771"/>
                        <a:pt x="17033" y="202153"/>
                      </a:cubicBezTo>
                      <a:cubicBezTo>
                        <a:pt x="22082" y="202438"/>
                        <a:pt x="26939" y="199962"/>
                        <a:pt x="31130" y="197009"/>
                      </a:cubicBezTo>
                      <a:cubicBezTo>
                        <a:pt x="57324" y="178436"/>
                        <a:pt x="65706" y="140812"/>
                        <a:pt x="93519" y="124810"/>
                      </a:cubicBezTo>
                      <a:cubicBezTo>
                        <a:pt x="102568" y="119666"/>
                        <a:pt x="112950" y="117189"/>
                        <a:pt x="122094" y="112141"/>
                      </a:cubicBezTo>
                      <a:cubicBezTo>
                        <a:pt x="144192" y="99854"/>
                        <a:pt x="155432" y="70898"/>
                        <a:pt x="147431" y="46800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98" name="Forme libre : forme 16497">
                  <a:extLst>
                    <a:ext uri="{FF2B5EF4-FFF2-40B4-BE49-F238E27FC236}">
                      <a16:creationId xmlns:a16="http://schemas.microsoft.com/office/drawing/2014/main" id="{09D74BF5-1AD2-4084-8583-DCC7F80881DD}"/>
                    </a:ext>
                  </a:extLst>
                </p:cNvPr>
                <p:cNvSpPr/>
                <p:nvPr/>
              </p:nvSpPr>
              <p:spPr>
                <a:xfrm>
                  <a:off x="3006320" y="5397817"/>
                  <a:ext cx="224511" cy="180715"/>
                </a:xfrm>
                <a:custGeom>
                  <a:avLst/>
                  <a:gdLst>
                    <a:gd name="connsiteX0" fmla="*/ 184559 w 224511"/>
                    <a:gd name="connsiteY0" fmla="*/ 0 h 180715"/>
                    <a:gd name="connsiteX1" fmla="*/ 61210 w 224511"/>
                    <a:gd name="connsiteY1" fmla="*/ 76581 h 180715"/>
                    <a:gd name="connsiteX2" fmla="*/ 16347 w 224511"/>
                    <a:gd name="connsiteY2" fmla="*/ 98012 h 180715"/>
                    <a:gd name="connsiteX3" fmla="*/ 2821 w 224511"/>
                    <a:gd name="connsiteY3" fmla="*/ 142304 h 180715"/>
                    <a:gd name="connsiteX4" fmla="*/ 37207 w 224511"/>
                    <a:gd name="connsiteY4" fmla="*/ 164687 h 180715"/>
                    <a:gd name="connsiteX5" fmla="*/ 112454 w 224511"/>
                    <a:gd name="connsiteY5" fmla="*/ 180594 h 180715"/>
                    <a:gd name="connsiteX6" fmla="*/ 185416 w 224511"/>
                    <a:gd name="connsiteY6" fmla="*/ 160591 h 180715"/>
                    <a:gd name="connsiteX7" fmla="*/ 222659 w 224511"/>
                    <a:gd name="connsiteY7" fmla="*/ 96869 h 180715"/>
                    <a:gd name="connsiteX8" fmla="*/ 214943 w 224511"/>
                    <a:gd name="connsiteY8" fmla="*/ 22479 h 180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4511" h="180715">
                      <a:moveTo>
                        <a:pt x="184559" y="0"/>
                      </a:moveTo>
                      <a:cubicBezTo>
                        <a:pt x="145887" y="29337"/>
                        <a:pt x="106453" y="58960"/>
                        <a:pt x="61210" y="76581"/>
                      </a:cubicBezTo>
                      <a:cubicBezTo>
                        <a:pt x="45684" y="82582"/>
                        <a:pt x="29110" y="87439"/>
                        <a:pt x="16347" y="98012"/>
                      </a:cubicBezTo>
                      <a:cubicBezTo>
                        <a:pt x="3584" y="108585"/>
                        <a:pt x="-4608" y="127445"/>
                        <a:pt x="2821" y="142304"/>
                      </a:cubicBezTo>
                      <a:cubicBezTo>
                        <a:pt x="9108" y="154877"/>
                        <a:pt x="23777" y="160496"/>
                        <a:pt x="37207" y="164687"/>
                      </a:cubicBezTo>
                      <a:cubicBezTo>
                        <a:pt x="61686" y="172498"/>
                        <a:pt x="86737" y="179546"/>
                        <a:pt x="112454" y="180594"/>
                      </a:cubicBezTo>
                      <a:cubicBezTo>
                        <a:pt x="138172" y="181642"/>
                        <a:pt x="164842" y="176022"/>
                        <a:pt x="185416" y="160591"/>
                      </a:cubicBezTo>
                      <a:cubicBezTo>
                        <a:pt x="205609" y="145446"/>
                        <a:pt x="218372" y="121729"/>
                        <a:pt x="222659" y="96869"/>
                      </a:cubicBezTo>
                      <a:cubicBezTo>
                        <a:pt x="227040" y="72009"/>
                        <a:pt x="223325" y="46291"/>
                        <a:pt x="214943" y="22479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99" name="Forme libre : forme 16498">
                  <a:extLst>
                    <a:ext uri="{FF2B5EF4-FFF2-40B4-BE49-F238E27FC236}">
                      <a16:creationId xmlns:a16="http://schemas.microsoft.com/office/drawing/2014/main" id="{5C6E199B-A449-4E4B-BCBE-5BE328544D84}"/>
                    </a:ext>
                  </a:extLst>
                </p:cNvPr>
                <p:cNvSpPr/>
                <p:nvPr/>
              </p:nvSpPr>
              <p:spPr>
                <a:xfrm>
                  <a:off x="3206259" y="5225116"/>
                  <a:ext cx="70586" cy="116261"/>
                </a:xfrm>
                <a:custGeom>
                  <a:avLst/>
                  <a:gdLst>
                    <a:gd name="connsiteX0" fmla="*/ 1860 w 70586"/>
                    <a:gd name="connsiteY0" fmla="*/ 86119 h 116261"/>
                    <a:gd name="connsiteX1" fmla="*/ 8813 w 70586"/>
                    <a:gd name="connsiteY1" fmla="*/ 106979 h 116261"/>
                    <a:gd name="connsiteX2" fmla="*/ 33482 w 70586"/>
                    <a:gd name="connsiteY2" fmla="*/ 116027 h 116261"/>
                    <a:gd name="connsiteX3" fmla="*/ 40531 w 70586"/>
                    <a:gd name="connsiteY3" fmla="*/ 13538 h 116261"/>
                    <a:gd name="connsiteX4" fmla="*/ 1860 w 70586"/>
                    <a:gd name="connsiteY4" fmla="*/ 86119 h 116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586" h="116261">
                      <a:moveTo>
                        <a:pt x="1860" y="86119"/>
                      </a:moveTo>
                      <a:cubicBezTo>
                        <a:pt x="2812" y="93453"/>
                        <a:pt x="4146" y="101168"/>
                        <a:pt x="8813" y="106979"/>
                      </a:cubicBezTo>
                      <a:cubicBezTo>
                        <a:pt x="14528" y="114122"/>
                        <a:pt x="24434" y="117170"/>
                        <a:pt x="33482" y="116027"/>
                      </a:cubicBezTo>
                      <a:cubicBezTo>
                        <a:pt x="95014" y="108693"/>
                        <a:pt x="67392" y="41923"/>
                        <a:pt x="40531" y="13538"/>
                      </a:cubicBezTo>
                      <a:cubicBezTo>
                        <a:pt x="-5284" y="-34658"/>
                        <a:pt x="-1569" y="59258"/>
                        <a:pt x="1860" y="8611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00" name="Forme libre : forme 16499">
                  <a:extLst>
                    <a:ext uri="{FF2B5EF4-FFF2-40B4-BE49-F238E27FC236}">
                      <a16:creationId xmlns:a16="http://schemas.microsoft.com/office/drawing/2014/main" id="{657A7E72-8EEE-4888-8D17-D110B258EDA5}"/>
                    </a:ext>
                  </a:extLst>
                </p:cNvPr>
                <p:cNvSpPr/>
                <p:nvPr/>
              </p:nvSpPr>
              <p:spPr>
                <a:xfrm>
                  <a:off x="3375883" y="5247493"/>
                  <a:ext cx="120907" cy="187471"/>
                </a:xfrm>
                <a:custGeom>
                  <a:avLst/>
                  <a:gdLst>
                    <a:gd name="connsiteX0" fmla="*/ 87030 w 120907"/>
                    <a:gd name="connsiteY0" fmla="*/ 19355 h 187471"/>
                    <a:gd name="connsiteX1" fmla="*/ 20164 w 120907"/>
                    <a:gd name="connsiteY1" fmla="*/ 590 h 187471"/>
                    <a:gd name="connsiteX2" fmla="*/ 14830 w 120907"/>
                    <a:gd name="connsiteY2" fmla="*/ 400 h 187471"/>
                    <a:gd name="connsiteX3" fmla="*/ 11497 w 120907"/>
                    <a:gd name="connsiteY3" fmla="*/ 7067 h 187471"/>
                    <a:gd name="connsiteX4" fmla="*/ 257 w 120907"/>
                    <a:gd name="connsiteY4" fmla="*/ 133084 h 187471"/>
                    <a:gd name="connsiteX5" fmla="*/ 3877 w 120907"/>
                    <a:gd name="connsiteY5" fmla="*/ 164325 h 187471"/>
                    <a:gd name="connsiteX6" fmla="*/ 43596 w 120907"/>
                    <a:gd name="connsiteY6" fmla="*/ 187471 h 187471"/>
                    <a:gd name="connsiteX7" fmla="*/ 88173 w 120907"/>
                    <a:gd name="connsiteY7" fmla="*/ 170136 h 187471"/>
                    <a:gd name="connsiteX8" fmla="*/ 118748 w 120907"/>
                    <a:gd name="connsiteY8" fmla="*/ 127750 h 187471"/>
                    <a:gd name="connsiteX9" fmla="*/ 116653 w 120907"/>
                    <a:gd name="connsiteY9" fmla="*/ 78886 h 187471"/>
                    <a:gd name="connsiteX10" fmla="*/ 106842 w 120907"/>
                    <a:gd name="connsiteY10" fmla="*/ 43644 h 187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907" h="187471">
                      <a:moveTo>
                        <a:pt x="87030" y="19355"/>
                      </a:moveTo>
                      <a:cubicBezTo>
                        <a:pt x="64742" y="13068"/>
                        <a:pt x="42453" y="6877"/>
                        <a:pt x="20164" y="590"/>
                      </a:cubicBezTo>
                      <a:cubicBezTo>
                        <a:pt x="18450" y="114"/>
                        <a:pt x="16450" y="-362"/>
                        <a:pt x="14830" y="400"/>
                      </a:cubicBezTo>
                      <a:cubicBezTo>
                        <a:pt x="12449" y="1448"/>
                        <a:pt x="11782" y="4496"/>
                        <a:pt x="11497" y="7067"/>
                      </a:cubicBezTo>
                      <a:cubicBezTo>
                        <a:pt x="5877" y="48882"/>
                        <a:pt x="2067" y="90888"/>
                        <a:pt x="257" y="133084"/>
                      </a:cubicBezTo>
                      <a:cubicBezTo>
                        <a:pt x="-219" y="143656"/>
                        <a:pt x="-505" y="154705"/>
                        <a:pt x="3877" y="164325"/>
                      </a:cubicBezTo>
                      <a:cubicBezTo>
                        <a:pt x="10544" y="179089"/>
                        <a:pt x="27403" y="187566"/>
                        <a:pt x="43596" y="187471"/>
                      </a:cubicBezTo>
                      <a:cubicBezTo>
                        <a:pt x="59788" y="187376"/>
                        <a:pt x="75314" y="179946"/>
                        <a:pt x="88173" y="170136"/>
                      </a:cubicBezTo>
                      <a:cubicBezTo>
                        <a:pt x="102270" y="159373"/>
                        <a:pt x="114271" y="144894"/>
                        <a:pt x="118748" y="127750"/>
                      </a:cubicBezTo>
                      <a:cubicBezTo>
                        <a:pt x="122939" y="111842"/>
                        <a:pt x="120367" y="94984"/>
                        <a:pt x="116653" y="78886"/>
                      </a:cubicBezTo>
                      <a:cubicBezTo>
                        <a:pt x="113986" y="66980"/>
                        <a:pt x="110652" y="55264"/>
                        <a:pt x="106842" y="43644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01" name="Forme libre : forme 16500">
                  <a:extLst>
                    <a:ext uri="{FF2B5EF4-FFF2-40B4-BE49-F238E27FC236}">
                      <a16:creationId xmlns:a16="http://schemas.microsoft.com/office/drawing/2014/main" id="{A9B0C497-4301-41F6-8620-F0DEEDF9F76A}"/>
                    </a:ext>
                  </a:extLst>
                </p:cNvPr>
                <p:cNvSpPr/>
                <p:nvPr/>
              </p:nvSpPr>
              <p:spPr>
                <a:xfrm>
                  <a:off x="3152468" y="5627890"/>
                  <a:ext cx="140118" cy="89865"/>
                </a:xfrm>
                <a:custGeom>
                  <a:avLst/>
                  <a:gdLst>
                    <a:gd name="connsiteX0" fmla="*/ 47078 w 140118"/>
                    <a:gd name="connsiteY0" fmla="*/ 4432 h 89865"/>
                    <a:gd name="connsiteX1" fmla="*/ 12789 w 140118"/>
                    <a:gd name="connsiteY1" fmla="*/ 18053 h 89865"/>
                    <a:gd name="connsiteX2" fmla="*/ 2121 w 140118"/>
                    <a:gd name="connsiteY2" fmla="*/ 38817 h 89865"/>
                    <a:gd name="connsiteX3" fmla="*/ 1740 w 140118"/>
                    <a:gd name="connsiteY3" fmla="*/ 63677 h 89865"/>
                    <a:gd name="connsiteX4" fmla="*/ 43745 w 140118"/>
                    <a:gd name="connsiteY4" fmla="*/ 88347 h 89865"/>
                    <a:gd name="connsiteX5" fmla="*/ 139661 w 140118"/>
                    <a:gd name="connsiteY5" fmla="*/ 33388 h 89865"/>
                    <a:gd name="connsiteX6" fmla="*/ 47078 w 140118"/>
                    <a:gd name="connsiteY6" fmla="*/ 4432 h 89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0118" h="89865">
                      <a:moveTo>
                        <a:pt x="47078" y="4432"/>
                      </a:moveTo>
                      <a:cubicBezTo>
                        <a:pt x="34696" y="6242"/>
                        <a:pt x="21552" y="9004"/>
                        <a:pt x="12789" y="18053"/>
                      </a:cubicBezTo>
                      <a:cubicBezTo>
                        <a:pt x="7264" y="23673"/>
                        <a:pt x="4216" y="31197"/>
                        <a:pt x="2121" y="38817"/>
                      </a:cubicBezTo>
                      <a:cubicBezTo>
                        <a:pt x="-70" y="46914"/>
                        <a:pt x="-1118" y="55772"/>
                        <a:pt x="1740" y="63677"/>
                      </a:cubicBezTo>
                      <a:cubicBezTo>
                        <a:pt x="7645" y="79775"/>
                        <a:pt x="26790" y="86062"/>
                        <a:pt x="43745" y="88347"/>
                      </a:cubicBezTo>
                      <a:cubicBezTo>
                        <a:pt x="82226" y="93681"/>
                        <a:pt x="146139" y="87109"/>
                        <a:pt x="139661" y="33388"/>
                      </a:cubicBezTo>
                      <a:cubicBezTo>
                        <a:pt x="134327" y="-10808"/>
                        <a:pt x="77749" y="51"/>
                        <a:pt x="47078" y="443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02" name="Forme libre : forme 16501">
                  <a:extLst>
                    <a:ext uri="{FF2B5EF4-FFF2-40B4-BE49-F238E27FC236}">
                      <a16:creationId xmlns:a16="http://schemas.microsoft.com/office/drawing/2014/main" id="{5C349673-2E8C-499E-84AA-F1AA5D23B95E}"/>
                    </a:ext>
                  </a:extLst>
                </p:cNvPr>
                <p:cNvSpPr/>
                <p:nvPr/>
              </p:nvSpPr>
              <p:spPr>
                <a:xfrm>
                  <a:off x="3378664" y="5504905"/>
                  <a:ext cx="124303" cy="94842"/>
                </a:xfrm>
                <a:custGeom>
                  <a:avLst/>
                  <a:gdLst>
                    <a:gd name="connsiteX0" fmla="*/ 11383 w 124303"/>
                    <a:gd name="connsiteY0" fmla="*/ 47122 h 94842"/>
                    <a:gd name="connsiteX1" fmla="*/ 620 w 124303"/>
                    <a:gd name="connsiteY1" fmla="*/ 76364 h 94842"/>
                    <a:gd name="connsiteX2" fmla="*/ 31862 w 124303"/>
                    <a:gd name="connsiteY2" fmla="*/ 94842 h 94842"/>
                    <a:gd name="connsiteX3" fmla="*/ 121778 w 124303"/>
                    <a:gd name="connsiteY3" fmla="*/ 16832 h 94842"/>
                    <a:gd name="connsiteX4" fmla="*/ 11383 w 124303"/>
                    <a:gd name="connsiteY4" fmla="*/ 47122 h 948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303" h="94842">
                      <a:moveTo>
                        <a:pt x="11383" y="47122"/>
                      </a:moveTo>
                      <a:cubicBezTo>
                        <a:pt x="4334" y="55313"/>
                        <a:pt x="-2047" y="65886"/>
                        <a:pt x="620" y="76364"/>
                      </a:cubicBezTo>
                      <a:cubicBezTo>
                        <a:pt x="3858" y="89031"/>
                        <a:pt x="18812" y="94842"/>
                        <a:pt x="31862" y="94842"/>
                      </a:cubicBezTo>
                      <a:cubicBezTo>
                        <a:pt x="60055" y="94842"/>
                        <a:pt x="139399" y="52456"/>
                        <a:pt x="121778" y="16832"/>
                      </a:cubicBezTo>
                      <a:cubicBezTo>
                        <a:pt x="100061" y="-26792"/>
                        <a:pt x="29766" y="25690"/>
                        <a:pt x="11383" y="4712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03" name="Forme libre : forme 16502">
                  <a:extLst>
                    <a:ext uri="{FF2B5EF4-FFF2-40B4-BE49-F238E27FC236}">
                      <a16:creationId xmlns:a16="http://schemas.microsoft.com/office/drawing/2014/main" id="{1329192D-24E3-40F0-A985-8C8D87CA26F2}"/>
                    </a:ext>
                  </a:extLst>
                </p:cNvPr>
                <p:cNvSpPr/>
                <p:nvPr/>
              </p:nvSpPr>
              <p:spPr>
                <a:xfrm>
                  <a:off x="3360638" y="5657563"/>
                  <a:ext cx="135231" cy="153943"/>
                </a:xfrm>
                <a:custGeom>
                  <a:avLst/>
                  <a:gdLst>
                    <a:gd name="connsiteX0" fmla="*/ 124564 w 135231"/>
                    <a:gd name="connsiteY0" fmla="*/ 0 h 153943"/>
                    <a:gd name="connsiteX1" fmla="*/ 55222 w 135231"/>
                    <a:gd name="connsiteY1" fmla="*/ 28004 h 153943"/>
                    <a:gd name="connsiteX2" fmla="*/ 22075 w 135231"/>
                    <a:gd name="connsiteY2" fmla="*/ 70866 h 153943"/>
                    <a:gd name="connsiteX3" fmla="*/ 1501 w 135231"/>
                    <a:gd name="connsiteY3" fmla="*/ 109538 h 153943"/>
                    <a:gd name="connsiteX4" fmla="*/ 12931 w 135231"/>
                    <a:gd name="connsiteY4" fmla="*/ 149162 h 153943"/>
                    <a:gd name="connsiteX5" fmla="*/ 43792 w 135231"/>
                    <a:gd name="connsiteY5" fmla="*/ 151352 h 153943"/>
                    <a:gd name="connsiteX6" fmla="*/ 70557 w 135231"/>
                    <a:gd name="connsiteY6" fmla="*/ 133731 h 153943"/>
                    <a:gd name="connsiteX7" fmla="*/ 112086 w 135231"/>
                    <a:gd name="connsiteY7" fmla="*/ 81439 h 153943"/>
                    <a:gd name="connsiteX8" fmla="*/ 135232 w 135231"/>
                    <a:gd name="connsiteY8" fmla="*/ 22003 h 153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231" h="153943">
                      <a:moveTo>
                        <a:pt x="124564" y="0"/>
                      </a:moveTo>
                      <a:cubicBezTo>
                        <a:pt x="102847" y="12478"/>
                        <a:pt x="75415" y="13240"/>
                        <a:pt x="55222" y="28004"/>
                      </a:cubicBezTo>
                      <a:cubicBezTo>
                        <a:pt x="40553" y="38767"/>
                        <a:pt x="31790" y="55531"/>
                        <a:pt x="22075" y="70866"/>
                      </a:cubicBezTo>
                      <a:cubicBezTo>
                        <a:pt x="14169" y="83249"/>
                        <a:pt x="5215" y="95345"/>
                        <a:pt x="1501" y="109538"/>
                      </a:cubicBezTo>
                      <a:cubicBezTo>
                        <a:pt x="-2214" y="123730"/>
                        <a:pt x="739" y="140970"/>
                        <a:pt x="12931" y="149162"/>
                      </a:cubicBezTo>
                      <a:cubicBezTo>
                        <a:pt x="21789" y="155163"/>
                        <a:pt x="33790" y="155067"/>
                        <a:pt x="43792" y="151352"/>
                      </a:cubicBezTo>
                      <a:cubicBezTo>
                        <a:pt x="53888" y="147638"/>
                        <a:pt x="62365" y="140780"/>
                        <a:pt x="70557" y="133731"/>
                      </a:cubicBezTo>
                      <a:cubicBezTo>
                        <a:pt x="87607" y="119063"/>
                        <a:pt x="104085" y="102394"/>
                        <a:pt x="112086" y="81439"/>
                      </a:cubicBezTo>
                      <a:cubicBezTo>
                        <a:pt x="119706" y="61341"/>
                        <a:pt x="119801" y="36957"/>
                        <a:pt x="135232" y="22003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04" name="Forme libre : forme 16503">
                  <a:extLst>
                    <a:ext uri="{FF2B5EF4-FFF2-40B4-BE49-F238E27FC236}">
                      <a16:creationId xmlns:a16="http://schemas.microsoft.com/office/drawing/2014/main" id="{C8C7EFC0-AF26-487F-A26C-AC7E781A6190}"/>
                    </a:ext>
                  </a:extLst>
                </p:cNvPr>
                <p:cNvSpPr/>
                <p:nvPr/>
              </p:nvSpPr>
              <p:spPr>
                <a:xfrm>
                  <a:off x="3532003" y="5619092"/>
                  <a:ext cx="152518" cy="182518"/>
                </a:xfrm>
                <a:custGeom>
                  <a:avLst/>
                  <a:gdLst>
                    <a:gd name="connsiteX0" fmla="*/ 46162 w 152518"/>
                    <a:gd name="connsiteY0" fmla="*/ 43806 h 182518"/>
                    <a:gd name="connsiteX1" fmla="*/ 1490 w 152518"/>
                    <a:gd name="connsiteY1" fmla="*/ 134103 h 182518"/>
                    <a:gd name="connsiteX2" fmla="*/ 1871 w 152518"/>
                    <a:gd name="connsiteY2" fmla="*/ 162011 h 182518"/>
                    <a:gd name="connsiteX3" fmla="*/ 20349 w 152518"/>
                    <a:gd name="connsiteY3" fmla="*/ 181632 h 182518"/>
                    <a:gd name="connsiteX4" fmla="*/ 40733 w 152518"/>
                    <a:gd name="connsiteY4" fmla="*/ 180394 h 182518"/>
                    <a:gd name="connsiteX5" fmla="*/ 151795 w 152518"/>
                    <a:gd name="connsiteY5" fmla="*/ 51330 h 182518"/>
                    <a:gd name="connsiteX6" fmla="*/ 121791 w 152518"/>
                    <a:gd name="connsiteY6" fmla="*/ 371 h 182518"/>
                    <a:gd name="connsiteX7" fmla="*/ 46162 w 152518"/>
                    <a:gd name="connsiteY7" fmla="*/ 43806 h 182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2518" h="182518">
                      <a:moveTo>
                        <a:pt x="46162" y="43806"/>
                      </a:moveTo>
                      <a:cubicBezTo>
                        <a:pt x="27207" y="71809"/>
                        <a:pt x="7776" y="100861"/>
                        <a:pt x="1490" y="134103"/>
                      </a:cubicBezTo>
                      <a:cubicBezTo>
                        <a:pt x="-225" y="143342"/>
                        <a:pt x="-891" y="153057"/>
                        <a:pt x="1871" y="162011"/>
                      </a:cubicBezTo>
                      <a:cubicBezTo>
                        <a:pt x="4633" y="170964"/>
                        <a:pt x="11396" y="179156"/>
                        <a:pt x="20349" y="181632"/>
                      </a:cubicBezTo>
                      <a:cubicBezTo>
                        <a:pt x="27017" y="183442"/>
                        <a:pt x="34065" y="182204"/>
                        <a:pt x="40733" y="180394"/>
                      </a:cubicBezTo>
                      <a:cubicBezTo>
                        <a:pt x="99407" y="164773"/>
                        <a:pt x="143698" y="111242"/>
                        <a:pt x="151795" y="51330"/>
                      </a:cubicBezTo>
                      <a:cubicBezTo>
                        <a:pt x="154938" y="27994"/>
                        <a:pt x="148365" y="3229"/>
                        <a:pt x="121791" y="371"/>
                      </a:cubicBezTo>
                      <a:cubicBezTo>
                        <a:pt x="89215" y="-3153"/>
                        <a:pt x="63022" y="18945"/>
                        <a:pt x="46162" y="4380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05" name="Forme libre : forme 16504">
                  <a:extLst>
                    <a:ext uri="{FF2B5EF4-FFF2-40B4-BE49-F238E27FC236}">
                      <a16:creationId xmlns:a16="http://schemas.microsoft.com/office/drawing/2014/main" id="{21BC4863-F7A7-4893-A774-E89CAB82F368}"/>
                    </a:ext>
                  </a:extLst>
                </p:cNvPr>
                <p:cNvSpPr/>
                <p:nvPr/>
              </p:nvSpPr>
              <p:spPr>
                <a:xfrm>
                  <a:off x="3636220" y="5280605"/>
                  <a:ext cx="108631" cy="235581"/>
                </a:xfrm>
                <a:custGeom>
                  <a:avLst/>
                  <a:gdLst>
                    <a:gd name="connsiteX0" fmla="*/ 5763 w 108631"/>
                    <a:gd name="connsiteY0" fmla="*/ 84351 h 235581"/>
                    <a:gd name="connsiteX1" fmla="*/ 48 w 108631"/>
                    <a:gd name="connsiteY1" fmla="*/ 166743 h 235581"/>
                    <a:gd name="connsiteX2" fmla="*/ 12430 w 108631"/>
                    <a:gd name="connsiteY2" fmla="*/ 222750 h 235581"/>
                    <a:gd name="connsiteX3" fmla="*/ 26908 w 108631"/>
                    <a:gd name="connsiteY3" fmla="*/ 235037 h 235581"/>
                    <a:gd name="connsiteX4" fmla="*/ 49006 w 108631"/>
                    <a:gd name="connsiteY4" fmla="*/ 226559 h 235581"/>
                    <a:gd name="connsiteX5" fmla="*/ 59960 w 108631"/>
                    <a:gd name="connsiteY5" fmla="*/ 204366 h 235581"/>
                    <a:gd name="connsiteX6" fmla="*/ 98536 w 108631"/>
                    <a:gd name="connsiteY6" fmla="*/ 92829 h 235581"/>
                    <a:gd name="connsiteX7" fmla="*/ 105013 w 108631"/>
                    <a:gd name="connsiteY7" fmla="*/ 20438 h 235581"/>
                    <a:gd name="connsiteX8" fmla="*/ 48244 w 108631"/>
                    <a:gd name="connsiteY8" fmla="*/ 7104 h 235581"/>
                    <a:gd name="connsiteX9" fmla="*/ 5763 w 108631"/>
                    <a:gd name="connsiteY9" fmla="*/ 84351 h 235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631" h="235581">
                      <a:moveTo>
                        <a:pt x="5763" y="84351"/>
                      </a:moveTo>
                      <a:cubicBezTo>
                        <a:pt x="1572" y="111593"/>
                        <a:pt x="-333" y="139215"/>
                        <a:pt x="48" y="166743"/>
                      </a:cubicBezTo>
                      <a:cubicBezTo>
                        <a:pt x="333" y="186078"/>
                        <a:pt x="2048" y="206366"/>
                        <a:pt x="12430" y="222750"/>
                      </a:cubicBezTo>
                      <a:cubicBezTo>
                        <a:pt x="15859" y="228178"/>
                        <a:pt x="20622" y="233322"/>
                        <a:pt x="26908" y="235037"/>
                      </a:cubicBezTo>
                      <a:cubicBezTo>
                        <a:pt x="34909" y="237132"/>
                        <a:pt x="43577" y="232941"/>
                        <a:pt x="49006" y="226559"/>
                      </a:cubicBezTo>
                      <a:cubicBezTo>
                        <a:pt x="54436" y="220273"/>
                        <a:pt x="57198" y="212177"/>
                        <a:pt x="59960" y="204366"/>
                      </a:cubicBezTo>
                      <a:cubicBezTo>
                        <a:pt x="72819" y="167219"/>
                        <a:pt x="86725" y="130357"/>
                        <a:pt x="98536" y="92829"/>
                      </a:cubicBezTo>
                      <a:cubicBezTo>
                        <a:pt x="105299" y="71302"/>
                        <a:pt x="113490" y="42727"/>
                        <a:pt x="105013" y="20438"/>
                      </a:cubicBezTo>
                      <a:cubicBezTo>
                        <a:pt x="95679" y="-4231"/>
                        <a:pt x="69199" y="-3755"/>
                        <a:pt x="48244" y="7104"/>
                      </a:cubicBezTo>
                      <a:cubicBezTo>
                        <a:pt x="19383" y="21867"/>
                        <a:pt x="10430" y="54729"/>
                        <a:pt x="5763" y="84351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06" name="Forme libre : forme 16505">
                  <a:extLst>
                    <a:ext uri="{FF2B5EF4-FFF2-40B4-BE49-F238E27FC236}">
                      <a16:creationId xmlns:a16="http://schemas.microsoft.com/office/drawing/2014/main" id="{4F42B52B-5685-4085-A712-5D48F94E4552}"/>
                    </a:ext>
                  </a:extLst>
                </p:cNvPr>
                <p:cNvSpPr/>
                <p:nvPr/>
              </p:nvSpPr>
              <p:spPr>
                <a:xfrm>
                  <a:off x="3750428" y="5418486"/>
                  <a:ext cx="163112" cy="198458"/>
                </a:xfrm>
                <a:custGeom>
                  <a:avLst/>
                  <a:gdLst>
                    <a:gd name="connsiteX0" fmla="*/ 127584 w 163112"/>
                    <a:gd name="connsiteY0" fmla="*/ 0 h 198458"/>
                    <a:gd name="connsiteX1" fmla="*/ 129204 w 163112"/>
                    <a:gd name="connsiteY1" fmla="*/ 0 h 198458"/>
                    <a:gd name="connsiteX2" fmla="*/ 35668 w 163112"/>
                    <a:gd name="connsiteY2" fmla="*/ 60103 h 198458"/>
                    <a:gd name="connsiteX3" fmla="*/ 1950 w 163112"/>
                    <a:gd name="connsiteY3" fmla="*/ 144685 h 198458"/>
                    <a:gd name="connsiteX4" fmla="*/ 16332 w 163112"/>
                    <a:gd name="connsiteY4" fmla="*/ 172117 h 198458"/>
                    <a:gd name="connsiteX5" fmla="*/ 43383 w 163112"/>
                    <a:gd name="connsiteY5" fmla="*/ 195549 h 198458"/>
                    <a:gd name="connsiteX6" fmla="*/ 103105 w 163112"/>
                    <a:gd name="connsiteY6" fmla="*/ 176689 h 198458"/>
                    <a:gd name="connsiteX7" fmla="*/ 131680 w 163112"/>
                    <a:gd name="connsiteY7" fmla="*/ 116872 h 198458"/>
                    <a:gd name="connsiteX8" fmla="*/ 163113 w 163112"/>
                    <a:gd name="connsiteY8" fmla="*/ 18098 h 198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3112" h="198458">
                      <a:moveTo>
                        <a:pt x="127584" y="0"/>
                      </a:moveTo>
                      <a:cubicBezTo>
                        <a:pt x="128156" y="0"/>
                        <a:pt x="128632" y="0"/>
                        <a:pt x="129204" y="0"/>
                      </a:cubicBezTo>
                      <a:cubicBezTo>
                        <a:pt x="94342" y="13335"/>
                        <a:pt x="62052" y="33624"/>
                        <a:pt x="35668" y="60103"/>
                      </a:cubicBezTo>
                      <a:cubicBezTo>
                        <a:pt x="13094" y="82582"/>
                        <a:pt x="-6337" y="114015"/>
                        <a:pt x="1950" y="144685"/>
                      </a:cubicBezTo>
                      <a:cubicBezTo>
                        <a:pt x="4617" y="154686"/>
                        <a:pt x="10141" y="163735"/>
                        <a:pt x="16332" y="172117"/>
                      </a:cubicBezTo>
                      <a:cubicBezTo>
                        <a:pt x="23572" y="181833"/>
                        <a:pt x="32144" y="191071"/>
                        <a:pt x="43383" y="195549"/>
                      </a:cubicBezTo>
                      <a:cubicBezTo>
                        <a:pt x="64053" y="203835"/>
                        <a:pt x="88437" y="193453"/>
                        <a:pt x="103105" y="176689"/>
                      </a:cubicBezTo>
                      <a:cubicBezTo>
                        <a:pt x="117774" y="159925"/>
                        <a:pt x="124917" y="138113"/>
                        <a:pt x="131680" y="116872"/>
                      </a:cubicBezTo>
                      <a:cubicBezTo>
                        <a:pt x="142158" y="83915"/>
                        <a:pt x="152635" y="51054"/>
                        <a:pt x="163113" y="18098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07" name="Forme libre : forme 16506">
                  <a:extLst>
                    <a:ext uri="{FF2B5EF4-FFF2-40B4-BE49-F238E27FC236}">
                      <a16:creationId xmlns:a16="http://schemas.microsoft.com/office/drawing/2014/main" id="{6643C156-30B9-415E-BE42-BAD1EAF3DCA8}"/>
                    </a:ext>
                  </a:extLst>
                </p:cNvPr>
                <p:cNvSpPr/>
                <p:nvPr/>
              </p:nvSpPr>
              <p:spPr>
                <a:xfrm>
                  <a:off x="3928758" y="5276326"/>
                  <a:ext cx="158425" cy="111986"/>
                </a:xfrm>
                <a:custGeom>
                  <a:avLst/>
                  <a:gdLst>
                    <a:gd name="connsiteX0" fmla="*/ 112703 w 158425"/>
                    <a:gd name="connsiteY0" fmla="*/ 2810 h 111986"/>
                    <a:gd name="connsiteX1" fmla="*/ 95177 w 158425"/>
                    <a:gd name="connsiteY1" fmla="*/ 1476 h 111986"/>
                    <a:gd name="connsiteX2" fmla="*/ 56506 w 158425"/>
                    <a:gd name="connsiteY2" fmla="*/ 11954 h 111986"/>
                    <a:gd name="connsiteX3" fmla="*/ 34312 w 158425"/>
                    <a:gd name="connsiteY3" fmla="*/ 20717 h 111986"/>
                    <a:gd name="connsiteX4" fmla="*/ 16596 w 158425"/>
                    <a:gd name="connsiteY4" fmla="*/ 41101 h 111986"/>
                    <a:gd name="connsiteX5" fmla="*/ 1927 w 158425"/>
                    <a:gd name="connsiteY5" fmla="*/ 63008 h 111986"/>
                    <a:gd name="connsiteX6" fmla="*/ 23 w 158425"/>
                    <a:gd name="connsiteY6" fmla="*/ 68056 h 111986"/>
                    <a:gd name="connsiteX7" fmla="*/ 3833 w 158425"/>
                    <a:gd name="connsiteY7" fmla="*/ 73009 h 111986"/>
                    <a:gd name="connsiteX8" fmla="*/ 79461 w 158425"/>
                    <a:gd name="connsiteY8" fmla="*/ 92726 h 111986"/>
                    <a:gd name="connsiteX9" fmla="*/ 121181 w 158425"/>
                    <a:gd name="connsiteY9" fmla="*/ 111967 h 111986"/>
                    <a:gd name="connsiteX10" fmla="*/ 158328 w 158425"/>
                    <a:gd name="connsiteY10" fmla="*/ 71675 h 111986"/>
                    <a:gd name="connsiteX11" fmla="*/ 141278 w 158425"/>
                    <a:gd name="connsiteY11" fmla="*/ 14145 h 111986"/>
                    <a:gd name="connsiteX12" fmla="*/ 112703 w 158425"/>
                    <a:gd name="connsiteY12" fmla="*/ 2810 h 111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8425" h="111986">
                      <a:moveTo>
                        <a:pt x="112703" y="2810"/>
                      </a:moveTo>
                      <a:cubicBezTo>
                        <a:pt x="108226" y="-1381"/>
                        <a:pt x="101083" y="-48"/>
                        <a:pt x="95177" y="1476"/>
                      </a:cubicBezTo>
                      <a:cubicBezTo>
                        <a:pt x="82318" y="4906"/>
                        <a:pt x="69460" y="8430"/>
                        <a:pt x="56506" y="11954"/>
                      </a:cubicBezTo>
                      <a:cubicBezTo>
                        <a:pt x="48791" y="14049"/>
                        <a:pt x="40885" y="16240"/>
                        <a:pt x="34312" y="20717"/>
                      </a:cubicBezTo>
                      <a:cubicBezTo>
                        <a:pt x="26883" y="25860"/>
                        <a:pt x="21644" y="33575"/>
                        <a:pt x="16596" y="41101"/>
                      </a:cubicBezTo>
                      <a:cubicBezTo>
                        <a:pt x="11738" y="48435"/>
                        <a:pt x="6785" y="55673"/>
                        <a:pt x="1927" y="63008"/>
                      </a:cubicBezTo>
                      <a:cubicBezTo>
                        <a:pt x="880" y="64532"/>
                        <a:pt x="-168" y="66247"/>
                        <a:pt x="23" y="68056"/>
                      </a:cubicBezTo>
                      <a:cubicBezTo>
                        <a:pt x="213" y="70247"/>
                        <a:pt x="2023" y="71771"/>
                        <a:pt x="3833" y="73009"/>
                      </a:cubicBezTo>
                      <a:cubicBezTo>
                        <a:pt x="25359" y="88059"/>
                        <a:pt x="55458" y="81867"/>
                        <a:pt x="79461" y="92726"/>
                      </a:cubicBezTo>
                      <a:cubicBezTo>
                        <a:pt x="93558" y="99107"/>
                        <a:pt x="105750" y="111395"/>
                        <a:pt x="121181" y="111967"/>
                      </a:cubicBezTo>
                      <a:cubicBezTo>
                        <a:pt x="141374" y="112729"/>
                        <a:pt x="157090" y="91869"/>
                        <a:pt x="158328" y="71675"/>
                      </a:cubicBezTo>
                      <a:cubicBezTo>
                        <a:pt x="159471" y="51482"/>
                        <a:pt x="150327" y="32242"/>
                        <a:pt x="141278" y="14145"/>
                      </a:cubicBezTo>
                      <a:cubicBezTo>
                        <a:pt x="140611" y="19860"/>
                        <a:pt x="113370" y="-2905"/>
                        <a:pt x="112703" y="2810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08" name="Forme libre : forme 16507">
                  <a:extLst>
                    <a:ext uri="{FF2B5EF4-FFF2-40B4-BE49-F238E27FC236}">
                      <a16:creationId xmlns:a16="http://schemas.microsoft.com/office/drawing/2014/main" id="{9F9E4CCD-2647-4EE3-9FA9-7B32C6E843F1}"/>
                    </a:ext>
                  </a:extLst>
                </p:cNvPr>
                <p:cNvSpPr/>
                <p:nvPr/>
              </p:nvSpPr>
              <p:spPr>
                <a:xfrm>
                  <a:off x="4030358" y="5528442"/>
                  <a:ext cx="199613" cy="203943"/>
                </a:xfrm>
                <a:custGeom>
                  <a:avLst/>
                  <a:gdLst>
                    <a:gd name="connsiteX0" fmla="*/ 164265 w 199613"/>
                    <a:gd name="connsiteY0" fmla="*/ 1678 h 203943"/>
                    <a:gd name="connsiteX1" fmla="*/ 90256 w 199613"/>
                    <a:gd name="connsiteY1" fmla="*/ 17013 h 203943"/>
                    <a:gd name="connsiteX2" fmla="*/ 33773 w 199613"/>
                    <a:gd name="connsiteY2" fmla="*/ 118454 h 203943"/>
                    <a:gd name="connsiteX3" fmla="*/ 6151 w 199613"/>
                    <a:gd name="connsiteY3" fmla="*/ 153697 h 203943"/>
                    <a:gd name="connsiteX4" fmla="*/ 7008 w 199613"/>
                    <a:gd name="connsiteY4" fmla="*/ 195511 h 203943"/>
                    <a:gd name="connsiteX5" fmla="*/ 40155 w 199613"/>
                    <a:gd name="connsiteY5" fmla="*/ 202179 h 203943"/>
                    <a:gd name="connsiteX6" fmla="*/ 70063 w 199613"/>
                    <a:gd name="connsiteY6" fmla="*/ 183415 h 203943"/>
                    <a:gd name="connsiteX7" fmla="*/ 108259 w 199613"/>
                    <a:gd name="connsiteY7" fmla="*/ 148267 h 203943"/>
                    <a:gd name="connsiteX8" fmla="*/ 131785 w 199613"/>
                    <a:gd name="connsiteY8" fmla="*/ 118931 h 203943"/>
                    <a:gd name="connsiteX9" fmla="*/ 152740 w 199613"/>
                    <a:gd name="connsiteY9" fmla="*/ 81688 h 203943"/>
                    <a:gd name="connsiteX10" fmla="*/ 191983 w 199613"/>
                    <a:gd name="connsiteY10" fmla="*/ 60923 h 203943"/>
                    <a:gd name="connsiteX11" fmla="*/ 197889 w 199613"/>
                    <a:gd name="connsiteY11" fmla="*/ 42540 h 203943"/>
                    <a:gd name="connsiteX12" fmla="*/ 199603 w 199613"/>
                    <a:gd name="connsiteY12" fmla="*/ 12155 h 203943"/>
                    <a:gd name="connsiteX13" fmla="*/ 197317 w 199613"/>
                    <a:gd name="connsiteY13" fmla="*/ 7678 h 203943"/>
                    <a:gd name="connsiteX14" fmla="*/ 197317 w 199613"/>
                    <a:gd name="connsiteY14" fmla="*/ 10059 h 203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99613" h="203943">
                      <a:moveTo>
                        <a:pt x="164265" y="1678"/>
                      </a:moveTo>
                      <a:cubicBezTo>
                        <a:pt x="138643" y="-2513"/>
                        <a:pt x="110449" y="630"/>
                        <a:pt x="90256" y="17013"/>
                      </a:cubicBezTo>
                      <a:cubicBezTo>
                        <a:pt x="59872" y="41588"/>
                        <a:pt x="56538" y="86736"/>
                        <a:pt x="33773" y="118454"/>
                      </a:cubicBezTo>
                      <a:cubicBezTo>
                        <a:pt x="25010" y="130551"/>
                        <a:pt x="13485" y="140647"/>
                        <a:pt x="6151" y="153697"/>
                      </a:cubicBezTo>
                      <a:cubicBezTo>
                        <a:pt x="-1184" y="166746"/>
                        <a:pt x="-3184" y="184653"/>
                        <a:pt x="7008" y="195511"/>
                      </a:cubicBezTo>
                      <a:cubicBezTo>
                        <a:pt x="15104" y="204179"/>
                        <a:pt x="28820" y="205703"/>
                        <a:pt x="40155" y="202179"/>
                      </a:cubicBezTo>
                      <a:cubicBezTo>
                        <a:pt x="51490" y="198655"/>
                        <a:pt x="61015" y="191034"/>
                        <a:pt x="70063" y="183415"/>
                      </a:cubicBezTo>
                      <a:cubicBezTo>
                        <a:pt x="83208" y="172175"/>
                        <a:pt x="95971" y="160460"/>
                        <a:pt x="108259" y="148267"/>
                      </a:cubicBezTo>
                      <a:cubicBezTo>
                        <a:pt x="117212" y="139409"/>
                        <a:pt x="125975" y="130075"/>
                        <a:pt x="131785" y="118931"/>
                      </a:cubicBezTo>
                      <a:cubicBezTo>
                        <a:pt x="138357" y="106072"/>
                        <a:pt x="141310" y="90450"/>
                        <a:pt x="152740" y="81688"/>
                      </a:cubicBezTo>
                      <a:cubicBezTo>
                        <a:pt x="164647" y="72544"/>
                        <a:pt x="183125" y="73020"/>
                        <a:pt x="191983" y="60923"/>
                      </a:cubicBezTo>
                      <a:cubicBezTo>
                        <a:pt x="195793" y="55685"/>
                        <a:pt x="197031" y="49017"/>
                        <a:pt x="197889" y="42540"/>
                      </a:cubicBezTo>
                      <a:cubicBezTo>
                        <a:pt x="199127" y="32443"/>
                        <a:pt x="199698" y="22347"/>
                        <a:pt x="199603" y="12155"/>
                      </a:cubicBezTo>
                      <a:cubicBezTo>
                        <a:pt x="199603" y="10345"/>
                        <a:pt x="199127" y="7964"/>
                        <a:pt x="197317" y="7678"/>
                      </a:cubicBezTo>
                      <a:cubicBezTo>
                        <a:pt x="195507" y="7393"/>
                        <a:pt x="196079" y="11393"/>
                        <a:pt x="197317" y="10059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09" name="Forme libre : forme 16508">
                  <a:extLst>
                    <a:ext uri="{FF2B5EF4-FFF2-40B4-BE49-F238E27FC236}">
                      <a16:creationId xmlns:a16="http://schemas.microsoft.com/office/drawing/2014/main" id="{D5DB3AEC-275E-4371-8EF0-222AA1DC7DA8}"/>
                    </a:ext>
                  </a:extLst>
                </p:cNvPr>
                <p:cNvSpPr/>
                <p:nvPr/>
              </p:nvSpPr>
              <p:spPr>
                <a:xfrm>
                  <a:off x="4187325" y="5292218"/>
                  <a:ext cx="170937" cy="178627"/>
                </a:xfrm>
                <a:custGeom>
                  <a:avLst/>
                  <a:gdLst>
                    <a:gd name="connsiteX0" fmla="*/ 94167 w 170937"/>
                    <a:gd name="connsiteY0" fmla="*/ 2539 h 178627"/>
                    <a:gd name="connsiteX1" fmla="*/ 64734 w 170937"/>
                    <a:gd name="connsiteY1" fmla="*/ 20541 h 178627"/>
                    <a:gd name="connsiteX2" fmla="*/ 8918 w 170937"/>
                    <a:gd name="connsiteY2" fmla="*/ 82930 h 178627"/>
                    <a:gd name="connsiteX3" fmla="*/ 14061 w 170937"/>
                    <a:gd name="connsiteY3" fmla="*/ 162558 h 178627"/>
                    <a:gd name="connsiteX4" fmla="*/ 50351 w 170937"/>
                    <a:gd name="connsiteY4" fmla="*/ 178370 h 178627"/>
                    <a:gd name="connsiteX5" fmla="*/ 82546 w 170937"/>
                    <a:gd name="connsiteY5" fmla="*/ 155795 h 178627"/>
                    <a:gd name="connsiteX6" fmla="*/ 99310 w 170937"/>
                    <a:gd name="connsiteY6" fmla="*/ 110647 h 178627"/>
                    <a:gd name="connsiteX7" fmla="*/ 104072 w 170937"/>
                    <a:gd name="connsiteY7" fmla="*/ 72547 h 178627"/>
                    <a:gd name="connsiteX8" fmla="*/ 124932 w 170937"/>
                    <a:gd name="connsiteY8" fmla="*/ 47020 h 178627"/>
                    <a:gd name="connsiteX9" fmla="*/ 170938 w 170937"/>
                    <a:gd name="connsiteY9" fmla="*/ 12349 h 178627"/>
                    <a:gd name="connsiteX10" fmla="*/ 94167 w 170937"/>
                    <a:gd name="connsiteY10" fmla="*/ 2539 h 178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0937" h="178627">
                      <a:moveTo>
                        <a:pt x="94167" y="2539"/>
                      </a:moveTo>
                      <a:cubicBezTo>
                        <a:pt x="83022" y="5872"/>
                        <a:pt x="73688" y="13206"/>
                        <a:pt x="64734" y="20541"/>
                      </a:cubicBezTo>
                      <a:cubicBezTo>
                        <a:pt x="42922" y="38353"/>
                        <a:pt x="21205" y="57688"/>
                        <a:pt x="8918" y="82930"/>
                      </a:cubicBezTo>
                      <a:cubicBezTo>
                        <a:pt x="-3370" y="108266"/>
                        <a:pt x="-4132" y="141127"/>
                        <a:pt x="14061" y="162558"/>
                      </a:cubicBezTo>
                      <a:cubicBezTo>
                        <a:pt x="23015" y="173036"/>
                        <a:pt x="36731" y="180085"/>
                        <a:pt x="50351" y="178370"/>
                      </a:cubicBezTo>
                      <a:cubicBezTo>
                        <a:pt x="63782" y="176655"/>
                        <a:pt x="74831" y="166845"/>
                        <a:pt x="82546" y="155795"/>
                      </a:cubicBezTo>
                      <a:cubicBezTo>
                        <a:pt x="91880" y="142556"/>
                        <a:pt x="97691" y="126840"/>
                        <a:pt x="99310" y="110647"/>
                      </a:cubicBezTo>
                      <a:cubicBezTo>
                        <a:pt x="100548" y="97884"/>
                        <a:pt x="99215" y="84549"/>
                        <a:pt x="104072" y="72547"/>
                      </a:cubicBezTo>
                      <a:cubicBezTo>
                        <a:pt x="108263" y="62260"/>
                        <a:pt x="116550" y="54259"/>
                        <a:pt x="124932" y="47020"/>
                      </a:cubicBezTo>
                      <a:cubicBezTo>
                        <a:pt x="138743" y="35114"/>
                        <a:pt x="159698" y="25780"/>
                        <a:pt x="170938" y="12349"/>
                      </a:cubicBezTo>
                      <a:cubicBezTo>
                        <a:pt x="160746" y="-1176"/>
                        <a:pt x="109597" y="-2129"/>
                        <a:pt x="94167" y="253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10" name="Forme libre : forme 16509">
                  <a:extLst>
                    <a:ext uri="{FF2B5EF4-FFF2-40B4-BE49-F238E27FC236}">
                      <a16:creationId xmlns:a16="http://schemas.microsoft.com/office/drawing/2014/main" id="{7A09AC4F-D2B7-4F9A-9F9B-D74534529581}"/>
                    </a:ext>
                  </a:extLst>
                </p:cNvPr>
                <p:cNvSpPr/>
                <p:nvPr/>
              </p:nvSpPr>
              <p:spPr>
                <a:xfrm>
                  <a:off x="4131262" y="5232848"/>
                  <a:ext cx="58688" cy="90754"/>
                </a:xfrm>
                <a:custGeom>
                  <a:avLst/>
                  <a:gdLst>
                    <a:gd name="connsiteX0" fmla="*/ 24595 w 58688"/>
                    <a:gd name="connsiteY0" fmla="*/ 187 h 90754"/>
                    <a:gd name="connsiteX1" fmla="*/ 16022 w 58688"/>
                    <a:gd name="connsiteY1" fmla="*/ 1615 h 90754"/>
                    <a:gd name="connsiteX2" fmla="*/ 9736 w 58688"/>
                    <a:gd name="connsiteY2" fmla="*/ 7235 h 90754"/>
                    <a:gd name="connsiteX3" fmla="*/ 20 w 58688"/>
                    <a:gd name="connsiteY3" fmla="*/ 41811 h 90754"/>
                    <a:gd name="connsiteX4" fmla="*/ 7354 w 58688"/>
                    <a:gd name="connsiteY4" fmla="*/ 77530 h 90754"/>
                    <a:gd name="connsiteX5" fmla="*/ 20404 w 58688"/>
                    <a:gd name="connsiteY5" fmla="*/ 90674 h 90754"/>
                    <a:gd name="connsiteX6" fmla="*/ 30024 w 58688"/>
                    <a:gd name="connsiteY6" fmla="*/ 80482 h 90754"/>
                    <a:gd name="connsiteX7" fmla="*/ 57837 w 58688"/>
                    <a:gd name="connsiteY7" fmla="*/ 21427 h 90754"/>
                    <a:gd name="connsiteX8" fmla="*/ 24595 w 58688"/>
                    <a:gd name="connsiteY8" fmla="*/ 187 h 90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88" h="90754">
                      <a:moveTo>
                        <a:pt x="24595" y="187"/>
                      </a:moveTo>
                      <a:cubicBezTo>
                        <a:pt x="21642" y="281"/>
                        <a:pt x="18594" y="377"/>
                        <a:pt x="16022" y="1615"/>
                      </a:cubicBezTo>
                      <a:cubicBezTo>
                        <a:pt x="13450" y="2853"/>
                        <a:pt x="11450" y="4949"/>
                        <a:pt x="9736" y="7235"/>
                      </a:cubicBezTo>
                      <a:cubicBezTo>
                        <a:pt x="2497" y="17045"/>
                        <a:pt x="-266" y="29619"/>
                        <a:pt x="20" y="41811"/>
                      </a:cubicBezTo>
                      <a:cubicBezTo>
                        <a:pt x="306" y="54002"/>
                        <a:pt x="3544" y="65909"/>
                        <a:pt x="7354" y="77530"/>
                      </a:cubicBezTo>
                      <a:cubicBezTo>
                        <a:pt x="9450" y="83911"/>
                        <a:pt x="13641" y="91626"/>
                        <a:pt x="20404" y="90674"/>
                      </a:cubicBezTo>
                      <a:cubicBezTo>
                        <a:pt x="25261" y="90007"/>
                        <a:pt x="28119" y="84959"/>
                        <a:pt x="30024" y="80482"/>
                      </a:cubicBezTo>
                      <a:cubicBezTo>
                        <a:pt x="37834" y="62289"/>
                        <a:pt x="53455" y="40191"/>
                        <a:pt x="57837" y="21427"/>
                      </a:cubicBezTo>
                      <a:cubicBezTo>
                        <a:pt x="63171" y="-1528"/>
                        <a:pt x="42406" y="-290"/>
                        <a:pt x="24595" y="18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11" name="Forme libre : forme 16510">
                  <a:extLst>
                    <a:ext uri="{FF2B5EF4-FFF2-40B4-BE49-F238E27FC236}">
                      <a16:creationId xmlns:a16="http://schemas.microsoft.com/office/drawing/2014/main" id="{8D810A21-3FE9-47F8-B91B-2F5AECAA8DE5}"/>
                    </a:ext>
                  </a:extLst>
                </p:cNvPr>
                <p:cNvSpPr/>
                <p:nvPr/>
              </p:nvSpPr>
              <p:spPr>
                <a:xfrm>
                  <a:off x="4461135" y="5228072"/>
                  <a:ext cx="116182" cy="217941"/>
                </a:xfrm>
                <a:custGeom>
                  <a:avLst/>
                  <a:gdLst>
                    <a:gd name="connsiteX0" fmla="*/ 24192 w 116182"/>
                    <a:gd name="connsiteY0" fmla="*/ 52682 h 217941"/>
                    <a:gd name="connsiteX1" fmla="*/ 18667 w 116182"/>
                    <a:gd name="connsiteY1" fmla="*/ 191461 h 217941"/>
                    <a:gd name="connsiteX2" fmla="*/ 62768 w 116182"/>
                    <a:gd name="connsiteY2" fmla="*/ 217941 h 217941"/>
                    <a:gd name="connsiteX3" fmla="*/ 114965 w 116182"/>
                    <a:gd name="connsiteY3" fmla="*/ 161363 h 217941"/>
                    <a:gd name="connsiteX4" fmla="*/ 112869 w 116182"/>
                    <a:gd name="connsiteY4" fmla="*/ 77543 h 217941"/>
                    <a:gd name="connsiteX5" fmla="*/ 111822 w 116182"/>
                    <a:gd name="connsiteY5" fmla="*/ 16963 h 217941"/>
                    <a:gd name="connsiteX6" fmla="*/ 24192 w 116182"/>
                    <a:gd name="connsiteY6" fmla="*/ 52682 h 217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182" h="217941">
                      <a:moveTo>
                        <a:pt x="24192" y="52682"/>
                      </a:moveTo>
                      <a:cubicBezTo>
                        <a:pt x="-3431" y="93545"/>
                        <a:pt x="-10194" y="151457"/>
                        <a:pt x="18667" y="191461"/>
                      </a:cubicBezTo>
                      <a:cubicBezTo>
                        <a:pt x="29049" y="205940"/>
                        <a:pt x="44957" y="217846"/>
                        <a:pt x="62768" y="217941"/>
                      </a:cubicBezTo>
                      <a:cubicBezTo>
                        <a:pt x="90772" y="218036"/>
                        <a:pt x="110965" y="189080"/>
                        <a:pt x="114965" y="161363"/>
                      </a:cubicBezTo>
                      <a:cubicBezTo>
                        <a:pt x="118965" y="133359"/>
                        <a:pt x="111726" y="105546"/>
                        <a:pt x="112869" y="77543"/>
                      </a:cubicBezTo>
                      <a:cubicBezTo>
                        <a:pt x="113727" y="57635"/>
                        <a:pt x="119442" y="36490"/>
                        <a:pt x="111822" y="16963"/>
                      </a:cubicBezTo>
                      <a:cubicBezTo>
                        <a:pt x="93629" y="-29233"/>
                        <a:pt x="38670" y="31251"/>
                        <a:pt x="24192" y="5268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12" name="Forme libre : forme 16511">
                  <a:extLst>
                    <a:ext uri="{FF2B5EF4-FFF2-40B4-BE49-F238E27FC236}">
                      <a16:creationId xmlns:a16="http://schemas.microsoft.com/office/drawing/2014/main" id="{E5FDE98D-C9F4-49C8-A2A6-0A9A6A550EBF}"/>
                    </a:ext>
                  </a:extLst>
                </p:cNvPr>
                <p:cNvSpPr/>
                <p:nvPr/>
              </p:nvSpPr>
              <p:spPr>
                <a:xfrm>
                  <a:off x="4312952" y="5462132"/>
                  <a:ext cx="141132" cy="94722"/>
                </a:xfrm>
                <a:custGeom>
                  <a:avLst/>
                  <a:gdLst>
                    <a:gd name="connsiteX0" fmla="*/ 74743 w 141132"/>
                    <a:gd name="connsiteY0" fmla="*/ 3407 h 94722"/>
                    <a:gd name="connsiteX1" fmla="*/ 48168 w 141132"/>
                    <a:gd name="connsiteY1" fmla="*/ 20743 h 94722"/>
                    <a:gd name="connsiteX2" fmla="*/ 15212 w 141132"/>
                    <a:gd name="connsiteY2" fmla="*/ 47603 h 94722"/>
                    <a:gd name="connsiteX3" fmla="*/ 258 w 141132"/>
                    <a:gd name="connsiteY3" fmla="*/ 86084 h 94722"/>
                    <a:gd name="connsiteX4" fmla="*/ 1972 w 141132"/>
                    <a:gd name="connsiteY4" fmla="*/ 91323 h 94722"/>
                    <a:gd name="connsiteX5" fmla="*/ 12354 w 141132"/>
                    <a:gd name="connsiteY5" fmla="*/ 94657 h 94722"/>
                    <a:gd name="connsiteX6" fmla="*/ 42168 w 141132"/>
                    <a:gd name="connsiteY6" fmla="*/ 85037 h 94722"/>
                    <a:gd name="connsiteX7" fmla="*/ 99889 w 141132"/>
                    <a:gd name="connsiteY7" fmla="*/ 46270 h 94722"/>
                    <a:gd name="connsiteX8" fmla="*/ 141133 w 141132"/>
                    <a:gd name="connsiteY8" fmla="*/ 6360 h 94722"/>
                    <a:gd name="connsiteX9" fmla="*/ 74743 w 141132"/>
                    <a:gd name="connsiteY9" fmla="*/ 3407 h 94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132" h="94722">
                      <a:moveTo>
                        <a:pt x="74743" y="3407"/>
                      </a:moveTo>
                      <a:cubicBezTo>
                        <a:pt x="64742" y="7027"/>
                        <a:pt x="56646" y="14266"/>
                        <a:pt x="48168" y="20743"/>
                      </a:cubicBezTo>
                      <a:cubicBezTo>
                        <a:pt x="36929" y="29410"/>
                        <a:pt x="24832" y="37221"/>
                        <a:pt x="15212" y="47603"/>
                      </a:cubicBezTo>
                      <a:cubicBezTo>
                        <a:pt x="5592" y="57985"/>
                        <a:pt x="-1457" y="71987"/>
                        <a:pt x="258" y="86084"/>
                      </a:cubicBezTo>
                      <a:cubicBezTo>
                        <a:pt x="448" y="87894"/>
                        <a:pt x="829" y="89799"/>
                        <a:pt x="1972" y="91323"/>
                      </a:cubicBezTo>
                      <a:cubicBezTo>
                        <a:pt x="4163" y="94371"/>
                        <a:pt x="8544" y="94942"/>
                        <a:pt x="12354" y="94657"/>
                      </a:cubicBezTo>
                      <a:cubicBezTo>
                        <a:pt x="22832" y="93990"/>
                        <a:pt x="32738" y="89704"/>
                        <a:pt x="42168" y="85037"/>
                      </a:cubicBezTo>
                      <a:cubicBezTo>
                        <a:pt x="62932" y="74559"/>
                        <a:pt x="82363" y="61510"/>
                        <a:pt x="99889" y="46270"/>
                      </a:cubicBezTo>
                      <a:cubicBezTo>
                        <a:pt x="109605" y="37792"/>
                        <a:pt x="140085" y="17790"/>
                        <a:pt x="141133" y="6360"/>
                      </a:cubicBezTo>
                      <a:cubicBezTo>
                        <a:pt x="121511" y="1884"/>
                        <a:pt x="94174" y="-3736"/>
                        <a:pt x="74743" y="340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13" name="Forme libre : forme 16512">
                  <a:extLst>
                    <a:ext uri="{FF2B5EF4-FFF2-40B4-BE49-F238E27FC236}">
                      <a16:creationId xmlns:a16="http://schemas.microsoft.com/office/drawing/2014/main" id="{1CF2DC4F-9439-4537-807C-E681B6DBBC9E}"/>
                    </a:ext>
                  </a:extLst>
                </p:cNvPr>
                <p:cNvSpPr/>
                <p:nvPr/>
              </p:nvSpPr>
              <p:spPr>
                <a:xfrm>
                  <a:off x="4321644" y="5614195"/>
                  <a:ext cx="120343" cy="197460"/>
                </a:xfrm>
                <a:custGeom>
                  <a:avLst/>
                  <a:gdLst>
                    <a:gd name="connsiteX0" fmla="*/ 120344 w 120343"/>
                    <a:gd name="connsiteY0" fmla="*/ 12984 h 197460"/>
                    <a:gd name="connsiteX1" fmla="*/ 74719 w 120343"/>
                    <a:gd name="connsiteY1" fmla="*/ 29 h 197460"/>
                    <a:gd name="connsiteX2" fmla="*/ 32714 w 120343"/>
                    <a:gd name="connsiteY2" fmla="*/ 19937 h 197460"/>
                    <a:gd name="connsiteX3" fmla="*/ 20141 w 120343"/>
                    <a:gd name="connsiteY3" fmla="*/ 46131 h 197460"/>
                    <a:gd name="connsiteX4" fmla="*/ 3853 w 120343"/>
                    <a:gd name="connsiteY4" fmla="*/ 179671 h 197460"/>
                    <a:gd name="connsiteX5" fmla="*/ 13759 w 120343"/>
                    <a:gd name="connsiteY5" fmla="*/ 196149 h 197460"/>
                    <a:gd name="connsiteX6" fmla="*/ 37762 w 120343"/>
                    <a:gd name="connsiteY6" fmla="*/ 188815 h 197460"/>
                    <a:gd name="connsiteX7" fmla="*/ 106818 w 120343"/>
                    <a:gd name="connsiteY7" fmla="*/ 49846 h 197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343" h="197460">
                      <a:moveTo>
                        <a:pt x="120344" y="12984"/>
                      </a:moveTo>
                      <a:cubicBezTo>
                        <a:pt x="106533" y="4887"/>
                        <a:pt x="90721" y="-447"/>
                        <a:pt x="74719" y="29"/>
                      </a:cubicBezTo>
                      <a:cubicBezTo>
                        <a:pt x="58717" y="506"/>
                        <a:pt x="42524" y="7269"/>
                        <a:pt x="32714" y="19937"/>
                      </a:cubicBezTo>
                      <a:cubicBezTo>
                        <a:pt x="26713" y="27557"/>
                        <a:pt x="23284" y="36891"/>
                        <a:pt x="20141" y="46131"/>
                      </a:cubicBezTo>
                      <a:cubicBezTo>
                        <a:pt x="5282" y="89089"/>
                        <a:pt x="-6339" y="135380"/>
                        <a:pt x="3853" y="179671"/>
                      </a:cubicBezTo>
                      <a:cubicBezTo>
                        <a:pt x="5377" y="186148"/>
                        <a:pt x="7853" y="193197"/>
                        <a:pt x="13759" y="196149"/>
                      </a:cubicBezTo>
                      <a:cubicBezTo>
                        <a:pt x="21760" y="200054"/>
                        <a:pt x="30999" y="194530"/>
                        <a:pt x="37762" y="188815"/>
                      </a:cubicBezTo>
                      <a:cubicBezTo>
                        <a:pt x="78339" y="154430"/>
                        <a:pt x="103961" y="102995"/>
                        <a:pt x="106818" y="49846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14" name="Forme libre : forme 16513">
                  <a:extLst>
                    <a:ext uri="{FF2B5EF4-FFF2-40B4-BE49-F238E27FC236}">
                      <a16:creationId xmlns:a16="http://schemas.microsoft.com/office/drawing/2014/main" id="{5D9EE5F0-6321-4BE4-A58C-B735AE972801}"/>
                    </a:ext>
                  </a:extLst>
                </p:cNvPr>
                <p:cNvSpPr/>
                <p:nvPr/>
              </p:nvSpPr>
              <p:spPr>
                <a:xfrm>
                  <a:off x="4567539" y="5612160"/>
                  <a:ext cx="149659" cy="186625"/>
                </a:xfrm>
                <a:custGeom>
                  <a:avLst/>
                  <a:gdLst>
                    <a:gd name="connsiteX0" fmla="*/ 31134 w 149659"/>
                    <a:gd name="connsiteY0" fmla="*/ 74836 h 186625"/>
                    <a:gd name="connsiteX1" fmla="*/ 4560 w 149659"/>
                    <a:gd name="connsiteY1" fmla="*/ 108841 h 186625"/>
                    <a:gd name="connsiteX2" fmla="*/ 7227 w 149659"/>
                    <a:gd name="connsiteY2" fmla="*/ 164372 h 186625"/>
                    <a:gd name="connsiteX3" fmla="*/ 16561 w 149659"/>
                    <a:gd name="connsiteY3" fmla="*/ 178278 h 186625"/>
                    <a:gd name="connsiteX4" fmla="*/ 74664 w 149659"/>
                    <a:gd name="connsiteY4" fmla="*/ 174087 h 186625"/>
                    <a:gd name="connsiteX5" fmla="*/ 126194 w 149659"/>
                    <a:gd name="connsiteY5" fmla="*/ 106174 h 186625"/>
                    <a:gd name="connsiteX6" fmla="*/ 147340 w 149659"/>
                    <a:gd name="connsiteY6" fmla="*/ 26640 h 186625"/>
                    <a:gd name="connsiteX7" fmla="*/ 31134 w 149659"/>
                    <a:gd name="connsiteY7" fmla="*/ 74836 h 186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9659" h="186625">
                      <a:moveTo>
                        <a:pt x="31134" y="74836"/>
                      </a:moveTo>
                      <a:cubicBezTo>
                        <a:pt x="20752" y="85028"/>
                        <a:pt x="10179" y="95506"/>
                        <a:pt x="4560" y="108841"/>
                      </a:cubicBezTo>
                      <a:cubicBezTo>
                        <a:pt x="-2870" y="126366"/>
                        <a:pt x="-679" y="147036"/>
                        <a:pt x="7227" y="164372"/>
                      </a:cubicBezTo>
                      <a:cubicBezTo>
                        <a:pt x="9608" y="169515"/>
                        <a:pt x="12465" y="174468"/>
                        <a:pt x="16561" y="178278"/>
                      </a:cubicBezTo>
                      <a:cubicBezTo>
                        <a:pt x="31897" y="192756"/>
                        <a:pt x="57519" y="186470"/>
                        <a:pt x="74664" y="174087"/>
                      </a:cubicBezTo>
                      <a:cubicBezTo>
                        <a:pt x="98095" y="157037"/>
                        <a:pt x="113335" y="131606"/>
                        <a:pt x="126194" y="106174"/>
                      </a:cubicBezTo>
                      <a:cubicBezTo>
                        <a:pt x="138481" y="81885"/>
                        <a:pt x="156007" y="54739"/>
                        <a:pt x="147340" y="26640"/>
                      </a:cubicBezTo>
                      <a:cubicBezTo>
                        <a:pt x="124670" y="-46131"/>
                        <a:pt x="55804" y="50643"/>
                        <a:pt x="31134" y="7483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15" name="Forme libre : forme 16514">
                  <a:extLst>
                    <a:ext uri="{FF2B5EF4-FFF2-40B4-BE49-F238E27FC236}">
                      <a16:creationId xmlns:a16="http://schemas.microsoft.com/office/drawing/2014/main" id="{3FE2CADC-244D-45D1-A1BE-75F13B5DF2DC}"/>
                    </a:ext>
                  </a:extLst>
                </p:cNvPr>
                <p:cNvSpPr/>
                <p:nvPr/>
              </p:nvSpPr>
              <p:spPr>
                <a:xfrm>
                  <a:off x="4692536" y="5397144"/>
                  <a:ext cx="133447" cy="135926"/>
                </a:xfrm>
                <a:custGeom>
                  <a:avLst/>
                  <a:gdLst>
                    <a:gd name="connsiteX0" fmla="*/ 43964 w 133447"/>
                    <a:gd name="connsiteY0" fmla="*/ 32868 h 135926"/>
                    <a:gd name="connsiteX1" fmla="*/ 8532 w 133447"/>
                    <a:gd name="connsiteY1" fmla="*/ 72110 h 135926"/>
                    <a:gd name="connsiteX2" fmla="*/ 531 w 133447"/>
                    <a:gd name="connsiteY2" fmla="*/ 111639 h 135926"/>
                    <a:gd name="connsiteX3" fmla="*/ 12723 w 133447"/>
                    <a:gd name="connsiteY3" fmla="*/ 133261 h 135926"/>
                    <a:gd name="connsiteX4" fmla="*/ 30725 w 133447"/>
                    <a:gd name="connsiteY4" fmla="*/ 135833 h 135926"/>
                    <a:gd name="connsiteX5" fmla="*/ 62729 w 133447"/>
                    <a:gd name="connsiteY5" fmla="*/ 134785 h 135926"/>
                    <a:gd name="connsiteX6" fmla="*/ 88256 w 133447"/>
                    <a:gd name="connsiteY6" fmla="*/ 129356 h 135926"/>
                    <a:gd name="connsiteX7" fmla="*/ 125594 w 133447"/>
                    <a:gd name="connsiteY7" fmla="*/ 70301 h 135926"/>
                    <a:gd name="connsiteX8" fmla="*/ 130071 w 133447"/>
                    <a:gd name="connsiteY8" fmla="*/ 22294 h 135926"/>
                    <a:gd name="connsiteX9" fmla="*/ 95876 w 133447"/>
                    <a:gd name="connsiteY9" fmla="*/ 6 h 135926"/>
                    <a:gd name="connsiteX10" fmla="*/ 43964 w 133447"/>
                    <a:gd name="connsiteY10" fmla="*/ 32868 h 135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3447" h="135926">
                      <a:moveTo>
                        <a:pt x="43964" y="32868"/>
                      </a:moveTo>
                      <a:cubicBezTo>
                        <a:pt x="32344" y="46202"/>
                        <a:pt x="17485" y="56870"/>
                        <a:pt x="8532" y="72110"/>
                      </a:cubicBezTo>
                      <a:cubicBezTo>
                        <a:pt x="1579" y="83921"/>
                        <a:pt x="-1279" y="98018"/>
                        <a:pt x="531" y="111639"/>
                      </a:cubicBezTo>
                      <a:cubicBezTo>
                        <a:pt x="1674" y="120212"/>
                        <a:pt x="5103" y="129165"/>
                        <a:pt x="12723" y="133261"/>
                      </a:cubicBezTo>
                      <a:cubicBezTo>
                        <a:pt x="18152" y="136214"/>
                        <a:pt x="24629" y="136023"/>
                        <a:pt x="30725" y="135833"/>
                      </a:cubicBezTo>
                      <a:cubicBezTo>
                        <a:pt x="41393" y="135451"/>
                        <a:pt x="52061" y="135166"/>
                        <a:pt x="62729" y="134785"/>
                      </a:cubicBezTo>
                      <a:cubicBezTo>
                        <a:pt x="71492" y="134499"/>
                        <a:pt x="80827" y="134118"/>
                        <a:pt x="88256" y="129356"/>
                      </a:cubicBezTo>
                      <a:cubicBezTo>
                        <a:pt x="105211" y="118783"/>
                        <a:pt x="117498" y="87826"/>
                        <a:pt x="125594" y="70301"/>
                      </a:cubicBezTo>
                      <a:cubicBezTo>
                        <a:pt x="132452" y="55442"/>
                        <a:pt x="136833" y="38202"/>
                        <a:pt x="130071" y="22294"/>
                      </a:cubicBezTo>
                      <a:cubicBezTo>
                        <a:pt x="123879" y="7912"/>
                        <a:pt x="111306" y="292"/>
                        <a:pt x="95876" y="6"/>
                      </a:cubicBezTo>
                      <a:cubicBezTo>
                        <a:pt x="70349" y="-375"/>
                        <a:pt x="59872" y="16960"/>
                        <a:pt x="43964" y="3286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16" name="Forme libre : forme 16515">
                  <a:extLst>
                    <a:ext uri="{FF2B5EF4-FFF2-40B4-BE49-F238E27FC236}">
                      <a16:creationId xmlns:a16="http://schemas.microsoft.com/office/drawing/2014/main" id="{800E4A4C-B605-4426-9EB5-B9B0487F885E}"/>
                    </a:ext>
                  </a:extLst>
                </p:cNvPr>
                <p:cNvSpPr/>
                <p:nvPr/>
              </p:nvSpPr>
              <p:spPr>
                <a:xfrm>
                  <a:off x="4766596" y="5225021"/>
                  <a:ext cx="129669" cy="125531"/>
                </a:xfrm>
                <a:custGeom>
                  <a:avLst/>
                  <a:gdLst>
                    <a:gd name="connsiteX0" fmla="*/ 21149 w 129669"/>
                    <a:gd name="connsiteY0" fmla="*/ 10966 h 125531"/>
                    <a:gd name="connsiteX1" fmla="*/ 4 w 129669"/>
                    <a:gd name="connsiteY1" fmla="*/ 38112 h 125531"/>
                    <a:gd name="connsiteX2" fmla="*/ 3147 w 129669"/>
                    <a:gd name="connsiteY2" fmla="*/ 53066 h 125531"/>
                    <a:gd name="connsiteX3" fmla="*/ 11339 w 129669"/>
                    <a:gd name="connsiteY3" fmla="*/ 77164 h 125531"/>
                    <a:gd name="connsiteX4" fmla="*/ 24673 w 129669"/>
                    <a:gd name="connsiteY4" fmla="*/ 105359 h 125531"/>
                    <a:gd name="connsiteX5" fmla="*/ 62869 w 129669"/>
                    <a:gd name="connsiteY5" fmla="*/ 125075 h 125531"/>
                    <a:gd name="connsiteX6" fmla="*/ 106208 w 129669"/>
                    <a:gd name="connsiteY6" fmla="*/ 119170 h 125531"/>
                    <a:gd name="connsiteX7" fmla="*/ 129448 w 129669"/>
                    <a:gd name="connsiteY7" fmla="*/ 98977 h 125531"/>
                    <a:gd name="connsiteX8" fmla="*/ 122495 w 129669"/>
                    <a:gd name="connsiteY8" fmla="*/ 77260 h 125531"/>
                    <a:gd name="connsiteX9" fmla="*/ 98016 w 129669"/>
                    <a:gd name="connsiteY9" fmla="*/ 36302 h 125531"/>
                    <a:gd name="connsiteX10" fmla="*/ 85824 w 129669"/>
                    <a:gd name="connsiteY10" fmla="*/ 9156 h 125531"/>
                    <a:gd name="connsiteX11" fmla="*/ 21149 w 129669"/>
                    <a:gd name="connsiteY11" fmla="*/ 10966 h 125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9669" h="125531">
                      <a:moveTo>
                        <a:pt x="21149" y="10966"/>
                      </a:moveTo>
                      <a:cubicBezTo>
                        <a:pt x="10481" y="16490"/>
                        <a:pt x="289" y="26015"/>
                        <a:pt x="4" y="38112"/>
                      </a:cubicBezTo>
                      <a:cubicBezTo>
                        <a:pt x="-91" y="43255"/>
                        <a:pt x="1528" y="48209"/>
                        <a:pt x="3147" y="53066"/>
                      </a:cubicBezTo>
                      <a:cubicBezTo>
                        <a:pt x="5909" y="61067"/>
                        <a:pt x="8577" y="69068"/>
                        <a:pt x="11339" y="77164"/>
                      </a:cubicBezTo>
                      <a:cubicBezTo>
                        <a:pt x="14672" y="87071"/>
                        <a:pt x="18197" y="97167"/>
                        <a:pt x="24673" y="105359"/>
                      </a:cubicBezTo>
                      <a:cubicBezTo>
                        <a:pt x="33818" y="116884"/>
                        <a:pt x="48296" y="123456"/>
                        <a:pt x="62869" y="125075"/>
                      </a:cubicBezTo>
                      <a:cubicBezTo>
                        <a:pt x="77442" y="126694"/>
                        <a:pt x="92301" y="123837"/>
                        <a:pt x="106208" y="119170"/>
                      </a:cubicBezTo>
                      <a:cubicBezTo>
                        <a:pt x="116495" y="115741"/>
                        <a:pt x="127734" y="109645"/>
                        <a:pt x="129448" y="98977"/>
                      </a:cubicBezTo>
                      <a:cubicBezTo>
                        <a:pt x="130687" y="91262"/>
                        <a:pt x="126496" y="83927"/>
                        <a:pt x="122495" y="77260"/>
                      </a:cubicBezTo>
                      <a:cubicBezTo>
                        <a:pt x="114304" y="63734"/>
                        <a:pt x="105064" y="50494"/>
                        <a:pt x="98016" y="36302"/>
                      </a:cubicBezTo>
                      <a:cubicBezTo>
                        <a:pt x="93920" y="28111"/>
                        <a:pt x="92015" y="16014"/>
                        <a:pt x="85824" y="9156"/>
                      </a:cubicBezTo>
                      <a:cubicBezTo>
                        <a:pt x="70965" y="-7608"/>
                        <a:pt x="38199" y="2108"/>
                        <a:pt x="21149" y="1096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17" name="Forme libre : forme 16516">
                  <a:extLst>
                    <a:ext uri="{FF2B5EF4-FFF2-40B4-BE49-F238E27FC236}">
                      <a16:creationId xmlns:a16="http://schemas.microsoft.com/office/drawing/2014/main" id="{61CAE9F3-AA13-42C4-8D59-D93947BB100C}"/>
                    </a:ext>
                  </a:extLst>
                </p:cNvPr>
                <p:cNvSpPr/>
                <p:nvPr/>
              </p:nvSpPr>
              <p:spPr>
                <a:xfrm>
                  <a:off x="3839848" y="5700004"/>
                  <a:ext cx="69857" cy="114843"/>
                </a:xfrm>
                <a:custGeom>
                  <a:avLst/>
                  <a:gdLst>
                    <a:gd name="connsiteX0" fmla="*/ 5398 w 69857"/>
                    <a:gd name="connsiteY0" fmla="*/ 33569 h 114843"/>
                    <a:gd name="connsiteX1" fmla="*/ 1017 w 69857"/>
                    <a:gd name="connsiteY1" fmla="*/ 73479 h 114843"/>
                    <a:gd name="connsiteX2" fmla="*/ 16447 w 69857"/>
                    <a:gd name="connsiteY2" fmla="*/ 97387 h 114843"/>
                    <a:gd name="connsiteX3" fmla="*/ 40926 w 69857"/>
                    <a:gd name="connsiteY3" fmla="*/ 114246 h 114843"/>
                    <a:gd name="connsiteX4" fmla="*/ 47308 w 69857"/>
                    <a:gd name="connsiteY4" fmla="*/ 114341 h 114843"/>
                    <a:gd name="connsiteX5" fmla="*/ 51594 w 69857"/>
                    <a:gd name="connsiteY5" fmla="*/ 110436 h 114843"/>
                    <a:gd name="connsiteX6" fmla="*/ 61215 w 69857"/>
                    <a:gd name="connsiteY6" fmla="*/ 11281 h 114843"/>
                    <a:gd name="connsiteX7" fmla="*/ 28734 w 69857"/>
                    <a:gd name="connsiteY7" fmla="*/ 1470 h 114843"/>
                    <a:gd name="connsiteX8" fmla="*/ 5398 w 69857"/>
                    <a:gd name="connsiteY8" fmla="*/ 33569 h 114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857" h="114843">
                      <a:moveTo>
                        <a:pt x="5398" y="33569"/>
                      </a:moveTo>
                      <a:cubicBezTo>
                        <a:pt x="3112" y="46904"/>
                        <a:pt x="-2222" y="60430"/>
                        <a:pt x="1017" y="73479"/>
                      </a:cubicBezTo>
                      <a:cubicBezTo>
                        <a:pt x="3302" y="82813"/>
                        <a:pt x="9779" y="90529"/>
                        <a:pt x="16447" y="97387"/>
                      </a:cubicBezTo>
                      <a:cubicBezTo>
                        <a:pt x="23400" y="104625"/>
                        <a:pt x="31306" y="111579"/>
                        <a:pt x="40926" y="114246"/>
                      </a:cubicBezTo>
                      <a:cubicBezTo>
                        <a:pt x="43022" y="114817"/>
                        <a:pt x="45308" y="115199"/>
                        <a:pt x="47308" y="114341"/>
                      </a:cubicBezTo>
                      <a:cubicBezTo>
                        <a:pt x="49118" y="113579"/>
                        <a:pt x="50451" y="111960"/>
                        <a:pt x="51594" y="110436"/>
                      </a:cubicBezTo>
                      <a:cubicBezTo>
                        <a:pt x="69406" y="86147"/>
                        <a:pt x="77121" y="38903"/>
                        <a:pt x="61215" y="11281"/>
                      </a:cubicBezTo>
                      <a:cubicBezTo>
                        <a:pt x="54261" y="-816"/>
                        <a:pt x="42355" y="-1483"/>
                        <a:pt x="28734" y="1470"/>
                      </a:cubicBezTo>
                      <a:cubicBezTo>
                        <a:pt x="10065" y="5470"/>
                        <a:pt x="8351" y="16138"/>
                        <a:pt x="5398" y="3356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18" name="Forme libre : forme 16517">
                  <a:extLst>
                    <a:ext uri="{FF2B5EF4-FFF2-40B4-BE49-F238E27FC236}">
                      <a16:creationId xmlns:a16="http://schemas.microsoft.com/office/drawing/2014/main" id="{6A87502A-F35E-41D9-8250-6D6936E6F0B0}"/>
                    </a:ext>
                  </a:extLst>
                </p:cNvPr>
                <p:cNvSpPr/>
                <p:nvPr/>
              </p:nvSpPr>
              <p:spPr>
                <a:xfrm>
                  <a:off x="4803769" y="5567518"/>
                  <a:ext cx="118417" cy="192274"/>
                </a:xfrm>
                <a:custGeom>
                  <a:avLst/>
                  <a:gdLst>
                    <a:gd name="connsiteX0" fmla="*/ 23981 w 118417"/>
                    <a:gd name="connsiteY0" fmla="*/ 41087 h 192274"/>
                    <a:gd name="connsiteX1" fmla="*/ 3217 w 118417"/>
                    <a:gd name="connsiteY1" fmla="*/ 146148 h 192274"/>
                    <a:gd name="connsiteX2" fmla="*/ 38269 w 118417"/>
                    <a:gd name="connsiteY2" fmla="*/ 191392 h 192274"/>
                    <a:gd name="connsiteX3" fmla="*/ 84846 w 118417"/>
                    <a:gd name="connsiteY3" fmla="*/ 177771 h 192274"/>
                    <a:gd name="connsiteX4" fmla="*/ 114279 w 118417"/>
                    <a:gd name="connsiteY4" fmla="*/ 150339 h 192274"/>
                    <a:gd name="connsiteX5" fmla="*/ 118279 w 118417"/>
                    <a:gd name="connsiteY5" fmla="*/ 118144 h 192274"/>
                    <a:gd name="connsiteX6" fmla="*/ 116469 w 118417"/>
                    <a:gd name="connsiteY6" fmla="*/ 49755 h 192274"/>
                    <a:gd name="connsiteX7" fmla="*/ 106849 w 118417"/>
                    <a:gd name="connsiteY7" fmla="*/ 6892 h 192274"/>
                    <a:gd name="connsiteX8" fmla="*/ 23981 w 118417"/>
                    <a:gd name="connsiteY8" fmla="*/ 41087 h 192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8417" h="192274">
                      <a:moveTo>
                        <a:pt x="23981" y="41087"/>
                      </a:moveTo>
                      <a:cubicBezTo>
                        <a:pt x="1883" y="70519"/>
                        <a:pt x="-4689" y="110239"/>
                        <a:pt x="3217" y="146148"/>
                      </a:cubicBezTo>
                      <a:cubicBezTo>
                        <a:pt x="7599" y="165865"/>
                        <a:pt x="18647" y="186915"/>
                        <a:pt x="38269" y="191392"/>
                      </a:cubicBezTo>
                      <a:cubicBezTo>
                        <a:pt x="54461" y="195106"/>
                        <a:pt x="70654" y="186439"/>
                        <a:pt x="84846" y="177771"/>
                      </a:cubicBezTo>
                      <a:cubicBezTo>
                        <a:pt x="96466" y="170627"/>
                        <a:pt x="108563" y="162721"/>
                        <a:pt x="114279" y="150339"/>
                      </a:cubicBezTo>
                      <a:cubicBezTo>
                        <a:pt x="118850" y="140433"/>
                        <a:pt x="118564" y="129098"/>
                        <a:pt x="118279" y="118144"/>
                      </a:cubicBezTo>
                      <a:cubicBezTo>
                        <a:pt x="117612" y="95380"/>
                        <a:pt x="116469" y="72520"/>
                        <a:pt x="116469" y="49755"/>
                      </a:cubicBezTo>
                      <a:cubicBezTo>
                        <a:pt x="116469" y="35849"/>
                        <a:pt x="118469" y="17465"/>
                        <a:pt x="106849" y="6892"/>
                      </a:cubicBezTo>
                      <a:cubicBezTo>
                        <a:pt x="82560" y="-15396"/>
                        <a:pt x="38364" y="21847"/>
                        <a:pt x="23981" y="4108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19" name="Forme libre : forme 16518">
                  <a:extLst>
                    <a:ext uri="{FF2B5EF4-FFF2-40B4-BE49-F238E27FC236}">
                      <a16:creationId xmlns:a16="http://schemas.microsoft.com/office/drawing/2014/main" id="{52F1A9EE-EB96-42E7-AEE9-CFA9E6ADAE45}"/>
                    </a:ext>
                  </a:extLst>
                </p:cNvPr>
                <p:cNvSpPr/>
                <p:nvPr/>
              </p:nvSpPr>
              <p:spPr>
                <a:xfrm>
                  <a:off x="4905721" y="5406416"/>
                  <a:ext cx="78680" cy="97825"/>
                </a:xfrm>
                <a:custGeom>
                  <a:avLst/>
                  <a:gdLst>
                    <a:gd name="connsiteX0" fmla="*/ 11565 w 78680"/>
                    <a:gd name="connsiteY0" fmla="*/ 87699 h 97825"/>
                    <a:gd name="connsiteX1" fmla="*/ 34043 w 78680"/>
                    <a:gd name="connsiteY1" fmla="*/ 97319 h 97825"/>
                    <a:gd name="connsiteX2" fmla="*/ 48426 w 78680"/>
                    <a:gd name="connsiteY2" fmla="*/ 5212 h 97825"/>
                    <a:gd name="connsiteX3" fmla="*/ 11565 w 78680"/>
                    <a:gd name="connsiteY3" fmla="*/ 87699 h 97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680" h="97825">
                      <a:moveTo>
                        <a:pt x="11565" y="87699"/>
                      </a:moveTo>
                      <a:cubicBezTo>
                        <a:pt x="17279" y="93699"/>
                        <a:pt x="25852" y="96271"/>
                        <a:pt x="34043" y="97319"/>
                      </a:cubicBezTo>
                      <a:cubicBezTo>
                        <a:pt x="94718" y="104748"/>
                        <a:pt x="87478" y="28453"/>
                        <a:pt x="48426" y="5212"/>
                      </a:cubicBezTo>
                      <a:cubicBezTo>
                        <a:pt x="3468" y="-21458"/>
                        <a:pt x="-13391" y="61600"/>
                        <a:pt x="11565" y="8769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20" name="Forme libre : forme 16519">
                  <a:extLst>
                    <a:ext uri="{FF2B5EF4-FFF2-40B4-BE49-F238E27FC236}">
                      <a16:creationId xmlns:a16="http://schemas.microsoft.com/office/drawing/2014/main" id="{A18FEBB9-10DA-486C-A47C-8436F3E9ABD8}"/>
                    </a:ext>
                  </a:extLst>
                </p:cNvPr>
                <p:cNvSpPr/>
                <p:nvPr/>
              </p:nvSpPr>
              <p:spPr>
                <a:xfrm>
                  <a:off x="5041280" y="5293760"/>
                  <a:ext cx="124954" cy="146188"/>
                </a:xfrm>
                <a:custGeom>
                  <a:avLst/>
                  <a:gdLst>
                    <a:gd name="connsiteX0" fmla="*/ 17737 w 124954"/>
                    <a:gd name="connsiteY0" fmla="*/ 99866 h 146188"/>
                    <a:gd name="connsiteX1" fmla="*/ 34977 w 124954"/>
                    <a:gd name="connsiteY1" fmla="*/ 120440 h 146188"/>
                    <a:gd name="connsiteX2" fmla="*/ 79078 w 124954"/>
                    <a:gd name="connsiteY2" fmla="*/ 138251 h 146188"/>
                    <a:gd name="connsiteX3" fmla="*/ 96890 w 124954"/>
                    <a:gd name="connsiteY3" fmla="*/ 145967 h 146188"/>
                    <a:gd name="connsiteX4" fmla="*/ 123655 w 124954"/>
                    <a:gd name="connsiteY4" fmla="*/ 126727 h 146188"/>
                    <a:gd name="connsiteX5" fmla="*/ 117368 w 124954"/>
                    <a:gd name="connsiteY5" fmla="*/ 92341 h 146188"/>
                    <a:gd name="connsiteX6" fmla="*/ 69648 w 124954"/>
                    <a:gd name="connsiteY6" fmla="*/ 33762 h 146188"/>
                    <a:gd name="connsiteX7" fmla="*/ 26786 w 124954"/>
                    <a:gd name="connsiteY7" fmla="*/ 710 h 146188"/>
                    <a:gd name="connsiteX8" fmla="*/ 17737 w 124954"/>
                    <a:gd name="connsiteY8" fmla="*/ 99866 h 146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4954" h="146188">
                      <a:moveTo>
                        <a:pt x="17737" y="99866"/>
                      </a:moveTo>
                      <a:cubicBezTo>
                        <a:pt x="22118" y="107677"/>
                        <a:pt x="27643" y="115201"/>
                        <a:pt x="34977" y="120440"/>
                      </a:cubicBezTo>
                      <a:cubicBezTo>
                        <a:pt x="47836" y="129775"/>
                        <a:pt x="64790" y="131108"/>
                        <a:pt x="79078" y="138251"/>
                      </a:cubicBezTo>
                      <a:cubicBezTo>
                        <a:pt x="84888" y="141109"/>
                        <a:pt x="90413" y="145014"/>
                        <a:pt x="96890" y="145967"/>
                      </a:cubicBezTo>
                      <a:cubicBezTo>
                        <a:pt x="108701" y="147776"/>
                        <a:pt x="120321" y="138251"/>
                        <a:pt x="123655" y="126727"/>
                      </a:cubicBezTo>
                      <a:cubicBezTo>
                        <a:pt x="126988" y="115201"/>
                        <a:pt x="123559" y="102628"/>
                        <a:pt x="117368" y="92341"/>
                      </a:cubicBezTo>
                      <a:cubicBezTo>
                        <a:pt x="104890" y="71386"/>
                        <a:pt x="84983" y="52812"/>
                        <a:pt x="69648" y="33762"/>
                      </a:cubicBezTo>
                      <a:cubicBezTo>
                        <a:pt x="58980" y="20523"/>
                        <a:pt x="44407" y="4235"/>
                        <a:pt x="26786" y="710"/>
                      </a:cubicBezTo>
                      <a:cubicBezTo>
                        <a:pt x="-20173" y="-8815"/>
                        <a:pt x="6592" y="80245"/>
                        <a:pt x="17737" y="9986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21" name="Forme libre : forme 16520">
                  <a:extLst>
                    <a:ext uri="{FF2B5EF4-FFF2-40B4-BE49-F238E27FC236}">
                      <a16:creationId xmlns:a16="http://schemas.microsoft.com/office/drawing/2014/main" id="{9C37E538-D3AE-4ADC-9702-AA379C64B488}"/>
                    </a:ext>
                  </a:extLst>
                </p:cNvPr>
                <p:cNvSpPr/>
                <p:nvPr/>
              </p:nvSpPr>
              <p:spPr>
                <a:xfrm>
                  <a:off x="5075876" y="5501080"/>
                  <a:ext cx="78411" cy="183103"/>
                </a:xfrm>
                <a:custGeom>
                  <a:avLst/>
                  <a:gdLst>
                    <a:gd name="connsiteX0" fmla="*/ 191 w 78411"/>
                    <a:gd name="connsiteY0" fmla="*/ 152197 h 183103"/>
                    <a:gd name="connsiteX1" fmla="*/ 3905 w 78411"/>
                    <a:gd name="connsiteY1" fmla="*/ 166961 h 183103"/>
                    <a:gd name="connsiteX2" fmla="*/ 15812 w 78411"/>
                    <a:gd name="connsiteY2" fmla="*/ 177724 h 183103"/>
                    <a:gd name="connsiteX3" fmla="*/ 44196 w 78411"/>
                    <a:gd name="connsiteY3" fmla="*/ 180772 h 183103"/>
                    <a:gd name="connsiteX4" fmla="*/ 55531 w 78411"/>
                    <a:gd name="connsiteY4" fmla="*/ 168771 h 183103"/>
                    <a:gd name="connsiteX5" fmla="*/ 76581 w 78411"/>
                    <a:gd name="connsiteY5" fmla="*/ 73139 h 183103"/>
                    <a:gd name="connsiteX6" fmla="*/ 65723 w 78411"/>
                    <a:gd name="connsiteY6" fmla="*/ 6655 h 183103"/>
                    <a:gd name="connsiteX7" fmla="*/ 191 w 78411"/>
                    <a:gd name="connsiteY7" fmla="*/ 152197 h 183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8411" h="183103">
                      <a:moveTo>
                        <a:pt x="191" y="152197"/>
                      </a:moveTo>
                      <a:cubicBezTo>
                        <a:pt x="667" y="157245"/>
                        <a:pt x="1333" y="162484"/>
                        <a:pt x="3905" y="166961"/>
                      </a:cubicBezTo>
                      <a:cubicBezTo>
                        <a:pt x="6572" y="171724"/>
                        <a:pt x="11049" y="175057"/>
                        <a:pt x="15812" y="177724"/>
                      </a:cubicBezTo>
                      <a:cubicBezTo>
                        <a:pt x="24479" y="182582"/>
                        <a:pt x="35433" y="185344"/>
                        <a:pt x="44196" y="180772"/>
                      </a:cubicBezTo>
                      <a:cubicBezTo>
                        <a:pt x="49149" y="178201"/>
                        <a:pt x="52673" y="173629"/>
                        <a:pt x="55531" y="168771"/>
                      </a:cubicBezTo>
                      <a:cubicBezTo>
                        <a:pt x="70580" y="142768"/>
                        <a:pt x="72486" y="102667"/>
                        <a:pt x="76581" y="73139"/>
                      </a:cubicBezTo>
                      <a:cubicBezTo>
                        <a:pt x="78962" y="55518"/>
                        <a:pt x="81725" y="19800"/>
                        <a:pt x="65723" y="6655"/>
                      </a:cubicBezTo>
                      <a:cubicBezTo>
                        <a:pt x="14383" y="-34778"/>
                        <a:pt x="-2000" y="129909"/>
                        <a:pt x="191" y="15219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22" name="Forme libre : forme 16521">
                  <a:extLst>
                    <a:ext uri="{FF2B5EF4-FFF2-40B4-BE49-F238E27FC236}">
                      <a16:creationId xmlns:a16="http://schemas.microsoft.com/office/drawing/2014/main" id="{09501680-5A8C-49CF-B47A-C356FBDA03D1}"/>
                    </a:ext>
                  </a:extLst>
                </p:cNvPr>
                <p:cNvSpPr/>
                <p:nvPr/>
              </p:nvSpPr>
              <p:spPr>
                <a:xfrm>
                  <a:off x="5231991" y="5596474"/>
                  <a:ext cx="146398" cy="187938"/>
                </a:xfrm>
                <a:custGeom>
                  <a:avLst/>
                  <a:gdLst>
                    <a:gd name="connsiteX0" fmla="*/ 146399 w 146398"/>
                    <a:gd name="connsiteY0" fmla="*/ 8036 h 187938"/>
                    <a:gd name="connsiteX1" fmla="*/ 73628 w 146398"/>
                    <a:gd name="connsiteY1" fmla="*/ 10607 h 187938"/>
                    <a:gd name="connsiteX2" fmla="*/ 10191 w 146398"/>
                    <a:gd name="connsiteY2" fmla="*/ 71948 h 187938"/>
                    <a:gd name="connsiteX3" fmla="*/ 9620 w 146398"/>
                    <a:gd name="connsiteY3" fmla="*/ 158911 h 187938"/>
                    <a:gd name="connsiteX4" fmla="*/ 27241 w 146398"/>
                    <a:gd name="connsiteY4" fmla="*/ 180343 h 187938"/>
                    <a:gd name="connsiteX5" fmla="*/ 88392 w 146398"/>
                    <a:gd name="connsiteY5" fmla="*/ 178724 h 187938"/>
                    <a:gd name="connsiteX6" fmla="*/ 111918 w 146398"/>
                    <a:gd name="connsiteY6" fmla="*/ 158340 h 187938"/>
                    <a:gd name="connsiteX7" fmla="*/ 120110 w 146398"/>
                    <a:gd name="connsiteY7" fmla="*/ 133099 h 187938"/>
                    <a:gd name="connsiteX8" fmla="*/ 140303 w 146398"/>
                    <a:gd name="connsiteY8" fmla="*/ 34134 h 187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6398" h="187938">
                      <a:moveTo>
                        <a:pt x="146399" y="8036"/>
                      </a:moveTo>
                      <a:cubicBezTo>
                        <a:pt x="124872" y="-5300"/>
                        <a:pt x="96488" y="-346"/>
                        <a:pt x="73628" y="10607"/>
                      </a:cubicBezTo>
                      <a:cubicBezTo>
                        <a:pt x="46577" y="23561"/>
                        <a:pt x="22955" y="44897"/>
                        <a:pt x="10191" y="71948"/>
                      </a:cubicBezTo>
                      <a:cubicBezTo>
                        <a:pt x="-2667" y="99095"/>
                        <a:pt x="-3906" y="132146"/>
                        <a:pt x="9620" y="158911"/>
                      </a:cubicBezTo>
                      <a:cubicBezTo>
                        <a:pt x="13811" y="167198"/>
                        <a:pt x="19526" y="175009"/>
                        <a:pt x="27241" y="180343"/>
                      </a:cubicBezTo>
                      <a:cubicBezTo>
                        <a:pt x="44958" y="192440"/>
                        <a:pt x="69437" y="188725"/>
                        <a:pt x="88392" y="178724"/>
                      </a:cubicBezTo>
                      <a:cubicBezTo>
                        <a:pt x="97726" y="173866"/>
                        <a:pt x="106489" y="167293"/>
                        <a:pt x="111918" y="158340"/>
                      </a:cubicBezTo>
                      <a:cubicBezTo>
                        <a:pt x="116490" y="150720"/>
                        <a:pt x="118300" y="141767"/>
                        <a:pt x="120110" y="133099"/>
                      </a:cubicBezTo>
                      <a:cubicBezTo>
                        <a:pt x="126873" y="100142"/>
                        <a:pt x="133540" y="67090"/>
                        <a:pt x="140303" y="34134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23" name="Forme libre : forme 16522">
                  <a:extLst>
                    <a:ext uri="{FF2B5EF4-FFF2-40B4-BE49-F238E27FC236}">
                      <a16:creationId xmlns:a16="http://schemas.microsoft.com/office/drawing/2014/main" id="{2EB282DE-F7E3-43B0-BE12-48F9E84572D5}"/>
                    </a:ext>
                  </a:extLst>
                </p:cNvPr>
                <p:cNvSpPr/>
                <p:nvPr/>
              </p:nvSpPr>
              <p:spPr>
                <a:xfrm>
                  <a:off x="5304726" y="5419568"/>
                  <a:ext cx="87521" cy="115228"/>
                </a:xfrm>
                <a:custGeom>
                  <a:avLst/>
                  <a:gdLst>
                    <a:gd name="connsiteX0" fmla="*/ 8227 w 87521"/>
                    <a:gd name="connsiteY0" fmla="*/ 32446 h 115228"/>
                    <a:gd name="connsiteX1" fmla="*/ 417 w 87521"/>
                    <a:gd name="connsiteY1" fmla="*/ 65879 h 115228"/>
                    <a:gd name="connsiteX2" fmla="*/ 2513 w 87521"/>
                    <a:gd name="connsiteY2" fmla="*/ 98454 h 115228"/>
                    <a:gd name="connsiteX3" fmla="*/ 13085 w 87521"/>
                    <a:gd name="connsiteY3" fmla="*/ 113313 h 115228"/>
                    <a:gd name="connsiteX4" fmla="*/ 44042 w 87521"/>
                    <a:gd name="connsiteY4" fmla="*/ 105503 h 115228"/>
                    <a:gd name="connsiteX5" fmla="*/ 76141 w 87521"/>
                    <a:gd name="connsiteY5" fmla="*/ 63307 h 115228"/>
                    <a:gd name="connsiteX6" fmla="*/ 78617 w 87521"/>
                    <a:gd name="connsiteY6" fmla="*/ 35017 h 115228"/>
                    <a:gd name="connsiteX7" fmla="*/ 87475 w 87521"/>
                    <a:gd name="connsiteY7" fmla="*/ 16634 h 115228"/>
                    <a:gd name="connsiteX8" fmla="*/ 8227 w 87521"/>
                    <a:gd name="connsiteY8" fmla="*/ 32446 h 115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7521" h="115228">
                      <a:moveTo>
                        <a:pt x="8227" y="32446"/>
                      </a:moveTo>
                      <a:cubicBezTo>
                        <a:pt x="1941" y="42161"/>
                        <a:pt x="1084" y="54354"/>
                        <a:pt x="417" y="65879"/>
                      </a:cubicBezTo>
                      <a:cubicBezTo>
                        <a:pt x="-155" y="76832"/>
                        <a:pt x="-631" y="87976"/>
                        <a:pt x="2513" y="98454"/>
                      </a:cubicBezTo>
                      <a:cubicBezTo>
                        <a:pt x="4322" y="104455"/>
                        <a:pt x="7561" y="110361"/>
                        <a:pt x="13085" y="113313"/>
                      </a:cubicBezTo>
                      <a:cubicBezTo>
                        <a:pt x="22991" y="118552"/>
                        <a:pt x="34993" y="112075"/>
                        <a:pt x="44042" y="105503"/>
                      </a:cubicBezTo>
                      <a:cubicBezTo>
                        <a:pt x="58520" y="94930"/>
                        <a:pt x="72997" y="81786"/>
                        <a:pt x="76141" y="63307"/>
                      </a:cubicBezTo>
                      <a:cubicBezTo>
                        <a:pt x="77760" y="53496"/>
                        <a:pt x="74902" y="44638"/>
                        <a:pt x="78617" y="35017"/>
                      </a:cubicBezTo>
                      <a:cubicBezTo>
                        <a:pt x="81379" y="27874"/>
                        <a:pt x="88142" y="25302"/>
                        <a:pt x="87475" y="16634"/>
                      </a:cubicBezTo>
                      <a:cubicBezTo>
                        <a:pt x="84523" y="-22037"/>
                        <a:pt x="18324" y="16730"/>
                        <a:pt x="8227" y="3244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24" name="Forme libre : forme 16523">
                  <a:extLst>
                    <a:ext uri="{FF2B5EF4-FFF2-40B4-BE49-F238E27FC236}">
                      <a16:creationId xmlns:a16="http://schemas.microsoft.com/office/drawing/2014/main" id="{E4F05D47-6036-4AF2-A540-83CA2A4F42BE}"/>
                    </a:ext>
                  </a:extLst>
                </p:cNvPr>
                <p:cNvSpPr/>
                <p:nvPr/>
              </p:nvSpPr>
              <p:spPr>
                <a:xfrm>
                  <a:off x="5337299" y="5251335"/>
                  <a:ext cx="75348" cy="133284"/>
                </a:xfrm>
                <a:custGeom>
                  <a:avLst/>
                  <a:gdLst>
                    <a:gd name="connsiteX0" fmla="*/ 67475 w 75348"/>
                    <a:gd name="connsiteY0" fmla="*/ 559 h 133284"/>
                    <a:gd name="connsiteX1" fmla="*/ 6801 w 75348"/>
                    <a:gd name="connsiteY1" fmla="*/ 36849 h 133284"/>
                    <a:gd name="connsiteX2" fmla="*/ 8039 w 75348"/>
                    <a:gd name="connsiteY2" fmla="*/ 110763 h 133284"/>
                    <a:gd name="connsiteX3" fmla="*/ 30614 w 75348"/>
                    <a:gd name="connsiteY3" fmla="*/ 133242 h 133284"/>
                    <a:gd name="connsiteX4" fmla="*/ 54902 w 75348"/>
                    <a:gd name="connsiteY4" fmla="*/ 120002 h 133284"/>
                    <a:gd name="connsiteX5" fmla="*/ 74619 w 75348"/>
                    <a:gd name="connsiteY5" fmla="*/ 90951 h 133284"/>
                    <a:gd name="connsiteX6" fmla="*/ 63856 w 75348"/>
                    <a:gd name="connsiteY6" fmla="*/ 32562 h 133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348" h="133284">
                      <a:moveTo>
                        <a:pt x="67475" y="559"/>
                      </a:moveTo>
                      <a:cubicBezTo>
                        <a:pt x="42425" y="-3347"/>
                        <a:pt x="17183" y="13703"/>
                        <a:pt x="6801" y="36849"/>
                      </a:cubicBezTo>
                      <a:cubicBezTo>
                        <a:pt x="-3581" y="59994"/>
                        <a:pt x="-1200" y="87236"/>
                        <a:pt x="8039" y="110763"/>
                      </a:cubicBezTo>
                      <a:cubicBezTo>
                        <a:pt x="12135" y="121240"/>
                        <a:pt x="19470" y="132480"/>
                        <a:pt x="30614" y="133242"/>
                      </a:cubicBezTo>
                      <a:cubicBezTo>
                        <a:pt x="40139" y="133909"/>
                        <a:pt x="48139" y="126669"/>
                        <a:pt x="54902" y="120002"/>
                      </a:cubicBezTo>
                      <a:cubicBezTo>
                        <a:pt x="63380" y="111620"/>
                        <a:pt x="72143" y="102572"/>
                        <a:pt x="74619" y="90951"/>
                      </a:cubicBezTo>
                      <a:cubicBezTo>
                        <a:pt x="78810" y="71425"/>
                        <a:pt x="63570" y="52565"/>
                        <a:pt x="63856" y="32562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25" name="Forme libre : forme 16524">
                  <a:extLst>
                    <a:ext uri="{FF2B5EF4-FFF2-40B4-BE49-F238E27FC236}">
                      <a16:creationId xmlns:a16="http://schemas.microsoft.com/office/drawing/2014/main" id="{0DD52190-179E-4E23-9CE7-9994C5782B1A}"/>
                    </a:ext>
                  </a:extLst>
                </p:cNvPr>
                <p:cNvSpPr/>
                <p:nvPr/>
              </p:nvSpPr>
              <p:spPr>
                <a:xfrm>
                  <a:off x="5523355" y="5225895"/>
                  <a:ext cx="159454" cy="146091"/>
                </a:xfrm>
                <a:custGeom>
                  <a:avLst/>
                  <a:gdLst>
                    <a:gd name="connsiteX0" fmla="*/ 133165 w 159454"/>
                    <a:gd name="connsiteY0" fmla="*/ 2187 h 146091"/>
                    <a:gd name="connsiteX1" fmla="*/ 32676 w 159454"/>
                    <a:gd name="connsiteY1" fmla="*/ 22380 h 146091"/>
                    <a:gd name="connsiteX2" fmla="*/ 15055 w 159454"/>
                    <a:gd name="connsiteY2" fmla="*/ 38668 h 146091"/>
                    <a:gd name="connsiteX3" fmla="*/ 6864 w 159454"/>
                    <a:gd name="connsiteY3" fmla="*/ 64100 h 146091"/>
                    <a:gd name="connsiteX4" fmla="*/ 196 w 159454"/>
                    <a:gd name="connsiteY4" fmla="*/ 118011 h 146091"/>
                    <a:gd name="connsiteX5" fmla="*/ 1244 w 159454"/>
                    <a:gd name="connsiteY5" fmla="*/ 128203 h 146091"/>
                    <a:gd name="connsiteX6" fmla="*/ 10959 w 159454"/>
                    <a:gd name="connsiteY6" fmla="*/ 136299 h 146091"/>
                    <a:gd name="connsiteX7" fmla="*/ 110496 w 159454"/>
                    <a:gd name="connsiteY7" fmla="*/ 130679 h 146091"/>
                    <a:gd name="connsiteX8" fmla="*/ 159454 w 159454"/>
                    <a:gd name="connsiteY8" fmla="*/ 43907 h 14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9454" h="146091">
                      <a:moveTo>
                        <a:pt x="133165" y="2187"/>
                      </a:moveTo>
                      <a:cubicBezTo>
                        <a:pt x="98685" y="-4100"/>
                        <a:pt x="62014" y="3330"/>
                        <a:pt x="32676" y="22380"/>
                      </a:cubicBezTo>
                      <a:cubicBezTo>
                        <a:pt x="25914" y="26762"/>
                        <a:pt x="19437" y="31905"/>
                        <a:pt x="15055" y="38668"/>
                      </a:cubicBezTo>
                      <a:cubicBezTo>
                        <a:pt x="10198" y="46192"/>
                        <a:pt x="8388" y="55241"/>
                        <a:pt x="6864" y="64100"/>
                      </a:cubicBezTo>
                      <a:cubicBezTo>
                        <a:pt x="3720" y="81911"/>
                        <a:pt x="1530" y="99914"/>
                        <a:pt x="196" y="118011"/>
                      </a:cubicBezTo>
                      <a:cubicBezTo>
                        <a:pt x="-90" y="121440"/>
                        <a:pt x="-280" y="125060"/>
                        <a:pt x="1244" y="128203"/>
                      </a:cubicBezTo>
                      <a:cubicBezTo>
                        <a:pt x="3054" y="132108"/>
                        <a:pt x="7054" y="134394"/>
                        <a:pt x="10959" y="136299"/>
                      </a:cubicBezTo>
                      <a:cubicBezTo>
                        <a:pt x="42201" y="151158"/>
                        <a:pt x="81064" y="148967"/>
                        <a:pt x="110496" y="130679"/>
                      </a:cubicBezTo>
                      <a:cubicBezTo>
                        <a:pt x="139928" y="112391"/>
                        <a:pt x="158978" y="78482"/>
                        <a:pt x="159454" y="43907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26" name="Forme libre : forme 16525">
                  <a:extLst>
                    <a:ext uri="{FF2B5EF4-FFF2-40B4-BE49-F238E27FC236}">
                      <a16:creationId xmlns:a16="http://schemas.microsoft.com/office/drawing/2014/main" id="{05DB9B64-A435-4996-BB27-7A62018A5989}"/>
                    </a:ext>
                  </a:extLst>
                </p:cNvPr>
                <p:cNvSpPr/>
                <p:nvPr/>
              </p:nvSpPr>
              <p:spPr>
                <a:xfrm>
                  <a:off x="5507185" y="5402150"/>
                  <a:ext cx="100281" cy="102919"/>
                </a:xfrm>
                <a:custGeom>
                  <a:avLst/>
                  <a:gdLst>
                    <a:gd name="connsiteX0" fmla="*/ 14556 w 100281"/>
                    <a:gd name="connsiteY0" fmla="*/ 3668 h 102919"/>
                    <a:gd name="connsiteX1" fmla="*/ 4746 w 100281"/>
                    <a:gd name="connsiteY1" fmla="*/ 6716 h 102919"/>
                    <a:gd name="connsiteX2" fmla="*/ 1602 w 100281"/>
                    <a:gd name="connsiteY2" fmla="*/ 27957 h 102919"/>
                    <a:gd name="connsiteX3" fmla="*/ 55609 w 100281"/>
                    <a:gd name="connsiteY3" fmla="*/ 97490 h 102919"/>
                    <a:gd name="connsiteX4" fmla="*/ 100281 w 100281"/>
                    <a:gd name="connsiteY4" fmla="*/ 32053 h 102919"/>
                    <a:gd name="connsiteX5" fmla="*/ 14556 w 100281"/>
                    <a:gd name="connsiteY5" fmla="*/ 3668 h 102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0281" h="102919">
                      <a:moveTo>
                        <a:pt x="14556" y="3668"/>
                      </a:moveTo>
                      <a:cubicBezTo>
                        <a:pt x="11127" y="4145"/>
                        <a:pt x="7508" y="4621"/>
                        <a:pt x="4746" y="6716"/>
                      </a:cubicBezTo>
                      <a:cubicBezTo>
                        <a:pt x="-1351" y="11289"/>
                        <a:pt x="-588" y="20623"/>
                        <a:pt x="1602" y="27957"/>
                      </a:cubicBezTo>
                      <a:cubicBezTo>
                        <a:pt x="10080" y="56818"/>
                        <a:pt x="29796" y="82155"/>
                        <a:pt x="55609" y="97490"/>
                      </a:cubicBezTo>
                      <a:cubicBezTo>
                        <a:pt x="95995" y="121492"/>
                        <a:pt x="100186" y="59771"/>
                        <a:pt x="100281" y="32053"/>
                      </a:cubicBezTo>
                      <a:cubicBezTo>
                        <a:pt x="100376" y="-9571"/>
                        <a:pt x="42465" y="-141"/>
                        <a:pt x="14556" y="366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27" name="Forme libre : forme 16526">
                  <a:extLst>
                    <a:ext uri="{FF2B5EF4-FFF2-40B4-BE49-F238E27FC236}">
                      <a16:creationId xmlns:a16="http://schemas.microsoft.com/office/drawing/2014/main" id="{7305A6B1-275B-4069-8570-E810C66DA01E}"/>
                    </a:ext>
                  </a:extLst>
                </p:cNvPr>
                <p:cNvSpPr/>
                <p:nvPr/>
              </p:nvSpPr>
              <p:spPr>
                <a:xfrm>
                  <a:off x="5478828" y="5632907"/>
                  <a:ext cx="122156" cy="184282"/>
                </a:xfrm>
                <a:custGeom>
                  <a:avLst/>
                  <a:gdLst>
                    <a:gd name="connsiteX0" fmla="*/ 26340 w 122156"/>
                    <a:gd name="connsiteY0" fmla="*/ 33610 h 184282"/>
                    <a:gd name="connsiteX1" fmla="*/ 1766 w 122156"/>
                    <a:gd name="connsiteY1" fmla="*/ 99142 h 184282"/>
                    <a:gd name="connsiteX2" fmla="*/ 26531 w 122156"/>
                    <a:gd name="connsiteY2" fmla="*/ 136099 h 184282"/>
                    <a:gd name="connsiteX3" fmla="*/ 63202 w 122156"/>
                    <a:gd name="connsiteY3" fmla="*/ 173723 h 184282"/>
                    <a:gd name="connsiteX4" fmla="*/ 112922 w 122156"/>
                    <a:gd name="connsiteY4" fmla="*/ 180010 h 184282"/>
                    <a:gd name="connsiteX5" fmla="*/ 120638 w 122156"/>
                    <a:gd name="connsiteY5" fmla="*/ 172961 h 184282"/>
                    <a:gd name="connsiteX6" fmla="*/ 117970 w 122156"/>
                    <a:gd name="connsiteY6" fmla="*/ 151435 h 184282"/>
                    <a:gd name="connsiteX7" fmla="*/ 102826 w 122156"/>
                    <a:gd name="connsiteY7" fmla="*/ 86950 h 184282"/>
                    <a:gd name="connsiteX8" fmla="*/ 104921 w 122156"/>
                    <a:gd name="connsiteY8" fmla="*/ 23513 h 184282"/>
                    <a:gd name="connsiteX9" fmla="*/ 26340 w 122156"/>
                    <a:gd name="connsiteY9" fmla="*/ 33610 h 184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2156" h="184282">
                      <a:moveTo>
                        <a:pt x="26340" y="33610"/>
                      </a:moveTo>
                      <a:cubicBezTo>
                        <a:pt x="8624" y="50660"/>
                        <a:pt x="-4997" y="75615"/>
                        <a:pt x="1766" y="99142"/>
                      </a:cubicBezTo>
                      <a:cubicBezTo>
                        <a:pt x="5861" y="113525"/>
                        <a:pt x="16720" y="124764"/>
                        <a:pt x="26531" y="136099"/>
                      </a:cubicBezTo>
                      <a:cubicBezTo>
                        <a:pt x="38056" y="149434"/>
                        <a:pt x="48724" y="163817"/>
                        <a:pt x="63202" y="173723"/>
                      </a:cubicBezTo>
                      <a:cubicBezTo>
                        <a:pt x="77680" y="183628"/>
                        <a:pt x="97397" y="188296"/>
                        <a:pt x="112922" y="180010"/>
                      </a:cubicBezTo>
                      <a:cubicBezTo>
                        <a:pt x="116066" y="178390"/>
                        <a:pt x="118923" y="176104"/>
                        <a:pt x="120638" y="172961"/>
                      </a:cubicBezTo>
                      <a:cubicBezTo>
                        <a:pt x="124162" y="166294"/>
                        <a:pt x="120828" y="158292"/>
                        <a:pt x="117970" y="151435"/>
                      </a:cubicBezTo>
                      <a:cubicBezTo>
                        <a:pt x="109398" y="130956"/>
                        <a:pt x="104350" y="109048"/>
                        <a:pt x="102826" y="86950"/>
                      </a:cubicBezTo>
                      <a:cubicBezTo>
                        <a:pt x="101397" y="65995"/>
                        <a:pt x="107969" y="44183"/>
                        <a:pt x="104921" y="23513"/>
                      </a:cubicBezTo>
                      <a:cubicBezTo>
                        <a:pt x="97682" y="-25540"/>
                        <a:pt x="46343" y="14370"/>
                        <a:pt x="26340" y="3361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28" name="Forme libre : forme 16527">
                  <a:extLst>
                    <a:ext uri="{FF2B5EF4-FFF2-40B4-BE49-F238E27FC236}">
                      <a16:creationId xmlns:a16="http://schemas.microsoft.com/office/drawing/2014/main" id="{FCF5A00B-D9E6-47D8-AC7E-4D843C2E0295}"/>
                    </a:ext>
                  </a:extLst>
                </p:cNvPr>
                <p:cNvSpPr/>
                <p:nvPr/>
              </p:nvSpPr>
              <p:spPr>
                <a:xfrm>
                  <a:off x="5832155" y="5226394"/>
                  <a:ext cx="194613" cy="226491"/>
                </a:xfrm>
                <a:custGeom>
                  <a:avLst/>
                  <a:gdLst>
                    <a:gd name="connsiteX0" fmla="*/ 13817 w 194613"/>
                    <a:gd name="connsiteY0" fmla="*/ 25500 h 226491"/>
                    <a:gd name="connsiteX1" fmla="*/ 577 w 194613"/>
                    <a:gd name="connsiteY1" fmla="*/ 79506 h 226491"/>
                    <a:gd name="connsiteX2" fmla="*/ 16389 w 194613"/>
                    <a:gd name="connsiteY2" fmla="*/ 134085 h 226491"/>
                    <a:gd name="connsiteX3" fmla="*/ 55917 w 194613"/>
                    <a:gd name="connsiteY3" fmla="*/ 191044 h 226491"/>
                    <a:gd name="connsiteX4" fmla="*/ 116687 w 194613"/>
                    <a:gd name="connsiteY4" fmla="*/ 222096 h 226491"/>
                    <a:gd name="connsiteX5" fmla="*/ 181457 w 194613"/>
                    <a:gd name="connsiteY5" fmla="*/ 213618 h 226491"/>
                    <a:gd name="connsiteX6" fmla="*/ 180123 w 194613"/>
                    <a:gd name="connsiteY6" fmla="*/ 155039 h 226491"/>
                    <a:gd name="connsiteX7" fmla="*/ 95827 w 194613"/>
                    <a:gd name="connsiteY7" fmla="*/ 45883 h 226491"/>
                    <a:gd name="connsiteX8" fmla="*/ 73729 w 194613"/>
                    <a:gd name="connsiteY8" fmla="*/ 1592 h 226491"/>
                    <a:gd name="connsiteX9" fmla="*/ 13817 w 194613"/>
                    <a:gd name="connsiteY9" fmla="*/ 25500 h 226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4613" h="226491">
                      <a:moveTo>
                        <a:pt x="13817" y="25500"/>
                      </a:moveTo>
                      <a:cubicBezTo>
                        <a:pt x="1911" y="40359"/>
                        <a:pt x="-1518" y="60552"/>
                        <a:pt x="577" y="79506"/>
                      </a:cubicBezTo>
                      <a:cubicBezTo>
                        <a:pt x="2578" y="98366"/>
                        <a:pt x="9531" y="116368"/>
                        <a:pt x="16389" y="134085"/>
                      </a:cubicBezTo>
                      <a:cubicBezTo>
                        <a:pt x="24961" y="156088"/>
                        <a:pt x="34962" y="179995"/>
                        <a:pt x="55917" y="191044"/>
                      </a:cubicBezTo>
                      <a:cubicBezTo>
                        <a:pt x="76110" y="201712"/>
                        <a:pt x="95065" y="215047"/>
                        <a:pt x="116687" y="222096"/>
                      </a:cubicBezTo>
                      <a:cubicBezTo>
                        <a:pt x="138404" y="229144"/>
                        <a:pt x="164407" y="228668"/>
                        <a:pt x="181457" y="213618"/>
                      </a:cubicBezTo>
                      <a:cubicBezTo>
                        <a:pt x="198602" y="198569"/>
                        <a:pt x="199840" y="166470"/>
                        <a:pt x="180123" y="155039"/>
                      </a:cubicBezTo>
                      <a:cubicBezTo>
                        <a:pt x="138976" y="131322"/>
                        <a:pt x="109257" y="91222"/>
                        <a:pt x="95827" y="45883"/>
                      </a:cubicBezTo>
                      <a:cubicBezTo>
                        <a:pt x="91446" y="31024"/>
                        <a:pt x="90684" y="7783"/>
                        <a:pt x="73729" y="1592"/>
                      </a:cubicBezTo>
                      <a:cubicBezTo>
                        <a:pt x="54870" y="-5266"/>
                        <a:pt x="25152" y="11403"/>
                        <a:pt x="13817" y="2550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29" name="Forme libre : forme 16528">
                  <a:extLst>
                    <a:ext uri="{FF2B5EF4-FFF2-40B4-BE49-F238E27FC236}">
                      <a16:creationId xmlns:a16="http://schemas.microsoft.com/office/drawing/2014/main" id="{D03FB892-A357-4B0E-A84E-19B35409DF51}"/>
                    </a:ext>
                  </a:extLst>
                </p:cNvPr>
                <p:cNvSpPr/>
                <p:nvPr/>
              </p:nvSpPr>
              <p:spPr>
                <a:xfrm>
                  <a:off x="5666997" y="5458020"/>
                  <a:ext cx="181618" cy="318318"/>
                </a:xfrm>
                <a:custGeom>
                  <a:avLst/>
                  <a:gdLst>
                    <a:gd name="connsiteX0" fmla="*/ 26099 w 181618"/>
                    <a:gd name="connsiteY0" fmla="*/ 53049 h 318318"/>
                    <a:gd name="connsiteX1" fmla="*/ 7811 w 181618"/>
                    <a:gd name="connsiteY1" fmla="*/ 114581 h 318318"/>
                    <a:gd name="connsiteX2" fmla="*/ 5525 w 181618"/>
                    <a:gd name="connsiteY2" fmla="*/ 222499 h 318318"/>
                    <a:gd name="connsiteX3" fmla="*/ 81916 w 181618"/>
                    <a:gd name="connsiteY3" fmla="*/ 309367 h 318318"/>
                    <a:gd name="connsiteX4" fmla="*/ 116872 w 181618"/>
                    <a:gd name="connsiteY4" fmla="*/ 317749 h 318318"/>
                    <a:gd name="connsiteX5" fmla="*/ 144114 w 181618"/>
                    <a:gd name="connsiteY5" fmla="*/ 301652 h 318318"/>
                    <a:gd name="connsiteX6" fmla="*/ 181547 w 181618"/>
                    <a:gd name="connsiteY6" fmla="*/ 241834 h 318318"/>
                    <a:gd name="connsiteX7" fmla="*/ 151448 w 181618"/>
                    <a:gd name="connsiteY7" fmla="*/ 189733 h 318318"/>
                    <a:gd name="connsiteX8" fmla="*/ 101442 w 181618"/>
                    <a:gd name="connsiteY8" fmla="*/ 97150 h 318318"/>
                    <a:gd name="connsiteX9" fmla="*/ 108872 w 181618"/>
                    <a:gd name="connsiteY9" fmla="*/ 41905 h 318318"/>
                    <a:gd name="connsiteX10" fmla="*/ 100966 w 181618"/>
                    <a:gd name="connsiteY10" fmla="*/ 6281 h 318318"/>
                    <a:gd name="connsiteX11" fmla="*/ 26099 w 181618"/>
                    <a:gd name="connsiteY11" fmla="*/ 53049 h 318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1618" h="318318">
                      <a:moveTo>
                        <a:pt x="26099" y="53049"/>
                      </a:moveTo>
                      <a:cubicBezTo>
                        <a:pt x="15526" y="71813"/>
                        <a:pt x="11621" y="93435"/>
                        <a:pt x="7811" y="114581"/>
                      </a:cubicBezTo>
                      <a:cubicBezTo>
                        <a:pt x="1429" y="150395"/>
                        <a:pt x="-4857" y="187732"/>
                        <a:pt x="5525" y="222499"/>
                      </a:cubicBezTo>
                      <a:cubicBezTo>
                        <a:pt x="16764" y="260504"/>
                        <a:pt x="46959" y="290793"/>
                        <a:pt x="81916" y="309367"/>
                      </a:cubicBezTo>
                      <a:cubicBezTo>
                        <a:pt x="92679" y="315082"/>
                        <a:pt x="104871" y="320035"/>
                        <a:pt x="116872" y="317749"/>
                      </a:cubicBezTo>
                      <a:cubicBezTo>
                        <a:pt x="127350" y="315748"/>
                        <a:pt x="136018" y="308509"/>
                        <a:pt x="144114" y="301652"/>
                      </a:cubicBezTo>
                      <a:cubicBezTo>
                        <a:pt x="162687" y="285840"/>
                        <a:pt x="182976" y="266218"/>
                        <a:pt x="181547" y="241834"/>
                      </a:cubicBezTo>
                      <a:cubicBezTo>
                        <a:pt x="180309" y="221451"/>
                        <a:pt x="164212" y="205640"/>
                        <a:pt x="151448" y="189733"/>
                      </a:cubicBezTo>
                      <a:cubicBezTo>
                        <a:pt x="129445" y="162301"/>
                        <a:pt x="115348" y="129439"/>
                        <a:pt x="101442" y="97150"/>
                      </a:cubicBezTo>
                      <a:cubicBezTo>
                        <a:pt x="90012" y="70480"/>
                        <a:pt x="98108" y="64765"/>
                        <a:pt x="108872" y="41905"/>
                      </a:cubicBezTo>
                      <a:cubicBezTo>
                        <a:pt x="114872" y="29142"/>
                        <a:pt x="112110" y="15616"/>
                        <a:pt x="100966" y="6281"/>
                      </a:cubicBezTo>
                      <a:cubicBezTo>
                        <a:pt x="72867" y="-17245"/>
                        <a:pt x="38291" y="31332"/>
                        <a:pt x="26099" y="5304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30" name="Forme libre : forme 16529">
                  <a:extLst>
                    <a:ext uri="{FF2B5EF4-FFF2-40B4-BE49-F238E27FC236}">
                      <a16:creationId xmlns:a16="http://schemas.microsoft.com/office/drawing/2014/main" id="{E382BAA6-9F85-4805-865B-5C8DA6BB2852}"/>
                    </a:ext>
                  </a:extLst>
                </p:cNvPr>
                <p:cNvSpPr/>
                <p:nvPr/>
              </p:nvSpPr>
              <p:spPr>
                <a:xfrm>
                  <a:off x="5980916" y="5659312"/>
                  <a:ext cx="235815" cy="165415"/>
                </a:xfrm>
                <a:custGeom>
                  <a:avLst/>
                  <a:gdLst>
                    <a:gd name="connsiteX0" fmla="*/ 26 w 235815"/>
                    <a:gd name="connsiteY0" fmla="*/ 28827 h 165415"/>
                    <a:gd name="connsiteX1" fmla="*/ 7646 w 235815"/>
                    <a:gd name="connsiteY1" fmla="*/ 53211 h 165415"/>
                    <a:gd name="connsiteX2" fmla="*/ 10408 w 235815"/>
                    <a:gd name="connsiteY2" fmla="*/ 119886 h 165415"/>
                    <a:gd name="connsiteX3" fmla="*/ 51842 w 235815"/>
                    <a:gd name="connsiteY3" fmla="*/ 158938 h 165415"/>
                    <a:gd name="connsiteX4" fmla="*/ 110421 w 235815"/>
                    <a:gd name="connsiteY4" fmla="*/ 165415 h 165415"/>
                    <a:gd name="connsiteX5" fmla="*/ 223863 w 235815"/>
                    <a:gd name="connsiteY5" fmla="*/ 147508 h 165415"/>
                    <a:gd name="connsiteX6" fmla="*/ 235007 w 235815"/>
                    <a:gd name="connsiteY6" fmla="*/ 130173 h 165415"/>
                    <a:gd name="connsiteX7" fmla="*/ 230531 w 235815"/>
                    <a:gd name="connsiteY7" fmla="*/ 125410 h 165415"/>
                    <a:gd name="connsiteX8" fmla="*/ 147187 w 235815"/>
                    <a:gd name="connsiteY8" fmla="*/ 96931 h 165415"/>
                    <a:gd name="connsiteX9" fmla="*/ 84703 w 235815"/>
                    <a:gd name="connsiteY9" fmla="*/ 57402 h 165415"/>
                    <a:gd name="connsiteX10" fmla="*/ 70511 w 235815"/>
                    <a:gd name="connsiteY10" fmla="*/ 7205 h 165415"/>
                    <a:gd name="connsiteX11" fmla="*/ 26 w 235815"/>
                    <a:gd name="connsiteY11" fmla="*/ 28827 h 165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5815" h="165415">
                      <a:moveTo>
                        <a:pt x="26" y="28827"/>
                      </a:moveTo>
                      <a:cubicBezTo>
                        <a:pt x="312" y="37399"/>
                        <a:pt x="5169" y="45019"/>
                        <a:pt x="7646" y="53211"/>
                      </a:cubicBezTo>
                      <a:cubicBezTo>
                        <a:pt x="14218" y="74642"/>
                        <a:pt x="4217" y="98359"/>
                        <a:pt x="10408" y="119886"/>
                      </a:cubicBezTo>
                      <a:cubicBezTo>
                        <a:pt x="15838" y="138840"/>
                        <a:pt x="33172" y="152556"/>
                        <a:pt x="51842" y="158938"/>
                      </a:cubicBezTo>
                      <a:cubicBezTo>
                        <a:pt x="70511" y="165320"/>
                        <a:pt x="90704" y="165415"/>
                        <a:pt x="110421" y="165415"/>
                      </a:cubicBezTo>
                      <a:cubicBezTo>
                        <a:pt x="149092" y="165415"/>
                        <a:pt x="189287" y="164653"/>
                        <a:pt x="223863" y="147508"/>
                      </a:cubicBezTo>
                      <a:cubicBezTo>
                        <a:pt x="230721" y="144079"/>
                        <a:pt x="238341" y="137030"/>
                        <a:pt x="235007" y="130173"/>
                      </a:cubicBezTo>
                      <a:cubicBezTo>
                        <a:pt x="234055" y="128172"/>
                        <a:pt x="232341" y="126744"/>
                        <a:pt x="230531" y="125410"/>
                      </a:cubicBezTo>
                      <a:cubicBezTo>
                        <a:pt x="206623" y="106932"/>
                        <a:pt x="176334" y="101407"/>
                        <a:pt x="147187" y="96931"/>
                      </a:cubicBezTo>
                      <a:cubicBezTo>
                        <a:pt x="119184" y="92644"/>
                        <a:pt x="84227" y="93978"/>
                        <a:pt x="84703" y="57402"/>
                      </a:cubicBezTo>
                      <a:cubicBezTo>
                        <a:pt x="84989" y="33589"/>
                        <a:pt x="96895" y="19397"/>
                        <a:pt x="70511" y="7205"/>
                      </a:cubicBezTo>
                      <a:cubicBezTo>
                        <a:pt x="49651" y="-2511"/>
                        <a:pt x="-1308" y="-8035"/>
                        <a:pt x="26" y="2882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31" name="Forme libre : forme 16530">
                  <a:extLst>
                    <a:ext uri="{FF2B5EF4-FFF2-40B4-BE49-F238E27FC236}">
                      <a16:creationId xmlns:a16="http://schemas.microsoft.com/office/drawing/2014/main" id="{58072395-351B-491E-848D-58950C510FA0}"/>
                    </a:ext>
                  </a:extLst>
                </p:cNvPr>
                <p:cNvSpPr/>
                <p:nvPr/>
              </p:nvSpPr>
              <p:spPr>
                <a:xfrm>
                  <a:off x="6031940" y="5370127"/>
                  <a:ext cx="245332" cy="217118"/>
                </a:xfrm>
                <a:custGeom>
                  <a:avLst/>
                  <a:gdLst>
                    <a:gd name="connsiteX0" fmla="*/ 115117 w 245332"/>
                    <a:gd name="connsiteY0" fmla="*/ 69409 h 217118"/>
                    <a:gd name="connsiteX1" fmla="*/ 49490 w 245332"/>
                    <a:gd name="connsiteY1" fmla="*/ 119892 h 217118"/>
                    <a:gd name="connsiteX2" fmla="*/ 436 w 245332"/>
                    <a:gd name="connsiteY2" fmla="*/ 183995 h 217118"/>
                    <a:gd name="connsiteX3" fmla="*/ 1865 w 245332"/>
                    <a:gd name="connsiteY3" fmla="*/ 199330 h 217118"/>
                    <a:gd name="connsiteX4" fmla="*/ 16343 w 245332"/>
                    <a:gd name="connsiteY4" fmla="*/ 212380 h 217118"/>
                    <a:gd name="connsiteX5" fmla="*/ 77208 w 245332"/>
                    <a:gd name="connsiteY5" fmla="*/ 209236 h 217118"/>
                    <a:gd name="connsiteX6" fmla="*/ 135596 w 245332"/>
                    <a:gd name="connsiteY6" fmla="*/ 187043 h 217118"/>
                    <a:gd name="connsiteX7" fmla="*/ 179316 w 245332"/>
                    <a:gd name="connsiteY7" fmla="*/ 181328 h 217118"/>
                    <a:gd name="connsiteX8" fmla="*/ 232275 w 245332"/>
                    <a:gd name="connsiteY8" fmla="*/ 40834 h 217118"/>
                    <a:gd name="connsiteX9" fmla="*/ 179792 w 245332"/>
                    <a:gd name="connsiteY9" fmla="*/ 353 h 217118"/>
                    <a:gd name="connsiteX10" fmla="*/ 115117 w 245332"/>
                    <a:gd name="connsiteY10" fmla="*/ 69409 h 217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5332" h="217118">
                      <a:moveTo>
                        <a:pt x="115117" y="69409"/>
                      </a:moveTo>
                      <a:cubicBezTo>
                        <a:pt x="97972" y="91221"/>
                        <a:pt x="72445" y="104271"/>
                        <a:pt x="49490" y="119892"/>
                      </a:cubicBezTo>
                      <a:cubicBezTo>
                        <a:pt x="26535" y="135513"/>
                        <a:pt x="4246" y="156563"/>
                        <a:pt x="436" y="183995"/>
                      </a:cubicBezTo>
                      <a:cubicBezTo>
                        <a:pt x="-326" y="189139"/>
                        <a:pt x="-230" y="194567"/>
                        <a:pt x="1865" y="199330"/>
                      </a:cubicBezTo>
                      <a:cubicBezTo>
                        <a:pt x="4532" y="205426"/>
                        <a:pt x="10247" y="209617"/>
                        <a:pt x="16343" y="212380"/>
                      </a:cubicBezTo>
                      <a:cubicBezTo>
                        <a:pt x="35393" y="220952"/>
                        <a:pt x="57682" y="216666"/>
                        <a:pt x="77208" y="209236"/>
                      </a:cubicBezTo>
                      <a:cubicBezTo>
                        <a:pt x="96734" y="201807"/>
                        <a:pt x="115213" y="191234"/>
                        <a:pt x="135596" y="187043"/>
                      </a:cubicBezTo>
                      <a:cubicBezTo>
                        <a:pt x="149978" y="184090"/>
                        <a:pt x="164933" y="184471"/>
                        <a:pt x="179316" y="181328"/>
                      </a:cubicBezTo>
                      <a:cubicBezTo>
                        <a:pt x="247420" y="166755"/>
                        <a:pt x="258468" y="95699"/>
                        <a:pt x="232275" y="40834"/>
                      </a:cubicBezTo>
                      <a:cubicBezTo>
                        <a:pt x="222464" y="20355"/>
                        <a:pt x="205509" y="-3171"/>
                        <a:pt x="179792" y="353"/>
                      </a:cubicBezTo>
                      <a:cubicBezTo>
                        <a:pt x="145026" y="5211"/>
                        <a:pt x="133596" y="45787"/>
                        <a:pt x="115117" y="6940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32" name="Forme libre : forme 16531">
                  <a:extLst>
                    <a:ext uri="{FF2B5EF4-FFF2-40B4-BE49-F238E27FC236}">
                      <a16:creationId xmlns:a16="http://schemas.microsoft.com/office/drawing/2014/main" id="{9894C5E4-D244-42AD-A812-4A15D44FB6FB}"/>
                    </a:ext>
                  </a:extLst>
                </p:cNvPr>
                <p:cNvSpPr/>
                <p:nvPr/>
              </p:nvSpPr>
              <p:spPr>
                <a:xfrm>
                  <a:off x="6140880" y="5203952"/>
                  <a:ext cx="116149" cy="123220"/>
                </a:xfrm>
                <a:custGeom>
                  <a:avLst/>
                  <a:gdLst>
                    <a:gd name="connsiteX0" fmla="*/ 368 w 116149"/>
                    <a:gd name="connsiteY0" fmla="*/ 97186 h 123220"/>
                    <a:gd name="connsiteX1" fmla="*/ 8274 w 116149"/>
                    <a:gd name="connsiteY1" fmla="*/ 115474 h 123220"/>
                    <a:gd name="connsiteX2" fmla="*/ 28943 w 116149"/>
                    <a:gd name="connsiteY2" fmla="*/ 118236 h 123220"/>
                    <a:gd name="connsiteX3" fmla="*/ 43421 w 116149"/>
                    <a:gd name="connsiteY3" fmla="*/ 122999 h 123220"/>
                    <a:gd name="connsiteX4" fmla="*/ 72282 w 116149"/>
                    <a:gd name="connsiteY4" fmla="*/ 109092 h 123220"/>
                    <a:gd name="connsiteX5" fmla="*/ 115240 w 116149"/>
                    <a:gd name="connsiteY5" fmla="*/ 65563 h 123220"/>
                    <a:gd name="connsiteX6" fmla="*/ 70281 w 116149"/>
                    <a:gd name="connsiteY6" fmla="*/ 8032 h 123220"/>
                    <a:gd name="connsiteX7" fmla="*/ 368 w 116149"/>
                    <a:gd name="connsiteY7" fmla="*/ 97186 h 123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6149" h="123220">
                      <a:moveTo>
                        <a:pt x="368" y="97186"/>
                      </a:moveTo>
                      <a:cubicBezTo>
                        <a:pt x="940" y="104044"/>
                        <a:pt x="2368" y="111855"/>
                        <a:pt x="8274" y="115474"/>
                      </a:cubicBezTo>
                      <a:cubicBezTo>
                        <a:pt x="14274" y="119189"/>
                        <a:pt x="22085" y="116807"/>
                        <a:pt x="28943" y="118236"/>
                      </a:cubicBezTo>
                      <a:cubicBezTo>
                        <a:pt x="33991" y="119284"/>
                        <a:pt x="38373" y="122237"/>
                        <a:pt x="43421" y="122999"/>
                      </a:cubicBezTo>
                      <a:cubicBezTo>
                        <a:pt x="54375" y="124713"/>
                        <a:pt x="63804" y="116140"/>
                        <a:pt x="72282" y="109092"/>
                      </a:cubicBezTo>
                      <a:cubicBezTo>
                        <a:pt x="88474" y="95757"/>
                        <a:pt x="122097" y="89947"/>
                        <a:pt x="115240" y="65563"/>
                      </a:cubicBezTo>
                      <a:cubicBezTo>
                        <a:pt x="109620" y="45656"/>
                        <a:pt x="87998" y="18605"/>
                        <a:pt x="70281" y="8032"/>
                      </a:cubicBezTo>
                      <a:cubicBezTo>
                        <a:pt x="12560" y="-26353"/>
                        <a:pt x="-2680" y="58419"/>
                        <a:pt x="368" y="9718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33" name="Forme libre : forme 16532">
                  <a:extLst>
                    <a:ext uri="{FF2B5EF4-FFF2-40B4-BE49-F238E27FC236}">
                      <a16:creationId xmlns:a16="http://schemas.microsoft.com/office/drawing/2014/main" id="{12B813E0-D709-4D2B-BD96-3294F048DBD3}"/>
                    </a:ext>
                  </a:extLst>
                </p:cNvPr>
                <p:cNvSpPr/>
                <p:nvPr/>
              </p:nvSpPr>
              <p:spPr>
                <a:xfrm>
                  <a:off x="6375862" y="5227810"/>
                  <a:ext cx="96810" cy="153522"/>
                </a:xfrm>
                <a:custGeom>
                  <a:avLst/>
                  <a:gdLst>
                    <a:gd name="connsiteX0" fmla="*/ 61517 w 96810"/>
                    <a:gd name="connsiteY0" fmla="*/ 557 h 153522"/>
                    <a:gd name="connsiteX1" fmla="*/ 29514 w 96810"/>
                    <a:gd name="connsiteY1" fmla="*/ 10368 h 153522"/>
                    <a:gd name="connsiteX2" fmla="*/ 10178 w 96810"/>
                    <a:gd name="connsiteY2" fmla="*/ 38657 h 153522"/>
                    <a:gd name="connsiteX3" fmla="*/ 3796 w 96810"/>
                    <a:gd name="connsiteY3" fmla="*/ 109238 h 153522"/>
                    <a:gd name="connsiteX4" fmla="*/ 55803 w 96810"/>
                    <a:gd name="connsiteY4" fmla="*/ 153434 h 153522"/>
                    <a:gd name="connsiteX5" fmla="*/ 91331 w 96810"/>
                    <a:gd name="connsiteY5" fmla="*/ 137527 h 153522"/>
                    <a:gd name="connsiteX6" fmla="*/ 86283 w 96810"/>
                    <a:gd name="connsiteY6" fmla="*/ 82091 h 153522"/>
                    <a:gd name="connsiteX7" fmla="*/ 67804 w 96810"/>
                    <a:gd name="connsiteY7" fmla="*/ 27608 h 153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6810" h="153522">
                      <a:moveTo>
                        <a:pt x="61517" y="557"/>
                      </a:moveTo>
                      <a:cubicBezTo>
                        <a:pt x="50183" y="-1634"/>
                        <a:pt x="38276" y="2843"/>
                        <a:pt x="29514" y="10368"/>
                      </a:cubicBezTo>
                      <a:cubicBezTo>
                        <a:pt x="20751" y="17893"/>
                        <a:pt x="14750" y="28084"/>
                        <a:pt x="10178" y="38657"/>
                      </a:cubicBezTo>
                      <a:cubicBezTo>
                        <a:pt x="558" y="60850"/>
                        <a:pt x="-3633" y="86282"/>
                        <a:pt x="3796" y="109238"/>
                      </a:cubicBezTo>
                      <a:cubicBezTo>
                        <a:pt x="11130" y="132288"/>
                        <a:pt x="31704" y="151814"/>
                        <a:pt x="55803" y="153434"/>
                      </a:cubicBezTo>
                      <a:cubicBezTo>
                        <a:pt x="69423" y="154291"/>
                        <a:pt x="83901" y="148957"/>
                        <a:pt x="91331" y="137527"/>
                      </a:cubicBezTo>
                      <a:cubicBezTo>
                        <a:pt x="101999" y="121239"/>
                        <a:pt x="95332" y="99332"/>
                        <a:pt x="86283" y="82091"/>
                      </a:cubicBezTo>
                      <a:cubicBezTo>
                        <a:pt x="77234" y="64756"/>
                        <a:pt x="65804" y="46944"/>
                        <a:pt x="67804" y="27608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34" name="Forme libre : forme 16533">
                  <a:extLst>
                    <a:ext uri="{FF2B5EF4-FFF2-40B4-BE49-F238E27FC236}">
                      <a16:creationId xmlns:a16="http://schemas.microsoft.com/office/drawing/2014/main" id="{9583B951-D9B4-4A39-B183-93AB2D50E278}"/>
                    </a:ext>
                  </a:extLst>
                </p:cNvPr>
                <p:cNvSpPr/>
                <p:nvPr/>
              </p:nvSpPr>
              <p:spPr>
                <a:xfrm>
                  <a:off x="6591222" y="5151705"/>
                  <a:ext cx="96811" cy="153522"/>
                </a:xfrm>
                <a:custGeom>
                  <a:avLst/>
                  <a:gdLst>
                    <a:gd name="connsiteX0" fmla="*/ 61518 w 96811"/>
                    <a:gd name="connsiteY0" fmla="*/ 557 h 153522"/>
                    <a:gd name="connsiteX1" fmla="*/ 29513 w 96811"/>
                    <a:gd name="connsiteY1" fmla="*/ 10368 h 153522"/>
                    <a:gd name="connsiteX2" fmla="*/ 10178 w 96811"/>
                    <a:gd name="connsiteY2" fmla="*/ 38657 h 153522"/>
                    <a:gd name="connsiteX3" fmla="*/ 3796 w 96811"/>
                    <a:gd name="connsiteY3" fmla="*/ 109238 h 153522"/>
                    <a:gd name="connsiteX4" fmla="*/ 55802 w 96811"/>
                    <a:gd name="connsiteY4" fmla="*/ 153433 h 153522"/>
                    <a:gd name="connsiteX5" fmla="*/ 91331 w 96811"/>
                    <a:gd name="connsiteY5" fmla="*/ 137527 h 153522"/>
                    <a:gd name="connsiteX6" fmla="*/ 86283 w 96811"/>
                    <a:gd name="connsiteY6" fmla="*/ 82091 h 153522"/>
                    <a:gd name="connsiteX7" fmla="*/ 67804 w 96811"/>
                    <a:gd name="connsiteY7" fmla="*/ 27608 h 153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6811" h="153522">
                      <a:moveTo>
                        <a:pt x="61518" y="557"/>
                      </a:moveTo>
                      <a:cubicBezTo>
                        <a:pt x="50183" y="-1634"/>
                        <a:pt x="38277" y="2843"/>
                        <a:pt x="29513" y="10368"/>
                      </a:cubicBezTo>
                      <a:cubicBezTo>
                        <a:pt x="20751" y="17893"/>
                        <a:pt x="14750" y="28084"/>
                        <a:pt x="10178" y="38657"/>
                      </a:cubicBezTo>
                      <a:cubicBezTo>
                        <a:pt x="558" y="60850"/>
                        <a:pt x="-3633" y="86282"/>
                        <a:pt x="3796" y="109238"/>
                      </a:cubicBezTo>
                      <a:cubicBezTo>
                        <a:pt x="11130" y="132288"/>
                        <a:pt x="31704" y="151814"/>
                        <a:pt x="55802" y="153433"/>
                      </a:cubicBezTo>
                      <a:cubicBezTo>
                        <a:pt x="69423" y="154291"/>
                        <a:pt x="83901" y="148957"/>
                        <a:pt x="91331" y="137527"/>
                      </a:cubicBezTo>
                      <a:cubicBezTo>
                        <a:pt x="101999" y="121239"/>
                        <a:pt x="95331" y="99331"/>
                        <a:pt x="86283" y="82091"/>
                      </a:cubicBezTo>
                      <a:cubicBezTo>
                        <a:pt x="77234" y="64755"/>
                        <a:pt x="65804" y="46944"/>
                        <a:pt x="67804" y="27608"/>
                      </a:cubicBezTo>
                    </a:path>
                  </a:pathLst>
                </a:custGeom>
                <a:solidFill>
                  <a:srgbClr val="EDD7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35" name="Forme libre : forme 16534">
                  <a:extLst>
                    <a:ext uri="{FF2B5EF4-FFF2-40B4-BE49-F238E27FC236}">
                      <a16:creationId xmlns:a16="http://schemas.microsoft.com/office/drawing/2014/main" id="{BA3196D0-A48A-44F2-A635-E64A88B93B88}"/>
                    </a:ext>
                  </a:extLst>
                </p:cNvPr>
                <p:cNvSpPr/>
                <p:nvPr/>
              </p:nvSpPr>
              <p:spPr>
                <a:xfrm>
                  <a:off x="6412035" y="5437552"/>
                  <a:ext cx="94665" cy="180731"/>
                </a:xfrm>
                <a:custGeom>
                  <a:avLst/>
                  <a:gdLst>
                    <a:gd name="connsiteX0" fmla="*/ 7152 w 94665"/>
                    <a:gd name="connsiteY0" fmla="*/ 123619 h 180731"/>
                    <a:gd name="connsiteX1" fmla="*/ 44680 w 94665"/>
                    <a:gd name="connsiteY1" fmla="*/ 174102 h 180731"/>
                    <a:gd name="connsiteX2" fmla="*/ 55158 w 94665"/>
                    <a:gd name="connsiteY2" fmla="*/ 180674 h 180731"/>
                    <a:gd name="connsiteX3" fmla="*/ 70874 w 94665"/>
                    <a:gd name="connsiteY3" fmla="*/ 162005 h 180731"/>
                    <a:gd name="connsiteX4" fmla="*/ 74112 w 94665"/>
                    <a:gd name="connsiteY4" fmla="*/ 2366 h 180731"/>
                    <a:gd name="connsiteX5" fmla="*/ 14772 w 94665"/>
                    <a:gd name="connsiteY5" fmla="*/ 38465 h 180731"/>
                    <a:gd name="connsiteX6" fmla="*/ 7152 w 94665"/>
                    <a:gd name="connsiteY6" fmla="*/ 123619 h 180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665" h="180731">
                      <a:moveTo>
                        <a:pt x="7152" y="123619"/>
                      </a:moveTo>
                      <a:cubicBezTo>
                        <a:pt x="15248" y="143145"/>
                        <a:pt x="29917" y="159052"/>
                        <a:pt x="44680" y="174102"/>
                      </a:cubicBezTo>
                      <a:cubicBezTo>
                        <a:pt x="47633" y="177149"/>
                        <a:pt x="50967" y="180293"/>
                        <a:pt x="55158" y="180674"/>
                      </a:cubicBezTo>
                      <a:cubicBezTo>
                        <a:pt x="64016" y="181626"/>
                        <a:pt x="68874" y="170672"/>
                        <a:pt x="70874" y="162005"/>
                      </a:cubicBezTo>
                      <a:cubicBezTo>
                        <a:pt x="77923" y="131144"/>
                        <a:pt x="118690" y="24749"/>
                        <a:pt x="74112" y="2366"/>
                      </a:cubicBezTo>
                      <a:cubicBezTo>
                        <a:pt x="51919" y="-8778"/>
                        <a:pt x="24773" y="22178"/>
                        <a:pt x="14772" y="38465"/>
                      </a:cubicBezTo>
                      <a:cubicBezTo>
                        <a:pt x="103" y="62183"/>
                        <a:pt x="-5802" y="97616"/>
                        <a:pt x="7152" y="12361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36" name="Forme libre : forme 16535">
                  <a:extLst>
                    <a:ext uri="{FF2B5EF4-FFF2-40B4-BE49-F238E27FC236}">
                      <a16:creationId xmlns:a16="http://schemas.microsoft.com/office/drawing/2014/main" id="{FC56909D-C299-41E9-9DE2-F5545737B067}"/>
                    </a:ext>
                  </a:extLst>
                </p:cNvPr>
                <p:cNvSpPr/>
                <p:nvPr/>
              </p:nvSpPr>
              <p:spPr>
                <a:xfrm>
                  <a:off x="6283261" y="5665946"/>
                  <a:ext cx="84300" cy="158087"/>
                </a:xfrm>
                <a:custGeom>
                  <a:avLst/>
                  <a:gdLst>
                    <a:gd name="connsiteX0" fmla="*/ 84300 w 84300"/>
                    <a:gd name="connsiteY0" fmla="*/ 0 h 158087"/>
                    <a:gd name="connsiteX1" fmla="*/ 8576 w 84300"/>
                    <a:gd name="connsiteY1" fmla="*/ 54007 h 158087"/>
                    <a:gd name="connsiteX2" fmla="*/ 99 w 84300"/>
                    <a:gd name="connsiteY2" fmla="*/ 90488 h 158087"/>
                    <a:gd name="connsiteX3" fmla="*/ 32770 w 84300"/>
                    <a:gd name="connsiteY3" fmla="*/ 150400 h 158087"/>
                    <a:gd name="connsiteX4" fmla="*/ 45724 w 84300"/>
                    <a:gd name="connsiteY4" fmla="*/ 158020 h 158087"/>
                    <a:gd name="connsiteX5" fmla="*/ 55915 w 84300"/>
                    <a:gd name="connsiteY5" fmla="*/ 148971 h 158087"/>
                    <a:gd name="connsiteX6" fmla="*/ 70774 w 84300"/>
                    <a:gd name="connsiteY6" fmla="*/ 94774 h 158087"/>
                    <a:gd name="connsiteX7" fmla="*/ 75728 w 84300"/>
                    <a:gd name="connsiteY7" fmla="*/ 29337 h 158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300" h="158087">
                      <a:moveTo>
                        <a:pt x="84300" y="0"/>
                      </a:moveTo>
                      <a:cubicBezTo>
                        <a:pt x="51630" y="286"/>
                        <a:pt x="22769" y="24575"/>
                        <a:pt x="8576" y="54007"/>
                      </a:cubicBezTo>
                      <a:cubicBezTo>
                        <a:pt x="3052" y="65342"/>
                        <a:pt x="-663" y="77915"/>
                        <a:pt x="99" y="90488"/>
                      </a:cubicBezTo>
                      <a:cubicBezTo>
                        <a:pt x="1528" y="113634"/>
                        <a:pt x="17530" y="132969"/>
                        <a:pt x="32770" y="150400"/>
                      </a:cubicBezTo>
                      <a:cubicBezTo>
                        <a:pt x="36199" y="154305"/>
                        <a:pt x="40580" y="158687"/>
                        <a:pt x="45724" y="158020"/>
                      </a:cubicBezTo>
                      <a:cubicBezTo>
                        <a:pt x="50391" y="157449"/>
                        <a:pt x="53534" y="153067"/>
                        <a:pt x="55915" y="148971"/>
                      </a:cubicBezTo>
                      <a:cubicBezTo>
                        <a:pt x="65250" y="132493"/>
                        <a:pt x="70394" y="113729"/>
                        <a:pt x="70774" y="94774"/>
                      </a:cubicBezTo>
                      <a:cubicBezTo>
                        <a:pt x="71251" y="72676"/>
                        <a:pt x="65536" y="48959"/>
                        <a:pt x="75728" y="29337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37" name="Forme libre : forme 16536">
                  <a:extLst>
                    <a:ext uri="{FF2B5EF4-FFF2-40B4-BE49-F238E27FC236}">
                      <a16:creationId xmlns:a16="http://schemas.microsoft.com/office/drawing/2014/main" id="{1AEB7C95-E867-4460-9E20-3D27F364A4A5}"/>
                    </a:ext>
                  </a:extLst>
                </p:cNvPr>
                <p:cNvSpPr/>
                <p:nvPr/>
              </p:nvSpPr>
              <p:spPr>
                <a:xfrm>
                  <a:off x="6431729" y="5677488"/>
                  <a:ext cx="98002" cy="142090"/>
                </a:xfrm>
                <a:custGeom>
                  <a:avLst/>
                  <a:gdLst>
                    <a:gd name="connsiteX0" fmla="*/ 93852 w 98002"/>
                    <a:gd name="connsiteY0" fmla="*/ 9604 h 142090"/>
                    <a:gd name="connsiteX1" fmla="*/ 55657 w 98002"/>
                    <a:gd name="connsiteY1" fmla="*/ 79 h 142090"/>
                    <a:gd name="connsiteX2" fmla="*/ 19462 w 98002"/>
                    <a:gd name="connsiteY2" fmla="*/ 12556 h 142090"/>
                    <a:gd name="connsiteX3" fmla="*/ 4603 w 98002"/>
                    <a:gd name="connsiteY3" fmla="*/ 63229 h 142090"/>
                    <a:gd name="connsiteX4" fmla="*/ 31 w 98002"/>
                    <a:gd name="connsiteY4" fmla="*/ 102092 h 142090"/>
                    <a:gd name="connsiteX5" fmla="*/ 15938 w 98002"/>
                    <a:gd name="connsiteY5" fmla="*/ 136286 h 142090"/>
                    <a:gd name="connsiteX6" fmla="*/ 58895 w 98002"/>
                    <a:gd name="connsiteY6" fmla="*/ 139239 h 142090"/>
                    <a:gd name="connsiteX7" fmla="*/ 92518 w 98002"/>
                    <a:gd name="connsiteY7" fmla="*/ 121142 h 142090"/>
                    <a:gd name="connsiteX8" fmla="*/ 97852 w 98002"/>
                    <a:gd name="connsiteY8" fmla="*/ 89709 h 142090"/>
                    <a:gd name="connsiteX9" fmla="*/ 95948 w 98002"/>
                    <a:gd name="connsiteY9" fmla="*/ 32749 h 142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8002" h="142090">
                      <a:moveTo>
                        <a:pt x="93852" y="9604"/>
                      </a:moveTo>
                      <a:cubicBezTo>
                        <a:pt x="81470" y="5222"/>
                        <a:pt x="68801" y="745"/>
                        <a:pt x="55657" y="79"/>
                      </a:cubicBezTo>
                      <a:cubicBezTo>
                        <a:pt x="42512" y="-588"/>
                        <a:pt x="28511" y="2936"/>
                        <a:pt x="19462" y="12556"/>
                      </a:cubicBezTo>
                      <a:cubicBezTo>
                        <a:pt x="7175" y="25606"/>
                        <a:pt x="6984" y="45418"/>
                        <a:pt x="4603" y="63229"/>
                      </a:cubicBezTo>
                      <a:cubicBezTo>
                        <a:pt x="2888" y="76183"/>
                        <a:pt x="-350" y="89042"/>
                        <a:pt x="31" y="102092"/>
                      </a:cubicBezTo>
                      <a:cubicBezTo>
                        <a:pt x="412" y="115141"/>
                        <a:pt x="5174" y="128952"/>
                        <a:pt x="15938" y="136286"/>
                      </a:cubicBezTo>
                      <a:cubicBezTo>
                        <a:pt x="28225" y="144573"/>
                        <a:pt x="44513" y="142478"/>
                        <a:pt x="58895" y="139239"/>
                      </a:cubicBezTo>
                      <a:cubicBezTo>
                        <a:pt x="71659" y="136381"/>
                        <a:pt x="85375" y="132095"/>
                        <a:pt x="92518" y="121142"/>
                      </a:cubicBezTo>
                      <a:cubicBezTo>
                        <a:pt x="98329" y="111997"/>
                        <a:pt x="98234" y="100472"/>
                        <a:pt x="97852" y="89709"/>
                      </a:cubicBezTo>
                      <a:cubicBezTo>
                        <a:pt x="97186" y="70754"/>
                        <a:pt x="96615" y="51704"/>
                        <a:pt x="95948" y="32749"/>
                      </a:cubicBezTo>
                    </a:path>
                  </a:pathLst>
                </a:custGeom>
                <a:solidFill>
                  <a:srgbClr val="F9E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38" name="Forme libre : forme 16537">
                  <a:extLst>
                    <a:ext uri="{FF2B5EF4-FFF2-40B4-BE49-F238E27FC236}">
                      <a16:creationId xmlns:a16="http://schemas.microsoft.com/office/drawing/2014/main" id="{3940F038-9BD2-4DE2-9D08-A72B905063E0}"/>
                    </a:ext>
                  </a:extLst>
                </p:cNvPr>
                <p:cNvSpPr/>
                <p:nvPr/>
              </p:nvSpPr>
              <p:spPr>
                <a:xfrm>
                  <a:off x="816315" y="5199557"/>
                  <a:ext cx="80770" cy="72509"/>
                </a:xfrm>
                <a:custGeom>
                  <a:avLst/>
                  <a:gdLst>
                    <a:gd name="connsiteX0" fmla="*/ 3125 w 80770"/>
                    <a:gd name="connsiteY0" fmla="*/ 46336 h 72509"/>
                    <a:gd name="connsiteX1" fmla="*/ 4173 w 80770"/>
                    <a:gd name="connsiteY1" fmla="*/ 69577 h 72509"/>
                    <a:gd name="connsiteX2" fmla="*/ 25413 w 80770"/>
                    <a:gd name="connsiteY2" fmla="*/ 69482 h 72509"/>
                    <a:gd name="connsiteX3" fmla="*/ 74944 w 80770"/>
                    <a:gd name="connsiteY3" fmla="*/ 8236 h 72509"/>
                    <a:gd name="connsiteX4" fmla="*/ 3125 w 80770"/>
                    <a:gd name="connsiteY4" fmla="*/ 46336 h 72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509">
                      <a:moveTo>
                        <a:pt x="3125" y="46336"/>
                      </a:moveTo>
                      <a:cubicBezTo>
                        <a:pt x="-304" y="53956"/>
                        <a:pt x="-2114" y="64148"/>
                        <a:pt x="4173" y="69577"/>
                      </a:cubicBezTo>
                      <a:cubicBezTo>
                        <a:pt x="9792" y="74435"/>
                        <a:pt x="18460" y="72435"/>
                        <a:pt x="25413" y="69482"/>
                      </a:cubicBezTo>
                      <a:cubicBezTo>
                        <a:pt x="43035" y="62053"/>
                        <a:pt x="98756" y="31477"/>
                        <a:pt x="74944" y="8236"/>
                      </a:cubicBezTo>
                      <a:cubicBezTo>
                        <a:pt x="48178" y="-17767"/>
                        <a:pt x="13031" y="24143"/>
                        <a:pt x="3125" y="4633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39" name="Forme libre : forme 16538">
                  <a:extLst>
                    <a:ext uri="{FF2B5EF4-FFF2-40B4-BE49-F238E27FC236}">
                      <a16:creationId xmlns:a16="http://schemas.microsoft.com/office/drawing/2014/main" id="{E9BE7FC8-6FF3-4B01-BD88-D0B2C50BF44A}"/>
                    </a:ext>
                  </a:extLst>
                </p:cNvPr>
                <p:cNvSpPr/>
                <p:nvPr/>
              </p:nvSpPr>
              <p:spPr>
                <a:xfrm>
                  <a:off x="950712" y="5427719"/>
                  <a:ext cx="80770" cy="72471"/>
                </a:xfrm>
                <a:custGeom>
                  <a:avLst/>
                  <a:gdLst>
                    <a:gd name="connsiteX0" fmla="*/ 3125 w 80770"/>
                    <a:gd name="connsiteY0" fmla="*/ 46298 h 72471"/>
                    <a:gd name="connsiteX1" fmla="*/ 4173 w 80770"/>
                    <a:gd name="connsiteY1" fmla="*/ 69539 h 72471"/>
                    <a:gd name="connsiteX2" fmla="*/ 25413 w 80770"/>
                    <a:gd name="connsiteY2" fmla="*/ 69444 h 72471"/>
                    <a:gd name="connsiteX3" fmla="*/ 74944 w 80770"/>
                    <a:gd name="connsiteY3" fmla="*/ 8198 h 72471"/>
                    <a:gd name="connsiteX4" fmla="*/ 3125 w 80770"/>
                    <a:gd name="connsiteY4" fmla="*/ 46298 h 7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1">
                      <a:moveTo>
                        <a:pt x="3125" y="46298"/>
                      </a:moveTo>
                      <a:cubicBezTo>
                        <a:pt x="-304" y="53918"/>
                        <a:pt x="-2114" y="64110"/>
                        <a:pt x="4173" y="69539"/>
                      </a:cubicBezTo>
                      <a:cubicBezTo>
                        <a:pt x="9792" y="74397"/>
                        <a:pt x="18460" y="72396"/>
                        <a:pt x="25413" y="69444"/>
                      </a:cubicBezTo>
                      <a:cubicBezTo>
                        <a:pt x="43035" y="62014"/>
                        <a:pt x="98756" y="31439"/>
                        <a:pt x="74944" y="8198"/>
                      </a:cubicBezTo>
                      <a:cubicBezTo>
                        <a:pt x="48274" y="-17710"/>
                        <a:pt x="13126" y="24104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40" name="Forme libre : forme 16539">
                  <a:extLst>
                    <a:ext uri="{FF2B5EF4-FFF2-40B4-BE49-F238E27FC236}">
                      <a16:creationId xmlns:a16="http://schemas.microsoft.com/office/drawing/2014/main" id="{A40E6C5E-EDBE-4BCE-944E-82AFA64CE96D}"/>
                    </a:ext>
                  </a:extLst>
                </p:cNvPr>
                <p:cNvSpPr/>
                <p:nvPr/>
              </p:nvSpPr>
              <p:spPr>
                <a:xfrm>
                  <a:off x="1305518" y="5450960"/>
                  <a:ext cx="80770" cy="72471"/>
                </a:xfrm>
                <a:custGeom>
                  <a:avLst/>
                  <a:gdLst>
                    <a:gd name="connsiteX0" fmla="*/ 3125 w 80770"/>
                    <a:gd name="connsiteY0" fmla="*/ 46298 h 72471"/>
                    <a:gd name="connsiteX1" fmla="*/ 4173 w 80770"/>
                    <a:gd name="connsiteY1" fmla="*/ 69539 h 72471"/>
                    <a:gd name="connsiteX2" fmla="*/ 25413 w 80770"/>
                    <a:gd name="connsiteY2" fmla="*/ 69444 h 72471"/>
                    <a:gd name="connsiteX3" fmla="*/ 74944 w 80770"/>
                    <a:gd name="connsiteY3" fmla="*/ 8198 h 72471"/>
                    <a:gd name="connsiteX4" fmla="*/ 3125 w 80770"/>
                    <a:gd name="connsiteY4" fmla="*/ 46298 h 7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1">
                      <a:moveTo>
                        <a:pt x="3125" y="46298"/>
                      </a:moveTo>
                      <a:cubicBezTo>
                        <a:pt x="-304" y="53918"/>
                        <a:pt x="-2114" y="64110"/>
                        <a:pt x="4173" y="69539"/>
                      </a:cubicBezTo>
                      <a:cubicBezTo>
                        <a:pt x="9792" y="74397"/>
                        <a:pt x="18460" y="72396"/>
                        <a:pt x="25413" y="69444"/>
                      </a:cubicBezTo>
                      <a:cubicBezTo>
                        <a:pt x="43035" y="62014"/>
                        <a:pt x="98756" y="31439"/>
                        <a:pt x="74944" y="8198"/>
                      </a:cubicBezTo>
                      <a:cubicBezTo>
                        <a:pt x="48178" y="-17710"/>
                        <a:pt x="13031" y="24104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41" name="Forme libre : forme 16540">
                  <a:extLst>
                    <a:ext uri="{FF2B5EF4-FFF2-40B4-BE49-F238E27FC236}">
                      <a16:creationId xmlns:a16="http://schemas.microsoft.com/office/drawing/2014/main" id="{1DEC9B49-AFA7-4106-85E9-381C1825C868}"/>
                    </a:ext>
                  </a:extLst>
                </p:cNvPr>
                <p:cNvSpPr/>
                <p:nvPr/>
              </p:nvSpPr>
              <p:spPr>
                <a:xfrm>
                  <a:off x="513610" y="5415051"/>
                  <a:ext cx="80770" cy="72471"/>
                </a:xfrm>
                <a:custGeom>
                  <a:avLst/>
                  <a:gdLst>
                    <a:gd name="connsiteX0" fmla="*/ 3125 w 80770"/>
                    <a:gd name="connsiteY0" fmla="*/ 46298 h 72471"/>
                    <a:gd name="connsiteX1" fmla="*/ 4173 w 80770"/>
                    <a:gd name="connsiteY1" fmla="*/ 69539 h 72471"/>
                    <a:gd name="connsiteX2" fmla="*/ 25414 w 80770"/>
                    <a:gd name="connsiteY2" fmla="*/ 69443 h 72471"/>
                    <a:gd name="connsiteX3" fmla="*/ 74943 w 80770"/>
                    <a:gd name="connsiteY3" fmla="*/ 8198 h 72471"/>
                    <a:gd name="connsiteX4" fmla="*/ 3125 w 80770"/>
                    <a:gd name="connsiteY4" fmla="*/ 46298 h 7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1">
                      <a:moveTo>
                        <a:pt x="3125" y="46298"/>
                      </a:moveTo>
                      <a:cubicBezTo>
                        <a:pt x="-304" y="53918"/>
                        <a:pt x="-2114" y="64109"/>
                        <a:pt x="4173" y="69539"/>
                      </a:cubicBezTo>
                      <a:cubicBezTo>
                        <a:pt x="9793" y="74397"/>
                        <a:pt x="18460" y="72396"/>
                        <a:pt x="25414" y="69443"/>
                      </a:cubicBezTo>
                      <a:cubicBezTo>
                        <a:pt x="43035" y="62014"/>
                        <a:pt x="98756" y="31439"/>
                        <a:pt x="74943" y="8198"/>
                      </a:cubicBezTo>
                      <a:cubicBezTo>
                        <a:pt x="48274" y="-17710"/>
                        <a:pt x="13031" y="24104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42" name="Forme libre : forme 16541">
                  <a:extLst>
                    <a:ext uri="{FF2B5EF4-FFF2-40B4-BE49-F238E27FC236}">
                      <a16:creationId xmlns:a16="http://schemas.microsoft.com/office/drawing/2014/main" id="{BC7CE377-68AB-4C0D-9F61-9D05FB1F0D15}"/>
                    </a:ext>
                  </a:extLst>
                </p:cNvPr>
                <p:cNvSpPr/>
                <p:nvPr/>
              </p:nvSpPr>
              <p:spPr>
                <a:xfrm>
                  <a:off x="1452966" y="5443435"/>
                  <a:ext cx="80770" cy="72471"/>
                </a:xfrm>
                <a:custGeom>
                  <a:avLst/>
                  <a:gdLst>
                    <a:gd name="connsiteX0" fmla="*/ 3125 w 80770"/>
                    <a:gd name="connsiteY0" fmla="*/ 46298 h 72471"/>
                    <a:gd name="connsiteX1" fmla="*/ 4173 w 80770"/>
                    <a:gd name="connsiteY1" fmla="*/ 69539 h 72471"/>
                    <a:gd name="connsiteX2" fmla="*/ 25413 w 80770"/>
                    <a:gd name="connsiteY2" fmla="*/ 69444 h 72471"/>
                    <a:gd name="connsiteX3" fmla="*/ 74943 w 80770"/>
                    <a:gd name="connsiteY3" fmla="*/ 8198 h 72471"/>
                    <a:gd name="connsiteX4" fmla="*/ 3125 w 80770"/>
                    <a:gd name="connsiteY4" fmla="*/ 46298 h 7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1">
                      <a:moveTo>
                        <a:pt x="3125" y="46298"/>
                      </a:moveTo>
                      <a:cubicBezTo>
                        <a:pt x="-304" y="53918"/>
                        <a:pt x="-2114" y="64109"/>
                        <a:pt x="4173" y="69539"/>
                      </a:cubicBezTo>
                      <a:cubicBezTo>
                        <a:pt x="9792" y="74396"/>
                        <a:pt x="18460" y="72397"/>
                        <a:pt x="25413" y="69444"/>
                      </a:cubicBezTo>
                      <a:cubicBezTo>
                        <a:pt x="43035" y="62014"/>
                        <a:pt x="98756" y="31439"/>
                        <a:pt x="74943" y="8198"/>
                      </a:cubicBezTo>
                      <a:cubicBezTo>
                        <a:pt x="48273" y="-17710"/>
                        <a:pt x="13031" y="24105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43" name="Forme libre : forme 16542">
                  <a:extLst>
                    <a:ext uri="{FF2B5EF4-FFF2-40B4-BE49-F238E27FC236}">
                      <a16:creationId xmlns:a16="http://schemas.microsoft.com/office/drawing/2014/main" id="{EE0175B3-232D-469E-9D1E-4FB7FAAF807A}"/>
                    </a:ext>
                  </a:extLst>
                </p:cNvPr>
                <p:cNvSpPr/>
                <p:nvPr/>
              </p:nvSpPr>
              <p:spPr>
                <a:xfrm>
                  <a:off x="1331046" y="5253373"/>
                  <a:ext cx="80770" cy="72509"/>
                </a:xfrm>
                <a:custGeom>
                  <a:avLst/>
                  <a:gdLst>
                    <a:gd name="connsiteX0" fmla="*/ 3125 w 80770"/>
                    <a:gd name="connsiteY0" fmla="*/ 46336 h 72509"/>
                    <a:gd name="connsiteX1" fmla="*/ 4173 w 80770"/>
                    <a:gd name="connsiteY1" fmla="*/ 69577 h 72509"/>
                    <a:gd name="connsiteX2" fmla="*/ 25413 w 80770"/>
                    <a:gd name="connsiteY2" fmla="*/ 69482 h 72509"/>
                    <a:gd name="connsiteX3" fmla="*/ 74943 w 80770"/>
                    <a:gd name="connsiteY3" fmla="*/ 8236 h 72509"/>
                    <a:gd name="connsiteX4" fmla="*/ 3125 w 80770"/>
                    <a:gd name="connsiteY4" fmla="*/ 46336 h 72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509">
                      <a:moveTo>
                        <a:pt x="3125" y="46336"/>
                      </a:moveTo>
                      <a:cubicBezTo>
                        <a:pt x="-304" y="53956"/>
                        <a:pt x="-2114" y="64148"/>
                        <a:pt x="4173" y="69577"/>
                      </a:cubicBezTo>
                      <a:cubicBezTo>
                        <a:pt x="9792" y="74435"/>
                        <a:pt x="18460" y="72435"/>
                        <a:pt x="25413" y="69482"/>
                      </a:cubicBezTo>
                      <a:cubicBezTo>
                        <a:pt x="43035" y="62052"/>
                        <a:pt x="98756" y="31477"/>
                        <a:pt x="74943" y="8236"/>
                      </a:cubicBezTo>
                      <a:cubicBezTo>
                        <a:pt x="48178" y="-17767"/>
                        <a:pt x="13031" y="24143"/>
                        <a:pt x="3125" y="4633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44" name="Forme libre : forme 16543">
                  <a:extLst>
                    <a:ext uri="{FF2B5EF4-FFF2-40B4-BE49-F238E27FC236}">
                      <a16:creationId xmlns:a16="http://schemas.microsoft.com/office/drawing/2014/main" id="{5DE6F255-63D1-4BB5-937A-AD7FCAC3A768}"/>
                    </a:ext>
                  </a:extLst>
                </p:cNvPr>
                <p:cNvSpPr/>
                <p:nvPr/>
              </p:nvSpPr>
              <p:spPr>
                <a:xfrm>
                  <a:off x="1632321" y="5207272"/>
                  <a:ext cx="80770" cy="72509"/>
                </a:xfrm>
                <a:custGeom>
                  <a:avLst/>
                  <a:gdLst>
                    <a:gd name="connsiteX0" fmla="*/ 3125 w 80770"/>
                    <a:gd name="connsiteY0" fmla="*/ 46336 h 72509"/>
                    <a:gd name="connsiteX1" fmla="*/ 4173 w 80770"/>
                    <a:gd name="connsiteY1" fmla="*/ 69577 h 72509"/>
                    <a:gd name="connsiteX2" fmla="*/ 25414 w 80770"/>
                    <a:gd name="connsiteY2" fmla="*/ 69482 h 72509"/>
                    <a:gd name="connsiteX3" fmla="*/ 74944 w 80770"/>
                    <a:gd name="connsiteY3" fmla="*/ 8236 h 72509"/>
                    <a:gd name="connsiteX4" fmla="*/ 3125 w 80770"/>
                    <a:gd name="connsiteY4" fmla="*/ 46336 h 72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509">
                      <a:moveTo>
                        <a:pt x="3125" y="46336"/>
                      </a:moveTo>
                      <a:cubicBezTo>
                        <a:pt x="-304" y="53956"/>
                        <a:pt x="-2114" y="64148"/>
                        <a:pt x="4173" y="69577"/>
                      </a:cubicBezTo>
                      <a:cubicBezTo>
                        <a:pt x="9793" y="74435"/>
                        <a:pt x="18460" y="72435"/>
                        <a:pt x="25414" y="69482"/>
                      </a:cubicBezTo>
                      <a:cubicBezTo>
                        <a:pt x="43035" y="62053"/>
                        <a:pt x="98756" y="31477"/>
                        <a:pt x="74944" y="8236"/>
                      </a:cubicBezTo>
                      <a:cubicBezTo>
                        <a:pt x="48178" y="-17767"/>
                        <a:pt x="13031" y="24143"/>
                        <a:pt x="3125" y="4633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45" name="Forme libre : forme 16544">
                  <a:extLst>
                    <a:ext uri="{FF2B5EF4-FFF2-40B4-BE49-F238E27FC236}">
                      <a16:creationId xmlns:a16="http://schemas.microsoft.com/office/drawing/2014/main" id="{C1318DB2-B0AA-40D6-9905-8F2E5AA1808A}"/>
                    </a:ext>
                  </a:extLst>
                </p:cNvPr>
                <p:cNvSpPr/>
                <p:nvPr/>
              </p:nvSpPr>
              <p:spPr>
                <a:xfrm>
                  <a:off x="1769767" y="5410193"/>
                  <a:ext cx="80770" cy="72470"/>
                </a:xfrm>
                <a:custGeom>
                  <a:avLst/>
                  <a:gdLst>
                    <a:gd name="connsiteX0" fmla="*/ 3125 w 80770"/>
                    <a:gd name="connsiteY0" fmla="*/ 46298 h 72470"/>
                    <a:gd name="connsiteX1" fmla="*/ 4173 w 80770"/>
                    <a:gd name="connsiteY1" fmla="*/ 69539 h 72470"/>
                    <a:gd name="connsiteX2" fmla="*/ 25413 w 80770"/>
                    <a:gd name="connsiteY2" fmla="*/ 69443 h 72470"/>
                    <a:gd name="connsiteX3" fmla="*/ 74943 w 80770"/>
                    <a:gd name="connsiteY3" fmla="*/ 8198 h 72470"/>
                    <a:gd name="connsiteX4" fmla="*/ 3125 w 80770"/>
                    <a:gd name="connsiteY4" fmla="*/ 46298 h 72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0">
                      <a:moveTo>
                        <a:pt x="3125" y="46298"/>
                      </a:moveTo>
                      <a:cubicBezTo>
                        <a:pt x="-304" y="53917"/>
                        <a:pt x="-2114" y="64109"/>
                        <a:pt x="4173" y="69539"/>
                      </a:cubicBezTo>
                      <a:cubicBezTo>
                        <a:pt x="9792" y="74396"/>
                        <a:pt x="18460" y="72396"/>
                        <a:pt x="25413" y="69443"/>
                      </a:cubicBezTo>
                      <a:cubicBezTo>
                        <a:pt x="43035" y="62014"/>
                        <a:pt x="98756" y="31439"/>
                        <a:pt x="74943" y="8198"/>
                      </a:cubicBezTo>
                      <a:cubicBezTo>
                        <a:pt x="48178" y="-17710"/>
                        <a:pt x="13031" y="24105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46" name="Forme libre : forme 16545">
                  <a:extLst>
                    <a:ext uri="{FF2B5EF4-FFF2-40B4-BE49-F238E27FC236}">
                      <a16:creationId xmlns:a16="http://schemas.microsoft.com/office/drawing/2014/main" id="{598655BA-6BA3-4359-B04A-6E8FD9B71CF7}"/>
                    </a:ext>
                  </a:extLst>
                </p:cNvPr>
                <p:cNvSpPr/>
                <p:nvPr/>
              </p:nvSpPr>
              <p:spPr>
                <a:xfrm>
                  <a:off x="2032657" y="5625553"/>
                  <a:ext cx="80770" cy="72471"/>
                </a:xfrm>
                <a:custGeom>
                  <a:avLst/>
                  <a:gdLst>
                    <a:gd name="connsiteX0" fmla="*/ 3125 w 80770"/>
                    <a:gd name="connsiteY0" fmla="*/ 46298 h 72471"/>
                    <a:gd name="connsiteX1" fmla="*/ 4173 w 80770"/>
                    <a:gd name="connsiteY1" fmla="*/ 69539 h 72471"/>
                    <a:gd name="connsiteX2" fmla="*/ 25414 w 80770"/>
                    <a:gd name="connsiteY2" fmla="*/ 69444 h 72471"/>
                    <a:gd name="connsiteX3" fmla="*/ 74943 w 80770"/>
                    <a:gd name="connsiteY3" fmla="*/ 8198 h 72471"/>
                    <a:gd name="connsiteX4" fmla="*/ 3125 w 80770"/>
                    <a:gd name="connsiteY4" fmla="*/ 46298 h 7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1">
                      <a:moveTo>
                        <a:pt x="3125" y="46298"/>
                      </a:moveTo>
                      <a:cubicBezTo>
                        <a:pt x="-304" y="53918"/>
                        <a:pt x="-2114" y="64110"/>
                        <a:pt x="4173" y="69539"/>
                      </a:cubicBezTo>
                      <a:cubicBezTo>
                        <a:pt x="9793" y="74396"/>
                        <a:pt x="18460" y="72397"/>
                        <a:pt x="25414" y="69444"/>
                      </a:cubicBezTo>
                      <a:cubicBezTo>
                        <a:pt x="43035" y="62014"/>
                        <a:pt x="98756" y="31439"/>
                        <a:pt x="74943" y="8198"/>
                      </a:cubicBezTo>
                      <a:cubicBezTo>
                        <a:pt x="48178" y="-17710"/>
                        <a:pt x="13031" y="24105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47" name="Forme libre : forme 16546">
                  <a:extLst>
                    <a:ext uri="{FF2B5EF4-FFF2-40B4-BE49-F238E27FC236}">
                      <a16:creationId xmlns:a16="http://schemas.microsoft.com/office/drawing/2014/main" id="{96700530-79AE-47A5-BF5B-CCDC22B7D504}"/>
                    </a:ext>
                  </a:extLst>
                </p:cNvPr>
                <p:cNvSpPr/>
                <p:nvPr/>
              </p:nvSpPr>
              <p:spPr>
                <a:xfrm>
                  <a:off x="588286" y="5641422"/>
                  <a:ext cx="80770" cy="72509"/>
                </a:xfrm>
                <a:custGeom>
                  <a:avLst/>
                  <a:gdLst>
                    <a:gd name="connsiteX0" fmla="*/ 3125 w 80770"/>
                    <a:gd name="connsiteY0" fmla="*/ 46336 h 72509"/>
                    <a:gd name="connsiteX1" fmla="*/ 4173 w 80770"/>
                    <a:gd name="connsiteY1" fmla="*/ 69577 h 72509"/>
                    <a:gd name="connsiteX2" fmla="*/ 25413 w 80770"/>
                    <a:gd name="connsiteY2" fmla="*/ 69482 h 72509"/>
                    <a:gd name="connsiteX3" fmla="*/ 74944 w 80770"/>
                    <a:gd name="connsiteY3" fmla="*/ 8236 h 72509"/>
                    <a:gd name="connsiteX4" fmla="*/ 3125 w 80770"/>
                    <a:gd name="connsiteY4" fmla="*/ 46336 h 72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509">
                      <a:moveTo>
                        <a:pt x="3125" y="46336"/>
                      </a:moveTo>
                      <a:cubicBezTo>
                        <a:pt x="-304" y="53956"/>
                        <a:pt x="-2114" y="64148"/>
                        <a:pt x="4173" y="69577"/>
                      </a:cubicBezTo>
                      <a:cubicBezTo>
                        <a:pt x="9792" y="74435"/>
                        <a:pt x="18460" y="72435"/>
                        <a:pt x="25413" y="69482"/>
                      </a:cubicBezTo>
                      <a:cubicBezTo>
                        <a:pt x="43035" y="62052"/>
                        <a:pt x="98756" y="31477"/>
                        <a:pt x="74944" y="8236"/>
                      </a:cubicBezTo>
                      <a:cubicBezTo>
                        <a:pt x="48178" y="-17767"/>
                        <a:pt x="13031" y="24143"/>
                        <a:pt x="3125" y="4633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48" name="Forme libre : forme 16547">
                  <a:extLst>
                    <a:ext uri="{FF2B5EF4-FFF2-40B4-BE49-F238E27FC236}">
                      <a16:creationId xmlns:a16="http://schemas.microsoft.com/office/drawing/2014/main" id="{86E3B022-1F28-40D5-BF85-1A42DA274FA5}"/>
                    </a:ext>
                  </a:extLst>
                </p:cNvPr>
                <p:cNvSpPr/>
                <p:nvPr/>
              </p:nvSpPr>
              <p:spPr>
                <a:xfrm>
                  <a:off x="304822" y="5680989"/>
                  <a:ext cx="80770" cy="72471"/>
                </a:xfrm>
                <a:custGeom>
                  <a:avLst/>
                  <a:gdLst>
                    <a:gd name="connsiteX0" fmla="*/ 3125 w 80770"/>
                    <a:gd name="connsiteY0" fmla="*/ 46298 h 72471"/>
                    <a:gd name="connsiteX1" fmla="*/ 4173 w 80770"/>
                    <a:gd name="connsiteY1" fmla="*/ 69539 h 72471"/>
                    <a:gd name="connsiteX2" fmla="*/ 25414 w 80770"/>
                    <a:gd name="connsiteY2" fmla="*/ 69443 h 72471"/>
                    <a:gd name="connsiteX3" fmla="*/ 74943 w 80770"/>
                    <a:gd name="connsiteY3" fmla="*/ 8198 h 72471"/>
                    <a:gd name="connsiteX4" fmla="*/ 3125 w 80770"/>
                    <a:gd name="connsiteY4" fmla="*/ 46298 h 7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70" h="72471">
                      <a:moveTo>
                        <a:pt x="3125" y="46298"/>
                      </a:moveTo>
                      <a:cubicBezTo>
                        <a:pt x="-304" y="53918"/>
                        <a:pt x="-2114" y="64109"/>
                        <a:pt x="4173" y="69539"/>
                      </a:cubicBezTo>
                      <a:cubicBezTo>
                        <a:pt x="9793" y="74396"/>
                        <a:pt x="18460" y="72397"/>
                        <a:pt x="25414" y="69443"/>
                      </a:cubicBezTo>
                      <a:cubicBezTo>
                        <a:pt x="43035" y="62014"/>
                        <a:pt x="98756" y="31439"/>
                        <a:pt x="74943" y="8198"/>
                      </a:cubicBezTo>
                      <a:cubicBezTo>
                        <a:pt x="48178" y="-17710"/>
                        <a:pt x="13031" y="24105"/>
                        <a:pt x="3125" y="4629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49" name="Forme libre : forme 16548">
                  <a:extLst>
                    <a:ext uri="{FF2B5EF4-FFF2-40B4-BE49-F238E27FC236}">
                      <a16:creationId xmlns:a16="http://schemas.microsoft.com/office/drawing/2014/main" id="{53B3F783-D07D-40F9-A066-0B81FAA57080}"/>
                    </a:ext>
                  </a:extLst>
                </p:cNvPr>
                <p:cNvSpPr/>
                <p:nvPr/>
              </p:nvSpPr>
              <p:spPr>
                <a:xfrm>
                  <a:off x="1883631" y="5244372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6 h 84398"/>
                    <a:gd name="connsiteX7" fmla="*/ 68235 w 90940"/>
                    <a:gd name="connsiteY7" fmla="*/ 2855 h 84398"/>
                    <a:gd name="connsiteX8" fmla="*/ 28325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5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8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3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6" y="37526"/>
                      </a:cubicBezTo>
                      <a:cubicBezTo>
                        <a:pt x="95572" y="22666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5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50" name="Forme libre : forme 16549">
                  <a:extLst>
                    <a:ext uri="{FF2B5EF4-FFF2-40B4-BE49-F238E27FC236}">
                      <a16:creationId xmlns:a16="http://schemas.microsoft.com/office/drawing/2014/main" id="{CABA698A-BCE8-4118-850B-9E6C9372AC02}"/>
                    </a:ext>
                  </a:extLst>
                </p:cNvPr>
                <p:cNvSpPr/>
                <p:nvPr/>
              </p:nvSpPr>
              <p:spPr>
                <a:xfrm>
                  <a:off x="2141759" y="5260183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6 h 84398"/>
                    <a:gd name="connsiteX1" fmla="*/ 4132 w 90940"/>
                    <a:gd name="connsiteY1" fmla="*/ 40765 h 84398"/>
                    <a:gd name="connsiteX2" fmla="*/ 227 w 90940"/>
                    <a:gd name="connsiteY2" fmla="*/ 57719 h 84398"/>
                    <a:gd name="connsiteX3" fmla="*/ 12895 w 90940"/>
                    <a:gd name="connsiteY3" fmla="*/ 74674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6 h 84398"/>
                    <a:gd name="connsiteX7" fmla="*/ 68235 w 90940"/>
                    <a:gd name="connsiteY7" fmla="*/ 2855 h 84398"/>
                    <a:gd name="connsiteX8" fmla="*/ 28326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6"/>
                      </a:moveTo>
                      <a:cubicBezTo>
                        <a:pt x="17848" y="18476"/>
                        <a:pt x="9847" y="29144"/>
                        <a:pt x="4132" y="40765"/>
                      </a:cubicBezTo>
                      <a:cubicBezTo>
                        <a:pt x="1465" y="46099"/>
                        <a:pt x="-726" y="51909"/>
                        <a:pt x="227" y="57719"/>
                      </a:cubicBezTo>
                      <a:cubicBezTo>
                        <a:pt x="1370" y="64862"/>
                        <a:pt x="6990" y="70482"/>
                        <a:pt x="12895" y="74674"/>
                      </a:cubicBezTo>
                      <a:cubicBezTo>
                        <a:pt x="24801" y="83055"/>
                        <a:pt x="40899" y="87913"/>
                        <a:pt x="53852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7"/>
                        <a:pt x="87857" y="42098"/>
                        <a:pt x="89667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803" y="3331"/>
                        <a:pt x="28326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51" name="Forme libre : forme 16550">
                  <a:extLst>
                    <a:ext uri="{FF2B5EF4-FFF2-40B4-BE49-F238E27FC236}">
                      <a16:creationId xmlns:a16="http://schemas.microsoft.com/office/drawing/2014/main" id="{FBF41D11-8477-41D5-8F57-18130EDFD086}"/>
                    </a:ext>
                  </a:extLst>
                </p:cNvPr>
                <p:cNvSpPr/>
                <p:nvPr/>
              </p:nvSpPr>
              <p:spPr>
                <a:xfrm>
                  <a:off x="2442654" y="5603846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6 h 84398"/>
                    <a:gd name="connsiteX7" fmla="*/ 68235 w 90940"/>
                    <a:gd name="connsiteY7" fmla="*/ 2855 h 84398"/>
                    <a:gd name="connsiteX8" fmla="*/ 28325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5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89" y="70482"/>
                        <a:pt x="12895" y="74673"/>
                      </a:cubicBezTo>
                      <a:cubicBezTo>
                        <a:pt x="24801" y="83055"/>
                        <a:pt x="40898" y="87913"/>
                        <a:pt x="53852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6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803" y="3331"/>
                        <a:pt x="28325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52" name="Forme libre : forme 16551">
                  <a:extLst>
                    <a:ext uri="{FF2B5EF4-FFF2-40B4-BE49-F238E27FC236}">
                      <a16:creationId xmlns:a16="http://schemas.microsoft.com/office/drawing/2014/main" id="{CC2D0666-070D-4309-9E06-5CBD35CAAB64}"/>
                    </a:ext>
                  </a:extLst>
                </p:cNvPr>
                <p:cNvSpPr/>
                <p:nvPr/>
              </p:nvSpPr>
              <p:spPr>
                <a:xfrm>
                  <a:off x="2506090" y="5375817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6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6 h 84398"/>
                    <a:gd name="connsiteX7" fmla="*/ 68235 w 90940"/>
                    <a:gd name="connsiteY7" fmla="*/ 2855 h 84398"/>
                    <a:gd name="connsiteX8" fmla="*/ 28326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6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2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853" y="-4289"/>
                        <a:pt x="38708" y="3331"/>
                        <a:pt x="28326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53" name="Forme libre : forme 16552">
                  <a:extLst>
                    <a:ext uri="{FF2B5EF4-FFF2-40B4-BE49-F238E27FC236}">
                      <a16:creationId xmlns:a16="http://schemas.microsoft.com/office/drawing/2014/main" id="{2463979D-E516-46C0-83FC-2F6AE5165461}"/>
                    </a:ext>
                  </a:extLst>
                </p:cNvPr>
                <p:cNvSpPr/>
                <p:nvPr/>
              </p:nvSpPr>
              <p:spPr>
                <a:xfrm>
                  <a:off x="1671414" y="5611752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8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5 h 84398"/>
                    <a:gd name="connsiteX7" fmla="*/ 68235 w 90940"/>
                    <a:gd name="connsiteY7" fmla="*/ 2855 h 84398"/>
                    <a:gd name="connsiteX8" fmla="*/ 28325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5"/>
                      </a:moveTo>
                      <a:cubicBezTo>
                        <a:pt x="17848" y="18475"/>
                        <a:pt x="9847" y="29143"/>
                        <a:pt x="4132" y="40764"/>
                      </a:cubicBezTo>
                      <a:cubicBezTo>
                        <a:pt x="1465" y="46098"/>
                        <a:pt x="-726" y="51908"/>
                        <a:pt x="227" y="57718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3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6" y="37525"/>
                      </a:cubicBezTo>
                      <a:cubicBezTo>
                        <a:pt x="95572" y="22666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5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54" name="Forme libre : forme 16553">
                  <a:extLst>
                    <a:ext uri="{FF2B5EF4-FFF2-40B4-BE49-F238E27FC236}">
                      <a16:creationId xmlns:a16="http://schemas.microsoft.com/office/drawing/2014/main" id="{8AD270C4-571A-48BF-B454-DF7D353231CE}"/>
                    </a:ext>
                  </a:extLst>
                </p:cNvPr>
                <p:cNvSpPr/>
                <p:nvPr/>
              </p:nvSpPr>
              <p:spPr>
                <a:xfrm>
                  <a:off x="1460245" y="5677188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5 h 84398"/>
                    <a:gd name="connsiteX7" fmla="*/ 68235 w 90940"/>
                    <a:gd name="connsiteY7" fmla="*/ 2855 h 84398"/>
                    <a:gd name="connsiteX8" fmla="*/ 28326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5"/>
                      </a:moveTo>
                      <a:cubicBezTo>
                        <a:pt x="17848" y="18475"/>
                        <a:pt x="9847" y="29144"/>
                        <a:pt x="4132" y="40764"/>
                      </a:cubicBezTo>
                      <a:cubicBezTo>
                        <a:pt x="1465" y="46098"/>
                        <a:pt x="-726" y="51908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3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5"/>
                      </a:cubicBezTo>
                      <a:cubicBezTo>
                        <a:pt x="95572" y="22666"/>
                        <a:pt x="79665" y="9332"/>
                        <a:pt x="68235" y="2855"/>
                      </a:cubicBezTo>
                      <a:cubicBezTo>
                        <a:pt x="55948" y="-4289"/>
                        <a:pt x="38803" y="3331"/>
                        <a:pt x="28326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55" name="Forme libre : forme 16554">
                  <a:extLst>
                    <a:ext uri="{FF2B5EF4-FFF2-40B4-BE49-F238E27FC236}">
                      <a16:creationId xmlns:a16="http://schemas.microsoft.com/office/drawing/2014/main" id="{F09CA807-8DDE-41DB-BFEF-11B036CD7DA5}"/>
                    </a:ext>
                  </a:extLst>
                </p:cNvPr>
                <p:cNvSpPr/>
                <p:nvPr/>
              </p:nvSpPr>
              <p:spPr>
                <a:xfrm>
                  <a:off x="3174364" y="5404297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6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6 h 84398"/>
                    <a:gd name="connsiteX7" fmla="*/ 68235 w 90940"/>
                    <a:gd name="connsiteY7" fmla="*/ 2855 h 84398"/>
                    <a:gd name="connsiteX8" fmla="*/ 28326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6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2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803" y="3331"/>
                        <a:pt x="28326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56" name="Forme libre : forme 16555">
                  <a:extLst>
                    <a:ext uri="{FF2B5EF4-FFF2-40B4-BE49-F238E27FC236}">
                      <a16:creationId xmlns:a16="http://schemas.microsoft.com/office/drawing/2014/main" id="{AFB27257-3EB8-4169-9D96-04FD36BBDFC4}"/>
                    </a:ext>
                  </a:extLst>
                </p:cNvPr>
                <p:cNvSpPr/>
                <p:nvPr/>
              </p:nvSpPr>
              <p:spPr>
                <a:xfrm>
                  <a:off x="3172269" y="5668235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6 h 84398"/>
                    <a:gd name="connsiteX7" fmla="*/ 68235 w 90940"/>
                    <a:gd name="connsiteY7" fmla="*/ 2855 h 84398"/>
                    <a:gd name="connsiteX8" fmla="*/ 28326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5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8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2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6"/>
                      </a:cubicBezTo>
                      <a:cubicBezTo>
                        <a:pt x="95572" y="22666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6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57" name="Forme libre : forme 16556">
                  <a:extLst>
                    <a:ext uri="{FF2B5EF4-FFF2-40B4-BE49-F238E27FC236}">
                      <a16:creationId xmlns:a16="http://schemas.microsoft.com/office/drawing/2014/main" id="{2CE5E5C6-640F-4721-B185-A98A24A08918}"/>
                    </a:ext>
                  </a:extLst>
                </p:cNvPr>
                <p:cNvSpPr/>
                <p:nvPr/>
              </p:nvSpPr>
              <p:spPr>
                <a:xfrm>
                  <a:off x="3842733" y="5464495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6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6 h 84398"/>
                    <a:gd name="connsiteX7" fmla="*/ 68235 w 90940"/>
                    <a:gd name="connsiteY7" fmla="*/ 2855 h 84398"/>
                    <a:gd name="connsiteX8" fmla="*/ 28325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6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89" y="70482"/>
                        <a:pt x="12895" y="74673"/>
                      </a:cubicBezTo>
                      <a:cubicBezTo>
                        <a:pt x="24801" y="83055"/>
                        <a:pt x="40898" y="87913"/>
                        <a:pt x="53853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6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5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58" name="Forme libre : forme 16557">
                  <a:extLst>
                    <a:ext uri="{FF2B5EF4-FFF2-40B4-BE49-F238E27FC236}">
                      <a16:creationId xmlns:a16="http://schemas.microsoft.com/office/drawing/2014/main" id="{3F84F9AB-5E01-42D2-BCC9-8BAD2944867D}"/>
                    </a:ext>
                  </a:extLst>
                </p:cNvPr>
                <p:cNvSpPr/>
                <p:nvPr/>
              </p:nvSpPr>
              <p:spPr>
                <a:xfrm>
                  <a:off x="4094479" y="5504102"/>
                  <a:ext cx="90940" cy="84414"/>
                </a:xfrm>
                <a:custGeom>
                  <a:avLst/>
                  <a:gdLst>
                    <a:gd name="connsiteX0" fmla="*/ 28326 w 90940"/>
                    <a:gd name="connsiteY0" fmla="*/ 10872 h 84414"/>
                    <a:gd name="connsiteX1" fmla="*/ 4132 w 90940"/>
                    <a:gd name="connsiteY1" fmla="*/ 40781 h 84414"/>
                    <a:gd name="connsiteX2" fmla="*/ 227 w 90940"/>
                    <a:gd name="connsiteY2" fmla="*/ 57735 h 84414"/>
                    <a:gd name="connsiteX3" fmla="*/ 12895 w 90940"/>
                    <a:gd name="connsiteY3" fmla="*/ 74690 h 84414"/>
                    <a:gd name="connsiteX4" fmla="*/ 53853 w 90940"/>
                    <a:gd name="connsiteY4" fmla="*/ 81357 h 84414"/>
                    <a:gd name="connsiteX5" fmla="*/ 80999 w 90940"/>
                    <a:gd name="connsiteY5" fmla="*/ 49353 h 84414"/>
                    <a:gd name="connsiteX6" fmla="*/ 89667 w 90940"/>
                    <a:gd name="connsiteY6" fmla="*/ 37542 h 84414"/>
                    <a:gd name="connsiteX7" fmla="*/ 68235 w 90940"/>
                    <a:gd name="connsiteY7" fmla="*/ 2871 h 84414"/>
                    <a:gd name="connsiteX8" fmla="*/ 28326 w 90940"/>
                    <a:gd name="connsiteY8" fmla="*/ 10872 h 84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414">
                      <a:moveTo>
                        <a:pt x="28326" y="10872"/>
                      </a:moveTo>
                      <a:cubicBezTo>
                        <a:pt x="17848" y="18492"/>
                        <a:pt x="9847" y="29160"/>
                        <a:pt x="4132" y="40781"/>
                      </a:cubicBezTo>
                      <a:cubicBezTo>
                        <a:pt x="1465" y="46115"/>
                        <a:pt x="-726" y="51925"/>
                        <a:pt x="227" y="57735"/>
                      </a:cubicBezTo>
                      <a:cubicBezTo>
                        <a:pt x="1370" y="64879"/>
                        <a:pt x="6989" y="70499"/>
                        <a:pt x="12895" y="74690"/>
                      </a:cubicBezTo>
                      <a:cubicBezTo>
                        <a:pt x="24801" y="83072"/>
                        <a:pt x="40898" y="87930"/>
                        <a:pt x="53853" y="81357"/>
                      </a:cubicBezTo>
                      <a:cubicBezTo>
                        <a:pt x="66426" y="74975"/>
                        <a:pt x="71950" y="60212"/>
                        <a:pt x="80999" y="49353"/>
                      </a:cubicBezTo>
                      <a:cubicBezTo>
                        <a:pt x="84142" y="45543"/>
                        <a:pt x="87857" y="42114"/>
                        <a:pt x="89667" y="37542"/>
                      </a:cubicBezTo>
                      <a:cubicBezTo>
                        <a:pt x="95572" y="22683"/>
                        <a:pt x="79665" y="9348"/>
                        <a:pt x="68235" y="2871"/>
                      </a:cubicBezTo>
                      <a:cubicBezTo>
                        <a:pt x="55948" y="-4273"/>
                        <a:pt x="38803" y="3252"/>
                        <a:pt x="28326" y="1087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59" name="Forme libre : forme 16558">
                  <a:extLst>
                    <a:ext uri="{FF2B5EF4-FFF2-40B4-BE49-F238E27FC236}">
                      <a16:creationId xmlns:a16="http://schemas.microsoft.com/office/drawing/2014/main" id="{D1E9D8BA-A4C8-448B-8AF0-8BE78ED28538}"/>
                    </a:ext>
                  </a:extLst>
                </p:cNvPr>
                <p:cNvSpPr/>
                <p:nvPr/>
              </p:nvSpPr>
              <p:spPr>
                <a:xfrm>
                  <a:off x="3399250" y="5279180"/>
                  <a:ext cx="90940" cy="84356"/>
                </a:xfrm>
                <a:custGeom>
                  <a:avLst/>
                  <a:gdLst>
                    <a:gd name="connsiteX0" fmla="*/ 28325 w 90940"/>
                    <a:gd name="connsiteY0" fmla="*/ 10814 h 84356"/>
                    <a:gd name="connsiteX1" fmla="*/ 4132 w 90940"/>
                    <a:gd name="connsiteY1" fmla="*/ 40723 h 84356"/>
                    <a:gd name="connsiteX2" fmla="*/ 227 w 90940"/>
                    <a:gd name="connsiteY2" fmla="*/ 57677 h 84356"/>
                    <a:gd name="connsiteX3" fmla="*/ 12895 w 90940"/>
                    <a:gd name="connsiteY3" fmla="*/ 74632 h 84356"/>
                    <a:gd name="connsiteX4" fmla="*/ 53853 w 90940"/>
                    <a:gd name="connsiteY4" fmla="*/ 81299 h 84356"/>
                    <a:gd name="connsiteX5" fmla="*/ 80999 w 90940"/>
                    <a:gd name="connsiteY5" fmla="*/ 49295 h 84356"/>
                    <a:gd name="connsiteX6" fmla="*/ 89666 w 90940"/>
                    <a:gd name="connsiteY6" fmla="*/ 37484 h 84356"/>
                    <a:gd name="connsiteX7" fmla="*/ 68235 w 90940"/>
                    <a:gd name="connsiteY7" fmla="*/ 2813 h 84356"/>
                    <a:gd name="connsiteX8" fmla="*/ 28325 w 90940"/>
                    <a:gd name="connsiteY8" fmla="*/ 10814 h 8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56">
                      <a:moveTo>
                        <a:pt x="28325" y="10814"/>
                      </a:moveTo>
                      <a:cubicBezTo>
                        <a:pt x="17848" y="18434"/>
                        <a:pt x="9847" y="29102"/>
                        <a:pt x="4132" y="40723"/>
                      </a:cubicBezTo>
                      <a:cubicBezTo>
                        <a:pt x="1465" y="46057"/>
                        <a:pt x="-726" y="51867"/>
                        <a:pt x="227" y="57677"/>
                      </a:cubicBezTo>
                      <a:cubicBezTo>
                        <a:pt x="1370" y="64821"/>
                        <a:pt x="6989" y="70441"/>
                        <a:pt x="12895" y="74632"/>
                      </a:cubicBezTo>
                      <a:cubicBezTo>
                        <a:pt x="24801" y="83014"/>
                        <a:pt x="40898" y="87871"/>
                        <a:pt x="53853" y="81299"/>
                      </a:cubicBezTo>
                      <a:cubicBezTo>
                        <a:pt x="66425" y="74917"/>
                        <a:pt x="71950" y="60154"/>
                        <a:pt x="80999" y="49295"/>
                      </a:cubicBezTo>
                      <a:cubicBezTo>
                        <a:pt x="84142" y="45485"/>
                        <a:pt x="87857" y="42056"/>
                        <a:pt x="89666" y="37484"/>
                      </a:cubicBezTo>
                      <a:cubicBezTo>
                        <a:pt x="95572" y="22625"/>
                        <a:pt x="79665" y="9290"/>
                        <a:pt x="68235" y="2813"/>
                      </a:cubicBezTo>
                      <a:cubicBezTo>
                        <a:pt x="55948" y="-4235"/>
                        <a:pt x="38803" y="3290"/>
                        <a:pt x="28325" y="10814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60" name="Forme libre : forme 16559">
                  <a:extLst>
                    <a:ext uri="{FF2B5EF4-FFF2-40B4-BE49-F238E27FC236}">
                      <a16:creationId xmlns:a16="http://schemas.microsoft.com/office/drawing/2014/main" id="{8AB2F6B1-0D30-4517-A0EA-D03D8460C26E}"/>
                    </a:ext>
                  </a:extLst>
                </p:cNvPr>
                <p:cNvSpPr/>
                <p:nvPr/>
              </p:nvSpPr>
              <p:spPr>
                <a:xfrm>
                  <a:off x="3219799" y="5207415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6 h 84398"/>
                    <a:gd name="connsiteX7" fmla="*/ 68235 w 90940"/>
                    <a:gd name="connsiteY7" fmla="*/ 2855 h 84398"/>
                    <a:gd name="connsiteX8" fmla="*/ 28325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5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8"/>
                        <a:pt x="227" y="57719"/>
                      </a:cubicBezTo>
                      <a:cubicBezTo>
                        <a:pt x="1370" y="64862"/>
                        <a:pt x="6989" y="70482"/>
                        <a:pt x="12895" y="74673"/>
                      </a:cubicBezTo>
                      <a:cubicBezTo>
                        <a:pt x="24801" y="83055"/>
                        <a:pt x="40898" y="87913"/>
                        <a:pt x="53853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6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5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61" name="Forme libre : forme 16560">
                  <a:extLst>
                    <a:ext uri="{FF2B5EF4-FFF2-40B4-BE49-F238E27FC236}">
                      <a16:creationId xmlns:a16="http://schemas.microsoft.com/office/drawing/2014/main" id="{E9830A40-73E8-4380-A3EF-3A6511EC2086}"/>
                    </a:ext>
                  </a:extLst>
                </p:cNvPr>
                <p:cNvSpPr/>
                <p:nvPr/>
              </p:nvSpPr>
              <p:spPr>
                <a:xfrm>
                  <a:off x="3388677" y="5650804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6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6 h 84398"/>
                    <a:gd name="connsiteX7" fmla="*/ 68235 w 90940"/>
                    <a:gd name="connsiteY7" fmla="*/ 2855 h 84398"/>
                    <a:gd name="connsiteX8" fmla="*/ 28326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6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2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803" y="3331"/>
                        <a:pt x="28326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62" name="Forme libre : forme 16561">
                  <a:extLst>
                    <a:ext uri="{FF2B5EF4-FFF2-40B4-BE49-F238E27FC236}">
                      <a16:creationId xmlns:a16="http://schemas.microsoft.com/office/drawing/2014/main" id="{9E7C85E6-3D39-4C1B-AFFB-64F4004DBB74}"/>
                    </a:ext>
                  </a:extLst>
                </p:cNvPr>
                <p:cNvSpPr/>
                <p:nvPr/>
              </p:nvSpPr>
              <p:spPr>
                <a:xfrm>
                  <a:off x="4507007" y="5270756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6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3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6 h 84398"/>
                    <a:gd name="connsiteX7" fmla="*/ 68235 w 90940"/>
                    <a:gd name="connsiteY7" fmla="*/ 2855 h 84398"/>
                    <a:gd name="connsiteX8" fmla="*/ 28325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6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89" y="70482"/>
                        <a:pt x="12895" y="74673"/>
                      </a:cubicBezTo>
                      <a:cubicBezTo>
                        <a:pt x="24801" y="83055"/>
                        <a:pt x="40898" y="87913"/>
                        <a:pt x="53853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7"/>
                        <a:pt x="87856" y="42098"/>
                        <a:pt x="89666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853" y="-4289"/>
                        <a:pt x="38708" y="3331"/>
                        <a:pt x="28325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63" name="Forme libre : forme 16562">
                  <a:extLst>
                    <a:ext uri="{FF2B5EF4-FFF2-40B4-BE49-F238E27FC236}">
                      <a16:creationId xmlns:a16="http://schemas.microsoft.com/office/drawing/2014/main" id="{C308F6FA-66FF-45A1-989A-27A280480030}"/>
                    </a:ext>
                  </a:extLst>
                </p:cNvPr>
                <p:cNvSpPr/>
                <p:nvPr/>
              </p:nvSpPr>
              <p:spPr>
                <a:xfrm>
                  <a:off x="5061267" y="5300855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6 w 90940"/>
                    <a:gd name="connsiteY6" fmla="*/ 37526 h 84398"/>
                    <a:gd name="connsiteX7" fmla="*/ 68235 w 90940"/>
                    <a:gd name="connsiteY7" fmla="*/ 2855 h 84398"/>
                    <a:gd name="connsiteX8" fmla="*/ 28325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5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8"/>
                        <a:pt x="227" y="57719"/>
                      </a:cubicBezTo>
                      <a:cubicBezTo>
                        <a:pt x="1370" y="64862"/>
                        <a:pt x="6989" y="70482"/>
                        <a:pt x="12895" y="74673"/>
                      </a:cubicBezTo>
                      <a:cubicBezTo>
                        <a:pt x="24801" y="83055"/>
                        <a:pt x="40898" y="87913"/>
                        <a:pt x="53852" y="81341"/>
                      </a:cubicBezTo>
                      <a:cubicBezTo>
                        <a:pt x="66425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6" y="42098"/>
                        <a:pt x="89666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5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64" name="Forme libre : forme 16563">
                  <a:extLst>
                    <a:ext uri="{FF2B5EF4-FFF2-40B4-BE49-F238E27FC236}">
                      <a16:creationId xmlns:a16="http://schemas.microsoft.com/office/drawing/2014/main" id="{4AC3E2D4-B8C2-4223-9CF7-8A0DD8822698}"/>
                    </a:ext>
                  </a:extLst>
                </p:cNvPr>
                <p:cNvSpPr/>
                <p:nvPr/>
              </p:nvSpPr>
              <p:spPr>
                <a:xfrm>
                  <a:off x="5639339" y="5210559"/>
                  <a:ext cx="90940" cy="84398"/>
                </a:xfrm>
                <a:custGeom>
                  <a:avLst/>
                  <a:gdLst>
                    <a:gd name="connsiteX0" fmla="*/ 28325 w 90940"/>
                    <a:gd name="connsiteY0" fmla="*/ 10855 h 84398"/>
                    <a:gd name="connsiteX1" fmla="*/ 4132 w 90940"/>
                    <a:gd name="connsiteY1" fmla="*/ 40764 h 84398"/>
                    <a:gd name="connsiteX2" fmla="*/ 227 w 90940"/>
                    <a:gd name="connsiteY2" fmla="*/ 57718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6 h 84398"/>
                    <a:gd name="connsiteX6" fmla="*/ 89666 w 90940"/>
                    <a:gd name="connsiteY6" fmla="*/ 37525 h 84398"/>
                    <a:gd name="connsiteX7" fmla="*/ 68235 w 90940"/>
                    <a:gd name="connsiteY7" fmla="*/ 2855 h 84398"/>
                    <a:gd name="connsiteX8" fmla="*/ 28325 w 90940"/>
                    <a:gd name="connsiteY8" fmla="*/ 10855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5" y="10855"/>
                      </a:moveTo>
                      <a:cubicBezTo>
                        <a:pt x="17848" y="18475"/>
                        <a:pt x="9847" y="29143"/>
                        <a:pt x="4132" y="40764"/>
                      </a:cubicBezTo>
                      <a:cubicBezTo>
                        <a:pt x="1465" y="46098"/>
                        <a:pt x="-726" y="51908"/>
                        <a:pt x="227" y="57718"/>
                      </a:cubicBezTo>
                      <a:cubicBezTo>
                        <a:pt x="1370" y="64862"/>
                        <a:pt x="6989" y="70482"/>
                        <a:pt x="12895" y="74673"/>
                      </a:cubicBezTo>
                      <a:cubicBezTo>
                        <a:pt x="24801" y="83055"/>
                        <a:pt x="40898" y="87913"/>
                        <a:pt x="53852" y="81341"/>
                      </a:cubicBezTo>
                      <a:cubicBezTo>
                        <a:pt x="66425" y="74958"/>
                        <a:pt x="71950" y="60195"/>
                        <a:pt x="80999" y="49336"/>
                      </a:cubicBezTo>
                      <a:cubicBezTo>
                        <a:pt x="84142" y="45526"/>
                        <a:pt x="87856" y="42098"/>
                        <a:pt x="89666" y="37525"/>
                      </a:cubicBezTo>
                      <a:cubicBezTo>
                        <a:pt x="95572" y="22666"/>
                        <a:pt x="79665" y="9332"/>
                        <a:pt x="68235" y="2855"/>
                      </a:cubicBezTo>
                      <a:cubicBezTo>
                        <a:pt x="55948" y="-4289"/>
                        <a:pt x="38708" y="3331"/>
                        <a:pt x="28325" y="10855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65" name="Forme libre : forme 16564">
                  <a:extLst>
                    <a:ext uri="{FF2B5EF4-FFF2-40B4-BE49-F238E27FC236}">
                      <a16:creationId xmlns:a16="http://schemas.microsoft.com/office/drawing/2014/main" id="{3023892E-7B4C-467A-8A05-7C7E32558CC2}"/>
                    </a:ext>
                  </a:extLst>
                </p:cNvPr>
                <p:cNvSpPr/>
                <p:nvPr/>
              </p:nvSpPr>
              <p:spPr>
                <a:xfrm>
                  <a:off x="5881655" y="5247023"/>
                  <a:ext cx="90940" cy="84414"/>
                </a:xfrm>
                <a:custGeom>
                  <a:avLst/>
                  <a:gdLst>
                    <a:gd name="connsiteX0" fmla="*/ 28326 w 90940"/>
                    <a:gd name="connsiteY0" fmla="*/ 10872 h 84414"/>
                    <a:gd name="connsiteX1" fmla="*/ 4132 w 90940"/>
                    <a:gd name="connsiteY1" fmla="*/ 40781 h 84414"/>
                    <a:gd name="connsiteX2" fmla="*/ 227 w 90940"/>
                    <a:gd name="connsiteY2" fmla="*/ 57735 h 84414"/>
                    <a:gd name="connsiteX3" fmla="*/ 12895 w 90940"/>
                    <a:gd name="connsiteY3" fmla="*/ 74690 h 84414"/>
                    <a:gd name="connsiteX4" fmla="*/ 53852 w 90940"/>
                    <a:gd name="connsiteY4" fmla="*/ 81357 h 84414"/>
                    <a:gd name="connsiteX5" fmla="*/ 80999 w 90940"/>
                    <a:gd name="connsiteY5" fmla="*/ 49353 h 84414"/>
                    <a:gd name="connsiteX6" fmla="*/ 89667 w 90940"/>
                    <a:gd name="connsiteY6" fmla="*/ 37542 h 84414"/>
                    <a:gd name="connsiteX7" fmla="*/ 68235 w 90940"/>
                    <a:gd name="connsiteY7" fmla="*/ 2871 h 84414"/>
                    <a:gd name="connsiteX8" fmla="*/ 28326 w 90940"/>
                    <a:gd name="connsiteY8" fmla="*/ 10872 h 84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414">
                      <a:moveTo>
                        <a:pt x="28326" y="10872"/>
                      </a:moveTo>
                      <a:cubicBezTo>
                        <a:pt x="17848" y="18492"/>
                        <a:pt x="9847" y="29160"/>
                        <a:pt x="4132" y="40781"/>
                      </a:cubicBezTo>
                      <a:cubicBezTo>
                        <a:pt x="1465" y="46115"/>
                        <a:pt x="-726" y="51925"/>
                        <a:pt x="227" y="57735"/>
                      </a:cubicBezTo>
                      <a:cubicBezTo>
                        <a:pt x="1370" y="64879"/>
                        <a:pt x="6990" y="70499"/>
                        <a:pt x="12895" y="74690"/>
                      </a:cubicBezTo>
                      <a:cubicBezTo>
                        <a:pt x="24801" y="83072"/>
                        <a:pt x="40899" y="87929"/>
                        <a:pt x="53852" y="81357"/>
                      </a:cubicBezTo>
                      <a:cubicBezTo>
                        <a:pt x="66426" y="74975"/>
                        <a:pt x="71950" y="60212"/>
                        <a:pt x="80999" y="49353"/>
                      </a:cubicBezTo>
                      <a:cubicBezTo>
                        <a:pt x="84143" y="45543"/>
                        <a:pt x="87857" y="42114"/>
                        <a:pt x="89667" y="37542"/>
                      </a:cubicBezTo>
                      <a:cubicBezTo>
                        <a:pt x="95572" y="22683"/>
                        <a:pt x="79665" y="9348"/>
                        <a:pt x="68235" y="2871"/>
                      </a:cubicBezTo>
                      <a:cubicBezTo>
                        <a:pt x="55948" y="-4273"/>
                        <a:pt x="38708" y="3252"/>
                        <a:pt x="28326" y="1087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66" name="Forme libre : forme 16565">
                  <a:extLst>
                    <a:ext uri="{FF2B5EF4-FFF2-40B4-BE49-F238E27FC236}">
                      <a16:creationId xmlns:a16="http://schemas.microsoft.com/office/drawing/2014/main" id="{D5EF08DB-F0D5-44CF-B42F-2E2F8AD08291}"/>
                    </a:ext>
                  </a:extLst>
                </p:cNvPr>
                <p:cNvSpPr/>
                <p:nvPr/>
              </p:nvSpPr>
              <p:spPr>
                <a:xfrm>
                  <a:off x="6216840" y="5375817"/>
                  <a:ext cx="90940" cy="84398"/>
                </a:xfrm>
                <a:custGeom>
                  <a:avLst/>
                  <a:gdLst>
                    <a:gd name="connsiteX0" fmla="*/ 28326 w 90940"/>
                    <a:gd name="connsiteY0" fmla="*/ 10856 h 84398"/>
                    <a:gd name="connsiteX1" fmla="*/ 4132 w 90940"/>
                    <a:gd name="connsiteY1" fmla="*/ 40764 h 84398"/>
                    <a:gd name="connsiteX2" fmla="*/ 227 w 90940"/>
                    <a:gd name="connsiteY2" fmla="*/ 57719 h 84398"/>
                    <a:gd name="connsiteX3" fmla="*/ 12895 w 90940"/>
                    <a:gd name="connsiteY3" fmla="*/ 74673 h 84398"/>
                    <a:gd name="connsiteX4" fmla="*/ 53852 w 90940"/>
                    <a:gd name="connsiteY4" fmla="*/ 81341 h 84398"/>
                    <a:gd name="connsiteX5" fmla="*/ 80999 w 90940"/>
                    <a:gd name="connsiteY5" fmla="*/ 49337 h 84398"/>
                    <a:gd name="connsiteX6" fmla="*/ 89667 w 90940"/>
                    <a:gd name="connsiteY6" fmla="*/ 37526 h 84398"/>
                    <a:gd name="connsiteX7" fmla="*/ 68235 w 90940"/>
                    <a:gd name="connsiteY7" fmla="*/ 2855 h 84398"/>
                    <a:gd name="connsiteX8" fmla="*/ 28326 w 90940"/>
                    <a:gd name="connsiteY8" fmla="*/ 10856 h 8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940" h="84398">
                      <a:moveTo>
                        <a:pt x="28326" y="10856"/>
                      </a:moveTo>
                      <a:cubicBezTo>
                        <a:pt x="17848" y="18476"/>
                        <a:pt x="9847" y="29144"/>
                        <a:pt x="4132" y="40764"/>
                      </a:cubicBezTo>
                      <a:cubicBezTo>
                        <a:pt x="1465" y="46098"/>
                        <a:pt x="-726" y="51909"/>
                        <a:pt x="227" y="57719"/>
                      </a:cubicBezTo>
                      <a:cubicBezTo>
                        <a:pt x="1370" y="64862"/>
                        <a:pt x="6990" y="70482"/>
                        <a:pt x="12895" y="74673"/>
                      </a:cubicBezTo>
                      <a:cubicBezTo>
                        <a:pt x="24801" y="83055"/>
                        <a:pt x="40899" y="87913"/>
                        <a:pt x="53852" y="81341"/>
                      </a:cubicBezTo>
                      <a:cubicBezTo>
                        <a:pt x="66426" y="74959"/>
                        <a:pt x="71950" y="60195"/>
                        <a:pt x="80999" y="49337"/>
                      </a:cubicBezTo>
                      <a:cubicBezTo>
                        <a:pt x="84142" y="45526"/>
                        <a:pt x="87857" y="42098"/>
                        <a:pt x="89667" y="37526"/>
                      </a:cubicBezTo>
                      <a:cubicBezTo>
                        <a:pt x="95572" y="22667"/>
                        <a:pt x="79665" y="9332"/>
                        <a:pt x="68235" y="2855"/>
                      </a:cubicBezTo>
                      <a:cubicBezTo>
                        <a:pt x="55948" y="-4289"/>
                        <a:pt x="38803" y="3331"/>
                        <a:pt x="28326" y="1085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67" name="Forme libre : forme 16566">
                  <a:extLst>
                    <a:ext uri="{FF2B5EF4-FFF2-40B4-BE49-F238E27FC236}">
                      <a16:creationId xmlns:a16="http://schemas.microsoft.com/office/drawing/2014/main" id="{792E78F5-41AA-4F3E-98DD-EAF9EB1F5D82}"/>
                    </a:ext>
                  </a:extLst>
                </p:cNvPr>
                <p:cNvSpPr/>
                <p:nvPr/>
              </p:nvSpPr>
              <p:spPr>
                <a:xfrm>
                  <a:off x="702921" y="5437201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6" y="14242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68" name="Forme libre : forme 16567">
                  <a:extLst>
                    <a:ext uri="{FF2B5EF4-FFF2-40B4-BE49-F238E27FC236}">
                      <a16:creationId xmlns:a16="http://schemas.microsoft.com/office/drawing/2014/main" id="{D9C0D5B0-961F-4491-BC35-E695FE03560C}"/>
                    </a:ext>
                  </a:extLst>
                </p:cNvPr>
                <p:cNvSpPr/>
                <p:nvPr/>
              </p:nvSpPr>
              <p:spPr>
                <a:xfrm>
                  <a:off x="1104209" y="5268228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29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363" y="21480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69" name="Forme libre : forme 16568">
                  <a:extLst>
                    <a:ext uri="{FF2B5EF4-FFF2-40B4-BE49-F238E27FC236}">
                      <a16:creationId xmlns:a16="http://schemas.microsoft.com/office/drawing/2014/main" id="{5D38BD7D-C5EF-46DA-A5F3-F05C9A95551E}"/>
                    </a:ext>
                  </a:extLst>
                </p:cNvPr>
                <p:cNvSpPr/>
                <p:nvPr/>
              </p:nvSpPr>
              <p:spPr>
                <a:xfrm>
                  <a:off x="1230892" y="5616652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49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1"/>
                        <a:pt x="15458" y="21480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70" name="Forme libre : forme 16569">
                  <a:extLst>
                    <a:ext uri="{FF2B5EF4-FFF2-40B4-BE49-F238E27FC236}">
                      <a16:creationId xmlns:a16="http://schemas.microsoft.com/office/drawing/2014/main" id="{2504A277-AAE8-4796-983A-2C9576A0EE73}"/>
                    </a:ext>
                  </a:extLst>
                </p:cNvPr>
                <p:cNvSpPr/>
                <p:nvPr/>
              </p:nvSpPr>
              <p:spPr>
                <a:xfrm>
                  <a:off x="950000" y="5673707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8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8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8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29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6" y="14241"/>
                        <a:pt x="15458" y="21385"/>
                        <a:pt x="8791" y="3033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71" name="Forme libre : forme 16570">
                  <a:extLst>
                    <a:ext uri="{FF2B5EF4-FFF2-40B4-BE49-F238E27FC236}">
                      <a16:creationId xmlns:a16="http://schemas.microsoft.com/office/drawing/2014/main" id="{33431238-578E-4A70-A348-6A5929F6668E}"/>
                    </a:ext>
                  </a:extLst>
                </p:cNvPr>
                <p:cNvSpPr/>
                <p:nvPr/>
              </p:nvSpPr>
              <p:spPr>
                <a:xfrm>
                  <a:off x="2022705" y="5454061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8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8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8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29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6" y="14241"/>
                        <a:pt x="15458" y="21480"/>
                        <a:pt x="8791" y="3033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72" name="Forme libre : forme 16571">
                  <a:extLst>
                    <a:ext uri="{FF2B5EF4-FFF2-40B4-BE49-F238E27FC236}">
                      <a16:creationId xmlns:a16="http://schemas.microsoft.com/office/drawing/2014/main" id="{C74BC7E6-4C26-4948-B8B6-D8CF7C2E905A}"/>
                    </a:ext>
                  </a:extLst>
                </p:cNvPr>
                <p:cNvSpPr/>
                <p:nvPr/>
              </p:nvSpPr>
              <p:spPr>
                <a:xfrm>
                  <a:off x="2229683" y="5540643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30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30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458" y="21481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73" name="Forme libre : forme 16572">
                  <a:extLst>
                    <a:ext uri="{FF2B5EF4-FFF2-40B4-BE49-F238E27FC236}">
                      <a16:creationId xmlns:a16="http://schemas.microsoft.com/office/drawing/2014/main" id="{63D44B65-72DA-4D45-A0CC-BADA057A4FC4}"/>
                    </a:ext>
                  </a:extLst>
                </p:cNvPr>
                <p:cNvSpPr/>
                <p:nvPr/>
              </p:nvSpPr>
              <p:spPr>
                <a:xfrm>
                  <a:off x="2791373" y="5479397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458" y="21481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74" name="Forme libre : forme 16573">
                  <a:extLst>
                    <a:ext uri="{FF2B5EF4-FFF2-40B4-BE49-F238E27FC236}">
                      <a16:creationId xmlns:a16="http://schemas.microsoft.com/office/drawing/2014/main" id="{0CDE8D63-EEE9-4B6C-976E-08CB926DE162}"/>
                    </a:ext>
                  </a:extLst>
                </p:cNvPr>
                <p:cNvSpPr/>
                <p:nvPr/>
              </p:nvSpPr>
              <p:spPr>
                <a:xfrm>
                  <a:off x="2713268" y="5293564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30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30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458" y="21481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75" name="Forme libre : forme 16574">
                  <a:extLst>
                    <a:ext uri="{FF2B5EF4-FFF2-40B4-BE49-F238E27FC236}">
                      <a16:creationId xmlns:a16="http://schemas.microsoft.com/office/drawing/2014/main" id="{601E4BA0-BB19-4941-9085-59AC13452C64}"/>
                    </a:ext>
                  </a:extLst>
                </p:cNvPr>
                <p:cNvSpPr/>
                <p:nvPr/>
              </p:nvSpPr>
              <p:spPr>
                <a:xfrm>
                  <a:off x="2901196" y="5616652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49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1"/>
                        <a:pt x="15458" y="21480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76" name="Forme libre : forme 16575">
                  <a:extLst>
                    <a:ext uri="{FF2B5EF4-FFF2-40B4-BE49-F238E27FC236}">
                      <a16:creationId xmlns:a16="http://schemas.microsoft.com/office/drawing/2014/main" id="{D57FF8FD-CE67-450B-97A2-6002BB96CB80}"/>
                    </a:ext>
                  </a:extLst>
                </p:cNvPr>
                <p:cNvSpPr/>
                <p:nvPr/>
              </p:nvSpPr>
              <p:spPr>
                <a:xfrm>
                  <a:off x="3688818" y="5297850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146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77" name="Forme libre : forme 16576">
                  <a:extLst>
                    <a:ext uri="{FF2B5EF4-FFF2-40B4-BE49-F238E27FC236}">
                      <a16:creationId xmlns:a16="http://schemas.microsoft.com/office/drawing/2014/main" id="{52585EBA-6314-415F-9869-0D55EDAB070E}"/>
                    </a:ext>
                  </a:extLst>
                </p:cNvPr>
                <p:cNvSpPr/>
                <p:nvPr/>
              </p:nvSpPr>
              <p:spPr>
                <a:xfrm>
                  <a:off x="3610713" y="5639893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49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1"/>
                        <a:pt x="15458" y="21480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78" name="Forme libre : forme 16577">
                  <a:extLst>
                    <a:ext uri="{FF2B5EF4-FFF2-40B4-BE49-F238E27FC236}">
                      <a16:creationId xmlns:a16="http://schemas.microsoft.com/office/drawing/2014/main" id="{8818233C-0ADC-41EF-8AC8-1C5C9FE4AEA5}"/>
                    </a:ext>
                  </a:extLst>
                </p:cNvPr>
                <p:cNvSpPr/>
                <p:nvPr/>
              </p:nvSpPr>
              <p:spPr>
                <a:xfrm>
                  <a:off x="3990761" y="5321091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1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6" y="14146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79" name="Forme libre : forme 16578">
                  <a:extLst>
                    <a:ext uri="{FF2B5EF4-FFF2-40B4-BE49-F238E27FC236}">
                      <a16:creationId xmlns:a16="http://schemas.microsoft.com/office/drawing/2014/main" id="{2118B255-73DA-4AD3-B00F-A4A46729F6C7}"/>
                    </a:ext>
                  </a:extLst>
                </p:cNvPr>
                <p:cNvSpPr/>
                <p:nvPr/>
              </p:nvSpPr>
              <p:spPr>
                <a:xfrm>
                  <a:off x="4239935" y="5316805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30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30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7" y="14242"/>
                        <a:pt x="15458" y="21481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80" name="Forme libre : forme 16579">
                  <a:extLst>
                    <a:ext uri="{FF2B5EF4-FFF2-40B4-BE49-F238E27FC236}">
                      <a16:creationId xmlns:a16="http://schemas.microsoft.com/office/drawing/2014/main" id="{0D44C896-F62E-4176-AA26-2CB6192D51D9}"/>
                    </a:ext>
                  </a:extLst>
                </p:cNvPr>
                <p:cNvSpPr/>
                <p:nvPr/>
              </p:nvSpPr>
              <p:spPr>
                <a:xfrm>
                  <a:off x="4813244" y="5240891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8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6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8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8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29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6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7" y="14146"/>
                        <a:pt x="15459" y="21385"/>
                        <a:pt x="8791" y="3033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81" name="Forme libre : forme 16580">
                  <a:extLst>
                    <a:ext uri="{FF2B5EF4-FFF2-40B4-BE49-F238E27FC236}">
                      <a16:creationId xmlns:a16="http://schemas.microsoft.com/office/drawing/2014/main" id="{63A1AD5E-10A3-4E73-9BBA-B58A33834A6C}"/>
                    </a:ext>
                  </a:extLst>
                </p:cNvPr>
                <p:cNvSpPr/>
                <p:nvPr/>
              </p:nvSpPr>
              <p:spPr>
                <a:xfrm>
                  <a:off x="4771049" y="5433010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1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82" name="Forme libre : forme 16581">
                  <a:extLst>
                    <a:ext uri="{FF2B5EF4-FFF2-40B4-BE49-F238E27FC236}">
                      <a16:creationId xmlns:a16="http://schemas.microsoft.com/office/drawing/2014/main" id="{D1C75837-86E7-4F17-BC51-136B2B343E3F}"/>
                    </a:ext>
                  </a:extLst>
                </p:cNvPr>
                <p:cNvSpPr/>
                <p:nvPr/>
              </p:nvSpPr>
              <p:spPr>
                <a:xfrm>
                  <a:off x="5343311" y="5439297"/>
                  <a:ext cx="89916" cy="73192"/>
                </a:xfrm>
                <a:custGeom>
                  <a:avLst/>
                  <a:gdLst>
                    <a:gd name="connsiteX0" fmla="*/ 8790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49 h 73192"/>
                    <a:gd name="connsiteX7" fmla="*/ 34127 w 89916"/>
                    <a:gd name="connsiteY7" fmla="*/ 9193 h 73192"/>
                    <a:gd name="connsiteX8" fmla="*/ 8790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0" y="30339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29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3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1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1"/>
                        <a:pt x="15458" y="21480"/>
                        <a:pt x="8790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83" name="Forme libre : forme 16582">
                  <a:extLst>
                    <a:ext uri="{FF2B5EF4-FFF2-40B4-BE49-F238E27FC236}">
                      <a16:creationId xmlns:a16="http://schemas.microsoft.com/office/drawing/2014/main" id="{C9528966-6C84-462C-B102-0181F045A5CC}"/>
                    </a:ext>
                  </a:extLst>
                </p:cNvPr>
                <p:cNvSpPr/>
                <p:nvPr/>
              </p:nvSpPr>
              <p:spPr>
                <a:xfrm>
                  <a:off x="5721263" y="5494256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30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30"/>
                        <a:pt x="29936" y="68630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3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1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84" name="Forme libre : forme 16583">
                  <a:extLst>
                    <a:ext uri="{FF2B5EF4-FFF2-40B4-BE49-F238E27FC236}">
                      <a16:creationId xmlns:a16="http://schemas.microsoft.com/office/drawing/2014/main" id="{BD750C24-A7A6-4784-8664-A9E953C032F4}"/>
                    </a:ext>
                  </a:extLst>
                </p:cNvPr>
                <p:cNvSpPr/>
                <p:nvPr/>
              </p:nvSpPr>
              <p:spPr>
                <a:xfrm>
                  <a:off x="6021109" y="5684280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6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6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459" y="21481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85" name="Forme libre : forme 16584">
                  <a:extLst>
                    <a:ext uri="{FF2B5EF4-FFF2-40B4-BE49-F238E27FC236}">
                      <a16:creationId xmlns:a16="http://schemas.microsoft.com/office/drawing/2014/main" id="{EF2FC9B4-324D-41D1-8434-C3DC187DCC75}"/>
                    </a:ext>
                  </a:extLst>
                </p:cNvPr>
                <p:cNvSpPr/>
                <p:nvPr/>
              </p:nvSpPr>
              <p:spPr>
                <a:xfrm>
                  <a:off x="6183701" y="5207077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49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1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317" y="14146"/>
                        <a:pt x="15459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86" name="Forme libre : forme 16585">
                  <a:extLst>
                    <a:ext uri="{FF2B5EF4-FFF2-40B4-BE49-F238E27FC236}">
                      <a16:creationId xmlns:a16="http://schemas.microsoft.com/office/drawing/2014/main" id="{6A759742-2937-41C4-968C-E9863B90668E}"/>
                    </a:ext>
                  </a:extLst>
                </p:cNvPr>
                <p:cNvSpPr/>
                <p:nvPr/>
              </p:nvSpPr>
              <p:spPr>
                <a:xfrm>
                  <a:off x="6401633" y="5252893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49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7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1"/>
                        <a:pt x="87658" y="8717"/>
                        <a:pt x="81561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1"/>
                        <a:pt x="15458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87" name="Forme libre : forme 16586">
                  <a:extLst>
                    <a:ext uri="{FF2B5EF4-FFF2-40B4-BE49-F238E27FC236}">
                      <a16:creationId xmlns:a16="http://schemas.microsoft.com/office/drawing/2014/main" id="{D43B06A0-9039-4432-9A13-39233EC6D2C4}"/>
                    </a:ext>
                  </a:extLst>
                </p:cNvPr>
                <p:cNvSpPr/>
                <p:nvPr/>
              </p:nvSpPr>
              <p:spPr>
                <a:xfrm>
                  <a:off x="4868584" y="5578076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6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3"/>
                        <a:pt x="-1020" y="47007"/>
                        <a:pt x="218" y="56247"/>
                      </a:cubicBezTo>
                      <a:cubicBezTo>
                        <a:pt x="1456" y="65486"/>
                        <a:pt x="9743" y="74153"/>
                        <a:pt x="19078" y="73106"/>
                      </a:cubicBezTo>
                      <a:cubicBezTo>
                        <a:pt x="22983" y="72630"/>
                        <a:pt x="26507" y="70629"/>
                        <a:pt x="29936" y="68629"/>
                      </a:cubicBezTo>
                      <a:cubicBezTo>
                        <a:pt x="43747" y="60628"/>
                        <a:pt x="57654" y="52532"/>
                        <a:pt x="71466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7"/>
                        <a:pt x="34127" y="9193"/>
                      </a:cubicBezTo>
                      <a:cubicBezTo>
                        <a:pt x="24221" y="14241"/>
                        <a:pt x="15459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88" name="Forme libre : forme 16587">
                  <a:extLst>
                    <a:ext uri="{FF2B5EF4-FFF2-40B4-BE49-F238E27FC236}">
                      <a16:creationId xmlns:a16="http://schemas.microsoft.com/office/drawing/2014/main" id="{4FD926D4-0FC0-46F8-8FE8-309953267F53}"/>
                    </a:ext>
                  </a:extLst>
                </p:cNvPr>
                <p:cNvSpPr/>
                <p:nvPr/>
              </p:nvSpPr>
              <p:spPr>
                <a:xfrm>
                  <a:off x="4355473" y="5489398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6 h 73192"/>
                    <a:gd name="connsiteX2" fmla="*/ 19078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3"/>
                        <a:pt x="-1020" y="47007"/>
                        <a:pt x="218" y="56246"/>
                      </a:cubicBezTo>
                      <a:cubicBezTo>
                        <a:pt x="1456" y="65486"/>
                        <a:pt x="9743" y="74153"/>
                        <a:pt x="19078" y="73106"/>
                      </a:cubicBezTo>
                      <a:cubicBezTo>
                        <a:pt x="22983" y="72630"/>
                        <a:pt x="26507" y="70629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7"/>
                        <a:pt x="34127" y="9193"/>
                      </a:cubicBezTo>
                      <a:cubicBezTo>
                        <a:pt x="24221" y="14241"/>
                        <a:pt x="15363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89" name="Forme libre : forme 16588">
                  <a:extLst>
                    <a:ext uri="{FF2B5EF4-FFF2-40B4-BE49-F238E27FC236}">
                      <a16:creationId xmlns:a16="http://schemas.microsoft.com/office/drawing/2014/main" id="{13F075E9-0858-4883-8D48-49E153E83833}"/>
                    </a:ext>
                  </a:extLst>
                </p:cNvPr>
                <p:cNvSpPr/>
                <p:nvPr/>
              </p:nvSpPr>
              <p:spPr>
                <a:xfrm>
                  <a:off x="4624649" y="5591982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7 w 89916"/>
                    <a:gd name="connsiteY2" fmla="*/ 73106 h 73192"/>
                    <a:gd name="connsiteX3" fmla="*/ 29936 w 89916"/>
                    <a:gd name="connsiteY3" fmla="*/ 68629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1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7" y="73106"/>
                      </a:cubicBezTo>
                      <a:cubicBezTo>
                        <a:pt x="22983" y="72630"/>
                        <a:pt x="26507" y="70630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3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1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363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90" name="Forme libre : forme 16589">
                  <a:extLst>
                    <a:ext uri="{FF2B5EF4-FFF2-40B4-BE49-F238E27FC236}">
                      <a16:creationId xmlns:a16="http://schemas.microsoft.com/office/drawing/2014/main" id="{E8E398A7-0906-42EE-83E4-DE4D7A550B9B}"/>
                    </a:ext>
                  </a:extLst>
                </p:cNvPr>
                <p:cNvSpPr/>
                <p:nvPr/>
              </p:nvSpPr>
              <p:spPr>
                <a:xfrm>
                  <a:off x="4305466" y="5614366"/>
                  <a:ext cx="89916" cy="73191"/>
                </a:xfrm>
                <a:custGeom>
                  <a:avLst/>
                  <a:gdLst>
                    <a:gd name="connsiteX0" fmla="*/ 8791 w 89916"/>
                    <a:gd name="connsiteY0" fmla="*/ 30339 h 73191"/>
                    <a:gd name="connsiteX1" fmla="*/ 218 w 89916"/>
                    <a:gd name="connsiteY1" fmla="*/ 56247 h 73191"/>
                    <a:gd name="connsiteX2" fmla="*/ 19078 w 89916"/>
                    <a:gd name="connsiteY2" fmla="*/ 73106 h 73191"/>
                    <a:gd name="connsiteX3" fmla="*/ 29936 w 89916"/>
                    <a:gd name="connsiteY3" fmla="*/ 68629 h 73191"/>
                    <a:gd name="connsiteX4" fmla="*/ 71465 w 89916"/>
                    <a:gd name="connsiteY4" fmla="*/ 44531 h 73191"/>
                    <a:gd name="connsiteX5" fmla="*/ 89372 w 89916"/>
                    <a:gd name="connsiteY5" fmla="*/ 26719 h 73191"/>
                    <a:gd name="connsiteX6" fmla="*/ 81562 w 89916"/>
                    <a:gd name="connsiteY6" fmla="*/ 4049 h 73191"/>
                    <a:gd name="connsiteX7" fmla="*/ 34127 w 89916"/>
                    <a:gd name="connsiteY7" fmla="*/ 9193 h 73191"/>
                    <a:gd name="connsiteX8" fmla="*/ 8791 w 89916"/>
                    <a:gd name="connsiteY8" fmla="*/ 30339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1">
                      <a:moveTo>
                        <a:pt x="8791" y="30339"/>
                      </a:moveTo>
                      <a:cubicBezTo>
                        <a:pt x="3171" y="37863"/>
                        <a:pt x="-1020" y="47007"/>
                        <a:pt x="218" y="56247"/>
                      </a:cubicBezTo>
                      <a:cubicBezTo>
                        <a:pt x="1456" y="65486"/>
                        <a:pt x="9743" y="74153"/>
                        <a:pt x="19078" y="73106"/>
                      </a:cubicBezTo>
                      <a:cubicBezTo>
                        <a:pt x="22983" y="72630"/>
                        <a:pt x="26507" y="70629"/>
                        <a:pt x="29936" y="68629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6"/>
                        <a:pt x="89372" y="26719"/>
                      </a:cubicBezTo>
                      <a:cubicBezTo>
                        <a:pt x="91372" y="19480"/>
                        <a:pt x="87658" y="8717"/>
                        <a:pt x="81562" y="4049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1"/>
                        <a:pt x="15458" y="21480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91" name="Forme libre : forme 16590">
                  <a:extLst>
                    <a:ext uri="{FF2B5EF4-FFF2-40B4-BE49-F238E27FC236}">
                      <a16:creationId xmlns:a16="http://schemas.microsoft.com/office/drawing/2014/main" id="{8B58EF51-A67F-4F19-9CFC-5A26AE8B2A33}"/>
                    </a:ext>
                  </a:extLst>
                </p:cNvPr>
                <p:cNvSpPr/>
                <p:nvPr/>
              </p:nvSpPr>
              <p:spPr>
                <a:xfrm>
                  <a:off x="3450312" y="5510925"/>
                  <a:ext cx="89916" cy="73192"/>
                </a:xfrm>
                <a:custGeom>
                  <a:avLst/>
                  <a:gdLst>
                    <a:gd name="connsiteX0" fmla="*/ 8791 w 89916"/>
                    <a:gd name="connsiteY0" fmla="*/ 30339 h 73192"/>
                    <a:gd name="connsiteX1" fmla="*/ 218 w 89916"/>
                    <a:gd name="connsiteY1" fmla="*/ 56247 h 73192"/>
                    <a:gd name="connsiteX2" fmla="*/ 19078 w 89916"/>
                    <a:gd name="connsiteY2" fmla="*/ 73106 h 73192"/>
                    <a:gd name="connsiteX3" fmla="*/ 29936 w 89916"/>
                    <a:gd name="connsiteY3" fmla="*/ 68630 h 73192"/>
                    <a:gd name="connsiteX4" fmla="*/ 71465 w 89916"/>
                    <a:gd name="connsiteY4" fmla="*/ 44531 h 73192"/>
                    <a:gd name="connsiteX5" fmla="*/ 89372 w 89916"/>
                    <a:gd name="connsiteY5" fmla="*/ 26719 h 73192"/>
                    <a:gd name="connsiteX6" fmla="*/ 81562 w 89916"/>
                    <a:gd name="connsiteY6" fmla="*/ 4050 h 73192"/>
                    <a:gd name="connsiteX7" fmla="*/ 34127 w 89916"/>
                    <a:gd name="connsiteY7" fmla="*/ 9193 h 73192"/>
                    <a:gd name="connsiteX8" fmla="*/ 8791 w 89916"/>
                    <a:gd name="connsiteY8" fmla="*/ 30339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916" h="73192">
                      <a:moveTo>
                        <a:pt x="8791" y="30339"/>
                      </a:moveTo>
                      <a:cubicBezTo>
                        <a:pt x="3171" y="37864"/>
                        <a:pt x="-1020" y="47008"/>
                        <a:pt x="218" y="56247"/>
                      </a:cubicBezTo>
                      <a:cubicBezTo>
                        <a:pt x="1456" y="65486"/>
                        <a:pt x="9743" y="74154"/>
                        <a:pt x="19078" y="73106"/>
                      </a:cubicBezTo>
                      <a:cubicBezTo>
                        <a:pt x="22983" y="72630"/>
                        <a:pt x="26507" y="70630"/>
                        <a:pt x="29936" y="68630"/>
                      </a:cubicBezTo>
                      <a:cubicBezTo>
                        <a:pt x="43747" y="60628"/>
                        <a:pt x="57654" y="52532"/>
                        <a:pt x="71465" y="44531"/>
                      </a:cubicBezTo>
                      <a:cubicBezTo>
                        <a:pt x="78514" y="40435"/>
                        <a:pt x="87086" y="35197"/>
                        <a:pt x="89372" y="26719"/>
                      </a:cubicBezTo>
                      <a:cubicBezTo>
                        <a:pt x="91372" y="19480"/>
                        <a:pt x="87658" y="8717"/>
                        <a:pt x="81562" y="4050"/>
                      </a:cubicBezTo>
                      <a:cubicBezTo>
                        <a:pt x="69751" y="-5094"/>
                        <a:pt x="45557" y="3288"/>
                        <a:pt x="34127" y="9193"/>
                      </a:cubicBezTo>
                      <a:cubicBezTo>
                        <a:pt x="24221" y="14242"/>
                        <a:pt x="15363" y="21385"/>
                        <a:pt x="8791" y="3033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6592" name="Graphique 1">
                  <a:extLst>
                    <a:ext uri="{FF2B5EF4-FFF2-40B4-BE49-F238E27FC236}">
                      <a16:creationId xmlns:a16="http://schemas.microsoft.com/office/drawing/2014/main" id="{5B3CB267-420D-4AD6-A6BA-921728C29C17}"/>
                    </a:ext>
                  </a:extLst>
                </p:cNvPr>
                <p:cNvGrpSpPr/>
                <p:nvPr/>
              </p:nvGrpSpPr>
              <p:grpSpPr>
                <a:xfrm>
                  <a:off x="870494" y="5207222"/>
                  <a:ext cx="63341" cy="53816"/>
                  <a:chOff x="870494" y="5207222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837" name="Forme libre : forme 16836">
                    <a:extLst>
                      <a:ext uri="{FF2B5EF4-FFF2-40B4-BE49-F238E27FC236}">
                        <a16:creationId xmlns:a16="http://schemas.microsoft.com/office/drawing/2014/main" id="{50AC16F9-DEF7-435C-8DE5-18F7D7371133}"/>
                      </a:ext>
                    </a:extLst>
                  </p:cNvPr>
                  <p:cNvSpPr/>
                  <p:nvPr/>
                </p:nvSpPr>
                <p:spPr>
                  <a:xfrm>
                    <a:off x="870494" y="5207222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38" name="Forme libre : forme 16837">
                    <a:extLst>
                      <a:ext uri="{FF2B5EF4-FFF2-40B4-BE49-F238E27FC236}">
                        <a16:creationId xmlns:a16="http://schemas.microsoft.com/office/drawing/2014/main" id="{68ACC97E-8465-48C4-A247-2FDB6AA1268E}"/>
                      </a:ext>
                    </a:extLst>
                  </p:cNvPr>
                  <p:cNvSpPr/>
                  <p:nvPr/>
                </p:nvSpPr>
                <p:spPr>
                  <a:xfrm>
                    <a:off x="917261" y="524446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6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6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6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6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6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593" name="Graphique 1">
                  <a:extLst>
                    <a:ext uri="{FF2B5EF4-FFF2-40B4-BE49-F238E27FC236}">
                      <a16:creationId xmlns:a16="http://schemas.microsoft.com/office/drawing/2014/main" id="{FA218D59-5E6D-436B-962A-24EABD914E56}"/>
                    </a:ext>
                  </a:extLst>
                </p:cNvPr>
                <p:cNvGrpSpPr/>
                <p:nvPr/>
              </p:nvGrpSpPr>
              <p:grpSpPr>
                <a:xfrm>
                  <a:off x="755432" y="5444775"/>
                  <a:ext cx="63341" cy="53816"/>
                  <a:chOff x="755432" y="5444775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835" name="Forme libre : forme 16834">
                    <a:extLst>
                      <a:ext uri="{FF2B5EF4-FFF2-40B4-BE49-F238E27FC236}">
                        <a16:creationId xmlns:a16="http://schemas.microsoft.com/office/drawing/2014/main" id="{2F7216D6-3866-4D93-AAC0-C7353BF00C25}"/>
                      </a:ext>
                    </a:extLst>
                  </p:cNvPr>
                  <p:cNvSpPr/>
                  <p:nvPr/>
                </p:nvSpPr>
                <p:spPr>
                  <a:xfrm>
                    <a:off x="755432" y="5444775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3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3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36" name="Forme libre : forme 16835">
                    <a:extLst>
                      <a:ext uri="{FF2B5EF4-FFF2-40B4-BE49-F238E27FC236}">
                        <a16:creationId xmlns:a16="http://schemas.microsoft.com/office/drawing/2014/main" id="{D8CAA588-B065-4B08-8766-1257C0549C03}"/>
                      </a:ext>
                    </a:extLst>
                  </p:cNvPr>
                  <p:cNvSpPr/>
                  <p:nvPr/>
                </p:nvSpPr>
                <p:spPr>
                  <a:xfrm>
                    <a:off x="802199" y="5482018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6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6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6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6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6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594" name="Graphique 1">
                  <a:extLst>
                    <a:ext uri="{FF2B5EF4-FFF2-40B4-BE49-F238E27FC236}">
                      <a16:creationId xmlns:a16="http://schemas.microsoft.com/office/drawing/2014/main" id="{B21AFBB2-8DB4-4516-98F3-31B2136EB59E}"/>
                    </a:ext>
                  </a:extLst>
                </p:cNvPr>
                <p:cNvGrpSpPr/>
                <p:nvPr/>
              </p:nvGrpSpPr>
              <p:grpSpPr>
                <a:xfrm>
                  <a:off x="990890" y="5440584"/>
                  <a:ext cx="63245" cy="53816"/>
                  <a:chOff x="990890" y="5440584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6833" name="Forme libre : forme 16832">
                    <a:extLst>
                      <a:ext uri="{FF2B5EF4-FFF2-40B4-BE49-F238E27FC236}">
                        <a16:creationId xmlns:a16="http://schemas.microsoft.com/office/drawing/2014/main" id="{9B3B3314-6634-4030-9073-875D88DFC77C}"/>
                      </a:ext>
                    </a:extLst>
                  </p:cNvPr>
                  <p:cNvSpPr/>
                  <p:nvPr/>
                </p:nvSpPr>
                <p:spPr>
                  <a:xfrm>
                    <a:off x="990890" y="5440584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34" name="Forme libre : forme 16833">
                    <a:extLst>
                      <a:ext uri="{FF2B5EF4-FFF2-40B4-BE49-F238E27FC236}">
                        <a16:creationId xmlns:a16="http://schemas.microsoft.com/office/drawing/2014/main" id="{CBB44DB9-6722-4A7C-9ED5-B2AF0B7C2FCB}"/>
                      </a:ext>
                    </a:extLst>
                  </p:cNvPr>
                  <p:cNvSpPr/>
                  <p:nvPr/>
                </p:nvSpPr>
                <p:spPr>
                  <a:xfrm>
                    <a:off x="1037562" y="5477827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6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6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6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6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6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595" name="Graphique 1">
                  <a:extLst>
                    <a:ext uri="{FF2B5EF4-FFF2-40B4-BE49-F238E27FC236}">
                      <a16:creationId xmlns:a16="http://schemas.microsoft.com/office/drawing/2014/main" id="{0A54A30F-482F-4EC9-B632-A4935BA8B54A}"/>
                    </a:ext>
                  </a:extLst>
                </p:cNvPr>
                <p:cNvGrpSpPr/>
                <p:nvPr/>
              </p:nvGrpSpPr>
              <p:grpSpPr>
                <a:xfrm>
                  <a:off x="1146147" y="5285422"/>
                  <a:ext cx="63246" cy="53720"/>
                  <a:chOff x="1146147" y="5285422"/>
                  <a:chExt cx="63246" cy="53720"/>
                </a:xfrm>
                <a:solidFill>
                  <a:srgbClr val="FFFFFF"/>
                </a:solidFill>
              </p:grpSpPr>
              <p:sp>
                <p:nvSpPr>
                  <p:cNvPr id="16831" name="Forme libre : forme 16830">
                    <a:extLst>
                      <a:ext uri="{FF2B5EF4-FFF2-40B4-BE49-F238E27FC236}">
                        <a16:creationId xmlns:a16="http://schemas.microsoft.com/office/drawing/2014/main" id="{4EC1C069-4442-4CDE-8E07-B26621F55D9E}"/>
                      </a:ext>
                    </a:extLst>
                  </p:cNvPr>
                  <p:cNvSpPr/>
                  <p:nvPr/>
                </p:nvSpPr>
                <p:spPr>
                  <a:xfrm>
                    <a:off x="1146147" y="5285422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50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32" name="Forme libre : forme 16831">
                    <a:extLst>
                      <a:ext uri="{FF2B5EF4-FFF2-40B4-BE49-F238E27FC236}">
                        <a16:creationId xmlns:a16="http://schemas.microsoft.com/office/drawing/2014/main" id="{8FBBEB85-7930-4A35-BE96-A740C25D01A5}"/>
                      </a:ext>
                    </a:extLst>
                  </p:cNvPr>
                  <p:cNvSpPr/>
                  <p:nvPr/>
                </p:nvSpPr>
                <p:spPr>
                  <a:xfrm>
                    <a:off x="1192820" y="5322570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596" name="Graphique 1">
                  <a:extLst>
                    <a:ext uri="{FF2B5EF4-FFF2-40B4-BE49-F238E27FC236}">
                      <a16:creationId xmlns:a16="http://schemas.microsoft.com/office/drawing/2014/main" id="{D3E506FD-84ED-4D6D-A343-E397F943B625}"/>
                    </a:ext>
                  </a:extLst>
                </p:cNvPr>
                <p:cNvGrpSpPr/>
                <p:nvPr/>
              </p:nvGrpSpPr>
              <p:grpSpPr>
                <a:xfrm>
                  <a:off x="1392083" y="5257895"/>
                  <a:ext cx="63341" cy="53816"/>
                  <a:chOff x="1392083" y="5257895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829" name="Forme libre : forme 16828">
                    <a:extLst>
                      <a:ext uri="{FF2B5EF4-FFF2-40B4-BE49-F238E27FC236}">
                        <a16:creationId xmlns:a16="http://schemas.microsoft.com/office/drawing/2014/main" id="{5FFD58DB-279D-4D8C-9051-DB25F9F635B8}"/>
                      </a:ext>
                    </a:extLst>
                  </p:cNvPr>
                  <p:cNvSpPr/>
                  <p:nvPr/>
                </p:nvSpPr>
                <p:spPr>
                  <a:xfrm>
                    <a:off x="1392083" y="5257895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30" name="Forme libre : forme 16829">
                    <a:extLst>
                      <a:ext uri="{FF2B5EF4-FFF2-40B4-BE49-F238E27FC236}">
                        <a16:creationId xmlns:a16="http://schemas.microsoft.com/office/drawing/2014/main" id="{E1C5ED72-80FA-40E1-9A65-A5B127195137}"/>
                      </a:ext>
                    </a:extLst>
                  </p:cNvPr>
                  <p:cNvSpPr/>
                  <p:nvPr/>
                </p:nvSpPr>
                <p:spPr>
                  <a:xfrm>
                    <a:off x="1438850" y="5295138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597" name="Graphique 1">
                  <a:extLst>
                    <a:ext uri="{FF2B5EF4-FFF2-40B4-BE49-F238E27FC236}">
                      <a16:creationId xmlns:a16="http://schemas.microsoft.com/office/drawing/2014/main" id="{926D9A6E-3394-4B4B-A674-F4D3C395BB04}"/>
                    </a:ext>
                  </a:extLst>
                </p:cNvPr>
                <p:cNvGrpSpPr/>
                <p:nvPr/>
              </p:nvGrpSpPr>
              <p:grpSpPr>
                <a:xfrm>
                  <a:off x="372812" y="5687758"/>
                  <a:ext cx="63341" cy="53816"/>
                  <a:chOff x="372812" y="5687758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827" name="Forme libre : forme 16826">
                    <a:extLst>
                      <a:ext uri="{FF2B5EF4-FFF2-40B4-BE49-F238E27FC236}">
                        <a16:creationId xmlns:a16="http://schemas.microsoft.com/office/drawing/2014/main" id="{8FE0CCA7-D74D-4A2D-A862-018511582466}"/>
                      </a:ext>
                    </a:extLst>
                  </p:cNvPr>
                  <p:cNvSpPr/>
                  <p:nvPr/>
                </p:nvSpPr>
                <p:spPr>
                  <a:xfrm>
                    <a:off x="372812" y="5687758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3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3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28" name="Forme libre : forme 16827">
                    <a:extLst>
                      <a:ext uri="{FF2B5EF4-FFF2-40B4-BE49-F238E27FC236}">
                        <a16:creationId xmlns:a16="http://schemas.microsoft.com/office/drawing/2014/main" id="{BD596EE4-A5F2-4B9D-BA8F-BBC21B3749A8}"/>
                      </a:ext>
                    </a:extLst>
                  </p:cNvPr>
                  <p:cNvSpPr/>
                  <p:nvPr/>
                </p:nvSpPr>
                <p:spPr>
                  <a:xfrm>
                    <a:off x="419580" y="572500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598" name="Graphique 1">
                  <a:extLst>
                    <a:ext uri="{FF2B5EF4-FFF2-40B4-BE49-F238E27FC236}">
                      <a16:creationId xmlns:a16="http://schemas.microsoft.com/office/drawing/2014/main" id="{47CD7B7D-6F69-4BAC-BEA0-11B5DACFD809}"/>
                    </a:ext>
                  </a:extLst>
                </p:cNvPr>
                <p:cNvGrpSpPr/>
                <p:nvPr/>
              </p:nvGrpSpPr>
              <p:grpSpPr>
                <a:xfrm>
                  <a:off x="630464" y="5643467"/>
                  <a:ext cx="63246" cy="53720"/>
                  <a:chOff x="630464" y="5643467"/>
                  <a:chExt cx="63246" cy="53720"/>
                </a:xfrm>
                <a:solidFill>
                  <a:srgbClr val="FFFFFF"/>
                </a:solidFill>
              </p:grpSpPr>
              <p:sp>
                <p:nvSpPr>
                  <p:cNvPr id="16825" name="Forme libre : forme 16824">
                    <a:extLst>
                      <a:ext uri="{FF2B5EF4-FFF2-40B4-BE49-F238E27FC236}">
                        <a16:creationId xmlns:a16="http://schemas.microsoft.com/office/drawing/2014/main" id="{A4967149-BFDF-469E-839F-AC769F31C909}"/>
                      </a:ext>
                    </a:extLst>
                  </p:cNvPr>
                  <p:cNvSpPr/>
                  <p:nvPr/>
                </p:nvSpPr>
                <p:spPr>
                  <a:xfrm>
                    <a:off x="630464" y="5643467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3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3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49"/>
                          <a:pt x="7250" y="0"/>
                          <a:pt x="16193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26" name="Forme libre : forme 16825">
                    <a:extLst>
                      <a:ext uri="{FF2B5EF4-FFF2-40B4-BE49-F238E27FC236}">
                        <a16:creationId xmlns:a16="http://schemas.microsoft.com/office/drawing/2014/main" id="{A21B90B0-6B34-4479-AEF8-5D41FA8A658E}"/>
                      </a:ext>
                    </a:extLst>
                  </p:cNvPr>
                  <p:cNvSpPr/>
                  <p:nvPr/>
                </p:nvSpPr>
                <p:spPr>
                  <a:xfrm>
                    <a:off x="677136" y="5680614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599" name="Graphique 1">
                  <a:extLst>
                    <a:ext uri="{FF2B5EF4-FFF2-40B4-BE49-F238E27FC236}">
                      <a16:creationId xmlns:a16="http://schemas.microsoft.com/office/drawing/2014/main" id="{AA25ABF9-CF09-4493-9BBA-9B6EE0E660AF}"/>
                    </a:ext>
                  </a:extLst>
                </p:cNvPr>
                <p:cNvGrpSpPr/>
                <p:nvPr/>
              </p:nvGrpSpPr>
              <p:grpSpPr>
                <a:xfrm>
                  <a:off x="1168912" y="5468207"/>
                  <a:ext cx="63341" cy="53721"/>
                  <a:chOff x="1168912" y="5468207"/>
                  <a:chExt cx="63341" cy="53721"/>
                </a:xfrm>
                <a:solidFill>
                  <a:srgbClr val="FFFFFF"/>
                </a:solidFill>
              </p:grpSpPr>
              <p:sp>
                <p:nvSpPr>
                  <p:cNvPr id="16823" name="Forme libre : forme 16822">
                    <a:extLst>
                      <a:ext uri="{FF2B5EF4-FFF2-40B4-BE49-F238E27FC236}">
                        <a16:creationId xmlns:a16="http://schemas.microsoft.com/office/drawing/2014/main" id="{1E600E8C-A3EA-4F70-AF0C-9EC57BAB172A}"/>
                      </a:ext>
                    </a:extLst>
                  </p:cNvPr>
                  <p:cNvSpPr/>
                  <p:nvPr/>
                </p:nvSpPr>
                <p:spPr>
                  <a:xfrm>
                    <a:off x="1168912" y="5468207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50" y="0"/>
                          <a:pt x="16193" y="0"/>
                        </a:cubicBezTo>
                        <a:cubicBezTo>
                          <a:pt x="25136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24" name="Forme libre : forme 16823">
                    <a:extLst>
                      <a:ext uri="{FF2B5EF4-FFF2-40B4-BE49-F238E27FC236}">
                        <a16:creationId xmlns:a16="http://schemas.microsoft.com/office/drawing/2014/main" id="{B142C9C0-5F0A-4D40-B25E-181D498F748C}"/>
                      </a:ext>
                    </a:extLst>
                  </p:cNvPr>
                  <p:cNvSpPr/>
                  <p:nvPr/>
                </p:nvSpPr>
                <p:spPr>
                  <a:xfrm>
                    <a:off x="1215679" y="5505354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00" name="Graphique 1">
                  <a:extLst>
                    <a:ext uri="{FF2B5EF4-FFF2-40B4-BE49-F238E27FC236}">
                      <a16:creationId xmlns:a16="http://schemas.microsoft.com/office/drawing/2014/main" id="{3EB72A42-AF59-4D7B-9FE9-6EA1F685852A}"/>
                    </a:ext>
                  </a:extLst>
                </p:cNvPr>
                <p:cNvGrpSpPr/>
                <p:nvPr/>
              </p:nvGrpSpPr>
              <p:grpSpPr>
                <a:xfrm>
                  <a:off x="1056993" y="5664517"/>
                  <a:ext cx="63341" cy="53816"/>
                  <a:chOff x="1056993" y="5664517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821" name="Forme libre : forme 16820">
                    <a:extLst>
                      <a:ext uri="{FF2B5EF4-FFF2-40B4-BE49-F238E27FC236}">
                        <a16:creationId xmlns:a16="http://schemas.microsoft.com/office/drawing/2014/main" id="{59DCBAA7-51F1-4CC8-A85E-7D19D65EB2F0}"/>
                      </a:ext>
                    </a:extLst>
                  </p:cNvPr>
                  <p:cNvSpPr/>
                  <p:nvPr/>
                </p:nvSpPr>
                <p:spPr>
                  <a:xfrm>
                    <a:off x="1056993" y="5664517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6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22" name="Forme libre : forme 16821">
                    <a:extLst>
                      <a:ext uri="{FF2B5EF4-FFF2-40B4-BE49-F238E27FC236}">
                        <a16:creationId xmlns:a16="http://schemas.microsoft.com/office/drawing/2014/main" id="{DDA49ED8-0F83-40EC-B88A-79D6C2DD27B1}"/>
                      </a:ext>
                    </a:extLst>
                  </p:cNvPr>
                  <p:cNvSpPr/>
                  <p:nvPr/>
                </p:nvSpPr>
                <p:spPr>
                  <a:xfrm>
                    <a:off x="1103761" y="5701760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01" name="Graphique 1">
                  <a:extLst>
                    <a:ext uri="{FF2B5EF4-FFF2-40B4-BE49-F238E27FC236}">
                      <a16:creationId xmlns:a16="http://schemas.microsoft.com/office/drawing/2014/main" id="{03D3796A-4845-448F-9F0F-2D0CE2B2CA65}"/>
                    </a:ext>
                  </a:extLst>
                </p:cNvPr>
                <p:cNvGrpSpPr/>
                <p:nvPr/>
              </p:nvGrpSpPr>
              <p:grpSpPr>
                <a:xfrm>
                  <a:off x="1323122" y="5643467"/>
                  <a:ext cx="63245" cy="53720"/>
                  <a:chOff x="1323122" y="5643467"/>
                  <a:chExt cx="63245" cy="53720"/>
                </a:xfrm>
                <a:solidFill>
                  <a:srgbClr val="FFFFFF"/>
                </a:solidFill>
              </p:grpSpPr>
              <p:sp>
                <p:nvSpPr>
                  <p:cNvPr id="16819" name="Forme libre : forme 16818">
                    <a:extLst>
                      <a:ext uri="{FF2B5EF4-FFF2-40B4-BE49-F238E27FC236}">
                        <a16:creationId xmlns:a16="http://schemas.microsoft.com/office/drawing/2014/main" id="{8B0B8B70-A456-4A02-B55B-A70146513D21}"/>
                      </a:ext>
                    </a:extLst>
                  </p:cNvPr>
                  <p:cNvSpPr/>
                  <p:nvPr/>
                </p:nvSpPr>
                <p:spPr>
                  <a:xfrm>
                    <a:off x="1323122" y="5643467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49"/>
                          <a:pt x="7250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20" name="Forme libre : forme 16819">
                    <a:extLst>
                      <a:ext uri="{FF2B5EF4-FFF2-40B4-BE49-F238E27FC236}">
                        <a16:creationId xmlns:a16="http://schemas.microsoft.com/office/drawing/2014/main" id="{00ADA03E-D985-4136-B8E5-A7D06099C71D}"/>
                      </a:ext>
                    </a:extLst>
                  </p:cNvPr>
                  <p:cNvSpPr/>
                  <p:nvPr/>
                </p:nvSpPr>
                <p:spPr>
                  <a:xfrm>
                    <a:off x="1369794" y="5680614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02" name="Graphique 1">
                  <a:extLst>
                    <a:ext uri="{FF2B5EF4-FFF2-40B4-BE49-F238E27FC236}">
                      <a16:creationId xmlns:a16="http://schemas.microsoft.com/office/drawing/2014/main" id="{0DD8E191-65CF-476E-B682-49BFF14E9C83}"/>
                    </a:ext>
                  </a:extLst>
                </p:cNvPr>
                <p:cNvGrpSpPr/>
                <p:nvPr/>
              </p:nvGrpSpPr>
              <p:grpSpPr>
                <a:xfrm>
                  <a:off x="1593346" y="5461825"/>
                  <a:ext cx="63341" cy="53816"/>
                  <a:chOff x="1593346" y="5461825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817" name="Forme libre : forme 16816">
                    <a:extLst>
                      <a:ext uri="{FF2B5EF4-FFF2-40B4-BE49-F238E27FC236}">
                        <a16:creationId xmlns:a16="http://schemas.microsoft.com/office/drawing/2014/main" id="{96E6E3A2-9469-4E99-BFEA-9FA7D8FFCEE8}"/>
                      </a:ext>
                    </a:extLst>
                  </p:cNvPr>
                  <p:cNvSpPr/>
                  <p:nvPr/>
                </p:nvSpPr>
                <p:spPr>
                  <a:xfrm>
                    <a:off x="1593346" y="5461825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2"/>
                        </a:cubicBezTo>
                        <a:cubicBezTo>
                          <a:pt x="0" y="7249"/>
                          <a:pt x="7250" y="0"/>
                          <a:pt x="16193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18" name="Forme libre : forme 16817">
                    <a:extLst>
                      <a:ext uri="{FF2B5EF4-FFF2-40B4-BE49-F238E27FC236}">
                        <a16:creationId xmlns:a16="http://schemas.microsoft.com/office/drawing/2014/main" id="{BF34AB18-CFFC-4665-8E39-91CD359305E5}"/>
                      </a:ext>
                    </a:extLst>
                  </p:cNvPr>
                  <p:cNvSpPr/>
                  <p:nvPr/>
                </p:nvSpPr>
                <p:spPr>
                  <a:xfrm>
                    <a:off x="1640113" y="5499068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03" name="Graphique 1">
                  <a:extLst>
                    <a:ext uri="{FF2B5EF4-FFF2-40B4-BE49-F238E27FC236}">
                      <a16:creationId xmlns:a16="http://schemas.microsoft.com/office/drawing/2014/main" id="{55F52017-8C7C-4C22-ACD4-5F90B717B078}"/>
                    </a:ext>
                  </a:extLst>
                </p:cNvPr>
                <p:cNvGrpSpPr/>
                <p:nvPr/>
              </p:nvGrpSpPr>
              <p:grpSpPr>
                <a:xfrm>
                  <a:off x="1808801" y="5428011"/>
                  <a:ext cx="63245" cy="53816"/>
                  <a:chOff x="1808801" y="5428011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6815" name="Forme libre : forme 16814">
                    <a:extLst>
                      <a:ext uri="{FF2B5EF4-FFF2-40B4-BE49-F238E27FC236}">
                        <a16:creationId xmlns:a16="http://schemas.microsoft.com/office/drawing/2014/main" id="{0589C4E2-B4BC-4EA9-ADC8-721A8BC5BE33}"/>
                      </a:ext>
                    </a:extLst>
                  </p:cNvPr>
                  <p:cNvSpPr/>
                  <p:nvPr/>
                </p:nvSpPr>
                <p:spPr>
                  <a:xfrm>
                    <a:off x="1808801" y="5428011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16" name="Forme libre : forme 16815">
                    <a:extLst>
                      <a:ext uri="{FF2B5EF4-FFF2-40B4-BE49-F238E27FC236}">
                        <a16:creationId xmlns:a16="http://schemas.microsoft.com/office/drawing/2014/main" id="{17CAEA6B-4255-48E4-AF38-B4E75298CCB8}"/>
                      </a:ext>
                    </a:extLst>
                  </p:cNvPr>
                  <p:cNvSpPr/>
                  <p:nvPr/>
                </p:nvSpPr>
                <p:spPr>
                  <a:xfrm>
                    <a:off x="1855474" y="5465254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1"/>
                          <a:pt x="3710" y="0"/>
                          <a:pt x="8287" y="0"/>
                        </a:cubicBezTo>
                        <a:cubicBezTo>
                          <a:pt x="12863" y="0"/>
                          <a:pt x="16574" y="3711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04" name="Graphique 1">
                  <a:extLst>
                    <a:ext uri="{FF2B5EF4-FFF2-40B4-BE49-F238E27FC236}">
                      <a16:creationId xmlns:a16="http://schemas.microsoft.com/office/drawing/2014/main" id="{586C21E9-A7F1-4C27-9C1D-222F69B8FC90}"/>
                    </a:ext>
                  </a:extLst>
                </p:cNvPr>
                <p:cNvGrpSpPr/>
                <p:nvPr/>
              </p:nvGrpSpPr>
              <p:grpSpPr>
                <a:xfrm>
                  <a:off x="1959963" y="5257800"/>
                  <a:ext cx="63341" cy="53816"/>
                  <a:chOff x="1959963" y="5257800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813" name="Forme libre : forme 16812">
                    <a:extLst>
                      <a:ext uri="{FF2B5EF4-FFF2-40B4-BE49-F238E27FC236}">
                        <a16:creationId xmlns:a16="http://schemas.microsoft.com/office/drawing/2014/main" id="{A16ACD71-142D-4FDF-B784-1C51BE57A6FB}"/>
                      </a:ext>
                    </a:extLst>
                  </p:cNvPr>
                  <p:cNvSpPr/>
                  <p:nvPr/>
                </p:nvSpPr>
                <p:spPr>
                  <a:xfrm>
                    <a:off x="1959963" y="5257800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14" name="Forme libre : forme 16813">
                    <a:extLst>
                      <a:ext uri="{FF2B5EF4-FFF2-40B4-BE49-F238E27FC236}">
                        <a16:creationId xmlns:a16="http://schemas.microsoft.com/office/drawing/2014/main" id="{418A2AE0-8800-4836-984D-BC85777E73EE}"/>
                      </a:ext>
                    </a:extLst>
                  </p:cNvPr>
                  <p:cNvSpPr/>
                  <p:nvPr/>
                </p:nvSpPr>
                <p:spPr>
                  <a:xfrm>
                    <a:off x="2006731" y="5295042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1"/>
                          <a:pt x="3710" y="0"/>
                          <a:pt x="8287" y="0"/>
                        </a:cubicBezTo>
                        <a:cubicBezTo>
                          <a:pt x="12863" y="0"/>
                          <a:pt x="16573" y="3711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05" name="Graphique 1">
                  <a:extLst>
                    <a:ext uri="{FF2B5EF4-FFF2-40B4-BE49-F238E27FC236}">
                      <a16:creationId xmlns:a16="http://schemas.microsoft.com/office/drawing/2014/main" id="{F458554F-46AD-40E5-A913-5F38060D111B}"/>
                    </a:ext>
                  </a:extLst>
                </p:cNvPr>
                <p:cNvGrpSpPr/>
                <p:nvPr/>
              </p:nvGrpSpPr>
              <p:grpSpPr>
                <a:xfrm>
                  <a:off x="1700121" y="5215699"/>
                  <a:ext cx="63341" cy="53816"/>
                  <a:chOff x="1700121" y="5215699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811" name="Forme libre : forme 16810">
                    <a:extLst>
                      <a:ext uri="{FF2B5EF4-FFF2-40B4-BE49-F238E27FC236}">
                        <a16:creationId xmlns:a16="http://schemas.microsoft.com/office/drawing/2014/main" id="{A0114949-6DF2-4615-BF61-1A3579393519}"/>
                      </a:ext>
                    </a:extLst>
                  </p:cNvPr>
                  <p:cNvSpPr/>
                  <p:nvPr/>
                </p:nvSpPr>
                <p:spPr>
                  <a:xfrm>
                    <a:off x="1700121" y="5215699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12" name="Forme libre : forme 16811">
                    <a:extLst>
                      <a:ext uri="{FF2B5EF4-FFF2-40B4-BE49-F238E27FC236}">
                        <a16:creationId xmlns:a16="http://schemas.microsoft.com/office/drawing/2014/main" id="{915B7EA1-4D65-481E-9421-5DBC106080E9}"/>
                      </a:ext>
                    </a:extLst>
                  </p:cNvPr>
                  <p:cNvSpPr/>
                  <p:nvPr/>
                </p:nvSpPr>
                <p:spPr>
                  <a:xfrm>
                    <a:off x="1746889" y="5252942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06" name="Graphique 1">
                  <a:extLst>
                    <a:ext uri="{FF2B5EF4-FFF2-40B4-BE49-F238E27FC236}">
                      <a16:creationId xmlns:a16="http://schemas.microsoft.com/office/drawing/2014/main" id="{5DA6B340-10CD-4FB4-BD50-C17285063D96}"/>
                    </a:ext>
                  </a:extLst>
                </p:cNvPr>
                <p:cNvGrpSpPr/>
                <p:nvPr/>
              </p:nvGrpSpPr>
              <p:grpSpPr>
                <a:xfrm>
                  <a:off x="2223996" y="5274659"/>
                  <a:ext cx="63245" cy="53816"/>
                  <a:chOff x="2223996" y="5274659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6809" name="Forme libre : forme 16808">
                    <a:extLst>
                      <a:ext uri="{FF2B5EF4-FFF2-40B4-BE49-F238E27FC236}">
                        <a16:creationId xmlns:a16="http://schemas.microsoft.com/office/drawing/2014/main" id="{D3FE0BC3-C967-47D8-8D39-A00CBC2C60F3}"/>
                      </a:ext>
                    </a:extLst>
                  </p:cNvPr>
                  <p:cNvSpPr/>
                  <p:nvPr/>
                </p:nvSpPr>
                <p:spPr>
                  <a:xfrm>
                    <a:off x="2223996" y="5274659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10" name="Forme libre : forme 16809">
                    <a:extLst>
                      <a:ext uri="{FF2B5EF4-FFF2-40B4-BE49-F238E27FC236}">
                        <a16:creationId xmlns:a16="http://schemas.microsoft.com/office/drawing/2014/main" id="{92AA6036-AB36-4774-AE5F-9E86AE370268}"/>
                      </a:ext>
                    </a:extLst>
                  </p:cNvPr>
                  <p:cNvSpPr/>
                  <p:nvPr/>
                </p:nvSpPr>
                <p:spPr>
                  <a:xfrm>
                    <a:off x="2270668" y="531190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07" name="Graphique 1">
                  <a:extLst>
                    <a:ext uri="{FF2B5EF4-FFF2-40B4-BE49-F238E27FC236}">
                      <a16:creationId xmlns:a16="http://schemas.microsoft.com/office/drawing/2014/main" id="{E1CB15DA-315E-4C89-9DA4-15E366181274}"/>
                    </a:ext>
                  </a:extLst>
                </p:cNvPr>
                <p:cNvGrpSpPr/>
                <p:nvPr/>
              </p:nvGrpSpPr>
              <p:grpSpPr>
                <a:xfrm>
                  <a:off x="2587280" y="5382291"/>
                  <a:ext cx="63341" cy="53721"/>
                  <a:chOff x="2587280" y="5382291"/>
                  <a:chExt cx="63341" cy="53721"/>
                </a:xfrm>
                <a:solidFill>
                  <a:srgbClr val="FFFFFF"/>
                </a:solidFill>
              </p:grpSpPr>
              <p:sp>
                <p:nvSpPr>
                  <p:cNvPr id="16807" name="Forme libre : forme 16806">
                    <a:extLst>
                      <a:ext uri="{FF2B5EF4-FFF2-40B4-BE49-F238E27FC236}">
                        <a16:creationId xmlns:a16="http://schemas.microsoft.com/office/drawing/2014/main" id="{5BBB2C0F-0E61-4457-B752-E5816554D320}"/>
                      </a:ext>
                    </a:extLst>
                  </p:cNvPr>
                  <p:cNvSpPr/>
                  <p:nvPr/>
                </p:nvSpPr>
                <p:spPr>
                  <a:xfrm>
                    <a:off x="2587280" y="5382291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6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08" name="Forme libre : forme 16807">
                    <a:extLst>
                      <a:ext uri="{FF2B5EF4-FFF2-40B4-BE49-F238E27FC236}">
                        <a16:creationId xmlns:a16="http://schemas.microsoft.com/office/drawing/2014/main" id="{A73FC3A3-5927-49E9-B1D1-EC826A4469D4}"/>
                      </a:ext>
                    </a:extLst>
                  </p:cNvPr>
                  <p:cNvSpPr/>
                  <p:nvPr/>
                </p:nvSpPr>
                <p:spPr>
                  <a:xfrm>
                    <a:off x="2634047" y="5419439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1"/>
                          <a:pt x="3710" y="0"/>
                          <a:pt x="8287" y="0"/>
                        </a:cubicBezTo>
                        <a:cubicBezTo>
                          <a:pt x="12864" y="0"/>
                          <a:pt x="16574" y="3711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08" name="Graphique 1">
                  <a:extLst>
                    <a:ext uri="{FF2B5EF4-FFF2-40B4-BE49-F238E27FC236}">
                      <a16:creationId xmlns:a16="http://schemas.microsoft.com/office/drawing/2014/main" id="{A878183E-0AB1-43AD-9D74-6BFC5F640B44}"/>
                    </a:ext>
                  </a:extLst>
                </p:cNvPr>
                <p:cNvGrpSpPr/>
                <p:nvPr/>
              </p:nvGrpSpPr>
              <p:grpSpPr>
                <a:xfrm>
                  <a:off x="2538702" y="5578601"/>
                  <a:ext cx="63341" cy="53816"/>
                  <a:chOff x="2538702" y="5578601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805" name="Forme libre : forme 16804">
                    <a:extLst>
                      <a:ext uri="{FF2B5EF4-FFF2-40B4-BE49-F238E27FC236}">
                        <a16:creationId xmlns:a16="http://schemas.microsoft.com/office/drawing/2014/main" id="{412AB670-59EF-43CC-AFF1-82A3EAB25A4C}"/>
                      </a:ext>
                    </a:extLst>
                  </p:cNvPr>
                  <p:cNvSpPr/>
                  <p:nvPr/>
                </p:nvSpPr>
                <p:spPr>
                  <a:xfrm>
                    <a:off x="2538702" y="5578601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06" name="Forme libre : forme 16805">
                    <a:extLst>
                      <a:ext uri="{FF2B5EF4-FFF2-40B4-BE49-F238E27FC236}">
                        <a16:creationId xmlns:a16="http://schemas.microsoft.com/office/drawing/2014/main" id="{1F8B4471-B98D-48EC-806D-44AC6764A6BF}"/>
                      </a:ext>
                    </a:extLst>
                  </p:cNvPr>
                  <p:cNvSpPr/>
                  <p:nvPr/>
                </p:nvSpPr>
                <p:spPr>
                  <a:xfrm>
                    <a:off x="2585470" y="5615844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09" name="Graphique 1">
                  <a:extLst>
                    <a:ext uri="{FF2B5EF4-FFF2-40B4-BE49-F238E27FC236}">
                      <a16:creationId xmlns:a16="http://schemas.microsoft.com/office/drawing/2014/main" id="{B8658254-DF6D-4307-8908-3B87FE0D4E54}"/>
                    </a:ext>
                  </a:extLst>
                </p:cNvPr>
                <p:cNvGrpSpPr/>
                <p:nvPr/>
              </p:nvGrpSpPr>
              <p:grpSpPr>
                <a:xfrm>
                  <a:off x="1784894" y="5589174"/>
                  <a:ext cx="63246" cy="53816"/>
                  <a:chOff x="1784894" y="5589174"/>
                  <a:chExt cx="63246" cy="53816"/>
                </a:xfrm>
                <a:solidFill>
                  <a:srgbClr val="FFFFFF"/>
                </a:solidFill>
              </p:grpSpPr>
              <p:sp>
                <p:nvSpPr>
                  <p:cNvPr id="16803" name="Forme libre : forme 16802">
                    <a:extLst>
                      <a:ext uri="{FF2B5EF4-FFF2-40B4-BE49-F238E27FC236}">
                        <a16:creationId xmlns:a16="http://schemas.microsoft.com/office/drawing/2014/main" id="{809EC5F0-10D2-413F-AAA3-04D241D37EE0}"/>
                      </a:ext>
                    </a:extLst>
                  </p:cNvPr>
                  <p:cNvSpPr/>
                  <p:nvPr/>
                </p:nvSpPr>
                <p:spPr>
                  <a:xfrm>
                    <a:off x="1784894" y="5589174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3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50" y="0"/>
                          <a:pt x="16193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04" name="Forme libre : forme 16803">
                    <a:extLst>
                      <a:ext uri="{FF2B5EF4-FFF2-40B4-BE49-F238E27FC236}">
                        <a16:creationId xmlns:a16="http://schemas.microsoft.com/office/drawing/2014/main" id="{4D1D2426-8B4C-4ADD-9090-540E8CA8CEB8}"/>
                      </a:ext>
                    </a:extLst>
                  </p:cNvPr>
                  <p:cNvSpPr/>
                  <p:nvPr/>
                </p:nvSpPr>
                <p:spPr>
                  <a:xfrm>
                    <a:off x="1831566" y="5626417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10" name="Graphique 1">
                  <a:extLst>
                    <a:ext uri="{FF2B5EF4-FFF2-40B4-BE49-F238E27FC236}">
                      <a16:creationId xmlns:a16="http://schemas.microsoft.com/office/drawing/2014/main" id="{C6CA911D-E2B1-496F-BBBE-9A8786B82F75}"/>
                    </a:ext>
                  </a:extLst>
                </p:cNvPr>
                <p:cNvGrpSpPr/>
                <p:nvPr/>
              </p:nvGrpSpPr>
              <p:grpSpPr>
                <a:xfrm>
                  <a:off x="2088932" y="5637752"/>
                  <a:ext cx="63341" cy="53816"/>
                  <a:chOff x="2088932" y="5637752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801" name="Forme libre : forme 16800">
                    <a:extLst>
                      <a:ext uri="{FF2B5EF4-FFF2-40B4-BE49-F238E27FC236}">
                        <a16:creationId xmlns:a16="http://schemas.microsoft.com/office/drawing/2014/main" id="{16046225-A1D5-482F-ACA2-A187C393D223}"/>
                      </a:ext>
                    </a:extLst>
                  </p:cNvPr>
                  <p:cNvSpPr/>
                  <p:nvPr/>
                </p:nvSpPr>
                <p:spPr>
                  <a:xfrm>
                    <a:off x="2088932" y="5637752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02" name="Forme libre : forme 16801">
                    <a:extLst>
                      <a:ext uri="{FF2B5EF4-FFF2-40B4-BE49-F238E27FC236}">
                        <a16:creationId xmlns:a16="http://schemas.microsoft.com/office/drawing/2014/main" id="{2A855E2E-943F-41C9-9179-0CE396722390}"/>
                      </a:ext>
                    </a:extLst>
                  </p:cNvPr>
                  <p:cNvSpPr/>
                  <p:nvPr/>
                </p:nvSpPr>
                <p:spPr>
                  <a:xfrm>
                    <a:off x="2135699" y="567499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11" name="Graphique 1">
                  <a:extLst>
                    <a:ext uri="{FF2B5EF4-FFF2-40B4-BE49-F238E27FC236}">
                      <a16:creationId xmlns:a16="http://schemas.microsoft.com/office/drawing/2014/main" id="{807DEE36-36BE-492F-B865-F0F37C552892}"/>
                    </a:ext>
                  </a:extLst>
                </p:cNvPr>
                <p:cNvGrpSpPr/>
                <p:nvPr/>
              </p:nvGrpSpPr>
              <p:grpSpPr>
                <a:xfrm>
                  <a:off x="2866076" y="5272468"/>
                  <a:ext cx="63245" cy="53720"/>
                  <a:chOff x="2866076" y="5272468"/>
                  <a:chExt cx="63245" cy="53720"/>
                </a:xfrm>
                <a:solidFill>
                  <a:srgbClr val="FFFFFF"/>
                </a:solidFill>
              </p:grpSpPr>
              <p:sp>
                <p:nvSpPr>
                  <p:cNvPr id="16799" name="Forme libre : forme 16798">
                    <a:extLst>
                      <a:ext uri="{FF2B5EF4-FFF2-40B4-BE49-F238E27FC236}">
                        <a16:creationId xmlns:a16="http://schemas.microsoft.com/office/drawing/2014/main" id="{6D1F3E56-80A4-4E55-B9B3-F9552B926582}"/>
                      </a:ext>
                    </a:extLst>
                  </p:cNvPr>
                  <p:cNvSpPr/>
                  <p:nvPr/>
                </p:nvSpPr>
                <p:spPr>
                  <a:xfrm>
                    <a:off x="2866076" y="5272468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800" name="Forme libre : forme 16799">
                    <a:extLst>
                      <a:ext uri="{FF2B5EF4-FFF2-40B4-BE49-F238E27FC236}">
                        <a16:creationId xmlns:a16="http://schemas.microsoft.com/office/drawing/2014/main" id="{F405642D-FB65-4555-83B3-E9161BC10E8B}"/>
                      </a:ext>
                    </a:extLst>
                  </p:cNvPr>
                  <p:cNvSpPr/>
                  <p:nvPr/>
                </p:nvSpPr>
                <p:spPr>
                  <a:xfrm>
                    <a:off x="2912749" y="5309615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12" name="Graphique 1">
                  <a:extLst>
                    <a:ext uri="{FF2B5EF4-FFF2-40B4-BE49-F238E27FC236}">
                      <a16:creationId xmlns:a16="http://schemas.microsoft.com/office/drawing/2014/main" id="{3D41FB52-F3C7-4E70-9948-13BF1838664B}"/>
                    </a:ext>
                  </a:extLst>
                </p:cNvPr>
                <p:cNvGrpSpPr/>
                <p:nvPr/>
              </p:nvGrpSpPr>
              <p:grpSpPr>
                <a:xfrm>
                  <a:off x="3213929" y="5439632"/>
                  <a:ext cx="63341" cy="53721"/>
                  <a:chOff x="3213929" y="5439632"/>
                  <a:chExt cx="63341" cy="53721"/>
                </a:xfrm>
                <a:solidFill>
                  <a:srgbClr val="FFFFFF"/>
                </a:solidFill>
              </p:grpSpPr>
              <p:sp>
                <p:nvSpPr>
                  <p:cNvPr id="16797" name="Forme libre : forme 16796">
                    <a:extLst>
                      <a:ext uri="{FF2B5EF4-FFF2-40B4-BE49-F238E27FC236}">
                        <a16:creationId xmlns:a16="http://schemas.microsoft.com/office/drawing/2014/main" id="{B7C17E34-E851-4328-89AE-0365344E7A8A}"/>
                      </a:ext>
                    </a:extLst>
                  </p:cNvPr>
                  <p:cNvSpPr/>
                  <p:nvPr/>
                </p:nvSpPr>
                <p:spPr>
                  <a:xfrm>
                    <a:off x="3213929" y="5439632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98" name="Forme libre : forme 16797">
                    <a:extLst>
                      <a:ext uri="{FF2B5EF4-FFF2-40B4-BE49-F238E27FC236}">
                        <a16:creationId xmlns:a16="http://schemas.microsoft.com/office/drawing/2014/main" id="{C3F83BFE-E0D3-425A-A94B-9EEE0D75A3D0}"/>
                      </a:ext>
                    </a:extLst>
                  </p:cNvPr>
                  <p:cNvSpPr/>
                  <p:nvPr/>
                </p:nvSpPr>
                <p:spPr>
                  <a:xfrm>
                    <a:off x="3260697" y="5476779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13" name="Graphique 1">
                  <a:extLst>
                    <a:ext uri="{FF2B5EF4-FFF2-40B4-BE49-F238E27FC236}">
                      <a16:creationId xmlns:a16="http://schemas.microsoft.com/office/drawing/2014/main" id="{7EFA3CCB-6375-4B83-8A78-3EBE93C8695C}"/>
                    </a:ext>
                  </a:extLst>
                </p:cNvPr>
                <p:cNvGrpSpPr/>
                <p:nvPr/>
              </p:nvGrpSpPr>
              <p:grpSpPr>
                <a:xfrm>
                  <a:off x="2832263" y="5498211"/>
                  <a:ext cx="63341" cy="53816"/>
                  <a:chOff x="2832263" y="5498211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795" name="Forme libre : forme 16794">
                    <a:extLst>
                      <a:ext uri="{FF2B5EF4-FFF2-40B4-BE49-F238E27FC236}">
                        <a16:creationId xmlns:a16="http://schemas.microsoft.com/office/drawing/2014/main" id="{DC960FCA-B356-45F8-B9DE-F98E3B7F7066}"/>
                      </a:ext>
                    </a:extLst>
                  </p:cNvPr>
                  <p:cNvSpPr/>
                  <p:nvPr/>
                </p:nvSpPr>
                <p:spPr>
                  <a:xfrm>
                    <a:off x="2832263" y="5498211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3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96" name="Forme libre : forme 16795">
                    <a:extLst>
                      <a:ext uri="{FF2B5EF4-FFF2-40B4-BE49-F238E27FC236}">
                        <a16:creationId xmlns:a16="http://schemas.microsoft.com/office/drawing/2014/main" id="{180F3685-A2E6-4B58-BE4F-96B928FAC93B}"/>
                      </a:ext>
                    </a:extLst>
                  </p:cNvPr>
                  <p:cNvSpPr/>
                  <p:nvPr/>
                </p:nvSpPr>
                <p:spPr>
                  <a:xfrm>
                    <a:off x="2879030" y="5535453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14" name="Graphique 1">
                  <a:extLst>
                    <a:ext uri="{FF2B5EF4-FFF2-40B4-BE49-F238E27FC236}">
                      <a16:creationId xmlns:a16="http://schemas.microsoft.com/office/drawing/2014/main" id="{AB3F87D7-7605-43CC-84E6-BFEF286FA065}"/>
                    </a:ext>
                  </a:extLst>
                </p:cNvPr>
                <p:cNvGrpSpPr/>
                <p:nvPr/>
              </p:nvGrpSpPr>
              <p:grpSpPr>
                <a:xfrm>
                  <a:off x="2961136" y="5647467"/>
                  <a:ext cx="63246" cy="53720"/>
                  <a:chOff x="2961136" y="5647467"/>
                  <a:chExt cx="63246" cy="53720"/>
                </a:xfrm>
                <a:solidFill>
                  <a:srgbClr val="FFFFFF"/>
                </a:solidFill>
              </p:grpSpPr>
              <p:sp>
                <p:nvSpPr>
                  <p:cNvPr id="16793" name="Forme libre : forme 16792">
                    <a:extLst>
                      <a:ext uri="{FF2B5EF4-FFF2-40B4-BE49-F238E27FC236}">
                        <a16:creationId xmlns:a16="http://schemas.microsoft.com/office/drawing/2014/main" id="{48AD2F1E-70B4-4DDA-8CBA-C9401EB04AC5}"/>
                      </a:ext>
                    </a:extLst>
                  </p:cNvPr>
                  <p:cNvSpPr/>
                  <p:nvPr/>
                </p:nvSpPr>
                <p:spPr>
                  <a:xfrm>
                    <a:off x="2961136" y="5647467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6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94" name="Forme libre : forme 16793">
                    <a:extLst>
                      <a:ext uri="{FF2B5EF4-FFF2-40B4-BE49-F238E27FC236}">
                        <a16:creationId xmlns:a16="http://schemas.microsoft.com/office/drawing/2014/main" id="{8F705C4D-6477-4409-9DA1-2292E5FE0100}"/>
                      </a:ext>
                    </a:extLst>
                  </p:cNvPr>
                  <p:cNvSpPr/>
                  <p:nvPr/>
                </p:nvSpPr>
                <p:spPr>
                  <a:xfrm>
                    <a:off x="3007808" y="568461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15" name="Graphique 1">
                  <a:extLst>
                    <a:ext uri="{FF2B5EF4-FFF2-40B4-BE49-F238E27FC236}">
                      <a16:creationId xmlns:a16="http://schemas.microsoft.com/office/drawing/2014/main" id="{9F70F813-7BBE-438F-B0A5-7EA2D3D1275A}"/>
                    </a:ext>
                  </a:extLst>
                </p:cNvPr>
                <p:cNvGrpSpPr/>
                <p:nvPr/>
              </p:nvGrpSpPr>
              <p:grpSpPr>
                <a:xfrm>
                  <a:off x="3250505" y="5692044"/>
                  <a:ext cx="63245" cy="53721"/>
                  <a:chOff x="3250505" y="5692044"/>
                  <a:chExt cx="63245" cy="53721"/>
                </a:xfrm>
                <a:solidFill>
                  <a:srgbClr val="FFFFFF"/>
                </a:solidFill>
              </p:grpSpPr>
              <p:sp>
                <p:nvSpPr>
                  <p:cNvPr id="16791" name="Forme libre : forme 16790">
                    <a:extLst>
                      <a:ext uri="{FF2B5EF4-FFF2-40B4-BE49-F238E27FC236}">
                        <a16:creationId xmlns:a16="http://schemas.microsoft.com/office/drawing/2014/main" id="{2E378C53-6FDF-44A9-AF04-973F0D67A6E3}"/>
                      </a:ext>
                    </a:extLst>
                  </p:cNvPr>
                  <p:cNvSpPr/>
                  <p:nvPr/>
                </p:nvSpPr>
                <p:spPr>
                  <a:xfrm>
                    <a:off x="3250505" y="5692044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92" name="Forme libre : forme 16791">
                    <a:extLst>
                      <a:ext uri="{FF2B5EF4-FFF2-40B4-BE49-F238E27FC236}">
                        <a16:creationId xmlns:a16="http://schemas.microsoft.com/office/drawing/2014/main" id="{B7C5527C-DDBB-47E5-9C52-803483E1AD7B}"/>
                      </a:ext>
                    </a:extLst>
                  </p:cNvPr>
                  <p:cNvSpPr/>
                  <p:nvPr/>
                </p:nvSpPr>
                <p:spPr>
                  <a:xfrm>
                    <a:off x="3297178" y="5729192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16" name="Graphique 1">
                  <a:extLst>
                    <a:ext uri="{FF2B5EF4-FFF2-40B4-BE49-F238E27FC236}">
                      <a16:creationId xmlns:a16="http://schemas.microsoft.com/office/drawing/2014/main" id="{B2B0D580-D5AF-4F7D-B4A2-6A9B4C31B405}"/>
                    </a:ext>
                  </a:extLst>
                </p:cNvPr>
                <p:cNvGrpSpPr/>
                <p:nvPr/>
              </p:nvGrpSpPr>
              <p:grpSpPr>
                <a:xfrm>
                  <a:off x="3457960" y="5305615"/>
                  <a:ext cx="63245" cy="53720"/>
                  <a:chOff x="3457960" y="5305615"/>
                  <a:chExt cx="63245" cy="53720"/>
                </a:xfrm>
                <a:solidFill>
                  <a:srgbClr val="FFFFFF"/>
                </a:solidFill>
              </p:grpSpPr>
              <p:sp>
                <p:nvSpPr>
                  <p:cNvPr id="16789" name="Forme libre : forme 16788">
                    <a:extLst>
                      <a:ext uri="{FF2B5EF4-FFF2-40B4-BE49-F238E27FC236}">
                        <a16:creationId xmlns:a16="http://schemas.microsoft.com/office/drawing/2014/main" id="{2B0B775E-C038-43F2-91A6-DC256668E653}"/>
                      </a:ext>
                    </a:extLst>
                  </p:cNvPr>
                  <p:cNvSpPr/>
                  <p:nvPr/>
                </p:nvSpPr>
                <p:spPr>
                  <a:xfrm>
                    <a:off x="3457960" y="5305615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3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3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3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90" name="Forme libre : forme 16789">
                    <a:extLst>
                      <a:ext uri="{FF2B5EF4-FFF2-40B4-BE49-F238E27FC236}">
                        <a16:creationId xmlns:a16="http://schemas.microsoft.com/office/drawing/2014/main" id="{061AAE4B-2EAB-4964-981D-C658CECE5760}"/>
                      </a:ext>
                    </a:extLst>
                  </p:cNvPr>
                  <p:cNvSpPr/>
                  <p:nvPr/>
                </p:nvSpPr>
                <p:spPr>
                  <a:xfrm>
                    <a:off x="3504632" y="5342763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17" name="Graphique 1">
                  <a:extLst>
                    <a:ext uri="{FF2B5EF4-FFF2-40B4-BE49-F238E27FC236}">
                      <a16:creationId xmlns:a16="http://schemas.microsoft.com/office/drawing/2014/main" id="{862F9133-8701-428E-B8B7-5123BBED9FA2}"/>
                    </a:ext>
                  </a:extLst>
                </p:cNvPr>
                <p:cNvGrpSpPr/>
                <p:nvPr/>
              </p:nvGrpSpPr>
              <p:grpSpPr>
                <a:xfrm>
                  <a:off x="3722469" y="5321426"/>
                  <a:ext cx="63245" cy="53721"/>
                  <a:chOff x="3722469" y="5321426"/>
                  <a:chExt cx="63245" cy="53721"/>
                </a:xfrm>
                <a:solidFill>
                  <a:srgbClr val="FFFFFF"/>
                </a:solidFill>
              </p:grpSpPr>
              <p:sp>
                <p:nvSpPr>
                  <p:cNvPr id="16787" name="Forme libre : forme 16786">
                    <a:extLst>
                      <a:ext uri="{FF2B5EF4-FFF2-40B4-BE49-F238E27FC236}">
                        <a16:creationId xmlns:a16="http://schemas.microsoft.com/office/drawing/2014/main" id="{63CB3AAB-B00A-410F-8024-BC40481870DD}"/>
                      </a:ext>
                    </a:extLst>
                  </p:cNvPr>
                  <p:cNvSpPr/>
                  <p:nvPr/>
                </p:nvSpPr>
                <p:spPr>
                  <a:xfrm>
                    <a:off x="3722469" y="5321426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88" name="Forme libre : forme 16787">
                    <a:extLst>
                      <a:ext uri="{FF2B5EF4-FFF2-40B4-BE49-F238E27FC236}">
                        <a16:creationId xmlns:a16="http://schemas.microsoft.com/office/drawing/2014/main" id="{765E4272-85D8-4E3F-ACC6-8D7E5CAEC6AE}"/>
                      </a:ext>
                    </a:extLst>
                  </p:cNvPr>
                  <p:cNvSpPr/>
                  <p:nvPr/>
                </p:nvSpPr>
                <p:spPr>
                  <a:xfrm>
                    <a:off x="3769141" y="5358574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18" name="Graphique 1">
                  <a:extLst>
                    <a:ext uri="{FF2B5EF4-FFF2-40B4-BE49-F238E27FC236}">
                      <a16:creationId xmlns:a16="http://schemas.microsoft.com/office/drawing/2014/main" id="{491E3599-E45A-47BF-A46D-69F7B30C8D6F}"/>
                    </a:ext>
                  </a:extLst>
                </p:cNvPr>
                <p:cNvGrpSpPr/>
                <p:nvPr/>
              </p:nvGrpSpPr>
              <p:grpSpPr>
                <a:xfrm>
                  <a:off x="3676463" y="5642895"/>
                  <a:ext cx="63341" cy="53816"/>
                  <a:chOff x="3676463" y="5642895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785" name="Forme libre : forme 16784">
                    <a:extLst>
                      <a:ext uri="{FF2B5EF4-FFF2-40B4-BE49-F238E27FC236}">
                        <a16:creationId xmlns:a16="http://schemas.microsoft.com/office/drawing/2014/main" id="{70084972-142B-4E22-935F-286515758408}"/>
                      </a:ext>
                    </a:extLst>
                  </p:cNvPr>
                  <p:cNvSpPr/>
                  <p:nvPr/>
                </p:nvSpPr>
                <p:spPr>
                  <a:xfrm>
                    <a:off x="3676463" y="5642895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86" name="Forme libre : forme 16785">
                    <a:extLst>
                      <a:ext uri="{FF2B5EF4-FFF2-40B4-BE49-F238E27FC236}">
                        <a16:creationId xmlns:a16="http://schemas.microsoft.com/office/drawing/2014/main" id="{7309458D-26E6-4E54-80EF-BD570077053C}"/>
                      </a:ext>
                    </a:extLst>
                  </p:cNvPr>
                  <p:cNvSpPr/>
                  <p:nvPr/>
                </p:nvSpPr>
                <p:spPr>
                  <a:xfrm>
                    <a:off x="3723231" y="5680138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19" name="Graphique 1">
                  <a:extLst>
                    <a:ext uri="{FF2B5EF4-FFF2-40B4-BE49-F238E27FC236}">
                      <a16:creationId xmlns:a16="http://schemas.microsoft.com/office/drawing/2014/main" id="{06BA995F-18A5-4C6B-94BE-495A1B22599E}"/>
                    </a:ext>
                  </a:extLst>
                </p:cNvPr>
                <p:cNvGrpSpPr/>
                <p:nvPr/>
              </p:nvGrpSpPr>
              <p:grpSpPr>
                <a:xfrm>
                  <a:off x="3884013" y="5433821"/>
                  <a:ext cx="63245" cy="53816"/>
                  <a:chOff x="3884013" y="5433821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6783" name="Forme libre : forme 16782">
                    <a:extLst>
                      <a:ext uri="{FF2B5EF4-FFF2-40B4-BE49-F238E27FC236}">
                        <a16:creationId xmlns:a16="http://schemas.microsoft.com/office/drawing/2014/main" id="{6169744D-3AE9-429D-B3B7-01FD95F7F56F}"/>
                      </a:ext>
                    </a:extLst>
                  </p:cNvPr>
                  <p:cNvSpPr/>
                  <p:nvPr/>
                </p:nvSpPr>
                <p:spPr>
                  <a:xfrm>
                    <a:off x="3884013" y="5433821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84" name="Forme libre : forme 16783">
                    <a:extLst>
                      <a:ext uri="{FF2B5EF4-FFF2-40B4-BE49-F238E27FC236}">
                        <a16:creationId xmlns:a16="http://schemas.microsoft.com/office/drawing/2014/main" id="{48ADC1C7-C258-4959-9E6C-5D09B0CA2CA8}"/>
                      </a:ext>
                    </a:extLst>
                  </p:cNvPr>
                  <p:cNvSpPr/>
                  <p:nvPr/>
                </p:nvSpPr>
                <p:spPr>
                  <a:xfrm>
                    <a:off x="3930686" y="5471064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20" name="Graphique 1">
                  <a:extLst>
                    <a:ext uri="{FF2B5EF4-FFF2-40B4-BE49-F238E27FC236}">
                      <a16:creationId xmlns:a16="http://schemas.microsoft.com/office/drawing/2014/main" id="{415A54BC-2C57-4FAE-A88F-1E4AB9FF1230}"/>
                    </a:ext>
                  </a:extLst>
                </p:cNvPr>
                <p:cNvGrpSpPr/>
                <p:nvPr/>
              </p:nvGrpSpPr>
              <p:grpSpPr>
                <a:xfrm>
                  <a:off x="3999551" y="5286565"/>
                  <a:ext cx="63341" cy="53816"/>
                  <a:chOff x="3999551" y="5286565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781" name="Forme libre : forme 16780">
                    <a:extLst>
                      <a:ext uri="{FF2B5EF4-FFF2-40B4-BE49-F238E27FC236}">
                        <a16:creationId xmlns:a16="http://schemas.microsoft.com/office/drawing/2014/main" id="{30FCF834-984C-4F38-B1E3-8EABF03FAD9B}"/>
                      </a:ext>
                    </a:extLst>
                  </p:cNvPr>
                  <p:cNvSpPr/>
                  <p:nvPr/>
                </p:nvSpPr>
                <p:spPr>
                  <a:xfrm>
                    <a:off x="3999551" y="5286565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82" name="Forme libre : forme 16781">
                    <a:extLst>
                      <a:ext uri="{FF2B5EF4-FFF2-40B4-BE49-F238E27FC236}">
                        <a16:creationId xmlns:a16="http://schemas.microsoft.com/office/drawing/2014/main" id="{BA4254BC-C6A9-4394-AD17-4CEF1BF995B3}"/>
                      </a:ext>
                    </a:extLst>
                  </p:cNvPr>
                  <p:cNvSpPr/>
                  <p:nvPr/>
                </p:nvSpPr>
                <p:spPr>
                  <a:xfrm>
                    <a:off x="4046319" y="5323808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21" name="Graphique 1">
                  <a:extLst>
                    <a:ext uri="{FF2B5EF4-FFF2-40B4-BE49-F238E27FC236}">
                      <a16:creationId xmlns:a16="http://schemas.microsoft.com/office/drawing/2014/main" id="{3B7C9545-DE07-4281-9D2D-9B074C75BC4A}"/>
                    </a:ext>
                  </a:extLst>
                </p:cNvPr>
                <p:cNvGrpSpPr/>
                <p:nvPr/>
              </p:nvGrpSpPr>
              <p:grpSpPr>
                <a:xfrm>
                  <a:off x="4161095" y="5581173"/>
                  <a:ext cx="63341" cy="53721"/>
                  <a:chOff x="4161095" y="5581173"/>
                  <a:chExt cx="63341" cy="53721"/>
                </a:xfrm>
                <a:solidFill>
                  <a:srgbClr val="FFFFFF"/>
                </a:solidFill>
              </p:grpSpPr>
              <p:sp>
                <p:nvSpPr>
                  <p:cNvPr id="16779" name="Forme libre : forme 16778">
                    <a:extLst>
                      <a:ext uri="{FF2B5EF4-FFF2-40B4-BE49-F238E27FC236}">
                        <a16:creationId xmlns:a16="http://schemas.microsoft.com/office/drawing/2014/main" id="{503B5F37-BD73-49EB-839E-1BE73ED3BFE7}"/>
                      </a:ext>
                    </a:extLst>
                  </p:cNvPr>
                  <p:cNvSpPr/>
                  <p:nvPr/>
                </p:nvSpPr>
                <p:spPr>
                  <a:xfrm>
                    <a:off x="4161095" y="5581173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80" name="Forme libre : forme 16779">
                    <a:extLst>
                      <a:ext uri="{FF2B5EF4-FFF2-40B4-BE49-F238E27FC236}">
                        <a16:creationId xmlns:a16="http://schemas.microsoft.com/office/drawing/2014/main" id="{EF9867F0-9FD7-4817-A842-B5DCF8878908}"/>
                      </a:ext>
                    </a:extLst>
                  </p:cNvPr>
                  <p:cNvSpPr/>
                  <p:nvPr/>
                </p:nvSpPr>
                <p:spPr>
                  <a:xfrm>
                    <a:off x="4207863" y="561832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6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6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6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6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6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22" name="Graphique 1">
                  <a:extLst>
                    <a:ext uri="{FF2B5EF4-FFF2-40B4-BE49-F238E27FC236}">
                      <a16:creationId xmlns:a16="http://schemas.microsoft.com/office/drawing/2014/main" id="{C1F1A2AA-1106-45DE-BB18-119CDD6D907B}"/>
                    </a:ext>
                  </a:extLst>
                </p:cNvPr>
                <p:cNvGrpSpPr/>
                <p:nvPr/>
              </p:nvGrpSpPr>
              <p:grpSpPr>
                <a:xfrm>
                  <a:off x="4321592" y="5304758"/>
                  <a:ext cx="63245" cy="53721"/>
                  <a:chOff x="4321592" y="5304758"/>
                  <a:chExt cx="63245" cy="53721"/>
                </a:xfrm>
                <a:solidFill>
                  <a:srgbClr val="FFFFFF"/>
                </a:solidFill>
              </p:grpSpPr>
              <p:sp>
                <p:nvSpPr>
                  <p:cNvPr id="16777" name="Forme libre : forme 16776">
                    <a:extLst>
                      <a:ext uri="{FF2B5EF4-FFF2-40B4-BE49-F238E27FC236}">
                        <a16:creationId xmlns:a16="http://schemas.microsoft.com/office/drawing/2014/main" id="{01EB430E-5410-4A9A-AA6A-B0E1DF824E0C}"/>
                      </a:ext>
                    </a:extLst>
                  </p:cNvPr>
                  <p:cNvSpPr/>
                  <p:nvPr/>
                </p:nvSpPr>
                <p:spPr>
                  <a:xfrm>
                    <a:off x="4321592" y="5304758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3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3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78" name="Forme libre : forme 16777">
                    <a:extLst>
                      <a:ext uri="{FF2B5EF4-FFF2-40B4-BE49-F238E27FC236}">
                        <a16:creationId xmlns:a16="http://schemas.microsoft.com/office/drawing/2014/main" id="{663A42ED-4A48-4288-9327-267B1AEDE08F}"/>
                      </a:ext>
                    </a:extLst>
                  </p:cNvPr>
                  <p:cNvSpPr/>
                  <p:nvPr/>
                </p:nvSpPr>
                <p:spPr>
                  <a:xfrm>
                    <a:off x="4368264" y="5341905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23" name="Graphique 1">
                  <a:extLst>
                    <a:ext uri="{FF2B5EF4-FFF2-40B4-BE49-F238E27FC236}">
                      <a16:creationId xmlns:a16="http://schemas.microsoft.com/office/drawing/2014/main" id="{C594D5B8-5276-447C-87B1-D936083749BD}"/>
                    </a:ext>
                  </a:extLst>
                </p:cNvPr>
                <p:cNvGrpSpPr/>
                <p:nvPr/>
              </p:nvGrpSpPr>
              <p:grpSpPr>
                <a:xfrm>
                  <a:off x="4560764" y="5247703"/>
                  <a:ext cx="63245" cy="53816"/>
                  <a:chOff x="4560764" y="5247703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6775" name="Forme libre : forme 16774">
                    <a:extLst>
                      <a:ext uri="{FF2B5EF4-FFF2-40B4-BE49-F238E27FC236}">
                        <a16:creationId xmlns:a16="http://schemas.microsoft.com/office/drawing/2014/main" id="{37493997-88D5-4A0E-9461-EB784D2FCD2B}"/>
                      </a:ext>
                    </a:extLst>
                  </p:cNvPr>
                  <p:cNvSpPr/>
                  <p:nvPr/>
                </p:nvSpPr>
                <p:spPr>
                  <a:xfrm>
                    <a:off x="4560764" y="5247703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76" name="Forme libre : forme 16775">
                    <a:extLst>
                      <a:ext uri="{FF2B5EF4-FFF2-40B4-BE49-F238E27FC236}">
                        <a16:creationId xmlns:a16="http://schemas.microsoft.com/office/drawing/2014/main" id="{066A9982-DB33-4730-8A16-30317518EB09}"/>
                      </a:ext>
                    </a:extLst>
                  </p:cNvPr>
                  <p:cNvSpPr/>
                  <p:nvPr/>
                </p:nvSpPr>
                <p:spPr>
                  <a:xfrm>
                    <a:off x="4607437" y="5284946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6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6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6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6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6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24" name="Graphique 1">
                  <a:extLst>
                    <a:ext uri="{FF2B5EF4-FFF2-40B4-BE49-F238E27FC236}">
                      <a16:creationId xmlns:a16="http://schemas.microsoft.com/office/drawing/2014/main" id="{3C8E6DD1-0C32-4133-A478-5FD66878C16B}"/>
                    </a:ext>
                  </a:extLst>
                </p:cNvPr>
                <p:cNvGrpSpPr/>
                <p:nvPr/>
              </p:nvGrpSpPr>
              <p:grpSpPr>
                <a:xfrm>
                  <a:off x="4878709" y="5244941"/>
                  <a:ext cx="63245" cy="53816"/>
                  <a:chOff x="4878709" y="5244941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6773" name="Forme libre : forme 16772">
                    <a:extLst>
                      <a:ext uri="{FF2B5EF4-FFF2-40B4-BE49-F238E27FC236}">
                        <a16:creationId xmlns:a16="http://schemas.microsoft.com/office/drawing/2014/main" id="{10AC99A0-DFFA-4060-AC4D-1758F421BC48}"/>
                      </a:ext>
                    </a:extLst>
                  </p:cNvPr>
                  <p:cNvSpPr/>
                  <p:nvPr/>
                </p:nvSpPr>
                <p:spPr>
                  <a:xfrm>
                    <a:off x="4878709" y="5244941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2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2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74" name="Forme libre : forme 16773">
                    <a:extLst>
                      <a:ext uri="{FF2B5EF4-FFF2-40B4-BE49-F238E27FC236}">
                        <a16:creationId xmlns:a16="http://schemas.microsoft.com/office/drawing/2014/main" id="{CEAF4F0F-8894-436B-87E9-D979CF6C99C1}"/>
                      </a:ext>
                    </a:extLst>
                  </p:cNvPr>
                  <p:cNvSpPr/>
                  <p:nvPr/>
                </p:nvSpPr>
                <p:spPr>
                  <a:xfrm>
                    <a:off x="4925381" y="5282183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25" name="Graphique 1">
                  <a:extLst>
                    <a:ext uri="{FF2B5EF4-FFF2-40B4-BE49-F238E27FC236}">
                      <a16:creationId xmlns:a16="http://schemas.microsoft.com/office/drawing/2014/main" id="{122ED8F5-698F-4419-BD84-3BB59200F19E}"/>
                    </a:ext>
                  </a:extLst>
                </p:cNvPr>
                <p:cNvGrpSpPr/>
                <p:nvPr/>
              </p:nvGrpSpPr>
              <p:grpSpPr>
                <a:xfrm>
                  <a:off x="4669064" y="5611368"/>
                  <a:ext cx="63341" cy="53816"/>
                  <a:chOff x="4669064" y="5611368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771" name="Forme libre : forme 16770">
                    <a:extLst>
                      <a:ext uri="{FF2B5EF4-FFF2-40B4-BE49-F238E27FC236}">
                        <a16:creationId xmlns:a16="http://schemas.microsoft.com/office/drawing/2014/main" id="{C28F4212-30D7-450C-820A-7F60C1059648}"/>
                      </a:ext>
                    </a:extLst>
                  </p:cNvPr>
                  <p:cNvSpPr/>
                  <p:nvPr/>
                </p:nvSpPr>
                <p:spPr>
                  <a:xfrm>
                    <a:off x="4669064" y="5611368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72" name="Forme libre : forme 16771">
                    <a:extLst>
                      <a:ext uri="{FF2B5EF4-FFF2-40B4-BE49-F238E27FC236}">
                        <a16:creationId xmlns:a16="http://schemas.microsoft.com/office/drawing/2014/main" id="{641C6A57-2C7A-4FD0-A13A-9975B24033DB}"/>
                      </a:ext>
                    </a:extLst>
                  </p:cNvPr>
                  <p:cNvSpPr/>
                  <p:nvPr/>
                </p:nvSpPr>
                <p:spPr>
                  <a:xfrm>
                    <a:off x="4715831" y="5648610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1"/>
                          <a:pt x="3710" y="0"/>
                          <a:pt x="8287" y="0"/>
                        </a:cubicBezTo>
                        <a:cubicBezTo>
                          <a:pt x="12863" y="0"/>
                          <a:pt x="16573" y="3711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26" name="Graphique 1">
                  <a:extLst>
                    <a:ext uri="{FF2B5EF4-FFF2-40B4-BE49-F238E27FC236}">
                      <a16:creationId xmlns:a16="http://schemas.microsoft.com/office/drawing/2014/main" id="{6B6671D2-22E9-45A9-8603-0254224050B6}"/>
                    </a:ext>
                  </a:extLst>
                </p:cNvPr>
                <p:cNvGrpSpPr/>
                <p:nvPr/>
              </p:nvGrpSpPr>
              <p:grpSpPr>
                <a:xfrm>
                  <a:off x="5115691" y="5299424"/>
                  <a:ext cx="63341" cy="53720"/>
                  <a:chOff x="5115691" y="5299424"/>
                  <a:chExt cx="63341" cy="53720"/>
                </a:xfrm>
                <a:solidFill>
                  <a:srgbClr val="FFFFFF"/>
                </a:solidFill>
              </p:grpSpPr>
              <p:sp>
                <p:nvSpPr>
                  <p:cNvPr id="16769" name="Forme libre : forme 16768">
                    <a:extLst>
                      <a:ext uri="{FF2B5EF4-FFF2-40B4-BE49-F238E27FC236}">
                        <a16:creationId xmlns:a16="http://schemas.microsoft.com/office/drawing/2014/main" id="{971C6672-7186-4EBE-AA78-BFDA0EBF0EAB}"/>
                      </a:ext>
                    </a:extLst>
                  </p:cNvPr>
                  <p:cNvSpPr/>
                  <p:nvPr/>
                </p:nvSpPr>
                <p:spPr>
                  <a:xfrm>
                    <a:off x="5115691" y="5299424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70" name="Forme libre : forme 16769">
                    <a:extLst>
                      <a:ext uri="{FF2B5EF4-FFF2-40B4-BE49-F238E27FC236}">
                        <a16:creationId xmlns:a16="http://schemas.microsoft.com/office/drawing/2014/main" id="{652B8E5A-6983-4B58-A12A-5502BF583118}"/>
                      </a:ext>
                    </a:extLst>
                  </p:cNvPr>
                  <p:cNvSpPr/>
                  <p:nvPr/>
                </p:nvSpPr>
                <p:spPr>
                  <a:xfrm>
                    <a:off x="5162458" y="533657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27" name="Graphique 1">
                  <a:extLst>
                    <a:ext uri="{FF2B5EF4-FFF2-40B4-BE49-F238E27FC236}">
                      <a16:creationId xmlns:a16="http://schemas.microsoft.com/office/drawing/2014/main" id="{FF132FDF-B3BD-4FB3-9CFB-D67A23230888}"/>
                    </a:ext>
                  </a:extLst>
                </p:cNvPr>
                <p:cNvGrpSpPr/>
                <p:nvPr/>
              </p:nvGrpSpPr>
              <p:grpSpPr>
                <a:xfrm>
                  <a:off x="5702050" y="5233225"/>
                  <a:ext cx="63341" cy="53816"/>
                  <a:chOff x="5702050" y="5233225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767" name="Forme libre : forme 16766">
                    <a:extLst>
                      <a:ext uri="{FF2B5EF4-FFF2-40B4-BE49-F238E27FC236}">
                        <a16:creationId xmlns:a16="http://schemas.microsoft.com/office/drawing/2014/main" id="{F2340DA0-47E0-400E-BCFE-1F821A32A716}"/>
                      </a:ext>
                    </a:extLst>
                  </p:cNvPr>
                  <p:cNvSpPr/>
                  <p:nvPr/>
                </p:nvSpPr>
                <p:spPr>
                  <a:xfrm>
                    <a:off x="5702050" y="5233225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2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2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2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68" name="Forme libre : forme 16767">
                    <a:extLst>
                      <a:ext uri="{FF2B5EF4-FFF2-40B4-BE49-F238E27FC236}">
                        <a16:creationId xmlns:a16="http://schemas.microsoft.com/office/drawing/2014/main" id="{59BAEBDD-4CD3-4C7D-936C-FDED8C420898}"/>
                      </a:ext>
                    </a:extLst>
                  </p:cNvPr>
                  <p:cNvSpPr/>
                  <p:nvPr/>
                </p:nvSpPr>
                <p:spPr>
                  <a:xfrm>
                    <a:off x="5748818" y="5270468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28" name="Graphique 1">
                  <a:extLst>
                    <a:ext uri="{FF2B5EF4-FFF2-40B4-BE49-F238E27FC236}">
                      <a16:creationId xmlns:a16="http://schemas.microsoft.com/office/drawing/2014/main" id="{74C881DA-38A5-4567-9EF4-77A1F0CA14B4}"/>
                    </a:ext>
                  </a:extLst>
                </p:cNvPr>
                <p:cNvGrpSpPr/>
                <p:nvPr/>
              </p:nvGrpSpPr>
              <p:grpSpPr>
                <a:xfrm>
                  <a:off x="5986752" y="5234463"/>
                  <a:ext cx="63246" cy="53721"/>
                  <a:chOff x="5986752" y="5234463"/>
                  <a:chExt cx="63246" cy="53721"/>
                </a:xfrm>
                <a:solidFill>
                  <a:srgbClr val="FFFFFF"/>
                </a:solidFill>
              </p:grpSpPr>
              <p:sp>
                <p:nvSpPr>
                  <p:cNvPr id="16765" name="Forme libre : forme 16764">
                    <a:extLst>
                      <a:ext uri="{FF2B5EF4-FFF2-40B4-BE49-F238E27FC236}">
                        <a16:creationId xmlns:a16="http://schemas.microsoft.com/office/drawing/2014/main" id="{DA1E207B-F593-490C-9C37-189A8AF12528}"/>
                      </a:ext>
                    </a:extLst>
                  </p:cNvPr>
                  <p:cNvSpPr/>
                  <p:nvPr/>
                </p:nvSpPr>
                <p:spPr>
                  <a:xfrm>
                    <a:off x="5986752" y="5234463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66" name="Forme libre : forme 16765">
                    <a:extLst>
                      <a:ext uri="{FF2B5EF4-FFF2-40B4-BE49-F238E27FC236}">
                        <a16:creationId xmlns:a16="http://schemas.microsoft.com/office/drawing/2014/main" id="{021EF915-8AC4-4A7D-9B5B-4B5D12B2ABF4}"/>
                      </a:ext>
                    </a:extLst>
                  </p:cNvPr>
                  <p:cNvSpPr/>
                  <p:nvPr/>
                </p:nvSpPr>
                <p:spPr>
                  <a:xfrm>
                    <a:off x="6033425" y="527161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29" name="Graphique 1">
                  <a:extLst>
                    <a:ext uri="{FF2B5EF4-FFF2-40B4-BE49-F238E27FC236}">
                      <a16:creationId xmlns:a16="http://schemas.microsoft.com/office/drawing/2014/main" id="{9F9945DC-2A21-46F2-8CE1-E90E7BB38258}"/>
                    </a:ext>
                  </a:extLst>
                </p:cNvPr>
                <p:cNvGrpSpPr/>
                <p:nvPr/>
              </p:nvGrpSpPr>
              <p:grpSpPr>
                <a:xfrm>
                  <a:off x="6235450" y="5224938"/>
                  <a:ext cx="63246" cy="53816"/>
                  <a:chOff x="6235450" y="5224938"/>
                  <a:chExt cx="63246" cy="53816"/>
                </a:xfrm>
                <a:solidFill>
                  <a:srgbClr val="FFFFFF"/>
                </a:solidFill>
              </p:grpSpPr>
              <p:sp>
                <p:nvSpPr>
                  <p:cNvPr id="16763" name="Forme libre : forme 16762">
                    <a:extLst>
                      <a:ext uri="{FF2B5EF4-FFF2-40B4-BE49-F238E27FC236}">
                        <a16:creationId xmlns:a16="http://schemas.microsoft.com/office/drawing/2014/main" id="{2B8A7641-F3F5-450D-84A2-D8861BA45948}"/>
                      </a:ext>
                    </a:extLst>
                  </p:cNvPr>
                  <p:cNvSpPr/>
                  <p:nvPr/>
                </p:nvSpPr>
                <p:spPr>
                  <a:xfrm>
                    <a:off x="6235450" y="5224938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64" name="Forme libre : forme 16763">
                    <a:extLst>
                      <a:ext uri="{FF2B5EF4-FFF2-40B4-BE49-F238E27FC236}">
                        <a16:creationId xmlns:a16="http://schemas.microsoft.com/office/drawing/2014/main" id="{DCFDE791-1442-49C6-9F2A-74DE46FADA0A}"/>
                      </a:ext>
                    </a:extLst>
                  </p:cNvPr>
                  <p:cNvSpPr/>
                  <p:nvPr/>
                </p:nvSpPr>
                <p:spPr>
                  <a:xfrm>
                    <a:off x="6282122" y="526218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30" name="Graphique 1">
                  <a:extLst>
                    <a:ext uri="{FF2B5EF4-FFF2-40B4-BE49-F238E27FC236}">
                      <a16:creationId xmlns:a16="http://schemas.microsoft.com/office/drawing/2014/main" id="{5FFDB248-3F7A-458A-9C2B-D07F497E9310}"/>
                    </a:ext>
                  </a:extLst>
                </p:cNvPr>
                <p:cNvGrpSpPr/>
                <p:nvPr/>
              </p:nvGrpSpPr>
              <p:grpSpPr>
                <a:xfrm>
                  <a:off x="5786727" y="5498401"/>
                  <a:ext cx="63246" cy="53720"/>
                  <a:chOff x="5786727" y="5498401"/>
                  <a:chExt cx="63246" cy="53720"/>
                </a:xfrm>
                <a:solidFill>
                  <a:srgbClr val="FFFFFF"/>
                </a:solidFill>
              </p:grpSpPr>
              <p:sp>
                <p:nvSpPr>
                  <p:cNvPr id="16761" name="Forme libre : forme 16760">
                    <a:extLst>
                      <a:ext uri="{FF2B5EF4-FFF2-40B4-BE49-F238E27FC236}">
                        <a16:creationId xmlns:a16="http://schemas.microsoft.com/office/drawing/2014/main" id="{C1E27A94-2E17-4962-A925-A0B0841FD666}"/>
                      </a:ext>
                    </a:extLst>
                  </p:cNvPr>
                  <p:cNvSpPr/>
                  <p:nvPr/>
                </p:nvSpPr>
                <p:spPr>
                  <a:xfrm>
                    <a:off x="5786727" y="5498401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62" name="Forme libre : forme 16761">
                    <a:extLst>
                      <a:ext uri="{FF2B5EF4-FFF2-40B4-BE49-F238E27FC236}">
                        <a16:creationId xmlns:a16="http://schemas.microsoft.com/office/drawing/2014/main" id="{4CA9EA3A-70DB-4AE3-A25D-5F185990BB3D}"/>
                      </a:ext>
                    </a:extLst>
                  </p:cNvPr>
                  <p:cNvSpPr/>
                  <p:nvPr/>
                </p:nvSpPr>
                <p:spPr>
                  <a:xfrm>
                    <a:off x="5833400" y="5535549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1"/>
                          <a:pt x="3710" y="0"/>
                          <a:pt x="8287" y="0"/>
                        </a:cubicBezTo>
                        <a:cubicBezTo>
                          <a:pt x="12863" y="0"/>
                          <a:pt x="16573" y="3711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31" name="Graphique 1">
                  <a:extLst>
                    <a:ext uri="{FF2B5EF4-FFF2-40B4-BE49-F238E27FC236}">
                      <a16:creationId xmlns:a16="http://schemas.microsoft.com/office/drawing/2014/main" id="{39635423-6358-4C3C-A847-4BB49044D7DA}"/>
                    </a:ext>
                  </a:extLst>
                </p:cNvPr>
                <p:cNvGrpSpPr/>
                <p:nvPr/>
              </p:nvGrpSpPr>
              <p:grpSpPr>
                <a:xfrm>
                  <a:off x="5573367" y="5403913"/>
                  <a:ext cx="63341" cy="53721"/>
                  <a:chOff x="5573367" y="5403913"/>
                  <a:chExt cx="63341" cy="53721"/>
                </a:xfrm>
                <a:solidFill>
                  <a:srgbClr val="FFFFFF"/>
                </a:solidFill>
              </p:grpSpPr>
              <p:sp>
                <p:nvSpPr>
                  <p:cNvPr id="16759" name="Forme libre : forme 16758">
                    <a:extLst>
                      <a:ext uri="{FF2B5EF4-FFF2-40B4-BE49-F238E27FC236}">
                        <a16:creationId xmlns:a16="http://schemas.microsoft.com/office/drawing/2014/main" id="{EB489670-239E-46C2-86B9-57CCB8E33F06}"/>
                      </a:ext>
                    </a:extLst>
                  </p:cNvPr>
                  <p:cNvSpPr/>
                  <p:nvPr/>
                </p:nvSpPr>
                <p:spPr>
                  <a:xfrm>
                    <a:off x="5573367" y="5403913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2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2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60" name="Forme libre : forme 16759">
                    <a:extLst>
                      <a:ext uri="{FF2B5EF4-FFF2-40B4-BE49-F238E27FC236}">
                        <a16:creationId xmlns:a16="http://schemas.microsoft.com/office/drawing/2014/main" id="{DA23FA70-F4E8-4581-92D9-AED1B879AF39}"/>
                      </a:ext>
                    </a:extLst>
                  </p:cNvPr>
                  <p:cNvSpPr/>
                  <p:nvPr/>
                </p:nvSpPr>
                <p:spPr>
                  <a:xfrm>
                    <a:off x="5620135" y="544106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32" name="Graphique 1">
                  <a:extLst>
                    <a:ext uri="{FF2B5EF4-FFF2-40B4-BE49-F238E27FC236}">
                      <a16:creationId xmlns:a16="http://schemas.microsoft.com/office/drawing/2014/main" id="{73AE6929-D1E9-40DC-8F9F-668E7C91905C}"/>
                    </a:ext>
                  </a:extLst>
                </p:cNvPr>
                <p:cNvGrpSpPr/>
                <p:nvPr/>
              </p:nvGrpSpPr>
              <p:grpSpPr>
                <a:xfrm>
                  <a:off x="5341433" y="5609748"/>
                  <a:ext cx="63246" cy="53816"/>
                  <a:chOff x="5341433" y="5609748"/>
                  <a:chExt cx="63246" cy="53816"/>
                </a:xfrm>
                <a:solidFill>
                  <a:srgbClr val="FFFFFF"/>
                </a:solidFill>
              </p:grpSpPr>
              <p:sp>
                <p:nvSpPr>
                  <p:cNvPr id="16757" name="Forme libre : forme 16756">
                    <a:extLst>
                      <a:ext uri="{FF2B5EF4-FFF2-40B4-BE49-F238E27FC236}">
                        <a16:creationId xmlns:a16="http://schemas.microsoft.com/office/drawing/2014/main" id="{1C96D6BD-E4BB-4CB4-99C4-1246178C2786}"/>
                      </a:ext>
                    </a:extLst>
                  </p:cNvPr>
                  <p:cNvSpPr/>
                  <p:nvPr/>
                </p:nvSpPr>
                <p:spPr>
                  <a:xfrm>
                    <a:off x="5341433" y="5609748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58" name="Forme libre : forme 16757">
                    <a:extLst>
                      <a:ext uri="{FF2B5EF4-FFF2-40B4-BE49-F238E27FC236}">
                        <a16:creationId xmlns:a16="http://schemas.microsoft.com/office/drawing/2014/main" id="{A8B19D55-4DBD-4962-BB7B-13F604F73691}"/>
                      </a:ext>
                    </a:extLst>
                  </p:cNvPr>
                  <p:cNvSpPr/>
                  <p:nvPr/>
                </p:nvSpPr>
                <p:spPr>
                  <a:xfrm>
                    <a:off x="5388106" y="564699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33" name="Graphique 1">
                  <a:extLst>
                    <a:ext uri="{FF2B5EF4-FFF2-40B4-BE49-F238E27FC236}">
                      <a16:creationId xmlns:a16="http://schemas.microsoft.com/office/drawing/2014/main" id="{53245170-18E6-4260-87EE-CDAE9F64CE9D}"/>
                    </a:ext>
                  </a:extLst>
                </p:cNvPr>
                <p:cNvGrpSpPr/>
                <p:nvPr/>
              </p:nvGrpSpPr>
              <p:grpSpPr>
                <a:xfrm>
                  <a:off x="5129216" y="5508402"/>
                  <a:ext cx="63246" cy="53816"/>
                  <a:chOff x="5129216" y="5508402"/>
                  <a:chExt cx="63246" cy="53816"/>
                </a:xfrm>
                <a:solidFill>
                  <a:srgbClr val="FFFFFF"/>
                </a:solidFill>
              </p:grpSpPr>
              <p:sp>
                <p:nvSpPr>
                  <p:cNvPr id="16755" name="Forme libre : forme 16754">
                    <a:extLst>
                      <a:ext uri="{FF2B5EF4-FFF2-40B4-BE49-F238E27FC236}">
                        <a16:creationId xmlns:a16="http://schemas.microsoft.com/office/drawing/2014/main" id="{8CD13BDE-D923-4AD1-8016-868A94E8799A}"/>
                      </a:ext>
                    </a:extLst>
                  </p:cNvPr>
                  <p:cNvSpPr/>
                  <p:nvPr/>
                </p:nvSpPr>
                <p:spPr>
                  <a:xfrm>
                    <a:off x="5129216" y="5508402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56" name="Forme libre : forme 16755">
                    <a:extLst>
                      <a:ext uri="{FF2B5EF4-FFF2-40B4-BE49-F238E27FC236}">
                        <a16:creationId xmlns:a16="http://schemas.microsoft.com/office/drawing/2014/main" id="{CE10AB17-F94F-4B86-AD70-AF3AC6913BF4}"/>
                      </a:ext>
                    </a:extLst>
                  </p:cNvPr>
                  <p:cNvSpPr/>
                  <p:nvPr/>
                </p:nvSpPr>
                <p:spPr>
                  <a:xfrm>
                    <a:off x="5175889" y="554564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4" y="16574"/>
                          <a:pt x="8287" y="16574"/>
                        </a:cubicBezTo>
                        <a:cubicBezTo>
                          <a:pt x="3711" y="16574"/>
                          <a:pt x="0" y="12863"/>
                          <a:pt x="0" y="8287"/>
                        </a:cubicBezTo>
                        <a:cubicBezTo>
                          <a:pt x="0" y="3711"/>
                          <a:pt x="3711" y="0"/>
                          <a:pt x="8287" y="0"/>
                        </a:cubicBezTo>
                        <a:cubicBezTo>
                          <a:pt x="12864" y="0"/>
                          <a:pt x="16574" y="3711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34" name="Graphique 1">
                  <a:extLst>
                    <a:ext uri="{FF2B5EF4-FFF2-40B4-BE49-F238E27FC236}">
                      <a16:creationId xmlns:a16="http://schemas.microsoft.com/office/drawing/2014/main" id="{523B2C09-AB3A-4B7C-9F29-1B05A082235A}"/>
                    </a:ext>
                  </a:extLst>
                </p:cNvPr>
                <p:cNvGrpSpPr/>
                <p:nvPr/>
              </p:nvGrpSpPr>
              <p:grpSpPr>
                <a:xfrm>
                  <a:off x="5400012" y="5449824"/>
                  <a:ext cx="63245" cy="53816"/>
                  <a:chOff x="5400012" y="5449824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6753" name="Forme libre : forme 16752">
                    <a:extLst>
                      <a:ext uri="{FF2B5EF4-FFF2-40B4-BE49-F238E27FC236}">
                        <a16:creationId xmlns:a16="http://schemas.microsoft.com/office/drawing/2014/main" id="{6D11AA2F-616C-4EBC-A2B6-90E9BB274C5E}"/>
                      </a:ext>
                    </a:extLst>
                  </p:cNvPr>
                  <p:cNvSpPr/>
                  <p:nvPr/>
                </p:nvSpPr>
                <p:spPr>
                  <a:xfrm>
                    <a:off x="5400012" y="5449824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2 h 32385"/>
                      <a:gd name="connsiteX1" fmla="*/ 16193 w 32385"/>
                      <a:gd name="connsiteY1" fmla="*/ 32385 h 32385"/>
                      <a:gd name="connsiteX2" fmla="*/ 0 w 32385"/>
                      <a:gd name="connsiteY2" fmla="*/ 16192 h 32385"/>
                      <a:gd name="connsiteX3" fmla="*/ 16193 w 32385"/>
                      <a:gd name="connsiteY3" fmla="*/ 0 h 32385"/>
                      <a:gd name="connsiteX4" fmla="*/ 32385 w 32385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2"/>
                        </a:moveTo>
                        <a:cubicBezTo>
                          <a:pt x="32385" y="25135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50" y="0"/>
                          <a:pt x="16193" y="0"/>
                        </a:cubicBezTo>
                        <a:cubicBezTo>
                          <a:pt x="25136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54" name="Forme libre : forme 16753">
                    <a:extLst>
                      <a:ext uri="{FF2B5EF4-FFF2-40B4-BE49-F238E27FC236}">
                        <a16:creationId xmlns:a16="http://schemas.microsoft.com/office/drawing/2014/main" id="{2A43BE71-F0E4-4716-881A-4A7A234EB424}"/>
                      </a:ext>
                    </a:extLst>
                  </p:cNvPr>
                  <p:cNvSpPr/>
                  <p:nvPr/>
                </p:nvSpPr>
                <p:spPr>
                  <a:xfrm>
                    <a:off x="5446685" y="5487066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1" y="16573"/>
                          <a:pt x="0" y="12863"/>
                          <a:pt x="0" y="8287"/>
                        </a:cubicBezTo>
                        <a:cubicBezTo>
                          <a:pt x="0" y="3710"/>
                          <a:pt x="3711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35" name="Graphique 1">
                  <a:extLst>
                    <a:ext uri="{FF2B5EF4-FFF2-40B4-BE49-F238E27FC236}">
                      <a16:creationId xmlns:a16="http://schemas.microsoft.com/office/drawing/2014/main" id="{FD4AAAE9-529B-46E6-AE37-AA1886D5534F}"/>
                    </a:ext>
                  </a:extLst>
                </p:cNvPr>
                <p:cNvGrpSpPr/>
                <p:nvPr/>
              </p:nvGrpSpPr>
              <p:grpSpPr>
                <a:xfrm>
                  <a:off x="6259548" y="5404294"/>
                  <a:ext cx="63341" cy="53816"/>
                  <a:chOff x="6259548" y="5404294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751" name="Forme libre : forme 16750">
                    <a:extLst>
                      <a:ext uri="{FF2B5EF4-FFF2-40B4-BE49-F238E27FC236}">
                        <a16:creationId xmlns:a16="http://schemas.microsoft.com/office/drawing/2014/main" id="{C2432E06-FC04-44DC-8888-1D9A3EE5EE61}"/>
                      </a:ext>
                    </a:extLst>
                  </p:cNvPr>
                  <p:cNvSpPr/>
                  <p:nvPr/>
                </p:nvSpPr>
                <p:spPr>
                  <a:xfrm>
                    <a:off x="6259548" y="5404294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3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3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3"/>
                        </a:cubicBezTo>
                        <a:cubicBezTo>
                          <a:pt x="0" y="7250"/>
                          <a:pt x="7250" y="0"/>
                          <a:pt x="16193" y="0"/>
                        </a:cubicBezTo>
                        <a:cubicBezTo>
                          <a:pt x="25136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52" name="Forme libre : forme 16751">
                    <a:extLst>
                      <a:ext uri="{FF2B5EF4-FFF2-40B4-BE49-F238E27FC236}">
                        <a16:creationId xmlns:a16="http://schemas.microsoft.com/office/drawing/2014/main" id="{2DF8F1B3-5B55-4368-A6DF-F8413C83FF32}"/>
                      </a:ext>
                    </a:extLst>
                  </p:cNvPr>
                  <p:cNvSpPr/>
                  <p:nvPr/>
                </p:nvSpPr>
                <p:spPr>
                  <a:xfrm>
                    <a:off x="6306316" y="5441537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6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6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6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6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1" y="16573"/>
                          <a:pt x="0" y="12863"/>
                          <a:pt x="0" y="8286"/>
                        </a:cubicBezTo>
                        <a:cubicBezTo>
                          <a:pt x="0" y="3710"/>
                          <a:pt x="3711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36" name="Graphique 1">
                  <a:extLst>
                    <a:ext uri="{FF2B5EF4-FFF2-40B4-BE49-F238E27FC236}">
                      <a16:creationId xmlns:a16="http://schemas.microsoft.com/office/drawing/2014/main" id="{4D02B579-9AA3-4B93-B79C-5FA6474A5D12}"/>
                    </a:ext>
                  </a:extLst>
                </p:cNvPr>
                <p:cNvGrpSpPr/>
                <p:nvPr/>
              </p:nvGrpSpPr>
              <p:grpSpPr>
                <a:xfrm>
                  <a:off x="6462240" y="5264943"/>
                  <a:ext cx="63341" cy="53720"/>
                  <a:chOff x="6462240" y="5264943"/>
                  <a:chExt cx="63341" cy="53720"/>
                </a:xfrm>
                <a:solidFill>
                  <a:srgbClr val="FFFFFF"/>
                </a:solidFill>
              </p:grpSpPr>
              <p:sp>
                <p:nvSpPr>
                  <p:cNvPr id="16749" name="Forme libre : forme 16748">
                    <a:extLst>
                      <a:ext uri="{FF2B5EF4-FFF2-40B4-BE49-F238E27FC236}">
                        <a16:creationId xmlns:a16="http://schemas.microsoft.com/office/drawing/2014/main" id="{3823D042-8240-4129-B020-9D46980C60BF}"/>
                      </a:ext>
                    </a:extLst>
                  </p:cNvPr>
                  <p:cNvSpPr/>
                  <p:nvPr/>
                </p:nvSpPr>
                <p:spPr>
                  <a:xfrm>
                    <a:off x="6462240" y="5264943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50"/>
                          <a:pt x="7249" y="0"/>
                          <a:pt x="16192" y="0"/>
                        </a:cubicBezTo>
                        <a:cubicBezTo>
                          <a:pt x="25135" y="0"/>
                          <a:pt x="32385" y="7250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50" name="Forme libre : forme 16749">
                    <a:extLst>
                      <a:ext uri="{FF2B5EF4-FFF2-40B4-BE49-F238E27FC236}">
                        <a16:creationId xmlns:a16="http://schemas.microsoft.com/office/drawing/2014/main" id="{0FD3DC67-1713-453B-B431-A673B37F493D}"/>
                      </a:ext>
                    </a:extLst>
                  </p:cNvPr>
                  <p:cNvSpPr/>
                  <p:nvPr/>
                </p:nvSpPr>
                <p:spPr>
                  <a:xfrm>
                    <a:off x="6509008" y="5302091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37" name="Graphique 1">
                  <a:extLst>
                    <a:ext uri="{FF2B5EF4-FFF2-40B4-BE49-F238E27FC236}">
                      <a16:creationId xmlns:a16="http://schemas.microsoft.com/office/drawing/2014/main" id="{E77B979A-E544-40B9-848F-F1299003B73E}"/>
                    </a:ext>
                  </a:extLst>
                </p:cNvPr>
                <p:cNvGrpSpPr/>
                <p:nvPr/>
              </p:nvGrpSpPr>
              <p:grpSpPr>
                <a:xfrm>
                  <a:off x="6091336" y="5669946"/>
                  <a:ext cx="63246" cy="53816"/>
                  <a:chOff x="6091336" y="5669946"/>
                  <a:chExt cx="63246" cy="53816"/>
                </a:xfrm>
                <a:solidFill>
                  <a:srgbClr val="FFFFFF"/>
                </a:solidFill>
              </p:grpSpPr>
              <p:sp>
                <p:nvSpPr>
                  <p:cNvPr id="16747" name="Forme libre : forme 16746">
                    <a:extLst>
                      <a:ext uri="{FF2B5EF4-FFF2-40B4-BE49-F238E27FC236}">
                        <a16:creationId xmlns:a16="http://schemas.microsoft.com/office/drawing/2014/main" id="{5E5FF27A-62C3-496D-837D-F4B03DD8733D}"/>
                      </a:ext>
                    </a:extLst>
                  </p:cNvPr>
                  <p:cNvSpPr/>
                  <p:nvPr/>
                </p:nvSpPr>
                <p:spPr>
                  <a:xfrm>
                    <a:off x="6091336" y="5669946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2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2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48" name="Forme libre : forme 16747">
                    <a:extLst>
                      <a:ext uri="{FF2B5EF4-FFF2-40B4-BE49-F238E27FC236}">
                        <a16:creationId xmlns:a16="http://schemas.microsoft.com/office/drawing/2014/main" id="{84F62145-FE4E-45DC-9557-34FD7669A869}"/>
                      </a:ext>
                    </a:extLst>
                  </p:cNvPr>
                  <p:cNvSpPr/>
                  <p:nvPr/>
                </p:nvSpPr>
                <p:spPr>
                  <a:xfrm>
                    <a:off x="6138009" y="5707189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38" name="Graphique 1">
                  <a:extLst>
                    <a:ext uri="{FF2B5EF4-FFF2-40B4-BE49-F238E27FC236}">
                      <a16:creationId xmlns:a16="http://schemas.microsoft.com/office/drawing/2014/main" id="{E0F471C2-9853-4355-88C6-261E5A5CF7B2}"/>
                    </a:ext>
                  </a:extLst>
                </p:cNvPr>
                <p:cNvGrpSpPr/>
                <p:nvPr/>
              </p:nvGrpSpPr>
              <p:grpSpPr>
                <a:xfrm>
                  <a:off x="5586893" y="5658897"/>
                  <a:ext cx="63245" cy="53721"/>
                  <a:chOff x="5586893" y="5658897"/>
                  <a:chExt cx="63245" cy="53721"/>
                </a:xfrm>
                <a:solidFill>
                  <a:srgbClr val="FFFFFF"/>
                </a:solidFill>
              </p:grpSpPr>
              <p:sp>
                <p:nvSpPr>
                  <p:cNvPr id="16745" name="Forme libre : forme 16744">
                    <a:extLst>
                      <a:ext uri="{FF2B5EF4-FFF2-40B4-BE49-F238E27FC236}">
                        <a16:creationId xmlns:a16="http://schemas.microsoft.com/office/drawing/2014/main" id="{8F18B9D7-6C39-4F88-B290-F5F4FAFCCC64}"/>
                      </a:ext>
                    </a:extLst>
                  </p:cNvPr>
                  <p:cNvSpPr/>
                  <p:nvPr/>
                </p:nvSpPr>
                <p:spPr>
                  <a:xfrm>
                    <a:off x="5586893" y="5658897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2 h 32385"/>
                      <a:gd name="connsiteX1" fmla="*/ 16193 w 32385"/>
                      <a:gd name="connsiteY1" fmla="*/ 32385 h 32385"/>
                      <a:gd name="connsiteX2" fmla="*/ 0 w 32385"/>
                      <a:gd name="connsiteY2" fmla="*/ 16192 h 32385"/>
                      <a:gd name="connsiteX3" fmla="*/ 16193 w 32385"/>
                      <a:gd name="connsiteY3" fmla="*/ 0 h 32385"/>
                      <a:gd name="connsiteX4" fmla="*/ 32385 w 32385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2"/>
                        </a:moveTo>
                        <a:cubicBezTo>
                          <a:pt x="32385" y="25136"/>
                          <a:pt x="25136" y="32385"/>
                          <a:pt x="16193" y="32385"/>
                        </a:cubicBezTo>
                        <a:cubicBezTo>
                          <a:pt x="7250" y="32385"/>
                          <a:pt x="0" y="25136"/>
                          <a:pt x="0" y="16192"/>
                        </a:cubicBezTo>
                        <a:cubicBezTo>
                          <a:pt x="0" y="7249"/>
                          <a:pt x="7250" y="0"/>
                          <a:pt x="16193" y="0"/>
                        </a:cubicBezTo>
                        <a:cubicBezTo>
                          <a:pt x="25136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46" name="Forme libre : forme 16745">
                    <a:extLst>
                      <a:ext uri="{FF2B5EF4-FFF2-40B4-BE49-F238E27FC236}">
                        <a16:creationId xmlns:a16="http://schemas.microsoft.com/office/drawing/2014/main" id="{86629DF2-733B-4E0C-A846-FAE242142B39}"/>
                      </a:ext>
                    </a:extLst>
                  </p:cNvPr>
                  <p:cNvSpPr/>
                  <p:nvPr/>
                </p:nvSpPr>
                <p:spPr>
                  <a:xfrm>
                    <a:off x="5633565" y="569604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39" name="Graphique 1">
                  <a:extLst>
                    <a:ext uri="{FF2B5EF4-FFF2-40B4-BE49-F238E27FC236}">
                      <a16:creationId xmlns:a16="http://schemas.microsoft.com/office/drawing/2014/main" id="{1E3D8E71-3863-4FA5-BF3A-23B5731B8DF3}"/>
                    </a:ext>
                  </a:extLst>
                </p:cNvPr>
                <p:cNvGrpSpPr/>
                <p:nvPr/>
              </p:nvGrpSpPr>
              <p:grpSpPr>
                <a:xfrm>
                  <a:off x="4923857" y="5622607"/>
                  <a:ext cx="63245" cy="53816"/>
                  <a:chOff x="4923857" y="5622607"/>
                  <a:chExt cx="63245" cy="53816"/>
                </a:xfrm>
                <a:solidFill>
                  <a:srgbClr val="FFFFFF"/>
                </a:solidFill>
              </p:grpSpPr>
              <p:sp>
                <p:nvSpPr>
                  <p:cNvPr id="16743" name="Forme libre : forme 16742">
                    <a:extLst>
                      <a:ext uri="{FF2B5EF4-FFF2-40B4-BE49-F238E27FC236}">
                        <a16:creationId xmlns:a16="http://schemas.microsoft.com/office/drawing/2014/main" id="{B1FD3B5F-C129-46C8-A92F-2ACBF9B99297}"/>
                      </a:ext>
                    </a:extLst>
                  </p:cNvPr>
                  <p:cNvSpPr/>
                  <p:nvPr/>
                </p:nvSpPr>
                <p:spPr>
                  <a:xfrm>
                    <a:off x="4923857" y="5622607"/>
                    <a:ext cx="32385" cy="32385"/>
                  </a:xfrm>
                  <a:custGeom>
                    <a:avLst/>
                    <a:gdLst>
                      <a:gd name="connsiteX0" fmla="*/ 32385 w 32385"/>
                      <a:gd name="connsiteY0" fmla="*/ 16193 h 32385"/>
                      <a:gd name="connsiteX1" fmla="*/ 16192 w 32385"/>
                      <a:gd name="connsiteY1" fmla="*/ 32385 h 32385"/>
                      <a:gd name="connsiteX2" fmla="*/ 0 w 32385"/>
                      <a:gd name="connsiteY2" fmla="*/ 16193 h 32385"/>
                      <a:gd name="connsiteX3" fmla="*/ 16192 w 32385"/>
                      <a:gd name="connsiteY3" fmla="*/ 0 h 32385"/>
                      <a:gd name="connsiteX4" fmla="*/ 32385 w 32385"/>
                      <a:gd name="connsiteY4" fmla="*/ 16193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5" h="32385">
                        <a:moveTo>
                          <a:pt x="32385" y="16193"/>
                        </a:moveTo>
                        <a:cubicBezTo>
                          <a:pt x="32385" y="25136"/>
                          <a:pt x="25135" y="32385"/>
                          <a:pt x="16192" y="32385"/>
                        </a:cubicBezTo>
                        <a:cubicBezTo>
                          <a:pt x="7249" y="32385"/>
                          <a:pt x="0" y="25136"/>
                          <a:pt x="0" y="16193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44" name="Forme libre : forme 16743">
                    <a:extLst>
                      <a:ext uri="{FF2B5EF4-FFF2-40B4-BE49-F238E27FC236}">
                        <a16:creationId xmlns:a16="http://schemas.microsoft.com/office/drawing/2014/main" id="{3F90E1F8-21A2-4580-A9F2-501D680E23A1}"/>
                      </a:ext>
                    </a:extLst>
                  </p:cNvPr>
                  <p:cNvSpPr/>
                  <p:nvPr/>
                </p:nvSpPr>
                <p:spPr>
                  <a:xfrm>
                    <a:off x="4970530" y="5659850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4" y="16574"/>
                          <a:pt x="8287" y="16574"/>
                        </a:cubicBezTo>
                        <a:cubicBezTo>
                          <a:pt x="3711" y="16574"/>
                          <a:pt x="0" y="12863"/>
                          <a:pt x="0" y="8287"/>
                        </a:cubicBezTo>
                        <a:cubicBezTo>
                          <a:pt x="0" y="3710"/>
                          <a:pt x="3711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40" name="Graphique 1">
                  <a:extLst>
                    <a:ext uri="{FF2B5EF4-FFF2-40B4-BE49-F238E27FC236}">
                      <a16:creationId xmlns:a16="http://schemas.microsoft.com/office/drawing/2014/main" id="{25E51E2C-B05B-4CFA-939C-856FD638FAB5}"/>
                    </a:ext>
                  </a:extLst>
                </p:cNvPr>
                <p:cNvGrpSpPr/>
                <p:nvPr/>
              </p:nvGrpSpPr>
              <p:grpSpPr>
                <a:xfrm>
                  <a:off x="2227616" y="5521832"/>
                  <a:ext cx="63341" cy="53816"/>
                  <a:chOff x="2227616" y="5521832"/>
                  <a:chExt cx="63341" cy="53816"/>
                </a:xfrm>
                <a:solidFill>
                  <a:srgbClr val="FFFFFF"/>
                </a:solidFill>
              </p:grpSpPr>
              <p:sp>
                <p:nvSpPr>
                  <p:cNvPr id="16741" name="Forme libre : forme 16740">
                    <a:extLst>
                      <a:ext uri="{FF2B5EF4-FFF2-40B4-BE49-F238E27FC236}">
                        <a16:creationId xmlns:a16="http://schemas.microsoft.com/office/drawing/2014/main" id="{90982CFA-6177-41B8-A731-2A978BCBD01E}"/>
                      </a:ext>
                    </a:extLst>
                  </p:cNvPr>
                  <p:cNvSpPr/>
                  <p:nvPr/>
                </p:nvSpPr>
                <p:spPr>
                  <a:xfrm>
                    <a:off x="2227616" y="5521832"/>
                    <a:ext cx="32384" cy="32385"/>
                  </a:xfrm>
                  <a:custGeom>
                    <a:avLst/>
                    <a:gdLst>
                      <a:gd name="connsiteX0" fmla="*/ 32385 w 32384"/>
                      <a:gd name="connsiteY0" fmla="*/ 16192 h 32385"/>
                      <a:gd name="connsiteX1" fmla="*/ 16192 w 32384"/>
                      <a:gd name="connsiteY1" fmla="*/ 32385 h 32385"/>
                      <a:gd name="connsiteX2" fmla="*/ 0 w 32384"/>
                      <a:gd name="connsiteY2" fmla="*/ 16192 h 32385"/>
                      <a:gd name="connsiteX3" fmla="*/ 16192 w 32384"/>
                      <a:gd name="connsiteY3" fmla="*/ 0 h 32385"/>
                      <a:gd name="connsiteX4" fmla="*/ 32385 w 32384"/>
                      <a:gd name="connsiteY4" fmla="*/ 16192 h 3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4" h="32385">
                        <a:moveTo>
                          <a:pt x="32385" y="16192"/>
                        </a:moveTo>
                        <a:cubicBezTo>
                          <a:pt x="32385" y="25135"/>
                          <a:pt x="25135" y="32385"/>
                          <a:pt x="16192" y="32385"/>
                        </a:cubicBezTo>
                        <a:cubicBezTo>
                          <a:pt x="7250" y="32385"/>
                          <a:pt x="0" y="25135"/>
                          <a:pt x="0" y="16192"/>
                        </a:cubicBezTo>
                        <a:cubicBezTo>
                          <a:pt x="0" y="7249"/>
                          <a:pt x="7249" y="0"/>
                          <a:pt x="16192" y="0"/>
                        </a:cubicBezTo>
                        <a:cubicBezTo>
                          <a:pt x="25135" y="0"/>
                          <a:pt x="32385" y="7249"/>
                          <a:pt x="32385" y="16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42" name="Forme libre : forme 16741">
                    <a:extLst>
                      <a:ext uri="{FF2B5EF4-FFF2-40B4-BE49-F238E27FC236}">
                        <a16:creationId xmlns:a16="http://schemas.microsoft.com/office/drawing/2014/main" id="{1B895A72-5589-449B-924E-553029BB401D}"/>
                      </a:ext>
                    </a:extLst>
                  </p:cNvPr>
                  <p:cNvSpPr/>
                  <p:nvPr/>
                </p:nvSpPr>
                <p:spPr>
                  <a:xfrm>
                    <a:off x="2274383" y="555907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6641" name="Forme libre : forme 16640">
                  <a:extLst>
                    <a:ext uri="{FF2B5EF4-FFF2-40B4-BE49-F238E27FC236}">
                      <a16:creationId xmlns:a16="http://schemas.microsoft.com/office/drawing/2014/main" id="{EC63C0B4-FB61-4093-A272-C706AB883880}"/>
                    </a:ext>
                  </a:extLst>
                </p:cNvPr>
                <p:cNvSpPr/>
                <p:nvPr/>
              </p:nvSpPr>
              <p:spPr>
                <a:xfrm>
                  <a:off x="6625483" y="5409330"/>
                  <a:ext cx="144373" cy="213251"/>
                </a:xfrm>
                <a:custGeom>
                  <a:avLst/>
                  <a:gdLst>
                    <a:gd name="connsiteX0" fmla="*/ 3255 w 144373"/>
                    <a:gd name="connsiteY0" fmla="*/ 88976 h 213251"/>
                    <a:gd name="connsiteX1" fmla="*/ 4397 w 144373"/>
                    <a:gd name="connsiteY1" fmla="*/ 159651 h 213251"/>
                    <a:gd name="connsiteX2" fmla="*/ 49927 w 144373"/>
                    <a:gd name="connsiteY2" fmla="*/ 210610 h 213251"/>
                    <a:gd name="connsiteX3" fmla="*/ 120126 w 144373"/>
                    <a:gd name="connsiteY3" fmla="*/ 200990 h 213251"/>
                    <a:gd name="connsiteX4" fmla="*/ 141652 w 144373"/>
                    <a:gd name="connsiteY4" fmla="*/ 186512 h 213251"/>
                    <a:gd name="connsiteX5" fmla="*/ 144320 w 144373"/>
                    <a:gd name="connsiteY5" fmla="*/ 170033 h 213251"/>
                    <a:gd name="connsiteX6" fmla="*/ 138986 w 144373"/>
                    <a:gd name="connsiteY6" fmla="*/ 134600 h 213251"/>
                    <a:gd name="connsiteX7" fmla="*/ 80978 w 144373"/>
                    <a:gd name="connsiteY7" fmla="*/ 2488 h 213251"/>
                    <a:gd name="connsiteX8" fmla="*/ 3255 w 144373"/>
                    <a:gd name="connsiteY8" fmla="*/ 88976 h 213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373" h="213251">
                      <a:moveTo>
                        <a:pt x="3255" y="88976"/>
                      </a:moveTo>
                      <a:cubicBezTo>
                        <a:pt x="-365" y="112502"/>
                        <a:pt x="-2175" y="136791"/>
                        <a:pt x="4397" y="159651"/>
                      </a:cubicBezTo>
                      <a:cubicBezTo>
                        <a:pt x="10970" y="182511"/>
                        <a:pt x="27258" y="203656"/>
                        <a:pt x="49927" y="210610"/>
                      </a:cubicBezTo>
                      <a:cubicBezTo>
                        <a:pt x="72978" y="217658"/>
                        <a:pt x="97552" y="209276"/>
                        <a:pt x="120126" y="200990"/>
                      </a:cubicBezTo>
                      <a:cubicBezTo>
                        <a:pt x="128413" y="197942"/>
                        <a:pt x="137461" y="194322"/>
                        <a:pt x="141652" y="186512"/>
                      </a:cubicBezTo>
                      <a:cubicBezTo>
                        <a:pt x="144320" y="181558"/>
                        <a:pt x="144510" y="175653"/>
                        <a:pt x="144320" y="170033"/>
                      </a:cubicBezTo>
                      <a:cubicBezTo>
                        <a:pt x="143844" y="158032"/>
                        <a:pt x="141367" y="146316"/>
                        <a:pt x="138986" y="134600"/>
                      </a:cubicBezTo>
                      <a:cubicBezTo>
                        <a:pt x="130794" y="94500"/>
                        <a:pt x="129270" y="17919"/>
                        <a:pt x="80978" y="2488"/>
                      </a:cubicBezTo>
                      <a:cubicBezTo>
                        <a:pt x="30687" y="-13704"/>
                        <a:pt x="9731" y="53066"/>
                        <a:pt x="3255" y="88976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42" name="Forme libre : forme 16641">
                  <a:extLst>
                    <a:ext uri="{FF2B5EF4-FFF2-40B4-BE49-F238E27FC236}">
                      <a16:creationId xmlns:a16="http://schemas.microsoft.com/office/drawing/2014/main" id="{75B43806-4E48-4B53-BB38-93E8EE42B31C}"/>
                    </a:ext>
                  </a:extLst>
                </p:cNvPr>
                <p:cNvSpPr/>
                <p:nvPr/>
              </p:nvSpPr>
              <p:spPr>
                <a:xfrm>
                  <a:off x="6835908" y="5117762"/>
                  <a:ext cx="81933" cy="185661"/>
                </a:xfrm>
                <a:custGeom>
                  <a:avLst/>
                  <a:gdLst>
                    <a:gd name="connsiteX0" fmla="*/ 665 w 81933"/>
                    <a:gd name="connsiteY0" fmla="*/ 107652 h 185661"/>
                    <a:gd name="connsiteX1" fmla="*/ 17047 w 81933"/>
                    <a:gd name="connsiteY1" fmla="*/ 181280 h 185661"/>
                    <a:gd name="connsiteX2" fmla="*/ 23906 w 81933"/>
                    <a:gd name="connsiteY2" fmla="*/ 185662 h 185661"/>
                    <a:gd name="connsiteX3" fmla="*/ 31335 w 81933"/>
                    <a:gd name="connsiteY3" fmla="*/ 179756 h 185661"/>
                    <a:gd name="connsiteX4" fmla="*/ 69149 w 81933"/>
                    <a:gd name="connsiteY4" fmla="*/ 16498 h 185661"/>
                    <a:gd name="connsiteX5" fmla="*/ 665 w 81933"/>
                    <a:gd name="connsiteY5" fmla="*/ 107652 h 185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933" h="185661">
                      <a:moveTo>
                        <a:pt x="665" y="107652"/>
                      </a:moveTo>
                      <a:cubicBezTo>
                        <a:pt x="-1431" y="133369"/>
                        <a:pt x="760" y="161278"/>
                        <a:pt x="17047" y="181280"/>
                      </a:cubicBezTo>
                      <a:cubicBezTo>
                        <a:pt x="18857" y="183471"/>
                        <a:pt x="21143" y="185662"/>
                        <a:pt x="23906" y="185662"/>
                      </a:cubicBezTo>
                      <a:cubicBezTo>
                        <a:pt x="27239" y="185567"/>
                        <a:pt x="29525" y="182519"/>
                        <a:pt x="31335" y="179756"/>
                      </a:cubicBezTo>
                      <a:cubicBezTo>
                        <a:pt x="57910" y="138799"/>
                        <a:pt x="104582" y="64028"/>
                        <a:pt x="69149" y="16498"/>
                      </a:cubicBezTo>
                      <a:cubicBezTo>
                        <a:pt x="24191" y="-43891"/>
                        <a:pt x="3141" y="78791"/>
                        <a:pt x="665" y="107652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43" name="Forme libre : forme 16642">
                  <a:extLst>
                    <a:ext uri="{FF2B5EF4-FFF2-40B4-BE49-F238E27FC236}">
                      <a16:creationId xmlns:a16="http://schemas.microsoft.com/office/drawing/2014/main" id="{EE8A03EE-01E5-45D0-8B8B-D224518022E0}"/>
                    </a:ext>
                  </a:extLst>
                </p:cNvPr>
                <p:cNvSpPr/>
                <p:nvPr/>
              </p:nvSpPr>
              <p:spPr>
                <a:xfrm>
                  <a:off x="6748880" y="4966197"/>
                  <a:ext cx="88082" cy="120354"/>
                </a:xfrm>
                <a:custGeom>
                  <a:avLst/>
                  <a:gdLst>
                    <a:gd name="connsiteX0" fmla="*/ 26637 w 88082"/>
                    <a:gd name="connsiteY0" fmla="*/ 21950 h 120354"/>
                    <a:gd name="connsiteX1" fmla="*/ 4349 w 88082"/>
                    <a:gd name="connsiteY1" fmla="*/ 41857 h 120354"/>
                    <a:gd name="connsiteX2" fmla="*/ 6826 w 88082"/>
                    <a:gd name="connsiteY2" fmla="*/ 90149 h 120354"/>
                    <a:gd name="connsiteX3" fmla="*/ 33591 w 88082"/>
                    <a:gd name="connsiteY3" fmla="*/ 120153 h 120354"/>
                    <a:gd name="connsiteX4" fmla="*/ 63690 w 88082"/>
                    <a:gd name="connsiteY4" fmla="*/ 97292 h 120354"/>
                    <a:gd name="connsiteX5" fmla="*/ 73310 w 88082"/>
                    <a:gd name="connsiteY5" fmla="*/ 50810 h 120354"/>
                    <a:gd name="connsiteX6" fmla="*/ 88074 w 88082"/>
                    <a:gd name="connsiteY6" fmla="*/ 15378 h 120354"/>
                    <a:gd name="connsiteX7" fmla="*/ 26637 w 88082"/>
                    <a:gd name="connsiteY7" fmla="*/ 21950 h 120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8082" h="120354">
                      <a:moveTo>
                        <a:pt x="26637" y="21950"/>
                      </a:moveTo>
                      <a:cubicBezTo>
                        <a:pt x="18161" y="27284"/>
                        <a:pt x="9302" y="33094"/>
                        <a:pt x="4349" y="41857"/>
                      </a:cubicBezTo>
                      <a:cubicBezTo>
                        <a:pt x="-3842" y="56430"/>
                        <a:pt x="1015" y="74528"/>
                        <a:pt x="6826" y="90149"/>
                      </a:cubicBezTo>
                      <a:cubicBezTo>
                        <a:pt x="11778" y="103389"/>
                        <a:pt x="19589" y="118248"/>
                        <a:pt x="33591" y="120153"/>
                      </a:cubicBezTo>
                      <a:cubicBezTo>
                        <a:pt x="47116" y="122058"/>
                        <a:pt x="59023" y="110151"/>
                        <a:pt x="63690" y="97292"/>
                      </a:cubicBezTo>
                      <a:cubicBezTo>
                        <a:pt x="69119" y="82243"/>
                        <a:pt x="68167" y="65860"/>
                        <a:pt x="73310" y="50810"/>
                      </a:cubicBezTo>
                      <a:cubicBezTo>
                        <a:pt x="77215" y="39381"/>
                        <a:pt x="87883" y="27951"/>
                        <a:pt x="88074" y="15378"/>
                      </a:cubicBezTo>
                      <a:cubicBezTo>
                        <a:pt x="88836" y="-18722"/>
                        <a:pt x="40258" y="13282"/>
                        <a:pt x="26637" y="21950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44" name="Forme libre : forme 16643">
                  <a:extLst>
                    <a:ext uri="{FF2B5EF4-FFF2-40B4-BE49-F238E27FC236}">
                      <a16:creationId xmlns:a16="http://schemas.microsoft.com/office/drawing/2014/main" id="{85C1E35B-D95B-4A9C-A74B-09F1B3E1CCB7}"/>
                    </a:ext>
                  </a:extLst>
                </p:cNvPr>
                <p:cNvSpPr/>
                <p:nvPr/>
              </p:nvSpPr>
              <p:spPr>
                <a:xfrm>
                  <a:off x="6898386" y="5362450"/>
                  <a:ext cx="52722" cy="119362"/>
                </a:xfrm>
                <a:custGeom>
                  <a:avLst/>
                  <a:gdLst>
                    <a:gd name="connsiteX0" fmla="*/ 4 w 52722"/>
                    <a:gd name="connsiteY0" fmla="*/ 98232 h 119362"/>
                    <a:gd name="connsiteX1" fmla="*/ 9529 w 52722"/>
                    <a:gd name="connsiteY1" fmla="*/ 118996 h 119362"/>
                    <a:gd name="connsiteX2" fmla="*/ 23912 w 52722"/>
                    <a:gd name="connsiteY2" fmla="*/ 112329 h 119362"/>
                    <a:gd name="connsiteX3" fmla="*/ 46867 w 52722"/>
                    <a:gd name="connsiteY3" fmla="*/ 47654 h 119362"/>
                    <a:gd name="connsiteX4" fmla="*/ 43818 w 52722"/>
                    <a:gd name="connsiteY4" fmla="*/ 2506 h 119362"/>
                    <a:gd name="connsiteX5" fmla="*/ 4 w 52722"/>
                    <a:gd name="connsiteY5" fmla="*/ 98232 h 119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722" h="119362">
                      <a:moveTo>
                        <a:pt x="4" y="98232"/>
                      </a:moveTo>
                      <a:cubicBezTo>
                        <a:pt x="-92" y="106423"/>
                        <a:pt x="1623" y="116710"/>
                        <a:pt x="9529" y="118996"/>
                      </a:cubicBezTo>
                      <a:cubicBezTo>
                        <a:pt x="14958" y="120521"/>
                        <a:pt x="20768" y="117092"/>
                        <a:pt x="23912" y="112329"/>
                      </a:cubicBezTo>
                      <a:cubicBezTo>
                        <a:pt x="34865" y="95565"/>
                        <a:pt x="39151" y="66895"/>
                        <a:pt x="46867" y="47654"/>
                      </a:cubicBezTo>
                      <a:cubicBezTo>
                        <a:pt x="51820" y="35462"/>
                        <a:pt x="58392" y="12412"/>
                        <a:pt x="43818" y="2506"/>
                      </a:cubicBezTo>
                      <a:cubicBezTo>
                        <a:pt x="15243" y="-16830"/>
                        <a:pt x="289" y="81563"/>
                        <a:pt x="4" y="98232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45" name="Forme libre : forme 16644">
                  <a:extLst>
                    <a:ext uri="{FF2B5EF4-FFF2-40B4-BE49-F238E27FC236}">
                      <a16:creationId xmlns:a16="http://schemas.microsoft.com/office/drawing/2014/main" id="{D4355153-D2D9-483F-922B-664A51094335}"/>
                    </a:ext>
                  </a:extLst>
                </p:cNvPr>
                <p:cNvSpPr/>
                <p:nvPr/>
              </p:nvSpPr>
              <p:spPr>
                <a:xfrm>
                  <a:off x="6896313" y="4859819"/>
                  <a:ext cx="115873" cy="71344"/>
                </a:xfrm>
                <a:custGeom>
                  <a:avLst/>
                  <a:gdLst>
                    <a:gd name="connsiteX0" fmla="*/ 61132 w 115873"/>
                    <a:gd name="connsiteY0" fmla="*/ 70606 h 71344"/>
                    <a:gd name="connsiteX1" fmla="*/ 76467 w 115873"/>
                    <a:gd name="connsiteY1" fmla="*/ 69558 h 71344"/>
                    <a:gd name="connsiteX2" fmla="*/ 87230 w 115873"/>
                    <a:gd name="connsiteY2" fmla="*/ 59176 h 71344"/>
                    <a:gd name="connsiteX3" fmla="*/ 106375 w 115873"/>
                    <a:gd name="connsiteY3" fmla="*/ 41173 h 71344"/>
                    <a:gd name="connsiteX4" fmla="*/ 115614 w 115873"/>
                    <a:gd name="connsiteY4" fmla="*/ 17551 h 71344"/>
                    <a:gd name="connsiteX5" fmla="*/ 114281 w 115873"/>
                    <a:gd name="connsiteY5" fmla="*/ 14503 h 71344"/>
                    <a:gd name="connsiteX6" fmla="*/ 109042 w 115873"/>
                    <a:gd name="connsiteY6" fmla="*/ 13742 h 71344"/>
                    <a:gd name="connsiteX7" fmla="*/ 55226 w 115873"/>
                    <a:gd name="connsiteY7" fmla="*/ 20219 h 71344"/>
                    <a:gd name="connsiteX8" fmla="*/ 15793 w 115873"/>
                    <a:gd name="connsiteY8" fmla="*/ 4693 h 71344"/>
                    <a:gd name="connsiteX9" fmla="*/ 2077 w 115873"/>
                    <a:gd name="connsiteY9" fmla="*/ 16123 h 71344"/>
                    <a:gd name="connsiteX10" fmla="*/ 61132 w 115873"/>
                    <a:gd name="connsiteY10" fmla="*/ 70606 h 71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873" h="71344">
                      <a:moveTo>
                        <a:pt x="61132" y="70606"/>
                      </a:moveTo>
                      <a:cubicBezTo>
                        <a:pt x="66275" y="71558"/>
                        <a:pt x="71800" y="71939"/>
                        <a:pt x="76467" y="69558"/>
                      </a:cubicBezTo>
                      <a:cubicBezTo>
                        <a:pt x="80943" y="67272"/>
                        <a:pt x="83897" y="62891"/>
                        <a:pt x="87230" y="59176"/>
                      </a:cubicBezTo>
                      <a:cubicBezTo>
                        <a:pt x="93040" y="52603"/>
                        <a:pt x="100375" y="47555"/>
                        <a:pt x="106375" y="41173"/>
                      </a:cubicBezTo>
                      <a:cubicBezTo>
                        <a:pt x="112376" y="34792"/>
                        <a:pt x="117043" y="26219"/>
                        <a:pt x="115614" y="17551"/>
                      </a:cubicBezTo>
                      <a:cubicBezTo>
                        <a:pt x="115424" y="16409"/>
                        <a:pt x="115138" y="15266"/>
                        <a:pt x="114281" y="14503"/>
                      </a:cubicBezTo>
                      <a:cubicBezTo>
                        <a:pt x="112948" y="13265"/>
                        <a:pt x="110852" y="13456"/>
                        <a:pt x="109042" y="13742"/>
                      </a:cubicBezTo>
                      <a:cubicBezTo>
                        <a:pt x="91230" y="16885"/>
                        <a:pt x="73323" y="21266"/>
                        <a:pt x="55226" y="20219"/>
                      </a:cubicBezTo>
                      <a:cubicBezTo>
                        <a:pt x="38653" y="19266"/>
                        <a:pt x="29509" y="11741"/>
                        <a:pt x="15793" y="4693"/>
                      </a:cubicBezTo>
                      <a:cubicBezTo>
                        <a:pt x="1029" y="-2832"/>
                        <a:pt x="-2972" y="-2832"/>
                        <a:pt x="2077" y="16123"/>
                      </a:cubicBezTo>
                      <a:cubicBezTo>
                        <a:pt x="9125" y="43174"/>
                        <a:pt x="33795" y="65557"/>
                        <a:pt x="61132" y="70606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46" name="Forme libre : forme 16645">
                  <a:extLst>
                    <a:ext uri="{FF2B5EF4-FFF2-40B4-BE49-F238E27FC236}">
                      <a16:creationId xmlns:a16="http://schemas.microsoft.com/office/drawing/2014/main" id="{9255D783-2DD4-4DE5-89BF-DE93733BD96F}"/>
                    </a:ext>
                  </a:extLst>
                </p:cNvPr>
                <p:cNvSpPr/>
                <p:nvPr/>
              </p:nvSpPr>
              <p:spPr>
                <a:xfrm>
                  <a:off x="7023148" y="5112563"/>
                  <a:ext cx="125368" cy="154527"/>
                </a:xfrm>
                <a:custGeom>
                  <a:avLst/>
                  <a:gdLst>
                    <a:gd name="connsiteX0" fmla="*/ 401 w 125368"/>
                    <a:gd name="connsiteY0" fmla="*/ 72752 h 154527"/>
                    <a:gd name="connsiteX1" fmla="*/ 10116 w 125368"/>
                    <a:gd name="connsiteY1" fmla="*/ 110089 h 154527"/>
                    <a:gd name="connsiteX2" fmla="*/ 28785 w 125368"/>
                    <a:gd name="connsiteY2" fmla="*/ 130473 h 154527"/>
                    <a:gd name="connsiteX3" fmla="*/ 78411 w 125368"/>
                    <a:gd name="connsiteY3" fmla="*/ 154286 h 154527"/>
                    <a:gd name="connsiteX4" fmla="*/ 125369 w 125368"/>
                    <a:gd name="connsiteY4" fmla="*/ 130949 h 154527"/>
                    <a:gd name="connsiteX5" fmla="*/ 80792 w 125368"/>
                    <a:gd name="connsiteY5" fmla="*/ 81134 h 154527"/>
                    <a:gd name="connsiteX6" fmla="*/ 49454 w 125368"/>
                    <a:gd name="connsiteY6" fmla="*/ 20269 h 154527"/>
                    <a:gd name="connsiteX7" fmla="*/ 16688 w 125368"/>
                    <a:gd name="connsiteY7" fmla="*/ 6743 h 154527"/>
                    <a:gd name="connsiteX8" fmla="*/ 401 w 125368"/>
                    <a:gd name="connsiteY8" fmla="*/ 72752 h 154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5368" h="154527">
                      <a:moveTo>
                        <a:pt x="401" y="72752"/>
                      </a:moveTo>
                      <a:cubicBezTo>
                        <a:pt x="1068" y="85705"/>
                        <a:pt x="3449" y="98945"/>
                        <a:pt x="10116" y="110089"/>
                      </a:cubicBezTo>
                      <a:cubicBezTo>
                        <a:pt x="14878" y="117995"/>
                        <a:pt x="21641" y="124568"/>
                        <a:pt x="28785" y="130473"/>
                      </a:cubicBezTo>
                      <a:cubicBezTo>
                        <a:pt x="43073" y="142379"/>
                        <a:pt x="59837" y="152476"/>
                        <a:pt x="78411" y="154286"/>
                      </a:cubicBezTo>
                      <a:cubicBezTo>
                        <a:pt x="96984" y="156095"/>
                        <a:pt x="117368" y="147713"/>
                        <a:pt x="125369" y="130949"/>
                      </a:cubicBezTo>
                      <a:cubicBezTo>
                        <a:pt x="125369" y="131044"/>
                        <a:pt x="84221" y="86182"/>
                        <a:pt x="80792" y="81134"/>
                      </a:cubicBezTo>
                      <a:cubicBezTo>
                        <a:pt x="67647" y="62179"/>
                        <a:pt x="57836" y="41795"/>
                        <a:pt x="49454" y="20269"/>
                      </a:cubicBezTo>
                      <a:cubicBezTo>
                        <a:pt x="42787" y="3314"/>
                        <a:pt x="34595" y="-7830"/>
                        <a:pt x="16688" y="6743"/>
                      </a:cubicBezTo>
                      <a:cubicBezTo>
                        <a:pt x="-933" y="21031"/>
                        <a:pt x="-647" y="52273"/>
                        <a:pt x="401" y="72752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47" name="Forme libre : forme 16646">
                  <a:extLst>
                    <a:ext uri="{FF2B5EF4-FFF2-40B4-BE49-F238E27FC236}">
                      <a16:creationId xmlns:a16="http://schemas.microsoft.com/office/drawing/2014/main" id="{D22CAEF1-A35E-417C-8DF3-970EE70798AB}"/>
                    </a:ext>
                  </a:extLst>
                </p:cNvPr>
                <p:cNvSpPr/>
                <p:nvPr/>
              </p:nvSpPr>
              <p:spPr>
                <a:xfrm>
                  <a:off x="7175642" y="4910328"/>
                  <a:ext cx="102953" cy="215432"/>
                </a:xfrm>
                <a:custGeom>
                  <a:avLst/>
                  <a:gdLst>
                    <a:gd name="connsiteX0" fmla="*/ 62505 w 102953"/>
                    <a:gd name="connsiteY0" fmla="*/ 0 h 215432"/>
                    <a:gd name="connsiteX1" fmla="*/ 15356 w 102953"/>
                    <a:gd name="connsiteY1" fmla="*/ 55626 h 215432"/>
                    <a:gd name="connsiteX2" fmla="*/ 11737 w 102953"/>
                    <a:gd name="connsiteY2" fmla="*/ 164116 h 215432"/>
                    <a:gd name="connsiteX3" fmla="*/ 92794 w 102953"/>
                    <a:gd name="connsiteY3" fmla="*/ 214408 h 215432"/>
                    <a:gd name="connsiteX4" fmla="*/ 102224 w 102953"/>
                    <a:gd name="connsiteY4" fmla="*/ 213455 h 215432"/>
                    <a:gd name="connsiteX5" fmla="*/ 102224 w 102953"/>
                    <a:gd name="connsiteY5" fmla="*/ 207073 h 215432"/>
                    <a:gd name="connsiteX6" fmla="*/ 83555 w 102953"/>
                    <a:gd name="connsiteY6" fmla="*/ 164020 h 215432"/>
                    <a:gd name="connsiteX7" fmla="*/ 72887 w 102953"/>
                    <a:gd name="connsiteY7" fmla="*/ 34861 h 215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2953" h="215432">
                      <a:moveTo>
                        <a:pt x="62505" y="0"/>
                      </a:moveTo>
                      <a:cubicBezTo>
                        <a:pt x="39645" y="9906"/>
                        <a:pt x="25452" y="32861"/>
                        <a:pt x="15356" y="55626"/>
                      </a:cubicBezTo>
                      <a:cubicBezTo>
                        <a:pt x="116" y="90106"/>
                        <a:pt x="-8171" y="132112"/>
                        <a:pt x="11737" y="164116"/>
                      </a:cubicBezTo>
                      <a:cubicBezTo>
                        <a:pt x="28882" y="191643"/>
                        <a:pt x="62029" y="203930"/>
                        <a:pt x="92794" y="214408"/>
                      </a:cubicBezTo>
                      <a:cubicBezTo>
                        <a:pt x="96033" y="215551"/>
                        <a:pt x="100319" y="216312"/>
                        <a:pt x="102224" y="213455"/>
                      </a:cubicBezTo>
                      <a:cubicBezTo>
                        <a:pt x="103462" y="211645"/>
                        <a:pt x="102891" y="209169"/>
                        <a:pt x="102224" y="207073"/>
                      </a:cubicBezTo>
                      <a:cubicBezTo>
                        <a:pt x="97462" y="192119"/>
                        <a:pt x="89365" y="178594"/>
                        <a:pt x="83555" y="164020"/>
                      </a:cubicBezTo>
                      <a:cubicBezTo>
                        <a:pt x="67363" y="123539"/>
                        <a:pt x="69934" y="78295"/>
                        <a:pt x="72887" y="34861"/>
                      </a:cubicBezTo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48" name="Forme libre : forme 16647">
                  <a:extLst>
                    <a:ext uri="{FF2B5EF4-FFF2-40B4-BE49-F238E27FC236}">
                      <a16:creationId xmlns:a16="http://schemas.microsoft.com/office/drawing/2014/main" id="{28C8E7FE-9184-49B4-BAA1-A6BFBCC9CC3E}"/>
                    </a:ext>
                  </a:extLst>
                </p:cNvPr>
                <p:cNvSpPr/>
                <p:nvPr/>
              </p:nvSpPr>
              <p:spPr>
                <a:xfrm>
                  <a:off x="7006619" y="4986268"/>
                  <a:ext cx="61017" cy="89050"/>
                </a:xfrm>
                <a:custGeom>
                  <a:avLst/>
                  <a:gdLst>
                    <a:gd name="connsiteX0" fmla="*/ 19501 w 61017"/>
                    <a:gd name="connsiteY0" fmla="*/ 87794 h 89050"/>
                    <a:gd name="connsiteX1" fmla="*/ 39313 w 61017"/>
                    <a:gd name="connsiteY1" fmla="*/ 1878 h 89050"/>
                    <a:gd name="connsiteX2" fmla="*/ 19501 w 61017"/>
                    <a:gd name="connsiteY2" fmla="*/ 87794 h 89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1017" h="89050">
                      <a:moveTo>
                        <a:pt x="19501" y="87794"/>
                      </a:moveTo>
                      <a:cubicBezTo>
                        <a:pt x="52172" y="100176"/>
                        <a:pt x="83223" y="17309"/>
                        <a:pt x="39313" y="1878"/>
                      </a:cubicBezTo>
                      <a:cubicBezTo>
                        <a:pt x="-5931" y="-14028"/>
                        <a:pt x="-11550" y="75983"/>
                        <a:pt x="19501" y="87794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49" name="Forme libre : forme 16648">
                  <a:extLst>
                    <a:ext uri="{FF2B5EF4-FFF2-40B4-BE49-F238E27FC236}">
                      <a16:creationId xmlns:a16="http://schemas.microsoft.com/office/drawing/2014/main" id="{74EBDDEF-BC94-4407-B6D9-0E0865E58A4D}"/>
                    </a:ext>
                  </a:extLst>
                </p:cNvPr>
                <p:cNvSpPr/>
                <p:nvPr/>
              </p:nvSpPr>
              <p:spPr>
                <a:xfrm>
                  <a:off x="7123005" y="4794231"/>
                  <a:ext cx="120701" cy="72303"/>
                </a:xfrm>
                <a:custGeom>
                  <a:avLst/>
                  <a:gdLst>
                    <a:gd name="connsiteX0" fmla="*/ 43037 w 120701"/>
                    <a:gd name="connsiteY0" fmla="*/ 72281 h 72303"/>
                    <a:gd name="connsiteX1" fmla="*/ 85995 w 120701"/>
                    <a:gd name="connsiteY1" fmla="*/ 61518 h 72303"/>
                    <a:gd name="connsiteX2" fmla="*/ 117999 w 120701"/>
                    <a:gd name="connsiteY2" fmla="*/ 46564 h 72303"/>
                    <a:gd name="connsiteX3" fmla="*/ 120666 w 120701"/>
                    <a:gd name="connsiteY3" fmla="*/ 42373 h 72303"/>
                    <a:gd name="connsiteX4" fmla="*/ 117999 w 120701"/>
                    <a:gd name="connsiteY4" fmla="*/ 39420 h 72303"/>
                    <a:gd name="connsiteX5" fmla="*/ 14844 w 120701"/>
                    <a:gd name="connsiteY5" fmla="*/ 7987 h 72303"/>
                    <a:gd name="connsiteX6" fmla="*/ 43037 w 120701"/>
                    <a:gd name="connsiteY6" fmla="*/ 72281 h 72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0701" h="72303">
                      <a:moveTo>
                        <a:pt x="43037" y="72281"/>
                      </a:moveTo>
                      <a:cubicBezTo>
                        <a:pt x="57896" y="71995"/>
                        <a:pt x="72089" y="66661"/>
                        <a:pt x="85995" y="61518"/>
                      </a:cubicBezTo>
                      <a:cubicBezTo>
                        <a:pt x="97045" y="57422"/>
                        <a:pt x="108379" y="53422"/>
                        <a:pt x="117999" y="46564"/>
                      </a:cubicBezTo>
                      <a:cubicBezTo>
                        <a:pt x="119428" y="45516"/>
                        <a:pt x="120952" y="44087"/>
                        <a:pt x="120666" y="42373"/>
                      </a:cubicBezTo>
                      <a:cubicBezTo>
                        <a:pt x="120476" y="41039"/>
                        <a:pt x="119143" y="40182"/>
                        <a:pt x="117999" y="39420"/>
                      </a:cubicBezTo>
                      <a:cubicBezTo>
                        <a:pt x="90091" y="22084"/>
                        <a:pt x="49038" y="-16683"/>
                        <a:pt x="14844" y="7987"/>
                      </a:cubicBezTo>
                      <a:cubicBezTo>
                        <a:pt x="-17446" y="31228"/>
                        <a:pt x="7985" y="73424"/>
                        <a:pt x="43037" y="72281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50" name="Forme libre : forme 16649">
                  <a:extLst>
                    <a:ext uri="{FF2B5EF4-FFF2-40B4-BE49-F238E27FC236}">
                      <a16:creationId xmlns:a16="http://schemas.microsoft.com/office/drawing/2014/main" id="{C825211A-3068-468F-98C6-13A456AF2A7E}"/>
                    </a:ext>
                  </a:extLst>
                </p:cNvPr>
                <p:cNvSpPr/>
                <p:nvPr/>
              </p:nvSpPr>
              <p:spPr>
                <a:xfrm>
                  <a:off x="7197382" y="4659655"/>
                  <a:ext cx="147730" cy="64137"/>
                </a:xfrm>
                <a:custGeom>
                  <a:avLst/>
                  <a:gdLst>
                    <a:gd name="connsiteX0" fmla="*/ 2950 w 147730"/>
                    <a:gd name="connsiteY0" fmla="*/ 43122 h 64137"/>
                    <a:gd name="connsiteX1" fmla="*/ 12760 w 147730"/>
                    <a:gd name="connsiteY1" fmla="*/ 54933 h 64137"/>
                    <a:gd name="connsiteX2" fmla="*/ 83055 w 147730"/>
                    <a:gd name="connsiteY2" fmla="*/ 54457 h 64137"/>
                    <a:gd name="connsiteX3" fmla="*/ 147730 w 147730"/>
                    <a:gd name="connsiteY3" fmla="*/ 19024 h 64137"/>
                    <a:gd name="connsiteX4" fmla="*/ 88199 w 147730"/>
                    <a:gd name="connsiteY4" fmla="*/ 14642 h 64137"/>
                    <a:gd name="connsiteX5" fmla="*/ 53623 w 147730"/>
                    <a:gd name="connsiteY5" fmla="*/ 12261 h 64137"/>
                    <a:gd name="connsiteX6" fmla="*/ 22571 w 147730"/>
                    <a:gd name="connsiteY6" fmla="*/ 69 h 64137"/>
                    <a:gd name="connsiteX7" fmla="*/ 2950 w 147730"/>
                    <a:gd name="connsiteY7" fmla="*/ 43122 h 64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7730" h="64137">
                      <a:moveTo>
                        <a:pt x="2950" y="43122"/>
                      </a:moveTo>
                      <a:cubicBezTo>
                        <a:pt x="4760" y="47980"/>
                        <a:pt x="8569" y="51885"/>
                        <a:pt x="12760" y="54933"/>
                      </a:cubicBezTo>
                      <a:cubicBezTo>
                        <a:pt x="32668" y="69316"/>
                        <a:pt x="60862" y="65030"/>
                        <a:pt x="83055" y="54457"/>
                      </a:cubicBezTo>
                      <a:cubicBezTo>
                        <a:pt x="105248" y="43884"/>
                        <a:pt x="124775" y="27882"/>
                        <a:pt x="147730" y="19024"/>
                      </a:cubicBezTo>
                      <a:cubicBezTo>
                        <a:pt x="128013" y="15976"/>
                        <a:pt x="108106" y="14547"/>
                        <a:pt x="88199" y="14642"/>
                      </a:cubicBezTo>
                      <a:cubicBezTo>
                        <a:pt x="76578" y="14738"/>
                        <a:pt x="64862" y="15214"/>
                        <a:pt x="53623" y="12261"/>
                      </a:cubicBezTo>
                      <a:cubicBezTo>
                        <a:pt x="43241" y="9499"/>
                        <a:pt x="33335" y="831"/>
                        <a:pt x="22571" y="69"/>
                      </a:cubicBezTo>
                      <a:cubicBezTo>
                        <a:pt x="-98" y="-1550"/>
                        <a:pt x="-3622" y="25596"/>
                        <a:pt x="2950" y="43122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51" name="Forme libre : forme 16650">
                  <a:extLst>
                    <a:ext uri="{FF2B5EF4-FFF2-40B4-BE49-F238E27FC236}">
                      <a16:creationId xmlns:a16="http://schemas.microsoft.com/office/drawing/2014/main" id="{19C31AAB-D179-46D9-8479-DD675844FE99}"/>
                    </a:ext>
                  </a:extLst>
                </p:cNvPr>
                <p:cNvSpPr/>
                <p:nvPr/>
              </p:nvSpPr>
              <p:spPr>
                <a:xfrm>
                  <a:off x="7384124" y="4699929"/>
                  <a:ext cx="88604" cy="118983"/>
                </a:xfrm>
                <a:custGeom>
                  <a:avLst/>
                  <a:gdLst>
                    <a:gd name="connsiteX0" fmla="*/ 3755 w 88604"/>
                    <a:gd name="connsiteY0" fmla="*/ 23137 h 118983"/>
                    <a:gd name="connsiteX1" fmla="*/ 5851 w 88604"/>
                    <a:gd name="connsiteY1" fmla="*/ 68857 h 118983"/>
                    <a:gd name="connsiteX2" fmla="*/ 63191 w 88604"/>
                    <a:gd name="connsiteY2" fmla="*/ 117625 h 118983"/>
                    <a:gd name="connsiteX3" fmla="*/ 87671 w 88604"/>
                    <a:gd name="connsiteY3" fmla="*/ 111434 h 118983"/>
                    <a:gd name="connsiteX4" fmla="*/ 79860 w 88604"/>
                    <a:gd name="connsiteY4" fmla="*/ 89431 h 118983"/>
                    <a:gd name="connsiteX5" fmla="*/ 42427 w 88604"/>
                    <a:gd name="connsiteY5" fmla="*/ 26185 h 118983"/>
                    <a:gd name="connsiteX6" fmla="*/ 28996 w 88604"/>
                    <a:gd name="connsiteY6" fmla="*/ 182 h 118983"/>
                    <a:gd name="connsiteX7" fmla="*/ 3755 w 88604"/>
                    <a:gd name="connsiteY7" fmla="*/ 23137 h 118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8604" h="118983">
                      <a:moveTo>
                        <a:pt x="3755" y="23137"/>
                      </a:moveTo>
                      <a:cubicBezTo>
                        <a:pt x="-2436" y="37520"/>
                        <a:pt x="-436" y="54474"/>
                        <a:pt x="5851" y="68857"/>
                      </a:cubicBezTo>
                      <a:cubicBezTo>
                        <a:pt x="16233" y="92574"/>
                        <a:pt x="38141" y="110672"/>
                        <a:pt x="63191" y="117625"/>
                      </a:cubicBezTo>
                      <a:cubicBezTo>
                        <a:pt x="72050" y="120102"/>
                        <a:pt x="83956" y="119816"/>
                        <a:pt x="87671" y="111434"/>
                      </a:cubicBezTo>
                      <a:cubicBezTo>
                        <a:pt x="90909" y="103909"/>
                        <a:pt x="85099" y="95813"/>
                        <a:pt x="79860" y="89431"/>
                      </a:cubicBezTo>
                      <a:cubicBezTo>
                        <a:pt x="64334" y="70381"/>
                        <a:pt x="51666" y="49045"/>
                        <a:pt x="42427" y="26185"/>
                      </a:cubicBezTo>
                      <a:cubicBezTo>
                        <a:pt x="39760" y="19518"/>
                        <a:pt x="37283" y="2182"/>
                        <a:pt x="28996" y="182"/>
                      </a:cubicBezTo>
                      <a:cubicBezTo>
                        <a:pt x="19186" y="-2009"/>
                        <a:pt x="6804" y="16184"/>
                        <a:pt x="3755" y="23137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52" name="Forme libre : forme 16651">
                  <a:extLst>
                    <a:ext uri="{FF2B5EF4-FFF2-40B4-BE49-F238E27FC236}">
                      <a16:creationId xmlns:a16="http://schemas.microsoft.com/office/drawing/2014/main" id="{25C4D1B7-93BB-4554-B179-1113CF12E99C}"/>
                    </a:ext>
                  </a:extLst>
                </p:cNvPr>
                <p:cNvSpPr/>
                <p:nvPr/>
              </p:nvSpPr>
              <p:spPr>
                <a:xfrm>
                  <a:off x="7352373" y="4874221"/>
                  <a:ext cx="91339" cy="126539"/>
                </a:xfrm>
                <a:custGeom>
                  <a:avLst/>
                  <a:gdLst>
                    <a:gd name="connsiteX0" fmla="*/ 73 w 91339"/>
                    <a:gd name="connsiteY0" fmla="*/ 40869 h 126539"/>
                    <a:gd name="connsiteX1" fmla="*/ 17504 w 91339"/>
                    <a:gd name="connsiteY1" fmla="*/ 83065 h 126539"/>
                    <a:gd name="connsiteX2" fmla="*/ 64558 w 91339"/>
                    <a:gd name="connsiteY2" fmla="*/ 122784 h 126539"/>
                    <a:gd name="connsiteX3" fmla="*/ 80846 w 91339"/>
                    <a:gd name="connsiteY3" fmla="*/ 125165 h 126539"/>
                    <a:gd name="connsiteX4" fmla="*/ 86274 w 91339"/>
                    <a:gd name="connsiteY4" fmla="*/ 117450 h 126539"/>
                    <a:gd name="connsiteX5" fmla="*/ 88846 w 91339"/>
                    <a:gd name="connsiteY5" fmla="*/ 81160 h 126539"/>
                    <a:gd name="connsiteX6" fmla="*/ 81893 w 91339"/>
                    <a:gd name="connsiteY6" fmla="*/ 69444 h 126539"/>
                    <a:gd name="connsiteX7" fmla="*/ 57795 w 91339"/>
                    <a:gd name="connsiteY7" fmla="*/ 34487 h 126539"/>
                    <a:gd name="connsiteX8" fmla="*/ 34935 w 91339"/>
                    <a:gd name="connsiteY8" fmla="*/ 1531 h 126539"/>
                    <a:gd name="connsiteX9" fmla="*/ 73 w 91339"/>
                    <a:gd name="connsiteY9" fmla="*/ 40869 h 126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1339" h="126539">
                      <a:moveTo>
                        <a:pt x="73" y="40869"/>
                      </a:moveTo>
                      <a:cubicBezTo>
                        <a:pt x="-879" y="56395"/>
                        <a:pt x="7598" y="70968"/>
                        <a:pt x="17504" y="83065"/>
                      </a:cubicBezTo>
                      <a:cubicBezTo>
                        <a:pt x="30553" y="99067"/>
                        <a:pt x="46651" y="112592"/>
                        <a:pt x="64558" y="122784"/>
                      </a:cubicBezTo>
                      <a:cubicBezTo>
                        <a:pt x="69606" y="125641"/>
                        <a:pt x="75892" y="128213"/>
                        <a:pt x="80846" y="125165"/>
                      </a:cubicBezTo>
                      <a:cubicBezTo>
                        <a:pt x="83608" y="123451"/>
                        <a:pt x="85037" y="120403"/>
                        <a:pt x="86274" y="117450"/>
                      </a:cubicBezTo>
                      <a:cubicBezTo>
                        <a:pt x="91037" y="105924"/>
                        <a:pt x="93513" y="92685"/>
                        <a:pt x="88846" y="81160"/>
                      </a:cubicBezTo>
                      <a:cubicBezTo>
                        <a:pt x="87132" y="76969"/>
                        <a:pt x="84560" y="73158"/>
                        <a:pt x="81893" y="69444"/>
                      </a:cubicBezTo>
                      <a:cubicBezTo>
                        <a:pt x="73892" y="57823"/>
                        <a:pt x="65891" y="46203"/>
                        <a:pt x="57795" y="34487"/>
                      </a:cubicBezTo>
                      <a:cubicBezTo>
                        <a:pt x="52365" y="26582"/>
                        <a:pt x="43317" y="5912"/>
                        <a:pt x="34935" y="1531"/>
                      </a:cubicBezTo>
                      <a:cubicBezTo>
                        <a:pt x="17885" y="-7423"/>
                        <a:pt x="73" y="25153"/>
                        <a:pt x="73" y="4086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53" name="Forme libre : forme 16652">
                  <a:extLst>
                    <a:ext uri="{FF2B5EF4-FFF2-40B4-BE49-F238E27FC236}">
                      <a16:creationId xmlns:a16="http://schemas.microsoft.com/office/drawing/2014/main" id="{6C8EB17C-FC3E-4AC9-ADBE-BE53A808ED65}"/>
                    </a:ext>
                  </a:extLst>
                </p:cNvPr>
                <p:cNvSpPr/>
                <p:nvPr/>
              </p:nvSpPr>
              <p:spPr>
                <a:xfrm>
                  <a:off x="7418350" y="4464360"/>
                  <a:ext cx="189615" cy="206618"/>
                </a:xfrm>
                <a:custGeom>
                  <a:avLst/>
                  <a:gdLst>
                    <a:gd name="connsiteX0" fmla="*/ 22774 w 189615"/>
                    <a:gd name="connsiteY0" fmla="*/ 57252 h 206618"/>
                    <a:gd name="connsiteX1" fmla="*/ 10 w 189615"/>
                    <a:gd name="connsiteY1" fmla="*/ 104591 h 206618"/>
                    <a:gd name="connsiteX2" fmla="*/ 17059 w 189615"/>
                    <a:gd name="connsiteY2" fmla="*/ 145930 h 206618"/>
                    <a:gd name="connsiteX3" fmla="*/ 30489 w 189615"/>
                    <a:gd name="connsiteY3" fmla="*/ 162503 h 206618"/>
                    <a:gd name="connsiteX4" fmla="*/ 107737 w 189615"/>
                    <a:gd name="connsiteY4" fmla="*/ 177839 h 206618"/>
                    <a:gd name="connsiteX5" fmla="*/ 156695 w 189615"/>
                    <a:gd name="connsiteY5" fmla="*/ 204413 h 206618"/>
                    <a:gd name="connsiteX6" fmla="*/ 181270 w 189615"/>
                    <a:gd name="connsiteY6" fmla="*/ 202508 h 206618"/>
                    <a:gd name="connsiteX7" fmla="*/ 187842 w 189615"/>
                    <a:gd name="connsiteY7" fmla="*/ 191840 h 206618"/>
                    <a:gd name="connsiteX8" fmla="*/ 162315 w 189615"/>
                    <a:gd name="connsiteY8" fmla="*/ 119546 h 206618"/>
                    <a:gd name="connsiteX9" fmla="*/ 139646 w 189615"/>
                    <a:gd name="connsiteY9" fmla="*/ 57062 h 206618"/>
                    <a:gd name="connsiteX10" fmla="*/ 124215 w 189615"/>
                    <a:gd name="connsiteY10" fmla="*/ 4579 h 206618"/>
                    <a:gd name="connsiteX11" fmla="*/ 22774 w 189615"/>
                    <a:gd name="connsiteY11" fmla="*/ 57252 h 206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9615" h="206618">
                      <a:moveTo>
                        <a:pt x="22774" y="57252"/>
                      </a:moveTo>
                      <a:cubicBezTo>
                        <a:pt x="10678" y="70492"/>
                        <a:pt x="-372" y="86589"/>
                        <a:pt x="10" y="104591"/>
                      </a:cubicBezTo>
                      <a:cubicBezTo>
                        <a:pt x="390" y="119736"/>
                        <a:pt x="8772" y="133262"/>
                        <a:pt x="17059" y="145930"/>
                      </a:cubicBezTo>
                      <a:cubicBezTo>
                        <a:pt x="20964" y="151931"/>
                        <a:pt x="24965" y="157931"/>
                        <a:pt x="30489" y="162503"/>
                      </a:cubicBezTo>
                      <a:cubicBezTo>
                        <a:pt x="51063" y="179458"/>
                        <a:pt x="82400" y="169456"/>
                        <a:pt x="107737" y="177839"/>
                      </a:cubicBezTo>
                      <a:cubicBezTo>
                        <a:pt x="125454" y="183649"/>
                        <a:pt x="139170" y="198222"/>
                        <a:pt x="156695" y="204413"/>
                      </a:cubicBezTo>
                      <a:cubicBezTo>
                        <a:pt x="164792" y="207271"/>
                        <a:pt x="174698" y="208033"/>
                        <a:pt x="181270" y="202508"/>
                      </a:cubicBezTo>
                      <a:cubicBezTo>
                        <a:pt x="184509" y="199746"/>
                        <a:pt x="186509" y="195841"/>
                        <a:pt x="187842" y="191840"/>
                      </a:cubicBezTo>
                      <a:cubicBezTo>
                        <a:pt x="195653" y="166599"/>
                        <a:pt x="175936" y="142215"/>
                        <a:pt x="162315" y="119546"/>
                      </a:cubicBezTo>
                      <a:cubicBezTo>
                        <a:pt x="150790" y="100400"/>
                        <a:pt x="143170" y="79064"/>
                        <a:pt x="139646" y="57062"/>
                      </a:cubicBezTo>
                      <a:cubicBezTo>
                        <a:pt x="136979" y="40393"/>
                        <a:pt x="140313" y="15818"/>
                        <a:pt x="124215" y="4579"/>
                      </a:cubicBezTo>
                      <a:cubicBezTo>
                        <a:pt x="95260" y="-15900"/>
                        <a:pt x="40586" y="37821"/>
                        <a:pt x="22774" y="57252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54" name="Forme libre : forme 16653">
                  <a:extLst>
                    <a:ext uri="{FF2B5EF4-FFF2-40B4-BE49-F238E27FC236}">
                      <a16:creationId xmlns:a16="http://schemas.microsoft.com/office/drawing/2014/main" id="{D5437DE9-0000-46F2-BADF-960B4DF35096}"/>
                    </a:ext>
                  </a:extLst>
                </p:cNvPr>
                <p:cNvSpPr/>
                <p:nvPr/>
              </p:nvSpPr>
              <p:spPr>
                <a:xfrm>
                  <a:off x="7409141" y="4410611"/>
                  <a:ext cx="87738" cy="91665"/>
                </a:xfrm>
                <a:custGeom>
                  <a:avLst/>
                  <a:gdLst>
                    <a:gd name="connsiteX0" fmla="*/ 23220 w 87738"/>
                    <a:gd name="connsiteY0" fmla="*/ 79949 h 91665"/>
                    <a:gd name="connsiteX1" fmla="*/ 1122 w 87738"/>
                    <a:gd name="connsiteY1" fmla="*/ 91665 h 91665"/>
                    <a:gd name="connsiteX2" fmla="*/ 4075 w 87738"/>
                    <a:gd name="connsiteY2" fmla="*/ 70615 h 91665"/>
                    <a:gd name="connsiteX3" fmla="*/ 43223 w 87738"/>
                    <a:gd name="connsiteY3" fmla="*/ 12893 h 91665"/>
                    <a:gd name="connsiteX4" fmla="*/ 78942 w 87738"/>
                    <a:gd name="connsiteY4" fmla="*/ 1749 h 91665"/>
                    <a:gd name="connsiteX5" fmla="*/ 23220 w 87738"/>
                    <a:gd name="connsiteY5" fmla="*/ 79949 h 91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7738" h="91665">
                      <a:moveTo>
                        <a:pt x="23220" y="79949"/>
                      </a:moveTo>
                      <a:cubicBezTo>
                        <a:pt x="16267" y="84617"/>
                        <a:pt x="9219" y="89379"/>
                        <a:pt x="1122" y="91665"/>
                      </a:cubicBezTo>
                      <a:cubicBezTo>
                        <a:pt x="-1354" y="84807"/>
                        <a:pt x="551" y="76997"/>
                        <a:pt x="4075" y="70615"/>
                      </a:cubicBezTo>
                      <a:cubicBezTo>
                        <a:pt x="13982" y="52898"/>
                        <a:pt x="29793" y="27752"/>
                        <a:pt x="43223" y="12893"/>
                      </a:cubicBezTo>
                      <a:cubicBezTo>
                        <a:pt x="50843" y="4511"/>
                        <a:pt x="67226" y="-3680"/>
                        <a:pt x="78942" y="1749"/>
                      </a:cubicBezTo>
                      <a:cubicBezTo>
                        <a:pt x="113327" y="17846"/>
                        <a:pt x="36746" y="70805"/>
                        <a:pt x="23220" y="7994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55" name="Forme libre : forme 16654">
                  <a:extLst>
                    <a:ext uri="{FF2B5EF4-FFF2-40B4-BE49-F238E27FC236}">
                      <a16:creationId xmlns:a16="http://schemas.microsoft.com/office/drawing/2014/main" id="{7515DEE7-70B7-4352-AB0E-F358B2C46B10}"/>
                    </a:ext>
                  </a:extLst>
                </p:cNvPr>
                <p:cNvSpPr/>
                <p:nvPr/>
              </p:nvSpPr>
              <p:spPr>
                <a:xfrm>
                  <a:off x="7658096" y="4486548"/>
                  <a:ext cx="194222" cy="138983"/>
                </a:xfrm>
                <a:custGeom>
                  <a:avLst/>
                  <a:gdLst>
                    <a:gd name="connsiteX0" fmla="*/ 44489 w 194222"/>
                    <a:gd name="connsiteY0" fmla="*/ 11347 h 138983"/>
                    <a:gd name="connsiteX1" fmla="*/ 8 w 194222"/>
                    <a:gd name="connsiteY1" fmla="*/ 55162 h 138983"/>
                    <a:gd name="connsiteX2" fmla="*/ 5532 w 194222"/>
                    <a:gd name="connsiteY2" fmla="*/ 84213 h 138983"/>
                    <a:gd name="connsiteX3" fmla="*/ 10676 w 194222"/>
                    <a:gd name="connsiteY3" fmla="*/ 117741 h 138983"/>
                    <a:gd name="connsiteX4" fmla="*/ 34297 w 194222"/>
                    <a:gd name="connsiteY4" fmla="*/ 138982 h 138983"/>
                    <a:gd name="connsiteX5" fmla="*/ 57920 w 194222"/>
                    <a:gd name="connsiteY5" fmla="*/ 128314 h 138983"/>
                    <a:gd name="connsiteX6" fmla="*/ 140597 w 194222"/>
                    <a:gd name="connsiteY6" fmla="*/ 89928 h 138983"/>
                    <a:gd name="connsiteX7" fmla="*/ 194223 w 194222"/>
                    <a:gd name="connsiteY7" fmla="*/ 21539 h 138983"/>
                    <a:gd name="connsiteX8" fmla="*/ 67063 w 194222"/>
                    <a:gd name="connsiteY8" fmla="*/ 2393 h 138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4222" h="138983">
                      <a:moveTo>
                        <a:pt x="44489" y="11347"/>
                      </a:moveTo>
                      <a:cubicBezTo>
                        <a:pt x="21248" y="10490"/>
                        <a:pt x="-468" y="31826"/>
                        <a:pt x="8" y="55162"/>
                      </a:cubicBezTo>
                      <a:cubicBezTo>
                        <a:pt x="198" y="65068"/>
                        <a:pt x="3817" y="74498"/>
                        <a:pt x="5532" y="84213"/>
                      </a:cubicBezTo>
                      <a:cubicBezTo>
                        <a:pt x="7532" y="95358"/>
                        <a:pt x="7151" y="106883"/>
                        <a:pt x="10676" y="117741"/>
                      </a:cubicBezTo>
                      <a:cubicBezTo>
                        <a:pt x="14200" y="128600"/>
                        <a:pt x="22963" y="138792"/>
                        <a:pt x="34297" y="138982"/>
                      </a:cubicBezTo>
                      <a:cubicBezTo>
                        <a:pt x="43060" y="139077"/>
                        <a:pt x="50585" y="133172"/>
                        <a:pt x="57920" y="128314"/>
                      </a:cubicBezTo>
                      <a:cubicBezTo>
                        <a:pt x="83161" y="111359"/>
                        <a:pt x="113546" y="103835"/>
                        <a:pt x="140597" y="89928"/>
                      </a:cubicBezTo>
                      <a:cubicBezTo>
                        <a:pt x="167647" y="76022"/>
                        <a:pt x="193174" y="51924"/>
                        <a:pt x="194223" y="21539"/>
                      </a:cubicBezTo>
                      <a:cubicBezTo>
                        <a:pt x="154979" y="2679"/>
                        <a:pt x="110117" y="-4084"/>
                        <a:pt x="67063" y="2393"/>
                      </a:cubicBezTo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56" name="Forme libre : forme 16655">
                  <a:extLst>
                    <a:ext uri="{FF2B5EF4-FFF2-40B4-BE49-F238E27FC236}">
                      <a16:creationId xmlns:a16="http://schemas.microsoft.com/office/drawing/2014/main" id="{96357D41-03B4-4E5C-83E7-B30140636C28}"/>
                    </a:ext>
                  </a:extLst>
                </p:cNvPr>
                <p:cNvSpPr/>
                <p:nvPr/>
              </p:nvSpPr>
              <p:spPr>
                <a:xfrm>
                  <a:off x="7478528" y="4805921"/>
                  <a:ext cx="96273" cy="111370"/>
                </a:xfrm>
                <a:custGeom>
                  <a:avLst/>
                  <a:gdLst>
                    <a:gd name="connsiteX0" fmla="*/ 20604 w 96273"/>
                    <a:gd name="connsiteY0" fmla="*/ 56019 h 111370"/>
                    <a:gd name="connsiteX1" fmla="*/ 29 w 96273"/>
                    <a:gd name="connsiteY1" fmla="*/ 98406 h 111370"/>
                    <a:gd name="connsiteX2" fmla="*/ 3935 w 96273"/>
                    <a:gd name="connsiteY2" fmla="*/ 108788 h 111370"/>
                    <a:gd name="connsiteX3" fmla="*/ 20508 w 96273"/>
                    <a:gd name="connsiteY3" fmla="*/ 107931 h 111370"/>
                    <a:gd name="connsiteX4" fmla="*/ 30796 w 96273"/>
                    <a:gd name="connsiteY4" fmla="*/ 93262 h 111370"/>
                    <a:gd name="connsiteX5" fmla="*/ 57561 w 96273"/>
                    <a:gd name="connsiteY5" fmla="*/ 54781 h 111370"/>
                    <a:gd name="connsiteX6" fmla="*/ 84898 w 96273"/>
                    <a:gd name="connsiteY6" fmla="*/ 298 h 111370"/>
                    <a:gd name="connsiteX7" fmla="*/ 20604 w 96273"/>
                    <a:gd name="connsiteY7" fmla="*/ 56019 h 111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6273" h="111370">
                      <a:moveTo>
                        <a:pt x="20604" y="56019"/>
                      </a:moveTo>
                      <a:cubicBezTo>
                        <a:pt x="10126" y="68307"/>
                        <a:pt x="-637" y="82308"/>
                        <a:pt x="29" y="98406"/>
                      </a:cubicBezTo>
                      <a:cubicBezTo>
                        <a:pt x="220" y="102215"/>
                        <a:pt x="1172" y="106216"/>
                        <a:pt x="3935" y="108788"/>
                      </a:cubicBezTo>
                      <a:cubicBezTo>
                        <a:pt x="8316" y="112883"/>
                        <a:pt x="15746" y="111740"/>
                        <a:pt x="20508" y="107931"/>
                      </a:cubicBezTo>
                      <a:cubicBezTo>
                        <a:pt x="25271" y="104216"/>
                        <a:pt x="27938" y="98501"/>
                        <a:pt x="30796" y="93262"/>
                      </a:cubicBezTo>
                      <a:cubicBezTo>
                        <a:pt x="38129" y="79451"/>
                        <a:pt x="47178" y="66497"/>
                        <a:pt x="57561" y="54781"/>
                      </a:cubicBezTo>
                      <a:cubicBezTo>
                        <a:pt x="66419" y="44875"/>
                        <a:pt x="118997" y="6966"/>
                        <a:pt x="84898" y="298"/>
                      </a:cubicBezTo>
                      <a:cubicBezTo>
                        <a:pt x="62609" y="-4083"/>
                        <a:pt x="33367" y="41065"/>
                        <a:pt x="20604" y="5601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57" name="Forme libre : forme 16656">
                  <a:extLst>
                    <a:ext uri="{FF2B5EF4-FFF2-40B4-BE49-F238E27FC236}">
                      <a16:creationId xmlns:a16="http://schemas.microsoft.com/office/drawing/2014/main" id="{CB3CEA62-A1B3-40C2-8680-F0160EF36E0A}"/>
                    </a:ext>
                  </a:extLst>
                </p:cNvPr>
                <p:cNvSpPr/>
                <p:nvPr/>
              </p:nvSpPr>
              <p:spPr>
                <a:xfrm>
                  <a:off x="7608653" y="4216314"/>
                  <a:ext cx="103790" cy="165614"/>
                </a:xfrm>
                <a:custGeom>
                  <a:avLst/>
                  <a:gdLst>
                    <a:gd name="connsiteX0" fmla="*/ 91456 w 103790"/>
                    <a:gd name="connsiteY0" fmla="*/ 114989 h 165614"/>
                    <a:gd name="connsiteX1" fmla="*/ 38021 w 103790"/>
                    <a:gd name="connsiteY1" fmla="*/ 163376 h 165614"/>
                    <a:gd name="connsiteX2" fmla="*/ 13732 w 103790"/>
                    <a:gd name="connsiteY2" fmla="*/ 163852 h 165614"/>
                    <a:gd name="connsiteX3" fmla="*/ 16 w 103790"/>
                    <a:gd name="connsiteY3" fmla="*/ 145278 h 165614"/>
                    <a:gd name="connsiteX4" fmla="*/ 6302 w 103790"/>
                    <a:gd name="connsiteY4" fmla="*/ 130133 h 165614"/>
                    <a:gd name="connsiteX5" fmla="*/ 35735 w 103790"/>
                    <a:gd name="connsiteY5" fmla="*/ 53457 h 165614"/>
                    <a:gd name="connsiteX6" fmla="*/ 68215 w 103790"/>
                    <a:gd name="connsiteY6" fmla="*/ 3641 h 165614"/>
                    <a:gd name="connsiteX7" fmla="*/ 91456 w 103790"/>
                    <a:gd name="connsiteY7" fmla="*/ 114989 h 165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3790" h="165614">
                      <a:moveTo>
                        <a:pt x="91456" y="114989"/>
                      </a:moveTo>
                      <a:cubicBezTo>
                        <a:pt x="80788" y="137277"/>
                        <a:pt x="61738" y="156327"/>
                        <a:pt x="38021" y="163376"/>
                      </a:cubicBezTo>
                      <a:cubicBezTo>
                        <a:pt x="30115" y="165757"/>
                        <a:pt x="21448" y="166709"/>
                        <a:pt x="13732" y="163852"/>
                      </a:cubicBezTo>
                      <a:cubicBezTo>
                        <a:pt x="6017" y="160994"/>
                        <a:pt x="-365" y="153469"/>
                        <a:pt x="16" y="145278"/>
                      </a:cubicBezTo>
                      <a:cubicBezTo>
                        <a:pt x="302" y="139753"/>
                        <a:pt x="3445" y="134896"/>
                        <a:pt x="6302" y="130133"/>
                      </a:cubicBezTo>
                      <a:cubicBezTo>
                        <a:pt x="20781" y="106226"/>
                        <a:pt x="29448" y="80603"/>
                        <a:pt x="35735" y="53457"/>
                      </a:cubicBezTo>
                      <a:cubicBezTo>
                        <a:pt x="40307" y="33550"/>
                        <a:pt x="48213" y="13166"/>
                        <a:pt x="68215" y="3641"/>
                      </a:cubicBezTo>
                      <a:cubicBezTo>
                        <a:pt x="121365" y="-21695"/>
                        <a:pt x="102124" y="92700"/>
                        <a:pt x="91456" y="11498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58" name="Forme libre : forme 16657">
                  <a:extLst>
                    <a:ext uri="{FF2B5EF4-FFF2-40B4-BE49-F238E27FC236}">
                      <a16:creationId xmlns:a16="http://schemas.microsoft.com/office/drawing/2014/main" id="{10E415DC-C990-4A48-9E94-DC68843712E5}"/>
                    </a:ext>
                  </a:extLst>
                </p:cNvPr>
                <p:cNvSpPr/>
                <p:nvPr/>
              </p:nvSpPr>
              <p:spPr>
                <a:xfrm>
                  <a:off x="7735280" y="4048140"/>
                  <a:ext cx="77012" cy="145997"/>
                </a:xfrm>
                <a:custGeom>
                  <a:avLst/>
                  <a:gdLst>
                    <a:gd name="connsiteX0" fmla="*/ 53793 w 77012"/>
                    <a:gd name="connsiteY0" fmla="*/ 53800 h 145997"/>
                    <a:gd name="connsiteX1" fmla="*/ 51983 w 77012"/>
                    <a:gd name="connsiteY1" fmla="*/ 64849 h 145997"/>
                    <a:gd name="connsiteX2" fmla="*/ 45030 w 77012"/>
                    <a:gd name="connsiteY2" fmla="*/ 71136 h 145997"/>
                    <a:gd name="connsiteX3" fmla="*/ 15026 w 77012"/>
                    <a:gd name="connsiteY3" fmla="*/ 91519 h 145997"/>
                    <a:gd name="connsiteX4" fmla="*/ 72 w 77012"/>
                    <a:gd name="connsiteY4" fmla="*/ 123333 h 145997"/>
                    <a:gd name="connsiteX5" fmla="*/ 23503 w 77012"/>
                    <a:gd name="connsiteY5" fmla="*/ 145907 h 145997"/>
                    <a:gd name="connsiteX6" fmla="*/ 48935 w 77012"/>
                    <a:gd name="connsiteY6" fmla="*/ 121238 h 145997"/>
                    <a:gd name="connsiteX7" fmla="*/ 71700 w 77012"/>
                    <a:gd name="connsiteY7" fmla="*/ 71993 h 145997"/>
                    <a:gd name="connsiteX8" fmla="*/ 76272 w 77012"/>
                    <a:gd name="connsiteY8" fmla="*/ 58277 h 145997"/>
                    <a:gd name="connsiteX9" fmla="*/ 65889 w 77012"/>
                    <a:gd name="connsiteY9" fmla="*/ 175 h 145997"/>
                    <a:gd name="connsiteX10" fmla="*/ 53793 w 77012"/>
                    <a:gd name="connsiteY10" fmla="*/ 53800 h 145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7012" h="145997">
                      <a:moveTo>
                        <a:pt x="53793" y="53800"/>
                      </a:moveTo>
                      <a:cubicBezTo>
                        <a:pt x="53983" y="57610"/>
                        <a:pt x="53888" y="61611"/>
                        <a:pt x="51983" y="64849"/>
                      </a:cubicBezTo>
                      <a:cubicBezTo>
                        <a:pt x="50364" y="67516"/>
                        <a:pt x="47697" y="69422"/>
                        <a:pt x="45030" y="71136"/>
                      </a:cubicBezTo>
                      <a:cubicBezTo>
                        <a:pt x="34838" y="77613"/>
                        <a:pt x="23884" y="83328"/>
                        <a:pt x="15026" y="91519"/>
                      </a:cubicBezTo>
                      <a:cubicBezTo>
                        <a:pt x="6168" y="99711"/>
                        <a:pt x="-786" y="111236"/>
                        <a:pt x="72" y="123333"/>
                      </a:cubicBezTo>
                      <a:cubicBezTo>
                        <a:pt x="834" y="135430"/>
                        <a:pt x="11502" y="147146"/>
                        <a:pt x="23503" y="145907"/>
                      </a:cubicBezTo>
                      <a:cubicBezTo>
                        <a:pt x="35790" y="144669"/>
                        <a:pt x="43410" y="132287"/>
                        <a:pt x="48935" y="121238"/>
                      </a:cubicBezTo>
                      <a:cubicBezTo>
                        <a:pt x="56936" y="105045"/>
                        <a:pt x="64556" y="88567"/>
                        <a:pt x="71700" y="71993"/>
                      </a:cubicBezTo>
                      <a:cubicBezTo>
                        <a:pt x="73605" y="67516"/>
                        <a:pt x="75509" y="63040"/>
                        <a:pt x="76272" y="58277"/>
                      </a:cubicBezTo>
                      <a:cubicBezTo>
                        <a:pt x="77605" y="50181"/>
                        <a:pt x="78558" y="2651"/>
                        <a:pt x="65889" y="175"/>
                      </a:cubicBezTo>
                      <a:cubicBezTo>
                        <a:pt x="47792" y="-3254"/>
                        <a:pt x="53411" y="44847"/>
                        <a:pt x="53793" y="53800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59" name="Forme libre : forme 16658">
                  <a:extLst>
                    <a:ext uri="{FF2B5EF4-FFF2-40B4-BE49-F238E27FC236}">
                      <a16:creationId xmlns:a16="http://schemas.microsoft.com/office/drawing/2014/main" id="{8C68C55E-6D70-4817-8CA6-E1E8EA958DC3}"/>
                    </a:ext>
                  </a:extLst>
                </p:cNvPr>
                <p:cNvSpPr/>
                <p:nvPr/>
              </p:nvSpPr>
              <p:spPr>
                <a:xfrm>
                  <a:off x="7744952" y="4245292"/>
                  <a:ext cx="117614" cy="174802"/>
                </a:xfrm>
                <a:custGeom>
                  <a:avLst/>
                  <a:gdLst>
                    <a:gd name="connsiteX0" fmla="*/ 32691 w 117614"/>
                    <a:gd name="connsiteY0" fmla="*/ 73724 h 174802"/>
                    <a:gd name="connsiteX1" fmla="*/ 2973 w 117614"/>
                    <a:gd name="connsiteY1" fmla="*/ 126588 h 174802"/>
                    <a:gd name="connsiteX2" fmla="*/ 5354 w 117614"/>
                    <a:gd name="connsiteY2" fmla="*/ 159068 h 174802"/>
                    <a:gd name="connsiteX3" fmla="*/ 17927 w 117614"/>
                    <a:gd name="connsiteY3" fmla="*/ 167926 h 174802"/>
                    <a:gd name="connsiteX4" fmla="*/ 100889 w 117614"/>
                    <a:gd name="connsiteY4" fmla="*/ 156877 h 174802"/>
                    <a:gd name="connsiteX5" fmla="*/ 116892 w 117614"/>
                    <a:gd name="connsiteY5" fmla="*/ 132874 h 174802"/>
                    <a:gd name="connsiteX6" fmla="*/ 99366 w 117614"/>
                    <a:gd name="connsiteY6" fmla="*/ 67342 h 174802"/>
                    <a:gd name="connsiteX7" fmla="*/ 81649 w 117614"/>
                    <a:gd name="connsiteY7" fmla="*/ 13812 h 174802"/>
                    <a:gd name="connsiteX8" fmla="*/ 32691 w 117614"/>
                    <a:gd name="connsiteY8" fmla="*/ 73724 h 174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7614" h="174802">
                      <a:moveTo>
                        <a:pt x="32691" y="73724"/>
                      </a:moveTo>
                      <a:cubicBezTo>
                        <a:pt x="24976" y="92393"/>
                        <a:pt x="10021" y="107538"/>
                        <a:pt x="2973" y="126588"/>
                      </a:cubicBezTo>
                      <a:cubicBezTo>
                        <a:pt x="-933" y="137255"/>
                        <a:pt x="-1790" y="150210"/>
                        <a:pt x="5354" y="159068"/>
                      </a:cubicBezTo>
                      <a:cubicBezTo>
                        <a:pt x="8592" y="163068"/>
                        <a:pt x="13165" y="165830"/>
                        <a:pt x="17927" y="167926"/>
                      </a:cubicBezTo>
                      <a:cubicBezTo>
                        <a:pt x="44692" y="180213"/>
                        <a:pt x="78315" y="175737"/>
                        <a:pt x="100889" y="156877"/>
                      </a:cubicBezTo>
                      <a:cubicBezTo>
                        <a:pt x="108415" y="150591"/>
                        <a:pt x="114987" y="142494"/>
                        <a:pt x="116892" y="132874"/>
                      </a:cubicBezTo>
                      <a:cubicBezTo>
                        <a:pt x="121464" y="110586"/>
                        <a:pt x="102985" y="88773"/>
                        <a:pt x="99366" y="67342"/>
                      </a:cubicBezTo>
                      <a:cubicBezTo>
                        <a:pt x="96032" y="47625"/>
                        <a:pt x="94794" y="30290"/>
                        <a:pt x="81649" y="13812"/>
                      </a:cubicBezTo>
                      <a:cubicBezTo>
                        <a:pt x="44597" y="-32956"/>
                        <a:pt x="41644" y="52293"/>
                        <a:pt x="32691" y="73724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60" name="Forme libre : forme 16659">
                  <a:extLst>
                    <a:ext uri="{FF2B5EF4-FFF2-40B4-BE49-F238E27FC236}">
                      <a16:creationId xmlns:a16="http://schemas.microsoft.com/office/drawing/2014/main" id="{4131570A-F89B-413F-913A-F67440A41DB5}"/>
                    </a:ext>
                  </a:extLst>
                </p:cNvPr>
                <p:cNvSpPr/>
                <p:nvPr/>
              </p:nvSpPr>
              <p:spPr>
                <a:xfrm>
                  <a:off x="7902012" y="4361776"/>
                  <a:ext cx="88850" cy="97457"/>
                </a:xfrm>
                <a:custGeom>
                  <a:avLst/>
                  <a:gdLst>
                    <a:gd name="connsiteX0" fmla="*/ 1456 w 88850"/>
                    <a:gd name="connsiteY0" fmla="*/ 62300 h 97457"/>
                    <a:gd name="connsiteX1" fmla="*/ 3932 w 88850"/>
                    <a:gd name="connsiteY1" fmla="*/ 88398 h 97457"/>
                    <a:gd name="connsiteX2" fmla="*/ 17458 w 88850"/>
                    <a:gd name="connsiteY2" fmla="*/ 96113 h 97457"/>
                    <a:gd name="connsiteX3" fmla="*/ 81656 w 88850"/>
                    <a:gd name="connsiteY3" fmla="*/ 80969 h 97457"/>
                    <a:gd name="connsiteX4" fmla="*/ 71273 w 88850"/>
                    <a:gd name="connsiteY4" fmla="*/ 22866 h 97457"/>
                    <a:gd name="connsiteX5" fmla="*/ 29840 w 88850"/>
                    <a:gd name="connsiteY5" fmla="*/ 2007 h 97457"/>
                    <a:gd name="connsiteX6" fmla="*/ 1456 w 88850"/>
                    <a:gd name="connsiteY6" fmla="*/ 62300 h 9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8850" h="97457">
                      <a:moveTo>
                        <a:pt x="1456" y="62300"/>
                      </a:moveTo>
                      <a:cubicBezTo>
                        <a:pt x="-164" y="71158"/>
                        <a:pt x="-1592" y="81254"/>
                        <a:pt x="3932" y="88398"/>
                      </a:cubicBezTo>
                      <a:cubicBezTo>
                        <a:pt x="7170" y="92589"/>
                        <a:pt x="12314" y="94875"/>
                        <a:pt x="17458" y="96113"/>
                      </a:cubicBezTo>
                      <a:cubicBezTo>
                        <a:pt x="35460" y="100495"/>
                        <a:pt x="67749" y="93828"/>
                        <a:pt x="81656" y="80969"/>
                      </a:cubicBezTo>
                      <a:cubicBezTo>
                        <a:pt x="98515" y="65252"/>
                        <a:pt x="81847" y="38297"/>
                        <a:pt x="71273" y="22866"/>
                      </a:cubicBezTo>
                      <a:cubicBezTo>
                        <a:pt x="61654" y="8769"/>
                        <a:pt x="48128" y="-5328"/>
                        <a:pt x="29840" y="2007"/>
                      </a:cubicBezTo>
                      <a:cubicBezTo>
                        <a:pt x="6599" y="11436"/>
                        <a:pt x="5361" y="41440"/>
                        <a:pt x="1456" y="62300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61" name="Forme libre : forme 16660">
                  <a:extLst>
                    <a:ext uri="{FF2B5EF4-FFF2-40B4-BE49-F238E27FC236}">
                      <a16:creationId xmlns:a16="http://schemas.microsoft.com/office/drawing/2014/main" id="{CF02BC10-49D1-4B40-ACC0-88312D8B4531}"/>
                    </a:ext>
                  </a:extLst>
                </p:cNvPr>
                <p:cNvSpPr/>
                <p:nvPr/>
              </p:nvSpPr>
              <p:spPr>
                <a:xfrm>
                  <a:off x="7873881" y="4170300"/>
                  <a:ext cx="87123" cy="90327"/>
                </a:xfrm>
                <a:custGeom>
                  <a:avLst/>
                  <a:gdLst>
                    <a:gd name="connsiteX0" fmla="*/ 23204 w 87123"/>
                    <a:gd name="connsiteY0" fmla="*/ 30 h 90327"/>
                    <a:gd name="connsiteX1" fmla="*/ 71687 w 87123"/>
                    <a:gd name="connsiteY1" fmla="*/ 27367 h 90327"/>
                    <a:gd name="connsiteX2" fmla="*/ 87117 w 87123"/>
                    <a:gd name="connsiteY2" fmla="*/ 82041 h 90327"/>
                    <a:gd name="connsiteX3" fmla="*/ 82260 w 87123"/>
                    <a:gd name="connsiteY3" fmla="*/ 90327 h 90327"/>
                    <a:gd name="connsiteX4" fmla="*/ 78545 w 87123"/>
                    <a:gd name="connsiteY4" fmla="*/ 88803 h 90327"/>
                    <a:gd name="connsiteX5" fmla="*/ 44636 w 87123"/>
                    <a:gd name="connsiteY5" fmla="*/ 34225 h 90327"/>
                    <a:gd name="connsiteX6" fmla="*/ 18347 w 87123"/>
                    <a:gd name="connsiteY6" fmla="*/ 15747 h 90327"/>
                    <a:gd name="connsiteX7" fmla="*/ 23204 w 87123"/>
                    <a:gd name="connsiteY7" fmla="*/ 30 h 90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7123" h="90327">
                      <a:moveTo>
                        <a:pt x="23204" y="30"/>
                      </a:moveTo>
                      <a:cubicBezTo>
                        <a:pt x="42445" y="411"/>
                        <a:pt x="60638" y="11651"/>
                        <a:pt x="71687" y="27367"/>
                      </a:cubicBezTo>
                      <a:cubicBezTo>
                        <a:pt x="82736" y="43083"/>
                        <a:pt x="87308" y="62800"/>
                        <a:pt x="87117" y="82041"/>
                      </a:cubicBezTo>
                      <a:cubicBezTo>
                        <a:pt x="87117" y="85660"/>
                        <a:pt x="85784" y="90327"/>
                        <a:pt x="82260" y="90327"/>
                      </a:cubicBezTo>
                      <a:cubicBezTo>
                        <a:pt x="80926" y="90327"/>
                        <a:pt x="79688" y="89565"/>
                        <a:pt x="78545" y="88803"/>
                      </a:cubicBezTo>
                      <a:cubicBezTo>
                        <a:pt x="61019" y="76230"/>
                        <a:pt x="57876" y="51370"/>
                        <a:pt x="44636" y="34225"/>
                      </a:cubicBezTo>
                      <a:cubicBezTo>
                        <a:pt x="37969" y="25652"/>
                        <a:pt x="28729" y="19080"/>
                        <a:pt x="18347" y="15747"/>
                      </a:cubicBezTo>
                      <a:cubicBezTo>
                        <a:pt x="-8704" y="7079"/>
                        <a:pt x="-4799" y="-541"/>
                        <a:pt x="23204" y="30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62" name="Forme libre : forme 16661">
                  <a:extLst>
                    <a:ext uri="{FF2B5EF4-FFF2-40B4-BE49-F238E27FC236}">
                      <a16:creationId xmlns:a16="http://schemas.microsoft.com/office/drawing/2014/main" id="{E2A1D501-6DA3-4BB1-BD88-BB002C3B3F3A}"/>
                    </a:ext>
                  </a:extLst>
                </p:cNvPr>
                <p:cNvSpPr/>
                <p:nvPr/>
              </p:nvSpPr>
              <p:spPr>
                <a:xfrm>
                  <a:off x="7986013" y="3997166"/>
                  <a:ext cx="117791" cy="167193"/>
                </a:xfrm>
                <a:custGeom>
                  <a:avLst/>
                  <a:gdLst>
                    <a:gd name="connsiteX0" fmla="*/ 105002 w 117791"/>
                    <a:gd name="connsiteY0" fmla="*/ 0 h 167193"/>
                    <a:gd name="connsiteX1" fmla="*/ 47947 w 117791"/>
                    <a:gd name="connsiteY1" fmla="*/ 26765 h 167193"/>
                    <a:gd name="connsiteX2" fmla="*/ 18324 w 117791"/>
                    <a:gd name="connsiteY2" fmla="*/ 48959 h 167193"/>
                    <a:gd name="connsiteX3" fmla="*/ 36 w 117791"/>
                    <a:gd name="connsiteY3" fmla="*/ 117729 h 167193"/>
                    <a:gd name="connsiteX4" fmla="*/ 2417 w 117791"/>
                    <a:gd name="connsiteY4" fmla="*/ 136493 h 167193"/>
                    <a:gd name="connsiteX5" fmla="*/ 12133 w 117791"/>
                    <a:gd name="connsiteY5" fmla="*/ 148876 h 167193"/>
                    <a:gd name="connsiteX6" fmla="*/ 103477 w 117791"/>
                    <a:gd name="connsiteY6" fmla="*/ 155258 h 167193"/>
                    <a:gd name="connsiteX7" fmla="*/ 117574 w 117791"/>
                    <a:gd name="connsiteY7" fmla="*/ 131921 h 167193"/>
                    <a:gd name="connsiteX8" fmla="*/ 97191 w 117791"/>
                    <a:gd name="connsiteY8" fmla="*/ 109061 h 167193"/>
                    <a:gd name="connsiteX9" fmla="*/ 82713 w 117791"/>
                    <a:gd name="connsiteY9" fmla="*/ 71628 h 167193"/>
                    <a:gd name="connsiteX10" fmla="*/ 89095 w 117791"/>
                    <a:gd name="connsiteY10" fmla="*/ 31052 h 167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7791" h="167193">
                      <a:moveTo>
                        <a:pt x="105002" y="0"/>
                      </a:moveTo>
                      <a:cubicBezTo>
                        <a:pt x="85380" y="7620"/>
                        <a:pt x="66330" y="16574"/>
                        <a:pt x="47947" y="26765"/>
                      </a:cubicBezTo>
                      <a:cubicBezTo>
                        <a:pt x="37088" y="32766"/>
                        <a:pt x="26325" y="39434"/>
                        <a:pt x="18324" y="48959"/>
                      </a:cubicBezTo>
                      <a:cubicBezTo>
                        <a:pt x="2798" y="67532"/>
                        <a:pt x="512" y="93536"/>
                        <a:pt x="36" y="117729"/>
                      </a:cubicBezTo>
                      <a:cubicBezTo>
                        <a:pt x="-59" y="124111"/>
                        <a:pt x="-155" y="130683"/>
                        <a:pt x="2417" y="136493"/>
                      </a:cubicBezTo>
                      <a:cubicBezTo>
                        <a:pt x="4513" y="141351"/>
                        <a:pt x="8132" y="145352"/>
                        <a:pt x="12133" y="148876"/>
                      </a:cubicBezTo>
                      <a:cubicBezTo>
                        <a:pt x="36707" y="170593"/>
                        <a:pt x="76141" y="173355"/>
                        <a:pt x="103477" y="155258"/>
                      </a:cubicBezTo>
                      <a:cubicBezTo>
                        <a:pt x="111479" y="149924"/>
                        <a:pt x="119194" y="141446"/>
                        <a:pt x="117574" y="131921"/>
                      </a:cubicBezTo>
                      <a:cubicBezTo>
                        <a:pt x="115860" y="121634"/>
                        <a:pt x="104716" y="116300"/>
                        <a:pt x="97191" y="109061"/>
                      </a:cubicBezTo>
                      <a:cubicBezTo>
                        <a:pt x="87285" y="99536"/>
                        <a:pt x="82904" y="85344"/>
                        <a:pt x="82713" y="71628"/>
                      </a:cubicBezTo>
                      <a:cubicBezTo>
                        <a:pt x="82522" y="57912"/>
                        <a:pt x="85761" y="44387"/>
                        <a:pt x="89095" y="31052"/>
                      </a:cubicBezTo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63" name="Forme libre : forme 16662">
                  <a:extLst>
                    <a:ext uri="{FF2B5EF4-FFF2-40B4-BE49-F238E27FC236}">
                      <a16:creationId xmlns:a16="http://schemas.microsoft.com/office/drawing/2014/main" id="{5B1E8FCA-5C77-472F-A43A-017A11F8E8E6}"/>
                    </a:ext>
                  </a:extLst>
                </p:cNvPr>
                <p:cNvSpPr/>
                <p:nvPr/>
              </p:nvSpPr>
              <p:spPr>
                <a:xfrm>
                  <a:off x="8128687" y="4184238"/>
                  <a:ext cx="38101" cy="71065"/>
                </a:xfrm>
                <a:custGeom>
                  <a:avLst/>
                  <a:gdLst>
                    <a:gd name="connsiteX0" fmla="*/ 37004 w 38101"/>
                    <a:gd name="connsiteY0" fmla="*/ 19906 h 71065"/>
                    <a:gd name="connsiteX1" fmla="*/ 32908 w 38101"/>
                    <a:gd name="connsiteY1" fmla="*/ 53624 h 71065"/>
                    <a:gd name="connsiteX2" fmla="*/ 30241 w 38101"/>
                    <a:gd name="connsiteY2" fmla="*/ 57815 h 71065"/>
                    <a:gd name="connsiteX3" fmla="*/ 5095 w 38101"/>
                    <a:gd name="connsiteY3" fmla="*/ 71055 h 71065"/>
                    <a:gd name="connsiteX4" fmla="*/ 1190 w 38101"/>
                    <a:gd name="connsiteY4" fmla="*/ 69721 h 71065"/>
                    <a:gd name="connsiteX5" fmla="*/ 47 w 38101"/>
                    <a:gd name="connsiteY5" fmla="*/ 66102 h 71065"/>
                    <a:gd name="connsiteX6" fmla="*/ 37004 w 38101"/>
                    <a:gd name="connsiteY6" fmla="*/ 19906 h 71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101" h="71065">
                      <a:moveTo>
                        <a:pt x="37004" y="19906"/>
                      </a:moveTo>
                      <a:cubicBezTo>
                        <a:pt x="39099" y="31241"/>
                        <a:pt x="38433" y="43433"/>
                        <a:pt x="32908" y="53624"/>
                      </a:cubicBezTo>
                      <a:cubicBezTo>
                        <a:pt x="32146" y="55053"/>
                        <a:pt x="31194" y="56482"/>
                        <a:pt x="30241" y="57815"/>
                      </a:cubicBezTo>
                      <a:cubicBezTo>
                        <a:pt x="24335" y="65721"/>
                        <a:pt x="14906" y="71341"/>
                        <a:pt x="5095" y="71055"/>
                      </a:cubicBezTo>
                      <a:cubicBezTo>
                        <a:pt x="3666" y="71055"/>
                        <a:pt x="2142" y="70769"/>
                        <a:pt x="1190" y="69721"/>
                      </a:cubicBezTo>
                      <a:cubicBezTo>
                        <a:pt x="333" y="68769"/>
                        <a:pt x="142" y="67340"/>
                        <a:pt x="47" y="66102"/>
                      </a:cubicBezTo>
                      <a:cubicBezTo>
                        <a:pt x="-1287" y="45242"/>
                        <a:pt x="26336" y="-37435"/>
                        <a:pt x="37004" y="19906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64" name="Forme libre : forme 16663">
                  <a:extLst>
                    <a:ext uri="{FF2B5EF4-FFF2-40B4-BE49-F238E27FC236}">
                      <a16:creationId xmlns:a16="http://schemas.microsoft.com/office/drawing/2014/main" id="{A99A199D-520D-4D4D-BB1C-1BEA04FC0028}"/>
                    </a:ext>
                  </a:extLst>
                </p:cNvPr>
                <p:cNvSpPr/>
                <p:nvPr/>
              </p:nvSpPr>
              <p:spPr>
                <a:xfrm>
                  <a:off x="8011778" y="4253644"/>
                  <a:ext cx="92990" cy="101237"/>
                </a:xfrm>
                <a:custGeom>
                  <a:avLst/>
                  <a:gdLst>
                    <a:gd name="connsiteX0" fmla="*/ 11991 w 92990"/>
                    <a:gd name="connsiteY0" fmla="*/ 74039 h 101237"/>
                    <a:gd name="connsiteX1" fmla="*/ 29421 w 92990"/>
                    <a:gd name="connsiteY1" fmla="*/ 93756 h 101237"/>
                    <a:gd name="connsiteX2" fmla="*/ 59616 w 92990"/>
                    <a:gd name="connsiteY2" fmla="*/ 100804 h 101237"/>
                    <a:gd name="connsiteX3" fmla="*/ 81904 w 92990"/>
                    <a:gd name="connsiteY3" fmla="*/ 98995 h 101237"/>
                    <a:gd name="connsiteX4" fmla="*/ 65997 w 92990"/>
                    <a:gd name="connsiteY4" fmla="*/ 54513 h 101237"/>
                    <a:gd name="connsiteX5" fmla="*/ 27802 w 92990"/>
                    <a:gd name="connsiteY5" fmla="*/ 9174 h 101237"/>
                    <a:gd name="connsiteX6" fmla="*/ 11991 w 92990"/>
                    <a:gd name="connsiteY6" fmla="*/ 74039 h 101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2990" h="101237">
                      <a:moveTo>
                        <a:pt x="11991" y="74039"/>
                      </a:moveTo>
                      <a:cubicBezTo>
                        <a:pt x="16276" y="81754"/>
                        <a:pt x="21801" y="89184"/>
                        <a:pt x="29421" y="93756"/>
                      </a:cubicBezTo>
                      <a:cubicBezTo>
                        <a:pt x="38374" y="99090"/>
                        <a:pt x="49233" y="100042"/>
                        <a:pt x="59616" y="100804"/>
                      </a:cubicBezTo>
                      <a:cubicBezTo>
                        <a:pt x="67140" y="101376"/>
                        <a:pt x="74951" y="101852"/>
                        <a:pt x="81904" y="98995"/>
                      </a:cubicBezTo>
                      <a:cubicBezTo>
                        <a:pt x="110574" y="86993"/>
                        <a:pt x="75713" y="64609"/>
                        <a:pt x="65997" y="54513"/>
                      </a:cubicBezTo>
                      <a:cubicBezTo>
                        <a:pt x="52376" y="40225"/>
                        <a:pt x="42947" y="22223"/>
                        <a:pt x="27802" y="9174"/>
                      </a:cubicBezTo>
                      <a:cubicBezTo>
                        <a:pt x="-14203" y="-27021"/>
                        <a:pt x="941" y="54227"/>
                        <a:pt x="11991" y="7403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65" name="Forme libre : forme 16664">
                  <a:extLst>
                    <a:ext uri="{FF2B5EF4-FFF2-40B4-BE49-F238E27FC236}">
                      <a16:creationId xmlns:a16="http://schemas.microsoft.com/office/drawing/2014/main" id="{A924CE14-7DCB-455C-8318-236A817E1114}"/>
                    </a:ext>
                  </a:extLst>
                </p:cNvPr>
                <p:cNvSpPr/>
                <p:nvPr/>
              </p:nvSpPr>
              <p:spPr>
                <a:xfrm>
                  <a:off x="8144579" y="3798945"/>
                  <a:ext cx="48022" cy="88441"/>
                </a:xfrm>
                <a:custGeom>
                  <a:avLst/>
                  <a:gdLst>
                    <a:gd name="connsiteX0" fmla="*/ 46734 w 48022"/>
                    <a:gd name="connsiteY0" fmla="*/ 59918 h 88441"/>
                    <a:gd name="connsiteX1" fmla="*/ 47687 w 48022"/>
                    <a:gd name="connsiteY1" fmla="*/ 74205 h 88441"/>
                    <a:gd name="connsiteX2" fmla="*/ 39495 w 48022"/>
                    <a:gd name="connsiteY2" fmla="*/ 85159 h 88441"/>
                    <a:gd name="connsiteX3" fmla="*/ 28541 w 48022"/>
                    <a:gd name="connsiteY3" fmla="*/ 86874 h 88441"/>
                    <a:gd name="connsiteX4" fmla="*/ 22636 w 48022"/>
                    <a:gd name="connsiteY4" fmla="*/ 88302 h 88441"/>
                    <a:gd name="connsiteX5" fmla="*/ 2633 w 48022"/>
                    <a:gd name="connsiteY5" fmla="*/ 4958 h 88441"/>
                    <a:gd name="connsiteX6" fmla="*/ 27779 w 48022"/>
                    <a:gd name="connsiteY6" fmla="*/ 11816 h 88441"/>
                    <a:gd name="connsiteX7" fmla="*/ 46734 w 48022"/>
                    <a:gd name="connsiteY7" fmla="*/ 59918 h 88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022" h="88441">
                      <a:moveTo>
                        <a:pt x="46734" y="59918"/>
                      </a:moveTo>
                      <a:cubicBezTo>
                        <a:pt x="47591" y="64585"/>
                        <a:pt x="48544" y="69443"/>
                        <a:pt x="47687" y="74205"/>
                      </a:cubicBezTo>
                      <a:cubicBezTo>
                        <a:pt x="46829" y="78968"/>
                        <a:pt x="44067" y="83635"/>
                        <a:pt x="39495" y="85159"/>
                      </a:cubicBezTo>
                      <a:cubicBezTo>
                        <a:pt x="35971" y="86397"/>
                        <a:pt x="32066" y="85635"/>
                        <a:pt x="28541" y="86874"/>
                      </a:cubicBezTo>
                      <a:cubicBezTo>
                        <a:pt x="26636" y="87540"/>
                        <a:pt x="24636" y="88874"/>
                        <a:pt x="22636" y="88302"/>
                      </a:cubicBezTo>
                      <a:cubicBezTo>
                        <a:pt x="8634" y="84778"/>
                        <a:pt x="-6130" y="17437"/>
                        <a:pt x="2633" y="4958"/>
                      </a:cubicBezTo>
                      <a:cubicBezTo>
                        <a:pt x="10444" y="-6090"/>
                        <a:pt x="18921" y="3625"/>
                        <a:pt x="27779" y="11816"/>
                      </a:cubicBezTo>
                      <a:cubicBezTo>
                        <a:pt x="42447" y="25342"/>
                        <a:pt x="43210" y="41058"/>
                        <a:pt x="46734" y="59918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66" name="Forme libre : forme 16665">
                  <a:extLst>
                    <a:ext uri="{FF2B5EF4-FFF2-40B4-BE49-F238E27FC236}">
                      <a16:creationId xmlns:a16="http://schemas.microsoft.com/office/drawing/2014/main" id="{705F4A48-ACE1-46C1-8952-ADBB6A3F523D}"/>
                    </a:ext>
                  </a:extLst>
                </p:cNvPr>
                <p:cNvSpPr/>
                <p:nvPr/>
              </p:nvSpPr>
              <p:spPr>
                <a:xfrm>
                  <a:off x="8014267" y="3866661"/>
                  <a:ext cx="62418" cy="94827"/>
                </a:xfrm>
                <a:custGeom>
                  <a:avLst/>
                  <a:gdLst>
                    <a:gd name="connsiteX0" fmla="*/ 453 w 62418"/>
                    <a:gd name="connsiteY0" fmla="*/ 41541 h 94827"/>
                    <a:gd name="connsiteX1" fmla="*/ 3882 w 62418"/>
                    <a:gd name="connsiteY1" fmla="*/ 77641 h 94827"/>
                    <a:gd name="connsiteX2" fmla="*/ 30266 w 62418"/>
                    <a:gd name="connsiteY2" fmla="*/ 94786 h 94827"/>
                    <a:gd name="connsiteX3" fmla="*/ 58841 w 62418"/>
                    <a:gd name="connsiteY3" fmla="*/ 81165 h 94827"/>
                    <a:gd name="connsiteX4" fmla="*/ 61889 w 62418"/>
                    <a:gd name="connsiteY4" fmla="*/ 68973 h 94827"/>
                    <a:gd name="connsiteX5" fmla="*/ 58079 w 62418"/>
                    <a:gd name="connsiteY5" fmla="*/ 63639 h 94827"/>
                    <a:gd name="connsiteX6" fmla="*/ 26837 w 62418"/>
                    <a:gd name="connsiteY6" fmla="*/ 5061 h 94827"/>
                    <a:gd name="connsiteX7" fmla="*/ 453 w 62418"/>
                    <a:gd name="connsiteY7" fmla="*/ 41541 h 94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418" h="94827">
                      <a:moveTo>
                        <a:pt x="453" y="41541"/>
                      </a:moveTo>
                      <a:cubicBezTo>
                        <a:pt x="167" y="53733"/>
                        <a:pt x="-1452" y="66687"/>
                        <a:pt x="3882" y="77641"/>
                      </a:cubicBezTo>
                      <a:cubicBezTo>
                        <a:pt x="8740" y="87452"/>
                        <a:pt x="19312" y="94214"/>
                        <a:pt x="30266" y="94786"/>
                      </a:cubicBezTo>
                      <a:cubicBezTo>
                        <a:pt x="41220" y="95357"/>
                        <a:pt x="52269" y="90023"/>
                        <a:pt x="58841" y="81165"/>
                      </a:cubicBezTo>
                      <a:cubicBezTo>
                        <a:pt x="61413" y="77641"/>
                        <a:pt x="63413" y="73069"/>
                        <a:pt x="61889" y="68973"/>
                      </a:cubicBezTo>
                      <a:cubicBezTo>
                        <a:pt x="61127" y="66878"/>
                        <a:pt x="59508" y="65258"/>
                        <a:pt x="58079" y="63639"/>
                      </a:cubicBezTo>
                      <a:cubicBezTo>
                        <a:pt x="43316" y="46875"/>
                        <a:pt x="45411" y="18014"/>
                        <a:pt x="26837" y="5061"/>
                      </a:cubicBezTo>
                      <a:cubicBezTo>
                        <a:pt x="262" y="-13609"/>
                        <a:pt x="739" y="24111"/>
                        <a:pt x="453" y="41541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67" name="Forme libre : forme 16666">
                  <a:extLst>
                    <a:ext uri="{FF2B5EF4-FFF2-40B4-BE49-F238E27FC236}">
                      <a16:creationId xmlns:a16="http://schemas.microsoft.com/office/drawing/2014/main" id="{A9FE65EB-1E55-4E91-9A67-BB163EF10B41}"/>
                    </a:ext>
                  </a:extLst>
                </p:cNvPr>
                <p:cNvSpPr/>
                <p:nvPr/>
              </p:nvSpPr>
              <p:spPr>
                <a:xfrm>
                  <a:off x="7888679" y="3960477"/>
                  <a:ext cx="58252" cy="105695"/>
                </a:xfrm>
                <a:custGeom>
                  <a:avLst/>
                  <a:gdLst>
                    <a:gd name="connsiteX0" fmla="*/ 13836 w 58252"/>
                    <a:gd name="connsiteY0" fmla="*/ 94125 h 105695"/>
                    <a:gd name="connsiteX1" fmla="*/ 35267 w 58252"/>
                    <a:gd name="connsiteY1" fmla="*/ 105555 h 105695"/>
                    <a:gd name="connsiteX2" fmla="*/ 32124 w 58252"/>
                    <a:gd name="connsiteY2" fmla="*/ 2875 h 105695"/>
                    <a:gd name="connsiteX3" fmla="*/ 13836 w 58252"/>
                    <a:gd name="connsiteY3" fmla="*/ 94125 h 105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252" h="105695">
                      <a:moveTo>
                        <a:pt x="13836" y="94125"/>
                      </a:moveTo>
                      <a:cubicBezTo>
                        <a:pt x="19170" y="100697"/>
                        <a:pt x="26885" y="106698"/>
                        <a:pt x="35267" y="105555"/>
                      </a:cubicBezTo>
                      <a:cubicBezTo>
                        <a:pt x="71367" y="100792"/>
                        <a:pt x="60794" y="15734"/>
                        <a:pt x="32124" y="2875"/>
                      </a:cubicBezTo>
                      <a:cubicBezTo>
                        <a:pt x="-13025" y="-17318"/>
                        <a:pt x="-2071" y="74789"/>
                        <a:pt x="13836" y="94125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68" name="Forme libre : forme 16667">
                  <a:extLst>
                    <a:ext uri="{FF2B5EF4-FFF2-40B4-BE49-F238E27FC236}">
                      <a16:creationId xmlns:a16="http://schemas.microsoft.com/office/drawing/2014/main" id="{C3C0F3F8-79A0-4528-B4A7-7967EDA50FDF}"/>
                    </a:ext>
                  </a:extLst>
                </p:cNvPr>
                <p:cNvSpPr/>
                <p:nvPr/>
              </p:nvSpPr>
              <p:spPr>
                <a:xfrm>
                  <a:off x="7633061" y="4400433"/>
                  <a:ext cx="59467" cy="65172"/>
                </a:xfrm>
                <a:custGeom>
                  <a:avLst/>
                  <a:gdLst>
                    <a:gd name="connsiteX0" fmla="*/ 278 w 59467"/>
                    <a:gd name="connsiteY0" fmla="*/ 43074 h 65172"/>
                    <a:gd name="connsiteX1" fmla="*/ 2659 w 59467"/>
                    <a:gd name="connsiteY1" fmla="*/ 56886 h 65172"/>
                    <a:gd name="connsiteX2" fmla="*/ 17709 w 59467"/>
                    <a:gd name="connsiteY2" fmla="*/ 63744 h 65172"/>
                    <a:gd name="connsiteX3" fmla="*/ 38283 w 59467"/>
                    <a:gd name="connsiteY3" fmla="*/ 65172 h 65172"/>
                    <a:gd name="connsiteX4" fmla="*/ 42855 w 59467"/>
                    <a:gd name="connsiteY4" fmla="*/ 4689 h 65172"/>
                    <a:gd name="connsiteX5" fmla="*/ 278 w 59467"/>
                    <a:gd name="connsiteY5" fmla="*/ 43074 h 65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467" h="65172">
                      <a:moveTo>
                        <a:pt x="278" y="43074"/>
                      </a:moveTo>
                      <a:cubicBezTo>
                        <a:pt x="-294" y="47837"/>
                        <a:pt x="-198" y="52980"/>
                        <a:pt x="2659" y="56886"/>
                      </a:cubicBezTo>
                      <a:cubicBezTo>
                        <a:pt x="5993" y="61458"/>
                        <a:pt x="12089" y="62982"/>
                        <a:pt x="17709" y="63744"/>
                      </a:cubicBezTo>
                      <a:cubicBezTo>
                        <a:pt x="24472" y="64696"/>
                        <a:pt x="31425" y="65172"/>
                        <a:pt x="38283" y="65172"/>
                      </a:cubicBezTo>
                      <a:cubicBezTo>
                        <a:pt x="71144" y="64887"/>
                        <a:pt x="60191" y="20214"/>
                        <a:pt x="42855" y="4689"/>
                      </a:cubicBezTo>
                      <a:cubicBezTo>
                        <a:pt x="22567" y="-13314"/>
                        <a:pt x="2374" y="25072"/>
                        <a:pt x="278" y="43074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69" name="Forme libre : forme 16668">
                  <a:extLst>
                    <a:ext uri="{FF2B5EF4-FFF2-40B4-BE49-F238E27FC236}">
                      <a16:creationId xmlns:a16="http://schemas.microsoft.com/office/drawing/2014/main" id="{54081914-CD81-4B46-B2FF-7993253300CC}"/>
                    </a:ext>
                  </a:extLst>
                </p:cNvPr>
                <p:cNvSpPr/>
                <p:nvPr/>
              </p:nvSpPr>
              <p:spPr>
                <a:xfrm>
                  <a:off x="6597191" y="5257795"/>
                  <a:ext cx="44575" cy="77240"/>
                </a:xfrm>
                <a:custGeom>
                  <a:avLst/>
                  <a:gdLst>
                    <a:gd name="connsiteX0" fmla="*/ 8877 w 44575"/>
                    <a:gd name="connsiteY0" fmla="*/ 69537 h 77240"/>
                    <a:gd name="connsiteX1" fmla="*/ 24688 w 44575"/>
                    <a:gd name="connsiteY1" fmla="*/ 77157 h 77240"/>
                    <a:gd name="connsiteX2" fmla="*/ 38595 w 44575"/>
                    <a:gd name="connsiteY2" fmla="*/ 66394 h 77240"/>
                    <a:gd name="connsiteX3" fmla="*/ 22497 w 44575"/>
                    <a:gd name="connsiteY3" fmla="*/ 5 h 77240"/>
                    <a:gd name="connsiteX4" fmla="*/ 8877 w 44575"/>
                    <a:gd name="connsiteY4" fmla="*/ 69537 h 77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575" h="77240">
                      <a:moveTo>
                        <a:pt x="8877" y="69537"/>
                      </a:moveTo>
                      <a:cubicBezTo>
                        <a:pt x="12591" y="74395"/>
                        <a:pt x="18592" y="77824"/>
                        <a:pt x="24688" y="77157"/>
                      </a:cubicBezTo>
                      <a:cubicBezTo>
                        <a:pt x="30784" y="76491"/>
                        <a:pt x="35928" y="71918"/>
                        <a:pt x="38595" y="66394"/>
                      </a:cubicBezTo>
                      <a:cubicBezTo>
                        <a:pt x="46881" y="49820"/>
                        <a:pt x="50501" y="-567"/>
                        <a:pt x="22497" y="5"/>
                      </a:cubicBezTo>
                      <a:cubicBezTo>
                        <a:pt x="-6459" y="672"/>
                        <a:pt x="-3316" y="53631"/>
                        <a:pt x="8877" y="69537"/>
                      </a:cubicBezTo>
                      <a:close/>
                    </a:path>
                  </a:pathLst>
                </a:custGeom>
                <a:solidFill>
                  <a:srgbClr val="F9E79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70" name="Forme libre : forme 16669">
                  <a:extLst>
                    <a:ext uri="{FF2B5EF4-FFF2-40B4-BE49-F238E27FC236}">
                      <a16:creationId xmlns:a16="http://schemas.microsoft.com/office/drawing/2014/main" id="{EDB55A94-560D-467D-A6FF-8326C01B543F}"/>
                    </a:ext>
                  </a:extLst>
                </p:cNvPr>
                <p:cNvSpPr/>
                <p:nvPr/>
              </p:nvSpPr>
              <p:spPr>
                <a:xfrm>
                  <a:off x="6908531" y="4840377"/>
                  <a:ext cx="61384" cy="68039"/>
                </a:xfrm>
                <a:custGeom>
                  <a:avLst/>
                  <a:gdLst>
                    <a:gd name="connsiteX0" fmla="*/ 39484 w 61384"/>
                    <a:gd name="connsiteY0" fmla="*/ 67379 h 68039"/>
                    <a:gd name="connsiteX1" fmla="*/ 56629 w 61384"/>
                    <a:gd name="connsiteY1" fmla="*/ 63569 h 68039"/>
                    <a:gd name="connsiteX2" fmla="*/ 60915 w 61384"/>
                    <a:gd name="connsiteY2" fmla="*/ 46519 h 68039"/>
                    <a:gd name="connsiteX3" fmla="*/ 7194 w 61384"/>
                    <a:gd name="connsiteY3" fmla="*/ 4323 h 68039"/>
                    <a:gd name="connsiteX4" fmla="*/ 39484 w 61384"/>
                    <a:gd name="connsiteY4" fmla="*/ 67379 h 68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384" h="68039">
                      <a:moveTo>
                        <a:pt x="39484" y="67379"/>
                      </a:moveTo>
                      <a:cubicBezTo>
                        <a:pt x="45390" y="68903"/>
                        <a:pt x="52247" y="67855"/>
                        <a:pt x="56629" y="63569"/>
                      </a:cubicBezTo>
                      <a:cubicBezTo>
                        <a:pt x="61010" y="59283"/>
                        <a:pt x="62154" y="52520"/>
                        <a:pt x="60915" y="46519"/>
                      </a:cubicBezTo>
                      <a:cubicBezTo>
                        <a:pt x="57200" y="28326"/>
                        <a:pt x="28816" y="-13488"/>
                        <a:pt x="7194" y="4323"/>
                      </a:cubicBezTo>
                      <a:cubicBezTo>
                        <a:pt x="-15190" y="22802"/>
                        <a:pt x="20053" y="62426"/>
                        <a:pt x="39484" y="67379"/>
                      </a:cubicBezTo>
                      <a:close/>
                    </a:path>
                  </a:pathLst>
                </a:custGeom>
                <a:solidFill>
                  <a:srgbClr val="F9E79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71" name="Forme libre : forme 16670">
                  <a:extLst>
                    <a:ext uri="{FF2B5EF4-FFF2-40B4-BE49-F238E27FC236}">
                      <a16:creationId xmlns:a16="http://schemas.microsoft.com/office/drawing/2014/main" id="{C06A1B3E-537E-48EC-98F9-8F4499C4A43A}"/>
                    </a:ext>
                  </a:extLst>
                </p:cNvPr>
                <p:cNvSpPr/>
                <p:nvPr/>
              </p:nvSpPr>
              <p:spPr>
                <a:xfrm>
                  <a:off x="7450168" y="4588536"/>
                  <a:ext cx="61434" cy="68039"/>
                </a:xfrm>
                <a:custGeom>
                  <a:avLst/>
                  <a:gdLst>
                    <a:gd name="connsiteX0" fmla="*/ 39534 w 61434"/>
                    <a:gd name="connsiteY0" fmla="*/ 67379 h 68039"/>
                    <a:gd name="connsiteX1" fmla="*/ 56679 w 61434"/>
                    <a:gd name="connsiteY1" fmla="*/ 63569 h 68039"/>
                    <a:gd name="connsiteX2" fmla="*/ 60965 w 61434"/>
                    <a:gd name="connsiteY2" fmla="*/ 46519 h 68039"/>
                    <a:gd name="connsiteX3" fmla="*/ 7244 w 61434"/>
                    <a:gd name="connsiteY3" fmla="*/ 4323 h 68039"/>
                    <a:gd name="connsiteX4" fmla="*/ 39534 w 61434"/>
                    <a:gd name="connsiteY4" fmla="*/ 67379 h 68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434" h="68039">
                      <a:moveTo>
                        <a:pt x="39534" y="67379"/>
                      </a:moveTo>
                      <a:cubicBezTo>
                        <a:pt x="45440" y="68903"/>
                        <a:pt x="52297" y="67855"/>
                        <a:pt x="56679" y="63569"/>
                      </a:cubicBezTo>
                      <a:cubicBezTo>
                        <a:pt x="61061" y="59283"/>
                        <a:pt x="62204" y="52520"/>
                        <a:pt x="60965" y="46519"/>
                      </a:cubicBezTo>
                      <a:cubicBezTo>
                        <a:pt x="57251" y="28326"/>
                        <a:pt x="28866" y="-13488"/>
                        <a:pt x="7244" y="4323"/>
                      </a:cubicBezTo>
                      <a:cubicBezTo>
                        <a:pt x="-15235" y="22802"/>
                        <a:pt x="20007" y="62426"/>
                        <a:pt x="39534" y="67379"/>
                      </a:cubicBezTo>
                      <a:close/>
                    </a:path>
                  </a:pathLst>
                </a:custGeom>
                <a:solidFill>
                  <a:srgbClr val="F9E79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72" name="Forme libre : forme 16671">
                  <a:extLst>
                    <a:ext uri="{FF2B5EF4-FFF2-40B4-BE49-F238E27FC236}">
                      <a16:creationId xmlns:a16="http://schemas.microsoft.com/office/drawing/2014/main" id="{FDA81E5F-B08D-429E-88BE-1E45DB5B92CE}"/>
                    </a:ext>
                  </a:extLst>
                </p:cNvPr>
                <p:cNvSpPr/>
                <p:nvPr/>
              </p:nvSpPr>
              <p:spPr>
                <a:xfrm>
                  <a:off x="6821160" y="5178869"/>
                  <a:ext cx="38462" cy="71247"/>
                </a:xfrm>
                <a:custGeom>
                  <a:avLst/>
                  <a:gdLst>
                    <a:gd name="connsiteX0" fmla="*/ 744 w 38462"/>
                    <a:gd name="connsiteY0" fmla="*/ 48927 h 71247"/>
                    <a:gd name="connsiteX1" fmla="*/ 840 w 38462"/>
                    <a:gd name="connsiteY1" fmla="*/ 62548 h 71247"/>
                    <a:gd name="connsiteX2" fmla="*/ 10460 w 38462"/>
                    <a:gd name="connsiteY2" fmla="*/ 71216 h 71247"/>
                    <a:gd name="connsiteX3" fmla="*/ 34748 w 38462"/>
                    <a:gd name="connsiteY3" fmla="*/ 5398 h 71247"/>
                    <a:gd name="connsiteX4" fmla="*/ 744 w 38462"/>
                    <a:gd name="connsiteY4" fmla="*/ 48927 h 71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462" h="71247">
                      <a:moveTo>
                        <a:pt x="744" y="48927"/>
                      </a:moveTo>
                      <a:cubicBezTo>
                        <a:pt x="-17" y="53404"/>
                        <a:pt x="-494" y="58166"/>
                        <a:pt x="840" y="62548"/>
                      </a:cubicBezTo>
                      <a:cubicBezTo>
                        <a:pt x="2173" y="66929"/>
                        <a:pt x="5888" y="70835"/>
                        <a:pt x="10460" y="71216"/>
                      </a:cubicBezTo>
                      <a:cubicBezTo>
                        <a:pt x="29605" y="72739"/>
                        <a:pt x="46083" y="19686"/>
                        <a:pt x="34748" y="5398"/>
                      </a:cubicBezTo>
                      <a:cubicBezTo>
                        <a:pt x="17223" y="-16700"/>
                        <a:pt x="3125" y="35306"/>
                        <a:pt x="744" y="48927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73" name="Forme libre : forme 16672">
                  <a:extLst>
                    <a:ext uri="{FF2B5EF4-FFF2-40B4-BE49-F238E27FC236}">
                      <a16:creationId xmlns:a16="http://schemas.microsoft.com/office/drawing/2014/main" id="{B9F95963-85B5-48DC-9911-1F50A1B4A179}"/>
                    </a:ext>
                  </a:extLst>
                </p:cNvPr>
                <p:cNvSpPr/>
                <p:nvPr/>
              </p:nvSpPr>
              <p:spPr>
                <a:xfrm>
                  <a:off x="6603927" y="5457863"/>
                  <a:ext cx="75687" cy="87577"/>
                </a:xfrm>
                <a:custGeom>
                  <a:avLst/>
                  <a:gdLst>
                    <a:gd name="connsiteX0" fmla="*/ 5189 w 75687"/>
                    <a:gd name="connsiteY0" fmla="*/ 53968 h 87577"/>
                    <a:gd name="connsiteX1" fmla="*/ 17095 w 75687"/>
                    <a:gd name="connsiteY1" fmla="*/ 70161 h 87577"/>
                    <a:gd name="connsiteX2" fmla="*/ 30144 w 75687"/>
                    <a:gd name="connsiteY2" fmla="*/ 83591 h 87577"/>
                    <a:gd name="connsiteX3" fmla="*/ 56529 w 75687"/>
                    <a:gd name="connsiteY3" fmla="*/ 87306 h 87577"/>
                    <a:gd name="connsiteX4" fmla="*/ 57576 w 75687"/>
                    <a:gd name="connsiteY4" fmla="*/ 5391 h 87577"/>
                    <a:gd name="connsiteX5" fmla="*/ 5189 w 75687"/>
                    <a:gd name="connsiteY5" fmla="*/ 53968 h 87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5687" h="87577">
                      <a:moveTo>
                        <a:pt x="5189" y="53968"/>
                      </a:moveTo>
                      <a:cubicBezTo>
                        <a:pt x="9189" y="59398"/>
                        <a:pt x="13190" y="64827"/>
                        <a:pt x="17095" y="70161"/>
                      </a:cubicBezTo>
                      <a:cubicBezTo>
                        <a:pt x="20810" y="75209"/>
                        <a:pt x="24715" y="80448"/>
                        <a:pt x="30144" y="83591"/>
                      </a:cubicBezTo>
                      <a:cubicBezTo>
                        <a:pt x="37955" y="88163"/>
                        <a:pt x="47575" y="87782"/>
                        <a:pt x="56529" y="87306"/>
                      </a:cubicBezTo>
                      <a:cubicBezTo>
                        <a:pt x="87390" y="85687"/>
                        <a:pt x="75864" y="18536"/>
                        <a:pt x="57576" y="5391"/>
                      </a:cubicBezTo>
                      <a:cubicBezTo>
                        <a:pt x="29573" y="-14802"/>
                        <a:pt x="-15290" y="26251"/>
                        <a:pt x="5189" y="53968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74" name="Forme libre : forme 16673">
                  <a:extLst>
                    <a:ext uri="{FF2B5EF4-FFF2-40B4-BE49-F238E27FC236}">
                      <a16:creationId xmlns:a16="http://schemas.microsoft.com/office/drawing/2014/main" id="{95480967-7E1B-408B-B26F-3DC293D810C5}"/>
                    </a:ext>
                  </a:extLst>
                </p:cNvPr>
                <p:cNvSpPr/>
                <p:nvPr/>
              </p:nvSpPr>
              <p:spPr>
                <a:xfrm>
                  <a:off x="7157357" y="4832851"/>
                  <a:ext cx="48442" cy="49784"/>
                </a:xfrm>
                <a:custGeom>
                  <a:avLst/>
                  <a:gdLst>
                    <a:gd name="connsiteX0" fmla="*/ 14115 w 48442"/>
                    <a:gd name="connsiteY0" fmla="*/ 40520 h 49784"/>
                    <a:gd name="connsiteX1" fmla="*/ 27545 w 48442"/>
                    <a:gd name="connsiteY1" fmla="*/ 49092 h 49784"/>
                    <a:gd name="connsiteX2" fmla="*/ 36784 w 48442"/>
                    <a:gd name="connsiteY2" fmla="*/ 49187 h 49784"/>
                    <a:gd name="connsiteX3" fmla="*/ 42500 w 48442"/>
                    <a:gd name="connsiteY3" fmla="*/ 45854 h 49784"/>
                    <a:gd name="connsiteX4" fmla="*/ 47072 w 48442"/>
                    <a:gd name="connsiteY4" fmla="*/ 35662 h 49784"/>
                    <a:gd name="connsiteX5" fmla="*/ 46024 w 48442"/>
                    <a:gd name="connsiteY5" fmla="*/ 13374 h 49784"/>
                    <a:gd name="connsiteX6" fmla="*/ 14115 w 48442"/>
                    <a:gd name="connsiteY6" fmla="*/ 40520 h 49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442" h="49784">
                      <a:moveTo>
                        <a:pt x="14115" y="40520"/>
                      </a:moveTo>
                      <a:cubicBezTo>
                        <a:pt x="18020" y="44140"/>
                        <a:pt x="22402" y="47568"/>
                        <a:pt x="27545" y="49092"/>
                      </a:cubicBezTo>
                      <a:cubicBezTo>
                        <a:pt x="30498" y="49950"/>
                        <a:pt x="33832" y="50045"/>
                        <a:pt x="36784" y="49187"/>
                      </a:cubicBezTo>
                      <a:cubicBezTo>
                        <a:pt x="38975" y="48616"/>
                        <a:pt x="40975" y="47473"/>
                        <a:pt x="42500" y="45854"/>
                      </a:cubicBezTo>
                      <a:cubicBezTo>
                        <a:pt x="45071" y="43092"/>
                        <a:pt x="46214" y="39282"/>
                        <a:pt x="47072" y="35662"/>
                      </a:cubicBezTo>
                      <a:cubicBezTo>
                        <a:pt x="48691" y="28233"/>
                        <a:pt x="49453" y="20136"/>
                        <a:pt x="46024" y="13374"/>
                      </a:cubicBezTo>
                      <a:cubicBezTo>
                        <a:pt x="32498" y="-13582"/>
                        <a:pt x="-26652" y="2610"/>
                        <a:pt x="14115" y="40520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75" name="Forme libre : forme 16674">
                  <a:extLst>
                    <a:ext uri="{FF2B5EF4-FFF2-40B4-BE49-F238E27FC236}">
                      <a16:creationId xmlns:a16="http://schemas.microsoft.com/office/drawing/2014/main" id="{9BEC0639-C280-4C0B-BE8E-32F8F202E3B8}"/>
                    </a:ext>
                  </a:extLst>
                </p:cNvPr>
                <p:cNvSpPr/>
                <p:nvPr/>
              </p:nvSpPr>
              <p:spPr>
                <a:xfrm>
                  <a:off x="7649396" y="4570899"/>
                  <a:ext cx="38764" cy="48546"/>
                </a:xfrm>
                <a:custGeom>
                  <a:avLst/>
                  <a:gdLst>
                    <a:gd name="connsiteX0" fmla="*/ 326 w 38764"/>
                    <a:gd name="connsiteY0" fmla="*/ 23960 h 48546"/>
                    <a:gd name="connsiteX1" fmla="*/ 898 w 38764"/>
                    <a:gd name="connsiteY1" fmla="*/ 38057 h 48546"/>
                    <a:gd name="connsiteX2" fmla="*/ 7089 w 38764"/>
                    <a:gd name="connsiteY2" fmla="*/ 46915 h 48546"/>
                    <a:gd name="connsiteX3" fmla="*/ 9851 w 38764"/>
                    <a:gd name="connsiteY3" fmla="*/ 48154 h 48546"/>
                    <a:gd name="connsiteX4" fmla="*/ 26805 w 38764"/>
                    <a:gd name="connsiteY4" fmla="*/ 41200 h 48546"/>
                    <a:gd name="connsiteX5" fmla="*/ 25091 w 38764"/>
                    <a:gd name="connsiteY5" fmla="*/ 3196 h 48546"/>
                    <a:gd name="connsiteX6" fmla="*/ 326 w 38764"/>
                    <a:gd name="connsiteY6" fmla="*/ 23960 h 48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764" h="48546">
                      <a:moveTo>
                        <a:pt x="326" y="23960"/>
                      </a:moveTo>
                      <a:cubicBezTo>
                        <a:pt x="-55" y="28627"/>
                        <a:pt x="-341" y="33485"/>
                        <a:pt x="898" y="38057"/>
                      </a:cubicBezTo>
                      <a:cubicBezTo>
                        <a:pt x="1850" y="41581"/>
                        <a:pt x="4041" y="45010"/>
                        <a:pt x="7089" y="46915"/>
                      </a:cubicBezTo>
                      <a:cubicBezTo>
                        <a:pt x="7946" y="47487"/>
                        <a:pt x="8898" y="47868"/>
                        <a:pt x="9851" y="48154"/>
                      </a:cubicBezTo>
                      <a:cubicBezTo>
                        <a:pt x="16042" y="49868"/>
                        <a:pt x="22234" y="45677"/>
                        <a:pt x="26805" y="41200"/>
                      </a:cubicBezTo>
                      <a:cubicBezTo>
                        <a:pt x="40521" y="27580"/>
                        <a:pt x="45475" y="12721"/>
                        <a:pt x="25091" y="3196"/>
                      </a:cubicBezTo>
                      <a:cubicBezTo>
                        <a:pt x="5279" y="-6139"/>
                        <a:pt x="1565" y="6244"/>
                        <a:pt x="326" y="23960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76" name="Forme libre : forme 16675">
                  <a:extLst>
                    <a:ext uri="{FF2B5EF4-FFF2-40B4-BE49-F238E27FC236}">
                      <a16:creationId xmlns:a16="http://schemas.microsoft.com/office/drawing/2014/main" id="{1AE91220-218D-4252-B15A-665FB2AAB694}"/>
                    </a:ext>
                  </a:extLst>
                </p:cNvPr>
                <p:cNvSpPr/>
                <p:nvPr/>
              </p:nvSpPr>
              <p:spPr>
                <a:xfrm>
                  <a:off x="7758085" y="4303216"/>
                  <a:ext cx="39931" cy="74848"/>
                </a:xfrm>
                <a:custGeom>
                  <a:avLst/>
                  <a:gdLst>
                    <a:gd name="connsiteX0" fmla="*/ 12128 w 39931"/>
                    <a:gd name="connsiteY0" fmla="*/ 1512 h 74848"/>
                    <a:gd name="connsiteX1" fmla="*/ 412 w 39931"/>
                    <a:gd name="connsiteY1" fmla="*/ 53424 h 74848"/>
                    <a:gd name="connsiteX2" fmla="*/ 4794 w 39931"/>
                    <a:gd name="connsiteY2" fmla="*/ 67997 h 74848"/>
                    <a:gd name="connsiteX3" fmla="*/ 17748 w 39931"/>
                    <a:gd name="connsiteY3" fmla="*/ 74760 h 74848"/>
                    <a:gd name="connsiteX4" fmla="*/ 29845 w 39931"/>
                    <a:gd name="connsiteY4" fmla="*/ 65139 h 74848"/>
                    <a:gd name="connsiteX5" fmla="*/ 39465 w 39931"/>
                    <a:gd name="connsiteY5" fmla="*/ 3417 h 74848"/>
                    <a:gd name="connsiteX6" fmla="*/ 36417 w 39931"/>
                    <a:gd name="connsiteY6" fmla="*/ 369 h 7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931" h="74848">
                      <a:moveTo>
                        <a:pt x="12128" y="1512"/>
                      </a:moveTo>
                      <a:cubicBezTo>
                        <a:pt x="2794" y="16943"/>
                        <a:pt x="-1397" y="35421"/>
                        <a:pt x="412" y="53424"/>
                      </a:cubicBezTo>
                      <a:cubicBezTo>
                        <a:pt x="888" y="58567"/>
                        <a:pt x="1937" y="63710"/>
                        <a:pt x="4794" y="67997"/>
                      </a:cubicBezTo>
                      <a:cubicBezTo>
                        <a:pt x="7651" y="72283"/>
                        <a:pt x="12700" y="75426"/>
                        <a:pt x="17748" y="74760"/>
                      </a:cubicBezTo>
                      <a:cubicBezTo>
                        <a:pt x="22987" y="74093"/>
                        <a:pt x="27082" y="69711"/>
                        <a:pt x="29845" y="65139"/>
                      </a:cubicBezTo>
                      <a:cubicBezTo>
                        <a:pt x="40989" y="47137"/>
                        <a:pt x="40417" y="24563"/>
                        <a:pt x="39465" y="3417"/>
                      </a:cubicBezTo>
                      <a:cubicBezTo>
                        <a:pt x="39370" y="1608"/>
                        <a:pt x="37655" y="-964"/>
                        <a:pt x="36417" y="369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77" name="Forme libre : forme 16676">
                  <a:extLst>
                    <a:ext uri="{FF2B5EF4-FFF2-40B4-BE49-F238E27FC236}">
                      <a16:creationId xmlns:a16="http://schemas.microsoft.com/office/drawing/2014/main" id="{3C29077D-B2DA-4C7C-8B3F-23DAB4455485}"/>
                    </a:ext>
                  </a:extLst>
                </p:cNvPr>
                <p:cNvSpPr/>
                <p:nvPr/>
              </p:nvSpPr>
              <p:spPr>
                <a:xfrm>
                  <a:off x="7895438" y="4388820"/>
                  <a:ext cx="34131" cy="57010"/>
                </a:xfrm>
                <a:custGeom>
                  <a:avLst/>
                  <a:gdLst>
                    <a:gd name="connsiteX0" fmla="*/ 31842 w 34131"/>
                    <a:gd name="connsiteY0" fmla="*/ 1157 h 57010"/>
                    <a:gd name="connsiteX1" fmla="*/ 314 w 34131"/>
                    <a:gd name="connsiteY1" fmla="*/ 21540 h 57010"/>
                    <a:gd name="connsiteX2" fmla="*/ 20697 w 34131"/>
                    <a:gd name="connsiteY2" fmla="*/ 55925 h 57010"/>
                    <a:gd name="connsiteX3" fmla="*/ 25175 w 34131"/>
                    <a:gd name="connsiteY3" fmla="*/ 56973 h 57010"/>
                    <a:gd name="connsiteX4" fmla="*/ 31271 w 34131"/>
                    <a:gd name="connsiteY4" fmla="*/ 48400 h 57010"/>
                    <a:gd name="connsiteX5" fmla="*/ 33557 w 34131"/>
                    <a:gd name="connsiteY5" fmla="*/ 6681 h 57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131" h="57010">
                      <a:moveTo>
                        <a:pt x="31842" y="1157"/>
                      </a:moveTo>
                      <a:cubicBezTo>
                        <a:pt x="18412" y="-3701"/>
                        <a:pt x="2505" y="7443"/>
                        <a:pt x="314" y="21540"/>
                      </a:cubicBezTo>
                      <a:cubicBezTo>
                        <a:pt x="-1877" y="35637"/>
                        <a:pt x="7648" y="50020"/>
                        <a:pt x="20697" y="55925"/>
                      </a:cubicBezTo>
                      <a:cubicBezTo>
                        <a:pt x="22126" y="56592"/>
                        <a:pt x="23650" y="57163"/>
                        <a:pt x="25175" y="56973"/>
                      </a:cubicBezTo>
                      <a:cubicBezTo>
                        <a:pt x="28889" y="56497"/>
                        <a:pt x="30508" y="52115"/>
                        <a:pt x="31271" y="48400"/>
                      </a:cubicBezTo>
                      <a:cubicBezTo>
                        <a:pt x="34033" y="34684"/>
                        <a:pt x="34795" y="20587"/>
                        <a:pt x="33557" y="6681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78" name="Forme libre : forme 16677">
                  <a:extLst>
                    <a:ext uri="{FF2B5EF4-FFF2-40B4-BE49-F238E27FC236}">
                      <a16:creationId xmlns:a16="http://schemas.microsoft.com/office/drawing/2014/main" id="{B137D5F4-8D0D-4892-AAEA-79C07A2B218A}"/>
                    </a:ext>
                  </a:extLst>
                </p:cNvPr>
                <p:cNvSpPr/>
                <p:nvPr/>
              </p:nvSpPr>
              <p:spPr>
                <a:xfrm>
                  <a:off x="7561303" y="4341269"/>
                  <a:ext cx="49628" cy="58409"/>
                </a:xfrm>
                <a:custGeom>
                  <a:avLst/>
                  <a:gdLst>
                    <a:gd name="connsiteX0" fmla="*/ 13361 w 49628"/>
                    <a:gd name="connsiteY0" fmla="*/ 50422 h 58409"/>
                    <a:gd name="connsiteX1" fmla="*/ 40127 w 49628"/>
                    <a:gd name="connsiteY1" fmla="*/ 55851 h 58409"/>
                    <a:gd name="connsiteX2" fmla="*/ 43937 w 49628"/>
                    <a:gd name="connsiteY2" fmla="*/ 51755 h 58409"/>
                    <a:gd name="connsiteX3" fmla="*/ 48128 w 49628"/>
                    <a:gd name="connsiteY3" fmla="*/ 39563 h 58409"/>
                    <a:gd name="connsiteX4" fmla="*/ 48889 w 49628"/>
                    <a:gd name="connsiteY4" fmla="*/ 17846 h 58409"/>
                    <a:gd name="connsiteX5" fmla="*/ 13361 w 49628"/>
                    <a:gd name="connsiteY5" fmla="*/ 50422 h 58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628" h="58409">
                      <a:moveTo>
                        <a:pt x="13361" y="50422"/>
                      </a:moveTo>
                      <a:cubicBezTo>
                        <a:pt x="20790" y="56804"/>
                        <a:pt x="32125" y="61566"/>
                        <a:pt x="40127" y="55851"/>
                      </a:cubicBezTo>
                      <a:cubicBezTo>
                        <a:pt x="41650" y="54708"/>
                        <a:pt x="42889" y="53375"/>
                        <a:pt x="43937" y="51755"/>
                      </a:cubicBezTo>
                      <a:cubicBezTo>
                        <a:pt x="46223" y="48231"/>
                        <a:pt x="47366" y="43850"/>
                        <a:pt x="48128" y="39563"/>
                      </a:cubicBezTo>
                      <a:cubicBezTo>
                        <a:pt x="49461" y="32420"/>
                        <a:pt x="50318" y="24990"/>
                        <a:pt x="48889" y="17846"/>
                      </a:cubicBezTo>
                      <a:cubicBezTo>
                        <a:pt x="40793" y="-23111"/>
                        <a:pt x="-28549" y="14418"/>
                        <a:pt x="13361" y="50422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79" name="Forme libre : forme 16678">
                  <a:extLst>
                    <a:ext uri="{FF2B5EF4-FFF2-40B4-BE49-F238E27FC236}">
                      <a16:creationId xmlns:a16="http://schemas.microsoft.com/office/drawing/2014/main" id="{8FE3AE5E-9E6C-40DD-A33C-9D7E140E90F5}"/>
                    </a:ext>
                  </a:extLst>
                </p:cNvPr>
                <p:cNvSpPr/>
                <p:nvPr/>
              </p:nvSpPr>
              <p:spPr>
                <a:xfrm>
                  <a:off x="7222213" y="4625244"/>
                  <a:ext cx="46032" cy="71735"/>
                </a:xfrm>
                <a:custGeom>
                  <a:avLst/>
                  <a:gdLst>
                    <a:gd name="connsiteX0" fmla="*/ 21458 w 46032"/>
                    <a:gd name="connsiteY0" fmla="*/ 0 h 71735"/>
                    <a:gd name="connsiteX1" fmla="*/ 27 w 46032"/>
                    <a:gd name="connsiteY1" fmla="*/ 57817 h 71735"/>
                    <a:gd name="connsiteX2" fmla="*/ 1361 w 46032"/>
                    <a:gd name="connsiteY2" fmla="*/ 66199 h 71735"/>
                    <a:gd name="connsiteX3" fmla="*/ 16220 w 46032"/>
                    <a:gd name="connsiteY3" fmla="*/ 70961 h 71735"/>
                    <a:gd name="connsiteX4" fmla="*/ 28793 w 46032"/>
                    <a:gd name="connsiteY4" fmla="*/ 59912 h 71735"/>
                    <a:gd name="connsiteX5" fmla="*/ 46033 w 46032"/>
                    <a:gd name="connsiteY5" fmla="*/ 1524 h 71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6032" h="71735">
                      <a:moveTo>
                        <a:pt x="21458" y="0"/>
                      </a:moveTo>
                      <a:cubicBezTo>
                        <a:pt x="8123" y="16193"/>
                        <a:pt x="503" y="36957"/>
                        <a:pt x="27" y="57817"/>
                      </a:cubicBezTo>
                      <a:cubicBezTo>
                        <a:pt x="-68" y="60674"/>
                        <a:pt x="27" y="63627"/>
                        <a:pt x="1361" y="66199"/>
                      </a:cubicBezTo>
                      <a:cubicBezTo>
                        <a:pt x="4027" y="71247"/>
                        <a:pt x="10886" y="72866"/>
                        <a:pt x="16220" y="70961"/>
                      </a:cubicBezTo>
                      <a:cubicBezTo>
                        <a:pt x="21554" y="69056"/>
                        <a:pt x="25649" y="64579"/>
                        <a:pt x="28793" y="59912"/>
                      </a:cubicBezTo>
                      <a:cubicBezTo>
                        <a:pt x="40222" y="42863"/>
                        <a:pt x="43270" y="21812"/>
                        <a:pt x="46033" y="1524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80" name="Forme libre : forme 16679">
                  <a:extLst>
                    <a:ext uri="{FF2B5EF4-FFF2-40B4-BE49-F238E27FC236}">
                      <a16:creationId xmlns:a16="http://schemas.microsoft.com/office/drawing/2014/main" id="{D9016F05-4D02-4C00-B403-D1FEADD76A1E}"/>
                    </a:ext>
                  </a:extLst>
                </p:cNvPr>
                <p:cNvSpPr/>
                <p:nvPr/>
              </p:nvSpPr>
              <p:spPr>
                <a:xfrm>
                  <a:off x="7952294" y="4070999"/>
                  <a:ext cx="60004" cy="96718"/>
                </a:xfrm>
                <a:custGeom>
                  <a:avLst/>
                  <a:gdLst>
                    <a:gd name="connsiteX0" fmla="*/ 132 w 60004"/>
                    <a:gd name="connsiteY0" fmla="*/ 73423 h 96718"/>
                    <a:gd name="connsiteX1" fmla="*/ 11658 w 60004"/>
                    <a:gd name="connsiteY1" fmla="*/ 96378 h 96718"/>
                    <a:gd name="connsiteX2" fmla="*/ 26136 w 60004"/>
                    <a:gd name="connsiteY2" fmla="*/ 91807 h 96718"/>
                    <a:gd name="connsiteX3" fmla="*/ 34994 w 60004"/>
                    <a:gd name="connsiteY3" fmla="*/ 78757 h 96718"/>
                    <a:gd name="connsiteX4" fmla="*/ 51949 w 60004"/>
                    <a:gd name="connsiteY4" fmla="*/ 81 h 96718"/>
                    <a:gd name="connsiteX5" fmla="*/ 18992 w 60004"/>
                    <a:gd name="connsiteY5" fmla="*/ 32751 h 96718"/>
                    <a:gd name="connsiteX6" fmla="*/ 132 w 60004"/>
                    <a:gd name="connsiteY6" fmla="*/ 73423 h 96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4" h="96718">
                      <a:moveTo>
                        <a:pt x="132" y="73423"/>
                      </a:moveTo>
                      <a:cubicBezTo>
                        <a:pt x="-724" y="82758"/>
                        <a:pt x="2514" y="94188"/>
                        <a:pt x="11658" y="96378"/>
                      </a:cubicBezTo>
                      <a:cubicBezTo>
                        <a:pt x="16801" y="97617"/>
                        <a:pt x="22326" y="95331"/>
                        <a:pt x="26136" y="91807"/>
                      </a:cubicBezTo>
                      <a:cubicBezTo>
                        <a:pt x="30041" y="88187"/>
                        <a:pt x="32518" y="83425"/>
                        <a:pt x="34994" y="78757"/>
                      </a:cubicBezTo>
                      <a:cubicBezTo>
                        <a:pt x="39947" y="69042"/>
                        <a:pt x="75666" y="5700"/>
                        <a:pt x="51949" y="81"/>
                      </a:cubicBezTo>
                      <a:cubicBezTo>
                        <a:pt x="44329" y="-1729"/>
                        <a:pt x="23183" y="27417"/>
                        <a:pt x="18992" y="32751"/>
                      </a:cubicBezTo>
                      <a:cubicBezTo>
                        <a:pt x="9657" y="44658"/>
                        <a:pt x="1561" y="57993"/>
                        <a:pt x="132" y="73423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81" name="Forme libre : forme 16680">
                  <a:extLst>
                    <a:ext uri="{FF2B5EF4-FFF2-40B4-BE49-F238E27FC236}">
                      <a16:creationId xmlns:a16="http://schemas.microsoft.com/office/drawing/2014/main" id="{2EABB8D3-6350-428E-B269-3D1D0C9E0DD9}"/>
                    </a:ext>
                  </a:extLst>
                </p:cNvPr>
                <p:cNvSpPr/>
                <p:nvPr/>
              </p:nvSpPr>
              <p:spPr>
                <a:xfrm>
                  <a:off x="7799108" y="4042409"/>
                  <a:ext cx="35303" cy="38768"/>
                </a:xfrm>
                <a:custGeom>
                  <a:avLst/>
                  <a:gdLst>
                    <a:gd name="connsiteX0" fmla="*/ 27017 w 35303"/>
                    <a:gd name="connsiteY0" fmla="*/ 4001 h 38768"/>
                    <a:gd name="connsiteX1" fmla="*/ 61 w 35303"/>
                    <a:gd name="connsiteY1" fmla="*/ 32290 h 38768"/>
                    <a:gd name="connsiteX2" fmla="*/ 1585 w 35303"/>
                    <a:gd name="connsiteY2" fmla="*/ 37814 h 38768"/>
                    <a:gd name="connsiteX3" fmla="*/ 6252 w 35303"/>
                    <a:gd name="connsiteY3" fmla="*/ 38671 h 38768"/>
                    <a:gd name="connsiteX4" fmla="*/ 26445 w 35303"/>
                    <a:gd name="connsiteY4" fmla="*/ 24098 h 38768"/>
                    <a:gd name="connsiteX5" fmla="*/ 35304 w 35303"/>
                    <a:gd name="connsiteY5" fmla="*/ 0 h 38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303" h="38768">
                      <a:moveTo>
                        <a:pt x="27017" y="4001"/>
                      </a:moveTo>
                      <a:cubicBezTo>
                        <a:pt x="13015" y="5810"/>
                        <a:pt x="1204" y="18193"/>
                        <a:pt x="61" y="32290"/>
                      </a:cubicBezTo>
                      <a:cubicBezTo>
                        <a:pt x="-130" y="34290"/>
                        <a:pt x="61" y="36481"/>
                        <a:pt x="1585" y="37814"/>
                      </a:cubicBezTo>
                      <a:cubicBezTo>
                        <a:pt x="2823" y="38862"/>
                        <a:pt x="4633" y="38862"/>
                        <a:pt x="6252" y="38671"/>
                      </a:cubicBezTo>
                      <a:cubicBezTo>
                        <a:pt x="14729" y="37624"/>
                        <a:pt x="21968" y="31433"/>
                        <a:pt x="26445" y="24098"/>
                      </a:cubicBezTo>
                      <a:cubicBezTo>
                        <a:pt x="30922" y="16764"/>
                        <a:pt x="33208" y="8287"/>
                        <a:pt x="35304" y="0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82" name="Forme libre : forme 16681">
                  <a:extLst>
                    <a:ext uri="{FF2B5EF4-FFF2-40B4-BE49-F238E27FC236}">
                      <a16:creationId xmlns:a16="http://schemas.microsoft.com/office/drawing/2014/main" id="{AB1C6421-1EEA-4D92-AF2A-38EF01161BF1}"/>
                    </a:ext>
                  </a:extLst>
                </p:cNvPr>
                <p:cNvSpPr/>
                <p:nvPr/>
              </p:nvSpPr>
              <p:spPr>
                <a:xfrm>
                  <a:off x="7905898" y="3945255"/>
                  <a:ext cx="40627" cy="53534"/>
                </a:xfrm>
                <a:custGeom>
                  <a:avLst/>
                  <a:gdLst>
                    <a:gd name="connsiteX0" fmla="*/ 22810 w 40627"/>
                    <a:gd name="connsiteY0" fmla="*/ 0 h 53534"/>
                    <a:gd name="connsiteX1" fmla="*/ 6618 w 40627"/>
                    <a:gd name="connsiteY1" fmla="*/ 20288 h 53534"/>
                    <a:gd name="connsiteX2" fmla="*/ 45 w 40627"/>
                    <a:gd name="connsiteY2" fmla="*/ 39719 h 53534"/>
                    <a:gd name="connsiteX3" fmla="*/ 12905 w 40627"/>
                    <a:gd name="connsiteY3" fmla="*/ 53530 h 53534"/>
                    <a:gd name="connsiteX4" fmla="*/ 28716 w 40627"/>
                    <a:gd name="connsiteY4" fmla="*/ 38290 h 53534"/>
                    <a:gd name="connsiteX5" fmla="*/ 38432 w 40627"/>
                    <a:gd name="connsiteY5" fmla="*/ 17526 h 53534"/>
                    <a:gd name="connsiteX6" fmla="*/ 40622 w 40627"/>
                    <a:gd name="connsiteY6" fmla="*/ 9906 h 53534"/>
                    <a:gd name="connsiteX7" fmla="*/ 35860 w 40627"/>
                    <a:gd name="connsiteY7" fmla="*/ 4381 h 53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627" h="53534">
                      <a:moveTo>
                        <a:pt x="22810" y="0"/>
                      </a:moveTo>
                      <a:cubicBezTo>
                        <a:pt x="16714" y="6096"/>
                        <a:pt x="11286" y="12954"/>
                        <a:pt x="6618" y="20288"/>
                      </a:cubicBezTo>
                      <a:cubicBezTo>
                        <a:pt x="2903" y="26194"/>
                        <a:pt x="-431" y="32766"/>
                        <a:pt x="45" y="39719"/>
                      </a:cubicBezTo>
                      <a:cubicBezTo>
                        <a:pt x="522" y="46672"/>
                        <a:pt x="5952" y="53721"/>
                        <a:pt x="12905" y="53530"/>
                      </a:cubicBezTo>
                      <a:cubicBezTo>
                        <a:pt x="20620" y="53340"/>
                        <a:pt x="25382" y="45244"/>
                        <a:pt x="28716" y="38290"/>
                      </a:cubicBezTo>
                      <a:cubicBezTo>
                        <a:pt x="31955" y="31337"/>
                        <a:pt x="35193" y="24479"/>
                        <a:pt x="38432" y="17526"/>
                      </a:cubicBezTo>
                      <a:cubicBezTo>
                        <a:pt x="39574" y="15145"/>
                        <a:pt x="40717" y="12573"/>
                        <a:pt x="40622" y="9906"/>
                      </a:cubicBezTo>
                      <a:cubicBezTo>
                        <a:pt x="40432" y="7239"/>
                        <a:pt x="38527" y="4477"/>
                        <a:pt x="35860" y="4381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83" name="Forme libre : forme 16682">
                  <a:extLst>
                    <a:ext uri="{FF2B5EF4-FFF2-40B4-BE49-F238E27FC236}">
                      <a16:creationId xmlns:a16="http://schemas.microsoft.com/office/drawing/2014/main" id="{3BA681F3-B35E-47AB-A56B-70BC8A48392D}"/>
                    </a:ext>
                  </a:extLst>
                </p:cNvPr>
                <p:cNvSpPr/>
                <p:nvPr/>
              </p:nvSpPr>
              <p:spPr>
                <a:xfrm>
                  <a:off x="8007927" y="3881056"/>
                  <a:ext cx="23271" cy="48852"/>
                </a:xfrm>
                <a:custGeom>
                  <a:avLst/>
                  <a:gdLst>
                    <a:gd name="connsiteX0" fmla="*/ 21271 w 23271"/>
                    <a:gd name="connsiteY0" fmla="*/ 0 h 48852"/>
                    <a:gd name="connsiteX1" fmla="*/ 793 w 23271"/>
                    <a:gd name="connsiteY1" fmla="*/ 48482 h 48852"/>
                    <a:gd name="connsiteX2" fmla="*/ 11556 w 23271"/>
                    <a:gd name="connsiteY2" fmla="*/ 41434 h 48852"/>
                    <a:gd name="connsiteX3" fmla="*/ 23271 w 23271"/>
                    <a:gd name="connsiteY3" fmla="*/ 7715 h 48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71" h="48852">
                      <a:moveTo>
                        <a:pt x="21271" y="0"/>
                      </a:moveTo>
                      <a:cubicBezTo>
                        <a:pt x="5746" y="10192"/>
                        <a:pt x="-2732" y="30194"/>
                        <a:pt x="793" y="48482"/>
                      </a:cubicBezTo>
                      <a:cubicBezTo>
                        <a:pt x="5174" y="50197"/>
                        <a:pt x="9270" y="45625"/>
                        <a:pt x="11556" y="41434"/>
                      </a:cubicBezTo>
                      <a:cubicBezTo>
                        <a:pt x="17271" y="30861"/>
                        <a:pt x="21176" y="19431"/>
                        <a:pt x="23271" y="7715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84" name="Forme libre : forme 16683">
                  <a:extLst>
                    <a:ext uri="{FF2B5EF4-FFF2-40B4-BE49-F238E27FC236}">
                      <a16:creationId xmlns:a16="http://schemas.microsoft.com/office/drawing/2014/main" id="{56DFB313-03AE-494A-99EA-56FC2C447091}"/>
                    </a:ext>
                  </a:extLst>
                </p:cNvPr>
                <p:cNvSpPr/>
                <p:nvPr/>
              </p:nvSpPr>
              <p:spPr>
                <a:xfrm>
                  <a:off x="8138564" y="3803660"/>
                  <a:ext cx="32094" cy="32241"/>
                </a:xfrm>
                <a:custGeom>
                  <a:avLst/>
                  <a:gdLst>
                    <a:gd name="connsiteX0" fmla="*/ 28746 w 32094"/>
                    <a:gd name="connsiteY0" fmla="*/ 14055 h 32241"/>
                    <a:gd name="connsiteX1" fmla="*/ 31794 w 32094"/>
                    <a:gd name="connsiteY1" fmla="*/ 21103 h 32241"/>
                    <a:gd name="connsiteX2" fmla="*/ 28746 w 32094"/>
                    <a:gd name="connsiteY2" fmla="*/ 31009 h 32241"/>
                    <a:gd name="connsiteX3" fmla="*/ 11601 w 32094"/>
                    <a:gd name="connsiteY3" fmla="*/ 25865 h 32241"/>
                    <a:gd name="connsiteX4" fmla="*/ 28746 w 32094"/>
                    <a:gd name="connsiteY4" fmla="*/ 14055 h 32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094" h="32241">
                      <a:moveTo>
                        <a:pt x="28746" y="14055"/>
                      </a:moveTo>
                      <a:cubicBezTo>
                        <a:pt x="30175" y="16055"/>
                        <a:pt x="31318" y="18627"/>
                        <a:pt x="31794" y="21103"/>
                      </a:cubicBezTo>
                      <a:cubicBezTo>
                        <a:pt x="32556" y="25008"/>
                        <a:pt x="31984" y="28914"/>
                        <a:pt x="28746" y="31009"/>
                      </a:cubicBezTo>
                      <a:cubicBezTo>
                        <a:pt x="23412" y="34533"/>
                        <a:pt x="16649" y="29771"/>
                        <a:pt x="11601" y="25865"/>
                      </a:cubicBezTo>
                      <a:cubicBezTo>
                        <a:pt x="-14498" y="5482"/>
                        <a:pt x="8839" y="-14139"/>
                        <a:pt x="28746" y="14055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85" name="Forme libre : forme 16684">
                  <a:extLst>
                    <a:ext uri="{FF2B5EF4-FFF2-40B4-BE49-F238E27FC236}">
                      <a16:creationId xmlns:a16="http://schemas.microsoft.com/office/drawing/2014/main" id="{CFD90A52-BB34-426B-9E33-7641C5242CA0}"/>
                    </a:ext>
                  </a:extLst>
                </p:cNvPr>
                <p:cNvSpPr/>
                <p:nvPr/>
              </p:nvSpPr>
              <p:spPr>
                <a:xfrm>
                  <a:off x="8025864" y="4206814"/>
                  <a:ext cx="30621" cy="66865"/>
                </a:xfrm>
                <a:custGeom>
                  <a:avLst/>
                  <a:gdLst>
                    <a:gd name="connsiteX0" fmla="*/ 16669 w 30621"/>
                    <a:gd name="connsiteY0" fmla="*/ 15046 h 66865"/>
                    <a:gd name="connsiteX1" fmla="*/ 1048 w 30621"/>
                    <a:gd name="connsiteY1" fmla="*/ 58004 h 66865"/>
                    <a:gd name="connsiteX2" fmla="*/ 7906 w 30621"/>
                    <a:gd name="connsiteY2" fmla="*/ 66767 h 66865"/>
                    <a:gd name="connsiteX3" fmla="*/ 18003 w 30621"/>
                    <a:gd name="connsiteY3" fmla="*/ 60100 h 66865"/>
                    <a:gd name="connsiteX4" fmla="*/ 29051 w 30621"/>
                    <a:gd name="connsiteY4" fmla="*/ 378 h 66865"/>
                    <a:gd name="connsiteX5" fmla="*/ 16384 w 30621"/>
                    <a:gd name="connsiteY5" fmla="*/ 9617 h 66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0621" h="66865">
                      <a:moveTo>
                        <a:pt x="16669" y="15046"/>
                      </a:moveTo>
                      <a:cubicBezTo>
                        <a:pt x="3715" y="24762"/>
                        <a:pt x="-2666" y="42288"/>
                        <a:pt x="1048" y="58004"/>
                      </a:cubicBezTo>
                      <a:cubicBezTo>
                        <a:pt x="1905" y="61814"/>
                        <a:pt x="4001" y="66100"/>
                        <a:pt x="7906" y="66767"/>
                      </a:cubicBezTo>
                      <a:cubicBezTo>
                        <a:pt x="12097" y="67529"/>
                        <a:pt x="15717" y="63719"/>
                        <a:pt x="18003" y="60100"/>
                      </a:cubicBezTo>
                      <a:cubicBezTo>
                        <a:pt x="29147" y="42574"/>
                        <a:pt x="33147" y="20761"/>
                        <a:pt x="29051" y="378"/>
                      </a:cubicBezTo>
                      <a:cubicBezTo>
                        <a:pt x="23241" y="-1432"/>
                        <a:pt x="16384" y="3521"/>
                        <a:pt x="16384" y="9617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86" name="Forme libre : forme 16685">
                  <a:extLst>
                    <a:ext uri="{FF2B5EF4-FFF2-40B4-BE49-F238E27FC236}">
                      <a16:creationId xmlns:a16="http://schemas.microsoft.com/office/drawing/2014/main" id="{2B2812CA-844F-482D-B406-D18A9503E002}"/>
                    </a:ext>
                  </a:extLst>
                </p:cNvPr>
                <p:cNvSpPr/>
                <p:nvPr/>
              </p:nvSpPr>
              <p:spPr>
                <a:xfrm>
                  <a:off x="8117875" y="4170044"/>
                  <a:ext cx="41102" cy="43628"/>
                </a:xfrm>
                <a:custGeom>
                  <a:avLst/>
                  <a:gdLst>
                    <a:gd name="connsiteX0" fmla="*/ 6287 w 41102"/>
                    <a:gd name="connsiteY0" fmla="*/ 0 h 43628"/>
                    <a:gd name="connsiteX1" fmla="*/ 28766 w 41102"/>
                    <a:gd name="connsiteY1" fmla="*/ 12002 h 43628"/>
                    <a:gd name="connsiteX2" fmla="*/ 39624 w 41102"/>
                    <a:gd name="connsiteY2" fmla="*/ 39910 h 43628"/>
                    <a:gd name="connsiteX3" fmla="*/ 36481 w 41102"/>
                    <a:gd name="connsiteY3" fmla="*/ 43339 h 43628"/>
                    <a:gd name="connsiteX4" fmla="*/ 28861 w 41102"/>
                    <a:gd name="connsiteY4" fmla="*/ 40577 h 43628"/>
                    <a:gd name="connsiteX5" fmla="*/ 0 w 41102"/>
                    <a:gd name="connsiteY5" fmla="*/ 8477 h 43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102" h="43628">
                      <a:moveTo>
                        <a:pt x="6287" y="0"/>
                      </a:moveTo>
                      <a:cubicBezTo>
                        <a:pt x="14478" y="2572"/>
                        <a:pt x="22098" y="6668"/>
                        <a:pt x="28766" y="12002"/>
                      </a:cubicBezTo>
                      <a:cubicBezTo>
                        <a:pt x="37148" y="18764"/>
                        <a:pt x="44291" y="30194"/>
                        <a:pt x="39624" y="39910"/>
                      </a:cubicBezTo>
                      <a:cubicBezTo>
                        <a:pt x="38958" y="41339"/>
                        <a:pt x="37910" y="42767"/>
                        <a:pt x="36481" y="43339"/>
                      </a:cubicBezTo>
                      <a:cubicBezTo>
                        <a:pt x="33814" y="44387"/>
                        <a:pt x="30956" y="42386"/>
                        <a:pt x="28861" y="40577"/>
                      </a:cubicBezTo>
                      <a:cubicBezTo>
                        <a:pt x="17907" y="31147"/>
                        <a:pt x="8192" y="20288"/>
                        <a:pt x="0" y="8477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87" name="Forme libre : forme 16686">
                  <a:extLst>
                    <a:ext uri="{FF2B5EF4-FFF2-40B4-BE49-F238E27FC236}">
                      <a16:creationId xmlns:a16="http://schemas.microsoft.com/office/drawing/2014/main" id="{E8708996-B294-487E-9D3D-FF17CD8686A8}"/>
                    </a:ext>
                  </a:extLst>
                </p:cNvPr>
                <p:cNvSpPr/>
                <p:nvPr/>
              </p:nvSpPr>
              <p:spPr>
                <a:xfrm>
                  <a:off x="7657246" y="4709311"/>
                  <a:ext cx="28908" cy="50568"/>
                </a:xfrm>
                <a:custGeom>
                  <a:avLst/>
                  <a:gdLst>
                    <a:gd name="connsiteX0" fmla="*/ 0 w 28908"/>
                    <a:gd name="connsiteY0" fmla="*/ 50140 h 50568"/>
                    <a:gd name="connsiteX1" fmla="*/ 12954 w 28908"/>
                    <a:gd name="connsiteY1" fmla="*/ 41092 h 50568"/>
                    <a:gd name="connsiteX2" fmla="*/ 18669 w 28908"/>
                    <a:gd name="connsiteY2" fmla="*/ 1372 h 50568"/>
                    <a:gd name="connsiteX3" fmla="*/ 0 w 28908"/>
                    <a:gd name="connsiteY3" fmla="*/ 50140 h 50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908" h="50568">
                      <a:moveTo>
                        <a:pt x="0" y="50140"/>
                      </a:moveTo>
                      <a:cubicBezTo>
                        <a:pt x="5429" y="52236"/>
                        <a:pt x="10287" y="46235"/>
                        <a:pt x="12954" y="41092"/>
                      </a:cubicBezTo>
                      <a:cubicBezTo>
                        <a:pt x="17145" y="33091"/>
                        <a:pt x="42863" y="-7962"/>
                        <a:pt x="18669" y="1372"/>
                      </a:cubicBezTo>
                      <a:cubicBezTo>
                        <a:pt x="2953" y="7564"/>
                        <a:pt x="0" y="36710"/>
                        <a:pt x="0" y="50140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88" name="Forme libre : forme 16687">
                  <a:extLst>
                    <a:ext uri="{FF2B5EF4-FFF2-40B4-BE49-F238E27FC236}">
                      <a16:creationId xmlns:a16="http://schemas.microsoft.com/office/drawing/2014/main" id="{507AD1DF-740C-425E-A85E-729C3F4C9E40}"/>
                    </a:ext>
                  </a:extLst>
                </p:cNvPr>
                <p:cNvSpPr/>
                <p:nvPr/>
              </p:nvSpPr>
              <p:spPr>
                <a:xfrm>
                  <a:off x="7147522" y="4995636"/>
                  <a:ext cx="40256" cy="70649"/>
                </a:xfrm>
                <a:custGeom>
                  <a:avLst/>
                  <a:gdLst>
                    <a:gd name="connsiteX0" fmla="*/ 232 w 40256"/>
                    <a:gd name="connsiteY0" fmla="*/ 51566 h 70649"/>
                    <a:gd name="connsiteX1" fmla="*/ 7376 w 40256"/>
                    <a:gd name="connsiteY1" fmla="*/ 70045 h 70649"/>
                    <a:gd name="connsiteX2" fmla="*/ 23854 w 40256"/>
                    <a:gd name="connsiteY2" fmla="*/ 62615 h 70649"/>
                    <a:gd name="connsiteX3" fmla="*/ 34332 w 40256"/>
                    <a:gd name="connsiteY3" fmla="*/ 1369 h 70649"/>
                    <a:gd name="connsiteX4" fmla="*/ 232 w 40256"/>
                    <a:gd name="connsiteY4" fmla="*/ 51566 h 70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56" h="70649">
                      <a:moveTo>
                        <a:pt x="232" y="51566"/>
                      </a:moveTo>
                      <a:cubicBezTo>
                        <a:pt x="-625" y="58614"/>
                        <a:pt x="708" y="67473"/>
                        <a:pt x="7376" y="70045"/>
                      </a:cubicBezTo>
                      <a:cubicBezTo>
                        <a:pt x="13472" y="72330"/>
                        <a:pt x="19949" y="67759"/>
                        <a:pt x="23854" y="62615"/>
                      </a:cubicBezTo>
                      <a:cubicBezTo>
                        <a:pt x="30997" y="53280"/>
                        <a:pt x="49762" y="11085"/>
                        <a:pt x="34332" y="1369"/>
                      </a:cubicBezTo>
                      <a:cubicBezTo>
                        <a:pt x="18425" y="-8727"/>
                        <a:pt x="1565" y="39945"/>
                        <a:pt x="232" y="51566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89" name="Forme libre : forme 16688">
                  <a:extLst>
                    <a:ext uri="{FF2B5EF4-FFF2-40B4-BE49-F238E27FC236}">
                      <a16:creationId xmlns:a16="http://schemas.microsoft.com/office/drawing/2014/main" id="{76FCD4AB-8FB9-43A2-B570-D8E915900467}"/>
                    </a:ext>
                  </a:extLst>
                </p:cNvPr>
                <p:cNvSpPr/>
                <p:nvPr/>
              </p:nvSpPr>
              <p:spPr>
                <a:xfrm>
                  <a:off x="7350671" y="4929943"/>
                  <a:ext cx="17761" cy="40613"/>
                </a:xfrm>
                <a:custGeom>
                  <a:avLst/>
                  <a:gdLst>
                    <a:gd name="connsiteX0" fmla="*/ 2633 w 17761"/>
                    <a:gd name="connsiteY0" fmla="*/ 32868 h 40613"/>
                    <a:gd name="connsiteX1" fmla="*/ 4633 w 17761"/>
                    <a:gd name="connsiteY1" fmla="*/ 36582 h 40613"/>
                    <a:gd name="connsiteX2" fmla="*/ 12920 w 17761"/>
                    <a:gd name="connsiteY2" fmla="*/ 40202 h 40613"/>
                    <a:gd name="connsiteX3" fmla="*/ 17301 w 17761"/>
                    <a:gd name="connsiteY3" fmla="*/ 31153 h 40613"/>
                    <a:gd name="connsiteX4" fmla="*/ 7014 w 17761"/>
                    <a:gd name="connsiteY4" fmla="*/ 7 h 40613"/>
                    <a:gd name="connsiteX5" fmla="*/ 2633 w 17761"/>
                    <a:gd name="connsiteY5" fmla="*/ 32868 h 40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761" h="40613">
                      <a:moveTo>
                        <a:pt x="2633" y="32868"/>
                      </a:moveTo>
                      <a:cubicBezTo>
                        <a:pt x="3109" y="34106"/>
                        <a:pt x="3776" y="35439"/>
                        <a:pt x="4633" y="36582"/>
                      </a:cubicBezTo>
                      <a:cubicBezTo>
                        <a:pt x="6729" y="39440"/>
                        <a:pt x="9777" y="41535"/>
                        <a:pt x="12920" y="40202"/>
                      </a:cubicBezTo>
                      <a:cubicBezTo>
                        <a:pt x="16158" y="38868"/>
                        <a:pt x="17016" y="34677"/>
                        <a:pt x="17301" y="31153"/>
                      </a:cubicBezTo>
                      <a:cubicBezTo>
                        <a:pt x="17873" y="25057"/>
                        <a:pt x="19873" y="-470"/>
                        <a:pt x="7014" y="7"/>
                      </a:cubicBezTo>
                      <a:cubicBezTo>
                        <a:pt x="-3558" y="387"/>
                        <a:pt x="347" y="26772"/>
                        <a:pt x="2633" y="32868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90" name="Forme libre : forme 16689">
                  <a:extLst>
                    <a:ext uri="{FF2B5EF4-FFF2-40B4-BE49-F238E27FC236}">
                      <a16:creationId xmlns:a16="http://schemas.microsoft.com/office/drawing/2014/main" id="{41F9D492-89F8-4A20-927F-7AA5090713BA}"/>
                    </a:ext>
                  </a:extLst>
                </p:cNvPr>
                <p:cNvSpPr/>
                <p:nvPr/>
              </p:nvSpPr>
              <p:spPr>
                <a:xfrm>
                  <a:off x="7038692" y="5181571"/>
                  <a:ext cx="23433" cy="40594"/>
                </a:xfrm>
                <a:custGeom>
                  <a:avLst/>
                  <a:gdLst>
                    <a:gd name="connsiteX0" fmla="*/ 1 w 23433"/>
                    <a:gd name="connsiteY0" fmla="*/ 13840 h 40594"/>
                    <a:gd name="connsiteX1" fmla="*/ 12765 w 23433"/>
                    <a:gd name="connsiteY1" fmla="*/ 40034 h 40594"/>
                    <a:gd name="connsiteX2" fmla="*/ 14479 w 23433"/>
                    <a:gd name="connsiteY2" fmla="*/ 40510 h 40594"/>
                    <a:gd name="connsiteX3" fmla="*/ 18003 w 23433"/>
                    <a:gd name="connsiteY3" fmla="*/ 39843 h 40594"/>
                    <a:gd name="connsiteX4" fmla="*/ 19813 w 23433"/>
                    <a:gd name="connsiteY4" fmla="*/ 35747 h 40594"/>
                    <a:gd name="connsiteX5" fmla="*/ 16765 w 23433"/>
                    <a:gd name="connsiteY5" fmla="*/ 886 h 40594"/>
                    <a:gd name="connsiteX6" fmla="*/ 1 w 23433"/>
                    <a:gd name="connsiteY6" fmla="*/ 13840 h 40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433" h="40594">
                      <a:moveTo>
                        <a:pt x="1" y="13840"/>
                      </a:moveTo>
                      <a:cubicBezTo>
                        <a:pt x="96" y="24222"/>
                        <a:pt x="3049" y="36414"/>
                        <a:pt x="12765" y="40034"/>
                      </a:cubicBezTo>
                      <a:cubicBezTo>
                        <a:pt x="13336" y="40224"/>
                        <a:pt x="13908" y="40415"/>
                        <a:pt x="14479" y="40510"/>
                      </a:cubicBezTo>
                      <a:cubicBezTo>
                        <a:pt x="15717" y="40701"/>
                        <a:pt x="17051" y="40605"/>
                        <a:pt x="18003" y="39843"/>
                      </a:cubicBezTo>
                      <a:cubicBezTo>
                        <a:pt x="19242" y="38891"/>
                        <a:pt x="19527" y="37271"/>
                        <a:pt x="19813" y="35747"/>
                      </a:cubicBezTo>
                      <a:cubicBezTo>
                        <a:pt x="21432" y="25936"/>
                        <a:pt x="28576" y="5649"/>
                        <a:pt x="16765" y="886"/>
                      </a:cubicBezTo>
                      <a:cubicBezTo>
                        <a:pt x="7526" y="-2829"/>
                        <a:pt x="-94" y="5839"/>
                        <a:pt x="1" y="13840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91" name="Forme libre : forme 16690">
                  <a:extLst>
                    <a:ext uri="{FF2B5EF4-FFF2-40B4-BE49-F238E27FC236}">
                      <a16:creationId xmlns:a16="http://schemas.microsoft.com/office/drawing/2014/main" id="{534B2961-82FE-424D-8EC5-61E73FFDD56D}"/>
                    </a:ext>
                  </a:extLst>
                </p:cNvPr>
                <p:cNvSpPr/>
                <p:nvPr/>
              </p:nvSpPr>
              <p:spPr>
                <a:xfrm>
                  <a:off x="7021499" y="4966780"/>
                  <a:ext cx="24331" cy="73840"/>
                </a:xfrm>
                <a:custGeom>
                  <a:avLst/>
                  <a:gdLst>
                    <a:gd name="connsiteX0" fmla="*/ 9574 w 24331"/>
                    <a:gd name="connsiteY0" fmla="*/ 33368 h 73840"/>
                    <a:gd name="connsiteX1" fmla="*/ 1001 w 24331"/>
                    <a:gd name="connsiteY1" fmla="*/ 47084 h 73840"/>
                    <a:gd name="connsiteX2" fmla="*/ 1573 w 24331"/>
                    <a:gd name="connsiteY2" fmla="*/ 65563 h 73840"/>
                    <a:gd name="connsiteX3" fmla="*/ 16622 w 24331"/>
                    <a:gd name="connsiteY3" fmla="*/ 73087 h 73840"/>
                    <a:gd name="connsiteX4" fmla="*/ 23956 w 24331"/>
                    <a:gd name="connsiteY4" fmla="*/ 55942 h 73840"/>
                    <a:gd name="connsiteX5" fmla="*/ 18242 w 24331"/>
                    <a:gd name="connsiteY5" fmla="*/ 4412 h 73840"/>
                    <a:gd name="connsiteX6" fmla="*/ 15955 w 24331"/>
                    <a:gd name="connsiteY6" fmla="*/ 888 h 73840"/>
                    <a:gd name="connsiteX7" fmla="*/ 7573 w 24331"/>
                    <a:gd name="connsiteY7" fmla="*/ 3364 h 73840"/>
                    <a:gd name="connsiteX8" fmla="*/ 6716 w 24331"/>
                    <a:gd name="connsiteY8" fmla="*/ 13080 h 73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331" h="73840">
                      <a:moveTo>
                        <a:pt x="9574" y="33368"/>
                      </a:moveTo>
                      <a:cubicBezTo>
                        <a:pt x="4049" y="34702"/>
                        <a:pt x="1954" y="41369"/>
                        <a:pt x="1001" y="47084"/>
                      </a:cubicBezTo>
                      <a:cubicBezTo>
                        <a:pt x="-47" y="53275"/>
                        <a:pt x="-808" y="59847"/>
                        <a:pt x="1573" y="65563"/>
                      </a:cubicBezTo>
                      <a:cubicBezTo>
                        <a:pt x="3954" y="71277"/>
                        <a:pt x="10907" y="75659"/>
                        <a:pt x="16622" y="73087"/>
                      </a:cubicBezTo>
                      <a:cubicBezTo>
                        <a:pt x="22623" y="70420"/>
                        <a:pt x="23670" y="62515"/>
                        <a:pt x="23956" y="55942"/>
                      </a:cubicBezTo>
                      <a:cubicBezTo>
                        <a:pt x="24623" y="38511"/>
                        <a:pt x="25195" y="20414"/>
                        <a:pt x="18242" y="4412"/>
                      </a:cubicBezTo>
                      <a:cubicBezTo>
                        <a:pt x="17670" y="3079"/>
                        <a:pt x="17003" y="1745"/>
                        <a:pt x="15955" y="888"/>
                      </a:cubicBezTo>
                      <a:cubicBezTo>
                        <a:pt x="13288" y="-1112"/>
                        <a:pt x="9193" y="507"/>
                        <a:pt x="7573" y="3364"/>
                      </a:cubicBezTo>
                      <a:cubicBezTo>
                        <a:pt x="5954" y="6221"/>
                        <a:pt x="6145" y="9746"/>
                        <a:pt x="6716" y="13080"/>
                      </a:cubicBezTo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692" name="Forme libre : forme 16691">
                  <a:extLst>
                    <a:ext uri="{FF2B5EF4-FFF2-40B4-BE49-F238E27FC236}">
                      <a16:creationId xmlns:a16="http://schemas.microsoft.com/office/drawing/2014/main" id="{11FF6BC9-8119-4999-B443-533F13847611}"/>
                    </a:ext>
                  </a:extLst>
                </p:cNvPr>
                <p:cNvSpPr/>
                <p:nvPr/>
              </p:nvSpPr>
              <p:spPr>
                <a:xfrm>
                  <a:off x="6750700" y="5014239"/>
                  <a:ext cx="34127" cy="73559"/>
                </a:xfrm>
                <a:custGeom>
                  <a:avLst/>
                  <a:gdLst>
                    <a:gd name="connsiteX0" fmla="*/ 52 w 34127"/>
                    <a:gd name="connsiteY0" fmla="*/ 56489 h 73559"/>
                    <a:gd name="connsiteX1" fmla="*/ 3196 w 34127"/>
                    <a:gd name="connsiteY1" fmla="*/ 68396 h 73559"/>
                    <a:gd name="connsiteX2" fmla="*/ 13768 w 34127"/>
                    <a:gd name="connsiteY2" fmla="*/ 73349 h 73559"/>
                    <a:gd name="connsiteX3" fmla="*/ 22817 w 34127"/>
                    <a:gd name="connsiteY3" fmla="*/ 62872 h 73559"/>
                    <a:gd name="connsiteX4" fmla="*/ 24817 w 34127"/>
                    <a:gd name="connsiteY4" fmla="*/ 6 h 73559"/>
                    <a:gd name="connsiteX5" fmla="*/ 52 w 34127"/>
                    <a:gd name="connsiteY5" fmla="*/ 56489 h 73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127" h="73559">
                      <a:moveTo>
                        <a:pt x="52" y="56489"/>
                      </a:moveTo>
                      <a:cubicBezTo>
                        <a:pt x="243" y="60680"/>
                        <a:pt x="910" y="64871"/>
                        <a:pt x="3196" y="68396"/>
                      </a:cubicBezTo>
                      <a:cubicBezTo>
                        <a:pt x="5482" y="71920"/>
                        <a:pt x="9768" y="74301"/>
                        <a:pt x="13768" y="73349"/>
                      </a:cubicBezTo>
                      <a:cubicBezTo>
                        <a:pt x="18436" y="72206"/>
                        <a:pt x="21103" y="67348"/>
                        <a:pt x="22817" y="62872"/>
                      </a:cubicBezTo>
                      <a:cubicBezTo>
                        <a:pt x="26818" y="52774"/>
                        <a:pt x="44915" y="-661"/>
                        <a:pt x="24817" y="6"/>
                      </a:cubicBezTo>
                      <a:cubicBezTo>
                        <a:pt x="6815" y="578"/>
                        <a:pt x="-710" y="44012"/>
                        <a:pt x="52" y="56489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6693" name="Graphique 1">
                  <a:extLst>
                    <a:ext uri="{FF2B5EF4-FFF2-40B4-BE49-F238E27FC236}">
                      <a16:creationId xmlns:a16="http://schemas.microsoft.com/office/drawing/2014/main" id="{81B510AF-953D-41F4-9E8C-433F11990439}"/>
                    </a:ext>
                  </a:extLst>
                </p:cNvPr>
                <p:cNvGrpSpPr/>
                <p:nvPr/>
              </p:nvGrpSpPr>
              <p:grpSpPr>
                <a:xfrm>
                  <a:off x="6628928" y="5184171"/>
                  <a:ext cx="50672" cy="51720"/>
                  <a:chOff x="6628928" y="5184171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39" name="Forme libre : forme 16738">
                    <a:extLst>
                      <a:ext uri="{FF2B5EF4-FFF2-40B4-BE49-F238E27FC236}">
                        <a16:creationId xmlns:a16="http://schemas.microsoft.com/office/drawing/2014/main" id="{1CD01905-90A6-4593-AC4E-9E190777310F}"/>
                      </a:ext>
                    </a:extLst>
                  </p:cNvPr>
                  <p:cNvSpPr/>
                  <p:nvPr/>
                </p:nvSpPr>
                <p:spPr>
                  <a:xfrm>
                    <a:off x="6628928" y="5184171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7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40" name="Forme libre : forme 16739">
                    <a:extLst>
                      <a:ext uri="{FF2B5EF4-FFF2-40B4-BE49-F238E27FC236}">
                        <a16:creationId xmlns:a16="http://schemas.microsoft.com/office/drawing/2014/main" id="{3A94B622-3FE4-4A8B-BDA5-980D0B8BB945}"/>
                      </a:ext>
                    </a:extLst>
                  </p:cNvPr>
                  <p:cNvSpPr/>
                  <p:nvPr/>
                </p:nvSpPr>
                <p:spPr>
                  <a:xfrm>
                    <a:off x="6664742" y="5221033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94" name="Graphique 1">
                  <a:extLst>
                    <a:ext uri="{FF2B5EF4-FFF2-40B4-BE49-F238E27FC236}">
                      <a16:creationId xmlns:a16="http://schemas.microsoft.com/office/drawing/2014/main" id="{49BBB230-39D3-4252-B608-E344A88A5A1A}"/>
                    </a:ext>
                  </a:extLst>
                </p:cNvPr>
                <p:cNvGrpSpPr/>
                <p:nvPr/>
              </p:nvGrpSpPr>
              <p:grpSpPr>
                <a:xfrm>
                  <a:off x="6642644" y="5449157"/>
                  <a:ext cx="50768" cy="51720"/>
                  <a:chOff x="6642644" y="5449157"/>
                  <a:chExt cx="50768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37" name="Forme libre : forme 16736">
                    <a:extLst>
                      <a:ext uri="{FF2B5EF4-FFF2-40B4-BE49-F238E27FC236}">
                        <a16:creationId xmlns:a16="http://schemas.microsoft.com/office/drawing/2014/main" id="{75416B82-F559-424F-9407-992EF811E23C}"/>
                      </a:ext>
                    </a:extLst>
                  </p:cNvPr>
                  <p:cNvSpPr/>
                  <p:nvPr/>
                </p:nvSpPr>
                <p:spPr>
                  <a:xfrm>
                    <a:off x="6642644" y="5449157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8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7"/>
                          <a:pt x="22917" y="29528"/>
                          <a:pt x="14764" y="29528"/>
                        </a:cubicBezTo>
                        <a:cubicBezTo>
                          <a:pt x="6610" y="29528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38" name="Forme libre : forme 16737">
                    <a:extLst>
                      <a:ext uri="{FF2B5EF4-FFF2-40B4-BE49-F238E27FC236}">
                        <a16:creationId xmlns:a16="http://schemas.microsoft.com/office/drawing/2014/main" id="{5156FA77-EC48-4C14-94D6-74E5CC798522}"/>
                      </a:ext>
                    </a:extLst>
                  </p:cNvPr>
                  <p:cNvSpPr/>
                  <p:nvPr/>
                </p:nvSpPr>
                <p:spPr>
                  <a:xfrm>
                    <a:off x="6678553" y="5486019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95" name="Graphique 1">
                  <a:extLst>
                    <a:ext uri="{FF2B5EF4-FFF2-40B4-BE49-F238E27FC236}">
                      <a16:creationId xmlns:a16="http://schemas.microsoft.com/office/drawing/2014/main" id="{D0D1361D-9139-4502-9318-D13D6D8B70B0}"/>
                    </a:ext>
                  </a:extLst>
                </p:cNvPr>
                <p:cNvGrpSpPr/>
                <p:nvPr/>
              </p:nvGrpSpPr>
              <p:grpSpPr>
                <a:xfrm>
                  <a:off x="6935156" y="4834699"/>
                  <a:ext cx="50672" cy="51720"/>
                  <a:chOff x="6935156" y="4834699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35" name="Forme libre : forme 16734">
                    <a:extLst>
                      <a:ext uri="{FF2B5EF4-FFF2-40B4-BE49-F238E27FC236}">
                        <a16:creationId xmlns:a16="http://schemas.microsoft.com/office/drawing/2014/main" id="{BF9D4DF6-1F9E-4B8A-8835-50C5CABDD594}"/>
                      </a:ext>
                    </a:extLst>
                  </p:cNvPr>
                  <p:cNvSpPr/>
                  <p:nvPr/>
                </p:nvSpPr>
                <p:spPr>
                  <a:xfrm>
                    <a:off x="6935156" y="4834699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7"/>
                          <a:pt x="14764" y="29527"/>
                        </a:cubicBezTo>
                        <a:cubicBezTo>
                          <a:pt x="6611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1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36" name="Forme libre : forme 16735">
                    <a:extLst>
                      <a:ext uri="{FF2B5EF4-FFF2-40B4-BE49-F238E27FC236}">
                        <a16:creationId xmlns:a16="http://schemas.microsoft.com/office/drawing/2014/main" id="{FEDE293B-3035-421D-B0A4-479806F9497D}"/>
                      </a:ext>
                    </a:extLst>
                  </p:cNvPr>
                  <p:cNvSpPr/>
                  <p:nvPr/>
                </p:nvSpPr>
                <p:spPr>
                  <a:xfrm>
                    <a:off x="6970970" y="4871561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96" name="Graphique 1">
                  <a:extLst>
                    <a:ext uri="{FF2B5EF4-FFF2-40B4-BE49-F238E27FC236}">
                      <a16:creationId xmlns:a16="http://schemas.microsoft.com/office/drawing/2014/main" id="{45519741-F242-4AF0-80AE-60FB7C837D53}"/>
                    </a:ext>
                  </a:extLst>
                </p:cNvPr>
                <p:cNvGrpSpPr/>
                <p:nvPr/>
              </p:nvGrpSpPr>
              <p:grpSpPr>
                <a:xfrm>
                  <a:off x="7160137" y="4809267"/>
                  <a:ext cx="50672" cy="51815"/>
                  <a:chOff x="7160137" y="4809267"/>
                  <a:chExt cx="50672" cy="51815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33" name="Forme libre : forme 16732">
                    <a:extLst>
                      <a:ext uri="{FF2B5EF4-FFF2-40B4-BE49-F238E27FC236}">
                        <a16:creationId xmlns:a16="http://schemas.microsoft.com/office/drawing/2014/main" id="{A6F17FFC-1B73-417D-914B-247D9A91A370}"/>
                      </a:ext>
                    </a:extLst>
                  </p:cNvPr>
                  <p:cNvSpPr/>
                  <p:nvPr/>
                </p:nvSpPr>
                <p:spPr>
                  <a:xfrm>
                    <a:off x="7160137" y="4809267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34" name="Forme libre : forme 16733">
                    <a:extLst>
                      <a:ext uri="{FF2B5EF4-FFF2-40B4-BE49-F238E27FC236}">
                        <a16:creationId xmlns:a16="http://schemas.microsoft.com/office/drawing/2014/main" id="{EAAD8DB2-E311-43FE-B7BB-B88379E9C047}"/>
                      </a:ext>
                    </a:extLst>
                  </p:cNvPr>
                  <p:cNvSpPr/>
                  <p:nvPr/>
                </p:nvSpPr>
                <p:spPr>
                  <a:xfrm>
                    <a:off x="7195951" y="4846224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30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97" name="Graphique 1">
                  <a:extLst>
                    <a:ext uri="{FF2B5EF4-FFF2-40B4-BE49-F238E27FC236}">
                      <a16:creationId xmlns:a16="http://schemas.microsoft.com/office/drawing/2014/main" id="{1819F07D-4C2D-4CA4-96F7-4752A925CA21}"/>
                    </a:ext>
                  </a:extLst>
                </p:cNvPr>
                <p:cNvGrpSpPr/>
                <p:nvPr/>
              </p:nvGrpSpPr>
              <p:grpSpPr>
                <a:xfrm>
                  <a:off x="7169567" y="4977193"/>
                  <a:ext cx="50672" cy="51720"/>
                  <a:chOff x="7169567" y="4977193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31" name="Forme libre : forme 16730">
                    <a:extLst>
                      <a:ext uri="{FF2B5EF4-FFF2-40B4-BE49-F238E27FC236}">
                        <a16:creationId xmlns:a16="http://schemas.microsoft.com/office/drawing/2014/main" id="{D30A2183-3225-409A-A63D-14444E7C0375}"/>
                      </a:ext>
                    </a:extLst>
                  </p:cNvPr>
                  <p:cNvSpPr/>
                  <p:nvPr/>
                </p:nvSpPr>
                <p:spPr>
                  <a:xfrm>
                    <a:off x="7169567" y="4977193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8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8"/>
                          <a:pt x="14764" y="29528"/>
                        </a:cubicBezTo>
                        <a:cubicBezTo>
                          <a:pt x="6610" y="29528"/>
                          <a:pt x="0" y="22918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32" name="Forme libre : forme 16731">
                    <a:extLst>
                      <a:ext uri="{FF2B5EF4-FFF2-40B4-BE49-F238E27FC236}">
                        <a16:creationId xmlns:a16="http://schemas.microsoft.com/office/drawing/2014/main" id="{02503089-09D6-4B55-B897-40F8AEF4DBD9}"/>
                      </a:ext>
                    </a:extLst>
                  </p:cNvPr>
                  <p:cNvSpPr/>
                  <p:nvPr/>
                </p:nvSpPr>
                <p:spPr>
                  <a:xfrm>
                    <a:off x="7205381" y="5014055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30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98" name="Graphique 1">
                  <a:extLst>
                    <a:ext uri="{FF2B5EF4-FFF2-40B4-BE49-F238E27FC236}">
                      <a16:creationId xmlns:a16="http://schemas.microsoft.com/office/drawing/2014/main" id="{EFA5EF96-E9A0-40A4-9F2A-385532905FB6}"/>
                    </a:ext>
                  </a:extLst>
                </p:cNvPr>
                <p:cNvGrpSpPr/>
                <p:nvPr/>
              </p:nvGrpSpPr>
              <p:grpSpPr>
                <a:xfrm>
                  <a:off x="7035455" y="5155596"/>
                  <a:ext cx="50672" cy="51815"/>
                  <a:chOff x="7035455" y="5155596"/>
                  <a:chExt cx="50672" cy="51815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29" name="Forme libre : forme 16728">
                    <a:extLst>
                      <a:ext uri="{FF2B5EF4-FFF2-40B4-BE49-F238E27FC236}">
                        <a16:creationId xmlns:a16="http://schemas.microsoft.com/office/drawing/2014/main" id="{AA9253BF-DC60-4A4D-A01C-4527BFE723C7}"/>
                      </a:ext>
                    </a:extLst>
                  </p:cNvPr>
                  <p:cNvSpPr/>
                  <p:nvPr/>
                </p:nvSpPr>
                <p:spPr>
                  <a:xfrm>
                    <a:off x="7035455" y="5155596"/>
                    <a:ext cx="29527" cy="29527"/>
                  </a:xfrm>
                  <a:custGeom>
                    <a:avLst/>
                    <a:gdLst>
                      <a:gd name="connsiteX0" fmla="*/ 29527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7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7" y="14764"/>
                        </a:moveTo>
                        <a:cubicBezTo>
                          <a:pt x="29527" y="22917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7" y="6610"/>
                          <a:pt x="29527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30" name="Forme libre : forme 16729">
                    <a:extLst>
                      <a:ext uri="{FF2B5EF4-FFF2-40B4-BE49-F238E27FC236}">
                        <a16:creationId xmlns:a16="http://schemas.microsoft.com/office/drawing/2014/main" id="{37B90539-CC53-4D64-839A-56A8828DBB6E}"/>
                      </a:ext>
                    </a:extLst>
                  </p:cNvPr>
                  <p:cNvSpPr/>
                  <p:nvPr/>
                </p:nvSpPr>
                <p:spPr>
                  <a:xfrm>
                    <a:off x="7071269" y="5192553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0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3" y="14859"/>
                          <a:pt x="7429" y="14859"/>
                        </a:cubicBezTo>
                        <a:cubicBezTo>
                          <a:pt x="3326" y="14859"/>
                          <a:pt x="0" y="11533"/>
                          <a:pt x="0" y="7429"/>
                        </a:cubicBezTo>
                        <a:cubicBezTo>
                          <a:pt x="0" y="3326"/>
                          <a:pt x="3326" y="0"/>
                          <a:pt x="7429" y="0"/>
                        </a:cubicBezTo>
                        <a:cubicBezTo>
                          <a:pt x="11533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699" name="Graphique 1">
                  <a:extLst>
                    <a:ext uri="{FF2B5EF4-FFF2-40B4-BE49-F238E27FC236}">
                      <a16:creationId xmlns:a16="http://schemas.microsoft.com/office/drawing/2014/main" id="{C21A8D98-4EE7-4FF7-98FE-871CFDD2EAB9}"/>
                    </a:ext>
                  </a:extLst>
                </p:cNvPr>
                <p:cNvGrpSpPr/>
                <p:nvPr/>
              </p:nvGrpSpPr>
              <p:grpSpPr>
                <a:xfrm>
                  <a:off x="6848574" y="5158835"/>
                  <a:ext cx="50672" cy="51720"/>
                  <a:chOff x="6848574" y="5158835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27" name="Forme libre : forme 16726">
                    <a:extLst>
                      <a:ext uri="{FF2B5EF4-FFF2-40B4-BE49-F238E27FC236}">
                        <a16:creationId xmlns:a16="http://schemas.microsoft.com/office/drawing/2014/main" id="{4D677E5F-8124-436D-8CBF-3F6B3416A0BB}"/>
                      </a:ext>
                    </a:extLst>
                  </p:cNvPr>
                  <p:cNvSpPr/>
                  <p:nvPr/>
                </p:nvSpPr>
                <p:spPr>
                  <a:xfrm>
                    <a:off x="6848574" y="5158835"/>
                    <a:ext cx="29527" cy="29527"/>
                  </a:xfrm>
                  <a:custGeom>
                    <a:avLst/>
                    <a:gdLst>
                      <a:gd name="connsiteX0" fmla="*/ 29527 w 29527"/>
                      <a:gd name="connsiteY0" fmla="*/ 14763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3 h 29527"/>
                      <a:gd name="connsiteX3" fmla="*/ 14764 w 29527"/>
                      <a:gd name="connsiteY3" fmla="*/ 0 h 29527"/>
                      <a:gd name="connsiteX4" fmla="*/ 29527 w 29527"/>
                      <a:gd name="connsiteY4" fmla="*/ 14763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7" y="14763"/>
                        </a:moveTo>
                        <a:cubicBezTo>
                          <a:pt x="29527" y="22917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3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7" y="6610"/>
                          <a:pt x="29527" y="1476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28" name="Forme libre : forme 16727">
                    <a:extLst>
                      <a:ext uri="{FF2B5EF4-FFF2-40B4-BE49-F238E27FC236}">
                        <a16:creationId xmlns:a16="http://schemas.microsoft.com/office/drawing/2014/main" id="{BC5F0A6A-10EE-4610-B81A-C2B53B67D527}"/>
                      </a:ext>
                    </a:extLst>
                  </p:cNvPr>
                  <p:cNvSpPr/>
                  <p:nvPr/>
                </p:nvSpPr>
                <p:spPr>
                  <a:xfrm>
                    <a:off x="6884388" y="5195697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30 w 14858"/>
                      <a:gd name="connsiteY1" fmla="*/ 14859 h 14858"/>
                      <a:gd name="connsiteX2" fmla="*/ 0 w 14858"/>
                      <a:gd name="connsiteY2" fmla="*/ 7430 h 14858"/>
                      <a:gd name="connsiteX3" fmla="*/ 7430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3" y="14859"/>
                          <a:pt x="7430" y="14859"/>
                        </a:cubicBezTo>
                        <a:cubicBezTo>
                          <a:pt x="3326" y="14859"/>
                          <a:pt x="0" y="11533"/>
                          <a:pt x="0" y="7430"/>
                        </a:cubicBezTo>
                        <a:cubicBezTo>
                          <a:pt x="0" y="3326"/>
                          <a:pt x="3326" y="0"/>
                          <a:pt x="7430" y="0"/>
                        </a:cubicBezTo>
                        <a:cubicBezTo>
                          <a:pt x="11533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700" name="Graphique 1">
                  <a:extLst>
                    <a:ext uri="{FF2B5EF4-FFF2-40B4-BE49-F238E27FC236}">
                      <a16:creationId xmlns:a16="http://schemas.microsoft.com/office/drawing/2014/main" id="{569490F6-6BC1-4531-9433-DE7266875039}"/>
                    </a:ext>
                  </a:extLst>
                </p:cNvPr>
                <p:cNvGrpSpPr/>
                <p:nvPr/>
              </p:nvGrpSpPr>
              <p:grpSpPr>
                <a:xfrm>
                  <a:off x="7415026" y="4528470"/>
                  <a:ext cx="50672" cy="51720"/>
                  <a:chOff x="7415026" y="4528470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25" name="Forme libre : forme 16724">
                    <a:extLst>
                      <a:ext uri="{FF2B5EF4-FFF2-40B4-BE49-F238E27FC236}">
                        <a16:creationId xmlns:a16="http://schemas.microsoft.com/office/drawing/2014/main" id="{2BE926F6-9F8D-481A-8C74-965F54C848A4}"/>
                      </a:ext>
                    </a:extLst>
                  </p:cNvPr>
                  <p:cNvSpPr/>
                  <p:nvPr/>
                </p:nvSpPr>
                <p:spPr>
                  <a:xfrm>
                    <a:off x="7415026" y="4528470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1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7"/>
                          <a:pt x="14764" y="29527"/>
                        </a:cubicBezTo>
                        <a:cubicBezTo>
                          <a:pt x="6611" y="29527"/>
                          <a:pt x="1" y="22917"/>
                          <a:pt x="1" y="14764"/>
                        </a:cubicBezTo>
                        <a:cubicBezTo>
                          <a:pt x="1" y="6610"/>
                          <a:pt x="6611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26" name="Forme libre : forme 16725">
                    <a:extLst>
                      <a:ext uri="{FF2B5EF4-FFF2-40B4-BE49-F238E27FC236}">
                        <a16:creationId xmlns:a16="http://schemas.microsoft.com/office/drawing/2014/main" id="{B21ACF36-D6AF-4111-B63C-BF0B885149B9}"/>
                      </a:ext>
                    </a:extLst>
                  </p:cNvPr>
                  <p:cNvSpPr/>
                  <p:nvPr/>
                </p:nvSpPr>
                <p:spPr>
                  <a:xfrm>
                    <a:off x="7450840" y="4565332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701" name="Graphique 1">
                  <a:extLst>
                    <a:ext uri="{FF2B5EF4-FFF2-40B4-BE49-F238E27FC236}">
                      <a16:creationId xmlns:a16="http://schemas.microsoft.com/office/drawing/2014/main" id="{F44A3C02-915A-463F-BAF7-D62103F01565}"/>
                    </a:ext>
                  </a:extLst>
                </p:cNvPr>
                <p:cNvGrpSpPr/>
                <p:nvPr/>
              </p:nvGrpSpPr>
              <p:grpSpPr>
                <a:xfrm>
                  <a:off x="7573903" y="4323683"/>
                  <a:ext cx="50672" cy="51720"/>
                  <a:chOff x="7573903" y="4323683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23" name="Forme libre : forme 16722">
                    <a:extLst>
                      <a:ext uri="{FF2B5EF4-FFF2-40B4-BE49-F238E27FC236}">
                        <a16:creationId xmlns:a16="http://schemas.microsoft.com/office/drawing/2014/main" id="{DF00DEDC-F0B8-48A6-8FF6-143ABA7DB29C}"/>
                      </a:ext>
                    </a:extLst>
                  </p:cNvPr>
                  <p:cNvSpPr/>
                  <p:nvPr/>
                </p:nvSpPr>
                <p:spPr>
                  <a:xfrm>
                    <a:off x="7573903" y="4323683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7"/>
                          <a:pt x="14764" y="29527"/>
                        </a:cubicBezTo>
                        <a:cubicBezTo>
                          <a:pt x="6611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1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24" name="Forme libre : forme 16723">
                    <a:extLst>
                      <a:ext uri="{FF2B5EF4-FFF2-40B4-BE49-F238E27FC236}">
                        <a16:creationId xmlns:a16="http://schemas.microsoft.com/office/drawing/2014/main" id="{97080B92-6FA1-491D-889D-E13B704BECE1}"/>
                      </a:ext>
                    </a:extLst>
                  </p:cNvPr>
                  <p:cNvSpPr/>
                  <p:nvPr/>
                </p:nvSpPr>
                <p:spPr>
                  <a:xfrm>
                    <a:off x="7609717" y="4360545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702" name="Graphique 1">
                  <a:extLst>
                    <a:ext uri="{FF2B5EF4-FFF2-40B4-BE49-F238E27FC236}">
                      <a16:creationId xmlns:a16="http://schemas.microsoft.com/office/drawing/2014/main" id="{826A7DC4-F2C9-4096-BC9F-EC4161B37584}"/>
                    </a:ext>
                  </a:extLst>
                </p:cNvPr>
                <p:cNvGrpSpPr/>
                <p:nvPr/>
              </p:nvGrpSpPr>
              <p:grpSpPr>
                <a:xfrm>
                  <a:off x="7948140" y="4349019"/>
                  <a:ext cx="50768" cy="51720"/>
                  <a:chOff x="7948140" y="4349019"/>
                  <a:chExt cx="50768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21" name="Forme libre : forme 16720">
                    <a:extLst>
                      <a:ext uri="{FF2B5EF4-FFF2-40B4-BE49-F238E27FC236}">
                        <a16:creationId xmlns:a16="http://schemas.microsoft.com/office/drawing/2014/main" id="{B5A9564B-99BC-4C2C-ABA5-5A556BDB18E2}"/>
                      </a:ext>
                    </a:extLst>
                  </p:cNvPr>
                  <p:cNvSpPr/>
                  <p:nvPr/>
                </p:nvSpPr>
                <p:spPr>
                  <a:xfrm>
                    <a:off x="7948140" y="4349019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8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7" y="29528"/>
                          <a:pt x="14764" y="29528"/>
                        </a:cubicBezTo>
                        <a:cubicBezTo>
                          <a:pt x="6610" y="29528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22" name="Forme libre : forme 16721">
                    <a:extLst>
                      <a:ext uri="{FF2B5EF4-FFF2-40B4-BE49-F238E27FC236}">
                        <a16:creationId xmlns:a16="http://schemas.microsoft.com/office/drawing/2014/main" id="{9765B8A6-E064-4980-A9DC-6610B11089B1}"/>
                      </a:ext>
                    </a:extLst>
                  </p:cNvPr>
                  <p:cNvSpPr/>
                  <p:nvPr/>
                </p:nvSpPr>
                <p:spPr>
                  <a:xfrm>
                    <a:off x="7984049" y="4385881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703" name="Graphique 1">
                  <a:extLst>
                    <a:ext uri="{FF2B5EF4-FFF2-40B4-BE49-F238E27FC236}">
                      <a16:creationId xmlns:a16="http://schemas.microsoft.com/office/drawing/2014/main" id="{08415198-0D24-4838-90F3-EC861DF553BA}"/>
                    </a:ext>
                  </a:extLst>
                </p:cNvPr>
                <p:cNvGrpSpPr/>
                <p:nvPr/>
              </p:nvGrpSpPr>
              <p:grpSpPr>
                <a:xfrm>
                  <a:off x="7775071" y="4477797"/>
                  <a:ext cx="50672" cy="51720"/>
                  <a:chOff x="7775071" y="4477797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19" name="Forme libre : forme 16718">
                    <a:extLst>
                      <a:ext uri="{FF2B5EF4-FFF2-40B4-BE49-F238E27FC236}">
                        <a16:creationId xmlns:a16="http://schemas.microsoft.com/office/drawing/2014/main" id="{B4FA5513-BC8E-471A-A039-A48CB2DA7212}"/>
                      </a:ext>
                    </a:extLst>
                  </p:cNvPr>
                  <p:cNvSpPr/>
                  <p:nvPr/>
                </p:nvSpPr>
                <p:spPr>
                  <a:xfrm>
                    <a:off x="7775071" y="4477797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20" name="Forme libre : forme 16719">
                    <a:extLst>
                      <a:ext uri="{FF2B5EF4-FFF2-40B4-BE49-F238E27FC236}">
                        <a16:creationId xmlns:a16="http://schemas.microsoft.com/office/drawing/2014/main" id="{B271C853-1A31-4AB5-AB97-19C1929FBA3D}"/>
                      </a:ext>
                    </a:extLst>
                  </p:cNvPr>
                  <p:cNvSpPr/>
                  <p:nvPr/>
                </p:nvSpPr>
                <p:spPr>
                  <a:xfrm>
                    <a:off x="7810885" y="4514659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30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704" name="Graphique 1">
                  <a:extLst>
                    <a:ext uri="{FF2B5EF4-FFF2-40B4-BE49-F238E27FC236}">
                      <a16:creationId xmlns:a16="http://schemas.microsoft.com/office/drawing/2014/main" id="{49C10437-10E5-477F-B4AB-A3E5B68CA8AB}"/>
                    </a:ext>
                  </a:extLst>
                </p:cNvPr>
                <p:cNvGrpSpPr/>
                <p:nvPr/>
              </p:nvGrpSpPr>
              <p:grpSpPr>
                <a:xfrm>
                  <a:off x="7776595" y="4261866"/>
                  <a:ext cx="50768" cy="51815"/>
                  <a:chOff x="7776595" y="4261866"/>
                  <a:chExt cx="50768" cy="51815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17" name="Forme libre : forme 16716">
                    <a:extLst>
                      <a:ext uri="{FF2B5EF4-FFF2-40B4-BE49-F238E27FC236}">
                        <a16:creationId xmlns:a16="http://schemas.microsoft.com/office/drawing/2014/main" id="{C2E8F3F0-2681-48C1-86A7-39F7BA80A5B0}"/>
                      </a:ext>
                    </a:extLst>
                  </p:cNvPr>
                  <p:cNvSpPr/>
                  <p:nvPr/>
                </p:nvSpPr>
                <p:spPr>
                  <a:xfrm>
                    <a:off x="7776595" y="4261866"/>
                    <a:ext cx="29527" cy="29527"/>
                  </a:xfrm>
                  <a:custGeom>
                    <a:avLst/>
                    <a:gdLst>
                      <a:gd name="connsiteX0" fmla="*/ 29527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7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7" y="14764"/>
                        </a:moveTo>
                        <a:cubicBezTo>
                          <a:pt x="29527" y="22918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7" y="6610"/>
                          <a:pt x="29527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18" name="Forme libre : forme 16717">
                    <a:extLst>
                      <a:ext uri="{FF2B5EF4-FFF2-40B4-BE49-F238E27FC236}">
                        <a16:creationId xmlns:a16="http://schemas.microsoft.com/office/drawing/2014/main" id="{7A015329-EE46-4FBC-ABD5-0ED9F8C96A47}"/>
                      </a:ext>
                    </a:extLst>
                  </p:cNvPr>
                  <p:cNvSpPr/>
                  <p:nvPr/>
                </p:nvSpPr>
                <p:spPr>
                  <a:xfrm>
                    <a:off x="7812504" y="4298823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30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705" name="Graphique 1">
                  <a:extLst>
                    <a:ext uri="{FF2B5EF4-FFF2-40B4-BE49-F238E27FC236}">
                      <a16:creationId xmlns:a16="http://schemas.microsoft.com/office/drawing/2014/main" id="{6BC9C3E9-CE3B-45E1-A256-296CE1CBFFD3}"/>
                    </a:ext>
                  </a:extLst>
                </p:cNvPr>
                <p:cNvGrpSpPr/>
                <p:nvPr/>
              </p:nvGrpSpPr>
              <p:grpSpPr>
                <a:xfrm>
                  <a:off x="7990431" y="4049648"/>
                  <a:ext cx="50672" cy="51720"/>
                  <a:chOff x="7990431" y="4049648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15" name="Forme libre : forme 16714">
                    <a:extLst>
                      <a:ext uri="{FF2B5EF4-FFF2-40B4-BE49-F238E27FC236}">
                        <a16:creationId xmlns:a16="http://schemas.microsoft.com/office/drawing/2014/main" id="{3D5CFB71-9BC7-4EE6-8AE7-EF65B2AF145C}"/>
                      </a:ext>
                    </a:extLst>
                  </p:cNvPr>
                  <p:cNvSpPr/>
                  <p:nvPr/>
                </p:nvSpPr>
                <p:spPr>
                  <a:xfrm>
                    <a:off x="7990431" y="4049648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16" name="Forme libre : forme 16715">
                    <a:extLst>
                      <a:ext uri="{FF2B5EF4-FFF2-40B4-BE49-F238E27FC236}">
                        <a16:creationId xmlns:a16="http://schemas.microsoft.com/office/drawing/2014/main" id="{59A28277-D85E-442A-93D9-55BC6BD9DF1A}"/>
                      </a:ext>
                    </a:extLst>
                  </p:cNvPr>
                  <p:cNvSpPr/>
                  <p:nvPr/>
                </p:nvSpPr>
                <p:spPr>
                  <a:xfrm>
                    <a:off x="8026245" y="4086510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29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29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29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29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29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2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706" name="Graphique 1">
                  <a:extLst>
                    <a:ext uri="{FF2B5EF4-FFF2-40B4-BE49-F238E27FC236}">
                      <a16:creationId xmlns:a16="http://schemas.microsoft.com/office/drawing/2014/main" id="{93162DE9-0BD3-407E-B237-A71AE34FD1E9}"/>
                    </a:ext>
                  </a:extLst>
                </p:cNvPr>
                <p:cNvGrpSpPr/>
                <p:nvPr/>
              </p:nvGrpSpPr>
              <p:grpSpPr>
                <a:xfrm>
                  <a:off x="7784405" y="4059936"/>
                  <a:ext cx="50768" cy="51720"/>
                  <a:chOff x="7784405" y="4059936"/>
                  <a:chExt cx="50768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13" name="Forme libre : forme 16712">
                    <a:extLst>
                      <a:ext uri="{FF2B5EF4-FFF2-40B4-BE49-F238E27FC236}">
                        <a16:creationId xmlns:a16="http://schemas.microsoft.com/office/drawing/2014/main" id="{614D1A43-A9A2-4B1C-88C9-35C686B89DB1}"/>
                      </a:ext>
                    </a:extLst>
                  </p:cNvPr>
                  <p:cNvSpPr/>
                  <p:nvPr/>
                </p:nvSpPr>
                <p:spPr>
                  <a:xfrm>
                    <a:off x="7784405" y="4059936"/>
                    <a:ext cx="29527" cy="29527"/>
                  </a:xfrm>
                  <a:custGeom>
                    <a:avLst/>
                    <a:gdLst>
                      <a:gd name="connsiteX0" fmla="*/ 29527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7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7" y="14764"/>
                        </a:moveTo>
                        <a:cubicBezTo>
                          <a:pt x="29527" y="22918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7" y="6610"/>
                          <a:pt x="29527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14" name="Forme libre : forme 16713">
                    <a:extLst>
                      <a:ext uri="{FF2B5EF4-FFF2-40B4-BE49-F238E27FC236}">
                        <a16:creationId xmlns:a16="http://schemas.microsoft.com/office/drawing/2014/main" id="{8F6A33A5-5F21-40B5-A9FC-26D667277A54}"/>
                      </a:ext>
                    </a:extLst>
                  </p:cNvPr>
                  <p:cNvSpPr/>
                  <p:nvPr/>
                </p:nvSpPr>
                <p:spPr>
                  <a:xfrm>
                    <a:off x="7820315" y="4096797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30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707" name="Graphique 1">
                  <a:extLst>
                    <a:ext uri="{FF2B5EF4-FFF2-40B4-BE49-F238E27FC236}">
                      <a16:creationId xmlns:a16="http://schemas.microsoft.com/office/drawing/2014/main" id="{4609C19E-E245-4D0F-A739-0576D58902EE}"/>
                    </a:ext>
                  </a:extLst>
                </p:cNvPr>
                <p:cNvGrpSpPr/>
                <p:nvPr/>
              </p:nvGrpSpPr>
              <p:grpSpPr>
                <a:xfrm>
                  <a:off x="8096540" y="3804189"/>
                  <a:ext cx="50672" cy="51720"/>
                  <a:chOff x="8096540" y="3804189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11" name="Forme libre : forme 16710">
                    <a:extLst>
                      <a:ext uri="{FF2B5EF4-FFF2-40B4-BE49-F238E27FC236}">
                        <a16:creationId xmlns:a16="http://schemas.microsoft.com/office/drawing/2014/main" id="{DAC526ED-082D-42C5-9341-2F27F45B435B}"/>
                      </a:ext>
                    </a:extLst>
                  </p:cNvPr>
                  <p:cNvSpPr/>
                  <p:nvPr/>
                </p:nvSpPr>
                <p:spPr>
                  <a:xfrm>
                    <a:off x="8096540" y="3804189"/>
                    <a:ext cx="29527" cy="29527"/>
                  </a:xfrm>
                  <a:custGeom>
                    <a:avLst/>
                    <a:gdLst>
                      <a:gd name="connsiteX0" fmla="*/ 29528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8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8" y="14764"/>
                        </a:moveTo>
                        <a:cubicBezTo>
                          <a:pt x="29528" y="22918"/>
                          <a:pt x="22918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8" y="0"/>
                          <a:pt x="29528" y="6610"/>
                          <a:pt x="29528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12" name="Forme libre : forme 16711">
                    <a:extLst>
                      <a:ext uri="{FF2B5EF4-FFF2-40B4-BE49-F238E27FC236}">
                        <a16:creationId xmlns:a16="http://schemas.microsoft.com/office/drawing/2014/main" id="{8C85EBD9-8C7A-413C-BBD0-FEAD8ACCFF59}"/>
                      </a:ext>
                    </a:extLst>
                  </p:cNvPr>
                  <p:cNvSpPr/>
                  <p:nvPr/>
                </p:nvSpPr>
                <p:spPr>
                  <a:xfrm>
                    <a:off x="8132354" y="3841051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-1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2" y="14859"/>
                          <a:pt x="7429" y="14859"/>
                        </a:cubicBezTo>
                        <a:cubicBezTo>
                          <a:pt x="3326" y="14859"/>
                          <a:pt x="-1" y="11533"/>
                          <a:pt x="-1" y="7430"/>
                        </a:cubicBezTo>
                        <a:cubicBezTo>
                          <a:pt x="-1" y="3326"/>
                          <a:pt x="3326" y="0"/>
                          <a:pt x="7429" y="0"/>
                        </a:cubicBezTo>
                        <a:cubicBezTo>
                          <a:pt x="11532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6708" name="Graphique 1">
                  <a:extLst>
                    <a:ext uri="{FF2B5EF4-FFF2-40B4-BE49-F238E27FC236}">
                      <a16:creationId xmlns:a16="http://schemas.microsoft.com/office/drawing/2014/main" id="{2FB2EFEF-4A51-439D-A610-359E14B6013C}"/>
                    </a:ext>
                  </a:extLst>
                </p:cNvPr>
                <p:cNvGrpSpPr/>
                <p:nvPr/>
              </p:nvGrpSpPr>
              <p:grpSpPr>
                <a:xfrm>
                  <a:off x="7450364" y="4713255"/>
                  <a:ext cx="50672" cy="51720"/>
                  <a:chOff x="7450364" y="4713255"/>
                  <a:chExt cx="50672" cy="51720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6709" name="Forme libre : forme 16708">
                    <a:extLst>
                      <a:ext uri="{FF2B5EF4-FFF2-40B4-BE49-F238E27FC236}">
                        <a16:creationId xmlns:a16="http://schemas.microsoft.com/office/drawing/2014/main" id="{CD8839EB-84C4-4500-AD2F-CC9DC0798931}"/>
                      </a:ext>
                    </a:extLst>
                  </p:cNvPr>
                  <p:cNvSpPr/>
                  <p:nvPr/>
                </p:nvSpPr>
                <p:spPr>
                  <a:xfrm>
                    <a:off x="7450364" y="4713255"/>
                    <a:ext cx="29527" cy="29527"/>
                  </a:xfrm>
                  <a:custGeom>
                    <a:avLst/>
                    <a:gdLst>
                      <a:gd name="connsiteX0" fmla="*/ 29527 w 29527"/>
                      <a:gd name="connsiteY0" fmla="*/ 14764 h 29527"/>
                      <a:gd name="connsiteX1" fmla="*/ 14764 w 29527"/>
                      <a:gd name="connsiteY1" fmla="*/ 29527 h 29527"/>
                      <a:gd name="connsiteX2" fmla="*/ 0 w 29527"/>
                      <a:gd name="connsiteY2" fmla="*/ 14764 h 29527"/>
                      <a:gd name="connsiteX3" fmla="*/ 14764 w 29527"/>
                      <a:gd name="connsiteY3" fmla="*/ 0 h 29527"/>
                      <a:gd name="connsiteX4" fmla="*/ 29527 w 29527"/>
                      <a:gd name="connsiteY4" fmla="*/ 14764 h 29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7" h="29527">
                        <a:moveTo>
                          <a:pt x="29527" y="14764"/>
                        </a:moveTo>
                        <a:cubicBezTo>
                          <a:pt x="29527" y="22918"/>
                          <a:pt x="22917" y="29527"/>
                          <a:pt x="14764" y="29527"/>
                        </a:cubicBezTo>
                        <a:cubicBezTo>
                          <a:pt x="6610" y="29527"/>
                          <a:pt x="0" y="22917"/>
                          <a:pt x="0" y="14764"/>
                        </a:cubicBezTo>
                        <a:cubicBezTo>
                          <a:pt x="0" y="6610"/>
                          <a:pt x="6610" y="0"/>
                          <a:pt x="14764" y="0"/>
                        </a:cubicBezTo>
                        <a:cubicBezTo>
                          <a:pt x="22917" y="0"/>
                          <a:pt x="29527" y="6610"/>
                          <a:pt x="29527" y="1476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710" name="Forme libre : forme 16709">
                    <a:extLst>
                      <a:ext uri="{FF2B5EF4-FFF2-40B4-BE49-F238E27FC236}">
                        <a16:creationId xmlns:a16="http://schemas.microsoft.com/office/drawing/2014/main" id="{46E28B8E-021A-4526-A5CA-95A267632EAA}"/>
                      </a:ext>
                    </a:extLst>
                  </p:cNvPr>
                  <p:cNvSpPr/>
                  <p:nvPr/>
                </p:nvSpPr>
                <p:spPr>
                  <a:xfrm>
                    <a:off x="7486178" y="4750117"/>
                    <a:ext cx="14858" cy="14858"/>
                  </a:xfrm>
                  <a:custGeom>
                    <a:avLst/>
                    <a:gdLst>
                      <a:gd name="connsiteX0" fmla="*/ 14859 w 14858"/>
                      <a:gd name="connsiteY0" fmla="*/ 7430 h 14858"/>
                      <a:gd name="connsiteX1" fmla="*/ 7429 w 14858"/>
                      <a:gd name="connsiteY1" fmla="*/ 14859 h 14858"/>
                      <a:gd name="connsiteX2" fmla="*/ 0 w 14858"/>
                      <a:gd name="connsiteY2" fmla="*/ 7430 h 14858"/>
                      <a:gd name="connsiteX3" fmla="*/ 7429 w 14858"/>
                      <a:gd name="connsiteY3" fmla="*/ 0 h 14858"/>
                      <a:gd name="connsiteX4" fmla="*/ 14859 w 14858"/>
                      <a:gd name="connsiteY4" fmla="*/ 7430 h 14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" h="14858">
                        <a:moveTo>
                          <a:pt x="14859" y="7430"/>
                        </a:moveTo>
                        <a:cubicBezTo>
                          <a:pt x="14859" y="11533"/>
                          <a:pt x="11533" y="14859"/>
                          <a:pt x="7429" y="14859"/>
                        </a:cubicBezTo>
                        <a:cubicBezTo>
                          <a:pt x="3326" y="14859"/>
                          <a:pt x="0" y="11533"/>
                          <a:pt x="0" y="7430"/>
                        </a:cubicBezTo>
                        <a:cubicBezTo>
                          <a:pt x="0" y="3326"/>
                          <a:pt x="3326" y="0"/>
                          <a:pt x="7429" y="0"/>
                        </a:cubicBezTo>
                        <a:cubicBezTo>
                          <a:pt x="11533" y="0"/>
                          <a:pt x="14859" y="3326"/>
                          <a:pt x="14859" y="74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6351" name="Forme libre : forme 16350">
                <a:extLst>
                  <a:ext uri="{FF2B5EF4-FFF2-40B4-BE49-F238E27FC236}">
                    <a16:creationId xmlns:a16="http://schemas.microsoft.com/office/drawing/2014/main" id="{27D96B4E-94A8-4290-A079-148BD9C4346D}"/>
                  </a:ext>
                </a:extLst>
              </p:cNvPr>
              <p:cNvSpPr/>
              <p:nvPr/>
            </p:nvSpPr>
            <p:spPr>
              <a:xfrm>
                <a:off x="6557776" y="5309806"/>
                <a:ext cx="7239" cy="528446"/>
              </a:xfrm>
              <a:custGeom>
                <a:avLst/>
                <a:gdLst>
                  <a:gd name="connsiteX0" fmla="*/ 3620 w 7239"/>
                  <a:gd name="connsiteY0" fmla="*/ 0 h 528446"/>
                  <a:gd name="connsiteX1" fmla="*/ 6382 w 7239"/>
                  <a:gd name="connsiteY1" fmla="*/ 132112 h 528446"/>
                  <a:gd name="connsiteX2" fmla="*/ 7239 w 7239"/>
                  <a:gd name="connsiteY2" fmla="*/ 264223 h 528446"/>
                  <a:gd name="connsiteX3" fmla="*/ 6382 w 7239"/>
                  <a:gd name="connsiteY3" fmla="*/ 396335 h 528446"/>
                  <a:gd name="connsiteX4" fmla="*/ 3620 w 7239"/>
                  <a:gd name="connsiteY4" fmla="*/ 528447 h 528446"/>
                  <a:gd name="connsiteX5" fmla="*/ 858 w 7239"/>
                  <a:gd name="connsiteY5" fmla="*/ 396335 h 528446"/>
                  <a:gd name="connsiteX6" fmla="*/ 0 w 7239"/>
                  <a:gd name="connsiteY6" fmla="*/ 264223 h 528446"/>
                  <a:gd name="connsiteX7" fmla="*/ 858 w 7239"/>
                  <a:gd name="connsiteY7" fmla="*/ 132112 h 528446"/>
                  <a:gd name="connsiteX8" fmla="*/ 3620 w 7239"/>
                  <a:gd name="connsiteY8" fmla="*/ 0 h 528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39" h="528446">
                    <a:moveTo>
                      <a:pt x="3620" y="0"/>
                    </a:moveTo>
                    <a:cubicBezTo>
                      <a:pt x="5049" y="44005"/>
                      <a:pt x="5810" y="88106"/>
                      <a:pt x="6382" y="132112"/>
                    </a:cubicBezTo>
                    <a:lnTo>
                      <a:pt x="7239" y="264223"/>
                    </a:lnTo>
                    <a:lnTo>
                      <a:pt x="6382" y="396335"/>
                    </a:lnTo>
                    <a:cubicBezTo>
                      <a:pt x="5810" y="440341"/>
                      <a:pt x="5143" y="484441"/>
                      <a:pt x="3620" y="528447"/>
                    </a:cubicBezTo>
                    <a:cubicBezTo>
                      <a:pt x="2096" y="484441"/>
                      <a:pt x="1429" y="440341"/>
                      <a:pt x="858" y="396335"/>
                    </a:cubicBezTo>
                    <a:lnTo>
                      <a:pt x="0" y="264223"/>
                    </a:lnTo>
                    <a:lnTo>
                      <a:pt x="858" y="132112"/>
                    </a:lnTo>
                    <a:cubicBezTo>
                      <a:pt x="1429" y="88106"/>
                      <a:pt x="2096" y="44101"/>
                      <a:pt x="36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9062" name="Graphique 1">
              <a:extLst>
                <a:ext uri="{FF2B5EF4-FFF2-40B4-BE49-F238E27FC236}">
                  <a16:creationId xmlns:a16="http://schemas.microsoft.com/office/drawing/2014/main" id="{1F7EA484-48DF-4F9A-9AB7-A23024E2488B}"/>
                </a:ext>
              </a:extLst>
            </p:cNvPr>
            <p:cNvGrpSpPr/>
            <p:nvPr/>
          </p:nvGrpSpPr>
          <p:grpSpPr>
            <a:xfrm>
              <a:off x="282611" y="1919290"/>
              <a:ext cx="7885080" cy="3397850"/>
              <a:chOff x="282611" y="1919290"/>
              <a:chExt cx="7885080" cy="3397850"/>
            </a:xfrm>
            <a:solidFill>
              <a:schemeClr val="accent1"/>
            </a:solidFill>
          </p:grpSpPr>
          <p:sp>
            <p:nvSpPr>
              <p:cNvPr id="16336" name="Forme libre : forme 16335">
                <a:extLst>
                  <a:ext uri="{FF2B5EF4-FFF2-40B4-BE49-F238E27FC236}">
                    <a16:creationId xmlns:a16="http://schemas.microsoft.com/office/drawing/2014/main" id="{53986E2F-AABD-4445-AE16-6A278E9B631D}"/>
                  </a:ext>
                </a:extLst>
              </p:cNvPr>
              <p:cNvSpPr/>
              <p:nvPr/>
            </p:nvSpPr>
            <p:spPr>
              <a:xfrm>
                <a:off x="6561014" y="1919290"/>
                <a:ext cx="1606676" cy="3317745"/>
              </a:xfrm>
              <a:custGeom>
                <a:avLst/>
                <a:gdLst>
                  <a:gd name="connsiteX0" fmla="*/ 0 w 1606676"/>
                  <a:gd name="connsiteY0" fmla="*/ 896014 h 3317745"/>
                  <a:gd name="connsiteX1" fmla="*/ 291179 w 1606676"/>
                  <a:gd name="connsiteY1" fmla="*/ 1183288 h 3317745"/>
                  <a:gd name="connsiteX2" fmla="*/ 530352 w 1606676"/>
                  <a:gd name="connsiteY2" fmla="*/ 685988 h 3317745"/>
                  <a:gd name="connsiteX3" fmla="*/ 644366 w 1606676"/>
                  <a:gd name="connsiteY3" fmla="*/ 408810 h 3317745"/>
                  <a:gd name="connsiteX4" fmla="*/ 820198 w 1606676"/>
                  <a:gd name="connsiteY4" fmla="*/ 565592 h 3317745"/>
                  <a:gd name="connsiteX5" fmla="*/ 1026128 w 1606676"/>
                  <a:gd name="connsiteY5" fmla="*/ 600453 h 3317745"/>
                  <a:gd name="connsiteX6" fmla="*/ 1146524 w 1606676"/>
                  <a:gd name="connsiteY6" fmla="*/ 82579 h 3317745"/>
                  <a:gd name="connsiteX7" fmla="*/ 1333405 w 1606676"/>
                  <a:gd name="connsiteY7" fmla="*/ 79436 h 3317745"/>
                  <a:gd name="connsiteX8" fmla="*/ 1475898 w 1606676"/>
                  <a:gd name="connsiteY8" fmla="*/ 248886 h 3317745"/>
                  <a:gd name="connsiteX9" fmla="*/ 1604200 w 1606676"/>
                  <a:gd name="connsiteY9" fmla="*/ 283 h 3317745"/>
                  <a:gd name="connsiteX10" fmla="*/ 1604200 w 1606676"/>
                  <a:gd name="connsiteY10" fmla="*/ 10379 h 3317745"/>
                  <a:gd name="connsiteX11" fmla="*/ 1606677 w 1606676"/>
                  <a:gd name="connsiteY11" fmla="*/ 1859658 h 3317745"/>
                  <a:gd name="connsiteX12" fmla="*/ 1553527 w 1606676"/>
                  <a:gd name="connsiteY12" fmla="*/ 1842704 h 3317745"/>
                  <a:gd name="connsiteX13" fmla="*/ 1471327 w 1606676"/>
                  <a:gd name="connsiteY13" fmla="*/ 1893663 h 3317745"/>
                  <a:gd name="connsiteX14" fmla="*/ 1445800 w 1606676"/>
                  <a:gd name="connsiteY14" fmla="*/ 1890234 h 3317745"/>
                  <a:gd name="connsiteX15" fmla="*/ 1347597 w 1606676"/>
                  <a:gd name="connsiteY15" fmla="*/ 1988436 h 3317745"/>
                  <a:gd name="connsiteX16" fmla="*/ 1347692 w 1606676"/>
                  <a:gd name="connsiteY16" fmla="*/ 1991103 h 3317745"/>
                  <a:gd name="connsiteX17" fmla="*/ 1249585 w 1606676"/>
                  <a:gd name="connsiteY17" fmla="*/ 2098641 h 3317745"/>
                  <a:gd name="connsiteX18" fmla="*/ 1190720 w 1606676"/>
                  <a:gd name="connsiteY18" fmla="*/ 2167411 h 3317745"/>
                  <a:gd name="connsiteX19" fmla="*/ 1193292 w 1606676"/>
                  <a:gd name="connsiteY19" fmla="*/ 2185985 h 3317745"/>
                  <a:gd name="connsiteX20" fmla="*/ 1125283 w 1606676"/>
                  <a:gd name="connsiteY20" fmla="*/ 2240849 h 3317745"/>
                  <a:gd name="connsiteX21" fmla="*/ 1079087 w 1606676"/>
                  <a:gd name="connsiteY21" fmla="*/ 2233991 h 3317745"/>
                  <a:gd name="connsiteX22" fmla="*/ 919924 w 1606676"/>
                  <a:gd name="connsiteY22" fmla="*/ 2393154 h 3317745"/>
                  <a:gd name="connsiteX23" fmla="*/ 922782 w 1606676"/>
                  <a:gd name="connsiteY23" fmla="*/ 2422967 h 3317745"/>
                  <a:gd name="connsiteX24" fmla="*/ 896112 w 1606676"/>
                  <a:gd name="connsiteY24" fmla="*/ 2419347 h 3317745"/>
                  <a:gd name="connsiteX25" fmla="*/ 794766 w 1606676"/>
                  <a:gd name="connsiteY25" fmla="*/ 2520694 h 3317745"/>
                  <a:gd name="connsiteX26" fmla="*/ 805339 w 1606676"/>
                  <a:gd name="connsiteY26" fmla="*/ 2565556 h 3317745"/>
                  <a:gd name="connsiteX27" fmla="*/ 779240 w 1606676"/>
                  <a:gd name="connsiteY27" fmla="*/ 2610324 h 3317745"/>
                  <a:gd name="connsiteX28" fmla="*/ 745712 w 1606676"/>
                  <a:gd name="connsiteY28" fmla="*/ 2606228 h 3317745"/>
                  <a:gd name="connsiteX29" fmla="*/ 601599 w 1606676"/>
                  <a:gd name="connsiteY29" fmla="*/ 2750341 h 3317745"/>
                  <a:gd name="connsiteX30" fmla="*/ 601980 w 1606676"/>
                  <a:gd name="connsiteY30" fmla="*/ 2757485 h 3317745"/>
                  <a:gd name="connsiteX31" fmla="*/ 554927 w 1606676"/>
                  <a:gd name="connsiteY31" fmla="*/ 2742436 h 3317745"/>
                  <a:gd name="connsiteX32" fmla="*/ 473773 w 1606676"/>
                  <a:gd name="connsiteY32" fmla="*/ 2816159 h 3317745"/>
                  <a:gd name="connsiteX33" fmla="*/ 440912 w 1606676"/>
                  <a:gd name="connsiteY33" fmla="*/ 2812158 h 3317745"/>
                  <a:gd name="connsiteX34" fmla="*/ 300799 w 1606676"/>
                  <a:gd name="connsiteY34" fmla="*/ 2952271 h 3317745"/>
                  <a:gd name="connsiteX35" fmla="*/ 323564 w 1606676"/>
                  <a:gd name="connsiteY35" fmla="*/ 3028661 h 3317745"/>
                  <a:gd name="connsiteX36" fmla="*/ 265176 w 1606676"/>
                  <a:gd name="connsiteY36" fmla="*/ 3013231 h 3317745"/>
                  <a:gd name="connsiteX37" fmla="*/ 151923 w 1606676"/>
                  <a:gd name="connsiteY37" fmla="*/ 3120102 h 3317745"/>
                  <a:gd name="connsiteX38" fmla="*/ 157067 w 1606676"/>
                  <a:gd name="connsiteY38" fmla="*/ 3152106 h 3317745"/>
                  <a:gd name="connsiteX39" fmla="*/ 140017 w 1606676"/>
                  <a:gd name="connsiteY39" fmla="*/ 3150963 h 3317745"/>
                  <a:gd name="connsiteX40" fmla="*/ 381 w 1606676"/>
                  <a:gd name="connsiteY40" fmla="*/ 3317745 h 3317745"/>
                  <a:gd name="connsiteX41" fmla="*/ 381 w 1606676"/>
                  <a:gd name="connsiteY41" fmla="*/ 920970 h 3317745"/>
                  <a:gd name="connsiteX42" fmla="*/ 0 w 1606676"/>
                  <a:gd name="connsiteY42" fmla="*/ 896014 h 3317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06676" h="3317745">
                    <a:moveTo>
                      <a:pt x="0" y="896014"/>
                    </a:moveTo>
                    <a:cubicBezTo>
                      <a:pt x="122491" y="930876"/>
                      <a:pt x="156020" y="1169953"/>
                      <a:pt x="291179" y="1183288"/>
                    </a:cubicBezTo>
                    <a:cubicBezTo>
                      <a:pt x="435292" y="1197576"/>
                      <a:pt x="527113" y="814289"/>
                      <a:pt x="530352" y="685988"/>
                    </a:cubicBezTo>
                    <a:cubicBezTo>
                      <a:pt x="533495" y="557686"/>
                      <a:pt x="557308" y="426241"/>
                      <a:pt x="644366" y="408810"/>
                    </a:cubicBezTo>
                    <a:cubicBezTo>
                      <a:pt x="731425" y="391380"/>
                      <a:pt x="788479" y="449958"/>
                      <a:pt x="820198" y="565592"/>
                    </a:cubicBezTo>
                    <a:cubicBezTo>
                      <a:pt x="851916" y="681225"/>
                      <a:pt x="994410" y="752472"/>
                      <a:pt x="1026128" y="600453"/>
                    </a:cubicBezTo>
                    <a:cubicBezTo>
                      <a:pt x="1057847" y="448434"/>
                      <a:pt x="1072039" y="182306"/>
                      <a:pt x="1146524" y="82579"/>
                    </a:cubicBezTo>
                    <a:cubicBezTo>
                      <a:pt x="1220914" y="-17243"/>
                      <a:pt x="1304925" y="-36198"/>
                      <a:pt x="1333405" y="79436"/>
                    </a:cubicBezTo>
                    <a:cubicBezTo>
                      <a:pt x="1361884" y="195069"/>
                      <a:pt x="1401508" y="320133"/>
                      <a:pt x="1475898" y="248886"/>
                    </a:cubicBezTo>
                    <a:cubicBezTo>
                      <a:pt x="1550289" y="177638"/>
                      <a:pt x="1604200" y="283"/>
                      <a:pt x="1604200" y="283"/>
                    </a:cubicBezTo>
                    <a:lnTo>
                      <a:pt x="1604200" y="10379"/>
                    </a:lnTo>
                    <a:lnTo>
                      <a:pt x="1606677" y="1859658"/>
                    </a:lnTo>
                    <a:cubicBezTo>
                      <a:pt x="1591723" y="1848990"/>
                      <a:pt x="1573339" y="1842704"/>
                      <a:pt x="1553527" y="1842704"/>
                    </a:cubicBezTo>
                    <a:cubicBezTo>
                      <a:pt x="1517523" y="1842704"/>
                      <a:pt x="1486376" y="1863468"/>
                      <a:pt x="1471327" y="1893663"/>
                    </a:cubicBezTo>
                    <a:cubicBezTo>
                      <a:pt x="1463135" y="1891472"/>
                      <a:pt x="1454658" y="1890234"/>
                      <a:pt x="1445800" y="1890234"/>
                    </a:cubicBezTo>
                    <a:cubicBezTo>
                      <a:pt x="1391602" y="1890234"/>
                      <a:pt x="1347597" y="1934239"/>
                      <a:pt x="1347597" y="1988436"/>
                    </a:cubicBezTo>
                    <a:cubicBezTo>
                      <a:pt x="1347597" y="1989294"/>
                      <a:pt x="1347692" y="1990246"/>
                      <a:pt x="1347692" y="1991103"/>
                    </a:cubicBezTo>
                    <a:cubicBezTo>
                      <a:pt x="1293686" y="1998247"/>
                      <a:pt x="1251871" y="2043300"/>
                      <a:pt x="1249585" y="2098641"/>
                    </a:cubicBezTo>
                    <a:cubicBezTo>
                      <a:pt x="1216247" y="2103879"/>
                      <a:pt x="1190720" y="2132645"/>
                      <a:pt x="1190720" y="2167411"/>
                    </a:cubicBezTo>
                    <a:cubicBezTo>
                      <a:pt x="1190720" y="2173793"/>
                      <a:pt x="1191673" y="2180079"/>
                      <a:pt x="1193292" y="2185985"/>
                    </a:cubicBezTo>
                    <a:cubicBezTo>
                      <a:pt x="1162050" y="2190747"/>
                      <a:pt x="1136332" y="2212083"/>
                      <a:pt x="1125283" y="2240849"/>
                    </a:cubicBezTo>
                    <a:cubicBezTo>
                      <a:pt x="1110615" y="2236372"/>
                      <a:pt x="1095184" y="2233991"/>
                      <a:pt x="1079087" y="2233991"/>
                    </a:cubicBezTo>
                    <a:cubicBezTo>
                      <a:pt x="991172" y="2233991"/>
                      <a:pt x="919924" y="2305238"/>
                      <a:pt x="919924" y="2393154"/>
                    </a:cubicBezTo>
                    <a:cubicBezTo>
                      <a:pt x="919924" y="2403345"/>
                      <a:pt x="920972" y="2413251"/>
                      <a:pt x="922782" y="2422967"/>
                    </a:cubicBezTo>
                    <a:cubicBezTo>
                      <a:pt x="914305" y="2420681"/>
                      <a:pt x="905351" y="2419347"/>
                      <a:pt x="896112" y="2419347"/>
                    </a:cubicBezTo>
                    <a:cubicBezTo>
                      <a:pt x="840105" y="2419347"/>
                      <a:pt x="794766" y="2464686"/>
                      <a:pt x="794766" y="2520694"/>
                    </a:cubicBezTo>
                    <a:cubicBezTo>
                      <a:pt x="794766" y="2536791"/>
                      <a:pt x="798671" y="2552031"/>
                      <a:pt x="805339" y="2565556"/>
                    </a:cubicBezTo>
                    <a:cubicBezTo>
                      <a:pt x="790956" y="2575748"/>
                      <a:pt x="781050" y="2591845"/>
                      <a:pt x="779240" y="2610324"/>
                    </a:cubicBezTo>
                    <a:cubicBezTo>
                      <a:pt x="768477" y="2607752"/>
                      <a:pt x="757238" y="2606228"/>
                      <a:pt x="745712" y="2606228"/>
                    </a:cubicBezTo>
                    <a:cubicBezTo>
                      <a:pt x="666083" y="2606228"/>
                      <a:pt x="601599" y="2670712"/>
                      <a:pt x="601599" y="2750341"/>
                    </a:cubicBezTo>
                    <a:cubicBezTo>
                      <a:pt x="601599" y="2752722"/>
                      <a:pt x="601885" y="2755104"/>
                      <a:pt x="601980" y="2757485"/>
                    </a:cubicBezTo>
                    <a:cubicBezTo>
                      <a:pt x="588645" y="2748055"/>
                      <a:pt x="572452" y="2742436"/>
                      <a:pt x="554927" y="2742436"/>
                    </a:cubicBezTo>
                    <a:cubicBezTo>
                      <a:pt x="512540" y="2742436"/>
                      <a:pt x="477678" y="2774820"/>
                      <a:pt x="473773" y="2816159"/>
                    </a:cubicBezTo>
                    <a:cubicBezTo>
                      <a:pt x="463201" y="2813587"/>
                      <a:pt x="452247" y="2812158"/>
                      <a:pt x="440912" y="2812158"/>
                    </a:cubicBezTo>
                    <a:cubicBezTo>
                      <a:pt x="363474" y="2812158"/>
                      <a:pt x="300799" y="2874928"/>
                      <a:pt x="300799" y="2952271"/>
                    </a:cubicBezTo>
                    <a:cubicBezTo>
                      <a:pt x="300799" y="2980465"/>
                      <a:pt x="309181" y="3006659"/>
                      <a:pt x="323564" y="3028661"/>
                    </a:cubicBezTo>
                    <a:cubicBezTo>
                      <a:pt x="306514" y="3018946"/>
                      <a:pt x="286607" y="3013231"/>
                      <a:pt x="265176" y="3013231"/>
                    </a:cubicBezTo>
                    <a:cubicBezTo>
                      <a:pt x="202596" y="3013231"/>
                      <a:pt x="151923" y="3061047"/>
                      <a:pt x="151923" y="3120102"/>
                    </a:cubicBezTo>
                    <a:cubicBezTo>
                      <a:pt x="151923" y="3131246"/>
                      <a:pt x="153733" y="3142009"/>
                      <a:pt x="157067" y="3152106"/>
                    </a:cubicBezTo>
                    <a:cubicBezTo>
                      <a:pt x="151447" y="3151439"/>
                      <a:pt x="145828" y="3150963"/>
                      <a:pt x="140017" y="3150963"/>
                    </a:cubicBezTo>
                    <a:cubicBezTo>
                      <a:pt x="57340" y="3150963"/>
                      <a:pt x="381" y="3226782"/>
                      <a:pt x="381" y="3317745"/>
                    </a:cubicBezTo>
                    <a:lnTo>
                      <a:pt x="381" y="920970"/>
                    </a:lnTo>
                    <a:lnTo>
                      <a:pt x="0" y="896014"/>
                    </a:lnTo>
                    <a:close/>
                  </a:path>
                </a:pathLst>
              </a:custGeom>
              <a:solidFill>
                <a:srgbClr val="7DCAE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6337" name="Forme libre : forme 16336">
                <a:extLst>
                  <a:ext uri="{FF2B5EF4-FFF2-40B4-BE49-F238E27FC236}">
                    <a16:creationId xmlns:a16="http://schemas.microsoft.com/office/drawing/2014/main" id="{569EEE7C-FB9E-487E-9BCD-836AD368D028}"/>
                  </a:ext>
                </a:extLst>
              </p:cNvPr>
              <p:cNvSpPr/>
              <p:nvPr/>
            </p:nvSpPr>
            <p:spPr>
              <a:xfrm>
                <a:off x="282801" y="2810850"/>
                <a:ext cx="6278689" cy="2506289"/>
              </a:xfrm>
              <a:custGeom>
                <a:avLst/>
                <a:gdLst>
                  <a:gd name="connsiteX0" fmla="*/ 6252687 w 6278689"/>
                  <a:gd name="connsiteY0" fmla="*/ 358 h 2506289"/>
                  <a:gd name="connsiteX1" fmla="*/ 5875782 w 6278689"/>
                  <a:gd name="connsiteY1" fmla="*/ 342400 h 2506289"/>
                  <a:gd name="connsiteX2" fmla="*/ 5329428 w 6278689"/>
                  <a:gd name="connsiteY2" fmla="*/ 370880 h 2506289"/>
                  <a:gd name="connsiteX3" fmla="*/ 4985766 w 6278689"/>
                  <a:gd name="connsiteY3" fmla="*/ 16169 h 2506289"/>
                  <a:gd name="connsiteX4" fmla="*/ 4612006 w 6278689"/>
                  <a:gd name="connsiteY4" fmla="*/ 358212 h 2506289"/>
                  <a:gd name="connsiteX5" fmla="*/ 4160615 w 6278689"/>
                  <a:gd name="connsiteY5" fmla="*/ 416791 h 2506289"/>
                  <a:gd name="connsiteX6" fmla="*/ 3851815 w 6278689"/>
                  <a:gd name="connsiteY6" fmla="*/ 146566 h 2506289"/>
                  <a:gd name="connsiteX7" fmla="*/ 3437954 w 6278689"/>
                  <a:gd name="connsiteY7" fmla="*/ 310778 h 2506289"/>
                  <a:gd name="connsiteX8" fmla="*/ 3438144 w 6278689"/>
                  <a:gd name="connsiteY8" fmla="*/ 310778 h 2506289"/>
                  <a:gd name="connsiteX9" fmla="*/ 3189351 w 6278689"/>
                  <a:gd name="connsiteY9" fmla="*/ 466416 h 2506289"/>
                  <a:gd name="connsiteX10" fmla="*/ 2612898 w 6278689"/>
                  <a:gd name="connsiteY10" fmla="*/ 44078 h 2506289"/>
                  <a:gd name="connsiteX11" fmla="*/ 2131409 w 6278689"/>
                  <a:gd name="connsiteY11" fmla="*/ 384025 h 2506289"/>
                  <a:gd name="connsiteX12" fmla="*/ 1546479 w 6278689"/>
                  <a:gd name="connsiteY12" fmla="*/ 65128 h 2506289"/>
                  <a:gd name="connsiteX13" fmla="*/ 993267 w 6278689"/>
                  <a:gd name="connsiteY13" fmla="*/ 457939 h 2506289"/>
                  <a:gd name="connsiteX14" fmla="*/ 406241 w 6278689"/>
                  <a:gd name="connsiteY14" fmla="*/ 44078 h 2506289"/>
                  <a:gd name="connsiteX15" fmla="*/ 4191 w 6278689"/>
                  <a:gd name="connsiteY15" fmla="*/ 350306 h 2506289"/>
                  <a:gd name="connsiteX16" fmla="*/ 0 w 6278689"/>
                  <a:gd name="connsiteY16" fmla="*/ 2506290 h 2506289"/>
                  <a:gd name="connsiteX17" fmla="*/ 147638 w 6278689"/>
                  <a:gd name="connsiteY17" fmla="*/ 2363796 h 2506289"/>
                  <a:gd name="connsiteX18" fmla="*/ 281369 w 6278689"/>
                  <a:gd name="connsiteY18" fmla="*/ 2457427 h 2506289"/>
                  <a:gd name="connsiteX19" fmla="*/ 368332 w 6278689"/>
                  <a:gd name="connsiteY19" fmla="*/ 2414469 h 2506289"/>
                  <a:gd name="connsiteX20" fmla="*/ 461772 w 6278689"/>
                  <a:gd name="connsiteY20" fmla="*/ 2466761 h 2506289"/>
                  <a:gd name="connsiteX21" fmla="*/ 603790 w 6278689"/>
                  <a:gd name="connsiteY21" fmla="*/ 2334173 h 2506289"/>
                  <a:gd name="connsiteX22" fmla="*/ 745998 w 6278689"/>
                  <a:gd name="connsiteY22" fmla="*/ 2471143 h 2506289"/>
                  <a:gd name="connsiteX23" fmla="*/ 850773 w 6278689"/>
                  <a:gd name="connsiteY23" fmla="*/ 2424947 h 2506289"/>
                  <a:gd name="connsiteX24" fmla="*/ 976408 w 6278689"/>
                  <a:gd name="connsiteY24" fmla="*/ 2500289 h 2506289"/>
                  <a:gd name="connsiteX25" fmla="*/ 1135761 w 6278689"/>
                  <a:gd name="connsiteY25" fmla="*/ 2384846 h 2506289"/>
                  <a:gd name="connsiteX26" fmla="*/ 1263301 w 6278689"/>
                  <a:gd name="connsiteY26" fmla="*/ 2443711 h 2506289"/>
                  <a:gd name="connsiteX27" fmla="*/ 1401890 w 6278689"/>
                  <a:gd name="connsiteY27" fmla="*/ 2334173 h 2506289"/>
                  <a:gd name="connsiteX28" fmla="*/ 1541526 w 6278689"/>
                  <a:gd name="connsiteY28" fmla="*/ 2448092 h 2506289"/>
                  <a:gd name="connsiteX29" fmla="*/ 1672114 w 6278689"/>
                  <a:gd name="connsiteY29" fmla="*/ 2382751 h 2506289"/>
                  <a:gd name="connsiteX30" fmla="*/ 1817560 w 6278689"/>
                  <a:gd name="connsiteY30" fmla="*/ 2471524 h 2506289"/>
                  <a:gd name="connsiteX31" fmla="*/ 1946624 w 6278689"/>
                  <a:gd name="connsiteY31" fmla="*/ 2389132 h 2506289"/>
                  <a:gd name="connsiteX32" fmla="*/ 2056067 w 6278689"/>
                  <a:gd name="connsiteY32" fmla="*/ 2440472 h 2506289"/>
                  <a:gd name="connsiteX33" fmla="*/ 2151412 w 6278689"/>
                  <a:gd name="connsiteY33" fmla="*/ 2378655 h 2506289"/>
                  <a:gd name="connsiteX34" fmla="*/ 2245043 w 6278689"/>
                  <a:gd name="connsiteY34" fmla="*/ 2436853 h 2506289"/>
                  <a:gd name="connsiteX35" fmla="*/ 2354199 w 6278689"/>
                  <a:gd name="connsiteY35" fmla="*/ 2344936 h 2506289"/>
                  <a:gd name="connsiteX36" fmla="*/ 2462403 w 6278689"/>
                  <a:gd name="connsiteY36" fmla="*/ 2431804 h 2506289"/>
                  <a:gd name="connsiteX37" fmla="*/ 2562225 w 6278689"/>
                  <a:gd name="connsiteY37" fmla="*/ 2382942 h 2506289"/>
                  <a:gd name="connsiteX38" fmla="*/ 2672334 w 6278689"/>
                  <a:gd name="connsiteY38" fmla="*/ 2447045 h 2506289"/>
                  <a:gd name="connsiteX39" fmla="*/ 2772347 w 6278689"/>
                  <a:gd name="connsiteY39" fmla="*/ 2404087 h 2506289"/>
                  <a:gd name="connsiteX40" fmla="*/ 2859024 w 6278689"/>
                  <a:gd name="connsiteY40" fmla="*/ 2434757 h 2506289"/>
                  <a:gd name="connsiteX41" fmla="*/ 2965514 w 6278689"/>
                  <a:gd name="connsiteY41" fmla="*/ 2374560 h 2506289"/>
                  <a:gd name="connsiteX42" fmla="*/ 3046762 w 6278689"/>
                  <a:gd name="connsiteY42" fmla="*/ 2404849 h 2506289"/>
                  <a:gd name="connsiteX43" fmla="*/ 3113342 w 6278689"/>
                  <a:gd name="connsiteY43" fmla="*/ 2359795 h 2506289"/>
                  <a:gd name="connsiteX44" fmla="*/ 3184970 w 6278689"/>
                  <a:gd name="connsiteY44" fmla="*/ 2429138 h 2506289"/>
                  <a:gd name="connsiteX45" fmla="*/ 3228404 w 6278689"/>
                  <a:gd name="connsiteY45" fmla="*/ 2416851 h 2506289"/>
                  <a:gd name="connsiteX46" fmla="*/ 3306413 w 6278689"/>
                  <a:gd name="connsiteY46" fmla="*/ 2471048 h 2506289"/>
                  <a:gd name="connsiteX47" fmla="*/ 3418427 w 6278689"/>
                  <a:gd name="connsiteY47" fmla="*/ 2402086 h 2506289"/>
                  <a:gd name="connsiteX48" fmla="*/ 3523679 w 6278689"/>
                  <a:gd name="connsiteY48" fmla="*/ 2459236 h 2506289"/>
                  <a:gd name="connsiteX49" fmla="*/ 3601117 w 6278689"/>
                  <a:gd name="connsiteY49" fmla="*/ 2408469 h 2506289"/>
                  <a:gd name="connsiteX50" fmla="*/ 3663220 w 6278689"/>
                  <a:gd name="connsiteY50" fmla="*/ 2435805 h 2506289"/>
                  <a:gd name="connsiteX51" fmla="*/ 3662363 w 6278689"/>
                  <a:gd name="connsiteY51" fmla="*/ 2425327 h 2506289"/>
                  <a:gd name="connsiteX52" fmla="*/ 3732086 w 6278689"/>
                  <a:gd name="connsiteY52" fmla="*/ 2355604 h 2506289"/>
                  <a:gd name="connsiteX53" fmla="*/ 3801809 w 6278689"/>
                  <a:gd name="connsiteY53" fmla="*/ 2425327 h 2506289"/>
                  <a:gd name="connsiteX54" fmla="*/ 3800666 w 6278689"/>
                  <a:gd name="connsiteY54" fmla="*/ 2437520 h 2506289"/>
                  <a:gd name="connsiteX55" fmla="*/ 3878866 w 6278689"/>
                  <a:gd name="connsiteY55" fmla="*/ 2404182 h 2506289"/>
                  <a:gd name="connsiteX56" fmla="*/ 3976783 w 6278689"/>
                  <a:gd name="connsiteY56" fmla="*/ 2465904 h 2506289"/>
                  <a:gd name="connsiteX57" fmla="*/ 4041458 w 6278689"/>
                  <a:gd name="connsiteY57" fmla="*/ 2448568 h 2506289"/>
                  <a:gd name="connsiteX58" fmla="*/ 4147280 w 6278689"/>
                  <a:gd name="connsiteY58" fmla="*/ 2503337 h 2506289"/>
                  <a:gd name="connsiteX59" fmla="*/ 4318064 w 6278689"/>
                  <a:gd name="connsiteY59" fmla="*/ 2380941 h 2506289"/>
                  <a:gd name="connsiteX60" fmla="*/ 4454176 w 6278689"/>
                  <a:gd name="connsiteY60" fmla="*/ 2443044 h 2506289"/>
                  <a:gd name="connsiteX61" fmla="*/ 4576763 w 6278689"/>
                  <a:gd name="connsiteY61" fmla="*/ 2357700 h 2506289"/>
                  <a:gd name="connsiteX62" fmla="*/ 4707065 w 6278689"/>
                  <a:gd name="connsiteY62" fmla="*/ 2476477 h 2506289"/>
                  <a:gd name="connsiteX63" fmla="*/ 4864989 w 6278689"/>
                  <a:gd name="connsiteY63" fmla="*/ 2387227 h 2506289"/>
                  <a:gd name="connsiteX64" fmla="*/ 5023009 w 6278689"/>
                  <a:gd name="connsiteY64" fmla="*/ 2476572 h 2506289"/>
                  <a:gd name="connsiteX65" fmla="*/ 5111020 w 6278689"/>
                  <a:gd name="connsiteY65" fmla="*/ 2427328 h 2506289"/>
                  <a:gd name="connsiteX66" fmla="*/ 5185982 w 6278689"/>
                  <a:gd name="connsiteY66" fmla="*/ 2459618 h 2506289"/>
                  <a:gd name="connsiteX67" fmla="*/ 5353907 w 6278689"/>
                  <a:gd name="connsiteY67" fmla="*/ 2334459 h 2506289"/>
                  <a:gd name="connsiteX68" fmla="*/ 5521738 w 6278689"/>
                  <a:gd name="connsiteY68" fmla="*/ 2459427 h 2506289"/>
                  <a:gd name="connsiteX69" fmla="*/ 5669566 w 6278689"/>
                  <a:gd name="connsiteY69" fmla="*/ 2393610 h 2506289"/>
                  <a:gd name="connsiteX70" fmla="*/ 5806155 w 6278689"/>
                  <a:gd name="connsiteY70" fmla="*/ 2447997 h 2506289"/>
                  <a:gd name="connsiteX71" fmla="*/ 5935599 w 6278689"/>
                  <a:gd name="connsiteY71" fmla="*/ 2372464 h 2506289"/>
                  <a:gd name="connsiteX72" fmla="*/ 6072188 w 6278689"/>
                  <a:gd name="connsiteY72" fmla="*/ 2462094 h 2506289"/>
                  <a:gd name="connsiteX73" fmla="*/ 6173153 w 6278689"/>
                  <a:gd name="connsiteY73" fmla="*/ 2391418 h 2506289"/>
                  <a:gd name="connsiteX74" fmla="*/ 6263926 w 6278689"/>
                  <a:gd name="connsiteY74" fmla="*/ 2443901 h 2506289"/>
                  <a:gd name="connsiteX75" fmla="*/ 6278690 w 6278689"/>
                  <a:gd name="connsiteY75" fmla="*/ 2499146 h 2506289"/>
                  <a:gd name="connsiteX76" fmla="*/ 6278690 w 6278689"/>
                  <a:gd name="connsiteY76" fmla="*/ 4454 h 2506289"/>
                  <a:gd name="connsiteX77" fmla="*/ 6252687 w 6278689"/>
                  <a:gd name="connsiteY77" fmla="*/ 358 h 2506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6278689" h="2506289">
                    <a:moveTo>
                      <a:pt x="6252687" y="358"/>
                    </a:moveTo>
                    <a:cubicBezTo>
                      <a:pt x="6108573" y="-6024"/>
                      <a:pt x="6078474" y="71605"/>
                      <a:pt x="5875782" y="342400"/>
                    </a:cubicBezTo>
                    <a:cubicBezTo>
                      <a:pt x="5673090" y="613196"/>
                      <a:pt x="5424393" y="476989"/>
                      <a:pt x="5329428" y="370880"/>
                    </a:cubicBezTo>
                    <a:cubicBezTo>
                      <a:pt x="5234369" y="264772"/>
                      <a:pt x="5209032" y="19312"/>
                      <a:pt x="4985766" y="16169"/>
                    </a:cubicBezTo>
                    <a:cubicBezTo>
                      <a:pt x="4766405" y="13026"/>
                      <a:pt x="4699159" y="201430"/>
                      <a:pt x="4612006" y="358212"/>
                    </a:cubicBezTo>
                    <a:cubicBezTo>
                      <a:pt x="4514374" y="533948"/>
                      <a:pt x="4279392" y="552998"/>
                      <a:pt x="4160615" y="416791"/>
                    </a:cubicBezTo>
                    <a:cubicBezTo>
                      <a:pt x="4109371" y="348211"/>
                      <a:pt x="4064032" y="192477"/>
                      <a:pt x="3851815" y="146566"/>
                    </a:cubicBezTo>
                    <a:cubicBezTo>
                      <a:pt x="3597116" y="91417"/>
                      <a:pt x="3437954" y="310778"/>
                      <a:pt x="3437954" y="310778"/>
                    </a:cubicBezTo>
                    <a:cubicBezTo>
                      <a:pt x="3437954" y="310778"/>
                      <a:pt x="3438144" y="310778"/>
                      <a:pt x="3438144" y="310778"/>
                    </a:cubicBezTo>
                    <a:cubicBezTo>
                      <a:pt x="3376041" y="378881"/>
                      <a:pt x="3307366" y="470607"/>
                      <a:pt x="3189351" y="466416"/>
                    </a:cubicBezTo>
                    <a:cubicBezTo>
                      <a:pt x="2899124" y="456224"/>
                      <a:pt x="2855690" y="44078"/>
                      <a:pt x="2612898" y="44078"/>
                    </a:cubicBezTo>
                    <a:cubicBezTo>
                      <a:pt x="2309908" y="44078"/>
                      <a:pt x="2391251" y="380500"/>
                      <a:pt x="2131409" y="384025"/>
                    </a:cubicBezTo>
                    <a:cubicBezTo>
                      <a:pt x="1820990" y="388216"/>
                      <a:pt x="1854803" y="69414"/>
                      <a:pt x="1546479" y="65128"/>
                    </a:cubicBezTo>
                    <a:cubicBezTo>
                      <a:pt x="1231868" y="60841"/>
                      <a:pt x="1250823" y="472703"/>
                      <a:pt x="993267" y="457939"/>
                    </a:cubicBezTo>
                    <a:cubicBezTo>
                      <a:pt x="731806" y="442984"/>
                      <a:pt x="760476" y="19503"/>
                      <a:pt x="406241" y="44078"/>
                    </a:cubicBezTo>
                    <a:cubicBezTo>
                      <a:pt x="131731" y="63128"/>
                      <a:pt x="4191" y="350306"/>
                      <a:pt x="4191" y="350306"/>
                    </a:cubicBezTo>
                    <a:lnTo>
                      <a:pt x="0" y="2506290"/>
                    </a:lnTo>
                    <a:cubicBezTo>
                      <a:pt x="0" y="2427613"/>
                      <a:pt x="68866" y="2363796"/>
                      <a:pt x="147638" y="2363796"/>
                    </a:cubicBezTo>
                    <a:cubicBezTo>
                      <a:pt x="209169" y="2363796"/>
                      <a:pt x="261366" y="2402849"/>
                      <a:pt x="281369" y="2457427"/>
                    </a:cubicBezTo>
                    <a:cubicBezTo>
                      <a:pt x="301466" y="2431328"/>
                      <a:pt x="332899" y="2414469"/>
                      <a:pt x="368332" y="2414469"/>
                    </a:cubicBezTo>
                    <a:cubicBezTo>
                      <a:pt x="407861" y="2414469"/>
                      <a:pt x="442436" y="2435424"/>
                      <a:pt x="461772" y="2466761"/>
                    </a:cubicBezTo>
                    <a:cubicBezTo>
                      <a:pt x="466916" y="2392752"/>
                      <a:pt x="528447" y="2334173"/>
                      <a:pt x="603790" y="2334173"/>
                    </a:cubicBezTo>
                    <a:cubicBezTo>
                      <a:pt x="680657" y="2334173"/>
                      <a:pt x="743141" y="2395038"/>
                      <a:pt x="745998" y="2471143"/>
                    </a:cubicBezTo>
                    <a:cubicBezTo>
                      <a:pt x="772001" y="2442854"/>
                      <a:pt x="809339" y="2424947"/>
                      <a:pt x="850773" y="2424947"/>
                    </a:cubicBezTo>
                    <a:cubicBezTo>
                      <a:pt x="905161" y="2424947"/>
                      <a:pt x="952405" y="2455427"/>
                      <a:pt x="976408" y="2500289"/>
                    </a:cubicBezTo>
                    <a:cubicBezTo>
                      <a:pt x="998411" y="2433329"/>
                      <a:pt x="1061466" y="2384846"/>
                      <a:pt x="1135761" y="2384846"/>
                    </a:cubicBezTo>
                    <a:cubicBezTo>
                      <a:pt x="1186815" y="2384846"/>
                      <a:pt x="1232535" y="2407706"/>
                      <a:pt x="1263301" y="2443711"/>
                    </a:cubicBezTo>
                    <a:cubicBezTo>
                      <a:pt x="1278160" y="2380941"/>
                      <a:pt x="1334453" y="2334173"/>
                      <a:pt x="1401890" y="2334173"/>
                    </a:cubicBezTo>
                    <a:cubicBezTo>
                      <a:pt x="1470851" y="2334173"/>
                      <a:pt x="1528286" y="2383132"/>
                      <a:pt x="1541526" y="2448092"/>
                    </a:cubicBezTo>
                    <a:cubicBezTo>
                      <a:pt x="1571435" y="2408469"/>
                      <a:pt x="1618679" y="2382751"/>
                      <a:pt x="1672114" y="2382751"/>
                    </a:cubicBezTo>
                    <a:cubicBezTo>
                      <a:pt x="1735455" y="2382751"/>
                      <a:pt x="1790319" y="2418850"/>
                      <a:pt x="1817560" y="2471524"/>
                    </a:cubicBezTo>
                    <a:cubicBezTo>
                      <a:pt x="1840230" y="2422851"/>
                      <a:pt x="1889474" y="2389132"/>
                      <a:pt x="1946624" y="2389132"/>
                    </a:cubicBezTo>
                    <a:cubicBezTo>
                      <a:pt x="1990630" y="2389132"/>
                      <a:pt x="2029968" y="2409135"/>
                      <a:pt x="2056067" y="2440472"/>
                    </a:cubicBezTo>
                    <a:cubicBezTo>
                      <a:pt x="2072354" y="2403991"/>
                      <a:pt x="2108930" y="2378655"/>
                      <a:pt x="2151412" y="2378655"/>
                    </a:cubicBezTo>
                    <a:cubicBezTo>
                      <a:pt x="2192465" y="2378655"/>
                      <a:pt x="2227898" y="2402372"/>
                      <a:pt x="2245043" y="2436853"/>
                    </a:cubicBezTo>
                    <a:cubicBezTo>
                      <a:pt x="2253996" y="2384656"/>
                      <a:pt x="2299430" y="2344936"/>
                      <a:pt x="2354199" y="2344936"/>
                    </a:cubicBezTo>
                    <a:cubicBezTo>
                      <a:pt x="2407158" y="2344936"/>
                      <a:pt x="2451354" y="2382084"/>
                      <a:pt x="2462403" y="2431804"/>
                    </a:cubicBezTo>
                    <a:cubicBezTo>
                      <a:pt x="2485549" y="2402086"/>
                      <a:pt x="2521649" y="2382942"/>
                      <a:pt x="2562225" y="2382942"/>
                    </a:cubicBezTo>
                    <a:cubicBezTo>
                      <a:pt x="2609374" y="2382942"/>
                      <a:pt x="2650522" y="2408754"/>
                      <a:pt x="2672334" y="2447045"/>
                    </a:cubicBezTo>
                    <a:cubicBezTo>
                      <a:pt x="2697480" y="2420660"/>
                      <a:pt x="2733008" y="2404087"/>
                      <a:pt x="2772347" y="2404087"/>
                    </a:cubicBezTo>
                    <a:cubicBezTo>
                      <a:pt x="2805208" y="2404087"/>
                      <a:pt x="2835307" y="2415612"/>
                      <a:pt x="2859024" y="2434757"/>
                    </a:cubicBezTo>
                    <a:cubicBezTo>
                      <a:pt x="2880836" y="2398753"/>
                      <a:pt x="2920365" y="2374560"/>
                      <a:pt x="2965514" y="2374560"/>
                    </a:cubicBezTo>
                    <a:cubicBezTo>
                      <a:pt x="2996565" y="2374560"/>
                      <a:pt x="3024950" y="2385989"/>
                      <a:pt x="3046762" y="2404849"/>
                    </a:cubicBezTo>
                    <a:cubicBezTo>
                      <a:pt x="3057335" y="2378465"/>
                      <a:pt x="3083147" y="2359795"/>
                      <a:pt x="3113342" y="2359795"/>
                    </a:cubicBezTo>
                    <a:cubicBezTo>
                      <a:pt x="3152108" y="2359795"/>
                      <a:pt x="3183732" y="2390657"/>
                      <a:pt x="3184970" y="2429138"/>
                    </a:cubicBezTo>
                    <a:cubicBezTo>
                      <a:pt x="3197638" y="2421422"/>
                      <a:pt x="3212497" y="2416851"/>
                      <a:pt x="3228404" y="2416851"/>
                    </a:cubicBezTo>
                    <a:cubicBezTo>
                      <a:pt x="3264122" y="2416851"/>
                      <a:pt x="3294602" y="2439425"/>
                      <a:pt x="3306413" y="2471048"/>
                    </a:cubicBezTo>
                    <a:cubicBezTo>
                      <a:pt x="3327178" y="2430185"/>
                      <a:pt x="3369469" y="2402086"/>
                      <a:pt x="3418427" y="2402086"/>
                    </a:cubicBezTo>
                    <a:cubicBezTo>
                      <a:pt x="3462528" y="2402086"/>
                      <a:pt x="3501200" y="2424851"/>
                      <a:pt x="3523679" y="2459236"/>
                    </a:cubicBezTo>
                    <a:cubicBezTo>
                      <a:pt x="3536728" y="2429328"/>
                      <a:pt x="3566446" y="2408469"/>
                      <a:pt x="3601117" y="2408469"/>
                    </a:cubicBezTo>
                    <a:cubicBezTo>
                      <a:pt x="3625691" y="2408469"/>
                      <a:pt x="3647789" y="2419041"/>
                      <a:pt x="3663220" y="2435805"/>
                    </a:cubicBezTo>
                    <a:cubicBezTo>
                      <a:pt x="3662744" y="2432376"/>
                      <a:pt x="3662363" y="2428947"/>
                      <a:pt x="3662363" y="2425327"/>
                    </a:cubicBezTo>
                    <a:cubicBezTo>
                      <a:pt x="3662363" y="2386847"/>
                      <a:pt x="3693605" y="2355604"/>
                      <a:pt x="3732086" y="2355604"/>
                    </a:cubicBezTo>
                    <a:cubicBezTo>
                      <a:pt x="3770567" y="2355604"/>
                      <a:pt x="3801809" y="2386847"/>
                      <a:pt x="3801809" y="2425327"/>
                    </a:cubicBezTo>
                    <a:cubicBezTo>
                      <a:pt x="3801809" y="2429518"/>
                      <a:pt x="3801332" y="2433519"/>
                      <a:pt x="3800666" y="2437520"/>
                    </a:cubicBezTo>
                    <a:cubicBezTo>
                      <a:pt x="3820478" y="2417041"/>
                      <a:pt x="3848100" y="2404182"/>
                      <a:pt x="3878866" y="2404182"/>
                    </a:cubicBezTo>
                    <a:cubicBezTo>
                      <a:pt x="3922014" y="2404182"/>
                      <a:pt x="3959257" y="2429423"/>
                      <a:pt x="3976783" y="2465904"/>
                    </a:cubicBezTo>
                    <a:cubicBezTo>
                      <a:pt x="3995833" y="2454951"/>
                      <a:pt x="4017836" y="2448568"/>
                      <a:pt x="4041458" y="2448568"/>
                    </a:cubicBezTo>
                    <a:cubicBezTo>
                      <a:pt x="4085177" y="2448568"/>
                      <a:pt x="4123754" y="2470286"/>
                      <a:pt x="4147280" y="2503337"/>
                    </a:cubicBezTo>
                    <a:cubicBezTo>
                      <a:pt x="4171474" y="2432186"/>
                      <a:pt x="4238721" y="2380941"/>
                      <a:pt x="4318064" y="2380941"/>
                    </a:cubicBezTo>
                    <a:cubicBezTo>
                      <a:pt x="4372452" y="2380941"/>
                      <a:pt x="4421029" y="2405039"/>
                      <a:pt x="4454176" y="2443044"/>
                    </a:cubicBezTo>
                    <a:cubicBezTo>
                      <a:pt x="4472655" y="2393228"/>
                      <a:pt x="4520565" y="2357700"/>
                      <a:pt x="4576763" y="2357700"/>
                    </a:cubicBezTo>
                    <a:cubicBezTo>
                      <a:pt x="4644962" y="2357700"/>
                      <a:pt x="4700969" y="2409897"/>
                      <a:pt x="4707065" y="2476477"/>
                    </a:cubicBezTo>
                    <a:cubicBezTo>
                      <a:pt x="4739449" y="2423041"/>
                      <a:pt x="4797933" y="2387227"/>
                      <a:pt x="4864989" y="2387227"/>
                    </a:cubicBezTo>
                    <a:cubicBezTo>
                      <a:pt x="4932045" y="2387227"/>
                      <a:pt x="4990624" y="2423137"/>
                      <a:pt x="5023009" y="2476572"/>
                    </a:cubicBezTo>
                    <a:cubicBezTo>
                      <a:pt x="5041202" y="2447045"/>
                      <a:pt x="5073777" y="2427328"/>
                      <a:pt x="5111020" y="2427328"/>
                    </a:cubicBezTo>
                    <a:cubicBezTo>
                      <a:pt x="5140548" y="2427328"/>
                      <a:pt x="5167122" y="2439710"/>
                      <a:pt x="5185982" y="2459618"/>
                    </a:cubicBezTo>
                    <a:cubicBezTo>
                      <a:pt x="5207508" y="2387227"/>
                      <a:pt x="5274469" y="2334459"/>
                      <a:pt x="5353907" y="2334459"/>
                    </a:cubicBezTo>
                    <a:cubicBezTo>
                      <a:pt x="5433251" y="2334459"/>
                      <a:pt x="5500116" y="2387132"/>
                      <a:pt x="5521738" y="2459427"/>
                    </a:cubicBezTo>
                    <a:cubicBezTo>
                      <a:pt x="5558219" y="2419041"/>
                      <a:pt x="5610892" y="2393610"/>
                      <a:pt x="5669566" y="2393610"/>
                    </a:cubicBezTo>
                    <a:cubicBezTo>
                      <a:pt x="5722525" y="2393610"/>
                      <a:pt x="5770436" y="2414374"/>
                      <a:pt x="5806155" y="2447997"/>
                    </a:cubicBezTo>
                    <a:cubicBezTo>
                      <a:pt x="5831777" y="2402944"/>
                      <a:pt x="5880068" y="2372464"/>
                      <a:pt x="5935599" y="2372464"/>
                    </a:cubicBezTo>
                    <a:cubicBezTo>
                      <a:pt x="5996749" y="2372464"/>
                      <a:pt x="6049232" y="2409325"/>
                      <a:pt x="6072188" y="2462094"/>
                    </a:cubicBezTo>
                    <a:cubicBezTo>
                      <a:pt x="6087332" y="2420946"/>
                      <a:pt x="6126766" y="2391418"/>
                      <a:pt x="6173153" y="2391418"/>
                    </a:cubicBezTo>
                    <a:cubicBezTo>
                      <a:pt x="6212396" y="2391418"/>
                      <a:pt x="6245733" y="2412469"/>
                      <a:pt x="6263926" y="2443901"/>
                    </a:cubicBezTo>
                    <a:cubicBezTo>
                      <a:pt x="6263926" y="2443901"/>
                      <a:pt x="6275546" y="2458951"/>
                      <a:pt x="6278690" y="2499146"/>
                    </a:cubicBezTo>
                    <a:lnTo>
                      <a:pt x="6278690" y="4454"/>
                    </a:lnTo>
                    <a:cubicBezTo>
                      <a:pt x="6278594" y="4454"/>
                      <a:pt x="6262688" y="358"/>
                      <a:pt x="6252687" y="358"/>
                    </a:cubicBezTo>
                    <a:close/>
                  </a:path>
                </a:pathLst>
              </a:custGeom>
              <a:solidFill>
                <a:srgbClr val="A2DCF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6338" name="Forme libre : forme 16337">
                <a:extLst>
                  <a:ext uri="{FF2B5EF4-FFF2-40B4-BE49-F238E27FC236}">
                    <a16:creationId xmlns:a16="http://schemas.microsoft.com/office/drawing/2014/main" id="{31D2A237-4A8B-4909-8E47-6152699062C8}"/>
                  </a:ext>
                </a:extLst>
              </p:cNvPr>
              <p:cNvSpPr/>
              <p:nvPr/>
            </p:nvSpPr>
            <p:spPr>
              <a:xfrm>
                <a:off x="369193" y="4158397"/>
                <a:ext cx="6099557" cy="968700"/>
              </a:xfrm>
              <a:custGeom>
                <a:avLst/>
                <a:gdLst>
                  <a:gd name="connsiteX0" fmla="*/ 51054 w 6099557"/>
                  <a:gd name="connsiteY0" fmla="*/ 456560 h 968700"/>
                  <a:gd name="connsiteX1" fmla="*/ 286 w 6099557"/>
                  <a:gd name="connsiteY1" fmla="*/ 736595 h 968700"/>
                  <a:gd name="connsiteX2" fmla="*/ 157829 w 6099557"/>
                  <a:gd name="connsiteY2" fmla="*/ 946335 h 968700"/>
                  <a:gd name="connsiteX3" fmla="*/ 324517 w 6099557"/>
                  <a:gd name="connsiteY3" fmla="*/ 907568 h 968700"/>
                  <a:gd name="connsiteX4" fmla="*/ 702659 w 6099557"/>
                  <a:gd name="connsiteY4" fmla="*/ 871278 h 968700"/>
                  <a:gd name="connsiteX5" fmla="*/ 2934938 w 6099557"/>
                  <a:gd name="connsiteY5" fmla="*/ 913284 h 968700"/>
                  <a:gd name="connsiteX6" fmla="*/ 3466433 w 6099557"/>
                  <a:gd name="connsiteY6" fmla="*/ 923285 h 968700"/>
                  <a:gd name="connsiteX7" fmla="*/ 4532090 w 6099557"/>
                  <a:gd name="connsiteY7" fmla="*/ 943383 h 968700"/>
                  <a:gd name="connsiteX8" fmla="*/ 5869400 w 6099557"/>
                  <a:gd name="connsiteY8" fmla="*/ 968529 h 968700"/>
                  <a:gd name="connsiteX9" fmla="*/ 6069140 w 6099557"/>
                  <a:gd name="connsiteY9" fmla="*/ 899949 h 968700"/>
                  <a:gd name="connsiteX10" fmla="*/ 6089428 w 6099557"/>
                  <a:gd name="connsiteY10" fmla="*/ 798031 h 968700"/>
                  <a:gd name="connsiteX11" fmla="*/ 6098286 w 6099557"/>
                  <a:gd name="connsiteY11" fmla="*/ 500851 h 968700"/>
                  <a:gd name="connsiteX12" fmla="*/ 6062853 w 6099557"/>
                  <a:gd name="connsiteY12" fmla="*/ 228150 h 968700"/>
                  <a:gd name="connsiteX13" fmla="*/ 5837968 w 6099557"/>
                  <a:gd name="connsiteY13" fmla="*/ 109088 h 968700"/>
                  <a:gd name="connsiteX14" fmla="*/ 5720144 w 6099557"/>
                  <a:gd name="connsiteY14" fmla="*/ 189765 h 968700"/>
                  <a:gd name="connsiteX15" fmla="*/ 4832890 w 6099557"/>
                  <a:gd name="connsiteY15" fmla="*/ 384932 h 968700"/>
                  <a:gd name="connsiteX16" fmla="*/ 4284250 w 6099557"/>
                  <a:gd name="connsiteY16" fmla="*/ 472562 h 968700"/>
                  <a:gd name="connsiteX17" fmla="*/ 3800189 w 6099557"/>
                  <a:gd name="connsiteY17" fmla="*/ 432938 h 968700"/>
                  <a:gd name="connsiteX18" fmla="*/ 1969294 w 6099557"/>
                  <a:gd name="connsiteY18" fmla="*/ 343974 h 968700"/>
                  <a:gd name="connsiteX19" fmla="*/ 1002316 w 6099557"/>
                  <a:gd name="connsiteY19" fmla="*/ 310923 h 968700"/>
                  <a:gd name="connsiteX20" fmla="*/ 445389 w 6099557"/>
                  <a:gd name="connsiteY20" fmla="*/ 261964 h 968700"/>
                  <a:gd name="connsiteX21" fmla="*/ 232981 w 6099557"/>
                  <a:gd name="connsiteY21" fmla="*/ 169476 h 968700"/>
                  <a:gd name="connsiteX22" fmla="*/ 64675 w 6099557"/>
                  <a:gd name="connsiteY22" fmla="*/ 58605 h 968700"/>
                  <a:gd name="connsiteX23" fmla="*/ 67151 w 6099557"/>
                  <a:gd name="connsiteY23" fmla="*/ 237485 h 968700"/>
                  <a:gd name="connsiteX24" fmla="*/ 51054 w 6099557"/>
                  <a:gd name="connsiteY24" fmla="*/ 456560 h 968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099557" h="968700">
                    <a:moveTo>
                      <a:pt x="51054" y="456560"/>
                    </a:moveTo>
                    <a:cubicBezTo>
                      <a:pt x="31718" y="549809"/>
                      <a:pt x="-3525" y="641535"/>
                      <a:pt x="286" y="736595"/>
                    </a:cubicBezTo>
                    <a:cubicBezTo>
                      <a:pt x="4096" y="831750"/>
                      <a:pt x="63341" y="934810"/>
                      <a:pt x="157829" y="946335"/>
                    </a:cubicBezTo>
                    <a:cubicBezTo>
                      <a:pt x="214979" y="953288"/>
                      <a:pt x="269938" y="925952"/>
                      <a:pt x="324517" y="907568"/>
                    </a:cubicBezTo>
                    <a:cubicBezTo>
                      <a:pt x="445198" y="866897"/>
                      <a:pt x="575405" y="868897"/>
                      <a:pt x="702659" y="871278"/>
                    </a:cubicBezTo>
                    <a:cubicBezTo>
                      <a:pt x="1446752" y="885280"/>
                      <a:pt x="2190845" y="899282"/>
                      <a:pt x="2934938" y="913284"/>
                    </a:cubicBezTo>
                    <a:cubicBezTo>
                      <a:pt x="3112103" y="916617"/>
                      <a:pt x="3289268" y="919951"/>
                      <a:pt x="3466433" y="923285"/>
                    </a:cubicBezTo>
                    <a:cubicBezTo>
                      <a:pt x="3821620" y="929953"/>
                      <a:pt x="4176903" y="936620"/>
                      <a:pt x="4532090" y="943383"/>
                    </a:cubicBezTo>
                    <a:cubicBezTo>
                      <a:pt x="4977860" y="951765"/>
                      <a:pt x="5423630" y="960147"/>
                      <a:pt x="5869400" y="968529"/>
                    </a:cubicBezTo>
                    <a:cubicBezTo>
                      <a:pt x="5943410" y="969957"/>
                      <a:pt x="6031611" y="963766"/>
                      <a:pt x="6069140" y="899949"/>
                    </a:cubicBezTo>
                    <a:cubicBezTo>
                      <a:pt x="6086856" y="869754"/>
                      <a:pt x="6088380" y="832988"/>
                      <a:pt x="6089428" y="798031"/>
                    </a:cubicBezTo>
                    <a:cubicBezTo>
                      <a:pt x="6092381" y="698971"/>
                      <a:pt x="6095333" y="599911"/>
                      <a:pt x="6098286" y="500851"/>
                    </a:cubicBezTo>
                    <a:cubicBezTo>
                      <a:pt x="6101048" y="408268"/>
                      <a:pt x="6102953" y="311589"/>
                      <a:pt x="6062853" y="228150"/>
                    </a:cubicBezTo>
                    <a:cubicBezTo>
                      <a:pt x="6022753" y="144711"/>
                      <a:pt x="5926074" y="80513"/>
                      <a:pt x="5837968" y="109088"/>
                    </a:cubicBezTo>
                    <a:cubicBezTo>
                      <a:pt x="5792343" y="123851"/>
                      <a:pt x="5757481" y="159666"/>
                      <a:pt x="5720144" y="189765"/>
                    </a:cubicBezTo>
                    <a:cubicBezTo>
                      <a:pt x="5480685" y="383027"/>
                      <a:pt x="5138166" y="345784"/>
                      <a:pt x="4832890" y="384932"/>
                    </a:cubicBezTo>
                    <a:cubicBezTo>
                      <a:pt x="4649057" y="408458"/>
                      <a:pt x="4469320" y="463132"/>
                      <a:pt x="4284250" y="472562"/>
                    </a:cubicBezTo>
                    <a:cubicBezTo>
                      <a:pt x="4122325" y="480753"/>
                      <a:pt x="3960971" y="454083"/>
                      <a:pt x="3800189" y="432938"/>
                    </a:cubicBezTo>
                    <a:cubicBezTo>
                      <a:pt x="3194018" y="353309"/>
                      <a:pt x="2580608" y="352261"/>
                      <a:pt x="1969294" y="343974"/>
                    </a:cubicBezTo>
                    <a:cubicBezTo>
                      <a:pt x="1646777" y="339593"/>
                      <a:pt x="1324070" y="333116"/>
                      <a:pt x="1002316" y="310923"/>
                    </a:cubicBezTo>
                    <a:cubicBezTo>
                      <a:pt x="816388" y="298064"/>
                      <a:pt x="630841" y="280062"/>
                      <a:pt x="445389" y="261964"/>
                    </a:cubicBezTo>
                    <a:cubicBezTo>
                      <a:pt x="365379" y="254154"/>
                      <a:pt x="273367" y="239009"/>
                      <a:pt x="232981" y="169476"/>
                    </a:cubicBezTo>
                    <a:cubicBezTo>
                      <a:pt x="202216" y="116517"/>
                      <a:pt x="134969" y="-103510"/>
                      <a:pt x="64675" y="58605"/>
                    </a:cubicBezTo>
                    <a:cubicBezTo>
                      <a:pt x="40672" y="114041"/>
                      <a:pt x="63913" y="180240"/>
                      <a:pt x="67151" y="237485"/>
                    </a:cubicBezTo>
                    <a:cubicBezTo>
                      <a:pt x="71342" y="310923"/>
                      <a:pt x="66008" y="384646"/>
                      <a:pt x="51054" y="456560"/>
                    </a:cubicBezTo>
                    <a:close/>
                  </a:path>
                </a:pathLst>
              </a:custGeom>
              <a:solidFill>
                <a:srgbClr val="8CCCE5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6339" name="Forme libre : forme 16338">
                <a:extLst>
                  <a:ext uri="{FF2B5EF4-FFF2-40B4-BE49-F238E27FC236}">
                    <a16:creationId xmlns:a16="http://schemas.microsoft.com/office/drawing/2014/main" id="{DDDD9E0B-DD3E-422F-BBAF-3C948FF50805}"/>
                  </a:ext>
                </a:extLst>
              </p:cNvPr>
              <p:cNvSpPr/>
              <p:nvPr/>
            </p:nvSpPr>
            <p:spPr>
              <a:xfrm>
                <a:off x="282611" y="1919324"/>
                <a:ext cx="7884985" cy="3397816"/>
              </a:xfrm>
              <a:custGeom>
                <a:avLst/>
                <a:gdLst>
                  <a:gd name="connsiteX0" fmla="*/ 7882509 w 7884985"/>
                  <a:gd name="connsiteY0" fmla="*/ 10346 h 3397816"/>
                  <a:gd name="connsiteX1" fmla="*/ 7882509 w 7884985"/>
                  <a:gd name="connsiteY1" fmla="*/ 249 h 3397816"/>
                  <a:gd name="connsiteX2" fmla="*/ 7754208 w 7884985"/>
                  <a:gd name="connsiteY2" fmla="*/ 248852 h 3397816"/>
                  <a:gd name="connsiteX3" fmla="*/ 7611713 w 7884985"/>
                  <a:gd name="connsiteY3" fmla="*/ 79402 h 3397816"/>
                  <a:gd name="connsiteX4" fmla="*/ 7424833 w 7884985"/>
                  <a:gd name="connsiteY4" fmla="*/ 82545 h 3397816"/>
                  <a:gd name="connsiteX5" fmla="*/ 7304437 w 7884985"/>
                  <a:gd name="connsiteY5" fmla="*/ 600420 h 3397816"/>
                  <a:gd name="connsiteX6" fmla="*/ 7098506 w 7884985"/>
                  <a:gd name="connsiteY6" fmla="*/ 565558 h 3397816"/>
                  <a:gd name="connsiteX7" fmla="*/ 6922675 w 7884985"/>
                  <a:gd name="connsiteY7" fmla="*/ 408776 h 3397816"/>
                  <a:gd name="connsiteX8" fmla="*/ 6808661 w 7884985"/>
                  <a:gd name="connsiteY8" fmla="*/ 685954 h 3397816"/>
                  <a:gd name="connsiteX9" fmla="*/ 6569488 w 7884985"/>
                  <a:gd name="connsiteY9" fmla="*/ 1183254 h 3397816"/>
                  <a:gd name="connsiteX10" fmla="*/ 6278594 w 7884985"/>
                  <a:gd name="connsiteY10" fmla="*/ 896075 h 3397816"/>
                  <a:gd name="connsiteX11" fmla="*/ 6278594 w 7884985"/>
                  <a:gd name="connsiteY11" fmla="*/ 895980 h 3397816"/>
                  <a:gd name="connsiteX12" fmla="*/ 6252687 w 7884985"/>
                  <a:gd name="connsiteY12" fmla="*/ 891885 h 3397816"/>
                  <a:gd name="connsiteX13" fmla="*/ 5875782 w 7884985"/>
                  <a:gd name="connsiteY13" fmla="*/ 1233927 h 3397816"/>
                  <a:gd name="connsiteX14" fmla="*/ 5329428 w 7884985"/>
                  <a:gd name="connsiteY14" fmla="*/ 1262407 h 3397816"/>
                  <a:gd name="connsiteX15" fmla="*/ 4985766 w 7884985"/>
                  <a:gd name="connsiteY15" fmla="*/ 907696 h 3397816"/>
                  <a:gd name="connsiteX16" fmla="*/ 4612005 w 7884985"/>
                  <a:gd name="connsiteY16" fmla="*/ 1249739 h 3397816"/>
                  <a:gd name="connsiteX17" fmla="*/ 4160615 w 7884985"/>
                  <a:gd name="connsiteY17" fmla="*/ 1308317 h 3397816"/>
                  <a:gd name="connsiteX18" fmla="*/ 3851815 w 7884985"/>
                  <a:gd name="connsiteY18" fmla="*/ 1038093 h 3397816"/>
                  <a:gd name="connsiteX19" fmla="*/ 3437954 w 7884985"/>
                  <a:gd name="connsiteY19" fmla="*/ 1202304 h 3397816"/>
                  <a:gd name="connsiteX20" fmla="*/ 3438144 w 7884985"/>
                  <a:gd name="connsiteY20" fmla="*/ 1202304 h 3397816"/>
                  <a:gd name="connsiteX21" fmla="*/ 3189351 w 7884985"/>
                  <a:gd name="connsiteY21" fmla="*/ 1357943 h 3397816"/>
                  <a:gd name="connsiteX22" fmla="*/ 2612898 w 7884985"/>
                  <a:gd name="connsiteY22" fmla="*/ 935604 h 3397816"/>
                  <a:gd name="connsiteX23" fmla="*/ 2131409 w 7884985"/>
                  <a:gd name="connsiteY23" fmla="*/ 1275552 h 3397816"/>
                  <a:gd name="connsiteX24" fmla="*/ 1546479 w 7884985"/>
                  <a:gd name="connsiteY24" fmla="*/ 956655 h 3397816"/>
                  <a:gd name="connsiteX25" fmla="*/ 993267 w 7884985"/>
                  <a:gd name="connsiteY25" fmla="*/ 1349465 h 3397816"/>
                  <a:gd name="connsiteX26" fmla="*/ 406241 w 7884985"/>
                  <a:gd name="connsiteY26" fmla="*/ 935604 h 3397816"/>
                  <a:gd name="connsiteX27" fmla="*/ 4191 w 7884985"/>
                  <a:gd name="connsiteY27" fmla="*/ 1241833 h 3397816"/>
                  <a:gd name="connsiteX28" fmla="*/ 0 w 7884985"/>
                  <a:gd name="connsiteY28" fmla="*/ 3397817 h 3397816"/>
                  <a:gd name="connsiteX29" fmla="*/ 147638 w 7884985"/>
                  <a:gd name="connsiteY29" fmla="*/ 3255323 h 3397816"/>
                  <a:gd name="connsiteX30" fmla="*/ 281369 w 7884985"/>
                  <a:gd name="connsiteY30" fmla="*/ 3348953 h 3397816"/>
                  <a:gd name="connsiteX31" fmla="*/ 368332 w 7884985"/>
                  <a:gd name="connsiteY31" fmla="*/ 3305996 h 3397816"/>
                  <a:gd name="connsiteX32" fmla="*/ 461772 w 7884985"/>
                  <a:gd name="connsiteY32" fmla="*/ 3358288 h 3397816"/>
                  <a:gd name="connsiteX33" fmla="*/ 603790 w 7884985"/>
                  <a:gd name="connsiteY33" fmla="*/ 3225700 h 3397816"/>
                  <a:gd name="connsiteX34" fmla="*/ 745998 w 7884985"/>
                  <a:gd name="connsiteY34" fmla="*/ 3362669 h 3397816"/>
                  <a:gd name="connsiteX35" fmla="*/ 850773 w 7884985"/>
                  <a:gd name="connsiteY35" fmla="*/ 3316473 h 3397816"/>
                  <a:gd name="connsiteX36" fmla="*/ 976408 w 7884985"/>
                  <a:gd name="connsiteY36" fmla="*/ 3391816 h 3397816"/>
                  <a:gd name="connsiteX37" fmla="*/ 1135761 w 7884985"/>
                  <a:gd name="connsiteY37" fmla="*/ 3276373 h 3397816"/>
                  <a:gd name="connsiteX38" fmla="*/ 1263301 w 7884985"/>
                  <a:gd name="connsiteY38" fmla="*/ 3335237 h 3397816"/>
                  <a:gd name="connsiteX39" fmla="*/ 1401890 w 7884985"/>
                  <a:gd name="connsiteY39" fmla="*/ 3225700 h 3397816"/>
                  <a:gd name="connsiteX40" fmla="*/ 1541526 w 7884985"/>
                  <a:gd name="connsiteY40" fmla="*/ 3339619 h 3397816"/>
                  <a:gd name="connsiteX41" fmla="*/ 1672114 w 7884985"/>
                  <a:gd name="connsiteY41" fmla="*/ 3274278 h 3397816"/>
                  <a:gd name="connsiteX42" fmla="*/ 1817561 w 7884985"/>
                  <a:gd name="connsiteY42" fmla="*/ 3363051 h 3397816"/>
                  <a:gd name="connsiteX43" fmla="*/ 1946624 w 7884985"/>
                  <a:gd name="connsiteY43" fmla="*/ 3280659 h 3397816"/>
                  <a:gd name="connsiteX44" fmla="*/ 2056067 w 7884985"/>
                  <a:gd name="connsiteY44" fmla="*/ 3331999 h 3397816"/>
                  <a:gd name="connsiteX45" fmla="*/ 2151412 w 7884985"/>
                  <a:gd name="connsiteY45" fmla="*/ 3270182 h 3397816"/>
                  <a:gd name="connsiteX46" fmla="*/ 2245043 w 7884985"/>
                  <a:gd name="connsiteY46" fmla="*/ 3328380 h 3397816"/>
                  <a:gd name="connsiteX47" fmla="*/ 2354199 w 7884985"/>
                  <a:gd name="connsiteY47" fmla="*/ 3236463 h 3397816"/>
                  <a:gd name="connsiteX48" fmla="*/ 2462403 w 7884985"/>
                  <a:gd name="connsiteY48" fmla="*/ 3323331 h 3397816"/>
                  <a:gd name="connsiteX49" fmla="*/ 2562225 w 7884985"/>
                  <a:gd name="connsiteY49" fmla="*/ 3274468 h 3397816"/>
                  <a:gd name="connsiteX50" fmla="*/ 2672334 w 7884985"/>
                  <a:gd name="connsiteY50" fmla="*/ 3338571 h 3397816"/>
                  <a:gd name="connsiteX51" fmla="*/ 2772347 w 7884985"/>
                  <a:gd name="connsiteY51" fmla="*/ 3295614 h 3397816"/>
                  <a:gd name="connsiteX52" fmla="*/ 2859024 w 7884985"/>
                  <a:gd name="connsiteY52" fmla="*/ 3326284 h 3397816"/>
                  <a:gd name="connsiteX53" fmla="*/ 2965514 w 7884985"/>
                  <a:gd name="connsiteY53" fmla="*/ 3266086 h 3397816"/>
                  <a:gd name="connsiteX54" fmla="*/ 3046762 w 7884985"/>
                  <a:gd name="connsiteY54" fmla="*/ 3296376 h 3397816"/>
                  <a:gd name="connsiteX55" fmla="*/ 3113342 w 7884985"/>
                  <a:gd name="connsiteY55" fmla="*/ 3251322 h 3397816"/>
                  <a:gd name="connsiteX56" fmla="*/ 3184970 w 7884985"/>
                  <a:gd name="connsiteY56" fmla="*/ 3320664 h 3397816"/>
                  <a:gd name="connsiteX57" fmla="*/ 3228404 w 7884985"/>
                  <a:gd name="connsiteY57" fmla="*/ 3308377 h 3397816"/>
                  <a:gd name="connsiteX58" fmla="*/ 3306413 w 7884985"/>
                  <a:gd name="connsiteY58" fmla="*/ 3362575 h 3397816"/>
                  <a:gd name="connsiteX59" fmla="*/ 3418427 w 7884985"/>
                  <a:gd name="connsiteY59" fmla="*/ 3293613 h 3397816"/>
                  <a:gd name="connsiteX60" fmla="*/ 3523679 w 7884985"/>
                  <a:gd name="connsiteY60" fmla="*/ 3350763 h 3397816"/>
                  <a:gd name="connsiteX61" fmla="*/ 3601117 w 7884985"/>
                  <a:gd name="connsiteY61" fmla="*/ 3299995 h 3397816"/>
                  <a:gd name="connsiteX62" fmla="*/ 3663220 w 7884985"/>
                  <a:gd name="connsiteY62" fmla="*/ 3327332 h 3397816"/>
                  <a:gd name="connsiteX63" fmla="*/ 3662363 w 7884985"/>
                  <a:gd name="connsiteY63" fmla="*/ 3316854 h 3397816"/>
                  <a:gd name="connsiteX64" fmla="*/ 3732086 w 7884985"/>
                  <a:gd name="connsiteY64" fmla="*/ 3247131 h 3397816"/>
                  <a:gd name="connsiteX65" fmla="*/ 3801809 w 7884985"/>
                  <a:gd name="connsiteY65" fmla="*/ 3316854 h 3397816"/>
                  <a:gd name="connsiteX66" fmla="*/ 3800666 w 7884985"/>
                  <a:gd name="connsiteY66" fmla="*/ 3329046 h 3397816"/>
                  <a:gd name="connsiteX67" fmla="*/ 3878866 w 7884985"/>
                  <a:gd name="connsiteY67" fmla="*/ 3295709 h 3397816"/>
                  <a:gd name="connsiteX68" fmla="*/ 3976783 w 7884985"/>
                  <a:gd name="connsiteY68" fmla="*/ 3357431 h 3397816"/>
                  <a:gd name="connsiteX69" fmla="*/ 4041458 w 7884985"/>
                  <a:gd name="connsiteY69" fmla="*/ 3340095 h 3397816"/>
                  <a:gd name="connsiteX70" fmla="*/ 4147280 w 7884985"/>
                  <a:gd name="connsiteY70" fmla="*/ 3394864 h 3397816"/>
                  <a:gd name="connsiteX71" fmla="*/ 4318064 w 7884985"/>
                  <a:gd name="connsiteY71" fmla="*/ 3272468 h 3397816"/>
                  <a:gd name="connsiteX72" fmla="*/ 4454176 w 7884985"/>
                  <a:gd name="connsiteY72" fmla="*/ 3334571 h 3397816"/>
                  <a:gd name="connsiteX73" fmla="*/ 4576763 w 7884985"/>
                  <a:gd name="connsiteY73" fmla="*/ 3249227 h 3397816"/>
                  <a:gd name="connsiteX74" fmla="*/ 4707065 w 7884985"/>
                  <a:gd name="connsiteY74" fmla="*/ 3368003 h 3397816"/>
                  <a:gd name="connsiteX75" fmla="*/ 4864989 w 7884985"/>
                  <a:gd name="connsiteY75" fmla="*/ 3278754 h 3397816"/>
                  <a:gd name="connsiteX76" fmla="*/ 5023009 w 7884985"/>
                  <a:gd name="connsiteY76" fmla="*/ 3368099 h 3397816"/>
                  <a:gd name="connsiteX77" fmla="*/ 5111020 w 7884985"/>
                  <a:gd name="connsiteY77" fmla="*/ 3318855 h 3397816"/>
                  <a:gd name="connsiteX78" fmla="*/ 5185982 w 7884985"/>
                  <a:gd name="connsiteY78" fmla="*/ 3351145 h 3397816"/>
                  <a:gd name="connsiteX79" fmla="*/ 5353908 w 7884985"/>
                  <a:gd name="connsiteY79" fmla="*/ 3225986 h 3397816"/>
                  <a:gd name="connsiteX80" fmla="*/ 5521738 w 7884985"/>
                  <a:gd name="connsiteY80" fmla="*/ 3350954 h 3397816"/>
                  <a:gd name="connsiteX81" fmla="*/ 5669566 w 7884985"/>
                  <a:gd name="connsiteY81" fmla="*/ 3285136 h 3397816"/>
                  <a:gd name="connsiteX82" fmla="*/ 5806154 w 7884985"/>
                  <a:gd name="connsiteY82" fmla="*/ 3339524 h 3397816"/>
                  <a:gd name="connsiteX83" fmla="*/ 5935600 w 7884985"/>
                  <a:gd name="connsiteY83" fmla="*/ 3263991 h 3397816"/>
                  <a:gd name="connsiteX84" fmla="*/ 6072188 w 7884985"/>
                  <a:gd name="connsiteY84" fmla="*/ 3353621 h 3397816"/>
                  <a:gd name="connsiteX85" fmla="*/ 6173152 w 7884985"/>
                  <a:gd name="connsiteY85" fmla="*/ 3282945 h 3397816"/>
                  <a:gd name="connsiteX86" fmla="*/ 6263926 w 7884985"/>
                  <a:gd name="connsiteY86" fmla="*/ 3335428 h 3397816"/>
                  <a:gd name="connsiteX87" fmla="*/ 6278690 w 7884985"/>
                  <a:gd name="connsiteY87" fmla="*/ 3390673 h 3397816"/>
                  <a:gd name="connsiteX88" fmla="*/ 6278690 w 7884985"/>
                  <a:gd name="connsiteY88" fmla="*/ 3317807 h 3397816"/>
                  <a:gd name="connsiteX89" fmla="*/ 6418326 w 7884985"/>
                  <a:gd name="connsiteY89" fmla="*/ 3151024 h 3397816"/>
                  <a:gd name="connsiteX90" fmla="*/ 6435376 w 7884985"/>
                  <a:gd name="connsiteY90" fmla="*/ 3152167 h 3397816"/>
                  <a:gd name="connsiteX91" fmla="*/ 6430233 w 7884985"/>
                  <a:gd name="connsiteY91" fmla="*/ 3120163 h 3397816"/>
                  <a:gd name="connsiteX92" fmla="*/ 6543484 w 7884985"/>
                  <a:gd name="connsiteY92" fmla="*/ 3013292 h 3397816"/>
                  <a:gd name="connsiteX93" fmla="*/ 6601873 w 7884985"/>
                  <a:gd name="connsiteY93" fmla="*/ 3028723 h 3397816"/>
                  <a:gd name="connsiteX94" fmla="*/ 6579108 w 7884985"/>
                  <a:gd name="connsiteY94" fmla="*/ 2952333 h 3397816"/>
                  <a:gd name="connsiteX95" fmla="*/ 6719221 w 7884985"/>
                  <a:gd name="connsiteY95" fmla="*/ 2812220 h 3397816"/>
                  <a:gd name="connsiteX96" fmla="*/ 6752082 w 7884985"/>
                  <a:gd name="connsiteY96" fmla="*/ 2816220 h 3397816"/>
                  <a:gd name="connsiteX97" fmla="*/ 6833235 w 7884985"/>
                  <a:gd name="connsiteY97" fmla="*/ 2742497 h 3397816"/>
                  <a:gd name="connsiteX98" fmla="*/ 6880289 w 7884985"/>
                  <a:gd name="connsiteY98" fmla="*/ 2757546 h 3397816"/>
                  <a:gd name="connsiteX99" fmla="*/ 6879908 w 7884985"/>
                  <a:gd name="connsiteY99" fmla="*/ 2750403 h 3397816"/>
                  <a:gd name="connsiteX100" fmla="*/ 7024021 w 7884985"/>
                  <a:gd name="connsiteY100" fmla="*/ 2606289 h 3397816"/>
                  <a:gd name="connsiteX101" fmla="*/ 7057549 w 7884985"/>
                  <a:gd name="connsiteY101" fmla="*/ 2610385 h 3397816"/>
                  <a:gd name="connsiteX102" fmla="*/ 7083647 w 7884985"/>
                  <a:gd name="connsiteY102" fmla="*/ 2565617 h 3397816"/>
                  <a:gd name="connsiteX103" fmla="*/ 7073075 w 7884985"/>
                  <a:gd name="connsiteY103" fmla="*/ 2520755 h 3397816"/>
                  <a:gd name="connsiteX104" fmla="*/ 7174421 w 7884985"/>
                  <a:gd name="connsiteY104" fmla="*/ 2419409 h 3397816"/>
                  <a:gd name="connsiteX105" fmla="*/ 7201091 w 7884985"/>
                  <a:gd name="connsiteY105" fmla="*/ 2423029 h 3397816"/>
                  <a:gd name="connsiteX106" fmla="*/ 7198233 w 7884985"/>
                  <a:gd name="connsiteY106" fmla="*/ 2393215 h 3397816"/>
                  <a:gd name="connsiteX107" fmla="*/ 7357396 w 7884985"/>
                  <a:gd name="connsiteY107" fmla="*/ 2234052 h 3397816"/>
                  <a:gd name="connsiteX108" fmla="*/ 7403592 w 7884985"/>
                  <a:gd name="connsiteY108" fmla="*/ 2240910 h 3397816"/>
                  <a:gd name="connsiteX109" fmla="*/ 7471601 w 7884985"/>
                  <a:gd name="connsiteY109" fmla="*/ 2186046 h 3397816"/>
                  <a:gd name="connsiteX110" fmla="*/ 7469029 w 7884985"/>
                  <a:gd name="connsiteY110" fmla="*/ 2167473 h 3397816"/>
                  <a:gd name="connsiteX111" fmla="*/ 7527894 w 7884985"/>
                  <a:gd name="connsiteY111" fmla="*/ 2098702 h 3397816"/>
                  <a:gd name="connsiteX112" fmla="*/ 7626001 w 7884985"/>
                  <a:gd name="connsiteY112" fmla="*/ 1991165 h 3397816"/>
                  <a:gd name="connsiteX113" fmla="*/ 7625906 w 7884985"/>
                  <a:gd name="connsiteY113" fmla="*/ 1988498 h 3397816"/>
                  <a:gd name="connsiteX114" fmla="*/ 7724108 w 7884985"/>
                  <a:gd name="connsiteY114" fmla="*/ 1890295 h 3397816"/>
                  <a:gd name="connsiteX115" fmla="*/ 7749635 w 7884985"/>
                  <a:gd name="connsiteY115" fmla="*/ 1893724 h 3397816"/>
                  <a:gd name="connsiteX116" fmla="*/ 7831836 w 7884985"/>
                  <a:gd name="connsiteY116" fmla="*/ 1842765 h 3397816"/>
                  <a:gd name="connsiteX117" fmla="*/ 7884986 w 7884985"/>
                  <a:gd name="connsiteY117" fmla="*/ 1859720 h 3397816"/>
                  <a:gd name="connsiteX118" fmla="*/ 7882509 w 7884985"/>
                  <a:gd name="connsiteY118" fmla="*/ 10346 h 3397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</a:cxnLst>
                <a:rect l="l" t="t" r="r" b="b"/>
                <a:pathLst>
                  <a:path w="7884985" h="3397816">
                    <a:moveTo>
                      <a:pt x="7882509" y="10346"/>
                    </a:moveTo>
                    <a:lnTo>
                      <a:pt x="7882509" y="249"/>
                    </a:lnTo>
                    <a:cubicBezTo>
                      <a:pt x="7882509" y="249"/>
                      <a:pt x="7828693" y="177605"/>
                      <a:pt x="7754208" y="248852"/>
                    </a:cubicBezTo>
                    <a:cubicBezTo>
                      <a:pt x="7679722" y="320099"/>
                      <a:pt x="7640193" y="195035"/>
                      <a:pt x="7611713" y="79402"/>
                    </a:cubicBezTo>
                    <a:cubicBezTo>
                      <a:pt x="7583234" y="-36232"/>
                      <a:pt x="7499223" y="-17182"/>
                      <a:pt x="7424833" y="82545"/>
                    </a:cubicBezTo>
                    <a:cubicBezTo>
                      <a:pt x="7350443" y="182272"/>
                      <a:pt x="7336155" y="448401"/>
                      <a:pt x="7304437" y="600420"/>
                    </a:cubicBezTo>
                    <a:cubicBezTo>
                      <a:pt x="7272718" y="752439"/>
                      <a:pt x="7130225" y="681191"/>
                      <a:pt x="7098506" y="565558"/>
                    </a:cubicBezTo>
                    <a:cubicBezTo>
                      <a:pt x="7066788" y="449925"/>
                      <a:pt x="7009829" y="391346"/>
                      <a:pt x="6922675" y="408776"/>
                    </a:cubicBezTo>
                    <a:cubicBezTo>
                      <a:pt x="6835617" y="426207"/>
                      <a:pt x="6811804" y="557652"/>
                      <a:pt x="6808661" y="685954"/>
                    </a:cubicBezTo>
                    <a:cubicBezTo>
                      <a:pt x="6805517" y="814256"/>
                      <a:pt x="6713601" y="1197542"/>
                      <a:pt x="6569488" y="1183254"/>
                    </a:cubicBezTo>
                    <a:cubicBezTo>
                      <a:pt x="6434424" y="1169919"/>
                      <a:pt x="6400896" y="931223"/>
                      <a:pt x="6278594" y="896075"/>
                    </a:cubicBezTo>
                    <a:lnTo>
                      <a:pt x="6278594" y="895980"/>
                    </a:lnTo>
                    <a:cubicBezTo>
                      <a:pt x="6278594" y="895980"/>
                      <a:pt x="6262783" y="891885"/>
                      <a:pt x="6252687" y="891885"/>
                    </a:cubicBezTo>
                    <a:cubicBezTo>
                      <a:pt x="6108573" y="885503"/>
                      <a:pt x="6078475" y="963131"/>
                      <a:pt x="5875782" y="1233927"/>
                    </a:cubicBezTo>
                    <a:cubicBezTo>
                      <a:pt x="5673090" y="1504723"/>
                      <a:pt x="5424392" y="1368515"/>
                      <a:pt x="5329428" y="1262407"/>
                    </a:cubicBezTo>
                    <a:cubicBezTo>
                      <a:pt x="5234368" y="1156298"/>
                      <a:pt x="5209032" y="910839"/>
                      <a:pt x="4985766" y="907696"/>
                    </a:cubicBezTo>
                    <a:cubicBezTo>
                      <a:pt x="4766406" y="904553"/>
                      <a:pt x="4699159" y="1092957"/>
                      <a:pt x="4612005" y="1249739"/>
                    </a:cubicBezTo>
                    <a:cubicBezTo>
                      <a:pt x="4514374" y="1425475"/>
                      <a:pt x="4279392" y="1444525"/>
                      <a:pt x="4160615" y="1308317"/>
                    </a:cubicBezTo>
                    <a:cubicBezTo>
                      <a:pt x="4109371" y="1239738"/>
                      <a:pt x="4064032" y="1084004"/>
                      <a:pt x="3851815" y="1038093"/>
                    </a:cubicBezTo>
                    <a:cubicBezTo>
                      <a:pt x="3597116" y="982944"/>
                      <a:pt x="3437954" y="1202304"/>
                      <a:pt x="3437954" y="1202304"/>
                    </a:cubicBezTo>
                    <a:cubicBezTo>
                      <a:pt x="3437954" y="1202304"/>
                      <a:pt x="3438144" y="1202304"/>
                      <a:pt x="3438144" y="1202304"/>
                    </a:cubicBezTo>
                    <a:cubicBezTo>
                      <a:pt x="3376041" y="1270408"/>
                      <a:pt x="3307366" y="1362134"/>
                      <a:pt x="3189351" y="1357943"/>
                    </a:cubicBezTo>
                    <a:cubicBezTo>
                      <a:pt x="2899124" y="1347751"/>
                      <a:pt x="2855690" y="935604"/>
                      <a:pt x="2612898" y="935604"/>
                    </a:cubicBezTo>
                    <a:cubicBezTo>
                      <a:pt x="2309908" y="935604"/>
                      <a:pt x="2391251" y="1272027"/>
                      <a:pt x="2131409" y="1275552"/>
                    </a:cubicBezTo>
                    <a:cubicBezTo>
                      <a:pt x="1820989" y="1279742"/>
                      <a:pt x="1854803" y="960941"/>
                      <a:pt x="1546479" y="956655"/>
                    </a:cubicBezTo>
                    <a:cubicBezTo>
                      <a:pt x="1231868" y="952368"/>
                      <a:pt x="1250823" y="1364229"/>
                      <a:pt x="993267" y="1349465"/>
                    </a:cubicBezTo>
                    <a:cubicBezTo>
                      <a:pt x="731806" y="1334511"/>
                      <a:pt x="760476" y="911030"/>
                      <a:pt x="406241" y="935604"/>
                    </a:cubicBezTo>
                    <a:cubicBezTo>
                      <a:pt x="131731" y="954654"/>
                      <a:pt x="4191" y="1241833"/>
                      <a:pt x="4191" y="1241833"/>
                    </a:cubicBezTo>
                    <a:lnTo>
                      <a:pt x="0" y="3397817"/>
                    </a:lnTo>
                    <a:cubicBezTo>
                      <a:pt x="0" y="3319140"/>
                      <a:pt x="68866" y="3255323"/>
                      <a:pt x="147638" y="3255323"/>
                    </a:cubicBezTo>
                    <a:cubicBezTo>
                      <a:pt x="209169" y="3255323"/>
                      <a:pt x="261366" y="3294375"/>
                      <a:pt x="281369" y="3348953"/>
                    </a:cubicBezTo>
                    <a:cubicBezTo>
                      <a:pt x="301466" y="3322855"/>
                      <a:pt x="332899" y="3305996"/>
                      <a:pt x="368332" y="3305996"/>
                    </a:cubicBezTo>
                    <a:cubicBezTo>
                      <a:pt x="407861" y="3305996"/>
                      <a:pt x="442436" y="3326951"/>
                      <a:pt x="461772" y="3358288"/>
                    </a:cubicBezTo>
                    <a:cubicBezTo>
                      <a:pt x="466915" y="3284279"/>
                      <a:pt x="528447" y="3225700"/>
                      <a:pt x="603790" y="3225700"/>
                    </a:cubicBezTo>
                    <a:cubicBezTo>
                      <a:pt x="680657" y="3225700"/>
                      <a:pt x="743140" y="3286565"/>
                      <a:pt x="745998" y="3362669"/>
                    </a:cubicBezTo>
                    <a:cubicBezTo>
                      <a:pt x="772001" y="3334380"/>
                      <a:pt x="809339" y="3316473"/>
                      <a:pt x="850773" y="3316473"/>
                    </a:cubicBezTo>
                    <a:cubicBezTo>
                      <a:pt x="905161" y="3316473"/>
                      <a:pt x="952405" y="3346954"/>
                      <a:pt x="976408" y="3391816"/>
                    </a:cubicBezTo>
                    <a:cubicBezTo>
                      <a:pt x="998411" y="3324855"/>
                      <a:pt x="1061466" y="3276373"/>
                      <a:pt x="1135761" y="3276373"/>
                    </a:cubicBezTo>
                    <a:cubicBezTo>
                      <a:pt x="1186815" y="3276373"/>
                      <a:pt x="1232535" y="3299233"/>
                      <a:pt x="1263301" y="3335237"/>
                    </a:cubicBezTo>
                    <a:cubicBezTo>
                      <a:pt x="1278160" y="3272468"/>
                      <a:pt x="1334453" y="3225700"/>
                      <a:pt x="1401890" y="3225700"/>
                    </a:cubicBezTo>
                    <a:cubicBezTo>
                      <a:pt x="1470850" y="3225700"/>
                      <a:pt x="1528286" y="3274659"/>
                      <a:pt x="1541526" y="3339619"/>
                    </a:cubicBezTo>
                    <a:cubicBezTo>
                      <a:pt x="1571435" y="3299995"/>
                      <a:pt x="1618679" y="3274278"/>
                      <a:pt x="1672114" y="3274278"/>
                    </a:cubicBezTo>
                    <a:cubicBezTo>
                      <a:pt x="1735455" y="3274278"/>
                      <a:pt x="1790319" y="3310377"/>
                      <a:pt x="1817561" y="3363051"/>
                    </a:cubicBezTo>
                    <a:cubicBezTo>
                      <a:pt x="1840230" y="3314378"/>
                      <a:pt x="1889474" y="3280659"/>
                      <a:pt x="1946624" y="3280659"/>
                    </a:cubicBezTo>
                    <a:cubicBezTo>
                      <a:pt x="1990630" y="3280659"/>
                      <a:pt x="2029968" y="3300662"/>
                      <a:pt x="2056067" y="3331999"/>
                    </a:cubicBezTo>
                    <a:cubicBezTo>
                      <a:pt x="2072354" y="3295518"/>
                      <a:pt x="2108930" y="3270182"/>
                      <a:pt x="2151412" y="3270182"/>
                    </a:cubicBezTo>
                    <a:cubicBezTo>
                      <a:pt x="2192464" y="3270182"/>
                      <a:pt x="2227897" y="3293899"/>
                      <a:pt x="2245043" y="3328380"/>
                    </a:cubicBezTo>
                    <a:cubicBezTo>
                      <a:pt x="2253996" y="3276183"/>
                      <a:pt x="2299430" y="3236463"/>
                      <a:pt x="2354199" y="3236463"/>
                    </a:cubicBezTo>
                    <a:cubicBezTo>
                      <a:pt x="2407158" y="3236463"/>
                      <a:pt x="2451449" y="3273611"/>
                      <a:pt x="2462403" y="3323331"/>
                    </a:cubicBezTo>
                    <a:cubicBezTo>
                      <a:pt x="2485549" y="3293613"/>
                      <a:pt x="2521648" y="3274468"/>
                      <a:pt x="2562225" y="3274468"/>
                    </a:cubicBezTo>
                    <a:cubicBezTo>
                      <a:pt x="2609374" y="3274468"/>
                      <a:pt x="2650522" y="3300281"/>
                      <a:pt x="2672334" y="3338571"/>
                    </a:cubicBezTo>
                    <a:cubicBezTo>
                      <a:pt x="2697480" y="3312187"/>
                      <a:pt x="2733008" y="3295614"/>
                      <a:pt x="2772347" y="3295614"/>
                    </a:cubicBezTo>
                    <a:cubicBezTo>
                      <a:pt x="2805208" y="3295614"/>
                      <a:pt x="2835307" y="3307139"/>
                      <a:pt x="2859024" y="3326284"/>
                    </a:cubicBezTo>
                    <a:cubicBezTo>
                      <a:pt x="2880836" y="3290280"/>
                      <a:pt x="2920365" y="3266086"/>
                      <a:pt x="2965514" y="3266086"/>
                    </a:cubicBezTo>
                    <a:cubicBezTo>
                      <a:pt x="2996565" y="3266086"/>
                      <a:pt x="3024950" y="3277516"/>
                      <a:pt x="3046762" y="3296376"/>
                    </a:cubicBezTo>
                    <a:cubicBezTo>
                      <a:pt x="3057335" y="3269991"/>
                      <a:pt x="3083147" y="3251322"/>
                      <a:pt x="3113342" y="3251322"/>
                    </a:cubicBezTo>
                    <a:cubicBezTo>
                      <a:pt x="3152108" y="3251322"/>
                      <a:pt x="3183731" y="3282184"/>
                      <a:pt x="3184970" y="3320664"/>
                    </a:cubicBezTo>
                    <a:cubicBezTo>
                      <a:pt x="3197638" y="3312949"/>
                      <a:pt x="3212497" y="3308377"/>
                      <a:pt x="3228404" y="3308377"/>
                    </a:cubicBezTo>
                    <a:cubicBezTo>
                      <a:pt x="3264122" y="3308377"/>
                      <a:pt x="3294602" y="3330952"/>
                      <a:pt x="3306413" y="3362575"/>
                    </a:cubicBezTo>
                    <a:cubicBezTo>
                      <a:pt x="3327178" y="3321712"/>
                      <a:pt x="3369469" y="3293613"/>
                      <a:pt x="3418427" y="3293613"/>
                    </a:cubicBezTo>
                    <a:cubicBezTo>
                      <a:pt x="3462528" y="3293613"/>
                      <a:pt x="3501200" y="3316378"/>
                      <a:pt x="3523679" y="3350763"/>
                    </a:cubicBezTo>
                    <a:cubicBezTo>
                      <a:pt x="3536728" y="3320855"/>
                      <a:pt x="3566446" y="3299995"/>
                      <a:pt x="3601117" y="3299995"/>
                    </a:cubicBezTo>
                    <a:cubicBezTo>
                      <a:pt x="3625691" y="3299995"/>
                      <a:pt x="3647789" y="3310568"/>
                      <a:pt x="3663220" y="3327332"/>
                    </a:cubicBezTo>
                    <a:cubicBezTo>
                      <a:pt x="3662744" y="3323903"/>
                      <a:pt x="3662363" y="3320474"/>
                      <a:pt x="3662363" y="3316854"/>
                    </a:cubicBezTo>
                    <a:cubicBezTo>
                      <a:pt x="3662363" y="3278373"/>
                      <a:pt x="3693605" y="3247131"/>
                      <a:pt x="3732086" y="3247131"/>
                    </a:cubicBezTo>
                    <a:cubicBezTo>
                      <a:pt x="3770567" y="3247131"/>
                      <a:pt x="3801809" y="3278373"/>
                      <a:pt x="3801809" y="3316854"/>
                    </a:cubicBezTo>
                    <a:cubicBezTo>
                      <a:pt x="3801809" y="3321045"/>
                      <a:pt x="3801332" y="3325046"/>
                      <a:pt x="3800666" y="3329046"/>
                    </a:cubicBezTo>
                    <a:cubicBezTo>
                      <a:pt x="3820478" y="3308567"/>
                      <a:pt x="3848100" y="3295709"/>
                      <a:pt x="3878866" y="3295709"/>
                    </a:cubicBezTo>
                    <a:cubicBezTo>
                      <a:pt x="3922014" y="3295709"/>
                      <a:pt x="3959257" y="3320950"/>
                      <a:pt x="3976783" y="3357431"/>
                    </a:cubicBezTo>
                    <a:cubicBezTo>
                      <a:pt x="3995833" y="3346477"/>
                      <a:pt x="4017836" y="3340095"/>
                      <a:pt x="4041458" y="3340095"/>
                    </a:cubicBezTo>
                    <a:cubicBezTo>
                      <a:pt x="4085177" y="3340095"/>
                      <a:pt x="4123754" y="3361812"/>
                      <a:pt x="4147280" y="3394864"/>
                    </a:cubicBezTo>
                    <a:cubicBezTo>
                      <a:pt x="4171474" y="3323712"/>
                      <a:pt x="4238721" y="3272468"/>
                      <a:pt x="4318064" y="3272468"/>
                    </a:cubicBezTo>
                    <a:cubicBezTo>
                      <a:pt x="4372451" y="3272468"/>
                      <a:pt x="4421029" y="3296566"/>
                      <a:pt x="4454176" y="3334571"/>
                    </a:cubicBezTo>
                    <a:cubicBezTo>
                      <a:pt x="4472654" y="3284755"/>
                      <a:pt x="4520565" y="3249227"/>
                      <a:pt x="4576763" y="3249227"/>
                    </a:cubicBezTo>
                    <a:cubicBezTo>
                      <a:pt x="4644962" y="3249227"/>
                      <a:pt x="4700968" y="3301424"/>
                      <a:pt x="4707065" y="3368003"/>
                    </a:cubicBezTo>
                    <a:cubicBezTo>
                      <a:pt x="4739450" y="3314568"/>
                      <a:pt x="4797933" y="3278754"/>
                      <a:pt x="4864989" y="3278754"/>
                    </a:cubicBezTo>
                    <a:cubicBezTo>
                      <a:pt x="4932045" y="3278754"/>
                      <a:pt x="4990624" y="3314664"/>
                      <a:pt x="5023009" y="3368099"/>
                    </a:cubicBezTo>
                    <a:cubicBezTo>
                      <a:pt x="5041202" y="3338571"/>
                      <a:pt x="5073777" y="3318855"/>
                      <a:pt x="5111020" y="3318855"/>
                    </a:cubicBezTo>
                    <a:cubicBezTo>
                      <a:pt x="5140547" y="3318855"/>
                      <a:pt x="5167122" y="3331237"/>
                      <a:pt x="5185982" y="3351145"/>
                    </a:cubicBezTo>
                    <a:cubicBezTo>
                      <a:pt x="5207508" y="3278754"/>
                      <a:pt x="5274469" y="3225986"/>
                      <a:pt x="5353908" y="3225986"/>
                    </a:cubicBezTo>
                    <a:cubicBezTo>
                      <a:pt x="5433251" y="3225986"/>
                      <a:pt x="5500116" y="3278659"/>
                      <a:pt x="5521738" y="3350954"/>
                    </a:cubicBezTo>
                    <a:cubicBezTo>
                      <a:pt x="5558218" y="3310568"/>
                      <a:pt x="5610892" y="3285136"/>
                      <a:pt x="5669566" y="3285136"/>
                    </a:cubicBezTo>
                    <a:cubicBezTo>
                      <a:pt x="5722525" y="3285136"/>
                      <a:pt x="5770436" y="3305901"/>
                      <a:pt x="5806154" y="3339524"/>
                    </a:cubicBezTo>
                    <a:cubicBezTo>
                      <a:pt x="5831777" y="3294471"/>
                      <a:pt x="5880069" y="3263991"/>
                      <a:pt x="5935600" y="3263991"/>
                    </a:cubicBezTo>
                    <a:cubicBezTo>
                      <a:pt x="5996750" y="3263991"/>
                      <a:pt x="6049233" y="3300852"/>
                      <a:pt x="6072188" y="3353621"/>
                    </a:cubicBezTo>
                    <a:cubicBezTo>
                      <a:pt x="6087333" y="3312473"/>
                      <a:pt x="6126766" y="3282945"/>
                      <a:pt x="6173152" y="3282945"/>
                    </a:cubicBezTo>
                    <a:cubicBezTo>
                      <a:pt x="6212396" y="3282945"/>
                      <a:pt x="6245733" y="3303996"/>
                      <a:pt x="6263926" y="3335428"/>
                    </a:cubicBezTo>
                    <a:cubicBezTo>
                      <a:pt x="6263926" y="3335428"/>
                      <a:pt x="6275546" y="3350478"/>
                      <a:pt x="6278690" y="3390673"/>
                    </a:cubicBezTo>
                    <a:lnTo>
                      <a:pt x="6278690" y="3317807"/>
                    </a:lnTo>
                    <a:cubicBezTo>
                      <a:pt x="6278690" y="3226843"/>
                      <a:pt x="6335650" y="3151024"/>
                      <a:pt x="6418326" y="3151024"/>
                    </a:cubicBezTo>
                    <a:cubicBezTo>
                      <a:pt x="6424137" y="3151024"/>
                      <a:pt x="6429756" y="3151500"/>
                      <a:pt x="6435376" y="3152167"/>
                    </a:cubicBezTo>
                    <a:cubicBezTo>
                      <a:pt x="6432042" y="3142071"/>
                      <a:pt x="6430233" y="3131307"/>
                      <a:pt x="6430233" y="3120163"/>
                    </a:cubicBezTo>
                    <a:cubicBezTo>
                      <a:pt x="6430233" y="3061108"/>
                      <a:pt x="6480906" y="3013292"/>
                      <a:pt x="6543484" y="3013292"/>
                    </a:cubicBezTo>
                    <a:cubicBezTo>
                      <a:pt x="6564916" y="3013292"/>
                      <a:pt x="6584823" y="3019008"/>
                      <a:pt x="6601873" y="3028723"/>
                    </a:cubicBezTo>
                    <a:cubicBezTo>
                      <a:pt x="6587490" y="3006720"/>
                      <a:pt x="6579108" y="2980526"/>
                      <a:pt x="6579108" y="2952333"/>
                    </a:cubicBezTo>
                    <a:cubicBezTo>
                      <a:pt x="6579108" y="2874894"/>
                      <a:pt x="6641878" y="2812220"/>
                      <a:pt x="6719221" y="2812220"/>
                    </a:cubicBezTo>
                    <a:cubicBezTo>
                      <a:pt x="6730556" y="2812220"/>
                      <a:pt x="6741510" y="2813744"/>
                      <a:pt x="6752082" y="2816220"/>
                    </a:cubicBezTo>
                    <a:cubicBezTo>
                      <a:pt x="6755987" y="2774882"/>
                      <a:pt x="6790849" y="2742497"/>
                      <a:pt x="6833235" y="2742497"/>
                    </a:cubicBezTo>
                    <a:cubicBezTo>
                      <a:pt x="6850761" y="2742497"/>
                      <a:pt x="6867049" y="2748117"/>
                      <a:pt x="6880289" y="2757546"/>
                    </a:cubicBezTo>
                    <a:cubicBezTo>
                      <a:pt x="6880194" y="2755165"/>
                      <a:pt x="6879908" y="2752879"/>
                      <a:pt x="6879908" y="2750403"/>
                    </a:cubicBezTo>
                    <a:cubicBezTo>
                      <a:pt x="6879908" y="2670774"/>
                      <a:pt x="6944392" y="2606289"/>
                      <a:pt x="7024021" y="2606289"/>
                    </a:cubicBezTo>
                    <a:cubicBezTo>
                      <a:pt x="7035642" y="2606289"/>
                      <a:pt x="7046786" y="2607813"/>
                      <a:pt x="7057549" y="2610385"/>
                    </a:cubicBezTo>
                    <a:cubicBezTo>
                      <a:pt x="7059359" y="2591907"/>
                      <a:pt x="7069265" y="2575809"/>
                      <a:pt x="7083647" y="2565617"/>
                    </a:cubicBezTo>
                    <a:cubicBezTo>
                      <a:pt x="7076980" y="2552092"/>
                      <a:pt x="7073075" y="2536947"/>
                      <a:pt x="7073075" y="2520755"/>
                    </a:cubicBezTo>
                    <a:cubicBezTo>
                      <a:pt x="7073075" y="2464748"/>
                      <a:pt x="7118414" y="2419409"/>
                      <a:pt x="7174421" y="2419409"/>
                    </a:cubicBezTo>
                    <a:cubicBezTo>
                      <a:pt x="7183660" y="2419409"/>
                      <a:pt x="7192518" y="2420742"/>
                      <a:pt x="7201091" y="2423029"/>
                    </a:cubicBezTo>
                    <a:cubicBezTo>
                      <a:pt x="7199281" y="2413408"/>
                      <a:pt x="7198233" y="2403407"/>
                      <a:pt x="7198233" y="2393215"/>
                    </a:cubicBezTo>
                    <a:cubicBezTo>
                      <a:pt x="7198233" y="2305299"/>
                      <a:pt x="7269480" y="2234052"/>
                      <a:pt x="7357396" y="2234052"/>
                    </a:cubicBezTo>
                    <a:cubicBezTo>
                      <a:pt x="7373493" y="2234052"/>
                      <a:pt x="7389019" y="2236529"/>
                      <a:pt x="7403592" y="2240910"/>
                    </a:cubicBezTo>
                    <a:cubicBezTo>
                      <a:pt x="7414641" y="2212145"/>
                      <a:pt x="7440359" y="2190809"/>
                      <a:pt x="7471601" y="2186046"/>
                    </a:cubicBezTo>
                    <a:cubicBezTo>
                      <a:pt x="7469981" y="2180141"/>
                      <a:pt x="7469029" y="2173950"/>
                      <a:pt x="7469029" y="2167473"/>
                    </a:cubicBezTo>
                    <a:cubicBezTo>
                      <a:pt x="7469029" y="2132706"/>
                      <a:pt x="7494556" y="2103941"/>
                      <a:pt x="7527894" y="2098702"/>
                    </a:cubicBezTo>
                    <a:cubicBezTo>
                      <a:pt x="7530084" y="2043362"/>
                      <a:pt x="7571994" y="1998308"/>
                      <a:pt x="7626001" y="1991165"/>
                    </a:cubicBezTo>
                    <a:cubicBezTo>
                      <a:pt x="7626001" y="1990307"/>
                      <a:pt x="7625906" y="1989355"/>
                      <a:pt x="7625906" y="1988498"/>
                    </a:cubicBezTo>
                    <a:cubicBezTo>
                      <a:pt x="7625906" y="1934300"/>
                      <a:pt x="7669911" y="1890295"/>
                      <a:pt x="7724108" y="1890295"/>
                    </a:cubicBezTo>
                    <a:cubicBezTo>
                      <a:pt x="7732967" y="1890295"/>
                      <a:pt x="7741444" y="1891533"/>
                      <a:pt x="7749635" y="1893724"/>
                    </a:cubicBezTo>
                    <a:cubicBezTo>
                      <a:pt x="7764685" y="1863530"/>
                      <a:pt x="7795737" y="1842765"/>
                      <a:pt x="7831836" y="1842765"/>
                    </a:cubicBezTo>
                    <a:cubicBezTo>
                      <a:pt x="7851648" y="1842765"/>
                      <a:pt x="7869936" y="1849052"/>
                      <a:pt x="7884986" y="1859720"/>
                    </a:cubicBezTo>
                    <a:lnTo>
                      <a:pt x="7882509" y="10346"/>
                    </a:lnTo>
                    <a:close/>
                  </a:path>
                </a:pathLst>
              </a:custGeom>
              <a:noFill/>
              <a:ln w="7144" cap="rnd">
                <a:solidFill>
                  <a:srgbClr val="333333"/>
                </a:solidFill>
                <a:prstDash val="solid"/>
                <a:round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6340" name="Forme libre : forme 16339">
                <a:extLst>
                  <a:ext uri="{FF2B5EF4-FFF2-40B4-BE49-F238E27FC236}">
                    <a16:creationId xmlns:a16="http://schemas.microsoft.com/office/drawing/2014/main" id="{E58790A2-B77F-41B3-8ED0-27F75C947726}"/>
                  </a:ext>
                </a:extLst>
              </p:cNvPr>
              <p:cNvSpPr/>
              <p:nvPr/>
            </p:nvSpPr>
            <p:spPr>
              <a:xfrm>
                <a:off x="6634020" y="3094951"/>
                <a:ext cx="1485603" cy="1822933"/>
              </a:xfrm>
              <a:custGeom>
                <a:avLst/>
                <a:gdLst>
                  <a:gd name="connsiteX0" fmla="*/ 21292 w 1485603"/>
                  <a:gd name="connsiteY0" fmla="*/ 1747558 h 1822933"/>
                  <a:gd name="connsiteX1" fmla="*/ 60535 w 1485603"/>
                  <a:gd name="connsiteY1" fmla="*/ 1821663 h 1822933"/>
                  <a:gd name="connsiteX2" fmla="*/ 114447 w 1485603"/>
                  <a:gd name="connsiteY2" fmla="*/ 1805185 h 1822933"/>
                  <a:gd name="connsiteX3" fmla="*/ 521641 w 1485603"/>
                  <a:gd name="connsiteY3" fmla="*/ 1385132 h 1822933"/>
                  <a:gd name="connsiteX4" fmla="*/ 649466 w 1485603"/>
                  <a:gd name="connsiteY4" fmla="*/ 1320743 h 1822933"/>
                  <a:gd name="connsiteX5" fmla="*/ 735286 w 1485603"/>
                  <a:gd name="connsiteY5" fmla="*/ 1228351 h 1822933"/>
                  <a:gd name="connsiteX6" fmla="*/ 899402 w 1485603"/>
                  <a:gd name="connsiteY6" fmla="*/ 1080618 h 1822933"/>
                  <a:gd name="connsiteX7" fmla="*/ 1144861 w 1485603"/>
                  <a:gd name="connsiteY7" fmla="*/ 822395 h 1822933"/>
                  <a:gd name="connsiteX8" fmla="*/ 1385748 w 1485603"/>
                  <a:gd name="connsiteY8" fmla="*/ 629514 h 1822933"/>
                  <a:gd name="connsiteX9" fmla="*/ 1482618 w 1485603"/>
                  <a:gd name="connsiteY9" fmla="*/ 369005 h 1822933"/>
                  <a:gd name="connsiteX10" fmla="*/ 1468807 w 1485603"/>
                  <a:gd name="connsiteY10" fmla="*/ 87732 h 1822933"/>
                  <a:gd name="connsiteX11" fmla="*/ 1408513 w 1485603"/>
                  <a:gd name="connsiteY11" fmla="*/ 7 h 1822933"/>
                  <a:gd name="connsiteX12" fmla="*/ 976745 w 1485603"/>
                  <a:gd name="connsiteY12" fmla="*/ 569792 h 1822933"/>
                  <a:gd name="connsiteX13" fmla="*/ 565837 w 1485603"/>
                  <a:gd name="connsiteY13" fmla="*/ 873735 h 1822933"/>
                  <a:gd name="connsiteX14" fmla="*/ 404197 w 1485603"/>
                  <a:gd name="connsiteY14" fmla="*/ 993179 h 1822933"/>
                  <a:gd name="connsiteX15" fmla="*/ 204839 w 1485603"/>
                  <a:gd name="connsiteY15" fmla="*/ 1053758 h 1822933"/>
                  <a:gd name="connsiteX16" fmla="*/ 27579 w 1485603"/>
                  <a:gd name="connsiteY16" fmla="*/ 1119671 h 1822933"/>
                  <a:gd name="connsiteX17" fmla="*/ 623 w 1485603"/>
                  <a:gd name="connsiteY17" fmla="*/ 1236828 h 1822933"/>
                  <a:gd name="connsiteX18" fmla="*/ 5576 w 1485603"/>
                  <a:gd name="connsiteY18" fmla="*/ 1479716 h 1822933"/>
                  <a:gd name="connsiteX19" fmla="*/ 21292 w 1485603"/>
                  <a:gd name="connsiteY19" fmla="*/ 1747558 h 1822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85603" h="1822933">
                    <a:moveTo>
                      <a:pt x="21292" y="1747558"/>
                    </a:moveTo>
                    <a:cubicBezTo>
                      <a:pt x="23673" y="1777372"/>
                      <a:pt x="31579" y="1813948"/>
                      <a:pt x="60535" y="1821663"/>
                    </a:cubicBezTo>
                    <a:cubicBezTo>
                      <a:pt x="79300" y="1826616"/>
                      <a:pt x="98540" y="1816234"/>
                      <a:pt x="114447" y="1805185"/>
                    </a:cubicBezTo>
                    <a:cubicBezTo>
                      <a:pt x="275705" y="1692980"/>
                      <a:pt x="347238" y="1475524"/>
                      <a:pt x="521641" y="1385132"/>
                    </a:cubicBezTo>
                    <a:cubicBezTo>
                      <a:pt x="564122" y="1363130"/>
                      <a:pt x="611366" y="1349604"/>
                      <a:pt x="649466" y="1320743"/>
                    </a:cubicBezTo>
                    <a:cubicBezTo>
                      <a:pt x="683089" y="1295312"/>
                      <a:pt x="707187" y="1259783"/>
                      <a:pt x="735286" y="1228351"/>
                    </a:cubicBezTo>
                    <a:cubicBezTo>
                      <a:pt x="784340" y="1173391"/>
                      <a:pt x="845586" y="1130910"/>
                      <a:pt x="899402" y="1080618"/>
                    </a:cubicBezTo>
                    <a:cubicBezTo>
                      <a:pt x="986365" y="999560"/>
                      <a:pt x="1053707" y="898690"/>
                      <a:pt x="1144861" y="822395"/>
                    </a:cubicBezTo>
                    <a:cubicBezTo>
                      <a:pt x="1223919" y="756197"/>
                      <a:pt x="1320216" y="709143"/>
                      <a:pt x="1385748" y="629514"/>
                    </a:cubicBezTo>
                    <a:cubicBezTo>
                      <a:pt x="1445470" y="556933"/>
                      <a:pt x="1474236" y="462731"/>
                      <a:pt x="1482618" y="369005"/>
                    </a:cubicBezTo>
                    <a:cubicBezTo>
                      <a:pt x="1490999" y="275279"/>
                      <a:pt x="1480237" y="181077"/>
                      <a:pt x="1468807" y="87732"/>
                    </a:cubicBezTo>
                    <a:cubicBezTo>
                      <a:pt x="1464044" y="48965"/>
                      <a:pt x="1447565" y="-660"/>
                      <a:pt x="1408513" y="7"/>
                    </a:cubicBezTo>
                    <a:cubicBezTo>
                      <a:pt x="1305357" y="216891"/>
                      <a:pt x="1160673" y="415392"/>
                      <a:pt x="976745" y="569792"/>
                    </a:cubicBezTo>
                    <a:cubicBezTo>
                      <a:pt x="846157" y="679330"/>
                      <a:pt x="697567" y="765722"/>
                      <a:pt x="565837" y="873735"/>
                    </a:cubicBezTo>
                    <a:cubicBezTo>
                      <a:pt x="513925" y="916312"/>
                      <a:pt x="464014" y="962603"/>
                      <a:pt x="404197" y="993179"/>
                    </a:cubicBezTo>
                    <a:cubicBezTo>
                      <a:pt x="341904" y="1025087"/>
                      <a:pt x="272466" y="1038137"/>
                      <a:pt x="204839" y="1053758"/>
                    </a:cubicBezTo>
                    <a:cubicBezTo>
                      <a:pt x="148546" y="1066807"/>
                      <a:pt x="71584" y="1078713"/>
                      <a:pt x="27579" y="1119671"/>
                    </a:cubicBezTo>
                    <a:cubicBezTo>
                      <a:pt x="-5569" y="1150436"/>
                      <a:pt x="242" y="1195299"/>
                      <a:pt x="623" y="1236828"/>
                    </a:cubicBezTo>
                    <a:cubicBezTo>
                      <a:pt x="1194" y="1317886"/>
                      <a:pt x="2433" y="1398753"/>
                      <a:pt x="5576" y="1479716"/>
                    </a:cubicBezTo>
                    <a:cubicBezTo>
                      <a:pt x="8910" y="1569155"/>
                      <a:pt x="14148" y="1658405"/>
                      <a:pt x="21292" y="1747558"/>
                    </a:cubicBezTo>
                    <a:close/>
                  </a:path>
                </a:pathLst>
              </a:custGeom>
              <a:solidFill>
                <a:srgbClr val="69BDD1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6341" name="Forme libre : forme 16340">
                <a:extLst>
                  <a:ext uri="{FF2B5EF4-FFF2-40B4-BE49-F238E27FC236}">
                    <a16:creationId xmlns:a16="http://schemas.microsoft.com/office/drawing/2014/main" id="{9C29E0A1-FB1A-4857-9B26-A1639B025D0C}"/>
                  </a:ext>
                </a:extLst>
              </p:cNvPr>
              <p:cNvSpPr/>
              <p:nvPr/>
            </p:nvSpPr>
            <p:spPr>
              <a:xfrm>
                <a:off x="7162232" y="2377131"/>
                <a:ext cx="288100" cy="279529"/>
              </a:xfrm>
              <a:custGeom>
                <a:avLst/>
                <a:gdLst>
                  <a:gd name="connsiteX0" fmla="*/ 190024 w 288100"/>
                  <a:gd name="connsiteY0" fmla="*/ 108512 h 279529"/>
                  <a:gd name="connsiteX1" fmla="*/ 168973 w 288100"/>
                  <a:gd name="connsiteY1" fmla="*/ 58697 h 279529"/>
                  <a:gd name="connsiteX2" fmla="*/ 90583 w 288100"/>
                  <a:gd name="connsiteY2" fmla="*/ 1642 h 279529"/>
                  <a:gd name="connsiteX3" fmla="*/ 0 w 288100"/>
                  <a:gd name="connsiteY3" fmla="*/ 31931 h 279529"/>
                  <a:gd name="connsiteX4" fmla="*/ 117634 w 288100"/>
                  <a:gd name="connsiteY4" fmla="*/ 42218 h 279529"/>
                  <a:gd name="connsiteX5" fmla="*/ 152114 w 288100"/>
                  <a:gd name="connsiteY5" fmla="*/ 96892 h 279529"/>
                  <a:gd name="connsiteX6" fmla="*/ 188404 w 288100"/>
                  <a:gd name="connsiteY6" fmla="*/ 181950 h 279529"/>
                  <a:gd name="connsiteX7" fmla="*/ 244126 w 288100"/>
                  <a:gd name="connsiteY7" fmla="*/ 266913 h 279529"/>
                  <a:gd name="connsiteX8" fmla="*/ 287941 w 288100"/>
                  <a:gd name="connsiteY8" fmla="*/ 258531 h 279529"/>
                  <a:gd name="connsiteX9" fmla="*/ 234982 w 288100"/>
                  <a:gd name="connsiteY9" fmla="*/ 199286 h 279529"/>
                  <a:gd name="connsiteX10" fmla="*/ 190024 w 288100"/>
                  <a:gd name="connsiteY10" fmla="*/ 108512 h 27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8100" h="279529">
                    <a:moveTo>
                      <a:pt x="190024" y="108512"/>
                    </a:moveTo>
                    <a:cubicBezTo>
                      <a:pt x="183928" y="91463"/>
                      <a:pt x="178118" y="74222"/>
                      <a:pt x="168973" y="58697"/>
                    </a:cubicBezTo>
                    <a:cubicBezTo>
                      <a:pt x="152114" y="29931"/>
                      <a:pt x="123349" y="7738"/>
                      <a:pt x="90583" y="1642"/>
                    </a:cubicBezTo>
                    <a:cubicBezTo>
                      <a:pt x="57817" y="-4454"/>
                      <a:pt x="21717" y="6595"/>
                      <a:pt x="0" y="31931"/>
                    </a:cubicBezTo>
                    <a:cubicBezTo>
                      <a:pt x="39910" y="23454"/>
                      <a:pt x="86106" y="16310"/>
                      <a:pt x="117634" y="42218"/>
                    </a:cubicBezTo>
                    <a:cubicBezTo>
                      <a:pt x="134398" y="56030"/>
                      <a:pt x="143542" y="76890"/>
                      <a:pt x="152114" y="96892"/>
                    </a:cubicBezTo>
                    <a:cubicBezTo>
                      <a:pt x="164211" y="125276"/>
                      <a:pt x="176308" y="153566"/>
                      <a:pt x="188404" y="181950"/>
                    </a:cubicBezTo>
                    <a:cubicBezTo>
                      <a:pt x="201644" y="212907"/>
                      <a:pt x="215932" y="246530"/>
                      <a:pt x="244126" y="266913"/>
                    </a:cubicBezTo>
                    <a:cubicBezTo>
                      <a:pt x="261461" y="279391"/>
                      <a:pt x="290513" y="290821"/>
                      <a:pt x="287941" y="258531"/>
                    </a:cubicBezTo>
                    <a:cubicBezTo>
                      <a:pt x="285940" y="233100"/>
                      <a:pt x="249650" y="218050"/>
                      <a:pt x="234982" y="199286"/>
                    </a:cubicBezTo>
                    <a:cubicBezTo>
                      <a:pt x="214122" y="172425"/>
                      <a:pt x="201359" y="140135"/>
                      <a:pt x="190024" y="108512"/>
                    </a:cubicBezTo>
                    <a:close/>
                  </a:path>
                </a:pathLst>
              </a:custGeom>
              <a:solidFill>
                <a:srgbClr val="FFFFFF">
                  <a:alpha val="31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6342" name="Forme libre : forme 16341">
                <a:extLst>
                  <a:ext uri="{FF2B5EF4-FFF2-40B4-BE49-F238E27FC236}">
                    <a16:creationId xmlns:a16="http://schemas.microsoft.com/office/drawing/2014/main" id="{13454F7E-AFFB-49FB-B6E5-7BC4A105A10D}"/>
                  </a:ext>
                </a:extLst>
              </p:cNvPr>
              <p:cNvSpPr/>
              <p:nvPr/>
            </p:nvSpPr>
            <p:spPr>
              <a:xfrm>
                <a:off x="7811266" y="1962617"/>
                <a:ext cx="205168" cy="291090"/>
              </a:xfrm>
              <a:custGeom>
                <a:avLst/>
                <a:gdLst>
                  <a:gd name="connsiteX0" fmla="*/ 90773 w 205168"/>
                  <a:gd name="connsiteY0" fmla="*/ 142408 h 291090"/>
                  <a:gd name="connsiteX1" fmla="*/ 148780 w 205168"/>
                  <a:gd name="connsiteY1" fmla="*/ 261756 h 291090"/>
                  <a:gd name="connsiteX2" fmla="*/ 205168 w 205168"/>
                  <a:gd name="connsiteY2" fmla="*/ 283187 h 291090"/>
                  <a:gd name="connsiteX3" fmla="*/ 122396 w 205168"/>
                  <a:gd name="connsiteY3" fmla="*/ 279187 h 291090"/>
                  <a:gd name="connsiteX4" fmla="*/ 95440 w 205168"/>
                  <a:gd name="connsiteY4" fmla="*/ 222228 h 291090"/>
                  <a:gd name="connsiteX5" fmla="*/ 76485 w 205168"/>
                  <a:gd name="connsiteY5" fmla="*/ 136503 h 291090"/>
                  <a:gd name="connsiteX6" fmla="*/ 47244 w 205168"/>
                  <a:gd name="connsiteY6" fmla="*/ 52682 h 291090"/>
                  <a:gd name="connsiteX7" fmla="*/ 0 w 205168"/>
                  <a:gd name="connsiteY7" fmla="*/ 3724 h 291090"/>
                  <a:gd name="connsiteX8" fmla="*/ 90773 w 205168"/>
                  <a:gd name="connsiteY8" fmla="*/ 142408 h 291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168" h="291090">
                    <a:moveTo>
                      <a:pt x="90773" y="142408"/>
                    </a:moveTo>
                    <a:cubicBezTo>
                      <a:pt x="99346" y="186985"/>
                      <a:pt x="112014" y="235182"/>
                      <a:pt x="148780" y="261756"/>
                    </a:cubicBezTo>
                    <a:cubicBezTo>
                      <a:pt x="165259" y="273662"/>
                      <a:pt x="185165" y="279949"/>
                      <a:pt x="205168" y="283187"/>
                    </a:cubicBezTo>
                    <a:cubicBezTo>
                      <a:pt x="177641" y="291570"/>
                      <a:pt x="144780" y="297189"/>
                      <a:pt x="122396" y="279187"/>
                    </a:cubicBezTo>
                    <a:cubicBezTo>
                      <a:pt x="105727" y="265757"/>
                      <a:pt x="100107" y="243182"/>
                      <a:pt x="95440" y="222228"/>
                    </a:cubicBezTo>
                    <a:cubicBezTo>
                      <a:pt x="89154" y="193653"/>
                      <a:pt x="82772" y="165078"/>
                      <a:pt x="76485" y="136503"/>
                    </a:cubicBezTo>
                    <a:cubicBezTo>
                      <a:pt x="70104" y="107832"/>
                      <a:pt x="63627" y="77543"/>
                      <a:pt x="47244" y="52682"/>
                    </a:cubicBezTo>
                    <a:cubicBezTo>
                      <a:pt x="34766" y="33823"/>
                      <a:pt x="10001" y="23155"/>
                      <a:pt x="0" y="3724"/>
                    </a:cubicBezTo>
                    <a:cubicBezTo>
                      <a:pt x="55721" y="-24089"/>
                      <a:pt x="84867" y="112023"/>
                      <a:pt x="90773" y="142408"/>
                    </a:cubicBezTo>
                    <a:close/>
                  </a:path>
                </a:pathLst>
              </a:custGeom>
              <a:solidFill>
                <a:srgbClr val="FFFFFF">
                  <a:alpha val="31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6343" name="Forme libre : forme 16342">
                <a:extLst>
                  <a:ext uri="{FF2B5EF4-FFF2-40B4-BE49-F238E27FC236}">
                    <a16:creationId xmlns:a16="http://schemas.microsoft.com/office/drawing/2014/main" id="{84B79754-63F0-4DDB-938B-6EFEC009F584}"/>
                  </a:ext>
                </a:extLst>
              </p:cNvPr>
              <p:cNvSpPr/>
              <p:nvPr/>
            </p:nvSpPr>
            <p:spPr>
              <a:xfrm>
                <a:off x="360893" y="3064594"/>
                <a:ext cx="1444289" cy="1917304"/>
              </a:xfrm>
              <a:custGeom>
                <a:avLst/>
                <a:gdLst>
                  <a:gd name="connsiteX0" fmla="*/ 103169 w 1444289"/>
                  <a:gd name="connsiteY0" fmla="*/ 157617 h 1917304"/>
                  <a:gd name="connsiteX1" fmla="*/ 55258 w 1444289"/>
                  <a:gd name="connsiteY1" fmla="*/ 494231 h 1917304"/>
                  <a:gd name="connsiteX2" fmla="*/ 76975 w 1444289"/>
                  <a:gd name="connsiteY2" fmla="*/ 837226 h 1917304"/>
                  <a:gd name="connsiteX3" fmla="*/ 47448 w 1444289"/>
                  <a:gd name="connsiteY3" fmla="*/ 1144788 h 1917304"/>
                  <a:gd name="connsiteX4" fmla="*/ 47448 w 1444289"/>
                  <a:gd name="connsiteY4" fmla="*/ 1308714 h 1917304"/>
                  <a:gd name="connsiteX5" fmla="*/ 1633 w 1444289"/>
                  <a:gd name="connsiteY5" fmla="*/ 1588653 h 1917304"/>
                  <a:gd name="connsiteX6" fmla="*/ 49543 w 1444289"/>
                  <a:gd name="connsiteY6" fmla="*/ 1721432 h 1917304"/>
                  <a:gd name="connsiteX7" fmla="*/ 301480 w 1444289"/>
                  <a:gd name="connsiteY7" fmla="*/ 1916980 h 1917304"/>
                  <a:gd name="connsiteX8" fmla="*/ 475787 w 1444289"/>
                  <a:gd name="connsiteY8" fmla="*/ 1886500 h 1917304"/>
                  <a:gd name="connsiteX9" fmla="*/ 764585 w 1444289"/>
                  <a:gd name="connsiteY9" fmla="*/ 1872689 h 1917304"/>
                  <a:gd name="connsiteX10" fmla="*/ 1313320 w 1444289"/>
                  <a:gd name="connsiteY10" fmla="*/ 1797156 h 1917304"/>
                  <a:gd name="connsiteX11" fmla="*/ 1436383 w 1444289"/>
                  <a:gd name="connsiteY11" fmla="*/ 1726576 h 1917304"/>
                  <a:gd name="connsiteX12" fmla="*/ 1361612 w 1444289"/>
                  <a:gd name="connsiteY12" fmla="*/ 1570746 h 1917304"/>
                  <a:gd name="connsiteX13" fmla="*/ 1101770 w 1444289"/>
                  <a:gd name="connsiteY13" fmla="*/ 1492546 h 1917304"/>
                  <a:gd name="connsiteX14" fmla="*/ 783064 w 1444289"/>
                  <a:gd name="connsiteY14" fmla="*/ 1324906 h 1917304"/>
                  <a:gd name="connsiteX15" fmla="*/ 550463 w 1444289"/>
                  <a:gd name="connsiteY15" fmla="*/ 1120785 h 1917304"/>
                  <a:gd name="connsiteX16" fmla="*/ 420256 w 1444289"/>
                  <a:gd name="connsiteY16" fmla="*/ 902663 h 1917304"/>
                  <a:gd name="connsiteX17" fmla="*/ 235090 w 1444289"/>
                  <a:gd name="connsiteY17" fmla="*/ 454988 h 1917304"/>
                  <a:gd name="connsiteX18" fmla="*/ 220231 w 1444289"/>
                  <a:gd name="connsiteY18" fmla="*/ 261440 h 1917304"/>
                  <a:gd name="connsiteX19" fmla="*/ 310147 w 1444289"/>
                  <a:gd name="connsiteY19" fmla="*/ 93324 h 1917304"/>
                  <a:gd name="connsiteX20" fmla="*/ 263856 w 1444289"/>
                  <a:gd name="connsiteY20" fmla="*/ 6551 h 1917304"/>
                  <a:gd name="connsiteX21" fmla="*/ 103169 w 1444289"/>
                  <a:gd name="connsiteY21" fmla="*/ 157617 h 1917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444289" h="1917304">
                    <a:moveTo>
                      <a:pt x="103169" y="157617"/>
                    </a:moveTo>
                    <a:cubicBezTo>
                      <a:pt x="52877" y="260678"/>
                      <a:pt x="47734" y="379836"/>
                      <a:pt x="55258" y="494231"/>
                    </a:cubicBezTo>
                    <a:cubicBezTo>
                      <a:pt x="62783" y="608626"/>
                      <a:pt x="82024" y="722640"/>
                      <a:pt x="76975" y="837226"/>
                    </a:cubicBezTo>
                    <a:cubicBezTo>
                      <a:pt x="72403" y="940192"/>
                      <a:pt x="48115" y="1041728"/>
                      <a:pt x="47448" y="1144788"/>
                    </a:cubicBezTo>
                    <a:cubicBezTo>
                      <a:pt x="47067" y="1199462"/>
                      <a:pt x="53258" y="1254326"/>
                      <a:pt x="47448" y="1308714"/>
                    </a:cubicBezTo>
                    <a:cubicBezTo>
                      <a:pt x="37256" y="1403202"/>
                      <a:pt x="-9226" y="1494261"/>
                      <a:pt x="1633" y="1588653"/>
                    </a:cubicBezTo>
                    <a:cubicBezTo>
                      <a:pt x="7062" y="1635707"/>
                      <a:pt x="26588" y="1679998"/>
                      <a:pt x="49543" y="1721432"/>
                    </a:cubicBezTo>
                    <a:cubicBezTo>
                      <a:pt x="103360" y="1818587"/>
                      <a:pt x="190609" y="1910884"/>
                      <a:pt x="301480" y="1916980"/>
                    </a:cubicBezTo>
                    <a:cubicBezTo>
                      <a:pt x="360630" y="1920219"/>
                      <a:pt x="417780" y="1898406"/>
                      <a:pt x="475787" y="1886500"/>
                    </a:cubicBezTo>
                    <a:cubicBezTo>
                      <a:pt x="570370" y="1867069"/>
                      <a:pt x="668002" y="1874022"/>
                      <a:pt x="764585" y="1872689"/>
                    </a:cubicBezTo>
                    <a:cubicBezTo>
                      <a:pt x="949465" y="1870117"/>
                      <a:pt x="1132631" y="1836780"/>
                      <a:pt x="1313320" y="1797156"/>
                    </a:cubicBezTo>
                    <a:cubicBezTo>
                      <a:pt x="1361231" y="1786678"/>
                      <a:pt x="1415333" y="1770962"/>
                      <a:pt x="1436383" y="1726576"/>
                    </a:cubicBezTo>
                    <a:cubicBezTo>
                      <a:pt x="1463530" y="1669330"/>
                      <a:pt x="1416381" y="1602655"/>
                      <a:pt x="1361612" y="1570746"/>
                    </a:cubicBezTo>
                    <a:cubicBezTo>
                      <a:pt x="1283126" y="1525122"/>
                      <a:pt x="1189019" y="1517692"/>
                      <a:pt x="1101770" y="1492546"/>
                    </a:cubicBezTo>
                    <a:cubicBezTo>
                      <a:pt x="985946" y="1459113"/>
                      <a:pt x="881933" y="1394058"/>
                      <a:pt x="783064" y="1324906"/>
                    </a:cubicBezTo>
                    <a:cubicBezTo>
                      <a:pt x="698196" y="1265565"/>
                      <a:pt x="614947" y="1201748"/>
                      <a:pt x="550463" y="1120785"/>
                    </a:cubicBezTo>
                    <a:cubicBezTo>
                      <a:pt x="497599" y="1054396"/>
                      <a:pt x="458737" y="978196"/>
                      <a:pt x="420256" y="902663"/>
                    </a:cubicBezTo>
                    <a:cubicBezTo>
                      <a:pt x="346819" y="758359"/>
                      <a:pt x="272809" y="612436"/>
                      <a:pt x="235090" y="454988"/>
                    </a:cubicBezTo>
                    <a:cubicBezTo>
                      <a:pt x="219946" y="391646"/>
                      <a:pt x="210802" y="325829"/>
                      <a:pt x="220231" y="261440"/>
                    </a:cubicBezTo>
                    <a:cubicBezTo>
                      <a:pt x="229566" y="197051"/>
                      <a:pt x="259093" y="133710"/>
                      <a:pt x="310147" y="93324"/>
                    </a:cubicBezTo>
                    <a:cubicBezTo>
                      <a:pt x="376632" y="40746"/>
                      <a:pt x="350152" y="-20310"/>
                      <a:pt x="263856" y="6551"/>
                    </a:cubicBezTo>
                    <a:cubicBezTo>
                      <a:pt x="192514" y="28744"/>
                      <a:pt x="135078" y="92276"/>
                      <a:pt x="103169" y="157617"/>
                    </a:cubicBezTo>
                    <a:close/>
                  </a:path>
                </a:pathLst>
              </a:custGeom>
              <a:solidFill>
                <a:srgbClr val="FFFFFF">
                  <a:alpha val="1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6344" name="Forme libre : forme 16343">
                <a:extLst>
                  <a:ext uri="{FF2B5EF4-FFF2-40B4-BE49-F238E27FC236}">
                    <a16:creationId xmlns:a16="http://schemas.microsoft.com/office/drawing/2014/main" id="{C64E635D-DAB6-4186-BA3C-B8FA8BF54323}"/>
                  </a:ext>
                </a:extLst>
              </p:cNvPr>
              <p:cNvSpPr/>
              <p:nvPr/>
            </p:nvSpPr>
            <p:spPr>
              <a:xfrm>
                <a:off x="4643343" y="3057950"/>
                <a:ext cx="1887476" cy="1716581"/>
              </a:xfrm>
              <a:custGeom>
                <a:avLst/>
                <a:gdLst>
                  <a:gd name="connsiteX0" fmla="*/ 572169 w 1887476"/>
                  <a:gd name="connsiteY0" fmla="*/ 22815 h 1716581"/>
                  <a:gd name="connsiteX1" fmla="*/ 720378 w 1887476"/>
                  <a:gd name="connsiteY1" fmla="*/ 14243 h 1716581"/>
                  <a:gd name="connsiteX2" fmla="*/ 820582 w 1887476"/>
                  <a:gd name="connsiteY2" fmla="*/ 130638 h 1716581"/>
                  <a:gd name="connsiteX3" fmla="*/ 1158624 w 1887476"/>
                  <a:gd name="connsiteY3" fmla="*/ 362001 h 1716581"/>
                  <a:gd name="connsiteX4" fmla="*/ 1563055 w 1887476"/>
                  <a:gd name="connsiteY4" fmla="*/ 297231 h 1716581"/>
                  <a:gd name="connsiteX5" fmla="*/ 1633349 w 1887476"/>
                  <a:gd name="connsiteY5" fmla="*/ 237699 h 1716581"/>
                  <a:gd name="connsiteX6" fmla="*/ 1679355 w 1887476"/>
                  <a:gd name="connsiteY6" fmla="*/ 143592 h 1716581"/>
                  <a:gd name="connsiteX7" fmla="*/ 1758127 w 1887476"/>
                  <a:gd name="connsiteY7" fmla="*/ 81775 h 1716581"/>
                  <a:gd name="connsiteX8" fmla="*/ 1840423 w 1887476"/>
                  <a:gd name="connsiteY8" fmla="*/ 160928 h 1716581"/>
                  <a:gd name="connsiteX9" fmla="*/ 1868426 w 1887476"/>
                  <a:gd name="connsiteY9" fmla="*/ 324091 h 1716581"/>
                  <a:gd name="connsiteX10" fmla="*/ 1887476 w 1887476"/>
                  <a:gd name="connsiteY10" fmla="*/ 1524527 h 1716581"/>
                  <a:gd name="connsiteX11" fmla="*/ 1613728 w 1887476"/>
                  <a:gd name="connsiteY11" fmla="*/ 1550625 h 1716581"/>
                  <a:gd name="connsiteX12" fmla="*/ 1185484 w 1887476"/>
                  <a:gd name="connsiteY12" fmla="*/ 1547673 h 1716581"/>
                  <a:gd name="connsiteX13" fmla="*/ 912498 w 1887476"/>
                  <a:gd name="connsiteY13" fmla="*/ 1642732 h 1716581"/>
                  <a:gd name="connsiteX14" fmla="*/ 184216 w 1887476"/>
                  <a:gd name="connsiteY14" fmla="*/ 1712360 h 1716581"/>
                  <a:gd name="connsiteX15" fmla="*/ 72774 w 1887476"/>
                  <a:gd name="connsiteY15" fmla="*/ 1710550 h 1716581"/>
                  <a:gd name="connsiteX16" fmla="*/ 193 w 1887476"/>
                  <a:gd name="connsiteY16" fmla="*/ 1634350 h 1716581"/>
                  <a:gd name="connsiteX17" fmla="*/ 50294 w 1887476"/>
                  <a:gd name="connsiteY17" fmla="*/ 1551959 h 1716581"/>
                  <a:gd name="connsiteX18" fmla="*/ 147069 w 1887476"/>
                  <a:gd name="connsiteY18" fmla="*/ 1522908 h 1716581"/>
                  <a:gd name="connsiteX19" fmla="*/ 1309119 w 1887476"/>
                  <a:gd name="connsiteY19" fmla="*/ 988650 h 1716581"/>
                  <a:gd name="connsiteX20" fmla="*/ 1356839 w 1887476"/>
                  <a:gd name="connsiteY20" fmla="*/ 929691 h 1716581"/>
                  <a:gd name="connsiteX21" fmla="*/ 1360935 w 1887476"/>
                  <a:gd name="connsiteY21" fmla="*/ 834155 h 1716581"/>
                  <a:gd name="connsiteX22" fmla="*/ 1241015 w 1887476"/>
                  <a:gd name="connsiteY22" fmla="*/ 671563 h 1716581"/>
                  <a:gd name="connsiteX23" fmla="*/ 510162 w 1887476"/>
                  <a:gd name="connsiteY23" fmla="*/ 283229 h 1716581"/>
                  <a:gd name="connsiteX24" fmla="*/ 432723 w 1887476"/>
                  <a:gd name="connsiteY24" fmla="*/ 211506 h 1716581"/>
                  <a:gd name="connsiteX25" fmla="*/ 572169 w 1887476"/>
                  <a:gd name="connsiteY25" fmla="*/ 22815 h 1716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887476" h="1716581">
                    <a:moveTo>
                      <a:pt x="572169" y="22815"/>
                    </a:moveTo>
                    <a:cubicBezTo>
                      <a:pt x="617604" y="-1473"/>
                      <a:pt x="674659" y="-9474"/>
                      <a:pt x="720378" y="14243"/>
                    </a:cubicBezTo>
                    <a:cubicBezTo>
                      <a:pt x="766384" y="38151"/>
                      <a:pt x="791625" y="87585"/>
                      <a:pt x="820582" y="130638"/>
                    </a:cubicBezTo>
                    <a:cubicBezTo>
                      <a:pt x="898496" y="246748"/>
                      <a:pt x="1022130" y="331330"/>
                      <a:pt x="1158624" y="362001"/>
                    </a:cubicBezTo>
                    <a:cubicBezTo>
                      <a:pt x="1295117" y="392576"/>
                      <a:pt x="1442945" y="368954"/>
                      <a:pt x="1563055" y="297231"/>
                    </a:cubicBezTo>
                    <a:cubicBezTo>
                      <a:pt x="1589630" y="281419"/>
                      <a:pt x="1615348" y="262846"/>
                      <a:pt x="1633349" y="237699"/>
                    </a:cubicBezTo>
                    <a:cubicBezTo>
                      <a:pt x="1653828" y="209315"/>
                      <a:pt x="1663067" y="174549"/>
                      <a:pt x="1679355" y="143592"/>
                    </a:cubicBezTo>
                    <a:cubicBezTo>
                      <a:pt x="1695643" y="112636"/>
                      <a:pt x="1723170" y="83204"/>
                      <a:pt x="1758127" y="81775"/>
                    </a:cubicBezTo>
                    <a:cubicBezTo>
                      <a:pt x="1799656" y="80061"/>
                      <a:pt x="1820421" y="124447"/>
                      <a:pt x="1840423" y="160928"/>
                    </a:cubicBezTo>
                    <a:cubicBezTo>
                      <a:pt x="1862140" y="200552"/>
                      <a:pt x="1868426" y="216363"/>
                      <a:pt x="1868426" y="324091"/>
                    </a:cubicBezTo>
                    <a:cubicBezTo>
                      <a:pt x="1868426" y="783482"/>
                      <a:pt x="1877951" y="1100093"/>
                      <a:pt x="1887476" y="1524527"/>
                    </a:cubicBezTo>
                    <a:cubicBezTo>
                      <a:pt x="1818611" y="1570914"/>
                      <a:pt x="1695833" y="1563103"/>
                      <a:pt x="1613728" y="1550625"/>
                    </a:cubicBezTo>
                    <a:cubicBezTo>
                      <a:pt x="1471711" y="1529004"/>
                      <a:pt x="1325121" y="1513954"/>
                      <a:pt x="1185484" y="1547673"/>
                    </a:cubicBezTo>
                    <a:cubicBezTo>
                      <a:pt x="1091758" y="1570247"/>
                      <a:pt x="1004509" y="1614062"/>
                      <a:pt x="912498" y="1642732"/>
                    </a:cubicBezTo>
                    <a:cubicBezTo>
                      <a:pt x="679040" y="1715694"/>
                      <a:pt x="427675" y="1689214"/>
                      <a:pt x="184216" y="1712360"/>
                    </a:cubicBezTo>
                    <a:cubicBezTo>
                      <a:pt x="146973" y="1715884"/>
                      <a:pt x="108778" y="1720551"/>
                      <a:pt x="72774" y="1710550"/>
                    </a:cubicBezTo>
                    <a:cubicBezTo>
                      <a:pt x="36769" y="1700549"/>
                      <a:pt x="3051" y="1671688"/>
                      <a:pt x="193" y="1634350"/>
                    </a:cubicBezTo>
                    <a:cubicBezTo>
                      <a:pt x="-2379" y="1600632"/>
                      <a:pt x="21053" y="1569199"/>
                      <a:pt x="50294" y="1551959"/>
                    </a:cubicBezTo>
                    <a:cubicBezTo>
                      <a:pt x="79441" y="1534814"/>
                      <a:pt x="113731" y="1528908"/>
                      <a:pt x="147069" y="1522908"/>
                    </a:cubicBezTo>
                    <a:cubicBezTo>
                      <a:pt x="572550" y="1446041"/>
                      <a:pt x="994032" y="1284688"/>
                      <a:pt x="1309119" y="988650"/>
                    </a:cubicBezTo>
                    <a:cubicBezTo>
                      <a:pt x="1327693" y="971220"/>
                      <a:pt x="1346171" y="952836"/>
                      <a:pt x="1356839" y="929691"/>
                    </a:cubicBezTo>
                    <a:cubicBezTo>
                      <a:pt x="1370460" y="900163"/>
                      <a:pt x="1369507" y="865492"/>
                      <a:pt x="1360935" y="834155"/>
                    </a:cubicBezTo>
                    <a:cubicBezTo>
                      <a:pt x="1342742" y="768242"/>
                      <a:pt x="1293498" y="715473"/>
                      <a:pt x="1241015" y="671563"/>
                    </a:cubicBezTo>
                    <a:cubicBezTo>
                      <a:pt x="1028798" y="494113"/>
                      <a:pt x="749620" y="421722"/>
                      <a:pt x="510162" y="283229"/>
                    </a:cubicBezTo>
                    <a:cubicBezTo>
                      <a:pt x="479110" y="265322"/>
                      <a:pt x="447011" y="244272"/>
                      <a:pt x="432723" y="211506"/>
                    </a:cubicBezTo>
                    <a:cubicBezTo>
                      <a:pt x="401005" y="139687"/>
                      <a:pt x="518829" y="51390"/>
                      <a:pt x="572169" y="22815"/>
                    </a:cubicBezTo>
                    <a:close/>
                  </a:path>
                </a:pathLst>
              </a:custGeom>
              <a:solidFill>
                <a:srgbClr val="FFFFFF">
                  <a:alpha val="1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6345" name="Forme libre : forme 16344">
                <a:extLst>
                  <a:ext uri="{FF2B5EF4-FFF2-40B4-BE49-F238E27FC236}">
                    <a16:creationId xmlns:a16="http://schemas.microsoft.com/office/drawing/2014/main" id="{C389EB2B-AB20-4814-87F8-FB8E5E2C61F0}"/>
                  </a:ext>
                </a:extLst>
              </p:cNvPr>
              <p:cNvSpPr/>
              <p:nvPr/>
            </p:nvSpPr>
            <p:spPr>
              <a:xfrm>
                <a:off x="7556948" y="2290762"/>
                <a:ext cx="564243" cy="1500512"/>
              </a:xfrm>
              <a:custGeom>
                <a:avLst/>
                <a:gdLst>
                  <a:gd name="connsiteX0" fmla="*/ 457486 w 564243"/>
                  <a:gd name="connsiteY0" fmla="*/ 27718 h 1500512"/>
                  <a:gd name="connsiteX1" fmla="*/ 528447 w 564243"/>
                  <a:gd name="connsiteY1" fmla="*/ 32195 h 1500512"/>
                  <a:gd name="connsiteX2" fmla="*/ 550640 w 564243"/>
                  <a:gd name="connsiteY2" fmla="*/ 93154 h 1500512"/>
                  <a:gd name="connsiteX3" fmla="*/ 527780 w 564243"/>
                  <a:gd name="connsiteY3" fmla="*/ 946023 h 1500512"/>
                  <a:gd name="connsiteX4" fmla="*/ 505111 w 564243"/>
                  <a:gd name="connsiteY4" fmla="*/ 1019747 h 1500512"/>
                  <a:gd name="connsiteX5" fmla="*/ 462820 w 564243"/>
                  <a:gd name="connsiteY5" fmla="*/ 1071848 h 1500512"/>
                  <a:gd name="connsiteX6" fmla="*/ 96869 w 564243"/>
                  <a:gd name="connsiteY6" fmla="*/ 1449324 h 1500512"/>
                  <a:gd name="connsiteX7" fmla="*/ 23431 w 564243"/>
                  <a:gd name="connsiteY7" fmla="*/ 1499711 h 1500512"/>
                  <a:gd name="connsiteX8" fmla="*/ 10287 w 564243"/>
                  <a:gd name="connsiteY8" fmla="*/ 1499521 h 1500512"/>
                  <a:gd name="connsiteX9" fmla="*/ 1143 w 564243"/>
                  <a:gd name="connsiteY9" fmla="*/ 1474756 h 1500512"/>
                  <a:gd name="connsiteX10" fmla="*/ 18669 w 564243"/>
                  <a:gd name="connsiteY10" fmla="*/ 1451896 h 1500512"/>
                  <a:gd name="connsiteX11" fmla="*/ 294227 w 564243"/>
                  <a:gd name="connsiteY11" fmla="*/ 1086898 h 1500512"/>
                  <a:gd name="connsiteX12" fmla="*/ 411861 w 564243"/>
                  <a:gd name="connsiteY12" fmla="*/ 872204 h 1500512"/>
                  <a:gd name="connsiteX13" fmla="*/ 453866 w 564243"/>
                  <a:gd name="connsiteY13" fmla="*/ 285369 h 1500512"/>
                  <a:gd name="connsiteX14" fmla="*/ 435578 w 564243"/>
                  <a:gd name="connsiteY14" fmla="*/ 155067 h 1500512"/>
                  <a:gd name="connsiteX15" fmla="*/ 401765 w 564243"/>
                  <a:gd name="connsiteY15" fmla="*/ 70104 h 1500512"/>
                  <a:gd name="connsiteX16" fmla="*/ 365760 w 564243"/>
                  <a:gd name="connsiteY16" fmla="*/ 0 h 1500512"/>
                  <a:gd name="connsiteX17" fmla="*/ 457486 w 564243"/>
                  <a:gd name="connsiteY17" fmla="*/ 27718 h 1500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64243" h="1500512">
                    <a:moveTo>
                      <a:pt x="457486" y="27718"/>
                    </a:moveTo>
                    <a:cubicBezTo>
                      <a:pt x="481679" y="26003"/>
                      <a:pt x="508635" y="18097"/>
                      <a:pt x="528447" y="32195"/>
                    </a:cubicBezTo>
                    <a:cubicBezTo>
                      <a:pt x="546735" y="45244"/>
                      <a:pt x="549497" y="70771"/>
                      <a:pt x="550640" y="93154"/>
                    </a:cubicBezTo>
                    <a:cubicBezTo>
                      <a:pt x="565213" y="377857"/>
                      <a:pt x="579691" y="665702"/>
                      <a:pt x="527780" y="946023"/>
                    </a:cubicBezTo>
                    <a:cubicBezTo>
                      <a:pt x="523113" y="971455"/>
                      <a:pt x="517684" y="997172"/>
                      <a:pt x="505111" y="1019747"/>
                    </a:cubicBezTo>
                    <a:cubicBezTo>
                      <a:pt x="494252" y="1039368"/>
                      <a:pt x="478441" y="1055751"/>
                      <a:pt x="462820" y="1071848"/>
                    </a:cubicBezTo>
                    <a:cubicBezTo>
                      <a:pt x="340804" y="1197673"/>
                      <a:pt x="218884" y="1323499"/>
                      <a:pt x="96869" y="1449324"/>
                    </a:cubicBezTo>
                    <a:cubicBezTo>
                      <a:pt x="75914" y="1470946"/>
                      <a:pt x="52959" y="1493711"/>
                      <a:pt x="23431" y="1499711"/>
                    </a:cubicBezTo>
                    <a:cubicBezTo>
                      <a:pt x="19050" y="1500569"/>
                      <a:pt x="14383" y="1501045"/>
                      <a:pt x="10287" y="1499521"/>
                    </a:cubicBezTo>
                    <a:cubicBezTo>
                      <a:pt x="1143" y="1496092"/>
                      <a:pt x="-1905" y="1483995"/>
                      <a:pt x="1143" y="1474756"/>
                    </a:cubicBezTo>
                    <a:cubicBezTo>
                      <a:pt x="4191" y="1465516"/>
                      <a:pt x="11620" y="1458563"/>
                      <a:pt x="18669" y="1451896"/>
                    </a:cubicBezTo>
                    <a:cubicBezTo>
                      <a:pt x="129635" y="1346740"/>
                      <a:pt x="212503" y="1216057"/>
                      <a:pt x="294227" y="1086898"/>
                    </a:cubicBezTo>
                    <a:cubicBezTo>
                      <a:pt x="337947" y="1017841"/>
                      <a:pt x="381857" y="948214"/>
                      <a:pt x="411861" y="872204"/>
                    </a:cubicBezTo>
                    <a:cubicBezTo>
                      <a:pt x="484537" y="688086"/>
                      <a:pt x="469868" y="482727"/>
                      <a:pt x="453866" y="285369"/>
                    </a:cubicBezTo>
                    <a:cubicBezTo>
                      <a:pt x="450342" y="241649"/>
                      <a:pt x="446722" y="197548"/>
                      <a:pt x="435578" y="155067"/>
                    </a:cubicBezTo>
                    <a:cubicBezTo>
                      <a:pt x="427863" y="125444"/>
                      <a:pt x="416433" y="96869"/>
                      <a:pt x="401765" y="70104"/>
                    </a:cubicBezTo>
                    <a:cubicBezTo>
                      <a:pt x="391763" y="51816"/>
                      <a:pt x="359378" y="20764"/>
                      <a:pt x="365760" y="0"/>
                    </a:cubicBezTo>
                    <a:cubicBezTo>
                      <a:pt x="396716" y="10763"/>
                      <a:pt x="420719" y="30194"/>
                      <a:pt x="457486" y="27718"/>
                    </a:cubicBezTo>
                    <a:close/>
                  </a:path>
                </a:pathLst>
              </a:custGeom>
              <a:solidFill>
                <a:srgbClr val="FFFFFF">
                  <a:alpha val="1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6346" name="Forme libre : forme 16345">
                <a:extLst>
                  <a:ext uri="{FF2B5EF4-FFF2-40B4-BE49-F238E27FC236}">
                    <a16:creationId xmlns:a16="http://schemas.microsoft.com/office/drawing/2014/main" id="{BE5040B6-7332-450A-942D-36F75FBA252F}"/>
                  </a:ext>
                </a:extLst>
              </p:cNvPr>
              <p:cNvSpPr/>
              <p:nvPr/>
            </p:nvSpPr>
            <p:spPr>
              <a:xfrm>
                <a:off x="6608165" y="3000839"/>
                <a:ext cx="524140" cy="719658"/>
              </a:xfrm>
              <a:custGeom>
                <a:avLst/>
                <a:gdLst>
                  <a:gd name="connsiteX0" fmla="*/ 20858 w 524140"/>
                  <a:gd name="connsiteY0" fmla="*/ 569893 h 719658"/>
                  <a:gd name="connsiteX1" fmla="*/ 65245 w 524140"/>
                  <a:gd name="connsiteY1" fmla="*/ 709625 h 719658"/>
                  <a:gd name="connsiteX2" fmla="*/ 80960 w 524140"/>
                  <a:gd name="connsiteY2" fmla="*/ 719340 h 719658"/>
                  <a:gd name="connsiteX3" fmla="*/ 113060 w 524140"/>
                  <a:gd name="connsiteY3" fmla="*/ 700004 h 719658"/>
                  <a:gd name="connsiteX4" fmla="*/ 391952 w 524140"/>
                  <a:gd name="connsiteY4" fmla="*/ 349008 h 719658"/>
                  <a:gd name="connsiteX5" fmla="*/ 523968 w 524140"/>
                  <a:gd name="connsiteY5" fmla="*/ 65544 h 719658"/>
                  <a:gd name="connsiteX6" fmla="*/ 521302 w 524140"/>
                  <a:gd name="connsiteY6" fmla="*/ 55352 h 719658"/>
                  <a:gd name="connsiteX7" fmla="*/ 502728 w 524140"/>
                  <a:gd name="connsiteY7" fmla="*/ 53352 h 719658"/>
                  <a:gd name="connsiteX8" fmla="*/ 330516 w 524140"/>
                  <a:gd name="connsiteY8" fmla="*/ 133648 h 719658"/>
                  <a:gd name="connsiteX9" fmla="*/ 148493 w 524140"/>
                  <a:gd name="connsiteY9" fmla="*/ 130124 h 719658"/>
                  <a:gd name="connsiteX10" fmla="*/ 48100 w 524140"/>
                  <a:gd name="connsiteY10" fmla="*/ 3155 h 719658"/>
                  <a:gd name="connsiteX11" fmla="*/ 2094 w 524140"/>
                  <a:gd name="connsiteY11" fmla="*/ 127457 h 719658"/>
                  <a:gd name="connsiteX12" fmla="*/ 20858 w 524140"/>
                  <a:gd name="connsiteY12" fmla="*/ 569893 h 71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4140" h="719658">
                    <a:moveTo>
                      <a:pt x="20858" y="569893"/>
                    </a:moveTo>
                    <a:cubicBezTo>
                      <a:pt x="24382" y="619804"/>
                      <a:pt x="29907" y="674287"/>
                      <a:pt x="65245" y="709625"/>
                    </a:cubicBezTo>
                    <a:cubicBezTo>
                      <a:pt x="69626" y="714006"/>
                      <a:pt x="74770" y="718197"/>
                      <a:pt x="80960" y="719340"/>
                    </a:cubicBezTo>
                    <a:cubicBezTo>
                      <a:pt x="93915" y="721721"/>
                      <a:pt x="104868" y="710291"/>
                      <a:pt x="113060" y="700004"/>
                    </a:cubicBezTo>
                    <a:cubicBezTo>
                      <a:pt x="206024" y="583037"/>
                      <a:pt x="298988" y="465975"/>
                      <a:pt x="391952" y="349008"/>
                    </a:cubicBezTo>
                    <a:cubicBezTo>
                      <a:pt x="458246" y="265569"/>
                      <a:pt x="528064" y="172033"/>
                      <a:pt x="523968" y="65544"/>
                    </a:cubicBezTo>
                    <a:cubicBezTo>
                      <a:pt x="523873" y="61924"/>
                      <a:pt x="523492" y="58115"/>
                      <a:pt x="521302" y="55352"/>
                    </a:cubicBezTo>
                    <a:cubicBezTo>
                      <a:pt x="517111" y="50209"/>
                      <a:pt x="509109" y="51447"/>
                      <a:pt x="502728" y="53352"/>
                    </a:cubicBezTo>
                    <a:cubicBezTo>
                      <a:pt x="442054" y="71640"/>
                      <a:pt x="389095" y="109264"/>
                      <a:pt x="330516" y="133648"/>
                    </a:cubicBezTo>
                    <a:cubicBezTo>
                      <a:pt x="271937" y="157937"/>
                      <a:pt x="200118" y="167081"/>
                      <a:pt x="148493" y="130124"/>
                    </a:cubicBezTo>
                    <a:cubicBezTo>
                      <a:pt x="106773" y="100310"/>
                      <a:pt x="93915" y="20015"/>
                      <a:pt x="48100" y="3155"/>
                    </a:cubicBezTo>
                    <a:cubicBezTo>
                      <a:pt x="-15623" y="-20276"/>
                      <a:pt x="2475" y="93357"/>
                      <a:pt x="2094" y="127457"/>
                    </a:cubicBezTo>
                    <a:cubicBezTo>
                      <a:pt x="93" y="274904"/>
                      <a:pt x="8857" y="423017"/>
                      <a:pt x="20858" y="569893"/>
                    </a:cubicBezTo>
                    <a:close/>
                  </a:path>
                </a:pathLst>
              </a:custGeom>
              <a:solidFill>
                <a:srgbClr val="FFFFFF">
                  <a:alpha val="11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6347" name="Forme libre : forme 16346">
                <a:extLst>
                  <a:ext uri="{FF2B5EF4-FFF2-40B4-BE49-F238E27FC236}">
                    <a16:creationId xmlns:a16="http://schemas.microsoft.com/office/drawing/2014/main" id="{D20C2ED8-A17E-4A10-A55E-97149F835FE9}"/>
                  </a:ext>
                </a:extLst>
              </p:cNvPr>
              <p:cNvSpPr/>
              <p:nvPr/>
            </p:nvSpPr>
            <p:spPr>
              <a:xfrm>
                <a:off x="6558919" y="2840259"/>
                <a:ext cx="9811" cy="2248852"/>
              </a:xfrm>
              <a:custGeom>
                <a:avLst/>
                <a:gdLst>
                  <a:gd name="connsiteX0" fmla="*/ 2477 w 9811"/>
                  <a:gd name="connsiteY0" fmla="*/ 0 h 2248852"/>
                  <a:gd name="connsiteX1" fmla="*/ 5334 w 9811"/>
                  <a:gd name="connsiteY1" fmla="*/ 281083 h 2248852"/>
                  <a:gd name="connsiteX2" fmla="*/ 7334 w 9811"/>
                  <a:gd name="connsiteY2" fmla="*/ 562261 h 2248852"/>
                  <a:gd name="connsiteX3" fmla="*/ 9716 w 9811"/>
                  <a:gd name="connsiteY3" fmla="*/ 1124426 h 2248852"/>
                  <a:gd name="connsiteX4" fmla="*/ 9811 w 9811"/>
                  <a:gd name="connsiteY4" fmla="*/ 1686687 h 2248852"/>
                  <a:gd name="connsiteX5" fmla="*/ 9144 w 9811"/>
                  <a:gd name="connsiteY5" fmla="*/ 1967770 h 2248852"/>
                  <a:gd name="connsiteX6" fmla="*/ 7430 w 9811"/>
                  <a:gd name="connsiteY6" fmla="*/ 2248852 h 2248852"/>
                  <a:gd name="connsiteX7" fmla="*/ 4477 w 9811"/>
                  <a:gd name="connsiteY7" fmla="*/ 1967770 h 2248852"/>
                  <a:gd name="connsiteX8" fmla="*/ 2572 w 9811"/>
                  <a:gd name="connsiteY8" fmla="*/ 1686687 h 2248852"/>
                  <a:gd name="connsiteX9" fmla="*/ 191 w 9811"/>
                  <a:gd name="connsiteY9" fmla="*/ 1124426 h 2248852"/>
                  <a:gd name="connsiteX10" fmla="*/ 0 w 9811"/>
                  <a:gd name="connsiteY10" fmla="*/ 562261 h 2248852"/>
                  <a:gd name="connsiteX11" fmla="*/ 762 w 9811"/>
                  <a:gd name="connsiteY11" fmla="*/ 281083 h 2248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11" h="2248852">
                    <a:moveTo>
                      <a:pt x="2477" y="0"/>
                    </a:moveTo>
                    <a:lnTo>
                      <a:pt x="5334" y="281083"/>
                    </a:lnTo>
                    <a:lnTo>
                      <a:pt x="7334" y="562261"/>
                    </a:lnTo>
                    <a:lnTo>
                      <a:pt x="9716" y="1124426"/>
                    </a:lnTo>
                    <a:lnTo>
                      <a:pt x="9811" y="1686687"/>
                    </a:lnTo>
                    <a:lnTo>
                      <a:pt x="9144" y="1967770"/>
                    </a:lnTo>
                    <a:lnTo>
                      <a:pt x="7430" y="2248852"/>
                    </a:lnTo>
                    <a:lnTo>
                      <a:pt x="4477" y="1967770"/>
                    </a:lnTo>
                    <a:lnTo>
                      <a:pt x="2572" y="1686687"/>
                    </a:lnTo>
                    <a:lnTo>
                      <a:pt x="191" y="1124426"/>
                    </a:lnTo>
                    <a:lnTo>
                      <a:pt x="0" y="562261"/>
                    </a:lnTo>
                    <a:lnTo>
                      <a:pt x="762" y="28108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9063" name="Graphique 1">
              <a:extLst>
                <a:ext uri="{FF2B5EF4-FFF2-40B4-BE49-F238E27FC236}">
                  <a16:creationId xmlns:a16="http://schemas.microsoft.com/office/drawing/2014/main" id="{353B288A-F685-4FA2-A7AB-9F137578FDEB}"/>
                </a:ext>
              </a:extLst>
            </p:cNvPr>
            <p:cNvGrpSpPr/>
            <p:nvPr/>
          </p:nvGrpSpPr>
          <p:grpSpPr>
            <a:xfrm>
              <a:off x="284515" y="209740"/>
              <a:ext cx="7885315" cy="4829613"/>
              <a:chOff x="284515" y="209740"/>
              <a:chExt cx="7885315" cy="4829613"/>
            </a:xfrm>
            <a:solidFill>
              <a:schemeClr val="accent1"/>
            </a:solidFill>
          </p:grpSpPr>
          <p:grpSp>
            <p:nvGrpSpPr>
              <p:cNvPr id="9513" name="Graphique 1">
                <a:extLst>
                  <a:ext uri="{FF2B5EF4-FFF2-40B4-BE49-F238E27FC236}">
                    <a16:creationId xmlns:a16="http://schemas.microsoft.com/office/drawing/2014/main" id="{BC6192C7-400B-4B16-8A61-121170BF0992}"/>
                  </a:ext>
                </a:extLst>
              </p:cNvPr>
              <p:cNvGrpSpPr/>
              <p:nvPr/>
            </p:nvGrpSpPr>
            <p:grpSpPr>
              <a:xfrm>
                <a:off x="284515" y="209740"/>
                <a:ext cx="7885315" cy="4829613"/>
                <a:chOff x="284515" y="209740"/>
                <a:chExt cx="7885315" cy="4829613"/>
              </a:xfrm>
              <a:solidFill>
                <a:schemeClr val="accent1"/>
              </a:solidFill>
            </p:grpSpPr>
            <p:sp>
              <p:nvSpPr>
                <p:cNvPr id="9517" name="Forme libre : forme 9516">
                  <a:extLst>
                    <a:ext uri="{FF2B5EF4-FFF2-40B4-BE49-F238E27FC236}">
                      <a16:creationId xmlns:a16="http://schemas.microsoft.com/office/drawing/2014/main" id="{1FC82FCE-D8F7-463B-86D3-F547FCAA3CAE}"/>
                    </a:ext>
                  </a:extLst>
                </p:cNvPr>
                <p:cNvSpPr/>
                <p:nvPr/>
              </p:nvSpPr>
              <p:spPr>
                <a:xfrm>
                  <a:off x="331188" y="1622107"/>
                  <a:ext cx="7616820" cy="1722814"/>
                </a:xfrm>
                <a:custGeom>
                  <a:avLst/>
                  <a:gdLst>
                    <a:gd name="connsiteX0" fmla="*/ 0 w 7616820"/>
                    <a:gd name="connsiteY0" fmla="*/ 1389317 h 1722814"/>
                    <a:gd name="connsiteX1" fmla="*/ 156305 w 7616820"/>
                    <a:gd name="connsiteY1" fmla="*/ 1545622 h 1722814"/>
                    <a:gd name="connsiteX2" fmla="*/ 565976 w 7616820"/>
                    <a:gd name="connsiteY2" fmla="*/ 1524476 h 1722814"/>
                    <a:gd name="connsiteX3" fmla="*/ 1271302 w 7616820"/>
                    <a:gd name="connsiteY3" fmla="*/ 1562481 h 1722814"/>
                    <a:gd name="connsiteX4" fmla="*/ 1854137 w 7616820"/>
                    <a:gd name="connsiteY4" fmla="*/ 1351312 h 1722814"/>
                    <a:gd name="connsiteX5" fmla="*/ 2263807 w 7616820"/>
                    <a:gd name="connsiteY5" fmla="*/ 1461135 h 1722814"/>
                    <a:gd name="connsiteX6" fmla="*/ 2867692 w 7616820"/>
                    <a:gd name="connsiteY6" fmla="*/ 1372457 h 1722814"/>
                    <a:gd name="connsiteX7" fmla="*/ 4151566 w 7616820"/>
                    <a:gd name="connsiteY7" fmla="*/ 1338643 h 1722814"/>
                    <a:gd name="connsiteX8" fmla="*/ 4502087 w 7616820"/>
                    <a:gd name="connsiteY8" fmla="*/ 1545622 h 1722814"/>
                    <a:gd name="connsiteX9" fmla="*/ 4776597 w 7616820"/>
                    <a:gd name="connsiteY9" fmla="*/ 1478090 h 1722814"/>
                    <a:gd name="connsiteX10" fmla="*/ 5274945 w 7616820"/>
                    <a:gd name="connsiteY10" fmla="*/ 1423226 h 1722814"/>
                    <a:gd name="connsiteX11" fmla="*/ 5709952 w 7616820"/>
                    <a:gd name="connsiteY11" fmla="*/ 1520381 h 1722814"/>
                    <a:gd name="connsiteX12" fmla="*/ 5959126 w 7616820"/>
                    <a:gd name="connsiteY12" fmla="*/ 1537240 h 1722814"/>
                    <a:gd name="connsiteX13" fmla="*/ 6356128 w 7616820"/>
                    <a:gd name="connsiteY13" fmla="*/ 1558385 h 1722814"/>
                    <a:gd name="connsiteX14" fmla="*/ 6605302 w 7616820"/>
                    <a:gd name="connsiteY14" fmla="*/ 1212056 h 1722814"/>
                    <a:gd name="connsiteX15" fmla="*/ 6905149 w 7616820"/>
                    <a:gd name="connsiteY15" fmla="*/ 1186720 h 1722814"/>
                    <a:gd name="connsiteX16" fmla="*/ 7090982 w 7616820"/>
                    <a:gd name="connsiteY16" fmla="*/ 764381 h 1722814"/>
                    <a:gd name="connsiteX17" fmla="*/ 7259955 w 7616820"/>
                    <a:gd name="connsiteY17" fmla="*/ 658844 h 1722814"/>
                    <a:gd name="connsiteX18" fmla="*/ 7437311 w 7616820"/>
                    <a:gd name="connsiteY18" fmla="*/ 688372 h 1722814"/>
                    <a:gd name="connsiteX19" fmla="*/ 7580948 w 7616820"/>
                    <a:gd name="connsiteY19" fmla="*/ 287179 h 1722814"/>
                    <a:gd name="connsiteX20" fmla="*/ 7547134 w 7616820"/>
                    <a:gd name="connsiteY20" fmla="*/ 0 h 1722814"/>
                    <a:gd name="connsiteX21" fmla="*/ 6229445 w 7616820"/>
                    <a:gd name="connsiteY21" fmla="*/ 886873 h 1722814"/>
                    <a:gd name="connsiteX22" fmla="*/ 996791 w 7616820"/>
                    <a:gd name="connsiteY22" fmla="*/ 956596 h 1722814"/>
                    <a:gd name="connsiteX23" fmla="*/ 52864 w 7616820"/>
                    <a:gd name="connsiteY23" fmla="*/ 1127665 h 1722814"/>
                    <a:gd name="connsiteX24" fmla="*/ 0 w 7616820"/>
                    <a:gd name="connsiteY24" fmla="*/ 1389317 h 1722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616820" h="1722814">
                      <a:moveTo>
                        <a:pt x="0" y="1389317"/>
                      </a:moveTo>
                      <a:cubicBezTo>
                        <a:pt x="0" y="1389317"/>
                        <a:pt x="76486" y="1473327"/>
                        <a:pt x="156305" y="1545622"/>
                      </a:cubicBezTo>
                      <a:cubicBezTo>
                        <a:pt x="268224" y="1646968"/>
                        <a:pt x="436245" y="1657064"/>
                        <a:pt x="565976" y="1524476"/>
                      </a:cubicBezTo>
                      <a:cubicBezTo>
                        <a:pt x="762381" y="1323880"/>
                        <a:pt x="937641" y="1182434"/>
                        <a:pt x="1271302" y="1562481"/>
                      </a:cubicBezTo>
                      <a:cubicBezTo>
                        <a:pt x="1604963" y="1942528"/>
                        <a:pt x="1752790" y="1554004"/>
                        <a:pt x="1854137" y="1351312"/>
                      </a:cubicBezTo>
                      <a:cubicBezTo>
                        <a:pt x="1955482" y="1148620"/>
                        <a:pt x="2149793" y="1249966"/>
                        <a:pt x="2263807" y="1461135"/>
                      </a:cubicBezTo>
                      <a:cubicBezTo>
                        <a:pt x="2377821" y="1672304"/>
                        <a:pt x="2690336" y="1870805"/>
                        <a:pt x="2867692" y="1372457"/>
                      </a:cubicBezTo>
                      <a:cubicBezTo>
                        <a:pt x="3045047" y="874109"/>
                        <a:pt x="4003739" y="1279589"/>
                        <a:pt x="4151566" y="1338643"/>
                      </a:cubicBezTo>
                      <a:cubicBezTo>
                        <a:pt x="4299395" y="1397794"/>
                        <a:pt x="4447223" y="1592009"/>
                        <a:pt x="4502087" y="1545622"/>
                      </a:cubicBezTo>
                      <a:cubicBezTo>
                        <a:pt x="4556951" y="1499140"/>
                        <a:pt x="4641438" y="1334452"/>
                        <a:pt x="4776597" y="1478090"/>
                      </a:cubicBezTo>
                      <a:cubicBezTo>
                        <a:pt x="4911757" y="1621727"/>
                        <a:pt x="5122926" y="1870901"/>
                        <a:pt x="5274945" y="1423226"/>
                      </a:cubicBezTo>
                      <a:cubicBezTo>
                        <a:pt x="5426964" y="975551"/>
                        <a:pt x="5709952" y="1520381"/>
                        <a:pt x="5709952" y="1520381"/>
                      </a:cubicBezTo>
                      <a:cubicBezTo>
                        <a:pt x="5709952" y="1520381"/>
                        <a:pt x="5870448" y="1414843"/>
                        <a:pt x="5959126" y="1537240"/>
                      </a:cubicBezTo>
                      <a:cubicBezTo>
                        <a:pt x="6047803" y="1659731"/>
                        <a:pt x="6292787" y="1803273"/>
                        <a:pt x="6356128" y="1558385"/>
                      </a:cubicBezTo>
                      <a:cubicBezTo>
                        <a:pt x="6419469" y="1313402"/>
                        <a:pt x="6516624" y="1161383"/>
                        <a:pt x="6605302" y="1212056"/>
                      </a:cubicBezTo>
                      <a:cubicBezTo>
                        <a:pt x="6693980" y="1262729"/>
                        <a:pt x="6820662" y="1465421"/>
                        <a:pt x="6905149" y="1186720"/>
                      </a:cubicBezTo>
                      <a:cubicBezTo>
                        <a:pt x="6989636" y="908018"/>
                        <a:pt x="6989636" y="764381"/>
                        <a:pt x="7090982" y="764381"/>
                      </a:cubicBezTo>
                      <a:cubicBezTo>
                        <a:pt x="7192328" y="764381"/>
                        <a:pt x="7259955" y="658844"/>
                        <a:pt x="7259955" y="658844"/>
                      </a:cubicBezTo>
                      <a:cubicBezTo>
                        <a:pt x="7259955" y="658844"/>
                        <a:pt x="7331774" y="768668"/>
                        <a:pt x="7437311" y="688372"/>
                      </a:cubicBezTo>
                      <a:cubicBezTo>
                        <a:pt x="7542848" y="608171"/>
                        <a:pt x="7483793" y="333661"/>
                        <a:pt x="7580948" y="287179"/>
                      </a:cubicBezTo>
                      <a:cubicBezTo>
                        <a:pt x="7678103" y="240697"/>
                        <a:pt x="7547134" y="0"/>
                        <a:pt x="7547134" y="0"/>
                      </a:cubicBezTo>
                      <a:lnTo>
                        <a:pt x="6229445" y="886873"/>
                      </a:lnTo>
                      <a:lnTo>
                        <a:pt x="996791" y="956596"/>
                      </a:lnTo>
                      <a:lnTo>
                        <a:pt x="52864" y="1127665"/>
                      </a:lnTo>
                      <a:lnTo>
                        <a:pt x="0" y="1389317"/>
                      </a:lnTo>
                      <a:close/>
                    </a:path>
                  </a:pathLst>
                </a:custGeom>
                <a:solidFill>
                  <a:srgbClr val="E87D77">
                    <a:alpha val="5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18" name="Forme libre : forme 9517">
                  <a:extLst>
                    <a:ext uri="{FF2B5EF4-FFF2-40B4-BE49-F238E27FC236}">
                      <a16:creationId xmlns:a16="http://schemas.microsoft.com/office/drawing/2014/main" id="{15A7011E-1A8A-4E08-8C8D-DD7895CCD5E2}"/>
                    </a:ext>
                  </a:extLst>
                </p:cNvPr>
                <p:cNvSpPr/>
                <p:nvPr/>
              </p:nvSpPr>
              <p:spPr>
                <a:xfrm>
                  <a:off x="331188" y="1622107"/>
                  <a:ext cx="7616820" cy="1722814"/>
                </a:xfrm>
                <a:custGeom>
                  <a:avLst/>
                  <a:gdLst>
                    <a:gd name="connsiteX0" fmla="*/ 0 w 7616820"/>
                    <a:gd name="connsiteY0" fmla="*/ 1389317 h 1722814"/>
                    <a:gd name="connsiteX1" fmla="*/ 156305 w 7616820"/>
                    <a:gd name="connsiteY1" fmla="*/ 1545622 h 1722814"/>
                    <a:gd name="connsiteX2" fmla="*/ 565976 w 7616820"/>
                    <a:gd name="connsiteY2" fmla="*/ 1524476 h 1722814"/>
                    <a:gd name="connsiteX3" fmla="*/ 1271302 w 7616820"/>
                    <a:gd name="connsiteY3" fmla="*/ 1562481 h 1722814"/>
                    <a:gd name="connsiteX4" fmla="*/ 1854137 w 7616820"/>
                    <a:gd name="connsiteY4" fmla="*/ 1351312 h 1722814"/>
                    <a:gd name="connsiteX5" fmla="*/ 2263807 w 7616820"/>
                    <a:gd name="connsiteY5" fmla="*/ 1461135 h 1722814"/>
                    <a:gd name="connsiteX6" fmla="*/ 2867692 w 7616820"/>
                    <a:gd name="connsiteY6" fmla="*/ 1372457 h 1722814"/>
                    <a:gd name="connsiteX7" fmla="*/ 4151566 w 7616820"/>
                    <a:gd name="connsiteY7" fmla="*/ 1338643 h 1722814"/>
                    <a:gd name="connsiteX8" fmla="*/ 4502087 w 7616820"/>
                    <a:gd name="connsiteY8" fmla="*/ 1545622 h 1722814"/>
                    <a:gd name="connsiteX9" fmla="*/ 4776597 w 7616820"/>
                    <a:gd name="connsiteY9" fmla="*/ 1478090 h 1722814"/>
                    <a:gd name="connsiteX10" fmla="*/ 5274945 w 7616820"/>
                    <a:gd name="connsiteY10" fmla="*/ 1423226 h 1722814"/>
                    <a:gd name="connsiteX11" fmla="*/ 5709952 w 7616820"/>
                    <a:gd name="connsiteY11" fmla="*/ 1520381 h 1722814"/>
                    <a:gd name="connsiteX12" fmla="*/ 5959126 w 7616820"/>
                    <a:gd name="connsiteY12" fmla="*/ 1537240 h 1722814"/>
                    <a:gd name="connsiteX13" fmla="*/ 6356128 w 7616820"/>
                    <a:gd name="connsiteY13" fmla="*/ 1558385 h 1722814"/>
                    <a:gd name="connsiteX14" fmla="*/ 6605302 w 7616820"/>
                    <a:gd name="connsiteY14" fmla="*/ 1212056 h 1722814"/>
                    <a:gd name="connsiteX15" fmla="*/ 6905149 w 7616820"/>
                    <a:gd name="connsiteY15" fmla="*/ 1186720 h 1722814"/>
                    <a:gd name="connsiteX16" fmla="*/ 7090982 w 7616820"/>
                    <a:gd name="connsiteY16" fmla="*/ 764381 h 1722814"/>
                    <a:gd name="connsiteX17" fmla="*/ 7259955 w 7616820"/>
                    <a:gd name="connsiteY17" fmla="*/ 658844 h 1722814"/>
                    <a:gd name="connsiteX18" fmla="*/ 7437311 w 7616820"/>
                    <a:gd name="connsiteY18" fmla="*/ 688372 h 1722814"/>
                    <a:gd name="connsiteX19" fmla="*/ 7580948 w 7616820"/>
                    <a:gd name="connsiteY19" fmla="*/ 287179 h 1722814"/>
                    <a:gd name="connsiteX20" fmla="*/ 7547134 w 7616820"/>
                    <a:gd name="connsiteY20" fmla="*/ 0 h 1722814"/>
                    <a:gd name="connsiteX21" fmla="*/ 6229445 w 7616820"/>
                    <a:gd name="connsiteY21" fmla="*/ 886873 h 1722814"/>
                    <a:gd name="connsiteX22" fmla="*/ 996791 w 7616820"/>
                    <a:gd name="connsiteY22" fmla="*/ 956596 h 1722814"/>
                    <a:gd name="connsiteX23" fmla="*/ 52864 w 7616820"/>
                    <a:gd name="connsiteY23" fmla="*/ 1127665 h 1722814"/>
                    <a:gd name="connsiteX24" fmla="*/ 0 w 7616820"/>
                    <a:gd name="connsiteY24" fmla="*/ 1389317 h 1722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616820" h="1722814">
                      <a:moveTo>
                        <a:pt x="0" y="1389317"/>
                      </a:moveTo>
                      <a:cubicBezTo>
                        <a:pt x="0" y="1389317"/>
                        <a:pt x="76486" y="1473327"/>
                        <a:pt x="156305" y="1545622"/>
                      </a:cubicBezTo>
                      <a:cubicBezTo>
                        <a:pt x="268224" y="1646968"/>
                        <a:pt x="436245" y="1657064"/>
                        <a:pt x="565976" y="1524476"/>
                      </a:cubicBezTo>
                      <a:cubicBezTo>
                        <a:pt x="762381" y="1323880"/>
                        <a:pt x="937641" y="1182434"/>
                        <a:pt x="1271302" y="1562481"/>
                      </a:cubicBezTo>
                      <a:cubicBezTo>
                        <a:pt x="1604963" y="1942528"/>
                        <a:pt x="1752790" y="1554004"/>
                        <a:pt x="1854137" y="1351312"/>
                      </a:cubicBezTo>
                      <a:cubicBezTo>
                        <a:pt x="1955482" y="1148620"/>
                        <a:pt x="2149793" y="1249966"/>
                        <a:pt x="2263807" y="1461135"/>
                      </a:cubicBezTo>
                      <a:cubicBezTo>
                        <a:pt x="2377821" y="1672304"/>
                        <a:pt x="2690336" y="1870805"/>
                        <a:pt x="2867692" y="1372457"/>
                      </a:cubicBezTo>
                      <a:cubicBezTo>
                        <a:pt x="3045047" y="874109"/>
                        <a:pt x="4003739" y="1279589"/>
                        <a:pt x="4151566" y="1338643"/>
                      </a:cubicBezTo>
                      <a:cubicBezTo>
                        <a:pt x="4299395" y="1397794"/>
                        <a:pt x="4447223" y="1592009"/>
                        <a:pt x="4502087" y="1545622"/>
                      </a:cubicBezTo>
                      <a:cubicBezTo>
                        <a:pt x="4556951" y="1499140"/>
                        <a:pt x="4641438" y="1334452"/>
                        <a:pt x="4776597" y="1478090"/>
                      </a:cubicBezTo>
                      <a:cubicBezTo>
                        <a:pt x="4911757" y="1621727"/>
                        <a:pt x="5122926" y="1870901"/>
                        <a:pt x="5274945" y="1423226"/>
                      </a:cubicBezTo>
                      <a:cubicBezTo>
                        <a:pt x="5426964" y="975551"/>
                        <a:pt x="5709952" y="1520381"/>
                        <a:pt x="5709952" y="1520381"/>
                      </a:cubicBezTo>
                      <a:cubicBezTo>
                        <a:pt x="5709952" y="1520381"/>
                        <a:pt x="5870448" y="1414843"/>
                        <a:pt x="5959126" y="1537240"/>
                      </a:cubicBezTo>
                      <a:cubicBezTo>
                        <a:pt x="6047803" y="1659731"/>
                        <a:pt x="6292787" y="1803273"/>
                        <a:pt x="6356128" y="1558385"/>
                      </a:cubicBezTo>
                      <a:cubicBezTo>
                        <a:pt x="6419469" y="1313402"/>
                        <a:pt x="6516624" y="1161383"/>
                        <a:pt x="6605302" y="1212056"/>
                      </a:cubicBezTo>
                      <a:cubicBezTo>
                        <a:pt x="6693980" y="1262729"/>
                        <a:pt x="6820662" y="1465421"/>
                        <a:pt x="6905149" y="1186720"/>
                      </a:cubicBezTo>
                      <a:cubicBezTo>
                        <a:pt x="6989636" y="908018"/>
                        <a:pt x="6989636" y="764381"/>
                        <a:pt x="7090982" y="764381"/>
                      </a:cubicBezTo>
                      <a:cubicBezTo>
                        <a:pt x="7192328" y="764381"/>
                        <a:pt x="7259955" y="658844"/>
                        <a:pt x="7259955" y="658844"/>
                      </a:cubicBezTo>
                      <a:cubicBezTo>
                        <a:pt x="7259955" y="658844"/>
                        <a:pt x="7331774" y="768668"/>
                        <a:pt x="7437311" y="688372"/>
                      </a:cubicBezTo>
                      <a:cubicBezTo>
                        <a:pt x="7542848" y="608171"/>
                        <a:pt x="7483793" y="333661"/>
                        <a:pt x="7580948" y="287179"/>
                      </a:cubicBezTo>
                      <a:cubicBezTo>
                        <a:pt x="7678103" y="240697"/>
                        <a:pt x="7547134" y="0"/>
                        <a:pt x="7547134" y="0"/>
                      </a:cubicBezTo>
                      <a:lnTo>
                        <a:pt x="6229445" y="886873"/>
                      </a:lnTo>
                      <a:lnTo>
                        <a:pt x="996791" y="956596"/>
                      </a:lnTo>
                      <a:lnTo>
                        <a:pt x="52864" y="1127665"/>
                      </a:lnTo>
                      <a:lnTo>
                        <a:pt x="0" y="1389317"/>
                      </a:lnTo>
                      <a:close/>
                    </a:path>
                  </a:pathLst>
                </a:custGeom>
                <a:noFill/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19" name="Forme libre : forme 9518">
                  <a:extLst>
                    <a:ext uri="{FF2B5EF4-FFF2-40B4-BE49-F238E27FC236}">
                      <a16:creationId xmlns:a16="http://schemas.microsoft.com/office/drawing/2014/main" id="{103CC18B-2EB4-4FE6-8739-68AF31FEF5D8}"/>
                    </a:ext>
                  </a:extLst>
                </p:cNvPr>
                <p:cNvSpPr/>
                <p:nvPr/>
              </p:nvSpPr>
              <p:spPr>
                <a:xfrm>
                  <a:off x="284992" y="1211770"/>
                  <a:ext cx="7877460" cy="3819294"/>
                </a:xfrm>
                <a:custGeom>
                  <a:avLst/>
                  <a:gdLst>
                    <a:gd name="connsiteX0" fmla="*/ 7877461 w 7877460"/>
                    <a:gd name="connsiteY0" fmla="*/ 0 h 3819294"/>
                    <a:gd name="connsiteX1" fmla="*/ 1773746 w 7877460"/>
                    <a:gd name="connsiteY1" fmla="*/ 0 h 3819294"/>
                    <a:gd name="connsiteX2" fmla="*/ 0 w 7877460"/>
                    <a:gd name="connsiteY2" fmla="*/ 1076897 h 3819294"/>
                    <a:gd name="connsiteX3" fmla="*/ 1619 w 7877460"/>
                    <a:gd name="connsiteY3" fmla="*/ 1948339 h 3819294"/>
                    <a:gd name="connsiteX4" fmla="*/ 401288 w 7877460"/>
                    <a:gd name="connsiteY4" fmla="*/ 1644872 h 3819294"/>
                    <a:gd name="connsiteX5" fmla="*/ 988314 w 7877460"/>
                    <a:gd name="connsiteY5" fmla="*/ 2058733 h 3819294"/>
                    <a:gd name="connsiteX6" fmla="*/ 1541526 w 7877460"/>
                    <a:gd name="connsiteY6" fmla="*/ 1665923 h 3819294"/>
                    <a:gd name="connsiteX7" fmla="*/ 2126456 w 7877460"/>
                    <a:gd name="connsiteY7" fmla="*/ 1984820 h 3819294"/>
                    <a:gd name="connsiteX8" fmla="*/ 2607945 w 7877460"/>
                    <a:gd name="connsiteY8" fmla="*/ 1644872 h 3819294"/>
                    <a:gd name="connsiteX9" fmla="*/ 3184398 w 7877460"/>
                    <a:gd name="connsiteY9" fmla="*/ 2067211 h 3819294"/>
                    <a:gd name="connsiteX10" fmla="*/ 3585591 w 7877460"/>
                    <a:gd name="connsiteY10" fmla="*/ 1851279 h 3819294"/>
                    <a:gd name="connsiteX11" fmla="*/ 3379661 w 7877460"/>
                    <a:gd name="connsiteY11" fmla="*/ 2636806 h 3819294"/>
                    <a:gd name="connsiteX12" fmla="*/ 3338513 w 7877460"/>
                    <a:gd name="connsiteY12" fmla="*/ 3818287 h 3819294"/>
                    <a:gd name="connsiteX13" fmla="*/ 3634645 w 7877460"/>
                    <a:gd name="connsiteY13" fmla="*/ 2658999 h 3819294"/>
                    <a:gd name="connsiteX14" fmla="*/ 3857911 w 7877460"/>
                    <a:gd name="connsiteY14" fmla="*/ 2353342 h 3819294"/>
                    <a:gd name="connsiteX15" fmla="*/ 3883247 w 7877460"/>
                    <a:gd name="connsiteY15" fmla="*/ 2503837 h 3819294"/>
                    <a:gd name="connsiteX16" fmla="*/ 3903821 w 7877460"/>
                    <a:gd name="connsiteY16" fmla="*/ 2633663 h 3819294"/>
                    <a:gd name="connsiteX17" fmla="*/ 3926014 w 7877460"/>
                    <a:gd name="connsiteY17" fmla="*/ 2801493 h 3819294"/>
                    <a:gd name="connsiteX18" fmla="*/ 4122420 w 7877460"/>
                    <a:gd name="connsiteY18" fmla="*/ 2814161 h 3819294"/>
                    <a:gd name="connsiteX19" fmla="*/ 4310920 w 7877460"/>
                    <a:gd name="connsiteY19" fmla="*/ 2909221 h 3819294"/>
                    <a:gd name="connsiteX20" fmla="*/ 4372642 w 7877460"/>
                    <a:gd name="connsiteY20" fmla="*/ 2665286 h 3819294"/>
                    <a:gd name="connsiteX21" fmla="*/ 4355211 w 7877460"/>
                    <a:gd name="connsiteY21" fmla="*/ 2510123 h 3819294"/>
                    <a:gd name="connsiteX22" fmla="*/ 4336161 w 7877460"/>
                    <a:gd name="connsiteY22" fmla="*/ 2324862 h 3819294"/>
                    <a:gd name="connsiteX23" fmla="*/ 4219004 w 7877460"/>
                    <a:gd name="connsiteY23" fmla="*/ 2263140 h 3819294"/>
                    <a:gd name="connsiteX24" fmla="*/ 4112895 w 7877460"/>
                    <a:gd name="connsiteY24" fmla="*/ 2180749 h 3819294"/>
                    <a:gd name="connsiteX25" fmla="*/ 3892772 w 7877460"/>
                    <a:gd name="connsiteY25" fmla="*/ 2210848 h 3819294"/>
                    <a:gd name="connsiteX26" fmla="*/ 3951351 w 7877460"/>
                    <a:gd name="connsiteY26" fmla="*/ 1892522 h 3819294"/>
                    <a:gd name="connsiteX27" fmla="*/ 4155662 w 7877460"/>
                    <a:gd name="connsiteY27" fmla="*/ 2017681 h 3819294"/>
                    <a:gd name="connsiteX28" fmla="*/ 4607052 w 7877460"/>
                    <a:gd name="connsiteY28" fmla="*/ 1959102 h 3819294"/>
                    <a:gd name="connsiteX29" fmla="*/ 4980813 w 7877460"/>
                    <a:gd name="connsiteY29" fmla="*/ 1617059 h 3819294"/>
                    <a:gd name="connsiteX30" fmla="*/ 5324475 w 7877460"/>
                    <a:gd name="connsiteY30" fmla="*/ 1971770 h 3819294"/>
                    <a:gd name="connsiteX31" fmla="*/ 5870829 w 7877460"/>
                    <a:gd name="connsiteY31" fmla="*/ 1943290 h 3819294"/>
                    <a:gd name="connsiteX32" fmla="*/ 6247733 w 7877460"/>
                    <a:gd name="connsiteY32" fmla="*/ 1601248 h 3819294"/>
                    <a:gd name="connsiteX33" fmla="*/ 6564440 w 7877460"/>
                    <a:gd name="connsiteY33" fmla="*/ 1892618 h 3819294"/>
                    <a:gd name="connsiteX34" fmla="*/ 6803612 w 7877460"/>
                    <a:gd name="connsiteY34" fmla="*/ 1395317 h 3819294"/>
                    <a:gd name="connsiteX35" fmla="*/ 6917627 w 7877460"/>
                    <a:gd name="connsiteY35" fmla="*/ 1118140 h 3819294"/>
                    <a:gd name="connsiteX36" fmla="*/ 7093458 w 7877460"/>
                    <a:gd name="connsiteY36" fmla="*/ 1274921 h 3819294"/>
                    <a:gd name="connsiteX37" fmla="*/ 7299389 w 7877460"/>
                    <a:gd name="connsiteY37" fmla="*/ 1309783 h 3819294"/>
                    <a:gd name="connsiteX38" fmla="*/ 7419784 w 7877460"/>
                    <a:gd name="connsiteY38" fmla="*/ 791909 h 3819294"/>
                    <a:gd name="connsiteX39" fmla="*/ 7606665 w 7877460"/>
                    <a:gd name="connsiteY39" fmla="*/ 788765 h 3819294"/>
                    <a:gd name="connsiteX40" fmla="*/ 7749159 w 7877460"/>
                    <a:gd name="connsiteY40" fmla="*/ 958215 h 3819294"/>
                    <a:gd name="connsiteX41" fmla="*/ 7877461 w 7877460"/>
                    <a:gd name="connsiteY41" fmla="*/ 709613 h 3819294"/>
                    <a:gd name="connsiteX42" fmla="*/ 7877461 w 7877460"/>
                    <a:gd name="connsiteY42" fmla="*/ 0 h 381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7877460" h="3819294">
                      <a:moveTo>
                        <a:pt x="7877461" y="0"/>
                      </a:moveTo>
                      <a:lnTo>
                        <a:pt x="1773746" y="0"/>
                      </a:lnTo>
                      <a:lnTo>
                        <a:pt x="0" y="1076897"/>
                      </a:lnTo>
                      <a:lnTo>
                        <a:pt x="1619" y="1948339"/>
                      </a:lnTo>
                      <a:cubicBezTo>
                        <a:pt x="1619" y="1948339"/>
                        <a:pt x="126778" y="1663922"/>
                        <a:pt x="401288" y="1644872"/>
                      </a:cubicBezTo>
                      <a:cubicBezTo>
                        <a:pt x="755523" y="1620393"/>
                        <a:pt x="726948" y="2043779"/>
                        <a:pt x="988314" y="2058733"/>
                      </a:cubicBezTo>
                      <a:cubicBezTo>
                        <a:pt x="1245965" y="2073497"/>
                        <a:pt x="1226915" y="1661636"/>
                        <a:pt x="1541526" y="1665923"/>
                      </a:cubicBezTo>
                      <a:cubicBezTo>
                        <a:pt x="1849850" y="1670114"/>
                        <a:pt x="1816037" y="1989011"/>
                        <a:pt x="2126456" y="1984820"/>
                      </a:cubicBezTo>
                      <a:cubicBezTo>
                        <a:pt x="2386298" y="1981295"/>
                        <a:pt x="2304860" y="1644872"/>
                        <a:pt x="2607945" y="1644872"/>
                      </a:cubicBezTo>
                      <a:cubicBezTo>
                        <a:pt x="2850737" y="1644872"/>
                        <a:pt x="2894171" y="2056924"/>
                        <a:pt x="3184398" y="2067211"/>
                      </a:cubicBezTo>
                      <a:cubicBezTo>
                        <a:pt x="3393948" y="2074640"/>
                        <a:pt x="3447860" y="1780032"/>
                        <a:pt x="3585591" y="1851279"/>
                      </a:cubicBezTo>
                      <a:cubicBezTo>
                        <a:pt x="3723418" y="1922526"/>
                        <a:pt x="3439859" y="2495836"/>
                        <a:pt x="3379661" y="2636806"/>
                      </a:cubicBezTo>
                      <a:cubicBezTo>
                        <a:pt x="3319463" y="2777776"/>
                        <a:pt x="2857024" y="3783425"/>
                        <a:pt x="3338513" y="3818287"/>
                      </a:cubicBezTo>
                      <a:cubicBezTo>
                        <a:pt x="3782759" y="3850481"/>
                        <a:pt x="3572542" y="3103531"/>
                        <a:pt x="3634645" y="2658999"/>
                      </a:cubicBezTo>
                      <a:cubicBezTo>
                        <a:pt x="3655219" y="2511743"/>
                        <a:pt x="3772662" y="2308193"/>
                        <a:pt x="3857911" y="2353342"/>
                      </a:cubicBezTo>
                      <a:cubicBezTo>
                        <a:pt x="3911727" y="2381822"/>
                        <a:pt x="3802475" y="2448401"/>
                        <a:pt x="3883247" y="2503837"/>
                      </a:cubicBezTo>
                      <a:cubicBezTo>
                        <a:pt x="3947351" y="2547842"/>
                        <a:pt x="3914966" y="2589371"/>
                        <a:pt x="3903821" y="2633663"/>
                      </a:cubicBezTo>
                      <a:cubicBezTo>
                        <a:pt x="3892677" y="2677954"/>
                        <a:pt x="3861054" y="2755583"/>
                        <a:pt x="3926014" y="2801493"/>
                      </a:cubicBezTo>
                      <a:cubicBezTo>
                        <a:pt x="3990975" y="2847404"/>
                        <a:pt x="4046411" y="2785682"/>
                        <a:pt x="4122420" y="2814161"/>
                      </a:cubicBezTo>
                      <a:cubicBezTo>
                        <a:pt x="4198430" y="2842641"/>
                        <a:pt x="4217480" y="2909221"/>
                        <a:pt x="4310920" y="2909221"/>
                      </a:cubicBezTo>
                      <a:cubicBezTo>
                        <a:pt x="4404360" y="2909221"/>
                        <a:pt x="4467701" y="2744533"/>
                        <a:pt x="4372642" y="2665286"/>
                      </a:cubicBezTo>
                      <a:cubicBezTo>
                        <a:pt x="4277583" y="2586133"/>
                        <a:pt x="4268152" y="2546509"/>
                        <a:pt x="4355211" y="2510123"/>
                      </a:cubicBezTo>
                      <a:cubicBezTo>
                        <a:pt x="4442270" y="2473738"/>
                        <a:pt x="4428078" y="2318480"/>
                        <a:pt x="4336161" y="2324862"/>
                      </a:cubicBezTo>
                      <a:cubicBezTo>
                        <a:pt x="4244340" y="2331244"/>
                        <a:pt x="4203097" y="2340674"/>
                        <a:pt x="4219004" y="2263140"/>
                      </a:cubicBezTo>
                      <a:cubicBezTo>
                        <a:pt x="4234815" y="2185511"/>
                        <a:pt x="4179380" y="2136458"/>
                        <a:pt x="4112895" y="2180749"/>
                      </a:cubicBezTo>
                      <a:cubicBezTo>
                        <a:pt x="4046411" y="2225135"/>
                        <a:pt x="3964019" y="2293239"/>
                        <a:pt x="3892772" y="2210848"/>
                      </a:cubicBezTo>
                      <a:cubicBezTo>
                        <a:pt x="3821525" y="2128457"/>
                        <a:pt x="3850005" y="1906810"/>
                        <a:pt x="3951351" y="1892522"/>
                      </a:cubicBezTo>
                      <a:cubicBezTo>
                        <a:pt x="4052697" y="1878235"/>
                        <a:pt x="4112228" y="1967865"/>
                        <a:pt x="4155662" y="2017681"/>
                      </a:cubicBezTo>
                      <a:cubicBezTo>
                        <a:pt x="4274439" y="2153888"/>
                        <a:pt x="4509421" y="2134743"/>
                        <a:pt x="4607052" y="1959102"/>
                      </a:cubicBezTo>
                      <a:cubicBezTo>
                        <a:pt x="4694111" y="1802321"/>
                        <a:pt x="4761453" y="1613916"/>
                        <a:pt x="4980813" y="1617059"/>
                      </a:cubicBezTo>
                      <a:cubicBezTo>
                        <a:pt x="5204079" y="1620203"/>
                        <a:pt x="5229416" y="1865662"/>
                        <a:pt x="5324475" y="1971770"/>
                      </a:cubicBezTo>
                      <a:cubicBezTo>
                        <a:pt x="5419534" y="2077879"/>
                        <a:pt x="5668137" y="2214086"/>
                        <a:pt x="5870829" y="1943290"/>
                      </a:cubicBezTo>
                      <a:cubicBezTo>
                        <a:pt x="6073521" y="1672495"/>
                        <a:pt x="6103620" y="1594866"/>
                        <a:pt x="6247733" y="1601248"/>
                      </a:cubicBezTo>
                      <a:cubicBezTo>
                        <a:pt x="6391847" y="1607630"/>
                        <a:pt x="6420326" y="1878425"/>
                        <a:pt x="6564440" y="1892618"/>
                      </a:cubicBezTo>
                      <a:cubicBezTo>
                        <a:pt x="6708553" y="1906810"/>
                        <a:pt x="6800374" y="1523619"/>
                        <a:pt x="6803612" y="1395317"/>
                      </a:cubicBezTo>
                      <a:cubicBezTo>
                        <a:pt x="6806756" y="1267015"/>
                        <a:pt x="6830568" y="1135571"/>
                        <a:pt x="6917627" y="1118140"/>
                      </a:cubicBezTo>
                      <a:cubicBezTo>
                        <a:pt x="7004685" y="1100709"/>
                        <a:pt x="7061740" y="1159288"/>
                        <a:pt x="7093458" y="1274921"/>
                      </a:cubicBezTo>
                      <a:cubicBezTo>
                        <a:pt x="7125176" y="1390555"/>
                        <a:pt x="7267671" y="1461802"/>
                        <a:pt x="7299389" y="1309783"/>
                      </a:cubicBezTo>
                      <a:cubicBezTo>
                        <a:pt x="7331107" y="1157764"/>
                        <a:pt x="7345300" y="891635"/>
                        <a:pt x="7419784" y="791909"/>
                      </a:cubicBezTo>
                      <a:cubicBezTo>
                        <a:pt x="7494175" y="692087"/>
                        <a:pt x="7578185" y="673132"/>
                        <a:pt x="7606665" y="788765"/>
                      </a:cubicBezTo>
                      <a:cubicBezTo>
                        <a:pt x="7635145" y="904399"/>
                        <a:pt x="7674769" y="1029462"/>
                        <a:pt x="7749159" y="958215"/>
                      </a:cubicBezTo>
                      <a:cubicBezTo>
                        <a:pt x="7823549" y="886968"/>
                        <a:pt x="7877461" y="709613"/>
                        <a:pt x="7877461" y="709613"/>
                      </a:cubicBezTo>
                      <a:lnTo>
                        <a:pt x="7877461" y="0"/>
                      </a:lnTo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9520" name="Graphique 1">
                  <a:extLst>
                    <a:ext uri="{FF2B5EF4-FFF2-40B4-BE49-F238E27FC236}">
                      <a16:creationId xmlns:a16="http://schemas.microsoft.com/office/drawing/2014/main" id="{8E07E6E8-D79C-43B4-A703-A816E4780C59}"/>
                    </a:ext>
                  </a:extLst>
                </p:cNvPr>
                <p:cNvGrpSpPr/>
                <p:nvPr/>
              </p:nvGrpSpPr>
              <p:grpSpPr>
                <a:xfrm>
                  <a:off x="4068417" y="3361381"/>
                  <a:ext cx="636031" cy="745227"/>
                  <a:chOff x="4068417" y="3361381"/>
                  <a:chExt cx="636031" cy="745227"/>
                </a:xfrm>
                <a:solidFill>
                  <a:srgbClr val="F4C74A"/>
                </a:solidFill>
              </p:grpSpPr>
              <p:sp>
                <p:nvSpPr>
                  <p:cNvPr id="16263" name="Forme libre : forme 16262">
                    <a:extLst>
                      <a:ext uri="{FF2B5EF4-FFF2-40B4-BE49-F238E27FC236}">
                        <a16:creationId xmlns:a16="http://schemas.microsoft.com/office/drawing/2014/main" id="{1A58E516-2560-4B65-8571-0839B2797535}"/>
                      </a:ext>
                    </a:extLst>
                  </p:cNvPr>
                  <p:cNvSpPr/>
                  <p:nvPr/>
                </p:nvSpPr>
                <p:spPr>
                  <a:xfrm>
                    <a:off x="4137027" y="3361381"/>
                    <a:ext cx="567421" cy="745227"/>
                  </a:xfrm>
                  <a:custGeom>
                    <a:avLst/>
                    <a:gdLst>
                      <a:gd name="connsiteX0" fmla="*/ 151036 w 567421"/>
                      <a:gd name="connsiteY0" fmla="*/ 164393 h 745227"/>
                      <a:gd name="connsiteX1" fmla="*/ 103411 w 567421"/>
                      <a:gd name="connsiteY1" fmla="*/ 212018 h 745227"/>
                      <a:gd name="connsiteX2" fmla="*/ 19781 w 567421"/>
                      <a:gd name="connsiteY2" fmla="*/ 204112 h 745227"/>
                      <a:gd name="connsiteX3" fmla="*/ 30926 w 567421"/>
                      <a:gd name="connsiteY3" fmla="*/ 339843 h 745227"/>
                      <a:gd name="connsiteX4" fmla="*/ 51500 w 567421"/>
                      <a:gd name="connsiteY4" fmla="*/ 469669 h 745227"/>
                      <a:gd name="connsiteX5" fmla="*/ 73693 w 567421"/>
                      <a:gd name="connsiteY5" fmla="*/ 637499 h 745227"/>
                      <a:gd name="connsiteX6" fmla="*/ 270099 w 567421"/>
                      <a:gd name="connsiteY6" fmla="*/ 650168 h 745227"/>
                      <a:gd name="connsiteX7" fmla="*/ 458598 w 567421"/>
                      <a:gd name="connsiteY7" fmla="*/ 745227 h 745227"/>
                      <a:gd name="connsiteX8" fmla="*/ 520320 w 567421"/>
                      <a:gd name="connsiteY8" fmla="*/ 501292 h 745227"/>
                      <a:gd name="connsiteX9" fmla="*/ 502890 w 567421"/>
                      <a:gd name="connsiteY9" fmla="*/ 346130 h 745227"/>
                      <a:gd name="connsiteX10" fmla="*/ 483840 w 567421"/>
                      <a:gd name="connsiteY10" fmla="*/ 160869 h 745227"/>
                      <a:gd name="connsiteX11" fmla="*/ 366682 w 567421"/>
                      <a:gd name="connsiteY11" fmla="*/ 99147 h 745227"/>
                      <a:gd name="connsiteX12" fmla="*/ 260574 w 567421"/>
                      <a:gd name="connsiteY12" fmla="*/ 16755 h 745227"/>
                      <a:gd name="connsiteX13" fmla="*/ 122461 w 567421"/>
                      <a:gd name="connsiteY13" fmla="*/ 85240 h 745227"/>
                      <a:gd name="connsiteX14" fmla="*/ 151036 w 567421"/>
                      <a:gd name="connsiteY14" fmla="*/ 164393 h 745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67421" h="745227">
                        <a:moveTo>
                          <a:pt x="151036" y="164393"/>
                        </a:moveTo>
                        <a:cubicBezTo>
                          <a:pt x="141511" y="183443"/>
                          <a:pt x="122461" y="202493"/>
                          <a:pt x="103411" y="212018"/>
                        </a:cubicBezTo>
                        <a:cubicBezTo>
                          <a:pt x="77884" y="218399"/>
                          <a:pt x="48071" y="211923"/>
                          <a:pt x="19781" y="204112"/>
                        </a:cubicBezTo>
                        <a:cubicBezTo>
                          <a:pt x="31593" y="237069"/>
                          <a:pt x="-38035" y="292504"/>
                          <a:pt x="30926" y="339843"/>
                        </a:cubicBezTo>
                        <a:cubicBezTo>
                          <a:pt x="95029" y="383849"/>
                          <a:pt x="62644" y="425378"/>
                          <a:pt x="51500" y="469669"/>
                        </a:cubicBezTo>
                        <a:cubicBezTo>
                          <a:pt x="40355" y="513960"/>
                          <a:pt x="8733" y="591589"/>
                          <a:pt x="73693" y="637499"/>
                        </a:cubicBezTo>
                        <a:cubicBezTo>
                          <a:pt x="138654" y="683410"/>
                          <a:pt x="194089" y="621688"/>
                          <a:pt x="270099" y="650168"/>
                        </a:cubicBezTo>
                        <a:cubicBezTo>
                          <a:pt x="346108" y="678648"/>
                          <a:pt x="365158" y="745227"/>
                          <a:pt x="458598" y="745227"/>
                        </a:cubicBezTo>
                        <a:cubicBezTo>
                          <a:pt x="552039" y="745227"/>
                          <a:pt x="615380" y="580540"/>
                          <a:pt x="520320" y="501292"/>
                        </a:cubicBezTo>
                        <a:cubicBezTo>
                          <a:pt x="425261" y="422139"/>
                          <a:pt x="415831" y="382515"/>
                          <a:pt x="502890" y="346130"/>
                        </a:cubicBezTo>
                        <a:cubicBezTo>
                          <a:pt x="589948" y="309744"/>
                          <a:pt x="575756" y="154487"/>
                          <a:pt x="483840" y="160869"/>
                        </a:cubicBezTo>
                        <a:cubicBezTo>
                          <a:pt x="391923" y="167250"/>
                          <a:pt x="350775" y="176680"/>
                          <a:pt x="366682" y="99147"/>
                        </a:cubicBezTo>
                        <a:cubicBezTo>
                          <a:pt x="382494" y="21518"/>
                          <a:pt x="327058" y="-27536"/>
                          <a:pt x="260574" y="16755"/>
                        </a:cubicBezTo>
                        <a:cubicBezTo>
                          <a:pt x="218568" y="44759"/>
                          <a:pt x="170277" y="82192"/>
                          <a:pt x="122461" y="85240"/>
                        </a:cubicBezTo>
                        <a:cubicBezTo>
                          <a:pt x="145893" y="105338"/>
                          <a:pt x="162656" y="129531"/>
                          <a:pt x="151036" y="164393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64" name="Forme libre : forme 16263">
                    <a:extLst>
                      <a:ext uri="{FF2B5EF4-FFF2-40B4-BE49-F238E27FC236}">
                        <a16:creationId xmlns:a16="http://schemas.microsoft.com/office/drawing/2014/main" id="{E040BE7B-87E5-4341-B237-01483F3D96FB}"/>
                      </a:ext>
                    </a:extLst>
                  </p:cNvPr>
                  <p:cNvSpPr/>
                  <p:nvPr/>
                </p:nvSpPr>
                <p:spPr>
                  <a:xfrm>
                    <a:off x="4199195" y="3504152"/>
                    <a:ext cx="91820" cy="91820"/>
                  </a:xfrm>
                  <a:custGeom>
                    <a:avLst/>
                    <a:gdLst>
                      <a:gd name="connsiteX0" fmla="*/ 91821 w 91820"/>
                      <a:gd name="connsiteY0" fmla="*/ 45910 h 91820"/>
                      <a:gd name="connsiteX1" fmla="*/ 45911 w 91820"/>
                      <a:gd name="connsiteY1" fmla="*/ 91821 h 91820"/>
                      <a:gd name="connsiteX2" fmla="*/ 0 w 91820"/>
                      <a:gd name="connsiteY2" fmla="*/ 45910 h 91820"/>
                      <a:gd name="connsiteX3" fmla="*/ 45911 w 91820"/>
                      <a:gd name="connsiteY3" fmla="*/ 0 h 91820"/>
                      <a:gd name="connsiteX4" fmla="*/ 91821 w 91820"/>
                      <a:gd name="connsiteY4" fmla="*/ 45910 h 91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820" h="91820">
                        <a:moveTo>
                          <a:pt x="91821" y="45910"/>
                        </a:moveTo>
                        <a:cubicBezTo>
                          <a:pt x="91821" y="71266"/>
                          <a:pt x="71266" y="91821"/>
                          <a:pt x="45911" y="91821"/>
                        </a:cubicBezTo>
                        <a:cubicBezTo>
                          <a:pt x="20555" y="91821"/>
                          <a:pt x="0" y="71266"/>
                          <a:pt x="0" y="45910"/>
                        </a:cubicBezTo>
                        <a:cubicBezTo>
                          <a:pt x="0" y="20555"/>
                          <a:pt x="20555" y="0"/>
                          <a:pt x="45911" y="0"/>
                        </a:cubicBezTo>
                        <a:cubicBezTo>
                          <a:pt x="71266" y="0"/>
                          <a:pt x="91821" y="20555"/>
                          <a:pt x="91821" y="45910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65" name="Forme libre : forme 16264">
                    <a:extLst>
                      <a:ext uri="{FF2B5EF4-FFF2-40B4-BE49-F238E27FC236}">
                        <a16:creationId xmlns:a16="http://schemas.microsoft.com/office/drawing/2014/main" id="{A65F7718-2364-44E5-8E6C-22ADC06B5136}"/>
                      </a:ext>
                    </a:extLst>
                  </p:cNvPr>
                  <p:cNvSpPr/>
                  <p:nvPr/>
                </p:nvSpPr>
                <p:spPr>
                  <a:xfrm>
                    <a:off x="4268061" y="3505771"/>
                    <a:ext cx="29337" cy="29337"/>
                  </a:xfrm>
                  <a:custGeom>
                    <a:avLst/>
                    <a:gdLst>
                      <a:gd name="connsiteX0" fmla="*/ 29337 w 29337"/>
                      <a:gd name="connsiteY0" fmla="*/ 14669 h 29337"/>
                      <a:gd name="connsiteX1" fmla="*/ 14668 w 29337"/>
                      <a:gd name="connsiteY1" fmla="*/ 29337 h 29337"/>
                      <a:gd name="connsiteX2" fmla="*/ 0 w 29337"/>
                      <a:gd name="connsiteY2" fmla="*/ 14669 h 29337"/>
                      <a:gd name="connsiteX3" fmla="*/ 14668 w 29337"/>
                      <a:gd name="connsiteY3" fmla="*/ 0 h 29337"/>
                      <a:gd name="connsiteX4" fmla="*/ 29337 w 29337"/>
                      <a:gd name="connsiteY4" fmla="*/ 14669 h 29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337" h="29337">
                        <a:moveTo>
                          <a:pt x="29337" y="14669"/>
                        </a:moveTo>
                        <a:cubicBezTo>
                          <a:pt x="29337" y="22770"/>
                          <a:pt x="22770" y="29337"/>
                          <a:pt x="14668" y="29337"/>
                        </a:cubicBezTo>
                        <a:cubicBezTo>
                          <a:pt x="6567" y="29337"/>
                          <a:pt x="0" y="22770"/>
                          <a:pt x="0" y="14669"/>
                        </a:cubicBezTo>
                        <a:cubicBezTo>
                          <a:pt x="0" y="6567"/>
                          <a:pt x="6567" y="0"/>
                          <a:pt x="14668" y="0"/>
                        </a:cubicBezTo>
                        <a:cubicBezTo>
                          <a:pt x="22770" y="0"/>
                          <a:pt x="29337" y="6567"/>
                          <a:pt x="29337" y="1466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66" name="Forme libre : forme 16265">
                    <a:extLst>
                      <a:ext uri="{FF2B5EF4-FFF2-40B4-BE49-F238E27FC236}">
                        <a16:creationId xmlns:a16="http://schemas.microsoft.com/office/drawing/2014/main" id="{BC700CE2-CD96-4FDF-AD81-5F29D5C7F84A}"/>
                      </a:ext>
                    </a:extLst>
                  </p:cNvPr>
                  <p:cNvSpPr/>
                  <p:nvPr/>
                </p:nvSpPr>
                <p:spPr>
                  <a:xfrm>
                    <a:off x="4249773" y="3498627"/>
                    <a:ext cx="28575" cy="28575"/>
                  </a:xfrm>
                  <a:custGeom>
                    <a:avLst/>
                    <a:gdLst>
                      <a:gd name="connsiteX0" fmla="*/ 28575 w 28575"/>
                      <a:gd name="connsiteY0" fmla="*/ 14287 h 28575"/>
                      <a:gd name="connsiteX1" fmla="*/ 14287 w 28575"/>
                      <a:gd name="connsiteY1" fmla="*/ 28575 h 28575"/>
                      <a:gd name="connsiteX2" fmla="*/ 0 w 28575"/>
                      <a:gd name="connsiteY2" fmla="*/ 14287 h 28575"/>
                      <a:gd name="connsiteX3" fmla="*/ 14287 w 28575"/>
                      <a:gd name="connsiteY3" fmla="*/ 0 h 28575"/>
                      <a:gd name="connsiteX4" fmla="*/ 28575 w 28575"/>
                      <a:gd name="connsiteY4" fmla="*/ 14287 h 28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75" h="28575">
                        <a:moveTo>
                          <a:pt x="28575" y="14287"/>
                        </a:moveTo>
                        <a:cubicBezTo>
                          <a:pt x="28575" y="22178"/>
                          <a:pt x="22178" y="28575"/>
                          <a:pt x="14287" y="28575"/>
                        </a:cubicBezTo>
                        <a:cubicBezTo>
                          <a:pt x="6397" y="28575"/>
                          <a:pt x="0" y="22178"/>
                          <a:pt x="0" y="14287"/>
                        </a:cubicBezTo>
                        <a:cubicBezTo>
                          <a:pt x="0" y="6397"/>
                          <a:pt x="6397" y="0"/>
                          <a:pt x="14287" y="0"/>
                        </a:cubicBezTo>
                        <a:cubicBezTo>
                          <a:pt x="22178" y="0"/>
                          <a:pt x="28575" y="6397"/>
                          <a:pt x="28575" y="14287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67" name="Forme libre : forme 16266">
                    <a:extLst>
                      <a:ext uri="{FF2B5EF4-FFF2-40B4-BE49-F238E27FC236}">
                        <a16:creationId xmlns:a16="http://schemas.microsoft.com/office/drawing/2014/main" id="{24D0D8AC-9675-46B6-BAE7-4006206B354B}"/>
                      </a:ext>
                    </a:extLst>
                  </p:cNvPr>
                  <p:cNvSpPr/>
                  <p:nvPr/>
                </p:nvSpPr>
                <p:spPr>
                  <a:xfrm>
                    <a:off x="4268061" y="3488340"/>
                    <a:ext cx="31623" cy="31623"/>
                  </a:xfrm>
                  <a:custGeom>
                    <a:avLst/>
                    <a:gdLst>
                      <a:gd name="connsiteX0" fmla="*/ 31623 w 31623"/>
                      <a:gd name="connsiteY0" fmla="*/ 15812 h 31623"/>
                      <a:gd name="connsiteX1" fmla="*/ 15811 w 31623"/>
                      <a:gd name="connsiteY1" fmla="*/ 31623 h 31623"/>
                      <a:gd name="connsiteX2" fmla="*/ 0 w 31623"/>
                      <a:gd name="connsiteY2" fmla="*/ 15812 h 31623"/>
                      <a:gd name="connsiteX3" fmla="*/ 15811 w 31623"/>
                      <a:gd name="connsiteY3" fmla="*/ 0 h 31623"/>
                      <a:gd name="connsiteX4" fmla="*/ 31623 w 31623"/>
                      <a:gd name="connsiteY4" fmla="*/ 15812 h 31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23" h="31623">
                        <a:moveTo>
                          <a:pt x="31623" y="15812"/>
                        </a:moveTo>
                        <a:cubicBezTo>
                          <a:pt x="31623" y="24544"/>
                          <a:pt x="24544" y="31623"/>
                          <a:pt x="15811" y="31623"/>
                        </a:cubicBezTo>
                        <a:cubicBezTo>
                          <a:pt x="7079" y="31623"/>
                          <a:pt x="0" y="24544"/>
                          <a:pt x="0" y="15812"/>
                        </a:cubicBezTo>
                        <a:cubicBezTo>
                          <a:pt x="0" y="7079"/>
                          <a:pt x="7079" y="0"/>
                          <a:pt x="15811" y="0"/>
                        </a:cubicBezTo>
                        <a:cubicBezTo>
                          <a:pt x="24544" y="0"/>
                          <a:pt x="31623" y="7079"/>
                          <a:pt x="31623" y="15812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68" name="Forme libre : forme 16267">
                    <a:extLst>
                      <a:ext uri="{FF2B5EF4-FFF2-40B4-BE49-F238E27FC236}">
                        <a16:creationId xmlns:a16="http://schemas.microsoft.com/office/drawing/2014/main" id="{C4C28E70-DB65-418A-9964-D96D3BBECE71}"/>
                      </a:ext>
                    </a:extLst>
                  </p:cNvPr>
                  <p:cNvSpPr/>
                  <p:nvPr/>
                </p:nvSpPr>
                <p:spPr>
                  <a:xfrm>
                    <a:off x="4184813" y="3553206"/>
                    <a:ext cx="33337" cy="33337"/>
                  </a:xfrm>
                  <a:custGeom>
                    <a:avLst/>
                    <a:gdLst>
                      <a:gd name="connsiteX0" fmla="*/ 33337 w 33337"/>
                      <a:gd name="connsiteY0" fmla="*/ 16669 h 33337"/>
                      <a:gd name="connsiteX1" fmla="*/ 16669 w 33337"/>
                      <a:gd name="connsiteY1" fmla="*/ 33338 h 33337"/>
                      <a:gd name="connsiteX2" fmla="*/ 0 w 33337"/>
                      <a:gd name="connsiteY2" fmla="*/ 16669 h 33337"/>
                      <a:gd name="connsiteX3" fmla="*/ 16669 w 33337"/>
                      <a:gd name="connsiteY3" fmla="*/ 0 h 33337"/>
                      <a:gd name="connsiteX4" fmla="*/ 33337 w 33337"/>
                      <a:gd name="connsiteY4" fmla="*/ 16669 h 3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337" h="33337">
                        <a:moveTo>
                          <a:pt x="33337" y="16669"/>
                        </a:moveTo>
                        <a:cubicBezTo>
                          <a:pt x="33337" y="25875"/>
                          <a:pt x="25874" y="33338"/>
                          <a:pt x="16669" y="33338"/>
                        </a:cubicBezTo>
                        <a:cubicBezTo>
                          <a:pt x="7463" y="33338"/>
                          <a:pt x="0" y="25875"/>
                          <a:pt x="0" y="16669"/>
                        </a:cubicBezTo>
                        <a:cubicBezTo>
                          <a:pt x="0" y="7463"/>
                          <a:pt x="7463" y="0"/>
                          <a:pt x="16669" y="0"/>
                        </a:cubicBezTo>
                        <a:cubicBezTo>
                          <a:pt x="25874" y="0"/>
                          <a:pt x="33337" y="7463"/>
                          <a:pt x="33337" y="1666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69" name="Forme libre : forme 16268">
                    <a:extLst>
                      <a:ext uri="{FF2B5EF4-FFF2-40B4-BE49-F238E27FC236}">
                        <a16:creationId xmlns:a16="http://schemas.microsoft.com/office/drawing/2014/main" id="{EC9C2989-C038-41C2-9F6E-3919FE817FA1}"/>
                      </a:ext>
                    </a:extLst>
                  </p:cNvPr>
                  <p:cNvSpPr/>
                  <p:nvPr/>
                </p:nvSpPr>
                <p:spPr>
                  <a:xfrm>
                    <a:off x="4177002" y="3526440"/>
                    <a:ext cx="42672" cy="42672"/>
                  </a:xfrm>
                  <a:custGeom>
                    <a:avLst/>
                    <a:gdLst>
                      <a:gd name="connsiteX0" fmla="*/ 42672 w 42672"/>
                      <a:gd name="connsiteY0" fmla="*/ 21336 h 42672"/>
                      <a:gd name="connsiteX1" fmla="*/ 21336 w 42672"/>
                      <a:gd name="connsiteY1" fmla="*/ 42672 h 42672"/>
                      <a:gd name="connsiteX2" fmla="*/ 0 w 42672"/>
                      <a:gd name="connsiteY2" fmla="*/ 21336 h 42672"/>
                      <a:gd name="connsiteX3" fmla="*/ 21336 w 42672"/>
                      <a:gd name="connsiteY3" fmla="*/ 0 h 42672"/>
                      <a:gd name="connsiteX4" fmla="*/ 42672 w 42672"/>
                      <a:gd name="connsiteY4" fmla="*/ 21336 h 42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72" h="42672">
                        <a:moveTo>
                          <a:pt x="42672" y="21336"/>
                        </a:moveTo>
                        <a:cubicBezTo>
                          <a:pt x="42672" y="33120"/>
                          <a:pt x="33120" y="42672"/>
                          <a:pt x="21336" y="42672"/>
                        </a:cubicBezTo>
                        <a:cubicBezTo>
                          <a:pt x="9552" y="42672"/>
                          <a:pt x="0" y="33120"/>
                          <a:pt x="0" y="21336"/>
                        </a:cubicBezTo>
                        <a:cubicBezTo>
                          <a:pt x="0" y="9552"/>
                          <a:pt x="9552" y="0"/>
                          <a:pt x="21336" y="0"/>
                        </a:cubicBezTo>
                        <a:cubicBezTo>
                          <a:pt x="33120" y="0"/>
                          <a:pt x="42672" y="9552"/>
                          <a:pt x="42672" y="21336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70" name="Forme libre : forme 16269">
                    <a:extLst>
                      <a:ext uri="{FF2B5EF4-FFF2-40B4-BE49-F238E27FC236}">
                        <a16:creationId xmlns:a16="http://schemas.microsoft.com/office/drawing/2014/main" id="{0B10B645-AD15-4792-9E26-42A543361976}"/>
                      </a:ext>
                    </a:extLst>
                  </p:cNvPr>
                  <p:cNvSpPr/>
                  <p:nvPr/>
                </p:nvSpPr>
                <p:spPr>
                  <a:xfrm>
                    <a:off x="4187289" y="3509771"/>
                    <a:ext cx="31623" cy="31623"/>
                  </a:xfrm>
                  <a:custGeom>
                    <a:avLst/>
                    <a:gdLst>
                      <a:gd name="connsiteX0" fmla="*/ 31623 w 31623"/>
                      <a:gd name="connsiteY0" fmla="*/ 15812 h 31623"/>
                      <a:gd name="connsiteX1" fmla="*/ 15812 w 31623"/>
                      <a:gd name="connsiteY1" fmla="*/ 31623 h 31623"/>
                      <a:gd name="connsiteX2" fmla="*/ 0 w 31623"/>
                      <a:gd name="connsiteY2" fmla="*/ 15812 h 31623"/>
                      <a:gd name="connsiteX3" fmla="*/ 15812 w 31623"/>
                      <a:gd name="connsiteY3" fmla="*/ 0 h 31623"/>
                      <a:gd name="connsiteX4" fmla="*/ 31623 w 31623"/>
                      <a:gd name="connsiteY4" fmla="*/ 15812 h 31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23" h="31623">
                        <a:moveTo>
                          <a:pt x="31623" y="15812"/>
                        </a:moveTo>
                        <a:cubicBezTo>
                          <a:pt x="31623" y="24544"/>
                          <a:pt x="24544" y="31623"/>
                          <a:pt x="15812" y="31623"/>
                        </a:cubicBezTo>
                        <a:cubicBezTo>
                          <a:pt x="7079" y="31623"/>
                          <a:pt x="0" y="24544"/>
                          <a:pt x="0" y="15812"/>
                        </a:cubicBezTo>
                        <a:cubicBezTo>
                          <a:pt x="0" y="7079"/>
                          <a:pt x="7079" y="0"/>
                          <a:pt x="15812" y="0"/>
                        </a:cubicBezTo>
                        <a:cubicBezTo>
                          <a:pt x="24544" y="0"/>
                          <a:pt x="31623" y="7079"/>
                          <a:pt x="31623" y="15812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71" name="Forme libre : forme 16270">
                    <a:extLst>
                      <a:ext uri="{FF2B5EF4-FFF2-40B4-BE49-F238E27FC236}">
                        <a16:creationId xmlns:a16="http://schemas.microsoft.com/office/drawing/2014/main" id="{D66576FC-99AE-4D60-982C-F309883A3273}"/>
                      </a:ext>
                    </a:extLst>
                  </p:cNvPr>
                  <p:cNvSpPr/>
                  <p:nvPr/>
                </p:nvSpPr>
                <p:spPr>
                  <a:xfrm>
                    <a:off x="4215769" y="3494627"/>
                    <a:ext cx="30098" cy="30098"/>
                  </a:xfrm>
                  <a:custGeom>
                    <a:avLst/>
                    <a:gdLst>
                      <a:gd name="connsiteX0" fmla="*/ 30099 w 30098"/>
                      <a:gd name="connsiteY0" fmla="*/ 15050 h 30098"/>
                      <a:gd name="connsiteX1" fmla="*/ 15050 w 30098"/>
                      <a:gd name="connsiteY1" fmla="*/ 30099 h 30098"/>
                      <a:gd name="connsiteX2" fmla="*/ 0 w 30098"/>
                      <a:gd name="connsiteY2" fmla="*/ 15050 h 30098"/>
                      <a:gd name="connsiteX3" fmla="*/ 15050 w 30098"/>
                      <a:gd name="connsiteY3" fmla="*/ 0 h 30098"/>
                      <a:gd name="connsiteX4" fmla="*/ 30099 w 30098"/>
                      <a:gd name="connsiteY4" fmla="*/ 15050 h 30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98" h="30098">
                        <a:moveTo>
                          <a:pt x="30099" y="15050"/>
                        </a:moveTo>
                        <a:cubicBezTo>
                          <a:pt x="30099" y="23361"/>
                          <a:pt x="23361" y="30099"/>
                          <a:pt x="15050" y="30099"/>
                        </a:cubicBezTo>
                        <a:cubicBezTo>
                          <a:pt x="6738" y="30099"/>
                          <a:pt x="0" y="23361"/>
                          <a:pt x="0" y="15050"/>
                        </a:cubicBezTo>
                        <a:cubicBezTo>
                          <a:pt x="0" y="6738"/>
                          <a:pt x="6738" y="0"/>
                          <a:pt x="15050" y="0"/>
                        </a:cubicBezTo>
                        <a:cubicBezTo>
                          <a:pt x="23361" y="0"/>
                          <a:pt x="30099" y="6738"/>
                          <a:pt x="30099" y="15050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72" name="Forme libre : forme 16271">
                    <a:extLst>
                      <a:ext uri="{FF2B5EF4-FFF2-40B4-BE49-F238E27FC236}">
                        <a16:creationId xmlns:a16="http://schemas.microsoft.com/office/drawing/2014/main" id="{33B4C3D1-0224-4D9C-938F-AF111D2D69BA}"/>
                      </a:ext>
                    </a:extLst>
                  </p:cNvPr>
                  <p:cNvSpPr/>
                  <p:nvPr/>
                </p:nvSpPr>
                <p:spPr>
                  <a:xfrm>
                    <a:off x="4189670" y="3486816"/>
                    <a:ext cx="26860" cy="26860"/>
                  </a:xfrm>
                  <a:custGeom>
                    <a:avLst/>
                    <a:gdLst>
                      <a:gd name="connsiteX0" fmla="*/ 26861 w 26860"/>
                      <a:gd name="connsiteY0" fmla="*/ 13430 h 26860"/>
                      <a:gd name="connsiteX1" fmla="*/ 13430 w 26860"/>
                      <a:gd name="connsiteY1" fmla="*/ 26861 h 26860"/>
                      <a:gd name="connsiteX2" fmla="*/ 0 w 26860"/>
                      <a:gd name="connsiteY2" fmla="*/ 13430 h 26860"/>
                      <a:gd name="connsiteX3" fmla="*/ 13430 w 26860"/>
                      <a:gd name="connsiteY3" fmla="*/ 0 h 26860"/>
                      <a:gd name="connsiteX4" fmla="*/ 26861 w 26860"/>
                      <a:gd name="connsiteY4" fmla="*/ 13430 h 26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860" h="26860">
                        <a:moveTo>
                          <a:pt x="26861" y="13430"/>
                        </a:moveTo>
                        <a:cubicBezTo>
                          <a:pt x="26861" y="20848"/>
                          <a:pt x="20848" y="26861"/>
                          <a:pt x="13430" y="26861"/>
                        </a:cubicBezTo>
                        <a:cubicBezTo>
                          <a:pt x="6013" y="26861"/>
                          <a:pt x="0" y="20848"/>
                          <a:pt x="0" y="13430"/>
                        </a:cubicBezTo>
                        <a:cubicBezTo>
                          <a:pt x="0" y="6013"/>
                          <a:pt x="6013" y="0"/>
                          <a:pt x="13430" y="0"/>
                        </a:cubicBezTo>
                        <a:cubicBezTo>
                          <a:pt x="20848" y="0"/>
                          <a:pt x="26861" y="6013"/>
                          <a:pt x="26861" y="13430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73" name="Forme libre : forme 16272">
                    <a:extLst>
                      <a:ext uri="{FF2B5EF4-FFF2-40B4-BE49-F238E27FC236}">
                        <a16:creationId xmlns:a16="http://schemas.microsoft.com/office/drawing/2014/main" id="{7C114757-AFF3-4F0C-BB49-8FD37B2B2860}"/>
                      </a:ext>
                    </a:extLst>
                  </p:cNvPr>
                  <p:cNvSpPr/>
                  <p:nvPr/>
                </p:nvSpPr>
                <p:spPr>
                  <a:xfrm>
                    <a:off x="4152428" y="3479673"/>
                    <a:ext cx="22098" cy="22098"/>
                  </a:xfrm>
                  <a:custGeom>
                    <a:avLst/>
                    <a:gdLst>
                      <a:gd name="connsiteX0" fmla="*/ 22098 w 22098"/>
                      <a:gd name="connsiteY0" fmla="*/ 11049 h 22098"/>
                      <a:gd name="connsiteX1" fmla="*/ 11049 w 22098"/>
                      <a:gd name="connsiteY1" fmla="*/ 22098 h 22098"/>
                      <a:gd name="connsiteX2" fmla="*/ 0 w 22098"/>
                      <a:gd name="connsiteY2" fmla="*/ 11049 h 22098"/>
                      <a:gd name="connsiteX3" fmla="*/ 11049 w 22098"/>
                      <a:gd name="connsiteY3" fmla="*/ 0 h 22098"/>
                      <a:gd name="connsiteX4" fmla="*/ 22098 w 22098"/>
                      <a:gd name="connsiteY4" fmla="*/ 11049 h 22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8" h="22098">
                        <a:moveTo>
                          <a:pt x="22098" y="11049"/>
                        </a:moveTo>
                        <a:cubicBezTo>
                          <a:pt x="22098" y="17151"/>
                          <a:pt x="17151" y="22098"/>
                          <a:pt x="11049" y="22098"/>
                        </a:cubicBezTo>
                        <a:cubicBezTo>
                          <a:pt x="4947" y="22098"/>
                          <a:pt x="0" y="17151"/>
                          <a:pt x="0" y="11049"/>
                        </a:cubicBezTo>
                        <a:cubicBezTo>
                          <a:pt x="0" y="4947"/>
                          <a:pt x="4947" y="0"/>
                          <a:pt x="11049" y="0"/>
                        </a:cubicBezTo>
                        <a:cubicBezTo>
                          <a:pt x="17151" y="0"/>
                          <a:pt x="22098" y="4947"/>
                          <a:pt x="22098" y="1104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74" name="Forme libre : forme 16273">
                    <a:extLst>
                      <a:ext uri="{FF2B5EF4-FFF2-40B4-BE49-F238E27FC236}">
                        <a16:creationId xmlns:a16="http://schemas.microsoft.com/office/drawing/2014/main" id="{DE9C2B7C-BA2B-494E-9CEA-42627387E06A}"/>
                      </a:ext>
                    </a:extLst>
                  </p:cNvPr>
                  <p:cNvSpPr/>
                  <p:nvPr/>
                </p:nvSpPr>
                <p:spPr>
                  <a:xfrm>
                    <a:off x="4177002" y="3469290"/>
                    <a:ext cx="14287" cy="14287"/>
                  </a:xfrm>
                  <a:custGeom>
                    <a:avLst/>
                    <a:gdLst>
                      <a:gd name="connsiteX0" fmla="*/ 14288 w 14287"/>
                      <a:gd name="connsiteY0" fmla="*/ 7144 h 14287"/>
                      <a:gd name="connsiteX1" fmla="*/ 7144 w 14287"/>
                      <a:gd name="connsiteY1" fmla="*/ 14288 h 14287"/>
                      <a:gd name="connsiteX2" fmla="*/ 0 w 14287"/>
                      <a:gd name="connsiteY2" fmla="*/ 7144 h 14287"/>
                      <a:gd name="connsiteX3" fmla="*/ 7144 w 14287"/>
                      <a:gd name="connsiteY3" fmla="*/ 0 h 14287"/>
                      <a:gd name="connsiteX4" fmla="*/ 14288 w 14287"/>
                      <a:gd name="connsiteY4" fmla="*/ 7144 h 14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87" h="14287">
                        <a:moveTo>
                          <a:pt x="14288" y="7144"/>
                        </a:moveTo>
                        <a:cubicBezTo>
                          <a:pt x="14288" y="11089"/>
                          <a:pt x="11089" y="14288"/>
                          <a:pt x="7144" y="14288"/>
                        </a:cubicBezTo>
                        <a:cubicBezTo>
                          <a:pt x="3198" y="14288"/>
                          <a:pt x="0" y="11089"/>
                          <a:pt x="0" y="7144"/>
                        </a:cubicBezTo>
                        <a:cubicBezTo>
                          <a:pt x="0" y="3198"/>
                          <a:pt x="3198" y="0"/>
                          <a:pt x="7144" y="0"/>
                        </a:cubicBezTo>
                        <a:cubicBezTo>
                          <a:pt x="11089" y="0"/>
                          <a:pt x="14288" y="3198"/>
                          <a:pt x="14288" y="7144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75" name="Forme libre : forme 16274">
                    <a:extLst>
                      <a:ext uri="{FF2B5EF4-FFF2-40B4-BE49-F238E27FC236}">
                        <a16:creationId xmlns:a16="http://schemas.microsoft.com/office/drawing/2014/main" id="{5DEFFADB-24D9-4035-90B3-547CD477B8B6}"/>
                      </a:ext>
                    </a:extLst>
                  </p:cNvPr>
                  <p:cNvSpPr/>
                  <p:nvPr/>
                </p:nvSpPr>
                <p:spPr>
                  <a:xfrm>
                    <a:off x="4177764" y="3505771"/>
                    <a:ext cx="9525" cy="9525"/>
                  </a:xfrm>
                  <a:custGeom>
                    <a:avLst/>
                    <a:gdLst>
                      <a:gd name="connsiteX0" fmla="*/ 9525 w 9525"/>
                      <a:gd name="connsiteY0" fmla="*/ 4762 h 9525"/>
                      <a:gd name="connsiteX1" fmla="*/ 4762 w 9525"/>
                      <a:gd name="connsiteY1" fmla="*/ 9525 h 9525"/>
                      <a:gd name="connsiteX2" fmla="*/ 0 w 9525"/>
                      <a:gd name="connsiteY2" fmla="*/ 4762 h 9525"/>
                      <a:gd name="connsiteX3" fmla="*/ 4762 w 9525"/>
                      <a:gd name="connsiteY3" fmla="*/ 0 h 9525"/>
                      <a:gd name="connsiteX4" fmla="*/ 9525 w 9525"/>
                      <a:gd name="connsiteY4" fmla="*/ 4762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25" h="9525">
                        <a:moveTo>
                          <a:pt x="9525" y="4762"/>
                        </a:moveTo>
                        <a:cubicBezTo>
                          <a:pt x="9525" y="7393"/>
                          <a:pt x="7393" y="9525"/>
                          <a:pt x="4762" y="9525"/>
                        </a:cubicBezTo>
                        <a:cubicBezTo>
                          <a:pt x="2132" y="9525"/>
                          <a:pt x="0" y="7393"/>
                          <a:pt x="0" y="4762"/>
                        </a:cubicBezTo>
                        <a:cubicBezTo>
                          <a:pt x="0" y="2132"/>
                          <a:pt x="2132" y="0"/>
                          <a:pt x="4762" y="0"/>
                        </a:cubicBezTo>
                        <a:cubicBezTo>
                          <a:pt x="7393" y="0"/>
                          <a:pt x="9525" y="2132"/>
                          <a:pt x="9525" y="4762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76" name="Forme libre : forme 16275">
                    <a:extLst>
                      <a:ext uri="{FF2B5EF4-FFF2-40B4-BE49-F238E27FC236}">
                        <a16:creationId xmlns:a16="http://schemas.microsoft.com/office/drawing/2014/main" id="{03BE2F67-6077-44B7-904B-E7FFDFEC81D3}"/>
                      </a:ext>
                    </a:extLst>
                  </p:cNvPr>
                  <p:cNvSpPr/>
                  <p:nvPr/>
                </p:nvSpPr>
                <p:spPr>
                  <a:xfrm>
                    <a:off x="4128615" y="3431286"/>
                    <a:ext cx="28575" cy="28575"/>
                  </a:xfrm>
                  <a:custGeom>
                    <a:avLst/>
                    <a:gdLst>
                      <a:gd name="connsiteX0" fmla="*/ 28575 w 28575"/>
                      <a:gd name="connsiteY0" fmla="*/ 14287 h 28575"/>
                      <a:gd name="connsiteX1" fmla="*/ 14287 w 28575"/>
                      <a:gd name="connsiteY1" fmla="*/ 28575 h 28575"/>
                      <a:gd name="connsiteX2" fmla="*/ 0 w 28575"/>
                      <a:gd name="connsiteY2" fmla="*/ 14287 h 28575"/>
                      <a:gd name="connsiteX3" fmla="*/ 14287 w 28575"/>
                      <a:gd name="connsiteY3" fmla="*/ 0 h 28575"/>
                      <a:gd name="connsiteX4" fmla="*/ 28575 w 28575"/>
                      <a:gd name="connsiteY4" fmla="*/ 14287 h 28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75" h="28575">
                        <a:moveTo>
                          <a:pt x="28575" y="14287"/>
                        </a:moveTo>
                        <a:cubicBezTo>
                          <a:pt x="28575" y="22178"/>
                          <a:pt x="22178" y="28575"/>
                          <a:pt x="14287" y="28575"/>
                        </a:cubicBezTo>
                        <a:cubicBezTo>
                          <a:pt x="6397" y="28575"/>
                          <a:pt x="0" y="22178"/>
                          <a:pt x="0" y="14287"/>
                        </a:cubicBezTo>
                        <a:cubicBezTo>
                          <a:pt x="0" y="6397"/>
                          <a:pt x="6397" y="0"/>
                          <a:pt x="14287" y="0"/>
                        </a:cubicBezTo>
                        <a:cubicBezTo>
                          <a:pt x="22178" y="0"/>
                          <a:pt x="28575" y="6397"/>
                          <a:pt x="28575" y="14287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77" name="Forme libre : forme 16276">
                    <a:extLst>
                      <a:ext uri="{FF2B5EF4-FFF2-40B4-BE49-F238E27FC236}">
                        <a16:creationId xmlns:a16="http://schemas.microsoft.com/office/drawing/2014/main" id="{B0E02ECC-E703-4046-9A0A-6B9AC0F93640}"/>
                      </a:ext>
                    </a:extLst>
                  </p:cNvPr>
                  <p:cNvSpPr/>
                  <p:nvPr/>
                </p:nvSpPr>
                <p:spPr>
                  <a:xfrm>
                    <a:off x="4112042" y="3478815"/>
                    <a:ext cx="29337" cy="29337"/>
                  </a:xfrm>
                  <a:custGeom>
                    <a:avLst/>
                    <a:gdLst>
                      <a:gd name="connsiteX0" fmla="*/ 29337 w 29337"/>
                      <a:gd name="connsiteY0" fmla="*/ 14668 h 29337"/>
                      <a:gd name="connsiteX1" fmla="*/ 14668 w 29337"/>
                      <a:gd name="connsiteY1" fmla="*/ 29337 h 29337"/>
                      <a:gd name="connsiteX2" fmla="*/ 0 w 29337"/>
                      <a:gd name="connsiteY2" fmla="*/ 14668 h 29337"/>
                      <a:gd name="connsiteX3" fmla="*/ 14668 w 29337"/>
                      <a:gd name="connsiteY3" fmla="*/ 0 h 29337"/>
                      <a:gd name="connsiteX4" fmla="*/ 29337 w 29337"/>
                      <a:gd name="connsiteY4" fmla="*/ 14668 h 29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337" h="29337">
                        <a:moveTo>
                          <a:pt x="29337" y="14668"/>
                        </a:moveTo>
                        <a:cubicBezTo>
                          <a:pt x="29337" y="22770"/>
                          <a:pt x="22770" y="29337"/>
                          <a:pt x="14668" y="29337"/>
                        </a:cubicBezTo>
                        <a:cubicBezTo>
                          <a:pt x="6567" y="29337"/>
                          <a:pt x="0" y="22770"/>
                          <a:pt x="0" y="14668"/>
                        </a:cubicBezTo>
                        <a:cubicBezTo>
                          <a:pt x="0" y="6567"/>
                          <a:pt x="6567" y="0"/>
                          <a:pt x="14668" y="0"/>
                        </a:cubicBezTo>
                        <a:cubicBezTo>
                          <a:pt x="22770" y="0"/>
                          <a:pt x="29337" y="6567"/>
                          <a:pt x="29337" y="14668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78" name="Forme libre : forme 16277">
                    <a:extLst>
                      <a:ext uri="{FF2B5EF4-FFF2-40B4-BE49-F238E27FC236}">
                        <a16:creationId xmlns:a16="http://schemas.microsoft.com/office/drawing/2014/main" id="{30DE832E-7374-42B2-A42D-20F11423987F}"/>
                      </a:ext>
                    </a:extLst>
                  </p:cNvPr>
                  <p:cNvSpPr/>
                  <p:nvPr/>
                </p:nvSpPr>
                <p:spPr>
                  <a:xfrm>
                    <a:off x="4154809" y="3512915"/>
                    <a:ext cx="16573" cy="16573"/>
                  </a:xfrm>
                  <a:custGeom>
                    <a:avLst/>
                    <a:gdLst>
                      <a:gd name="connsiteX0" fmla="*/ 16574 w 16573"/>
                      <a:gd name="connsiteY0" fmla="*/ 8287 h 16573"/>
                      <a:gd name="connsiteX1" fmla="*/ 8287 w 16573"/>
                      <a:gd name="connsiteY1" fmla="*/ 16573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4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4" y="8287"/>
                        </a:moveTo>
                        <a:cubicBezTo>
                          <a:pt x="16574" y="12863"/>
                          <a:pt x="12863" y="16573"/>
                          <a:pt x="8287" y="16573"/>
                        </a:cubicBezTo>
                        <a:cubicBezTo>
                          <a:pt x="3710" y="16573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4" y="0"/>
                          <a:pt x="16574" y="3710"/>
                          <a:pt x="16574" y="8287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79" name="Forme libre : forme 16278">
                    <a:extLst>
                      <a:ext uri="{FF2B5EF4-FFF2-40B4-BE49-F238E27FC236}">
                        <a16:creationId xmlns:a16="http://schemas.microsoft.com/office/drawing/2014/main" id="{7882B758-F965-4B27-ACD5-D97EC9E11050}"/>
                      </a:ext>
                    </a:extLst>
                  </p:cNvPr>
                  <p:cNvSpPr/>
                  <p:nvPr/>
                </p:nvSpPr>
                <p:spPr>
                  <a:xfrm>
                    <a:off x="4091372" y="3443954"/>
                    <a:ext cx="23050" cy="23050"/>
                  </a:xfrm>
                  <a:custGeom>
                    <a:avLst/>
                    <a:gdLst>
                      <a:gd name="connsiteX0" fmla="*/ 23051 w 23050"/>
                      <a:gd name="connsiteY0" fmla="*/ 11525 h 23050"/>
                      <a:gd name="connsiteX1" fmla="*/ 11525 w 23050"/>
                      <a:gd name="connsiteY1" fmla="*/ 23050 h 23050"/>
                      <a:gd name="connsiteX2" fmla="*/ 0 w 23050"/>
                      <a:gd name="connsiteY2" fmla="*/ 11525 h 23050"/>
                      <a:gd name="connsiteX3" fmla="*/ 11525 w 23050"/>
                      <a:gd name="connsiteY3" fmla="*/ 0 h 23050"/>
                      <a:gd name="connsiteX4" fmla="*/ 23051 w 23050"/>
                      <a:gd name="connsiteY4" fmla="*/ 11525 h 23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50" h="23050">
                        <a:moveTo>
                          <a:pt x="23051" y="11525"/>
                        </a:moveTo>
                        <a:cubicBezTo>
                          <a:pt x="23051" y="17891"/>
                          <a:pt x="17890" y="23050"/>
                          <a:pt x="11525" y="23050"/>
                        </a:cubicBezTo>
                        <a:cubicBezTo>
                          <a:pt x="5160" y="23050"/>
                          <a:pt x="0" y="17890"/>
                          <a:pt x="0" y="11525"/>
                        </a:cubicBezTo>
                        <a:cubicBezTo>
                          <a:pt x="0" y="5160"/>
                          <a:pt x="5160" y="0"/>
                          <a:pt x="11525" y="0"/>
                        </a:cubicBezTo>
                        <a:cubicBezTo>
                          <a:pt x="17891" y="0"/>
                          <a:pt x="23051" y="5160"/>
                          <a:pt x="23051" y="11525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80" name="Forme libre : forme 16279">
                    <a:extLst>
                      <a:ext uri="{FF2B5EF4-FFF2-40B4-BE49-F238E27FC236}">
                        <a16:creationId xmlns:a16="http://schemas.microsoft.com/office/drawing/2014/main" id="{7876EB7E-56C0-44AF-9A7F-B2EA4ABC5B4B}"/>
                      </a:ext>
                    </a:extLst>
                  </p:cNvPr>
                  <p:cNvSpPr/>
                  <p:nvPr/>
                </p:nvSpPr>
                <p:spPr>
                  <a:xfrm>
                    <a:off x="4100993" y="3413950"/>
                    <a:ext cx="16573" cy="16573"/>
                  </a:xfrm>
                  <a:custGeom>
                    <a:avLst/>
                    <a:gdLst>
                      <a:gd name="connsiteX0" fmla="*/ 16573 w 16573"/>
                      <a:gd name="connsiteY0" fmla="*/ 8287 h 16573"/>
                      <a:gd name="connsiteX1" fmla="*/ 8287 w 16573"/>
                      <a:gd name="connsiteY1" fmla="*/ 16574 h 16573"/>
                      <a:gd name="connsiteX2" fmla="*/ 0 w 16573"/>
                      <a:gd name="connsiteY2" fmla="*/ 8287 h 16573"/>
                      <a:gd name="connsiteX3" fmla="*/ 8287 w 16573"/>
                      <a:gd name="connsiteY3" fmla="*/ 0 h 16573"/>
                      <a:gd name="connsiteX4" fmla="*/ 16573 w 16573"/>
                      <a:gd name="connsiteY4" fmla="*/ 8287 h 16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16573">
                        <a:moveTo>
                          <a:pt x="16573" y="8287"/>
                        </a:moveTo>
                        <a:cubicBezTo>
                          <a:pt x="16573" y="12864"/>
                          <a:pt x="12863" y="16574"/>
                          <a:pt x="8287" y="16574"/>
                        </a:cubicBezTo>
                        <a:cubicBezTo>
                          <a:pt x="3710" y="16574"/>
                          <a:pt x="0" y="12863"/>
                          <a:pt x="0" y="8287"/>
                        </a:cubicBezTo>
                        <a:cubicBezTo>
                          <a:pt x="0" y="3710"/>
                          <a:pt x="3710" y="0"/>
                          <a:pt x="8287" y="0"/>
                        </a:cubicBezTo>
                        <a:cubicBezTo>
                          <a:pt x="12863" y="0"/>
                          <a:pt x="16573" y="3710"/>
                          <a:pt x="16573" y="8287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81" name="Forme libre : forme 16280">
                    <a:extLst>
                      <a:ext uri="{FF2B5EF4-FFF2-40B4-BE49-F238E27FC236}">
                        <a16:creationId xmlns:a16="http://schemas.microsoft.com/office/drawing/2014/main" id="{387DFAD3-79E8-4DBE-A5EC-86D470794E0F}"/>
                      </a:ext>
                    </a:extLst>
                  </p:cNvPr>
                  <p:cNvSpPr/>
                  <p:nvPr/>
                </p:nvSpPr>
                <p:spPr>
                  <a:xfrm>
                    <a:off x="4069274" y="3414712"/>
                    <a:ext cx="19050" cy="19050"/>
                  </a:xfrm>
                  <a:custGeom>
                    <a:avLst/>
                    <a:gdLst>
                      <a:gd name="connsiteX0" fmla="*/ 19050 w 19050"/>
                      <a:gd name="connsiteY0" fmla="*/ 9525 h 19050"/>
                      <a:gd name="connsiteX1" fmla="*/ 9525 w 19050"/>
                      <a:gd name="connsiteY1" fmla="*/ 19050 h 19050"/>
                      <a:gd name="connsiteX2" fmla="*/ 0 w 19050"/>
                      <a:gd name="connsiteY2" fmla="*/ 9525 h 19050"/>
                      <a:gd name="connsiteX3" fmla="*/ 9525 w 19050"/>
                      <a:gd name="connsiteY3" fmla="*/ 0 h 19050"/>
                      <a:gd name="connsiteX4" fmla="*/ 19050 w 19050"/>
                      <a:gd name="connsiteY4" fmla="*/ 9525 h 19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0" h="19050">
                        <a:moveTo>
                          <a:pt x="19050" y="9525"/>
                        </a:moveTo>
                        <a:cubicBezTo>
                          <a:pt x="19050" y="14785"/>
                          <a:pt x="14786" y="19050"/>
                          <a:pt x="9525" y="19050"/>
                        </a:cubicBezTo>
                        <a:cubicBezTo>
                          <a:pt x="4265" y="19050"/>
                          <a:pt x="0" y="14785"/>
                          <a:pt x="0" y="9525"/>
                        </a:cubicBezTo>
                        <a:cubicBezTo>
                          <a:pt x="0" y="4265"/>
                          <a:pt x="4265" y="0"/>
                          <a:pt x="9525" y="0"/>
                        </a:cubicBezTo>
                        <a:cubicBezTo>
                          <a:pt x="14786" y="0"/>
                          <a:pt x="19050" y="4265"/>
                          <a:pt x="19050" y="9525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82" name="Forme libre : forme 16281">
                    <a:extLst>
                      <a:ext uri="{FF2B5EF4-FFF2-40B4-BE49-F238E27FC236}">
                        <a16:creationId xmlns:a16="http://schemas.microsoft.com/office/drawing/2014/main" id="{3E3B011A-98DC-41EE-BD4D-AD15EEB57C97}"/>
                      </a:ext>
                    </a:extLst>
                  </p:cNvPr>
                  <p:cNvSpPr/>
                  <p:nvPr/>
                </p:nvSpPr>
                <p:spPr>
                  <a:xfrm>
                    <a:off x="4068417" y="3475672"/>
                    <a:ext cx="23812" cy="23812"/>
                  </a:xfrm>
                  <a:custGeom>
                    <a:avLst/>
                    <a:gdLst>
                      <a:gd name="connsiteX0" fmla="*/ 23812 w 23812"/>
                      <a:gd name="connsiteY0" fmla="*/ 11906 h 23812"/>
                      <a:gd name="connsiteX1" fmla="*/ 11906 w 23812"/>
                      <a:gd name="connsiteY1" fmla="*/ 23812 h 23812"/>
                      <a:gd name="connsiteX2" fmla="*/ 0 w 23812"/>
                      <a:gd name="connsiteY2" fmla="*/ 11906 h 23812"/>
                      <a:gd name="connsiteX3" fmla="*/ 11906 w 23812"/>
                      <a:gd name="connsiteY3" fmla="*/ 0 h 23812"/>
                      <a:gd name="connsiteX4" fmla="*/ 23812 w 23812"/>
                      <a:gd name="connsiteY4" fmla="*/ 11906 h 2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12" h="23812">
                        <a:moveTo>
                          <a:pt x="23812" y="11906"/>
                        </a:moveTo>
                        <a:cubicBezTo>
                          <a:pt x="23812" y="18482"/>
                          <a:pt x="18482" y="23812"/>
                          <a:pt x="11906" y="23812"/>
                        </a:cubicBezTo>
                        <a:cubicBezTo>
                          <a:pt x="5330" y="23812"/>
                          <a:pt x="0" y="18482"/>
                          <a:pt x="0" y="11906"/>
                        </a:cubicBezTo>
                        <a:cubicBezTo>
                          <a:pt x="0" y="5330"/>
                          <a:pt x="5330" y="0"/>
                          <a:pt x="11906" y="0"/>
                        </a:cubicBezTo>
                        <a:cubicBezTo>
                          <a:pt x="18482" y="0"/>
                          <a:pt x="23812" y="5330"/>
                          <a:pt x="23812" y="11906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83" name="Forme libre : forme 16282">
                    <a:extLst>
                      <a:ext uri="{FF2B5EF4-FFF2-40B4-BE49-F238E27FC236}">
                        <a16:creationId xmlns:a16="http://schemas.microsoft.com/office/drawing/2014/main" id="{7F56A1A8-3606-41CB-A9B6-3639C7D2CD6B}"/>
                      </a:ext>
                    </a:extLst>
                  </p:cNvPr>
                  <p:cNvSpPr/>
                  <p:nvPr/>
                </p:nvSpPr>
                <p:spPr>
                  <a:xfrm>
                    <a:off x="4100897" y="3501009"/>
                    <a:ext cx="8762" cy="8762"/>
                  </a:xfrm>
                  <a:custGeom>
                    <a:avLst/>
                    <a:gdLst>
                      <a:gd name="connsiteX0" fmla="*/ 8763 w 8762"/>
                      <a:gd name="connsiteY0" fmla="*/ 4381 h 8762"/>
                      <a:gd name="connsiteX1" fmla="*/ 4382 w 8762"/>
                      <a:gd name="connsiteY1" fmla="*/ 8763 h 8762"/>
                      <a:gd name="connsiteX2" fmla="*/ 0 w 8762"/>
                      <a:gd name="connsiteY2" fmla="*/ 4381 h 8762"/>
                      <a:gd name="connsiteX3" fmla="*/ 4382 w 8762"/>
                      <a:gd name="connsiteY3" fmla="*/ 0 h 8762"/>
                      <a:gd name="connsiteX4" fmla="*/ 8763 w 8762"/>
                      <a:gd name="connsiteY4" fmla="*/ 4381 h 8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62" h="8762">
                        <a:moveTo>
                          <a:pt x="8763" y="4381"/>
                        </a:moveTo>
                        <a:cubicBezTo>
                          <a:pt x="8763" y="6801"/>
                          <a:pt x="6801" y="8763"/>
                          <a:pt x="4382" y="8763"/>
                        </a:cubicBezTo>
                        <a:cubicBezTo>
                          <a:pt x="1962" y="8763"/>
                          <a:pt x="0" y="6801"/>
                          <a:pt x="0" y="4381"/>
                        </a:cubicBezTo>
                        <a:cubicBezTo>
                          <a:pt x="0" y="1961"/>
                          <a:pt x="1962" y="0"/>
                          <a:pt x="4382" y="0"/>
                        </a:cubicBezTo>
                        <a:cubicBezTo>
                          <a:pt x="6802" y="0"/>
                          <a:pt x="8763" y="1962"/>
                          <a:pt x="8763" y="4381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84" name="Forme libre : forme 16283">
                    <a:extLst>
                      <a:ext uri="{FF2B5EF4-FFF2-40B4-BE49-F238E27FC236}">
                        <a16:creationId xmlns:a16="http://schemas.microsoft.com/office/drawing/2014/main" id="{9A5B03F7-4ED6-402D-84EF-7808B4647F1E}"/>
                      </a:ext>
                    </a:extLst>
                  </p:cNvPr>
                  <p:cNvSpPr/>
                  <p:nvPr/>
                </p:nvSpPr>
                <p:spPr>
                  <a:xfrm>
                    <a:off x="4138235" y="3452717"/>
                    <a:ext cx="22098" cy="22098"/>
                  </a:xfrm>
                  <a:custGeom>
                    <a:avLst/>
                    <a:gdLst>
                      <a:gd name="connsiteX0" fmla="*/ 22098 w 22098"/>
                      <a:gd name="connsiteY0" fmla="*/ 11049 h 22098"/>
                      <a:gd name="connsiteX1" fmla="*/ 11049 w 22098"/>
                      <a:gd name="connsiteY1" fmla="*/ 22098 h 22098"/>
                      <a:gd name="connsiteX2" fmla="*/ 0 w 22098"/>
                      <a:gd name="connsiteY2" fmla="*/ 11049 h 22098"/>
                      <a:gd name="connsiteX3" fmla="*/ 11049 w 22098"/>
                      <a:gd name="connsiteY3" fmla="*/ 0 h 22098"/>
                      <a:gd name="connsiteX4" fmla="*/ 22098 w 22098"/>
                      <a:gd name="connsiteY4" fmla="*/ 11049 h 22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8" h="22098">
                        <a:moveTo>
                          <a:pt x="22098" y="11049"/>
                        </a:moveTo>
                        <a:cubicBezTo>
                          <a:pt x="22098" y="17151"/>
                          <a:pt x="17151" y="22098"/>
                          <a:pt x="11049" y="22098"/>
                        </a:cubicBezTo>
                        <a:cubicBezTo>
                          <a:pt x="4947" y="22098"/>
                          <a:pt x="0" y="17151"/>
                          <a:pt x="0" y="11049"/>
                        </a:cubicBezTo>
                        <a:cubicBezTo>
                          <a:pt x="0" y="4947"/>
                          <a:pt x="4947" y="0"/>
                          <a:pt x="11049" y="0"/>
                        </a:cubicBezTo>
                        <a:cubicBezTo>
                          <a:pt x="17151" y="0"/>
                          <a:pt x="22098" y="4947"/>
                          <a:pt x="22098" y="1104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85" name="Forme libre : forme 16284">
                    <a:extLst>
                      <a:ext uri="{FF2B5EF4-FFF2-40B4-BE49-F238E27FC236}">
                        <a16:creationId xmlns:a16="http://schemas.microsoft.com/office/drawing/2014/main" id="{9A6515D9-F410-46B7-AD90-493FD3D3BE53}"/>
                      </a:ext>
                    </a:extLst>
                  </p:cNvPr>
                  <p:cNvSpPr/>
                  <p:nvPr/>
                </p:nvSpPr>
                <p:spPr>
                  <a:xfrm>
                    <a:off x="4169001" y="3455860"/>
                    <a:ext cx="8762" cy="8762"/>
                  </a:xfrm>
                  <a:custGeom>
                    <a:avLst/>
                    <a:gdLst>
                      <a:gd name="connsiteX0" fmla="*/ 8763 w 8762"/>
                      <a:gd name="connsiteY0" fmla="*/ 4381 h 8762"/>
                      <a:gd name="connsiteX1" fmla="*/ 4382 w 8762"/>
                      <a:gd name="connsiteY1" fmla="*/ 8763 h 8762"/>
                      <a:gd name="connsiteX2" fmla="*/ 0 w 8762"/>
                      <a:gd name="connsiteY2" fmla="*/ 4381 h 8762"/>
                      <a:gd name="connsiteX3" fmla="*/ 4382 w 8762"/>
                      <a:gd name="connsiteY3" fmla="*/ 0 h 8762"/>
                      <a:gd name="connsiteX4" fmla="*/ 8763 w 8762"/>
                      <a:gd name="connsiteY4" fmla="*/ 4381 h 8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62" h="8762">
                        <a:moveTo>
                          <a:pt x="8763" y="4381"/>
                        </a:moveTo>
                        <a:cubicBezTo>
                          <a:pt x="8763" y="6801"/>
                          <a:pt x="6801" y="8763"/>
                          <a:pt x="4382" y="8763"/>
                        </a:cubicBezTo>
                        <a:cubicBezTo>
                          <a:pt x="1962" y="8763"/>
                          <a:pt x="0" y="6801"/>
                          <a:pt x="0" y="4381"/>
                        </a:cubicBezTo>
                        <a:cubicBezTo>
                          <a:pt x="0" y="1962"/>
                          <a:pt x="1962" y="0"/>
                          <a:pt x="4382" y="0"/>
                        </a:cubicBezTo>
                        <a:cubicBezTo>
                          <a:pt x="6801" y="0"/>
                          <a:pt x="8763" y="1962"/>
                          <a:pt x="8763" y="4381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86" name="Forme libre : forme 16285">
                    <a:extLst>
                      <a:ext uri="{FF2B5EF4-FFF2-40B4-BE49-F238E27FC236}">
                        <a16:creationId xmlns:a16="http://schemas.microsoft.com/office/drawing/2014/main" id="{5829355C-1D3E-4077-9440-588B6F98A0A3}"/>
                      </a:ext>
                    </a:extLst>
                  </p:cNvPr>
                  <p:cNvSpPr/>
                  <p:nvPr/>
                </p:nvSpPr>
                <p:spPr>
                  <a:xfrm>
                    <a:off x="4118328" y="3465385"/>
                    <a:ext cx="18287" cy="18287"/>
                  </a:xfrm>
                  <a:custGeom>
                    <a:avLst/>
                    <a:gdLst>
                      <a:gd name="connsiteX0" fmla="*/ 18288 w 18287"/>
                      <a:gd name="connsiteY0" fmla="*/ 9144 h 18287"/>
                      <a:gd name="connsiteX1" fmla="*/ 9144 w 18287"/>
                      <a:gd name="connsiteY1" fmla="*/ 18288 h 18287"/>
                      <a:gd name="connsiteX2" fmla="*/ 0 w 18287"/>
                      <a:gd name="connsiteY2" fmla="*/ 9144 h 18287"/>
                      <a:gd name="connsiteX3" fmla="*/ 9144 w 18287"/>
                      <a:gd name="connsiteY3" fmla="*/ 0 h 18287"/>
                      <a:gd name="connsiteX4" fmla="*/ 18288 w 18287"/>
                      <a:gd name="connsiteY4" fmla="*/ 9144 h 18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287" h="18287">
                        <a:moveTo>
                          <a:pt x="18288" y="9144"/>
                        </a:moveTo>
                        <a:cubicBezTo>
                          <a:pt x="18288" y="14194"/>
                          <a:pt x="14194" y="18288"/>
                          <a:pt x="9144" y="18288"/>
                        </a:cubicBezTo>
                        <a:cubicBezTo>
                          <a:pt x="4094" y="18288"/>
                          <a:pt x="0" y="14194"/>
                          <a:pt x="0" y="9144"/>
                        </a:cubicBezTo>
                        <a:cubicBezTo>
                          <a:pt x="0" y="4094"/>
                          <a:pt x="4094" y="0"/>
                          <a:pt x="9144" y="0"/>
                        </a:cubicBezTo>
                        <a:cubicBezTo>
                          <a:pt x="14194" y="0"/>
                          <a:pt x="18288" y="4094"/>
                          <a:pt x="18288" y="9144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87" name="Forme libre : forme 16286">
                    <a:extLst>
                      <a:ext uri="{FF2B5EF4-FFF2-40B4-BE49-F238E27FC236}">
                        <a16:creationId xmlns:a16="http://schemas.microsoft.com/office/drawing/2014/main" id="{08F43F40-5328-4F19-8648-5B74CA19EA75}"/>
                      </a:ext>
                    </a:extLst>
                  </p:cNvPr>
                  <p:cNvSpPr/>
                  <p:nvPr/>
                </p:nvSpPr>
                <p:spPr>
                  <a:xfrm>
                    <a:off x="4085086" y="3450336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88" name="Forme libre : forme 16287">
                    <a:extLst>
                      <a:ext uri="{FF2B5EF4-FFF2-40B4-BE49-F238E27FC236}">
                        <a16:creationId xmlns:a16="http://schemas.microsoft.com/office/drawing/2014/main" id="{3FDB8EDA-1640-40CC-A1BE-1DF298706855}"/>
                      </a:ext>
                    </a:extLst>
                  </p:cNvPr>
                  <p:cNvSpPr/>
                  <p:nvPr/>
                </p:nvSpPr>
                <p:spPr>
                  <a:xfrm>
                    <a:off x="4171382" y="3521202"/>
                    <a:ext cx="19812" cy="19812"/>
                  </a:xfrm>
                  <a:custGeom>
                    <a:avLst/>
                    <a:gdLst>
                      <a:gd name="connsiteX0" fmla="*/ 19812 w 19812"/>
                      <a:gd name="connsiteY0" fmla="*/ 9906 h 19812"/>
                      <a:gd name="connsiteX1" fmla="*/ 9906 w 19812"/>
                      <a:gd name="connsiteY1" fmla="*/ 19812 h 19812"/>
                      <a:gd name="connsiteX2" fmla="*/ 0 w 19812"/>
                      <a:gd name="connsiteY2" fmla="*/ 9906 h 19812"/>
                      <a:gd name="connsiteX3" fmla="*/ 9906 w 19812"/>
                      <a:gd name="connsiteY3" fmla="*/ 0 h 19812"/>
                      <a:gd name="connsiteX4" fmla="*/ 19812 w 19812"/>
                      <a:gd name="connsiteY4" fmla="*/ 9906 h 19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12" h="19812">
                        <a:moveTo>
                          <a:pt x="19812" y="9906"/>
                        </a:moveTo>
                        <a:cubicBezTo>
                          <a:pt x="19812" y="15377"/>
                          <a:pt x="15377" y="19812"/>
                          <a:pt x="9906" y="19812"/>
                        </a:cubicBezTo>
                        <a:cubicBezTo>
                          <a:pt x="4435" y="19812"/>
                          <a:pt x="0" y="15377"/>
                          <a:pt x="0" y="9906"/>
                        </a:cubicBezTo>
                        <a:cubicBezTo>
                          <a:pt x="0" y="4435"/>
                          <a:pt x="4435" y="0"/>
                          <a:pt x="9906" y="0"/>
                        </a:cubicBezTo>
                        <a:cubicBezTo>
                          <a:pt x="15377" y="0"/>
                          <a:pt x="19812" y="4435"/>
                          <a:pt x="19812" y="9906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89" name="Forme libre : forme 16288">
                    <a:extLst>
                      <a:ext uri="{FF2B5EF4-FFF2-40B4-BE49-F238E27FC236}">
                        <a16:creationId xmlns:a16="http://schemas.microsoft.com/office/drawing/2014/main" id="{3FDE3471-2668-4180-AB72-9D6C8628B15B}"/>
                      </a:ext>
                    </a:extLst>
                  </p:cNvPr>
                  <p:cNvSpPr/>
                  <p:nvPr/>
                </p:nvSpPr>
                <p:spPr>
                  <a:xfrm>
                    <a:off x="4248249" y="3489960"/>
                    <a:ext cx="26098" cy="26098"/>
                  </a:xfrm>
                  <a:custGeom>
                    <a:avLst/>
                    <a:gdLst>
                      <a:gd name="connsiteX0" fmla="*/ 26099 w 26098"/>
                      <a:gd name="connsiteY0" fmla="*/ 13049 h 26098"/>
                      <a:gd name="connsiteX1" fmla="*/ 13049 w 26098"/>
                      <a:gd name="connsiteY1" fmla="*/ 26098 h 26098"/>
                      <a:gd name="connsiteX2" fmla="*/ 0 w 26098"/>
                      <a:gd name="connsiteY2" fmla="*/ 13049 h 26098"/>
                      <a:gd name="connsiteX3" fmla="*/ 13049 w 26098"/>
                      <a:gd name="connsiteY3" fmla="*/ 0 h 26098"/>
                      <a:gd name="connsiteX4" fmla="*/ 26099 w 26098"/>
                      <a:gd name="connsiteY4" fmla="*/ 13049 h 26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098" h="26098">
                        <a:moveTo>
                          <a:pt x="26099" y="13049"/>
                        </a:moveTo>
                        <a:cubicBezTo>
                          <a:pt x="26099" y="20256"/>
                          <a:pt x="20256" y="26098"/>
                          <a:pt x="13049" y="26098"/>
                        </a:cubicBezTo>
                        <a:cubicBezTo>
                          <a:pt x="5843" y="26098"/>
                          <a:pt x="0" y="20256"/>
                          <a:pt x="0" y="13049"/>
                        </a:cubicBezTo>
                        <a:cubicBezTo>
                          <a:pt x="0" y="5842"/>
                          <a:pt x="5843" y="0"/>
                          <a:pt x="13049" y="0"/>
                        </a:cubicBezTo>
                        <a:cubicBezTo>
                          <a:pt x="20256" y="0"/>
                          <a:pt x="26099" y="5842"/>
                          <a:pt x="26099" y="1304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90" name="Forme libre : forme 16289">
                    <a:extLst>
                      <a:ext uri="{FF2B5EF4-FFF2-40B4-BE49-F238E27FC236}">
                        <a16:creationId xmlns:a16="http://schemas.microsoft.com/office/drawing/2014/main" id="{D15D821E-0DF1-4E35-A516-8C02EE6893F7}"/>
                      </a:ext>
                    </a:extLst>
                  </p:cNvPr>
                  <p:cNvSpPr/>
                  <p:nvPr/>
                </p:nvSpPr>
                <p:spPr>
                  <a:xfrm>
                    <a:off x="4238724" y="3489102"/>
                    <a:ext cx="9525" cy="9525"/>
                  </a:xfrm>
                  <a:custGeom>
                    <a:avLst/>
                    <a:gdLst>
                      <a:gd name="connsiteX0" fmla="*/ 9525 w 9525"/>
                      <a:gd name="connsiteY0" fmla="*/ 4762 h 9525"/>
                      <a:gd name="connsiteX1" fmla="*/ 4762 w 9525"/>
                      <a:gd name="connsiteY1" fmla="*/ 9525 h 9525"/>
                      <a:gd name="connsiteX2" fmla="*/ 0 w 9525"/>
                      <a:gd name="connsiteY2" fmla="*/ 4762 h 9525"/>
                      <a:gd name="connsiteX3" fmla="*/ 4762 w 9525"/>
                      <a:gd name="connsiteY3" fmla="*/ 0 h 9525"/>
                      <a:gd name="connsiteX4" fmla="*/ 9525 w 9525"/>
                      <a:gd name="connsiteY4" fmla="*/ 4762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25" h="9525">
                        <a:moveTo>
                          <a:pt x="9525" y="4762"/>
                        </a:moveTo>
                        <a:cubicBezTo>
                          <a:pt x="9525" y="7393"/>
                          <a:pt x="7393" y="9525"/>
                          <a:pt x="4762" y="9525"/>
                        </a:cubicBezTo>
                        <a:cubicBezTo>
                          <a:pt x="2132" y="9525"/>
                          <a:pt x="0" y="7393"/>
                          <a:pt x="0" y="4762"/>
                        </a:cubicBezTo>
                        <a:cubicBezTo>
                          <a:pt x="0" y="2132"/>
                          <a:pt x="2132" y="0"/>
                          <a:pt x="4762" y="0"/>
                        </a:cubicBezTo>
                        <a:cubicBezTo>
                          <a:pt x="7393" y="0"/>
                          <a:pt x="9525" y="2132"/>
                          <a:pt x="9525" y="4762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91" name="Forme libre : forme 16290">
                    <a:extLst>
                      <a:ext uri="{FF2B5EF4-FFF2-40B4-BE49-F238E27FC236}">
                        <a16:creationId xmlns:a16="http://schemas.microsoft.com/office/drawing/2014/main" id="{3B336E5B-2345-4EE7-81B2-CAF3B4ABEC18}"/>
                      </a:ext>
                    </a:extLst>
                  </p:cNvPr>
                  <p:cNvSpPr/>
                  <p:nvPr/>
                </p:nvSpPr>
                <p:spPr>
                  <a:xfrm>
                    <a:off x="4210244" y="3479673"/>
                    <a:ext cx="15811" cy="15811"/>
                  </a:xfrm>
                  <a:custGeom>
                    <a:avLst/>
                    <a:gdLst>
                      <a:gd name="connsiteX0" fmla="*/ 15812 w 15811"/>
                      <a:gd name="connsiteY0" fmla="*/ 7906 h 15811"/>
                      <a:gd name="connsiteX1" fmla="*/ 7906 w 15811"/>
                      <a:gd name="connsiteY1" fmla="*/ 15811 h 15811"/>
                      <a:gd name="connsiteX2" fmla="*/ 0 w 15811"/>
                      <a:gd name="connsiteY2" fmla="*/ 7906 h 15811"/>
                      <a:gd name="connsiteX3" fmla="*/ 7906 w 15811"/>
                      <a:gd name="connsiteY3" fmla="*/ 0 h 15811"/>
                      <a:gd name="connsiteX4" fmla="*/ 15812 w 15811"/>
                      <a:gd name="connsiteY4" fmla="*/ 7906 h 1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11" h="15811">
                        <a:moveTo>
                          <a:pt x="15812" y="7906"/>
                        </a:moveTo>
                        <a:cubicBezTo>
                          <a:pt x="15812" y="12272"/>
                          <a:pt x="12272" y="15811"/>
                          <a:pt x="7906" y="15811"/>
                        </a:cubicBezTo>
                        <a:cubicBezTo>
                          <a:pt x="3540" y="15811"/>
                          <a:pt x="0" y="12272"/>
                          <a:pt x="0" y="7906"/>
                        </a:cubicBezTo>
                        <a:cubicBezTo>
                          <a:pt x="0" y="3539"/>
                          <a:pt x="3540" y="0"/>
                          <a:pt x="7906" y="0"/>
                        </a:cubicBezTo>
                        <a:cubicBezTo>
                          <a:pt x="12272" y="0"/>
                          <a:pt x="15812" y="3540"/>
                          <a:pt x="15812" y="7906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92" name="Forme libre : forme 16291">
                    <a:extLst>
                      <a:ext uri="{FF2B5EF4-FFF2-40B4-BE49-F238E27FC236}">
                        <a16:creationId xmlns:a16="http://schemas.microsoft.com/office/drawing/2014/main" id="{721E0ADC-27A4-43C3-B13F-C4B51979D805}"/>
                      </a:ext>
                    </a:extLst>
                  </p:cNvPr>
                  <p:cNvSpPr/>
                  <p:nvPr/>
                </p:nvSpPr>
                <p:spPr>
                  <a:xfrm>
                    <a:off x="4098040" y="3474910"/>
                    <a:ext cx="13716" cy="13716"/>
                  </a:xfrm>
                  <a:custGeom>
                    <a:avLst/>
                    <a:gdLst>
                      <a:gd name="connsiteX0" fmla="*/ 13716 w 13716"/>
                      <a:gd name="connsiteY0" fmla="*/ 6858 h 13716"/>
                      <a:gd name="connsiteX1" fmla="*/ 6858 w 13716"/>
                      <a:gd name="connsiteY1" fmla="*/ 13716 h 13716"/>
                      <a:gd name="connsiteX2" fmla="*/ 0 w 13716"/>
                      <a:gd name="connsiteY2" fmla="*/ 6858 h 13716"/>
                      <a:gd name="connsiteX3" fmla="*/ 6858 w 13716"/>
                      <a:gd name="connsiteY3" fmla="*/ 0 h 13716"/>
                      <a:gd name="connsiteX4" fmla="*/ 13716 w 13716"/>
                      <a:gd name="connsiteY4" fmla="*/ 6858 h 13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16" h="13716">
                        <a:moveTo>
                          <a:pt x="13716" y="6858"/>
                        </a:moveTo>
                        <a:cubicBezTo>
                          <a:pt x="13716" y="10646"/>
                          <a:pt x="10646" y="13716"/>
                          <a:pt x="6858" y="13716"/>
                        </a:cubicBezTo>
                        <a:cubicBezTo>
                          <a:pt x="3070" y="13716"/>
                          <a:pt x="0" y="10646"/>
                          <a:pt x="0" y="6858"/>
                        </a:cubicBezTo>
                        <a:cubicBezTo>
                          <a:pt x="0" y="3071"/>
                          <a:pt x="3070" y="0"/>
                          <a:pt x="6858" y="0"/>
                        </a:cubicBezTo>
                        <a:cubicBezTo>
                          <a:pt x="10646" y="0"/>
                          <a:pt x="13716" y="3071"/>
                          <a:pt x="13716" y="6858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93" name="Forme libre : forme 16292">
                    <a:extLst>
                      <a:ext uri="{FF2B5EF4-FFF2-40B4-BE49-F238E27FC236}">
                        <a16:creationId xmlns:a16="http://schemas.microsoft.com/office/drawing/2014/main" id="{98460737-98D0-4435-8AA6-BC3A4842DCFE}"/>
                      </a:ext>
                    </a:extLst>
                  </p:cNvPr>
                  <p:cNvSpPr/>
                  <p:nvPr/>
                </p:nvSpPr>
                <p:spPr>
                  <a:xfrm>
                    <a:off x="4146141" y="3499199"/>
                    <a:ext cx="11048" cy="11048"/>
                  </a:xfrm>
                  <a:custGeom>
                    <a:avLst/>
                    <a:gdLst>
                      <a:gd name="connsiteX0" fmla="*/ 11049 w 11048"/>
                      <a:gd name="connsiteY0" fmla="*/ 5525 h 11048"/>
                      <a:gd name="connsiteX1" fmla="*/ 5525 w 11048"/>
                      <a:gd name="connsiteY1" fmla="*/ 11049 h 11048"/>
                      <a:gd name="connsiteX2" fmla="*/ 0 w 11048"/>
                      <a:gd name="connsiteY2" fmla="*/ 5525 h 11048"/>
                      <a:gd name="connsiteX3" fmla="*/ 5525 w 11048"/>
                      <a:gd name="connsiteY3" fmla="*/ 0 h 11048"/>
                      <a:gd name="connsiteX4" fmla="*/ 11049 w 11048"/>
                      <a:gd name="connsiteY4" fmla="*/ 5525 h 11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48" h="11048">
                        <a:moveTo>
                          <a:pt x="11049" y="5525"/>
                        </a:moveTo>
                        <a:cubicBezTo>
                          <a:pt x="11049" y="8576"/>
                          <a:pt x="8576" y="11049"/>
                          <a:pt x="5525" y="11049"/>
                        </a:cubicBezTo>
                        <a:cubicBezTo>
                          <a:pt x="2474" y="11049"/>
                          <a:pt x="0" y="8576"/>
                          <a:pt x="0" y="5525"/>
                        </a:cubicBezTo>
                        <a:cubicBezTo>
                          <a:pt x="0" y="2474"/>
                          <a:pt x="2474" y="0"/>
                          <a:pt x="5525" y="0"/>
                        </a:cubicBezTo>
                        <a:cubicBezTo>
                          <a:pt x="8576" y="0"/>
                          <a:pt x="11049" y="2474"/>
                          <a:pt x="11049" y="5525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94" name="Forme libre : forme 16293">
                    <a:extLst>
                      <a:ext uri="{FF2B5EF4-FFF2-40B4-BE49-F238E27FC236}">
                        <a16:creationId xmlns:a16="http://schemas.microsoft.com/office/drawing/2014/main" id="{54AE36A6-8E7E-41F1-A38D-40100516A9A1}"/>
                      </a:ext>
                    </a:extLst>
                  </p:cNvPr>
                  <p:cNvSpPr/>
                  <p:nvPr/>
                </p:nvSpPr>
                <p:spPr>
                  <a:xfrm>
                    <a:off x="4137664" y="3512343"/>
                    <a:ext cx="6858" cy="6858"/>
                  </a:xfrm>
                  <a:custGeom>
                    <a:avLst/>
                    <a:gdLst>
                      <a:gd name="connsiteX0" fmla="*/ 6858 w 6858"/>
                      <a:gd name="connsiteY0" fmla="*/ 3429 h 6858"/>
                      <a:gd name="connsiteX1" fmla="*/ 3429 w 6858"/>
                      <a:gd name="connsiteY1" fmla="*/ 6858 h 6858"/>
                      <a:gd name="connsiteX2" fmla="*/ 0 w 6858"/>
                      <a:gd name="connsiteY2" fmla="*/ 3429 h 6858"/>
                      <a:gd name="connsiteX3" fmla="*/ 3429 w 6858"/>
                      <a:gd name="connsiteY3" fmla="*/ 0 h 6858"/>
                      <a:gd name="connsiteX4" fmla="*/ 6858 w 6858"/>
                      <a:gd name="connsiteY4" fmla="*/ 3429 h 6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58" h="6858">
                        <a:moveTo>
                          <a:pt x="6858" y="3429"/>
                        </a:moveTo>
                        <a:cubicBezTo>
                          <a:pt x="6858" y="5323"/>
                          <a:pt x="5323" y="6858"/>
                          <a:pt x="3429" y="6858"/>
                        </a:cubicBezTo>
                        <a:cubicBezTo>
                          <a:pt x="1535" y="6858"/>
                          <a:pt x="0" y="5323"/>
                          <a:pt x="0" y="3429"/>
                        </a:cubicBezTo>
                        <a:cubicBezTo>
                          <a:pt x="0" y="1535"/>
                          <a:pt x="1535" y="0"/>
                          <a:pt x="3429" y="0"/>
                        </a:cubicBezTo>
                        <a:cubicBezTo>
                          <a:pt x="5323" y="0"/>
                          <a:pt x="6858" y="1535"/>
                          <a:pt x="6858" y="342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95" name="Forme libre : forme 16294">
                    <a:extLst>
                      <a:ext uri="{FF2B5EF4-FFF2-40B4-BE49-F238E27FC236}">
                        <a16:creationId xmlns:a16="http://schemas.microsoft.com/office/drawing/2014/main" id="{D069DF54-F416-4F2D-AC16-C4D722218322}"/>
                      </a:ext>
                    </a:extLst>
                  </p:cNvPr>
                  <p:cNvSpPr/>
                  <p:nvPr/>
                </p:nvSpPr>
                <p:spPr>
                  <a:xfrm>
                    <a:off x="4171382" y="3441096"/>
                    <a:ext cx="9525" cy="9525"/>
                  </a:xfrm>
                  <a:custGeom>
                    <a:avLst/>
                    <a:gdLst>
                      <a:gd name="connsiteX0" fmla="*/ 9525 w 9525"/>
                      <a:gd name="connsiteY0" fmla="*/ 4762 h 9525"/>
                      <a:gd name="connsiteX1" fmla="*/ 4763 w 9525"/>
                      <a:gd name="connsiteY1" fmla="*/ 9525 h 9525"/>
                      <a:gd name="connsiteX2" fmla="*/ 0 w 9525"/>
                      <a:gd name="connsiteY2" fmla="*/ 4762 h 9525"/>
                      <a:gd name="connsiteX3" fmla="*/ 4763 w 9525"/>
                      <a:gd name="connsiteY3" fmla="*/ 0 h 9525"/>
                      <a:gd name="connsiteX4" fmla="*/ 9525 w 9525"/>
                      <a:gd name="connsiteY4" fmla="*/ 4762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25" h="9525">
                        <a:moveTo>
                          <a:pt x="9525" y="4762"/>
                        </a:moveTo>
                        <a:cubicBezTo>
                          <a:pt x="9525" y="7393"/>
                          <a:pt x="7393" y="9525"/>
                          <a:pt x="4763" y="9525"/>
                        </a:cubicBezTo>
                        <a:cubicBezTo>
                          <a:pt x="2132" y="9525"/>
                          <a:pt x="0" y="7393"/>
                          <a:pt x="0" y="4762"/>
                        </a:cubicBezTo>
                        <a:cubicBezTo>
                          <a:pt x="0" y="2132"/>
                          <a:pt x="2132" y="0"/>
                          <a:pt x="4763" y="0"/>
                        </a:cubicBezTo>
                        <a:cubicBezTo>
                          <a:pt x="7393" y="0"/>
                          <a:pt x="9525" y="2132"/>
                          <a:pt x="9525" y="4762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96" name="Forme libre : forme 16295">
                    <a:extLst>
                      <a:ext uri="{FF2B5EF4-FFF2-40B4-BE49-F238E27FC236}">
                        <a16:creationId xmlns:a16="http://schemas.microsoft.com/office/drawing/2014/main" id="{784A2ECE-C111-472F-B43E-A2E80031AC9C}"/>
                      </a:ext>
                    </a:extLst>
                  </p:cNvPr>
                  <p:cNvSpPr/>
                  <p:nvPr/>
                </p:nvSpPr>
                <p:spPr>
                  <a:xfrm>
                    <a:off x="4195195" y="3472814"/>
                    <a:ext cx="8953" cy="8953"/>
                  </a:xfrm>
                  <a:custGeom>
                    <a:avLst/>
                    <a:gdLst>
                      <a:gd name="connsiteX0" fmla="*/ 8953 w 8953"/>
                      <a:gd name="connsiteY0" fmla="*/ 4477 h 8953"/>
                      <a:gd name="connsiteX1" fmla="*/ 4477 w 8953"/>
                      <a:gd name="connsiteY1" fmla="*/ 8954 h 8953"/>
                      <a:gd name="connsiteX2" fmla="*/ 0 w 8953"/>
                      <a:gd name="connsiteY2" fmla="*/ 4477 h 8953"/>
                      <a:gd name="connsiteX3" fmla="*/ 4477 w 8953"/>
                      <a:gd name="connsiteY3" fmla="*/ 0 h 8953"/>
                      <a:gd name="connsiteX4" fmla="*/ 8953 w 8953"/>
                      <a:gd name="connsiteY4" fmla="*/ 4477 h 8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53" h="8953">
                        <a:moveTo>
                          <a:pt x="8953" y="4477"/>
                        </a:moveTo>
                        <a:cubicBezTo>
                          <a:pt x="8953" y="6949"/>
                          <a:pt x="6949" y="8954"/>
                          <a:pt x="4477" y="8954"/>
                        </a:cubicBezTo>
                        <a:cubicBezTo>
                          <a:pt x="2004" y="8954"/>
                          <a:pt x="0" y="6949"/>
                          <a:pt x="0" y="4477"/>
                        </a:cubicBezTo>
                        <a:cubicBezTo>
                          <a:pt x="0" y="2004"/>
                          <a:pt x="2004" y="0"/>
                          <a:pt x="4477" y="0"/>
                        </a:cubicBezTo>
                        <a:cubicBezTo>
                          <a:pt x="6949" y="0"/>
                          <a:pt x="8953" y="2004"/>
                          <a:pt x="8953" y="4477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97" name="Forme libre : forme 16296">
                    <a:extLst>
                      <a:ext uri="{FF2B5EF4-FFF2-40B4-BE49-F238E27FC236}">
                        <a16:creationId xmlns:a16="http://schemas.microsoft.com/office/drawing/2014/main" id="{592C844E-8868-4413-99D3-12A483BA4A74}"/>
                      </a:ext>
                    </a:extLst>
                  </p:cNvPr>
                  <p:cNvSpPr/>
                  <p:nvPr/>
                </p:nvSpPr>
                <p:spPr>
                  <a:xfrm>
                    <a:off x="4180907" y="3489102"/>
                    <a:ext cx="8953" cy="8953"/>
                  </a:xfrm>
                  <a:custGeom>
                    <a:avLst/>
                    <a:gdLst>
                      <a:gd name="connsiteX0" fmla="*/ 8953 w 8953"/>
                      <a:gd name="connsiteY0" fmla="*/ 4477 h 8953"/>
                      <a:gd name="connsiteX1" fmla="*/ 4477 w 8953"/>
                      <a:gd name="connsiteY1" fmla="*/ 8954 h 8953"/>
                      <a:gd name="connsiteX2" fmla="*/ 0 w 8953"/>
                      <a:gd name="connsiteY2" fmla="*/ 4477 h 8953"/>
                      <a:gd name="connsiteX3" fmla="*/ 4477 w 8953"/>
                      <a:gd name="connsiteY3" fmla="*/ 0 h 8953"/>
                      <a:gd name="connsiteX4" fmla="*/ 8953 w 8953"/>
                      <a:gd name="connsiteY4" fmla="*/ 4477 h 8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53" h="8953">
                        <a:moveTo>
                          <a:pt x="8953" y="4477"/>
                        </a:moveTo>
                        <a:cubicBezTo>
                          <a:pt x="8953" y="6949"/>
                          <a:pt x="6949" y="8954"/>
                          <a:pt x="4477" y="8954"/>
                        </a:cubicBezTo>
                        <a:cubicBezTo>
                          <a:pt x="2004" y="8954"/>
                          <a:pt x="0" y="6949"/>
                          <a:pt x="0" y="4477"/>
                        </a:cubicBezTo>
                        <a:cubicBezTo>
                          <a:pt x="0" y="2004"/>
                          <a:pt x="2004" y="0"/>
                          <a:pt x="4477" y="0"/>
                        </a:cubicBezTo>
                        <a:cubicBezTo>
                          <a:pt x="6949" y="0"/>
                          <a:pt x="8953" y="2004"/>
                          <a:pt x="8953" y="4477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98" name="Forme libre : forme 16297">
                    <a:extLst>
                      <a:ext uri="{FF2B5EF4-FFF2-40B4-BE49-F238E27FC236}">
                        <a16:creationId xmlns:a16="http://schemas.microsoft.com/office/drawing/2014/main" id="{E20D6AF6-0845-4750-A494-B8DFC27F2549}"/>
                      </a:ext>
                    </a:extLst>
                  </p:cNvPr>
                  <p:cNvSpPr/>
                  <p:nvPr/>
                </p:nvSpPr>
                <p:spPr>
                  <a:xfrm>
                    <a:off x="4158809" y="3449573"/>
                    <a:ext cx="10477" cy="10477"/>
                  </a:xfrm>
                  <a:custGeom>
                    <a:avLst/>
                    <a:gdLst>
                      <a:gd name="connsiteX0" fmla="*/ 10478 w 10477"/>
                      <a:gd name="connsiteY0" fmla="*/ 5239 h 10477"/>
                      <a:gd name="connsiteX1" fmla="*/ 5239 w 10477"/>
                      <a:gd name="connsiteY1" fmla="*/ 10477 h 10477"/>
                      <a:gd name="connsiteX2" fmla="*/ 0 w 10477"/>
                      <a:gd name="connsiteY2" fmla="*/ 5239 h 10477"/>
                      <a:gd name="connsiteX3" fmla="*/ 5239 w 10477"/>
                      <a:gd name="connsiteY3" fmla="*/ 0 h 10477"/>
                      <a:gd name="connsiteX4" fmla="*/ 10478 w 10477"/>
                      <a:gd name="connsiteY4" fmla="*/ 5239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10477">
                        <a:moveTo>
                          <a:pt x="10478" y="5239"/>
                        </a:moveTo>
                        <a:cubicBezTo>
                          <a:pt x="10478" y="8132"/>
                          <a:pt x="8132" y="10477"/>
                          <a:pt x="5239" y="10477"/>
                        </a:cubicBezTo>
                        <a:cubicBezTo>
                          <a:pt x="2346" y="10477"/>
                          <a:pt x="0" y="8132"/>
                          <a:pt x="0" y="5239"/>
                        </a:cubicBezTo>
                        <a:cubicBezTo>
                          <a:pt x="0" y="2346"/>
                          <a:pt x="2346" y="0"/>
                          <a:pt x="5239" y="0"/>
                        </a:cubicBezTo>
                        <a:cubicBezTo>
                          <a:pt x="8132" y="0"/>
                          <a:pt x="10478" y="2346"/>
                          <a:pt x="10478" y="523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299" name="Forme libre : forme 16298">
                    <a:extLst>
                      <a:ext uri="{FF2B5EF4-FFF2-40B4-BE49-F238E27FC236}">
                        <a16:creationId xmlns:a16="http://schemas.microsoft.com/office/drawing/2014/main" id="{03381ED3-A77E-40C7-8C1E-3DFA4791ECB1}"/>
                      </a:ext>
                    </a:extLst>
                  </p:cNvPr>
                  <p:cNvSpPr/>
                  <p:nvPr/>
                </p:nvSpPr>
                <p:spPr>
                  <a:xfrm>
                    <a:off x="4120709" y="3452717"/>
                    <a:ext cx="10096" cy="10096"/>
                  </a:xfrm>
                  <a:custGeom>
                    <a:avLst/>
                    <a:gdLst>
                      <a:gd name="connsiteX0" fmla="*/ 10097 w 10096"/>
                      <a:gd name="connsiteY0" fmla="*/ 5048 h 10096"/>
                      <a:gd name="connsiteX1" fmla="*/ 5048 w 10096"/>
                      <a:gd name="connsiteY1" fmla="*/ 10096 h 10096"/>
                      <a:gd name="connsiteX2" fmla="*/ 0 w 10096"/>
                      <a:gd name="connsiteY2" fmla="*/ 5048 h 10096"/>
                      <a:gd name="connsiteX3" fmla="*/ 5048 w 10096"/>
                      <a:gd name="connsiteY3" fmla="*/ 0 h 10096"/>
                      <a:gd name="connsiteX4" fmla="*/ 10097 w 10096"/>
                      <a:gd name="connsiteY4" fmla="*/ 5048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" h="10096">
                        <a:moveTo>
                          <a:pt x="10097" y="5048"/>
                        </a:moveTo>
                        <a:cubicBezTo>
                          <a:pt x="10097" y="7836"/>
                          <a:pt x="7837" y="10096"/>
                          <a:pt x="5048" y="10096"/>
                        </a:cubicBezTo>
                        <a:cubicBezTo>
                          <a:pt x="2260" y="10096"/>
                          <a:pt x="0" y="7836"/>
                          <a:pt x="0" y="5048"/>
                        </a:cubicBezTo>
                        <a:cubicBezTo>
                          <a:pt x="0" y="2260"/>
                          <a:pt x="2260" y="0"/>
                          <a:pt x="5048" y="0"/>
                        </a:cubicBezTo>
                        <a:cubicBezTo>
                          <a:pt x="7837" y="0"/>
                          <a:pt x="10097" y="2260"/>
                          <a:pt x="10097" y="5048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00" name="Forme libre : forme 16299">
                    <a:extLst>
                      <a:ext uri="{FF2B5EF4-FFF2-40B4-BE49-F238E27FC236}">
                        <a16:creationId xmlns:a16="http://schemas.microsoft.com/office/drawing/2014/main" id="{088B346A-AF9F-48C8-875C-BA62423C5738}"/>
                      </a:ext>
                    </a:extLst>
                  </p:cNvPr>
                  <p:cNvSpPr/>
                  <p:nvPr/>
                </p:nvSpPr>
                <p:spPr>
                  <a:xfrm>
                    <a:off x="4112327" y="3432619"/>
                    <a:ext cx="6858" cy="6858"/>
                  </a:xfrm>
                  <a:custGeom>
                    <a:avLst/>
                    <a:gdLst>
                      <a:gd name="connsiteX0" fmla="*/ 6858 w 6858"/>
                      <a:gd name="connsiteY0" fmla="*/ 3429 h 6858"/>
                      <a:gd name="connsiteX1" fmla="*/ 3429 w 6858"/>
                      <a:gd name="connsiteY1" fmla="*/ 6858 h 6858"/>
                      <a:gd name="connsiteX2" fmla="*/ 0 w 6858"/>
                      <a:gd name="connsiteY2" fmla="*/ 3429 h 6858"/>
                      <a:gd name="connsiteX3" fmla="*/ 3429 w 6858"/>
                      <a:gd name="connsiteY3" fmla="*/ 0 h 6858"/>
                      <a:gd name="connsiteX4" fmla="*/ 6858 w 6858"/>
                      <a:gd name="connsiteY4" fmla="*/ 3429 h 6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58" h="6858">
                        <a:moveTo>
                          <a:pt x="6858" y="3429"/>
                        </a:moveTo>
                        <a:cubicBezTo>
                          <a:pt x="6858" y="5323"/>
                          <a:pt x="5323" y="6858"/>
                          <a:pt x="3429" y="6858"/>
                        </a:cubicBezTo>
                        <a:cubicBezTo>
                          <a:pt x="1535" y="6858"/>
                          <a:pt x="0" y="5323"/>
                          <a:pt x="0" y="3429"/>
                        </a:cubicBezTo>
                        <a:cubicBezTo>
                          <a:pt x="0" y="1535"/>
                          <a:pt x="1535" y="0"/>
                          <a:pt x="3429" y="0"/>
                        </a:cubicBezTo>
                        <a:cubicBezTo>
                          <a:pt x="5323" y="0"/>
                          <a:pt x="6858" y="1535"/>
                          <a:pt x="6858" y="342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01" name="Forme libre : forme 16300">
                    <a:extLst>
                      <a:ext uri="{FF2B5EF4-FFF2-40B4-BE49-F238E27FC236}">
                        <a16:creationId xmlns:a16="http://schemas.microsoft.com/office/drawing/2014/main" id="{6ADFF663-DCB6-42EC-BFF4-42519D61FAC7}"/>
                      </a:ext>
                    </a:extLst>
                  </p:cNvPr>
                  <p:cNvSpPr/>
                  <p:nvPr/>
                </p:nvSpPr>
                <p:spPr>
                  <a:xfrm>
                    <a:off x="4131282" y="3410521"/>
                    <a:ext cx="6858" cy="6858"/>
                  </a:xfrm>
                  <a:custGeom>
                    <a:avLst/>
                    <a:gdLst>
                      <a:gd name="connsiteX0" fmla="*/ 6858 w 6858"/>
                      <a:gd name="connsiteY0" fmla="*/ 3429 h 6858"/>
                      <a:gd name="connsiteX1" fmla="*/ 3429 w 6858"/>
                      <a:gd name="connsiteY1" fmla="*/ 6858 h 6858"/>
                      <a:gd name="connsiteX2" fmla="*/ 0 w 6858"/>
                      <a:gd name="connsiteY2" fmla="*/ 3429 h 6858"/>
                      <a:gd name="connsiteX3" fmla="*/ 3429 w 6858"/>
                      <a:gd name="connsiteY3" fmla="*/ 0 h 6858"/>
                      <a:gd name="connsiteX4" fmla="*/ 6858 w 6858"/>
                      <a:gd name="connsiteY4" fmla="*/ 3429 h 6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58" h="6858">
                        <a:moveTo>
                          <a:pt x="6858" y="3429"/>
                        </a:moveTo>
                        <a:cubicBezTo>
                          <a:pt x="6858" y="5323"/>
                          <a:pt x="5323" y="6858"/>
                          <a:pt x="3429" y="6858"/>
                        </a:cubicBezTo>
                        <a:cubicBezTo>
                          <a:pt x="1535" y="6858"/>
                          <a:pt x="0" y="5323"/>
                          <a:pt x="0" y="3429"/>
                        </a:cubicBezTo>
                        <a:cubicBezTo>
                          <a:pt x="0" y="1535"/>
                          <a:pt x="1535" y="0"/>
                          <a:pt x="3429" y="0"/>
                        </a:cubicBezTo>
                        <a:cubicBezTo>
                          <a:pt x="5323" y="0"/>
                          <a:pt x="6858" y="1535"/>
                          <a:pt x="6858" y="342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02" name="Forme libre : forme 16301">
                    <a:extLst>
                      <a:ext uri="{FF2B5EF4-FFF2-40B4-BE49-F238E27FC236}">
                        <a16:creationId xmlns:a16="http://schemas.microsoft.com/office/drawing/2014/main" id="{8CAF5FF3-B70E-4570-B926-841D43F20126}"/>
                      </a:ext>
                    </a:extLst>
                  </p:cNvPr>
                  <p:cNvSpPr/>
                  <p:nvPr/>
                </p:nvSpPr>
                <p:spPr>
                  <a:xfrm>
                    <a:off x="4084324" y="3512820"/>
                    <a:ext cx="12191" cy="12191"/>
                  </a:xfrm>
                  <a:custGeom>
                    <a:avLst/>
                    <a:gdLst>
                      <a:gd name="connsiteX0" fmla="*/ 12192 w 12191"/>
                      <a:gd name="connsiteY0" fmla="*/ 6096 h 12191"/>
                      <a:gd name="connsiteX1" fmla="*/ 6096 w 12191"/>
                      <a:gd name="connsiteY1" fmla="*/ 12192 h 12191"/>
                      <a:gd name="connsiteX2" fmla="*/ 0 w 12191"/>
                      <a:gd name="connsiteY2" fmla="*/ 6096 h 12191"/>
                      <a:gd name="connsiteX3" fmla="*/ 6096 w 12191"/>
                      <a:gd name="connsiteY3" fmla="*/ 0 h 12191"/>
                      <a:gd name="connsiteX4" fmla="*/ 12192 w 12191"/>
                      <a:gd name="connsiteY4" fmla="*/ 6096 h 12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1" h="12191">
                        <a:moveTo>
                          <a:pt x="12192" y="6096"/>
                        </a:moveTo>
                        <a:cubicBezTo>
                          <a:pt x="12192" y="9463"/>
                          <a:pt x="9463" y="12192"/>
                          <a:pt x="6096" y="12192"/>
                        </a:cubicBezTo>
                        <a:cubicBezTo>
                          <a:pt x="2729" y="12192"/>
                          <a:pt x="0" y="9463"/>
                          <a:pt x="0" y="6096"/>
                        </a:cubicBezTo>
                        <a:cubicBezTo>
                          <a:pt x="0" y="2729"/>
                          <a:pt x="2729" y="0"/>
                          <a:pt x="6096" y="0"/>
                        </a:cubicBezTo>
                        <a:cubicBezTo>
                          <a:pt x="9463" y="0"/>
                          <a:pt x="12192" y="2729"/>
                          <a:pt x="12192" y="6096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03" name="Forme libre : forme 16302">
                    <a:extLst>
                      <a:ext uri="{FF2B5EF4-FFF2-40B4-BE49-F238E27FC236}">
                        <a16:creationId xmlns:a16="http://schemas.microsoft.com/office/drawing/2014/main" id="{B30D343F-58C4-4FBC-995F-CCE2334306B7}"/>
                      </a:ext>
                    </a:extLst>
                  </p:cNvPr>
                  <p:cNvSpPr/>
                  <p:nvPr/>
                </p:nvSpPr>
                <p:spPr>
                  <a:xfrm>
                    <a:off x="4114899" y="3510724"/>
                    <a:ext cx="9525" cy="9525"/>
                  </a:xfrm>
                  <a:custGeom>
                    <a:avLst/>
                    <a:gdLst>
                      <a:gd name="connsiteX0" fmla="*/ 9525 w 9525"/>
                      <a:gd name="connsiteY0" fmla="*/ 4762 h 9525"/>
                      <a:gd name="connsiteX1" fmla="*/ 4762 w 9525"/>
                      <a:gd name="connsiteY1" fmla="*/ 9525 h 9525"/>
                      <a:gd name="connsiteX2" fmla="*/ 0 w 9525"/>
                      <a:gd name="connsiteY2" fmla="*/ 4762 h 9525"/>
                      <a:gd name="connsiteX3" fmla="*/ 4762 w 9525"/>
                      <a:gd name="connsiteY3" fmla="*/ 0 h 9525"/>
                      <a:gd name="connsiteX4" fmla="*/ 9525 w 9525"/>
                      <a:gd name="connsiteY4" fmla="*/ 4762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25" h="9525">
                        <a:moveTo>
                          <a:pt x="9525" y="4762"/>
                        </a:moveTo>
                        <a:cubicBezTo>
                          <a:pt x="9525" y="7393"/>
                          <a:pt x="7393" y="9525"/>
                          <a:pt x="4762" y="9525"/>
                        </a:cubicBezTo>
                        <a:cubicBezTo>
                          <a:pt x="2132" y="9525"/>
                          <a:pt x="0" y="7393"/>
                          <a:pt x="0" y="4762"/>
                        </a:cubicBezTo>
                        <a:cubicBezTo>
                          <a:pt x="0" y="2132"/>
                          <a:pt x="2132" y="0"/>
                          <a:pt x="4762" y="0"/>
                        </a:cubicBezTo>
                        <a:cubicBezTo>
                          <a:pt x="7393" y="0"/>
                          <a:pt x="9525" y="2132"/>
                          <a:pt x="9525" y="4762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04" name="Forme libre : forme 16303">
                    <a:extLst>
                      <a:ext uri="{FF2B5EF4-FFF2-40B4-BE49-F238E27FC236}">
                        <a16:creationId xmlns:a16="http://schemas.microsoft.com/office/drawing/2014/main" id="{6A8A59E6-7BBC-4E1E-89B0-EE88B39789D0}"/>
                      </a:ext>
                    </a:extLst>
                  </p:cNvPr>
                  <p:cNvSpPr/>
                  <p:nvPr/>
                </p:nvSpPr>
                <p:spPr>
                  <a:xfrm>
                    <a:off x="4133949" y="3500247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30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6"/>
                          <a:pt x="5766" y="7430"/>
                          <a:pt x="3715" y="7430"/>
                        </a:cubicBezTo>
                        <a:cubicBezTo>
                          <a:pt x="1663" y="7430"/>
                          <a:pt x="0" y="5766"/>
                          <a:pt x="0" y="3715"/>
                        </a:cubicBezTo>
                        <a:cubicBezTo>
                          <a:pt x="0" y="1663"/>
                          <a:pt x="1663" y="0"/>
                          <a:pt x="3715" y="0"/>
                        </a:cubicBezTo>
                        <a:cubicBezTo>
                          <a:pt x="5766" y="0"/>
                          <a:pt x="7429" y="1663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05" name="Forme libre : forme 16304">
                    <a:extLst>
                      <a:ext uri="{FF2B5EF4-FFF2-40B4-BE49-F238E27FC236}">
                        <a16:creationId xmlns:a16="http://schemas.microsoft.com/office/drawing/2014/main" id="{1567026E-4FFF-44BA-BF3D-D61F35F9086F}"/>
                      </a:ext>
                    </a:extLst>
                  </p:cNvPr>
                  <p:cNvSpPr/>
                  <p:nvPr/>
                </p:nvSpPr>
                <p:spPr>
                  <a:xfrm>
                    <a:off x="4144522" y="3479101"/>
                    <a:ext cx="6858" cy="6858"/>
                  </a:xfrm>
                  <a:custGeom>
                    <a:avLst/>
                    <a:gdLst>
                      <a:gd name="connsiteX0" fmla="*/ 6858 w 6858"/>
                      <a:gd name="connsiteY0" fmla="*/ 3429 h 6858"/>
                      <a:gd name="connsiteX1" fmla="*/ 3429 w 6858"/>
                      <a:gd name="connsiteY1" fmla="*/ 6858 h 6858"/>
                      <a:gd name="connsiteX2" fmla="*/ 0 w 6858"/>
                      <a:gd name="connsiteY2" fmla="*/ 3429 h 6858"/>
                      <a:gd name="connsiteX3" fmla="*/ 3429 w 6858"/>
                      <a:gd name="connsiteY3" fmla="*/ 0 h 6858"/>
                      <a:gd name="connsiteX4" fmla="*/ 6858 w 6858"/>
                      <a:gd name="connsiteY4" fmla="*/ 3429 h 6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58" h="6858">
                        <a:moveTo>
                          <a:pt x="6858" y="3429"/>
                        </a:moveTo>
                        <a:cubicBezTo>
                          <a:pt x="6858" y="5323"/>
                          <a:pt x="5323" y="6858"/>
                          <a:pt x="3429" y="6858"/>
                        </a:cubicBezTo>
                        <a:cubicBezTo>
                          <a:pt x="1535" y="6858"/>
                          <a:pt x="0" y="5323"/>
                          <a:pt x="0" y="3429"/>
                        </a:cubicBezTo>
                        <a:cubicBezTo>
                          <a:pt x="0" y="1535"/>
                          <a:pt x="1535" y="0"/>
                          <a:pt x="3429" y="0"/>
                        </a:cubicBezTo>
                        <a:cubicBezTo>
                          <a:pt x="5323" y="0"/>
                          <a:pt x="6858" y="1535"/>
                          <a:pt x="6858" y="342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06" name="Forme libre : forme 16305">
                    <a:extLst>
                      <a:ext uri="{FF2B5EF4-FFF2-40B4-BE49-F238E27FC236}">
                        <a16:creationId xmlns:a16="http://schemas.microsoft.com/office/drawing/2014/main" id="{8F529A97-B1DB-4E26-A2F4-B8E830619CFC}"/>
                      </a:ext>
                    </a:extLst>
                  </p:cNvPr>
                  <p:cNvSpPr/>
                  <p:nvPr/>
                </p:nvSpPr>
                <p:spPr>
                  <a:xfrm>
                    <a:off x="4161953" y="3475958"/>
                    <a:ext cx="6858" cy="6858"/>
                  </a:xfrm>
                  <a:custGeom>
                    <a:avLst/>
                    <a:gdLst>
                      <a:gd name="connsiteX0" fmla="*/ 6858 w 6858"/>
                      <a:gd name="connsiteY0" fmla="*/ 3429 h 6858"/>
                      <a:gd name="connsiteX1" fmla="*/ 3429 w 6858"/>
                      <a:gd name="connsiteY1" fmla="*/ 6858 h 6858"/>
                      <a:gd name="connsiteX2" fmla="*/ 0 w 6858"/>
                      <a:gd name="connsiteY2" fmla="*/ 3429 h 6858"/>
                      <a:gd name="connsiteX3" fmla="*/ 3429 w 6858"/>
                      <a:gd name="connsiteY3" fmla="*/ 0 h 6858"/>
                      <a:gd name="connsiteX4" fmla="*/ 6858 w 6858"/>
                      <a:gd name="connsiteY4" fmla="*/ 3429 h 6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58" h="6858">
                        <a:moveTo>
                          <a:pt x="6858" y="3429"/>
                        </a:moveTo>
                        <a:cubicBezTo>
                          <a:pt x="6858" y="5323"/>
                          <a:pt x="5323" y="6858"/>
                          <a:pt x="3429" y="6858"/>
                        </a:cubicBezTo>
                        <a:cubicBezTo>
                          <a:pt x="1535" y="6858"/>
                          <a:pt x="0" y="5323"/>
                          <a:pt x="0" y="3429"/>
                        </a:cubicBezTo>
                        <a:cubicBezTo>
                          <a:pt x="0" y="1535"/>
                          <a:pt x="1535" y="0"/>
                          <a:pt x="3429" y="0"/>
                        </a:cubicBezTo>
                        <a:cubicBezTo>
                          <a:pt x="5323" y="0"/>
                          <a:pt x="6858" y="1535"/>
                          <a:pt x="6858" y="342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07" name="Forme libre : forme 16306">
                    <a:extLst>
                      <a:ext uri="{FF2B5EF4-FFF2-40B4-BE49-F238E27FC236}">
                        <a16:creationId xmlns:a16="http://schemas.microsoft.com/office/drawing/2014/main" id="{95953BDA-1BDC-49B1-928C-B68ECC6E48D2}"/>
                      </a:ext>
                    </a:extLst>
                  </p:cNvPr>
                  <p:cNvSpPr/>
                  <p:nvPr/>
                </p:nvSpPr>
                <p:spPr>
                  <a:xfrm>
                    <a:off x="4167668" y="3505485"/>
                    <a:ext cx="10096" cy="10096"/>
                  </a:xfrm>
                  <a:custGeom>
                    <a:avLst/>
                    <a:gdLst>
                      <a:gd name="connsiteX0" fmla="*/ 10096 w 10096"/>
                      <a:gd name="connsiteY0" fmla="*/ 5048 h 10096"/>
                      <a:gd name="connsiteX1" fmla="*/ 5048 w 10096"/>
                      <a:gd name="connsiteY1" fmla="*/ 10096 h 10096"/>
                      <a:gd name="connsiteX2" fmla="*/ 0 w 10096"/>
                      <a:gd name="connsiteY2" fmla="*/ 5048 h 10096"/>
                      <a:gd name="connsiteX3" fmla="*/ 5048 w 10096"/>
                      <a:gd name="connsiteY3" fmla="*/ 0 h 10096"/>
                      <a:gd name="connsiteX4" fmla="*/ 10096 w 10096"/>
                      <a:gd name="connsiteY4" fmla="*/ 5048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" h="10096">
                        <a:moveTo>
                          <a:pt x="10096" y="5048"/>
                        </a:moveTo>
                        <a:cubicBezTo>
                          <a:pt x="10096" y="7836"/>
                          <a:pt x="7836" y="10096"/>
                          <a:pt x="5048" y="10096"/>
                        </a:cubicBezTo>
                        <a:cubicBezTo>
                          <a:pt x="2260" y="10096"/>
                          <a:pt x="0" y="7836"/>
                          <a:pt x="0" y="5048"/>
                        </a:cubicBezTo>
                        <a:cubicBezTo>
                          <a:pt x="0" y="2260"/>
                          <a:pt x="2260" y="0"/>
                          <a:pt x="5048" y="0"/>
                        </a:cubicBezTo>
                        <a:cubicBezTo>
                          <a:pt x="7836" y="0"/>
                          <a:pt x="10096" y="2260"/>
                          <a:pt x="10096" y="5048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08" name="Forme libre : forme 16307">
                    <a:extLst>
                      <a:ext uri="{FF2B5EF4-FFF2-40B4-BE49-F238E27FC236}">
                        <a16:creationId xmlns:a16="http://schemas.microsoft.com/office/drawing/2014/main" id="{7A2591B8-93FB-4C8D-9307-2A32C3E1F399}"/>
                      </a:ext>
                    </a:extLst>
                  </p:cNvPr>
                  <p:cNvSpPr/>
                  <p:nvPr/>
                </p:nvSpPr>
                <p:spPr>
                  <a:xfrm>
                    <a:off x="4193004" y="3485959"/>
                    <a:ext cx="8001" cy="8001"/>
                  </a:xfrm>
                  <a:custGeom>
                    <a:avLst/>
                    <a:gdLst>
                      <a:gd name="connsiteX0" fmla="*/ 8001 w 8001"/>
                      <a:gd name="connsiteY0" fmla="*/ 4000 h 8001"/>
                      <a:gd name="connsiteX1" fmla="*/ 4000 w 8001"/>
                      <a:gd name="connsiteY1" fmla="*/ 8001 h 8001"/>
                      <a:gd name="connsiteX2" fmla="*/ 0 w 8001"/>
                      <a:gd name="connsiteY2" fmla="*/ 4000 h 8001"/>
                      <a:gd name="connsiteX3" fmla="*/ 4000 w 8001"/>
                      <a:gd name="connsiteY3" fmla="*/ 0 h 8001"/>
                      <a:gd name="connsiteX4" fmla="*/ 8001 w 8001"/>
                      <a:gd name="connsiteY4" fmla="*/ 4000 h 8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01" h="8001">
                        <a:moveTo>
                          <a:pt x="8001" y="4000"/>
                        </a:moveTo>
                        <a:cubicBezTo>
                          <a:pt x="8001" y="6210"/>
                          <a:pt x="6210" y="8001"/>
                          <a:pt x="4000" y="8001"/>
                        </a:cubicBezTo>
                        <a:cubicBezTo>
                          <a:pt x="1791" y="8001"/>
                          <a:pt x="0" y="6210"/>
                          <a:pt x="0" y="4000"/>
                        </a:cubicBezTo>
                        <a:cubicBezTo>
                          <a:pt x="0" y="1791"/>
                          <a:pt x="1791" y="0"/>
                          <a:pt x="4000" y="0"/>
                        </a:cubicBezTo>
                        <a:cubicBezTo>
                          <a:pt x="6210" y="0"/>
                          <a:pt x="8001" y="1791"/>
                          <a:pt x="8001" y="4000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09" name="Forme libre : forme 16308">
                    <a:extLst>
                      <a:ext uri="{FF2B5EF4-FFF2-40B4-BE49-F238E27FC236}">
                        <a16:creationId xmlns:a16="http://schemas.microsoft.com/office/drawing/2014/main" id="{AF5245DF-6F9E-4325-8312-4A1B7D16E338}"/>
                      </a:ext>
                    </a:extLst>
                  </p:cNvPr>
                  <p:cNvSpPr/>
                  <p:nvPr/>
                </p:nvSpPr>
                <p:spPr>
                  <a:xfrm>
                    <a:off x="4164048" y="3466909"/>
                    <a:ext cx="9525" cy="9525"/>
                  </a:xfrm>
                  <a:custGeom>
                    <a:avLst/>
                    <a:gdLst>
                      <a:gd name="connsiteX0" fmla="*/ 9525 w 9525"/>
                      <a:gd name="connsiteY0" fmla="*/ 4763 h 9525"/>
                      <a:gd name="connsiteX1" fmla="*/ 4762 w 9525"/>
                      <a:gd name="connsiteY1" fmla="*/ 9525 h 9525"/>
                      <a:gd name="connsiteX2" fmla="*/ 0 w 9525"/>
                      <a:gd name="connsiteY2" fmla="*/ 4763 h 9525"/>
                      <a:gd name="connsiteX3" fmla="*/ 4762 w 9525"/>
                      <a:gd name="connsiteY3" fmla="*/ 0 h 9525"/>
                      <a:gd name="connsiteX4" fmla="*/ 9525 w 9525"/>
                      <a:gd name="connsiteY4" fmla="*/ 4763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25" h="9525">
                        <a:moveTo>
                          <a:pt x="9525" y="4763"/>
                        </a:moveTo>
                        <a:cubicBezTo>
                          <a:pt x="9525" y="7393"/>
                          <a:pt x="7393" y="9525"/>
                          <a:pt x="4762" y="9525"/>
                        </a:cubicBezTo>
                        <a:cubicBezTo>
                          <a:pt x="2132" y="9525"/>
                          <a:pt x="0" y="7393"/>
                          <a:pt x="0" y="4763"/>
                        </a:cubicBezTo>
                        <a:cubicBezTo>
                          <a:pt x="0" y="2132"/>
                          <a:pt x="2132" y="0"/>
                          <a:pt x="4762" y="0"/>
                        </a:cubicBezTo>
                        <a:cubicBezTo>
                          <a:pt x="7393" y="0"/>
                          <a:pt x="9525" y="2132"/>
                          <a:pt x="9525" y="4763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10" name="Forme libre : forme 16309">
                    <a:extLst>
                      <a:ext uri="{FF2B5EF4-FFF2-40B4-BE49-F238E27FC236}">
                        <a16:creationId xmlns:a16="http://schemas.microsoft.com/office/drawing/2014/main" id="{E7650076-D31B-4437-BF48-B7E9E0FBFF07}"/>
                      </a:ext>
                    </a:extLst>
                  </p:cNvPr>
                  <p:cNvSpPr/>
                  <p:nvPr/>
                </p:nvSpPr>
                <p:spPr>
                  <a:xfrm>
                    <a:off x="4185194" y="3459575"/>
                    <a:ext cx="6286" cy="6286"/>
                  </a:xfrm>
                  <a:custGeom>
                    <a:avLst/>
                    <a:gdLst>
                      <a:gd name="connsiteX0" fmla="*/ 6287 w 6286"/>
                      <a:gd name="connsiteY0" fmla="*/ 3143 h 6286"/>
                      <a:gd name="connsiteX1" fmla="*/ 3143 w 6286"/>
                      <a:gd name="connsiteY1" fmla="*/ 6286 h 6286"/>
                      <a:gd name="connsiteX2" fmla="*/ 0 w 6286"/>
                      <a:gd name="connsiteY2" fmla="*/ 3143 h 6286"/>
                      <a:gd name="connsiteX3" fmla="*/ 3143 w 6286"/>
                      <a:gd name="connsiteY3" fmla="*/ 0 h 6286"/>
                      <a:gd name="connsiteX4" fmla="*/ 6287 w 6286"/>
                      <a:gd name="connsiteY4" fmla="*/ 3143 h 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6" h="6286">
                        <a:moveTo>
                          <a:pt x="6287" y="3143"/>
                        </a:moveTo>
                        <a:cubicBezTo>
                          <a:pt x="6287" y="4879"/>
                          <a:pt x="4879" y="6286"/>
                          <a:pt x="3143" y="6286"/>
                        </a:cubicBezTo>
                        <a:cubicBezTo>
                          <a:pt x="1407" y="6286"/>
                          <a:pt x="0" y="4879"/>
                          <a:pt x="0" y="3143"/>
                        </a:cubicBezTo>
                        <a:cubicBezTo>
                          <a:pt x="0" y="1407"/>
                          <a:pt x="1407" y="0"/>
                          <a:pt x="3143" y="0"/>
                        </a:cubicBezTo>
                        <a:cubicBezTo>
                          <a:pt x="4879" y="0"/>
                          <a:pt x="6287" y="1407"/>
                          <a:pt x="6287" y="3143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11" name="Forme libre : forme 16310">
                    <a:extLst>
                      <a:ext uri="{FF2B5EF4-FFF2-40B4-BE49-F238E27FC236}">
                        <a16:creationId xmlns:a16="http://schemas.microsoft.com/office/drawing/2014/main" id="{7DC5B729-A247-4F47-AF69-6558BFAA7012}"/>
                      </a:ext>
                    </a:extLst>
                  </p:cNvPr>
                  <p:cNvSpPr/>
                  <p:nvPr/>
                </p:nvSpPr>
                <p:spPr>
                  <a:xfrm>
                    <a:off x="4174621" y="3480149"/>
                    <a:ext cx="9525" cy="9525"/>
                  </a:xfrm>
                  <a:custGeom>
                    <a:avLst/>
                    <a:gdLst>
                      <a:gd name="connsiteX0" fmla="*/ 9525 w 9525"/>
                      <a:gd name="connsiteY0" fmla="*/ 4762 h 9525"/>
                      <a:gd name="connsiteX1" fmla="*/ 4763 w 9525"/>
                      <a:gd name="connsiteY1" fmla="*/ 9525 h 9525"/>
                      <a:gd name="connsiteX2" fmla="*/ 0 w 9525"/>
                      <a:gd name="connsiteY2" fmla="*/ 4762 h 9525"/>
                      <a:gd name="connsiteX3" fmla="*/ 4763 w 9525"/>
                      <a:gd name="connsiteY3" fmla="*/ 0 h 9525"/>
                      <a:gd name="connsiteX4" fmla="*/ 9525 w 9525"/>
                      <a:gd name="connsiteY4" fmla="*/ 4762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25" h="9525">
                        <a:moveTo>
                          <a:pt x="9525" y="4762"/>
                        </a:moveTo>
                        <a:cubicBezTo>
                          <a:pt x="9525" y="7393"/>
                          <a:pt x="7393" y="9525"/>
                          <a:pt x="4763" y="9525"/>
                        </a:cubicBezTo>
                        <a:cubicBezTo>
                          <a:pt x="2132" y="9525"/>
                          <a:pt x="0" y="7393"/>
                          <a:pt x="0" y="4762"/>
                        </a:cubicBezTo>
                        <a:cubicBezTo>
                          <a:pt x="0" y="2132"/>
                          <a:pt x="2132" y="0"/>
                          <a:pt x="4763" y="0"/>
                        </a:cubicBezTo>
                        <a:cubicBezTo>
                          <a:pt x="7393" y="0"/>
                          <a:pt x="9525" y="2132"/>
                          <a:pt x="9525" y="4762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12" name="Forme libre : forme 16311">
                    <a:extLst>
                      <a:ext uri="{FF2B5EF4-FFF2-40B4-BE49-F238E27FC236}">
                        <a16:creationId xmlns:a16="http://schemas.microsoft.com/office/drawing/2014/main" id="{4EEA2E9E-69A1-46CF-A080-529AFFFB942D}"/>
                      </a:ext>
                    </a:extLst>
                  </p:cNvPr>
                  <p:cNvSpPr/>
                  <p:nvPr/>
                </p:nvSpPr>
                <p:spPr>
                  <a:xfrm>
                    <a:off x="4144522" y="3515772"/>
                    <a:ext cx="10287" cy="10287"/>
                  </a:xfrm>
                  <a:custGeom>
                    <a:avLst/>
                    <a:gdLst>
                      <a:gd name="connsiteX0" fmla="*/ 10287 w 10287"/>
                      <a:gd name="connsiteY0" fmla="*/ 5143 h 10287"/>
                      <a:gd name="connsiteX1" fmla="*/ 5143 w 10287"/>
                      <a:gd name="connsiteY1" fmla="*/ 10287 h 10287"/>
                      <a:gd name="connsiteX2" fmla="*/ 0 w 10287"/>
                      <a:gd name="connsiteY2" fmla="*/ 5143 h 10287"/>
                      <a:gd name="connsiteX3" fmla="*/ 5143 w 10287"/>
                      <a:gd name="connsiteY3" fmla="*/ 0 h 10287"/>
                      <a:gd name="connsiteX4" fmla="*/ 10287 w 10287"/>
                      <a:gd name="connsiteY4" fmla="*/ 5143 h 10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87" h="10287">
                        <a:moveTo>
                          <a:pt x="10287" y="5143"/>
                        </a:moveTo>
                        <a:cubicBezTo>
                          <a:pt x="10287" y="7984"/>
                          <a:pt x="7984" y="10287"/>
                          <a:pt x="5143" y="10287"/>
                        </a:cubicBezTo>
                        <a:cubicBezTo>
                          <a:pt x="2303" y="10287"/>
                          <a:pt x="0" y="7984"/>
                          <a:pt x="0" y="5143"/>
                        </a:cubicBezTo>
                        <a:cubicBezTo>
                          <a:pt x="0" y="2303"/>
                          <a:pt x="2303" y="0"/>
                          <a:pt x="5143" y="0"/>
                        </a:cubicBezTo>
                        <a:cubicBezTo>
                          <a:pt x="7984" y="0"/>
                          <a:pt x="10287" y="2303"/>
                          <a:pt x="10287" y="5143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13" name="Forme libre : forme 16312">
                    <a:extLst>
                      <a:ext uri="{FF2B5EF4-FFF2-40B4-BE49-F238E27FC236}">
                        <a16:creationId xmlns:a16="http://schemas.microsoft.com/office/drawing/2014/main" id="{0936D18A-4996-4C62-911C-D52289EEAB93}"/>
                      </a:ext>
                    </a:extLst>
                  </p:cNvPr>
                  <p:cNvSpPr/>
                  <p:nvPr/>
                </p:nvSpPr>
                <p:spPr>
                  <a:xfrm>
                    <a:off x="4165572" y="3499675"/>
                    <a:ext cx="5333" cy="5333"/>
                  </a:xfrm>
                  <a:custGeom>
                    <a:avLst/>
                    <a:gdLst>
                      <a:gd name="connsiteX0" fmla="*/ 5334 w 5333"/>
                      <a:gd name="connsiteY0" fmla="*/ 2667 h 5333"/>
                      <a:gd name="connsiteX1" fmla="*/ 2667 w 5333"/>
                      <a:gd name="connsiteY1" fmla="*/ 5334 h 5333"/>
                      <a:gd name="connsiteX2" fmla="*/ 0 w 5333"/>
                      <a:gd name="connsiteY2" fmla="*/ 2667 h 5333"/>
                      <a:gd name="connsiteX3" fmla="*/ 2667 w 5333"/>
                      <a:gd name="connsiteY3" fmla="*/ 0 h 5333"/>
                      <a:gd name="connsiteX4" fmla="*/ 5334 w 5333"/>
                      <a:gd name="connsiteY4" fmla="*/ 2667 h 5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33" h="5333">
                        <a:moveTo>
                          <a:pt x="5334" y="2667"/>
                        </a:moveTo>
                        <a:cubicBezTo>
                          <a:pt x="5334" y="4140"/>
                          <a:pt x="4140" y="5334"/>
                          <a:pt x="2667" y="5334"/>
                        </a:cubicBezTo>
                        <a:cubicBezTo>
                          <a:pt x="1194" y="5334"/>
                          <a:pt x="0" y="4140"/>
                          <a:pt x="0" y="2667"/>
                        </a:cubicBezTo>
                        <a:cubicBezTo>
                          <a:pt x="0" y="1194"/>
                          <a:pt x="1194" y="0"/>
                          <a:pt x="2667" y="0"/>
                        </a:cubicBezTo>
                        <a:cubicBezTo>
                          <a:pt x="4140" y="0"/>
                          <a:pt x="5334" y="1194"/>
                          <a:pt x="5334" y="2667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14" name="Forme libre : forme 16313">
                    <a:extLst>
                      <a:ext uri="{FF2B5EF4-FFF2-40B4-BE49-F238E27FC236}">
                        <a16:creationId xmlns:a16="http://schemas.microsoft.com/office/drawing/2014/main" id="{0DFFC1B1-4836-4C3B-BED7-476F04DC9071}"/>
                      </a:ext>
                    </a:extLst>
                  </p:cNvPr>
                  <p:cNvSpPr/>
                  <p:nvPr/>
                </p:nvSpPr>
                <p:spPr>
                  <a:xfrm>
                    <a:off x="4125567" y="3433762"/>
                    <a:ext cx="11048" cy="11048"/>
                  </a:xfrm>
                  <a:custGeom>
                    <a:avLst/>
                    <a:gdLst>
                      <a:gd name="connsiteX0" fmla="*/ 11049 w 11048"/>
                      <a:gd name="connsiteY0" fmla="*/ 5524 h 11048"/>
                      <a:gd name="connsiteX1" fmla="*/ 5525 w 11048"/>
                      <a:gd name="connsiteY1" fmla="*/ 11049 h 11048"/>
                      <a:gd name="connsiteX2" fmla="*/ 0 w 11048"/>
                      <a:gd name="connsiteY2" fmla="*/ 5524 h 11048"/>
                      <a:gd name="connsiteX3" fmla="*/ 5525 w 11048"/>
                      <a:gd name="connsiteY3" fmla="*/ 0 h 11048"/>
                      <a:gd name="connsiteX4" fmla="*/ 11049 w 11048"/>
                      <a:gd name="connsiteY4" fmla="*/ 5524 h 11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48" h="11048">
                        <a:moveTo>
                          <a:pt x="11049" y="5524"/>
                        </a:moveTo>
                        <a:cubicBezTo>
                          <a:pt x="11049" y="8575"/>
                          <a:pt x="8576" y="11049"/>
                          <a:pt x="5525" y="11049"/>
                        </a:cubicBezTo>
                        <a:cubicBezTo>
                          <a:pt x="2474" y="11049"/>
                          <a:pt x="0" y="8575"/>
                          <a:pt x="0" y="5524"/>
                        </a:cubicBezTo>
                        <a:cubicBezTo>
                          <a:pt x="0" y="2473"/>
                          <a:pt x="2474" y="0"/>
                          <a:pt x="5525" y="0"/>
                        </a:cubicBezTo>
                        <a:cubicBezTo>
                          <a:pt x="8576" y="0"/>
                          <a:pt x="11049" y="2473"/>
                          <a:pt x="11049" y="5524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15" name="Forme libre : forme 16314">
                    <a:extLst>
                      <a:ext uri="{FF2B5EF4-FFF2-40B4-BE49-F238E27FC236}">
                        <a16:creationId xmlns:a16="http://schemas.microsoft.com/office/drawing/2014/main" id="{3DE48471-6D4A-4FC3-A9AE-8335B1B19E2D}"/>
                      </a:ext>
                    </a:extLst>
                  </p:cNvPr>
                  <p:cNvSpPr/>
                  <p:nvPr/>
                </p:nvSpPr>
                <p:spPr>
                  <a:xfrm>
                    <a:off x="4132330" y="3423094"/>
                    <a:ext cx="5333" cy="5333"/>
                  </a:xfrm>
                  <a:custGeom>
                    <a:avLst/>
                    <a:gdLst>
                      <a:gd name="connsiteX0" fmla="*/ 5334 w 5333"/>
                      <a:gd name="connsiteY0" fmla="*/ 2667 h 5333"/>
                      <a:gd name="connsiteX1" fmla="*/ 2667 w 5333"/>
                      <a:gd name="connsiteY1" fmla="*/ 5334 h 5333"/>
                      <a:gd name="connsiteX2" fmla="*/ 0 w 5333"/>
                      <a:gd name="connsiteY2" fmla="*/ 2667 h 5333"/>
                      <a:gd name="connsiteX3" fmla="*/ 2667 w 5333"/>
                      <a:gd name="connsiteY3" fmla="*/ 0 h 5333"/>
                      <a:gd name="connsiteX4" fmla="*/ 5334 w 5333"/>
                      <a:gd name="connsiteY4" fmla="*/ 2667 h 5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33" h="5333">
                        <a:moveTo>
                          <a:pt x="5334" y="2667"/>
                        </a:moveTo>
                        <a:cubicBezTo>
                          <a:pt x="5334" y="4140"/>
                          <a:pt x="4140" y="5334"/>
                          <a:pt x="2667" y="5334"/>
                        </a:cubicBezTo>
                        <a:cubicBezTo>
                          <a:pt x="1194" y="5334"/>
                          <a:pt x="0" y="4140"/>
                          <a:pt x="0" y="2667"/>
                        </a:cubicBezTo>
                        <a:cubicBezTo>
                          <a:pt x="0" y="1194"/>
                          <a:pt x="1194" y="0"/>
                          <a:pt x="2667" y="0"/>
                        </a:cubicBezTo>
                        <a:cubicBezTo>
                          <a:pt x="4140" y="0"/>
                          <a:pt x="5334" y="1194"/>
                          <a:pt x="5334" y="2667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16" name="Forme libre : forme 16315">
                    <a:extLst>
                      <a:ext uri="{FF2B5EF4-FFF2-40B4-BE49-F238E27FC236}">
                        <a16:creationId xmlns:a16="http://schemas.microsoft.com/office/drawing/2014/main" id="{189C1DFA-1273-47C3-98D0-AADAE5C8D16D}"/>
                      </a:ext>
                    </a:extLst>
                  </p:cNvPr>
                  <p:cNvSpPr/>
                  <p:nvPr/>
                </p:nvSpPr>
                <p:spPr>
                  <a:xfrm>
                    <a:off x="4147189" y="3426904"/>
                    <a:ext cx="6286" cy="6286"/>
                  </a:xfrm>
                  <a:custGeom>
                    <a:avLst/>
                    <a:gdLst>
                      <a:gd name="connsiteX0" fmla="*/ 6287 w 6286"/>
                      <a:gd name="connsiteY0" fmla="*/ 3143 h 6286"/>
                      <a:gd name="connsiteX1" fmla="*/ 3143 w 6286"/>
                      <a:gd name="connsiteY1" fmla="*/ 6286 h 6286"/>
                      <a:gd name="connsiteX2" fmla="*/ 0 w 6286"/>
                      <a:gd name="connsiteY2" fmla="*/ 3143 h 6286"/>
                      <a:gd name="connsiteX3" fmla="*/ 3143 w 6286"/>
                      <a:gd name="connsiteY3" fmla="*/ 0 h 6286"/>
                      <a:gd name="connsiteX4" fmla="*/ 6287 w 6286"/>
                      <a:gd name="connsiteY4" fmla="*/ 3143 h 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6" h="6286">
                        <a:moveTo>
                          <a:pt x="6287" y="3143"/>
                        </a:moveTo>
                        <a:cubicBezTo>
                          <a:pt x="6287" y="4879"/>
                          <a:pt x="4879" y="6286"/>
                          <a:pt x="3143" y="6286"/>
                        </a:cubicBezTo>
                        <a:cubicBezTo>
                          <a:pt x="1408" y="6286"/>
                          <a:pt x="0" y="4879"/>
                          <a:pt x="0" y="3143"/>
                        </a:cubicBezTo>
                        <a:cubicBezTo>
                          <a:pt x="0" y="1407"/>
                          <a:pt x="1408" y="0"/>
                          <a:pt x="3143" y="0"/>
                        </a:cubicBezTo>
                        <a:cubicBezTo>
                          <a:pt x="4879" y="0"/>
                          <a:pt x="6287" y="1407"/>
                          <a:pt x="6287" y="3143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17" name="Forme libre : forme 16316">
                    <a:extLst>
                      <a:ext uri="{FF2B5EF4-FFF2-40B4-BE49-F238E27FC236}">
                        <a16:creationId xmlns:a16="http://schemas.microsoft.com/office/drawing/2014/main" id="{B23F44F1-B8EE-4435-BD47-5692C8C9AB47}"/>
                      </a:ext>
                    </a:extLst>
                  </p:cNvPr>
                  <p:cNvSpPr/>
                  <p:nvPr/>
                </p:nvSpPr>
                <p:spPr>
                  <a:xfrm>
                    <a:off x="4122805" y="3417284"/>
                    <a:ext cx="7429" cy="7429"/>
                  </a:xfrm>
                  <a:custGeom>
                    <a:avLst/>
                    <a:gdLst>
                      <a:gd name="connsiteX0" fmla="*/ 7430 w 7429"/>
                      <a:gd name="connsiteY0" fmla="*/ 3715 h 7429"/>
                      <a:gd name="connsiteX1" fmla="*/ 3715 w 7429"/>
                      <a:gd name="connsiteY1" fmla="*/ 7430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30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30" y="3715"/>
                        </a:moveTo>
                        <a:cubicBezTo>
                          <a:pt x="7430" y="5766"/>
                          <a:pt x="5766" y="7430"/>
                          <a:pt x="3715" y="7430"/>
                        </a:cubicBezTo>
                        <a:cubicBezTo>
                          <a:pt x="1663" y="7430"/>
                          <a:pt x="0" y="5766"/>
                          <a:pt x="0" y="3715"/>
                        </a:cubicBezTo>
                        <a:cubicBezTo>
                          <a:pt x="0" y="1663"/>
                          <a:pt x="1663" y="0"/>
                          <a:pt x="3715" y="0"/>
                        </a:cubicBezTo>
                        <a:cubicBezTo>
                          <a:pt x="5766" y="0"/>
                          <a:pt x="7430" y="1663"/>
                          <a:pt x="7430" y="3715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18" name="Forme libre : forme 16317">
                    <a:extLst>
                      <a:ext uri="{FF2B5EF4-FFF2-40B4-BE49-F238E27FC236}">
                        <a16:creationId xmlns:a16="http://schemas.microsoft.com/office/drawing/2014/main" id="{89597262-AA0F-4996-8620-F10226924E04}"/>
                      </a:ext>
                    </a:extLst>
                  </p:cNvPr>
                  <p:cNvSpPr/>
                  <p:nvPr/>
                </p:nvSpPr>
                <p:spPr>
                  <a:xfrm>
                    <a:off x="4093849" y="3436334"/>
                    <a:ext cx="4191" cy="4191"/>
                  </a:xfrm>
                  <a:custGeom>
                    <a:avLst/>
                    <a:gdLst>
                      <a:gd name="connsiteX0" fmla="*/ 4191 w 4191"/>
                      <a:gd name="connsiteY0" fmla="*/ 2095 h 4191"/>
                      <a:gd name="connsiteX1" fmla="*/ 2096 w 4191"/>
                      <a:gd name="connsiteY1" fmla="*/ 4191 h 4191"/>
                      <a:gd name="connsiteX2" fmla="*/ 0 w 4191"/>
                      <a:gd name="connsiteY2" fmla="*/ 2095 h 4191"/>
                      <a:gd name="connsiteX3" fmla="*/ 2096 w 4191"/>
                      <a:gd name="connsiteY3" fmla="*/ 0 h 4191"/>
                      <a:gd name="connsiteX4" fmla="*/ 4191 w 4191"/>
                      <a:gd name="connsiteY4" fmla="*/ 2095 h 4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1" h="4191">
                        <a:moveTo>
                          <a:pt x="4191" y="2095"/>
                        </a:moveTo>
                        <a:cubicBezTo>
                          <a:pt x="4191" y="3253"/>
                          <a:pt x="3253" y="4191"/>
                          <a:pt x="2096" y="4191"/>
                        </a:cubicBezTo>
                        <a:cubicBezTo>
                          <a:pt x="938" y="4191"/>
                          <a:pt x="0" y="3253"/>
                          <a:pt x="0" y="2095"/>
                        </a:cubicBezTo>
                        <a:cubicBezTo>
                          <a:pt x="0" y="938"/>
                          <a:pt x="938" y="0"/>
                          <a:pt x="2096" y="0"/>
                        </a:cubicBezTo>
                        <a:cubicBezTo>
                          <a:pt x="3253" y="0"/>
                          <a:pt x="4191" y="938"/>
                          <a:pt x="4191" y="2095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19" name="Forme libre : forme 16318">
                    <a:extLst>
                      <a:ext uri="{FF2B5EF4-FFF2-40B4-BE49-F238E27FC236}">
                        <a16:creationId xmlns:a16="http://schemas.microsoft.com/office/drawing/2014/main" id="{448955C1-F009-443E-852F-BE1537B22576}"/>
                      </a:ext>
                    </a:extLst>
                  </p:cNvPr>
                  <p:cNvSpPr/>
                  <p:nvPr/>
                </p:nvSpPr>
                <p:spPr>
                  <a:xfrm>
                    <a:off x="4069560" y="3461194"/>
                    <a:ext cx="6286" cy="6286"/>
                  </a:xfrm>
                  <a:custGeom>
                    <a:avLst/>
                    <a:gdLst>
                      <a:gd name="connsiteX0" fmla="*/ 6286 w 6286"/>
                      <a:gd name="connsiteY0" fmla="*/ 3143 h 6286"/>
                      <a:gd name="connsiteX1" fmla="*/ 3143 w 6286"/>
                      <a:gd name="connsiteY1" fmla="*/ 6286 h 6286"/>
                      <a:gd name="connsiteX2" fmla="*/ 0 w 6286"/>
                      <a:gd name="connsiteY2" fmla="*/ 3143 h 6286"/>
                      <a:gd name="connsiteX3" fmla="*/ 3143 w 6286"/>
                      <a:gd name="connsiteY3" fmla="*/ 0 h 6286"/>
                      <a:gd name="connsiteX4" fmla="*/ 6286 w 6286"/>
                      <a:gd name="connsiteY4" fmla="*/ 3143 h 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6" h="6286">
                        <a:moveTo>
                          <a:pt x="6286" y="3143"/>
                        </a:moveTo>
                        <a:cubicBezTo>
                          <a:pt x="6286" y="4879"/>
                          <a:pt x="4879" y="6286"/>
                          <a:pt x="3143" y="6286"/>
                        </a:cubicBezTo>
                        <a:cubicBezTo>
                          <a:pt x="1407" y="6286"/>
                          <a:pt x="0" y="4879"/>
                          <a:pt x="0" y="3143"/>
                        </a:cubicBezTo>
                        <a:cubicBezTo>
                          <a:pt x="0" y="1407"/>
                          <a:pt x="1407" y="0"/>
                          <a:pt x="3143" y="0"/>
                        </a:cubicBezTo>
                        <a:cubicBezTo>
                          <a:pt x="4879" y="0"/>
                          <a:pt x="6286" y="1407"/>
                          <a:pt x="6286" y="3143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20" name="Forme libre : forme 16319">
                    <a:extLst>
                      <a:ext uri="{FF2B5EF4-FFF2-40B4-BE49-F238E27FC236}">
                        <a16:creationId xmlns:a16="http://schemas.microsoft.com/office/drawing/2014/main" id="{254CA0F8-808C-453B-891F-9E544E7AEDA7}"/>
                      </a:ext>
                    </a:extLst>
                  </p:cNvPr>
                  <p:cNvSpPr/>
                  <p:nvPr/>
                </p:nvSpPr>
                <p:spPr>
                  <a:xfrm>
                    <a:off x="4077942" y="3505962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4 w 7429"/>
                      <a:gd name="connsiteY1" fmla="*/ 7430 h 7429"/>
                      <a:gd name="connsiteX2" fmla="*/ 0 w 7429"/>
                      <a:gd name="connsiteY2" fmla="*/ 3715 h 7429"/>
                      <a:gd name="connsiteX3" fmla="*/ 3714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6"/>
                          <a:pt x="5766" y="7430"/>
                          <a:pt x="3714" y="7430"/>
                        </a:cubicBezTo>
                        <a:cubicBezTo>
                          <a:pt x="1663" y="7430"/>
                          <a:pt x="0" y="5766"/>
                          <a:pt x="0" y="3715"/>
                        </a:cubicBezTo>
                        <a:cubicBezTo>
                          <a:pt x="0" y="1663"/>
                          <a:pt x="1663" y="0"/>
                          <a:pt x="3714" y="0"/>
                        </a:cubicBezTo>
                        <a:cubicBezTo>
                          <a:pt x="5766" y="0"/>
                          <a:pt x="7429" y="1663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21" name="Forme libre : forme 16320">
                    <a:extLst>
                      <a:ext uri="{FF2B5EF4-FFF2-40B4-BE49-F238E27FC236}">
                        <a16:creationId xmlns:a16="http://schemas.microsoft.com/office/drawing/2014/main" id="{4A1561C1-04AE-4ADC-9ABF-F777A510E942}"/>
                      </a:ext>
                    </a:extLst>
                  </p:cNvPr>
                  <p:cNvSpPr/>
                  <p:nvPr/>
                </p:nvSpPr>
                <p:spPr>
                  <a:xfrm>
                    <a:off x="4096516" y="3500247"/>
                    <a:ext cx="3619" cy="3619"/>
                  </a:xfrm>
                  <a:custGeom>
                    <a:avLst/>
                    <a:gdLst>
                      <a:gd name="connsiteX0" fmla="*/ 3620 w 3619"/>
                      <a:gd name="connsiteY0" fmla="*/ 1810 h 3619"/>
                      <a:gd name="connsiteX1" fmla="*/ 1810 w 3619"/>
                      <a:gd name="connsiteY1" fmla="*/ 3620 h 3619"/>
                      <a:gd name="connsiteX2" fmla="*/ 0 w 3619"/>
                      <a:gd name="connsiteY2" fmla="*/ 1810 h 3619"/>
                      <a:gd name="connsiteX3" fmla="*/ 1810 w 3619"/>
                      <a:gd name="connsiteY3" fmla="*/ 0 h 3619"/>
                      <a:gd name="connsiteX4" fmla="*/ 3620 w 3619"/>
                      <a:gd name="connsiteY4" fmla="*/ 1810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19" h="3619">
                        <a:moveTo>
                          <a:pt x="3620" y="1810"/>
                        </a:moveTo>
                        <a:cubicBezTo>
                          <a:pt x="3620" y="2809"/>
                          <a:pt x="2809" y="3620"/>
                          <a:pt x="1810" y="3620"/>
                        </a:cubicBezTo>
                        <a:cubicBezTo>
                          <a:pt x="810" y="3620"/>
                          <a:pt x="0" y="2810"/>
                          <a:pt x="0" y="1810"/>
                        </a:cubicBezTo>
                        <a:cubicBezTo>
                          <a:pt x="0" y="811"/>
                          <a:pt x="810" y="0"/>
                          <a:pt x="1810" y="0"/>
                        </a:cubicBezTo>
                        <a:cubicBezTo>
                          <a:pt x="2809" y="0"/>
                          <a:pt x="3620" y="810"/>
                          <a:pt x="3620" y="1810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22" name="Forme libre : forme 16321">
                    <a:extLst>
                      <a:ext uri="{FF2B5EF4-FFF2-40B4-BE49-F238E27FC236}">
                        <a16:creationId xmlns:a16="http://schemas.microsoft.com/office/drawing/2014/main" id="{AAB6F30F-EFB2-4BF3-8C13-E25E733BDD9A}"/>
                      </a:ext>
                    </a:extLst>
                  </p:cNvPr>
                  <p:cNvSpPr/>
                  <p:nvPr/>
                </p:nvSpPr>
                <p:spPr>
                  <a:xfrm>
                    <a:off x="4169287" y="3532917"/>
                    <a:ext cx="7429" cy="7429"/>
                  </a:xfrm>
                  <a:custGeom>
                    <a:avLst/>
                    <a:gdLst>
                      <a:gd name="connsiteX0" fmla="*/ 7430 w 7429"/>
                      <a:gd name="connsiteY0" fmla="*/ 3715 h 7429"/>
                      <a:gd name="connsiteX1" fmla="*/ 3715 w 7429"/>
                      <a:gd name="connsiteY1" fmla="*/ 7430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30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30" y="3715"/>
                        </a:moveTo>
                        <a:cubicBezTo>
                          <a:pt x="7430" y="5766"/>
                          <a:pt x="5766" y="7430"/>
                          <a:pt x="3715" y="7430"/>
                        </a:cubicBezTo>
                        <a:cubicBezTo>
                          <a:pt x="1663" y="7430"/>
                          <a:pt x="0" y="5766"/>
                          <a:pt x="0" y="3715"/>
                        </a:cubicBezTo>
                        <a:cubicBezTo>
                          <a:pt x="0" y="1663"/>
                          <a:pt x="1663" y="0"/>
                          <a:pt x="3715" y="0"/>
                        </a:cubicBezTo>
                        <a:cubicBezTo>
                          <a:pt x="5766" y="0"/>
                          <a:pt x="7430" y="1663"/>
                          <a:pt x="7430" y="3715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23" name="Forme libre : forme 16322">
                    <a:extLst>
                      <a:ext uri="{FF2B5EF4-FFF2-40B4-BE49-F238E27FC236}">
                        <a16:creationId xmlns:a16="http://schemas.microsoft.com/office/drawing/2014/main" id="{328E38DE-9D55-4648-96B4-781A23819536}"/>
                      </a:ext>
                    </a:extLst>
                  </p:cNvPr>
                  <p:cNvSpPr/>
                  <p:nvPr/>
                </p:nvSpPr>
                <p:spPr>
                  <a:xfrm>
                    <a:off x="4229009" y="3492341"/>
                    <a:ext cx="5715" cy="5715"/>
                  </a:xfrm>
                  <a:custGeom>
                    <a:avLst/>
                    <a:gdLst>
                      <a:gd name="connsiteX0" fmla="*/ 5715 w 5715"/>
                      <a:gd name="connsiteY0" fmla="*/ 2858 h 5715"/>
                      <a:gd name="connsiteX1" fmla="*/ 2858 w 5715"/>
                      <a:gd name="connsiteY1" fmla="*/ 5715 h 5715"/>
                      <a:gd name="connsiteX2" fmla="*/ 0 w 5715"/>
                      <a:gd name="connsiteY2" fmla="*/ 2858 h 5715"/>
                      <a:gd name="connsiteX3" fmla="*/ 2858 w 5715"/>
                      <a:gd name="connsiteY3" fmla="*/ 0 h 5715"/>
                      <a:gd name="connsiteX4" fmla="*/ 5715 w 5715"/>
                      <a:gd name="connsiteY4" fmla="*/ 2858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15" h="5715">
                        <a:moveTo>
                          <a:pt x="5715" y="2858"/>
                        </a:moveTo>
                        <a:cubicBezTo>
                          <a:pt x="5715" y="4436"/>
                          <a:pt x="4436" y="5715"/>
                          <a:pt x="2858" y="5715"/>
                        </a:cubicBezTo>
                        <a:cubicBezTo>
                          <a:pt x="1280" y="5715"/>
                          <a:pt x="0" y="4436"/>
                          <a:pt x="0" y="2858"/>
                        </a:cubicBezTo>
                        <a:cubicBezTo>
                          <a:pt x="0" y="1280"/>
                          <a:pt x="1280" y="0"/>
                          <a:pt x="2858" y="0"/>
                        </a:cubicBezTo>
                        <a:cubicBezTo>
                          <a:pt x="4436" y="0"/>
                          <a:pt x="5715" y="1280"/>
                          <a:pt x="5715" y="2858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24" name="Forme libre : forme 16323">
                    <a:extLst>
                      <a:ext uri="{FF2B5EF4-FFF2-40B4-BE49-F238E27FC236}">
                        <a16:creationId xmlns:a16="http://schemas.microsoft.com/office/drawing/2014/main" id="{30232292-379D-40DE-85EE-64D4439E3BA6}"/>
                      </a:ext>
                    </a:extLst>
                  </p:cNvPr>
                  <p:cNvSpPr/>
                  <p:nvPr/>
                </p:nvSpPr>
                <p:spPr>
                  <a:xfrm>
                    <a:off x="4256345" y="3488055"/>
                    <a:ext cx="8001" cy="8001"/>
                  </a:xfrm>
                  <a:custGeom>
                    <a:avLst/>
                    <a:gdLst>
                      <a:gd name="connsiteX0" fmla="*/ 8001 w 8001"/>
                      <a:gd name="connsiteY0" fmla="*/ 4000 h 8001"/>
                      <a:gd name="connsiteX1" fmla="*/ 4000 w 8001"/>
                      <a:gd name="connsiteY1" fmla="*/ 8001 h 8001"/>
                      <a:gd name="connsiteX2" fmla="*/ 0 w 8001"/>
                      <a:gd name="connsiteY2" fmla="*/ 4000 h 8001"/>
                      <a:gd name="connsiteX3" fmla="*/ 4000 w 8001"/>
                      <a:gd name="connsiteY3" fmla="*/ 0 h 8001"/>
                      <a:gd name="connsiteX4" fmla="*/ 8001 w 8001"/>
                      <a:gd name="connsiteY4" fmla="*/ 4000 h 8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01" h="8001">
                        <a:moveTo>
                          <a:pt x="8001" y="4000"/>
                        </a:moveTo>
                        <a:cubicBezTo>
                          <a:pt x="8001" y="6210"/>
                          <a:pt x="6210" y="8001"/>
                          <a:pt x="4000" y="8001"/>
                        </a:cubicBezTo>
                        <a:cubicBezTo>
                          <a:pt x="1791" y="8001"/>
                          <a:pt x="0" y="6210"/>
                          <a:pt x="0" y="4000"/>
                        </a:cubicBezTo>
                        <a:cubicBezTo>
                          <a:pt x="0" y="1791"/>
                          <a:pt x="1791" y="0"/>
                          <a:pt x="4000" y="0"/>
                        </a:cubicBezTo>
                        <a:cubicBezTo>
                          <a:pt x="6210" y="0"/>
                          <a:pt x="8001" y="1791"/>
                          <a:pt x="8001" y="4000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25" name="Forme libre : forme 16324">
                    <a:extLst>
                      <a:ext uri="{FF2B5EF4-FFF2-40B4-BE49-F238E27FC236}">
                        <a16:creationId xmlns:a16="http://schemas.microsoft.com/office/drawing/2014/main" id="{8F32B192-8941-4CA7-84C6-669C0044EF7A}"/>
                      </a:ext>
                    </a:extLst>
                  </p:cNvPr>
                  <p:cNvSpPr/>
                  <p:nvPr/>
                </p:nvSpPr>
                <p:spPr>
                  <a:xfrm>
                    <a:off x="4273776" y="3490722"/>
                    <a:ext cx="5333" cy="5333"/>
                  </a:xfrm>
                  <a:custGeom>
                    <a:avLst/>
                    <a:gdLst>
                      <a:gd name="connsiteX0" fmla="*/ 5334 w 5333"/>
                      <a:gd name="connsiteY0" fmla="*/ 2667 h 5333"/>
                      <a:gd name="connsiteX1" fmla="*/ 2667 w 5333"/>
                      <a:gd name="connsiteY1" fmla="*/ 5334 h 5333"/>
                      <a:gd name="connsiteX2" fmla="*/ 0 w 5333"/>
                      <a:gd name="connsiteY2" fmla="*/ 2667 h 5333"/>
                      <a:gd name="connsiteX3" fmla="*/ 2667 w 5333"/>
                      <a:gd name="connsiteY3" fmla="*/ 0 h 5333"/>
                      <a:gd name="connsiteX4" fmla="*/ 5334 w 5333"/>
                      <a:gd name="connsiteY4" fmla="*/ 2667 h 5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33" h="5333">
                        <a:moveTo>
                          <a:pt x="5334" y="2667"/>
                        </a:moveTo>
                        <a:cubicBezTo>
                          <a:pt x="5334" y="4140"/>
                          <a:pt x="4140" y="5334"/>
                          <a:pt x="2667" y="5334"/>
                        </a:cubicBezTo>
                        <a:cubicBezTo>
                          <a:pt x="1194" y="5334"/>
                          <a:pt x="0" y="4140"/>
                          <a:pt x="0" y="2667"/>
                        </a:cubicBezTo>
                        <a:cubicBezTo>
                          <a:pt x="0" y="1194"/>
                          <a:pt x="1194" y="0"/>
                          <a:pt x="2667" y="0"/>
                        </a:cubicBezTo>
                        <a:cubicBezTo>
                          <a:pt x="4140" y="0"/>
                          <a:pt x="5334" y="1194"/>
                          <a:pt x="5334" y="2667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26" name="Forme libre : forme 16325">
                    <a:extLst>
                      <a:ext uri="{FF2B5EF4-FFF2-40B4-BE49-F238E27FC236}">
                        <a16:creationId xmlns:a16="http://schemas.microsoft.com/office/drawing/2014/main" id="{E0EE4347-58F9-49FD-8107-E815F1BEF8E8}"/>
                      </a:ext>
                    </a:extLst>
                  </p:cNvPr>
                  <p:cNvSpPr/>
                  <p:nvPr/>
                </p:nvSpPr>
                <p:spPr>
                  <a:xfrm>
                    <a:off x="4278634" y="3486530"/>
                    <a:ext cx="4191" cy="4191"/>
                  </a:xfrm>
                  <a:custGeom>
                    <a:avLst/>
                    <a:gdLst>
                      <a:gd name="connsiteX0" fmla="*/ 4191 w 4191"/>
                      <a:gd name="connsiteY0" fmla="*/ 2096 h 4191"/>
                      <a:gd name="connsiteX1" fmla="*/ 2095 w 4191"/>
                      <a:gd name="connsiteY1" fmla="*/ 4191 h 4191"/>
                      <a:gd name="connsiteX2" fmla="*/ 0 w 4191"/>
                      <a:gd name="connsiteY2" fmla="*/ 2096 h 4191"/>
                      <a:gd name="connsiteX3" fmla="*/ 2095 w 4191"/>
                      <a:gd name="connsiteY3" fmla="*/ 0 h 4191"/>
                      <a:gd name="connsiteX4" fmla="*/ 4191 w 4191"/>
                      <a:gd name="connsiteY4" fmla="*/ 2096 h 4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1" h="4191">
                        <a:moveTo>
                          <a:pt x="4191" y="2096"/>
                        </a:moveTo>
                        <a:cubicBezTo>
                          <a:pt x="4191" y="3253"/>
                          <a:pt x="3253" y="4191"/>
                          <a:pt x="2095" y="4191"/>
                        </a:cubicBezTo>
                        <a:cubicBezTo>
                          <a:pt x="938" y="4191"/>
                          <a:pt x="0" y="3253"/>
                          <a:pt x="0" y="2096"/>
                        </a:cubicBezTo>
                        <a:cubicBezTo>
                          <a:pt x="0" y="938"/>
                          <a:pt x="938" y="0"/>
                          <a:pt x="2095" y="0"/>
                        </a:cubicBezTo>
                        <a:cubicBezTo>
                          <a:pt x="3253" y="0"/>
                          <a:pt x="4191" y="938"/>
                          <a:pt x="4191" y="2096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27" name="Forme libre : forme 16326">
                    <a:extLst>
                      <a:ext uri="{FF2B5EF4-FFF2-40B4-BE49-F238E27FC236}">
                        <a16:creationId xmlns:a16="http://schemas.microsoft.com/office/drawing/2014/main" id="{1F29D7AA-09B0-4D58-8A42-3552AA725463}"/>
                      </a:ext>
                    </a:extLst>
                  </p:cNvPr>
                  <p:cNvSpPr/>
                  <p:nvPr/>
                </p:nvSpPr>
                <p:spPr>
                  <a:xfrm>
                    <a:off x="4266442" y="3488055"/>
                    <a:ext cx="8001" cy="8001"/>
                  </a:xfrm>
                  <a:custGeom>
                    <a:avLst/>
                    <a:gdLst>
                      <a:gd name="connsiteX0" fmla="*/ 8001 w 8001"/>
                      <a:gd name="connsiteY0" fmla="*/ 4000 h 8001"/>
                      <a:gd name="connsiteX1" fmla="*/ 4000 w 8001"/>
                      <a:gd name="connsiteY1" fmla="*/ 8001 h 8001"/>
                      <a:gd name="connsiteX2" fmla="*/ 0 w 8001"/>
                      <a:gd name="connsiteY2" fmla="*/ 4000 h 8001"/>
                      <a:gd name="connsiteX3" fmla="*/ 4000 w 8001"/>
                      <a:gd name="connsiteY3" fmla="*/ 0 h 8001"/>
                      <a:gd name="connsiteX4" fmla="*/ 8001 w 8001"/>
                      <a:gd name="connsiteY4" fmla="*/ 4000 h 8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01" h="8001">
                        <a:moveTo>
                          <a:pt x="8001" y="4000"/>
                        </a:moveTo>
                        <a:cubicBezTo>
                          <a:pt x="8001" y="6210"/>
                          <a:pt x="6210" y="8001"/>
                          <a:pt x="4000" y="8001"/>
                        </a:cubicBezTo>
                        <a:cubicBezTo>
                          <a:pt x="1791" y="8001"/>
                          <a:pt x="0" y="6210"/>
                          <a:pt x="0" y="4000"/>
                        </a:cubicBezTo>
                        <a:cubicBezTo>
                          <a:pt x="0" y="1791"/>
                          <a:pt x="1791" y="0"/>
                          <a:pt x="4000" y="0"/>
                        </a:cubicBezTo>
                        <a:cubicBezTo>
                          <a:pt x="6210" y="0"/>
                          <a:pt x="8001" y="1791"/>
                          <a:pt x="8001" y="4000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28" name="Forme libre : forme 16327">
                    <a:extLst>
                      <a:ext uri="{FF2B5EF4-FFF2-40B4-BE49-F238E27FC236}">
                        <a16:creationId xmlns:a16="http://schemas.microsoft.com/office/drawing/2014/main" id="{07407131-8602-4CF9-A03E-628CEEBEEE78}"/>
                      </a:ext>
                    </a:extLst>
                  </p:cNvPr>
                  <p:cNvSpPr/>
                  <p:nvPr/>
                </p:nvSpPr>
                <p:spPr>
                  <a:xfrm>
                    <a:off x="4250630" y="3491293"/>
                    <a:ext cx="6286" cy="6286"/>
                  </a:xfrm>
                  <a:custGeom>
                    <a:avLst/>
                    <a:gdLst>
                      <a:gd name="connsiteX0" fmla="*/ 6286 w 6286"/>
                      <a:gd name="connsiteY0" fmla="*/ 3143 h 6286"/>
                      <a:gd name="connsiteX1" fmla="*/ 3143 w 6286"/>
                      <a:gd name="connsiteY1" fmla="*/ 6286 h 6286"/>
                      <a:gd name="connsiteX2" fmla="*/ 0 w 6286"/>
                      <a:gd name="connsiteY2" fmla="*/ 3143 h 6286"/>
                      <a:gd name="connsiteX3" fmla="*/ 3143 w 6286"/>
                      <a:gd name="connsiteY3" fmla="*/ 0 h 6286"/>
                      <a:gd name="connsiteX4" fmla="*/ 6286 w 6286"/>
                      <a:gd name="connsiteY4" fmla="*/ 3143 h 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6" h="6286">
                        <a:moveTo>
                          <a:pt x="6286" y="3143"/>
                        </a:moveTo>
                        <a:cubicBezTo>
                          <a:pt x="6286" y="4879"/>
                          <a:pt x="4879" y="6286"/>
                          <a:pt x="3143" y="6286"/>
                        </a:cubicBezTo>
                        <a:cubicBezTo>
                          <a:pt x="1407" y="6286"/>
                          <a:pt x="0" y="4879"/>
                          <a:pt x="0" y="3143"/>
                        </a:cubicBezTo>
                        <a:cubicBezTo>
                          <a:pt x="0" y="1407"/>
                          <a:pt x="1407" y="0"/>
                          <a:pt x="3143" y="0"/>
                        </a:cubicBezTo>
                        <a:cubicBezTo>
                          <a:pt x="4879" y="0"/>
                          <a:pt x="6286" y="1407"/>
                          <a:pt x="6286" y="3143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29" name="Forme libre : forme 16328">
                    <a:extLst>
                      <a:ext uri="{FF2B5EF4-FFF2-40B4-BE49-F238E27FC236}">
                        <a16:creationId xmlns:a16="http://schemas.microsoft.com/office/drawing/2014/main" id="{4892113C-0CD6-4320-990E-8346C49A1AE5}"/>
                      </a:ext>
                    </a:extLst>
                  </p:cNvPr>
                  <p:cNvSpPr/>
                  <p:nvPr/>
                </p:nvSpPr>
                <p:spPr>
                  <a:xfrm>
                    <a:off x="4213197" y="3498627"/>
                    <a:ext cx="8381" cy="8381"/>
                  </a:xfrm>
                  <a:custGeom>
                    <a:avLst/>
                    <a:gdLst>
                      <a:gd name="connsiteX0" fmla="*/ 8382 w 8381"/>
                      <a:gd name="connsiteY0" fmla="*/ 4191 h 8381"/>
                      <a:gd name="connsiteX1" fmla="*/ 4191 w 8381"/>
                      <a:gd name="connsiteY1" fmla="*/ 8382 h 8381"/>
                      <a:gd name="connsiteX2" fmla="*/ 0 w 8381"/>
                      <a:gd name="connsiteY2" fmla="*/ 4191 h 8381"/>
                      <a:gd name="connsiteX3" fmla="*/ 4191 w 8381"/>
                      <a:gd name="connsiteY3" fmla="*/ 0 h 8381"/>
                      <a:gd name="connsiteX4" fmla="*/ 8382 w 8381"/>
                      <a:gd name="connsiteY4" fmla="*/ 4191 h 8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1" h="8381">
                        <a:moveTo>
                          <a:pt x="8382" y="4191"/>
                        </a:moveTo>
                        <a:cubicBezTo>
                          <a:pt x="8382" y="6506"/>
                          <a:pt x="6506" y="8382"/>
                          <a:pt x="4191" y="8382"/>
                        </a:cubicBezTo>
                        <a:cubicBezTo>
                          <a:pt x="1876" y="8382"/>
                          <a:pt x="0" y="6506"/>
                          <a:pt x="0" y="4191"/>
                        </a:cubicBezTo>
                        <a:cubicBezTo>
                          <a:pt x="0" y="1876"/>
                          <a:pt x="1876" y="0"/>
                          <a:pt x="4191" y="0"/>
                        </a:cubicBezTo>
                        <a:cubicBezTo>
                          <a:pt x="6506" y="0"/>
                          <a:pt x="8382" y="1876"/>
                          <a:pt x="8382" y="4191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30" name="Forme libre : forme 16329">
                    <a:extLst>
                      <a:ext uri="{FF2B5EF4-FFF2-40B4-BE49-F238E27FC236}">
                        <a16:creationId xmlns:a16="http://schemas.microsoft.com/office/drawing/2014/main" id="{7662FE1A-0E4A-4267-9235-C3E8F5F4D187}"/>
                      </a:ext>
                    </a:extLst>
                  </p:cNvPr>
                  <p:cNvSpPr/>
                  <p:nvPr/>
                </p:nvSpPr>
                <p:spPr>
                  <a:xfrm>
                    <a:off x="4224151" y="3491198"/>
                    <a:ext cx="6667" cy="6667"/>
                  </a:xfrm>
                  <a:custGeom>
                    <a:avLst/>
                    <a:gdLst>
                      <a:gd name="connsiteX0" fmla="*/ 6668 w 6667"/>
                      <a:gd name="connsiteY0" fmla="*/ 3334 h 6667"/>
                      <a:gd name="connsiteX1" fmla="*/ 3334 w 6667"/>
                      <a:gd name="connsiteY1" fmla="*/ 6668 h 6667"/>
                      <a:gd name="connsiteX2" fmla="*/ 0 w 6667"/>
                      <a:gd name="connsiteY2" fmla="*/ 3334 h 6667"/>
                      <a:gd name="connsiteX3" fmla="*/ 3334 w 6667"/>
                      <a:gd name="connsiteY3" fmla="*/ 0 h 6667"/>
                      <a:gd name="connsiteX4" fmla="*/ 6668 w 6667"/>
                      <a:gd name="connsiteY4" fmla="*/ 3334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7" h="6667">
                        <a:moveTo>
                          <a:pt x="6668" y="3334"/>
                        </a:moveTo>
                        <a:cubicBezTo>
                          <a:pt x="6668" y="5175"/>
                          <a:pt x="5175" y="6668"/>
                          <a:pt x="3334" y="6668"/>
                        </a:cubicBezTo>
                        <a:cubicBezTo>
                          <a:pt x="1493" y="6668"/>
                          <a:pt x="0" y="5175"/>
                          <a:pt x="0" y="3334"/>
                        </a:cubicBezTo>
                        <a:cubicBezTo>
                          <a:pt x="0" y="1493"/>
                          <a:pt x="1493" y="0"/>
                          <a:pt x="3334" y="0"/>
                        </a:cubicBezTo>
                        <a:cubicBezTo>
                          <a:pt x="5175" y="0"/>
                          <a:pt x="6668" y="1493"/>
                          <a:pt x="6668" y="3334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31" name="Forme libre : forme 16330">
                    <a:extLst>
                      <a:ext uri="{FF2B5EF4-FFF2-40B4-BE49-F238E27FC236}">
                        <a16:creationId xmlns:a16="http://schemas.microsoft.com/office/drawing/2014/main" id="{6D32C1D8-0620-4D2A-B4A6-E1093833714A}"/>
                      </a:ext>
                    </a:extLst>
                  </p:cNvPr>
                  <p:cNvSpPr/>
                  <p:nvPr/>
                </p:nvSpPr>
                <p:spPr>
                  <a:xfrm>
                    <a:off x="4231866" y="3492341"/>
                    <a:ext cx="2857" cy="2857"/>
                  </a:xfrm>
                  <a:custGeom>
                    <a:avLst/>
                    <a:gdLst>
                      <a:gd name="connsiteX0" fmla="*/ 2858 w 2857"/>
                      <a:gd name="connsiteY0" fmla="*/ 1429 h 2857"/>
                      <a:gd name="connsiteX1" fmla="*/ 1429 w 2857"/>
                      <a:gd name="connsiteY1" fmla="*/ 2857 h 2857"/>
                      <a:gd name="connsiteX2" fmla="*/ 0 w 2857"/>
                      <a:gd name="connsiteY2" fmla="*/ 1429 h 2857"/>
                      <a:gd name="connsiteX3" fmla="*/ 1429 w 2857"/>
                      <a:gd name="connsiteY3" fmla="*/ 0 h 2857"/>
                      <a:gd name="connsiteX4" fmla="*/ 2858 w 2857"/>
                      <a:gd name="connsiteY4" fmla="*/ 1429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7" h="2857">
                        <a:moveTo>
                          <a:pt x="2858" y="1429"/>
                        </a:moveTo>
                        <a:cubicBezTo>
                          <a:pt x="2858" y="2218"/>
                          <a:pt x="2218" y="2857"/>
                          <a:pt x="1429" y="2857"/>
                        </a:cubicBezTo>
                        <a:cubicBezTo>
                          <a:pt x="640" y="2857"/>
                          <a:pt x="0" y="2218"/>
                          <a:pt x="0" y="1429"/>
                        </a:cubicBezTo>
                        <a:cubicBezTo>
                          <a:pt x="0" y="639"/>
                          <a:pt x="640" y="0"/>
                          <a:pt x="1429" y="0"/>
                        </a:cubicBezTo>
                        <a:cubicBezTo>
                          <a:pt x="2218" y="0"/>
                          <a:pt x="2858" y="640"/>
                          <a:pt x="2858" y="142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32" name="Forme libre : forme 16331">
                    <a:extLst>
                      <a:ext uri="{FF2B5EF4-FFF2-40B4-BE49-F238E27FC236}">
                        <a16:creationId xmlns:a16="http://schemas.microsoft.com/office/drawing/2014/main" id="{D0F51C13-CB45-49E3-8C20-271052806D2A}"/>
                      </a:ext>
                    </a:extLst>
                  </p:cNvPr>
                  <p:cNvSpPr/>
                  <p:nvPr/>
                </p:nvSpPr>
                <p:spPr>
                  <a:xfrm>
                    <a:off x="4182431" y="3515201"/>
                    <a:ext cx="12763" cy="12763"/>
                  </a:xfrm>
                  <a:custGeom>
                    <a:avLst/>
                    <a:gdLst>
                      <a:gd name="connsiteX0" fmla="*/ 12764 w 12763"/>
                      <a:gd name="connsiteY0" fmla="*/ 6382 h 12763"/>
                      <a:gd name="connsiteX1" fmla="*/ 6382 w 12763"/>
                      <a:gd name="connsiteY1" fmla="*/ 12764 h 12763"/>
                      <a:gd name="connsiteX2" fmla="*/ 0 w 12763"/>
                      <a:gd name="connsiteY2" fmla="*/ 6382 h 12763"/>
                      <a:gd name="connsiteX3" fmla="*/ 6382 w 12763"/>
                      <a:gd name="connsiteY3" fmla="*/ 0 h 12763"/>
                      <a:gd name="connsiteX4" fmla="*/ 12764 w 12763"/>
                      <a:gd name="connsiteY4" fmla="*/ 6382 h 12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63" h="12763">
                        <a:moveTo>
                          <a:pt x="12764" y="6382"/>
                        </a:moveTo>
                        <a:cubicBezTo>
                          <a:pt x="12764" y="9906"/>
                          <a:pt x="9907" y="12764"/>
                          <a:pt x="6382" y="12764"/>
                        </a:cubicBezTo>
                        <a:cubicBezTo>
                          <a:pt x="2857" y="12764"/>
                          <a:pt x="0" y="9907"/>
                          <a:pt x="0" y="6382"/>
                        </a:cubicBezTo>
                        <a:cubicBezTo>
                          <a:pt x="0" y="2857"/>
                          <a:pt x="2857" y="0"/>
                          <a:pt x="6382" y="0"/>
                        </a:cubicBezTo>
                        <a:cubicBezTo>
                          <a:pt x="9906" y="0"/>
                          <a:pt x="12764" y="2857"/>
                          <a:pt x="12764" y="6382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33" name="Forme libre : forme 16332">
                    <a:extLst>
                      <a:ext uri="{FF2B5EF4-FFF2-40B4-BE49-F238E27FC236}">
                        <a16:creationId xmlns:a16="http://schemas.microsoft.com/office/drawing/2014/main" id="{5447FDE0-70E2-4A7B-BD20-5761BA41877C}"/>
                      </a:ext>
                    </a:extLst>
                  </p:cNvPr>
                  <p:cNvSpPr/>
                  <p:nvPr/>
                </p:nvSpPr>
                <p:spPr>
                  <a:xfrm>
                    <a:off x="4180431" y="3498151"/>
                    <a:ext cx="6286" cy="6286"/>
                  </a:xfrm>
                  <a:custGeom>
                    <a:avLst/>
                    <a:gdLst>
                      <a:gd name="connsiteX0" fmla="*/ 6287 w 6286"/>
                      <a:gd name="connsiteY0" fmla="*/ 3143 h 6286"/>
                      <a:gd name="connsiteX1" fmla="*/ 3143 w 6286"/>
                      <a:gd name="connsiteY1" fmla="*/ 6286 h 6286"/>
                      <a:gd name="connsiteX2" fmla="*/ 0 w 6286"/>
                      <a:gd name="connsiteY2" fmla="*/ 3143 h 6286"/>
                      <a:gd name="connsiteX3" fmla="*/ 3143 w 6286"/>
                      <a:gd name="connsiteY3" fmla="*/ 0 h 6286"/>
                      <a:gd name="connsiteX4" fmla="*/ 6287 w 6286"/>
                      <a:gd name="connsiteY4" fmla="*/ 3143 h 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6" h="6286">
                        <a:moveTo>
                          <a:pt x="6287" y="3143"/>
                        </a:moveTo>
                        <a:cubicBezTo>
                          <a:pt x="6287" y="4879"/>
                          <a:pt x="4879" y="6286"/>
                          <a:pt x="3143" y="6286"/>
                        </a:cubicBezTo>
                        <a:cubicBezTo>
                          <a:pt x="1407" y="6286"/>
                          <a:pt x="0" y="4879"/>
                          <a:pt x="0" y="3143"/>
                        </a:cubicBezTo>
                        <a:cubicBezTo>
                          <a:pt x="0" y="1407"/>
                          <a:pt x="1407" y="0"/>
                          <a:pt x="3143" y="0"/>
                        </a:cubicBezTo>
                        <a:cubicBezTo>
                          <a:pt x="4879" y="0"/>
                          <a:pt x="6287" y="1407"/>
                          <a:pt x="6287" y="3143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34" name="Forme libre : forme 16333">
                    <a:extLst>
                      <a:ext uri="{FF2B5EF4-FFF2-40B4-BE49-F238E27FC236}">
                        <a16:creationId xmlns:a16="http://schemas.microsoft.com/office/drawing/2014/main" id="{33894EEF-1ECA-4A52-A128-019DB8D8BCBB}"/>
                      </a:ext>
                    </a:extLst>
                  </p:cNvPr>
                  <p:cNvSpPr/>
                  <p:nvPr/>
                </p:nvSpPr>
                <p:spPr>
                  <a:xfrm>
                    <a:off x="4174621" y="3496532"/>
                    <a:ext cx="6286" cy="6286"/>
                  </a:xfrm>
                  <a:custGeom>
                    <a:avLst/>
                    <a:gdLst>
                      <a:gd name="connsiteX0" fmla="*/ 6287 w 6286"/>
                      <a:gd name="connsiteY0" fmla="*/ 3143 h 6286"/>
                      <a:gd name="connsiteX1" fmla="*/ 3144 w 6286"/>
                      <a:gd name="connsiteY1" fmla="*/ 6287 h 6286"/>
                      <a:gd name="connsiteX2" fmla="*/ 0 w 6286"/>
                      <a:gd name="connsiteY2" fmla="*/ 3143 h 6286"/>
                      <a:gd name="connsiteX3" fmla="*/ 3144 w 6286"/>
                      <a:gd name="connsiteY3" fmla="*/ 0 h 6286"/>
                      <a:gd name="connsiteX4" fmla="*/ 6287 w 6286"/>
                      <a:gd name="connsiteY4" fmla="*/ 3143 h 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6" h="6286">
                        <a:moveTo>
                          <a:pt x="6287" y="3143"/>
                        </a:moveTo>
                        <a:cubicBezTo>
                          <a:pt x="6287" y="4879"/>
                          <a:pt x="4879" y="6287"/>
                          <a:pt x="3144" y="6287"/>
                        </a:cubicBezTo>
                        <a:cubicBezTo>
                          <a:pt x="1408" y="6287"/>
                          <a:pt x="0" y="4879"/>
                          <a:pt x="0" y="3143"/>
                        </a:cubicBezTo>
                        <a:cubicBezTo>
                          <a:pt x="0" y="1407"/>
                          <a:pt x="1408" y="0"/>
                          <a:pt x="3144" y="0"/>
                        </a:cubicBezTo>
                        <a:cubicBezTo>
                          <a:pt x="4879" y="0"/>
                          <a:pt x="6287" y="1407"/>
                          <a:pt x="6287" y="3143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6335" name="Forme libre : forme 16334">
                    <a:extLst>
                      <a:ext uri="{FF2B5EF4-FFF2-40B4-BE49-F238E27FC236}">
                        <a16:creationId xmlns:a16="http://schemas.microsoft.com/office/drawing/2014/main" id="{4E2384E3-8E0D-47DC-BD79-9C28FF4AA16B}"/>
                      </a:ext>
                    </a:extLst>
                  </p:cNvPr>
                  <p:cNvSpPr/>
                  <p:nvPr/>
                </p:nvSpPr>
                <p:spPr>
                  <a:xfrm>
                    <a:off x="4173002" y="3540347"/>
                    <a:ext cx="6858" cy="6858"/>
                  </a:xfrm>
                  <a:custGeom>
                    <a:avLst/>
                    <a:gdLst>
                      <a:gd name="connsiteX0" fmla="*/ 6858 w 6858"/>
                      <a:gd name="connsiteY0" fmla="*/ 3429 h 6858"/>
                      <a:gd name="connsiteX1" fmla="*/ 3429 w 6858"/>
                      <a:gd name="connsiteY1" fmla="*/ 6858 h 6858"/>
                      <a:gd name="connsiteX2" fmla="*/ 0 w 6858"/>
                      <a:gd name="connsiteY2" fmla="*/ 3429 h 6858"/>
                      <a:gd name="connsiteX3" fmla="*/ 3429 w 6858"/>
                      <a:gd name="connsiteY3" fmla="*/ 0 h 6858"/>
                      <a:gd name="connsiteX4" fmla="*/ 6858 w 6858"/>
                      <a:gd name="connsiteY4" fmla="*/ 3429 h 6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58" h="6858">
                        <a:moveTo>
                          <a:pt x="6858" y="3429"/>
                        </a:moveTo>
                        <a:cubicBezTo>
                          <a:pt x="6858" y="5323"/>
                          <a:pt x="5323" y="6858"/>
                          <a:pt x="3429" y="6858"/>
                        </a:cubicBezTo>
                        <a:cubicBezTo>
                          <a:pt x="1535" y="6858"/>
                          <a:pt x="0" y="5323"/>
                          <a:pt x="0" y="3429"/>
                        </a:cubicBezTo>
                        <a:cubicBezTo>
                          <a:pt x="0" y="1535"/>
                          <a:pt x="1535" y="0"/>
                          <a:pt x="3429" y="0"/>
                        </a:cubicBezTo>
                        <a:cubicBezTo>
                          <a:pt x="5323" y="0"/>
                          <a:pt x="6858" y="1535"/>
                          <a:pt x="6858" y="3429"/>
                        </a:cubicBezTo>
                        <a:close/>
                      </a:path>
                    </a:pathLst>
                  </a:custGeom>
                  <a:solidFill>
                    <a:srgbClr val="F4C74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9521" name="Forme libre : forme 9520">
                  <a:extLst>
                    <a:ext uri="{FF2B5EF4-FFF2-40B4-BE49-F238E27FC236}">
                      <a16:creationId xmlns:a16="http://schemas.microsoft.com/office/drawing/2014/main" id="{82CD30AB-21F2-498E-A8AE-1503C2203C23}"/>
                    </a:ext>
                  </a:extLst>
                </p:cNvPr>
                <p:cNvSpPr/>
                <p:nvPr/>
              </p:nvSpPr>
              <p:spPr>
                <a:xfrm>
                  <a:off x="4124220" y="3641216"/>
                  <a:ext cx="89518" cy="161543"/>
                </a:xfrm>
                <a:custGeom>
                  <a:avLst/>
                  <a:gdLst>
                    <a:gd name="connsiteX0" fmla="*/ 776 w 89518"/>
                    <a:gd name="connsiteY0" fmla="*/ 0 h 161543"/>
                    <a:gd name="connsiteX1" fmla="*/ 65165 w 89518"/>
                    <a:gd name="connsiteY1" fmla="*/ 161544 h 161543"/>
                    <a:gd name="connsiteX2" fmla="*/ 89453 w 89518"/>
                    <a:gd name="connsiteY2" fmla="*/ 110871 h 161543"/>
                    <a:gd name="connsiteX3" fmla="*/ 36685 w 89518"/>
                    <a:gd name="connsiteY3" fmla="*/ 35909 h 161543"/>
                    <a:gd name="connsiteX4" fmla="*/ 776 w 89518"/>
                    <a:gd name="connsiteY4" fmla="*/ 0 h 161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518" h="161543">
                      <a:moveTo>
                        <a:pt x="776" y="0"/>
                      </a:moveTo>
                      <a:cubicBezTo>
                        <a:pt x="776" y="0"/>
                        <a:pt x="-11892" y="107728"/>
                        <a:pt x="65165" y="161544"/>
                      </a:cubicBezTo>
                      <a:cubicBezTo>
                        <a:pt x="65165" y="161544"/>
                        <a:pt x="90977" y="115824"/>
                        <a:pt x="89453" y="110871"/>
                      </a:cubicBezTo>
                      <a:cubicBezTo>
                        <a:pt x="87930" y="105918"/>
                        <a:pt x="40209" y="41910"/>
                        <a:pt x="36685" y="35909"/>
                      </a:cubicBezTo>
                      <a:cubicBezTo>
                        <a:pt x="33066" y="29813"/>
                        <a:pt x="776" y="0"/>
                        <a:pt x="776" y="0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22" name="Forme libre : forme 9521">
                  <a:extLst>
                    <a:ext uri="{FF2B5EF4-FFF2-40B4-BE49-F238E27FC236}">
                      <a16:creationId xmlns:a16="http://schemas.microsoft.com/office/drawing/2014/main" id="{CC403B61-A5DE-49A0-951D-EC15D73D67E8}"/>
                    </a:ext>
                  </a:extLst>
                </p:cNvPr>
                <p:cNvSpPr/>
                <p:nvPr/>
              </p:nvSpPr>
              <p:spPr>
                <a:xfrm>
                  <a:off x="4147623" y="3891438"/>
                  <a:ext cx="544300" cy="291226"/>
                </a:xfrm>
                <a:custGeom>
                  <a:avLst/>
                  <a:gdLst>
                    <a:gd name="connsiteX0" fmla="*/ 16425 w 544300"/>
                    <a:gd name="connsiteY0" fmla="*/ 0 h 291226"/>
                    <a:gd name="connsiteX1" fmla="*/ 77671 w 544300"/>
                    <a:gd name="connsiteY1" fmla="*/ 233363 h 291226"/>
                    <a:gd name="connsiteX2" fmla="*/ 295127 w 544300"/>
                    <a:gd name="connsiteY2" fmla="*/ 252413 h 291226"/>
                    <a:gd name="connsiteX3" fmla="*/ 544301 w 544300"/>
                    <a:gd name="connsiteY3" fmla="*/ 198596 h 291226"/>
                    <a:gd name="connsiteX4" fmla="*/ 428191 w 544300"/>
                    <a:gd name="connsiteY4" fmla="*/ 217646 h 291226"/>
                    <a:gd name="connsiteX5" fmla="*/ 297222 w 544300"/>
                    <a:gd name="connsiteY5" fmla="*/ 136303 h 291226"/>
                    <a:gd name="connsiteX6" fmla="*/ 183208 w 544300"/>
                    <a:gd name="connsiteY6" fmla="*/ 118396 h 291226"/>
                    <a:gd name="connsiteX7" fmla="*/ 70241 w 544300"/>
                    <a:gd name="connsiteY7" fmla="*/ 113157 h 291226"/>
                    <a:gd name="connsiteX8" fmla="*/ 43857 w 544300"/>
                    <a:gd name="connsiteY8" fmla="*/ 76200 h 291226"/>
                    <a:gd name="connsiteX9" fmla="*/ 16425 w 544300"/>
                    <a:gd name="connsiteY9" fmla="*/ 0 h 291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44300" h="291226">
                      <a:moveTo>
                        <a:pt x="16425" y="0"/>
                      </a:moveTo>
                      <a:cubicBezTo>
                        <a:pt x="16425" y="0"/>
                        <a:pt x="-47773" y="153543"/>
                        <a:pt x="77671" y="233363"/>
                      </a:cubicBezTo>
                      <a:cubicBezTo>
                        <a:pt x="135773" y="270320"/>
                        <a:pt x="223404" y="218599"/>
                        <a:pt x="295127" y="252413"/>
                      </a:cubicBezTo>
                      <a:cubicBezTo>
                        <a:pt x="366945" y="286226"/>
                        <a:pt x="435525" y="340043"/>
                        <a:pt x="544301" y="198596"/>
                      </a:cubicBezTo>
                      <a:lnTo>
                        <a:pt x="428191" y="217646"/>
                      </a:lnTo>
                      <a:lnTo>
                        <a:pt x="297222" y="136303"/>
                      </a:lnTo>
                      <a:lnTo>
                        <a:pt x="183208" y="118396"/>
                      </a:lnTo>
                      <a:lnTo>
                        <a:pt x="70241" y="113157"/>
                      </a:lnTo>
                      <a:lnTo>
                        <a:pt x="43857" y="76200"/>
                      </a:lnTo>
                      <a:lnTo>
                        <a:pt x="16425" y="0"/>
                      </a:lnTo>
                      <a:close/>
                    </a:path>
                  </a:pathLst>
                </a:custGeom>
                <a:solidFill>
                  <a:srgbClr val="FC9B8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23" name="Forme libre : forme 9522">
                  <a:extLst>
                    <a:ext uri="{FF2B5EF4-FFF2-40B4-BE49-F238E27FC236}">
                      <a16:creationId xmlns:a16="http://schemas.microsoft.com/office/drawing/2014/main" id="{98C21AF4-6D0B-43B8-B9E4-CD44E524D7D0}"/>
                    </a:ext>
                  </a:extLst>
                </p:cNvPr>
                <p:cNvSpPr/>
                <p:nvPr/>
              </p:nvSpPr>
              <p:spPr>
                <a:xfrm>
                  <a:off x="4585244" y="3602069"/>
                  <a:ext cx="145942" cy="238601"/>
                </a:xfrm>
                <a:custGeom>
                  <a:avLst/>
                  <a:gdLst>
                    <a:gd name="connsiteX0" fmla="*/ 144685 w 145942"/>
                    <a:gd name="connsiteY0" fmla="*/ 0 h 238601"/>
                    <a:gd name="connsiteX1" fmla="*/ 71818 w 145942"/>
                    <a:gd name="connsiteY1" fmla="*/ 238601 h 238601"/>
                    <a:gd name="connsiteX2" fmla="*/ 9525 w 145942"/>
                    <a:gd name="connsiteY2" fmla="*/ 188976 h 238601"/>
                    <a:gd name="connsiteX3" fmla="*/ 0 w 145942"/>
                    <a:gd name="connsiteY3" fmla="*/ 148876 h 238601"/>
                    <a:gd name="connsiteX4" fmla="*/ 61246 w 145942"/>
                    <a:gd name="connsiteY4" fmla="*/ 102394 h 238601"/>
                    <a:gd name="connsiteX5" fmla="*/ 108775 w 145942"/>
                    <a:gd name="connsiteY5" fmla="*/ 63341 h 238601"/>
                    <a:gd name="connsiteX6" fmla="*/ 144685 w 145942"/>
                    <a:gd name="connsiteY6" fmla="*/ 0 h 238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5942" h="238601">
                      <a:moveTo>
                        <a:pt x="144685" y="0"/>
                      </a:moveTo>
                      <a:cubicBezTo>
                        <a:pt x="144685" y="0"/>
                        <a:pt x="161544" y="147828"/>
                        <a:pt x="71818" y="238601"/>
                      </a:cubicBezTo>
                      <a:lnTo>
                        <a:pt x="9525" y="188976"/>
                      </a:lnTo>
                      <a:lnTo>
                        <a:pt x="0" y="148876"/>
                      </a:lnTo>
                      <a:lnTo>
                        <a:pt x="61246" y="102394"/>
                      </a:lnTo>
                      <a:lnTo>
                        <a:pt x="108775" y="63341"/>
                      </a:lnTo>
                      <a:lnTo>
                        <a:pt x="144685" y="0"/>
                      </a:lnTo>
                      <a:close/>
                    </a:path>
                  </a:pathLst>
                </a:custGeom>
                <a:solidFill>
                  <a:srgbClr val="FC9B8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24" name="Forme libre : forme 9523">
                  <a:extLst>
                    <a:ext uri="{FF2B5EF4-FFF2-40B4-BE49-F238E27FC236}">
                      <a16:creationId xmlns:a16="http://schemas.microsoft.com/office/drawing/2014/main" id="{5BFFE4A0-56E1-42F3-AFAF-49F0BB221594}"/>
                    </a:ext>
                  </a:extLst>
                </p:cNvPr>
                <p:cNvSpPr/>
                <p:nvPr/>
              </p:nvSpPr>
              <p:spPr>
                <a:xfrm>
                  <a:off x="4124220" y="3641216"/>
                  <a:ext cx="89518" cy="161543"/>
                </a:xfrm>
                <a:custGeom>
                  <a:avLst/>
                  <a:gdLst>
                    <a:gd name="connsiteX0" fmla="*/ 776 w 89518"/>
                    <a:gd name="connsiteY0" fmla="*/ 0 h 161543"/>
                    <a:gd name="connsiteX1" fmla="*/ 65165 w 89518"/>
                    <a:gd name="connsiteY1" fmla="*/ 161544 h 161543"/>
                    <a:gd name="connsiteX2" fmla="*/ 89453 w 89518"/>
                    <a:gd name="connsiteY2" fmla="*/ 110871 h 161543"/>
                    <a:gd name="connsiteX3" fmla="*/ 36685 w 89518"/>
                    <a:gd name="connsiteY3" fmla="*/ 35909 h 161543"/>
                    <a:gd name="connsiteX4" fmla="*/ 776 w 89518"/>
                    <a:gd name="connsiteY4" fmla="*/ 0 h 161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518" h="161543">
                      <a:moveTo>
                        <a:pt x="776" y="0"/>
                      </a:moveTo>
                      <a:cubicBezTo>
                        <a:pt x="776" y="0"/>
                        <a:pt x="-11892" y="107728"/>
                        <a:pt x="65165" y="161544"/>
                      </a:cubicBezTo>
                      <a:cubicBezTo>
                        <a:pt x="65165" y="161544"/>
                        <a:pt x="90977" y="115824"/>
                        <a:pt x="89453" y="110871"/>
                      </a:cubicBezTo>
                      <a:cubicBezTo>
                        <a:pt x="87930" y="105918"/>
                        <a:pt x="40209" y="41910"/>
                        <a:pt x="36685" y="35909"/>
                      </a:cubicBezTo>
                      <a:cubicBezTo>
                        <a:pt x="33066" y="29813"/>
                        <a:pt x="776" y="0"/>
                        <a:pt x="776" y="0"/>
                      </a:cubicBezTo>
                      <a:close/>
                    </a:path>
                  </a:pathLst>
                </a:custGeom>
                <a:noFill/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25" name="Forme libre : forme 9524">
                  <a:extLst>
                    <a:ext uri="{FF2B5EF4-FFF2-40B4-BE49-F238E27FC236}">
                      <a16:creationId xmlns:a16="http://schemas.microsoft.com/office/drawing/2014/main" id="{63890717-6EFD-4A30-951C-71D109AF9193}"/>
                    </a:ext>
                  </a:extLst>
                </p:cNvPr>
                <p:cNvSpPr/>
                <p:nvPr/>
              </p:nvSpPr>
              <p:spPr>
                <a:xfrm>
                  <a:off x="4147623" y="3891438"/>
                  <a:ext cx="544300" cy="291226"/>
                </a:xfrm>
                <a:custGeom>
                  <a:avLst/>
                  <a:gdLst>
                    <a:gd name="connsiteX0" fmla="*/ 16425 w 544300"/>
                    <a:gd name="connsiteY0" fmla="*/ 0 h 291226"/>
                    <a:gd name="connsiteX1" fmla="*/ 77671 w 544300"/>
                    <a:gd name="connsiteY1" fmla="*/ 233363 h 291226"/>
                    <a:gd name="connsiteX2" fmla="*/ 295127 w 544300"/>
                    <a:gd name="connsiteY2" fmla="*/ 252413 h 291226"/>
                    <a:gd name="connsiteX3" fmla="*/ 544301 w 544300"/>
                    <a:gd name="connsiteY3" fmla="*/ 198596 h 291226"/>
                    <a:gd name="connsiteX4" fmla="*/ 428191 w 544300"/>
                    <a:gd name="connsiteY4" fmla="*/ 217646 h 291226"/>
                    <a:gd name="connsiteX5" fmla="*/ 297222 w 544300"/>
                    <a:gd name="connsiteY5" fmla="*/ 136303 h 291226"/>
                    <a:gd name="connsiteX6" fmla="*/ 183208 w 544300"/>
                    <a:gd name="connsiteY6" fmla="*/ 118396 h 291226"/>
                    <a:gd name="connsiteX7" fmla="*/ 70241 w 544300"/>
                    <a:gd name="connsiteY7" fmla="*/ 113157 h 291226"/>
                    <a:gd name="connsiteX8" fmla="*/ 43857 w 544300"/>
                    <a:gd name="connsiteY8" fmla="*/ 76200 h 291226"/>
                    <a:gd name="connsiteX9" fmla="*/ 16425 w 544300"/>
                    <a:gd name="connsiteY9" fmla="*/ 0 h 291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44300" h="291226">
                      <a:moveTo>
                        <a:pt x="16425" y="0"/>
                      </a:moveTo>
                      <a:cubicBezTo>
                        <a:pt x="16425" y="0"/>
                        <a:pt x="-47773" y="153543"/>
                        <a:pt x="77671" y="233363"/>
                      </a:cubicBezTo>
                      <a:cubicBezTo>
                        <a:pt x="135773" y="270320"/>
                        <a:pt x="223404" y="218599"/>
                        <a:pt x="295127" y="252413"/>
                      </a:cubicBezTo>
                      <a:cubicBezTo>
                        <a:pt x="366945" y="286226"/>
                        <a:pt x="435525" y="340043"/>
                        <a:pt x="544301" y="198596"/>
                      </a:cubicBezTo>
                      <a:lnTo>
                        <a:pt x="428191" y="217646"/>
                      </a:lnTo>
                      <a:lnTo>
                        <a:pt x="297222" y="136303"/>
                      </a:lnTo>
                      <a:lnTo>
                        <a:pt x="183208" y="118396"/>
                      </a:lnTo>
                      <a:lnTo>
                        <a:pt x="70241" y="113157"/>
                      </a:lnTo>
                      <a:lnTo>
                        <a:pt x="43857" y="76200"/>
                      </a:lnTo>
                      <a:lnTo>
                        <a:pt x="16425" y="0"/>
                      </a:lnTo>
                      <a:close/>
                    </a:path>
                  </a:pathLst>
                </a:custGeom>
                <a:noFill/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26" name="Forme libre : forme 9525">
                  <a:extLst>
                    <a:ext uri="{FF2B5EF4-FFF2-40B4-BE49-F238E27FC236}">
                      <a16:creationId xmlns:a16="http://schemas.microsoft.com/office/drawing/2014/main" id="{48081E06-03F2-4883-A488-D3FC07CEB6DD}"/>
                    </a:ext>
                  </a:extLst>
                </p:cNvPr>
                <p:cNvSpPr/>
                <p:nvPr/>
              </p:nvSpPr>
              <p:spPr>
                <a:xfrm>
                  <a:off x="4585244" y="3602069"/>
                  <a:ext cx="145942" cy="238601"/>
                </a:xfrm>
                <a:custGeom>
                  <a:avLst/>
                  <a:gdLst>
                    <a:gd name="connsiteX0" fmla="*/ 144685 w 145942"/>
                    <a:gd name="connsiteY0" fmla="*/ 0 h 238601"/>
                    <a:gd name="connsiteX1" fmla="*/ 71818 w 145942"/>
                    <a:gd name="connsiteY1" fmla="*/ 238601 h 238601"/>
                    <a:gd name="connsiteX2" fmla="*/ 9525 w 145942"/>
                    <a:gd name="connsiteY2" fmla="*/ 188976 h 238601"/>
                    <a:gd name="connsiteX3" fmla="*/ 0 w 145942"/>
                    <a:gd name="connsiteY3" fmla="*/ 148876 h 238601"/>
                    <a:gd name="connsiteX4" fmla="*/ 61246 w 145942"/>
                    <a:gd name="connsiteY4" fmla="*/ 102394 h 238601"/>
                    <a:gd name="connsiteX5" fmla="*/ 108775 w 145942"/>
                    <a:gd name="connsiteY5" fmla="*/ 63341 h 238601"/>
                    <a:gd name="connsiteX6" fmla="*/ 144685 w 145942"/>
                    <a:gd name="connsiteY6" fmla="*/ 0 h 238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5942" h="238601">
                      <a:moveTo>
                        <a:pt x="144685" y="0"/>
                      </a:moveTo>
                      <a:cubicBezTo>
                        <a:pt x="144685" y="0"/>
                        <a:pt x="161544" y="147828"/>
                        <a:pt x="71818" y="238601"/>
                      </a:cubicBezTo>
                      <a:lnTo>
                        <a:pt x="9525" y="188976"/>
                      </a:lnTo>
                      <a:lnTo>
                        <a:pt x="0" y="148876"/>
                      </a:lnTo>
                      <a:lnTo>
                        <a:pt x="61246" y="102394"/>
                      </a:lnTo>
                      <a:lnTo>
                        <a:pt x="108775" y="63341"/>
                      </a:lnTo>
                      <a:lnTo>
                        <a:pt x="144685" y="0"/>
                      </a:lnTo>
                      <a:close/>
                    </a:path>
                  </a:pathLst>
                </a:custGeom>
                <a:noFill/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27" name="Forme libre : forme 9526">
                  <a:extLst>
                    <a:ext uri="{FF2B5EF4-FFF2-40B4-BE49-F238E27FC236}">
                      <a16:creationId xmlns:a16="http://schemas.microsoft.com/office/drawing/2014/main" id="{07A6DC95-5B74-4682-8874-20D94FEFF82F}"/>
                    </a:ext>
                  </a:extLst>
                </p:cNvPr>
                <p:cNvSpPr/>
                <p:nvPr/>
              </p:nvSpPr>
              <p:spPr>
                <a:xfrm>
                  <a:off x="6562824" y="1211770"/>
                  <a:ext cx="1599628" cy="1320831"/>
                </a:xfrm>
                <a:custGeom>
                  <a:avLst/>
                  <a:gdLst>
                    <a:gd name="connsiteX0" fmla="*/ 0 w 1599628"/>
                    <a:gd name="connsiteY0" fmla="*/ 1076897 h 1320831"/>
                    <a:gd name="connsiteX1" fmla="*/ 0 w 1599628"/>
                    <a:gd name="connsiteY1" fmla="*/ 1320832 h 1320831"/>
                    <a:gd name="connsiteX2" fmla="*/ 44005 w 1599628"/>
                    <a:gd name="connsiteY2" fmla="*/ 1316641 h 1320831"/>
                    <a:gd name="connsiteX3" fmla="*/ 172021 w 1599628"/>
                    <a:gd name="connsiteY3" fmla="*/ 1253585 h 1320831"/>
                    <a:gd name="connsiteX4" fmla="*/ 266223 w 1599628"/>
                    <a:gd name="connsiteY4" fmla="*/ 1176623 h 1320831"/>
                    <a:gd name="connsiteX5" fmla="*/ 357568 w 1599628"/>
                    <a:gd name="connsiteY5" fmla="*/ 1132237 h 1320831"/>
                    <a:gd name="connsiteX6" fmla="*/ 458724 w 1599628"/>
                    <a:gd name="connsiteY6" fmla="*/ 1028033 h 1320831"/>
                    <a:gd name="connsiteX7" fmla="*/ 560355 w 1599628"/>
                    <a:gd name="connsiteY7" fmla="*/ 938403 h 1320831"/>
                    <a:gd name="connsiteX8" fmla="*/ 633222 w 1599628"/>
                    <a:gd name="connsiteY8" fmla="*/ 931355 h 1320831"/>
                    <a:gd name="connsiteX9" fmla="*/ 687419 w 1599628"/>
                    <a:gd name="connsiteY9" fmla="*/ 931355 h 1320831"/>
                    <a:gd name="connsiteX10" fmla="*/ 686943 w 1599628"/>
                    <a:gd name="connsiteY10" fmla="*/ 904494 h 1320831"/>
                    <a:gd name="connsiteX11" fmla="*/ 798766 w 1599628"/>
                    <a:gd name="connsiteY11" fmla="*/ 813911 h 1320831"/>
                    <a:gd name="connsiteX12" fmla="*/ 935355 w 1599628"/>
                    <a:gd name="connsiteY12" fmla="*/ 714089 h 1320831"/>
                    <a:gd name="connsiteX13" fmla="*/ 1053941 w 1599628"/>
                    <a:gd name="connsiteY13" fmla="*/ 625697 h 1320831"/>
                    <a:gd name="connsiteX14" fmla="*/ 1220152 w 1599628"/>
                    <a:gd name="connsiteY14" fmla="*/ 506539 h 1320831"/>
                    <a:gd name="connsiteX15" fmla="*/ 1241012 w 1599628"/>
                    <a:gd name="connsiteY15" fmla="*/ 480060 h 1320831"/>
                    <a:gd name="connsiteX16" fmla="*/ 1221295 w 1599628"/>
                    <a:gd name="connsiteY16" fmla="*/ 460915 h 1320831"/>
                    <a:gd name="connsiteX17" fmla="*/ 1405414 w 1599628"/>
                    <a:gd name="connsiteY17" fmla="*/ 342995 h 1320831"/>
                    <a:gd name="connsiteX18" fmla="*/ 1598580 w 1599628"/>
                    <a:gd name="connsiteY18" fmla="*/ 178403 h 1320831"/>
                    <a:gd name="connsiteX19" fmla="*/ 1599629 w 1599628"/>
                    <a:gd name="connsiteY19" fmla="*/ 0 h 1320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599628" h="1320831">
                      <a:moveTo>
                        <a:pt x="0" y="1076897"/>
                      </a:moveTo>
                      <a:lnTo>
                        <a:pt x="0" y="1320832"/>
                      </a:lnTo>
                      <a:lnTo>
                        <a:pt x="44005" y="1316641"/>
                      </a:lnTo>
                      <a:lnTo>
                        <a:pt x="172021" y="1253585"/>
                      </a:lnTo>
                      <a:lnTo>
                        <a:pt x="266223" y="1176623"/>
                      </a:lnTo>
                      <a:lnTo>
                        <a:pt x="357568" y="1132237"/>
                      </a:lnTo>
                      <a:lnTo>
                        <a:pt x="458724" y="1028033"/>
                      </a:lnTo>
                      <a:lnTo>
                        <a:pt x="560355" y="938403"/>
                      </a:lnTo>
                      <a:lnTo>
                        <a:pt x="633222" y="931355"/>
                      </a:lnTo>
                      <a:lnTo>
                        <a:pt x="687419" y="931355"/>
                      </a:lnTo>
                      <a:lnTo>
                        <a:pt x="686943" y="904494"/>
                      </a:lnTo>
                      <a:lnTo>
                        <a:pt x="798766" y="813911"/>
                      </a:lnTo>
                      <a:lnTo>
                        <a:pt x="935355" y="714089"/>
                      </a:lnTo>
                      <a:lnTo>
                        <a:pt x="1053941" y="625697"/>
                      </a:lnTo>
                      <a:lnTo>
                        <a:pt x="1220152" y="506539"/>
                      </a:lnTo>
                      <a:lnTo>
                        <a:pt x="1241012" y="480060"/>
                      </a:lnTo>
                      <a:lnTo>
                        <a:pt x="1221295" y="460915"/>
                      </a:lnTo>
                      <a:lnTo>
                        <a:pt x="1405414" y="342995"/>
                      </a:lnTo>
                      <a:lnTo>
                        <a:pt x="1598580" y="178403"/>
                      </a:lnTo>
                      <a:lnTo>
                        <a:pt x="1599629" y="0"/>
                      </a:lnTo>
                      <a:close/>
                    </a:path>
                  </a:pathLst>
                </a:custGeom>
                <a:solidFill>
                  <a:srgbClr val="F7B08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9528" name="Graphique 1">
                  <a:extLst>
                    <a:ext uri="{FF2B5EF4-FFF2-40B4-BE49-F238E27FC236}">
                      <a16:creationId xmlns:a16="http://schemas.microsoft.com/office/drawing/2014/main" id="{4AE8DE62-E277-4B9A-B233-1B4BEEBA1723}"/>
                    </a:ext>
                  </a:extLst>
                </p:cNvPr>
                <p:cNvGrpSpPr/>
                <p:nvPr/>
              </p:nvGrpSpPr>
              <p:grpSpPr>
                <a:xfrm>
                  <a:off x="287563" y="1794847"/>
                  <a:ext cx="7882267" cy="3244505"/>
                  <a:chOff x="287563" y="1794847"/>
                  <a:chExt cx="7882267" cy="3244505"/>
                </a:xfrm>
                <a:solidFill>
                  <a:schemeClr val="accent1"/>
                </a:solidFill>
              </p:grpSpPr>
              <p:grpSp>
                <p:nvGrpSpPr>
                  <p:cNvPr id="14744" name="Graphique 1">
                    <a:extLst>
                      <a:ext uri="{FF2B5EF4-FFF2-40B4-BE49-F238E27FC236}">
                        <a16:creationId xmlns:a16="http://schemas.microsoft.com/office/drawing/2014/main" id="{0643AFCA-84E7-40A3-BFE3-DD23B13855BB}"/>
                      </a:ext>
                    </a:extLst>
                  </p:cNvPr>
                  <p:cNvGrpSpPr/>
                  <p:nvPr/>
                </p:nvGrpSpPr>
                <p:grpSpPr>
                  <a:xfrm>
                    <a:off x="287563" y="3110198"/>
                    <a:ext cx="59936" cy="152400"/>
                    <a:chOff x="287563" y="3110198"/>
                    <a:chExt cx="59936" cy="152400"/>
                  </a:xfrm>
                  <a:solidFill>
                    <a:schemeClr val="accent1"/>
                  </a:solidFill>
                </p:grpSpPr>
                <p:sp>
                  <p:nvSpPr>
                    <p:cNvPr id="16253" name="Forme libre : forme 16252">
                      <a:extLst>
                        <a:ext uri="{FF2B5EF4-FFF2-40B4-BE49-F238E27FC236}">
                          <a16:creationId xmlns:a16="http://schemas.microsoft.com/office/drawing/2014/main" id="{26B3C218-8DC9-46BD-886B-DE12030A06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563" y="3110198"/>
                      <a:ext cx="59936" cy="152304"/>
                    </a:xfrm>
                    <a:custGeom>
                      <a:avLst/>
                      <a:gdLst>
                        <a:gd name="connsiteX0" fmla="*/ 57531 w 59936"/>
                        <a:gd name="connsiteY0" fmla="*/ 43910 h 152304"/>
                        <a:gd name="connsiteX1" fmla="*/ 37243 w 59936"/>
                        <a:gd name="connsiteY1" fmla="*/ 18479 h 152304"/>
                        <a:gd name="connsiteX2" fmla="*/ 8954 w 59936"/>
                        <a:gd name="connsiteY2" fmla="*/ 3238 h 152304"/>
                        <a:gd name="connsiteX3" fmla="*/ 286 w 59936"/>
                        <a:gd name="connsiteY3" fmla="*/ 0 h 152304"/>
                        <a:gd name="connsiteX4" fmla="*/ 0 w 59936"/>
                        <a:gd name="connsiteY4" fmla="*/ 152305 h 152304"/>
                        <a:gd name="connsiteX5" fmla="*/ 24575 w 59936"/>
                        <a:gd name="connsiteY5" fmla="*/ 130302 h 152304"/>
                        <a:gd name="connsiteX6" fmla="*/ 52006 w 59936"/>
                        <a:gd name="connsiteY6" fmla="*/ 81534 h 152304"/>
                        <a:gd name="connsiteX7" fmla="*/ 55912 w 59936"/>
                        <a:gd name="connsiteY7" fmla="*/ 72771 h 152304"/>
                        <a:gd name="connsiteX8" fmla="*/ 59912 w 59936"/>
                        <a:gd name="connsiteY8" fmla="*/ 59627 h 152304"/>
                        <a:gd name="connsiteX9" fmla="*/ 57531 w 59936"/>
                        <a:gd name="connsiteY9" fmla="*/ 43910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936" h="152304">
                          <a:moveTo>
                            <a:pt x="57531" y="43910"/>
                          </a:moveTo>
                          <a:cubicBezTo>
                            <a:pt x="54292" y="33528"/>
                            <a:pt x="47435" y="24003"/>
                            <a:pt x="37243" y="18479"/>
                          </a:cubicBezTo>
                          <a:lnTo>
                            <a:pt x="8954" y="3238"/>
                          </a:lnTo>
                          <a:cubicBezTo>
                            <a:pt x="6191" y="1714"/>
                            <a:pt x="3239" y="667"/>
                            <a:pt x="286" y="0"/>
                          </a:cubicBezTo>
                          <a:lnTo>
                            <a:pt x="0" y="152305"/>
                          </a:lnTo>
                          <a:cubicBezTo>
                            <a:pt x="9811" y="148209"/>
                            <a:pt x="18669" y="140684"/>
                            <a:pt x="24575" y="130302"/>
                          </a:cubicBezTo>
                          <a:lnTo>
                            <a:pt x="52006" y="81534"/>
                          </a:lnTo>
                          <a:cubicBezTo>
                            <a:pt x="53626" y="78677"/>
                            <a:pt x="54959" y="75724"/>
                            <a:pt x="55912" y="72771"/>
                          </a:cubicBezTo>
                          <a:cubicBezTo>
                            <a:pt x="56007" y="71628"/>
                            <a:pt x="60293" y="61817"/>
                            <a:pt x="59912" y="59627"/>
                          </a:cubicBezTo>
                          <a:cubicBezTo>
                            <a:pt x="59912" y="54578"/>
                            <a:pt x="59246" y="49054"/>
                            <a:pt x="57531" y="4391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54" name="Forme libre : forme 16253">
                      <a:extLst>
                        <a:ext uri="{FF2B5EF4-FFF2-40B4-BE49-F238E27FC236}">
                          <a16:creationId xmlns:a16="http://schemas.microsoft.com/office/drawing/2014/main" id="{876CC85F-9D2C-4531-902D-0AE09BA82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563" y="3128200"/>
                      <a:ext cx="59936" cy="134397"/>
                    </a:xfrm>
                    <a:custGeom>
                      <a:avLst/>
                      <a:gdLst>
                        <a:gd name="connsiteX0" fmla="*/ 57531 w 59936"/>
                        <a:gd name="connsiteY0" fmla="*/ 25908 h 134397"/>
                        <a:gd name="connsiteX1" fmla="*/ 37243 w 59936"/>
                        <a:gd name="connsiteY1" fmla="*/ 476 h 134397"/>
                        <a:gd name="connsiteX2" fmla="*/ 36290 w 59936"/>
                        <a:gd name="connsiteY2" fmla="*/ 0 h 134397"/>
                        <a:gd name="connsiteX3" fmla="*/ 26479 w 59936"/>
                        <a:gd name="connsiteY3" fmla="*/ 20764 h 134397"/>
                        <a:gd name="connsiteX4" fmla="*/ 24098 w 59936"/>
                        <a:gd name="connsiteY4" fmla="*/ 25813 h 134397"/>
                        <a:gd name="connsiteX5" fmla="*/ 20860 w 59936"/>
                        <a:gd name="connsiteY5" fmla="*/ 32194 h 134397"/>
                        <a:gd name="connsiteX6" fmla="*/ 15050 w 59936"/>
                        <a:gd name="connsiteY6" fmla="*/ 42291 h 134397"/>
                        <a:gd name="connsiteX7" fmla="*/ 95 w 59936"/>
                        <a:gd name="connsiteY7" fmla="*/ 73152 h 134397"/>
                        <a:gd name="connsiteX8" fmla="*/ 0 w 59936"/>
                        <a:gd name="connsiteY8" fmla="*/ 134398 h 134397"/>
                        <a:gd name="connsiteX9" fmla="*/ 24575 w 59936"/>
                        <a:gd name="connsiteY9" fmla="*/ 112395 h 134397"/>
                        <a:gd name="connsiteX10" fmla="*/ 52006 w 59936"/>
                        <a:gd name="connsiteY10" fmla="*/ 63627 h 134397"/>
                        <a:gd name="connsiteX11" fmla="*/ 55912 w 59936"/>
                        <a:gd name="connsiteY11" fmla="*/ 54864 h 134397"/>
                        <a:gd name="connsiteX12" fmla="*/ 59912 w 59936"/>
                        <a:gd name="connsiteY12" fmla="*/ 41719 h 134397"/>
                        <a:gd name="connsiteX13" fmla="*/ 57531 w 59936"/>
                        <a:gd name="connsiteY13" fmla="*/ 25908 h 1343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9936" h="134397">
                          <a:moveTo>
                            <a:pt x="57531" y="25908"/>
                          </a:moveTo>
                          <a:cubicBezTo>
                            <a:pt x="54292" y="15526"/>
                            <a:pt x="47435" y="6001"/>
                            <a:pt x="37243" y="476"/>
                          </a:cubicBezTo>
                          <a:lnTo>
                            <a:pt x="36290" y="0"/>
                          </a:lnTo>
                          <a:cubicBezTo>
                            <a:pt x="33147" y="7144"/>
                            <a:pt x="29718" y="14002"/>
                            <a:pt x="26479" y="20764"/>
                          </a:cubicBezTo>
                          <a:lnTo>
                            <a:pt x="24098" y="25813"/>
                          </a:lnTo>
                          <a:cubicBezTo>
                            <a:pt x="23336" y="27622"/>
                            <a:pt x="22098" y="30194"/>
                            <a:pt x="20860" y="32194"/>
                          </a:cubicBezTo>
                          <a:lnTo>
                            <a:pt x="15050" y="42291"/>
                          </a:lnTo>
                          <a:cubicBezTo>
                            <a:pt x="9430" y="52197"/>
                            <a:pt x="4286" y="62293"/>
                            <a:pt x="95" y="73152"/>
                          </a:cubicBezTo>
                          <a:lnTo>
                            <a:pt x="0" y="134398"/>
                          </a:lnTo>
                          <a:cubicBezTo>
                            <a:pt x="9811" y="130302"/>
                            <a:pt x="18669" y="122777"/>
                            <a:pt x="24575" y="112395"/>
                          </a:cubicBezTo>
                          <a:lnTo>
                            <a:pt x="52006" y="63627"/>
                          </a:lnTo>
                          <a:cubicBezTo>
                            <a:pt x="53626" y="60769"/>
                            <a:pt x="54959" y="57817"/>
                            <a:pt x="55912" y="54864"/>
                          </a:cubicBezTo>
                          <a:cubicBezTo>
                            <a:pt x="56007" y="53721"/>
                            <a:pt x="60293" y="43910"/>
                            <a:pt x="59912" y="41719"/>
                          </a:cubicBezTo>
                          <a:cubicBezTo>
                            <a:pt x="59912" y="36576"/>
                            <a:pt x="59246" y="31051"/>
                            <a:pt x="57531" y="2590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55" name="Forme libre : forme 16254">
                      <a:extLst>
                        <a:ext uri="{FF2B5EF4-FFF2-40B4-BE49-F238E27FC236}">
                          <a16:creationId xmlns:a16="http://schemas.microsoft.com/office/drawing/2014/main" id="{5F28E831-9DC4-4D31-A6FF-01699EAC3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754" y="3148563"/>
                      <a:ext cx="20259" cy="58123"/>
                    </a:xfrm>
                    <a:custGeom>
                      <a:avLst/>
                      <a:gdLst>
                        <a:gd name="connsiteX0" fmla="*/ 17812 w 20259"/>
                        <a:gd name="connsiteY0" fmla="*/ 7927 h 58123"/>
                        <a:gd name="connsiteX1" fmla="*/ 11525 w 20259"/>
                        <a:gd name="connsiteY1" fmla="*/ 1450 h 58123"/>
                        <a:gd name="connsiteX2" fmla="*/ 2667 w 20259"/>
                        <a:gd name="connsiteY2" fmla="*/ 21 h 58123"/>
                        <a:gd name="connsiteX3" fmla="*/ 95 w 20259"/>
                        <a:gd name="connsiteY3" fmla="*/ 402 h 58123"/>
                        <a:gd name="connsiteX4" fmla="*/ 0 w 20259"/>
                        <a:gd name="connsiteY4" fmla="*/ 58123 h 58123"/>
                        <a:gd name="connsiteX5" fmla="*/ 13906 w 20259"/>
                        <a:gd name="connsiteY5" fmla="*/ 42407 h 58123"/>
                        <a:gd name="connsiteX6" fmla="*/ 20193 w 20259"/>
                        <a:gd name="connsiteY6" fmla="*/ 18023 h 58123"/>
                        <a:gd name="connsiteX7" fmla="*/ 17812 w 20259"/>
                        <a:gd name="connsiteY7" fmla="*/ 7927 h 58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259" h="58123">
                          <a:moveTo>
                            <a:pt x="17812" y="7927"/>
                          </a:moveTo>
                          <a:cubicBezTo>
                            <a:pt x="16573" y="4879"/>
                            <a:pt x="14192" y="2688"/>
                            <a:pt x="11525" y="1450"/>
                          </a:cubicBezTo>
                          <a:cubicBezTo>
                            <a:pt x="8763" y="116"/>
                            <a:pt x="5810" y="-74"/>
                            <a:pt x="2667" y="21"/>
                          </a:cubicBezTo>
                          <a:cubicBezTo>
                            <a:pt x="1810" y="21"/>
                            <a:pt x="952" y="307"/>
                            <a:pt x="95" y="402"/>
                          </a:cubicBezTo>
                          <a:lnTo>
                            <a:pt x="0" y="58123"/>
                          </a:lnTo>
                          <a:cubicBezTo>
                            <a:pt x="5239" y="54504"/>
                            <a:pt x="10096" y="49170"/>
                            <a:pt x="13906" y="42407"/>
                          </a:cubicBezTo>
                          <a:cubicBezTo>
                            <a:pt x="18574" y="34121"/>
                            <a:pt x="20669" y="25453"/>
                            <a:pt x="20193" y="18023"/>
                          </a:cubicBezTo>
                          <a:cubicBezTo>
                            <a:pt x="19907" y="14308"/>
                            <a:pt x="18955" y="11165"/>
                            <a:pt x="17812" y="792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56" name="Forme libre : forme 16255">
                      <a:extLst>
                        <a:ext uri="{FF2B5EF4-FFF2-40B4-BE49-F238E27FC236}">
                          <a16:creationId xmlns:a16="http://schemas.microsoft.com/office/drawing/2014/main" id="{730F3D15-74B1-4BAE-B567-D6DACC4A0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754" y="3176397"/>
                      <a:ext cx="19430" cy="30384"/>
                    </a:xfrm>
                    <a:custGeom>
                      <a:avLst/>
                      <a:gdLst>
                        <a:gd name="connsiteX0" fmla="*/ 13811 w 19430"/>
                        <a:gd name="connsiteY0" fmla="*/ 6667 h 30384"/>
                        <a:gd name="connsiteX1" fmla="*/ 0 w 19430"/>
                        <a:gd name="connsiteY1" fmla="*/ 13906 h 30384"/>
                        <a:gd name="connsiteX2" fmla="*/ 0 w 19430"/>
                        <a:gd name="connsiteY2" fmla="*/ 30385 h 30384"/>
                        <a:gd name="connsiteX3" fmla="*/ 13906 w 19430"/>
                        <a:gd name="connsiteY3" fmla="*/ 14668 h 30384"/>
                        <a:gd name="connsiteX4" fmla="*/ 19431 w 19430"/>
                        <a:gd name="connsiteY4" fmla="*/ 0 h 30384"/>
                        <a:gd name="connsiteX5" fmla="*/ 13811 w 19430"/>
                        <a:gd name="connsiteY5" fmla="*/ 6667 h 30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430" h="30384">
                          <a:moveTo>
                            <a:pt x="13811" y="6667"/>
                          </a:moveTo>
                          <a:cubicBezTo>
                            <a:pt x="9620" y="9811"/>
                            <a:pt x="4858" y="12192"/>
                            <a:pt x="0" y="13906"/>
                          </a:cubicBezTo>
                          <a:lnTo>
                            <a:pt x="0" y="30385"/>
                          </a:lnTo>
                          <a:cubicBezTo>
                            <a:pt x="5239" y="26765"/>
                            <a:pt x="10096" y="21431"/>
                            <a:pt x="13906" y="14668"/>
                          </a:cubicBezTo>
                          <a:cubicBezTo>
                            <a:pt x="16669" y="9811"/>
                            <a:pt x="18478" y="4858"/>
                            <a:pt x="19431" y="0"/>
                          </a:cubicBezTo>
                          <a:cubicBezTo>
                            <a:pt x="17812" y="2476"/>
                            <a:pt x="16002" y="4667"/>
                            <a:pt x="13811" y="6667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57" name="Forme libre : forme 16256">
                      <a:extLst>
                        <a:ext uri="{FF2B5EF4-FFF2-40B4-BE49-F238E27FC236}">
                          <a16:creationId xmlns:a16="http://schemas.microsoft.com/office/drawing/2014/main" id="{1E495945-532F-4B67-B76F-7136834BF0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659" y="3147528"/>
                      <a:ext cx="26164" cy="61825"/>
                    </a:xfrm>
                    <a:custGeom>
                      <a:avLst/>
                      <a:gdLst>
                        <a:gd name="connsiteX0" fmla="*/ 25908 w 26164"/>
                        <a:gd name="connsiteY0" fmla="*/ 15724 h 61825"/>
                        <a:gd name="connsiteX1" fmla="*/ 25717 w 26164"/>
                        <a:gd name="connsiteY1" fmla="*/ 12581 h 61825"/>
                        <a:gd name="connsiteX2" fmla="*/ 24194 w 26164"/>
                        <a:gd name="connsiteY2" fmla="*/ 7247 h 61825"/>
                        <a:gd name="connsiteX3" fmla="*/ 17431 w 26164"/>
                        <a:gd name="connsiteY3" fmla="*/ 1341 h 61825"/>
                        <a:gd name="connsiteX4" fmla="*/ 8477 w 26164"/>
                        <a:gd name="connsiteY4" fmla="*/ 198 h 61825"/>
                        <a:gd name="connsiteX5" fmla="*/ 95 w 26164"/>
                        <a:gd name="connsiteY5" fmla="*/ 2770 h 61825"/>
                        <a:gd name="connsiteX6" fmla="*/ 0 w 26164"/>
                        <a:gd name="connsiteY6" fmla="*/ 61825 h 61825"/>
                        <a:gd name="connsiteX7" fmla="*/ 19812 w 26164"/>
                        <a:gd name="connsiteY7" fmla="*/ 42775 h 61825"/>
                        <a:gd name="connsiteX8" fmla="*/ 26098 w 26164"/>
                        <a:gd name="connsiteY8" fmla="*/ 18391 h 61825"/>
                        <a:gd name="connsiteX9" fmla="*/ 25908 w 26164"/>
                        <a:gd name="connsiteY9" fmla="*/ 15724 h 618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6164" h="61825">
                          <a:moveTo>
                            <a:pt x="25908" y="15724"/>
                          </a:moveTo>
                          <a:cubicBezTo>
                            <a:pt x="25908" y="14676"/>
                            <a:pt x="25813" y="13533"/>
                            <a:pt x="25717" y="12581"/>
                          </a:cubicBezTo>
                          <a:cubicBezTo>
                            <a:pt x="25527" y="10581"/>
                            <a:pt x="24860" y="8771"/>
                            <a:pt x="24194" y="7247"/>
                          </a:cubicBezTo>
                          <a:cubicBezTo>
                            <a:pt x="22479" y="4675"/>
                            <a:pt x="20193" y="2580"/>
                            <a:pt x="17431" y="1341"/>
                          </a:cubicBezTo>
                          <a:cubicBezTo>
                            <a:pt x="14669" y="103"/>
                            <a:pt x="11621" y="-278"/>
                            <a:pt x="8477" y="198"/>
                          </a:cubicBezTo>
                          <a:cubicBezTo>
                            <a:pt x="5715" y="770"/>
                            <a:pt x="3048" y="1341"/>
                            <a:pt x="95" y="2770"/>
                          </a:cubicBezTo>
                          <a:lnTo>
                            <a:pt x="0" y="61825"/>
                          </a:lnTo>
                          <a:cubicBezTo>
                            <a:pt x="7334" y="58682"/>
                            <a:pt x="14669" y="52014"/>
                            <a:pt x="19812" y="42775"/>
                          </a:cubicBezTo>
                          <a:cubicBezTo>
                            <a:pt x="24479" y="34488"/>
                            <a:pt x="26575" y="25821"/>
                            <a:pt x="26098" y="18391"/>
                          </a:cubicBezTo>
                          <a:cubicBezTo>
                            <a:pt x="26098" y="17534"/>
                            <a:pt x="26003" y="16581"/>
                            <a:pt x="25908" y="1572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58" name="Forme libre : forme 16257">
                      <a:extLst>
                        <a:ext uri="{FF2B5EF4-FFF2-40B4-BE49-F238E27FC236}">
                          <a16:creationId xmlns:a16="http://schemas.microsoft.com/office/drawing/2014/main" id="{866067C1-7B61-40CB-BE88-511925D35F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659" y="3172824"/>
                      <a:ext cx="36535" cy="69580"/>
                    </a:xfrm>
                    <a:custGeom>
                      <a:avLst/>
                      <a:gdLst>
                        <a:gd name="connsiteX0" fmla="*/ 24860 w 36535"/>
                        <a:gd name="connsiteY0" fmla="*/ 48 h 69580"/>
                        <a:gd name="connsiteX1" fmla="*/ 10001 w 36535"/>
                        <a:gd name="connsiteY1" fmla="*/ 5478 h 69580"/>
                        <a:gd name="connsiteX2" fmla="*/ 95 w 36535"/>
                        <a:gd name="connsiteY2" fmla="*/ 10621 h 69580"/>
                        <a:gd name="connsiteX3" fmla="*/ 0 w 36535"/>
                        <a:gd name="connsiteY3" fmla="*/ 69581 h 69580"/>
                        <a:gd name="connsiteX4" fmla="*/ 21241 w 36535"/>
                        <a:gd name="connsiteY4" fmla="*/ 52722 h 69580"/>
                        <a:gd name="connsiteX5" fmla="*/ 36481 w 36535"/>
                        <a:gd name="connsiteY5" fmla="*/ 19860 h 69580"/>
                        <a:gd name="connsiteX6" fmla="*/ 24860 w 36535"/>
                        <a:gd name="connsiteY6" fmla="*/ 48 h 69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535" h="69580">
                          <a:moveTo>
                            <a:pt x="24860" y="48"/>
                          </a:moveTo>
                          <a:cubicBezTo>
                            <a:pt x="19717" y="-428"/>
                            <a:pt x="14669" y="2715"/>
                            <a:pt x="10001" y="5478"/>
                          </a:cubicBezTo>
                          <a:cubicBezTo>
                            <a:pt x="6763" y="7383"/>
                            <a:pt x="3429" y="9002"/>
                            <a:pt x="95" y="10621"/>
                          </a:cubicBezTo>
                          <a:lnTo>
                            <a:pt x="0" y="69581"/>
                          </a:lnTo>
                          <a:cubicBezTo>
                            <a:pt x="7906" y="66152"/>
                            <a:pt x="15335" y="59770"/>
                            <a:pt x="21241" y="52722"/>
                          </a:cubicBezTo>
                          <a:cubicBezTo>
                            <a:pt x="29146" y="43292"/>
                            <a:pt x="35623" y="31862"/>
                            <a:pt x="36481" y="19860"/>
                          </a:cubicBezTo>
                          <a:cubicBezTo>
                            <a:pt x="37052" y="10907"/>
                            <a:pt x="33147" y="810"/>
                            <a:pt x="24860" y="4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59" name="Forme libre : forme 16258">
                      <a:extLst>
                        <a:ext uri="{FF2B5EF4-FFF2-40B4-BE49-F238E27FC236}">
                          <a16:creationId xmlns:a16="http://schemas.microsoft.com/office/drawing/2014/main" id="{C9A2BD5D-D2C2-47C5-A10C-EF68043843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520" y="3130391"/>
                      <a:ext cx="24047" cy="59245"/>
                    </a:xfrm>
                    <a:custGeom>
                      <a:avLst/>
                      <a:gdLst>
                        <a:gd name="connsiteX0" fmla="*/ 0 w 24047"/>
                        <a:gd name="connsiteY0" fmla="*/ 0 h 59245"/>
                        <a:gd name="connsiteX1" fmla="*/ 14097 w 24047"/>
                        <a:gd name="connsiteY1" fmla="*/ 12287 h 59245"/>
                        <a:gd name="connsiteX2" fmla="*/ 22193 w 24047"/>
                        <a:gd name="connsiteY2" fmla="*/ 29051 h 59245"/>
                        <a:gd name="connsiteX3" fmla="*/ 23431 w 24047"/>
                        <a:gd name="connsiteY3" fmla="*/ 34385 h 59245"/>
                        <a:gd name="connsiteX4" fmla="*/ 23908 w 24047"/>
                        <a:gd name="connsiteY4" fmla="*/ 37147 h 59245"/>
                        <a:gd name="connsiteX5" fmla="*/ 23431 w 24047"/>
                        <a:gd name="connsiteY5" fmla="*/ 41720 h 59245"/>
                        <a:gd name="connsiteX6" fmla="*/ 21812 w 24047"/>
                        <a:gd name="connsiteY6" fmla="*/ 47720 h 59245"/>
                        <a:gd name="connsiteX7" fmla="*/ 21241 w 24047"/>
                        <a:gd name="connsiteY7" fmla="*/ 51435 h 59245"/>
                        <a:gd name="connsiteX8" fmla="*/ 19431 w 24047"/>
                        <a:gd name="connsiteY8" fmla="*/ 59246 h 59245"/>
                        <a:gd name="connsiteX9" fmla="*/ 20193 w 24047"/>
                        <a:gd name="connsiteY9" fmla="*/ 53530 h 59245"/>
                        <a:gd name="connsiteX10" fmla="*/ 20479 w 24047"/>
                        <a:gd name="connsiteY10" fmla="*/ 47149 h 59245"/>
                        <a:gd name="connsiteX11" fmla="*/ 21622 w 24047"/>
                        <a:gd name="connsiteY11" fmla="*/ 40862 h 59245"/>
                        <a:gd name="connsiteX12" fmla="*/ 21908 w 24047"/>
                        <a:gd name="connsiteY12" fmla="*/ 37433 h 59245"/>
                        <a:gd name="connsiteX13" fmla="*/ 21431 w 24047"/>
                        <a:gd name="connsiteY13" fmla="*/ 35624 h 59245"/>
                        <a:gd name="connsiteX14" fmla="*/ 0 w 24047"/>
                        <a:gd name="connsiteY14" fmla="*/ 0 h 59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4047" h="59245">
                          <a:moveTo>
                            <a:pt x="0" y="0"/>
                          </a:moveTo>
                          <a:cubicBezTo>
                            <a:pt x="0" y="0"/>
                            <a:pt x="7620" y="3620"/>
                            <a:pt x="14097" y="12287"/>
                          </a:cubicBezTo>
                          <a:cubicBezTo>
                            <a:pt x="17335" y="16574"/>
                            <a:pt x="20288" y="22193"/>
                            <a:pt x="22193" y="29051"/>
                          </a:cubicBezTo>
                          <a:cubicBezTo>
                            <a:pt x="22669" y="30766"/>
                            <a:pt x="23050" y="32576"/>
                            <a:pt x="23431" y="34385"/>
                          </a:cubicBezTo>
                          <a:lnTo>
                            <a:pt x="23908" y="37147"/>
                          </a:lnTo>
                          <a:cubicBezTo>
                            <a:pt x="24289" y="37624"/>
                            <a:pt x="23813" y="39719"/>
                            <a:pt x="23431" y="41720"/>
                          </a:cubicBezTo>
                          <a:cubicBezTo>
                            <a:pt x="23050" y="43720"/>
                            <a:pt x="22479" y="45625"/>
                            <a:pt x="21812" y="47720"/>
                          </a:cubicBezTo>
                          <a:lnTo>
                            <a:pt x="21241" y="51435"/>
                          </a:lnTo>
                          <a:cubicBezTo>
                            <a:pt x="20765" y="53912"/>
                            <a:pt x="20193" y="56483"/>
                            <a:pt x="19431" y="59246"/>
                          </a:cubicBezTo>
                          <a:cubicBezTo>
                            <a:pt x="19431" y="59246"/>
                            <a:pt x="19907" y="57055"/>
                            <a:pt x="20193" y="53530"/>
                          </a:cubicBezTo>
                          <a:cubicBezTo>
                            <a:pt x="20383" y="51721"/>
                            <a:pt x="20479" y="49625"/>
                            <a:pt x="20479" y="47149"/>
                          </a:cubicBezTo>
                          <a:cubicBezTo>
                            <a:pt x="20955" y="45149"/>
                            <a:pt x="21336" y="43053"/>
                            <a:pt x="21622" y="40862"/>
                          </a:cubicBezTo>
                          <a:cubicBezTo>
                            <a:pt x="21717" y="39814"/>
                            <a:pt x="21812" y="38671"/>
                            <a:pt x="21908" y="37433"/>
                          </a:cubicBezTo>
                          <a:cubicBezTo>
                            <a:pt x="21812" y="36671"/>
                            <a:pt x="21527" y="36290"/>
                            <a:pt x="21431" y="35624"/>
                          </a:cubicBezTo>
                          <a:cubicBezTo>
                            <a:pt x="18574" y="25432"/>
                            <a:pt x="13240" y="1152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60" name="Forme libre : forme 16259">
                      <a:extLst>
                        <a:ext uri="{FF2B5EF4-FFF2-40B4-BE49-F238E27FC236}">
                          <a16:creationId xmlns:a16="http://schemas.microsoft.com/office/drawing/2014/main" id="{01623841-7E04-47F8-BFFB-3716B69A71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754" y="3162871"/>
                      <a:ext cx="9525" cy="1142"/>
                    </a:xfrm>
                    <a:custGeom>
                      <a:avLst/>
                      <a:gdLst>
                        <a:gd name="connsiteX0" fmla="*/ 0 w 9525"/>
                        <a:gd name="connsiteY0" fmla="*/ 0 h 1142"/>
                        <a:gd name="connsiteX1" fmla="*/ 0 w 9525"/>
                        <a:gd name="connsiteY1" fmla="*/ 1143 h 1142"/>
                        <a:gd name="connsiteX2" fmla="*/ 0 w 9525"/>
                        <a:gd name="connsiteY2" fmla="*/ 0 h 1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525" h="1142">
                          <a:moveTo>
                            <a:pt x="0" y="0"/>
                          </a:moveTo>
                          <a:lnTo>
                            <a:pt x="0" y="1143"/>
                          </a:lnTo>
                          <a:cubicBezTo>
                            <a:pt x="0" y="667"/>
                            <a:pt x="0" y="28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61" name="Forme libre : forme 16260">
                      <a:extLst>
                        <a:ext uri="{FF2B5EF4-FFF2-40B4-BE49-F238E27FC236}">
                          <a16:creationId xmlns:a16="http://schemas.microsoft.com/office/drawing/2014/main" id="{93432B56-53E4-40F3-8778-A32A260C9D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754" y="3157156"/>
                      <a:ext cx="733" cy="4000"/>
                    </a:xfrm>
                    <a:custGeom>
                      <a:avLst/>
                      <a:gdLst>
                        <a:gd name="connsiteX0" fmla="*/ 0 w 733"/>
                        <a:gd name="connsiteY0" fmla="*/ 0 h 4000"/>
                        <a:gd name="connsiteX1" fmla="*/ 0 w 733"/>
                        <a:gd name="connsiteY1" fmla="*/ 4001 h 4000"/>
                        <a:gd name="connsiteX2" fmla="*/ 286 w 733"/>
                        <a:gd name="connsiteY2" fmla="*/ 3620 h 4000"/>
                        <a:gd name="connsiteX3" fmla="*/ 0 w 733"/>
                        <a:gd name="connsiteY3" fmla="*/ 0 h 4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33" h="4000">
                          <a:moveTo>
                            <a:pt x="0" y="0"/>
                          </a:moveTo>
                          <a:lnTo>
                            <a:pt x="0" y="4001"/>
                          </a:lnTo>
                          <a:cubicBezTo>
                            <a:pt x="95" y="3905"/>
                            <a:pt x="190" y="3810"/>
                            <a:pt x="286" y="3620"/>
                          </a:cubicBezTo>
                          <a:cubicBezTo>
                            <a:pt x="1048" y="2381"/>
                            <a:pt x="762" y="104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62" name="Forme libre : forme 16261">
                      <a:extLst>
                        <a:ext uri="{FF2B5EF4-FFF2-40B4-BE49-F238E27FC236}">
                          <a16:creationId xmlns:a16="http://schemas.microsoft.com/office/drawing/2014/main" id="{834618CF-1FD4-4C24-8644-81B14FA415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849" y="3123723"/>
                      <a:ext cx="21751" cy="19430"/>
                    </a:xfrm>
                    <a:custGeom>
                      <a:avLst/>
                      <a:gdLst>
                        <a:gd name="connsiteX0" fmla="*/ 16193 w 21751"/>
                        <a:gd name="connsiteY0" fmla="*/ 6477 h 19430"/>
                        <a:gd name="connsiteX1" fmla="*/ 0 w 21751"/>
                        <a:gd name="connsiteY1" fmla="*/ 0 h 19430"/>
                        <a:gd name="connsiteX2" fmla="*/ 0 w 21751"/>
                        <a:gd name="connsiteY2" fmla="*/ 19431 h 19430"/>
                        <a:gd name="connsiteX3" fmla="*/ 13240 w 21751"/>
                        <a:gd name="connsiteY3" fmla="*/ 19240 h 19430"/>
                        <a:gd name="connsiteX4" fmla="*/ 21527 w 21751"/>
                        <a:gd name="connsiteY4" fmla="*/ 14764 h 19430"/>
                        <a:gd name="connsiteX5" fmla="*/ 16193 w 21751"/>
                        <a:gd name="connsiteY5" fmla="*/ 6477 h 19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751" h="19430">
                          <a:moveTo>
                            <a:pt x="16193" y="6477"/>
                          </a:moveTo>
                          <a:cubicBezTo>
                            <a:pt x="11049" y="3715"/>
                            <a:pt x="5715" y="1429"/>
                            <a:pt x="0" y="0"/>
                          </a:cubicBezTo>
                          <a:lnTo>
                            <a:pt x="0" y="19431"/>
                          </a:lnTo>
                          <a:cubicBezTo>
                            <a:pt x="4381" y="19336"/>
                            <a:pt x="8858" y="19431"/>
                            <a:pt x="13240" y="19240"/>
                          </a:cubicBezTo>
                          <a:cubicBezTo>
                            <a:pt x="16478" y="19145"/>
                            <a:pt x="20479" y="18097"/>
                            <a:pt x="21527" y="14764"/>
                          </a:cubicBezTo>
                          <a:cubicBezTo>
                            <a:pt x="22670" y="11144"/>
                            <a:pt x="19241" y="8191"/>
                            <a:pt x="16193" y="647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45" name="Graphique 1">
                    <a:extLst>
                      <a:ext uri="{FF2B5EF4-FFF2-40B4-BE49-F238E27FC236}">
                        <a16:creationId xmlns:a16="http://schemas.microsoft.com/office/drawing/2014/main" id="{CC39E7E0-D3EF-4146-9D13-808651BBAFF4}"/>
                      </a:ext>
                    </a:extLst>
                  </p:cNvPr>
                  <p:cNvGrpSpPr/>
                  <p:nvPr/>
                </p:nvGrpSpPr>
                <p:grpSpPr>
                  <a:xfrm>
                    <a:off x="287849" y="2977538"/>
                    <a:ext cx="135511" cy="155939"/>
                    <a:chOff x="287849" y="2977538"/>
                    <a:chExt cx="135511" cy="155939"/>
                  </a:xfrm>
                  <a:solidFill>
                    <a:schemeClr val="accent1"/>
                  </a:solidFill>
                </p:grpSpPr>
                <p:sp>
                  <p:nvSpPr>
                    <p:cNvPr id="16240" name="Forme libre : forme 16239">
                      <a:extLst>
                        <a:ext uri="{FF2B5EF4-FFF2-40B4-BE49-F238E27FC236}">
                          <a16:creationId xmlns:a16="http://schemas.microsoft.com/office/drawing/2014/main" id="{A44BF471-F787-4121-A414-C1C87DF5DE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849" y="2977538"/>
                      <a:ext cx="135511" cy="155939"/>
                    </a:xfrm>
                    <a:custGeom>
                      <a:avLst/>
                      <a:gdLst>
                        <a:gd name="connsiteX0" fmla="*/ 121634 w 135511"/>
                        <a:gd name="connsiteY0" fmla="*/ 31028 h 155939"/>
                        <a:gd name="connsiteX1" fmla="*/ 97631 w 135511"/>
                        <a:gd name="connsiteY1" fmla="*/ 9406 h 155939"/>
                        <a:gd name="connsiteX2" fmla="*/ 65437 w 135511"/>
                        <a:gd name="connsiteY2" fmla="*/ 644 h 155939"/>
                        <a:gd name="connsiteX3" fmla="*/ 32861 w 135511"/>
                        <a:gd name="connsiteY3" fmla="*/ 21027 h 155939"/>
                        <a:gd name="connsiteX4" fmla="*/ 95 w 135511"/>
                        <a:gd name="connsiteY4" fmla="*/ 67604 h 155939"/>
                        <a:gd name="connsiteX5" fmla="*/ 0 w 135511"/>
                        <a:gd name="connsiteY5" fmla="*/ 129040 h 155939"/>
                        <a:gd name="connsiteX6" fmla="*/ 8668 w 135511"/>
                        <a:gd name="connsiteY6" fmla="*/ 135898 h 155939"/>
                        <a:gd name="connsiteX7" fmla="*/ 36957 w 135511"/>
                        <a:gd name="connsiteY7" fmla="*/ 151138 h 155939"/>
                        <a:gd name="connsiteX8" fmla="*/ 69533 w 135511"/>
                        <a:gd name="connsiteY8" fmla="*/ 153996 h 155939"/>
                        <a:gd name="connsiteX9" fmla="*/ 96202 w 135511"/>
                        <a:gd name="connsiteY9" fmla="*/ 134089 h 155939"/>
                        <a:gd name="connsiteX10" fmla="*/ 125635 w 135511"/>
                        <a:gd name="connsiteY10" fmla="*/ 92464 h 155939"/>
                        <a:gd name="connsiteX11" fmla="*/ 135446 w 135511"/>
                        <a:gd name="connsiteY11" fmla="*/ 60746 h 155939"/>
                        <a:gd name="connsiteX12" fmla="*/ 121634 w 135511"/>
                        <a:gd name="connsiteY12" fmla="*/ 31028 h 155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5511" h="155939">
                          <a:moveTo>
                            <a:pt x="121634" y="31028"/>
                          </a:moveTo>
                          <a:lnTo>
                            <a:pt x="97631" y="9406"/>
                          </a:lnTo>
                          <a:cubicBezTo>
                            <a:pt x="89059" y="1596"/>
                            <a:pt x="77248" y="-1452"/>
                            <a:pt x="65437" y="644"/>
                          </a:cubicBezTo>
                          <a:cubicBezTo>
                            <a:pt x="53531" y="2644"/>
                            <a:pt x="41529" y="9692"/>
                            <a:pt x="32861" y="21027"/>
                          </a:cubicBezTo>
                          <a:cubicBezTo>
                            <a:pt x="21241" y="36077"/>
                            <a:pt x="10477" y="51697"/>
                            <a:pt x="95" y="67604"/>
                          </a:cubicBezTo>
                          <a:lnTo>
                            <a:pt x="0" y="129040"/>
                          </a:lnTo>
                          <a:cubicBezTo>
                            <a:pt x="2572" y="131707"/>
                            <a:pt x="5334" y="134089"/>
                            <a:pt x="8668" y="135898"/>
                          </a:cubicBezTo>
                          <a:lnTo>
                            <a:pt x="36957" y="151138"/>
                          </a:lnTo>
                          <a:cubicBezTo>
                            <a:pt x="47244" y="156663"/>
                            <a:pt x="58865" y="157139"/>
                            <a:pt x="69533" y="153996"/>
                          </a:cubicBezTo>
                          <a:cubicBezTo>
                            <a:pt x="80105" y="150853"/>
                            <a:pt x="89725" y="144090"/>
                            <a:pt x="96202" y="134089"/>
                          </a:cubicBezTo>
                          <a:cubicBezTo>
                            <a:pt x="105442" y="119801"/>
                            <a:pt x="115157" y="105895"/>
                            <a:pt x="125635" y="92464"/>
                          </a:cubicBezTo>
                          <a:cubicBezTo>
                            <a:pt x="132874" y="83130"/>
                            <a:pt x="136017" y="71795"/>
                            <a:pt x="135446" y="60746"/>
                          </a:cubicBezTo>
                          <a:cubicBezTo>
                            <a:pt x="134684" y="49602"/>
                            <a:pt x="130397" y="38934"/>
                            <a:pt x="121634" y="3102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41" name="Forme libre : forme 16240">
                      <a:extLst>
                        <a:ext uri="{FF2B5EF4-FFF2-40B4-BE49-F238E27FC236}">
                          <a16:creationId xmlns:a16="http://schemas.microsoft.com/office/drawing/2014/main" id="{04186A9F-0DA9-4B93-B5BE-108956A9FF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614" y="3007804"/>
                      <a:ext cx="110746" cy="125577"/>
                    </a:xfrm>
                    <a:custGeom>
                      <a:avLst/>
                      <a:gdLst>
                        <a:gd name="connsiteX0" fmla="*/ 44291 w 110746"/>
                        <a:gd name="connsiteY0" fmla="*/ 74962 h 125577"/>
                        <a:gd name="connsiteX1" fmla="*/ 0 w 110746"/>
                        <a:gd name="connsiteY1" fmla="*/ 114205 h 125577"/>
                        <a:gd name="connsiteX2" fmla="*/ 12192 w 110746"/>
                        <a:gd name="connsiteY2" fmla="*/ 120777 h 125577"/>
                        <a:gd name="connsiteX3" fmla="*/ 44768 w 110746"/>
                        <a:gd name="connsiteY3" fmla="*/ 123635 h 125577"/>
                        <a:gd name="connsiteX4" fmla="*/ 71438 w 110746"/>
                        <a:gd name="connsiteY4" fmla="*/ 103727 h 125577"/>
                        <a:gd name="connsiteX5" fmla="*/ 100870 w 110746"/>
                        <a:gd name="connsiteY5" fmla="*/ 62103 h 125577"/>
                        <a:gd name="connsiteX6" fmla="*/ 110681 w 110746"/>
                        <a:gd name="connsiteY6" fmla="*/ 30385 h 125577"/>
                        <a:gd name="connsiteX7" fmla="*/ 96965 w 110746"/>
                        <a:gd name="connsiteY7" fmla="*/ 667 h 125577"/>
                        <a:gd name="connsiteX8" fmla="*/ 96203 w 110746"/>
                        <a:gd name="connsiteY8" fmla="*/ 0 h 125577"/>
                        <a:gd name="connsiteX9" fmla="*/ 67247 w 110746"/>
                        <a:gd name="connsiteY9" fmla="*/ 35528 h 125577"/>
                        <a:gd name="connsiteX10" fmla="*/ 44291 w 110746"/>
                        <a:gd name="connsiteY10" fmla="*/ 74962 h 125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0746" h="125577">
                          <a:moveTo>
                            <a:pt x="44291" y="74962"/>
                          </a:moveTo>
                          <a:cubicBezTo>
                            <a:pt x="36671" y="95631"/>
                            <a:pt x="20098" y="111062"/>
                            <a:pt x="0" y="114205"/>
                          </a:cubicBezTo>
                          <a:lnTo>
                            <a:pt x="12192" y="120777"/>
                          </a:lnTo>
                          <a:cubicBezTo>
                            <a:pt x="22479" y="126302"/>
                            <a:pt x="34100" y="126778"/>
                            <a:pt x="44768" y="123635"/>
                          </a:cubicBezTo>
                          <a:cubicBezTo>
                            <a:pt x="55340" y="120491"/>
                            <a:pt x="64960" y="113729"/>
                            <a:pt x="71438" y="103727"/>
                          </a:cubicBezTo>
                          <a:cubicBezTo>
                            <a:pt x="80677" y="89440"/>
                            <a:pt x="90392" y="75533"/>
                            <a:pt x="100870" y="62103"/>
                          </a:cubicBezTo>
                          <a:cubicBezTo>
                            <a:pt x="108109" y="52769"/>
                            <a:pt x="111252" y="41434"/>
                            <a:pt x="110681" y="30385"/>
                          </a:cubicBezTo>
                          <a:cubicBezTo>
                            <a:pt x="109919" y="19240"/>
                            <a:pt x="105632" y="8572"/>
                            <a:pt x="96965" y="667"/>
                          </a:cubicBezTo>
                          <a:lnTo>
                            <a:pt x="96203" y="0"/>
                          </a:lnTo>
                          <a:cubicBezTo>
                            <a:pt x="86582" y="12192"/>
                            <a:pt x="76486" y="23622"/>
                            <a:pt x="67247" y="35528"/>
                          </a:cubicBezTo>
                          <a:cubicBezTo>
                            <a:pt x="57912" y="47530"/>
                            <a:pt x="49625" y="60293"/>
                            <a:pt x="44291" y="74962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42" name="Forme libre : forme 16241">
                      <a:extLst>
                        <a:ext uri="{FF2B5EF4-FFF2-40B4-BE49-F238E27FC236}">
                          <a16:creationId xmlns:a16="http://schemas.microsoft.com/office/drawing/2014/main" id="{B00000B2-7FEE-4900-ADA0-DDACADF983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628" y="3019699"/>
                      <a:ext cx="53918" cy="61235"/>
                    </a:xfrm>
                    <a:custGeom>
                      <a:avLst/>
                      <a:gdLst>
                        <a:gd name="connsiteX0" fmla="*/ 47757 w 53918"/>
                        <a:gd name="connsiteY0" fmla="*/ 3345 h 61235"/>
                        <a:gd name="connsiteX1" fmla="*/ 44804 w 53918"/>
                        <a:gd name="connsiteY1" fmla="*/ 43541 h 61235"/>
                        <a:gd name="connsiteX2" fmla="*/ 7466 w 53918"/>
                        <a:gd name="connsiteY2" fmla="*/ 58781 h 61235"/>
                        <a:gd name="connsiteX3" fmla="*/ 8990 w 53918"/>
                        <a:gd name="connsiteY3" fmla="*/ 17537 h 61235"/>
                        <a:gd name="connsiteX4" fmla="*/ 47757 w 53918"/>
                        <a:gd name="connsiteY4" fmla="*/ 3345 h 612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918" h="61235">
                          <a:moveTo>
                            <a:pt x="47757" y="3345"/>
                          </a:moveTo>
                          <a:cubicBezTo>
                            <a:pt x="57186" y="11156"/>
                            <a:pt x="55472" y="28777"/>
                            <a:pt x="44804" y="43541"/>
                          </a:cubicBezTo>
                          <a:cubicBezTo>
                            <a:pt x="34041" y="58209"/>
                            <a:pt x="17848" y="65353"/>
                            <a:pt x="7466" y="58781"/>
                          </a:cubicBezTo>
                          <a:cubicBezTo>
                            <a:pt x="-2821" y="52208"/>
                            <a:pt x="-2631" y="33444"/>
                            <a:pt x="8990" y="17537"/>
                          </a:cubicBezTo>
                          <a:cubicBezTo>
                            <a:pt x="20515" y="1631"/>
                            <a:pt x="38327" y="-4370"/>
                            <a:pt x="47757" y="334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43" name="Forme libre : forme 16242">
                      <a:extLst>
                        <a:ext uri="{FF2B5EF4-FFF2-40B4-BE49-F238E27FC236}">
                          <a16:creationId xmlns:a16="http://schemas.microsoft.com/office/drawing/2014/main" id="{27578564-3FBB-4DCD-AED5-36F1BFF183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602" y="3049905"/>
                      <a:ext cx="51877" cy="31029"/>
                    </a:xfrm>
                    <a:custGeom>
                      <a:avLst/>
                      <a:gdLst>
                        <a:gd name="connsiteX0" fmla="*/ 729 w 51877"/>
                        <a:gd name="connsiteY0" fmla="*/ 5715 h 31029"/>
                        <a:gd name="connsiteX1" fmla="*/ 7491 w 51877"/>
                        <a:gd name="connsiteY1" fmla="*/ 28575 h 31029"/>
                        <a:gd name="connsiteX2" fmla="*/ 44829 w 51877"/>
                        <a:gd name="connsiteY2" fmla="*/ 13335 h 31029"/>
                        <a:gd name="connsiteX3" fmla="*/ 51878 w 51877"/>
                        <a:gd name="connsiteY3" fmla="*/ 0 h 31029"/>
                        <a:gd name="connsiteX4" fmla="*/ 45687 w 51877"/>
                        <a:gd name="connsiteY4" fmla="*/ 5620 h 31029"/>
                        <a:gd name="connsiteX5" fmla="*/ 729 w 51877"/>
                        <a:gd name="connsiteY5" fmla="*/ 5715 h 31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1877" h="31029">
                          <a:moveTo>
                            <a:pt x="729" y="5715"/>
                          </a:moveTo>
                          <a:cubicBezTo>
                            <a:pt x="-1367" y="15621"/>
                            <a:pt x="1110" y="24479"/>
                            <a:pt x="7491" y="28575"/>
                          </a:cubicBezTo>
                          <a:cubicBezTo>
                            <a:pt x="17778" y="35147"/>
                            <a:pt x="34066" y="28004"/>
                            <a:pt x="44829" y="13335"/>
                          </a:cubicBezTo>
                          <a:cubicBezTo>
                            <a:pt x="47877" y="8954"/>
                            <a:pt x="50354" y="4477"/>
                            <a:pt x="51878" y="0"/>
                          </a:cubicBezTo>
                          <a:cubicBezTo>
                            <a:pt x="50068" y="2191"/>
                            <a:pt x="48068" y="4096"/>
                            <a:pt x="45687" y="5620"/>
                          </a:cubicBezTo>
                          <a:cubicBezTo>
                            <a:pt x="31399" y="13335"/>
                            <a:pt x="12349" y="14954"/>
                            <a:pt x="729" y="5715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44" name="Forme libre : forme 16243">
                      <a:extLst>
                        <a:ext uri="{FF2B5EF4-FFF2-40B4-BE49-F238E27FC236}">
                          <a16:creationId xmlns:a16="http://schemas.microsoft.com/office/drawing/2014/main" id="{BF564EFF-0ACD-4F2F-A8BC-725714F07C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578" y="3019991"/>
                      <a:ext cx="53865" cy="60706"/>
                    </a:xfrm>
                    <a:custGeom>
                      <a:avLst/>
                      <a:gdLst>
                        <a:gd name="connsiteX0" fmla="*/ 47712 w 53865"/>
                        <a:gd name="connsiteY0" fmla="*/ 3434 h 60706"/>
                        <a:gd name="connsiteX1" fmla="*/ 44664 w 53865"/>
                        <a:gd name="connsiteY1" fmla="*/ 43344 h 60706"/>
                        <a:gd name="connsiteX2" fmla="*/ 7421 w 53865"/>
                        <a:gd name="connsiteY2" fmla="*/ 58203 h 60706"/>
                        <a:gd name="connsiteX3" fmla="*/ 9040 w 53865"/>
                        <a:gd name="connsiteY3" fmla="*/ 17150 h 60706"/>
                        <a:gd name="connsiteX4" fmla="*/ 47712 w 53865"/>
                        <a:gd name="connsiteY4" fmla="*/ 3434 h 6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865" h="60706">
                          <a:moveTo>
                            <a:pt x="47712" y="3434"/>
                          </a:moveTo>
                          <a:cubicBezTo>
                            <a:pt x="57142" y="11340"/>
                            <a:pt x="55427" y="28866"/>
                            <a:pt x="44664" y="43344"/>
                          </a:cubicBezTo>
                          <a:cubicBezTo>
                            <a:pt x="33996" y="57917"/>
                            <a:pt x="17708" y="64775"/>
                            <a:pt x="7421" y="58203"/>
                          </a:cubicBezTo>
                          <a:cubicBezTo>
                            <a:pt x="-2866" y="51631"/>
                            <a:pt x="-2580" y="32962"/>
                            <a:pt x="9040" y="17150"/>
                          </a:cubicBezTo>
                          <a:cubicBezTo>
                            <a:pt x="20661" y="1529"/>
                            <a:pt x="38377" y="-4376"/>
                            <a:pt x="47712" y="343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45" name="Forme libre : forme 16244">
                      <a:extLst>
                        <a:ext uri="{FF2B5EF4-FFF2-40B4-BE49-F238E27FC236}">
                          <a16:creationId xmlns:a16="http://schemas.microsoft.com/office/drawing/2014/main" id="{63C12027-E136-4C0D-BE74-B639A4A68E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929" y="3047040"/>
                      <a:ext cx="99683" cy="66269"/>
                    </a:xfrm>
                    <a:custGeom>
                      <a:avLst/>
                      <a:gdLst>
                        <a:gd name="connsiteX0" fmla="*/ 27401 w 99683"/>
                        <a:gd name="connsiteY0" fmla="*/ 57633 h 66269"/>
                        <a:gd name="connsiteX1" fmla="*/ 46166 w 99683"/>
                        <a:gd name="connsiteY1" fmla="*/ 66015 h 66269"/>
                        <a:gd name="connsiteX2" fmla="*/ 82170 w 99683"/>
                        <a:gd name="connsiteY2" fmla="*/ 50109 h 66269"/>
                        <a:gd name="connsiteX3" fmla="*/ 99315 w 99683"/>
                        <a:gd name="connsiteY3" fmla="*/ 21152 h 66269"/>
                        <a:gd name="connsiteX4" fmla="*/ 90171 w 99683"/>
                        <a:gd name="connsiteY4" fmla="*/ 388 h 66269"/>
                        <a:gd name="connsiteX5" fmla="*/ 74931 w 99683"/>
                        <a:gd name="connsiteY5" fmla="*/ 3341 h 66269"/>
                        <a:gd name="connsiteX6" fmla="*/ 38165 w 99683"/>
                        <a:gd name="connsiteY6" fmla="*/ 13056 h 66269"/>
                        <a:gd name="connsiteX7" fmla="*/ 255 w 99683"/>
                        <a:gd name="connsiteY7" fmla="*/ 30773 h 66269"/>
                        <a:gd name="connsiteX8" fmla="*/ 27401 w 99683"/>
                        <a:gd name="connsiteY8" fmla="*/ 57633 h 662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683" h="66269">
                          <a:moveTo>
                            <a:pt x="27401" y="57633"/>
                          </a:moveTo>
                          <a:cubicBezTo>
                            <a:pt x="33212" y="61348"/>
                            <a:pt x="39308" y="65063"/>
                            <a:pt x="46166" y="66015"/>
                          </a:cubicBezTo>
                          <a:cubicBezTo>
                            <a:pt x="59310" y="67825"/>
                            <a:pt x="72550" y="59729"/>
                            <a:pt x="82170" y="50109"/>
                          </a:cubicBezTo>
                          <a:cubicBezTo>
                            <a:pt x="90362" y="42108"/>
                            <a:pt x="97220" y="32297"/>
                            <a:pt x="99315" y="21152"/>
                          </a:cubicBezTo>
                          <a:cubicBezTo>
                            <a:pt x="100744" y="12866"/>
                            <a:pt x="98077" y="2483"/>
                            <a:pt x="90171" y="388"/>
                          </a:cubicBezTo>
                          <a:cubicBezTo>
                            <a:pt x="85218" y="-946"/>
                            <a:pt x="79884" y="1436"/>
                            <a:pt x="74931" y="3341"/>
                          </a:cubicBezTo>
                          <a:cubicBezTo>
                            <a:pt x="63120" y="8103"/>
                            <a:pt x="50643" y="11342"/>
                            <a:pt x="38165" y="13056"/>
                          </a:cubicBezTo>
                          <a:cubicBezTo>
                            <a:pt x="27592" y="14294"/>
                            <a:pt x="3780" y="14961"/>
                            <a:pt x="255" y="30773"/>
                          </a:cubicBezTo>
                          <a:cubicBezTo>
                            <a:pt x="-2602" y="44965"/>
                            <a:pt x="19305" y="52394"/>
                            <a:pt x="27401" y="5763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46" name="Forme libre : forme 16245">
                      <a:extLst>
                        <a:ext uri="{FF2B5EF4-FFF2-40B4-BE49-F238E27FC236}">
                          <a16:creationId xmlns:a16="http://schemas.microsoft.com/office/drawing/2014/main" id="{83E73021-D572-4990-8940-D79D97399A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715" y="3049886"/>
                      <a:ext cx="16456" cy="32785"/>
                    </a:xfrm>
                    <a:custGeom>
                      <a:avLst/>
                      <a:gdLst>
                        <a:gd name="connsiteX0" fmla="*/ 2661 w 16456"/>
                        <a:gd name="connsiteY0" fmla="*/ 28213 h 32785"/>
                        <a:gd name="connsiteX1" fmla="*/ 5805 w 16456"/>
                        <a:gd name="connsiteY1" fmla="*/ 32118 h 32785"/>
                        <a:gd name="connsiteX2" fmla="*/ 10662 w 16456"/>
                        <a:gd name="connsiteY2" fmla="*/ 32023 h 32785"/>
                        <a:gd name="connsiteX3" fmla="*/ 13234 w 16456"/>
                        <a:gd name="connsiteY3" fmla="*/ 27546 h 32785"/>
                        <a:gd name="connsiteX4" fmla="*/ 16187 w 16456"/>
                        <a:gd name="connsiteY4" fmla="*/ 14687 h 32785"/>
                        <a:gd name="connsiteX5" fmla="*/ 16377 w 16456"/>
                        <a:gd name="connsiteY5" fmla="*/ 9353 h 32785"/>
                        <a:gd name="connsiteX6" fmla="*/ 2376 w 16456"/>
                        <a:gd name="connsiteY6" fmla="*/ 4591 h 32785"/>
                        <a:gd name="connsiteX7" fmla="*/ 2661 w 16456"/>
                        <a:gd name="connsiteY7" fmla="*/ 28213 h 32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456" h="32785">
                          <a:moveTo>
                            <a:pt x="2661" y="28213"/>
                          </a:moveTo>
                          <a:cubicBezTo>
                            <a:pt x="3423" y="29737"/>
                            <a:pt x="4376" y="31261"/>
                            <a:pt x="5805" y="32118"/>
                          </a:cubicBezTo>
                          <a:cubicBezTo>
                            <a:pt x="7233" y="32975"/>
                            <a:pt x="9234" y="33071"/>
                            <a:pt x="10662" y="32023"/>
                          </a:cubicBezTo>
                          <a:cubicBezTo>
                            <a:pt x="11996" y="30975"/>
                            <a:pt x="12663" y="29261"/>
                            <a:pt x="13234" y="27546"/>
                          </a:cubicBezTo>
                          <a:cubicBezTo>
                            <a:pt x="14568" y="23355"/>
                            <a:pt x="15615" y="19069"/>
                            <a:pt x="16187" y="14687"/>
                          </a:cubicBezTo>
                          <a:cubicBezTo>
                            <a:pt x="16377" y="12878"/>
                            <a:pt x="16568" y="11068"/>
                            <a:pt x="16377" y="9353"/>
                          </a:cubicBezTo>
                          <a:cubicBezTo>
                            <a:pt x="15330" y="2210"/>
                            <a:pt x="7138" y="-4934"/>
                            <a:pt x="2376" y="4591"/>
                          </a:cubicBezTo>
                          <a:cubicBezTo>
                            <a:pt x="-1244" y="12116"/>
                            <a:pt x="-387" y="21926"/>
                            <a:pt x="2661" y="2821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47" name="Forme libre : forme 16246">
                      <a:extLst>
                        <a:ext uri="{FF2B5EF4-FFF2-40B4-BE49-F238E27FC236}">
                          <a16:creationId xmlns:a16="http://schemas.microsoft.com/office/drawing/2014/main" id="{DFD07FB1-515C-45DC-B503-2C30987AD3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911" y="3008757"/>
                      <a:ext cx="14477" cy="58959"/>
                    </a:xfrm>
                    <a:custGeom>
                      <a:avLst/>
                      <a:gdLst>
                        <a:gd name="connsiteX0" fmla="*/ 0 w 14477"/>
                        <a:gd name="connsiteY0" fmla="*/ 0 h 58959"/>
                        <a:gd name="connsiteX1" fmla="*/ 10763 w 14477"/>
                        <a:gd name="connsiteY1" fmla="*/ 15335 h 58959"/>
                        <a:gd name="connsiteX2" fmla="*/ 14478 w 14477"/>
                        <a:gd name="connsiteY2" fmla="*/ 33814 h 58959"/>
                        <a:gd name="connsiteX3" fmla="*/ 8954 w 14477"/>
                        <a:gd name="connsiteY3" fmla="*/ 58960 h 58959"/>
                        <a:gd name="connsiteX4" fmla="*/ 11811 w 14477"/>
                        <a:gd name="connsiteY4" fmla="*/ 40196 h 58959"/>
                        <a:gd name="connsiteX5" fmla="*/ 0 w 14477"/>
                        <a:gd name="connsiteY5" fmla="*/ 0 h 58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477" h="58959">
                          <a:moveTo>
                            <a:pt x="0" y="0"/>
                          </a:moveTo>
                          <a:cubicBezTo>
                            <a:pt x="0" y="0"/>
                            <a:pt x="6572" y="5334"/>
                            <a:pt x="10763" y="15335"/>
                          </a:cubicBezTo>
                          <a:cubicBezTo>
                            <a:pt x="12954" y="20383"/>
                            <a:pt x="14478" y="26575"/>
                            <a:pt x="14478" y="33814"/>
                          </a:cubicBezTo>
                          <a:cubicBezTo>
                            <a:pt x="14383" y="40957"/>
                            <a:pt x="13049" y="49435"/>
                            <a:pt x="8954" y="58960"/>
                          </a:cubicBezTo>
                          <a:cubicBezTo>
                            <a:pt x="8954" y="58960"/>
                            <a:pt x="11621" y="51435"/>
                            <a:pt x="11811" y="40196"/>
                          </a:cubicBezTo>
                          <a:cubicBezTo>
                            <a:pt x="12287" y="29242"/>
                            <a:pt x="10096" y="1428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48" name="Forme libre : forme 16247">
                      <a:extLst>
                        <a:ext uri="{FF2B5EF4-FFF2-40B4-BE49-F238E27FC236}">
                          <a16:creationId xmlns:a16="http://schemas.microsoft.com/office/drawing/2014/main" id="{B581D2AD-EF79-42D8-BA14-1D67A228D6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945" y="3047714"/>
                      <a:ext cx="2381" cy="6191"/>
                    </a:xfrm>
                    <a:custGeom>
                      <a:avLst/>
                      <a:gdLst>
                        <a:gd name="connsiteX0" fmla="*/ 2381 w 2381"/>
                        <a:gd name="connsiteY0" fmla="*/ 0 h 6191"/>
                        <a:gd name="connsiteX1" fmla="*/ 0 w 2381"/>
                        <a:gd name="connsiteY1" fmla="*/ 4667 h 6191"/>
                        <a:gd name="connsiteX2" fmla="*/ 0 w 2381"/>
                        <a:gd name="connsiteY2" fmla="*/ 6191 h 6191"/>
                        <a:gd name="connsiteX3" fmla="*/ 2381 w 2381"/>
                        <a:gd name="connsiteY3" fmla="*/ 0 h 6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1" h="6191">
                          <a:moveTo>
                            <a:pt x="2381" y="0"/>
                          </a:moveTo>
                          <a:cubicBezTo>
                            <a:pt x="2381" y="0"/>
                            <a:pt x="1333" y="1714"/>
                            <a:pt x="0" y="4667"/>
                          </a:cubicBezTo>
                          <a:lnTo>
                            <a:pt x="0" y="6191"/>
                          </a:lnTo>
                          <a:cubicBezTo>
                            <a:pt x="667" y="4096"/>
                            <a:pt x="1429" y="2096"/>
                            <a:pt x="238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49" name="Forme libre : forme 16248">
                      <a:extLst>
                        <a:ext uri="{FF2B5EF4-FFF2-40B4-BE49-F238E27FC236}">
                          <a16:creationId xmlns:a16="http://schemas.microsoft.com/office/drawing/2014/main" id="{259C6F23-EEC1-4050-9B6B-9F1BE7F0F5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945" y="3091624"/>
                      <a:ext cx="13049" cy="20955"/>
                    </a:xfrm>
                    <a:custGeom>
                      <a:avLst/>
                      <a:gdLst>
                        <a:gd name="connsiteX0" fmla="*/ 13049 w 13049"/>
                        <a:gd name="connsiteY0" fmla="*/ 20955 h 20955"/>
                        <a:gd name="connsiteX1" fmla="*/ 1333 w 13049"/>
                        <a:gd name="connsiteY1" fmla="*/ 3524 h 20955"/>
                        <a:gd name="connsiteX2" fmla="*/ 0 w 13049"/>
                        <a:gd name="connsiteY2" fmla="*/ 0 h 20955"/>
                        <a:gd name="connsiteX3" fmla="*/ 0 w 13049"/>
                        <a:gd name="connsiteY3" fmla="*/ 6953 h 20955"/>
                        <a:gd name="connsiteX4" fmla="*/ 13049 w 13049"/>
                        <a:gd name="connsiteY4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49" h="20955">
                          <a:moveTo>
                            <a:pt x="13049" y="20955"/>
                          </a:moveTo>
                          <a:cubicBezTo>
                            <a:pt x="13049" y="20955"/>
                            <a:pt x="6191" y="14764"/>
                            <a:pt x="1333" y="3524"/>
                          </a:cubicBezTo>
                          <a:cubicBezTo>
                            <a:pt x="857" y="2381"/>
                            <a:pt x="381" y="1143"/>
                            <a:pt x="0" y="0"/>
                          </a:cubicBezTo>
                          <a:lnTo>
                            <a:pt x="0" y="6953"/>
                          </a:lnTo>
                          <a:cubicBezTo>
                            <a:pt x="2858" y="11906"/>
                            <a:pt x="7048" y="16764"/>
                            <a:pt x="13049" y="2095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50" name="Forme libre : forme 16249">
                      <a:extLst>
                        <a:ext uri="{FF2B5EF4-FFF2-40B4-BE49-F238E27FC236}">
                          <a16:creationId xmlns:a16="http://schemas.microsoft.com/office/drawing/2014/main" id="{A5AFD179-0FD9-47E5-A19F-58F769EB9F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365" y="3028870"/>
                      <a:ext cx="22763" cy="20079"/>
                    </a:xfrm>
                    <a:custGeom>
                      <a:avLst/>
                      <a:gdLst>
                        <a:gd name="connsiteX0" fmla="*/ 22113 w 22763"/>
                        <a:gd name="connsiteY0" fmla="*/ 2175 h 20079"/>
                        <a:gd name="connsiteX1" fmla="*/ 15160 w 22763"/>
                        <a:gd name="connsiteY1" fmla="*/ 16081 h 20079"/>
                        <a:gd name="connsiteX2" fmla="*/ 682 w 22763"/>
                        <a:gd name="connsiteY2" fmla="*/ 18081 h 20079"/>
                        <a:gd name="connsiteX3" fmla="*/ 7540 w 22763"/>
                        <a:gd name="connsiteY3" fmla="*/ 3889 h 20079"/>
                        <a:gd name="connsiteX4" fmla="*/ 22113 w 22763"/>
                        <a:gd name="connsiteY4" fmla="*/ 2175 h 20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763" h="20079">
                          <a:moveTo>
                            <a:pt x="22113" y="2175"/>
                          </a:moveTo>
                          <a:cubicBezTo>
                            <a:pt x="24209" y="5603"/>
                            <a:pt x="21066" y="11795"/>
                            <a:pt x="15160" y="16081"/>
                          </a:cubicBezTo>
                          <a:cubicBezTo>
                            <a:pt x="9350" y="20463"/>
                            <a:pt x="2873" y="21415"/>
                            <a:pt x="682" y="18081"/>
                          </a:cubicBezTo>
                          <a:cubicBezTo>
                            <a:pt x="-1413" y="14748"/>
                            <a:pt x="1444" y="8175"/>
                            <a:pt x="7540" y="3889"/>
                          </a:cubicBezTo>
                          <a:cubicBezTo>
                            <a:pt x="13636" y="-588"/>
                            <a:pt x="20113" y="-1255"/>
                            <a:pt x="22113" y="217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51" name="Forme libre : forme 16250">
                      <a:extLst>
                        <a:ext uri="{FF2B5EF4-FFF2-40B4-BE49-F238E27FC236}">
                          <a16:creationId xmlns:a16="http://schemas.microsoft.com/office/drawing/2014/main" id="{ACA34867-C590-47D9-BEC8-BE64928312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791" y="3026363"/>
                      <a:ext cx="6654" cy="6862"/>
                    </a:xfrm>
                    <a:custGeom>
                      <a:avLst/>
                      <a:gdLst>
                        <a:gd name="connsiteX0" fmla="*/ 5545 w 6654"/>
                        <a:gd name="connsiteY0" fmla="*/ 586 h 6862"/>
                        <a:gd name="connsiteX1" fmla="*/ 5830 w 6654"/>
                        <a:gd name="connsiteY1" fmla="*/ 5349 h 6862"/>
                        <a:gd name="connsiteX2" fmla="*/ 1163 w 6654"/>
                        <a:gd name="connsiteY2" fmla="*/ 6301 h 6862"/>
                        <a:gd name="connsiteX3" fmla="*/ 782 w 6654"/>
                        <a:gd name="connsiteY3" fmla="*/ 1539 h 6862"/>
                        <a:gd name="connsiteX4" fmla="*/ 5545 w 6654"/>
                        <a:gd name="connsiteY4" fmla="*/ 586 h 6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54" h="6862">
                          <a:moveTo>
                            <a:pt x="5545" y="586"/>
                          </a:moveTo>
                          <a:cubicBezTo>
                            <a:pt x="6973" y="1634"/>
                            <a:pt x="6973" y="3729"/>
                            <a:pt x="5830" y="5349"/>
                          </a:cubicBezTo>
                          <a:cubicBezTo>
                            <a:pt x="4687" y="6873"/>
                            <a:pt x="2592" y="7349"/>
                            <a:pt x="1163" y="6301"/>
                          </a:cubicBezTo>
                          <a:cubicBezTo>
                            <a:pt x="-266" y="5253"/>
                            <a:pt x="-361" y="3062"/>
                            <a:pt x="782" y="1539"/>
                          </a:cubicBezTo>
                          <a:cubicBezTo>
                            <a:pt x="2020" y="-81"/>
                            <a:pt x="4211" y="-462"/>
                            <a:pt x="5545" y="5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52" name="Forme libre : forme 16251">
                      <a:extLst>
                        <a:ext uri="{FF2B5EF4-FFF2-40B4-BE49-F238E27FC236}">
                          <a16:creationId xmlns:a16="http://schemas.microsoft.com/office/drawing/2014/main" id="{A59DD352-F549-4D81-95B1-74635D9D40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80" y="2990106"/>
                      <a:ext cx="76431" cy="39815"/>
                    </a:xfrm>
                    <a:custGeom>
                      <a:avLst/>
                      <a:gdLst>
                        <a:gd name="connsiteX0" fmla="*/ 48150 w 76431"/>
                        <a:gd name="connsiteY0" fmla="*/ 839 h 39815"/>
                        <a:gd name="connsiteX1" fmla="*/ 72534 w 76431"/>
                        <a:gd name="connsiteY1" fmla="*/ 15031 h 39815"/>
                        <a:gd name="connsiteX2" fmla="*/ 75677 w 76431"/>
                        <a:gd name="connsiteY2" fmla="*/ 24461 h 39815"/>
                        <a:gd name="connsiteX3" fmla="*/ 66533 w 76431"/>
                        <a:gd name="connsiteY3" fmla="*/ 26747 h 39815"/>
                        <a:gd name="connsiteX4" fmla="*/ 36530 w 76431"/>
                        <a:gd name="connsiteY4" fmla="*/ 23032 h 39815"/>
                        <a:gd name="connsiteX5" fmla="*/ 430 w 76431"/>
                        <a:gd name="connsiteY5" fmla="*/ 37129 h 39815"/>
                        <a:gd name="connsiteX6" fmla="*/ 25290 w 76431"/>
                        <a:gd name="connsiteY6" fmla="*/ 3411 h 39815"/>
                        <a:gd name="connsiteX7" fmla="*/ 48150 w 76431"/>
                        <a:gd name="connsiteY7" fmla="*/ 839 h 3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6431" h="39815">
                          <a:moveTo>
                            <a:pt x="48150" y="839"/>
                          </a:moveTo>
                          <a:cubicBezTo>
                            <a:pt x="57675" y="3030"/>
                            <a:pt x="65581" y="8649"/>
                            <a:pt x="72534" y="15031"/>
                          </a:cubicBezTo>
                          <a:cubicBezTo>
                            <a:pt x="75106" y="17412"/>
                            <a:pt x="77773" y="21127"/>
                            <a:pt x="75677" y="24461"/>
                          </a:cubicBezTo>
                          <a:cubicBezTo>
                            <a:pt x="73868" y="27413"/>
                            <a:pt x="69677" y="27413"/>
                            <a:pt x="66533" y="26747"/>
                          </a:cubicBezTo>
                          <a:cubicBezTo>
                            <a:pt x="56627" y="24651"/>
                            <a:pt x="47007" y="20175"/>
                            <a:pt x="36530" y="23032"/>
                          </a:cubicBezTo>
                          <a:cubicBezTo>
                            <a:pt x="29862" y="24556"/>
                            <a:pt x="3859" y="47511"/>
                            <a:pt x="430" y="37129"/>
                          </a:cubicBezTo>
                          <a:cubicBezTo>
                            <a:pt x="-3190" y="26366"/>
                            <a:pt x="17003" y="7125"/>
                            <a:pt x="25290" y="3411"/>
                          </a:cubicBezTo>
                          <a:cubicBezTo>
                            <a:pt x="32720" y="-304"/>
                            <a:pt x="41102" y="-685"/>
                            <a:pt x="48150" y="83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46" name="Graphique 1">
                    <a:extLst>
                      <a:ext uri="{FF2B5EF4-FFF2-40B4-BE49-F238E27FC236}">
                        <a16:creationId xmlns:a16="http://schemas.microsoft.com/office/drawing/2014/main" id="{BCD966DC-FB74-403F-9F01-889CDC3E19D3}"/>
                      </a:ext>
                    </a:extLst>
                  </p:cNvPr>
                  <p:cNvGrpSpPr/>
                  <p:nvPr/>
                </p:nvGrpSpPr>
                <p:grpSpPr>
                  <a:xfrm>
                    <a:off x="373276" y="2869340"/>
                    <a:ext cx="154025" cy="149844"/>
                    <a:chOff x="373276" y="2869340"/>
                    <a:chExt cx="154025" cy="149844"/>
                  </a:xfrm>
                  <a:solidFill>
                    <a:schemeClr val="accent1"/>
                  </a:solidFill>
                </p:grpSpPr>
                <p:sp>
                  <p:nvSpPr>
                    <p:cNvPr id="16228" name="Forme libre : forme 16227">
                      <a:extLst>
                        <a:ext uri="{FF2B5EF4-FFF2-40B4-BE49-F238E27FC236}">
                          <a16:creationId xmlns:a16="http://schemas.microsoft.com/office/drawing/2014/main" id="{70ECF5D9-D94D-41E6-87B5-B8C669A4E1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276" y="2869340"/>
                      <a:ext cx="154025" cy="149829"/>
                    </a:xfrm>
                    <a:custGeom>
                      <a:avLst/>
                      <a:gdLst>
                        <a:gd name="connsiteX0" fmla="*/ 135553 w 154025"/>
                        <a:gd name="connsiteY0" fmla="*/ 105413 h 149829"/>
                        <a:gd name="connsiteX1" fmla="*/ 116217 w 154025"/>
                        <a:gd name="connsiteY1" fmla="*/ 120748 h 149829"/>
                        <a:gd name="connsiteX2" fmla="*/ 97548 w 154025"/>
                        <a:gd name="connsiteY2" fmla="*/ 137131 h 149829"/>
                        <a:gd name="connsiteX3" fmla="*/ 67164 w 154025"/>
                        <a:gd name="connsiteY3" fmla="*/ 149799 h 149829"/>
                        <a:gd name="connsiteX4" fmla="*/ 36207 w 154025"/>
                        <a:gd name="connsiteY4" fmla="*/ 139226 h 149829"/>
                        <a:gd name="connsiteX5" fmla="*/ 12204 w 154025"/>
                        <a:gd name="connsiteY5" fmla="*/ 117605 h 149829"/>
                        <a:gd name="connsiteX6" fmla="*/ 108 w 154025"/>
                        <a:gd name="connsiteY6" fmla="*/ 86458 h 149829"/>
                        <a:gd name="connsiteX7" fmla="*/ 17253 w 154025"/>
                        <a:gd name="connsiteY7" fmla="*/ 51596 h 149829"/>
                        <a:gd name="connsiteX8" fmla="*/ 40494 w 154025"/>
                        <a:gd name="connsiteY8" fmla="*/ 30927 h 149829"/>
                        <a:gd name="connsiteX9" fmla="*/ 64973 w 154025"/>
                        <a:gd name="connsiteY9" fmla="*/ 11401 h 149829"/>
                        <a:gd name="connsiteX10" fmla="*/ 83737 w 154025"/>
                        <a:gd name="connsiteY10" fmla="*/ 2066 h 149829"/>
                        <a:gd name="connsiteX11" fmla="*/ 102787 w 154025"/>
                        <a:gd name="connsiteY11" fmla="*/ 352 h 149829"/>
                        <a:gd name="connsiteX12" fmla="*/ 131362 w 154025"/>
                        <a:gd name="connsiteY12" fmla="*/ 17973 h 149829"/>
                        <a:gd name="connsiteX13" fmla="*/ 148031 w 154025"/>
                        <a:gd name="connsiteY13" fmla="*/ 45786 h 149829"/>
                        <a:gd name="connsiteX14" fmla="*/ 152889 w 154025"/>
                        <a:gd name="connsiteY14" fmla="*/ 78171 h 149829"/>
                        <a:gd name="connsiteX15" fmla="*/ 146793 w 154025"/>
                        <a:gd name="connsiteY15" fmla="*/ 93221 h 149829"/>
                        <a:gd name="connsiteX16" fmla="*/ 135553 w 154025"/>
                        <a:gd name="connsiteY16" fmla="*/ 105413 h 149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54025" h="149829">
                          <a:moveTo>
                            <a:pt x="135553" y="105413"/>
                          </a:moveTo>
                          <a:cubicBezTo>
                            <a:pt x="128981" y="110270"/>
                            <a:pt x="122504" y="115414"/>
                            <a:pt x="116217" y="120748"/>
                          </a:cubicBezTo>
                          <a:cubicBezTo>
                            <a:pt x="109836" y="125891"/>
                            <a:pt x="103740" y="131702"/>
                            <a:pt x="97548" y="137131"/>
                          </a:cubicBezTo>
                          <a:cubicBezTo>
                            <a:pt x="89071" y="145132"/>
                            <a:pt x="78213" y="149228"/>
                            <a:pt x="67164" y="149799"/>
                          </a:cubicBezTo>
                          <a:cubicBezTo>
                            <a:pt x="56115" y="150180"/>
                            <a:pt x="44875" y="147037"/>
                            <a:pt x="36207" y="139226"/>
                          </a:cubicBezTo>
                          <a:lnTo>
                            <a:pt x="12204" y="117605"/>
                          </a:lnTo>
                          <a:cubicBezTo>
                            <a:pt x="3537" y="109889"/>
                            <a:pt x="-750" y="98459"/>
                            <a:pt x="108" y="86458"/>
                          </a:cubicBezTo>
                          <a:cubicBezTo>
                            <a:pt x="870" y="74361"/>
                            <a:pt x="6775" y="61597"/>
                            <a:pt x="17253" y="51596"/>
                          </a:cubicBezTo>
                          <a:cubicBezTo>
                            <a:pt x="24968" y="44643"/>
                            <a:pt x="32493" y="37499"/>
                            <a:pt x="40494" y="30927"/>
                          </a:cubicBezTo>
                          <a:cubicBezTo>
                            <a:pt x="48399" y="24164"/>
                            <a:pt x="56591" y="17687"/>
                            <a:pt x="64973" y="11401"/>
                          </a:cubicBezTo>
                          <a:cubicBezTo>
                            <a:pt x="70783" y="6829"/>
                            <a:pt x="77260" y="3876"/>
                            <a:pt x="83737" y="2066"/>
                          </a:cubicBezTo>
                          <a:cubicBezTo>
                            <a:pt x="90214" y="256"/>
                            <a:pt x="96596" y="-505"/>
                            <a:pt x="102787" y="352"/>
                          </a:cubicBezTo>
                          <a:cubicBezTo>
                            <a:pt x="115074" y="1780"/>
                            <a:pt x="125361" y="7877"/>
                            <a:pt x="131362" y="17973"/>
                          </a:cubicBezTo>
                          <a:lnTo>
                            <a:pt x="148031" y="45786"/>
                          </a:lnTo>
                          <a:cubicBezTo>
                            <a:pt x="154032" y="55882"/>
                            <a:pt x="155270" y="67694"/>
                            <a:pt x="152889" y="78171"/>
                          </a:cubicBezTo>
                          <a:cubicBezTo>
                            <a:pt x="151650" y="83410"/>
                            <a:pt x="149650" y="88648"/>
                            <a:pt x="146793" y="93221"/>
                          </a:cubicBezTo>
                          <a:cubicBezTo>
                            <a:pt x="143935" y="97888"/>
                            <a:pt x="140125" y="101888"/>
                            <a:pt x="135553" y="10541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29" name="Forme libre : forme 16228">
                      <a:extLst>
                        <a:ext uri="{FF2B5EF4-FFF2-40B4-BE49-F238E27FC236}">
                          <a16:creationId xmlns:a16="http://schemas.microsoft.com/office/drawing/2014/main" id="{635F6D15-D5C4-400C-A94B-78BD584B9C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101" y="2914268"/>
                      <a:ext cx="128200" cy="104915"/>
                    </a:xfrm>
                    <a:custGeom>
                      <a:avLst/>
                      <a:gdLst>
                        <a:gd name="connsiteX0" fmla="*/ 52483 w 128200"/>
                        <a:gd name="connsiteY0" fmla="*/ 57721 h 104915"/>
                        <a:gd name="connsiteX1" fmla="*/ 29242 w 128200"/>
                        <a:gd name="connsiteY1" fmla="*/ 78677 h 104915"/>
                        <a:gd name="connsiteX2" fmla="*/ 0 w 128200"/>
                        <a:gd name="connsiteY2" fmla="*/ 84963 h 104915"/>
                        <a:gd name="connsiteX3" fmla="*/ 10382 w 128200"/>
                        <a:gd name="connsiteY3" fmla="*/ 94297 h 104915"/>
                        <a:gd name="connsiteX4" fmla="*/ 41339 w 128200"/>
                        <a:gd name="connsiteY4" fmla="*/ 104870 h 104915"/>
                        <a:gd name="connsiteX5" fmla="*/ 71723 w 128200"/>
                        <a:gd name="connsiteY5" fmla="*/ 92202 h 104915"/>
                        <a:gd name="connsiteX6" fmla="*/ 90392 w 128200"/>
                        <a:gd name="connsiteY6" fmla="*/ 75819 h 104915"/>
                        <a:gd name="connsiteX7" fmla="*/ 109728 w 128200"/>
                        <a:gd name="connsiteY7" fmla="*/ 60484 h 104915"/>
                        <a:gd name="connsiteX8" fmla="*/ 120968 w 128200"/>
                        <a:gd name="connsiteY8" fmla="*/ 48292 h 104915"/>
                        <a:gd name="connsiteX9" fmla="*/ 127064 w 128200"/>
                        <a:gd name="connsiteY9" fmla="*/ 33242 h 104915"/>
                        <a:gd name="connsiteX10" fmla="*/ 122206 w 128200"/>
                        <a:gd name="connsiteY10" fmla="*/ 857 h 104915"/>
                        <a:gd name="connsiteX11" fmla="*/ 121634 w 128200"/>
                        <a:gd name="connsiteY11" fmla="*/ 0 h 104915"/>
                        <a:gd name="connsiteX12" fmla="*/ 102679 w 128200"/>
                        <a:gd name="connsiteY12" fmla="*/ 12859 h 104915"/>
                        <a:gd name="connsiteX13" fmla="*/ 84201 w 128200"/>
                        <a:gd name="connsiteY13" fmla="*/ 25813 h 104915"/>
                        <a:gd name="connsiteX14" fmla="*/ 67056 w 128200"/>
                        <a:gd name="connsiteY14" fmla="*/ 40291 h 104915"/>
                        <a:gd name="connsiteX15" fmla="*/ 52483 w 128200"/>
                        <a:gd name="connsiteY15" fmla="*/ 57721 h 104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28200" h="104915">
                          <a:moveTo>
                            <a:pt x="52483" y="57721"/>
                          </a:moveTo>
                          <a:cubicBezTo>
                            <a:pt x="46196" y="66675"/>
                            <a:pt x="38291" y="74009"/>
                            <a:pt x="29242" y="78677"/>
                          </a:cubicBezTo>
                          <a:cubicBezTo>
                            <a:pt x="20288" y="83439"/>
                            <a:pt x="10192" y="85820"/>
                            <a:pt x="0" y="84963"/>
                          </a:cubicBezTo>
                          <a:lnTo>
                            <a:pt x="10382" y="94297"/>
                          </a:lnTo>
                          <a:cubicBezTo>
                            <a:pt x="19145" y="102108"/>
                            <a:pt x="30290" y="105346"/>
                            <a:pt x="41339" y="104870"/>
                          </a:cubicBezTo>
                          <a:cubicBezTo>
                            <a:pt x="52388" y="104394"/>
                            <a:pt x="63246" y="100203"/>
                            <a:pt x="71723" y="92202"/>
                          </a:cubicBezTo>
                          <a:cubicBezTo>
                            <a:pt x="77915" y="86678"/>
                            <a:pt x="83915" y="80963"/>
                            <a:pt x="90392" y="75819"/>
                          </a:cubicBezTo>
                          <a:cubicBezTo>
                            <a:pt x="96679" y="70485"/>
                            <a:pt x="103156" y="65342"/>
                            <a:pt x="109728" y="60484"/>
                          </a:cubicBezTo>
                          <a:cubicBezTo>
                            <a:pt x="114205" y="56864"/>
                            <a:pt x="118110" y="52959"/>
                            <a:pt x="120968" y="48292"/>
                          </a:cubicBezTo>
                          <a:cubicBezTo>
                            <a:pt x="123825" y="43720"/>
                            <a:pt x="125825" y="38386"/>
                            <a:pt x="127064" y="33242"/>
                          </a:cubicBezTo>
                          <a:cubicBezTo>
                            <a:pt x="129445" y="22670"/>
                            <a:pt x="128206" y="10859"/>
                            <a:pt x="122206" y="857"/>
                          </a:cubicBezTo>
                          <a:lnTo>
                            <a:pt x="121634" y="0"/>
                          </a:lnTo>
                          <a:cubicBezTo>
                            <a:pt x="115443" y="4667"/>
                            <a:pt x="108871" y="8477"/>
                            <a:pt x="102679" y="12859"/>
                          </a:cubicBezTo>
                          <a:cubicBezTo>
                            <a:pt x="96488" y="17240"/>
                            <a:pt x="90106" y="21146"/>
                            <a:pt x="84201" y="25813"/>
                          </a:cubicBezTo>
                          <a:cubicBezTo>
                            <a:pt x="78200" y="30385"/>
                            <a:pt x="72295" y="34957"/>
                            <a:pt x="67056" y="40291"/>
                          </a:cubicBezTo>
                          <a:cubicBezTo>
                            <a:pt x="61722" y="45434"/>
                            <a:pt x="56769" y="51149"/>
                            <a:pt x="52483" y="57721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30" name="Forme libre : forme 16229">
                      <a:extLst>
                        <a:ext uri="{FF2B5EF4-FFF2-40B4-BE49-F238E27FC236}">
                          <a16:creationId xmlns:a16="http://schemas.microsoft.com/office/drawing/2014/main" id="{239FBB1F-AEEA-4113-971D-B7D4554DF8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1149" y="2913276"/>
                      <a:ext cx="60183" cy="55210"/>
                    </a:xfrm>
                    <a:custGeom>
                      <a:avLst/>
                      <a:gdLst>
                        <a:gd name="connsiteX0" fmla="*/ 57392 w 60183"/>
                        <a:gd name="connsiteY0" fmla="*/ 7088 h 55210"/>
                        <a:gd name="connsiteX1" fmla="*/ 58439 w 60183"/>
                        <a:gd name="connsiteY1" fmla="*/ 25471 h 55210"/>
                        <a:gd name="connsiteX2" fmla="*/ 43961 w 60183"/>
                        <a:gd name="connsiteY2" fmla="*/ 44807 h 55210"/>
                        <a:gd name="connsiteX3" fmla="*/ 21959 w 60183"/>
                        <a:gd name="connsiteY3" fmla="*/ 54903 h 55210"/>
                        <a:gd name="connsiteX4" fmla="*/ 4052 w 60183"/>
                        <a:gd name="connsiteY4" fmla="*/ 49855 h 55210"/>
                        <a:gd name="connsiteX5" fmla="*/ 1099 w 60183"/>
                        <a:gd name="connsiteY5" fmla="*/ 31472 h 55210"/>
                        <a:gd name="connsiteX6" fmla="*/ 16053 w 60183"/>
                        <a:gd name="connsiteY6" fmla="*/ 10231 h 55210"/>
                        <a:gd name="connsiteX7" fmla="*/ 39866 w 60183"/>
                        <a:gd name="connsiteY7" fmla="*/ 39 h 55210"/>
                        <a:gd name="connsiteX8" fmla="*/ 57392 w 60183"/>
                        <a:gd name="connsiteY8" fmla="*/ 7088 h 55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0183" h="55210">
                          <a:moveTo>
                            <a:pt x="57392" y="7088"/>
                          </a:moveTo>
                          <a:cubicBezTo>
                            <a:pt x="60916" y="12136"/>
                            <a:pt x="60916" y="18804"/>
                            <a:pt x="58439" y="25471"/>
                          </a:cubicBezTo>
                          <a:cubicBezTo>
                            <a:pt x="56058" y="32425"/>
                            <a:pt x="50915" y="39092"/>
                            <a:pt x="43961" y="44807"/>
                          </a:cubicBezTo>
                          <a:cubicBezTo>
                            <a:pt x="37008" y="50522"/>
                            <a:pt x="29102" y="53856"/>
                            <a:pt x="21959" y="54903"/>
                          </a:cubicBezTo>
                          <a:cubicBezTo>
                            <a:pt x="14815" y="55951"/>
                            <a:pt x="8243" y="54332"/>
                            <a:pt x="4052" y="49855"/>
                          </a:cubicBezTo>
                          <a:cubicBezTo>
                            <a:pt x="-139" y="45378"/>
                            <a:pt x="-997" y="38711"/>
                            <a:pt x="1099" y="31472"/>
                          </a:cubicBezTo>
                          <a:cubicBezTo>
                            <a:pt x="3099" y="24138"/>
                            <a:pt x="8433" y="16518"/>
                            <a:pt x="16053" y="10231"/>
                          </a:cubicBezTo>
                          <a:cubicBezTo>
                            <a:pt x="23673" y="3945"/>
                            <a:pt x="32531" y="706"/>
                            <a:pt x="39866" y="39"/>
                          </a:cubicBezTo>
                          <a:cubicBezTo>
                            <a:pt x="47486" y="-341"/>
                            <a:pt x="53867" y="2040"/>
                            <a:pt x="57392" y="708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31" name="Forme libre : forme 16230">
                      <a:extLst>
                        <a:ext uri="{FF2B5EF4-FFF2-40B4-BE49-F238E27FC236}">
                          <a16:creationId xmlns:a16="http://schemas.microsoft.com/office/drawing/2014/main" id="{E6430159-2F10-4136-9D6C-9CF9CAA8B4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1192" y="2939319"/>
                      <a:ext cx="54110" cy="29227"/>
                    </a:xfrm>
                    <a:custGeom>
                      <a:avLst/>
                      <a:gdLst>
                        <a:gd name="connsiteX0" fmla="*/ 3152 w 54110"/>
                        <a:gd name="connsiteY0" fmla="*/ 0 h 29227"/>
                        <a:gd name="connsiteX1" fmla="*/ 4009 w 54110"/>
                        <a:gd name="connsiteY1" fmla="*/ 23908 h 29227"/>
                        <a:gd name="connsiteX2" fmla="*/ 21916 w 54110"/>
                        <a:gd name="connsiteY2" fmla="*/ 28956 h 29227"/>
                        <a:gd name="connsiteX3" fmla="*/ 43919 w 54110"/>
                        <a:gd name="connsiteY3" fmla="*/ 18860 h 29227"/>
                        <a:gd name="connsiteX4" fmla="*/ 54111 w 54110"/>
                        <a:gd name="connsiteY4" fmla="*/ 8001 h 29227"/>
                        <a:gd name="connsiteX5" fmla="*/ 46681 w 54110"/>
                        <a:gd name="connsiteY5" fmla="*/ 11716 h 29227"/>
                        <a:gd name="connsiteX6" fmla="*/ 22488 w 54110"/>
                        <a:gd name="connsiteY6" fmla="*/ 11716 h 29227"/>
                        <a:gd name="connsiteX7" fmla="*/ 3152 w 54110"/>
                        <a:gd name="connsiteY7" fmla="*/ 0 h 292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110" h="29227">
                          <a:moveTo>
                            <a:pt x="3152" y="0"/>
                          </a:moveTo>
                          <a:cubicBezTo>
                            <a:pt x="-1229" y="9335"/>
                            <a:pt x="-1134" y="18288"/>
                            <a:pt x="4009" y="23908"/>
                          </a:cubicBezTo>
                          <a:cubicBezTo>
                            <a:pt x="8200" y="28385"/>
                            <a:pt x="14773" y="29909"/>
                            <a:pt x="21916" y="28956"/>
                          </a:cubicBezTo>
                          <a:cubicBezTo>
                            <a:pt x="28965" y="27813"/>
                            <a:pt x="36871" y="24575"/>
                            <a:pt x="43919" y="18860"/>
                          </a:cubicBezTo>
                          <a:cubicBezTo>
                            <a:pt x="47920" y="15430"/>
                            <a:pt x="51444" y="11906"/>
                            <a:pt x="54111" y="8001"/>
                          </a:cubicBezTo>
                          <a:cubicBezTo>
                            <a:pt x="51825" y="9620"/>
                            <a:pt x="49444" y="10859"/>
                            <a:pt x="46681" y="11716"/>
                          </a:cubicBezTo>
                          <a:cubicBezTo>
                            <a:pt x="38871" y="13526"/>
                            <a:pt x="30394" y="13716"/>
                            <a:pt x="22488" y="11716"/>
                          </a:cubicBezTo>
                          <a:cubicBezTo>
                            <a:pt x="14582" y="9715"/>
                            <a:pt x="7629" y="6096"/>
                            <a:pt x="3152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32" name="Forme libre : forme 16231">
                      <a:extLst>
                        <a:ext uri="{FF2B5EF4-FFF2-40B4-BE49-F238E27FC236}">
                          <a16:creationId xmlns:a16="http://schemas.microsoft.com/office/drawing/2014/main" id="{99E4A916-ECA5-4667-A55A-292F581DB2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72" y="2915354"/>
                      <a:ext cx="59747" cy="54613"/>
                    </a:xfrm>
                    <a:custGeom>
                      <a:avLst/>
                      <a:gdLst>
                        <a:gd name="connsiteX0" fmla="*/ 56988 w 59747"/>
                        <a:gd name="connsiteY0" fmla="*/ 7106 h 54613"/>
                        <a:gd name="connsiteX1" fmla="*/ 58036 w 59747"/>
                        <a:gd name="connsiteY1" fmla="*/ 25490 h 54613"/>
                        <a:gd name="connsiteX2" fmla="*/ 43558 w 59747"/>
                        <a:gd name="connsiteY2" fmla="*/ 44540 h 54613"/>
                        <a:gd name="connsiteX3" fmla="*/ 21746 w 59747"/>
                        <a:gd name="connsiteY3" fmla="*/ 54350 h 54613"/>
                        <a:gd name="connsiteX4" fmla="*/ 4029 w 59747"/>
                        <a:gd name="connsiteY4" fmla="*/ 49207 h 54613"/>
                        <a:gd name="connsiteX5" fmla="*/ 1077 w 59747"/>
                        <a:gd name="connsiteY5" fmla="*/ 30824 h 54613"/>
                        <a:gd name="connsiteX6" fmla="*/ 15936 w 59747"/>
                        <a:gd name="connsiteY6" fmla="*/ 9869 h 54613"/>
                        <a:gd name="connsiteX7" fmla="*/ 39748 w 59747"/>
                        <a:gd name="connsiteY7" fmla="*/ 58 h 54613"/>
                        <a:gd name="connsiteX8" fmla="*/ 56988 w 59747"/>
                        <a:gd name="connsiteY8" fmla="*/ 7106 h 54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9747" h="54613">
                          <a:moveTo>
                            <a:pt x="56988" y="7106"/>
                          </a:moveTo>
                          <a:cubicBezTo>
                            <a:pt x="60417" y="12155"/>
                            <a:pt x="60513" y="18917"/>
                            <a:pt x="58036" y="25490"/>
                          </a:cubicBezTo>
                          <a:cubicBezTo>
                            <a:pt x="55560" y="32157"/>
                            <a:pt x="50702" y="39110"/>
                            <a:pt x="43558" y="44540"/>
                          </a:cubicBezTo>
                          <a:cubicBezTo>
                            <a:pt x="36700" y="50350"/>
                            <a:pt x="28699" y="53303"/>
                            <a:pt x="21746" y="54350"/>
                          </a:cubicBezTo>
                          <a:cubicBezTo>
                            <a:pt x="14697" y="55303"/>
                            <a:pt x="8125" y="53684"/>
                            <a:pt x="4029" y="49207"/>
                          </a:cubicBezTo>
                          <a:cubicBezTo>
                            <a:pt x="-66" y="44730"/>
                            <a:pt x="-1019" y="38063"/>
                            <a:pt x="1077" y="30824"/>
                          </a:cubicBezTo>
                          <a:cubicBezTo>
                            <a:pt x="3077" y="23489"/>
                            <a:pt x="8411" y="16155"/>
                            <a:pt x="15936" y="9869"/>
                          </a:cubicBezTo>
                          <a:cubicBezTo>
                            <a:pt x="23746" y="3963"/>
                            <a:pt x="32223" y="439"/>
                            <a:pt x="39748" y="58"/>
                          </a:cubicBezTo>
                          <a:cubicBezTo>
                            <a:pt x="47178" y="-418"/>
                            <a:pt x="53464" y="2058"/>
                            <a:pt x="56988" y="710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33" name="Forme libre : forme 16232">
                      <a:extLst>
                        <a:ext uri="{FF2B5EF4-FFF2-40B4-BE49-F238E27FC236}">
                          <a16:creationId xmlns:a16="http://schemas.microsoft.com/office/drawing/2014/main" id="{3E7B25F0-F19C-4E71-848F-93DBD9B988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342" y="2942857"/>
                      <a:ext cx="101854" cy="57587"/>
                    </a:xfrm>
                    <a:custGeom>
                      <a:avLst/>
                      <a:gdLst>
                        <a:gd name="connsiteX0" fmla="*/ 21285 w 101854"/>
                        <a:gd name="connsiteY0" fmla="*/ 42754 h 57587"/>
                        <a:gd name="connsiteX1" fmla="*/ 37573 w 101854"/>
                        <a:gd name="connsiteY1" fmla="*/ 55518 h 57587"/>
                        <a:gd name="connsiteX2" fmla="*/ 76244 w 101854"/>
                        <a:gd name="connsiteY2" fmla="*/ 49231 h 57587"/>
                        <a:gd name="connsiteX3" fmla="*/ 99581 w 101854"/>
                        <a:gd name="connsiteY3" fmla="*/ 26086 h 57587"/>
                        <a:gd name="connsiteX4" fmla="*/ 96056 w 101854"/>
                        <a:gd name="connsiteY4" fmla="*/ 3702 h 57587"/>
                        <a:gd name="connsiteX5" fmla="*/ 80626 w 101854"/>
                        <a:gd name="connsiteY5" fmla="*/ 2368 h 57587"/>
                        <a:gd name="connsiteX6" fmla="*/ 42526 w 101854"/>
                        <a:gd name="connsiteY6" fmla="*/ 2082 h 57587"/>
                        <a:gd name="connsiteX7" fmla="*/ 1187 w 101854"/>
                        <a:gd name="connsiteY7" fmla="*/ 10083 h 57587"/>
                        <a:gd name="connsiteX8" fmla="*/ 21285 w 101854"/>
                        <a:gd name="connsiteY8" fmla="*/ 42754 h 57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1854" h="57587">
                          <a:moveTo>
                            <a:pt x="21285" y="42754"/>
                          </a:moveTo>
                          <a:cubicBezTo>
                            <a:pt x="26048" y="47803"/>
                            <a:pt x="31096" y="52851"/>
                            <a:pt x="37573" y="55518"/>
                          </a:cubicBezTo>
                          <a:cubicBezTo>
                            <a:pt x="49955" y="60471"/>
                            <a:pt x="64529" y="55804"/>
                            <a:pt x="76244" y="49231"/>
                          </a:cubicBezTo>
                          <a:cubicBezTo>
                            <a:pt x="85865" y="43516"/>
                            <a:pt x="94913" y="36182"/>
                            <a:pt x="99581" y="26086"/>
                          </a:cubicBezTo>
                          <a:cubicBezTo>
                            <a:pt x="103010" y="18656"/>
                            <a:pt x="103105" y="7893"/>
                            <a:pt x="96056" y="3702"/>
                          </a:cubicBezTo>
                          <a:cubicBezTo>
                            <a:pt x="91675" y="1130"/>
                            <a:pt x="85960" y="1797"/>
                            <a:pt x="80626" y="2368"/>
                          </a:cubicBezTo>
                          <a:cubicBezTo>
                            <a:pt x="67958" y="3702"/>
                            <a:pt x="55099" y="3702"/>
                            <a:pt x="42526" y="2082"/>
                          </a:cubicBezTo>
                          <a:cubicBezTo>
                            <a:pt x="31953" y="654"/>
                            <a:pt x="8522" y="-4585"/>
                            <a:pt x="1187" y="10083"/>
                          </a:cubicBezTo>
                          <a:cubicBezTo>
                            <a:pt x="-5004" y="23133"/>
                            <a:pt x="14713" y="35706"/>
                            <a:pt x="21285" y="4275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34" name="Forme libre : forme 16233">
                      <a:extLst>
                        <a:ext uri="{FF2B5EF4-FFF2-40B4-BE49-F238E27FC236}">
                          <a16:creationId xmlns:a16="http://schemas.microsoft.com/office/drawing/2014/main" id="{5947C435-EB7D-4438-860F-A310F0C40F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919" y="2930249"/>
                      <a:ext cx="18664" cy="32351"/>
                    </a:xfrm>
                    <a:custGeom>
                      <a:avLst/>
                      <a:gdLst>
                        <a:gd name="connsiteX0" fmla="*/ 517 w 18664"/>
                        <a:gd name="connsiteY0" fmla="*/ 26406 h 32351"/>
                        <a:gd name="connsiteX1" fmla="*/ 2612 w 18664"/>
                        <a:gd name="connsiteY1" fmla="*/ 30978 h 32351"/>
                        <a:gd name="connsiteX2" fmla="*/ 7470 w 18664"/>
                        <a:gd name="connsiteY2" fmla="*/ 32026 h 32351"/>
                        <a:gd name="connsiteX3" fmla="*/ 10994 w 18664"/>
                        <a:gd name="connsiteY3" fmla="*/ 28311 h 32351"/>
                        <a:gd name="connsiteX4" fmla="*/ 17090 w 18664"/>
                        <a:gd name="connsiteY4" fmla="*/ 16500 h 32351"/>
                        <a:gd name="connsiteX5" fmla="*/ 18614 w 18664"/>
                        <a:gd name="connsiteY5" fmla="*/ 11357 h 32351"/>
                        <a:gd name="connsiteX6" fmla="*/ 6136 w 18664"/>
                        <a:gd name="connsiteY6" fmla="*/ 3261 h 32351"/>
                        <a:gd name="connsiteX7" fmla="*/ 517 w 18664"/>
                        <a:gd name="connsiteY7" fmla="*/ 26406 h 32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664" h="32351">
                          <a:moveTo>
                            <a:pt x="517" y="26406"/>
                          </a:moveTo>
                          <a:cubicBezTo>
                            <a:pt x="898" y="28121"/>
                            <a:pt x="1374" y="29835"/>
                            <a:pt x="2612" y="30978"/>
                          </a:cubicBezTo>
                          <a:cubicBezTo>
                            <a:pt x="3755" y="32121"/>
                            <a:pt x="5660" y="32788"/>
                            <a:pt x="7470" y="32026"/>
                          </a:cubicBezTo>
                          <a:cubicBezTo>
                            <a:pt x="9089" y="31359"/>
                            <a:pt x="10137" y="29835"/>
                            <a:pt x="10994" y="28311"/>
                          </a:cubicBezTo>
                          <a:cubicBezTo>
                            <a:pt x="13280" y="24501"/>
                            <a:pt x="15376" y="20501"/>
                            <a:pt x="17090" y="16500"/>
                          </a:cubicBezTo>
                          <a:cubicBezTo>
                            <a:pt x="17757" y="14786"/>
                            <a:pt x="18424" y="13071"/>
                            <a:pt x="18614" y="11357"/>
                          </a:cubicBezTo>
                          <a:cubicBezTo>
                            <a:pt x="19281" y="4022"/>
                            <a:pt x="13185" y="-4931"/>
                            <a:pt x="6136" y="3261"/>
                          </a:cubicBezTo>
                          <a:cubicBezTo>
                            <a:pt x="517" y="9547"/>
                            <a:pt x="-912" y="19548"/>
                            <a:pt x="517" y="2640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35" name="Forme libre : forme 16234">
                      <a:extLst>
                        <a:ext uri="{FF2B5EF4-FFF2-40B4-BE49-F238E27FC236}">
                          <a16:creationId xmlns:a16="http://schemas.microsoft.com/office/drawing/2014/main" id="{CB9F262D-D612-4BE0-8E52-7ED8AAC293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067" y="2913411"/>
                      <a:ext cx="13374" cy="58864"/>
                    </a:xfrm>
                    <a:custGeom>
                      <a:avLst/>
                      <a:gdLst>
                        <a:gd name="connsiteX0" fmla="*/ 7048 w 13374"/>
                        <a:gd name="connsiteY0" fmla="*/ 0 h 58864"/>
                        <a:gd name="connsiteX1" fmla="*/ 13049 w 13374"/>
                        <a:gd name="connsiteY1" fmla="*/ 17907 h 58864"/>
                        <a:gd name="connsiteX2" fmla="*/ 11525 w 13374"/>
                        <a:gd name="connsiteY2" fmla="*/ 36481 h 58864"/>
                        <a:gd name="connsiteX3" fmla="*/ 0 w 13374"/>
                        <a:gd name="connsiteY3" fmla="*/ 58864 h 58864"/>
                        <a:gd name="connsiteX4" fmla="*/ 2572 w 13374"/>
                        <a:gd name="connsiteY4" fmla="*/ 54197 h 58864"/>
                        <a:gd name="connsiteX5" fmla="*/ 7525 w 13374"/>
                        <a:gd name="connsiteY5" fmla="*/ 41815 h 58864"/>
                        <a:gd name="connsiteX6" fmla="*/ 7048 w 13374"/>
                        <a:gd name="connsiteY6" fmla="*/ 0 h 58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374" h="58864">
                          <a:moveTo>
                            <a:pt x="7048" y="0"/>
                          </a:moveTo>
                          <a:cubicBezTo>
                            <a:pt x="7048" y="0"/>
                            <a:pt x="11811" y="7048"/>
                            <a:pt x="13049" y="17907"/>
                          </a:cubicBezTo>
                          <a:cubicBezTo>
                            <a:pt x="13716" y="23336"/>
                            <a:pt x="13430" y="29528"/>
                            <a:pt x="11525" y="36481"/>
                          </a:cubicBezTo>
                          <a:cubicBezTo>
                            <a:pt x="9715" y="43625"/>
                            <a:pt x="6001" y="50768"/>
                            <a:pt x="0" y="58864"/>
                          </a:cubicBezTo>
                          <a:cubicBezTo>
                            <a:pt x="0" y="58864"/>
                            <a:pt x="1048" y="57245"/>
                            <a:pt x="2572" y="54197"/>
                          </a:cubicBezTo>
                          <a:cubicBezTo>
                            <a:pt x="4000" y="51245"/>
                            <a:pt x="6001" y="47149"/>
                            <a:pt x="7525" y="41815"/>
                          </a:cubicBezTo>
                          <a:cubicBezTo>
                            <a:pt x="10382" y="31147"/>
                            <a:pt x="12668" y="16859"/>
                            <a:pt x="704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36" name="Forme libre : forme 16235">
                      <a:extLst>
                        <a:ext uri="{FF2B5EF4-FFF2-40B4-BE49-F238E27FC236}">
                          <a16:creationId xmlns:a16="http://schemas.microsoft.com/office/drawing/2014/main" id="{83866B76-C5C9-48BD-B63F-BEB5F2765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860" y="2921222"/>
                      <a:ext cx="16526" cy="66008"/>
                    </a:xfrm>
                    <a:custGeom>
                      <a:avLst/>
                      <a:gdLst>
                        <a:gd name="connsiteX0" fmla="*/ 16526 w 16526"/>
                        <a:gd name="connsiteY0" fmla="*/ 0 h 66008"/>
                        <a:gd name="connsiteX1" fmla="*/ 3191 w 16526"/>
                        <a:gd name="connsiteY1" fmla="*/ 21050 h 66008"/>
                        <a:gd name="connsiteX2" fmla="*/ 11192 w 16526"/>
                        <a:gd name="connsiteY2" fmla="*/ 66008 h 66008"/>
                        <a:gd name="connsiteX3" fmla="*/ 3858 w 16526"/>
                        <a:gd name="connsiteY3" fmla="*/ 46196 h 66008"/>
                        <a:gd name="connsiteX4" fmla="*/ 4334 w 16526"/>
                        <a:gd name="connsiteY4" fmla="*/ 25051 h 66008"/>
                        <a:gd name="connsiteX5" fmla="*/ 16526 w 16526"/>
                        <a:gd name="connsiteY5" fmla="*/ 0 h 66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526" h="66008">
                          <a:moveTo>
                            <a:pt x="16526" y="0"/>
                          </a:moveTo>
                          <a:cubicBezTo>
                            <a:pt x="16526" y="0"/>
                            <a:pt x="8144" y="8477"/>
                            <a:pt x="3191" y="21050"/>
                          </a:cubicBezTo>
                          <a:cubicBezTo>
                            <a:pt x="-1571" y="33814"/>
                            <a:pt x="-2524" y="50387"/>
                            <a:pt x="11192" y="66008"/>
                          </a:cubicBezTo>
                          <a:cubicBezTo>
                            <a:pt x="11192" y="66008"/>
                            <a:pt x="5954" y="58293"/>
                            <a:pt x="3858" y="46196"/>
                          </a:cubicBezTo>
                          <a:cubicBezTo>
                            <a:pt x="2906" y="40196"/>
                            <a:pt x="2620" y="32956"/>
                            <a:pt x="4334" y="25051"/>
                          </a:cubicBezTo>
                          <a:cubicBezTo>
                            <a:pt x="6049" y="17145"/>
                            <a:pt x="9859" y="8668"/>
                            <a:pt x="1652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37" name="Forme libre : forme 16236">
                      <a:extLst>
                        <a:ext uri="{FF2B5EF4-FFF2-40B4-BE49-F238E27FC236}">
                          <a16:creationId xmlns:a16="http://schemas.microsoft.com/office/drawing/2014/main" id="{AF959932-AEBB-477C-BF87-FBB2A5600D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7950" y="2920464"/>
                      <a:ext cx="25214" cy="16985"/>
                    </a:xfrm>
                    <a:custGeom>
                      <a:avLst/>
                      <a:gdLst>
                        <a:gd name="connsiteX0" fmla="*/ 25066 w 25214"/>
                        <a:gd name="connsiteY0" fmla="*/ 3806 h 16985"/>
                        <a:gd name="connsiteX1" fmla="*/ 14683 w 25214"/>
                        <a:gd name="connsiteY1" fmla="*/ 15332 h 16985"/>
                        <a:gd name="connsiteX2" fmla="*/ 205 w 25214"/>
                        <a:gd name="connsiteY2" fmla="*/ 13522 h 16985"/>
                        <a:gd name="connsiteX3" fmla="*/ 10587 w 25214"/>
                        <a:gd name="connsiteY3" fmla="*/ 1520 h 16985"/>
                        <a:gd name="connsiteX4" fmla="*/ 25066 w 25214"/>
                        <a:gd name="connsiteY4" fmla="*/ 3806 h 169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214" h="16985">
                          <a:moveTo>
                            <a:pt x="25066" y="3806"/>
                          </a:moveTo>
                          <a:cubicBezTo>
                            <a:pt x="26113" y="7712"/>
                            <a:pt x="21541" y="12760"/>
                            <a:pt x="14683" y="15332"/>
                          </a:cubicBezTo>
                          <a:cubicBezTo>
                            <a:pt x="8016" y="18094"/>
                            <a:pt x="1443" y="17332"/>
                            <a:pt x="205" y="13522"/>
                          </a:cubicBezTo>
                          <a:cubicBezTo>
                            <a:pt x="-1033" y="9807"/>
                            <a:pt x="3444" y="3997"/>
                            <a:pt x="10587" y="1520"/>
                          </a:cubicBezTo>
                          <a:cubicBezTo>
                            <a:pt x="17541" y="-1242"/>
                            <a:pt x="24018" y="-99"/>
                            <a:pt x="25066" y="380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38" name="Forme libre : forme 16237">
                      <a:extLst>
                        <a:ext uri="{FF2B5EF4-FFF2-40B4-BE49-F238E27FC236}">
                          <a16:creationId xmlns:a16="http://schemas.microsoft.com/office/drawing/2014/main" id="{BD0EF7F2-2ECD-4D50-AE5E-6BFDE7D955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524" y="2919258"/>
                      <a:ext cx="6862" cy="6785"/>
                    </a:xfrm>
                    <a:custGeom>
                      <a:avLst/>
                      <a:gdLst>
                        <a:gd name="connsiteX0" fmla="*/ 6301 w 6862"/>
                        <a:gd name="connsiteY0" fmla="*/ 1202 h 6785"/>
                        <a:gd name="connsiteX1" fmla="*/ 5349 w 6862"/>
                        <a:gd name="connsiteY1" fmla="*/ 5964 h 6785"/>
                        <a:gd name="connsiteX2" fmla="*/ 586 w 6862"/>
                        <a:gd name="connsiteY2" fmla="*/ 5584 h 6785"/>
                        <a:gd name="connsiteX3" fmla="*/ 1539 w 6862"/>
                        <a:gd name="connsiteY3" fmla="*/ 821 h 6785"/>
                        <a:gd name="connsiteX4" fmla="*/ 6301 w 6862"/>
                        <a:gd name="connsiteY4" fmla="*/ 1202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62" h="6785">
                          <a:moveTo>
                            <a:pt x="6301" y="1202"/>
                          </a:moveTo>
                          <a:cubicBezTo>
                            <a:pt x="7349" y="2631"/>
                            <a:pt x="6873" y="4726"/>
                            <a:pt x="5349" y="5964"/>
                          </a:cubicBezTo>
                          <a:cubicBezTo>
                            <a:pt x="3825" y="7203"/>
                            <a:pt x="1634" y="7012"/>
                            <a:pt x="586" y="5584"/>
                          </a:cubicBezTo>
                          <a:cubicBezTo>
                            <a:pt x="-462" y="4155"/>
                            <a:pt x="-81" y="2059"/>
                            <a:pt x="1539" y="821"/>
                          </a:cubicBezTo>
                          <a:cubicBezTo>
                            <a:pt x="3158" y="-417"/>
                            <a:pt x="5349" y="-227"/>
                            <a:pt x="6301" y="12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39" name="Forme libre : forme 16238">
                      <a:extLst>
                        <a:ext uri="{FF2B5EF4-FFF2-40B4-BE49-F238E27FC236}">
                          <a16:creationId xmlns:a16="http://schemas.microsoft.com/office/drawing/2014/main" id="{BE505042-869F-4508-B107-1ACA1EE7ED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619" y="2880781"/>
                      <a:ext cx="78098" cy="36101"/>
                    </a:xfrm>
                    <a:custGeom>
                      <a:avLst/>
                      <a:gdLst>
                        <a:gd name="connsiteX0" fmla="*/ 56588 w 78098"/>
                        <a:gd name="connsiteY0" fmla="*/ 4341 h 36101"/>
                        <a:gd name="connsiteX1" fmla="*/ 76115 w 78098"/>
                        <a:gd name="connsiteY1" fmla="*/ 25011 h 36101"/>
                        <a:gd name="connsiteX2" fmla="*/ 76400 w 78098"/>
                        <a:gd name="connsiteY2" fmla="*/ 34821 h 36101"/>
                        <a:gd name="connsiteX3" fmla="*/ 66971 w 78098"/>
                        <a:gd name="connsiteY3" fmla="*/ 34440 h 36101"/>
                        <a:gd name="connsiteX4" fmla="*/ 38967 w 78098"/>
                        <a:gd name="connsiteY4" fmla="*/ 22534 h 36101"/>
                        <a:gd name="connsiteX5" fmla="*/ 17060 w 78098"/>
                        <a:gd name="connsiteY5" fmla="*/ 28630 h 36101"/>
                        <a:gd name="connsiteX6" fmla="*/ 10 w 78098"/>
                        <a:gd name="connsiteY6" fmla="*/ 26916 h 36101"/>
                        <a:gd name="connsiteX7" fmla="*/ 13154 w 78098"/>
                        <a:gd name="connsiteY7" fmla="*/ 9866 h 36101"/>
                        <a:gd name="connsiteX8" fmla="*/ 33728 w 78098"/>
                        <a:gd name="connsiteY8" fmla="*/ 436 h 36101"/>
                        <a:gd name="connsiteX9" fmla="*/ 56588 w 78098"/>
                        <a:gd name="connsiteY9" fmla="*/ 4341 h 36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8098" h="36101">
                          <a:moveTo>
                            <a:pt x="56588" y="4341"/>
                          </a:moveTo>
                          <a:cubicBezTo>
                            <a:pt x="65256" y="9199"/>
                            <a:pt x="71257" y="16914"/>
                            <a:pt x="76115" y="25011"/>
                          </a:cubicBezTo>
                          <a:cubicBezTo>
                            <a:pt x="77924" y="28059"/>
                            <a:pt x="79353" y="32345"/>
                            <a:pt x="76400" y="34821"/>
                          </a:cubicBezTo>
                          <a:cubicBezTo>
                            <a:pt x="73734" y="37012"/>
                            <a:pt x="69828" y="36060"/>
                            <a:pt x="66971" y="34440"/>
                          </a:cubicBezTo>
                          <a:cubicBezTo>
                            <a:pt x="58112" y="29773"/>
                            <a:pt x="50016" y="22629"/>
                            <a:pt x="38967" y="22534"/>
                          </a:cubicBezTo>
                          <a:cubicBezTo>
                            <a:pt x="35538" y="22534"/>
                            <a:pt x="26013" y="26249"/>
                            <a:pt x="17060" y="28630"/>
                          </a:cubicBezTo>
                          <a:cubicBezTo>
                            <a:pt x="8297" y="31107"/>
                            <a:pt x="296" y="32535"/>
                            <a:pt x="10" y="26916"/>
                          </a:cubicBezTo>
                          <a:cubicBezTo>
                            <a:pt x="-276" y="21296"/>
                            <a:pt x="5630" y="14819"/>
                            <a:pt x="13154" y="9866"/>
                          </a:cubicBezTo>
                          <a:cubicBezTo>
                            <a:pt x="20489" y="4722"/>
                            <a:pt x="29061" y="1198"/>
                            <a:pt x="33728" y="436"/>
                          </a:cubicBezTo>
                          <a:cubicBezTo>
                            <a:pt x="42111" y="-802"/>
                            <a:pt x="50016" y="627"/>
                            <a:pt x="56588" y="434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47" name="Graphique 1">
                    <a:extLst>
                      <a:ext uri="{FF2B5EF4-FFF2-40B4-BE49-F238E27FC236}">
                        <a16:creationId xmlns:a16="http://schemas.microsoft.com/office/drawing/2014/main" id="{426CD943-10CF-4B33-BA3B-933C6E2F622B}"/>
                      </a:ext>
                    </a:extLst>
                  </p:cNvPr>
                  <p:cNvGrpSpPr/>
                  <p:nvPr/>
                </p:nvGrpSpPr>
                <p:grpSpPr>
                  <a:xfrm>
                    <a:off x="499639" y="2800482"/>
                    <a:ext cx="157552" cy="136090"/>
                    <a:chOff x="499639" y="2800482"/>
                    <a:chExt cx="157552" cy="136090"/>
                  </a:xfrm>
                  <a:solidFill>
                    <a:schemeClr val="accent1"/>
                  </a:solidFill>
                </p:grpSpPr>
                <p:sp>
                  <p:nvSpPr>
                    <p:cNvPr id="16216" name="Forme libre : forme 16215">
                      <a:extLst>
                        <a:ext uri="{FF2B5EF4-FFF2-40B4-BE49-F238E27FC236}">
                          <a16:creationId xmlns:a16="http://schemas.microsoft.com/office/drawing/2014/main" id="{F8BAD0C8-319F-4B24-9795-B4F790644D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9639" y="2800482"/>
                      <a:ext cx="157483" cy="136090"/>
                    </a:xfrm>
                    <a:custGeom>
                      <a:avLst/>
                      <a:gdLst>
                        <a:gd name="connsiteX0" fmla="*/ 124633 w 157483"/>
                        <a:gd name="connsiteY0" fmla="*/ 115501 h 136090"/>
                        <a:gd name="connsiteX1" fmla="*/ 102059 w 157483"/>
                        <a:gd name="connsiteY1" fmla="*/ 123025 h 136090"/>
                        <a:gd name="connsiteX2" fmla="*/ 79961 w 157483"/>
                        <a:gd name="connsiteY2" fmla="*/ 132074 h 136090"/>
                        <a:gd name="connsiteX3" fmla="*/ 64149 w 157483"/>
                        <a:gd name="connsiteY3" fmla="*/ 136075 h 136090"/>
                        <a:gd name="connsiteX4" fmla="*/ 48052 w 157483"/>
                        <a:gd name="connsiteY4" fmla="*/ 134265 h 136090"/>
                        <a:gd name="connsiteX5" fmla="*/ 21763 w 157483"/>
                        <a:gd name="connsiteY5" fmla="*/ 114643 h 136090"/>
                        <a:gd name="connsiteX6" fmla="*/ 5094 w 157483"/>
                        <a:gd name="connsiteY6" fmla="*/ 86831 h 136090"/>
                        <a:gd name="connsiteX7" fmla="*/ 3094 w 157483"/>
                        <a:gd name="connsiteY7" fmla="*/ 53398 h 136090"/>
                        <a:gd name="connsiteX8" fmla="*/ 13666 w 157483"/>
                        <a:gd name="connsiteY8" fmla="*/ 37300 h 136090"/>
                        <a:gd name="connsiteX9" fmla="*/ 31097 w 157483"/>
                        <a:gd name="connsiteY9" fmla="*/ 25013 h 136090"/>
                        <a:gd name="connsiteX10" fmla="*/ 60720 w 157483"/>
                        <a:gd name="connsiteY10" fmla="*/ 12821 h 136090"/>
                        <a:gd name="connsiteX11" fmla="*/ 91200 w 157483"/>
                        <a:gd name="connsiteY11" fmla="*/ 2630 h 136090"/>
                        <a:gd name="connsiteX12" fmla="*/ 112441 w 157483"/>
                        <a:gd name="connsiteY12" fmla="*/ 248 h 136090"/>
                        <a:gd name="connsiteX13" fmla="*/ 131110 w 157483"/>
                        <a:gd name="connsiteY13" fmla="*/ 5392 h 136090"/>
                        <a:gd name="connsiteX14" fmla="*/ 144730 w 157483"/>
                        <a:gd name="connsiteY14" fmla="*/ 16631 h 136090"/>
                        <a:gd name="connsiteX15" fmla="*/ 151493 w 157483"/>
                        <a:gd name="connsiteY15" fmla="*/ 32348 h 136090"/>
                        <a:gd name="connsiteX16" fmla="*/ 156922 w 157483"/>
                        <a:gd name="connsiteY16" fmla="*/ 64351 h 136090"/>
                        <a:gd name="connsiteX17" fmla="*/ 156256 w 157483"/>
                        <a:gd name="connsiteY17" fmla="*/ 81306 h 136090"/>
                        <a:gd name="connsiteX18" fmla="*/ 149779 w 157483"/>
                        <a:gd name="connsiteY18" fmla="*/ 96356 h 136090"/>
                        <a:gd name="connsiteX19" fmla="*/ 138920 w 157483"/>
                        <a:gd name="connsiteY19" fmla="*/ 108262 h 136090"/>
                        <a:gd name="connsiteX20" fmla="*/ 124633 w 157483"/>
                        <a:gd name="connsiteY20" fmla="*/ 115501 h 136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7483" h="136090">
                          <a:moveTo>
                            <a:pt x="124633" y="115501"/>
                          </a:moveTo>
                          <a:cubicBezTo>
                            <a:pt x="116918" y="117501"/>
                            <a:pt x="109488" y="120358"/>
                            <a:pt x="102059" y="123025"/>
                          </a:cubicBezTo>
                          <a:cubicBezTo>
                            <a:pt x="94534" y="125597"/>
                            <a:pt x="87295" y="129122"/>
                            <a:pt x="79961" y="132074"/>
                          </a:cubicBezTo>
                          <a:cubicBezTo>
                            <a:pt x="74912" y="134551"/>
                            <a:pt x="69578" y="135789"/>
                            <a:pt x="64149" y="136075"/>
                          </a:cubicBezTo>
                          <a:cubicBezTo>
                            <a:pt x="58720" y="136170"/>
                            <a:pt x="53386" y="135884"/>
                            <a:pt x="48052" y="134265"/>
                          </a:cubicBezTo>
                          <a:cubicBezTo>
                            <a:pt x="37574" y="131217"/>
                            <a:pt x="27764" y="124549"/>
                            <a:pt x="21763" y="114643"/>
                          </a:cubicBezTo>
                          <a:lnTo>
                            <a:pt x="5094" y="86831"/>
                          </a:lnTo>
                          <a:cubicBezTo>
                            <a:pt x="-1002" y="76734"/>
                            <a:pt x="-1574" y="64732"/>
                            <a:pt x="3094" y="53398"/>
                          </a:cubicBezTo>
                          <a:cubicBezTo>
                            <a:pt x="5475" y="47778"/>
                            <a:pt x="8809" y="41968"/>
                            <a:pt x="13666" y="37300"/>
                          </a:cubicBezTo>
                          <a:cubicBezTo>
                            <a:pt x="18429" y="32538"/>
                            <a:pt x="24334" y="28252"/>
                            <a:pt x="31097" y="25013"/>
                          </a:cubicBezTo>
                          <a:cubicBezTo>
                            <a:pt x="41003" y="20917"/>
                            <a:pt x="50624" y="16346"/>
                            <a:pt x="60720" y="12821"/>
                          </a:cubicBezTo>
                          <a:cubicBezTo>
                            <a:pt x="70816" y="9202"/>
                            <a:pt x="80818" y="5392"/>
                            <a:pt x="91200" y="2630"/>
                          </a:cubicBezTo>
                          <a:cubicBezTo>
                            <a:pt x="98439" y="534"/>
                            <a:pt x="105583" y="-514"/>
                            <a:pt x="112441" y="248"/>
                          </a:cubicBezTo>
                          <a:cubicBezTo>
                            <a:pt x="119299" y="915"/>
                            <a:pt x="125680" y="2630"/>
                            <a:pt x="131110" y="5392"/>
                          </a:cubicBezTo>
                          <a:cubicBezTo>
                            <a:pt x="136539" y="7964"/>
                            <a:pt x="141301" y="12155"/>
                            <a:pt x="144730" y="16631"/>
                          </a:cubicBezTo>
                          <a:cubicBezTo>
                            <a:pt x="148255" y="21203"/>
                            <a:pt x="150541" y="26537"/>
                            <a:pt x="151493" y="32348"/>
                          </a:cubicBezTo>
                          <a:lnTo>
                            <a:pt x="156922" y="64351"/>
                          </a:lnTo>
                          <a:cubicBezTo>
                            <a:pt x="157875" y="70162"/>
                            <a:pt x="157589" y="75877"/>
                            <a:pt x="156256" y="81306"/>
                          </a:cubicBezTo>
                          <a:cubicBezTo>
                            <a:pt x="155018" y="86735"/>
                            <a:pt x="152732" y="91593"/>
                            <a:pt x="149779" y="96356"/>
                          </a:cubicBezTo>
                          <a:cubicBezTo>
                            <a:pt x="146826" y="101023"/>
                            <a:pt x="143207" y="105023"/>
                            <a:pt x="138920" y="108262"/>
                          </a:cubicBezTo>
                          <a:cubicBezTo>
                            <a:pt x="134729" y="111119"/>
                            <a:pt x="130062" y="113977"/>
                            <a:pt x="124633" y="115501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17" name="Forme libre : forme 16216">
                      <a:extLst>
                        <a:ext uri="{FF2B5EF4-FFF2-40B4-BE49-F238E27FC236}">
                          <a16:creationId xmlns:a16="http://schemas.microsoft.com/office/drawing/2014/main" id="{B2C6324A-CAED-4003-80AE-95D5A0DCC3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4163" y="2863500"/>
                      <a:ext cx="143028" cy="72977"/>
                    </a:xfrm>
                    <a:custGeom>
                      <a:avLst/>
                      <a:gdLst>
                        <a:gd name="connsiteX0" fmla="*/ 58007 w 143028"/>
                        <a:gd name="connsiteY0" fmla="*/ 30099 h 72977"/>
                        <a:gd name="connsiteX1" fmla="*/ 29623 w 143028"/>
                        <a:gd name="connsiteY1" fmla="*/ 42386 h 72977"/>
                        <a:gd name="connsiteX2" fmla="*/ 0 w 143028"/>
                        <a:gd name="connsiteY2" fmla="*/ 39529 h 72977"/>
                        <a:gd name="connsiteX3" fmla="*/ 7239 w 143028"/>
                        <a:gd name="connsiteY3" fmla="*/ 51530 h 72977"/>
                        <a:gd name="connsiteX4" fmla="*/ 33528 w 143028"/>
                        <a:gd name="connsiteY4" fmla="*/ 71152 h 72977"/>
                        <a:gd name="connsiteX5" fmla="*/ 49625 w 143028"/>
                        <a:gd name="connsiteY5" fmla="*/ 72962 h 72977"/>
                        <a:gd name="connsiteX6" fmla="*/ 65437 w 143028"/>
                        <a:gd name="connsiteY6" fmla="*/ 68961 h 72977"/>
                        <a:gd name="connsiteX7" fmla="*/ 87535 w 143028"/>
                        <a:gd name="connsiteY7" fmla="*/ 59912 h 72977"/>
                        <a:gd name="connsiteX8" fmla="*/ 110109 w 143028"/>
                        <a:gd name="connsiteY8" fmla="*/ 52388 h 72977"/>
                        <a:gd name="connsiteX9" fmla="*/ 124492 w 143028"/>
                        <a:gd name="connsiteY9" fmla="*/ 44958 h 72977"/>
                        <a:gd name="connsiteX10" fmla="*/ 135350 w 143028"/>
                        <a:gd name="connsiteY10" fmla="*/ 33052 h 72977"/>
                        <a:gd name="connsiteX11" fmla="*/ 141827 w 143028"/>
                        <a:gd name="connsiteY11" fmla="*/ 18002 h 72977"/>
                        <a:gd name="connsiteX12" fmla="*/ 142494 w 143028"/>
                        <a:gd name="connsiteY12" fmla="*/ 1048 h 72977"/>
                        <a:gd name="connsiteX13" fmla="*/ 142304 w 143028"/>
                        <a:gd name="connsiteY13" fmla="*/ 0 h 72977"/>
                        <a:gd name="connsiteX14" fmla="*/ 120110 w 143028"/>
                        <a:gd name="connsiteY14" fmla="*/ 5144 h 72977"/>
                        <a:gd name="connsiteX15" fmla="*/ 98393 w 143028"/>
                        <a:gd name="connsiteY15" fmla="*/ 10668 h 72977"/>
                        <a:gd name="connsiteX16" fmla="*/ 87725 w 143028"/>
                        <a:gd name="connsiteY16" fmla="*/ 14002 h 72977"/>
                        <a:gd name="connsiteX17" fmla="*/ 77438 w 143028"/>
                        <a:gd name="connsiteY17" fmla="*/ 18383 h 72977"/>
                        <a:gd name="connsiteX18" fmla="*/ 58007 w 143028"/>
                        <a:gd name="connsiteY18" fmla="*/ 30099 h 72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43028" h="72977">
                          <a:moveTo>
                            <a:pt x="58007" y="30099"/>
                          </a:moveTo>
                          <a:cubicBezTo>
                            <a:pt x="49244" y="36386"/>
                            <a:pt x="39719" y="41053"/>
                            <a:pt x="29623" y="42386"/>
                          </a:cubicBezTo>
                          <a:cubicBezTo>
                            <a:pt x="19812" y="44387"/>
                            <a:pt x="9430" y="43339"/>
                            <a:pt x="0" y="39529"/>
                          </a:cubicBezTo>
                          <a:lnTo>
                            <a:pt x="7239" y="51530"/>
                          </a:lnTo>
                          <a:cubicBezTo>
                            <a:pt x="13240" y="61531"/>
                            <a:pt x="23050" y="68104"/>
                            <a:pt x="33528" y="71152"/>
                          </a:cubicBezTo>
                          <a:cubicBezTo>
                            <a:pt x="38767" y="72771"/>
                            <a:pt x="44101" y="73057"/>
                            <a:pt x="49625" y="72962"/>
                          </a:cubicBezTo>
                          <a:cubicBezTo>
                            <a:pt x="55054" y="72771"/>
                            <a:pt x="60388" y="71438"/>
                            <a:pt x="65437" y="68961"/>
                          </a:cubicBezTo>
                          <a:cubicBezTo>
                            <a:pt x="72866" y="66008"/>
                            <a:pt x="80010" y="62484"/>
                            <a:pt x="87535" y="59912"/>
                          </a:cubicBezTo>
                          <a:cubicBezTo>
                            <a:pt x="95060" y="57245"/>
                            <a:pt x="102489" y="54388"/>
                            <a:pt x="110109" y="52388"/>
                          </a:cubicBezTo>
                          <a:cubicBezTo>
                            <a:pt x="115443" y="50863"/>
                            <a:pt x="120206" y="48006"/>
                            <a:pt x="124492" y="44958"/>
                          </a:cubicBezTo>
                          <a:cubicBezTo>
                            <a:pt x="128778" y="41815"/>
                            <a:pt x="132398" y="37719"/>
                            <a:pt x="135350" y="33052"/>
                          </a:cubicBezTo>
                          <a:cubicBezTo>
                            <a:pt x="138208" y="28289"/>
                            <a:pt x="140589" y="23527"/>
                            <a:pt x="141827" y="18002"/>
                          </a:cubicBezTo>
                          <a:cubicBezTo>
                            <a:pt x="143065" y="12668"/>
                            <a:pt x="143446" y="6858"/>
                            <a:pt x="142494" y="1048"/>
                          </a:cubicBezTo>
                          <a:lnTo>
                            <a:pt x="142304" y="0"/>
                          </a:lnTo>
                          <a:cubicBezTo>
                            <a:pt x="134779" y="1619"/>
                            <a:pt x="127444" y="3429"/>
                            <a:pt x="120110" y="5144"/>
                          </a:cubicBezTo>
                          <a:cubicBezTo>
                            <a:pt x="112776" y="6667"/>
                            <a:pt x="105537" y="8477"/>
                            <a:pt x="98393" y="10668"/>
                          </a:cubicBezTo>
                          <a:cubicBezTo>
                            <a:pt x="94869" y="11716"/>
                            <a:pt x="91250" y="12763"/>
                            <a:pt x="87725" y="14002"/>
                          </a:cubicBezTo>
                          <a:cubicBezTo>
                            <a:pt x="84296" y="15335"/>
                            <a:pt x="80867" y="16859"/>
                            <a:pt x="77438" y="18383"/>
                          </a:cubicBezTo>
                          <a:cubicBezTo>
                            <a:pt x="70580" y="21622"/>
                            <a:pt x="64103" y="25432"/>
                            <a:pt x="58007" y="3009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18" name="Forme libre : forme 16217">
                      <a:extLst>
                        <a:ext uri="{FF2B5EF4-FFF2-40B4-BE49-F238E27FC236}">
                          <a16:creationId xmlns:a16="http://schemas.microsoft.com/office/drawing/2014/main" id="{C330BB4F-122F-4B0B-88BA-49C796C64D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8337" y="2843601"/>
                      <a:ext cx="66204" cy="47655"/>
                    </a:xfrm>
                    <a:custGeom>
                      <a:avLst/>
                      <a:gdLst>
                        <a:gd name="connsiteX0" fmla="*/ 65745 w 66204"/>
                        <a:gd name="connsiteY0" fmla="*/ 14089 h 47655"/>
                        <a:gd name="connsiteX1" fmla="*/ 60315 w 66204"/>
                        <a:gd name="connsiteY1" fmla="*/ 31901 h 47655"/>
                        <a:gd name="connsiteX2" fmla="*/ 40313 w 66204"/>
                        <a:gd name="connsiteY2" fmla="*/ 44950 h 47655"/>
                        <a:gd name="connsiteX3" fmla="*/ 27835 w 66204"/>
                        <a:gd name="connsiteY3" fmla="*/ 47522 h 47655"/>
                        <a:gd name="connsiteX4" fmla="*/ 16500 w 66204"/>
                        <a:gd name="connsiteY4" fmla="*/ 47045 h 47655"/>
                        <a:gd name="connsiteX5" fmla="*/ 1260 w 66204"/>
                        <a:gd name="connsiteY5" fmla="*/ 36377 h 47655"/>
                        <a:gd name="connsiteX6" fmla="*/ 4404 w 66204"/>
                        <a:gd name="connsiteY6" fmla="*/ 17899 h 47655"/>
                        <a:gd name="connsiteX7" fmla="*/ 13166 w 66204"/>
                        <a:gd name="connsiteY7" fmla="*/ 9136 h 47655"/>
                        <a:gd name="connsiteX8" fmla="*/ 25739 w 66204"/>
                        <a:gd name="connsiteY8" fmla="*/ 2754 h 47655"/>
                        <a:gd name="connsiteX9" fmla="*/ 51838 w 66204"/>
                        <a:gd name="connsiteY9" fmla="*/ 1421 h 47655"/>
                        <a:gd name="connsiteX10" fmla="*/ 65745 w 66204"/>
                        <a:gd name="connsiteY10" fmla="*/ 14089 h 47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6204" h="47655">
                          <a:moveTo>
                            <a:pt x="65745" y="14089"/>
                          </a:moveTo>
                          <a:cubicBezTo>
                            <a:pt x="67269" y="20089"/>
                            <a:pt x="64887" y="26186"/>
                            <a:pt x="60315" y="31901"/>
                          </a:cubicBezTo>
                          <a:cubicBezTo>
                            <a:pt x="55743" y="37615"/>
                            <a:pt x="48600" y="41711"/>
                            <a:pt x="40313" y="44950"/>
                          </a:cubicBezTo>
                          <a:cubicBezTo>
                            <a:pt x="36122" y="46474"/>
                            <a:pt x="31931" y="47331"/>
                            <a:pt x="27835" y="47522"/>
                          </a:cubicBezTo>
                          <a:cubicBezTo>
                            <a:pt x="23739" y="47712"/>
                            <a:pt x="20025" y="47807"/>
                            <a:pt x="16500" y="47045"/>
                          </a:cubicBezTo>
                          <a:cubicBezTo>
                            <a:pt x="9452" y="45616"/>
                            <a:pt x="3737" y="41997"/>
                            <a:pt x="1260" y="36377"/>
                          </a:cubicBezTo>
                          <a:cubicBezTo>
                            <a:pt x="-1216" y="30757"/>
                            <a:pt x="22" y="24185"/>
                            <a:pt x="4404" y="17899"/>
                          </a:cubicBezTo>
                          <a:cubicBezTo>
                            <a:pt x="6594" y="14851"/>
                            <a:pt x="9452" y="11612"/>
                            <a:pt x="13166" y="9136"/>
                          </a:cubicBezTo>
                          <a:cubicBezTo>
                            <a:pt x="16786" y="6659"/>
                            <a:pt x="21072" y="4469"/>
                            <a:pt x="25739" y="2754"/>
                          </a:cubicBezTo>
                          <a:cubicBezTo>
                            <a:pt x="35074" y="-865"/>
                            <a:pt x="44694" y="-485"/>
                            <a:pt x="51838" y="1421"/>
                          </a:cubicBezTo>
                          <a:cubicBezTo>
                            <a:pt x="59077" y="3516"/>
                            <a:pt x="64221" y="8088"/>
                            <a:pt x="65745" y="14089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19" name="Forme libre : forme 16218">
                      <a:extLst>
                        <a:ext uri="{FF2B5EF4-FFF2-40B4-BE49-F238E27FC236}">
                          <a16:creationId xmlns:a16="http://schemas.microsoft.com/office/drawing/2014/main" id="{514CEE51-36CC-414C-9654-6BAF6455CC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8332" y="2857023"/>
                      <a:ext cx="53367" cy="34233"/>
                    </a:xfrm>
                    <a:custGeom>
                      <a:avLst/>
                      <a:gdLst>
                        <a:gd name="connsiteX0" fmla="*/ 8219 w 53367"/>
                        <a:gd name="connsiteY0" fmla="*/ 0 h 34233"/>
                        <a:gd name="connsiteX1" fmla="*/ 1266 w 53367"/>
                        <a:gd name="connsiteY1" fmla="*/ 22955 h 34233"/>
                        <a:gd name="connsiteX2" fmla="*/ 16506 w 53367"/>
                        <a:gd name="connsiteY2" fmla="*/ 33623 h 34233"/>
                        <a:gd name="connsiteX3" fmla="*/ 27840 w 53367"/>
                        <a:gd name="connsiteY3" fmla="*/ 34099 h 34233"/>
                        <a:gd name="connsiteX4" fmla="*/ 40318 w 53367"/>
                        <a:gd name="connsiteY4" fmla="*/ 31528 h 34233"/>
                        <a:gd name="connsiteX5" fmla="*/ 53367 w 53367"/>
                        <a:gd name="connsiteY5" fmla="*/ 24765 h 34233"/>
                        <a:gd name="connsiteX6" fmla="*/ 45176 w 53367"/>
                        <a:gd name="connsiteY6" fmla="*/ 25527 h 34233"/>
                        <a:gd name="connsiteX7" fmla="*/ 22602 w 53367"/>
                        <a:gd name="connsiteY7" fmla="*/ 17335 h 34233"/>
                        <a:gd name="connsiteX8" fmla="*/ 8219 w 53367"/>
                        <a:gd name="connsiteY8" fmla="*/ 0 h 34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367" h="34233">
                          <a:moveTo>
                            <a:pt x="8219" y="0"/>
                          </a:moveTo>
                          <a:cubicBezTo>
                            <a:pt x="980" y="7429"/>
                            <a:pt x="-1878" y="16002"/>
                            <a:pt x="1266" y="22955"/>
                          </a:cubicBezTo>
                          <a:cubicBezTo>
                            <a:pt x="3742" y="28575"/>
                            <a:pt x="9552" y="32194"/>
                            <a:pt x="16506" y="33623"/>
                          </a:cubicBezTo>
                          <a:cubicBezTo>
                            <a:pt x="20030" y="34385"/>
                            <a:pt x="23840" y="34290"/>
                            <a:pt x="27840" y="34099"/>
                          </a:cubicBezTo>
                          <a:cubicBezTo>
                            <a:pt x="31936" y="33814"/>
                            <a:pt x="36127" y="33052"/>
                            <a:pt x="40318" y="31528"/>
                          </a:cubicBezTo>
                          <a:cubicBezTo>
                            <a:pt x="45176" y="29623"/>
                            <a:pt x="49653" y="27432"/>
                            <a:pt x="53367" y="24765"/>
                          </a:cubicBezTo>
                          <a:cubicBezTo>
                            <a:pt x="50700" y="25432"/>
                            <a:pt x="48033" y="25717"/>
                            <a:pt x="45176" y="25527"/>
                          </a:cubicBezTo>
                          <a:cubicBezTo>
                            <a:pt x="37365" y="24765"/>
                            <a:pt x="29364" y="21812"/>
                            <a:pt x="22602" y="17335"/>
                          </a:cubicBezTo>
                          <a:cubicBezTo>
                            <a:pt x="15744" y="12859"/>
                            <a:pt x="10410" y="7239"/>
                            <a:pt x="8219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20" name="Forme libre : forme 16219">
                      <a:extLst>
                        <a:ext uri="{FF2B5EF4-FFF2-40B4-BE49-F238E27FC236}">
                          <a16:creationId xmlns:a16="http://schemas.microsoft.com/office/drawing/2014/main" id="{EE33CFD1-807E-49EF-9D72-D88E9F3F44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3407" y="2847296"/>
                      <a:ext cx="65564" cy="47365"/>
                    </a:xfrm>
                    <a:custGeom>
                      <a:avLst/>
                      <a:gdLst>
                        <a:gd name="connsiteX0" fmla="*/ 65151 w 65564"/>
                        <a:gd name="connsiteY0" fmla="*/ 14395 h 47365"/>
                        <a:gd name="connsiteX1" fmla="*/ 59627 w 65564"/>
                        <a:gd name="connsiteY1" fmla="*/ 32016 h 47365"/>
                        <a:gd name="connsiteX2" fmla="*/ 51149 w 65564"/>
                        <a:gd name="connsiteY2" fmla="*/ 39446 h 47365"/>
                        <a:gd name="connsiteX3" fmla="*/ 39815 w 65564"/>
                        <a:gd name="connsiteY3" fmla="*/ 44779 h 47365"/>
                        <a:gd name="connsiteX4" fmla="*/ 16288 w 65564"/>
                        <a:gd name="connsiteY4" fmla="*/ 46589 h 47365"/>
                        <a:gd name="connsiteX5" fmla="*/ 1238 w 65564"/>
                        <a:gd name="connsiteY5" fmla="*/ 35826 h 47365"/>
                        <a:gd name="connsiteX6" fmla="*/ 4382 w 65564"/>
                        <a:gd name="connsiteY6" fmla="*/ 17347 h 47365"/>
                        <a:gd name="connsiteX7" fmla="*/ 25527 w 65564"/>
                        <a:gd name="connsiteY7" fmla="*/ 2488 h 47365"/>
                        <a:gd name="connsiteX8" fmla="*/ 39243 w 65564"/>
                        <a:gd name="connsiteY8" fmla="*/ 12 h 47365"/>
                        <a:gd name="connsiteX9" fmla="*/ 51340 w 65564"/>
                        <a:gd name="connsiteY9" fmla="*/ 1441 h 47365"/>
                        <a:gd name="connsiteX10" fmla="*/ 65151 w 65564"/>
                        <a:gd name="connsiteY10" fmla="*/ 14395 h 47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5564" h="47365">
                          <a:moveTo>
                            <a:pt x="65151" y="14395"/>
                          </a:moveTo>
                          <a:cubicBezTo>
                            <a:pt x="66580" y="20491"/>
                            <a:pt x="64199" y="26491"/>
                            <a:pt x="59627" y="32016"/>
                          </a:cubicBezTo>
                          <a:cubicBezTo>
                            <a:pt x="57341" y="34778"/>
                            <a:pt x="54483" y="37350"/>
                            <a:pt x="51149" y="39446"/>
                          </a:cubicBezTo>
                          <a:cubicBezTo>
                            <a:pt x="47816" y="41636"/>
                            <a:pt x="43910" y="43160"/>
                            <a:pt x="39815" y="44779"/>
                          </a:cubicBezTo>
                          <a:cubicBezTo>
                            <a:pt x="31623" y="47828"/>
                            <a:pt x="23146" y="47828"/>
                            <a:pt x="16288" y="46589"/>
                          </a:cubicBezTo>
                          <a:cubicBezTo>
                            <a:pt x="9335" y="45161"/>
                            <a:pt x="3715" y="41541"/>
                            <a:pt x="1238" y="35826"/>
                          </a:cubicBezTo>
                          <a:cubicBezTo>
                            <a:pt x="-1238" y="30206"/>
                            <a:pt x="95" y="23634"/>
                            <a:pt x="4382" y="17347"/>
                          </a:cubicBezTo>
                          <a:cubicBezTo>
                            <a:pt x="8573" y="10966"/>
                            <a:pt x="16288" y="5917"/>
                            <a:pt x="25527" y="2488"/>
                          </a:cubicBezTo>
                          <a:cubicBezTo>
                            <a:pt x="30099" y="679"/>
                            <a:pt x="34862" y="203"/>
                            <a:pt x="39243" y="12"/>
                          </a:cubicBezTo>
                          <a:cubicBezTo>
                            <a:pt x="43625" y="-83"/>
                            <a:pt x="47720" y="393"/>
                            <a:pt x="51340" y="1441"/>
                          </a:cubicBezTo>
                          <a:cubicBezTo>
                            <a:pt x="58674" y="3631"/>
                            <a:pt x="63722" y="8489"/>
                            <a:pt x="65151" y="1439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21" name="Forme libre : forme 16220">
                      <a:extLst>
                        <a:ext uri="{FF2B5EF4-FFF2-40B4-BE49-F238E27FC236}">
                          <a16:creationId xmlns:a16="http://schemas.microsoft.com/office/drawing/2014/main" id="{DDDE689C-F2FC-49CC-80A5-D5FFBA1335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376" y="2852976"/>
                      <a:ext cx="97748" cy="67371"/>
                    </a:xfrm>
                    <a:custGeom>
                      <a:avLst/>
                      <a:gdLst>
                        <a:gd name="connsiteX0" fmla="*/ 12552 w 97748"/>
                        <a:gd name="connsiteY0" fmla="*/ 42338 h 67371"/>
                        <a:gd name="connsiteX1" fmla="*/ 24173 w 97748"/>
                        <a:gd name="connsiteY1" fmla="*/ 59483 h 67371"/>
                        <a:gd name="connsiteX2" fmla="*/ 62177 w 97748"/>
                        <a:gd name="connsiteY2" fmla="*/ 66246 h 67371"/>
                        <a:gd name="connsiteX3" fmla="*/ 91038 w 97748"/>
                        <a:gd name="connsiteY3" fmla="*/ 52434 h 67371"/>
                        <a:gd name="connsiteX4" fmla="*/ 95324 w 97748"/>
                        <a:gd name="connsiteY4" fmla="*/ 30336 h 67371"/>
                        <a:gd name="connsiteX5" fmla="*/ 81323 w 97748"/>
                        <a:gd name="connsiteY5" fmla="*/ 23574 h 67371"/>
                        <a:gd name="connsiteX6" fmla="*/ 45604 w 97748"/>
                        <a:gd name="connsiteY6" fmla="*/ 10524 h 67371"/>
                        <a:gd name="connsiteX7" fmla="*/ 3503 w 97748"/>
                        <a:gd name="connsiteY7" fmla="*/ 5000 h 67371"/>
                        <a:gd name="connsiteX8" fmla="*/ 12552 w 97748"/>
                        <a:gd name="connsiteY8" fmla="*/ 42338 h 67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7748" h="67371">
                          <a:moveTo>
                            <a:pt x="12552" y="42338"/>
                          </a:moveTo>
                          <a:cubicBezTo>
                            <a:pt x="15600" y="48624"/>
                            <a:pt x="18839" y="55006"/>
                            <a:pt x="24173" y="59483"/>
                          </a:cubicBezTo>
                          <a:cubicBezTo>
                            <a:pt x="34555" y="68436"/>
                            <a:pt x="49319" y="68246"/>
                            <a:pt x="62177" y="66246"/>
                          </a:cubicBezTo>
                          <a:cubicBezTo>
                            <a:pt x="72750" y="63960"/>
                            <a:pt x="83513" y="60531"/>
                            <a:pt x="91038" y="52434"/>
                          </a:cubicBezTo>
                          <a:cubicBezTo>
                            <a:pt x="96658" y="46815"/>
                            <a:pt x="100468" y="36814"/>
                            <a:pt x="95324" y="30336"/>
                          </a:cubicBezTo>
                          <a:cubicBezTo>
                            <a:pt x="92181" y="26336"/>
                            <a:pt x="86561" y="25002"/>
                            <a:pt x="81323" y="23574"/>
                          </a:cubicBezTo>
                          <a:cubicBezTo>
                            <a:pt x="69131" y="20716"/>
                            <a:pt x="56939" y="16049"/>
                            <a:pt x="45604" y="10524"/>
                          </a:cubicBezTo>
                          <a:cubicBezTo>
                            <a:pt x="36174" y="5762"/>
                            <a:pt x="15219" y="-7002"/>
                            <a:pt x="3503" y="5000"/>
                          </a:cubicBezTo>
                          <a:cubicBezTo>
                            <a:pt x="-6784" y="15477"/>
                            <a:pt x="8456" y="33765"/>
                            <a:pt x="12552" y="4233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22" name="Forme libre : forme 16221">
                      <a:extLst>
                        <a:ext uri="{FF2B5EF4-FFF2-40B4-BE49-F238E27FC236}">
                          <a16:creationId xmlns:a16="http://schemas.microsoft.com/office/drawing/2014/main" id="{AE60E3F3-4E02-4F49-83F5-F90F568B72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7870" y="2844041"/>
                      <a:ext cx="23481" cy="29386"/>
                    </a:xfrm>
                    <a:custGeom>
                      <a:avLst/>
                      <a:gdLst>
                        <a:gd name="connsiteX0" fmla="*/ 106 w 23481"/>
                        <a:gd name="connsiteY0" fmla="*/ 21841 h 29386"/>
                        <a:gd name="connsiteX1" fmla="*/ 677 w 23481"/>
                        <a:gd name="connsiteY1" fmla="*/ 26889 h 29386"/>
                        <a:gd name="connsiteX2" fmla="*/ 4964 w 23481"/>
                        <a:gd name="connsiteY2" fmla="*/ 29366 h 29386"/>
                        <a:gd name="connsiteX3" fmla="*/ 9536 w 23481"/>
                        <a:gd name="connsiteY3" fmla="*/ 26889 h 29386"/>
                        <a:gd name="connsiteX4" fmla="*/ 19156 w 23481"/>
                        <a:gd name="connsiteY4" fmla="*/ 17650 h 29386"/>
                        <a:gd name="connsiteX5" fmla="*/ 22299 w 23481"/>
                        <a:gd name="connsiteY5" fmla="*/ 13268 h 29386"/>
                        <a:gd name="connsiteX6" fmla="*/ 13060 w 23481"/>
                        <a:gd name="connsiteY6" fmla="*/ 1553 h 29386"/>
                        <a:gd name="connsiteX7" fmla="*/ 106 w 23481"/>
                        <a:gd name="connsiteY7" fmla="*/ 21841 h 29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481" h="29386">
                          <a:moveTo>
                            <a:pt x="106" y="21841"/>
                          </a:moveTo>
                          <a:cubicBezTo>
                            <a:pt x="-85" y="23555"/>
                            <a:pt x="-85" y="25365"/>
                            <a:pt x="677" y="26889"/>
                          </a:cubicBezTo>
                          <a:cubicBezTo>
                            <a:pt x="1439" y="28413"/>
                            <a:pt x="3059" y="29556"/>
                            <a:pt x="4964" y="29366"/>
                          </a:cubicBezTo>
                          <a:cubicBezTo>
                            <a:pt x="6678" y="29270"/>
                            <a:pt x="8202" y="28032"/>
                            <a:pt x="9536" y="26889"/>
                          </a:cubicBezTo>
                          <a:cubicBezTo>
                            <a:pt x="12869" y="23841"/>
                            <a:pt x="16203" y="20984"/>
                            <a:pt x="19156" y="17650"/>
                          </a:cubicBezTo>
                          <a:cubicBezTo>
                            <a:pt x="20394" y="16316"/>
                            <a:pt x="21537" y="14888"/>
                            <a:pt x="22299" y="13268"/>
                          </a:cubicBezTo>
                          <a:cubicBezTo>
                            <a:pt x="25347" y="6506"/>
                            <a:pt x="22585" y="-3972"/>
                            <a:pt x="13060" y="1553"/>
                          </a:cubicBezTo>
                          <a:cubicBezTo>
                            <a:pt x="5630" y="5744"/>
                            <a:pt x="963" y="14697"/>
                            <a:pt x="106" y="2184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23" name="Forme libre : forme 16222">
                      <a:extLst>
                        <a:ext uri="{FF2B5EF4-FFF2-40B4-BE49-F238E27FC236}">
                          <a16:creationId xmlns:a16="http://schemas.microsoft.com/office/drawing/2014/main" id="{211D7440-B459-474A-9699-95B312D6B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463" y="2860833"/>
                      <a:ext cx="27500" cy="52482"/>
                    </a:xfrm>
                    <a:custGeom>
                      <a:avLst/>
                      <a:gdLst>
                        <a:gd name="connsiteX0" fmla="*/ 26860 w 27500"/>
                        <a:gd name="connsiteY0" fmla="*/ 0 h 52482"/>
                        <a:gd name="connsiteX1" fmla="*/ 26003 w 27500"/>
                        <a:gd name="connsiteY1" fmla="*/ 18764 h 52482"/>
                        <a:gd name="connsiteX2" fmla="*/ 18193 w 27500"/>
                        <a:gd name="connsiteY2" fmla="*/ 35814 h 52482"/>
                        <a:gd name="connsiteX3" fmla="*/ 0 w 27500"/>
                        <a:gd name="connsiteY3" fmla="*/ 52483 h 52482"/>
                        <a:gd name="connsiteX4" fmla="*/ 3905 w 27500"/>
                        <a:gd name="connsiteY4" fmla="*/ 49054 h 52482"/>
                        <a:gd name="connsiteX5" fmla="*/ 12573 w 27500"/>
                        <a:gd name="connsiteY5" fmla="*/ 39148 h 52482"/>
                        <a:gd name="connsiteX6" fmla="*/ 26860 w 27500"/>
                        <a:gd name="connsiteY6" fmla="*/ 0 h 52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500" h="52482">
                          <a:moveTo>
                            <a:pt x="26860" y="0"/>
                          </a:moveTo>
                          <a:cubicBezTo>
                            <a:pt x="26860" y="0"/>
                            <a:pt x="28765" y="8287"/>
                            <a:pt x="26003" y="18764"/>
                          </a:cubicBezTo>
                          <a:cubicBezTo>
                            <a:pt x="24670" y="24003"/>
                            <a:pt x="22288" y="30099"/>
                            <a:pt x="18193" y="35814"/>
                          </a:cubicBezTo>
                          <a:cubicBezTo>
                            <a:pt x="14097" y="41624"/>
                            <a:pt x="8192" y="47054"/>
                            <a:pt x="0" y="52483"/>
                          </a:cubicBezTo>
                          <a:cubicBezTo>
                            <a:pt x="0" y="52483"/>
                            <a:pt x="1524" y="51340"/>
                            <a:pt x="3905" y="49054"/>
                          </a:cubicBezTo>
                          <a:cubicBezTo>
                            <a:pt x="6191" y="46768"/>
                            <a:pt x="9334" y="43339"/>
                            <a:pt x="12573" y="39148"/>
                          </a:cubicBezTo>
                          <a:cubicBezTo>
                            <a:pt x="18955" y="30766"/>
                            <a:pt x="25908" y="17431"/>
                            <a:pt x="2686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24" name="Forme libre : forme 16223">
                      <a:extLst>
                        <a:ext uri="{FF2B5EF4-FFF2-40B4-BE49-F238E27FC236}">
                          <a16:creationId xmlns:a16="http://schemas.microsoft.com/office/drawing/2014/main" id="{42F2779A-BA68-48DD-9C8A-97EBD16842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4940" y="2827305"/>
                      <a:ext cx="30273" cy="61626"/>
                    </a:xfrm>
                    <a:custGeom>
                      <a:avLst/>
                      <a:gdLst>
                        <a:gd name="connsiteX0" fmla="*/ 30274 w 30273"/>
                        <a:gd name="connsiteY0" fmla="*/ 0 h 61626"/>
                        <a:gd name="connsiteX1" fmla="*/ 23606 w 30273"/>
                        <a:gd name="connsiteY1" fmla="*/ 4001 h 61626"/>
                        <a:gd name="connsiteX2" fmla="*/ 10367 w 30273"/>
                        <a:gd name="connsiteY2" fmla="*/ 16097 h 61626"/>
                        <a:gd name="connsiteX3" fmla="*/ 746 w 30273"/>
                        <a:gd name="connsiteY3" fmla="*/ 35814 h 61626"/>
                        <a:gd name="connsiteX4" fmla="*/ 4080 w 30273"/>
                        <a:gd name="connsiteY4" fmla="*/ 61627 h 61626"/>
                        <a:gd name="connsiteX5" fmla="*/ 3128 w 30273"/>
                        <a:gd name="connsiteY5" fmla="*/ 40577 h 61626"/>
                        <a:gd name="connsiteX6" fmla="*/ 10271 w 30273"/>
                        <a:gd name="connsiteY6" fmla="*/ 20288 h 61626"/>
                        <a:gd name="connsiteX7" fmla="*/ 30274 w 30273"/>
                        <a:gd name="connsiteY7" fmla="*/ 0 h 61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273" h="61626">
                          <a:moveTo>
                            <a:pt x="30274" y="0"/>
                          </a:moveTo>
                          <a:cubicBezTo>
                            <a:pt x="30274" y="0"/>
                            <a:pt x="27416" y="1143"/>
                            <a:pt x="23606" y="4001"/>
                          </a:cubicBezTo>
                          <a:cubicBezTo>
                            <a:pt x="19796" y="6763"/>
                            <a:pt x="14843" y="10859"/>
                            <a:pt x="10367" y="16097"/>
                          </a:cubicBezTo>
                          <a:cubicBezTo>
                            <a:pt x="5890" y="21241"/>
                            <a:pt x="2366" y="28194"/>
                            <a:pt x="746" y="35814"/>
                          </a:cubicBezTo>
                          <a:cubicBezTo>
                            <a:pt x="-778" y="43529"/>
                            <a:pt x="-111" y="52102"/>
                            <a:pt x="4080" y="61627"/>
                          </a:cubicBezTo>
                          <a:cubicBezTo>
                            <a:pt x="4080" y="61627"/>
                            <a:pt x="1318" y="52769"/>
                            <a:pt x="3128" y="40577"/>
                          </a:cubicBezTo>
                          <a:cubicBezTo>
                            <a:pt x="4080" y="34481"/>
                            <a:pt x="5985" y="27337"/>
                            <a:pt x="10271" y="20288"/>
                          </a:cubicBezTo>
                          <a:cubicBezTo>
                            <a:pt x="14462" y="13335"/>
                            <a:pt x="20844" y="6001"/>
                            <a:pt x="3027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25" name="Forme libre : forme 16224">
                      <a:extLst>
                        <a:ext uri="{FF2B5EF4-FFF2-40B4-BE49-F238E27FC236}">
                          <a16:creationId xmlns:a16="http://schemas.microsoft.com/office/drawing/2014/main" id="{A3C012A3-9BF6-48AC-9BBE-9344F424CC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313" y="2848641"/>
                      <a:ext cx="26879" cy="14592"/>
                    </a:xfrm>
                    <a:custGeom>
                      <a:avLst/>
                      <a:gdLst>
                        <a:gd name="connsiteX0" fmla="*/ 26862 w 26879"/>
                        <a:gd name="connsiteY0" fmla="*/ 7334 h 14592"/>
                        <a:gd name="connsiteX1" fmla="*/ 13050 w 26879"/>
                        <a:gd name="connsiteY1" fmla="*/ 14573 h 14592"/>
                        <a:gd name="connsiteX2" fmla="*/ 1 w 26879"/>
                        <a:gd name="connsiteY2" fmla="*/ 7906 h 14592"/>
                        <a:gd name="connsiteX3" fmla="*/ 13908 w 26879"/>
                        <a:gd name="connsiteY3" fmla="*/ 0 h 14592"/>
                        <a:gd name="connsiteX4" fmla="*/ 26862 w 26879"/>
                        <a:gd name="connsiteY4" fmla="*/ 7334 h 14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879" h="14592">
                          <a:moveTo>
                            <a:pt x="26862" y="7334"/>
                          </a:moveTo>
                          <a:cubicBezTo>
                            <a:pt x="26481" y="11430"/>
                            <a:pt x="20385" y="14288"/>
                            <a:pt x="13050" y="14573"/>
                          </a:cubicBezTo>
                          <a:cubicBezTo>
                            <a:pt x="5811" y="14859"/>
                            <a:pt x="-94" y="11906"/>
                            <a:pt x="1" y="7906"/>
                          </a:cubicBezTo>
                          <a:cubicBezTo>
                            <a:pt x="96" y="3905"/>
                            <a:pt x="6383" y="95"/>
                            <a:pt x="13908" y="0"/>
                          </a:cubicBezTo>
                          <a:cubicBezTo>
                            <a:pt x="21528" y="0"/>
                            <a:pt x="27243" y="3334"/>
                            <a:pt x="26862" y="733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26" name="Forme libre : forme 16225">
                      <a:extLst>
                        <a:ext uri="{FF2B5EF4-FFF2-40B4-BE49-F238E27FC236}">
                          <a16:creationId xmlns:a16="http://schemas.microsoft.com/office/drawing/2014/main" id="{6139D72C-72DF-4A8D-82C8-8170812984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4130" y="2850856"/>
                      <a:ext cx="7201" cy="6523"/>
                    </a:xfrm>
                    <a:custGeom>
                      <a:avLst/>
                      <a:gdLst>
                        <a:gd name="connsiteX0" fmla="*/ 7094 w 7201"/>
                        <a:gd name="connsiteY0" fmla="*/ 2262 h 6523"/>
                        <a:gd name="connsiteX1" fmla="*/ 4522 w 7201"/>
                        <a:gd name="connsiteY1" fmla="*/ 6357 h 6523"/>
                        <a:gd name="connsiteX2" fmla="*/ 140 w 7201"/>
                        <a:gd name="connsiteY2" fmla="*/ 4262 h 6523"/>
                        <a:gd name="connsiteX3" fmla="*/ 2712 w 7201"/>
                        <a:gd name="connsiteY3" fmla="*/ 166 h 6523"/>
                        <a:gd name="connsiteX4" fmla="*/ 7094 w 7201"/>
                        <a:gd name="connsiteY4" fmla="*/ 2262 h 6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01" h="6523">
                          <a:moveTo>
                            <a:pt x="7094" y="2262"/>
                          </a:moveTo>
                          <a:cubicBezTo>
                            <a:pt x="7570" y="3976"/>
                            <a:pt x="6427" y="5786"/>
                            <a:pt x="4522" y="6357"/>
                          </a:cubicBezTo>
                          <a:cubicBezTo>
                            <a:pt x="2617" y="6929"/>
                            <a:pt x="712" y="5976"/>
                            <a:pt x="140" y="4262"/>
                          </a:cubicBezTo>
                          <a:cubicBezTo>
                            <a:pt x="-431" y="2547"/>
                            <a:pt x="807" y="738"/>
                            <a:pt x="2712" y="166"/>
                          </a:cubicBezTo>
                          <a:cubicBezTo>
                            <a:pt x="4712" y="-405"/>
                            <a:pt x="6617" y="547"/>
                            <a:pt x="7094" y="22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27" name="Forme libre : forme 16226">
                      <a:extLst>
                        <a:ext uri="{FF2B5EF4-FFF2-40B4-BE49-F238E27FC236}">
                          <a16:creationId xmlns:a16="http://schemas.microsoft.com/office/drawing/2014/main" id="{04B057FD-48DB-41FB-B98F-FB918C69AF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9563" y="2810550"/>
                      <a:ext cx="73146" cy="48326"/>
                    </a:xfrm>
                    <a:custGeom>
                      <a:avLst/>
                      <a:gdLst>
                        <a:gd name="connsiteX0" fmla="*/ 62139 w 73146"/>
                        <a:gd name="connsiteY0" fmla="*/ 12278 h 48326"/>
                        <a:gd name="connsiteX1" fmla="*/ 72902 w 73146"/>
                        <a:gd name="connsiteY1" fmla="*/ 38472 h 48326"/>
                        <a:gd name="connsiteX2" fmla="*/ 69664 w 73146"/>
                        <a:gd name="connsiteY2" fmla="*/ 47997 h 48326"/>
                        <a:gd name="connsiteX3" fmla="*/ 60996 w 73146"/>
                        <a:gd name="connsiteY3" fmla="*/ 44282 h 48326"/>
                        <a:gd name="connsiteX4" fmla="*/ 38898 w 73146"/>
                        <a:gd name="connsiteY4" fmla="*/ 23232 h 48326"/>
                        <a:gd name="connsiteX5" fmla="*/ 15943 w 73146"/>
                        <a:gd name="connsiteY5" fmla="*/ 21327 h 48326"/>
                        <a:gd name="connsiteX6" fmla="*/ 227 w 73146"/>
                        <a:gd name="connsiteY6" fmla="*/ 13993 h 48326"/>
                        <a:gd name="connsiteX7" fmla="*/ 18800 w 73146"/>
                        <a:gd name="connsiteY7" fmla="*/ 2277 h 48326"/>
                        <a:gd name="connsiteX8" fmla="*/ 41756 w 73146"/>
                        <a:gd name="connsiteY8" fmla="*/ 467 h 48326"/>
                        <a:gd name="connsiteX9" fmla="*/ 62139 w 73146"/>
                        <a:gd name="connsiteY9" fmla="*/ 12278 h 48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3146" h="48326">
                          <a:moveTo>
                            <a:pt x="62139" y="12278"/>
                          </a:moveTo>
                          <a:cubicBezTo>
                            <a:pt x="68521" y="19708"/>
                            <a:pt x="71283" y="29137"/>
                            <a:pt x="72902" y="38472"/>
                          </a:cubicBezTo>
                          <a:cubicBezTo>
                            <a:pt x="73474" y="41901"/>
                            <a:pt x="73283" y="46568"/>
                            <a:pt x="69664" y="47997"/>
                          </a:cubicBezTo>
                          <a:cubicBezTo>
                            <a:pt x="66425" y="49235"/>
                            <a:pt x="63187" y="46759"/>
                            <a:pt x="60996" y="44282"/>
                          </a:cubicBezTo>
                          <a:cubicBezTo>
                            <a:pt x="54424" y="36757"/>
                            <a:pt x="49185" y="26661"/>
                            <a:pt x="38898" y="23232"/>
                          </a:cubicBezTo>
                          <a:cubicBezTo>
                            <a:pt x="35660" y="22184"/>
                            <a:pt x="25277" y="22089"/>
                            <a:pt x="15943" y="21327"/>
                          </a:cubicBezTo>
                          <a:cubicBezTo>
                            <a:pt x="6799" y="20851"/>
                            <a:pt x="-1488" y="19422"/>
                            <a:pt x="227" y="13993"/>
                          </a:cubicBezTo>
                          <a:cubicBezTo>
                            <a:pt x="1941" y="8754"/>
                            <a:pt x="9847" y="4182"/>
                            <a:pt x="18800" y="2277"/>
                          </a:cubicBezTo>
                          <a:cubicBezTo>
                            <a:pt x="27659" y="181"/>
                            <a:pt x="37088" y="-580"/>
                            <a:pt x="41756" y="467"/>
                          </a:cubicBezTo>
                          <a:cubicBezTo>
                            <a:pt x="50328" y="2182"/>
                            <a:pt x="57377" y="6658"/>
                            <a:pt x="62139" y="1227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48" name="Graphique 1">
                    <a:extLst>
                      <a:ext uri="{FF2B5EF4-FFF2-40B4-BE49-F238E27FC236}">
                        <a16:creationId xmlns:a16="http://schemas.microsoft.com/office/drawing/2014/main" id="{19AD6704-CE1F-4863-9A7D-D5BF6A1CEEF6}"/>
                      </a:ext>
                    </a:extLst>
                  </p:cNvPr>
                  <p:cNvGrpSpPr/>
                  <p:nvPr/>
                </p:nvGrpSpPr>
                <p:grpSpPr>
                  <a:xfrm>
                    <a:off x="650611" y="2784060"/>
                    <a:ext cx="158311" cy="119690"/>
                    <a:chOff x="650611" y="2784060"/>
                    <a:chExt cx="158311" cy="119690"/>
                  </a:xfrm>
                  <a:solidFill>
                    <a:schemeClr val="accent1"/>
                  </a:solidFill>
                </p:grpSpPr>
                <p:sp>
                  <p:nvSpPr>
                    <p:cNvPr id="16204" name="Forme libre : forme 16203">
                      <a:extLst>
                        <a:ext uri="{FF2B5EF4-FFF2-40B4-BE49-F238E27FC236}">
                          <a16:creationId xmlns:a16="http://schemas.microsoft.com/office/drawing/2014/main" id="{240E446D-44FF-4FF1-9775-6D860B7107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11" y="2784060"/>
                      <a:ext cx="158311" cy="119690"/>
                    </a:xfrm>
                    <a:custGeom>
                      <a:avLst/>
                      <a:gdLst>
                        <a:gd name="connsiteX0" fmla="*/ 100725 w 158311"/>
                        <a:gd name="connsiteY0" fmla="*/ 119350 h 119690"/>
                        <a:gd name="connsiteX1" fmla="*/ 77389 w 158311"/>
                        <a:gd name="connsiteY1" fmla="*/ 118111 h 119690"/>
                        <a:gd name="connsiteX2" fmla="*/ 53481 w 158311"/>
                        <a:gd name="connsiteY2" fmla="*/ 118587 h 119690"/>
                        <a:gd name="connsiteX3" fmla="*/ 37384 w 158311"/>
                        <a:gd name="connsiteY3" fmla="*/ 116302 h 119690"/>
                        <a:gd name="connsiteX4" fmla="*/ 23191 w 158311"/>
                        <a:gd name="connsiteY4" fmla="*/ 108491 h 119690"/>
                        <a:gd name="connsiteX5" fmla="*/ 5951 w 158311"/>
                        <a:gd name="connsiteY5" fmla="*/ 80773 h 119690"/>
                        <a:gd name="connsiteX6" fmla="*/ 522 w 158311"/>
                        <a:gd name="connsiteY6" fmla="*/ 48769 h 119690"/>
                        <a:gd name="connsiteX7" fmla="*/ 10904 w 158311"/>
                        <a:gd name="connsiteY7" fmla="*/ 16479 h 119690"/>
                        <a:gd name="connsiteX8" fmla="*/ 26811 w 158311"/>
                        <a:gd name="connsiteY8" fmla="*/ 5621 h 119690"/>
                        <a:gd name="connsiteX9" fmla="*/ 47575 w 158311"/>
                        <a:gd name="connsiteY9" fmla="*/ 763 h 119690"/>
                        <a:gd name="connsiteX10" fmla="*/ 79579 w 158311"/>
                        <a:gd name="connsiteY10" fmla="*/ 96 h 119690"/>
                        <a:gd name="connsiteX11" fmla="*/ 112060 w 158311"/>
                        <a:gd name="connsiteY11" fmla="*/ 1811 h 119690"/>
                        <a:gd name="connsiteX12" fmla="*/ 133205 w 158311"/>
                        <a:gd name="connsiteY12" fmla="*/ 8002 h 119690"/>
                        <a:gd name="connsiteX13" fmla="*/ 141873 w 158311"/>
                        <a:gd name="connsiteY13" fmla="*/ 13241 h 119690"/>
                        <a:gd name="connsiteX14" fmla="*/ 148921 w 158311"/>
                        <a:gd name="connsiteY14" fmla="*/ 20194 h 119690"/>
                        <a:gd name="connsiteX15" fmla="*/ 157208 w 158311"/>
                        <a:gd name="connsiteY15" fmla="*/ 53055 h 119690"/>
                        <a:gd name="connsiteX16" fmla="*/ 149207 w 158311"/>
                        <a:gd name="connsiteY16" fmla="*/ 84583 h 119690"/>
                        <a:gd name="connsiteX17" fmla="*/ 130252 w 158311"/>
                        <a:gd name="connsiteY17" fmla="*/ 111349 h 119690"/>
                        <a:gd name="connsiteX18" fmla="*/ 123490 w 158311"/>
                        <a:gd name="connsiteY18" fmla="*/ 115159 h 119690"/>
                        <a:gd name="connsiteX19" fmla="*/ 116155 w 158311"/>
                        <a:gd name="connsiteY19" fmla="*/ 118207 h 119690"/>
                        <a:gd name="connsiteX20" fmla="*/ 100725 w 158311"/>
                        <a:gd name="connsiteY20" fmla="*/ 119350 h 119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8311" h="119690">
                          <a:moveTo>
                            <a:pt x="100725" y="119350"/>
                          </a:moveTo>
                          <a:cubicBezTo>
                            <a:pt x="93010" y="118778"/>
                            <a:pt x="85199" y="118587"/>
                            <a:pt x="77389" y="118111"/>
                          </a:cubicBezTo>
                          <a:cubicBezTo>
                            <a:pt x="69578" y="117826"/>
                            <a:pt x="61482" y="118492"/>
                            <a:pt x="53481" y="118587"/>
                          </a:cubicBezTo>
                          <a:cubicBezTo>
                            <a:pt x="47861" y="118587"/>
                            <a:pt x="42432" y="117921"/>
                            <a:pt x="37384" y="116302"/>
                          </a:cubicBezTo>
                          <a:cubicBezTo>
                            <a:pt x="32335" y="114682"/>
                            <a:pt x="27478" y="111920"/>
                            <a:pt x="23191" y="108491"/>
                          </a:cubicBezTo>
                          <a:cubicBezTo>
                            <a:pt x="14714" y="102109"/>
                            <a:pt x="7951" y="92299"/>
                            <a:pt x="5951" y="80773"/>
                          </a:cubicBezTo>
                          <a:lnTo>
                            <a:pt x="522" y="48769"/>
                          </a:lnTo>
                          <a:cubicBezTo>
                            <a:pt x="-1478" y="37149"/>
                            <a:pt x="2332" y="25719"/>
                            <a:pt x="10904" y="16479"/>
                          </a:cubicBezTo>
                          <a:cubicBezTo>
                            <a:pt x="15190" y="12098"/>
                            <a:pt x="20620" y="8383"/>
                            <a:pt x="26811" y="5621"/>
                          </a:cubicBezTo>
                          <a:cubicBezTo>
                            <a:pt x="33002" y="2763"/>
                            <a:pt x="40146" y="859"/>
                            <a:pt x="47575" y="763"/>
                          </a:cubicBezTo>
                          <a:cubicBezTo>
                            <a:pt x="58243" y="573"/>
                            <a:pt x="68816" y="-284"/>
                            <a:pt x="79579" y="96"/>
                          </a:cubicBezTo>
                          <a:cubicBezTo>
                            <a:pt x="90438" y="668"/>
                            <a:pt x="101201" y="954"/>
                            <a:pt x="112060" y="1811"/>
                          </a:cubicBezTo>
                          <a:cubicBezTo>
                            <a:pt x="119775" y="2763"/>
                            <a:pt x="126919" y="4954"/>
                            <a:pt x="133205" y="8002"/>
                          </a:cubicBezTo>
                          <a:cubicBezTo>
                            <a:pt x="136348" y="9526"/>
                            <a:pt x="139301" y="11241"/>
                            <a:pt x="141873" y="13241"/>
                          </a:cubicBezTo>
                          <a:cubicBezTo>
                            <a:pt x="144540" y="15432"/>
                            <a:pt x="146826" y="17718"/>
                            <a:pt x="148921" y="20194"/>
                          </a:cubicBezTo>
                          <a:cubicBezTo>
                            <a:pt x="157113" y="30005"/>
                            <a:pt x="160161" y="41721"/>
                            <a:pt x="157208" y="53055"/>
                          </a:cubicBezTo>
                          <a:lnTo>
                            <a:pt x="149207" y="84583"/>
                          </a:lnTo>
                          <a:cubicBezTo>
                            <a:pt x="146254" y="96013"/>
                            <a:pt x="138825" y="105348"/>
                            <a:pt x="130252" y="111349"/>
                          </a:cubicBezTo>
                          <a:cubicBezTo>
                            <a:pt x="128062" y="112873"/>
                            <a:pt x="125871" y="114111"/>
                            <a:pt x="123490" y="115159"/>
                          </a:cubicBezTo>
                          <a:cubicBezTo>
                            <a:pt x="121108" y="116397"/>
                            <a:pt x="118632" y="117444"/>
                            <a:pt x="116155" y="118207"/>
                          </a:cubicBezTo>
                          <a:cubicBezTo>
                            <a:pt x="111202" y="119540"/>
                            <a:pt x="106059" y="120111"/>
                            <a:pt x="100725" y="11935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05" name="Forme libre : forme 16204">
                      <a:extLst>
                        <a:ext uri="{FF2B5EF4-FFF2-40B4-BE49-F238E27FC236}">
                          <a16:creationId xmlns:a16="http://schemas.microsoft.com/office/drawing/2014/main" id="{726A6268-1B4C-4394-BCB5-20B3232AA7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4181" y="2850927"/>
                      <a:ext cx="145922" cy="52745"/>
                    </a:xfrm>
                    <a:custGeom>
                      <a:avLst/>
                      <a:gdLst>
                        <a:gd name="connsiteX0" fmla="*/ 57341 w 145922"/>
                        <a:gd name="connsiteY0" fmla="*/ 12573 h 52745"/>
                        <a:gd name="connsiteX1" fmla="*/ 41624 w 145922"/>
                        <a:gd name="connsiteY1" fmla="*/ 14764 h 52745"/>
                        <a:gd name="connsiteX2" fmla="*/ 26480 w 145922"/>
                        <a:gd name="connsiteY2" fmla="*/ 13621 h 52745"/>
                        <a:gd name="connsiteX3" fmla="*/ 0 w 145922"/>
                        <a:gd name="connsiteY3" fmla="*/ 0 h 52745"/>
                        <a:gd name="connsiteX4" fmla="*/ 2381 w 145922"/>
                        <a:gd name="connsiteY4" fmla="*/ 13811 h 52745"/>
                        <a:gd name="connsiteX5" fmla="*/ 19622 w 145922"/>
                        <a:gd name="connsiteY5" fmla="*/ 41529 h 52745"/>
                        <a:gd name="connsiteX6" fmla="*/ 33814 w 145922"/>
                        <a:gd name="connsiteY6" fmla="*/ 49339 h 52745"/>
                        <a:gd name="connsiteX7" fmla="*/ 49911 w 145922"/>
                        <a:gd name="connsiteY7" fmla="*/ 51626 h 52745"/>
                        <a:gd name="connsiteX8" fmla="*/ 73819 w 145922"/>
                        <a:gd name="connsiteY8" fmla="*/ 51149 h 52745"/>
                        <a:gd name="connsiteX9" fmla="*/ 97155 w 145922"/>
                        <a:gd name="connsiteY9" fmla="*/ 52388 h 52745"/>
                        <a:gd name="connsiteX10" fmla="*/ 112586 w 145922"/>
                        <a:gd name="connsiteY10" fmla="*/ 51149 h 52745"/>
                        <a:gd name="connsiteX11" fmla="*/ 119920 w 145922"/>
                        <a:gd name="connsiteY11" fmla="*/ 48101 h 52745"/>
                        <a:gd name="connsiteX12" fmla="*/ 126683 w 145922"/>
                        <a:gd name="connsiteY12" fmla="*/ 44291 h 52745"/>
                        <a:gd name="connsiteX13" fmla="*/ 145637 w 145922"/>
                        <a:gd name="connsiteY13" fmla="*/ 17526 h 52745"/>
                        <a:gd name="connsiteX14" fmla="*/ 145923 w 145922"/>
                        <a:gd name="connsiteY14" fmla="*/ 16478 h 52745"/>
                        <a:gd name="connsiteX15" fmla="*/ 123825 w 145922"/>
                        <a:gd name="connsiteY15" fmla="*/ 12382 h 52745"/>
                        <a:gd name="connsiteX16" fmla="*/ 101822 w 145922"/>
                        <a:gd name="connsiteY16" fmla="*/ 9239 h 52745"/>
                        <a:gd name="connsiteX17" fmla="*/ 79629 w 145922"/>
                        <a:gd name="connsiteY17" fmla="*/ 8763 h 52745"/>
                        <a:gd name="connsiteX18" fmla="*/ 57341 w 145922"/>
                        <a:gd name="connsiteY18" fmla="*/ 12573 h 52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45922" h="52745">
                          <a:moveTo>
                            <a:pt x="57341" y="12573"/>
                          </a:moveTo>
                          <a:cubicBezTo>
                            <a:pt x="52102" y="14002"/>
                            <a:pt x="46863" y="14764"/>
                            <a:pt x="41624" y="14764"/>
                          </a:cubicBezTo>
                          <a:cubicBezTo>
                            <a:pt x="36481" y="14954"/>
                            <a:pt x="31337" y="14764"/>
                            <a:pt x="26480" y="13621"/>
                          </a:cubicBezTo>
                          <a:cubicBezTo>
                            <a:pt x="16574" y="11239"/>
                            <a:pt x="7430" y="7144"/>
                            <a:pt x="0" y="0"/>
                          </a:cubicBezTo>
                          <a:lnTo>
                            <a:pt x="2381" y="13811"/>
                          </a:lnTo>
                          <a:cubicBezTo>
                            <a:pt x="4381" y="25432"/>
                            <a:pt x="11144" y="35147"/>
                            <a:pt x="19622" y="41529"/>
                          </a:cubicBezTo>
                          <a:cubicBezTo>
                            <a:pt x="23908" y="44958"/>
                            <a:pt x="28766" y="47720"/>
                            <a:pt x="33814" y="49339"/>
                          </a:cubicBezTo>
                          <a:cubicBezTo>
                            <a:pt x="38862" y="50959"/>
                            <a:pt x="44291" y="51626"/>
                            <a:pt x="49911" y="51626"/>
                          </a:cubicBezTo>
                          <a:cubicBezTo>
                            <a:pt x="57912" y="51530"/>
                            <a:pt x="66008" y="50863"/>
                            <a:pt x="73819" y="51149"/>
                          </a:cubicBezTo>
                          <a:cubicBezTo>
                            <a:pt x="81629" y="51626"/>
                            <a:pt x="89440" y="51816"/>
                            <a:pt x="97155" y="52388"/>
                          </a:cubicBezTo>
                          <a:cubicBezTo>
                            <a:pt x="102489" y="53150"/>
                            <a:pt x="107633" y="52673"/>
                            <a:pt x="112586" y="51149"/>
                          </a:cubicBezTo>
                          <a:cubicBezTo>
                            <a:pt x="115062" y="50387"/>
                            <a:pt x="117539" y="49339"/>
                            <a:pt x="119920" y="48101"/>
                          </a:cubicBezTo>
                          <a:cubicBezTo>
                            <a:pt x="122206" y="47054"/>
                            <a:pt x="124492" y="45815"/>
                            <a:pt x="126683" y="44291"/>
                          </a:cubicBezTo>
                          <a:cubicBezTo>
                            <a:pt x="135255" y="38290"/>
                            <a:pt x="142685" y="28956"/>
                            <a:pt x="145637" y="17526"/>
                          </a:cubicBezTo>
                          <a:lnTo>
                            <a:pt x="145923" y="16478"/>
                          </a:lnTo>
                          <a:cubicBezTo>
                            <a:pt x="138398" y="15430"/>
                            <a:pt x="131159" y="13621"/>
                            <a:pt x="123825" y="12382"/>
                          </a:cubicBezTo>
                          <a:cubicBezTo>
                            <a:pt x="116491" y="11335"/>
                            <a:pt x="109156" y="10287"/>
                            <a:pt x="101822" y="9239"/>
                          </a:cubicBezTo>
                          <a:cubicBezTo>
                            <a:pt x="94488" y="8477"/>
                            <a:pt x="87058" y="8572"/>
                            <a:pt x="79629" y="8763"/>
                          </a:cubicBezTo>
                          <a:cubicBezTo>
                            <a:pt x="72295" y="8954"/>
                            <a:pt x="64770" y="10478"/>
                            <a:pt x="57341" y="1257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06" name="Forme libre : forme 16205">
                      <a:extLst>
                        <a:ext uri="{FF2B5EF4-FFF2-40B4-BE49-F238E27FC236}">
                          <a16:creationId xmlns:a16="http://schemas.microsoft.com/office/drawing/2014/main" id="{EECFE2F7-819E-403A-8A69-367EB1AC54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838" y="2823879"/>
                      <a:ext cx="68265" cy="44717"/>
                    </a:xfrm>
                    <a:custGeom>
                      <a:avLst/>
                      <a:gdLst>
                        <a:gd name="connsiteX0" fmla="*/ 68120 w 68265"/>
                        <a:gd name="connsiteY0" fmla="*/ 25524 h 44717"/>
                        <a:gd name="connsiteX1" fmla="*/ 56404 w 68265"/>
                        <a:gd name="connsiteY1" fmla="*/ 39907 h 44717"/>
                        <a:gd name="connsiteX2" fmla="*/ 45736 w 68265"/>
                        <a:gd name="connsiteY2" fmla="*/ 43527 h 44717"/>
                        <a:gd name="connsiteX3" fmla="*/ 33163 w 68265"/>
                        <a:gd name="connsiteY3" fmla="*/ 44670 h 44717"/>
                        <a:gd name="connsiteX4" fmla="*/ 20685 w 68265"/>
                        <a:gd name="connsiteY4" fmla="*/ 42289 h 44717"/>
                        <a:gd name="connsiteX5" fmla="*/ 10303 w 68265"/>
                        <a:gd name="connsiteY5" fmla="*/ 37812 h 44717"/>
                        <a:gd name="connsiteX6" fmla="*/ 16 w 68265"/>
                        <a:gd name="connsiteY6" fmla="*/ 22381 h 44717"/>
                        <a:gd name="connsiteX7" fmla="*/ 9731 w 68265"/>
                        <a:gd name="connsiteY7" fmla="*/ 6284 h 44717"/>
                        <a:gd name="connsiteX8" fmla="*/ 21066 w 68265"/>
                        <a:gd name="connsiteY8" fmla="*/ 1140 h 44717"/>
                        <a:gd name="connsiteX9" fmla="*/ 35163 w 68265"/>
                        <a:gd name="connsiteY9" fmla="*/ 93 h 44717"/>
                        <a:gd name="connsiteX10" fmla="*/ 49165 w 68265"/>
                        <a:gd name="connsiteY10" fmla="*/ 2569 h 44717"/>
                        <a:gd name="connsiteX11" fmla="*/ 60023 w 68265"/>
                        <a:gd name="connsiteY11" fmla="*/ 8570 h 44717"/>
                        <a:gd name="connsiteX12" fmla="*/ 68120 w 68265"/>
                        <a:gd name="connsiteY12" fmla="*/ 25524 h 44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8265" h="44717">
                          <a:moveTo>
                            <a:pt x="68120" y="25524"/>
                          </a:moveTo>
                          <a:cubicBezTo>
                            <a:pt x="67167" y="31621"/>
                            <a:pt x="62690" y="36669"/>
                            <a:pt x="56404" y="39907"/>
                          </a:cubicBezTo>
                          <a:cubicBezTo>
                            <a:pt x="53261" y="41622"/>
                            <a:pt x="49736" y="42479"/>
                            <a:pt x="45736" y="43527"/>
                          </a:cubicBezTo>
                          <a:cubicBezTo>
                            <a:pt x="41830" y="44479"/>
                            <a:pt x="37544" y="44860"/>
                            <a:pt x="33163" y="44670"/>
                          </a:cubicBezTo>
                          <a:cubicBezTo>
                            <a:pt x="28781" y="44479"/>
                            <a:pt x="24590" y="43622"/>
                            <a:pt x="20685" y="42289"/>
                          </a:cubicBezTo>
                          <a:cubicBezTo>
                            <a:pt x="16780" y="41241"/>
                            <a:pt x="13255" y="39717"/>
                            <a:pt x="10303" y="37812"/>
                          </a:cubicBezTo>
                          <a:cubicBezTo>
                            <a:pt x="4302" y="34002"/>
                            <a:pt x="302" y="28477"/>
                            <a:pt x="16" y="22381"/>
                          </a:cubicBezTo>
                          <a:cubicBezTo>
                            <a:pt x="-270" y="16285"/>
                            <a:pt x="3350" y="10475"/>
                            <a:pt x="9731" y="6284"/>
                          </a:cubicBezTo>
                          <a:cubicBezTo>
                            <a:pt x="12875" y="4189"/>
                            <a:pt x="16780" y="2379"/>
                            <a:pt x="21066" y="1140"/>
                          </a:cubicBezTo>
                          <a:cubicBezTo>
                            <a:pt x="25352" y="188"/>
                            <a:pt x="30210" y="-193"/>
                            <a:pt x="35163" y="93"/>
                          </a:cubicBezTo>
                          <a:cubicBezTo>
                            <a:pt x="40211" y="379"/>
                            <a:pt x="44879" y="1236"/>
                            <a:pt x="49165" y="2569"/>
                          </a:cubicBezTo>
                          <a:cubicBezTo>
                            <a:pt x="53356" y="3807"/>
                            <a:pt x="57071" y="6284"/>
                            <a:pt x="60023" y="8570"/>
                          </a:cubicBezTo>
                          <a:cubicBezTo>
                            <a:pt x="66024" y="13428"/>
                            <a:pt x="68977" y="19429"/>
                            <a:pt x="68120" y="25524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07" name="Forme libre : forme 16206">
                      <a:extLst>
                        <a:ext uri="{FF2B5EF4-FFF2-40B4-BE49-F238E27FC236}">
                          <a16:creationId xmlns:a16="http://schemas.microsoft.com/office/drawing/2014/main" id="{ED3A0F82-1B86-4FB6-B170-D166119AD0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836" y="2827210"/>
                      <a:ext cx="47737" cy="41308"/>
                    </a:xfrm>
                    <a:custGeom>
                      <a:avLst/>
                      <a:gdLst>
                        <a:gd name="connsiteX0" fmla="*/ 14972 w 47737"/>
                        <a:gd name="connsiteY0" fmla="*/ 0 h 41308"/>
                        <a:gd name="connsiteX1" fmla="*/ 18 w 47737"/>
                        <a:gd name="connsiteY1" fmla="*/ 18955 h 41308"/>
                        <a:gd name="connsiteX2" fmla="*/ 10305 w 47737"/>
                        <a:gd name="connsiteY2" fmla="*/ 34385 h 41308"/>
                        <a:gd name="connsiteX3" fmla="*/ 20687 w 47737"/>
                        <a:gd name="connsiteY3" fmla="*/ 38862 h 41308"/>
                        <a:gd name="connsiteX4" fmla="*/ 33165 w 47737"/>
                        <a:gd name="connsiteY4" fmla="*/ 41243 h 41308"/>
                        <a:gd name="connsiteX5" fmla="*/ 47738 w 47737"/>
                        <a:gd name="connsiteY5" fmla="*/ 39529 h 41308"/>
                        <a:gd name="connsiteX6" fmla="*/ 39832 w 47737"/>
                        <a:gd name="connsiteY6" fmla="*/ 37624 h 41308"/>
                        <a:gd name="connsiteX7" fmla="*/ 21925 w 47737"/>
                        <a:gd name="connsiteY7" fmla="*/ 21336 h 41308"/>
                        <a:gd name="connsiteX8" fmla="*/ 14972 w 47737"/>
                        <a:gd name="connsiteY8" fmla="*/ 0 h 41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7737" h="41308">
                          <a:moveTo>
                            <a:pt x="14972" y="0"/>
                          </a:moveTo>
                          <a:cubicBezTo>
                            <a:pt x="5447" y="4286"/>
                            <a:pt x="-363" y="11335"/>
                            <a:pt x="18" y="18955"/>
                          </a:cubicBezTo>
                          <a:cubicBezTo>
                            <a:pt x="303" y="25146"/>
                            <a:pt x="4304" y="30575"/>
                            <a:pt x="10305" y="34385"/>
                          </a:cubicBezTo>
                          <a:cubicBezTo>
                            <a:pt x="13353" y="36290"/>
                            <a:pt x="16877" y="37814"/>
                            <a:pt x="20687" y="38862"/>
                          </a:cubicBezTo>
                          <a:cubicBezTo>
                            <a:pt x="24497" y="40196"/>
                            <a:pt x="28688" y="41053"/>
                            <a:pt x="33165" y="41243"/>
                          </a:cubicBezTo>
                          <a:cubicBezTo>
                            <a:pt x="38308" y="41529"/>
                            <a:pt x="43261" y="40862"/>
                            <a:pt x="47738" y="39529"/>
                          </a:cubicBezTo>
                          <a:cubicBezTo>
                            <a:pt x="45071" y="39338"/>
                            <a:pt x="42404" y="38671"/>
                            <a:pt x="39832" y="37624"/>
                          </a:cubicBezTo>
                          <a:cubicBezTo>
                            <a:pt x="32879" y="33909"/>
                            <a:pt x="26592" y="28099"/>
                            <a:pt x="21925" y="21336"/>
                          </a:cubicBezTo>
                          <a:cubicBezTo>
                            <a:pt x="17258" y="14859"/>
                            <a:pt x="14400" y="7620"/>
                            <a:pt x="14972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08" name="Forme libre : forme 16207">
                      <a:extLst>
                        <a:ext uri="{FF2B5EF4-FFF2-40B4-BE49-F238E27FC236}">
                          <a16:creationId xmlns:a16="http://schemas.microsoft.com/office/drawing/2014/main" id="{82F3C7B9-507C-48D7-B51D-49C69B5031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657" y="2828927"/>
                      <a:ext cx="67144" cy="44806"/>
                    </a:xfrm>
                    <a:custGeom>
                      <a:avLst/>
                      <a:gdLst>
                        <a:gd name="connsiteX0" fmla="*/ 66968 w 67144"/>
                        <a:gd name="connsiteY0" fmla="*/ 25810 h 44806"/>
                        <a:gd name="connsiteX1" fmla="*/ 55252 w 67144"/>
                        <a:gd name="connsiteY1" fmla="*/ 40193 h 44806"/>
                        <a:gd name="connsiteX2" fmla="*/ 44775 w 67144"/>
                        <a:gd name="connsiteY2" fmla="*/ 43622 h 44806"/>
                        <a:gd name="connsiteX3" fmla="*/ 32392 w 67144"/>
                        <a:gd name="connsiteY3" fmla="*/ 44765 h 44806"/>
                        <a:gd name="connsiteX4" fmla="*/ 20200 w 67144"/>
                        <a:gd name="connsiteY4" fmla="*/ 42384 h 44806"/>
                        <a:gd name="connsiteX5" fmla="*/ 10008 w 67144"/>
                        <a:gd name="connsiteY5" fmla="*/ 37621 h 44806"/>
                        <a:gd name="connsiteX6" fmla="*/ 7 w 67144"/>
                        <a:gd name="connsiteY6" fmla="*/ 22096 h 44806"/>
                        <a:gd name="connsiteX7" fmla="*/ 9723 w 67144"/>
                        <a:gd name="connsiteY7" fmla="*/ 5998 h 44806"/>
                        <a:gd name="connsiteX8" fmla="*/ 20962 w 67144"/>
                        <a:gd name="connsiteY8" fmla="*/ 1140 h 44806"/>
                        <a:gd name="connsiteX9" fmla="*/ 34869 w 67144"/>
                        <a:gd name="connsiteY9" fmla="*/ 93 h 44806"/>
                        <a:gd name="connsiteX10" fmla="*/ 48585 w 67144"/>
                        <a:gd name="connsiteY10" fmla="*/ 2569 h 44806"/>
                        <a:gd name="connsiteX11" fmla="*/ 59253 w 67144"/>
                        <a:gd name="connsiteY11" fmla="*/ 8856 h 44806"/>
                        <a:gd name="connsiteX12" fmla="*/ 66968 w 67144"/>
                        <a:gd name="connsiteY12" fmla="*/ 25810 h 44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7144" h="44806">
                          <a:moveTo>
                            <a:pt x="66968" y="25810"/>
                          </a:moveTo>
                          <a:cubicBezTo>
                            <a:pt x="66015" y="31906"/>
                            <a:pt x="61443" y="36955"/>
                            <a:pt x="55252" y="40193"/>
                          </a:cubicBezTo>
                          <a:cubicBezTo>
                            <a:pt x="52109" y="41812"/>
                            <a:pt x="48585" y="42955"/>
                            <a:pt x="44775" y="43622"/>
                          </a:cubicBezTo>
                          <a:cubicBezTo>
                            <a:pt x="40869" y="44479"/>
                            <a:pt x="36678" y="44955"/>
                            <a:pt x="32392" y="44765"/>
                          </a:cubicBezTo>
                          <a:cubicBezTo>
                            <a:pt x="28011" y="44574"/>
                            <a:pt x="23915" y="43717"/>
                            <a:pt x="20200" y="42384"/>
                          </a:cubicBezTo>
                          <a:cubicBezTo>
                            <a:pt x="16485" y="40955"/>
                            <a:pt x="12961" y="39622"/>
                            <a:pt x="10008" y="37621"/>
                          </a:cubicBezTo>
                          <a:cubicBezTo>
                            <a:pt x="4103" y="33811"/>
                            <a:pt x="198" y="28287"/>
                            <a:pt x="7" y="22096"/>
                          </a:cubicBezTo>
                          <a:cubicBezTo>
                            <a:pt x="-183" y="15904"/>
                            <a:pt x="3436" y="10189"/>
                            <a:pt x="9723" y="5998"/>
                          </a:cubicBezTo>
                          <a:cubicBezTo>
                            <a:pt x="12866" y="3903"/>
                            <a:pt x="16676" y="1998"/>
                            <a:pt x="20962" y="1140"/>
                          </a:cubicBezTo>
                          <a:cubicBezTo>
                            <a:pt x="25248" y="188"/>
                            <a:pt x="30011" y="-193"/>
                            <a:pt x="34869" y="93"/>
                          </a:cubicBezTo>
                          <a:cubicBezTo>
                            <a:pt x="39822" y="379"/>
                            <a:pt x="44489" y="1140"/>
                            <a:pt x="48585" y="2569"/>
                          </a:cubicBezTo>
                          <a:cubicBezTo>
                            <a:pt x="52680" y="4284"/>
                            <a:pt x="56395" y="6379"/>
                            <a:pt x="59253" y="8856"/>
                          </a:cubicBezTo>
                          <a:cubicBezTo>
                            <a:pt x="64968" y="13714"/>
                            <a:pt x="67920" y="19714"/>
                            <a:pt x="66968" y="2581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09" name="Forme libre : forme 16208">
                      <a:extLst>
                        <a:ext uri="{FF2B5EF4-FFF2-40B4-BE49-F238E27FC236}">
                          <a16:creationId xmlns:a16="http://schemas.microsoft.com/office/drawing/2014/main" id="{4D6C7861-2B99-4982-9FA3-8DB69128A7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617" y="2811593"/>
                      <a:ext cx="84129" cy="81669"/>
                    </a:xfrm>
                    <a:custGeom>
                      <a:avLst/>
                      <a:gdLst>
                        <a:gd name="connsiteX0" fmla="*/ 2662 w 84129"/>
                        <a:gd name="connsiteY0" fmla="*/ 39716 h 81669"/>
                        <a:gd name="connsiteX1" fmla="*/ 7139 w 84129"/>
                        <a:gd name="connsiteY1" fmla="*/ 60099 h 81669"/>
                        <a:gd name="connsiteX2" fmla="*/ 21140 w 84129"/>
                        <a:gd name="connsiteY2" fmla="*/ 73529 h 81669"/>
                        <a:gd name="connsiteX3" fmla="*/ 40000 w 84129"/>
                        <a:gd name="connsiteY3" fmla="*/ 80387 h 81669"/>
                        <a:gd name="connsiteX4" fmla="*/ 71623 w 84129"/>
                        <a:gd name="connsiteY4" fmla="*/ 78197 h 81669"/>
                        <a:gd name="connsiteX5" fmla="*/ 83720 w 84129"/>
                        <a:gd name="connsiteY5" fmla="*/ 59051 h 81669"/>
                        <a:gd name="connsiteX6" fmla="*/ 73337 w 84129"/>
                        <a:gd name="connsiteY6" fmla="*/ 47621 h 81669"/>
                        <a:gd name="connsiteX7" fmla="*/ 45048 w 84129"/>
                        <a:gd name="connsiteY7" fmla="*/ 22190 h 81669"/>
                        <a:gd name="connsiteX8" fmla="*/ 29618 w 84129"/>
                        <a:gd name="connsiteY8" fmla="*/ 6378 h 81669"/>
                        <a:gd name="connsiteX9" fmla="*/ 7901 w 84129"/>
                        <a:gd name="connsiteY9" fmla="*/ 1520 h 81669"/>
                        <a:gd name="connsiteX10" fmla="*/ 2662 w 84129"/>
                        <a:gd name="connsiteY10" fmla="*/ 39716 h 81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4129" h="81669">
                          <a:moveTo>
                            <a:pt x="2662" y="39716"/>
                          </a:moveTo>
                          <a:cubicBezTo>
                            <a:pt x="3233" y="46669"/>
                            <a:pt x="3900" y="53812"/>
                            <a:pt x="7139" y="60099"/>
                          </a:cubicBezTo>
                          <a:cubicBezTo>
                            <a:pt x="10282" y="66004"/>
                            <a:pt x="15330" y="70386"/>
                            <a:pt x="21140" y="73529"/>
                          </a:cubicBezTo>
                          <a:cubicBezTo>
                            <a:pt x="26951" y="76863"/>
                            <a:pt x="33618" y="79244"/>
                            <a:pt x="40000" y="80387"/>
                          </a:cubicBezTo>
                          <a:cubicBezTo>
                            <a:pt x="50858" y="81911"/>
                            <a:pt x="61717" y="82959"/>
                            <a:pt x="71623" y="78197"/>
                          </a:cubicBezTo>
                          <a:cubicBezTo>
                            <a:pt x="78957" y="74386"/>
                            <a:pt x="85910" y="67243"/>
                            <a:pt x="83720" y="59051"/>
                          </a:cubicBezTo>
                          <a:cubicBezTo>
                            <a:pt x="82386" y="53908"/>
                            <a:pt x="77719" y="50574"/>
                            <a:pt x="73337" y="47621"/>
                          </a:cubicBezTo>
                          <a:cubicBezTo>
                            <a:pt x="63146" y="40668"/>
                            <a:pt x="53525" y="31048"/>
                            <a:pt x="45048" y="22190"/>
                          </a:cubicBezTo>
                          <a:cubicBezTo>
                            <a:pt x="41429" y="18284"/>
                            <a:pt x="36190" y="11426"/>
                            <a:pt x="29618" y="6378"/>
                          </a:cubicBezTo>
                          <a:cubicBezTo>
                            <a:pt x="23141" y="1234"/>
                            <a:pt x="15425" y="-2099"/>
                            <a:pt x="7901" y="1520"/>
                          </a:cubicBezTo>
                          <a:cubicBezTo>
                            <a:pt x="-5434" y="7711"/>
                            <a:pt x="1995" y="30000"/>
                            <a:pt x="2662" y="3971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10" name="Forme libre : forme 16209">
                      <a:extLst>
                        <a:ext uri="{FF2B5EF4-FFF2-40B4-BE49-F238E27FC236}">
                          <a16:creationId xmlns:a16="http://schemas.microsoft.com/office/drawing/2014/main" id="{E8DAA3A6-932A-4855-9C7E-C0B401B1E9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629" y="2810741"/>
                      <a:ext cx="29076" cy="22974"/>
                    </a:xfrm>
                    <a:custGeom>
                      <a:avLst/>
                      <a:gdLst>
                        <a:gd name="connsiteX0" fmla="*/ 1366 w 29076"/>
                        <a:gd name="connsiteY0" fmla="*/ 13993 h 22974"/>
                        <a:gd name="connsiteX1" fmla="*/ 33 w 29076"/>
                        <a:gd name="connsiteY1" fmla="*/ 18946 h 22974"/>
                        <a:gd name="connsiteX2" fmla="*/ 3081 w 29076"/>
                        <a:gd name="connsiteY2" fmla="*/ 22756 h 22974"/>
                        <a:gd name="connsiteX3" fmla="*/ 8224 w 29076"/>
                        <a:gd name="connsiteY3" fmla="*/ 22375 h 22974"/>
                        <a:gd name="connsiteX4" fmla="*/ 20607 w 29076"/>
                        <a:gd name="connsiteY4" fmla="*/ 17422 h 22974"/>
                        <a:gd name="connsiteX5" fmla="*/ 25083 w 29076"/>
                        <a:gd name="connsiteY5" fmla="*/ 14469 h 22974"/>
                        <a:gd name="connsiteX6" fmla="*/ 20892 w 29076"/>
                        <a:gd name="connsiteY6" fmla="*/ 182 h 22974"/>
                        <a:gd name="connsiteX7" fmla="*/ 1366 w 29076"/>
                        <a:gd name="connsiteY7" fmla="*/ 13993 h 22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076" h="22974">
                          <a:moveTo>
                            <a:pt x="1366" y="13993"/>
                          </a:moveTo>
                          <a:cubicBezTo>
                            <a:pt x="509" y="15517"/>
                            <a:pt x="-158" y="17231"/>
                            <a:pt x="33" y="18946"/>
                          </a:cubicBezTo>
                          <a:cubicBezTo>
                            <a:pt x="128" y="20661"/>
                            <a:pt x="1271" y="22280"/>
                            <a:pt x="3081" y="22756"/>
                          </a:cubicBezTo>
                          <a:cubicBezTo>
                            <a:pt x="4700" y="23232"/>
                            <a:pt x="6510" y="22851"/>
                            <a:pt x="8224" y="22375"/>
                          </a:cubicBezTo>
                          <a:cubicBezTo>
                            <a:pt x="12510" y="21137"/>
                            <a:pt x="16606" y="19422"/>
                            <a:pt x="20607" y="17422"/>
                          </a:cubicBezTo>
                          <a:cubicBezTo>
                            <a:pt x="22226" y="16565"/>
                            <a:pt x="23845" y="15707"/>
                            <a:pt x="25083" y="14469"/>
                          </a:cubicBezTo>
                          <a:cubicBezTo>
                            <a:pt x="30417" y="9326"/>
                            <a:pt x="31656" y="-1533"/>
                            <a:pt x="20892" y="182"/>
                          </a:cubicBezTo>
                          <a:cubicBezTo>
                            <a:pt x="12415" y="1515"/>
                            <a:pt x="4795" y="7706"/>
                            <a:pt x="1366" y="1399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11" name="Forme libre : forme 16210">
                      <a:extLst>
                        <a:ext uri="{FF2B5EF4-FFF2-40B4-BE49-F238E27FC236}">
                          <a16:creationId xmlns:a16="http://schemas.microsoft.com/office/drawing/2014/main" id="{CBC72A65-3E1B-4624-A4F4-9114B6CF9C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479" y="2862929"/>
                      <a:ext cx="44195" cy="38004"/>
                    </a:xfrm>
                    <a:custGeom>
                      <a:avLst/>
                      <a:gdLst>
                        <a:gd name="connsiteX0" fmla="*/ 44196 w 44195"/>
                        <a:gd name="connsiteY0" fmla="*/ 0 h 38004"/>
                        <a:gd name="connsiteX1" fmla="*/ 35909 w 44195"/>
                        <a:gd name="connsiteY1" fmla="*/ 17050 h 38004"/>
                        <a:gd name="connsiteX2" fmla="*/ 22479 w 44195"/>
                        <a:gd name="connsiteY2" fmla="*/ 29337 h 38004"/>
                        <a:gd name="connsiteX3" fmla="*/ 0 w 44195"/>
                        <a:gd name="connsiteY3" fmla="*/ 38005 h 38004"/>
                        <a:gd name="connsiteX4" fmla="*/ 16097 w 44195"/>
                        <a:gd name="connsiteY4" fmla="*/ 30575 h 38004"/>
                        <a:gd name="connsiteX5" fmla="*/ 30575 w 44195"/>
                        <a:gd name="connsiteY5" fmla="*/ 19050 h 38004"/>
                        <a:gd name="connsiteX6" fmla="*/ 44196 w 44195"/>
                        <a:gd name="connsiteY6" fmla="*/ 0 h 38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195" h="38004">
                          <a:moveTo>
                            <a:pt x="44196" y="0"/>
                          </a:moveTo>
                          <a:cubicBezTo>
                            <a:pt x="44196" y="0"/>
                            <a:pt x="42482" y="8382"/>
                            <a:pt x="35909" y="17050"/>
                          </a:cubicBezTo>
                          <a:cubicBezTo>
                            <a:pt x="32671" y="21431"/>
                            <a:pt x="28194" y="25813"/>
                            <a:pt x="22479" y="29337"/>
                          </a:cubicBezTo>
                          <a:cubicBezTo>
                            <a:pt x="16574" y="33338"/>
                            <a:pt x="9144" y="36576"/>
                            <a:pt x="0" y="38005"/>
                          </a:cubicBezTo>
                          <a:cubicBezTo>
                            <a:pt x="0" y="38005"/>
                            <a:pt x="7049" y="36386"/>
                            <a:pt x="16097" y="30575"/>
                          </a:cubicBezTo>
                          <a:cubicBezTo>
                            <a:pt x="20669" y="27527"/>
                            <a:pt x="25718" y="23813"/>
                            <a:pt x="30575" y="19050"/>
                          </a:cubicBezTo>
                          <a:cubicBezTo>
                            <a:pt x="35433" y="14288"/>
                            <a:pt x="40291" y="8001"/>
                            <a:pt x="4419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12" name="Forme libre : forme 16211">
                      <a:extLst>
                        <a:ext uri="{FF2B5EF4-FFF2-40B4-BE49-F238E27FC236}">
                          <a16:creationId xmlns:a16="http://schemas.microsoft.com/office/drawing/2014/main" id="{87697AA4-3C49-4FAC-9771-4F70325716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4599" y="2787967"/>
                      <a:ext cx="47016" cy="47815"/>
                    </a:xfrm>
                    <a:custGeom>
                      <a:avLst/>
                      <a:gdLst>
                        <a:gd name="connsiteX0" fmla="*/ 47016 w 47016"/>
                        <a:gd name="connsiteY0" fmla="*/ 0 h 47815"/>
                        <a:gd name="connsiteX1" fmla="*/ 39396 w 47016"/>
                        <a:gd name="connsiteY1" fmla="*/ 1143 h 47815"/>
                        <a:gd name="connsiteX2" fmla="*/ 22633 w 47016"/>
                        <a:gd name="connsiteY2" fmla="*/ 7620 h 47815"/>
                        <a:gd name="connsiteX3" fmla="*/ 6345 w 47016"/>
                        <a:gd name="connsiteY3" fmla="*/ 22288 h 47815"/>
                        <a:gd name="connsiteX4" fmla="*/ 58 w 47016"/>
                        <a:gd name="connsiteY4" fmla="*/ 47815 h 47815"/>
                        <a:gd name="connsiteX5" fmla="*/ 6821 w 47016"/>
                        <a:gd name="connsiteY5" fmla="*/ 27527 h 47815"/>
                        <a:gd name="connsiteX6" fmla="*/ 21013 w 47016"/>
                        <a:gd name="connsiteY6" fmla="*/ 11430 h 47815"/>
                        <a:gd name="connsiteX7" fmla="*/ 47016 w 47016"/>
                        <a:gd name="connsiteY7" fmla="*/ 0 h 47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016" h="47815">
                          <a:moveTo>
                            <a:pt x="47016" y="0"/>
                          </a:moveTo>
                          <a:cubicBezTo>
                            <a:pt x="47016" y="0"/>
                            <a:pt x="43968" y="190"/>
                            <a:pt x="39396" y="1143"/>
                          </a:cubicBezTo>
                          <a:cubicBezTo>
                            <a:pt x="34824" y="1905"/>
                            <a:pt x="28633" y="4191"/>
                            <a:pt x="22633" y="7620"/>
                          </a:cubicBezTo>
                          <a:cubicBezTo>
                            <a:pt x="16537" y="11049"/>
                            <a:pt x="10536" y="15621"/>
                            <a:pt x="6345" y="22288"/>
                          </a:cubicBezTo>
                          <a:cubicBezTo>
                            <a:pt x="2058" y="29051"/>
                            <a:pt x="-418" y="37433"/>
                            <a:pt x="58" y="47815"/>
                          </a:cubicBezTo>
                          <a:cubicBezTo>
                            <a:pt x="58" y="47815"/>
                            <a:pt x="725" y="38481"/>
                            <a:pt x="6821" y="27527"/>
                          </a:cubicBezTo>
                          <a:cubicBezTo>
                            <a:pt x="9869" y="21907"/>
                            <a:pt x="14441" y="16478"/>
                            <a:pt x="21013" y="11430"/>
                          </a:cubicBezTo>
                          <a:cubicBezTo>
                            <a:pt x="27490" y="6382"/>
                            <a:pt x="36063" y="1810"/>
                            <a:pt x="4701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13" name="Forme libre : forme 16212">
                      <a:extLst>
                        <a:ext uri="{FF2B5EF4-FFF2-40B4-BE49-F238E27FC236}">
                          <a16:creationId xmlns:a16="http://schemas.microsoft.com/office/drawing/2014/main" id="{B0178AA1-EEC9-4525-9066-3F7A7ACA1C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3412" y="2828621"/>
                      <a:ext cx="25960" cy="16177"/>
                    </a:xfrm>
                    <a:custGeom>
                      <a:avLst/>
                      <a:gdLst>
                        <a:gd name="connsiteX0" fmla="*/ 25544 w 25960"/>
                        <a:gd name="connsiteY0" fmla="*/ 12972 h 16177"/>
                        <a:gd name="connsiteX1" fmla="*/ 10018 w 25960"/>
                        <a:gd name="connsiteY1" fmla="*/ 14782 h 16177"/>
                        <a:gd name="connsiteX2" fmla="*/ 303 w 25960"/>
                        <a:gd name="connsiteY2" fmla="*/ 3542 h 16177"/>
                        <a:gd name="connsiteX3" fmla="*/ 16210 w 25960"/>
                        <a:gd name="connsiteY3" fmla="*/ 1447 h 16177"/>
                        <a:gd name="connsiteX4" fmla="*/ 24210 w 25960"/>
                        <a:gd name="connsiteY4" fmla="*/ 6781 h 16177"/>
                        <a:gd name="connsiteX5" fmla="*/ 25544 w 25960"/>
                        <a:gd name="connsiteY5" fmla="*/ 12972 h 16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5960" h="16177">
                          <a:moveTo>
                            <a:pt x="25544" y="12972"/>
                          </a:moveTo>
                          <a:cubicBezTo>
                            <a:pt x="23734" y="16306"/>
                            <a:pt x="16876" y="17258"/>
                            <a:pt x="10018" y="14782"/>
                          </a:cubicBezTo>
                          <a:cubicBezTo>
                            <a:pt x="3160" y="12305"/>
                            <a:pt x="-1221" y="7257"/>
                            <a:pt x="303" y="3542"/>
                          </a:cubicBezTo>
                          <a:cubicBezTo>
                            <a:pt x="1922" y="-172"/>
                            <a:pt x="9066" y="-1125"/>
                            <a:pt x="16210" y="1447"/>
                          </a:cubicBezTo>
                          <a:cubicBezTo>
                            <a:pt x="19734" y="2780"/>
                            <a:pt x="22591" y="4495"/>
                            <a:pt x="24210" y="6781"/>
                          </a:cubicBezTo>
                          <a:cubicBezTo>
                            <a:pt x="25925" y="8972"/>
                            <a:pt x="26401" y="11163"/>
                            <a:pt x="25544" y="1297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14" name="Forme libre : forme 16213">
                      <a:extLst>
                        <a:ext uri="{FF2B5EF4-FFF2-40B4-BE49-F238E27FC236}">
                          <a16:creationId xmlns:a16="http://schemas.microsoft.com/office/drawing/2014/main" id="{8AC1F024-01F9-40D8-8ADB-67AAC9B55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700" y="2836429"/>
                      <a:ext cx="7177" cy="6443"/>
                    </a:xfrm>
                    <a:custGeom>
                      <a:avLst/>
                      <a:gdLst>
                        <a:gd name="connsiteX0" fmla="*/ 7161 w 7177"/>
                        <a:gd name="connsiteY0" fmla="*/ 3735 h 6443"/>
                        <a:gd name="connsiteX1" fmla="*/ 3256 w 7177"/>
                        <a:gd name="connsiteY1" fmla="*/ 6402 h 6443"/>
                        <a:gd name="connsiteX2" fmla="*/ 17 w 7177"/>
                        <a:gd name="connsiteY2" fmla="*/ 2783 h 6443"/>
                        <a:gd name="connsiteX3" fmla="*/ 3922 w 7177"/>
                        <a:gd name="connsiteY3" fmla="*/ 21 h 6443"/>
                        <a:gd name="connsiteX4" fmla="*/ 7161 w 7177"/>
                        <a:gd name="connsiteY4" fmla="*/ 3735 h 6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77" h="6443">
                          <a:moveTo>
                            <a:pt x="7161" y="3735"/>
                          </a:moveTo>
                          <a:cubicBezTo>
                            <a:pt x="6970" y="5450"/>
                            <a:pt x="5256" y="6688"/>
                            <a:pt x="3256" y="6402"/>
                          </a:cubicBezTo>
                          <a:cubicBezTo>
                            <a:pt x="1255" y="6117"/>
                            <a:pt x="-174" y="4497"/>
                            <a:pt x="17" y="2783"/>
                          </a:cubicBezTo>
                          <a:cubicBezTo>
                            <a:pt x="208" y="973"/>
                            <a:pt x="1922" y="-170"/>
                            <a:pt x="3922" y="21"/>
                          </a:cubicBezTo>
                          <a:cubicBezTo>
                            <a:pt x="5923" y="401"/>
                            <a:pt x="7351" y="2021"/>
                            <a:pt x="7161" y="37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15" name="Forme libre : forme 16214">
                      <a:extLst>
                        <a:ext uri="{FF2B5EF4-FFF2-40B4-BE49-F238E27FC236}">
                          <a16:creationId xmlns:a16="http://schemas.microsoft.com/office/drawing/2014/main" id="{DDD97E96-927B-4AAB-BBC3-0DC4D1CB40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3936" y="2793835"/>
                      <a:ext cx="61462" cy="62242"/>
                    </a:xfrm>
                    <a:custGeom>
                      <a:avLst/>
                      <a:gdLst>
                        <a:gd name="connsiteX0" fmla="*/ 59690 w 61462"/>
                        <a:gd name="connsiteY0" fmla="*/ 26231 h 62242"/>
                        <a:gd name="connsiteX1" fmla="*/ 59214 w 61462"/>
                        <a:gd name="connsiteY1" fmla="*/ 54901 h 62242"/>
                        <a:gd name="connsiteX2" fmla="*/ 52547 w 61462"/>
                        <a:gd name="connsiteY2" fmla="*/ 62236 h 62242"/>
                        <a:gd name="connsiteX3" fmla="*/ 46070 w 61462"/>
                        <a:gd name="connsiteY3" fmla="*/ 55378 h 62242"/>
                        <a:gd name="connsiteX4" fmla="*/ 33687 w 61462"/>
                        <a:gd name="connsiteY4" fmla="*/ 27565 h 62242"/>
                        <a:gd name="connsiteX5" fmla="*/ 25496 w 61462"/>
                        <a:gd name="connsiteY5" fmla="*/ 22802 h 62242"/>
                        <a:gd name="connsiteX6" fmla="*/ 12923 w 61462"/>
                        <a:gd name="connsiteY6" fmla="*/ 17278 h 62242"/>
                        <a:gd name="connsiteX7" fmla="*/ 921 w 61462"/>
                        <a:gd name="connsiteY7" fmla="*/ 4514 h 62242"/>
                        <a:gd name="connsiteX8" fmla="*/ 22733 w 61462"/>
                        <a:gd name="connsiteY8" fmla="*/ 418 h 62242"/>
                        <a:gd name="connsiteX9" fmla="*/ 45117 w 61462"/>
                        <a:gd name="connsiteY9" fmla="*/ 7753 h 62242"/>
                        <a:gd name="connsiteX10" fmla="*/ 59690 w 61462"/>
                        <a:gd name="connsiteY10" fmla="*/ 26231 h 62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1462" h="62242">
                          <a:moveTo>
                            <a:pt x="59690" y="26231"/>
                          </a:moveTo>
                          <a:cubicBezTo>
                            <a:pt x="62643" y="35851"/>
                            <a:pt x="61500" y="45567"/>
                            <a:pt x="59214" y="54901"/>
                          </a:cubicBezTo>
                          <a:cubicBezTo>
                            <a:pt x="58357" y="58331"/>
                            <a:pt x="56357" y="62426"/>
                            <a:pt x="52547" y="62236"/>
                          </a:cubicBezTo>
                          <a:cubicBezTo>
                            <a:pt x="49118" y="61950"/>
                            <a:pt x="47117" y="58331"/>
                            <a:pt x="46070" y="55378"/>
                          </a:cubicBezTo>
                          <a:cubicBezTo>
                            <a:pt x="42926" y="45853"/>
                            <a:pt x="41879" y="35090"/>
                            <a:pt x="33687" y="27565"/>
                          </a:cubicBezTo>
                          <a:cubicBezTo>
                            <a:pt x="32354" y="26422"/>
                            <a:pt x="29306" y="24707"/>
                            <a:pt x="25496" y="22802"/>
                          </a:cubicBezTo>
                          <a:cubicBezTo>
                            <a:pt x="21686" y="20897"/>
                            <a:pt x="17114" y="19278"/>
                            <a:pt x="12923" y="17278"/>
                          </a:cubicBezTo>
                          <a:cubicBezTo>
                            <a:pt x="4541" y="13277"/>
                            <a:pt x="-2603" y="8800"/>
                            <a:pt x="921" y="4514"/>
                          </a:cubicBezTo>
                          <a:cubicBezTo>
                            <a:pt x="4541" y="133"/>
                            <a:pt x="13589" y="-629"/>
                            <a:pt x="22733" y="418"/>
                          </a:cubicBezTo>
                          <a:cubicBezTo>
                            <a:pt x="31877" y="1562"/>
                            <a:pt x="41117" y="5276"/>
                            <a:pt x="45117" y="7753"/>
                          </a:cubicBezTo>
                          <a:cubicBezTo>
                            <a:pt x="52642" y="12134"/>
                            <a:pt x="57500" y="18802"/>
                            <a:pt x="59690" y="2623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49" name="Graphique 1">
                    <a:extLst>
                      <a:ext uri="{FF2B5EF4-FFF2-40B4-BE49-F238E27FC236}">
                        <a16:creationId xmlns:a16="http://schemas.microsoft.com/office/drawing/2014/main" id="{AEB35D5D-622B-435F-A988-1DD1454B7C65}"/>
                      </a:ext>
                    </a:extLst>
                  </p:cNvPr>
                  <p:cNvGrpSpPr/>
                  <p:nvPr/>
                </p:nvGrpSpPr>
                <p:grpSpPr>
                  <a:xfrm>
                    <a:off x="798425" y="2809011"/>
                    <a:ext cx="156565" cy="143217"/>
                    <a:chOff x="798425" y="2809011"/>
                    <a:chExt cx="156565" cy="143217"/>
                  </a:xfrm>
                  <a:solidFill>
                    <a:schemeClr val="accent1"/>
                  </a:solidFill>
                </p:grpSpPr>
                <p:sp>
                  <p:nvSpPr>
                    <p:cNvPr id="16192" name="Forme libre : forme 16191">
                      <a:extLst>
                        <a:ext uri="{FF2B5EF4-FFF2-40B4-BE49-F238E27FC236}">
                          <a16:creationId xmlns:a16="http://schemas.microsoft.com/office/drawing/2014/main" id="{E8823146-B8B3-47EF-84F7-2C952DD6E5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520" y="2809011"/>
                      <a:ext cx="156470" cy="143217"/>
                    </a:xfrm>
                    <a:custGeom>
                      <a:avLst/>
                      <a:gdLst>
                        <a:gd name="connsiteX0" fmla="*/ 64544 w 156470"/>
                        <a:gd name="connsiteY0" fmla="*/ 135166 h 143217"/>
                        <a:gd name="connsiteX1" fmla="*/ 45779 w 156470"/>
                        <a:gd name="connsiteY1" fmla="*/ 123259 h 143217"/>
                        <a:gd name="connsiteX2" fmla="*/ 26158 w 156470"/>
                        <a:gd name="connsiteY2" fmla="*/ 113353 h 143217"/>
                        <a:gd name="connsiteX3" fmla="*/ 13966 w 156470"/>
                        <a:gd name="connsiteY3" fmla="*/ 104591 h 143217"/>
                        <a:gd name="connsiteX4" fmla="*/ 5108 w 156470"/>
                        <a:gd name="connsiteY4" fmla="*/ 92113 h 143217"/>
                        <a:gd name="connsiteX5" fmla="*/ 440 w 156470"/>
                        <a:gd name="connsiteY5" fmla="*/ 76396 h 143217"/>
                        <a:gd name="connsiteX6" fmla="*/ 1298 w 156470"/>
                        <a:gd name="connsiteY6" fmla="*/ 59537 h 143217"/>
                        <a:gd name="connsiteX7" fmla="*/ 9299 w 156470"/>
                        <a:gd name="connsiteY7" fmla="*/ 28009 h 143217"/>
                        <a:gd name="connsiteX8" fmla="*/ 17490 w 156470"/>
                        <a:gd name="connsiteY8" fmla="*/ 12865 h 143217"/>
                        <a:gd name="connsiteX9" fmla="*/ 32444 w 156470"/>
                        <a:gd name="connsiteY9" fmla="*/ 3149 h 143217"/>
                        <a:gd name="connsiteX10" fmla="*/ 52447 w 156470"/>
                        <a:gd name="connsiteY10" fmla="*/ 6 h 143217"/>
                        <a:gd name="connsiteX11" fmla="*/ 74354 w 156470"/>
                        <a:gd name="connsiteY11" fmla="*/ 5435 h 143217"/>
                        <a:gd name="connsiteX12" fmla="*/ 104644 w 156470"/>
                        <a:gd name="connsiteY12" fmla="*/ 20770 h 143217"/>
                        <a:gd name="connsiteX13" fmla="*/ 133124 w 156470"/>
                        <a:gd name="connsiteY13" fmla="*/ 38773 h 143217"/>
                        <a:gd name="connsiteX14" fmla="*/ 148459 w 156470"/>
                        <a:gd name="connsiteY14" fmla="*/ 54775 h 143217"/>
                        <a:gd name="connsiteX15" fmla="*/ 155793 w 156470"/>
                        <a:gd name="connsiteY15" fmla="*/ 73063 h 143217"/>
                        <a:gd name="connsiteX16" fmla="*/ 146649 w 156470"/>
                        <a:gd name="connsiteY16" fmla="*/ 105543 h 143217"/>
                        <a:gd name="connsiteX17" fmla="*/ 124170 w 156470"/>
                        <a:gd name="connsiteY17" fmla="*/ 129165 h 143217"/>
                        <a:gd name="connsiteX18" fmla="*/ 94166 w 156470"/>
                        <a:gd name="connsiteY18" fmla="*/ 143071 h 143217"/>
                        <a:gd name="connsiteX19" fmla="*/ 78450 w 156470"/>
                        <a:gd name="connsiteY19" fmla="*/ 141833 h 143217"/>
                        <a:gd name="connsiteX20" fmla="*/ 64544 w 156470"/>
                        <a:gd name="connsiteY20" fmla="*/ 135166 h 143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6470" h="143217">
                          <a:moveTo>
                            <a:pt x="64544" y="135166"/>
                          </a:moveTo>
                          <a:cubicBezTo>
                            <a:pt x="58257" y="131356"/>
                            <a:pt x="52256" y="126688"/>
                            <a:pt x="45779" y="123259"/>
                          </a:cubicBezTo>
                          <a:cubicBezTo>
                            <a:pt x="39207" y="119926"/>
                            <a:pt x="33016" y="115830"/>
                            <a:pt x="26158" y="113353"/>
                          </a:cubicBezTo>
                          <a:cubicBezTo>
                            <a:pt x="21395" y="111448"/>
                            <a:pt x="17490" y="108115"/>
                            <a:pt x="13966" y="104591"/>
                          </a:cubicBezTo>
                          <a:cubicBezTo>
                            <a:pt x="10346" y="101161"/>
                            <a:pt x="7394" y="96875"/>
                            <a:pt x="5108" y="92113"/>
                          </a:cubicBezTo>
                          <a:cubicBezTo>
                            <a:pt x="2822" y="87350"/>
                            <a:pt x="1298" y="81730"/>
                            <a:pt x="440" y="76396"/>
                          </a:cubicBezTo>
                          <a:cubicBezTo>
                            <a:pt x="-322" y="70967"/>
                            <a:pt x="-131" y="65252"/>
                            <a:pt x="1298" y="59537"/>
                          </a:cubicBezTo>
                          <a:lnTo>
                            <a:pt x="9299" y="28009"/>
                          </a:lnTo>
                          <a:cubicBezTo>
                            <a:pt x="10727" y="22294"/>
                            <a:pt x="13490" y="17151"/>
                            <a:pt x="17490" y="12865"/>
                          </a:cubicBezTo>
                          <a:cubicBezTo>
                            <a:pt x="21491" y="8388"/>
                            <a:pt x="26444" y="5435"/>
                            <a:pt x="32444" y="3149"/>
                          </a:cubicBezTo>
                          <a:cubicBezTo>
                            <a:pt x="38350" y="959"/>
                            <a:pt x="45208" y="-89"/>
                            <a:pt x="52447" y="6"/>
                          </a:cubicBezTo>
                          <a:cubicBezTo>
                            <a:pt x="59591" y="196"/>
                            <a:pt x="67020" y="2387"/>
                            <a:pt x="74354" y="5435"/>
                          </a:cubicBezTo>
                          <a:cubicBezTo>
                            <a:pt x="84927" y="9626"/>
                            <a:pt x="94643" y="15436"/>
                            <a:pt x="104644" y="20770"/>
                          </a:cubicBezTo>
                          <a:cubicBezTo>
                            <a:pt x="114550" y="26200"/>
                            <a:pt x="123599" y="32772"/>
                            <a:pt x="133124" y="38773"/>
                          </a:cubicBezTo>
                          <a:cubicBezTo>
                            <a:pt x="139315" y="43440"/>
                            <a:pt x="144458" y="48964"/>
                            <a:pt x="148459" y="54775"/>
                          </a:cubicBezTo>
                          <a:cubicBezTo>
                            <a:pt x="152555" y="60490"/>
                            <a:pt x="154745" y="66967"/>
                            <a:pt x="155793" y="73063"/>
                          </a:cubicBezTo>
                          <a:cubicBezTo>
                            <a:pt x="157984" y="85445"/>
                            <a:pt x="154841" y="97066"/>
                            <a:pt x="146649" y="105543"/>
                          </a:cubicBezTo>
                          <a:lnTo>
                            <a:pt x="124170" y="129165"/>
                          </a:lnTo>
                          <a:cubicBezTo>
                            <a:pt x="116074" y="137642"/>
                            <a:pt x="104930" y="142119"/>
                            <a:pt x="94166" y="143071"/>
                          </a:cubicBezTo>
                          <a:cubicBezTo>
                            <a:pt x="88737" y="143548"/>
                            <a:pt x="83594" y="142786"/>
                            <a:pt x="78450" y="141833"/>
                          </a:cubicBezTo>
                          <a:cubicBezTo>
                            <a:pt x="73402" y="140500"/>
                            <a:pt x="68735" y="138404"/>
                            <a:pt x="64544" y="13516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93" name="Forme libre : forme 16192">
                      <a:extLst>
                        <a:ext uri="{FF2B5EF4-FFF2-40B4-BE49-F238E27FC236}">
                          <a16:creationId xmlns:a16="http://schemas.microsoft.com/office/drawing/2014/main" id="{7422DECE-8C19-4C90-84D9-3673408EDA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425" y="2854928"/>
                      <a:ext cx="125027" cy="97205"/>
                    </a:xfrm>
                    <a:custGeom>
                      <a:avLst/>
                      <a:gdLst>
                        <a:gd name="connsiteX0" fmla="*/ 50447 w 125027"/>
                        <a:gd name="connsiteY0" fmla="*/ 35623 h 97205"/>
                        <a:gd name="connsiteX1" fmla="*/ 35683 w 125027"/>
                        <a:gd name="connsiteY1" fmla="*/ 31051 h 97205"/>
                        <a:gd name="connsiteX2" fmla="*/ 22919 w 125027"/>
                        <a:gd name="connsiteY2" fmla="*/ 23336 h 97205"/>
                        <a:gd name="connsiteX3" fmla="*/ 4822 w 125027"/>
                        <a:gd name="connsiteY3" fmla="*/ 0 h 97205"/>
                        <a:gd name="connsiteX4" fmla="*/ 1298 w 125027"/>
                        <a:gd name="connsiteY4" fmla="*/ 13621 h 97205"/>
                        <a:gd name="connsiteX5" fmla="*/ 440 w 125027"/>
                        <a:gd name="connsiteY5" fmla="*/ 30480 h 97205"/>
                        <a:gd name="connsiteX6" fmla="*/ 5108 w 125027"/>
                        <a:gd name="connsiteY6" fmla="*/ 46196 h 97205"/>
                        <a:gd name="connsiteX7" fmla="*/ 13966 w 125027"/>
                        <a:gd name="connsiteY7" fmla="*/ 58674 h 97205"/>
                        <a:gd name="connsiteX8" fmla="*/ 26158 w 125027"/>
                        <a:gd name="connsiteY8" fmla="*/ 67437 h 97205"/>
                        <a:gd name="connsiteX9" fmla="*/ 45779 w 125027"/>
                        <a:gd name="connsiteY9" fmla="*/ 77343 h 97205"/>
                        <a:gd name="connsiteX10" fmla="*/ 64544 w 125027"/>
                        <a:gd name="connsiteY10" fmla="*/ 89249 h 97205"/>
                        <a:gd name="connsiteX11" fmla="*/ 78545 w 125027"/>
                        <a:gd name="connsiteY11" fmla="*/ 95821 h 97205"/>
                        <a:gd name="connsiteX12" fmla="*/ 94262 w 125027"/>
                        <a:gd name="connsiteY12" fmla="*/ 97060 h 97205"/>
                        <a:gd name="connsiteX13" fmla="*/ 124265 w 125027"/>
                        <a:gd name="connsiteY13" fmla="*/ 83153 h 97205"/>
                        <a:gd name="connsiteX14" fmla="*/ 125027 w 125027"/>
                        <a:gd name="connsiteY14" fmla="*/ 82391 h 97205"/>
                        <a:gd name="connsiteX15" fmla="*/ 107692 w 125027"/>
                        <a:gd name="connsiteY15" fmla="*/ 67818 h 97205"/>
                        <a:gd name="connsiteX16" fmla="*/ 90261 w 125027"/>
                        <a:gd name="connsiteY16" fmla="*/ 54197 h 97205"/>
                        <a:gd name="connsiteX17" fmla="*/ 71402 w 125027"/>
                        <a:gd name="connsiteY17" fmla="*/ 42863 h 97205"/>
                        <a:gd name="connsiteX18" fmla="*/ 50447 w 125027"/>
                        <a:gd name="connsiteY18" fmla="*/ 35623 h 972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25027" h="97205">
                          <a:moveTo>
                            <a:pt x="50447" y="35623"/>
                          </a:moveTo>
                          <a:cubicBezTo>
                            <a:pt x="45208" y="34576"/>
                            <a:pt x="40255" y="33242"/>
                            <a:pt x="35683" y="31051"/>
                          </a:cubicBezTo>
                          <a:cubicBezTo>
                            <a:pt x="31111" y="28861"/>
                            <a:pt x="27015" y="26098"/>
                            <a:pt x="22919" y="23336"/>
                          </a:cubicBezTo>
                          <a:cubicBezTo>
                            <a:pt x="15014" y="17716"/>
                            <a:pt x="8918" y="8954"/>
                            <a:pt x="4822" y="0"/>
                          </a:cubicBezTo>
                          <a:lnTo>
                            <a:pt x="1298" y="13621"/>
                          </a:lnTo>
                          <a:cubicBezTo>
                            <a:pt x="-131" y="19336"/>
                            <a:pt x="-322" y="25051"/>
                            <a:pt x="440" y="30480"/>
                          </a:cubicBezTo>
                          <a:cubicBezTo>
                            <a:pt x="1298" y="35719"/>
                            <a:pt x="2726" y="41434"/>
                            <a:pt x="5108" y="46196"/>
                          </a:cubicBezTo>
                          <a:cubicBezTo>
                            <a:pt x="7394" y="51054"/>
                            <a:pt x="10346" y="55340"/>
                            <a:pt x="13966" y="58674"/>
                          </a:cubicBezTo>
                          <a:cubicBezTo>
                            <a:pt x="17490" y="62198"/>
                            <a:pt x="21395" y="65532"/>
                            <a:pt x="26158" y="67437"/>
                          </a:cubicBezTo>
                          <a:cubicBezTo>
                            <a:pt x="33016" y="69913"/>
                            <a:pt x="39207" y="74009"/>
                            <a:pt x="45779" y="77343"/>
                          </a:cubicBezTo>
                          <a:cubicBezTo>
                            <a:pt x="52256" y="80772"/>
                            <a:pt x="58257" y="85344"/>
                            <a:pt x="64544" y="89249"/>
                          </a:cubicBezTo>
                          <a:cubicBezTo>
                            <a:pt x="68735" y="92488"/>
                            <a:pt x="73402" y="94679"/>
                            <a:pt x="78545" y="95821"/>
                          </a:cubicBezTo>
                          <a:cubicBezTo>
                            <a:pt x="83689" y="96774"/>
                            <a:pt x="88832" y="97536"/>
                            <a:pt x="94262" y="97060"/>
                          </a:cubicBezTo>
                          <a:cubicBezTo>
                            <a:pt x="104930" y="96202"/>
                            <a:pt x="116074" y="91630"/>
                            <a:pt x="124265" y="83153"/>
                          </a:cubicBezTo>
                          <a:lnTo>
                            <a:pt x="125027" y="82391"/>
                          </a:lnTo>
                          <a:cubicBezTo>
                            <a:pt x="118931" y="77724"/>
                            <a:pt x="113216" y="72866"/>
                            <a:pt x="107692" y="67818"/>
                          </a:cubicBezTo>
                          <a:cubicBezTo>
                            <a:pt x="101882" y="63246"/>
                            <a:pt x="96071" y="58674"/>
                            <a:pt x="90261" y="54197"/>
                          </a:cubicBezTo>
                          <a:cubicBezTo>
                            <a:pt x="84165" y="50197"/>
                            <a:pt x="77879" y="46291"/>
                            <a:pt x="71402" y="42863"/>
                          </a:cubicBezTo>
                          <a:cubicBezTo>
                            <a:pt x="64639" y="39814"/>
                            <a:pt x="57686" y="37433"/>
                            <a:pt x="50447" y="3562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94" name="Forme libre : forme 16193">
                      <a:extLst>
                        <a:ext uri="{FF2B5EF4-FFF2-40B4-BE49-F238E27FC236}">
                          <a16:creationId xmlns:a16="http://schemas.microsoft.com/office/drawing/2014/main" id="{B0D15EAA-18DA-4344-A235-40CB778F9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581" y="2862400"/>
                      <a:ext cx="62391" cy="52370"/>
                    </a:xfrm>
                    <a:custGeom>
                      <a:avLst/>
                      <a:gdLst>
                        <a:gd name="connsiteX0" fmla="*/ 59108 w 62391"/>
                        <a:gd name="connsiteY0" fmla="*/ 45678 h 52370"/>
                        <a:gd name="connsiteX1" fmla="*/ 41772 w 62391"/>
                        <a:gd name="connsiteY1" fmla="*/ 52345 h 52370"/>
                        <a:gd name="connsiteX2" fmla="*/ 30723 w 62391"/>
                        <a:gd name="connsiteY2" fmla="*/ 50345 h 52370"/>
                        <a:gd name="connsiteX3" fmla="*/ 19484 w 62391"/>
                        <a:gd name="connsiteY3" fmla="*/ 45106 h 52370"/>
                        <a:gd name="connsiteX4" fmla="*/ 3196 w 62391"/>
                        <a:gd name="connsiteY4" fmla="*/ 28342 h 52370"/>
                        <a:gd name="connsiteX5" fmla="*/ 1386 w 62391"/>
                        <a:gd name="connsiteY5" fmla="*/ 9863 h 52370"/>
                        <a:gd name="connsiteX6" fmla="*/ 17484 w 62391"/>
                        <a:gd name="connsiteY6" fmla="*/ 53 h 52370"/>
                        <a:gd name="connsiteX7" fmla="*/ 43106 w 62391"/>
                        <a:gd name="connsiteY7" fmla="*/ 7006 h 52370"/>
                        <a:gd name="connsiteX8" fmla="*/ 54060 w 62391"/>
                        <a:gd name="connsiteY8" fmla="*/ 16245 h 52370"/>
                        <a:gd name="connsiteX9" fmla="*/ 60632 w 62391"/>
                        <a:gd name="connsiteY9" fmla="*/ 26818 h 52370"/>
                        <a:gd name="connsiteX10" fmla="*/ 59108 w 62391"/>
                        <a:gd name="connsiteY10" fmla="*/ 45678 h 52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2391" h="52370">
                          <a:moveTo>
                            <a:pt x="59108" y="45678"/>
                          </a:moveTo>
                          <a:cubicBezTo>
                            <a:pt x="55298" y="50535"/>
                            <a:pt x="48821" y="52631"/>
                            <a:pt x="41772" y="52345"/>
                          </a:cubicBezTo>
                          <a:cubicBezTo>
                            <a:pt x="38248" y="52154"/>
                            <a:pt x="34629" y="51393"/>
                            <a:pt x="30723" y="50345"/>
                          </a:cubicBezTo>
                          <a:cubicBezTo>
                            <a:pt x="26913" y="49202"/>
                            <a:pt x="23103" y="47487"/>
                            <a:pt x="19484" y="45106"/>
                          </a:cubicBezTo>
                          <a:cubicBezTo>
                            <a:pt x="12245" y="40248"/>
                            <a:pt x="6339" y="34914"/>
                            <a:pt x="3196" y="28342"/>
                          </a:cubicBezTo>
                          <a:cubicBezTo>
                            <a:pt x="53" y="21770"/>
                            <a:pt x="-1185" y="15578"/>
                            <a:pt x="1386" y="9863"/>
                          </a:cubicBezTo>
                          <a:cubicBezTo>
                            <a:pt x="3958" y="4339"/>
                            <a:pt x="9959" y="434"/>
                            <a:pt x="17484" y="53"/>
                          </a:cubicBezTo>
                          <a:cubicBezTo>
                            <a:pt x="24913" y="-328"/>
                            <a:pt x="34629" y="1291"/>
                            <a:pt x="43106" y="7006"/>
                          </a:cubicBezTo>
                          <a:cubicBezTo>
                            <a:pt x="47392" y="9768"/>
                            <a:pt x="51107" y="12912"/>
                            <a:pt x="54060" y="16245"/>
                          </a:cubicBezTo>
                          <a:cubicBezTo>
                            <a:pt x="57108" y="19484"/>
                            <a:pt x="59298" y="23199"/>
                            <a:pt x="60632" y="26818"/>
                          </a:cubicBezTo>
                          <a:cubicBezTo>
                            <a:pt x="63394" y="34057"/>
                            <a:pt x="62918" y="40820"/>
                            <a:pt x="59108" y="4567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95" name="Forme libre : forme 16194">
                      <a:extLst>
                        <a:ext uri="{FF2B5EF4-FFF2-40B4-BE49-F238E27FC236}">
                          <a16:creationId xmlns:a16="http://schemas.microsoft.com/office/drawing/2014/main" id="{EBC6B407-EE2E-4429-8E31-23940B9CB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486" y="2862316"/>
                      <a:ext cx="32628" cy="50808"/>
                    </a:xfrm>
                    <a:custGeom>
                      <a:avLst/>
                      <a:gdLst>
                        <a:gd name="connsiteX0" fmla="*/ 23484 w 32628"/>
                        <a:gd name="connsiteY0" fmla="*/ 231 h 50808"/>
                        <a:gd name="connsiteX1" fmla="*/ 1386 w 32628"/>
                        <a:gd name="connsiteY1" fmla="*/ 9852 h 50808"/>
                        <a:gd name="connsiteX2" fmla="*/ 3196 w 32628"/>
                        <a:gd name="connsiteY2" fmla="*/ 28330 h 50808"/>
                        <a:gd name="connsiteX3" fmla="*/ 19484 w 32628"/>
                        <a:gd name="connsiteY3" fmla="*/ 45094 h 50808"/>
                        <a:gd name="connsiteX4" fmla="*/ 32628 w 32628"/>
                        <a:gd name="connsiteY4" fmla="*/ 50809 h 50808"/>
                        <a:gd name="connsiteX5" fmla="*/ 26914 w 32628"/>
                        <a:gd name="connsiteY5" fmla="*/ 45189 h 50808"/>
                        <a:gd name="connsiteX6" fmla="*/ 19293 w 32628"/>
                        <a:gd name="connsiteY6" fmla="*/ 22520 h 50808"/>
                        <a:gd name="connsiteX7" fmla="*/ 23484 w 32628"/>
                        <a:gd name="connsiteY7" fmla="*/ 231 h 50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628" h="50808">
                          <a:moveTo>
                            <a:pt x="23484" y="231"/>
                          </a:moveTo>
                          <a:cubicBezTo>
                            <a:pt x="13102" y="-1007"/>
                            <a:pt x="4625" y="2803"/>
                            <a:pt x="1386" y="9852"/>
                          </a:cubicBezTo>
                          <a:cubicBezTo>
                            <a:pt x="-1185" y="15567"/>
                            <a:pt x="53" y="21758"/>
                            <a:pt x="3196" y="28330"/>
                          </a:cubicBezTo>
                          <a:cubicBezTo>
                            <a:pt x="6435" y="34902"/>
                            <a:pt x="12340" y="40236"/>
                            <a:pt x="19484" y="45094"/>
                          </a:cubicBezTo>
                          <a:cubicBezTo>
                            <a:pt x="23770" y="47856"/>
                            <a:pt x="28247" y="49761"/>
                            <a:pt x="32628" y="50809"/>
                          </a:cubicBezTo>
                          <a:cubicBezTo>
                            <a:pt x="30438" y="49285"/>
                            <a:pt x="28533" y="47475"/>
                            <a:pt x="26914" y="45189"/>
                          </a:cubicBezTo>
                          <a:cubicBezTo>
                            <a:pt x="22913" y="38427"/>
                            <a:pt x="20341" y="30235"/>
                            <a:pt x="19293" y="22520"/>
                          </a:cubicBezTo>
                          <a:cubicBezTo>
                            <a:pt x="18436" y="14614"/>
                            <a:pt x="19389" y="6613"/>
                            <a:pt x="23484" y="231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96" name="Forme libre : forme 16195">
                      <a:extLst>
                        <a:ext uri="{FF2B5EF4-FFF2-40B4-BE49-F238E27FC236}">
                          <a16:creationId xmlns:a16="http://schemas.microsoft.com/office/drawing/2014/main" id="{FFEF9F78-DF53-44D6-A8D8-81F6D640CF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0467" y="2868266"/>
                      <a:ext cx="61250" cy="52314"/>
                    </a:xfrm>
                    <a:custGeom>
                      <a:avLst/>
                      <a:gdLst>
                        <a:gd name="connsiteX0" fmla="*/ 57840 w 61250"/>
                        <a:gd name="connsiteY0" fmla="*/ 45717 h 52314"/>
                        <a:gd name="connsiteX1" fmla="*/ 40505 w 61250"/>
                        <a:gd name="connsiteY1" fmla="*/ 52289 h 52314"/>
                        <a:gd name="connsiteX2" fmla="*/ 29646 w 61250"/>
                        <a:gd name="connsiteY2" fmla="*/ 50098 h 52314"/>
                        <a:gd name="connsiteX3" fmla="*/ 18597 w 61250"/>
                        <a:gd name="connsiteY3" fmla="*/ 44955 h 52314"/>
                        <a:gd name="connsiteX4" fmla="*/ 9263 w 61250"/>
                        <a:gd name="connsiteY4" fmla="*/ 37144 h 52314"/>
                        <a:gd name="connsiteX5" fmla="*/ 2881 w 61250"/>
                        <a:gd name="connsiteY5" fmla="*/ 28191 h 52314"/>
                        <a:gd name="connsiteX6" fmla="*/ 1548 w 61250"/>
                        <a:gd name="connsiteY6" fmla="*/ 9617 h 52314"/>
                        <a:gd name="connsiteX7" fmla="*/ 17550 w 61250"/>
                        <a:gd name="connsiteY7" fmla="*/ 92 h 52314"/>
                        <a:gd name="connsiteX8" fmla="*/ 29837 w 61250"/>
                        <a:gd name="connsiteY8" fmla="*/ 1235 h 52314"/>
                        <a:gd name="connsiteX9" fmla="*/ 42696 w 61250"/>
                        <a:gd name="connsiteY9" fmla="*/ 7045 h 52314"/>
                        <a:gd name="connsiteX10" fmla="*/ 53459 w 61250"/>
                        <a:gd name="connsiteY10" fmla="*/ 16189 h 52314"/>
                        <a:gd name="connsiteX11" fmla="*/ 59650 w 61250"/>
                        <a:gd name="connsiteY11" fmla="*/ 26857 h 52314"/>
                        <a:gd name="connsiteX12" fmla="*/ 57840 w 61250"/>
                        <a:gd name="connsiteY12" fmla="*/ 45717 h 52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1250" h="52314">
                          <a:moveTo>
                            <a:pt x="57840" y="45717"/>
                          </a:moveTo>
                          <a:cubicBezTo>
                            <a:pt x="53935" y="50479"/>
                            <a:pt x="47458" y="52575"/>
                            <a:pt x="40505" y="52289"/>
                          </a:cubicBezTo>
                          <a:cubicBezTo>
                            <a:pt x="36981" y="52193"/>
                            <a:pt x="33361" y="51336"/>
                            <a:pt x="29646" y="50098"/>
                          </a:cubicBezTo>
                          <a:cubicBezTo>
                            <a:pt x="25836" y="49050"/>
                            <a:pt x="22122" y="47336"/>
                            <a:pt x="18597" y="44955"/>
                          </a:cubicBezTo>
                          <a:cubicBezTo>
                            <a:pt x="15073" y="42668"/>
                            <a:pt x="12025" y="39716"/>
                            <a:pt x="9263" y="37144"/>
                          </a:cubicBezTo>
                          <a:cubicBezTo>
                            <a:pt x="6596" y="34382"/>
                            <a:pt x="4405" y="31429"/>
                            <a:pt x="2881" y="28191"/>
                          </a:cubicBezTo>
                          <a:cubicBezTo>
                            <a:pt x="-262" y="21904"/>
                            <a:pt x="-1024" y="15141"/>
                            <a:pt x="1548" y="9617"/>
                          </a:cubicBezTo>
                          <a:cubicBezTo>
                            <a:pt x="4215" y="3902"/>
                            <a:pt x="10025" y="663"/>
                            <a:pt x="17550" y="92"/>
                          </a:cubicBezTo>
                          <a:cubicBezTo>
                            <a:pt x="21264" y="-194"/>
                            <a:pt x="25455" y="187"/>
                            <a:pt x="29837" y="1235"/>
                          </a:cubicBezTo>
                          <a:cubicBezTo>
                            <a:pt x="34314" y="2187"/>
                            <a:pt x="38505" y="4378"/>
                            <a:pt x="42696" y="7045"/>
                          </a:cubicBezTo>
                          <a:cubicBezTo>
                            <a:pt x="46887" y="9807"/>
                            <a:pt x="50506" y="12855"/>
                            <a:pt x="53459" y="16189"/>
                          </a:cubicBezTo>
                          <a:cubicBezTo>
                            <a:pt x="56316" y="19523"/>
                            <a:pt x="58317" y="23333"/>
                            <a:pt x="59650" y="26857"/>
                          </a:cubicBezTo>
                          <a:cubicBezTo>
                            <a:pt x="62222" y="34287"/>
                            <a:pt x="61746" y="40954"/>
                            <a:pt x="57840" y="4571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97" name="Forme libre : forme 16196">
                      <a:extLst>
                        <a:ext uri="{FF2B5EF4-FFF2-40B4-BE49-F238E27FC236}">
                          <a16:creationId xmlns:a16="http://schemas.microsoft.com/office/drawing/2014/main" id="{A3DFBDEA-200D-41F7-BBBD-BB6541592F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8381" y="2831877"/>
                      <a:ext cx="66681" cy="97554"/>
                    </a:xfrm>
                    <a:custGeom>
                      <a:avLst/>
                      <a:gdLst>
                        <a:gd name="connsiteX0" fmla="*/ 4678 w 66681"/>
                        <a:gd name="connsiteY0" fmla="*/ 32576 h 97554"/>
                        <a:gd name="connsiteX1" fmla="*/ 11 w 66681"/>
                        <a:gd name="connsiteY1" fmla="*/ 52864 h 97554"/>
                        <a:gd name="connsiteX2" fmla="*/ 18965 w 66681"/>
                        <a:gd name="connsiteY2" fmla="*/ 84868 h 97554"/>
                        <a:gd name="connsiteX3" fmla="*/ 31729 w 66681"/>
                        <a:gd name="connsiteY3" fmla="*/ 93250 h 97554"/>
                        <a:gd name="connsiteX4" fmla="*/ 46397 w 66681"/>
                        <a:gd name="connsiteY4" fmla="*/ 97536 h 97554"/>
                        <a:gd name="connsiteX5" fmla="*/ 66305 w 66681"/>
                        <a:gd name="connsiteY5" fmla="*/ 86773 h 97554"/>
                        <a:gd name="connsiteX6" fmla="*/ 63066 w 66681"/>
                        <a:gd name="connsiteY6" fmla="*/ 71819 h 97554"/>
                        <a:gd name="connsiteX7" fmla="*/ 56208 w 66681"/>
                        <a:gd name="connsiteY7" fmla="*/ 54007 h 97554"/>
                        <a:gd name="connsiteX8" fmla="*/ 50588 w 66681"/>
                        <a:gd name="connsiteY8" fmla="*/ 35814 h 97554"/>
                        <a:gd name="connsiteX9" fmla="*/ 44111 w 66681"/>
                        <a:gd name="connsiteY9" fmla="*/ 14383 h 97554"/>
                        <a:gd name="connsiteX10" fmla="*/ 26204 w 66681"/>
                        <a:gd name="connsiteY10" fmla="*/ 0 h 97554"/>
                        <a:gd name="connsiteX11" fmla="*/ 4678 w 66681"/>
                        <a:gd name="connsiteY11" fmla="*/ 32576 h 975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6681" h="97554">
                          <a:moveTo>
                            <a:pt x="4678" y="32576"/>
                          </a:moveTo>
                          <a:cubicBezTo>
                            <a:pt x="2201" y="39148"/>
                            <a:pt x="-180" y="45911"/>
                            <a:pt x="11" y="52864"/>
                          </a:cubicBezTo>
                          <a:cubicBezTo>
                            <a:pt x="773" y="65818"/>
                            <a:pt x="9440" y="77534"/>
                            <a:pt x="18965" y="84868"/>
                          </a:cubicBezTo>
                          <a:cubicBezTo>
                            <a:pt x="22775" y="88297"/>
                            <a:pt x="27062" y="91250"/>
                            <a:pt x="31729" y="93250"/>
                          </a:cubicBezTo>
                          <a:cubicBezTo>
                            <a:pt x="36301" y="95345"/>
                            <a:pt x="41063" y="97250"/>
                            <a:pt x="46397" y="97536"/>
                          </a:cubicBezTo>
                          <a:cubicBezTo>
                            <a:pt x="54303" y="97822"/>
                            <a:pt x="64209" y="94869"/>
                            <a:pt x="66305" y="86773"/>
                          </a:cubicBezTo>
                          <a:cubicBezTo>
                            <a:pt x="67638" y="81629"/>
                            <a:pt x="65162" y="76676"/>
                            <a:pt x="63066" y="71819"/>
                          </a:cubicBezTo>
                          <a:cubicBezTo>
                            <a:pt x="60494" y="66199"/>
                            <a:pt x="58304" y="60007"/>
                            <a:pt x="56208" y="54007"/>
                          </a:cubicBezTo>
                          <a:cubicBezTo>
                            <a:pt x="54017" y="48196"/>
                            <a:pt x="52208" y="42101"/>
                            <a:pt x="50588" y="35814"/>
                          </a:cubicBezTo>
                          <a:cubicBezTo>
                            <a:pt x="49255" y="30575"/>
                            <a:pt x="47921" y="21527"/>
                            <a:pt x="44111" y="14383"/>
                          </a:cubicBezTo>
                          <a:cubicBezTo>
                            <a:pt x="40397" y="7048"/>
                            <a:pt x="34682" y="571"/>
                            <a:pt x="26204" y="0"/>
                          </a:cubicBezTo>
                          <a:cubicBezTo>
                            <a:pt x="10869" y="95"/>
                            <a:pt x="8297" y="23527"/>
                            <a:pt x="4678" y="3257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98" name="Forme libre : forme 16197">
                      <a:extLst>
                        <a:ext uri="{FF2B5EF4-FFF2-40B4-BE49-F238E27FC236}">
                          <a16:creationId xmlns:a16="http://schemas.microsoft.com/office/drawing/2014/main" id="{6AC3B187-C53B-4A9E-B55B-7A12D30CF6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424" y="2841625"/>
                      <a:ext cx="33649" cy="16400"/>
                    </a:xfrm>
                    <a:custGeom>
                      <a:avLst/>
                      <a:gdLst>
                        <a:gd name="connsiteX0" fmla="*/ 3733 w 33649"/>
                        <a:gd name="connsiteY0" fmla="*/ 4921 h 16400"/>
                        <a:gd name="connsiteX1" fmla="*/ 304 w 33649"/>
                        <a:gd name="connsiteY1" fmla="*/ 8635 h 16400"/>
                        <a:gd name="connsiteX2" fmla="*/ 1256 w 33649"/>
                        <a:gd name="connsiteY2" fmla="*/ 13589 h 16400"/>
                        <a:gd name="connsiteX3" fmla="*/ 6114 w 33649"/>
                        <a:gd name="connsiteY3" fmla="*/ 15493 h 16400"/>
                        <a:gd name="connsiteX4" fmla="*/ 19735 w 33649"/>
                        <a:gd name="connsiteY4" fmla="*/ 16351 h 16400"/>
                        <a:gd name="connsiteX5" fmla="*/ 25164 w 33649"/>
                        <a:gd name="connsiteY5" fmla="*/ 15970 h 16400"/>
                        <a:gd name="connsiteX6" fmla="*/ 28022 w 33649"/>
                        <a:gd name="connsiteY6" fmla="*/ 1111 h 16400"/>
                        <a:gd name="connsiteX7" fmla="*/ 3733 w 33649"/>
                        <a:gd name="connsiteY7" fmla="*/ 4921 h 16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3649" h="16400">
                          <a:moveTo>
                            <a:pt x="3733" y="4921"/>
                          </a:moveTo>
                          <a:cubicBezTo>
                            <a:pt x="2304" y="5873"/>
                            <a:pt x="971" y="7111"/>
                            <a:pt x="304" y="8635"/>
                          </a:cubicBezTo>
                          <a:cubicBezTo>
                            <a:pt x="-268" y="10159"/>
                            <a:pt x="-77" y="12255"/>
                            <a:pt x="1256" y="13589"/>
                          </a:cubicBezTo>
                          <a:cubicBezTo>
                            <a:pt x="2494" y="14827"/>
                            <a:pt x="4400" y="15208"/>
                            <a:pt x="6114" y="15493"/>
                          </a:cubicBezTo>
                          <a:cubicBezTo>
                            <a:pt x="10591" y="16160"/>
                            <a:pt x="15163" y="16446"/>
                            <a:pt x="19735" y="16351"/>
                          </a:cubicBezTo>
                          <a:cubicBezTo>
                            <a:pt x="21544" y="16446"/>
                            <a:pt x="23450" y="16446"/>
                            <a:pt x="25164" y="15970"/>
                          </a:cubicBezTo>
                          <a:cubicBezTo>
                            <a:pt x="32308" y="14065"/>
                            <a:pt x="38594" y="5207"/>
                            <a:pt x="28022" y="1111"/>
                          </a:cubicBezTo>
                          <a:cubicBezTo>
                            <a:pt x="19639" y="-1556"/>
                            <a:pt x="9448" y="920"/>
                            <a:pt x="3733" y="492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99" name="Forme libre : forme 16198">
                      <a:extLst>
                        <a:ext uri="{FF2B5EF4-FFF2-40B4-BE49-F238E27FC236}">
                          <a16:creationId xmlns:a16="http://schemas.microsoft.com/office/drawing/2014/main" id="{76EDD943-90A9-44CF-9BCA-03ED225372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5159" y="2931604"/>
                      <a:ext cx="57531" cy="14796"/>
                    </a:xfrm>
                    <a:custGeom>
                      <a:avLst/>
                      <a:gdLst>
                        <a:gd name="connsiteX0" fmla="*/ 57531 w 57531"/>
                        <a:gd name="connsiteY0" fmla="*/ 0 h 14796"/>
                        <a:gd name="connsiteX1" fmla="*/ 41815 w 57531"/>
                        <a:gd name="connsiteY1" fmla="*/ 10763 h 14796"/>
                        <a:gd name="connsiteX2" fmla="*/ 23717 w 57531"/>
                        <a:gd name="connsiteY2" fmla="*/ 14764 h 14796"/>
                        <a:gd name="connsiteX3" fmla="*/ 0 w 57531"/>
                        <a:gd name="connsiteY3" fmla="*/ 11049 h 14796"/>
                        <a:gd name="connsiteX4" fmla="*/ 17621 w 57531"/>
                        <a:gd name="connsiteY4" fmla="*/ 12573 h 14796"/>
                        <a:gd name="connsiteX5" fmla="*/ 57531 w 57531"/>
                        <a:gd name="connsiteY5" fmla="*/ 0 h 14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7531" h="14796">
                          <a:moveTo>
                            <a:pt x="57531" y="0"/>
                          </a:moveTo>
                          <a:cubicBezTo>
                            <a:pt x="57531" y="0"/>
                            <a:pt x="51911" y="6477"/>
                            <a:pt x="41815" y="10763"/>
                          </a:cubicBezTo>
                          <a:cubicBezTo>
                            <a:pt x="36767" y="12954"/>
                            <a:pt x="30671" y="14573"/>
                            <a:pt x="23717" y="14764"/>
                          </a:cubicBezTo>
                          <a:cubicBezTo>
                            <a:pt x="16764" y="14954"/>
                            <a:pt x="8668" y="14383"/>
                            <a:pt x="0" y="11049"/>
                          </a:cubicBezTo>
                          <a:cubicBezTo>
                            <a:pt x="0" y="11049"/>
                            <a:pt x="6858" y="13145"/>
                            <a:pt x="17621" y="12573"/>
                          </a:cubicBezTo>
                          <a:cubicBezTo>
                            <a:pt x="28289" y="12002"/>
                            <a:pt x="42577" y="10192"/>
                            <a:pt x="5753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00" name="Forme libre : forme 16199">
                      <a:extLst>
                        <a:ext uri="{FF2B5EF4-FFF2-40B4-BE49-F238E27FC236}">
                          <a16:creationId xmlns:a16="http://schemas.microsoft.com/office/drawing/2014/main" id="{C44FF14C-F6BC-4E33-B909-0AD98CACD2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9915" y="2814071"/>
                      <a:ext cx="64769" cy="26949"/>
                    </a:xfrm>
                    <a:custGeom>
                      <a:avLst/>
                      <a:gdLst>
                        <a:gd name="connsiteX0" fmla="*/ 64770 w 64769"/>
                        <a:gd name="connsiteY0" fmla="*/ 4757 h 26949"/>
                        <a:gd name="connsiteX1" fmla="*/ 56960 w 64769"/>
                        <a:gd name="connsiteY1" fmla="*/ 2280 h 26949"/>
                        <a:gd name="connsiteX2" fmla="*/ 38290 w 64769"/>
                        <a:gd name="connsiteY2" fmla="*/ 90 h 26949"/>
                        <a:gd name="connsiteX3" fmla="*/ 16478 w 64769"/>
                        <a:gd name="connsiteY3" fmla="*/ 6471 h 26949"/>
                        <a:gd name="connsiteX4" fmla="*/ 0 w 64769"/>
                        <a:gd name="connsiteY4" fmla="*/ 26950 h 26949"/>
                        <a:gd name="connsiteX5" fmla="*/ 14668 w 64769"/>
                        <a:gd name="connsiteY5" fmla="*/ 11424 h 26949"/>
                        <a:gd name="connsiteX6" fmla="*/ 34957 w 64769"/>
                        <a:gd name="connsiteY6" fmla="*/ 2852 h 26949"/>
                        <a:gd name="connsiteX7" fmla="*/ 64770 w 64769"/>
                        <a:gd name="connsiteY7" fmla="*/ 4757 h 26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4769" h="26949">
                          <a:moveTo>
                            <a:pt x="64770" y="4757"/>
                          </a:moveTo>
                          <a:cubicBezTo>
                            <a:pt x="64770" y="4757"/>
                            <a:pt x="61722" y="3518"/>
                            <a:pt x="56960" y="2280"/>
                          </a:cubicBezTo>
                          <a:cubicBezTo>
                            <a:pt x="52102" y="1137"/>
                            <a:pt x="45529" y="-387"/>
                            <a:pt x="38290" y="90"/>
                          </a:cubicBezTo>
                          <a:cubicBezTo>
                            <a:pt x="30956" y="566"/>
                            <a:pt x="23241" y="2376"/>
                            <a:pt x="16478" y="6471"/>
                          </a:cubicBezTo>
                          <a:cubicBezTo>
                            <a:pt x="9715" y="10472"/>
                            <a:pt x="3905" y="17044"/>
                            <a:pt x="0" y="26950"/>
                          </a:cubicBezTo>
                          <a:cubicBezTo>
                            <a:pt x="0" y="26950"/>
                            <a:pt x="4477" y="18473"/>
                            <a:pt x="14668" y="11424"/>
                          </a:cubicBezTo>
                          <a:cubicBezTo>
                            <a:pt x="19812" y="7900"/>
                            <a:pt x="26575" y="4566"/>
                            <a:pt x="34957" y="2852"/>
                          </a:cubicBezTo>
                          <a:cubicBezTo>
                            <a:pt x="43434" y="851"/>
                            <a:pt x="53149" y="1804"/>
                            <a:pt x="64770" y="475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01" name="Forme libre : forme 16200">
                      <a:extLst>
                        <a:ext uri="{FF2B5EF4-FFF2-40B4-BE49-F238E27FC236}">
                          <a16:creationId xmlns:a16="http://schemas.microsoft.com/office/drawing/2014/main" id="{4C107619-CFAF-41C2-9BCC-138C980BED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507" y="2872607"/>
                      <a:ext cx="21060" cy="22396"/>
                    </a:xfrm>
                    <a:custGeom>
                      <a:avLst/>
                      <a:gdLst>
                        <a:gd name="connsiteX0" fmla="*/ 18991 w 21060"/>
                        <a:gd name="connsiteY0" fmla="*/ 21659 h 22396"/>
                        <a:gd name="connsiteX1" fmla="*/ 4608 w 21060"/>
                        <a:gd name="connsiteY1" fmla="*/ 15563 h 22396"/>
                        <a:gd name="connsiteX2" fmla="*/ 1750 w 21060"/>
                        <a:gd name="connsiteY2" fmla="*/ 895 h 22396"/>
                        <a:gd name="connsiteX3" fmla="*/ 16609 w 21060"/>
                        <a:gd name="connsiteY3" fmla="*/ 7086 h 22396"/>
                        <a:gd name="connsiteX4" fmla="*/ 18991 w 21060"/>
                        <a:gd name="connsiteY4" fmla="*/ 21659 h 22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060" h="22396">
                          <a:moveTo>
                            <a:pt x="18991" y="21659"/>
                          </a:moveTo>
                          <a:cubicBezTo>
                            <a:pt x="15657" y="23755"/>
                            <a:pt x="9180" y="21278"/>
                            <a:pt x="4608" y="15563"/>
                          </a:cubicBezTo>
                          <a:cubicBezTo>
                            <a:pt x="-59" y="9944"/>
                            <a:pt x="-1488" y="3276"/>
                            <a:pt x="1750" y="895"/>
                          </a:cubicBezTo>
                          <a:cubicBezTo>
                            <a:pt x="4894" y="-1582"/>
                            <a:pt x="11656" y="1276"/>
                            <a:pt x="16609" y="7086"/>
                          </a:cubicBezTo>
                          <a:cubicBezTo>
                            <a:pt x="21562" y="12801"/>
                            <a:pt x="22420" y="19373"/>
                            <a:pt x="18991" y="2165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02" name="Forme libre : forme 16201">
                      <a:extLst>
                        <a:ext uri="{FF2B5EF4-FFF2-40B4-BE49-F238E27FC236}">
                          <a16:creationId xmlns:a16="http://schemas.microsoft.com/office/drawing/2014/main" id="{00411A97-4EFE-4B1A-BF43-8C17D2A1F1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8249" y="2889424"/>
                      <a:ext cx="6905" cy="6805"/>
                    </a:xfrm>
                    <a:custGeom>
                      <a:avLst/>
                      <a:gdLst>
                        <a:gd name="connsiteX0" fmla="*/ 6344 w 6905"/>
                        <a:gd name="connsiteY0" fmla="*/ 5604 h 6805"/>
                        <a:gd name="connsiteX1" fmla="*/ 1581 w 6905"/>
                        <a:gd name="connsiteY1" fmla="*/ 5985 h 6805"/>
                        <a:gd name="connsiteX2" fmla="*/ 534 w 6905"/>
                        <a:gd name="connsiteY2" fmla="*/ 1317 h 6805"/>
                        <a:gd name="connsiteX3" fmla="*/ 5392 w 6905"/>
                        <a:gd name="connsiteY3" fmla="*/ 746 h 6805"/>
                        <a:gd name="connsiteX4" fmla="*/ 6344 w 6905"/>
                        <a:gd name="connsiteY4" fmla="*/ 5604 h 6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5" h="6805">
                          <a:moveTo>
                            <a:pt x="6344" y="5604"/>
                          </a:moveTo>
                          <a:cubicBezTo>
                            <a:pt x="5296" y="7032"/>
                            <a:pt x="3201" y="7223"/>
                            <a:pt x="1581" y="5985"/>
                          </a:cubicBezTo>
                          <a:cubicBezTo>
                            <a:pt x="57" y="4747"/>
                            <a:pt x="-514" y="2841"/>
                            <a:pt x="534" y="1317"/>
                          </a:cubicBezTo>
                          <a:cubicBezTo>
                            <a:pt x="1486" y="-111"/>
                            <a:pt x="3772" y="-492"/>
                            <a:pt x="5392" y="746"/>
                          </a:cubicBezTo>
                          <a:cubicBezTo>
                            <a:pt x="6915" y="1984"/>
                            <a:pt x="7392" y="4175"/>
                            <a:pt x="6344" y="56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03" name="Forme libre : forme 16202">
                      <a:extLst>
                        <a:ext uri="{FF2B5EF4-FFF2-40B4-BE49-F238E27FC236}">
                          <a16:creationId xmlns:a16="http://schemas.microsoft.com/office/drawing/2014/main" id="{7DFA092F-F9C0-4FF5-9396-0C8DF1A061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8274" y="2843650"/>
                      <a:ext cx="43798" cy="77714"/>
                    </a:xfrm>
                    <a:custGeom>
                      <a:avLst/>
                      <a:gdLst>
                        <a:gd name="connsiteX0" fmla="*/ 42895 w 43798"/>
                        <a:gd name="connsiteY0" fmla="*/ 49282 h 77714"/>
                        <a:gd name="connsiteX1" fmla="*/ 28322 w 43798"/>
                        <a:gd name="connsiteY1" fmla="*/ 73857 h 77714"/>
                        <a:gd name="connsiteX2" fmla="*/ 18892 w 43798"/>
                        <a:gd name="connsiteY2" fmla="*/ 77000 h 77714"/>
                        <a:gd name="connsiteX3" fmla="*/ 16797 w 43798"/>
                        <a:gd name="connsiteY3" fmla="*/ 67666 h 77714"/>
                        <a:gd name="connsiteX4" fmla="*/ 19940 w 43798"/>
                        <a:gd name="connsiteY4" fmla="*/ 37376 h 77714"/>
                        <a:gd name="connsiteX5" fmla="*/ 15178 w 43798"/>
                        <a:gd name="connsiteY5" fmla="*/ 29185 h 77714"/>
                        <a:gd name="connsiteX6" fmla="*/ 6796 w 43798"/>
                        <a:gd name="connsiteY6" fmla="*/ 17945 h 77714"/>
                        <a:gd name="connsiteX7" fmla="*/ 2509 w 43798"/>
                        <a:gd name="connsiteY7" fmla="*/ 515 h 77714"/>
                        <a:gd name="connsiteX8" fmla="*/ 23941 w 43798"/>
                        <a:gd name="connsiteY8" fmla="*/ 8230 h 77714"/>
                        <a:gd name="connsiteX9" fmla="*/ 39847 w 43798"/>
                        <a:gd name="connsiteY9" fmla="*/ 25756 h 77714"/>
                        <a:gd name="connsiteX10" fmla="*/ 42895 w 43798"/>
                        <a:gd name="connsiteY10" fmla="*/ 49282 h 77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3798" h="77714">
                          <a:moveTo>
                            <a:pt x="42895" y="49282"/>
                          </a:moveTo>
                          <a:cubicBezTo>
                            <a:pt x="40704" y="58998"/>
                            <a:pt x="34799" y="66904"/>
                            <a:pt x="28322" y="73857"/>
                          </a:cubicBezTo>
                          <a:cubicBezTo>
                            <a:pt x="25941" y="76429"/>
                            <a:pt x="22036" y="79000"/>
                            <a:pt x="18892" y="77000"/>
                          </a:cubicBezTo>
                          <a:cubicBezTo>
                            <a:pt x="15939" y="75095"/>
                            <a:pt x="16130" y="70904"/>
                            <a:pt x="16797" y="67666"/>
                          </a:cubicBezTo>
                          <a:cubicBezTo>
                            <a:pt x="18797" y="57855"/>
                            <a:pt x="23369" y="48044"/>
                            <a:pt x="19940" y="37376"/>
                          </a:cubicBezTo>
                          <a:cubicBezTo>
                            <a:pt x="19368" y="35757"/>
                            <a:pt x="17559" y="32709"/>
                            <a:pt x="15178" y="29185"/>
                          </a:cubicBezTo>
                          <a:cubicBezTo>
                            <a:pt x="12606" y="25851"/>
                            <a:pt x="9558" y="21850"/>
                            <a:pt x="6796" y="17945"/>
                          </a:cubicBezTo>
                          <a:cubicBezTo>
                            <a:pt x="1366" y="10135"/>
                            <a:pt x="-2920" y="2610"/>
                            <a:pt x="2509" y="515"/>
                          </a:cubicBezTo>
                          <a:cubicBezTo>
                            <a:pt x="7843" y="-1486"/>
                            <a:pt x="16321" y="2610"/>
                            <a:pt x="23941" y="8230"/>
                          </a:cubicBezTo>
                          <a:cubicBezTo>
                            <a:pt x="31656" y="13754"/>
                            <a:pt x="37561" y="21660"/>
                            <a:pt x="39847" y="25756"/>
                          </a:cubicBezTo>
                          <a:cubicBezTo>
                            <a:pt x="44038" y="33471"/>
                            <a:pt x="44610" y="41948"/>
                            <a:pt x="42895" y="4928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50" name="Graphique 1">
                    <a:extLst>
                      <a:ext uri="{FF2B5EF4-FFF2-40B4-BE49-F238E27FC236}">
                        <a16:creationId xmlns:a16="http://schemas.microsoft.com/office/drawing/2014/main" id="{C84E9D7D-E5F9-4ECE-A83E-154CC1FDEA8E}"/>
                      </a:ext>
                    </a:extLst>
                  </p:cNvPr>
                  <p:cNvGrpSpPr/>
                  <p:nvPr/>
                </p:nvGrpSpPr>
                <p:grpSpPr>
                  <a:xfrm>
                    <a:off x="910397" y="2903302"/>
                    <a:ext cx="148213" cy="157017"/>
                    <a:chOff x="910397" y="2903302"/>
                    <a:chExt cx="148213" cy="157017"/>
                  </a:xfrm>
                  <a:solidFill>
                    <a:schemeClr val="accent1"/>
                  </a:solidFill>
                </p:grpSpPr>
                <p:sp>
                  <p:nvSpPr>
                    <p:cNvPr id="16180" name="Forme libre : forme 16179">
                      <a:extLst>
                        <a:ext uri="{FF2B5EF4-FFF2-40B4-BE49-F238E27FC236}">
                          <a16:creationId xmlns:a16="http://schemas.microsoft.com/office/drawing/2014/main" id="{E42A2C50-12B6-4BCA-BBF4-F9B21A0969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10397" y="2903302"/>
                      <a:ext cx="148213" cy="156974"/>
                    </a:xfrm>
                    <a:custGeom>
                      <a:avLst/>
                      <a:gdLst>
                        <a:gd name="connsiteX0" fmla="*/ 41726 w 148213"/>
                        <a:gd name="connsiteY0" fmla="*/ 136506 h 156974"/>
                        <a:gd name="connsiteX1" fmla="*/ 26391 w 148213"/>
                        <a:gd name="connsiteY1" fmla="*/ 115646 h 156974"/>
                        <a:gd name="connsiteX2" fmla="*/ 10674 w 148213"/>
                        <a:gd name="connsiteY2" fmla="*/ 95929 h 156974"/>
                        <a:gd name="connsiteX3" fmla="*/ 2483 w 148213"/>
                        <a:gd name="connsiteY3" fmla="*/ 81547 h 156974"/>
                        <a:gd name="connsiteX4" fmla="*/ 7 w 148213"/>
                        <a:gd name="connsiteY4" fmla="*/ 65545 h 156974"/>
                        <a:gd name="connsiteX5" fmla="*/ 12199 w 148213"/>
                        <a:gd name="connsiteY5" fmla="*/ 34779 h 156974"/>
                        <a:gd name="connsiteX6" fmla="*/ 34678 w 148213"/>
                        <a:gd name="connsiteY6" fmla="*/ 11157 h 156974"/>
                        <a:gd name="connsiteX7" fmla="*/ 66586 w 148213"/>
                        <a:gd name="connsiteY7" fmla="*/ 298 h 156974"/>
                        <a:gd name="connsiteX8" fmla="*/ 84970 w 148213"/>
                        <a:gd name="connsiteY8" fmla="*/ 6299 h 156974"/>
                        <a:gd name="connsiteX9" fmla="*/ 101257 w 148213"/>
                        <a:gd name="connsiteY9" fmla="*/ 19539 h 156974"/>
                        <a:gd name="connsiteX10" fmla="*/ 120498 w 148213"/>
                        <a:gd name="connsiteY10" fmla="*/ 43542 h 156974"/>
                        <a:gd name="connsiteX11" fmla="*/ 138310 w 148213"/>
                        <a:gd name="connsiteY11" fmla="*/ 67736 h 156974"/>
                        <a:gd name="connsiteX12" fmla="*/ 130404 w 148213"/>
                        <a:gd name="connsiteY12" fmla="*/ 132410 h 156974"/>
                        <a:gd name="connsiteX13" fmla="*/ 103162 w 148213"/>
                        <a:gd name="connsiteY13" fmla="*/ 150413 h 156974"/>
                        <a:gd name="connsiteX14" fmla="*/ 41726 w 148213"/>
                        <a:gd name="connsiteY14" fmla="*/ 136506 h 156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48213" h="156974">
                          <a:moveTo>
                            <a:pt x="41726" y="136506"/>
                          </a:moveTo>
                          <a:cubicBezTo>
                            <a:pt x="36678" y="129267"/>
                            <a:pt x="31534" y="122504"/>
                            <a:pt x="26391" y="115646"/>
                          </a:cubicBezTo>
                          <a:cubicBezTo>
                            <a:pt x="21247" y="108693"/>
                            <a:pt x="15913" y="102597"/>
                            <a:pt x="10674" y="95929"/>
                          </a:cubicBezTo>
                          <a:cubicBezTo>
                            <a:pt x="6865" y="91548"/>
                            <a:pt x="4198" y="86786"/>
                            <a:pt x="2483" y="81547"/>
                          </a:cubicBezTo>
                          <a:cubicBezTo>
                            <a:pt x="864" y="76213"/>
                            <a:pt x="-89" y="70974"/>
                            <a:pt x="7" y="65545"/>
                          </a:cubicBezTo>
                          <a:cubicBezTo>
                            <a:pt x="197" y="54686"/>
                            <a:pt x="4102" y="43351"/>
                            <a:pt x="12199" y="34779"/>
                          </a:cubicBezTo>
                          <a:lnTo>
                            <a:pt x="34678" y="11157"/>
                          </a:lnTo>
                          <a:cubicBezTo>
                            <a:pt x="42774" y="2584"/>
                            <a:pt x="54204" y="-1130"/>
                            <a:pt x="66586" y="298"/>
                          </a:cubicBezTo>
                          <a:cubicBezTo>
                            <a:pt x="72778" y="965"/>
                            <a:pt x="79255" y="2965"/>
                            <a:pt x="84970" y="6299"/>
                          </a:cubicBezTo>
                          <a:cubicBezTo>
                            <a:pt x="90780" y="9538"/>
                            <a:pt x="96495" y="14014"/>
                            <a:pt x="101257" y="19539"/>
                          </a:cubicBezTo>
                          <a:cubicBezTo>
                            <a:pt x="107639" y="27540"/>
                            <a:pt x="114497" y="35446"/>
                            <a:pt x="120498" y="43542"/>
                          </a:cubicBezTo>
                          <a:cubicBezTo>
                            <a:pt x="126594" y="51638"/>
                            <a:pt x="132785" y="59639"/>
                            <a:pt x="138310" y="67736"/>
                          </a:cubicBezTo>
                          <a:cubicBezTo>
                            <a:pt x="154502" y="90596"/>
                            <a:pt x="150120" y="119456"/>
                            <a:pt x="130404" y="132410"/>
                          </a:cubicBezTo>
                          <a:lnTo>
                            <a:pt x="103162" y="150413"/>
                          </a:lnTo>
                          <a:cubicBezTo>
                            <a:pt x="83541" y="163366"/>
                            <a:pt x="55918" y="156318"/>
                            <a:pt x="41726" y="13650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81" name="Forme libre : forme 16180">
                      <a:extLst>
                        <a:ext uri="{FF2B5EF4-FFF2-40B4-BE49-F238E27FC236}">
                          <a16:creationId xmlns:a16="http://schemas.microsoft.com/office/drawing/2014/main" id="{24265DD8-111E-43CA-B2AC-07037D7E8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10491" y="2927889"/>
                      <a:ext cx="104115" cy="132429"/>
                    </a:xfrm>
                    <a:custGeom>
                      <a:avLst/>
                      <a:gdLst>
                        <a:gd name="connsiteX0" fmla="*/ 46489 w 104115"/>
                        <a:gd name="connsiteY0" fmla="*/ 53626 h 132429"/>
                        <a:gd name="connsiteX1" fmla="*/ 26773 w 104115"/>
                        <a:gd name="connsiteY1" fmla="*/ 29432 h 132429"/>
                        <a:gd name="connsiteX2" fmla="*/ 21915 w 104115"/>
                        <a:gd name="connsiteY2" fmla="*/ 0 h 132429"/>
                        <a:gd name="connsiteX3" fmla="*/ 12199 w 104115"/>
                        <a:gd name="connsiteY3" fmla="*/ 10192 h 132429"/>
                        <a:gd name="connsiteX4" fmla="*/ 7 w 104115"/>
                        <a:gd name="connsiteY4" fmla="*/ 40957 h 132429"/>
                        <a:gd name="connsiteX5" fmla="*/ 2484 w 104115"/>
                        <a:gd name="connsiteY5" fmla="*/ 56959 h 132429"/>
                        <a:gd name="connsiteX6" fmla="*/ 10675 w 104115"/>
                        <a:gd name="connsiteY6" fmla="*/ 71342 h 132429"/>
                        <a:gd name="connsiteX7" fmla="*/ 26391 w 104115"/>
                        <a:gd name="connsiteY7" fmla="*/ 91059 h 132429"/>
                        <a:gd name="connsiteX8" fmla="*/ 41727 w 104115"/>
                        <a:gd name="connsiteY8" fmla="*/ 111919 h 132429"/>
                        <a:gd name="connsiteX9" fmla="*/ 103258 w 104115"/>
                        <a:gd name="connsiteY9" fmla="*/ 125825 h 132429"/>
                        <a:gd name="connsiteX10" fmla="*/ 104115 w 104115"/>
                        <a:gd name="connsiteY10" fmla="*/ 125254 h 132429"/>
                        <a:gd name="connsiteX11" fmla="*/ 77445 w 104115"/>
                        <a:gd name="connsiteY11" fmla="*/ 87154 h 132429"/>
                        <a:gd name="connsiteX12" fmla="*/ 63348 w 104115"/>
                        <a:gd name="connsiteY12" fmla="*/ 69247 h 132429"/>
                        <a:gd name="connsiteX13" fmla="*/ 46489 w 104115"/>
                        <a:gd name="connsiteY13" fmla="*/ 53626 h 132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04115" h="132429">
                          <a:moveTo>
                            <a:pt x="46489" y="53626"/>
                          </a:moveTo>
                          <a:cubicBezTo>
                            <a:pt x="37821" y="46767"/>
                            <a:pt x="30868" y="38767"/>
                            <a:pt x="26773" y="29432"/>
                          </a:cubicBezTo>
                          <a:cubicBezTo>
                            <a:pt x="22486" y="20383"/>
                            <a:pt x="20486" y="10382"/>
                            <a:pt x="21915" y="0"/>
                          </a:cubicBezTo>
                          <a:lnTo>
                            <a:pt x="12199" y="10192"/>
                          </a:lnTo>
                          <a:cubicBezTo>
                            <a:pt x="4103" y="18764"/>
                            <a:pt x="198" y="30099"/>
                            <a:pt x="7" y="40957"/>
                          </a:cubicBezTo>
                          <a:cubicBezTo>
                            <a:pt x="-88" y="46387"/>
                            <a:pt x="769" y="51625"/>
                            <a:pt x="2484" y="56959"/>
                          </a:cubicBezTo>
                          <a:cubicBezTo>
                            <a:pt x="4198" y="62198"/>
                            <a:pt x="6961" y="66961"/>
                            <a:pt x="10675" y="71342"/>
                          </a:cubicBezTo>
                          <a:cubicBezTo>
                            <a:pt x="15914" y="77914"/>
                            <a:pt x="21248" y="84106"/>
                            <a:pt x="26391" y="91059"/>
                          </a:cubicBezTo>
                          <a:cubicBezTo>
                            <a:pt x="31535" y="97917"/>
                            <a:pt x="36678" y="104680"/>
                            <a:pt x="41727" y="111919"/>
                          </a:cubicBezTo>
                          <a:cubicBezTo>
                            <a:pt x="55824" y="131731"/>
                            <a:pt x="83446" y="138874"/>
                            <a:pt x="103258" y="125825"/>
                          </a:cubicBezTo>
                          <a:lnTo>
                            <a:pt x="104115" y="125254"/>
                          </a:lnTo>
                          <a:cubicBezTo>
                            <a:pt x="94400" y="112681"/>
                            <a:pt x="86399" y="99536"/>
                            <a:pt x="77445" y="87154"/>
                          </a:cubicBezTo>
                          <a:cubicBezTo>
                            <a:pt x="73064" y="80867"/>
                            <a:pt x="68397" y="74866"/>
                            <a:pt x="63348" y="69247"/>
                          </a:cubicBezTo>
                          <a:cubicBezTo>
                            <a:pt x="58300" y="63436"/>
                            <a:pt x="52681" y="58198"/>
                            <a:pt x="46489" y="53626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82" name="Forme libre : forme 16181">
                      <a:extLst>
                        <a:ext uri="{FF2B5EF4-FFF2-40B4-BE49-F238E27FC236}">
                          <a16:creationId xmlns:a16="http://schemas.microsoft.com/office/drawing/2014/main" id="{9893279F-9155-4C37-9C6B-D338C71F71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352" y="2961824"/>
                      <a:ext cx="54503" cy="61314"/>
                    </a:xfrm>
                    <a:custGeom>
                      <a:avLst/>
                      <a:gdLst>
                        <a:gd name="connsiteX0" fmla="*/ 47302 w 54503"/>
                        <a:gd name="connsiteY0" fmla="*/ 58553 h 61314"/>
                        <a:gd name="connsiteX1" fmla="*/ 28537 w 54503"/>
                        <a:gd name="connsiteY1" fmla="*/ 59410 h 61314"/>
                        <a:gd name="connsiteX2" fmla="*/ 9297 w 54503"/>
                        <a:gd name="connsiteY2" fmla="*/ 43979 h 61314"/>
                        <a:gd name="connsiteX3" fmla="*/ 6154 w 54503"/>
                        <a:gd name="connsiteY3" fmla="*/ 3593 h 61314"/>
                        <a:gd name="connsiteX4" fmla="*/ 45301 w 54503"/>
                        <a:gd name="connsiteY4" fmla="*/ 17214 h 61314"/>
                        <a:gd name="connsiteX5" fmla="*/ 54445 w 54503"/>
                        <a:gd name="connsiteY5" fmla="*/ 41122 h 61314"/>
                        <a:gd name="connsiteX6" fmla="*/ 47302 w 54503"/>
                        <a:gd name="connsiteY6" fmla="*/ 58553 h 61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503" h="61314">
                          <a:moveTo>
                            <a:pt x="47302" y="58553"/>
                          </a:moveTo>
                          <a:cubicBezTo>
                            <a:pt x="42253" y="62077"/>
                            <a:pt x="35395" y="62077"/>
                            <a:pt x="28537" y="59410"/>
                          </a:cubicBezTo>
                          <a:cubicBezTo>
                            <a:pt x="21679" y="56838"/>
                            <a:pt x="14917" y="51218"/>
                            <a:pt x="9297" y="43979"/>
                          </a:cubicBezTo>
                          <a:cubicBezTo>
                            <a:pt x="-1466" y="29215"/>
                            <a:pt x="-3371" y="11785"/>
                            <a:pt x="6154" y="3593"/>
                          </a:cubicBezTo>
                          <a:cubicBezTo>
                            <a:pt x="15488" y="-4408"/>
                            <a:pt x="33681" y="1307"/>
                            <a:pt x="45301" y="17214"/>
                          </a:cubicBezTo>
                          <a:cubicBezTo>
                            <a:pt x="51302" y="24929"/>
                            <a:pt x="54064" y="33692"/>
                            <a:pt x="54445" y="41122"/>
                          </a:cubicBezTo>
                          <a:cubicBezTo>
                            <a:pt x="54922" y="48742"/>
                            <a:pt x="52445" y="55028"/>
                            <a:pt x="47302" y="58553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83" name="Forme libre : forme 16182">
                      <a:extLst>
                        <a:ext uri="{FF2B5EF4-FFF2-40B4-BE49-F238E27FC236}">
                          <a16:creationId xmlns:a16="http://schemas.microsoft.com/office/drawing/2014/main" id="{BEA3E96E-5AAA-43B3-87AD-B27234F371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447" y="2961927"/>
                      <a:ext cx="30251" cy="54640"/>
                    </a:xfrm>
                    <a:custGeom>
                      <a:avLst/>
                      <a:gdLst>
                        <a:gd name="connsiteX0" fmla="*/ 30252 w 30251"/>
                        <a:gd name="connsiteY0" fmla="*/ 3776 h 54640"/>
                        <a:gd name="connsiteX1" fmla="*/ 6154 w 30251"/>
                        <a:gd name="connsiteY1" fmla="*/ 3586 h 54640"/>
                        <a:gd name="connsiteX2" fmla="*/ 9297 w 30251"/>
                        <a:gd name="connsiteY2" fmla="*/ 43972 h 54640"/>
                        <a:gd name="connsiteX3" fmla="*/ 20060 w 30251"/>
                        <a:gd name="connsiteY3" fmla="*/ 54640 h 54640"/>
                        <a:gd name="connsiteX4" fmla="*/ 16536 w 30251"/>
                        <a:gd name="connsiteY4" fmla="*/ 46925 h 54640"/>
                        <a:gd name="connsiteX5" fmla="*/ 30252 w 30251"/>
                        <a:gd name="connsiteY5" fmla="*/ 3776 h 54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251" h="54640">
                          <a:moveTo>
                            <a:pt x="30252" y="3776"/>
                          </a:moveTo>
                          <a:cubicBezTo>
                            <a:pt x="21203" y="-1081"/>
                            <a:pt x="12059" y="-1367"/>
                            <a:pt x="6154" y="3586"/>
                          </a:cubicBezTo>
                          <a:cubicBezTo>
                            <a:pt x="-3371" y="11682"/>
                            <a:pt x="-1466" y="29208"/>
                            <a:pt x="9297" y="43972"/>
                          </a:cubicBezTo>
                          <a:cubicBezTo>
                            <a:pt x="12535" y="48258"/>
                            <a:pt x="16250" y="51782"/>
                            <a:pt x="20060" y="54640"/>
                          </a:cubicBezTo>
                          <a:cubicBezTo>
                            <a:pt x="18536" y="52259"/>
                            <a:pt x="17298" y="49687"/>
                            <a:pt x="16536" y="46925"/>
                          </a:cubicBezTo>
                          <a:cubicBezTo>
                            <a:pt x="13297" y="31208"/>
                            <a:pt x="17774" y="12254"/>
                            <a:pt x="30252" y="377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84" name="Forme libre : forme 16183">
                      <a:extLst>
                        <a:ext uri="{FF2B5EF4-FFF2-40B4-BE49-F238E27FC236}">
                          <a16:creationId xmlns:a16="http://schemas.microsoft.com/office/drawing/2014/main" id="{11313BCA-9A05-463A-A8CE-C98D13B62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790" y="2968002"/>
                      <a:ext cx="54123" cy="60813"/>
                    </a:xfrm>
                    <a:custGeom>
                      <a:avLst/>
                      <a:gdLst>
                        <a:gd name="connsiteX0" fmla="*/ 46768 w 54123"/>
                        <a:gd name="connsiteY0" fmla="*/ 58090 h 60813"/>
                        <a:gd name="connsiteX1" fmla="*/ 28099 w 54123"/>
                        <a:gd name="connsiteY1" fmla="*/ 58947 h 60813"/>
                        <a:gd name="connsiteX2" fmla="*/ 9049 w 54123"/>
                        <a:gd name="connsiteY2" fmla="*/ 43612 h 60813"/>
                        <a:gd name="connsiteX3" fmla="*/ 95 w 54123"/>
                        <a:gd name="connsiteY3" fmla="*/ 21038 h 60813"/>
                        <a:gd name="connsiteX4" fmla="*/ 6286 w 54123"/>
                        <a:gd name="connsiteY4" fmla="*/ 3512 h 60813"/>
                        <a:gd name="connsiteX5" fmla="*/ 24955 w 54123"/>
                        <a:gd name="connsiteY5" fmla="*/ 1416 h 60813"/>
                        <a:gd name="connsiteX6" fmla="*/ 45148 w 54123"/>
                        <a:gd name="connsiteY6" fmla="*/ 17037 h 60813"/>
                        <a:gd name="connsiteX7" fmla="*/ 54102 w 54123"/>
                        <a:gd name="connsiteY7" fmla="*/ 40850 h 60813"/>
                        <a:gd name="connsiteX8" fmla="*/ 46768 w 54123"/>
                        <a:gd name="connsiteY8" fmla="*/ 58090 h 608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123" h="60813">
                          <a:moveTo>
                            <a:pt x="46768" y="58090"/>
                          </a:moveTo>
                          <a:cubicBezTo>
                            <a:pt x="41624" y="61614"/>
                            <a:pt x="34957" y="61519"/>
                            <a:pt x="28099" y="58947"/>
                          </a:cubicBezTo>
                          <a:cubicBezTo>
                            <a:pt x="21240" y="56375"/>
                            <a:pt x="14478" y="50851"/>
                            <a:pt x="9049" y="43612"/>
                          </a:cubicBezTo>
                          <a:cubicBezTo>
                            <a:pt x="3524" y="36373"/>
                            <a:pt x="762" y="28086"/>
                            <a:pt x="95" y="21038"/>
                          </a:cubicBezTo>
                          <a:cubicBezTo>
                            <a:pt x="-476" y="13894"/>
                            <a:pt x="1524" y="7417"/>
                            <a:pt x="6286" y="3512"/>
                          </a:cubicBezTo>
                          <a:cubicBezTo>
                            <a:pt x="11049" y="-394"/>
                            <a:pt x="17811" y="-965"/>
                            <a:pt x="24955" y="1416"/>
                          </a:cubicBezTo>
                          <a:cubicBezTo>
                            <a:pt x="32194" y="3702"/>
                            <a:pt x="39338" y="9417"/>
                            <a:pt x="45148" y="17037"/>
                          </a:cubicBezTo>
                          <a:cubicBezTo>
                            <a:pt x="50959" y="24848"/>
                            <a:pt x="53816" y="33515"/>
                            <a:pt x="54102" y="40850"/>
                          </a:cubicBezTo>
                          <a:cubicBezTo>
                            <a:pt x="54388" y="48184"/>
                            <a:pt x="51816" y="54566"/>
                            <a:pt x="46768" y="5809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85" name="Forme libre : forme 16184">
                      <a:extLst>
                        <a:ext uri="{FF2B5EF4-FFF2-40B4-BE49-F238E27FC236}">
                          <a16:creationId xmlns:a16="http://schemas.microsoft.com/office/drawing/2014/main" id="{82D66914-A1C9-4182-BD3F-75217F9A13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8760" y="2925636"/>
                      <a:ext cx="59480" cy="102779"/>
                    </a:xfrm>
                    <a:custGeom>
                      <a:avLst/>
                      <a:gdLst>
                        <a:gd name="connsiteX0" fmla="*/ 16505 w 59480"/>
                        <a:gd name="connsiteY0" fmla="*/ 20160 h 102779"/>
                        <a:gd name="connsiteX1" fmla="*/ 2884 w 59480"/>
                        <a:gd name="connsiteY1" fmla="*/ 36067 h 102779"/>
                        <a:gd name="connsiteX2" fmla="*/ 6884 w 59480"/>
                        <a:gd name="connsiteY2" fmla="*/ 75024 h 102779"/>
                        <a:gd name="connsiteX3" fmla="*/ 29554 w 59480"/>
                        <a:gd name="connsiteY3" fmla="*/ 99884 h 102779"/>
                        <a:gd name="connsiteX4" fmla="*/ 52414 w 59480"/>
                        <a:gd name="connsiteY4" fmla="*/ 97313 h 102779"/>
                        <a:gd name="connsiteX5" fmla="*/ 54128 w 59480"/>
                        <a:gd name="connsiteY5" fmla="*/ 81596 h 102779"/>
                        <a:gd name="connsiteX6" fmla="*/ 56129 w 59480"/>
                        <a:gd name="connsiteY6" fmla="*/ 43401 h 102779"/>
                        <a:gd name="connsiteX7" fmla="*/ 50318 w 59480"/>
                        <a:gd name="connsiteY7" fmla="*/ 1586 h 102779"/>
                        <a:gd name="connsiteX8" fmla="*/ 16505 w 59480"/>
                        <a:gd name="connsiteY8" fmla="*/ 20160 h 102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9480" h="102779">
                          <a:moveTo>
                            <a:pt x="16505" y="20160"/>
                          </a:moveTo>
                          <a:cubicBezTo>
                            <a:pt x="11171" y="24827"/>
                            <a:pt x="5932" y="29590"/>
                            <a:pt x="2884" y="36067"/>
                          </a:cubicBezTo>
                          <a:cubicBezTo>
                            <a:pt x="-2926" y="48545"/>
                            <a:pt x="884" y="62737"/>
                            <a:pt x="6884" y="75024"/>
                          </a:cubicBezTo>
                          <a:cubicBezTo>
                            <a:pt x="12123" y="84835"/>
                            <a:pt x="19267" y="94836"/>
                            <a:pt x="29554" y="99884"/>
                          </a:cubicBezTo>
                          <a:cubicBezTo>
                            <a:pt x="37174" y="103885"/>
                            <a:pt x="47937" y="104361"/>
                            <a:pt x="52414" y="97313"/>
                          </a:cubicBezTo>
                          <a:cubicBezTo>
                            <a:pt x="55176" y="92931"/>
                            <a:pt x="54509" y="87026"/>
                            <a:pt x="54128" y="81596"/>
                          </a:cubicBezTo>
                          <a:cubicBezTo>
                            <a:pt x="52985" y="68928"/>
                            <a:pt x="53938" y="55879"/>
                            <a:pt x="56129" y="43401"/>
                          </a:cubicBezTo>
                          <a:cubicBezTo>
                            <a:pt x="58129" y="32923"/>
                            <a:pt x="64987" y="9587"/>
                            <a:pt x="50318" y="1586"/>
                          </a:cubicBezTo>
                          <a:cubicBezTo>
                            <a:pt x="37555" y="-5653"/>
                            <a:pt x="23839" y="13873"/>
                            <a:pt x="16505" y="2016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86" name="Forme libre : forme 16185">
                      <a:extLst>
                        <a:ext uri="{FF2B5EF4-FFF2-40B4-BE49-F238E27FC236}">
                          <a16:creationId xmlns:a16="http://schemas.microsoft.com/office/drawing/2014/main" id="{1A06D565-2709-4254-BE92-A3FAC644DD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285" y="2940596"/>
                      <a:ext cx="31994" cy="19230"/>
                    </a:xfrm>
                    <a:custGeom>
                      <a:avLst/>
                      <a:gdLst>
                        <a:gd name="connsiteX0" fmla="*/ 6317 w 31994"/>
                        <a:gd name="connsiteY0" fmla="*/ 343 h 19230"/>
                        <a:gd name="connsiteX1" fmla="*/ 1554 w 31994"/>
                        <a:gd name="connsiteY1" fmla="*/ 2247 h 19230"/>
                        <a:gd name="connsiteX2" fmla="*/ 221 w 31994"/>
                        <a:gd name="connsiteY2" fmla="*/ 7010 h 19230"/>
                        <a:gd name="connsiteX3" fmla="*/ 3745 w 31994"/>
                        <a:gd name="connsiteY3" fmla="*/ 10725 h 19230"/>
                        <a:gd name="connsiteX4" fmla="*/ 15175 w 31994"/>
                        <a:gd name="connsiteY4" fmla="*/ 17392 h 19230"/>
                        <a:gd name="connsiteX5" fmla="*/ 20223 w 31994"/>
                        <a:gd name="connsiteY5" fmla="*/ 19107 h 19230"/>
                        <a:gd name="connsiteX6" fmla="*/ 29081 w 31994"/>
                        <a:gd name="connsiteY6" fmla="*/ 7010 h 19230"/>
                        <a:gd name="connsiteX7" fmla="*/ 6317 w 31994"/>
                        <a:gd name="connsiteY7" fmla="*/ 343 h 192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994" h="19230">
                          <a:moveTo>
                            <a:pt x="6317" y="343"/>
                          </a:moveTo>
                          <a:cubicBezTo>
                            <a:pt x="4602" y="628"/>
                            <a:pt x="2888" y="1104"/>
                            <a:pt x="1554" y="2247"/>
                          </a:cubicBezTo>
                          <a:cubicBezTo>
                            <a:pt x="221" y="3390"/>
                            <a:pt x="-351" y="5295"/>
                            <a:pt x="221" y="7010"/>
                          </a:cubicBezTo>
                          <a:cubicBezTo>
                            <a:pt x="792" y="8629"/>
                            <a:pt x="2316" y="9772"/>
                            <a:pt x="3745" y="10725"/>
                          </a:cubicBezTo>
                          <a:cubicBezTo>
                            <a:pt x="7555" y="13201"/>
                            <a:pt x="11174" y="15582"/>
                            <a:pt x="15175" y="17392"/>
                          </a:cubicBezTo>
                          <a:cubicBezTo>
                            <a:pt x="16794" y="18154"/>
                            <a:pt x="18509" y="18916"/>
                            <a:pt x="20223" y="19107"/>
                          </a:cubicBezTo>
                          <a:cubicBezTo>
                            <a:pt x="27557" y="20154"/>
                            <a:pt x="36797" y="14439"/>
                            <a:pt x="29081" y="7010"/>
                          </a:cubicBezTo>
                          <a:cubicBezTo>
                            <a:pt x="23271" y="1200"/>
                            <a:pt x="13460" y="-896"/>
                            <a:pt x="6317" y="34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87" name="Forme libre : forme 16186">
                      <a:extLst>
                        <a:ext uri="{FF2B5EF4-FFF2-40B4-BE49-F238E27FC236}">
                          <a16:creationId xmlns:a16="http://schemas.microsoft.com/office/drawing/2014/main" id="{E0A72A4F-85F8-4595-B891-A7B9212E2D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694" y="3039141"/>
                      <a:ext cx="60388" cy="14962"/>
                    </a:xfrm>
                    <a:custGeom>
                      <a:avLst/>
                      <a:gdLst>
                        <a:gd name="connsiteX0" fmla="*/ 60389 w 60388"/>
                        <a:gd name="connsiteY0" fmla="*/ 8096 h 14962"/>
                        <a:gd name="connsiteX1" fmla="*/ 42482 w 60388"/>
                        <a:gd name="connsiteY1" fmla="*/ 14573 h 14962"/>
                        <a:gd name="connsiteX2" fmla="*/ 0 w 60388"/>
                        <a:gd name="connsiteY2" fmla="*/ 0 h 14962"/>
                        <a:gd name="connsiteX3" fmla="*/ 17621 w 60388"/>
                        <a:gd name="connsiteY3" fmla="*/ 8477 h 14962"/>
                        <a:gd name="connsiteX4" fmla="*/ 60389 w 60388"/>
                        <a:gd name="connsiteY4" fmla="*/ 8096 h 14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388" h="14962">
                          <a:moveTo>
                            <a:pt x="60389" y="8096"/>
                          </a:moveTo>
                          <a:cubicBezTo>
                            <a:pt x="60389" y="8096"/>
                            <a:pt x="53531" y="13240"/>
                            <a:pt x="42482" y="14573"/>
                          </a:cubicBezTo>
                          <a:cubicBezTo>
                            <a:pt x="31433" y="16097"/>
                            <a:pt x="16383" y="13525"/>
                            <a:pt x="0" y="0"/>
                          </a:cubicBezTo>
                          <a:cubicBezTo>
                            <a:pt x="0" y="0"/>
                            <a:pt x="6763" y="4763"/>
                            <a:pt x="17621" y="8477"/>
                          </a:cubicBezTo>
                          <a:cubicBezTo>
                            <a:pt x="28575" y="12097"/>
                            <a:pt x="43720" y="14192"/>
                            <a:pt x="60389" y="80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88" name="Forme libre : forme 16187">
                      <a:extLst>
                        <a:ext uri="{FF2B5EF4-FFF2-40B4-BE49-F238E27FC236}">
                          <a16:creationId xmlns:a16="http://schemas.microsoft.com/office/drawing/2014/main" id="{A20B1370-D105-4E49-85A4-B01D3784B3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4693" y="2908855"/>
                      <a:ext cx="66389" cy="18652"/>
                    </a:xfrm>
                    <a:custGeom>
                      <a:avLst/>
                      <a:gdLst>
                        <a:gd name="connsiteX0" fmla="*/ 66389 w 66389"/>
                        <a:gd name="connsiteY0" fmla="*/ 18653 h 18652"/>
                        <a:gd name="connsiteX1" fmla="*/ 60865 w 66389"/>
                        <a:gd name="connsiteY1" fmla="*/ 13509 h 18652"/>
                        <a:gd name="connsiteX2" fmla="*/ 45815 w 66389"/>
                        <a:gd name="connsiteY2" fmla="*/ 4175 h 18652"/>
                        <a:gd name="connsiteX3" fmla="*/ 24193 w 66389"/>
                        <a:gd name="connsiteY3" fmla="*/ 79 h 18652"/>
                        <a:gd name="connsiteX4" fmla="*/ 0 w 66389"/>
                        <a:gd name="connsiteY4" fmla="*/ 10175 h 18652"/>
                        <a:gd name="connsiteX5" fmla="*/ 20193 w 66389"/>
                        <a:gd name="connsiteY5" fmla="*/ 3603 h 18652"/>
                        <a:gd name="connsiteX6" fmla="*/ 41719 w 66389"/>
                        <a:gd name="connsiteY6" fmla="*/ 5032 h 18652"/>
                        <a:gd name="connsiteX7" fmla="*/ 66389 w 66389"/>
                        <a:gd name="connsiteY7" fmla="*/ 18653 h 18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389" h="18652">
                          <a:moveTo>
                            <a:pt x="66389" y="18653"/>
                          </a:moveTo>
                          <a:cubicBezTo>
                            <a:pt x="66389" y="18653"/>
                            <a:pt x="64579" y="16367"/>
                            <a:pt x="60865" y="13509"/>
                          </a:cubicBezTo>
                          <a:cubicBezTo>
                            <a:pt x="57245" y="10557"/>
                            <a:pt x="52006" y="6937"/>
                            <a:pt x="45815" y="4175"/>
                          </a:cubicBezTo>
                          <a:cubicBezTo>
                            <a:pt x="39719" y="1317"/>
                            <a:pt x="32004" y="-397"/>
                            <a:pt x="24193" y="79"/>
                          </a:cubicBezTo>
                          <a:cubicBezTo>
                            <a:pt x="16288" y="650"/>
                            <a:pt x="8096" y="3603"/>
                            <a:pt x="0" y="10175"/>
                          </a:cubicBezTo>
                          <a:cubicBezTo>
                            <a:pt x="0" y="10175"/>
                            <a:pt x="7810" y="5127"/>
                            <a:pt x="20193" y="3603"/>
                          </a:cubicBezTo>
                          <a:cubicBezTo>
                            <a:pt x="26289" y="2841"/>
                            <a:pt x="34004" y="2841"/>
                            <a:pt x="41719" y="5032"/>
                          </a:cubicBezTo>
                          <a:cubicBezTo>
                            <a:pt x="49530" y="7318"/>
                            <a:pt x="58293" y="11414"/>
                            <a:pt x="66389" y="186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89" name="Forme libre : forme 16188">
                      <a:extLst>
                        <a:ext uri="{FF2B5EF4-FFF2-40B4-BE49-F238E27FC236}">
                          <a16:creationId xmlns:a16="http://schemas.microsoft.com/office/drawing/2014/main" id="{9539D394-FF14-4ECC-9287-1E7B9A140E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1487" y="2979538"/>
                      <a:ext cx="16618" cy="25455"/>
                    </a:xfrm>
                    <a:custGeom>
                      <a:avLst/>
                      <a:gdLst>
                        <a:gd name="connsiteX0" fmla="*/ 12547 w 16618"/>
                        <a:gd name="connsiteY0" fmla="*/ 25313 h 25455"/>
                        <a:gd name="connsiteX1" fmla="*/ 1307 w 16618"/>
                        <a:gd name="connsiteY1" fmla="*/ 14645 h 25455"/>
                        <a:gd name="connsiteX2" fmla="*/ 3879 w 16618"/>
                        <a:gd name="connsiteY2" fmla="*/ 167 h 25455"/>
                        <a:gd name="connsiteX3" fmla="*/ 15500 w 16618"/>
                        <a:gd name="connsiteY3" fmla="*/ 10835 h 25455"/>
                        <a:gd name="connsiteX4" fmla="*/ 12547 w 16618"/>
                        <a:gd name="connsiteY4" fmla="*/ 25313 h 25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18" h="25455">
                          <a:moveTo>
                            <a:pt x="12547" y="25313"/>
                          </a:moveTo>
                          <a:cubicBezTo>
                            <a:pt x="8546" y="26361"/>
                            <a:pt x="3689" y="21503"/>
                            <a:pt x="1307" y="14645"/>
                          </a:cubicBezTo>
                          <a:cubicBezTo>
                            <a:pt x="-1169" y="7787"/>
                            <a:pt x="-26" y="1215"/>
                            <a:pt x="3879" y="167"/>
                          </a:cubicBezTo>
                          <a:cubicBezTo>
                            <a:pt x="7784" y="-976"/>
                            <a:pt x="13023" y="3882"/>
                            <a:pt x="15500" y="10835"/>
                          </a:cubicBezTo>
                          <a:cubicBezTo>
                            <a:pt x="17786" y="17883"/>
                            <a:pt x="16452" y="24360"/>
                            <a:pt x="12547" y="2531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90" name="Forme libre : forme 16189">
                      <a:extLst>
                        <a:ext uri="{FF2B5EF4-FFF2-40B4-BE49-F238E27FC236}">
                          <a16:creationId xmlns:a16="http://schemas.microsoft.com/office/drawing/2014/main" id="{EBC3A232-6854-4711-B2B2-7A7FD29BA3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376" y="3000389"/>
                      <a:ext cx="6608" cy="6923"/>
                    </a:xfrm>
                    <a:custGeom>
                      <a:avLst/>
                      <a:gdLst>
                        <a:gd name="connsiteX0" fmla="*/ 5373 w 6608"/>
                        <a:gd name="connsiteY0" fmla="*/ 6367 h 6923"/>
                        <a:gd name="connsiteX1" fmla="*/ 705 w 6608"/>
                        <a:gd name="connsiteY1" fmla="*/ 5319 h 6923"/>
                        <a:gd name="connsiteX2" fmla="*/ 1277 w 6608"/>
                        <a:gd name="connsiteY2" fmla="*/ 557 h 6923"/>
                        <a:gd name="connsiteX3" fmla="*/ 5944 w 6608"/>
                        <a:gd name="connsiteY3" fmla="*/ 1605 h 6923"/>
                        <a:gd name="connsiteX4" fmla="*/ 5373 w 6608"/>
                        <a:gd name="connsiteY4" fmla="*/ 6367 h 6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08" h="6923">
                          <a:moveTo>
                            <a:pt x="5373" y="6367"/>
                          </a:moveTo>
                          <a:cubicBezTo>
                            <a:pt x="3944" y="7415"/>
                            <a:pt x="1848" y="6939"/>
                            <a:pt x="705" y="5319"/>
                          </a:cubicBezTo>
                          <a:cubicBezTo>
                            <a:pt x="-438" y="3700"/>
                            <a:pt x="-152" y="1605"/>
                            <a:pt x="1277" y="557"/>
                          </a:cubicBezTo>
                          <a:cubicBezTo>
                            <a:pt x="2706" y="-491"/>
                            <a:pt x="4801" y="-15"/>
                            <a:pt x="5944" y="1605"/>
                          </a:cubicBezTo>
                          <a:cubicBezTo>
                            <a:pt x="6992" y="3224"/>
                            <a:pt x="6801" y="5415"/>
                            <a:pt x="5373" y="63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91" name="Forme libre : forme 16190">
                      <a:extLst>
                        <a:ext uri="{FF2B5EF4-FFF2-40B4-BE49-F238E27FC236}">
                          <a16:creationId xmlns:a16="http://schemas.microsoft.com/office/drawing/2014/main" id="{51F3D430-07CE-45E3-B862-4352355B6D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1048" y="2959225"/>
                      <a:ext cx="36516" cy="77402"/>
                    </a:xfrm>
                    <a:custGeom>
                      <a:avLst/>
                      <a:gdLst>
                        <a:gd name="connsiteX0" fmla="*/ 31848 w 36516"/>
                        <a:gd name="connsiteY0" fmla="*/ 55341 h 77402"/>
                        <a:gd name="connsiteX1" fmla="*/ 11370 w 36516"/>
                        <a:gd name="connsiteY1" fmla="*/ 75249 h 77402"/>
                        <a:gd name="connsiteX2" fmla="*/ 1368 w 36516"/>
                        <a:gd name="connsiteY2" fmla="*/ 75820 h 77402"/>
                        <a:gd name="connsiteX3" fmla="*/ 1654 w 36516"/>
                        <a:gd name="connsiteY3" fmla="*/ 66295 h 77402"/>
                        <a:gd name="connsiteX4" fmla="*/ 14037 w 36516"/>
                        <a:gd name="connsiteY4" fmla="*/ 38482 h 77402"/>
                        <a:gd name="connsiteX5" fmla="*/ 8988 w 36516"/>
                        <a:gd name="connsiteY5" fmla="*/ 16861 h 77402"/>
                        <a:gd name="connsiteX6" fmla="*/ 11655 w 36516"/>
                        <a:gd name="connsiteY6" fmla="*/ 1 h 77402"/>
                        <a:gd name="connsiteX7" fmla="*/ 27848 w 36516"/>
                        <a:gd name="connsiteY7" fmla="*/ 13146 h 77402"/>
                        <a:gd name="connsiteX8" fmla="*/ 36230 w 36516"/>
                        <a:gd name="connsiteY8" fmla="*/ 33053 h 77402"/>
                        <a:gd name="connsiteX9" fmla="*/ 31848 w 36516"/>
                        <a:gd name="connsiteY9" fmla="*/ 55341 h 774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6516" h="77402">
                          <a:moveTo>
                            <a:pt x="31848" y="55341"/>
                          </a:moveTo>
                          <a:cubicBezTo>
                            <a:pt x="27086" y="63914"/>
                            <a:pt x="19466" y="70105"/>
                            <a:pt x="11370" y="75249"/>
                          </a:cubicBezTo>
                          <a:cubicBezTo>
                            <a:pt x="8417" y="77154"/>
                            <a:pt x="4035" y="78678"/>
                            <a:pt x="1368" y="75820"/>
                          </a:cubicBezTo>
                          <a:cubicBezTo>
                            <a:pt x="-1013" y="73248"/>
                            <a:pt x="130" y="69248"/>
                            <a:pt x="1654" y="66295"/>
                          </a:cubicBezTo>
                          <a:cubicBezTo>
                            <a:pt x="6417" y="57342"/>
                            <a:pt x="13846" y="49245"/>
                            <a:pt x="14037" y="38482"/>
                          </a:cubicBezTo>
                          <a:cubicBezTo>
                            <a:pt x="14037" y="35148"/>
                            <a:pt x="10989" y="25623"/>
                            <a:pt x="8988" y="16861"/>
                          </a:cubicBezTo>
                          <a:cubicBezTo>
                            <a:pt x="6893" y="8097"/>
                            <a:pt x="6036" y="96"/>
                            <a:pt x="11655" y="1"/>
                          </a:cubicBezTo>
                          <a:cubicBezTo>
                            <a:pt x="17180" y="-94"/>
                            <a:pt x="23466" y="6002"/>
                            <a:pt x="27848" y="13146"/>
                          </a:cubicBezTo>
                          <a:cubicBezTo>
                            <a:pt x="32325" y="20385"/>
                            <a:pt x="35658" y="28671"/>
                            <a:pt x="36230" y="33053"/>
                          </a:cubicBezTo>
                          <a:cubicBezTo>
                            <a:pt x="37278" y="41054"/>
                            <a:pt x="35373" y="48864"/>
                            <a:pt x="31848" y="5534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51" name="Graphique 1">
                    <a:extLst>
                      <a:ext uri="{FF2B5EF4-FFF2-40B4-BE49-F238E27FC236}">
                        <a16:creationId xmlns:a16="http://schemas.microsoft.com/office/drawing/2014/main" id="{CF68CCCD-7CAA-40AB-A973-E9C92BFEE4F2}"/>
                      </a:ext>
                    </a:extLst>
                  </p:cNvPr>
                  <p:cNvGrpSpPr/>
                  <p:nvPr/>
                </p:nvGrpSpPr>
                <p:grpSpPr>
                  <a:xfrm>
                    <a:off x="995302" y="3029320"/>
                    <a:ext cx="146510" cy="158259"/>
                    <a:chOff x="995302" y="3029320"/>
                    <a:chExt cx="146510" cy="158259"/>
                  </a:xfrm>
                  <a:solidFill>
                    <a:schemeClr val="accent1"/>
                  </a:solidFill>
                </p:grpSpPr>
                <p:sp>
                  <p:nvSpPr>
                    <p:cNvPr id="16168" name="Forme libre : forme 16167">
                      <a:extLst>
                        <a:ext uri="{FF2B5EF4-FFF2-40B4-BE49-F238E27FC236}">
                          <a16:creationId xmlns:a16="http://schemas.microsoft.com/office/drawing/2014/main" id="{45078110-B76F-43AC-8400-A79A90C9CF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397" y="3029320"/>
                      <a:ext cx="146415" cy="158259"/>
                    </a:xfrm>
                    <a:custGeom>
                      <a:avLst/>
                      <a:gdLst>
                        <a:gd name="connsiteX0" fmla="*/ 41593 w 146415"/>
                        <a:gd name="connsiteY0" fmla="*/ 136028 h 158259"/>
                        <a:gd name="connsiteX1" fmla="*/ 24639 w 146415"/>
                        <a:gd name="connsiteY1" fmla="*/ 111739 h 158259"/>
                        <a:gd name="connsiteX2" fmla="*/ 8541 w 146415"/>
                        <a:gd name="connsiteY2" fmla="*/ 87736 h 158259"/>
                        <a:gd name="connsiteX3" fmla="*/ 540 w 146415"/>
                        <a:gd name="connsiteY3" fmla="*/ 52589 h 158259"/>
                        <a:gd name="connsiteX4" fmla="*/ 18257 w 146415"/>
                        <a:gd name="connsiteY4" fmla="*/ 24395 h 158259"/>
                        <a:gd name="connsiteX5" fmla="*/ 45498 w 146415"/>
                        <a:gd name="connsiteY5" fmla="*/ 6392 h 158259"/>
                        <a:gd name="connsiteX6" fmla="*/ 78550 w 146415"/>
                        <a:gd name="connsiteY6" fmla="*/ 1535 h 158259"/>
                        <a:gd name="connsiteX7" fmla="*/ 107411 w 146415"/>
                        <a:gd name="connsiteY7" fmla="*/ 22585 h 158259"/>
                        <a:gd name="connsiteX8" fmla="*/ 122460 w 146415"/>
                        <a:gd name="connsiteY8" fmla="*/ 45064 h 158259"/>
                        <a:gd name="connsiteX9" fmla="*/ 137510 w 146415"/>
                        <a:gd name="connsiteY9" fmla="*/ 66686 h 158259"/>
                        <a:gd name="connsiteX10" fmla="*/ 144939 w 146415"/>
                        <a:gd name="connsiteY10" fmla="*/ 82211 h 158259"/>
                        <a:gd name="connsiteX11" fmla="*/ 146178 w 146415"/>
                        <a:gd name="connsiteY11" fmla="*/ 98689 h 158259"/>
                        <a:gd name="connsiteX12" fmla="*/ 131223 w 146415"/>
                        <a:gd name="connsiteY12" fmla="*/ 128217 h 158259"/>
                        <a:gd name="connsiteX13" fmla="*/ 106554 w 146415"/>
                        <a:gd name="connsiteY13" fmla="*/ 149458 h 158259"/>
                        <a:gd name="connsiteX14" fmla="*/ 73883 w 146415"/>
                        <a:gd name="connsiteY14" fmla="*/ 157364 h 158259"/>
                        <a:gd name="connsiteX15" fmla="*/ 56357 w 146415"/>
                        <a:gd name="connsiteY15" fmla="*/ 150124 h 158259"/>
                        <a:gd name="connsiteX16" fmla="*/ 41593 w 146415"/>
                        <a:gd name="connsiteY16" fmla="*/ 136028 h 158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6415" h="158259">
                          <a:moveTo>
                            <a:pt x="41593" y="136028"/>
                          </a:moveTo>
                          <a:cubicBezTo>
                            <a:pt x="35973" y="127931"/>
                            <a:pt x="29877" y="119740"/>
                            <a:pt x="24639" y="111739"/>
                          </a:cubicBezTo>
                          <a:lnTo>
                            <a:pt x="8541" y="87736"/>
                          </a:lnTo>
                          <a:cubicBezTo>
                            <a:pt x="1112" y="76496"/>
                            <a:pt x="-1174" y="64114"/>
                            <a:pt x="540" y="52589"/>
                          </a:cubicBezTo>
                          <a:cubicBezTo>
                            <a:pt x="2350" y="41254"/>
                            <a:pt x="8446" y="30872"/>
                            <a:pt x="18257" y="24395"/>
                          </a:cubicBezTo>
                          <a:lnTo>
                            <a:pt x="45498" y="6392"/>
                          </a:lnTo>
                          <a:cubicBezTo>
                            <a:pt x="55309" y="-85"/>
                            <a:pt x="67311" y="-1513"/>
                            <a:pt x="78550" y="1535"/>
                          </a:cubicBezTo>
                          <a:cubicBezTo>
                            <a:pt x="89790" y="4487"/>
                            <a:pt x="100362" y="12012"/>
                            <a:pt x="107411" y="22585"/>
                          </a:cubicBezTo>
                          <a:lnTo>
                            <a:pt x="122460" y="45064"/>
                          </a:lnTo>
                          <a:cubicBezTo>
                            <a:pt x="127413" y="52589"/>
                            <a:pt x="132557" y="59447"/>
                            <a:pt x="137510" y="66686"/>
                          </a:cubicBezTo>
                          <a:cubicBezTo>
                            <a:pt x="141034" y="71543"/>
                            <a:pt x="143511" y="76687"/>
                            <a:pt x="144939" y="82211"/>
                          </a:cubicBezTo>
                          <a:cubicBezTo>
                            <a:pt x="146273" y="87831"/>
                            <a:pt x="146749" y="93165"/>
                            <a:pt x="146178" y="98689"/>
                          </a:cubicBezTo>
                          <a:cubicBezTo>
                            <a:pt x="145035" y="109643"/>
                            <a:pt x="140082" y="120597"/>
                            <a:pt x="131223" y="128217"/>
                          </a:cubicBezTo>
                          <a:lnTo>
                            <a:pt x="106554" y="149458"/>
                          </a:lnTo>
                          <a:cubicBezTo>
                            <a:pt x="97505" y="157173"/>
                            <a:pt x="85884" y="159840"/>
                            <a:pt x="73883" y="157364"/>
                          </a:cubicBezTo>
                          <a:cubicBezTo>
                            <a:pt x="67882" y="156125"/>
                            <a:pt x="61691" y="153744"/>
                            <a:pt x="56357" y="150124"/>
                          </a:cubicBezTo>
                          <a:cubicBezTo>
                            <a:pt x="50928" y="146505"/>
                            <a:pt x="45784" y="141743"/>
                            <a:pt x="41593" y="13602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69" name="Forme libre : forme 16168">
                      <a:extLst>
                        <a:ext uri="{FF2B5EF4-FFF2-40B4-BE49-F238E27FC236}">
                          <a16:creationId xmlns:a16="http://schemas.microsoft.com/office/drawing/2014/main" id="{ED287055-9930-4766-8BF1-4F7F71D30E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302" y="3045904"/>
                      <a:ext cx="107315" cy="141540"/>
                    </a:xfrm>
                    <a:custGeom>
                      <a:avLst/>
                      <a:gdLst>
                        <a:gd name="connsiteX0" fmla="*/ 46641 w 107315"/>
                        <a:gd name="connsiteY0" fmla="*/ 58103 h 141540"/>
                        <a:gd name="connsiteX1" fmla="*/ 30068 w 107315"/>
                        <a:gd name="connsiteY1" fmla="*/ 0 h 141540"/>
                        <a:gd name="connsiteX2" fmla="*/ 18257 w 107315"/>
                        <a:gd name="connsiteY2" fmla="*/ 7811 h 141540"/>
                        <a:gd name="connsiteX3" fmla="*/ 540 w 107315"/>
                        <a:gd name="connsiteY3" fmla="*/ 36004 h 141540"/>
                        <a:gd name="connsiteX4" fmla="*/ 8541 w 107315"/>
                        <a:gd name="connsiteY4" fmla="*/ 71152 h 141540"/>
                        <a:gd name="connsiteX5" fmla="*/ 24639 w 107315"/>
                        <a:gd name="connsiteY5" fmla="*/ 95155 h 141540"/>
                        <a:gd name="connsiteX6" fmla="*/ 41593 w 107315"/>
                        <a:gd name="connsiteY6" fmla="*/ 119444 h 141540"/>
                        <a:gd name="connsiteX7" fmla="*/ 56357 w 107315"/>
                        <a:gd name="connsiteY7" fmla="*/ 133445 h 141540"/>
                        <a:gd name="connsiteX8" fmla="*/ 73883 w 107315"/>
                        <a:gd name="connsiteY8" fmla="*/ 140684 h 141540"/>
                        <a:gd name="connsiteX9" fmla="*/ 106554 w 107315"/>
                        <a:gd name="connsiteY9" fmla="*/ 132779 h 141540"/>
                        <a:gd name="connsiteX10" fmla="*/ 107316 w 107315"/>
                        <a:gd name="connsiteY10" fmla="*/ 132112 h 141540"/>
                        <a:gd name="connsiteX11" fmla="*/ 91314 w 107315"/>
                        <a:gd name="connsiteY11" fmla="*/ 113633 h 141540"/>
                        <a:gd name="connsiteX12" fmla="*/ 77121 w 107315"/>
                        <a:gd name="connsiteY12" fmla="*/ 94393 h 141540"/>
                        <a:gd name="connsiteX13" fmla="*/ 46641 w 107315"/>
                        <a:gd name="connsiteY13" fmla="*/ 58103 h 1415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07315" h="141540">
                          <a:moveTo>
                            <a:pt x="46641" y="58103"/>
                          </a:moveTo>
                          <a:cubicBezTo>
                            <a:pt x="29877" y="42291"/>
                            <a:pt x="23115" y="19336"/>
                            <a:pt x="30068" y="0"/>
                          </a:cubicBezTo>
                          <a:lnTo>
                            <a:pt x="18257" y="7811"/>
                          </a:lnTo>
                          <a:cubicBezTo>
                            <a:pt x="8446" y="14288"/>
                            <a:pt x="2350" y="24670"/>
                            <a:pt x="540" y="36004"/>
                          </a:cubicBezTo>
                          <a:cubicBezTo>
                            <a:pt x="-1174" y="47530"/>
                            <a:pt x="1112" y="59912"/>
                            <a:pt x="8541" y="71152"/>
                          </a:cubicBezTo>
                          <a:lnTo>
                            <a:pt x="24639" y="95155"/>
                          </a:lnTo>
                          <a:cubicBezTo>
                            <a:pt x="29973" y="103156"/>
                            <a:pt x="35973" y="111347"/>
                            <a:pt x="41593" y="119444"/>
                          </a:cubicBezTo>
                          <a:cubicBezTo>
                            <a:pt x="45689" y="125159"/>
                            <a:pt x="50927" y="129921"/>
                            <a:pt x="56357" y="133445"/>
                          </a:cubicBezTo>
                          <a:cubicBezTo>
                            <a:pt x="61691" y="137065"/>
                            <a:pt x="67882" y="139541"/>
                            <a:pt x="73883" y="140684"/>
                          </a:cubicBezTo>
                          <a:cubicBezTo>
                            <a:pt x="85884" y="143065"/>
                            <a:pt x="97600" y="140494"/>
                            <a:pt x="106554" y="132779"/>
                          </a:cubicBezTo>
                          <a:lnTo>
                            <a:pt x="107316" y="132112"/>
                          </a:lnTo>
                          <a:cubicBezTo>
                            <a:pt x="101601" y="126206"/>
                            <a:pt x="96362" y="119920"/>
                            <a:pt x="91314" y="113633"/>
                          </a:cubicBezTo>
                          <a:cubicBezTo>
                            <a:pt x="86551" y="107156"/>
                            <a:pt x="81789" y="100774"/>
                            <a:pt x="77121" y="94393"/>
                          </a:cubicBezTo>
                          <a:cubicBezTo>
                            <a:pt x="67977" y="81629"/>
                            <a:pt x="58548" y="69152"/>
                            <a:pt x="46641" y="5810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70" name="Forme libre : forme 16169">
                      <a:extLst>
                        <a:ext uri="{FF2B5EF4-FFF2-40B4-BE49-F238E27FC236}">
                          <a16:creationId xmlns:a16="http://schemas.microsoft.com/office/drawing/2014/main" id="{2762CA0B-0C4B-4A2B-85DF-0D6586EBAE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570" y="3086512"/>
                      <a:ext cx="53929" cy="62121"/>
                    </a:xfrm>
                    <a:custGeom>
                      <a:avLst/>
                      <a:gdLst>
                        <a:gd name="connsiteX0" fmla="*/ 47142 w 53929"/>
                        <a:gd name="connsiteY0" fmla="*/ 59023 h 62121"/>
                        <a:gd name="connsiteX1" fmla="*/ 28282 w 53929"/>
                        <a:gd name="connsiteY1" fmla="*/ 60357 h 62121"/>
                        <a:gd name="connsiteX2" fmla="*/ 8470 w 53929"/>
                        <a:gd name="connsiteY2" fmla="*/ 43878 h 62121"/>
                        <a:gd name="connsiteX3" fmla="*/ 7613 w 53929"/>
                        <a:gd name="connsiteY3" fmla="*/ 2540 h 62121"/>
                        <a:gd name="connsiteX4" fmla="*/ 45332 w 53929"/>
                        <a:gd name="connsiteY4" fmla="*/ 18352 h 62121"/>
                        <a:gd name="connsiteX5" fmla="*/ 53904 w 53929"/>
                        <a:gd name="connsiteY5" fmla="*/ 41593 h 62121"/>
                        <a:gd name="connsiteX6" fmla="*/ 47142 w 53929"/>
                        <a:gd name="connsiteY6" fmla="*/ 59023 h 62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3929" h="62121">
                          <a:moveTo>
                            <a:pt x="47142" y="59023"/>
                          </a:moveTo>
                          <a:cubicBezTo>
                            <a:pt x="42189" y="62738"/>
                            <a:pt x="35426" y="63024"/>
                            <a:pt x="28282" y="60357"/>
                          </a:cubicBezTo>
                          <a:cubicBezTo>
                            <a:pt x="21138" y="57690"/>
                            <a:pt x="14090" y="51879"/>
                            <a:pt x="8470" y="43878"/>
                          </a:cubicBezTo>
                          <a:cubicBezTo>
                            <a:pt x="-2579" y="27877"/>
                            <a:pt x="-2769" y="9303"/>
                            <a:pt x="7613" y="2540"/>
                          </a:cubicBezTo>
                          <a:cubicBezTo>
                            <a:pt x="17900" y="-4223"/>
                            <a:pt x="34759" y="3016"/>
                            <a:pt x="45332" y="18352"/>
                          </a:cubicBezTo>
                          <a:cubicBezTo>
                            <a:pt x="50761" y="25876"/>
                            <a:pt x="53428" y="34353"/>
                            <a:pt x="53904" y="41593"/>
                          </a:cubicBezTo>
                          <a:cubicBezTo>
                            <a:pt x="54190" y="48736"/>
                            <a:pt x="51999" y="55213"/>
                            <a:pt x="47142" y="59023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71" name="Forme libre : forme 16170">
                      <a:extLst>
                        <a:ext uri="{FF2B5EF4-FFF2-40B4-BE49-F238E27FC236}">
                          <a16:creationId xmlns:a16="http://schemas.microsoft.com/office/drawing/2014/main" id="{8309B344-2AA7-4826-8306-105F04F2F4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475" y="3086401"/>
                      <a:ext cx="31425" cy="55420"/>
                    </a:xfrm>
                    <a:custGeom>
                      <a:avLst/>
                      <a:gdLst>
                        <a:gd name="connsiteX0" fmla="*/ 31425 w 31425"/>
                        <a:gd name="connsiteY0" fmla="*/ 4842 h 55420"/>
                        <a:gd name="connsiteX1" fmla="*/ 7613 w 31425"/>
                        <a:gd name="connsiteY1" fmla="*/ 2556 h 55420"/>
                        <a:gd name="connsiteX2" fmla="*/ 8470 w 31425"/>
                        <a:gd name="connsiteY2" fmla="*/ 43895 h 55420"/>
                        <a:gd name="connsiteX3" fmla="*/ 19614 w 31425"/>
                        <a:gd name="connsiteY3" fmla="*/ 55420 h 55420"/>
                        <a:gd name="connsiteX4" fmla="*/ 15804 w 31425"/>
                        <a:gd name="connsiteY4" fmla="*/ 47324 h 55420"/>
                        <a:gd name="connsiteX5" fmla="*/ 31425 w 31425"/>
                        <a:gd name="connsiteY5" fmla="*/ 4842 h 55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1425" h="55420">
                          <a:moveTo>
                            <a:pt x="31425" y="4842"/>
                          </a:moveTo>
                          <a:cubicBezTo>
                            <a:pt x="23043" y="-396"/>
                            <a:pt x="14090" y="-1730"/>
                            <a:pt x="7613" y="2556"/>
                          </a:cubicBezTo>
                          <a:cubicBezTo>
                            <a:pt x="-2769" y="9319"/>
                            <a:pt x="-2579" y="27893"/>
                            <a:pt x="8470" y="43895"/>
                          </a:cubicBezTo>
                          <a:cubicBezTo>
                            <a:pt x="11804" y="48562"/>
                            <a:pt x="15614" y="52467"/>
                            <a:pt x="19614" y="55420"/>
                          </a:cubicBezTo>
                          <a:cubicBezTo>
                            <a:pt x="17995" y="52944"/>
                            <a:pt x="16662" y="50277"/>
                            <a:pt x="15804" y="47324"/>
                          </a:cubicBezTo>
                          <a:cubicBezTo>
                            <a:pt x="12375" y="30846"/>
                            <a:pt x="18376" y="12272"/>
                            <a:pt x="31425" y="4842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72" name="Forme libre : forme 16171">
                      <a:extLst>
                        <a:ext uri="{FF2B5EF4-FFF2-40B4-BE49-F238E27FC236}">
                          <a16:creationId xmlns:a16="http://schemas.microsoft.com/office/drawing/2014/main" id="{AE3F78C7-84FB-46F2-8D26-8077E3E56E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401" y="3092091"/>
                      <a:ext cx="54079" cy="62399"/>
                    </a:xfrm>
                    <a:custGeom>
                      <a:avLst/>
                      <a:gdLst>
                        <a:gd name="connsiteX0" fmla="*/ 47501 w 54079"/>
                        <a:gd name="connsiteY0" fmla="*/ 59254 h 62399"/>
                        <a:gd name="connsiteX1" fmla="*/ 8639 w 54079"/>
                        <a:gd name="connsiteY1" fmla="*/ 44014 h 62399"/>
                        <a:gd name="connsiteX2" fmla="*/ 7591 w 54079"/>
                        <a:gd name="connsiteY2" fmla="*/ 2580 h 62399"/>
                        <a:gd name="connsiteX3" fmla="*/ 45405 w 54079"/>
                        <a:gd name="connsiteY3" fmla="*/ 18392 h 62399"/>
                        <a:gd name="connsiteX4" fmla="*/ 47501 w 54079"/>
                        <a:gd name="connsiteY4" fmla="*/ 59254 h 623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079" h="62399">
                          <a:moveTo>
                            <a:pt x="47501" y="59254"/>
                          </a:moveTo>
                          <a:cubicBezTo>
                            <a:pt x="37880" y="66874"/>
                            <a:pt x="19783" y="60207"/>
                            <a:pt x="8639" y="44014"/>
                          </a:cubicBezTo>
                          <a:cubicBezTo>
                            <a:pt x="-2601" y="27917"/>
                            <a:pt x="-2791" y="9343"/>
                            <a:pt x="7591" y="2580"/>
                          </a:cubicBezTo>
                          <a:cubicBezTo>
                            <a:pt x="17878" y="-4278"/>
                            <a:pt x="34737" y="3057"/>
                            <a:pt x="45405" y="18392"/>
                          </a:cubicBezTo>
                          <a:cubicBezTo>
                            <a:pt x="55883" y="33632"/>
                            <a:pt x="57216" y="51539"/>
                            <a:pt x="47501" y="5925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73" name="Forme libre : forme 16172">
                      <a:extLst>
                        <a:ext uri="{FF2B5EF4-FFF2-40B4-BE49-F238E27FC236}">
                          <a16:creationId xmlns:a16="http://schemas.microsoft.com/office/drawing/2014/main" id="{7E5E1B70-65C5-4BD1-A2F7-42514C2816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3670" y="3050834"/>
                      <a:ext cx="63590" cy="103250"/>
                    </a:xfrm>
                    <a:custGeom>
                      <a:avLst/>
                      <a:gdLst>
                        <a:gd name="connsiteX0" fmla="*/ 20939 w 63590"/>
                        <a:gd name="connsiteY0" fmla="*/ 15454 h 103250"/>
                        <a:gd name="connsiteX1" fmla="*/ 4842 w 63590"/>
                        <a:gd name="connsiteY1" fmla="*/ 28789 h 103250"/>
                        <a:gd name="connsiteX2" fmla="*/ 5413 w 63590"/>
                        <a:gd name="connsiteY2" fmla="*/ 70318 h 103250"/>
                        <a:gd name="connsiteX3" fmla="*/ 29035 w 63590"/>
                        <a:gd name="connsiteY3" fmla="*/ 99655 h 103250"/>
                        <a:gd name="connsiteX4" fmla="*/ 52372 w 63590"/>
                        <a:gd name="connsiteY4" fmla="*/ 97750 h 103250"/>
                        <a:gd name="connsiteX5" fmla="*/ 53801 w 63590"/>
                        <a:gd name="connsiteY5" fmla="*/ 81557 h 103250"/>
                        <a:gd name="connsiteX6" fmla="*/ 57420 w 63590"/>
                        <a:gd name="connsiteY6" fmla="*/ 43267 h 103250"/>
                        <a:gd name="connsiteX7" fmla="*/ 57420 w 63590"/>
                        <a:gd name="connsiteY7" fmla="*/ 2309 h 103250"/>
                        <a:gd name="connsiteX8" fmla="*/ 20939 w 63590"/>
                        <a:gd name="connsiteY8" fmla="*/ 15454 h 1032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3590" h="103250">
                          <a:moveTo>
                            <a:pt x="20939" y="15454"/>
                          </a:moveTo>
                          <a:cubicBezTo>
                            <a:pt x="14938" y="19073"/>
                            <a:pt x="8843" y="22883"/>
                            <a:pt x="4842" y="28789"/>
                          </a:cubicBezTo>
                          <a:cubicBezTo>
                            <a:pt x="-2778" y="40028"/>
                            <a:pt x="-492" y="56411"/>
                            <a:pt x="5413" y="70318"/>
                          </a:cubicBezTo>
                          <a:cubicBezTo>
                            <a:pt x="10462" y="81938"/>
                            <a:pt x="18082" y="93273"/>
                            <a:pt x="29035" y="99655"/>
                          </a:cubicBezTo>
                          <a:cubicBezTo>
                            <a:pt x="37036" y="104417"/>
                            <a:pt x="48181" y="105084"/>
                            <a:pt x="52372" y="97750"/>
                          </a:cubicBezTo>
                          <a:cubicBezTo>
                            <a:pt x="54943" y="93178"/>
                            <a:pt x="54181" y="87177"/>
                            <a:pt x="53801" y="81557"/>
                          </a:cubicBezTo>
                          <a:cubicBezTo>
                            <a:pt x="52657" y="68413"/>
                            <a:pt x="54086" y="55459"/>
                            <a:pt x="57420" y="43267"/>
                          </a:cubicBezTo>
                          <a:cubicBezTo>
                            <a:pt x="60182" y="32980"/>
                            <a:pt x="69802" y="11453"/>
                            <a:pt x="57420" y="2309"/>
                          </a:cubicBezTo>
                          <a:cubicBezTo>
                            <a:pt x="46180" y="-5977"/>
                            <a:pt x="29226" y="10310"/>
                            <a:pt x="20939" y="1545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74" name="Forme libre : forme 16173">
                      <a:extLst>
                        <a:ext uri="{FF2B5EF4-FFF2-40B4-BE49-F238E27FC236}">
                          <a16:creationId xmlns:a16="http://schemas.microsoft.com/office/drawing/2014/main" id="{7CD497CA-61BA-4125-A382-26C86C7A7B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385" y="3065707"/>
                      <a:ext cx="30525" cy="19777"/>
                    </a:xfrm>
                    <a:custGeom>
                      <a:avLst/>
                      <a:gdLst>
                        <a:gd name="connsiteX0" fmla="*/ 6942 w 30525"/>
                        <a:gd name="connsiteY0" fmla="*/ 9 h 19777"/>
                        <a:gd name="connsiteX1" fmla="*/ 2085 w 30525"/>
                        <a:gd name="connsiteY1" fmla="*/ 1247 h 19777"/>
                        <a:gd name="connsiteX2" fmla="*/ 84 w 30525"/>
                        <a:gd name="connsiteY2" fmla="*/ 5724 h 19777"/>
                        <a:gd name="connsiteX3" fmla="*/ 3037 w 30525"/>
                        <a:gd name="connsiteY3" fmla="*/ 9820 h 19777"/>
                        <a:gd name="connsiteX4" fmla="*/ 13515 w 30525"/>
                        <a:gd name="connsiteY4" fmla="*/ 17440 h 19777"/>
                        <a:gd name="connsiteX5" fmla="*/ 18277 w 30525"/>
                        <a:gd name="connsiteY5" fmla="*/ 19535 h 19777"/>
                        <a:gd name="connsiteX6" fmla="*/ 28278 w 30525"/>
                        <a:gd name="connsiteY6" fmla="*/ 8486 h 19777"/>
                        <a:gd name="connsiteX7" fmla="*/ 6942 w 30525"/>
                        <a:gd name="connsiteY7" fmla="*/ 9 h 19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525" h="19777">
                          <a:moveTo>
                            <a:pt x="6942" y="9"/>
                          </a:moveTo>
                          <a:cubicBezTo>
                            <a:pt x="5228" y="104"/>
                            <a:pt x="3418" y="295"/>
                            <a:pt x="2085" y="1247"/>
                          </a:cubicBezTo>
                          <a:cubicBezTo>
                            <a:pt x="656" y="2200"/>
                            <a:pt x="-297" y="3914"/>
                            <a:pt x="84" y="5724"/>
                          </a:cubicBezTo>
                          <a:cubicBezTo>
                            <a:pt x="370" y="7343"/>
                            <a:pt x="1704" y="8677"/>
                            <a:pt x="3037" y="9820"/>
                          </a:cubicBezTo>
                          <a:cubicBezTo>
                            <a:pt x="6276" y="12677"/>
                            <a:pt x="9800" y="15249"/>
                            <a:pt x="13515" y="17440"/>
                          </a:cubicBezTo>
                          <a:cubicBezTo>
                            <a:pt x="15039" y="18297"/>
                            <a:pt x="16658" y="19154"/>
                            <a:pt x="18277" y="19535"/>
                          </a:cubicBezTo>
                          <a:cubicBezTo>
                            <a:pt x="25326" y="20964"/>
                            <a:pt x="34946" y="15916"/>
                            <a:pt x="28278" y="8486"/>
                          </a:cubicBezTo>
                          <a:cubicBezTo>
                            <a:pt x="23135" y="2676"/>
                            <a:pt x="13991" y="-181"/>
                            <a:pt x="6942" y="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75" name="Forme libre : forme 16174">
                      <a:extLst>
                        <a:ext uri="{FF2B5EF4-FFF2-40B4-BE49-F238E27FC236}">
                          <a16:creationId xmlns:a16="http://schemas.microsoft.com/office/drawing/2014/main" id="{9FFC9709-37D4-4E3B-8E22-6BDEFE69B2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9658" y="3164776"/>
                      <a:ext cx="62864" cy="16237"/>
                    </a:xfrm>
                    <a:custGeom>
                      <a:avLst/>
                      <a:gdLst>
                        <a:gd name="connsiteX0" fmla="*/ 62865 w 62864"/>
                        <a:gd name="connsiteY0" fmla="*/ 7239 h 16237"/>
                        <a:gd name="connsiteX1" fmla="*/ 45720 w 62864"/>
                        <a:gd name="connsiteY1" fmla="*/ 15430 h 16237"/>
                        <a:gd name="connsiteX2" fmla="*/ 0 w 62864"/>
                        <a:gd name="connsiteY2" fmla="*/ 0 h 16237"/>
                        <a:gd name="connsiteX3" fmla="*/ 19240 w 62864"/>
                        <a:gd name="connsiteY3" fmla="*/ 9715 h 16237"/>
                        <a:gd name="connsiteX4" fmla="*/ 62865 w 62864"/>
                        <a:gd name="connsiteY4" fmla="*/ 7239 h 16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864" h="16237">
                          <a:moveTo>
                            <a:pt x="62865" y="7239"/>
                          </a:moveTo>
                          <a:cubicBezTo>
                            <a:pt x="62865" y="7239"/>
                            <a:pt x="56674" y="13145"/>
                            <a:pt x="45720" y="15430"/>
                          </a:cubicBezTo>
                          <a:cubicBezTo>
                            <a:pt x="34671" y="17716"/>
                            <a:pt x="18478" y="15907"/>
                            <a:pt x="0" y="0"/>
                          </a:cubicBezTo>
                          <a:cubicBezTo>
                            <a:pt x="0" y="0"/>
                            <a:pt x="7620" y="5810"/>
                            <a:pt x="19240" y="9715"/>
                          </a:cubicBezTo>
                          <a:cubicBezTo>
                            <a:pt x="30861" y="13716"/>
                            <a:pt x="47149" y="15240"/>
                            <a:pt x="62865" y="72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76" name="Forme libre : forme 16175">
                      <a:extLst>
                        <a:ext uri="{FF2B5EF4-FFF2-40B4-BE49-F238E27FC236}">
                          <a16:creationId xmlns:a16="http://schemas.microsoft.com/office/drawing/2014/main" id="{F619F737-2040-4194-9E7D-C019BC5203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9372" y="3034438"/>
                      <a:ext cx="62102" cy="21752"/>
                    </a:xfrm>
                    <a:custGeom>
                      <a:avLst/>
                      <a:gdLst>
                        <a:gd name="connsiteX0" fmla="*/ 62103 w 62102"/>
                        <a:gd name="connsiteY0" fmla="*/ 21753 h 21752"/>
                        <a:gd name="connsiteX1" fmla="*/ 45148 w 62102"/>
                        <a:gd name="connsiteY1" fmla="*/ 6704 h 21752"/>
                        <a:gd name="connsiteX2" fmla="*/ 0 w 62102"/>
                        <a:gd name="connsiteY2" fmla="*/ 5561 h 21752"/>
                        <a:gd name="connsiteX3" fmla="*/ 21050 w 62102"/>
                        <a:gd name="connsiteY3" fmla="*/ 2894 h 21752"/>
                        <a:gd name="connsiteX4" fmla="*/ 62103 w 62102"/>
                        <a:gd name="connsiteY4" fmla="*/ 21753 h 21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102" h="21752">
                          <a:moveTo>
                            <a:pt x="62103" y="21753"/>
                          </a:moveTo>
                          <a:cubicBezTo>
                            <a:pt x="62103" y="21753"/>
                            <a:pt x="56102" y="13276"/>
                            <a:pt x="45148" y="6704"/>
                          </a:cubicBezTo>
                          <a:cubicBezTo>
                            <a:pt x="34290" y="322"/>
                            <a:pt x="18669" y="-3964"/>
                            <a:pt x="0" y="5561"/>
                          </a:cubicBezTo>
                          <a:cubicBezTo>
                            <a:pt x="0" y="5561"/>
                            <a:pt x="8763" y="2322"/>
                            <a:pt x="21050" y="2894"/>
                          </a:cubicBezTo>
                          <a:cubicBezTo>
                            <a:pt x="33242" y="3275"/>
                            <a:pt x="48863" y="7656"/>
                            <a:pt x="62103" y="217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77" name="Forme libre : forme 16176">
                      <a:extLst>
                        <a:ext uri="{FF2B5EF4-FFF2-40B4-BE49-F238E27FC236}">
                          <a16:creationId xmlns:a16="http://schemas.microsoft.com/office/drawing/2014/main" id="{BAAAB7E0-1FF1-4EF8-B826-417C9E2D4A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6306" y="3104953"/>
                      <a:ext cx="16315" cy="25294"/>
                    </a:xfrm>
                    <a:custGeom>
                      <a:avLst/>
                      <a:gdLst>
                        <a:gd name="connsiteX0" fmla="*/ 12215 w 16315"/>
                        <a:gd name="connsiteY0" fmla="*/ 25152 h 25294"/>
                        <a:gd name="connsiteX1" fmla="*/ 1071 w 16315"/>
                        <a:gd name="connsiteY1" fmla="*/ 14389 h 25294"/>
                        <a:gd name="connsiteX2" fmla="*/ 4214 w 16315"/>
                        <a:gd name="connsiteY2" fmla="*/ 101 h 25294"/>
                        <a:gd name="connsiteX3" fmla="*/ 15263 w 16315"/>
                        <a:gd name="connsiteY3" fmla="*/ 10769 h 25294"/>
                        <a:gd name="connsiteX4" fmla="*/ 12215 w 16315"/>
                        <a:gd name="connsiteY4" fmla="*/ 25152 h 25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15" h="25294">
                          <a:moveTo>
                            <a:pt x="12215" y="25152"/>
                          </a:moveTo>
                          <a:cubicBezTo>
                            <a:pt x="8310" y="26200"/>
                            <a:pt x="3357" y="21342"/>
                            <a:pt x="1071" y="14389"/>
                          </a:cubicBezTo>
                          <a:cubicBezTo>
                            <a:pt x="-1215" y="7436"/>
                            <a:pt x="309" y="1054"/>
                            <a:pt x="4214" y="101"/>
                          </a:cubicBezTo>
                          <a:cubicBezTo>
                            <a:pt x="8119" y="-756"/>
                            <a:pt x="13073" y="3912"/>
                            <a:pt x="15263" y="10769"/>
                          </a:cubicBezTo>
                          <a:cubicBezTo>
                            <a:pt x="17454" y="17627"/>
                            <a:pt x="16120" y="24105"/>
                            <a:pt x="12215" y="2515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78" name="Forme libre : forme 16177">
                      <a:extLst>
                        <a:ext uri="{FF2B5EF4-FFF2-40B4-BE49-F238E27FC236}">
                          <a16:creationId xmlns:a16="http://schemas.microsoft.com/office/drawing/2014/main" id="{583A1FA7-08CE-4770-B793-F973AEE1D5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768" y="3125643"/>
                      <a:ext cx="6686" cy="6857"/>
                    </a:xfrm>
                    <a:custGeom>
                      <a:avLst/>
                      <a:gdLst>
                        <a:gd name="connsiteX0" fmla="*/ 5468 w 6686"/>
                        <a:gd name="connsiteY0" fmla="*/ 6272 h 6857"/>
                        <a:gd name="connsiteX1" fmla="*/ 705 w 6686"/>
                        <a:gd name="connsiteY1" fmla="*/ 5319 h 6857"/>
                        <a:gd name="connsiteX2" fmla="*/ 1277 w 6686"/>
                        <a:gd name="connsiteY2" fmla="*/ 557 h 6857"/>
                        <a:gd name="connsiteX3" fmla="*/ 5944 w 6686"/>
                        <a:gd name="connsiteY3" fmla="*/ 1605 h 6857"/>
                        <a:gd name="connsiteX4" fmla="*/ 5468 w 6686"/>
                        <a:gd name="connsiteY4" fmla="*/ 6272 h 6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86" h="6857">
                          <a:moveTo>
                            <a:pt x="5468" y="6272"/>
                          </a:moveTo>
                          <a:cubicBezTo>
                            <a:pt x="4039" y="7320"/>
                            <a:pt x="1944" y="6939"/>
                            <a:pt x="705" y="5319"/>
                          </a:cubicBezTo>
                          <a:cubicBezTo>
                            <a:pt x="-438" y="3700"/>
                            <a:pt x="-152" y="1605"/>
                            <a:pt x="1277" y="557"/>
                          </a:cubicBezTo>
                          <a:cubicBezTo>
                            <a:pt x="2706" y="-491"/>
                            <a:pt x="4801" y="-15"/>
                            <a:pt x="5944" y="1605"/>
                          </a:cubicBezTo>
                          <a:cubicBezTo>
                            <a:pt x="7087" y="3129"/>
                            <a:pt x="6897" y="5224"/>
                            <a:pt x="5468" y="627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79" name="Forme libre : forme 16178">
                      <a:extLst>
                        <a:ext uri="{FF2B5EF4-FFF2-40B4-BE49-F238E27FC236}">
                          <a16:creationId xmlns:a16="http://schemas.microsoft.com/office/drawing/2014/main" id="{2B1CCD1F-EE58-41E3-8EF6-C1F6461A37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735" y="3085909"/>
                      <a:ext cx="34394" cy="75313"/>
                    </a:xfrm>
                    <a:custGeom>
                      <a:avLst/>
                      <a:gdLst>
                        <a:gd name="connsiteX0" fmla="*/ 30362 w 34394"/>
                        <a:gd name="connsiteY0" fmla="*/ 51054 h 75313"/>
                        <a:gd name="connsiteX1" fmla="*/ 11693 w 34394"/>
                        <a:gd name="connsiteY1" fmla="*/ 72580 h 75313"/>
                        <a:gd name="connsiteX2" fmla="*/ 1787 w 34394"/>
                        <a:gd name="connsiteY2" fmla="*/ 74009 h 75313"/>
                        <a:gd name="connsiteX3" fmla="*/ 1215 w 34394"/>
                        <a:gd name="connsiteY3" fmla="*/ 64484 h 75313"/>
                        <a:gd name="connsiteX4" fmla="*/ 12550 w 34394"/>
                        <a:gd name="connsiteY4" fmla="*/ 36481 h 75313"/>
                        <a:gd name="connsiteX5" fmla="*/ 11979 w 34394"/>
                        <a:gd name="connsiteY5" fmla="*/ 0 h 75313"/>
                        <a:gd name="connsiteX6" fmla="*/ 26647 w 34394"/>
                        <a:gd name="connsiteY6" fmla="*/ 11811 h 75313"/>
                        <a:gd name="connsiteX7" fmla="*/ 34077 w 34394"/>
                        <a:gd name="connsiteY7" fmla="*/ 29623 h 75313"/>
                        <a:gd name="connsiteX8" fmla="*/ 30362 w 34394"/>
                        <a:gd name="connsiteY8" fmla="*/ 51054 h 75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4394" h="75313">
                          <a:moveTo>
                            <a:pt x="30362" y="51054"/>
                          </a:moveTo>
                          <a:cubicBezTo>
                            <a:pt x="26171" y="59722"/>
                            <a:pt x="19218" y="66675"/>
                            <a:pt x="11693" y="72580"/>
                          </a:cubicBezTo>
                          <a:cubicBezTo>
                            <a:pt x="8931" y="74771"/>
                            <a:pt x="4739" y="76676"/>
                            <a:pt x="1787" y="74009"/>
                          </a:cubicBezTo>
                          <a:cubicBezTo>
                            <a:pt x="-880" y="71533"/>
                            <a:pt x="-118" y="67532"/>
                            <a:pt x="1215" y="64484"/>
                          </a:cubicBezTo>
                          <a:cubicBezTo>
                            <a:pt x="5502" y="55150"/>
                            <a:pt x="12360" y="46768"/>
                            <a:pt x="12550" y="36481"/>
                          </a:cubicBezTo>
                          <a:cubicBezTo>
                            <a:pt x="12550" y="30099"/>
                            <a:pt x="1025" y="190"/>
                            <a:pt x="11979" y="0"/>
                          </a:cubicBezTo>
                          <a:cubicBezTo>
                            <a:pt x="17408" y="0"/>
                            <a:pt x="22647" y="5334"/>
                            <a:pt x="26647" y="11811"/>
                          </a:cubicBezTo>
                          <a:cubicBezTo>
                            <a:pt x="30552" y="18479"/>
                            <a:pt x="33600" y="25527"/>
                            <a:pt x="34077" y="29623"/>
                          </a:cubicBezTo>
                          <a:cubicBezTo>
                            <a:pt x="35124" y="37052"/>
                            <a:pt x="33505" y="44577"/>
                            <a:pt x="30362" y="5105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52" name="Graphique 1">
                    <a:extLst>
                      <a:ext uri="{FF2B5EF4-FFF2-40B4-BE49-F238E27FC236}">
                        <a16:creationId xmlns:a16="http://schemas.microsoft.com/office/drawing/2014/main" id="{BD79F6C8-60DD-431C-BF32-DCD079BB0DA1}"/>
                      </a:ext>
                    </a:extLst>
                  </p:cNvPr>
                  <p:cNvGrpSpPr/>
                  <p:nvPr/>
                </p:nvGrpSpPr>
                <p:grpSpPr>
                  <a:xfrm>
                    <a:off x="1089387" y="3147029"/>
                    <a:ext cx="153834" cy="146648"/>
                    <a:chOff x="1089387" y="3147029"/>
                    <a:chExt cx="153834" cy="146648"/>
                  </a:xfrm>
                  <a:solidFill>
                    <a:schemeClr val="accent1"/>
                  </a:solidFill>
                </p:grpSpPr>
                <p:sp>
                  <p:nvSpPr>
                    <p:cNvPr id="16156" name="Forme libre : forme 16155">
                      <a:extLst>
                        <a:ext uri="{FF2B5EF4-FFF2-40B4-BE49-F238E27FC236}">
                          <a16:creationId xmlns:a16="http://schemas.microsoft.com/office/drawing/2014/main" id="{6FE17F03-63B9-4E45-A8AC-CFEBCF29B5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387" y="3147029"/>
                      <a:ext cx="153834" cy="146648"/>
                    </a:xfrm>
                    <a:custGeom>
                      <a:avLst/>
                      <a:gdLst>
                        <a:gd name="connsiteX0" fmla="*/ 76477 w 153834"/>
                        <a:gd name="connsiteY0" fmla="*/ 139285 h 146648"/>
                        <a:gd name="connsiteX1" fmla="*/ 46378 w 153834"/>
                        <a:gd name="connsiteY1" fmla="*/ 120712 h 146648"/>
                        <a:gd name="connsiteX2" fmla="*/ 32281 w 153834"/>
                        <a:gd name="connsiteY2" fmla="*/ 110425 h 146648"/>
                        <a:gd name="connsiteX3" fmla="*/ 19232 w 153834"/>
                        <a:gd name="connsiteY3" fmla="*/ 99471 h 146648"/>
                        <a:gd name="connsiteX4" fmla="*/ 5516 w 153834"/>
                        <a:gd name="connsiteY4" fmla="*/ 82040 h 146648"/>
                        <a:gd name="connsiteX5" fmla="*/ 86 w 153834"/>
                        <a:gd name="connsiteY5" fmla="*/ 63181 h 146648"/>
                        <a:gd name="connsiteX6" fmla="*/ 12564 w 153834"/>
                        <a:gd name="connsiteY6" fmla="*/ 31843 h 146648"/>
                        <a:gd name="connsiteX7" fmla="*/ 37234 w 153834"/>
                        <a:gd name="connsiteY7" fmla="*/ 10603 h 146648"/>
                        <a:gd name="connsiteX8" fmla="*/ 68476 w 153834"/>
                        <a:gd name="connsiteY8" fmla="*/ 30 h 146648"/>
                        <a:gd name="connsiteX9" fmla="*/ 84097 w 153834"/>
                        <a:gd name="connsiteY9" fmla="*/ 2888 h 146648"/>
                        <a:gd name="connsiteX10" fmla="*/ 97337 w 153834"/>
                        <a:gd name="connsiteY10" fmla="*/ 10698 h 146648"/>
                        <a:gd name="connsiteX11" fmla="*/ 105623 w 153834"/>
                        <a:gd name="connsiteY11" fmla="*/ 17842 h 146648"/>
                        <a:gd name="connsiteX12" fmla="*/ 114196 w 153834"/>
                        <a:gd name="connsiteY12" fmla="*/ 24033 h 146648"/>
                        <a:gd name="connsiteX13" fmla="*/ 131627 w 153834"/>
                        <a:gd name="connsiteY13" fmla="*/ 34987 h 146648"/>
                        <a:gd name="connsiteX14" fmla="*/ 142295 w 153834"/>
                        <a:gd name="connsiteY14" fmla="*/ 43655 h 146648"/>
                        <a:gd name="connsiteX15" fmla="*/ 149724 w 153834"/>
                        <a:gd name="connsiteY15" fmla="*/ 56132 h 146648"/>
                        <a:gd name="connsiteX16" fmla="*/ 153534 w 153834"/>
                        <a:gd name="connsiteY16" fmla="*/ 71753 h 146648"/>
                        <a:gd name="connsiteX17" fmla="*/ 152486 w 153834"/>
                        <a:gd name="connsiteY17" fmla="*/ 88517 h 146648"/>
                        <a:gd name="connsiteX18" fmla="*/ 144390 w 153834"/>
                        <a:gd name="connsiteY18" fmla="*/ 119950 h 146648"/>
                        <a:gd name="connsiteX19" fmla="*/ 136008 w 153834"/>
                        <a:gd name="connsiteY19" fmla="*/ 134999 h 146648"/>
                        <a:gd name="connsiteX20" fmla="*/ 120387 w 153834"/>
                        <a:gd name="connsiteY20" fmla="*/ 144143 h 146648"/>
                        <a:gd name="connsiteX21" fmla="*/ 99432 w 153834"/>
                        <a:gd name="connsiteY21" fmla="*/ 146239 h 146648"/>
                        <a:gd name="connsiteX22" fmla="*/ 76477 w 153834"/>
                        <a:gd name="connsiteY22" fmla="*/ 139285 h 146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53834" h="146648">
                          <a:moveTo>
                            <a:pt x="76477" y="139285"/>
                          </a:moveTo>
                          <a:cubicBezTo>
                            <a:pt x="66285" y="133285"/>
                            <a:pt x="55522" y="127760"/>
                            <a:pt x="46378" y="120712"/>
                          </a:cubicBezTo>
                          <a:cubicBezTo>
                            <a:pt x="41711" y="117283"/>
                            <a:pt x="36853" y="114044"/>
                            <a:pt x="32281" y="110425"/>
                          </a:cubicBezTo>
                          <a:lnTo>
                            <a:pt x="19232" y="99471"/>
                          </a:lnTo>
                          <a:cubicBezTo>
                            <a:pt x="12945" y="94423"/>
                            <a:pt x="8849" y="88136"/>
                            <a:pt x="5516" y="82040"/>
                          </a:cubicBezTo>
                          <a:cubicBezTo>
                            <a:pt x="2182" y="75849"/>
                            <a:pt x="372" y="69467"/>
                            <a:pt x="86" y="63181"/>
                          </a:cubicBezTo>
                          <a:cubicBezTo>
                            <a:pt x="-676" y="50703"/>
                            <a:pt x="3611" y="39464"/>
                            <a:pt x="12564" y="31843"/>
                          </a:cubicBezTo>
                          <a:lnTo>
                            <a:pt x="37234" y="10603"/>
                          </a:lnTo>
                          <a:cubicBezTo>
                            <a:pt x="46187" y="2888"/>
                            <a:pt x="57713" y="-351"/>
                            <a:pt x="68476" y="30"/>
                          </a:cubicBezTo>
                          <a:cubicBezTo>
                            <a:pt x="73810" y="316"/>
                            <a:pt x="79144" y="1268"/>
                            <a:pt x="84097" y="2888"/>
                          </a:cubicBezTo>
                          <a:cubicBezTo>
                            <a:pt x="89050" y="4507"/>
                            <a:pt x="93336" y="7650"/>
                            <a:pt x="97337" y="10698"/>
                          </a:cubicBezTo>
                          <a:lnTo>
                            <a:pt x="105623" y="17842"/>
                          </a:lnTo>
                          <a:cubicBezTo>
                            <a:pt x="108481" y="20033"/>
                            <a:pt x="111338" y="21938"/>
                            <a:pt x="114196" y="24033"/>
                          </a:cubicBezTo>
                          <a:cubicBezTo>
                            <a:pt x="119720" y="28510"/>
                            <a:pt x="125816" y="31272"/>
                            <a:pt x="131627" y="34987"/>
                          </a:cubicBezTo>
                          <a:cubicBezTo>
                            <a:pt x="135818" y="37082"/>
                            <a:pt x="139342" y="39844"/>
                            <a:pt x="142295" y="43655"/>
                          </a:cubicBezTo>
                          <a:cubicBezTo>
                            <a:pt x="145152" y="47655"/>
                            <a:pt x="147819" y="51179"/>
                            <a:pt x="149724" y="56132"/>
                          </a:cubicBezTo>
                          <a:cubicBezTo>
                            <a:pt x="151629" y="60895"/>
                            <a:pt x="152963" y="66229"/>
                            <a:pt x="153534" y="71753"/>
                          </a:cubicBezTo>
                          <a:cubicBezTo>
                            <a:pt x="154106" y="77183"/>
                            <a:pt x="153915" y="82802"/>
                            <a:pt x="152486" y="88517"/>
                          </a:cubicBezTo>
                          <a:lnTo>
                            <a:pt x="144390" y="119950"/>
                          </a:lnTo>
                          <a:cubicBezTo>
                            <a:pt x="142961" y="125665"/>
                            <a:pt x="140104" y="130808"/>
                            <a:pt x="136008" y="134999"/>
                          </a:cubicBezTo>
                          <a:cubicBezTo>
                            <a:pt x="132008" y="139095"/>
                            <a:pt x="126674" y="142143"/>
                            <a:pt x="120387" y="144143"/>
                          </a:cubicBezTo>
                          <a:cubicBezTo>
                            <a:pt x="114196" y="145953"/>
                            <a:pt x="106766" y="147382"/>
                            <a:pt x="99432" y="146239"/>
                          </a:cubicBezTo>
                          <a:cubicBezTo>
                            <a:pt x="91907" y="145191"/>
                            <a:pt x="83906" y="143000"/>
                            <a:pt x="76477" y="139285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57" name="Forme libre : forme 16156">
                      <a:extLst>
                        <a:ext uri="{FF2B5EF4-FFF2-40B4-BE49-F238E27FC236}">
                          <a16:creationId xmlns:a16="http://schemas.microsoft.com/office/drawing/2014/main" id="{6121FB93-8BDC-4DE8-9568-250636D411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387" y="3169539"/>
                      <a:ext cx="144580" cy="124043"/>
                    </a:xfrm>
                    <a:custGeom>
                      <a:avLst/>
                      <a:gdLst>
                        <a:gd name="connsiteX0" fmla="*/ 53045 w 144580"/>
                        <a:gd name="connsiteY0" fmla="*/ 54578 h 124043"/>
                        <a:gd name="connsiteX1" fmla="*/ 38377 w 144580"/>
                        <a:gd name="connsiteY1" fmla="*/ 44196 h 124043"/>
                        <a:gd name="connsiteX2" fmla="*/ 28090 w 144580"/>
                        <a:gd name="connsiteY2" fmla="*/ 30575 h 124043"/>
                        <a:gd name="connsiteX3" fmla="*/ 23232 w 144580"/>
                        <a:gd name="connsiteY3" fmla="*/ 0 h 124043"/>
                        <a:gd name="connsiteX4" fmla="*/ 12564 w 144580"/>
                        <a:gd name="connsiteY4" fmla="*/ 9239 h 124043"/>
                        <a:gd name="connsiteX5" fmla="*/ 86 w 144580"/>
                        <a:gd name="connsiteY5" fmla="*/ 40576 h 124043"/>
                        <a:gd name="connsiteX6" fmla="*/ 5516 w 144580"/>
                        <a:gd name="connsiteY6" fmla="*/ 59436 h 124043"/>
                        <a:gd name="connsiteX7" fmla="*/ 19232 w 144580"/>
                        <a:gd name="connsiteY7" fmla="*/ 76867 h 124043"/>
                        <a:gd name="connsiteX8" fmla="*/ 32281 w 144580"/>
                        <a:gd name="connsiteY8" fmla="*/ 87821 h 124043"/>
                        <a:gd name="connsiteX9" fmla="*/ 46378 w 144580"/>
                        <a:gd name="connsiteY9" fmla="*/ 98107 h 124043"/>
                        <a:gd name="connsiteX10" fmla="*/ 76477 w 144580"/>
                        <a:gd name="connsiteY10" fmla="*/ 116681 h 124043"/>
                        <a:gd name="connsiteX11" fmla="*/ 99337 w 144580"/>
                        <a:gd name="connsiteY11" fmla="*/ 123634 h 124043"/>
                        <a:gd name="connsiteX12" fmla="*/ 120292 w 144580"/>
                        <a:gd name="connsiteY12" fmla="*/ 121539 h 124043"/>
                        <a:gd name="connsiteX13" fmla="*/ 135913 w 144580"/>
                        <a:gd name="connsiteY13" fmla="*/ 112395 h 124043"/>
                        <a:gd name="connsiteX14" fmla="*/ 144295 w 144580"/>
                        <a:gd name="connsiteY14" fmla="*/ 97346 h 124043"/>
                        <a:gd name="connsiteX15" fmla="*/ 144581 w 144580"/>
                        <a:gd name="connsiteY15" fmla="*/ 96298 h 124043"/>
                        <a:gd name="connsiteX16" fmla="*/ 120101 w 144580"/>
                        <a:gd name="connsiteY16" fmla="*/ 89249 h 124043"/>
                        <a:gd name="connsiteX17" fmla="*/ 97241 w 144580"/>
                        <a:gd name="connsiteY17" fmla="*/ 78772 h 124043"/>
                        <a:gd name="connsiteX18" fmla="*/ 75429 w 144580"/>
                        <a:gd name="connsiteY18" fmla="*/ 66675 h 124043"/>
                        <a:gd name="connsiteX19" fmla="*/ 53045 w 144580"/>
                        <a:gd name="connsiteY19" fmla="*/ 54578 h 124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44580" h="124043">
                          <a:moveTo>
                            <a:pt x="53045" y="54578"/>
                          </a:moveTo>
                          <a:cubicBezTo>
                            <a:pt x="47711" y="51721"/>
                            <a:pt x="42663" y="48292"/>
                            <a:pt x="38377" y="44196"/>
                          </a:cubicBezTo>
                          <a:cubicBezTo>
                            <a:pt x="34281" y="40005"/>
                            <a:pt x="30852" y="35338"/>
                            <a:pt x="28090" y="30575"/>
                          </a:cubicBezTo>
                          <a:cubicBezTo>
                            <a:pt x="22756" y="20860"/>
                            <a:pt x="21232" y="9906"/>
                            <a:pt x="23232" y="0"/>
                          </a:cubicBezTo>
                          <a:lnTo>
                            <a:pt x="12564" y="9239"/>
                          </a:lnTo>
                          <a:cubicBezTo>
                            <a:pt x="3611" y="16954"/>
                            <a:pt x="-676" y="28194"/>
                            <a:pt x="86" y="40576"/>
                          </a:cubicBezTo>
                          <a:cubicBezTo>
                            <a:pt x="372" y="46863"/>
                            <a:pt x="2182" y="53245"/>
                            <a:pt x="5516" y="59436"/>
                          </a:cubicBezTo>
                          <a:cubicBezTo>
                            <a:pt x="8849" y="65627"/>
                            <a:pt x="12945" y="71818"/>
                            <a:pt x="19232" y="76867"/>
                          </a:cubicBezTo>
                          <a:lnTo>
                            <a:pt x="32281" y="87821"/>
                          </a:lnTo>
                          <a:cubicBezTo>
                            <a:pt x="36758" y="91345"/>
                            <a:pt x="41615" y="94679"/>
                            <a:pt x="46378" y="98107"/>
                          </a:cubicBezTo>
                          <a:cubicBezTo>
                            <a:pt x="55522" y="105156"/>
                            <a:pt x="66285" y="110680"/>
                            <a:pt x="76477" y="116681"/>
                          </a:cubicBezTo>
                          <a:cubicBezTo>
                            <a:pt x="83906" y="120491"/>
                            <a:pt x="91907" y="122587"/>
                            <a:pt x="99337" y="123634"/>
                          </a:cubicBezTo>
                          <a:cubicBezTo>
                            <a:pt x="106671" y="124777"/>
                            <a:pt x="114101" y="123349"/>
                            <a:pt x="120292" y="121539"/>
                          </a:cubicBezTo>
                          <a:cubicBezTo>
                            <a:pt x="126578" y="119539"/>
                            <a:pt x="131817" y="116396"/>
                            <a:pt x="135913" y="112395"/>
                          </a:cubicBezTo>
                          <a:cubicBezTo>
                            <a:pt x="140009" y="108204"/>
                            <a:pt x="142866" y="102965"/>
                            <a:pt x="144295" y="97346"/>
                          </a:cubicBezTo>
                          <a:lnTo>
                            <a:pt x="144581" y="96298"/>
                          </a:lnTo>
                          <a:cubicBezTo>
                            <a:pt x="136103" y="94869"/>
                            <a:pt x="128102" y="91821"/>
                            <a:pt x="120101" y="89249"/>
                          </a:cubicBezTo>
                          <a:cubicBezTo>
                            <a:pt x="112291" y="86011"/>
                            <a:pt x="104766" y="82296"/>
                            <a:pt x="97241" y="78772"/>
                          </a:cubicBezTo>
                          <a:cubicBezTo>
                            <a:pt x="90098" y="74485"/>
                            <a:pt x="82668" y="70771"/>
                            <a:pt x="75429" y="66675"/>
                          </a:cubicBezTo>
                          <a:cubicBezTo>
                            <a:pt x="68381" y="62198"/>
                            <a:pt x="60475" y="58674"/>
                            <a:pt x="53045" y="5457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58" name="Forme libre : forme 16157">
                      <a:extLst>
                        <a:ext uri="{FF2B5EF4-FFF2-40B4-BE49-F238E27FC236}">
                          <a16:creationId xmlns:a16="http://schemas.microsoft.com/office/drawing/2014/main" id="{9D4A11CC-19D3-4423-91A8-CA516D9526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5166" y="3200456"/>
                      <a:ext cx="63363" cy="53192"/>
                    </a:xfrm>
                    <a:custGeom>
                      <a:avLst/>
                      <a:gdLst>
                        <a:gd name="connsiteX0" fmla="*/ 62132 w 63363"/>
                        <a:gd name="connsiteY0" fmla="*/ 42996 h 53192"/>
                        <a:gd name="connsiteX1" fmla="*/ 45939 w 63363"/>
                        <a:gd name="connsiteY1" fmla="*/ 52998 h 53192"/>
                        <a:gd name="connsiteX2" fmla="*/ 33081 w 63363"/>
                        <a:gd name="connsiteY2" fmla="*/ 51664 h 53192"/>
                        <a:gd name="connsiteX3" fmla="*/ 19365 w 63363"/>
                        <a:gd name="connsiteY3" fmla="*/ 45663 h 53192"/>
                        <a:gd name="connsiteX4" fmla="*/ 8220 w 63363"/>
                        <a:gd name="connsiteY4" fmla="*/ 35757 h 53192"/>
                        <a:gd name="connsiteX5" fmla="*/ 1553 w 63363"/>
                        <a:gd name="connsiteY5" fmla="*/ 24899 h 53192"/>
                        <a:gd name="connsiteX6" fmla="*/ 3648 w 63363"/>
                        <a:gd name="connsiteY6" fmla="*/ 5944 h 53192"/>
                        <a:gd name="connsiteX7" fmla="*/ 21270 w 63363"/>
                        <a:gd name="connsiteY7" fmla="*/ 134 h 53192"/>
                        <a:gd name="connsiteX8" fmla="*/ 32414 w 63363"/>
                        <a:gd name="connsiteY8" fmla="*/ 2324 h 53192"/>
                        <a:gd name="connsiteX9" fmla="*/ 43463 w 63363"/>
                        <a:gd name="connsiteY9" fmla="*/ 7944 h 53192"/>
                        <a:gd name="connsiteX10" fmla="*/ 53083 w 63363"/>
                        <a:gd name="connsiteY10" fmla="*/ 15659 h 53192"/>
                        <a:gd name="connsiteX11" fmla="*/ 59846 w 63363"/>
                        <a:gd name="connsiteY11" fmla="*/ 24613 h 53192"/>
                        <a:gd name="connsiteX12" fmla="*/ 62132 w 63363"/>
                        <a:gd name="connsiteY12" fmla="*/ 42996 h 53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3363" h="53192">
                          <a:moveTo>
                            <a:pt x="62132" y="42996"/>
                          </a:moveTo>
                          <a:cubicBezTo>
                            <a:pt x="59751" y="48711"/>
                            <a:pt x="53845" y="52140"/>
                            <a:pt x="45939" y="52998"/>
                          </a:cubicBezTo>
                          <a:cubicBezTo>
                            <a:pt x="41939" y="53474"/>
                            <a:pt x="37462" y="53093"/>
                            <a:pt x="33081" y="51664"/>
                          </a:cubicBezTo>
                          <a:cubicBezTo>
                            <a:pt x="28604" y="50331"/>
                            <a:pt x="23937" y="48330"/>
                            <a:pt x="19365" y="45663"/>
                          </a:cubicBezTo>
                          <a:cubicBezTo>
                            <a:pt x="14888" y="42901"/>
                            <a:pt x="11268" y="39282"/>
                            <a:pt x="8220" y="35757"/>
                          </a:cubicBezTo>
                          <a:cubicBezTo>
                            <a:pt x="5268" y="32138"/>
                            <a:pt x="2791" y="28614"/>
                            <a:pt x="1553" y="24899"/>
                          </a:cubicBezTo>
                          <a:cubicBezTo>
                            <a:pt x="-1019" y="17469"/>
                            <a:pt x="-447" y="10611"/>
                            <a:pt x="3648" y="5944"/>
                          </a:cubicBezTo>
                          <a:cubicBezTo>
                            <a:pt x="7649" y="1277"/>
                            <a:pt x="14221" y="-533"/>
                            <a:pt x="21270" y="134"/>
                          </a:cubicBezTo>
                          <a:cubicBezTo>
                            <a:pt x="24794" y="515"/>
                            <a:pt x="28699" y="991"/>
                            <a:pt x="32414" y="2324"/>
                          </a:cubicBezTo>
                          <a:cubicBezTo>
                            <a:pt x="36224" y="3563"/>
                            <a:pt x="39843" y="5658"/>
                            <a:pt x="43463" y="7944"/>
                          </a:cubicBezTo>
                          <a:cubicBezTo>
                            <a:pt x="47178" y="10135"/>
                            <a:pt x="50416" y="12707"/>
                            <a:pt x="53083" y="15659"/>
                          </a:cubicBezTo>
                          <a:cubicBezTo>
                            <a:pt x="55750" y="18708"/>
                            <a:pt x="58036" y="21660"/>
                            <a:pt x="59846" y="24613"/>
                          </a:cubicBezTo>
                          <a:cubicBezTo>
                            <a:pt x="63275" y="30614"/>
                            <a:pt x="64513" y="37376"/>
                            <a:pt x="62132" y="4299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59" name="Forme libre : forme 16158">
                      <a:extLst>
                        <a:ext uri="{FF2B5EF4-FFF2-40B4-BE49-F238E27FC236}">
                          <a16:creationId xmlns:a16="http://schemas.microsoft.com/office/drawing/2014/main" id="{8751C12F-2405-4DA0-B176-56358A5E97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5097" y="3200514"/>
                      <a:ext cx="35339" cy="52273"/>
                    </a:xfrm>
                    <a:custGeom>
                      <a:avLst/>
                      <a:gdLst>
                        <a:gd name="connsiteX0" fmla="*/ 26672 w 35339"/>
                        <a:gd name="connsiteY0" fmla="*/ 838 h 52273"/>
                        <a:gd name="connsiteX1" fmla="*/ 13623 w 35339"/>
                        <a:gd name="connsiteY1" fmla="*/ 457 h 52273"/>
                        <a:gd name="connsiteX2" fmla="*/ 3621 w 35339"/>
                        <a:gd name="connsiteY2" fmla="*/ 5982 h 52273"/>
                        <a:gd name="connsiteX3" fmla="*/ 1526 w 35339"/>
                        <a:gd name="connsiteY3" fmla="*/ 24936 h 52273"/>
                        <a:gd name="connsiteX4" fmla="*/ 8193 w 35339"/>
                        <a:gd name="connsiteY4" fmla="*/ 35795 h 52273"/>
                        <a:gd name="connsiteX5" fmla="*/ 19338 w 35339"/>
                        <a:gd name="connsiteY5" fmla="*/ 45701 h 52273"/>
                        <a:gd name="connsiteX6" fmla="*/ 35340 w 35339"/>
                        <a:gd name="connsiteY6" fmla="*/ 52273 h 52273"/>
                        <a:gd name="connsiteX7" fmla="*/ 28005 w 35339"/>
                        <a:gd name="connsiteY7" fmla="*/ 46177 h 52273"/>
                        <a:gd name="connsiteX8" fmla="*/ 19338 w 35339"/>
                        <a:gd name="connsiteY8" fmla="*/ 22174 h 52273"/>
                        <a:gd name="connsiteX9" fmla="*/ 26672 w 35339"/>
                        <a:gd name="connsiteY9" fmla="*/ 838 h 52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5339" h="52273">
                          <a:moveTo>
                            <a:pt x="26672" y="838"/>
                          </a:moveTo>
                          <a:cubicBezTo>
                            <a:pt x="21909" y="76"/>
                            <a:pt x="17623" y="-400"/>
                            <a:pt x="13623" y="457"/>
                          </a:cubicBezTo>
                          <a:cubicBezTo>
                            <a:pt x="9622" y="1219"/>
                            <a:pt x="6098" y="3029"/>
                            <a:pt x="3621" y="5982"/>
                          </a:cubicBezTo>
                          <a:cubicBezTo>
                            <a:pt x="-379" y="10649"/>
                            <a:pt x="-1046" y="17507"/>
                            <a:pt x="1526" y="24936"/>
                          </a:cubicBezTo>
                          <a:cubicBezTo>
                            <a:pt x="2764" y="28651"/>
                            <a:pt x="5241" y="32176"/>
                            <a:pt x="8193" y="35795"/>
                          </a:cubicBezTo>
                          <a:cubicBezTo>
                            <a:pt x="11241" y="39319"/>
                            <a:pt x="14861" y="42939"/>
                            <a:pt x="19338" y="45701"/>
                          </a:cubicBezTo>
                          <a:cubicBezTo>
                            <a:pt x="24671" y="48844"/>
                            <a:pt x="30196" y="51035"/>
                            <a:pt x="35340" y="52273"/>
                          </a:cubicBezTo>
                          <a:cubicBezTo>
                            <a:pt x="32673" y="50559"/>
                            <a:pt x="30101" y="48558"/>
                            <a:pt x="28005" y="46177"/>
                          </a:cubicBezTo>
                          <a:cubicBezTo>
                            <a:pt x="22386" y="39224"/>
                            <a:pt x="19528" y="30366"/>
                            <a:pt x="19338" y="22174"/>
                          </a:cubicBezTo>
                          <a:cubicBezTo>
                            <a:pt x="19147" y="13983"/>
                            <a:pt x="21624" y="6458"/>
                            <a:pt x="26672" y="838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60" name="Forme libre : forme 16159">
                      <a:extLst>
                        <a:ext uri="{FF2B5EF4-FFF2-40B4-BE49-F238E27FC236}">
                          <a16:creationId xmlns:a16="http://schemas.microsoft.com/office/drawing/2014/main" id="{0A79B70B-1889-4A54-AFA2-69FE159E41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4727" y="3206512"/>
                      <a:ext cx="65005" cy="53095"/>
                    </a:xfrm>
                    <a:custGeom>
                      <a:avLst/>
                      <a:gdLst>
                        <a:gd name="connsiteX0" fmla="*/ 63904 w 65005"/>
                        <a:gd name="connsiteY0" fmla="*/ 42941 h 53095"/>
                        <a:gd name="connsiteX1" fmla="*/ 47712 w 65005"/>
                        <a:gd name="connsiteY1" fmla="*/ 52943 h 53095"/>
                        <a:gd name="connsiteX2" fmla="*/ 34472 w 65005"/>
                        <a:gd name="connsiteY2" fmla="*/ 51895 h 53095"/>
                        <a:gd name="connsiteX3" fmla="*/ 20470 w 65005"/>
                        <a:gd name="connsiteY3" fmla="*/ 45799 h 53095"/>
                        <a:gd name="connsiteX4" fmla="*/ 1801 w 65005"/>
                        <a:gd name="connsiteY4" fmla="*/ 25130 h 53095"/>
                        <a:gd name="connsiteX5" fmla="*/ 87 w 65005"/>
                        <a:gd name="connsiteY5" fmla="*/ 14557 h 53095"/>
                        <a:gd name="connsiteX6" fmla="*/ 3516 w 65005"/>
                        <a:gd name="connsiteY6" fmla="*/ 5984 h 53095"/>
                        <a:gd name="connsiteX7" fmla="*/ 11136 w 65005"/>
                        <a:gd name="connsiteY7" fmla="*/ 1031 h 53095"/>
                        <a:gd name="connsiteX8" fmla="*/ 21137 w 65005"/>
                        <a:gd name="connsiteY8" fmla="*/ 79 h 53095"/>
                        <a:gd name="connsiteX9" fmla="*/ 43902 w 65005"/>
                        <a:gd name="connsiteY9" fmla="*/ 7794 h 53095"/>
                        <a:gd name="connsiteX10" fmla="*/ 53808 w 65005"/>
                        <a:gd name="connsiteY10" fmla="*/ 15605 h 53095"/>
                        <a:gd name="connsiteX11" fmla="*/ 61047 w 65005"/>
                        <a:gd name="connsiteY11" fmla="*/ 24368 h 53095"/>
                        <a:gd name="connsiteX12" fmla="*/ 63904 w 65005"/>
                        <a:gd name="connsiteY12" fmla="*/ 42941 h 53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5005" h="53095">
                          <a:moveTo>
                            <a:pt x="63904" y="42941"/>
                          </a:moveTo>
                          <a:cubicBezTo>
                            <a:pt x="61618" y="48656"/>
                            <a:pt x="55713" y="52181"/>
                            <a:pt x="47712" y="52943"/>
                          </a:cubicBezTo>
                          <a:cubicBezTo>
                            <a:pt x="43711" y="53229"/>
                            <a:pt x="39044" y="53229"/>
                            <a:pt x="34472" y="51895"/>
                          </a:cubicBezTo>
                          <a:cubicBezTo>
                            <a:pt x="29900" y="50562"/>
                            <a:pt x="25138" y="48466"/>
                            <a:pt x="20470" y="45799"/>
                          </a:cubicBezTo>
                          <a:cubicBezTo>
                            <a:pt x="11041" y="40370"/>
                            <a:pt x="5040" y="32083"/>
                            <a:pt x="1801" y="25130"/>
                          </a:cubicBezTo>
                          <a:cubicBezTo>
                            <a:pt x="182" y="21605"/>
                            <a:pt x="-199" y="17796"/>
                            <a:pt x="87" y="14557"/>
                          </a:cubicBezTo>
                          <a:cubicBezTo>
                            <a:pt x="373" y="11318"/>
                            <a:pt x="1516" y="8366"/>
                            <a:pt x="3516" y="5984"/>
                          </a:cubicBezTo>
                          <a:cubicBezTo>
                            <a:pt x="5516" y="3603"/>
                            <a:pt x="8088" y="1984"/>
                            <a:pt x="11136" y="1031"/>
                          </a:cubicBezTo>
                          <a:cubicBezTo>
                            <a:pt x="14184" y="-16"/>
                            <a:pt x="17422" y="-112"/>
                            <a:pt x="21137" y="79"/>
                          </a:cubicBezTo>
                          <a:cubicBezTo>
                            <a:pt x="28662" y="174"/>
                            <a:pt x="36282" y="3413"/>
                            <a:pt x="43902" y="7794"/>
                          </a:cubicBezTo>
                          <a:cubicBezTo>
                            <a:pt x="47712" y="9985"/>
                            <a:pt x="51046" y="12652"/>
                            <a:pt x="53808" y="15605"/>
                          </a:cubicBezTo>
                          <a:cubicBezTo>
                            <a:pt x="56570" y="18653"/>
                            <a:pt x="59142" y="21224"/>
                            <a:pt x="61047" y="24368"/>
                          </a:cubicBezTo>
                          <a:cubicBezTo>
                            <a:pt x="64762" y="30464"/>
                            <a:pt x="66190" y="37226"/>
                            <a:pt x="63904" y="4294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61" name="Forme libre : forme 16160">
                      <a:extLst>
                        <a:ext uri="{FF2B5EF4-FFF2-40B4-BE49-F238E27FC236}">
                          <a16:creationId xmlns:a16="http://schemas.microsoft.com/office/drawing/2014/main" id="{F9D14C80-4500-44AD-A452-23986D817B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0395" y="3167148"/>
                      <a:ext cx="74137" cy="102771"/>
                    </a:xfrm>
                    <a:custGeom>
                      <a:avLst/>
                      <a:gdLst>
                        <a:gd name="connsiteX0" fmla="*/ 14701 w 74137"/>
                        <a:gd name="connsiteY0" fmla="*/ 21250 h 102771"/>
                        <a:gd name="connsiteX1" fmla="*/ 1557 w 74137"/>
                        <a:gd name="connsiteY1" fmla="*/ 37443 h 102771"/>
                        <a:gd name="connsiteX2" fmla="*/ 2128 w 74137"/>
                        <a:gd name="connsiteY2" fmla="*/ 58779 h 102771"/>
                        <a:gd name="connsiteX3" fmla="*/ 15368 w 74137"/>
                        <a:gd name="connsiteY3" fmla="*/ 80305 h 102771"/>
                        <a:gd name="connsiteX4" fmla="*/ 52802 w 74137"/>
                        <a:gd name="connsiteY4" fmla="*/ 102403 h 102771"/>
                        <a:gd name="connsiteX5" fmla="*/ 67375 w 74137"/>
                        <a:gd name="connsiteY5" fmla="*/ 100879 h 102771"/>
                        <a:gd name="connsiteX6" fmla="*/ 74137 w 74137"/>
                        <a:gd name="connsiteY6" fmla="*/ 91354 h 102771"/>
                        <a:gd name="connsiteX7" fmla="*/ 67660 w 74137"/>
                        <a:gd name="connsiteY7" fmla="*/ 75733 h 102771"/>
                        <a:gd name="connsiteX8" fmla="*/ 56611 w 74137"/>
                        <a:gd name="connsiteY8" fmla="*/ 38872 h 102771"/>
                        <a:gd name="connsiteX9" fmla="*/ 56516 w 74137"/>
                        <a:gd name="connsiteY9" fmla="*/ 17631 h 102771"/>
                        <a:gd name="connsiteX10" fmla="*/ 54135 w 74137"/>
                        <a:gd name="connsiteY10" fmla="*/ 7534 h 102771"/>
                        <a:gd name="connsiteX11" fmla="*/ 47467 w 74137"/>
                        <a:gd name="connsiteY11" fmla="*/ 772 h 102771"/>
                        <a:gd name="connsiteX12" fmla="*/ 14701 w 74137"/>
                        <a:gd name="connsiteY12" fmla="*/ 21250 h 102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4137" h="102771">
                          <a:moveTo>
                            <a:pt x="14701" y="21250"/>
                          </a:moveTo>
                          <a:cubicBezTo>
                            <a:pt x="9463" y="25918"/>
                            <a:pt x="4129" y="30775"/>
                            <a:pt x="1557" y="37443"/>
                          </a:cubicBezTo>
                          <a:cubicBezTo>
                            <a:pt x="-824" y="43824"/>
                            <a:pt x="-348" y="51159"/>
                            <a:pt x="2128" y="58779"/>
                          </a:cubicBezTo>
                          <a:cubicBezTo>
                            <a:pt x="4510" y="66399"/>
                            <a:pt x="9844" y="73638"/>
                            <a:pt x="15368" y="80305"/>
                          </a:cubicBezTo>
                          <a:cubicBezTo>
                            <a:pt x="25179" y="90973"/>
                            <a:pt x="38419" y="100498"/>
                            <a:pt x="52802" y="102403"/>
                          </a:cubicBezTo>
                          <a:cubicBezTo>
                            <a:pt x="58040" y="103165"/>
                            <a:pt x="63374" y="102784"/>
                            <a:pt x="67375" y="100879"/>
                          </a:cubicBezTo>
                          <a:cubicBezTo>
                            <a:pt x="71470" y="98879"/>
                            <a:pt x="74137" y="95640"/>
                            <a:pt x="74137" y="91354"/>
                          </a:cubicBezTo>
                          <a:cubicBezTo>
                            <a:pt x="74042" y="86306"/>
                            <a:pt x="70613" y="80591"/>
                            <a:pt x="67660" y="75733"/>
                          </a:cubicBezTo>
                          <a:cubicBezTo>
                            <a:pt x="60517" y="64208"/>
                            <a:pt x="57278" y="50968"/>
                            <a:pt x="56611" y="38872"/>
                          </a:cubicBezTo>
                          <a:cubicBezTo>
                            <a:pt x="56230" y="33823"/>
                            <a:pt x="57183" y="25060"/>
                            <a:pt x="56516" y="17631"/>
                          </a:cubicBezTo>
                          <a:cubicBezTo>
                            <a:pt x="56230" y="13916"/>
                            <a:pt x="55468" y="10392"/>
                            <a:pt x="54135" y="7534"/>
                          </a:cubicBezTo>
                          <a:cubicBezTo>
                            <a:pt x="52802" y="4486"/>
                            <a:pt x="50801" y="2105"/>
                            <a:pt x="47467" y="772"/>
                          </a:cubicBezTo>
                          <a:cubicBezTo>
                            <a:pt x="35752" y="-3991"/>
                            <a:pt x="21750" y="14583"/>
                            <a:pt x="14701" y="2125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62" name="Forme libre : forme 16161">
                      <a:extLst>
                        <a:ext uri="{FF2B5EF4-FFF2-40B4-BE49-F238E27FC236}">
                          <a16:creationId xmlns:a16="http://schemas.microsoft.com/office/drawing/2014/main" id="{F2E899D1-B1EF-4579-9821-8D9C72518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8054" y="3180047"/>
                      <a:ext cx="30456" cy="16126"/>
                    </a:xfrm>
                    <a:custGeom>
                      <a:avLst/>
                      <a:gdLst>
                        <a:gd name="connsiteX0" fmla="*/ 5713 w 30456"/>
                        <a:gd name="connsiteY0" fmla="*/ 1302 h 16126"/>
                        <a:gd name="connsiteX1" fmla="*/ 1332 w 30456"/>
                        <a:gd name="connsiteY1" fmla="*/ 3683 h 16126"/>
                        <a:gd name="connsiteX2" fmla="*/ 284 w 30456"/>
                        <a:gd name="connsiteY2" fmla="*/ 8446 h 16126"/>
                        <a:gd name="connsiteX3" fmla="*/ 3999 w 30456"/>
                        <a:gd name="connsiteY3" fmla="*/ 11589 h 16126"/>
                        <a:gd name="connsiteX4" fmla="*/ 15810 w 30456"/>
                        <a:gd name="connsiteY4" fmla="*/ 15590 h 16126"/>
                        <a:gd name="connsiteX5" fmla="*/ 20763 w 30456"/>
                        <a:gd name="connsiteY5" fmla="*/ 16066 h 16126"/>
                        <a:gd name="connsiteX6" fmla="*/ 29431 w 30456"/>
                        <a:gd name="connsiteY6" fmla="*/ 10732 h 16126"/>
                        <a:gd name="connsiteX7" fmla="*/ 27240 w 30456"/>
                        <a:gd name="connsiteY7" fmla="*/ 2731 h 16126"/>
                        <a:gd name="connsiteX8" fmla="*/ 5713 w 30456"/>
                        <a:gd name="connsiteY8" fmla="*/ 1302 h 161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0456" h="16126">
                          <a:moveTo>
                            <a:pt x="5713" y="1302"/>
                          </a:moveTo>
                          <a:cubicBezTo>
                            <a:pt x="4094" y="1778"/>
                            <a:pt x="2475" y="2445"/>
                            <a:pt x="1332" y="3683"/>
                          </a:cubicBezTo>
                          <a:cubicBezTo>
                            <a:pt x="189" y="4922"/>
                            <a:pt x="-383" y="6826"/>
                            <a:pt x="284" y="8446"/>
                          </a:cubicBezTo>
                          <a:cubicBezTo>
                            <a:pt x="951" y="9970"/>
                            <a:pt x="2475" y="10922"/>
                            <a:pt x="3999" y="11589"/>
                          </a:cubicBezTo>
                          <a:cubicBezTo>
                            <a:pt x="7904" y="13399"/>
                            <a:pt x="11809" y="14732"/>
                            <a:pt x="15810" y="15590"/>
                          </a:cubicBezTo>
                          <a:cubicBezTo>
                            <a:pt x="17429" y="15971"/>
                            <a:pt x="19144" y="16256"/>
                            <a:pt x="20763" y="16066"/>
                          </a:cubicBezTo>
                          <a:cubicBezTo>
                            <a:pt x="24192" y="15780"/>
                            <a:pt x="27811" y="13304"/>
                            <a:pt x="29431" y="10732"/>
                          </a:cubicBezTo>
                          <a:cubicBezTo>
                            <a:pt x="31050" y="8160"/>
                            <a:pt x="31050" y="5112"/>
                            <a:pt x="27240" y="2731"/>
                          </a:cubicBezTo>
                          <a:cubicBezTo>
                            <a:pt x="21525" y="-889"/>
                            <a:pt x="12190" y="-412"/>
                            <a:pt x="5713" y="130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63" name="Forme libre : forme 16162">
                      <a:extLst>
                        <a:ext uri="{FF2B5EF4-FFF2-40B4-BE49-F238E27FC236}">
                          <a16:creationId xmlns:a16="http://schemas.microsoft.com/office/drawing/2014/main" id="{017B0333-0A5F-4EF5-BDBE-E77BDE1064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68150" y="3261074"/>
                      <a:ext cx="62007" cy="26861"/>
                    </a:xfrm>
                    <a:custGeom>
                      <a:avLst/>
                      <a:gdLst>
                        <a:gd name="connsiteX0" fmla="*/ 62008 w 62007"/>
                        <a:gd name="connsiteY0" fmla="*/ 0 h 26861"/>
                        <a:gd name="connsiteX1" fmla="*/ 52007 w 62007"/>
                        <a:gd name="connsiteY1" fmla="*/ 16097 h 26861"/>
                        <a:gd name="connsiteX2" fmla="*/ 33338 w 62007"/>
                        <a:gd name="connsiteY2" fmla="*/ 25622 h 26861"/>
                        <a:gd name="connsiteX3" fmla="*/ 0 w 62007"/>
                        <a:gd name="connsiteY3" fmla="*/ 23717 h 26861"/>
                        <a:gd name="connsiteX4" fmla="*/ 24384 w 62007"/>
                        <a:gd name="connsiteY4" fmla="*/ 24384 h 26861"/>
                        <a:gd name="connsiteX5" fmla="*/ 45053 w 62007"/>
                        <a:gd name="connsiteY5" fmla="*/ 17145 h 26861"/>
                        <a:gd name="connsiteX6" fmla="*/ 62008 w 62007"/>
                        <a:gd name="connsiteY6" fmla="*/ 0 h 26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007" h="26861">
                          <a:moveTo>
                            <a:pt x="62008" y="0"/>
                          </a:moveTo>
                          <a:cubicBezTo>
                            <a:pt x="62008" y="0"/>
                            <a:pt x="60293" y="8382"/>
                            <a:pt x="52007" y="16097"/>
                          </a:cubicBezTo>
                          <a:cubicBezTo>
                            <a:pt x="47816" y="19907"/>
                            <a:pt x="41910" y="23527"/>
                            <a:pt x="33338" y="25622"/>
                          </a:cubicBezTo>
                          <a:cubicBezTo>
                            <a:pt x="24765" y="27813"/>
                            <a:pt x="14002" y="27051"/>
                            <a:pt x="0" y="23717"/>
                          </a:cubicBezTo>
                          <a:cubicBezTo>
                            <a:pt x="0" y="23717"/>
                            <a:pt x="11144" y="26098"/>
                            <a:pt x="24384" y="24384"/>
                          </a:cubicBezTo>
                          <a:cubicBezTo>
                            <a:pt x="30956" y="23813"/>
                            <a:pt x="38481" y="20955"/>
                            <a:pt x="45053" y="17145"/>
                          </a:cubicBezTo>
                          <a:cubicBezTo>
                            <a:pt x="51625" y="13145"/>
                            <a:pt x="57531" y="7620"/>
                            <a:pt x="6200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64" name="Forme libre : forme 16163">
                      <a:extLst>
                        <a:ext uri="{FF2B5EF4-FFF2-40B4-BE49-F238E27FC236}">
                          <a16:creationId xmlns:a16="http://schemas.microsoft.com/office/drawing/2014/main" id="{0FC6BD22-6829-4111-9D2B-94F199692D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5763" y="3151850"/>
                      <a:ext cx="60483" cy="9878"/>
                    </a:xfrm>
                    <a:custGeom>
                      <a:avLst/>
                      <a:gdLst>
                        <a:gd name="connsiteX0" fmla="*/ 60484 w 60483"/>
                        <a:gd name="connsiteY0" fmla="*/ 9783 h 9878"/>
                        <a:gd name="connsiteX1" fmla="*/ 55721 w 60483"/>
                        <a:gd name="connsiteY1" fmla="*/ 6925 h 9878"/>
                        <a:gd name="connsiteX2" fmla="*/ 43053 w 60483"/>
                        <a:gd name="connsiteY2" fmla="*/ 1686 h 9878"/>
                        <a:gd name="connsiteX3" fmla="*/ 0 w 60483"/>
                        <a:gd name="connsiteY3" fmla="*/ 9878 h 9878"/>
                        <a:gd name="connsiteX4" fmla="*/ 20003 w 60483"/>
                        <a:gd name="connsiteY4" fmla="*/ 3687 h 9878"/>
                        <a:gd name="connsiteX5" fmla="*/ 39433 w 60483"/>
                        <a:gd name="connsiteY5" fmla="*/ 3115 h 9878"/>
                        <a:gd name="connsiteX6" fmla="*/ 60484 w 60483"/>
                        <a:gd name="connsiteY6" fmla="*/ 9783 h 9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0483" h="9878">
                          <a:moveTo>
                            <a:pt x="60484" y="9783"/>
                          </a:moveTo>
                          <a:cubicBezTo>
                            <a:pt x="60484" y="9783"/>
                            <a:pt x="58769" y="8449"/>
                            <a:pt x="55721" y="6925"/>
                          </a:cubicBezTo>
                          <a:cubicBezTo>
                            <a:pt x="52673" y="5401"/>
                            <a:pt x="48482" y="3020"/>
                            <a:pt x="43053" y="1686"/>
                          </a:cubicBezTo>
                          <a:cubicBezTo>
                            <a:pt x="32195" y="-790"/>
                            <a:pt x="17336" y="-2219"/>
                            <a:pt x="0" y="9878"/>
                          </a:cubicBezTo>
                          <a:cubicBezTo>
                            <a:pt x="0" y="9878"/>
                            <a:pt x="8287" y="5497"/>
                            <a:pt x="20003" y="3687"/>
                          </a:cubicBezTo>
                          <a:cubicBezTo>
                            <a:pt x="25813" y="2734"/>
                            <a:pt x="32385" y="2544"/>
                            <a:pt x="39433" y="3115"/>
                          </a:cubicBezTo>
                          <a:cubicBezTo>
                            <a:pt x="46387" y="3782"/>
                            <a:pt x="53340" y="6354"/>
                            <a:pt x="60484" y="97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65" name="Forme libre : forme 16164">
                      <a:extLst>
                        <a:ext uri="{FF2B5EF4-FFF2-40B4-BE49-F238E27FC236}">
                          <a16:creationId xmlns:a16="http://schemas.microsoft.com/office/drawing/2014/main" id="{CAEC74D1-D90B-4DAB-8357-A6B665D553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77449" y="3211785"/>
                      <a:ext cx="20342" cy="21240"/>
                    </a:xfrm>
                    <a:custGeom>
                      <a:avLst/>
                      <a:gdLst>
                        <a:gd name="connsiteX0" fmla="*/ 18895 w 20342"/>
                        <a:gd name="connsiteY0" fmla="*/ 20142 h 21240"/>
                        <a:gd name="connsiteX1" fmla="*/ 4417 w 20342"/>
                        <a:gd name="connsiteY1" fmla="*/ 15094 h 21240"/>
                        <a:gd name="connsiteX2" fmla="*/ 1941 w 20342"/>
                        <a:gd name="connsiteY2" fmla="*/ 806 h 21240"/>
                        <a:gd name="connsiteX3" fmla="*/ 15657 w 20342"/>
                        <a:gd name="connsiteY3" fmla="*/ 5855 h 21240"/>
                        <a:gd name="connsiteX4" fmla="*/ 18895 w 20342"/>
                        <a:gd name="connsiteY4" fmla="*/ 20142 h 212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342" h="21240">
                          <a:moveTo>
                            <a:pt x="18895" y="20142"/>
                          </a:moveTo>
                          <a:cubicBezTo>
                            <a:pt x="15942" y="22809"/>
                            <a:pt x="9370" y="20428"/>
                            <a:pt x="4417" y="15094"/>
                          </a:cubicBezTo>
                          <a:cubicBezTo>
                            <a:pt x="-631" y="9855"/>
                            <a:pt x="-1203" y="3092"/>
                            <a:pt x="1941" y="806"/>
                          </a:cubicBezTo>
                          <a:cubicBezTo>
                            <a:pt x="5084" y="-1289"/>
                            <a:pt x="11180" y="806"/>
                            <a:pt x="15657" y="5855"/>
                          </a:cubicBezTo>
                          <a:cubicBezTo>
                            <a:pt x="20229" y="11093"/>
                            <a:pt x="21753" y="17570"/>
                            <a:pt x="18895" y="2014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66" name="Forme libre : forme 16165">
                      <a:extLst>
                        <a:ext uri="{FF2B5EF4-FFF2-40B4-BE49-F238E27FC236}">
                          <a16:creationId xmlns:a16="http://schemas.microsoft.com/office/drawing/2014/main" id="{48670E8B-619D-4933-A2F5-849C8324EB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3875" y="3227005"/>
                      <a:ext cx="6859" cy="6493"/>
                    </a:xfrm>
                    <a:custGeom>
                      <a:avLst/>
                      <a:gdLst>
                        <a:gd name="connsiteX0" fmla="*/ 6564 w 6859"/>
                        <a:gd name="connsiteY0" fmla="*/ 4731 h 6493"/>
                        <a:gd name="connsiteX1" fmla="*/ 1897 w 6859"/>
                        <a:gd name="connsiteY1" fmla="*/ 6160 h 6493"/>
                        <a:gd name="connsiteX2" fmla="*/ 373 w 6859"/>
                        <a:gd name="connsiteY2" fmla="*/ 1588 h 6493"/>
                        <a:gd name="connsiteX3" fmla="*/ 4850 w 6859"/>
                        <a:gd name="connsiteY3" fmla="*/ 445 h 6493"/>
                        <a:gd name="connsiteX4" fmla="*/ 6564 w 6859"/>
                        <a:gd name="connsiteY4" fmla="*/ 4731 h 6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9" h="6493">
                          <a:moveTo>
                            <a:pt x="6564" y="4731"/>
                          </a:moveTo>
                          <a:cubicBezTo>
                            <a:pt x="5802" y="6351"/>
                            <a:pt x="3707" y="6922"/>
                            <a:pt x="1897" y="6160"/>
                          </a:cubicBezTo>
                          <a:cubicBezTo>
                            <a:pt x="182" y="5303"/>
                            <a:pt x="-484" y="3112"/>
                            <a:pt x="373" y="1588"/>
                          </a:cubicBezTo>
                          <a:cubicBezTo>
                            <a:pt x="1230" y="-31"/>
                            <a:pt x="3231" y="-412"/>
                            <a:pt x="4850" y="445"/>
                          </a:cubicBezTo>
                          <a:cubicBezTo>
                            <a:pt x="6564" y="1302"/>
                            <a:pt x="7326" y="3207"/>
                            <a:pt x="6564" y="47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67" name="Forme libre : forme 16166">
                      <a:extLst>
                        <a:ext uri="{FF2B5EF4-FFF2-40B4-BE49-F238E27FC236}">
                          <a16:creationId xmlns:a16="http://schemas.microsoft.com/office/drawing/2014/main" id="{98DEF5E6-4B65-45F3-8696-AC11E458A0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5862" y="3183646"/>
                      <a:ext cx="36047" cy="69333"/>
                    </a:xfrm>
                    <a:custGeom>
                      <a:avLst/>
                      <a:gdLst>
                        <a:gd name="connsiteX0" fmla="*/ 35915 w 36047"/>
                        <a:gd name="connsiteY0" fmla="*/ 34661 h 69333"/>
                        <a:gd name="connsiteX1" fmla="*/ 31533 w 36047"/>
                        <a:gd name="connsiteY1" fmla="*/ 62760 h 69333"/>
                        <a:gd name="connsiteX2" fmla="*/ 23913 w 36047"/>
                        <a:gd name="connsiteY2" fmla="*/ 69237 h 69333"/>
                        <a:gd name="connsiteX3" fmla="*/ 18389 w 36047"/>
                        <a:gd name="connsiteY3" fmla="*/ 61522 h 69333"/>
                        <a:gd name="connsiteX4" fmla="*/ 15150 w 36047"/>
                        <a:gd name="connsiteY4" fmla="*/ 31708 h 69333"/>
                        <a:gd name="connsiteX5" fmla="*/ 10483 w 36047"/>
                        <a:gd name="connsiteY5" fmla="*/ 25517 h 69333"/>
                        <a:gd name="connsiteX6" fmla="*/ 4006 w 36047"/>
                        <a:gd name="connsiteY6" fmla="*/ 16087 h 69333"/>
                        <a:gd name="connsiteX7" fmla="*/ 101 w 36047"/>
                        <a:gd name="connsiteY7" fmla="*/ 6943 h 69333"/>
                        <a:gd name="connsiteX8" fmla="*/ 2672 w 36047"/>
                        <a:gd name="connsiteY8" fmla="*/ 847 h 69333"/>
                        <a:gd name="connsiteX9" fmla="*/ 18103 w 36047"/>
                        <a:gd name="connsiteY9" fmla="*/ 4181 h 69333"/>
                        <a:gd name="connsiteX10" fmla="*/ 25247 w 36047"/>
                        <a:gd name="connsiteY10" fmla="*/ 9801 h 69333"/>
                        <a:gd name="connsiteX11" fmla="*/ 30009 w 36047"/>
                        <a:gd name="connsiteY11" fmla="*/ 15135 h 69333"/>
                        <a:gd name="connsiteX12" fmla="*/ 35915 w 36047"/>
                        <a:gd name="connsiteY12" fmla="*/ 34661 h 69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6047" h="69333">
                          <a:moveTo>
                            <a:pt x="35915" y="34661"/>
                          </a:moveTo>
                          <a:cubicBezTo>
                            <a:pt x="36581" y="44091"/>
                            <a:pt x="34676" y="53711"/>
                            <a:pt x="31533" y="62760"/>
                          </a:cubicBezTo>
                          <a:cubicBezTo>
                            <a:pt x="30390" y="66093"/>
                            <a:pt x="27914" y="69999"/>
                            <a:pt x="23913" y="69237"/>
                          </a:cubicBezTo>
                          <a:cubicBezTo>
                            <a:pt x="20294" y="68570"/>
                            <a:pt x="18770" y="64665"/>
                            <a:pt x="18389" y="61522"/>
                          </a:cubicBezTo>
                          <a:cubicBezTo>
                            <a:pt x="17246" y="51425"/>
                            <a:pt x="19246" y="40566"/>
                            <a:pt x="15150" y="31708"/>
                          </a:cubicBezTo>
                          <a:cubicBezTo>
                            <a:pt x="14579" y="30280"/>
                            <a:pt x="12579" y="28279"/>
                            <a:pt x="10483" y="25517"/>
                          </a:cubicBezTo>
                          <a:cubicBezTo>
                            <a:pt x="8388" y="22659"/>
                            <a:pt x="6006" y="19326"/>
                            <a:pt x="4006" y="16087"/>
                          </a:cubicBezTo>
                          <a:cubicBezTo>
                            <a:pt x="2006" y="12849"/>
                            <a:pt x="386" y="9896"/>
                            <a:pt x="101" y="6943"/>
                          </a:cubicBezTo>
                          <a:cubicBezTo>
                            <a:pt x="-280" y="4086"/>
                            <a:pt x="386" y="1895"/>
                            <a:pt x="2672" y="847"/>
                          </a:cubicBezTo>
                          <a:cubicBezTo>
                            <a:pt x="7149" y="-1153"/>
                            <a:pt x="13055" y="561"/>
                            <a:pt x="18103" y="4181"/>
                          </a:cubicBezTo>
                          <a:cubicBezTo>
                            <a:pt x="20580" y="6086"/>
                            <a:pt x="23056" y="8086"/>
                            <a:pt x="25247" y="9801"/>
                          </a:cubicBezTo>
                          <a:cubicBezTo>
                            <a:pt x="27342" y="11706"/>
                            <a:pt x="29057" y="13611"/>
                            <a:pt x="30009" y="15135"/>
                          </a:cubicBezTo>
                          <a:cubicBezTo>
                            <a:pt x="33343" y="20945"/>
                            <a:pt x="35439" y="27517"/>
                            <a:pt x="35915" y="346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53" name="Graphique 1">
                    <a:extLst>
                      <a:ext uri="{FF2B5EF4-FFF2-40B4-BE49-F238E27FC236}">
                        <a16:creationId xmlns:a16="http://schemas.microsoft.com/office/drawing/2014/main" id="{8036E0F7-8D07-4688-AA3D-746B276DB978}"/>
                      </a:ext>
                    </a:extLst>
                  </p:cNvPr>
                  <p:cNvGrpSpPr/>
                  <p:nvPr/>
                </p:nvGrpSpPr>
                <p:grpSpPr>
                  <a:xfrm>
                    <a:off x="1232510" y="3194518"/>
                    <a:ext cx="163847" cy="122404"/>
                    <a:chOff x="1232510" y="3194518"/>
                    <a:chExt cx="163847" cy="122404"/>
                  </a:xfrm>
                  <a:solidFill>
                    <a:schemeClr val="accent1"/>
                  </a:solidFill>
                </p:grpSpPr>
                <p:sp>
                  <p:nvSpPr>
                    <p:cNvPr id="16144" name="Forme libre : forme 16143">
                      <a:extLst>
                        <a:ext uri="{FF2B5EF4-FFF2-40B4-BE49-F238E27FC236}">
                          <a16:creationId xmlns:a16="http://schemas.microsoft.com/office/drawing/2014/main" id="{F8FE86A2-EEDE-46F2-B13A-1372AA3BE6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32510" y="3194518"/>
                      <a:ext cx="163719" cy="122374"/>
                    </a:xfrm>
                    <a:custGeom>
                      <a:avLst/>
                      <a:gdLst>
                        <a:gd name="connsiteX0" fmla="*/ 121473 w 163719"/>
                        <a:gd name="connsiteY0" fmla="*/ 115323 h 122374"/>
                        <a:gd name="connsiteX1" fmla="*/ 103471 w 163719"/>
                        <a:gd name="connsiteY1" fmla="*/ 119134 h 122374"/>
                        <a:gd name="connsiteX2" fmla="*/ 85468 w 163719"/>
                        <a:gd name="connsiteY2" fmla="*/ 121229 h 122374"/>
                        <a:gd name="connsiteX3" fmla="*/ 49940 w 163719"/>
                        <a:gd name="connsiteY3" fmla="*/ 122277 h 122374"/>
                        <a:gd name="connsiteX4" fmla="*/ 27175 w 163719"/>
                        <a:gd name="connsiteY4" fmla="*/ 117038 h 122374"/>
                        <a:gd name="connsiteX5" fmla="*/ 10221 w 163719"/>
                        <a:gd name="connsiteY5" fmla="*/ 105227 h 122374"/>
                        <a:gd name="connsiteX6" fmla="*/ 1077 w 163719"/>
                        <a:gd name="connsiteY6" fmla="*/ 72366 h 122374"/>
                        <a:gd name="connsiteX7" fmla="*/ 9173 w 163719"/>
                        <a:gd name="connsiteY7" fmla="*/ 40933 h 122374"/>
                        <a:gd name="connsiteX8" fmla="*/ 27366 w 163719"/>
                        <a:gd name="connsiteY8" fmla="*/ 13977 h 122374"/>
                        <a:gd name="connsiteX9" fmla="*/ 40320 w 163719"/>
                        <a:gd name="connsiteY9" fmla="*/ 6548 h 122374"/>
                        <a:gd name="connsiteX10" fmla="*/ 54322 w 163719"/>
                        <a:gd name="connsiteY10" fmla="*/ 4357 h 122374"/>
                        <a:gd name="connsiteX11" fmla="*/ 74705 w 163719"/>
                        <a:gd name="connsiteY11" fmla="*/ 3786 h 122374"/>
                        <a:gd name="connsiteX12" fmla="*/ 84516 w 163719"/>
                        <a:gd name="connsiteY12" fmla="*/ 2833 h 122374"/>
                        <a:gd name="connsiteX13" fmla="*/ 93850 w 163719"/>
                        <a:gd name="connsiteY13" fmla="*/ 833 h 122374"/>
                        <a:gd name="connsiteX14" fmla="*/ 106995 w 163719"/>
                        <a:gd name="connsiteY14" fmla="*/ 452 h 122374"/>
                        <a:gd name="connsiteX15" fmla="*/ 113853 w 163719"/>
                        <a:gd name="connsiteY15" fmla="*/ 2357 h 122374"/>
                        <a:gd name="connsiteX16" fmla="*/ 120615 w 163719"/>
                        <a:gd name="connsiteY16" fmla="*/ 4929 h 122374"/>
                        <a:gd name="connsiteX17" fmla="*/ 144428 w 163719"/>
                        <a:gd name="connsiteY17" fmla="*/ 26931 h 122374"/>
                        <a:gd name="connsiteX18" fmla="*/ 159763 w 163719"/>
                        <a:gd name="connsiteY18" fmla="*/ 55411 h 122374"/>
                        <a:gd name="connsiteX19" fmla="*/ 158335 w 163719"/>
                        <a:gd name="connsiteY19" fmla="*/ 89415 h 122374"/>
                        <a:gd name="connsiteX20" fmla="*/ 152239 w 163719"/>
                        <a:gd name="connsiteY20" fmla="*/ 97893 h 122374"/>
                        <a:gd name="connsiteX21" fmla="*/ 143761 w 163719"/>
                        <a:gd name="connsiteY21" fmla="*/ 105036 h 122374"/>
                        <a:gd name="connsiteX22" fmla="*/ 121473 w 163719"/>
                        <a:gd name="connsiteY22" fmla="*/ 115323 h 122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63719" h="122374">
                          <a:moveTo>
                            <a:pt x="121473" y="115323"/>
                          </a:moveTo>
                          <a:lnTo>
                            <a:pt x="103471" y="119134"/>
                          </a:lnTo>
                          <a:cubicBezTo>
                            <a:pt x="97470" y="120086"/>
                            <a:pt x="91469" y="120562"/>
                            <a:pt x="85468" y="121229"/>
                          </a:cubicBezTo>
                          <a:cubicBezTo>
                            <a:pt x="73372" y="122848"/>
                            <a:pt x="61751" y="122277"/>
                            <a:pt x="49940" y="122277"/>
                          </a:cubicBezTo>
                          <a:cubicBezTo>
                            <a:pt x="41653" y="122372"/>
                            <a:pt x="33938" y="119800"/>
                            <a:pt x="27175" y="117038"/>
                          </a:cubicBezTo>
                          <a:cubicBezTo>
                            <a:pt x="20413" y="114180"/>
                            <a:pt x="14602" y="110370"/>
                            <a:pt x="10221" y="105227"/>
                          </a:cubicBezTo>
                          <a:cubicBezTo>
                            <a:pt x="1267" y="95416"/>
                            <a:pt x="-1876" y="83701"/>
                            <a:pt x="1077" y="72366"/>
                          </a:cubicBezTo>
                          <a:lnTo>
                            <a:pt x="9173" y="40933"/>
                          </a:lnTo>
                          <a:cubicBezTo>
                            <a:pt x="12126" y="29598"/>
                            <a:pt x="19460" y="20169"/>
                            <a:pt x="27366" y="13977"/>
                          </a:cubicBezTo>
                          <a:cubicBezTo>
                            <a:pt x="31271" y="11120"/>
                            <a:pt x="35748" y="8358"/>
                            <a:pt x="40320" y="6548"/>
                          </a:cubicBezTo>
                          <a:cubicBezTo>
                            <a:pt x="44892" y="4643"/>
                            <a:pt x="49559" y="4643"/>
                            <a:pt x="54322" y="4357"/>
                          </a:cubicBezTo>
                          <a:cubicBezTo>
                            <a:pt x="61180" y="4262"/>
                            <a:pt x="68323" y="4929"/>
                            <a:pt x="74705" y="3786"/>
                          </a:cubicBezTo>
                          <a:cubicBezTo>
                            <a:pt x="77944" y="3405"/>
                            <a:pt x="81277" y="3310"/>
                            <a:pt x="84516" y="2833"/>
                          </a:cubicBezTo>
                          <a:lnTo>
                            <a:pt x="93850" y="833"/>
                          </a:lnTo>
                          <a:cubicBezTo>
                            <a:pt x="98327" y="261"/>
                            <a:pt x="102423" y="-501"/>
                            <a:pt x="106995" y="452"/>
                          </a:cubicBezTo>
                          <a:cubicBezTo>
                            <a:pt x="109186" y="833"/>
                            <a:pt x="111567" y="1595"/>
                            <a:pt x="113853" y="2357"/>
                          </a:cubicBezTo>
                          <a:cubicBezTo>
                            <a:pt x="116044" y="3024"/>
                            <a:pt x="118330" y="3881"/>
                            <a:pt x="120615" y="4929"/>
                          </a:cubicBezTo>
                          <a:cubicBezTo>
                            <a:pt x="129569" y="9310"/>
                            <a:pt x="138903" y="16835"/>
                            <a:pt x="144428" y="26931"/>
                          </a:cubicBezTo>
                          <a:lnTo>
                            <a:pt x="159763" y="55411"/>
                          </a:lnTo>
                          <a:cubicBezTo>
                            <a:pt x="165478" y="65794"/>
                            <a:pt x="165002" y="77890"/>
                            <a:pt x="158335" y="89415"/>
                          </a:cubicBezTo>
                          <a:cubicBezTo>
                            <a:pt x="156715" y="92273"/>
                            <a:pt x="154620" y="95130"/>
                            <a:pt x="152239" y="97893"/>
                          </a:cubicBezTo>
                          <a:cubicBezTo>
                            <a:pt x="149762" y="100464"/>
                            <a:pt x="146905" y="102846"/>
                            <a:pt x="143761" y="105036"/>
                          </a:cubicBezTo>
                          <a:cubicBezTo>
                            <a:pt x="137380" y="109418"/>
                            <a:pt x="129950" y="113704"/>
                            <a:pt x="121473" y="11532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45" name="Forme libre : forme 16144">
                      <a:extLst>
                        <a:ext uri="{FF2B5EF4-FFF2-40B4-BE49-F238E27FC236}">
                          <a16:creationId xmlns:a16="http://schemas.microsoft.com/office/drawing/2014/main" id="{2592C6B8-90F0-4519-94AD-F577C18F6D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32605" y="3249167"/>
                      <a:ext cx="163752" cy="67755"/>
                    </a:xfrm>
                    <a:custGeom>
                      <a:avLst/>
                      <a:gdLst>
                        <a:gd name="connsiteX0" fmla="*/ 62132 w 163752"/>
                        <a:gd name="connsiteY0" fmla="*/ 28861 h 67755"/>
                        <a:gd name="connsiteX1" fmla="*/ 43939 w 163752"/>
                        <a:gd name="connsiteY1" fmla="*/ 30194 h 67755"/>
                        <a:gd name="connsiteX2" fmla="*/ 27080 w 163752"/>
                        <a:gd name="connsiteY2" fmla="*/ 25813 h 67755"/>
                        <a:gd name="connsiteX3" fmla="*/ 13459 w 163752"/>
                        <a:gd name="connsiteY3" fmla="*/ 16764 h 67755"/>
                        <a:gd name="connsiteX4" fmla="*/ 4601 w 163752"/>
                        <a:gd name="connsiteY4" fmla="*/ 4096 h 67755"/>
                        <a:gd name="connsiteX5" fmla="*/ 1077 w 163752"/>
                        <a:gd name="connsiteY5" fmla="*/ 17717 h 67755"/>
                        <a:gd name="connsiteX6" fmla="*/ 10221 w 163752"/>
                        <a:gd name="connsiteY6" fmla="*/ 50578 h 67755"/>
                        <a:gd name="connsiteX7" fmla="*/ 27175 w 163752"/>
                        <a:gd name="connsiteY7" fmla="*/ 62389 h 67755"/>
                        <a:gd name="connsiteX8" fmla="*/ 49940 w 163752"/>
                        <a:gd name="connsiteY8" fmla="*/ 67628 h 67755"/>
                        <a:gd name="connsiteX9" fmla="*/ 85468 w 163752"/>
                        <a:gd name="connsiteY9" fmla="*/ 66580 h 67755"/>
                        <a:gd name="connsiteX10" fmla="*/ 103471 w 163752"/>
                        <a:gd name="connsiteY10" fmla="*/ 64484 h 67755"/>
                        <a:gd name="connsiteX11" fmla="*/ 121473 w 163752"/>
                        <a:gd name="connsiteY11" fmla="*/ 60674 h 67755"/>
                        <a:gd name="connsiteX12" fmla="*/ 143761 w 163752"/>
                        <a:gd name="connsiteY12" fmla="*/ 50578 h 67755"/>
                        <a:gd name="connsiteX13" fmla="*/ 152238 w 163752"/>
                        <a:gd name="connsiteY13" fmla="*/ 43434 h 67755"/>
                        <a:gd name="connsiteX14" fmla="*/ 158334 w 163752"/>
                        <a:gd name="connsiteY14" fmla="*/ 34957 h 67755"/>
                        <a:gd name="connsiteX15" fmla="*/ 159763 w 163752"/>
                        <a:gd name="connsiteY15" fmla="*/ 953 h 67755"/>
                        <a:gd name="connsiteX16" fmla="*/ 159287 w 163752"/>
                        <a:gd name="connsiteY16" fmla="*/ 0 h 67755"/>
                        <a:gd name="connsiteX17" fmla="*/ 136332 w 163752"/>
                        <a:gd name="connsiteY17" fmla="*/ 11335 h 67755"/>
                        <a:gd name="connsiteX18" fmla="*/ 124235 w 163752"/>
                        <a:gd name="connsiteY18" fmla="*/ 15335 h 67755"/>
                        <a:gd name="connsiteX19" fmla="*/ 112043 w 163752"/>
                        <a:gd name="connsiteY19" fmla="*/ 18669 h 67755"/>
                        <a:gd name="connsiteX20" fmla="*/ 87373 w 163752"/>
                        <a:gd name="connsiteY20" fmla="*/ 23813 h 67755"/>
                        <a:gd name="connsiteX21" fmla="*/ 62132 w 163752"/>
                        <a:gd name="connsiteY21" fmla="*/ 28861 h 67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63752" h="67755">
                          <a:moveTo>
                            <a:pt x="62132" y="28861"/>
                          </a:moveTo>
                          <a:cubicBezTo>
                            <a:pt x="56131" y="30004"/>
                            <a:pt x="49845" y="30861"/>
                            <a:pt x="43939" y="30194"/>
                          </a:cubicBezTo>
                          <a:cubicBezTo>
                            <a:pt x="38034" y="29432"/>
                            <a:pt x="32224" y="27908"/>
                            <a:pt x="27080" y="25813"/>
                          </a:cubicBezTo>
                          <a:cubicBezTo>
                            <a:pt x="21841" y="23908"/>
                            <a:pt x="17269" y="20479"/>
                            <a:pt x="13459" y="16764"/>
                          </a:cubicBezTo>
                          <a:cubicBezTo>
                            <a:pt x="9649" y="13049"/>
                            <a:pt x="6601" y="8763"/>
                            <a:pt x="4601" y="4096"/>
                          </a:cubicBezTo>
                          <a:lnTo>
                            <a:pt x="1077" y="17717"/>
                          </a:lnTo>
                          <a:cubicBezTo>
                            <a:pt x="-1876" y="29051"/>
                            <a:pt x="1267" y="40767"/>
                            <a:pt x="10221" y="50578"/>
                          </a:cubicBezTo>
                          <a:cubicBezTo>
                            <a:pt x="14697" y="55721"/>
                            <a:pt x="20412" y="59436"/>
                            <a:pt x="27175" y="62389"/>
                          </a:cubicBezTo>
                          <a:cubicBezTo>
                            <a:pt x="33938" y="65151"/>
                            <a:pt x="41653" y="67723"/>
                            <a:pt x="49940" y="67628"/>
                          </a:cubicBezTo>
                          <a:cubicBezTo>
                            <a:pt x="61751" y="67628"/>
                            <a:pt x="73371" y="68294"/>
                            <a:pt x="85468" y="66580"/>
                          </a:cubicBezTo>
                          <a:cubicBezTo>
                            <a:pt x="91469" y="65913"/>
                            <a:pt x="97470" y="65437"/>
                            <a:pt x="103471" y="64484"/>
                          </a:cubicBezTo>
                          <a:lnTo>
                            <a:pt x="121473" y="60674"/>
                          </a:lnTo>
                          <a:cubicBezTo>
                            <a:pt x="129950" y="59150"/>
                            <a:pt x="137379" y="54864"/>
                            <a:pt x="143761" y="50578"/>
                          </a:cubicBezTo>
                          <a:cubicBezTo>
                            <a:pt x="146904" y="48387"/>
                            <a:pt x="149762" y="46006"/>
                            <a:pt x="152238" y="43434"/>
                          </a:cubicBezTo>
                          <a:cubicBezTo>
                            <a:pt x="154620" y="40672"/>
                            <a:pt x="156620" y="37814"/>
                            <a:pt x="158334" y="34957"/>
                          </a:cubicBezTo>
                          <a:cubicBezTo>
                            <a:pt x="165097" y="23431"/>
                            <a:pt x="165478" y="11335"/>
                            <a:pt x="159763" y="953"/>
                          </a:cubicBezTo>
                          <a:lnTo>
                            <a:pt x="159287" y="0"/>
                          </a:lnTo>
                          <a:cubicBezTo>
                            <a:pt x="151858" y="4381"/>
                            <a:pt x="144142" y="8192"/>
                            <a:pt x="136332" y="11335"/>
                          </a:cubicBezTo>
                          <a:lnTo>
                            <a:pt x="124235" y="15335"/>
                          </a:lnTo>
                          <a:cubicBezTo>
                            <a:pt x="120234" y="16764"/>
                            <a:pt x="116234" y="17907"/>
                            <a:pt x="112043" y="18669"/>
                          </a:cubicBezTo>
                          <a:cubicBezTo>
                            <a:pt x="103851" y="20384"/>
                            <a:pt x="95755" y="22765"/>
                            <a:pt x="87373" y="23813"/>
                          </a:cubicBezTo>
                          <a:cubicBezTo>
                            <a:pt x="79277" y="25337"/>
                            <a:pt x="71181" y="27051"/>
                            <a:pt x="62132" y="28861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46" name="Forme libre : forme 16145">
                      <a:extLst>
                        <a:ext uri="{FF2B5EF4-FFF2-40B4-BE49-F238E27FC236}">
                          <a16:creationId xmlns:a16="http://schemas.microsoft.com/office/drawing/2014/main" id="{8D6DF4C6-8D59-4162-83D8-D71E194E89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88163" y="3235908"/>
                      <a:ext cx="69434" cy="45162"/>
                    </a:xfrm>
                    <a:custGeom>
                      <a:avLst/>
                      <a:gdLst>
                        <a:gd name="connsiteX0" fmla="*/ 68677 w 69434"/>
                        <a:gd name="connsiteY0" fmla="*/ 14688 h 45162"/>
                        <a:gd name="connsiteX1" fmla="*/ 63153 w 69434"/>
                        <a:gd name="connsiteY1" fmla="*/ 33071 h 45162"/>
                        <a:gd name="connsiteX2" fmla="*/ 52389 w 69434"/>
                        <a:gd name="connsiteY2" fmla="*/ 40310 h 45162"/>
                        <a:gd name="connsiteX3" fmla="*/ 37911 w 69434"/>
                        <a:gd name="connsiteY3" fmla="*/ 44787 h 45162"/>
                        <a:gd name="connsiteX4" fmla="*/ 22766 w 69434"/>
                        <a:gd name="connsiteY4" fmla="*/ 44596 h 45162"/>
                        <a:gd name="connsiteX5" fmla="*/ 10575 w 69434"/>
                        <a:gd name="connsiteY5" fmla="*/ 40405 h 45162"/>
                        <a:gd name="connsiteX6" fmla="*/ 2 w 69434"/>
                        <a:gd name="connsiteY6" fmla="*/ 24594 h 45162"/>
                        <a:gd name="connsiteX7" fmla="*/ 9812 w 69434"/>
                        <a:gd name="connsiteY7" fmla="*/ 8878 h 45162"/>
                        <a:gd name="connsiteX8" fmla="*/ 19718 w 69434"/>
                        <a:gd name="connsiteY8" fmla="*/ 3639 h 45162"/>
                        <a:gd name="connsiteX9" fmla="*/ 31625 w 69434"/>
                        <a:gd name="connsiteY9" fmla="*/ 686 h 45162"/>
                        <a:gd name="connsiteX10" fmla="*/ 43817 w 69434"/>
                        <a:gd name="connsiteY10" fmla="*/ 115 h 45162"/>
                        <a:gd name="connsiteX11" fmla="*/ 54770 w 69434"/>
                        <a:gd name="connsiteY11" fmla="*/ 2591 h 45162"/>
                        <a:gd name="connsiteX12" fmla="*/ 68677 w 69434"/>
                        <a:gd name="connsiteY12" fmla="*/ 14688 h 45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9434" h="45162">
                          <a:moveTo>
                            <a:pt x="68677" y="14688"/>
                          </a:moveTo>
                          <a:cubicBezTo>
                            <a:pt x="70677" y="20498"/>
                            <a:pt x="68677" y="27070"/>
                            <a:pt x="63153" y="33071"/>
                          </a:cubicBezTo>
                          <a:cubicBezTo>
                            <a:pt x="60390" y="35833"/>
                            <a:pt x="56675" y="38215"/>
                            <a:pt x="52389" y="40310"/>
                          </a:cubicBezTo>
                          <a:cubicBezTo>
                            <a:pt x="48103" y="42215"/>
                            <a:pt x="43150" y="44406"/>
                            <a:pt x="37911" y="44787"/>
                          </a:cubicBezTo>
                          <a:cubicBezTo>
                            <a:pt x="32577" y="45358"/>
                            <a:pt x="27434" y="45263"/>
                            <a:pt x="22766" y="44596"/>
                          </a:cubicBezTo>
                          <a:cubicBezTo>
                            <a:pt x="18099" y="44025"/>
                            <a:pt x="14004" y="42596"/>
                            <a:pt x="10575" y="40405"/>
                          </a:cubicBezTo>
                          <a:cubicBezTo>
                            <a:pt x="3716" y="36310"/>
                            <a:pt x="-94" y="30690"/>
                            <a:pt x="2" y="24594"/>
                          </a:cubicBezTo>
                          <a:cubicBezTo>
                            <a:pt x="192" y="18403"/>
                            <a:pt x="4097" y="12878"/>
                            <a:pt x="9812" y="8878"/>
                          </a:cubicBezTo>
                          <a:cubicBezTo>
                            <a:pt x="12670" y="6973"/>
                            <a:pt x="16099" y="5258"/>
                            <a:pt x="19718" y="3639"/>
                          </a:cubicBezTo>
                          <a:cubicBezTo>
                            <a:pt x="23338" y="2115"/>
                            <a:pt x="27338" y="1067"/>
                            <a:pt x="31625" y="686"/>
                          </a:cubicBezTo>
                          <a:cubicBezTo>
                            <a:pt x="35911" y="400"/>
                            <a:pt x="39912" y="-266"/>
                            <a:pt x="43817" y="115"/>
                          </a:cubicBezTo>
                          <a:cubicBezTo>
                            <a:pt x="47722" y="400"/>
                            <a:pt x="51437" y="1353"/>
                            <a:pt x="54770" y="2591"/>
                          </a:cubicBezTo>
                          <a:cubicBezTo>
                            <a:pt x="61343" y="4782"/>
                            <a:pt x="66772" y="8782"/>
                            <a:pt x="68677" y="1468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47" name="Forme libre : forme 16146">
                      <a:extLst>
                        <a:ext uri="{FF2B5EF4-FFF2-40B4-BE49-F238E27FC236}">
                          <a16:creationId xmlns:a16="http://schemas.microsoft.com/office/drawing/2014/main" id="{F69F58E0-C45A-41D2-AC2D-AEA103997E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88253" y="3242214"/>
                      <a:ext cx="54584" cy="38951"/>
                    </a:xfrm>
                    <a:custGeom>
                      <a:avLst/>
                      <a:gdLst>
                        <a:gd name="connsiteX0" fmla="*/ 14485 w 54584"/>
                        <a:gd name="connsiteY0" fmla="*/ 0 h 38951"/>
                        <a:gd name="connsiteX1" fmla="*/ 7 w 54584"/>
                        <a:gd name="connsiteY1" fmla="*/ 18383 h 38951"/>
                        <a:gd name="connsiteX2" fmla="*/ 10579 w 54584"/>
                        <a:gd name="connsiteY2" fmla="*/ 34195 h 38951"/>
                        <a:gd name="connsiteX3" fmla="*/ 22771 w 54584"/>
                        <a:gd name="connsiteY3" fmla="*/ 38386 h 38951"/>
                        <a:gd name="connsiteX4" fmla="*/ 37916 w 54584"/>
                        <a:gd name="connsiteY4" fmla="*/ 38576 h 38951"/>
                        <a:gd name="connsiteX5" fmla="*/ 54585 w 54584"/>
                        <a:gd name="connsiteY5" fmla="*/ 32956 h 38951"/>
                        <a:gd name="connsiteX6" fmla="*/ 44965 w 54584"/>
                        <a:gd name="connsiteY6" fmla="*/ 33433 h 38951"/>
                        <a:gd name="connsiteX7" fmla="*/ 22676 w 54584"/>
                        <a:gd name="connsiteY7" fmla="*/ 20764 h 38951"/>
                        <a:gd name="connsiteX8" fmla="*/ 14485 w 54584"/>
                        <a:gd name="connsiteY8" fmla="*/ 0 h 38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584" h="38951">
                          <a:moveTo>
                            <a:pt x="14485" y="0"/>
                          </a:moveTo>
                          <a:cubicBezTo>
                            <a:pt x="6198" y="3905"/>
                            <a:pt x="197" y="10668"/>
                            <a:pt x="7" y="18383"/>
                          </a:cubicBezTo>
                          <a:cubicBezTo>
                            <a:pt x="-184" y="24574"/>
                            <a:pt x="3721" y="30099"/>
                            <a:pt x="10579" y="34195"/>
                          </a:cubicBezTo>
                          <a:cubicBezTo>
                            <a:pt x="14008" y="36385"/>
                            <a:pt x="18104" y="37814"/>
                            <a:pt x="22771" y="38386"/>
                          </a:cubicBezTo>
                          <a:cubicBezTo>
                            <a:pt x="27439" y="39052"/>
                            <a:pt x="32582" y="39148"/>
                            <a:pt x="37916" y="38576"/>
                          </a:cubicBezTo>
                          <a:cubicBezTo>
                            <a:pt x="44107" y="37909"/>
                            <a:pt x="49822" y="35433"/>
                            <a:pt x="54585" y="32956"/>
                          </a:cubicBezTo>
                          <a:cubicBezTo>
                            <a:pt x="51442" y="33528"/>
                            <a:pt x="48203" y="33718"/>
                            <a:pt x="44965" y="33433"/>
                          </a:cubicBezTo>
                          <a:cubicBezTo>
                            <a:pt x="36106" y="31909"/>
                            <a:pt x="28010" y="26575"/>
                            <a:pt x="22676" y="20764"/>
                          </a:cubicBezTo>
                          <a:cubicBezTo>
                            <a:pt x="17152" y="14764"/>
                            <a:pt x="14294" y="7525"/>
                            <a:pt x="14485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48" name="Forme libre : forme 16147">
                      <a:extLst>
                        <a:ext uri="{FF2B5EF4-FFF2-40B4-BE49-F238E27FC236}">
                          <a16:creationId xmlns:a16="http://schemas.microsoft.com/office/drawing/2014/main" id="{6B09AFDF-4425-49B5-A804-0E7B0C31B8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91784" y="3239959"/>
                      <a:ext cx="70917" cy="45611"/>
                    </a:xfrm>
                    <a:custGeom>
                      <a:avLst/>
                      <a:gdLst>
                        <a:gd name="connsiteX0" fmla="*/ 70104 w 70917"/>
                        <a:gd name="connsiteY0" fmla="*/ 14066 h 45611"/>
                        <a:gd name="connsiteX1" fmla="*/ 64675 w 70917"/>
                        <a:gd name="connsiteY1" fmla="*/ 32450 h 45611"/>
                        <a:gd name="connsiteX2" fmla="*/ 39052 w 70917"/>
                        <a:gd name="connsiteY2" fmla="*/ 45118 h 45611"/>
                        <a:gd name="connsiteX3" fmla="*/ 23622 w 70917"/>
                        <a:gd name="connsiteY3" fmla="*/ 45023 h 45611"/>
                        <a:gd name="connsiteX4" fmla="*/ 11049 w 70917"/>
                        <a:gd name="connsiteY4" fmla="*/ 41213 h 45611"/>
                        <a:gd name="connsiteX5" fmla="*/ 0 w 70917"/>
                        <a:gd name="connsiteY5" fmla="*/ 25401 h 45611"/>
                        <a:gd name="connsiteX6" fmla="*/ 9811 w 70917"/>
                        <a:gd name="connsiteY6" fmla="*/ 9685 h 45611"/>
                        <a:gd name="connsiteX7" fmla="*/ 19812 w 70917"/>
                        <a:gd name="connsiteY7" fmla="*/ 4065 h 45611"/>
                        <a:gd name="connsiteX8" fmla="*/ 32004 w 70917"/>
                        <a:gd name="connsiteY8" fmla="*/ 1017 h 45611"/>
                        <a:gd name="connsiteX9" fmla="*/ 55626 w 70917"/>
                        <a:gd name="connsiteY9" fmla="*/ 2160 h 45611"/>
                        <a:gd name="connsiteX10" fmla="*/ 70104 w 70917"/>
                        <a:gd name="connsiteY10" fmla="*/ 14066 h 45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0917" h="45611">
                          <a:moveTo>
                            <a:pt x="70104" y="14066"/>
                          </a:moveTo>
                          <a:cubicBezTo>
                            <a:pt x="72199" y="19877"/>
                            <a:pt x="70199" y="26449"/>
                            <a:pt x="64675" y="32450"/>
                          </a:cubicBezTo>
                          <a:cubicBezTo>
                            <a:pt x="59245" y="38736"/>
                            <a:pt x="49816" y="42641"/>
                            <a:pt x="39052" y="45118"/>
                          </a:cubicBezTo>
                          <a:cubicBezTo>
                            <a:pt x="33623" y="45880"/>
                            <a:pt x="28384" y="45690"/>
                            <a:pt x="23622" y="45023"/>
                          </a:cubicBezTo>
                          <a:cubicBezTo>
                            <a:pt x="18859" y="44261"/>
                            <a:pt x="14573" y="43308"/>
                            <a:pt x="11049" y="41213"/>
                          </a:cubicBezTo>
                          <a:cubicBezTo>
                            <a:pt x="4000" y="37212"/>
                            <a:pt x="0" y="31592"/>
                            <a:pt x="0" y="25401"/>
                          </a:cubicBezTo>
                          <a:cubicBezTo>
                            <a:pt x="95" y="19210"/>
                            <a:pt x="4000" y="13685"/>
                            <a:pt x="9811" y="9685"/>
                          </a:cubicBezTo>
                          <a:cubicBezTo>
                            <a:pt x="12763" y="7685"/>
                            <a:pt x="16097" y="5494"/>
                            <a:pt x="19812" y="4065"/>
                          </a:cubicBezTo>
                          <a:cubicBezTo>
                            <a:pt x="23527" y="2541"/>
                            <a:pt x="27622" y="1589"/>
                            <a:pt x="32004" y="1017"/>
                          </a:cubicBezTo>
                          <a:cubicBezTo>
                            <a:pt x="40481" y="-1078"/>
                            <a:pt x="48958" y="446"/>
                            <a:pt x="55626" y="2160"/>
                          </a:cubicBezTo>
                          <a:cubicBezTo>
                            <a:pt x="62389" y="4351"/>
                            <a:pt x="68008" y="8351"/>
                            <a:pt x="70104" y="1406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49" name="Forme libre : forme 16148">
                      <a:extLst>
                        <a:ext uri="{FF2B5EF4-FFF2-40B4-BE49-F238E27FC236}">
                          <a16:creationId xmlns:a16="http://schemas.microsoft.com/office/drawing/2014/main" id="{5ECA0695-D4F6-4831-908C-4E81C88193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56832" y="3224512"/>
                      <a:ext cx="95375" cy="82912"/>
                    </a:xfrm>
                    <a:custGeom>
                      <a:avLst/>
                      <a:gdLst>
                        <a:gd name="connsiteX0" fmla="*/ 1615 w 95375"/>
                        <a:gd name="connsiteY0" fmla="*/ 36561 h 82912"/>
                        <a:gd name="connsiteX1" fmla="*/ 1139 w 95375"/>
                        <a:gd name="connsiteY1" fmla="*/ 57326 h 82912"/>
                        <a:gd name="connsiteX2" fmla="*/ 40001 w 95375"/>
                        <a:gd name="connsiteY2" fmla="*/ 81901 h 82912"/>
                        <a:gd name="connsiteX3" fmla="*/ 62861 w 95375"/>
                        <a:gd name="connsiteY3" fmla="*/ 81996 h 82912"/>
                        <a:gd name="connsiteX4" fmla="*/ 83911 w 95375"/>
                        <a:gd name="connsiteY4" fmla="*/ 74661 h 82912"/>
                        <a:gd name="connsiteX5" fmla="*/ 93055 w 95375"/>
                        <a:gd name="connsiteY5" fmla="*/ 52278 h 82912"/>
                        <a:gd name="connsiteX6" fmla="*/ 77720 w 95375"/>
                        <a:gd name="connsiteY6" fmla="*/ 44944 h 82912"/>
                        <a:gd name="connsiteX7" fmla="*/ 59717 w 95375"/>
                        <a:gd name="connsiteY7" fmla="*/ 36276 h 82912"/>
                        <a:gd name="connsiteX8" fmla="*/ 45335 w 95375"/>
                        <a:gd name="connsiteY8" fmla="*/ 24274 h 82912"/>
                        <a:gd name="connsiteX9" fmla="*/ 31904 w 95375"/>
                        <a:gd name="connsiteY9" fmla="*/ 7891 h 82912"/>
                        <a:gd name="connsiteX10" fmla="*/ 14950 w 95375"/>
                        <a:gd name="connsiteY10" fmla="*/ 462 h 82912"/>
                        <a:gd name="connsiteX11" fmla="*/ 1615 w 95375"/>
                        <a:gd name="connsiteY11" fmla="*/ 36561 h 82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5375" h="82912">
                          <a:moveTo>
                            <a:pt x="1615" y="36561"/>
                          </a:moveTo>
                          <a:cubicBezTo>
                            <a:pt x="377" y="43419"/>
                            <a:pt x="-1052" y="50468"/>
                            <a:pt x="1139" y="57326"/>
                          </a:cubicBezTo>
                          <a:cubicBezTo>
                            <a:pt x="5139" y="70280"/>
                            <a:pt x="22189" y="79710"/>
                            <a:pt x="40001" y="81901"/>
                          </a:cubicBezTo>
                          <a:cubicBezTo>
                            <a:pt x="47240" y="83329"/>
                            <a:pt x="55241" y="83139"/>
                            <a:pt x="62861" y="81996"/>
                          </a:cubicBezTo>
                          <a:cubicBezTo>
                            <a:pt x="70481" y="80948"/>
                            <a:pt x="77815" y="78853"/>
                            <a:pt x="83911" y="74661"/>
                          </a:cubicBezTo>
                          <a:cubicBezTo>
                            <a:pt x="93245" y="68756"/>
                            <a:pt x="98770" y="58755"/>
                            <a:pt x="93055" y="52278"/>
                          </a:cubicBezTo>
                          <a:cubicBezTo>
                            <a:pt x="89531" y="48182"/>
                            <a:pt x="83244" y="46658"/>
                            <a:pt x="77720" y="44944"/>
                          </a:cubicBezTo>
                          <a:cubicBezTo>
                            <a:pt x="71243" y="43134"/>
                            <a:pt x="65147" y="39800"/>
                            <a:pt x="59717" y="36276"/>
                          </a:cubicBezTo>
                          <a:cubicBezTo>
                            <a:pt x="54288" y="32656"/>
                            <a:pt x="49526" y="28846"/>
                            <a:pt x="45335" y="24274"/>
                          </a:cubicBezTo>
                          <a:cubicBezTo>
                            <a:pt x="41810" y="20178"/>
                            <a:pt x="36953" y="13225"/>
                            <a:pt x="31904" y="7891"/>
                          </a:cubicBezTo>
                          <a:cubicBezTo>
                            <a:pt x="26761" y="2843"/>
                            <a:pt x="21332" y="-1443"/>
                            <a:pt x="14950" y="462"/>
                          </a:cubicBezTo>
                          <a:cubicBezTo>
                            <a:pt x="3234" y="3891"/>
                            <a:pt x="3139" y="27036"/>
                            <a:pt x="1615" y="365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50" name="Forme libre : forme 16149">
                      <a:extLst>
                        <a:ext uri="{FF2B5EF4-FFF2-40B4-BE49-F238E27FC236}">
                          <a16:creationId xmlns:a16="http://schemas.microsoft.com/office/drawing/2014/main" id="{5129AC07-9889-49C2-8298-431C302E79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4706" y="3225432"/>
                      <a:ext cx="25980" cy="22023"/>
                    </a:xfrm>
                    <a:custGeom>
                      <a:avLst/>
                      <a:gdLst>
                        <a:gd name="connsiteX0" fmla="*/ 1934 w 25980"/>
                        <a:gd name="connsiteY0" fmla="*/ 12496 h 22023"/>
                        <a:gd name="connsiteX1" fmla="*/ 29 w 25980"/>
                        <a:gd name="connsiteY1" fmla="*/ 17068 h 22023"/>
                        <a:gd name="connsiteX2" fmla="*/ 2219 w 25980"/>
                        <a:gd name="connsiteY2" fmla="*/ 21449 h 22023"/>
                        <a:gd name="connsiteX3" fmla="*/ 6982 w 25980"/>
                        <a:gd name="connsiteY3" fmla="*/ 21735 h 22023"/>
                        <a:gd name="connsiteX4" fmla="*/ 18602 w 25980"/>
                        <a:gd name="connsiteY4" fmla="*/ 17258 h 22023"/>
                        <a:gd name="connsiteX5" fmla="*/ 22698 w 25980"/>
                        <a:gd name="connsiteY5" fmla="*/ 14496 h 22023"/>
                        <a:gd name="connsiteX6" fmla="*/ 19269 w 25980"/>
                        <a:gd name="connsiteY6" fmla="*/ 113 h 22023"/>
                        <a:gd name="connsiteX7" fmla="*/ 1934 w 25980"/>
                        <a:gd name="connsiteY7" fmla="*/ 12496 h 220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980" h="22023">
                          <a:moveTo>
                            <a:pt x="1934" y="12496"/>
                          </a:moveTo>
                          <a:cubicBezTo>
                            <a:pt x="981" y="13829"/>
                            <a:pt x="124" y="15353"/>
                            <a:pt x="29" y="17068"/>
                          </a:cubicBezTo>
                          <a:cubicBezTo>
                            <a:pt x="-162" y="18782"/>
                            <a:pt x="600" y="20592"/>
                            <a:pt x="2219" y="21449"/>
                          </a:cubicBezTo>
                          <a:cubicBezTo>
                            <a:pt x="3648" y="22211"/>
                            <a:pt x="5363" y="22116"/>
                            <a:pt x="6982" y="21735"/>
                          </a:cubicBezTo>
                          <a:cubicBezTo>
                            <a:pt x="11078" y="20592"/>
                            <a:pt x="14983" y="19068"/>
                            <a:pt x="18602" y="17258"/>
                          </a:cubicBezTo>
                          <a:cubicBezTo>
                            <a:pt x="20126" y="16496"/>
                            <a:pt x="21555" y="15639"/>
                            <a:pt x="22698" y="14496"/>
                          </a:cubicBezTo>
                          <a:cubicBezTo>
                            <a:pt x="27365" y="9543"/>
                            <a:pt x="27746" y="-1220"/>
                            <a:pt x="19269" y="113"/>
                          </a:cubicBezTo>
                          <a:cubicBezTo>
                            <a:pt x="12602" y="971"/>
                            <a:pt x="5744" y="7162"/>
                            <a:pt x="1934" y="1249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51" name="Forme libre : forme 16150">
                      <a:extLst>
                        <a:ext uri="{FF2B5EF4-FFF2-40B4-BE49-F238E27FC236}">
                          <a16:creationId xmlns:a16="http://schemas.microsoft.com/office/drawing/2014/main" id="{733CF7A7-67CD-411F-98E4-C4EC6456E8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54649" y="3248120"/>
                      <a:ext cx="34613" cy="58959"/>
                    </a:xfrm>
                    <a:custGeom>
                      <a:avLst/>
                      <a:gdLst>
                        <a:gd name="connsiteX0" fmla="*/ 30956 w 34613"/>
                        <a:gd name="connsiteY0" fmla="*/ 0 h 58959"/>
                        <a:gd name="connsiteX1" fmla="*/ 34480 w 34613"/>
                        <a:gd name="connsiteY1" fmla="*/ 18574 h 58959"/>
                        <a:gd name="connsiteX2" fmla="*/ 26956 w 34613"/>
                        <a:gd name="connsiteY2" fmla="*/ 38386 h 58959"/>
                        <a:gd name="connsiteX3" fmla="*/ 0 w 34613"/>
                        <a:gd name="connsiteY3" fmla="*/ 58960 h 58959"/>
                        <a:gd name="connsiteX4" fmla="*/ 6287 w 34613"/>
                        <a:gd name="connsiteY4" fmla="*/ 55245 h 58959"/>
                        <a:gd name="connsiteX5" fmla="*/ 19241 w 34613"/>
                        <a:gd name="connsiteY5" fmla="*/ 43243 h 58959"/>
                        <a:gd name="connsiteX6" fmla="*/ 25527 w 34613"/>
                        <a:gd name="connsiteY6" fmla="*/ 34671 h 58959"/>
                        <a:gd name="connsiteX7" fmla="*/ 30004 w 34613"/>
                        <a:gd name="connsiteY7" fmla="*/ 24098 h 58959"/>
                        <a:gd name="connsiteX8" fmla="*/ 30956 w 34613"/>
                        <a:gd name="connsiteY8" fmla="*/ 0 h 58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4613" h="58959">
                          <a:moveTo>
                            <a:pt x="30956" y="0"/>
                          </a:moveTo>
                          <a:cubicBezTo>
                            <a:pt x="30956" y="0"/>
                            <a:pt x="35433" y="7239"/>
                            <a:pt x="34480" y="18574"/>
                          </a:cubicBezTo>
                          <a:cubicBezTo>
                            <a:pt x="34004" y="24289"/>
                            <a:pt x="32004" y="30956"/>
                            <a:pt x="26956" y="38386"/>
                          </a:cubicBezTo>
                          <a:cubicBezTo>
                            <a:pt x="21622" y="44958"/>
                            <a:pt x="13240" y="53054"/>
                            <a:pt x="0" y="58960"/>
                          </a:cubicBezTo>
                          <a:cubicBezTo>
                            <a:pt x="0" y="58960"/>
                            <a:pt x="2572" y="57817"/>
                            <a:pt x="6287" y="55245"/>
                          </a:cubicBezTo>
                          <a:cubicBezTo>
                            <a:pt x="9906" y="52483"/>
                            <a:pt x="14764" y="48387"/>
                            <a:pt x="19241" y="43243"/>
                          </a:cubicBezTo>
                          <a:cubicBezTo>
                            <a:pt x="21526" y="40672"/>
                            <a:pt x="23622" y="37814"/>
                            <a:pt x="25527" y="34671"/>
                          </a:cubicBezTo>
                          <a:cubicBezTo>
                            <a:pt x="27337" y="31337"/>
                            <a:pt x="28861" y="27813"/>
                            <a:pt x="30004" y="24098"/>
                          </a:cubicBezTo>
                          <a:cubicBezTo>
                            <a:pt x="32385" y="16669"/>
                            <a:pt x="32957" y="8572"/>
                            <a:pt x="3095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52" name="Forme libre : forme 16151">
                      <a:extLst>
                        <a:ext uri="{FF2B5EF4-FFF2-40B4-BE49-F238E27FC236}">
                          <a16:creationId xmlns:a16="http://schemas.microsoft.com/office/drawing/2014/main" id="{7962D9EF-C424-46F7-82A3-B7EB82CBA2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43493" y="3202305"/>
                      <a:ext cx="45529" cy="37052"/>
                    </a:xfrm>
                    <a:custGeom>
                      <a:avLst/>
                      <a:gdLst>
                        <a:gd name="connsiteX0" fmla="*/ 45529 w 45529"/>
                        <a:gd name="connsiteY0" fmla="*/ 0 h 37052"/>
                        <a:gd name="connsiteX1" fmla="*/ 40386 w 45529"/>
                        <a:gd name="connsiteY1" fmla="*/ 857 h 37052"/>
                        <a:gd name="connsiteX2" fmla="*/ 28194 w 45529"/>
                        <a:gd name="connsiteY2" fmla="*/ 4572 h 37052"/>
                        <a:gd name="connsiteX3" fmla="*/ 20764 w 45529"/>
                        <a:gd name="connsiteY3" fmla="*/ 9049 h 37052"/>
                        <a:gd name="connsiteX4" fmla="*/ 13335 w 45529"/>
                        <a:gd name="connsiteY4" fmla="*/ 15240 h 37052"/>
                        <a:gd name="connsiteX5" fmla="*/ 0 w 45529"/>
                        <a:gd name="connsiteY5" fmla="*/ 37052 h 37052"/>
                        <a:gd name="connsiteX6" fmla="*/ 12192 w 45529"/>
                        <a:gd name="connsiteY6" fmla="*/ 20288 h 37052"/>
                        <a:gd name="connsiteX7" fmla="*/ 26384 w 45529"/>
                        <a:gd name="connsiteY7" fmla="*/ 8001 h 37052"/>
                        <a:gd name="connsiteX8" fmla="*/ 45529 w 45529"/>
                        <a:gd name="connsiteY8" fmla="*/ 0 h 37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37052">
                          <a:moveTo>
                            <a:pt x="45529" y="0"/>
                          </a:moveTo>
                          <a:cubicBezTo>
                            <a:pt x="45529" y="0"/>
                            <a:pt x="43529" y="95"/>
                            <a:pt x="40386" y="857"/>
                          </a:cubicBezTo>
                          <a:cubicBezTo>
                            <a:pt x="37243" y="1333"/>
                            <a:pt x="32957" y="2286"/>
                            <a:pt x="28194" y="4572"/>
                          </a:cubicBezTo>
                          <a:cubicBezTo>
                            <a:pt x="25813" y="5715"/>
                            <a:pt x="23336" y="7144"/>
                            <a:pt x="20764" y="9049"/>
                          </a:cubicBezTo>
                          <a:cubicBezTo>
                            <a:pt x="18288" y="10763"/>
                            <a:pt x="15812" y="12668"/>
                            <a:pt x="13335" y="15240"/>
                          </a:cubicBezTo>
                          <a:cubicBezTo>
                            <a:pt x="8382" y="20288"/>
                            <a:pt x="3524" y="27241"/>
                            <a:pt x="0" y="37052"/>
                          </a:cubicBezTo>
                          <a:cubicBezTo>
                            <a:pt x="0" y="37052"/>
                            <a:pt x="4382" y="28670"/>
                            <a:pt x="12192" y="20288"/>
                          </a:cubicBezTo>
                          <a:cubicBezTo>
                            <a:pt x="16097" y="16192"/>
                            <a:pt x="20764" y="12001"/>
                            <a:pt x="26384" y="8001"/>
                          </a:cubicBezTo>
                          <a:cubicBezTo>
                            <a:pt x="31813" y="4000"/>
                            <a:pt x="38100" y="2096"/>
                            <a:pt x="4552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53" name="Forme libre : forme 16152">
                      <a:extLst>
                        <a:ext uri="{FF2B5EF4-FFF2-40B4-BE49-F238E27FC236}">
                          <a16:creationId xmlns:a16="http://schemas.microsoft.com/office/drawing/2014/main" id="{F0524587-B7BE-46D9-9913-C5BF08754A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5571" y="3240697"/>
                      <a:ext cx="25486" cy="14570"/>
                    </a:xfrm>
                    <a:custGeom>
                      <a:avLst/>
                      <a:gdLst>
                        <a:gd name="connsiteX0" fmla="*/ 25457 w 25486"/>
                        <a:gd name="connsiteY0" fmla="*/ 8470 h 14570"/>
                        <a:gd name="connsiteX1" fmla="*/ 11265 w 25486"/>
                        <a:gd name="connsiteY1" fmla="*/ 14471 h 14570"/>
                        <a:gd name="connsiteX2" fmla="*/ 2597 w 25486"/>
                        <a:gd name="connsiteY2" fmla="*/ 10756 h 14570"/>
                        <a:gd name="connsiteX3" fmla="*/ 121 w 25486"/>
                        <a:gd name="connsiteY3" fmla="*/ 5041 h 14570"/>
                        <a:gd name="connsiteX4" fmla="*/ 13742 w 25486"/>
                        <a:gd name="connsiteY4" fmla="*/ 88 h 14570"/>
                        <a:gd name="connsiteX5" fmla="*/ 25457 w 25486"/>
                        <a:gd name="connsiteY5" fmla="*/ 8470 h 145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5486" h="14570">
                          <a:moveTo>
                            <a:pt x="25457" y="8470"/>
                          </a:moveTo>
                          <a:cubicBezTo>
                            <a:pt x="24981" y="12375"/>
                            <a:pt x="18504" y="15138"/>
                            <a:pt x="11265" y="14471"/>
                          </a:cubicBezTo>
                          <a:cubicBezTo>
                            <a:pt x="7646" y="14090"/>
                            <a:pt x="4598" y="12375"/>
                            <a:pt x="2597" y="10756"/>
                          </a:cubicBezTo>
                          <a:cubicBezTo>
                            <a:pt x="597" y="9042"/>
                            <a:pt x="-355" y="6946"/>
                            <a:pt x="121" y="5041"/>
                          </a:cubicBezTo>
                          <a:cubicBezTo>
                            <a:pt x="1073" y="1041"/>
                            <a:pt x="7169" y="-388"/>
                            <a:pt x="13742" y="88"/>
                          </a:cubicBezTo>
                          <a:cubicBezTo>
                            <a:pt x="20504" y="755"/>
                            <a:pt x="25934" y="4470"/>
                            <a:pt x="25457" y="847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54" name="Forme libre : forme 16153">
                      <a:extLst>
                        <a:ext uri="{FF2B5EF4-FFF2-40B4-BE49-F238E27FC236}">
                          <a16:creationId xmlns:a16="http://schemas.microsoft.com/office/drawing/2014/main" id="{65D6723C-86CF-4BDE-9A30-738BD59A85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37241" y="3244136"/>
                      <a:ext cx="6943" cy="6347"/>
                    </a:xfrm>
                    <a:custGeom>
                      <a:avLst/>
                      <a:gdLst>
                        <a:gd name="connsiteX0" fmla="*/ 6836 w 6943"/>
                        <a:gd name="connsiteY0" fmla="*/ 2459 h 6347"/>
                        <a:gd name="connsiteX1" fmla="*/ 4264 w 6943"/>
                        <a:gd name="connsiteY1" fmla="*/ 6269 h 6347"/>
                        <a:gd name="connsiteX2" fmla="*/ 73 w 6943"/>
                        <a:gd name="connsiteY2" fmla="*/ 3888 h 6347"/>
                        <a:gd name="connsiteX3" fmla="*/ 2645 w 6943"/>
                        <a:gd name="connsiteY3" fmla="*/ 78 h 6347"/>
                        <a:gd name="connsiteX4" fmla="*/ 6836 w 6943"/>
                        <a:gd name="connsiteY4" fmla="*/ 2459 h 6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43" h="6347">
                          <a:moveTo>
                            <a:pt x="6836" y="2459"/>
                          </a:moveTo>
                          <a:cubicBezTo>
                            <a:pt x="7312" y="4174"/>
                            <a:pt x="6169" y="5888"/>
                            <a:pt x="4264" y="6269"/>
                          </a:cubicBezTo>
                          <a:cubicBezTo>
                            <a:pt x="2359" y="6650"/>
                            <a:pt x="454" y="5603"/>
                            <a:pt x="73" y="3888"/>
                          </a:cubicBezTo>
                          <a:cubicBezTo>
                            <a:pt x="-308" y="2174"/>
                            <a:pt x="835" y="459"/>
                            <a:pt x="2645" y="78"/>
                          </a:cubicBezTo>
                          <a:cubicBezTo>
                            <a:pt x="4550" y="-303"/>
                            <a:pt x="6360" y="745"/>
                            <a:pt x="6836" y="24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55" name="Forme libre : forme 16154">
                      <a:extLst>
                        <a:ext uri="{FF2B5EF4-FFF2-40B4-BE49-F238E27FC236}">
                          <a16:creationId xmlns:a16="http://schemas.microsoft.com/office/drawing/2014/main" id="{73C64CD1-9BF6-428B-B855-AF1FE2E03F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1701" y="3204124"/>
                      <a:ext cx="63300" cy="45851"/>
                    </a:xfrm>
                    <a:custGeom>
                      <a:avLst/>
                      <a:gdLst>
                        <a:gd name="connsiteX0" fmla="*/ 46473 w 63300"/>
                        <a:gd name="connsiteY0" fmla="*/ 11515 h 45851"/>
                        <a:gd name="connsiteX1" fmla="*/ 62094 w 63300"/>
                        <a:gd name="connsiteY1" fmla="*/ 35042 h 45851"/>
                        <a:gd name="connsiteX2" fmla="*/ 60856 w 63300"/>
                        <a:gd name="connsiteY2" fmla="*/ 44948 h 45851"/>
                        <a:gd name="connsiteX3" fmla="*/ 51521 w 63300"/>
                        <a:gd name="connsiteY3" fmla="*/ 42852 h 45851"/>
                        <a:gd name="connsiteX4" fmla="*/ 29423 w 63300"/>
                        <a:gd name="connsiteY4" fmla="*/ 23136 h 45851"/>
                        <a:gd name="connsiteX5" fmla="*/ 11135 w 63300"/>
                        <a:gd name="connsiteY5" fmla="*/ 18659 h 45851"/>
                        <a:gd name="connsiteX6" fmla="*/ 2372 w 63300"/>
                        <a:gd name="connsiteY6" fmla="*/ 13991 h 45851"/>
                        <a:gd name="connsiteX7" fmla="*/ 372 w 63300"/>
                        <a:gd name="connsiteY7" fmla="*/ 7705 h 45851"/>
                        <a:gd name="connsiteX8" fmla="*/ 5611 w 63300"/>
                        <a:gd name="connsiteY8" fmla="*/ 2752 h 45851"/>
                        <a:gd name="connsiteX9" fmla="*/ 13707 w 63300"/>
                        <a:gd name="connsiteY9" fmla="*/ 276 h 45851"/>
                        <a:gd name="connsiteX10" fmla="*/ 22470 w 63300"/>
                        <a:gd name="connsiteY10" fmla="*/ 85 h 45851"/>
                        <a:gd name="connsiteX11" fmla="*/ 29233 w 63300"/>
                        <a:gd name="connsiteY11" fmla="*/ 752 h 45851"/>
                        <a:gd name="connsiteX12" fmla="*/ 46473 w 63300"/>
                        <a:gd name="connsiteY12" fmla="*/ 11515 h 4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3300" h="45851">
                          <a:moveTo>
                            <a:pt x="46473" y="11515"/>
                          </a:moveTo>
                          <a:cubicBezTo>
                            <a:pt x="53236" y="17897"/>
                            <a:pt x="58284" y="26279"/>
                            <a:pt x="62094" y="35042"/>
                          </a:cubicBezTo>
                          <a:cubicBezTo>
                            <a:pt x="63523" y="38280"/>
                            <a:pt x="64285" y="42757"/>
                            <a:pt x="60856" y="44948"/>
                          </a:cubicBezTo>
                          <a:cubicBezTo>
                            <a:pt x="57808" y="47043"/>
                            <a:pt x="53998" y="45138"/>
                            <a:pt x="51521" y="42852"/>
                          </a:cubicBezTo>
                          <a:cubicBezTo>
                            <a:pt x="43901" y="35994"/>
                            <a:pt x="38091" y="26850"/>
                            <a:pt x="29423" y="23136"/>
                          </a:cubicBezTo>
                          <a:cubicBezTo>
                            <a:pt x="26756" y="22088"/>
                            <a:pt x="17993" y="20659"/>
                            <a:pt x="11135" y="18659"/>
                          </a:cubicBezTo>
                          <a:cubicBezTo>
                            <a:pt x="7706" y="17802"/>
                            <a:pt x="4372" y="15801"/>
                            <a:pt x="2372" y="13991"/>
                          </a:cubicBezTo>
                          <a:cubicBezTo>
                            <a:pt x="372" y="12087"/>
                            <a:pt x="-581" y="10086"/>
                            <a:pt x="372" y="7705"/>
                          </a:cubicBezTo>
                          <a:cubicBezTo>
                            <a:pt x="1324" y="5324"/>
                            <a:pt x="3229" y="3705"/>
                            <a:pt x="5611" y="2752"/>
                          </a:cubicBezTo>
                          <a:cubicBezTo>
                            <a:pt x="7992" y="1514"/>
                            <a:pt x="10754" y="656"/>
                            <a:pt x="13707" y="276"/>
                          </a:cubicBezTo>
                          <a:cubicBezTo>
                            <a:pt x="16660" y="-201"/>
                            <a:pt x="19803" y="85"/>
                            <a:pt x="22470" y="85"/>
                          </a:cubicBezTo>
                          <a:cubicBezTo>
                            <a:pt x="25137" y="-10"/>
                            <a:pt x="27613" y="276"/>
                            <a:pt x="29233" y="752"/>
                          </a:cubicBezTo>
                          <a:cubicBezTo>
                            <a:pt x="35329" y="2752"/>
                            <a:pt x="41425" y="6943"/>
                            <a:pt x="46473" y="1151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54" name="Graphique 1">
                    <a:extLst>
                      <a:ext uri="{FF2B5EF4-FFF2-40B4-BE49-F238E27FC236}">
                        <a16:creationId xmlns:a16="http://schemas.microsoft.com/office/drawing/2014/main" id="{4B304B68-119C-4F5A-A3BF-6202E195A2D1}"/>
                      </a:ext>
                    </a:extLst>
                  </p:cNvPr>
                  <p:cNvGrpSpPr/>
                  <p:nvPr/>
                </p:nvGrpSpPr>
                <p:grpSpPr>
                  <a:xfrm>
                    <a:off x="1371292" y="3114043"/>
                    <a:ext cx="148990" cy="153869"/>
                    <a:chOff x="1371292" y="3114043"/>
                    <a:chExt cx="148990" cy="153869"/>
                  </a:xfrm>
                  <a:solidFill>
                    <a:schemeClr val="accent1"/>
                  </a:solidFill>
                </p:grpSpPr>
                <p:sp>
                  <p:nvSpPr>
                    <p:cNvPr id="16132" name="Forme libre : forme 16131">
                      <a:extLst>
                        <a:ext uri="{FF2B5EF4-FFF2-40B4-BE49-F238E27FC236}">
                          <a16:creationId xmlns:a16="http://schemas.microsoft.com/office/drawing/2014/main" id="{EEE1FD2D-EE1B-432B-9B7B-D2FE218F75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71292" y="3114043"/>
                      <a:ext cx="148960" cy="153869"/>
                    </a:xfrm>
                    <a:custGeom>
                      <a:avLst/>
                      <a:gdLst>
                        <a:gd name="connsiteX0" fmla="*/ 136139 w 148960"/>
                        <a:gd name="connsiteY0" fmla="*/ 91976 h 153869"/>
                        <a:gd name="connsiteX1" fmla="*/ 114803 w 148960"/>
                        <a:gd name="connsiteY1" fmla="*/ 115979 h 153869"/>
                        <a:gd name="connsiteX2" fmla="*/ 90419 w 148960"/>
                        <a:gd name="connsiteY2" fmla="*/ 139029 h 153869"/>
                        <a:gd name="connsiteX3" fmla="*/ 80989 w 148960"/>
                        <a:gd name="connsiteY3" fmla="*/ 145983 h 153869"/>
                        <a:gd name="connsiteX4" fmla="*/ 70512 w 148960"/>
                        <a:gd name="connsiteY4" fmla="*/ 150650 h 153869"/>
                        <a:gd name="connsiteX5" fmla="*/ 50033 w 148960"/>
                        <a:gd name="connsiteY5" fmla="*/ 153698 h 153869"/>
                        <a:gd name="connsiteX6" fmla="*/ 20981 w 148960"/>
                        <a:gd name="connsiteY6" fmla="*/ 135981 h 153869"/>
                        <a:gd name="connsiteX7" fmla="*/ 5646 w 148960"/>
                        <a:gd name="connsiteY7" fmla="*/ 107502 h 153869"/>
                        <a:gd name="connsiteX8" fmla="*/ 693 w 148960"/>
                        <a:gd name="connsiteY8" fmla="*/ 75497 h 153869"/>
                        <a:gd name="connsiteX9" fmla="*/ 5075 w 148960"/>
                        <a:gd name="connsiteY9" fmla="*/ 61401 h 153869"/>
                        <a:gd name="connsiteX10" fmla="*/ 8980 w 148960"/>
                        <a:gd name="connsiteY10" fmla="*/ 55495 h 153869"/>
                        <a:gd name="connsiteX11" fmla="*/ 14028 w 148960"/>
                        <a:gd name="connsiteY11" fmla="*/ 49970 h 153869"/>
                        <a:gd name="connsiteX12" fmla="*/ 30316 w 148960"/>
                        <a:gd name="connsiteY12" fmla="*/ 34730 h 153869"/>
                        <a:gd name="connsiteX13" fmla="*/ 46223 w 148960"/>
                        <a:gd name="connsiteY13" fmla="*/ 17014 h 153869"/>
                        <a:gd name="connsiteX14" fmla="*/ 59177 w 148960"/>
                        <a:gd name="connsiteY14" fmla="*/ 6346 h 153869"/>
                        <a:gd name="connsiteX15" fmla="*/ 74893 w 148960"/>
                        <a:gd name="connsiteY15" fmla="*/ 726 h 153869"/>
                        <a:gd name="connsiteX16" fmla="*/ 106992 w 148960"/>
                        <a:gd name="connsiteY16" fmla="*/ 7394 h 153869"/>
                        <a:gd name="connsiteX17" fmla="*/ 133186 w 148960"/>
                        <a:gd name="connsiteY17" fmla="*/ 26063 h 153869"/>
                        <a:gd name="connsiteX18" fmla="*/ 148902 w 148960"/>
                        <a:gd name="connsiteY18" fmla="*/ 55400 h 153869"/>
                        <a:gd name="connsiteX19" fmla="*/ 146426 w 148960"/>
                        <a:gd name="connsiteY19" fmla="*/ 73974 h 153869"/>
                        <a:gd name="connsiteX20" fmla="*/ 136139 w 148960"/>
                        <a:gd name="connsiteY20" fmla="*/ 91976 h 153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8960" h="153869">
                          <a:moveTo>
                            <a:pt x="136139" y="91976"/>
                          </a:moveTo>
                          <a:cubicBezTo>
                            <a:pt x="129566" y="100072"/>
                            <a:pt x="122232" y="108073"/>
                            <a:pt x="114803" y="115979"/>
                          </a:cubicBezTo>
                          <a:cubicBezTo>
                            <a:pt x="106992" y="123789"/>
                            <a:pt x="99372" y="131695"/>
                            <a:pt x="90419" y="139029"/>
                          </a:cubicBezTo>
                          <a:cubicBezTo>
                            <a:pt x="87371" y="141601"/>
                            <a:pt x="84227" y="143982"/>
                            <a:pt x="80989" y="145983"/>
                          </a:cubicBezTo>
                          <a:cubicBezTo>
                            <a:pt x="77560" y="147887"/>
                            <a:pt x="74036" y="149411"/>
                            <a:pt x="70512" y="150650"/>
                          </a:cubicBezTo>
                          <a:cubicBezTo>
                            <a:pt x="63463" y="153031"/>
                            <a:pt x="56795" y="154365"/>
                            <a:pt x="50033" y="153698"/>
                          </a:cubicBezTo>
                          <a:cubicBezTo>
                            <a:pt x="36793" y="152650"/>
                            <a:pt x="26506" y="146268"/>
                            <a:pt x="20981" y="135981"/>
                          </a:cubicBezTo>
                          <a:lnTo>
                            <a:pt x="5646" y="107502"/>
                          </a:lnTo>
                          <a:cubicBezTo>
                            <a:pt x="122" y="97215"/>
                            <a:pt x="-926" y="85403"/>
                            <a:pt x="693" y="75497"/>
                          </a:cubicBezTo>
                          <a:cubicBezTo>
                            <a:pt x="1550" y="70830"/>
                            <a:pt x="2884" y="65496"/>
                            <a:pt x="5075" y="61401"/>
                          </a:cubicBezTo>
                          <a:cubicBezTo>
                            <a:pt x="6218" y="59305"/>
                            <a:pt x="7456" y="57400"/>
                            <a:pt x="8980" y="55495"/>
                          </a:cubicBezTo>
                          <a:cubicBezTo>
                            <a:pt x="10409" y="53495"/>
                            <a:pt x="12123" y="51590"/>
                            <a:pt x="14028" y="49970"/>
                          </a:cubicBezTo>
                          <a:cubicBezTo>
                            <a:pt x="19648" y="45589"/>
                            <a:pt x="24887" y="39969"/>
                            <a:pt x="30316" y="34730"/>
                          </a:cubicBezTo>
                          <a:cubicBezTo>
                            <a:pt x="35650" y="29016"/>
                            <a:pt x="40984" y="23301"/>
                            <a:pt x="46223" y="17014"/>
                          </a:cubicBezTo>
                          <a:cubicBezTo>
                            <a:pt x="49842" y="12537"/>
                            <a:pt x="54319" y="9203"/>
                            <a:pt x="59177" y="6346"/>
                          </a:cubicBezTo>
                          <a:cubicBezTo>
                            <a:pt x="64034" y="3488"/>
                            <a:pt x="69368" y="1584"/>
                            <a:pt x="74893" y="726"/>
                          </a:cubicBezTo>
                          <a:cubicBezTo>
                            <a:pt x="85942" y="-1179"/>
                            <a:pt x="97467" y="536"/>
                            <a:pt x="106992" y="7394"/>
                          </a:cubicBezTo>
                          <a:lnTo>
                            <a:pt x="133186" y="26063"/>
                          </a:lnTo>
                          <a:cubicBezTo>
                            <a:pt x="142616" y="32826"/>
                            <a:pt x="148235" y="43398"/>
                            <a:pt x="148902" y="55400"/>
                          </a:cubicBezTo>
                          <a:cubicBezTo>
                            <a:pt x="149188" y="61401"/>
                            <a:pt x="148426" y="67687"/>
                            <a:pt x="146426" y="73974"/>
                          </a:cubicBezTo>
                          <a:cubicBezTo>
                            <a:pt x="144330" y="80069"/>
                            <a:pt x="140711" y="86261"/>
                            <a:pt x="136139" y="9197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33" name="Forme libre : forme 16132">
                      <a:extLst>
                        <a:ext uri="{FF2B5EF4-FFF2-40B4-BE49-F238E27FC236}">
                          <a16:creationId xmlns:a16="http://schemas.microsoft.com/office/drawing/2014/main" id="{B16EAAB8-6E97-4E4D-BC1F-DFD3CE1671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85605" y="3139344"/>
                      <a:ext cx="134676" cy="128473"/>
                    </a:xfrm>
                    <a:custGeom>
                      <a:avLst/>
                      <a:gdLst>
                        <a:gd name="connsiteX0" fmla="*/ 59055 w 134676"/>
                        <a:gd name="connsiteY0" fmla="*/ 77438 h 128473"/>
                        <a:gd name="connsiteX1" fmla="*/ 31242 w 134676"/>
                        <a:gd name="connsiteY1" fmla="*/ 98774 h 128473"/>
                        <a:gd name="connsiteX2" fmla="*/ 23241 w 134676"/>
                        <a:gd name="connsiteY2" fmla="*/ 101060 h 128473"/>
                        <a:gd name="connsiteX3" fmla="*/ 15050 w 134676"/>
                        <a:gd name="connsiteY3" fmla="*/ 101537 h 128473"/>
                        <a:gd name="connsiteX4" fmla="*/ 0 w 134676"/>
                        <a:gd name="connsiteY4" fmla="*/ 98298 h 128473"/>
                        <a:gd name="connsiteX5" fmla="*/ 6667 w 134676"/>
                        <a:gd name="connsiteY5" fmla="*/ 110585 h 128473"/>
                        <a:gd name="connsiteX6" fmla="*/ 35719 w 134676"/>
                        <a:gd name="connsiteY6" fmla="*/ 128302 h 128473"/>
                        <a:gd name="connsiteX7" fmla="*/ 56198 w 134676"/>
                        <a:gd name="connsiteY7" fmla="*/ 125254 h 128473"/>
                        <a:gd name="connsiteX8" fmla="*/ 66675 w 134676"/>
                        <a:gd name="connsiteY8" fmla="*/ 120587 h 128473"/>
                        <a:gd name="connsiteX9" fmla="*/ 76105 w 134676"/>
                        <a:gd name="connsiteY9" fmla="*/ 113633 h 128473"/>
                        <a:gd name="connsiteX10" fmla="*/ 100489 w 134676"/>
                        <a:gd name="connsiteY10" fmla="*/ 90583 h 128473"/>
                        <a:gd name="connsiteX11" fmla="*/ 121825 w 134676"/>
                        <a:gd name="connsiteY11" fmla="*/ 66580 h 128473"/>
                        <a:gd name="connsiteX12" fmla="*/ 132112 w 134676"/>
                        <a:gd name="connsiteY12" fmla="*/ 48482 h 128473"/>
                        <a:gd name="connsiteX13" fmla="*/ 134588 w 134676"/>
                        <a:gd name="connsiteY13" fmla="*/ 29909 h 128473"/>
                        <a:gd name="connsiteX14" fmla="*/ 118872 w 134676"/>
                        <a:gd name="connsiteY14" fmla="*/ 571 h 128473"/>
                        <a:gd name="connsiteX15" fmla="*/ 118015 w 134676"/>
                        <a:gd name="connsiteY15" fmla="*/ 0 h 128473"/>
                        <a:gd name="connsiteX16" fmla="*/ 89249 w 134676"/>
                        <a:gd name="connsiteY16" fmla="*/ 38671 h 128473"/>
                        <a:gd name="connsiteX17" fmla="*/ 73914 w 134676"/>
                        <a:gd name="connsiteY17" fmla="*/ 57340 h 128473"/>
                        <a:gd name="connsiteX18" fmla="*/ 59055 w 134676"/>
                        <a:gd name="connsiteY18" fmla="*/ 77438 h 128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4676" h="128473">
                          <a:moveTo>
                            <a:pt x="59055" y="77438"/>
                          </a:moveTo>
                          <a:cubicBezTo>
                            <a:pt x="51816" y="87249"/>
                            <a:pt x="42100" y="95155"/>
                            <a:pt x="31242" y="98774"/>
                          </a:cubicBezTo>
                          <a:cubicBezTo>
                            <a:pt x="28575" y="99727"/>
                            <a:pt x="25908" y="100489"/>
                            <a:pt x="23241" y="101060"/>
                          </a:cubicBezTo>
                          <a:cubicBezTo>
                            <a:pt x="20479" y="101441"/>
                            <a:pt x="17717" y="101632"/>
                            <a:pt x="15050" y="101537"/>
                          </a:cubicBezTo>
                          <a:cubicBezTo>
                            <a:pt x="9716" y="101441"/>
                            <a:pt x="4572" y="100394"/>
                            <a:pt x="0" y="98298"/>
                          </a:cubicBezTo>
                          <a:lnTo>
                            <a:pt x="6667" y="110585"/>
                          </a:lnTo>
                          <a:cubicBezTo>
                            <a:pt x="12192" y="120872"/>
                            <a:pt x="22479" y="127254"/>
                            <a:pt x="35719" y="128302"/>
                          </a:cubicBezTo>
                          <a:cubicBezTo>
                            <a:pt x="42482" y="128969"/>
                            <a:pt x="49149" y="127635"/>
                            <a:pt x="56198" y="125254"/>
                          </a:cubicBezTo>
                          <a:cubicBezTo>
                            <a:pt x="59722" y="124015"/>
                            <a:pt x="63246" y="122492"/>
                            <a:pt x="66675" y="120587"/>
                          </a:cubicBezTo>
                          <a:cubicBezTo>
                            <a:pt x="69913" y="118586"/>
                            <a:pt x="73057" y="116300"/>
                            <a:pt x="76105" y="113633"/>
                          </a:cubicBezTo>
                          <a:cubicBezTo>
                            <a:pt x="85058" y="106299"/>
                            <a:pt x="92678" y="98393"/>
                            <a:pt x="100489" y="90583"/>
                          </a:cubicBezTo>
                          <a:cubicBezTo>
                            <a:pt x="107823" y="82677"/>
                            <a:pt x="115157" y="74676"/>
                            <a:pt x="121825" y="66580"/>
                          </a:cubicBezTo>
                          <a:cubicBezTo>
                            <a:pt x="126397" y="60865"/>
                            <a:pt x="130016" y="54673"/>
                            <a:pt x="132112" y="48482"/>
                          </a:cubicBezTo>
                          <a:cubicBezTo>
                            <a:pt x="134112" y="42196"/>
                            <a:pt x="134969" y="35909"/>
                            <a:pt x="134588" y="29909"/>
                          </a:cubicBezTo>
                          <a:cubicBezTo>
                            <a:pt x="133921" y="18002"/>
                            <a:pt x="128302" y="7334"/>
                            <a:pt x="118872" y="571"/>
                          </a:cubicBezTo>
                          <a:lnTo>
                            <a:pt x="118015" y="0"/>
                          </a:lnTo>
                          <a:cubicBezTo>
                            <a:pt x="109633" y="13906"/>
                            <a:pt x="99441" y="26289"/>
                            <a:pt x="89249" y="38671"/>
                          </a:cubicBezTo>
                          <a:cubicBezTo>
                            <a:pt x="84392" y="44958"/>
                            <a:pt x="78772" y="50863"/>
                            <a:pt x="73914" y="57340"/>
                          </a:cubicBezTo>
                          <a:cubicBezTo>
                            <a:pt x="68866" y="63818"/>
                            <a:pt x="63627" y="70199"/>
                            <a:pt x="59055" y="7743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34" name="Forme libre : forme 16133">
                      <a:extLst>
                        <a:ext uri="{FF2B5EF4-FFF2-40B4-BE49-F238E27FC236}">
                          <a16:creationId xmlns:a16="http://schemas.microsoft.com/office/drawing/2014/main" id="{1141E61B-BB4B-4DCE-B948-84F71E82D0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24141" y="3154054"/>
                      <a:ext cx="56856" cy="59325"/>
                    </a:xfrm>
                    <a:custGeom>
                      <a:avLst/>
                      <a:gdLst>
                        <a:gd name="connsiteX0" fmla="*/ 50809 w 56856"/>
                        <a:gd name="connsiteY0" fmla="*/ 3293 h 59325"/>
                        <a:gd name="connsiteX1" fmla="*/ 56619 w 56856"/>
                        <a:gd name="connsiteY1" fmla="*/ 21009 h 59325"/>
                        <a:gd name="connsiteX2" fmla="*/ 44903 w 56856"/>
                        <a:gd name="connsiteY2" fmla="*/ 44631 h 59325"/>
                        <a:gd name="connsiteX3" fmla="*/ 22234 w 56856"/>
                        <a:gd name="connsiteY3" fmla="*/ 58633 h 59325"/>
                        <a:gd name="connsiteX4" fmla="*/ 3946 w 56856"/>
                        <a:gd name="connsiteY4" fmla="*/ 54061 h 59325"/>
                        <a:gd name="connsiteX5" fmla="*/ 707 w 56856"/>
                        <a:gd name="connsiteY5" fmla="*/ 35868 h 59325"/>
                        <a:gd name="connsiteX6" fmla="*/ 12232 w 56856"/>
                        <a:gd name="connsiteY6" fmla="*/ 14723 h 59325"/>
                        <a:gd name="connsiteX7" fmla="*/ 32425 w 56856"/>
                        <a:gd name="connsiteY7" fmla="*/ 1197 h 59325"/>
                        <a:gd name="connsiteX8" fmla="*/ 50809 w 56856"/>
                        <a:gd name="connsiteY8" fmla="*/ 3293 h 59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856" h="59325">
                          <a:moveTo>
                            <a:pt x="50809" y="3293"/>
                          </a:moveTo>
                          <a:cubicBezTo>
                            <a:pt x="55666" y="7007"/>
                            <a:pt x="57571" y="13484"/>
                            <a:pt x="56619" y="21009"/>
                          </a:cubicBezTo>
                          <a:cubicBezTo>
                            <a:pt x="55762" y="28629"/>
                            <a:pt x="51857" y="37202"/>
                            <a:pt x="44903" y="44631"/>
                          </a:cubicBezTo>
                          <a:cubicBezTo>
                            <a:pt x="38331" y="52347"/>
                            <a:pt x="29568" y="56918"/>
                            <a:pt x="22234" y="58633"/>
                          </a:cubicBezTo>
                          <a:cubicBezTo>
                            <a:pt x="14804" y="60443"/>
                            <a:pt x="7851" y="58633"/>
                            <a:pt x="3946" y="54061"/>
                          </a:cubicBezTo>
                          <a:cubicBezTo>
                            <a:pt x="-150" y="49394"/>
                            <a:pt x="-722" y="43012"/>
                            <a:pt x="707" y="35868"/>
                          </a:cubicBezTo>
                          <a:cubicBezTo>
                            <a:pt x="2136" y="28629"/>
                            <a:pt x="6327" y="21676"/>
                            <a:pt x="12232" y="14723"/>
                          </a:cubicBezTo>
                          <a:cubicBezTo>
                            <a:pt x="18328" y="8150"/>
                            <a:pt x="25472" y="3483"/>
                            <a:pt x="32425" y="1197"/>
                          </a:cubicBezTo>
                          <a:cubicBezTo>
                            <a:pt x="39188" y="-803"/>
                            <a:pt x="46046" y="-422"/>
                            <a:pt x="50809" y="3293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35" name="Forme libre : forme 16134">
                      <a:extLst>
                        <a:ext uri="{FF2B5EF4-FFF2-40B4-BE49-F238E27FC236}">
                          <a16:creationId xmlns:a16="http://schemas.microsoft.com/office/drawing/2014/main" id="{90F12E27-401A-4FF3-AFAE-E50DE17684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24078" y="3184683"/>
                      <a:ext cx="53920" cy="28886"/>
                    </a:xfrm>
                    <a:custGeom>
                      <a:avLst/>
                      <a:gdLst>
                        <a:gd name="connsiteX0" fmla="*/ 2295 w 53920"/>
                        <a:gd name="connsiteY0" fmla="*/ 0 h 28886"/>
                        <a:gd name="connsiteX1" fmla="*/ 9 w 53920"/>
                        <a:gd name="connsiteY1" fmla="*/ 13049 h 28886"/>
                        <a:gd name="connsiteX2" fmla="*/ 3914 w 53920"/>
                        <a:gd name="connsiteY2" fmla="*/ 23622 h 28886"/>
                        <a:gd name="connsiteX3" fmla="*/ 22202 w 53920"/>
                        <a:gd name="connsiteY3" fmla="*/ 28194 h 28886"/>
                        <a:gd name="connsiteX4" fmla="*/ 44872 w 53920"/>
                        <a:gd name="connsiteY4" fmla="*/ 14192 h 28886"/>
                        <a:gd name="connsiteX5" fmla="*/ 53920 w 53920"/>
                        <a:gd name="connsiteY5" fmla="*/ 381 h 28886"/>
                        <a:gd name="connsiteX6" fmla="*/ 46872 w 53920"/>
                        <a:gd name="connsiteY6" fmla="*/ 6096 h 28886"/>
                        <a:gd name="connsiteX7" fmla="*/ 22202 w 53920"/>
                        <a:gd name="connsiteY7" fmla="*/ 10382 h 28886"/>
                        <a:gd name="connsiteX8" fmla="*/ 2295 w 53920"/>
                        <a:gd name="connsiteY8" fmla="*/ 0 h 28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920" h="28886">
                          <a:moveTo>
                            <a:pt x="2295" y="0"/>
                          </a:moveTo>
                          <a:cubicBezTo>
                            <a:pt x="580" y="4381"/>
                            <a:pt x="-86" y="9144"/>
                            <a:pt x="9" y="13049"/>
                          </a:cubicBezTo>
                          <a:cubicBezTo>
                            <a:pt x="199" y="17050"/>
                            <a:pt x="1438" y="20764"/>
                            <a:pt x="3914" y="23622"/>
                          </a:cubicBezTo>
                          <a:cubicBezTo>
                            <a:pt x="7819" y="28194"/>
                            <a:pt x="14868" y="30004"/>
                            <a:pt x="22202" y="28194"/>
                          </a:cubicBezTo>
                          <a:cubicBezTo>
                            <a:pt x="29536" y="26384"/>
                            <a:pt x="38395" y="21812"/>
                            <a:pt x="44872" y="14192"/>
                          </a:cubicBezTo>
                          <a:cubicBezTo>
                            <a:pt x="48777" y="9715"/>
                            <a:pt x="52015" y="5144"/>
                            <a:pt x="53920" y="381"/>
                          </a:cubicBezTo>
                          <a:cubicBezTo>
                            <a:pt x="52015" y="2667"/>
                            <a:pt x="49539" y="4572"/>
                            <a:pt x="46872" y="6096"/>
                          </a:cubicBezTo>
                          <a:cubicBezTo>
                            <a:pt x="38966" y="9811"/>
                            <a:pt x="30394" y="11525"/>
                            <a:pt x="22202" y="10382"/>
                          </a:cubicBezTo>
                          <a:cubicBezTo>
                            <a:pt x="14201" y="9239"/>
                            <a:pt x="7057" y="5715"/>
                            <a:pt x="2295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36" name="Forme libre : forme 16135">
                      <a:extLst>
                        <a:ext uri="{FF2B5EF4-FFF2-40B4-BE49-F238E27FC236}">
                          <a16:creationId xmlns:a16="http://schemas.microsoft.com/office/drawing/2014/main" id="{3A6574D5-1D55-42A3-8571-CDE2301273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29995" y="3154407"/>
                      <a:ext cx="57124" cy="60053"/>
                    </a:xfrm>
                    <a:custGeom>
                      <a:avLst/>
                      <a:gdLst>
                        <a:gd name="connsiteX0" fmla="*/ 50956 w 57124"/>
                        <a:gd name="connsiteY0" fmla="*/ 3130 h 60053"/>
                        <a:gd name="connsiteX1" fmla="*/ 56861 w 57124"/>
                        <a:gd name="connsiteY1" fmla="*/ 20942 h 60053"/>
                        <a:gd name="connsiteX2" fmla="*/ 45241 w 57124"/>
                        <a:gd name="connsiteY2" fmla="*/ 44850 h 60053"/>
                        <a:gd name="connsiteX3" fmla="*/ 34192 w 57124"/>
                        <a:gd name="connsiteY3" fmla="*/ 54279 h 60053"/>
                        <a:gd name="connsiteX4" fmla="*/ 22476 w 57124"/>
                        <a:gd name="connsiteY4" fmla="*/ 59232 h 60053"/>
                        <a:gd name="connsiteX5" fmla="*/ 4093 w 57124"/>
                        <a:gd name="connsiteY5" fmla="*/ 55137 h 60053"/>
                        <a:gd name="connsiteX6" fmla="*/ 664 w 57124"/>
                        <a:gd name="connsiteY6" fmla="*/ 36753 h 60053"/>
                        <a:gd name="connsiteX7" fmla="*/ 4855 w 57124"/>
                        <a:gd name="connsiteY7" fmla="*/ 25990 h 60053"/>
                        <a:gd name="connsiteX8" fmla="*/ 12284 w 57124"/>
                        <a:gd name="connsiteY8" fmla="*/ 15322 h 60053"/>
                        <a:gd name="connsiteX9" fmla="*/ 32572 w 57124"/>
                        <a:gd name="connsiteY9" fmla="*/ 1416 h 60053"/>
                        <a:gd name="connsiteX10" fmla="*/ 50956 w 57124"/>
                        <a:gd name="connsiteY10" fmla="*/ 3130 h 60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124" h="60053">
                          <a:moveTo>
                            <a:pt x="50956" y="3130"/>
                          </a:moveTo>
                          <a:cubicBezTo>
                            <a:pt x="55813" y="6845"/>
                            <a:pt x="57909" y="13417"/>
                            <a:pt x="56861" y="20942"/>
                          </a:cubicBezTo>
                          <a:cubicBezTo>
                            <a:pt x="55813" y="28467"/>
                            <a:pt x="52194" y="37229"/>
                            <a:pt x="45241" y="44850"/>
                          </a:cubicBezTo>
                          <a:cubicBezTo>
                            <a:pt x="41812" y="48660"/>
                            <a:pt x="38192" y="51898"/>
                            <a:pt x="34192" y="54279"/>
                          </a:cubicBezTo>
                          <a:cubicBezTo>
                            <a:pt x="30191" y="56661"/>
                            <a:pt x="26191" y="58375"/>
                            <a:pt x="22476" y="59232"/>
                          </a:cubicBezTo>
                          <a:cubicBezTo>
                            <a:pt x="15046" y="61137"/>
                            <a:pt x="8188" y="59709"/>
                            <a:pt x="4093" y="55137"/>
                          </a:cubicBezTo>
                          <a:cubicBezTo>
                            <a:pt x="-3" y="50660"/>
                            <a:pt x="-765" y="43992"/>
                            <a:pt x="664" y="36753"/>
                          </a:cubicBezTo>
                          <a:cubicBezTo>
                            <a:pt x="1426" y="33134"/>
                            <a:pt x="2854" y="29514"/>
                            <a:pt x="4855" y="25990"/>
                          </a:cubicBezTo>
                          <a:cubicBezTo>
                            <a:pt x="6855" y="22466"/>
                            <a:pt x="9236" y="18656"/>
                            <a:pt x="12284" y="15322"/>
                          </a:cubicBezTo>
                          <a:cubicBezTo>
                            <a:pt x="18475" y="8654"/>
                            <a:pt x="25524" y="3606"/>
                            <a:pt x="32572" y="1416"/>
                          </a:cubicBezTo>
                          <a:cubicBezTo>
                            <a:pt x="39430" y="-775"/>
                            <a:pt x="46098" y="-585"/>
                            <a:pt x="50956" y="313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37" name="Forme libre : forme 16136">
                      <a:extLst>
                        <a:ext uri="{FF2B5EF4-FFF2-40B4-BE49-F238E27FC236}">
                          <a16:creationId xmlns:a16="http://schemas.microsoft.com/office/drawing/2014/main" id="{ECE53265-833F-460F-9789-1F35A4633C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90330" y="3181923"/>
                      <a:ext cx="102456" cy="65543"/>
                    </a:xfrm>
                    <a:custGeom>
                      <a:avLst/>
                      <a:gdLst>
                        <a:gd name="connsiteX0" fmla="*/ 16231 w 102456"/>
                        <a:gd name="connsiteY0" fmla="*/ 46956 h 65543"/>
                        <a:gd name="connsiteX1" fmla="*/ 30042 w 102456"/>
                        <a:gd name="connsiteY1" fmla="*/ 62386 h 65543"/>
                        <a:gd name="connsiteX2" fmla="*/ 51664 w 102456"/>
                        <a:gd name="connsiteY2" fmla="*/ 64673 h 65543"/>
                        <a:gd name="connsiteX3" fmla="*/ 74905 w 102456"/>
                        <a:gd name="connsiteY3" fmla="*/ 54385 h 65543"/>
                        <a:gd name="connsiteX4" fmla="*/ 91002 w 102456"/>
                        <a:gd name="connsiteY4" fmla="*/ 40289 h 65543"/>
                        <a:gd name="connsiteX5" fmla="*/ 101098 w 102456"/>
                        <a:gd name="connsiteY5" fmla="*/ 22763 h 65543"/>
                        <a:gd name="connsiteX6" fmla="*/ 93955 w 102456"/>
                        <a:gd name="connsiteY6" fmla="*/ 379 h 65543"/>
                        <a:gd name="connsiteX7" fmla="*/ 77953 w 102456"/>
                        <a:gd name="connsiteY7" fmla="*/ 3332 h 65543"/>
                        <a:gd name="connsiteX8" fmla="*/ 58903 w 102456"/>
                        <a:gd name="connsiteY8" fmla="*/ 7904 h 65543"/>
                        <a:gd name="connsiteX9" fmla="*/ 39948 w 102456"/>
                        <a:gd name="connsiteY9" fmla="*/ 8189 h 65543"/>
                        <a:gd name="connsiteX10" fmla="*/ 19088 w 102456"/>
                        <a:gd name="connsiteY10" fmla="*/ 5522 h 65543"/>
                        <a:gd name="connsiteX11" fmla="*/ 1467 w 102456"/>
                        <a:gd name="connsiteY11" fmla="*/ 11809 h 65543"/>
                        <a:gd name="connsiteX12" fmla="*/ 16231 w 102456"/>
                        <a:gd name="connsiteY12" fmla="*/ 46956 h 65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2456" h="65543">
                          <a:moveTo>
                            <a:pt x="16231" y="46956"/>
                          </a:moveTo>
                          <a:cubicBezTo>
                            <a:pt x="19945" y="52766"/>
                            <a:pt x="23755" y="58862"/>
                            <a:pt x="30042" y="62386"/>
                          </a:cubicBezTo>
                          <a:cubicBezTo>
                            <a:pt x="35947" y="65720"/>
                            <a:pt x="43567" y="66292"/>
                            <a:pt x="51664" y="64673"/>
                          </a:cubicBezTo>
                          <a:cubicBezTo>
                            <a:pt x="59379" y="62863"/>
                            <a:pt x="67666" y="59148"/>
                            <a:pt x="74905" y="54385"/>
                          </a:cubicBezTo>
                          <a:cubicBezTo>
                            <a:pt x="80620" y="50385"/>
                            <a:pt x="86239" y="45527"/>
                            <a:pt x="91002" y="40289"/>
                          </a:cubicBezTo>
                          <a:cubicBezTo>
                            <a:pt x="95479" y="34859"/>
                            <a:pt x="99003" y="28954"/>
                            <a:pt x="101098" y="22763"/>
                          </a:cubicBezTo>
                          <a:cubicBezTo>
                            <a:pt x="104242" y="13428"/>
                            <a:pt x="101956" y="2379"/>
                            <a:pt x="93955" y="379"/>
                          </a:cubicBezTo>
                          <a:cubicBezTo>
                            <a:pt x="88906" y="-955"/>
                            <a:pt x="83477" y="1522"/>
                            <a:pt x="77953" y="3332"/>
                          </a:cubicBezTo>
                          <a:cubicBezTo>
                            <a:pt x="71571" y="5427"/>
                            <a:pt x="65189" y="6951"/>
                            <a:pt x="58903" y="7904"/>
                          </a:cubicBezTo>
                          <a:cubicBezTo>
                            <a:pt x="52521" y="8666"/>
                            <a:pt x="46044" y="8666"/>
                            <a:pt x="39948" y="8189"/>
                          </a:cubicBezTo>
                          <a:cubicBezTo>
                            <a:pt x="34709" y="7713"/>
                            <a:pt x="26613" y="6094"/>
                            <a:pt x="19088" y="5522"/>
                          </a:cubicBezTo>
                          <a:cubicBezTo>
                            <a:pt x="11468" y="4951"/>
                            <a:pt x="4991" y="6380"/>
                            <a:pt x="1467" y="11809"/>
                          </a:cubicBezTo>
                          <a:cubicBezTo>
                            <a:pt x="-4820" y="22096"/>
                            <a:pt x="10801" y="38955"/>
                            <a:pt x="16231" y="4695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38" name="Forme libre : forme 16137">
                      <a:extLst>
                        <a:ext uri="{FF2B5EF4-FFF2-40B4-BE49-F238E27FC236}">
                          <a16:creationId xmlns:a16="http://schemas.microsoft.com/office/drawing/2014/main" id="{60B4DD59-7110-4533-84B7-A1EAE0F718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3818" y="3176075"/>
                      <a:ext cx="17126" cy="30295"/>
                    </a:xfrm>
                    <a:custGeom>
                      <a:avLst/>
                      <a:gdLst>
                        <a:gd name="connsiteX0" fmla="*/ 361 w 17126"/>
                        <a:gd name="connsiteY0" fmla="*/ 23753 h 30295"/>
                        <a:gd name="connsiteX1" fmla="*/ 2076 w 17126"/>
                        <a:gd name="connsiteY1" fmla="*/ 28421 h 30295"/>
                        <a:gd name="connsiteX2" fmla="*/ 6648 w 17126"/>
                        <a:gd name="connsiteY2" fmla="*/ 30135 h 30295"/>
                        <a:gd name="connsiteX3" fmla="*/ 10172 w 17126"/>
                        <a:gd name="connsiteY3" fmla="*/ 26802 h 30295"/>
                        <a:gd name="connsiteX4" fmla="*/ 15982 w 17126"/>
                        <a:gd name="connsiteY4" fmla="*/ 15848 h 30295"/>
                        <a:gd name="connsiteX5" fmla="*/ 17126 w 17126"/>
                        <a:gd name="connsiteY5" fmla="*/ 10895 h 30295"/>
                        <a:gd name="connsiteX6" fmla="*/ 4934 w 17126"/>
                        <a:gd name="connsiteY6" fmla="*/ 2798 h 30295"/>
                        <a:gd name="connsiteX7" fmla="*/ 361 w 17126"/>
                        <a:gd name="connsiteY7" fmla="*/ 23753 h 30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126" h="30295">
                          <a:moveTo>
                            <a:pt x="361" y="23753"/>
                          </a:moveTo>
                          <a:cubicBezTo>
                            <a:pt x="647" y="25373"/>
                            <a:pt x="1028" y="27087"/>
                            <a:pt x="2076" y="28421"/>
                          </a:cubicBezTo>
                          <a:cubicBezTo>
                            <a:pt x="3124" y="29659"/>
                            <a:pt x="4934" y="30707"/>
                            <a:pt x="6648" y="30135"/>
                          </a:cubicBezTo>
                          <a:cubicBezTo>
                            <a:pt x="8172" y="29659"/>
                            <a:pt x="9315" y="28230"/>
                            <a:pt x="10172" y="26802"/>
                          </a:cubicBezTo>
                          <a:cubicBezTo>
                            <a:pt x="12553" y="23277"/>
                            <a:pt x="14459" y="19562"/>
                            <a:pt x="15982" y="15848"/>
                          </a:cubicBezTo>
                          <a:cubicBezTo>
                            <a:pt x="16649" y="14324"/>
                            <a:pt x="17030" y="12609"/>
                            <a:pt x="17126" y="10895"/>
                          </a:cubicBezTo>
                          <a:cubicBezTo>
                            <a:pt x="17221" y="3846"/>
                            <a:pt x="10363" y="-4440"/>
                            <a:pt x="4934" y="2798"/>
                          </a:cubicBezTo>
                          <a:cubicBezTo>
                            <a:pt x="457" y="7847"/>
                            <a:pt x="-686" y="16800"/>
                            <a:pt x="361" y="2375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39" name="Forme libre : forme 16138">
                      <a:extLst>
                        <a:ext uri="{FF2B5EF4-FFF2-40B4-BE49-F238E27FC236}">
                          <a16:creationId xmlns:a16="http://schemas.microsoft.com/office/drawing/2014/main" id="{0B061761-BA20-4E27-B23A-11DEF11E3F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7905" y="3141154"/>
                      <a:ext cx="16196" cy="62388"/>
                    </a:xfrm>
                    <a:custGeom>
                      <a:avLst/>
                      <a:gdLst>
                        <a:gd name="connsiteX0" fmla="*/ 0 w 16196"/>
                        <a:gd name="connsiteY0" fmla="*/ 0 h 62388"/>
                        <a:gd name="connsiteX1" fmla="*/ 12097 w 16196"/>
                        <a:gd name="connsiteY1" fmla="*/ 14478 h 62388"/>
                        <a:gd name="connsiteX2" fmla="*/ 16192 w 16196"/>
                        <a:gd name="connsiteY2" fmla="*/ 33719 h 62388"/>
                        <a:gd name="connsiteX3" fmla="*/ 8382 w 16196"/>
                        <a:gd name="connsiteY3" fmla="*/ 62389 h 62388"/>
                        <a:gd name="connsiteX4" fmla="*/ 10477 w 16196"/>
                        <a:gd name="connsiteY4" fmla="*/ 56388 h 62388"/>
                        <a:gd name="connsiteX5" fmla="*/ 13240 w 16196"/>
                        <a:gd name="connsiteY5" fmla="*/ 41148 h 62388"/>
                        <a:gd name="connsiteX6" fmla="*/ 0 w 16196"/>
                        <a:gd name="connsiteY6" fmla="*/ 0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96" h="62388">
                          <a:moveTo>
                            <a:pt x="0" y="0"/>
                          </a:moveTo>
                          <a:cubicBezTo>
                            <a:pt x="0" y="0"/>
                            <a:pt x="7144" y="4477"/>
                            <a:pt x="12097" y="14478"/>
                          </a:cubicBezTo>
                          <a:cubicBezTo>
                            <a:pt x="14573" y="19431"/>
                            <a:pt x="16288" y="25813"/>
                            <a:pt x="16192" y="33719"/>
                          </a:cubicBezTo>
                          <a:cubicBezTo>
                            <a:pt x="16192" y="41624"/>
                            <a:pt x="14097" y="51149"/>
                            <a:pt x="8382" y="62389"/>
                          </a:cubicBezTo>
                          <a:cubicBezTo>
                            <a:pt x="8382" y="62389"/>
                            <a:pt x="9334" y="60103"/>
                            <a:pt x="10477" y="56388"/>
                          </a:cubicBezTo>
                          <a:cubicBezTo>
                            <a:pt x="11525" y="52578"/>
                            <a:pt x="13049" y="47244"/>
                            <a:pt x="13240" y="41148"/>
                          </a:cubicBezTo>
                          <a:cubicBezTo>
                            <a:pt x="13906" y="28765"/>
                            <a:pt x="11620" y="1333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40" name="Forme libre : forme 16139">
                      <a:extLst>
                        <a:ext uri="{FF2B5EF4-FFF2-40B4-BE49-F238E27FC236}">
                          <a16:creationId xmlns:a16="http://schemas.microsoft.com/office/drawing/2014/main" id="{73D613DE-0132-47EE-B3AC-7AF0E8CF88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75776" y="3165157"/>
                      <a:ext cx="13544" cy="58197"/>
                    </a:xfrm>
                    <a:custGeom>
                      <a:avLst/>
                      <a:gdLst>
                        <a:gd name="connsiteX0" fmla="*/ 13544 w 13544"/>
                        <a:gd name="connsiteY0" fmla="*/ 0 h 58197"/>
                        <a:gd name="connsiteX1" fmla="*/ 10020 w 13544"/>
                        <a:gd name="connsiteY1" fmla="*/ 4191 h 58197"/>
                        <a:gd name="connsiteX2" fmla="*/ 3638 w 13544"/>
                        <a:gd name="connsiteY2" fmla="*/ 15431 h 58197"/>
                        <a:gd name="connsiteX3" fmla="*/ 19 w 13544"/>
                        <a:gd name="connsiteY3" fmla="*/ 33242 h 58197"/>
                        <a:gd name="connsiteX4" fmla="*/ 5067 w 13544"/>
                        <a:gd name="connsiteY4" fmla="*/ 58198 h 58197"/>
                        <a:gd name="connsiteX5" fmla="*/ 2590 w 13544"/>
                        <a:gd name="connsiteY5" fmla="*/ 37719 h 58197"/>
                        <a:gd name="connsiteX6" fmla="*/ 3067 w 13544"/>
                        <a:gd name="connsiteY6" fmla="*/ 28861 h 58197"/>
                        <a:gd name="connsiteX7" fmla="*/ 4591 w 13544"/>
                        <a:gd name="connsiteY7" fmla="*/ 19145 h 58197"/>
                        <a:gd name="connsiteX8" fmla="*/ 7924 w 13544"/>
                        <a:gd name="connsiteY8" fmla="*/ 9716 h 58197"/>
                        <a:gd name="connsiteX9" fmla="*/ 13544 w 13544"/>
                        <a:gd name="connsiteY9" fmla="*/ 0 h 58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544" h="58197">
                          <a:moveTo>
                            <a:pt x="13544" y="0"/>
                          </a:moveTo>
                          <a:cubicBezTo>
                            <a:pt x="13544" y="0"/>
                            <a:pt x="12020" y="1429"/>
                            <a:pt x="10020" y="4191"/>
                          </a:cubicBezTo>
                          <a:cubicBezTo>
                            <a:pt x="8115" y="7049"/>
                            <a:pt x="5638" y="10668"/>
                            <a:pt x="3638" y="15431"/>
                          </a:cubicBezTo>
                          <a:cubicBezTo>
                            <a:pt x="1638" y="20288"/>
                            <a:pt x="304" y="26479"/>
                            <a:pt x="19" y="33242"/>
                          </a:cubicBezTo>
                          <a:cubicBezTo>
                            <a:pt x="-172" y="40196"/>
                            <a:pt x="1066" y="48673"/>
                            <a:pt x="5067" y="58198"/>
                          </a:cubicBezTo>
                          <a:cubicBezTo>
                            <a:pt x="5067" y="58198"/>
                            <a:pt x="2590" y="49149"/>
                            <a:pt x="2590" y="37719"/>
                          </a:cubicBezTo>
                          <a:cubicBezTo>
                            <a:pt x="2590" y="34862"/>
                            <a:pt x="2686" y="31909"/>
                            <a:pt x="3067" y="28861"/>
                          </a:cubicBezTo>
                          <a:cubicBezTo>
                            <a:pt x="3352" y="25622"/>
                            <a:pt x="3829" y="22384"/>
                            <a:pt x="4591" y="19145"/>
                          </a:cubicBezTo>
                          <a:cubicBezTo>
                            <a:pt x="5353" y="15907"/>
                            <a:pt x="6496" y="12764"/>
                            <a:pt x="7924" y="9716"/>
                          </a:cubicBezTo>
                          <a:cubicBezTo>
                            <a:pt x="9353" y="6382"/>
                            <a:pt x="11163" y="3048"/>
                            <a:pt x="1354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41" name="Forme libre : forme 16140">
                      <a:extLst>
                        <a:ext uri="{FF2B5EF4-FFF2-40B4-BE49-F238E27FC236}">
                          <a16:creationId xmlns:a16="http://schemas.microsoft.com/office/drawing/2014/main" id="{DE9E8081-8206-4815-AAE1-4F569CFB3B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8367" y="3162887"/>
                      <a:ext cx="23254" cy="18582"/>
                    </a:xfrm>
                    <a:custGeom>
                      <a:avLst/>
                      <a:gdLst>
                        <a:gd name="connsiteX0" fmla="*/ 22676 w 23254"/>
                        <a:gd name="connsiteY0" fmla="*/ 2366 h 18582"/>
                        <a:gd name="connsiteX1" fmla="*/ 14961 w 23254"/>
                        <a:gd name="connsiteY1" fmla="*/ 15700 h 18582"/>
                        <a:gd name="connsiteX2" fmla="*/ 483 w 23254"/>
                        <a:gd name="connsiteY2" fmla="*/ 15891 h 18582"/>
                        <a:gd name="connsiteX3" fmla="*/ 8198 w 23254"/>
                        <a:gd name="connsiteY3" fmla="*/ 3032 h 18582"/>
                        <a:gd name="connsiteX4" fmla="*/ 22676 w 23254"/>
                        <a:gd name="connsiteY4" fmla="*/ 2366 h 18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254" h="18582">
                          <a:moveTo>
                            <a:pt x="22676" y="2366"/>
                          </a:moveTo>
                          <a:cubicBezTo>
                            <a:pt x="24677" y="5890"/>
                            <a:pt x="21343" y="12081"/>
                            <a:pt x="14961" y="15700"/>
                          </a:cubicBezTo>
                          <a:cubicBezTo>
                            <a:pt x="8675" y="19510"/>
                            <a:pt x="2293" y="19510"/>
                            <a:pt x="483" y="15891"/>
                          </a:cubicBezTo>
                          <a:cubicBezTo>
                            <a:pt x="-1327" y="12272"/>
                            <a:pt x="2102" y="6557"/>
                            <a:pt x="8198" y="3032"/>
                          </a:cubicBezTo>
                          <a:cubicBezTo>
                            <a:pt x="14294" y="-587"/>
                            <a:pt x="20676" y="-1159"/>
                            <a:pt x="22676" y="236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42" name="Forme libre : forme 16141">
                      <a:extLst>
                        <a:ext uri="{FF2B5EF4-FFF2-40B4-BE49-F238E27FC236}">
                          <a16:creationId xmlns:a16="http://schemas.microsoft.com/office/drawing/2014/main" id="{6A005680-6174-42FD-B022-8062F2D8F0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6361" y="3160527"/>
                      <a:ext cx="6602" cy="6757"/>
                    </a:xfrm>
                    <a:custGeom>
                      <a:avLst/>
                      <a:gdLst>
                        <a:gd name="connsiteX0" fmla="*/ 5539 w 6602"/>
                        <a:gd name="connsiteY0" fmla="*/ 630 h 6757"/>
                        <a:gd name="connsiteX1" fmla="*/ 5730 w 6602"/>
                        <a:gd name="connsiteY1" fmla="*/ 5392 h 6757"/>
                        <a:gd name="connsiteX2" fmla="*/ 1063 w 6602"/>
                        <a:gd name="connsiteY2" fmla="*/ 6059 h 6757"/>
                        <a:gd name="connsiteX3" fmla="*/ 872 w 6602"/>
                        <a:gd name="connsiteY3" fmla="*/ 1296 h 6757"/>
                        <a:gd name="connsiteX4" fmla="*/ 5539 w 6602"/>
                        <a:gd name="connsiteY4" fmla="*/ 630 h 67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02" h="6757">
                          <a:moveTo>
                            <a:pt x="5539" y="630"/>
                          </a:moveTo>
                          <a:cubicBezTo>
                            <a:pt x="6873" y="1773"/>
                            <a:pt x="6968" y="3868"/>
                            <a:pt x="5730" y="5392"/>
                          </a:cubicBezTo>
                          <a:cubicBezTo>
                            <a:pt x="4492" y="6916"/>
                            <a:pt x="2396" y="7202"/>
                            <a:pt x="1063" y="6059"/>
                          </a:cubicBezTo>
                          <a:cubicBezTo>
                            <a:pt x="-271" y="4916"/>
                            <a:pt x="-366" y="2820"/>
                            <a:pt x="872" y="1296"/>
                          </a:cubicBezTo>
                          <a:cubicBezTo>
                            <a:pt x="2110" y="-133"/>
                            <a:pt x="4206" y="-418"/>
                            <a:pt x="5539" y="63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43" name="Forme libre : forme 16142">
                      <a:extLst>
                        <a:ext uri="{FF2B5EF4-FFF2-40B4-BE49-F238E27FC236}">
                          <a16:creationId xmlns:a16="http://schemas.microsoft.com/office/drawing/2014/main" id="{C8D60B54-1082-491A-A9E0-746C3CD7FA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14157" y="3125676"/>
                      <a:ext cx="73837" cy="33133"/>
                    </a:xfrm>
                    <a:custGeom>
                      <a:avLst/>
                      <a:gdLst>
                        <a:gd name="connsiteX0" fmla="*/ 44124 w 73837"/>
                        <a:gd name="connsiteY0" fmla="*/ 715 h 33133"/>
                        <a:gd name="connsiteX1" fmla="*/ 69460 w 73837"/>
                        <a:gd name="connsiteY1" fmla="*/ 13192 h 33133"/>
                        <a:gd name="connsiteX2" fmla="*/ 73270 w 73837"/>
                        <a:gd name="connsiteY2" fmla="*/ 22336 h 33133"/>
                        <a:gd name="connsiteX3" fmla="*/ 64222 w 73837"/>
                        <a:gd name="connsiteY3" fmla="*/ 25194 h 33133"/>
                        <a:gd name="connsiteX4" fmla="*/ 34503 w 73837"/>
                        <a:gd name="connsiteY4" fmla="*/ 21479 h 33133"/>
                        <a:gd name="connsiteX5" fmla="*/ 16120 w 73837"/>
                        <a:gd name="connsiteY5" fmla="*/ 30337 h 33133"/>
                        <a:gd name="connsiteX6" fmla="*/ 309 w 73837"/>
                        <a:gd name="connsiteY6" fmla="*/ 29766 h 33133"/>
                        <a:gd name="connsiteX7" fmla="*/ 7643 w 73837"/>
                        <a:gd name="connsiteY7" fmla="*/ 13859 h 33133"/>
                        <a:gd name="connsiteX8" fmla="*/ 22693 w 73837"/>
                        <a:gd name="connsiteY8" fmla="*/ 2620 h 33133"/>
                        <a:gd name="connsiteX9" fmla="*/ 44124 w 73837"/>
                        <a:gd name="connsiteY9" fmla="*/ 715 h 33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3837" h="33133">
                          <a:moveTo>
                            <a:pt x="44124" y="715"/>
                          </a:moveTo>
                          <a:cubicBezTo>
                            <a:pt x="53553" y="2525"/>
                            <a:pt x="61935" y="7477"/>
                            <a:pt x="69460" y="13192"/>
                          </a:cubicBezTo>
                          <a:cubicBezTo>
                            <a:pt x="72223" y="15288"/>
                            <a:pt x="75080" y="18812"/>
                            <a:pt x="73270" y="22336"/>
                          </a:cubicBezTo>
                          <a:cubicBezTo>
                            <a:pt x="71556" y="25480"/>
                            <a:pt x="67365" y="25765"/>
                            <a:pt x="64222" y="25194"/>
                          </a:cubicBezTo>
                          <a:cubicBezTo>
                            <a:pt x="54315" y="23575"/>
                            <a:pt x="44600" y="19288"/>
                            <a:pt x="34503" y="21479"/>
                          </a:cubicBezTo>
                          <a:cubicBezTo>
                            <a:pt x="31360" y="22146"/>
                            <a:pt x="23645" y="27480"/>
                            <a:pt x="16120" y="30337"/>
                          </a:cubicBezTo>
                          <a:cubicBezTo>
                            <a:pt x="8596" y="33385"/>
                            <a:pt x="1738" y="34909"/>
                            <a:pt x="309" y="29766"/>
                          </a:cubicBezTo>
                          <a:cubicBezTo>
                            <a:pt x="-1120" y="24622"/>
                            <a:pt x="2595" y="18812"/>
                            <a:pt x="7643" y="13859"/>
                          </a:cubicBezTo>
                          <a:cubicBezTo>
                            <a:pt x="12596" y="8525"/>
                            <a:pt x="18882" y="4144"/>
                            <a:pt x="22693" y="2620"/>
                          </a:cubicBezTo>
                          <a:cubicBezTo>
                            <a:pt x="29265" y="-142"/>
                            <a:pt x="36980" y="-619"/>
                            <a:pt x="44124" y="71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55" name="Graphique 1">
                    <a:extLst>
                      <a:ext uri="{FF2B5EF4-FFF2-40B4-BE49-F238E27FC236}">
                        <a16:creationId xmlns:a16="http://schemas.microsoft.com/office/drawing/2014/main" id="{C72F7DC2-8241-4964-9AFD-46F1BE2FEB45}"/>
                      </a:ext>
                    </a:extLst>
                  </p:cNvPr>
                  <p:cNvGrpSpPr/>
                  <p:nvPr/>
                </p:nvGrpSpPr>
                <p:grpSpPr>
                  <a:xfrm>
                    <a:off x="1461192" y="2989170"/>
                    <a:ext cx="144725" cy="157742"/>
                    <a:chOff x="1461192" y="2989170"/>
                    <a:chExt cx="144725" cy="157742"/>
                  </a:xfrm>
                  <a:solidFill>
                    <a:schemeClr val="accent1"/>
                  </a:solidFill>
                </p:grpSpPr>
                <p:sp>
                  <p:nvSpPr>
                    <p:cNvPr id="16120" name="Forme libre : forme 16119">
                      <a:extLst>
                        <a:ext uri="{FF2B5EF4-FFF2-40B4-BE49-F238E27FC236}">
                          <a16:creationId xmlns:a16="http://schemas.microsoft.com/office/drawing/2014/main" id="{9A5FE5F3-1B4E-4051-BCD1-2C1C29294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1192" y="2989170"/>
                      <a:ext cx="144691" cy="157711"/>
                    </a:xfrm>
                    <a:custGeom>
                      <a:avLst/>
                      <a:gdLst>
                        <a:gd name="connsiteX0" fmla="*/ 136154 w 144691"/>
                        <a:gd name="connsiteY0" fmla="*/ 88357 h 157711"/>
                        <a:gd name="connsiteX1" fmla="*/ 105579 w 144691"/>
                        <a:gd name="connsiteY1" fmla="*/ 134554 h 157711"/>
                        <a:gd name="connsiteX2" fmla="*/ 43285 w 144691"/>
                        <a:gd name="connsiteY2" fmla="*/ 150841 h 157711"/>
                        <a:gd name="connsiteX3" fmla="*/ 17092 w 144691"/>
                        <a:gd name="connsiteY3" fmla="*/ 132172 h 157711"/>
                        <a:gd name="connsiteX4" fmla="*/ 8519 w 144691"/>
                        <a:gd name="connsiteY4" fmla="*/ 69879 h 157711"/>
                        <a:gd name="connsiteX5" fmla="*/ 40047 w 144691"/>
                        <a:gd name="connsiteY5" fmla="*/ 22921 h 157711"/>
                        <a:gd name="connsiteX6" fmla="*/ 70432 w 144691"/>
                        <a:gd name="connsiteY6" fmla="*/ 1299 h 157711"/>
                        <a:gd name="connsiteX7" fmla="*/ 102912 w 144691"/>
                        <a:gd name="connsiteY7" fmla="*/ 7204 h 157711"/>
                        <a:gd name="connsiteX8" fmla="*/ 128439 w 144691"/>
                        <a:gd name="connsiteY8" fmla="*/ 26349 h 157711"/>
                        <a:gd name="connsiteX9" fmla="*/ 144346 w 144691"/>
                        <a:gd name="connsiteY9" fmla="*/ 54829 h 157711"/>
                        <a:gd name="connsiteX10" fmla="*/ 136154 w 144691"/>
                        <a:gd name="connsiteY10" fmla="*/ 88357 h 157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4691" h="157711">
                          <a:moveTo>
                            <a:pt x="136154" y="88357"/>
                          </a:moveTo>
                          <a:lnTo>
                            <a:pt x="105579" y="134554"/>
                          </a:lnTo>
                          <a:cubicBezTo>
                            <a:pt x="91006" y="156842"/>
                            <a:pt x="62145" y="164652"/>
                            <a:pt x="43285" y="150841"/>
                          </a:cubicBezTo>
                          <a:lnTo>
                            <a:pt x="17092" y="132172"/>
                          </a:lnTo>
                          <a:cubicBezTo>
                            <a:pt x="-1673" y="118456"/>
                            <a:pt x="-5673" y="91405"/>
                            <a:pt x="8519" y="69879"/>
                          </a:cubicBezTo>
                          <a:lnTo>
                            <a:pt x="40047" y="22921"/>
                          </a:lnTo>
                          <a:cubicBezTo>
                            <a:pt x="47762" y="11681"/>
                            <a:pt x="58811" y="4156"/>
                            <a:pt x="70432" y="1299"/>
                          </a:cubicBezTo>
                          <a:cubicBezTo>
                            <a:pt x="81862" y="-1559"/>
                            <a:pt x="93673" y="251"/>
                            <a:pt x="102912" y="7204"/>
                          </a:cubicBezTo>
                          <a:lnTo>
                            <a:pt x="128439" y="26349"/>
                          </a:lnTo>
                          <a:cubicBezTo>
                            <a:pt x="137678" y="33303"/>
                            <a:pt x="142917" y="43685"/>
                            <a:pt x="144346" y="54829"/>
                          </a:cubicBezTo>
                          <a:cubicBezTo>
                            <a:pt x="145679" y="65974"/>
                            <a:pt x="143203" y="77975"/>
                            <a:pt x="136154" y="88357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21" name="Forme libre : forme 16120">
                      <a:extLst>
                        <a:ext uri="{FF2B5EF4-FFF2-40B4-BE49-F238E27FC236}">
                          <a16:creationId xmlns:a16="http://schemas.microsoft.com/office/drawing/2014/main" id="{CE93B6C3-DE26-40D4-8EF1-CA9D3B2902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3143" y="3015138"/>
                      <a:ext cx="112774" cy="131774"/>
                    </a:xfrm>
                    <a:custGeom>
                      <a:avLst/>
                      <a:gdLst>
                        <a:gd name="connsiteX0" fmla="*/ 47149 w 112774"/>
                        <a:gd name="connsiteY0" fmla="*/ 79058 h 131774"/>
                        <a:gd name="connsiteX1" fmla="*/ 0 w 112774"/>
                        <a:gd name="connsiteY1" fmla="*/ 116872 h 131774"/>
                        <a:gd name="connsiteX2" fmla="*/ 11335 w 112774"/>
                        <a:gd name="connsiteY2" fmla="*/ 124968 h 131774"/>
                        <a:gd name="connsiteX3" fmla="*/ 73628 w 112774"/>
                        <a:gd name="connsiteY3" fmla="*/ 108680 h 131774"/>
                        <a:gd name="connsiteX4" fmla="*/ 104203 w 112774"/>
                        <a:gd name="connsiteY4" fmla="*/ 62484 h 131774"/>
                        <a:gd name="connsiteX5" fmla="*/ 112395 w 112774"/>
                        <a:gd name="connsiteY5" fmla="*/ 29051 h 131774"/>
                        <a:gd name="connsiteX6" fmla="*/ 96488 w 112774"/>
                        <a:gd name="connsiteY6" fmla="*/ 571 h 131774"/>
                        <a:gd name="connsiteX7" fmla="*/ 95631 w 112774"/>
                        <a:gd name="connsiteY7" fmla="*/ 0 h 131774"/>
                        <a:gd name="connsiteX8" fmla="*/ 47149 w 112774"/>
                        <a:gd name="connsiteY8" fmla="*/ 79058 h 131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2774" h="131774">
                          <a:moveTo>
                            <a:pt x="47149" y="79058"/>
                          </a:moveTo>
                          <a:cubicBezTo>
                            <a:pt x="39148" y="100394"/>
                            <a:pt x="20479" y="116300"/>
                            <a:pt x="0" y="116872"/>
                          </a:cubicBezTo>
                          <a:lnTo>
                            <a:pt x="11335" y="124968"/>
                          </a:lnTo>
                          <a:cubicBezTo>
                            <a:pt x="30194" y="138684"/>
                            <a:pt x="59055" y="130874"/>
                            <a:pt x="73628" y="108680"/>
                          </a:cubicBezTo>
                          <a:lnTo>
                            <a:pt x="104203" y="62484"/>
                          </a:lnTo>
                          <a:cubicBezTo>
                            <a:pt x="111252" y="52102"/>
                            <a:pt x="113824" y="40100"/>
                            <a:pt x="112395" y="29051"/>
                          </a:cubicBezTo>
                          <a:cubicBezTo>
                            <a:pt x="110966" y="17907"/>
                            <a:pt x="105632" y="7525"/>
                            <a:pt x="96488" y="571"/>
                          </a:cubicBezTo>
                          <a:lnTo>
                            <a:pt x="95631" y="0"/>
                          </a:lnTo>
                          <a:cubicBezTo>
                            <a:pt x="78772" y="26194"/>
                            <a:pt x="58293" y="48768"/>
                            <a:pt x="47149" y="7905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22" name="Forme libre : forme 16121">
                      <a:extLst>
                        <a:ext uri="{FF2B5EF4-FFF2-40B4-BE49-F238E27FC236}">
                          <a16:creationId xmlns:a16="http://schemas.microsoft.com/office/drawing/2014/main" id="{120B9C2D-6BF4-474C-9F76-BFBC8F4995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14975" y="3030159"/>
                      <a:ext cx="52891" cy="62293"/>
                    </a:xfrm>
                    <a:custGeom>
                      <a:avLst/>
                      <a:gdLst>
                        <a:gd name="connsiteX0" fmla="*/ 45795 w 52891"/>
                        <a:gd name="connsiteY0" fmla="*/ 2696 h 62293"/>
                        <a:gd name="connsiteX1" fmla="*/ 44748 w 52891"/>
                        <a:gd name="connsiteY1" fmla="*/ 43367 h 62293"/>
                        <a:gd name="connsiteX2" fmla="*/ 7410 w 52891"/>
                        <a:gd name="connsiteY2" fmla="*/ 59846 h 62293"/>
                        <a:gd name="connsiteX3" fmla="*/ 8172 w 52891"/>
                        <a:gd name="connsiteY3" fmla="*/ 18983 h 62293"/>
                        <a:gd name="connsiteX4" fmla="*/ 45795 w 52891"/>
                        <a:gd name="connsiteY4" fmla="*/ 2696 h 62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91" h="62293">
                          <a:moveTo>
                            <a:pt x="45795" y="2696"/>
                          </a:moveTo>
                          <a:cubicBezTo>
                            <a:pt x="55702" y="9744"/>
                            <a:pt x="55130" y="27651"/>
                            <a:pt x="44748" y="43367"/>
                          </a:cubicBezTo>
                          <a:cubicBezTo>
                            <a:pt x="34270" y="59084"/>
                            <a:pt x="17602" y="66513"/>
                            <a:pt x="7410" y="59846"/>
                          </a:cubicBezTo>
                          <a:cubicBezTo>
                            <a:pt x="-2687" y="53083"/>
                            <a:pt x="-2496" y="34890"/>
                            <a:pt x="8172" y="18983"/>
                          </a:cubicBezTo>
                          <a:cubicBezTo>
                            <a:pt x="18745" y="2886"/>
                            <a:pt x="35890" y="-4353"/>
                            <a:pt x="45795" y="269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23" name="Forme libre : forme 16122">
                      <a:extLst>
                        <a:ext uri="{FF2B5EF4-FFF2-40B4-BE49-F238E27FC236}">
                          <a16:creationId xmlns:a16="http://schemas.microsoft.com/office/drawing/2014/main" id="{A3476D54-50B2-445D-B7A1-24112F1410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14965" y="3059334"/>
                      <a:ext cx="51329" cy="32968"/>
                    </a:xfrm>
                    <a:custGeom>
                      <a:avLst/>
                      <a:gdLst>
                        <a:gd name="connsiteX0" fmla="*/ 562 w 51329"/>
                        <a:gd name="connsiteY0" fmla="*/ 7811 h 32968"/>
                        <a:gd name="connsiteX1" fmla="*/ 7420 w 51329"/>
                        <a:gd name="connsiteY1" fmla="*/ 30480 h 32968"/>
                        <a:gd name="connsiteX2" fmla="*/ 44758 w 51329"/>
                        <a:gd name="connsiteY2" fmla="*/ 14002 h 32968"/>
                        <a:gd name="connsiteX3" fmla="*/ 51330 w 51329"/>
                        <a:gd name="connsiteY3" fmla="*/ 0 h 32968"/>
                        <a:gd name="connsiteX4" fmla="*/ 45329 w 51329"/>
                        <a:gd name="connsiteY4" fmla="*/ 6191 h 32968"/>
                        <a:gd name="connsiteX5" fmla="*/ 562 w 51329"/>
                        <a:gd name="connsiteY5" fmla="*/ 7811 h 32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1329" h="32968">
                          <a:moveTo>
                            <a:pt x="562" y="7811"/>
                          </a:moveTo>
                          <a:cubicBezTo>
                            <a:pt x="-1153" y="17621"/>
                            <a:pt x="1038" y="26289"/>
                            <a:pt x="7420" y="30480"/>
                          </a:cubicBezTo>
                          <a:cubicBezTo>
                            <a:pt x="17611" y="37243"/>
                            <a:pt x="34280" y="29718"/>
                            <a:pt x="44758" y="14002"/>
                          </a:cubicBezTo>
                          <a:cubicBezTo>
                            <a:pt x="47806" y="9430"/>
                            <a:pt x="49996" y="4667"/>
                            <a:pt x="51330" y="0"/>
                          </a:cubicBezTo>
                          <a:cubicBezTo>
                            <a:pt x="49615" y="2286"/>
                            <a:pt x="47710" y="4381"/>
                            <a:pt x="45329" y="6191"/>
                          </a:cubicBezTo>
                          <a:cubicBezTo>
                            <a:pt x="31423" y="15049"/>
                            <a:pt x="12277" y="17050"/>
                            <a:pt x="562" y="7811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24" name="Forme libre : forme 16123">
                      <a:extLst>
                        <a:ext uri="{FF2B5EF4-FFF2-40B4-BE49-F238E27FC236}">
                          <a16:creationId xmlns:a16="http://schemas.microsoft.com/office/drawing/2014/main" id="{076934C6-36A2-45AB-9679-C9A967AF95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20975" y="3030046"/>
                      <a:ext cx="52807" cy="62162"/>
                    </a:xfrm>
                    <a:custGeom>
                      <a:avLst/>
                      <a:gdLst>
                        <a:gd name="connsiteX0" fmla="*/ 45700 w 52807"/>
                        <a:gd name="connsiteY0" fmla="*/ 2713 h 62162"/>
                        <a:gd name="connsiteX1" fmla="*/ 44748 w 52807"/>
                        <a:gd name="connsiteY1" fmla="*/ 43290 h 62162"/>
                        <a:gd name="connsiteX2" fmla="*/ 7410 w 52807"/>
                        <a:gd name="connsiteY2" fmla="*/ 59673 h 62162"/>
                        <a:gd name="connsiteX3" fmla="*/ 8172 w 52807"/>
                        <a:gd name="connsiteY3" fmla="*/ 18811 h 62162"/>
                        <a:gd name="connsiteX4" fmla="*/ 45700 w 52807"/>
                        <a:gd name="connsiteY4" fmla="*/ 2713 h 62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07" h="62162">
                          <a:moveTo>
                            <a:pt x="45700" y="2713"/>
                          </a:moveTo>
                          <a:cubicBezTo>
                            <a:pt x="55606" y="9857"/>
                            <a:pt x="55035" y="27574"/>
                            <a:pt x="44748" y="43290"/>
                          </a:cubicBezTo>
                          <a:cubicBezTo>
                            <a:pt x="34366" y="58911"/>
                            <a:pt x="17601" y="66436"/>
                            <a:pt x="7410" y="59673"/>
                          </a:cubicBezTo>
                          <a:cubicBezTo>
                            <a:pt x="-2687" y="52910"/>
                            <a:pt x="-2496" y="34622"/>
                            <a:pt x="8172" y="18811"/>
                          </a:cubicBezTo>
                          <a:cubicBezTo>
                            <a:pt x="18745" y="2809"/>
                            <a:pt x="35889" y="-4335"/>
                            <a:pt x="45700" y="271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25" name="Forme libre : forme 16124">
                      <a:extLst>
                        <a:ext uri="{FF2B5EF4-FFF2-40B4-BE49-F238E27FC236}">
                          <a16:creationId xmlns:a16="http://schemas.microsoft.com/office/drawing/2014/main" id="{29F4F31A-1C53-49B3-BD78-588B2EC3EB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2597" y="3056374"/>
                      <a:ext cx="99674" cy="69391"/>
                    </a:xfrm>
                    <a:custGeom>
                      <a:avLst/>
                      <a:gdLst>
                        <a:gd name="connsiteX0" fmla="*/ 25976 w 99674"/>
                        <a:gd name="connsiteY0" fmla="*/ 59444 h 69391"/>
                        <a:gd name="connsiteX1" fmla="*/ 44264 w 99674"/>
                        <a:gd name="connsiteY1" fmla="*/ 68969 h 69391"/>
                        <a:gd name="connsiteX2" fmla="*/ 82078 w 99674"/>
                        <a:gd name="connsiteY2" fmla="*/ 52014 h 69391"/>
                        <a:gd name="connsiteX3" fmla="*/ 99413 w 99674"/>
                        <a:gd name="connsiteY3" fmla="*/ 20677 h 69391"/>
                        <a:gd name="connsiteX4" fmla="*/ 89412 w 99674"/>
                        <a:gd name="connsiteY4" fmla="*/ 198 h 69391"/>
                        <a:gd name="connsiteX5" fmla="*/ 74172 w 99674"/>
                        <a:gd name="connsiteY5" fmla="*/ 4294 h 69391"/>
                        <a:gd name="connsiteX6" fmla="*/ 37787 w 99674"/>
                        <a:gd name="connsiteY6" fmla="*/ 15248 h 69391"/>
                        <a:gd name="connsiteX7" fmla="*/ 354 w 99674"/>
                        <a:gd name="connsiteY7" fmla="*/ 31345 h 69391"/>
                        <a:gd name="connsiteX8" fmla="*/ 25976 w 99674"/>
                        <a:gd name="connsiteY8" fmla="*/ 59444 h 69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674" h="69391">
                          <a:moveTo>
                            <a:pt x="25976" y="59444"/>
                          </a:moveTo>
                          <a:cubicBezTo>
                            <a:pt x="31596" y="63539"/>
                            <a:pt x="37311" y="67730"/>
                            <a:pt x="44264" y="68969"/>
                          </a:cubicBezTo>
                          <a:cubicBezTo>
                            <a:pt x="57504" y="71445"/>
                            <a:pt x="71696" y="62682"/>
                            <a:pt x="82078" y="52014"/>
                          </a:cubicBezTo>
                          <a:cubicBezTo>
                            <a:pt x="90650" y="43156"/>
                            <a:pt x="97794" y="32297"/>
                            <a:pt x="99413" y="20677"/>
                          </a:cubicBezTo>
                          <a:cubicBezTo>
                            <a:pt x="100652" y="11914"/>
                            <a:pt x="97508" y="1722"/>
                            <a:pt x="89412" y="198"/>
                          </a:cubicBezTo>
                          <a:cubicBezTo>
                            <a:pt x="84364" y="-755"/>
                            <a:pt x="79125" y="1912"/>
                            <a:pt x="74172" y="4294"/>
                          </a:cubicBezTo>
                          <a:cubicBezTo>
                            <a:pt x="62552" y="9818"/>
                            <a:pt x="50169" y="13533"/>
                            <a:pt x="37787" y="15248"/>
                          </a:cubicBezTo>
                          <a:cubicBezTo>
                            <a:pt x="27214" y="16772"/>
                            <a:pt x="3878" y="16581"/>
                            <a:pt x="354" y="31345"/>
                          </a:cubicBezTo>
                          <a:cubicBezTo>
                            <a:pt x="-2980" y="44394"/>
                            <a:pt x="18165" y="53728"/>
                            <a:pt x="25976" y="5944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26" name="Forme libre : forme 16125">
                      <a:extLst>
                        <a:ext uri="{FF2B5EF4-FFF2-40B4-BE49-F238E27FC236}">
                          <a16:creationId xmlns:a16="http://schemas.microsoft.com/office/drawing/2014/main" id="{1E26D0DB-8479-40F0-BD6C-23F11A1502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4347" y="3061698"/>
                      <a:ext cx="16277" cy="31966"/>
                    </a:xfrm>
                    <a:custGeom>
                      <a:avLst/>
                      <a:gdLst>
                        <a:gd name="connsiteX0" fmla="*/ 2606 w 16277"/>
                        <a:gd name="connsiteY0" fmla="*/ 27164 h 31966"/>
                        <a:gd name="connsiteX1" fmla="*/ 5559 w 16277"/>
                        <a:gd name="connsiteY1" fmla="*/ 31165 h 31966"/>
                        <a:gd name="connsiteX2" fmla="*/ 10416 w 16277"/>
                        <a:gd name="connsiteY2" fmla="*/ 31260 h 31966"/>
                        <a:gd name="connsiteX3" fmla="*/ 13083 w 16277"/>
                        <a:gd name="connsiteY3" fmla="*/ 26974 h 31966"/>
                        <a:gd name="connsiteX4" fmla="*/ 16036 w 16277"/>
                        <a:gd name="connsiteY4" fmla="*/ 14401 h 31966"/>
                        <a:gd name="connsiteX5" fmla="*/ 16131 w 16277"/>
                        <a:gd name="connsiteY5" fmla="*/ 9162 h 31966"/>
                        <a:gd name="connsiteX6" fmla="*/ 2225 w 16277"/>
                        <a:gd name="connsiteY6" fmla="*/ 4399 h 31966"/>
                        <a:gd name="connsiteX7" fmla="*/ 2606 w 16277"/>
                        <a:gd name="connsiteY7" fmla="*/ 27164 h 31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77" h="31966">
                          <a:moveTo>
                            <a:pt x="2606" y="27164"/>
                          </a:moveTo>
                          <a:cubicBezTo>
                            <a:pt x="3273" y="28688"/>
                            <a:pt x="4225" y="30212"/>
                            <a:pt x="5559" y="31165"/>
                          </a:cubicBezTo>
                          <a:cubicBezTo>
                            <a:pt x="6987" y="32117"/>
                            <a:pt x="8892" y="32308"/>
                            <a:pt x="10416" y="31260"/>
                          </a:cubicBezTo>
                          <a:cubicBezTo>
                            <a:pt x="11750" y="30307"/>
                            <a:pt x="12512" y="28593"/>
                            <a:pt x="13083" y="26974"/>
                          </a:cubicBezTo>
                          <a:cubicBezTo>
                            <a:pt x="14512" y="22878"/>
                            <a:pt x="15465" y="18592"/>
                            <a:pt x="16036" y="14401"/>
                          </a:cubicBezTo>
                          <a:cubicBezTo>
                            <a:pt x="16227" y="12686"/>
                            <a:pt x="16417" y="10876"/>
                            <a:pt x="16131" y="9162"/>
                          </a:cubicBezTo>
                          <a:cubicBezTo>
                            <a:pt x="14893" y="2113"/>
                            <a:pt x="6702" y="-4745"/>
                            <a:pt x="2225" y="4399"/>
                          </a:cubicBezTo>
                          <a:cubicBezTo>
                            <a:pt x="-1204" y="11257"/>
                            <a:pt x="-347" y="20782"/>
                            <a:pt x="2606" y="2716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27" name="Forme libre : forme 16126">
                      <a:extLst>
                        <a:ext uri="{FF2B5EF4-FFF2-40B4-BE49-F238E27FC236}">
                          <a16:creationId xmlns:a16="http://schemas.microsoft.com/office/drawing/2014/main" id="{4F39BACC-34F7-408C-B3F6-14E67CB9ED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83059" y="3016472"/>
                      <a:ext cx="17132" cy="58864"/>
                    </a:xfrm>
                    <a:custGeom>
                      <a:avLst/>
                      <a:gdLst>
                        <a:gd name="connsiteX0" fmla="*/ 0 w 17132"/>
                        <a:gd name="connsiteY0" fmla="*/ 0 h 58864"/>
                        <a:gd name="connsiteX1" fmla="*/ 12002 w 17132"/>
                        <a:gd name="connsiteY1" fmla="*/ 14383 h 58864"/>
                        <a:gd name="connsiteX2" fmla="*/ 12764 w 17132"/>
                        <a:gd name="connsiteY2" fmla="*/ 58864 h 58864"/>
                        <a:gd name="connsiteX3" fmla="*/ 14764 w 17132"/>
                        <a:gd name="connsiteY3" fmla="*/ 39338 h 58864"/>
                        <a:gd name="connsiteX4" fmla="*/ 0 w 17132"/>
                        <a:gd name="connsiteY4" fmla="*/ 0 h 58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2" h="58864">
                          <a:moveTo>
                            <a:pt x="0" y="0"/>
                          </a:moveTo>
                          <a:cubicBezTo>
                            <a:pt x="0" y="0"/>
                            <a:pt x="6953" y="4667"/>
                            <a:pt x="12002" y="14383"/>
                          </a:cubicBezTo>
                          <a:cubicBezTo>
                            <a:pt x="17050" y="24098"/>
                            <a:pt x="20098" y="38481"/>
                            <a:pt x="12764" y="58864"/>
                          </a:cubicBezTo>
                          <a:cubicBezTo>
                            <a:pt x="12764" y="58864"/>
                            <a:pt x="15145" y="50768"/>
                            <a:pt x="14764" y="39338"/>
                          </a:cubicBezTo>
                          <a:cubicBezTo>
                            <a:pt x="14383" y="28004"/>
                            <a:pt x="11335" y="1343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28" name="Forme libre : forme 16127">
                      <a:extLst>
                        <a:ext uri="{FF2B5EF4-FFF2-40B4-BE49-F238E27FC236}">
                          <a16:creationId xmlns:a16="http://schemas.microsoft.com/office/drawing/2014/main" id="{325A83F0-07FD-4242-9C96-DB0A477523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6396" y="3058572"/>
                      <a:ext cx="16269" cy="62579"/>
                    </a:xfrm>
                    <a:custGeom>
                      <a:avLst/>
                      <a:gdLst>
                        <a:gd name="connsiteX0" fmla="*/ 7697 w 16269"/>
                        <a:gd name="connsiteY0" fmla="*/ 0 h 62579"/>
                        <a:gd name="connsiteX1" fmla="*/ 458 w 16269"/>
                        <a:gd name="connsiteY1" fmla="*/ 21241 h 62579"/>
                        <a:gd name="connsiteX2" fmla="*/ 16269 w 16269"/>
                        <a:gd name="connsiteY2" fmla="*/ 62579 h 62579"/>
                        <a:gd name="connsiteX3" fmla="*/ 6173 w 16269"/>
                        <a:gd name="connsiteY3" fmla="*/ 44482 h 62579"/>
                        <a:gd name="connsiteX4" fmla="*/ 7697 w 16269"/>
                        <a:gd name="connsiteY4" fmla="*/ 0 h 62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9" h="62579">
                          <a:moveTo>
                            <a:pt x="7697" y="0"/>
                          </a:moveTo>
                          <a:cubicBezTo>
                            <a:pt x="7697" y="0"/>
                            <a:pt x="2077" y="9049"/>
                            <a:pt x="458" y="21241"/>
                          </a:cubicBezTo>
                          <a:cubicBezTo>
                            <a:pt x="-1161" y="33433"/>
                            <a:pt x="934" y="48863"/>
                            <a:pt x="16269" y="62579"/>
                          </a:cubicBezTo>
                          <a:cubicBezTo>
                            <a:pt x="16269" y="62579"/>
                            <a:pt x="10173" y="55626"/>
                            <a:pt x="6173" y="44482"/>
                          </a:cubicBezTo>
                          <a:cubicBezTo>
                            <a:pt x="2077" y="33147"/>
                            <a:pt x="-209" y="17907"/>
                            <a:pt x="769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29" name="Forme libre : forme 16128">
                      <a:extLst>
                        <a:ext uri="{FF2B5EF4-FFF2-40B4-BE49-F238E27FC236}">
                          <a16:creationId xmlns:a16="http://schemas.microsoft.com/office/drawing/2014/main" id="{C8819271-CE76-40AA-B422-6200A0B13F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26154" y="3039834"/>
                      <a:ext cx="22127" cy="20393"/>
                    </a:xfrm>
                    <a:custGeom>
                      <a:avLst/>
                      <a:gdLst>
                        <a:gd name="connsiteX0" fmla="*/ 21377 w 22127"/>
                        <a:gd name="connsiteY0" fmla="*/ 1878 h 20393"/>
                        <a:gd name="connsiteX1" fmla="*/ 15185 w 22127"/>
                        <a:gd name="connsiteY1" fmla="*/ 16071 h 20393"/>
                        <a:gd name="connsiteX2" fmla="*/ 803 w 22127"/>
                        <a:gd name="connsiteY2" fmla="*/ 18547 h 20393"/>
                        <a:gd name="connsiteX3" fmla="*/ 6994 w 22127"/>
                        <a:gd name="connsiteY3" fmla="*/ 4260 h 20393"/>
                        <a:gd name="connsiteX4" fmla="*/ 21377 w 22127"/>
                        <a:gd name="connsiteY4" fmla="*/ 1878 h 20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127" h="20393">
                          <a:moveTo>
                            <a:pt x="21377" y="1878"/>
                          </a:moveTo>
                          <a:cubicBezTo>
                            <a:pt x="23567" y="5117"/>
                            <a:pt x="20805" y="11499"/>
                            <a:pt x="15185" y="16071"/>
                          </a:cubicBezTo>
                          <a:cubicBezTo>
                            <a:pt x="9566" y="20643"/>
                            <a:pt x="3089" y="21786"/>
                            <a:pt x="803" y="18547"/>
                          </a:cubicBezTo>
                          <a:cubicBezTo>
                            <a:pt x="-1483" y="15309"/>
                            <a:pt x="1279" y="8832"/>
                            <a:pt x="6994" y="4260"/>
                          </a:cubicBezTo>
                          <a:cubicBezTo>
                            <a:pt x="12614" y="-312"/>
                            <a:pt x="19186" y="-1360"/>
                            <a:pt x="21377" y="187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30" name="Forme libre : forme 16129">
                      <a:extLst>
                        <a:ext uri="{FF2B5EF4-FFF2-40B4-BE49-F238E27FC236}">
                          <a16:creationId xmlns:a16="http://schemas.microsoft.com/office/drawing/2014/main" id="{52DC20A1-3C2C-4F52-94EC-8C2B999639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2729" y="3037130"/>
                      <a:ext cx="6649" cy="6922"/>
                    </a:xfrm>
                    <a:custGeom>
                      <a:avLst/>
                      <a:gdLst>
                        <a:gd name="connsiteX0" fmla="*/ 5373 w 6649"/>
                        <a:gd name="connsiteY0" fmla="*/ 487 h 6922"/>
                        <a:gd name="connsiteX1" fmla="*/ 5944 w 6649"/>
                        <a:gd name="connsiteY1" fmla="*/ 5250 h 6922"/>
                        <a:gd name="connsiteX2" fmla="*/ 1277 w 6649"/>
                        <a:gd name="connsiteY2" fmla="*/ 6393 h 6922"/>
                        <a:gd name="connsiteX3" fmla="*/ 705 w 6649"/>
                        <a:gd name="connsiteY3" fmla="*/ 1630 h 6922"/>
                        <a:gd name="connsiteX4" fmla="*/ 5373 w 6649"/>
                        <a:gd name="connsiteY4" fmla="*/ 487 h 69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49" h="6922">
                          <a:moveTo>
                            <a:pt x="5373" y="487"/>
                          </a:moveTo>
                          <a:cubicBezTo>
                            <a:pt x="6801" y="1440"/>
                            <a:pt x="7087" y="3631"/>
                            <a:pt x="5944" y="5250"/>
                          </a:cubicBezTo>
                          <a:cubicBezTo>
                            <a:pt x="4801" y="6869"/>
                            <a:pt x="2706" y="7441"/>
                            <a:pt x="1277" y="6393"/>
                          </a:cubicBezTo>
                          <a:cubicBezTo>
                            <a:pt x="-152" y="5440"/>
                            <a:pt x="-438" y="3345"/>
                            <a:pt x="705" y="1630"/>
                          </a:cubicBezTo>
                          <a:cubicBezTo>
                            <a:pt x="1848" y="11"/>
                            <a:pt x="3944" y="-465"/>
                            <a:pt x="5373" y="48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31" name="Forme libre : forme 16130">
                      <a:extLst>
                        <a:ext uri="{FF2B5EF4-FFF2-40B4-BE49-F238E27FC236}">
                          <a16:creationId xmlns:a16="http://schemas.microsoft.com/office/drawing/2014/main" id="{9F1D33E1-1321-4C4D-8E79-7FC44DDFA1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8674" y="3001899"/>
                      <a:ext cx="74616" cy="40470"/>
                    </a:xfrm>
                    <a:custGeom>
                      <a:avLst/>
                      <a:gdLst>
                        <a:gd name="connsiteX0" fmla="*/ 44856 w 74616"/>
                        <a:gd name="connsiteY0" fmla="*/ 381 h 40470"/>
                        <a:gd name="connsiteX1" fmla="*/ 70193 w 74616"/>
                        <a:gd name="connsiteY1" fmla="*/ 12382 h 40470"/>
                        <a:gd name="connsiteX2" fmla="*/ 74098 w 74616"/>
                        <a:gd name="connsiteY2" fmla="*/ 21431 h 40470"/>
                        <a:gd name="connsiteX3" fmla="*/ 65144 w 74616"/>
                        <a:gd name="connsiteY3" fmla="*/ 24479 h 40470"/>
                        <a:gd name="connsiteX4" fmla="*/ 35236 w 74616"/>
                        <a:gd name="connsiteY4" fmla="*/ 22955 h 40470"/>
                        <a:gd name="connsiteX5" fmla="*/ 565 w 74616"/>
                        <a:gd name="connsiteY5" fmla="*/ 37909 h 40470"/>
                        <a:gd name="connsiteX6" fmla="*/ 22663 w 74616"/>
                        <a:gd name="connsiteY6" fmla="*/ 4381 h 40470"/>
                        <a:gd name="connsiteX7" fmla="*/ 44856 w 74616"/>
                        <a:gd name="connsiteY7" fmla="*/ 381 h 40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4616" h="40470">
                          <a:moveTo>
                            <a:pt x="44856" y="381"/>
                          </a:moveTo>
                          <a:cubicBezTo>
                            <a:pt x="54381" y="1809"/>
                            <a:pt x="62763" y="6667"/>
                            <a:pt x="70193" y="12382"/>
                          </a:cubicBezTo>
                          <a:cubicBezTo>
                            <a:pt x="72955" y="14477"/>
                            <a:pt x="75812" y="18002"/>
                            <a:pt x="74098" y="21431"/>
                          </a:cubicBezTo>
                          <a:cubicBezTo>
                            <a:pt x="72479" y="24574"/>
                            <a:pt x="68383" y="24860"/>
                            <a:pt x="65144" y="24479"/>
                          </a:cubicBezTo>
                          <a:cubicBezTo>
                            <a:pt x="55143" y="23240"/>
                            <a:pt x="45332" y="19431"/>
                            <a:pt x="35236" y="22955"/>
                          </a:cubicBezTo>
                          <a:cubicBezTo>
                            <a:pt x="28854" y="25145"/>
                            <a:pt x="4470" y="48006"/>
                            <a:pt x="565" y="37909"/>
                          </a:cubicBezTo>
                          <a:cubicBezTo>
                            <a:pt x="-3436" y="27717"/>
                            <a:pt x="14852" y="8667"/>
                            <a:pt x="22663" y="4381"/>
                          </a:cubicBezTo>
                          <a:cubicBezTo>
                            <a:pt x="29521" y="381"/>
                            <a:pt x="37712" y="-667"/>
                            <a:pt x="44856" y="38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56" name="Graphique 1">
                    <a:extLst>
                      <a:ext uri="{FF2B5EF4-FFF2-40B4-BE49-F238E27FC236}">
                        <a16:creationId xmlns:a16="http://schemas.microsoft.com/office/drawing/2014/main" id="{EBCC3178-0E49-4C5D-A0C1-F7CB40ED346E}"/>
                      </a:ext>
                    </a:extLst>
                  </p:cNvPr>
                  <p:cNvGrpSpPr/>
                  <p:nvPr/>
                </p:nvGrpSpPr>
                <p:grpSpPr>
                  <a:xfrm>
                    <a:off x="1549300" y="2871920"/>
                    <a:ext cx="150127" cy="151679"/>
                    <a:chOff x="1549300" y="2871920"/>
                    <a:chExt cx="150127" cy="151679"/>
                  </a:xfrm>
                  <a:solidFill>
                    <a:schemeClr val="accent1"/>
                  </a:solidFill>
                </p:grpSpPr>
                <p:sp>
                  <p:nvSpPr>
                    <p:cNvPr id="16108" name="Forme libre : forme 16107">
                      <a:extLst>
                        <a:ext uri="{FF2B5EF4-FFF2-40B4-BE49-F238E27FC236}">
                          <a16:creationId xmlns:a16="http://schemas.microsoft.com/office/drawing/2014/main" id="{793A6967-893D-477A-8EAF-D3038A4F7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9300" y="2871920"/>
                      <a:ext cx="150031" cy="151679"/>
                    </a:xfrm>
                    <a:custGeom>
                      <a:avLst/>
                      <a:gdLst>
                        <a:gd name="connsiteX0" fmla="*/ 134438 w 150031"/>
                        <a:gd name="connsiteY0" fmla="*/ 102261 h 151679"/>
                        <a:gd name="connsiteX1" fmla="*/ 117293 w 150031"/>
                        <a:gd name="connsiteY1" fmla="*/ 118072 h 151679"/>
                        <a:gd name="connsiteX2" fmla="*/ 100720 w 150031"/>
                        <a:gd name="connsiteY2" fmla="*/ 135598 h 151679"/>
                        <a:gd name="connsiteX3" fmla="*/ 87575 w 150031"/>
                        <a:gd name="connsiteY3" fmla="*/ 145981 h 151679"/>
                        <a:gd name="connsiteX4" fmla="*/ 71859 w 150031"/>
                        <a:gd name="connsiteY4" fmla="*/ 151124 h 151679"/>
                        <a:gd name="connsiteX5" fmla="*/ 40236 w 150031"/>
                        <a:gd name="connsiteY5" fmla="*/ 143695 h 151679"/>
                        <a:gd name="connsiteX6" fmla="*/ 14709 w 150031"/>
                        <a:gd name="connsiteY6" fmla="*/ 124549 h 151679"/>
                        <a:gd name="connsiteX7" fmla="*/ 40 w 150031"/>
                        <a:gd name="connsiteY7" fmla="*/ 94927 h 151679"/>
                        <a:gd name="connsiteX8" fmla="*/ 3374 w 150031"/>
                        <a:gd name="connsiteY8" fmla="*/ 76543 h 151679"/>
                        <a:gd name="connsiteX9" fmla="*/ 14233 w 150031"/>
                        <a:gd name="connsiteY9" fmla="*/ 58827 h 151679"/>
                        <a:gd name="connsiteX10" fmla="*/ 36236 w 150031"/>
                        <a:gd name="connsiteY10" fmla="*/ 35776 h 151679"/>
                        <a:gd name="connsiteX11" fmla="*/ 60334 w 150031"/>
                        <a:gd name="connsiteY11" fmla="*/ 13869 h 151679"/>
                        <a:gd name="connsiteX12" fmla="*/ 79574 w 150031"/>
                        <a:gd name="connsiteY12" fmla="*/ 3010 h 151679"/>
                        <a:gd name="connsiteX13" fmla="*/ 99196 w 150031"/>
                        <a:gd name="connsiteY13" fmla="*/ 153 h 151679"/>
                        <a:gd name="connsiteX14" fmla="*/ 127961 w 150031"/>
                        <a:gd name="connsiteY14" fmla="*/ 16726 h 151679"/>
                        <a:gd name="connsiteX15" fmla="*/ 144058 w 150031"/>
                        <a:gd name="connsiteY15" fmla="*/ 43968 h 151679"/>
                        <a:gd name="connsiteX16" fmla="*/ 149202 w 150031"/>
                        <a:gd name="connsiteY16" fmla="*/ 75591 h 151679"/>
                        <a:gd name="connsiteX17" fmla="*/ 144154 w 150031"/>
                        <a:gd name="connsiteY17" fmla="*/ 90164 h 151679"/>
                        <a:gd name="connsiteX18" fmla="*/ 134438 w 150031"/>
                        <a:gd name="connsiteY18" fmla="*/ 102261 h 1516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50031" h="151679">
                          <a:moveTo>
                            <a:pt x="134438" y="102261"/>
                          </a:moveTo>
                          <a:cubicBezTo>
                            <a:pt x="128628" y="107404"/>
                            <a:pt x="122818" y="112262"/>
                            <a:pt x="117293" y="118072"/>
                          </a:cubicBezTo>
                          <a:cubicBezTo>
                            <a:pt x="111578" y="123502"/>
                            <a:pt x="106149" y="129502"/>
                            <a:pt x="100720" y="135598"/>
                          </a:cubicBezTo>
                          <a:cubicBezTo>
                            <a:pt x="96815" y="139694"/>
                            <a:pt x="92528" y="143409"/>
                            <a:pt x="87575" y="145981"/>
                          </a:cubicBezTo>
                          <a:cubicBezTo>
                            <a:pt x="82717" y="148552"/>
                            <a:pt x="77288" y="150172"/>
                            <a:pt x="71859" y="151124"/>
                          </a:cubicBezTo>
                          <a:cubicBezTo>
                            <a:pt x="61000" y="152839"/>
                            <a:pt x="49475" y="150648"/>
                            <a:pt x="40236" y="143695"/>
                          </a:cubicBezTo>
                          <a:lnTo>
                            <a:pt x="14709" y="124549"/>
                          </a:lnTo>
                          <a:cubicBezTo>
                            <a:pt x="5470" y="117596"/>
                            <a:pt x="421" y="106928"/>
                            <a:pt x="40" y="94927"/>
                          </a:cubicBezTo>
                          <a:cubicBezTo>
                            <a:pt x="-245" y="88926"/>
                            <a:pt x="993" y="82735"/>
                            <a:pt x="3374" y="76543"/>
                          </a:cubicBezTo>
                          <a:cubicBezTo>
                            <a:pt x="5756" y="70352"/>
                            <a:pt x="9089" y="64256"/>
                            <a:pt x="14233" y="58827"/>
                          </a:cubicBezTo>
                          <a:cubicBezTo>
                            <a:pt x="21281" y="51016"/>
                            <a:pt x="28330" y="43301"/>
                            <a:pt x="36236" y="35776"/>
                          </a:cubicBezTo>
                          <a:cubicBezTo>
                            <a:pt x="43665" y="28156"/>
                            <a:pt x="52047" y="21013"/>
                            <a:pt x="60334" y="13869"/>
                          </a:cubicBezTo>
                          <a:cubicBezTo>
                            <a:pt x="65953" y="8725"/>
                            <a:pt x="73002" y="5392"/>
                            <a:pt x="79574" y="3010"/>
                          </a:cubicBezTo>
                          <a:cubicBezTo>
                            <a:pt x="86146" y="629"/>
                            <a:pt x="92814" y="-419"/>
                            <a:pt x="99196" y="153"/>
                          </a:cubicBezTo>
                          <a:cubicBezTo>
                            <a:pt x="111864" y="1010"/>
                            <a:pt x="122151" y="6916"/>
                            <a:pt x="127961" y="16726"/>
                          </a:cubicBezTo>
                          <a:lnTo>
                            <a:pt x="144058" y="43968"/>
                          </a:lnTo>
                          <a:cubicBezTo>
                            <a:pt x="149869" y="53874"/>
                            <a:pt x="151107" y="65399"/>
                            <a:pt x="149202" y="75591"/>
                          </a:cubicBezTo>
                          <a:cubicBezTo>
                            <a:pt x="148154" y="80544"/>
                            <a:pt x="146535" y="85592"/>
                            <a:pt x="144154" y="90164"/>
                          </a:cubicBezTo>
                          <a:cubicBezTo>
                            <a:pt x="141868" y="94927"/>
                            <a:pt x="138344" y="98451"/>
                            <a:pt x="134438" y="102261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09" name="Forme libre : forme 16108">
                      <a:extLst>
                        <a:ext uri="{FF2B5EF4-FFF2-40B4-BE49-F238E27FC236}">
                          <a16:creationId xmlns:a16="http://schemas.microsoft.com/office/drawing/2014/main" id="{523FB7CF-B567-4D91-8BD3-6F92FCF2FE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78487" y="2915221"/>
                      <a:ext cx="120940" cy="108378"/>
                    </a:xfrm>
                    <a:custGeom>
                      <a:avLst/>
                      <a:gdLst>
                        <a:gd name="connsiteX0" fmla="*/ 49435 w 120940"/>
                        <a:gd name="connsiteY0" fmla="*/ 60007 h 108378"/>
                        <a:gd name="connsiteX1" fmla="*/ 40005 w 120940"/>
                        <a:gd name="connsiteY1" fmla="*/ 72866 h 108378"/>
                        <a:gd name="connsiteX2" fmla="*/ 28384 w 120940"/>
                        <a:gd name="connsiteY2" fmla="*/ 83058 h 108378"/>
                        <a:gd name="connsiteX3" fmla="*/ 0 w 120940"/>
                        <a:gd name="connsiteY3" fmla="*/ 92107 h 108378"/>
                        <a:gd name="connsiteX4" fmla="*/ 11049 w 120940"/>
                        <a:gd name="connsiteY4" fmla="*/ 100394 h 108378"/>
                        <a:gd name="connsiteX5" fmla="*/ 42672 w 120940"/>
                        <a:gd name="connsiteY5" fmla="*/ 107823 h 108378"/>
                        <a:gd name="connsiteX6" fmla="*/ 58388 w 120940"/>
                        <a:gd name="connsiteY6" fmla="*/ 102679 h 108378"/>
                        <a:gd name="connsiteX7" fmla="*/ 71533 w 120940"/>
                        <a:gd name="connsiteY7" fmla="*/ 92297 h 108378"/>
                        <a:gd name="connsiteX8" fmla="*/ 88106 w 120940"/>
                        <a:gd name="connsiteY8" fmla="*/ 74771 h 108378"/>
                        <a:gd name="connsiteX9" fmla="*/ 105251 w 120940"/>
                        <a:gd name="connsiteY9" fmla="*/ 58960 h 108378"/>
                        <a:gd name="connsiteX10" fmla="*/ 115062 w 120940"/>
                        <a:gd name="connsiteY10" fmla="*/ 47054 h 108378"/>
                        <a:gd name="connsiteX11" fmla="*/ 120110 w 120940"/>
                        <a:gd name="connsiteY11" fmla="*/ 32480 h 108378"/>
                        <a:gd name="connsiteX12" fmla="*/ 114967 w 120940"/>
                        <a:gd name="connsiteY12" fmla="*/ 857 h 108378"/>
                        <a:gd name="connsiteX13" fmla="*/ 114491 w 120940"/>
                        <a:gd name="connsiteY13" fmla="*/ 0 h 108378"/>
                        <a:gd name="connsiteX14" fmla="*/ 96107 w 120940"/>
                        <a:gd name="connsiteY14" fmla="*/ 12859 h 108378"/>
                        <a:gd name="connsiteX15" fmla="*/ 78486 w 120940"/>
                        <a:gd name="connsiteY15" fmla="*/ 26289 h 108378"/>
                        <a:gd name="connsiteX16" fmla="*/ 62579 w 120940"/>
                        <a:gd name="connsiteY16" fmla="*/ 41720 h 108378"/>
                        <a:gd name="connsiteX17" fmla="*/ 49435 w 120940"/>
                        <a:gd name="connsiteY17" fmla="*/ 60007 h 108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20940" h="108378">
                          <a:moveTo>
                            <a:pt x="49435" y="60007"/>
                          </a:moveTo>
                          <a:cubicBezTo>
                            <a:pt x="46768" y="64770"/>
                            <a:pt x="43625" y="69056"/>
                            <a:pt x="40005" y="72866"/>
                          </a:cubicBezTo>
                          <a:cubicBezTo>
                            <a:pt x="36576" y="76867"/>
                            <a:pt x="32671" y="80201"/>
                            <a:pt x="28384" y="83058"/>
                          </a:cubicBezTo>
                          <a:cubicBezTo>
                            <a:pt x="19812" y="88582"/>
                            <a:pt x="10287" y="92202"/>
                            <a:pt x="0" y="92107"/>
                          </a:cubicBezTo>
                          <a:lnTo>
                            <a:pt x="11049" y="100394"/>
                          </a:lnTo>
                          <a:cubicBezTo>
                            <a:pt x="20288" y="107347"/>
                            <a:pt x="31813" y="109538"/>
                            <a:pt x="42672" y="107823"/>
                          </a:cubicBezTo>
                          <a:cubicBezTo>
                            <a:pt x="48101" y="106871"/>
                            <a:pt x="53435" y="105346"/>
                            <a:pt x="58388" y="102679"/>
                          </a:cubicBezTo>
                          <a:cubicBezTo>
                            <a:pt x="63341" y="100108"/>
                            <a:pt x="67628" y="96393"/>
                            <a:pt x="71533" y="92297"/>
                          </a:cubicBezTo>
                          <a:cubicBezTo>
                            <a:pt x="76962" y="86201"/>
                            <a:pt x="82391" y="80105"/>
                            <a:pt x="88106" y="74771"/>
                          </a:cubicBezTo>
                          <a:cubicBezTo>
                            <a:pt x="93631" y="68961"/>
                            <a:pt x="99536" y="64008"/>
                            <a:pt x="105251" y="58960"/>
                          </a:cubicBezTo>
                          <a:cubicBezTo>
                            <a:pt x="109252" y="55150"/>
                            <a:pt x="112681" y="51626"/>
                            <a:pt x="115062" y="47054"/>
                          </a:cubicBezTo>
                          <a:cubicBezTo>
                            <a:pt x="117443" y="42481"/>
                            <a:pt x="119063" y="37433"/>
                            <a:pt x="120110" y="32480"/>
                          </a:cubicBezTo>
                          <a:cubicBezTo>
                            <a:pt x="122015" y="22384"/>
                            <a:pt x="120777" y="10763"/>
                            <a:pt x="114967" y="857"/>
                          </a:cubicBezTo>
                          <a:lnTo>
                            <a:pt x="114491" y="0"/>
                          </a:lnTo>
                          <a:cubicBezTo>
                            <a:pt x="108490" y="4667"/>
                            <a:pt x="102108" y="8382"/>
                            <a:pt x="96107" y="12859"/>
                          </a:cubicBezTo>
                          <a:cubicBezTo>
                            <a:pt x="90297" y="17431"/>
                            <a:pt x="84011" y="21336"/>
                            <a:pt x="78486" y="26289"/>
                          </a:cubicBezTo>
                          <a:cubicBezTo>
                            <a:pt x="73057" y="31242"/>
                            <a:pt x="67246" y="35909"/>
                            <a:pt x="62579" y="41720"/>
                          </a:cubicBezTo>
                          <a:cubicBezTo>
                            <a:pt x="57817" y="47435"/>
                            <a:pt x="52959" y="53054"/>
                            <a:pt x="49435" y="6000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10" name="Forme libre : forme 16109">
                      <a:extLst>
                        <a:ext uri="{FF2B5EF4-FFF2-40B4-BE49-F238E27FC236}">
                          <a16:creationId xmlns:a16="http://schemas.microsoft.com/office/drawing/2014/main" id="{817C3B0E-DA56-4219-925E-AD69D2A582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6148" y="2915730"/>
                      <a:ext cx="58117" cy="56430"/>
                    </a:xfrm>
                    <a:custGeom>
                      <a:avLst/>
                      <a:gdLst>
                        <a:gd name="connsiteX0" fmla="*/ 55016 w 58117"/>
                        <a:gd name="connsiteY0" fmla="*/ 6158 h 56430"/>
                        <a:gd name="connsiteX1" fmla="*/ 56730 w 58117"/>
                        <a:gd name="connsiteY1" fmla="*/ 24161 h 56430"/>
                        <a:gd name="connsiteX2" fmla="*/ 43776 w 58117"/>
                        <a:gd name="connsiteY2" fmla="*/ 43877 h 56430"/>
                        <a:gd name="connsiteX3" fmla="*/ 33680 w 58117"/>
                        <a:gd name="connsiteY3" fmla="*/ 51497 h 56430"/>
                        <a:gd name="connsiteX4" fmla="*/ 23012 w 58117"/>
                        <a:gd name="connsiteY4" fmla="*/ 55593 h 56430"/>
                        <a:gd name="connsiteX5" fmla="*/ 5010 w 58117"/>
                        <a:gd name="connsiteY5" fmla="*/ 52450 h 56430"/>
                        <a:gd name="connsiteX6" fmla="*/ 533 w 58117"/>
                        <a:gd name="connsiteY6" fmla="*/ 34448 h 56430"/>
                        <a:gd name="connsiteX7" fmla="*/ 5105 w 58117"/>
                        <a:gd name="connsiteY7" fmla="*/ 23113 h 56430"/>
                        <a:gd name="connsiteX8" fmla="*/ 13868 w 58117"/>
                        <a:gd name="connsiteY8" fmla="*/ 12064 h 56430"/>
                        <a:gd name="connsiteX9" fmla="*/ 37299 w 58117"/>
                        <a:gd name="connsiteY9" fmla="*/ 158 h 56430"/>
                        <a:gd name="connsiteX10" fmla="*/ 55016 w 58117"/>
                        <a:gd name="connsiteY10" fmla="*/ 6158 h 56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8117" h="56430">
                          <a:moveTo>
                            <a:pt x="55016" y="6158"/>
                          </a:moveTo>
                          <a:cubicBezTo>
                            <a:pt x="58635" y="11016"/>
                            <a:pt x="58921" y="17588"/>
                            <a:pt x="56730" y="24161"/>
                          </a:cubicBezTo>
                          <a:cubicBezTo>
                            <a:pt x="54635" y="31019"/>
                            <a:pt x="50349" y="38162"/>
                            <a:pt x="43776" y="43877"/>
                          </a:cubicBezTo>
                          <a:cubicBezTo>
                            <a:pt x="40633" y="47021"/>
                            <a:pt x="37204" y="49592"/>
                            <a:pt x="33680" y="51497"/>
                          </a:cubicBezTo>
                          <a:cubicBezTo>
                            <a:pt x="30156" y="53498"/>
                            <a:pt x="26441" y="54641"/>
                            <a:pt x="23012" y="55593"/>
                          </a:cubicBezTo>
                          <a:cubicBezTo>
                            <a:pt x="16154" y="57308"/>
                            <a:pt x="9582" y="56450"/>
                            <a:pt x="5010" y="52450"/>
                          </a:cubicBezTo>
                          <a:cubicBezTo>
                            <a:pt x="533" y="48450"/>
                            <a:pt x="-896" y="41877"/>
                            <a:pt x="533" y="34448"/>
                          </a:cubicBezTo>
                          <a:cubicBezTo>
                            <a:pt x="1200" y="30638"/>
                            <a:pt x="2914" y="26923"/>
                            <a:pt x="5105" y="23113"/>
                          </a:cubicBezTo>
                          <a:cubicBezTo>
                            <a:pt x="7391" y="19303"/>
                            <a:pt x="10344" y="15493"/>
                            <a:pt x="13868" y="12064"/>
                          </a:cubicBezTo>
                          <a:cubicBezTo>
                            <a:pt x="21393" y="5396"/>
                            <a:pt x="29870" y="1205"/>
                            <a:pt x="37299" y="158"/>
                          </a:cubicBezTo>
                          <a:cubicBezTo>
                            <a:pt x="45110" y="-604"/>
                            <a:pt x="51492" y="1396"/>
                            <a:pt x="55016" y="615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11" name="Forme libre : forme 16110">
                      <a:extLst>
                        <a:ext uri="{FF2B5EF4-FFF2-40B4-BE49-F238E27FC236}">
                          <a16:creationId xmlns:a16="http://schemas.microsoft.com/office/drawing/2014/main" id="{C9D329FA-1A69-4DA5-9C45-93D8A88B9B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6179" y="2944653"/>
                      <a:ext cx="52984" cy="27602"/>
                    </a:xfrm>
                    <a:custGeom>
                      <a:avLst/>
                      <a:gdLst>
                        <a:gd name="connsiteX0" fmla="*/ 2216 w 52984"/>
                        <a:gd name="connsiteY0" fmla="*/ 0 h 27602"/>
                        <a:gd name="connsiteX1" fmla="*/ 120 w 52984"/>
                        <a:gd name="connsiteY1" fmla="*/ 13526 h 27602"/>
                        <a:gd name="connsiteX2" fmla="*/ 4978 w 52984"/>
                        <a:gd name="connsiteY2" fmla="*/ 23622 h 27602"/>
                        <a:gd name="connsiteX3" fmla="*/ 22981 w 52984"/>
                        <a:gd name="connsiteY3" fmla="*/ 26765 h 27602"/>
                        <a:gd name="connsiteX4" fmla="*/ 33649 w 52984"/>
                        <a:gd name="connsiteY4" fmla="*/ 22670 h 27602"/>
                        <a:gd name="connsiteX5" fmla="*/ 43745 w 52984"/>
                        <a:gd name="connsiteY5" fmla="*/ 15050 h 27602"/>
                        <a:gd name="connsiteX6" fmla="*/ 52984 w 52984"/>
                        <a:gd name="connsiteY6" fmla="*/ 3810 h 27602"/>
                        <a:gd name="connsiteX7" fmla="*/ 45936 w 52984"/>
                        <a:gd name="connsiteY7" fmla="*/ 7906 h 27602"/>
                        <a:gd name="connsiteX8" fmla="*/ 22219 w 52984"/>
                        <a:gd name="connsiteY8" fmla="*/ 9716 h 27602"/>
                        <a:gd name="connsiteX9" fmla="*/ 2216 w 52984"/>
                        <a:gd name="connsiteY9" fmla="*/ 0 h 27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2984" h="27602">
                          <a:moveTo>
                            <a:pt x="2216" y="0"/>
                          </a:moveTo>
                          <a:cubicBezTo>
                            <a:pt x="216" y="4667"/>
                            <a:pt x="-260" y="9525"/>
                            <a:pt x="120" y="13526"/>
                          </a:cubicBezTo>
                          <a:cubicBezTo>
                            <a:pt x="597" y="17621"/>
                            <a:pt x="2216" y="21146"/>
                            <a:pt x="4978" y="23622"/>
                          </a:cubicBezTo>
                          <a:cubicBezTo>
                            <a:pt x="9455" y="27622"/>
                            <a:pt x="16027" y="28480"/>
                            <a:pt x="22981" y="26765"/>
                          </a:cubicBezTo>
                          <a:cubicBezTo>
                            <a:pt x="26410" y="25813"/>
                            <a:pt x="30124" y="24670"/>
                            <a:pt x="33649" y="22670"/>
                          </a:cubicBezTo>
                          <a:cubicBezTo>
                            <a:pt x="37173" y="20764"/>
                            <a:pt x="40602" y="18193"/>
                            <a:pt x="43745" y="15050"/>
                          </a:cubicBezTo>
                          <a:cubicBezTo>
                            <a:pt x="47555" y="11621"/>
                            <a:pt x="50698" y="7811"/>
                            <a:pt x="52984" y="3810"/>
                          </a:cubicBezTo>
                          <a:cubicBezTo>
                            <a:pt x="50889" y="5525"/>
                            <a:pt x="48603" y="6953"/>
                            <a:pt x="45936" y="7906"/>
                          </a:cubicBezTo>
                          <a:cubicBezTo>
                            <a:pt x="38220" y="9906"/>
                            <a:pt x="30124" y="11049"/>
                            <a:pt x="22219" y="9716"/>
                          </a:cubicBezTo>
                          <a:cubicBezTo>
                            <a:pt x="14408" y="8572"/>
                            <a:pt x="7074" y="5525"/>
                            <a:pt x="2216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12" name="Forme libre : forme 16111">
                      <a:extLst>
                        <a:ext uri="{FF2B5EF4-FFF2-40B4-BE49-F238E27FC236}">
                          <a16:creationId xmlns:a16="http://schemas.microsoft.com/office/drawing/2014/main" id="{451CEEBE-FF9C-49CE-894E-4C5296A48C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2053" y="2917354"/>
                      <a:ext cx="57762" cy="55626"/>
                    </a:xfrm>
                    <a:custGeom>
                      <a:avLst/>
                      <a:gdLst>
                        <a:gd name="connsiteX0" fmla="*/ 54730 w 57762"/>
                        <a:gd name="connsiteY0" fmla="*/ 6344 h 55626"/>
                        <a:gd name="connsiteX1" fmla="*/ 56445 w 57762"/>
                        <a:gd name="connsiteY1" fmla="*/ 24346 h 55626"/>
                        <a:gd name="connsiteX2" fmla="*/ 43491 w 57762"/>
                        <a:gd name="connsiteY2" fmla="*/ 43682 h 55626"/>
                        <a:gd name="connsiteX3" fmla="*/ 33394 w 57762"/>
                        <a:gd name="connsiteY3" fmla="*/ 51016 h 55626"/>
                        <a:gd name="connsiteX4" fmla="*/ 22821 w 57762"/>
                        <a:gd name="connsiteY4" fmla="*/ 54921 h 55626"/>
                        <a:gd name="connsiteX5" fmla="*/ 5010 w 57762"/>
                        <a:gd name="connsiteY5" fmla="*/ 51492 h 55626"/>
                        <a:gd name="connsiteX6" fmla="*/ 533 w 57762"/>
                        <a:gd name="connsiteY6" fmla="*/ 33490 h 55626"/>
                        <a:gd name="connsiteX7" fmla="*/ 5200 w 57762"/>
                        <a:gd name="connsiteY7" fmla="*/ 22346 h 55626"/>
                        <a:gd name="connsiteX8" fmla="*/ 14058 w 57762"/>
                        <a:gd name="connsiteY8" fmla="*/ 11487 h 55626"/>
                        <a:gd name="connsiteX9" fmla="*/ 37395 w 57762"/>
                        <a:gd name="connsiteY9" fmla="*/ 153 h 55626"/>
                        <a:gd name="connsiteX10" fmla="*/ 54730 w 57762"/>
                        <a:gd name="connsiteY10" fmla="*/ 6344 h 55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762" h="55626">
                          <a:moveTo>
                            <a:pt x="54730" y="6344"/>
                          </a:moveTo>
                          <a:cubicBezTo>
                            <a:pt x="58254" y="11202"/>
                            <a:pt x="58540" y="17774"/>
                            <a:pt x="56445" y="24346"/>
                          </a:cubicBezTo>
                          <a:cubicBezTo>
                            <a:pt x="54159" y="30728"/>
                            <a:pt x="50158" y="38158"/>
                            <a:pt x="43491" y="43682"/>
                          </a:cubicBezTo>
                          <a:cubicBezTo>
                            <a:pt x="40157" y="46444"/>
                            <a:pt x="36918" y="49207"/>
                            <a:pt x="33394" y="51016"/>
                          </a:cubicBezTo>
                          <a:cubicBezTo>
                            <a:pt x="29870" y="52921"/>
                            <a:pt x="26346" y="54255"/>
                            <a:pt x="22821" y="54921"/>
                          </a:cubicBezTo>
                          <a:cubicBezTo>
                            <a:pt x="15963" y="56445"/>
                            <a:pt x="9486" y="55588"/>
                            <a:pt x="5010" y="51492"/>
                          </a:cubicBezTo>
                          <a:cubicBezTo>
                            <a:pt x="533" y="47397"/>
                            <a:pt x="-896" y="40825"/>
                            <a:pt x="533" y="33490"/>
                          </a:cubicBezTo>
                          <a:cubicBezTo>
                            <a:pt x="1390" y="29871"/>
                            <a:pt x="2914" y="26061"/>
                            <a:pt x="5200" y="22346"/>
                          </a:cubicBezTo>
                          <a:cubicBezTo>
                            <a:pt x="7486" y="18631"/>
                            <a:pt x="10248" y="14726"/>
                            <a:pt x="14058" y="11487"/>
                          </a:cubicBezTo>
                          <a:cubicBezTo>
                            <a:pt x="21678" y="5106"/>
                            <a:pt x="29679" y="629"/>
                            <a:pt x="37395" y="153"/>
                          </a:cubicBezTo>
                          <a:cubicBezTo>
                            <a:pt x="44919" y="-609"/>
                            <a:pt x="51206" y="1486"/>
                            <a:pt x="54730" y="634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13" name="Forme libre : forme 16112">
                      <a:extLst>
                        <a:ext uri="{FF2B5EF4-FFF2-40B4-BE49-F238E27FC236}">
                          <a16:creationId xmlns:a16="http://schemas.microsoft.com/office/drawing/2014/main" id="{89D6D5F4-711F-4101-AF9E-2BEAC2A4A0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71261" y="2945938"/>
                      <a:ext cx="100301" cy="58318"/>
                    </a:xfrm>
                    <a:custGeom>
                      <a:avLst/>
                      <a:gdLst>
                        <a:gd name="connsiteX0" fmla="*/ 23418 w 100301"/>
                        <a:gd name="connsiteY0" fmla="*/ 46245 h 58318"/>
                        <a:gd name="connsiteX1" fmla="*/ 40658 w 100301"/>
                        <a:gd name="connsiteY1" fmla="*/ 57199 h 58318"/>
                        <a:gd name="connsiteX2" fmla="*/ 78092 w 100301"/>
                        <a:gd name="connsiteY2" fmla="*/ 47293 h 58318"/>
                        <a:gd name="connsiteX3" fmla="*/ 90379 w 100301"/>
                        <a:gd name="connsiteY3" fmla="*/ 36625 h 58318"/>
                        <a:gd name="connsiteX4" fmla="*/ 98761 w 100301"/>
                        <a:gd name="connsiteY4" fmla="*/ 23099 h 58318"/>
                        <a:gd name="connsiteX5" fmla="*/ 93903 w 100301"/>
                        <a:gd name="connsiteY5" fmla="*/ 1382 h 58318"/>
                        <a:gd name="connsiteX6" fmla="*/ 78758 w 100301"/>
                        <a:gd name="connsiteY6" fmla="*/ 1001 h 58318"/>
                        <a:gd name="connsiteX7" fmla="*/ 41039 w 100301"/>
                        <a:gd name="connsiteY7" fmla="*/ 3763 h 58318"/>
                        <a:gd name="connsiteX8" fmla="*/ 19227 w 100301"/>
                        <a:gd name="connsiteY8" fmla="*/ 3859 h 58318"/>
                        <a:gd name="connsiteX9" fmla="*/ 844 w 100301"/>
                        <a:gd name="connsiteY9" fmla="*/ 15765 h 58318"/>
                        <a:gd name="connsiteX10" fmla="*/ 23418 w 100301"/>
                        <a:gd name="connsiteY10" fmla="*/ 46245 h 583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0301" h="58318">
                          <a:moveTo>
                            <a:pt x="23418" y="46245"/>
                          </a:moveTo>
                          <a:cubicBezTo>
                            <a:pt x="28562" y="50721"/>
                            <a:pt x="33991" y="55293"/>
                            <a:pt x="40658" y="57199"/>
                          </a:cubicBezTo>
                          <a:cubicBezTo>
                            <a:pt x="53327" y="60913"/>
                            <a:pt x="67328" y="54817"/>
                            <a:pt x="78092" y="47293"/>
                          </a:cubicBezTo>
                          <a:cubicBezTo>
                            <a:pt x="82473" y="43864"/>
                            <a:pt x="86855" y="40720"/>
                            <a:pt x="90379" y="36625"/>
                          </a:cubicBezTo>
                          <a:cubicBezTo>
                            <a:pt x="93903" y="32434"/>
                            <a:pt x="96856" y="28052"/>
                            <a:pt x="98761" y="23099"/>
                          </a:cubicBezTo>
                          <a:cubicBezTo>
                            <a:pt x="101523" y="15669"/>
                            <a:pt x="100952" y="5097"/>
                            <a:pt x="93903" y="1382"/>
                          </a:cubicBezTo>
                          <a:cubicBezTo>
                            <a:pt x="89522" y="-904"/>
                            <a:pt x="83997" y="144"/>
                            <a:pt x="78758" y="1001"/>
                          </a:cubicBezTo>
                          <a:cubicBezTo>
                            <a:pt x="66185" y="2811"/>
                            <a:pt x="53898" y="4430"/>
                            <a:pt x="41039" y="3763"/>
                          </a:cubicBezTo>
                          <a:cubicBezTo>
                            <a:pt x="35610" y="3573"/>
                            <a:pt x="27323" y="2716"/>
                            <a:pt x="19227" y="3859"/>
                          </a:cubicBezTo>
                          <a:cubicBezTo>
                            <a:pt x="11131" y="4906"/>
                            <a:pt x="3606" y="8145"/>
                            <a:pt x="844" y="15765"/>
                          </a:cubicBezTo>
                          <a:cubicBezTo>
                            <a:pt x="-4395" y="29481"/>
                            <a:pt x="16179" y="39958"/>
                            <a:pt x="23418" y="4624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14" name="Forme libre : forme 16113">
                      <a:extLst>
                        <a:ext uri="{FF2B5EF4-FFF2-40B4-BE49-F238E27FC236}">
                          <a16:creationId xmlns:a16="http://schemas.microsoft.com/office/drawing/2014/main" id="{BE4F58E9-137D-433A-8578-D08D2F33D1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84889" y="2936913"/>
                      <a:ext cx="17697" cy="32595"/>
                    </a:xfrm>
                    <a:custGeom>
                      <a:avLst/>
                      <a:gdLst>
                        <a:gd name="connsiteX0" fmla="*/ 1027 w 17697"/>
                        <a:gd name="connsiteY0" fmla="*/ 27171 h 32595"/>
                        <a:gd name="connsiteX1" fmla="*/ 3504 w 17697"/>
                        <a:gd name="connsiteY1" fmla="*/ 31552 h 32595"/>
                        <a:gd name="connsiteX2" fmla="*/ 8362 w 17697"/>
                        <a:gd name="connsiteY2" fmla="*/ 32124 h 32595"/>
                        <a:gd name="connsiteX3" fmla="*/ 11600 w 17697"/>
                        <a:gd name="connsiteY3" fmla="*/ 28123 h 32595"/>
                        <a:gd name="connsiteX4" fmla="*/ 16648 w 17697"/>
                        <a:gd name="connsiteY4" fmla="*/ 15836 h 32595"/>
                        <a:gd name="connsiteX5" fmla="*/ 17696 w 17697"/>
                        <a:gd name="connsiteY5" fmla="*/ 10597 h 32595"/>
                        <a:gd name="connsiteX6" fmla="*/ 4742 w 17697"/>
                        <a:gd name="connsiteY6" fmla="*/ 3834 h 32595"/>
                        <a:gd name="connsiteX7" fmla="*/ 1027 w 17697"/>
                        <a:gd name="connsiteY7" fmla="*/ 27171 h 32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697" h="32595">
                          <a:moveTo>
                            <a:pt x="1027" y="27171"/>
                          </a:moveTo>
                          <a:cubicBezTo>
                            <a:pt x="1504" y="28790"/>
                            <a:pt x="2266" y="30409"/>
                            <a:pt x="3504" y="31552"/>
                          </a:cubicBezTo>
                          <a:cubicBezTo>
                            <a:pt x="4742" y="32600"/>
                            <a:pt x="6743" y="32981"/>
                            <a:pt x="8362" y="32124"/>
                          </a:cubicBezTo>
                          <a:cubicBezTo>
                            <a:pt x="9790" y="31266"/>
                            <a:pt x="10743" y="29647"/>
                            <a:pt x="11600" y="28123"/>
                          </a:cubicBezTo>
                          <a:cubicBezTo>
                            <a:pt x="13696" y="24218"/>
                            <a:pt x="15410" y="20027"/>
                            <a:pt x="16648" y="15836"/>
                          </a:cubicBezTo>
                          <a:cubicBezTo>
                            <a:pt x="17220" y="14122"/>
                            <a:pt x="17696" y="12312"/>
                            <a:pt x="17696" y="10597"/>
                          </a:cubicBezTo>
                          <a:cubicBezTo>
                            <a:pt x="17792" y="3263"/>
                            <a:pt x="11124" y="-5024"/>
                            <a:pt x="4742" y="3834"/>
                          </a:cubicBezTo>
                          <a:cubicBezTo>
                            <a:pt x="-20" y="10692"/>
                            <a:pt x="-1068" y="20408"/>
                            <a:pt x="1027" y="2717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15" name="Forme libre : forme 16114">
                      <a:extLst>
                        <a:ext uri="{FF2B5EF4-FFF2-40B4-BE49-F238E27FC236}">
                          <a16:creationId xmlns:a16="http://schemas.microsoft.com/office/drawing/2014/main" id="{DF8F0AD6-559B-4213-9867-8B3C8C1F56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2881" y="2914364"/>
                      <a:ext cx="10917" cy="57340"/>
                    </a:xfrm>
                    <a:custGeom>
                      <a:avLst/>
                      <a:gdLst>
                        <a:gd name="connsiteX0" fmla="*/ 4477 w 10917"/>
                        <a:gd name="connsiteY0" fmla="*/ 0 h 57340"/>
                        <a:gd name="connsiteX1" fmla="*/ 10477 w 10917"/>
                        <a:gd name="connsiteY1" fmla="*/ 17431 h 57340"/>
                        <a:gd name="connsiteX2" fmla="*/ 9620 w 10917"/>
                        <a:gd name="connsiteY2" fmla="*/ 35433 h 57340"/>
                        <a:gd name="connsiteX3" fmla="*/ 0 w 10917"/>
                        <a:gd name="connsiteY3" fmla="*/ 57340 h 57340"/>
                        <a:gd name="connsiteX4" fmla="*/ 2096 w 10917"/>
                        <a:gd name="connsiteY4" fmla="*/ 52769 h 57340"/>
                        <a:gd name="connsiteX5" fmla="*/ 6001 w 10917"/>
                        <a:gd name="connsiteY5" fmla="*/ 40767 h 57340"/>
                        <a:gd name="connsiteX6" fmla="*/ 8096 w 10917"/>
                        <a:gd name="connsiteY6" fmla="*/ 22670 h 57340"/>
                        <a:gd name="connsiteX7" fmla="*/ 4477 w 10917"/>
                        <a:gd name="connsiteY7" fmla="*/ 0 h 57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917" h="57340">
                          <a:moveTo>
                            <a:pt x="4477" y="0"/>
                          </a:moveTo>
                          <a:cubicBezTo>
                            <a:pt x="4477" y="0"/>
                            <a:pt x="9049" y="6953"/>
                            <a:pt x="10477" y="17431"/>
                          </a:cubicBezTo>
                          <a:cubicBezTo>
                            <a:pt x="11239" y="22765"/>
                            <a:pt x="11049" y="28765"/>
                            <a:pt x="9620" y="35433"/>
                          </a:cubicBezTo>
                          <a:cubicBezTo>
                            <a:pt x="8287" y="42481"/>
                            <a:pt x="5239" y="49435"/>
                            <a:pt x="0" y="57340"/>
                          </a:cubicBezTo>
                          <a:cubicBezTo>
                            <a:pt x="0" y="57340"/>
                            <a:pt x="857" y="55626"/>
                            <a:pt x="2096" y="52769"/>
                          </a:cubicBezTo>
                          <a:cubicBezTo>
                            <a:pt x="3334" y="50006"/>
                            <a:pt x="4858" y="45911"/>
                            <a:pt x="6001" y="40767"/>
                          </a:cubicBezTo>
                          <a:cubicBezTo>
                            <a:pt x="7144" y="35623"/>
                            <a:pt x="8001" y="29337"/>
                            <a:pt x="8096" y="22670"/>
                          </a:cubicBezTo>
                          <a:cubicBezTo>
                            <a:pt x="8096" y="15907"/>
                            <a:pt x="7239" y="8287"/>
                            <a:pt x="447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16" name="Forme libre : forme 16115">
                      <a:extLst>
                        <a:ext uri="{FF2B5EF4-FFF2-40B4-BE49-F238E27FC236}">
                          <a16:creationId xmlns:a16="http://schemas.microsoft.com/office/drawing/2014/main" id="{85547F71-2B68-44BF-9CE6-CA0709FB94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54805" y="2930556"/>
                      <a:ext cx="13775" cy="65817"/>
                    </a:xfrm>
                    <a:custGeom>
                      <a:avLst/>
                      <a:gdLst>
                        <a:gd name="connsiteX0" fmla="*/ 13490 w 13775"/>
                        <a:gd name="connsiteY0" fmla="*/ 0 h 65817"/>
                        <a:gd name="connsiteX1" fmla="*/ 9013 w 13775"/>
                        <a:gd name="connsiteY1" fmla="*/ 6191 h 65817"/>
                        <a:gd name="connsiteX2" fmla="*/ 1965 w 13775"/>
                        <a:gd name="connsiteY2" fmla="*/ 22193 h 65817"/>
                        <a:gd name="connsiteX3" fmla="*/ 13776 w 13775"/>
                        <a:gd name="connsiteY3" fmla="*/ 65817 h 65817"/>
                        <a:gd name="connsiteX4" fmla="*/ 4822 w 13775"/>
                        <a:gd name="connsiteY4" fmla="*/ 46958 h 65817"/>
                        <a:gd name="connsiteX5" fmla="*/ 3489 w 13775"/>
                        <a:gd name="connsiteY5" fmla="*/ 26003 h 65817"/>
                        <a:gd name="connsiteX6" fmla="*/ 13490 w 13775"/>
                        <a:gd name="connsiteY6" fmla="*/ 0 h 65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775" h="65817">
                          <a:moveTo>
                            <a:pt x="13490" y="0"/>
                          </a:moveTo>
                          <a:cubicBezTo>
                            <a:pt x="13490" y="0"/>
                            <a:pt x="11490" y="2286"/>
                            <a:pt x="9013" y="6191"/>
                          </a:cubicBezTo>
                          <a:cubicBezTo>
                            <a:pt x="6442" y="10096"/>
                            <a:pt x="3870" y="15716"/>
                            <a:pt x="1965" y="22193"/>
                          </a:cubicBezTo>
                          <a:cubicBezTo>
                            <a:pt x="-1941" y="35147"/>
                            <a:pt x="-988" y="51625"/>
                            <a:pt x="13776" y="65817"/>
                          </a:cubicBezTo>
                          <a:cubicBezTo>
                            <a:pt x="13776" y="65817"/>
                            <a:pt x="7966" y="58769"/>
                            <a:pt x="4822" y="46958"/>
                          </a:cubicBezTo>
                          <a:cubicBezTo>
                            <a:pt x="3203" y="41053"/>
                            <a:pt x="2346" y="34004"/>
                            <a:pt x="3489" y="26003"/>
                          </a:cubicBezTo>
                          <a:cubicBezTo>
                            <a:pt x="4537" y="18097"/>
                            <a:pt x="7204" y="9144"/>
                            <a:pt x="1349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17" name="Forme libre : forme 16116">
                      <a:extLst>
                        <a:ext uri="{FF2B5EF4-FFF2-40B4-BE49-F238E27FC236}">
                          <a16:creationId xmlns:a16="http://schemas.microsoft.com/office/drawing/2014/main" id="{06E553D3-9615-4E07-BE39-9E50387D9D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1323" y="2923245"/>
                      <a:ext cx="24813" cy="17673"/>
                    </a:xfrm>
                    <a:custGeom>
                      <a:avLst/>
                      <a:gdLst>
                        <a:gd name="connsiteX0" fmla="*/ 24601 w 24813"/>
                        <a:gd name="connsiteY0" fmla="*/ 3310 h 17673"/>
                        <a:gd name="connsiteX1" fmla="*/ 14885 w 24813"/>
                        <a:gd name="connsiteY1" fmla="*/ 15502 h 17673"/>
                        <a:gd name="connsiteX2" fmla="*/ 312 w 24813"/>
                        <a:gd name="connsiteY2" fmla="*/ 14836 h 17673"/>
                        <a:gd name="connsiteX3" fmla="*/ 10027 w 24813"/>
                        <a:gd name="connsiteY3" fmla="*/ 2072 h 17673"/>
                        <a:gd name="connsiteX4" fmla="*/ 24601 w 24813"/>
                        <a:gd name="connsiteY4" fmla="*/ 3310 h 17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813" h="17673">
                          <a:moveTo>
                            <a:pt x="24601" y="3310"/>
                          </a:moveTo>
                          <a:cubicBezTo>
                            <a:pt x="25839" y="7120"/>
                            <a:pt x="21553" y="12454"/>
                            <a:pt x="14885" y="15502"/>
                          </a:cubicBezTo>
                          <a:cubicBezTo>
                            <a:pt x="8218" y="18455"/>
                            <a:pt x="1931" y="18550"/>
                            <a:pt x="312" y="14836"/>
                          </a:cubicBezTo>
                          <a:cubicBezTo>
                            <a:pt x="-1212" y="11121"/>
                            <a:pt x="2979" y="5215"/>
                            <a:pt x="10027" y="2072"/>
                          </a:cubicBezTo>
                          <a:cubicBezTo>
                            <a:pt x="16981" y="-1166"/>
                            <a:pt x="23362" y="-500"/>
                            <a:pt x="24601" y="331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18" name="Forme libre : forme 16117">
                      <a:extLst>
                        <a:ext uri="{FF2B5EF4-FFF2-40B4-BE49-F238E27FC236}">
                          <a16:creationId xmlns:a16="http://schemas.microsoft.com/office/drawing/2014/main" id="{3D0CAC07-1DD1-4C49-825B-96BF739691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1354" y="2921650"/>
                      <a:ext cx="6812" cy="6727"/>
                    </a:xfrm>
                    <a:custGeom>
                      <a:avLst/>
                      <a:gdLst>
                        <a:gd name="connsiteX0" fmla="*/ 6189 w 6812"/>
                        <a:gd name="connsiteY0" fmla="*/ 1000 h 6727"/>
                        <a:gd name="connsiteX1" fmla="*/ 5427 w 6812"/>
                        <a:gd name="connsiteY1" fmla="*/ 5763 h 6727"/>
                        <a:gd name="connsiteX2" fmla="*/ 665 w 6812"/>
                        <a:gd name="connsiteY2" fmla="*/ 5763 h 6727"/>
                        <a:gd name="connsiteX3" fmla="*/ 1427 w 6812"/>
                        <a:gd name="connsiteY3" fmla="*/ 1000 h 6727"/>
                        <a:gd name="connsiteX4" fmla="*/ 6189 w 6812"/>
                        <a:gd name="connsiteY4" fmla="*/ 1000 h 6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2" h="6727">
                          <a:moveTo>
                            <a:pt x="6189" y="1000"/>
                          </a:moveTo>
                          <a:cubicBezTo>
                            <a:pt x="7237" y="2334"/>
                            <a:pt x="6951" y="4429"/>
                            <a:pt x="5427" y="5763"/>
                          </a:cubicBezTo>
                          <a:cubicBezTo>
                            <a:pt x="3903" y="7096"/>
                            <a:pt x="1808" y="7001"/>
                            <a:pt x="665" y="5763"/>
                          </a:cubicBezTo>
                          <a:cubicBezTo>
                            <a:pt x="-478" y="4429"/>
                            <a:pt x="-97" y="2334"/>
                            <a:pt x="1427" y="1000"/>
                          </a:cubicBezTo>
                          <a:cubicBezTo>
                            <a:pt x="3046" y="-333"/>
                            <a:pt x="5141" y="-333"/>
                            <a:pt x="6189" y="100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19" name="Forme libre : forme 16118">
                      <a:extLst>
                        <a:ext uri="{FF2B5EF4-FFF2-40B4-BE49-F238E27FC236}">
                          <a16:creationId xmlns:a16="http://schemas.microsoft.com/office/drawing/2014/main" id="{01241D9A-4B12-419E-B736-25499045B3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8614" y="2883732"/>
                      <a:ext cx="78459" cy="34315"/>
                    </a:xfrm>
                    <a:custGeom>
                      <a:avLst/>
                      <a:gdLst>
                        <a:gd name="connsiteX0" fmla="*/ 56834 w 78459"/>
                        <a:gd name="connsiteY0" fmla="*/ 3486 h 34315"/>
                        <a:gd name="connsiteX1" fmla="*/ 76456 w 78459"/>
                        <a:gd name="connsiteY1" fmla="*/ 23393 h 34315"/>
                        <a:gd name="connsiteX2" fmla="*/ 76837 w 78459"/>
                        <a:gd name="connsiteY2" fmla="*/ 33013 h 34315"/>
                        <a:gd name="connsiteX3" fmla="*/ 67502 w 78459"/>
                        <a:gd name="connsiteY3" fmla="*/ 32918 h 34315"/>
                        <a:gd name="connsiteX4" fmla="*/ 39213 w 78459"/>
                        <a:gd name="connsiteY4" fmla="*/ 22631 h 34315"/>
                        <a:gd name="connsiteX5" fmla="*/ 17401 w 78459"/>
                        <a:gd name="connsiteY5" fmla="*/ 30346 h 34315"/>
                        <a:gd name="connsiteX6" fmla="*/ 65 w 78459"/>
                        <a:gd name="connsiteY6" fmla="*/ 30156 h 34315"/>
                        <a:gd name="connsiteX7" fmla="*/ 12734 w 78459"/>
                        <a:gd name="connsiteY7" fmla="*/ 11963 h 34315"/>
                        <a:gd name="connsiteX8" fmla="*/ 33498 w 78459"/>
                        <a:gd name="connsiteY8" fmla="*/ 1009 h 34315"/>
                        <a:gd name="connsiteX9" fmla="*/ 56834 w 78459"/>
                        <a:gd name="connsiteY9" fmla="*/ 3486 h 34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8459" h="34315">
                          <a:moveTo>
                            <a:pt x="56834" y="3486"/>
                          </a:moveTo>
                          <a:cubicBezTo>
                            <a:pt x="65597" y="7963"/>
                            <a:pt x="71598" y="15488"/>
                            <a:pt x="76456" y="23393"/>
                          </a:cubicBezTo>
                          <a:cubicBezTo>
                            <a:pt x="78266" y="26346"/>
                            <a:pt x="79694" y="30537"/>
                            <a:pt x="76837" y="33013"/>
                          </a:cubicBezTo>
                          <a:cubicBezTo>
                            <a:pt x="74170" y="35204"/>
                            <a:pt x="70360" y="34252"/>
                            <a:pt x="67502" y="32918"/>
                          </a:cubicBezTo>
                          <a:cubicBezTo>
                            <a:pt x="58644" y="28632"/>
                            <a:pt x="50453" y="21964"/>
                            <a:pt x="39213" y="22631"/>
                          </a:cubicBezTo>
                          <a:cubicBezTo>
                            <a:pt x="35594" y="22727"/>
                            <a:pt x="26354" y="27298"/>
                            <a:pt x="17401" y="30346"/>
                          </a:cubicBezTo>
                          <a:cubicBezTo>
                            <a:pt x="8447" y="33395"/>
                            <a:pt x="827" y="35776"/>
                            <a:pt x="65" y="30156"/>
                          </a:cubicBezTo>
                          <a:cubicBezTo>
                            <a:pt x="-697" y="24441"/>
                            <a:pt x="5304" y="17583"/>
                            <a:pt x="12734" y="11963"/>
                          </a:cubicBezTo>
                          <a:cubicBezTo>
                            <a:pt x="19877" y="6153"/>
                            <a:pt x="28831" y="2057"/>
                            <a:pt x="33498" y="1009"/>
                          </a:cubicBezTo>
                          <a:cubicBezTo>
                            <a:pt x="42071" y="-991"/>
                            <a:pt x="50167" y="57"/>
                            <a:pt x="56834" y="348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57" name="Graphique 1">
                    <a:extLst>
                      <a:ext uri="{FF2B5EF4-FFF2-40B4-BE49-F238E27FC236}">
                        <a16:creationId xmlns:a16="http://schemas.microsoft.com/office/drawing/2014/main" id="{CD06EA21-8D87-41DB-8276-2FD4A9DC9991}"/>
                      </a:ext>
                    </a:extLst>
                  </p:cNvPr>
                  <p:cNvGrpSpPr/>
                  <p:nvPr/>
                </p:nvGrpSpPr>
                <p:grpSpPr>
                  <a:xfrm>
                    <a:off x="1672780" y="2811483"/>
                    <a:ext cx="157168" cy="126817"/>
                    <a:chOff x="1672780" y="2811483"/>
                    <a:chExt cx="157168" cy="126817"/>
                  </a:xfrm>
                  <a:solidFill>
                    <a:schemeClr val="accent1"/>
                  </a:solidFill>
                </p:grpSpPr>
                <p:sp>
                  <p:nvSpPr>
                    <p:cNvPr id="16096" name="Forme libre : forme 16095">
                      <a:extLst>
                        <a:ext uri="{FF2B5EF4-FFF2-40B4-BE49-F238E27FC236}">
                          <a16:creationId xmlns:a16="http://schemas.microsoft.com/office/drawing/2014/main" id="{2F9280B0-FC43-43AD-B9A6-8D1CB6C685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2780" y="2811483"/>
                      <a:ext cx="157168" cy="126817"/>
                    </a:xfrm>
                    <a:custGeom>
                      <a:avLst/>
                      <a:gdLst>
                        <a:gd name="connsiteX0" fmla="*/ 118019 w 157168"/>
                        <a:gd name="connsiteY0" fmla="*/ 113263 h 126817"/>
                        <a:gd name="connsiteX1" fmla="*/ 96207 w 157168"/>
                        <a:gd name="connsiteY1" fmla="*/ 117645 h 126817"/>
                        <a:gd name="connsiteX2" fmla="*/ 75347 w 157168"/>
                        <a:gd name="connsiteY2" fmla="*/ 124217 h 126817"/>
                        <a:gd name="connsiteX3" fmla="*/ 60774 w 157168"/>
                        <a:gd name="connsiteY3" fmla="*/ 126789 h 126817"/>
                        <a:gd name="connsiteX4" fmla="*/ 45915 w 157168"/>
                        <a:gd name="connsiteY4" fmla="*/ 124312 h 126817"/>
                        <a:gd name="connsiteX5" fmla="*/ 31818 w 157168"/>
                        <a:gd name="connsiteY5" fmla="*/ 116788 h 126817"/>
                        <a:gd name="connsiteX6" fmla="*/ 20769 w 157168"/>
                        <a:gd name="connsiteY6" fmla="*/ 104596 h 126817"/>
                        <a:gd name="connsiteX7" fmla="*/ 4672 w 157168"/>
                        <a:gd name="connsiteY7" fmla="*/ 77354 h 126817"/>
                        <a:gd name="connsiteX8" fmla="*/ 4 w 157168"/>
                        <a:gd name="connsiteY8" fmla="*/ 61257 h 126817"/>
                        <a:gd name="connsiteX9" fmla="*/ 4005 w 157168"/>
                        <a:gd name="connsiteY9" fmla="*/ 44207 h 126817"/>
                        <a:gd name="connsiteX10" fmla="*/ 16292 w 157168"/>
                        <a:gd name="connsiteY10" fmla="*/ 28205 h 126817"/>
                        <a:gd name="connsiteX11" fmla="*/ 35818 w 157168"/>
                        <a:gd name="connsiteY11" fmla="*/ 16680 h 126817"/>
                        <a:gd name="connsiteX12" fmla="*/ 68394 w 157168"/>
                        <a:gd name="connsiteY12" fmla="*/ 6774 h 126817"/>
                        <a:gd name="connsiteX13" fmla="*/ 101446 w 157168"/>
                        <a:gd name="connsiteY13" fmla="*/ 487 h 126817"/>
                        <a:gd name="connsiteX14" fmla="*/ 123544 w 157168"/>
                        <a:gd name="connsiteY14" fmla="*/ 1249 h 126817"/>
                        <a:gd name="connsiteX15" fmla="*/ 141451 w 157168"/>
                        <a:gd name="connsiteY15" fmla="*/ 9250 h 126817"/>
                        <a:gd name="connsiteX16" fmla="*/ 157167 w 157168"/>
                        <a:gd name="connsiteY16" fmla="*/ 37921 h 126817"/>
                        <a:gd name="connsiteX17" fmla="*/ 157072 w 157168"/>
                        <a:gd name="connsiteY17" fmla="*/ 69258 h 126817"/>
                        <a:gd name="connsiteX18" fmla="*/ 144880 w 157168"/>
                        <a:gd name="connsiteY18" fmla="*/ 98690 h 126817"/>
                        <a:gd name="connsiteX19" fmla="*/ 132592 w 157168"/>
                        <a:gd name="connsiteY19" fmla="*/ 108215 h 126817"/>
                        <a:gd name="connsiteX20" fmla="*/ 118019 w 157168"/>
                        <a:gd name="connsiteY20" fmla="*/ 113263 h 126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7168" h="126817">
                          <a:moveTo>
                            <a:pt x="118019" y="113263"/>
                          </a:moveTo>
                          <a:cubicBezTo>
                            <a:pt x="110494" y="114216"/>
                            <a:pt x="103446" y="116311"/>
                            <a:pt x="96207" y="117645"/>
                          </a:cubicBezTo>
                          <a:cubicBezTo>
                            <a:pt x="89158" y="119740"/>
                            <a:pt x="82205" y="121836"/>
                            <a:pt x="75347" y="124217"/>
                          </a:cubicBezTo>
                          <a:cubicBezTo>
                            <a:pt x="70680" y="126217"/>
                            <a:pt x="65822" y="126979"/>
                            <a:pt x="60774" y="126789"/>
                          </a:cubicBezTo>
                          <a:cubicBezTo>
                            <a:pt x="55726" y="126503"/>
                            <a:pt x="50868" y="126122"/>
                            <a:pt x="45915" y="124312"/>
                          </a:cubicBezTo>
                          <a:cubicBezTo>
                            <a:pt x="41057" y="122598"/>
                            <a:pt x="36199" y="120121"/>
                            <a:pt x="31818" y="116788"/>
                          </a:cubicBezTo>
                          <a:cubicBezTo>
                            <a:pt x="27436" y="113454"/>
                            <a:pt x="23722" y="109549"/>
                            <a:pt x="20769" y="104596"/>
                          </a:cubicBezTo>
                          <a:lnTo>
                            <a:pt x="4672" y="77354"/>
                          </a:lnTo>
                          <a:cubicBezTo>
                            <a:pt x="1814" y="72496"/>
                            <a:pt x="100" y="66877"/>
                            <a:pt x="4" y="61257"/>
                          </a:cubicBezTo>
                          <a:cubicBezTo>
                            <a:pt x="-91" y="55637"/>
                            <a:pt x="1338" y="49922"/>
                            <a:pt x="4005" y="44207"/>
                          </a:cubicBezTo>
                          <a:cubicBezTo>
                            <a:pt x="6767" y="38683"/>
                            <a:pt x="10768" y="32682"/>
                            <a:pt x="16292" y="28205"/>
                          </a:cubicBezTo>
                          <a:cubicBezTo>
                            <a:pt x="21817" y="23633"/>
                            <a:pt x="28389" y="19633"/>
                            <a:pt x="35818" y="16680"/>
                          </a:cubicBezTo>
                          <a:cubicBezTo>
                            <a:pt x="46582" y="13060"/>
                            <a:pt x="57440" y="9727"/>
                            <a:pt x="68394" y="6774"/>
                          </a:cubicBezTo>
                          <a:cubicBezTo>
                            <a:pt x="79443" y="4583"/>
                            <a:pt x="90397" y="1821"/>
                            <a:pt x="101446" y="487"/>
                          </a:cubicBezTo>
                          <a:cubicBezTo>
                            <a:pt x="109161" y="-370"/>
                            <a:pt x="116686" y="-84"/>
                            <a:pt x="123544" y="1249"/>
                          </a:cubicBezTo>
                          <a:cubicBezTo>
                            <a:pt x="130402" y="2392"/>
                            <a:pt x="136402" y="5821"/>
                            <a:pt x="141451" y="9250"/>
                          </a:cubicBezTo>
                          <a:cubicBezTo>
                            <a:pt x="151547" y="16489"/>
                            <a:pt x="157262" y="26681"/>
                            <a:pt x="157167" y="37921"/>
                          </a:cubicBezTo>
                          <a:lnTo>
                            <a:pt x="157072" y="69258"/>
                          </a:lnTo>
                          <a:cubicBezTo>
                            <a:pt x="156976" y="80593"/>
                            <a:pt x="152023" y="91070"/>
                            <a:pt x="144880" y="98690"/>
                          </a:cubicBezTo>
                          <a:cubicBezTo>
                            <a:pt x="141355" y="102691"/>
                            <a:pt x="136974" y="105358"/>
                            <a:pt x="132592" y="108215"/>
                          </a:cubicBezTo>
                          <a:cubicBezTo>
                            <a:pt x="128116" y="110977"/>
                            <a:pt x="123258" y="112692"/>
                            <a:pt x="118019" y="11326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97" name="Forme libre : forme 16096">
                      <a:extLst>
                        <a:ext uri="{FF2B5EF4-FFF2-40B4-BE49-F238E27FC236}">
                          <a16:creationId xmlns:a16="http://schemas.microsoft.com/office/drawing/2014/main" id="{50E03D9C-282C-43A0-971A-C399988ED7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6405" y="2879693"/>
                      <a:ext cx="143255" cy="58607"/>
                    </a:xfrm>
                    <a:custGeom>
                      <a:avLst/>
                      <a:gdLst>
                        <a:gd name="connsiteX0" fmla="*/ 57341 w 143255"/>
                        <a:gd name="connsiteY0" fmla="*/ 17812 h 58607"/>
                        <a:gd name="connsiteX1" fmla="*/ 50387 w 143255"/>
                        <a:gd name="connsiteY1" fmla="*/ 21336 h 58607"/>
                        <a:gd name="connsiteX2" fmla="*/ 43434 w 143255"/>
                        <a:gd name="connsiteY2" fmla="*/ 24575 h 58607"/>
                        <a:gd name="connsiteX3" fmla="*/ 28956 w 143255"/>
                        <a:gd name="connsiteY3" fmla="*/ 27908 h 58607"/>
                        <a:gd name="connsiteX4" fmla="*/ 0 w 143255"/>
                        <a:gd name="connsiteY4" fmla="*/ 24575 h 58607"/>
                        <a:gd name="connsiteX5" fmla="*/ 6953 w 143255"/>
                        <a:gd name="connsiteY5" fmla="*/ 36386 h 58607"/>
                        <a:gd name="connsiteX6" fmla="*/ 18002 w 143255"/>
                        <a:gd name="connsiteY6" fmla="*/ 48578 h 58607"/>
                        <a:gd name="connsiteX7" fmla="*/ 32099 w 143255"/>
                        <a:gd name="connsiteY7" fmla="*/ 56102 h 58607"/>
                        <a:gd name="connsiteX8" fmla="*/ 46958 w 143255"/>
                        <a:gd name="connsiteY8" fmla="*/ 58579 h 58607"/>
                        <a:gd name="connsiteX9" fmla="*/ 61532 w 143255"/>
                        <a:gd name="connsiteY9" fmla="*/ 56007 h 58607"/>
                        <a:gd name="connsiteX10" fmla="*/ 82391 w 143255"/>
                        <a:gd name="connsiteY10" fmla="*/ 49435 h 58607"/>
                        <a:gd name="connsiteX11" fmla="*/ 104204 w 143255"/>
                        <a:gd name="connsiteY11" fmla="*/ 45053 h 58607"/>
                        <a:gd name="connsiteX12" fmla="*/ 118777 w 143255"/>
                        <a:gd name="connsiteY12" fmla="*/ 40005 h 58607"/>
                        <a:gd name="connsiteX13" fmla="*/ 131064 w 143255"/>
                        <a:gd name="connsiteY13" fmla="*/ 30480 h 58607"/>
                        <a:gd name="connsiteX14" fmla="*/ 143256 w 143255"/>
                        <a:gd name="connsiteY14" fmla="*/ 1048 h 58607"/>
                        <a:gd name="connsiteX15" fmla="*/ 143256 w 143255"/>
                        <a:gd name="connsiteY15" fmla="*/ 0 h 58607"/>
                        <a:gd name="connsiteX16" fmla="*/ 120682 w 143255"/>
                        <a:gd name="connsiteY16" fmla="*/ 1334 h 58607"/>
                        <a:gd name="connsiteX17" fmla="*/ 98679 w 143255"/>
                        <a:gd name="connsiteY17" fmla="*/ 3620 h 58607"/>
                        <a:gd name="connsiteX18" fmla="*/ 77248 w 143255"/>
                        <a:gd name="connsiteY18" fmla="*/ 8477 h 58607"/>
                        <a:gd name="connsiteX19" fmla="*/ 57341 w 143255"/>
                        <a:gd name="connsiteY19" fmla="*/ 17812 h 586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43255" h="58607">
                          <a:moveTo>
                            <a:pt x="57341" y="17812"/>
                          </a:moveTo>
                          <a:cubicBezTo>
                            <a:pt x="55054" y="19145"/>
                            <a:pt x="52768" y="20288"/>
                            <a:pt x="50387" y="21336"/>
                          </a:cubicBezTo>
                          <a:cubicBezTo>
                            <a:pt x="48101" y="22574"/>
                            <a:pt x="45815" y="23622"/>
                            <a:pt x="43434" y="24575"/>
                          </a:cubicBezTo>
                          <a:cubicBezTo>
                            <a:pt x="38767" y="26384"/>
                            <a:pt x="33909" y="27337"/>
                            <a:pt x="28956" y="27908"/>
                          </a:cubicBezTo>
                          <a:cubicBezTo>
                            <a:pt x="19526" y="29623"/>
                            <a:pt x="9239" y="28194"/>
                            <a:pt x="0" y="24575"/>
                          </a:cubicBezTo>
                          <a:lnTo>
                            <a:pt x="6953" y="36386"/>
                          </a:lnTo>
                          <a:cubicBezTo>
                            <a:pt x="9906" y="41339"/>
                            <a:pt x="13716" y="45244"/>
                            <a:pt x="18002" y="48578"/>
                          </a:cubicBezTo>
                          <a:cubicBezTo>
                            <a:pt x="22384" y="51911"/>
                            <a:pt x="27146" y="54483"/>
                            <a:pt x="32099" y="56102"/>
                          </a:cubicBezTo>
                          <a:cubicBezTo>
                            <a:pt x="37052" y="57912"/>
                            <a:pt x="41910" y="58293"/>
                            <a:pt x="46958" y="58579"/>
                          </a:cubicBezTo>
                          <a:cubicBezTo>
                            <a:pt x="52007" y="58769"/>
                            <a:pt x="56864" y="58008"/>
                            <a:pt x="61532" y="56007"/>
                          </a:cubicBezTo>
                          <a:cubicBezTo>
                            <a:pt x="68389" y="53721"/>
                            <a:pt x="75343" y="51530"/>
                            <a:pt x="82391" y="49435"/>
                          </a:cubicBezTo>
                          <a:cubicBezTo>
                            <a:pt x="89725" y="48101"/>
                            <a:pt x="96774" y="46006"/>
                            <a:pt x="104204" y="45053"/>
                          </a:cubicBezTo>
                          <a:cubicBezTo>
                            <a:pt x="109442" y="44482"/>
                            <a:pt x="114300" y="42672"/>
                            <a:pt x="118777" y="40005"/>
                          </a:cubicBezTo>
                          <a:cubicBezTo>
                            <a:pt x="123158" y="37148"/>
                            <a:pt x="127540" y="34481"/>
                            <a:pt x="131064" y="30480"/>
                          </a:cubicBezTo>
                          <a:cubicBezTo>
                            <a:pt x="138208" y="22765"/>
                            <a:pt x="143161" y="12287"/>
                            <a:pt x="143256" y="1048"/>
                          </a:cubicBezTo>
                          <a:lnTo>
                            <a:pt x="143256" y="0"/>
                          </a:lnTo>
                          <a:cubicBezTo>
                            <a:pt x="135636" y="762"/>
                            <a:pt x="128111" y="1143"/>
                            <a:pt x="120682" y="1334"/>
                          </a:cubicBezTo>
                          <a:cubicBezTo>
                            <a:pt x="113252" y="2000"/>
                            <a:pt x="105918" y="2858"/>
                            <a:pt x="98679" y="3620"/>
                          </a:cubicBezTo>
                          <a:cubicBezTo>
                            <a:pt x="91345" y="4286"/>
                            <a:pt x="84296" y="6572"/>
                            <a:pt x="77248" y="8477"/>
                          </a:cubicBezTo>
                          <a:cubicBezTo>
                            <a:pt x="70295" y="10287"/>
                            <a:pt x="63722" y="14097"/>
                            <a:pt x="57341" y="17812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98" name="Forme libre : forme 16097">
                      <a:extLst>
                        <a:ext uri="{FF2B5EF4-FFF2-40B4-BE49-F238E27FC236}">
                          <a16:creationId xmlns:a16="http://schemas.microsoft.com/office/drawing/2014/main" id="{A79F3BD6-97A1-4F44-B426-7CEF792080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31726" y="2851833"/>
                      <a:ext cx="67424" cy="44539"/>
                    </a:xfrm>
                    <a:custGeom>
                      <a:avLst/>
                      <a:gdLst>
                        <a:gd name="connsiteX0" fmla="*/ 67360 w 67424"/>
                        <a:gd name="connsiteY0" fmla="*/ 17287 h 44539"/>
                        <a:gd name="connsiteX1" fmla="*/ 59359 w 67424"/>
                        <a:gd name="connsiteY1" fmla="*/ 33575 h 44539"/>
                        <a:gd name="connsiteX2" fmla="*/ 49929 w 67424"/>
                        <a:gd name="connsiteY2" fmla="*/ 39385 h 44539"/>
                        <a:gd name="connsiteX3" fmla="*/ 38213 w 67424"/>
                        <a:gd name="connsiteY3" fmla="*/ 43576 h 44539"/>
                        <a:gd name="connsiteX4" fmla="*/ 25831 w 67424"/>
                        <a:gd name="connsiteY4" fmla="*/ 44529 h 44539"/>
                        <a:gd name="connsiteX5" fmla="*/ 14877 w 67424"/>
                        <a:gd name="connsiteY5" fmla="*/ 43100 h 44539"/>
                        <a:gd name="connsiteX6" fmla="*/ 780 w 67424"/>
                        <a:gd name="connsiteY6" fmla="*/ 31384 h 44539"/>
                        <a:gd name="connsiteX7" fmla="*/ 5828 w 67424"/>
                        <a:gd name="connsiteY7" fmla="*/ 13858 h 44539"/>
                        <a:gd name="connsiteX8" fmla="*/ 15639 w 67424"/>
                        <a:gd name="connsiteY8" fmla="*/ 6048 h 44539"/>
                        <a:gd name="connsiteX9" fmla="*/ 29165 w 67424"/>
                        <a:gd name="connsiteY9" fmla="*/ 1285 h 44539"/>
                        <a:gd name="connsiteX10" fmla="*/ 43452 w 67424"/>
                        <a:gd name="connsiteY10" fmla="*/ 47 h 44539"/>
                        <a:gd name="connsiteX11" fmla="*/ 55549 w 67424"/>
                        <a:gd name="connsiteY11" fmla="*/ 3286 h 44539"/>
                        <a:gd name="connsiteX12" fmla="*/ 67360 w 67424"/>
                        <a:gd name="connsiteY12" fmla="*/ 17287 h 445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7424" h="44539">
                          <a:moveTo>
                            <a:pt x="67360" y="17287"/>
                          </a:moveTo>
                          <a:cubicBezTo>
                            <a:pt x="67931" y="23193"/>
                            <a:pt x="64693" y="29003"/>
                            <a:pt x="59359" y="33575"/>
                          </a:cubicBezTo>
                          <a:cubicBezTo>
                            <a:pt x="56692" y="35861"/>
                            <a:pt x="53453" y="37766"/>
                            <a:pt x="49929" y="39385"/>
                          </a:cubicBezTo>
                          <a:cubicBezTo>
                            <a:pt x="46405" y="41290"/>
                            <a:pt x="42499" y="42719"/>
                            <a:pt x="38213" y="43576"/>
                          </a:cubicBezTo>
                          <a:cubicBezTo>
                            <a:pt x="34022" y="44529"/>
                            <a:pt x="29736" y="44529"/>
                            <a:pt x="25831" y="44529"/>
                          </a:cubicBezTo>
                          <a:cubicBezTo>
                            <a:pt x="21925" y="44624"/>
                            <a:pt x="18306" y="44053"/>
                            <a:pt x="14877" y="43100"/>
                          </a:cubicBezTo>
                          <a:cubicBezTo>
                            <a:pt x="8209" y="41100"/>
                            <a:pt x="2780" y="37004"/>
                            <a:pt x="780" y="31384"/>
                          </a:cubicBezTo>
                          <a:cubicBezTo>
                            <a:pt x="-1220" y="25764"/>
                            <a:pt x="685" y="19478"/>
                            <a:pt x="5828" y="13858"/>
                          </a:cubicBezTo>
                          <a:cubicBezTo>
                            <a:pt x="8400" y="11001"/>
                            <a:pt x="11734" y="8334"/>
                            <a:pt x="15639" y="6048"/>
                          </a:cubicBezTo>
                          <a:cubicBezTo>
                            <a:pt x="19544" y="3762"/>
                            <a:pt x="24211" y="2428"/>
                            <a:pt x="29165" y="1285"/>
                          </a:cubicBezTo>
                          <a:cubicBezTo>
                            <a:pt x="34117" y="238"/>
                            <a:pt x="38975" y="-143"/>
                            <a:pt x="43452" y="47"/>
                          </a:cubicBezTo>
                          <a:cubicBezTo>
                            <a:pt x="47929" y="523"/>
                            <a:pt x="52024" y="1762"/>
                            <a:pt x="55549" y="3286"/>
                          </a:cubicBezTo>
                          <a:cubicBezTo>
                            <a:pt x="62502" y="6429"/>
                            <a:pt x="66788" y="11382"/>
                            <a:pt x="67360" y="1728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99" name="Forme libre : forme 16098">
                      <a:extLst>
                        <a:ext uri="{FF2B5EF4-FFF2-40B4-BE49-F238E27FC236}">
                          <a16:creationId xmlns:a16="http://schemas.microsoft.com/office/drawing/2014/main" id="{07B39300-D70C-4CBB-92AE-D60F4C6E8F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31796" y="2861595"/>
                      <a:ext cx="51668" cy="34778"/>
                    </a:xfrm>
                    <a:custGeom>
                      <a:avLst/>
                      <a:gdLst>
                        <a:gd name="connsiteX0" fmla="*/ 10140 w 51668"/>
                        <a:gd name="connsiteY0" fmla="*/ 0 h 34778"/>
                        <a:gd name="connsiteX1" fmla="*/ 805 w 51668"/>
                        <a:gd name="connsiteY1" fmla="*/ 21622 h 34778"/>
                        <a:gd name="connsiteX2" fmla="*/ 14902 w 51668"/>
                        <a:gd name="connsiteY2" fmla="*/ 33338 h 34778"/>
                        <a:gd name="connsiteX3" fmla="*/ 25856 w 51668"/>
                        <a:gd name="connsiteY3" fmla="*/ 34766 h 34778"/>
                        <a:gd name="connsiteX4" fmla="*/ 38238 w 51668"/>
                        <a:gd name="connsiteY4" fmla="*/ 33814 h 34778"/>
                        <a:gd name="connsiteX5" fmla="*/ 51669 w 51668"/>
                        <a:gd name="connsiteY5" fmla="*/ 28766 h 34778"/>
                        <a:gd name="connsiteX6" fmla="*/ 43668 w 51668"/>
                        <a:gd name="connsiteY6" fmla="*/ 28766 h 34778"/>
                        <a:gd name="connsiteX7" fmla="*/ 22522 w 51668"/>
                        <a:gd name="connsiteY7" fmla="*/ 18097 h 34778"/>
                        <a:gd name="connsiteX8" fmla="*/ 10140 w 51668"/>
                        <a:gd name="connsiteY8" fmla="*/ 0 h 34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668" h="34778">
                          <a:moveTo>
                            <a:pt x="10140" y="0"/>
                          </a:moveTo>
                          <a:cubicBezTo>
                            <a:pt x="1948" y="6572"/>
                            <a:pt x="-1766" y="14573"/>
                            <a:pt x="805" y="21622"/>
                          </a:cubicBezTo>
                          <a:cubicBezTo>
                            <a:pt x="2805" y="27242"/>
                            <a:pt x="8139" y="31242"/>
                            <a:pt x="14902" y="33338"/>
                          </a:cubicBezTo>
                          <a:cubicBezTo>
                            <a:pt x="18236" y="34385"/>
                            <a:pt x="21951" y="34862"/>
                            <a:pt x="25856" y="34766"/>
                          </a:cubicBezTo>
                          <a:cubicBezTo>
                            <a:pt x="29761" y="34766"/>
                            <a:pt x="33952" y="34766"/>
                            <a:pt x="38238" y="33814"/>
                          </a:cubicBezTo>
                          <a:cubicBezTo>
                            <a:pt x="43192" y="32861"/>
                            <a:pt x="47668" y="30766"/>
                            <a:pt x="51669" y="28766"/>
                          </a:cubicBezTo>
                          <a:cubicBezTo>
                            <a:pt x="49002" y="28956"/>
                            <a:pt x="46430" y="29242"/>
                            <a:pt x="43668" y="28766"/>
                          </a:cubicBezTo>
                          <a:cubicBezTo>
                            <a:pt x="36238" y="26956"/>
                            <a:pt x="28713" y="23051"/>
                            <a:pt x="22522" y="18097"/>
                          </a:cubicBezTo>
                          <a:cubicBezTo>
                            <a:pt x="16331" y="13335"/>
                            <a:pt x="11568" y="7144"/>
                            <a:pt x="10140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00" name="Forme libre : forme 16099">
                      <a:extLst>
                        <a:ext uri="{FF2B5EF4-FFF2-40B4-BE49-F238E27FC236}">
                          <a16:creationId xmlns:a16="http://schemas.microsoft.com/office/drawing/2014/main" id="{A74440DB-101E-41DF-BF48-A31D463D91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36734" y="2855757"/>
                      <a:ext cx="66208" cy="44484"/>
                    </a:xfrm>
                    <a:custGeom>
                      <a:avLst/>
                      <a:gdLst>
                        <a:gd name="connsiteX0" fmla="*/ 66162 w 66208"/>
                        <a:gd name="connsiteY0" fmla="*/ 17649 h 44484"/>
                        <a:gd name="connsiteX1" fmla="*/ 58161 w 66208"/>
                        <a:gd name="connsiteY1" fmla="*/ 33937 h 44484"/>
                        <a:gd name="connsiteX2" fmla="*/ 48826 w 66208"/>
                        <a:gd name="connsiteY2" fmla="*/ 39652 h 44484"/>
                        <a:gd name="connsiteX3" fmla="*/ 37301 w 66208"/>
                        <a:gd name="connsiteY3" fmla="*/ 43557 h 44484"/>
                        <a:gd name="connsiteX4" fmla="*/ 25109 w 66208"/>
                        <a:gd name="connsiteY4" fmla="*/ 44319 h 44484"/>
                        <a:gd name="connsiteX5" fmla="*/ 14441 w 66208"/>
                        <a:gd name="connsiteY5" fmla="*/ 42604 h 44484"/>
                        <a:gd name="connsiteX6" fmla="*/ 725 w 66208"/>
                        <a:gd name="connsiteY6" fmla="*/ 30793 h 44484"/>
                        <a:gd name="connsiteX7" fmla="*/ 5773 w 66208"/>
                        <a:gd name="connsiteY7" fmla="*/ 13267 h 44484"/>
                        <a:gd name="connsiteX8" fmla="*/ 15489 w 66208"/>
                        <a:gd name="connsiteY8" fmla="*/ 5647 h 44484"/>
                        <a:gd name="connsiteX9" fmla="*/ 28824 w 66208"/>
                        <a:gd name="connsiteY9" fmla="*/ 1171 h 44484"/>
                        <a:gd name="connsiteX10" fmla="*/ 42921 w 66208"/>
                        <a:gd name="connsiteY10" fmla="*/ 313 h 44484"/>
                        <a:gd name="connsiteX11" fmla="*/ 54732 w 66208"/>
                        <a:gd name="connsiteY11" fmla="*/ 3647 h 44484"/>
                        <a:gd name="connsiteX12" fmla="*/ 66162 w 66208"/>
                        <a:gd name="connsiteY12" fmla="*/ 17649 h 444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6208" h="44484">
                          <a:moveTo>
                            <a:pt x="66162" y="17649"/>
                          </a:moveTo>
                          <a:cubicBezTo>
                            <a:pt x="66638" y="23554"/>
                            <a:pt x="63400" y="29364"/>
                            <a:pt x="58161" y="33937"/>
                          </a:cubicBezTo>
                          <a:cubicBezTo>
                            <a:pt x="55494" y="36223"/>
                            <a:pt x="52351" y="38128"/>
                            <a:pt x="48826" y="39652"/>
                          </a:cubicBezTo>
                          <a:cubicBezTo>
                            <a:pt x="45207" y="40985"/>
                            <a:pt x="41492" y="42795"/>
                            <a:pt x="37301" y="43557"/>
                          </a:cubicBezTo>
                          <a:cubicBezTo>
                            <a:pt x="33110" y="44414"/>
                            <a:pt x="29014" y="44700"/>
                            <a:pt x="25109" y="44319"/>
                          </a:cubicBezTo>
                          <a:cubicBezTo>
                            <a:pt x="21204" y="44033"/>
                            <a:pt x="17680" y="43747"/>
                            <a:pt x="14441" y="42604"/>
                          </a:cubicBezTo>
                          <a:cubicBezTo>
                            <a:pt x="7964" y="40509"/>
                            <a:pt x="2725" y="36508"/>
                            <a:pt x="725" y="30793"/>
                          </a:cubicBezTo>
                          <a:cubicBezTo>
                            <a:pt x="-1180" y="25173"/>
                            <a:pt x="725" y="18887"/>
                            <a:pt x="5773" y="13267"/>
                          </a:cubicBezTo>
                          <a:cubicBezTo>
                            <a:pt x="8345" y="10505"/>
                            <a:pt x="11488" y="7648"/>
                            <a:pt x="15489" y="5647"/>
                          </a:cubicBezTo>
                          <a:cubicBezTo>
                            <a:pt x="19394" y="3742"/>
                            <a:pt x="23966" y="2123"/>
                            <a:pt x="28824" y="1171"/>
                          </a:cubicBezTo>
                          <a:cubicBezTo>
                            <a:pt x="33777" y="313"/>
                            <a:pt x="38444" y="-449"/>
                            <a:pt x="42921" y="313"/>
                          </a:cubicBezTo>
                          <a:cubicBezTo>
                            <a:pt x="47302" y="885"/>
                            <a:pt x="51398" y="2028"/>
                            <a:pt x="54732" y="3647"/>
                          </a:cubicBezTo>
                          <a:cubicBezTo>
                            <a:pt x="61495" y="6790"/>
                            <a:pt x="65686" y="11743"/>
                            <a:pt x="66162" y="1764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01" name="Forme libre : forme 16100">
                      <a:extLst>
                        <a:ext uri="{FF2B5EF4-FFF2-40B4-BE49-F238E27FC236}">
                          <a16:creationId xmlns:a16="http://schemas.microsoft.com/office/drawing/2014/main" id="{47EBF6D8-3CFA-4D6D-82A0-99ABAC8C57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96082" y="2855712"/>
                      <a:ext cx="94404" cy="67851"/>
                    </a:xfrm>
                    <a:custGeom>
                      <a:avLst/>
                      <a:gdLst>
                        <a:gd name="connsiteX0" fmla="*/ 11087 w 94404"/>
                        <a:gd name="connsiteY0" fmla="*/ 41221 h 67851"/>
                        <a:gd name="connsiteX1" fmla="*/ 21755 w 94404"/>
                        <a:gd name="connsiteY1" fmla="*/ 58366 h 67851"/>
                        <a:gd name="connsiteX2" fmla="*/ 38710 w 94404"/>
                        <a:gd name="connsiteY2" fmla="*/ 66748 h 67851"/>
                        <a:gd name="connsiteX3" fmla="*/ 48044 w 94404"/>
                        <a:gd name="connsiteY3" fmla="*/ 67701 h 67851"/>
                        <a:gd name="connsiteX4" fmla="*/ 57474 w 94404"/>
                        <a:gd name="connsiteY4" fmla="*/ 67701 h 67851"/>
                        <a:gd name="connsiteX5" fmla="*/ 72333 w 94404"/>
                        <a:gd name="connsiteY5" fmla="*/ 64748 h 67851"/>
                        <a:gd name="connsiteX6" fmla="*/ 85858 w 94404"/>
                        <a:gd name="connsiteY6" fmla="*/ 57699 h 67851"/>
                        <a:gd name="connsiteX7" fmla="*/ 93002 w 94404"/>
                        <a:gd name="connsiteY7" fmla="*/ 37030 h 67851"/>
                        <a:gd name="connsiteX8" fmla="*/ 80334 w 94404"/>
                        <a:gd name="connsiteY8" fmla="*/ 28743 h 67851"/>
                        <a:gd name="connsiteX9" fmla="*/ 46616 w 94404"/>
                        <a:gd name="connsiteY9" fmla="*/ 12360 h 67851"/>
                        <a:gd name="connsiteX10" fmla="*/ 27089 w 94404"/>
                        <a:gd name="connsiteY10" fmla="*/ 1788 h 67851"/>
                        <a:gd name="connsiteX11" fmla="*/ 4325 w 94404"/>
                        <a:gd name="connsiteY11" fmla="*/ 4359 h 67851"/>
                        <a:gd name="connsiteX12" fmla="*/ 2134 w 94404"/>
                        <a:gd name="connsiteY12" fmla="*/ 23409 h 67851"/>
                        <a:gd name="connsiteX13" fmla="*/ 11087 w 94404"/>
                        <a:gd name="connsiteY13" fmla="*/ 41221 h 67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4404" h="67851">
                          <a:moveTo>
                            <a:pt x="11087" y="41221"/>
                          </a:moveTo>
                          <a:cubicBezTo>
                            <a:pt x="13850" y="47413"/>
                            <a:pt x="16802" y="53794"/>
                            <a:pt x="21755" y="58366"/>
                          </a:cubicBezTo>
                          <a:cubicBezTo>
                            <a:pt x="26422" y="62653"/>
                            <a:pt x="32518" y="65510"/>
                            <a:pt x="38710" y="66748"/>
                          </a:cubicBezTo>
                          <a:cubicBezTo>
                            <a:pt x="41758" y="67415"/>
                            <a:pt x="44901" y="67701"/>
                            <a:pt x="48044" y="67701"/>
                          </a:cubicBezTo>
                          <a:cubicBezTo>
                            <a:pt x="51187" y="67796"/>
                            <a:pt x="54426" y="67987"/>
                            <a:pt x="57474" y="67701"/>
                          </a:cubicBezTo>
                          <a:cubicBezTo>
                            <a:pt x="62617" y="67415"/>
                            <a:pt x="67475" y="65986"/>
                            <a:pt x="72333" y="64748"/>
                          </a:cubicBezTo>
                          <a:cubicBezTo>
                            <a:pt x="77191" y="63415"/>
                            <a:pt x="81763" y="61129"/>
                            <a:pt x="85858" y="57699"/>
                          </a:cubicBezTo>
                          <a:cubicBezTo>
                            <a:pt x="91764" y="52556"/>
                            <a:pt x="97003" y="44174"/>
                            <a:pt x="93002" y="37030"/>
                          </a:cubicBezTo>
                          <a:cubicBezTo>
                            <a:pt x="90526" y="32744"/>
                            <a:pt x="85192" y="30267"/>
                            <a:pt x="80334" y="28743"/>
                          </a:cubicBezTo>
                          <a:cubicBezTo>
                            <a:pt x="68904" y="24648"/>
                            <a:pt x="57283" y="18266"/>
                            <a:pt x="46616" y="12360"/>
                          </a:cubicBezTo>
                          <a:cubicBezTo>
                            <a:pt x="42043" y="9693"/>
                            <a:pt x="34995" y="4740"/>
                            <a:pt x="27089" y="1788"/>
                          </a:cubicBezTo>
                          <a:cubicBezTo>
                            <a:pt x="19374" y="-879"/>
                            <a:pt x="10801" y="-975"/>
                            <a:pt x="4325" y="4359"/>
                          </a:cubicBezTo>
                          <a:cubicBezTo>
                            <a:pt x="-1581" y="9122"/>
                            <a:pt x="-533" y="16647"/>
                            <a:pt x="2134" y="23409"/>
                          </a:cubicBezTo>
                          <a:cubicBezTo>
                            <a:pt x="4801" y="30267"/>
                            <a:pt x="9182" y="36935"/>
                            <a:pt x="11087" y="412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02" name="Forme libre : forme 16101">
                      <a:extLst>
                        <a:ext uri="{FF2B5EF4-FFF2-40B4-BE49-F238E27FC236}">
                          <a16:creationId xmlns:a16="http://schemas.microsoft.com/office/drawing/2014/main" id="{F3A73D1D-2D95-45D4-A7EF-9963A42025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1908" y="2848084"/>
                      <a:ext cx="25358" cy="27798"/>
                    </a:xfrm>
                    <a:custGeom>
                      <a:avLst/>
                      <a:gdLst>
                        <a:gd name="connsiteX0" fmla="*/ 310 w 25358"/>
                        <a:gd name="connsiteY0" fmla="*/ 20179 h 27798"/>
                        <a:gd name="connsiteX1" fmla="*/ 405 w 25358"/>
                        <a:gd name="connsiteY1" fmla="*/ 25132 h 27798"/>
                        <a:gd name="connsiteX2" fmla="*/ 4500 w 25358"/>
                        <a:gd name="connsiteY2" fmla="*/ 27799 h 27798"/>
                        <a:gd name="connsiteX3" fmla="*/ 9263 w 25358"/>
                        <a:gd name="connsiteY3" fmla="*/ 25608 h 27798"/>
                        <a:gd name="connsiteX4" fmla="*/ 19836 w 25358"/>
                        <a:gd name="connsiteY4" fmla="*/ 17226 h 27798"/>
                        <a:gd name="connsiteX5" fmla="*/ 23455 w 25358"/>
                        <a:gd name="connsiteY5" fmla="*/ 13226 h 27798"/>
                        <a:gd name="connsiteX6" fmla="*/ 15359 w 25358"/>
                        <a:gd name="connsiteY6" fmla="*/ 1129 h 27798"/>
                        <a:gd name="connsiteX7" fmla="*/ 310 w 25358"/>
                        <a:gd name="connsiteY7" fmla="*/ 20179 h 27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58" h="27798">
                          <a:moveTo>
                            <a:pt x="310" y="20179"/>
                          </a:moveTo>
                          <a:cubicBezTo>
                            <a:pt x="-71" y="21893"/>
                            <a:pt x="-167" y="23608"/>
                            <a:pt x="405" y="25132"/>
                          </a:cubicBezTo>
                          <a:cubicBezTo>
                            <a:pt x="1071" y="26656"/>
                            <a:pt x="2596" y="27799"/>
                            <a:pt x="4500" y="27799"/>
                          </a:cubicBezTo>
                          <a:cubicBezTo>
                            <a:pt x="6215" y="27704"/>
                            <a:pt x="7834" y="26656"/>
                            <a:pt x="9263" y="25608"/>
                          </a:cubicBezTo>
                          <a:cubicBezTo>
                            <a:pt x="12883" y="22751"/>
                            <a:pt x="16502" y="20084"/>
                            <a:pt x="19836" y="17226"/>
                          </a:cubicBezTo>
                          <a:cubicBezTo>
                            <a:pt x="21169" y="15988"/>
                            <a:pt x="22598" y="14750"/>
                            <a:pt x="23455" y="13226"/>
                          </a:cubicBezTo>
                          <a:cubicBezTo>
                            <a:pt x="27265" y="6939"/>
                            <a:pt x="25741" y="-3443"/>
                            <a:pt x="15359" y="1129"/>
                          </a:cubicBezTo>
                          <a:cubicBezTo>
                            <a:pt x="7167" y="4272"/>
                            <a:pt x="1738" y="13416"/>
                            <a:pt x="310" y="2017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03" name="Forme libre : forme 16102">
                      <a:extLst>
                        <a:ext uri="{FF2B5EF4-FFF2-40B4-BE49-F238E27FC236}">
                          <a16:creationId xmlns:a16="http://schemas.microsoft.com/office/drawing/2014/main" id="{D2CAD325-321C-4620-B828-D14EB26986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91275" y="2876264"/>
                      <a:ext cx="34107" cy="46100"/>
                    </a:xfrm>
                    <a:custGeom>
                      <a:avLst/>
                      <a:gdLst>
                        <a:gd name="connsiteX0" fmla="*/ 34100 w 34107"/>
                        <a:gd name="connsiteY0" fmla="*/ 0 h 46100"/>
                        <a:gd name="connsiteX1" fmla="*/ 30099 w 34107"/>
                        <a:gd name="connsiteY1" fmla="*/ 17907 h 46100"/>
                        <a:gd name="connsiteX2" fmla="*/ 19717 w 34107"/>
                        <a:gd name="connsiteY2" fmla="*/ 32671 h 46100"/>
                        <a:gd name="connsiteX3" fmla="*/ 0 w 34107"/>
                        <a:gd name="connsiteY3" fmla="*/ 46101 h 46100"/>
                        <a:gd name="connsiteX4" fmla="*/ 13811 w 34107"/>
                        <a:gd name="connsiteY4" fmla="*/ 35147 h 46100"/>
                        <a:gd name="connsiteX5" fmla="*/ 25337 w 34107"/>
                        <a:gd name="connsiteY5" fmla="*/ 21146 h 46100"/>
                        <a:gd name="connsiteX6" fmla="*/ 34100 w 34107"/>
                        <a:gd name="connsiteY6" fmla="*/ 0 h 46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107" h="46100">
                          <a:moveTo>
                            <a:pt x="34100" y="0"/>
                          </a:moveTo>
                          <a:cubicBezTo>
                            <a:pt x="34100" y="0"/>
                            <a:pt x="34481" y="8191"/>
                            <a:pt x="30099" y="17907"/>
                          </a:cubicBezTo>
                          <a:cubicBezTo>
                            <a:pt x="27908" y="22765"/>
                            <a:pt x="24575" y="27908"/>
                            <a:pt x="19717" y="32671"/>
                          </a:cubicBezTo>
                          <a:cubicBezTo>
                            <a:pt x="14764" y="37338"/>
                            <a:pt x="8477" y="42577"/>
                            <a:pt x="0" y="46101"/>
                          </a:cubicBezTo>
                          <a:cubicBezTo>
                            <a:pt x="0" y="46101"/>
                            <a:pt x="6382" y="42863"/>
                            <a:pt x="13811" y="35147"/>
                          </a:cubicBezTo>
                          <a:cubicBezTo>
                            <a:pt x="17431" y="31147"/>
                            <a:pt x="21717" y="27051"/>
                            <a:pt x="25337" y="21146"/>
                          </a:cubicBezTo>
                          <a:cubicBezTo>
                            <a:pt x="28956" y="15430"/>
                            <a:pt x="32195" y="8382"/>
                            <a:pt x="3410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04" name="Forme libre : forme 16103">
                      <a:extLst>
                        <a:ext uri="{FF2B5EF4-FFF2-40B4-BE49-F238E27FC236}">
                          <a16:creationId xmlns:a16="http://schemas.microsoft.com/office/drawing/2014/main" id="{AC87558C-74DE-4A9C-90AD-C67D4C40D2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8049" y="2830163"/>
                      <a:ext cx="34930" cy="60007"/>
                    </a:xfrm>
                    <a:custGeom>
                      <a:avLst/>
                      <a:gdLst>
                        <a:gd name="connsiteX0" fmla="*/ 34931 w 34930"/>
                        <a:gd name="connsiteY0" fmla="*/ 0 h 60007"/>
                        <a:gd name="connsiteX1" fmla="*/ 27597 w 34930"/>
                        <a:gd name="connsiteY1" fmla="*/ 3715 h 60007"/>
                        <a:gd name="connsiteX2" fmla="*/ 12547 w 34930"/>
                        <a:gd name="connsiteY2" fmla="*/ 15145 h 60007"/>
                        <a:gd name="connsiteX3" fmla="*/ 1212 w 34930"/>
                        <a:gd name="connsiteY3" fmla="*/ 34671 h 60007"/>
                        <a:gd name="connsiteX4" fmla="*/ 3498 w 34930"/>
                        <a:gd name="connsiteY4" fmla="*/ 60007 h 60007"/>
                        <a:gd name="connsiteX5" fmla="*/ 3403 w 34930"/>
                        <a:gd name="connsiteY5" fmla="*/ 39243 h 60007"/>
                        <a:gd name="connsiteX6" fmla="*/ 11976 w 34930"/>
                        <a:gd name="connsiteY6" fmla="*/ 19145 h 60007"/>
                        <a:gd name="connsiteX7" fmla="*/ 34931 w 34930"/>
                        <a:gd name="connsiteY7" fmla="*/ 0 h 60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4930" h="60007">
                          <a:moveTo>
                            <a:pt x="34931" y="0"/>
                          </a:moveTo>
                          <a:cubicBezTo>
                            <a:pt x="34931" y="0"/>
                            <a:pt x="31883" y="1143"/>
                            <a:pt x="27597" y="3715"/>
                          </a:cubicBezTo>
                          <a:cubicBezTo>
                            <a:pt x="23311" y="6287"/>
                            <a:pt x="17691" y="10096"/>
                            <a:pt x="12547" y="15145"/>
                          </a:cubicBezTo>
                          <a:cubicBezTo>
                            <a:pt x="7499" y="20193"/>
                            <a:pt x="3308" y="27146"/>
                            <a:pt x="1212" y="34671"/>
                          </a:cubicBezTo>
                          <a:cubicBezTo>
                            <a:pt x="-788" y="42291"/>
                            <a:pt x="-502" y="50768"/>
                            <a:pt x="3498" y="60007"/>
                          </a:cubicBezTo>
                          <a:cubicBezTo>
                            <a:pt x="3498" y="60007"/>
                            <a:pt x="927" y="51340"/>
                            <a:pt x="3403" y="39243"/>
                          </a:cubicBezTo>
                          <a:cubicBezTo>
                            <a:pt x="4641" y="33242"/>
                            <a:pt x="7118" y="26194"/>
                            <a:pt x="11976" y="19145"/>
                          </a:cubicBezTo>
                          <a:cubicBezTo>
                            <a:pt x="17024" y="12573"/>
                            <a:pt x="24453" y="5620"/>
                            <a:pt x="3493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05" name="Forme libre : forme 16104">
                      <a:extLst>
                        <a:ext uri="{FF2B5EF4-FFF2-40B4-BE49-F238E27FC236}">
                          <a16:creationId xmlns:a16="http://schemas.microsoft.com/office/drawing/2014/main" id="{E4E79499-06A4-472F-91D6-42DFE49EB5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6754" y="2856282"/>
                      <a:ext cx="27012" cy="14253"/>
                    </a:xfrm>
                    <a:custGeom>
                      <a:avLst/>
                      <a:gdLst>
                        <a:gd name="connsiteX0" fmla="*/ 26901 w 27012"/>
                        <a:gd name="connsiteY0" fmla="*/ 8838 h 14253"/>
                        <a:gd name="connsiteX1" fmla="*/ 21853 w 27012"/>
                        <a:gd name="connsiteY1" fmla="*/ 12934 h 14253"/>
                        <a:gd name="connsiteX2" fmla="*/ 12233 w 27012"/>
                        <a:gd name="connsiteY2" fmla="*/ 14172 h 14253"/>
                        <a:gd name="connsiteX3" fmla="*/ 41 w 27012"/>
                        <a:gd name="connsiteY3" fmla="*/ 6076 h 14253"/>
                        <a:gd name="connsiteX4" fmla="*/ 15090 w 27012"/>
                        <a:gd name="connsiteY4" fmla="*/ 75 h 14253"/>
                        <a:gd name="connsiteX5" fmla="*/ 26901 w 27012"/>
                        <a:gd name="connsiteY5" fmla="*/ 8838 h 14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7012" h="14253">
                          <a:moveTo>
                            <a:pt x="26901" y="8838"/>
                          </a:moveTo>
                          <a:cubicBezTo>
                            <a:pt x="26425" y="10743"/>
                            <a:pt x="24520" y="12172"/>
                            <a:pt x="21853" y="12934"/>
                          </a:cubicBezTo>
                          <a:cubicBezTo>
                            <a:pt x="19186" y="13981"/>
                            <a:pt x="15852" y="14458"/>
                            <a:pt x="12233" y="14172"/>
                          </a:cubicBezTo>
                          <a:cubicBezTo>
                            <a:pt x="4994" y="13505"/>
                            <a:pt x="-531" y="9981"/>
                            <a:pt x="41" y="6076"/>
                          </a:cubicBezTo>
                          <a:cubicBezTo>
                            <a:pt x="612" y="2266"/>
                            <a:pt x="7470" y="-496"/>
                            <a:pt x="15090" y="75"/>
                          </a:cubicBezTo>
                          <a:cubicBezTo>
                            <a:pt x="22615" y="646"/>
                            <a:pt x="27854" y="5219"/>
                            <a:pt x="26901" y="883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06" name="Forme libre : forme 16105">
                      <a:extLst>
                        <a:ext uri="{FF2B5EF4-FFF2-40B4-BE49-F238E27FC236}">
                          <a16:creationId xmlns:a16="http://schemas.microsoft.com/office/drawing/2014/main" id="{232BE3F3-D918-4D28-83E8-28F7838B52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9922" y="2860221"/>
                      <a:ext cx="7178" cy="6157"/>
                    </a:xfrm>
                    <a:custGeom>
                      <a:avLst/>
                      <a:gdLst>
                        <a:gd name="connsiteX0" fmla="*/ 7162 w 7178"/>
                        <a:gd name="connsiteY0" fmla="*/ 2708 h 6157"/>
                        <a:gd name="connsiteX1" fmla="*/ 4019 w 7178"/>
                        <a:gd name="connsiteY1" fmla="*/ 6137 h 6157"/>
                        <a:gd name="connsiteX2" fmla="*/ 18 w 7178"/>
                        <a:gd name="connsiteY2" fmla="*/ 3470 h 6157"/>
                        <a:gd name="connsiteX3" fmla="*/ 3161 w 7178"/>
                        <a:gd name="connsiteY3" fmla="*/ 41 h 6157"/>
                        <a:gd name="connsiteX4" fmla="*/ 7162 w 7178"/>
                        <a:gd name="connsiteY4" fmla="*/ 2708 h 6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78" h="6157">
                          <a:moveTo>
                            <a:pt x="7162" y="2708"/>
                          </a:moveTo>
                          <a:cubicBezTo>
                            <a:pt x="7352" y="4423"/>
                            <a:pt x="5924" y="5947"/>
                            <a:pt x="4019" y="6137"/>
                          </a:cubicBezTo>
                          <a:cubicBezTo>
                            <a:pt x="2018" y="6328"/>
                            <a:pt x="208" y="5184"/>
                            <a:pt x="18" y="3470"/>
                          </a:cubicBezTo>
                          <a:cubicBezTo>
                            <a:pt x="-172" y="1756"/>
                            <a:pt x="1161" y="231"/>
                            <a:pt x="3161" y="41"/>
                          </a:cubicBezTo>
                          <a:cubicBezTo>
                            <a:pt x="5162" y="-245"/>
                            <a:pt x="6971" y="994"/>
                            <a:pt x="7162" y="270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07" name="Forme libre : forme 16106">
                      <a:extLst>
                        <a:ext uri="{FF2B5EF4-FFF2-40B4-BE49-F238E27FC236}">
                          <a16:creationId xmlns:a16="http://schemas.microsoft.com/office/drawing/2014/main" id="{65AE5735-A672-4B46-8A9B-AC0DA4A819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49112" y="2820802"/>
                      <a:ext cx="69499" cy="51533"/>
                    </a:xfrm>
                    <a:custGeom>
                      <a:avLst/>
                      <a:gdLst>
                        <a:gd name="connsiteX0" fmla="*/ 63213 w 69499"/>
                        <a:gd name="connsiteY0" fmla="*/ 16219 h 51533"/>
                        <a:gd name="connsiteX1" fmla="*/ 69500 w 69499"/>
                        <a:gd name="connsiteY1" fmla="*/ 43080 h 51533"/>
                        <a:gd name="connsiteX2" fmla="*/ 64737 w 69499"/>
                        <a:gd name="connsiteY2" fmla="*/ 51461 h 51533"/>
                        <a:gd name="connsiteX3" fmla="*/ 56832 w 69499"/>
                        <a:gd name="connsiteY3" fmla="*/ 46318 h 51533"/>
                        <a:gd name="connsiteX4" fmla="*/ 38258 w 69499"/>
                        <a:gd name="connsiteY4" fmla="*/ 23268 h 51533"/>
                        <a:gd name="connsiteX5" fmla="*/ 29209 w 69499"/>
                        <a:gd name="connsiteY5" fmla="*/ 20791 h 51533"/>
                        <a:gd name="connsiteX6" fmla="*/ 15493 w 69499"/>
                        <a:gd name="connsiteY6" fmla="*/ 18505 h 51533"/>
                        <a:gd name="connsiteX7" fmla="*/ 444 w 69499"/>
                        <a:gd name="connsiteY7" fmla="*/ 9552 h 51533"/>
                        <a:gd name="connsiteX8" fmla="*/ 21303 w 69499"/>
                        <a:gd name="connsiteY8" fmla="*/ 217 h 51533"/>
                        <a:gd name="connsiteX9" fmla="*/ 44925 w 69499"/>
                        <a:gd name="connsiteY9" fmla="*/ 1932 h 51533"/>
                        <a:gd name="connsiteX10" fmla="*/ 63213 w 69499"/>
                        <a:gd name="connsiteY10" fmla="*/ 16219 h 51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9499" h="51533">
                          <a:moveTo>
                            <a:pt x="63213" y="16219"/>
                          </a:moveTo>
                          <a:cubicBezTo>
                            <a:pt x="68262" y="24506"/>
                            <a:pt x="69500" y="33840"/>
                            <a:pt x="69500" y="43080"/>
                          </a:cubicBezTo>
                          <a:cubicBezTo>
                            <a:pt x="69500" y="46509"/>
                            <a:pt x="68547" y="50795"/>
                            <a:pt x="64737" y="51461"/>
                          </a:cubicBezTo>
                          <a:cubicBezTo>
                            <a:pt x="61308" y="52033"/>
                            <a:pt x="58546" y="49080"/>
                            <a:pt x="56832" y="46318"/>
                          </a:cubicBezTo>
                          <a:cubicBezTo>
                            <a:pt x="51498" y="38031"/>
                            <a:pt x="48069" y="28316"/>
                            <a:pt x="38258" y="23268"/>
                          </a:cubicBezTo>
                          <a:cubicBezTo>
                            <a:pt x="36734" y="22506"/>
                            <a:pt x="33400" y="21648"/>
                            <a:pt x="29209" y="20791"/>
                          </a:cubicBezTo>
                          <a:cubicBezTo>
                            <a:pt x="25018" y="19743"/>
                            <a:pt x="20065" y="19267"/>
                            <a:pt x="15493" y="18505"/>
                          </a:cubicBezTo>
                          <a:cubicBezTo>
                            <a:pt x="6254" y="16886"/>
                            <a:pt x="-2033" y="14505"/>
                            <a:pt x="444" y="9552"/>
                          </a:cubicBezTo>
                          <a:cubicBezTo>
                            <a:pt x="2920" y="4503"/>
                            <a:pt x="11874" y="1551"/>
                            <a:pt x="21303" y="217"/>
                          </a:cubicBezTo>
                          <a:cubicBezTo>
                            <a:pt x="30733" y="-450"/>
                            <a:pt x="40449" y="503"/>
                            <a:pt x="44925" y="1932"/>
                          </a:cubicBezTo>
                          <a:cubicBezTo>
                            <a:pt x="53117" y="4313"/>
                            <a:pt x="59403" y="10123"/>
                            <a:pt x="63213" y="1621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58" name="Graphique 1">
                    <a:extLst>
                      <a:ext uri="{FF2B5EF4-FFF2-40B4-BE49-F238E27FC236}">
                        <a16:creationId xmlns:a16="http://schemas.microsoft.com/office/drawing/2014/main" id="{043E3447-4649-4F45-8779-4DAD309314DF}"/>
                      </a:ext>
                    </a:extLst>
                  </p:cNvPr>
                  <p:cNvGrpSpPr/>
                  <p:nvPr/>
                </p:nvGrpSpPr>
                <p:grpSpPr>
                  <a:xfrm>
                    <a:off x="1829851" y="2811482"/>
                    <a:ext cx="156635" cy="123778"/>
                    <a:chOff x="1829851" y="2811482"/>
                    <a:chExt cx="156635" cy="123778"/>
                  </a:xfrm>
                  <a:solidFill>
                    <a:schemeClr val="accent1"/>
                  </a:solidFill>
                </p:grpSpPr>
                <p:sp>
                  <p:nvSpPr>
                    <p:cNvPr id="16084" name="Forme libre : forme 16083">
                      <a:extLst>
                        <a:ext uri="{FF2B5EF4-FFF2-40B4-BE49-F238E27FC236}">
                          <a16:creationId xmlns:a16="http://schemas.microsoft.com/office/drawing/2014/main" id="{B4F72121-0EBA-4014-AA0B-5D069BD893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29851" y="2811482"/>
                      <a:ext cx="156635" cy="123741"/>
                    </a:xfrm>
                    <a:custGeom>
                      <a:avLst/>
                      <a:gdLst>
                        <a:gd name="connsiteX0" fmla="*/ 85820 w 156635"/>
                        <a:gd name="connsiteY0" fmla="*/ 121931 h 123741"/>
                        <a:gd name="connsiteX1" fmla="*/ 63532 w 156635"/>
                        <a:gd name="connsiteY1" fmla="*/ 116502 h 123741"/>
                        <a:gd name="connsiteX2" fmla="*/ 40481 w 156635"/>
                        <a:gd name="connsiteY2" fmla="*/ 112882 h 123741"/>
                        <a:gd name="connsiteX3" fmla="*/ 25146 w 156635"/>
                        <a:gd name="connsiteY3" fmla="*/ 108025 h 123741"/>
                        <a:gd name="connsiteX4" fmla="*/ 12287 w 156635"/>
                        <a:gd name="connsiteY4" fmla="*/ 98690 h 123741"/>
                        <a:gd name="connsiteX5" fmla="*/ 0 w 156635"/>
                        <a:gd name="connsiteY5" fmla="*/ 69353 h 123741"/>
                        <a:gd name="connsiteX6" fmla="*/ 95 w 156635"/>
                        <a:gd name="connsiteY6" fmla="*/ 38016 h 123741"/>
                        <a:gd name="connsiteX7" fmla="*/ 15716 w 156635"/>
                        <a:gd name="connsiteY7" fmla="*/ 9441 h 123741"/>
                        <a:gd name="connsiteX8" fmla="*/ 33147 w 156635"/>
                        <a:gd name="connsiteY8" fmla="*/ 1440 h 123741"/>
                        <a:gd name="connsiteX9" fmla="*/ 54578 w 156635"/>
                        <a:gd name="connsiteY9" fmla="*/ 488 h 123741"/>
                        <a:gd name="connsiteX10" fmla="*/ 86678 w 156635"/>
                        <a:gd name="connsiteY10" fmla="*/ 5822 h 123741"/>
                        <a:gd name="connsiteX11" fmla="*/ 118682 w 156635"/>
                        <a:gd name="connsiteY11" fmla="*/ 14013 h 123741"/>
                        <a:gd name="connsiteX12" fmla="*/ 138303 w 156635"/>
                        <a:gd name="connsiteY12" fmla="*/ 24205 h 123741"/>
                        <a:gd name="connsiteX13" fmla="*/ 151352 w 156635"/>
                        <a:gd name="connsiteY13" fmla="*/ 38969 h 123741"/>
                        <a:gd name="connsiteX14" fmla="*/ 153353 w 156635"/>
                        <a:gd name="connsiteY14" fmla="*/ 71449 h 123741"/>
                        <a:gd name="connsiteX15" fmla="*/ 139637 w 156635"/>
                        <a:gd name="connsiteY15" fmla="*/ 99166 h 123741"/>
                        <a:gd name="connsiteX16" fmla="*/ 116110 w 156635"/>
                        <a:gd name="connsiteY16" fmla="*/ 120122 h 123741"/>
                        <a:gd name="connsiteX17" fmla="*/ 101155 w 156635"/>
                        <a:gd name="connsiteY17" fmla="*/ 123551 h 123741"/>
                        <a:gd name="connsiteX18" fmla="*/ 85820 w 156635"/>
                        <a:gd name="connsiteY18" fmla="*/ 121931 h 123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56635" h="123741">
                          <a:moveTo>
                            <a:pt x="85820" y="121931"/>
                          </a:moveTo>
                          <a:cubicBezTo>
                            <a:pt x="78391" y="120217"/>
                            <a:pt x="71342" y="117550"/>
                            <a:pt x="63532" y="116502"/>
                          </a:cubicBezTo>
                          <a:cubicBezTo>
                            <a:pt x="55912" y="115169"/>
                            <a:pt x="48387" y="113454"/>
                            <a:pt x="40481" y="112882"/>
                          </a:cubicBezTo>
                          <a:cubicBezTo>
                            <a:pt x="34957" y="112311"/>
                            <a:pt x="29908" y="110406"/>
                            <a:pt x="25146" y="108025"/>
                          </a:cubicBezTo>
                          <a:cubicBezTo>
                            <a:pt x="20383" y="105739"/>
                            <a:pt x="16002" y="102596"/>
                            <a:pt x="12287" y="98690"/>
                          </a:cubicBezTo>
                          <a:cubicBezTo>
                            <a:pt x="4858" y="90785"/>
                            <a:pt x="0" y="80498"/>
                            <a:pt x="0" y="69353"/>
                          </a:cubicBezTo>
                          <a:lnTo>
                            <a:pt x="95" y="38016"/>
                          </a:lnTo>
                          <a:cubicBezTo>
                            <a:pt x="95" y="26586"/>
                            <a:pt x="5905" y="16204"/>
                            <a:pt x="15716" y="9441"/>
                          </a:cubicBezTo>
                          <a:cubicBezTo>
                            <a:pt x="20669" y="5917"/>
                            <a:pt x="26575" y="3250"/>
                            <a:pt x="33147" y="1440"/>
                          </a:cubicBezTo>
                          <a:cubicBezTo>
                            <a:pt x="39719" y="-274"/>
                            <a:pt x="47054" y="-274"/>
                            <a:pt x="54578" y="488"/>
                          </a:cubicBezTo>
                          <a:cubicBezTo>
                            <a:pt x="65246" y="1440"/>
                            <a:pt x="76009" y="3821"/>
                            <a:pt x="86678" y="5822"/>
                          </a:cubicBezTo>
                          <a:cubicBezTo>
                            <a:pt x="97441" y="7631"/>
                            <a:pt x="108013" y="11251"/>
                            <a:pt x="118682" y="14013"/>
                          </a:cubicBezTo>
                          <a:cubicBezTo>
                            <a:pt x="126111" y="16204"/>
                            <a:pt x="132779" y="20109"/>
                            <a:pt x="138303" y="24205"/>
                          </a:cubicBezTo>
                          <a:cubicBezTo>
                            <a:pt x="143923" y="28301"/>
                            <a:pt x="148304" y="33539"/>
                            <a:pt x="151352" y="38969"/>
                          </a:cubicBezTo>
                          <a:cubicBezTo>
                            <a:pt x="157544" y="49827"/>
                            <a:pt x="158401" y="61257"/>
                            <a:pt x="153353" y="71449"/>
                          </a:cubicBezTo>
                          <a:lnTo>
                            <a:pt x="139637" y="99166"/>
                          </a:lnTo>
                          <a:cubicBezTo>
                            <a:pt x="134684" y="109073"/>
                            <a:pt x="125730" y="116312"/>
                            <a:pt x="116110" y="120122"/>
                          </a:cubicBezTo>
                          <a:cubicBezTo>
                            <a:pt x="111347" y="122027"/>
                            <a:pt x="106299" y="122979"/>
                            <a:pt x="101155" y="123551"/>
                          </a:cubicBezTo>
                          <a:cubicBezTo>
                            <a:pt x="95917" y="124122"/>
                            <a:pt x="90964" y="123360"/>
                            <a:pt x="85820" y="121931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85" name="Forme libre : forme 16084">
                      <a:extLst>
                        <a:ext uri="{FF2B5EF4-FFF2-40B4-BE49-F238E27FC236}">
                          <a16:creationId xmlns:a16="http://schemas.microsoft.com/office/drawing/2014/main" id="{AD510D30-66D1-4451-824C-C990903ACC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29947" y="2867215"/>
                      <a:ext cx="140017" cy="68045"/>
                    </a:xfrm>
                    <a:custGeom>
                      <a:avLst/>
                      <a:gdLst>
                        <a:gd name="connsiteX0" fmla="*/ 54388 w 140017"/>
                        <a:gd name="connsiteY0" fmla="*/ 21241 h 68045"/>
                        <a:gd name="connsiteX1" fmla="*/ 23813 w 140017"/>
                        <a:gd name="connsiteY1" fmla="*/ 17336 h 68045"/>
                        <a:gd name="connsiteX2" fmla="*/ 0 w 140017"/>
                        <a:gd name="connsiteY2" fmla="*/ 0 h 68045"/>
                        <a:gd name="connsiteX3" fmla="*/ 0 w 140017"/>
                        <a:gd name="connsiteY3" fmla="*/ 13526 h 68045"/>
                        <a:gd name="connsiteX4" fmla="*/ 12287 w 140017"/>
                        <a:gd name="connsiteY4" fmla="*/ 42863 h 68045"/>
                        <a:gd name="connsiteX5" fmla="*/ 25146 w 140017"/>
                        <a:gd name="connsiteY5" fmla="*/ 52197 h 68045"/>
                        <a:gd name="connsiteX6" fmla="*/ 40481 w 140017"/>
                        <a:gd name="connsiteY6" fmla="*/ 57055 h 68045"/>
                        <a:gd name="connsiteX7" fmla="*/ 63532 w 140017"/>
                        <a:gd name="connsiteY7" fmla="*/ 60674 h 68045"/>
                        <a:gd name="connsiteX8" fmla="*/ 85820 w 140017"/>
                        <a:gd name="connsiteY8" fmla="*/ 66104 h 68045"/>
                        <a:gd name="connsiteX9" fmla="*/ 101060 w 140017"/>
                        <a:gd name="connsiteY9" fmla="*/ 67913 h 68045"/>
                        <a:gd name="connsiteX10" fmla="*/ 116014 w 140017"/>
                        <a:gd name="connsiteY10" fmla="*/ 64484 h 68045"/>
                        <a:gd name="connsiteX11" fmla="*/ 139541 w 140017"/>
                        <a:gd name="connsiteY11" fmla="*/ 43529 h 68045"/>
                        <a:gd name="connsiteX12" fmla="*/ 140017 w 140017"/>
                        <a:gd name="connsiteY12" fmla="*/ 42672 h 68045"/>
                        <a:gd name="connsiteX13" fmla="*/ 119158 w 140017"/>
                        <a:gd name="connsiteY13" fmla="*/ 34195 h 68045"/>
                        <a:gd name="connsiteX14" fmla="*/ 98298 w 140017"/>
                        <a:gd name="connsiteY14" fmla="*/ 26765 h 68045"/>
                        <a:gd name="connsiteX15" fmla="*/ 76771 w 140017"/>
                        <a:gd name="connsiteY15" fmla="*/ 21908 h 68045"/>
                        <a:gd name="connsiteX16" fmla="*/ 54388 w 140017"/>
                        <a:gd name="connsiteY16" fmla="*/ 21241 h 68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0017" h="68045">
                          <a:moveTo>
                            <a:pt x="54388" y="21241"/>
                          </a:moveTo>
                          <a:cubicBezTo>
                            <a:pt x="43529" y="22765"/>
                            <a:pt x="33242" y="20479"/>
                            <a:pt x="23813" y="17336"/>
                          </a:cubicBezTo>
                          <a:cubicBezTo>
                            <a:pt x="14383" y="14097"/>
                            <a:pt x="6096" y="7715"/>
                            <a:pt x="0" y="0"/>
                          </a:cubicBezTo>
                          <a:lnTo>
                            <a:pt x="0" y="13526"/>
                          </a:lnTo>
                          <a:cubicBezTo>
                            <a:pt x="0" y="24765"/>
                            <a:pt x="4858" y="34957"/>
                            <a:pt x="12287" y="42863"/>
                          </a:cubicBezTo>
                          <a:cubicBezTo>
                            <a:pt x="16002" y="46768"/>
                            <a:pt x="20288" y="49911"/>
                            <a:pt x="25146" y="52197"/>
                          </a:cubicBezTo>
                          <a:cubicBezTo>
                            <a:pt x="29908" y="54483"/>
                            <a:pt x="34957" y="56483"/>
                            <a:pt x="40481" y="57055"/>
                          </a:cubicBezTo>
                          <a:cubicBezTo>
                            <a:pt x="48482" y="57626"/>
                            <a:pt x="55912" y="59341"/>
                            <a:pt x="63532" y="60674"/>
                          </a:cubicBezTo>
                          <a:cubicBezTo>
                            <a:pt x="71247" y="61722"/>
                            <a:pt x="78295" y="64389"/>
                            <a:pt x="85820" y="66104"/>
                          </a:cubicBezTo>
                          <a:cubicBezTo>
                            <a:pt x="90964" y="67532"/>
                            <a:pt x="95917" y="68390"/>
                            <a:pt x="101060" y="67913"/>
                          </a:cubicBezTo>
                          <a:cubicBezTo>
                            <a:pt x="106299" y="67342"/>
                            <a:pt x="111252" y="66389"/>
                            <a:pt x="116014" y="64484"/>
                          </a:cubicBezTo>
                          <a:cubicBezTo>
                            <a:pt x="125635" y="60674"/>
                            <a:pt x="134588" y="53435"/>
                            <a:pt x="139541" y="43529"/>
                          </a:cubicBezTo>
                          <a:lnTo>
                            <a:pt x="140017" y="42672"/>
                          </a:lnTo>
                          <a:cubicBezTo>
                            <a:pt x="132874" y="40005"/>
                            <a:pt x="126016" y="37148"/>
                            <a:pt x="119158" y="34195"/>
                          </a:cubicBezTo>
                          <a:cubicBezTo>
                            <a:pt x="112109" y="31813"/>
                            <a:pt x="105346" y="28956"/>
                            <a:pt x="98298" y="26765"/>
                          </a:cubicBezTo>
                          <a:cubicBezTo>
                            <a:pt x="91154" y="24956"/>
                            <a:pt x="84010" y="22955"/>
                            <a:pt x="76771" y="21908"/>
                          </a:cubicBezTo>
                          <a:cubicBezTo>
                            <a:pt x="69342" y="21146"/>
                            <a:pt x="61913" y="20765"/>
                            <a:pt x="54388" y="21241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86" name="Forme libre : forme 16085">
                      <a:extLst>
                        <a:ext uri="{FF2B5EF4-FFF2-40B4-BE49-F238E27FC236}">
                          <a16:creationId xmlns:a16="http://schemas.microsoft.com/office/drawing/2014/main" id="{A0BD8678-A566-4DEA-AA5D-DE99EE8333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0479" y="2855261"/>
                      <a:ext cx="67086" cy="44370"/>
                    </a:xfrm>
                    <a:custGeom>
                      <a:avLst/>
                      <a:gdLst>
                        <a:gd name="connsiteX0" fmla="*/ 66244 w 67086"/>
                        <a:gd name="connsiteY0" fmla="*/ 31956 h 44370"/>
                        <a:gd name="connsiteX1" fmla="*/ 52147 w 67086"/>
                        <a:gd name="connsiteY1" fmla="*/ 42910 h 44370"/>
                        <a:gd name="connsiteX2" fmla="*/ 28620 w 67086"/>
                        <a:gd name="connsiteY2" fmla="*/ 42815 h 44370"/>
                        <a:gd name="connsiteX3" fmla="*/ 16809 w 67086"/>
                        <a:gd name="connsiteY3" fmla="*/ 38624 h 44370"/>
                        <a:gd name="connsiteX4" fmla="*/ 7570 w 67086"/>
                        <a:gd name="connsiteY4" fmla="*/ 32242 h 44370"/>
                        <a:gd name="connsiteX5" fmla="*/ 140 w 67086"/>
                        <a:gd name="connsiteY5" fmla="*/ 15954 h 44370"/>
                        <a:gd name="connsiteX6" fmla="*/ 12523 w 67086"/>
                        <a:gd name="connsiteY6" fmla="*/ 2429 h 44370"/>
                        <a:gd name="connsiteX7" fmla="*/ 24524 w 67086"/>
                        <a:gd name="connsiteY7" fmla="*/ 48 h 44370"/>
                        <a:gd name="connsiteX8" fmla="*/ 38717 w 67086"/>
                        <a:gd name="connsiteY8" fmla="*/ 1286 h 44370"/>
                        <a:gd name="connsiteX9" fmla="*/ 61577 w 67086"/>
                        <a:gd name="connsiteY9" fmla="*/ 14335 h 44370"/>
                        <a:gd name="connsiteX10" fmla="*/ 66244 w 67086"/>
                        <a:gd name="connsiteY10" fmla="*/ 31956 h 44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086" h="44370">
                          <a:moveTo>
                            <a:pt x="66244" y="31956"/>
                          </a:moveTo>
                          <a:cubicBezTo>
                            <a:pt x="64244" y="37481"/>
                            <a:pt x="58814" y="41196"/>
                            <a:pt x="52147" y="42910"/>
                          </a:cubicBezTo>
                          <a:cubicBezTo>
                            <a:pt x="45479" y="44529"/>
                            <a:pt x="37002" y="45196"/>
                            <a:pt x="28620" y="42815"/>
                          </a:cubicBezTo>
                          <a:cubicBezTo>
                            <a:pt x="24429" y="41577"/>
                            <a:pt x="20333" y="40529"/>
                            <a:pt x="16809" y="38624"/>
                          </a:cubicBezTo>
                          <a:cubicBezTo>
                            <a:pt x="13285" y="36814"/>
                            <a:pt x="10142" y="34623"/>
                            <a:pt x="7570" y="32242"/>
                          </a:cubicBezTo>
                          <a:cubicBezTo>
                            <a:pt x="2426" y="27289"/>
                            <a:pt x="-717" y="21860"/>
                            <a:pt x="140" y="15954"/>
                          </a:cubicBezTo>
                          <a:cubicBezTo>
                            <a:pt x="902" y="10239"/>
                            <a:pt x="5474" y="5001"/>
                            <a:pt x="12523" y="2429"/>
                          </a:cubicBezTo>
                          <a:cubicBezTo>
                            <a:pt x="16047" y="1095"/>
                            <a:pt x="20143" y="333"/>
                            <a:pt x="24524" y="48"/>
                          </a:cubicBezTo>
                          <a:cubicBezTo>
                            <a:pt x="29001" y="-48"/>
                            <a:pt x="33859" y="-143"/>
                            <a:pt x="38717" y="1286"/>
                          </a:cubicBezTo>
                          <a:cubicBezTo>
                            <a:pt x="48432" y="4048"/>
                            <a:pt x="56719" y="8335"/>
                            <a:pt x="61577" y="14335"/>
                          </a:cubicBezTo>
                          <a:cubicBezTo>
                            <a:pt x="66434" y="20145"/>
                            <a:pt x="68339" y="26432"/>
                            <a:pt x="66244" y="3195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87" name="Forme libre : forme 16086">
                      <a:extLst>
                        <a:ext uri="{FF2B5EF4-FFF2-40B4-BE49-F238E27FC236}">
                          <a16:creationId xmlns:a16="http://schemas.microsoft.com/office/drawing/2014/main" id="{D799D9E7-E20A-40C4-B0BF-03800ADD3B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0504" y="2856071"/>
                      <a:ext cx="42978" cy="43609"/>
                    </a:xfrm>
                    <a:custGeom>
                      <a:avLst/>
                      <a:gdLst>
                        <a:gd name="connsiteX0" fmla="*/ 18023 w 42978"/>
                        <a:gd name="connsiteY0" fmla="*/ 0 h 43609"/>
                        <a:gd name="connsiteX1" fmla="*/ 5641 w 42978"/>
                        <a:gd name="connsiteY1" fmla="*/ 5524 h 43609"/>
                        <a:gd name="connsiteX2" fmla="*/ 116 w 42978"/>
                        <a:gd name="connsiteY2" fmla="*/ 15145 h 43609"/>
                        <a:gd name="connsiteX3" fmla="*/ 7546 w 42978"/>
                        <a:gd name="connsiteY3" fmla="*/ 31432 h 43609"/>
                        <a:gd name="connsiteX4" fmla="*/ 16785 w 42978"/>
                        <a:gd name="connsiteY4" fmla="*/ 37814 h 43609"/>
                        <a:gd name="connsiteX5" fmla="*/ 28596 w 42978"/>
                        <a:gd name="connsiteY5" fmla="*/ 42005 h 43609"/>
                        <a:gd name="connsiteX6" fmla="*/ 42979 w 42978"/>
                        <a:gd name="connsiteY6" fmla="*/ 43529 h 43609"/>
                        <a:gd name="connsiteX7" fmla="*/ 35740 w 42978"/>
                        <a:gd name="connsiteY7" fmla="*/ 40005 h 43609"/>
                        <a:gd name="connsiteX8" fmla="*/ 27453 w 42978"/>
                        <a:gd name="connsiteY8" fmla="*/ 31337 h 43609"/>
                        <a:gd name="connsiteX9" fmla="*/ 21071 w 42978"/>
                        <a:gd name="connsiteY9" fmla="*/ 21526 h 43609"/>
                        <a:gd name="connsiteX10" fmla="*/ 18023 w 42978"/>
                        <a:gd name="connsiteY10" fmla="*/ 0 h 43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2978" h="43609">
                          <a:moveTo>
                            <a:pt x="18023" y="0"/>
                          </a:moveTo>
                          <a:cubicBezTo>
                            <a:pt x="12975" y="1048"/>
                            <a:pt x="8784" y="2667"/>
                            <a:pt x="5641" y="5524"/>
                          </a:cubicBezTo>
                          <a:cubicBezTo>
                            <a:pt x="2497" y="8191"/>
                            <a:pt x="592" y="11525"/>
                            <a:pt x="116" y="15145"/>
                          </a:cubicBezTo>
                          <a:cubicBezTo>
                            <a:pt x="-646" y="21146"/>
                            <a:pt x="2402" y="26479"/>
                            <a:pt x="7546" y="31432"/>
                          </a:cubicBezTo>
                          <a:cubicBezTo>
                            <a:pt x="10117" y="33909"/>
                            <a:pt x="13261" y="36100"/>
                            <a:pt x="16785" y="37814"/>
                          </a:cubicBezTo>
                          <a:cubicBezTo>
                            <a:pt x="20309" y="39719"/>
                            <a:pt x="24405" y="40672"/>
                            <a:pt x="28596" y="42005"/>
                          </a:cubicBezTo>
                          <a:cubicBezTo>
                            <a:pt x="33549" y="43339"/>
                            <a:pt x="38407" y="43815"/>
                            <a:pt x="42979" y="43529"/>
                          </a:cubicBezTo>
                          <a:cubicBezTo>
                            <a:pt x="40407" y="42767"/>
                            <a:pt x="37930" y="41624"/>
                            <a:pt x="35740" y="40005"/>
                          </a:cubicBezTo>
                          <a:cubicBezTo>
                            <a:pt x="32692" y="37529"/>
                            <a:pt x="29929" y="34480"/>
                            <a:pt x="27453" y="31337"/>
                          </a:cubicBezTo>
                          <a:cubicBezTo>
                            <a:pt x="24976" y="28289"/>
                            <a:pt x="22786" y="25051"/>
                            <a:pt x="21071" y="21526"/>
                          </a:cubicBezTo>
                          <a:cubicBezTo>
                            <a:pt x="17737" y="14573"/>
                            <a:pt x="16213" y="6953"/>
                            <a:pt x="18023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88" name="Forme libre : forme 16087">
                      <a:extLst>
                        <a:ext uri="{FF2B5EF4-FFF2-40B4-BE49-F238E27FC236}">
                          <a16:creationId xmlns:a16="http://schemas.microsoft.com/office/drawing/2014/main" id="{8D9DA652-5A68-47BA-BFEB-9169EF0EED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3168" y="2860453"/>
                      <a:ext cx="66053" cy="44492"/>
                    </a:xfrm>
                    <a:custGeom>
                      <a:avLst/>
                      <a:gdLst>
                        <a:gd name="connsiteX0" fmla="*/ 65175 w 66053"/>
                        <a:gd name="connsiteY0" fmla="*/ 32289 h 44492"/>
                        <a:gd name="connsiteX1" fmla="*/ 51078 w 66053"/>
                        <a:gd name="connsiteY1" fmla="*/ 43243 h 44492"/>
                        <a:gd name="connsiteX2" fmla="*/ 40124 w 66053"/>
                        <a:gd name="connsiteY2" fmla="*/ 44481 h 44492"/>
                        <a:gd name="connsiteX3" fmla="*/ 27932 w 66053"/>
                        <a:gd name="connsiteY3" fmla="*/ 42957 h 44492"/>
                        <a:gd name="connsiteX4" fmla="*/ 7263 w 66053"/>
                        <a:gd name="connsiteY4" fmla="*/ 32289 h 44492"/>
                        <a:gd name="connsiteX5" fmla="*/ 119 w 66053"/>
                        <a:gd name="connsiteY5" fmla="*/ 15715 h 44492"/>
                        <a:gd name="connsiteX6" fmla="*/ 12406 w 66053"/>
                        <a:gd name="connsiteY6" fmla="*/ 2476 h 44492"/>
                        <a:gd name="connsiteX7" fmla="*/ 38314 w 66053"/>
                        <a:gd name="connsiteY7" fmla="*/ 1619 h 44492"/>
                        <a:gd name="connsiteX8" fmla="*/ 51364 w 66053"/>
                        <a:gd name="connsiteY8" fmla="*/ 6857 h 44492"/>
                        <a:gd name="connsiteX9" fmla="*/ 60698 w 66053"/>
                        <a:gd name="connsiteY9" fmla="*/ 14763 h 44492"/>
                        <a:gd name="connsiteX10" fmla="*/ 65175 w 66053"/>
                        <a:gd name="connsiteY10" fmla="*/ 32289 h 44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6053" h="44492">
                          <a:moveTo>
                            <a:pt x="65175" y="32289"/>
                          </a:moveTo>
                          <a:cubicBezTo>
                            <a:pt x="63079" y="37813"/>
                            <a:pt x="57745" y="41528"/>
                            <a:pt x="51078" y="43243"/>
                          </a:cubicBezTo>
                          <a:cubicBezTo>
                            <a:pt x="47744" y="44195"/>
                            <a:pt x="44125" y="44290"/>
                            <a:pt x="40124" y="44481"/>
                          </a:cubicBezTo>
                          <a:cubicBezTo>
                            <a:pt x="36219" y="44576"/>
                            <a:pt x="32028" y="44100"/>
                            <a:pt x="27932" y="42957"/>
                          </a:cubicBezTo>
                          <a:cubicBezTo>
                            <a:pt x="19741" y="40480"/>
                            <a:pt x="12311" y="37337"/>
                            <a:pt x="7263" y="32289"/>
                          </a:cubicBezTo>
                          <a:cubicBezTo>
                            <a:pt x="2310" y="27241"/>
                            <a:pt x="-643" y="21526"/>
                            <a:pt x="119" y="15715"/>
                          </a:cubicBezTo>
                          <a:cubicBezTo>
                            <a:pt x="976" y="9810"/>
                            <a:pt x="5548" y="4952"/>
                            <a:pt x="12406" y="2476"/>
                          </a:cubicBezTo>
                          <a:cubicBezTo>
                            <a:pt x="19264" y="95"/>
                            <a:pt x="28789" y="-1239"/>
                            <a:pt x="38314" y="1619"/>
                          </a:cubicBezTo>
                          <a:cubicBezTo>
                            <a:pt x="43077" y="2952"/>
                            <a:pt x="47554" y="4762"/>
                            <a:pt x="51364" y="6857"/>
                          </a:cubicBezTo>
                          <a:cubicBezTo>
                            <a:pt x="55269" y="8857"/>
                            <a:pt x="58317" y="11905"/>
                            <a:pt x="60698" y="14763"/>
                          </a:cubicBezTo>
                          <a:cubicBezTo>
                            <a:pt x="65556" y="20573"/>
                            <a:pt x="67270" y="26764"/>
                            <a:pt x="65175" y="3228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89" name="Forme libre : forme 16088">
                      <a:extLst>
                        <a:ext uri="{FF2B5EF4-FFF2-40B4-BE49-F238E27FC236}">
                          <a16:creationId xmlns:a16="http://schemas.microsoft.com/office/drawing/2014/main" id="{3B3A8F49-5BFE-4E91-BB72-B87A1786C7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51010" y="2835451"/>
                      <a:ext cx="76796" cy="84908"/>
                    </a:xfrm>
                    <a:custGeom>
                      <a:avLst/>
                      <a:gdLst>
                        <a:gd name="connsiteX0" fmla="*/ 559 w 76796"/>
                        <a:gd name="connsiteY0" fmla="*/ 35860 h 84908"/>
                        <a:gd name="connsiteX1" fmla="*/ 1606 w 76796"/>
                        <a:gd name="connsiteY1" fmla="*/ 55862 h 84908"/>
                        <a:gd name="connsiteX2" fmla="*/ 30467 w 76796"/>
                        <a:gd name="connsiteY2" fmla="*/ 80246 h 84908"/>
                        <a:gd name="connsiteX3" fmla="*/ 61423 w 76796"/>
                        <a:gd name="connsiteY3" fmla="*/ 84056 h 84908"/>
                        <a:gd name="connsiteX4" fmla="*/ 76759 w 76796"/>
                        <a:gd name="connsiteY4" fmla="*/ 68340 h 84908"/>
                        <a:gd name="connsiteX5" fmla="*/ 68758 w 76796"/>
                        <a:gd name="connsiteY5" fmla="*/ 55767 h 84908"/>
                        <a:gd name="connsiteX6" fmla="*/ 45517 w 76796"/>
                        <a:gd name="connsiteY6" fmla="*/ 26525 h 84908"/>
                        <a:gd name="connsiteX7" fmla="*/ 12370 w 76796"/>
                        <a:gd name="connsiteY7" fmla="*/ 332 h 84908"/>
                        <a:gd name="connsiteX8" fmla="*/ 559 w 76796"/>
                        <a:gd name="connsiteY8" fmla="*/ 35860 h 84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6796" h="84908">
                          <a:moveTo>
                            <a:pt x="559" y="35860"/>
                          </a:moveTo>
                          <a:cubicBezTo>
                            <a:pt x="-108" y="42527"/>
                            <a:pt x="-584" y="49481"/>
                            <a:pt x="1606" y="55862"/>
                          </a:cubicBezTo>
                          <a:cubicBezTo>
                            <a:pt x="5988" y="67673"/>
                            <a:pt x="18371" y="76151"/>
                            <a:pt x="30467" y="80246"/>
                          </a:cubicBezTo>
                          <a:cubicBezTo>
                            <a:pt x="40278" y="84437"/>
                            <a:pt x="51232" y="86057"/>
                            <a:pt x="61423" y="84056"/>
                          </a:cubicBezTo>
                          <a:cubicBezTo>
                            <a:pt x="69139" y="82151"/>
                            <a:pt x="77426" y="76246"/>
                            <a:pt x="76759" y="68340"/>
                          </a:cubicBezTo>
                          <a:cubicBezTo>
                            <a:pt x="76282" y="63387"/>
                            <a:pt x="72377" y="59577"/>
                            <a:pt x="68758" y="55767"/>
                          </a:cubicBezTo>
                          <a:cubicBezTo>
                            <a:pt x="60280" y="46528"/>
                            <a:pt x="52280" y="37098"/>
                            <a:pt x="45517" y="26525"/>
                          </a:cubicBezTo>
                          <a:cubicBezTo>
                            <a:pt x="40088" y="17191"/>
                            <a:pt x="28657" y="-2812"/>
                            <a:pt x="12370" y="332"/>
                          </a:cubicBezTo>
                          <a:cubicBezTo>
                            <a:pt x="-2013" y="4237"/>
                            <a:pt x="1511" y="26621"/>
                            <a:pt x="559" y="3586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90" name="Forme libre : forme 16089">
                      <a:extLst>
                        <a:ext uri="{FF2B5EF4-FFF2-40B4-BE49-F238E27FC236}">
                          <a16:creationId xmlns:a16="http://schemas.microsoft.com/office/drawing/2014/main" id="{0AD259B1-E66C-45B5-A006-83E0AC6A7B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67354" y="2838543"/>
                      <a:ext cx="31042" cy="19261"/>
                    </a:xfrm>
                    <a:custGeom>
                      <a:avLst/>
                      <a:gdLst>
                        <a:gd name="connsiteX0" fmla="*/ 2217 w 31042"/>
                        <a:gd name="connsiteY0" fmla="*/ 10003 h 19261"/>
                        <a:gd name="connsiteX1" fmla="*/ 26 w 31042"/>
                        <a:gd name="connsiteY1" fmla="*/ 14384 h 19261"/>
                        <a:gd name="connsiteX2" fmla="*/ 2312 w 31042"/>
                        <a:gd name="connsiteY2" fmla="*/ 18670 h 19261"/>
                        <a:gd name="connsiteX3" fmla="*/ 7456 w 31042"/>
                        <a:gd name="connsiteY3" fmla="*/ 19051 h 19261"/>
                        <a:gd name="connsiteX4" fmla="*/ 20505 w 31042"/>
                        <a:gd name="connsiteY4" fmla="*/ 16194 h 19261"/>
                        <a:gd name="connsiteX5" fmla="*/ 25458 w 31042"/>
                        <a:gd name="connsiteY5" fmla="*/ 14289 h 19261"/>
                        <a:gd name="connsiteX6" fmla="*/ 23744 w 31042"/>
                        <a:gd name="connsiteY6" fmla="*/ 1 h 19261"/>
                        <a:gd name="connsiteX7" fmla="*/ 2217 w 31042"/>
                        <a:gd name="connsiteY7" fmla="*/ 10003 h 19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042" h="19261">
                          <a:moveTo>
                            <a:pt x="2217" y="10003"/>
                          </a:moveTo>
                          <a:cubicBezTo>
                            <a:pt x="1169" y="11336"/>
                            <a:pt x="217" y="12765"/>
                            <a:pt x="26" y="14384"/>
                          </a:cubicBezTo>
                          <a:cubicBezTo>
                            <a:pt x="-164" y="16003"/>
                            <a:pt x="693" y="17813"/>
                            <a:pt x="2312" y="18670"/>
                          </a:cubicBezTo>
                          <a:cubicBezTo>
                            <a:pt x="3836" y="19432"/>
                            <a:pt x="5741" y="19337"/>
                            <a:pt x="7456" y="19051"/>
                          </a:cubicBezTo>
                          <a:cubicBezTo>
                            <a:pt x="11932" y="18480"/>
                            <a:pt x="16314" y="17527"/>
                            <a:pt x="20505" y="16194"/>
                          </a:cubicBezTo>
                          <a:cubicBezTo>
                            <a:pt x="22315" y="15622"/>
                            <a:pt x="24029" y="15146"/>
                            <a:pt x="25458" y="14289"/>
                          </a:cubicBezTo>
                          <a:cubicBezTo>
                            <a:pt x="31554" y="10574"/>
                            <a:pt x="34792" y="573"/>
                            <a:pt x="23744" y="1"/>
                          </a:cubicBezTo>
                          <a:cubicBezTo>
                            <a:pt x="15266" y="-94"/>
                            <a:pt x="6503" y="4669"/>
                            <a:pt x="2217" y="1000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91" name="Forme libre : forme 16090">
                      <a:extLst>
                        <a:ext uri="{FF2B5EF4-FFF2-40B4-BE49-F238E27FC236}">
                          <a16:creationId xmlns:a16="http://schemas.microsoft.com/office/drawing/2014/main" id="{A96EEFE5-5F12-4C86-ACBB-1E9B9EADF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7196" y="2904839"/>
                      <a:ext cx="50196" cy="26609"/>
                    </a:xfrm>
                    <a:custGeom>
                      <a:avLst/>
                      <a:gdLst>
                        <a:gd name="connsiteX0" fmla="*/ 50197 w 50196"/>
                        <a:gd name="connsiteY0" fmla="*/ 0 h 26609"/>
                        <a:gd name="connsiteX1" fmla="*/ 38957 w 50196"/>
                        <a:gd name="connsiteY1" fmla="*/ 14192 h 26609"/>
                        <a:gd name="connsiteX2" fmla="*/ 23432 w 50196"/>
                        <a:gd name="connsiteY2" fmla="*/ 22955 h 26609"/>
                        <a:gd name="connsiteX3" fmla="*/ 0 w 50196"/>
                        <a:gd name="connsiteY3" fmla="*/ 26575 h 26609"/>
                        <a:gd name="connsiteX4" fmla="*/ 4858 w 50196"/>
                        <a:gd name="connsiteY4" fmla="*/ 26003 h 26609"/>
                        <a:gd name="connsiteX5" fmla="*/ 17050 w 50196"/>
                        <a:gd name="connsiteY5" fmla="*/ 22860 h 26609"/>
                        <a:gd name="connsiteX6" fmla="*/ 50197 w 50196"/>
                        <a:gd name="connsiteY6" fmla="*/ 0 h 26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0196" h="26609">
                          <a:moveTo>
                            <a:pt x="50197" y="0"/>
                          </a:moveTo>
                          <a:cubicBezTo>
                            <a:pt x="50197" y="0"/>
                            <a:pt x="47054" y="7429"/>
                            <a:pt x="38957" y="14192"/>
                          </a:cubicBezTo>
                          <a:cubicBezTo>
                            <a:pt x="34957" y="17526"/>
                            <a:pt x="29813" y="20764"/>
                            <a:pt x="23432" y="22955"/>
                          </a:cubicBezTo>
                          <a:cubicBezTo>
                            <a:pt x="16954" y="25337"/>
                            <a:pt x="9239" y="26861"/>
                            <a:pt x="0" y="26575"/>
                          </a:cubicBezTo>
                          <a:cubicBezTo>
                            <a:pt x="0" y="26575"/>
                            <a:pt x="1715" y="26384"/>
                            <a:pt x="4858" y="26003"/>
                          </a:cubicBezTo>
                          <a:cubicBezTo>
                            <a:pt x="7906" y="25527"/>
                            <a:pt x="12097" y="24574"/>
                            <a:pt x="17050" y="22860"/>
                          </a:cubicBezTo>
                          <a:cubicBezTo>
                            <a:pt x="26956" y="18955"/>
                            <a:pt x="39433" y="13430"/>
                            <a:pt x="5019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92" name="Forme libre : forme 16091">
                      <a:extLst>
                        <a:ext uri="{FF2B5EF4-FFF2-40B4-BE49-F238E27FC236}">
                          <a16:creationId xmlns:a16="http://schemas.microsoft.com/office/drawing/2014/main" id="{5D2AB4F9-F416-4736-A27A-0E4FC583FE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32804" y="2815524"/>
                      <a:ext cx="54483" cy="37403"/>
                    </a:xfrm>
                    <a:custGeom>
                      <a:avLst/>
                      <a:gdLst>
                        <a:gd name="connsiteX0" fmla="*/ 54483 w 54483"/>
                        <a:gd name="connsiteY0" fmla="*/ 161 h 37403"/>
                        <a:gd name="connsiteX1" fmla="*/ 46673 w 54483"/>
                        <a:gd name="connsiteY1" fmla="*/ 66 h 37403"/>
                        <a:gd name="connsiteX2" fmla="*/ 28956 w 54483"/>
                        <a:gd name="connsiteY2" fmla="*/ 3114 h 37403"/>
                        <a:gd name="connsiteX3" fmla="*/ 0 w 54483"/>
                        <a:gd name="connsiteY3" fmla="*/ 37403 h 37403"/>
                        <a:gd name="connsiteX4" fmla="*/ 10096 w 54483"/>
                        <a:gd name="connsiteY4" fmla="*/ 19592 h 37403"/>
                        <a:gd name="connsiteX5" fmla="*/ 26670 w 54483"/>
                        <a:gd name="connsiteY5" fmla="*/ 6543 h 37403"/>
                        <a:gd name="connsiteX6" fmla="*/ 54483 w 54483"/>
                        <a:gd name="connsiteY6" fmla="*/ 161 h 37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483" h="37403">
                          <a:moveTo>
                            <a:pt x="54483" y="161"/>
                          </a:moveTo>
                          <a:cubicBezTo>
                            <a:pt x="54483" y="161"/>
                            <a:pt x="51435" y="-125"/>
                            <a:pt x="46673" y="66"/>
                          </a:cubicBezTo>
                          <a:cubicBezTo>
                            <a:pt x="41910" y="351"/>
                            <a:pt x="35528" y="732"/>
                            <a:pt x="28956" y="3114"/>
                          </a:cubicBezTo>
                          <a:cubicBezTo>
                            <a:pt x="15907" y="7781"/>
                            <a:pt x="2572" y="17401"/>
                            <a:pt x="0" y="37403"/>
                          </a:cubicBezTo>
                          <a:cubicBezTo>
                            <a:pt x="0" y="37403"/>
                            <a:pt x="2286" y="28736"/>
                            <a:pt x="10096" y="19592"/>
                          </a:cubicBezTo>
                          <a:cubicBezTo>
                            <a:pt x="14002" y="15020"/>
                            <a:pt x="19431" y="10352"/>
                            <a:pt x="26670" y="6543"/>
                          </a:cubicBezTo>
                          <a:cubicBezTo>
                            <a:pt x="33909" y="2352"/>
                            <a:pt x="43148" y="542"/>
                            <a:pt x="54483" y="1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93" name="Forme libre : forme 16092">
                      <a:extLst>
                        <a:ext uri="{FF2B5EF4-FFF2-40B4-BE49-F238E27FC236}">
                          <a16:creationId xmlns:a16="http://schemas.microsoft.com/office/drawing/2014/main" id="{63648419-8CE6-4CB1-8BC5-00943229E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0828" y="2860967"/>
                      <a:ext cx="24561" cy="17917"/>
                    </a:xfrm>
                    <a:custGeom>
                      <a:avLst/>
                      <a:gdLst>
                        <a:gd name="connsiteX0" fmla="*/ 23704 w 24561"/>
                        <a:gd name="connsiteY0" fmla="*/ 15963 h 17917"/>
                        <a:gd name="connsiteX1" fmla="*/ 8178 w 24561"/>
                        <a:gd name="connsiteY1" fmla="*/ 14630 h 17917"/>
                        <a:gd name="connsiteX2" fmla="*/ 653 w 24561"/>
                        <a:gd name="connsiteY2" fmla="*/ 2152 h 17917"/>
                        <a:gd name="connsiteX3" fmla="*/ 16655 w 24561"/>
                        <a:gd name="connsiteY3" fmla="*/ 3390 h 17917"/>
                        <a:gd name="connsiteX4" fmla="*/ 23704 w 24561"/>
                        <a:gd name="connsiteY4" fmla="*/ 15963 h 17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561" h="17917">
                          <a:moveTo>
                            <a:pt x="23704" y="15963"/>
                          </a:moveTo>
                          <a:cubicBezTo>
                            <a:pt x="21227" y="19011"/>
                            <a:pt x="14369" y="18439"/>
                            <a:pt x="8178" y="14630"/>
                          </a:cubicBezTo>
                          <a:cubicBezTo>
                            <a:pt x="1987" y="10629"/>
                            <a:pt x="-1538" y="5390"/>
                            <a:pt x="653" y="2152"/>
                          </a:cubicBezTo>
                          <a:cubicBezTo>
                            <a:pt x="2939" y="-1277"/>
                            <a:pt x="10178" y="-420"/>
                            <a:pt x="16655" y="3390"/>
                          </a:cubicBezTo>
                          <a:cubicBezTo>
                            <a:pt x="23132" y="7391"/>
                            <a:pt x="26180" y="12915"/>
                            <a:pt x="23704" y="1596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94" name="Forme libre : forme 16093">
                      <a:extLst>
                        <a:ext uri="{FF2B5EF4-FFF2-40B4-BE49-F238E27FC236}">
                          <a16:creationId xmlns:a16="http://schemas.microsoft.com/office/drawing/2014/main" id="{63501813-6320-48D9-A552-2698B9950C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1661" y="2872132"/>
                      <a:ext cx="7113" cy="6238"/>
                    </a:xfrm>
                    <a:custGeom>
                      <a:avLst/>
                      <a:gdLst>
                        <a:gd name="connsiteX0" fmla="*/ 6966 w 7113"/>
                        <a:gd name="connsiteY0" fmla="*/ 4322 h 6238"/>
                        <a:gd name="connsiteX1" fmla="*/ 2680 w 7113"/>
                        <a:gd name="connsiteY1" fmla="*/ 6037 h 6238"/>
                        <a:gd name="connsiteX2" fmla="*/ 108 w 7113"/>
                        <a:gd name="connsiteY2" fmla="*/ 2131 h 6238"/>
                        <a:gd name="connsiteX3" fmla="*/ 4489 w 7113"/>
                        <a:gd name="connsiteY3" fmla="*/ 131 h 6238"/>
                        <a:gd name="connsiteX4" fmla="*/ 6966 w 7113"/>
                        <a:gd name="connsiteY4" fmla="*/ 4322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13" h="6238">
                          <a:moveTo>
                            <a:pt x="6966" y="4322"/>
                          </a:moveTo>
                          <a:cubicBezTo>
                            <a:pt x="6394" y="5941"/>
                            <a:pt x="4489" y="6608"/>
                            <a:pt x="2680" y="6037"/>
                          </a:cubicBezTo>
                          <a:cubicBezTo>
                            <a:pt x="775" y="5560"/>
                            <a:pt x="-368" y="3751"/>
                            <a:pt x="108" y="2131"/>
                          </a:cubicBezTo>
                          <a:cubicBezTo>
                            <a:pt x="584" y="512"/>
                            <a:pt x="2585" y="-345"/>
                            <a:pt x="4489" y="131"/>
                          </a:cubicBezTo>
                          <a:cubicBezTo>
                            <a:pt x="6394" y="798"/>
                            <a:pt x="7537" y="2703"/>
                            <a:pt x="6966" y="43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95" name="Forme libre : forme 16094">
                      <a:extLst>
                        <a:ext uri="{FF2B5EF4-FFF2-40B4-BE49-F238E27FC236}">
                          <a16:creationId xmlns:a16="http://schemas.microsoft.com/office/drawing/2014/main" id="{305AC6D9-4989-40F4-B47D-A78071247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7478" y="2829144"/>
                      <a:ext cx="55181" cy="67314"/>
                    </a:xfrm>
                    <a:custGeom>
                      <a:avLst/>
                      <a:gdLst>
                        <a:gd name="connsiteX0" fmla="*/ 54963 w 55181"/>
                        <a:gd name="connsiteY0" fmla="*/ 35118 h 67314"/>
                        <a:gd name="connsiteX1" fmla="*/ 49248 w 55181"/>
                        <a:gd name="connsiteY1" fmla="*/ 61693 h 67314"/>
                        <a:gd name="connsiteX2" fmla="*/ 41342 w 55181"/>
                        <a:gd name="connsiteY2" fmla="*/ 67122 h 67314"/>
                        <a:gd name="connsiteX3" fmla="*/ 36389 w 55181"/>
                        <a:gd name="connsiteY3" fmla="*/ 59216 h 67314"/>
                        <a:gd name="connsiteX4" fmla="*/ 29436 w 55181"/>
                        <a:gd name="connsiteY4" fmla="*/ 30546 h 67314"/>
                        <a:gd name="connsiteX5" fmla="*/ 22292 w 55181"/>
                        <a:gd name="connsiteY5" fmla="*/ 24546 h 67314"/>
                        <a:gd name="connsiteX6" fmla="*/ 10958 w 55181"/>
                        <a:gd name="connsiteY6" fmla="*/ 16640 h 67314"/>
                        <a:gd name="connsiteX7" fmla="*/ 1433 w 55181"/>
                        <a:gd name="connsiteY7" fmla="*/ 2162 h 67314"/>
                        <a:gd name="connsiteX8" fmla="*/ 23816 w 55181"/>
                        <a:gd name="connsiteY8" fmla="*/ 2924 h 67314"/>
                        <a:gd name="connsiteX9" fmla="*/ 44485 w 55181"/>
                        <a:gd name="connsiteY9" fmla="*/ 14354 h 67314"/>
                        <a:gd name="connsiteX10" fmla="*/ 51915 w 55181"/>
                        <a:gd name="connsiteY10" fmla="*/ 24069 h 67314"/>
                        <a:gd name="connsiteX11" fmla="*/ 54963 w 55181"/>
                        <a:gd name="connsiteY11" fmla="*/ 35118 h 67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5181" h="67314">
                          <a:moveTo>
                            <a:pt x="54963" y="35118"/>
                          </a:moveTo>
                          <a:cubicBezTo>
                            <a:pt x="56011" y="44643"/>
                            <a:pt x="53153" y="53502"/>
                            <a:pt x="49248" y="61693"/>
                          </a:cubicBezTo>
                          <a:cubicBezTo>
                            <a:pt x="47819" y="64741"/>
                            <a:pt x="45057" y="68170"/>
                            <a:pt x="41342" y="67122"/>
                          </a:cubicBezTo>
                          <a:cubicBezTo>
                            <a:pt x="38008" y="66265"/>
                            <a:pt x="36770" y="62264"/>
                            <a:pt x="36389" y="59216"/>
                          </a:cubicBezTo>
                          <a:cubicBezTo>
                            <a:pt x="35056" y="49691"/>
                            <a:pt x="36104" y="39405"/>
                            <a:pt x="29436" y="30546"/>
                          </a:cubicBezTo>
                          <a:cubicBezTo>
                            <a:pt x="28388" y="29213"/>
                            <a:pt x="25721" y="26736"/>
                            <a:pt x="22292" y="24546"/>
                          </a:cubicBezTo>
                          <a:cubicBezTo>
                            <a:pt x="18863" y="22164"/>
                            <a:pt x="14672" y="19497"/>
                            <a:pt x="10958" y="16640"/>
                          </a:cubicBezTo>
                          <a:cubicBezTo>
                            <a:pt x="3433" y="10925"/>
                            <a:pt x="-2949" y="5686"/>
                            <a:pt x="1433" y="2162"/>
                          </a:cubicBezTo>
                          <a:cubicBezTo>
                            <a:pt x="5814" y="-1553"/>
                            <a:pt x="14958" y="66"/>
                            <a:pt x="23816" y="2924"/>
                          </a:cubicBezTo>
                          <a:cubicBezTo>
                            <a:pt x="32770" y="5591"/>
                            <a:pt x="40961" y="11211"/>
                            <a:pt x="44485" y="14354"/>
                          </a:cubicBezTo>
                          <a:cubicBezTo>
                            <a:pt x="47629" y="17306"/>
                            <a:pt x="50105" y="20640"/>
                            <a:pt x="51915" y="24069"/>
                          </a:cubicBezTo>
                          <a:cubicBezTo>
                            <a:pt x="53534" y="27784"/>
                            <a:pt x="54582" y="31499"/>
                            <a:pt x="54963" y="3511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59" name="Graphique 1">
                    <a:extLst>
                      <a:ext uri="{FF2B5EF4-FFF2-40B4-BE49-F238E27FC236}">
                        <a16:creationId xmlns:a16="http://schemas.microsoft.com/office/drawing/2014/main" id="{D7A198C0-DD1C-4C8A-BC3A-F4DDBFFF415F}"/>
                      </a:ext>
                    </a:extLst>
                  </p:cNvPr>
                  <p:cNvGrpSpPr/>
                  <p:nvPr/>
                </p:nvGrpSpPr>
                <p:grpSpPr>
                  <a:xfrm>
                    <a:off x="1965334" y="2864378"/>
                    <a:ext cx="150407" cy="146627"/>
                    <a:chOff x="1965334" y="2864378"/>
                    <a:chExt cx="150407" cy="146627"/>
                  </a:xfrm>
                  <a:solidFill>
                    <a:schemeClr val="accent1"/>
                  </a:solidFill>
                </p:grpSpPr>
                <p:sp>
                  <p:nvSpPr>
                    <p:cNvPr id="16072" name="Forme libre : forme 16071">
                      <a:extLst>
                        <a:ext uri="{FF2B5EF4-FFF2-40B4-BE49-F238E27FC236}">
                          <a16:creationId xmlns:a16="http://schemas.microsoft.com/office/drawing/2014/main" id="{FDD97FBC-EFBF-4D0B-9485-C87A2E4FE5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5334" y="2864378"/>
                      <a:ext cx="150407" cy="146529"/>
                    </a:xfrm>
                    <a:custGeom>
                      <a:avLst/>
                      <a:gdLst>
                        <a:gd name="connsiteX0" fmla="*/ 56446 w 150407"/>
                        <a:gd name="connsiteY0" fmla="*/ 132853 h 146529"/>
                        <a:gd name="connsiteX1" fmla="*/ 38158 w 150407"/>
                        <a:gd name="connsiteY1" fmla="*/ 116756 h 146529"/>
                        <a:gd name="connsiteX2" fmla="*/ 28919 w 150407"/>
                        <a:gd name="connsiteY2" fmla="*/ 109326 h 146529"/>
                        <a:gd name="connsiteX3" fmla="*/ 19489 w 150407"/>
                        <a:gd name="connsiteY3" fmla="*/ 102563 h 146529"/>
                        <a:gd name="connsiteX4" fmla="*/ 8440 w 150407"/>
                        <a:gd name="connsiteY4" fmla="*/ 91514 h 146529"/>
                        <a:gd name="connsiteX5" fmla="*/ 1868 w 150407"/>
                        <a:gd name="connsiteY5" fmla="*/ 77608 h 146529"/>
                        <a:gd name="connsiteX6" fmla="*/ 4058 w 150407"/>
                        <a:gd name="connsiteY6" fmla="*/ 46271 h 146529"/>
                        <a:gd name="connsiteX7" fmla="*/ 17774 w 150407"/>
                        <a:gd name="connsiteY7" fmla="*/ 18553 h 146529"/>
                        <a:gd name="connsiteX8" fmla="*/ 44635 w 150407"/>
                        <a:gd name="connsiteY8" fmla="*/ 455 h 146529"/>
                        <a:gd name="connsiteX9" fmla="*/ 64161 w 150407"/>
                        <a:gd name="connsiteY9" fmla="*/ 1884 h 146529"/>
                        <a:gd name="connsiteX10" fmla="*/ 83973 w 150407"/>
                        <a:gd name="connsiteY10" fmla="*/ 11314 h 146529"/>
                        <a:gd name="connsiteX11" fmla="*/ 97118 w 150407"/>
                        <a:gd name="connsiteY11" fmla="*/ 21029 h 146529"/>
                        <a:gd name="connsiteX12" fmla="*/ 109595 w 150407"/>
                        <a:gd name="connsiteY12" fmla="*/ 31221 h 146529"/>
                        <a:gd name="connsiteX13" fmla="*/ 133122 w 150407"/>
                        <a:gd name="connsiteY13" fmla="*/ 52367 h 146529"/>
                        <a:gd name="connsiteX14" fmla="*/ 150267 w 150407"/>
                        <a:gd name="connsiteY14" fmla="*/ 86657 h 146529"/>
                        <a:gd name="connsiteX15" fmla="*/ 139218 w 150407"/>
                        <a:gd name="connsiteY15" fmla="*/ 116565 h 146529"/>
                        <a:gd name="connsiteX16" fmla="*/ 116644 w 150407"/>
                        <a:gd name="connsiteY16" fmla="*/ 137044 h 146529"/>
                        <a:gd name="connsiteX17" fmla="*/ 86640 w 150407"/>
                        <a:gd name="connsiteY17" fmla="*/ 146379 h 146529"/>
                        <a:gd name="connsiteX18" fmla="*/ 56446 w 150407"/>
                        <a:gd name="connsiteY18" fmla="*/ 132853 h 146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50407" h="146529">
                          <a:moveTo>
                            <a:pt x="56446" y="132853"/>
                          </a:moveTo>
                          <a:cubicBezTo>
                            <a:pt x="50350" y="127329"/>
                            <a:pt x="44349" y="121709"/>
                            <a:pt x="38158" y="116756"/>
                          </a:cubicBezTo>
                          <a:lnTo>
                            <a:pt x="28919" y="109326"/>
                          </a:lnTo>
                          <a:lnTo>
                            <a:pt x="19489" y="102563"/>
                          </a:lnTo>
                          <a:cubicBezTo>
                            <a:pt x="15107" y="99230"/>
                            <a:pt x="11393" y="95801"/>
                            <a:pt x="8440" y="91514"/>
                          </a:cubicBezTo>
                          <a:cubicBezTo>
                            <a:pt x="5582" y="87228"/>
                            <a:pt x="3392" y="82371"/>
                            <a:pt x="1868" y="77608"/>
                          </a:cubicBezTo>
                          <a:cubicBezTo>
                            <a:pt x="-990" y="67797"/>
                            <a:pt x="-799" y="56367"/>
                            <a:pt x="4058" y="46271"/>
                          </a:cubicBezTo>
                          <a:lnTo>
                            <a:pt x="17774" y="18553"/>
                          </a:lnTo>
                          <a:cubicBezTo>
                            <a:pt x="22727" y="8552"/>
                            <a:pt x="32347" y="2075"/>
                            <a:pt x="44635" y="455"/>
                          </a:cubicBezTo>
                          <a:cubicBezTo>
                            <a:pt x="50826" y="-497"/>
                            <a:pt x="57494" y="75"/>
                            <a:pt x="64161" y="1884"/>
                          </a:cubicBezTo>
                          <a:cubicBezTo>
                            <a:pt x="70924" y="3694"/>
                            <a:pt x="77877" y="6647"/>
                            <a:pt x="83973" y="11314"/>
                          </a:cubicBezTo>
                          <a:lnTo>
                            <a:pt x="97118" y="21029"/>
                          </a:lnTo>
                          <a:lnTo>
                            <a:pt x="109595" y="31221"/>
                          </a:lnTo>
                          <a:cubicBezTo>
                            <a:pt x="117882" y="38079"/>
                            <a:pt x="125502" y="45223"/>
                            <a:pt x="133122" y="52367"/>
                          </a:cubicBezTo>
                          <a:cubicBezTo>
                            <a:pt x="143599" y="62559"/>
                            <a:pt x="149314" y="75036"/>
                            <a:pt x="150267" y="86657"/>
                          </a:cubicBezTo>
                          <a:cubicBezTo>
                            <a:pt x="151220" y="98277"/>
                            <a:pt x="147314" y="109136"/>
                            <a:pt x="139218" y="116565"/>
                          </a:cubicBezTo>
                          <a:lnTo>
                            <a:pt x="116644" y="137044"/>
                          </a:lnTo>
                          <a:cubicBezTo>
                            <a:pt x="108452" y="144474"/>
                            <a:pt x="97594" y="147236"/>
                            <a:pt x="86640" y="146379"/>
                          </a:cubicBezTo>
                          <a:cubicBezTo>
                            <a:pt x="75686" y="145426"/>
                            <a:pt x="64828" y="140854"/>
                            <a:pt x="56446" y="13285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73" name="Forme libre : forme 16072">
                      <a:extLst>
                        <a:ext uri="{FF2B5EF4-FFF2-40B4-BE49-F238E27FC236}">
                          <a16:creationId xmlns:a16="http://schemas.microsoft.com/office/drawing/2014/main" id="{2F42AA89-CA4A-40AD-8E0A-3B82B90526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5360" y="2898743"/>
                      <a:ext cx="117380" cy="112263"/>
                    </a:xfrm>
                    <a:custGeom>
                      <a:avLst/>
                      <a:gdLst>
                        <a:gd name="connsiteX0" fmla="*/ 48229 w 117380"/>
                        <a:gd name="connsiteY0" fmla="*/ 43625 h 112263"/>
                        <a:gd name="connsiteX1" fmla="*/ 34608 w 117380"/>
                        <a:gd name="connsiteY1" fmla="*/ 35814 h 112263"/>
                        <a:gd name="connsiteX2" fmla="*/ 23369 w 117380"/>
                        <a:gd name="connsiteY2" fmla="*/ 25908 h 112263"/>
                        <a:gd name="connsiteX3" fmla="*/ 10033 w 117380"/>
                        <a:gd name="connsiteY3" fmla="*/ 0 h 112263"/>
                        <a:gd name="connsiteX4" fmla="*/ 4128 w 117380"/>
                        <a:gd name="connsiteY4" fmla="*/ 12002 h 112263"/>
                        <a:gd name="connsiteX5" fmla="*/ 1937 w 117380"/>
                        <a:gd name="connsiteY5" fmla="*/ 43339 h 112263"/>
                        <a:gd name="connsiteX6" fmla="*/ 8509 w 117380"/>
                        <a:gd name="connsiteY6" fmla="*/ 57245 h 112263"/>
                        <a:gd name="connsiteX7" fmla="*/ 19558 w 117380"/>
                        <a:gd name="connsiteY7" fmla="*/ 68294 h 112263"/>
                        <a:gd name="connsiteX8" fmla="*/ 28988 w 117380"/>
                        <a:gd name="connsiteY8" fmla="*/ 75057 h 112263"/>
                        <a:gd name="connsiteX9" fmla="*/ 38228 w 117380"/>
                        <a:gd name="connsiteY9" fmla="*/ 82487 h 112263"/>
                        <a:gd name="connsiteX10" fmla="*/ 56516 w 117380"/>
                        <a:gd name="connsiteY10" fmla="*/ 98584 h 112263"/>
                        <a:gd name="connsiteX11" fmla="*/ 86615 w 117380"/>
                        <a:gd name="connsiteY11" fmla="*/ 112109 h 112263"/>
                        <a:gd name="connsiteX12" fmla="*/ 116618 w 117380"/>
                        <a:gd name="connsiteY12" fmla="*/ 102775 h 112263"/>
                        <a:gd name="connsiteX13" fmla="*/ 117380 w 117380"/>
                        <a:gd name="connsiteY13" fmla="*/ 102108 h 112263"/>
                        <a:gd name="connsiteX14" fmla="*/ 100997 w 117380"/>
                        <a:gd name="connsiteY14" fmla="*/ 85630 h 112263"/>
                        <a:gd name="connsiteX15" fmla="*/ 84995 w 117380"/>
                        <a:gd name="connsiteY15" fmla="*/ 69533 h 112263"/>
                        <a:gd name="connsiteX16" fmla="*/ 67850 w 117380"/>
                        <a:gd name="connsiteY16" fmla="*/ 55054 h 112263"/>
                        <a:gd name="connsiteX17" fmla="*/ 48229 w 117380"/>
                        <a:gd name="connsiteY17" fmla="*/ 43625 h 112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17380" h="112263">
                          <a:moveTo>
                            <a:pt x="48229" y="43625"/>
                          </a:moveTo>
                          <a:cubicBezTo>
                            <a:pt x="43276" y="41529"/>
                            <a:pt x="38704" y="38958"/>
                            <a:pt x="34608" y="35814"/>
                          </a:cubicBezTo>
                          <a:cubicBezTo>
                            <a:pt x="30417" y="32957"/>
                            <a:pt x="26607" y="29623"/>
                            <a:pt x="23369" y="25908"/>
                          </a:cubicBezTo>
                          <a:cubicBezTo>
                            <a:pt x="16891" y="18383"/>
                            <a:pt x="11843" y="10001"/>
                            <a:pt x="10033" y="0"/>
                          </a:cubicBezTo>
                          <a:lnTo>
                            <a:pt x="4128" y="12002"/>
                          </a:lnTo>
                          <a:cubicBezTo>
                            <a:pt x="-825" y="22003"/>
                            <a:pt x="-1016" y="33528"/>
                            <a:pt x="1937" y="43339"/>
                          </a:cubicBezTo>
                          <a:cubicBezTo>
                            <a:pt x="3461" y="48101"/>
                            <a:pt x="5557" y="52959"/>
                            <a:pt x="8509" y="57245"/>
                          </a:cubicBezTo>
                          <a:cubicBezTo>
                            <a:pt x="11462" y="61532"/>
                            <a:pt x="15177" y="64961"/>
                            <a:pt x="19558" y="68294"/>
                          </a:cubicBezTo>
                          <a:lnTo>
                            <a:pt x="28988" y="75057"/>
                          </a:lnTo>
                          <a:lnTo>
                            <a:pt x="38228" y="82487"/>
                          </a:lnTo>
                          <a:cubicBezTo>
                            <a:pt x="44419" y="87440"/>
                            <a:pt x="50420" y="93059"/>
                            <a:pt x="56516" y="98584"/>
                          </a:cubicBezTo>
                          <a:cubicBezTo>
                            <a:pt x="64898" y="106585"/>
                            <a:pt x="75756" y="111157"/>
                            <a:pt x="86615" y="112109"/>
                          </a:cubicBezTo>
                          <a:cubicBezTo>
                            <a:pt x="97473" y="112967"/>
                            <a:pt x="108427" y="110300"/>
                            <a:pt x="116618" y="102775"/>
                          </a:cubicBezTo>
                          <a:lnTo>
                            <a:pt x="117380" y="102108"/>
                          </a:lnTo>
                          <a:cubicBezTo>
                            <a:pt x="111760" y="96584"/>
                            <a:pt x="106331" y="91059"/>
                            <a:pt x="100997" y="85630"/>
                          </a:cubicBezTo>
                          <a:cubicBezTo>
                            <a:pt x="95758" y="80010"/>
                            <a:pt x="90329" y="74771"/>
                            <a:pt x="84995" y="69533"/>
                          </a:cubicBezTo>
                          <a:cubicBezTo>
                            <a:pt x="79566" y="64294"/>
                            <a:pt x="73756" y="59627"/>
                            <a:pt x="67850" y="55054"/>
                          </a:cubicBezTo>
                          <a:cubicBezTo>
                            <a:pt x="61564" y="50673"/>
                            <a:pt x="55277" y="46577"/>
                            <a:pt x="48229" y="43625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74" name="Forme libre : forme 16073">
                      <a:extLst>
                        <a:ext uri="{FF2B5EF4-FFF2-40B4-BE49-F238E27FC236}">
                          <a16:creationId xmlns:a16="http://schemas.microsoft.com/office/drawing/2014/main" id="{97DB21BF-1750-4199-BC99-43E21C9D34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5821" y="2919409"/>
                      <a:ext cx="58365" cy="55151"/>
                    </a:xfrm>
                    <a:custGeom>
                      <a:avLst/>
                      <a:gdLst>
                        <a:gd name="connsiteX0" fmla="*/ 54251 w 58365"/>
                        <a:gd name="connsiteY0" fmla="*/ 50866 h 55151"/>
                        <a:gd name="connsiteX1" fmla="*/ 36725 w 58365"/>
                        <a:gd name="connsiteY1" fmla="*/ 54486 h 55151"/>
                        <a:gd name="connsiteX2" fmla="*/ 15484 w 58365"/>
                        <a:gd name="connsiteY2" fmla="*/ 43246 h 55151"/>
                        <a:gd name="connsiteX3" fmla="*/ 1673 w 58365"/>
                        <a:gd name="connsiteY3" fmla="*/ 23815 h 55151"/>
                        <a:gd name="connsiteX4" fmla="*/ 2721 w 58365"/>
                        <a:gd name="connsiteY4" fmla="*/ 6099 h 55151"/>
                        <a:gd name="connsiteX5" fmla="*/ 19961 w 58365"/>
                        <a:gd name="connsiteY5" fmla="*/ 193 h 55151"/>
                        <a:gd name="connsiteX6" fmla="*/ 43297 w 58365"/>
                        <a:gd name="connsiteY6" fmla="*/ 11623 h 55151"/>
                        <a:gd name="connsiteX7" fmla="*/ 57489 w 58365"/>
                        <a:gd name="connsiteY7" fmla="*/ 33245 h 55151"/>
                        <a:gd name="connsiteX8" fmla="*/ 54251 w 58365"/>
                        <a:gd name="connsiteY8" fmla="*/ 50866 h 55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365" h="55151">
                          <a:moveTo>
                            <a:pt x="54251" y="50866"/>
                          </a:moveTo>
                          <a:cubicBezTo>
                            <a:pt x="50155" y="54962"/>
                            <a:pt x="43678" y="56010"/>
                            <a:pt x="36725" y="54486"/>
                          </a:cubicBezTo>
                          <a:cubicBezTo>
                            <a:pt x="29867" y="52866"/>
                            <a:pt x="22152" y="49152"/>
                            <a:pt x="15484" y="43246"/>
                          </a:cubicBezTo>
                          <a:cubicBezTo>
                            <a:pt x="8817" y="37246"/>
                            <a:pt x="3864" y="30673"/>
                            <a:pt x="1673" y="23815"/>
                          </a:cubicBezTo>
                          <a:cubicBezTo>
                            <a:pt x="-708" y="17338"/>
                            <a:pt x="-708" y="10861"/>
                            <a:pt x="2721" y="6099"/>
                          </a:cubicBezTo>
                          <a:cubicBezTo>
                            <a:pt x="6150" y="1336"/>
                            <a:pt x="12436" y="-664"/>
                            <a:pt x="19961" y="193"/>
                          </a:cubicBezTo>
                          <a:cubicBezTo>
                            <a:pt x="27200" y="1336"/>
                            <a:pt x="35963" y="4956"/>
                            <a:pt x="43297" y="11623"/>
                          </a:cubicBezTo>
                          <a:cubicBezTo>
                            <a:pt x="50727" y="18196"/>
                            <a:pt x="55680" y="26006"/>
                            <a:pt x="57489" y="33245"/>
                          </a:cubicBezTo>
                          <a:cubicBezTo>
                            <a:pt x="59299" y="40484"/>
                            <a:pt x="58347" y="46866"/>
                            <a:pt x="54251" y="5086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75" name="Forme libre : forme 16074">
                      <a:extLst>
                        <a:ext uri="{FF2B5EF4-FFF2-40B4-BE49-F238E27FC236}">
                          <a16:creationId xmlns:a16="http://schemas.microsoft.com/office/drawing/2014/main" id="{A7A34159-29CC-4DF5-8AA7-BB9305FDA9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5726" y="2919360"/>
                      <a:ext cx="27866" cy="51392"/>
                    </a:xfrm>
                    <a:custGeom>
                      <a:avLst/>
                      <a:gdLst>
                        <a:gd name="connsiteX0" fmla="*/ 25580 w 27866"/>
                        <a:gd name="connsiteY0" fmla="*/ 1481 h 51392"/>
                        <a:gd name="connsiteX1" fmla="*/ 2721 w 27866"/>
                        <a:gd name="connsiteY1" fmla="*/ 6149 h 51392"/>
                        <a:gd name="connsiteX2" fmla="*/ 1673 w 27866"/>
                        <a:gd name="connsiteY2" fmla="*/ 23865 h 51392"/>
                        <a:gd name="connsiteX3" fmla="*/ 15484 w 27866"/>
                        <a:gd name="connsiteY3" fmla="*/ 43296 h 51392"/>
                        <a:gd name="connsiteX4" fmla="*/ 27867 w 27866"/>
                        <a:gd name="connsiteY4" fmla="*/ 51392 h 51392"/>
                        <a:gd name="connsiteX5" fmla="*/ 22818 w 27866"/>
                        <a:gd name="connsiteY5" fmla="*/ 44915 h 51392"/>
                        <a:gd name="connsiteX6" fmla="*/ 18151 w 27866"/>
                        <a:gd name="connsiteY6" fmla="*/ 21769 h 51392"/>
                        <a:gd name="connsiteX7" fmla="*/ 25580 w 27866"/>
                        <a:gd name="connsiteY7" fmla="*/ 1481 h 51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866" h="51392">
                          <a:moveTo>
                            <a:pt x="25580" y="1481"/>
                          </a:moveTo>
                          <a:cubicBezTo>
                            <a:pt x="15865" y="-1662"/>
                            <a:pt x="6912" y="338"/>
                            <a:pt x="2721" y="6149"/>
                          </a:cubicBezTo>
                          <a:cubicBezTo>
                            <a:pt x="-708" y="10911"/>
                            <a:pt x="-708" y="17293"/>
                            <a:pt x="1673" y="23865"/>
                          </a:cubicBezTo>
                          <a:cubicBezTo>
                            <a:pt x="3863" y="30723"/>
                            <a:pt x="8817" y="37295"/>
                            <a:pt x="15484" y="43296"/>
                          </a:cubicBezTo>
                          <a:cubicBezTo>
                            <a:pt x="19389" y="46820"/>
                            <a:pt x="23676" y="49487"/>
                            <a:pt x="27867" y="51392"/>
                          </a:cubicBezTo>
                          <a:cubicBezTo>
                            <a:pt x="25866" y="49487"/>
                            <a:pt x="24152" y="47392"/>
                            <a:pt x="22818" y="44915"/>
                          </a:cubicBezTo>
                          <a:cubicBezTo>
                            <a:pt x="19580" y="37676"/>
                            <a:pt x="18056" y="29389"/>
                            <a:pt x="18151" y="21769"/>
                          </a:cubicBezTo>
                          <a:cubicBezTo>
                            <a:pt x="18532" y="14054"/>
                            <a:pt x="20723" y="6720"/>
                            <a:pt x="25580" y="1481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76" name="Forme libre : forme 16075">
                      <a:extLst>
                        <a:ext uri="{FF2B5EF4-FFF2-40B4-BE49-F238E27FC236}">
                          <a16:creationId xmlns:a16="http://schemas.microsoft.com/office/drawing/2014/main" id="{063CB68F-4049-4AEC-8B56-D0711F7414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5742" y="2925257"/>
                      <a:ext cx="57699" cy="54981"/>
                    </a:xfrm>
                    <a:custGeom>
                      <a:avLst/>
                      <a:gdLst>
                        <a:gd name="connsiteX0" fmla="*/ 53378 w 57699"/>
                        <a:gd name="connsiteY0" fmla="*/ 50829 h 54981"/>
                        <a:gd name="connsiteX1" fmla="*/ 14897 w 57699"/>
                        <a:gd name="connsiteY1" fmla="*/ 43114 h 54981"/>
                        <a:gd name="connsiteX2" fmla="*/ 1467 w 57699"/>
                        <a:gd name="connsiteY2" fmla="*/ 23778 h 54981"/>
                        <a:gd name="connsiteX3" fmla="*/ 2800 w 57699"/>
                        <a:gd name="connsiteY3" fmla="*/ 6061 h 54981"/>
                        <a:gd name="connsiteX4" fmla="*/ 19850 w 57699"/>
                        <a:gd name="connsiteY4" fmla="*/ 251 h 54981"/>
                        <a:gd name="connsiteX5" fmla="*/ 42900 w 57699"/>
                        <a:gd name="connsiteY5" fmla="*/ 11681 h 54981"/>
                        <a:gd name="connsiteX6" fmla="*/ 56807 w 57699"/>
                        <a:gd name="connsiteY6" fmla="*/ 33208 h 54981"/>
                        <a:gd name="connsiteX7" fmla="*/ 53378 w 57699"/>
                        <a:gd name="connsiteY7" fmla="*/ 50829 h 54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699" h="54981">
                          <a:moveTo>
                            <a:pt x="53378" y="50829"/>
                          </a:moveTo>
                          <a:cubicBezTo>
                            <a:pt x="44996" y="58830"/>
                            <a:pt x="28041" y="54734"/>
                            <a:pt x="14897" y="43114"/>
                          </a:cubicBezTo>
                          <a:cubicBezTo>
                            <a:pt x="8420" y="37018"/>
                            <a:pt x="3562" y="30541"/>
                            <a:pt x="1467" y="23778"/>
                          </a:cubicBezTo>
                          <a:cubicBezTo>
                            <a:pt x="-629" y="17015"/>
                            <a:pt x="-724" y="10919"/>
                            <a:pt x="2800" y="6061"/>
                          </a:cubicBezTo>
                          <a:cubicBezTo>
                            <a:pt x="6229" y="1489"/>
                            <a:pt x="12611" y="-797"/>
                            <a:pt x="19850" y="251"/>
                          </a:cubicBezTo>
                          <a:cubicBezTo>
                            <a:pt x="27089" y="1299"/>
                            <a:pt x="35757" y="4918"/>
                            <a:pt x="42900" y="11681"/>
                          </a:cubicBezTo>
                          <a:cubicBezTo>
                            <a:pt x="50330" y="18158"/>
                            <a:pt x="54997" y="26064"/>
                            <a:pt x="56807" y="33208"/>
                          </a:cubicBezTo>
                          <a:cubicBezTo>
                            <a:pt x="58712" y="40256"/>
                            <a:pt x="57569" y="46733"/>
                            <a:pt x="53378" y="5082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77" name="Forme libre : forme 16076">
                      <a:extLst>
                        <a:ext uri="{FF2B5EF4-FFF2-40B4-BE49-F238E27FC236}">
                          <a16:creationId xmlns:a16="http://schemas.microsoft.com/office/drawing/2014/main" id="{26D1F791-CE69-4AD0-9E91-868B62BBF0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4421" y="2886217"/>
                      <a:ext cx="61881" cy="97748"/>
                    </a:xfrm>
                    <a:custGeom>
                      <a:avLst/>
                      <a:gdLst>
                        <a:gd name="connsiteX0" fmla="*/ 8498 w 61881"/>
                        <a:gd name="connsiteY0" fmla="*/ 25765 h 97748"/>
                        <a:gd name="connsiteX1" fmla="*/ 307 w 61881"/>
                        <a:gd name="connsiteY1" fmla="*/ 43863 h 97748"/>
                        <a:gd name="connsiteX2" fmla="*/ 3355 w 61881"/>
                        <a:gd name="connsiteY2" fmla="*/ 62246 h 97748"/>
                        <a:gd name="connsiteX3" fmla="*/ 14023 w 61881"/>
                        <a:gd name="connsiteY3" fmla="*/ 78439 h 97748"/>
                        <a:gd name="connsiteX4" fmla="*/ 40312 w 61881"/>
                        <a:gd name="connsiteY4" fmla="*/ 96822 h 97748"/>
                        <a:gd name="connsiteX5" fmla="*/ 61172 w 61881"/>
                        <a:gd name="connsiteY5" fmla="*/ 90440 h 97748"/>
                        <a:gd name="connsiteX6" fmla="*/ 59457 w 61881"/>
                        <a:gd name="connsiteY6" fmla="*/ 75390 h 97748"/>
                        <a:gd name="connsiteX7" fmla="*/ 52313 w 61881"/>
                        <a:gd name="connsiteY7" fmla="*/ 38815 h 97748"/>
                        <a:gd name="connsiteX8" fmla="*/ 49551 w 61881"/>
                        <a:gd name="connsiteY8" fmla="*/ 17479 h 97748"/>
                        <a:gd name="connsiteX9" fmla="*/ 34978 w 61881"/>
                        <a:gd name="connsiteY9" fmla="*/ 429 h 97748"/>
                        <a:gd name="connsiteX10" fmla="*/ 8498 w 61881"/>
                        <a:gd name="connsiteY10" fmla="*/ 25765 h 977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1881" h="97748">
                          <a:moveTo>
                            <a:pt x="8498" y="25765"/>
                          </a:moveTo>
                          <a:cubicBezTo>
                            <a:pt x="4879" y="31385"/>
                            <a:pt x="1355" y="37195"/>
                            <a:pt x="307" y="43863"/>
                          </a:cubicBezTo>
                          <a:cubicBezTo>
                            <a:pt x="-646" y="50245"/>
                            <a:pt x="688" y="56531"/>
                            <a:pt x="3355" y="62246"/>
                          </a:cubicBezTo>
                          <a:cubicBezTo>
                            <a:pt x="6022" y="68056"/>
                            <a:pt x="9641" y="73866"/>
                            <a:pt x="14023" y="78439"/>
                          </a:cubicBezTo>
                          <a:cubicBezTo>
                            <a:pt x="20976" y="86630"/>
                            <a:pt x="29739" y="93774"/>
                            <a:pt x="40312" y="96822"/>
                          </a:cubicBezTo>
                          <a:cubicBezTo>
                            <a:pt x="48218" y="98822"/>
                            <a:pt x="58314" y="97965"/>
                            <a:pt x="61172" y="90440"/>
                          </a:cubicBezTo>
                          <a:cubicBezTo>
                            <a:pt x="62886" y="85868"/>
                            <a:pt x="61172" y="80344"/>
                            <a:pt x="59457" y="75390"/>
                          </a:cubicBezTo>
                          <a:cubicBezTo>
                            <a:pt x="55838" y="63389"/>
                            <a:pt x="53361" y="51197"/>
                            <a:pt x="52313" y="38815"/>
                          </a:cubicBezTo>
                          <a:cubicBezTo>
                            <a:pt x="51932" y="33481"/>
                            <a:pt x="51742" y="25194"/>
                            <a:pt x="49551" y="17479"/>
                          </a:cubicBezTo>
                          <a:cubicBezTo>
                            <a:pt x="47456" y="9668"/>
                            <a:pt x="43169" y="2429"/>
                            <a:pt x="34978" y="429"/>
                          </a:cubicBezTo>
                          <a:cubicBezTo>
                            <a:pt x="20405" y="-3286"/>
                            <a:pt x="13547" y="18145"/>
                            <a:pt x="8498" y="2576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78" name="Forme libre : forme 16077">
                      <a:extLst>
                        <a:ext uri="{FF2B5EF4-FFF2-40B4-BE49-F238E27FC236}">
                          <a16:creationId xmlns:a16="http://schemas.microsoft.com/office/drawing/2014/main" id="{130D6193-6EC3-4A9D-91C2-EC2332170F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4648" y="2898718"/>
                      <a:ext cx="32881" cy="16711"/>
                    </a:xfrm>
                    <a:custGeom>
                      <a:avLst/>
                      <a:gdLst>
                        <a:gd name="connsiteX0" fmla="*/ 4656 w 32881"/>
                        <a:gd name="connsiteY0" fmla="*/ 1834 h 16711"/>
                        <a:gd name="connsiteX1" fmla="*/ 655 w 32881"/>
                        <a:gd name="connsiteY1" fmla="*/ 4692 h 16711"/>
                        <a:gd name="connsiteX2" fmla="*/ 846 w 32881"/>
                        <a:gd name="connsiteY2" fmla="*/ 9455 h 16711"/>
                        <a:gd name="connsiteX3" fmla="*/ 5227 w 32881"/>
                        <a:gd name="connsiteY3" fmla="*/ 12217 h 16711"/>
                        <a:gd name="connsiteX4" fmla="*/ 17991 w 32881"/>
                        <a:gd name="connsiteY4" fmla="*/ 16122 h 16711"/>
                        <a:gd name="connsiteX5" fmla="*/ 23325 w 32881"/>
                        <a:gd name="connsiteY5" fmla="*/ 16693 h 16711"/>
                        <a:gd name="connsiteX6" fmla="*/ 32088 w 32881"/>
                        <a:gd name="connsiteY6" fmla="*/ 12122 h 16711"/>
                        <a:gd name="connsiteX7" fmla="*/ 28373 w 32881"/>
                        <a:gd name="connsiteY7" fmla="*/ 3549 h 16711"/>
                        <a:gd name="connsiteX8" fmla="*/ 4656 w 32881"/>
                        <a:gd name="connsiteY8" fmla="*/ 1834 h 16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881" h="16711">
                          <a:moveTo>
                            <a:pt x="4656" y="1834"/>
                          </a:moveTo>
                          <a:cubicBezTo>
                            <a:pt x="3037" y="2501"/>
                            <a:pt x="1608" y="3358"/>
                            <a:pt x="655" y="4692"/>
                          </a:cubicBezTo>
                          <a:cubicBezTo>
                            <a:pt x="-202" y="6025"/>
                            <a:pt x="-297" y="7931"/>
                            <a:pt x="846" y="9455"/>
                          </a:cubicBezTo>
                          <a:cubicBezTo>
                            <a:pt x="1894" y="10788"/>
                            <a:pt x="3608" y="11645"/>
                            <a:pt x="5227" y="12217"/>
                          </a:cubicBezTo>
                          <a:cubicBezTo>
                            <a:pt x="9323" y="13836"/>
                            <a:pt x="13609" y="15170"/>
                            <a:pt x="17991" y="16122"/>
                          </a:cubicBezTo>
                          <a:cubicBezTo>
                            <a:pt x="19800" y="16503"/>
                            <a:pt x="21610" y="16789"/>
                            <a:pt x="23325" y="16693"/>
                          </a:cubicBezTo>
                          <a:cubicBezTo>
                            <a:pt x="26849" y="16503"/>
                            <a:pt x="30469" y="14693"/>
                            <a:pt x="32088" y="12122"/>
                          </a:cubicBezTo>
                          <a:cubicBezTo>
                            <a:pt x="33612" y="9645"/>
                            <a:pt x="33231" y="6216"/>
                            <a:pt x="28373" y="3549"/>
                          </a:cubicBezTo>
                          <a:cubicBezTo>
                            <a:pt x="20753" y="-737"/>
                            <a:pt x="11037" y="-928"/>
                            <a:pt x="4656" y="183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79" name="Forme libre : forme 16078">
                      <a:extLst>
                        <a:ext uri="{FF2B5EF4-FFF2-40B4-BE49-F238E27FC236}">
                          <a16:creationId xmlns:a16="http://schemas.microsoft.com/office/drawing/2014/main" id="{F9FC0E92-DE2F-46FF-A5D9-BB6D4C37CA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4066" y="2995041"/>
                      <a:ext cx="58102" cy="9950"/>
                    </a:xfrm>
                    <a:custGeom>
                      <a:avLst/>
                      <a:gdLst>
                        <a:gd name="connsiteX0" fmla="*/ 58102 w 58102"/>
                        <a:gd name="connsiteY0" fmla="*/ 0 h 9950"/>
                        <a:gd name="connsiteX1" fmla="*/ 42386 w 58102"/>
                        <a:gd name="connsiteY1" fmla="*/ 8382 h 9950"/>
                        <a:gd name="connsiteX2" fmla="*/ 24003 w 58102"/>
                        <a:gd name="connsiteY2" fmla="*/ 9525 h 9950"/>
                        <a:gd name="connsiteX3" fmla="*/ 0 w 58102"/>
                        <a:gd name="connsiteY3" fmla="*/ 1143 h 9950"/>
                        <a:gd name="connsiteX4" fmla="*/ 18002 w 58102"/>
                        <a:gd name="connsiteY4" fmla="*/ 6096 h 9950"/>
                        <a:gd name="connsiteX5" fmla="*/ 58102 w 58102"/>
                        <a:gd name="connsiteY5" fmla="*/ 0 h 9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8102" h="9950">
                          <a:moveTo>
                            <a:pt x="58102" y="0"/>
                          </a:moveTo>
                          <a:cubicBezTo>
                            <a:pt x="58102" y="0"/>
                            <a:pt x="52483" y="5715"/>
                            <a:pt x="42386" y="8382"/>
                          </a:cubicBezTo>
                          <a:cubicBezTo>
                            <a:pt x="37338" y="9715"/>
                            <a:pt x="31147" y="10478"/>
                            <a:pt x="24003" y="9525"/>
                          </a:cubicBezTo>
                          <a:cubicBezTo>
                            <a:pt x="16954" y="8477"/>
                            <a:pt x="8858" y="6001"/>
                            <a:pt x="0" y="1143"/>
                          </a:cubicBezTo>
                          <a:cubicBezTo>
                            <a:pt x="0" y="1143"/>
                            <a:pt x="7144" y="4572"/>
                            <a:pt x="18002" y="6096"/>
                          </a:cubicBezTo>
                          <a:cubicBezTo>
                            <a:pt x="28766" y="7906"/>
                            <a:pt x="43434" y="7906"/>
                            <a:pt x="5810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80" name="Forme libre : forme 16079">
                      <a:extLst>
                        <a:ext uri="{FF2B5EF4-FFF2-40B4-BE49-F238E27FC236}">
                          <a16:creationId xmlns:a16="http://schemas.microsoft.com/office/drawing/2014/main" id="{705117CA-3896-453A-A022-3F7230F4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4156" y="2869772"/>
                      <a:ext cx="66008" cy="17635"/>
                    </a:xfrm>
                    <a:custGeom>
                      <a:avLst/>
                      <a:gdLst>
                        <a:gd name="connsiteX0" fmla="*/ 66008 w 66008"/>
                        <a:gd name="connsiteY0" fmla="*/ 10587 h 17635"/>
                        <a:gd name="connsiteX1" fmla="*/ 59150 w 66008"/>
                        <a:gd name="connsiteY1" fmla="*/ 6682 h 17635"/>
                        <a:gd name="connsiteX2" fmla="*/ 41720 w 66008"/>
                        <a:gd name="connsiteY2" fmla="*/ 967 h 17635"/>
                        <a:gd name="connsiteX3" fmla="*/ 30956 w 66008"/>
                        <a:gd name="connsiteY3" fmla="*/ 15 h 17635"/>
                        <a:gd name="connsiteX4" fmla="*/ 19717 w 66008"/>
                        <a:gd name="connsiteY4" fmla="*/ 2110 h 17635"/>
                        <a:gd name="connsiteX5" fmla="*/ 0 w 66008"/>
                        <a:gd name="connsiteY5" fmla="*/ 17636 h 17635"/>
                        <a:gd name="connsiteX6" fmla="*/ 17145 w 66008"/>
                        <a:gd name="connsiteY6" fmla="*/ 6396 h 17635"/>
                        <a:gd name="connsiteX7" fmla="*/ 38195 w 66008"/>
                        <a:gd name="connsiteY7" fmla="*/ 2777 h 17635"/>
                        <a:gd name="connsiteX8" fmla="*/ 66008 w 66008"/>
                        <a:gd name="connsiteY8" fmla="*/ 10587 h 176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6008" h="17635">
                          <a:moveTo>
                            <a:pt x="66008" y="10587"/>
                          </a:moveTo>
                          <a:cubicBezTo>
                            <a:pt x="66008" y="10587"/>
                            <a:pt x="63437" y="8777"/>
                            <a:pt x="59150" y="6682"/>
                          </a:cubicBezTo>
                          <a:cubicBezTo>
                            <a:pt x="54959" y="4396"/>
                            <a:pt x="48578" y="2300"/>
                            <a:pt x="41720" y="967"/>
                          </a:cubicBezTo>
                          <a:cubicBezTo>
                            <a:pt x="38291" y="300"/>
                            <a:pt x="34671" y="-81"/>
                            <a:pt x="30956" y="15"/>
                          </a:cubicBezTo>
                          <a:cubicBezTo>
                            <a:pt x="27146" y="205"/>
                            <a:pt x="23432" y="872"/>
                            <a:pt x="19717" y="2110"/>
                          </a:cubicBezTo>
                          <a:cubicBezTo>
                            <a:pt x="12383" y="4586"/>
                            <a:pt x="5525" y="9444"/>
                            <a:pt x="0" y="17636"/>
                          </a:cubicBezTo>
                          <a:cubicBezTo>
                            <a:pt x="0" y="17636"/>
                            <a:pt x="5810" y="10968"/>
                            <a:pt x="17145" y="6396"/>
                          </a:cubicBezTo>
                          <a:cubicBezTo>
                            <a:pt x="22860" y="4110"/>
                            <a:pt x="30004" y="2300"/>
                            <a:pt x="38195" y="2777"/>
                          </a:cubicBezTo>
                          <a:cubicBezTo>
                            <a:pt x="46387" y="3062"/>
                            <a:pt x="56102" y="5063"/>
                            <a:pt x="66008" y="1058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81" name="Forme libre : forme 16080">
                      <a:extLst>
                        <a:ext uri="{FF2B5EF4-FFF2-40B4-BE49-F238E27FC236}">
                          <a16:creationId xmlns:a16="http://schemas.microsoft.com/office/drawing/2014/main" id="{8334A140-C8C5-47B5-AEEF-4CD30B87EC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7189" y="2932779"/>
                      <a:ext cx="18730" cy="23514"/>
                    </a:xfrm>
                    <a:custGeom>
                      <a:avLst/>
                      <a:gdLst>
                        <a:gd name="connsiteX0" fmla="*/ 16215 w 18730"/>
                        <a:gd name="connsiteY0" fmla="*/ 23209 h 23514"/>
                        <a:gd name="connsiteX1" fmla="*/ 3166 w 18730"/>
                        <a:gd name="connsiteY1" fmla="*/ 14827 h 23514"/>
                        <a:gd name="connsiteX2" fmla="*/ 2309 w 18730"/>
                        <a:gd name="connsiteY2" fmla="*/ 444 h 23514"/>
                        <a:gd name="connsiteX3" fmla="*/ 15739 w 18730"/>
                        <a:gd name="connsiteY3" fmla="*/ 8826 h 23514"/>
                        <a:gd name="connsiteX4" fmla="*/ 16215 w 18730"/>
                        <a:gd name="connsiteY4" fmla="*/ 23209 h 23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730" h="23514">
                          <a:moveTo>
                            <a:pt x="16215" y="23209"/>
                          </a:moveTo>
                          <a:cubicBezTo>
                            <a:pt x="12787" y="24637"/>
                            <a:pt x="6976" y="20923"/>
                            <a:pt x="3166" y="14827"/>
                          </a:cubicBezTo>
                          <a:cubicBezTo>
                            <a:pt x="-644" y="8635"/>
                            <a:pt x="-1120" y="2158"/>
                            <a:pt x="2309" y="444"/>
                          </a:cubicBezTo>
                          <a:cubicBezTo>
                            <a:pt x="5738" y="-1366"/>
                            <a:pt x="11834" y="2540"/>
                            <a:pt x="15739" y="8826"/>
                          </a:cubicBezTo>
                          <a:cubicBezTo>
                            <a:pt x="19645" y="15112"/>
                            <a:pt x="19645" y="21685"/>
                            <a:pt x="16215" y="2320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82" name="Forme libre : forme 16081">
                      <a:extLst>
                        <a:ext uri="{FF2B5EF4-FFF2-40B4-BE49-F238E27FC236}">
                          <a16:creationId xmlns:a16="http://schemas.microsoft.com/office/drawing/2014/main" id="{285DC4A3-077F-400A-8971-0FDD9CBB4F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329" y="2951452"/>
                      <a:ext cx="6668" cy="6690"/>
                    </a:xfrm>
                    <a:custGeom>
                      <a:avLst/>
                      <a:gdLst>
                        <a:gd name="connsiteX0" fmla="*/ 5886 w 6668"/>
                        <a:gd name="connsiteY0" fmla="*/ 5869 h 6690"/>
                        <a:gd name="connsiteX1" fmla="*/ 1219 w 6668"/>
                        <a:gd name="connsiteY1" fmla="*/ 5488 h 6690"/>
                        <a:gd name="connsiteX2" fmla="*/ 742 w 6668"/>
                        <a:gd name="connsiteY2" fmla="*/ 821 h 6690"/>
                        <a:gd name="connsiteX3" fmla="*/ 5410 w 6668"/>
                        <a:gd name="connsiteY3" fmla="*/ 1202 h 6690"/>
                        <a:gd name="connsiteX4" fmla="*/ 5886 w 6668"/>
                        <a:gd name="connsiteY4" fmla="*/ 5869 h 6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68" h="6690">
                          <a:moveTo>
                            <a:pt x="5886" y="5869"/>
                          </a:moveTo>
                          <a:cubicBezTo>
                            <a:pt x="4743" y="7107"/>
                            <a:pt x="2648" y="6917"/>
                            <a:pt x="1219" y="5488"/>
                          </a:cubicBezTo>
                          <a:cubicBezTo>
                            <a:pt x="-210" y="4155"/>
                            <a:pt x="-400" y="1964"/>
                            <a:pt x="742" y="821"/>
                          </a:cubicBezTo>
                          <a:cubicBezTo>
                            <a:pt x="1885" y="-417"/>
                            <a:pt x="3981" y="-227"/>
                            <a:pt x="5410" y="1202"/>
                          </a:cubicBezTo>
                          <a:cubicBezTo>
                            <a:pt x="6838" y="2631"/>
                            <a:pt x="7124" y="4631"/>
                            <a:pt x="5886" y="58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83" name="Forme libre : forme 16082">
                      <a:extLst>
                        <a:ext uri="{FF2B5EF4-FFF2-40B4-BE49-F238E27FC236}">
                          <a16:creationId xmlns:a16="http://schemas.microsoft.com/office/drawing/2014/main" id="{2D51DE9B-C088-42A3-A7C1-AB23E3C416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7437" y="2908894"/>
                      <a:ext cx="36486" cy="75889"/>
                    </a:xfrm>
                    <a:custGeom>
                      <a:avLst/>
                      <a:gdLst>
                        <a:gd name="connsiteX0" fmla="*/ 34830 w 36486"/>
                        <a:gd name="connsiteY0" fmla="*/ 51285 h 75889"/>
                        <a:gd name="connsiteX1" fmla="*/ 19209 w 36486"/>
                        <a:gd name="connsiteY1" fmla="*/ 73002 h 75889"/>
                        <a:gd name="connsiteX2" fmla="*/ 9875 w 36486"/>
                        <a:gd name="connsiteY2" fmla="*/ 74812 h 75889"/>
                        <a:gd name="connsiteX3" fmla="*/ 8350 w 36486"/>
                        <a:gd name="connsiteY3" fmla="*/ 65668 h 75889"/>
                        <a:gd name="connsiteX4" fmla="*/ 14351 w 36486"/>
                        <a:gd name="connsiteY4" fmla="*/ 37188 h 75889"/>
                        <a:gd name="connsiteX5" fmla="*/ 10732 w 36486"/>
                        <a:gd name="connsiteY5" fmla="*/ 28902 h 75889"/>
                        <a:gd name="connsiteX6" fmla="*/ 4445 w 36486"/>
                        <a:gd name="connsiteY6" fmla="*/ 16995 h 75889"/>
                        <a:gd name="connsiteX7" fmla="*/ 2921 w 36486"/>
                        <a:gd name="connsiteY7" fmla="*/ 136 h 75889"/>
                        <a:gd name="connsiteX8" fmla="*/ 21781 w 36486"/>
                        <a:gd name="connsiteY8" fmla="*/ 10614 h 75889"/>
                        <a:gd name="connsiteX9" fmla="*/ 34354 w 36486"/>
                        <a:gd name="connsiteY9" fmla="*/ 28997 h 75889"/>
                        <a:gd name="connsiteX10" fmla="*/ 34830 w 36486"/>
                        <a:gd name="connsiteY10" fmla="*/ 51285 h 75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6486" h="75889">
                          <a:moveTo>
                            <a:pt x="34830" y="51285"/>
                          </a:moveTo>
                          <a:cubicBezTo>
                            <a:pt x="31972" y="60144"/>
                            <a:pt x="25972" y="67097"/>
                            <a:pt x="19209" y="73002"/>
                          </a:cubicBezTo>
                          <a:cubicBezTo>
                            <a:pt x="16733" y="75193"/>
                            <a:pt x="12922" y="77193"/>
                            <a:pt x="9875" y="74812"/>
                          </a:cubicBezTo>
                          <a:cubicBezTo>
                            <a:pt x="7112" y="72621"/>
                            <a:pt x="7398" y="68621"/>
                            <a:pt x="8350" y="65668"/>
                          </a:cubicBezTo>
                          <a:cubicBezTo>
                            <a:pt x="11208" y="56334"/>
                            <a:pt x="16447" y="47571"/>
                            <a:pt x="14351" y="37188"/>
                          </a:cubicBezTo>
                          <a:cubicBezTo>
                            <a:pt x="14066" y="35569"/>
                            <a:pt x="12542" y="32521"/>
                            <a:pt x="10732" y="28902"/>
                          </a:cubicBezTo>
                          <a:cubicBezTo>
                            <a:pt x="9017" y="25187"/>
                            <a:pt x="6445" y="21091"/>
                            <a:pt x="4445" y="16995"/>
                          </a:cubicBezTo>
                          <a:cubicBezTo>
                            <a:pt x="445" y="8804"/>
                            <a:pt x="-2413" y="1089"/>
                            <a:pt x="2921" y="136"/>
                          </a:cubicBezTo>
                          <a:cubicBezTo>
                            <a:pt x="8255" y="-912"/>
                            <a:pt x="15494" y="4232"/>
                            <a:pt x="21781" y="10614"/>
                          </a:cubicBezTo>
                          <a:cubicBezTo>
                            <a:pt x="27877" y="17091"/>
                            <a:pt x="32734" y="24806"/>
                            <a:pt x="34354" y="28997"/>
                          </a:cubicBezTo>
                          <a:cubicBezTo>
                            <a:pt x="37211" y="36617"/>
                            <a:pt x="37021" y="44618"/>
                            <a:pt x="34830" y="5128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60" name="Graphique 1">
                    <a:extLst>
                      <a:ext uri="{FF2B5EF4-FFF2-40B4-BE49-F238E27FC236}">
                        <a16:creationId xmlns:a16="http://schemas.microsoft.com/office/drawing/2014/main" id="{D79A2ADF-F191-44FF-B111-C7FBABB8BBA4}"/>
                      </a:ext>
                    </a:extLst>
                  </p:cNvPr>
                  <p:cNvGrpSpPr/>
                  <p:nvPr/>
                </p:nvGrpSpPr>
                <p:grpSpPr>
                  <a:xfrm>
                    <a:off x="2069902" y="2972200"/>
                    <a:ext cx="145234" cy="151893"/>
                    <a:chOff x="2069902" y="2972200"/>
                    <a:chExt cx="145234" cy="151893"/>
                  </a:xfrm>
                  <a:solidFill>
                    <a:schemeClr val="accent1"/>
                  </a:solidFill>
                </p:grpSpPr>
                <p:sp>
                  <p:nvSpPr>
                    <p:cNvPr id="16060" name="Forme libre : forme 16059">
                      <a:extLst>
                        <a:ext uri="{FF2B5EF4-FFF2-40B4-BE49-F238E27FC236}">
                          <a16:creationId xmlns:a16="http://schemas.microsoft.com/office/drawing/2014/main" id="{E189E739-ED98-4619-B196-4C4862B3F6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9902" y="2972200"/>
                      <a:ext cx="145234" cy="151893"/>
                    </a:xfrm>
                    <a:custGeom>
                      <a:avLst/>
                      <a:gdLst>
                        <a:gd name="connsiteX0" fmla="*/ 51796 w 145234"/>
                        <a:gd name="connsiteY0" fmla="*/ 133902 h 151893"/>
                        <a:gd name="connsiteX1" fmla="*/ 31889 w 145234"/>
                        <a:gd name="connsiteY1" fmla="*/ 112185 h 151893"/>
                        <a:gd name="connsiteX2" fmla="*/ 13029 w 145234"/>
                        <a:gd name="connsiteY2" fmla="*/ 90754 h 151893"/>
                        <a:gd name="connsiteX3" fmla="*/ 11981 w 145234"/>
                        <a:gd name="connsiteY3" fmla="*/ 29222 h 151893"/>
                        <a:gd name="connsiteX4" fmla="*/ 34556 w 145234"/>
                        <a:gd name="connsiteY4" fmla="*/ 8743 h 151893"/>
                        <a:gd name="connsiteX5" fmla="*/ 96373 w 145234"/>
                        <a:gd name="connsiteY5" fmla="*/ 18745 h 151893"/>
                        <a:gd name="connsiteX6" fmla="*/ 114280 w 145234"/>
                        <a:gd name="connsiteY6" fmla="*/ 39509 h 151893"/>
                        <a:gd name="connsiteX7" fmla="*/ 131901 w 145234"/>
                        <a:gd name="connsiteY7" fmla="*/ 59321 h 151893"/>
                        <a:gd name="connsiteX8" fmla="*/ 141331 w 145234"/>
                        <a:gd name="connsiteY8" fmla="*/ 73799 h 151893"/>
                        <a:gd name="connsiteX9" fmla="*/ 145141 w 145234"/>
                        <a:gd name="connsiteY9" fmla="*/ 89611 h 151893"/>
                        <a:gd name="connsiteX10" fmla="*/ 135711 w 145234"/>
                        <a:gd name="connsiteY10" fmla="*/ 119043 h 151893"/>
                        <a:gd name="connsiteX11" fmla="*/ 115613 w 145234"/>
                        <a:gd name="connsiteY11" fmla="*/ 141331 h 151893"/>
                        <a:gd name="connsiteX12" fmla="*/ 85800 w 145234"/>
                        <a:gd name="connsiteY12" fmla="*/ 151618 h 151893"/>
                        <a:gd name="connsiteX13" fmla="*/ 68084 w 145234"/>
                        <a:gd name="connsiteY13" fmla="*/ 146189 h 151893"/>
                        <a:gd name="connsiteX14" fmla="*/ 51796 w 145234"/>
                        <a:gd name="connsiteY14" fmla="*/ 133902 h 151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45234" h="151893">
                          <a:moveTo>
                            <a:pt x="51796" y="133902"/>
                          </a:moveTo>
                          <a:cubicBezTo>
                            <a:pt x="45033" y="126663"/>
                            <a:pt x="38270" y="119329"/>
                            <a:pt x="31889" y="112185"/>
                          </a:cubicBezTo>
                          <a:lnTo>
                            <a:pt x="13029" y="90754"/>
                          </a:lnTo>
                          <a:cubicBezTo>
                            <a:pt x="-4116" y="71037"/>
                            <a:pt x="-4211" y="44272"/>
                            <a:pt x="11981" y="29222"/>
                          </a:cubicBezTo>
                          <a:lnTo>
                            <a:pt x="34556" y="8743"/>
                          </a:lnTo>
                          <a:cubicBezTo>
                            <a:pt x="50748" y="-6306"/>
                            <a:pt x="79418" y="-1258"/>
                            <a:pt x="96373" y="18745"/>
                          </a:cubicBezTo>
                          <a:lnTo>
                            <a:pt x="114280" y="39509"/>
                          </a:lnTo>
                          <a:cubicBezTo>
                            <a:pt x="120185" y="46367"/>
                            <a:pt x="126091" y="52844"/>
                            <a:pt x="131901" y="59321"/>
                          </a:cubicBezTo>
                          <a:cubicBezTo>
                            <a:pt x="135997" y="63893"/>
                            <a:pt x="139140" y="68560"/>
                            <a:pt x="141331" y="73799"/>
                          </a:cubicBezTo>
                          <a:cubicBezTo>
                            <a:pt x="143522" y="79038"/>
                            <a:pt x="144760" y="84181"/>
                            <a:pt x="145141" y="89611"/>
                          </a:cubicBezTo>
                          <a:cubicBezTo>
                            <a:pt x="145808" y="100374"/>
                            <a:pt x="142950" y="110947"/>
                            <a:pt x="135711" y="119043"/>
                          </a:cubicBezTo>
                          <a:lnTo>
                            <a:pt x="115613" y="141331"/>
                          </a:lnTo>
                          <a:cubicBezTo>
                            <a:pt x="108375" y="149428"/>
                            <a:pt x="97421" y="152952"/>
                            <a:pt x="85800" y="151618"/>
                          </a:cubicBezTo>
                          <a:cubicBezTo>
                            <a:pt x="79990" y="150952"/>
                            <a:pt x="73703" y="149142"/>
                            <a:pt x="68084" y="146189"/>
                          </a:cubicBezTo>
                          <a:cubicBezTo>
                            <a:pt x="62273" y="143046"/>
                            <a:pt x="56463" y="138950"/>
                            <a:pt x="51796" y="13390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61" name="Forme libre : forme 16060">
                      <a:extLst>
                        <a:ext uri="{FF2B5EF4-FFF2-40B4-BE49-F238E27FC236}">
                          <a16:creationId xmlns:a16="http://schemas.microsoft.com/office/drawing/2014/main" id="{ED47AF42-AB5A-406E-BF23-672F877595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0033" y="2992564"/>
                      <a:ext cx="116053" cy="131434"/>
                    </a:xfrm>
                    <a:custGeom>
                      <a:avLst/>
                      <a:gdLst>
                        <a:gd name="connsiteX0" fmla="*/ 46902 w 116053"/>
                        <a:gd name="connsiteY0" fmla="*/ 54197 h 131434"/>
                        <a:gd name="connsiteX1" fmla="*/ 21660 w 116053"/>
                        <a:gd name="connsiteY1" fmla="*/ 0 h 131434"/>
                        <a:gd name="connsiteX2" fmla="*/ 11945 w 116053"/>
                        <a:gd name="connsiteY2" fmla="*/ 8858 h 131434"/>
                        <a:gd name="connsiteX3" fmla="*/ 12993 w 116053"/>
                        <a:gd name="connsiteY3" fmla="*/ 70390 h 131434"/>
                        <a:gd name="connsiteX4" fmla="*/ 31852 w 116053"/>
                        <a:gd name="connsiteY4" fmla="*/ 91821 h 131434"/>
                        <a:gd name="connsiteX5" fmla="*/ 51759 w 116053"/>
                        <a:gd name="connsiteY5" fmla="*/ 113538 h 131434"/>
                        <a:gd name="connsiteX6" fmla="*/ 67857 w 116053"/>
                        <a:gd name="connsiteY6" fmla="*/ 125730 h 131434"/>
                        <a:gd name="connsiteX7" fmla="*/ 85573 w 116053"/>
                        <a:gd name="connsiteY7" fmla="*/ 131159 h 131434"/>
                        <a:gd name="connsiteX8" fmla="*/ 115387 w 116053"/>
                        <a:gd name="connsiteY8" fmla="*/ 120872 h 131434"/>
                        <a:gd name="connsiteX9" fmla="*/ 116053 w 116053"/>
                        <a:gd name="connsiteY9" fmla="*/ 120110 h 131434"/>
                        <a:gd name="connsiteX10" fmla="*/ 81382 w 116053"/>
                        <a:gd name="connsiteY10" fmla="*/ 86582 h 131434"/>
                        <a:gd name="connsiteX11" fmla="*/ 46902 w 116053"/>
                        <a:gd name="connsiteY11" fmla="*/ 54197 h 131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6053" h="131434">
                          <a:moveTo>
                            <a:pt x="46902" y="54197"/>
                          </a:moveTo>
                          <a:cubicBezTo>
                            <a:pt x="28518" y="40481"/>
                            <a:pt x="18613" y="19336"/>
                            <a:pt x="21660" y="0"/>
                          </a:cubicBezTo>
                          <a:lnTo>
                            <a:pt x="11945" y="8858"/>
                          </a:lnTo>
                          <a:cubicBezTo>
                            <a:pt x="-4152" y="23813"/>
                            <a:pt x="-4152" y="50578"/>
                            <a:pt x="12993" y="70390"/>
                          </a:cubicBezTo>
                          <a:lnTo>
                            <a:pt x="31852" y="91821"/>
                          </a:lnTo>
                          <a:cubicBezTo>
                            <a:pt x="38234" y="99060"/>
                            <a:pt x="44901" y="106299"/>
                            <a:pt x="51759" y="113538"/>
                          </a:cubicBezTo>
                          <a:cubicBezTo>
                            <a:pt x="56427" y="118682"/>
                            <a:pt x="62237" y="122682"/>
                            <a:pt x="67857" y="125730"/>
                          </a:cubicBezTo>
                          <a:cubicBezTo>
                            <a:pt x="73476" y="128778"/>
                            <a:pt x="79763" y="130493"/>
                            <a:pt x="85573" y="131159"/>
                          </a:cubicBezTo>
                          <a:cubicBezTo>
                            <a:pt x="97289" y="132493"/>
                            <a:pt x="108148" y="128969"/>
                            <a:pt x="115387" y="120872"/>
                          </a:cubicBezTo>
                          <a:lnTo>
                            <a:pt x="116053" y="120110"/>
                          </a:lnTo>
                          <a:cubicBezTo>
                            <a:pt x="103099" y="109919"/>
                            <a:pt x="92146" y="98108"/>
                            <a:pt x="81382" y="86582"/>
                          </a:cubicBezTo>
                          <a:cubicBezTo>
                            <a:pt x="70619" y="75057"/>
                            <a:pt x="59760" y="63818"/>
                            <a:pt x="46902" y="5419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62" name="Forme libre : forme 16061">
                      <a:extLst>
                        <a:ext uri="{FF2B5EF4-FFF2-40B4-BE49-F238E27FC236}">
                          <a16:creationId xmlns:a16="http://schemas.microsoft.com/office/drawing/2014/main" id="{A49401A3-8027-4D17-B0F4-1B8CB2C117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0095" y="3028074"/>
                      <a:ext cx="55498" cy="58285"/>
                    </a:xfrm>
                    <a:custGeom>
                      <a:avLst/>
                      <a:gdLst>
                        <a:gd name="connsiteX0" fmla="*/ 51228 w 55498"/>
                        <a:gd name="connsiteY0" fmla="*/ 54406 h 58285"/>
                        <a:gd name="connsiteX1" fmla="*/ 12175 w 55498"/>
                        <a:gd name="connsiteY1" fmla="*/ 43071 h 58285"/>
                        <a:gd name="connsiteX2" fmla="*/ 4936 w 55498"/>
                        <a:gd name="connsiteY2" fmla="*/ 3352 h 58285"/>
                        <a:gd name="connsiteX3" fmla="*/ 43132 w 55498"/>
                        <a:gd name="connsiteY3" fmla="*/ 15449 h 58285"/>
                        <a:gd name="connsiteX4" fmla="*/ 51228 w 55498"/>
                        <a:gd name="connsiteY4" fmla="*/ 54406 h 58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498" h="58285">
                          <a:moveTo>
                            <a:pt x="51228" y="54406"/>
                          </a:moveTo>
                          <a:cubicBezTo>
                            <a:pt x="43132" y="62502"/>
                            <a:pt x="25225" y="57549"/>
                            <a:pt x="12175" y="43071"/>
                          </a:cubicBezTo>
                          <a:cubicBezTo>
                            <a:pt x="-779" y="28593"/>
                            <a:pt x="-3731" y="10877"/>
                            <a:pt x="4936" y="3352"/>
                          </a:cubicBezTo>
                          <a:cubicBezTo>
                            <a:pt x="13604" y="-4173"/>
                            <a:pt x="30749" y="1447"/>
                            <a:pt x="43132" y="15449"/>
                          </a:cubicBezTo>
                          <a:cubicBezTo>
                            <a:pt x="55514" y="29165"/>
                            <a:pt x="59324" y="46310"/>
                            <a:pt x="51228" y="5440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63" name="Forme libre : forme 16062">
                      <a:extLst>
                        <a:ext uri="{FF2B5EF4-FFF2-40B4-BE49-F238E27FC236}">
                          <a16:creationId xmlns:a16="http://schemas.microsoft.com/office/drawing/2014/main" id="{26B0457F-6F38-4805-B95D-3676FEA22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0095" y="3027946"/>
                      <a:ext cx="27891" cy="53295"/>
                    </a:xfrm>
                    <a:custGeom>
                      <a:avLst/>
                      <a:gdLst>
                        <a:gd name="connsiteX0" fmla="*/ 27892 w 27891"/>
                        <a:gd name="connsiteY0" fmla="*/ 3480 h 53295"/>
                        <a:gd name="connsiteX1" fmla="*/ 4936 w 27891"/>
                        <a:gd name="connsiteY1" fmla="*/ 3385 h 53295"/>
                        <a:gd name="connsiteX2" fmla="*/ 12175 w 27891"/>
                        <a:gd name="connsiteY2" fmla="*/ 43104 h 53295"/>
                        <a:gd name="connsiteX3" fmla="*/ 24463 w 27891"/>
                        <a:gd name="connsiteY3" fmla="*/ 53296 h 53295"/>
                        <a:gd name="connsiteX4" fmla="*/ 19605 w 27891"/>
                        <a:gd name="connsiteY4" fmla="*/ 45866 h 53295"/>
                        <a:gd name="connsiteX5" fmla="*/ 27892 w 27891"/>
                        <a:gd name="connsiteY5" fmla="*/ 3480 h 53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7891" h="53295">
                          <a:moveTo>
                            <a:pt x="27892" y="3480"/>
                          </a:moveTo>
                          <a:cubicBezTo>
                            <a:pt x="19129" y="-902"/>
                            <a:pt x="10366" y="-1378"/>
                            <a:pt x="4936" y="3385"/>
                          </a:cubicBezTo>
                          <a:cubicBezTo>
                            <a:pt x="-3731" y="10910"/>
                            <a:pt x="-779" y="28626"/>
                            <a:pt x="12175" y="43104"/>
                          </a:cubicBezTo>
                          <a:cubicBezTo>
                            <a:pt x="15985" y="47295"/>
                            <a:pt x="20272" y="50724"/>
                            <a:pt x="24463" y="53296"/>
                          </a:cubicBezTo>
                          <a:cubicBezTo>
                            <a:pt x="22558" y="51010"/>
                            <a:pt x="20843" y="48629"/>
                            <a:pt x="19605" y="45866"/>
                          </a:cubicBezTo>
                          <a:cubicBezTo>
                            <a:pt x="13985" y="30150"/>
                            <a:pt x="16557" y="11767"/>
                            <a:pt x="27892" y="348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64" name="Forme libre : forme 16063">
                      <a:extLst>
                        <a:ext uri="{FF2B5EF4-FFF2-40B4-BE49-F238E27FC236}">
                          <a16:creationId xmlns:a16="http://schemas.microsoft.com/office/drawing/2014/main" id="{317A9C6D-5431-4925-AFD4-F134B9933B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8988" y="3033596"/>
                      <a:ext cx="55714" cy="58475"/>
                    </a:xfrm>
                    <a:custGeom>
                      <a:avLst/>
                      <a:gdLst>
                        <a:gd name="connsiteX0" fmla="*/ 51573 w 55714"/>
                        <a:gd name="connsiteY0" fmla="*/ 54599 h 58475"/>
                        <a:gd name="connsiteX1" fmla="*/ 12330 w 55714"/>
                        <a:gd name="connsiteY1" fmla="*/ 43169 h 58475"/>
                        <a:gd name="connsiteX2" fmla="*/ 4900 w 55714"/>
                        <a:gd name="connsiteY2" fmla="*/ 3355 h 58475"/>
                        <a:gd name="connsiteX3" fmla="*/ 43095 w 55714"/>
                        <a:gd name="connsiteY3" fmla="*/ 15356 h 58475"/>
                        <a:gd name="connsiteX4" fmla="*/ 51573 w 55714"/>
                        <a:gd name="connsiteY4" fmla="*/ 54599 h 58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714" h="58475">
                          <a:moveTo>
                            <a:pt x="51573" y="54599"/>
                          </a:moveTo>
                          <a:cubicBezTo>
                            <a:pt x="43572" y="62696"/>
                            <a:pt x="25569" y="57742"/>
                            <a:pt x="12330" y="43169"/>
                          </a:cubicBezTo>
                          <a:cubicBezTo>
                            <a:pt x="-720" y="28691"/>
                            <a:pt x="-3768" y="10880"/>
                            <a:pt x="4900" y="3355"/>
                          </a:cubicBezTo>
                          <a:cubicBezTo>
                            <a:pt x="13568" y="-4170"/>
                            <a:pt x="30618" y="1450"/>
                            <a:pt x="43095" y="15356"/>
                          </a:cubicBezTo>
                          <a:cubicBezTo>
                            <a:pt x="55573" y="29263"/>
                            <a:pt x="59574" y="46408"/>
                            <a:pt x="51573" y="5459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65" name="Forme libre : forme 16064">
                      <a:extLst>
                        <a:ext uri="{FF2B5EF4-FFF2-40B4-BE49-F238E27FC236}">
                          <a16:creationId xmlns:a16="http://schemas.microsoft.com/office/drawing/2014/main" id="{4E3764E6-1B11-4238-922B-CFB9F39925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8477" y="2993244"/>
                      <a:ext cx="58631" cy="100349"/>
                    </a:xfrm>
                    <a:custGeom>
                      <a:avLst/>
                      <a:gdLst>
                        <a:gd name="connsiteX0" fmla="*/ 15313 w 58631"/>
                        <a:gd name="connsiteY0" fmla="*/ 17894 h 100349"/>
                        <a:gd name="connsiteX1" fmla="*/ 2264 w 58631"/>
                        <a:gd name="connsiteY1" fmla="*/ 32372 h 100349"/>
                        <a:gd name="connsiteX2" fmla="*/ 9313 w 58631"/>
                        <a:gd name="connsiteY2" fmla="*/ 71996 h 100349"/>
                        <a:gd name="connsiteX3" fmla="*/ 36078 w 58631"/>
                        <a:gd name="connsiteY3" fmla="*/ 97904 h 100349"/>
                        <a:gd name="connsiteX4" fmla="*/ 57890 w 58631"/>
                        <a:gd name="connsiteY4" fmla="*/ 94094 h 100349"/>
                        <a:gd name="connsiteX5" fmla="*/ 56652 w 58631"/>
                        <a:gd name="connsiteY5" fmla="*/ 78473 h 100349"/>
                        <a:gd name="connsiteX6" fmla="*/ 54080 w 58631"/>
                        <a:gd name="connsiteY6" fmla="*/ 41325 h 100349"/>
                        <a:gd name="connsiteX7" fmla="*/ 47508 w 58631"/>
                        <a:gd name="connsiteY7" fmla="*/ 1606 h 100349"/>
                        <a:gd name="connsiteX8" fmla="*/ 15313 w 58631"/>
                        <a:gd name="connsiteY8" fmla="*/ 17894 h 100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631" h="100349">
                          <a:moveTo>
                            <a:pt x="15313" y="17894"/>
                          </a:moveTo>
                          <a:cubicBezTo>
                            <a:pt x="10265" y="21990"/>
                            <a:pt x="5026" y="26371"/>
                            <a:pt x="2264" y="32372"/>
                          </a:cubicBezTo>
                          <a:cubicBezTo>
                            <a:pt x="-2975" y="43992"/>
                            <a:pt x="1502" y="59232"/>
                            <a:pt x="9313" y="71996"/>
                          </a:cubicBezTo>
                          <a:cubicBezTo>
                            <a:pt x="15694" y="82569"/>
                            <a:pt x="24743" y="92760"/>
                            <a:pt x="36078" y="97904"/>
                          </a:cubicBezTo>
                          <a:cubicBezTo>
                            <a:pt x="44555" y="101714"/>
                            <a:pt x="55032" y="101524"/>
                            <a:pt x="57890" y="94094"/>
                          </a:cubicBezTo>
                          <a:cubicBezTo>
                            <a:pt x="59605" y="89522"/>
                            <a:pt x="57985" y="83712"/>
                            <a:pt x="56652" y="78473"/>
                          </a:cubicBezTo>
                          <a:cubicBezTo>
                            <a:pt x="53508" y="65900"/>
                            <a:pt x="52842" y="53327"/>
                            <a:pt x="54080" y="41325"/>
                          </a:cubicBezTo>
                          <a:cubicBezTo>
                            <a:pt x="55128" y="31039"/>
                            <a:pt x="60747" y="9322"/>
                            <a:pt x="47508" y="1606"/>
                          </a:cubicBezTo>
                          <a:cubicBezTo>
                            <a:pt x="35697" y="-5347"/>
                            <a:pt x="22362" y="12179"/>
                            <a:pt x="15313" y="1789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66" name="Forme libre : forme 16065">
                      <a:extLst>
                        <a:ext uri="{FF2B5EF4-FFF2-40B4-BE49-F238E27FC236}">
                          <a16:creationId xmlns:a16="http://schemas.microsoft.com/office/drawing/2014/main" id="{6E1F321D-DBA5-459A-A64A-BA118E6A1B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6099" y="3007581"/>
                      <a:ext cx="30373" cy="18215"/>
                    </a:xfrm>
                    <a:custGeom>
                      <a:avLst/>
                      <a:gdLst>
                        <a:gd name="connsiteX0" fmla="*/ 5885 w 30373"/>
                        <a:gd name="connsiteY0" fmla="*/ 223 h 18215"/>
                        <a:gd name="connsiteX1" fmla="*/ 1408 w 30373"/>
                        <a:gd name="connsiteY1" fmla="*/ 1842 h 18215"/>
                        <a:gd name="connsiteX2" fmla="*/ 265 w 30373"/>
                        <a:gd name="connsiteY2" fmla="*/ 6414 h 18215"/>
                        <a:gd name="connsiteX3" fmla="*/ 3694 w 30373"/>
                        <a:gd name="connsiteY3" fmla="*/ 10129 h 18215"/>
                        <a:gd name="connsiteX4" fmla="*/ 14839 w 30373"/>
                        <a:gd name="connsiteY4" fmla="*/ 16511 h 18215"/>
                        <a:gd name="connsiteX5" fmla="*/ 19696 w 30373"/>
                        <a:gd name="connsiteY5" fmla="*/ 18130 h 18215"/>
                        <a:gd name="connsiteX6" fmla="*/ 27412 w 30373"/>
                        <a:gd name="connsiteY6" fmla="*/ 6605 h 18215"/>
                        <a:gd name="connsiteX7" fmla="*/ 5885 w 30373"/>
                        <a:gd name="connsiteY7" fmla="*/ 223 h 18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373" h="18215">
                          <a:moveTo>
                            <a:pt x="5885" y="223"/>
                          </a:moveTo>
                          <a:cubicBezTo>
                            <a:pt x="4266" y="413"/>
                            <a:pt x="2647" y="794"/>
                            <a:pt x="1408" y="1842"/>
                          </a:cubicBezTo>
                          <a:cubicBezTo>
                            <a:pt x="265" y="2890"/>
                            <a:pt x="-401" y="4700"/>
                            <a:pt x="265" y="6414"/>
                          </a:cubicBezTo>
                          <a:cubicBezTo>
                            <a:pt x="837" y="7938"/>
                            <a:pt x="2266" y="9176"/>
                            <a:pt x="3694" y="10129"/>
                          </a:cubicBezTo>
                          <a:cubicBezTo>
                            <a:pt x="7314" y="12605"/>
                            <a:pt x="11029" y="14796"/>
                            <a:pt x="14839" y="16511"/>
                          </a:cubicBezTo>
                          <a:cubicBezTo>
                            <a:pt x="16458" y="17273"/>
                            <a:pt x="18077" y="17940"/>
                            <a:pt x="19696" y="18130"/>
                          </a:cubicBezTo>
                          <a:cubicBezTo>
                            <a:pt x="26554" y="18987"/>
                            <a:pt x="34936" y="13272"/>
                            <a:pt x="27412" y="6605"/>
                          </a:cubicBezTo>
                          <a:cubicBezTo>
                            <a:pt x="21697" y="1366"/>
                            <a:pt x="12457" y="-730"/>
                            <a:pt x="5885" y="22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67" name="Forme libre : forme 16066">
                      <a:extLst>
                        <a:ext uri="{FF2B5EF4-FFF2-40B4-BE49-F238E27FC236}">
                          <a16:creationId xmlns:a16="http://schemas.microsoft.com/office/drawing/2014/main" id="{34ED1C7B-30F3-4D03-9E2A-46EA9035C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079" y="3105340"/>
                      <a:ext cx="60769" cy="12434"/>
                    </a:xfrm>
                    <a:custGeom>
                      <a:avLst/>
                      <a:gdLst>
                        <a:gd name="connsiteX0" fmla="*/ 60769 w 60769"/>
                        <a:gd name="connsiteY0" fmla="*/ 1715 h 12434"/>
                        <a:gd name="connsiteX1" fmla="*/ 45720 w 60769"/>
                        <a:gd name="connsiteY1" fmla="*/ 10859 h 12434"/>
                        <a:gd name="connsiteX2" fmla="*/ 0 w 60769"/>
                        <a:gd name="connsiteY2" fmla="*/ 0 h 12434"/>
                        <a:gd name="connsiteX3" fmla="*/ 5429 w 60769"/>
                        <a:gd name="connsiteY3" fmla="*/ 2858 h 12434"/>
                        <a:gd name="connsiteX4" fmla="*/ 19717 w 60769"/>
                        <a:gd name="connsiteY4" fmla="*/ 7715 h 12434"/>
                        <a:gd name="connsiteX5" fmla="*/ 60769 w 60769"/>
                        <a:gd name="connsiteY5" fmla="*/ 1715 h 12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0769" h="12434">
                          <a:moveTo>
                            <a:pt x="60769" y="1715"/>
                          </a:moveTo>
                          <a:cubicBezTo>
                            <a:pt x="60769" y="1715"/>
                            <a:pt x="55816" y="7906"/>
                            <a:pt x="45720" y="10859"/>
                          </a:cubicBezTo>
                          <a:cubicBezTo>
                            <a:pt x="35719" y="13907"/>
                            <a:pt x="19907" y="13621"/>
                            <a:pt x="0" y="0"/>
                          </a:cubicBezTo>
                          <a:cubicBezTo>
                            <a:pt x="0" y="0"/>
                            <a:pt x="1905" y="1238"/>
                            <a:pt x="5429" y="2858"/>
                          </a:cubicBezTo>
                          <a:cubicBezTo>
                            <a:pt x="8954" y="4477"/>
                            <a:pt x="13906" y="6382"/>
                            <a:pt x="19717" y="7715"/>
                          </a:cubicBezTo>
                          <a:cubicBezTo>
                            <a:pt x="31528" y="10382"/>
                            <a:pt x="47054" y="10573"/>
                            <a:pt x="60769" y="17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68" name="Forme libre : forme 16067">
                      <a:extLst>
                        <a:ext uri="{FF2B5EF4-FFF2-40B4-BE49-F238E27FC236}">
                          <a16:creationId xmlns:a16="http://schemas.microsoft.com/office/drawing/2014/main" id="{81CBF76B-D467-486F-8002-088112C0AA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3791" y="2977368"/>
                      <a:ext cx="61912" cy="17862"/>
                    </a:xfrm>
                    <a:custGeom>
                      <a:avLst/>
                      <a:gdLst>
                        <a:gd name="connsiteX0" fmla="*/ 61913 w 61912"/>
                        <a:gd name="connsiteY0" fmla="*/ 17862 h 17862"/>
                        <a:gd name="connsiteX1" fmla="*/ 43243 w 61912"/>
                        <a:gd name="connsiteY1" fmla="*/ 4623 h 17862"/>
                        <a:gd name="connsiteX2" fmla="*/ 0 w 61912"/>
                        <a:gd name="connsiteY2" fmla="*/ 7957 h 17862"/>
                        <a:gd name="connsiteX3" fmla="*/ 19526 w 61912"/>
                        <a:gd name="connsiteY3" fmla="*/ 3099 h 17862"/>
                        <a:gd name="connsiteX4" fmla="*/ 61913 w 61912"/>
                        <a:gd name="connsiteY4" fmla="*/ 17862 h 17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12" h="17862">
                          <a:moveTo>
                            <a:pt x="61913" y="17862"/>
                          </a:moveTo>
                          <a:cubicBezTo>
                            <a:pt x="61913" y="17862"/>
                            <a:pt x="54673" y="9862"/>
                            <a:pt x="43243" y="4623"/>
                          </a:cubicBezTo>
                          <a:cubicBezTo>
                            <a:pt x="31718" y="-806"/>
                            <a:pt x="16097" y="-3378"/>
                            <a:pt x="0" y="7957"/>
                          </a:cubicBezTo>
                          <a:cubicBezTo>
                            <a:pt x="0" y="7957"/>
                            <a:pt x="7811" y="3861"/>
                            <a:pt x="19526" y="3099"/>
                          </a:cubicBezTo>
                          <a:cubicBezTo>
                            <a:pt x="31242" y="2337"/>
                            <a:pt x="46958" y="5099"/>
                            <a:pt x="61913" y="178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69" name="Forme libre : forme 16068">
                      <a:extLst>
                        <a:ext uri="{FF2B5EF4-FFF2-40B4-BE49-F238E27FC236}">
                          <a16:creationId xmlns:a16="http://schemas.microsoft.com/office/drawing/2014/main" id="{2E576E3D-F31B-4829-B083-593A9A7E51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0611" y="3044167"/>
                      <a:ext cx="17219" cy="23983"/>
                    </a:xfrm>
                    <a:custGeom>
                      <a:avLst/>
                      <a:gdLst>
                        <a:gd name="connsiteX0" fmla="*/ 14425 w 17219"/>
                        <a:gd name="connsiteY0" fmla="*/ 23740 h 23983"/>
                        <a:gd name="connsiteX1" fmla="*/ 2138 w 17219"/>
                        <a:gd name="connsiteY1" fmla="*/ 14310 h 23983"/>
                        <a:gd name="connsiteX2" fmla="*/ 2900 w 17219"/>
                        <a:gd name="connsiteY2" fmla="*/ 213 h 23983"/>
                        <a:gd name="connsiteX3" fmla="*/ 14996 w 17219"/>
                        <a:gd name="connsiteY3" fmla="*/ 9643 h 23983"/>
                        <a:gd name="connsiteX4" fmla="*/ 14425 w 17219"/>
                        <a:gd name="connsiteY4" fmla="*/ 23740 h 23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19" h="23983">
                          <a:moveTo>
                            <a:pt x="14425" y="23740"/>
                          </a:moveTo>
                          <a:cubicBezTo>
                            <a:pt x="10901" y="25074"/>
                            <a:pt x="5376" y="20787"/>
                            <a:pt x="2138" y="14310"/>
                          </a:cubicBezTo>
                          <a:cubicBezTo>
                            <a:pt x="-1006" y="7833"/>
                            <a:pt x="-625" y="1452"/>
                            <a:pt x="2900" y="213"/>
                          </a:cubicBezTo>
                          <a:cubicBezTo>
                            <a:pt x="6424" y="-1025"/>
                            <a:pt x="11758" y="3261"/>
                            <a:pt x="14996" y="9643"/>
                          </a:cubicBezTo>
                          <a:cubicBezTo>
                            <a:pt x="18140" y="16120"/>
                            <a:pt x="17949" y="22502"/>
                            <a:pt x="14425" y="2374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70" name="Forme libre : forme 16069">
                      <a:extLst>
                        <a:ext uri="{FF2B5EF4-FFF2-40B4-BE49-F238E27FC236}">
                          <a16:creationId xmlns:a16="http://schemas.microsoft.com/office/drawing/2014/main" id="{ACAC0900-14ED-4605-903C-07154219A4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212" y="3063487"/>
                      <a:ext cx="6435" cy="6649"/>
                    </a:xfrm>
                    <a:custGeom>
                      <a:avLst/>
                      <a:gdLst>
                        <a:gd name="connsiteX0" fmla="*/ 5635 w 6435"/>
                        <a:gd name="connsiteY0" fmla="*/ 5944 h 6649"/>
                        <a:gd name="connsiteX1" fmla="*/ 1063 w 6435"/>
                        <a:gd name="connsiteY1" fmla="*/ 5373 h 6649"/>
                        <a:gd name="connsiteX2" fmla="*/ 872 w 6435"/>
                        <a:gd name="connsiteY2" fmla="*/ 705 h 6649"/>
                        <a:gd name="connsiteX3" fmla="*/ 5444 w 6435"/>
                        <a:gd name="connsiteY3" fmla="*/ 1277 h 6649"/>
                        <a:gd name="connsiteX4" fmla="*/ 5635 w 6435"/>
                        <a:gd name="connsiteY4" fmla="*/ 5944 h 6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35" h="6649">
                          <a:moveTo>
                            <a:pt x="5635" y="5944"/>
                          </a:moveTo>
                          <a:cubicBezTo>
                            <a:pt x="4396" y="7087"/>
                            <a:pt x="2396" y="6801"/>
                            <a:pt x="1063" y="5373"/>
                          </a:cubicBezTo>
                          <a:cubicBezTo>
                            <a:pt x="-271" y="3944"/>
                            <a:pt x="-366" y="1848"/>
                            <a:pt x="872" y="705"/>
                          </a:cubicBezTo>
                          <a:cubicBezTo>
                            <a:pt x="2110" y="-438"/>
                            <a:pt x="4111" y="-152"/>
                            <a:pt x="5444" y="1277"/>
                          </a:cubicBezTo>
                          <a:cubicBezTo>
                            <a:pt x="6683" y="2801"/>
                            <a:pt x="6778" y="4801"/>
                            <a:pt x="5635" y="59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71" name="Forme libre : forme 16070">
                      <a:extLst>
                        <a:ext uri="{FF2B5EF4-FFF2-40B4-BE49-F238E27FC236}">
                          <a16:creationId xmlns:a16="http://schemas.microsoft.com/office/drawing/2014/main" id="{C2889C34-362D-4A03-8603-48F062A15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3817" y="3023589"/>
                      <a:ext cx="30479" cy="73097"/>
                    </a:xfrm>
                    <a:custGeom>
                      <a:avLst/>
                      <a:gdLst>
                        <a:gd name="connsiteX0" fmla="*/ 28843 w 30479"/>
                        <a:gd name="connsiteY0" fmla="*/ 47842 h 73097"/>
                        <a:gd name="connsiteX1" fmla="*/ 14461 w 30479"/>
                        <a:gd name="connsiteY1" fmla="*/ 69940 h 73097"/>
                        <a:gd name="connsiteX2" fmla="*/ 5317 w 30479"/>
                        <a:gd name="connsiteY2" fmla="*/ 72131 h 73097"/>
                        <a:gd name="connsiteX3" fmla="*/ 3316 w 30479"/>
                        <a:gd name="connsiteY3" fmla="*/ 63082 h 73097"/>
                        <a:gd name="connsiteX4" fmla="*/ 9698 w 30479"/>
                        <a:gd name="connsiteY4" fmla="*/ 35269 h 73097"/>
                        <a:gd name="connsiteX5" fmla="*/ 3507 w 30479"/>
                        <a:gd name="connsiteY5" fmla="*/ 26 h 73097"/>
                        <a:gd name="connsiteX6" fmla="*/ 29034 w 30479"/>
                        <a:gd name="connsiteY6" fmla="*/ 27077 h 73097"/>
                        <a:gd name="connsiteX7" fmla="*/ 28843 w 30479"/>
                        <a:gd name="connsiteY7" fmla="*/ 47842 h 7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479" h="73097">
                          <a:moveTo>
                            <a:pt x="28843" y="47842"/>
                          </a:moveTo>
                          <a:cubicBezTo>
                            <a:pt x="26176" y="56509"/>
                            <a:pt x="20747" y="63749"/>
                            <a:pt x="14461" y="69940"/>
                          </a:cubicBezTo>
                          <a:cubicBezTo>
                            <a:pt x="12175" y="72226"/>
                            <a:pt x="8555" y="74416"/>
                            <a:pt x="5317" y="72131"/>
                          </a:cubicBezTo>
                          <a:cubicBezTo>
                            <a:pt x="2364" y="70035"/>
                            <a:pt x="2459" y="66034"/>
                            <a:pt x="3316" y="63082"/>
                          </a:cubicBezTo>
                          <a:cubicBezTo>
                            <a:pt x="5888" y="53842"/>
                            <a:pt x="11127" y="45175"/>
                            <a:pt x="9698" y="35269"/>
                          </a:cubicBezTo>
                          <a:cubicBezTo>
                            <a:pt x="8746" y="29173"/>
                            <a:pt x="-6780" y="1074"/>
                            <a:pt x="3507" y="26"/>
                          </a:cubicBezTo>
                          <a:cubicBezTo>
                            <a:pt x="13794" y="-831"/>
                            <a:pt x="26653" y="19552"/>
                            <a:pt x="29034" y="27077"/>
                          </a:cubicBezTo>
                          <a:cubicBezTo>
                            <a:pt x="31129" y="34126"/>
                            <a:pt x="30844" y="41460"/>
                            <a:pt x="28843" y="4784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61" name="Graphique 1">
                    <a:extLst>
                      <a:ext uri="{FF2B5EF4-FFF2-40B4-BE49-F238E27FC236}">
                        <a16:creationId xmlns:a16="http://schemas.microsoft.com/office/drawing/2014/main" id="{79CBC1A6-1943-4FD2-A2AA-E6D169121B50}"/>
                      </a:ext>
                    </a:extLst>
                  </p:cNvPr>
                  <p:cNvGrpSpPr/>
                  <p:nvPr/>
                </p:nvGrpSpPr>
                <p:grpSpPr>
                  <a:xfrm>
                    <a:off x="2177406" y="3078625"/>
                    <a:ext cx="153761" cy="134849"/>
                    <a:chOff x="2177406" y="3078625"/>
                    <a:chExt cx="153761" cy="134849"/>
                  </a:xfrm>
                  <a:solidFill>
                    <a:schemeClr val="accent1"/>
                  </a:solidFill>
                </p:grpSpPr>
                <p:sp>
                  <p:nvSpPr>
                    <p:cNvPr id="16048" name="Forme libre : forme 16047">
                      <a:extLst>
                        <a:ext uri="{FF2B5EF4-FFF2-40B4-BE49-F238E27FC236}">
                          <a16:creationId xmlns:a16="http://schemas.microsoft.com/office/drawing/2014/main" id="{9DC8103D-A188-4944-A67E-B58C6F57A0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7406" y="3078625"/>
                      <a:ext cx="153761" cy="134659"/>
                    </a:xfrm>
                    <a:custGeom>
                      <a:avLst/>
                      <a:gdLst>
                        <a:gd name="connsiteX0" fmla="*/ 82880 w 153761"/>
                        <a:gd name="connsiteY0" fmla="*/ 129585 h 134659"/>
                        <a:gd name="connsiteX1" fmla="*/ 52876 w 153761"/>
                        <a:gd name="connsiteY1" fmla="*/ 115202 h 134659"/>
                        <a:gd name="connsiteX2" fmla="*/ 24777 w 153761"/>
                        <a:gd name="connsiteY2" fmla="*/ 97867 h 134659"/>
                        <a:gd name="connsiteX3" fmla="*/ 9157 w 153761"/>
                        <a:gd name="connsiteY3" fmla="*/ 82818 h 134659"/>
                        <a:gd name="connsiteX4" fmla="*/ 1060 w 153761"/>
                        <a:gd name="connsiteY4" fmla="*/ 65577 h 134659"/>
                        <a:gd name="connsiteX5" fmla="*/ 8014 w 153761"/>
                        <a:gd name="connsiteY5" fmla="*/ 34716 h 134659"/>
                        <a:gd name="connsiteX6" fmla="*/ 28111 w 153761"/>
                        <a:gd name="connsiteY6" fmla="*/ 12428 h 134659"/>
                        <a:gd name="connsiteX7" fmla="*/ 56115 w 153761"/>
                        <a:gd name="connsiteY7" fmla="*/ 45 h 134659"/>
                        <a:gd name="connsiteX8" fmla="*/ 71641 w 153761"/>
                        <a:gd name="connsiteY8" fmla="*/ 1760 h 134659"/>
                        <a:gd name="connsiteX9" fmla="*/ 85928 w 153761"/>
                        <a:gd name="connsiteY9" fmla="*/ 8427 h 134659"/>
                        <a:gd name="connsiteX10" fmla="*/ 105264 w 153761"/>
                        <a:gd name="connsiteY10" fmla="*/ 20810 h 134659"/>
                        <a:gd name="connsiteX11" fmla="*/ 125552 w 153761"/>
                        <a:gd name="connsiteY11" fmla="*/ 30811 h 134659"/>
                        <a:gd name="connsiteX12" fmla="*/ 138316 w 153761"/>
                        <a:gd name="connsiteY12" fmla="*/ 39384 h 134659"/>
                        <a:gd name="connsiteX13" fmla="*/ 147745 w 153761"/>
                        <a:gd name="connsiteY13" fmla="*/ 51290 h 134659"/>
                        <a:gd name="connsiteX14" fmla="*/ 153079 w 153761"/>
                        <a:gd name="connsiteY14" fmla="*/ 65577 h 134659"/>
                        <a:gd name="connsiteX15" fmla="*/ 152793 w 153761"/>
                        <a:gd name="connsiteY15" fmla="*/ 81008 h 134659"/>
                        <a:gd name="connsiteX16" fmla="*/ 145745 w 153761"/>
                        <a:gd name="connsiteY16" fmla="*/ 109583 h 134659"/>
                        <a:gd name="connsiteX17" fmla="*/ 138125 w 153761"/>
                        <a:gd name="connsiteY17" fmla="*/ 123203 h 134659"/>
                        <a:gd name="connsiteX18" fmla="*/ 123742 w 153761"/>
                        <a:gd name="connsiteY18" fmla="*/ 132062 h 134659"/>
                        <a:gd name="connsiteX19" fmla="*/ 104407 w 153761"/>
                        <a:gd name="connsiteY19" fmla="*/ 134634 h 134659"/>
                        <a:gd name="connsiteX20" fmla="*/ 82880 w 153761"/>
                        <a:gd name="connsiteY20" fmla="*/ 129585 h 134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3761" h="134659">
                          <a:moveTo>
                            <a:pt x="82880" y="129585"/>
                          </a:moveTo>
                          <a:cubicBezTo>
                            <a:pt x="72498" y="125585"/>
                            <a:pt x="62782" y="120060"/>
                            <a:pt x="52876" y="115202"/>
                          </a:cubicBezTo>
                          <a:cubicBezTo>
                            <a:pt x="43446" y="109487"/>
                            <a:pt x="33541" y="104249"/>
                            <a:pt x="24777" y="97867"/>
                          </a:cubicBezTo>
                          <a:cubicBezTo>
                            <a:pt x="18491" y="93485"/>
                            <a:pt x="12967" y="88533"/>
                            <a:pt x="9157" y="82818"/>
                          </a:cubicBezTo>
                          <a:cubicBezTo>
                            <a:pt x="5251" y="77198"/>
                            <a:pt x="2394" y="71387"/>
                            <a:pt x="1060" y="65577"/>
                          </a:cubicBezTo>
                          <a:cubicBezTo>
                            <a:pt x="-1607" y="53861"/>
                            <a:pt x="775" y="42812"/>
                            <a:pt x="8014" y="34716"/>
                          </a:cubicBezTo>
                          <a:lnTo>
                            <a:pt x="28111" y="12428"/>
                          </a:lnTo>
                          <a:cubicBezTo>
                            <a:pt x="35350" y="4427"/>
                            <a:pt x="45828" y="426"/>
                            <a:pt x="56115" y="45"/>
                          </a:cubicBezTo>
                          <a:cubicBezTo>
                            <a:pt x="61353" y="-145"/>
                            <a:pt x="66687" y="236"/>
                            <a:pt x="71641" y="1760"/>
                          </a:cubicBezTo>
                          <a:cubicBezTo>
                            <a:pt x="76593" y="3379"/>
                            <a:pt x="81546" y="5284"/>
                            <a:pt x="85928" y="8427"/>
                          </a:cubicBezTo>
                          <a:cubicBezTo>
                            <a:pt x="92119" y="13190"/>
                            <a:pt x="98787" y="16619"/>
                            <a:pt x="105264" y="20810"/>
                          </a:cubicBezTo>
                          <a:cubicBezTo>
                            <a:pt x="112026" y="24048"/>
                            <a:pt x="118503" y="28144"/>
                            <a:pt x="125552" y="30811"/>
                          </a:cubicBezTo>
                          <a:cubicBezTo>
                            <a:pt x="130505" y="32716"/>
                            <a:pt x="134506" y="36145"/>
                            <a:pt x="138316" y="39384"/>
                          </a:cubicBezTo>
                          <a:cubicBezTo>
                            <a:pt x="142125" y="42717"/>
                            <a:pt x="145269" y="46813"/>
                            <a:pt x="147745" y="51290"/>
                          </a:cubicBezTo>
                          <a:cubicBezTo>
                            <a:pt x="150222" y="55957"/>
                            <a:pt x="152127" y="60529"/>
                            <a:pt x="153079" y="65577"/>
                          </a:cubicBezTo>
                          <a:cubicBezTo>
                            <a:pt x="154032" y="70530"/>
                            <a:pt x="154032" y="75769"/>
                            <a:pt x="152793" y="81008"/>
                          </a:cubicBezTo>
                          <a:lnTo>
                            <a:pt x="145745" y="109583"/>
                          </a:lnTo>
                          <a:cubicBezTo>
                            <a:pt x="144507" y="114726"/>
                            <a:pt x="141840" y="119393"/>
                            <a:pt x="138125" y="123203"/>
                          </a:cubicBezTo>
                          <a:cubicBezTo>
                            <a:pt x="134410" y="127013"/>
                            <a:pt x="129457" y="130347"/>
                            <a:pt x="123742" y="132062"/>
                          </a:cubicBezTo>
                          <a:cubicBezTo>
                            <a:pt x="118027" y="133967"/>
                            <a:pt x="111455" y="134824"/>
                            <a:pt x="104407" y="134634"/>
                          </a:cubicBezTo>
                          <a:cubicBezTo>
                            <a:pt x="97358" y="134634"/>
                            <a:pt x="90214" y="132443"/>
                            <a:pt x="82880" y="129585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49" name="Forme libre : forme 16048">
                      <a:extLst>
                        <a:ext uri="{FF2B5EF4-FFF2-40B4-BE49-F238E27FC236}">
                          <a16:creationId xmlns:a16="http://schemas.microsoft.com/office/drawing/2014/main" id="{E904744A-7DE5-4537-B47F-BFC63DD2DE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7406" y="3103816"/>
                      <a:ext cx="145935" cy="109658"/>
                    </a:xfrm>
                    <a:custGeom>
                      <a:avLst/>
                      <a:gdLst>
                        <a:gd name="connsiteX0" fmla="*/ 53638 w 145935"/>
                        <a:gd name="connsiteY0" fmla="*/ 49149 h 109658"/>
                        <a:gd name="connsiteX1" fmla="*/ 26206 w 145935"/>
                        <a:gd name="connsiteY1" fmla="*/ 28575 h 109658"/>
                        <a:gd name="connsiteX2" fmla="*/ 16681 w 145935"/>
                        <a:gd name="connsiteY2" fmla="*/ 0 h 109658"/>
                        <a:gd name="connsiteX3" fmla="*/ 8014 w 145935"/>
                        <a:gd name="connsiteY3" fmla="*/ 9620 h 109658"/>
                        <a:gd name="connsiteX4" fmla="*/ 1060 w 145935"/>
                        <a:gd name="connsiteY4" fmla="*/ 40481 h 109658"/>
                        <a:gd name="connsiteX5" fmla="*/ 9157 w 145935"/>
                        <a:gd name="connsiteY5" fmla="*/ 57722 h 109658"/>
                        <a:gd name="connsiteX6" fmla="*/ 24777 w 145935"/>
                        <a:gd name="connsiteY6" fmla="*/ 72771 h 109658"/>
                        <a:gd name="connsiteX7" fmla="*/ 52876 w 145935"/>
                        <a:gd name="connsiteY7" fmla="*/ 90107 h 109658"/>
                        <a:gd name="connsiteX8" fmla="*/ 82880 w 145935"/>
                        <a:gd name="connsiteY8" fmla="*/ 104489 h 109658"/>
                        <a:gd name="connsiteX9" fmla="*/ 104407 w 145935"/>
                        <a:gd name="connsiteY9" fmla="*/ 109633 h 109658"/>
                        <a:gd name="connsiteX10" fmla="*/ 123742 w 145935"/>
                        <a:gd name="connsiteY10" fmla="*/ 107061 h 109658"/>
                        <a:gd name="connsiteX11" fmla="*/ 138125 w 145935"/>
                        <a:gd name="connsiteY11" fmla="*/ 98203 h 109658"/>
                        <a:gd name="connsiteX12" fmla="*/ 145745 w 145935"/>
                        <a:gd name="connsiteY12" fmla="*/ 84582 h 109658"/>
                        <a:gd name="connsiteX13" fmla="*/ 145935 w 145935"/>
                        <a:gd name="connsiteY13" fmla="*/ 83630 h 109658"/>
                        <a:gd name="connsiteX14" fmla="*/ 121933 w 145935"/>
                        <a:gd name="connsiteY14" fmla="*/ 77438 h 109658"/>
                        <a:gd name="connsiteX15" fmla="*/ 99073 w 145935"/>
                        <a:gd name="connsiteY15" fmla="*/ 68675 h 109658"/>
                        <a:gd name="connsiteX16" fmla="*/ 76689 w 145935"/>
                        <a:gd name="connsiteY16" fmla="*/ 58865 h 109658"/>
                        <a:gd name="connsiteX17" fmla="*/ 53638 w 145935"/>
                        <a:gd name="connsiteY17" fmla="*/ 49149 h 109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5935" h="109658">
                          <a:moveTo>
                            <a:pt x="53638" y="49149"/>
                          </a:moveTo>
                          <a:cubicBezTo>
                            <a:pt x="42589" y="44672"/>
                            <a:pt x="32588" y="37529"/>
                            <a:pt x="26206" y="28575"/>
                          </a:cubicBezTo>
                          <a:cubicBezTo>
                            <a:pt x="19539" y="20003"/>
                            <a:pt x="16300" y="9620"/>
                            <a:pt x="16681" y="0"/>
                          </a:cubicBezTo>
                          <a:lnTo>
                            <a:pt x="8014" y="9620"/>
                          </a:lnTo>
                          <a:cubicBezTo>
                            <a:pt x="775" y="17621"/>
                            <a:pt x="-1607" y="28766"/>
                            <a:pt x="1060" y="40481"/>
                          </a:cubicBezTo>
                          <a:cubicBezTo>
                            <a:pt x="2394" y="46292"/>
                            <a:pt x="5251" y="52102"/>
                            <a:pt x="9157" y="57722"/>
                          </a:cubicBezTo>
                          <a:cubicBezTo>
                            <a:pt x="12967" y="63437"/>
                            <a:pt x="18396" y="68390"/>
                            <a:pt x="24777" y="72771"/>
                          </a:cubicBezTo>
                          <a:cubicBezTo>
                            <a:pt x="33541" y="79153"/>
                            <a:pt x="43446" y="84487"/>
                            <a:pt x="52876" y="90107"/>
                          </a:cubicBezTo>
                          <a:cubicBezTo>
                            <a:pt x="62877" y="94964"/>
                            <a:pt x="72498" y="100584"/>
                            <a:pt x="82880" y="104489"/>
                          </a:cubicBezTo>
                          <a:cubicBezTo>
                            <a:pt x="90119" y="107347"/>
                            <a:pt x="97358" y="109442"/>
                            <a:pt x="104407" y="109633"/>
                          </a:cubicBezTo>
                          <a:cubicBezTo>
                            <a:pt x="111455" y="109824"/>
                            <a:pt x="118027" y="108966"/>
                            <a:pt x="123742" y="107061"/>
                          </a:cubicBezTo>
                          <a:cubicBezTo>
                            <a:pt x="129457" y="105347"/>
                            <a:pt x="134410" y="101918"/>
                            <a:pt x="138125" y="98203"/>
                          </a:cubicBezTo>
                          <a:cubicBezTo>
                            <a:pt x="141840" y="94298"/>
                            <a:pt x="144507" y="89726"/>
                            <a:pt x="145745" y="84582"/>
                          </a:cubicBezTo>
                          <a:lnTo>
                            <a:pt x="145935" y="83630"/>
                          </a:lnTo>
                          <a:cubicBezTo>
                            <a:pt x="137649" y="82391"/>
                            <a:pt x="129743" y="80010"/>
                            <a:pt x="121933" y="77438"/>
                          </a:cubicBezTo>
                          <a:cubicBezTo>
                            <a:pt x="114027" y="75152"/>
                            <a:pt x="106597" y="71724"/>
                            <a:pt x="99073" y="68675"/>
                          </a:cubicBezTo>
                          <a:cubicBezTo>
                            <a:pt x="91452" y="65818"/>
                            <a:pt x="84309" y="61913"/>
                            <a:pt x="76689" y="58865"/>
                          </a:cubicBezTo>
                          <a:cubicBezTo>
                            <a:pt x="69069" y="55626"/>
                            <a:pt x="61830" y="51816"/>
                            <a:pt x="53638" y="4914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50" name="Forme libre : forme 16049">
                      <a:extLst>
                        <a:ext uri="{FF2B5EF4-FFF2-40B4-BE49-F238E27FC236}">
                          <a16:creationId xmlns:a16="http://schemas.microsoft.com/office/drawing/2014/main" id="{359069A9-E540-4D13-AFB3-DBAE32D8A3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265" y="3129152"/>
                      <a:ext cx="64536" cy="47979"/>
                    </a:xfrm>
                    <a:custGeom>
                      <a:avLst/>
                      <a:gdLst>
                        <a:gd name="connsiteX0" fmla="*/ 63835 w 64536"/>
                        <a:gd name="connsiteY0" fmla="*/ 38195 h 47979"/>
                        <a:gd name="connsiteX1" fmla="*/ 48976 w 64536"/>
                        <a:gd name="connsiteY1" fmla="*/ 47720 h 47979"/>
                        <a:gd name="connsiteX2" fmla="*/ 36499 w 64536"/>
                        <a:gd name="connsiteY2" fmla="*/ 47244 h 47979"/>
                        <a:gd name="connsiteX3" fmla="*/ 22783 w 64536"/>
                        <a:gd name="connsiteY3" fmla="*/ 42386 h 47979"/>
                        <a:gd name="connsiteX4" fmla="*/ 10781 w 64536"/>
                        <a:gd name="connsiteY4" fmla="*/ 34195 h 47979"/>
                        <a:gd name="connsiteX5" fmla="*/ 3066 w 64536"/>
                        <a:gd name="connsiteY5" fmla="*/ 24479 h 47979"/>
                        <a:gd name="connsiteX6" fmla="*/ 2113 w 64536"/>
                        <a:gd name="connsiteY6" fmla="*/ 6763 h 47979"/>
                        <a:gd name="connsiteX7" fmla="*/ 18306 w 64536"/>
                        <a:gd name="connsiteY7" fmla="*/ 0 h 47979"/>
                        <a:gd name="connsiteX8" fmla="*/ 29450 w 64536"/>
                        <a:gd name="connsiteY8" fmla="*/ 1619 h 47979"/>
                        <a:gd name="connsiteX9" fmla="*/ 41261 w 64536"/>
                        <a:gd name="connsiteY9" fmla="*/ 6096 h 47979"/>
                        <a:gd name="connsiteX10" fmla="*/ 51834 w 64536"/>
                        <a:gd name="connsiteY10" fmla="*/ 13145 h 47979"/>
                        <a:gd name="connsiteX11" fmla="*/ 59740 w 64536"/>
                        <a:gd name="connsiteY11" fmla="*/ 21146 h 47979"/>
                        <a:gd name="connsiteX12" fmla="*/ 63835 w 64536"/>
                        <a:gd name="connsiteY12" fmla="*/ 38195 h 47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4536" h="47979">
                          <a:moveTo>
                            <a:pt x="63835" y="38195"/>
                          </a:moveTo>
                          <a:cubicBezTo>
                            <a:pt x="61930" y="43529"/>
                            <a:pt x="56501" y="46863"/>
                            <a:pt x="48976" y="47720"/>
                          </a:cubicBezTo>
                          <a:cubicBezTo>
                            <a:pt x="45262" y="48196"/>
                            <a:pt x="40975" y="48006"/>
                            <a:pt x="36499" y="47244"/>
                          </a:cubicBezTo>
                          <a:cubicBezTo>
                            <a:pt x="32022" y="46482"/>
                            <a:pt x="27450" y="44577"/>
                            <a:pt x="22783" y="42386"/>
                          </a:cubicBezTo>
                          <a:cubicBezTo>
                            <a:pt x="18211" y="40005"/>
                            <a:pt x="14020" y="37529"/>
                            <a:pt x="10781" y="34195"/>
                          </a:cubicBezTo>
                          <a:cubicBezTo>
                            <a:pt x="7543" y="31052"/>
                            <a:pt x="4876" y="27718"/>
                            <a:pt x="3066" y="24479"/>
                          </a:cubicBezTo>
                          <a:cubicBezTo>
                            <a:pt x="-744" y="18002"/>
                            <a:pt x="-935" y="11335"/>
                            <a:pt x="2113" y="6763"/>
                          </a:cubicBezTo>
                          <a:cubicBezTo>
                            <a:pt x="5256" y="2000"/>
                            <a:pt x="11162" y="95"/>
                            <a:pt x="18306" y="0"/>
                          </a:cubicBezTo>
                          <a:cubicBezTo>
                            <a:pt x="21830" y="0"/>
                            <a:pt x="25640" y="476"/>
                            <a:pt x="29450" y="1619"/>
                          </a:cubicBezTo>
                          <a:cubicBezTo>
                            <a:pt x="33260" y="2858"/>
                            <a:pt x="37356" y="4096"/>
                            <a:pt x="41261" y="6096"/>
                          </a:cubicBezTo>
                          <a:cubicBezTo>
                            <a:pt x="45262" y="8096"/>
                            <a:pt x="48691" y="10668"/>
                            <a:pt x="51834" y="13145"/>
                          </a:cubicBezTo>
                          <a:cubicBezTo>
                            <a:pt x="54977" y="15526"/>
                            <a:pt x="57644" y="18288"/>
                            <a:pt x="59740" y="21146"/>
                          </a:cubicBezTo>
                          <a:cubicBezTo>
                            <a:pt x="63835" y="26861"/>
                            <a:pt x="65645" y="33052"/>
                            <a:pt x="63835" y="3819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51" name="Forme libre : forme 16050">
                      <a:extLst>
                        <a:ext uri="{FF2B5EF4-FFF2-40B4-BE49-F238E27FC236}">
                          <a16:creationId xmlns:a16="http://schemas.microsoft.com/office/drawing/2014/main" id="{106307F7-D15F-4823-9340-B831A69BBE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226" y="3129209"/>
                      <a:ext cx="38727" cy="47663"/>
                    </a:xfrm>
                    <a:custGeom>
                      <a:avLst/>
                      <a:gdLst>
                        <a:gd name="connsiteX0" fmla="*/ 23773 w 38727"/>
                        <a:gd name="connsiteY0" fmla="*/ 325 h 47663"/>
                        <a:gd name="connsiteX1" fmla="*/ 2152 w 38727"/>
                        <a:gd name="connsiteY1" fmla="*/ 6802 h 47663"/>
                        <a:gd name="connsiteX2" fmla="*/ 3104 w 38727"/>
                        <a:gd name="connsiteY2" fmla="*/ 24518 h 47663"/>
                        <a:gd name="connsiteX3" fmla="*/ 10820 w 38727"/>
                        <a:gd name="connsiteY3" fmla="*/ 34234 h 47663"/>
                        <a:gd name="connsiteX4" fmla="*/ 22821 w 38727"/>
                        <a:gd name="connsiteY4" fmla="*/ 42425 h 47663"/>
                        <a:gd name="connsiteX5" fmla="*/ 38728 w 38727"/>
                        <a:gd name="connsiteY5" fmla="*/ 47664 h 47663"/>
                        <a:gd name="connsiteX6" fmla="*/ 31013 w 38727"/>
                        <a:gd name="connsiteY6" fmla="*/ 42520 h 47663"/>
                        <a:gd name="connsiteX7" fmla="*/ 19678 w 38727"/>
                        <a:gd name="connsiteY7" fmla="*/ 20899 h 47663"/>
                        <a:gd name="connsiteX8" fmla="*/ 23773 w 38727"/>
                        <a:gd name="connsiteY8" fmla="*/ 325 h 47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727" h="47663">
                          <a:moveTo>
                            <a:pt x="23773" y="325"/>
                          </a:moveTo>
                          <a:cubicBezTo>
                            <a:pt x="14439" y="-818"/>
                            <a:pt x="6057" y="991"/>
                            <a:pt x="2152" y="6802"/>
                          </a:cubicBezTo>
                          <a:cubicBezTo>
                            <a:pt x="-991" y="11469"/>
                            <a:pt x="-706" y="18136"/>
                            <a:pt x="3104" y="24518"/>
                          </a:cubicBezTo>
                          <a:cubicBezTo>
                            <a:pt x="4914" y="27757"/>
                            <a:pt x="7581" y="31090"/>
                            <a:pt x="10820" y="34234"/>
                          </a:cubicBezTo>
                          <a:cubicBezTo>
                            <a:pt x="14058" y="37472"/>
                            <a:pt x="18249" y="40044"/>
                            <a:pt x="22821" y="42425"/>
                          </a:cubicBezTo>
                          <a:cubicBezTo>
                            <a:pt x="28250" y="45092"/>
                            <a:pt x="33489" y="47188"/>
                            <a:pt x="38728" y="47664"/>
                          </a:cubicBezTo>
                          <a:cubicBezTo>
                            <a:pt x="35870" y="46426"/>
                            <a:pt x="33298" y="44806"/>
                            <a:pt x="31013" y="42520"/>
                          </a:cubicBezTo>
                          <a:cubicBezTo>
                            <a:pt x="25107" y="35948"/>
                            <a:pt x="20916" y="28614"/>
                            <a:pt x="19678" y="20899"/>
                          </a:cubicBezTo>
                          <a:cubicBezTo>
                            <a:pt x="18439" y="13183"/>
                            <a:pt x="19773" y="5944"/>
                            <a:pt x="23773" y="325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52" name="Forme libre : forme 16051">
                      <a:extLst>
                        <a:ext uri="{FF2B5EF4-FFF2-40B4-BE49-F238E27FC236}">
                          <a16:creationId xmlns:a16="http://schemas.microsoft.com/office/drawing/2014/main" id="{1C115945-ADA0-44EC-8341-7A833E0102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670" y="3134772"/>
                      <a:ext cx="65931" cy="47980"/>
                    </a:xfrm>
                    <a:custGeom>
                      <a:avLst/>
                      <a:gdLst>
                        <a:gd name="connsiteX0" fmla="*/ 65241 w 65931"/>
                        <a:gd name="connsiteY0" fmla="*/ 37910 h 47980"/>
                        <a:gd name="connsiteX1" fmla="*/ 50286 w 65931"/>
                        <a:gd name="connsiteY1" fmla="*/ 47720 h 47980"/>
                        <a:gd name="connsiteX2" fmla="*/ 37618 w 65931"/>
                        <a:gd name="connsiteY2" fmla="*/ 47244 h 47980"/>
                        <a:gd name="connsiteX3" fmla="*/ 23616 w 65931"/>
                        <a:gd name="connsiteY3" fmla="*/ 42577 h 47980"/>
                        <a:gd name="connsiteX4" fmla="*/ 11329 w 65931"/>
                        <a:gd name="connsiteY4" fmla="*/ 34576 h 47980"/>
                        <a:gd name="connsiteX5" fmla="*/ 3328 w 65931"/>
                        <a:gd name="connsiteY5" fmla="*/ 24765 h 47980"/>
                        <a:gd name="connsiteX6" fmla="*/ 1994 w 65931"/>
                        <a:gd name="connsiteY6" fmla="*/ 7049 h 47980"/>
                        <a:gd name="connsiteX7" fmla="*/ 18282 w 65931"/>
                        <a:gd name="connsiteY7" fmla="*/ 0 h 47980"/>
                        <a:gd name="connsiteX8" fmla="*/ 29522 w 65931"/>
                        <a:gd name="connsiteY8" fmla="*/ 1715 h 47980"/>
                        <a:gd name="connsiteX9" fmla="*/ 41618 w 65931"/>
                        <a:gd name="connsiteY9" fmla="*/ 6096 h 47980"/>
                        <a:gd name="connsiteX10" fmla="*/ 52477 w 65931"/>
                        <a:gd name="connsiteY10" fmla="*/ 12954 h 47980"/>
                        <a:gd name="connsiteX11" fmla="*/ 60573 w 65931"/>
                        <a:gd name="connsiteY11" fmla="*/ 21050 h 47980"/>
                        <a:gd name="connsiteX12" fmla="*/ 65241 w 65931"/>
                        <a:gd name="connsiteY12" fmla="*/ 37910 h 47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5931" h="47980">
                          <a:moveTo>
                            <a:pt x="65241" y="37910"/>
                          </a:moveTo>
                          <a:cubicBezTo>
                            <a:pt x="63431" y="43149"/>
                            <a:pt x="57811" y="46958"/>
                            <a:pt x="50286" y="47720"/>
                          </a:cubicBezTo>
                          <a:cubicBezTo>
                            <a:pt x="46476" y="48197"/>
                            <a:pt x="42190" y="48006"/>
                            <a:pt x="37618" y="47244"/>
                          </a:cubicBezTo>
                          <a:cubicBezTo>
                            <a:pt x="32951" y="46577"/>
                            <a:pt x="28283" y="44958"/>
                            <a:pt x="23616" y="42577"/>
                          </a:cubicBezTo>
                          <a:cubicBezTo>
                            <a:pt x="18949" y="40196"/>
                            <a:pt x="14758" y="37529"/>
                            <a:pt x="11329" y="34576"/>
                          </a:cubicBezTo>
                          <a:cubicBezTo>
                            <a:pt x="7995" y="31433"/>
                            <a:pt x="5233" y="28004"/>
                            <a:pt x="3328" y="24765"/>
                          </a:cubicBezTo>
                          <a:cubicBezTo>
                            <a:pt x="-482" y="18193"/>
                            <a:pt x="-1149" y="11811"/>
                            <a:pt x="1994" y="7049"/>
                          </a:cubicBezTo>
                          <a:cubicBezTo>
                            <a:pt x="5042" y="2381"/>
                            <a:pt x="11234" y="95"/>
                            <a:pt x="18282" y="0"/>
                          </a:cubicBezTo>
                          <a:cubicBezTo>
                            <a:pt x="21807" y="0"/>
                            <a:pt x="25616" y="572"/>
                            <a:pt x="29522" y="1715"/>
                          </a:cubicBezTo>
                          <a:cubicBezTo>
                            <a:pt x="33522" y="2667"/>
                            <a:pt x="37618" y="4001"/>
                            <a:pt x="41618" y="6096"/>
                          </a:cubicBezTo>
                          <a:cubicBezTo>
                            <a:pt x="45619" y="8192"/>
                            <a:pt x="49238" y="10668"/>
                            <a:pt x="52477" y="12954"/>
                          </a:cubicBezTo>
                          <a:cubicBezTo>
                            <a:pt x="55716" y="15431"/>
                            <a:pt x="58478" y="18193"/>
                            <a:pt x="60573" y="21050"/>
                          </a:cubicBezTo>
                          <a:cubicBezTo>
                            <a:pt x="64955" y="26861"/>
                            <a:pt x="67145" y="32576"/>
                            <a:pt x="65241" y="3791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53" name="Forme libre : forme 16052">
                      <a:extLst>
                        <a:ext uri="{FF2B5EF4-FFF2-40B4-BE49-F238E27FC236}">
                          <a16:creationId xmlns:a16="http://schemas.microsoft.com/office/drawing/2014/main" id="{2342AC80-B02A-461B-98ED-647E4EF71D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8531" y="3098336"/>
                      <a:ext cx="77115" cy="95122"/>
                    </a:xfrm>
                    <a:custGeom>
                      <a:avLst/>
                      <a:gdLst>
                        <a:gd name="connsiteX0" fmla="*/ 10511 w 77115"/>
                        <a:gd name="connsiteY0" fmla="*/ 22339 h 95122"/>
                        <a:gd name="connsiteX1" fmla="*/ 510 w 77115"/>
                        <a:gd name="connsiteY1" fmla="*/ 38722 h 95122"/>
                        <a:gd name="connsiteX2" fmla="*/ 19940 w 77115"/>
                        <a:gd name="connsiteY2" fmla="*/ 77489 h 95122"/>
                        <a:gd name="connsiteX3" fmla="*/ 37752 w 77115"/>
                        <a:gd name="connsiteY3" fmla="*/ 89395 h 95122"/>
                        <a:gd name="connsiteX4" fmla="*/ 57755 w 77115"/>
                        <a:gd name="connsiteY4" fmla="*/ 95015 h 95122"/>
                        <a:gd name="connsiteX5" fmla="*/ 71471 w 77115"/>
                        <a:gd name="connsiteY5" fmla="*/ 92348 h 95122"/>
                        <a:gd name="connsiteX6" fmla="*/ 77090 w 77115"/>
                        <a:gd name="connsiteY6" fmla="*/ 83395 h 95122"/>
                        <a:gd name="connsiteX7" fmla="*/ 69185 w 77115"/>
                        <a:gd name="connsiteY7" fmla="*/ 69583 h 95122"/>
                        <a:gd name="connsiteX8" fmla="*/ 53659 w 77115"/>
                        <a:gd name="connsiteY8" fmla="*/ 35770 h 95122"/>
                        <a:gd name="connsiteX9" fmla="*/ 38610 w 77115"/>
                        <a:gd name="connsiteY9" fmla="*/ 527 h 95122"/>
                        <a:gd name="connsiteX10" fmla="*/ 10511 w 77115"/>
                        <a:gd name="connsiteY10" fmla="*/ 22339 h 951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7115" h="95122">
                          <a:moveTo>
                            <a:pt x="10511" y="22339"/>
                          </a:moveTo>
                          <a:cubicBezTo>
                            <a:pt x="6320" y="27197"/>
                            <a:pt x="1938" y="32245"/>
                            <a:pt x="510" y="38722"/>
                          </a:cubicBezTo>
                          <a:cubicBezTo>
                            <a:pt x="-2348" y="51200"/>
                            <a:pt x="7177" y="66440"/>
                            <a:pt x="19940" y="77489"/>
                          </a:cubicBezTo>
                          <a:cubicBezTo>
                            <a:pt x="25370" y="81870"/>
                            <a:pt x="31275" y="86252"/>
                            <a:pt x="37752" y="89395"/>
                          </a:cubicBezTo>
                          <a:cubicBezTo>
                            <a:pt x="44325" y="92348"/>
                            <a:pt x="51087" y="94444"/>
                            <a:pt x="57755" y="95015"/>
                          </a:cubicBezTo>
                          <a:cubicBezTo>
                            <a:pt x="62708" y="95491"/>
                            <a:pt x="67851" y="94348"/>
                            <a:pt x="71471" y="92348"/>
                          </a:cubicBezTo>
                          <a:cubicBezTo>
                            <a:pt x="75186" y="90348"/>
                            <a:pt x="77376" y="87300"/>
                            <a:pt x="77090" y="83395"/>
                          </a:cubicBezTo>
                          <a:cubicBezTo>
                            <a:pt x="76710" y="78441"/>
                            <a:pt x="72519" y="74155"/>
                            <a:pt x="69185" y="69583"/>
                          </a:cubicBezTo>
                          <a:cubicBezTo>
                            <a:pt x="61279" y="58820"/>
                            <a:pt x="55945" y="47580"/>
                            <a:pt x="53659" y="35770"/>
                          </a:cubicBezTo>
                          <a:cubicBezTo>
                            <a:pt x="51278" y="25863"/>
                            <a:pt x="51849" y="4432"/>
                            <a:pt x="38610" y="527"/>
                          </a:cubicBezTo>
                          <a:cubicBezTo>
                            <a:pt x="26513" y="-3378"/>
                            <a:pt x="16226" y="15481"/>
                            <a:pt x="10511" y="2233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54" name="Forme libre : forme 16053">
                      <a:extLst>
                        <a:ext uri="{FF2B5EF4-FFF2-40B4-BE49-F238E27FC236}">
                          <a16:creationId xmlns:a16="http://schemas.microsoft.com/office/drawing/2014/main" id="{9668435C-8C79-4395-978E-C6ADC2A55E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609" y="3109862"/>
                      <a:ext cx="29955" cy="15279"/>
                    </a:xfrm>
                    <a:custGeom>
                      <a:avLst/>
                      <a:gdLst>
                        <a:gd name="connsiteX0" fmla="*/ 4722 w 29955"/>
                        <a:gd name="connsiteY0" fmla="*/ 2050 h 15279"/>
                        <a:gd name="connsiteX1" fmla="*/ 817 w 29955"/>
                        <a:gd name="connsiteY1" fmla="*/ 4717 h 15279"/>
                        <a:gd name="connsiteX2" fmla="*/ 626 w 29955"/>
                        <a:gd name="connsiteY2" fmla="*/ 9194 h 15279"/>
                        <a:gd name="connsiteX3" fmla="*/ 4722 w 29955"/>
                        <a:gd name="connsiteY3" fmla="*/ 11861 h 15279"/>
                        <a:gd name="connsiteX4" fmla="*/ 16724 w 29955"/>
                        <a:gd name="connsiteY4" fmla="*/ 15099 h 15279"/>
                        <a:gd name="connsiteX5" fmla="*/ 21676 w 29955"/>
                        <a:gd name="connsiteY5" fmla="*/ 15099 h 15279"/>
                        <a:gd name="connsiteX6" fmla="*/ 25868 w 29955"/>
                        <a:gd name="connsiteY6" fmla="*/ 2241 h 15279"/>
                        <a:gd name="connsiteX7" fmla="*/ 4722 w 29955"/>
                        <a:gd name="connsiteY7" fmla="*/ 2050 h 152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955" h="15279">
                          <a:moveTo>
                            <a:pt x="4722" y="2050"/>
                          </a:moveTo>
                          <a:cubicBezTo>
                            <a:pt x="3198" y="2622"/>
                            <a:pt x="1769" y="3384"/>
                            <a:pt x="817" y="4717"/>
                          </a:cubicBezTo>
                          <a:cubicBezTo>
                            <a:pt x="-136" y="5955"/>
                            <a:pt x="-326" y="7765"/>
                            <a:pt x="626" y="9194"/>
                          </a:cubicBezTo>
                          <a:cubicBezTo>
                            <a:pt x="1579" y="10527"/>
                            <a:pt x="3198" y="11289"/>
                            <a:pt x="4722" y="11861"/>
                          </a:cubicBezTo>
                          <a:cubicBezTo>
                            <a:pt x="8722" y="13290"/>
                            <a:pt x="12723" y="14433"/>
                            <a:pt x="16724" y="15099"/>
                          </a:cubicBezTo>
                          <a:cubicBezTo>
                            <a:pt x="18438" y="15290"/>
                            <a:pt x="20152" y="15385"/>
                            <a:pt x="21676" y="15099"/>
                          </a:cubicBezTo>
                          <a:cubicBezTo>
                            <a:pt x="28344" y="13766"/>
                            <a:pt x="34154" y="5765"/>
                            <a:pt x="25868" y="2241"/>
                          </a:cubicBezTo>
                          <a:cubicBezTo>
                            <a:pt x="19581" y="-998"/>
                            <a:pt x="10913" y="-426"/>
                            <a:pt x="4722" y="205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55" name="Forme libre : forme 16054">
                      <a:extLst>
                        <a:ext uri="{FF2B5EF4-FFF2-40B4-BE49-F238E27FC236}">
                          <a16:creationId xmlns:a16="http://schemas.microsoft.com/office/drawing/2014/main" id="{C27825BF-E7EF-4B51-B782-708CC6BD32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2382" y="3182969"/>
                      <a:ext cx="57150" cy="25717"/>
                    </a:xfrm>
                    <a:custGeom>
                      <a:avLst/>
                      <a:gdLst>
                        <a:gd name="connsiteX0" fmla="*/ 57150 w 57150"/>
                        <a:gd name="connsiteY0" fmla="*/ 0 h 25717"/>
                        <a:gd name="connsiteX1" fmla="*/ 48101 w 57150"/>
                        <a:gd name="connsiteY1" fmla="*/ 14954 h 25717"/>
                        <a:gd name="connsiteX2" fmla="*/ 30956 w 57150"/>
                        <a:gd name="connsiteY2" fmla="*/ 23813 h 25717"/>
                        <a:gd name="connsiteX3" fmla="*/ 17336 w 57150"/>
                        <a:gd name="connsiteY3" fmla="*/ 25717 h 25717"/>
                        <a:gd name="connsiteX4" fmla="*/ 0 w 57150"/>
                        <a:gd name="connsiteY4" fmla="*/ 23717 h 25717"/>
                        <a:gd name="connsiteX5" fmla="*/ 6668 w 57150"/>
                        <a:gd name="connsiteY5" fmla="*/ 24289 h 25717"/>
                        <a:gd name="connsiteX6" fmla="*/ 22670 w 57150"/>
                        <a:gd name="connsiteY6" fmla="*/ 23146 h 25717"/>
                        <a:gd name="connsiteX7" fmla="*/ 41624 w 57150"/>
                        <a:gd name="connsiteY7" fmla="*/ 16002 h 25717"/>
                        <a:gd name="connsiteX8" fmla="*/ 57150 w 57150"/>
                        <a:gd name="connsiteY8" fmla="*/ 0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7150" h="25717">
                          <a:moveTo>
                            <a:pt x="57150" y="0"/>
                          </a:moveTo>
                          <a:cubicBezTo>
                            <a:pt x="57150" y="0"/>
                            <a:pt x="55721" y="7620"/>
                            <a:pt x="48101" y="14954"/>
                          </a:cubicBezTo>
                          <a:cubicBezTo>
                            <a:pt x="44291" y="18574"/>
                            <a:pt x="38862" y="21812"/>
                            <a:pt x="30956" y="23813"/>
                          </a:cubicBezTo>
                          <a:cubicBezTo>
                            <a:pt x="27051" y="24765"/>
                            <a:pt x="22479" y="25527"/>
                            <a:pt x="17336" y="25717"/>
                          </a:cubicBezTo>
                          <a:cubicBezTo>
                            <a:pt x="12192" y="25622"/>
                            <a:pt x="6477" y="24955"/>
                            <a:pt x="0" y="23717"/>
                          </a:cubicBezTo>
                          <a:cubicBezTo>
                            <a:pt x="0" y="23717"/>
                            <a:pt x="2572" y="24098"/>
                            <a:pt x="6668" y="24289"/>
                          </a:cubicBezTo>
                          <a:cubicBezTo>
                            <a:pt x="10763" y="24384"/>
                            <a:pt x="16383" y="24670"/>
                            <a:pt x="22670" y="23146"/>
                          </a:cubicBezTo>
                          <a:cubicBezTo>
                            <a:pt x="28861" y="21812"/>
                            <a:pt x="35528" y="19621"/>
                            <a:pt x="41624" y="16002"/>
                          </a:cubicBezTo>
                          <a:cubicBezTo>
                            <a:pt x="47625" y="12478"/>
                            <a:pt x="53149" y="7048"/>
                            <a:pt x="5715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56" name="Forme libre : forme 16055">
                      <a:extLst>
                        <a:ext uri="{FF2B5EF4-FFF2-40B4-BE49-F238E27FC236}">
                          <a16:creationId xmlns:a16="http://schemas.microsoft.com/office/drawing/2014/main" id="{8248E3AF-E44E-49C3-8B72-885C8DA31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5327" y="3083539"/>
                      <a:ext cx="58292" cy="11894"/>
                    </a:xfrm>
                    <a:custGeom>
                      <a:avLst/>
                      <a:gdLst>
                        <a:gd name="connsiteX0" fmla="*/ 58293 w 58292"/>
                        <a:gd name="connsiteY0" fmla="*/ 7608 h 11894"/>
                        <a:gd name="connsiteX1" fmla="*/ 53149 w 58292"/>
                        <a:gd name="connsiteY1" fmla="*/ 4941 h 11894"/>
                        <a:gd name="connsiteX2" fmla="*/ 39910 w 58292"/>
                        <a:gd name="connsiteY2" fmla="*/ 846 h 11894"/>
                        <a:gd name="connsiteX3" fmla="*/ 21336 w 58292"/>
                        <a:gd name="connsiteY3" fmla="*/ 941 h 11894"/>
                        <a:gd name="connsiteX4" fmla="*/ 0 w 58292"/>
                        <a:gd name="connsiteY4" fmla="*/ 11895 h 11894"/>
                        <a:gd name="connsiteX5" fmla="*/ 18002 w 58292"/>
                        <a:gd name="connsiteY5" fmla="*/ 4465 h 11894"/>
                        <a:gd name="connsiteX6" fmla="*/ 36576 w 58292"/>
                        <a:gd name="connsiteY6" fmla="*/ 2465 h 11894"/>
                        <a:gd name="connsiteX7" fmla="*/ 58293 w 58292"/>
                        <a:gd name="connsiteY7" fmla="*/ 7608 h 118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8292" h="11894">
                          <a:moveTo>
                            <a:pt x="58293" y="7608"/>
                          </a:moveTo>
                          <a:cubicBezTo>
                            <a:pt x="58293" y="7608"/>
                            <a:pt x="56388" y="6370"/>
                            <a:pt x="53149" y="4941"/>
                          </a:cubicBezTo>
                          <a:cubicBezTo>
                            <a:pt x="49911" y="3608"/>
                            <a:pt x="45339" y="1989"/>
                            <a:pt x="39910" y="846"/>
                          </a:cubicBezTo>
                          <a:cubicBezTo>
                            <a:pt x="34576" y="-297"/>
                            <a:pt x="28099" y="-297"/>
                            <a:pt x="21336" y="941"/>
                          </a:cubicBezTo>
                          <a:cubicBezTo>
                            <a:pt x="14573" y="2274"/>
                            <a:pt x="7239" y="5513"/>
                            <a:pt x="0" y="11895"/>
                          </a:cubicBezTo>
                          <a:cubicBezTo>
                            <a:pt x="0" y="11895"/>
                            <a:pt x="7239" y="7132"/>
                            <a:pt x="18002" y="4465"/>
                          </a:cubicBezTo>
                          <a:cubicBezTo>
                            <a:pt x="23336" y="3227"/>
                            <a:pt x="29813" y="2179"/>
                            <a:pt x="36576" y="2465"/>
                          </a:cubicBezTo>
                          <a:cubicBezTo>
                            <a:pt x="43434" y="2941"/>
                            <a:pt x="50768" y="4275"/>
                            <a:pt x="58293" y="760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57" name="Forme libre : forme 16056">
                      <a:extLst>
                        <a:ext uri="{FF2B5EF4-FFF2-40B4-BE49-F238E27FC236}">
                          <a16:creationId xmlns:a16="http://schemas.microsoft.com/office/drawing/2014/main" id="{A49E9B58-FB32-4AAE-AB94-6042A8DAC3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3797" y="3138683"/>
                      <a:ext cx="21601" cy="19365"/>
                    </a:xfrm>
                    <a:custGeom>
                      <a:avLst/>
                      <a:gdLst>
                        <a:gd name="connsiteX0" fmla="*/ 20492 w 21601"/>
                        <a:gd name="connsiteY0" fmla="*/ 18092 h 19365"/>
                        <a:gd name="connsiteX1" fmla="*/ 5633 w 21601"/>
                        <a:gd name="connsiteY1" fmla="*/ 14187 h 19365"/>
                        <a:gd name="connsiteX2" fmla="*/ 1347 w 21601"/>
                        <a:gd name="connsiteY2" fmla="*/ 1043 h 19365"/>
                        <a:gd name="connsiteX3" fmla="*/ 15539 w 21601"/>
                        <a:gd name="connsiteY3" fmla="*/ 5329 h 19365"/>
                        <a:gd name="connsiteX4" fmla="*/ 20968 w 21601"/>
                        <a:gd name="connsiteY4" fmla="*/ 12377 h 19365"/>
                        <a:gd name="connsiteX5" fmla="*/ 20492 w 21601"/>
                        <a:gd name="connsiteY5" fmla="*/ 18092 h 19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601" h="19365">
                          <a:moveTo>
                            <a:pt x="20492" y="18092"/>
                          </a:moveTo>
                          <a:cubicBezTo>
                            <a:pt x="17920" y="20664"/>
                            <a:pt x="10872" y="19330"/>
                            <a:pt x="5633" y="14187"/>
                          </a:cubicBezTo>
                          <a:cubicBezTo>
                            <a:pt x="299" y="9234"/>
                            <a:pt x="-1511" y="3424"/>
                            <a:pt x="1347" y="1043"/>
                          </a:cubicBezTo>
                          <a:cubicBezTo>
                            <a:pt x="4204" y="-1339"/>
                            <a:pt x="10491" y="471"/>
                            <a:pt x="15539" y="5329"/>
                          </a:cubicBezTo>
                          <a:cubicBezTo>
                            <a:pt x="18111" y="7710"/>
                            <a:pt x="20016" y="10091"/>
                            <a:pt x="20968" y="12377"/>
                          </a:cubicBezTo>
                          <a:cubicBezTo>
                            <a:pt x="21921" y="14759"/>
                            <a:pt x="21826" y="16854"/>
                            <a:pt x="20492" y="1809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58" name="Forme libre : forme 16057">
                      <a:extLst>
                        <a:ext uri="{FF2B5EF4-FFF2-40B4-BE49-F238E27FC236}">
                          <a16:creationId xmlns:a16="http://schemas.microsoft.com/office/drawing/2014/main" id="{8A1D1491-5D91-4C13-BE79-D104719AEF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600" y="3152265"/>
                      <a:ext cx="6903" cy="5988"/>
                    </a:xfrm>
                    <a:custGeom>
                      <a:avLst/>
                      <a:gdLst>
                        <a:gd name="connsiteX0" fmla="*/ 6690 w 6903"/>
                        <a:gd name="connsiteY0" fmla="*/ 4319 h 5988"/>
                        <a:gd name="connsiteX1" fmla="*/ 2309 w 6903"/>
                        <a:gd name="connsiteY1" fmla="*/ 5653 h 5988"/>
                        <a:gd name="connsiteX2" fmla="*/ 213 w 6903"/>
                        <a:gd name="connsiteY2" fmla="*/ 1652 h 5988"/>
                        <a:gd name="connsiteX3" fmla="*/ 4595 w 6903"/>
                        <a:gd name="connsiteY3" fmla="*/ 319 h 5988"/>
                        <a:gd name="connsiteX4" fmla="*/ 6690 w 6903"/>
                        <a:gd name="connsiteY4" fmla="*/ 4319 h 5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3" h="5988">
                          <a:moveTo>
                            <a:pt x="6690" y="4319"/>
                          </a:moveTo>
                          <a:cubicBezTo>
                            <a:pt x="6119" y="5843"/>
                            <a:pt x="4118" y="6415"/>
                            <a:pt x="2309" y="5653"/>
                          </a:cubicBezTo>
                          <a:cubicBezTo>
                            <a:pt x="499" y="4891"/>
                            <a:pt x="-454" y="3081"/>
                            <a:pt x="213" y="1652"/>
                          </a:cubicBezTo>
                          <a:cubicBezTo>
                            <a:pt x="880" y="224"/>
                            <a:pt x="2785" y="-443"/>
                            <a:pt x="4595" y="319"/>
                          </a:cubicBezTo>
                          <a:cubicBezTo>
                            <a:pt x="6404" y="1081"/>
                            <a:pt x="7357" y="2891"/>
                            <a:pt x="6690" y="43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59" name="Forme libre : forme 16058">
                      <a:extLst>
                        <a:ext uri="{FF2B5EF4-FFF2-40B4-BE49-F238E27FC236}">
                          <a16:creationId xmlns:a16="http://schemas.microsoft.com/office/drawing/2014/main" id="{E9240D8E-408B-4DFC-A346-1147F4239B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7918" y="3111420"/>
                      <a:ext cx="41511" cy="64487"/>
                    </a:xfrm>
                    <a:custGeom>
                      <a:avLst/>
                      <a:gdLst>
                        <a:gd name="connsiteX0" fmla="*/ 40947 w 41511"/>
                        <a:gd name="connsiteY0" fmla="*/ 32591 h 64487"/>
                        <a:gd name="connsiteX1" fmla="*/ 38280 w 41511"/>
                        <a:gd name="connsiteY1" fmla="*/ 58500 h 64487"/>
                        <a:gd name="connsiteX2" fmla="*/ 31232 w 41511"/>
                        <a:gd name="connsiteY2" fmla="*/ 64405 h 64487"/>
                        <a:gd name="connsiteX3" fmla="*/ 25326 w 41511"/>
                        <a:gd name="connsiteY3" fmla="*/ 57166 h 64487"/>
                        <a:gd name="connsiteX4" fmla="*/ 19230 w 41511"/>
                        <a:gd name="connsiteY4" fmla="*/ 29925 h 64487"/>
                        <a:gd name="connsiteX5" fmla="*/ 5800 w 41511"/>
                        <a:gd name="connsiteY5" fmla="*/ 15542 h 64487"/>
                        <a:gd name="connsiteX6" fmla="*/ 2085 w 41511"/>
                        <a:gd name="connsiteY6" fmla="*/ 1064 h 64487"/>
                        <a:gd name="connsiteX7" fmla="*/ 18563 w 41511"/>
                        <a:gd name="connsiteY7" fmla="*/ 4112 h 64487"/>
                        <a:gd name="connsiteX8" fmla="*/ 32660 w 41511"/>
                        <a:gd name="connsiteY8" fmla="*/ 14494 h 64487"/>
                        <a:gd name="connsiteX9" fmla="*/ 40947 w 41511"/>
                        <a:gd name="connsiteY9" fmla="*/ 32591 h 64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1511" h="64487">
                          <a:moveTo>
                            <a:pt x="40947" y="32591"/>
                          </a:moveTo>
                          <a:cubicBezTo>
                            <a:pt x="42376" y="41355"/>
                            <a:pt x="40947" y="50213"/>
                            <a:pt x="38280" y="58500"/>
                          </a:cubicBezTo>
                          <a:cubicBezTo>
                            <a:pt x="37327" y="61548"/>
                            <a:pt x="35137" y="65072"/>
                            <a:pt x="31232" y="64405"/>
                          </a:cubicBezTo>
                          <a:cubicBezTo>
                            <a:pt x="27707" y="63738"/>
                            <a:pt x="25898" y="60119"/>
                            <a:pt x="25326" y="57166"/>
                          </a:cubicBezTo>
                          <a:cubicBezTo>
                            <a:pt x="23421" y="47927"/>
                            <a:pt x="24183" y="38402"/>
                            <a:pt x="19230" y="29925"/>
                          </a:cubicBezTo>
                          <a:cubicBezTo>
                            <a:pt x="17706" y="27162"/>
                            <a:pt x="10562" y="21924"/>
                            <a:pt x="5800" y="15542"/>
                          </a:cubicBezTo>
                          <a:cubicBezTo>
                            <a:pt x="847" y="9351"/>
                            <a:pt x="-2297" y="3540"/>
                            <a:pt x="2085" y="1064"/>
                          </a:cubicBezTo>
                          <a:cubicBezTo>
                            <a:pt x="6466" y="-1413"/>
                            <a:pt x="12658" y="778"/>
                            <a:pt x="18563" y="4112"/>
                          </a:cubicBezTo>
                          <a:cubicBezTo>
                            <a:pt x="24564" y="7065"/>
                            <a:pt x="30184" y="11637"/>
                            <a:pt x="32660" y="14494"/>
                          </a:cubicBezTo>
                          <a:cubicBezTo>
                            <a:pt x="37137" y="19352"/>
                            <a:pt x="39899" y="25924"/>
                            <a:pt x="40947" y="3259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62" name="Graphique 1">
                    <a:extLst>
                      <a:ext uri="{FF2B5EF4-FFF2-40B4-BE49-F238E27FC236}">
                        <a16:creationId xmlns:a16="http://schemas.microsoft.com/office/drawing/2014/main" id="{A2761C7E-9EE7-42EB-A8EA-722875BAA31C}"/>
                      </a:ext>
                    </a:extLst>
                  </p:cNvPr>
                  <p:cNvGrpSpPr/>
                  <p:nvPr/>
                </p:nvGrpSpPr>
                <p:grpSpPr>
                  <a:xfrm>
                    <a:off x="2322300" y="3128843"/>
                    <a:ext cx="158801" cy="107771"/>
                    <a:chOff x="2322300" y="3128843"/>
                    <a:chExt cx="158801" cy="107771"/>
                  </a:xfrm>
                  <a:solidFill>
                    <a:schemeClr val="accent1"/>
                  </a:solidFill>
                </p:grpSpPr>
                <p:sp>
                  <p:nvSpPr>
                    <p:cNvPr id="16036" name="Forme libre : forme 16035">
                      <a:extLst>
                        <a:ext uri="{FF2B5EF4-FFF2-40B4-BE49-F238E27FC236}">
                          <a16:creationId xmlns:a16="http://schemas.microsoft.com/office/drawing/2014/main" id="{77B2B15E-0ECB-4D28-B6D6-118038C3C7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2300" y="3128843"/>
                      <a:ext cx="158717" cy="107771"/>
                    </a:xfrm>
                    <a:custGeom>
                      <a:avLst/>
                      <a:gdLst>
                        <a:gd name="connsiteX0" fmla="*/ 110008 w 158717"/>
                        <a:gd name="connsiteY0" fmla="*/ 107085 h 107771"/>
                        <a:gd name="connsiteX1" fmla="*/ 77813 w 158717"/>
                        <a:gd name="connsiteY1" fmla="*/ 107656 h 107771"/>
                        <a:gd name="connsiteX2" fmla="*/ 46095 w 158717"/>
                        <a:gd name="connsiteY2" fmla="*/ 105942 h 107771"/>
                        <a:gd name="connsiteX3" fmla="*/ 35332 w 158717"/>
                        <a:gd name="connsiteY3" fmla="*/ 104227 h 107771"/>
                        <a:gd name="connsiteX4" fmla="*/ 25426 w 158717"/>
                        <a:gd name="connsiteY4" fmla="*/ 100417 h 107771"/>
                        <a:gd name="connsiteX5" fmla="*/ 9805 w 158717"/>
                        <a:gd name="connsiteY5" fmla="*/ 89559 h 107771"/>
                        <a:gd name="connsiteX6" fmla="*/ 851 w 158717"/>
                        <a:gd name="connsiteY6" fmla="*/ 59460 h 107771"/>
                        <a:gd name="connsiteX7" fmla="*/ 7900 w 158717"/>
                        <a:gd name="connsiteY7" fmla="*/ 30885 h 107771"/>
                        <a:gd name="connsiteX8" fmla="*/ 26188 w 158717"/>
                        <a:gd name="connsiteY8" fmla="*/ 7167 h 107771"/>
                        <a:gd name="connsiteX9" fmla="*/ 40475 w 158717"/>
                        <a:gd name="connsiteY9" fmla="*/ 1167 h 107771"/>
                        <a:gd name="connsiteX10" fmla="*/ 48190 w 158717"/>
                        <a:gd name="connsiteY10" fmla="*/ 214 h 107771"/>
                        <a:gd name="connsiteX11" fmla="*/ 56477 w 158717"/>
                        <a:gd name="connsiteY11" fmla="*/ 214 h 107771"/>
                        <a:gd name="connsiteX12" fmla="*/ 80575 w 158717"/>
                        <a:gd name="connsiteY12" fmla="*/ 1833 h 107771"/>
                        <a:gd name="connsiteX13" fmla="*/ 104293 w 158717"/>
                        <a:gd name="connsiteY13" fmla="*/ 1833 h 107771"/>
                        <a:gd name="connsiteX14" fmla="*/ 119342 w 158717"/>
                        <a:gd name="connsiteY14" fmla="*/ 3739 h 107771"/>
                        <a:gd name="connsiteX15" fmla="*/ 132773 w 158717"/>
                        <a:gd name="connsiteY15" fmla="*/ 10215 h 107771"/>
                        <a:gd name="connsiteX16" fmla="*/ 150489 w 158717"/>
                        <a:gd name="connsiteY16" fmla="*/ 33552 h 107771"/>
                        <a:gd name="connsiteX17" fmla="*/ 157823 w 158717"/>
                        <a:gd name="connsiteY17" fmla="*/ 61460 h 107771"/>
                        <a:gd name="connsiteX18" fmla="*/ 148298 w 158717"/>
                        <a:gd name="connsiteY18" fmla="*/ 91368 h 107771"/>
                        <a:gd name="connsiteX19" fmla="*/ 131725 w 158717"/>
                        <a:gd name="connsiteY19" fmla="*/ 102132 h 107771"/>
                        <a:gd name="connsiteX20" fmla="*/ 110008 w 158717"/>
                        <a:gd name="connsiteY20" fmla="*/ 107085 h 107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8717" h="107771">
                          <a:moveTo>
                            <a:pt x="110008" y="107085"/>
                          </a:moveTo>
                          <a:cubicBezTo>
                            <a:pt x="98673" y="108037"/>
                            <a:pt x="88291" y="107751"/>
                            <a:pt x="77813" y="107656"/>
                          </a:cubicBezTo>
                          <a:cubicBezTo>
                            <a:pt x="67336" y="107751"/>
                            <a:pt x="56763" y="106894"/>
                            <a:pt x="46095" y="105942"/>
                          </a:cubicBezTo>
                          <a:cubicBezTo>
                            <a:pt x="42380" y="105656"/>
                            <a:pt x="38761" y="105084"/>
                            <a:pt x="35332" y="104227"/>
                          </a:cubicBezTo>
                          <a:cubicBezTo>
                            <a:pt x="31903" y="103180"/>
                            <a:pt x="28569" y="101941"/>
                            <a:pt x="25426" y="100417"/>
                          </a:cubicBezTo>
                          <a:cubicBezTo>
                            <a:pt x="19234" y="97464"/>
                            <a:pt x="13900" y="93750"/>
                            <a:pt x="9805" y="89559"/>
                          </a:cubicBezTo>
                          <a:cubicBezTo>
                            <a:pt x="1613" y="80605"/>
                            <a:pt x="-1721" y="69747"/>
                            <a:pt x="851" y="59460"/>
                          </a:cubicBezTo>
                          <a:lnTo>
                            <a:pt x="7900" y="30885"/>
                          </a:lnTo>
                          <a:cubicBezTo>
                            <a:pt x="10471" y="20503"/>
                            <a:pt x="17615" y="12406"/>
                            <a:pt x="26188" y="7167"/>
                          </a:cubicBezTo>
                          <a:cubicBezTo>
                            <a:pt x="30569" y="4310"/>
                            <a:pt x="35427" y="2214"/>
                            <a:pt x="40475" y="1167"/>
                          </a:cubicBezTo>
                          <a:cubicBezTo>
                            <a:pt x="43047" y="595"/>
                            <a:pt x="45619" y="309"/>
                            <a:pt x="48190" y="214"/>
                          </a:cubicBezTo>
                          <a:cubicBezTo>
                            <a:pt x="50857" y="-71"/>
                            <a:pt x="53620" y="-71"/>
                            <a:pt x="56477" y="214"/>
                          </a:cubicBezTo>
                          <a:cubicBezTo>
                            <a:pt x="64383" y="976"/>
                            <a:pt x="72384" y="1929"/>
                            <a:pt x="80575" y="1833"/>
                          </a:cubicBezTo>
                          <a:cubicBezTo>
                            <a:pt x="88767" y="2119"/>
                            <a:pt x="97054" y="2405"/>
                            <a:pt x="104293" y="1833"/>
                          </a:cubicBezTo>
                          <a:cubicBezTo>
                            <a:pt x="109531" y="1548"/>
                            <a:pt x="114770" y="2691"/>
                            <a:pt x="119342" y="3739"/>
                          </a:cubicBezTo>
                          <a:cubicBezTo>
                            <a:pt x="124009" y="5072"/>
                            <a:pt x="128581" y="7263"/>
                            <a:pt x="132773" y="10215"/>
                          </a:cubicBezTo>
                          <a:cubicBezTo>
                            <a:pt x="140773" y="15454"/>
                            <a:pt x="147822" y="23455"/>
                            <a:pt x="150489" y="33552"/>
                          </a:cubicBezTo>
                          <a:lnTo>
                            <a:pt x="157823" y="61460"/>
                          </a:lnTo>
                          <a:cubicBezTo>
                            <a:pt x="160490" y="71556"/>
                            <a:pt x="157156" y="82224"/>
                            <a:pt x="148298" y="91368"/>
                          </a:cubicBezTo>
                          <a:cubicBezTo>
                            <a:pt x="143917" y="95559"/>
                            <a:pt x="138297" y="99274"/>
                            <a:pt x="131725" y="102132"/>
                          </a:cubicBezTo>
                          <a:cubicBezTo>
                            <a:pt x="125057" y="105275"/>
                            <a:pt x="117818" y="106608"/>
                            <a:pt x="110008" y="107085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37" name="Forme libre : forme 16036">
                      <a:extLst>
                        <a:ext uri="{FF2B5EF4-FFF2-40B4-BE49-F238E27FC236}">
                          <a16:creationId xmlns:a16="http://schemas.microsoft.com/office/drawing/2014/main" id="{5DE51447-2C75-44FD-B9AF-10CB2F6F5F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2384" y="3175825"/>
                      <a:ext cx="158717" cy="60734"/>
                    </a:xfrm>
                    <a:custGeom>
                      <a:avLst/>
                      <a:gdLst>
                        <a:gd name="connsiteX0" fmla="*/ 59822 w 158717"/>
                        <a:gd name="connsiteY0" fmla="*/ 25051 h 60734"/>
                        <a:gd name="connsiteX1" fmla="*/ 42296 w 158717"/>
                        <a:gd name="connsiteY1" fmla="*/ 25051 h 60734"/>
                        <a:gd name="connsiteX2" fmla="*/ 26104 w 158717"/>
                        <a:gd name="connsiteY2" fmla="*/ 20288 h 60734"/>
                        <a:gd name="connsiteX3" fmla="*/ 3910 w 158717"/>
                        <a:gd name="connsiteY3" fmla="*/ 0 h 60734"/>
                        <a:gd name="connsiteX4" fmla="*/ 862 w 158717"/>
                        <a:gd name="connsiteY4" fmla="*/ 12382 h 60734"/>
                        <a:gd name="connsiteX5" fmla="*/ 9816 w 158717"/>
                        <a:gd name="connsiteY5" fmla="*/ 42481 h 60734"/>
                        <a:gd name="connsiteX6" fmla="*/ 25437 w 158717"/>
                        <a:gd name="connsiteY6" fmla="*/ 53340 h 60734"/>
                        <a:gd name="connsiteX7" fmla="*/ 35343 w 158717"/>
                        <a:gd name="connsiteY7" fmla="*/ 57150 h 60734"/>
                        <a:gd name="connsiteX8" fmla="*/ 46106 w 158717"/>
                        <a:gd name="connsiteY8" fmla="*/ 58864 h 60734"/>
                        <a:gd name="connsiteX9" fmla="*/ 77824 w 158717"/>
                        <a:gd name="connsiteY9" fmla="*/ 60579 h 60734"/>
                        <a:gd name="connsiteX10" fmla="*/ 110019 w 158717"/>
                        <a:gd name="connsiteY10" fmla="*/ 60007 h 60734"/>
                        <a:gd name="connsiteX11" fmla="*/ 131736 w 158717"/>
                        <a:gd name="connsiteY11" fmla="*/ 54959 h 60734"/>
                        <a:gd name="connsiteX12" fmla="*/ 148309 w 158717"/>
                        <a:gd name="connsiteY12" fmla="*/ 44196 h 60734"/>
                        <a:gd name="connsiteX13" fmla="*/ 157834 w 158717"/>
                        <a:gd name="connsiteY13" fmla="*/ 14288 h 60734"/>
                        <a:gd name="connsiteX14" fmla="*/ 157644 w 158717"/>
                        <a:gd name="connsiteY14" fmla="*/ 13430 h 60734"/>
                        <a:gd name="connsiteX15" fmla="*/ 145452 w 158717"/>
                        <a:gd name="connsiteY15" fmla="*/ 16954 h 60734"/>
                        <a:gd name="connsiteX16" fmla="*/ 133165 w 158717"/>
                        <a:gd name="connsiteY16" fmla="*/ 19050 h 60734"/>
                        <a:gd name="connsiteX17" fmla="*/ 120877 w 158717"/>
                        <a:gd name="connsiteY17" fmla="*/ 20764 h 60734"/>
                        <a:gd name="connsiteX18" fmla="*/ 108685 w 158717"/>
                        <a:gd name="connsiteY18" fmla="*/ 21431 h 60734"/>
                        <a:gd name="connsiteX19" fmla="*/ 96493 w 158717"/>
                        <a:gd name="connsiteY19" fmla="*/ 22288 h 60734"/>
                        <a:gd name="connsiteX20" fmla="*/ 84492 w 158717"/>
                        <a:gd name="connsiteY20" fmla="*/ 22669 h 60734"/>
                        <a:gd name="connsiteX21" fmla="*/ 59822 w 158717"/>
                        <a:gd name="connsiteY21" fmla="*/ 25051 h 60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58717" h="60734">
                          <a:moveTo>
                            <a:pt x="59822" y="25051"/>
                          </a:moveTo>
                          <a:cubicBezTo>
                            <a:pt x="53916" y="25717"/>
                            <a:pt x="48011" y="25717"/>
                            <a:pt x="42296" y="25051"/>
                          </a:cubicBezTo>
                          <a:cubicBezTo>
                            <a:pt x="36581" y="24384"/>
                            <a:pt x="31057" y="22479"/>
                            <a:pt x="26104" y="20288"/>
                          </a:cubicBezTo>
                          <a:cubicBezTo>
                            <a:pt x="16007" y="16097"/>
                            <a:pt x="8101" y="8763"/>
                            <a:pt x="3910" y="0"/>
                          </a:cubicBezTo>
                          <a:lnTo>
                            <a:pt x="862" y="12382"/>
                          </a:lnTo>
                          <a:cubicBezTo>
                            <a:pt x="-1710" y="22669"/>
                            <a:pt x="1529" y="33528"/>
                            <a:pt x="9816" y="42481"/>
                          </a:cubicBezTo>
                          <a:cubicBezTo>
                            <a:pt x="13912" y="46672"/>
                            <a:pt x="19246" y="50387"/>
                            <a:pt x="25437" y="53340"/>
                          </a:cubicBezTo>
                          <a:cubicBezTo>
                            <a:pt x="28485" y="54769"/>
                            <a:pt x="31818" y="56102"/>
                            <a:pt x="35343" y="57150"/>
                          </a:cubicBezTo>
                          <a:cubicBezTo>
                            <a:pt x="38772" y="58007"/>
                            <a:pt x="42391" y="58579"/>
                            <a:pt x="46106" y="58864"/>
                          </a:cubicBezTo>
                          <a:cubicBezTo>
                            <a:pt x="56774" y="59817"/>
                            <a:pt x="67347" y="60674"/>
                            <a:pt x="77824" y="60579"/>
                          </a:cubicBezTo>
                          <a:cubicBezTo>
                            <a:pt x="88302" y="60769"/>
                            <a:pt x="98684" y="60960"/>
                            <a:pt x="110019" y="60007"/>
                          </a:cubicBezTo>
                          <a:cubicBezTo>
                            <a:pt x="117829" y="59531"/>
                            <a:pt x="125164" y="58198"/>
                            <a:pt x="131736" y="54959"/>
                          </a:cubicBezTo>
                          <a:cubicBezTo>
                            <a:pt x="138308" y="52006"/>
                            <a:pt x="143928" y="48292"/>
                            <a:pt x="148309" y="44196"/>
                          </a:cubicBezTo>
                          <a:cubicBezTo>
                            <a:pt x="157072" y="35052"/>
                            <a:pt x="160501" y="24384"/>
                            <a:pt x="157834" y="14288"/>
                          </a:cubicBezTo>
                          <a:lnTo>
                            <a:pt x="157644" y="13430"/>
                          </a:lnTo>
                          <a:cubicBezTo>
                            <a:pt x="153548" y="14668"/>
                            <a:pt x="149548" y="15811"/>
                            <a:pt x="145452" y="16954"/>
                          </a:cubicBezTo>
                          <a:cubicBezTo>
                            <a:pt x="141356" y="18002"/>
                            <a:pt x="137260" y="18383"/>
                            <a:pt x="133165" y="19050"/>
                          </a:cubicBezTo>
                          <a:lnTo>
                            <a:pt x="120877" y="20764"/>
                          </a:lnTo>
                          <a:lnTo>
                            <a:pt x="108685" y="21431"/>
                          </a:lnTo>
                          <a:lnTo>
                            <a:pt x="96493" y="22288"/>
                          </a:lnTo>
                          <a:cubicBezTo>
                            <a:pt x="92493" y="22288"/>
                            <a:pt x="88492" y="22479"/>
                            <a:pt x="84492" y="22669"/>
                          </a:cubicBezTo>
                          <a:cubicBezTo>
                            <a:pt x="76205" y="22955"/>
                            <a:pt x="68109" y="24289"/>
                            <a:pt x="59822" y="25051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38" name="Forme libre : forme 16037">
                      <a:extLst>
                        <a:ext uri="{FF2B5EF4-FFF2-40B4-BE49-F238E27FC236}">
                          <a16:creationId xmlns:a16="http://schemas.microsoft.com/office/drawing/2014/main" id="{A8A4E631-C04C-4A5C-A0C0-146CB3BDE7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6924" y="3166182"/>
                      <a:ext cx="69259" cy="39965"/>
                    </a:xfrm>
                    <a:custGeom>
                      <a:avLst/>
                      <a:gdLst>
                        <a:gd name="connsiteX0" fmla="*/ 69195 w 69259"/>
                        <a:gd name="connsiteY0" fmla="*/ 18216 h 39965"/>
                        <a:gd name="connsiteX1" fmla="*/ 67290 w 69259"/>
                        <a:gd name="connsiteY1" fmla="*/ 26312 h 39965"/>
                        <a:gd name="connsiteX2" fmla="*/ 60147 w 69259"/>
                        <a:gd name="connsiteY2" fmla="*/ 33170 h 39965"/>
                        <a:gd name="connsiteX3" fmla="*/ 48716 w 69259"/>
                        <a:gd name="connsiteY3" fmla="*/ 38123 h 39965"/>
                        <a:gd name="connsiteX4" fmla="*/ 34524 w 69259"/>
                        <a:gd name="connsiteY4" fmla="*/ 39933 h 39965"/>
                        <a:gd name="connsiteX5" fmla="*/ 9283 w 69259"/>
                        <a:gd name="connsiteY5" fmla="*/ 33456 h 39965"/>
                        <a:gd name="connsiteX6" fmla="*/ 44 w 69259"/>
                        <a:gd name="connsiteY6" fmla="*/ 18406 h 39965"/>
                        <a:gd name="connsiteX7" fmla="*/ 10997 w 69259"/>
                        <a:gd name="connsiteY7" fmla="*/ 5167 h 39965"/>
                        <a:gd name="connsiteX8" fmla="*/ 34620 w 69259"/>
                        <a:gd name="connsiteY8" fmla="*/ 23 h 39965"/>
                        <a:gd name="connsiteX9" fmla="*/ 47383 w 69259"/>
                        <a:gd name="connsiteY9" fmla="*/ 1452 h 39965"/>
                        <a:gd name="connsiteX10" fmla="*/ 57956 w 69259"/>
                        <a:gd name="connsiteY10" fmla="*/ 5167 h 39965"/>
                        <a:gd name="connsiteX11" fmla="*/ 65671 w 69259"/>
                        <a:gd name="connsiteY11" fmla="*/ 10977 h 39965"/>
                        <a:gd name="connsiteX12" fmla="*/ 69195 w 69259"/>
                        <a:gd name="connsiteY12" fmla="*/ 18216 h 39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9259" h="39965">
                          <a:moveTo>
                            <a:pt x="69195" y="18216"/>
                          </a:moveTo>
                          <a:cubicBezTo>
                            <a:pt x="69481" y="20978"/>
                            <a:pt x="68814" y="23645"/>
                            <a:pt x="67290" y="26312"/>
                          </a:cubicBezTo>
                          <a:cubicBezTo>
                            <a:pt x="65766" y="29074"/>
                            <a:pt x="63290" y="31170"/>
                            <a:pt x="60147" y="33170"/>
                          </a:cubicBezTo>
                          <a:cubicBezTo>
                            <a:pt x="57003" y="35171"/>
                            <a:pt x="53098" y="36885"/>
                            <a:pt x="48716" y="38123"/>
                          </a:cubicBezTo>
                          <a:cubicBezTo>
                            <a:pt x="44335" y="39457"/>
                            <a:pt x="39477" y="40123"/>
                            <a:pt x="34524" y="39933"/>
                          </a:cubicBezTo>
                          <a:cubicBezTo>
                            <a:pt x="24523" y="39647"/>
                            <a:pt x="15474" y="37552"/>
                            <a:pt x="9283" y="33456"/>
                          </a:cubicBezTo>
                          <a:cubicBezTo>
                            <a:pt x="2997" y="29265"/>
                            <a:pt x="-432" y="23931"/>
                            <a:pt x="44" y="18406"/>
                          </a:cubicBezTo>
                          <a:cubicBezTo>
                            <a:pt x="520" y="12882"/>
                            <a:pt x="4806" y="8215"/>
                            <a:pt x="10997" y="5167"/>
                          </a:cubicBezTo>
                          <a:cubicBezTo>
                            <a:pt x="17189" y="2119"/>
                            <a:pt x="25571" y="-262"/>
                            <a:pt x="34620" y="23"/>
                          </a:cubicBezTo>
                          <a:cubicBezTo>
                            <a:pt x="39191" y="214"/>
                            <a:pt x="43478" y="690"/>
                            <a:pt x="47383" y="1452"/>
                          </a:cubicBezTo>
                          <a:cubicBezTo>
                            <a:pt x="51288" y="2214"/>
                            <a:pt x="54908" y="3547"/>
                            <a:pt x="57956" y="5167"/>
                          </a:cubicBezTo>
                          <a:cubicBezTo>
                            <a:pt x="61099" y="6786"/>
                            <a:pt x="63766" y="8977"/>
                            <a:pt x="65671" y="10977"/>
                          </a:cubicBezTo>
                          <a:cubicBezTo>
                            <a:pt x="67671" y="12977"/>
                            <a:pt x="68910" y="15454"/>
                            <a:pt x="69195" y="1821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39" name="Forme libre : forme 16038">
                      <a:extLst>
                        <a:ext uri="{FF2B5EF4-FFF2-40B4-BE49-F238E27FC236}">
                          <a16:creationId xmlns:a16="http://schemas.microsoft.com/office/drawing/2014/main" id="{4F4E01DD-844B-457E-AD77-46F64474EE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6924" y="3169158"/>
                      <a:ext cx="50907" cy="36905"/>
                    </a:xfrm>
                    <a:custGeom>
                      <a:avLst/>
                      <a:gdLst>
                        <a:gd name="connsiteX0" fmla="*/ 16046 w 50907"/>
                        <a:gd name="connsiteY0" fmla="*/ 0 h 36905"/>
                        <a:gd name="connsiteX1" fmla="*/ 4902 w 50907"/>
                        <a:gd name="connsiteY1" fmla="*/ 6191 h 36905"/>
                        <a:gd name="connsiteX2" fmla="*/ 44 w 50907"/>
                        <a:gd name="connsiteY2" fmla="*/ 15335 h 36905"/>
                        <a:gd name="connsiteX3" fmla="*/ 9283 w 50907"/>
                        <a:gd name="connsiteY3" fmla="*/ 30385 h 36905"/>
                        <a:gd name="connsiteX4" fmla="*/ 34524 w 50907"/>
                        <a:gd name="connsiteY4" fmla="*/ 36862 h 36905"/>
                        <a:gd name="connsiteX5" fmla="*/ 50907 w 50907"/>
                        <a:gd name="connsiteY5" fmla="*/ 34290 h 36905"/>
                        <a:gd name="connsiteX6" fmla="*/ 41763 w 50907"/>
                        <a:gd name="connsiteY6" fmla="*/ 33433 h 36905"/>
                        <a:gd name="connsiteX7" fmla="*/ 16046 w 50907"/>
                        <a:gd name="connsiteY7" fmla="*/ 0 h 36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0907" h="36905">
                          <a:moveTo>
                            <a:pt x="16046" y="0"/>
                          </a:moveTo>
                          <a:cubicBezTo>
                            <a:pt x="11569" y="1714"/>
                            <a:pt x="7759" y="3524"/>
                            <a:pt x="4902" y="6191"/>
                          </a:cubicBezTo>
                          <a:cubicBezTo>
                            <a:pt x="2139" y="8763"/>
                            <a:pt x="330" y="11906"/>
                            <a:pt x="44" y="15335"/>
                          </a:cubicBezTo>
                          <a:cubicBezTo>
                            <a:pt x="-432" y="20860"/>
                            <a:pt x="2997" y="26194"/>
                            <a:pt x="9283" y="30385"/>
                          </a:cubicBezTo>
                          <a:cubicBezTo>
                            <a:pt x="15570" y="34576"/>
                            <a:pt x="24523" y="36671"/>
                            <a:pt x="34524" y="36862"/>
                          </a:cubicBezTo>
                          <a:cubicBezTo>
                            <a:pt x="40335" y="37147"/>
                            <a:pt x="45954" y="36004"/>
                            <a:pt x="50907" y="34290"/>
                          </a:cubicBezTo>
                          <a:cubicBezTo>
                            <a:pt x="47764" y="34385"/>
                            <a:pt x="44716" y="34099"/>
                            <a:pt x="41763" y="33433"/>
                          </a:cubicBezTo>
                          <a:cubicBezTo>
                            <a:pt x="25666" y="27241"/>
                            <a:pt x="14141" y="13526"/>
                            <a:pt x="16046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40" name="Forme libre : forme 16039">
                      <a:extLst>
                        <a:ext uri="{FF2B5EF4-FFF2-40B4-BE49-F238E27FC236}">
                          <a16:creationId xmlns:a16="http://schemas.microsoft.com/office/drawing/2014/main" id="{AABCAEB9-CADA-4E45-A8DE-B48CB887E9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0178" y="3170479"/>
                      <a:ext cx="70141" cy="40154"/>
                    </a:xfrm>
                    <a:custGeom>
                      <a:avLst/>
                      <a:gdLst>
                        <a:gd name="connsiteX0" fmla="*/ 70037 w 70141"/>
                        <a:gd name="connsiteY0" fmla="*/ 17729 h 40154"/>
                        <a:gd name="connsiteX1" fmla="*/ 68227 w 70141"/>
                        <a:gd name="connsiteY1" fmla="*/ 25825 h 40154"/>
                        <a:gd name="connsiteX2" fmla="*/ 61083 w 70141"/>
                        <a:gd name="connsiteY2" fmla="*/ 33064 h 40154"/>
                        <a:gd name="connsiteX3" fmla="*/ 49558 w 70141"/>
                        <a:gd name="connsiteY3" fmla="*/ 38017 h 40154"/>
                        <a:gd name="connsiteX4" fmla="*/ 35080 w 70141"/>
                        <a:gd name="connsiteY4" fmla="*/ 40112 h 40154"/>
                        <a:gd name="connsiteX5" fmla="*/ 9553 w 70141"/>
                        <a:gd name="connsiteY5" fmla="*/ 33826 h 40154"/>
                        <a:gd name="connsiteX6" fmla="*/ 28 w 70141"/>
                        <a:gd name="connsiteY6" fmla="*/ 18776 h 40154"/>
                        <a:gd name="connsiteX7" fmla="*/ 10982 w 70141"/>
                        <a:gd name="connsiteY7" fmla="*/ 5441 h 40154"/>
                        <a:gd name="connsiteX8" fmla="*/ 34890 w 70141"/>
                        <a:gd name="connsiteY8" fmla="*/ 12 h 40154"/>
                        <a:gd name="connsiteX9" fmla="*/ 47748 w 70141"/>
                        <a:gd name="connsiteY9" fmla="*/ 1155 h 40154"/>
                        <a:gd name="connsiteX10" fmla="*/ 58607 w 70141"/>
                        <a:gd name="connsiteY10" fmla="*/ 4870 h 40154"/>
                        <a:gd name="connsiteX11" fmla="*/ 66513 w 70141"/>
                        <a:gd name="connsiteY11" fmla="*/ 10394 h 40154"/>
                        <a:gd name="connsiteX12" fmla="*/ 70037 w 70141"/>
                        <a:gd name="connsiteY12" fmla="*/ 17729 h 40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141" h="40154">
                          <a:moveTo>
                            <a:pt x="70037" y="17729"/>
                          </a:moveTo>
                          <a:cubicBezTo>
                            <a:pt x="70418" y="20491"/>
                            <a:pt x="69751" y="23158"/>
                            <a:pt x="68227" y="25825"/>
                          </a:cubicBezTo>
                          <a:cubicBezTo>
                            <a:pt x="66703" y="28397"/>
                            <a:pt x="64226" y="31159"/>
                            <a:pt x="61083" y="33064"/>
                          </a:cubicBezTo>
                          <a:cubicBezTo>
                            <a:pt x="57940" y="35064"/>
                            <a:pt x="53940" y="36779"/>
                            <a:pt x="49558" y="38017"/>
                          </a:cubicBezTo>
                          <a:cubicBezTo>
                            <a:pt x="45176" y="39160"/>
                            <a:pt x="40033" y="40398"/>
                            <a:pt x="35080" y="40112"/>
                          </a:cubicBezTo>
                          <a:cubicBezTo>
                            <a:pt x="24983" y="39922"/>
                            <a:pt x="15840" y="37540"/>
                            <a:pt x="9553" y="33826"/>
                          </a:cubicBezTo>
                          <a:cubicBezTo>
                            <a:pt x="3171" y="29730"/>
                            <a:pt x="-353" y="24301"/>
                            <a:pt x="28" y="18776"/>
                          </a:cubicBezTo>
                          <a:cubicBezTo>
                            <a:pt x="504" y="13252"/>
                            <a:pt x="4695" y="8585"/>
                            <a:pt x="10982" y="5441"/>
                          </a:cubicBezTo>
                          <a:cubicBezTo>
                            <a:pt x="17268" y="1917"/>
                            <a:pt x="25650" y="-178"/>
                            <a:pt x="34890" y="12"/>
                          </a:cubicBezTo>
                          <a:cubicBezTo>
                            <a:pt x="39557" y="298"/>
                            <a:pt x="43748" y="203"/>
                            <a:pt x="47748" y="1155"/>
                          </a:cubicBezTo>
                          <a:cubicBezTo>
                            <a:pt x="51749" y="1917"/>
                            <a:pt x="55368" y="3251"/>
                            <a:pt x="58607" y="4870"/>
                          </a:cubicBezTo>
                          <a:cubicBezTo>
                            <a:pt x="61845" y="6584"/>
                            <a:pt x="64417" y="8204"/>
                            <a:pt x="66513" y="10394"/>
                          </a:cubicBezTo>
                          <a:cubicBezTo>
                            <a:pt x="68322" y="12585"/>
                            <a:pt x="69656" y="15062"/>
                            <a:pt x="70037" y="1772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41" name="Forme libre : forme 16040">
                      <a:extLst>
                        <a:ext uri="{FF2B5EF4-FFF2-40B4-BE49-F238E27FC236}">
                          <a16:creationId xmlns:a16="http://schemas.microsoft.com/office/drawing/2014/main" id="{5E5872C7-ADCA-4892-A84D-9E714DA32D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5658" y="3151348"/>
                      <a:ext cx="89707" cy="77273"/>
                    </a:xfrm>
                    <a:custGeom>
                      <a:avLst/>
                      <a:gdLst>
                        <a:gd name="connsiteX0" fmla="*/ 1687 w 89707"/>
                        <a:gd name="connsiteY0" fmla="*/ 32192 h 77273"/>
                        <a:gd name="connsiteX1" fmla="*/ 1020 w 89707"/>
                        <a:gd name="connsiteY1" fmla="*/ 51052 h 77273"/>
                        <a:gd name="connsiteX2" fmla="*/ 14069 w 89707"/>
                        <a:gd name="connsiteY2" fmla="*/ 66577 h 77273"/>
                        <a:gd name="connsiteX3" fmla="*/ 36358 w 89707"/>
                        <a:gd name="connsiteY3" fmla="*/ 75245 h 77273"/>
                        <a:gd name="connsiteX4" fmla="*/ 76363 w 89707"/>
                        <a:gd name="connsiteY4" fmla="*/ 73435 h 77273"/>
                        <a:gd name="connsiteX5" fmla="*/ 88460 w 89707"/>
                        <a:gd name="connsiteY5" fmla="*/ 54767 h 77273"/>
                        <a:gd name="connsiteX6" fmla="*/ 75220 w 89707"/>
                        <a:gd name="connsiteY6" fmla="*/ 46099 h 77273"/>
                        <a:gd name="connsiteX7" fmla="*/ 45978 w 89707"/>
                        <a:gd name="connsiteY7" fmla="*/ 23715 h 77273"/>
                        <a:gd name="connsiteX8" fmla="*/ 33310 w 89707"/>
                        <a:gd name="connsiteY8" fmla="*/ 7903 h 77273"/>
                        <a:gd name="connsiteX9" fmla="*/ 15593 w 89707"/>
                        <a:gd name="connsiteY9" fmla="*/ 188 h 77273"/>
                        <a:gd name="connsiteX10" fmla="*/ 1687 w 89707"/>
                        <a:gd name="connsiteY10" fmla="*/ 32192 h 77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9707" h="77273">
                          <a:moveTo>
                            <a:pt x="1687" y="32192"/>
                          </a:moveTo>
                          <a:cubicBezTo>
                            <a:pt x="353" y="38384"/>
                            <a:pt x="-980" y="44765"/>
                            <a:pt x="1020" y="51052"/>
                          </a:cubicBezTo>
                          <a:cubicBezTo>
                            <a:pt x="2925" y="57052"/>
                            <a:pt x="7687" y="62291"/>
                            <a:pt x="14069" y="66577"/>
                          </a:cubicBezTo>
                          <a:cubicBezTo>
                            <a:pt x="20451" y="70483"/>
                            <a:pt x="28357" y="73340"/>
                            <a:pt x="36358" y="75245"/>
                          </a:cubicBezTo>
                          <a:cubicBezTo>
                            <a:pt x="49693" y="78198"/>
                            <a:pt x="64171" y="78198"/>
                            <a:pt x="76363" y="73435"/>
                          </a:cubicBezTo>
                          <a:cubicBezTo>
                            <a:pt x="85697" y="69435"/>
                            <a:pt x="92651" y="61434"/>
                            <a:pt x="88460" y="54767"/>
                          </a:cubicBezTo>
                          <a:cubicBezTo>
                            <a:pt x="85888" y="50671"/>
                            <a:pt x="80268" y="48385"/>
                            <a:pt x="75220" y="46099"/>
                          </a:cubicBezTo>
                          <a:cubicBezTo>
                            <a:pt x="63504" y="40193"/>
                            <a:pt x="53693" y="32287"/>
                            <a:pt x="45978" y="23715"/>
                          </a:cubicBezTo>
                          <a:cubicBezTo>
                            <a:pt x="42740" y="19905"/>
                            <a:pt x="38358" y="13142"/>
                            <a:pt x="33310" y="7903"/>
                          </a:cubicBezTo>
                          <a:cubicBezTo>
                            <a:pt x="28261" y="2569"/>
                            <a:pt x="22356" y="-859"/>
                            <a:pt x="15593" y="188"/>
                          </a:cubicBezTo>
                          <a:cubicBezTo>
                            <a:pt x="3306" y="2474"/>
                            <a:pt x="3401" y="23525"/>
                            <a:pt x="1687" y="3219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42" name="Forme libre : forme 16041">
                      <a:extLst>
                        <a:ext uri="{FF2B5EF4-FFF2-40B4-BE49-F238E27FC236}">
                          <a16:creationId xmlns:a16="http://schemas.microsoft.com/office/drawing/2014/main" id="{0AAFB542-27F5-4429-8EEE-3768672AE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3982" y="3153525"/>
                      <a:ext cx="27614" cy="18669"/>
                    </a:xfrm>
                    <a:custGeom>
                      <a:avLst/>
                      <a:gdLst>
                        <a:gd name="connsiteX0" fmla="*/ 2127 w 27614"/>
                        <a:gd name="connsiteY0" fmla="*/ 10108 h 18669"/>
                        <a:gd name="connsiteX1" fmla="*/ 32 w 27614"/>
                        <a:gd name="connsiteY1" fmla="*/ 14108 h 18669"/>
                        <a:gd name="connsiteX2" fmla="*/ 2127 w 27614"/>
                        <a:gd name="connsiteY2" fmla="*/ 18204 h 18669"/>
                        <a:gd name="connsiteX3" fmla="*/ 6985 w 27614"/>
                        <a:gd name="connsiteY3" fmla="*/ 18490 h 18669"/>
                        <a:gd name="connsiteX4" fmla="*/ 19082 w 27614"/>
                        <a:gd name="connsiteY4" fmla="*/ 15442 h 18669"/>
                        <a:gd name="connsiteX5" fmla="*/ 23463 w 27614"/>
                        <a:gd name="connsiteY5" fmla="*/ 13251 h 18669"/>
                        <a:gd name="connsiteX6" fmla="*/ 20891 w 27614"/>
                        <a:gd name="connsiteY6" fmla="*/ 11 h 18669"/>
                        <a:gd name="connsiteX7" fmla="*/ 2127 w 27614"/>
                        <a:gd name="connsiteY7" fmla="*/ 10108 h 18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614" h="18669">
                          <a:moveTo>
                            <a:pt x="2127" y="10108"/>
                          </a:moveTo>
                          <a:cubicBezTo>
                            <a:pt x="1079" y="11251"/>
                            <a:pt x="222" y="12584"/>
                            <a:pt x="32" y="14108"/>
                          </a:cubicBezTo>
                          <a:cubicBezTo>
                            <a:pt x="-159" y="15632"/>
                            <a:pt x="508" y="17442"/>
                            <a:pt x="2127" y="18204"/>
                          </a:cubicBezTo>
                          <a:cubicBezTo>
                            <a:pt x="3556" y="18871"/>
                            <a:pt x="5366" y="18680"/>
                            <a:pt x="6985" y="18490"/>
                          </a:cubicBezTo>
                          <a:cubicBezTo>
                            <a:pt x="11176" y="17823"/>
                            <a:pt x="15271" y="16775"/>
                            <a:pt x="19082" y="15442"/>
                          </a:cubicBezTo>
                          <a:cubicBezTo>
                            <a:pt x="20701" y="14870"/>
                            <a:pt x="22225" y="14203"/>
                            <a:pt x="23463" y="13251"/>
                          </a:cubicBezTo>
                          <a:cubicBezTo>
                            <a:pt x="28702" y="9250"/>
                            <a:pt x="30130" y="-370"/>
                            <a:pt x="20891" y="11"/>
                          </a:cubicBezTo>
                          <a:cubicBezTo>
                            <a:pt x="13843" y="297"/>
                            <a:pt x="6318" y="5155"/>
                            <a:pt x="2127" y="1010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43" name="Forme libre : forme 16042">
                      <a:extLst>
                        <a:ext uri="{FF2B5EF4-FFF2-40B4-BE49-F238E27FC236}">
                          <a16:creationId xmlns:a16="http://schemas.microsoft.com/office/drawing/2014/main" id="{CFD9B7D3-7060-402C-8C5E-EF4B49F23D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3356" y="3187255"/>
                      <a:ext cx="41726" cy="46291"/>
                    </a:xfrm>
                    <a:custGeom>
                      <a:avLst/>
                      <a:gdLst>
                        <a:gd name="connsiteX0" fmla="*/ 40957 w 41726"/>
                        <a:gd name="connsiteY0" fmla="*/ 0 h 46291"/>
                        <a:gd name="connsiteX1" fmla="*/ 39719 w 41726"/>
                        <a:gd name="connsiteY1" fmla="*/ 17145 h 46291"/>
                        <a:gd name="connsiteX2" fmla="*/ 28194 w 41726"/>
                        <a:gd name="connsiteY2" fmla="*/ 32766 h 46291"/>
                        <a:gd name="connsiteX3" fmla="*/ 0 w 41726"/>
                        <a:gd name="connsiteY3" fmla="*/ 46292 h 46291"/>
                        <a:gd name="connsiteX4" fmla="*/ 6191 w 41726"/>
                        <a:gd name="connsiteY4" fmla="*/ 44005 h 46291"/>
                        <a:gd name="connsiteX5" fmla="*/ 20193 w 41726"/>
                        <a:gd name="connsiteY5" fmla="*/ 35909 h 46291"/>
                        <a:gd name="connsiteX6" fmla="*/ 34290 w 41726"/>
                        <a:gd name="connsiteY6" fmla="*/ 21336 h 46291"/>
                        <a:gd name="connsiteX7" fmla="*/ 40957 w 41726"/>
                        <a:gd name="connsiteY7" fmla="*/ 0 h 46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726" h="46291">
                          <a:moveTo>
                            <a:pt x="40957" y="0"/>
                          </a:moveTo>
                          <a:cubicBezTo>
                            <a:pt x="40957" y="0"/>
                            <a:pt x="43339" y="7239"/>
                            <a:pt x="39719" y="17145"/>
                          </a:cubicBezTo>
                          <a:cubicBezTo>
                            <a:pt x="37909" y="22288"/>
                            <a:pt x="34480" y="27718"/>
                            <a:pt x="28194" y="32766"/>
                          </a:cubicBezTo>
                          <a:cubicBezTo>
                            <a:pt x="21907" y="38005"/>
                            <a:pt x="12763" y="43434"/>
                            <a:pt x="0" y="46292"/>
                          </a:cubicBezTo>
                          <a:cubicBezTo>
                            <a:pt x="0" y="46292"/>
                            <a:pt x="2476" y="45529"/>
                            <a:pt x="6191" y="44005"/>
                          </a:cubicBezTo>
                          <a:cubicBezTo>
                            <a:pt x="9906" y="42481"/>
                            <a:pt x="15049" y="39910"/>
                            <a:pt x="20193" y="35909"/>
                          </a:cubicBezTo>
                          <a:cubicBezTo>
                            <a:pt x="25336" y="32004"/>
                            <a:pt x="30384" y="27146"/>
                            <a:pt x="34290" y="21336"/>
                          </a:cubicBezTo>
                          <a:cubicBezTo>
                            <a:pt x="38100" y="15335"/>
                            <a:pt x="40672" y="8001"/>
                            <a:pt x="4095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44" name="Forme libre : forme 16043">
                      <a:extLst>
                        <a:ext uri="{FF2B5EF4-FFF2-40B4-BE49-F238E27FC236}">
                          <a16:creationId xmlns:a16="http://schemas.microsoft.com/office/drawing/2014/main" id="{C790331E-3627-4CA2-A955-EFE04F31FC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2105" y="3132281"/>
                      <a:ext cx="48863" cy="31066"/>
                    </a:xfrm>
                    <a:custGeom>
                      <a:avLst/>
                      <a:gdLst>
                        <a:gd name="connsiteX0" fmla="*/ 48863 w 48863"/>
                        <a:gd name="connsiteY0" fmla="*/ 15 h 31066"/>
                        <a:gd name="connsiteX1" fmla="*/ 42958 w 48863"/>
                        <a:gd name="connsiteY1" fmla="*/ 206 h 31066"/>
                        <a:gd name="connsiteX2" fmla="*/ 29337 w 48863"/>
                        <a:gd name="connsiteY2" fmla="*/ 2873 h 31066"/>
                        <a:gd name="connsiteX3" fmla="*/ 13240 w 48863"/>
                        <a:gd name="connsiteY3" fmla="*/ 11826 h 31066"/>
                        <a:gd name="connsiteX4" fmla="*/ 0 w 48863"/>
                        <a:gd name="connsiteY4" fmla="*/ 31067 h 31066"/>
                        <a:gd name="connsiteX5" fmla="*/ 12097 w 48863"/>
                        <a:gd name="connsiteY5" fmla="*/ 16398 h 31066"/>
                        <a:gd name="connsiteX6" fmla="*/ 27241 w 48863"/>
                        <a:gd name="connsiteY6" fmla="*/ 5825 h 31066"/>
                        <a:gd name="connsiteX7" fmla="*/ 37052 w 48863"/>
                        <a:gd name="connsiteY7" fmla="*/ 2206 h 31066"/>
                        <a:gd name="connsiteX8" fmla="*/ 48863 w 48863"/>
                        <a:gd name="connsiteY8" fmla="*/ 15 h 310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863" h="31066">
                          <a:moveTo>
                            <a:pt x="48863" y="15"/>
                          </a:moveTo>
                          <a:cubicBezTo>
                            <a:pt x="48863" y="15"/>
                            <a:pt x="46577" y="-80"/>
                            <a:pt x="42958" y="206"/>
                          </a:cubicBezTo>
                          <a:cubicBezTo>
                            <a:pt x="39243" y="682"/>
                            <a:pt x="34480" y="1254"/>
                            <a:pt x="29337" y="2873"/>
                          </a:cubicBezTo>
                          <a:cubicBezTo>
                            <a:pt x="24098" y="4492"/>
                            <a:pt x="18479" y="7349"/>
                            <a:pt x="13240" y="11826"/>
                          </a:cubicBezTo>
                          <a:cubicBezTo>
                            <a:pt x="8096" y="16113"/>
                            <a:pt x="3334" y="22208"/>
                            <a:pt x="0" y="31067"/>
                          </a:cubicBezTo>
                          <a:cubicBezTo>
                            <a:pt x="0" y="31067"/>
                            <a:pt x="4096" y="23637"/>
                            <a:pt x="12097" y="16398"/>
                          </a:cubicBezTo>
                          <a:cubicBezTo>
                            <a:pt x="16097" y="12683"/>
                            <a:pt x="21241" y="8683"/>
                            <a:pt x="27241" y="5825"/>
                          </a:cubicBezTo>
                          <a:cubicBezTo>
                            <a:pt x="30289" y="4397"/>
                            <a:pt x="33528" y="3158"/>
                            <a:pt x="37052" y="2206"/>
                          </a:cubicBezTo>
                          <a:cubicBezTo>
                            <a:pt x="40672" y="1254"/>
                            <a:pt x="44672" y="301"/>
                            <a:pt x="48863" y="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45" name="Forme libre : forme 16044">
                      <a:extLst>
                        <a:ext uri="{FF2B5EF4-FFF2-40B4-BE49-F238E27FC236}">
                          <a16:creationId xmlns:a16="http://schemas.microsoft.com/office/drawing/2014/main" id="{1F513BE3-417B-4316-87ED-CDB9501072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5716" y="3170371"/>
                      <a:ext cx="25362" cy="13944"/>
                    </a:xfrm>
                    <a:custGeom>
                      <a:avLst/>
                      <a:gdLst>
                        <a:gd name="connsiteX0" fmla="*/ 25163 w 25362"/>
                        <a:gd name="connsiteY0" fmla="*/ 9931 h 13944"/>
                        <a:gd name="connsiteX1" fmla="*/ 10113 w 25362"/>
                        <a:gd name="connsiteY1" fmla="*/ 13170 h 13944"/>
                        <a:gd name="connsiteX2" fmla="*/ 302 w 25362"/>
                        <a:gd name="connsiteY2" fmla="*/ 3359 h 13944"/>
                        <a:gd name="connsiteX3" fmla="*/ 15066 w 25362"/>
                        <a:gd name="connsiteY3" fmla="*/ 882 h 13944"/>
                        <a:gd name="connsiteX4" fmla="*/ 25163 w 25362"/>
                        <a:gd name="connsiteY4" fmla="*/ 9931 h 139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362" h="13944">
                          <a:moveTo>
                            <a:pt x="25163" y="9931"/>
                          </a:moveTo>
                          <a:cubicBezTo>
                            <a:pt x="23925" y="13265"/>
                            <a:pt x="17067" y="15075"/>
                            <a:pt x="10113" y="13170"/>
                          </a:cubicBezTo>
                          <a:cubicBezTo>
                            <a:pt x="3160" y="11074"/>
                            <a:pt x="-1221" y="6693"/>
                            <a:pt x="302" y="3359"/>
                          </a:cubicBezTo>
                          <a:cubicBezTo>
                            <a:pt x="1731" y="-70"/>
                            <a:pt x="8399" y="-832"/>
                            <a:pt x="15066" y="882"/>
                          </a:cubicBezTo>
                          <a:cubicBezTo>
                            <a:pt x="21734" y="2406"/>
                            <a:pt x="26401" y="6502"/>
                            <a:pt x="25163" y="993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46" name="Forme libre : forme 16045">
                      <a:extLst>
                        <a:ext uri="{FF2B5EF4-FFF2-40B4-BE49-F238E27FC236}">
                          <a16:creationId xmlns:a16="http://schemas.microsoft.com/office/drawing/2014/main" id="{D5D751FB-C21C-4A95-95F3-1D6192D418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7351" y="3175725"/>
                      <a:ext cx="7057" cy="5725"/>
                    </a:xfrm>
                    <a:custGeom>
                      <a:avLst/>
                      <a:gdLst>
                        <a:gd name="connsiteX0" fmla="*/ 7053 w 7057"/>
                        <a:gd name="connsiteY0" fmla="*/ 2672 h 5725"/>
                        <a:gd name="connsiteX1" fmla="*/ 3719 w 7057"/>
                        <a:gd name="connsiteY1" fmla="*/ 5720 h 5725"/>
                        <a:gd name="connsiteX2" fmla="*/ 4 w 7057"/>
                        <a:gd name="connsiteY2" fmla="*/ 3053 h 5725"/>
                        <a:gd name="connsiteX3" fmla="*/ 3338 w 7057"/>
                        <a:gd name="connsiteY3" fmla="*/ 5 h 5725"/>
                        <a:gd name="connsiteX4" fmla="*/ 7053 w 7057"/>
                        <a:gd name="connsiteY4" fmla="*/ 2672 h 5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57" h="5725">
                          <a:moveTo>
                            <a:pt x="7053" y="2672"/>
                          </a:moveTo>
                          <a:cubicBezTo>
                            <a:pt x="7148" y="4291"/>
                            <a:pt x="5719" y="5625"/>
                            <a:pt x="3719" y="5720"/>
                          </a:cubicBezTo>
                          <a:cubicBezTo>
                            <a:pt x="1719" y="5815"/>
                            <a:pt x="99" y="4672"/>
                            <a:pt x="4" y="3053"/>
                          </a:cubicBezTo>
                          <a:cubicBezTo>
                            <a:pt x="-91" y="1434"/>
                            <a:pt x="1433" y="101"/>
                            <a:pt x="3338" y="5"/>
                          </a:cubicBezTo>
                          <a:cubicBezTo>
                            <a:pt x="5338" y="-90"/>
                            <a:pt x="6957" y="1148"/>
                            <a:pt x="7053" y="267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47" name="Forme libre : forme 16046">
                      <a:extLst>
                        <a:ext uri="{FF2B5EF4-FFF2-40B4-BE49-F238E27FC236}">
                          <a16:creationId xmlns:a16="http://schemas.microsoft.com/office/drawing/2014/main" id="{CF4B440E-9B05-4D7B-A04A-01DBA749C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5848" y="3138582"/>
                      <a:ext cx="59640" cy="47649"/>
                    </a:xfrm>
                    <a:custGeom>
                      <a:avLst/>
                      <a:gdLst>
                        <a:gd name="connsiteX0" fmla="*/ 49986 w 59640"/>
                        <a:gd name="connsiteY0" fmla="*/ 15335 h 47649"/>
                        <a:gd name="connsiteX1" fmla="*/ 59416 w 59640"/>
                        <a:gd name="connsiteY1" fmla="*/ 38957 h 47649"/>
                        <a:gd name="connsiteX2" fmla="*/ 55796 w 59640"/>
                        <a:gd name="connsiteY2" fmla="*/ 47434 h 47649"/>
                        <a:gd name="connsiteX3" fmla="*/ 47224 w 59640"/>
                        <a:gd name="connsiteY3" fmla="*/ 43720 h 47649"/>
                        <a:gd name="connsiteX4" fmla="*/ 29603 w 59640"/>
                        <a:gd name="connsiteY4" fmla="*/ 22574 h 47649"/>
                        <a:gd name="connsiteX5" fmla="*/ 11124 w 59640"/>
                        <a:gd name="connsiteY5" fmla="*/ 15907 h 47649"/>
                        <a:gd name="connsiteX6" fmla="*/ 742 w 59640"/>
                        <a:gd name="connsiteY6" fmla="*/ 4667 h 47649"/>
                        <a:gd name="connsiteX7" fmla="*/ 17410 w 59640"/>
                        <a:gd name="connsiteY7" fmla="*/ 0 h 47649"/>
                        <a:gd name="connsiteX8" fmla="*/ 34556 w 59640"/>
                        <a:gd name="connsiteY8" fmla="*/ 3048 h 47649"/>
                        <a:gd name="connsiteX9" fmla="*/ 49986 w 59640"/>
                        <a:gd name="connsiteY9" fmla="*/ 15335 h 47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640" h="47649">
                          <a:moveTo>
                            <a:pt x="49986" y="15335"/>
                          </a:moveTo>
                          <a:cubicBezTo>
                            <a:pt x="55225" y="22574"/>
                            <a:pt x="57892" y="30480"/>
                            <a:pt x="59416" y="38957"/>
                          </a:cubicBezTo>
                          <a:cubicBezTo>
                            <a:pt x="59987" y="42005"/>
                            <a:pt x="59701" y="46387"/>
                            <a:pt x="55796" y="47434"/>
                          </a:cubicBezTo>
                          <a:cubicBezTo>
                            <a:pt x="52272" y="48387"/>
                            <a:pt x="49129" y="46006"/>
                            <a:pt x="47224" y="43720"/>
                          </a:cubicBezTo>
                          <a:cubicBezTo>
                            <a:pt x="41318" y="36290"/>
                            <a:pt x="37889" y="27908"/>
                            <a:pt x="29603" y="22574"/>
                          </a:cubicBezTo>
                          <a:cubicBezTo>
                            <a:pt x="27031" y="20860"/>
                            <a:pt x="18363" y="18859"/>
                            <a:pt x="11124" y="15907"/>
                          </a:cubicBezTo>
                          <a:cubicBezTo>
                            <a:pt x="3695" y="12573"/>
                            <a:pt x="-2116" y="8668"/>
                            <a:pt x="742" y="4667"/>
                          </a:cubicBezTo>
                          <a:cubicBezTo>
                            <a:pt x="3504" y="571"/>
                            <a:pt x="10934" y="190"/>
                            <a:pt x="17410" y="0"/>
                          </a:cubicBezTo>
                          <a:cubicBezTo>
                            <a:pt x="24078" y="0"/>
                            <a:pt x="31317" y="2000"/>
                            <a:pt x="34556" y="3048"/>
                          </a:cubicBezTo>
                          <a:cubicBezTo>
                            <a:pt x="40747" y="5429"/>
                            <a:pt x="46081" y="10001"/>
                            <a:pt x="49986" y="1533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63" name="Graphique 1">
                    <a:extLst>
                      <a:ext uri="{FF2B5EF4-FFF2-40B4-BE49-F238E27FC236}">
                        <a16:creationId xmlns:a16="http://schemas.microsoft.com/office/drawing/2014/main" id="{05546621-CF8C-48CF-B861-1B4AF0134B95}"/>
                      </a:ext>
                    </a:extLst>
                  </p:cNvPr>
                  <p:cNvGrpSpPr/>
                  <p:nvPr/>
                </p:nvGrpSpPr>
                <p:grpSpPr>
                  <a:xfrm>
                    <a:off x="2471567" y="3073990"/>
                    <a:ext cx="147372" cy="138820"/>
                    <a:chOff x="2471567" y="3073990"/>
                    <a:chExt cx="147372" cy="138820"/>
                  </a:xfrm>
                  <a:solidFill>
                    <a:schemeClr val="accent1"/>
                  </a:solidFill>
                </p:grpSpPr>
                <p:sp>
                  <p:nvSpPr>
                    <p:cNvPr id="16024" name="Forme libre : forme 16023">
                      <a:extLst>
                        <a:ext uri="{FF2B5EF4-FFF2-40B4-BE49-F238E27FC236}">
                          <a16:creationId xmlns:a16="http://schemas.microsoft.com/office/drawing/2014/main" id="{B6D735EC-9556-4E1E-97EB-997D095E01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1567" y="3073990"/>
                      <a:ext cx="147372" cy="138789"/>
                    </a:xfrm>
                    <a:custGeom>
                      <a:avLst/>
                      <a:gdLst>
                        <a:gd name="connsiteX0" fmla="*/ 129809 w 147372"/>
                        <a:gd name="connsiteY0" fmla="*/ 87452 h 138789"/>
                        <a:gd name="connsiteX1" fmla="*/ 117331 w 147372"/>
                        <a:gd name="connsiteY1" fmla="*/ 99263 h 138789"/>
                        <a:gd name="connsiteX2" fmla="*/ 103901 w 147372"/>
                        <a:gd name="connsiteY2" fmla="*/ 110502 h 138789"/>
                        <a:gd name="connsiteX3" fmla="*/ 89518 w 147372"/>
                        <a:gd name="connsiteY3" fmla="*/ 120980 h 138789"/>
                        <a:gd name="connsiteX4" fmla="*/ 74183 w 147372"/>
                        <a:gd name="connsiteY4" fmla="*/ 130315 h 138789"/>
                        <a:gd name="connsiteX5" fmla="*/ 51799 w 147372"/>
                        <a:gd name="connsiteY5" fmla="*/ 138125 h 138789"/>
                        <a:gd name="connsiteX6" fmla="*/ 31416 w 147372"/>
                        <a:gd name="connsiteY6" fmla="*/ 137173 h 138789"/>
                        <a:gd name="connsiteX7" fmla="*/ 16366 w 147372"/>
                        <a:gd name="connsiteY7" fmla="*/ 129362 h 138789"/>
                        <a:gd name="connsiteX8" fmla="*/ 8461 w 147372"/>
                        <a:gd name="connsiteY8" fmla="*/ 116122 h 138789"/>
                        <a:gd name="connsiteX9" fmla="*/ 1126 w 147372"/>
                        <a:gd name="connsiteY9" fmla="*/ 88214 h 138789"/>
                        <a:gd name="connsiteX10" fmla="*/ 555 w 147372"/>
                        <a:gd name="connsiteY10" fmla="*/ 73165 h 138789"/>
                        <a:gd name="connsiteX11" fmla="*/ 5032 w 147372"/>
                        <a:gd name="connsiteY11" fmla="*/ 59163 h 138789"/>
                        <a:gd name="connsiteX12" fmla="*/ 12938 w 147372"/>
                        <a:gd name="connsiteY12" fmla="*/ 47638 h 138789"/>
                        <a:gd name="connsiteX13" fmla="*/ 23701 w 147372"/>
                        <a:gd name="connsiteY13" fmla="*/ 39160 h 138789"/>
                        <a:gd name="connsiteX14" fmla="*/ 32368 w 147372"/>
                        <a:gd name="connsiteY14" fmla="*/ 34112 h 138789"/>
                        <a:gd name="connsiteX15" fmla="*/ 40655 w 147372"/>
                        <a:gd name="connsiteY15" fmla="*/ 28207 h 138789"/>
                        <a:gd name="connsiteX16" fmla="*/ 48751 w 147372"/>
                        <a:gd name="connsiteY16" fmla="*/ 21634 h 138789"/>
                        <a:gd name="connsiteX17" fmla="*/ 56657 w 147372"/>
                        <a:gd name="connsiteY17" fmla="*/ 14395 h 138789"/>
                        <a:gd name="connsiteX18" fmla="*/ 69040 w 147372"/>
                        <a:gd name="connsiteY18" fmla="*/ 5632 h 138789"/>
                        <a:gd name="connsiteX19" fmla="*/ 83518 w 147372"/>
                        <a:gd name="connsiteY19" fmla="*/ 774 h 138789"/>
                        <a:gd name="connsiteX20" fmla="*/ 112379 w 147372"/>
                        <a:gd name="connsiteY20" fmla="*/ 6299 h 138789"/>
                        <a:gd name="connsiteX21" fmla="*/ 135334 w 147372"/>
                        <a:gd name="connsiteY21" fmla="*/ 22777 h 138789"/>
                        <a:gd name="connsiteX22" fmla="*/ 147335 w 147372"/>
                        <a:gd name="connsiteY22" fmla="*/ 50590 h 138789"/>
                        <a:gd name="connsiteX23" fmla="*/ 142573 w 147372"/>
                        <a:gd name="connsiteY23" fmla="*/ 69164 h 138789"/>
                        <a:gd name="connsiteX24" fmla="*/ 129809 w 147372"/>
                        <a:gd name="connsiteY24" fmla="*/ 87452 h 138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7372" h="138789">
                          <a:moveTo>
                            <a:pt x="129809" y="87452"/>
                          </a:moveTo>
                          <a:cubicBezTo>
                            <a:pt x="125999" y="91548"/>
                            <a:pt x="121713" y="95453"/>
                            <a:pt x="117331" y="99263"/>
                          </a:cubicBezTo>
                          <a:cubicBezTo>
                            <a:pt x="112950" y="103073"/>
                            <a:pt x="108759" y="107074"/>
                            <a:pt x="103901" y="110502"/>
                          </a:cubicBezTo>
                          <a:cubicBezTo>
                            <a:pt x="99139" y="114027"/>
                            <a:pt x="94472" y="117646"/>
                            <a:pt x="89518" y="120980"/>
                          </a:cubicBezTo>
                          <a:lnTo>
                            <a:pt x="74183" y="130315"/>
                          </a:lnTo>
                          <a:cubicBezTo>
                            <a:pt x="66944" y="134601"/>
                            <a:pt x="59039" y="136696"/>
                            <a:pt x="51799" y="138125"/>
                          </a:cubicBezTo>
                          <a:cubicBezTo>
                            <a:pt x="44465" y="139458"/>
                            <a:pt x="37417" y="138601"/>
                            <a:pt x="31416" y="137173"/>
                          </a:cubicBezTo>
                          <a:cubicBezTo>
                            <a:pt x="25415" y="135649"/>
                            <a:pt x="20272" y="133172"/>
                            <a:pt x="16366" y="129362"/>
                          </a:cubicBezTo>
                          <a:cubicBezTo>
                            <a:pt x="12461" y="125647"/>
                            <a:pt x="9794" y="121171"/>
                            <a:pt x="8461" y="116122"/>
                          </a:cubicBezTo>
                          <a:lnTo>
                            <a:pt x="1126" y="88214"/>
                          </a:lnTo>
                          <a:cubicBezTo>
                            <a:pt x="-207" y="83166"/>
                            <a:pt x="-302" y="78022"/>
                            <a:pt x="555" y="73165"/>
                          </a:cubicBezTo>
                          <a:cubicBezTo>
                            <a:pt x="1412" y="68402"/>
                            <a:pt x="2936" y="63544"/>
                            <a:pt x="5032" y="59163"/>
                          </a:cubicBezTo>
                          <a:cubicBezTo>
                            <a:pt x="7032" y="54686"/>
                            <a:pt x="9985" y="51257"/>
                            <a:pt x="12938" y="47638"/>
                          </a:cubicBezTo>
                          <a:cubicBezTo>
                            <a:pt x="15890" y="43923"/>
                            <a:pt x="19605" y="41541"/>
                            <a:pt x="23701" y="39160"/>
                          </a:cubicBezTo>
                          <a:lnTo>
                            <a:pt x="32368" y="34112"/>
                          </a:lnTo>
                          <a:lnTo>
                            <a:pt x="40655" y="28207"/>
                          </a:lnTo>
                          <a:cubicBezTo>
                            <a:pt x="43513" y="26397"/>
                            <a:pt x="46084" y="23825"/>
                            <a:pt x="48751" y="21634"/>
                          </a:cubicBezTo>
                          <a:cubicBezTo>
                            <a:pt x="51418" y="19348"/>
                            <a:pt x="54181" y="17062"/>
                            <a:pt x="56657" y="14395"/>
                          </a:cubicBezTo>
                          <a:cubicBezTo>
                            <a:pt x="60277" y="10776"/>
                            <a:pt x="64563" y="8109"/>
                            <a:pt x="69040" y="5632"/>
                          </a:cubicBezTo>
                          <a:cubicBezTo>
                            <a:pt x="73516" y="3251"/>
                            <a:pt x="78565" y="1917"/>
                            <a:pt x="83518" y="774"/>
                          </a:cubicBezTo>
                          <a:cubicBezTo>
                            <a:pt x="93424" y="-1131"/>
                            <a:pt x="104092" y="393"/>
                            <a:pt x="112379" y="6299"/>
                          </a:cubicBezTo>
                          <a:lnTo>
                            <a:pt x="135334" y="22777"/>
                          </a:lnTo>
                          <a:cubicBezTo>
                            <a:pt x="143716" y="28778"/>
                            <a:pt x="147812" y="38684"/>
                            <a:pt x="147335" y="50590"/>
                          </a:cubicBezTo>
                          <a:cubicBezTo>
                            <a:pt x="147240" y="56496"/>
                            <a:pt x="145430" y="62782"/>
                            <a:pt x="142573" y="69164"/>
                          </a:cubicBezTo>
                          <a:cubicBezTo>
                            <a:pt x="139906" y="75546"/>
                            <a:pt x="135334" y="81832"/>
                            <a:pt x="129809" y="8745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25" name="Forme libre : forme 16024">
                      <a:extLst>
                        <a:ext uri="{FF2B5EF4-FFF2-40B4-BE49-F238E27FC236}">
                          <a16:creationId xmlns:a16="http://schemas.microsoft.com/office/drawing/2014/main" id="{542830F0-C007-436A-AC47-E00F45B00B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6885" y="3096291"/>
                      <a:ext cx="142055" cy="116519"/>
                    </a:xfrm>
                    <a:custGeom>
                      <a:avLst/>
                      <a:gdLst>
                        <a:gd name="connsiteX0" fmla="*/ 61627 w 142055"/>
                        <a:gd name="connsiteY0" fmla="*/ 72485 h 116519"/>
                        <a:gd name="connsiteX1" fmla="*/ 29718 w 142055"/>
                        <a:gd name="connsiteY1" fmla="*/ 88106 h 116519"/>
                        <a:gd name="connsiteX2" fmla="*/ 0 w 142055"/>
                        <a:gd name="connsiteY2" fmla="*/ 81820 h 116519"/>
                        <a:gd name="connsiteX3" fmla="*/ 3143 w 142055"/>
                        <a:gd name="connsiteY3" fmla="*/ 93916 h 116519"/>
                        <a:gd name="connsiteX4" fmla="*/ 11049 w 142055"/>
                        <a:gd name="connsiteY4" fmla="*/ 107156 h 116519"/>
                        <a:gd name="connsiteX5" fmla="*/ 26099 w 142055"/>
                        <a:gd name="connsiteY5" fmla="*/ 114967 h 116519"/>
                        <a:gd name="connsiteX6" fmla="*/ 46482 w 142055"/>
                        <a:gd name="connsiteY6" fmla="*/ 115919 h 116519"/>
                        <a:gd name="connsiteX7" fmla="*/ 68866 w 142055"/>
                        <a:gd name="connsiteY7" fmla="*/ 108109 h 116519"/>
                        <a:gd name="connsiteX8" fmla="*/ 84201 w 142055"/>
                        <a:gd name="connsiteY8" fmla="*/ 98774 h 116519"/>
                        <a:gd name="connsiteX9" fmla="*/ 98584 w 142055"/>
                        <a:gd name="connsiteY9" fmla="*/ 88297 h 116519"/>
                        <a:gd name="connsiteX10" fmla="*/ 112014 w 142055"/>
                        <a:gd name="connsiteY10" fmla="*/ 77057 h 116519"/>
                        <a:gd name="connsiteX11" fmla="*/ 124492 w 142055"/>
                        <a:gd name="connsiteY11" fmla="*/ 65246 h 116519"/>
                        <a:gd name="connsiteX12" fmla="*/ 137255 w 142055"/>
                        <a:gd name="connsiteY12" fmla="*/ 46958 h 116519"/>
                        <a:gd name="connsiteX13" fmla="*/ 142018 w 142055"/>
                        <a:gd name="connsiteY13" fmla="*/ 28384 h 116519"/>
                        <a:gd name="connsiteX14" fmla="*/ 130016 w 142055"/>
                        <a:gd name="connsiteY14" fmla="*/ 571 h 116519"/>
                        <a:gd name="connsiteX15" fmla="*/ 129254 w 142055"/>
                        <a:gd name="connsiteY15" fmla="*/ 0 h 116519"/>
                        <a:gd name="connsiteX16" fmla="*/ 114681 w 142055"/>
                        <a:gd name="connsiteY16" fmla="*/ 19812 h 116519"/>
                        <a:gd name="connsiteX17" fmla="*/ 106680 w 142055"/>
                        <a:gd name="connsiteY17" fmla="*/ 29146 h 116519"/>
                        <a:gd name="connsiteX18" fmla="*/ 98108 w 142055"/>
                        <a:gd name="connsiteY18" fmla="*/ 38005 h 116519"/>
                        <a:gd name="connsiteX19" fmla="*/ 80391 w 142055"/>
                        <a:gd name="connsiteY19" fmla="*/ 55245 h 116519"/>
                        <a:gd name="connsiteX20" fmla="*/ 61627 w 142055"/>
                        <a:gd name="connsiteY20" fmla="*/ 72485 h 116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2055" h="116519">
                          <a:moveTo>
                            <a:pt x="61627" y="72485"/>
                          </a:moveTo>
                          <a:cubicBezTo>
                            <a:pt x="52578" y="81058"/>
                            <a:pt x="40862" y="86201"/>
                            <a:pt x="29718" y="88106"/>
                          </a:cubicBezTo>
                          <a:cubicBezTo>
                            <a:pt x="18288" y="89249"/>
                            <a:pt x="7906" y="87725"/>
                            <a:pt x="0" y="81820"/>
                          </a:cubicBezTo>
                          <a:lnTo>
                            <a:pt x="3143" y="93916"/>
                          </a:lnTo>
                          <a:cubicBezTo>
                            <a:pt x="4477" y="98965"/>
                            <a:pt x="7144" y="103441"/>
                            <a:pt x="11049" y="107156"/>
                          </a:cubicBezTo>
                          <a:cubicBezTo>
                            <a:pt x="14954" y="110966"/>
                            <a:pt x="20003" y="113538"/>
                            <a:pt x="26099" y="114967"/>
                          </a:cubicBezTo>
                          <a:cubicBezTo>
                            <a:pt x="32099" y="116300"/>
                            <a:pt x="39243" y="117157"/>
                            <a:pt x="46482" y="115919"/>
                          </a:cubicBezTo>
                          <a:cubicBezTo>
                            <a:pt x="53721" y="114490"/>
                            <a:pt x="61627" y="112395"/>
                            <a:pt x="68866" y="108109"/>
                          </a:cubicBezTo>
                          <a:lnTo>
                            <a:pt x="84201" y="98774"/>
                          </a:lnTo>
                          <a:cubicBezTo>
                            <a:pt x="89154" y="95440"/>
                            <a:pt x="93821" y="91821"/>
                            <a:pt x="98584" y="88297"/>
                          </a:cubicBezTo>
                          <a:cubicBezTo>
                            <a:pt x="103442" y="84868"/>
                            <a:pt x="107633" y="80867"/>
                            <a:pt x="112014" y="77057"/>
                          </a:cubicBezTo>
                          <a:cubicBezTo>
                            <a:pt x="116396" y="73247"/>
                            <a:pt x="120682" y="69342"/>
                            <a:pt x="124492" y="65246"/>
                          </a:cubicBezTo>
                          <a:cubicBezTo>
                            <a:pt x="130016" y="59531"/>
                            <a:pt x="134588" y="53340"/>
                            <a:pt x="137255" y="46958"/>
                          </a:cubicBezTo>
                          <a:cubicBezTo>
                            <a:pt x="140113" y="40672"/>
                            <a:pt x="141923" y="34385"/>
                            <a:pt x="142018" y="28384"/>
                          </a:cubicBezTo>
                          <a:cubicBezTo>
                            <a:pt x="142494" y="16478"/>
                            <a:pt x="138398" y="6572"/>
                            <a:pt x="130016" y="571"/>
                          </a:cubicBezTo>
                          <a:lnTo>
                            <a:pt x="129254" y="0"/>
                          </a:lnTo>
                          <a:cubicBezTo>
                            <a:pt x="124682" y="6858"/>
                            <a:pt x="120110" y="13621"/>
                            <a:pt x="114681" y="19812"/>
                          </a:cubicBezTo>
                          <a:lnTo>
                            <a:pt x="106680" y="29146"/>
                          </a:lnTo>
                          <a:lnTo>
                            <a:pt x="98108" y="38005"/>
                          </a:lnTo>
                          <a:cubicBezTo>
                            <a:pt x="92583" y="44101"/>
                            <a:pt x="86106" y="49244"/>
                            <a:pt x="80391" y="55245"/>
                          </a:cubicBezTo>
                          <a:cubicBezTo>
                            <a:pt x="74009" y="60579"/>
                            <a:pt x="68199" y="66865"/>
                            <a:pt x="61627" y="72485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26" name="Forme libre : forme 16025">
                      <a:extLst>
                        <a:ext uri="{FF2B5EF4-FFF2-40B4-BE49-F238E27FC236}">
                          <a16:creationId xmlns:a16="http://schemas.microsoft.com/office/drawing/2014/main" id="{9BD52F2D-4842-402C-941D-89014E19E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3165" y="3111494"/>
                      <a:ext cx="58876" cy="54037"/>
                    </a:xfrm>
                    <a:custGeom>
                      <a:avLst/>
                      <a:gdLst>
                        <a:gd name="connsiteX0" fmla="*/ 54685 w 58876"/>
                        <a:gd name="connsiteY0" fmla="*/ 2990 h 54037"/>
                        <a:gd name="connsiteX1" fmla="*/ 57828 w 58876"/>
                        <a:gd name="connsiteY1" fmla="*/ 20040 h 54037"/>
                        <a:gd name="connsiteX2" fmla="*/ 52589 w 58876"/>
                        <a:gd name="connsiteY2" fmla="*/ 31470 h 54037"/>
                        <a:gd name="connsiteX3" fmla="*/ 42683 w 58876"/>
                        <a:gd name="connsiteY3" fmla="*/ 42424 h 54037"/>
                        <a:gd name="connsiteX4" fmla="*/ 30110 w 58876"/>
                        <a:gd name="connsiteY4" fmla="*/ 50425 h 54037"/>
                        <a:gd name="connsiteX5" fmla="*/ 18013 w 58876"/>
                        <a:gd name="connsiteY5" fmla="*/ 53949 h 54037"/>
                        <a:gd name="connsiteX6" fmla="*/ 1630 w 58876"/>
                        <a:gd name="connsiteY6" fmla="*/ 47567 h 54037"/>
                        <a:gd name="connsiteX7" fmla="*/ 2774 w 58876"/>
                        <a:gd name="connsiteY7" fmla="*/ 30708 h 54037"/>
                        <a:gd name="connsiteX8" fmla="*/ 8584 w 58876"/>
                        <a:gd name="connsiteY8" fmla="*/ 21373 h 54037"/>
                        <a:gd name="connsiteX9" fmla="*/ 17252 w 58876"/>
                        <a:gd name="connsiteY9" fmla="*/ 12610 h 54037"/>
                        <a:gd name="connsiteX10" fmla="*/ 27538 w 58876"/>
                        <a:gd name="connsiteY10" fmla="*/ 5562 h 54037"/>
                        <a:gd name="connsiteX11" fmla="*/ 37730 w 58876"/>
                        <a:gd name="connsiteY11" fmla="*/ 1085 h 54037"/>
                        <a:gd name="connsiteX12" fmla="*/ 54685 w 58876"/>
                        <a:gd name="connsiteY12" fmla="*/ 2990 h 54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876" h="54037">
                          <a:moveTo>
                            <a:pt x="54685" y="2990"/>
                          </a:moveTo>
                          <a:cubicBezTo>
                            <a:pt x="58685" y="6514"/>
                            <a:pt x="60019" y="12896"/>
                            <a:pt x="57828" y="20040"/>
                          </a:cubicBezTo>
                          <a:cubicBezTo>
                            <a:pt x="56780" y="23659"/>
                            <a:pt x="55066" y="27469"/>
                            <a:pt x="52589" y="31470"/>
                          </a:cubicBezTo>
                          <a:cubicBezTo>
                            <a:pt x="50113" y="35280"/>
                            <a:pt x="46588" y="38899"/>
                            <a:pt x="42683" y="42424"/>
                          </a:cubicBezTo>
                          <a:cubicBezTo>
                            <a:pt x="38873" y="46043"/>
                            <a:pt x="34396" y="48520"/>
                            <a:pt x="30110" y="50425"/>
                          </a:cubicBezTo>
                          <a:cubicBezTo>
                            <a:pt x="25824" y="52330"/>
                            <a:pt x="21824" y="53663"/>
                            <a:pt x="18013" y="53949"/>
                          </a:cubicBezTo>
                          <a:cubicBezTo>
                            <a:pt x="10203" y="54521"/>
                            <a:pt x="4297" y="52330"/>
                            <a:pt x="1630" y="47567"/>
                          </a:cubicBezTo>
                          <a:cubicBezTo>
                            <a:pt x="-1037" y="42805"/>
                            <a:pt x="-274" y="36613"/>
                            <a:pt x="2774" y="30708"/>
                          </a:cubicBezTo>
                          <a:cubicBezTo>
                            <a:pt x="4297" y="27660"/>
                            <a:pt x="6107" y="24326"/>
                            <a:pt x="8584" y="21373"/>
                          </a:cubicBezTo>
                          <a:cubicBezTo>
                            <a:pt x="11060" y="18325"/>
                            <a:pt x="14108" y="15563"/>
                            <a:pt x="17252" y="12610"/>
                          </a:cubicBezTo>
                          <a:cubicBezTo>
                            <a:pt x="20490" y="9658"/>
                            <a:pt x="24110" y="7467"/>
                            <a:pt x="27538" y="5562"/>
                          </a:cubicBezTo>
                          <a:cubicBezTo>
                            <a:pt x="30872" y="3562"/>
                            <a:pt x="34396" y="2038"/>
                            <a:pt x="37730" y="1085"/>
                          </a:cubicBezTo>
                          <a:cubicBezTo>
                            <a:pt x="44588" y="-629"/>
                            <a:pt x="50589" y="-534"/>
                            <a:pt x="54685" y="299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27" name="Forme libre : forme 16026">
                      <a:extLst>
                        <a:ext uri="{FF2B5EF4-FFF2-40B4-BE49-F238E27FC236}">
                          <a16:creationId xmlns:a16="http://schemas.microsoft.com/office/drawing/2014/main" id="{1085E33C-4B90-47E0-8EDB-3C099EF6FD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3180" y="3137534"/>
                      <a:ext cx="53717" cy="28089"/>
                    </a:xfrm>
                    <a:custGeom>
                      <a:avLst/>
                      <a:gdLst>
                        <a:gd name="connsiteX0" fmla="*/ 5331 w 53717"/>
                        <a:gd name="connsiteY0" fmla="*/ 0 h 28089"/>
                        <a:gd name="connsiteX1" fmla="*/ 378 w 53717"/>
                        <a:gd name="connsiteY1" fmla="*/ 11430 h 28089"/>
                        <a:gd name="connsiteX2" fmla="*/ 1616 w 53717"/>
                        <a:gd name="connsiteY2" fmla="*/ 21622 h 28089"/>
                        <a:gd name="connsiteX3" fmla="*/ 17999 w 53717"/>
                        <a:gd name="connsiteY3" fmla="*/ 28004 h 28089"/>
                        <a:gd name="connsiteX4" fmla="*/ 30096 w 53717"/>
                        <a:gd name="connsiteY4" fmla="*/ 24479 h 28089"/>
                        <a:gd name="connsiteX5" fmla="*/ 42668 w 53717"/>
                        <a:gd name="connsiteY5" fmla="*/ 16478 h 28089"/>
                        <a:gd name="connsiteX6" fmla="*/ 53717 w 53717"/>
                        <a:gd name="connsiteY6" fmla="*/ 3524 h 28089"/>
                        <a:gd name="connsiteX7" fmla="*/ 46002 w 53717"/>
                        <a:gd name="connsiteY7" fmla="*/ 8858 h 28089"/>
                        <a:gd name="connsiteX8" fmla="*/ 21809 w 53717"/>
                        <a:gd name="connsiteY8" fmla="*/ 11430 h 28089"/>
                        <a:gd name="connsiteX9" fmla="*/ 5331 w 53717"/>
                        <a:gd name="connsiteY9" fmla="*/ 0 h 28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3717" h="28089">
                          <a:moveTo>
                            <a:pt x="5331" y="0"/>
                          </a:moveTo>
                          <a:cubicBezTo>
                            <a:pt x="3045" y="4096"/>
                            <a:pt x="1044" y="7620"/>
                            <a:pt x="378" y="11430"/>
                          </a:cubicBezTo>
                          <a:cubicBezTo>
                            <a:pt x="-385" y="15145"/>
                            <a:pt x="-3" y="18669"/>
                            <a:pt x="1616" y="21622"/>
                          </a:cubicBezTo>
                          <a:cubicBezTo>
                            <a:pt x="4283" y="26289"/>
                            <a:pt x="10188" y="28575"/>
                            <a:pt x="17999" y="28004"/>
                          </a:cubicBezTo>
                          <a:cubicBezTo>
                            <a:pt x="21809" y="27718"/>
                            <a:pt x="25809" y="26289"/>
                            <a:pt x="30096" y="24479"/>
                          </a:cubicBezTo>
                          <a:cubicBezTo>
                            <a:pt x="34382" y="22574"/>
                            <a:pt x="38858" y="20098"/>
                            <a:pt x="42668" y="16478"/>
                          </a:cubicBezTo>
                          <a:cubicBezTo>
                            <a:pt x="47145" y="12383"/>
                            <a:pt x="51336" y="8192"/>
                            <a:pt x="53717" y="3524"/>
                          </a:cubicBezTo>
                          <a:cubicBezTo>
                            <a:pt x="51527" y="5715"/>
                            <a:pt x="48860" y="7525"/>
                            <a:pt x="46002" y="8858"/>
                          </a:cubicBezTo>
                          <a:cubicBezTo>
                            <a:pt x="37811" y="12192"/>
                            <a:pt x="29238" y="13240"/>
                            <a:pt x="21809" y="11430"/>
                          </a:cubicBezTo>
                          <a:cubicBezTo>
                            <a:pt x="14474" y="9620"/>
                            <a:pt x="8664" y="5715"/>
                            <a:pt x="5331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28" name="Forme libre : forme 16027">
                      <a:extLst>
                        <a:ext uri="{FF2B5EF4-FFF2-40B4-BE49-F238E27FC236}">
                          <a16:creationId xmlns:a16="http://schemas.microsoft.com/office/drawing/2014/main" id="{A205888E-B27A-4679-B73E-A1756A734D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8336" y="3111779"/>
                      <a:ext cx="59310" cy="55477"/>
                    </a:xfrm>
                    <a:custGeom>
                      <a:avLst/>
                      <a:gdLst>
                        <a:gd name="connsiteX0" fmla="*/ 55039 w 59310"/>
                        <a:gd name="connsiteY0" fmla="*/ 2896 h 55477"/>
                        <a:gd name="connsiteX1" fmla="*/ 58372 w 59310"/>
                        <a:gd name="connsiteY1" fmla="*/ 20041 h 55477"/>
                        <a:gd name="connsiteX2" fmla="*/ 53038 w 59310"/>
                        <a:gd name="connsiteY2" fmla="*/ 31566 h 55477"/>
                        <a:gd name="connsiteX3" fmla="*/ 43227 w 59310"/>
                        <a:gd name="connsiteY3" fmla="*/ 42901 h 55477"/>
                        <a:gd name="connsiteX4" fmla="*/ 30654 w 59310"/>
                        <a:gd name="connsiteY4" fmla="*/ 51378 h 55477"/>
                        <a:gd name="connsiteX5" fmla="*/ 18367 w 59310"/>
                        <a:gd name="connsiteY5" fmla="*/ 55188 h 55477"/>
                        <a:gd name="connsiteX6" fmla="*/ 8175 w 59310"/>
                        <a:gd name="connsiteY6" fmla="*/ 54331 h 55477"/>
                        <a:gd name="connsiteX7" fmla="*/ 1699 w 59310"/>
                        <a:gd name="connsiteY7" fmla="*/ 49283 h 55477"/>
                        <a:gd name="connsiteX8" fmla="*/ 79 w 59310"/>
                        <a:gd name="connsiteY8" fmla="*/ 41377 h 55477"/>
                        <a:gd name="connsiteX9" fmla="*/ 2746 w 59310"/>
                        <a:gd name="connsiteY9" fmla="*/ 32233 h 55477"/>
                        <a:gd name="connsiteX10" fmla="*/ 8652 w 59310"/>
                        <a:gd name="connsiteY10" fmla="*/ 22708 h 55477"/>
                        <a:gd name="connsiteX11" fmla="*/ 17415 w 59310"/>
                        <a:gd name="connsiteY11" fmla="*/ 13469 h 55477"/>
                        <a:gd name="connsiteX12" fmla="*/ 27702 w 59310"/>
                        <a:gd name="connsiteY12" fmla="*/ 6039 h 55477"/>
                        <a:gd name="connsiteX13" fmla="*/ 38084 w 59310"/>
                        <a:gd name="connsiteY13" fmla="*/ 1467 h 55477"/>
                        <a:gd name="connsiteX14" fmla="*/ 55039 w 59310"/>
                        <a:gd name="connsiteY14" fmla="*/ 2896 h 55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9310" h="55477">
                          <a:moveTo>
                            <a:pt x="55039" y="2896"/>
                          </a:moveTo>
                          <a:cubicBezTo>
                            <a:pt x="59134" y="6325"/>
                            <a:pt x="60373" y="12707"/>
                            <a:pt x="58372" y="20041"/>
                          </a:cubicBezTo>
                          <a:cubicBezTo>
                            <a:pt x="57324" y="23660"/>
                            <a:pt x="55515" y="27566"/>
                            <a:pt x="53038" y="31566"/>
                          </a:cubicBezTo>
                          <a:cubicBezTo>
                            <a:pt x="50657" y="35567"/>
                            <a:pt x="47228" y="39377"/>
                            <a:pt x="43227" y="42901"/>
                          </a:cubicBezTo>
                          <a:cubicBezTo>
                            <a:pt x="39227" y="46425"/>
                            <a:pt x="35131" y="49473"/>
                            <a:pt x="30654" y="51378"/>
                          </a:cubicBezTo>
                          <a:cubicBezTo>
                            <a:pt x="26368" y="53378"/>
                            <a:pt x="22177" y="54617"/>
                            <a:pt x="18367" y="55188"/>
                          </a:cubicBezTo>
                          <a:cubicBezTo>
                            <a:pt x="14652" y="55855"/>
                            <a:pt x="10938" y="55283"/>
                            <a:pt x="8175" y="54331"/>
                          </a:cubicBezTo>
                          <a:cubicBezTo>
                            <a:pt x="5318" y="53283"/>
                            <a:pt x="3127" y="51569"/>
                            <a:pt x="1699" y="49283"/>
                          </a:cubicBezTo>
                          <a:cubicBezTo>
                            <a:pt x="270" y="46997"/>
                            <a:pt x="-207" y="44234"/>
                            <a:pt x="79" y="41377"/>
                          </a:cubicBezTo>
                          <a:cubicBezTo>
                            <a:pt x="270" y="38424"/>
                            <a:pt x="1413" y="35662"/>
                            <a:pt x="2746" y="32233"/>
                          </a:cubicBezTo>
                          <a:cubicBezTo>
                            <a:pt x="4175" y="28994"/>
                            <a:pt x="6175" y="25756"/>
                            <a:pt x="8652" y="22708"/>
                          </a:cubicBezTo>
                          <a:cubicBezTo>
                            <a:pt x="11319" y="19755"/>
                            <a:pt x="13986" y="16422"/>
                            <a:pt x="17415" y="13469"/>
                          </a:cubicBezTo>
                          <a:cubicBezTo>
                            <a:pt x="20749" y="10516"/>
                            <a:pt x="24368" y="8230"/>
                            <a:pt x="27702" y="6039"/>
                          </a:cubicBezTo>
                          <a:cubicBezTo>
                            <a:pt x="31131" y="3944"/>
                            <a:pt x="34655" y="2420"/>
                            <a:pt x="38084" y="1467"/>
                          </a:cubicBezTo>
                          <a:cubicBezTo>
                            <a:pt x="44847" y="-724"/>
                            <a:pt x="50943" y="-628"/>
                            <a:pt x="55039" y="289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29" name="Forme libre : forme 16028">
                      <a:extLst>
                        <a:ext uri="{FF2B5EF4-FFF2-40B4-BE49-F238E27FC236}">
                          <a16:creationId xmlns:a16="http://schemas.microsoft.com/office/drawing/2014/main" id="{4E9C24B8-21D1-43A7-B111-9F681F7847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1101" y="3136770"/>
                      <a:ext cx="98136" cy="58992"/>
                    </a:xfrm>
                    <a:custGeom>
                      <a:avLst/>
                      <a:gdLst>
                        <a:gd name="connsiteX0" fmla="*/ 8072 w 98136"/>
                        <a:gd name="connsiteY0" fmla="*/ 37531 h 58992"/>
                        <a:gd name="connsiteX1" fmla="*/ 17121 w 98136"/>
                        <a:gd name="connsiteY1" fmla="*/ 53723 h 58992"/>
                        <a:gd name="connsiteX2" fmla="*/ 62270 w 98136"/>
                        <a:gd name="connsiteY2" fmla="*/ 52295 h 58992"/>
                        <a:gd name="connsiteX3" fmla="*/ 81415 w 98136"/>
                        <a:gd name="connsiteY3" fmla="*/ 40103 h 58992"/>
                        <a:gd name="connsiteX4" fmla="*/ 95036 w 98136"/>
                        <a:gd name="connsiteY4" fmla="*/ 23434 h 58992"/>
                        <a:gd name="connsiteX5" fmla="*/ 98084 w 98136"/>
                        <a:gd name="connsiteY5" fmla="*/ 9813 h 58992"/>
                        <a:gd name="connsiteX6" fmla="*/ 92083 w 98136"/>
                        <a:gd name="connsiteY6" fmla="*/ 1622 h 58992"/>
                        <a:gd name="connsiteX7" fmla="*/ 76462 w 98136"/>
                        <a:gd name="connsiteY7" fmla="*/ 4193 h 58992"/>
                        <a:gd name="connsiteX8" fmla="*/ 57698 w 98136"/>
                        <a:gd name="connsiteY8" fmla="*/ 7432 h 58992"/>
                        <a:gd name="connsiteX9" fmla="*/ 39886 w 98136"/>
                        <a:gd name="connsiteY9" fmla="*/ 6003 h 58992"/>
                        <a:gd name="connsiteX10" fmla="*/ 21026 w 98136"/>
                        <a:gd name="connsiteY10" fmla="*/ 860 h 58992"/>
                        <a:gd name="connsiteX11" fmla="*/ 3215 w 98136"/>
                        <a:gd name="connsiteY11" fmla="*/ 3717 h 58992"/>
                        <a:gd name="connsiteX12" fmla="*/ 1310 w 98136"/>
                        <a:gd name="connsiteY12" fmla="*/ 20672 h 58992"/>
                        <a:gd name="connsiteX13" fmla="*/ 8072 w 98136"/>
                        <a:gd name="connsiteY13" fmla="*/ 37531 h 589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8136" h="58992">
                          <a:moveTo>
                            <a:pt x="8072" y="37531"/>
                          </a:moveTo>
                          <a:cubicBezTo>
                            <a:pt x="10073" y="43341"/>
                            <a:pt x="12073" y="49437"/>
                            <a:pt x="17121" y="53723"/>
                          </a:cubicBezTo>
                          <a:cubicBezTo>
                            <a:pt x="26551" y="61724"/>
                            <a:pt x="45887" y="60105"/>
                            <a:pt x="62270" y="52295"/>
                          </a:cubicBezTo>
                          <a:cubicBezTo>
                            <a:pt x="69223" y="49342"/>
                            <a:pt x="75509" y="44770"/>
                            <a:pt x="81415" y="40103"/>
                          </a:cubicBezTo>
                          <a:cubicBezTo>
                            <a:pt x="87225" y="35245"/>
                            <a:pt x="91607" y="29339"/>
                            <a:pt x="95036" y="23434"/>
                          </a:cubicBezTo>
                          <a:cubicBezTo>
                            <a:pt x="97512" y="18957"/>
                            <a:pt x="98369" y="13813"/>
                            <a:pt x="98084" y="9813"/>
                          </a:cubicBezTo>
                          <a:cubicBezTo>
                            <a:pt x="97703" y="5717"/>
                            <a:pt x="95798" y="2574"/>
                            <a:pt x="92083" y="1622"/>
                          </a:cubicBezTo>
                          <a:cubicBezTo>
                            <a:pt x="87416" y="288"/>
                            <a:pt x="81986" y="2764"/>
                            <a:pt x="76462" y="4193"/>
                          </a:cubicBezTo>
                          <a:cubicBezTo>
                            <a:pt x="69985" y="5908"/>
                            <a:pt x="63794" y="7146"/>
                            <a:pt x="57698" y="7432"/>
                          </a:cubicBezTo>
                          <a:cubicBezTo>
                            <a:pt x="51411" y="7622"/>
                            <a:pt x="45410" y="7051"/>
                            <a:pt x="39886" y="6003"/>
                          </a:cubicBezTo>
                          <a:cubicBezTo>
                            <a:pt x="35219" y="5241"/>
                            <a:pt x="27694" y="2098"/>
                            <a:pt x="21026" y="860"/>
                          </a:cubicBezTo>
                          <a:cubicBezTo>
                            <a:pt x="14359" y="-283"/>
                            <a:pt x="7692" y="-1045"/>
                            <a:pt x="3215" y="3717"/>
                          </a:cubicBezTo>
                          <a:cubicBezTo>
                            <a:pt x="-786" y="8099"/>
                            <a:pt x="-595" y="14099"/>
                            <a:pt x="1310" y="20672"/>
                          </a:cubicBezTo>
                          <a:cubicBezTo>
                            <a:pt x="3215" y="27053"/>
                            <a:pt x="6739" y="33435"/>
                            <a:pt x="8072" y="3753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30" name="Forme libre : forme 16029">
                      <a:extLst>
                        <a:ext uri="{FF2B5EF4-FFF2-40B4-BE49-F238E27FC236}">
                          <a16:creationId xmlns:a16="http://schemas.microsoft.com/office/drawing/2014/main" id="{5CC56BAE-2162-489B-B37A-5770F52392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302" y="3128013"/>
                      <a:ext cx="19017" cy="26498"/>
                    </a:xfrm>
                    <a:custGeom>
                      <a:avLst/>
                      <a:gdLst>
                        <a:gd name="connsiteX0" fmla="*/ 110 w 19017"/>
                        <a:gd name="connsiteY0" fmla="*/ 19809 h 26498"/>
                        <a:gd name="connsiteX1" fmla="*/ 586 w 19017"/>
                        <a:gd name="connsiteY1" fmla="*/ 24286 h 26498"/>
                        <a:gd name="connsiteX2" fmla="*/ 4396 w 19017"/>
                        <a:gd name="connsiteY2" fmla="*/ 26476 h 26498"/>
                        <a:gd name="connsiteX3" fmla="*/ 8682 w 19017"/>
                        <a:gd name="connsiteY3" fmla="*/ 24286 h 26498"/>
                        <a:gd name="connsiteX4" fmla="*/ 16493 w 19017"/>
                        <a:gd name="connsiteY4" fmla="*/ 14951 h 26498"/>
                        <a:gd name="connsiteX5" fmla="*/ 18683 w 19017"/>
                        <a:gd name="connsiteY5" fmla="*/ 10760 h 26498"/>
                        <a:gd name="connsiteX6" fmla="*/ 16874 w 19017"/>
                        <a:gd name="connsiteY6" fmla="*/ 1807 h 26498"/>
                        <a:gd name="connsiteX7" fmla="*/ 9063 w 19017"/>
                        <a:gd name="connsiteY7" fmla="*/ 1711 h 26498"/>
                        <a:gd name="connsiteX8" fmla="*/ 3062 w 19017"/>
                        <a:gd name="connsiteY8" fmla="*/ 10093 h 26498"/>
                        <a:gd name="connsiteX9" fmla="*/ 110 w 19017"/>
                        <a:gd name="connsiteY9" fmla="*/ 19809 h 2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017" h="26498">
                          <a:moveTo>
                            <a:pt x="110" y="19809"/>
                          </a:moveTo>
                          <a:cubicBezTo>
                            <a:pt x="-81" y="21333"/>
                            <a:pt x="-81" y="22857"/>
                            <a:pt x="586" y="24286"/>
                          </a:cubicBezTo>
                          <a:cubicBezTo>
                            <a:pt x="1253" y="25619"/>
                            <a:pt x="2681" y="26667"/>
                            <a:pt x="4396" y="26476"/>
                          </a:cubicBezTo>
                          <a:cubicBezTo>
                            <a:pt x="6015" y="26381"/>
                            <a:pt x="7444" y="25333"/>
                            <a:pt x="8682" y="24286"/>
                          </a:cubicBezTo>
                          <a:cubicBezTo>
                            <a:pt x="11730" y="21428"/>
                            <a:pt x="14302" y="18190"/>
                            <a:pt x="16493" y="14951"/>
                          </a:cubicBezTo>
                          <a:cubicBezTo>
                            <a:pt x="17445" y="13618"/>
                            <a:pt x="18207" y="12189"/>
                            <a:pt x="18683" y="10760"/>
                          </a:cubicBezTo>
                          <a:cubicBezTo>
                            <a:pt x="19541" y="7808"/>
                            <a:pt x="18683" y="3902"/>
                            <a:pt x="16874" y="1807"/>
                          </a:cubicBezTo>
                          <a:cubicBezTo>
                            <a:pt x="15159" y="-289"/>
                            <a:pt x="12397" y="-860"/>
                            <a:pt x="9063" y="1711"/>
                          </a:cubicBezTo>
                          <a:cubicBezTo>
                            <a:pt x="6491" y="3807"/>
                            <a:pt x="4491" y="6760"/>
                            <a:pt x="3062" y="10093"/>
                          </a:cubicBezTo>
                          <a:cubicBezTo>
                            <a:pt x="1538" y="13427"/>
                            <a:pt x="395" y="16666"/>
                            <a:pt x="110" y="1980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31" name="Forme libre : forme 16030">
                      <a:extLst>
                        <a:ext uri="{FF2B5EF4-FFF2-40B4-BE49-F238E27FC236}">
                          <a16:creationId xmlns:a16="http://schemas.microsoft.com/office/drawing/2014/main" id="{3BCE4C0C-3127-42B3-ABFA-1F0F49AAC7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0615" y="3098291"/>
                      <a:ext cx="12332" cy="60769"/>
                    </a:xfrm>
                    <a:custGeom>
                      <a:avLst/>
                      <a:gdLst>
                        <a:gd name="connsiteX0" fmla="*/ 95 w 12332"/>
                        <a:gd name="connsiteY0" fmla="*/ 0 h 60769"/>
                        <a:gd name="connsiteX1" fmla="*/ 10001 w 12332"/>
                        <a:gd name="connsiteY1" fmla="*/ 13430 h 60769"/>
                        <a:gd name="connsiteX2" fmla="*/ 11906 w 12332"/>
                        <a:gd name="connsiteY2" fmla="*/ 32195 h 60769"/>
                        <a:gd name="connsiteX3" fmla="*/ 0 w 12332"/>
                        <a:gd name="connsiteY3" fmla="*/ 60770 h 60769"/>
                        <a:gd name="connsiteX4" fmla="*/ 3143 w 12332"/>
                        <a:gd name="connsiteY4" fmla="*/ 54769 h 60769"/>
                        <a:gd name="connsiteX5" fmla="*/ 8096 w 12332"/>
                        <a:gd name="connsiteY5" fmla="*/ 39529 h 60769"/>
                        <a:gd name="connsiteX6" fmla="*/ 8668 w 12332"/>
                        <a:gd name="connsiteY6" fmla="*/ 19717 h 60769"/>
                        <a:gd name="connsiteX7" fmla="*/ 95 w 12332"/>
                        <a:gd name="connsiteY7" fmla="*/ 0 h 60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332" h="60769">
                          <a:moveTo>
                            <a:pt x="95" y="0"/>
                          </a:moveTo>
                          <a:cubicBezTo>
                            <a:pt x="95" y="0"/>
                            <a:pt x="6382" y="4001"/>
                            <a:pt x="10001" y="13430"/>
                          </a:cubicBezTo>
                          <a:cubicBezTo>
                            <a:pt x="11716" y="18193"/>
                            <a:pt x="13049" y="24384"/>
                            <a:pt x="11906" y="32195"/>
                          </a:cubicBezTo>
                          <a:cubicBezTo>
                            <a:pt x="10668" y="40005"/>
                            <a:pt x="7715" y="49721"/>
                            <a:pt x="0" y="60770"/>
                          </a:cubicBezTo>
                          <a:cubicBezTo>
                            <a:pt x="0" y="60770"/>
                            <a:pt x="1333" y="58579"/>
                            <a:pt x="3143" y="54769"/>
                          </a:cubicBezTo>
                          <a:cubicBezTo>
                            <a:pt x="5048" y="51054"/>
                            <a:pt x="6953" y="45720"/>
                            <a:pt x="8096" y="39529"/>
                          </a:cubicBezTo>
                          <a:cubicBezTo>
                            <a:pt x="9239" y="33433"/>
                            <a:pt x="10001" y="26670"/>
                            <a:pt x="8668" y="19717"/>
                          </a:cubicBezTo>
                          <a:cubicBezTo>
                            <a:pt x="7525" y="12954"/>
                            <a:pt x="4858" y="6096"/>
                            <a:pt x="9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32" name="Forme libre : forme 16031">
                      <a:extLst>
                        <a:ext uri="{FF2B5EF4-FFF2-40B4-BE49-F238E27FC236}">
                          <a16:creationId xmlns:a16="http://schemas.microsoft.com/office/drawing/2014/main" id="{E2648805-E636-49EE-8282-6421D9DBF5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5643" y="3114865"/>
                      <a:ext cx="22958" cy="49815"/>
                    </a:xfrm>
                    <a:custGeom>
                      <a:avLst/>
                      <a:gdLst>
                        <a:gd name="connsiteX0" fmla="*/ 22959 w 22958"/>
                        <a:gd name="connsiteY0" fmla="*/ 0 h 49815"/>
                        <a:gd name="connsiteX1" fmla="*/ 19054 w 22958"/>
                        <a:gd name="connsiteY1" fmla="*/ 3143 h 49815"/>
                        <a:gd name="connsiteX2" fmla="*/ 10576 w 22958"/>
                        <a:gd name="connsiteY2" fmla="*/ 11906 h 49815"/>
                        <a:gd name="connsiteX3" fmla="*/ 2385 w 22958"/>
                        <a:gd name="connsiteY3" fmla="*/ 26861 h 49815"/>
                        <a:gd name="connsiteX4" fmla="*/ 575 w 22958"/>
                        <a:gd name="connsiteY4" fmla="*/ 49816 h 49815"/>
                        <a:gd name="connsiteX5" fmla="*/ 956 w 22958"/>
                        <a:gd name="connsiteY5" fmla="*/ 44482 h 49815"/>
                        <a:gd name="connsiteX6" fmla="*/ 3623 w 22958"/>
                        <a:gd name="connsiteY6" fmla="*/ 31337 h 49815"/>
                        <a:gd name="connsiteX7" fmla="*/ 10481 w 22958"/>
                        <a:gd name="connsiteY7" fmla="*/ 15431 h 49815"/>
                        <a:gd name="connsiteX8" fmla="*/ 15815 w 22958"/>
                        <a:gd name="connsiteY8" fmla="*/ 7334 h 49815"/>
                        <a:gd name="connsiteX9" fmla="*/ 22959 w 22958"/>
                        <a:gd name="connsiteY9" fmla="*/ 0 h 4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958" h="49815">
                          <a:moveTo>
                            <a:pt x="22959" y="0"/>
                          </a:moveTo>
                          <a:cubicBezTo>
                            <a:pt x="22959" y="0"/>
                            <a:pt x="21340" y="1143"/>
                            <a:pt x="19054" y="3143"/>
                          </a:cubicBezTo>
                          <a:cubicBezTo>
                            <a:pt x="16577" y="4953"/>
                            <a:pt x="13434" y="7811"/>
                            <a:pt x="10576" y="11906"/>
                          </a:cubicBezTo>
                          <a:cubicBezTo>
                            <a:pt x="7624" y="15907"/>
                            <a:pt x="4385" y="20479"/>
                            <a:pt x="2385" y="26861"/>
                          </a:cubicBezTo>
                          <a:cubicBezTo>
                            <a:pt x="385" y="33338"/>
                            <a:pt x="-758" y="40767"/>
                            <a:pt x="575" y="49816"/>
                          </a:cubicBezTo>
                          <a:cubicBezTo>
                            <a:pt x="575" y="49816"/>
                            <a:pt x="575" y="47720"/>
                            <a:pt x="956" y="44482"/>
                          </a:cubicBezTo>
                          <a:cubicBezTo>
                            <a:pt x="1433" y="41243"/>
                            <a:pt x="2194" y="36576"/>
                            <a:pt x="3623" y="31337"/>
                          </a:cubicBezTo>
                          <a:cubicBezTo>
                            <a:pt x="5052" y="26194"/>
                            <a:pt x="7243" y="20574"/>
                            <a:pt x="10481" y="15431"/>
                          </a:cubicBezTo>
                          <a:cubicBezTo>
                            <a:pt x="12005" y="12573"/>
                            <a:pt x="13720" y="9906"/>
                            <a:pt x="15815" y="7334"/>
                          </a:cubicBezTo>
                          <a:cubicBezTo>
                            <a:pt x="17911" y="4953"/>
                            <a:pt x="20292" y="2667"/>
                            <a:pt x="2295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33" name="Forme libre : forme 16032">
                      <a:extLst>
                        <a:ext uri="{FF2B5EF4-FFF2-40B4-BE49-F238E27FC236}">
                          <a16:creationId xmlns:a16="http://schemas.microsoft.com/office/drawing/2014/main" id="{64D17823-029C-4779-BE1E-A299EEB93F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1131" y="3119437"/>
                      <a:ext cx="23071" cy="16844"/>
                    </a:xfrm>
                    <a:custGeom>
                      <a:avLst/>
                      <a:gdLst>
                        <a:gd name="connsiteX0" fmla="*/ 22812 w 23071"/>
                        <a:gd name="connsiteY0" fmla="*/ 2381 h 16844"/>
                        <a:gd name="connsiteX1" fmla="*/ 13573 w 23071"/>
                        <a:gd name="connsiteY1" fmla="*/ 14669 h 16844"/>
                        <a:gd name="connsiteX2" fmla="*/ 143 w 23071"/>
                        <a:gd name="connsiteY2" fmla="*/ 13906 h 16844"/>
                        <a:gd name="connsiteX3" fmla="*/ 9382 w 23071"/>
                        <a:gd name="connsiteY3" fmla="*/ 2477 h 16844"/>
                        <a:gd name="connsiteX4" fmla="*/ 17859 w 23071"/>
                        <a:gd name="connsiteY4" fmla="*/ 0 h 16844"/>
                        <a:gd name="connsiteX5" fmla="*/ 22812 w 23071"/>
                        <a:gd name="connsiteY5" fmla="*/ 2381 h 168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071" h="16844">
                          <a:moveTo>
                            <a:pt x="22812" y="2381"/>
                          </a:moveTo>
                          <a:cubicBezTo>
                            <a:pt x="24145" y="5715"/>
                            <a:pt x="20240" y="11621"/>
                            <a:pt x="13573" y="14669"/>
                          </a:cubicBezTo>
                          <a:cubicBezTo>
                            <a:pt x="7096" y="17907"/>
                            <a:pt x="1190" y="17431"/>
                            <a:pt x="143" y="13906"/>
                          </a:cubicBezTo>
                          <a:cubicBezTo>
                            <a:pt x="-810" y="10478"/>
                            <a:pt x="3095" y="5429"/>
                            <a:pt x="9382" y="2477"/>
                          </a:cubicBezTo>
                          <a:cubicBezTo>
                            <a:pt x="12525" y="1048"/>
                            <a:pt x="15383" y="0"/>
                            <a:pt x="17859" y="0"/>
                          </a:cubicBezTo>
                          <a:cubicBezTo>
                            <a:pt x="20240" y="0"/>
                            <a:pt x="22145" y="762"/>
                            <a:pt x="22812" y="238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34" name="Forme libre : forme 16033">
                      <a:extLst>
                        <a:ext uri="{FF2B5EF4-FFF2-40B4-BE49-F238E27FC236}">
                          <a16:creationId xmlns:a16="http://schemas.microsoft.com/office/drawing/2014/main" id="{9D2880DE-366C-4408-91C9-CBFB6706C8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9651" y="3117439"/>
                      <a:ext cx="6367" cy="6378"/>
                    </a:xfrm>
                    <a:custGeom>
                      <a:avLst/>
                      <a:gdLst>
                        <a:gd name="connsiteX0" fmla="*/ 5625 w 6367"/>
                        <a:gd name="connsiteY0" fmla="*/ 665 h 6378"/>
                        <a:gd name="connsiteX1" fmla="*/ 5149 w 6367"/>
                        <a:gd name="connsiteY1" fmla="*/ 5142 h 6378"/>
                        <a:gd name="connsiteX2" fmla="*/ 672 w 6367"/>
                        <a:gd name="connsiteY2" fmla="*/ 5713 h 6378"/>
                        <a:gd name="connsiteX3" fmla="*/ 1148 w 6367"/>
                        <a:gd name="connsiteY3" fmla="*/ 1237 h 6378"/>
                        <a:gd name="connsiteX4" fmla="*/ 5625 w 6367"/>
                        <a:gd name="connsiteY4" fmla="*/ 665 h 6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67" h="6378">
                          <a:moveTo>
                            <a:pt x="5625" y="665"/>
                          </a:moveTo>
                          <a:cubicBezTo>
                            <a:pt x="6768" y="1713"/>
                            <a:pt x="6578" y="3713"/>
                            <a:pt x="5149" y="5142"/>
                          </a:cubicBezTo>
                          <a:cubicBezTo>
                            <a:pt x="3815" y="6571"/>
                            <a:pt x="1815" y="6761"/>
                            <a:pt x="672" y="5713"/>
                          </a:cubicBezTo>
                          <a:cubicBezTo>
                            <a:pt x="-375" y="4570"/>
                            <a:pt x="-185" y="2570"/>
                            <a:pt x="1148" y="1237"/>
                          </a:cubicBezTo>
                          <a:cubicBezTo>
                            <a:pt x="2577" y="-192"/>
                            <a:pt x="4578" y="-383"/>
                            <a:pt x="5625" y="6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35" name="Forme libre : forme 16034">
                      <a:extLst>
                        <a:ext uri="{FF2B5EF4-FFF2-40B4-BE49-F238E27FC236}">
                          <a16:creationId xmlns:a16="http://schemas.microsoft.com/office/drawing/2014/main" id="{2FD56CE9-1547-4E83-A6BE-32C4C5AD17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2550" y="3084992"/>
                      <a:ext cx="68525" cy="28603"/>
                    </a:xfrm>
                    <a:custGeom>
                      <a:avLst/>
                      <a:gdLst>
                        <a:gd name="connsiteX0" fmla="*/ 42822 w 68525"/>
                        <a:gd name="connsiteY0" fmla="*/ 631 h 28603"/>
                        <a:gd name="connsiteX1" fmla="*/ 65015 w 68525"/>
                        <a:gd name="connsiteY1" fmla="*/ 11776 h 28603"/>
                        <a:gd name="connsiteX2" fmla="*/ 67777 w 68525"/>
                        <a:gd name="connsiteY2" fmla="*/ 20443 h 28603"/>
                        <a:gd name="connsiteX3" fmla="*/ 59014 w 68525"/>
                        <a:gd name="connsiteY3" fmla="*/ 23396 h 28603"/>
                        <a:gd name="connsiteX4" fmla="*/ 32058 w 68525"/>
                        <a:gd name="connsiteY4" fmla="*/ 19776 h 28603"/>
                        <a:gd name="connsiteX5" fmla="*/ 24724 w 68525"/>
                        <a:gd name="connsiteY5" fmla="*/ 22729 h 28603"/>
                        <a:gd name="connsiteX6" fmla="*/ 14151 w 68525"/>
                        <a:gd name="connsiteY6" fmla="*/ 26920 h 28603"/>
                        <a:gd name="connsiteX7" fmla="*/ 54 w 68525"/>
                        <a:gd name="connsiteY7" fmla="*/ 25015 h 28603"/>
                        <a:gd name="connsiteX8" fmla="*/ 8532 w 68525"/>
                        <a:gd name="connsiteY8" fmla="*/ 11490 h 28603"/>
                        <a:gd name="connsiteX9" fmla="*/ 23010 w 68525"/>
                        <a:gd name="connsiteY9" fmla="*/ 2155 h 28603"/>
                        <a:gd name="connsiteX10" fmla="*/ 42822 w 68525"/>
                        <a:gd name="connsiteY10" fmla="*/ 631 h 28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8525" h="28603">
                          <a:moveTo>
                            <a:pt x="42822" y="631"/>
                          </a:moveTo>
                          <a:cubicBezTo>
                            <a:pt x="51204" y="2155"/>
                            <a:pt x="58633" y="6537"/>
                            <a:pt x="65015" y="11776"/>
                          </a:cubicBezTo>
                          <a:cubicBezTo>
                            <a:pt x="67396" y="13681"/>
                            <a:pt x="69777" y="17014"/>
                            <a:pt x="67777" y="20443"/>
                          </a:cubicBezTo>
                          <a:cubicBezTo>
                            <a:pt x="66063" y="23586"/>
                            <a:pt x="61967" y="23872"/>
                            <a:pt x="59014" y="23396"/>
                          </a:cubicBezTo>
                          <a:cubicBezTo>
                            <a:pt x="49870" y="21872"/>
                            <a:pt x="41583" y="18062"/>
                            <a:pt x="32058" y="19776"/>
                          </a:cubicBezTo>
                          <a:cubicBezTo>
                            <a:pt x="30534" y="20062"/>
                            <a:pt x="27867" y="21205"/>
                            <a:pt x="24724" y="22729"/>
                          </a:cubicBezTo>
                          <a:cubicBezTo>
                            <a:pt x="21581" y="24253"/>
                            <a:pt x="17866" y="25873"/>
                            <a:pt x="14151" y="26920"/>
                          </a:cubicBezTo>
                          <a:cubicBezTo>
                            <a:pt x="6912" y="29206"/>
                            <a:pt x="531" y="29683"/>
                            <a:pt x="54" y="25015"/>
                          </a:cubicBezTo>
                          <a:cubicBezTo>
                            <a:pt x="-517" y="20158"/>
                            <a:pt x="3483" y="15490"/>
                            <a:pt x="8532" y="11490"/>
                          </a:cubicBezTo>
                          <a:cubicBezTo>
                            <a:pt x="13389" y="7013"/>
                            <a:pt x="19676" y="3775"/>
                            <a:pt x="23010" y="2155"/>
                          </a:cubicBezTo>
                          <a:cubicBezTo>
                            <a:pt x="29391" y="-321"/>
                            <a:pt x="36535" y="-416"/>
                            <a:pt x="42822" y="63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64" name="Graphique 1">
                    <a:extLst>
                      <a:ext uri="{FF2B5EF4-FFF2-40B4-BE49-F238E27FC236}">
                        <a16:creationId xmlns:a16="http://schemas.microsoft.com/office/drawing/2014/main" id="{BCDD7C44-F2A9-448C-9243-E1075B94007C}"/>
                      </a:ext>
                    </a:extLst>
                  </p:cNvPr>
                  <p:cNvGrpSpPr/>
                  <p:nvPr/>
                </p:nvGrpSpPr>
                <p:grpSpPr>
                  <a:xfrm>
                    <a:off x="2569726" y="2947939"/>
                    <a:ext cx="131373" cy="154267"/>
                    <a:chOff x="2569726" y="2947939"/>
                    <a:chExt cx="131373" cy="154267"/>
                  </a:xfrm>
                  <a:solidFill>
                    <a:schemeClr val="accent1"/>
                  </a:solidFill>
                </p:grpSpPr>
                <p:sp>
                  <p:nvSpPr>
                    <p:cNvPr id="16012" name="Forme libre : forme 16011">
                      <a:extLst>
                        <a:ext uri="{FF2B5EF4-FFF2-40B4-BE49-F238E27FC236}">
                          <a16:creationId xmlns:a16="http://schemas.microsoft.com/office/drawing/2014/main" id="{03580234-62F8-4EBD-9F02-E511C1346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9726" y="2947939"/>
                      <a:ext cx="131373" cy="154267"/>
                    </a:xfrm>
                    <a:custGeom>
                      <a:avLst/>
                      <a:gdLst>
                        <a:gd name="connsiteX0" fmla="*/ 123566 w 131373"/>
                        <a:gd name="connsiteY0" fmla="*/ 78819 h 154267"/>
                        <a:gd name="connsiteX1" fmla="*/ 95182 w 131373"/>
                        <a:gd name="connsiteY1" fmla="*/ 127302 h 154267"/>
                        <a:gd name="connsiteX2" fmla="*/ 82514 w 131373"/>
                        <a:gd name="connsiteY2" fmla="*/ 142447 h 154267"/>
                        <a:gd name="connsiteX3" fmla="*/ 67083 w 131373"/>
                        <a:gd name="connsiteY3" fmla="*/ 151781 h 154267"/>
                        <a:gd name="connsiteX4" fmla="*/ 37175 w 131373"/>
                        <a:gd name="connsiteY4" fmla="*/ 149019 h 154267"/>
                        <a:gd name="connsiteX5" fmla="*/ 14220 w 131373"/>
                        <a:gd name="connsiteY5" fmla="*/ 132541 h 154267"/>
                        <a:gd name="connsiteX6" fmla="*/ 218 w 131373"/>
                        <a:gd name="connsiteY6" fmla="*/ 106728 h 154267"/>
                        <a:gd name="connsiteX7" fmla="*/ 1265 w 131373"/>
                        <a:gd name="connsiteY7" fmla="*/ 90726 h 154267"/>
                        <a:gd name="connsiteX8" fmla="*/ 8123 w 131373"/>
                        <a:gd name="connsiteY8" fmla="*/ 74533 h 154267"/>
                        <a:gd name="connsiteX9" fmla="*/ 36984 w 131373"/>
                        <a:gd name="connsiteY9" fmla="*/ 26813 h 154267"/>
                        <a:gd name="connsiteX10" fmla="*/ 65083 w 131373"/>
                        <a:gd name="connsiteY10" fmla="*/ 2619 h 154267"/>
                        <a:gd name="connsiteX11" fmla="*/ 94611 w 131373"/>
                        <a:gd name="connsiteY11" fmla="*/ 4906 h 154267"/>
                        <a:gd name="connsiteX12" fmla="*/ 117280 w 131373"/>
                        <a:gd name="connsiteY12" fmla="*/ 20717 h 154267"/>
                        <a:gd name="connsiteX13" fmla="*/ 131091 w 131373"/>
                        <a:gd name="connsiteY13" fmla="*/ 46149 h 154267"/>
                        <a:gd name="connsiteX14" fmla="*/ 123566 w 131373"/>
                        <a:gd name="connsiteY14" fmla="*/ 78819 h 154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31373" h="154267">
                          <a:moveTo>
                            <a:pt x="123566" y="78819"/>
                          </a:moveTo>
                          <a:lnTo>
                            <a:pt x="95182" y="127302"/>
                          </a:lnTo>
                          <a:cubicBezTo>
                            <a:pt x="91658" y="133207"/>
                            <a:pt x="87467" y="138256"/>
                            <a:pt x="82514" y="142447"/>
                          </a:cubicBezTo>
                          <a:cubicBezTo>
                            <a:pt x="77561" y="146638"/>
                            <a:pt x="72513" y="149781"/>
                            <a:pt x="67083" y="151781"/>
                          </a:cubicBezTo>
                          <a:cubicBezTo>
                            <a:pt x="56225" y="155782"/>
                            <a:pt x="45462" y="155019"/>
                            <a:pt x="37175" y="149019"/>
                          </a:cubicBezTo>
                          <a:lnTo>
                            <a:pt x="14220" y="132541"/>
                          </a:lnTo>
                          <a:cubicBezTo>
                            <a:pt x="5933" y="126540"/>
                            <a:pt x="1265" y="116919"/>
                            <a:pt x="218" y="106728"/>
                          </a:cubicBezTo>
                          <a:cubicBezTo>
                            <a:pt x="-259" y="101680"/>
                            <a:pt x="27" y="96060"/>
                            <a:pt x="1265" y="90726"/>
                          </a:cubicBezTo>
                          <a:cubicBezTo>
                            <a:pt x="2599" y="85392"/>
                            <a:pt x="4790" y="79772"/>
                            <a:pt x="8123" y="74533"/>
                          </a:cubicBezTo>
                          <a:lnTo>
                            <a:pt x="36984" y="26813"/>
                          </a:lnTo>
                          <a:cubicBezTo>
                            <a:pt x="44128" y="15288"/>
                            <a:pt x="54415" y="6620"/>
                            <a:pt x="65083" y="2619"/>
                          </a:cubicBezTo>
                          <a:cubicBezTo>
                            <a:pt x="75561" y="-1476"/>
                            <a:pt x="86419" y="-809"/>
                            <a:pt x="94611" y="4906"/>
                          </a:cubicBezTo>
                          <a:lnTo>
                            <a:pt x="117280" y="20717"/>
                          </a:lnTo>
                          <a:cubicBezTo>
                            <a:pt x="125472" y="26432"/>
                            <a:pt x="129948" y="35671"/>
                            <a:pt x="131091" y="46149"/>
                          </a:cubicBezTo>
                          <a:cubicBezTo>
                            <a:pt x="132234" y="56341"/>
                            <a:pt x="129948" y="67961"/>
                            <a:pt x="123566" y="78819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13" name="Forme libre : forme 16012">
                      <a:extLst>
                        <a:ext uri="{FF2B5EF4-FFF2-40B4-BE49-F238E27FC236}">
                          <a16:creationId xmlns:a16="http://schemas.microsoft.com/office/drawing/2014/main" id="{E5A90219-7709-4953-92F6-D48E11921E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6900" y="2967990"/>
                      <a:ext cx="104161" cy="134121"/>
                    </a:xfrm>
                    <a:custGeom>
                      <a:avLst/>
                      <a:gdLst>
                        <a:gd name="connsiteX0" fmla="*/ 44577 w 104161"/>
                        <a:gd name="connsiteY0" fmla="*/ 81248 h 134121"/>
                        <a:gd name="connsiteX1" fmla="*/ 26575 w 104161"/>
                        <a:gd name="connsiteY1" fmla="*/ 108966 h 134121"/>
                        <a:gd name="connsiteX2" fmla="*/ 0 w 104161"/>
                        <a:gd name="connsiteY2" fmla="*/ 121729 h 134121"/>
                        <a:gd name="connsiteX3" fmla="*/ 9906 w 104161"/>
                        <a:gd name="connsiteY3" fmla="*/ 128873 h 134121"/>
                        <a:gd name="connsiteX4" fmla="*/ 39814 w 104161"/>
                        <a:gd name="connsiteY4" fmla="*/ 131636 h 134121"/>
                        <a:gd name="connsiteX5" fmla="*/ 55245 w 104161"/>
                        <a:gd name="connsiteY5" fmla="*/ 122301 h 134121"/>
                        <a:gd name="connsiteX6" fmla="*/ 67913 w 104161"/>
                        <a:gd name="connsiteY6" fmla="*/ 107156 h 134121"/>
                        <a:gd name="connsiteX7" fmla="*/ 96298 w 104161"/>
                        <a:gd name="connsiteY7" fmla="*/ 58674 h 134121"/>
                        <a:gd name="connsiteX8" fmla="*/ 103918 w 104161"/>
                        <a:gd name="connsiteY8" fmla="*/ 25908 h 134121"/>
                        <a:gd name="connsiteX9" fmla="*/ 90106 w 104161"/>
                        <a:gd name="connsiteY9" fmla="*/ 476 h 134121"/>
                        <a:gd name="connsiteX10" fmla="*/ 89345 w 104161"/>
                        <a:gd name="connsiteY10" fmla="*/ 0 h 134121"/>
                        <a:gd name="connsiteX11" fmla="*/ 44577 w 104161"/>
                        <a:gd name="connsiteY11" fmla="*/ 81248 h 134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4161" h="134121">
                          <a:moveTo>
                            <a:pt x="44577" y="81248"/>
                          </a:moveTo>
                          <a:cubicBezTo>
                            <a:pt x="40767" y="92012"/>
                            <a:pt x="34480" y="101822"/>
                            <a:pt x="26575" y="108966"/>
                          </a:cubicBezTo>
                          <a:cubicBezTo>
                            <a:pt x="18860" y="116300"/>
                            <a:pt x="9239" y="120777"/>
                            <a:pt x="0" y="121729"/>
                          </a:cubicBezTo>
                          <a:lnTo>
                            <a:pt x="9906" y="128873"/>
                          </a:lnTo>
                          <a:cubicBezTo>
                            <a:pt x="18193" y="134874"/>
                            <a:pt x="28956" y="135636"/>
                            <a:pt x="39814" y="131636"/>
                          </a:cubicBezTo>
                          <a:cubicBezTo>
                            <a:pt x="45339" y="129635"/>
                            <a:pt x="50387" y="126492"/>
                            <a:pt x="55245" y="122301"/>
                          </a:cubicBezTo>
                          <a:cubicBezTo>
                            <a:pt x="60198" y="118110"/>
                            <a:pt x="64389" y="113062"/>
                            <a:pt x="67913" y="107156"/>
                          </a:cubicBezTo>
                          <a:lnTo>
                            <a:pt x="96298" y="58674"/>
                          </a:lnTo>
                          <a:cubicBezTo>
                            <a:pt x="102679" y="47815"/>
                            <a:pt x="104965" y="36195"/>
                            <a:pt x="103918" y="25908"/>
                          </a:cubicBezTo>
                          <a:cubicBezTo>
                            <a:pt x="102679" y="15430"/>
                            <a:pt x="98298" y="6191"/>
                            <a:pt x="90106" y="476"/>
                          </a:cubicBezTo>
                          <a:lnTo>
                            <a:pt x="89345" y="0"/>
                          </a:lnTo>
                          <a:cubicBezTo>
                            <a:pt x="73343" y="26575"/>
                            <a:pt x="55245" y="50768"/>
                            <a:pt x="44577" y="8124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14" name="Forme libre : forme 16013">
                      <a:extLst>
                        <a:ext uri="{FF2B5EF4-FFF2-40B4-BE49-F238E27FC236}">
                          <a16:creationId xmlns:a16="http://schemas.microsoft.com/office/drawing/2014/main" id="{A2C169E4-15D3-4A43-B966-8FDC8D7B68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8857" y="2986160"/>
                      <a:ext cx="48022" cy="62415"/>
                    </a:xfrm>
                    <a:custGeom>
                      <a:avLst/>
                      <a:gdLst>
                        <a:gd name="connsiteX0" fmla="*/ 41765 w 48022"/>
                        <a:gd name="connsiteY0" fmla="*/ 1737 h 62415"/>
                        <a:gd name="connsiteX1" fmla="*/ 40527 w 48022"/>
                        <a:gd name="connsiteY1" fmla="*/ 40884 h 62415"/>
                        <a:gd name="connsiteX2" fmla="*/ 6523 w 48022"/>
                        <a:gd name="connsiteY2" fmla="*/ 60792 h 62415"/>
                        <a:gd name="connsiteX3" fmla="*/ 7571 w 48022"/>
                        <a:gd name="connsiteY3" fmla="*/ 21453 h 62415"/>
                        <a:gd name="connsiteX4" fmla="*/ 41765 w 48022"/>
                        <a:gd name="connsiteY4" fmla="*/ 1737 h 624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022" h="62415">
                          <a:moveTo>
                            <a:pt x="41765" y="1737"/>
                          </a:moveTo>
                          <a:cubicBezTo>
                            <a:pt x="50624" y="7356"/>
                            <a:pt x="49957" y="24597"/>
                            <a:pt x="40527" y="40884"/>
                          </a:cubicBezTo>
                          <a:cubicBezTo>
                            <a:pt x="31002" y="57267"/>
                            <a:pt x="15572" y="66316"/>
                            <a:pt x="6523" y="60792"/>
                          </a:cubicBezTo>
                          <a:cubicBezTo>
                            <a:pt x="-2526" y="55267"/>
                            <a:pt x="-2145" y="37836"/>
                            <a:pt x="7571" y="21453"/>
                          </a:cubicBezTo>
                          <a:cubicBezTo>
                            <a:pt x="17286" y="4880"/>
                            <a:pt x="32907" y="-3978"/>
                            <a:pt x="41765" y="173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15" name="Forme libre : forme 16014">
                      <a:extLst>
                        <a:ext uri="{FF2B5EF4-FFF2-40B4-BE49-F238E27FC236}">
                          <a16:creationId xmlns:a16="http://schemas.microsoft.com/office/drawing/2014/main" id="{F04B1BCF-4BE1-440C-BB1B-4916BBBB0F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8784" y="3012757"/>
                      <a:ext cx="46505" cy="35760"/>
                    </a:xfrm>
                    <a:custGeom>
                      <a:avLst/>
                      <a:gdLst>
                        <a:gd name="connsiteX0" fmla="*/ 595 w 46505"/>
                        <a:gd name="connsiteY0" fmla="*/ 12954 h 35760"/>
                        <a:gd name="connsiteX1" fmla="*/ 6500 w 46505"/>
                        <a:gd name="connsiteY1" fmla="*/ 34100 h 35760"/>
                        <a:gd name="connsiteX2" fmla="*/ 40505 w 46505"/>
                        <a:gd name="connsiteY2" fmla="*/ 14192 h 35760"/>
                        <a:gd name="connsiteX3" fmla="*/ 46505 w 46505"/>
                        <a:gd name="connsiteY3" fmla="*/ 0 h 35760"/>
                        <a:gd name="connsiteX4" fmla="*/ 41076 w 46505"/>
                        <a:gd name="connsiteY4" fmla="*/ 6572 h 35760"/>
                        <a:gd name="connsiteX5" fmla="*/ 595 w 46505"/>
                        <a:gd name="connsiteY5" fmla="*/ 12954 h 35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6505" h="35760">
                          <a:moveTo>
                            <a:pt x="595" y="12954"/>
                          </a:moveTo>
                          <a:cubicBezTo>
                            <a:pt x="-1120" y="22479"/>
                            <a:pt x="880" y="30671"/>
                            <a:pt x="6500" y="34100"/>
                          </a:cubicBezTo>
                          <a:cubicBezTo>
                            <a:pt x="15644" y="39719"/>
                            <a:pt x="30980" y="30575"/>
                            <a:pt x="40505" y="14192"/>
                          </a:cubicBezTo>
                          <a:cubicBezTo>
                            <a:pt x="43267" y="9335"/>
                            <a:pt x="45267" y="4572"/>
                            <a:pt x="46505" y="0"/>
                          </a:cubicBezTo>
                          <a:cubicBezTo>
                            <a:pt x="44981" y="2381"/>
                            <a:pt x="43172" y="4667"/>
                            <a:pt x="41076" y="6572"/>
                          </a:cubicBezTo>
                          <a:cubicBezTo>
                            <a:pt x="28408" y="16669"/>
                            <a:pt x="11167" y="20669"/>
                            <a:pt x="595" y="12954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16" name="Forme libre : forme 16015">
                      <a:extLst>
                        <a:ext uri="{FF2B5EF4-FFF2-40B4-BE49-F238E27FC236}">
                          <a16:creationId xmlns:a16="http://schemas.microsoft.com/office/drawing/2014/main" id="{653B64BB-FC6B-4462-8BBA-2E9089F510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4154" y="2985424"/>
                      <a:ext cx="48059" cy="62285"/>
                    </a:xfrm>
                    <a:custGeom>
                      <a:avLst/>
                      <a:gdLst>
                        <a:gd name="connsiteX0" fmla="*/ 41802 w 48059"/>
                        <a:gd name="connsiteY0" fmla="*/ 1711 h 62285"/>
                        <a:gd name="connsiteX1" fmla="*/ 40564 w 48059"/>
                        <a:gd name="connsiteY1" fmla="*/ 40763 h 62285"/>
                        <a:gd name="connsiteX2" fmla="*/ 6560 w 48059"/>
                        <a:gd name="connsiteY2" fmla="*/ 60670 h 62285"/>
                        <a:gd name="connsiteX3" fmla="*/ 7608 w 48059"/>
                        <a:gd name="connsiteY3" fmla="*/ 21237 h 62285"/>
                        <a:gd name="connsiteX4" fmla="*/ 41802 w 48059"/>
                        <a:gd name="connsiteY4" fmla="*/ 1711 h 62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059" h="62285">
                          <a:moveTo>
                            <a:pt x="41802" y="1711"/>
                          </a:moveTo>
                          <a:cubicBezTo>
                            <a:pt x="50661" y="7426"/>
                            <a:pt x="49994" y="24571"/>
                            <a:pt x="40564" y="40763"/>
                          </a:cubicBezTo>
                          <a:cubicBezTo>
                            <a:pt x="31039" y="57051"/>
                            <a:pt x="15704" y="66195"/>
                            <a:pt x="6560" y="60670"/>
                          </a:cubicBezTo>
                          <a:cubicBezTo>
                            <a:pt x="-2584" y="55146"/>
                            <a:pt x="-2108" y="37620"/>
                            <a:pt x="7608" y="21237"/>
                          </a:cubicBezTo>
                          <a:cubicBezTo>
                            <a:pt x="17418" y="4759"/>
                            <a:pt x="33040" y="-3909"/>
                            <a:pt x="41802" y="171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17" name="Forme libre : forme 16016">
                      <a:extLst>
                        <a:ext uri="{FF2B5EF4-FFF2-40B4-BE49-F238E27FC236}">
                          <a16:creationId xmlns:a16="http://schemas.microsoft.com/office/drawing/2014/main" id="{FA6929F5-3215-4BA7-BBC8-8541AA5C18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9006" y="3009393"/>
                      <a:ext cx="90629" cy="71681"/>
                    </a:xfrm>
                    <a:custGeom>
                      <a:avLst/>
                      <a:gdLst>
                        <a:gd name="connsiteX0" fmla="*/ 22944 w 90629"/>
                        <a:gd name="connsiteY0" fmla="*/ 63753 h 71681"/>
                        <a:gd name="connsiteX1" fmla="*/ 39231 w 90629"/>
                        <a:gd name="connsiteY1" fmla="*/ 71563 h 71681"/>
                        <a:gd name="connsiteX2" fmla="*/ 74283 w 90629"/>
                        <a:gd name="connsiteY2" fmla="*/ 51180 h 71681"/>
                        <a:gd name="connsiteX3" fmla="*/ 90380 w 90629"/>
                        <a:gd name="connsiteY3" fmla="*/ 18700 h 71681"/>
                        <a:gd name="connsiteX4" fmla="*/ 81427 w 90629"/>
                        <a:gd name="connsiteY4" fmla="*/ 31 h 71681"/>
                        <a:gd name="connsiteX5" fmla="*/ 67615 w 90629"/>
                        <a:gd name="connsiteY5" fmla="*/ 5650 h 71681"/>
                        <a:gd name="connsiteX6" fmla="*/ 34564 w 90629"/>
                        <a:gd name="connsiteY6" fmla="*/ 20128 h 71681"/>
                        <a:gd name="connsiteX7" fmla="*/ 369 w 90629"/>
                        <a:gd name="connsiteY7" fmla="*/ 38797 h 71681"/>
                        <a:gd name="connsiteX8" fmla="*/ 22944 w 90629"/>
                        <a:gd name="connsiteY8" fmla="*/ 63753 h 71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0629" h="71681">
                          <a:moveTo>
                            <a:pt x="22944" y="63753"/>
                          </a:moveTo>
                          <a:cubicBezTo>
                            <a:pt x="27896" y="67277"/>
                            <a:pt x="32945" y="70897"/>
                            <a:pt x="39231" y="71563"/>
                          </a:cubicBezTo>
                          <a:cubicBezTo>
                            <a:pt x="51328" y="72897"/>
                            <a:pt x="64758" y="62705"/>
                            <a:pt x="74283" y="51180"/>
                          </a:cubicBezTo>
                          <a:cubicBezTo>
                            <a:pt x="82284" y="41560"/>
                            <a:pt x="88761" y="30129"/>
                            <a:pt x="90380" y="18700"/>
                          </a:cubicBezTo>
                          <a:cubicBezTo>
                            <a:pt x="91523" y="10222"/>
                            <a:pt x="88761" y="602"/>
                            <a:pt x="81427" y="31"/>
                          </a:cubicBezTo>
                          <a:cubicBezTo>
                            <a:pt x="76950" y="-350"/>
                            <a:pt x="72188" y="2888"/>
                            <a:pt x="67615" y="5650"/>
                          </a:cubicBezTo>
                          <a:cubicBezTo>
                            <a:pt x="57043" y="12223"/>
                            <a:pt x="45803" y="17271"/>
                            <a:pt x="34564" y="20128"/>
                          </a:cubicBezTo>
                          <a:cubicBezTo>
                            <a:pt x="24944" y="22700"/>
                            <a:pt x="3894" y="24700"/>
                            <a:pt x="369" y="38797"/>
                          </a:cubicBezTo>
                          <a:cubicBezTo>
                            <a:pt x="-2869" y="51370"/>
                            <a:pt x="16085" y="58895"/>
                            <a:pt x="22944" y="6375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18" name="Forme libre : forme 16017">
                      <a:extLst>
                        <a:ext uri="{FF2B5EF4-FFF2-40B4-BE49-F238E27FC236}">
                          <a16:creationId xmlns:a16="http://schemas.microsoft.com/office/drawing/2014/main" id="{E70D12A3-6ACA-4210-9219-7B56685C88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0051" y="3021626"/>
                      <a:ext cx="14834" cy="30619"/>
                    </a:xfrm>
                    <a:custGeom>
                      <a:avLst/>
                      <a:gdLst>
                        <a:gd name="connsiteX0" fmla="*/ 2087 w 14834"/>
                        <a:gd name="connsiteY0" fmla="*/ 26564 h 30619"/>
                        <a:gd name="connsiteX1" fmla="*/ 4754 w 14834"/>
                        <a:gd name="connsiteY1" fmla="*/ 30089 h 30619"/>
                        <a:gd name="connsiteX2" fmla="*/ 9136 w 14834"/>
                        <a:gd name="connsiteY2" fmla="*/ 29707 h 30619"/>
                        <a:gd name="connsiteX3" fmla="*/ 11612 w 14834"/>
                        <a:gd name="connsiteY3" fmla="*/ 25421 h 30619"/>
                        <a:gd name="connsiteX4" fmla="*/ 14565 w 14834"/>
                        <a:gd name="connsiteY4" fmla="*/ 13039 h 30619"/>
                        <a:gd name="connsiteX5" fmla="*/ 14755 w 14834"/>
                        <a:gd name="connsiteY5" fmla="*/ 7990 h 30619"/>
                        <a:gd name="connsiteX6" fmla="*/ 2278 w 14834"/>
                        <a:gd name="connsiteY6" fmla="*/ 4752 h 30619"/>
                        <a:gd name="connsiteX7" fmla="*/ 2087 w 14834"/>
                        <a:gd name="connsiteY7" fmla="*/ 26564 h 30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834" h="30619">
                          <a:moveTo>
                            <a:pt x="2087" y="26564"/>
                          </a:moveTo>
                          <a:cubicBezTo>
                            <a:pt x="2659" y="27993"/>
                            <a:pt x="3516" y="29326"/>
                            <a:pt x="4754" y="30089"/>
                          </a:cubicBezTo>
                          <a:cubicBezTo>
                            <a:pt x="5992" y="30850"/>
                            <a:pt x="7802" y="30850"/>
                            <a:pt x="9136" y="29707"/>
                          </a:cubicBezTo>
                          <a:cubicBezTo>
                            <a:pt x="10374" y="28660"/>
                            <a:pt x="11041" y="26945"/>
                            <a:pt x="11612" y="25421"/>
                          </a:cubicBezTo>
                          <a:cubicBezTo>
                            <a:pt x="12946" y="21325"/>
                            <a:pt x="13994" y="17230"/>
                            <a:pt x="14565" y="13039"/>
                          </a:cubicBezTo>
                          <a:cubicBezTo>
                            <a:pt x="14755" y="11324"/>
                            <a:pt x="14946" y="9610"/>
                            <a:pt x="14755" y="7990"/>
                          </a:cubicBezTo>
                          <a:cubicBezTo>
                            <a:pt x="13708" y="1323"/>
                            <a:pt x="6278" y="-4392"/>
                            <a:pt x="2278" y="4752"/>
                          </a:cubicBezTo>
                          <a:cubicBezTo>
                            <a:pt x="-1056" y="11896"/>
                            <a:pt x="-389" y="20754"/>
                            <a:pt x="2087" y="2656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19" name="Forme libre : forme 16018">
                      <a:extLst>
                        <a:ext uri="{FF2B5EF4-FFF2-40B4-BE49-F238E27FC236}">
                          <a16:creationId xmlns:a16="http://schemas.microsoft.com/office/drawing/2014/main" id="{98ECBFBD-C9DB-41FB-A059-531F645AF0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1196" y="2969894"/>
                      <a:ext cx="14926" cy="54864"/>
                    </a:xfrm>
                    <a:custGeom>
                      <a:avLst/>
                      <a:gdLst>
                        <a:gd name="connsiteX0" fmla="*/ 0 w 14926"/>
                        <a:gd name="connsiteY0" fmla="*/ 0 h 54864"/>
                        <a:gd name="connsiteX1" fmla="*/ 10573 w 14926"/>
                        <a:gd name="connsiteY1" fmla="*/ 12478 h 54864"/>
                        <a:gd name="connsiteX2" fmla="*/ 10858 w 14926"/>
                        <a:gd name="connsiteY2" fmla="*/ 54864 h 54864"/>
                        <a:gd name="connsiteX3" fmla="*/ 11906 w 14926"/>
                        <a:gd name="connsiteY3" fmla="*/ 49435 h 54864"/>
                        <a:gd name="connsiteX4" fmla="*/ 12763 w 14926"/>
                        <a:gd name="connsiteY4" fmla="*/ 36004 h 54864"/>
                        <a:gd name="connsiteX5" fmla="*/ 0 w 14926"/>
                        <a:gd name="connsiteY5" fmla="*/ 0 h 5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926" h="54864">
                          <a:moveTo>
                            <a:pt x="0" y="0"/>
                          </a:moveTo>
                          <a:cubicBezTo>
                            <a:pt x="0" y="0"/>
                            <a:pt x="6191" y="3715"/>
                            <a:pt x="10573" y="12478"/>
                          </a:cubicBezTo>
                          <a:cubicBezTo>
                            <a:pt x="14954" y="21241"/>
                            <a:pt x="17526" y="34481"/>
                            <a:pt x="10858" y="54864"/>
                          </a:cubicBezTo>
                          <a:cubicBezTo>
                            <a:pt x="10858" y="54864"/>
                            <a:pt x="11430" y="52769"/>
                            <a:pt x="11906" y="49435"/>
                          </a:cubicBezTo>
                          <a:cubicBezTo>
                            <a:pt x="12382" y="46101"/>
                            <a:pt x="12859" y="41434"/>
                            <a:pt x="12763" y="36004"/>
                          </a:cubicBezTo>
                          <a:cubicBezTo>
                            <a:pt x="12382" y="25146"/>
                            <a:pt x="9811" y="1171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20" name="Forme libre : forme 16019">
                      <a:extLst>
                        <a:ext uri="{FF2B5EF4-FFF2-40B4-BE49-F238E27FC236}">
                          <a16:creationId xmlns:a16="http://schemas.microsoft.com/office/drawing/2014/main" id="{3FE20F45-073C-411E-B482-97E061BED9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4531" y="3021520"/>
                      <a:ext cx="13510" cy="58483"/>
                    </a:xfrm>
                    <a:custGeom>
                      <a:avLst/>
                      <a:gdLst>
                        <a:gd name="connsiteX0" fmla="*/ 7414 w 13510"/>
                        <a:gd name="connsiteY0" fmla="*/ 0 h 58483"/>
                        <a:gd name="connsiteX1" fmla="*/ 4652 w 13510"/>
                        <a:gd name="connsiteY1" fmla="*/ 5905 h 58483"/>
                        <a:gd name="connsiteX2" fmla="*/ 556 w 13510"/>
                        <a:gd name="connsiteY2" fmla="*/ 20383 h 58483"/>
                        <a:gd name="connsiteX3" fmla="*/ 13511 w 13510"/>
                        <a:gd name="connsiteY3" fmla="*/ 58483 h 58483"/>
                        <a:gd name="connsiteX4" fmla="*/ 5033 w 13510"/>
                        <a:gd name="connsiteY4" fmla="*/ 41815 h 58483"/>
                        <a:gd name="connsiteX5" fmla="*/ 7414 w 13510"/>
                        <a:gd name="connsiteY5" fmla="*/ 0 h 58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10" h="58483">
                          <a:moveTo>
                            <a:pt x="7414" y="0"/>
                          </a:moveTo>
                          <a:cubicBezTo>
                            <a:pt x="7414" y="0"/>
                            <a:pt x="6081" y="2191"/>
                            <a:pt x="4652" y="5905"/>
                          </a:cubicBezTo>
                          <a:cubicBezTo>
                            <a:pt x="3128" y="9620"/>
                            <a:pt x="1509" y="14764"/>
                            <a:pt x="556" y="20383"/>
                          </a:cubicBezTo>
                          <a:cubicBezTo>
                            <a:pt x="-1063" y="31909"/>
                            <a:pt x="176" y="46006"/>
                            <a:pt x="13511" y="58483"/>
                          </a:cubicBezTo>
                          <a:cubicBezTo>
                            <a:pt x="13511" y="58483"/>
                            <a:pt x="8367" y="52102"/>
                            <a:pt x="5033" y="41815"/>
                          </a:cubicBezTo>
                          <a:cubicBezTo>
                            <a:pt x="1795" y="31432"/>
                            <a:pt x="80" y="17336"/>
                            <a:pt x="741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21" name="Forme libre : forme 16020">
                      <a:extLst>
                        <a:ext uri="{FF2B5EF4-FFF2-40B4-BE49-F238E27FC236}">
                          <a16:creationId xmlns:a16="http://schemas.microsoft.com/office/drawing/2014/main" id="{2FA10AF5-7AFE-41D7-BE31-12971FE7BD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9070" y="2996455"/>
                      <a:ext cx="20134" cy="21153"/>
                    </a:xfrm>
                    <a:custGeom>
                      <a:avLst/>
                      <a:gdLst>
                        <a:gd name="connsiteX0" fmla="*/ 19455 w 20134"/>
                        <a:gd name="connsiteY0" fmla="*/ 1443 h 21153"/>
                        <a:gd name="connsiteX1" fmla="*/ 13740 w 20134"/>
                        <a:gd name="connsiteY1" fmla="*/ 15826 h 21153"/>
                        <a:gd name="connsiteX2" fmla="*/ 691 w 20134"/>
                        <a:gd name="connsiteY2" fmla="*/ 19731 h 21153"/>
                        <a:gd name="connsiteX3" fmla="*/ 6406 w 20134"/>
                        <a:gd name="connsiteY3" fmla="*/ 5348 h 21153"/>
                        <a:gd name="connsiteX4" fmla="*/ 19455 w 20134"/>
                        <a:gd name="connsiteY4" fmla="*/ 1443 h 21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134" h="21153">
                          <a:moveTo>
                            <a:pt x="19455" y="1443"/>
                          </a:moveTo>
                          <a:cubicBezTo>
                            <a:pt x="21455" y="4396"/>
                            <a:pt x="18884" y="10778"/>
                            <a:pt x="13740" y="15826"/>
                          </a:cubicBezTo>
                          <a:cubicBezTo>
                            <a:pt x="8596" y="20874"/>
                            <a:pt x="2786" y="22684"/>
                            <a:pt x="691" y="19731"/>
                          </a:cubicBezTo>
                          <a:cubicBezTo>
                            <a:pt x="-1310" y="16873"/>
                            <a:pt x="1167" y="10396"/>
                            <a:pt x="6406" y="5348"/>
                          </a:cubicBezTo>
                          <a:cubicBezTo>
                            <a:pt x="11645" y="205"/>
                            <a:pt x="17455" y="-1510"/>
                            <a:pt x="19455" y="144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22" name="Forme libre : forme 16021">
                      <a:extLst>
                        <a:ext uri="{FF2B5EF4-FFF2-40B4-BE49-F238E27FC236}">
                          <a16:creationId xmlns:a16="http://schemas.microsoft.com/office/drawing/2014/main" id="{7DCE433F-ABA8-41FC-8348-4D21DE705E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4233" y="2993544"/>
                      <a:ext cx="5982" cy="6762"/>
                    </a:xfrm>
                    <a:custGeom>
                      <a:avLst/>
                      <a:gdLst>
                        <a:gd name="connsiteX0" fmla="*/ 4863 w 5982"/>
                        <a:gd name="connsiteY0" fmla="*/ 354 h 6762"/>
                        <a:gd name="connsiteX1" fmla="*/ 5340 w 5982"/>
                        <a:gd name="connsiteY1" fmla="*/ 4831 h 6762"/>
                        <a:gd name="connsiteX2" fmla="*/ 1149 w 5982"/>
                        <a:gd name="connsiteY2" fmla="*/ 6450 h 6762"/>
                        <a:gd name="connsiteX3" fmla="*/ 672 w 5982"/>
                        <a:gd name="connsiteY3" fmla="*/ 1973 h 6762"/>
                        <a:gd name="connsiteX4" fmla="*/ 4863 w 5982"/>
                        <a:gd name="connsiteY4" fmla="*/ 354 h 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2" h="6762">
                          <a:moveTo>
                            <a:pt x="4863" y="354"/>
                          </a:moveTo>
                          <a:cubicBezTo>
                            <a:pt x="6102" y="1116"/>
                            <a:pt x="6387" y="3116"/>
                            <a:pt x="5340" y="4831"/>
                          </a:cubicBezTo>
                          <a:cubicBezTo>
                            <a:pt x="4292" y="6545"/>
                            <a:pt x="2482" y="7212"/>
                            <a:pt x="1149" y="6450"/>
                          </a:cubicBezTo>
                          <a:cubicBezTo>
                            <a:pt x="-185" y="5688"/>
                            <a:pt x="-376" y="3688"/>
                            <a:pt x="672" y="1973"/>
                          </a:cubicBezTo>
                          <a:cubicBezTo>
                            <a:pt x="1625" y="259"/>
                            <a:pt x="3530" y="-503"/>
                            <a:pt x="4863" y="3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23" name="Forme libre : forme 16022">
                      <a:extLst>
                        <a:ext uri="{FF2B5EF4-FFF2-40B4-BE49-F238E27FC236}">
                          <a16:creationId xmlns:a16="http://schemas.microsoft.com/office/drawing/2014/main" id="{CD0CF62E-4ECF-4B30-8CAF-6589082F9A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4300" y="2960357"/>
                      <a:ext cx="67888" cy="42979"/>
                    </a:xfrm>
                    <a:custGeom>
                      <a:avLst/>
                      <a:gdLst>
                        <a:gd name="connsiteX0" fmla="*/ 41272 w 67888"/>
                        <a:gd name="connsiteY0" fmla="*/ 12 h 42979"/>
                        <a:gd name="connsiteX1" fmla="*/ 64037 w 67888"/>
                        <a:gd name="connsiteY1" fmla="*/ 8776 h 42979"/>
                        <a:gd name="connsiteX2" fmla="*/ 67371 w 67888"/>
                        <a:gd name="connsiteY2" fmla="*/ 17062 h 42979"/>
                        <a:gd name="connsiteX3" fmla="*/ 59179 w 67888"/>
                        <a:gd name="connsiteY3" fmla="*/ 20967 h 42979"/>
                        <a:gd name="connsiteX4" fmla="*/ 32033 w 67888"/>
                        <a:gd name="connsiteY4" fmla="*/ 22777 h 42979"/>
                        <a:gd name="connsiteX5" fmla="*/ 505 w 67888"/>
                        <a:gd name="connsiteY5" fmla="*/ 40875 h 42979"/>
                        <a:gd name="connsiteX6" fmla="*/ 20984 w 67888"/>
                        <a:gd name="connsiteY6" fmla="*/ 6394 h 42979"/>
                        <a:gd name="connsiteX7" fmla="*/ 41272 w 67888"/>
                        <a:gd name="connsiteY7" fmla="*/ 12 h 42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7888" h="42979">
                          <a:moveTo>
                            <a:pt x="41272" y="12"/>
                          </a:moveTo>
                          <a:cubicBezTo>
                            <a:pt x="49940" y="298"/>
                            <a:pt x="57370" y="4108"/>
                            <a:pt x="64037" y="8776"/>
                          </a:cubicBezTo>
                          <a:cubicBezTo>
                            <a:pt x="66513" y="10490"/>
                            <a:pt x="68990" y="13538"/>
                            <a:pt x="67371" y="17062"/>
                          </a:cubicBezTo>
                          <a:cubicBezTo>
                            <a:pt x="65847" y="20206"/>
                            <a:pt x="62132" y="20967"/>
                            <a:pt x="59179" y="20967"/>
                          </a:cubicBezTo>
                          <a:cubicBezTo>
                            <a:pt x="50226" y="20872"/>
                            <a:pt x="41272" y="18301"/>
                            <a:pt x="32033" y="22777"/>
                          </a:cubicBezTo>
                          <a:cubicBezTo>
                            <a:pt x="26223" y="25635"/>
                            <a:pt x="3934" y="50209"/>
                            <a:pt x="505" y="40875"/>
                          </a:cubicBezTo>
                          <a:cubicBezTo>
                            <a:pt x="-3114" y="31731"/>
                            <a:pt x="13650" y="11347"/>
                            <a:pt x="20984" y="6394"/>
                          </a:cubicBezTo>
                          <a:cubicBezTo>
                            <a:pt x="27270" y="1822"/>
                            <a:pt x="34700" y="-178"/>
                            <a:pt x="41272" y="1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65" name="Graphique 1">
                    <a:extLst>
                      <a:ext uri="{FF2B5EF4-FFF2-40B4-BE49-F238E27FC236}">
                        <a16:creationId xmlns:a16="http://schemas.microsoft.com/office/drawing/2014/main" id="{75CF5F15-6BF4-41A1-9A92-F89300188DB1}"/>
                      </a:ext>
                    </a:extLst>
                  </p:cNvPr>
                  <p:cNvGrpSpPr/>
                  <p:nvPr/>
                </p:nvGrpSpPr>
                <p:grpSpPr>
                  <a:xfrm>
                    <a:off x="2652217" y="2834622"/>
                    <a:ext cx="144015" cy="139467"/>
                    <a:chOff x="2652217" y="2834622"/>
                    <a:chExt cx="144015" cy="139467"/>
                  </a:xfrm>
                  <a:solidFill>
                    <a:schemeClr val="accent1"/>
                  </a:solidFill>
                </p:grpSpPr>
                <p:sp>
                  <p:nvSpPr>
                    <p:cNvPr id="16000" name="Forme libre : forme 15999">
                      <a:extLst>
                        <a:ext uri="{FF2B5EF4-FFF2-40B4-BE49-F238E27FC236}">
                          <a16:creationId xmlns:a16="http://schemas.microsoft.com/office/drawing/2014/main" id="{17258F8F-D302-4DCB-B1AA-447A6AA5C8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2217" y="2834622"/>
                      <a:ext cx="143914" cy="139467"/>
                    </a:xfrm>
                    <a:custGeom>
                      <a:avLst/>
                      <a:gdLst>
                        <a:gd name="connsiteX0" fmla="*/ 122896 w 143914"/>
                        <a:gd name="connsiteY0" fmla="*/ 92220 h 139467"/>
                        <a:gd name="connsiteX1" fmla="*/ 105751 w 143914"/>
                        <a:gd name="connsiteY1" fmla="*/ 106126 h 139467"/>
                        <a:gd name="connsiteX2" fmla="*/ 89654 w 143914"/>
                        <a:gd name="connsiteY2" fmla="*/ 122223 h 139467"/>
                        <a:gd name="connsiteX3" fmla="*/ 77462 w 143914"/>
                        <a:gd name="connsiteY3" fmla="*/ 132320 h 139467"/>
                        <a:gd name="connsiteX4" fmla="*/ 63174 w 143914"/>
                        <a:gd name="connsiteY4" fmla="*/ 138225 h 139467"/>
                        <a:gd name="connsiteX5" fmla="*/ 34790 w 143914"/>
                        <a:gd name="connsiteY5" fmla="*/ 134035 h 139467"/>
                        <a:gd name="connsiteX6" fmla="*/ 12120 w 143914"/>
                        <a:gd name="connsiteY6" fmla="*/ 118223 h 139467"/>
                        <a:gd name="connsiteX7" fmla="*/ 23 w 143914"/>
                        <a:gd name="connsiteY7" fmla="*/ 91267 h 139467"/>
                        <a:gd name="connsiteX8" fmla="*/ 4310 w 143914"/>
                        <a:gd name="connsiteY8" fmla="*/ 73170 h 139467"/>
                        <a:gd name="connsiteX9" fmla="*/ 16121 w 143914"/>
                        <a:gd name="connsiteY9" fmla="*/ 55263 h 139467"/>
                        <a:gd name="connsiteX10" fmla="*/ 39933 w 143914"/>
                        <a:gd name="connsiteY10" fmla="*/ 32117 h 139467"/>
                        <a:gd name="connsiteX11" fmla="*/ 66698 w 143914"/>
                        <a:gd name="connsiteY11" fmla="*/ 11257 h 139467"/>
                        <a:gd name="connsiteX12" fmla="*/ 87272 w 143914"/>
                        <a:gd name="connsiteY12" fmla="*/ 1828 h 139467"/>
                        <a:gd name="connsiteX13" fmla="*/ 106894 w 143914"/>
                        <a:gd name="connsiteY13" fmla="*/ 303 h 139467"/>
                        <a:gd name="connsiteX14" fmla="*/ 122229 w 143914"/>
                        <a:gd name="connsiteY14" fmla="*/ 5637 h 139467"/>
                        <a:gd name="connsiteX15" fmla="*/ 131373 w 143914"/>
                        <a:gd name="connsiteY15" fmla="*/ 16877 h 139467"/>
                        <a:gd name="connsiteX16" fmla="*/ 141660 w 143914"/>
                        <a:gd name="connsiteY16" fmla="*/ 41737 h 139467"/>
                        <a:gd name="connsiteX17" fmla="*/ 143851 w 143914"/>
                        <a:gd name="connsiteY17" fmla="*/ 55644 h 139467"/>
                        <a:gd name="connsiteX18" fmla="*/ 140708 w 143914"/>
                        <a:gd name="connsiteY18" fmla="*/ 69645 h 139467"/>
                        <a:gd name="connsiteX19" fmla="*/ 133469 w 143914"/>
                        <a:gd name="connsiteY19" fmla="*/ 82123 h 139467"/>
                        <a:gd name="connsiteX20" fmla="*/ 122896 w 143914"/>
                        <a:gd name="connsiteY20" fmla="*/ 92220 h 139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914" h="139467">
                          <a:moveTo>
                            <a:pt x="122896" y="92220"/>
                          </a:moveTo>
                          <a:cubicBezTo>
                            <a:pt x="117086" y="96696"/>
                            <a:pt x="111180" y="100887"/>
                            <a:pt x="105751" y="106126"/>
                          </a:cubicBezTo>
                          <a:cubicBezTo>
                            <a:pt x="100036" y="110794"/>
                            <a:pt x="94988" y="116699"/>
                            <a:pt x="89654" y="122223"/>
                          </a:cubicBezTo>
                          <a:cubicBezTo>
                            <a:pt x="86129" y="126510"/>
                            <a:pt x="81938" y="129653"/>
                            <a:pt x="77462" y="132320"/>
                          </a:cubicBezTo>
                          <a:cubicBezTo>
                            <a:pt x="73080" y="135082"/>
                            <a:pt x="68222" y="137082"/>
                            <a:pt x="63174" y="138225"/>
                          </a:cubicBezTo>
                          <a:cubicBezTo>
                            <a:pt x="53363" y="140607"/>
                            <a:pt x="42981" y="139749"/>
                            <a:pt x="34790" y="134035"/>
                          </a:cubicBezTo>
                          <a:lnTo>
                            <a:pt x="12120" y="118223"/>
                          </a:lnTo>
                          <a:cubicBezTo>
                            <a:pt x="3929" y="112508"/>
                            <a:pt x="-358" y="102697"/>
                            <a:pt x="23" y="91267"/>
                          </a:cubicBezTo>
                          <a:cubicBezTo>
                            <a:pt x="309" y="85552"/>
                            <a:pt x="1738" y="79361"/>
                            <a:pt x="4310" y="73170"/>
                          </a:cubicBezTo>
                          <a:cubicBezTo>
                            <a:pt x="6977" y="66978"/>
                            <a:pt x="11168" y="60978"/>
                            <a:pt x="16121" y="55263"/>
                          </a:cubicBezTo>
                          <a:cubicBezTo>
                            <a:pt x="23836" y="47452"/>
                            <a:pt x="31265" y="39356"/>
                            <a:pt x="39933" y="32117"/>
                          </a:cubicBezTo>
                          <a:cubicBezTo>
                            <a:pt x="48220" y="24592"/>
                            <a:pt x="57459" y="17925"/>
                            <a:pt x="66698" y="11257"/>
                          </a:cubicBezTo>
                          <a:cubicBezTo>
                            <a:pt x="73271" y="6780"/>
                            <a:pt x="80510" y="3828"/>
                            <a:pt x="87272" y="1828"/>
                          </a:cubicBezTo>
                          <a:cubicBezTo>
                            <a:pt x="94035" y="-173"/>
                            <a:pt x="100988" y="-268"/>
                            <a:pt x="106894" y="303"/>
                          </a:cubicBezTo>
                          <a:cubicBezTo>
                            <a:pt x="112895" y="1065"/>
                            <a:pt x="117943" y="2589"/>
                            <a:pt x="122229" y="5637"/>
                          </a:cubicBezTo>
                          <a:cubicBezTo>
                            <a:pt x="126420" y="8590"/>
                            <a:pt x="129563" y="12305"/>
                            <a:pt x="131373" y="16877"/>
                          </a:cubicBezTo>
                          <a:lnTo>
                            <a:pt x="141660" y="41737"/>
                          </a:lnTo>
                          <a:cubicBezTo>
                            <a:pt x="143470" y="46214"/>
                            <a:pt x="144137" y="50977"/>
                            <a:pt x="143851" y="55644"/>
                          </a:cubicBezTo>
                          <a:cubicBezTo>
                            <a:pt x="143470" y="60216"/>
                            <a:pt x="142517" y="65264"/>
                            <a:pt x="140708" y="69645"/>
                          </a:cubicBezTo>
                          <a:cubicBezTo>
                            <a:pt x="138993" y="74218"/>
                            <a:pt x="136326" y="78123"/>
                            <a:pt x="133469" y="82123"/>
                          </a:cubicBezTo>
                          <a:cubicBezTo>
                            <a:pt x="130706" y="86124"/>
                            <a:pt x="126992" y="89267"/>
                            <a:pt x="122896" y="9222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01" name="Forme libre : forme 16000">
                      <a:extLst>
                        <a:ext uri="{FF2B5EF4-FFF2-40B4-BE49-F238E27FC236}">
                          <a16:creationId xmlns:a16="http://schemas.microsoft.com/office/drawing/2014/main" id="{98D59A60-BD93-47D3-B74D-AE62AE80BE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7195" y="2875407"/>
                      <a:ext cx="119036" cy="98629"/>
                    </a:xfrm>
                    <a:custGeom>
                      <a:avLst/>
                      <a:gdLst>
                        <a:gd name="connsiteX0" fmla="*/ 46958 w 119036"/>
                        <a:gd name="connsiteY0" fmla="*/ 52578 h 98629"/>
                        <a:gd name="connsiteX1" fmla="*/ 37433 w 119036"/>
                        <a:gd name="connsiteY1" fmla="*/ 65056 h 98629"/>
                        <a:gd name="connsiteX2" fmla="*/ 26194 w 119036"/>
                        <a:gd name="connsiteY2" fmla="*/ 75247 h 98629"/>
                        <a:gd name="connsiteX3" fmla="*/ 0 w 119036"/>
                        <a:gd name="connsiteY3" fmla="*/ 86296 h 98629"/>
                        <a:gd name="connsiteX4" fmla="*/ 9811 w 119036"/>
                        <a:gd name="connsiteY4" fmla="*/ 93154 h 98629"/>
                        <a:gd name="connsiteX5" fmla="*/ 38195 w 119036"/>
                        <a:gd name="connsiteY5" fmla="*/ 97346 h 98629"/>
                        <a:gd name="connsiteX6" fmla="*/ 52483 w 119036"/>
                        <a:gd name="connsiteY6" fmla="*/ 91440 h 98629"/>
                        <a:gd name="connsiteX7" fmla="*/ 64675 w 119036"/>
                        <a:gd name="connsiteY7" fmla="*/ 81344 h 98629"/>
                        <a:gd name="connsiteX8" fmla="*/ 80772 w 119036"/>
                        <a:gd name="connsiteY8" fmla="*/ 65246 h 98629"/>
                        <a:gd name="connsiteX9" fmla="*/ 97917 w 119036"/>
                        <a:gd name="connsiteY9" fmla="*/ 51340 h 98629"/>
                        <a:gd name="connsiteX10" fmla="*/ 108585 w 119036"/>
                        <a:gd name="connsiteY10" fmla="*/ 41148 h 98629"/>
                        <a:gd name="connsiteX11" fmla="*/ 115824 w 119036"/>
                        <a:gd name="connsiteY11" fmla="*/ 28670 h 98629"/>
                        <a:gd name="connsiteX12" fmla="*/ 118967 w 119036"/>
                        <a:gd name="connsiteY12" fmla="*/ 14669 h 98629"/>
                        <a:gd name="connsiteX13" fmla="*/ 116777 w 119036"/>
                        <a:gd name="connsiteY13" fmla="*/ 762 h 98629"/>
                        <a:gd name="connsiteX14" fmla="*/ 116491 w 119036"/>
                        <a:gd name="connsiteY14" fmla="*/ 0 h 98629"/>
                        <a:gd name="connsiteX15" fmla="*/ 96584 w 119036"/>
                        <a:gd name="connsiteY15" fmla="*/ 10001 h 98629"/>
                        <a:gd name="connsiteX16" fmla="*/ 77819 w 119036"/>
                        <a:gd name="connsiteY16" fmla="*/ 21336 h 98629"/>
                        <a:gd name="connsiteX17" fmla="*/ 60960 w 119036"/>
                        <a:gd name="connsiteY17" fmla="*/ 35338 h 98629"/>
                        <a:gd name="connsiteX18" fmla="*/ 46958 w 119036"/>
                        <a:gd name="connsiteY18" fmla="*/ 52578 h 986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19036" h="98629">
                          <a:moveTo>
                            <a:pt x="46958" y="52578"/>
                          </a:moveTo>
                          <a:cubicBezTo>
                            <a:pt x="44006" y="56959"/>
                            <a:pt x="40862" y="61150"/>
                            <a:pt x="37433" y="65056"/>
                          </a:cubicBezTo>
                          <a:cubicBezTo>
                            <a:pt x="34004" y="68866"/>
                            <a:pt x="30099" y="72104"/>
                            <a:pt x="26194" y="75247"/>
                          </a:cubicBezTo>
                          <a:cubicBezTo>
                            <a:pt x="18193" y="81153"/>
                            <a:pt x="9239" y="85249"/>
                            <a:pt x="0" y="86296"/>
                          </a:cubicBezTo>
                          <a:lnTo>
                            <a:pt x="9811" y="93154"/>
                          </a:lnTo>
                          <a:cubicBezTo>
                            <a:pt x="18002" y="98870"/>
                            <a:pt x="28385" y="99822"/>
                            <a:pt x="38195" y="97346"/>
                          </a:cubicBezTo>
                          <a:cubicBezTo>
                            <a:pt x="43148" y="96203"/>
                            <a:pt x="48006" y="94297"/>
                            <a:pt x="52483" y="91440"/>
                          </a:cubicBezTo>
                          <a:cubicBezTo>
                            <a:pt x="56960" y="88773"/>
                            <a:pt x="61246" y="85534"/>
                            <a:pt x="64675" y="81344"/>
                          </a:cubicBezTo>
                          <a:cubicBezTo>
                            <a:pt x="70009" y="75914"/>
                            <a:pt x="75057" y="70009"/>
                            <a:pt x="80772" y="65246"/>
                          </a:cubicBezTo>
                          <a:cubicBezTo>
                            <a:pt x="86201" y="60007"/>
                            <a:pt x="92107" y="55816"/>
                            <a:pt x="97917" y="51340"/>
                          </a:cubicBezTo>
                          <a:cubicBezTo>
                            <a:pt x="102108" y="48387"/>
                            <a:pt x="105728" y="45244"/>
                            <a:pt x="108585" y="41148"/>
                          </a:cubicBezTo>
                          <a:cubicBezTo>
                            <a:pt x="111443" y="37147"/>
                            <a:pt x="114110" y="33338"/>
                            <a:pt x="115824" y="28670"/>
                          </a:cubicBezTo>
                          <a:cubicBezTo>
                            <a:pt x="117634" y="24194"/>
                            <a:pt x="118586" y="19145"/>
                            <a:pt x="118967" y="14669"/>
                          </a:cubicBezTo>
                          <a:cubicBezTo>
                            <a:pt x="119253" y="10001"/>
                            <a:pt x="118682" y="5239"/>
                            <a:pt x="116777" y="762"/>
                          </a:cubicBezTo>
                          <a:lnTo>
                            <a:pt x="116491" y="0"/>
                          </a:lnTo>
                          <a:cubicBezTo>
                            <a:pt x="109538" y="2857"/>
                            <a:pt x="103251" y="6953"/>
                            <a:pt x="96584" y="10001"/>
                          </a:cubicBezTo>
                          <a:cubicBezTo>
                            <a:pt x="90107" y="13525"/>
                            <a:pt x="83915" y="17431"/>
                            <a:pt x="77819" y="21336"/>
                          </a:cubicBezTo>
                          <a:cubicBezTo>
                            <a:pt x="72104" y="25908"/>
                            <a:pt x="65913" y="29813"/>
                            <a:pt x="60960" y="35338"/>
                          </a:cubicBezTo>
                          <a:cubicBezTo>
                            <a:pt x="55721" y="40577"/>
                            <a:pt x="50863" y="46101"/>
                            <a:pt x="46958" y="5257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02" name="Forme libre : forme 16001">
                      <a:extLst>
                        <a:ext uri="{FF2B5EF4-FFF2-40B4-BE49-F238E27FC236}">
                          <a16:creationId xmlns:a16="http://schemas.microsoft.com/office/drawing/2014/main" id="{1F02622E-06A5-487C-839E-0F0281C9A7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5765" y="2873526"/>
                      <a:ext cx="57913" cy="51936"/>
                    </a:xfrm>
                    <a:custGeom>
                      <a:avLst/>
                      <a:gdLst>
                        <a:gd name="connsiteX0" fmla="*/ 56394 w 57913"/>
                        <a:gd name="connsiteY0" fmla="*/ 5977 h 51936"/>
                        <a:gd name="connsiteX1" fmla="*/ 55060 w 57913"/>
                        <a:gd name="connsiteY1" fmla="*/ 22264 h 51936"/>
                        <a:gd name="connsiteX2" fmla="*/ 49060 w 57913"/>
                        <a:gd name="connsiteY2" fmla="*/ 31313 h 51936"/>
                        <a:gd name="connsiteX3" fmla="*/ 40201 w 57913"/>
                        <a:gd name="connsiteY3" fmla="*/ 39790 h 51936"/>
                        <a:gd name="connsiteX4" fmla="*/ 19913 w 57913"/>
                        <a:gd name="connsiteY4" fmla="*/ 50935 h 51936"/>
                        <a:gd name="connsiteX5" fmla="*/ 3530 w 57913"/>
                        <a:gd name="connsiteY5" fmla="*/ 48649 h 51936"/>
                        <a:gd name="connsiteX6" fmla="*/ 1244 w 57913"/>
                        <a:gd name="connsiteY6" fmla="*/ 32075 h 51936"/>
                        <a:gd name="connsiteX7" fmla="*/ 16579 w 57913"/>
                        <a:gd name="connsiteY7" fmla="*/ 10739 h 51936"/>
                        <a:gd name="connsiteX8" fmla="*/ 28962 w 57913"/>
                        <a:gd name="connsiteY8" fmla="*/ 3310 h 51936"/>
                        <a:gd name="connsiteX9" fmla="*/ 40773 w 57913"/>
                        <a:gd name="connsiteY9" fmla="*/ 71 h 51936"/>
                        <a:gd name="connsiteX10" fmla="*/ 56394 w 57913"/>
                        <a:gd name="connsiteY10" fmla="*/ 5977 h 51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913" h="51936">
                          <a:moveTo>
                            <a:pt x="56394" y="5977"/>
                          </a:moveTo>
                          <a:cubicBezTo>
                            <a:pt x="58965" y="10453"/>
                            <a:pt x="58108" y="16359"/>
                            <a:pt x="55060" y="22264"/>
                          </a:cubicBezTo>
                          <a:cubicBezTo>
                            <a:pt x="53441" y="25122"/>
                            <a:pt x="51441" y="28265"/>
                            <a:pt x="49060" y="31313"/>
                          </a:cubicBezTo>
                          <a:cubicBezTo>
                            <a:pt x="46583" y="34361"/>
                            <a:pt x="43630" y="37123"/>
                            <a:pt x="40201" y="39790"/>
                          </a:cubicBezTo>
                          <a:cubicBezTo>
                            <a:pt x="33724" y="45601"/>
                            <a:pt x="26295" y="48935"/>
                            <a:pt x="19913" y="50935"/>
                          </a:cubicBezTo>
                          <a:cubicBezTo>
                            <a:pt x="13436" y="52744"/>
                            <a:pt x="7340" y="52173"/>
                            <a:pt x="3530" y="48649"/>
                          </a:cubicBezTo>
                          <a:cubicBezTo>
                            <a:pt x="-280" y="45125"/>
                            <a:pt x="-947" y="39124"/>
                            <a:pt x="1244" y="32075"/>
                          </a:cubicBezTo>
                          <a:cubicBezTo>
                            <a:pt x="3244" y="24931"/>
                            <a:pt x="8959" y="17502"/>
                            <a:pt x="16579" y="10739"/>
                          </a:cubicBezTo>
                          <a:cubicBezTo>
                            <a:pt x="20580" y="7596"/>
                            <a:pt x="24866" y="5215"/>
                            <a:pt x="28962" y="3310"/>
                          </a:cubicBezTo>
                          <a:cubicBezTo>
                            <a:pt x="32962" y="1405"/>
                            <a:pt x="36963" y="262"/>
                            <a:pt x="40773" y="71"/>
                          </a:cubicBezTo>
                          <a:cubicBezTo>
                            <a:pt x="48107" y="-405"/>
                            <a:pt x="53727" y="1500"/>
                            <a:pt x="56394" y="597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03" name="Forme libre : forme 16002">
                      <a:extLst>
                        <a:ext uri="{FF2B5EF4-FFF2-40B4-BE49-F238E27FC236}">
                          <a16:creationId xmlns:a16="http://schemas.microsoft.com/office/drawing/2014/main" id="{24612546-7E5D-444B-B945-EB6620804E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5735" y="2900267"/>
                      <a:ext cx="50232" cy="25195"/>
                    </a:xfrm>
                    <a:custGeom>
                      <a:avLst/>
                      <a:gdLst>
                        <a:gd name="connsiteX0" fmla="*/ 3369 w 50232"/>
                        <a:gd name="connsiteY0" fmla="*/ 0 h 25195"/>
                        <a:gd name="connsiteX1" fmla="*/ 3560 w 50232"/>
                        <a:gd name="connsiteY1" fmla="*/ 21908 h 25195"/>
                        <a:gd name="connsiteX2" fmla="*/ 19943 w 50232"/>
                        <a:gd name="connsiteY2" fmla="*/ 24194 h 25195"/>
                        <a:gd name="connsiteX3" fmla="*/ 40231 w 50232"/>
                        <a:gd name="connsiteY3" fmla="*/ 13049 h 25195"/>
                        <a:gd name="connsiteX4" fmla="*/ 50233 w 50232"/>
                        <a:gd name="connsiteY4" fmla="*/ 2953 h 25195"/>
                        <a:gd name="connsiteX5" fmla="*/ 43184 w 50232"/>
                        <a:gd name="connsiteY5" fmla="*/ 6572 h 25195"/>
                        <a:gd name="connsiteX6" fmla="*/ 20895 w 50232"/>
                        <a:gd name="connsiteY6" fmla="*/ 8477 h 25195"/>
                        <a:gd name="connsiteX7" fmla="*/ 3369 w 50232"/>
                        <a:gd name="connsiteY7" fmla="*/ 0 h 25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0232" h="25195">
                          <a:moveTo>
                            <a:pt x="3369" y="0"/>
                          </a:moveTo>
                          <a:cubicBezTo>
                            <a:pt x="-1107" y="9239"/>
                            <a:pt x="-1202" y="17526"/>
                            <a:pt x="3560" y="21908"/>
                          </a:cubicBezTo>
                          <a:cubicBezTo>
                            <a:pt x="7370" y="25432"/>
                            <a:pt x="13466" y="26003"/>
                            <a:pt x="19943" y="24194"/>
                          </a:cubicBezTo>
                          <a:cubicBezTo>
                            <a:pt x="26325" y="22193"/>
                            <a:pt x="33754" y="18860"/>
                            <a:pt x="40231" y="13049"/>
                          </a:cubicBezTo>
                          <a:cubicBezTo>
                            <a:pt x="44232" y="9906"/>
                            <a:pt x="47661" y="6572"/>
                            <a:pt x="50233" y="2953"/>
                          </a:cubicBezTo>
                          <a:cubicBezTo>
                            <a:pt x="48042" y="4477"/>
                            <a:pt x="45756" y="5715"/>
                            <a:pt x="43184" y="6572"/>
                          </a:cubicBezTo>
                          <a:cubicBezTo>
                            <a:pt x="35659" y="8287"/>
                            <a:pt x="28230" y="9525"/>
                            <a:pt x="20895" y="8477"/>
                          </a:cubicBezTo>
                          <a:cubicBezTo>
                            <a:pt x="13657" y="7525"/>
                            <a:pt x="7275" y="4953"/>
                            <a:pt x="3369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04" name="Forme libre : forme 16003">
                      <a:extLst>
                        <a:ext uri="{FF2B5EF4-FFF2-40B4-BE49-F238E27FC236}">
                          <a16:creationId xmlns:a16="http://schemas.microsoft.com/office/drawing/2014/main" id="{688391C0-D479-4699-AC57-5B619F173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1124" y="2875075"/>
                      <a:ext cx="57371" cy="50952"/>
                    </a:xfrm>
                    <a:custGeom>
                      <a:avLst/>
                      <a:gdLst>
                        <a:gd name="connsiteX0" fmla="*/ 55893 w 57371"/>
                        <a:gd name="connsiteY0" fmla="*/ 6142 h 50952"/>
                        <a:gd name="connsiteX1" fmla="*/ 54559 w 57371"/>
                        <a:gd name="connsiteY1" fmla="*/ 22429 h 50952"/>
                        <a:gd name="connsiteX2" fmla="*/ 48463 w 57371"/>
                        <a:gd name="connsiteY2" fmla="*/ 31192 h 50952"/>
                        <a:gd name="connsiteX3" fmla="*/ 39795 w 57371"/>
                        <a:gd name="connsiteY3" fmla="*/ 39574 h 50952"/>
                        <a:gd name="connsiteX4" fmla="*/ 29699 w 57371"/>
                        <a:gd name="connsiteY4" fmla="*/ 46242 h 50952"/>
                        <a:gd name="connsiteX5" fmla="*/ 19602 w 57371"/>
                        <a:gd name="connsiteY5" fmla="*/ 50052 h 50952"/>
                        <a:gd name="connsiteX6" fmla="*/ 3505 w 57371"/>
                        <a:gd name="connsiteY6" fmla="*/ 47480 h 50952"/>
                        <a:gd name="connsiteX7" fmla="*/ 1219 w 57371"/>
                        <a:gd name="connsiteY7" fmla="*/ 30907 h 50952"/>
                        <a:gd name="connsiteX8" fmla="*/ 6839 w 57371"/>
                        <a:gd name="connsiteY8" fmla="*/ 20334 h 50952"/>
                        <a:gd name="connsiteX9" fmla="*/ 16649 w 57371"/>
                        <a:gd name="connsiteY9" fmla="*/ 10142 h 50952"/>
                        <a:gd name="connsiteX10" fmla="*/ 28841 w 57371"/>
                        <a:gd name="connsiteY10" fmla="*/ 2903 h 50952"/>
                        <a:gd name="connsiteX11" fmla="*/ 40557 w 57371"/>
                        <a:gd name="connsiteY11" fmla="*/ 46 h 50952"/>
                        <a:gd name="connsiteX12" fmla="*/ 55893 w 57371"/>
                        <a:gd name="connsiteY12" fmla="*/ 6142 h 50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7371" h="50952">
                          <a:moveTo>
                            <a:pt x="55893" y="6142"/>
                          </a:moveTo>
                          <a:cubicBezTo>
                            <a:pt x="58369" y="10618"/>
                            <a:pt x="57607" y="16619"/>
                            <a:pt x="54559" y="22429"/>
                          </a:cubicBezTo>
                          <a:cubicBezTo>
                            <a:pt x="53130" y="25477"/>
                            <a:pt x="50844" y="28049"/>
                            <a:pt x="48463" y="31192"/>
                          </a:cubicBezTo>
                          <a:cubicBezTo>
                            <a:pt x="46082" y="34145"/>
                            <a:pt x="43129" y="37003"/>
                            <a:pt x="39795" y="39574"/>
                          </a:cubicBezTo>
                          <a:cubicBezTo>
                            <a:pt x="36366" y="42051"/>
                            <a:pt x="33223" y="44623"/>
                            <a:pt x="29699" y="46242"/>
                          </a:cubicBezTo>
                          <a:cubicBezTo>
                            <a:pt x="26270" y="48052"/>
                            <a:pt x="22746" y="49099"/>
                            <a:pt x="19602" y="50052"/>
                          </a:cubicBezTo>
                          <a:cubicBezTo>
                            <a:pt x="13221" y="51766"/>
                            <a:pt x="7220" y="51100"/>
                            <a:pt x="3505" y="47480"/>
                          </a:cubicBezTo>
                          <a:cubicBezTo>
                            <a:pt x="-210" y="43861"/>
                            <a:pt x="-972" y="37955"/>
                            <a:pt x="1219" y="30907"/>
                          </a:cubicBezTo>
                          <a:cubicBezTo>
                            <a:pt x="2171" y="27287"/>
                            <a:pt x="4267" y="23953"/>
                            <a:pt x="6839" y="20334"/>
                          </a:cubicBezTo>
                          <a:cubicBezTo>
                            <a:pt x="9506" y="16905"/>
                            <a:pt x="12554" y="13095"/>
                            <a:pt x="16649" y="10142"/>
                          </a:cubicBezTo>
                          <a:cubicBezTo>
                            <a:pt x="20650" y="7189"/>
                            <a:pt x="24841" y="4713"/>
                            <a:pt x="28841" y="2903"/>
                          </a:cubicBezTo>
                          <a:cubicBezTo>
                            <a:pt x="32747" y="998"/>
                            <a:pt x="37033" y="427"/>
                            <a:pt x="40557" y="46"/>
                          </a:cubicBezTo>
                          <a:cubicBezTo>
                            <a:pt x="47891" y="-335"/>
                            <a:pt x="53416" y="1665"/>
                            <a:pt x="55893" y="614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05" name="Forme libre : forme 16004">
                      <a:extLst>
                        <a:ext uri="{FF2B5EF4-FFF2-40B4-BE49-F238E27FC236}">
                          <a16:creationId xmlns:a16="http://schemas.microsoft.com/office/drawing/2014/main" id="{7334B66D-2744-424E-BF1D-BBBBAC829F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2491" y="2900924"/>
                      <a:ext cx="93388" cy="54547"/>
                    </a:xfrm>
                    <a:custGeom>
                      <a:avLst/>
                      <a:gdLst>
                        <a:gd name="connsiteX0" fmla="*/ 20136 w 93388"/>
                        <a:gd name="connsiteY0" fmla="*/ 44968 h 54547"/>
                        <a:gd name="connsiteX1" fmla="*/ 35280 w 93388"/>
                        <a:gd name="connsiteY1" fmla="*/ 54017 h 54547"/>
                        <a:gd name="connsiteX2" fmla="*/ 52901 w 93388"/>
                        <a:gd name="connsiteY2" fmla="*/ 52112 h 54547"/>
                        <a:gd name="connsiteX3" fmla="*/ 69665 w 93388"/>
                        <a:gd name="connsiteY3" fmla="*/ 43063 h 54547"/>
                        <a:gd name="connsiteX4" fmla="*/ 75857 w 93388"/>
                        <a:gd name="connsiteY4" fmla="*/ 38205 h 54547"/>
                        <a:gd name="connsiteX5" fmla="*/ 81667 w 93388"/>
                        <a:gd name="connsiteY5" fmla="*/ 33157 h 54547"/>
                        <a:gd name="connsiteX6" fmla="*/ 86620 w 93388"/>
                        <a:gd name="connsiteY6" fmla="*/ 27346 h 54547"/>
                        <a:gd name="connsiteX7" fmla="*/ 90716 w 93388"/>
                        <a:gd name="connsiteY7" fmla="*/ 21155 h 54547"/>
                        <a:gd name="connsiteX8" fmla="*/ 93382 w 93388"/>
                        <a:gd name="connsiteY8" fmla="*/ 10106 h 54547"/>
                        <a:gd name="connsiteX9" fmla="*/ 89096 w 93388"/>
                        <a:gd name="connsiteY9" fmla="*/ 1438 h 54547"/>
                        <a:gd name="connsiteX10" fmla="*/ 75095 w 93388"/>
                        <a:gd name="connsiteY10" fmla="*/ 867 h 54547"/>
                        <a:gd name="connsiteX11" fmla="*/ 57378 w 93388"/>
                        <a:gd name="connsiteY11" fmla="*/ 3058 h 54547"/>
                        <a:gd name="connsiteX12" fmla="*/ 39662 w 93388"/>
                        <a:gd name="connsiteY12" fmla="*/ 3915 h 54547"/>
                        <a:gd name="connsiteX13" fmla="*/ 19183 w 93388"/>
                        <a:gd name="connsiteY13" fmla="*/ 5058 h 54547"/>
                        <a:gd name="connsiteX14" fmla="*/ 990 w 93388"/>
                        <a:gd name="connsiteY14" fmla="*/ 17726 h 54547"/>
                        <a:gd name="connsiteX15" fmla="*/ 20136 w 93388"/>
                        <a:gd name="connsiteY15" fmla="*/ 44968 h 54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93388" h="54547">
                          <a:moveTo>
                            <a:pt x="20136" y="44968"/>
                          </a:moveTo>
                          <a:cubicBezTo>
                            <a:pt x="24612" y="48778"/>
                            <a:pt x="29374" y="52683"/>
                            <a:pt x="35280" y="54017"/>
                          </a:cubicBezTo>
                          <a:cubicBezTo>
                            <a:pt x="40900" y="55255"/>
                            <a:pt x="46901" y="54207"/>
                            <a:pt x="52901" y="52112"/>
                          </a:cubicBezTo>
                          <a:cubicBezTo>
                            <a:pt x="58807" y="49826"/>
                            <a:pt x="64522" y="46492"/>
                            <a:pt x="69665" y="43063"/>
                          </a:cubicBezTo>
                          <a:cubicBezTo>
                            <a:pt x="71761" y="41539"/>
                            <a:pt x="73856" y="39920"/>
                            <a:pt x="75857" y="38205"/>
                          </a:cubicBezTo>
                          <a:cubicBezTo>
                            <a:pt x="77952" y="36681"/>
                            <a:pt x="79857" y="34967"/>
                            <a:pt x="81667" y="33157"/>
                          </a:cubicBezTo>
                          <a:cubicBezTo>
                            <a:pt x="83477" y="31347"/>
                            <a:pt x="85096" y="29347"/>
                            <a:pt x="86620" y="27346"/>
                          </a:cubicBezTo>
                          <a:cubicBezTo>
                            <a:pt x="88239" y="25442"/>
                            <a:pt x="89573" y="23441"/>
                            <a:pt x="90716" y="21155"/>
                          </a:cubicBezTo>
                          <a:cubicBezTo>
                            <a:pt x="92430" y="17821"/>
                            <a:pt x="93478" y="13821"/>
                            <a:pt x="93382" y="10106"/>
                          </a:cubicBezTo>
                          <a:cubicBezTo>
                            <a:pt x="93382" y="6582"/>
                            <a:pt x="92240" y="3344"/>
                            <a:pt x="89096" y="1438"/>
                          </a:cubicBezTo>
                          <a:cubicBezTo>
                            <a:pt x="85286" y="-943"/>
                            <a:pt x="80143" y="200"/>
                            <a:pt x="75095" y="867"/>
                          </a:cubicBezTo>
                          <a:cubicBezTo>
                            <a:pt x="69475" y="1534"/>
                            <a:pt x="63569" y="2296"/>
                            <a:pt x="57378" y="3058"/>
                          </a:cubicBezTo>
                          <a:cubicBezTo>
                            <a:pt x="51568" y="3725"/>
                            <a:pt x="45377" y="3820"/>
                            <a:pt x="39662" y="3915"/>
                          </a:cubicBezTo>
                          <a:cubicBezTo>
                            <a:pt x="34804" y="4010"/>
                            <a:pt x="26993" y="3534"/>
                            <a:pt x="19183" y="5058"/>
                          </a:cubicBezTo>
                          <a:cubicBezTo>
                            <a:pt x="11563" y="6582"/>
                            <a:pt x="4419" y="10392"/>
                            <a:pt x="990" y="17726"/>
                          </a:cubicBezTo>
                          <a:cubicBezTo>
                            <a:pt x="-4439" y="31347"/>
                            <a:pt x="13944" y="39538"/>
                            <a:pt x="20136" y="4496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06" name="Forme libre : forme 16005">
                      <a:extLst>
                        <a:ext uri="{FF2B5EF4-FFF2-40B4-BE49-F238E27FC236}">
                          <a16:creationId xmlns:a16="http://schemas.microsoft.com/office/drawing/2014/main" id="{E1416A09-10FD-40B5-A9C9-CCEFAE5C82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5956" y="2893700"/>
                      <a:ext cx="17524" cy="30973"/>
                    </a:xfrm>
                    <a:custGeom>
                      <a:avLst/>
                      <a:gdLst>
                        <a:gd name="connsiteX0" fmla="*/ 478 w 17524"/>
                        <a:gd name="connsiteY0" fmla="*/ 26283 h 30973"/>
                        <a:gd name="connsiteX1" fmla="*/ 2384 w 17524"/>
                        <a:gd name="connsiteY1" fmla="*/ 30188 h 30973"/>
                        <a:gd name="connsiteX2" fmla="*/ 6860 w 17524"/>
                        <a:gd name="connsiteY2" fmla="*/ 30379 h 30973"/>
                        <a:gd name="connsiteX3" fmla="*/ 10099 w 17524"/>
                        <a:gd name="connsiteY3" fmla="*/ 26378 h 30973"/>
                        <a:gd name="connsiteX4" fmla="*/ 15909 w 17524"/>
                        <a:gd name="connsiteY4" fmla="*/ 14567 h 30973"/>
                        <a:gd name="connsiteX5" fmla="*/ 17433 w 17524"/>
                        <a:gd name="connsiteY5" fmla="*/ 9614 h 30973"/>
                        <a:gd name="connsiteX6" fmla="*/ 6003 w 17524"/>
                        <a:gd name="connsiteY6" fmla="*/ 3899 h 30973"/>
                        <a:gd name="connsiteX7" fmla="*/ 478 w 17524"/>
                        <a:gd name="connsiteY7" fmla="*/ 26283 h 30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524" h="30973">
                          <a:moveTo>
                            <a:pt x="478" y="26283"/>
                          </a:moveTo>
                          <a:cubicBezTo>
                            <a:pt x="764" y="27807"/>
                            <a:pt x="1336" y="29331"/>
                            <a:pt x="2384" y="30188"/>
                          </a:cubicBezTo>
                          <a:cubicBezTo>
                            <a:pt x="3431" y="31046"/>
                            <a:pt x="5241" y="31331"/>
                            <a:pt x="6860" y="30379"/>
                          </a:cubicBezTo>
                          <a:cubicBezTo>
                            <a:pt x="8289" y="29521"/>
                            <a:pt x="9337" y="27902"/>
                            <a:pt x="10099" y="26378"/>
                          </a:cubicBezTo>
                          <a:cubicBezTo>
                            <a:pt x="12194" y="22378"/>
                            <a:pt x="14194" y="18472"/>
                            <a:pt x="15909" y="14567"/>
                          </a:cubicBezTo>
                          <a:cubicBezTo>
                            <a:pt x="16576" y="12948"/>
                            <a:pt x="17243" y="11234"/>
                            <a:pt x="17433" y="9614"/>
                          </a:cubicBezTo>
                          <a:cubicBezTo>
                            <a:pt x="18290" y="2756"/>
                            <a:pt x="13051" y="-4769"/>
                            <a:pt x="6003" y="3899"/>
                          </a:cubicBezTo>
                          <a:cubicBezTo>
                            <a:pt x="478" y="10471"/>
                            <a:pt x="-855" y="20092"/>
                            <a:pt x="478" y="2628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07" name="Forme libre : forme 16006">
                      <a:extLst>
                        <a:ext uri="{FF2B5EF4-FFF2-40B4-BE49-F238E27FC236}">
                          <a16:creationId xmlns:a16="http://schemas.microsoft.com/office/drawing/2014/main" id="{643BC309-0F7F-4623-AE69-CA3A77C874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4446" y="2874168"/>
                      <a:ext cx="16363" cy="50387"/>
                    </a:xfrm>
                    <a:custGeom>
                      <a:avLst/>
                      <a:gdLst>
                        <a:gd name="connsiteX0" fmla="*/ 13906 w 16363"/>
                        <a:gd name="connsiteY0" fmla="*/ 0 h 50387"/>
                        <a:gd name="connsiteX1" fmla="*/ 15335 w 16363"/>
                        <a:gd name="connsiteY1" fmla="*/ 4286 h 50387"/>
                        <a:gd name="connsiteX2" fmla="*/ 16288 w 16363"/>
                        <a:gd name="connsiteY2" fmla="*/ 15716 h 50387"/>
                        <a:gd name="connsiteX3" fmla="*/ 12287 w 16363"/>
                        <a:gd name="connsiteY3" fmla="*/ 31623 h 50387"/>
                        <a:gd name="connsiteX4" fmla="*/ 0 w 16363"/>
                        <a:gd name="connsiteY4" fmla="*/ 50387 h 50387"/>
                        <a:gd name="connsiteX5" fmla="*/ 2572 w 16363"/>
                        <a:gd name="connsiteY5" fmla="*/ 46577 h 50387"/>
                        <a:gd name="connsiteX6" fmla="*/ 7906 w 16363"/>
                        <a:gd name="connsiteY6" fmla="*/ 35909 h 50387"/>
                        <a:gd name="connsiteX7" fmla="*/ 13049 w 16363"/>
                        <a:gd name="connsiteY7" fmla="*/ 20193 h 50387"/>
                        <a:gd name="connsiteX8" fmla="*/ 13906 w 16363"/>
                        <a:gd name="connsiteY8" fmla="*/ 0 h 50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63" h="50387">
                          <a:moveTo>
                            <a:pt x="13906" y="0"/>
                          </a:moveTo>
                          <a:cubicBezTo>
                            <a:pt x="13906" y="0"/>
                            <a:pt x="14668" y="1619"/>
                            <a:pt x="15335" y="4286"/>
                          </a:cubicBezTo>
                          <a:cubicBezTo>
                            <a:pt x="16002" y="6953"/>
                            <a:pt x="16573" y="10954"/>
                            <a:pt x="16288" y="15716"/>
                          </a:cubicBezTo>
                          <a:cubicBezTo>
                            <a:pt x="16002" y="20479"/>
                            <a:pt x="14954" y="25908"/>
                            <a:pt x="12287" y="31623"/>
                          </a:cubicBezTo>
                          <a:cubicBezTo>
                            <a:pt x="9525" y="37147"/>
                            <a:pt x="6096" y="44101"/>
                            <a:pt x="0" y="50387"/>
                          </a:cubicBezTo>
                          <a:cubicBezTo>
                            <a:pt x="0" y="50387"/>
                            <a:pt x="1048" y="48959"/>
                            <a:pt x="2572" y="46577"/>
                          </a:cubicBezTo>
                          <a:cubicBezTo>
                            <a:pt x="4096" y="44101"/>
                            <a:pt x="6096" y="40577"/>
                            <a:pt x="7906" y="35909"/>
                          </a:cubicBezTo>
                          <a:cubicBezTo>
                            <a:pt x="9715" y="31337"/>
                            <a:pt x="11906" y="26384"/>
                            <a:pt x="13049" y="20193"/>
                          </a:cubicBezTo>
                          <a:cubicBezTo>
                            <a:pt x="14478" y="14288"/>
                            <a:pt x="14859" y="7239"/>
                            <a:pt x="1390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08" name="Forme libre : forme 16007">
                      <a:extLst>
                        <a:ext uri="{FF2B5EF4-FFF2-40B4-BE49-F238E27FC236}">
                          <a16:creationId xmlns:a16="http://schemas.microsoft.com/office/drawing/2014/main" id="{B8884028-5E6C-4861-9C1E-3B6D2C22AC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7439" y="2889218"/>
                      <a:ext cx="15470" cy="62865"/>
                    </a:xfrm>
                    <a:custGeom>
                      <a:avLst/>
                      <a:gdLst>
                        <a:gd name="connsiteX0" fmla="*/ 15471 w 15470"/>
                        <a:gd name="connsiteY0" fmla="*/ 0 h 62865"/>
                        <a:gd name="connsiteX1" fmla="*/ 10803 w 15470"/>
                        <a:gd name="connsiteY1" fmla="*/ 6287 h 62865"/>
                        <a:gd name="connsiteX2" fmla="*/ 2707 w 15470"/>
                        <a:gd name="connsiteY2" fmla="*/ 22193 h 62865"/>
                        <a:gd name="connsiteX3" fmla="*/ 326 w 15470"/>
                        <a:gd name="connsiteY3" fmla="*/ 42767 h 62865"/>
                        <a:gd name="connsiteX4" fmla="*/ 11184 w 15470"/>
                        <a:gd name="connsiteY4" fmla="*/ 62865 h 62865"/>
                        <a:gd name="connsiteX5" fmla="*/ 3755 w 15470"/>
                        <a:gd name="connsiteY5" fmla="*/ 45625 h 62865"/>
                        <a:gd name="connsiteX6" fmla="*/ 3850 w 15470"/>
                        <a:gd name="connsiteY6" fmla="*/ 25718 h 62865"/>
                        <a:gd name="connsiteX7" fmla="*/ 15471 w 15470"/>
                        <a:gd name="connsiteY7" fmla="*/ 0 h 62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470" h="62865">
                          <a:moveTo>
                            <a:pt x="15471" y="0"/>
                          </a:moveTo>
                          <a:cubicBezTo>
                            <a:pt x="15471" y="0"/>
                            <a:pt x="13375" y="2286"/>
                            <a:pt x="10803" y="6287"/>
                          </a:cubicBezTo>
                          <a:cubicBezTo>
                            <a:pt x="8232" y="10287"/>
                            <a:pt x="4803" y="15812"/>
                            <a:pt x="2707" y="22193"/>
                          </a:cubicBezTo>
                          <a:cubicBezTo>
                            <a:pt x="612" y="28670"/>
                            <a:pt x="-627" y="35814"/>
                            <a:pt x="326" y="42767"/>
                          </a:cubicBezTo>
                          <a:cubicBezTo>
                            <a:pt x="1469" y="49816"/>
                            <a:pt x="4707" y="56769"/>
                            <a:pt x="11184" y="62865"/>
                          </a:cubicBezTo>
                          <a:cubicBezTo>
                            <a:pt x="11184" y="62865"/>
                            <a:pt x="6136" y="56674"/>
                            <a:pt x="3755" y="45625"/>
                          </a:cubicBezTo>
                          <a:cubicBezTo>
                            <a:pt x="2707" y="40100"/>
                            <a:pt x="2421" y="33433"/>
                            <a:pt x="3850" y="25718"/>
                          </a:cubicBezTo>
                          <a:cubicBezTo>
                            <a:pt x="5088" y="18002"/>
                            <a:pt x="8994" y="9335"/>
                            <a:pt x="1547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09" name="Forme libre : forme 16008">
                      <a:extLst>
                        <a:ext uri="{FF2B5EF4-FFF2-40B4-BE49-F238E27FC236}">
                          <a16:creationId xmlns:a16="http://schemas.microsoft.com/office/drawing/2014/main" id="{1AC58335-9F6D-4545-97D5-BC6C056DEB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2318" y="2880091"/>
                      <a:ext cx="24551" cy="16199"/>
                    </a:xfrm>
                    <a:custGeom>
                      <a:avLst/>
                      <a:gdLst>
                        <a:gd name="connsiteX0" fmla="*/ 24505 w 24551"/>
                        <a:gd name="connsiteY0" fmla="*/ 3030 h 16199"/>
                        <a:gd name="connsiteX1" fmla="*/ 13647 w 24551"/>
                        <a:gd name="connsiteY1" fmla="*/ 14079 h 16199"/>
                        <a:gd name="connsiteX2" fmla="*/ 121 w 24551"/>
                        <a:gd name="connsiteY2" fmla="*/ 13603 h 16199"/>
                        <a:gd name="connsiteX3" fmla="*/ 11075 w 24551"/>
                        <a:gd name="connsiteY3" fmla="*/ 1792 h 16199"/>
                        <a:gd name="connsiteX4" fmla="*/ 24505 w 24551"/>
                        <a:gd name="connsiteY4" fmla="*/ 3030 h 161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551" h="16199">
                          <a:moveTo>
                            <a:pt x="24505" y="3030"/>
                          </a:moveTo>
                          <a:cubicBezTo>
                            <a:pt x="25077" y="6555"/>
                            <a:pt x="20314" y="11412"/>
                            <a:pt x="13647" y="14079"/>
                          </a:cubicBezTo>
                          <a:cubicBezTo>
                            <a:pt x="6979" y="16842"/>
                            <a:pt x="1074" y="17127"/>
                            <a:pt x="121" y="13603"/>
                          </a:cubicBezTo>
                          <a:cubicBezTo>
                            <a:pt x="-831" y="10174"/>
                            <a:pt x="3931" y="4554"/>
                            <a:pt x="11075" y="1792"/>
                          </a:cubicBezTo>
                          <a:cubicBezTo>
                            <a:pt x="18028" y="-1065"/>
                            <a:pt x="23934" y="-399"/>
                            <a:pt x="24505" y="303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10" name="Forme libre : forme 16009">
                      <a:extLst>
                        <a:ext uri="{FF2B5EF4-FFF2-40B4-BE49-F238E27FC236}">
                          <a16:creationId xmlns:a16="http://schemas.microsoft.com/office/drawing/2014/main" id="{554720D1-67D7-4441-8439-9681946F2F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2733" y="2878822"/>
                      <a:ext cx="6688" cy="6002"/>
                    </a:xfrm>
                    <a:custGeom>
                      <a:avLst/>
                      <a:gdLst>
                        <a:gd name="connsiteX0" fmla="*/ 6376 w 6688"/>
                        <a:gd name="connsiteY0" fmla="*/ 1061 h 6002"/>
                        <a:gd name="connsiteX1" fmla="*/ 4757 w 6688"/>
                        <a:gd name="connsiteY1" fmla="*/ 5157 h 6002"/>
                        <a:gd name="connsiteX2" fmla="*/ 375 w 6688"/>
                        <a:gd name="connsiteY2" fmla="*/ 5061 h 6002"/>
                        <a:gd name="connsiteX3" fmla="*/ 1804 w 6688"/>
                        <a:gd name="connsiteY3" fmla="*/ 680 h 6002"/>
                        <a:gd name="connsiteX4" fmla="*/ 6376 w 6688"/>
                        <a:gd name="connsiteY4" fmla="*/ 1061 h 6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88" h="6002">
                          <a:moveTo>
                            <a:pt x="6376" y="1061"/>
                          </a:moveTo>
                          <a:cubicBezTo>
                            <a:pt x="7138" y="2299"/>
                            <a:pt x="6471" y="4109"/>
                            <a:pt x="4757" y="5157"/>
                          </a:cubicBezTo>
                          <a:cubicBezTo>
                            <a:pt x="3138" y="6300"/>
                            <a:pt x="1233" y="6300"/>
                            <a:pt x="375" y="5061"/>
                          </a:cubicBezTo>
                          <a:cubicBezTo>
                            <a:pt x="-482" y="3823"/>
                            <a:pt x="185" y="1918"/>
                            <a:pt x="1804" y="680"/>
                          </a:cubicBezTo>
                          <a:cubicBezTo>
                            <a:pt x="3519" y="-368"/>
                            <a:pt x="5614" y="-177"/>
                            <a:pt x="6376" y="10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11" name="Forme libre : forme 16010">
                      <a:extLst>
                        <a:ext uri="{FF2B5EF4-FFF2-40B4-BE49-F238E27FC236}">
                          <a16:creationId xmlns:a16="http://schemas.microsoft.com/office/drawing/2014/main" id="{95ECE6CD-9E2B-4E84-9481-E1A315F9F9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3960" y="2844526"/>
                      <a:ext cx="74919" cy="32168"/>
                    </a:xfrm>
                    <a:custGeom>
                      <a:avLst/>
                      <a:gdLst>
                        <a:gd name="connsiteX0" fmla="*/ 59056 w 74919"/>
                        <a:gd name="connsiteY0" fmla="*/ 4020 h 32168"/>
                        <a:gd name="connsiteX1" fmla="*/ 74010 w 74919"/>
                        <a:gd name="connsiteY1" fmla="*/ 22498 h 32168"/>
                        <a:gd name="connsiteX2" fmla="*/ 72582 w 74919"/>
                        <a:gd name="connsiteY2" fmla="*/ 31166 h 32168"/>
                        <a:gd name="connsiteX3" fmla="*/ 63628 w 74919"/>
                        <a:gd name="connsiteY3" fmla="*/ 30499 h 32168"/>
                        <a:gd name="connsiteX4" fmla="*/ 38577 w 74919"/>
                        <a:gd name="connsiteY4" fmla="*/ 20403 h 32168"/>
                        <a:gd name="connsiteX5" fmla="*/ 29528 w 74919"/>
                        <a:gd name="connsiteY5" fmla="*/ 22593 h 32168"/>
                        <a:gd name="connsiteX6" fmla="*/ 16479 w 74919"/>
                        <a:gd name="connsiteY6" fmla="*/ 27261 h 32168"/>
                        <a:gd name="connsiteX7" fmla="*/ 1 w 74919"/>
                        <a:gd name="connsiteY7" fmla="*/ 27451 h 32168"/>
                        <a:gd name="connsiteX8" fmla="*/ 14955 w 74919"/>
                        <a:gd name="connsiteY8" fmla="*/ 10401 h 32168"/>
                        <a:gd name="connsiteX9" fmla="*/ 36958 w 74919"/>
                        <a:gd name="connsiteY9" fmla="*/ 686 h 32168"/>
                        <a:gd name="connsiteX10" fmla="*/ 59056 w 74919"/>
                        <a:gd name="connsiteY10" fmla="*/ 4020 h 321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4919" h="32168">
                          <a:moveTo>
                            <a:pt x="59056" y="4020"/>
                          </a:moveTo>
                          <a:cubicBezTo>
                            <a:pt x="66581" y="8401"/>
                            <a:pt x="70867" y="15259"/>
                            <a:pt x="74010" y="22498"/>
                          </a:cubicBezTo>
                          <a:cubicBezTo>
                            <a:pt x="75153" y="25165"/>
                            <a:pt x="75725" y="29070"/>
                            <a:pt x="72582" y="31166"/>
                          </a:cubicBezTo>
                          <a:cubicBezTo>
                            <a:pt x="69724" y="33071"/>
                            <a:pt x="66200" y="31928"/>
                            <a:pt x="63628" y="30499"/>
                          </a:cubicBezTo>
                          <a:cubicBezTo>
                            <a:pt x="55818" y="26118"/>
                            <a:pt x="49341" y="20117"/>
                            <a:pt x="38577" y="20403"/>
                          </a:cubicBezTo>
                          <a:cubicBezTo>
                            <a:pt x="36958" y="20498"/>
                            <a:pt x="33434" y="21165"/>
                            <a:pt x="29528" y="22593"/>
                          </a:cubicBezTo>
                          <a:cubicBezTo>
                            <a:pt x="25623" y="24022"/>
                            <a:pt x="21051" y="25641"/>
                            <a:pt x="16479" y="27261"/>
                          </a:cubicBezTo>
                          <a:cubicBezTo>
                            <a:pt x="7430" y="30118"/>
                            <a:pt x="-94" y="32785"/>
                            <a:pt x="1" y="27451"/>
                          </a:cubicBezTo>
                          <a:cubicBezTo>
                            <a:pt x="96" y="22117"/>
                            <a:pt x="6859" y="15545"/>
                            <a:pt x="14955" y="10401"/>
                          </a:cubicBezTo>
                          <a:cubicBezTo>
                            <a:pt x="22670" y="4782"/>
                            <a:pt x="32481" y="1734"/>
                            <a:pt x="36958" y="686"/>
                          </a:cubicBezTo>
                          <a:cubicBezTo>
                            <a:pt x="45435" y="-1124"/>
                            <a:pt x="53436" y="876"/>
                            <a:pt x="59056" y="402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66" name="Graphique 1">
                    <a:extLst>
                      <a:ext uri="{FF2B5EF4-FFF2-40B4-BE49-F238E27FC236}">
                        <a16:creationId xmlns:a16="http://schemas.microsoft.com/office/drawing/2014/main" id="{B3E3FC98-E5EB-48DC-A8EC-C47D136A1FBA}"/>
                      </a:ext>
                    </a:extLst>
                  </p:cNvPr>
                  <p:cNvGrpSpPr/>
                  <p:nvPr/>
                </p:nvGrpSpPr>
                <p:grpSpPr>
                  <a:xfrm>
                    <a:off x="2781694" y="2796134"/>
                    <a:ext cx="158130" cy="102617"/>
                    <a:chOff x="2781694" y="2796134"/>
                    <a:chExt cx="158130" cy="102617"/>
                  </a:xfrm>
                  <a:solidFill>
                    <a:schemeClr val="accent1"/>
                  </a:solidFill>
                </p:grpSpPr>
                <p:sp>
                  <p:nvSpPr>
                    <p:cNvPr id="15988" name="Forme libre : forme 15987">
                      <a:extLst>
                        <a:ext uri="{FF2B5EF4-FFF2-40B4-BE49-F238E27FC236}">
                          <a16:creationId xmlns:a16="http://schemas.microsoft.com/office/drawing/2014/main" id="{AE527E5F-9340-4F53-9003-52C80BDA36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1694" y="2796134"/>
                      <a:ext cx="158130" cy="102617"/>
                    </a:xfrm>
                    <a:custGeom>
                      <a:avLst/>
                      <a:gdLst>
                        <a:gd name="connsiteX0" fmla="*/ 109433 w 158130"/>
                        <a:gd name="connsiteY0" fmla="*/ 96036 h 102617"/>
                        <a:gd name="connsiteX1" fmla="*/ 85335 w 158130"/>
                        <a:gd name="connsiteY1" fmla="*/ 97846 h 102617"/>
                        <a:gd name="connsiteX2" fmla="*/ 73524 w 158130"/>
                        <a:gd name="connsiteY2" fmla="*/ 99275 h 102617"/>
                        <a:gd name="connsiteX3" fmla="*/ 62189 w 158130"/>
                        <a:gd name="connsiteY3" fmla="*/ 101561 h 102617"/>
                        <a:gd name="connsiteX4" fmla="*/ 54283 w 158130"/>
                        <a:gd name="connsiteY4" fmla="*/ 102418 h 102617"/>
                        <a:gd name="connsiteX5" fmla="*/ 46758 w 158130"/>
                        <a:gd name="connsiteY5" fmla="*/ 102513 h 102617"/>
                        <a:gd name="connsiteX6" fmla="*/ 32471 w 158130"/>
                        <a:gd name="connsiteY6" fmla="*/ 98894 h 102617"/>
                        <a:gd name="connsiteX7" fmla="*/ 12087 w 158130"/>
                        <a:gd name="connsiteY7" fmla="*/ 80130 h 102617"/>
                        <a:gd name="connsiteX8" fmla="*/ 1800 w 158130"/>
                        <a:gd name="connsiteY8" fmla="*/ 55269 h 102617"/>
                        <a:gd name="connsiteX9" fmla="*/ 7515 w 158130"/>
                        <a:gd name="connsiteY9" fmla="*/ 26313 h 102617"/>
                        <a:gd name="connsiteX10" fmla="*/ 22279 w 158130"/>
                        <a:gd name="connsiteY10" fmla="*/ 14121 h 102617"/>
                        <a:gd name="connsiteX11" fmla="*/ 31995 w 158130"/>
                        <a:gd name="connsiteY11" fmla="*/ 9359 h 102617"/>
                        <a:gd name="connsiteX12" fmla="*/ 42853 w 158130"/>
                        <a:gd name="connsiteY12" fmla="*/ 6501 h 102617"/>
                        <a:gd name="connsiteX13" fmla="*/ 58950 w 158130"/>
                        <a:gd name="connsiteY13" fmla="*/ 3549 h 102617"/>
                        <a:gd name="connsiteX14" fmla="*/ 74952 w 158130"/>
                        <a:gd name="connsiteY14" fmla="*/ 1834 h 102617"/>
                        <a:gd name="connsiteX15" fmla="*/ 106671 w 158130"/>
                        <a:gd name="connsiteY15" fmla="*/ 24 h 102617"/>
                        <a:gd name="connsiteX16" fmla="*/ 117434 w 158130"/>
                        <a:gd name="connsiteY16" fmla="*/ 500 h 102617"/>
                        <a:gd name="connsiteX17" fmla="*/ 128292 w 158130"/>
                        <a:gd name="connsiteY17" fmla="*/ 3072 h 102617"/>
                        <a:gd name="connsiteX18" fmla="*/ 145818 w 158130"/>
                        <a:gd name="connsiteY18" fmla="*/ 11835 h 102617"/>
                        <a:gd name="connsiteX19" fmla="*/ 157724 w 158130"/>
                        <a:gd name="connsiteY19" fmla="*/ 38505 h 102617"/>
                        <a:gd name="connsiteX20" fmla="*/ 152867 w 158130"/>
                        <a:gd name="connsiteY20" fmla="*/ 64223 h 102617"/>
                        <a:gd name="connsiteX21" fmla="*/ 137151 w 158130"/>
                        <a:gd name="connsiteY21" fmla="*/ 86416 h 102617"/>
                        <a:gd name="connsiteX22" fmla="*/ 124482 w 158130"/>
                        <a:gd name="connsiteY22" fmla="*/ 93179 h 102617"/>
                        <a:gd name="connsiteX23" fmla="*/ 117529 w 158130"/>
                        <a:gd name="connsiteY23" fmla="*/ 94893 h 102617"/>
                        <a:gd name="connsiteX24" fmla="*/ 109433 w 158130"/>
                        <a:gd name="connsiteY24" fmla="*/ 96036 h 1026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58130" h="102617">
                          <a:moveTo>
                            <a:pt x="109433" y="96036"/>
                          </a:moveTo>
                          <a:cubicBezTo>
                            <a:pt x="101337" y="96417"/>
                            <a:pt x="93145" y="96608"/>
                            <a:pt x="85335" y="97846"/>
                          </a:cubicBezTo>
                          <a:lnTo>
                            <a:pt x="73524" y="99275"/>
                          </a:lnTo>
                          <a:lnTo>
                            <a:pt x="62189" y="101561"/>
                          </a:lnTo>
                          <a:cubicBezTo>
                            <a:pt x="59522" y="102132"/>
                            <a:pt x="56855" y="102418"/>
                            <a:pt x="54283" y="102418"/>
                          </a:cubicBezTo>
                          <a:cubicBezTo>
                            <a:pt x="51711" y="102608"/>
                            <a:pt x="49235" y="102704"/>
                            <a:pt x="46758" y="102513"/>
                          </a:cubicBezTo>
                          <a:cubicBezTo>
                            <a:pt x="41901" y="102132"/>
                            <a:pt x="36948" y="100799"/>
                            <a:pt x="32471" y="98894"/>
                          </a:cubicBezTo>
                          <a:cubicBezTo>
                            <a:pt x="23803" y="95560"/>
                            <a:pt x="15897" y="89083"/>
                            <a:pt x="12087" y="80130"/>
                          </a:cubicBezTo>
                          <a:lnTo>
                            <a:pt x="1800" y="55269"/>
                          </a:lnTo>
                          <a:cubicBezTo>
                            <a:pt x="-1914" y="46316"/>
                            <a:pt x="181" y="35933"/>
                            <a:pt x="7515" y="26313"/>
                          </a:cubicBezTo>
                          <a:cubicBezTo>
                            <a:pt x="11230" y="21741"/>
                            <a:pt x="16278" y="17741"/>
                            <a:pt x="22279" y="14121"/>
                          </a:cubicBezTo>
                          <a:cubicBezTo>
                            <a:pt x="25327" y="12407"/>
                            <a:pt x="28566" y="10692"/>
                            <a:pt x="31995" y="9359"/>
                          </a:cubicBezTo>
                          <a:cubicBezTo>
                            <a:pt x="35424" y="8216"/>
                            <a:pt x="39043" y="7263"/>
                            <a:pt x="42853" y="6501"/>
                          </a:cubicBezTo>
                          <a:cubicBezTo>
                            <a:pt x="48187" y="5549"/>
                            <a:pt x="53616" y="4406"/>
                            <a:pt x="58950" y="3549"/>
                          </a:cubicBezTo>
                          <a:lnTo>
                            <a:pt x="74952" y="1834"/>
                          </a:lnTo>
                          <a:cubicBezTo>
                            <a:pt x="85716" y="405"/>
                            <a:pt x="96193" y="310"/>
                            <a:pt x="106671" y="24"/>
                          </a:cubicBezTo>
                          <a:cubicBezTo>
                            <a:pt x="110385" y="-71"/>
                            <a:pt x="114005" y="120"/>
                            <a:pt x="117434" y="500"/>
                          </a:cubicBezTo>
                          <a:cubicBezTo>
                            <a:pt x="121149" y="1072"/>
                            <a:pt x="124863" y="2024"/>
                            <a:pt x="128292" y="3072"/>
                          </a:cubicBezTo>
                          <a:cubicBezTo>
                            <a:pt x="135150" y="5263"/>
                            <a:pt x="141151" y="8025"/>
                            <a:pt x="145818" y="11835"/>
                          </a:cubicBezTo>
                          <a:cubicBezTo>
                            <a:pt x="155248" y="19741"/>
                            <a:pt x="159534" y="29171"/>
                            <a:pt x="157724" y="38505"/>
                          </a:cubicBezTo>
                          <a:lnTo>
                            <a:pt x="152867" y="64223"/>
                          </a:lnTo>
                          <a:cubicBezTo>
                            <a:pt x="151057" y="73557"/>
                            <a:pt x="144771" y="81273"/>
                            <a:pt x="137151" y="86416"/>
                          </a:cubicBezTo>
                          <a:cubicBezTo>
                            <a:pt x="133341" y="89083"/>
                            <a:pt x="128959" y="91750"/>
                            <a:pt x="124482" y="93179"/>
                          </a:cubicBezTo>
                          <a:cubicBezTo>
                            <a:pt x="122196" y="93941"/>
                            <a:pt x="119910" y="94512"/>
                            <a:pt x="117529" y="94893"/>
                          </a:cubicBezTo>
                          <a:cubicBezTo>
                            <a:pt x="115148" y="95560"/>
                            <a:pt x="112290" y="95941"/>
                            <a:pt x="109433" y="9603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89" name="Forme libre : forme 15988">
                      <a:extLst>
                        <a:ext uri="{FF2B5EF4-FFF2-40B4-BE49-F238E27FC236}">
                          <a16:creationId xmlns:a16="http://schemas.microsoft.com/office/drawing/2014/main" id="{F73E4DD6-63F0-4122-BE81-FEFFBC222C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9495" y="2856706"/>
                      <a:ext cx="145637" cy="42045"/>
                    </a:xfrm>
                    <a:custGeom>
                      <a:avLst/>
                      <a:gdLst>
                        <a:gd name="connsiteX0" fmla="*/ 57245 w 145637"/>
                        <a:gd name="connsiteY0" fmla="*/ 7937 h 42045"/>
                        <a:gd name="connsiteX1" fmla="*/ 27432 w 145637"/>
                        <a:gd name="connsiteY1" fmla="*/ 14129 h 42045"/>
                        <a:gd name="connsiteX2" fmla="*/ 0 w 145637"/>
                        <a:gd name="connsiteY2" fmla="*/ 8795 h 42045"/>
                        <a:gd name="connsiteX3" fmla="*/ 4477 w 145637"/>
                        <a:gd name="connsiteY3" fmla="*/ 19558 h 42045"/>
                        <a:gd name="connsiteX4" fmla="*/ 24860 w 145637"/>
                        <a:gd name="connsiteY4" fmla="*/ 38322 h 42045"/>
                        <a:gd name="connsiteX5" fmla="*/ 39148 w 145637"/>
                        <a:gd name="connsiteY5" fmla="*/ 41942 h 42045"/>
                        <a:gd name="connsiteX6" fmla="*/ 46672 w 145637"/>
                        <a:gd name="connsiteY6" fmla="*/ 41846 h 42045"/>
                        <a:gd name="connsiteX7" fmla="*/ 54578 w 145637"/>
                        <a:gd name="connsiteY7" fmla="*/ 40989 h 42045"/>
                        <a:gd name="connsiteX8" fmla="*/ 65913 w 145637"/>
                        <a:gd name="connsiteY8" fmla="*/ 38703 h 42045"/>
                        <a:gd name="connsiteX9" fmla="*/ 77724 w 145637"/>
                        <a:gd name="connsiteY9" fmla="*/ 37274 h 42045"/>
                        <a:gd name="connsiteX10" fmla="*/ 101822 w 145637"/>
                        <a:gd name="connsiteY10" fmla="*/ 35465 h 42045"/>
                        <a:gd name="connsiteX11" fmla="*/ 110109 w 145637"/>
                        <a:gd name="connsiteY11" fmla="*/ 34322 h 42045"/>
                        <a:gd name="connsiteX12" fmla="*/ 117062 w 145637"/>
                        <a:gd name="connsiteY12" fmla="*/ 32607 h 42045"/>
                        <a:gd name="connsiteX13" fmla="*/ 129730 w 145637"/>
                        <a:gd name="connsiteY13" fmla="*/ 25845 h 42045"/>
                        <a:gd name="connsiteX14" fmla="*/ 145447 w 145637"/>
                        <a:gd name="connsiteY14" fmla="*/ 3651 h 42045"/>
                        <a:gd name="connsiteX15" fmla="*/ 145637 w 145637"/>
                        <a:gd name="connsiteY15" fmla="*/ 2794 h 42045"/>
                        <a:gd name="connsiteX16" fmla="*/ 123539 w 145637"/>
                        <a:gd name="connsiteY16" fmla="*/ 698 h 42045"/>
                        <a:gd name="connsiteX17" fmla="*/ 101441 w 145637"/>
                        <a:gd name="connsiteY17" fmla="*/ 222 h 42045"/>
                        <a:gd name="connsiteX18" fmla="*/ 79153 w 145637"/>
                        <a:gd name="connsiteY18" fmla="*/ 2127 h 42045"/>
                        <a:gd name="connsiteX19" fmla="*/ 57245 w 145637"/>
                        <a:gd name="connsiteY19" fmla="*/ 7937 h 42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45637" h="42045">
                          <a:moveTo>
                            <a:pt x="57245" y="7937"/>
                          </a:moveTo>
                          <a:cubicBezTo>
                            <a:pt x="47339" y="12033"/>
                            <a:pt x="37052" y="13557"/>
                            <a:pt x="27432" y="14129"/>
                          </a:cubicBezTo>
                          <a:cubicBezTo>
                            <a:pt x="17526" y="13938"/>
                            <a:pt x="8382" y="12890"/>
                            <a:pt x="0" y="8795"/>
                          </a:cubicBezTo>
                          <a:lnTo>
                            <a:pt x="4477" y="19558"/>
                          </a:lnTo>
                          <a:cubicBezTo>
                            <a:pt x="8192" y="28512"/>
                            <a:pt x="16097" y="34988"/>
                            <a:pt x="24860" y="38322"/>
                          </a:cubicBezTo>
                          <a:cubicBezTo>
                            <a:pt x="29337" y="40132"/>
                            <a:pt x="34195" y="41561"/>
                            <a:pt x="39148" y="41942"/>
                          </a:cubicBezTo>
                          <a:cubicBezTo>
                            <a:pt x="41624" y="42132"/>
                            <a:pt x="44101" y="42037"/>
                            <a:pt x="46672" y="41846"/>
                          </a:cubicBezTo>
                          <a:cubicBezTo>
                            <a:pt x="49339" y="41846"/>
                            <a:pt x="51911" y="41561"/>
                            <a:pt x="54578" y="40989"/>
                          </a:cubicBezTo>
                          <a:lnTo>
                            <a:pt x="65913" y="38703"/>
                          </a:lnTo>
                          <a:lnTo>
                            <a:pt x="77724" y="37274"/>
                          </a:lnTo>
                          <a:cubicBezTo>
                            <a:pt x="85439" y="36036"/>
                            <a:pt x="93631" y="35846"/>
                            <a:pt x="101822" y="35465"/>
                          </a:cubicBezTo>
                          <a:cubicBezTo>
                            <a:pt x="104680" y="35370"/>
                            <a:pt x="107442" y="34988"/>
                            <a:pt x="110109" y="34322"/>
                          </a:cubicBezTo>
                          <a:cubicBezTo>
                            <a:pt x="112586" y="33941"/>
                            <a:pt x="114871" y="33369"/>
                            <a:pt x="117062" y="32607"/>
                          </a:cubicBezTo>
                          <a:cubicBezTo>
                            <a:pt x="121539" y="31083"/>
                            <a:pt x="125921" y="28512"/>
                            <a:pt x="129730" y="25845"/>
                          </a:cubicBezTo>
                          <a:cubicBezTo>
                            <a:pt x="137255" y="20701"/>
                            <a:pt x="143637" y="12986"/>
                            <a:pt x="145447" y="3651"/>
                          </a:cubicBezTo>
                          <a:lnTo>
                            <a:pt x="145637" y="2794"/>
                          </a:lnTo>
                          <a:cubicBezTo>
                            <a:pt x="138208" y="2127"/>
                            <a:pt x="130969" y="698"/>
                            <a:pt x="123539" y="698"/>
                          </a:cubicBezTo>
                          <a:cubicBezTo>
                            <a:pt x="116205" y="318"/>
                            <a:pt x="108966" y="-349"/>
                            <a:pt x="101441" y="222"/>
                          </a:cubicBezTo>
                          <a:cubicBezTo>
                            <a:pt x="94012" y="698"/>
                            <a:pt x="86392" y="508"/>
                            <a:pt x="79153" y="2127"/>
                          </a:cubicBezTo>
                          <a:cubicBezTo>
                            <a:pt x="71628" y="3651"/>
                            <a:pt x="64294" y="5080"/>
                            <a:pt x="57245" y="793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90" name="Forme libre : forme 15989">
                      <a:extLst>
                        <a:ext uri="{FF2B5EF4-FFF2-40B4-BE49-F238E27FC236}">
                          <a16:creationId xmlns:a16="http://schemas.microsoft.com/office/drawing/2014/main" id="{1F90485D-CAA3-4A69-89F0-6800C7798C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8182" y="2828944"/>
                      <a:ext cx="68096" cy="36752"/>
                    </a:xfrm>
                    <a:custGeom>
                      <a:avLst/>
                      <a:gdLst>
                        <a:gd name="connsiteX0" fmla="*/ 68089 w 68096"/>
                        <a:gd name="connsiteY0" fmla="*/ 17506 h 36752"/>
                        <a:gd name="connsiteX1" fmla="*/ 58279 w 68096"/>
                        <a:gd name="connsiteY1" fmla="*/ 30079 h 36752"/>
                        <a:gd name="connsiteX2" fmla="*/ 35323 w 68096"/>
                        <a:gd name="connsiteY2" fmla="*/ 36366 h 36752"/>
                        <a:gd name="connsiteX3" fmla="*/ 11892 w 68096"/>
                        <a:gd name="connsiteY3" fmla="*/ 33699 h 36752"/>
                        <a:gd name="connsiteX4" fmla="*/ 176 w 68096"/>
                        <a:gd name="connsiteY4" fmla="*/ 22840 h 36752"/>
                        <a:gd name="connsiteX5" fmla="*/ 8082 w 68096"/>
                        <a:gd name="connsiteY5" fmla="*/ 8172 h 36752"/>
                        <a:gd name="connsiteX6" fmla="*/ 32656 w 68096"/>
                        <a:gd name="connsiteY6" fmla="*/ 76 h 36752"/>
                        <a:gd name="connsiteX7" fmla="*/ 58088 w 68096"/>
                        <a:gd name="connsiteY7" fmla="*/ 4457 h 36752"/>
                        <a:gd name="connsiteX8" fmla="*/ 68089 w 68096"/>
                        <a:gd name="connsiteY8" fmla="*/ 17506 h 36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8096" h="36752">
                          <a:moveTo>
                            <a:pt x="68089" y="17506"/>
                          </a:moveTo>
                          <a:cubicBezTo>
                            <a:pt x="67899" y="22650"/>
                            <a:pt x="64184" y="26555"/>
                            <a:pt x="58279" y="30079"/>
                          </a:cubicBezTo>
                          <a:cubicBezTo>
                            <a:pt x="52373" y="33604"/>
                            <a:pt x="44277" y="35889"/>
                            <a:pt x="35323" y="36366"/>
                          </a:cubicBezTo>
                          <a:cubicBezTo>
                            <a:pt x="26465" y="37414"/>
                            <a:pt x="18273" y="36271"/>
                            <a:pt x="11892" y="33699"/>
                          </a:cubicBezTo>
                          <a:cubicBezTo>
                            <a:pt x="5605" y="31508"/>
                            <a:pt x="1129" y="27793"/>
                            <a:pt x="176" y="22840"/>
                          </a:cubicBezTo>
                          <a:cubicBezTo>
                            <a:pt x="-777" y="17887"/>
                            <a:pt x="2176" y="12553"/>
                            <a:pt x="8082" y="8172"/>
                          </a:cubicBezTo>
                          <a:cubicBezTo>
                            <a:pt x="13987" y="4171"/>
                            <a:pt x="22750" y="1219"/>
                            <a:pt x="32656" y="76"/>
                          </a:cubicBezTo>
                          <a:cubicBezTo>
                            <a:pt x="42562" y="-401"/>
                            <a:pt x="51611" y="1409"/>
                            <a:pt x="58088" y="4457"/>
                          </a:cubicBezTo>
                          <a:cubicBezTo>
                            <a:pt x="64470" y="7410"/>
                            <a:pt x="68280" y="12648"/>
                            <a:pt x="68089" y="1750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91" name="Forme libre : forme 15990">
                      <a:extLst>
                        <a:ext uri="{FF2B5EF4-FFF2-40B4-BE49-F238E27FC236}">
                          <a16:creationId xmlns:a16="http://schemas.microsoft.com/office/drawing/2014/main" id="{D3815ABB-3BAC-4C81-873F-58AA59B666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8171" y="2834258"/>
                      <a:ext cx="49908" cy="31343"/>
                    </a:xfrm>
                    <a:custGeom>
                      <a:avLst/>
                      <a:gdLst>
                        <a:gd name="connsiteX0" fmla="*/ 12951 w 49908"/>
                        <a:gd name="connsiteY0" fmla="*/ 0 h 31343"/>
                        <a:gd name="connsiteX1" fmla="*/ 188 w 49908"/>
                        <a:gd name="connsiteY1" fmla="*/ 17431 h 31343"/>
                        <a:gd name="connsiteX2" fmla="*/ 11904 w 49908"/>
                        <a:gd name="connsiteY2" fmla="*/ 28289 h 31343"/>
                        <a:gd name="connsiteX3" fmla="*/ 35335 w 49908"/>
                        <a:gd name="connsiteY3" fmla="*/ 30956 h 31343"/>
                        <a:gd name="connsiteX4" fmla="*/ 49908 w 49908"/>
                        <a:gd name="connsiteY4" fmla="*/ 28385 h 31343"/>
                        <a:gd name="connsiteX5" fmla="*/ 41717 w 49908"/>
                        <a:gd name="connsiteY5" fmla="*/ 27432 h 31343"/>
                        <a:gd name="connsiteX6" fmla="*/ 22095 w 49908"/>
                        <a:gd name="connsiteY6" fmla="*/ 16573 h 31343"/>
                        <a:gd name="connsiteX7" fmla="*/ 12951 w 49908"/>
                        <a:gd name="connsiteY7" fmla="*/ 0 h 31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9908" h="31343">
                          <a:moveTo>
                            <a:pt x="12951" y="0"/>
                          </a:moveTo>
                          <a:cubicBezTo>
                            <a:pt x="3903" y="4191"/>
                            <a:pt x="-1050" y="11430"/>
                            <a:pt x="188" y="17431"/>
                          </a:cubicBezTo>
                          <a:cubicBezTo>
                            <a:pt x="1140" y="22384"/>
                            <a:pt x="5712" y="26098"/>
                            <a:pt x="11904" y="28289"/>
                          </a:cubicBezTo>
                          <a:cubicBezTo>
                            <a:pt x="18285" y="30861"/>
                            <a:pt x="26477" y="32004"/>
                            <a:pt x="35335" y="30956"/>
                          </a:cubicBezTo>
                          <a:cubicBezTo>
                            <a:pt x="40574" y="30671"/>
                            <a:pt x="45527" y="29813"/>
                            <a:pt x="49908" y="28385"/>
                          </a:cubicBezTo>
                          <a:cubicBezTo>
                            <a:pt x="47146" y="28385"/>
                            <a:pt x="44479" y="28099"/>
                            <a:pt x="41717" y="27432"/>
                          </a:cubicBezTo>
                          <a:cubicBezTo>
                            <a:pt x="34287" y="24670"/>
                            <a:pt x="27429" y="21431"/>
                            <a:pt x="22095" y="16573"/>
                          </a:cubicBezTo>
                          <a:cubicBezTo>
                            <a:pt x="16761" y="11906"/>
                            <a:pt x="13142" y="6191"/>
                            <a:pt x="12951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92" name="Forme libre : forme 15991">
                      <a:extLst>
                        <a:ext uri="{FF2B5EF4-FFF2-40B4-BE49-F238E27FC236}">
                          <a16:creationId xmlns:a16="http://schemas.microsoft.com/office/drawing/2014/main" id="{335D3CB2-DE48-4A00-B867-8344E96104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2209" y="2832589"/>
                      <a:ext cx="67316" cy="36591"/>
                    </a:xfrm>
                    <a:custGeom>
                      <a:avLst/>
                      <a:gdLst>
                        <a:gd name="connsiteX0" fmla="*/ 67301 w 67316"/>
                        <a:gd name="connsiteY0" fmla="*/ 17957 h 36591"/>
                        <a:gd name="connsiteX1" fmla="*/ 57585 w 67316"/>
                        <a:gd name="connsiteY1" fmla="*/ 30244 h 36591"/>
                        <a:gd name="connsiteX2" fmla="*/ 34821 w 67316"/>
                        <a:gd name="connsiteY2" fmla="*/ 36436 h 36591"/>
                        <a:gd name="connsiteX3" fmla="*/ 22343 w 67316"/>
                        <a:gd name="connsiteY3" fmla="*/ 36245 h 36591"/>
                        <a:gd name="connsiteX4" fmla="*/ 11675 w 67316"/>
                        <a:gd name="connsiteY4" fmla="*/ 33483 h 36591"/>
                        <a:gd name="connsiteX5" fmla="*/ 149 w 67316"/>
                        <a:gd name="connsiteY5" fmla="*/ 22243 h 36591"/>
                        <a:gd name="connsiteX6" fmla="*/ 8055 w 67316"/>
                        <a:gd name="connsiteY6" fmla="*/ 7861 h 36591"/>
                        <a:gd name="connsiteX7" fmla="*/ 18723 w 67316"/>
                        <a:gd name="connsiteY7" fmla="*/ 2717 h 36591"/>
                        <a:gd name="connsiteX8" fmla="*/ 32344 w 67316"/>
                        <a:gd name="connsiteY8" fmla="*/ 50 h 36591"/>
                        <a:gd name="connsiteX9" fmla="*/ 57395 w 67316"/>
                        <a:gd name="connsiteY9" fmla="*/ 4527 h 36591"/>
                        <a:gd name="connsiteX10" fmla="*/ 67301 w 67316"/>
                        <a:gd name="connsiteY10" fmla="*/ 17957 h 36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316" h="36591">
                          <a:moveTo>
                            <a:pt x="67301" y="17957"/>
                          </a:moveTo>
                          <a:cubicBezTo>
                            <a:pt x="67015" y="22910"/>
                            <a:pt x="63205" y="27292"/>
                            <a:pt x="57585" y="30244"/>
                          </a:cubicBezTo>
                          <a:cubicBezTo>
                            <a:pt x="51680" y="33769"/>
                            <a:pt x="43679" y="36150"/>
                            <a:pt x="34821" y="36436"/>
                          </a:cubicBezTo>
                          <a:cubicBezTo>
                            <a:pt x="30344" y="36531"/>
                            <a:pt x="26248" y="36817"/>
                            <a:pt x="22343" y="36245"/>
                          </a:cubicBezTo>
                          <a:cubicBezTo>
                            <a:pt x="18438" y="35769"/>
                            <a:pt x="14818" y="34817"/>
                            <a:pt x="11675" y="33483"/>
                          </a:cubicBezTo>
                          <a:cubicBezTo>
                            <a:pt x="5388" y="30721"/>
                            <a:pt x="1102" y="27387"/>
                            <a:pt x="149" y="22243"/>
                          </a:cubicBezTo>
                          <a:cubicBezTo>
                            <a:pt x="-708" y="17386"/>
                            <a:pt x="2150" y="11671"/>
                            <a:pt x="8055" y="7861"/>
                          </a:cubicBezTo>
                          <a:cubicBezTo>
                            <a:pt x="11008" y="5860"/>
                            <a:pt x="14628" y="4146"/>
                            <a:pt x="18723" y="2717"/>
                          </a:cubicBezTo>
                          <a:cubicBezTo>
                            <a:pt x="22819" y="1479"/>
                            <a:pt x="27486" y="145"/>
                            <a:pt x="32344" y="50"/>
                          </a:cubicBezTo>
                          <a:cubicBezTo>
                            <a:pt x="42155" y="-331"/>
                            <a:pt x="51108" y="1479"/>
                            <a:pt x="57395" y="4527"/>
                          </a:cubicBezTo>
                          <a:cubicBezTo>
                            <a:pt x="63967" y="8242"/>
                            <a:pt x="67587" y="13004"/>
                            <a:pt x="67301" y="1795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93" name="Forme libre : forme 15992">
                      <a:extLst>
                        <a:ext uri="{FF2B5EF4-FFF2-40B4-BE49-F238E27FC236}">
                          <a16:creationId xmlns:a16="http://schemas.microsoft.com/office/drawing/2014/main" id="{1B4EED43-1A1E-4005-83E1-CE2E1B2826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05164" y="2825807"/>
                      <a:ext cx="89123" cy="61640"/>
                    </a:xfrm>
                    <a:custGeom>
                      <a:avLst/>
                      <a:gdLst>
                        <a:gd name="connsiteX0" fmla="*/ 5763 w 89123"/>
                        <a:gd name="connsiteY0" fmla="*/ 35122 h 61640"/>
                        <a:gd name="connsiteX1" fmla="*/ 12811 w 89123"/>
                        <a:gd name="connsiteY1" fmla="*/ 50838 h 61640"/>
                        <a:gd name="connsiteX2" fmla="*/ 27766 w 89123"/>
                        <a:gd name="connsiteY2" fmla="*/ 59125 h 61640"/>
                        <a:gd name="connsiteX3" fmla="*/ 46625 w 89123"/>
                        <a:gd name="connsiteY3" fmla="*/ 61601 h 61640"/>
                        <a:gd name="connsiteX4" fmla="*/ 62722 w 89123"/>
                        <a:gd name="connsiteY4" fmla="*/ 60649 h 61640"/>
                        <a:gd name="connsiteX5" fmla="*/ 70533 w 89123"/>
                        <a:gd name="connsiteY5" fmla="*/ 58648 h 61640"/>
                        <a:gd name="connsiteX6" fmla="*/ 78058 w 89123"/>
                        <a:gd name="connsiteY6" fmla="*/ 55886 h 61640"/>
                        <a:gd name="connsiteX7" fmla="*/ 88249 w 89123"/>
                        <a:gd name="connsiteY7" fmla="*/ 39122 h 61640"/>
                        <a:gd name="connsiteX8" fmla="*/ 76438 w 89123"/>
                        <a:gd name="connsiteY8" fmla="*/ 31026 h 61640"/>
                        <a:gd name="connsiteX9" fmla="*/ 45577 w 89123"/>
                        <a:gd name="connsiteY9" fmla="*/ 13690 h 61640"/>
                        <a:gd name="connsiteX10" fmla="*/ 28528 w 89123"/>
                        <a:gd name="connsiteY10" fmla="*/ 3022 h 61640"/>
                        <a:gd name="connsiteX11" fmla="*/ 6239 w 89123"/>
                        <a:gd name="connsiteY11" fmla="*/ 2737 h 61640"/>
                        <a:gd name="connsiteX12" fmla="*/ 5763 w 89123"/>
                        <a:gd name="connsiteY12" fmla="*/ 35122 h 61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9123" h="61640">
                          <a:moveTo>
                            <a:pt x="5763" y="35122"/>
                          </a:moveTo>
                          <a:cubicBezTo>
                            <a:pt x="7191" y="40646"/>
                            <a:pt x="8811" y="46361"/>
                            <a:pt x="12811" y="50838"/>
                          </a:cubicBezTo>
                          <a:cubicBezTo>
                            <a:pt x="16621" y="55124"/>
                            <a:pt x="21955" y="57601"/>
                            <a:pt x="27766" y="59125"/>
                          </a:cubicBezTo>
                          <a:cubicBezTo>
                            <a:pt x="33766" y="61030"/>
                            <a:pt x="40339" y="61696"/>
                            <a:pt x="46625" y="61601"/>
                          </a:cubicBezTo>
                          <a:cubicBezTo>
                            <a:pt x="51864" y="61696"/>
                            <a:pt x="57483" y="61696"/>
                            <a:pt x="62722" y="60649"/>
                          </a:cubicBezTo>
                          <a:cubicBezTo>
                            <a:pt x="65389" y="60172"/>
                            <a:pt x="67961" y="59506"/>
                            <a:pt x="70533" y="58648"/>
                          </a:cubicBezTo>
                          <a:cubicBezTo>
                            <a:pt x="73105" y="57982"/>
                            <a:pt x="75676" y="57125"/>
                            <a:pt x="78058" y="55886"/>
                          </a:cubicBezTo>
                          <a:cubicBezTo>
                            <a:pt x="85201" y="52457"/>
                            <a:pt x="91488" y="45218"/>
                            <a:pt x="88249" y="39122"/>
                          </a:cubicBezTo>
                          <a:cubicBezTo>
                            <a:pt x="86249" y="35312"/>
                            <a:pt x="81106" y="33217"/>
                            <a:pt x="76438" y="31026"/>
                          </a:cubicBezTo>
                          <a:cubicBezTo>
                            <a:pt x="65389" y="25597"/>
                            <a:pt x="55102" y="20739"/>
                            <a:pt x="45577" y="13690"/>
                          </a:cubicBezTo>
                          <a:cubicBezTo>
                            <a:pt x="41577" y="10643"/>
                            <a:pt x="35576" y="6070"/>
                            <a:pt x="28528" y="3022"/>
                          </a:cubicBezTo>
                          <a:cubicBezTo>
                            <a:pt x="21574" y="70"/>
                            <a:pt x="13288" y="-1835"/>
                            <a:pt x="6239" y="2737"/>
                          </a:cubicBezTo>
                          <a:cubicBezTo>
                            <a:pt x="-6525" y="10547"/>
                            <a:pt x="3953" y="27311"/>
                            <a:pt x="5763" y="3512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94" name="Forme libre : forme 15993">
                      <a:extLst>
                        <a:ext uri="{FF2B5EF4-FFF2-40B4-BE49-F238E27FC236}">
                          <a16:creationId xmlns:a16="http://schemas.microsoft.com/office/drawing/2014/main" id="{A62DDDBC-7358-46A5-AC0A-BB3A10FDDC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20221" y="2821409"/>
                      <a:ext cx="27651" cy="22026"/>
                    </a:xfrm>
                    <a:custGeom>
                      <a:avLst/>
                      <a:gdLst>
                        <a:gd name="connsiteX0" fmla="*/ 898 w 27651"/>
                        <a:gd name="connsiteY0" fmla="*/ 15135 h 22026"/>
                        <a:gd name="connsiteX1" fmla="*/ 135 w 27651"/>
                        <a:gd name="connsiteY1" fmla="*/ 19326 h 22026"/>
                        <a:gd name="connsiteX2" fmla="*/ 3565 w 27651"/>
                        <a:gd name="connsiteY2" fmla="*/ 21993 h 22026"/>
                        <a:gd name="connsiteX3" fmla="*/ 8613 w 27651"/>
                        <a:gd name="connsiteY3" fmla="*/ 20850 h 22026"/>
                        <a:gd name="connsiteX4" fmla="*/ 20329 w 27651"/>
                        <a:gd name="connsiteY4" fmla="*/ 14754 h 22026"/>
                        <a:gd name="connsiteX5" fmla="*/ 24519 w 27651"/>
                        <a:gd name="connsiteY5" fmla="*/ 11611 h 22026"/>
                        <a:gd name="connsiteX6" fmla="*/ 27472 w 27651"/>
                        <a:gd name="connsiteY6" fmla="*/ 3324 h 22026"/>
                        <a:gd name="connsiteX7" fmla="*/ 18805 w 27651"/>
                        <a:gd name="connsiteY7" fmla="*/ 657 h 22026"/>
                        <a:gd name="connsiteX8" fmla="*/ 898 w 27651"/>
                        <a:gd name="connsiteY8" fmla="*/ 15135 h 22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651" h="22026">
                          <a:moveTo>
                            <a:pt x="898" y="15135"/>
                          </a:moveTo>
                          <a:cubicBezTo>
                            <a:pt x="231" y="16469"/>
                            <a:pt x="-245" y="17993"/>
                            <a:pt x="135" y="19326"/>
                          </a:cubicBezTo>
                          <a:cubicBezTo>
                            <a:pt x="516" y="20660"/>
                            <a:pt x="1755" y="21803"/>
                            <a:pt x="3565" y="21993"/>
                          </a:cubicBezTo>
                          <a:cubicBezTo>
                            <a:pt x="5279" y="22184"/>
                            <a:pt x="6993" y="21517"/>
                            <a:pt x="8613" y="20850"/>
                          </a:cubicBezTo>
                          <a:cubicBezTo>
                            <a:pt x="12708" y="19136"/>
                            <a:pt x="16614" y="17040"/>
                            <a:pt x="20329" y="14754"/>
                          </a:cubicBezTo>
                          <a:cubicBezTo>
                            <a:pt x="21852" y="13802"/>
                            <a:pt x="23376" y="12754"/>
                            <a:pt x="24519" y="11611"/>
                          </a:cubicBezTo>
                          <a:cubicBezTo>
                            <a:pt x="26901" y="9230"/>
                            <a:pt x="28139" y="5896"/>
                            <a:pt x="27472" y="3324"/>
                          </a:cubicBezTo>
                          <a:cubicBezTo>
                            <a:pt x="26806" y="848"/>
                            <a:pt x="24139" y="-1057"/>
                            <a:pt x="18805" y="657"/>
                          </a:cubicBezTo>
                          <a:cubicBezTo>
                            <a:pt x="10518" y="3229"/>
                            <a:pt x="3565" y="9611"/>
                            <a:pt x="898" y="1513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95" name="Forme libre : forme 15994">
                      <a:extLst>
                        <a:ext uri="{FF2B5EF4-FFF2-40B4-BE49-F238E27FC236}">
                          <a16:creationId xmlns:a16="http://schemas.microsoft.com/office/drawing/2014/main" id="{CCDB36C3-9B0F-43AF-8276-BEA3189C8A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2079" y="2855975"/>
                      <a:ext cx="39147" cy="34099"/>
                    </a:xfrm>
                    <a:custGeom>
                      <a:avLst/>
                      <a:gdLst>
                        <a:gd name="connsiteX0" fmla="*/ 39148 w 39147"/>
                        <a:gd name="connsiteY0" fmla="*/ 0 h 34099"/>
                        <a:gd name="connsiteX1" fmla="*/ 32766 w 39147"/>
                        <a:gd name="connsiteY1" fmla="*/ 14002 h 34099"/>
                        <a:gd name="connsiteX2" fmla="*/ 21050 w 39147"/>
                        <a:gd name="connsiteY2" fmla="*/ 24955 h 34099"/>
                        <a:gd name="connsiteX3" fmla="*/ 0 w 39147"/>
                        <a:gd name="connsiteY3" fmla="*/ 34100 h 34099"/>
                        <a:gd name="connsiteX4" fmla="*/ 4763 w 39147"/>
                        <a:gd name="connsiteY4" fmla="*/ 32099 h 34099"/>
                        <a:gd name="connsiteX5" fmla="*/ 15145 w 39147"/>
                        <a:gd name="connsiteY5" fmla="*/ 26384 h 34099"/>
                        <a:gd name="connsiteX6" fmla="*/ 27813 w 39147"/>
                        <a:gd name="connsiteY6" fmla="*/ 15812 h 34099"/>
                        <a:gd name="connsiteX7" fmla="*/ 39148 w 39147"/>
                        <a:gd name="connsiteY7" fmla="*/ 0 h 34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9147" h="34099">
                          <a:moveTo>
                            <a:pt x="39148" y="0"/>
                          </a:moveTo>
                          <a:cubicBezTo>
                            <a:pt x="39148" y="0"/>
                            <a:pt x="38291" y="6858"/>
                            <a:pt x="32766" y="14002"/>
                          </a:cubicBezTo>
                          <a:cubicBezTo>
                            <a:pt x="30004" y="17621"/>
                            <a:pt x="26289" y="21146"/>
                            <a:pt x="21050" y="24955"/>
                          </a:cubicBezTo>
                          <a:cubicBezTo>
                            <a:pt x="15621" y="28765"/>
                            <a:pt x="9906" y="31147"/>
                            <a:pt x="0" y="34100"/>
                          </a:cubicBezTo>
                          <a:cubicBezTo>
                            <a:pt x="0" y="34100"/>
                            <a:pt x="1810" y="33528"/>
                            <a:pt x="4763" y="32099"/>
                          </a:cubicBezTo>
                          <a:cubicBezTo>
                            <a:pt x="7811" y="30575"/>
                            <a:pt x="11144" y="29051"/>
                            <a:pt x="15145" y="26384"/>
                          </a:cubicBezTo>
                          <a:cubicBezTo>
                            <a:pt x="19145" y="23813"/>
                            <a:pt x="23527" y="20193"/>
                            <a:pt x="27813" y="15812"/>
                          </a:cubicBezTo>
                          <a:cubicBezTo>
                            <a:pt x="31909" y="11716"/>
                            <a:pt x="36004" y="6572"/>
                            <a:pt x="3914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96" name="Forme libre : forme 15995">
                      <a:extLst>
                        <a:ext uri="{FF2B5EF4-FFF2-40B4-BE49-F238E27FC236}">
                          <a16:creationId xmlns:a16="http://schemas.microsoft.com/office/drawing/2014/main" id="{317D40D4-C630-419E-AD33-67C5DA4C18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6585" y="2804826"/>
                      <a:ext cx="42058" cy="48196"/>
                    </a:xfrm>
                    <a:custGeom>
                      <a:avLst/>
                      <a:gdLst>
                        <a:gd name="connsiteX0" fmla="*/ 42059 w 42058"/>
                        <a:gd name="connsiteY0" fmla="*/ 0 h 48196"/>
                        <a:gd name="connsiteX1" fmla="*/ 34438 w 42058"/>
                        <a:gd name="connsiteY1" fmla="*/ 2191 h 48196"/>
                        <a:gd name="connsiteX2" fmla="*/ 18151 w 42058"/>
                        <a:gd name="connsiteY2" fmla="*/ 10382 h 48196"/>
                        <a:gd name="connsiteX3" fmla="*/ 3577 w 42058"/>
                        <a:gd name="connsiteY3" fmla="*/ 25813 h 48196"/>
                        <a:gd name="connsiteX4" fmla="*/ 1006 w 42058"/>
                        <a:gd name="connsiteY4" fmla="*/ 48196 h 48196"/>
                        <a:gd name="connsiteX5" fmla="*/ 4816 w 42058"/>
                        <a:gd name="connsiteY5" fmla="*/ 29908 h 48196"/>
                        <a:gd name="connsiteX6" fmla="*/ 17008 w 42058"/>
                        <a:gd name="connsiteY6" fmla="*/ 13811 h 48196"/>
                        <a:gd name="connsiteX7" fmla="*/ 27771 w 42058"/>
                        <a:gd name="connsiteY7" fmla="*/ 5905 h 48196"/>
                        <a:gd name="connsiteX8" fmla="*/ 42059 w 42058"/>
                        <a:gd name="connsiteY8" fmla="*/ 0 h 48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2058" h="48196">
                          <a:moveTo>
                            <a:pt x="42059" y="0"/>
                          </a:moveTo>
                          <a:cubicBezTo>
                            <a:pt x="42059" y="0"/>
                            <a:pt x="39010" y="667"/>
                            <a:pt x="34438" y="2191"/>
                          </a:cubicBezTo>
                          <a:cubicBezTo>
                            <a:pt x="29867" y="3524"/>
                            <a:pt x="23866" y="6287"/>
                            <a:pt x="18151" y="10382"/>
                          </a:cubicBezTo>
                          <a:cubicBezTo>
                            <a:pt x="12436" y="14478"/>
                            <a:pt x="6911" y="19145"/>
                            <a:pt x="3577" y="25813"/>
                          </a:cubicBezTo>
                          <a:cubicBezTo>
                            <a:pt x="244" y="32385"/>
                            <a:pt x="-1090" y="39814"/>
                            <a:pt x="1006" y="48196"/>
                          </a:cubicBezTo>
                          <a:cubicBezTo>
                            <a:pt x="1006" y="48196"/>
                            <a:pt x="244" y="40481"/>
                            <a:pt x="4816" y="29908"/>
                          </a:cubicBezTo>
                          <a:cubicBezTo>
                            <a:pt x="7102" y="24479"/>
                            <a:pt x="11007" y="19240"/>
                            <a:pt x="17008" y="13811"/>
                          </a:cubicBezTo>
                          <a:cubicBezTo>
                            <a:pt x="20056" y="11144"/>
                            <a:pt x="23580" y="8477"/>
                            <a:pt x="27771" y="5905"/>
                          </a:cubicBezTo>
                          <a:cubicBezTo>
                            <a:pt x="31771" y="3810"/>
                            <a:pt x="36629" y="1714"/>
                            <a:pt x="4205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97" name="Forme libre : forme 15996">
                      <a:extLst>
                        <a:ext uri="{FF2B5EF4-FFF2-40B4-BE49-F238E27FC236}">
                          <a16:creationId xmlns:a16="http://schemas.microsoft.com/office/drawing/2014/main" id="{B5881869-C198-4546-930D-FFF5EC5A80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5338" y="2832536"/>
                      <a:ext cx="26335" cy="12563"/>
                    </a:xfrm>
                    <a:custGeom>
                      <a:avLst/>
                      <a:gdLst>
                        <a:gd name="connsiteX0" fmla="*/ 26075 w 26335"/>
                        <a:gd name="connsiteY0" fmla="*/ 9056 h 12563"/>
                        <a:gd name="connsiteX1" fmla="*/ 10930 w 26335"/>
                        <a:gd name="connsiteY1" fmla="*/ 11914 h 12563"/>
                        <a:gd name="connsiteX2" fmla="*/ 167 w 26335"/>
                        <a:gd name="connsiteY2" fmla="*/ 4008 h 12563"/>
                        <a:gd name="connsiteX3" fmla="*/ 15597 w 26335"/>
                        <a:gd name="connsiteY3" fmla="*/ 675 h 12563"/>
                        <a:gd name="connsiteX4" fmla="*/ 26075 w 26335"/>
                        <a:gd name="connsiteY4" fmla="*/ 9056 h 12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335" h="12563">
                          <a:moveTo>
                            <a:pt x="26075" y="9056"/>
                          </a:moveTo>
                          <a:cubicBezTo>
                            <a:pt x="24646" y="12200"/>
                            <a:pt x="17978" y="13438"/>
                            <a:pt x="10930" y="11914"/>
                          </a:cubicBezTo>
                          <a:cubicBezTo>
                            <a:pt x="3881" y="10390"/>
                            <a:pt x="-976" y="7342"/>
                            <a:pt x="167" y="4008"/>
                          </a:cubicBezTo>
                          <a:cubicBezTo>
                            <a:pt x="1310" y="675"/>
                            <a:pt x="8358" y="-1040"/>
                            <a:pt x="15597" y="675"/>
                          </a:cubicBezTo>
                          <a:cubicBezTo>
                            <a:pt x="22931" y="2198"/>
                            <a:pt x="27503" y="5913"/>
                            <a:pt x="26075" y="905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98" name="Forme libre : forme 15997">
                      <a:extLst>
                        <a:ext uri="{FF2B5EF4-FFF2-40B4-BE49-F238E27FC236}">
                          <a16:creationId xmlns:a16="http://schemas.microsoft.com/office/drawing/2014/main" id="{AF3143BF-5F34-4CDC-85BA-5254494426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7984" y="2837402"/>
                      <a:ext cx="7143" cy="5244"/>
                    </a:xfrm>
                    <a:custGeom>
                      <a:avLst/>
                      <a:gdLst>
                        <a:gd name="connsiteX0" fmla="*/ 7144 w 7143"/>
                        <a:gd name="connsiteY0" fmla="*/ 2476 h 5244"/>
                        <a:gd name="connsiteX1" fmla="*/ 3620 w 7143"/>
                        <a:gd name="connsiteY1" fmla="*/ 5239 h 5244"/>
                        <a:gd name="connsiteX2" fmla="*/ 0 w 7143"/>
                        <a:gd name="connsiteY2" fmla="*/ 2762 h 5244"/>
                        <a:gd name="connsiteX3" fmla="*/ 3524 w 7143"/>
                        <a:gd name="connsiteY3" fmla="*/ 0 h 5244"/>
                        <a:gd name="connsiteX4" fmla="*/ 7144 w 7143"/>
                        <a:gd name="connsiteY4" fmla="*/ 2476 h 5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43" h="5244">
                          <a:moveTo>
                            <a:pt x="7144" y="2476"/>
                          </a:moveTo>
                          <a:cubicBezTo>
                            <a:pt x="7144" y="3905"/>
                            <a:pt x="5620" y="5143"/>
                            <a:pt x="3620" y="5239"/>
                          </a:cubicBezTo>
                          <a:cubicBezTo>
                            <a:pt x="1619" y="5334"/>
                            <a:pt x="0" y="4191"/>
                            <a:pt x="0" y="2762"/>
                          </a:cubicBezTo>
                          <a:cubicBezTo>
                            <a:pt x="0" y="1333"/>
                            <a:pt x="1524" y="95"/>
                            <a:pt x="3524" y="0"/>
                          </a:cubicBezTo>
                          <a:cubicBezTo>
                            <a:pt x="5525" y="0"/>
                            <a:pt x="7144" y="1048"/>
                            <a:pt x="7144" y="24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99" name="Forme libre : forme 15998">
                      <a:extLst>
                        <a:ext uri="{FF2B5EF4-FFF2-40B4-BE49-F238E27FC236}">
                          <a16:creationId xmlns:a16="http://schemas.microsoft.com/office/drawing/2014/main" id="{A2814955-E4B2-44AD-A872-E9D36BD73F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2401" y="2803551"/>
                      <a:ext cx="64677" cy="47110"/>
                    </a:xfrm>
                    <a:custGeom>
                      <a:avLst/>
                      <a:gdLst>
                        <a:gd name="connsiteX0" fmla="*/ 61206 w 64677"/>
                        <a:gd name="connsiteY0" fmla="*/ 17658 h 47110"/>
                        <a:gd name="connsiteX1" fmla="*/ 63968 w 64677"/>
                        <a:gd name="connsiteY1" fmla="*/ 40899 h 47110"/>
                        <a:gd name="connsiteX2" fmla="*/ 58158 w 64677"/>
                        <a:gd name="connsiteY2" fmla="*/ 47090 h 47110"/>
                        <a:gd name="connsiteX3" fmla="*/ 50919 w 64677"/>
                        <a:gd name="connsiteY3" fmla="*/ 42233 h 47110"/>
                        <a:gd name="connsiteX4" fmla="*/ 35203 w 64677"/>
                        <a:gd name="connsiteY4" fmla="*/ 20611 h 47110"/>
                        <a:gd name="connsiteX5" fmla="*/ 13772 w 64677"/>
                        <a:gd name="connsiteY5" fmla="*/ 14420 h 47110"/>
                        <a:gd name="connsiteX6" fmla="*/ 723 w 64677"/>
                        <a:gd name="connsiteY6" fmla="*/ 5371 h 47110"/>
                        <a:gd name="connsiteX7" fmla="*/ 21582 w 64677"/>
                        <a:gd name="connsiteY7" fmla="*/ 37 h 47110"/>
                        <a:gd name="connsiteX8" fmla="*/ 44252 w 64677"/>
                        <a:gd name="connsiteY8" fmla="*/ 3656 h 47110"/>
                        <a:gd name="connsiteX9" fmla="*/ 61206 w 64677"/>
                        <a:gd name="connsiteY9" fmla="*/ 17658 h 47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4677" h="47110">
                          <a:moveTo>
                            <a:pt x="61206" y="17658"/>
                          </a:moveTo>
                          <a:cubicBezTo>
                            <a:pt x="65302" y="25183"/>
                            <a:pt x="65111" y="33374"/>
                            <a:pt x="63968" y="40899"/>
                          </a:cubicBezTo>
                          <a:cubicBezTo>
                            <a:pt x="63492" y="43757"/>
                            <a:pt x="61968" y="46995"/>
                            <a:pt x="58158" y="47090"/>
                          </a:cubicBezTo>
                          <a:cubicBezTo>
                            <a:pt x="54729" y="47376"/>
                            <a:pt x="52348" y="44614"/>
                            <a:pt x="50919" y="42233"/>
                          </a:cubicBezTo>
                          <a:cubicBezTo>
                            <a:pt x="46728" y="34803"/>
                            <a:pt x="44252" y="25850"/>
                            <a:pt x="35203" y="20611"/>
                          </a:cubicBezTo>
                          <a:cubicBezTo>
                            <a:pt x="32441" y="19087"/>
                            <a:pt x="22535" y="16991"/>
                            <a:pt x="13772" y="14420"/>
                          </a:cubicBezTo>
                          <a:cubicBezTo>
                            <a:pt x="5199" y="11657"/>
                            <a:pt x="-2421" y="9562"/>
                            <a:pt x="723" y="5371"/>
                          </a:cubicBezTo>
                          <a:cubicBezTo>
                            <a:pt x="3866" y="1085"/>
                            <a:pt x="12629" y="-249"/>
                            <a:pt x="21582" y="37"/>
                          </a:cubicBezTo>
                          <a:cubicBezTo>
                            <a:pt x="30536" y="132"/>
                            <a:pt x="39584" y="1561"/>
                            <a:pt x="44252" y="3656"/>
                          </a:cubicBezTo>
                          <a:cubicBezTo>
                            <a:pt x="52348" y="6990"/>
                            <a:pt x="58158" y="12229"/>
                            <a:pt x="61206" y="1765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67" name="Graphique 1">
                    <a:extLst>
                      <a:ext uri="{FF2B5EF4-FFF2-40B4-BE49-F238E27FC236}">
                        <a16:creationId xmlns:a16="http://schemas.microsoft.com/office/drawing/2014/main" id="{850303D2-67F7-4284-983A-C9701A838B16}"/>
                      </a:ext>
                    </a:extLst>
                  </p:cNvPr>
                  <p:cNvGrpSpPr/>
                  <p:nvPr/>
                </p:nvGrpSpPr>
                <p:grpSpPr>
                  <a:xfrm>
                    <a:off x="2934289" y="2812614"/>
                    <a:ext cx="147317" cy="126997"/>
                    <a:chOff x="2934289" y="2812614"/>
                    <a:chExt cx="147317" cy="126997"/>
                  </a:xfrm>
                  <a:solidFill>
                    <a:schemeClr val="accent1"/>
                  </a:solidFill>
                </p:grpSpPr>
                <p:sp>
                  <p:nvSpPr>
                    <p:cNvPr id="15976" name="Forme libre : forme 15975">
                      <a:extLst>
                        <a:ext uri="{FF2B5EF4-FFF2-40B4-BE49-F238E27FC236}">
                          <a16:creationId xmlns:a16="http://schemas.microsoft.com/office/drawing/2014/main" id="{3E012887-3886-49E9-A2CD-4494F5A806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4289" y="2812614"/>
                      <a:ext cx="147317" cy="126997"/>
                    </a:xfrm>
                    <a:custGeom>
                      <a:avLst/>
                      <a:gdLst>
                        <a:gd name="connsiteX0" fmla="*/ 67613 w 147317"/>
                        <a:gd name="connsiteY0" fmla="*/ 115180 h 126997"/>
                        <a:gd name="connsiteX1" fmla="*/ 58184 w 147317"/>
                        <a:gd name="connsiteY1" fmla="*/ 108322 h 126997"/>
                        <a:gd name="connsiteX2" fmla="*/ 48468 w 147317"/>
                        <a:gd name="connsiteY2" fmla="*/ 102416 h 126997"/>
                        <a:gd name="connsiteX3" fmla="*/ 28847 w 147317"/>
                        <a:gd name="connsiteY3" fmla="*/ 92034 h 126997"/>
                        <a:gd name="connsiteX4" fmla="*/ 16464 w 147317"/>
                        <a:gd name="connsiteY4" fmla="*/ 84414 h 126997"/>
                        <a:gd name="connsiteX5" fmla="*/ 7035 w 147317"/>
                        <a:gd name="connsiteY5" fmla="*/ 74127 h 126997"/>
                        <a:gd name="connsiteX6" fmla="*/ 1224 w 147317"/>
                        <a:gd name="connsiteY6" fmla="*/ 61458 h 126997"/>
                        <a:gd name="connsiteX7" fmla="*/ 462 w 147317"/>
                        <a:gd name="connsiteY7" fmla="*/ 47838 h 126997"/>
                        <a:gd name="connsiteX8" fmla="*/ 5320 w 147317"/>
                        <a:gd name="connsiteY8" fmla="*/ 22120 h 126997"/>
                        <a:gd name="connsiteX9" fmla="*/ 11987 w 147317"/>
                        <a:gd name="connsiteY9" fmla="*/ 9738 h 126997"/>
                        <a:gd name="connsiteX10" fmla="*/ 25989 w 147317"/>
                        <a:gd name="connsiteY10" fmla="*/ 2023 h 126997"/>
                        <a:gd name="connsiteX11" fmla="*/ 45611 w 147317"/>
                        <a:gd name="connsiteY11" fmla="*/ 308 h 126997"/>
                        <a:gd name="connsiteX12" fmla="*/ 67613 w 147317"/>
                        <a:gd name="connsiteY12" fmla="*/ 6214 h 126997"/>
                        <a:gd name="connsiteX13" fmla="*/ 97141 w 147317"/>
                        <a:gd name="connsiteY13" fmla="*/ 22406 h 126997"/>
                        <a:gd name="connsiteX14" fmla="*/ 111048 w 147317"/>
                        <a:gd name="connsiteY14" fmla="*/ 31455 h 126997"/>
                        <a:gd name="connsiteX15" fmla="*/ 124002 w 147317"/>
                        <a:gd name="connsiteY15" fmla="*/ 41265 h 126997"/>
                        <a:gd name="connsiteX16" fmla="*/ 138575 w 147317"/>
                        <a:gd name="connsiteY16" fmla="*/ 56791 h 126997"/>
                        <a:gd name="connsiteX17" fmla="*/ 146195 w 147317"/>
                        <a:gd name="connsiteY17" fmla="*/ 73460 h 126997"/>
                        <a:gd name="connsiteX18" fmla="*/ 140385 w 147317"/>
                        <a:gd name="connsiteY18" fmla="*/ 100797 h 126997"/>
                        <a:gd name="connsiteX19" fmla="*/ 122382 w 147317"/>
                        <a:gd name="connsiteY19" fmla="*/ 118799 h 126997"/>
                        <a:gd name="connsiteX20" fmla="*/ 96379 w 147317"/>
                        <a:gd name="connsiteY20" fmla="*/ 126800 h 126997"/>
                        <a:gd name="connsiteX21" fmla="*/ 81425 w 147317"/>
                        <a:gd name="connsiteY21" fmla="*/ 123276 h 126997"/>
                        <a:gd name="connsiteX22" fmla="*/ 67613 w 147317"/>
                        <a:gd name="connsiteY22" fmla="*/ 115180 h 126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47317" h="126997">
                          <a:moveTo>
                            <a:pt x="67613" y="115180"/>
                          </a:moveTo>
                          <a:lnTo>
                            <a:pt x="58184" y="108322"/>
                          </a:lnTo>
                          <a:lnTo>
                            <a:pt x="48468" y="102416"/>
                          </a:lnTo>
                          <a:cubicBezTo>
                            <a:pt x="42086" y="98034"/>
                            <a:pt x="35324" y="95653"/>
                            <a:pt x="28847" y="92034"/>
                          </a:cubicBezTo>
                          <a:cubicBezTo>
                            <a:pt x="24084" y="90319"/>
                            <a:pt x="19988" y="87748"/>
                            <a:pt x="16464" y="84414"/>
                          </a:cubicBezTo>
                          <a:cubicBezTo>
                            <a:pt x="12845" y="81271"/>
                            <a:pt x="9606" y="78127"/>
                            <a:pt x="7035" y="74127"/>
                          </a:cubicBezTo>
                          <a:cubicBezTo>
                            <a:pt x="4463" y="70317"/>
                            <a:pt x="2462" y="65649"/>
                            <a:pt x="1224" y="61458"/>
                          </a:cubicBezTo>
                          <a:cubicBezTo>
                            <a:pt x="-14" y="57077"/>
                            <a:pt x="-395" y="52505"/>
                            <a:pt x="462" y="47838"/>
                          </a:cubicBezTo>
                          <a:lnTo>
                            <a:pt x="5320" y="22120"/>
                          </a:lnTo>
                          <a:cubicBezTo>
                            <a:pt x="6177" y="17453"/>
                            <a:pt x="8463" y="13262"/>
                            <a:pt x="11987" y="9738"/>
                          </a:cubicBezTo>
                          <a:cubicBezTo>
                            <a:pt x="15512" y="6023"/>
                            <a:pt x="20274" y="3737"/>
                            <a:pt x="25989" y="2023"/>
                          </a:cubicBezTo>
                          <a:cubicBezTo>
                            <a:pt x="31704" y="498"/>
                            <a:pt x="38562" y="-549"/>
                            <a:pt x="45611" y="308"/>
                          </a:cubicBezTo>
                          <a:cubicBezTo>
                            <a:pt x="52659" y="1165"/>
                            <a:pt x="60184" y="3165"/>
                            <a:pt x="67613" y="6214"/>
                          </a:cubicBezTo>
                          <a:cubicBezTo>
                            <a:pt x="77519" y="11548"/>
                            <a:pt x="88092" y="16215"/>
                            <a:pt x="97141" y="22406"/>
                          </a:cubicBezTo>
                          <a:cubicBezTo>
                            <a:pt x="101808" y="25359"/>
                            <a:pt x="106571" y="28312"/>
                            <a:pt x="111048" y="31455"/>
                          </a:cubicBezTo>
                          <a:lnTo>
                            <a:pt x="124002" y="41265"/>
                          </a:lnTo>
                          <a:cubicBezTo>
                            <a:pt x="130288" y="45742"/>
                            <a:pt x="134765" y="51267"/>
                            <a:pt x="138575" y="56791"/>
                          </a:cubicBezTo>
                          <a:cubicBezTo>
                            <a:pt x="142385" y="62316"/>
                            <a:pt x="145052" y="67936"/>
                            <a:pt x="146195" y="73460"/>
                          </a:cubicBezTo>
                          <a:cubicBezTo>
                            <a:pt x="148767" y="84414"/>
                            <a:pt x="146957" y="94320"/>
                            <a:pt x="140385" y="100797"/>
                          </a:cubicBezTo>
                          <a:lnTo>
                            <a:pt x="122382" y="118799"/>
                          </a:lnTo>
                          <a:cubicBezTo>
                            <a:pt x="115905" y="125276"/>
                            <a:pt x="106285" y="127753"/>
                            <a:pt x="96379" y="126800"/>
                          </a:cubicBezTo>
                          <a:cubicBezTo>
                            <a:pt x="91521" y="126229"/>
                            <a:pt x="86378" y="125181"/>
                            <a:pt x="81425" y="123276"/>
                          </a:cubicBezTo>
                          <a:cubicBezTo>
                            <a:pt x="76758" y="121180"/>
                            <a:pt x="72186" y="118228"/>
                            <a:pt x="67613" y="11518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77" name="Forme libre : forme 15976">
                      <a:extLst>
                        <a:ext uri="{FF2B5EF4-FFF2-40B4-BE49-F238E27FC236}">
                          <a16:creationId xmlns:a16="http://schemas.microsoft.com/office/drawing/2014/main" id="{CAE918A2-2104-47EB-9745-BB6880C37C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4384" y="2849308"/>
                      <a:ext cx="123239" cy="90022"/>
                    </a:xfrm>
                    <a:custGeom>
                      <a:avLst/>
                      <a:gdLst>
                        <a:gd name="connsiteX0" fmla="*/ 49706 w 123239"/>
                        <a:gd name="connsiteY0" fmla="*/ 31242 h 90022"/>
                        <a:gd name="connsiteX1" fmla="*/ 22370 w 123239"/>
                        <a:gd name="connsiteY1" fmla="*/ 19050 h 90022"/>
                        <a:gd name="connsiteX2" fmla="*/ 2558 w 123239"/>
                        <a:gd name="connsiteY2" fmla="*/ 0 h 90022"/>
                        <a:gd name="connsiteX3" fmla="*/ 462 w 123239"/>
                        <a:gd name="connsiteY3" fmla="*/ 11144 h 90022"/>
                        <a:gd name="connsiteX4" fmla="*/ 1224 w 123239"/>
                        <a:gd name="connsiteY4" fmla="*/ 24765 h 90022"/>
                        <a:gd name="connsiteX5" fmla="*/ 7035 w 123239"/>
                        <a:gd name="connsiteY5" fmla="*/ 37433 h 90022"/>
                        <a:gd name="connsiteX6" fmla="*/ 16464 w 123239"/>
                        <a:gd name="connsiteY6" fmla="*/ 47720 h 90022"/>
                        <a:gd name="connsiteX7" fmla="*/ 28847 w 123239"/>
                        <a:gd name="connsiteY7" fmla="*/ 55340 h 90022"/>
                        <a:gd name="connsiteX8" fmla="*/ 48468 w 123239"/>
                        <a:gd name="connsiteY8" fmla="*/ 65722 h 90022"/>
                        <a:gd name="connsiteX9" fmla="*/ 58184 w 123239"/>
                        <a:gd name="connsiteY9" fmla="*/ 71628 h 90022"/>
                        <a:gd name="connsiteX10" fmla="*/ 67614 w 123239"/>
                        <a:gd name="connsiteY10" fmla="*/ 78486 h 90022"/>
                        <a:gd name="connsiteX11" fmla="*/ 81711 w 123239"/>
                        <a:gd name="connsiteY11" fmla="*/ 86296 h 90022"/>
                        <a:gd name="connsiteX12" fmla="*/ 96665 w 123239"/>
                        <a:gd name="connsiteY12" fmla="*/ 89821 h 90022"/>
                        <a:gd name="connsiteX13" fmla="*/ 122668 w 123239"/>
                        <a:gd name="connsiteY13" fmla="*/ 81820 h 90022"/>
                        <a:gd name="connsiteX14" fmla="*/ 123239 w 123239"/>
                        <a:gd name="connsiteY14" fmla="*/ 81248 h 90022"/>
                        <a:gd name="connsiteX15" fmla="*/ 106095 w 123239"/>
                        <a:gd name="connsiteY15" fmla="*/ 65913 h 90022"/>
                        <a:gd name="connsiteX16" fmla="*/ 88854 w 123239"/>
                        <a:gd name="connsiteY16" fmla="*/ 51625 h 90022"/>
                        <a:gd name="connsiteX17" fmla="*/ 70280 w 123239"/>
                        <a:gd name="connsiteY17" fmla="*/ 39529 h 90022"/>
                        <a:gd name="connsiteX18" fmla="*/ 60374 w 123239"/>
                        <a:gd name="connsiteY18" fmla="*/ 34576 h 90022"/>
                        <a:gd name="connsiteX19" fmla="*/ 49706 w 123239"/>
                        <a:gd name="connsiteY19" fmla="*/ 31242 h 90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23239" h="90022">
                          <a:moveTo>
                            <a:pt x="49706" y="31242"/>
                          </a:moveTo>
                          <a:cubicBezTo>
                            <a:pt x="39705" y="28099"/>
                            <a:pt x="30276" y="24670"/>
                            <a:pt x="22370" y="19050"/>
                          </a:cubicBezTo>
                          <a:cubicBezTo>
                            <a:pt x="14178" y="14478"/>
                            <a:pt x="7415" y="7144"/>
                            <a:pt x="2558" y="0"/>
                          </a:cubicBezTo>
                          <a:lnTo>
                            <a:pt x="462" y="11144"/>
                          </a:lnTo>
                          <a:cubicBezTo>
                            <a:pt x="-395" y="15811"/>
                            <a:pt x="-14" y="20479"/>
                            <a:pt x="1224" y="24765"/>
                          </a:cubicBezTo>
                          <a:cubicBezTo>
                            <a:pt x="2463" y="28956"/>
                            <a:pt x="4463" y="33623"/>
                            <a:pt x="7035" y="37433"/>
                          </a:cubicBezTo>
                          <a:cubicBezTo>
                            <a:pt x="9606" y="41434"/>
                            <a:pt x="12845" y="44577"/>
                            <a:pt x="16464" y="47720"/>
                          </a:cubicBezTo>
                          <a:cubicBezTo>
                            <a:pt x="19988" y="50959"/>
                            <a:pt x="24180" y="53530"/>
                            <a:pt x="28847" y="55340"/>
                          </a:cubicBezTo>
                          <a:cubicBezTo>
                            <a:pt x="35324" y="58959"/>
                            <a:pt x="42087" y="61341"/>
                            <a:pt x="48468" y="65722"/>
                          </a:cubicBezTo>
                          <a:lnTo>
                            <a:pt x="58184" y="71628"/>
                          </a:lnTo>
                          <a:lnTo>
                            <a:pt x="67614" y="78486"/>
                          </a:lnTo>
                          <a:cubicBezTo>
                            <a:pt x="72090" y="81534"/>
                            <a:pt x="76757" y="84487"/>
                            <a:pt x="81711" y="86296"/>
                          </a:cubicBezTo>
                          <a:cubicBezTo>
                            <a:pt x="86664" y="88106"/>
                            <a:pt x="91807" y="89249"/>
                            <a:pt x="96665" y="89821"/>
                          </a:cubicBezTo>
                          <a:cubicBezTo>
                            <a:pt x="106476" y="90773"/>
                            <a:pt x="116096" y="88392"/>
                            <a:pt x="122668" y="81820"/>
                          </a:cubicBezTo>
                          <a:lnTo>
                            <a:pt x="123239" y="81248"/>
                          </a:lnTo>
                          <a:cubicBezTo>
                            <a:pt x="117239" y="76295"/>
                            <a:pt x="111810" y="70866"/>
                            <a:pt x="106095" y="65913"/>
                          </a:cubicBezTo>
                          <a:cubicBezTo>
                            <a:pt x="100284" y="61150"/>
                            <a:pt x="94950" y="55721"/>
                            <a:pt x="88854" y="51625"/>
                          </a:cubicBezTo>
                          <a:cubicBezTo>
                            <a:pt x="82854" y="47244"/>
                            <a:pt x="76948" y="42672"/>
                            <a:pt x="70280" y="39529"/>
                          </a:cubicBezTo>
                          <a:cubicBezTo>
                            <a:pt x="67042" y="37814"/>
                            <a:pt x="63708" y="36195"/>
                            <a:pt x="60374" y="34576"/>
                          </a:cubicBezTo>
                          <a:cubicBezTo>
                            <a:pt x="56850" y="33242"/>
                            <a:pt x="53326" y="32194"/>
                            <a:pt x="49706" y="31242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78" name="Forme libre : forme 15977">
                      <a:extLst>
                        <a:ext uri="{FF2B5EF4-FFF2-40B4-BE49-F238E27FC236}">
                          <a16:creationId xmlns:a16="http://schemas.microsoft.com/office/drawing/2014/main" id="{AF0C813E-231E-49FB-B6DA-C63276000A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3883" y="2858631"/>
                      <a:ext cx="60084" cy="47941"/>
                    </a:xfrm>
                    <a:custGeom>
                      <a:avLst/>
                      <a:gdLst>
                        <a:gd name="connsiteX0" fmla="*/ 57739 w 60084"/>
                        <a:gd name="connsiteY0" fmla="*/ 44112 h 47941"/>
                        <a:gd name="connsiteX1" fmla="*/ 42308 w 60084"/>
                        <a:gd name="connsiteY1" fmla="*/ 47350 h 47941"/>
                        <a:gd name="connsiteX2" fmla="*/ 31735 w 60084"/>
                        <a:gd name="connsiteY2" fmla="*/ 44207 h 47941"/>
                        <a:gd name="connsiteX3" fmla="*/ 20782 w 60084"/>
                        <a:gd name="connsiteY3" fmla="*/ 38111 h 47941"/>
                        <a:gd name="connsiteX4" fmla="*/ 11066 w 60084"/>
                        <a:gd name="connsiteY4" fmla="*/ 30396 h 47941"/>
                        <a:gd name="connsiteX5" fmla="*/ 4018 w 60084"/>
                        <a:gd name="connsiteY5" fmla="*/ 22204 h 47941"/>
                        <a:gd name="connsiteX6" fmla="*/ 970 w 60084"/>
                        <a:gd name="connsiteY6" fmla="*/ 6583 h 47941"/>
                        <a:gd name="connsiteX7" fmla="*/ 15734 w 60084"/>
                        <a:gd name="connsiteY7" fmla="*/ 11 h 47941"/>
                        <a:gd name="connsiteX8" fmla="*/ 27640 w 60084"/>
                        <a:gd name="connsiteY8" fmla="*/ 2297 h 47941"/>
                        <a:gd name="connsiteX9" fmla="*/ 40403 w 60084"/>
                        <a:gd name="connsiteY9" fmla="*/ 8679 h 47941"/>
                        <a:gd name="connsiteX10" fmla="*/ 51071 w 60084"/>
                        <a:gd name="connsiteY10" fmla="*/ 18013 h 47941"/>
                        <a:gd name="connsiteX11" fmla="*/ 57929 w 60084"/>
                        <a:gd name="connsiteY11" fmla="*/ 27824 h 47941"/>
                        <a:gd name="connsiteX12" fmla="*/ 57739 w 60084"/>
                        <a:gd name="connsiteY12" fmla="*/ 44112 h 47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0084" h="47941">
                          <a:moveTo>
                            <a:pt x="57739" y="44112"/>
                          </a:moveTo>
                          <a:cubicBezTo>
                            <a:pt x="54596" y="47827"/>
                            <a:pt x="48881" y="48684"/>
                            <a:pt x="42308" y="47350"/>
                          </a:cubicBezTo>
                          <a:cubicBezTo>
                            <a:pt x="38975" y="46874"/>
                            <a:pt x="35355" y="45826"/>
                            <a:pt x="31735" y="44207"/>
                          </a:cubicBezTo>
                          <a:cubicBezTo>
                            <a:pt x="28021" y="42778"/>
                            <a:pt x="24592" y="40302"/>
                            <a:pt x="20782" y="38111"/>
                          </a:cubicBezTo>
                          <a:cubicBezTo>
                            <a:pt x="17067" y="35825"/>
                            <a:pt x="13829" y="33158"/>
                            <a:pt x="11066" y="30396"/>
                          </a:cubicBezTo>
                          <a:cubicBezTo>
                            <a:pt x="8304" y="27443"/>
                            <a:pt x="5827" y="24966"/>
                            <a:pt x="4018" y="22204"/>
                          </a:cubicBezTo>
                          <a:cubicBezTo>
                            <a:pt x="303" y="16775"/>
                            <a:pt x="-1126" y="11060"/>
                            <a:pt x="970" y="6583"/>
                          </a:cubicBezTo>
                          <a:cubicBezTo>
                            <a:pt x="3065" y="2107"/>
                            <a:pt x="8399" y="-179"/>
                            <a:pt x="15734" y="11"/>
                          </a:cubicBezTo>
                          <a:cubicBezTo>
                            <a:pt x="19353" y="106"/>
                            <a:pt x="23544" y="582"/>
                            <a:pt x="27640" y="2297"/>
                          </a:cubicBezTo>
                          <a:cubicBezTo>
                            <a:pt x="31735" y="3821"/>
                            <a:pt x="36117" y="6012"/>
                            <a:pt x="40403" y="8679"/>
                          </a:cubicBezTo>
                          <a:cubicBezTo>
                            <a:pt x="44785" y="11250"/>
                            <a:pt x="48023" y="14775"/>
                            <a:pt x="51071" y="18013"/>
                          </a:cubicBezTo>
                          <a:cubicBezTo>
                            <a:pt x="54024" y="21347"/>
                            <a:pt x="56310" y="24681"/>
                            <a:pt x="57929" y="27824"/>
                          </a:cubicBezTo>
                          <a:cubicBezTo>
                            <a:pt x="60787" y="34587"/>
                            <a:pt x="60882" y="40397"/>
                            <a:pt x="57739" y="44112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79" name="Forme libre : forme 15978">
                      <a:extLst>
                        <a:ext uri="{FF2B5EF4-FFF2-40B4-BE49-F238E27FC236}">
                          <a16:creationId xmlns:a16="http://schemas.microsoft.com/office/drawing/2014/main" id="{6E5083C3-6CD5-4E58-ADCA-8A4943AF0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3883" y="2858682"/>
                      <a:ext cx="33640" cy="44918"/>
                    </a:xfrm>
                    <a:custGeom>
                      <a:avLst/>
                      <a:gdLst>
                        <a:gd name="connsiteX0" fmla="*/ 21544 w 33640"/>
                        <a:gd name="connsiteY0" fmla="*/ 532 h 44918"/>
                        <a:gd name="connsiteX1" fmla="*/ 970 w 33640"/>
                        <a:gd name="connsiteY1" fmla="*/ 6533 h 44918"/>
                        <a:gd name="connsiteX2" fmla="*/ 4018 w 33640"/>
                        <a:gd name="connsiteY2" fmla="*/ 22154 h 44918"/>
                        <a:gd name="connsiteX3" fmla="*/ 11066 w 33640"/>
                        <a:gd name="connsiteY3" fmla="*/ 30346 h 44918"/>
                        <a:gd name="connsiteX4" fmla="*/ 20782 w 33640"/>
                        <a:gd name="connsiteY4" fmla="*/ 38061 h 44918"/>
                        <a:gd name="connsiteX5" fmla="*/ 33641 w 33640"/>
                        <a:gd name="connsiteY5" fmla="*/ 44919 h 44918"/>
                        <a:gd name="connsiteX6" fmla="*/ 27926 w 33640"/>
                        <a:gd name="connsiteY6" fmla="*/ 39109 h 44918"/>
                        <a:gd name="connsiteX7" fmla="*/ 19067 w 33640"/>
                        <a:gd name="connsiteY7" fmla="*/ 18915 h 44918"/>
                        <a:gd name="connsiteX8" fmla="*/ 21544 w 33640"/>
                        <a:gd name="connsiteY8" fmla="*/ 532 h 44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640" h="44918">
                          <a:moveTo>
                            <a:pt x="21544" y="532"/>
                          </a:moveTo>
                          <a:cubicBezTo>
                            <a:pt x="11352" y="-1087"/>
                            <a:pt x="3542" y="1009"/>
                            <a:pt x="970" y="6533"/>
                          </a:cubicBezTo>
                          <a:cubicBezTo>
                            <a:pt x="-1126" y="11010"/>
                            <a:pt x="303" y="16725"/>
                            <a:pt x="4018" y="22154"/>
                          </a:cubicBezTo>
                          <a:cubicBezTo>
                            <a:pt x="5827" y="24916"/>
                            <a:pt x="8304" y="27393"/>
                            <a:pt x="11066" y="30346"/>
                          </a:cubicBezTo>
                          <a:cubicBezTo>
                            <a:pt x="13829" y="33108"/>
                            <a:pt x="17067" y="35775"/>
                            <a:pt x="20782" y="38061"/>
                          </a:cubicBezTo>
                          <a:cubicBezTo>
                            <a:pt x="25163" y="40728"/>
                            <a:pt x="29354" y="43395"/>
                            <a:pt x="33641" y="44919"/>
                          </a:cubicBezTo>
                          <a:cubicBezTo>
                            <a:pt x="31545" y="43204"/>
                            <a:pt x="29545" y="41395"/>
                            <a:pt x="27926" y="39109"/>
                          </a:cubicBezTo>
                          <a:cubicBezTo>
                            <a:pt x="23734" y="32631"/>
                            <a:pt x="20401" y="25964"/>
                            <a:pt x="19067" y="18915"/>
                          </a:cubicBezTo>
                          <a:cubicBezTo>
                            <a:pt x="17734" y="11962"/>
                            <a:pt x="18115" y="5485"/>
                            <a:pt x="21544" y="532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80" name="Forme libre : forme 15979">
                      <a:extLst>
                        <a:ext uri="{FF2B5EF4-FFF2-40B4-BE49-F238E27FC236}">
                          <a16:creationId xmlns:a16="http://schemas.microsoft.com/office/drawing/2014/main" id="{60F9AE32-5F72-4E68-8585-085B71B440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5121" y="2863783"/>
                      <a:ext cx="58990" cy="47916"/>
                    </a:xfrm>
                    <a:custGeom>
                      <a:avLst/>
                      <a:gdLst>
                        <a:gd name="connsiteX0" fmla="*/ 56596 w 58990"/>
                        <a:gd name="connsiteY0" fmla="*/ 44104 h 47916"/>
                        <a:gd name="connsiteX1" fmla="*/ 41166 w 58990"/>
                        <a:gd name="connsiteY1" fmla="*/ 47342 h 47916"/>
                        <a:gd name="connsiteX2" fmla="*/ 20020 w 58990"/>
                        <a:gd name="connsiteY2" fmla="*/ 37912 h 47916"/>
                        <a:gd name="connsiteX3" fmla="*/ 3732 w 58990"/>
                        <a:gd name="connsiteY3" fmla="*/ 22006 h 47916"/>
                        <a:gd name="connsiteX4" fmla="*/ 1065 w 58990"/>
                        <a:gd name="connsiteY4" fmla="*/ 6575 h 47916"/>
                        <a:gd name="connsiteX5" fmla="*/ 15829 w 58990"/>
                        <a:gd name="connsiteY5" fmla="*/ 3 h 47916"/>
                        <a:gd name="connsiteX6" fmla="*/ 40023 w 58990"/>
                        <a:gd name="connsiteY6" fmla="*/ 8766 h 47916"/>
                        <a:gd name="connsiteX7" fmla="*/ 56882 w 58990"/>
                        <a:gd name="connsiteY7" fmla="*/ 28101 h 47916"/>
                        <a:gd name="connsiteX8" fmla="*/ 56596 w 58990"/>
                        <a:gd name="connsiteY8" fmla="*/ 44104 h 47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990" h="47916">
                          <a:moveTo>
                            <a:pt x="56596" y="44104"/>
                          </a:moveTo>
                          <a:cubicBezTo>
                            <a:pt x="53453" y="47723"/>
                            <a:pt x="47643" y="48675"/>
                            <a:pt x="41166" y="47342"/>
                          </a:cubicBezTo>
                          <a:cubicBezTo>
                            <a:pt x="34689" y="45913"/>
                            <a:pt x="26973" y="43151"/>
                            <a:pt x="20020" y="37912"/>
                          </a:cubicBezTo>
                          <a:cubicBezTo>
                            <a:pt x="12686" y="33531"/>
                            <a:pt x="7257" y="27340"/>
                            <a:pt x="3732" y="22006"/>
                          </a:cubicBezTo>
                          <a:cubicBezTo>
                            <a:pt x="208" y="16672"/>
                            <a:pt x="-1125" y="10957"/>
                            <a:pt x="1065" y="6575"/>
                          </a:cubicBezTo>
                          <a:cubicBezTo>
                            <a:pt x="3256" y="2194"/>
                            <a:pt x="8590" y="-92"/>
                            <a:pt x="15829" y="3"/>
                          </a:cubicBezTo>
                          <a:cubicBezTo>
                            <a:pt x="23068" y="98"/>
                            <a:pt x="31545" y="3527"/>
                            <a:pt x="40023" y="8766"/>
                          </a:cubicBezTo>
                          <a:cubicBezTo>
                            <a:pt x="47928" y="14766"/>
                            <a:pt x="54120" y="21434"/>
                            <a:pt x="56882" y="28101"/>
                          </a:cubicBezTo>
                          <a:cubicBezTo>
                            <a:pt x="59739" y="34674"/>
                            <a:pt x="59739" y="40484"/>
                            <a:pt x="56596" y="4410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81" name="Forme libre : forme 15980">
                      <a:extLst>
                        <a:ext uri="{FF2B5EF4-FFF2-40B4-BE49-F238E27FC236}">
                          <a16:creationId xmlns:a16="http://schemas.microsoft.com/office/drawing/2014/main" id="{B6B11B04-9A68-44D1-B13C-9697DA2AE0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4188" y="2831266"/>
                      <a:ext cx="66135" cy="84400"/>
                    </a:xfrm>
                    <a:custGeom>
                      <a:avLst/>
                      <a:gdLst>
                        <a:gd name="connsiteX0" fmla="*/ 3043 w 66135"/>
                        <a:gd name="connsiteY0" fmla="*/ 25852 h 84400"/>
                        <a:gd name="connsiteX1" fmla="*/ 185 w 66135"/>
                        <a:gd name="connsiteY1" fmla="*/ 42235 h 84400"/>
                        <a:gd name="connsiteX2" fmla="*/ 7520 w 66135"/>
                        <a:gd name="connsiteY2" fmla="*/ 57475 h 84400"/>
                        <a:gd name="connsiteX3" fmla="*/ 13806 w 66135"/>
                        <a:gd name="connsiteY3" fmla="*/ 63857 h 84400"/>
                        <a:gd name="connsiteX4" fmla="*/ 20759 w 66135"/>
                        <a:gd name="connsiteY4" fmla="*/ 69953 h 84400"/>
                        <a:gd name="connsiteX5" fmla="*/ 27046 w 66135"/>
                        <a:gd name="connsiteY5" fmla="*/ 74144 h 84400"/>
                        <a:gd name="connsiteX6" fmla="*/ 33618 w 66135"/>
                        <a:gd name="connsiteY6" fmla="*/ 78335 h 84400"/>
                        <a:gd name="connsiteX7" fmla="*/ 48096 w 66135"/>
                        <a:gd name="connsiteY7" fmla="*/ 83764 h 84400"/>
                        <a:gd name="connsiteX8" fmla="*/ 66003 w 66135"/>
                        <a:gd name="connsiteY8" fmla="*/ 77287 h 84400"/>
                        <a:gd name="connsiteX9" fmla="*/ 61812 w 66135"/>
                        <a:gd name="connsiteY9" fmla="*/ 63952 h 84400"/>
                        <a:gd name="connsiteX10" fmla="*/ 54001 w 66135"/>
                        <a:gd name="connsiteY10" fmla="*/ 48045 h 84400"/>
                        <a:gd name="connsiteX11" fmla="*/ 47620 w 66135"/>
                        <a:gd name="connsiteY11" fmla="*/ 31853 h 84400"/>
                        <a:gd name="connsiteX12" fmla="*/ 39905 w 66135"/>
                        <a:gd name="connsiteY12" fmla="*/ 13279 h 84400"/>
                        <a:gd name="connsiteX13" fmla="*/ 21331 w 66135"/>
                        <a:gd name="connsiteY13" fmla="*/ 135 h 84400"/>
                        <a:gd name="connsiteX14" fmla="*/ 7520 w 66135"/>
                        <a:gd name="connsiteY14" fmla="*/ 9850 h 84400"/>
                        <a:gd name="connsiteX15" fmla="*/ 3043 w 66135"/>
                        <a:gd name="connsiteY15" fmla="*/ 25852 h 84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66135" h="84400">
                          <a:moveTo>
                            <a:pt x="3043" y="25852"/>
                          </a:moveTo>
                          <a:cubicBezTo>
                            <a:pt x="1138" y="31186"/>
                            <a:pt x="-577" y="36615"/>
                            <a:pt x="185" y="42235"/>
                          </a:cubicBezTo>
                          <a:cubicBezTo>
                            <a:pt x="1042" y="47379"/>
                            <a:pt x="3709" y="52998"/>
                            <a:pt x="7520" y="57475"/>
                          </a:cubicBezTo>
                          <a:cubicBezTo>
                            <a:pt x="9424" y="59761"/>
                            <a:pt x="11520" y="61761"/>
                            <a:pt x="13806" y="63857"/>
                          </a:cubicBezTo>
                          <a:cubicBezTo>
                            <a:pt x="15997" y="66143"/>
                            <a:pt x="18378" y="68143"/>
                            <a:pt x="20759" y="69953"/>
                          </a:cubicBezTo>
                          <a:cubicBezTo>
                            <a:pt x="22759" y="71477"/>
                            <a:pt x="24855" y="72906"/>
                            <a:pt x="27046" y="74144"/>
                          </a:cubicBezTo>
                          <a:cubicBezTo>
                            <a:pt x="29141" y="75668"/>
                            <a:pt x="31332" y="77097"/>
                            <a:pt x="33618" y="78335"/>
                          </a:cubicBezTo>
                          <a:cubicBezTo>
                            <a:pt x="38190" y="80811"/>
                            <a:pt x="43143" y="82431"/>
                            <a:pt x="48096" y="83764"/>
                          </a:cubicBezTo>
                          <a:cubicBezTo>
                            <a:pt x="55525" y="85479"/>
                            <a:pt x="64765" y="83859"/>
                            <a:pt x="66003" y="77287"/>
                          </a:cubicBezTo>
                          <a:cubicBezTo>
                            <a:pt x="66765" y="73191"/>
                            <a:pt x="64098" y="68429"/>
                            <a:pt x="61812" y="63952"/>
                          </a:cubicBezTo>
                          <a:cubicBezTo>
                            <a:pt x="59145" y="58428"/>
                            <a:pt x="56383" y="53474"/>
                            <a:pt x="54001" y="48045"/>
                          </a:cubicBezTo>
                          <a:cubicBezTo>
                            <a:pt x="51525" y="42807"/>
                            <a:pt x="49620" y="36996"/>
                            <a:pt x="47620" y="31853"/>
                          </a:cubicBezTo>
                          <a:cubicBezTo>
                            <a:pt x="46000" y="27376"/>
                            <a:pt x="43905" y="20042"/>
                            <a:pt x="39905" y="13279"/>
                          </a:cubicBezTo>
                          <a:cubicBezTo>
                            <a:pt x="36095" y="6421"/>
                            <a:pt x="29617" y="1278"/>
                            <a:pt x="21331" y="135"/>
                          </a:cubicBezTo>
                          <a:cubicBezTo>
                            <a:pt x="13901" y="-913"/>
                            <a:pt x="9806" y="4326"/>
                            <a:pt x="7520" y="9850"/>
                          </a:cubicBezTo>
                          <a:cubicBezTo>
                            <a:pt x="5329" y="15660"/>
                            <a:pt x="4376" y="22232"/>
                            <a:pt x="3043" y="2585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82" name="Forme libre : forme 15981">
                      <a:extLst>
                        <a:ext uri="{FF2B5EF4-FFF2-40B4-BE49-F238E27FC236}">
                          <a16:creationId xmlns:a16="http://schemas.microsoft.com/office/drawing/2014/main" id="{00796BE3-9971-4213-B0AD-C79780AB7A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5991" y="2840709"/>
                      <a:ext cx="32354" cy="14173"/>
                    </a:xfrm>
                    <a:custGeom>
                      <a:avLst/>
                      <a:gdLst>
                        <a:gd name="connsiteX0" fmla="*/ 3243 w 32354"/>
                        <a:gd name="connsiteY0" fmla="*/ 2979 h 14173"/>
                        <a:gd name="connsiteX1" fmla="*/ 195 w 32354"/>
                        <a:gd name="connsiteY1" fmla="*/ 5836 h 14173"/>
                        <a:gd name="connsiteX2" fmla="*/ 1528 w 32354"/>
                        <a:gd name="connsiteY2" fmla="*/ 9932 h 14173"/>
                        <a:gd name="connsiteX3" fmla="*/ 6481 w 32354"/>
                        <a:gd name="connsiteY3" fmla="*/ 11742 h 14173"/>
                        <a:gd name="connsiteX4" fmla="*/ 19530 w 32354"/>
                        <a:gd name="connsiteY4" fmla="*/ 13933 h 14173"/>
                        <a:gd name="connsiteX5" fmla="*/ 24769 w 32354"/>
                        <a:gd name="connsiteY5" fmla="*/ 14028 h 14173"/>
                        <a:gd name="connsiteX6" fmla="*/ 26484 w 32354"/>
                        <a:gd name="connsiteY6" fmla="*/ 2026 h 14173"/>
                        <a:gd name="connsiteX7" fmla="*/ 3243 w 32354"/>
                        <a:gd name="connsiteY7" fmla="*/ 2979 h 14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54" h="14173">
                          <a:moveTo>
                            <a:pt x="3243" y="2979"/>
                          </a:moveTo>
                          <a:cubicBezTo>
                            <a:pt x="1909" y="3741"/>
                            <a:pt x="671" y="4598"/>
                            <a:pt x="195" y="5836"/>
                          </a:cubicBezTo>
                          <a:cubicBezTo>
                            <a:pt x="-282" y="7075"/>
                            <a:pt x="99" y="8789"/>
                            <a:pt x="1528" y="9932"/>
                          </a:cubicBezTo>
                          <a:cubicBezTo>
                            <a:pt x="2862" y="10980"/>
                            <a:pt x="4671" y="11456"/>
                            <a:pt x="6481" y="11742"/>
                          </a:cubicBezTo>
                          <a:cubicBezTo>
                            <a:pt x="11053" y="12313"/>
                            <a:pt x="15149" y="13552"/>
                            <a:pt x="19530" y="13933"/>
                          </a:cubicBezTo>
                          <a:cubicBezTo>
                            <a:pt x="21340" y="14123"/>
                            <a:pt x="23150" y="14313"/>
                            <a:pt x="24769" y="14028"/>
                          </a:cubicBezTo>
                          <a:cubicBezTo>
                            <a:pt x="31532" y="13075"/>
                            <a:pt x="36961" y="6217"/>
                            <a:pt x="26484" y="2026"/>
                          </a:cubicBezTo>
                          <a:cubicBezTo>
                            <a:pt x="18482" y="-1403"/>
                            <a:pt x="8672" y="-69"/>
                            <a:pt x="3243" y="297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83" name="Forme libre : forme 15982">
                      <a:extLst>
                        <a:ext uri="{FF2B5EF4-FFF2-40B4-BE49-F238E27FC236}">
                          <a16:creationId xmlns:a16="http://schemas.microsoft.com/office/drawing/2014/main" id="{1EA70402-6A7D-4303-9D53-4D930E67D4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3808" y="2925413"/>
                      <a:ext cx="52482" cy="8558"/>
                    </a:xfrm>
                    <a:custGeom>
                      <a:avLst/>
                      <a:gdLst>
                        <a:gd name="connsiteX0" fmla="*/ 52483 w 52482"/>
                        <a:gd name="connsiteY0" fmla="*/ 0 h 8558"/>
                        <a:gd name="connsiteX1" fmla="*/ 39243 w 52482"/>
                        <a:gd name="connsiteY1" fmla="*/ 7334 h 8558"/>
                        <a:gd name="connsiteX2" fmla="*/ 22860 w 52482"/>
                        <a:gd name="connsiteY2" fmla="*/ 8096 h 8558"/>
                        <a:gd name="connsiteX3" fmla="*/ 0 w 52482"/>
                        <a:gd name="connsiteY3" fmla="*/ 1238 h 8558"/>
                        <a:gd name="connsiteX4" fmla="*/ 4763 w 52482"/>
                        <a:gd name="connsiteY4" fmla="*/ 2572 h 8558"/>
                        <a:gd name="connsiteX5" fmla="*/ 16954 w 52482"/>
                        <a:gd name="connsiteY5" fmla="*/ 5239 h 8558"/>
                        <a:gd name="connsiteX6" fmla="*/ 52483 w 52482"/>
                        <a:gd name="connsiteY6" fmla="*/ 0 h 8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2482" h="8558">
                          <a:moveTo>
                            <a:pt x="52483" y="0"/>
                          </a:moveTo>
                          <a:cubicBezTo>
                            <a:pt x="52483" y="0"/>
                            <a:pt x="48101" y="5048"/>
                            <a:pt x="39243" y="7334"/>
                          </a:cubicBezTo>
                          <a:cubicBezTo>
                            <a:pt x="34862" y="8572"/>
                            <a:pt x="29432" y="8954"/>
                            <a:pt x="22860" y="8096"/>
                          </a:cubicBezTo>
                          <a:cubicBezTo>
                            <a:pt x="16193" y="7620"/>
                            <a:pt x="8763" y="4953"/>
                            <a:pt x="0" y="1238"/>
                          </a:cubicBezTo>
                          <a:cubicBezTo>
                            <a:pt x="0" y="1238"/>
                            <a:pt x="1714" y="1905"/>
                            <a:pt x="4763" y="2572"/>
                          </a:cubicBezTo>
                          <a:cubicBezTo>
                            <a:pt x="7715" y="3524"/>
                            <a:pt x="11906" y="4572"/>
                            <a:pt x="16954" y="5239"/>
                          </a:cubicBezTo>
                          <a:cubicBezTo>
                            <a:pt x="27051" y="6287"/>
                            <a:pt x="40100" y="6953"/>
                            <a:pt x="5248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84" name="Forme libre : forme 15983">
                      <a:extLst>
                        <a:ext uri="{FF2B5EF4-FFF2-40B4-BE49-F238E27FC236}">
                          <a16:creationId xmlns:a16="http://schemas.microsoft.com/office/drawing/2014/main" id="{CFA895FD-6A74-4343-BAD2-508001264A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2086" y="2817014"/>
                      <a:ext cx="61912" cy="21054"/>
                    </a:xfrm>
                    <a:custGeom>
                      <a:avLst/>
                      <a:gdLst>
                        <a:gd name="connsiteX0" fmla="*/ 61913 w 61912"/>
                        <a:gd name="connsiteY0" fmla="*/ 5815 h 21054"/>
                        <a:gd name="connsiteX1" fmla="*/ 54197 w 61912"/>
                        <a:gd name="connsiteY1" fmla="*/ 3053 h 21054"/>
                        <a:gd name="connsiteX2" fmla="*/ 35624 w 61912"/>
                        <a:gd name="connsiteY2" fmla="*/ 4 h 21054"/>
                        <a:gd name="connsiteX3" fmla="*/ 14478 w 61912"/>
                        <a:gd name="connsiteY3" fmla="*/ 4481 h 21054"/>
                        <a:gd name="connsiteX4" fmla="*/ 0 w 61912"/>
                        <a:gd name="connsiteY4" fmla="*/ 21055 h 21054"/>
                        <a:gd name="connsiteX5" fmla="*/ 13145 w 61912"/>
                        <a:gd name="connsiteY5" fmla="*/ 8482 h 21054"/>
                        <a:gd name="connsiteX6" fmla="*/ 32671 w 61912"/>
                        <a:gd name="connsiteY6" fmla="*/ 2005 h 21054"/>
                        <a:gd name="connsiteX7" fmla="*/ 61913 w 61912"/>
                        <a:gd name="connsiteY7" fmla="*/ 5815 h 21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1912" h="21054">
                          <a:moveTo>
                            <a:pt x="61913" y="5815"/>
                          </a:moveTo>
                          <a:cubicBezTo>
                            <a:pt x="61913" y="5815"/>
                            <a:pt x="59055" y="4291"/>
                            <a:pt x="54197" y="3053"/>
                          </a:cubicBezTo>
                          <a:cubicBezTo>
                            <a:pt x="49340" y="1719"/>
                            <a:pt x="42672" y="386"/>
                            <a:pt x="35624" y="4"/>
                          </a:cubicBezTo>
                          <a:cubicBezTo>
                            <a:pt x="28480" y="-91"/>
                            <a:pt x="20765" y="1338"/>
                            <a:pt x="14478" y="4481"/>
                          </a:cubicBezTo>
                          <a:cubicBezTo>
                            <a:pt x="8096" y="7529"/>
                            <a:pt x="2953" y="12958"/>
                            <a:pt x="0" y="21055"/>
                          </a:cubicBezTo>
                          <a:cubicBezTo>
                            <a:pt x="0" y="21055"/>
                            <a:pt x="3620" y="14006"/>
                            <a:pt x="13145" y="8482"/>
                          </a:cubicBezTo>
                          <a:cubicBezTo>
                            <a:pt x="17907" y="5720"/>
                            <a:pt x="24384" y="3148"/>
                            <a:pt x="32671" y="2005"/>
                          </a:cubicBezTo>
                          <a:cubicBezTo>
                            <a:pt x="40577" y="1433"/>
                            <a:pt x="50673" y="2005"/>
                            <a:pt x="61913" y="58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85" name="Forme libre : forme 15984">
                      <a:extLst>
                        <a:ext uri="{FF2B5EF4-FFF2-40B4-BE49-F238E27FC236}">
                          <a16:creationId xmlns:a16="http://schemas.microsoft.com/office/drawing/2014/main" id="{FD8029C1-62B2-47A0-A66E-9780791118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4184" y="2869416"/>
                      <a:ext cx="20493" cy="20621"/>
                    </a:xfrm>
                    <a:custGeom>
                      <a:avLst/>
                      <a:gdLst>
                        <a:gd name="connsiteX0" fmla="*/ 18866 w 20493"/>
                        <a:gd name="connsiteY0" fmla="*/ 20278 h 20621"/>
                        <a:gd name="connsiteX1" fmla="*/ 5245 w 20493"/>
                        <a:gd name="connsiteY1" fmla="*/ 13039 h 20621"/>
                        <a:gd name="connsiteX2" fmla="*/ 1340 w 20493"/>
                        <a:gd name="connsiteY2" fmla="*/ 466 h 20621"/>
                        <a:gd name="connsiteX3" fmla="*/ 15722 w 20493"/>
                        <a:gd name="connsiteY3" fmla="*/ 7419 h 20621"/>
                        <a:gd name="connsiteX4" fmla="*/ 18866 w 20493"/>
                        <a:gd name="connsiteY4" fmla="*/ 20278 h 20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93" h="20621">
                          <a:moveTo>
                            <a:pt x="18866" y="20278"/>
                          </a:moveTo>
                          <a:cubicBezTo>
                            <a:pt x="15817" y="21707"/>
                            <a:pt x="9817" y="18564"/>
                            <a:pt x="5245" y="13039"/>
                          </a:cubicBezTo>
                          <a:cubicBezTo>
                            <a:pt x="387" y="7800"/>
                            <a:pt x="-1518" y="2181"/>
                            <a:pt x="1340" y="466"/>
                          </a:cubicBezTo>
                          <a:cubicBezTo>
                            <a:pt x="4102" y="-1153"/>
                            <a:pt x="11055" y="1514"/>
                            <a:pt x="15722" y="7419"/>
                          </a:cubicBezTo>
                          <a:cubicBezTo>
                            <a:pt x="20580" y="13134"/>
                            <a:pt x="21914" y="18850"/>
                            <a:pt x="18866" y="2027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86" name="Forme libre : forme 15985">
                      <a:extLst>
                        <a:ext uri="{FF2B5EF4-FFF2-40B4-BE49-F238E27FC236}">
                          <a16:creationId xmlns:a16="http://schemas.microsoft.com/office/drawing/2014/main" id="{6548E7DA-24F0-450E-BBEB-83EA136637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748" y="2885655"/>
                      <a:ext cx="6603" cy="5945"/>
                    </a:xfrm>
                    <a:custGeom>
                      <a:avLst/>
                      <a:gdLst>
                        <a:gd name="connsiteX0" fmla="*/ 6207 w 6603"/>
                        <a:gd name="connsiteY0" fmla="*/ 5182 h 5945"/>
                        <a:gd name="connsiteX1" fmla="*/ 1730 w 6603"/>
                        <a:gd name="connsiteY1" fmla="*/ 4992 h 5945"/>
                        <a:gd name="connsiteX2" fmla="*/ 397 w 6603"/>
                        <a:gd name="connsiteY2" fmla="*/ 801 h 5945"/>
                        <a:gd name="connsiteX3" fmla="*/ 4873 w 6603"/>
                        <a:gd name="connsiteY3" fmla="*/ 991 h 5945"/>
                        <a:gd name="connsiteX4" fmla="*/ 6207 w 6603"/>
                        <a:gd name="connsiteY4" fmla="*/ 5182 h 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03" h="5945">
                          <a:moveTo>
                            <a:pt x="6207" y="5182"/>
                          </a:moveTo>
                          <a:cubicBezTo>
                            <a:pt x="5350" y="6230"/>
                            <a:pt x="3349" y="6230"/>
                            <a:pt x="1730" y="4992"/>
                          </a:cubicBezTo>
                          <a:cubicBezTo>
                            <a:pt x="111" y="3754"/>
                            <a:pt x="-461" y="1944"/>
                            <a:pt x="397" y="801"/>
                          </a:cubicBezTo>
                          <a:cubicBezTo>
                            <a:pt x="1254" y="-342"/>
                            <a:pt x="3254" y="-247"/>
                            <a:pt x="4873" y="991"/>
                          </a:cubicBezTo>
                          <a:cubicBezTo>
                            <a:pt x="6493" y="2230"/>
                            <a:pt x="7064" y="4039"/>
                            <a:pt x="6207" y="51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87" name="Forme libre : forme 15986">
                      <a:extLst>
                        <a:ext uri="{FF2B5EF4-FFF2-40B4-BE49-F238E27FC236}">
                          <a16:creationId xmlns:a16="http://schemas.microsoft.com/office/drawing/2014/main" id="{E5A4E654-3573-4119-897E-3A0A6FF6D2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8175" y="2847024"/>
                      <a:ext cx="42119" cy="68980"/>
                    </a:xfrm>
                    <a:custGeom>
                      <a:avLst/>
                      <a:gdLst>
                        <a:gd name="connsiteX0" fmla="*/ 41736 w 42119"/>
                        <a:gd name="connsiteY0" fmla="*/ 46766 h 68980"/>
                        <a:gd name="connsiteX1" fmla="*/ 30497 w 42119"/>
                        <a:gd name="connsiteY1" fmla="*/ 66483 h 68980"/>
                        <a:gd name="connsiteX2" fmla="*/ 22305 w 42119"/>
                        <a:gd name="connsiteY2" fmla="*/ 67911 h 68980"/>
                        <a:gd name="connsiteX3" fmla="*/ 19543 w 42119"/>
                        <a:gd name="connsiteY3" fmla="*/ 59529 h 68980"/>
                        <a:gd name="connsiteX4" fmla="*/ 20400 w 42119"/>
                        <a:gd name="connsiteY4" fmla="*/ 33526 h 68980"/>
                        <a:gd name="connsiteX5" fmla="*/ 7256 w 42119"/>
                        <a:gd name="connsiteY5" fmla="*/ 15238 h 68980"/>
                        <a:gd name="connsiteX6" fmla="*/ 779 w 42119"/>
                        <a:gd name="connsiteY6" fmla="*/ 5427 h 68980"/>
                        <a:gd name="connsiteX7" fmla="*/ 2112 w 42119"/>
                        <a:gd name="connsiteY7" fmla="*/ 189 h 68980"/>
                        <a:gd name="connsiteX8" fmla="*/ 11542 w 42119"/>
                        <a:gd name="connsiteY8" fmla="*/ 1998 h 68980"/>
                        <a:gd name="connsiteX9" fmla="*/ 22305 w 42119"/>
                        <a:gd name="connsiteY9" fmla="*/ 9237 h 68980"/>
                        <a:gd name="connsiteX10" fmla="*/ 37641 w 42119"/>
                        <a:gd name="connsiteY10" fmla="*/ 26192 h 68980"/>
                        <a:gd name="connsiteX11" fmla="*/ 41736 w 42119"/>
                        <a:gd name="connsiteY11" fmla="*/ 46766 h 68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2119" h="68980">
                          <a:moveTo>
                            <a:pt x="41736" y="46766"/>
                          </a:moveTo>
                          <a:cubicBezTo>
                            <a:pt x="40403" y="54958"/>
                            <a:pt x="35831" y="61149"/>
                            <a:pt x="30497" y="66483"/>
                          </a:cubicBezTo>
                          <a:cubicBezTo>
                            <a:pt x="28496" y="68388"/>
                            <a:pt x="25353" y="70197"/>
                            <a:pt x="22305" y="67911"/>
                          </a:cubicBezTo>
                          <a:cubicBezTo>
                            <a:pt x="19543" y="65816"/>
                            <a:pt x="19162" y="62292"/>
                            <a:pt x="19543" y="59529"/>
                          </a:cubicBezTo>
                          <a:cubicBezTo>
                            <a:pt x="20591" y="51147"/>
                            <a:pt x="24020" y="43242"/>
                            <a:pt x="20400" y="33526"/>
                          </a:cubicBezTo>
                          <a:cubicBezTo>
                            <a:pt x="19257" y="30478"/>
                            <a:pt x="12590" y="22763"/>
                            <a:pt x="7256" y="15238"/>
                          </a:cubicBezTo>
                          <a:cubicBezTo>
                            <a:pt x="4684" y="11428"/>
                            <a:pt x="1922" y="8190"/>
                            <a:pt x="779" y="5427"/>
                          </a:cubicBezTo>
                          <a:cubicBezTo>
                            <a:pt x="-459" y="2760"/>
                            <a:pt x="-364" y="760"/>
                            <a:pt x="2112" y="189"/>
                          </a:cubicBezTo>
                          <a:cubicBezTo>
                            <a:pt x="4589" y="-383"/>
                            <a:pt x="7827" y="379"/>
                            <a:pt x="11542" y="1998"/>
                          </a:cubicBezTo>
                          <a:cubicBezTo>
                            <a:pt x="15066" y="3618"/>
                            <a:pt x="18686" y="6380"/>
                            <a:pt x="22305" y="9237"/>
                          </a:cubicBezTo>
                          <a:cubicBezTo>
                            <a:pt x="29640" y="14952"/>
                            <a:pt x="35545" y="22192"/>
                            <a:pt x="37641" y="26192"/>
                          </a:cubicBezTo>
                          <a:cubicBezTo>
                            <a:pt x="41451" y="33336"/>
                            <a:pt x="42879" y="40575"/>
                            <a:pt x="41736" y="4676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68" name="Graphique 1">
                    <a:extLst>
                      <a:ext uri="{FF2B5EF4-FFF2-40B4-BE49-F238E27FC236}">
                        <a16:creationId xmlns:a16="http://schemas.microsoft.com/office/drawing/2014/main" id="{714DF658-7B50-405B-9533-C5AF4E01E4C9}"/>
                      </a:ext>
                    </a:extLst>
                  </p:cNvPr>
                  <p:cNvGrpSpPr/>
                  <p:nvPr/>
                </p:nvGrpSpPr>
                <p:grpSpPr>
                  <a:xfrm>
                    <a:off x="3049055" y="2906151"/>
                    <a:ext cx="132674" cy="144940"/>
                    <a:chOff x="3049055" y="2906151"/>
                    <a:chExt cx="132674" cy="144940"/>
                  </a:xfrm>
                  <a:solidFill>
                    <a:schemeClr val="accent1"/>
                  </a:solidFill>
                </p:grpSpPr>
                <p:sp>
                  <p:nvSpPr>
                    <p:cNvPr id="15964" name="Forme libre : forme 15963">
                      <a:extLst>
                        <a:ext uri="{FF2B5EF4-FFF2-40B4-BE49-F238E27FC236}">
                          <a16:creationId xmlns:a16="http://schemas.microsoft.com/office/drawing/2014/main" id="{54BF7B7D-3D38-4910-9403-2EAC8E8259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157" y="2906151"/>
                      <a:ext cx="132573" cy="144940"/>
                    </a:xfrm>
                    <a:custGeom>
                      <a:avLst/>
                      <a:gdLst>
                        <a:gd name="connsiteX0" fmla="*/ 47806 w 132573"/>
                        <a:gd name="connsiteY0" fmla="*/ 122323 h 144940"/>
                        <a:gd name="connsiteX1" fmla="*/ 31042 w 132573"/>
                        <a:gd name="connsiteY1" fmla="*/ 101082 h 144940"/>
                        <a:gd name="connsiteX2" fmla="*/ 14087 w 132573"/>
                        <a:gd name="connsiteY2" fmla="*/ 80603 h 144940"/>
                        <a:gd name="connsiteX3" fmla="*/ 276 w 132573"/>
                        <a:gd name="connsiteY3" fmla="*/ 50980 h 144940"/>
                        <a:gd name="connsiteX4" fmla="*/ 7896 w 132573"/>
                        <a:gd name="connsiteY4" fmla="*/ 24977 h 144940"/>
                        <a:gd name="connsiteX5" fmla="*/ 25898 w 132573"/>
                        <a:gd name="connsiteY5" fmla="*/ 6975 h 144940"/>
                        <a:gd name="connsiteX6" fmla="*/ 52949 w 132573"/>
                        <a:gd name="connsiteY6" fmla="*/ 1164 h 144940"/>
                        <a:gd name="connsiteX7" fmla="*/ 84001 w 132573"/>
                        <a:gd name="connsiteY7" fmla="*/ 21548 h 144940"/>
                        <a:gd name="connsiteX8" fmla="*/ 102384 w 132573"/>
                        <a:gd name="connsiteY8" fmla="*/ 44503 h 144940"/>
                        <a:gd name="connsiteX9" fmla="*/ 119910 w 132573"/>
                        <a:gd name="connsiteY9" fmla="*/ 67458 h 144940"/>
                        <a:gd name="connsiteX10" fmla="*/ 122387 w 132573"/>
                        <a:gd name="connsiteY10" fmla="*/ 125656 h 144940"/>
                        <a:gd name="connsiteX11" fmla="*/ 102574 w 132573"/>
                        <a:gd name="connsiteY11" fmla="*/ 140325 h 144940"/>
                        <a:gd name="connsiteX12" fmla="*/ 47806 w 132573"/>
                        <a:gd name="connsiteY12" fmla="*/ 122323 h 144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2573" h="144940">
                          <a:moveTo>
                            <a:pt x="47806" y="122323"/>
                          </a:moveTo>
                          <a:cubicBezTo>
                            <a:pt x="42281" y="115083"/>
                            <a:pt x="36662" y="108130"/>
                            <a:pt x="31042" y="101082"/>
                          </a:cubicBezTo>
                          <a:cubicBezTo>
                            <a:pt x="25422" y="94033"/>
                            <a:pt x="19707" y="87461"/>
                            <a:pt x="14087" y="80603"/>
                          </a:cubicBezTo>
                          <a:cubicBezTo>
                            <a:pt x="5991" y="71554"/>
                            <a:pt x="1514" y="60696"/>
                            <a:pt x="276" y="50980"/>
                          </a:cubicBezTo>
                          <a:cubicBezTo>
                            <a:pt x="-867" y="41074"/>
                            <a:pt x="1514" y="31454"/>
                            <a:pt x="7896" y="24977"/>
                          </a:cubicBezTo>
                          <a:lnTo>
                            <a:pt x="25898" y="6975"/>
                          </a:lnTo>
                          <a:cubicBezTo>
                            <a:pt x="32471" y="402"/>
                            <a:pt x="42186" y="-1503"/>
                            <a:pt x="52949" y="1164"/>
                          </a:cubicBezTo>
                          <a:cubicBezTo>
                            <a:pt x="63808" y="3641"/>
                            <a:pt x="74857" y="10880"/>
                            <a:pt x="84001" y="21548"/>
                          </a:cubicBezTo>
                          <a:cubicBezTo>
                            <a:pt x="90097" y="29168"/>
                            <a:pt x="96479" y="36788"/>
                            <a:pt x="102384" y="44503"/>
                          </a:cubicBezTo>
                          <a:cubicBezTo>
                            <a:pt x="108289" y="52123"/>
                            <a:pt x="114290" y="59839"/>
                            <a:pt x="119910" y="67458"/>
                          </a:cubicBezTo>
                          <a:cubicBezTo>
                            <a:pt x="136007" y="88985"/>
                            <a:pt x="136674" y="114988"/>
                            <a:pt x="122387" y="125656"/>
                          </a:cubicBezTo>
                          <a:lnTo>
                            <a:pt x="102574" y="140325"/>
                          </a:lnTo>
                          <a:cubicBezTo>
                            <a:pt x="88001" y="150993"/>
                            <a:pt x="63427" y="142420"/>
                            <a:pt x="47806" y="12232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65" name="Forme libre : forme 15964">
                      <a:extLst>
                        <a:ext uri="{FF2B5EF4-FFF2-40B4-BE49-F238E27FC236}">
                          <a16:creationId xmlns:a16="http://schemas.microsoft.com/office/drawing/2014/main" id="{CF2D55E6-F52A-4A28-8B72-AA9C46D6F0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055" y="2923317"/>
                      <a:ext cx="103057" cy="127774"/>
                    </a:xfrm>
                    <a:custGeom>
                      <a:avLst/>
                      <a:gdLst>
                        <a:gd name="connsiteX0" fmla="*/ 43240 w 103057"/>
                        <a:gd name="connsiteY0" fmla="*/ 51530 h 127774"/>
                        <a:gd name="connsiteX1" fmla="*/ 23047 w 103057"/>
                        <a:gd name="connsiteY1" fmla="*/ 27051 h 127774"/>
                        <a:gd name="connsiteX2" fmla="*/ 15713 w 103057"/>
                        <a:gd name="connsiteY2" fmla="*/ 0 h 127774"/>
                        <a:gd name="connsiteX3" fmla="*/ 7902 w 103057"/>
                        <a:gd name="connsiteY3" fmla="*/ 7811 h 127774"/>
                        <a:gd name="connsiteX4" fmla="*/ 282 w 103057"/>
                        <a:gd name="connsiteY4" fmla="*/ 33814 h 127774"/>
                        <a:gd name="connsiteX5" fmla="*/ 14094 w 103057"/>
                        <a:gd name="connsiteY5" fmla="*/ 63437 h 127774"/>
                        <a:gd name="connsiteX6" fmla="*/ 31048 w 103057"/>
                        <a:gd name="connsiteY6" fmla="*/ 83915 h 127774"/>
                        <a:gd name="connsiteX7" fmla="*/ 47812 w 103057"/>
                        <a:gd name="connsiteY7" fmla="*/ 105156 h 127774"/>
                        <a:gd name="connsiteX8" fmla="*/ 102390 w 103057"/>
                        <a:gd name="connsiteY8" fmla="*/ 123158 h 127774"/>
                        <a:gd name="connsiteX9" fmla="*/ 103057 w 103057"/>
                        <a:gd name="connsiteY9" fmla="*/ 122682 h 127774"/>
                        <a:gd name="connsiteX10" fmla="*/ 74577 w 103057"/>
                        <a:gd name="connsiteY10" fmla="*/ 85439 h 127774"/>
                        <a:gd name="connsiteX11" fmla="*/ 43240 w 103057"/>
                        <a:gd name="connsiteY11" fmla="*/ 51530 h 127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3057" h="127774">
                          <a:moveTo>
                            <a:pt x="43240" y="51530"/>
                          </a:moveTo>
                          <a:cubicBezTo>
                            <a:pt x="34858" y="44291"/>
                            <a:pt x="27714" y="36100"/>
                            <a:pt x="23047" y="27051"/>
                          </a:cubicBezTo>
                          <a:cubicBezTo>
                            <a:pt x="18094" y="18383"/>
                            <a:pt x="15522" y="8954"/>
                            <a:pt x="15713" y="0"/>
                          </a:cubicBezTo>
                          <a:lnTo>
                            <a:pt x="7902" y="7811"/>
                          </a:lnTo>
                          <a:cubicBezTo>
                            <a:pt x="1425" y="14288"/>
                            <a:pt x="-861" y="23813"/>
                            <a:pt x="282" y="33814"/>
                          </a:cubicBezTo>
                          <a:cubicBezTo>
                            <a:pt x="1521" y="43529"/>
                            <a:pt x="5997" y="54388"/>
                            <a:pt x="14094" y="63437"/>
                          </a:cubicBezTo>
                          <a:cubicBezTo>
                            <a:pt x="19713" y="70295"/>
                            <a:pt x="25523" y="76867"/>
                            <a:pt x="31048" y="83915"/>
                          </a:cubicBezTo>
                          <a:cubicBezTo>
                            <a:pt x="36668" y="90964"/>
                            <a:pt x="42288" y="97822"/>
                            <a:pt x="47812" y="105156"/>
                          </a:cubicBezTo>
                          <a:cubicBezTo>
                            <a:pt x="63433" y="125254"/>
                            <a:pt x="88103" y="133826"/>
                            <a:pt x="102390" y="123158"/>
                          </a:cubicBezTo>
                          <a:lnTo>
                            <a:pt x="103057" y="122682"/>
                          </a:lnTo>
                          <a:cubicBezTo>
                            <a:pt x="92770" y="110395"/>
                            <a:pt x="83912" y="97631"/>
                            <a:pt x="74577" y="85439"/>
                          </a:cubicBezTo>
                          <a:cubicBezTo>
                            <a:pt x="65148" y="73247"/>
                            <a:pt x="55337" y="61531"/>
                            <a:pt x="43240" y="5153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66" name="Forme libre : forme 15965">
                      <a:extLst>
                        <a:ext uri="{FF2B5EF4-FFF2-40B4-BE49-F238E27FC236}">
                          <a16:creationId xmlns:a16="http://schemas.microsoft.com/office/drawing/2014/main" id="{97B18015-7C5D-4B49-84E1-2A52CEB5BF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5042" y="2959083"/>
                      <a:ext cx="50218" cy="58193"/>
                    </a:xfrm>
                    <a:custGeom>
                      <a:avLst/>
                      <a:gdLst>
                        <a:gd name="connsiteX0" fmla="*/ 46116 w 50218"/>
                        <a:gd name="connsiteY0" fmla="*/ 56341 h 58193"/>
                        <a:gd name="connsiteX1" fmla="*/ 11731 w 50218"/>
                        <a:gd name="connsiteY1" fmla="*/ 39577 h 58193"/>
                        <a:gd name="connsiteX2" fmla="*/ 3730 w 50218"/>
                        <a:gd name="connsiteY2" fmla="*/ 2239 h 58193"/>
                        <a:gd name="connsiteX3" fmla="*/ 38782 w 50218"/>
                        <a:gd name="connsiteY3" fmla="*/ 18432 h 58193"/>
                        <a:gd name="connsiteX4" fmla="*/ 46116 w 50218"/>
                        <a:gd name="connsiteY4" fmla="*/ 56341 h 58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218" h="58193">
                          <a:moveTo>
                            <a:pt x="46116" y="56341"/>
                          </a:moveTo>
                          <a:cubicBezTo>
                            <a:pt x="38592" y="61961"/>
                            <a:pt x="23256" y="54341"/>
                            <a:pt x="11731" y="39577"/>
                          </a:cubicBezTo>
                          <a:cubicBezTo>
                            <a:pt x="301" y="24813"/>
                            <a:pt x="-3604" y="8526"/>
                            <a:pt x="3730" y="2239"/>
                          </a:cubicBezTo>
                          <a:cubicBezTo>
                            <a:pt x="10874" y="-3952"/>
                            <a:pt x="27066" y="3096"/>
                            <a:pt x="38782" y="18432"/>
                          </a:cubicBezTo>
                          <a:cubicBezTo>
                            <a:pt x="50593" y="33672"/>
                            <a:pt x="53641" y="50721"/>
                            <a:pt x="46116" y="56341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67" name="Forme libre : forme 15966">
                      <a:extLst>
                        <a:ext uri="{FF2B5EF4-FFF2-40B4-BE49-F238E27FC236}">
                          <a16:creationId xmlns:a16="http://schemas.microsoft.com/office/drawing/2014/main" id="{AF7FB55F-326E-4F83-A80F-B3C8B81953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5042" y="2959201"/>
                      <a:ext cx="24399" cy="50508"/>
                    </a:xfrm>
                    <a:custGeom>
                      <a:avLst/>
                      <a:gdLst>
                        <a:gd name="connsiteX0" fmla="*/ 24399 w 24399"/>
                        <a:gd name="connsiteY0" fmla="*/ 4883 h 50508"/>
                        <a:gd name="connsiteX1" fmla="*/ 3730 w 24399"/>
                        <a:gd name="connsiteY1" fmla="*/ 2216 h 50508"/>
                        <a:gd name="connsiteX2" fmla="*/ 11731 w 24399"/>
                        <a:gd name="connsiteY2" fmla="*/ 39554 h 50508"/>
                        <a:gd name="connsiteX3" fmla="*/ 22590 w 24399"/>
                        <a:gd name="connsiteY3" fmla="*/ 50508 h 50508"/>
                        <a:gd name="connsiteX4" fmla="*/ 18399 w 24399"/>
                        <a:gd name="connsiteY4" fmla="*/ 43079 h 50508"/>
                        <a:gd name="connsiteX5" fmla="*/ 24399 w 24399"/>
                        <a:gd name="connsiteY5" fmla="*/ 4883 h 50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399" h="50508">
                          <a:moveTo>
                            <a:pt x="24399" y="4883"/>
                          </a:moveTo>
                          <a:cubicBezTo>
                            <a:pt x="16112" y="-355"/>
                            <a:pt x="8302" y="-1593"/>
                            <a:pt x="3730" y="2216"/>
                          </a:cubicBezTo>
                          <a:cubicBezTo>
                            <a:pt x="-3604" y="8503"/>
                            <a:pt x="301" y="24791"/>
                            <a:pt x="11731" y="39554"/>
                          </a:cubicBezTo>
                          <a:cubicBezTo>
                            <a:pt x="15160" y="43841"/>
                            <a:pt x="18875" y="47460"/>
                            <a:pt x="22590" y="50508"/>
                          </a:cubicBezTo>
                          <a:cubicBezTo>
                            <a:pt x="20875" y="48222"/>
                            <a:pt x="19446" y="45746"/>
                            <a:pt x="18399" y="43079"/>
                          </a:cubicBezTo>
                          <a:cubicBezTo>
                            <a:pt x="13255" y="28029"/>
                            <a:pt x="14684" y="11265"/>
                            <a:pt x="24399" y="4883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68" name="Forme libre : forme 15967">
                      <a:extLst>
                        <a:ext uri="{FF2B5EF4-FFF2-40B4-BE49-F238E27FC236}">
                          <a16:creationId xmlns:a16="http://schemas.microsoft.com/office/drawing/2014/main" id="{EA54C02B-7EEB-48A9-B2D8-79B8A2A23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4158" y="2964320"/>
                      <a:ext cx="50149" cy="57993"/>
                    </a:xfrm>
                    <a:custGeom>
                      <a:avLst/>
                      <a:gdLst>
                        <a:gd name="connsiteX0" fmla="*/ 46048 w 50149"/>
                        <a:gd name="connsiteY0" fmla="*/ 56152 h 57993"/>
                        <a:gd name="connsiteX1" fmla="*/ 11662 w 50149"/>
                        <a:gd name="connsiteY1" fmla="*/ 39388 h 57993"/>
                        <a:gd name="connsiteX2" fmla="*/ 3757 w 50149"/>
                        <a:gd name="connsiteY2" fmla="*/ 2241 h 57993"/>
                        <a:gd name="connsiteX3" fmla="*/ 38713 w 50149"/>
                        <a:gd name="connsiteY3" fmla="*/ 18338 h 57993"/>
                        <a:gd name="connsiteX4" fmla="*/ 46048 w 50149"/>
                        <a:gd name="connsiteY4" fmla="*/ 56152 h 579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149" h="57993">
                          <a:moveTo>
                            <a:pt x="46048" y="56152"/>
                          </a:moveTo>
                          <a:cubicBezTo>
                            <a:pt x="38523" y="61772"/>
                            <a:pt x="23188" y="54057"/>
                            <a:pt x="11662" y="39388"/>
                          </a:cubicBezTo>
                          <a:cubicBezTo>
                            <a:pt x="232" y="24720"/>
                            <a:pt x="-3578" y="8432"/>
                            <a:pt x="3757" y="2241"/>
                          </a:cubicBezTo>
                          <a:cubicBezTo>
                            <a:pt x="10996" y="-3951"/>
                            <a:pt x="26998" y="3098"/>
                            <a:pt x="38713" y="18338"/>
                          </a:cubicBezTo>
                          <a:cubicBezTo>
                            <a:pt x="50524" y="33578"/>
                            <a:pt x="53572" y="50532"/>
                            <a:pt x="46048" y="5615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69" name="Forme libre : forme 15968">
                      <a:extLst>
                        <a:ext uri="{FF2B5EF4-FFF2-40B4-BE49-F238E27FC236}">
                          <a16:creationId xmlns:a16="http://schemas.microsoft.com/office/drawing/2014/main" id="{DA9F3B22-F9BF-418D-8266-3CFFA50623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370" y="2926320"/>
                      <a:ext cx="53441" cy="93449"/>
                    </a:xfrm>
                    <a:custGeom>
                      <a:avLst/>
                      <a:gdLst>
                        <a:gd name="connsiteX0" fmla="*/ 11542 w 53441"/>
                        <a:gd name="connsiteY0" fmla="*/ 14809 h 93449"/>
                        <a:gd name="connsiteX1" fmla="*/ 1256 w 53441"/>
                        <a:gd name="connsiteY1" fmla="*/ 27382 h 93449"/>
                        <a:gd name="connsiteX2" fmla="*/ 9923 w 53441"/>
                        <a:gd name="connsiteY2" fmla="*/ 63768 h 93449"/>
                        <a:gd name="connsiteX3" fmla="*/ 33545 w 53441"/>
                        <a:gd name="connsiteY3" fmla="*/ 89581 h 93449"/>
                        <a:gd name="connsiteX4" fmla="*/ 52691 w 53441"/>
                        <a:gd name="connsiteY4" fmla="*/ 89295 h 93449"/>
                        <a:gd name="connsiteX5" fmla="*/ 51833 w 53441"/>
                        <a:gd name="connsiteY5" fmla="*/ 74912 h 93449"/>
                        <a:gd name="connsiteX6" fmla="*/ 48500 w 53441"/>
                        <a:gd name="connsiteY6" fmla="*/ 40241 h 93449"/>
                        <a:gd name="connsiteX7" fmla="*/ 39165 w 53441"/>
                        <a:gd name="connsiteY7" fmla="*/ 2141 h 93449"/>
                        <a:gd name="connsiteX8" fmla="*/ 11542 w 53441"/>
                        <a:gd name="connsiteY8" fmla="*/ 14809 h 93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41" h="93449">
                          <a:moveTo>
                            <a:pt x="11542" y="14809"/>
                          </a:moveTo>
                          <a:cubicBezTo>
                            <a:pt x="7351" y="18333"/>
                            <a:pt x="3160" y="21953"/>
                            <a:pt x="1256" y="27382"/>
                          </a:cubicBezTo>
                          <a:cubicBezTo>
                            <a:pt x="-2555" y="37860"/>
                            <a:pt x="2875" y="51576"/>
                            <a:pt x="9923" y="63768"/>
                          </a:cubicBezTo>
                          <a:cubicBezTo>
                            <a:pt x="16019" y="73579"/>
                            <a:pt x="23830" y="83675"/>
                            <a:pt x="33545" y="89581"/>
                          </a:cubicBezTo>
                          <a:cubicBezTo>
                            <a:pt x="40784" y="94057"/>
                            <a:pt x="50024" y="95486"/>
                            <a:pt x="52691" y="89295"/>
                          </a:cubicBezTo>
                          <a:cubicBezTo>
                            <a:pt x="54310" y="85485"/>
                            <a:pt x="52976" y="79960"/>
                            <a:pt x="51833" y="74912"/>
                          </a:cubicBezTo>
                          <a:cubicBezTo>
                            <a:pt x="49071" y="63101"/>
                            <a:pt x="48118" y="51290"/>
                            <a:pt x="48500" y="40241"/>
                          </a:cubicBezTo>
                          <a:cubicBezTo>
                            <a:pt x="48881" y="30907"/>
                            <a:pt x="52309" y="10714"/>
                            <a:pt x="39165" y="2141"/>
                          </a:cubicBezTo>
                          <a:cubicBezTo>
                            <a:pt x="27640" y="-5669"/>
                            <a:pt x="17258" y="10047"/>
                            <a:pt x="11542" y="1480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70" name="Forme libre : forme 15969">
                      <a:extLst>
                        <a:ext uri="{FF2B5EF4-FFF2-40B4-BE49-F238E27FC236}">
                          <a16:creationId xmlns:a16="http://schemas.microsoft.com/office/drawing/2014/main" id="{43557D7E-50F4-41A4-B8FA-2A5677E71E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8108" y="2940072"/>
                      <a:ext cx="28227" cy="18637"/>
                    </a:xfrm>
                    <a:custGeom>
                      <a:avLst/>
                      <a:gdLst>
                        <a:gd name="connsiteX0" fmla="*/ 4950 w 28227"/>
                        <a:gd name="connsiteY0" fmla="*/ 9 h 18637"/>
                        <a:gd name="connsiteX1" fmla="*/ 1045 w 28227"/>
                        <a:gd name="connsiteY1" fmla="*/ 1152 h 18637"/>
                        <a:gd name="connsiteX2" fmla="*/ 378 w 28227"/>
                        <a:gd name="connsiteY2" fmla="*/ 5248 h 18637"/>
                        <a:gd name="connsiteX3" fmla="*/ 3807 w 28227"/>
                        <a:gd name="connsiteY3" fmla="*/ 8962 h 18637"/>
                        <a:gd name="connsiteX4" fmla="*/ 14380 w 28227"/>
                        <a:gd name="connsiteY4" fmla="*/ 16202 h 18637"/>
                        <a:gd name="connsiteX5" fmla="*/ 18952 w 28227"/>
                        <a:gd name="connsiteY5" fmla="*/ 18297 h 18637"/>
                        <a:gd name="connsiteX6" fmla="*/ 25143 w 28227"/>
                        <a:gd name="connsiteY6" fmla="*/ 8296 h 18637"/>
                        <a:gd name="connsiteX7" fmla="*/ 4950 w 28227"/>
                        <a:gd name="connsiteY7" fmla="*/ 9 h 186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227" h="18637">
                          <a:moveTo>
                            <a:pt x="4950" y="9"/>
                          </a:moveTo>
                          <a:cubicBezTo>
                            <a:pt x="3521" y="104"/>
                            <a:pt x="1997" y="295"/>
                            <a:pt x="1045" y="1152"/>
                          </a:cubicBezTo>
                          <a:cubicBezTo>
                            <a:pt x="92" y="2009"/>
                            <a:pt x="-384" y="3628"/>
                            <a:pt x="378" y="5248"/>
                          </a:cubicBezTo>
                          <a:cubicBezTo>
                            <a:pt x="1045" y="6772"/>
                            <a:pt x="2473" y="7915"/>
                            <a:pt x="3807" y="8962"/>
                          </a:cubicBezTo>
                          <a:cubicBezTo>
                            <a:pt x="7331" y="11534"/>
                            <a:pt x="10760" y="14106"/>
                            <a:pt x="14380" y="16202"/>
                          </a:cubicBezTo>
                          <a:cubicBezTo>
                            <a:pt x="15904" y="17059"/>
                            <a:pt x="17428" y="17916"/>
                            <a:pt x="18952" y="18297"/>
                          </a:cubicBezTo>
                          <a:cubicBezTo>
                            <a:pt x="25238" y="19916"/>
                            <a:pt x="32477" y="15630"/>
                            <a:pt x="25143" y="8296"/>
                          </a:cubicBezTo>
                          <a:cubicBezTo>
                            <a:pt x="19523" y="2581"/>
                            <a:pt x="10855" y="-181"/>
                            <a:pt x="4950" y="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71" name="Forme libre : forme 15970">
                      <a:extLst>
                        <a:ext uri="{FF2B5EF4-FFF2-40B4-BE49-F238E27FC236}">
                          <a16:creationId xmlns:a16="http://schemas.microsoft.com/office/drawing/2014/main" id="{15D976FA-F36D-481E-955E-3DA278ADAE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9058" y="3028092"/>
                      <a:ext cx="52577" cy="17299"/>
                    </a:xfrm>
                    <a:custGeom>
                      <a:avLst/>
                      <a:gdLst>
                        <a:gd name="connsiteX0" fmla="*/ 52578 w 52577"/>
                        <a:gd name="connsiteY0" fmla="*/ 12573 h 17299"/>
                        <a:gd name="connsiteX1" fmla="*/ 38576 w 52577"/>
                        <a:gd name="connsiteY1" fmla="*/ 17240 h 17299"/>
                        <a:gd name="connsiteX2" fmla="*/ 0 w 52577"/>
                        <a:gd name="connsiteY2" fmla="*/ 0 h 17299"/>
                        <a:gd name="connsiteX3" fmla="*/ 16573 w 52577"/>
                        <a:gd name="connsiteY3" fmla="*/ 9525 h 17299"/>
                        <a:gd name="connsiteX4" fmla="*/ 52578 w 52577"/>
                        <a:gd name="connsiteY4" fmla="*/ 12573 h 17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77" h="17299">
                          <a:moveTo>
                            <a:pt x="52578" y="12573"/>
                          </a:moveTo>
                          <a:cubicBezTo>
                            <a:pt x="52578" y="12573"/>
                            <a:pt x="47625" y="16764"/>
                            <a:pt x="38576" y="17240"/>
                          </a:cubicBezTo>
                          <a:cubicBezTo>
                            <a:pt x="29528" y="17812"/>
                            <a:pt x="16383" y="14383"/>
                            <a:pt x="0" y="0"/>
                          </a:cubicBezTo>
                          <a:cubicBezTo>
                            <a:pt x="0" y="0"/>
                            <a:pt x="6668" y="5239"/>
                            <a:pt x="16573" y="9525"/>
                          </a:cubicBezTo>
                          <a:cubicBezTo>
                            <a:pt x="26479" y="13906"/>
                            <a:pt x="39624" y="17050"/>
                            <a:pt x="52578" y="125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72" name="Forme libre : forme 15971">
                      <a:extLst>
                        <a:ext uri="{FF2B5EF4-FFF2-40B4-BE49-F238E27FC236}">
                          <a16:creationId xmlns:a16="http://schemas.microsoft.com/office/drawing/2014/main" id="{F73693DC-5D78-431B-8C6D-B8A164D24D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4959" y="2911165"/>
                      <a:ext cx="57911" cy="20724"/>
                    </a:xfrm>
                    <a:custGeom>
                      <a:avLst/>
                      <a:gdLst>
                        <a:gd name="connsiteX0" fmla="*/ 57912 w 57911"/>
                        <a:gd name="connsiteY0" fmla="*/ 20725 h 20724"/>
                        <a:gd name="connsiteX1" fmla="*/ 52769 w 57911"/>
                        <a:gd name="connsiteY1" fmla="*/ 15677 h 20724"/>
                        <a:gd name="connsiteX2" fmla="*/ 39243 w 57911"/>
                        <a:gd name="connsiteY2" fmla="*/ 5961 h 20724"/>
                        <a:gd name="connsiteX3" fmla="*/ 20288 w 57911"/>
                        <a:gd name="connsiteY3" fmla="*/ 56 h 20724"/>
                        <a:gd name="connsiteX4" fmla="*/ 0 w 57911"/>
                        <a:gd name="connsiteY4" fmla="*/ 6056 h 20724"/>
                        <a:gd name="connsiteX5" fmla="*/ 17145 w 57911"/>
                        <a:gd name="connsiteY5" fmla="*/ 2723 h 20724"/>
                        <a:gd name="connsiteX6" fmla="*/ 35814 w 57911"/>
                        <a:gd name="connsiteY6" fmla="*/ 6437 h 20724"/>
                        <a:gd name="connsiteX7" fmla="*/ 57912 w 57911"/>
                        <a:gd name="connsiteY7" fmla="*/ 20725 h 20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911" h="20724">
                          <a:moveTo>
                            <a:pt x="57912" y="20725"/>
                          </a:moveTo>
                          <a:cubicBezTo>
                            <a:pt x="57912" y="20725"/>
                            <a:pt x="56197" y="18534"/>
                            <a:pt x="52769" y="15677"/>
                          </a:cubicBezTo>
                          <a:cubicBezTo>
                            <a:pt x="49435" y="12724"/>
                            <a:pt x="44768" y="9009"/>
                            <a:pt x="39243" y="5961"/>
                          </a:cubicBezTo>
                          <a:cubicBezTo>
                            <a:pt x="33814" y="2818"/>
                            <a:pt x="26956" y="532"/>
                            <a:pt x="20288" y="56"/>
                          </a:cubicBezTo>
                          <a:cubicBezTo>
                            <a:pt x="13526" y="-325"/>
                            <a:pt x="6572" y="1199"/>
                            <a:pt x="0" y="6056"/>
                          </a:cubicBezTo>
                          <a:cubicBezTo>
                            <a:pt x="0" y="6056"/>
                            <a:pt x="6477" y="2627"/>
                            <a:pt x="17145" y="2723"/>
                          </a:cubicBezTo>
                          <a:cubicBezTo>
                            <a:pt x="22384" y="2723"/>
                            <a:pt x="28956" y="3675"/>
                            <a:pt x="35814" y="6437"/>
                          </a:cubicBezTo>
                          <a:cubicBezTo>
                            <a:pt x="42672" y="9104"/>
                            <a:pt x="50387" y="13581"/>
                            <a:pt x="57912" y="207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73" name="Forme libre : forme 15972">
                      <a:extLst>
                        <a:ext uri="{FF2B5EF4-FFF2-40B4-BE49-F238E27FC236}">
                          <a16:creationId xmlns:a16="http://schemas.microsoft.com/office/drawing/2014/main" id="{DE77EC12-07AC-4676-BD90-E3BE3685F9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2630" y="2977072"/>
                      <a:ext cx="15675" cy="23824"/>
                    </a:xfrm>
                    <a:custGeom>
                      <a:avLst/>
                      <a:gdLst>
                        <a:gd name="connsiteX0" fmla="*/ 13194 w 15675"/>
                        <a:gd name="connsiteY0" fmla="*/ 23778 h 23824"/>
                        <a:gd name="connsiteX1" fmla="*/ 2145 w 15675"/>
                        <a:gd name="connsiteY1" fmla="*/ 13015 h 23824"/>
                        <a:gd name="connsiteX2" fmla="*/ 2431 w 15675"/>
                        <a:gd name="connsiteY2" fmla="*/ 61 h 23824"/>
                        <a:gd name="connsiteX3" fmla="*/ 13575 w 15675"/>
                        <a:gd name="connsiteY3" fmla="*/ 10825 h 23824"/>
                        <a:gd name="connsiteX4" fmla="*/ 13194 w 15675"/>
                        <a:gd name="connsiteY4" fmla="*/ 23778 h 23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75" h="23824">
                          <a:moveTo>
                            <a:pt x="13194" y="23778"/>
                          </a:moveTo>
                          <a:cubicBezTo>
                            <a:pt x="10051" y="24350"/>
                            <a:pt x="5193" y="19492"/>
                            <a:pt x="2145" y="13015"/>
                          </a:cubicBezTo>
                          <a:cubicBezTo>
                            <a:pt x="-807" y="6538"/>
                            <a:pt x="-712" y="728"/>
                            <a:pt x="2431" y="61"/>
                          </a:cubicBezTo>
                          <a:cubicBezTo>
                            <a:pt x="5574" y="-606"/>
                            <a:pt x="10623" y="4252"/>
                            <a:pt x="13575" y="10825"/>
                          </a:cubicBezTo>
                          <a:cubicBezTo>
                            <a:pt x="16528" y="17397"/>
                            <a:pt x="16338" y="23207"/>
                            <a:pt x="13194" y="2377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74" name="Forme libre : forme 15973">
                      <a:extLst>
                        <a:ext uri="{FF2B5EF4-FFF2-40B4-BE49-F238E27FC236}">
                          <a16:creationId xmlns:a16="http://schemas.microsoft.com/office/drawing/2014/main" id="{6364F188-0E51-4B3D-98AD-A7F83E6CE7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4142" y="2996948"/>
                      <a:ext cx="5783" cy="6375"/>
                    </a:xfrm>
                    <a:custGeom>
                      <a:avLst/>
                      <a:gdLst>
                        <a:gd name="connsiteX0" fmla="*/ 5016 w 5783"/>
                        <a:gd name="connsiteY0" fmla="*/ 5998 h 6375"/>
                        <a:gd name="connsiteX1" fmla="*/ 920 w 5783"/>
                        <a:gd name="connsiteY1" fmla="*/ 4664 h 6375"/>
                        <a:gd name="connsiteX2" fmla="*/ 730 w 5783"/>
                        <a:gd name="connsiteY2" fmla="*/ 378 h 6375"/>
                        <a:gd name="connsiteX3" fmla="*/ 4826 w 5783"/>
                        <a:gd name="connsiteY3" fmla="*/ 1712 h 6375"/>
                        <a:gd name="connsiteX4" fmla="*/ 5016 w 5783"/>
                        <a:gd name="connsiteY4" fmla="*/ 5998 h 6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83" h="6375">
                          <a:moveTo>
                            <a:pt x="5016" y="5998"/>
                          </a:moveTo>
                          <a:cubicBezTo>
                            <a:pt x="3968" y="6855"/>
                            <a:pt x="2063" y="6188"/>
                            <a:pt x="920" y="4664"/>
                          </a:cubicBezTo>
                          <a:cubicBezTo>
                            <a:pt x="-223" y="3140"/>
                            <a:pt x="-318" y="1140"/>
                            <a:pt x="730" y="378"/>
                          </a:cubicBezTo>
                          <a:cubicBezTo>
                            <a:pt x="1777" y="-479"/>
                            <a:pt x="3683" y="188"/>
                            <a:pt x="4826" y="1712"/>
                          </a:cubicBezTo>
                          <a:cubicBezTo>
                            <a:pt x="5968" y="3236"/>
                            <a:pt x="6159" y="5141"/>
                            <a:pt x="5016" y="59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75" name="Forme libre : forme 15974">
                      <a:extLst>
                        <a:ext uri="{FF2B5EF4-FFF2-40B4-BE49-F238E27FC236}">
                          <a16:creationId xmlns:a16="http://schemas.microsoft.com/office/drawing/2014/main" id="{240CD766-4826-43A8-902C-869DB168A9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2683" y="2961025"/>
                      <a:ext cx="28825" cy="69872"/>
                    </a:xfrm>
                    <a:custGeom>
                      <a:avLst/>
                      <a:gdLst>
                        <a:gd name="connsiteX0" fmla="*/ 27051 w 28825"/>
                        <a:gd name="connsiteY0" fmla="*/ 51541 h 69872"/>
                        <a:gd name="connsiteX1" fmla="*/ 12954 w 28825"/>
                        <a:gd name="connsiteY1" fmla="*/ 68305 h 69872"/>
                        <a:gd name="connsiteX2" fmla="*/ 4667 w 28825"/>
                        <a:gd name="connsiteY2" fmla="*/ 68115 h 69872"/>
                        <a:gd name="connsiteX3" fmla="*/ 3429 w 28825"/>
                        <a:gd name="connsiteY3" fmla="*/ 59447 h 69872"/>
                        <a:gd name="connsiteX4" fmla="*/ 9715 w 28825"/>
                        <a:gd name="connsiteY4" fmla="*/ 34968 h 69872"/>
                        <a:gd name="connsiteX5" fmla="*/ 2953 w 28825"/>
                        <a:gd name="connsiteY5" fmla="*/ 11 h 69872"/>
                        <a:gd name="connsiteX6" fmla="*/ 27432 w 28825"/>
                        <a:gd name="connsiteY6" fmla="*/ 31634 h 69872"/>
                        <a:gd name="connsiteX7" fmla="*/ 27051 w 28825"/>
                        <a:gd name="connsiteY7" fmla="*/ 51541 h 69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825" h="69872">
                          <a:moveTo>
                            <a:pt x="27051" y="51541"/>
                          </a:moveTo>
                          <a:cubicBezTo>
                            <a:pt x="24289" y="58971"/>
                            <a:pt x="18955" y="64210"/>
                            <a:pt x="12954" y="68305"/>
                          </a:cubicBezTo>
                          <a:cubicBezTo>
                            <a:pt x="10763" y="69830"/>
                            <a:pt x="7334" y="70972"/>
                            <a:pt x="4667" y="68115"/>
                          </a:cubicBezTo>
                          <a:cubicBezTo>
                            <a:pt x="2286" y="65543"/>
                            <a:pt x="2572" y="61924"/>
                            <a:pt x="3429" y="59447"/>
                          </a:cubicBezTo>
                          <a:cubicBezTo>
                            <a:pt x="6096" y="51541"/>
                            <a:pt x="11049" y="44683"/>
                            <a:pt x="9715" y="34968"/>
                          </a:cubicBezTo>
                          <a:cubicBezTo>
                            <a:pt x="9048" y="28872"/>
                            <a:pt x="-6287" y="-656"/>
                            <a:pt x="2953" y="11"/>
                          </a:cubicBezTo>
                          <a:cubicBezTo>
                            <a:pt x="12478" y="773"/>
                            <a:pt x="25336" y="23633"/>
                            <a:pt x="27432" y="31634"/>
                          </a:cubicBezTo>
                          <a:cubicBezTo>
                            <a:pt x="29527" y="38968"/>
                            <a:pt x="29146" y="45922"/>
                            <a:pt x="27051" y="5154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69" name="Graphique 1">
                    <a:extLst>
                      <a:ext uri="{FF2B5EF4-FFF2-40B4-BE49-F238E27FC236}">
                        <a16:creationId xmlns:a16="http://schemas.microsoft.com/office/drawing/2014/main" id="{96D8F3D3-3D63-4D0F-9DA4-0BA93A2B37B5}"/>
                      </a:ext>
                    </a:extLst>
                  </p:cNvPr>
                  <p:cNvGrpSpPr/>
                  <p:nvPr/>
                </p:nvGrpSpPr>
                <p:grpSpPr>
                  <a:xfrm>
                    <a:off x="3141391" y="3027240"/>
                    <a:ext cx="130921" cy="143745"/>
                    <a:chOff x="3141391" y="3027240"/>
                    <a:chExt cx="130921" cy="143745"/>
                  </a:xfrm>
                  <a:solidFill>
                    <a:schemeClr val="accent1"/>
                  </a:solidFill>
                </p:grpSpPr>
                <p:sp>
                  <p:nvSpPr>
                    <p:cNvPr id="15952" name="Forme libre : forme 15951">
                      <a:extLst>
                        <a:ext uri="{FF2B5EF4-FFF2-40B4-BE49-F238E27FC236}">
                          <a16:creationId xmlns:a16="http://schemas.microsoft.com/office/drawing/2014/main" id="{F332D091-46DC-450B-816A-9466C52494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1557" y="3027240"/>
                      <a:ext cx="130754" cy="143650"/>
                    </a:xfrm>
                    <a:custGeom>
                      <a:avLst/>
                      <a:gdLst>
                        <a:gd name="connsiteX0" fmla="*/ 49512 w 130754"/>
                        <a:gd name="connsiteY0" fmla="*/ 121915 h 143650"/>
                        <a:gd name="connsiteX1" fmla="*/ 13127 w 130754"/>
                        <a:gd name="connsiteY1" fmla="*/ 76862 h 143650"/>
                        <a:gd name="connsiteX2" fmla="*/ 9984 w 130754"/>
                        <a:gd name="connsiteY2" fmla="*/ 19236 h 143650"/>
                        <a:gd name="connsiteX3" fmla="*/ 29795 w 130754"/>
                        <a:gd name="connsiteY3" fmla="*/ 4567 h 143650"/>
                        <a:gd name="connsiteX4" fmla="*/ 83707 w 130754"/>
                        <a:gd name="connsiteY4" fmla="*/ 23141 h 143650"/>
                        <a:gd name="connsiteX5" fmla="*/ 116759 w 130754"/>
                        <a:gd name="connsiteY5" fmla="*/ 65813 h 143650"/>
                        <a:gd name="connsiteX6" fmla="*/ 130379 w 130754"/>
                        <a:gd name="connsiteY6" fmla="*/ 96198 h 143650"/>
                        <a:gd name="connsiteX7" fmla="*/ 123331 w 130754"/>
                        <a:gd name="connsiteY7" fmla="*/ 121153 h 143650"/>
                        <a:gd name="connsiteX8" fmla="*/ 106091 w 130754"/>
                        <a:gd name="connsiteY8" fmla="*/ 137631 h 143650"/>
                        <a:gd name="connsiteX9" fmla="*/ 79802 w 130754"/>
                        <a:gd name="connsiteY9" fmla="*/ 142299 h 143650"/>
                        <a:gd name="connsiteX10" fmla="*/ 49512 w 130754"/>
                        <a:gd name="connsiteY10" fmla="*/ 121915 h 143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0754" h="143650">
                          <a:moveTo>
                            <a:pt x="49512" y="121915"/>
                          </a:moveTo>
                          <a:cubicBezTo>
                            <a:pt x="36749" y="107056"/>
                            <a:pt x="24747" y="91911"/>
                            <a:pt x="13127" y="76862"/>
                          </a:cubicBezTo>
                          <a:cubicBezTo>
                            <a:pt x="-3256" y="55716"/>
                            <a:pt x="-4304" y="29903"/>
                            <a:pt x="9984" y="19236"/>
                          </a:cubicBezTo>
                          <a:lnTo>
                            <a:pt x="29795" y="4567"/>
                          </a:lnTo>
                          <a:cubicBezTo>
                            <a:pt x="44178" y="-6101"/>
                            <a:pt x="68467" y="2662"/>
                            <a:pt x="83707" y="23141"/>
                          </a:cubicBezTo>
                          <a:cubicBezTo>
                            <a:pt x="94661" y="37714"/>
                            <a:pt x="105519" y="52097"/>
                            <a:pt x="116759" y="65813"/>
                          </a:cubicBezTo>
                          <a:cubicBezTo>
                            <a:pt x="124569" y="75624"/>
                            <a:pt x="129332" y="86101"/>
                            <a:pt x="130379" y="96198"/>
                          </a:cubicBezTo>
                          <a:cubicBezTo>
                            <a:pt x="131713" y="106008"/>
                            <a:pt x="129522" y="115152"/>
                            <a:pt x="123331" y="121153"/>
                          </a:cubicBezTo>
                          <a:lnTo>
                            <a:pt x="106091" y="137631"/>
                          </a:lnTo>
                          <a:cubicBezTo>
                            <a:pt x="99900" y="143632"/>
                            <a:pt x="90375" y="145061"/>
                            <a:pt x="79802" y="142299"/>
                          </a:cubicBezTo>
                          <a:cubicBezTo>
                            <a:pt x="69705" y="139441"/>
                            <a:pt x="58180" y="132488"/>
                            <a:pt x="49512" y="121915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53" name="Forme libre : forme 15952">
                      <a:extLst>
                        <a:ext uri="{FF2B5EF4-FFF2-40B4-BE49-F238E27FC236}">
                          <a16:creationId xmlns:a16="http://schemas.microsoft.com/office/drawing/2014/main" id="{5D55EDAE-29AF-41E9-9A93-305901ADDF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1391" y="3040189"/>
                      <a:ext cx="106733" cy="130796"/>
                    </a:xfrm>
                    <a:custGeom>
                      <a:avLst/>
                      <a:gdLst>
                        <a:gd name="connsiteX0" fmla="*/ 42535 w 106733"/>
                        <a:gd name="connsiteY0" fmla="*/ 54197 h 130796"/>
                        <a:gd name="connsiteX1" fmla="*/ 18627 w 106733"/>
                        <a:gd name="connsiteY1" fmla="*/ 0 h 130796"/>
                        <a:gd name="connsiteX2" fmla="*/ 10055 w 106733"/>
                        <a:gd name="connsiteY2" fmla="*/ 6382 h 130796"/>
                        <a:gd name="connsiteX3" fmla="*/ 13198 w 106733"/>
                        <a:gd name="connsiteY3" fmla="*/ 64008 h 130796"/>
                        <a:gd name="connsiteX4" fmla="*/ 49583 w 106733"/>
                        <a:gd name="connsiteY4" fmla="*/ 109061 h 130796"/>
                        <a:gd name="connsiteX5" fmla="*/ 79873 w 106733"/>
                        <a:gd name="connsiteY5" fmla="*/ 129445 h 130796"/>
                        <a:gd name="connsiteX6" fmla="*/ 106162 w 106733"/>
                        <a:gd name="connsiteY6" fmla="*/ 124778 h 130796"/>
                        <a:gd name="connsiteX7" fmla="*/ 106733 w 106733"/>
                        <a:gd name="connsiteY7" fmla="*/ 124206 h 130796"/>
                        <a:gd name="connsiteX8" fmla="*/ 74634 w 106733"/>
                        <a:gd name="connsiteY8" fmla="*/ 88868 h 130796"/>
                        <a:gd name="connsiteX9" fmla="*/ 42535 w 106733"/>
                        <a:gd name="connsiteY9" fmla="*/ 54197 h 130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6733" h="130796">
                          <a:moveTo>
                            <a:pt x="42535" y="54197"/>
                          </a:moveTo>
                          <a:cubicBezTo>
                            <a:pt x="25676" y="38862"/>
                            <a:pt x="15960" y="17240"/>
                            <a:pt x="18627" y="0"/>
                          </a:cubicBezTo>
                          <a:lnTo>
                            <a:pt x="10055" y="6382"/>
                          </a:lnTo>
                          <a:cubicBezTo>
                            <a:pt x="-4328" y="17050"/>
                            <a:pt x="-3280" y="42767"/>
                            <a:pt x="13198" y="64008"/>
                          </a:cubicBezTo>
                          <a:cubicBezTo>
                            <a:pt x="24914" y="79058"/>
                            <a:pt x="36820" y="94202"/>
                            <a:pt x="49583" y="109061"/>
                          </a:cubicBezTo>
                          <a:cubicBezTo>
                            <a:pt x="58251" y="119634"/>
                            <a:pt x="69776" y="126587"/>
                            <a:pt x="79873" y="129445"/>
                          </a:cubicBezTo>
                          <a:cubicBezTo>
                            <a:pt x="90446" y="132207"/>
                            <a:pt x="99875" y="130778"/>
                            <a:pt x="106162" y="124778"/>
                          </a:cubicBezTo>
                          <a:lnTo>
                            <a:pt x="106733" y="124206"/>
                          </a:lnTo>
                          <a:cubicBezTo>
                            <a:pt x="94827" y="113157"/>
                            <a:pt x="84731" y="100870"/>
                            <a:pt x="74634" y="88868"/>
                          </a:cubicBezTo>
                          <a:cubicBezTo>
                            <a:pt x="64538" y="76867"/>
                            <a:pt x="54441" y="64961"/>
                            <a:pt x="42535" y="5419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54" name="Forme libre : forme 15953">
                      <a:extLst>
                        <a:ext uri="{FF2B5EF4-FFF2-40B4-BE49-F238E27FC236}">
                          <a16:creationId xmlns:a16="http://schemas.microsoft.com/office/drawing/2014/main" id="{EF910450-C742-46E6-BA71-3D03AB4FC3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6692" y="3079496"/>
                      <a:ext cx="50367" cy="57655"/>
                    </a:xfrm>
                    <a:custGeom>
                      <a:avLst/>
                      <a:gdLst>
                        <a:gd name="connsiteX0" fmla="*/ 47144 w 50367"/>
                        <a:gd name="connsiteY0" fmla="*/ 55467 h 57655"/>
                        <a:gd name="connsiteX1" fmla="*/ 12092 w 50367"/>
                        <a:gd name="connsiteY1" fmla="*/ 39465 h 57655"/>
                        <a:gd name="connsiteX2" fmla="*/ 3901 w 50367"/>
                        <a:gd name="connsiteY2" fmla="*/ 1841 h 57655"/>
                        <a:gd name="connsiteX3" fmla="*/ 38096 w 50367"/>
                        <a:gd name="connsiteY3" fmla="*/ 18605 h 57655"/>
                        <a:gd name="connsiteX4" fmla="*/ 47144 w 50367"/>
                        <a:gd name="connsiteY4" fmla="*/ 55467 h 57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367" h="57655">
                          <a:moveTo>
                            <a:pt x="47144" y="55467"/>
                          </a:moveTo>
                          <a:cubicBezTo>
                            <a:pt x="40191" y="61563"/>
                            <a:pt x="24284" y="54514"/>
                            <a:pt x="12092" y="39465"/>
                          </a:cubicBezTo>
                          <a:cubicBezTo>
                            <a:pt x="-100" y="24415"/>
                            <a:pt x="-3529" y="7461"/>
                            <a:pt x="3901" y="1841"/>
                          </a:cubicBezTo>
                          <a:cubicBezTo>
                            <a:pt x="11235" y="-3779"/>
                            <a:pt x="26475" y="3936"/>
                            <a:pt x="38096" y="18605"/>
                          </a:cubicBezTo>
                          <a:cubicBezTo>
                            <a:pt x="49621" y="33178"/>
                            <a:pt x="53907" y="49466"/>
                            <a:pt x="47144" y="5546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55" name="Forme libre : forme 15954">
                      <a:extLst>
                        <a:ext uri="{FF2B5EF4-FFF2-40B4-BE49-F238E27FC236}">
                          <a16:creationId xmlns:a16="http://schemas.microsoft.com/office/drawing/2014/main" id="{77479F0E-2315-43C9-BFC7-91E2F2F0B8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6620" y="3079492"/>
                      <a:ext cx="24070" cy="50517"/>
                    </a:xfrm>
                    <a:custGeom>
                      <a:avLst/>
                      <a:gdLst>
                        <a:gd name="connsiteX0" fmla="*/ 24071 w 24070"/>
                        <a:gd name="connsiteY0" fmla="*/ 5369 h 50517"/>
                        <a:gd name="connsiteX1" fmla="*/ 3878 w 24070"/>
                        <a:gd name="connsiteY1" fmla="*/ 1845 h 50517"/>
                        <a:gd name="connsiteX2" fmla="*/ 12069 w 24070"/>
                        <a:gd name="connsiteY2" fmla="*/ 39469 h 50517"/>
                        <a:gd name="connsiteX3" fmla="*/ 23499 w 24070"/>
                        <a:gd name="connsiteY3" fmla="*/ 50518 h 50517"/>
                        <a:gd name="connsiteX4" fmla="*/ 18832 w 24070"/>
                        <a:gd name="connsiteY4" fmla="*/ 43088 h 50517"/>
                        <a:gd name="connsiteX5" fmla="*/ 24071 w 24070"/>
                        <a:gd name="connsiteY5" fmla="*/ 5369 h 50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070" h="50517">
                          <a:moveTo>
                            <a:pt x="24071" y="5369"/>
                          </a:moveTo>
                          <a:cubicBezTo>
                            <a:pt x="16165" y="35"/>
                            <a:pt x="8545" y="-1679"/>
                            <a:pt x="3878" y="1845"/>
                          </a:cubicBezTo>
                          <a:cubicBezTo>
                            <a:pt x="-3552" y="7465"/>
                            <a:pt x="-27" y="24324"/>
                            <a:pt x="12069" y="39469"/>
                          </a:cubicBezTo>
                          <a:cubicBezTo>
                            <a:pt x="15594" y="43850"/>
                            <a:pt x="19594" y="47565"/>
                            <a:pt x="23499" y="50518"/>
                          </a:cubicBezTo>
                          <a:cubicBezTo>
                            <a:pt x="21689" y="48232"/>
                            <a:pt x="20070" y="45755"/>
                            <a:pt x="18832" y="43088"/>
                          </a:cubicBezTo>
                          <a:cubicBezTo>
                            <a:pt x="13022" y="27848"/>
                            <a:pt x="14450" y="11370"/>
                            <a:pt x="24071" y="5369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56" name="Forme libre : forme 15955">
                      <a:extLst>
                        <a:ext uri="{FF2B5EF4-FFF2-40B4-BE49-F238E27FC236}">
                          <a16:creationId xmlns:a16="http://schemas.microsoft.com/office/drawing/2014/main" id="{1B114058-F39B-4435-941B-9619BD5ADD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5794" y="3084572"/>
                      <a:ext cx="50756" cy="57628"/>
                    </a:xfrm>
                    <a:custGeom>
                      <a:avLst/>
                      <a:gdLst>
                        <a:gd name="connsiteX0" fmla="*/ 47566 w 50756"/>
                        <a:gd name="connsiteY0" fmla="*/ 55439 h 57628"/>
                        <a:gd name="connsiteX1" fmla="*/ 12229 w 50756"/>
                        <a:gd name="connsiteY1" fmla="*/ 39437 h 57628"/>
                        <a:gd name="connsiteX2" fmla="*/ 3847 w 50756"/>
                        <a:gd name="connsiteY2" fmla="*/ 1814 h 57628"/>
                        <a:gd name="connsiteX3" fmla="*/ 38137 w 50756"/>
                        <a:gd name="connsiteY3" fmla="*/ 18578 h 57628"/>
                        <a:gd name="connsiteX4" fmla="*/ 47566 w 50756"/>
                        <a:gd name="connsiteY4" fmla="*/ 55439 h 57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56" h="57628">
                          <a:moveTo>
                            <a:pt x="47566" y="55439"/>
                          </a:moveTo>
                          <a:cubicBezTo>
                            <a:pt x="40708" y="61535"/>
                            <a:pt x="24611" y="54487"/>
                            <a:pt x="12229" y="39437"/>
                          </a:cubicBezTo>
                          <a:cubicBezTo>
                            <a:pt x="37" y="24293"/>
                            <a:pt x="-3583" y="7433"/>
                            <a:pt x="3847" y="1814"/>
                          </a:cubicBezTo>
                          <a:cubicBezTo>
                            <a:pt x="11181" y="-3711"/>
                            <a:pt x="26421" y="3814"/>
                            <a:pt x="38137" y="18578"/>
                          </a:cubicBezTo>
                          <a:cubicBezTo>
                            <a:pt x="49948" y="33055"/>
                            <a:pt x="54329" y="49439"/>
                            <a:pt x="47566" y="5543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57" name="Forme libre : forme 15956">
                      <a:extLst>
                        <a:ext uri="{FF2B5EF4-FFF2-40B4-BE49-F238E27FC236}">
                          <a16:creationId xmlns:a16="http://schemas.microsoft.com/office/drawing/2014/main" id="{A6E0C3D1-50B7-4874-A77A-226100E1C6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8263" y="3047115"/>
                      <a:ext cx="54242" cy="93104"/>
                    </a:xfrm>
                    <a:custGeom>
                      <a:avLst/>
                      <a:gdLst>
                        <a:gd name="connsiteX0" fmla="*/ 12804 w 54242"/>
                        <a:gd name="connsiteY0" fmla="*/ 12314 h 93104"/>
                        <a:gd name="connsiteX1" fmla="*/ 1660 w 54242"/>
                        <a:gd name="connsiteY1" fmla="*/ 23554 h 93104"/>
                        <a:gd name="connsiteX2" fmla="*/ 9660 w 54242"/>
                        <a:gd name="connsiteY2" fmla="*/ 61559 h 93104"/>
                        <a:gd name="connsiteX3" fmla="*/ 34616 w 54242"/>
                        <a:gd name="connsiteY3" fmla="*/ 89181 h 93104"/>
                        <a:gd name="connsiteX4" fmla="*/ 53761 w 54242"/>
                        <a:gd name="connsiteY4" fmla="*/ 88800 h 93104"/>
                        <a:gd name="connsiteX5" fmla="*/ 51952 w 54242"/>
                        <a:gd name="connsiteY5" fmla="*/ 74417 h 93104"/>
                        <a:gd name="connsiteX6" fmla="*/ 47951 w 54242"/>
                        <a:gd name="connsiteY6" fmla="*/ 40032 h 93104"/>
                        <a:gd name="connsiteX7" fmla="*/ 40807 w 54242"/>
                        <a:gd name="connsiteY7" fmla="*/ 2599 h 93104"/>
                        <a:gd name="connsiteX8" fmla="*/ 12804 w 54242"/>
                        <a:gd name="connsiteY8" fmla="*/ 12314 h 93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242" h="93104">
                          <a:moveTo>
                            <a:pt x="12804" y="12314"/>
                          </a:moveTo>
                          <a:cubicBezTo>
                            <a:pt x="8422" y="15267"/>
                            <a:pt x="3945" y="18410"/>
                            <a:pt x="1660" y="23554"/>
                          </a:cubicBezTo>
                          <a:cubicBezTo>
                            <a:pt x="-2722" y="33460"/>
                            <a:pt x="2136" y="48605"/>
                            <a:pt x="9660" y="61559"/>
                          </a:cubicBezTo>
                          <a:cubicBezTo>
                            <a:pt x="15947" y="72322"/>
                            <a:pt x="24329" y="82990"/>
                            <a:pt x="34616" y="89181"/>
                          </a:cubicBezTo>
                          <a:cubicBezTo>
                            <a:pt x="42236" y="93848"/>
                            <a:pt x="51570" y="95087"/>
                            <a:pt x="53761" y="88800"/>
                          </a:cubicBezTo>
                          <a:cubicBezTo>
                            <a:pt x="55095" y="84895"/>
                            <a:pt x="53380" y="79466"/>
                            <a:pt x="51952" y="74417"/>
                          </a:cubicBezTo>
                          <a:cubicBezTo>
                            <a:pt x="48522" y="62606"/>
                            <a:pt x="47379" y="50795"/>
                            <a:pt x="47951" y="40032"/>
                          </a:cubicBezTo>
                          <a:cubicBezTo>
                            <a:pt x="48427" y="30698"/>
                            <a:pt x="52523" y="11743"/>
                            <a:pt x="40807" y="2599"/>
                          </a:cubicBezTo>
                          <a:cubicBezTo>
                            <a:pt x="30235" y="-5688"/>
                            <a:pt x="18900" y="8123"/>
                            <a:pt x="12804" y="1231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58" name="Forme libre : forme 15957">
                      <a:extLst>
                        <a:ext uri="{FF2B5EF4-FFF2-40B4-BE49-F238E27FC236}">
                          <a16:creationId xmlns:a16="http://schemas.microsoft.com/office/drawing/2014/main" id="{5A97C348-19C9-4851-8B42-FC478D5D25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0729" y="3060740"/>
                      <a:ext cx="27006" cy="18933"/>
                    </a:xfrm>
                    <a:custGeom>
                      <a:avLst/>
                      <a:gdLst>
                        <a:gd name="connsiteX0" fmla="*/ 5007 w 27006"/>
                        <a:gd name="connsiteY0" fmla="*/ 23 h 18933"/>
                        <a:gd name="connsiteX1" fmla="*/ 1197 w 27006"/>
                        <a:gd name="connsiteY1" fmla="*/ 880 h 18933"/>
                        <a:gd name="connsiteX2" fmla="*/ 244 w 27006"/>
                        <a:gd name="connsiteY2" fmla="*/ 4881 h 18933"/>
                        <a:gd name="connsiteX3" fmla="*/ 3388 w 27006"/>
                        <a:gd name="connsiteY3" fmla="*/ 8786 h 18933"/>
                        <a:gd name="connsiteX4" fmla="*/ 13484 w 27006"/>
                        <a:gd name="connsiteY4" fmla="*/ 16310 h 18933"/>
                        <a:gd name="connsiteX5" fmla="*/ 17866 w 27006"/>
                        <a:gd name="connsiteY5" fmla="*/ 18501 h 18933"/>
                        <a:gd name="connsiteX6" fmla="*/ 24248 w 27006"/>
                        <a:gd name="connsiteY6" fmla="*/ 8976 h 18933"/>
                        <a:gd name="connsiteX7" fmla="*/ 5007 w 27006"/>
                        <a:gd name="connsiteY7" fmla="*/ 23 h 1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006" h="18933">
                          <a:moveTo>
                            <a:pt x="5007" y="23"/>
                          </a:moveTo>
                          <a:cubicBezTo>
                            <a:pt x="3578" y="-73"/>
                            <a:pt x="2150" y="118"/>
                            <a:pt x="1197" y="880"/>
                          </a:cubicBezTo>
                          <a:cubicBezTo>
                            <a:pt x="149" y="1642"/>
                            <a:pt x="-327" y="3166"/>
                            <a:pt x="244" y="4881"/>
                          </a:cubicBezTo>
                          <a:cubicBezTo>
                            <a:pt x="816" y="6405"/>
                            <a:pt x="2150" y="7643"/>
                            <a:pt x="3388" y="8786"/>
                          </a:cubicBezTo>
                          <a:cubicBezTo>
                            <a:pt x="6626" y="11643"/>
                            <a:pt x="9960" y="14120"/>
                            <a:pt x="13484" y="16310"/>
                          </a:cubicBezTo>
                          <a:cubicBezTo>
                            <a:pt x="14913" y="17263"/>
                            <a:pt x="16342" y="18025"/>
                            <a:pt x="17866" y="18501"/>
                          </a:cubicBezTo>
                          <a:cubicBezTo>
                            <a:pt x="23962" y="20311"/>
                            <a:pt x="31010" y="16310"/>
                            <a:pt x="24248" y="8976"/>
                          </a:cubicBezTo>
                          <a:cubicBezTo>
                            <a:pt x="18914" y="3356"/>
                            <a:pt x="10722" y="213"/>
                            <a:pt x="5007" y="2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59" name="Forme libre : forme 15958">
                      <a:extLst>
                        <a:ext uri="{FF2B5EF4-FFF2-40B4-BE49-F238E27FC236}">
                          <a16:creationId xmlns:a16="http://schemas.microsoft.com/office/drawing/2014/main" id="{4ED47537-3FA9-4370-97A8-461BB596C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3165" y="3148774"/>
                      <a:ext cx="53816" cy="16443"/>
                    </a:xfrm>
                    <a:custGeom>
                      <a:avLst/>
                      <a:gdLst>
                        <a:gd name="connsiteX0" fmla="*/ 53816 w 53816"/>
                        <a:gd name="connsiteY0" fmla="*/ 10287 h 16443"/>
                        <a:gd name="connsiteX1" fmla="*/ 40672 w 53816"/>
                        <a:gd name="connsiteY1" fmla="*/ 16193 h 16443"/>
                        <a:gd name="connsiteX2" fmla="*/ 23813 w 53816"/>
                        <a:gd name="connsiteY2" fmla="*/ 14097 h 16443"/>
                        <a:gd name="connsiteX3" fmla="*/ 0 w 53816"/>
                        <a:gd name="connsiteY3" fmla="*/ 0 h 16443"/>
                        <a:gd name="connsiteX4" fmla="*/ 17716 w 53816"/>
                        <a:gd name="connsiteY4" fmla="*/ 9525 h 16443"/>
                        <a:gd name="connsiteX5" fmla="*/ 53816 w 53816"/>
                        <a:gd name="connsiteY5" fmla="*/ 10287 h 16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3816" h="16443">
                          <a:moveTo>
                            <a:pt x="53816" y="10287"/>
                          </a:moveTo>
                          <a:cubicBezTo>
                            <a:pt x="53816" y="10287"/>
                            <a:pt x="49625" y="14954"/>
                            <a:pt x="40672" y="16193"/>
                          </a:cubicBezTo>
                          <a:cubicBezTo>
                            <a:pt x="36195" y="16764"/>
                            <a:pt x="30480" y="16478"/>
                            <a:pt x="23813" y="14097"/>
                          </a:cubicBezTo>
                          <a:cubicBezTo>
                            <a:pt x="17145" y="11716"/>
                            <a:pt x="8858" y="7525"/>
                            <a:pt x="0" y="0"/>
                          </a:cubicBezTo>
                          <a:cubicBezTo>
                            <a:pt x="0" y="0"/>
                            <a:pt x="7144" y="5525"/>
                            <a:pt x="17716" y="9525"/>
                          </a:cubicBezTo>
                          <a:cubicBezTo>
                            <a:pt x="28004" y="13716"/>
                            <a:pt x="41624" y="16097"/>
                            <a:pt x="53816" y="1028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60" name="Forme libre : forme 15959">
                      <a:extLst>
                        <a:ext uri="{FF2B5EF4-FFF2-40B4-BE49-F238E27FC236}">
                          <a16:creationId xmlns:a16="http://schemas.microsoft.com/office/drawing/2014/main" id="{7FA62EDF-62BD-4579-9D43-2FA6E4DFA3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0781" y="3031898"/>
                      <a:ext cx="54101" cy="22388"/>
                    </a:xfrm>
                    <a:custGeom>
                      <a:avLst/>
                      <a:gdLst>
                        <a:gd name="connsiteX0" fmla="*/ 54102 w 54101"/>
                        <a:gd name="connsiteY0" fmla="*/ 22388 h 22388"/>
                        <a:gd name="connsiteX1" fmla="*/ 37624 w 54101"/>
                        <a:gd name="connsiteY1" fmla="*/ 7624 h 22388"/>
                        <a:gd name="connsiteX2" fmla="*/ 0 w 54101"/>
                        <a:gd name="connsiteY2" fmla="*/ 3814 h 22388"/>
                        <a:gd name="connsiteX3" fmla="*/ 16954 w 54101"/>
                        <a:gd name="connsiteY3" fmla="*/ 2672 h 22388"/>
                        <a:gd name="connsiteX4" fmla="*/ 54102 w 54101"/>
                        <a:gd name="connsiteY4" fmla="*/ 22388 h 2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101" h="22388">
                          <a:moveTo>
                            <a:pt x="54102" y="22388"/>
                          </a:moveTo>
                          <a:cubicBezTo>
                            <a:pt x="54102" y="22388"/>
                            <a:pt x="47625" y="14197"/>
                            <a:pt x="37624" y="7624"/>
                          </a:cubicBezTo>
                          <a:cubicBezTo>
                            <a:pt x="27622" y="1148"/>
                            <a:pt x="14097" y="-3710"/>
                            <a:pt x="0" y="3814"/>
                          </a:cubicBezTo>
                          <a:cubicBezTo>
                            <a:pt x="0" y="3814"/>
                            <a:pt x="6858" y="1433"/>
                            <a:pt x="16954" y="2672"/>
                          </a:cubicBezTo>
                          <a:cubicBezTo>
                            <a:pt x="27146" y="3719"/>
                            <a:pt x="40672" y="8672"/>
                            <a:pt x="54102" y="223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61" name="Forme libre : forme 15960">
                      <a:extLst>
                        <a:ext uri="{FF2B5EF4-FFF2-40B4-BE49-F238E27FC236}">
                          <a16:creationId xmlns:a16="http://schemas.microsoft.com/office/drawing/2014/main" id="{D15CD6C8-C5D0-41AC-B84F-12237EE7BE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3893" y="3097658"/>
                      <a:ext cx="15884" cy="23271"/>
                    </a:xfrm>
                    <a:custGeom>
                      <a:avLst/>
                      <a:gdLst>
                        <a:gd name="connsiteX0" fmla="*/ 13656 w 15884"/>
                        <a:gd name="connsiteY0" fmla="*/ 23208 h 23271"/>
                        <a:gd name="connsiteX1" fmla="*/ 2322 w 15884"/>
                        <a:gd name="connsiteY1" fmla="*/ 12826 h 23271"/>
                        <a:gd name="connsiteX2" fmla="*/ 2322 w 15884"/>
                        <a:gd name="connsiteY2" fmla="*/ 62 h 23271"/>
                        <a:gd name="connsiteX3" fmla="*/ 13466 w 15884"/>
                        <a:gd name="connsiteY3" fmla="*/ 10445 h 23271"/>
                        <a:gd name="connsiteX4" fmla="*/ 13656 w 15884"/>
                        <a:gd name="connsiteY4" fmla="*/ 23208 h 23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4" h="23271">
                          <a:moveTo>
                            <a:pt x="13656" y="23208"/>
                          </a:moveTo>
                          <a:cubicBezTo>
                            <a:pt x="10609" y="23875"/>
                            <a:pt x="5465" y="19208"/>
                            <a:pt x="2322" y="12826"/>
                          </a:cubicBezTo>
                          <a:cubicBezTo>
                            <a:pt x="-821" y="6349"/>
                            <a:pt x="-726" y="634"/>
                            <a:pt x="2322" y="62"/>
                          </a:cubicBezTo>
                          <a:cubicBezTo>
                            <a:pt x="5465" y="-604"/>
                            <a:pt x="10228" y="4158"/>
                            <a:pt x="13466" y="10445"/>
                          </a:cubicBezTo>
                          <a:cubicBezTo>
                            <a:pt x="16609" y="16731"/>
                            <a:pt x="16705" y="22446"/>
                            <a:pt x="13656" y="2320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62" name="Forme libre : forme 15961">
                      <a:extLst>
                        <a:ext uri="{FF2B5EF4-FFF2-40B4-BE49-F238E27FC236}">
                          <a16:creationId xmlns:a16="http://schemas.microsoft.com/office/drawing/2014/main" id="{9CF4C235-0A9F-49B9-A63E-BA754D832C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5805" y="3116846"/>
                      <a:ext cx="5776" cy="6324"/>
                    </a:xfrm>
                    <a:custGeom>
                      <a:avLst/>
                      <a:gdLst>
                        <a:gd name="connsiteX0" fmla="*/ 5174 w 5776"/>
                        <a:gd name="connsiteY0" fmla="*/ 5924 h 6324"/>
                        <a:gd name="connsiteX1" fmla="*/ 1079 w 5776"/>
                        <a:gd name="connsiteY1" fmla="*/ 4686 h 6324"/>
                        <a:gd name="connsiteX2" fmla="*/ 602 w 5776"/>
                        <a:gd name="connsiteY2" fmla="*/ 400 h 6324"/>
                        <a:gd name="connsiteX3" fmla="*/ 4698 w 5776"/>
                        <a:gd name="connsiteY3" fmla="*/ 1638 h 6324"/>
                        <a:gd name="connsiteX4" fmla="*/ 5174 w 5776"/>
                        <a:gd name="connsiteY4" fmla="*/ 5924 h 63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6" h="6324">
                          <a:moveTo>
                            <a:pt x="5174" y="5924"/>
                          </a:moveTo>
                          <a:cubicBezTo>
                            <a:pt x="4222" y="6782"/>
                            <a:pt x="2317" y="6210"/>
                            <a:pt x="1079" y="4686"/>
                          </a:cubicBezTo>
                          <a:cubicBezTo>
                            <a:pt x="-160" y="3162"/>
                            <a:pt x="-350" y="1257"/>
                            <a:pt x="602" y="400"/>
                          </a:cubicBezTo>
                          <a:cubicBezTo>
                            <a:pt x="1650" y="-458"/>
                            <a:pt x="3460" y="114"/>
                            <a:pt x="4698" y="1638"/>
                          </a:cubicBezTo>
                          <a:cubicBezTo>
                            <a:pt x="5936" y="3162"/>
                            <a:pt x="6127" y="5067"/>
                            <a:pt x="5174" y="59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63" name="Forme libre : forme 15962">
                      <a:extLst>
                        <a:ext uri="{FF2B5EF4-FFF2-40B4-BE49-F238E27FC236}">
                          <a16:creationId xmlns:a16="http://schemas.microsoft.com/office/drawing/2014/main" id="{45CF2E7A-9766-45E3-A7E5-715AFF95D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3215" y="3081900"/>
                      <a:ext cx="29067" cy="67780"/>
                    </a:xfrm>
                    <a:custGeom>
                      <a:avLst/>
                      <a:gdLst>
                        <a:gd name="connsiteX0" fmla="*/ 28053 w 29067"/>
                        <a:gd name="connsiteY0" fmla="*/ 48205 h 67780"/>
                        <a:gd name="connsiteX1" fmla="*/ 16147 w 29067"/>
                        <a:gd name="connsiteY1" fmla="*/ 65826 h 67780"/>
                        <a:gd name="connsiteX2" fmla="*/ 8050 w 29067"/>
                        <a:gd name="connsiteY2" fmla="*/ 66302 h 67780"/>
                        <a:gd name="connsiteX3" fmla="*/ 5955 w 29067"/>
                        <a:gd name="connsiteY3" fmla="*/ 57730 h 67780"/>
                        <a:gd name="connsiteX4" fmla="*/ 10146 w 29067"/>
                        <a:gd name="connsiteY4" fmla="*/ 33441 h 67780"/>
                        <a:gd name="connsiteX5" fmla="*/ 2621 w 29067"/>
                        <a:gd name="connsiteY5" fmla="*/ 14391 h 67780"/>
                        <a:gd name="connsiteX6" fmla="*/ 2907 w 29067"/>
                        <a:gd name="connsiteY6" fmla="*/ 9 h 67780"/>
                        <a:gd name="connsiteX7" fmla="*/ 27100 w 29067"/>
                        <a:gd name="connsiteY7" fmla="*/ 28965 h 67780"/>
                        <a:gd name="connsiteX8" fmla="*/ 28053 w 29067"/>
                        <a:gd name="connsiteY8" fmla="*/ 48205 h 67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067" h="67780">
                          <a:moveTo>
                            <a:pt x="28053" y="48205"/>
                          </a:moveTo>
                          <a:cubicBezTo>
                            <a:pt x="26053" y="55634"/>
                            <a:pt x="21576" y="61159"/>
                            <a:pt x="16147" y="65826"/>
                          </a:cubicBezTo>
                          <a:cubicBezTo>
                            <a:pt x="14242" y="67541"/>
                            <a:pt x="10908" y="68969"/>
                            <a:pt x="8050" y="66302"/>
                          </a:cubicBezTo>
                          <a:cubicBezTo>
                            <a:pt x="5383" y="63921"/>
                            <a:pt x="5383" y="60302"/>
                            <a:pt x="5955" y="57730"/>
                          </a:cubicBezTo>
                          <a:cubicBezTo>
                            <a:pt x="7765" y="49824"/>
                            <a:pt x="11956" y="42776"/>
                            <a:pt x="10146" y="33441"/>
                          </a:cubicBezTo>
                          <a:cubicBezTo>
                            <a:pt x="9670" y="30489"/>
                            <a:pt x="5479" y="22011"/>
                            <a:pt x="2621" y="14391"/>
                          </a:cubicBezTo>
                          <a:cubicBezTo>
                            <a:pt x="-236" y="6676"/>
                            <a:pt x="-1570" y="-277"/>
                            <a:pt x="2907" y="9"/>
                          </a:cubicBezTo>
                          <a:cubicBezTo>
                            <a:pt x="11861" y="675"/>
                            <a:pt x="24433" y="21630"/>
                            <a:pt x="27100" y="28965"/>
                          </a:cubicBezTo>
                          <a:cubicBezTo>
                            <a:pt x="29482" y="35823"/>
                            <a:pt x="29577" y="42585"/>
                            <a:pt x="28053" y="4820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70" name="Graphique 1">
                    <a:extLst>
                      <a:ext uri="{FF2B5EF4-FFF2-40B4-BE49-F238E27FC236}">
                        <a16:creationId xmlns:a16="http://schemas.microsoft.com/office/drawing/2014/main" id="{C106C7B5-46E7-4954-8AAD-6B49532CEFA6}"/>
                      </a:ext>
                    </a:extLst>
                  </p:cNvPr>
                  <p:cNvGrpSpPr/>
                  <p:nvPr/>
                </p:nvGrpSpPr>
                <p:grpSpPr>
                  <a:xfrm>
                    <a:off x="3240893" y="3142059"/>
                    <a:ext cx="142950" cy="126932"/>
                    <a:chOff x="3240893" y="3142059"/>
                    <a:chExt cx="142950" cy="126932"/>
                  </a:xfrm>
                  <a:solidFill>
                    <a:schemeClr val="accent1"/>
                  </a:solidFill>
                </p:grpSpPr>
                <p:sp>
                  <p:nvSpPr>
                    <p:cNvPr id="15940" name="Forme libre : forme 15939">
                      <a:extLst>
                        <a:ext uri="{FF2B5EF4-FFF2-40B4-BE49-F238E27FC236}">
                          <a16:creationId xmlns:a16="http://schemas.microsoft.com/office/drawing/2014/main" id="{6F0C8C6B-DC93-4BA2-AC5E-1FFBF6F373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0893" y="3142059"/>
                      <a:ext cx="142950" cy="126932"/>
                    </a:xfrm>
                    <a:custGeom>
                      <a:avLst/>
                      <a:gdLst>
                        <a:gd name="connsiteX0" fmla="*/ 72192 w 142950"/>
                        <a:gd name="connsiteY0" fmla="*/ 116824 h 126932"/>
                        <a:gd name="connsiteX1" fmla="*/ 46093 w 142950"/>
                        <a:gd name="connsiteY1" fmla="*/ 99203 h 126932"/>
                        <a:gd name="connsiteX2" fmla="*/ 21804 w 142950"/>
                        <a:gd name="connsiteY2" fmla="*/ 79962 h 126932"/>
                        <a:gd name="connsiteX3" fmla="*/ 8279 w 142950"/>
                        <a:gd name="connsiteY3" fmla="*/ 64818 h 126932"/>
                        <a:gd name="connsiteX4" fmla="*/ 1135 w 142950"/>
                        <a:gd name="connsiteY4" fmla="*/ 48816 h 126932"/>
                        <a:gd name="connsiteX5" fmla="*/ 6755 w 142950"/>
                        <a:gd name="connsiteY5" fmla="*/ 22908 h 126932"/>
                        <a:gd name="connsiteX6" fmla="*/ 23995 w 142950"/>
                        <a:gd name="connsiteY6" fmla="*/ 6429 h 126932"/>
                        <a:gd name="connsiteX7" fmla="*/ 49141 w 142950"/>
                        <a:gd name="connsiteY7" fmla="*/ 619 h 126932"/>
                        <a:gd name="connsiteX8" fmla="*/ 63810 w 142950"/>
                        <a:gd name="connsiteY8" fmla="*/ 5572 h 126932"/>
                        <a:gd name="connsiteX9" fmla="*/ 77811 w 142950"/>
                        <a:gd name="connsiteY9" fmla="*/ 15002 h 126932"/>
                        <a:gd name="connsiteX10" fmla="*/ 97052 w 142950"/>
                        <a:gd name="connsiteY10" fmla="*/ 30813 h 126932"/>
                        <a:gd name="connsiteX11" fmla="*/ 117054 w 142950"/>
                        <a:gd name="connsiteY11" fmla="*/ 44910 h 126932"/>
                        <a:gd name="connsiteX12" fmla="*/ 129627 w 142950"/>
                        <a:gd name="connsiteY12" fmla="*/ 55102 h 126932"/>
                        <a:gd name="connsiteX13" fmla="*/ 138391 w 142950"/>
                        <a:gd name="connsiteY13" fmla="*/ 67008 h 126932"/>
                        <a:gd name="connsiteX14" fmla="*/ 141248 w 142950"/>
                        <a:gd name="connsiteY14" fmla="*/ 92154 h 126932"/>
                        <a:gd name="connsiteX15" fmla="*/ 132294 w 142950"/>
                        <a:gd name="connsiteY15" fmla="*/ 113395 h 126932"/>
                        <a:gd name="connsiteX16" fmla="*/ 109816 w 142950"/>
                        <a:gd name="connsiteY16" fmla="*/ 126730 h 126932"/>
                        <a:gd name="connsiteX17" fmla="*/ 91623 w 142950"/>
                        <a:gd name="connsiteY17" fmla="*/ 125016 h 126932"/>
                        <a:gd name="connsiteX18" fmla="*/ 72192 w 142950"/>
                        <a:gd name="connsiteY18" fmla="*/ 116824 h 1269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42950" h="126932">
                          <a:moveTo>
                            <a:pt x="72192" y="116824"/>
                          </a:moveTo>
                          <a:cubicBezTo>
                            <a:pt x="63524" y="111014"/>
                            <a:pt x="54380" y="105490"/>
                            <a:pt x="46093" y="99203"/>
                          </a:cubicBezTo>
                          <a:cubicBezTo>
                            <a:pt x="37807" y="92916"/>
                            <a:pt x="29329" y="86725"/>
                            <a:pt x="21804" y="79962"/>
                          </a:cubicBezTo>
                          <a:cubicBezTo>
                            <a:pt x="16375" y="75200"/>
                            <a:pt x="11517" y="70247"/>
                            <a:pt x="8279" y="64818"/>
                          </a:cubicBezTo>
                          <a:cubicBezTo>
                            <a:pt x="4945" y="59388"/>
                            <a:pt x="2469" y="53959"/>
                            <a:pt x="1135" y="48816"/>
                          </a:cubicBezTo>
                          <a:cubicBezTo>
                            <a:pt x="-1532" y="38433"/>
                            <a:pt x="564" y="28813"/>
                            <a:pt x="6755" y="22908"/>
                          </a:cubicBezTo>
                          <a:lnTo>
                            <a:pt x="23995" y="6429"/>
                          </a:lnTo>
                          <a:cubicBezTo>
                            <a:pt x="30282" y="429"/>
                            <a:pt x="39330" y="-1000"/>
                            <a:pt x="49141" y="619"/>
                          </a:cubicBezTo>
                          <a:cubicBezTo>
                            <a:pt x="53999" y="1381"/>
                            <a:pt x="58952" y="3096"/>
                            <a:pt x="63810" y="5572"/>
                          </a:cubicBezTo>
                          <a:cubicBezTo>
                            <a:pt x="68572" y="8239"/>
                            <a:pt x="73430" y="11001"/>
                            <a:pt x="77811" y="15002"/>
                          </a:cubicBezTo>
                          <a:cubicBezTo>
                            <a:pt x="84003" y="20812"/>
                            <a:pt x="90575" y="25670"/>
                            <a:pt x="97052" y="30813"/>
                          </a:cubicBezTo>
                          <a:cubicBezTo>
                            <a:pt x="103529" y="36052"/>
                            <a:pt x="110387" y="40148"/>
                            <a:pt x="117054" y="44910"/>
                          </a:cubicBezTo>
                          <a:cubicBezTo>
                            <a:pt x="121912" y="47863"/>
                            <a:pt x="126103" y="51197"/>
                            <a:pt x="129627" y="55102"/>
                          </a:cubicBezTo>
                          <a:cubicBezTo>
                            <a:pt x="133057" y="59103"/>
                            <a:pt x="136200" y="62913"/>
                            <a:pt x="138391" y="67008"/>
                          </a:cubicBezTo>
                          <a:cubicBezTo>
                            <a:pt x="142867" y="75295"/>
                            <a:pt x="144486" y="84439"/>
                            <a:pt x="141248" y="92154"/>
                          </a:cubicBezTo>
                          <a:lnTo>
                            <a:pt x="132294" y="113395"/>
                          </a:lnTo>
                          <a:cubicBezTo>
                            <a:pt x="129056" y="121110"/>
                            <a:pt x="120960" y="125778"/>
                            <a:pt x="109816" y="126730"/>
                          </a:cubicBezTo>
                          <a:cubicBezTo>
                            <a:pt x="104291" y="127207"/>
                            <a:pt x="97909" y="126921"/>
                            <a:pt x="91623" y="125016"/>
                          </a:cubicBezTo>
                          <a:cubicBezTo>
                            <a:pt x="85336" y="123206"/>
                            <a:pt x="78574" y="120539"/>
                            <a:pt x="72192" y="116824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41" name="Forme libre : forme 15940">
                      <a:extLst>
                        <a:ext uri="{FF2B5EF4-FFF2-40B4-BE49-F238E27FC236}">
                          <a16:creationId xmlns:a16="http://schemas.microsoft.com/office/drawing/2014/main" id="{54629767-E3AF-420B-99E9-2E93CF839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0988" y="3157727"/>
                      <a:ext cx="132580" cy="111168"/>
                    </a:xfrm>
                    <a:custGeom>
                      <a:avLst/>
                      <a:gdLst>
                        <a:gd name="connsiteX0" fmla="*/ 47903 w 132580"/>
                        <a:gd name="connsiteY0" fmla="*/ 49625 h 111168"/>
                        <a:gd name="connsiteX1" fmla="*/ 23329 w 132580"/>
                        <a:gd name="connsiteY1" fmla="*/ 26861 h 111168"/>
                        <a:gd name="connsiteX2" fmla="*/ 14185 w 132580"/>
                        <a:gd name="connsiteY2" fmla="*/ 0 h 111168"/>
                        <a:gd name="connsiteX3" fmla="*/ 6755 w 132580"/>
                        <a:gd name="connsiteY3" fmla="*/ 7144 h 111168"/>
                        <a:gd name="connsiteX4" fmla="*/ 1135 w 132580"/>
                        <a:gd name="connsiteY4" fmla="*/ 33052 h 111168"/>
                        <a:gd name="connsiteX5" fmla="*/ 8279 w 132580"/>
                        <a:gd name="connsiteY5" fmla="*/ 49054 h 111168"/>
                        <a:gd name="connsiteX6" fmla="*/ 21805 w 132580"/>
                        <a:gd name="connsiteY6" fmla="*/ 64199 h 111168"/>
                        <a:gd name="connsiteX7" fmla="*/ 46093 w 132580"/>
                        <a:gd name="connsiteY7" fmla="*/ 83439 h 111168"/>
                        <a:gd name="connsiteX8" fmla="*/ 72192 w 132580"/>
                        <a:gd name="connsiteY8" fmla="*/ 101060 h 111168"/>
                        <a:gd name="connsiteX9" fmla="*/ 91623 w 132580"/>
                        <a:gd name="connsiteY9" fmla="*/ 109252 h 111168"/>
                        <a:gd name="connsiteX10" fmla="*/ 109815 w 132580"/>
                        <a:gd name="connsiteY10" fmla="*/ 110966 h 111168"/>
                        <a:gd name="connsiteX11" fmla="*/ 132295 w 132580"/>
                        <a:gd name="connsiteY11" fmla="*/ 97631 h 111168"/>
                        <a:gd name="connsiteX12" fmla="*/ 132580 w 132580"/>
                        <a:gd name="connsiteY12" fmla="*/ 96965 h 111168"/>
                        <a:gd name="connsiteX13" fmla="*/ 110101 w 132580"/>
                        <a:gd name="connsiteY13" fmla="*/ 87059 h 111168"/>
                        <a:gd name="connsiteX14" fmla="*/ 89051 w 132580"/>
                        <a:gd name="connsiteY14" fmla="*/ 75057 h 111168"/>
                        <a:gd name="connsiteX15" fmla="*/ 68763 w 132580"/>
                        <a:gd name="connsiteY15" fmla="*/ 62198 h 111168"/>
                        <a:gd name="connsiteX16" fmla="*/ 47903 w 132580"/>
                        <a:gd name="connsiteY16" fmla="*/ 49625 h 1111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32580" h="111168">
                          <a:moveTo>
                            <a:pt x="47903" y="49625"/>
                          </a:moveTo>
                          <a:cubicBezTo>
                            <a:pt x="38092" y="43529"/>
                            <a:pt x="29044" y="35814"/>
                            <a:pt x="23329" y="26861"/>
                          </a:cubicBezTo>
                          <a:cubicBezTo>
                            <a:pt x="17328" y="18098"/>
                            <a:pt x="13994" y="8763"/>
                            <a:pt x="14185" y="0"/>
                          </a:cubicBezTo>
                          <a:lnTo>
                            <a:pt x="6755" y="7144"/>
                          </a:lnTo>
                          <a:cubicBezTo>
                            <a:pt x="564" y="13049"/>
                            <a:pt x="-1532" y="22574"/>
                            <a:pt x="1135" y="33052"/>
                          </a:cubicBezTo>
                          <a:cubicBezTo>
                            <a:pt x="2469" y="38291"/>
                            <a:pt x="4850" y="43720"/>
                            <a:pt x="8279" y="49054"/>
                          </a:cubicBezTo>
                          <a:cubicBezTo>
                            <a:pt x="11518" y="54483"/>
                            <a:pt x="16471" y="59531"/>
                            <a:pt x="21805" y="64199"/>
                          </a:cubicBezTo>
                          <a:cubicBezTo>
                            <a:pt x="29424" y="71057"/>
                            <a:pt x="37902" y="77153"/>
                            <a:pt x="46093" y="83439"/>
                          </a:cubicBezTo>
                          <a:cubicBezTo>
                            <a:pt x="54285" y="89726"/>
                            <a:pt x="63429" y="95250"/>
                            <a:pt x="72192" y="101060"/>
                          </a:cubicBezTo>
                          <a:cubicBezTo>
                            <a:pt x="78574" y="104775"/>
                            <a:pt x="85336" y="107442"/>
                            <a:pt x="91623" y="109252"/>
                          </a:cubicBezTo>
                          <a:cubicBezTo>
                            <a:pt x="97909" y="111157"/>
                            <a:pt x="104291" y="111443"/>
                            <a:pt x="109815" y="110966"/>
                          </a:cubicBezTo>
                          <a:cubicBezTo>
                            <a:pt x="120960" y="110014"/>
                            <a:pt x="129056" y="105346"/>
                            <a:pt x="132295" y="97631"/>
                          </a:cubicBezTo>
                          <a:lnTo>
                            <a:pt x="132580" y="96965"/>
                          </a:lnTo>
                          <a:cubicBezTo>
                            <a:pt x="124960" y="93821"/>
                            <a:pt x="117436" y="90583"/>
                            <a:pt x="110101" y="87059"/>
                          </a:cubicBezTo>
                          <a:cubicBezTo>
                            <a:pt x="103053" y="83058"/>
                            <a:pt x="96099" y="79058"/>
                            <a:pt x="89051" y="75057"/>
                          </a:cubicBezTo>
                          <a:cubicBezTo>
                            <a:pt x="82383" y="70580"/>
                            <a:pt x="75621" y="66294"/>
                            <a:pt x="68763" y="62198"/>
                          </a:cubicBezTo>
                          <a:cubicBezTo>
                            <a:pt x="62000" y="57817"/>
                            <a:pt x="55142" y="53531"/>
                            <a:pt x="47903" y="49625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42" name="Forme libre : forme 15941">
                      <a:extLst>
                        <a:ext uri="{FF2B5EF4-FFF2-40B4-BE49-F238E27FC236}">
                          <a16:creationId xmlns:a16="http://schemas.microsoft.com/office/drawing/2014/main" id="{87D60AAC-B139-4C7F-B080-99A0CD0619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0087" y="3190234"/>
                      <a:ext cx="59705" cy="47503"/>
                    </a:xfrm>
                    <a:custGeom>
                      <a:avLst/>
                      <a:gdLst>
                        <a:gd name="connsiteX0" fmla="*/ 58716 w 59705"/>
                        <a:gd name="connsiteY0" fmla="*/ 42646 h 47503"/>
                        <a:gd name="connsiteX1" fmla="*/ 44143 w 59705"/>
                        <a:gd name="connsiteY1" fmla="*/ 47313 h 47503"/>
                        <a:gd name="connsiteX2" fmla="*/ 20140 w 59705"/>
                        <a:gd name="connsiteY2" fmla="*/ 37502 h 47503"/>
                        <a:gd name="connsiteX3" fmla="*/ 2614 w 59705"/>
                        <a:gd name="connsiteY3" fmla="*/ 18547 h 47503"/>
                        <a:gd name="connsiteX4" fmla="*/ 2043 w 59705"/>
                        <a:gd name="connsiteY4" fmla="*/ 3212 h 47503"/>
                        <a:gd name="connsiteX5" fmla="*/ 16997 w 59705"/>
                        <a:gd name="connsiteY5" fmla="*/ 736 h 47503"/>
                        <a:gd name="connsiteX6" fmla="*/ 38619 w 59705"/>
                        <a:gd name="connsiteY6" fmla="*/ 11118 h 47503"/>
                        <a:gd name="connsiteX7" fmla="*/ 55668 w 59705"/>
                        <a:gd name="connsiteY7" fmla="*/ 27882 h 47503"/>
                        <a:gd name="connsiteX8" fmla="*/ 58716 w 59705"/>
                        <a:gd name="connsiteY8" fmla="*/ 42646 h 47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9705" h="47503">
                          <a:moveTo>
                            <a:pt x="58716" y="42646"/>
                          </a:moveTo>
                          <a:cubicBezTo>
                            <a:pt x="56621" y="46551"/>
                            <a:pt x="51287" y="48075"/>
                            <a:pt x="44143" y="47313"/>
                          </a:cubicBezTo>
                          <a:cubicBezTo>
                            <a:pt x="36809" y="46837"/>
                            <a:pt x="28617" y="42931"/>
                            <a:pt x="20140" y="37502"/>
                          </a:cubicBezTo>
                          <a:cubicBezTo>
                            <a:pt x="11758" y="31978"/>
                            <a:pt x="6043" y="24643"/>
                            <a:pt x="2614" y="18547"/>
                          </a:cubicBezTo>
                          <a:cubicBezTo>
                            <a:pt x="-719" y="12451"/>
                            <a:pt x="-815" y="6546"/>
                            <a:pt x="2043" y="3212"/>
                          </a:cubicBezTo>
                          <a:cubicBezTo>
                            <a:pt x="4996" y="-312"/>
                            <a:pt x="10330" y="-598"/>
                            <a:pt x="16997" y="736"/>
                          </a:cubicBezTo>
                          <a:cubicBezTo>
                            <a:pt x="23664" y="2069"/>
                            <a:pt x="31094" y="6070"/>
                            <a:pt x="38619" y="11118"/>
                          </a:cubicBezTo>
                          <a:cubicBezTo>
                            <a:pt x="46239" y="16071"/>
                            <a:pt x="51763" y="22643"/>
                            <a:pt x="55668" y="27882"/>
                          </a:cubicBezTo>
                          <a:cubicBezTo>
                            <a:pt x="59478" y="33311"/>
                            <a:pt x="60812" y="38740"/>
                            <a:pt x="58716" y="4264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43" name="Forme libre : forme 15942">
                      <a:extLst>
                        <a:ext uri="{FF2B5EF4-FFF2-40B4-BE49-F238E27FC236}">
                          <a16:creationId xmlns:a16="http://schemas.microsoft.com/office/drawing/2014/main" id="{DAC135C4-F526-487A-B4FE-C948E3EB7B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0087" y="3190113"/>
                      <a:ext cx="34618" cy="45148"/>
                    </a:xfrm>
                    <a:custGeom>
                      <a:avLst/>
                      <a:gdLst>
                        <a:gd name="connsiteX0" fmla="*/ 22140 w 34618"/>
                        <a:gd name="connsiteY0" fmla="*/ 2286 h 45148"/>
                        <a:gd name="connsiteX1" fmla="*/ 10139 w 34618"/>
                        <a:gd name="connsiteY1" fmla="*/ 0 h 45148"/>
                        <a:gd name="connsiteX2" fmla="*/ 2043 w 34618"/>
                        <a:gd name="connsiteY2" fmla="*/ 3238 h 45148"/>
                        <a:gd name="connsiteX3" fmla="*/ 2614 w 34618"/>
                        <a:gd name="connsiteY3" fmla="*/ 18574 h 45148"/>
                        <a:gd name="connsiteX4" fmla="*/ 20140 w 34618"/>
                        <a:gd name="connsiteY4" fmla="*/ 37528 h 45148"/>
                        <a:gd name="connsiteX5" fmla="*/ 34618 w 34618"/>
                        <a:gd name="connsiteY5" fmla="*/ 45148 h 45148"/>
                        <a:gd name="connsiteX6" fmla="*/ 27760 w 34618"/>
                        <a:gd name="connsiteY6" fmla="*/ 39243 h 45148"/>
                        <a:gd name="connsiteX7" fmla="*/ 18045 w 34618"/>
                        <a:gd name="connsiteY7" fmla="*/ 18859 h 45148"/>
                        <a:gd name="connsiteX8" fmla="*/ 22140 w 34618"/>
                        <a:gd name="connsiteY8" fmla="*/ 2286 h 45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4618" h="45148">
                          <a:moveTo>
                            <a:pt x="22140" y="2286"/>
                          </a:moveTo>
                          <a:cubicBezTo>
                            <a:pt x="17759" y="667"/>
                            <a:pt x="13568" y="95"/>
                            <a:pt x="10139" y="0"/>
                          </a:cubicBezTo>
                          <a:cubicBezTo>
                            <a:pt x="6710" y="0"/>
                            <a:pt x="3852" y="1048"/>
                            <a:pt x="2043" y="3238"/>
                          </a:cubicBezTo>
                          <a:cubicBezTo>
                            <a:pt x="-815" y="6572"/>
                            <a:pt x="-719" y="12478"/>
                            <a:pt x="2614" y="18574"/>
                          </a:cubicBezTo>
                          <a:cubicBezTo>
                            <a:pt x="5948" y="24670"/>
                            <a:pt x="11758" y="32004"/>
                            <a:pt x="20140" y="37528"/>
                          </a:cubicBezTo>
                          <a:cubicBezTo>
                            <a:pt x="24998" y="40767"/>
                            <a:pt x="29951" y="43339"/>
                            <a:pt x="34618" y="45148"/>
                          </a:cubicBezTo>
                          <a:cubicBezTo>
                            <a:pt x="32142" y="43434"/>
                            <a:pt x="29856" y="41434"/>
                            <a:pt x="27760" y="39243"/>
                          </a:cubicBezTo>
                          <a:cubicBezTo>
                            <a:pt x="22426" y="32861"/>
                            <a:pt x="18997" y="25622"/>
                            <a:pt x="18045" y="18859"/>
                          </a:cubicBezTo>
                          <a:cubicBezTo>
                            <a:pt x="16997" y="12192"/>
                            <a:pt x="18331" y="6286"/>
                            <a:pt x="22140" y="228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44" name="Forme libre : forme 15943">
                      <a:extLst>
                        <a:ext uri="{FF2B5EF4-FFF2-40B4-BE49-F238E27FC236}">
                          <a16:creationId xmlns:a16="http://schemas.microsoft.com/office/drawing/2014/main" id="{8EDCF84A-A22E-43AC-A2CC-7486004972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0508" y="3195097"/>
                      <a:ext cx="60624" cy="47459"/>
                    </a:xfrm>
                    <a:custGeom>
                      <a:avLst/>
                      <a:gdLst>
                        <a:gd name="connsiteX0" fmla="*/ 59724 w 60624"/>
                        <a:gd name="connsiteY0" fmla="*/ 42545 h 47459"/>
                        <a:gd name="connsiteX1" fmla="*/ 45151 w 60624"/>
                        <a:gd name="connsiteY1" fmla="*/ 47308 h 47459"/>
                        <a:gd name="connsiteX2" fmla="*/ 33340 w 60624"/>
                        <a:gd name="connsiteY2" fmla="*/ 44450 h 47459"/>
                        <a:gd name="connsiteX3" fmla="*/ 20767 w 60624"/>
                        <a:gd name="connsiteY3" fmla="*/ 37592 h 47459"/>
                        <a:gd name="connsiteX4" fmla="*/ 2860 w 60624"/>
                        <a:gd name="connsiteY4" fmla="*/ 18637 h 47459"/>
                        <a:gd name="connsiteX5" fmla="*/ 1908 w 60624"/>
                        <a:gd name="connsiteY5" fmla="*/ 3302 h 47459"/>
                        <a:gd name="connsiteX6" fmla="*/ 16957 w 60624"/>
                        <a:gd name="connsiteY6" fmla="*/ 730 h 47459"/>
                        <a:gd name="connsiteX7" fmla="*/ 38865 w 60624"/>
                        <a:gd name="connsiteY7" fmla="*/ 11112 h 47459"/>
                        <a:gd name="connsiteX8" fmla="*/ 48961 w 60624"/>
                        <a:gd name="connsiteY8" fmla="*/ 19399 h 47459"/>
                        <a:gd name="connsiteX9" fmla="*/ 56391 w 60624"/>
                        <a:gd name="connsiteY9" fmla="*/ 27781 h 47459"/>
                        <a:gd name="connsiteX10" fmla="*/ 59724 w 60624"/>
                        <a:gd name="connsiteY10" fmla="*/ 42545 h 474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0624" h="47459">
                          <a:moveTo>
                            <a:pt x="59724" y="42545"/>
                          </a:moveTo>
                          <a:cubicBezTo>
                            <a:pt x="57629" y="46450"/>
                            <a:pt x="52295" y="47974"/>
                            <a:pt x="45151" y="47308"/>
                          </a:cubicBezTo>
                          <a:cubicBezTo>
                            <a:pt x="41627" y="46927"/>
                            <a:pt x="37436" y="46165"/>
                            <a:pt x="33340" y="44450"/>
                          </a:cubicBezTo>
                          <a:cubicBezTo>
                            <a:pt x="29245" y="42735"/>
                            <a:pt x="24958" y="40450"/>
                            <a:pt x="20767" y="37592"/>
                          </a:cubicBezTo>
                          <a:cubicBezTo>
                            <a:pt x="12195" y="32163"/>
                            <a:pt x="6289" y="24828"/>
                            <a:pt x="2860" y="18637"/>
                          </a:cubicBezTo>
                          <a:cubicBezTo>
                            <a:pt x="-569" y="12446"/>
                            <a:pt x="-950" y="6826"/>
                            <a:pt x="1908" y="3302"/>
                          </a:cubicBezTo>
                          <a:cubicBezTo>
                            <a:pt x="4765" y="-127"/>
                            <a:pt x="10290" y="-698"/>
                            <a:pt x="16957" y="730"/>
                          </a:cubicBezTo>
                          <a:cubicBezTo>
                            <a:pt x="23720" y="2064"/>
                            <a:pt x="31054" y="6160"/>
                            <a:pt x="38865" y="11112"/>
                          </a:cubicBezTo>
                          <a:cubicBezTo>
                            <a:pt x="42675" y="13684"/>
                            <a:pt x="46104" y="16542"/>
                            <a:pt x="48961" y="19399"/>
                          </a:cubicBezTo>
                          <a:cubicBezTo>
                            <a:pt x="51819" y="22352"/>
                            <a:pt x="54486" y="24924"/>
                            <a:pt x="56391" y="27781"/>
                          </a:cubicBezTo>
                          <a:cubicBezTo>
                            <a:pt x="60296" y="33306"/>
                            <a:pt x="61725" y="38735"/>
                            <a:pt x="59724" y="4254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45" name="Forme libre : forme 15944">
                      <a:extLst>
                        <a:ext uri="{FF2B5EF4-FFF2-40B4-BE49-F238E27FC236}">
                          <a16:creationId xmlns:a16="http://schemas.microsoft.com/office/drawing/2014/main" id="{BEA88E43-DD85-4A27-B513-789ADB723A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9666" y="3160099"/>
                      <a:ext cx="68947" cy="86927"/>
                    </a:xfrm>
                    <a:custGeom>
                      <a:avLst/>
                      <a:gdLst>
                        <a:gd name="connsiteX0" fmla="*/ 9223 w 68947"/>
                        <a:gd name="connsiteY0" fmla="*/ 15154 h 86927"/>
                        <a:gd name="connsiteX1" fmla="*/ 460 w 68947"/>
                        <a:gd name="connsiteY1" fmla="*/ 27727 h 86927"/>
                        <a:gd name="connsiteX2" fmla="*/ 17319 w 68947"/>
                        <a:gd name="connsiteY2" fmla="*/ 64208 h 86927"/>
                        <a:gd name="connsiteX3" fmla="*/ 32845 w 68947"/>
                        <a:gd name="connsiteY3" fmla="*/ 77257 h 86927"/>
                        <a:gd name="connsiteX4" fmla="*/ 50656 w 68947"/>
                        <a:gd name="connsiteY4" fmla="*/ 85639 h 86927"/>
                        <a:gd name="connsiteX5" fmla="*/ 68944 w 68947"/>
                        <a:gd name="connsiteY5" fmla="*/ 80210 h 86927"/>
                        <a:gd name="connsiteX6" fmla="*/ 62372 w 68947"/>
                        <a:gd name="connsiteY6" fmla="*/ 67065 h 86927"/>
                        <a:gd name="connsiteX7" fmla="*/ 53704 w 68947"/>
                        <a:gd name="connsiteY7" fmla="*/ 51349 h 86927"/>
                        <a:gd name="connsiteX8" fmla="*/ 48847 w 68947"/>
                        <a:gd name="connsiteY8" fmla="*/ 35442 h 86927"/>
                        <a:gd name="connsiteX9" fmla="*/ 34369 w 68947"/>
                        <a:gd name="connsiteY9" fmla="*/ 1438 h 86927"/>
                        <a:gd name="connsiteX10" fmla="*/ 9223 w 68947"/>
                        <a:gd name="connsiteY10" fmla="*/ 15154 h 86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8947" h="86927">
                          <a:moveTo>
                            <a:pt x="9223" y="15154"/>
                          </a:moveTo>
                          <a:cubicBezTo>
                            <a:pt x="5508" y="18678"/>
                            <a:pt x="1698" y="22298"/>
                            <a:pt x="460" y="27727"/>
                          </a:cubicBezTo>
                          <a:cubicBezTo>
                            <a:pt x="-2112" y="38205"/>
                            <a:pt x="6461" y="52587"/>
                            <a:pt x="17319" y="64208"/>
                          </a:cubicBezTo>
                          <a:cubicBezTo>
                            <a:pt x="21986" y="68875"/>
                            <a:pt x="27320" y="73352"/>
                            <a:pt x="32845" y="77257"/>
                          </a:cubicBezTo>
                          <a:cubicBezTo>
                            <a:pt x="38369" y="81162"/>
                            <a:pt x="44656" y="83829"/>
                            <a:pt x="50656" y="85639"/>
                          </a:cubicBezTo>
                          <a:cubicBezTo>
                            <a:pt x="59610" y="88401"/>
                            <a:pt x="69135" y="86782"/>
                            <a:pt x="68944" y="80210"/>
                          </a:cubicBezTo>
                          <a:cubicBezTo>
                            <a:pt x="68754" y="76305"/>
                            <a:pt x="65325" y="71447"/>
                            <a:pt x="62372" y="67065"/>
                          </a:cubicBezTo>
                          <a:cubicBezTo>
                            <a:pt x="58943" y="61827"/>
                            <a:pt x="55895" y="56778"/>
                            <a:pt x="53704" y="51349"/>
                          </a:cubicBezTo>
                          <a:cubicBezTo>
                            <a:pt x="51514" y="45920"/>
                            <a:pt x="49894" y="40586"/>
                            <a:pt x="48847" y="35442"/>
                          </a:cubicBezTo>
                          <a:cubicBezTo>
                            <a:pt x="46751" y="26679"/>
                            <a:pt x="47037" y="7629"/>
                            <a:pt x="34369" y="1438"/>
                          </a:cubicBezTo>
                          <a:cubicBezTo>
                            <a:pt x="23129" y="-4658"/>
                            <a:pt x="14366" y="10296"/>
                            <a:pt x="9223" y="1515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46" name="Forme libre : forme 15945">
                      <a:extLst>
                        <a:ext uri="{FF2B5EF4-FFF2-40B4-BE49-F238E27FC236}">
                          <a16:creationId xmlns:a16="http://schemas.microsoft.com/office/drawing/2014/main" id="{819FF8B4-000F-4150-BCEA-BC9018D5AD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8579" y="3172435"/>
                      <a:ext cx="28032" cy="15211"/>
                    </a:xfrm>
                    <a:custGeom>
                      <a:avLst/>
                      <a:gdLst>
                        <a:gd name="connsiteX0" fmla="*/ 4217 w 28032"/>
                        <a:gd name="connsiteY0" fmla="*/ 247 h 15211"/>
                        <a:gd name="connsiteX1" fmla="*/ 693 w 28032"/>
                        <a:gd name="connsiteY1" fmla="*/ 1771 h 15211"/>
                        <a:gd name="connsiteX2" fmla="*/ 597 w 28032"/>
                        <a:gd name="connsiteY2" fmla="*/ 5676 h 15211"/>
                        <a:gd name="connsiteX3" fmla="*/ 4407 w 28032"/>
                        <a:gd name="connsiteY3" fmla="*/ 8819 h 15211"/>
                        <a:gd name="connsiteX4" fmla="*/ 15552 w 28032"/>
                        <a:gd name="connsiteY4" fmla="*/ 14153 h 15211"/>
                        <a:gd name="connsiteX5" fmla="*/ 20219 w 28032"/>
                        <a:gd name="connsiteY5" fmla="*/ 15201 h 15211"/>
                        <a:gd name="connsiteX6" fmla="*/ 24124 w 28032"/>
                        <a:gd name="connsiteY6" fmla="*/ 4914 h 15211"/>
                        <a:gd name="connsiteX7" fmla="*/ 4217 w 28032"/>
                        <a:gd name="connsiteY7" fmla="*/ 247 h 15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032" h="15211">
                          <a:moveTo>
                            <a:pt x="4217" y="247"/>
                          </a:moveTo>
                          <a:cubicBezTo>
                            <a:pt x="2883" y="437"/>
                            <a:pt x="1454" y="818"/>
                            <a:pt x="693" y="1771"/>
                          </a:cubicBezTo>
                          <a:cubicBezTo>
                            <a:pt x="-165" y="2723"/>
                            <a:pt x="-260" y="4247"/>
                            <a:pt x="597" y="5676"/>
                          </a:cubicBezTo>
                          <a:cubicBezTo>
                            <a:pt x="1454" y="7009"/>
                            <a:pt x="2978" y="7962"/>
                            <a:pt x="4407" y="8819"/>
                          </a:cubicBezTo>
                          <a:cubicBezTo>
                            <a:pt x="8122" y="10915"/>
                            <a:pt x="11837" y="12725"/>
                            <a:pt x="15552" y="14153"/>
                          </a:cubicBezTo>
                          <a:cubicBezTo>
                            <a:pt x="17076" y="14820"/>
                            <a:pt x="18695" y="15106"/>
                            <a:pt x="20219" y="15201"/>
                          </a:cubicBezTo>
                          <a:cubicBezTo>
                            <a:pt x="26505" y="15487"/>
                            <a:pt x="32030" y="9962"/>
                            <a:pt x="24124" y="4914"/>
                          </a:cubicBezTo>
                          <a:cubicBezTo>
                            <a:pt x="18123" y="723"/>
                            <a:pt x="9836" y="-610"/>
                            <a:pt x="4217" y="24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47" name="Forme libre : forme 15946">
                      <a:extLst>
                        <a:ext uri="{FF2B5EF4-FFF2-40B4-BE49-F238E27FC236}">
                          <a16:creationId xmlns:a16="http://schemas.microsoft.com/office/drawing/2014/main" id="{88A32379-EADA-453C-B1A6-4DFCF2C13C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4990" y="3250406"/>
                      <a:ext cx="55244" cy="13811"/>
                    </a:xfrm>
                    <a:custGeom>
                      <a:avLst/>
                      <a:gdLst>
                        <a:gd name="connsiteX0" fmla="*/ 55245 w 55244"/>
                        <a:gd name="connsiteY0" fmla="*/ 0 h 13811"/>
                        <a:gd name="connsiteX1" fmla="*/ 45529 w 55244"/>
                        <a:gd name="connsiteY1" fmla="*/ 9906 h 13811"/>
                        <a:gd name="connsiteX2" fmla="*/ 28575 w 55244"/>
                        <a:gd name="connsiteY2" fmla="*/ 13811 h 13811"/>
                        <a:gd name="connsiteX3" fmla="*/ 0 w 55244"/>
                        <a:gd name="connsiteY3" fmla="*/ 7525 h 13811"/>
                        <a:gd name="connsiteX4" fmla="*/ 20955 w 55244"/>
                        <a:gd name="connsiteY4" fmla="*/ 11430 h 13811"/>
                        <a:gd name="connsiteX5" fmla="*/ 55245 w 55244"/>
                        <a:gd name="connsiteY5" fmla="*/ 0 h 13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244" h="13811">
                          <a:moveTo>
                            <a:pt x="55245" y="0"/>
                          </a:moveTo>
                          <a:cubicBezTo>
                            <a:pt x="55245" y="0"/>
                            <a:pt x="53340" y="5810"/>
                            <a:pt x="45529" y="9906"/>
                          </a:cubicBezTo>
                          <a:cubicBezTo>
                            <a:pt x="41624" y="12002"/>
                            <a:pt x="36195" y="13621"/>
                            <a:pt x="28575" y="13811"/>
                          </a:cubicBezTo>
                          <a:cubicBezTo>
                            <a:pt x="21146" y="13811"/>
                            <a:pt x="11811" y="11906"/>
                            <a:pt x="0" y="7525"/>
                          </a:cubicBezTo>
                          <a:cubicBezTo>
                            <a:pt x="0" y="7525"/>
                            <a:pt x="9430" y="10668"/>
                            <a:pt x="20955" y="11430"/>
                          </a:cubicBezTo>
                          <a:cubicBezTo>
                            <a:pt x="32480" y="12382"/>
                            <a:pt x="46672" y="9335"/>
                            <a:pt x="5524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48" name="Forme libre : forme 15947">
                      <a:extLst>
                        <a:ext uri="{FF2B5EF4-FFF2-40B4-BE49-F238E27FC236}">
                          <a16:creationId xmlns:a16="http://schemas.microsoft.com/office/drawing/2014/main" id="{13D746C3-454C-471A-AD86-E47FE069FD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4793" y="3146393"/>
                      <a:ext cx="54197" cy="14287"/>
                    </a:xfrm>
                    <a:custGeom>
                      <a:avLst/>
                      <a:gdLst>
                        <a:gd name="connsiteX0" fmla="*/ 54197 w 54197"/>
                        <a:gd name="connsiteY0" fmla="*/ 14288 h 14287"/>
                        <a:gd name="connsiteX1" fmla="*/ 49149 w 54197"/>
                        <a:gd name="connsiteY1" fmla="*/ 10668 h 14287"/>
                        <a:gd name="connsiteX2" fmla="*/ 36386 w 54197"/>
                        <a:gd name="connsiteY2" fmla="*/ 3905 h 14287"/>
                        <a:gd name="connsiteX3" fmla="*/ 19050 w 54197"/>
                        <a:gd name="connsiteY3" fmla="*/ 0 h 14287"/>
                        <a:gd name="connsiteX4" fmla="*/ 0 w 54197"/>
                        <a:gd name="connsiteY4" fmla="*/ 5810 h 14287"/>
                        <a:gd name="connsiteX5" fmla="*/ 16097 w 54197"/>
                        <a:gd name="connsiteY5" fmla="*/ 2572 h 14287"/>
                        <a:gd name="connsiteX6" fmla="*/ 33242 w 54197"/>
                        <a:gd name="connsiteY6" fmla="*/ 4667 h 14287"/>
                        <a:gd name="connsiteX7" fmla="*/ 54197 w 54197"/>
                        <a:gd name="connsiteY7" fmla="*/ 14288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197" h="14287">
                          <a:moveTo>
                            <a:pt x="54197" y="14288"/>
                          </a:moveTo>
                          <a:cubicBezTo>
                            <a:pt x="54197" y="14288"/>
                            <a:pt x="52388" y="12764"/>
                            <a:pt x="49149" y="10668"/>
                          </a:cubicBezTo>
                          <a:cubicBezTo>
                            <a:pt x="46006" y="8573"/>
                            <a:pt x="41434" y="6191"/>
                            <a:pt x="36386" y="3905"/>
                          </a:cubicBezTo>
                          <a:cubicBezTo>
                            <a:pt x="31242" y="1715"/>
                            <a:pt x="25337" y="0"/>
                            <a:pt x="19050" y="0"/>
                          </a:cubicBezTo>
                          <a:cubicBezTo>
                            <a:pt x="12763" y="0"/>
                            <a:pt x="6382" y="1334"/>
                            <a:pt x="0" y="5810"/>
                          </a:cubicBezTo>
                          <a:cubicBezTo>
                            <a:pt x="0" y="5810"/>
                            <a:pt x="6287" y="2858"/>
                            <a:pt x="16097" y="2572"/>
                          </a:cubicBezTo>
                          <a:cubicBezTo>
                            <a:pt x="21050" y="2381"/>
                            <a:pt x="26956" y="2858"/>
                            <a:pt x="33242" y="4667"/>
                          </a:cubicBezTo>
                          <a:cubicBezTo>
                            <a:pt x="39719" y="6572"/>
                            <a:pt x="46863" y="9335"/>
                            <a:pt x="54197" y="142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49" name="Forme libre : forme 15948">
                      <a:extLst>
                        <a:ext uri="{FF2B5EF4-FFF2-40B4-BE49-F238E27FC236}">
                          <a16:creationId xmlns:a16="http://schemas.microsoft.com/office/drawing/2014/main" id="{D0F28FFB-BE99-418A-802C-DA2FEFEC21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9244" y="3202931"/>
                      <a:ext cx="19948" cy="19327"/>
                    </a:xfrm>
                    <a:custGeom>
                      <a:avLst/>
                      <a:gdLst>
                        <a:gd name="connsiteX0" fmla="*/ 18796 w 19948"/>
                        <a:gd name="connsiteY0" fmla="*/ 18900 h 19327"/>
                        <a:gd name="connsiteX1" fmla="*/ 5080 w 19948"/>
                        <a:gd name="connsiteY1" fmla="*/ 12233 h 19327"/>
                        <a:gd name="connsiteX2" fmla="*/ 1365 w 19948"/>
                        <a:gd name="connsiteY2" fmla="*/ 326 h 19327"/>
                        <a:gd name="connsiteX3" fmla="*/ 14796 w 19948"/>
                        <a:gd name="connsiteY3" fmla="*/ 6994 h 19327"/>
                        <a:gd name="connsiteX4" fmla="*/ 18796 w 19948"/>
                        <a:gd name="connsiteY4" fmla="*/ 18900 h 19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48" h="19327">
                          <a:moveTo>
                            <a:pt x="18796" y="18900"/>
                          </a:moveTo>
                          <a:cubicBezTo>
                            <a:pt x="16129" y="20520"/>
                            <a:pt x="9938" y="17376"/>
                            <a:pt x="5080" y="12233"/>
                          </a:cubicBezTo>
                          <a:cubicBezTo>
                            <a:pt x="127" y="7089"/>
                            <a:pt x="-1397" y="1755"/>
                            <a:pt x="1365" y="326"/>
                          </a:cubicBezTo>
                          <a:cubicBezTo>
                            <a:pt x="4032" y="-1007"/>
                            <a:pt x="10128" y="1850"/>
                            <a:pt x="14796" y="6994"/>
                          </a:cubicBezTo>
                          <a:cubicBezTo>
                            <a:pt x="19463" y="12137"/>
                            <a:pt x="21368" y="17376"/>
                            <a:pt x="18796" y="1890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50" name="Forme libre : forme 15949">
                      <a:extLst>
                        <a:ext uri="{FF2B5EF4-FFF2-40B4-BE49-F238E27FC236}">
                          <a16:creationId xmlns:a16="http://schemas.microsoft.com/office/drawing/2014/main" id="{0668ACF7-3E7A-4117-A697-7DB30D448A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5690" y="3217961"/>
                      <a:ext cx="6483" cy="5385"/>
                    </a:xfrm>
                    <a:custGeom>
                      <a:avLst/>
                      <a:gdLst>
                        <a:gd name="connsiteX0" fmla="*/ 6256 w 6483"/>
                        <a:gd name="connsiteY0" fmla="*/ 4537 h 5385"/>
                        <a:gd name="connsiteX1" fmla="*/ 1969 w 6483"/>
                        <a:gd name="connsiteY1" fmla="*/ 4727 h 5385"/>
                        <a:gd name="connsiteX2" fmla="*/ 255 w 6483"/>
                        <a:gd name="connsiteY2" fmla="*/ 822 h 5385"/>
                        <a:gd name="connsiteX3" fmla="*/ 4446 w 6483"/>
                        <a:gd name="connsiteY3" fmla="*/ 822 h 5385"/>
                        <a:gd name="connsiteX4" fmla="*/ 6256 w 6483"/>
                        <a:gd name="connsiteY4" fmla="*/ 4537 h 53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83" h="5385">
                          <a:moveTo>
                            <a:pt x="6256" y="4537"/>
                          </a:moveTo>
                          <a:cubicBezTo>
                            <a:pt x="5589" y="5584"/>
                            <a:pt x="3684" y="5680"/>
                            <a:pt x="1969" y="4727"/>
                          </a:cubicBezTo>
                          <a:cubicBezTo>
                            <a:pt x="255" y="3775"/>
                            <a:pt x="-412" y="1870"/>
                            <a:pt x="255" y="822"/>
                          </a:cubicBezTo>
                          <a:cubicBezTo>
                            <a:pt x="922" y="-321"/>
                            <a:pt x="2731" y="-226"/>
                            <a:pt x="4446" y="822"/>
                          </a:cubicBezTo>
                          <a:cubicBezTo>
                            <a:pt x="6065" y="1774"/>
                            <a:pt x="6922" y="3489"/>
                            <a:pt x="6256" y="45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51" name="Forme libre : forme 15950">
                      <a:extLst>
                        <a:ext uri="{FF2B5EF4-FFF2-40B4-BE49-F238E27FC236}">
                          <a16:creationId xmlns:a16="http://schemas.microsoft.com/office/drawing/2014/main" id="{026EEBF6-B42C-4D33-8B05-AF48961F51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3175" y="3183560"/>
                      <a:ext cx="39203" cy="59316"/>
                    </a:xfrm>
                    <a:custGeom>
                      <a:avLst/>
                      <a:gdLst>
                        <a:gd name="connsiteX0" fmla="*/ 38964 w 39203"/>
                        <a:gd name="connsiteY0" fmla="*/ 35509 h 59316"/>
                        <a:gd name="connsiteX1" fmla="*/ 34773 w 39203"/>
                        <a:gd name="connsiteY1" fmla="*/ 55607 h 59316"/>
                        <a:gd name="connsiteX2" fmla="*/ 27534 w 39203"/>
                        <a:gd name="connsiteY2" fmla="*/ 58940 h 59316"/>
                        <a:gd name="connsiteX3" fmla="*/ 22296 w 39203"/>
                        <a:gd name="connsiteY3" fmla="*/ 52082 h 59316"/>
                        <a:gd name="connsiteX4" fmla="*/ 18009 w 39203"/>
                        <a:gd name="connsiteY4" fmla="*/ 28365 h 59316"/>
                        <a:gd name="connsiteX5" fmla="*/ 12866 w 39203"/>
                        <a:gd name="connsiteY5" fmla="*/ 22364 h 59316"/>
                        <a:gd name="connsiteX6" fmla="*/ 5532 w 39203"/>
                        <a:gd name="connsiteY6" fmla="*/ 13220 h 59316"/>
                        <a:gd name="connsiteX7" fmla="*/ 2007 w 39203"/>
                        <a:gd name="connsiteY7" fmla="*/ 171 h 59316"/>
                        <a:gd name="connsiteX8" fmla="*/ 18200 w 39203"/>
                        <a:gd name="connsiteY8" fmla="*/ 6743 h 59316"/>
                        <a:gd name="connsiteX9" fmla="*/ 31821 w 39203"/>
                        <a:gd name="connsiteY9" fmla="*/ 18840 h 59316"/>
                        <a:gd name="connsiteX10" fmla="*/ 38964 w 39203"/>
                        <a:gd name="connsiteY10" fmla="*/ 35509 h 593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9203" h="59316">
                          <a:moveTo>
                            <a:pt x="38964" y="35509"/>
                          </a:moveTo>
                          <a:cubicBezTo>
                            <a:pt x="39917" y="42843"/>
                            <a:pt x="37917" y="49510"/>
                            <a:pt x="34773" y="55607"/>
                          </a:cubicBezTo>
                          <a:cubicBezTo>
                            <a:pt x="33630" y="57797"/>
                            <a:pt x="31249" y="60274"/>
                            <a:pt x="27534" y="58940"/>
                          </a:cubicBezTo>
                          <a:cubicBezTo>
                            <a:pt x="24105" y="57702"/>
                            <a:pt x="22676" y="54654"/>
                            <a:pt x="22296" y="52082"/>
                          </a:cubicBezTo>
                          <a:cubicBezTo>
                            <a:pt x="21152" y="44081"/>
                            <a:pt x="22581" y="36271"/>
                            <a:pt x="18009" y="28365"/>
                          </a:cubicBezTo>
                          <a:cubicBezTo>
                            <a:pt x="17343" y="27127"/>
                            <a:pt x="15247" y="25031"/>
                            <a:pt x="12866" y="22364"/>
                          </a:cubicBezTo>
                          <a:cubicBezTo>
                            <a:pt x="10580" y="19602"/>
                            <a:pt x="7818" y="16364"/>
                            <a:pt x="5532" y="13220"/>
                          </a:cubicBezTo>
                          <a:cubicBezTo>
                            <a:pt x="769" y="7029"/>
                            <a:pt x="-2184" y="1123"/>
                            <a:pt x="2007" y="171"/>
                          </a:cubicBezTo>
                          <a:cubicBezTo>
                            <a:pt x="6198" y="-782"/>
                            <a:pt x="12485" y="2362"/>
                            <a:pt x="18200" y="6743"/>
                          </a:cubicBezTo>
                          <a:cubicBezTo>
                            <a:pt x="23820" y="11315"/>
                            <a:pt x="29630" y="15697"/>
                            <a:pt x="31821" y="18840"/>
                          </a:cubicBezTo>
                          <a:cubicBezTo>
                            <a:pt x="35821" y="24174"/>
                            <a:pt x="38202" y="30080"/>
                            <a:pt x="38964" y="3550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71" name="Graphique 1">
                    <a:extLst>
                      <a:ext uri="{FF2B5EF4-FFF2-40B4-BE49-F238E27FC236}">
                        <a16:creationId xmlns:a16="http://schemas.microsoft.com/office/drawing/2014/main" id="{A5F03CF0-E14C-4DEB-B9F7-C0385861C29D}"/>
                      </a:ext>
                    </a:extLst>
                  </p:cNvPr>
                  <p:cNvGrpSpPr/>
                  <p:nvPr/>
                </p:nvGrpSpPr>
                <p:grpSpPr>
                  <a:xfrm>
                    <a:off x="3371788" y="3216938"/>
                    <a:ext cx="156546" cy="90237"/>
                    <a:chOff x="3371788" y="3216938"/>
                    <a:chExt cx="156546" cy="90237"/>
                  </a:xfrm>
                  <a:solidFill>
                    <a:schemeClr val="accent1"/>
                  </a:solidFill>
                </p:grpSpPr>
                <p:sp>
                  <p:nvSpPr>
                    <p:cNvPr id="15928" name="Forme libre : forme 15927">
                      <a:extLst>
                        <a:ext uri="{FF2B5EF4-FFF2-40B4-BE49-F238E27FC236}">
                          <a16:creationId xmlns:a16="http://schemas.microsoft.com/office/drawing/2014/main" id="{6A5A0A42-3CDD-4510-90B0-153CE44D99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1788" y="3216938"/>
                      <a:ext cx="156546" cy="90142"/>
                    </a:xfrm>
                    <a:custGeom>
                      <a:avLst/>
                      <a:gdLst>
                        <a:gd name="connsiteX0" fmla="*/ 105507 w 156546"/>
                        <a:gd name="connsiteY0" fmla="*/ 90142 h 90142"/>
                        <a:gd name="connsiteX1" fmla="*/ 73598 w 156546"/>
                        <a:gd name="connsiteY1" fmla="*/ 88047 h 90142"/>
                        <a:gd name="connsiteX2" fmla="*/ 41975 w 156546"/>
                        <a:gd name="connsiteY2" fmla="*/ 82808 h 90142"/>
                        <a:gd name="connsiteX3" fmla="*/ 22068 w 156546"/>
                        <a:gd name="connsiteY3" fmla="*/ 75188 h 90142"/>
                        <a:gd name="connsiteX4" fmla="*/ 7876 w 156546"/>
                        <a:gd name="connsiteY4" fmla="*/ 63663 h 90142"/>
                        <a:gd name="connsiteX5" fmla="*/ 1399 w 156546"/>
                        <a:gd name="connsiteY5" fmla="*/ 38516 h 90142"/>
                        <a:gd name="connsiteX6" fmla="*/ 10352 w 156546"/>
                        <a:gd name="connsiteY6" fmla="*/ 17276 h 90142"/>
                        <a:gd name="connsiteX7" fmla="*/ 30164 w 156546"/>
                        <a:gd name="connsiteY7" fmla="*/ 1845 h 90142"/>
                        <a:gd name="connsiteX8" fmla="*/ 44547 w 156546"/>
                        <a:gd name="connsiteY8" fmla="*/ 35 h 90142"/>
                        <a:gd name="connsiteX9" fmla="*/ 60359 w 156546"/>
                        <a:gd name="connsiteY9" fmla="*/ 1940 h 90142"/>
                        <a:gd name="connsiteX10" fmla="*/ 83790 w 156546"/>
                        <a:gd name="connsiteY10" fmla="*/ 6322 h 90142"/>
                        <a:gd name="connsiteX11" fmla="*/ 107698 w 156546"/>
                        <a:gd name="connsiteY11" fmla="*/ 8322 h 90142"/>
                        <a:gd name="connsiteX12" fmla="*/ 122747 w 156546"/>
                        <a:gd name="connsiteY12" fmla="*/ 10608 h 90142"/>
                        <a:gd name="connsiteX13" fmla="*/ 135892 w 156546"/>
                        <a:gd name="connsiteY13" fmla="*/ 15752 h 90142"/>
                        <a:gd name="connsiteX14" fmla="*/ 146084 w 156546"/>
                        <a:gd name="connsiteY14" fmla="*/ 23467 h 90142"/>
                        <a:gd name="connsiteX15" fmla="*/ 151703 w 156546"/>
                        <a:gd name="connsiteY15" fmla="*/ 34040 h 90142"/>
                        <a:gd name="connsiteX16" fmla="*/ 156180 w 156546"/>
                        <a:gd name="connsiteY16" fmla="*/ 55852 h 90142"/>
                        <a:gd name="connsiteX17" fmla="*/ 154370 w 156546"/>
                        <a:gd name="connsiteY17" fmla="*/ 67758 h 90142"/>
                        <a:gd name="connsiteX18" fmla="*/ 144464 w 156546"/>
                        <a:gd name="connsiteY18" fmla="*/ 78998 h 90142"/>
                        <a:gd name="connsiteX19" fmla="*/ 127415 w 156546"/>
                        <a:gd name="connsiteY19" fmla="*/ 87189 h 90142"/>
                        <a:gd name="connsiteX20" fmla="*/ 105507 w 156546"/>
                        <a:gd name="connsiteY20" fmla="*/ 90142 h 90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6546" h="90142">
                          <a:moveTo>
                            <a:pt x="105507" y="90142"/>
                          </a:moveTo>
                          <a:cubicBezTo>
                            <a:pt x="94744" y="89856"/>
                            <a:pt x="84266" y="88808"/>
                            <a:pt x="73598" y="88047"/>
                          </a:cubicBezTo>
                          <a:cubicBezTo>
                            <a:pt x="63026" y="86427"/>
                            <a:pt x="52453" y="84903"/>
                            <a:pt x="41975" y="82808"/>
                          </a:cubicBezTo>
                          <a:cubicBezTo>
                            <a:pt x="34641" y="80998"/>
                            <a:pt x="27878" y="78331"/>
                            <a:pt x="22068" y="75188"/>
                          </a:cubicBezTo>
                          <a:cubicBezTo>
                            <a:pt x="16163" y="72330"/>
                            <a:pt x="11495" y="67758"/>
                            <a:pt x="7876" y="63663"/>
                          </a:cubicBezTo>
                          <a:cubicBezTo>
                            <a:pt x="637" y="55185"/>
                            <a:pt x="-1840" y="46327"/>
                            <a:pt x="1399" y="38516"/>
                          </a:cubicBezTo>
                          <a:lnTo>
                            <a:pt x="10352" y="17276"/>
                          </a:lnTo>
                          <a:cubicBezTo>
                            <a:pt x="13591" y="9656"/>
                            <a:pt x="21211" y="4322"/>
                            <a:pt x="30164" y="1845"/>
                          </a:cubicBezTo>
                          <a:cubicBezTo>
                            <a:pt x="34736" y="416"/>
                            <a:pt x="39403" y="416"/>
                            <a:pt x="44547" y="35"/>
                          </a:cubicBezTo>
                          <a:cubicBezTo>
                            <a:pt x="49691" y="-155"/>
                            <a:pt x="55025" y="416"/>
                            <a:pt x="60359" y="1940"/>
                          </a:cubicBezTo>
                          <a:cubicBezTo>
                            <a:pt x="68074" y="3560"/>
                            <a:pt x="75980" y="4893"/>
                            <a:pt x="83790" y="6322"/>
                          </a:cubicBezTo>
                          <a:cubicBezTo>
                            <a:pt x="91791" y="6893"/>
                            <a:pt x="99887" y="7941"/>
                            <a:pt x="107698" y="8322"/>
                          </a:cubicBezTo>
                          <a:cubicBezTo>
                            <a:pt x="113032" y="8227"/>
                            <a:pt x="118080" y="9275"/>
                            <a:pt x="122747" y="10608"/>
                          </a:cubicBezTo>
                          <a:cubicBezTo>
                            <a:pt x="127415" y="11656"/>
                            <a:pt x="131891" y="13466"/>
                            <a:pt x="135892" y="15752"/>
                          </a:cubicBezTo>
                          <a:cubicBezTo>
                            <a:pt x="139892" y="18038"/>
                            <a:pt x="143321" y="20419"/>
                            <a:pt x="146084" y="23467"/>
                          </a:cubicBezTo>
                          <a:cubicBezTo>
                            <a:pt x="148846" y="26515"/>
                            <a:pt x="150846" y="30039"/>
                            <a:pt x="151703" y="34040"/>
                          </a:cubicBezTo>
                          <a:lnTo>
                            <a:pt x="156180" y="55852"/>
                          </a:lnTo>
                          <a:cubicBezTo>
                            <a:pt x="157037" y="59757"/>
                            <a:pt x="156370" y="63853"/>
                            <a:pt x="154370" y="67758"/>
                          </a:cubicBezTo>
                          <a:cubicBezTo>
                            <a:pt x="152370" y="71664"/>
                            <a:pt x="149036" y="75759"/>
                            <a:pt x="144464" y="78998"/>
                          </a:cubicBezTo>
                          <a:cubicBezTo>
                            <a:pt x="139892" y="82141"/>
                            <a:pt x="134082" y="84998"/>
                            <a:pt x="127415" y="87189"/>
                          </a:cubicBezTo>
                          <a:cubicBezTo>
                            <a:pt x="120747" y="89189"/>
                            <a:pt x="113318" y="89951"/>
                            <a:pt x="105507" y="9014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29" name="Forme libre : forme 15928">
                      <a:extLst>
                        <a:ext uri="{FF2B5EF4-FFF2-40B4-BE49-F238E27FC236}">
                          <a16:creationId xmlns:a16="http://schemas.microsoft.com/office/drawing/2014/main" id="{F5B9792F-A69A-4C8C-815D-32D7B9A2E9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1825" y="3246310"/>
                      <a:ext cx="156468" cy="60864"/>
                    </a:xfrm>
                    <a:custGeom>
                      <a:avLst/>
                      <a:gdLst>
                        <a:gd name="connsiteX0" fmla="*/ 58227 w 156468"/>
                        <a:gd name="connsiteY0" fmla="*/ 28765 h 60864"/>
                        <a:gd name="connsiteX1" fmla="*/ 49369 w 156468"/>
                        <a:gd name="connsiteY1" fmla="*/ 28194 h 60864"/>
                        <a:gd name="connsiteX2" fmla="*/ 40891 w 156468"/>
                        <a:gd name="connsiteY2" fmla="*/ 26194 h 60864"/>
                        <a:gd name="connsiteX3" fmla="*/ 25270 w 156468"/>
                        <a:gd name="connsiteY3" fmla="*/ 20193 h 60864"/>
                        <a:gd name="connsiteX4" fmla="*/ 5268 w 156468"/>
                        <a:gd name="connsiteY4" fmla="*/ 0 h 60864"/>
                        <a:gd name="connsiteX5" fmla="*/ 1458 w 156468"/>
                        <a:gd name="connsiteY5" fmla="*/ 9239 h 60864"/>
                        <a:gd name="connsiteX6" fmla="*/ 7935 w 156468"/>
                        <a:gd name="connsiteY6" fmla="*/ 34385 h 60864"/>
                        <a:gd name="connsiteX7" fmla="*/ 22127 w 156468"/>
                        <a:gd name="connsiteY7" fmla="*/ 45911 h 60864"/>
                        <a:gd name="connsiteX8" fmla="*/ 42034 w 156468"/>
                        <a:gd name="connsiteY8" fmla="*/ 53530 h 60864"/>
                        <a:gd name="connsiteX9" fmla="*/ 73657 w 156468"/>
                        <a:gd name="connsiteY9" fmla="*/ 58769 h 60864"/>
                        <a:gd name="connsiteX10" fmla="*/ 105566 w 156468"/>
                        <a:gd name="connsiteY10" fmla="*/ 60865 h 60864"/>
                        <a:gd name="connsiteX11" fmla="*/ 127378 w 156468"/>
                        <a:gd name="connsiteY11" fmla="*/ 58007 h 60864"/>
                        <a:gd name="connsiteX12" fmla="*/ 144428 w 156468"/>
                        <a:gd name="connsiteY12" fmla="*/ 49816 h 60864"/>
                        <a:gd name="connsiteX13" fmla="*/ 154334 w 156468"/>
                        <a:gd name="connsiteY13" fmla="*/ 38576 h 60864"/>
                        <a:gd name="connsiteX14" fmla="*/ 156144 w 156468"/>
                        <a:gd name="connsiteY14" fmla="*/ 26670 h 60864"/>
                        <a:gd name="connsiteX15" fmla="*/ 155953 w 156468"/>
                        <a:gd name="connsiteY15" fmla="*/ 26003 h 60864"/>
                        <a:gd name="connsiteX16" fmla="*/ 143761 w 156468"/>
                        <a:gd name="connsiteY16" fmla="*/ 28765 h 60864"/>
                        <a:gd name="connsiteX17" fmla="*/ 131379 w 156468"/>
                        <a:gd name="connsiteY17" fmla="*/ 30099 h 60864"/>
                        <a:gd name="connsiteX18" fmla="*/ 106900 w 156468"/>
                        <a:gd name="connsiteY18" fmla="*/ 30861 h 60864"/>
                        <a:gd name="connsiteX19" fmla="*/ 82802 w 156468"/>
                        <a:gd name="connsiteY19" fmla="*/ 29813 h 60864"/>
                        <a:gd name="connsiteX20" fmla="*/ 58227 w 156468"/>
                        <a:gd name="connsiteY20" fmla="*/ 28765 h 60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6468" h="60864">
                          <a:moveTo>
                            <a:pt x="58227" y="28765"/>
                          </a:moveTo>
                          <a:cubicBezTo>
                            <a:pt x="55274" y="28670"/>
                            <a:pt x="52321" y="28575"/>
                            <a:pt x="49369" y="28194"/>
                          </a:cubicBezTo>
                          <a:cubicBezTo>
                            <a:pt x="46511" y="27622"/>
                            <a:pt x="43654" y="26956"/>
                            <a:pt x="40891" y="26194"/>
                          </a:cubicBezTo>
                          <a:cubicBezTo>
                            <a:pt x="35367" y="24574"/>
                            <a:pt x="30033" y="22574"/>
                            <a:pt x="25270" y="20193"/>
                          </a:cubicBezTo>
                          <a:cubicBezTo>
                            <a:pt x="15936" y="14573"/>
                            <a:pt x="8792" y="7620"/>
                            <a:pt x="5268" y="0"/>
                          </a:cubicBezTo>
                          <a:lnTo>
                            <a:pt x="1458" y="9239"/>
                          </a:lnTo>
                          <a:cubicBezTo>
                            <a:pt x="-1876" y="17050"/>
                            <a:pt x="601" y="25908"/>
                            <a:pt x="7935" y="34385"/>
                          </a:cubicBezTo>
                          <a:cubicBezTo>
                            <a:pt x="11554" y="38481"/>
                            <a:pt x="16222" y="42958"/>
                            <a:pt x="22127" y="45911"/>
                          </a:cubicBezTo>
                          <a:cubicBezTo>
                            <a:pt x="27937" y="49054"/>
                            <a:pt x="34795" y="51625"/>
                            <a:pt x="42034" y="53530"/>
                          </a:cubicBezTo>
                          <a:cubicBezTo>
                            <a:pt x="52512" y="55626"/>
                            <a:pt x="63180" y="57245"/>
                            <a:pt x="73657" y="58769"/>
                          </a:cubicBezTo>
                          <a:cubicBezTo>
                            <a:pt x="84325" y="59531"/>
                            <a:pt x="94708" y="60484"/>
                            <a:pt x="105566" y="60865"/>
                          </a:cubicBezTo>
                          <a:cubicBezTo>
                            <a:pt x="113377" y="60770"/>
                            <a:pt x="120806" y="59912"/>
                            <a:pt x="127378" y="58007"/>
                          </a:cubicBezTo>
                          <a:cubicBezTo>
                            <a:pt x="134046" y="55816"/>
                            <a:pt x="139761" y="53054"/>
                            <a:pt x="144428" y="49816"/>
                          </a:cubicBezTo>
                          <a:cubicBezTo>
                            <a:pt x="149000" y="46577"/>
                            <a:pt x="152334" y="42481"/>
                            <a:pt x="154334" y="38576"/>
                          </a:cubicBezTo>
                          <a:cubicBezTo>
                            <a:pt x="156334" y="34576"/>
                            <a:pt x="156906" y="30575"/>
                            <a:pt x="156144" y="26670"/>
                          </a:cubicBezTo>
                          <a:lnTo>
                            <a:pt x="155953" y="26003"/>
                          </a:lnTo>
                          <a:cubicBezTo>
                            <a:pt x="151858" y="26956"/>
                            <a:pt x="147762" y="27813"/>
                            <a:pt x="143761" y="28765"/>
                          </a:cubicBezTo>
                          <a:cubicBezTo>
                            <a:pt x="139666" y="29242"/>
                            <a:pt x="135475" y="29718"/>
                            <a:pt x="131379" y="30099"/>
                          </a:cubicBezTo>
                          <a:cubicBezTo>
                            <a:pt x="123187" y="31242"/>
                            <a:pt x="114996" y="30671"/>
                            <a:pt x="106900" y="30861"/>
                          </a:cubicBezTo>
                          <a:cubicBezTo>
                            <a:pt x="98803" y="30766"/>
                            <a:pt x="90898" y="29908"/>
                            <a:pt x="82802" y="29813"/>
                          </a:cubicBezTo>
                          <a:cubicBezTo>
                            <a:pt x="74610" y="29908"/>
                            <a:pt x="66609" y="28575"/>
                            <a:pt x="58227" y="28765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30" name="Forme libre : forme 15929">
                      <a:extLst>
                        <a:ext uri="{FF2B5EF4-FFF2-40B4-BE49-F238E27FC236}">
                          <a16:creationId xmlns:a16="http://schemas.microsoft.com/office/drawing/2014/main" id="{EA7BB06E-FB70-4BC5-B5CC-B796D09C9F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883" y="3251214"/>
                      <a:ext cx="69040" cy="31430"/>
                    </a:xfrm>
                    <a:custGeom>
                      <a:avLst/>
                      <a:gdLst>
                        <a:gd name="connsiteX0" fmla="*/ 69034 w 69040"/>
                        <a:gd name="connsiteY0" fmla="*/ 16718 h 31430"/>
                        <a:gd name="connsiteX1" fmla="*/ 58937 w 69040"/>
                        <a:gd name="connsiteY1" fmla="*/ 27767 h 31430"/>
                        <a:gd name="connsiteX2" fmla="*/ 47222 w 69040"/>
                        <a:gd name="connsiteY2" fmla="*/ 31005 h 31430"/>
                        <a:gd name="connsiteX3" fmla="*/ 33029 w 69040"/>
                        <a:gd name="connsiteY3" fmla="*/ 31196 h 31430"/>
                        <a:gd name="connsiteX4" fmla="*/ 19123 w 69040"/>
                        <a:gd name="connsiteY4" fmla="*/ 28624 h 31430"/>
                        <a:gd name="connsiteX5" fmla="*/ 8264 w 69040"/>
                        <a:gd name="connsiteY5" fmla="*/ 23385 h 31430"/>
                        <a:gd name="connsiteX6" fmla="*/ 168 w 69040"/>
                        <a:gd name="connsiteY6" fmla="*/ 10812 h 31430"/>
                        <a:gd name="connsiteX7" fmla="*/ 12075 w 69040"/>
                        <a:gd name="connsiteY7" fmla="*/ 1668 h 31430"/>
                        <a:gd name="connsiteX8" fmla="*/ 22933 w 69040"/>
                        <a:gd name="connsiteY8" fmla="*/ 144 h 31430"/>
                        <a:gd name="connsiteX9" fmla="*/ 35792 w 69040"/>
                        <a:gd name="connsiteY9" fmla="*/ 239 h 31430"/>
                        <a:gd name="connsiteX10" fmla="*/ 48460 w 69040"/>
                        <a:gd name="connsiteY10" fmla="*/ 2526 h 31430"/>
                        <a:gd name="connsiteX11" fmla="*/ 58842 w 69040"/>
                        <a:gd name="connsiteY11" fmla="*/ 5954 h 31430"/>
                        <a:gd name="connsiteX12" fmla="*/ 69034 w 69040"/>
                        <a:gd name="connsiteY12" fmla="*/ 16718 h 31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9040" h="31430">
                          <a:moveTo>
                            <a:pt x="69034" y="16718"/>
                          </a:moveTo>
                          <a:cubicBezTo>
                            <a:pt x="69225" y="21004"/>
                            <a:pt x="65510" y="24814"/>
                            <a:pt x="58937" y="27767"/>
                          </a:cubicBezTo>
                          <a:cubicBezTo>
                            <a:pt x="55699" y="29100"/>
                            <a:pt x="51603" y="30624"/>
                            <a:pt x="47222" y="31005"/>
                          </a:cubicBezTo>
                          <a:cubicBezTo>
                            <a:pt x="42840" y="31482"/>
                            <a:pt x="38078" y="31577"/>
                            <a:pt x="33029" y="31196"/>
                          </a:cubicBezTo>
                          <a:cubicBezTo>
                            <a:pt x="27981" y="30720"/>
                            <a:pt x="23219" y="30243"/>
                            <a:pt x="19123" y="28624"/>
                          </a:cubicBezTo>
                          <a:cubicBezTo>
                            <a:pt x="14932" y="27100"/>
                            <a:pt x="11217" y="25386"/>
                            <a:pt x="8264" y="23385"/>
                          </a:cubicBezTo>
                          <a:cubicBezTo>
                            <a:pt x="2359" y="19480"/>
                            <a:pt x="-784" y="15003"/>
                            <a:pt x="168" y="10812"/>
                          </a:cubicBezTo>
                          <a:cubicBezTo>
                            <a:pt x="1121" y="6621"/>
                            <a:pt x="5693" y="3383"/>
                            <a:pt x="12075" y="1668"/>
                          </a:cubicBezTo>
                          <a:cubicBezTo>
                            <a:pt x="15313" y="811"/>
                            <a:pt x="18932" y="239"/>
                            <a:pt x="22933" y="144"/>
                          </a:cubicBezTo>
                          <a:cubicBezTo>
                            <a:pt x="26934" y="144"/>
                            <a:pt x="31315" y="-237"/>
                            <a:pt x="35792" y="239"/>
                          </a:cubicBezTo>
                          <a:cubicBezTo>
                            <a:pt x="40268" y="620"/>
                            <a:pt x="44555" y="1383"/>
                            <a:pt x="48460" y="2526"/>
                          </a:cubicBezTo>
                          <a:cubicBezTo>
                            <a:pt x="52365" y="3764"/>
                            <a:pt x="55794" y="4526"/>
                            <a:pt x="58842" y="5954"/>
                          </a:cubicBezTo>
                          <a:cubicBezTo>
                            <a:pt x="64843" y="8621"/>
                            <a:pt x="68843" y="12432"/>
                            <a:pt x="69034" y="1671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31" name="Forme libre : forme 15930">
                      <a:extLst>
                        <a:ext uri="{FF2B5EF4-FFF2-40B4-BE49-F238E27FC236}">
                          <a16:creationId xmlns:a16="http://schemas.microsoft.com/office/drawing/2014/main" id="{2BFFEB0E-E4AB-4832-A97D-55EBCC8B63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883" y="3251739"/>
                      <a:ext cx="49412" cy="30839"/>
                    </a:xfrm>
                    <a:custGeom>
                      <a:avLst/>
                      <a:gdLst>
                        <a:gd name="connsiteX0" fmla="*/ 17218 w 49412"/>
                        <a:gd name="connsiteY0" fmla="*/ 0 h 30839"/>
                        <a:gd name="connsiteX1" fmla="*/ 168 w 49412"/>
                        <a:gd name="connsiteY1" fmla="*/ 10192 h 30839"/>
                        <a:gd name="connsiteX2" fmla="*/ 8264 w 49412"/>
                        <a:gd name="connsiteY2" fmla="*/ 22765 h 30839"/>
                        <a:gd name="connsiteX3" fmla="*/ 19123 w 49412"/>
                        <a:gd name="connsiteY3" fmla="*/ 28003 h 30839"/>
                        <a:gd name="connsiteX4" fmla="*/ 33029 w 49412"/>
                        <a:gd name="connsiteY4" fmla="*/ 30575 h 30839"/>
                        <a:gd name="connsiteX5" fmla="*/ 49412 w 49412"/>
                        <a:gd name="connsiteY5" fmla="*/ 30194 h 30839"/>
                        <a:gd name="connsiteX6" fmla="*/ 40554 w 49412"/>
                        <a:gd name="connsiteY6" fmla="*/ 28480 h 30839"/>
                        <a:gd name="connsiteX7" fmla="*/ 21790 w 49412"/>
                        <a:gd name="connsiteY7" fmla="*/ 16192 h 30839"/>
                        <a:gd name="connsiteX8" fmla="*/ 17218 w 49412"/>
                        <a:gd name="connsiteY8" fmla="*/ 0 h 30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412" h="30839">
                          <a:moveTo>
                            <a:pt x="17218" y="0"/>
                          </a:moveTo>
                          <a:cubicBezTo>
                            <a:pt x="8169" y="1238"/>
                            <a:pt x="1311" y="4953"/>
                            <a:pt x="168" y="10192"/>
                          </a:cubicBezTo>
                          <a:cubicBezTo>
                            <a:pt x="-784" y="14383"/>
                            <a:pt x="2359" y="18955"/>
                            <a:pt x="8264" y="22765"/>
                          </a:cubicBezTo>
                          <a:cubicBezTo>
                            <a:pt x="11217" y="24670"/>
                            <a:pt x="14932" y="26479"/>
                            <a:pt x="19123" y="28003"/>
                          </a:cubicBezTo>
                          <a:cubicBezTo>
                            <a:pt x="23314" y="29623"/>
                            <a:pt x="28076" y="30099"/>
                            <a:pt x="33029" y="30575"/>
                          </a:cubicBezTo>
                          <a:cubicBezTo>
                            <a:pt x="38935" y="31051"/>
                            <a:pt x="44460" y="30861"/>
                            <a:pt x="49412" y="30194"/>
                          </a:cubicBezTo>
                          <a:cubicBezTo>
                            <a:pt x="46364" y="29908"/>
                            <a:pt x="43412" y="29337"/>
                            <a:pt x="40554" y="28480"/>
                          </a:cubicBezTo>
                          <a:cubicBezTo>
                            <a:pt x="32744" y="25432"/>
                            <a:pt x="26076" y="21336"/>
                            <a:pt x="21790" y="16192"/>
                          </a:cubicBezTo>
                          <a:cubicBezTo>
                            <a:pt x="17599" y="10763"/>
                            <a:pt x="15885" y="5048"/>
                            <a:pt x="17218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32" name="Forme libre : forme 15931">
                      <a:extLst>
                        <a:ext uri="{FF2B5EF4-FFF2-40B4-BE49-F238E27FC236}">
                          <a16:creationId xmlns:a16="http://schemas.microsoft.com/office/drawing/2014/main" id="{F1D9EF42-0645-405F-B083-850CAA7F1C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8579" y="3254743"/>
                      <a:ext cx="70163" cy="31409"/>
                    </a:xfrm>
                    <a:custGeom>
                      <a:avLst/>
                      <a:gdLst>
                        <a:gd name="connsiteX0" fmla="*/ 70148 w 70163"/>
                        <a:gd name="connsiteY0" fmla="*/ 16237 h 31409"/>
                        <a:gd name="connsiteX1" fmla="*/ 60051 w 70163"/>
                        <a:gd name="connsiteY1" fmla="*/ 27476 h 31409"/>
                        <a:gd name="connsiteX2" fmla="*/ 48145 w 70163"/>
                        <a:gd name="connsiteY2" fmla="*/ 30906 h 31409"/>
                        <a:gd name="connsiteX3" fmla="*/ 33762 w 70163"/>
                        <a:gd name="connsiteY3" fmla="*/ 31191 h 31409"/>
                        <a:gd name="connsiteX4" fmla="*/ 19570 w 70163"/>
                        <a:gd name="connsiteY4" fmla="*/ 28905 h 31409"/>
                        <a:gd name="connsiteX5" fmla="*/ 8521 w 70163"/>
                        <a:gd name="connsiteY5" fmla="*/ 23762 h 31409"/>
                        <a:gd name="connsiteX6" fmla="*/ 139 w 70163"/>
                        <a:gd name="connsiteY6" fmla="*/ 11093 h 31409"/>
                        <a:gd name="connsiteX7" fmla="*/ 12045 w 70163"/>
                        <a:gd name="connsiteY7" fmla="*/ 1950 h 31409"/>
                        <a:gd name="connsiteX8" fmla="*/ 22999 w 70163"/>
                        <a:gd name="connsiteY8" fmla="*/ 426 h 31409"/>
                        <a:gd name="connsiteX9" fmla="*/ 36048 w 70163"/>
                        <a:gd name="connsiteY9" fmla="*/ 235 h 31409"/>
                        <a:gd name="connsiteX10" fmla="*/ 48907 w 70163"/>
                        <a:gd name="connsiteY10" fmla="*/ 2426 h 31409"/>
                        <a:gd name="connsiteX11" fmla="*/ 59480 w 70163"/>
                        <a:gd name="connsiteY11" fmla="*/ 5664 h 31409"/>
                        <a:gd name="connsiteX12" fmla="*/ 70148 w 70163"/>
                        <a:gd name="connsiteY12" fmla="*/ 16237 h 314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163" h="31409">
                          <a:moveTo>
                            <a:pt x="70148" y="16237"/>
                          </a:moveTo>
                          <a:cubicBezTo>
                            <a:pt x="70433" y="20523"/>
                            <a:pt x="66719" y="24714"/>
                            <a:pt x="60051" y="27476"/>
                          </a:cubicBezTo>
                          <a:cubicBezTo>
                            <a:pt x="56717" y="28905"/>
                            <a:pt x="52717" y="30143"/>
                            <a:pt x="48145" y="30906"/>
                          </a:cubicBezTo>
                          <a:cubicBezTo>
                            <a:pt x="43668" y="31572"/>
                            <a:pt x="38906" y="31477"/>
                            <a:pt x="33762" y="31191"/>
                          </a:cubicBezTo>
                          <a:cubicBezTo>
                            <a:pt x="28714" y="30810"/>
                            <a:pt x="23856" y="30048"/>
                            <a:pt x="19570" y="28905"/>
                          </a:cubicBezTo>
                          <a:cubicBezTo>
                            <a:pt x="15284" y="27572"/>
                            <a:pt x="11569" y="25667"/>
                            <a:pt x="8521" y="23762"/>
                          </a:cubicBezTo>
                          <a:cubicBezTo>
                            <a:pt x="2425" y="19857"/>
                            <a:pt x="-718" y="15380"/>
                            <a:pt x="139" y="11093"/>
                          </a:cubicBezTo>
                          <a:cubicBezTo>
                            <a:pt x="996" y="6902"/>
                            <a:pt x="5568" y="3664"/>
                            <a:pt x="12045" y="1950"/>
                          </a:cubicBezTo>
                          <a:cubicBezTo>
                            <a:pt x="15284" y="1092"/>
                            <a:pt x="18998" y="616"/>
                            <a:pt x="22999" y="426"/>
                          </a:cubicBezTo>
                          <a:cubicBezTo>
                            <a:pt x="27095" y="-51"/>
                            <a:pt x="31476" y="-146"/>
                            <a:pt x="36048" y="235"/>
                          </a:cubicBezTo>
                          <a:cubicBezTo>
                            <a:pt x="40620" y="616"/>
                            <a:pt x="44906" y="1473"/>
                            <a:pt x="48907" y="2426"/>
                          </a:cubicBezTo>
                          <a:cubicBezTo>
                            <a:pt x="52812" y="3188"/>
                            <a:pt x="56432" y="4235"/>
                            <a:pt x="59480" y="5664"/>
                          </a:cubicBezTo>
                          <a:cubicBezTo>
                            <a:pt x="65671" y="8617"/>
                            <a:pt x="69767" y="12141"/>
                            <a:pt x="70148" y="1623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33" name="Forme libre : forme 15932">
                      <a:extLst>
                        <a:ext uri="{FF2B5EF4-FFF2-40B4-BE49-F238E27FC236}">
                          <a16:creationId xmlns:a16="http://schemas.microsoft.com/office/drawing/2014/main" id="{DC3A4B05-52DF-4D43-88BE-D83A4E20A8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4443" y="3233636"/>
                      <a:ext cx="87982" cy="65436"/>
                    </a:xfrm>
                    <a:custGeom>
                      <a:avLst/>
                      <a:gdLst>
                        <a:gd name="connsiteX0" fmla="*/ 2653 w 87982"/>
                        <a:gd name="connsiteY0" fmla="*/ 22676 h 65436"/>
                        <a:gd name="connsiteX1" fmla="*/ 462 w 87982"/>
                        <a:gd name="connsiteY1" fmla="*/ 37440 h 65436"/>
                        <a:gd name="connsiteX2" fmla="*/ 12178 w 87982"/>
                        <a:gd name="connsiteY2" fmla="*/ 51346 h 65436"/>
                        <a:gd name="connsiteX3" fmla="*/ 22179 w 87982"/>
                        <a:gd name="connsiteY3" fmla="*/ 57251 h 65436"/>
                        <a:gd name="connsiteX4" fmla="*/ 33609 w 87982"/>
                        <a:gd name="connsiteY4" fmla="*/ 61347 h 65436"/>
                        <a:gd name="connsiteX5" fmla="*/ 53992 w 87982"/>
                        <a:gd name="connsiteY5" fmla="*/ 65348 h 65436"/>
                        <a:gd name="connsiteX6" fmla="*/ 73804 w 87982"/>
                        <a:gd name="connsiteY6" fmla="*/ 63824 h 65436"/>
                        <a:gd name="connsiteX7" fmla="*/ 87044 w 87982"/>
                        <a:gd name="connsiteY7" fmla="*/ 50393 h 65436"/>
                        <a:gd name="connsiteX8" fmla="*/ 74566 w 87982"/>
                        <a:gd name="connsiteY8" fmla="*/ 42678 h 65436"/>
                        <a:gd name="connsiteX9" fmla="*/ 47039 w 87982"/>
                        <a:gd name="connsiteY9" fmla="*/ 22485 h 65436"/>
                        <a:gd name="connsiteX10" fmla="*/ 35609 w 87982"/>
                        <a:gd name="connsiteY10" fmla="*/ 8960 h 65436"/>
                        <a:gd name="connsiteX11" fmla="*/ 18845 w 87982"/>
                        <a:gd name="connsiteY11" fmla="*/ 6 h 65436"/>
                        <a:gd name="connsiteX12" fmla="*/ 7034 w 87982"/>
                        <a:gd name="connsiteY12" fmla="*/ 8865 h 65436"/>
                        <a:gd name="connsiteX13" fmla="*/ 2653 w 87982"/>
                        <a:gd name="connsiteY13" fmla="*/ 22676 h 65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7982" h="65436">
                          <a:moveTo>
                            <a:pt x="2653" y="22676"/>
                          </a:moveTo>
                          <a:cubicBezTo>
                            <a:pt x="938" y="27248"/>
                            <a:pt x="-872" y="32010"/>
                            <a:pt x="462" y="37440"/>
                          </a:cubicBezTo>
                          <a:cubicBezTo>
                            <a:pt x="1795" y="42392"/>
                            <a:pt x="6177" y="47060"/>
                            <a:pt x="12178" y="51346"/>
                          </a:cubicBezTo>
                          <a:cubicBezTo>
                            <a:pt x="15130" y="53442"/>
                            <a:pt x="18559" y="55442"/>
                            <a:pt x="22179" y="57251"/>
                          </a:cubicBezTo>
                          <a:cubicBezTo>
                            <a:pt x="25798" y="58966"/>
                            <a:pt x="29704" y="60204"/>
                            <a:pt x="33609" y="61347"/>
                          </a:cubicBezTo>
                          <a:cubicBezTo>
                            <a:pt x="40181" y="63157"/>
                            <a:pt x="47039" y="65062"/>
                            <a:pt x="53992" y="65348"/>
                          </a:cubicBezTo>
                          <a:cubicBezTo>
                            <a:pt x="60850" y="65634"/>
                            <a:pt x="67708" y="65252"/>
                            <a:pt x="73804" y="63824"/>
                          </a:cubicBezTo>
                          <a:cubicBezTo>
                            <a:pt x="82853" y="62014"/>
                            <a:pt x="90759" y="55442"/>
                            <a:pt x="87044" y="50393"/>
                          </a:cubicBezTo>
                          <a:cubicBezTo>
                            <a:pt x="84758" y="47250"/>
                            <a:pt x="79329" y="45155"/>
                            <a:pt x="74566" y="42678"/>
                          </a:cubicBezTo>
                          <a:cubicBezTo>
                            <a:pt x="63327" y="37154"/>
                            <a:pt x="53897" y="30772"/>
                            <a:pt x="47039" y="22485"/>
                          </a:cubicBezTo>
                          <a:cubicBezTo>
                            <a:pt x="44086" y="19151"/>
                            <a:pt x="40276" y="13436"/>
                            <a:pt x="35609" y="8960"/>
                          </a:cubicBezTo>
                          <a:cubicBezTo>
                            <a:pt x="30942" y="4102"/>
                            <a:pt x="25703" y="-184"/>
                            <a:pt x="18845" y="6"/>
                          </a:cubicBezTo>
                          <a:cubicBezTo>
                            <a:pt x="12559" y="197"/>
                            <a:pt x="9225" y="4007"/>
                            <a:pt x="7034" y="8865"/>
                          </a:cubicBezTo>
                          <a:cubicBezTo>
                            <a:pt x="4748" y="13627"/>
                            <a:pt x="3891" y="19437"/>
                            <a:pt x="2653" y="2267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34" name="Forme libre : forme 15933">
                      <a:extLst>
                        <a:ext uri="{FF2B5EF4-FFF2-40B4-BE49-F238E27FC236}">
                          <a16:creationId xmlns:a16="http://schemas.microsoft.com/office/drawing/2014/main" id="{A639C806-D9CB-496F-9B66-694649276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4645" y="3238757"/>
                      <a:ext cx="28053" cy="12620"/>
                    </a:xfrm>
                    <a:custGeom>
                      <a:avLst/>
                      <a:gdLst>
                        <a:gd name="connsiteX0" fmla="*/ 2453 w 28053"/>
                        <a:gd name="connsiteY0" fmla="*/ 4886 h 12620"/>
                        <a:gd name="connsiteX1" fmla="*/ 71 w 28053"/>
                        <a:gd name="connsiteY1" fmla="*/ 7743 h 12620"/>
                        <a:gd name="connsiteX2" fmla="*/ 1786 w 28053"/>
                        <a:gd name="connsiteY2" fmla="*/ 11268 h 12620"/>
                        <a:gd name="connsiteX3" fmla="*/ 6548 w 28053"/>
                        <a:gd name="connsiteY3" fmla="*/ 12411 h 12620"/>
                        <a:gd name="connsiteX4" fmla="*/ 18740 w 28053"/>
                        <a:gd name="connsiteY4" fmla="*/ 11744 h 12620"/>
                        <a:gd name="connsiteX5" fmla="*/ 23312 w 28053"/>
                        <a:gd name="connsiteY5" fmla="*/ 10506 h 12620"/>
                        <a:gd name="connsiteX6" fmla="*/ 21788 w 28053"/>
                        <a:gd name="connsiteY6" fmla="*/ 28 h 12620"/>
                        <a:gd name="connsiteX7" fmla="*/ 2453 w 28053"/>
                        <a:gd name="connsiteY7" fmla="*/ 4886 h 12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053" h="12620">
                          <a:moveTo>
                            <a:pt x="2453" y="4886"/>
                          </a:moveTo>
                          <a:cubicBezTo>
                            <a:pt x="1405" y="5648"/>
                            <a:pt x="357" y="6600"/>
                            <a:pt x="71" y="7743"/>
                          </a:cubicBezTo>
                          <a:cubicBezTo>
                            <a:pt x="-214" y="8886"/>
                            <a:pt x="357" y="10315"/>
                            <a:pt x="1786" y="11268"/>
                          </a:cubicBezTo>
                          <a:cubicBezTo>
                            <a:pt x="3119" y="12125"/>
                            <a:pt x="4929" y="12316"/>
                            <a:pt x="6548" y="12411"/>
                          </a:cubicBezTo>
                          <a:cubicBezTo>
                            <a:pt x="10644" y="12887"/>
                            <a:pt x="14835" y="12506"/>
                            <a:pt x="18740" y="11744"/>
                          </a:cubicBezTo>
                          <a:cubicBezTo>
                            <a:pt x="20359" y="11458"/>
                            <a:pt x="21979" y="11173"/>
                            <a:pt x="23312" y="10506"/>
                          </a:cubicBezTo>
                          <a:cubicBezTo>
                            <a:pt x="28837" y="7934"/>
                            <a:pt x="30932" y="600"/>
                            <a:pt x="21788" y="28"/>
                          </a:cubicBezTo>
                          <a:cubicBezTo>
                            <a:pt x="14454" y="-258"/>
                            <a:pt x="6929" y="1648"/>
                            <a:pt x="2453" y="488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35" name="Forme libre : forme 15934">
                      <a:extLst>
                        <a:ext uri="{FF2B5EF4-FFF2-40B4-BE49-F238E27FC236}">
                          <a16:creationId xmlns:a16="http://schemas.microsoft.com/office/drawing/2014/main" id="{0B3565D9-56BA-4B40-8B2C-A77DE67698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8534" y="3270599"/>
                      <a:ext cx="44305" cy="34766"/>
                    </a:xfrm>
                    <a:custGeom>
                      <a:avLst/>
                      <a:gdLst>
                        <a:gd name="connsiteX0" fmla="*/ 44005 w 44305"/>
                        <a:gd name="connsiteY0" fmla="*/ 0 h 34766"/>
                        <a:gd name="connsiteX1" fmla="*/ 41338 w 44305"/>
                        <a:gd name="connsiteY1" fmla="*/ 13430 h 34766"/>
                        <a:gd name="connsiteX2" fmla="*/ 28861 w 44305"/>
                        <a:gd name="connsiteY2" fmla="*/ 25337 h 34766"/>
                        <a:gd name="connsiteX3" fmla="*/ 16859 w 44305"/>
                        <a:gd name="connsiteY3" fmla="*/ 30956 h 34766"/>
                        <a:gd name="connsiteX4" fmla="*/ 0 w 44305"/>
                        <a:gd name="connsiteY4" fmla="*/ 34766 h 34766"/>
                        <a:gd name="connsiteX5" fmla="*/ 6382 w 44305"/>
                        <a:gd name="connsiteY5" fmla="*/ 33147 h 34766"/>
                        <a:gd name="connsiteX6" fmla="*/ 20764 w 44305"/>
                        <a:gd name="connsiteY6" fmla="*/ 27622 h 34766"/>
                        <a:gd name="connsiteX7" fmla="*/ 35719 w 44305"/>
                        <a:gd name="connsiteY7" fmla="*/ 16478 h 34766"/>
                        <a:gd name="connsiteX8" fmla="*/ 44005 w 44305"/>
                        <a:gd name="connsiteY8" fmla="*/ 0 h 34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305" h="34766">
                          <a:moveTo>
                            <a:pt x="44005" y="0"/>
                          </a:moveTo>
                          <a:cubicBezTo>
                            <a:pt x="44005" y="0"/>
                            <a:pt x="45625" y="5620"/>
                            <a:pt x="41338" y="13430"/>
                          </a:cubicBezTo>
                          <a:cubicBezTo>
                            <a:pt x="39148" y="17431"/>
                            <a:pt x="35338" y="21336"/>
                            <a:pt x="28861" y="25337"/>
                          </a:cubicBezTo>
                          <a:cubicBezTo>
                            <a:pt x="25622" y="27242"/>
                            <a:pt x="21622" y="29432"/>
                            <a:pt x="16859" y="30956"/>
                          </a:cubicBezTo>
                          <a:cubicBezTo>
                            <a:pt x="12097" y="32385"/>
                            <a:pt x="6572" y="33719"/>
                            <a:pt x="0" y="34766"/>
                          </a:cubicBezTo>
                          <a:cubicBezTo>
                            <a:pt x="0" y="34766"/>
                            <a:pt x="2477" y="34290"/>
                            <a:pt x="6382" y="33147"/>
                          </a:cubicBezTo>
                          <a:cubicBezTo>
                            <a:pt x="10287" y="32004"/>
                            <a:pt x="15430" y="30480"/>
                            <a:pt x="20764" y="27622"/>
                          </a:cubicBezTo>
                          <a:cubicBezTo>
                            <a:pt x="26099" y="24670"/>
                            <a:pt x="31433" y="20955"/>
                            <a:pt x="35719" y="16478"/>
                          </a:cubicBezTo>
                          <a:cubicBezTo>
                            <a:pt x="40005" y="12002"/>
                            <a:pt x="43053" y="6096"/>
                            <a:pt x="4400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36" name="Forme libre : forme 15935">
                      <a:extLst>
                        <a:ext uri="{FF2B5EF4-FFF2-40B4-BE49-F238E27FC236}">
                          <a16:creationId xmlns:a16="http://schemas.microsoft.com/office/drawing/2014/main" id="{9AA5D1E7-D5DD-43E9-AAEA-F9A4E042B5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3569" y="3220460"/>
                      <a:ext cx="50387" cy="17087"/>
                    </a:xfrm>
                    <a:custGeom>
                      <a:avLst/>
                      <a:gdLst>
                        <a:gd name="connsiteX0" fmla="*/ 50387 w 50387"/>
                        <a:gd name="connsiteY0" fmla="*/ 1371 h 17087"/>
                        <a:gd name="connsiteX1" fmla="*/ 44577 w 50387"/>
                        <a:gd name="connsiteY1" fmla="*/ 418 h 17087"/>
                        <a:gd name="connsiteX2" fmla="*/ 30861 w 50387"/>
                        <a:gd name="connsiteY2" fmla="*/ 323 h 17087"/>
                        <a:gd name="connsiteX3" fmla="*/ 14478 w 50387"/>
                        <a:gd name="connsiteY3" fmla="*/ 4133 h 17087"/>
                        <a:gd name="connsiteX4" fmla="*/ 0 w 50387"/>
                        <a:gd name="connsiteY4" fmla="*/ 17087 h 17087"/>
                        <a:gd name="connsiteX5" fmla="*/ 13049 w 50387"/>
                        <a:gd name="connsiteY5" fmla="*/ 7562 h 17087"/>
                        <a:gd name="connsiteX6" fmla="*/ 28670 w 50387"/>
                        <a:gd name="connsiteY6" fmla="*/ 2419 h 17087"/>
                        <a:gd name="connsiteX7" fmla="*/ 50387 w 50387"/>
                        <a:gd name="connsiteY7" fmla="*/ 1371 h 17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0387" h="17087">
                          <a:moveTo>
                            <a:pt x="50387" y="1371"/>
                          </a:moveTo>
                          <a:cubicBezTo>
                            <a:pt x="50387" y="1371"/>
                            <a:pt x="48101" y="895"/>
                            <a:pt x="44577" y="418"/>
                          </a:cubicBezTo>
                          <a:cubicBezTo>
                            <a:pt x="41053" y="37"/>
                            <a:pt x="36195" y="-248"/>
                            <a:pt x="30861" y="323"/>
                          </a:cubicBezTo>
                          <a:cubicBezTo>
                            <a:pt x="25527" y="1085"/>
                            <a:pt x="19907" y="1466"/>
                            <a:pt x="14478" y="4133"/>
                          </a:cubicBezTo>
                          <a:cubicBezTo>
                            <a:pt x="9049" y="6610"/>
                            <a:pt x="3810" y="10610"/>
                            <a:pt x="0" y="17087"/>
                          </a:cubicBezTo>
                          <a:cubicBezTo>
                            <a:pt x="0" y="17087"/>
                            <a:pt x="4477" y="11849"/>
                            <a:pt x="13049" y="7562"/>
                          </a:cubicBezTo>
                          <a:cubicBezTo>
                            <a:pt x="17336" y="5372"/>
                            <a:pt x="22479" y="3657"/>
                            <a:pt x="28670" y="2419"/>
                          </a:cubicBezTo>
                          <a:cubicBezTo>
                            <a:pt x="34957" y="895"/>
                            <a:pt x="42101" y="418"/>
                            <a:pt x="50387" y="13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37" name="Forme libre : forme 15936">
                      <a:extLst>
                        <a:ext uri="{FF2B5EF4-FFF2-40B4-BE49-F238E27FC236}">
                          <a16:creationId xmlns:a16="http://schemas.microsoft.com/office/drawing/2014/main" id="{39DA1501-0BE5-4BCC-B168-8FF892EC13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5278" y="3254761"/>
                      <a:ext cx="25054" cy="11614"/>
                    </a:xfrm>
                    <a:custGeom>
                      <a:avLst/>
                      <a:gdLst>
                        <a:gd name="connsiteX0" fmla="*/ 24780 w 25054"/>
                        <a:gd name="connsiteY0" fmla="*/ 9171 h 11614"/>
                        <a:gd name="connsiteX1" fmla="*/ 9540 w 25054"/>
                        <a:gd name="connsiteY1" fmla="*/ 10314 h 11614"/>
                        <a:gd name="connsiteX2" fmla="*/ 396 w 25054"/>
                        <a:gd name="connsiteY2" fmla="*/ 2122 h 11614"/>
                        <a:gd name="connsiteX3" fmla="*/ 15255 w 25054"/>
                        <a:gd name="connsiteY3" fmla="*/ 1360 h 11614"/>
                        <a:gd name="connsiteX4" fmla="*/ 24780 w 25054"/>
                        <a:gd name="connsiteY4" fmla="*/ 9171 h 11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054" h="11614">
                          <a:moveTo>
                            <a:pt x="24780" y="9171"/>
                          </a:moveTo>
                          <a:cubicBezTo>
                            <a:pt x="23351" y="11933"/>
                            <a:pt x="16398" y="12409"/>
                            <a:pt x="9540" y="10314"/>
                          </a:cubicBezTo>
                          <a:cubicBezTo>
                            <a:pt x="2682" y="8218"/>
                            <a:pt x="-1318" y="4599"/>
                            <a:pt x="396" y="2122"/>
                          </a:cubicBezTo>
                          <a:cubicBezTo>
                            <a:pt x="2110" y="-354"/>
                            <a:pt x="8683" y="-735"/>
                            <a:pt x="15255" y="1360"/>
                          </a:cubicBezTo>
                          <a:cubicBezTo>
                            <a:pt x="21923" y="3551"/>
                            <a:pt x="26209" y="6504"/>
                            <a:pt x="24780" y="917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38" name="Forme libre : forme 15937">
                      <a:extLst>
                        <a:ext uri="{FF2B5EF4-FFF2-40B4-BE49-F238E27FC236}">
                          <a16:creationId xmlns:a16="http://schemas.microsoft.com/office/drawing/2014/main" id="{2273B494-0EC6-436E-821D-949BDF19B0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6720" y="3260407"/>
                      <a:ext cx="6957" cy="4482"/>
                    </a:xfrm>
                    <a:custGeom>
                      <a:avLst/>
                      <a:gdLst>
                        <a:gd name="connsiteX0" fmla="*/ 6957 w 6957"/>
                        <a:gd name="connsiteY0" fmla="*/ 2191 h 4482"/>
                        <a:gd name="connsiteX1" fmla="*/ 3433 w 6957"/>
                        <a:gd name="connsiteY1" fmla="*/ 4477 h 4482"/>
                        <a:gd name="connsiteX2" fmla="*/ 4 w 6957"/>
                        <a:gd name="connsiteY2" fmla="*/ 2286 h 4482"/>
                        <a:gd name="connsiteX3" fmla="*/ 3528 w 6957"/>
                        <a:gd name="connsiteY3" fmla="*/ 0 h 4482"/>
                        <a:gd name="connsiteX4" fmla="*/ 6957 w 6957"/>
                        <a:gd name="connsiteY4" fmla="*/ 2191 h 4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57" h="4482">
                          <a:moveTo>
                            <a:pt x="6957" y="2191"/>
                          </a:moveTo>
                          <a:cubicBezTo>
                            <a:pt x="6957" y="3429"/>
                            <a:pt x="5338" y="4382"/>
                            <a:pt x="3433" y="4477"/>
                          </a:cubicBezTo>
                          <a:cubicBezTo>
                            <a:pt x="1528" y="4572"/>
                            <a:pt x="-91" y="3524"/>
                            <a:pt x="4" y="2286"/>
                          </a:cubicBezTo>
                          <a:cubicBezTo>
                            <a:pt x="99" y="1048"/>
                            <a:pt x="1623" y="95"/>
                            <a:pt x="3528" y="0"/>
                          </a:cubicBezTo>
                          <a:cubicBezTo>
                            <a:pt x="5433" y="0"/>
                            <a:pt x="6957" y="953"/>
                            <a:pt x="6957" y="21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39" name="Forme libre : forme 15938">
                      <a:extLst>
                        <a:ext uri="{FF2B5EF4-FFF2-40B4-BE49-F238E27FC236}">
                          <a16:creationId xmlns:a16="http://schemas.microsoft.com/office/drawing/2014/main" id="{9450DE13-CBAB-44B6-9606-70DC2035B4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7438" y="3230745"/>
                      <a:ext cx="57157" cy="38876"/>
                    </a:xfrm>
                    <a:custGeom>
                      <a:avLst/>
                      <a:gdLst>
                        <a:gd name="connsiteX0" fmla="*/ 49670 w 57157"/>
                        <a:gd name="connsiteY0" fmla="*/ 13755 h 38876"/>
                        <a:gd name="connsiteX1" fmla="*/ 57100 w 57157"/>
                        <a:gd name="connsiteY1" fmla="*/ 32329 h 38876"/>
                        <a:gd name="connsiteX2" fmla="*/ 52814 w 57157"/>
                        <a:gd name="connsiteY2" fmla="*/ 38710 h 38876"/>
                        <a:gd name="connsiteX3" fmla="*/ 44622 w 57157"/>
                        <a:gd name="connsiteY3" fmla="*/ 35662 h 38876"/>
                        <a:gd name="connsiteX4" fmla="*/ 28620 w 57157"/>
                        <a:gd name="connsiteY4" fmla="*/ 18518 h 38876"/>
                        <a:gd name="connsiteX5" fmla="*/ 21286 w 57157"/>
                        <a:gd name="connsiteY5" fmla="*/ 16041 h 38876"/>
                        <a:gd name="connsiteX6" fmla="*/ 10427 w 57157"/>
                        <a:gd name="connsiteY6" fmla="*/ 11945 h 38876"/>
                        <a:gd name="connsiteX7" fmla="*/ 902 w 57157"/>
                        <a:gd name="connsiteY7" fmla="*/ 2611 h 38876"/>
                        <a:gd name="connsiteX8" fmla="*/ 18047 w 57157"/>
                        <a:gd name="connsiteY8" fmla="*/ 515 h 38876"/>
                        <a:gd name="connsiteX9" fmla="*/ 35192 w 57157"/>
                        <a:gd name="connsiteY9" fmla="*/ 3849 h 38876"/>
                        <a:gd name="connsiteX10" fmla="*/ 49670 w 57157"/>
                        <a:gd name="connsiteY10" fmla="*/ 13755 h 38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157" h="38876">
                          <a:moveTo>
                            <a:pt x="49670" y="13755"/>
                          </a:moveTo>
                          <a:cubicBezTo>
                            <a:pt x="54338" y="19375"/>
                            <a:pt x="56338" y="25757"/>
                            <a:pt x="57100" y="32329"/>
                          </a:cubicBezTo>
                          <a:cubicBezTo>
                            <a:pt x="57386" y="34805"/>
                            <a:pt x="56719" y="37949"/>
                            <a:pt x="52814" y="38710"/>
                          </a:cubicBezTo>
                          <a:cubicBezTo>
                            <a:pt x="49289" y="39472"/>
                            <a:pt x="46336" y="37472"/>
                            <a:pt x="44622" y="35662"/>
                          </a:cubicBezTo>
                          <a:cubicBezTo>
                            <a:pt x="39383" y="30043"/>
                            <a:pt x="36526" y="22994"/>
                            <a:pt x="28620" y="18518"/>
                          </a:cubicBezTo>
                          <a:cubicBezTo>
                            <a:pt x="27382" y="17851"/>
                            <a:pt x="24619" y="16993"/>
                            <a:pt x="21286" y="16041"/>
                          </a:cubicBezTo>
                          <a:cubicBezTo>
                            <a:pt x="17952" y="15088"/>
                            <a:pt x="13952" y="13374"/>
                            <a:pt x="10427" y="11945"/>
                          </a:cubicBezTo>
                          <a:cubicBezTo>
                            <a:pt x="3284" y="8897"/>
                            <a:pt x="-2241" y="5468"/>
                            <a:pt x="902" y="2611"/>
                          </a:cubicBezTo>
                          <a:cubicBezTo>
                            <a:pt x="4045" y="-247"/>
                            <a:pt x="10999" y="-437"/>
                            <a:pt x="18047" y="515"/>
                          </a:cubicBezTo>
                          <a:cubicBezTo>
                            <a:pt x="25001" y="1182"/>
                            <a:pt x="31763" y="2420"/>
                            <a:pt x="35192" y="3849"/>
                          </a:cubicBezTo>
                          <a:cubicBezTo>
                            <a:pt x="41193" y="5944"/>
                            <a:pt x="46146" y="9469"/>
                            <a:pt x="49670" y="1375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72" name="Graphique 1">
                    <a:extLst>
                      <a:ext uri="{FF2B5EF4-FFF2-40B4-BE49-F238E27FC236}">
                        <a16:creationId xmlns:a16="http://schemas.microsoft.com/office/drawing/2014/main" id="{C4314746-0B35-43B0-B680-236D03B71727}"/>
                      </a:ext>
                    </a:extLst>
                  </p:cNvPr>
                  <p:cNvGrpSpPr/>
                  <p:nvPr/>
                </p:nvGrpSpPr>
                <p:grpSpPr>
                  <a:xfrm>
                    <a:off x="3522993" y="3173240"/>
                    <a:ext cx="143947" cy="117105"/>
                    <a:chOff x="3522993" y="3173240"/>
                    <a:chExt cx="143947" cy="117105"/>
                  </a:xfrm>
                  <a:solidFill>
                    <a:schemeClr val="accent1"/>
                  </a:solidFill>
                </p:grpSpPr>
                <p:sp>
                  <p:nvSpPr>
                    <p:cNvPr id="15916" name="Forme libre : forme 15915">
                      <a:extLst>
                        <a:ext uri="{FF2B5EF4-FFF2-40B4-BE49-F238E27FC236}">
                          <a16:creationId xmlns:a16="http://schemas.microsoft.com/office/drawing/2014/main" id="{6B0671A1-E250-4CB5-9527-0BAA9E9E3E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2993" y="3173240"/>
                      <a:ext cx="143703" cy="117105"/>
                    </a:xfrm>
                    <a:custGeom>
                      <a:avLst/>
                      <a:gdLst>
                        <a:gd name="connsiteX0" fmla="*/ 119180 w 143703"/>
                        <a:gd name="connsiteY0" fmla="*/ 76118 h 117105"/>
                        <a:gd name="connsiteX1" fmla="*/ 106512 w 143703"/>
                        <a:gd name="connsiteY1" fmla="*/ 85548 h 117105"/>
                        <a:gd name="connsiteX2" fmla="*/ 93177 w 143703"/>
                        <a:gd name="connsiteY2" fmla="*/ 94406 h 117105"/>
                        <a:gd name="connsiteX3" fmla="*/ 64506 w 143703"/>
                        <a:gd name="connsiteY3" fmla="*/ 110027 h 117105"/>
                        <a:gd name="connsiteX4" fmla="*/ 43552 w 143703"/>
                        <a:gd name="connsiteY4" fmla="*/ 116409 h 117105"/>
                        <a:gd name="connsiteX5" fmla="*/ 24787 w 143703"/>
                        <a:gd name="connsiteY5" fmla="*/ 115933 h 117105"/>
                        <a:gd name="connsiteX6" fmla="*/ 4880 w 143703"/>
                        <a:gd name="connsiteY6" fmla="*/ 99645 h 117105"/>
                        <a:gd name="connsiteX7" fmla="*/ 403 w 143703"/>
                        <a:gd name="connsiteY7" fmla="*/ 77833 h 117105"/>
                        <a:gd name="connsiteX8" fmla="*/ 7642 w 143703"/>
                        <a:gd name="connsiteY8" fmla="*/ 54878 h 117105"/>
                        <a:gd name="connsiteX9" fmla="*/ 17739 w 143703"/>
                        <a:gd name="connsiteY9" fmla="*/ 45257 h 117105"/>
                        <a:gd name="connsiteX10" fmla="*/ 30883 w 143703"/>
                        <a:gd name="connsiteY10" fmla="*/ 37542 h 117105"/>
                        <a:gd name="connsiteX11" fmla="*/ 51553 w 143703"/>
                        <a:gd name="connsiteY11" fmla="*/ 26874 h 117105"/>
                        <a:gd name="connsiteX12" fmla="*/ 61649 w 143703"/>
                        <a:gd name="connsiteY12" fmla="*/ 20492 h 117105"/>
                        <a:gd name="connsiteX13" fmla="*/ 71555 w 143703"/>
                        <a:gd name="connsiteY13" fmla="*/ 13444 h 117105"/>
                        <a:gd name="connsiteX14" fmla="*/ 85938 w 143703"/>
                        <a:gd name="connsiteY14" fmla="*/ 5062 h 117105"/>
                        <a:gd name="connsiteX15" fmla="*/ 100416 w 143703"/>
                        <a:gd name="connsiteY15" fmla="*/ 585 h 117105"/>
                        <a:gd name="connsiteX16" fmla="*/ 123847 w 143703"/>
                        <a:gd name="connsiteY16" fmla="*/ 6014 h 117105"/>
                        <a:gd name="connsiteX17" fmla="*/ 138706 w 143703"/>
                        <a:gd name="connsiteY17" fmla="*/ 21445 h 117105"/>
                        <a:gd name="connsiteX18" fmla="*/ 141754 w 143703"/>
                        <a:gd name="connsiteY18" fmla="*/ 46019 h 117105"/>
                        <a:gd name="connsiteX19" fmla="*/ 133563 w 143703"/>
                        <a:gd name="connsiteY19" fmla="*/ 61545 h 117105"/>
                        <a:gd name="connsiteX20" fmla="*/ 119180 w 143703"/>
                        <a:gd name="connsiteY20" fmla="*/ 76118 h 117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703" h="117105">
                          <a:moveTo>
                            <a:pt x="119180" y="76118"/>
                          </a:moveTo>
                          <a:cubicBezTo>
                            <a:pt x="114989" y="79261"/>
                            <a:pt x="110798" y="82500"/>
                            <a:pt x="106512" y="85548"/>
                          </a:cubicBezTo>
                          <a:lnTo>
                            <a:pt x="93177" y="94406"/>
                          </a:lnTo>
                          <a:cubicBezTo>
                            <a:pt x="83938" y="99931"/>
                            <a:pt x="74603" y="105455"/>
                            <a:pt x="64506" y="110027"/>
                          </a:cubicBezTo>
                          <a:cubicBezTo>
                            <a:pt x="57648" y="113552"/>
                            <a:pt x="50314" y="115361"/>
                            <a:pt x="43552" y="116409"/>
                          </a:cubicBezTo>
                          <a:cubicBezTo>
                            <a:pt x="36884" y="117647"/>
                            <a:pt x="30312" y="117076"/>
                            <a:pt x="24787" y="115933"/>
                          </a:cubicBezTo>
                          <a:cubicBezTo>
                            <a:pt x="13738" y="113837"/>
                            <a:pt x="6499" y="107455"/>
                            <a:pt x="4880" y="99645"/>
                          </a:cubicBezTo>
                          <a:lnTo>
                            <a:pt x="403" y="77833"/>
                          </a:lnTo>
                          <a:cubicBezTo>
                            <a:pt x="-1216" y="69927"/>
                            <a:pt x="2213" y="62117"/>
                            <a:pt x="7642" y="54878"/>
                          </a:cubicBezTo>
                          <a:cubicBezTo>
                            <a:pt x="10404" y="51353"/>
                            <a:pt x="13929" y="48401"/>
                            <a:pt x="17739" y="45257"/>
                          </a:cubicBezTo>
                          <a:cubicBezTo>
                            <a:pt x="21644" y="42304"/>
                            <a:pt x="26121" y="39923"/>
                            <a:pt x="30883" y="37542"/>
                          </a:cubicBezTo>
                          <a:cubicBezTo>
                            <a:pt x="37932" y="34589"/>
                            <a:pt x="44695" y="30684"/>
                            <a:pt x="51553" y="26874"/>
                          </a:cubicBezTo>
                          <a:lnTo>
                            <a:pt x="61649" y="20492"/>
                          </a:lnTo>
                          <a:lnTo>
                            <a:pt x="71555" y="13444"/>
                          </a:lnTo>
                          <a:cubicBezTo>
                            <a:pt x="76222" y="10205"/>
                            <a:pt x="80985" y="7062"/>
                            <a:pt x="85938" y="5062"/>
                          </a:cubicBezTo>
                          <a:cubicBezTo>
                            <a:pt x="90796" y="2966"/>
                            <a:pt x="95748" y="1252"/>
                            <a:pt x="100416" y="585"/>
                          </a:cubicBezTo>
                          <a:cubicBezTo>
                            <a:pt x="109846" y="-939"/>
                            <a:pt x="118418" y="395"/>
                            <a:pt x="123847" y="6014"/>
                          </a:cubicBezTo>
                          <a:lnTo>
                            <a:pt x="138706" y="21445"/>
                          </a:lnTo>
                          <a:cubicBezTo>
                            <a:pt x="144040" y="26969"/>
                            <a:pt x="145183" y="36018"/>
                            <a:pt x="141754" y="46019"/>
                          </a:cubicBezTo>
                          <a:cubicBezTo>
                            <a:pt x="140040" y="50972"/>
                            <a:pt x="137373" y="56402"/>
                            <a:pt x="133563" y="61545"/>
                          </a:cubicBezTo>
                          <a:cubicBezTo>
                            <a:pt x="129753" y="66498"/>
                            <a:pt x="125181" y="71737"/>
                            <a:pt x="119180" y="7611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17" name="Forme libre : forme 15916">
                      <a:extLst>
                        <a:ext uri="{FF2B5EF4-FFF2-40B4-BE49-F238E27FC236}">
                          <a16:creationId xmlns:a16="http://schemas.microsoft.com/office/drawing/2014/main" id="{B4E2F803-49D4-4F28-B334-F75C967A82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6064" y="3194113"/>
                      <a:ext cx="140877" cy="96191"/>
                    </a:xfrm>
                    <a:custGeom>
                      <a:avLst/>
                      <a:gdLst>
                        <a:gd name="connsiteX0" fmla="*/ 59912 w 140877"/>
                        <a:gd name="connsiteY0" fmla="*/ 60770 h 96191"/>
                        <a:gd name="connsiteX1" fmla="*/ 44482 w 140877"/>
                        <a:gd name="connsiteY1" fmla="*/ 69437 h 96191"/>
                        <a:gd name="connsiteX2" fmla="*/ 28099 w 140877"/>
                        <a:gd name="connsiteY2" fmla="*/ 73819 h 96191"/>
                        <a:gd name="connsiteX3" fmla="*/ 0 w 140877"/>
                        <a:gd name="connsiteY3" fmla="*/ 69342 h 96191"/>
                        <a:gd name="connsiteX4" fmla="*/ 2000 w 140877"/>
                        <a:gd name="connsiteY4" fmla="*/ 78772 h 96191"/>
                        <a:gd name="connsiteX5" fmla="*/ 21907 w 140877"/>
                        <a:gd name="connsiteY5" fmla="*/ 95060 h 96191"/>
                        <a:gd name="connsiteX6" fmla="*/ 40672 w 140877"/>
                        <a:gd name="connsiteY6" fmla="*/ 95536 h 96191"/>
                        <a:gd name="connsiteX7" fmla="*/ 61626 w 140877"/>
                        <a:gd name="connsiteY7" fmla="*/ 89154 h 96191"/>
                        <a:gd name="connsiteX8" fmla="*/ 90297 w 140877"/>
                        <a:gd name="connsiteY8" fmla="*/ 73533 h 96191"/>
                        <a:gd name="connsiteX9" fmla="*/ 103632 w 140877"/>
                        <a:gd name="connsiteY9" fmla="*/ 64675 h 96191"/>
                        <a:gd name="connsiteX10" fmla="*/ 116300 w 140877"/>
                        <a:gd name="connsiteY10" fmla="*/ 55245 h 96191"/>
                        <a:gd name="connsiteX11" fmla="*/ 130778 w 140877"/>
                        <a:gd name="connsiteY11" fmla="*/ 40577 h 96191"/>
                        <a:gd name="connsiteX12" fmla="*/ 138970 w 140877"/>
                        <a:gd name="connsiteY12" fmla="*/ 25051 h 96191"/>
                        <a:gd name="connsiteX13" fmla="*/ 135922 w 140877"/>
                        <a:gd name="connsiteY13" fmla="*/ 476 h 96191"/>
                        <a:gd name="connsiteX14" fmla="*/ 135445 w 140877"/>
                        <a:gd name="connsiteY14" fmla="*/ 0 h 96191"/>
                        <a:gd name="connsiteX15" fmla="*/ 99346 w 140877"/>
                        <a:gd name="connsiteY15" fmla="*/ 31909 h 96191"/>
                        <a:gd name="connsiteX16" fmla="*/ 79915 w 140877"/>
                        <a:gd name="connsiteY16" fmla="*/ 46196 h 96191"/>
                        <a:gd name="connsiteX17" fmla="*/ 59912 w 140877"/>
                        <a:gd name="connsiteY17" fmla="*/ 60770 h 96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0877" h="96191">
                          <a:moveTo>
                            <a:pt x="59912" y="60770"/>
                          </a:moveTo>
                          <a:cubicBezTo>
                            <a:pt x="55054" y="64103"/>
                            <a:pt x="49720" y="66961"/>
                            <a:pt x="44482" y="69437"/>
                          </a:cubicBezTo>
                          <a:cubicBezTo>
                            <a:pt x="39052" y="71533"/>
                            <a:pt x="33433" y="72962"/>
                            <a:pt x="28099" y="73819"/>
                          </a:cubicBezTo>
                          <a:cubicBezTo>
                            <a:pt x="17145" y="74962"/>
                            <a:pt x="7239" y="73914"/>
                            <a:pt x="0" y="69342"/>
                          </a:cubicBezTo>
                          <a:lnTo>
                            <a:pt x="2000" y="78772"/>
                          </a:lnTo>
                          <a:cubicBezTo>
                            <a:pt x="3619" y="86582"/>
                            <a:pt x="10858" y="92964"/>
                            <a:pt x="21907" y="95060"/>
                          </a:cubicBezTo>
                          <a:cubicBezTo>
                            <a:pt x="27432" y="96203"/>
                            <a:pt x="33909" y="96679"/>
                            <a:pt x="40672" y="95536"/>
                          </a:cubicBezTo>
                          <a:cubicBezTo>
                            <a:pt x="47434" y="94488"/>
                            <a:pt x="54769" y="92678"/>
                            <a:pt x="61626" y="89154"/>
                          </a:cubicBezTo>
                          <a:cubicBezTo>
                            <a:pt x="71723" y="84582"/>
                            <a:pt x="81058" y="79058"/>
                            <a:pt x="90297" y="73533"/>
                          </a:cubicBezTo>
                          <a:lnTo>
                            <a:pt x="103632" y="64675"/>
                          </a:lnTo>
                          <a:cubicBezTo>
                            <a:pt x="107918" y="61627"/>
                            <a:pt x="112109" y="58388"/>
                            <a:pt x="116300" y="55245"/>
                          </a:cubicBezTo>
                          <a:cubicBezTo>
                            <a:pt x="122301" y="50863"/>
                            <a:pt x="126873" y="45625"/>
                            <a:pt x="130778" y="40577"/>
                          </a:cubicBezTo>
                          <a:cubicBezTo>
                            <a:pt x="134588" y="35433"/>
                            <a:pt x="137255" y="30099"/>
                            <a:pt x="138970" y="25051"/>
                          </a:cubicBezTo>
                          <a:cubicBezTo>
                            <a:pt x="142303" y="15050"/>
                            <a:pt x="141256" y="6001"/>
                            <a:pt x="135922" y="476"/>
                          </a:cubicBezTo>
                          <a:lnTo>
                            <a:pt x="135445" y="0"/>
                          </a:lnTo>
                          <a:cubicBezTo>
                            <a:pt x="124396" y="12002"/>
                            <a:pt x="111919" y="22098"/>
                            <a:pt x="99346" y="31909"/>
                          </a:cubicBezTo>
                          <a:cubicBezTo>
                            <a:pt x="92964" y="36767"/>
                            <a:pt x="86582" y="41529"/>
                            <a:pt x="79915" y="46196"/>
                          </a:cubicBezTo>
                          <a:cubicBezTo>
                            <a:pt x="73342" y="51149"/>
                            <a:pt x="66484" y="55531"/>
                            <a:pt x="59912" y="6077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18" name="Forme libre : forme 15917">
                      <a:extLst>
                        <a:ext uri="{FF2B5EF4-FFF2-40B4-BE49-F238E27FC236}">
                          <a16:creationId xmlns:a16="http://schemas.microsoft.com/office/drawing/2014/main" id="{374DCA26-6DE7-4DC1-9343-D242B7D3FB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4143" y="3206247"/>
                      <a:ext cx="59960" cy="45912"/>
                    </a:xfrm>
                    <a:custGeom>
                      <a:avLst/>
                      <a:gdLst>
                        <a:gd name="connsiteX0" fmla="*/ 58315 w 59960"/>
                        <a:gd name="connsiteY0" fmla="*/ 2820 h 45912"/>
                        <a:gd name="connsiteX1" fmla="*/ 56981 w 59960"/>
                        <a:gd name="connsiteY1" fmla="*/ 17489 h 45912"/>
                        <a:gd name="connsiteX2" fmla="*/ 49837 w 59960"/>
                        <a:gd name="connsiteY2" fmla="*/ 26918 h 45912"/>
                        <a:gd name="connsiteX3" fmla="*/ 38979 w 59960"/>
                        <a:gd name="connsiteY3" fmla="*/ 36062 h 45912"/>
                        <a:gd name="connsiteX4" fmla="*/ 14785 w 59960"/>
                        <a:gd name="connsiteY4" fmla="*/ 45683 h 45912"/>
                        <a:gd name="connsiteX5" fmla="*/ 688 w 59960"/>
                        <a:gd name="connsiteY5" fmla="*/ 40920 h 45912"/>
                        <a:gd name="connsiteX6" fmla="*/ 4689 w 59960"/>
                        <a:gd name="connsiteY6" fmla="*/ 26918 h 45912"/>
                        <a:gd name="connsiteX7" fmla="*/ 22405 w 59960"/>
                        <a:gd name="connsiteY7" fmla="*/ 11202 h 45912"/>
                        <a:gd name="connsiteX8" fmla="*/ 33550 w 59960"/>
                        <a:gd name="connsiteY8" fmla="*/ 4820 h 45912"/>
                        <a:gd name="connsiteX9" fmla="*/ 43932 w 59960"/>
                        <a:gd name="connsiteY9" fmla="*/ 1010 h 45912"/>
                        <a:gd name="connsiteX10" fmla="*/ 58315 w 59960"/>
                        <a:gd name="connsiteY10" fmla="*/ 2820 h 45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9960" h="45912">
                          <a:moveTo>
                            <a:pt x="58315" y="2820"/>
                          </a:moveTo>
                          <a:cubicBezTo>
                            <a:pt x="60982" y="5963"/>
                            <a:pt x="60315" y="11297"/>
                            <a:pt x="56981" y="17489"/>
                          </a:cubicBezTo>
                          <a:cubicBezTo>
                            <a:pt x="55362" y="20632"/>
                            <a:pt x="52790" y="23680"/>
                            <a:pt x="49837" y="26918"/>
                          </a:cubicBezTo>
                          <a:cubicBezTo>
                            <a:pt x="46789" y="30062"/>
                            <a:pt x="43265" y="33395"/>
                            <a:pt x="38979" y="36062"/>
                          </a:cubicBezTo>
                          <a:cubicBezTo>
                            <a:pt x="30692" y="41777"/>
                            <a:pt x="21739" y="44921"/>
                            <a:pt x="14785" y="45683"/>
                          </a:cubicBezTo>
                          <a:cubicBezTo>
                            <a:pt x="7832" y="46635"/>
                            <a:pt x="2403" y="44540"/>
                            <a:pt x="688" y="40920"/>
                          </a:cubicBezTo>
                          <a:cubicBezTo>
                            <a:pt x="-1121" y="37015"/>
                            <a:pt x="783" y="32443"/>
                            <a:pt x="4689" y="26918"/>
                          </a:cubicBezTo>
                          <a:cubicBezTo>
                            <a:pt x="8689" y="21680"/>
                            <a:pt x="14881" y="16250"/>
                            <a:pt x="22405" y="11202"/>
                          </a:cubicBezTo>
                          <a:cubicBezTo>
                            <a:pt x="26215" y="8821"/>
                            <a:pt x="29930" y="6535"/>
                            <a:pt x="33550" y="4820"/>
                          </a:cubicBezTo>
                          <a:cubicBezTo>
                            <a:pt x="37169" y="3011"/>
                            <a:pt x="40789" y="1963"/>
                            <a:pt x="43932" y="1010"/>
                          </a:cubicBezTo>
                          <a:cubicBezTo>
                            <a:pt x="50314" y="-704"/>
                            <a:pt x="55648" y="-323"/>
                            <a:pt x="58315" y="282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19" name="Forme libre : forme 15918">
                      <a:extLst>
                        <a:ext uri="{FF2B5EF4-FFF2-40B4-BE49-F238E27FC236}">
                          <a16:creationId xmlns:a16="http://schemas.microsoft.com/office/drawing/2014/main" id="{32708D7C-8BF6-4A7D-96C5-C83C4C0115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4060" y="3229165"/>
                      <a:ext cx="51349" cy="22898"/>
                    </a:xfrm>
                    <a:custGeom>
                      <a:avLst/>
                      <a:gdLst>
                        <a:gd name="connsiteX0" fmla="*/ 8106 w 51349"/>
                        <a:gd name="connsiteY0" fmla="*/ 0 h 22898"/>
                        <a:gd name="connsiteX1" fmla="*/ 1248 w 51349"/>
                        <a:gd name="connsiteY1" fmla="*/ 9716 h 22898"/>
                        <a:gd name="connsiteX2" fmla="*/ 677 w 51349"/>
                        <a:gd name="connsiteY2" fmla="*/ 17907 h 22898"/>
                        <a:gd name="connsiteX3" fmla="*/ 14774 w 51349"/>
                        <a:gd name="connsiteY3" fmla="*/ 22670 h 22898"/>
                        <a:gd name="connsiteX4" fmla="*/ 38967 w 51349"/>
                        <a:gd name="connsiteY4" fmla="*/ 13049 h 22898"/>
                        <a:gd name="connsiteX5" fmla="*/ 51350 w 51349"/>
                        <a:gd name="connsiteY5" fmla="*/ 2286 h 22898"/>
                        <a:gd name="connsiteX6" fmla="*/ 43539 w 51349"/>
                        <a:gd name="connsiteY6" fmla="*/ 6763 h 22898"/>
                        <a:gd name="connsiteX7" fmla="*/ 21346 w 51349"/>
                        <a:gd name="connsiteY7" fmla="*/ 9049 h 22898"/>
                        <a:gd name="connsiteX8" fmla="*/ 8106 w 51349"/>
                        <a:gd name="connsiteY8" fmla="*/ 0 h 22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349" h="22898">
                          <a:moveTo>
                            <a:pt x="8106" y="0"/>
                          </a:moveTo>
                          <a:cubicBezTo>
                            <a:pt x="4963" y="3238"/>
                            <a:pt x="2677" y="6858"/>
                            <a:pt x="1248" y="9716"/>
                          </a:cubicBezTo>
                          <a:cubicBezTo>
                            <a:pt x="-85" y="12668"/>
                            <a:pt x="-466" y="15526"/>
                            <a:pt x="677" y="17907"/>
                          </a:cubicBezTo>
                          <a:cubicBezTo>
                            <a:pt x="2391" y="21527"/>
                            <a:pt x="7820" y="23622"/>
                            <a:pt x="14774" y="22670"/>
                          </a:cubicBezTo>
                          <a:cubicBezTo>
                            <a:pt x="21822" y="21908"/>
                            <a:pt x="30680" y="18860"/>
                            <a:pt x="38967" y="13049"/>
                          </a:cubicBezTo>
                          <a:cubicBezTo>
                            <a:pt x="44015" y="9906"/>
                            <a:pt x="47921" y="6001"/>
                            <a:pt x="51350" y="2286"/>
                          </a:cubicBezTo>
                          <a:cubicBezTo>
                            <a:pt x="48873" y="4001"/>
                            <a:pt x="46302" y="5525"/>
                            <a:pt x="43539" y="6763"/>
                          </a:cubicBezTo>
                          <a:cubicBezTo>
                            <a:pt x="35634" y="9430"/>
                            <a:pt x="27632" y="10192"/>
                            <a:pt x="21346" y="9049"/>
                          </a:cubicBezTo>
                          <a:cubicBezTo>
                            <a:pt x="14869" y="7811"/>
                            <a:pt x="10106" y="4667"/>
                            <a:pt x="8106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20" name="Forme libre : forme 15919">
                      <a:extLst>
                        <a:ext uri="{FF2B5EF4-FFF2-40B4-BE49-F238E27FC236}">
                          <a16:creationId xmlns:a16="http://schemas.microsoft.com/office/drawing/2014/main" id="{F3E81832-756D-406F-AFC4-C40A7C22F3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8684" y="3206596"/>
                      <a:ext cx="60181" cy="46649"/>
                    </a:xfrm>
                    <a:custGeom>
                      <a:avLst/>
                      <a:gdLst>
                        <a:gd name="connsiteX0" fmla="*/ 58536 w 60181"/>
                        <a:gd name="connsiteY0" fmla="*/ 2757 h 46649"/>
                        <a:gd name="connsiteX1" fmla="*/ 57203 w 60181"/>
                        <a:gd name="connsiteY1" fmla="*/ 17426 h 46649"/>
                        <a:gd name="connsiteX2" fmla="*/ 50154 w 60181"/>
                        <a:gd name="connsiteY2" fmla="*/ 27046 h 46649"/>
                        <a:gd name="connsiteX3" fmla="*/ 39296 w 60181"/>
                        <a:gd name="connsiteY3" fmla="*/ 36380 h 46649"/>
                        <a:gd name="connsiteX4" fmla="*/ 14912 w 60181"/>
                        <a:gd name="connsiteY4" fmla="*/ 46382 h 46649"/>
                        <a:gd name="connsiteX5" fmla="*/ 719 w 60181"/>
                        <a:gd name="connsiteY5" fmla="*/ 42000 h 46649"/>
                        <a:gd name="connsiteX6" fmla="*/ 4625 w 60181"/>
                        <a:gd name="connsiteY6" fmla="*/ 27808 h 46649"/>
                        <a:gd name="connsiteX7" fmla="*/ 22436 w 60181"/>
                        <a:gd name="connsiteY7" fmla="*/ 11711 h 46649"/>
                        <a:gd name="connsiteX8" fmla="*/ 33676 w 60181"/>
                        <a:gd name="connsiteY8" fmla="*/ 5043 h 46649"/>
                        <a:gd name="connsiteX9" fmla="*/ 44058 w 60181"/>
                        <a:gd name="connsiteY9" fmla="*/ 1043 h 46649"/>
                        <a:gd name="connsiteX10" fmla="*/ 58536 w 60181"/>
                        <a:gd name="connsiteY10" fmla="*/ 2757 h 46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0181" h="46649">
                          <a:moveTo>
                            <a:pt x="58536" y="2757"/>
                          </a:moveTo>
                          <a:cubicBezTo>
                            <a:pt x="61203" y="5900"/>
                            <a:pt x="60536" y="11234"/>
                            <a:pt x="57203" y="17426"/>
                          </a:cubicBezTo>
                          <a:cubicBezTo>
                            <a:pt x="55584" y="20569"/>
                            <a:pt x="53202" y="23903"/>
                            <a:pt x="50154" y="27046"/>
                          </a:cubicBezTo>
                          <a:cubicBezTo>
                            <a:pt x="47106" y="30189"/>
                            <a:pt x="43582" y="33523"/>
                            <a:pt x="39296" y="36380"/>
                          </a:cubicBezTo>
                          <a:cubicBezTo>
                            <a:pt x="30819" y="42095"/>
                            <a:pt x="22151" y="45620"/>
                            <a:pt x="14912" y="46382"/>
                          </a:cubicBezTo>
                          <a:cubicBezTo>
                            <a:pt x="7863" y="47334"/>
                            <a:pt x="2529" y="45715"/>
                            <a:pt x="719" y="42000"/>
                          </a:cubicBezTo>
                          <a:cubicBezTo>
                            <a:pt x="-1090" y="38286"/>
                            <a:pt x="624" y="33237"/>
                            <a:pt x="4625" y="27808"/>
                          </a:cubicBezTo>
                          <a:cubicBezTo>
                            <a:pt x="8720" y="22664"/>
                            <a:pt x="14817" y="16759"/>
                            <a:pt x="22436" y="11711"/>
                          </a:cubicBezTo>
                          <a:cubicBezTo>
                            <a:pt x="26247" y="9139"/>
                            <a:pt x="29961" y="6758"/>
                            <a:pt x="33676" y="5043"/>
                          </a:cubicBezTo>
                          <a:cubicBezTo>
                            <a:pt x="37391" y="3329"/>
                            <a:pt x="40915" y="1900"/>
                            <a:pt x="44058" y="1043"/>
                          </a:cubicBezTo>
                          <a:cubicBezTo>
                            <a:pt x="50535" y="-672"/>
                            <a:pt x="55965" y="-386"/>
                            <a:pt x="58536" y="275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21" name="Forme libre : forme 15920">
                      <a:extLst>
                        <a:ext uri="{FF2B5EF4-FFF2-40B4-BE49-F238E27FC236}">
                          <a16:creationId xmlns:a16="http://schemas.microsoft.com/office/drawing/2014/main" id="{42F12408-77A1-4D11-8DF5-F85FD0F699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3096" y="3229215"/>
                      <a:ext cx="91851" cy="47404"/>
                    </a:xfrm>
                    <a:custGeom>
                      <a:avLst/>
                      <a:gdLst>
                        <a:gd name="connsiteX0" fmla="*/ 5066 w 91851"/>
                        <a:gd name="connsiteY0" fmla="*/ 30906 h 47404"/>
                        <a:gd name="connsiteX1" fmla="*/ 11829 w 91851"/>
                        <a:gd name="connsiteY1" fmla="*/ 43479 h 47404"/>
                        <a:gd name="connsiteX2" fmla="*/ 29735 w 91851"/>
                        <a:gd name="connsiteY2" fmla="*/ 47384 h 47404"/>
                        <a:gd name="connsiteX3" fmla="*/ 53167 w 91851"/>
                        <a:gd name="connsiteY3" fmla="*/ 41860 h 47404"/>
                        <a:gd name="connsiteX4" fmla="*/ 86314 w 91851"/>
                        <a:gd name="connsiteY4" fmla="*/ 18619 h 47404"/>
                        <a:gd name="connsiteX5" fmla="*/ 88314 w 91851"/>
                        <a:gd name="connsiteY5" fmla="*/ 426 h 47404"/>
                        <a:gd name="connsiteX6" fmla="*/ 74027 w 91851"/>
                        <a:gd name="connsiteY6" fmla="*/ 2331 h 47404"/>
                        <a:gd name="connsiteX7" fmla="*/ 40213 w 91851"/>
                        <a:gd name="connsiteY7" fmla="*/ 4236 h 47404"/>
                        <a:gd name="connsiteX8" fmla="*/ 22973 w 91851"/>
                        <a:gd name="connsiteY8" fmla="*/ 712 h 47404"/>
                        <a:gd name="connsiteX9" fmla="*/ 4590 w 91851"/>
                        <a:gd name="connsiteY9" fmla="*/ 3855 h 47404"/>
                        <a:gd name="connsiteX10" fmla="*/ 5066 w 91851"/>
                        <a:gd name="connsiteY10" fmla="*/ 30906 h 47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1851" h="47404">
                          <a:moveTo>
                            <a:pt x="5066" y="30906"/>
                          </a:moveTo>
                          <a:cubicBezTo>
                            <a:pt x="6304" y="35478"/>
                            <a:pt x="7638" y="40336"/>
                            <a:pt x="11829" y="43479"/>
                          </a:cubicBezTo>
                          <a:cubicBezTo>
                            <a:pt x="15829" y="46432"/>
                            <a:pt x="22211" y="47575"/>
                            <a:pt x="29735" y="47384"/>
                          </a:cubicBezTo>
                          <a:cubicBezTo>
                            <a:pt x="37070" y="46908"/>
                            <a:pt x="45357" y="44813"/>
                            <a:pt x="53167" y="41860"/>
                          </a:cubicBezTo>
                          <a:cubicBezTo>
                            <a:pt x="65931" y="36716"/>
                            <a:pt x="78694" y="28620"/>
                            <a:pt x="86314" y="18619"/>
                          </a:cubicBezTo>
                          <a:cubicBezTo>
                            <a:pt x="92029" y="11189"/>
                            <a:pt x="94315" y="2331"/>
                            <a:pt x="88314" y="426"/>
                          </a:cubicBezTo>
                          <a:cubicBezTo>
                            <a:pt x="84600" y="-812"/>
                            <a:pt x="79075" y="902"/>
                            <a:pt x="74027" y="2331"/>
                          </a:cubicBezTo>
                          <a:cubicBezTo>
                            <a:pt x="62025" y="5284"/>
                            <a:pt x="50500" y="6141"/>
                            <a:pt x="40213" y="4236"/>
                          </a:cubicBezTo>
                          <a:cubicBezTo>
                            <a:pt x="35927" y="3569"/>
                            <a:pt x="29545" y="1855"/>
                            <a:pt x="22973" y="712"/>
                          </a:cubicBezTo>
                          <a:cubicBezTo>
                            <a:pt x="16496" y="-145"/>
                            <a:pt x="10019" y="140"/>
                            <a:pt x="4590" y="3855"/>
                          </a:cubicBezTo>
                          <a:cubicBezTo>
                            <a:pt x="-5031" y="11094"/>
                            <a:pt x="3161" y="24429"/>
                            <a:pt x="5066" y="3090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22" name="Forme libre : forme 15921">
                      <a:extLst>
                        <a:ext uri="{FF2B5EF4-FFF2-40B4-BE49-F238E27FC236}">
                          <a16:creationId xmlns:a16="http://schemas.microsoft.com/office/drawing/2014/main" id="{27F20A82-1206-490A-AEFC-5CA0436008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6459" y="3221658"/>
                      <a:ext cx="21135" cy="22374"/>
                    </a:xfrm>
                    <a:custGeom>
                      <a:avLst/>
                      <a:gdLst>
                        <a:gd name="connsiteX0" fmla="*/ 466 w 21135"/>
                        <a:gd name="connsiteY0" fmla="*/ 17128 h 22374"/>
                        <a:gd name="connsiteX1" fmla="*/ 180 w 21135"/>
                        <a:gd name="connsiteY1" fmla="*/ 20652 h 22374"/>
                        <a:gd name="connsiteX2" fmla="*/ 3609 w 21135"/>
                        <a:gd name="connsiteY2" fmla="*/ 22366 h 22374"/>
                        <a:gd name="connsiteX3" fmla="*/ 7991 w 21135"/>
                        <a:gd name="connsiteY3" fmla="*/ 20271 h 22374"/>
                        <a:gd name="connsiteX4" fmla="*/ 17230 w 21135"/>
                        <a:gd name="connsiteY4" fmla="*/ 12555 h 22374"/>
                        <a:gd name="connsiteX5" fmla="*/ 20087 w 21135"/>
                        <a:gd name="connsiteY5" fmla="*/ 8841 h 22374"/>
                        <a:gd name="connsiteX6" fmla="*/ 12562 w 21135"/>
                        <a:gd name="connsiteY6" fmla="*/ 1888 h 22374"/>
                        <a:gd name="connsiteX7" fmla="*/ 466 w 21135"/>
                        <a:gd name="connsiteY7" fmla="*/ 17128 h 22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135" h="22374">
                          <a:moveTo>
                            <a:pt x="466" y="17128"/>
                          </a:moveTo>
                          <a:cubicBezTo>
                            <a:pt x="85" y="18366"/>
                            <a:pt x="-201" y="19604"/>
                            <a:pt x="180" y="20652"/>
                          </a:cubicBezTo>
                          <a:cubicBezTo>
                            <a:pt x="656" y="21700"/>
                            <a:pt x="1894" y="22462"/>
                            <a:pt x="3609" y="22366"/>
                          </a:cubicBezTo>
                          <a:cubicBezTo>
                            <a:pt x="5228" y="22271"/>
                            <a:pt x="6657" y="21223"/>
                            <a:pt x="7991" y="20271"/>
                          </a:cubicBezTo>
                          <a:cubicBezTo>
                            <a:pt x="11419" y="17794"/>
                            <a:pt x="14467" y="15222"/>
                            <a:pt x="17230" y="12555"/>
                          </a:cubicBezTo>
                          <a:cubicBezTo>
                            <a:pt x="18373" y="11508"/>
                            <a:pt x="19420" y="10079"/>
                            <a:pt x="20087" y="8841"/>
                          </a:cubicBezTo>
                          <a:cubicBezTo>
                            <a:pt x="22850" y="3412"/>
                            <a:pt x="20087" y="-3351"/>
                            <a:pt x="12562" y="1888"/>
                          </a:cubicBezTo>
                          <a:cubicBezTo>
                            <a:pt x="6562" y="5317"/>
                            <a:pt x="2180" y="12270"/>
                            <a:pt x="466" y="1712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23" name="Forme libre : forme 15922">
                      <a:extLst>
                        <a:ext uri="{FF2B5EF4-FFF2-40B4-BE49-F238E27FC236}">
                          <a16:creationId xmlns:a16="http://schemas.microsoft.com/office/drawing/2014/main" id="{7B57FD4F-33AA-4330-94AC-F6AFF46058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078" y="3195542"/>
                      <a:ext cx="19237" cy="51816"/>
                    </a:xfrm>
                    <a:custGeom>
                      <a:avLst/>
                      <a:gdLst>
                        <a:gd name="connsiteX0" fmla="*/ 14192 w 19237"/>
                        <a:gd name="connsiteY0" fmla="*/ 0 h 51816"/>
                        <a:gd name="connsiteX1" fmla="*/ 19145 w 19237"/>
                        <a:gd name="connsiteY1" fmla="*/ 12097 h 51816"/>
                        <a:gd name="connsiteX2" fmla="*/ 16097 w 19237"/>
                        <a:gd name="connsiteY2" fmla="*/ 28289 h 51816"/>
                        <a:gd name="connsiteX3" fmla="*/ 0 w 19237"/>
                        <a:gd name="connsiteY3" fmla="*/ 51816 h 51816"/>
                        <a:gd name="connsiteX4" fmla="*/ 3810 w 19237"/>
                        <a:gd name="connsiteY4" fmla="*/ 46958 h 51816"/>
                        <a:gd name="connsiteX5" fmla="*/ 11239 w 19237"/>
                        <a:gd name="connsiteY5" fmla="*/ 34385 h 51816"/>
                        <a:gd name="connsiteX6" fmla="*/ 14192 w 19237"/>
                        <a:gd name="connsiteY6" fmla="*/ 0 h 51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237" h="51816">
                          <a:moveTo>
                            <a:pt x="14192" y="0"/>
                          </a:moveTo>
                          <a:cubicBezTo>
                            <a:pt x="14192" y="0"/>
                            <a:pt x="18479" y="3715"/>
                            <a:pt x="19145" y="12097"/>
                          </a:cubicBezTo>
                          <a:cubicBezTo>
                            <a:pt x="19526" y="16288"/>
                            <a:pt x="18764" y="21622"/>
                            <a:pt x="16097" y="28289"/>
                          </a:cubicBezTo>
                          <a:cubicBezTo>
                            <a:pt x="13525" y="34957"/>
                            <a:pt x="8477" y="42767"/>
                            <a:pt x="0" y="51816"/>
                          </a:cubicBezTo>
                          <a:cubicBezTo>
                            <a:pt x="0" y="51816"/>
                            <a:pt x="1714" y="50102"/>
                            <a:pt x="3810" y="46958"/>
                          </a:cubicBezTo>
                          <a:cubicBezTo>
                            <a:pt x="6001" y="43815"/>
                            <a:pt x="8763" y="39434"/>
                            <a:pt x="11239" y="34385"/>
                          </a:cubicBezTo>
                          <a:cubicBezTo>
                            <a:pt x="16002" y="24098"/>
                            <a:pt x="19145" y="11240"/>
                            <a:pt x="1419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24" name="Forme libre : forme 15923">
                      <a:extLst>
                        <a:ext uri="{FF2B5EF4-FFF2-40B4-BE49-F238E27FC236}">
                          <a16:creationId xmlns:a16="http://schemas.microsoft.com/office/drawing/2014/main" id="{2A5656AC-B570-4EEC-8D4D-1D568F5CAB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6398" y="3211830"/>
                      <a:ext cx="30716" cy="41147"/>
                    </a:xfrm>
                    <a:custGeom>
                      <a:avLst/>
                      <a:gdLst>
                        <a:gd name="connsiteX0" fmla="*/ 30717 w 30716"/>
                        <a:gd name="connsiteY0" fmla="*/ 0 h 41147"/>
                        <a:gd name="connsiteX1" fmla="*/ 25859 w 30716"/>
                        <a:gd name="connsiteY1" fmla="*/ 2857 h 41147"/>
                        <a:gd name="connsiteX2" fmla="*/ 15191 w 30716"/>
                        <a:gd name="connsiteY2" fmla="*/ 10573 h 41147"/>
                        <a:gd name="connsiteX3" fmla="*/ 4523 w 30716"/>
                        <a:gd name="connsiteY3" fmla="*/ 22955 h 41147"/>
                        <a:gd name="connsiteX4" fmla="*/ 46 w 30716"/>
                        <a:gd name="connsiteY4" fmla="*/ 41148 h 41147"/>
                        <a:gd name="connsiteX5" fmla="*/ 5190 w 30716"/>
                        <a:gd name="connsiteY5" fmla="*/ 26479 h 41147"/>
                        <a:gd name="connsiteX6" fmla="*/ 14429 w 30716"/>
                        <a:gd name="connsiteY6" fmla="*/ 13525 h 41147"/>
                        <a:gd name="connsiteX7" fmla="*/ 30717 w 30716"/>
                        <a:gd name="connsiteY7" fmla="*/ 0 h 41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716" h="41147">
                          <a:moveTo>
                            <a:pt x="30717" y="0"/>
                          </a:moveTo>
                          <a:cubicBezTo>
                            <a:pt x="30717" y="0"/>
                            <a:pt x="28717" y="952"/>
                            <a:pt x="25859" y="2857"/>
                          </a:cubicBezTo>
                          <a:cubicBezTo>
                            <a:pt x="23002" y="4953"/>
                            <a:pt x="19001" y="7048"/>
                            <a:pt x="15191" y="10573"/>
                          </a:cubicBezTo>
                          <a:cubicBezTo>
                            <a:pt x="11381" y="14192"/>
                            <a:pt x="7476" y="17812"/>
                            <a:pt x="4523" y="22955"/>
                          </a:cubicBezTo>
                          <a:cubicBezTo>
                            <a:pt x="1666" y="28099"/>
                            <a:pt x="-334" y="34099"/>
                            <a:pt x="46" y="41148"/>
                          </a:cubicBezTo>
                          <a:cubicBezTo>
                            <a:pt x="46" y="41148"/>
                            <a:pt x="904" y="34861"/>
                            <a:pt x="5190" y="26479"/>
                          </a:cubicBezTo>
                          <a:cubicBezTo>
                            <a:pt x="7286" y="22288"/>
                            <a:pt x="10429" y="18192"/>
                            <a:pt x="14429" y="13525"/>
                          </a:cubicBezTo>
                          <a:cubicBezTo>
                            <a:pt x="18620" y="8858"/>
                            <a:pt x="23859" y="4667"/>
                            <a:pt x="3071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25" name="Forme libre : forme 15924">
                      <a:extLst>
                        <a:ext uri="{FF2B5EF4-FFF2-40B4-BE49-F238E27FC236}">
                          <a16:creationId xmlns:a16="http://schemas.microsoft.com/office/drawing/2014/main" id="{E9120239-7DCD-4A37-A439-418E76FDE6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4924" y="3213222"/>
                      <a:ext cx="23457" cy="14267"/>
                    </a:xfrm>
                    <a:custGeom>
                      <a:avLst/>
                      <a:gdLst>
                        <a:gd name="connsiteX0" fmla="*/ 23437 w 23457"/>
                        <a:gd name="connsiteY0" fmla="*/ 2036 h 14267"/>
                        <a:gd name="connsiteX1" fmla="*/ 12292 w 23457"/>
                        <a:gd name="connsiteY1" fmla="*/ 12514 h 14267"/>
                        <a:gd name="connsiteX2" fmla="*/ 5 w 23457"/>
                        <a:gd name="connsiteY2" fmla="*/ 11847 h 14267"/>
                        <a:gd name="connsiteX3" fmla="*/ 11150 w 23457"/>
                        <a:gd name="connsiteY3" fmla="*/ 2036 h 14267"/>
                        <a:gd name="connsiteX4" fmla="*/ 23437 w 23457"/>
                        <a:gd name="connsiteY4" fmla="*/ 2036 h 14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457" h="14267">
                          <a:moveTo>
                            <a:pt x="23437" y="2036"/>
                          </a:moveTo>
                          <a:cubicBezTo>
                            <a:pt x="23818" y="4894"/>
                            <a:pt x="18865" y="9656"/>
                            <a:pt x="12292" y="12514"/>
                          </a:cubicBezTo>
                          <a:cubicBezTo>
                            <a:pt x="5625" y="15085"/>
                            <a:pt x="196" y="14800"/>
                            <a:pt x="5" y="11847"/>
                          </a:cubicBezTo>
                          <a:cubicBezTo>
                            <a:pt x="-185" y="8799"/>
                            <a:pt x="4958" y="4894"/>
                            <a:pt x="11150" y="2036"/>
                          </a:cubicBezTo>
                          <a:cubicBezTo>
                            <a:pt x="17626" y="-631"/>
                            <a:pt x="23151" y="-726"/>
                            <a:pt x="23437" y="203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26" name="Forme libre : forme 15925">
                      <a:extLst>
                        <a:ext uri="{FF2B5EF4-FFF2-40B4-BE49-F238E27FC236}">
                          <a16:creationId xmlns:a16="http://schemas.microsoft.com/office/drawing/2014/main" id="{60310B7E-8BF5-4C54-AA31-06C1F5DCDF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4674" y="3211535"/>
                      <a:ext cx="6192" cy="5380"/>
                    </a:xfrm>
                    <a:custGeom>
                      <a:avLst/>
                      <a:gdLst>
                        <a:gd name="connsiteX0" fmla="*/ 5878 w 6192"/>
                        <a:gd name="connsiteY0" fmla="*/ 580 h 5380"/>
                        <a:gd name="connsiteX1" fmla="*/ 4354 w 6192"/>
                        <a:gd name="connsiteY1" fmla="*/ 4390 h 5380"/>
                        <a:gd name="connsiteX2" fmla="*/ 258 w 6192"/>
                        <a:gd name="connsiteY2" fmla="*/ 4771 h 5380"/>
                        <a:gd name="connsiteX3" fmla="*/ 1782 w 6192"/>
                        <a:gd name="connsiteY3" fmla="*/ 961 h 5380"/>
                        <a:gd name="connsiteX4" fmla="*/ 5878 w 6192"/>
                        <a:gd name="connsiteY4" fmla="*/ 580 h 5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2" h="5380">
                          <a:moveTo>
                            <a:pt x="5878" y="580"/>
                          </a:moveTo>
                          <a:cubicBezTo>
                            <a:pt x="6640" y="1532"/>
                            <a:pt x="5973" y="3247"/>
                            <a:pt x="4354" y="4390"/>
                          </a:cubicBezTo>
                          <a:cubicBezTo>
                            <a:pt x="2735" y="5533"/>
                            <a:pt x="925" y="5724"/>
                            <a:pt x="258" y="4771"/>
                          </a:cubicBezTo>
                          <a:cubicBezTo>
                            <a:pt x="-409" y="3819"/>
                            <a:pt x="258" y="2104"/>
                            <a:pt x="1782" y="961"/>
                          </a:cubicBezTo>
                          <a:cubicBezTo>
                            <a:pt x="3401" y="-87"/>
                            <a:pt x="5116" y="-372"/>
                            <a:pt x="5878" y="58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27" name="Forme libre : forme 15926">
                      <a:extLst>
                        <a:ext uri="{FF2B5EF4-FFF2-40B4-BE49-F238E27FC236}">
                          <a16:creationId xmlns:a16="http://schemas.microsoft.com/office/drawing/2014/main" id="{C9759C6A-8DCE-4158-8D7C-72474D865B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2866" y="3182793"/>
                      <a:ext cx="64241" cy="25945"/>
                    </a:xfrm>
                    <a:custGeom>
                      <a:avLst/>
                      <a:gdLst>
                        <a:gd name="connsiteX0" fmla="*/ 46449 w 64241"/>
                        <a:gd name="connsiteY0" fmla="*/ 652 h 25945"/>
                        <a:gd name="connsiteX1" fmla="*/ 62641 w 64241"/>
                        <a:gd name="connsiteY1" fmla="*/ 11034 h 25945"/>
                        <a:gd name="connsiteX2" fmla="*/ 62641 w 64241"/>
                        <a:gd name="connsiteY2" fmla="*/ 18654 h 25945"/>
                        <a:gd name="connsiteX3" fmla="*/ 54450 w 64241"/>
                        <a:gd name="connsiteY3" fmla="*/ 21035 h 25945"/>
                        <a:gd name="connsiteX4" fmla="*/ 31590 w 64241"/>
                        <a:gd name="connsiteY4" fmla="*/ 17606 h 25945"/>
                        <a:gd name="connsiteX5" fmla="*/ 13206 w 64241"/>
                        <a:gd name="connsiteY5" fmla="*/ 24274 h 25945"/>
                        <a:gd name="connsiteX6" fmla="*/ 62 w 64241"/>
                        <a:gd name="connsiteY6" fmla="*/ 23035 h 25945"/>
                        <a:gd name="connsiteX7" fmla="*/ 12159 w 64241"/>
                        <a:gd name="connsiteY7" fmla="*/ 10653 h 25945"/>
                        <a:gd name="connsiteX8" fmla="*/ 28446 w 64241"/>
                        <a:gd name="connsiteY8" fmla="*/ 1985 h 25945"/>
                        <a:gd name="connsiteX9" fmla="*/ 46449 w 64241"/>
                        <a:gd name="connsiteY9" fmla="*/ 652 h 2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4241" h="25945">
                          <a:moveTo>
                            <a:pt x="46449" y="652"/>
                          </a:moveTo>
                          <a:cubicBezTo>
                            <a:pt x="53402" y="2176"/>
                            <a:pt x="58546" y="6271"/>
                            <a:pt x="62641" y="11034"/>
                          </a:cubicBezTo>
                          <a:cubicBezTo>
                            <a:pt x="64165" y="12844"/>
                            <a:pt x="65308" y="15701"/>
                            <a:pt x="62641" y="18654"/>
                          </a:cubicBezTo>
                          <a:cubicBezTo>
                            <a:pt x="60260" y="21321"/>
                            <a:pt x="56831" y="21511"/>
                            <a:pt x="54450" y="21035"/>
                          </a:cubicBezTo>
                          <a:cubicBezTo>
                            <a:pt x="47020" y="19702"/>
                            <a:pt x="40448" y="15796"/>
                            <a:pt x="31590" y="17606"/>
                          </a:cubicBezTo>
                          <a:cubicBezTo>
                            <a:pt x="28923" y="18273"/>
                            <a:pt x="20446" y="21892"/>
                            <a:pt x="13206" y="24274"/>
                          </a:cubicBezTo>
                          <a:cubicBezTo>
                            <a:pt x="5682" y="26369"/>
                            <a:pt x="-700" y="27036"/>
                            <a:pt x="62" y="23035"/>
                          </a:cubicBezTo>
                          <a:cubicBezTo>
                            <a:pt x="729" y="18940"/>
                            <a:pt x="6158" y="14844"/>
                            <a:pt x="12159" y="10653"/>
                          </a:cubicBezTo>
                          <a:cubicBezTo>
                            <a:pt x="18255" y="6843"/>
                            <a:pt x="24922" y="3128"/>
                            <a:pt x="28446" y="1985"/>
                          </a:cubicBezTo>
                          <a:cubicBezTo>
                            <a:pt x="34923" y="-15"/>
                            <a:pt x="41210" y="-587"/>
                            <a:pt x="46449" y="65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73" name="Graphique 1">
                    <a:extLst>
                      <a:ext uri="{FF2B5EF4-FFF2-40B4-BE49-F238E27FC236}">
                        <a16:creationId xmlns:a16="http://schemas.microsoft.com/office/drawing/2014/main" id="{578A2674-CC94-476C-8E7D-A7243CCB10D0}"/>
                      </a:ext>
                    </a:extLst>
                  </p:cNvPr>
                  <p:cNvGrpSpPr/>
                  <p:nvPr/>
                </p:nvGrpSpPr>
                <p:grpSpPr>
                  <a:xfrm>
                    <a:off x="3641548" y="3063969"/>
                    <a:ext cx="128323" cy="135981"/>
                    <a:chOff x="3641548" y="3063969"/>
                    <a:chExt cx="128323" cy="135981"/>
                  </a:xfrm>
                  <a:solidFill>
                    <a:schemeClr val="accent1"/>
                  </a:solidFill>
                </p:grpSpPr>
                <p:sp>
                  <p:nvSpPr>
                    <p:cNvPr id="15904" name="Forme libre : forme 15903">
                      <a:extLst>
                        <a:ext uri="{FF2B5EF4-FFF2-40B4-BE49-F238E27FC236}">
                          <a16:creationId xmlns:a16="http://schemas.microsoft.com/office/drawing/2014/main" id="{14E110C9-9E34-4D0B-89B2-E357A1A761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1548" y="3063969"/>
                      <a:ext cx="128323" cy="135981"/>
                    </a:xfrm>
                    <a:custGeom>
                      <a:avLst/>
                      <a:gdLst>
                        <a:gd name="connsiteX0" fmla="*/ 111306 w 128323"/>
                        <a:gd name="connsiteY0" fmla="*/ 72517 h 135981"/>
                        <a:gd name="connsiteX1" fmla="*/ 74253 w 128323"/>
                        <a:gd name="connsiteY1" fmla="*/ 114523 h 135981"/>
                        <a:gd name="connsiteX2" fmla="*/ 44440 w 128323"/>
                        <a:gd name="connsiteY2" fmla="*/ 134430 h 135981"/>
                        <a:gd name="connsiteX3" fmla="*/ 20247 w 128323"/>
                        <a:gd name="connsiteY3" fmla="*/ 130525 h 135981"/>
                        <a:gd name="connsiteX4" fmla="*/ 5387 w 128323"/>
                        <a:gd name="connsiteY4" fmla="*/ 115094 h 135981"/>
                        <a:gd name="connsiteX5" fmla="*/ 1006 w 128323"/>
                        <a:gd name="connsiteY5" fmla="*/ 91472 h 135981"/>
                        <a:gd name="connsiteX6" fmla="*/ 17389 w 128323"/>
                        <a:gd name="connsiteY6" fmla="*/ 62611 h 135981"/>
                        <a:gd name="connsiteX7" fmla="*/ 55108 w 128323"/>
                        <a:gd name="connsiteY7" fmla="*/ 21368 h 135981"/>
                        <a:gd name="connsiteX8" fmla="*/ 85588 w 128323"/>
                        <a:gd name="connsiteY8" fmla="*/ 1556 h 135981"/>
                        <a:gd name="connsiteX9" fmla="*/ 109591 w 128323"/>
                        <a:gd name="connsiteY9" fmla="*/ 5366 h 135981"/>
                        <a:gd name="connsiteX10" fmla="*/ 123498 w 128323"/>
                        <a:gd name="connsiteY10" fmla="*/ 20606 h 135981"/>
                        <a:gd name="connsiteX11" fmla="*/ 127212 w 128323"/>
                        <a:gd name="connsiteY11" fmla="*/ 43657 h 135981"/>
                        <a:gd name="connsiteX12" fmla="*/ 111306 w 128323"/>
                        <a:gd name="connsiteY12" fmla="*/ 72517 h 135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28323" h="135981">
                          <a:moveTo>
                            <a:pt x="111306" y="72517"/>
                          </a:moveTo>
                          <a:lnTo>
                            <a:pt x="74253" y="114523"/>
                          </a:lnTo>
                          <a:cubicBezTo>
                            <a:pt x="65300" y="124524"/>
                            <a:pt x="54441" y="131572"/>
                            <a:pt x="44440" y="134430"/>
                          </a:cubicBezTo>
                          <a:cubicBezTo>
                            <a:pt x="34629" y="137383"/>
                            <a:pt x="25581" y="136144"/>
                            <a:pt x="20247" y="130525"/>
                          </a:cubicBezTo>
                          <a:lnTo>
                            <a:pt x="5387" y="115094"/>
                          </a:lnTo>
                          <a:cubicBezTo>
                            <a:pt x="-42" y="109475"/>
                            <a:pt x="-1090" y="100997"/>
                            <a:pt x="1006" y="91472"/>
                          </a:cubicBezTo>
                          <a:cubicBezTo>
                            <a:pt x="3197" y="82138"/>
                            <a:pt x="8721" y="71851"/>
                            <a:pt x="17389" y="62611"/>
                          </a:cubicBezTo>
                          <a:lnTo>
                            <a:pt x="55108" y="21368"/>
                          </a:lnTo>
                          <a:cubicBezTo>
                            <a:pt x="64347" y="11462"/>
                            <a:pt x="75396" y="4414"/>
                            <a:pt x="85588" y="1556"/>
                          </a:cubicBezTo>
                          <a:cubicBezTo>
                            <a:pt x="95684" y="-1397"/>
                            <a:pt x="104543" y="-158"/>
                            <a:pt x="109591" y="5366"/>
                          </a:cubicBezTo>
                          <a:lnTo>
                            <a:pt x="123498" y="20606"/>
                          </a:lnTo>
                          <a:cubicBezTo>
                            <a:pt x="128450" y="26131"/>
                            <a:pt x="129403" y="34513"/>
                            <a:pt x="127212" y="43657"/>
                          </a:cubicBezTo>
                          <a:cubicBezTo>
                            <a:pt x="125022" y="52896"/>
                            <a:pt x="119687" y="63183"/>
                            <a:pt x="111306" y="72517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05" name="Forme libre : forme 15904">
                      <a:extLst>
                        <a:ext uri="{FF2B5EF4-FFF2-40B4-BE49-F238E27FC236}">
                          <a16:creationId xmlns:a16="http://schemas.microsoft.com/office/drawing/2014/main" id="{CDB1A1DF-595F-4CAF-9904-757619F98C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5318" y="3084194"/>
                      <a:ext cx="114554" cy="115756"/>
                    </a:xfrm>
                    <a:custGeom>
                      <a:avLst/>
                      <a:gdLst>
                        <a:gd name="connsiteX0" fmla="*/ 48482 w 114554"/>
                        <a:gd name="connsiteY0" fmla="*/ 69818 h 115756"/>
                        <a:gd name="connsiteX1" fmla="*/ 0 w 114554"/>
                        <a:gd name="connsiteY1" fmla="*/ 103632 h 115756"/>
                        <a:gd name="connsiteX2" fmla="*/ 6477 w 114554"/>
                        <a:gd name="connsiteY2" fmla="*/ 110300 h 115756"/>
                        <a:gd name="connsiteX3" fmla="*/ 30671 w 114554"/>
                        <a:gd name="connsiteY3" fmla="*/ 114205 h 115756"/>
                        <a:gd name="connsiteX4" fmla="*/ 60484 w 114554"/>
                        <a:gd name="connsiteY4" fmla="*/ 94298 h 115756"/>
                        <a:gd name="connsiteX5" fmla="*/ 97536 w 114554"/>
                        <a:gd name="connsiteY5" fmla="*/ 52292 h 115756"/>
                        <a:gd name="connsiteX6" fmla="*/ 113443 w 114554"/>
                        <a:gd name="connsiteY6" fmla="*/ 23527 h 115756"/>
                        <a:gd name="connsiteX7" fmla="*/ 109728 w 114554"/>
                        <a:gd name="connsiteY7" fmla="*/ 476 h 115756"/>
                        <a:gd name="connsiteX8" fmla="*/ 109252 w 114554"/>
                        <a:gd name="connsiteY8" fmla="*/ 0 h 115756"/>
                        <a:gd name="connsiteX9" fmla="*/ 48482 w 114554"/>
                        <a:gd name="connsiteY9" fmla="*/ 69818 h 115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4554" h="115756">
                          <a:moveTo>
                            <a:pt x="48482" y="69818"/>
                          </a:moveTo>
                          <a:cubicBezTo>
                            <a:pt x="36195" y="88773"/>
                            <a:pt x="16574" y="102965"/>
                            <a:pt x="0" y="103632"/>
                          </a:cubicBezTo>
                          <a:lnTo>
                            <a:pt x="6477" y="110300"/>
                          </a:lnTo>
                          <a:cubicBezTo>
                            <a:pt x="11811" y="115919"/>
                            <a:pt x="20860" y="117158"/>
                            <a:pt x="30671" y="114205"/>
                          </a:cubicBezTo>
                          <a:cubicBezTo>
                            <a:pt x="40672" y="111347"/>
                            <a:pt x="51530" y="104299"/>
                            <a:pt x="60484" y="94298"/>
                          </a:cubicBezTo>
                          <a:lnTo>
                            <a:pt x="97536" y="52292"/>
                          </a:lnTo>
                          <a:cubicBezTo>
                            <a:pt x="105918" y="42958"/>
                            <a:pt x="111252" y="32671"/>
                            <a:pt x="113443" y="23527"/>
                          </a:cubicBezTo>
                          <a:cubicBezTo>
                            <a:pt x="115634" y="14383"/>
                            <a:pt x="114681" y="5906"/>
                            <a:pt x="109728" y="476"/>
                          </a:cubicBezTo>
                          <a:lnTo>
                            <a:pt x="109252" y="0"/>
                          </a:lnTo>
                          <a:cubicBezTo>
                            <a:pt x="87725" y="22003"/>
                            <a:pt x="65913" y="43148"/>
                            <a:pt x="48482" y="6981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06" name="Forme libre : forme 15905">
                      <a:extLst>
                        <a:ext uri="{FF2B5EF4-FFF2-40B4-BE49-F238E27FC236}">
                          <a16:creationId xmlns:a16="http://schemas.microsoft.com/office/drawing/2014/main" id="{5DEAEC4E-76AD-4CA3-8F13-C1CAEAB727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746" y="3098219"/>
                      <a:ext cx="50684" cy="54685"/>
                    </a:xfrm>
                    <a:custGeom>
                      <a:avLst/>
                      <a:gdLst>
                        <a:gd name="connsiteX0" fmla="*/ 48487 w 50684"/>
                        <a:gd name="connsiteY0" fmla="*/ 1883 h 54685"/>
                        <a:gd name="connsiteX1" fmla="*/ 36104 w 50684"/>
                        <a:gd name="connsiteY1" fmla="*/ 36840 h 54685"/>
                        <a:gd name="connsiteX2" fmla="*/ 2386 w 50684"/>
                        <a:gd name="connsiteY2" fmla="*/ 52841 h 54685"/>
                        <a:gd name="connsiteX3" fmla="*/ 14578 w 50684"/>
                        <a:gd name="connsiteY3" fmla="*/ 17599 h 54685"/>
                        <a:gd name="connsiteX4" fmla="*/ 48487 w 50684"/>
                        <a:gd name="connsiteY4" fmla="*/ 1883 h 54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84" h="54685">
                          <a:moveTo>
                            <a:pt x="48487" y="1883"/>
                          </a:moveTo>
                          <a:cubicBezTo>
                            <a:pt x="54106" y="7312"/>
                            <a:pt x="48582" y="22742"/>
                            <a:pt x="36104" y="36840"/>
                          </a:cubicBezTo>
                          <a:cubicBezTo>
                            <a:pt x="23626" y="51032"/>
                            <a:pt x="8291" y="58366"/>
                            <a:pt x="2386" y="52841"/>
                          </a:cubicBezTo>
                          <a:cubicBezTo>
                            <a:pt x="-3520" y="47412"/>
                            <a:pt x="1909" y="31791"/>
                            <a:pt x="14578" y="17599"/>
                          </a:cubicBezTo>
                          <a:cubicBezTo>
                            <a:pt x="27341" y="3407"/>
                            <a:pt x="42772" y="-3642"/>
                            <a:pt x="48487" y="1883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07" name="Forme libre : forme 15906">
                      <a:extLst>
                        <a:ext uri="{FF2B5EF4-FFF2-40B4-BE49-F238E27FC236}">
                          <a16:creationId xmlns:a16="http://schemas.microsoft.com/office/drawing/2014/main" id="{16CC8424-5DD6-4205-855C-77EF219A6A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731" y="3122580"/>
                      <a:ext cx="45167" cy="30285"/>
                    </a:xfrm>
                    <a:custGeom>
                      <a:avLst/>
                      <a:gdLst>
                        <a:gd name="connsiteX0" fmla="*/ 3544 w 45167"/>
                        <a:gd name="connsiteY0" fmla="*/ 9239 h 30285"/>
                        <a:gd name="connsiteX1" fmla="*/ 2401 w 45167"/>
                        <a:gd name="connsiteY1" fmla="*/ 28480 h 30285"/>
                        <a:gd name="connsiteX2" fmla="*/ 36119 w 45167"/>
                        <a:gd name="connsiteY2" fmla="*/ 12478 h 30285"/>
                        <a:gd name="connsiteX3" fmla="*/ 45168 w 45167"/>
                        <a:gd name="connsiteY3" fmla="*/ 0 h 30285"/>
                        <a:gd name="connsiteX4" fmla="*/ 38786 w 45167"/>
                        <a:gd name="connsiteY4" fmla="*/ 5620 h 30285"/>
                        <a:gd name="connsiteX5" fmla="*/ 3544 w 45167"/>
                        <a:gd name="connsiteY5" fmla="*/ 9239 h 30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5167" h="30285">
                          <a:moveTo>
                            <a:pt x="3544" y="9239"/>
                          </a:moveTo>
                          <a:cubicBezTo>
                            <a:pt x="-552" y="17717"/>
                            <a:pt x="-1314" y="25146"/>
                            <a:pt x="2401" y="28480"/>
                          </a:cubicBezTo>
                          <a:cubicBezTo>
                            <a:pt x="8306" y="33909"/>
                            <a:pt x="23642" y="26670"/>
                            <a:pt x="36119" y="12478"/>
                          </a:cubicBezTo>
                          <a:cubicBezTo>
                            <a:pt x="39834" y="8287"/>
                            <a:pt x="42882" y="4096"/>
                            <a:pt x="45168" y="0"/>
                          </a:cubicBezTo>
                          <a:cubicBezTo>
                            <a:pt x="43168" y="2096"/>
                            <a:pt x="41072" y="4001"/>
                            <a:pt x="38786" y="5620"/>
                          </a:cubicBezTo>
                          <a:cubicBezTo>
                            <a:pt x="25451" y="14002"/>
                            <a:pt x="10116" y="16669"/>
                            <a:pt x="3544" y="9239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08" name="Forme libre : forme 15907">
                      <a:extLst>
                        <a:ext uri="{FF2B5EF4-FFF2-40B4-BE49-F238E27FC236}">
                          <a16:creationId xmlns:a16="http://schemas.microsoft.com/office/drawing/2014/main" id="{A960DE8D-B536-4BE4-9056-2025F91E5F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3493" y="3097869"/>
                      <a:ext cx="50590" cy="54699"/>
                    </a:xfrm>
                    <a:custGeom>
                      <a:avLst/>
                      <a:gdLst>
                        <a:gd name="connsiteX0" fmla="*/ 48407 w 50590"/>
                        <a:gd name="connsiteY0" fmla="*/ 1947 h 54699"/>
                        <a:gd name="connsiteX1" fmla="*/ 36025 w 50590"/>
                        <a:gd name="connsiteY1" fmla="*/ 36808 h 54699"/>
                        <a:gd name="connsiteX2" fmla="*/ 2401 w 50590"/>
                        <a:gd name="connsiteY2" fmla="*/ 52906 h 54699"/>
                        <a:gd name="connsiteX3" fmla="*/ 14593 w 50590"/>
                        <a:gd name="connsiteY3" fmla="*/ 17568 h 54699"/>
                        <a:gd name="connsiteX4" fmla="*/ 48407 w 50590"/>
                        <a:gd name="connsiteY4" fmla="*/ 1947 h 546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590" h="54699">
                          <a:moveTo>
                            <a:pt x="48407" y="1947"/>
                          </a:moveTo>
                          <a:cubicBezTo>
                            <a:pt x="54027" y="7471"/>
                            <a:pt x="48407" y="22616"/>
                            <a:pt x="36025" y="36808"/>
                          </a:cubicBezTo>
                          <a:cubicBezTo>
                            <a:pt x="23547" y="51001"/>
                            <a:pt x="8307" y="58335"/>
                            <a:pt x="2401" y="52906"/>
                          </a:cubicBezTo>
                          <a:cubicBezTo>
                            <a:pt x="-3504" y="47476"/>
                            <a:pt x="1830" y="31760"/>
                            <a:pt x="14593" y="17568"/>
                          </a:cubicBezTo>
                          <a:cubicBezTo>
                            <a:pt x="27357" y="3280"/>
                            <a:pt x="42787" y="-3673"/>
                            <a:pt x="48407" y="194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09" name="Forme libre : forme 15908">
                      <a:extLst>
                        <a:ext uri="{FF2B5EF4-FFF2-40B4-BE49-F238E27FC236}">
                          <a16:creationId xmlns:a16="http://schemas.microsoft.com/office/drawing/2014/main" id="{1455A497-605F-4B57-84BE-190AFDF1D3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9273" y="3119740"/>
                      <a:ext cx="84303" cy="62030"/>
                    </a:xfrm>
                    <a:custGeom>
                      <a:avLst/>
                      <a:gdLst>
                        <a:gd name="connsiteX0" fmla="*/ 13381 w 84303"/>
                        <a:gd name="connsiteY0" fmla="*/ 54085 h 62030"/>
                        <a:gd name="connsiteX1" fmla="*/ 24811 w 84303"/>
                        <a:gd name="connsiteY1" fmla="*/ 61800 h 62030"/>
                        <a:gd name="connsiteX2" fmla="*/ 59291 w 84303"/>
                        <a:gd name="connsiteY2" fmla="*/ 45513 h 62030"/>
                        <a:gd name="connsiteX3" fmla="*/ 81770 w 84303"/>
                        <a:gd name="connsiteY3" fmla="*/ 17223 h 62030"/>
                        <a:gd name="connsiteX4" fmla="*/ 79865 w 84303"/>
                        <a:gd name="connsiteY4" fmla="*/ 78 h 62030"/>
                        <a:gd name="connsiteX5" fmla="*/ 66911 w 84303"/>
                        <a:gd name="connsiteY5" fmla="*/ 4364 h 62030"/>
                        <a:gd name="connsiteX6" fmla="*/ 35479 w 84303"/>
                        <a:gd name="connsiteY6" fmla="*/ 15604 h 62030"/>
                        <a:gd name="connsiteX7" fmla="*/ 1665 w 84303"/>
                        <a:gd name="connsiteY7" fmla="*/ 30654 h 62030"/>
                        <a:gd name="connsiteX8" fmla="*/ 13381 w 84303"/>
                        <a:gd name="connsiteY8" fmla="*/ 54085 h 62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303" h="62030">
                          <a:moveTo>
                            <a:pt x="13381" y="54085"/>
                          </a:moveTo>
                          <a:cubicBezTo>
                            <a:pt x="16524" y="57419"/>
                            <a:pt x="19762" y="60848"/>
                            <a:pt x="24811" y="61800"/>
                          </a:cubicBezTo>
                          <a:cubicBezTo>
                            <a:pt x="34431" y="63515"/>
                            <a:pt x="48242" y="55419"/>
                            <a:pt x="59291" y="45513"/>
                          </a:cubicBezTo>
                          <a:cubicBezTo>
                            <a:pt x="68530" y="37321"/>
                            <a:pt x="77103" y="27415"/>
                            <a:pt x="81770" y="17223"/>
                          </a:cubicBezTo>
                          <a:cubicBezTo>
                            <a:pt x="85199" y="9508"/>
                            <a:pt x="85675" y="936"/>
                            <a:pt x="79865" y="78"/>
                          </a:cubicBezTo>
                          <a:cubicBezTo>
                            <a:pt x="76246" y="-493"/>
                            <a:pt x="71388" y="2174"/>
                            <a:pt x="66911" y="4364"/>
                          </a:cubicBezTo>
                          <a:cubicBezTo>
                            <a:pt x="56243" y="9698"/>
                            <a:pt x="45670" y="13699"/>
                            <a:pt x="35479" y="15604"/>
                          </a:cubicBezTo>
                          <a:cubicBezTo>
                            <a:pt x="26811" y="17319"/>
                            <a:pt x="8808" y="18176"/>
                            <a:pt x="1665" y="30654"/>
                          </a:cubicBezTo>
                          <a:cubicBezTo>
                            <a:pt x="-4717" y="42084"/>
                            <a:pt x="8999" y="49513"/>
                            <a:pt x="13381" y="5408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10" name="Forme libre : forme 15909">
                      <a:extLst>
                        <a:ext uri="{FF2B5EF4-FFF2-40B4-BE49-F238E27FC236}">
                          <a16:creationId xmlns:a16="http://schemas.microsoft.com/office/drawing/2014/main" id="{3285B9A6-ADEE-4DED-BB47-C75815C927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1560" y="3127733"/>
                      <a:ext cx="16104" cy="27351"/>
                    </a:xfrm>
                    <a:custGeom>
                      <a:avLst/>
                      <a:gdLst>
                        <a:gd name="connsiteX0" fmla="*/ 45 w 16104"/>
                        <a:gd name="connsiteY0" fmla="*/ 23422 h 27351"/>
                        <a:gd name="connsiteX1" fmla="*/ 1188 w 16104"/>
                        <a:gd name="connsiteY1" fmla="*/ 26756 h 27351"/>
                        <a:gd name="connsiteX2" fmla="*/ 4998 w 16104"/>
                        <a:gd name="connsiteY2" fmla="*/ 26661 h 27351"/>
                        <a:gd name="connsiteX3" fmla="*/ 8332 w 16104"/>
                        <a:gd name="connsiteY3" fmla="*/ 22946 h 27351"/>
                        <a:gd name="connsiteX4" fmla="*/ 14333 w 16104"/>
                        <a:gd name="connsiteY4" fmla="*/ 11992 h 27351"/>
                        <a:gd name="connsiteX5" fmla="*/ 15952 w 16104"/>
                        <a:gd name="connsiteY5" fmla="*/ 7516 h 27351"/>
                        <a:gd name="connsiteX6" fmla="*/ 6522 w 16104"/>
                        <a:gd name="connsiteY6" fmla="*/ 3991 h 27351"/>
                        <a:gd name="connsiteX7" fmla="*/ 45 w 16104"/>
                        <a:gd name="connsiteY7" fmla="*/ 23422 h 27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104" h="27351">
                          <a:moveTo>
                            <a:pt x="45" y="23422"/>
                          </a:moveTo>
                          <a:cubicBezTo>
                            <a:pt x="141" y="24756"/>
                            <a:pt x="426" y="25994"/>
                            <a:pt x="1188" y="26756"/>
                          </a:cubicBezTo>
                          <a:cubicBezTo>
                            <a:pt x="1950" y="27518"/>
                            <a:pt x="3474" y="27613"/>
                            <a:pt x="4998" y="26661"/>
                          </a:cubicBezTo>
                          <a:cubicBezTo>
                            <a:pt x="6332" y="25803"/>
                            <a:pt x="7380" y="24280"/>
                            <a:pt x="8332" y="22946"/>
                          </a:cubicBezTo>
                          <a:cubicBezTo>
                            <a:pt x="10618" y="19326"/>
                            <a:pt x="12618" y="15707"/>
                            <a:pt x="14333" y="11992"/>
                          </a:cubicBezTo>
                          <a:cubicBezTo>
                            <a:pt x="15000" y="10468"/>
                            <a:pt x="15666" y="8944"/>
                            <a:pt x="15952" y="7516"/>
                          </a:cubicBezTo>
                          <a:cubicBezTo>
                            <a:pt x="17000" y="1515"/>
                            <a:pt x="12523" y="-4010"/>
                            <a:pt x="6522" y="3991"/>
                          </a:cubicBezTo>
                          <a:cubicBezTo>
                            <a:pt x="1665" y="9992"/>
                            <a:pt x="-336" y="18088"/>
                            <a:pt x="45" y="2342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11" name="Forme libre : forme 15910">
                      <a:extLst>
                        <a:ext uri="{FF2B5EF4-FFF2-40B4-BE49-F238E27FC236}">
                          <a16:creationId xmlns:a16="http://schemas.microsoft.com/office/drawing/2014/main" id="{F571EA7A-69F3-46D3-93B5-A947A0C778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2377" y="3085433"/>
                      <a:ext cx="12506" cy="49244"/>
                    </a:xfrm>
                    <a:custGeom>
                      <a:avLst/>
                      <a:gdLst>
                        <a:gd name="connsiteX0" fmla="*/ 7334 w 12506"/>
                        <a:gd name="connsiteY0" fmla="*/ 0 h 49244"/>
                        <a:gd name="connsiteX1" fmla="*/ 12287 w 12506"/>
                        <a:gd name="connsiteY1" fmla="*/ 11525 h 49244"/>
                        <a:gd name="connsiteX2" fmla="*/ 0 w 12506"/>
                        <a:gd name="connsiteY2" fmla="*/ 49244 h 49244"/>
                        <a:gd name="connsiteX3" fmla="*/ 7144 w 12506"/>
                        <a:gd name="connsiteY3" fmla="*/ 32480 h 49244"/>
                        <a:gd name="connsiteX4" fmla="*/ 7334 w 12506"/>
                        <a:gd name="connsiteY4" fmla="*/ 0 h 49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06" h="49244">
                          <a:moveTo>
                            <a:pt x="7334" y="0"/>
                          </a:moveTo>
                          <a:cubicBezTo>
                            <a:pt x="7334" y="0"/>
                            <a:pt x="11335" y="3715"/>
                            <a:pt x="12287" y="11525"/>
                          </a:cubicBezTo>
                          <a:cubicBezTo>
                            <a:pt x="13240" y="19431"/>
                            <a:pt x="11430" y="31052"/>
                            <a:pt x="0" y="49244"/>
                          </a:cubicBezTo>
                          <a:cubicBezTo>
                            <a:pt x="0" y="49244"/>
                            <a:pt x="4191" y="42005"/>
                            <a:pt x="7144" y="32480"/>
                          </a:cubicBezTo>
                          <a:cubicBezTo>
                            <a:pt x="10001" y="22765"/>
                            <a:pt x="11906" y="10859"/>
                            <a:pt x="733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12" name="Forme libre : forme 15911">
                      <a:extLst>
                        <a:ext uri="{FF2B5EF4-FFF2-40B4-BE49-F238E27FC236}">
                          <a16:creationId xmlns:a16="http://schemas.microsoft.com/office/drawing/2014/main" id="{8F7731E4-A1C2-4FD7-A641-D8115F4879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5789" y="3126105"/>
                      <a:ext cx="16767" cy="52863"/>
                    </a:xfrm>
                    <a:custGeom>
                      <a:avLst/>
                      <a:gdLst>
                        <a:gd name="connsiteX0" fmla="*/ 16767 w 16767"/>
                        <a:gd name="connsiteY0" fmla="*/ 0 h 52863"/>
                        <a:gd name="connsiteX1" fmla="*/ 4957 w 16767"/>
                        <a:gd name="connsiteY1" fmla="*/ 18192 h 52863"/>
                        <a:gd name="connsiteX2" fmla="*/ 4766 w 16767"/>
                        <a:gd name="connsiteY2" fmla="*/ 52864 h 52863"/>
                        <a:gd name="connsiteX3" fmla="*/ 2385 w 16767"/>
                        <a:gd name="connsiteY3" fmla="*/ 37719 h 52863"/>
                        <a:gd name="connsiteX4" fmla="*/ 16767 w 16767"/>
                        <a:gd name="connsiteY4" fmla="*/ 0 h 52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67" h="52863">
                          <a:moveTo>
                            <a:pt x="16767" y="0"/>
                          </a:moveTo>
                          <a:cubicBezTo>
                            <a:pt x="16767" y="0"/>
                            <a:pt x="9814" y="7906"/>
                            <a:pt x="4957" y="18192"/>
                          </a:cubicBezTo>
                          <a:cubicBezTo>
                            <a:pt x="3" y="28480"/>
                            <a:pt x="-3044" y="41529"/>
                            <a:pt x="4766" y="52864"/>
                          </a:cubicBezTo>
                          <a:cubicBezTo>
                            <a:pt x="4766" y="52864"/>
                            <a:pt x="2194" y="47149"/>
                            <a:pt x="2385" y="37719"/>
                          </a:cubicBezTo>
                          <a:cubicBezTo>
                            <a:pt x="2575" y="28194"/>
                            <a:pt x="5528" y="15430"/>
                            <a:pt x="1676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13" name="Forme libre : forme 15912">
                      <a:extLst>
                        <a:ext uri="{FF2B5EF4-FFF2-40B4-BE49-F238E27FC236}">
                          <a16:creationId xmlns:a16="http://schemas.microsoft.com/office/drawing/2014/main" id="{780429D1-D5C0-474D-A167-EE51D508AA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3587" y="3106962"/>
                      <a:ext cx="20881" cy="18258"/>
                    </a:xfrm>
                    <a:custGeom>
                      <a:avLst/>
                      <a:gdLst>
                        <a:gd name="connsiteX0" fmla="*/ 20787 w 20881"/>
                        <a:gd name="connsiteY0" fmla="*/ 1426 h 18258"/>
                        <a:gd name="connsiteX1" fmla="*/ 11929 w 20881"/>
                        <a:gd name="connsiteY1" fmla="*/ 13999 h 18258"/>
                        <a:gd name="connsiteX2" fmla="*/ 118 w 20881"/>
                        <a:gd name="connsiteY2" fmla="*/ 16856 h 18258"/>
                        <a:gd name="connsiteX3" fmla="*/ 8976 w 20881"/>
                        <a:gd name="connsiteY3" fmla="*/ 4283 h 18258"/>
                        <a:gd name="connsiteX4" fmla="*/ 20787 w 20881"/>
                        <a:gd name="connsiteY4" fmla="*/ 1426 h 182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881" h="18258">
                          <a:moveTo>
                            <a:pt x="20787" y="1426"/>
                          </a:moveTo>
                          <a:cubicBezTo>
                            <a:pt x="21549" y="4093"/>
                            <a:pt x="17644" y="9712"/>
                            <a:pt x="11929" y="13999"/>
                          </a:cubicBezTo>
                          <a:cubicBezTo>
                            <a:pt x="6214" y="18285"/>
                            <a:pt x="975" y="19523"/>
                            <a:pt x="118" y="16856"/>
                          </a:cubicBezTo>
                          <a:cubicBezTo>
                            <a:pt x="-739" y="14189"/>
                            <a:pt x="3166" y="8474"/>
                            <a:pt x="8976" y="4283"/>
                          </a:cubicBezTo>
                          <a:cubicBezTo>
                            <a:pt x="14691" y="-98"/>
                            <a:pt x="19930" y="-1241"/>
                            <a:pt x="20787" y="142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14" name="Forme libre : forme 15913">
                      <a:extLst>
                        <a:ext uri="{FF2B5EF4-FFF2-40B4-BE49-F238E27FC236}">
                          <a16:creationId xmlns:a16="http://schemas.microsoft.com/office/drawing/2014/main" id="{DACA5AC6-D1EF-47C8-95B8-C2D5A57B6F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678" y="3104525"/>
                      <a:ext cx="5746" cy="5915"/>
                    </a:xfrm>
                    <a:custGeom>
                      <a:avLst/>
                      <a:gdLst>
                        <a:gd name="connsiteX0" fmla="*/ 5316 w 5746"/>
                        <a:gd name="connsiteY0" fmla="*/ 339 h 5915"/>
                        <a:gd name="connsiteX1" fmla="*/ 4363 w 5746"/>
                        <a:gd name="connsiteY1" fmla="*/ 4339 h 5915"/>
                        <a:gd name="connsiteX2" fmla="*/ 458 w 5746"/>
                        <a:gd name="connsiteY2" fmla="*/ 5577 h 5915"/>
                        <a:gd name="connsiteX3" fmla="*/ 1315 w 5746"/>
                        <a:gd name="connsiteY3" fmla="*/ 1577 h 5915"/>
                        <a:gd name="connsiteX4" fmla="*/ 5316 w 5746"/>
                        <a:gd name="connsiteY4" fmla="*/ 339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46" h="5915">
                          <a:moveTo>
                            <a:pt x="5316" y="339"/>
                          </a:moveTo>
                          <a:cubicBezTo>
                            <a:pt x="6173" y="1100"/>
                            <a:pt x="5697" y="2910"/>
                            <a:pt x="4363" y="4339"/>
                          </a:cubicBezTo>
                          <a:cubicBezTo>
                            <a:pt x="3030" y="5768"/>
                            <a:pt x="1315" y="6339"/>
                            <a:pt x="458" y="5577"/>
                          </a:cubicBezTo>
                          <a:cubicBezTo>
                            <a:pt x="-400" y="4815"/>
                            <a:pt x="-18" y="3006"/>
                            <a:pt x="1315" y="1577"/>
                          </a:cubicBezTo>
                          <a:cubicBezTo>
                            <a:pt x="2744" y="148"/>
                            <a:pt x="4458" y="-423"/>
                            <a:pt x="5316" y="3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15" name="Forme libre : forme 15914">
                      <a:extLst>
                        <a:ext uri="{FF2B5EF4-FFF2-40B4-BE49-F238E27FC236}">
                          <a16:creationId xmlns:a16="http://schemas.microsoft.com/office/drawing/2014/main" id="{203EE039-D3B2-4D5D-B7E0-E4E70A27A8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316" y="3074828"/>
                      <a:ext cx="63553" cy="36249"/>
                    </a:xfrm>
                    <a:custGeom>
                      <a:avLst/>
                      <a:gdLst>
                        <a:gd name="connsiteX0" fmla="*/ 45630 w 63553"/>
                        <a:gd name="connsiteY0" fmla="*/ 127 h 36249"/>
                        <a:gd name="connsiteX1" fmla="*/ 61918 w 63553"/>
                        <a:gd name="connsiteY1" fmla="*/ 9176 h 36249"/>
                        <a:gd name="connsiteX2" fmla="*/ 62108 w 63553"/>
                        <a:gd name="connsiteY2" fmla="*/ 16605 h 36249"/>
                        <a:gd name="connsiteX3" fmla="*/ 54203 w 63553"/>
                        <a:gd name="connsiteY3" fmla="*/ 19653 h 36249"/>
                        <a:gd name="connsiteX4" fmla="*/ 31247 w 63553"/>
                        <a:gd name="connsiteY4" fmla="*/ 19749 h 36249"/>
                        <a:gd name="connsiteX5" fmla="*/ 5 w 63553"/>
                        <a:gd name="connsiteY5" fmla="*/ 34227 h 36249"/>
                        <a:gd name="connsiteX6" fmla="*/ 26866 w 63553"/>
                        <a:gd name="connsiteY6" fmla="*/ 4604 h 36249"/>
                        <a:gd name="connsiteX7" fmla="*/ 45630 w 63553"/>
                        <a:gd name="connsiteY7" fmla="*/ 127 h 36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3553" h="36249">
                          <a:moveTo>
                            <a:pt x="45630" y="127"/>
                          </a:moveTo>
                          <a:cubicBezTo>
                            <a:pt x="52869" y="889"/>
                            <a:pt x="57822" y="4699"/>
                            <a:pt x="61918" y="9176"/>
                          </a:cubicBezTo>
                          <a:cubicBezTo>
                            <a:pt x="63442" y="10890"/>
                            <a:pt x="64585" y="13653"/>
                            <a:pt x="62108" y="16605"/>
                          </a:cubicBezTo>
                          <a:cubicBezTo>
                            <a:pt x="59917" y="19272"/>
                            <a:pt x="56584" y="19844"/>
                            <a:pt x="54203" y="19653"/>
                          </a:cubicBezTo>
                          <a:cubicBezTo>
                            <a:pt x="46868" y="19082"/>
                            <a:pt x="40106" y="16224"/>
                            <a:pt x="31247" y="19749"/>
                          </a:cubicBezTo>
                          <a:cubicBezTo>
                            <a:pt x="25532" y="21939"/>
                            <a:pt x="196" y="42704"/>
                            <a:pt x="5" y="34227"/>
                          </a:cubicBezTo>
                          <a:cubicBezTo>
                            <a:pt x="-376" y="25749"/>
                            <a:pt x="19436" y="8604"/>
                            <a:pt x="26866" y="4604"/>
                          </a:cubicBezTo>
                          <a:cubicBezTo>
                            <a:pt x="33724" y="889"/>
                            <a:pt x="40296" y="-444"/>
                            <a:pt x="45630" y="12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74" name="Graphique 1">
                    <a:extLst>
                      <a:ext uri="{FF2B5EF4-FFF2-40B4-BE49-F238E27FC236}">
                        <a16:creationId xmlns:a16="http://schemas.microsoft.com/office/drawing/2014/main" id="{00854AE6-CDA3-4CE6-A154-16C8B9176066}"/>
                      </a:ext>
                    </a:extLst>
                  </p:cNvPr>
                  <p:cNvGrpSpPr/>
                  <p:nvPr/>
                </p:nvGrpSpPr>
                <p:grpSpPr>
                  <a:xfrm>
                    <a:off x="3747016" y="3002625"/>
                    <a:ext cx="156731" cy="88271"/>
                    <a:chOff x="3747016" y="3002625"/>
                    <a:chExt cx="156731" cy="88271"/>
                  </a:xfrm>
                  <a:solidFill>
                    <a:schemeClr val="accent1"/>
                  </a:solidFill>
                </p:grpSpPr>
                <p:sp>
                  <p:nvSpPr>
                    <p:cNvPr id="15892" name="Forme libre : forme 15891">
                      <a:extLst>
                        <a:ext uri="{FF2B5EF4-FFF2-40B4-BE49-F238E27FC236}">
                          <a16:creationId xmlns:a16="http://schemas.microsoft.com/office/drawing/2014/main" id="{5B7D196F-24FB-495D-AC21-8ED7BA425E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7016" y="3002625"/>
                      <a:ext cx="156731" cy="88271"/>
                    </a:xfrm>
                    <a:custGeom>
                      <a:avLst/>
                      <a:gdLst>
                        <a:gd name="connsiteX0" fmla="*/ 96802 w 156731"/>
                        <a:gd name="connsiteY0" fmla="*/ 73949 h 88271"/>
                        <a:gd name="connsiteX1" fmla="*/ 89277 w 156731"/>
                        <a:gd name="connsiteY1" fmla="*/ 73378 h 88271"/>
                        <a:gd name="connsiteX2" fmla="*/ 85657 w 156731"/>
                        <a:gd name="connsiteY2" fmla="*/ 73378 h 88271"/>
                        <a:gd name="connsiteX3" fmla="*/ 81943 w 156731"/>
                        <a:gd name="connsiteY3" fmla="*/ 74045 h 88271"/>
                        <a:gd name="connsiteX4" fmla="*/ 66227 w 156731"/>
                        <a:gd name="connsiteY4" fmla="*/ 79569 h 88271"/>
                        <a:gd name="connsiteX5" fmla="*/ 53654 w 156731"/>
                        <a:gd name="connsiteY5" fmla="*/ 84998 h 88271"/>
                        <a:gd name="connsiteX6" fmla="*/ 40223 w 156731"/>
                        <a:gd name="connsiteY6" fmla="*/ 88046 h 88271"/>
                        <a:gd name="connsiteX7" fmla="*/ 27746 w 156731"/>
                        <a:gd name="connsiteY7" fmla="*/ 87475 h 88271"/>
                        <a:gd name="connsiteX8" fmla="*/ 18030 w 156731"/>
                        <a:gd name="connsiteY8" fmla="*/ 82046 h 88271"/>
                        <a:gd name="connsiteX9" fmla="*/ 4124 w 156731"/>
                        <a:gd name="connsiteY9" fmla="*/ 66805 h 88271"/>
                        <a:gd name="connsiteX10" fmla="*/ 28 w 156731"/>
                        <a:gd name="connsiteY10" fmla="*/ 56328 h 88271"/>
                        <a:gd name="connsiteX11" fmla="*/ 3076 w 156731"/>
                        <a:gd name="connsiteY11" fmla="*/ 42517 h 88271"/>
                        <a:gd name="connsiteX12" fmla="*/ 13839 w 156731"/>
                        <a:gd name="connsiteY12" fmla="*/ 27277 h 88271"/>
                        <a:gd name="connsiteX13" fmla="*/ 32794 w 156731"/>
                        <a:gd name="connsiteY13" fmla="*/ 13465 h 88271"/>
                        <a:gd name="connsiteX14" fmla="*/ 70037 w 156731"/>
                        <a:gd name="connsiteY14" fmla="*/ 1464 h 88271"/>
                        <a:gd name="connsiteX15" fmla="*/ 80228 w 156731"/>
                        <a:gd name="connsiteY15" fmla="*/ 130 h 88271"/>
                        <a:gd name="connsiteX16" fmla="*/ 90611 w 156731"/>
                        <a:gd name="connsiteY16" fmla="*/ 35 h 88271"/>
                        <a:gd name="connsiteX17" fmla="*/ 110804 w 156731"/>
                        <a:gd name="connsiteY17" fmla="*/ 2226 h 88271"/>
                        <a:gd name="connsiteX18" fmla="*/ 123567 w 156731"/>
                        <a:gd name="connsiteY18" fmla="*/ 6227 h 88271"/>
                        <a:gd name="connsiteX19" fmla="*/ 134330 w 156731"/>
                        <a:gd name="connsiteY19" fmla="*/ 11751 h 88271"/>
                        <a:gd name="connsiteX20" fmla="*/ 150237 w 156731"/>
                        <a:gd name="connsiteY20" fmla="*/ 26134 h 88271"/>
                        <a:gd name="connsiteX21" fmla="*/ 156714 w 156731"/>
                        <a:gd name="connsiteY21" fmla="*/ 41755 h 88271"/>
                        <a:gd name="connsiteX22" fmla="*/ 152809 w 156731"/>
                        <a:gd name="connsiteY22" fmla="*/ 52328 h 88271"/>
                        <a:gd name="connsiteX23" fmla="*/ 138331 w 156731"/>
                        <a:gd name="connsiteY23" fmla="*/ 65853 h 88271"/>
                        <a:gd name="connsiteX24" fmla="*/ 129187 w 156731"/>
                        <a:gd name="connsiteY24" fmla="*/ 70996 h 88271"/>
                        <a:gd name="connsiteX25" fmla="*/ 119567 w 156731"/>
                        <a:gd name="connsiteY25" fmla="*/ 74140 h 88271"/>
                        <a:gd name="connsiteX26" fmla="*/ 114709 w 156731"/>
                        <a:gd name="connsiteY26" fmla="*/ 75188 h 88271"/>
                        <a:gd name="connsiteX27" fmla="*/ 108422 w 156731"/>
                        <a:gd name="connsiteY27" fmla="*/ 75188 h 88271"/>
                        <a:gd name="connsiteX28" fmla="*/ 102422 w 156731"/>
                        <a:gd name="connsiteY28" fmla="*/ 74806 h 88271"/>
                        <a:gd name="connsiteX29" fmla="*/ 96802 w 156731"/>
                        <a:gd name="connsiteY29" fmla="*/ 73949 h 88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56731" h="88271">
                          <a:moveTo>
                            <a:pt x="96802" y="73949"/>
                          </a:moveTo>
                          <a:cubicBezTo>
                            <a:pt x="94230" y="73854"/>
                            <a:pt x="91658" y="72902"/>
                            <a:pt x="89277" y="73378"/>
                          </a:cubicBezTo>
                          <a:cubicBezTo>
                            <a:pt x="88039" y="73473"/>
                            <a:pt x="86801" y="73473"/>
                            <a:pt x="85657" y="73378"/>
                          </a:cubicBezTo>
                          <a:cubicBezTo>
                            <a:pt x="84419" y="73568"/>
                            <a:pt x="83181" y="73854"/>
                            <a:pt x="81943" y="74045"/>
                          </a:cubicBezTo>
                          <a:cubicBezTo>
                            <a:pt x="77085" y="74616"/>
                            <a:pt x="71846" y="76997"/>
                            <a:pt x="66227" y="79569"/>
                          </a:cubicBezTo>
                          <a:cubicBezTo>
                            <a:pt x="62321" y="81950"/>
                            <a:pt x="58130" y="83284"/>
                            <a:pt x="53654" y="84998"/>
                          </a:cubicBezTo>
                          <a:cubicBezTo>
                            <a:pt x="49272" y="86237"/>
                            <a:pt x="44700" y="87570"/>
                            <a:pt x="40223" y="88046"/>
                          </a:cubicBezTo>
                          <a:cubicBezTo>
                            <a:pt x="35747" y="88332"/>
                            <a:pt x="31556" y="88522"/>
                            <a:pt x="27746" y="87475"/>
                          </a:cubicBezTo>
                          <a:cubicBezTo>
                            <a:pt x="23936" y="86522"/>
                            <a:pt x="20602" y="84808"/>
                            <a:pt x="18030" y="82046"/>
                          </a:cubicBezTo>
                          <a:lnTo>
                            <a:pt x="4124" y="66805"/>
                          </a:lnTo>
                          <a:cubicBezTo>
                            <a:pt x="1647" y="64043"/>
                            <a:pt x="218" y="60519"/>
                            <a:pt x="28" y="56328"/>
                          </a:cubicBezTo>
                          <a:cubicBezTo>
                            <a:pt x="-163" y="52232"/>
                            <a:pt x="599" y="47374"/>
                            <a:pt x="3076" y="42517"/>
                          </a:cubicBezTo>
                          <a:cubicBezTo>
                            <a:pt x="5457" y="37564"/>
                            <a:pt x="8696" y="32230"/>
                            <a:pt x="13839" y="27277"/>
                          </a:cubicBezTo>
                          <a:cubicBezTo>
                            <a:pt x="18506" y="22133"/>
                            <a:pt x="25364" y="17561"/>
                            <a:pt x="32794" y="13465"/>
                          </a:cubicBezTo>
                          <a:cubicBezTo>
                            <a:pt x="44129" y="8227"/>
                            <a:pt x="56321" y="3369"/>
                            <a:pt x="70037" y="1464"/>
                          </a:cubicBezTo>
                          <a:cubicBezTo>
                            <a:pt x="73466" y="988"/>
                            <a:pt x="76799" y="416"/>
                            <a:pt x="80228" y="130"/>
                          </a:cubicBezTo>
                          <a:lnTo>
                            <a:pt x="90611" y="35"/>
                          </a:lnTo>
                          <a:cubicBezTo>
                            <a:pt x="97564" y="-251"/>
                            <a:pt x="104136" y="1273"/>
                            <a:pt x="110804" y="2226"/>
                          </a:cubicBezTo>
                          <a:cubicBezTo>
                            <a:pt x="115566" y="2893"/>
                            <a:pt x="119567" y="4703"/>
                            <a:pt x="123567" y="6227"/>
                          </a:cubicBezTo>
                          <a:cubicBezTo>
                            <a:pt x="127663" y="7750"/>
                            <a:pt x="131282" y="9560"/>
                            <a:pt x="134330" y="11751"/>
                          </a:cubicBezTo>
                          <a:cubicBezTo>
                            <a:pt x="140617" y="16037"/>
                            <a:pt x="145570" y="20228"/>
                            <a:pt x="150237" y="26134"/>
                          </a:cubicBezTo>
                          <a:cubicBezTo>
                            <a:pt x="154428" y="31658"/>
                            <a:pt x="156428" y="37278"/>
                            <a:pt x="156714" y="41755"/>
                          </a:cubicBezTo>
                          <a:cubicBezTo>
                            <a:pt x="156905" y="46327"/>
                            <a:pt x="155476" y="49851"/>
                            <a:pt x="152809" y="52328"/>
                          </a:cubicBezTo>
                          <a:lnTo>
                            <a:pt x="138331" y="65853"/>
                          </a:lnTo>
                          <a:cubicBezTo>
                            <a:pt x="135664" y="68329"/>
                            <a:pt x="132425" y="69854"/>
                            <a:pt x="129187" y="70996"/>
                          </a:cubicBezTo>
                          <a:cubicBezTo>
                            <a:pt x="125853" y="72235"/>
                            <a:pt x="122615" y="73187"/>
                            <a:pt x="119567" y="74140"/>
                          </a:cubicBezTo>
                          <a:cubicBezTo>
                            <a:pt x="117757" y="74616"/>
                            <a:pt x="117090" y="75092"/>
                            <a:pt x="114709" y="75188"/>
                          </a:cubicBezTo>
                          <a:cubicBezTo>
                            <a:pt x="112613" y="75378"/>
                            <a:pt x="110518" y="75378"/>
                            <a:pt x="108422" y="75188"/>
                          </a:cubicBezTo>
                          <a:cubicBezTo>
                            <a:pt x="106327" y="74806"/>
                            <a:pt x="104327" y="74806"/>
                            <a:pt x="102422" y="74806"/>
                          </a:cubicBezTo>
                          <a:cubicBezTo>
                            <a:pt x="100517" y="74806"/>
                            <a:pt x="98516" y="74045"/>
                            <a:pt x="96802" y="73949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93" name="Forme libre : forme 15892">
                      <a:extLst>
                        <a:ext uri="{FF2B5EF4-FFF2-40B4-BE49-F238E27FC236}">
                          <a16:creationId xmlns:a16="http://schemas.microsoft.com/office/drawing/2014/main" id="{C3B1884C-F268-443E-9A80-945DD6AC23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9045" y="3049047"/>
                      <a:ext cx="126777" cy="41821"/>
                    </a:xfrm>
                    <a:custGeom>
                      <a:avLst/>
                      <a:gdLst>
                        <a:gd name="connsiteX0" fmla="*/ 51149 w 126777"/>
                        <a:gd name="connsiteY0" fmla="*/ 7906 h 41821"/>
                        <a:gd name="connsiteX1" fmla="*/ 25527 w 126777"/>
                        <a:gd name="connsiteY1" fmla="*/ 21908 h 41821"/>
                        <a:gd name="connsiteX2" fmla="*/ 0 w 126777"/>
                        <a:gd name="connsiteY2" fmla="*/ 29051 h 41821"/>
                        <a:gd name="connsiteX3" fmla="*/ 6001 w 126777"/>
                        <a:gd name="connsiteY3" fmla="*/ 35624 h 41821"/>
                        <a:gd name="connsiteX4" fmla="*/ 15716 w 126777"/>
                        <a:gd name="connsiteY4" fmla="*/ 41053 h 41821"/>
                        <a:gd name="connsiteX5" fmla="*/ 28194 w 126777"/>
                        <a:gd name="connsiteY5" fmla="*/ 41624 h 41821"/>
                        <a:gd name="connsiteX6" fmla="*/ 41624 w 126777"/>
                        <a:gd name="connsiteY6" fmla="*/ 38576 h 41821"/>
                        <a:gd name="connsiteX7" fmla="*/ 54197 w 126777"/>
                        <a:gd name="connsiteY7" fmla="*/ 33147 h 41821"/>
                        <a:gd name="connsiteX8" fmla="*/ 69913 w 126777"/>
                        <a:gd name="connsiteY8" fmla="*/ 27623 h 41821"/>
                        <a:gd name="connsiteX9" fmla="*/ 73628 w 126777"/>
                        <a:gd name="connsiteY9" fmla="*/ 26956 h 41821"/>
                        <a:gd name="connsiteX10" fmla="*/ 77248 w 126777"/>
                        <a:gd name="connsiteY10" fmla="*/ 26956 h 41821"/>
                        <a:gd name="connsiteX11" fmla="*/ 84772 w 126777"/>
                        <a:gd name="connsiteY11" fmla="*/ 27527 h 41821"/>
                        <a:gd name="connsiteX12" fmla="*/ 90392 w 126777"/>
                        <a:gd name="connsiteY12" fmla="*/ 28385 h 41821"/>
                        <a:gd name="connsiteX13" fmla="*/ 96393 w 126777"/>
                        <a:gd name="connsiteY13" fmla="*/ 28766 h 41821"/>
                        <a:gd name="connsiteX14" fmla="*/ 102679 w 126777"/>
                        <a:gd name="connsiteY14" fmla="*/ 28766 h 41821"/>
                        <a:gd name="connsiteX15" fmla="*/ 107537 w 126777"/>
                        <a:gd name="connsiteY15" fmla="*/ 27718 h 41821"/>
                        <a:gd name="connsiteX16" fmla="*/ 117157 w 126777"/>
                        <a:gd name="connsiteY16" fmla="*/ 24575 h 41821"/>
                        <a:gd name="connsiteX17" fmla="*/ 126301 w 126777"/>
                        <a:gd name="connsiteY17" fmla="*/ 19431 h 41821"/>
                        <a:gd name="connsiteX18" fmla="*/ 126778 w 126777"/>
                        <a:gd name="connsiteY18" fmla="*/ 18955 h 41821"/>
                        <a:gd name="connsiteX19" fmla="*/ 110204 w 126777"/>
                        <a:gd name="connsiteY19" fmla="*/ 8096 h 41821"/>
                        <a:gd name="connsiteX20" fmla="*/ 90392 w 126777"/>
                        <a:gd name="connsiteY20" fmla="*/ 1238 h 41821"/>
                        <a:gd name="connsiteX21" fmla="*/ 80296 w 126777"/>
                        <a:gd name="connsiteY21" fmla="*/ 0 h 41821"/>
                        <a:gd name="connsiteX22" fmla="*/ 70199 w 126777"/>
                        <a:gd name="connsiteY22" fmla="*/ 667 h 41821"/>
                        <a:gd name="connsiteX23" fmla="*/ 60388 w 126777"/>
                        <a:gd name="connsiteY23" fmla="*/ 3239 h 41821"/>
                        <a:gd name="connsiteX24" fmla="*/ 51149 w 126777"/>
                        <a:gd name="connsiteY24" fmla="*/ 7906 h 41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26777" h="41821">
                          <a:moveTo>
                            <a:pt x="51149" y="7906"/>
                          </a:moveTo>
                          <a:cubicBezTo>
                            <a:pt x="42767" y="12954"/>
                            <a:pt x="34290" y="18002"/>
                            <a:pt x="25527" y="21908"/>
                          </a:cubicBezTo>
                          <a:cubicBezTo>
                            <a:pt x="16859" y="25908"/>
                            <a:pt x="8001" y="28670"/>
                            <a:pt x="0" y="29051"/>
                          </a:cubicBezTo>
                          <a:lnTo>
                            <a:pt x="6001" y="35624"/>
                          </a:lnTo>
                          <a:cubicBezTo>
                            <a:pt x="8477" y="38386"/>
                            <a:pt x="11906" y="40196"/>
                            <a:pt x="15716" y="41053"/>
                          </a:cubicBezTo>
                          <a:cubicBezTo>
                            <a:pt x="19526" y="42005"/>
                            <a:pt x="23813" y="41910"/>
                            <a:pt x="28194" y="41624"/>
                          </a:cubicBezTo>
                          <a:cubicBezTo>
                            <a:pt x="32671" y="41243"/>
                            <a:pt x="37147" y="39815"/>
                            <a:pt x="41624" y="38576"/>
                          </a:cubicBezTo>
                          <a:cubicBezTo>
                            <a:pt x="46101" y="36862"/>
                            <a:pt x="50292" y="35528"/>
                            <a:pt x="54197" y="33147"/>
                          </a:cubicBezTo>
                          <a:cubicBezTo>
                            <a:pt x="59722" y="30575"/>
                            <a:pt x="64961" y="28289"/>
                            <a:pt x="69913" y="27623"/>
                          </a:cubicBezTo>
                          <a:cubicBezTo>
                            <a:pt x="71152" y="27432"/>
                            <a:pt x="72390" y="27051"/>
                            <a:pt x="73628" y="26956"/>
                          </a:cubicBezTo>
                          <a:cubicBezTo>
                            <a:pt x="74866" y="26956"/>
                            <a:pt x="76105" y="26956"/>
                            <a:pt x="77248" y="26956"/>
                          </a:cubicBezTo>
                          <a:cubicBezTo>
                            <a:pt x="79629" y="26480"/>
                            <a:pt x="82201" y="27527"/>
                            <a:pt x="84772" y="27527"/>
                          </a:cubicBezTo>
                          <a:cubicBezTo>
                            <a:pt x="86582" y="27623"/>
                            <a:pt x="88487" y="28385"/>
                            <a:pt x="90392" y="28385"/>
                          </a:cubicBezTo>
                          <a:cubicBezTo>
                            <a:pt x="92297" y="28480"/>
                            <a:pt x="94297" y="28480"/>
                            <a:pt x="96393" y="28766"/>
                          </a:cubicBezTo>
                          <a:cubicBezTo>
                            <a:pt x="98488" y="28956"/>
                            <a:pt x="100584" y="28956"/>
                            <a:pt x="102679" y="28766"/>
                          </a:cubicBezTo>
                          <a:cubicBezTo>
                            <a:pt x="105156" y="28670"/>
                            <a:pt x="105728" y="28194"/>
                            <a:pt x="107537" y="27718"/>
                          </a:cubicBezTo>
                          <a:cubicBezTo>
                            <a:pt x="110585" y="26766"/>
                            <a:pt x="113824" y="25908"/>
                            <a:pt x="117157" y="24575"/>
                          </a:cubicBezTo>
                          <a:cubicBezTo>
                            <a:pt x="120396" y="23432"/>
                            <a:pt x="123634" y="21812"/>
                            <a:pt x="126301" y="19431"/>
                          </a:cubicBezTo>
                          <a:lnTo>
                            <a:pt x="126778" y="18955"/>
                          </a:lnTo>
                          <a:cubicBezTo>
                            <a:pt x="121920" y="14192"/>
                            <a:pt x="116967" y="10763"/>
                            <a:pt x="110204" y="8096"/>
                          </a:cubicBezTo>
                          <a:cubicBezTo>
                            <a:pt x="103727" y="4858"/>
                            <a:pt x="97060" y="2762"/>
                            <a:pt x="90392" y="1238"/>
                          </a:cubicBezTo>
                          <a:cubicBezTo>
                            <a:pt x="86963" y="858"/>
                            <a:pt x="83629" y="191"/>
                            <a:pt x="80296" y="0"/>
                          </a:cubicBezTo>
                          <a:cubicBezTo>
                            <a:pt x="76962" y="191"/>
                            <a:pt x="73533" y="95"/>
                            <a:pt x="70199" y="667"/>
                          </a:cubicBezTo>
                          <a:cubicBezTo>
                            <a:pt x="66865" y="1524"/>
                            <a:pt x="63627" y="2000"/>
                            <a:pt x="60388" y="3239"/>
                          </a:cubicBezTo>
                          <a:cubicBezTo>
                            <a:pt x="57245" y="4858"/>
                            <a:pt x="54102" y="5906"/>
                            <a:pt x="51149" y="7906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94" name="Forme libre : forme 15893">
                      <a:extLst>
                        <a:ext uri="{FF2B5EF4-FFF2-40B4-BE49-F238E27FC236}">
                          <a16:creationId xmlns:a16="http://schemas.microsoft.com/office/drawing/2014/main" id="{D9EAC673-6522-452D-8498-E12E1AAB7E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9900" y="3027205"/>
                      <a:ext cx="66419" cy="28037"/>
                    </a:xfrm>
                    <a:custGeom>
                      <a:avLst/>
                      <a:gdLst>
                        <a:gd name="connsiteX0" fmla="*/ 66016 w 66419"/>
                        <a:gd name="connsiteY0" fmla="*/ 19747 h 28037"/>
                        <a:gd name="connsiteX1" fmla="*/ 54014 w 66419"/>
                        <a:gd name="connsiteY1" fmla="*/ 26129 h 28037"/>
                        <a:gd name="connsiteX2" fmla="*/ 44394 w 66419"/>
                        <a:gd name="connsiteY2" fmla="*/ 27176 h 28037"/>
                        <a:gd name="connsiteX3" fmla="*/ 33535 w 66419"/>
                        <a:gd name="connsiteY3" fmla="*/ 27748 h 28037"/>
                        <a:gd name="connsiteX4" fmla="*/ 22677 w 66419"/>
                        <a:gd name="connsiteY4" fmla="*/ 27938 h 28037"/>
                        <a:gd name="connsiteX5" fmla="*/ 12961 w 66419"/>
                        <a:gd name="connsiteY5" fmla="*/ 27557 h 28037"/>
                        <a:gd name="connsiteX6" fmla="*/ 5151 w 66419"/>
                        <a:gd name="connsiteY6" fmla="*/ 25938 h 28037"/>
                        <a:gd name="connsiteX7" fmla="*/ 579 w 66419"/>
                        <a:gd name="connsiteY7" fmla="*/ 22033 h 28037"/>
                        <a:gd name="connsiteX8" fmla="*/ 865 w 66419"/>
                        <a:gd name="connsiteY8" fmla="*/ 15937 h 28037"/>
                        <a:gd name="connsiteX9" fmla="*/ 6484 w 66419"/>
                        <a:gd name="connsiteY9" fmla="*/ 8888 h 28037"/>
                        <a:gd name="connsiteX10" fmla="*/ 17438 w 66419"/>
                        <a:gd name="connsiteY10" fmla="*/ 2792 h 28037"/>
                        <a:gd name="connsiteX11" fmla="*/ 32583 w 66419"/>
                        <a:gd name="connsiteY11" fmla="*/ 30 h 28037"/>
                        <a:gd name="connsiteX12" fmla="*/ 47823 w 66419"/>
                        <a:gd name="connsiteY12" fmla="*/ 2030 h 28037"/>
                        <a:gd name="connsiteX13" fmla="*/ 59157 w 66419"/>
                        <a:gd name="connsiteY13" fmla="*/ 7364 h 28037"/>
                        <a:gd name="connsiteX14" fmla="*/ 66016 w 66419"/>
                        <a:gd name="connsiteY14" fmla="*/ 19747 h 28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6419" h="28037">
                          <a:moveTo>
                            <a:pt x="66016" y="19747"/>
                          </a:moveTo>
                          <a:cubicBezTo>
                            <a:pt x="64682" y="23080"/>
                            <a:pt x="59919" y="25176"/>
                            <a:pt x="54014" y="26129"/>
                          </a:cubicBezTo>
                          <a:cubicBezTo>
                            <a:pt x="51061" y="26414"/>
                            <a:pt x="47823" y="26891"/>
                            <a:pt x="44394" y="27176"/>
                          </a:cubicBezTo>
                          <a:cubicBezTo>
                            <a:pt x="40965" y="27176"/>
                            <a:pt x="37345" y="27557"/>
                            <a:pt x="33535" y="27748"/>
                          </a:cubicBezTo>
                          <a:cubicBezTo>
                            <a:pt x="29725" y="27462"/>
                            <a:pt x="26201" y="28319"/>
                            <a:pt x="22677" y="27938"/>
                          </a:cubicBezTo>
                          <a:cubicBezTo>
                            <a:pt x="19248" y="27938"/>
                            <a:pt x="16009" y="28129"/>
                            <a:pt x="12961" y="27557"/>
                          </a:cubicBezTo>
                          <a:cubicBezTo>
                            <a:pt x="9913" y="27081"/>
                            <a:pt x="7341" y="26891"/>
                            <a:pt x="5151" y="25938"/>
                          </a:cubicBezTo>
                          <a:cubicBezTo>
                            <a:pt x="2960" y="25081"/>
                            <a:pt x="1341" y="23747"/>
                            <a:pt x="579" y="22033"/>
                          </a:cubicBezTo>
                          <a:cubicBezTo>
                            <a:pt x="-279" y="20318"/>
                            <a:pt x="-183" y="18223"/>
                            <a:pt x="865" y="15937"/>
                          </a:cubicBezTo>
                          <a:cubicBezTo>
                            <a:pt x="1912" y="13746"/>
                            <a:pt x="3627" y="10984"/>
                            <a:pt x="6484" y="8888"/>
                          </a:cubicBezTo>
                          <a:cubicBezTo>
                            <a:pt x="9342" y="6793"/>
                            <a:pt x="12961" y="4316"/>
                            <a:pt x="17438" y="2792"/>
                          </a:cubicBezTo>
                          <a:cubicBezTo>
                            <a:pt x="21915" y="1554"/>
                            <a:pt x="27058" y="-256"/>
                            <a:pt x="32583" y="30"/>
                          </a:cubicBezTo>
                          <a:cubicBezTo>
                            <a:pt x="38107" y="-65"/>
                            <a:pt x="43346" y="411"/>
                            <a:pt x="47823" y="2030"/>
                          </a:cubicBezTo>
                          <a:cubicBezTo>
                            <a:pt x="52395" y="3269"/>
                            <a:pt x="56300" y="5078"/>
                            <a:pt x="59157" y="7364"/>
                          </a:cubicBezTo>
                          <a:cubicBezTo>
                            <a:pt x="65063" y="11555"/>
                            <a:pt x="67444" y="16127"/>
                            <a:pt x="66016" y="1974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95" name="Forme libre : forme 15894">
                      <a:extLst>
                        <a:ext uri="{FF2B5EF4-FFF2-40B4-BE49-F238E27FC236}">
                          <a16:creationId xmlns:a16="http://schemas.microsoft.com/office/drawing/2014/main" id="{204A1415-9429-4391-885B-1D57214E75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9998" y="3032950"/>
                      <a:ext cx="46105" cy="22387"/>
                    </a:xfrm>
                    <a:custGeom>
                      <a:avLst/>
                      <a:gdLst>
                        <a:gd name="connsiteX0" fmla="*/ 11339 w 46105"/>
                        <a:gd name="connsiteY0" fmla="*/ 0 h 22387"/>
                        <a:gd name="connsiteX1" fmla="*/ 1719 w 46105"/>
                        <a:gd name="connsiteY1" fmla="*/ 8572 h 22387"/>
                        <a:gd name="connsiteX2" fmla="*/ 576 w 46105"/>
                        <a:gd name="connsiteY2" fmla="*/ 16383 h 22387"/>
                        <a:gd name="connsiteX3" fmla="*/ 5148 w 46105"/>
                        <a:gd name="connsiteY3" fmla="*/ 20288 h 22387"/>
                        <a:gd name="connsiteX4" fmla="*/ 12959 w 46105"/>
                        <a:gd name="connsiteY4" fmla="*/ 21907 h 22387"/>
                        <a:gd name="connsiteX5" fmla="*/ 22674 w 46105"/>
                        <a:gd name="connsiteY5" fmla="*/ 22288 h 22387"/>
                        <a:gd name="connsiteX6" fmla="*/ 33533 w 46105"/>
                        <a:gd name="connsiteY6" fmla="*/ 22098 h 22387"/>
                        <a:gd name="connsiteX7" fmla="*/ 40010 w 46105"/>
                        <a:gd name="connsiteY7" fmla="*/ 21622 h 22387"/>
                        <a:gd name="connsiteX8" fmla="*/ 46106 w 46105"/>
                        <a:gd name="connsiteY8" fmla="*/ 21431 h 22387"/>
                        <a:gd name="connsiteX9" fmla="*/ 39153 w 46105"/>
                        <a:gd name="connsiteY9" fmla="*/ 19621 h 22387"/>
                        <a:gd name="connsiteX10" fmla="*/ 30008 w 46105"/>
                        <a:gd name="connsiteY10" fmla="*/ 15716 h 22387"/>
                        <a:gd name="connsiteX11" fmla="*/ 21436 w 46105"/>
                        <a:gd name="connsiteY11" fmla="*/ 11525 h 22387"/>
                        <a:gd name="connsiteX12" fmla="*/ 11339 w 46105"/>
                        <a:gd name="connsiteY12" fmla="*/ 0 h 22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105" h="22387">
                          <a:moveTo>
                            <a:pt x="11339" y="0"/>
                          </a:moveTo>
                          <a:cubicBezTo>
                            <a:pt x="6767" y="2572"/>
                            <a:pt x="3434" y="5429"/>
                            <a:pt x="1719" y="8572"/>
                          </a:cubicBezTo>
                          <a:cubicBezTo>
                            <a:pt x="-90" y="11525"/>
                            <a:pt x="-471" y="14192"/>
                            <a:pt x="576" y="16383"/>
                          </a:cubicBezTo>
                          <a:cubicBezTo>
                            <a:pt x="1433" y="18097"/>
                            <a:pt x="3053" y="19431"/>
                            <a:pt x="5148" y="20288"/>
                          </a:cubicBezTo>
                          <a:cubicBezTo>
                            <a:pt x="7339" y="21241"/>
                            <a:pt x="9911" y="21431"/>
                            <a:pt x="12959" y="21907"/>
                          </a:cubicBezTo>
                          <a:cubicBezTo>
                            <a:pt x="16007" y="22384"/>
                            <a:pt x="19245" y="22193"/>
                            <a:pt x="22674" y="22288"/>
                          </a:cubicBezTo>
                          <a:cubicBezTo>
                            <a:pt x="26198" y="22669"/>
                            <a:pt x="29723" y="21812"/>
                            <a:pt x="33533" y="22098"/>
                          </a:cubicBezTo>
                          <a:cubicBezTo>
                            <a:pt x="35723" y="22098"/>
                            <a:pt x="37914" y="21907"/>
                            <a:pt x="40010" y="21622"/>
                          </a:cubicBezTo>
                          <a:cubicBezTo>
                            <a:pt x="42105" y="21717"/>
                            <a:pt x="44105" y="21622"/>
                            <a:pt x="46106" y="21431"/>
                          </a:cubicBezTo>
                          <a:cubicBezTo>
                            <a:pt x="43724" y="21146"/>
                            <a:pt x="41438" y="20288"/>
                            <a:pt x="39153" y="19621"/>
                          </a:cubicBezTo>
                          <a:cubicBezTo>
                            <a:pt x="36105" y="18669"/>
                            <a:pt x="32961" y="17240"/>
                            <a:pt x="30008" y="15716"/>
                          </a:cubicBezTo>
                          <a:cubicBezTo>
                            <a:pt x="27056" y="14573"/>
                            <a:pt x="24103" y="13144"/>
                            <a:pt x="21436" y="11525"/>
                          </a:cubicBezTo>
                          <a:cubicBezTo>
                            <a:pt x="16102" y="8001"/>
                            <a:pt x="12006" y="4763"/>
                            <a:pt x="11339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96" name="Forme libre : forme 15895">
                      <a:extLst>
                        <a:ext uri="{FF2B5EF4-FFF2-40B4-BE49-F238E27FC236}">
                          <a16:creationId xmlns:a16="http://schemas.microsoft.com/office/drawing/2014/main" id="{5F3B09CB-4BC7-4D2B-97C2-C28AF3BDED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356" y="3030248"/>
                      <a:ext cx="64014" cy="27752"/>
                    </a:xfrm>
                    <a:custGeom>
                      <a:avLst/>
                      <a:gdLst>
                        <a:gd name="connsiteX0" fmla="*/ 63559 w 64014"/>
                        <a:gd name="connsiteY0" fmla="*/ 20894 h 27752"/>
                        <a:gd name="connsiteX1" fmla="*/ 51653 w 64014"/>
                        <a:gd name="connsiteY1" fmla="*/ 26895 h 27752"/>
                        <a:gd name="connsiteX2" fmla="*/ 42223 w 64014"/>
                        <a:gd name="connsiteY2" fmla="*/ 27562 h 27752"/>
                        <a:gd name="connsiteX3" fmla="*/ 31841 w 64014"/>
                        <a:gd name="connsiteY3" fmla="*/ 27753 h 27752"/>
                        <a:gd name="connsiteX4" fmla="*/ 26602 w 64014"/>
                        <a:gd name="connsiteY4" fmla="*/ 27467 h 27752"/>
                        <a:gd name="connsiteX5" fmla="*/ 21554 w 64014"/>
                        <a:gd name="connsiteY5" fmla="*/ 27467 h 27752"/>
                        <a:gd name="connsiteX6" fmla="*/ 12315 w 64014"/>
                        <a:gd name="connsiteY6" fmla="*/ 26610 h 27752"/>
                        <a:gd name="connsiteX7" fmla="*/ 504 w 64014"/>
                        <a:gd name="connsiteY7" fmla="*/ 20418 h 27752"/>
                        <a:gd name="connsiteX8" fmla="*/ 6600 w 64014"/>
                        <a:gd name="connsiteY8" fmla="*/ 7750 h 27752"/>
                        <a:gd name="connsiteX9" fmla="*/ 17363 w 64014"/>
                        <a:gd name="connsiteY9" fmla="*/ 2226 h 27752"/>
                        <a:gd name="connsiteX10" fmla="*/ 24316 w 64014"/>
                        <a:gd name="connsiteY10" fmla="*/ 416 h 27752"/>
                        <a:gd name="connsiteX11" fmla="*/ 32032 w 64014"/>
                        <a:gd name="connsiteY11" fmla="*/ 35 h 27752"/>
                        <a:gd name="connsiteX12" fmla="*/ 46700 w 64014"/>
                        <a:gd name="connsiteY12" fmla="*/ 2511 h 27752"/>
                        <a:gd name="connsiteX13" fmla="*/ 57368 w 64014"/>
                        <a:gd name="connsiteY13" fmla="*/ 8226 h 27752"/>
                        <a:gd name="connsiteX14" fmla="*/ 63559 w 64014"/>
                        <a:gd name="connsiteY14" fmla="*/ 20894 h 27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4014" h="27752">
                          <a:moveTo>
                            <a:pt x="63559" y="20894"/>
                          </a:moveTo>
                          <a:cubicBezTo>
                            <a:pt x="62035" y="24514"/>
                            <a:pt x="57464" y="25657"/>
                            <a:pt x="51653" y="26895"/>
                          </a:cubicBezTo>
                          <a:cubicBezTo>
                            <a:pt x="48796" y="27562"/>
                            <a:pt x="45557" y="27086"/>
                            <a:pt x="42223" y="27562"/>
                          </a:cubicBezTo>
                          <a:cubicBezTo>
                            <a:pt x="38890" y="27943"/>
                            <a:pt x="35460" y="27372"/>
                            <a:pt x="31841" y="27753"/>
                          </a:cubicBezTo>
                          <a:cubicBezTo>
                            <a:pt x="30031" y="27753"/>
                            <a:pt x="28317" y="27657"/>
                            <a:pt x="26602" y="27467"/>
                          </a:cubicBezTo>
                          <a:cubicBezTo>
                            <a:pt x="24888" y="27562"/>
                            <a:pt x="23269" y="27562"/>
                            <a:pt x="21554" y="27467"/>
                          </a:cubicBezTo>
                          <a:cubicBezTo>
                            <a:pt x="18316" y="27086"/>
                            <a:pt x="15172" y="26991"/>
                            <a:pt x="12315" y="26610"/>
                          </a:cubicBezTo>
                          <a:cubicBezTo>
                            <a:pt x="6600" y="25467"/>
                            <a:pt x="2028" y="24038"/>
                            <a:pt x="504" y="20418"/>
                          </a:cubicBezTo>
                          <a:cubicBezTo>
                            <a:pt x="-1020" y="16990"/>
                            <a:pt x="885" y="11846"/>
                            <a:pt x="6600" y="7750"/>
                          </a:cubicBezTo>
                          <a:cubicBezTo>
                            <a:pt x="9362" y="5559"/>
                            <a:pt x="12982" y="3369"/>
                            <a:pt x="17363" y="2226"/>
                          </a:cubicBezTo>
                          <a:cubicBezTo>
                            <a:pt x="19554" y="1559"/>
                            <a:pt x="21840" y="892"/>
                            <a:pt x="24316" y="416"/>
                          </a:cubicBezTo>
                          <a:cubicBezTo>
                            <a:pt x="26793" y="225"/>
                            <a:pt x="29365" y="130"/>
                            <a:pt x="32032" y="35"/>
                          </a:cubicBezTo>
                          <a:cubicBezTo>
                            <a:pt x="37366" y="-251"/>
                            <a:pt x="42319" y="1273"/>
                            <a:pt x="46700" y="2511"/>
                          </a:cubicBezTo>
                          <a:cubicBezTo>
                            <a:pt x="51082" y="3654"/>
                            <a:pt x="54510" y="6321"/>
                            <a:pt x="57368" y="8226"/>
                          </a:cubicBezTo>
                          <a:cubicBezTo>
                            <a:pt x="63083" y="12322"/>
                            <a:pt x="64988" y="17561"/>
                            <a:pt x="63559" y="2089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97" name="Forme libre : forme 15896">
                      <a:extLst>
                        <a:ext uri="{FF2B5EF4-FFF2-40B4-BE49-F238E27FC236}">
                          <a16:creationId xmlns:a16="http://schemas.microsoft.com/office/drawing/2014/main" id="{62C13B86-6991-47F0-9C1C-2A5BB427C4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7325" y="3033075"/>
                      <a:ext cx="83186" cy="43296"/>
                    </a:xfrm>
                    <a:custGeom>
                      <a:avLst/>
                      <a:gdLst>
                        <a:gd name="connsiteX0" fmla="*/ 9818 w 83186"/>
                        <a:gd name="connsiteY0" fmla="*/ 32641 h 43296"/>
                        <a:gd name="connsiteX1" fmla="*/ 19438 w 83186"/>
                        <a:gd name="connsiteY1" fmla="*/ 41785 h 43296"/>
                        <a:gd name="connsiteX2" fmla="*/ 50394 w 83186"/>
                        <a:gd name="connsiteY2" fmla="*/ 39975 h 43296"/>
                        <a:gd name="connsiteX3" fmla="*/ 72683 w 83186"/>
                        <a:gd name="connsiteY3" fmla="*/ 34736 h 43296"/>
                        <a:gd name="connsiteX4" fmla="*/ 80303 w 83186"/>
                        <a:gd name="connsiteY4" fmla="*/ 30355 h 43296"/>
                        <a:gd name="connsiteX5" fmla="*/ 82970 w 83186"/>
                        <a:gd name="connsiteY5" fmla="*/ 23783 h 43296"/>
                        <a:gd name="connsiteX6" fmla="*/ 73921 w 83186"/>
                        <a:gd name="connsiteY6" fmla="*/ 15782 h 43296"/>
                        <a:gd name="connsiteX7" fmla="*/ 44108 w 83186"/>
                        <a:gd name="connsiteY7" fmla="*/ 3971 h 43296"/>
                        <a:gd name="connsiteX8" fmla="*/ 36012 w 83186"/>
                        <a:gd name="connsiteY8" fmla="*/ 1399 h 43296"/>
                        <a:gd name="connsiteX9" fmla="*/ 25534 w 83186"/>
                        <a:gd name="connsiteY9" fmla="*/ 66 h 43296"/>
                        <a:gd name="connsiteX10" fmla="*/ 14104 w 83186"/>
                        <a:gd name="connsiteY10" fmla="*/ 1685 h 43296"/>
                        <a:gd name="connsiteX11" fmla="*/ 3912 w 83186"/>
                        <a:gd name="connsiteY11" fmla="*/ 7876 h 43296"/>
                        <a:gd name="connsiteX12" fmla="*/ 1912 w 83186"/>
                        <a:gd name="connsiteY12" fmla="*/ 22354 h 43296"/>
                        <a:gd name="connsiteX13" fmla="*/ 9818 w 83186"/>
                        <a:gd name="connsiteY13" fmla="*/ 32641 h 43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3186" h="43296">
                          <a:moveTo>
                            <a:pt x="9818" y="32641"/>
                          </a:moveTo>
                          <a:cubicBezTo>
                            <a:pt x="12294" y="36356"/>
                            <a:pt x="14866" y="39975"/>
                            <a:pt x="19438" y="41785"/>
                          </a:cubicBezTo>
                          <a:cubicBezTo>
                            <a:pt x="28011" y="45405"/>
                            <a:pt x="40679" y="41594"/>
                            <a:pt x="50394" y="39975"/>
                          </a:cubicBezTo>
                          <a:cubicBezTo>
                            <a:pt x="58586" y="38547"/>
                            <a:pt x="65444" y="37594"/>
                            <a:pt x="72683" y="34736"/>
                          </a:cubicBezTo>
                          <a:cubicBezTo>
                            <a:pt x="75350" y="33975"/>
                            <a:pt x="78207" y="32355"/>
                            <a:pt x="80303" y="30355"/>
                          </a:cubicBezTo>
                          <a:cubicBezTo>
                            <a:pt x="82398" y="28641"/>
                            <a:pt x="83732" y="26450"/>
                            <a:pt x="82970" y="23783"/>
                          </a:cubicBezTo>
                          <a:cubicBezTo>
                            <a:pt x="82017" y="20354"/>
                            <a:pt x="77921" y="18258"/>
                            <a:pt x="73921" y="15782"/>
                          </a:cubicBezTo>
                          <a:cubicBezTo>
                            <a:pt x="64587" y="11210"/>
                            <a:pt x="54204" y="6828"/>
                            <a:pt x="44108" y="3971"/>
                          </a:cubicBezTo>
                          <a:cubicBezTo>
                            <a:pt x="42012" y="3304"/>
                            <a:pt x="39155" y="2256"/>
                            <a:pt x="36012" y="1399"/>
                          </a:cubicBezTo>
                          <a:cubicBezTo>
                            <a:pt x="32963" y="732"/>
                            <a:pt x="29344" y="161"/>
                            <a:pt x="25534" y="66"/>
                          </a:cubicBezTo>
                          <a:cubicBezTo>
                            <a:pt x="21629" y="-220"/>
                            <a:pt x="17819" y="447"/>
                            <a:pt x="14104" y="1685"/>
                          </a:cubicBezTo>
                          <a:cubicBezTo>
                            <a:pt x="10294" y="2923"/>
                            <a:pt x="6675" y="4828"/>
                            <a:pt x="3912" y="7876"/>
                          </a:cubicBezTo>
                          <a:cubicBezTo>
                            <a:pt x="-1327" y="13210"/>
                            <a:pt x="-564" y="18068"/>
                            <a:pt x="1912" y="22354"/>
                          </a:cubicBezTo>
                          <a:cubicBezTo>
                            <a:pt x="4198" y="26640"/>
                            <a:pt x="8103" y="30069"/>
                            <a:pt x="9818" y="3264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98" name="Forme libre : forme 15897">
                      <a:extLst>
                        <a:ext uri="{FF2B5EF4-FFF2-40B4-BE49-F238E27FC236}">
                          <a16:creationId xmlns:a16="http://schemas.microsoft.com/office/drawing/2014/main" id="{35F8FF58-630C-412C-BCF6-8C857D138B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1449" y="3024954"/>
                      <a:ext cx="25994" cy="23043"/>
                    </a:xfrm>
                    <a:custGeom>
                      <a:avLst/>
                      <a:gdLst>
                        <a:gd name="connsiteX0" fmla="*/ 361 w 25994"/>
                        <a:gd name="connsiteY0" fmla="*/ 18569 h 23043"/>
                        <a:gd name="connsiteX1" fmla="*/ 361 w 25994"/>
                        <a:gd name="connsiteY1" fmla="*/ 21998 h 23043"/>
                        <a:gd name="connsiteX2" fmla="*/ 4171 w 25994"/>
                        <a:gd name="connsiteY2" fmla="*/ 22855 h 23043"/>
                        <a:gd name="connsiteX3" fmla="*/ 8743 w 25994"/>
                        <a:gd name="connsiteY3" fmla="*/ 20188 h 23043"/>
                        <a:gd name="connsiteX4" fmla="*/ 19316 w 25994"/>
                        <a:gd name="connsiteY4" fmla="*/ 11997 h 23043"/>
                        <a:gd name="connsiteX5" fmla="*/ 23221 w 25994"/>
                        <a:gd name="connsiteY5" fmla="*/ 8568 h 23043"/>
                        <a:gd name="connsiteX6" fmla="*/ 25697 w 25994"/>
                        <a:gd name="connsiteY6" fmla="*/ 1614 h 23043"/>
                        <a:gd name="connsiteX7" fmla="*/ 16077 w 25994"/>
                        <a:gd name="connsiteY7" fmla="*/ 1710 h 23043"/>
                        <a:gd name="connsiteX8" fmla="*/ 361 w 25994"/>
                        <a:gd name="connsiteY8" fmla="*/ 18569 h 23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994" h="23043">
                          <a:moveTo>
                            <a:pt x="361" y="18569"/>
                          </a:moveTo>
                          <a:cubicBezTo>
                            <a:pt x="-20" y="19807"/>
                            <a:pt x="-211" y="21141"/>
                            <a:pt x="361" y="21998"/>
                          </a:cubicBezTo>
                          <a:cubicBezTo>
                            <a:pt x="932" y="22855"/>
                            <a:pt x="2361" y="23331"/>
                            <a:pt x="4171" y="22855"/>
                          </a:cubicBezTo>
                          <a:cubicBezTo>
                            <a:pt x="5790" y="22379"/>
                            <a:pt x="7314" y="21236"/>
                            <a:pt x="8743" y="20188"/>
                          </a:cubicBezTo>
                          <a:cubicBezTo>
                            <a:pt x="12172" y="17236"/>
                            <a:pt x="15982" y="14854"/>
                            <a:pt x="19316" y="11997"/>
                          </a:cubicBezTo>
                          <a:cubicBezTo>
                            <a:pt x="20744" y="10854"/>
                            <a:pt x="22078" y="9615"/>
                            <a:pt x="23221" y="8568"/>
                          </a:cubicBezTo>
                          <a:cubicBezTo>
                            <a:pt x="25507" y="6282"/>
                            <a:pt x="26554" y="3329"/>
                            <a:pt x="25697" y="1614"/>
                          </a:cubicBezTo>
                          <a:cubicBezTo>
                            <a:pt x="24840" y="-5"/>
                            <a:pt x="21506" y="-1053"/>
                            <a:pt x="16077" y="1710"/>
                          </a:cubicBezTo>
                          <a:cubicBezTo>
                            <a:pt x="7409" y="5615"/>
                            <a:pt x="1790" y="13330"/>
                            <a:pt x="361" y="1856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99" name="Forme libre : forme 15898">
                      <a:extLst>
                        <a:ext uri="{FF2B5EF4-FFF2-40B4-BE49-F238E27FC236}">
                          <a16:creationId xmlns:a16="http://schemas.microsoft.com/office/drawing/2014/main" id="{814CDB19-9E2C-4E98-BA28-3F800C257F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4770" y="3063716"/>
                      <a:ext cx="39909" cy="11454"/>
                    </a:xfrm>
                    <a:custGeom>
                      <a:avLst/>
                      <a:gdLst>
                        <a:gd name="connsiteX0" fmla="*/ 39910 w 39909"/>
                        <a:gd name="connsiteY0" fmla="*/ 0 h 11454"/>
                        <a:gd name="connsiteX1" fmla="*/ 37433 w 39909"/>
                        <a:gd name="connsiteY1" fmla="*/ 2286 h 11454"/>
                        <a:gd name="connsiteX2" fmla="*/ 29908 w 39909"/>
                        <a:gd name="connsiteY2" fmla="*/ 6477 h 11454"/>
                        <a:gd name="connsiteX3" fmla="*/ 24765 w 39909"/>
                        <a:gd name="connsiteY3" fmla="*/ 8572 h 11454"/>
                        <a:gd name="connsiteX4" fmla="*/ 18479 w 39909"/>
                        <a:gd name="connsiteY4" fmla="*/ 10382 h 11454"/>
                        <a:gd name="connsiteX5" fmla="*/ 9715 w 39909"/>
                        <a:gd name="connsiteY5" fmla="*/ 10954 h 11454"/>
                        <a:gd name="connsiteX6" fmla="*/ 0 w 39909"/>
                        <a:gd name="connsiteY6" fmla="*/ 11430 h 11454"/>
                        <a:gd name="connsiteX7" fmla="*/ 3524 w 39909"/>
                        <a:gd name="connsiteY7" fmla="*/ 11049 h 11454"/>
                        <a:gd name="connsiteX8" fmla="*/ 13049 w 39909"/>
                        <a:gd name="connsiteY8" fmla="*/ 9430 h 11454"/>
                        <a:gd name="connsiteX9" fmla="*/ 25908 w 39909"/>
                        <a:gd name="connsiteY9" fmla="*/ 6096 h 11454"/>
                        <a:gd name="connsiteX10" fmla="*/ 39910 w 39909"/>
                        <a:gd name="connsiteY10" fmla="*/ 0 h 11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9909" h="11454">
                          <a:moveTo>
                            <a:pt x="39910" y="0"/>
                          </a:moveTo>
                          <a:cubicBezTo>
                            <a:pt x="39910" y="0"/>
                            <a:pt x="39148" y="1048"/>
                            <a:pt x="37433" y="2286"/>
                          </a:cubicBezTo>
                          <a:cubicBezTo>
                            <a:pt x="35719" y="3524"/>
                            <a:pt x="33147" y="5144"/>
                            <a:pt x="29908" y="6477"/>
                          </a:cubicBezTo>
                          <a:cubicBezTo>
                            <a:pt x="28289" y="7144"/>
                            <a:pt x="26479" y="7811"/>
                            <a:pt x="24765" y="8572"/>
                          </a:cubicBezTo>
                          <a:cubicBezTo>
                            <a:pt x="22670" y="9335"/>
                            <a:pt x="21526" y="9906"/>
                            <a:pt x="18479" y="10382"/>
                          </a:cubicBezTo>
                          <a:cubicBezTo>
                            <a:pt x="15716" y="10859"/>
                            <a:pt x="12859" y="11049"/>
                            <a:pt x="9715" y="10954"/>
                          </a:cubicBezTo>
                          <a:cubicBezTo>
                            <a:pt x="6572" y="11335"/>
                            <a:pt x="3334" y="11525"/>
                            <a:pt x="0" y="11430"/>
                          </a:cubicBezTo>
                          <a:cubicBezTo>
                            <a:pt x="0" y="11335"/>
                            <a:pt x="1333" y="11239"/>
                            <a:pt x="3524" y="11049"/>
                          </a:cubicBezTo>
                          <a:cubicBezTo>
                            <a:pt x="5810" y="10859"/>
                            <a:pt x="9049" y="9716"/>
                            <a:pt x="13049" y="9430"/>
                          </a:cubicBezTo>
                          <a:cubicBezTo>
                            <a:pt x="16954" y="8858"/>
                            <a:pt x="22193" y="7811"/>
                            <a:pt x="25908" y="6096"/>
                          </a:cubicBezTo>
                          <a:cubicBezTo>
                            <a:pt x="30194" y="4286"/>
                            <a:pt x="34766" y="2858"/>
                            <a:pt x="3991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00" name="Forme libre : forme 15899">
                      <a:extLst>
                        <a:ext uri="{FF2B5EF4-FFF2-40B4-BE49-F238E27FC236}">
                          <a16:creationId xmlns:a16="http://schemas.microsoft.com/office/drawing/2014/main" id="{D0E8118E-C368-4234-ACED-554FCDB3D1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1511" y="3016472"/>
                      <a:ext cx="32775" cy="52768"/>
                    </a:xfrm>
                    <a:custGeom>
                      <a:avLst/>
                      <a:gdLst>
                        <a:gd name="connsiteX0" fmla="*/ 32775 w 32775"/>
                        <a:gd name="connsiteY0" fmla="*/ 0 h 52768"/>
                        <a:gd name="connsiteX1" fmla="*/ 25155 w 32775"/>
                        <a:gd name="connsiteY1" fmla="*/ 4477 h 52768"/>
                        <a:gd name="connsiteX2" fmla="*/ 10773 w 32775"/>
                        <a:gd name="connsiteY2" fmla="*/ 17050 h 52768"/>
                        <a:gd name="connsiteX3" fmla="*/ 866 w 32775"/>
                        <a:gd name="connsiteY3" fmla="*/ 34576 h 52768"/>
                        <a:gd name="connsiteX4" fmla="*/ 3248 w 32775"/>
                        <a:gd name="connsiteY4" fmla="*/ 52769 h 52768"/>
                        <a:gd name="connsiteX5" fmla="*/ 2390 w 32775"/>
                        <a:gd name="connsiteY5" fmla="*/ 48673 h 52768"/>
                        <a:gd name="connsiteX6" fmla="*/ 2772 w 32775"/>
                        <a:gd name="connsiteY6" fmla="*/ 37338 h 52768"/>
                        <a:gd name="connsiteX7" fmla="*/ 10201 w 32775"/>
                        <a:gd name="connsiteY7" fmla="*/ 20193 h 52768"/>
                        <a:gd name="connsiteX8" fmla="*/ 32775 w 32775"/>
                        <a:gd name="connsiteY8" fmla="*/ 0 h 52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775" h="52768">
                          <a:moveTo>
                            <a:pt x="32775" y="0"/>
                          </a:moveTo>
                          <a:cubicBezTo>
                            <a:pt x="32775" y="0"/>
                            <a:pt x="29346" y="1429"/>
                            <a:pt x="25155" y="4477"/>
                          </a:cubicBezTo>
                          <a:cubicBezTo>
                            <a:pt x="20774" y="7429"/>
                            <a:pt x="15154" y="11716"/>
                            <a:pt x="10773" y="17050"/>
                          </a:cubicBezTo>
                          <a:cubicBezTo>
                            <a:pt x="6010" y="22193"/>
                            <a:pt x="2676" y="28480"/>
                            <a:pt x="866" y="34576"/>
                          </a:cubicBezTo>
                          <a:cubicBezTo>
                            <a:pt x="-753" y="40767"/>
                            <a:pt x="-181" y="47054"/>
                            <a:pt x="3248" y="52769"/>
                          </a:cubicBezTo>
                          <a:cubicBezTo>
                            <a:pt x="3248" y="52769"/>
                            <a:pt x="2676" y="51340"/>
                            <a:pt x="2390" y="48673"/>
                          </a:cubicBezTo>
                          <a:cubicBezTo>
                            <a:pt x="2105" y="46006"/>
                            <a:pt x="1724" y="42100"/>
                            <a:pt x="2772" y="37338"/>
                          </a:cubicBezTo>
                          <a:cubicBezTo>
                            <a:pt x="3914" y="32575"/>
                            <a:pt x="5629" y="26575"/>
                            <a:pt x="10201" y="20193"/>
                          </a:cubicBezTo>
                          <a:cubicBezTo>
                            <a:pt x="14678" y="13621"/>
                            <a:pt x="21536" y="6382"/>
                            <a:pt x="3277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01" name="Forme libre : forme 15900">
                      <a:extLst>
                        <a:ext uri="{FF2B5EF4-FFF2-40B4-BE49-F238E27FC236}">
                          <a16:creationId xmlns:a16="http://schemas.microsoft.com/office/drawing/2014/main" id="{4CD83BDC-1A06-4D59-86C2-6D5DB80C8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6366" y="3030001"/>
                      <a:ext cx="26924" cy="10433"/>
                    </a:xfrm>
                    <a:custGeom>
                      <a:avLst/>
                      <a:gdLst>
                        <a:gd name="connsiteX0" fmla="*/ 26405 w 26924"/>
                        <a:gd name="connsiteY0" fmla="*/ 9045 h 10433"/>
                        <a:gd name="connsiteX1" fmla="*/ 10879 w 26924"/>
                        <a:gd name="connsiteY1" fmla="*/ 9141 h 10433"/>
                        <a:gd name="connsiteX2" fmla="*/ 2497 w 26924"/>
                        <a:gd name="connsiteY2" fmla="*/ 6283 h 10433"/>
                        <a:gd name="connsiteX3" fmla="*/ 211 w 26924"/>
                        <a:gd name="connsiteY3" fmla="*/ 2854 h 10433"/>
                        <a:gd name="connsiteX4" fmla="*/ 16880 w 26924"/>
                        <a:gd name="connsiteY4" fmla="*/ 949 h 10433"/>
                        <a:gd name="connsiteX5" fmla="*/ 26405 w 26924"/>
                        <a:gd name="connsiteY5" fmla="*/ 9045 h 10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924" h="10433">
                          <a:moveTo>
                            <a:pt x="26405" y="9045"/>
                          </a:moveTo>
                          <a:cubicBezTo>
                            <a:pt x="24405" y="11331"/>
                            <a:pt x="17737" y="10379"/>
                            <a:pt x="10879" y="9141"/>
                          </a:cubicBezTo>
                          <a:cubicBezTo>
                            <a:pt x="7450" y="8474"/>
                            <a:pt x="4402" y="7426"/>
                            <a:pt x="2497" y="6283"/>
                          </a:cubicBezTo>
                          <a:cubicBezTo>
                            <a:pt x="497" y="5331"/>
                            <a:pt x="-456" y="4187"/>
                            <a:pt x="211" y="2854"/>
                          </a:cubicBezTo>
                          <a:cubicBezTo>
                            <a:pt x="1354" y="-4"/>
                            <a:pt x="9260" y="-861"/>
                            <a:pt x="16880" y="949"/>
                          </a:cubicBezTo>
                          <a:cubicBezTo>
                            <a:pt x="24500" y="3425"/>
                            <a:pt x="28405" y="7045"/>
                            <a:pt x="26405" y="904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02" name="Forme libre : forme 15901">
                      <a:extLst>
                        <a:ext uri="{FF2B5EF4-FFF2-40B4-BE49-F238E27FC236}">
                          <a16:creationId xmlns:a16="http://schemas.microsoft.com/office/drawing/2014/main" id="{53C14053-EA2D-46DC-A4F7-21898A583C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9420" y="3035932"/>
                      <a:ext cx="7294" cy="4174"/>
                    </a:xfrm>
                    <a:custGeom>
                      <a:avLst/>
                      <a:gdLst>
                        <a:gd name="connsiteX0" fmla="*/ 7256 w 7294"/>
                        <a:gd name="connsiteY0" fmla="*/ 3019 h 4174"/>
                        <a:gd name="connsiteX1" fmla="*/ 3255 w 7294"/>
                        <a:gd name="connsiteY1" fmla="*/ 3972 h 4174"/>
                        <a:gd name="connsiteX2" fmla="*/ 17 w 7294"/>
                        <a:gd name="connsiteY2" fmla="*/ 1495 h 4174"/>
                        <a:gd name="connsiteX3" fmla="*/ 4113 w 7294"/>
                        <a:gd name="connsiteY3" fmla="*/ 66 h 4174"/>
                        <a:gd name="connsiteX4" fmla="*/ 7256 w 7294"/>
                        <a:gd name="connsiteY4" fmla="*/ 3019 h 4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94" h="4174">
                          <a:moveTo>
                            <a:pt x="7256" y="3019"/>
                          </a:moveTo>
                          <a:cubicBezTo>
                            <a:pt x="6970" y="4067"/>
                            <a:pt x="5256" y="4448"/>
                            <a:pt x="3255" y="3972"/>
                          </a:cubicBezTo>
                          <a:cubicBezTo>
                            <a:pt x="1255" y="3686"/>
                            <a:pt x="-173" y="2543"/>
                            <a:pt x="17" y="1495"/>
                          </a:cubicBezTo>
                          <a:cubicBezTo>
                            <a:pt x="207" y="447"/>
                            <a:pt x="2017" y="-219"/>
                            <a:pt x="4113" y="66"/>
                          </a:cubicBezTo>
                          <a:cubicBezTo>
                            <a:pt x="6208" y="638"/>
                            <a:pt x="7542" y="1971"/>
                            <a:pt x="7256" y="30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03" name="Forme libre : forme 15902">
                      <a:extLst>
                        <a:ext uri="{FF2B5EF4-FFF2-40B4-BE49-F238E27FC236}">
                          <a16:creationId xmlns:a16="http://schemas.microsoft.com/office/drawing/2014/main" id="{6A3D3216-BD95-4B96-ABD8-1405ED496E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3595" y="3008185"/>
                      <a:ext cx="66270" cy="47835"/>
                    </a:xfrm>
                    <a:custGeom>
                      <a:avLst/>
                      <a:gdLst>
                        <a:gd name="connsiteX0" fmla="*/ 65467 w 66270"/>
                        <a:gd name="connsiteY0" fmla="*/ 27813 h 47835"/>
                        <a:gd name="connsiteX1" fmla="*/ 61180 w 66270"/>
                        <a:gd name="connsiteY1" fmla="*/ 45434 h 47835"/>
                        <a:gd name="connsiteX2" fmla="*/ 54132 w 66270"/>
                        <a:gd name="connsiteY2" fmla="*/ 47244 h 47835"/>
                        <a:gd name="connsiteX3" fmla="*/ 48988 w 66270"/>
                        <a:gd name="connsiteY3" fmla="*/ 40862 h 47835"/>
                        <a:gd name="connsiteX4" fmla="*/ 38797 w 66270"/>
                        <a:gd name="connsiteY4" fmla="*/ 20003 h 47835"/>
                        <a:gd name="connsiteX5" fmla="*/ 30224 w 66270"/>
                        <a:gd name="connsiteY5" fmla="*/ 15526 h 47835"/>
                        <a:gd name="connsiteX6" fmla="*/ 15936 w 66270"/>
                        <a:gd name="connsiteY6" fmla="*/ 10763 h 47835"/>
                        <a:gd name="connsiteX7" fmla="*/ 3268 w 66270"/>
                        <a:gd name="connsiteY7" fmla="*/ 7334 h 47835"/>
                        <a:gd name="connsiteX8" fmla="*/ 887 w 66270"/>
                        <a:gd name="connsiteY8" fmla="*/ 3620 h 47835"/>
                        <a:gd name="connsiteX9" fmla="*/ 11269 w 66270"/>
                        <a:gd name="connsiteY9" fmla="*/ 381 h 47835"/>
                        <a:gd name="connsiteX10" fmla="*/ 18889 w 66270"/>
                        <a:gd name="connsiteY10" fmla="*/ 0 h 47835"/>
                        <a:gd name="connsiteX11" fmla="*/ 27081 w 66270"/>
                        <a:gd name="connsiteY11" fmla="*/ 1143 h 47835"/>
                        <a:gd name="connsiteX12" fmla="*/ 35177 w 66270"/>
                        <a:gd name="connsiteY12" fmla="*/ 2857 h 47835"/>
                        <a:gd name="connsiteX13" fmla="*/ 42226 w 66270"/>
                        <a:gd name="connsiteY13" fmla="*/ 5524 h 47835"/>
                        <a:gd name="connsiteX14" fmla="*/ 52227 w 66270"/>
                        <a:gd name="connsiteY14" fmla="*/ 10573 h 47835"/>
                        <a:gd name="connsiteX15" fmla="*/ 60894 w 66270"/>
                        <a:gd name="connsiteY15" fmla="*/ 19145 h 47835"/>
                        <a:gd name="connsiteX16" fmla="*/ 63561 w 66270"/>
                        <a:gd name="connsiteY16" fmla="*/ 23336 h 47835"/>
                        <a:gd name="connsiteX17" fmla="*/ 65467 w 66270"/>
                        <a:gd name="connsiteY17" fmla="*/ 27813 h 47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66270" h="47835">
                          <a:moveTo>
                            <a:pt x="65467" y="27813"/>
                          </a:moveTo>
                          <a:cubicBezTo>
                            <a:pt x="67752" y="35338"/>
                            <a:pt x="64800" y="40767"/>
                            <a:pt x="61180" y="45434"/>
                          </a:cubicBezTo>
                          <a:cubicBezTo>
                            <a:pt x="59847" y="47054"/>
                            <a:pt x="57370" y="48768"/>
                            <a:pt x="54132" y="47244"/>
                          </a:cubicBezTo>
                          <a:cubicBezTo>
                            <a:pt x="51369" y="45720"/>
                            <a:pt x="49560" y="43243"/>
                            <a:pt x="48988" y="40862"/>
                          </a:cubicBezTo>
                          <a:cubicBezTo>
                            <a:pt x="46893" y="34099"/>
                            <a:pt x="47274" y="26384"/>
                            <a:pt x="38797" y="20003"/>
                          </a:cubicBezTo>
                          <a:cubicBezTo>
                            <a:pt x="37463" y="19145"/>
                            <a:pt x="34415" y="16954"/>
                            <a:pt x="30224" y="15526"/>
                          </a:cubicBezTo>
                          <a:cubicBezTo>
                            <a:pt x="25938" y="14097"/>
                            <a:pt x="20890" y="11906"/>
                            <a:pt x="15936" y="10763"/>
                          </a:cubicBezTo>
                          <a:cubicBezTo>
                            <a:pt x="10984" y="9620"/>
                            <a:pt x="6221" y="8382"/>
                            <a:pt x="3268" y="7334"/>
                          </a:cubicBezTo>
                          <a:cubicBezTo>
                            <a:pt x="316" y="6477"/>
                            <a:pt x="-1018" y="5239"/>
                            <a:pt x="887" y="3620"/>
                          </a:cubicBezTo>
                          <a:cubicBezTo>
                            <a:pt x="2792" y="1810"/>
                            <a:pt x="6602" y="953"/>
                            <a:pt x="11269" y="381"/>
                          </a:cubicBezTo>
                          <a:cubicBezTo>
                            <a:pt x="13651" y="95"/>
                            <a:pt x="16222" y="0"/>
                            <a:pt x="18889" y="0"/>
                          </a:cubicBezTo>
                          <a:cubicBezTo>
                            <a:pt x="21556" y="190"/>
                            <a:pt x="24318" y="667"/>
                            <a:pt x="27081" y="1143"/>
                          </a:cubicBezTo>
                          <a:cubicBezTo>
                            <a:pt x="29843" y="1619"/>
                            <a:pt x="32605" y="2191"/>
                            <a:pt x="35177" y="2857"/>
                          </a:cubicBezTo>
                          <a:cubicBezTo>
                            <a:pt x="37749" y="3715"/>
                            <a:pt x="40035" y="4667"/>
                            <a:pt x="42226" y="5524"/>
                          </a:cubicBezTo>
                          <a:cubicBezTo>
                            <a:pt x="46512" y="7429"/>
                            <a:pt x="50226" y="9049"/>
                            <a:pt x="52227" y="10573"/>
                          </a:cubicBezTo>
                          <a:cubicBezTo>
                            <a:pt x="55846" y="13335"/>
                            <a:pt x="58704" y="16288"/>
                            <a:pt x="60894" y="19145"/>
                          </a:cubicBezTo>
                          <a:cubicBezTo>
                            <a:pt x="61942" y="20574"/>
                            <a:pt x="62895" y="22003"/>
                            <a:pt x="63561" y="23336"/>
                          </a:cubicBezTo>
                          <a:cubicBezTo>
                            <a:pt x="64419" y="24860"/>
                            <a:pt x="64990" y="26384"/>
                            <a:pt x="65467" y="2781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75" name="Graphique 1">
                    <a:extLst>
                      <a:ext uri="{FF2B5EF4-FFF2-40B4-BE49-F238E27FC236}">
                        <a16:creationId xmlns:a16="http://schemas.microsoft.com/office/drawing/2014/main" id="{5021FE6E-0C12-4B9A-B04B-98261F34091B}"/>
                      </a:ext>
                    </a:extLst>
                  </p:cNvPr>
                  <p:cNvGrpSpPr/>
                  <p:nvPr/>
                </p:nvGrpSpPr>
                <p:grpSpPr>
                  <a:xfrm>
                    <a:off x="3875345" y="3051868"/>
                    <a:ext cx="74688" cy="157595"/>
                    <a:chOff x="3875345" y="3051868"/>
                    <a:chExt cx="74688" cy="157595"/>
                  </a:xfrm>
                  <a:solidFill>
                    <a:schemeClr val="accent1"/>
                  </a:solidFill>
                </p:grpSpPr>
                <p:sp>
                  <p:nvSpPr>
                    <p:cNvPr id="15880" name="Forme libre : forme 15879">
                      <a:extLst>
                        <a:ext uri="{FF2B5EF4-FFF2-40B4-BE49-F238E27FC236}">
                          <a16:creationId xmlns:a16="http://schemas.microsoft.com/office/drawing/2014/main" id="{9D35C755-F6DB-4856-B792-91ABE76049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5345" y="3051868"/>
                      <a:ext cx="74688" cy="157595"/>
                    </a:xfrm>
                    <a:custGeom>
                      <a:avLst/>
                      <a:gdLst>
                        <a:gd name="connsiteX0" fmla="*/ 3810 w 74688"/>
                        <a:gd name="connsiteY0" fmla="*/ 106240 h 157595"/>
                        <a:gd name="connsiteX1" fmla="*/ 1524 w 74688"/>
                        <a:gd name="connsiteY1" fmla="*/ 59377 h 157595"/>
                        <a:gd name="connsiteX2" fmla="*/ 0 w 74688"/>
                        <a:gd name="connsiteY2" fmla="*/ 46423 h 157595"/>
                        <a:gd name="connsiteX3" fmla="*/ 190 w 74688"/>
                        <a:gd name="connsiteY3" fmla="*/ 40803 h 157595"/>
                        <a:gd name="connsiteX4" fmla="*/ 953 w 74688"/>
                        <a:gd name="connsiteY4" fmla="*/ 35565 h 157595"/>
                        <a:gd name="connsiteX5" fmla="*/ 4096 w 74688"/>
                        <a:gd name="connsiteY5" fmla="*/ 25563 h 157595"/>
                        <a:gd name="connsiteX6" fmla="*/ 9811 w 74688"/>
                        <a:gd name="connsiteY6" fmla="*/ 16800 h 157595"/>
                        <a:gd name="connsiteX7" fmla="*/ 24289 w 74688"/>
                        <a:gd name="connsiteY7" fmla="*/ 3275 h 157595"/>
                        <a:gd name="connsiteX8" fmla="*/ 35052 w 74688"/>
                        <a:gd name="connsiteY8" fmla="*/ 132 h 157595"/>
                        <a:gd name="connsiteX9" fmla="*/ 49721 w 74688"/>
                        <a:gd name="connsiteY9" fmla="*/ 6990 h 157595"/>
                        <a:gd name="connsiteX10" fmla="*/ 57055 w 74688"/>
                        <a:gd name="connsiteY10" fmla="*/ 14229 h 157595"/>
                        <a:gd name="connsiteX11" fmla="*/ 63437 w 74688"/>
                        <a:gd name="connsiteY11" fmla="*/ 23563 h 157595"/>
                        <a:gd name="connsiteX12" fmla="*/ 71438 w 74688"/>
                        <a:gd name="connsiteY12" fmla="*/ 46233 h 157595"/>
                        <a:gd name="connsiteX13" fmla="*/ 73723 w 74688"/>
                        <a:gd name="connsiteY13" fmla="*/ 110907 h 157595"/>
                        <a:gd name="connsiteX14" fmla="*/ 42386 w 74688"/>
                        <a:gd name="connsiteY14" fmla="*/ 157389 h 157595"/>
                        <a:gd name="connsiteX15" fmla="*/ 23622 w 74688"/>
                        <a:gd name="connsiteY15" fmla="*/ 154151 h 157595"/>
                        <a:gd name="connsiteX16" fmla="*/ 3810 w 74688"/>
                        <a:gd name="connsiteY16" fmla="*/ 106240 h 157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74688" h="157595">
                          <a:moveTo>
                            <a:pt x="3810" y="106240"/>
                          </a:moveTo>
                          <a:cubicBezTo>
                            <a:pt x="4667" y="89571"/>
                            <a:pt x="4286" y="73093"/>
                            <a:pt x="1524" y="59377"/>
                          </a:cubicBezTo>
                          <a:cubicBezTo>
                            <a:pt x="571" y="54615"/>
                            <a:pt x="190" y="50138"/>
                            <a:pt x="0" y="46423"/>
                          </a:cubicBezTo>
                          <a:cubicBezTo>
                            <a:pt x="0" y="44423"/>
                            <a:pt x="95" y="42518"/>
                            <a:pt x="190" y="40803"/>
                          </a:cubicBezTo>
                          <a:cubicBezTo>
                            <a:pt x="381" y="38994"/>
                            <a:pt x="667" y="37184"/>
                            <a:pt x="953" y="35565"/>
                          </a:cubicBezTo>
                          <a:cubicBezTo>
                            <a:pt x="1714" y="32040"/>
                            <a:pt x="2572" y="28897"/>
                            <a:pt x="4096" y="25563"/>
                          </a:cubicBezTo>
                          <a:cubicBezTo>
                            <a:pt x="5525" y="22230"/>
                            <a:pt x="7144" y="19372"/>
                            <a:pt x="9811" y="16800"/>
                          </a:cubicBezTo>
                          <a:lnTo>
                            <a:pt x="24289" y="3275"/>
                          </a:lnTo>
                          <a:cubicBezTo>
                            <a:pt x="26861" y="894"/>
                            <a:pt x="30671" y="-440"/>
                            <a:pt x="35052" y="132"/>
                          </a:cubicBezTo>
                          <a:cubicBezTo>
                            <a:pt x="39338" y="703"/>
                            <a:pt x="44768" y="2894"/>
                            <a:pt x="49721" y="6990"/>
                          </a:cubicBezTo>
                          <a:cubicBezTo>
                            <a:pt x="52388" y="8990"/>
                            <a:pt x="54769" y="11466"/>
                            <a:pt x="57055" y="14229"/>
                          </a:cubicBezTo>
                          <a:cubicBezTo>
                            <a:pt x="59436" y="17086"/>
                            <a:pt x="61627" y="20229"/>
                            <a:pt x="63437" y="23563"/>
                          </a:cubicBezTo>
                          <a:cubicBezTo>
                            <a:pt x="67342" y="30421"/>
                            <a:pt x="70009" y="38136"/>
                            <a:pt x="71438" y="46233"/>
                          </a:cubicBezTo>
                          <a:cubicBezTo>
                            <a:pt x="75438" y="69188"/>
                            <a:pt x="75152" y="90429"/>
                            <a:pt x="73723" y="110907"/>
                          </a:cubicBezTo>
                          <a:cubicBezTo>
                            <a:pt x="71438" y="139768"/>
                            <a:pt x="55721" y="159866"/>
                            <a:pt x="42386" y="157389"/>
                          </a:cubicBezTo>
                          <a:lnTo>
                            <a:pt x="23622" y="154151"/>
                          </a:lnTo>
                          <a:cubicBezTo>
                            <a:pt x="10001" y="151674"/>
                            <a:pt x="2477" y="129576"/>
                            <a:pt x="3810" y="10624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81" name="Forme libre : forme 15880">
                      <a:extLst>
                        <a:ext uri="{FF2B5EF4-FFF2-40B4-BE49-F238E27FC236}">
                          <a16:creationId xmlns:a16="http://schemas.microsoft.com/office/drawing/2014/main" id="{DE88F5A0-924F-43BE-AD15-09A9878064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5536" y="3062763"/>
                      <a:ext cx="29858" cy="143256"/>
                    </a:xfrm>
                    <a:custGeom>
                      <a:avLst/>
                      <a:gdLst>
                        <a:gd name="connsiteX0" fmla="*/ 25813 w 29858"/>
                        <a:gd name="connsiteY0" fmla="*/ 53150 h 143256"/>
                        <a:gd name="connsiteX1" fmla="*/ 19431 w 29858"/>
                        <a:gd name="connsiteY1" fmla="*/ 24670 h 143256"/>
                        <a:gd name="connsiteX2" fmla="*/ 16097 w 29858"/>
                        <a:gd name="connsiteY2" fmla="*/ 0 h 143256"/>
                        <a:gd name="connsiteX3" fmla="*/ 9811 w 29858"/>
                        <a:gd name="connsiteY3" fmla="*/ 5810 h 143256"/>
                        <a:gd name="connsiteX4" fmla="*/ 4096 w 29858"/>
                        <a:gd name="connsiteY4" fmla="*/ 14573 h 143256"/>
                        <a:gd name="connsiteX5" fmla="*/ 953 w 29858"/>
                        <a:gd name="connsiteY5" fmla="*/ 24575 h 143256"/>
                        <a:gd name="connsiteX6" fmla="*/ 191 w 29858"/>
                        <a:gd name="connsiteY6" fmla="*/ 29813 h 143256"/>
                        <a:gd name="connsiteX7" fmla="*/ 0 w 29858"/>
                        <a:gd name="connsiteY7" fmla="*/ 35433 h 143256"/>
                        <a:gd name="connsiteX8" fmla="*/ 1524 w 29858"/>
                        <a:gd name="connsiteY8" fmla="*/ 48387 h 143256"/>
                        <a:gd name="connsiteX9" fmla="*/ 3810 w 29858"/>
                        <a:gd name="connsiteY9" fmla="*/ 95250 h 143256"/>
                        <a:gd name="connsiteX10" fmla="*/ 23622 w 29858"/>
                        <a:gd name="connsiteY10" fmla="*/ 143161 h 143256"/>
                        <a:gd name="connsiteX11" fmla="*/ 24194 w 29858"/>
                        <a:gd name="connsiteY11" fmla="*/ 143256 h 143256"/>
                        <a:gd name="connsiteX12" fmla="*/ 29433 w 29858"/>
                        <a:gd name="connsiteY12" fmla="*/ 97441 h 143256"/>
                        <a:gd name="connsiteX13" fmla="*/ 29623 w 29858"/>
                        <a:gd name="connsiteY13" fmla="*/ 74962 h 143256"/>
                        <a:gd name="connsiteX14" fmla="*/ 25813 w 29858"/>
                        <a:gd name="connsiteY14" fmla="*/ 53150 h 143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9858" h="143256">
                          <a:moveTo>
                            <a:pt x="25813" y="53150"/>
                          </a:moveTo>
                          <a:cubicBezTo>
                            <a:pt x="23051" y="43053"/>
                            <a:pt x="20955" y="33433"/>
                            <a:pt x="19431" y="24670"/>
                          </a:cubicBezTo>
                          <a:cubicBezTo>
                            <a:pt x="17907" y="15907"/>
                            <a:pt x="16574" y="7906"/>
                            <a:pt x="16097" y="0"/>
                          </a:cubicBezTo>
                          <a:lnTo>
                            <a:pt x="9811" y="5810"/>
                          </a:lnTo>
                          <a:cubicBezTo>
                            <a:pt x="7144" y="8287"/>
                            <a:pt x="5525" y="11240"/>
                            <a:pt x="4096" y="14573"/>
                          </a:cubicBezTo>
                          <a:cubicBezTo>
                            <a:pt x="2667" y="17907"/>
                            <a:pt x="1810" y="21050"/>
                            <a:pt x="953" y="24575"/>
                          </a:cubicBezTo>
                          <a:cubicBezTo>
                            <a:pt x="667" y="26194"/>
                            <a:pt x="381" y="28004"/>
                            <a:pt x="191" y="29813"/>
                          </a:cubicBezTo>
                          <a:cubicBezTo>
                            <a:pt x="95" y="31528"/>
                            <a:pt x="0" y="33433"/>
                            <a:pt x="0" y="35433"/>
                          </a:cubicBezTo>
                          <a:cubicBezTo>
                            <a:pt x="95" y="39243"/>
                            <a:pt x="572" y="43625"/>
                            <a:pt x="1524" y="48387"/>
                          </a:cubicBezTo>
                          <a:cubicBezTo>
                            <a:pt x="4286" y="62103"/>
                            <a:pt x="4667" y="78581"/>
                            <a:pt x="3810" y="95250"/>
                          </a:cubicBezTo>
                          <a:cubicBezTo>
                            <a:pt x="2477" y="118682"/>
                            <a:pt x="10001" y="140779"/>
                            <a:pt x="23622" y="143161"/>
                          </a:cubicBezTo>
                          <a:lnTo>
                            <a:pt x="24194" y="143256"/>
                          </a:lnTo>
                          <a:cubicBezTo>
                            <a:pt x="26194" y="127635"/>
                            <a:pt x="28385" y="112586"/>
                            <a:pt x="29433" y="97441"/>
                          </a:cubicBezTo>
                          <a:cubicBezTo>
                            <a:pt x="29909" y="89916"/>
                            <a:pt x="30004" y="82391"/>
                            <a:pt x="29623" y="74962"/>
                          </a:cubicBezTo>
                          <a:cubicBezTo>
                            <a:pt x="28956" y="67628"/>
                            <a:pt x="27908" y="60198"/>
                            <a:pt x="25813" y="5315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82" name="Forme libre : forme 15881">
                      <a:extLst>
                        <a:ext uri="{FF2B5EF4-FFF2-40B4-BE49-F238E27FC236}">
                          <a16:creationId xmlns:a16="http://schemas.microsoft.com/office/drawing/2014/main" id="{0579443C-302F-47D5-9896-F03E88DC9F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823" y="3108323"/>
                      <a:ext cx="26588" cy="68298"/>
                    </a:xfrm>
                    <a:custGeom>
                      <a:avLst/>
                      <a:gdLst>
                        <a:gd name="connsiteX0" fmla="*/ 11241 w 26588"/>
                        <a:gd name="connsiteY0" fmla="*/ 68264 h 68298"/>
                        <a:gd name="connsiteX1" fmla="*/ 2 w 26588"/>
                        <a:gd name="connsiteY1" fmla="*/ 33974 h 68298"/>
                        <a:gd name="connsiteX2" fmla="*/ 11051 w 26588"/>
                        <a:gd name="connsiteY2" fmla="*/ 65 h 68298"/>
                        <a:gd name="connsiteX3" fmla="*/ 21719 w 26588"/>
                        <a:gd name="connsiteY3" fmla="*/ 9018 h 68298"/>
                        <a:gd name="connsiteX4" fmla="*/ 26576 w 26588"/>
                        <a:gd name="connsiteY4" fmla="*/ 34164 h 68298"/>
                        <a:gd name="connsiteX5" fmla="*/ 11241 w 26588"/>
                        <a:gd name="connsiteY5" fmla="*/ 68264 h 68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588" h="68298">
                          <a:moveTo>
                            <a:pt x="11241" y="68264"/>
                          </a:moveTo>
                          <a:cubicBezTo>
                            <a:pt x="4002" y="67406"/>
                            <a:pt x="-94" y="51881"/>
                            <a:pt x="2" y="33974"/>
                          </a:cubicBezTo>
                          <a:cubicBezTo>
                            <a:pt x="287" y="16162"/>
                            <a:pt x="3716" y="1589"/>
                            <a:pt x="11051" y="65"/>
                          </a:cubicBezTo>
                          <a:cubicBezTo>
                            <a:pt x="14670" y="-507"/>
                            <a:pt x="18671" y="2732"/>
                            <a:pt x="21719" y="9018"/>
                          </a:cubicBezTo>
                          <a:cubicBezTo>
                            <a:pt x="24671" y="15209"/>
                            <a:pt x="26767" y="24258"/>
                            <a:pt x="26576" y="34164"/>
                          </a:cubicBezTo>
                          <a:cubicBezTo>
                            <a:pt x="26386" y="54167"/>
                            <a:pt x="18480" y="69121"/>
                            <a:pt x="11241" y="68264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83" name="Forme libre : forme 15882">
                      <a:extLst>
                        <a:ext uri="{FF2B5EF4-FFF2-40B4-BE49-F238E27FC236}">
                          <a16:creationId xmlns:a16="http://schemas.microsoft.com/office/drawing/2014/main" id="{B0C00102-7D99-464F-9203-6A2054D32D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920" y="3108317"/>
                      <a:ext cx="23812" cy="48743"/>
                    </a:xfrm>
                    <a:custGeom>
                      <a:avLst/>
                      <a:gdLst>
                        <a:gd name="connsiteX0" fmla="*/ 23813 w 23812"/>
                        <a:gd name="connsiteY0" fmla="*/ 14168 h 48743"/>
                        <a:gd name="connsiteX1" fmla="*/ 11049 w 23812"/>
                        <a:gd name="connsiteY1" fmla="*/ 71 h 48743"/>
                        <a:gd name="connsiteX2" fmla="*/ 0 w 23812"/>
                        <a:gd name="connsiteY2" fmla="*/ 33980 h 48743"/>
                        <a:gd name="connsiteX3" fmla="*/ 952 w 23812"/>
                        <a:gd name="connsiteY3" fmla="*/ 48744 h 48743"/>
                        <a:gd name="connsiteX4" fmla="*/ 2286 w 23812"/>
                        <a:gd name="connsiteY4" fmla="*/ 40647 h 48743"/>
                        <a:gd name="connsiteX5" fmla="*/ 23813 w 23812"/>
                        <a:gd name="connsiteY5" fmla="*/ 14168 h 48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812" h="48743">
                          <a:moveTo>
                            <a:pt x="23813" y="14168"/>
                          </a:moveTo>
                          <a:cubicBezTo>
                            <a:pt x="20859" y="4738"/>
                            <a:pt x="15526" y="-691"/>
                            <a:pt x="11049" y="71"/>
                          </a:cubicBezTo>
                          <a:cubicBezTo>
                            <a:pt x="3715" y="1595"/>
                            <a:pt x="286" y="16168"/>
                            <a:pt x="0" y="33980"/>
                          </a:cubicBezTo>
                          <a:cubicBezTo>
                            <a:pt x="95" y="39219"/>
                            <a:pt x="286" y="44267"/>
                            <a:pt x="952" y="48744"/>
                          </a:cubicBezTo>
                          <a:cubicBezTo>
                            <a:pt x="1143" y="45981"/>
                            <a:pt x="1524" y="43219"/>
                            <a:pt x="2286" y="40647"/>
                          </a:cubicBezTo>
                          <a:cubicBezTo>
                            <a:pt x="6763" y="26360"/>
                            <a:pt x="14764" y="13882"/>
                            <a:pt x="23813" y="14168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84" name="Forme libre : forme 15883">
                      <a:extLst>
                        <a:ext uri="{FF2B5EF4-FFF2-40B4-BE49-F238E27FC236}">
                          <a16:creationId xmlns:a16="http://schemas.microsoft.com/office/drawing/2014/main" id="{7302C96F-6EBE-4F8A-B660-4F02F2C1A3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865" y="3112230"/>
                      <a:ext cx="26596" cy="67543"/>
                    </a:xfrm>
                    <a:custGeom>
                      <a:avLst/>
                      <a:gdLst>
                        <a:gd name="connsiteX0" fmla="*/ 10961 w 26596"/>
                        <a:gd name="connsiteY0" fmla="*/ 67500 h 67543"/>
                        <a:gd name="connsiteX1" fmla="*/ 2674 w 26596"/>
                        <a:gd name="connsiteY1" fmla="*/ 56737 h 67543"/>
                        <a:gd name="connsiteX2" fmla="*/ 7 w 26596"/>
                        <a:gd name="connsiteY2" fmla="*/ 33401 h 67543"/>
                        <a:gd name="connsiteX3" fmla="*/ 3150 w 26596"/>
                        <a:gd name="connsiteY3" fmla="*/ 10636 h 67543"/>
                        <a:gd name="connsiteX4" fmla="*/ 11532 w 26596"/>
                        <a:gd name="connsiteY4" fmla="*/ 63 h 67543"/>
                        <a:gd name="connsiteX5" fmla="*/ 22010 w 26596"/>
                        <a:gd name="connsiteY5" fmla="*/ 9017 h 67543"/>
                        <a:gd name="connsiteX6" fmla="*/ 26582 w 26596"/>
                        <a:gd name="connsiteY6" fmla="*/ 33877 h 67543"/>
                        <a:gd name="connsiteX7" fmla="*/ 10961 w 26596"/>
                        <a:gd name="connsiteY7" fmla="*/ 67500 h 67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596" h="67543">
                          <a:moveTo>
                            <a:pt x="10961" y="67500"/>
                          </a:moveTo>
                          <a:cubicBezTo>
                            <a:pt x="7341" y="67119"/>
                            <a:pt x="4484" y="62928"/>
                            <a:pt x="2674" y="56737"/>
                          </a:cubicBezTo>
                          <a:cubicBezTo>
                            <a:pt x="769" y="50546"/>
                            <a:pt x="-88" y="42259"/>
                            <a:pt x="7" y="33401"/>
                          </a:cubicBezTo>
                          <a:cubicBezTo>
                            <a:pt x="102" y="24542"/>
                            <a:pt x="1340" y="16541"/>
                            <a:pt x="3150" y="10636"/>
                          </a:cubicBezTo>
                          <a:cubicBezTo>
                            <a:pt x="5150" y="4635"/>
                            <a:pt x="7818" y="635"/>
                            <a:pt x="11532" y="63"/>
                          </a:cubicBezTo>
                          <a:cubicBezTo>
                            <a:pt x="15152" y="-508"/>
                            <a:pt x="19248" y="2825"/>
                            <a:pt x="22010" y="9017"/>
                          </a:cubicBezTo>
                          <a:cubicBezTo>
                            <a:pt x="25058" y="15208"/>
                            <a:pt x="26772" y="24066"/>
                            <a:pt x="26582" y="33877"/>
                          </a:cubicBezTo>
                          <a:cubicBezTo>
                            <a:pt x="26296" y="53594"/>
                            <a:pt x="18105" y="68453"/>
                            <a:pt x="10961" y="6750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85" name="Forme libre : forme 15884">
                      <a:extLst>
                        <a:ext uri="{FF2B5EF4-FFF2-40B4-BE49-F238E27FC236}">
                          <a16:creationId xmlns:a16="http://schemas.microsoft.com/office/drawing/2014/main" id="{0074284A-4CFF-479F-9200-D373B29AC4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4442" y="3075523"/>
                      <a:ext cx="44754" cy="87433"/>
                    </a:xfrm>
                    <a:custGeom>
                      <a:avLst/>
                      <a:gdLst>
                        <a:gd name="connsiteX0" fmla="*/ 16907 w 44754"/>
                        <a:gd name="connsiteY0" fmla="*/ 6100 h 87433"/>
                        <a:gd name="connsiteX1" fmla="*/ 6239 w 44754"/>
                        <a:gd name="connsiteY1" fmla="*/ 12958 h 87433"/>
                        <a:gd name="connsiteX2" fmla="*/ 47 w 44754"/>
                        <a:gd name="connsiteY2" fmla="*/ 43628 h 87433"/>
                        <a:gd name="connsiteX3" fmla="*/ 2809 w 44754"/>
                        <a:gd name="connsiteY3" fmla="*/ 75252 h 87433"/>
                        <a:gd name="connsiteX4" fmla="*/ 14144 w 44754"/>
                        <a:gd name="connsiteY4" fmla="*/ 86777 h 87433"/>
                        <a:gd name="connsiteX5" fmla="*/ 21002 w 44754"/>
                        <a:gd name="connsiteY5" fmla="*/ 75537 h 87433"/>
                        <a:gd name="connsiteX6" fmla="*/ 35194 w 44754"/>
                        <a:gd name="connsiteY6" fmla="*/ 46105 h 87433"/>
                        <a:gd name="connsiteX7" fmla="*/ 43195 w 44754"/>
                        <a:gd name="connsiteY7" fmla="*/ 29817 h 87433"/>
                        <a:gd name="connsiteX8" fmla="*/ 41481 w 44754"/>
                        <a:gd name="connsiteY8" fmla="*/ 6767 h 87433"/>
                        <a:gd name="connsiteX9" fmla="*/ 28051 w 44754"/>
                        <a:gd name="connsiteY9" fmla="*/ 576 h 87433"/>
                        <a:gd name="connsiteX10" fmla="*/ 16907 w 44754"/>
                        <a:gd name="connsiteY10" fmla="*/ 6100 h 87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4754" h="87433">
                          <a:moveTo>
                            <a:pt x="16907" y="6100"/>
                          </a:moveTo>
                          <a:cubicBezTo>
                            <a:pt x="12906" y="7624"/>
                            <a:pt x="8906" y="9434"/>
                            <a:pt x="6239" y="12958"/>
                          </a:cubicBezTo>
                          <a:cubicBezTo>
                            <a:pt x="1000" y="19911"/>
                            <a:pt x="333" y="31341"/>
                            <a:pt x="47" y="43628"/>
                          </a:cubicBezTo>
                          <a:cubicBezTo>
                            <a:pt x="-143" y="53725"/>
                            <a:pt x="142" y="65250"/>
                            <a:pt x="2809" y="75252"/>
                          </a:cubicBezTo>
                          <a:cubicBezTo>
                            <a:pt x="4905" y="82681"/>
                            <a:pt x="9286" y="89634"/>
                            <a:pt x="14144" y="86777"/>
                          </a:cubicBezTo>
                          <a:cubicBezTo>
                            <a:pt x="17192" y="84967"/>
                            <a:pt x="19097" y="80109"/>
                            <a:pt x="21002" y="75537"/>
                          </a:cubicBezTo>
                          <a:cubicBezTo>
                            <a:pt x="25384" y="64869"/>
                            <a:pt x="30242" y="55059"/>
                            <a:pt x="35194" y="46105"/>
                          </a:cubicBezTo>
                          <a:cubicBezTo>
                            <a:pt x="37385" y="42295"/>
                            <a:pt x="41005" y="36675"/>
                            <a:pt x="43195" y="29817"/>
                          </a:cubicBezTo>
                          <a:cubicBezTo>
                            <a:pt x="45291" y="22959"/>
                            <a:pt x="45767" y="14482"/>
                            <a:pt x="41481" y="6767"/>
                          </a:cubicBezTo>
                          <a:cubicBezTo>
                            <a:pt x="37576" y="-187"/>
                            <a:pt x="32527" y="-758"/>
                            <a:pt x="28051" y="576"/>
                          </a:cubicBezTo>
                          <a:cubicBezTo>
                            <a:pt x="23765" y="2099"/>
                            <a:pt x="19669" y="5052"/>
                            <a:pt x="16907" y="610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86" name="Forme libre : forme 15885">
                      <a:extLst>
                        <a:ext uri="{FF2B5EF4-FFF2-40B4-BE49-F238E27FC236}">
                          <a16:creationId xmlns:a16="http://schemas.microsoft.com/office/drawing/2014/main" id="{AA7A0415-10B3-49A5-844B-78479E3A1D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6112" y="3091159"/>
                      <a:ext cx="17078" cy="28935"/>
                    </a:xfrm>
                    <a:custGeom>
                      <a:avLst/>
                      <a:gdLst>
                        <a:gd name="connsiteX0" fmla="*/ 4953 w 17078"/>
                        <a:gd name="connsiteY0" fmla="*/ 1036 h 28935"/>
                        <a:gd name="connsiteX1" fmla="*/ 1714 w 17078"/>
                        <a:gd name="connsiteY1" fmla="*/ 84 h 28935"/>
                        <a:gd name="connsiteX2" fmla="*/ 0 w 17078"/>
                        <a:gd name="connsiteY2" fmla="*/ 3418 h 28935"/>
                        <a:gd name="connsiteX3" fmla="*/ 1334 w 17078"/>
                        <a:gd name="connsiteY3" fmla="*/ 8561 h 28935"/>
                        <a:gd name="connsiteX4" fmla="*/ 6191 w 17078"/>
                        <a:gd name="connsiteY4" fmla="*/ 20753 h 28935"/>
                        <a:gd name="connsiteX5" fmla="*/ 8477 w 17078"/>
                        <a:gd name="connsiteY5" fmla="*/ 25230 h 28935"/>
                        <a:gd name="connsiteX6" fmla="*/ 14573 w 17078"/>
                        <a:gd name="connsiteY6" fmla="*/ 28849 h 28935"/>
                        <a:gd name="connsiteX7" fmla="*/ 16669 w 17078"/>
                        <a:gd name="connsiteY7" fmla="*/ 20277 h 28935"/>
                        <a:gd name="connsiteX8" fmla="*/ 4953 w 17078"/>
                        <a:gd name="connsiteY8" fmla="*/ 1036 h 28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078" h="28935">
                          <a:moveTo>
                            <a:pt x="4953" y="1036"/>
                          </a:moveTo>
                          <a:cubicBezTo>
                            <a:pt x="3810" y="274"/>
                            <a:pt x="2667" y="-202"/>
                            <a:pt x="1714" y="84"/>
                          </a:cubicBezTo>
                          <a:cubicBezTo>
                            <a:pt x="762" y="370"/>
                            <a:pt x="0" y="1608"/>
                            <a:pt x="0" y="3418"/>
                          </a:cubicBezTo>
                          <a:cubicBezTo>
                            <a:pt x="95" y="5132"/>
                            <a:pt x="762" y="6846"/>
                            <a:pt x="1334" y="8561"/>
                          </a:cubicBezTo>
                          <a:cubicBezTo>
                            <a:pt x="2953" y="12752"/>
                            <a:pt x="4572" y="16848"/>
                            <a:pt x="6191" y="20753"/>
                          </a:cubicBezTo>
                          <a:cubicBezTo>
                            <a:pt x="6858" y="22372"/>
                            <a:pt x="7620" y="23991"/>
                            <a:pt x="8477" y="25230"/>
                          </a:cubicBezTo>
                          <a:cubicBezTo>
                            <a:pt x="10192" y="27802"/>
                            <a:pt x="12668" y="29325"/>
                            <a:pt x="14573" y="28849"/>
                          </a:cubicBezTo>
                          <a:cubicBezTo>
                            <a:pt x="16383" y="28373"/>
                            <a:pt x="17812" y="25801"/>
                            <a:pt x="16669" y="20277"/>
                          </a:cubicBezTo>
                          <a:cubicBezTo>
                            <a:pt x="14954" y="11609"/>
                            <a:pt x="9620" y="3894"/>
                            <a:pt x="4953" y="103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87" name="Forme libre : forme 15886">
                      <a:extLst>
                        <a:ext uri="{FF2B5EF4-FFF2-40B4-BE49-F238E27FC236}">
                          <a16:creationId xmlns:a16="http://schemas.microsoft.com/office/drawing/2014/main" id="{9AF4CE78-4A14-4B29-B9DE-8C608B7E53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0679" y="3159156"/>
                      <a:ext cx="21812" cy="42862"/>
                    </a:xfrm>
                    <a:custGeom>
                      <a:avLst/>
                      <a:gdLst>
                        <a:gd name="connsiteX0" fmla="*/ 21812 w 21812"/>
                        <a:gd name="connsiteY0" fmla="*/ 42863 h 42862"/>
                        <a:gd name="connsiteX1" fmla="*/ 11811 w 21812"/>
                        <a:gd name="connsiteY1" fmla="*/ 36766 h 42862"/>
                        <a:gd name="connsiteX2" fmla="*/ 0 w 21812"/>
                        <a:gd name="connsiteY2" fmla="*/ 0 h 42862"/>
                        <a:gd name="connsiteX3" fmla="*/ 4191 w 21812"/>
                        <a:gd name="connsiteY3" fmla="*/ 16954 h 42862"/>
                        <a:gd name="connsiteX4" fmla="*/ 21812 w 21812"/>
                        <a:gd name="connsiteY4" fmla="*/ 42863 h 42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812" h="42862">
                          <a:moveTo>
                            <a:pt x="21812" y="42863"/>
                          </a:moveTo>
                          <a:cubicBezTo>
                            <a:pt x="21812" y="42863"/>
                            <a:pt x="16764" y="42481"/>
                            <a:pt x="11811" y="36766"/>
                          </a:cubicBezTo>
                          <a:cubicBezTo>
                            <a:pt x="6668" y="31147"/>
                            <a:pt x="1810" y="20098"/>
                            <a:pt x="0" y="0"/>
                          </a:cubicBezTo>
                          <a:cubicBezTo>
                            <a:pt x="0" y="0"/>
                            <a:pt x="1143" y="7715"/>
                            <a:pt x="4191" y="16954"/>
                          </a:cubicBezTo>
                          <a:cubicBezTo>
                            <a:pt x="7334" y="26194"/>
                            <a:pt x="12383" y="37147"/>
                            <a:pt x="21812" y="428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88" name="Forme libre : forme 15887">
                      <a:extLst>
                        <a:ext uri="{FF2B5EF4-FFF2-40B4-BE49-F238E27FC236}">
                          <a16:creationId xmlns:a16="http://schemas.microsoft.com/office/drawing/2014/main" id="{64B166FE-9C6F-458C-9050-9352FF1156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0396" y="3056800"/>
                      <a:ext cx="45148" cy="45206"/>
                    </a:xfrm>
                    <a:custGeom>
                      <a:avLst/>
                      <a:gdLst>
                        <a:gd name="connsiteX0" fmla="*/ 45148 w 45148"/>
                        <a:gd name="connsiteY0" fmla="*/ 45206 h 45206"/>
                        <a:gd name="connsiteX1" fmla="*/ 43053 w 45148"/>
                        <a:gd name="connsiteY1" fmla="*/ 37015 h 45206"/>
                        <a:gd name="connsiteX2" fmla="*/ 34862 w 45148"/>
                        <a:gd name="connsiteY2" fmla="*/ 18917 h 45206"/>
                        <a:gd name="connsiteX3" fmla="*/ 18669 w 45148"/>
                        <a:gd name="connsiteY3" fmla="*/ 2915 h 45206"/>
                        <a:gd name="connsiteX4" fmla="*/ 0 w 45148"/>
                        <a:gd name="connsiteY4" fmla="*/ 2058 h 45206"/>
                        <a:gd name="connsiteX5" fmla="*/ 4096 w 45148"/>
                        <a:gd name="connsiteY5" fmla="*/ 1677 h 45206"/>
                        <a:gd name="connsiteX6" fmla="*/ 15812 w 45148"/>
                        <a:gd name="connsiteY6" fmla="*/ 4439 h 45206"/>
                        <a:gd name="connsiteX7" fmla="*/ 32004 w 45148"/>
                        <a:gd name="connsiteY7" fmla="*/ 17488 h 45206"/>
                        <a:gd name="connsiteX8" fmla="*/ 45148 w 45148"/>
                        <a:gd name="connsiteY8" fmla="*/ 45206 h 45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148" h="45206">
                          <a:moveTo>
                            <a:pt x="45148" y="45206"/>
                          </a:moveTo>
                          <a:cubicBezTo>
                            <a:pt x="45148" y="45206"/>
                            <a:pt x="44482" y="41872"/>
                            <a:pt x="43053" y="37015"/>
                          </a:cubicBezTo>
                          <a:cubicBezTo>
                            <a:pt x="41529" y="32062"/>
                            <a:pt x="39053" y="25394"/>
                            <a:pt x="34862" y="18917"/>
                          </a:cubicBezTo>
                          <a:cubicBezTo>
                            <a:pt x="30861" y="12535"/>
                            <a:pt x="25051" y="6344"/>
                            <a:pt x="18669" y="2915"/>
                          </a:cubicBezTo>
                          <a:cubicBezTo>
                            <a:pt x="12478" y="-609"/>
                            <a:pt x="5524" y="-990"/>
                            <a:pt x="0" y="2058"/>
                          </a:cubicBezTo>
                          <a:cubicBezTo>
                            <a:pt x="0" y="2058"/>
                            <a:pt x="1429" y="1582"/>
                            <a:pt x="4096" y="1677"/>
                          </a:cubicBezTo>
                          <a:cubicBezTo>
                            <a:pt x="6668" y="1772"/>
                            <a:pt x="11049" y="2058"/>
                            <a:pt x="15812" y="4439"/>
                          </a:cubicBezTo>
                          <a:cubicBezTo>
                            <a:pt x="20764" y="6630"/>
                            <a:pt x="26575" y="10725"/>
                            <a:pt x="32004" y="17488"/>
                          </a:cubicBezTo>
                          <a:cubicBezTo>
                            <a:pt x="37338" y="24251"/>
                            <a:pt x="42100" y="33490"/>
                            <a:pt x="45148" y="452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89" name="Forme libre : forme 15888">
                      <a:extLst>
                        <a:ext uri="{FF2B5EF4-FFF2-40B4-BE49-F238E27FC236}">
                          <a16:creationId xmlns:a16="http://schemas.microsoft.com/office/drawing/2014/main" id="{01345427-F04C-439A-9408-523E0AA212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4070" y="3136416"/>
                      <a:ext cx="9644" cy="26034"/>
                    </a:xfrm>
                    <a:custGeom>
                      <a:avLst/>
                      <a:gdLst>
                        <a:gd name="connsiteX0" fmla="*/ 1852 w 9644"/>
                        <a:gd name="connsiteY0" fmla="*/ 25693 h 26034"/>
                        <a:gd name="connsiteX1" fmla="*/ 899 w 9644"/>
                        <a:gd name="connsiteY1" fmla="*/ 10358 h 26034"/>
                        <a:gd name="connsiteX2" fmla="*/ 7376 w 9644"/>
                        <a:gd name="connsiteY2" fmla="*/ 262 h 26034"/>
                        <a:gd name="connsiteX3" fmla="*/ 8805 w 9644"/>
                        <a:gd name="connsiteY3" fmla="*/ 15883 h 26034"/>
                        <a:gd name="connsiteX4" fmla="*/ 1852 w 9644"/>
                        <a:gd name="connsiteY4" fmla="*/ 25693 h 26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44" h="26034">
                          <a:moveTo>
                            <a:pt x="1852" y="25693"/>
                          </a:moveTo>
                          <a:cubicBezTo>
                            <a:pt x="-149" y="24074"/>
                            <a:pt x="-625" y="17311"/>
                            <a:pt x="899" y="10358"/>
                          </a:cubicBezTo>
                          <a:cubicBezTo>
                            <a:pt x="2233" y="3405"/>
                            <a:pt x="5186" y="-1167"/>
                            <a:pt x="7376" y="262"/>
                          </a:cubicBezTo>
                          <a:cubicBezTo>
                            <a:pt x="9567" y="1690"/>
                            <a:pt x="10424" y="8834"/>
                            <a:pt x="8805" y="15883"/>
                          </a:cubicBezTo>
                          <a:cubicBezTo>
                            <a:pt x="7281" y="23026"/>
                            <a:pt x="4042" y="27313"/>
                            <a:pt x="1852" y="2569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90" name="Forme libre : forme 15889">
                      <a:extLst>
                        <a:ext uri="{FF2B5EF4-FFF2-40B4-BE49-F238E27FC236}">
                          <a16:creationId xmlns:a16="http://schemas.microsoft.com/office/drawing/2014/main" id="{57907232-2C2E-43F5-ADD3-0F9EA985F7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130" y="3158771"/>
                      <a:ext cx="3868" cy="7152"/>
                    </a:xfrm>
                    <a:custGeom>
                      <a:avLst/>
                      <a:gdLst>
                        <a:gd name="connsiteX0" fmla="*/ 1649 w 3868"/>
                        <a:gd name="connsiteY0" fmla="*/ 7148 h 7152"/>
                        <a:gd name="connsiteX1" fmla="*/ 29 w 3868"/>
                        <a:gd name="connsiteY1" fmla="*/ 3433 h 7152"/>
                        <a:gd name="connsiteX2" fmla="*/ 2220 w 3868"/>
                        <a:gd name="connsiteY2" fmla="*/ 4 h 7152"/>
                        <a:gd name="connsiteX3" fmla="*/ 3839 w 3868"/>
                        <a:gd name="connsiteY3" fmla="*/ 3719 h 7152"/>
                        <a:gd name="connsiteX4" fmla="*/ 1649 w 3868"/>
                        <a:gd name="connsiteY4" fmla="*/ 7148 h 7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68" h="7152">
                          <a:moveTo>
                            <a:pt x="1649" y="7148"/>
                          </a:moveTo>
                          <a:cubicBezTo>
                            <a:pt x="601" y="7053"/>
                            <a:pt x="-161" y="5434"/>
                            <a:pt x="29" y="3433"/>
                          </a:cubicBezTo>
                          <a:cubicBezTo>
                            <a:pt x="220" y="1433"/>
                            <a:pt x="1172" y="-91"/>
                            <a:pt x="2220" y="4"/>
                          </a:cubicBezTo>
                          <a:cubicBezTo>
                            <a:pt x="3268" y="100"/>
                            <a:pt x="4030" y="1719"/>
                            <a:pt x="3839" y="3719"/>
                          </a:cubicBezTo>
                          <a:cubicBezTo>
                            <a:pt x="3649" y="5719"/>
                            <a:pt x="2696" y="7243"/>
                            <a:pt x="1649" y="71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91" name="Forme libre : forme 15890">
                      <a:extLst>
                        <a:ext uri="{FF2B5EF4-FFF2-40B4-BE49-F238E27FC236}">
                          <a16:creationId xmlns:a16="http://schemas.microsoft.com/office/drawing/2014/main" id="{0C35A3B1-0A8A-4138-B736-71FC189162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6767" y="3135901"/>
                      <a:ext cx="37795" cy="61358"/>
                    </a:xfrm>
                    <a:custGeom>
                      <a:avLst/>
                      <a:gdLst>
                        <a:gd name="connsiteX0" fmla="*/ 21347 w 37795"/>
                        <a:gd name="connsiteY0" fmla="*/ 58021 h 61358"/>
                        <a:gd name="connsiteX1" fmla="*/ 4297 w 37795"/>
                        <a:gd name="connsiteY1" fmla="*/ 60783 h 61358"/>
                        <a:gd name="connsiteX2" fmla="*/ 10 w 37795"/>
                        <a:gd name="connsiteY2" fmla="*/ 55068 h 61358"/>
                        <a:gd name="connsiteX3" fmla="*/ 4297 w 37795"/>
                        <a:gd name="connsiteY3" fmla="*/ 47925 h 61358"/>
                        <a:gd name="connsiteX4" fmla="*/ 21156 w 37795"/>
                        <a:gd name="connsiteY4" fmla="*/ 33637 h 61358"/>
                        <a:gd name="connsiteX5" fmla="*/ 27538 w 37795"/>
                        <a:gd name="connsiteY5" fmla="*/ 13063 h 61358"/>
                        <a:gd name="connsiteX6" fmla="*/ 34967 w 37795"/>
                        <a:gd name="connsiteY6" fmla="*/ 871 h 61358"/>
                        <a:gd name="connsiteX7" fmla="*/ 37444 w 37795"/>
                        <a:gd name="connsiteY7" fmla="*/ 21826 h 61358"/>
                        <a:gd name="connsiteX8" fmla="*/ 32872 w 37795"/>
                        <a:gd name="connsiteY8" fmla="*/ 43162 h 61358"/>
                        <a:gd name="connsiteX9" fmla="*/ 21347 w 37795"/>
                        <a:gd name="connsiteY9" fmla="*/ 58021 h 61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795" h="61358">
                          <a:moveTo>
                            <a:pt x="21347" y="58021"/>
                          </a:moveTo>
                          <a:cubicBezTo>
                            <a:pt x="15631" y="61736"/>
                            <a:pt x="9821" y="61831"/>
                            <a:pt x="4297" y="60783"/>
                          </a:cubicBezTo>
                          <a:cubicBezTo>
                            <a:pt x="2297" y="60402"/>
                            <a:pt x="-180" y="58878"/>
                            <a:pt x="10" y="55068"/>
                          </a:cubicBezTo>
                          <a:cubicBezTo>
                            <a:pt x="201" y="51544"/>
                            <a:pt x="2392" y="49163"/>
                            <a:pt x="4297" y="47925"/>
                          </a:cubicBezTo>
                          <a:cubicBezTo>
                            <a:pt x="10012" y="43829"/>
                            <a:pt x="16584" y="42019"/>
                            <a:pt x="21156" y="33637"/>
                          </a:cubicBezTo>
                          <a:cubicBezTo>
                            <a:pt x="22585" y="31065"/>
                            <a:pt x="25061" y="21445"/>
                            <a:pt x="27538" y="13063"/>
                          </a:cubicBezTo>
                          <a:cubicBezTo>
                            <a:pt x="29824" y="4681"/>
                            <a:pt x="32300" y="-2558"/>
                            <a:pt x="34967" y="871"/>
                          </a:cubicBezTo>
                          <a:cubicBezTo>
                            <a:pt x="37634" y="4205"/>
                            <a:pt x="38301" y="13063"/>
                            <a:pt x="37444" y="21826"/>
                          </a:cubicBezTo>
                          <a:cubicBezTo>
                            <a:pt x="36587" y="30589"/>
                            <a:pt x="34491" y="39257"/>
                            <a:pt x="32872" y="43162"/>
                          </a:cubicBezTo>
                          <a:cubicBezTo>
                            <a:pt x="29919" y="50115"/>
                            <a:pt x="25633" y="55164"/>
                            <a:pt x="21347" y="580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76" name="Graphique 1">
                    <a:extLst>
                      <a:ext uri="{FF2B5EF4-FFF2-40B4-BE49-F238E27FC236}">
                        <a16:creationId xmlns:a16="http://schemas.microsoft.com/office/drawing/2014/main" id="{D6A2B2D1-4AB2-4B24-B484-ACC6E6A3F38C}"/>
                      </a:ext>
                    </a:extLst>
                  </p:cNvPr>
                  <p:cNvGrpSpPr/>
                  <p:nvPr/>
                </p:nvGrpSpPr>
                <p:grpSpPr>
                  <a:xfrm>
                    <a:off x="3848848" y="3205758"/>
                    <a:ext cx="85668" cy="151545"/>
                    <a:chOff x="3848848" y="3205758"/>
                    <a:chExt cx="85668" cy="151545"/>
                  </a:xfrm>
                  <a:solidFill>
                    <a:schemeClr val="accent1"/>
                  </a:solidFill>
                </p:grpSpPr>
                <p:sp>
                  <p:nvSpPr>
                    <p:cNvPr id="15868" name="Forme libre : forme 15867">
                      <a:extLst>
                        <a:ext uri="{FF2B5EF4-FFF2-40B4-BE49-F238E27FC236}">
                          <a16:creationId xmlns:a16="http://schemas.microsoft.com/office/drawing/2014/main" id="{A4B00A2B-7571-49BE-AA34-9C81130E5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8848" y="3205853"/>
                      <a:ext cx="85668" cy="151450"/>
                    </a:xfrm>
                    <a:custGeom>
                      <a:avLst/>
                      <a:gdLst>
                        <a:gd name="connsiteX0" fmla="*/ 3352 w 85668"/>
                        <a:gd name="connsiteY0" fmla="*/ 93130 h 151450"/>
                        <a:gd name="connsiteX1" fmla="*/ 16687 w 85668"/>
                        <a:gd name="connsiteY1" fmla="*/ 40552 h 151450"/>
                        <a:gd name="connsiteX2" fmla="*/ 50120 w 85668"/>
                        <a:gd name="connsiteY2" fmla="*/ 166 h 151450"/>
                        <a:gd name="connsiteX3" fmla="*/ 68884 w 85668"/>
                        <a:gd name="connsiteY3" fmla="*/ 3404 h 151450"/>
                        <a:gd name="connsiteX4" fmla="*/ 83171 w 85668"/>
                        <a:gd name="connsiteY4" fmla="*/ 56268 h 151450"/>
                        <a:gd name="connsiteX5" fmla="*/ 67931 w 85668"/>
                        <a:gd name="connsiteY5" fmla="*/ 111894 h 151450"/>
                        <a:gd name="connsiteX6" fmla="*/ 30307 w 85668"/>
                        <a:gd name="connsiteY6" fmla="*/ 150851 h 151450"/>
                        <a:gd name="connsiteX7" fmla="*/ 12877 w 85668"/>
                        <a:gd name="connsiteY7" fmla="*/ 145232 h 151450"/>
                        <a:gd name="connsiteX8" fmla="*/ 3352 w 85668"/>
                        <a:gd name="connsiteY8" fmla="*/ 93130 h 1514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5668" h="151450">
                          <a:moveTo>
                            <a:pt x="3352" y="93130"/>
                          </a:moveTo>
                          <a:cubicBezTo>
                            <a:pt x="8210" y="75604"/>
                            <a:pt x="12781" y="58078"/>
                            <a:pt x="16687" y="40552"/>
                          </a:cubicBezTo>
                          <a:cubicBezTo>
                            <a:pt x="22306" y="16073"/>
                            <a:pt x="36404" y="-1930"/>
                            <a:pt x="50120" y="166"/>
                          </a:cubicBezTo>
                          <a:lnTo>
                            <a:pt x="68884" y="3404"/>
                          </a:lnTo>
                          <a:cubicBezTo>
                            <a:pt x="82505" y="5500"/>
                            <a:pt x="89839" y="29789"/>
                            <a:pt x="83171" y="56268"/>
                          </a:cubicBezTo>
                          <a:cubicBezTo>
                            <a:pt x="78599" y="75033"/>
                            <a:pt x="73456" y="93606"/>
                            <a:pt x="67931" y="111894"/>
                          </a:cubicBezTo>
                          <a:cubicBezTo>
                            <a:pt x="60121" y="137612"/>
                            <a:pt x="42785" y="154947"/>
                            <a:pt x="30307" y="150851"/>
                          </a:cubicBezTo>
                          <a:lnTo>
                            <a:pt x="12877" y="145232"/>
                          </a:lnTo>
                          <a:cubicBezTo>
                            <a:pt x="399" y="141041"/>
                            <a:pt x="-3506" y="117609"/>
                            <a:pt x="3352" y="9313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69" name="Forme libre : forme 15868">
                      <a:extLst>
                        <a:ext uri="{FF2B5EF4-FFF2-40B4-BE49-F238E27FC236}">
                          <a16:creationId xmlns:a16="http://schemas.microsoft.com/office/drawing/2014/main" id="{BFD6E8B6-0CB4-4FA7-99C2-AFDB47FB8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8851" y="3205758"/>
                      <a:ext cx="58212" cy="145327"/>
                    </a:xfrm>
                    <a:custGeom>
                      <a:avLst/>
                      <a:gdLst>
                        <a:gd name="connsiteX0" fmla="*/ 36305 w 58212"/>
                        <a:gd name="connsiteY0" fmla="*/ 55316 h 145327"/>
                        <a:gd name="connsiteX1" fmla="*/ 58212 w 58212"/>
                        <a:gd name="connsiteY1" fmla="*/ 1595 h 145327"/>
                        <a:gd name="connsiteX2" fmla="*/ 50116 w 58212"/>
                        <a:gd name="connsiteY2" fmla="*/ 166 h 145327"/>
                        <a:gd name="connsiteX3" fmla="*/ 16683 w 58212"/>
                        <a:gd name="connsiteY3" fmla="*/ 40552 h 145327"/>
                        <a:gd name="connsiteX4" fmla="*/ 3348 w 58212"/>
                        <a:gd name="connsiteY4" fmla="*/ 93130 h 145327"/>
                        <a:gd name="connsiteX5" fmla="*/ 12969 w 58212"/>
                        <a:gd name="connsiteY5" fmla="*/ 145136 h 145327"/>
                        <a:gd name="connsiteX6" fmla="*/ 13540 w 58212"/>
                        <a:gd name="connsiteY6" fmla="*/ 145327 h 145327"/>
                        <a:gd name="connsiteX7" fmla="*/ 36305 w 58212"/>
                        <a:gd name="connsiteY7" fmla="*/ 55316 h 145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8212" h="145327">
                          <a:moveTo>
                            <a:pt x="36305" y="55316"/>
                          </a:moveTo>
                          <a:cubicBezTo>
                            <a:pt x="38591" y="33313"/>
                            <a:pt x="46687" y="12167"/>
                            <a:pt x="58212" y="1595"/>
                          </a:cubicBezTo>
                          <a:lnTo>
                            <a:pt x="50116" y="166"/>
                          </a:lnTo>
                          <a:cubicBezTo>
                            <a:pt x="36400" y="-1930"/>
                            <a:pt x="22303" y="16073"/>
                            <a:pt x="16683" y="40552"/>
                          </a:cubicBezTo>
                          <a:cubicBezTo>
                            <a:pt x="12683" y="58078"/>
                            <a:pt x="8206" y="75604"/>
                            <a:pt x="3348" y="93130"/>
                          </a:cubicBezTo>
                          <a:cubicBezTo>
                            <a:pt x="-3510" y="117609"/>
                            <a:pt x="396" y="141041"/>
                            <a:pt x="12969" y="145136"/>
                          </a:cubicBezTo>
                          <a:lnTo>
                            <a:pt x="13540" y="145327"/>
                          </a:lnTo>
                          <a:cubicBezTo>
                            <a:pt x="21922" y="114847"/>
                            <a:pt x="33066" y="86463"/>
                            <a:pt x="36305" y="55316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70" name="Forme libre : forme 15869">
                      <a:extLst>
                        <a:ext uri="{FF2B5EF4-FFF2-40B4-BE49-F238E27FC236}">
                          <a16:creationId xmlns:a16="http://schemas.microsoft.com/office/drawing/2014/main" id="{0EB6EAA5-58D1-464F-BBBE-31AE2D36F1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2442" y="3257227"/>
                      <a:ext cx="30652" cy="66627"/>
                    </a:xfrm>
                    <a:custGeom>
                      <a:avLst/>
                      <a:gdLst>
                        <a:gd name="connsiteX0" fmla="*/ 5856 w 30652"/>
                        <a:gd name="connsiteY0" fmla="*/ 66426 h 66627"/>
                        <a:gd name="connsiteX1" fmla="*/ 3093 w 30652"/>
                        <a:gd name="connsiteY1" fmla="*/ 30041 h 66627"/>
                        <a:gd name="connsiteX2" fmla="*/ 23953 w 30652"/>
                        <a:gd name="connsiteY2" fmla="*/ 132 h 66627"/>
                        <a:gd name="connsiteX3" fmla="*/ 27763 w 30652"/>
                        <a:gd name="connsiteY3" fmla="*/ 36803 h 66627"/>
                        <a:gd name="connsiteX4" fmla="*/ 5856 w 30652"/>
                        <a:gd name="connsiteY4" fmla="*/ 66426 h 66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652" h="66627">
                          <a:moveTo>
                            <a:pt x="5856" y="66426"/>
                          </a:moveTo>
                          <a:cubicBezTo>
                            <a:pt x="-812" y="64331"/>
                            <a:pt x="-1860" y="48138"/>
                            <a:pt x="3093" y="30041"/>
                          </a:cubicBezTo>
                          <a:cubicBezTo>
                            <a:pt x="8047" y="11943"/>
                            <a:pt x="17000" y="-1487"/>
                            <a:pt x="23953" y="132"/>
                          </a:cubicBezTo>
                          <a:cubicBezTo>
                            <a:pt x="30906" y="1751"/>
                            <a:pt x="32907" y="18325"/>
                            <a:pt x="27763" y="36803"/>
                          </a:cubicBezTo>
                          <a:cubicBezTo>
                            <a:pt x="22620" y="55282"/>
                            <a:pt x="12523" y="68426"/>
                            <a:pt x="5856" y="6642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71" name="Forme libre : forme 15870">
                      <a:extLst>
                        <a:ext uri="{FF2B5EF4-FFF2-40B4-BE49-F238E27FC236}">
                          <a16:creationId xmlns:a16="http://schemas.microsoft.com/office/drawing/2014/main" id="{653D4DF8-C906-480D-A0F3-8E895DB9F9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2774" y="3257227"/>
                      <a:ext cx="30292" cy="45185"/>
                    </a:xfrm>
                    <a:custGeom>
                      <a:avLst/>
                      <a:gdLst>
                        <a:gd name="connsiteX0" fmla="*/ 30289 w 30292"/>
                        <a:gd name="connsiteY0" fmla="*/ 17468 h 45185"/>
                        <a:gd name="connsiteX1" fmla="*/ 23622 w 30292"/>
                        <a:gd name="connsiteY1" fmla="*/ 132 h 45185"/>
                        <a:gd name="connsiteX2" fmla="*/ 2762 w 30292"/>
                        <a:gd name="connsiteY2" fmla="*/ 30041 h 45185"/>
                        <a:gd name="connsiteX3" fmla="*/ 0 w 30292"/>
                        <a:gd name="connsiteY3" fmla="*/ 45185 h 45185"/>
                        <a:gd name="connsiteX4" fmla="*/ 3143 w 30292"/>
                        <a:gd name="connsiteY4" fmla="*/ 37280 h 45185"/>
                        <a:gd name="connsiteX5" fmla="*/ 30289 w 30292"/>
                        <a:gd name="connsiteY5" fmla="*/ 17468 h 45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292" h="45185">
                          <a:moveTo>
                            <a:pt x="30289" y="17468"/>
                          </a:moveTo>
                          <a:cubicBezTo>
                            <a:pt x="30385" y="7943"/>
                            <a:pt x="27908" y="1180"/>
                            <a:pt x="23622" y="132"/>
                          </a:cubicBezTo>
                          <a:cubicBezTo>
                            <a:pt x="16669" y="-1487"/>
                            <a:pt x="7620" y="11943"/>
                            <a:pt x="2762" y="30041"/>
                          </a:cubicBezTo>
                          <a:cubicBezTo>
                            <a:pt x="1333" y="35375"/>
                            <a:pt x="381" y="40423"/>
                            <a:pt x="0" y="45185"/>
                          </a:cubicBezTo>
                          <a:cubicBezTo>
                            <a:pt x="857" y="42423"/>
                            <a:pt x="1810" y="39756"/>
                            <a:pt x="3143" y="37280"/>
                          </a:cubicBezTo>
                          <a:cubicBezTo>
                            <a:pt x="10858" y="23754"/>
                            <a:pt x="22288" y="14229"/>
                            <a:pt x="30289" y="17468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72" name="Forme libre : forme 15871">
                      <a:extLst>
                        <a:ext uri="{FF2B5EF4-FFF2-40B4-BE49-F238E27FC236}">
                          <a16:creationId xmlns:a16="http://schemas.microsoft.com/office/drawing/2014/main" id="{FDD3DB69-3350-448C-BAA5-6C16145A3A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8863" y="3259879"/>
                      <a:ext cx="30643" cy="66470"/>
                    </a:xfrm>
                    <a:custGeom>
                      <a:avLst/>
                      <a:gdLst>
                        <a:gd name="connsiteX0" fmla="*/ 5815 w 30643"/>
                        <a:gd name="connsiteY0" fmla="*/ 66251 h 66470"/>
                        <a:gd name="connsiteX1" fmla="*/ 3053 w 30643"/>
                        <a:gd name="connsiteY1" fmla="*/ 29866 h 66470"/>
                        <a:gd name="connsiteX2" fmla="*/ 24008 w 30643"/>
                        <a:gd name="connsiteY2" fmla="*/ 148 h 66470"/>
                        <a:gd name="connsiteX3" fmla="*/ 27723 w 30643"/>
                        <a:gd name="connsiteY3" fmla="*/ 36724 h 66470"/>
                        <a:gd name="connsiteX4" fmla="*/ 5815 w 30643"/>
                        <a:gd name="connsiteY4" fmla="*/ 66251 h 66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643" h="66470">
                          <a:moveTo>
                            <a:pt x="5815" y="66251"/>
                          </a:moveTo>
                          <a:cubicBezTo>
                            <a:pt x="-852" y="64156"/>
                            <a:pt x="-1805" y="47963"/>
                            <a:pt x="3053" y="29866"/>
                          </a:cubicBezTo>
                          <a:cubicBezTo>
                            <a:pt x="7911" y="11863"/>
                            <a:pt x="17055" y="-1567"/>
                            <a:pt x="24008" y="148"/>
                          </a:cubicBezTo>
                          <a:cubicBezTo>
                            <a:pt x="30961" y="1767"/>
                            <a:pt x="32866" y="18245"/>
                            <a:pt x="27723" y="36724"/>
                          </a:cubicBezTo>
                          <a:cubicBezTo>
                            <a:pt x="22484" y="55202"/>
                            <a:pt x="12483" y="68347"/>
                            <a:pt x="5815" y="6625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73" name="Forme libre : forme 15872">
                      <a:extLst>
                        <a:ext uri="{FF2B5EF4-FFF2-40B4-BE49-F238E27FC236}">
                          <a16:creationId xmlns:a16="http://schemas.microsoft.com/office/drawing/2014/main" id="{9ECF8007-B1F5-4A33-A750-1FD7D4C5DA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1629" y="3227345"/>
                      <a:ext cx="58864" cy="80214"/>
                    </a:xfrm>
                    <a:custGeom>
                      <a:avLst/>
                      <a:gdLst>
                        <a:gd name="connsiteX0" fmla="*/ 39434 w 58864"/>
                        <a:gd name="connsiteY0" fmla="*/ 1248 h 80214"/>
                        <a:gd name="connsiteX1" fmla="*/ 27146 w 58864"/>
                        <a:gd name="connsiteY1" fmla="*/ 1058 h 80214"/>
                        <a:gd name="connsiteX2" fmla="*/ 7239 w 58864"/>
                        <a:gd name="connsiteY2" fmla="*/ 31157 h 80214"/>
                        <a:gd name="connsiteX3" fmla="*/ 0 w 58864"/>
                        <a:gd name="connsiteY3" fmla="*/ 65733 h 80214"/>
                        <a:gd name="connsiteX4" fmla="*/ 7906 w 58864"/>
                        <a:gd name="connsiteY4" fmla="*/ 79925 h 80214"/>
                        <a:gd name="connsiteX5" fmla="*/ 16859 w 58864"/>
                        <a:gd name="connsiteY5" fmla="*/ 70114 h 80214"/>
                        <a:gd name="connsiteX6" fmla="*/ 38100 w 58864"/>
                        <a:gd name="connsiteY6" fmla="*/ 45444 h 80214"/>
                        <a:gd name="connsiteX7" fmla="*/ 58864 w 58864"/>
                        <a:gd name="connsiteY7" fmla="*/ 14583 h 80214"/>
                        <a:gd name="connsiteX8" fmla="*/ 39434 w 58864"/>
                        <a:gd name="connsiteY8" fmla="*/ 1248 h 80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864" h="80214">
                          <a:moveTo>
                            <a:pt x="39434" y="1248"/>
                          </a:moveTo>
                          <a:cubicBezTo>
                            <a:pt x="35528" y="201"/>
                            <a:pt x="31433" y="-847"/>
                            <a:pt x="27146" y="1058"/>
                          </a:cubicBezTo>
                          <a:cubicBezTo>
                            <a:pt x="19050" y="4677"/>
                            <a:pt x="12002" y="17917"/>
                            <a:pt x="7239" y="31157"/>
                          </a:cubicBezTo>
                          <a:cubicBezTo>
                            <a:pt x="3143" y="42206"/>
                            <a:pt x="0" y="54588"/>
                            <a:pt x="0" y="65733"/>
                          </a:cubicBezTo>
                          <a:cubicBezTo>
                            <a:pt x="95" y="74019"/>
                            <a:pt x="2762" y="81830"/>
                            <a:pt x="7906" y="79925"/>
                          </a:cubicBezTo>
                          <a:cubicBezTo>
                            <a:pt x="11049" y="78686"/>
                            <a:pt x="14097" y="74210"/>
                            <a:pt x="16859" y="70114"/>
                          </a:cubicBezTo>
                          <a:cubicBezTo>
                            <a:pt x="23527" y="60494"/>
                            <a:pt x="30766" y="52112"/>
                            <a:pt x="38100" y="45444"/>
                          </a:cubicBezTo>
                          <a:cubicBezTo>
                            <a:pt x="44387" y="39825"/>
                            <a:pt x="58674" y="29728"/>
                            <a:pt x="58864" y="14583"/>
                          </a:cubicBezTo>
                          <a:cubicBezTo>
                            <a:pt x="58960" y="1058"/>
                            <a:pt x="44863" y="2677"/>
                            <a:pt x="39434" y="124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74" name="Forme libre : forme 15873">
                      <a:extLst>
                        <a:ext uri="{FF2B5EF4-FFF2-40B4-BE49-F238E27FC236}">
                          <a16:creationId xmlns:a16="http://schemas.microsoft.com/office/drawing/2014/main" id="{1B01F173-2419-417B-A6A5-47AC193E7E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5254" y="3244945"/>
                      <a:ext cx="10016" cy="29577"/>
                    </a:xfrm>
                    <a:custGeom>
                      <a:avLst/>
                      <a:gdLst>
                        <a:gd name="connsiteX0" fmla="*/ 6667 w 10016"/>
                        <a:gd name="connsiteY0" fmla="*/ 2318 h 29577"/>
                        <a:gd name="connsiteX1" fmla="*/ 4382 w 10016"/>
                        <a:gd name="connsiteY1" fmla="*/ 32 h 29577"/>
                        <a:gd name="connsiteX2" fmla="*/ 1429 w 10016"/>
                        <a:gd name="connsiteY2" fmla="*/ 2127 h 29577"/>
                        <a:gd name="connsiteX3" fmla="*/ 381 w 10016"/>
                        <a:gd name="connsiteY3" fmla="*/ 7080 h 29577"/>
                        <a:gd name="connsiteX4" fmla="*/ 95 w 10016"/>
                        <a:gd name="connsiteY4" fmla="*/ 19653 h 29577"/>
                        <a:gd name="connsiteX5" fmla="*/ 572 w 10016"/>
                        <a:gd name="connsiteY5" fmla="*/ 24416 h 29577"/>
                        <a:gd name="connsiteX6" fmla="*/ 9525 w 10016"/>
                        <a:gd name="connsiteY6" fmla="*/ 22796 h 29577"/>
                        <a:gd name="connsiteX7" fmla="*/ 6667 w 10016"/>
                        <a:gd name="connsiteY7" fmla="*/ 2318 h 29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016" h="29577">
                          <a:moveTo>
                            <a:pt x="6667" y="2318"/>
                          </a:moveTo>
                          <a:cubicBezTo>
                            <a:pt x="6001" y="1270"/>
                            <a:pt x="5334" y="317"/>
                            <a:pt x="4382" y="32"/>
                          </a:cubicBezTo>
                          <a:cubicBezTo>
                            <a:pt x="3429" y="-159"/>
                            <a:pt x="2191" y="508"/>
                            <a:pt x="1429" y="2127"/>
                          </a:cubicBezTo>
                          <a:cubicBezTo>
                            <a:pt x="762" y="3556"/>
                            <a:pt x="572" y="5461"/>
                            <a:pt x="381" y="7080"/>
                          </a:cubicBezTo>
                          <a:cubicBezTo>
                            <a:pt x="0" y="11366"/>
                            <a:pt x="-95" y="15557"/>
                            <a:pt x="95" y="19653"/>
                          </a:cubicBezTo>
                          <a:cubicBezTo>
                            <a:pt x="191" y="21368"/>
                            <a:pt x="191" y="22987"/>
                            <a:pt x="572" y="24416"/>
                          </a:cubicBezTo>
                          <a:cubicBezTo>
                            <a:pt x="2096" y="30226"/>
                            <a:pt x="7810" y="32893"/>
                            <a:pt x="9525" y="22796"/>
                          </a:cubicBezTo>
                          <a:cubicBezTo>
                            <a:pt x="10858" y="14891"/>
                            <a:pt x="9334" y="6699"/>
                            <a:pt x="6667" y="231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75" name="Forme libre : forme 15874">
                      <a:extLst>
                        <a:ext uri="{FF2B5EF4-FFF2-40B4-BE49-F238E27FC236}">
                          <a16:creationId xmlns:a16="http://schemas.microsoft.com/office/drawing/2014/main" id="{7670E248-1333-4C8C-8363-298D20CA1A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2105" y="3300412"/>
                      <a:ext cx="13620" cy="47053"/>
                    </a:xfrm>
                    <a:custGeom>
                      <a:avLst/>
                      <a:gdLst>
                        <a:gd name="connsiteX0" fmla="*/ 13620 w 13620"/>
                        <a:gd name="connsiteY0" fmla="*/ 47054 h 47053"/>
                        <a:gd name="connsiteX1" fmla="*/ 5048 w 13620"/>
                        <a:gd name="connsiteY1" fmla="*/ 39624 h 47053"/>
                        <a:gd name="connsiteX2" fmla="*/ 1142 w 13620"/>
                        <a:gd name="connsiteY2" fmla="*/ 0 h 47053"/>
                        <a:gd name="connsiteX3" fmla="*/ 1428 w 13620"/>
                        <a:gd name="connsiteY3" fmla="*/ 18383 h 47053"/>
                        <a:gd name="connsiteX4" fmla="*/ 13620 w 13620"/>
                        <a:gd name="connsiteY4" fmla="*/ 47054 h 47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20" h="47053">
                          <a:moveTo>
                            <a:pt x="13620" y="47054"/>
                          </a:moveTo>
                          <a:cubicBezTo>
                            <a:pt x="13620" y="47054"/>
                            <a:pt x="8953" y="46006"/>
                            <a:pt x="5048" y="39624"/>
                          </a:cubicBezTo>
                          <a:cubicBezTo>
                            <a:pt x="1238" y="33242"/>
                            <a:pt x="-1715" y="21431"/>
                            <a:pt x="1142" y="0"/>
                          </a:cubicBezTo>
                          <a:cubicBezTo>
                            <a:pt x="1142" y="0"/>
                            <a:pt x="381" y="8382"/>
                            <a:pt x="1428" y="18383"/>
                          </a:cubicBezTo>
                          <a:cubicBezTo>
                            <a:pt x="2666" y="28385"/>
                            <a:pt x="5619" y="40100"/>
                            <a:pt x="13620" y="470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76" name="Forme libre : forme 15875">
                      <a:extLst>
                        <a:ext uri="{FF2B5EF4-FFF2-40B4-BE49-F238E27FC236}">
                          <a16:creationId xmlns:a16="http://schemas.microsoft.com/office/drawing/2014/main" id="{54D5E3AE-038E-4FB5-9ABC-A4D150D591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160" y="3211544"/>
                      <a:ext cx="16182" cy="52958"/>
                    </a:xfrm>
                    <a:custGeom>
                      <a:avLst/>
                      <a:gdLst>
                        <a:gd name="connsiteX0" fmla="*/ 14192 w 16182"/>
                        <a:gd name="connsiteY0" fmla="*/ 52959 h 52958"/>
                        <a:gd name="connsiteX1" fmla="*/ 16097 w 16182"/>
                        <a:gd name="connsiteY1" fmla="*/ 29908 h 52958"/>
                        <a:gd name="connsiteX2" fmla="*/ 0 w 16182"/>
                        <a:gd name="connsiteY2" fmla="*/ 0 h 52958"/>
                        <a:gd name="connsiteX3" fmla="*/ 9144 w 16182"/>
                        <a:gd name="connsiteY3" fmla="*/ 11239 h 52958"/>
                        <a:gd name="connsiteX4" fmla="*/ 14192 w 16182"/>
                        <a:gd name="connsiteY4" fmla="*/ 52959 h 52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82" h="52958">
                          <a:moveTo>
                            <a:pt x="14192" y="52959"/>
                          </a:moveTo>
                          <a:cubicBezTo>
                            <a:pt x="14192" y="52959"/>
                            <a:pt x="16669" y="42100"/>
                            <a:pt x="16097" y="29908"/>
                          </a:cubicBezTo>
                          <a:cubicBezTo>
                            <a:pt x="15430" y="17716"/>
                            <a:pt x="11621" y="4381"/>
                            <a:pt x="0" y="0"/>
                          </a:cubicBezTo>
                          <a:cubicBezTo>
                            <a:pt x="0" y="0"/>
                            <a:pt x="4858" y="3048"/>
                            <a:pt x="9144" y="11239"/>
                          </a:cubicBezTo>
                          <a:cubicBezTo>
                            <a:pt x="13526" y="19431"/>
                            <a:pt x="17240" y="32956"/>
                            <a:pt x="14192" y="529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77" name="Forme libre : forme 15876">
                      <a:extLst>
                        <a:ext uri="{FF2B5EF4-FFF2-40B4-BE49-F238E27FC236}">
                          <a16:creationId xmlns:a16="http://schemas.microsoft.com/office/drawing/2014/main" id="{906791F9-1C77-4461-8F88-49AD3B52B9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5088" y="3286664"/>
                      <a:ext cx="12698" cy="24300"/>
                    </a:xfrm>
                    <a:custGeom>
                      <a:avLst/>
                      <a:gdLst>
                        <a:gd name="connsiteX0" fmla="*/ 735 w 12698"/>
                        <a:gd name="connsiteY0" fmla="*/ 23749 h 24300"/>
                        <a:gd name="connsiteX1" fmla="*/ 3307 w 12698"/>
                        <a:gd name="connsiteY1" fmla="*/ 8604 h 24300"/>
                        <a:gd name="connsiteX2" fmla="*/ 11879 w 12698"/>
                        <a:gd name="connsiteY2" fmla="*/ 508 h 24300"/>
                        <a:gd name="connsiteX3" fmla="*/ 9403 w 12698"/>
                        <a:gd name="connsiteY3" fmla="*/ 15748 h 24300"/>
                        <a:gd name="connsiteX4" fmla="*/ 735 w 12698"/>
                        <a:gd name="connsiteY4" fmla="*/ 23749 h 2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98" h="24300">
                          <a:moveTo>
                            <a:pt x="735" y="23749"/>
                          </a:moveTo>
                          <a:cubicBezTo>
                            <a:pt x="-884" y="21749"/>
                            <a:pt x="259" y="14986"/>
                            <a:pt x="3307" y="8604"/>
                          </a:cubicBezTo>
                          <a:cubicBezTo>
                            <a:pt x="6355" y="2222"/>
                            <a:pt x="10165" y="-1397"/>
                            <a:pt x="11879" y="508"/>
                          </a:cubicBezTo>
                          <a:cubicBezTo>
                            <a:pt x="13594" y="2508"/>
                            <a:pt x="12546" y="9271"/>
                            <a:pt x="9403" y="15748"/>
                          </a:cubicBezTo>
                          <a:cubicBezTo>
                            <a:pt x="6260" y="22130"/>
                            <a:pt x="2354" y="25749"/>
                            <a:pt x="735" y="2374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78" name="Forme libre : forme 15877">
                      <a:extLst>
                        <a:ext uri="{FF2B5EF4-FFF2-40B4-BE49-F238E27FC236}">
                          <a16:creationId xmlns:a16="http://schemas.microsoft.com/office/drawing/2014/main" id="{B0BEAD21-EE74-4812-8F65-5A46F187F2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4697" y="3307327"/>
                      <a:ext cx="4061" cy="6935"/>
                    </a:xfrm>
                    <a:custGeom>
                      <a:avLst/>
                      <a:gdLst>
                        <a:gd name="connsiteX0" fmla="*/ 1030 w 4061"/>
                        <a:gd name="connsiteY0" fmla="*/ 6897 h 6935"/>
                        <a:gd name="connsiteX1" fmla="*/ 269 w 4061"/>
                        <a:gd name="connsiteY1" fmla="*/ 2991 h 6935"/>
                        <a:gd name="connsiteX2" fmla="*/ 3031 w 4061"/>
                        <a:gd name="connsiteY2" fmla="*/ 39 h 6935"/>
                        <a:gd name="connsiteX3" fmla="*/ 3793 w 4061"/>
                        <a:gd name="connsiteY3" fmla="*/ 3944 h 6935"/>
                        <a:gd name="connsiteX4" fmla="*/ 1030 w 4061"/>
                        <a:gd name="connsiteY4" fmla="*/ 6897 h 6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61" h="6935">
                          <a:moveTo>
                            <a:pt x="1030" y="6897"/>
                          </a:moveTo>
                          <a:cubicBezTo>
                            <a:pt x="78" y="6611"/>
                            <a:pt x="-303" y="4896"/>
                            <a:pt x="269" y="2991"/>
                          </a:cubicBezTo>
                          <a:cubicBezTo>
                            <a:pt x="840" y="1086"/>
                            <a:pt x="2078" y="-247"/>
                            <a:pt x="3031" y="39"/>
                          </a:cubicBezTo>
                          <a:cubicBezTo>
                            <a:pt x="3983" y="324"/>
                            <a:pt x="4364" y="2039"/>
                            <a:pt x="3793" y="3944"/>
                          </a:cubicBezTo>
                          <a:cubicBezTo>
                            <a:pt x="3317" y="5849"/>
                            <a:pt x="2078" y="7182"/>
                            <a:pt x="1030" y="68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79" name="Forme libre : forme 15878">
                      <a:extLst>
                        <a:ext uri="{FF2B5EF4-FFF2-40B4-BE49-F238E27FC236}">
                          <a16:creationId xmlns:a16="http://schemas.microsoft.com/office/drawing/2014/main" id="{BC5D20DB-ABFB-4380-8400-258C5B9E1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1521" y="3291271"/>
                      <a:ext cx="45012" cy="53772"/>
                    </a:xfrm>
                    <a:custGeom>
                      <a:avLst/>
                      <a:gdLst>
                        <a:gd name="connsiteX0" fmla="*/ 19921 w 45012"/>
                        <a:gd name="connsiteY0" fmla="*/ 52003 h 53772"/>
                        <a:gd name="connsiteX1" fmla="*/ 3252 w 45012"/>
                        <a:gd name="connsiteY1" fmla="*/ 52099 h 53772"/>
                        <a:gd name="connsiteX2" fmla="*/ 204 w 45012"/>
                        <a:gd name="connsiteY2" fmla="*/ 45812 h 53772"/>
                        <a:gd name="connsiteX3" fmla="*/ 5443 w 45012"/>
                        <a:gd name="connsiteY3" fmla="*/ 39335 h 53772"/>
                        <a:gd name="connsiteX4" fmla="*/ 24112 w 45012"/>
                        <a:gd name="connsiteY4" fmla="*/ 28477 h 53772"/>
                        <a:gd name="connsiteX5" fmla="*/ 44305 w 45012"/>
                        <a:gd name="connsiteY5" fmla="*/ 1140 h 53772"/>
                        <a:gd name="connsiteX6" fmla="*/ 33351 w 45012"/>
                        <a:gd name="connsiteY6" fmla="*/ 39526 h 53772"/>
                        <a:gd name="connsiteX7" fmla="*/ 19921 w 45012"/>
                        <a:gd name="connsiteY7" fmla="*/ 52003 h 53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012" h="53772">
                          <a:moveTo>
                            <a:pt x="19921" y="52003"/>
                          </a:moveTo>
                          <a:cubicBezTo>
                            <a:pt x="13920" y="54670"/>
                            <a:pt x="8301" y="54003"/>
                            <a:pt x="3252" y="52099"/>
                          </a:cubicBezTo>
                          <a:cubicBezTo>
                            <a:pt x="1347" y="51432"/>
                            <a:pt x="-653" y="49622"/>
                            <a:pt x="204" y="45812"/>
                          </a:cubicBezTo>
                          <a:cubicBezTo>
                            <a:pt x="966" y="42383"/>
                            <a:pt x="3443" y="40383"/>
                            <a:pt x="5443" y="39335"/>
                          </a:cubicBezTo>
                          <a:cubicBezTo>
                            <a:pt x="11730" y="36287"/>
                            <a:pt x="18207" y="35620"/>
                            <a:pt x="24112" y="28477"/>
                          </a:cubicBezTo>
                          <a:cubicBezTo>
                            <a:pt x="27922" y="24095"/>
                            <a:pt x="40971" y="-6194"/>
                            <a:pt x="44305" y="1140"/>
                          </a:cubicBezTo>
                          <a:cubicBezTo>
                            <a:pt x="47734" y="8665"/>
                            <a:pt x="37828" y="32858"/>
                            <a:pt x="33351" y="39526"/>
                          </a:cubicBezTo>
                          <a:cubicBezTo>
                            <a:pt x="29256" y="45717"/>
                            <a:pt x="24398" y="49908"/>
                            <a:pt x="19921" y="5200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77" name="Graphique 1">
                    <a:extLst>
                      <a:ext uri="{FF2B5EF4-FFF2-40B4-BE49-F238E27FC236}">
                        <a16:creationId xmlns:a16="http://schemas.microsoft.com/office/drawing/2014/main" id="{7B76366B-21B1-4F87-9D15-F19F598990A8}"/>
                      </a:ext>
                    </a:extLst>
                  </p:cNvPr>
                  <p:cNvGrpSpPr/>
                  <p:nvPr/>
                </p:nvGrpSpPr>
                <p:grpSpPr>
                  <a:xfrm>
                    <a:off x="3800415" y="3350397"/>
                    <a:ext cx="90882" cy="149603"/>
                    <a:chOff x="3800415" y="3350397"/>
                    <a:chExt cx="90882" cy="149603"/>
                  </a:xfrm>
                  <a:solidFill>
                    <a:schemeClr val="accent1"/>
                  </a:solidFill>
                </p:grpSpPr>
                <p:sp>
                  <p:nvSpPr>
                    <p:cNvPr id="15856" name="Forme libre : forme 15855">
                      <a:extLst>
                        <a:ext uri="{FF2B5EF4-FFF2-40B4-BE49-F238E27FC236}">
                          <a16:creationId xmlns:a16="http://schemas.microsoft.com/office/drawing/2014/main" id="{76D228DA-28F7-4E45-BEE9-6AB799ECB3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0422" y="3350397"/>
                      <a:ext cx="90875" cy="149603"/>
                    </a:xfrm>
                    <a:custGeom>
                      <a:avLst/>
                      <a:gdLst>
                        <a:gd name="connsiteX0" fmla="*/ 5486 w 90875"/>
                        <a:gd name="connsiteY0" fmla="*/ 89747 h 149603"/>
                        <a:gd name="connsiteX1" fmla="*/ 23965 w 90875"/>
                        <a:gd name="connsiteY1" fmla="*/ 37645 h 149603"/>
                        <a:gd name="connsiteX2" fmla="*/ 61398 w 90875"/>
                        <a:gd name="connsiteY2" fmla="*/ 593 h 149603"/>
                        <a:gd name="connsiteX3" fmla="*/ 78829 w 90875"/>
                        <a:gd name="connsiteY3" fmla="*/ 6213 h 149603"/>
                        <a:gd name="connsiteX4" fmla="*/ 85782 w 90875"/>
                        <a:gd name="connsiteY4" fmla="*/ 59362 h 149603"/>
                        <a:gd name="connsiteX5" fmla="*/ 65970 w 90875"/>
                        <a:gd name="connsiteY5" fmla="*/ 112512 h 149603"/>
                        <a:gd name="connsiteX6" fmla="*/ 26822 w 90875"/>
                        <a:gd name="connsiteY6" fmla="*/ 148802 h 149603"/>
                        <a:gd name="connsiteX7" fmla="*/ 10535 w 90875"/>
                        <a:gd name="connsiteY7" fmla="*/ 142325 h 149603"/>
                        <a:gd name="connsiteX8" fmla="*/ 5486 w 90875"/>
                        <a:gd name="connsiteY8" fmla="*/ 89747 h 149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0875" h="149603">
                          <a:moveTo>
                            <a:pt x="5486" y="89747"/>
                          </a:moveTo>
                          <a:cubicBezTo>
                            <a:pt x="11773" y="72412"/>
                            <a:pt x="17964" y="55076"/>
                            <a:pt x="23965" y="37645"/>
                          </a:cubicBezTo>
                          <a:cubicBezTo>
                            <a:pt x="32251" y="13261"/>
                            <a:pt x="48730" y="-3407"/>
                            <a:pt x="61398" y="593"/>
                          </a:cubicBezTo>
                          <a:lnTo>
                            <a:pt x="78829" y="6213"/>
                          </a:lnTo>
                          <a:cubicBezTo>
                            <a:pt x="91402" y="10213"/>
                            <a:pt x="94831" y="34312"/>
                            <a:pt x="85782" y="59362"/>
                          </a:cubicBezTo>
                          <a:cubicBezTo>
                            <a:pt x="79400" y="77174"/>
                            <a:pt x="72733" y="94890"/>
                            <a:pt x="65970" y="112512"/>
                          </a:cubicBezTo>
                          <a:cubicBezTo>
                            <a:pt x="56350" y="137277"/>
                            <a:pt x="38538" y="153469"/>
                            <a:pt x="26822" y="148802"/>
                          </a:cubicBezTo>
                          <a:lnTo>
                            <a:pt x="10535" y="142325"/>
                          </a:lnTo>
                          <a:cubicBezTo>
                            <a:pt x="-1372" y="137563"/>
                            <a:pt x="-3372" y="113940"/>
                            <a:pt x="5486" y="89747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57" name="Forme libre : forme 15856">
                      <a:extLst>
                        <a:ext uri="{FF2B5EF4-FFF2-40B4-BE49-F238E27FC236}">
                          <a16:creationId xmlns:a16="http://schemas.microsoft.com/office/drawing/2014/main" id="{94A2AD3D-D319-4D0E-91A3-19E351C7E9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0415" y="3350397"/>
                      <a:ext cx="68929" cy="142515"/>
                    </a:xfrm>
                    <a:custGeom>
                      <a:avLst/>
                      <a:gdLst>
                        <a:gd name="connsiteX0" fmla="*/ 41021 w 68929"/>
                        <a:gd name="connsiteY0" fmla="*/ 54123 h 142515"/>
                        <a:gd name="connsiteX1" fmla="*/ 68930 w 68929"/>
                        <a:gd name="connsiteY1" fmla="*/ 3070 h 142515"/>
                        <a:gd name="connsiteX2" fmla="*/ 61405 w 68929"/>
                        <a:gd name="connsiteY2" fmla="*/ 593 h 142515"/>
                        <a:gd name="connsiteX3" fmla="*/ 23972 w 68929"/>
                        <a:gd name="connsiteY3" fmla="*/ 37645 h 142515"/>
                        <a:gd name="connsiteX4" fmla="*/ 5493 w 68929"/>
                        <a:gd name="connsiteY4" fmla="*/ 89747 h 142515"/>
                        <a:gd name="connsiteX5" fmla="*/ 10446 w 68929"/>
                        <a:gd name="connsiteY5" fmla="*/ 142325 h 142515"/>
                        <a:gd name="connsiteX6" fmla="*/ 11018 w 68929"/>
                        <a:gd name="connsiteY6" fmla="*/ 142515 h 142515"/>
                        <a:gd name="connsiteX7" fmla="*/ 41021 w 68929"/>
                        <a:gd name="connsiteY7" fmla="*/ 54123 h 142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929" h="142515">
                          <a:moveTo>
                            <a:pt x="41021" y="54123"/>
                          </a:moveTo>
                          <a:cubicBezTo>
                            <a:pt x="45689" y="32311"/>
                            <a:pt x="56357" y="11928"/>
                            <a:pt x="68930" y="3070"/>
                          </a:cubicBezTo>
                          <a:lnTo>
                            <a:pt x="61405" y="593"/>
                          </a:lnTo>
                          <a:cubicBezTo>
                            <a:pt x="48737" y="-3407"/>
                            <a:pt x="32258" y="13261"/>
                            <a:pt x="23972" y="37645"/>
                          </a:cubicBezTo>
                          <a:cubicBezTo>
                            <a:pt x="18066" y="55076"/>
                            <a:pt x="11875" y="72412"/>
                            <a:pt x="5493" y="89747"/>
                          </a:cubicBezTo>
                          <a:cubicBezTo>
                            <a:pt x="-3365" y="114036"/>
                            <a:pt x="-1365" y="137658"/>
                            <a:pt x="10446" y="142325"/>
                          </a:cubicBezTo>
                          <a:lnTo>
                            <a:pt x="11018" y="142515"/>
                          </a:lnTo>
                          <a:cubicBezTo>
                            <a:pt x="21305" y="112416"/>
                            <a:pt x="34545" y="84889"/>
                            <a:pt x="41021" y="5412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58" name="Forme libre : forme 15857">
                      <a:extLst>
                        <a:ext uri="{FF2B5EF4-FFF2-40B4-BE49-F238E27FC236}">
                          <a16:creationId xmlns:a16="http://schemas.microsoft.com/office/drawing/2014/main" id="{85D3AB04-07DF-4C92-9E2E-6139730EB0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4451" y="3401491"/>
                      <a:ext cx="33058" cy="65137"/>
                    </a:xfrm>
                    <a:custGeom>
                      <a:avLst/>
                      <a:gdLst>
                        <a:gd name="connsiteX0" fmla="*/ 4507 w 33058"/>
                        <a:gd name="connsiteY0" fmla="*/ 64846 h 65137"/>
                        <a:gd name="connsiteX1" fmla="*/ 5079 w 33058"/>
                        <a:gd name="connsiteY1" fmla="*/ 28365 h 65137"/>
                        <a:gd name="connsiteX2" fmla="*/ 28224 w 33058"/>
                        <a:gd name="connsiteY2" fmla="*/ 267 h 65137"/>
                        <a:gd name="connsiteX3" fmla="*/ 28034 w 33058"/>
                        <a:gd name="connsiteY3" fmla="*/ 36843 h 65137"/>
                        <a:gd name="connsiteX4" fmla="*/ 4507 w 33058"/>
                        <a:gd name="connsiteY4" fmla="*/ 64846 h 65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058" h="65137">
                          <a:moveTo>
                            <a:pt x="4507" y="64846"/>
                          </a:moveTo>
                          <a:cubicBezTo>
                            <a:pt x="-1779" y="62465"/>
                            <a:pt x="-1398" y="46177"/>
                            <a:pt x="5079" y="28365"/>
                          </a:cubicBezTo>
                          <a:cubicBezTo>
                            <a:pt x="11556" y="10649"/>
                            <a:pt x="21747" y="-2019"/>
                            <a:pt x="28224" y="267"/>
                          </a:cubicBezTo>
                          <a:cubicBezTo>
                            <a:pt x="34701" y="2553"/>
                            <a:pt x="34701" y="18936"/>
                            <a:pt x="28034" y="36843"/>
                          </a:cubicBezTo>
                          <a:cubicBezTo>
                            <a:pt x="21366" y="54749"/>
                            <a:pt x="10698" y="67227"/>
                            <a:pt x="4507" y="6484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59" name="Forme libre : forme 15858">
                      <a:extLst>
                        <a:ext uri="{FF2B5EF4-FFF2-40B4-BE49-F238E27FC236}">
                          <a16:creationId xmlns:a16="http://schemas.microsoft.com/office/drawing/2014/main" id="{F3454E0C-E0B4-4CCD-9A56-493514D1B0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5339" y="3401491"/>
                      <a:ext cx="32133" cy="43224"/>
                    </a:xfrm>
                    <a:custGeom>
                      <a:avLst/>
                      <a:gdLst>
                        <a:gd name="connsiteX0" fmla="*/ 31813 w 32133"/>
                        <a:gd name="connsiteY0" fmla="*/ 17983 h 43224"/>
                        <a:gd name="connsiteX1" fmla="*/ 27242 w 32133"/>
                        <a:gd name="connsiteY1" fmla="*/ 267 h 43224"/>
                        <a:gd name="connsiteX2" fmla="*/ 4096 w 32133"/>
                        <a:gd name="connsiteY2" fmla="*/ 28365 h 43224"/>
                        <a:gd name="connsiteX3" fmla="*/ 0 w 32133"/>
                        <a:gd name="connsiteY3" fmla="*/ 43224 h 43224"/>
                        <a:gd name="connsiteX4" fmla="*/ 3715 w 32133"/>
                        <a:gd name="connsiteY4" fmla="*/ 35509 h 43224"/>
                        <a:gd name="connsiteX5" fmla="*/ 31813 w 32133"/>
                        <a:gd name="connsiteY5" fmla="*/ 17983 h 432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133" h="43224">
                          <a:moveTo>
                            <a:pt x="31813" y="17983"/>
                          </a:moveTo>
                          <a:cubicBezTo>
                            <a:pt x="32861" y="8553"/>
                            <a:pt x="31337" y="1695"/>
                            <a:pt x="27242" y="267"/>
                          </a:cubicBezTo>
                          <a:cubicBezTo>
                            <a:pt x="20764" y="-2019"/>
                            <a:pt x="10478" y="10649"/>
                            <a:pt x="4096" y="28365"/>
                          </a:cubicBezTo>
                          <a:cubicBezTo>
                            <a:pt x="2191" y="33604"/>
                            <a:pt x="857" y="38652"/>
                            <a:pt x="0" y="43224"/>
                          </a:cubicBezTo>
                          <a:cubicBezTo>
                            <a:pt x="1048" y="40557"/>
                            <a:pt x="2286" y="37986"/>
                            <a:pt x="3715" y="35509"/>
                          </a:cubicBezTo>
                          <a:cubicBezTo>
                            <a:pt x="12573" y="22746"/>
                            <a:pt x="24384" y="14078"/>
                            <a:pt x="31813" y="17983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60" name="Forme libre : forme 15859">
                      <a:extLst>
                        <a:ext uri="{FF2B5EF4-FFF2-40B4-BE49-F238E27FC236}">
                          <a16:creationId xmlns:a16="http://schemas.microsoft.com/office/drawing/2014/main" id="{790D389F-3DF7-43A4-973F-BD2A022B7E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0676" y="3403891"/>
                      <a:ext cx="33024" cy="65025"/>
                    </a:xfrm>
                    <a:custGeom>
                      <a:avLst/>
                      <a:gdLst>
                        <a:gd name="connsiteX0" fmla="*/ 4473 w 33024"/>
                        <a:gd name="connsiteY0" fmla="*/ 64732 h 65025"/>
                        <a:gd name="connsiteX1" fmla="*/ 5045 w 33024"/>
                        <a:gd name="connsiteY1" fmla="*/ 28346 h 65025"/>
                        <a:gd name="connsiteX2" fmla="*/ 28190 w 33024"/>
                        <a:gd name="connsiteY2" fmla="*/ 248 h 65025"/>
                        <a:gd name="connsiteX3" fmla="*/ 28000 w 33024"/>
                        <a:gd name="connsiteY3" fmla="*/ 36824 h 65025"/>
                        <a:gd name="connsiteX4" fmla="*/ 4473 w 33024"/>
                        <a:gd name="connsiteY4" fmla="*/ 64732 h 650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024" h="65025">
                          <a:moveTo>
                            <a:pt x="4473" y="64732"/>
                          </a:moveTo>
                          <a:cubicBezTo>
                            <a:pt x="-1814" y="62351"/>
                            <a:pt x="-1337" y="46063"/>
                            <a:pt x="5045" y="28346"/>
                          </a:cubicBezTo>
                          <a:cubicBezTo>
                            <a:pt x="11521" y="10630"/>
                            <a:pt x="21713" y="-1943"/>
                            <a:pt x="28190" y="248"/>
                          </a:cubicBezTo>
                          <a:cubicBezTo>
                            <a:pt x="34667" y="2534"/>
                            <a:pt x="34667" y="18917"/>
                            <a:pt x="28000" y="36824"/>
                          </a:cubicBezTo>
                          <a:cubicBezTo>
                            <a:pt x="21428" y="54731"/>
                            <a:pt x="10760" y="67113"/>
                            <a:pt x="4473" y="6473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61" name="Forme libre : forme 15860">
                      <a:extLst>
                        <a:ext uri="{FF2B5EF4-FFF2-40B4-BE49-F238E27FC236}">
                          <a16:creationId xmlns:a16="http://schemas.microsoft.com/office/drawing/2014/main" id="{5A5B915B-778C-40C7-8D5A-9A20E95793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5462" y="3371563"/>
                      <a:ext cx="62222" cy="78030"/>
                    </a:xfrm>
                    <a:custGeom>
                      <a:avLst/>
                      <a:gdLst>
                        <a:gd name="connsiteX0" fmla="*/ 45120 w 62222"/>
                        <a:gd name="connsiteY0" fmla="*/ 2097 h 78030"/>
                        <a:gd name="connsiteX1" fmla="*/ 33404 w 62222"/>
                        <a:gd name="connsiteY1" fmla="*/ 573 h 78030"/>
                        <a:gd name="connsiteX2" fmla="*/ 10639 w 62222"/>
                        <a:gd name="connsiteY2" fmla="*/ 28957 h 78030"/>
                        <a:gd name="connsiteX3" fmla="*/ 162 w 62222"/>
                        <a:gd name="connsiteY3" fmla="*/ 63152 h 78030"/>
                        <a:gd name="connsiteX4" fmla="*/ 6448 w 62222"/>
                        <a:gd name="connsiteY4" fmla="*/ 77821 h 78030"/>
                        <a:gd name="connsiteX5" fmla="*/ 15973 w 62222"/>
                        <a:gd name="connsiteY5" fmla="*/ 68581 h 78030"/>
                        <a:gd name="connsiteX6" fmla="*/ 38738 w 62222"/>
                        <a:gd name="connsiteY6" fmla="*/ 45626 h 78030"/>
                        <a:gd name="connsiteX7" fmla="*/ 62074 w 62222"/>
                        <a:gd name="connsiteY7" fmla="*/ 17241 h 78030"/>
                        <a:gd name="connsiteX8" fmla="*/ 45120 w 62222"/>
                        <a:gd name="connsiteY8" fmla="*/ 2097 h 78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2222" h="78030">
                          <a:moveTo>
                            <a:pt x="45120" y="2097"/>
                          </a:moveTo>
                          <a:cubicBezTo>
                            <a:pt x="41500" y="668"/>
                            <a:pt x="37785" y="-856"/>
                            <a:pt x="33404" y="573"/>
                          </a:cubicBezTo>
                          <a:cubicBezTo>
                            <a:pt x="25213" y="3335"/>
                            <a:pt x="16830" y="16003"/>
                            <a:pt x="10639" y="28957"/>
                          </a:cubicBezTo>
                          <a:cubicBezTo>
                            <a:pt x="5496" y="39816"/>
                            <a:pt x="1209" y="52008"/>
                            <a:pt x="162" y="63152"/>
                          </a:cubicBezTo>
                          <a:cubicBezTo>
                            <a:pt x="-600" y="71439"/>
                            <a:pt x="1305" y="79440"/>
                            <a:pt x="6448" y="77821"/>
                          </a:cubicBezTo>
                          <a:cubicBezTo>
                            <a:pt x="9591" y="76773"/>
                            <a:pt x="12925" y="72486"/>
                            <a:pt x="15973" y="68581"/>
                          </a:cubicBezTo>
                          <a:cubicBezTo>
                            <a:pt x="23307" y="59437"/>
                            <a:pt x="31023" y="51627"/>
                            <a:pt x="38738" y="45626"/>
                          </a:cubicBezTo>
                          <a:cubicBezTo>
                            <a:pt x="45310" y="40578"/>
                            <a:pt x="60074" y="32005"/>
                            <a:pt x="62074" y="17241"/>
                          </a:cubicBezTo>
                          <a:cubicBezTo>
                            <a:pt x="63789" y="4097"/>
                            <a:pt x="50168" y="4192"/>
                            <a:pt x="45120" y="209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62" name="Forme libre : forme 15861">
                      <a:extLst>
                        <a:ext uri="{FF2B5EF4-FFF2-40B4-BE49-F238E27FC236}">
                          <a16:creationId xmlns:a16="http://schemas.microsoft.com/office/drawing/2014/main" id="{9689C973-EE61-4584-AFE4-1DE5D4BAEF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0376" y="3390733"/>
                      <a:ext cx="10087" cy="29073"/>
                    </a:xfrm>
                    <a:custGeom>
                      <a:avLst/>
                      <a:gdLst>
                        <a:gd name="connsiteX0" fmla="*/ 8301 w 10087"/>
                        <a:gd name="connsiteY0" fmla="*/ 2548 h 29073"/>
                        <a:gd name="connsiteX1" fmla="*/ 6397 w 10087"/>
                        <a:gd name="connsiteY1" fmla="*/ 71 h 29073"/>
                        <a:gd name="connsiteX2" fmla="*/ 3348 w 10087"/>
                        <a:gd name="connsiteY2" fmla="*/ 1786 h 29073"/>
                        <a:gd name="connsiteX3" fmla="*/ 1824 w 10087"/>
                        <a:gd name="connsiteY3" fmla="*/ 6549 h 29073"/>
                        <a:gd name="connsiteX4" fmla="*/ 110 w 10087"/>
                        <a:gd name="connsiteY4" fmla="*/ 18931 h 29073"/>
                        <a:gd name="connsiteX5" fmla="*/ 110 w 10087"/>
                        <a:gd name="connsiteY5" fmla="*/ 23598 h 29073"/>
                        <a:gd name="connsiteX6" fmla="*/ 8873 w 10087"/>
                        <a:gd name="connsiteY6" fmla="*/ 22836 h 29073"/>
                        <a:gd name="connsiteX7" fmla="*/ 8301 w 10087"/>
                        <a:gd name="connsiteY7" fmla="*/ 2548 h 29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087" h="29073">
                          <a:moveTo>
                            <a:pt x="8301" y="2548"/>
                          </a:moveTo>
                          <a:cubicBezTo>
                            <a:pt x="7825" y="1405"/>
                            <a:pt x="7254" y="453"/>
                            <a:pt x="6397" y="71"/>
                          </a:cubicBezTo>
                          <a:cubicBezTo>
                            <a:pt x="5539" y="-214"/>
                            <a:pt x="4301" y="357"/>
                            <a:pt x="3348" y="1786"/>
                          </a:cubicBezTo>
                          <a:cubicBezTo>
                            <a:pt x="2491" y="3120"/>
                            <a:pt x="2110" y="4929"/>
                            <a:pt x="1824" y="6549"/>
                          </a:cubicBezTo>
                          <a:cubicBezTo>
                            <a:pt x="1063" y="10739"/>
                            <a:pt x="491" y="14930"/>
                            <a:pt x="110" y="18931"/>
                          </a:cubicBezTo>
                          <a:cubicBezTo>
                            <a:pt x="15" y="20550"/>
                            <a:pt x="-80" y="22265"/>
                            <a:pt x="110" y="23598"/>
                          </a:cubicBezTo>
                          <a:cubicBezTo>
                            <a:pt x="967" y="29409"/>
                            <a:pt x="6111" y="32552"/>
                            <a:pt x="8873" y="22836"/>
                          </a:cubicBezTo>
                          <a:cubicBezTo>
                            <a:pt x="10873" y="15311"/>
                            <a:pt x="10206" y="7120"/>
                            <a:pt x="8301" y="254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63" name="Forme libre : forme 15862">
                      <a:extLst>
                        <a:ext uri="{FF2B5EF4-FFF2-40B4-BE49-F238E27FC236}">
                          <a16:creationId xmlns:a16="http://schemas.microsoft.com/office/drawing/2014/main" id="{A67C4B9C-DCF4-413C-AE4D-420468F43E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069" y="3441477"/>
                      <a:ext cx="10887" cy="47815"/>
                    </a:xfrm>
                    <a:custGeom>
                      <a:avLst/>
                      <a:gdLst>
                        <a:gd name="connsiteX0" fmla="*/ 10888 w 10887"/>
                        <a:gd name="connsiteY0" fmla="*/ 47815 h 47815"/>
                        <a:gd name="connsiteX1" fmla="*/ 3268 w 10887"/>
                        <a:gd name="connsiteY1" fmla="*/ 39910 h 47815"/>
                        <a:gd name="connsiteX2" fmla="*/ 2792 w 10887"/>
                        <a:gd name="connsiteY2" fmla="*/ 0 h 47815"/>
                        <a:gd name="connsiteX3" fmla="*/ 10888 w 10887"/>
                        <a:gd name="connsiteY3" fmla="*/ 47815 h 47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887" h="47815">
                          <a:moveTo>
                            <a:pt x="10888" y="47815"/>
                          </a:moveTo>
                          <a:cubicBezTo>
                            <a:pt x="10888" y="47815"/>
                            <a:pt x="6411" y="46577"/>
                            <a:pt x="3268" y="39910"/>
                          </a:cubicBezTo>
                          <a:cubicBezTo>
                            <a:pt x="29" y="33338"/>
                            <a:pt x="-1875" y="21336"/>
                            <a:pt x="2792" y="0"/>
                          </a:cubicBezTo>
                          <a:cubicBezTo>
                            <a:pt x="2792" y="95"/>
                            <a:pt x="-3495" y="33433"/>
                            <a:pt x="10888" y="478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64" name="Forme libre : forme 15863">
                      <a:extLst>
                        <a:ext uri="{FF2B5EF4-FFF2-40B4-BE49-F238E27FC236}">
                          <a16:creationId xmlns:a16="http://schemas.microsoft.com/office/drawing/2014/main" id="{4BA53FC9-3341-46B8-AFC1-79DEA0113D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6393" y="3358610"/>
                      <a:ext cx="11516" cy="53245"/>
                    </a:xfrm>
                    <a:custGeom>
                      <a:avLst/>
                      <a:gdLst>
                        <a:gd name="connsiteX0" fmla="*/ 6953 w 11516"/>
                        <a:gd name="connsiteY0" fmla="*/ 53245 h 53245"/>
                        <a:gd name="connsiteX1" fmla="*/ 11334 w 11516"/>
                        <a:gd name="connsiteY1" fmla="*/ 31052 h 53245"/>
                        <a:gd name="connsiteX2" fmla="*/ 0 w 11516"/>
                        <a:gd name="connsiteY2" fmla="*/ 0 h 53245"/>
                        <a:gd name="connsiteX3" fmla="*/ 6953 w 11516"/>
                        <a:gd name="connsiteY3" fmla="*/ 53245 h 53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516" h="53245">
                          <a:moveTo>
                            <a:pt x="6953" y="53245"/>
                          </a:moveTo>
                          <a:cubicBezTo>
                            <a:pt x="6953" y="53245"/>
                            <a:pt x="10477" y="42958"/>
                            <a:pt x="11334" y="31052"/>
                          </a:cubicBezTo>
                          <a:cubicBezTo>
                            <a:pt x="12192" y="19241"/>
                            <a:pt x="10287" y="5810"/>
                            <a:pt x="0" y="0"/>
                          </a:cubicBezTo>
                          <a:cubicBezTo>
                            <a:pt x="0" y="0"/>
                            <a:pt x="16859" y="14669"/>
                            <a:pt x="6953" y="532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65" name="Forme libre : forme 15864">
                      <a:extLst>
                        <a:ext uri="{FF2B5EF4-FFF2-40B4-BE49-F238E27FC236}">
                          <a16:creationId xmlns:a16="http://schemas.microsoft.com/office/drawing/2014/main" id="{B01D9409-A802-47FC-B1CD-A0B7C77E09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6741" y="3430753"/>
                      <a:ext cx="13866" cy="23457"/>
                    </a:xfrm>
                    <a:custGeom>
                      <a:avLst/>
                      <a:gdLst>
                        <a:gd name="connsiteX0" fmla="*/ 504 w 13866"/>
                        <a:gd name="connsiteY0" fmla="*/ 22820 h 23457"/>
                        <a:gd name="connsiteX1" fmla="*/ 4314 w 13866"/>
                        <a:gd name="connsiteY1" fmla="*/ 7961 h 23457"/>
                        <a:gd name="connsiteX2" fmla="*/ 13363 w 13866"/>
                        <a:gd name="connsiteY2" fmla="*/ 627 h 23457"/>
                        <a:gd name="connsiteX3" fmla="*/ 9553 w 13866"/>
                        <a:gd name="connsiteY3" fmla="*/ 15486 h 23457"/>
                        <a:gd name="connsiteX4" fmla="*/ 504 w 13866"/>
                        <a:gd name="connsiteY4" fmla="*/ 22820 h 23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66" h="23457">
                          <a:moveTo>
                            <a:pt x="504" y="22820"/>
                          </a:moveTo>
                          <a:cubicBezTo>
                            <a:pt x="-925" y="20725"/>
                            <a:pt x="790" y="14153"/>
                            <a:pt x="4314" y="7961"/>
                          </a:cubicBezTo>
                          <a:cubicBezTo>
                            <a:pt x="7838" y="1866"/>
                            <a:pt x="11839" y="-1468"/>
                            <a:pt x="13363" y="627"/>
                          </a:cubicBezTo>
                          <a:cubicBezTo>
                            <a:pt x="14791" y="2723"/>
                            <a:pt x="13077" y="9390"/>
                            <a:pt x="9553" y="15486"/>
                          </a:cubicBezTo>
                          <a:cubicBezTo>
                            <a:pt x="5933" y="21677"/>
                            <a:pt x="1838" y="24916"/>
                            <a:pt x="504" y="2282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66" name="Forme libre : forme 15865">
                      <a:extLst>
                        <a:ext uri="{FF2B5EF4-FFF2-40B4-BE49-F238E27FC236}">
                          <a16:creationId xmlns:a16="http://schemas.microsoft.com/office/drawing/2014/main" id="{2B4B07BB-834F-400A-BA13-FAF55E953A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6082" y="3450675"/>
                      <a:ext cx="4069" cy="6777"/>
                    </a:xfrm>
                    <a:custGeom>
                      <a:avLst/>
                      <a:gdLst>
                        <a:gd name="connsiteX0" fmla="*/ 782 w 4069"/>
                        <a:gd name="connsiteY0" fmla="*/ 6709 h 6777"/>
                        <a:gd name="connsiteX1" fmla="*/ 401 w 4069"/>
                        <a:gd name="connsiteY1" fmla="*/ 2803 h 6777"/>
                        <a:gd name="connsiteX2" fmla="*/ 3258 w 4069"/>
                        <a:gd name="connsiteY2" fmla="*/ 41 h 6777"/>
                        <a:gd name="connsiteX3" fmla="*/ 3639 w 4069"/>
                        <a:gd name="connsiteY3" fmla="*/ 3946 h 6777"/>
                        <a:gd name="connsiteX4" fmla="*/ 782 w 4069"/>
                        <a:gd name="connsiteY4" fmla="*/ 6709 h 6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69" h="6777">
                          <a:moveTo>
                            <a:pt x="782" y="6709"/>
                          </a:moveTo>
                          <a:cubicBezTo>
                            <a:pt x="-75" y="6328"/>
                            <a:pt x="-266" y="4613"/>
                            <a:pt x="401" y="2803"/>
                          </a:cubicBezTo>
                          <a:cubicBezTo>
                            <a:pt x="1068" y="994"/>
                            <a:pt x="2401" y="-245"/>
                            <a:pt x="3258" y="41"/>
                          </a:cubicBezTo>
                          <a:cubicBezTo>
                            <a:pt x="4211" y="422"/>
                            <a:pt x="4306" y="2137"/>
                            <a:pt x="3639" y="3946"/>
                          </a:cubicBezTo>
                          <a:cubicBezTo>
                            <a:pt x="2973" y="5851"/>
                            <a:pt x="1639" y="7089"/>
                            <a:pt x="782" y="67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67" name="Forme libre : forme 15866">
                      <a:extLst>
                        <a:ext uri="{FF2B5EF4-FFF2-40B4-BE49-F238E27FC236}">
                          <a16:creationId xmlns:a16="http://schemas.microsoft.com/office/drawing/2014/main" id="{B9546412-75C3-480C-A39C-AFEE18FBD1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1087" y="3436711"/>
                      <a:ext cx="46817" cy="51088"/>
                    </a:xfrm>
                    <a:custGeom>
                      <a:avLst/>
                      <a:gdLst>
                        <a:gd name="connsiteX0" fmla="*/ 18825 w 46817"/>
                        <a:gd name="connsiteY0" fmla="*/ 49724 h 51088"/>
                        <a:gd name="connsiteX1" fmla="*/ 2823 w 46817"/>
                        <a:gd name="connsiteY1" fmla="*/ 48962 h 51088"/>
                        <a:gd name="connsiteX2" fmla="*/ 347 w 46817"/>
                        <a:gd name="connsiteY2" fmla="*/ 42581 h 51088"/>
                        <a:gd name="connsiteX3" fmla="*/ 5967 w 46817"/>
                        <a:gd name="connsiteY3" fmla="*/ 36485 h 51088"/>
                        <a:gd name="connsiteX4" fmla="*/ 24731 w 46817"/>
                        <a:gd name="connsiteY4" fmla="*/ 26769 h 51088"/>
                        <a:gd name="connsiteX5" fmla="*/ 46448 w 46817"/>
                        <a:gd name="connsiteY5" fmla="*/ 1242 h 51088"/>
                        <a:gd name="connsiteX6" fmla="*/ 32637 w 46817"/>
                        <a:gd name="connsiteY6" fmla="*/ 38294 h 51088"/>
                        <a:gd name="connsiteX7" fmla="*/ 18825 w 46817"/>
                        <a:gd name="connsiteY7" fmla="*/ 49724 h 510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6817" h="51088">
                          <a:moveTo>
                            <a:pt x="18825" y="49724"/>
                          </a:moveTo>
                          <a:cubicBezTo>
                            <a:pt x="12825" y="52106"/>
                            <a:pt x="7586" y="51058"/>
                            <a:pt x="2823" y="48962"/>
                          </a:cubicBezTo>
                          <a:cubicBezTo>
                            <a:pt x="1109" y="48200"/>
                            <a:pt x="-796" y="46295"/>
                            <a:pt x="347" y="42581"/>
                          </a:cubicBezTo>
                          <a:cubicBezTo>
                            <a:pt x="1299" y="39247"/>
                            <a:pt x="3966" y="37342"/>
                            <a:pt x="5967" y="36485"/>
                          </a:cubicBezTo>
                          <a:cubicBezTo>
                            <a:pt x="12253" y="33817"/>
                            <a:pt x="18540" y="33532"/>
                            <a:pt x="24731" y="26769"/>
                          </a:cubicBezTo>
                          <a:cubicBezTo>
                            <a:pt x="28731" y="22673"/>
                            <a:pt x="43971" y="-6283"/>
                            <a:pt x="46448" y="1242"/>
                          </a:cubicBezTo>
                          <a:cubicBezTo>
                            <a:pt x="49020" y="8862"/>
                            <a:pt x="37494" y="31913"/>
                            <a:pt x="32637" y="38294"/>
                          </a:cubicBezTo>
                          <a:cubicBezTo>
                            <a:pt x="28255" y="44200"/>
                            <a:pt x="23302" y="48010"/>
                            <a:pt x="18825" y="4972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78" name="Graphique 1">
                    <a:extLst>
                      <a:ext uri="{FF2B5EF4-FFF2-40B4-BE49-F238E27FC236}">
                        <a16:creationId xmlns:a16="http://schemas.microsoft.com/office/drawing/2014/main" id="{9F915719-C62C-4B26-A897-B8B61972F6D7}"/>
                      </a:ext>
                    </a:extLst>
                  </p:cNvPr>
                  <p:cNvGrpSpPr/>
                  <p:nvPr/>
                </p:nvGrpSpPr>
                <p:grpSpPr>
                  <a:xfrm>
                    <a:off x="3744307" y="3491817"/>
                    <a:ext cx="92812" cy="147903"/>
                    <a:chOff x="3744307" y="3491817"/>
                    <a:chExt cx="92812" cy="147903"/>
                  </a:xfrm>
                  <a:solidFill>
                    <a:schemeClr val="accent1"/>
                  </a:solidFill>
                </p:grpSpPr>
                <p:sp>
                  <p:nvSpPr>
                    <p:cNvPr id="15844" name="Forme libre : forme 15843">
                      <a:extLst>
                        <a:ext uri="{FF2B5EF4-FFF2-40B4-BE49-F238E27FC236}">
                          <a16:creationId xmlns:a16="http://schemas.microsoft.com/office/drawing/2014/main" id="{CE02F720-414A-4F90-8387-8E4E324ED4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4316" y="3491912"/>
                      <a:ext cx="92802" cy="147808"/>
                    </a:xfrm>
                    <a:custGeom>
                      <a:avLst/>
                      <a:gdLst>
                        <a:gd name="connsiteX0" fmla="*/ 6918 w 92802"/>
                        <a:gd name="connsiteY0" fmla="*/ 87677 h 147808"/>
                        <a:gd name="connsiteX1" fmla="*/ 27873 w 92802"/>
                        <a:gd name="connsiteY1" fmla="*/ 36243 h 147808"/>
                        <a:gd name="connsiteX2" fmla="*/ 66545 w 92802"/>
                        <a:gd name="connsiteY2" fmla="*/ 809 h 147808"/>
                        <a:gd name="connsiteX3" fmla="*/ 82832 w 92802"/>
                        <a:gd name="connsiteY3" fmla="*/ 7286 h 147808"/>
                        <a:gd name="connsiteX4" fmla="*/ 86071 w 92802"/>
                        <a:gd name="connsiteY4" fmla="*/ 60150 h 147808"/>
                        <a:gd name="connsiteX5" fmla="*/ 63973 w 92802"/>
                        <a:gd name="connsiteY5" fmla="*/ 111966 h 147808"/>
                        <a:gd name="connsiteX6" fmla="*/ 24444 w 92802"/>
                        <a:gd name="connsiteY6" fmla="*/ 146923 h 147808"/>
                        <a:gd name="connsiteX7" fmla="*/ 9014 w 92802"/>
                        <a:gd name="connsiteY7" fmla="*/ 140255 h 147808"/>
                        <a:gd name="connsiteX8" fmla="*/ 6918 w 92802"/>
                        <a:gd name="connsiteY8" fmla="*/ 87677 h 147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802" h="147808">
                          <a:moveTo>
                            <a:pt x="6918" y="87677"/>
                          </a:moveTo>
                          <a:lnTo>
                            <a:pt x="27873" y="36243"/>
                          </a:lnTo>
                          <a:cubicBezTo>
                            <a:pt x="37493" y="12144"/>
                            <a:pt x="54733" y="-3858"/>
                            <a:pt x="66545" y="809"/>
                          </a:cubicBezTo>
                          <a:lnTo>
                            <a:pt x="82832" y="7286"/>
                          </a:lnTo>
                          <a:cubicBezTo>
                            <a:pt x="94643" y="11954"/>
                            <a:pt x="96263" y="35766"/>
                            <a:pt x="86071" y="60150"/>
                          </a:cubicBezTo>
                          <a:lnTo>
                            <a:pt x="63973" y="111966"/>
                          </a:lnTo>
                          <a:cubicBezTo>
                            <a:pt x="53400" y="136160"/>
                            <a:pt x="35493" y="151781"/>
                            <a:pt x="24444" y="146923"/>
                          </a:cubicBezTo>
                          <a:lnTo>
                            <a:pt x="9014" y="140255"/>
                          </a:lnTo>
                          <a:cubicBezTo>
                            <a:pt x="-2226" y="135302"/>
                            <a:pt x="-2988" y="111680"/>
                            <a:pt x="6918" y="87677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45" name="Forme libre : forme 15844">
                      <a:extLst>
                        <a:ext uri="{FF2B5EF4-FFF2-40B4-BE49-F238E27FC236}">
                          <a16:creationId xmlns:a16="http://schemas.microsoft.com/office/drawing/2014/main" id="{5F21C9F0-2495-4AFE-A06F-0ED8C96816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4307" y="3491817"/>
                      <a:ext cx="73602" cy="140350"/>
                    </a:xfrm>
                    <a:custGeom>
                      <a:avLst/>
                      <a:gdLst>
                        <a:gd name="connsiteX0" fmla="*/ 43313 w 73602"/>
                        <a:gd name="connsiteY0" fmla="*/ 53292 h 140350"/>
                        <a:gd name="connsiteX1" fmla="*/ 73603 w 73602"/>
                        <a:gd name="connsiteY1" fmla="*/ 3572 h 140350"/>
                        <a:gd name="connsiteX2" fmla="*/ 66554 w 73602"/>
                        <a:gd name="connsiteY2" fmla="*/ 809 h 140350"/>
                        <a:gd name="connsiteX3" fmla="*/ 27883 w 73602"/>
                        <a:gd name="connsiteY3" fmla="*/ 36243 h 140350"/>
                        <a:gd name="connsiteX4" fmla="*/ 6928 w 73602"/>
                        <a:gd name="connsiteY4" fmla="*/ 87677 h 140350"/>
                        <a:gd name="connsiteX5" fmla="*/ 8928 w 73602"/>
                        <a:gd name="connsiteY5" fmla="*/ 140160 h 140350"/>
                        <a:gd name="connsiteX6" fmla="*/ 9404 w 73602"/>
                        <a:gd name="connsiteY6" fmla="*/ 140351 h 140350"/>
                        <a:gd name="connsiteX7" fmla="*/ 43313 w 73602"/>
                        <a:gd name="connsiteY7" fmla="*/ 53292 h 140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602" h="140350">
                          <a:moveTo>
                            <a:pt x="43313" y="53292"/>
                          </a:moveTo>
                          <a:cubicBezTo>
                            <a:pt x="49123" y="31766"/>
                            <a:pt x="60839" y="11859"/>
                            <a:pt x="73603" y="3572"/>
                          </a:cubicBezTo>
                          <a:lnTo>
                            <a:pt x="66554" y="809"/>
                          </a:lnTo>
                          <a:cubicBezTo>
                            <a:pt x="54648" y="-3858"/>
                            <a:pt x="37503" y="12144"/>
                            <a:pt x="27883" y="36243"/>
                          </a:cubicBezTo>
                          <a:lnTo>
                            <a:pt x="6928" y="87677"/>
                          </a:lnTo>
                          <a:cubicBezTo>
                            <a:pt x="-2978" y="111681"/>
                            <a:pt x="-2216" y="135302"/>
                            <a:pt x="8928" y="140160"/>
                          </a:cubicBezTo>
                          <a:lnTo>
                            <a:pt x="9404" y="140351"/>
                          </a:lnTo>
                          <a:cubicBezTo>
                            <a:pt x="20929" y="110728"/>
                            <a:pt x="35122" y="83772"/>
                            <a:pt x="43313" y="53292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46" name="Forme libre : forme 15845">
                      <a:extLst>
                        <a:ext uri="{FF2B5EF4-FFF2-40B4-BE49-F238E27FC236}">
                          <a16:creationId xmlns:a16="http://schemas.microsoft.com/office/drawing/2014/main" id="{83D5EE32-4898-4436-87F5-7DE8E4928C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8253" y="3542504"/>
                      <a:ext cx="34322" cy="64100"/>
                    </a:xfrm>
                    <a:custGeom>
                      <a:avLst/>
                      <a:gdLst>
                        <a:gd name="connsiteX0" fmla="*/ 3746 w 34322"/>
                        <a:gd name="connsiteY0" fmla="*/ 63756 h 64100"/>
                        <a:gd name="connsiteX1" fmla="*/ 6318 w 34322"/>
                        <a:gd name="connsiteY1" fmla="*/ 27561 h 64100"/>
                        <a:gd name="connsiteX2" fmla="*/ 30321 w 34322"/>
                        <a:gd name="connsiteY2" fmla="*/ 319 h 64100"/>
                        <a:gd name="connsiteX3" fmla="*/ 28035 w 34322"/>
                        <a:gd name="connsiteY3" fmla="*/ 36610 h 64100"/>
                        <a:gd name="connsiteX4" fmla="*/ 3746 w 34322"/>
                        <a:gd name="connsiteY4" fmla="*/ 63756 h 64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322" h="64100">
                          <a:moveTo>
                            <a:pt x="3746" y="63756"/>
                          </a:moveTo>
                          <a:cubicBezTo>
                            <a:pt x="-2159" y="61184"/>
                            <a:pt x="-921" y="44992"/>
                            <a:pt x="6318" y="27561"/>
                          </a:cubicBezTo>
                          <a:cubicBezTo>
                            <a:pt x="13557" y="10035"/>
                            <a:pt x="24225" y="-2157"/>
                            <a:pt x="30321" y="319"/>
                          </a:cubicBezTo>
                          <a:cubicBezTo>
                            <a:pt x="36417" y="2796"/>
                            <a:pt x="35465" y="19084"/>
                            <a:pt x="28035" y="36610"/>
                          </a:cubicBezTo>
                          <a:cubicBezTo>
                            <a:pt x="20606" y="54231"/>
                            <a:pt x="9652" y="66328"/>
                            <a:pt x="3746" y="6375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47" name="Forme libre : forme 15846">
                      <a:extLst>
                        <a:ext uri="{FF2B5EF4-FFF2-40B4-BE49-F238E27FC236}">
                          <a16:creationId xmlns:a16="http://schemas.microsoft.com/office/drawing/2014/main" id="{9A8B492D-9EE4-42FC-9DFE-084550160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9808" y="3542504"/>
                      <a:ext cx="32771" cy="42229"/>
                    </a:xfrm>
                    <a:custGeom>
                      <a:avLst/>
                      <a:gdLst>
                        <a:gd name="connsiteX0" fmla="*/ 32099 w 32771"/>
                        <a:gd name="connsiteY0" fmla="*/ 18036 h 42229"/>
                        <a:gd name="connsiteX1" fmla="*/ 28765 w 32771"/>
                        <a:gd name="connsiteY1" fmla="*/ 319 h 42229"/>
                        <a:gd name="connsiteX2" fmla="*/ 4763 w 32771"/>
                        <a:gd name="connsiteY2" fmla="*/ 27561 h 42229"/>
                        <a:gd name="connsiteX3" fmla="*/ 0 w 32771"/>
                        <a:gd name="connsiteY3" fmla="*/ 42229 h 42229"/>
                        <a:gd name="connsiteX4" fmla="*/ 4000 w 32771"/>
                        <a:gd name="connsiteY4" fmla="*/ 34705 h 42229"/>
                        <a:gd name="connsiteX5" fmla="*/ 32099 w 32771"/>
                        <a:gd name="connsiteY5" fmla="*/ 18036 h 42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771" h="42229">
                          <a:moveTo>
                            <a:pt x="32099" y="18036"/>
                          </a:moveTo>
                          <a:cubicBezTo>
                            <a:pt x="33623" y="8797"/>
                            <a:pt x="32575" y="1843"/>
                            <a:pt x="28765" y="319"/>
                          </a:cubicBezTo>
                          <a:cubicBezTo>
                            <a:pt x="22669" y="-2157"/>
                            <a:pt x="12001" y="10035"/>
                            <a:pt x="4763" y="27561"/>
                          </a:cubicBezTo>
                          <a:cubicBezTo>
                            <a:pt x="2667" y="32704"/>
                            <a:pt x="1048" y="37657"/>
                            <a:pt x="0" y="42229"/>
                          </a:cubicBezTo>
                          <a:cubicBezTo>
                            <a:pt x="1143" y="39562"/>
                            <a:pt x="2476" y="37086"/>
                            <a:pt x="4000" y="34705"/>
                          </a:cubicBezTo>
                          <a:cubicBezTo>
                            <a:pt x="13144" y="22132"/>
                            <a:pt x="25146" y="13940"/>
                            <a:pt x="32099" y="1803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48" name="Forme libre : forme 15847">
                      <a:extLst>
                        <a:ext uri="{FF2B5EF4-FFF2-40B4-BE49-F238E27FC236}">
                          <a16:creationId xmlns:a16="http://schemas.microsoft.com/office/drawing/2014/main" id="{3CBE2916-913B-42F0-9E94-077D826B09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4538" y="3544695"/>
                      <a:ext cx="34322" cy="64100"/>
                    </a:xfrm>
                    <a:custGeom>
                      <a:avLst/>
                      <a:gdLst>
                        <a:gd name="connsiteX0" fmla="*/ 3746 w 34322"/>
                        <a:gd name="connsiteY0" fmla="*/ 63756 h 64100"/>
                        <a:gd name="connsiteX1" fmla="*/ 6318 w 34322"/>
                        <a:gd name="connsiteY1" fmla="*/ 27561 h 64100"/>
                        <a:gd name="connsiteX2" fmla="*/ 30321 w 34322"/>
                        <a:gd name="connsiteY2" fmla="*/ 319 h 64100"/>
                        <a:gd name="connsiteX3" fmla="*/ 28035 w 34322"/>
                        <a:gd name="connsiteY3" fmla="*/ 36610 h 64100"/>
                        <a:gd name="connsiteX4" fmla="*/ 3746 w 34322"/>
                        <a:gd name="connsiteY4" fmla="*/ 63756 h 64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322" h="64100">
                          <a:moveTo>
                            <a:pt x="3746" y="63756"/>
                          </a:moveTo>
                          <a:cubicBezTo>
                            <a:pt x="-2159" y="61184"/>
                            <a:pt x="-921" y="44992"/>
                            <a:pt x="6318" y="27561"/>
                          </a:cubicBezTo>
                          <a:cubicBezTo>
                            <a:pt x="13557" y="10035"/>
                            <a:pt x="24225" y="-2157"/>
                            <a:pt x="30321" y="319"/>
                          </a:cubicBezTo>
                          <a:cubicBezTo>
                            <a:pt x="36417" y="2796"/>
                            <a:pt x="35465" y="19084"/>
                            <a:pt x="28035" y="36610"/>
                          </a:cubicBezTo>
                          <a:cubicBezTo>
                            <a:pt x="20510" y="54231"/>
                            <a:pt x="9652" y="66328"/>
                            <a:pt x="3746" y="6375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49" name="Forme libre : forme 15848">
                      <a:extLst>
                        <a:ext uri="{FF2B5EF4-FFF2-40B4-BE49-F238E27FC236}">
                          <a16:creationId xmlns:a16="http://schemas.microsoft.com/office/drawing/2014/main" id="{72178D3A-58DD-4260-9D88-5DE48AB1F2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435" y="3512763"/>
                      <a:ext cx="63140" cy="76730"/>
                    </a:xfrm>
                    <a:custGeom>
                      <a:avLst/>
                      <a:gdLst>
                        <a:gd name="connsiteX0" fmla="*/ 47569 w 63140"/>
                        <a:gd name="connsiteY0" fmla="*/ 2438 h 76730"/>
                        <a:gd name="connsiteX1" fmla="*/ 36424 w 63140"/>
                        <a:gd name="connsiteY1" fmla="*/ 438 h 76730"/>
                        <a:gd name="connsiteX2" fmla="*/ 12612 w 63140"/>
                        <a:gd name="connsiteY2" fmla="*/ 27965 h 76730"/>
                        <a:gd name="connsiteX3" fmla="*/ 420 w 63140"/>
                        <a:gd name="connsiteY3" fmla="*/ 61779 h 76730"/>
                        <a:gd name="connsiteX4" fmla="*/ 5659 w 63140"/>
                        <a:gd name="connsiteY4" fmla="*/ 76542 h 76730"/>
                        <a:gd name="connsiteX5" fmla="*/ 15374 w 63140"/>
                        <a:gd name="connsiteY5" fmla="*/ 67589 h 76730"/>
                        <a:gd name="connsiteX6" fmla="*/ 38615 w 63140"/>
                        <a:gd name="connsiteY6" fmla="*/ 45491 h 76730"/>
                        <a:gd name="connsiteX7" fmla="*/ 62809 w 63140"/>
                        <a:gd name="connsiteY7" fmla="*/ 18249 h 76730"/>
                        <a:gd name="connsiteX8" fmla="*/ 47569 w 63140"/>
                        <a:gd name="connsiteY8" fmla="*/ 2438 h 767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3140" h="76730">
                          <a:moveTo>
                            <a:pt x="47569" y="2438"/>
                          </a:moveTo>
                          <a:cubicBezTo>
                            <a:pt x="44140" y="819"/>
                            <a:pt x="40615" y="-801"/>
                            <a:pt x="36424" y="438"/>
                          </a:cubicBezTo>
                          <a:cubicBezTo>
                            <a:pt x="28328" y="2819"/>
                            <a:pt x="19375" y="15202"/>
                            <a:pt x="12612" y="27965"/>
                          </a:cubicBezTo>
                          <a:cubicBezTo>
                            <a:pt x="6992" y="38633"/>
                            <a:pt x="2039" y="50730"/>
                            <a:pt x="420" y="61779"/>
                          </a:cubicBezTo>
                          <a:cubicBezTo>
                            <a:pt x="-818" y="70065"/>
                            <a:pt x="610" y="78066"/>
                            <a:pt x="5659" y="76542"/>
                          </a:cubicBezTo>
                          <a:cubicBezTo>
                            <a:pt x="8802" y="75590"/>
                            <a:pt x="12136" y="71399"/>
                            <a:pt x="15374" y="67589"/>
                          </a:cubicBezTo>
                          <a:cubicBezTo>
                            <a:pt x="22899" y="58731"/>
                            <a:pt x="30805" y="51206"/>
                            <a:pt x="38615" y="45491"/>
                          </a:cubicBezTo>
                          <a:cubicBezTo>
                            <a:pt x="45283" y="40633"/>
                            <a:pt x="59951" y="32728"/>
                            <a:pt x="62809" y="18249"/>
                          </a:cubicBezTo>
                          <a:cubicBezTo>
                            <a:pt x="65380" y="5200"/>
                            <a:pt x="52331" y="4724"/>
                            <a:pt x="47569" y="243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50" name="Forme libre : forme 15849">
                      <a:extLst>
                        <a:ext uri="{FF2B5EF4-FFF2-40B4-BE49-F238E27FC236}">
                          <a16:creationId xmlns:a16="http://schemas.microsoft.com/office/drawing/2014/main" id="{0E07AC9F-C89B-4BE5-AFBD-97D8E816ED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5216" y="3532457"/>
                      <a:ext cx="10429" cy="28783"/>
                    </a:xfrm>
                    <a:custGeom>
                      <a:avLst/>
                      <a:gdLst>
                        <a:gd name="connsiteX0" fmla="*/ 9265 w 10429"/>
                        <a:gd name="connsiteY0" fmla="*/ 2556 h 28783"/>
                        <a:gd name="connsiteX1" fmla="*/ 7550 w 10429"/>
                        <a:gd name="connsiteY1" fmla="*/ 79 h 28783"/>
                        <a:gd name="connsiteX2" fmla="*/ 4502 w 10429"/>
                        <a:gd name="connsiteY2" fmla="*/ 1699 h 28783"/>
                        <a:gd name="connsiteX3" fmla="*/ 2692 w 10429"/>
                        <a:gd name="connsiteY3" fmla="*/ 6366 h 28783"/>
                        <a:gd name="connsiteX4" fmla="*/ 311 w 10429"/>
                        <a:gd name="connsiteY4" fmla="*/ 18558 h 28783"/>
                        <a:gd name="connsiteX5" fmla="*/ 25 w 10429"/>
                        <a:gd name="connsiteY5" fmla="*/ 23225 h 28783"/>
                        <a:gd name="connsiteX6" fmla="*/ 8502 w 10429"/>
                        <a:gd name="connsiteY6" fmla="*/ 22749 h 28783"/>
                        <a:gd name="connsiteX7" fmla="*/ 9265 w 10429"/>
                        <a:gd name="connsiteY7" fmla="*/ 2556 h 28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429" h="28783">
                          <a:moveTo>
                            <a:pt x="9265" y="2556"/>
                          </a:moveTo>
                          <a:cubicBezTo>
                            <a:pt x="8884" y="1413"/>
                            <a:pt x="8407" y="365"/>
                            <a:pt x="7550" y="79"/>
                          </a:cubicBezTo>
                          <a:cubicBezTo>
                            <a:pt x="6693" y="-207"/>
                            <a:pt x="5454" y="270"/>
                            <a:pt x="4502" y="1699"/>
                          </a:cubicBezTo>
                          <a:cubicBezTo>
                            <a:pt x="3645" y="3032"/>
                            <a:pt x="3073" y="4746"/>
                            <a:pt x="2692" y="6366"/>
                          </a:cubicBezTo>
                          <a:cubicBezTo>
                            <a:pt x="1644" y="10557"/>
                            <a:pt x="883" y="14652"/>
                            <a:pt x="311" y="18558"/>
                          </a:cubicBezTo>
                          <a:cubicBezTo>
                            <a:pt x="120" y="20177"/>
                            <a:pt x="-70" y="21796"/>
                            <a:pt x="25" y="23225"/>
                          </a:cubicBezTo>
                          <a:cubicBezTo>
                            <a:pt x="502" y="29035"/>
                            <a:pt x="5264" y="32274"/>
                            <a:pt x="8502" y="22749"/>
                          </a:cubicBezTo>
                          <a:cubicBezTo>
                            <a:pt x="10979" y="15319"/>
                            <a:pt x="10884" y="7128"/>
                            <a:pt x="9265" y="255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51" name="Forme libre : forme 15850">
                      <a:extLst>
                        <a:ext uri="{FF2B5EF4-FFF2-40B4-BE49-F238E27FC236}">
                          <a16:creationId xmlns:a16="http://schemas.microsoft.com/office/drawing/2014/main" id="{6165587D-EF02-46EF-AEB6-803913416A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8046" y="3581114"/>
                      <a:ext cx="9284" cy="47720"/>
                    </a:xfrm>
                    <a:custGeom>
                      <a:avLst/>
                      <a:gdLst>
                        <a:gd name="connsiteX0" fmla="*/ 9284 w 9284"/>
                        <a:gd name="connsiteY0" fmla="*/ 47721 h 47720"/>
                        <a:gd name="connsiteX1" fmla="*/ 4045 w 9284"/>
                        <a:gd name="connsiteY1" fmla="*/ 0 h 47720"/>
                        <a:gd name="connsiteX2" fmla="*/ 9284 w 9284"/>
                        <a:gd name="connsiteY2" fmla="*/ 47721 h 47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284" h="47720">
                          <a:moveTo>
                            <a:pt x="9284" y="47721"/>
                          </a:moveTo>
                          <a:cubicBezTo>
                            <a:pt x="9284" y="47721"/>
                            <a:pt x="-7480" y="42387"/>
                            <a:pt x="4045" y="0"/>
                          </a:cubicBezTo>
                          <a:cubicBezTo>
                            <a:pt x="4045" y="-95"/>
                            <a:pt x="-3860" y="33052"/>
                            <a:pt x="9284" y="477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52" name="Forme libre : forme 15851">
                      <a:extLst>
                        <a:ext uri="{FF2B5EF4-FFF2-40B4-BE49-F238E27FC236}">
                          <a16:creationId xmlns:a16="http://schemas.microsoft.com/office/drawing/2014/main" id="{39A050CC-1CC4-4DA3-ACDE-556054E728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4386" y="3501008"/>
                      <a:ext cx="9408" cy="52959"/>
                    </a:xfrm>
                    <a:custGeom>
                      <a:avLst/>
                      <a:gdLst>
                        <a:gd name="connsiteX0" fmla="*/ 3143 w 9408"/>
                        <a:gd name="connsiteY0" fmla="*/ 52959 h 52959"/>
                        <a:gd name="connsiteX1" fmla="*/ 0 w 9408"/>
                        <a:gd name="connsiteY1" fmla="*/ 0 h 52959"/>
                        <a:gd name="connsiteX2" fmla="*/ 3143 w 9408"/>
                        <a:gd name="connsiteY2" fmla="*/ 52959 h 52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408" h="52959">
                          <a:moveTo>
                            <a:pt x="3143" y="52959"/>
                          </a:moveTo>
                          <a:cubicBezTo>
                            <a:pt x="3143" y="52959"/>
                            <a:pt x="19145" y="12574"/>
                            <a:pt x="0" y="0"/>
                          </a:cubicBezTo>
                          <a:cubicBezTo>
                            <a:pt x="0" y="-95"/>
                            <a:pt x="15050" y="15241"/>
                            <a:pt x="3143" y="529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53" name="Forme libre : forme 15852">
                      <a:extLst>
                        <a:ext uri="{FF2B5EF4-FFF2-40B4-BE49-F238E27FC236}">
                          <a16:creationId xmlns:a16="http://schemas.microsoft.com/office/drawing/2014/main" id="{7543B3CE-B64C-41BC-BFB9-A6EA2A4E4E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0301" y="3571511"/>
                      <a:ext cx="14352" cy="23015"/>
                    </a:xfrm>
                    <a:custGeom>
                      <a:avLst/>
                      <a:gdLst>
                        <a:gd name="connsiteX0" fmla="*/ 366 w 14352"/>
                        <a:gd name="connsiteY0" fmla="*/ 22366 h 23015"/>
                        <a:gd name="connsiteX1" fmla="*/ 4938 w 14352"/>
                        <a:gd name="connsiteY1" fmla="*/ 7698 h 23015"/>
                        <a:gd name="connsiteX2" fmla="*/ 13986 w 14352"/>
                        <a:gd name="connsiteY2" fmla="*/ 649 h 23015"/>
                        <a:gd name="connsiteX3" fmla="*/ 9415 w 14352"/>
                        <a:gd name="connsiteY3" fmla="*/ 15318 h 23015"/>
                        <a:gd name="connsiteX4" fmla="*/ 366 w 14352"/>
                        <a:gd name="connsiteY4" fmla="*/ 22366 h 23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52" h="23015">
                          <a:moveTo>
                            <a:pt x="366" y="22366"/>
                          </a:moveTo>
                          <a:cubicBezTo>
                            <a:pt x="-873" y="20271"/>
                            <a:pt x="1128" y="13698"/>
                            <a:pt x="4938" y="7698"/>
                          </a:cubicBezTo>
                          <a:cubicBezTo>
                            <a:pt x="8748" y="1697"/>
                            <a:pt x="12748" y="-1446"/>
                            <a:pt x="13986" y="649"/>
                          </a:cubicBezTo>
                          <a:cubicBezTo>
                            <a:pt x="15225" y="2745"/>
                            <a:pt x="13225" y="9317"/>
                            <a:pt x="9415" y="15318"/>
                          </a:cubicBezTo>
                          <a:cubicBezTo>
                            <a:pt x="5700" y="21318"/>
                            <a:pt x="1604" y="24462"/>
                            <a:pt x="366" y="2236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54" name="Forme libre : forme 15853">
                      <a:extLst>
                        <a:ext uri="{FF2B5EF4-FFF2-40B4-BE49-F238E27FC236}">
                          <a16:creationId xmlns:a16="http://schemas.microsoft.com/office/drawing/2014/main" id="{9D48BCC3-FACC-459F-B7D1-844A9B644E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9388" y="3590976"/>
                      <a:ext cx="4176" cy="6684"/>
                    </a:xfrm>
                    <a:custGeom>
                      <a:avLst/>
                      <a:gdLst>
                        <a:gd name="connsiteX0" fmla="*/ 707 w 4176"/>
                        <a:gd name="connsiteY0" fmla="*/ 6616 h 6684"/>
                        <a:gd name="connsiteX1" fmla="*/ 517 w 4176"/>
                        <a:gd name="connsiteY1" fmla="*/ 2711 h 6684"/>
                        <a:gd name="connsiteX2" fmla="*/ 3470 w 4176"/>
                        <a:gd name="connsiteY2" fmla="*/ 44 h 6684"/>
                        <a:gd name="connsiteX3" fmla="*/ 3660 w 4176"/>
                        <a:gd name="connsiteY3" fmla="*/ 3949 h 6684"/>
                        <a:gd name="connsiteX4" fmla="*/ 707 w 4176"/>
                        <a:gd name="connsiteY4" fmla="*/ 6616 h 6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76" h="6684">
                          <a:moveTo>
                            <a:pt x="707" y="6616"/>
                          </a:moveTo>
                          <a:cubicBezTo>
                            <a:pt x="-150" y="6235"/>
                            <a:pt x="-245" y="4520"/>
                            <a:pt x="517" y="2711"/>
                          </a:cubicBezTo>
                          <a:cubicBezTo>
                            <a:pt x="1279" y="901"/>
                            <a:pt x="2612" y="-242"/>
                            <a:pt x="3470" y="44"/>
                          </a:cubicBezTo>
                          <a:cubicBezTo>
                            <a:pt x="4327" y="424"/>
                            <a:pt x="4422" y="2139"/>
                            <a:pt x="3660" y="3949"/>
                          </a:cubicBezTo>
                          <a:cubicBezTo>
                            <a:pt x="2898" y="5758"/>
                            <a:pt x="1564" y="6997"/>
                            <a:pt x="707" y="66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55" name="Forme libre : forme 15854">
                      <a:extLst>
                        <a:ext uri="{FF2B5EF4-FFF2-40B4-BE49-F238E27FC236}">
                          <a16:creationId xmlns:a16="http://schemas.microsoft.com/office/drawing/2014/main" id="{011D5735-6949-4E88-A5E0-C5593649CC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3670" y="3578034"/>
                      <a:ext cx="47409" cy="49693"/>
                    </a:xfrm>
                    <a:custGeom>
                      <a:avLst/>
                      <a:gdLst>
                        <a:gd name="connsiteX0" fmla="*/ 17949 w 47409"/>
                        <a:gd name="connsiteY0" fmla="*/ 48514 h 49693"/>
                        <a:gd name="connsiteX1" fmla="*/ 2519 w 47409"/>
                        <a:gd name="connsiteY1" fmla="*/ 47371 h 49693"/>
                        <a:gd name="connsiteX2" fmla="*/ 423 w 47409"/>
                        <a:gd name="connsiteY2" fmla="*/ 40990 h 49693"/>
                        <a:gd name="connsiteX3" fmla="*/ 6139 w 47409"/>
                        <a:gd name="connsiteY3" fmla="*/ 35084 h 49693"/>
                        <a:gd name="connsiteX4" fmla="*/ 24807 w 47409"/>
                        <a:gd name="connsiteY4" fmla="*/ 25940 h 49693"/>
                        <a:gd name="connsiteX5" fmla="*/ 47191 w 47409"/>
                        <a:gd name="connsiteY5" fmla="*/ 1270 h 49693"/>
                        <a:gd name="connsiteX6" fmla="*/ 31951 w 47409"/>
                        <a:gd name="connsiteY6" fmla="*/ 37561 h 49693"/>
                        <a:gd name="connsiteX7" fmla="*/ 17949 w 47409"/>
                        <a:gd name="connsiteY7" fmla="*/ 48514 h 49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409" h="49693">
                          <a:moveTo>
                            <a:pt x="17949" y="48514"/>
                          </a:moveTo>
                          <a:cubicBezTo>
                            <a:pt x="12044" y="50705"/>
                            <a:pt x="6996" y="49562"/>
                            <a:pt x="2519" y="47371"/>
                          </a:cubicBezTo>
                          <a:cubicBezTo>
                            <a:pt x="900" y="46609"/>
                            <a:pt x="-815" y="44609"/>
                            <a:pt x="423" y="40990"/>
                          </a:cubicBezTo>
                          <a:cubicBezTo>
                            <a:pt x="1566" y="37656"/>
                            <a:pt x="4138" y="35846"/>
                            <a:pt x="6139" y="35084"/>
                          </a:cubicBezTo>
                          <a:cubicBezTo>
                            <a:pt x="12330" y="32608"/>
                            <a:pt x="18331" y="32417"/>
                            <a:pt x="24807" y="25940"/>
                          </a:cubicBezTo>
                          <a:cubicBezTo>
                            <a:pt x="28808" y="21940"/>
                            <a:pt x="45191" y="-6255"/>
                            <a:pt x="47191" y="1270"/>
                          </a:cubicBezTo>
                          <a:cubicBezTo>
                            <a:pt x="49191" y="8890"/>
                            <a:pt x="36904" y="31369"/>
                            <a:pt x="31951" y="37561"/>
                          </a:cubicBezTo>
                          <a:cubicBezTo>
                            <a:pt x="27284" y="43180"/>
                            <a:pt x="22331" y="46800"/>
                            <a:pt x="17949" y="4851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79" name="Graphique 1">
                    <a:extLst>
                      <a:ext uri="{FF2B5EF4-FFF2-40B4-BE49-F238E27FC236}">
                        <a16:creationId xmlns:a16="http://schemas.microsoft.com/office/drawing/2014/main" id="{2CB3709E-C32E-4F05-A17C-4BD3ED3927CE}"/>
                      </a:ext>
                    </a:extLst>
                  </p:cNvPr>
                  <p:cNvGrpSpPr/>
                  <p:nvPr/>
                </p:nvGrpSpPr>
                <p:grpSpPr>
                  <a:xfrm>
                    <a:off x="3684143" y="3631122"/>
                    <a:ext cx="93182" cy="146334"/>
                    <a:chOff x="3684143" y="3631122"/>
                    <a:chExt cx="93182" cy="146334"/>
                  </a:xfrm>
                  <a:solidFill>
                    <a:schemeClr val="accent1"/>
                  </a:solidFill>
                </p:grpSpPr>
                <p:sp>
                  <p:nvSpPr>
                    <p:cNvPr id="15832" name="Forme libre : forme 15831">
                      <a:extLst>
                        <a:ext uri="{FF2B5EF4-FFF2-40B4-BE49-F238E27FC236}">
                          <a16:creationId xmlns:a16="http://schemas.microsoft.com/office/drawing/2014/main" id="{048F7F81-3817-4C79-8D29-D4DA8A3AEC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4143" y="3631122"/>
                      <a:ext cx="93182" cy="146334"/>
                    </a:xfrm>
                    <a:custGeom>
                      <a:avLst/>
                      <a:gdLst>
                        <a:gd name="connsiteX0" fmla="*/ 7846 w 93182"/>
                        <a:gd name="connsiteY0" fmla="*/ 86770 h 146334"/>
                        <a:gd name="connsiteX1" fmla="*/ 30135 w 93182"/>
                        <a:gd name="connsiteY1" fmla="*/ 35621 h 146334"/>
                        <a:gd name="connsiteX2" fmla="*/ 69092 w 93182"/>
                        <a:gd name="connsiteY2" fmla="*/ 855 h 146334"/>
                        <a:gd name="connsiteX3" fmla="*/ 84522 w 93182"/>
                        <a:gd name="connsiteY3" fmla="*/ 7523 h 146334"/>
                        <a:gd name="connsiteX4" fmla="*/ 85189 w 93182"/>
                        <a:gd name="connsiteY4" fmla="*/ 59910 h 146334"/>
                        <a:gd name="connsiteX5" fmla="*/ 61853 w 93182"/>
                        <a:gd name="connsiteY5" fmla="*/ 110964 h 146334"/>
                        <a:gd name="connsiteX6" fmla="*/ 22610 w 93182"/>
                        <a:gd name="connsiteY6" fmla="*/ 145444 h 146334"/>
                        <a:gd name="connsiteX7" fmla="*/ 7942 w 93182"/>
                        <a:gd name="connsiteY7" fmla="*/ 138777 h 146334"/>
                        <a:gd name="connsiteX8" fmla="*/ 7846 w 93182"/>
                        <a:gd name="connsiteY8" fmla="*/ 86770 h 146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182" h="146334">
                          <a:moveTo>
                            <a:pt x="7846" y="86770"/>
                          </a:moveTo>
                          <a:lnTo>
                            <a:pt x="30135" y="35621"/>
                          </a:lnTo>
                          <a:cubicBezTo>
                            <a:pt x="40422" y="11714"/>
                            <a:pt x="57853" y="-3908"/>
                            <a:pt x="69092" y="855"/>
                          </a:cubicBezTo>
                          <a:lnTo>
                            <a:pt x="84522" y="7523"/>
                          </a:lnTo>
                          <a:cubicBezTo>
                            <a:pt x="95762" y="12380"/>
                            <a:pt x="96143" y="36002"/>
                            <a:pt x="85189" y="59910"/>
                          </a:cubicBezTo>
                          <a:lnTo>
                            <a:pt x="61853" y="110964"/>
                          </a:lnTo>
                          <a:cubicBezTo>
                            <a:pt x="50804" y="134776"/>
                            <a:pt x="33183" y="150302"/>
                            <a:pt x="22610" y="145444"/>
                          </a:cubicBezTo>
                          <a:lnTo>
                            <a:pt x="7942" y="138777"/>
                          </a:lnTo>
                          <a:cubicBezTo>
                            <a:pt x="-2631" y="134205"/>
                            <a:pt x="-2631" y="110678"/>
                            <a:pt x="7846" y="8677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33" name="Forme libre : forme 15832">
                      <a:extLst>
                        <a:ext uri="{FF2B5EF4-FFF2-40B4-BE49-F238E27FC236}">
                          <a16:creationId xmlns:a16="http://schemas.microsoft.com/office/drawing/2014/main" id="{BC3F40CD-066F-4936-B602-6138E8C560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4143" y="3631187"/>
                      <a:ext cx="75759" cy="139188"/>
                    </a:xfrm>
                    <a:custGeom>
                      <a:avLst/>
                      <a:gdLst>
                        <a:gd name="connsiteX0" fmla="*/ 44232 w 75759"/>
                        <a:gd name="connsiteY0" fmla="*/ 52702 h 139188"/>
                        <a:gd name="connsiteX1" fmla="*/ 75760 w 75759"/>
                        <a:gd name="connsiteY1" fmla="*/ 3743 h 139188"/>
                        <a:gd name="connsiteX2" fmla="*/ 69092 w 75759"/>
                        <a:gd name="connsiteY2" fmla="*/ 886 h 139188"/>
                        <a:gd name="connsiteX3" fmla="*/ 30135 w 75759"/>
                        <a:gd name="connsiteY3" fmla="*/ 35652 h 139188"/>
                        <a:gd name="connsiteX4" fmla="*/ 7846 w 75759"/>
                        <a:gd name="connsiteY4" fmla="*/ 86801 h 139188"/>
                        <a:gd name="connsiteX5" fmla="*/ 7942 w 75759"/>
                        <a:gd name="connsiteY5" fmla="*/ 138998 h 139188"/>
                        <a:gd name="connsiteX6" fmla="*/ 8418 w 75759"/>
                        <a:gd name="connsiteY6" fmla="*/ 139188 h 139188"/>
                        <a:gd name="connsiteX7" fmla="*/ 44232 w 75759"/>
                        <a:gd name="connsiteY7" fmla="*/ 52702 h 139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5759" h="139188">
                          <a:moveTo>
                            <a:pt x="44232" y="52702"/>
                          </a:moveTo>
                          <a:cubicBezTo>
                            <a:pt x="50804" y="31365"/>
                            <a:pt x="62996" y="11744"/>
                            <a:pt x="75760" y="3743"/>
                          </a:cubicBezTo>
                          <a:lnTo>
                            <a:pt x="69092" y="886"/>
                          </a:lnTo>
                          <a:cubicBezTo>
                            <a:pt x="57853" y="-3972"/>
                            <a:pt x="40422" y="11649"/>
                            <a:pt x="30135" y="35652"/>
                          </a:cubicBezTo>
                          <a:lnTo>
                            <a:pt x="7846" y="86801"/>
                          </a:lnTo>
                          <a:cubicBezTo>
                            <a:pt x="-2631" y="110709"/>
                            <a:pt x="-2631" y="134236"/>
                            <a:pt x="7942" y="138998"/>
                          </a:cubicBezTo>
                          <a:lnTo>
                            <a:pt x="8418" y="139188"/>
                          </a:lnTo>
                          <a:cubicBezTo>
                            <a:pt x="20419" y="109566"/>
                            <a:pt x="35088" y="82896"/>
                            <a:pt x="44232" y="52702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34" name="Forme libre : forme 15833">
                      <a:extLst>
                        <a:ext uri="{FF2B5EF4-FFF2-40B4-BE49-F238E27FC236}">
                          <a16:creationId xmlns:a16="http://schemas.microsoft.com/office/drawing/2014/main" id="{E080B72C-6D22-4375-A5AF-707F0584FC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7730" y="3681446"/>
                      <a:ext cx="34818" cy="63442"/>
                    </a:xfrm>
                    <a:custGeom>
                      <a:avLst/>
                      <a:gdLst>
                        <a:gd name="connsiteX0" fmla="*/ 3309 w 34818"/>
                        <a:gd name="connsiteY0" fmla="*/ 63117 h 63442"/>
                        <a:gd name="connsiteX1" fmla="*/ 7119 w 34818"/>
                        <a:gd name="connsiteY1" fmla="*/ 27112 h 63442"/>
                        <a:gd name="connsiteX2" fmla="*/ 31408 w 34818"/>
                        <a:gd name="connsiteY2" fmla="*/ 347 h 63442"/>
                        <a:gd name="connsiteX3" fmla="*/ 27693 w 34818"/>
                        <a:gd name="connsiteY3" fmla="*/ 36352 h 63442"/>
                        <a:gd name="connsiteX4" fmla="*/ 3309 w 34818"/>
                        <a:gd name="connsiteY4" fmla="*/ 63117 h 634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818" h="63442">
                          <a:moveTo>
                            <a:pt x="3309" y="63117"/>
                          </a:moveTo>
                          <a:cubicBezTo>
                            <a:pt x="-2311" y="60545"/>
                            <a:pt x="-597" y="44448"/>
                            <a:pt x="7119" y="27112"/>
                          </a:cubicBezTo>
                          <a:cubicBezTo>
                            <a:pt x="14834" y="9777"/>
                            <a:pt x="25693" y="-2225"/>
                            <a:pt x="31408" y="347"/>
                          </a:cubicBezTo>
                          <a:cubicBezTo>
                            <a:pt x="37122" y="2919"/>
                            <a:pt x="35503" y="19016"/>
                            <a:pt x="27693" y="36352"/>
                          </a:cubicBezTo>
                          <a:cubicBezTo>
                            <a:pt x="19787" y="53687"/>
                            <a:pt x="8833" y="65593"/>
                            <a:pt x="3309" y="6311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35" name="Forme libre : forme 15834">
                      <a:extLst>
                        <a:ext uri="{FF2B5EF4-FFF2-40B4-BE49-F238E27FC236}">
                          <a16:creationId xmlns:a16="http://schemas.microsoft.com/office/drawing/2014/main" id="{5D8CEA3F-A4F0-44A8-A9AB-9C78EA292E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9610" y="3681446"/>
                      <a:ext cx="32920" cy="41685"/>
                    </a:xfrm>
                    <a:custGeom>
                      <a:avLst/>
                      <a:gdLst>
                        <a:gd name="connsiteX0" fmla="*/ 31909 w 32920"/>
                        <a:gd name="connsiteY0" fmla="*/ 17968 h 41685"/>
                        <a:gd name="connsiteX1" fmla="*/ 29432 w 32920"/>
                        <a:gd name="connsiteY1" fmla="*/ 347 h 41685"/>
                        <a:gd name="connsiteX2" fmla="*/ 5144 w 32920"/>
                        <a:gd name="connsiteY2" fmla="*/ 27112 h 41685"/>
                        <a:gd name="connsiteX3" fmla="*/ 0 w 32920"/>
                        <a:gd name="connsiteY3" fmla="*/ 41686 h 41685"/>
                        <a:gd name="connsiteX4" fmla="*/ 4191 w 32920"/>
                        <a:gd name="connsiteY4" fmla="*/ 34256 h 41685"/>
                        <a:gd name="connsiteX5" fmla="*/ 31909 w 32920"/>
                        <a:gd name="connsiteY5" fmla="*/ 17968 h 41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920" h="41685">
                          <a:moveTo>
                            <a:pt x="31909" y="17968"/>
                          </a:moveTo>
                          <a:cubicBezTo>
                            <a:pt x="33814" y="8824"/>
                            <a:pt x="33052" y="1871"/>
                            <a:pt x="29432" y="347"/>
                          </a:cubicBezTo>
                          <a:cubicBezTo>
                            <a:pt x="23622" y="-2225"/>
                            <a:pt x="12859" y="9777"/>
                            <a:pt x="5144" y="27112"/>
                          </a:cubicBezTo>
                          <a:cubicBezTo>
                            <a:pt x="2857" y="32161"/>
                            <a:pt x="1143" y="37113"/>
                            <a:pt x="0" y="41686"/>
                          </a:cubicBezTo>
                          <a:cubicBezTo>
                            <a:pt x="1238" y="39114"/>
                            <a:pt x="2572" y="36542"/>
                            <a:pt x="4191" y="34256"/>
                          </a:cubicBezTo>
                          <a:cubicBezTo>
                            <a:pt x="13525" y="21778"/>
                            <a:pt x="25432" y="13777"/>
                            <a:pt x="31909" y="17968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36" name="Forme libre : forme 15835">
                      <a:extLst>
                        <a:ext uri="{FF2B5EF4-FFF2-40B4-BE49-F238E27FC236}">
                          <a16:creationId xmlns:a16="http://schemas.microsoft.com/office/drawing/2014/main" id="{CDF0381D-B229-4776-8027-7D85B23409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4016" y="3683542"/>
                      <a:ext cx="34818" cy="63463"/>
                    </a:xfrm>
                    <a:custGeom>
                      <a:avLst/>
                      <a:gdLst>
                        <a:gd name="connsiteX0" fmla="*/ 3309 w 34818"/>
                        <a:gd name="connsiteY0" fmla="*/ 63117 h 63463"/>
                        <a:gd name="connsiteX1" fmla="*/ 7119 w 34818"/>
                        <a:gd name="connsiteY1" fmla="*/ 27112 h 63463"/>
                        <a:gd name="connsiteX2" fmla="*/ 31407 w 34818"/>
                        <a:gd name="connsiteY2" fmla="*/ 347 h 63463"/>
                        <a:gd name="connsiteX3" fmla="*/ 27693 w 34818"/>
                        <a:gd name="connsiteY3" fmla="*/ 36352 h 63463"/>
                        <a:gd name="connsiteX4" fmla="*/ 3309 w 34818"/>
                        <a:gd name="connsiteY4" fmla="*/ 63117 h 63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818" h="63463">
                          <a:moveTo>
                            <a:pt x="3309" y="63117"/>
                          </a:moveTo>
                          <a:cubicBezTo>
                            <a:pt x="-2311" y="60545"/>
                            <a:pt x="-596" y="44448"/>
                            <a:pt x="7119" y="27112"/>
                          </a:cubicBezTo>
                          <a:cubicBezTo>
                            <a:pt x="14834" y="9777"/>
                            <a:pt x="25597" y="-2225"/>
                            <a:pt x="31407" y="347"/>
                          </a:cubicBezTo>
                          <a:cubicBezTo>
                            <a:pt x="37122" y="2919"/>
                            <a:pt x="35503" y="19016"/>
                            <a:pt x="27693" y="36352"/>
                          </a:cubicBezTo>
                          <a:cubicBezTo>
                            <a:pt x="19882" y="53687"/>
                            <a:pt x="8929" y="65688"/>
                            <a:pt x="3309" y="6311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37" name="Forme libre : forme 15836">
                      <a:extLst>
                        <a:ext uri="{FF2B5EF4-FFF2-40B4-BE49-F238E27FC236}">
                          <a16:creationId xmlns:a16="http://schemas.microsoft.com/office/drawing/2014/main" id="{DD52111E-E8DE-4430-A4A0-7586878E1C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0788" y="3651937"/>
                      <a:ext cx="63177" cy="76027"/>
                    </a:xfrm>
                    <a:custGeom>
                      <a:avLst/>
                      <a:gdLst>
                        <a:gd name="connsiteX0" fmla="*/ 48636 w 63177"/>
                        <a:gd name="connsiteY0" fmla="*/ 2519 h 76027"/>
                        <a:gd name="connsiteX1" fmla="*/ 37969 w 63177"/>
                        <a:gd name="connsiteY1" fmla="*/ 423 h 76027"/>
                        <a:gd name="connsiteX2" fmla="*/ 13775 w 63177"/>
                        <a:gd name="connsiteY2" fmla="*/ 27474 h 76027"/>
                        <a:gd name="connsiteX3" fmla="*/ 630 w 63177"/>
                        <a:gd name="connsiteY3" fmla="*/ 61098 h 76027"/>
                        <a:gd name="connsiteX4" fmla="*/ 5107 w 63177"/>
                        <a:gd name="connsiteY4" fmla="*/ 75861 h 76027"/>
                        <a:gd name="connsiteX5" fmla="*/ 14823 w 63177"/>
                        <a:gd name="connsiteY5" fmla="*/ 67003 h 76027"/>
                        <a:gd name="connsiteX6" fmla="*/ 38159 w 63177"/>
                        <a:gd name="connsiteY6" fmla="*/ 45286 h 76027"/>
                        <a:gd name="connsiteX7" fmla="*/ 62734 w 63177"/>
                        <a:gd name="connsiteY7" fmla="*/ 18521 h 76027"/>
                        <a:gd name="connsiteX8" fmla="*/ 48636 w 63177"/>
                        <a:gd name="connsiteY8" fmla="*/ 2519 h 76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3177" h="76027">
                          <a:moveTo>
                            <a:pt x="48636" y="2519"/>
                          </a:moveTo>
                          <a:cubicBezTo>
                            <a:pt x="45398" y="900"/>
                            <a:pt x="42160" y="-815"/>
                            <a:pt x="37969" y="423"/>
                          </a:cubicBezTo>
                          <a:cubicBezTo>
                            <a:pt x="29968" y="2709"/>
                            <a:pt x="20824" y="14806"/>
                            <a:pt x="13775" y="27474"/>
                          </a:cubicBezTo>
                          <a:cubicBezTo>
                            <a:pt x="7870" y="38047"/>
                            <a:pt x="2631" y="50049"/>
                            <a:pt x="630" y="61098"/>
                          </a:cubicBezTo>
                          <a:cubicBezTo>
                            <a:pt x="-893" y="69289"/>
                            <a:pt x="250" y="77290"/>
                            <a:pt x="5107" y="75861"/>
                          </a:cubicBezTo>
                          <a:cubicBezTo>
                            <a:pt x="8155" y="74909"/>
                            <a:pt x="11584" y="70718"/>
                            <a:pt x="14823" y="67003"/>
                          </a:cubicBezTo>
                          <a:cubicBezTo>
                            <a:pt x="22443" y="58240"/>
                            <a:pt x="30349" y="50811"/>
                            <a:pt x="38159" y="45286"/>
                          </a:cubicBezTo>
                          <a:cubicBezTo>
                            <a:pt x="44731" y="40524"/>
                            <a:pt x="59304" y="32903"/>
                            <a:pt x="62734" y="18521"/>
                          </a:cubicBezTo>
                          <a:cubicBezTo>
                            <a:pt x="65686" y="5567"/>
                            <a:pt x="53113" y="4805"/>
                            <a:pt x="48636" y="251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38" name="Forme libre : forme 15837">
                      <a:extLst>
                        <a:ext uri="{FF2B5EF4-FFF2-40B4-BE49-F238E27FC236}">
                          <a16:creationId xmlns:a16="http://schemas.microsoft.com/office/drawing/2014/main" id="{E458410C-F414-4EA6-A723-E030A2C4D6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5025" y="3671581"/>
                      <a:ext cx="10606" cy="28644"/>
                    </a:xfrm>
                    <a:custGeom>
                      <a:avLst/>
                      <a:gdLst>
                        <a:gd name="connsiteX0" fmla="*/ 9829 w 10606"/>
                        <a:gd name="connsiteY0" fmla="*/ 2592 h 28644"/>
                        <a:gd name="connsiteX1" fmla="*/ 8305 w 10606"/>
                        <a:gd name="connsiteY1" fmla="*/ 116 h 28644"/>
                        <a:gd name="connsiteX2" fmla="*/ 5257 w 10606"/>
                        <a:gd name="connsiteY2" fmla="*/ 1640 h 28644"/>
                        <a:gd name="connsiteX3" fmla="*/ 3353 w 10606"/>
                        <a:gd name="connsiteY3" fmla="*/ 6307 h 28644"/>
                        <a:gd name="connsiteX4" fmla="*/ 495 w 10606"/>
                        <a:gd name="connsiteY4" fmla="*/ 18404 h 28644"/>
                        <a:gd name="connsiteX5" fmla="*/ 19 w 10606"/>
                        <a:gd name="connsiteY5" fmla="*/ 23071 h 28644"/>
                        <a:gd name="connsiteX6" fmla="*/ 8210 w 10606"/>
                        <a:gd name="connsiteY6" fmla="*/ 22690 h 28644"/>
                        <a:gd name="connsiteX7" fmla="*/ 9829 w 10606"/>
                        <a:gd name="connsiteY7" fmla="*/ 2592 h 28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606" h="28644">
                          <a:moveTo>
                            <a:pt x="9829" y="2592"/>
                          </a:moveTo>
                          <a:cubicBezTo>
                            <a:pt x="9544" y="1449"/>
                            <a:pt x="9067" y="402"/>
                            <a:pt x="8305" y="116"/>
                          </a:cubicBezTo>
                          <a:cubicBezTo>
                            <a:pt x="7544" y="-265"/>
                            <a:pt x="6305" y="306"/>
                            <a:pt x="5257" y="1640"/>
                          </a:cubicBezTo>
                          <a:cubicBezTo>
                            <a:pt x="4305" y="2973"/>
                            <a:pt x="3733" y="4688"/>
                            <a:pt x="3353" y="6307"/>
                          </a:cubicBezTo>
                          <a:cubicBezTo>
                            <a:pt x="2209" y="10403"/>
                            <a:pt x="1257" y="14498"/>
                            <a:pt x="495" y="18404"/>
                          </a:cubicBezTo>
                          <a:cubicBezTo>
                            <a:pt x="209" y="20023"/>
                            <a:pt x="-77" y="21642"/>
                            <a:pt x="19" y="23071"/>
                          </a:cubicBezTo>
                          <a:cubicBezTo>
                            <a:pt x="209" y="28881"/>
                            <a:pt x="4686" y="32120"/>
                            <a:pt x="8210" y="22690"/>
                          </a:cubicBezTo>
                          <a:cubicBezTo>
                            <a:pt x="10877" y="15261"/>
                            <a:pt x="11163" y="7164"/>
                            <a:pt x="9829" y="259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39" name="Forme libre : forme 15838">
                      <a:extLst>
                        <a:ext uri="{FF2B5EF4-FFF2-40B4-BE49-F238E27FC236}">
                          <a16:creationId xmlns:a16="http://schemas.microsoft.com/office/drawing/2014/main" id="{94398770-1244-4AFF-A855-0BE04AAC37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795" y="3719322"/>
                      <a:ext cx="8289" cy="47529"/>
                    </a:xfrm>
                    <a:custGeom>
                      <a:avLst/>
                      <a:gdLst>
                        <a:gd name="connsiteX0" fmla="*/ 8290 w 8289"/>
                        <a:gd name="connsiteY0" fmla="*/ 47530 h 47529"/>
                        <a:gd name="connsiteX1" fmla="*/ 4861 w 8289"/>
                        <a:gd name="connsiteY1" fmla="*/ 0 h 47529"/>
                        <a:gd name="connsiteX2" fmla="*/ 8290 w 8289"/>
                        <a:gd name="connsiteY2" fmla="*/ 47530 h 47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289" h="47529">
                          <a:moveTo>
                            <a:pt x="8290" y="47530"/>
                          </a:moveTo>
                          <a:cubicBezTo>
                            <a:pt x="8290" y="47530"/>
                            <a:pt x="-7808" y="42291"/>
                            <a:pt x="4861" y="0"/>
                          </a:cubicBezTo>
                          <a:cubicBezTo>
                            <a:pt x="4861" y="0"/>
                            <a:pt x="-3902" y="33052"/>
                            <a:pt x="8290" y="4753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40" name="Forme libre : forme 15839">
                      <a:extLst>
                        <a:ext uri="{FF2B5EF4-FFF2-40B4-BE49-F238E27FC236}">
                          <a16:creationId xmlns:a16="http://schemas.microsoft.com/office/drawing/2014/main" id="{B6E45441-362B-43F2-AE03-4556AEC615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5903" y="3640550"/>
                      <a:ext cx="8092" cy="52578"/>
                    </a:xfrm>
                    <a:custGeom>
                      <a:avLst/>
                      <a:gdLst>
                        <a:gd name="connsiteX0" fmla="*/ 667 w 8092"/>
                        <a:gd name="connsiteY0" fmla="*/ 52578 h 52578"/>
                        <a:gd name="connsiteX1" fmla="*/ 0 w 8092"/>
                        <a:gd name="connsiteY1" fmla="*/ 0 h 52578"/>
                        <a:gd name="connsiteX2" fmla="*/ 667 w 8092"/>
                        <a:gd name="connsiteY2" fmla="*/ 52578 h 52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092" h="52578">
                          <a:moveTo>
                            <a:pt x="667" y="52578"/>
                          </a:moveTo>
                          <a:cubicBezTo>
                            <a:pt x="667" y="52578"/>
                            <a:pt x="17812" y="12954"/>
                            <a:pt x="0" y="0"/>
                          </a:cubicBezTo>
                          <a:cubicBezTo>
                            <a:pt x="0" y="0"/>
                            <a:pt x="13811" y="15526"/>
                            <a:pt x="667" y="525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41" name="Forme libre : forme 15840">
                      <a:extLst>
                        <a:ext uri="{FF2B5EF4-FFF2-40B4-BE49-F238E27FC236}">
                          <a16:creationId xmlns:a16="http://schemas.microsoft.com/office/drawing/2014/main" id="{F4D4E021-154D-47D4-9F5B-039E0D7E99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9499" y="3710099"/>
                      <a:ext cx="14607" cy="22741"/>
                    </a:xfrm>
                    <a:custGeom>
                      <a:avLst/>
                      <a:gdLst>
                        <a:gd name="connsiteX0" fmla="*/ 303 w 14607"/>
                        <a:gd name="connsiteY0" fmla="*/ 22081 h 22741"/>
                        <a:gd name="connsiteX1" fmla="*/ 5256 w 14607"/>
                        <a:gd name="connsiteY1" fmla="*/ 7603 h 22741"/>
                        <a:gd name="connsiteX2" fmla="*/ 14304 w 14607"/>
                        <a:gd name="connsiteY2" fmla="*/ 650 h 22741"/>
                        <a:gd name="connsiteX3" fmla="*/ 9351 w 14607"/>
                        <a:gd name="connsiteY3" fmla="*/ 15128 h 22741"/>
                        <a:gd name="connsiteX4" fmla="*/ 303 w 14607"/>
                        <a:gd name="connsiteY4" fmla="*/ 22081 h 22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07" h="22741">
                          <a:moveTo>
                            <a:pt x="303" y="22081"/>
                          </a:moveTo>
                          <a:cubicBezTo>
                            <a:pt x="-841" y="19986"/>
                            <a:pt x="1350" y="13509"/>
                            <a:pt x="5256" y="7603"/>
                          </a:cubicBezTo>
                          <a:cubicBezTo>
                            <a:pt x="9066" y="1698"/>
                            <a:pt x="13161" y="-1446"/>
                            <a:pt x="14304" y="650"/>
                          </a:cubicBezTo>
                          <a:cubicBezTo>
                            <a:pt x="15447" y="2746"/>
                            <a:pt x="13257" y="9223"/>
                            <a:pt x="9351" y="15128"/>
                          </a:cubicBezTo>
                          <a:cubicBezTo>
                            <a:pt x="5446" y="21129"/>
                            <a:pt x="1446" y="24177"/>
                            <a:pt x="303" y="2208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42" name="Forme libre : forme 15841">
                      <a:extLst>
                        <a:ext uri="{FF2B5EF4-FFF2-40B4-BE49-F238E27FC236}">
                          <a16:creationId xmlns:a16="http://schemas.microsoft.com/office/drawing/2014/main" id="{57B75EBE-EBFD-4217-A367-751B77C010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8564" y="3729440"/>
                      <a:ext cx="4167" cy="6619"/>
                    </a:xfrm>
                    <a:custGeom>
                      <a:avLst/>
                      <a:gdLst>
                        <a:gd name="connsiteX0" fmla="*/ 572 w 4167"/>
                        <a:gd name="connsiteY0" fmla="*/ 6550 h 6619"/>
                        <a:gd name="connsiteX1" fmla="*/ 572 w 4167"/>
                        <a:gd name="connsiteY1" fmla="*/ 2645 h 6619"/>
                        <a:gd name="connsiteX2" fmla="*/ 3524 w 4167"/>
                        <a:gd name="connsiteY2" fmla="*/ 73 h 6619"/>
                        <a:gd name="connsiteX3" fmla="*/ 3524 w 4167"/>
                        <a:gd name="connsiteY3" fmla="*/ 3978 h 6619"/>
                        <a:gd name="connsiteX4" fmla="*/ 572 w 4167"/>
                        <a:gd name="connsiteY4" fmla="*/ 6550 h 6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7" h="6619">
                          <a:moveTo>
                            <a:pt x="572" y="6550"/>
                          </a:moveTo>
                          <a:cubicBezTo>
                            <a:pt x="-191" y="6169"/>
                            <a:pt x="-191" y="4455"/>
                            <a:pt x="572" y="2645"/>
                          </a:cubicBezTo>
                          <a:cubicBezTo>
                            <a:pt x="1333" y="835"/>
                            <a:pt x="2667" y="-308"/>
                            <a:pt x="3524" y="73"/>
                          </a:cubicBezTo>
                          <a:cubicBezTo>
                            <a:pt x="4382" y="454"/>
                            <a:pt x="4382" y="2169"/>
                            <a:pt x="3524" y="3978"/>
                          </a:cubicBezTo>
                          <a:cubicBezTo>
                            <a:pt x="2667" y="5693"/>
                            <a:pt x="1429" y="6931"/>
                            <a:pt x="572" y="655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43" name="Forme libre : forme 15842">
                      <a:extLst>
                        <a:ext uri="{FF2B5EF4-FFF2-40B4-BE49-F238E27FC236}">
                          <a16:creationId xmlns:a16="http://schemas.microsoft.com/office/drawing/2014/main" id="{1CE4EE27-E2D0-47B3-8172-E6A1A38431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2543" y="3716634"/>
                      <a:ext cx="47118" cy="49205"/>
                    </a:xfrm>
                    <a:custGeom>
                      <a:avLst/>
                      <a:gdLst>
                        <a:gd name="connsiteX0" fmla="*/ 17068 w 47118"/>
                        <a:gd name="connsiteY0" fmla="*/ 48026 h 49205"/>
                        <a:gd name="connsiteX1" fmla="*/ 2305 w 47118"/>
                        <a:gd name="connsiteY1" fmla="*/ 46883 h 49205"/>
                        <a:gd name="connsiteX2" fmla="*/ 495 w 47118"/>
                        <a:gd name="connsiteY2" fmla="*/ 40502 h 49205"/>
                        <a:gd name="connsiteX3" fmla="*/ 6210 w 47118"/>
                        <a:gd name="connsiteY3" fmla="*/ 34596 h 49205"/>
                        <a:gd name="connsiteX4" fmla="*/ 24498 w 47118"/>
                        <a:gd name="connsiteY4" fmla="*/ 25548 h 49205"/>
                        <a:gd name="connsiteX5" fmla="*/ 46977 w 47118"/>
                        <a:gd name="connsiteY5" fmla="*/ 1259 h 49205"/>
                        <a:gd name="connsiteX6" fmla="*/ 30880 w 47118"/>
                        <a:gd name="connsiteY6" fmla="*/ 37073 h 49205"/>
                        <a:gd name="connsiteX7" fmla="*/ 17068 w 47118"/>
                        <a:gd name="connsiteY7" fmla="*/ 48026 h 492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118" h="49205">
                          <a:moveTo>
                            <a:pt x="17068" y="48026"/>
                          </a:moveTo>
                          <a:cubicBezTo>
                            <a:pt x="11353" y="50217"/>
                            <a:pt x="6496" y="49074"/>
                            <a:pt x="2305" y="46883"/>
                          </a:cubicBezTo>
                          <a:cubicBezTo>
                            <a:pt x="781" y="46122"/>
                            <a:pt x="-839" y="44121"/>
                            <a:pt x="495" y="40502"/>
                          </a:cubicBezTo>
                          <a:cubicBezTo>
                            <a:pt x="1733" y="37168"/>
                            <a:pt x="4210" y="35358"/>
                            <a:pt x="6210" y="34596"/>
                          </a:cubicBezTo>
                          <a:cubicBezTo>
                            <a:pt x="12211" y="32120"/>
                            <a:pt x="18116" y="32024"/>
                            <a:pt x="24498" y="25548"/>
                          </a:cubicBezTo>
                          <a:cubicBezTo>
                            <a:pt x="28498" y="21547"/>
                            <a:pt x="45358" y="-6171"/>
                            <a:pt x="46977" y="1259"/>
                          </a:cubicBezTo>
                          <a:cubicBezTo>
                            <a:pt x="48596" y="8783"/>
                            <a:pt x="35928" y="30977"/>
                            <a:pt x="30880" y="37073"/>
                          </a:cubicBezTo>
                          <a:cubicBezTo>
                            <a:pt x="26308" y="42788"/>
                            <a:pt x="21355" y="46407"/>
                            <a:pt x="17068" y="4802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80" name="Graphique 1">
                    <a:extLst>
                      <a:ext uri="{FF2B5EF4-FFF2-40B4-BE49-F238E27FC236}">
                        <a16:creationId xmlns:a16="http://schemas.microsoft.com/office/drawing/2014/main" id="{D4DCF3C7-8F0C-4FAD-8DC4-A80B0DBB43A2}"/>
                      </a:ext>
                    </a:extLst>
                  </p:cNvPr>
                  <p:cNvGrpSpPr/>
                  <p:nvPr/>
                </p:nvGrpSpPr>
                <p:grpSpPr>
                  <a:xfrm>
                    <a:off x="3623838" y="3769232"/>
                    <a:ext cx="90823" cy="146459"/>
                    <a:chOff x="3623838" y="3769232"/>
                    <a:chExt cx="90823" cy="146459"/>
                  </a:xfrm>
                  <a:solidFill>
                    <a:schemeClr val="accent1"/>
                  </a:solidFill>
                </p:grpSpPr>
                <p:sp>
                  <p:nvSpPr>
                    <p:cNvPr id="15820" name="Forme libre : forme 15819">
                      <a:extLst>
                        <a:ext uri="{FF2B5EF4-FFF2-40B4-BE49-F238E27FC236}">
                          <a16:creationId xmlns:a16="http://schemas.microsoft.com/office/drawing/2014/main" id="{DB7F38DB-1386-4766-8213-023B814200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3944" y="3769327"/>
                      <a:ext cx="90716" cy="146364"/>
                    </a:xfrm>
                    <a:custGeom>
                      <a:avLst/>
                      <a:gdLst>
                        <a:gd name="connsiteX0" fmla="*/ 7656 w 90716"/>
                        <a:gd name="connsiteY0" fmla="*/ 87536 h 146364"/>
                        <a:gd name="connsiteX1" fmla="*/ 29659 w 90716"/>
                        <a:gd name="connsiteY1" fmla="*/ 35910 h 146364"/>
                        <a:gd name="connsiteX2" fmla="*/ 68235 w 90716"/>
                        <a:gd name="connsiteY2" fmla="*/ 858 h 146364"/>
                        <a:gd name="connsiteX3" fmla="*/ 82904 w 90716"/>
                        <a:gd name="connsiteY3" fmla="*/ 7525 h 146364"/>
                        <a:gd name="connsiteX4" fmla="*/ 82522 w 90716"/>
                        <a:gd name="connsiteY4" fmla="*/ 59341 h 146364"/>
                        <a:gd name="connsiteX5" fmla="*/ 59853 w 90716"/>
                        <a:gd name="connsiteY5" fmla="*/ 110300 h 146364"/>
                        <a:gd name="connsiteX6" fmla="*/ 22039 w 90716"/>
                        <a:gd name="connsiteY6" fmla="*/ 145638 h 146364"/>
                        <a:gd name="connsiteX7" fmla="*/ 7846 w 90716"/>
                        <a:gd name="connsiteY7" fmla="*/ 139542 h 146364"/>
                        <a:gd name="connsiteX8" fmla="*/ 7656 w 90716"/>
                        <a:gd name="connsiteY8" fmla="*/ 87536 h 146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0716" h="146364">
                          <a:moveTo>
                            <a:pt x="7656" y="87536"/>
                          </a:moveTo>
                          <a:lnTo>
                            <a:pt x="29659" y="35910"/>
                          </a:lnTo>
                          <a:cubicBezTo>
                            <a:pt x="40136" y="11621"/>
                            <a:pt x="57567" y="-3904"/>
                            <a:pt x="68235" y="858"/>
                          </a:cubicBezTo>
                          <a:lnTo>
                            <a:pt x="82904" y="7525"/>
                          </a:lnTo>
                          <a:cubicBezTo>
                            <a:pt x="93571" y="12288"/>
                            <a:pt x="93191" y="35720"/>
                            <a:pt x="82522" y="59341"/>
                          </a:cubicBezTo>
                          <a:lnTo>
                            <a:pt x="59853" y="110300"/>
                          </a:lnTo>
                          <a:cubicBezTo>
                            <a:pt x="49185" y="134113"/>
                            <a:pt x="32230" y="150020"/>
                            <a:pt x="22039" y="145638"/>
                          </a:cubicBezTo>
                          <a:lnTo>
                            <a:pt x="7846" y="139542"/>
                          </a:lnTo>
                          <a:cubicBezTo>
                            <a:pt x="-2536" y="135161"/>
                            <a:pt x="-2631" y="111634"/>
                            <a:pt x="7656" y="8753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21" name="Forme libre : forme 15820">
                      <a:extLst>
                        <a:ext uri="{FF2B5EF4-FFF2-40B4-BE49-F238E27FC236}">
                          <a16:creationId xmlns:a16="http://schemas.microsoft.com/office/drawing/2014/main" id="{96DF6EDA-D81A-4B76-A34B-8699EDC9B8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3838" y="3769232"/>
                      <a:ext cx="74628" cy="139732"/>
                    </a:xfrm>
                    <a:custGeom>
                      <a:avLst/>
                      <a:gdLst>
                        <a:gd name="connsiteX0" fmla="*/ 43101 w 74628"/>
                        <a:gd name="connsiteY0" fmla="*/ 52769 h 139732"/>
                        <a:gd name="connsiteX1" fmla="*/ 74628 w 74628"/>
                        <a:gd name="connsiteY1" fmla="*/ 3715 h 139732"/>
                        <a:gd name="connsiteX2" fmla="*/ 68247 w 74628"/>
                        <a:gd name="connsiteY2" fmla="*/ 858 h 139732"/>
                        <a:gd name="connsiteX3" fmla="*/ 29670 w 74628"/>
                        <a:gd name="connsiteY3" fmla="*/ 35910 h 139732"/>
                        <a:gd name="connsiteX4" fmla="*/ 7668 w 74628"/>
                        <a:gd name="connsiteY4" fmla="*/ 87536 h 139732"/>
                        <a:gd name="connsiteX5" fmla="*/ 7763 w 74628"/>
                        <a:gd name="connsiteY5" fmla="*/ 139542 h 139732"/>
                        <a:gd name="connsiteX6" fmla="*/ 8239 w 74628"/>
                        <a:gd name="connsiteY6" fmla="*/ 139733 h 139732"/>
                        <a:gd name="connsiteX7" fmla="*/ 43101 w 74628"/>
                        <a:gd name="connsiteY7" fmla="*/ 52769 h 139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4628" h="139732">
                          <a:moveTo>
                            <a:pt x="43101" y="52769"/>
                          </a:moveTo>
                          <a:cubicBezTo>
                            <a:pt x="49673" y="31243"/>
                            <a:pt x="62151" y="11621"/>
                            <a:pt x="74628" y="3715"/>
                          </a:cubicBezTo>
                          <a:lnTo>
                            <a:pt x="68247" y="858"/>
                          </a:lnTo>
                          <a:cubicBezTo>
                            <a:pt x="57579" y="-3904"/>
                            <a:pt x="40243" y="11621"/>
                            <a:pt x="29670" y="35910"/>
                          </a:cubicBezTo>
                          <a:lnTo>
                            <a:pt x="7668" y="87536"/>
                          </a:lnTo>
                          <a:cubicBezTo>
                            <a:pt x="-2619" y="111634"/>
                            <a:pt x="-2524" y="135161"/>
                            <a:pt x="7763" y="139542"/>
                          </a:cubicBezTo>
                          <a:lnTo>
                            <a:pt x="8239" y="139733"/>
                          </a:lnTo>
                          <a:cubicBezTo>
                            <a:pt x="19765" y="109919"/>
                            <a:pt x="34147" y="83059"/>
                            <a:pt x="43101" y="5276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22" name="Forme libre : forme 15821">
                      <a:extLst>
                        <a:ext uri="{FF2B5EF4-FFF2-40B4-BE49-F238E27FC236}">
                          <a16:creationId xmlns:a16="http://schemas.microsoft.com/office/drawing/2014/main" id="{5FEB248E-ADCE-4923-9435-C0C5DA80D8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6717" y="3819284"/>
                      <a:ext cx="33836" cy="63784"/>
                    </a:xfrm>
                    <a:custGeom>
                      <a:avLst/>
                      <a:gdLst>
                        <a:gd name="connsiteX0" fmla="*/ 3172 w 33836"/>
                        <a:gd name="connsiteY0" fmla="*/ 63487 h 63784"/>
                        <a:gd name="connsiteX1" fmla="*/ 6982 w 33836"/>
                        <a:gd name="connsiteY1" fmla="*/ 27578 h 63784"/>
                        <a:gd name="connsiteX2" fmla="*/ 30604 w 33836"/>
                        <a:gd name="connsiteY2" fmla="*/ 336 h 63784"/>
                        <a:gd name="connsiteX3" fmla="*/ 26889 w 33836"/>
                        <a:gd name="connsiteY3" fmla="*/ 36245 h 63784"/>
                        <a:gd name="connsiteX4" fmla="*/ 3172 w 33836"/>
                        <a:gd name="connsiteY4" fmla="*/ 63487 h 637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836" h="63784">
                          <a:moveTo>
                            <a:pt x="3172" y="63487"/>
                          </a:moveTo>
                          <a:cubicBezTo>
                            <a:pt x="-2257" y="61106"/>
                            <a:pt x="-543" y="45009"/>
                            <a:pt x="6982" y="27578"/>
                          </a:cubicBezTo>
                          <a:cubicBezTo>
                            <a:pt x="14412" y="10242"/>
                            <a:pt x="25079" y="-2236"/>
                            <a:pt x="30604" y="336"/>
                          </a:cubicBezTo>
                          <a:cubicBezTo>
                            <a:pt x="36033" y="2813"/>
                            <a:pt x="34509" y="18719"/>
                            <a:pt x="26889" y="36245"/>
                          </a:cubicBezTo>
                          <a:cubicBezTo>
                            <a:pt x="19174" y="53676"/>
                            <a:pt x="8601" y="65868"/>
                            <a:pt x="3172" y="6348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23" name="Forme libre : forme 15822">
                      <a:extLst>
                        <a:ext uri="{FF2B5EF4-FFF2-40B4-BE49-F238E27FC236}">
                          <a16:creationId xmlns:a16="http://schemas.microsoft.com/office/drawing/2014/main" id="{8E89FCAB-5482-4037-838B-8669D422F6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8650" y="3819304"/>
                      <a:ext cx="31867" cy="42225"/>
                    </a:xfrm>
                    <a:custGeom>
                      <a:avLst/>
                      <a:gdLst>
                        <a:gd name="connsiteX0" fmla="*/ 30861 w 31867"/>
                        <a:gd name="connsiteY0" fmla="*/ 17746 h 42225"/>
                        <a:gd name="connsiteX1" fmla="*/ 28670 w 31867"/>
                        <a:gd name="connsiteY1" fmla="*/ 316 h 42225"/>
                        <a:gd name="connsiteX2" fmla="*/ 5048 w 31867"/>
                        <a:gd name="connsiteY2" fmla="*/ 27557 h 42225"/>
                        <a:gd name="connsiteX3" fmla="*/ 0 w 31867"/>
                        <a:gd name="connsiteY3" fmla="*/ 42226 h 42225"/>
                        <a:gd name="connsiteX4" fmla="*/ 4096 w 31867"/>
                        <a:gd name="connsiteY4" fmla="*/ 34701 h 42225"/>
                        <a:gd name="connsiteX5" fmla="*/ 30861 w 31867"/>
                        <a:gd name="connsiteY5" fmla="*/ 17746 h 42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1867" h="42225">
                          <a:moveTo>
                            <a:pt x="30861" y="17746"/>
                          </a:moveTo>
                          <a:cubicBezTo>
                            <a:pt x="32671" y="8602"/>
                            <a:pt x="32099" y="1840"/>
                            <a:pt x="28670" y="316"/>
                          </a:cubicBezTo>
                          <a:cubicBezTo>
                            <a:pt x="23146" y="-2161"/>
                            <a:pt x="12478" y="10221"/>
                            <a:pt x="5048" y="27557"/>
                          </a:cubicBezTo>
                          <a:cubicBezTo>
                            <a:pt x="2857" y="32701"/>
                            <a:pt x="1143" y="37653"/>
                            <a:pt x="0" y="42226"/>
                          </a:cubicBezTo>
                          <a:cubicBezTo>
                            <a:pt x="1238" y="39559"/>
                            <a:pt x="2572" y="37082"/>
                            <a:pt x="4096" y="34701"/>
                          </a:cubicBezTo>
                          <a:cubicBezTo>
                            <a:pt x="13049" y="22128"/>
                            <a:pt x="24574" y="13841"/>
                            <a:pt x="30861" y="1774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24" name="Forme libre : forme 15823">
                      <a:extLst>
                        <a:ext uri="{FF2B5EF4-FFF2-40B4-BE49-F238E27FC236}">
                          <a16:creationId xmlns:a16="http://schemas.microsoft.com/office/drawing/2014/main" id="{35CBB83B-5DC5-460D-8342-D0697DC85A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3192" y="3821590"/>
                      <a:ext cx="33741" cy="63741"/>
                    </a:xfrm>
                    <a:custGeom>
                      <a:avLst/>
                      <a:gdLst>
                        <a:gd name="connsiteX0" fmla="*/ 3172 w 33741"/>
                        <a:gd name="connsiteY0" fmla="*/ 63466 h 63741"/>
                        <a:gd name="connsiteX1" fmla="*/ 6982 w 33741"/>
                        <a:gd name="connsiteY1" fmla="*/ 27557 h 63741"/>
                        <a:gd name="connsiteX2" fmla="*/ 30509 w 33741"/>
                        <a:gd name="connsiteY2" fmla="*/ 316 h 63741"/>
                        <a:gd name="connsiteX3" fmla="*/ 26794 w 33741"/>
                        <a:gd name="connsiteY3" fmla="*/ 36225 h 63741"/>
                        <a:gd name="connsiteX4" fmla="*/ 3172 w 33741"/>
                        <a:gd name="connsiteY4" fmla="*/ 63466 h 63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741" h="63741">
                          <a:moveTo>
                            <a:pt x="3172" y="63466"/>
                          </a:moveTo>
                          <a:cubicBezTo>
                            <a:pt x="-2257" y="61085"/>
                            <a:pt x="-543" y="44988"/>
                            <a:pt x="6982" y="27557"/>
                          </a:cubicBezTo>
                          <a:cubicBezTo>
                            <a:pt x="14412" y="10222"/>
                            <a:pt x="24984" y="-2161"/>
                            <a:pt x="30509" y="316"/>
                          </a:cubicBezTo>
                          <a:cubicBezTo>
                            <a:pt x="35938" y="2697"/>
                            <a:pt x="34414" y="18794"/>
                            <a:pt x="26794" y="36225"/>
                          </a:cubicBezTo>
                          <a:cubicBezTo>
                            <a:pt x="19079" y="53560"/>
                            <a:pt x="8601" y="65752"/>
                            <a:pt x="3172" y="6346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25" name="Forme libre : forme 15824">
                      <a:extLst>
                        <a:ext uri="{FF2B5EF4-FFF2-40B4-BE49-F238E27FC236}">
                          <a16:creationId xmlns:a16="http://schemas.microsoft.com/office/drawing/2014/main" id="{DB1FB25A-70E5-480D-A789-C72B6F5E9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9999" y="3789940"/>
                      <a:ext cx="61487" cy="76541"/>
                    </a:xfrm>
                    <a:custGeom>
                      <a:avLst/>
                      <a:gdLst>
                        <a:gd name="connsiteX0" fmla="*/ 47799 w 61487"/>
                        <a:gd name="connsiteY0" fmla="*/ 2438 h 76541"/>
                        <a:gd name="connsiteX1" fmla="*/ 37512 w 61487"/>
                        <a:gd name="connsiteY1" fmla="*/ 438 h 76541"/>
                        <a:gd name="connsiteX2" fmla="*/ 13509 w 61487"/>
                        <a:gd name="connsiteY2" fmla="*/ 27965 h 76541"/>
                        <a:gd name="connsiteX3" fmla="*/ 650 w 61487"/>
                        <a:gd name="connsiteY3" fmla="*/ 61779 h 76541"/>
                        <a:gd name="connsiteX4" fmla="*/ 4936 w 61487"/>
                        <a:gd name="connsiteY4" fmla="*/ 76352 h 76541"/>
                        <a:gd name="connsiteX5" fmla="*/ 14366 w 61487"/>
                        <a:gd name="connsiteY5" fmla="*/ 67303 h 76541"/>
                        <a:gd name="connsiteX6" fmla="*/ 36940 w 61487"/>
                        <a:gd name="connsiteY6" fmla="*/ 45110 h 76541"/>
                        <a:gd name="connsiteX7" fmla="*/ 60943 w 61487"/>
                        <a:gd name="connsiteY7" fmla="*/ 18345 h 76541"/>
                        <a:gd name="connsiteX8" fmla="*/ 47799 w 61487"/>
                        <a:gd name="connsiteY8" fmla="*/ 2438 h 76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487" h="76541">
                          <a:moveTo>
                            <a:pt x="47799" y="2438"/>
                          </a:moveTo>
                          <a:cubicBezTo>
                            <a:pt x="44751" y="819"/>
                            <a:pt x="41608" y="-801"/>
                            <a:pt x="37512" y="438"/>
                          </a:cubicBezTo>
                          <a:cubicBezTo>
                            <a:pt x="29797" y="2819"/>
                            <a:pt x="20557" y="15011"/>
                            <a:pt x="13509" y="27965"/>
                          </a:cubicBezTo>
                          <a:cubicBezTo>
                            <a:pt x="7603" y="39014"/>
                            <a:pt x="2746" y="50539"/>
                            <a:pt x="650" y="61779"/>
                          </a:cubicBezTo>
                          <a:cubicBezTo>
                            <a:pt x="-874" y="69970"/>
                            <a:pt x="174" y="77876"/>
                            <a:pt x="4936" y="76352"/>
                          </a:cubicBezTo>
                          <a:cubicBezTo>
                            <a:pt x="7889" y="75399"/>
                            <a:pt x="11223" y="71113"/>
                            <a:pt x="14366" y="67303"/>
                          </a:cubicBezTo>
                          <a:cubicBezTo>
                            <a:pt x="21796" y="58349"/>
                            <a:pt x="29416" y="50825"/>
                            <a:pt x="36940" y="45110"/>
                          </a:cubicBezTo>
                          <a:cubicBezTo>
                            <a:pt x="43322" y="40252"/>
                            <a:pt x="57324" y="32441"/>
                            <a:pt x="60943" y="18345"/>
                          </a:cubicBezTo>
                          <a:cubicBezTo>
                            <a:pt x="64182" y="5391"/>
                            <a:pt x="52085" y="4724"/>
                            <a:pt x="47799" y="243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26" name="Forme libre : forme 15825">
                      <a:extLst>
                        <a:ext uri="{FF2B5EF4-FFF2-40B4-BE49-F238E27FC236}">
                          <a16:creationId xmlns:a16="http://schemas.microsoft.com/office/drawing/2014/main" id="{4822EDEF-B588-419C-893C-A5C0CA8E76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2826" y="3809349"/>
                      <a:ext cx="10368" cy="28277"/>
                    </a:xfrm>
                    <a:custGeom>
                      <a:avLst/>
                      <a:gdLst>
                        <a:gd name="connsiteX0" fmla="*/ 9734 w 10368"/>
                        <a:gd name="connsiteY0" fmla="*/ 2556 h 28277"/>
                        <a:gd name="connsiteX1" fmla="*/ 8305 w 10368"/>
                        <a:gd name="connsiteY1" fmla="*/ 79 h 28277"/>
                        <a:gd name="connsiteX2" fmla="*/ 5353 w 10368"/>
                        <a:gd name="connsiteY2" fmla="*/ 1698 h 28277"/>
                        <a:gd name="connsiteX3" fmla="*/ 3353 w 10368"/>
                        <a:gd name="connsiteY3" fmla="*/ 6270 h 28277"/>
                        <a:gd name="connsiteX4" fmla="*/ 495 w 10368"/>
                        <a:gd name="connsiteY4" fmla="*/ 18272 h 28277"/>
                        <a:gd name="connsiteX5" fmla="*/ 19 w 10368"/>
                        <a:gd name="connsiteY5" fmla="*/ 22844 h 28277"/>
                        <a:gd name="connsiteX6" fmla="*/ 7924 w 10368"/>
                        <a:gd name="connsiteY6" fmla="*/ 22272 h 28277"/>
                        <a:gd name="connsiteX7" fmla="*/ 9734 w 10368"/>
                        <a:gd name="connsiteY7" fmla="*/ 2556 h 28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368" h="28277">
                          <a:moveTo>
                            <a:pt x="9734" y="2556"/>
                          </a:moveTo>
                          <a:cubicBezTo>
                            <a:pt x="9448" y="1413"/>
                            <a:pt x="9067" y="460"/>
                            <a:pt x="8305" y="79"/>
                          </a:cubicBezTo>
                          <a:cubicBezTo>
                            <a:pt x="7544" y="-207"/>
                            <a:pt x="6400" y="270"/>
                            <a:pt x="5353" y="1698"/>
                          </a:cubicBezTo>
                          <a:cubicBezTo>
                            <a:pt x="4400" y="3032"/>
                            <a:pt x="3829" y="4746"/>
                            <a:pt x="3353" y="6270"/>
                          </a:cubicBezTo>
                          <a:cubicBezTo>
                            <a:pt x="2114" y="10366"/>
                            <a:pt x="1162" y="14367"/>
                            <a:pt x="495" y="18272"/>
                          </a:cubicBezTo>
                          <a:cubicBezTo>
                            <a:pt x="209" y="19891"/>
                            <a:pt x="-77" y="21510"/>
                            <a:pt x="19" y="22844"/>
                          </a:cubicBezTo>
                          <a:cubicBezTo>
                            <a:pt x="209" y="28559"/>
                            <a:pt x="4591" y="31702"/>
                            <a:pt x="7924" y="22272"/>
                          </a:cubicBezTo>
                          <a:cubicBezTo>
                            <a:pt x="10591" y="15129"/>
                            <a:pt x="10877" y="7033"/>
                            <a:pt x="9734" y="255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27" name="Forme libre : forme 15826">
                      <a:extLst>
                        <a:ext uri="{FF2B5EF4-FFF2-40B4-BE49-F238E27FC236}">
                          <a16:creationId xmlns:a16="http://schemas.microsoft.com/office/drawing/2014/main" id="{0C25C499-AB08-4D40-95C1-5F35DC4DC1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7459" y="3858196"/>
                      <a:ext cx="8046" cy="47243"/>
                    </a:xfrm>
                    <a:custGeom>
                      <a:avLst/>
                      <a:gdLst>
                        <a:gd name="connsiteX0" fmla="*/ 8047 w 8046"/>
                        <a:gd name="connsiteY0" fmla="*/ 47244 h 47243"/>
                        <a:gd name="connsiteX1" fmla="*/ 4713 w 8046"/>
                        <a:gd name="connsiteY1" fmla="*/ 0 h 47243"/>
                        <a:gd name="connsiteX2" fmla="*/ 8047 w 8046"/>
                        <a:gd name="connsiteY2" fmla="*/ 47244 h 47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046" h="47243">
                          <a:moveTo>
                            <a:pt x="8047" y="47244"/>
                          </a:moveTo>
                          <a:cubicBezTo>
                            <a:pt x="8047" y="47244"/>
                            <a:pt x="-7574" y="42577"/>
                            <a:pt x="4713" y="0"/>
                          </a:cubicBezTo>
                          <a:cubicBezTo>
                            <a:pt x="4808" y="95"/>
                            <a:pt x="-3859" y="33242"/>
                            <a:pt x="8047" y="472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28" name="Forme libre : forme 15827">
                      <a:extLst>
                        <a:ext uri="{FF2B5EF4-FFF2-40B4-BE49-F238E27FC236}">
                          <a16:creationId xmlns:a16="http://schemas.microsoft.com/office/drawing/2014/main" id="{6195939C-58F3-4A8B-A71C-DA9BFDDF34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3609" y="3778567"/>
                      <a:ext cx="7665" cy="51911"/>
                    </a:xfrm>
                    <a:custGeom>
                      <a:avLst/>
                      <a:gdLst>
                        <a:gd name="connsiteX0" fmla="*/ 0 w 7665"/>
                        <a:gd name="connsiteY0" fmla="*/ 51911 h 51911"/>
                        <a:gd name="connsiteX1" fmla="*/ 6382 w 7665"/>
                        <a:gd name="connsiteY1" fmla="*/ 30766 h 51911"/>
                        <a:gd name="connsiteX2" fmla="*/ 381 w 7665"/>
                        <a:gd name="connsiteY2" fmla="*/ 0 h 51911"/>
                        <a:gd name="connsiteX3" fmla="*/ 0 w 7665"/>
                        <a:gd name="connsiteY3" fmla="*/ 51911 h 51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665" h="51911">
                          <a:moveTo>
                            <a:pt x="0" y="51911"/>
                          </a:moveTo>
                          <a:cubicBezTo>
                            <a:pt x="0" y="51911"/>
                            <a:pt x="4191" y="42196"/>
                            <a:pt x="6382" y="30766"/>
                          </a:cubicBezTo>
                          <a:cubicBezTo>
                            <a:pt x="8572" y="19336"/>
                            <a:pt x="8763" y="6382"/>
                            <a:pt x="381" y="0"/>
                          </a:cubicBezTo>
                          <a:cubicBezTo>
                            <a:pt x="381" y="0"/>
                            <a:pt x="13049" y="15430"/>
                            <a:pt x="0" y="519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29" name="Forme libre : forme 15828">
                      <a:extLst>
                        <a:ext uri="{FF2B5EF4-FFF2-40B4-BE49-F238E27FC236}">
                          <a16:creationId xmlns:a16="http://schemas.microsoft.com/office/drawing/2014/main" id="{1634466D-AEAA-4F25-B39A-1CCF34CED4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8192" y="3847974"/>
                      <a:ext cx="14098" cy="22956"/>
                    </a:xfrm>
                    <a:custGeom>
                      <a:avLst/>
                      <a:gdLst>
                        <a:gd name="connsiteX0" fmla="*/ 270 w 14098"/>
                        <a:gd name="connsiteY0" fmla="*/ 22318 h 22956"/>
                        <a:gd name="connsiteX1" fmla="*/ 5032 w 14098"/>
                        <a:gd name="connsiteY1" fmla="*/ 7745 h 22956"/>
                        <a:gd name="connsiteX2" fmla="*/ 13795 w 14098"/>
                        <a:gd name="connsiteY2" fmla="*/ 601 h 22956"/>
                        <a:gd name="connsiteX3" fmla="*/ 8937 w 14098"/>
                        <a:gd name="connsiteY3" fmla="*/ 15175 h 22956"/>
                        <a:gd name="connsiteX4" fmla="*/ 270 w 14098"/>
                        <a:gd name="connsiteY4" fmla="*/ 22318 h 22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98" h="22956">
                          <a:moveTo>
                            <a:pt x="270" y="22318"/>
                          </a:moveTo>
                          <a:cubicBezTo>
                            <a:pt x="-778" y="20318"/>
                            <a:pt x="1317" y="13746"/>
                            <a:pt x="5032" y="7745"/>
                          </a:cubicBezTo>
                          <a:cubicBezTo>
                            <a:pt x="8747" y="1745"/>
                            <a:pt x="12652" y="-1399"/>
                            <a:pt x="13795" y="601"/>
                          </a:cubicBezTo>
                          <a:cubicBezTo>
                            <a:pt x="14938" y="2697"/>
                            <a:pt x="12747" y="9174"/>
                            <a:pt x="8937" y="15175"/>
                          </a:cubicBezTo>
                          <a:cubicBezTo>
                            <a:pt x="5222" y="21175"/>
                            <a:pt x="1317" y="24414"/>
                            <a:pt x="270" y="2231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30" name="Forme libre : forme 15829">
                      <a:extLst>
                        <a:ext uri="{FF2B5EF4-FFF2-40B4-BE49-F238E27FC236}">
                          <a16:creationId xmlns:a16="http://schemas.microsoft.com/office/drawing/2014/main" id="{8DF1C734-430C-4686-B526-D5DB0E9D89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7223" y="3867392"/>
                      <a:ext cx="4000" cy="6684"/>
                    </a:xfrm>
                    <a:custGeom>
                      <a:avLst/>
                      <a:gdLst>
                        <a:gd name="connsiteX0" fmla="*/ 571 w 4000"/>
                        <a:gd name="connsiteY0" fmla="*/ 6616 h 6684"/>
                        <a:gd name="connsiteX1" fmla="*/ 571 w 4000"/>
                        <a:gd name="connsiteY1" fmla="*/ 2711 h 6684"/>
                        <a:gd name="connsiteX2" fmla="*/ 3429 w 4000"/>
                        <a:gd name="connsiteY2" fmla="*/ 44 h 6684"/>
                        <a:gd name="connsiteX3" fmla="*/ 3429 w 4000"/>
                        <a:gd name="connsiteY3" fmla="*/ 3949 h 6684"/>
                        <a:gd name="connsiteX4" fmla="*/ 571 w 4000"/>
                        <a:gd name="connsiteY4" fmla="*/ 6616 h 6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00" h="6684">
                          <a:moveTo>
                            <a:pt x="571" y="6616"/>
                          </a:moveTo>
                          <a:cubicBezTo>
                            <a:pt x="-190" y="6235"/>
                            <a:pt x="-190" y="4520"/>
                            <a:pt x="571" y="2711"/>
                          </a:cubicBezTo>
                          <a:cubicBezTo>
                            <a:pt x="1333" y="901"/>
                            <a:pt x="2667" y="-242"/>
                            <a:pt x="3429" y="44"/>
                          </a:cubicBezTo>
                          <a:cubicBezTo>
                            <a:pt x="4191" y="425"/>
                            <a:pt x="4191" y="2139"/>
                            <a:pt x="3429" y="3949"/>
                          </a:cubicBezTo>
                          <a:cubicBezTo>
                            <a:pt x="2667" y="5759"/>
                            <a:pt x="1333" y="6997"/>
                            <a:pt x="571" y="66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31" name="Forme libre : forme 15830">
                      <a:extLst>
                        <a:ext uri="{FF2B5EF4-FFF2-40B4-BE49-F238E27FC236}">
                          <a16:creationId xmlns:a16="http://schemas.microsoft.com/office/drawing/2014/main" id="{A03B88A9-B294-4620-860F-F5A370A637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1662" y="3854091"/>
                      <a:ext cx="45504" cy="49754"/>
                    </a:xfrm>
                    <a:custGeom>
                      <a:avLst/>
                      <a:gdLst>
                        <a:gd name="connsiteX0" fmla="*/ 16514 w 45504"/>
                        <a:gd name="connsiteY0" fmla="*/ 48396 h 49754"/>
                        <a:gd name="connsiteX1" fmla="*/ 2226 w 45504"/>
                        <a:gd name="connsiteY1" fmla="*/ 47730 h 49754"/>
                        <a:gd name="connsiteX2" fmla="*/ 511 w 45504"/>
                        <a:gd name="connsiteY2" fmla="*/ 41443 h 49754"/>
                        <a:gd name="connsiteX3" fmla="*/ 6036 w 45504"/>
                        <a:gd name="connsiteY3" fmla="*/ 35442 h 49754"/>
                        <a:gd name="connsiteX4" fmla="*/ 23657 w 45504"/>
                        <a:gd name="connsiteY4" fmla="*/ 25917 h 49754"/>
                        <a:gd name="connsiteX5" fmla="*/ 45374 w 45504"/>
                        <a:gd name="connsiteY5" fmla="*/ 1248 h 49754"/>
                        <a:gd name="connsiteX6" fmla="*/ 29849 w 45504"/>
                        <a:gd name="connsiteY6" fmla="*/ 37157 h 49754"/>
                        <a:gd name="connsiteX7" fmla="*/ 16514 w 45504"/>
                        <a:gd name="connsiteY7" fmla="*/ 48396 h 49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504" h="49754">
                          <a:moveTo>
                            <a:pt x="16514" y="48396"/>
                          </a:moveTo>
                          <a:cubicBezTo>
                            <a:pt x="10989" y="50683"/>
                            <a:pt x="6322" y="49825"/>
                            <a:pt x="2226" y="47730"/>
                          </a:cubicBezTo>
                          <a:cubicBezTo>
                            <a:pt x="702" y="46968"/>
                            <a:pt x="-822" y="45062"/>
                            <a:pt x="511" y="41443"/>
                          </a:cubicBezTo>
                          <a:cubicBezTo>
                            <a:pt x="1655" y="38109"/>
                            <a:pt x="4131" y="36300"/>
                            <a:pt x="6036" y="35442"/>
                          </a:cubicBezTo>
                          <a:cubicBezTo>
                            <a:pt x="11846" y="32775"/>
                            <a:pt x="17466" y="32490"/>
                            <a:pt x="23657" y="25917"/>
                          </a:cubicBezTo>
                          <a:cubicBezTo>
                            <a:pt x="27467" y="21822"/>
                            <a:pt x="43850" y="-6182"/>
                            <a:pt x="45374" y="1248"/>
                          </a:cubicBezTo>
                          <a:cubicBezTo>
                            <a:pt x="46898" y="8772"/>
                            <a:pt x="34611" y="30966"/>
                            <a:pt x="29849" y="37157"/>
                          </a:cubicBezTo>
                          <a:cubicBezTo>
                            <a:pt x="25467" y="42872"/>
                            <a:pt x="20705" y="46682"/>
                            <a:pt x="16514" y="4839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81" name="Graphique 1">
                    <a:extLst>
                      <a:ext uri="{FF2B5EF4-FFF2-40B4-BE49-F238E27FC236}">
                        <a16:creationId xmlns:a16="http://schemas.microsoft.com/office/drawing/2014/main" id="{6C46017D-F191-4BA9-8EAA-552EBE65CA9E}"/>
                      </a:ext>
                    </a:extLst>
                  </p:cNvPr>
                  <p:cNvGrpSpPr/>
                  <p:nvPr/>
                </p:nvGrpSpPr>
                <p:grpSpPr>
                  <a:xfrm>
                    <a:off x="3566573" y="3908058"/>
                    <a:ext cx="86851" cy="146827"/>
                    <a:chOff x="3566573" y="3908058"/>
                    <a:chExt cx="86851" cy="146827"/>
                  </a:xfrm>
                  <a:solidFill>
                    <a:schemeClr val="accent1"/>
                  </a:solidFill>
                </p:grpSpPr>
                <p:sp>
                  <p:nvSpPr>
                    <p:cNvPr id="15808" name="Forme libre : forme 15807">
                      <a:extLst>
                        <a:ext uri="{FF2B5EF4-FFF2-40B4-BE49-F238E27FC236}">
                          <a16:creationId xmlns:a16="http://schemas.microsoft.com/office/drawing/2014/main" id="{EE34E490-0BFD-47E5-962B-1D5BD3E080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6573" y="3908058"/>
                      <a:ext cx="86851" cy="146827"/>
                    </a:xfrm>
                    <a:custGeom>
                      <a:avLst/>
                      <a:gdLst>
                        <a:gd name="connsiteX0" fmla="*/ 7020 w 86851"/>
                        <a:gd name="connsiteY0" fmla="*/ 89108 h 146827"/>
                        <a:gd name="connsiteX1" fmla="*/ 28070 w 86851"/>
                        <a:gd name="connsiteY1" fmla="*/ 36911 h 146827"/>
                        <a:gd name="connsiteX2" fmla="*/ 65027 w 86851"/>
                        <a:gd name="connsiteY2" fmla="*/ 716 h 146827"/>
                        <a:gd name="connsiteX3" fmla="*/ 79220 w 86851"/>
                        <a:gd name="connsiteY3" fmla="*/ 6812 h 146827"/>
                        <a:gd name="connsiteX4" fmla="*/ 79124 w 86851"/>
                        <a:gd name="connsiteY4" fmla="*/ 58247 h 146827"/>
                        <a:gd name="connsiteX5" fmla="*/ 57598 w 86851"/>
                        <a:gd name="connsiteY5" fmla="*/ 109586 h 146827"/>
                        <a:gd name="connsiteX6" fmla="*/ 21593 w 86851"/>
                        <a:gd name="connsiteY6" fmla="*/ 146258 h 146827"/>
                        <a:gd name="connsiteX7" fmla="*/ 7782 w 86851"/>
                        <a:gd name="connsiteY7" fmla="*/ 140828 h 146827"/>
                        <a:gd name="connsiteX8" fmla="*/ 7020 w 86851"/>
                        <a:gd name="connsiteY8" fmla="*/ 89108 h 146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6851" h="146827">
                          <a:moveTo>
                            <a:pt x="7020" y="89108"/>
                          </a:moveTo>
                          <a:lnTo>
                            <a:pt x="28070" y="36911"/>
                          </a:lnTo>
                          <a:cubicBezTo>
                            <a:pt x="37976" y="12526"/>
                            <a:pt x="54741" y="-3666"/>
                            <a:pt x="65027" y="716"/>
                          </a:cubicBezTo>
                          <a:lnTo>
                            <a:pt x="79220" y="6812"/>
                          </a:lnTo>
                          <a:cubicBezTo>
                            <a:pt x="89507" y="11288"/>
                            <a:pt x="89316" y="34339"/>
                            <a:pt x="79124" y="58247"/>
                          </a:cubicBezTo>
                          <a:lnTo>
                            <a:pt x="57598" y="109586"/>
                          </a:lnTo>
                          <a:cubicBezTo>
                            <a:pt x="47597" y="133589"/>
                            <a:pt x="31595" y="150163"/>
                            <a:pt x="21593" y="146258"/>
                          </a:cubicBezTo>
                          <a:lnTo>
                            <a:pt x="7782" y="140828"/>
                          </a:lnTo>
                          <a:cubicBezTo>
                            <a:pt x="-2219" y="137018"/>
                            <a:pt x="-2696" y="113682"/>
                            <a:pt x="7020" y="8910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09" name="Forme libre : forme 15808">
                      <a:extLst>
                        <a:ext uri="{FF2B5EF4-FFF2-40B4-BE49-F238E27FC236}">
                          <a16:creationId xmlns:a16="http://schemas.microsoft.com/office/drawing/2014/main" id="{F746B392-8020-4BCC-BC26-90F565EDD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6573" y="3908154"/>
                      <a:ext cx="71218" cy="141018"/>
                    </a:xfrm>
                    <a:custGeom>
                      <a:avLst/>
                      <a:gdLst>
                        <a:gd name="connsiteX0" fmla="*/ 41120 w 71218"/>
                        <a:gd name="connsiteY0" fmla="*/ 53103 h 141018"/>
                        <a:gd name="connsiteX1" fmla="*/ 71219 w 71218"/>
                        <a:gd name="connsiteY1" fmla="*/ 3383 h 141018"/>
                        <a:gd name="connsiteX2" fmla="*/ 65027 w 71218"/>
                        <a:gd name="connsiteY2" fmla="*/ 716 h 141018"/>
                        <a:gd name="connsiteX3" fmla="*/ 28070 w 71218"/>
                        <a:gd name="connsiteY3" fmla="*/ 36910 h 141018"/>
                        <a:gd name="connsiteX4" fmla="*/ 7020 w 71218"/>
                        <a:gd name="connsiteY4" fmla="*/ 89108 h 141018"/>
                        <a:gd name="connsiteX5" fmla="*/ 7782 w 71218"/>
                        <a:gd name="connsiteY5" fmla="*/ 140828 h 141018"/>
                        <a:gd name="connsiteX6" fmla="*/ 8258 w 71218"/>
                        <a:gd name="connsiteY6" fmla="*/ 141019 h 141018"/>
                        <a:gd name="connsiteX7" fmla="*/ 41120 w 71218"/>
                        <a:gd name="connsiteY7" fmla="*/ 53103 h 141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1218" h="141018">
                          <a:moveTo>
                            <a:pt x="41120" y="53103"/>
                          </a:moveTo>
                          <a:cubicBezTo>
                            <a:pt x="47311" y="31576"/>
                            <a:pt x="59217" y="11574"/>
                            <a:pt x="71219" y="3383"/>
                          </a:cubicBezTo>
                          <a:lnTo>
                            <a:pt x="65027" y="716"/>
                          </a:lnTo>
                          <a:cubicBezTo>
                            <a:pt x="54741" y="-3666"/>
                            <a:pt x="37976" y="12526"/>
                            <a:pt x="28070" y="36910"/>
                          </a:cubicBezTo>
                          <a:lnTo>
                            <a:pt x="7020" y="89108"/>
                          </a:lnTo>
                          <a:cubicBezTo>
                            <a:pt x="-2696" y="113587"/>
                            <a:pt x="-2219" y="136923"/>
                            <a:pt x="7782" y="140828"/>
                          </a:cubicBezTo>
                          <a:lnTo>
                            <a:pt x="8258" y="141019"/>
                          </a:lnTo>
                          <a:cubicBezTo>
                            <a:pt x="18831" y="110825"/>
                            <a:pt x="32357" y="83392"/>
                            <a:pt x="41120" y="5310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10" name="Forme libre : forme 15809">
                      <a:extLst>
                        <a:ext uri="{FF2B5EF4-FFF2-40B4-BE49-F238E27FC236}">
                          <a16:creationId xmlns:a16="http://schemas.microsoft.com/office/drawing/2014/main" id="{119613E9-114B-4CAA-A01D-36066F514C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8448" y="3958245"/>
                      <a:ext cx="32394" cy="64201"/>
                    </a:xfrm>
                    <a:custGeom>
                      <a:avLst/>
                      <a:gdLst>
                        <a:gd name="connsiteX0" fmla="*/ 3147 w 32394"/>
                        <a:gd name="connsiteY0" fmla="*/ 63972 h 64201"/>
                        <a:gd name="connsiteX1" fmla="*/ 6481 w 32394"/>
                        <a:gd name="connsiteY1" fmla="*/ 28158 h 64201"/>
                        <a:gd name="connsiteX2" fmla="*/ 29246 w 32394"/>
                        <a:gd name="connsiteY2" fmla="*/ 250 h 64201"/>
                        <a:gd name="connsiteX3" fmla="*/ 25722 w 32394"/>
                        <a:gd name="connsiteY3" fmla="*/ 35968 h 64201"/>
                        <a:gd name="connsiteX4" fmla="*/ 3147 w 32394"/>
                        <a:gd name="connsiteY4" fmla="*/ 63972 h 64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394" h="64201">
                          <a:moveTo>
                            <a:pt x="3147" y="63972"/>
                          </a:moveTo>
                          <a:cubicBezTo>
                            <a:pt x="-2091" y="61876"/>
                            <a:pt x="-663" y="45779"/>
                            <a:pt x="6481" y="28158"/>
                          </a:cubicBezTo>
                          <a:cubicBezTo>
                            <a:pt x="13625" y="10537"/>
                            <a:pt x="23912" y="-1941"/>
                            <a:pt x="29246" y="250"/>
                          </a:cubicBezTo>
                          <a:cubicBezTo>
                            <a:pt x="34580" y="2535"/>
                            <a:pt x="32961" y="18442"/>
                            <a:pt x="25722" y="35968"/>
                          </a:cubicBezTo>
                          <a:cubicBezTo>
                            <a:pt x="18387" y="53590"/>
                            <a:pt x="8386" y="66067"/>
                            <a:pt x="3147" y="63972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11" name="Forme libre : forme 15810">
                      <a:extLst>
                        <a:ext uri="{FF2B5EF4-FFF2-40B4-BE49-F238E27FC236}">
                          <a16:creationId xmlns:a16="http://schemas.microsoft.com/office/drawing/2014/main" id="{BAC1E8BD-BBB9-47C3-90A4-A4198F8626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0071" y="3958243"/>
                      <a:ext cx="30701" cy="42923"/>
                    </a:xfrm>
                    <a:custGeom>
                      <a:avLst/>
                      <a:gdLst>
                        <a:gd name="connsiteX0" fmla="*/ 29718 w 30701"/>
                        <a:gd name="connsiteY0" fmla="*/ 17587 h 42923"/>
                        <a:gd name="connsiteX1" fmla="*/ 27527 w 30701"/>
                        <a:gd name="connsiteY1" fmla="*/ 251 h 42923"/>
                        <a:gd name="connsiteX2" fmla="*/ 4763 w 30701"/>
                        <a:gd name="connsiteY2" fmla="*/ 28159 h 42923"/>
                        <a:gd name="connsiteX3" fmla="*/ 0 w 30701"/>
                        <a:gd name="connsiteY3" fmla="*/ 42923 h 42923"/>
                        <a:gd name="connsiteX4" fmla="*/ 3905 w 30701"/>
                        <a:gd name="connsiteY4" fmla="*/ 35303 h 42923"/>
                        <a:gd name="connsiteX5" fmla="*/ 29718 w 30701"/>
                        <a:gd name="connsiteY5" fmla="*/ 17587 h 42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701" h="42923">
                          <a:moveTo>
                            <a:pt x="29718" y="17587"/>
                          </a:moveTo>
                          <a:cubicBezTo>
                            <a:pt x="31528" y="8443"/>
                            <a:pt x="30861" y="1680"/>
                            <a:pt x="27527" y="251"/>
                          </a:cubicBezTo>
                          <a:cubicBezTo>
                            <a:pt x="22193" y="-1940"/>
                            <a:pt x="11906" y="10443"/>
                            <a:pt x="4763" y="28159"/>
                          </a:cubicBezTo>
                          <a:cubicBezTo>
                            <a:pt x="2667" y="33303"/>
                            <a:pt x="1048" y="38351"/>
                            <a:pt x="0" y="42923"/>
                          </a:cubicBezTo>
                          <a:cubicBezTo>
                            <a:pt x="1143" y="40256"/>
                            <a:pt x="2381" y="37684"/>
                            <a:pt x="3905" y="35303"/>
                          </a:cubicBezTo>
                          <a:cubicBezTo>
                            <a:pt x="12573" y="22349"/>
                            <a:pt x="23717" y="13777"/>
                            <a:pt x="29718" y="17587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12" name="Forme libre : forme 15811">
                      <a:extLst>
                        <a:ext uri="{FF2B5EF4-FFF2-40B4-BE49-F238E27FC236}">
                          <a16:creationId xmlns:a16="http://schemas.microsoft.com/office/drawing/2014/main" id="{F6122ED7-9674-415E-B03D-F11FCEDC16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5013" y="3960605"/>
                      <a:ext cx="32210" cy="64221"/>
                    </a:xfrm>
                    <a:custGeom>
                      <a:avLst/>
                      <a:gdLst>
                        <a:gd name="connsiteX0" fmla="*/ 3154 w 32210"/>
                        <a:gd name="connsiteY0" fmla="*/ 63992 h 64221"/>
                        <a:gd name="connsiteX1" fmla="*/ 6392 w 32210"/>
                        <a:gd name="connsiteY1" fmla="*/ 28178 h 64221"/>
                        <a:gd name="connsiteX2" fmla="*/ 29062 w 32210"/>
                        <a:gd name="connsiteY2" fmla="*/ 270 h 64221"/>
                        <a:gd name="connsiteX3" fmla="*/ 25538 w 32210"/>
                        <a:gd name="connsiteY3" fmla="*/ 35989 h 64221"/>
                        <a:gd name="connsiteX4" fmla="*/ 3154 w 32210"/>
                        <a:gd name="connsiteY4" fmla="*/ 63992 h 64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210" h="64221">
                          <a:moveTo>
                            <a:pt x="3154" y="63992"/>
                          </a:moveTo>
                          <a:cubicBezTo>
                            <a:pt x="-2085" y="61897"/>
                            <a:pt x="-656" y="45800"/>
                            <a:pt x="6392" y="28178"/>
                          </a:cubicBezTo>
                          <a:cubicBezTo>
                            <a:pt x="13536" y="10462"/>
                            <a:pt x="23728" y="-2016"/>
                            <a:pt x="29062" y="270"/>
                          </a:cubicBezTo>
                          <a:cubicBezTo>
                            <a:pt x="34396" y="2461"/>
                            <a:pt x="32776" y="18463"/>
                            <a:pt x="25538" y="35989"/>
                          </a:cubicBezTo>
                          <a:cubicBezTo>
                            <a:pt x="18394" y="53610"/>
                            <a:pt x="8392" y="66088"/>
                            <a:pt x="3154" y="6399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13" name="Forme libre : forme 15812">
                      <a:extLst>
                        <a:ext uri="{FF2B5EF4-FFF2-40B4-BE49-F238E27FC236}">
                          <a16:creationId xmlns:a16="http://schemas.microsoft.com/office/drawing/2014/main" id="{86C2A84D-554E-4F0F-9D1B-B36E2FE482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1914" y="3928873"/>
                      <a:ext cx="59041" cy="77319"/>
                    </a:xfrm>
                    <a:custGeom>
                      <a:avLst/>
                      <a:gdLst>
                        <a:gd name="connsiteX0" fmla="*/ 45781 w 59041"/>
                        <a:gd name="connsiteY0" fmla="*/ 2190 h 77319"/>
                        <a:gd name="connsiteX1" fmla="*/ 35875 w 59041"/>
                        <a:gd name="connsiteY1" fmla="*/ 571 h 77319"/>
                        <a:gd name="connsiteX2" fmla="*/ 12920 w 59041"/>
                        <a:gd name="connsiteY2" fmla="*/ 28669 h 77319"/>
                        <a:gd name="connsiteX3" fmla="*/ 537 w 59041"/>
                        <a:gd name="connsiteY3" fmla="*/ 62769 h 77319"/>
                        <a:gd name="connsiteX4" fmla="*/ 4824 w 59041"/>
                        <a:gd name="connsiteY4" fmla="*/ 77056 h 77319"/>
                        <a:gd name="connsiteX5" fmla="*/ 13777 w 59041"/>
                        <a:gd name="connsiteY5" fmla="*/ 67722 h 77319"/>
                        <a:gd name="connsiteX6" fmla="*/ 35494 w 59041"/>
                        <a:gd name="connsiteY6" fmla="*/ 44862 h 77319"/>
                        <a:gd name="connsiteX7" fmla="*/ 58544 w 59041"/>
                        <a:gd name="connsiteY7" fmla="*/ 17334 h 77319"/>
                        <a:gd name="connsiteX8" fmla="*/ 45781 w 59041"/>
                        <a:gd name="connsiteY8" fmla="*/ 2190 h 77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9041" h="77319">
                          <a:moveTo>
                            <a:pt x="45781" y="2190"/>
                          </a:moveTo>
                          <a:cubicBezTo>
                            <a:pt x="42828" y="666"/>
                            <a:pt x="39780" y="-858"/>
                            <a:pt x="35875" y="571"/>
                          </a:cubicBezTo>
                          <a:cubicBezTo>
                            <a:pt x="28445" y="3142"/>
                            <a:pt x="19587" y="15620"/>
                            <a:pt x="12920" y="28669"/>
                          </a:cubicBezTo>
                          <a:cubicBezTo>
                            <a:pt x="7300" y="39432"/>
                            <a:pt x="2442" y="51720"/>
                            <a:pt x="537" y="62769"/>
                          </a:cubicBezTo>
                          <a:cubicBezTo>
                            <a:pt x="-796" y="71055"/>
                            <a:pt x="251" y="78866"/>
                            <a:pt x="4824" y="77056"/>
                          </a:cubicBezTo>
                          <a:cubicBezTo>
                            <a:pt x="7681" y="75913"/>
                            <a:pt x="10824" y="71627"/>
                            <a:pt x="13777" y="67722"/>
                          </a:cubicBezTo>
                          <a:cubicBezTo>
                            <a:pt x="20825" y="58578"/>
                            <a:pt x="28255" y="50767"/>
                            <a:pt x="35494" y="44862"/>
                          </a:cubicBezTo>
                          <a:cubicBezTo>
                            <a:pt x="41685" y="39813"/>
                            <a:pt x="55211" y="31527"/>
                            <a:pt x="58544" y="17334"/>
                          </a:cubicBezTo>
                          <a:cubicBezTo>
                            <a:pt x="61592" y="4571"/>
                            <a:pt x="49782" y="4285"/>
                            <a:pt x="45781" y="219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14" name="Forme libre : forme 15813">
                      <a:extLst>
                        <a:ext uri="{FF2B5EF4-FFF2-40B4-BE49-F238E27FC236}">
                          <a16:creationId xmlns:a16="http://schemas.microsoft.com/office/drawing/2014/main" id="{5B98F585-A412-414F-8C18-5D84FEED84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2933" y="3947843"/>
                      <a:ext cx="10064" cy="28456"/>
                    </a:xfrm>
                    <a:custGeom>
                      <a:avLst/>
                      <a:gdLst>
                        <a:gd name="connsiteX0" fmla="*/ 9430 w 10064"/>
                        <a:gd name="connsiteY0" fmla="*/ 2460 h 28456"/>
                        <a:gd name="connsiteX1" fmla="*/ 8001 w 10064"/>
                        <a:gd name="connsiteY1" fmla="*/ 79 h 28456"/>
                        <a:gd name="connsiteX2" fmla="*/ 5144 w 10064"/>
                        <a:gd name="connsiteY2" fmla="*/ 1793 h 28456"/>
                        <a:gd name="connsiteX3" fmla="*/ 3238 w 10064"/>
                        <a:gd name="connsiteY3" fmla="*/ 6460 h 28456"/>
                        <a:gd name="connsiteX4" fmla="*/ 476 w 10064"/>
                        <a:gd name="connsiteY4" fmla="*/ 18557 h 28456"/>
                        <a:gd name="connsiteX5" fmla="*/ 0 w 10064"/>
                        <a:gd name="connsiteY5" fmla="*/ 23129 h 28456"/>
                        <a:gd name="connsiteX6" fmla="*/ 7620 w 10064"/>
                        <a:gd name="connsiteY6" fmla="*/ 22367 h 28456"/>
                        <a:gd name="connsiteX7" fmla="*/ 9430 w 10064"/>
                        <a:gd name="connsiteY7" fmla="*/ 2460 h 28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064" h="28456">
                          <a:moveTo>
                            <a:pt x="9430" y="2460"/>
                          </a:moveTo>
                          <a:cubicBezTo>
                            <a:pt x="9144" y="1317"/>
                            <a:pt x="8763" y="364"/>
                            <a:pt x="8001" y="79"/>
                          </a:cubicBezTo>
                          <a:cubicBezTo>
                            <a:pt x="7239" y="-207"/>
                            <a:pt x="6096" y="269"/>
                            <a:pt x="5144" y="1793"/>
                          </a:cubicBezTo>
                          <a:cubicBezTo>
                            <a:pt x="4286" y="3126"/>
                            <a:pt x="3715" y="4841"/>
                            <a:pt x="3238" y="6460"/>
                          </a:cubicBezTo>
                          <a:cubicBezTo>
                            <a:pt x="2096" y="10556"/>
                            <a:pt x="1143" y="14556"/>
                            <a:pt x="476" y="18557"/>
                          </a:cubicBezTo>
                          <a:cubicBezTo>
                            <a:pt x="190" y="20176"/>
                            <a:pt x="0" y="21796"/>
                            <a:pt x="0" y="23129"/>
                          </a:cubicBezTo>
                          <a:cubicBezTo>
                            <a:pt x="190" y="28844"/>
                            <a:pt x="4381" y="31797"/>
                            <a:pt x="7620" y="22367"/>
                          </a:cubicBezTo>
                          <a:cubicBezTo>
                            <a:pt x="10287" y="14938"/>
                            <a:pt x="10573" y="6937"/>
                            <a:pt x="9430" y="246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15" name="Forme libre : forme 15814">
                      <a:extLst>
                        <a:ext uri="{FF2B5EF4-FFF2-40B4-BE49-F238E27FC236}">
                          <a16:creationId xmlns:a16="http://schemas.microsoft.com/office/drawing/2014/main" id="{4ED72861-6381-4CE5-BBFE-FD04BC8D8D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0009" y="3998594"/>
                      <a:ext cx="8060" cy="46863"/>
                    </a:xfrm>
                    <a:custGeom>
                      <a:avLst/>
                      <a:gdLst>
                        <a:gd name="connsiteX0" fmla="*/ 8061 w 8060"/>
                        <a:gd name="connsiteY0" fmla="*/ 46863 h 46863"/>
                        <a:gd name="connsiteX1" fmla="*/ 4251 w 8060"/>
                        <a:gd name="connsiteY1" fmla="*/ 0 h 46863"/>
                        <a:gd name="connsiteX2" fmla="*/ 8061 w 8060"/>
                        <a:gd name="connsiteY2" fmla="*/ 46863 h 46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060" h="46863">
                          <a:moveTo>
                            <a:pt x="8061" y="46863"/>
                          </a:moveTo>
                          <a:cubicBezTo>
                            <a:pt x="8061" y="46863"/>
                            <a:pt x="-7179" y="42863"/>
                            <a:pt x="4251" y="0"/>
                          </a:cubicBezTo>
                          <a:cubicBezTo>
                            <a:pt x="4251" y="0"/>
                            <a:pt x="-3655" y="33433"/>
                            <a:pt x="8061" y="468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16" name="Forme libre : forme 15815">
                      <a:extLst>
                        <a:ext uri="{FF2B5EF4-FFF2-40B4-BE49-F238E27FC236}">
                          <a16:creationId xmlns:a16="http://schemas.microsoft.com/office/drawing/2014/main" id="{8720B511-34E9-4389-81D8-88DA52EF90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3126" y="3916775"/>
                      <a:ext cx="7267" cy="51625"/>
                    </a:xfrm>
                    <a:custGeom>
                      <a:avLst/>
                      <a:gdLst>
                        <a:gd name="connsiteX0" fmla="*/ 0 w 7267"/>
                        <a:gd name="connsiteY0" fmla="*/ 51626 h 51625"/>
                        <a:gd name="connsiteX1" fmla="*/ 95 w 7267"/>
                        <a:gd name="connsiteY1" fmla="*/ 0 h 51625"/>
                        <a:gd name="connsiteX2" fmla="*/ 0 w 7267"/>
                        <a:gd name="connsiteY2" fmla="*/ 51626 h 51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267" h="51625">
                          <a:moveTo>
                            <a:pt x="0" y="51626"/>
                          </a:moveTo>
                          <a:cubicBezTo>
                            <a:pt x="0" y="51626"/>
                            <a:pt x="16288" y="12097"/>
                            <a:pt x="95" y="0"/>
                          </a:cubicBezTo>
                          <a:cubicBezTo>
                            <a:pt x="95" y="0"/>
                            <a:pt x="12383" y="14764"/>
                            <a:pt x="0" y="516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17" name="Forme libre : forme 15816">
                      <a:extLst>
                        <a:ext uri="{FF2B5EF4-FFF2-40B4-BE49-F238E27FC236}">
                          <a16:creationId xmlns:a16="http://schemas.microsoft.com/office/drawing/2014/main" id="{982ED8F2-B66B-4982-8EA6-4E31AF08FD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413" y="3987050"/>
                      <a:ext cx="13414" cy="23043"/>
                    </a:xfrm>
                    <a:custGeom>
                      <a:avLst/>
                      <a:gdLst>
                        <a:gd name="connsiteX0" fmla="*/ 278 w 13414"/>
                        <a:gd name="connsiteY0" fmla="*/ 22498 h 23043"/>
                        <a:gd name="connsiteX1" fmla="*/ 4755 w 13414"/>
                        <a:gd name="connsiteY1" fmla="*/ 7925 h 23043"/>
                        <a:gd name="connsiteX2" fmla="*/ 13137 w 13414"/>
                        <a:gd name="connsiteY2" fmla="*/ 591 h 23043"/>
                        <a:gd name="connsiteX3" fmla="*/ 8565 w 13414"/>
                        <a:gd name="connsiteY3" fmla="*/ 15164 h 23043"/>
                        <a:gd name="connsiteX4" fmla="*/ 278 w 13414"/>
                        <a:gd name="connsiteY4" fmla="*/ 22498 h 23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14" h="23043">
                          <a:moveTo>
                            <a:pt x="278" y="22498"/>
                          </a:moveTo>
                          <a:cubicBezTo>
                            <a:pt x="-769" y="20498"/>
                            <a:pt x="1231" y="13925"/>
                            <a:pt x="4755" y="7925"/>
                          </a:cubicBezTo>
                          <a:cubicBezTo>
                            <a:pt x="8375" y="1829"/>
                            <a:pt x="12089" y="-1410"/>
                            <a:pt x="13137" y="591"/>
                          </a:cubicBezTo>
                          <a:cubicBezTo>
                            <a:pt x="14185" y="2591"/>
                            <a:pt x="12185" y="9068"/>
                            <a:pt x="8565" y="15164"/>
                          </a:cubicBezTo>
                          <a:cubicBezTo>
                            <a:pt x="5041" y="21165"/>
                            <a:pt x="1326" y="24403"/>
                            <a:pt x="278" y="2249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18" name="Forme libre : forme 15817">
                      <a:extLst>
                        <a:ext uri="{FF2B5EF4-FFF2-40B4-BE49-F238E27FC236}">
                          <a16:creationId xmlns:a16="http://schemas.microsoft.com/office/drawing/2014/main" id="{F9EC5BB2-30C2-477E-BCE0-D59C4990FA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8549" y="4006650"/>
                      <a:ext cx="3810" cy="6654"/>
                    </a:xfrm>
                    <a:custGeom>
                      <a:avLst/>
                      <a:gdLst>
                        <a:gd name="connsiteX0" fmla="*/ 571 w 3810"/>
                        <a:gd name="connsiteY0" fmla="*/ 6613 h 6654"/>
                        <a:gd name="connsiteX1" fmla="*/ 571 w 3810"/>
                        <a:gd name="connsiteY1" fmla="*/ 2803 h 6654"/>
                        <a:gd name="connsiteX2" fmla="*/ 3238 w 3810"/>
                        <a:gd name="connsiteY2" fmla="*/ 41 h 6654"/>
                        <a:gd name="connsiteX3" fmla="*/ 3238 w 3810"/>
                        <a:gd name="connsiteY3" fmla="*/ 3851 h 6654"/>
                        <a:gd name="connsiteX4" fmla="*/ 571 w 3810"/>
                        <a:gd name="connsiteY4" fmla="*/ 6613 h 6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0" h="6654">
                          <a:moveTo>
                            <a:pt x="571" y="6613"/>
                          </a:moveTo>
                          <a:cubicBezTo>
                            <a:pt x="-190" y="6328"/>
                            <a:pt x="-190" y="4613"/>
                            <a:pt x="571" y="2803"/>
                          </a:cubicBezTo>
                          <a:cubicBezTo>
                            <a:pt x="1334" y="994"/>
                            <a:pt x="2572" y="-245"/>
                            <a:pt x="3238" y="41"/>
                          </a:cubicBezTo>
                          <a:cubicBezTo>
                            <a:pt x="4001" y="327"/>
                            <a:pt x="4001" y="2041"/>
                            <a:pt x="3238" y="3851"/>
                          </a:cubicBezTo>
                          <a:cubicBezTo>
                            <a:pt x="2477" y="5661"/>
                            <a:pt x="1334" y="6899"/>
                            <a:pt x="571" y="661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19" name="Forme libre : forme 15818">
                      <a:extLst>
                        <a:ext uri="{FF2B5EF4-FFF2-40B4-BE49-F238E27FC236}">
                          <a16:creationId xmlns:a16="http://schemas.microsoft.com/office/drawing/2014/main" id="{F64CC636-23C5-45DF-B2BC-EEA270FFF5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3861" y="3992437"/>
                      <a:ext cx="43495" cy="50675"/>
                    </a:xfrm>
                    <a:custGeom>
                      <a:avLst/>
                      <a:gdLst>
                        <a:gd name="connsiteX0" fmla="*/ 16022 w 43495"/>
                        <a:gd name="connsiteY0" fmla="*/ 49020 h 50675"/>
                        <a:gd name="connsiteX1" fmla="*/ 2210 w 43495"/>
                        <a:gd name="connsiteY1" fmla="*/ 49020 h 50675"/>
                        <a:gd name="connsiteX2" fmla="*/ 400 w 43495"/>
                        <a:gd name="connsiteY2" fmla="*/ 42829 h 50675"/>
                        <a:gd name="connsiteX3" fmla="*/ 5639 w 43495"/>
                        <a:gd name="connsiteY3" fmla="*/ 36637 h 50675"/>
                        <a:gd name="connsiteX4" fmla="*/ 22594 w 43495"/>
                        <a:gd name="connsiteY4" fmla="*/ 26446 h 50675"/>
                        <a:gd name="connsiteX5" fmla="*/ 43358 w 43495"/>
                        <a:gd name="connsiteY5" fmla="*/ 1204 h 50675"/>
                        <a:gd name="connsiteX6" fmla="*/ 28785 w 43495"/>
                        <a:gd name="connsiteY6" fmla="*/ 37399 h 50675"/>
                        <a:gd name="connsiteX7" fmla="*/ 16022 w 43495"/>
                        <a:gd name="connsiteY7" fmla="*/ 49020 h 50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3495" h="50675">
                          <a:moveTo>
                            <a:pt x="16022" y="49020"/>
                          </a:moveTo>
                          <a:cubicBezTo>
                            <a:pt x="10687" y="51592"/>
                            <a:pt x="6211" y="50830"/>
                            <a:pt x="2210" y="49020"/>
                          </a:cubicBezTo>
                          <a:cubicBezTo>
                            <a:pt x="782" y="48353"/>
                            <a:pt x="-743" y="46544"/>
                            <a:pt x="400" y="42829"/>
                          </a:cubicBezTo>
                          <a:cubicBezTo>
                            <a:pt x="1448" y="39495"/>
                            <a:pt x="3829" y="37495"/>
                            <a:pt x="5639" y="36637"/>
                          </a:cubicBezTo>
                          <a:cubicBezTo>
                            <a:pt x="11259" y="33780"/>
                            <a:pt x="16688" y="33209"/>
                            <a:pt x="22594" y="26446"/>
                          </a:cubicBezTo>
                          <a:cubicBezTo>
                            <a:pt x="26213" y="22255"/>
                            <a:pt x="41739" y="-6130"/>
                            <a:pt x="43358" y="1204"/>
                          </a:cubicBezTo>
                          <a:cubicBezTo>
                            <a:pt x="44882" y="8539"/>
                            <a:pt x="33262" y="31018"/>
                            <a:pt x="28785" y="37399"/>
                          </a:cubicBezTo>
                          <a:cubicBezTo>
                            <a:pt x="24499" y="43210"/>
                            <a:pt x="20022" y="47115"/>
                            <a:pt x="16022" y="4902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82" name="Graphique 1">
                    <a:extLst>
                      <a:ext uri="{FF2B5EF4-FFF2-40B4-BE49-F238E27FC236}">
                        <a16:creationId xmlns:a16="http://schemas.microsoft.com/office/drawing/2014/main" id="{7B057B08-A70C-48CA-B67D-FD2570DD1EF0}"/>
                      </a:ext>
                    </a:extLst>
                  </p:cNvPr>
                  <p:cNvGrpSpPr/>
                  <p:nvPr/>
                </p:nvGrpSpPr>
                <p:grpSpPr>
                  <a:xfrm>
                    <a:off x="3513816" y="4048302"/>
                    <a:ext cx="82059" cy="147702"/>
                    <a:chOff x="3513816" y="4048302"/>
                    <a:chExt cx="82059" cy="147702"/>
                  </a:xfrm>
                  <a:solidFill>
                    <a:schemeClr val="accent1"/>
                  </a:solidFill>
                </p:grpSpPr>
                <p:sp>
                  <p:nvSpPr>
                    <p:cNvPr id="15796" name="Forme libre : forme 15795">
                      <a:extLst>
                        <a:ext uri="{FF2B5EF4-FFF2-40B4-BE49-F238E27FC236}">
                          <a16:creationId xmlns:a16="http://schemas.microsoft.com/office/drawing/2014/main" id="{6B7D5947-1B47-4B16-A7BF-59057E2E8C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3911" y="4048302"/>
                      <a:ext cx="81964" cy="147702"/>
                    </a:xfrm>
                    <a:custGeom>
                      <a:avLst/>
                      <a:gdLst>
                        <a:gd name="connsiteX0" fmla="*/ 6057 w 81964"/>
                        <a:gd name="connsiteY0" fmla="*/ 91168 h 147702"/>
                        <a:gd name="connsiteX1" fmla="*/ 25297 w 81964"/>
                        <a:gd name="connsiteY1" fmla="*/ 38209 h 147702"/>
                        <a:gd name="connsiteX2" fmla="*/ 60444 w 81964"/>
                        <a:gd name="connsiteY2" fmla="*/ 585 h 147702"/>
                        <a:gd name="connsiteX3" fmla="*/ 74256 w 81964"/>
                        <a:gd name="connsiteY3" fmla="*/ 6014 h 147702"/>
                        <a:gd name="connsiteX4" fmla="*/ 75017 w 81964"/>
                        <a:gd name="connsiteY4" fmla="*/ 57163 h 147702"/>
                        <a:gd name="connsiteX5" fmla="*/ 55301 w 81964"/>
                        <a:gd name="connsiteY5" fmla="*/ 109075 h 147702"/>
                        <a:gd name="connsiteX6" fmla="*/ 21392 w 81964"/>
                        <a:gd name="connsiteY6" fmla="*/ 147270 h 147702"/>
                        <a:gd name="connsiteX7" fmla="*/ 7962 w 81964"/>
                        <a:gd name="connsiteY7" fmla="*/ 142603 h 147702"/>
                        <a:gd name="connsiteX8" fmla="*/ 6057 w 81964"/>
                        <a:gd name="connsiteY8" fmla="*/ 91168 h 147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1964" h="147702">
                          <a:moveTo>
                            <a:pt x="6057" y="91168"/>
                          </a:moveTo>
                          <a:lnTo>
                            <a:pt x="25297" y="38209"/>
                          </a:lnTo>
                          <a:cubicBezTo>
                            <a:pt x="34441" y="13539"/>
                            <a:pt x="50443" y="-3416"/>
                            <a:pt x="60444" y="585"/>
                          </a:cubicBezTo>
                          <a:lnTo>
                            <a:pt x="74256" y="6014"/>
                          </a:lnTo>
                          <a:cubicBezTo>
                            <a:pt x="84257" y="10015"/>
                            <a:pt x="84542" y="32970"/>
                            <a:pt x="75017" y="57163"/>
                          </a:cubicBezTo>
                          <a:lnTo>
                            <a:pt x="55301" y="109075"/>
                          </a:lnTo>
                          <a:cubicBezTo>
                            <a:pt x="46252" y="133363"/>
                            <a:pt x="31107" y="150699"/>
                            <a:pt x="21392" y="147270"/>
                          </a:cubicBezTo>
                          <a:lnTo>
                            <a:pt x="7962" y="142603"/>
                          </a:lnTo>
                          <a:cubicBezTo>
                            <a:pt x="-1754" y="139269"/>
                            <a:pt x="-2802" y="116028"/>
                            <a:pt x="6057" y="9116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97" name="Forme libre : forme 15796">
                      <a:extLst>
                        <a:ext uri="{FF2B5EF4-FFF2-40B4-BE49-F238E27FC236}">
                          <a16:creationId xmlns:a16="http://schemas.microsoft.com/office/drawing/2014/main" id="{C0043C05-FAE3-423A-8E98-379A265451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3816" y="4048302"/>
                      <a:ext cx="66444" cy="142793"/>
                    </a:xfrm>
                    <a:custGeom>
                      <a:avLst/>
                      <a:gdLst>
                        <a:gd name="connsiteX0" fmla="*/ 38251 w 66444"/>
                        <a:gd name="connsiteY0" fmla="*/ 53830 h 142793"/>
                        <a:gd name="connsiteX1" fmla="*/ 66445 w 66444"/>
                        <a:gd name="connsiteY1" fmla="*/ 2966 h 142793"/>
                        <a:gd name="connsiteX2" fmla="*/ 60444 w 66444"/>
                        <a:gd name="connsiteY2" fmla="*/ 585 h 142793"/>
                        <a:gd name="connsiteX3" fmla="*/ 25297 w 66444"/>
                        <a:gd name="connsiteY3" fmla="*/ 38209 h 142793"/>
                        <a:gd name="connsiteX4" fmla="*/ 6056 w 66444"/>
                        <a:gd name="connsiteY4" fmla="*/ 91168 h 142793"/>
                        <a:gd name="connsiteX5" fmla="*/ 7962 w 66444"/>
                        <a:gd name="connsiteY5" fmla="*/ 142603 h 142793"/>
                        <a:gd name="connsiteX6" fmla="*/ 8438 w 66444"/>
                        <a:gd name="connsiteY6" fmla="*/ 142793 h 142793"/>
                        <a:gd name="connsiteX7" fmla="*/ 38251 w 66444"/>
                        <a:gd name="connsiteY7" fmla="*/ 53830 h 142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444" h="142793">
                          <a:moveTo>
                            <a:pt x="38251" y="53830"/>
                          </a:moveTo>
                          <a:cubicBezTo>
                            <a:pt x="43871" y="32113"/>
                            <a:pt x="55015" y="11729"/>
                            <a:pt x="66445" y="2966"/>
                          </a:cubicBezTo>
                          <a:lnTo>
                            <a:pt x="60444" y="585"/>
                          </a:lnTo>
                          <a:cubicBezTo>
                            <a:pt x="50443" y="-3416"/>
                            <a:pt x="34536" y="13539"/>
                            <a:pt x="25297" y="38209"/>
                          </a:cubicBezTo>
                          <a:lnTo>
                            <a:pt x="6056" y="91168"/>
                          </a:lnTo>
                          <a:cubicBezTo>
                            <a:pt x="-2802" y="116028"/>
                            <a:pt x="-1754" y="139269"/>
                            <a:pt x="7962" y="142603"/>
                          </a:cubicBezTo>
                          <a:lnTo>
                            <a:pt x="8438" y="142793"/>
                          </a:lnTo>
                          <a:cubicBezTo>
                            <a:pt x="17963" y="112218"/>
                            <a:pt x="30440" y="84405"/>
                            <a:pt x="38251" y="5383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98" name="Forme libre : forme 15797">
                      <a:extLst>
                        <a:ext uri="{FF2B5EF4-FFF2-40B4-BE49-F238E27FC236}">
                          <a16:creationId xmlns:a16="http://schemas.microsoft.com/office/drawing/2014/main" id="{8C7D5ABE-CED3-4D7C-8FEC-7074CD5EE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4620" y="4098783"/>
                      <a:ext cx="30383" cy="64953"/>
                    </a:xfrm>
                    <a:custGeom>
                      <a:avLst/>
                      <a:gdLst>
                        <a:gd name="connsiteX0" fmla="*/ 3254 w 30383"/>
                        <a:gd name="connsiteY0" fmla="*/ 64785 h 64953"/>
                        <a:gd name="connsiteX1" fmla="*/ 5731 w 30383"/>
                        <a:gd name="connsiteY1" fmla="*/ 28970 h 64953"/>
                        <a:gd name="connsiteX2" fmla="*/ 27162 w 30383"/>
                        <a:gd name="connsiteY2" fmla="*/ 205 h 64953"/>
                        <a:gd name="connsiteX3" fmla="*/ 24495 w 30383"/>
                        <a:gd name="connsiteY3" fmla="*/ 35924 h 64953"/>
                        <a:gd name="connsiteX4" fmla="*/ 3254 w 30383"/>
                        <a:gd name="connsiteY4" fmla="*/ 64785 h 64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83" h="64953">
                          <a:moveTo>
                            <a:pt x="3254" y="64785"/>
                          </a:moveTo>
                          <a:cubicBezTo>
                            <a:pt x="-1889" y="62975"/>
                            <a:pt x="-841" y="46877"/>
                            <a:pt x="5731" y="28970"/>
                          </a:cubicBezTo>
                          <a:cubicBezTo>
                            <a:pt x="12208" y="11064"/>
                            <a:pt x="21923" y="-1795"/>
                            <a:pt x="27162" y="205"/>
                          </a:cubicBezTo>
                          <a:cubicBezTo>
                            <a:pt x="32401" y="2205"/>
                            <a:pt x="31067" y="18112"/>
                            <a:pt x="24495" y="35924"/>
                          </a:cubicBezTo>
                          <a:cubicBezTo>
                            <a:pt x="17732" y="53640"/>
                            <a:pt x="8398" y="66594"/>
                            <a:pt x="3254" y="6478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99" name="Forme libre : forme 15798">
                      <a:extLst>
                        <a:ext uri="{FF2B5EF4-FFF2-40B4-BE49-F238E27FC236}">
                          <a16:creationId xmlns:a16="http://schemas.microsoft.com/office/drawing/2014/main" id="{23256A7A-A877-41B4-A789-90C6F6DDF1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5874" y="4098783"/>
                      <a:ext cx="28948" cy="43924"/>
                    </a:xfrm>
                    <a:custGeom>
                      <a:avLst/>
                      <a:gdLst>
                        <a:gd name="connsiteX0" fmla="*/ 28194 w 28948"/>
                        <a:gd name="connsiteY0" fmla="*/ 17255 h 43924"/>
                        <a:gd name="connsiteX1" fmla="*/ 25717 w 28948"/>
                        <a:gd name="connsiteY1" fmla="*/ 205 h 43924"/>
                        <a:gd name="connsiteX2" fmla="*/ 4286 w 28948"/>
                        <a:gd name="connsiteY2" fmla="*/ 28970 h 43924"/>
                        <a:gd name="connsiteX3" fmla="*/ 0 w 28948"/>
                        <a:gd name="connsiteY3" fmla="*/ 43925 h 43924"/>
                        <a:gd name="connsiteX4" fmla="*/ 3619 w 28948"/>
                        <a:gd name="connsiteY4" fmla="*/ 36114 h 43924"/>
                        <a:gd name="connsiteX5" fmla="*/ 28194 w 28948"/>
                        <a:gd name="connsiteY5" fmla="*/ 17255 h 43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948" h="43924">
                          <a:moveTo>
                            <a:pt x="28194" y="17255"/>
                          </a:moveTo>
                          <a:cubicBezTo>
                            <a:pt x="29718" y="8111"/>
                            <a:pt x="28956" y="1348"/>
                            <a:pt x="25717" y="205"/>
                          </a:cubicBezTo>
                          <a:cubicBezTo>
                            <a:pt x="20574" y="-1795"/>
                            <a:pt x="10858" y="11064"/>
                            <a:pt x="4286" y="28970"/>
                          </a:cubicBezTo>
                          <a:cubicBezTo>
                            <a:pt x="2381" y="34209"/>
                            <a:pt x="857" y="39258"/>
                            <a:pt x="0" y="43925"/>
                          </a:cubicBezTo>
                          <a:cubicBezTo>
                            <a:pt x="1048" y="41258"/>
                            <a:pt x="2191" y="38591"/>
                            <a:pt x="3619" y="36114"/>
                          </a:cubicBezTo>
                          <a:cubicBezTo>
                            <a:pt x="11716" y="22779"/>
                            <a:pt x="22288" y="13826"/>
                            <a:pt x="28194" y="17255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00" name="Forme libre : forme 15799">
                      <a:extLst>
                        <a:ext uri="{FF2B5EF4-FFF2-40B4-BE49-F238E27FC236}">
                          <a16:creationId xmlns:a16="http://schemas.microsoft.com/office/drawing/2014/main" id="{433A0271-236E-4A36-B711-B5E90C8DA7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1374" y="4101277"/>
                      <a:ext cx="30200" cy="65029"/>
                    </a:xfrm>
                    <a:custGeom>
                      <a:avLst/>
                      <a:gdLst>
                        <a:gd name="connsiteX0" fmla="*/ 3262 w 30200"/>
                        <a:gd name="connsiteY0" fmla="*/ 64862 h 65029"/>
                        <a:gd name="connsiteX1" fmla="*/ 5643 w 30200"/>
                        <a:gd name="connsiteY1" fmla="*/ 29048 h 65029"/>
                        <a:gd name="connsiteX2" fmla="*/ 26979 w 30200"/>
                        <a:gd name="connsiteY2" fmla="*/ 187 h 65029"/>
                        <a:gd name="connsiteX3" fmla="*/ 24312 w 30200"/>
                        <a:gd name="connsiteY3" fmla="*/ 35906 h 65029"/>
                        <a:gd name="connsiteX4" fmla="*/ 3262 w 30200"/>
                        <a:gd name="connsiteY4" fmla="*/ 64862 h 65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200" h="65029">
                          <a:moveTo>
                            <a:pt x="3262" y="64862"/>
                          </a:moveTo>
                          <a:cubicBezTo>
                            <a:pt x="-1882" y="63052"/>
                            <a:pt x="-834" y="46955"/>
                            <a:pt x="5643" y="29048"/>
                          </a:cubicBezTo>
                          <a:cubicBezTo>
                            <a:pt x="12120" y="11141"/>
                            <a:pt x="21835" y="-1718"/>
                            <a:pt x="26979" y="187"/>
                          </a:cubicBezTo>
                          <a:cubicBezTo>
                            <a:pt x="32218" y="2187"/>
                            <a:pt x="30884" y="18094"/>
                            <a:pt x="24312" y="35906"/>
                          </a:cubicBezTo>
                          <a:cubicBezTo>
                            <a:pt x="17740" y="53622"/>
                            <a:pt x="8405" y="66671"/>
                            <a:pt x="3262" y="6486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01" name="Forme libre : forme 15800">
                      <a:extLst>
                        <a:ext uri="{FF2B5EF4-FFF2-40B4-BE49-F238E27FC236}">
                          <a16:creationId xmlns:a16="http://schemas.microsoft.com/office/drawing/2014/main" id="{8DCB550B-82C9-4EA5-9231-8B49BBF63A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7948" y="4069406"/>
                      <a:ext cx="55953" cy="78574"/>
                    </a:xfrm>
                    <a:custGeom>
                      <a:avLst/>
                      <a:gdLst>
                        <a:gd name="connsiteX0" fmla="*/ 42883 w 55953"/>
                        <a:gd name="connsiteY0" fmla="*/ 1864 h 78574"/>
                        <a:gd name="connsiteX1" fmla="*/ 33263 w 55953"/>
                        <a:gd name="connsiteY1" fmla="*/ 721 h 78574"/>
                        <a:gd name="connsiteX2" fmla="*/ 11641 w 55953"/>
                        <a:gd name="connsiteY2" fmla="*/ 29677 h 78574"/>
                        <a:gd name="connsiteX3" fmla="*/ 401 w 55953"/>
                        <a:gd name="connsiteY3" fmla="*/ 64253 h 78574"/>
                        <a:gd name="connsiteX4" fmla="*/ 4878 w 55953"/>
                        <a:gd name="connsiteY4" fmla="*/ 78255 h 78574"/>
                        <a:gd name="connsiteX5" fmla="*/ 13355 w 55953"/>
                        <a:gd name="connsiteY5" fmla="*/ 68539 h 78574"/>
                        <a:gd name="connsiteX6" fmla="*/ 33834 w 55953"/>
                        <a:gd name="connsiteY6" fmla="*/ 44822 h 78574"/>
                        <a:gd name="connsiteX7" fmla="*/ 55551 w 55953"/>
                        <a:gd name="connsiteY7" fmla="*/ 16437 h 78574"/>
                        <a:gd name="connsiteX8" fmla="*/ 42883 w 55953"/>
                        <a:gd name="connsiteY8" fmla="*/ 1864 h 78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953" h="78574">
                          <a:moveTo>
                            <a:pt x="42883" y="1864"/>
                          </a:moveTo>
                          <a:cubicBezTo>
                            <a:pt x="40026" y="531"/>
                            <a:pt x="37073" y="-898"/>
                            <a:pt x="33263" y="721"/>
                          </a:cubicBezTo>
                          <a:cubicBezTo>
                            <a:pt x="26119" y="3674"/>
                            <a:pt x="17832" y="16437"/>
                            <a:pt x="11641" y="29677"/>
                          </a:cubicBezTo>
                          <a:cubicBezTo>
                            <a:pt x="6402" y="40631"/>
                            <a:pt x="1926" y="53109"/>
                            <a:pt x="401" y="64253"/>
                          </a:cubicBezTo>
                          <a:cubicBezTo>
                            <a:pt x="-741" y="72540"/>
                            <a:pt x="497" y="80255"/>
                            <a:pt x="4878" y="78255"/>
                          </a:cubicBezTo>
                          <a:cubicBezTo>
                            <a:pt x="7545" y="77016"/>
                            <a:pt x="10498" y="72540"/>
                            <a:pt x="13355" y="68539"/>
                          </a:cubicBezTo>
                          <a:cubicBezTo>
                            <a:pt x="20023" y="59109"/>
                            <a:pt x="26881" y="51013"/>
                            <a:pt x="33834" y="44822"/>
                          </a:cubicBezTo>
                          <a:cubicBezTo>
                            <a:pt x="39740" y="39488"/>
                            <a:pt x="52598" y="30725"/>
                            <a:pt x="55551" y="16437"/>
                          </a:cubicBezTo>
                          <a:cubicBezTo>
                            <a:pt x="58218" y="3483"/>
                            <a:pt x="46884" y="3674"/>
                            <a:pt x="42883" y="186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02" name="Forme libre : forme 15801">
                      <a:extLst>
                        <a:ext uri="{FF2B5EF4-FFF2-40B4-BE49-F238E27FC236}">
                          <a16:creationId xmlns:a16="http://schemas.microsoft.com/office/drawing/2014/main" id="{6FD6F926-5B77-439B-A157-59CC27559C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7097" y="4087773"/>
                      <a:ext cx="9348" cy="28340"/>
                    </a:xfrm>
                    <a:custGeom>
                      <a:avLst/>
                      <a:gdLst>
                        <a:gd name="connsiteX0" fmla="*/ 8591 w 9348"/>
                        <a:gd name="connsiteY0" fmla="*/ 2357 h 28340"/>
                        <a:gd name="connsiteX1" fmla="*/ 7163 w 9348"/>
                        <a:gd name="connsiteY1" fmla="*/ 71 h 28340"/>
                        <a:gd name="connsiteX2" fmla="*/ 4496 w 9348"/>
                        <a:gd name="connsiteY2" fmla="*/ 1880 h 28340"/>
                        <a:gd name="connsiteX3" fmla="*/ 2781 w 9348"/>
                        <a:gd name="connsiteY3" fmla="*/ 6548 h 28340"/>
                        <a:gd name="connsiteX4" fmla="*/ 400 w 9348"/>
                        <a:gd name="connsiteY4" fmla="*/ 18645 h 28340"/>
                        <a:gd name="connsiteX5" fmla="*/ 19 w 9348"/>
                        <a:gd name="connsiteY5" fmla="*/ 23217 h 28340"/>
                        <a:gd name="connsiteX6" fmla="*/ 7353 w 9348"/>
                        <a:gd name="connsiteY6" fmla="*/ 22074 h 28340"/>
                        <a:gd name="connsiteX7" fmla="*/ 8591 w 9348"/>
                        <a:gd name="connsiteY7" fmla="*/ 2357 h 28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348" h="28340">
                          <a:moveTo>
                            <a:pt x="8591" y="2357"/>
                          </a:moveTo>
                          <a:cubicBezTo>
                            <a:pt x="8306" y="1309"/>
                            <a:pt x="7925" y="261"/>
                            <a:pt x="7163" y="71"/>
                          </a:cubicBezTo>
                          <a:cubicBezTo>
                            <a:pt x="6496" y="-215"/>
                            <a:pt x="5353" y="357"/>
                            <a:pt x="4496" y="1880"/>
                          </a:cubicBezTo>
                          <a:cubicBezTo>
                            <a:pt x="3638" y="3214"/>
                            <a:pt x="3162" y="5024"/>
                            <a:pt x="2781" y="6548"/>
                          </a:cubicBezTo>
                          <a:cubicBezTo>
                            <a:pt x="1733" y="10644"/>
                            <a:pt x="971" y="14739"/>
                            <a:pt x="400" y="18645"/>
                          </a:cubicBezTo>
                          <a:cubicBezTo>
                            <a:pt x="209" y="20264"/>
                            <a:pt x="-76" y="21883"/>
                            <a:pt x="19" y="23217"/>
                          </a:cubicBezTo>
                          <a:cubicBezTo>
                            <a:pt x="305" y="28836"/>
                            <a:pt x="4400" y="31599"/>
                            <a:pt x="7353" y="22074"/>
                          </a:cubicBezTo>
                          <a:cubicBezTo>
                            <a:pt x="9639" y="14644"/>
                            <a:pt x="9830" y="6738"/>
                            <a:pt x="8591" y="235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03" name="Forme libre : forme 15802">
                      <a:extLst>
                        <a:ext uri="{FF2B5EF4-FFF2-40B4-BE49-F238E27FC236}">
                          <a16:creationId xmlns:a16="http://schemas.microsoft.com/office/drawing/2014/main" id="{76B28809-473D-4EA0-8003-9F418AF15A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7063" y="4140898"/>
                      <a:ext cx="8238" cy="46386"/>
                    </a:xfrm>
                    <a:custGeom>
                      <a:avLst/>
                      <a:gdLst>
                        <a:gd name="connsiteX0" fmla="*/ 8239 w 8238"/>
                        <a:gd name="connsiteY0" fmla="*/ 46387 h 46386"/>
                        <a:gd name="connsiteX1" fmla="*/ 3572 w 8238"/>
                        <a:gd name="connsiteY1" fmla="*/ 0 h 46386"/>
                        <a:gd name="connsiteX2" fmla="*/ 8239 w 8238"/>
                        <a:gd name="connsiteY2" fmla="*/ 46387 h 46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238" h="46386">
                          <a:moveTo>
                            <a:pt x="8239" y="46387"/>
                          </a:moveTo>
                          <a:cubicBezTo>
                            <a:pt x="8239" y="46387"/>
                            <a:pt x="-6620" y="43244"/>
                            <a:pt x="3572" y="0"/>
                          </a:cubicBezTo>
                          <a:cubicBezTo>
                            <a:pt x="3572" y="0"/>
                            <a:pt x="-3382" y="33623"/>
                            <a:pt x="8239" y="4638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04" name="Forme libre : forme 15803">
                      <a:extLst>
                        <a:ext uri="{FF2B5EF4-FFF2-40B4-BE49-F238E27FC236}">
                          <a16:creationId xmlns:a16="http://schemas.microsoft.com/office/drawing/2014/main" id="{3FBDFC7F-AC90-462C-9F63-5BACD16256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5595" y="4056316"/>
                      <a:ext cx="7298" cy="51339"/>
                    </a:xfrm>
                    <a:custGeom>
                      <a:avLst/>
                      <a:gdLst>
                        <a:gd name="connsiteX0" fmla="*/ 857 w 7298"/>
                        <a:gd name="connsiteY0" fmla="*/ 51340 h 51339"/>
                        <a:gd name="connsiteX1" fmla="*/ 0 w 7298"/>
                        <a:gd name="connsiteY1" fmla="*/ 0 h 51339"/>
                        <a:gd name="connsiteX2" fmla="*/ 857 w 7298"/>
                        <a:gd name="connsiteY2" fmla="*/ 51340 h 51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298" h="51339">
                          <a:moveTo>
                            <a:pt x="857" y="51340"/>
                          </a:moveTo>
                          <a:cubicBezTo>
                            <a:pt x="857" y="51340"/>
                            <a:pt x="15907" y="11335"/>
                            <a:pt x="0" y="0"/>
                          </a:cubicBezTo>
                          <a:cubicBezTo>
                            <a:pt x="0" y="0"/>
                            <a:pt x="12192" y="14097"/>
                            <a:pt x="857" y="513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05" name="Forme libre : forme 15804">
                      <a:extLst>
                        <a:ext uri="{FF2B5EF4-FFF2-40B4-BE49-F238E27FC236}">
                          <a16:creationId xmlns:a16="http://schemas.microsoft.com/office/drawing/2014/main" id="{613E072F-79F3-4A28-90F0-D475479470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5093" y="4127513"/>
                      <a:ext cx="12604" cy="23522"/>
                    </a:xfrm>
                    <a:custGeom>
                      <a:avLst/>
                      <a:gdLst>
                        <a:gd name="connsiteX0" fmla="*/ 306 w 12604"/>
                        <a:gd name="connsiteY0" fmla="*/ 23005 h 23522"/>
                        <a:gd name="connsiteX1" fmla="*/ 4307 w 12604"/>
                        <a:gd name="connsiteY1" fmla="*/ 8241 h 23522"/>
                        <a:gd name="connsiteX2" fmla="*/ 12308 w 12604"/>
                        <a:gd name="connsiteY2" fmla="*/ 526 h 23522"/>
                        <a:gd name="connsiteX3" fmla="*/ 8212 w 12604"/>
                        <a:gd name="connsiteY3" fmla="*/ 15194 h 23522"/>
                        <a:gd name="connsiteX4" fmla="*/ 306 w 12604"/>
                        <a:gd name="connsiteY4" fmla="*/ 23005 h 235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04" h="23522">
                          <a:moveTo>
                            <a:pt x="306" y="23005"/>
                          </a:moveTo>
                          <a:cubicBezTo>
                            <a:pt x="-741" y="21100"/>
                            <a:pt x="973" y="14432"/>
                            <a:pt x="4307" y="8241"/>
                          </a:cubicBezTo>
                          <a:cubicBezTo>
                            <a:pt x="7641" y="2050"/>
                            <a:pt x="11165" y="-1379"/>
                            <a:pt x="12308" y="526"/>
                          </a:cubicBezTo>
                          <a:cubicBezTo>
                            <a:pt x="13356" y="2431"/>
                            <a:pt x="11546" y="9003"/>
                            <a:pt x="8212" y="15194"/>
                          </a:cubicBezTo>
                          <a:cubicBezTo>
                            <a:pt x="4878" y="21385"/>
                            <a:pt x="1354" y="24910"/>
                            <a:pt x="306" y="2300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06" name="Forme libre : forme 15805">
                      <a:extLst>
                        <a:ext uri="{FF2B5EF4-FFF2-40B4-BE49-F238E27FC236}">
                          <a16:creationId xmlns:a16="http://schemas.microsoft.com/office/drawing/2014/main" id="{9D038B44-D543-4914-8E12-238BE4AFCE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4339" y="4147527"/>
                      <a:ext cx="3644" cy="6744"/>
                    </a:xfrm>
                    <a:custGeom>
                      <a:avLst/>
                      <a:gdLst>
                        <a:gd name="connsiteX0" fmla="*/ 584 w 3644"/>
                        <a:gd name="connsiteY0" fmla="*/ 6706 h 6744"/>
                        <a:gd name="connsiteX1" fmla="*/ 489 w 3644"/>
                        <a:gd name="connsiteY1" fmla="*/ 2896 h 6744"/>
                        <a:gd name="connsiteX2" fmla="*/ 3061 w 3644"/>
                        <a:gd name="connsiteY2" fmla="*/ 39 h 6744"/>
                        <a:gd name="connsiteX3" fmla="*/ 3156 w 3644"/>
                        <a:gd name="connsiteY3" fmla="*/ 3849 h 6744"/>
                        <a:gd name="connsiteX4" fmla="*/ 584 w 3644"/>
                        <a:gd name="connsiteY4" fmla="*/ 6706 h 6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4" h="6744">
                          <a:moveTo>
                            <a:pt x="584" y="6706"/>
                          </a:moveTo>
                          <a:cubicBezTo>
                            <a:pt x="-178" y="6420"/>
                            <a:pt x="-178" y="4706"/>
                            <a:pt x="489" y="2896"/>
                          </a:cubicBezTo>
                          <a:cubicBezTo>
                            <a:pt x="1155" y="1086"/>
                            <a:pt x="2298" y="-247"/>
                            <a:pt x="3061" y="39"/>
                          </a:cubicBezTo>
                          <a:cubicBezTo>
                            <a:pt x="3822" y="324"/>
                            <a:pt x="3822" y="2039"/>
                            <a:pt x="3156" y="3849"/>
                          </a:cubicBezTo>
                          <a:cubicBezTo>
                            <a:pt x="2489" y="5658"/>
                            <a:pt x="1251" y="6992"/>
                            <a:pt x="584" y="67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07" name="Forme libre : forme 15806">
                      <a:extLst>
                        <a:ext uri="{FF2B5EF4-FFF2-40B4-BE49-F238E27FC236}">
                          <a16:creationId xmlns:a16="http://schemas.microsoft.com/office/drawing/2014/main" id="{ED5CB392-66AA-42F6-BC01-BE4DE6820D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0669" y="4132214"/>
                      <a:ext cx="40882" cy="51999"/>
                    </a:xfrm>
                    <a:custGeom>
                      <a:avLst/>
                      <a:gdLst>
                        <a:gd name="connsiteX0" fmla="*/ 15587 w 40882"/>
                        <a:gd name="connsiteY0" fmla="*/ 50022 h 51999"/>
                        <a:gd name="connsiteX1" fmla="*/ 2252 w 40882"/>
                        <a:gd name="connsiteY1" fmla="*/ 50689 h 51999"/>
                        <a:gd name="connsiteX2" fmla="*/ 347 w 40882"/>
                        <a:gd name="connsiteY2" fmla="*/ 44593 h 51999"/>
                        <a:gd name="connsiteX3" fmla="*/ 5205 w 40882"/>
                        <a:gd name="connsiteY3" fmla="*/ 38116 h 51999"/>
                        <a:gd name="connsiteX4" fmla="*/ 21302 w 40882"/>
                        <a:gd name="connsiteY4" fmla="*/ 27162 h 51999"/>
                        <a:gd name="connsiteX5" fmla="*/ 40733 w 40882"/>
                        <a:gd name="connsiteY5" fmla="*/ 1159 h 51999"/>
                        <a:gd name="connsiteX6" fmla="*/ 27398 w 40882"/>
                        <a:gd name="connsiteY6" fmla="*/ 37735 h 51999"/>
                        <a:gd name="connsiteX7" fmla="*/ 15587 w 40882"/>
                        <a:gd name="connsiteY7" fmla="*/ 50022 h 51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0882" h="51999">
                          <a:moveTo>
                            <a:pt x="15587" y="50022"/>
                          </a:moveTo>
                          <a:cubicBezTo>
                            <a:pt x="10539" y="52784"/>
                            <a:pt x="6157" y="52308"/>
                            <a:pt x="2252" y="50689"/>
                          </a:cubicBezTo>
                          <a:cubicBezTo>
                            <a:pt x="823" y="50117"/>
                            <a:pt x="-701" y="48403"/>
                            <a:pt x="347" y="44593"/>
                          </a:cubicBezTo>
                          <a:cubicBezTo>
                            <a:pt x="1300" y="41164"/>
                            <a:pt x="3490" y="39164"/>
                            <a:pt x="5205" y="38116"/>
                          </a:cubicBezTo>
                          <a:cubicBezTo>
                            <a:pt x="10539" y="34973"/>
                            <a:pt x="15778" y="34211"/>
                            <a:pt x="21302" y="27162"/>
                          </a:cubicBezTo>
                          <a:cubicBezTo>
                            <a:pt x="24731" y="22781"/>
                            <a:pt x="39114" y="-6080"/>
                            <a:pt x="40733" y="1159"/>
                          </a:cubicBezTo>
                          <a:cubicBezTo>
                            <a:pt x="42257" y="8303"/>
                            <a:pt x="31685" y="31258"/>
                            <a:pt x="27398" y="37735"/>
                          </a:cubicBezTo>
                          <a:cubicBezTo>
                            <a:pt x="23683" y="43831"/>
                            <a:pt x="19493" y="47927"/>
                            <a:pt x="15587" y="5002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83" name="Graphique 1">
                    <a:extLst>
                      <a:ext uri="{FF2B5EF4-FFF2-40B4-BE49-F238E27FC236}">
                        <a16:creationId xmlns:a16="http://schemas.microsoft.com/office/drawing/2014/main" id="{69AEBD17-C5A1-4F4D-9FE0-D656F03A75CC}"/>
                      </a:ext>
                    </a:extLst>
                  </p:cNvPr>
                  <p:cNvGrpSpPr/>
                  <p:nvPr/>
                </p:nvGrpSpPr>
                <p:grpSpPr>
                  <a:xfrm>
                    <a:off x="3467081" y="4190571"/>
                    <a:ext cx="76169" cy="148726"/>
                    <a:chOff x="3467081" y="4190571"/>
                    <a:chExt cx="76169" cy="148726"/>
                  </a:xfrm>
                  <a:solidFill>
                    <a:schemeClr val="accent1"/>
                  </a:solidFill>
                </p:grpSpPr>
                <p:sp>
                  <p:nvSpPr>
                    <p:cNvPr id="15784" name="Forme libre : forme 15783">
                      <a:extLst>
                        <a:ext uri="{FF2B5EF4-FFF2-40B4-BE49-F238E27FC236}">
                          <a16:creationId xmlns:a16="http://schemas.microsoft.com/office/drawing/2014/main" id="{CFEAAEDC-6318-4E06-A093-7FD58CD6E6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7081" y="4190571"/>
                      <a:ext cx="76169" cy="148726"/>
                    </a:xfrm>
                    <a:custGeom>
                      <a:avLst/>
                      <a:gdLst>
                        <a:gd name="connsiteX0" fmla="*/ 4785 w 76169"/>
                        <a:gd name="connsiteY0" fmla="*/ 93488 h 148726"/>
                        <a:gd name="connsiteX1" fmla="*/ 21835 w 76169"/>
                        <a:gd name="connsiteY1" fmla="*/ 39671 h 148726"/>
                        <a:gd name="connsiteX2" fmla="*/ 54792 w 76169"/>
                        <a:gd name="connsiteY2" fmla="*/ 428 h 148726"/>
                        <a:gd name="connsiteX3" fmla="*/ 68222 w 76169"/>
                        <a:gd name="connsiteY3" fmla="*/ 5096 h 148726"/>
                        <a:gd name="connsiteX4" fmla="*/ 70317 w 76169"/>
                        <a:gd name="connsiteY4" fmla="*/ 55864 h 148726"/>
                        <a:gd name="connsiteX5" fmla="*/ 52887 w 76169"/>
                        <a:gd name="connsiteY5" fmla="*/ 108537 h 148726"/>
                        <a:gd name="connsiteX6" fmla="*/ 21549 w 76169"/>
                        <a:gd name="connsiteY6" fmla="*/ 148447 h 148726"/>
                        <a:gd name="connsiteX7" fmla="*/ 8405 w 76169"/>
                        <a:gd name="connsiteY7" fmla="*/ 144542 h 148726"/>
                        <a:gd name="connsiteX8" fmla="*/ 4785 w 76169"/>
                        <a:gd name="connsiteY8" fmla="*/ 93488 h 148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6169" h="148726">
                          <a:moveTo>
                            <a:pt x="4785" y="93488"/>
                          </a:moveTo>
                          <a:cubicBezTo>
                            <a:pt x="10310" y="75485"/>
                            <a:pt x="16025" y="57578"/>
                            <a:pt x="21835" y="39671"/>
                          </a:cubicBezTo>
                          <a:cubicBezTo>
                            <a:pt x="30027" y="14526"/>
                            <a:pt x="44981" y="-3000"/>
                            <a:pt x="54792" y="428"/>
                          </a:cubicBezTo>
                          <a:lnTo>
                            <a:pt x="68222" y="5096"/>
                          </a:lnTo>
                          <a:cubicBezTo>
                            <a:pt x="78033" y="8525"/>
                            <a:pt x="78795" y="31289"/>
                            <a:pt x="70317" y="55864"/>
                          </a:cubicBezTo>
                          <a:cubicBezTo>
                            <a:pt x="64412" y="73390"/>
                            <a:pt x="58506" y="90916"/>
                            <a:pt x="52887" y="108537"/>
                          </a:cubicBezTo>
                          <a:cubicBezTo>
                            <a:pt x="44981" y="133207"/>
                            <a:pt x="31074" y="151209"/>
                            <a:pt x="21549" y="148447"/>
                          </a:cubicBezTo>
                          <a:lnTo>
                            <a:pt x="8405" y="144542"/>
                          </a:lnTo>
                          <a:cubicBezTo>
                            <a:pt x="-1025" y="141875"/>
                            <a:pt x="-2930" y="118729"/>
                            <a:pt x="4785" y="9348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85" name="Forme libre : forme 15784">
                      <a:extLst>
                        <a:ext uri="{FF2B5EF4-FFF2-40B4-BE49-F238E27FC236}">
                          <a16:creationId xmlns:a16="http://schemas.microsoft.com/office/drawing/2014/main" id="{663E599E-5504-4306-AF9D-087DB41892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7081" y="4190573"/>
                      <a:ext cx="60601" cy="144730"/>
                    </a:xfrm>
                    <a:custGeom>
                      <a:avLst/>
                      <a:gdLst>
                        <a:gd name="connsiteX0" fmla="*/ 34694 w 60601"/>
                        <a:gd name="connsiteY0" fmla="*/ 54433 h 144730"/>
                        <a:gd name="connsiteX1" fmla="*/ 60602 w 60601"/>
                        <a:gd name="connsiteY1" fmla="*/ 2427 h 144730"/>
                        <a:gd name="connsiteX2" fmla="*/ 54792 w 60601"/>
                        <a:gd name="connsiteY2" fmla="*/ 427 h 144730"/>
                        <a:gd name="connsiteX3" fmla="*/ 21835 w 60601"/>
                        <a:gd name="connsiteY3" fmla="*/ 39670 h 144730"/>
                        <a:gd name="connsiteX4" fmla="*/ 4785 w 60601"/>
                        <a:gd name="connsiteY4" fmla="*/ 93486 h 144730"/>
                        <a:gd name="connsiteX5" fmla="*/ 8405 w 60601"/>
                        <a:gd name="connsiteY5" fmla="*/ 144635 h 144730"/>
                        <a:gd name="connsiteX6" fmla="*/ 8786 w 60601"/>
                        <a:gd name="connsiteY6" fmla="*/ 144730 h 144730"/>
                        <a:gd name="connsiteX7" fmla="*/ 34694 w 60601"/>
                        <a:gd name="connsiteY7" fmla="*/ 54433 h 1447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0601" h="144730">
                          <a:moveTo>
                            <a:pt x="34694" y="54433"/>
                          </a:moveTo>
                          <a:cubicBezTo>
                            <a:pt x="39456" y="32526"/>
                            <a:pt x="49743" y="11666"/>
                            <a:pt x="60602" y="2427"/>
                          </a:cubicBezTo>
                          <a:lnTo>
                            <a:pt x="54792" y="427"/>
                          </a:lnTo>
                          <a:cubicBezTo>
                            <a:pt x="45076" y="-3002"/>
                            <a:pt x="30027" y="14619"/>
                            <a:pt x="21835" y="39670"/>
                          </a:cubicBezTo>
                          <a:cubicBezTo>
                            <a:pt x="16025" y="57577"/>
                            <a:pt x="10310" y="75484"/>
                            <a:pt x="4785" y="93486"/>
                          </a:cubicBezTo>
                          <a:cubicBezTo>
                            <a:pt x="-2930" y="118727"/>
                            <a:pt x="-1025" y="141873"/>
                            <a:pt x="8405" y="144635"/>
                          </a:cubicBezTo>
                          <a:lnTo>
                            <a:pt x="8786" y="144730"/>
                          </a:lnTo>
                          <a:cubicBezTo>
                            <a:pt x="16882" y="113679"/>
                            <a:pt x="28027" y="85294"/>
                            <a:pt x="34694" y="5443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86" name="Forme libre : forme 15785">
                      <a:extLst>
                        <a:ext uri="{FF2B5EF4-FFF2-40B4-BE49-F238E27FC236}">
                          <a16:creationId xmlns:a16="http://schemas.microsoft.com/office/drawing/2014/main" id="{6BF1A15B-E471-414A-BFBD-9DA7F14FEE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6481" y="4241238"/>
                      <a:ext cx="27831" cy="65812"/>
                    </a:xfrm>
                    <a:custGeom>
                      <a:avLst/>
                      <a:gdLst>
                        <a:gd name="connsiteX0" fmla="*/ 3483 w 27831"/>
                        <a:gd name="connsiteY0" fmla="*/ 65681 h 65812"/>
                        <a:gd name="connsiteX1" fmla="*/ 4626 w 27831"/>
                        <a:gd name="connsiteY1" fmla="*/ 29962 h 65812"/>
                        <a:gd name="connsiteX2" fmla="*/ 24437 w 27831"/>
                        <a:gd name="connsiteY2" fmla="*/ 148 h 65812"/>
                        <a:gd name="connsiteX3" fmla="*/ 22914 w 27831"/>
                        <a:gd name="connsiteY3" fmla="*/ 35772 h 65812"/>
                        <a:gd name="connsiteX4" fmla="*/ 3483 w 27831"/>
                        <a:gd name="connsiteY4" fmla="*/ 65681 h 65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31" h="65812">
                          <a:moveTo>
                            <a:pt x="3483" y="65681"/>
                          </a:moveTo>
                          <a:cubicBezTo>
                            <a:pt x="-1471" y="64156"/>
                            <a:pt x="-1185" y="48059"/>
                            <a:pt x="4626" y="29962"/>
                          </a:cubicBezTo>
                          <a:cubicBezTo>
                            <a:pt x="10341" y="11769"/>
                            <a:pt x="19389" y="-1566"/>
                            <a:pt x="24437" y="148"/>
                          </a:cubicBezTo>
                          <a:cubicBezTo>
                            <a:pt x="29581" y="1863"/>
                            <a:pt x="28724" y="17770"/>
                            <a:pt x="22914" y="35772"/>
                          </a:cubicBezTo>
                          <a:cubicBezTo>
                            <a:pt x="17008" y="53774"/>
                            <a:pt x="8531" y="67300"/>
                            <a:pt x="3483" y="65681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87" name="Forme libre : forme 15786">
                      <a:extLst>
                        <a:ext uri="{FF2B5EF4-FFF2-40B4-BE49-F238E27FC236}">
                          <a16:creationId xmlns:a16="http://schemas.microsoft.com/office/drawing/2014/main" id="{80B475B6-3469-4553-815D-54325CA3F7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7392" y="4241238"/>
                      <a:ext cx="26909" cy="45011"/>
                    </a:xfrm>
                    <a:custGeom>
                      <a:avLst/>
                      <a:gdLst>
                        <a:gd name="connsiteX0" fmla="*/ 26384 w 26909"/>
                        <a:gd name="connsiteY0" fmla="*/ 17008 h 45011"/>
                        <a:gd name="connsiteX1" fmla="*/ 23527 w 26909"/>
                        <a:gd name="connsiteY1" fmla="*/ 148 h 45011"/>
                        <a:gd name="connsiteX2" fmla="*/ 3715 w 26909"/>
                        <a:gd name="connsiteY2" fmla="*/ 29962 h 45011"/>
                        <a:gd name="connsiteX3" fmla="*/ 0 w 26909"/>
                        <a:gd name="connsiteY3" fmla="*/ 45011 h 45011"/>
                        <a:gd name="connsiteX4" fmla="*/ 3239 w 26909"/>
                        <a:gd name="connsiteY4" fmla="*/ 37010 h 45011"/>
                        <a:gd name="connsiteX5" fmla="*/ 26384 w 26909"/>
                        <a:gd name="connsiteY5" fmla="*/ 17008 h 45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909" h="45011">
                          <a:moveTo>
                            <a:pt x="26384" y="17008"/>
                          </a:moveTo>
                          <a:cubicBezTo>
                            <a:pt x="27623" y="7864"/>
                            <a:pt x="26670" y="1196"/>
                            <a:pt x="23527" y="148"/>
                          </a:cubicBezTo>
                          <a:cubicBezTo>
                            <a:pt x="18479" y="-1566"/>
                            <a:pt x="9430" y="11769"/>
                            <a:pt x="3715" y="29962"/>
                          </a:cubicBezTo>
                          <a:cubicBezTo>
                            <a:pt x="2000" y="35296"/>
                            <a:pt x="762" y="40439"/>
                            <a:pt x="0" y="45011"/>
                          </a:cubicBezTo>
                          <a:cubicBezTo>
                            <a:pt x="858" y="42249"/>
                            <a:pt x="2000" y="39582"/>
                            <a:pt x="3239" y="37010"/>
                          </a:cubicBezTo>
                          <a:cubicBezTo>
                            <a:pt x="10668" y="23389"/>
                            <a:pt x="20574" y="13864"/>
                            <a:pt x="26384" y="17008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88" name="Forme libre : forme 15787">
                      <a:extLst>
                        <a:ext uri="{FF2B5EF4-FFF2-40B4-BE49-F238E27FC236}">
                          <a16:creationId xmlns:a16="http://schemas.microsoft.com/office/drawing/2014/main" id="{19583EAA-1A8C-4EE1-BC13-DEF76F1360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3433" y="4243905"/>
                      <a:ext cx="27736" cy="65893"/>
                    </a:xfrm>
                    <a:custGeom>
                      <a:avLst/>
                      <a:gdLst>
                        <a:gd name="connsiteX0" fmla="*/ 3482 w 27736"/>
                        <a:gd name="connsiteY0" fmla="*/ 65776 h 65893"/>
                        <a:gd name="connsiteX1" fmla="*/ 4625 w 27736"/>
                        <a:gd name="connsiteY1" fmla="*/ 29962 h 65893"/>
                        <a:gd name="connsiteX2" fmla="*/ 24342 w 27736"/>
                        <a:gd name="connsiteY2" fmla="*/ 148 h 65893"/>
                        <a:gd name="connsiteX3" fmla="*/ 22818 w 27736"/>
                        <a:gd name="connsiteY3" fmla="*/ 35867 h 65893"/>
                        <a:gd name="connsiteX4" fmla="*/ 3482 w 27736"/>
                        <a:gd name="connsiteY4" fmla="*/ 65776 h 65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36" h="65893">
                          <a:moveTo>
                            <a:pt x="3482" y="65776"/>
                          </a:moveTo>
                          <a:cubicBezTo>
                            <a:pt x="-1470" y="64251"/>
                            <a:pt x="-1185" y="48154"/>
                            <a:pt x="4625" y="29962"/>
                          </a:cubicBezTo>
                          <a:cubicBezTo>
                            <a:pt x="10340" y="11769"/>
                            <a:pt x="19294" y="-1566"/>
                            <a:pt x="24342" y="148"/>
                          </a:cubicBezTo>
                          <a:cubicBezTo>
                            <a:pt x="29486" y="1863"/>
                            <a:pt x="28629" y="17770"/>
                            <a:pt x="22818" y="35867"/>
                          </a:cubicBezTo>
                          <a:cubicBezTo>
                            <a:pt x="17103" y="53869"/>
                            <a:pt x="8531" y="67300"/>
                            <a:pt x="3482" y="6577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89" name="Forme libre : forme 15788">
                      <a:extLst>
                        <a:ext uri="{FF2B5EF4-FFF2-40B4-BE49-F238E27FC236}">
                          <a16:creationId xmlns:a16="http://schemas.microsoft.com/office/drawing/2014/main" id="{B5FDB09F-E386-4E6E-849E-D73248C2E2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9542" y="4211752"/>
                      <a:ext cx="52407" cy="80048"/>
                    </a:xfrm>
                    <a:custGeom>
                      <a:avLst/>
                      <a:gdLst>
                        <a:gd name="connsiteX0" fmla="*/ 39473 w 52407"/>
                        <a:gd name="connsiteY0" fmla="*/ 1536 h 80048"/>
                        <a:gd name="connsiteX1" fmla="*/ 30139 w 52407"/>
                        <a:gd name="connsiteY1" fmla="*/ 870 h 80048"/>
                        <a:gd name="connsiteX2" fmla="*/ 10041 w 52407"/>
                        <a:gd name="connsiteY2" fmla="*/ 30874 h 80048"/>
                        <a:gd name="connsiteX3" fmla="*/ 230 w 52407"/>
                        <a:gd name="connsiteY3" fmla="*/ 65926 h 80048"/>
                        <a:gd name="connsiteX4" fmla="*/ 4993 w 52407"/>
                        <a:gd name="connsiteY4" fmla="*/ 79642 h 80048"/>
                        <a:gd name="connsiteX5" fmla="*/ 12898 w 52407"/>
                        <a:gd name="connsiteY5" fmla="*/ 69450 h 80048"/>
                        <a:gd name="connsiteX6" fmla="*/ 31948 w 52407"/>
                        <a:gd name="connsiteY6" fmla="*/ 44685 h 80048"/>
                        <a:gd name="connsiteX7" fmla="*/ 52142 w 52407"/>
                        <a:gd name="connsiteY7" fmla="*/ 15348 h 80048"/>
                        <a:gd name="connsiteX8" fmla="*/ 39473 w 52407"/>
                        <a:gd name="connsiteY8" fmla="*/ 1536 h 80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407" h="80048">
                          <a:moveTo>
                            <a:pt x="39473" y="1536"/>
                          </a:moveTo>
                          <a:cubicBezTo>
                            <a:pt x="36711" y="298"/>
                            <a:pt x="33758" y="-845"/>
                            <a:pt x="30139" y="870"/>
                          </a:cubicBezTo>
                          <a:cubicBezTo>
                            <a:pt x="23376" y="4203"/>
                            <a:pt x="15661" y="17348"/>
                            <a:pt x="10041" y="30874"/>
                          </a:cubicBezTo>
                          <a:cubicBezTo>
                            <a:pt x="5279" y="42113"/>
                            <a:pt x="1373" y="54781"/>
                            <a:pt x="230" y="65926"/>
                          </a:cubicBezTo>
                          <a:cubicBezTo>
                            <a:pt x="-627" y="74212"/>
                            <a:pt x="897" y="81927"/>
                            <a:pt x="4993" y="79642"/>
                          </a:cubicBezTo>
                          <a:cubicBezTo>
                            <a:pt x="7564" y="78213"/>
                            <a:pt x="10231" y="73545"/>
                            <a:pt x="12898" y="69450"/>
                          </a:cubicBezTo>
                          <a:cubicBezTo>
                            <a:pt x="19090" y="59639"/>
                            <a:pt x="25472" y="51257"/>
                            <a:pt x="31948" y="44685"/>
                          </a:cubicBezTo>
                          <a:cubicBezTo>
                            <a:pt x="37473" y="39065"/>
                            <a:pt x="49570" y="29635"/>
                            <a:pt x="52142" y="15348"/>
                          </a:cubicBezTo>
                          <a:cubicBezTo>
                            <a:pt x="54237" y="2394"/>
                            <a:pt x="43379" y="3251"/>
                            <a:pt x="39473" y="153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90" name="Forme libre : forme 15789">
                      <a:extLst>
                        <a:ext uri="{FF2B5EF4-FFF2-40B4-BE49-F238E27FC236}">
                          <a16:creationId xmlns:a16="http://schemas.microsoft.com/office/drawing/2014/main" id="{44E96590-4B92-41C3-9363-F8C720A18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6501" y="4229636"/>
                      <a:ext cx="8643" cy="28425"/>
                    </a:xfrm>
                    <a:custGeom>
                      <a:avLst/>
                      <a:gdLst>
                        <a:gd name="connsiteX0" fmla="*/ 7753 w 8643"/>
                        <a:gd name="connsiteY0" fmla="*/ 2226 h 28425"/>
                        <a:gd name="connsiteX1" fmla="*/ 6324 w 8643"/>
                        <a:gd name="connsiteY1" fmla="*/ 35 h 28425"/>
                        <a:gd name="connsiteX2" fmla="*/ 3752 w 8643"/>
                        <a:gd name="connsiteY2" fmla="*/ 1940 h 28425"/>
                        <a:gd name="connsiteX3" fmla="*/ 2228 w 8643"/>
                        <a:gd name="connsiteY3" fmla="*/ 6703 h 28425"/>
                        <a:gd name="connsiteX4" fmla="*/ 228 w 8643"/>
                        <a:gd name="connsiteY4" fmla="*/ 18895 h 28425"/>
                        <a:gd name="connsiteX5" fmla="*/ 37 w 8643"/>
                        <a:gd name="connsiteY5" fmla="*/ 23467 h 28425"/>
                        <a:gd name="connsiteX6" fmla="*/ 7086 w 8643"/>
                        <a:gd name="connsiteY6" fmla="*/ 21943 h 28425"/>
                        <a:gd name="connsiteX7" fmla="*/ 7753 w 8643"/>
                        <a:gd name="connsiteY7" fmla="*/ 2226 h 28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643" h="28425">
                          <a:moveTo>
                            <a:pt x="7753" y="2226"/>
                          </a:moveTo>
                          <a:cubicBezTo>
                            <a:pt x="7467" y="1178"/>
                            <a:pt x="6990" y="226"/>
                            <a:pt x="6324" y="35"/>
                          </a:cubicBezTo>
                          <a:cubicBezTo>
                            <a:pt x="5657" y="-155"/>
                            <a:pt x="4609" y="416"/>
                            <a:pt x="3752" y="1940"/>
                          </a:cubicBezTo>
                          <a:cubicBezTo>
                            <a:pt x="2990" y="3369"/>
                            <a:pt x="2609" y="5084"/>
                            <a:pt x="2228" y="6703"/>
                          </a:cubicBezTo>
                          <a:cubicBezTo>
                            <a:pt x="1371" y="10894"/>
                            <a:pt x="704" y="14990"/>
                            <a:pt x="228" y="18895"/>
                          </a:cubicBezTo>
                          <a:cubicBezTo>
                            <a:pt x="37" y="20514"/>
                            <a:pt x="-58" y="22133"/>
                            <a:pt x="37" y="23467"/>
                          </a:cubicBezTo>
                          <a:cubicBezTo>
                            <a:pt x="418" y="29086"/>
                            <a:pt x="4514" y="31563"/>
                            <a:pt x="7086" y="21943"/>
                          </a:cubicBezTo>
                          <a:cubicBezTo>
                            <a:pt x="9086" y="14418"/>
                            <a:pt x="8991" y="6512"/>
                            <a:pt x="7753" y="222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91" name="Forme libre : forme 15790">
                      <a:extLst>
                        <a:ext uri="{FF2B5EF4-FFF2-40B4-BE49-F238E27FC236}">
                          <a16:creationId xmlns:a16="http://schemas.microsoft.com/office/drawing/2014/main" id="{79E5F156-44E0-4F1D-90EC-FBDEA92EC9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9972" y="4285392"/>
                      <a:ext cx="8752" cy="45910"/>
                    </a:xfrm>
                    <a:custGeom>
                      <a:avLst/>
                      <a:gdLst>
                        <a:gd name="connsiteX0" fmla="*/ 8752 w 8752"/>
                        <a:gd name="connsiteY0" fmla="*/ 45911 h 45910"/>
                        <a:gd name="connsiteX1" fmla="*/ 2561 w 8752"/>
                        <a:gd name="connsiteY1" fmla="*/ 0 h 45910"/>
                        <a:gd name="connsiteX2" fmla="*/ 8752 w 8752"/>
                        <a:gd name="connsiteY2" fmla="*/ 45911 h 4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752" h="45910">
                          <a:moveTo>
                            <a:pt x="8752" y="45911"/>
                          </a:moveTo>
                          <a:cubicBezTo>
                            <a:pt x="8752" y="45911"/>
                            <a:pt x="-5726" y="43624"/>
                            <a:pt x="2561" y="0"/>
                          </a:cubicBezTo>
                          <a:cubicBezTo>
                            <a:pt x="2656" y="0"/>
                            <a:pt x="-2964" y="33909"/>
                            <a:pt x="8752" y="459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92" name="Forme libre : forme 15791">
                      <a:extLst>
                        <a:ext uri="{FF2B5EF4-FFF2-40B4-BE49-F238E27FC236}">
                          <a16:creationId xmlns:a16="http://schemas.microsoft.com/office/drawing/2014/main" id="{0D89AEDA-3E27-4A49-9A6E-B35E353DD6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2921" y="4197762"/>
                      <a:ext cx="7450" cy="50958"/>
                    </a:xfrm>
                    <a:custGeom>
                      <a:avLst/>
                      <a:gdLst>
                        <a:gd name="connsiteX0" fmla="*/ 2191 w 7450"/>
                        <a:gd name="connsiteY0" fmla="*/ 50959 h 50958"/>
                        <a:gd name="connsiteX1" fmla="*/ 6858 w 7450"/>
                        <a:gd name="connsiteY1" fmla="*/ 29432 h 50958"/>
                        <a:gd name="connsiteX2" fmla="*/ 0 w 7450"/>
                        <a:gd name="connsiteY2" fmla="*/ 0 h 50958"/>
                        <a:gd name="connsiteX3" fmla="*/ 2191 w 7450"/>
                        <a:gd name="connsiteY3" fmla="*/ 50959 h 50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450" h="50958">
                          <a:moveTo>
                            <a:pt x="2191" y="50959"/>
                          </a:moveTo>
                          <a:cubicBezTo>
                            <a:pt x="2191" y="50959"/>
                            <a:pt x="5525" y="40862"/>
                            <a:pt x="6858" y="29432"/>
                          </a:cubicBezTo>
                          <a:cubicBezTo>
                            <a:pt x="8192" y="18002"/>
                            <a:pt x="7811" y="5239"/>
                            <a:pt x="0" y="0"/>
                          </a:cubicBezTo>
                          <a:cubicBezTo>
                            <a:pt x="0" y="0"/>
                            <a:pt x="12002" y="13430"/>
                            <a:pt x="2191" y="509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93" name="Forme libre : forme 15792">
                      <a:extLst>
                        <a:ext uri="{FF2B5EF4-FFF2-40B4-BE49-F238E27FC236}">
                          <a16:creationId xmlns:a16="http://schemas.microsoft.com/office/drawing/2014/main" id="{8789165A-0E89-4544-ABE5-1AE6EFF7D3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6442" y="4270025"/>
                      <a:ext cx="11606" cy="23963"/>
                    </a:xfrm>
                    <a:custGeom>
                      <a:avLst/>
                      <a:gdLst>
                        <a:gd name="connsiteX0" fmla="*/ 380 w 11606"/>
                        <a:gd name="connsiteY0" fmla="*/ 23463 h 23963"/>
                        <a:gd name="connsiteX1" fmla="*/ 3808 w 11606"/>
                        <a:gd name="connsiteY1" fmla="*/ 8604 h 23963"/>
                        <a:gd name="connsiteX2" fmla="*/ 11238 w 11606"/>
                        <a:gd name="connsiteY2" fmla="*/ 508 h 23963"/>
                        <a:gd name="connsiteX3" fmla="*/ 7809 w 11606"/>
                        <a:gd name="connsiteY3" fmla="*/ 15367 h 23963"/>
                        <a:gd name="connsiteX4" fmla="*/ 380 w 11606"/>
                        <a:gd name="connsiteY4" fmla="*/ 23463 h 23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06" h="23963">
                          <a:moveTo>
                            <a:pt x="380" y="23463"/>
                          </a:moveTo>
                          <a:cubicBezTo>
                            <a:pt x="-763" y="21558"/>
                            <a:pt x="760" y="14890"/>
                            <a:pt x="3808" y="8604"/>
                          </a:cubicBezTo>
                          <a:cubicBezTo>
                            <a:pt x="6856" y="2222"/>
                            <a:pt x="10190" y="-1397"/>
                            <a:pt x="11238" y="508"/>
                          </a:cubicBezTo>
                          <a:cubicBezTo>
                            <a:pt x="12381" y="2413"/>
                            <a:pt x="10762" y="8985"/>
                            <a:pt x="7809" y="15367"/>
                          </a:cubicBezTo>
                          <a:cubicBezTo>
                            <a:pt x="4666" y="21653"/>
                            <a:pt x="1427" y="25368"/>
                            <a:pt x="380" y="2346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94" name="Forme libre : forme 15793">
                      <a:extLst>
                        <a:ext uri="{FF2B5EF4-FFF2-40B4-BE49-F238E27FC236}">
                          <a16:creationId xmlns:a16="http://schemas.microsoft.com/office/drawing/2014/main" id="{68A3121A-D382-4964-9158-31088BFD03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5788" y="4290497"/>
                      <a:ext cx="3401" cy="6819"/>
                    </a:xfrm>
                    <a:custGeom>
                      <a:avLst/>
                      <a:gdLst>
                        <a:gd name="connsiteX0" fmla="*/ 653 w 3401"/>
                        <a:gd name="connsiteY0" fmla="*/ 6801 h 6819"/>
                        <a:gd name="connsiteX1" fmla="*/ 367 w 3401"/>
                        <a:gd name="connsiteY1" fmla="*/ 2991 h 6819"/>
                        <a:gd name="connsiteX2" fmla="*/ 2749 w 3401"/>
                        <a:gd name="connsiteY2" fmla="*/ 39 h 6819"/>
                        <a:gd name="connsiteX3" fmla="*/ 3034 w 3401"/>
                        <a:gd name="connsiteY3" fmla="*/ 3849 h 6819"/>
                        <a:gd name="connsiteX4" fmla="*/ 653 w 3401"/>
                        <a:gd name="connsiteY4" fmla="*/ 6801 h 6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1" h="6819">
                          <a:moveTo>
                            <a:pt x="653" y="6801"/>
                          </a:moveTo>
                          <a:cubicBezTo>
                            <a:pt x="-109" y="6611"/>
                            <a:pt x="-204" y="4896"/>
                            <a:pt x="367" y="2991"/>
                          </a:cubicBezTo>
                          <a:cubicBezTo>
                            <a:pt x="939" y="1086"/>
                            <a:pt x="1987" y="-247"/>
                            <a:pt x="2749" y="39"/>
                          </a:cubicBezTo>
                          <a:cubicBezTo>
                            <a:pt x="3510" y="229"/>
                            <a:pt x="3606" y="1943"/>
                            <a:pt x="3034" y="3849"/>
                          </a:cubicBezTo>
                          <a:cubicBezTo>
                            <a:pt x="2463" y="5658"/>
                            <a:pt x="1415" y="6992"/>
                            <a:pt x="653" y="68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95" name="Forme libre : forme 15794">
                      <a:extLst>
                        <a:ext uri="{FF2B5EF4-FFF2-40B4-BE49-F238E27FC236}">
                          <a16:creationId xmlns:a16="http://schemas.microsoft.com/office/drawing/2014/main" id="{B01F8425-A95F-4D47-8ADD-CE8FB342C6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3704" y="4274020"/>
                      <a:ext cx="37991" cy="53517"/>
                    </a:xfrm>
                    <a:custGeom>
                      <a:avLst/>
                      <a:gdLst>
                        <a:gd name="connsiteX0" fmla="*/ 15118 w 37991"/>
                        <a:gd name="connsiteY0" fmla="*/ 51091 h 53517"/>
                        <a:gd name="connsiteX1" fmla="*/ 2259 w 37991"/>
                        <a:gd name="connsiteY1" fmla="*/ 52520 h 53517"/>
                        <a:gd name="connsiteX2" fmla="*/ 259 w 37991"/>
                        <a:gd name="connsiteY2" fmla="*/ 46614 h 53517"/>
                        <a:gd name="connsiteX3" fmla="*/ 4736 w 37991"/>
                        <a:gd name="connsiteY3" fmla="*/ 39852 h 53517"/>
                        <a:gd name="connsiteX4" fmla="*/ 19880 w 37991"/>
                        <a:gd name="connsiteY4" fmla="*/ 28041 h 53517"/>
                        <a:gd name="connsiteX5" fmla="*/ 37787 w 37991"/>
                        <a:gd name="connsiteY5" fmla="*/ 1085 h 53517"/>
                        <a:gd name="connsiteX6" fmla="*/ 26167 w 37991"/>
                        <a:gd name="connsiteY6" fmla="*/ 38232 h 53517"/>
                        <a:gd name="connsiteX7" fmla="*/ 15118 w 37991"/>
                        <a:gd name="connsiteY7" fmla="*/ 51091 h 53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7991" h="53517">
                          <a:moveTo>
                            <a:pt x="15118" y="51091"/>
                          </a:moveTo>
                          <a:cubicBezTo>
                            <a:pt x="10355" y="54139"/>
                            <a:pt x="6069" y="53949"/>
                            <a:pt x="2259" y="52520"/>
                          </a:cubicBezTo>
                          <a:cubicBezTo>
                            <a:pt x="830" y="52044"/>
                            <a:pt x="-598" y="50424"/>
                            <a:pt x="259" y="46614"/>
                          </a:cubicBezTo>
                          <a:cubicBezTo>
                            <a:pt x="1021" y="43185"/>
                            <a:pt x="3116" y="40995"/>
                            <a:pt x="4736" y="39852"/>
                          </a:cubicBezTo>
                          <a:cubicBezTo>
                            <a:pt x="9784" y="36423"/>
                            <a:pt x="14832" y="35375"/>
                            <a:pt x="19880" y="28041"/>
                          </a:cubicBezTo>
                          <a:cubicBezTo>
                            <a:pt x="22928" y="23469"/>
                            <a:pt x="35978" y="-5964"/>
                            <a:pt x="37787" y="1085"/>
                          </a:cubicBezTo>
                          <a:cubicBezTo>
                            <a:pt x="39502" y="8133"/>
                            <a:pt x="29977" y="31470"/>
                            <a:pt x="26167" y="38232"/>
                          </a:cubicBezTo>
                          <a:cubicBezTo>
                            <a:pt x="22643" y="44424"/>
                            <a:pt x="18737" y="48710"/>
                            <a:pt x="15118" y="5109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84" name="Graphique 1">
                    <a:extLst>
                      <a:ext uri="{FF2B5EF4-FFF2-40B4-BE49-F238E27FC236}">
                        <a16:creationId xmlns:a16="http://schemas.microsoft.com/office/drawing/2014/main" id="{38FB8BA3-12B1-49ED-93A5-93EA8D04300B}"/>
                      </a:ext>
                    </a:extLst>
                  </p:cNvPr>
                  <p:cNvGrpSpPr/>
                  <p:nvPr/>
                </p:nvGrpSpPr>
                <p:grpSpPr>
                  <a:xfrm>
                    <a:off x="3428084" y="4334821"/>
                    <a:ext cx="69136" cy="150087"/>
                    <a:chOff x="3428084" y="4334821"/>
                    <a:chExt cx="69136" cy="150087"/>
                  </a:xfrm>
                  <a:solidFill>
                    <a:schemeClr val="accent1"/>
                  </a:solidFill>
                </p:grpSpPr>
                <p:sp>
                  <p:nvSpPr>
                    <p:cNvPr id="15772" name="Forme libre : forme 15771">
                      <a:extLst>
                        <a:ext uri="{FF2B5EF4-FFF2-40B4-BE49-F238E27FC236}">
                          <a16:creationId xmlns:a16="http://schemas.microsoft.com/office/drawing/2014/main" id="{59AA871A-E5C6-484E-B7B5-A0673EDF36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8184" y="4334838"/>
                      <a:ext cx="69036" cy="150070"/>
                    </a:xfrm>
                    <a:custGeom>
                      <a:avLst/>
                      <a:gdLst>
                        <a:gd name="connsiteX0" fmla="*/ 3201 w 69036"/>
                        <a:gd name="connsiteY0" fmla="*/ 96382 h 150070"/>
                        <a:gd name="connsiteX1" fmla="*/ 17203 w 69036"/>
                        <a:gd name="connsiteY1" fmla="*/ 41518 h 150070"/>
                        <a:gd name="connsiteX2" fmla="*/ 47397 w 69036"/>
                        <a:gd name="connsiteY2" fmla="*/ 275 h 150070"/>
                        <a:gd name="connsiteX3" fmla="*/ 60542 w 69036"/>
                        <a:gd name="connsiteY3" fmla="*/ 4180 h 150070"/>
                        <a:gd name="connsiteX4" fmla="*/ 64733 w 69036"/>
                        <a:gd name="connsiteY4" fmla="*/ 54567 h 150070"/>
                        <a:gd name="connsiteX5" fmla="*/ 50445 w 69036"/>
                        <a:gd name="connsiteY5" fmla="*/ 108002 h 150070"/>
                        <a:gd name="connsiteX6" fmla="*/ 22537 w 69036"/>
                        <a:gd name="connsiteY6" fmla="*/ 149912 h 150070"/>
                        <a:gd name="connsiteX7" fmla="*/ 9583 w 69036"/>
                        <a:gd name="connsiteY7" fmla="*/ 147055 h 150070"/>
                        <a:gd name="connsiteX8" fmla="*/ 3201 w 69036"/>
                        <a:gd name="connsiteY8" fmla="*/ 96382 h 150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9036" h="150070">
                          <a:moveTo>
                            <a:pt x="3201" y="96382"/>
                          </a:moveTo>
                          <a:cubicBezTo>
                            <a:pt x="7678" y="77999"/>
                            <a:pt x="12250" y="59711"/>
                            <a:pt x="17203" y="41518"/>
                          </a:cubicBezTo>
                          <a:cubicBezTo>
                            <a:pt x="23966" y="15895"/>
                            <a:pt x="37872" y="-2488"/>
                            <a:pt x="47397" y="275"/>
                          </a:cubicBezTo>
                          <a:lnTo>
                            <a:pt x="60542" y="4180"/>
                          </a:lnTo>
                          <a:cubicBezTo>
                            <a:pt x="70162" y="7037"/>
                            <a:pt x="71686" y="29612"/>
                            <a:pt x="64733" y="54567"/>
                          </a:cubicBezTo>
                          <a:cubicBezTo>
                            <a:pt x="59780" y="72379"/>
                            <a:pt x="55017" y="90191"/>
                            <a:pt x="50445" y="108002"/>
                          </a:cubicBezTo>
                          <a:cubicBezTo>
                            <a:pt x="44063" y="133053"/>
                            <a:pt x="31871" y="152008"/>
                            <a:pt x="22537" y="149912"/>
                          </a:cubicBezTo>
                          <a:lnTo>
                            <a:pt x="9583" y="147055"/>
                          </a:lnTo>
                          <a:cubicBezTo>
                            <a:pt x="153" y="145054"/>
                            <a:pt x="-2990" y="122195"/>
                            <a:pt x="3201" y="9638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73" name="Forme libre : forme 15772">
                      <a:extLst>
                        <a:ext uri="{FF2B5EF4-FFF2-40B4-BE49-F238E27FC236}">
                          <a16:creationId xmlns:a16="http://schemas.microsoft.com/office/drawing/2014/main" id="{4A2E8F3F-E583-40E1-9853-E428755F0F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8084" y="4334821"/>
                      <a:ext cx="53116" cy="147262"/>
                    </a:xfrm>
                    <a:custGeom>
                      <a:avLst/>
                      <a:gdLst>
                        <a:gd name="connsiteX0" fmla="*/ 30256 w 53116"/>
                        <a:gd name="connsiteY0" fmla="*/ 55441 h 147262"/>
                        <a:gd name="connsiteX1" fmla="*/ 53116 w 53116"/>
                        <a:gd name="connsiteY1" fmla="*/ 2006 h 147262"/>
                        <a:gd name="connsiteX2" fmla="*/ 47401 w 53116"/>
                        <a:gd name="connsiteY2" fmla="*/ 291 h 147262"/>
                        <a:gd name="connsiteX3" fmla="*/ 17207 w 53116"/>
                        <a:gd name="connsiteY3" fmla="*/ 41535 h 147262"/>
                        <a:gd name="connsiteX4" fmla="*/ 3205 w 53116"/>
                        <a:gd name="connsiteY4" fmla="*/ 96399 h 147262"/>
                        <a:gd name="connsiteX5" fmla="*/ 9492 w 53116"/>
                        <a:gd name="connsiteY5" fmla="*/ 147167 h 147262"/>
                        <a:gd name="connsiteX6" fmla="*/ 9873 w 53116"/>
                        <a:gd name="connsiteY6" fmla="*/ 147262 h 147262"/>
                        <a:gd name="connsiteX7" fmla="*/ 30256 w 53116"/>
                        <a:gd name="connsiteY7" fmla="*/ 55441 h 147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3116" h="147262">
                          <a:moveTo>
                            <a:pt x="30256" y="55441"/>
                          </a:moveTo>
                          <a:cubicBezTo>
                            <a:pt x="33876" y="33343"/>
                            <a:pt x="42924" y="11912"/>
                            <a:pt x="53116" y="2006"/>
                          </a:cubicBezTo>
                          <a:lnTo>
                            <a:pt x="47401" y="291"/>
                          </a:lnTo>
                          <a:cubicBezTo>
                            <a:pt x="37971" y="-2566"/>
                            <a:pt x="24065" y="15912"/>
                            <a:pt x="17207" y="41535"/>
                          </a:cubicBezTo>
                          <a:cubicBezTo>
                            <a:pt x="12349" y="59727"/>
                            <a:pt x="7682" y="78016"/>
                            <a:pt x="3205" y="96399"/>
                          </a:cubicBezTo>
                          <a:cubicBezTo>
                            <a:pt x="-2986" y="122211"/>
                            <a:pt x="157" y="145167"/>
                            <a:pt x="9492" y="147167"/>
                          </a:cubicBezTo>
                          <a:lnTo>
                            <a:pt x="9873" y="147262"/>
                          </a:lnTo>
                          <a:cubicBezTo>
                            <a:pt x="15969" y="115734"/>
                            <a:pt x="25113" y="86588"/>
                            <a:pt x="30256" y="55441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74" name="Forme libre : forme 15773">
                      <a:extLst>
                        <a:ext uri="{FF2B5EF4-FFF2-40B4-BE49-F238E27FC236}">
                          <a16:creationId xmlns:a16="http://schemas.microsoft.com/office/drawing/2014/main" id="{AFB496E6-807B-479A-866B-38C5E1848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6051" y="4385971"/>
                      <a:ext cx="24696" cy="66841"/>
                    </a:xfrm>
                    <a:custGeom>
                      <a:avLst/>
                      <a:gdLst>
                        <a:gd name="connsiteX0" fmla="*/ 4004 w 24696"/>
                        <a:gd name="connsiteY0" fmla="*/ 66776 h 66841"/>
                        <a:gd name="connsiteX1" fmla="*/ 3241 w 24696"/>
                        <a:gd name="connsiteY1" fmla="*/ 31057 h 66841"/>
                        <a:gd name="connsiteX2" fmla="*/ 20958 w 24696"/>
                        <a:gd name="connsiteY2" fmla="*/ 101 h 66841"/>
                        <a:gd name="connsiteX3" fmla="*/ 21148 w 24696"/>
                        <a:gd name="connsiteY3" fmla="*/ 35629 h 66841"/>
                        <a:gd name="connsiteX4" fmla="*/ 4004 w 24696"/>
                        <a:gd name="connsiteY4" fmla="*/ 66776 h 668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696" h="66841">
                          <a:moveTo>
                            <a:pt x="4004" y="66776"/>
                          </a:moveTo>
                          <a:cubicBezTo>
                            <a:pt x="-949" y="65633"/>
                            <a:pt x="-1426" y="49631"/>
                            <a:pt x="3241" y="31057"/>
                          </a:cubicBezTo>
                          <a:cubicBezTo>
                            <a:pt x="8004" y="12579"/>
                            <a:pt x="16005" y="-1328"/>
                            <a:pt x="20958" y="101"/>
                          </a:cubicBezTo>
                          <a:cubicBezTo>
                            <a:pt x="25911" y="1434"/>
                            <a:pt x="25911" y="17341"/>
                            <a:pt x="21148" y="35629"/>
                          </a:cubicBezTo>
                          <a:cubicBezTo>
                            <a:pt x="16481" y="54013"/>
                            <a:pt x="8861" y="67919"/>
                            <a:pt x="4004" y="6677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75" name="Forme libre : forme 15774">
                      <a:extLst>
                        <a:ext uri="{FF2B5EF4-FFF2-40B4-BE49-F238E27FC236}">
                          <a16:creationId xmlns:a16="http://schemas.microsoft.com/office/drawing/2014/main" id="{AB3BF114-9B51-4C8F-84FE-D7B8D1A7B1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6530" y="4385983"/>
                      <a:ext cx="24222" cy="46380"/>
                    </a:xfrm>
                    <a:custGeom>
                      <a:avLst/>
                      <a:gdLst>
                        <a:gd name="connsiteX0" fmla="*/ 24003 w 24222"/>
                        <a:gd name="connsiteY0" fmla="*/ 16662 h 46380"/>
                        <a:gd name="connsiteX1" fmla="*/ 20479 w 24222"/>
                        <a:gd name="connsiteY1" fmla="*/ 89 h 46380"/>
                        <a:gd name="connsiteX2" fmla="*/ 2762 w 24222"/>
                        <a:gd name="connsiteY2" fmla="*/ 31045 h 46380"/>
                        <a:gd name="connsiteX3" fmla="*/ 0 w 24222"/>
                        <a:gd name="connsiteY3" fmla="*/ 46380 h 46380"/>
                        <a:gd name="connsiteX4" fmla="*/ 2667 w 24222"/>
                        <a:gd name="connsiteY4" fmla="*/ 38189 h 46380"/>
                        <a:gd name="connsiteX5" fmla="*/ 24003 w 24222"/>
                        <a:gd name="connsiteY5" fmla="*/ 16662 h 46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222" h="46380">
                          <a:moveTo>
                            <a:pt x="24003" y="16662"/>
                          </a:moveTo>
                          <a:cubicBezTo>
                            <a:pt x="24765" y="7423"/>
                            <a:pt x="23527" y="851"/>
                            <a:pt x="20479" y="89"/>
                          </a:cubicBezTo>
                          <a:cubicBezTo>
                            <a:pt x="15526" y="-1245"/>
                            <a:pt x="7525" y="12567"/>
                            <a:pt x="2762" y="31045"/>
                          </a:cubicBezTo>
                          <a:cubicBezTo>
                            <a:pt x="1429" y="36474"/>
                            <a:pt x="476" y="41713"/>
                            <a:pt x="0" y="46380"/>
                          </a:cubicBezTo>
                          <a:cubicBezTo>
                            <a:pt x="762" y="43618"/>
                            <a:pt x="1619" y="40856"/>
                            <a:pt x="2667" y="38189"/>
                          </a:cubicBezTo>
                          <a:cubicBezTo>
                            <a:pt x="9049" y="24092"/>
                            <a:pt x="18383" y="13995"/>
                            <a:pt x="24003" y="16662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76" name="Forme libre : forme 15775">
                      <a:extLst>
                        <a:ext uri="{FF2B5EF4-FFF2-40B4-BE49-F238E27FC236}">
                          <a16:creationId xmlns:a16="http://schemas.microsoft.com/office/drawing/2014/main" id="{A0BCC1BD-1B30-43DC-8739-CE9BA89D16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3321" y="4388840"/>
                      <a:ext cx="24616" cy="66924"/>
                    </a:xfrm>
                    <a:custGeom>
                      <a:avLst/>
                      <a:gdLst>
                        <a:gd name="connsiteX0" fmla="*/ 3970 w 24616"/>
                        <a:gd name="connsiteY0" fmla="*/ 66859 h 66924"/>
                        <a:gd name="connsiteX1" fmla="*/ 3209 w 24616"/>
                        <a:gd name="connsiteY1" fmla="*/ 31141 h 66924"/>
                        <a:gd name="connsiteX2" fmla="*/ 20830 w 24616"/>
                        <a:gd name="connsiteY2" fmla="*/ 89 h 66924"/>
                        <a:gd name="connsiteX3" fmla="*/ 21116 w 24616"/>
                        <a:gd name="connsiteY3" fmla="*/ 35712 h 66924"/>
                        <a:gd name="connsiteX4" fmla="*/ 3970 w 24616"/>
                        <a:gd name="connsiteY4" fmla="*/ 66859 h 66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616" h="66924">
                          <a:moveTo>
                            <a:pt x="3970" y="66859"/>
                          </a:moveTo>
                          <a:cubicBezTo>
                            <a:pt x="-887" y="65716"/>
                            <a:pt x="-1459" y="49619"/>
                            <a:pt x="3209" y="31141"/>
                          </a:cubicBezTo>
                          <a:cubicBezTo>
                            <a:pt x="7876" y="12567"/>
                            <a:pt x="15877" y="-1244"/>
                            <a:pt x="20830" y="89"/>
                          </a:cubicBezTo>
                          <a:cubicBezTo>
                            <a:pt x="25878" y="1423"/>
                            <a:pt x="25783" y="17329"/>
                            <a:pt x="21116" y="35712"/>
                          </a:cubicBezTo>
                          <a:cubicBezTo>
                            <a:pt x="16353" y="54000"/>
                            <a:pt x="8924" y="68002"/>
                            <a:pt x="3970" y="6685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77" name="Forme libre : forme 15776">
                      <a:extLst>
                        <a:ext uri="{FF2B5EF4-FFF2-40B4-BE49-F238E27FC236}">
                          <a16:creationId xmlns:a16="http://schemas.microsoft.com/office/drawing/2014/main" id="{9055E844-CC52-4E97-AFD6-5D54FD7BD5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8667" y="4356404"/>
                      <a:ext cx="47845" cy="81710"/>
                    </a:xfrm>
                    <a:custGeom>
                      <a:avLst/>
                      <a:gdLst>
                        <a:gd name="connsiteX0" fmla="*/ 35009 w 47845"/>
                        <a:gd name="connsiteY0" fmla="*/ 1188 h 81710"/>
                        <a:gd name="connsiteX1" fmla="*/ 25960 w 47845"/>
                        <a:gd name="connsiteY1" fmla="*/ 1093 h 81710"/>
                        <a:gd name="connsiteX2" fmla="*/ 7862 w 47845"/>
                        <a:gd name="connsiteY2" fmla="*/ 32240 h 81710"/>
                        <a:gd name="connsiteX3" fmla="*/ 52 w 47845"/>
                        <a:gd name="connsiteY3" fmla="*/ 67863 h 81710"/>
                        <a:gd name="connsiteX4" fmla="*/ 5291 w 47845"/>
                        <a:gd name="connsiteY4" fmla="*/ 81198 h 81710"/>
                        <a:gd name="connsiteX5" fmla="*/ 12434 w 47845"/>
                        <a:gd name="connsiteY5" fmla="*/ 70530 h 81710"/>
                        <a:gd name="connsiteX6" fmla="*/ 29579 w 47845"/>
                        <a:gd name="connsiteY6" fmla="*/ 44622 h 81710"/>
                        <a:gd name="connsiteX7" fmla="*/ 47677 w 47845"/>
                        <a:gd name="connsiteY7" fmla="*/ 14142 h 81710"/>
                        <a:gd name="connsiteX8" fmla="*/ 35009 w 47845"/>
                        <a:gd name="connsiteY8" fmla="*/ 1188 h 81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7845" h="81710">
                          <a:moveTo>
                            <a:pt x="35009" y="1188"/>
                          </a:moveTo>
                          <a:cubicBezTo>
                            <a:pt x="32246" y="140"/>
                            <a:pt x="29389" y="-812"/>
                            <a:pt x="25960" y="1093"/>
                          </a:cubicBezTo>
                          <a:cubicBezTo>
                            <a:pt x="19483" y="4807"/>
                            <a:pt x="12720" y="18428"/>
                            <a:pt x="7862" y="32240"/>
                          </a:cubicBezTo>
                          <a:cubicBezTo>
                            <a:pt x="3862" y="43765"/>
                            <a:pt x="528" y="56623"/>
                            <a:pt x="52" y="67863"/>
                          </a:cubicBezTo>
                          <a:cubicBezTo>
                            <a:pt x="-329" y="76245"/>
                            <a:pt x="1385" y="83770"/>
                            <a:pt x="5291" y="81198"/>
                          </a:cubicBezTo>
                          <a:cubicBezTo>
                            <a:pt x="7672" y="79674"/>
                            <a:pt x="10148" y="74816"/>
                            <a:pt x="12434" y="70530"/>
                          </a:cubicBezTo>
                          <a:cubicBezTo>
                            <a:pt x="17768" y="60338"/>
                            <a:pt x="23674" y="51575"/>
                            <a:pt x="29579" y="44622"/>
                          </a:cubicBezTo>
                          <a:cubicBezTo>
                            <a:pt x="34532" y="38716"/>
                            <a:pt x="45962" y="28525"/>
                            <a:pt x="47677" y="14142"/>
                          </a:cubicBezTo>
                          <a:cubicBezTo>
                            <a:pt x="49296" y="1093"/>
                            <a:pt x="38819" y="2617"/>
                            <a:pt x="35009" y="118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78" name="Forme libre : forme 15777">
                      <a:extLst>
                        <a:ext uri="{FF2B5EF4-FFF2-40B4-BE49-F238E27FC236}">
                          <a16:creationId xmlns:a16="http://schemas.microsoft.com/office/drawing/2014/main" id="{27FB9B4D-8CA8-4046-B536-85C3213BC6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2899" y="4373562"/>
                      <a:ext cx="7851" cy="28499"/>
                    </a:xfrm>
                    <a:custGeom>
                      <a:avLst/>
                      <a:gdLst>
                        <a:gd name="connsiteX0" fmla="*/ 6587 w 7851"/>
                        <a:gd name="connsiteY0" fmla="*/ 2127 h 28499"/>
                        <a:gd name="connsiteX1" fmla="*/ 5158 w 7851"/>
                        <a:gd name="connsiteY1" fmla="*/ 32 h 28499"/>
                        <a:gd name="connsiteX2" fmla="*/ 2777 w 7851"/>
                        <a:gd name="connsiteY2" fmla="*/ 2127 h 28499"/>
                        <a:gd name="connsiteX3" fmla="*/ 1539 w 7851"/>
                        <a:gd name="connsiteY3" fmla="*/ 6985 h 28499"/>
                        <a:gd name="connsiteX4" fmla="*/ 110 w 7851"/>
                        <a:gd name="connsiteY4" fmla="*/ 19177 h 28499"/>
                        <a:gd name="connsiteX5" fmla="*/ 110 w 7851"/>
                        <a:gd name="connsiteY5" fmla="*/ 23749 h 28499"/>
                        <a:gd name="connsiteX6" fmla="*/ 6873 w 7851"/>
                        <a:gd name="connsiteY6" fmla="*/ 21749 h 28499"/>
                        <a:gd name="connsiteX7" fmla="*/ 6587 w 7851"/>
                        <a:gd name="connsiteY7" fmla="*/ 2127 h 28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851" h="28499">
                          <a:moveTo>
                            <a:pt x="6587" y="2127"/>
                          </a:moveTo>
                          <a:cubicBezTo>
                            <a:pt x="6206" y="1079"/>
                            <a:pt x="5825" y="222"/>
                            <a:pt x="5158" y="32"/>
                          </a:cubicBezTo>
                          <a:cubicBezTo>
                            <a:pt x="4492" y="-159"/>
                            <a:pt x="3539" y="508"/>
                            <a:pt x="2777" y="2127"/>
                          </a:cubicBezTo>
                          <a:cubicBezTo>
                            <a:pt x="2110" y="3556"/>
                            <a:pt x="1729" y="5366"/>
                            <a:pt x="1539" y="6985"/>
                          </a:cubicBezTo>
                          <a:cubicBezTo>
                            <a:pt x="872" y="11176"/>
                            <a:pt x="396" y="15271"/>
                            <a:pt x="110" y="19177"/>
                          </a:cubicBezTo>
                          <a:cubicBezTo>
                            <a:pt x="15" y="20796"/>
                            <a:pt x="-81" y="22415"/>
                            <a:pt x="110" y="23749"/>
                          </a:cubicBezTo>
                          <a:cubicBezTo>
                            <a:pt x="777" y="29273"/>
                            <a:pt x="4777" y="31559"/>
                            <a:pt x="6873" y="21749"/>
                          </a:cubicBezTo>
                          <a:cubicBezTo>
                            <a:pt x="8397" y="14224"/>
                            <a:pt x="8016" y="6318"/>
                            <a:pt x="6587" y="212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79" name="Forme libre : forme 15778">
                      <a:extLst>
                        <a:ext uri="{FF2B5EF4-FFF2-40B4-BE49-F238E27FC236}">
                          <a16:creationId xmlns:a16="http://schemas.microsoft.com/office/drawing/2014/main" id="{61618873-8EFF-4F00-9586-3C52823FDF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0743" y="4432553"/>
                      <a:ext cx="9881" cy="45339"/>
                    </a:xfrm>
                    <a:custGeom>
                      <a:avLst/>
                      <a:gdLst>
                        <a:gd name="connsiteX0" fmla="*/ 9881 w 9881"/>
                        <a:gd name="connsiteY0" fmla="*/ 45339 h 45339"/>
                        <a:gd name="connsiteX1" fmla="*/ 3500 w 9881"/>
                        <a:gd name="connsiteY1" fmla="*/ 39243 h 45339"/>
                        <a:gd name="connsiteX2" fmla="*/ 1404 w 9881"/>
                        <a:gd name="connsiteY2" fmla="*/ 0 h 45339"/>
                        <a:gd name="connsiteX3" fmla="*/ 9881 w 9881"/>
                        <a:gd name="connsiteY3" fmla="*/ 45339 h 45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81" h="45339">
                          <a:moveTo>
                            <a:pt x="9881" y="45339"/>
                          </a:moveTo>
                          <a:cubicBezTo>
                            <a:pt x="9881" y="45339"/>
                            <a:pt x="6357" y="45054"/>
                            <a:pt x="3500" y="39243"/>
                          </a:cubicBezTo>
                          <a:cubicBezTo>
                            <a:pt x="642" y="33433"/>
                            <a:pt x="-1549" y="22098"/>
                            <a:pt x="1404" y="0"/>
                          </a:cubicBezTo>
                          <a:cubicBezTo>
                            <a:pt x="1404" y="-95"/>
                            <a:pt x="-2215" y="34195"/>
                            <a:pt x="9881" y="453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80" name="Forme libre : forme 15779">
                      <a:extLst>
                        <a:ext uri="{FF2B5EF4-FFF2-40B4-BE49-F238E27FC236}">
                          <a16:creationId xmlns:a16="http://schemas.microsoft.com/office/drawing/2014/main" id="{9BA81C82-4379-48AE-8164-FD38E022D7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6535" y="4341304"/>
                      <a:ext cx="8105" cy="50482"/>
                    </a:xfrm>
                    <a:custGeom>
                      <a:avLst/>
                      <a:gdLst>
                        <a:gd name="connsiteX0" fmla="*/ 4191 w 8105"/>
                        <a:gd name="connsiteY0" fmla="*/ 50482 h 50482"/>
                        <a:gd name="connsiteX1" fmla="*/ 7811 w 8105"/>
                        <a:gd name="connsiteY1" fmla="*/ 28765 h 50482"/>
                        <a:gd name="connsiteX2" fmla="*/ 0 w 8105"/>
                        <a:gd name="connsiteY2" fmla="*/ 0 h 50482"/>
                        <a:gd name="connsiteX3" fmla="*/ 5048 w 8105"/>
                        <a:gd name="connsiteY3" fmla="*/ 11049 h 50482"/>
                        <a:gd name="connsiteX4" fmla="*/ 4191 w 8105"/>
                        <a:gd name="connsiteY4" fmla="*/ 50482 h 50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05" h="50482">
                          <a:moveTo>
                            <a:pt x="4191" y="50482"/>
                          </a:moveTo>
                          <a:cubicBezTo>
                            <a:pt x="4191" y="50482"/>
                            <a:pt x="6953" y="40196"/>
                            <a:pt x="7811" y="28765"/>
                          </a:cubicBezTo>
                          <a:cubicBezTo>
                            <a:pt x="8763" y="17336"/>
                            <a:pt x="7715" y="4667"/>
                            <a:pt x="0" y="0"/>
                          </a:cubicBezTo>
                          <a:cubicBezTo>
                            <a:pt x="0" y="0"/>
                            <a:pt x="3048" y="3143"/>
                            <a:pt x="5048" y="11049"/>
                          </a:cubicBezTo>
                          <a:cubicBezTo>
                            <a:pt x="7049" y="18955"/>
                            <a:pt x="8001" y="31528"/>
                            <a:pt x="4191" y="504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81" name="Forme libre : forme 15780">
                      <a:extLst>
                        <a:ext uri="{FF2B5EF4-FFF2-40B4-BE49-F238E27FC236}">
                          <a16:creationId xmlns:a16="http://schemas.microsoft.com/office/drawing/2014/main" id="{6996C994-BCC6-4352-9685-55040DE5B5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5421" y="4414863"/>
                      <a:ext cx="10220" cy="24482"/>
                    </a:xfrm>
                    <a:custGeom>
                      <a:avLst/>
                      <a:gdLst>
                        <a:gd name="connsiteX0" fmla="*/ 443 w 10220"/>
                        <a:gd name="connsiteY0" fmla="*/ 24072 h 24482"/>
                        <a:gd name="connsiteX1" fmla="*/ 3015 w 10220"/>
                        <a:gd name="connsiteY1" fmla="*/ 9023 h 24482"/>
                        <a:gd name="connsiteX2" fmla="*/ 9778 w 10220"/>
                        <a:gd name="connsiteY2" fmla="*/ 450 h 24482"/>
                        <a:gd name="connsiteX3" fmla="*/ 7206 w 10220"/>
                        <a:gd name="connsiteY3" fmla="*/ 15499 h 24482"/>
                        <a:gd name="connsiteX4" fmla="*/ 443 w 10220"/>
                        <a:gd name="connsiteY4" fmla="*/ 24072 h 24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20" h="24482">
                          <a:moveTo>
                            <a:pt x="443" y="24072"/>
                          </a:moveTo>
                          <a:cubicBezTo>
                            <a:pt x="-700" y="22262"/>
                            <a:pt x="443" y="15595"/>
                            <a:pt x="3015" y="9023"/>
                          </a:cubicBezTo>
                          <a:cubicBezTo>
                            <a:pt x="5587" y="2450"/>
                            <a:pt x="8635" y="-1360"/>
                            <a:pt x="9778" y="450"/>
                          </a:cubicBezTo>
                          <a:cubicBezTo>
                            <a:pt x="10921" y="2260"/>
                            <a:pt x="9778" y="8927"/>
                            <a:pt x="7206" y="15499"/>
                          </a:cubicBezTo>
                          <a:cubicBezTo>
                            <a:pt x="4634" y="21976"/>
                            <a:pt x="1586" y="25786"/>
                            <a:pt x="443" y="2407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82" name="Forme libre : forme 15781">
                      <a:extLst>
                        <a:ext uri="{FF2B5EF4-FFF2-40B4-BE49-F238E27FC236}">
                          <a16:creationId xmlns:a16="http://schemas.microsoft.com/office/drawing/2014/main" id="{1C92DA58-D153-4745-9E21-30151D8D08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5056" y="4435680"/>
                      <a:ext cx="3072" cy="6987"/>
                    </a:xfrm>
                    <a:custGeom>
                      <a:avLst/>
                      <a:gdLst>
                        <a:gd name="connsiteX0" fmla="*/ 713 w 3072"/>
                        <a:gd name="connsiteY0" fmla="*/ 6970 h 6987"/>
                        <a:gd name="connsiteX1" fmla="*/ 236 w 3072"/>
                        <a:gd name="connsiteY1" fmla="*/ 3160 h 6987"/>
                        <a:gd name="connsiteX2" fmla="*/ 2427 w 3072"/>
                        <a:gd name="connsiteY2" fmla="*/ 17 h 6987"/>
                        <a:gd name="connsiteX3" fmla="*/ 2808 w 3072"/>
                        <a:gd name="connsiteY3" fmla="*/ 3827 h 6987"/>
                        <a:gd name="connsiteX4" fmla="*/ 713 w 3072"/>
                        <a:gd name="connsiteY4" fmla="*/ 6970 h 6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72" h="6987">
                          <a:moveTo>
                            <a:pt x="713" y="6970"/>
                          </a:moveTo>
                          <a:cubicBezTo>
                            <a:pt x="46" y="6780"/>
                            <a:pt x="-240" y="5065"/>
                            <a:pt x="236" y="3160"/>
                          </a:cubicBezTo>
                          <a:cubicBezTo>
                            <a:pt x="713" y="1255"/>
                            <a:pt x="1665" y="-173"/>
                            <a:pt x="2427" y="17"/>
                          </a:cubicBezTo>
                          <a:cubicBezTo>
                            <a:pt x="3094" y="207"/>
                            <a:pt x="3284" y="1922"/>
                            <a:pt x="2808" y="3827"/>
                          </a:cubicBezTo>
                          <a:cubicBezTo>
                            <a:pt x="2332" y="5732"/>
                            <a:pt x="1379" y="7161"/>
                            <a:pt x="713" y="697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83" name="Forme libre : forme 15782">
                      <a:extLst>
                        <a:ext uri="{FF2B5EF4-FFF2-40B4-BE49-F238E27FC236}">
                          <a16:creationId xmlns:a16="http://schemas.microsoft.com/office/drawing/2014/main" id="{57B9B0C9-DCEE-49A6-881D-96F23FD021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4749" y="4417898"/>
                      <a:ext cx="34412" cy="55315"/>
                    </a:xfrm>
                    <a:custGeom>
                      <a:avLst/>
                      <a:gdLst>
                        <a:gd name="connsiteX0" fmla="*/ 14735 w 34412"/>
                        <a:gd name="connsiteY0" fmla="*/ 52279 h 55315"/>
                        <a:gd name="connsiteX1" fmla="*/ 2447 w 34412"/>
                        <a:gd name="connsiteY1" fmla="*/ 54660 h 55315"/>
                        <a:gd name="connsiteX2" fmla="*/ 161 w 34412"/>
                        <a:gd name="connsiteY2" fmla="*/ 48945 h 55315"/>
                        <a:gd name="connsiteX3" fmla="*/ 4162 w 34412"/>
                        <a:gd name="connsiteY3" fmla="*/ 41897 h 55315"/>
                        <a:gd name="connsiteX4" fmla="*/ 18164 w 34412"/>
                        <a:gd name="connsiteY4" fmla="*/ 29038 h 55315"/>
                        <a:gd name="connsiteX5" fmla="*/ 34070 w 34412"/>
                        <a:gd name="connsiteY5" fmla="*/ 1035 h 55315"/>
                        <a:gd name="connsiteX6" fmla="*/ 24831 w 34412"/>
                        <a:gd name="connsiteY6" fmla="*/ 38754 h 55315"/>
                        <a:gd name="connsiteX7" fmla="*/ 14735 w 34412"/>
                        <a:gd name="connsiteY7" fmla="*/ 52279 h 55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4412" h="55315">
                          <a:moveTo>
                            <a:pt x="14735" y="52279"/>
                          </a:moveTo>
                          <a:cubicBezTo>
                            <a:pt x="10353" y="55708"/>
                            <a:pt x="6258" y="55803"/>
                            <a:pt x="2447" y="54660"/>
                          </a:cubicBezTo>
                          <a:cubicBezTo>
                            <a:pt x="1019" y="54279"/>
                            <a:pt x="-505" y="52755"/>
                            <a:pt x="161" y="48945"/>
                          </a:cubicBezTo>
                          <a:cubicBezTo>
                            <a:pt x="733" y="45517"/>
                            <a:pt x="2638" y="43135"/>
                            <a:pt x="4162" y="41897"/>
                          </a:cubicBezTo>
                          <a:cubicBezTo>
                            <a:pt x="8829" y="38182"/>
                            <a:pt x="13592" y="36658"/>
                            <a:pt x="18164" y="29038"/>
                          </a:cubicBezTo>
                          <a:cubicBezTo>
                            <a:pt x="20926" y="24276"/>
                            <a:pt x="31975" y="-5918"/>
                            <a:pt x="34070" y="1035"/>
                          </a:cubicBezTo>
                          <a:cubicBezTo>
                            <a:pt x="36166" y="7893"/>
                            <a:pt x="28070" y="31705"/>
                            <a:pt x="24831" y="38754"/>
                          </a:cubicBezTo>
                          <a:cubicBezTo>
                            <a:pt x="21688" y="45135"/>
                            <a:pt x="18068" y="49708"/>
                            <a:pt x="14735" y="5227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85" name="Graphique 1">
                    <a:extLst>
                      <a:ext uri="{FF2B5EF4-FFF2-40B4-BE49-F238E27FC236}">
                        <a16:creationId xmlns:a16="http://schemas.microsoft.com/office/drawing/2014/main" id="{4ACECD1F-4C4C-4B84-B953-31CC54FE6187}"/>
                      </a:ext>
                    </a:extLst>
                  </p:cNvPr>
                  <p:cNvGrpSpPr/>
                  <p:nvPr/>
                </p:nvGrpSpPr>
                <p:grpSpPr>
                  <a:xfrm>
                    <a:off x="3400700" y="4481834"/>
                    <a:ext cx="59688" cy="151253"/>
                    <a:chOff x="3400700" y="4481834"/>
                    <a:chExt cx="59688" cy="151253"/>
                  </a:xfrm>
                  <a:solidFill>
                    <a:schemeClr val="accent1"/>
                  </a:solidFill>
                </p:grpSpPr>
                <p:sp>
                  <p:nvSpPr>
                    <p:cNvPr id="15760" name="Forme libre : forme 15759">
                      <a:extLst>
                        <a:ext uri="{FF2B5EF4-FFF2-40B4-BE49-F238E27FC236}">
                          <a16:creationId xmlns:a16="http://schemas.microsoft.com/office/drawing/2014/main" id="{0E0184A2-5117-4217-8947-FDB7F8BB0C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0811" y="4481834"/>
                      <a:ext cx="59578" cy="151253"/>
                    </a:xfrm>
                    <a:custGeom>
                      <a:avLst/>
                      <a:gdLst>
                        <a:gd name="connsiteX0" fmla="*/ 1237 w 59578"/>
                        <a:gd name="connsiteY0" fmla="*/ 99881 h 151253"/>
                        <a:gd name="connsiteX1" fmla="*/ 10476 w 59578"/>
                        <a:gd name="connsiteY1" fmla="*/ 43779 h 151253"/>
                        <a:gd name="connsiteX2" fmla="*/ 36956 w 59578"/>
                        <a:gd name="connsiteY2" fmla="*/ 154 h 151253"/>
                        <a:gd name="connsiteX3" fmla="*/ 49910 w 59578"/>
                        <a:gd name="connsiteY3" fmla="*/ 3012 h 151253"/>
                        <a:gd name="connsiteX4" fmla="*/ 57244 w 59578"/>
                        <a:gd name="connsiteY4" fmla="*/ 52637 h 151253"/>
                        <a:gd name="connsiteX5" fmla="*/ 47719 w 59578"/>
                        <a:gd name="connsiteY5" fmla="*/ 106834 h 151253"/>
                        <a:gd name="connsiteX6" fmla="*/ 24859 w 59578"/>
                        <a:gd name="connsiteY6" fmla="*/ 151221 h 151253"/>
                        <a:gd name="connsiteX7" fmla="*/ 12191 w 59578"/>
                        <a:gd name="connsiteY7" fmla="*/ 149887 h 151253"/>
                        <a:gd name="connsiteX8" fmla="*/ 1904 w 59578"/>
                        <a:gd name="connsiteY8" fmla="*/ 134457 h 151253"/>
                        <a:gd name="connsiteX9" fmla="*/ 1237 w 59578"/>
                        <a:gd name="connsiteY9" fmla="*/ 99881 h 151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578" h="151253">
                          <a:moveTo>
                            <a:pt x="1237" y="99881"/>
                          </a:moveTo>
                          <a:cubicBezTo>
                            <a:pt x="3999" y="81117"/>
                            <a:pt x="7048" y="62352"/>
                            <a:pt x="10476" y="43779"/>
                          </a:cubicBezTo>
                          <a:cubicBezTo>
                            <a:pt x="15239" y="17585"/>
                            <a:pt x="27526" y="-1941"/>
                            <a:pt x="36956" y="154"/>
                          </a:cubicBezTo>
                          <a:lnTo>
                            <a:pt x="49910" y="3012"/>
                          </a:lnTo>
                          <a:cubicBezTo>
                            <a:pt x="59244" y="5107"/>
                            <a:pt x="62102" y="27396"/>
                            <a:pt x="57244" y="52637"/>
                          </a:cubicBezTo>
                          <a:cubicBezTo>
                            <a:pt x="53625" y="70639"/>
                            <a:pt x="50482" y="88737"/>
                            <a:pt x="47719" y="106834"/>
                          </a:cubicBezTo>
                          <a:cubicBezTo>
                            <a:pt x="43719" y="132171"/>
                            <a:pt x="34003" y="152173"/>
                            <a:pt x="24859" y="151221"/>
                          </a:cubicBezTo>
                          <a:lnTo>
                            <a:pt x="12191" y="149887"/>
                          </a:lnTo>
                          <a:cubicBezTo>
                            <a:pt x="7619" y="149411"/>
                            <a:pt x="3999" y="143601"/>
                            <a:pt x="1904" y="134457"/>
                          </a:cubicBezTo>
                          <a:cubicBezTo>
                            <a:pt x="-192" y="125408"/>
                            <a:pt x="-763" y="113025"/>
                            <a:pt x="1237" y="99881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61" name="Forme libre : forme 15760">
                      <a:extLst>
                        <a:ext uri="{FF2B5EF4-FFF2-40B4-BE49-F238E27FC236}">
                          <a16:creationId xmlns:a16="http://schemas.microsoft.com/office/drawing/2014/main" id="{2527C090-19A5-49BB-AECB-26DB48D9C6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0700" y="4481834"/>
                      <a:ext cx="42591" cy="149887"/>
                    </a:xfrm>
                    <a:custGeom>
                      <a:avLst/>
                      <a:gdLst>
                        <a:gd name="connsiteX0" fmla="*/ 24113 w 42591"/>
                        <a:gd name="connsiteY0" fmla="*/ 56447 h 149887"/>
                        <a:gd name="connsiteX1" fmla="*/ 42591 w 42591"/>
                        <a:gd name="connsiteY1" fmla="*/ 1392 h 149887"/>
                        <a:gd name="connsiteX2" fmla="*/ 36971 w 42591"/>
                        <a:gd name="connsiteY2" fmla="*/ 154 h 149887"/>
                        <a:gd name="connsiteX3" fmla="*/ 10492 w 42591"/>
                        <a:gd name="connsiteY3" fmla="*/ 43779 h 149887"/>
                        <a:gd name="connsiteX4" fmla="*/ 1252 w 42591"/>
                        <a:gd name="connsiteY4" fmla="*/ 99881 h 149887"/>
                        <a:gd name="connsiteX5" fmla="*/ 1729 w 42591"/>
                        <a:gd name="connsiteY5" fmla="*/ 134457 h 149887"/>
                        <a:gd name="connsiteX6" fmla="*/ 12016 w 42591"/>
                        <a:gd name="connsiteY6" fmla="*/ 149887 h 149887"/>
                        <a:gd name="connsiteX7" fmla="*/ 12397 w 42591"/>
                        <a:gd name="connsiteY7" fmla="*/ 149887 h 149887"/>
                        <a:gd name="connsiteX8" fmla="*/ 18112 w 42591"/>
                        <a:gd name="connsiteY8" fmla="*/ 102929 h 149887"/>
                        <a:gd name="connsiteX9" fmla="*/ 24113 w 42591"/>
                        <a:gd name="connsiteY9" fmla="*/ 56447 h 149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2591" h="149887">
                          <a:moveTo>
                            <a:pt x="24113" y="56447"/>
                          </a:moveTo>
                          <a:cubicBezTo>
                            <a:pt x="26113" y="34063"/>
                            <a:pt x="33352" y="11965"/>
                            <a:pt x="42591" y="1392"/>
                          </a:cubicBezTo>
                          <a:lnTo>
                            <a:pt x="36971" y="154"/>
                          </a:lnTo>
                          <a:cubicBezTo>
                            <a:pt x="27637" y="-1941"/>
                            <a:pt x="15349" y="17585"/>
                            <a:pt x="10492" y="43779"/>
                          </a:cubicBezTo>
                          <a:cubicBezTo>
                            <a:pt x="6967" y="62352"/>
                            <a:pt x="3920" y="81117"/>
                            <a:pt x="1252" y="99881"/>
                          </a:cubicBezTo>
                          <a:cubicBezTo>
                            <a:pt x="-748" y="113025"/>
                            <a:pt x="-176" y="125408"/>
                            <a:pt x="1729" y="134457"/>
                          </a:cubicBezTo>
                          <a:cubicBezTo>
                            <a:pt x="3824" y="143505"/>
                            <a:pt x="7444" y="149411"/>
                            <a:pt x="12016" y="149887"/>
                          </a:cubicBezTo>
                          <a:lnTo>
                            <a:pt x="12397" y="149887"/>
                          </a:lnTo>
                          <a:cubicBezTo>
                            <a:pt x="13635" y="133885"/>
                            <a:pt x="15921" y="118359"/>
                            <a:pt x="18112" y="102929"/>
                          </a:cubicBezTo>
                          <a:cubicBezTo>
                            <a:pt x="20493" y="87498"/>
                            <a:pt x="22779" y="72163"/>
                            <a:pt x="24113" y="5644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62" name="Forme libre : forme 15761">
                      <a:extLst>
                        <a:ext uri="{FF2B5EF4-FFF2-40B4-BE49-F238E27FC236}">
                          <a16:creationId xmlns:a16="http://schemas.microsoft.com/office/drawing/2014/main" id="{ADAAA75F-B717-4770-92E1-BE7AE7021D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6695" y="4533284"/>
                      <a:ext cx="20739" cy="68068"/>
                    </a:xfrm>
                    <a:custGeom>
                      <a:avLst/>
                      <a:gdLst>
                        <a:gd name="connsiteX0" fmla="*/ 5165 w 20739"/>
                        <a:gd name="connsiteY0" fmla="*/ 68053 h 68068"/>
                        <a:gd name="connsiteX1" fmla="*/ 1450 w 20739"/>
                        <a:gd name="connsiteY1" fmla="*/ 32524 h 68068"/>
                        <a:gd name="connsiteX2" fmla="*/ 16214 w 20739"/>
                        <a:gd name="connsiteY2" fmla="*/ 44 h 68068"/>
                        <a:gd name="connsiteX3" fmla="*/ 18976 w 20739"/>
                        <a:gd name="connsiteY3" fmla="*/ 35382 h 68068"/>
                        <a:gd name="connsiteX4" fmla="*/ 5165 w 20739"/>
                        <a:gd name="connsiteY4" fmla="*/ 68053 h 680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739" h="68068">
                          <a:moveTo>
                            <a:pt x="5165" y="68053"/>
                          </a:moveTo>
                          <a:cubicBezTo>
                            <a:pt x="212" y="67386"/>
                            <a:pt x="-1503" y="51479"/>
                            <a:pt x="1450" y="32524"/>
                          </a:cubicBezTo>
                          <a:cubicBezTo>
                            <a:pt x="4593" y="13665"/>
                            <a:pt x="11261" y="-908"/>
                            <a:pt x="16214" y="44"/>
                          </a:cubicBezTo>
                          <a:cubicBezTo>
                            <a:pt x="20976" y="997"/>
                            <a:pt x="22119" y="16808"/>
                            <a:pt x="18976" y="35382"/>
                          </a:cubicBezTo>
                          <a:cubicBezTo>
                            <a:pt x="15928" y="54051"/>
                            <a:pt x="9927" y="68624"/>
                            <a:pt x="5165" y="68053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63" name="Forme libre : forme 15762">
                      <a:extLst>
                        <a:ext uri="{FF2B5EF4-FFF2-40B4-BE49-F238E27FC236}">
                          <a16:creationId xmlns:a16="http://schemas.microsoft.com/office/drawing/2014/main" id="{D7697469-FF59-47C6-8D24-5885DB1F17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6717" y="4533284"/>
                      <a:ext cx="20764" cy="48050"/>
                    </a:xfrm>
                    <a:custGeom>
                      <a:avLst/>
                      <a:gdLst>
                        <a:gd name="connsiteX0" fmla="*/ 20764 w 20764"/>
                        <a:gd name="connsiteY0" fmla="*/ 16237 h 48050"/>
                        <a:gd name="connsiteX1" fmla="*/ 16192 w 20764"/>
                        <a:gd name="connsiteY1" fmla="*/ 44 h 48050"/>
                        <a:gd name="connsiteX2" fmla="*/ 1429 w 20764"/>
                        <a:gd name="connsiteY2" fmla="*/ 32525 h 48050"/>
                        <a:gd name="connsiteX3" fmla="*/ 0 w 20764"/>
                        <a:gd name="connsiteY3" fmla="*/ 48051 h 48050"/>
                        <a:gd name="connsiteX4" fmla="*/ 1905 w 20764"/>
                        <a:gd name="connsiteY4" fmla="*/ 39668 h 48050"/>
                        <a:gd name="connsiteX5" fmla="*/ 20764 w 20764"/>
                        <a:gd name="connsiteY5" fmla="*/ 16237 h 48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764" h="48050">
                          <a:moveTo>
                            <a:pt x="20764" y="16237"/>
                          </a:moveTo>
                          <a:cubicBezTo>
                            <a:pt x="20669" y="6998"/>
                            <a:pt x="19240" y="616"/>
                            <a:pt x="16192" y="44"/>
                          </a:cubicBezTo>
                          <a:cubicBezTo>
                            <a:pt x="11239" y="-908"/>
                            <a:pt x="4572" y="13570"/>
                            <a:pt x="1429" y="32525"/>
                          </a:cubicBezTo>
                          <a:cubicBezTo>
                            <a:pt x="571" y="38049"/>
                            <a:pt x="95" y="43383"/>
                            <a:pt x="0" y="48051"/>
                          </a:cubicBezTo>
                          <a:cubicBezTo>
                            <a:pt x="476" y="45193"/>
                            <a:pt x="1048" y="42335"/>
                            <a:pt x="1905" y="39668"/>
                          </a:cubicBezTo>
                          <a:cubicBezTo>
                            <a:pt x="6858" y="24905"/>
                            <a:pt x="15049" y="14046"/>
                            <a:pt x="20764" y="16237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64" name="Forme libre : forme 15763">
                      <a:extLst>
                        <a:ext uri="{FF2B5EF4-FFF2-40B4-BE49-F238E27FC236}">
                          <a16:creationId xmlns:a16="http://schemas.microsoft.com/office/drawing/2014/main" id="{22AE3D39-469F-4BA6-B779-06982AAA8A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4264" y="4536332"/>
                      <a:ext cx="20712" cy="68169"/>
                    </a:xfrm>
                    <a:custGeom>
                      <a:avLst/>
                      <a:gdLst>
                        <a:gd name="connsiteX0" fmla="*/ 5215 w 20712"/>
                        <a:gd name="connsiteY0" fmla="*/ 68148 h 68169"/>
                        <a:gd name="connsiteX1" fmla="*/ 1405 w 20712"/>
                        <a:gd name="connsiteY1" fmla="*/ 32619 h 68169"/>
                        <a:gd name="connsiteX2" fmla="*/ 16074 w 20712"/>
                        <a:gd name="connsiteY2" fmla="*/ 44 h 68169"/>
                        <a:gd name="connsiteX3" fmla="*/ 19026 w 20712"/>
                        <a:gd name="connsiteY3" fmla="*/ 35382 h 68169"/>
                        <a:gd name="connsiteX4" fmla="*/ 5215 w 20712"/>
                        <a:gd name="connsiteY4" fmla="*/ 68148 h 68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712" h="68169">
                          <a:moveTo>
                            <a:pt x="5215" y="68148"/>
                          </a:moveTo>
                          <a:cubicBezTo>
                            <a:pt x="357" y="67481"/>
                            <a:pt x="-1548" y="51574"/>
                            <a:pt x="1405" y="32619"/>
                          </a:cubicBezTo>
                          <a:cubicBezTo>
                            <a:pt x="4453" y="13665"/>
                            <a:pt x="11121" y="-908"/>
                            <a:pt x="16074" y="44"/>
                          </a:cubicBezTo>
                          <a:cubicBezTo>
                            <a:pt x="20931" y="996"/>
                            <a:pt x="22074" y="16808"/>
                            <a:pt x="19026" y="35382"/>
                          </a:cubicBezTo>
                          <a:cubicBezTo>
                            <a:pt x="15883" y="54146"/>
                            <a:pt x="9978" y="68815"/>
                            <a:pt x="5215" y="6814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65" name="Forme libre : forme 15764">
                      <a:extLst>
                        <a:ext uri="{FF2B5EF4-FFF2-40B4-BE49-F238E27FC236}">
                          <a16:creationId xmlns:a16="http://schemas.microsoft.com/office/drawing/2014/main" id="{7F28F41F-B4AF-4AD3-8D66-9A37727DB8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8367" y="4503656"/>
                      <a:ext cx="41929" cy="83868"/>
                    </a:xfrm>
                    <a:custGeom>
                      <a:avLst/>
                      <a:gdLst>
                        <a:gd name="connsiteX0" fmla="*/ 28924 w 41929"/>
                        <a:gd name="connsiteY0" fmla="*/ 811 h 83868"/>
                        <a:gd name="connsiteX1" fmla="*/ 20256 w 41929"/>
                        <a:gd name="connsiteY1" fmla="*/ 1478 h 83868"/>
                        <a:gd name="connsiteX2" fmla="*/ 4826 w 41929"/>
                        <a:gd name="connsiteY2" fmla="*/ 34148 h 83868"/>
                        <a:gd name="connsiteX3" fmla="*/ 63 w 41929"/>
                        <a:gd name="connsiteY3" fmla="*/ 70439 h 83868"/>
                        <a:gd name="connsiteX4" fmla="*/ 6159 w 41929"/>
                        <a:gd name="connsiteY4" fmla="*/ 83202 h 83868"/>
                        <a:gd name="connsiteX5" fmla="*/ 12064 w 41929"/>
                        <a:gd name="connsiteY5" fmla="*/ 71867 h 83868"/>
                        <a:gd name="connsiteX6" fmla="*/ 26543 w 41929"/>
                        <a:gd name="connsiteY6" fmla="*/ 44531 h 83868"/>
                        <a:gd name="connsiteX7" fmla="*/ 41878 w 41929"/>
                        <a:gd name="connsiteY7" fmla="*/ 12717 h 83868"/>
                        <a:gd name="connsiteX8" fmla="*/ 28924 w 41929"/>
                        <a:gd name="connsiteY8" fmla="*/ 811 h 83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929" h="83868">
                          <a:moveTo>
                            <a:pt x="28924" y="811"/>
                          </a:moveTo>
                          <a:cubicBezTo>
                            <a:pt x="26161" y="49"/>
                            <a:pt x="23399" y="-809"/>
                            <a:pt x="20256" y="1478"/>
                          </a:cubicBezTo>
                          <a:cubicBezTo>
                            <a:pt x="14160" y="5669"/>
                            <a:pt x="8635" y="19861"/>
                            <a:pt x="4826" y="34148"/>
                          </a:cubicBezTo>
                          <a:cubicBezTo>
                            <a:pt x="1873" y="46055"/>
                            <a:pt x="-413" y="59199"/>
                            <a:pt x="63" y="70439"/>
                          </a:cubicBezTo>
                          <a:cubicBezTo>
                            <a:pt x="349" y="78821"/>
                            <a:pt x="2730" y="86155"/>
                            <a:pt x="6159" y="83202"/>
                          </a:cubicBezTo>
                          <a:cubicBezTo>
                            <a:pt x="8350" y="81392"/>
                            <a:pt x="10255" y="76344"/>
                            <a:pt x="12064" y="71867"/>
                          </a:cubicBezTo>
                          <a:cubicBezTo>
                            <a:pt x="16255" y="61199"/>
                            <a:pt x="21494" y="51960"/>
                            <a:pt x="26543" y="44531"/>
                          </a:cubicBezTo>
                          <a:cubicBezTo>
                            <a:pt x="30924" y="38149"/>
                            <a:pt x="41211" y="27100"/>
                            <a:pt x="41878" y="12717"/>
                          </a:cubicBezTo>
                          <a:cubicBezTo>
                            <a:pt x="42735" y="-427"/>
                            <a:pt x="32734" y="1858"/>
                            <a:pt x="28924" y="81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66" name="Forme libre : forme 15765">
                      <a:extLst>
                        <a:ext uri="{FF2B5EF4-FFF2-40B4-BE49-F238E27FC236}">
                          <a16:creationId xmlns:a16="http://schemas.microsoft.com/office/drawing/2014/main" id="{89448CAB-C0AF-44CB-B3C9-B0AA43BFBB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9005" y="4519985"/>
                      <a:ext cx="7104" cy="28573"/>
                    </a:xfrm>
                    <a:custGeom>
                      <a:avLst/>
                      <a:gdLst>
                        <a:gd name="connsiteX0" fmla="*/ 5048 w 7104"/>
                        <a:gd name="connsiteY0" fmla="*/ 2008 h 28573"/>
                        <a:gd name="connsiteX1" fmla="*/ 3429 w 7104"/>
                        <a:gd name="connsiteY1" fmla="*/ 8 h 28573"/>
                        <a:gd name="connsiteX2" fmla="*/ 1334 w 7104"/>
                        <a:gd name="connsiteY2" fmla="*/ 2294 h 28573"/>
                        <a:gd name="connsiteX3" fmla="*/ 476 w 7104"/>
                        <a:gd name="connsiteY3" fmla="*/ 7247 h 28573"/>
                        <a:gd name="connsiteX4" fmla="*/ 0 w 7104"/>
                        <a:gd name="connsiteY4" fmla="*/ 19534 h 28573"/>
                        <a:gd name="connsiteX5" fmla="*/ 286 w 7104"/>
                        <a:gd name="connsiteY5" fmla="*/ 24106 h 28573"/>
                        <a:gd name="connsiteX6" fmla="*/ 6668 w 7104"/>
                        <a:gd name="connsiteY6" fmla="*/ 21534 h 28573"/>
                        <a:gd name="connsiteX7" fmla="*/ 5048 w 7104"/>
                        <a:gd name="connsiteY7" fmla="*/ 2008 h 28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104" h="28573">
                          <a:moveTo>
                            <a:pt x="5048" y="2008"/>
                          </a:moveTo>
                          <a:cubicBezTo>
                            <a:pt x="4667" y="1056"/>
                            <a:pt x="4096" y="103"/>
                            <a:pt x="3429" y="8"/>
                          </a:cubicBezTo>
                          <a:cubicBezTo>
                            <a:pt x="2762" y="-87"/>
                            <a:pt x="1905" y="674"/>
                            <a:pt x="1334" y="2294"/>
                          </a:cubicBezTo>
                          <a:cubicBezTo>
                            <a:pt x="762" y="3818"/>
                            <a:pt x="571" y="5628"/>
                            <a:pt x="476" y="7247"/>
                          </a:cubicBezTo>
                          <a:cubicBezTo>
                            <a:pt x="95" y="11438"/>
                            <a:pt x="0" y="15629"/>
                            <a:pt x="0" y="19534"/>
                          </a:cubicBezTo>
                          <a:cubicBezTo>
                            <a:pt x="0" y="21153"/>
                            <a:pt x="95" y="22773"/>
                            <a:pt x="286" y="24106"/>
                          </a:cubicBezTo>
                          <a:cubicBezTo>
                            <a:pt x="1429" y="29536"/>
                            <a:pt x="5334" y="31440"/>
                            <a:pt x="6668" y="21534"/>
                          </a:cubicBezTo>
                          <a:cubicBezTo>
                            <a:pt x="7715" y="13819"/>
                            <a:pt x="6763" y="6009"/>
                            <a:pt x="5048" y="200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67" name="Forme libre : forme 15766">
                      <a:extLst>
                        <a:ext uri="{FF2B5EF4-FFF2-40B4-BE49-F238E27FC236}">
                          <a16:creationId xmlns:a16="http://schemas.microsoft.com/office/drawing/2014/main" id="{4CFFE2FD-BFA0-4A20-AFF9-086A1DED06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615" y="4582953"/>
                      <a:ext cx="12577" cy="44291"/>
                    </a:xfrm>
                    <a:custGeom>
                      <a:avLst/>
                      <a:gdLst>
                        <a:gd name="connsiteX0" fmla="*/ 12578 w 12577"/>
                        <a:gd name="connsiteY0" fmla="*/ 44291 h 44291"/>
                        <a:gd name="connsiteX1" fmla="*/ 5815 w 12577"/>
                        <a:gd name="connsiteY1" fmla="*/ 38957 h 44291"/>
                        <a:gd name="connsiteX2" fmla="*/ 1434 w 12577"/>
                        <a:gd name="connsiteY2" fmla="*/ 25813 h 44291"/>
                        <a:gd name="connsiteX3" fmla="*/ 196 w 12577"/>
                        <a:gd name="connsiteY3" fmla="*/ 0 h 44291"/>
                        <a:gd name="connsiteX4" fmla="*/ 1529 w 12577"/>
                        <a:gd name="connsiteY4" fmla="*/ 18574 h 44291"/>
                        <a:gd name="connsiteX5" fmla="*/ 12578 w 12577"/>
                        <a:gd name="connsiteY5" fmla="*/ 44291 h 44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577" h="44291">
                          <a:moveTo>
                            <a:pt x="12578" y="44291"/>
                          </a:moveTo>
                          <a:cubicBezTo>
                            <a:pt x="12578" y="44291"/>
                            <a:pt x="9149" y="44387"/>
                            <a:pt x="5815" y="38957"/>
                          </a:cubicBezTo>
                          <a:cubicBezTo>
                            <a:pt x="4101" y="36195"/>
                            <a:pt x="2481" y="32099"/>
                            <a:pt x="1434" y="25813"/>
                          </a:cubicBezTo>
                          <a:cubicBezTo>
                            <a:pt x="386" y="19526"/>
                            <a:pt x="-376" y="11144"/>
                            <a:pt x="196" y="0"/>
                          </a:cubicBezTo>
                          <a:cubicBezTo>
                            <a:pt x="196" y="0"/>
                            <a:pt x="-90" y="8668"/>
                            <a:pt x="1529" y="18574"/>
                          </a:cubicBezTo>
                          <a:cubicBezTo>
                            <a:pt x="2958" y="28385"/>
                            <a:pt x="6196" y="39434"/>
                            <a:pt x="12578" y="442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68" name="Forme libre : forme 15767">
                      <a:extLst>
                        <a:ext uri="{FF2B5EF4-FFF2-40B4-BE49-F238E27FC236}">
                          <a16:creationId xmlns:a16="http://schemas.microsoft.com/office/drawing/2014/main" id="{7BEF6919-A16E-47A7-AA81-CFF63078F9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8625" y="4487132"/>
                      <a:ext cx="9337" cy="49815"/>
                    </a:xfrm>
                    <a:custGeom>
                      <a:avLst/>
                      <a:gdLst>
                        <a:gd name="connsiteX0" fmla="*/ 7429 w 9337"/>
                        <a:gd name="connsiteY0" fmla="*/ 49816 h 49815"/>
                        <a:gd name="connsiteX1" fmla="*/ 9334 w 9337"/>
                        <a:gd name="connsiteY1" fmla="*/ 28004 h 49815"/>
                        <a:gd name="connsiteX2" fmla="*/ 0 w 9337"/>
                        <a:gd name="connsiteY2" fmla="*/ 0 h 49815"/>
                        <a:gd name="connsiteX3" fmla="*/ 5524 w 9337"/>
                        <a:gd name="connsiteY3" fmla="*/ 10573 h 49815"/>
                        <a:gd name="connsiteX4" fmla="*/ 7429 w 9337"/>
                        <a:gd name="connsiteY4" fmla="*/ 49816 h 4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37" h="49815">
                          <a:moveTo>
                            <a:pt x="7429" y="49816"/>
                          </a:moveTo>
                          <a:cubicBezTo>
                            <a:pt x="7429" y="49816"/>
                            <a:pt x="9239" y="39434"/>
                            <a:pt x="9334" y="28004"/>
                          </a:cubicBezTo>
                          <a:cubicBezTo>
                            <a:pt x="9430" y="16573"/>
                            <a:pt x="7620" y="4096"/>
                            <a:pt x="0" y="0"/>
                          </a:cubicBezTo>
                          <a:cubicBezTo>
                            <a:pt x="0" y="0"/>
                            <a:pt x="3048" y="2953"/>
                            <a:pt x="5524" y="10573"/>
                          </a:cubicBezTo>
                          <a:cubicBezTo>
                            <a:pt x="8096" y="18383"/>
                            <a:pt x="9715" y="30766"/>
                            <a:pt x="7429" y="498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69" name="Forme libre : forme 15768">
                      <a:extLst>
                        <a:ext uri="{FF2B5EF4-FFF2-40B4-BE49-F238E27FC236}">
                          <a16:creationId xmlns:a16="http://schemas.microsoft.com/office/drawing/2014/main" id="{90DF47FD-A500-45EA-923E-9D3C47BE0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557" y="4562180"/>
                      <a:ext cx="8266" cy="25127"/>
                    </a:xfrm>
                    <a:custGeom>
                      <a:avLst/>
                      <a:gdLst>
                        <a:gd name="connsiteX0" fmla="*/ 685 w 8266"/>
                        <a:gd name="connsiteY0" fmla="*/ 24774 h 25127"/>
                        <a:gd name="connsiteX1" fmla="*/ 1828 w 8266"/>
                        <a:gd name="connsiteY1" fmla="*/ 9534 h 25127"/>
                        <a:gd name="connsiteX2" fmla="*/ 7638 w 8266"/>
                        <a:gd name="connsiteY2" fmla="*/ 390 h 25127"/>
                        <a:gd name="connsiteX3" fmla="*/ 6305 w 8266"/>
                        <a:gd name="connsiteY3" fmla="*/ 15535 h 25127"/>
                        <a:gd name="connsiteX4" fmla="*/ 685 w 8266"/>
                        <a:gd name="connsiteY4" fmla="*/ 24774 h 25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66" h="25127">
                          <a:moveTo>
                            <a:pt x="685" y="24774"/>
                          </a:moveTo>
                          <a:cubicBezTo>
                            <a:pt x="-553" y="23155"/>
                            <a:pt x="-77" y="16297"/>
                            <a:pt x="1828" y="9534"/>
                          </a:cubicBezTo>
                          <a:cubicBezTo>
                            <a:pt x="3733" y="2772"/>
                            <a:pt x="6495" y="-1324"/>
                            <a:pt x="7638" y="390"/>
                          </a:cubicBezTo>
                          <a:cubicBezTo>
                            <a:pt x="8876" y="2009"/>
                            <a:pt x="8210" y="8867"/>
                            <a:pt x="6305" y="15535"/>
                          </a:cubicBezTo>
                          <a:cubicBezTo>
                            <a:pt x="4495" y="22298"/>
                            <a:pt x="1923" y="26393"/>
                            <a:pt x="685" y="2477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70" name="Forme libre : forme 15769">
                      <a:extLst>
                        <a:ext uri="{FF2B5EF4-FFF2-40B4-BE49-F238E27FC236}">
                          <a16:creationId xmlns:a16="http://schemas.microsoft.com/office/drawing/2014/main" id="{61A90588-08B0-4F18-A6DF-5E0C37D5C4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574" y="4583616"/>
                      <a:ext cx="2763" cy="7057"/>
                    </a:xfrm>
                    <a:custGeom>
                      <a:avLst/>
                      <a:gdLst>
                        <a:gd name="connsiteX0" fmla="*/ 858 w 2763"/>
                        <a:gd name="connsiteY0" fmla="*/ 7053 h 7057"/>
                        <a:gd name="connsiteX1" fmla="*/ 96 w 2763"/>
                        <a:gd name="connsiteY1" fmla="*/ 3338 h 7057"/>
                        <a:gd name="connsiteX2" fmla="*/ 1906 w 2763"/>
                        <a:gd name="connsiteY2" fmla="*/ 4 h 7057"/>
                        <a:gd name="connsiteX3" fmla="*/ 2668 w 2763"/>
                        <a:gd name="connsiteY3" fmla="*/ 3719 h 7057"/>
                        <a:gd name="connsiteX4" fmla="*/ 858 w 2763"/>
                        <a:gd name="connsiteY4" fmla="*/ 7053 h 70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63" h="7057">
                          <a:moveTo>
                            <a:pt x="858" y="7053"/>
                          </a:moveTo>
                          <a:cubicBezTo>
                            <a:pt x="191" y="6958"/>
                            <a:pt x="-190" y="5338"/>
                            <a:pt x="96" y="3338"/>
                          </a:cubicBezTo>
                          <a:cubicBezTo>
                            <a:pt x="382" y="1433"/>
                            <a:pt x="1239" y="-91"/>
                            <a:pt x="1906" y="4"/>
                          </a:cubicBezTo>
                          <a:cubicBezTo>
                            <a:pt x="2572" y="100"/>
                            <a:pt x="2953" y="1719"/>
                            <a:pt x="2668" y="3719"/>
                          </a:cubicBezTo>
                          <a:cubicBezTo>
                            <a:pt x="2382" y="5719"/>
                            <a:pt x="1525" y="7148"/>
                            <a:pt x="858" y="70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71" name="Forme libre : forme 15770">
                      <a:extLst>
                        <a:ext uri="{FF2B5EF4-FFF2-40B4-BE49-F238E27FC236}">
                          <a16:creationId xmlns:a16="http://schemas.microsoft.com/office/drawing/2014/main" id="{930CB19E-18C2-4C11-8DF6-368BF68F7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8209" y="4563922"/>
                      <a:ext cx="28929" cy="57561"/>
                    </a:xfrm>
                    <a:custGeom>
                      <a:avLst/>
                      <a:gdLst>
                        <a:gd name="connsiteX0" fmla="*/ 14319 w 28929"/>
                        <a:gd name="connsiteY0" fmla="*/ 53607 h 57561"/>
                        <a:gd name="connsiteX1" fmla="*/ 2794 w 28929"/>
                        <a:gd name="connsiteY1" fmla="*/ 57322 h 57561"/>
                        <a:gd name="connsiteX2" fmla="*/ 32 w 28929"/>
                        <a:gd name="connsiteY2" fmla="*/ 51893 h 57561"/>
                        <a:gd name="connsiteX3" fmla="*/ 3175 w 28929"/>
                        <a:gd name="connsiteY3" fmla="*/ 44463 h 57561"/>
                        <a:gd name="connsiteX4" fmla="*/ 15367 w 28929"/>
                        <a:gd name="connsiteY4" fmla="*/ 30271 h 57561"/>
                        <a:gd name="connsiteX5" fmla="*/ 28321 w 28929"/>
                        <a:gd name="connsiteY5" fmla="*/ 934 h 57561"/>
                        <a:gd name="connsiteX6" fmla="*/ 22606 w 28929"/>
                        <a:gd name="connsiteY6" fmla="*/ 39129 h 57561"/>
                        <a:gd name="connsiteX7" fmla="*/ 14319 w 28929"/>
                        <a:gd name="connsiteY7" fmla="*/ 53607 h 5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929" h="57561">
                          <a:moveTo>
                            <a:pt x="14319" y="53607"/>
                          </a:moveTo>
                          <a:cubicBezTo>
                            <a:pt x="10414" y="57417"/>
                            <a:pt x="6508" y="57989"/>
                            <a:pt x="2794" y="57322"/>
                          </a:cubicBezTo>
                          <a:cubicBezTo>
                            <a:pt x="1460" y="57036"/>
                            <a:pt x="-254" y="55703"/>
                            <a:pt x="32" y="51893"/>
                          </a:cubicBezTo>
                          <a:cubicBezTo>
                            <a:pt x="317" y="48368"/>
                            <a:pt x="1936" y="45892"/>
                            <a:pt x="3175" y="44463"/>
                          </a:cubicBezTo>
                          <a:cubicBezTo>
                            <a:pt x="7270" y="40272"/>
                            <a:pt x="11747" y="38272"/>
                            <a:pt x="15367" y="30271"/>
                          </a:cubicBezTo>
                          <a:cubicBezTo>
                            <a:pt x="17653" y="25318"/>
                            <a:pt x="25749" y="-5734"/>
                            <a:pt x="28321" y="934"/>
                          </a:cubicBezTo>
                          <a:cubicBezTo>
                            <a:pt x="30797" y="7601"/>
                            <a:pt x="25082" y="31890"/>
                            <a:pt x="22606" y="39129"/>
                          </a:cubicBezTo>
                          <a:cubicBezTo>
                            <a:pt x="20415" y="45797"/>
                            <a:pt x="17367" y="50750"/>
                            <a:pt x="14319" y="5360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86" name="Graphique 1">
                    <a:extLst>
                      <a:ext uri="{FF2B5EF4-FFF2-40B4-BE49-F238E27FC236}">
                        <a16:creationId xmlns:a16="http://schemas.microsoft.com/office/drawing/2014/main" id="{E4382D25-5D40-4A15-A32D-6E1887EE2191}"/>
                      </a:ext>
                    </a:extLst>
                  </p:cNvPr>
                  <p:cNvGrpSpPr/>
                  <p:nvPr/>
                </p:nvGrpSpPr>
                <p:grpSpPr>
                  <a:xfrm>
                    <a:off x="3391167" y="4631683"/>
                    <a:ext cx="47253" cy="152183"/>
                    <a:chOff x="3391167" y="4631683"/>
                    <a:chExt cx="47253" cy="152183"/>
                  </a:xfrm>
                  <a:solidFill>
                    <a:schemeClr val="accent1"/>
                  </a:solidFill>
                </p:grpSpPr>
                <p:sp>
                  <p:nvSpPr>
                    <p:cNvPr id="15748" name="Forme libre : forme 15747">
                      <a:extLst>
                        <a:ext uri="{FF2B5EF4-FFF2-40B4-BE49-F238E27FC236}">
                          <a16:creationId xmlns:a16="http://schemas.microsoft.com/office/drawing/2014/main" id="{7C5C7E98-4CB7-45D8-BE43-82020CF54C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1167" y="4631683"/>
                      <a:ext cx="47253" cy="152087"/>
                    </a:xfrm>
                    <a:custGeom>
                      <a:avLst/>
                      <a:gdLst>
                        <a:gd name="connsiteX0" fmla="*/ 118 w 47253"/>
                        <a:gd name="connsiteY0" fmla="*/ 104432 h 152087"/>
                        <a:gd name="connsiteX1" fmla="*/ 1166 w 47253"/>
                        <a:gd name="connsiteY1" fmla="*/ 46806 h 152087"/>
                        <a:gd name="connsiteX2" fmla="*/ 21645 w 47253"/>
                        <a:gd name="connsiteY2" fmla="*/ 38 h 152087"/>
                        <a:gd name="connsiteX3" fmla="*/ 34313 w 47253"/>
                        <a:gd name="connsiteY3" fmla="*/ 1371 h 152087"/>
                        <a:gd name="connsiteX4" fmla="*/ 46981 w 47253"/>
                        <a:gd name="connsiteY4" fmla="*/ 49378 h 152087"/>
                        <a:gd name="connsiteX5" fmla="*/ 45457 w 47253"/>
                        <a:gd name="connsiteY5" fmla="*/ 103575 h 152087"/>
                        <a:gd name="connsiteX6" fmla="*/ 44600 w 47253"/>
                        <a:gd name="connsiteY6" fmla="*/ 121482 h 152087"/>
                        <a:gd name="connsiteX7" fmla="*/ 41933 w 47253"/>
                        <a:gd name="connsiteY7" fmla="*/ 136245 h 152087"/>
                        <a:gd name="connsiteX8" fmla="*/ 31551 w 47253"/>
                        <a:gd name="connsiteY8" fmla="*/ 150819 h 152087"/>
                        <a:gd name="connsiteX9" fmla="*/ 19263 w 47253"/>
                        <a:gd name="connsiteY9" fmla="*/ 152057 h 152087"/>
                        <a:gd name="connsiteX10" fmla="*/ 6595 w 47253"/>
                        <a:gd name="connsiteY10" fmla="*/ 138817 h 152087"/>
                        <a:gd name="connsiteX11" fmla="*/ 2023 w 47253"/>
                        <a:gd name="connsiteY11" fmla="*/ 123387 h 152087"/>
                        <a:gd name="connsiteX12" fmla="*/ 118 w 47253"/>
                        <a:gd name="connsiteY12" fmla="*/ 104432 h 152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7253" h="152087">
                          <a:moveTo>
                            <a:pt x="118" y="104432"/>
                          </a:moveTo>
                          <a:cubicBezTo>
                            <a:pt x="-168" y="85191"/>
                            <a:pt x="23" y="65951"/>
                            <a:pt x="1166" y="46806"/>
                          </a:cubicBezTo>
                          <a:cubicBezTo>
                            <a:pt x="2499" y="19850"/>
                            <a:pt x="12501" y="-1010"/>
                            <a:pt x="21645" y="38"/>
                          </a:cubicBezTo>
                          <a:lnTo>
                            <a:pt x="34313" y="1371"/>
                          </a:lnTo>
                          <a:cubicBezTo>
                            <a:pt x="43552" y="2419"/>
                            <a:pt x="48505" y="24041"/>
                            <a:pt x="46981" y="49378"/>
                          </a:cubicBezTo>
                          <a:cubicBezTo>
                            <a:pt x="45743" y="67475"/>
                            <a:pt x="45362" y="85572"/>
                            <a:pt x="45457" y="103575"/>
                          </a:cubicBezTo>
                          <a:cubicBezTo>
                            <a:pt x="45647" y="109861"/>
                            <a:pt x="45362" y="115862"/>
                            <a:pt x="44600" y="121482"/>
                          </a:cubicBezTo>
                          <a:cubicBezTo>
                            <a:pt x="43933" y="127006"/>
                            <a:pt x="43171" y="131959"/>
                            <a:pt x="41933" y="136245"/>
                          </a:cubicBezTo>
                          <a:cubicBezTo>
                            <a:pt x="39456" y="144818"/>
                            <a:pt x="36027" y="150438"/>
                            <a:pt x="31551" y="150819"/>
                          </a:cubicBezTo>
                          <a:lnTo>
                            <a:pt x="19263" y="152057"/>
                          </a:lnTo>
                          <a:cubicBezTo>
                            <a:pt x="14787" y="152533"/>
                            <a:pt x="10024" y="147485"/>
                            <a:pt x="6595" y="138817"/>
                          </a:cubicBezTo>
                          <a:cubicBezTo>
                            <a:pt x="4785" y="134531"/>
                            <a:pt x="3166" y="129292"/>
                            <a:pt x="2023" y="123387"/>
                          </a:cubicBezTo>
                          <a:cubicBezTo>
                            <a:pt x="1070" y="117672"/>
                            <a:pt x="309" y="111195"/>
                            <a:pt x="118" y="10443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49" name="Forme libre : forme 15748">
                      <a:extLst>
                        <a:ext uri="{FF2B5EF4-FFF2-40B4-BE49-F238E27FC236}">
                          <a16:creationId xmlns:a16="http://schemas.microsoft.com/office/drawing/2014/main" id="{B1DD81BF-F33B-436C-806D-2270397D24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1167" y="4631684"/>
                      <a:ext cx="27168" cy="152182"/>
                    </a:xfrm>
                    <a:custGeom>
                      <a:avLst/>
                      <a:gdLst>
                        <a:gd name="connsiteX0" fmla="*/ 15644 w 27168"/>
                        <a:gd name="connsiteY0" fmla="*/ 57664 h 152182"/>
                        <a:gd name="connsiteX1" fmla="*/ 18120 w 27168"/>
                        <a:gd name="connsiteY1" fmla="*/ 24993 h 152182"/>
                        <a:gd name="connsiteX2" fmla="*/ 27169 w 27168"/>
                        <a:gd name="connsiteY2" fmla="*/ 609 h 152182"/>
                        <a:gd name="connsiteX3" fmla="*/ 21645 w 27168"/>
                        <a:gd name="connsiteY3" fmla="*/ 38 h 152182"/>
                        <a:gd name="connsiteX4" fmla="*/ 1166 w 27168"/>
                        <a:gd name="connsiteY4" fmla="*/ 46805 h 152182"/>
                        <a:gd name="connsiteX5" fmla="*/ 118 w 27168"/>
                        <a:gd name="connsiteY5" fmla="*/ 104432 h 152182"/>
                        <a:gd name="connsiteX6" fmla="*/ 2118 w 27168"/>
                        <a:gd name="connsiteY6" fmla="*/ 123482 h 152182"/>
                        <a:gd name="connsiteX7" fmla="*/ 6690 w 27168"/>
                        <a:gd name="connsiteY7" fmla="*/ 138912 h 152182"/>
                        <a:gd name="connsiteX8" fmla="*/ 19359 w 27168"/>
                        <a:gd name="connsiteY8" fmla="*/ 152152 h 152182"/>
                        <a:gd name="connsiteX9" fmla="*/ 19739 w 27168"/>
                        <a:gd name="connsiteY9" fmla="*/ 152152 h 152182"/>
                        <a:gd name="connsiteX10" fmla="*/ 17549 w 27168"/>
                        <a:gd name="connsiteY10" fmla="*/ 128339 h 152182"/>
                        <a:gd name="connsiteX11" fmla="*/ 16692 w 27168"/>
                        <a:gd name="connsiteY11" fmla="*/ 104813 h 152182"/>
                        <a:gd name="connsiteX12" fmla="*/ 15644 w 27168"/>
                        <a:gd name="connsiteY12" fmla="*/ 57664 h 152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7168" h="152182">
                          <a:moveTo>
                            <a:pt x="15644" y="57664"/>
                          </a:moveTo>
                          <a:cubicBezTo>
                            <a:pt x="15358" y="46425"/>
                            <a:pt x="15929" y="34995"/>
                            <a:pt x="18120" y="24993"/>
                          </a:cubicBezTo>
                          <a:cubicBezTo>
                            <a:pt x="20120" y="14992"/>
                            <a:pt x="23169" y="6324"/>
                            <a:pt x="27169" y="609"/>
                          </a:cubicBezTo>
                          <a:lnTo>
                            <a:pt x="21645" y="38"/>
                          </a:lnTo>
                          <a:cubicBezTo>
                            <a:pt x="12501" y="-1010"/>
                            <a:pt x="2499" y="19945"/>
                            <a:pt x="1166" y="46805"/>
                          </a:cubicBezTo>
                          <a:cubicBezTo>
                            <a:pt x="23" y="65951"/>
                            <a:pt x="-168" y="85191"/>
                            <a:pt x="118" y="104432"/>
                          </a:cubicBezTo>
                          <a:cubicBezTo>
                            <a:pt x="404" y="111195"/>
                            <a:pt x="1070" y="117671"/>
                            <a:pt x="2118" y="123482"/>
                          </a:cubicBezTo>
                          <a:cubicBezTo>
                            <a:pt x="3261" y="129292"/>
                            <a:pt x="4880" y="134531"/>
                            <a:pt x="6690" y="138912"/>
                          </a:cubicBezTo>
                          <a:cubicBezTo>
                            <a:pt x="10214" y="147580"/>
                            <a:pt x="14977" y="152628"/>
                            <a:pt x="19359" y="152152"/>
                          </a:cubicBezTo>
                          <a:lnTo>
                            <a:pt x="19739" y="152152"/>
                          </a:lnTo>
                          <a:cubicBezTo>
                            <a:pt x="18501" y="144151"/>
                            <a:pt x="18216" y="136150"/>
                            <a:pt x="17549" y="128339"/>
                          </a:cubicBezTo>
                          <a:cubicBezTo>
                            <a:pt x="17072" y="120434"/>
                            <a:pt x="16977" y="112623"/>
                            <a:pt x="16692" y="104813"/>
                          </a:cubicBezTo>
                          <a:cubicBezTo>
                            <a:pt x="16501" y="89001"/>
                            <a:pt x="16501" y="73476"/>
                            <a:pt x="15644" y="5766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50" name="Forme libre : forme 15749">
                      <a:extLst>
                        <a:ext uri="{FF2B5EF4-FFF2-40B4-BE49-F238E27FC236}">
                          <a16:creationId xmlns:a16="http://schemas.microsoft.com/office/drawing/2014/main" id="{FEE5B4F6-8625-4F5F-A0FC-9A6B1E520E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4227" y="4683435"/>
                      <a:ext cx="17156" cy="68781"/>
                    </a:xfrm>
                    <a:custGeom>
                      <a:avLst/>
                      <a:gdLst>
                        <a:gd name="connsiteX0" fmla="*/ 9156 w 17156"/>
                        <a:gd name="connsiteY0" fmla="*/ 68777 h 68781"/>
                        <a:gd name="connsiteX1" fmla="*/ 12 w 17156"/>
                        <a:gd name="connsiteY1" fmla="*/ 34297 h 68781"/>
                        <a:gd name="connsiteX2" fmla="*/ 3060 w 17156"/>
                        <a:gd name="connsiteY2" fmla="*/ 9818 h 68781"/>
                        <a:gd name="connsiteX3" fmla="*/ 9632 w 17156"/>
                        <a:gd name="connsiteY3" fmla="*/ 7 h 68781"/>
                        <a:gd name="connsiteX4" fmla="*/ 15252 w 17156"/>
                        <a:gd name="connsiteY4" fmla="*/ 10294 h 68781"/>
                        <a:gd name="connsiteX5" fmla="*/ 17157 w 17156"/>
                        <a:gd name="connsiteY5" fmla="*/ 34487 h 68781"/>
                        <a:gd name="connsiteX6" fmla="*/ 9156 w 17156"/>
                        <a:gd name="connsiteY6" fmla="*/ 68777 h 68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156" h="68781">
                          <a:moveTo>
                            <a:pt x="9156" y="68777"/>
                          </a:moveTo>
                          <a:cubicBezTo>
                            <a:pt x="4584" y="69063"/>
                            <a:pt x="-274" y="53537"/>
                            <a:pt x="12" y="34297"/>
                          </a:cubicBezTo>
                          <a:cubicBezTo>
                            <a:pt x="-83" y="24677"/>
                            <a:pt x="1441" y="16009"/>
                            <a:pt x="3060" y="9818"/>
                          </a:cubicBezTo>
                          <a:cubicBezTo>
                            <a:pt x="4775" y="3626"/>
                            <a:pt x="7346" y="-184"/>
                            <a:pt x="9632" y="7"/>
                          </a:cubicBezTo>
                          <a:cubicBezTo>
                            <a:pt x="12109" y="102"/>
                            <a:pt x="13823" y="4103"/>
                            <a:pt x="15252" y="10294"/>
                          </a:cubicBezTo>
                          <a:cubicBezTo>
                            <a:pt x="16681" y="16580"/>
                            <a:pt x="17062" y="25057"/>
                            <a:pt x="17157" y="34487"/>
                          </a:cubicBezTo>
                          <a:cubicBezTo>
                            <a:pt x="16967" y="53156"/>
                            <a:pt x="14014" y="68492"/>
                            <a:pt x="9156" y="6877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51" name="Forme libre : forme 15750">
                      <a:extLst>
                        <a:ext uri="{FF2B5EF4-FFF2-40B4-BE49-F238E27FC236}">
                          <a16:creationId xmlns:a16="http://schemas.microsoft.com/office/drawing/2014/main" id="{FA6440DA-3320-4201-9D6C-4E6ACEF1BA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4234" y="4683250"/>
                      <a:ext cx="16196" cy="49912"/>
                    </a:xfrm>
                    <a:custGeom>
                      <a:avLst/>
                      <a:gdLst>
                        <a:gd name="connsiteX0" fmla="*/ 16197 w 16196"/>
                        <a:gd name="connsiteY0" fmla="*/ 15432 h 49912"/>
                        <a:gd name="connsiteX1" fmla="*/ 9625 w 16196"/>
                        <a:gd name="connsiteY1" fmla="*/ 2 h 49912"/>
                        <a:gd name="connsiteX2" fmla="*/ 3053 w 16196"/>
                        <a:gd name="connsiteY2" fmla="*/ 9813 h 49912"/>
                        <a:gd name="connsiteX3" fmla="*/ 5 w 16196"/>
                        <a:gd name="connsiteY3" fmla="*/ 34292 h 49912"/>
                        <a:gd name="connsiteX4" fmla="*/ 957 w 16196"/>
                        <a:gd name="connsiteY4" fmla="*/ 49913 h 49912"/>
                        <a:gd name="connsiteX5" fmla="*/ 1529 w 16196"/>
                        <a:gd name="connsiteY5" fmla="*/ 41245 h 49912"/>
                        <a:gd name="connsiteX6" fmla="*/ 16197 w 16196"/>
                        <a:gd name="connsiteY6" fmla="*/ 15432 h 49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96" h="49912">
                          <a:moveTo>
                            <a:pt x="16197" y="15432"/>
                          </a:moveTo>
                          <a:cubicBezTo>
                            <a:pt x="14863" y="6288"/>
                            <a:pt x="12673" y="192"/>
                            <a:pt x="9625" y="2"/>
                          </a:cubicBezTo>
                          <a:cubicBezTo>
                            <a:pt x="7243" y="-93"/>
                            <a:pt x="4767" y="3621"/>
                            <a:pt x="3053" y="9813"/>
                          </a:cubicBezTo>
                          <a:cubicBezTo>
                            <a:pt x="1338" y="16004"/>
                            <a:pt x="-91" y="24671"/>
                            <a:pt x="5" y="34292"/>
                          </a:cubicBezTo>
                          <a:cubicBezTo>
                            <a:pt x="5" y="39912"/>
                            <a:pt x="386" y="45246"/>
                            <a:pt x="957" y="49913"/>
                          </a:cubicBezTo>
                          <a:cubicBezTo>
                            <a:pt x="957" y="46960"/>
                            <a:pt x="1147" y="44103"/>
                            <a:pt x="1529" y="41245"/>
                          </a:cubicBezTo>
                          <a:cubicBezTo>
                            <a:pt x="4005" y="26005"/>
                            <a:pt x="10577" y="14099"/>
                            <a:pt x="16197" y="15432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52" name="Forme libre : forme 15751">
                      <a:extLst>
                        <a:ext uri="{FF2B5EF4-FFF2-40B4-BE49-F238E27FC236}">
                          <a16:creationId xmlns:a16="http://schemas.microsoft.com/office/drawing/2014/main" id="{544A20A6-835A-4A25-A36C-B113C8AFCF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328" y="4686679"/>
                      <a:ext cx="17150" cy="69061"/>
                    </a:xfrm>
                    <a:custGeom>
                      <a:avLst/>
                      <a:gdLst>
                        <a:gd name="connsiteX0" fmla="*/ 9340 w 17150"/>
                        <a:gd name="connsiteY0" fmla="*/ 69058 h 69061"/>
                        <a:gd name="connsiteX1" fmla="*/ 5 w 17150"/>
                        <a:gd name="connsiteY1" fmla="*/ 34482 h 69061"/>
                        <a:gd name="connsiteX2" fmla="*/ 2958 w 17150"/>
                        <a:gd name="connsiteY2" fmla="*/ 9908 h 69061"/>
                        <a:gd name="connsiteX3" fmla="*/ 9435 w 17150"/>
                        <a:gd name="connsiteY3" fmla="*/ 2 h 69061"/>
                        <a:gd name="connsiteX4" fmla="*/ 15150 w 17150"/>
                        <a:gd name="connsiteY4" fmla="*/ 10289 h 69061"/>
                        <a:gd name="connsiteX5" fmla="*/ 17150 w 17150"/>
                        <a:gd name="connsiteY5" fmla="*/ 34482 h 69061"/>
                        <a:gd name="connsiteX6" fmla="*/ 9340 w 17150"/>
                        <a:gd name="connsiteY6" fmla="*/ 69058 h 69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150" h="69061">
                          <a:moveTo>
                            <a:pt x="9340" y="69058"/>
                          </a:moveTo>
                          <a:cubicBezTo>
                            <a:pt x="4863" y="69344"/>
                            <a:pt x="-185" y="53818"/>
                            <a:pt x="5" y="34482"/>
                          </a:cubicBezTo>
                          <a:cubicBezTo>
                            <a:pt x="-90" y="24767"/>
                            <a:pt x="1244" y="16099"/>
                            <a:pt x="2958" y="9908"/>
                          </a:cubicBezTo>
                          <a:cubicBezTo>
                            <a:pt x="4673" y="3621"/>
                            <a:pt x="7054" y="-94"/>
                            <a:pt x="9435" y="2"/>
                          </a:cubicBezTo>
                          <a:cubicBezTo>
                            <a:pt x="11816" y="97"/>
                            <a:pt x="13817" y="4097"/>
                            <a:pt x="15150" y="10289"/>
                          </a:cubicBezTo>
                          <a:cubicBezTo>
                            <a:pt x="16579" y="16575"/>
                            <a:pt x="17055" y="25053"/>
                            <a:pt x="17150" y="34482"/>
                          </a:cubicBezTo>
                          <a:cubicBezTo>
                            <a:pt x="16960" y="53342"/>
                            <a:pt x="14198" y="68772"/>
                            <a:pt x="9340" y="6905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53" name="Forme libre : forme 15752">
                      <a:extLst>
                        <a:ext uri="{FF2B5EF4-FFF2-40B4-BE49-F238E27FC236}">
                          <a16:creationId xmlns:a16="http://schemas.microsoft.com/office/drawing/2014/main" id="{A28D40E9-934F-4404-9172-D5C8E87DA9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4628" y="4653760"/>
                      <a:ext cx="34178" cy="86246"/>
                    </a:xfrm>
                    <a:custGeom>
                      <a:avLst/>
                      <a:gdLst>
                        <a:gd name="connsiteX0" fmla="*/ 20183 w 34178"/>
                        <a:gd name="connsiteY0" fmla="*/ 345 h 86246"/>
                        <a:gd name="connsiteX1" fmla="*/ 11896 w 34178"/>
                        <a:gd name="connsiteY1" fmla="*/ 2059 h 86246"/>
                        <a:gd name="connsiteX2" fmla="*/ 1038 w 34178"/>
                        <a:gd name="connsiteY2" fmla="*/ 36635 h 86246"/>
                        <a:gd name="connsiteX3" fmla="*/ 1610 w 34178"/>
                        <a:gd name="connsiteY3" fmla="*/ 73592 h 86246"/>
                        <a:gd name="connsiteX4" fmla="*/ 9515 w 34178"/>
                        <a:gd name="connsiteY4" fmla="*/ 85308 h 86246"/>
                        <a:gd name="connsiteX5" fmla="*/ 13421 w 34178"/>
                        <a:gd name="connsiteY5" fmla="*/ 73116 h 86246"/>
                        <a:gd name="connsiteX6" fmla="*/ 23422 w 34178"/>
                        <a:gd name="connsiteY6" fmla="*/ 43874 h 86246"/>
                        <a:gd name="connsiteX7" fmla="*/ 34090 w 34178"/>
                        <a:gd name="connsiteY7" fmla="*/ 10441 h 86246"/>
                        <a:gd name="connsiteX8" fmla="*/ 20183 w 34178"/>
                        <a:gd name="connsiteY8" fmla="*/ 345 h 86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4178" h="86246">
                          <a:moveTo>
                            <a:pt x="20183" y="345"/>
                          </a:moveTo>
                          <a:cubicBezTo>
                            <a:pt x="17516" y="-131"/>
                            <a:pt x="14659" y="-512"/>
                            <a:pt x="11896" y="2059"/>
                          </a:cubicBezTo>
                          <a:cubicBezTo>
                            <a:pt x="6467" y="6917"/>
                            <a:pt x="2848" y="21871"/>
                            <a:pt x="1038" y="36635"/>
                          </a:cubicBezTo>
                          <a:cubicBezTo>
                            <a:pt x="-296" y="48922"/>
                            <a:pt x="-581" y="62448"/>
                            <a:pt x="1610" y="73592"/>
                          </a:cubicBezTo>
                          <a:cubicBezTo>
                            <a:pt x="3038" y="81879"/>
                            <a:pt x="6753" y="88832"/>
                            <a:pt x="9515" y="85308"/>
                          </a:cubicBezTo>
                          <a:cubicBezTo>
                            <a:pt x="11230" y="83117"/>
                            <a:pt x="12278" y="77879"/>
                            <a:pt x="13421" y="73116"/>
                          </a:cubicBezTo>
                          <a:cubicBezTo>
                            <a:pt x="15897" y="61876"/>
                            <a:pt x="19326" y="51970"/>
                            <a:pt x="23422" y="43874"/>
                          </a:cubicBezTo>
                          <a:cubicBezTo>
                            <a:pt x="26660" y="36921"/>
                            <a:pt x="35138" y="24729"/>
                            <a:pt x="34090" y="10441"/>
                          </a:cubicBezTo>
                          <a:cubicBezTo>
                            <a:pt x="33328" y="-2513"/>
                            <a:pt x="23993" y="916"/>
                            <a:pt x="20183" y="34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54" name="Forme libre : forme 15753">
                      <a:extLst>
                        <a:ext uri="{FF2B5EF4-FFF2-40B4-BE49-F238E27FC236}">
                          <a16:creationId xmlns:a16="http://schemas.microsoft.com/office/drawing/2014/main" id="{940A6BBC-7864-49EE-B040-4654444F39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9584" y="4668774"/>
                      <a:ext cx="7806" cy="27997"/>
                    </a:xfrm>
                    <a:custGeom>
                      <a:avLst/>
                      <a:gdLst>
                        <a:gd name="connsiteX0" fmla="*/ 3800 w 7806"/>
                        <a:gd name="connsiteY0" fmla="*/ 1810 h 27997"/>
                        <a:gd name="connsiteX1" fmla="*/ 2085 w 7806"/>
                        <a:gd name="connsiteY1" fmla="*/ 0 h 27997"/>
                        <a:gd name="connsiteX2" fmla="*/ 276 w 7806"/>
                        <a:gd name="connsiteY2" fmla="*/ 2477 h 27997"/>
                        <a:gd name="connsiteX3" fmla="*/ 85 w 7806"/>
                        <a:gd name="connsiteY3" fmla="*/ 7429 h 27997"/>
                        <a:gd name="connsiteX4" fmla="*/ 1133 w 7806"/>
                        <a:gd name="connsiteY4" fmla="*/ 19621 h 27997"/>
                        <a:gd name="connsiteX5" fmla="*/ 2085 w 7806"/>
                        <a:gd name="connsiteY5" fmla="*/ 24003 h 27997"/>
                        <a:gd name="connsiteX6" fmla="*/ 7800 w 7806"/>
                        <a:gd name="connsiteY6" fmla="*/ 20574 h 27997"/>
                        <a:gd name="connsiteX7" fmla="*/ 3800 w 7806"/>
                        <a:gd name="connsiteY7" fmla="*/ 1810 h 27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806" h="27997">
                          <a:moveTo>
                            <a:pt x="3800" y="1810"/>
                          </a:moveTo>
                          <a:cubicBezTo>
                            <a:pt x="3324" y="857"/>
                            <a:pt x="2657" y="95"/>
                            <a:pt x="2085" y="0"/>
                          </a:cubicBezTo>
                          <a:cubicBezTo>
                            <a:pt x="1419" y="0"/>
                            <a:pt x="657" y="857"/>
                            <a:pt x="276" y="2477"/>
                          </a:cubicBezTo>
                          <a:cubicBezTo>
                            <a:pt x="-105" y="4000"/>
                            <a:pt x="-10" y="5810"/>
                            <a:pt x="85" y="7429"/>
                          </a:cubicBezTo>
                          <a:cubicBezTo>
                            <a:pt x="276" y="11621"/>
                            <a:pt x="657" y="15716"/>
                            <a:pt x="1133" y="19621"/>
                          </a:cubicBezTo>
                          <a:cubicBezTo>
                            <a:pt x="1324" y="21241"/>
                            <a:pt x="1705" y="22765"/>
                            <a:pt x="2085" y="24003"/>
                          </a:cubicBezTo>
                          <a:cubicBezTo>
                            <a:pt x="3895" y="29242"/>
                            <a:pt x="7991" y="30480"/>
                            <a:pt x="7800" y="20574"/>
                          </a:cubicBezTo>
                          <a:cubicBezTo>
                            <a:pt x="7705" y="13145"/>
                            <a:pt x="5895" y="5620"/>
                            <a:pt x="3800" y="181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55" name="Forme libre : forme 15754">
                      <a:extLst>
                        <a:ext uri="{FF2B5EF4-FFF2-40B4-BE49-F238E27FC236}">
                          <a16:creationId xmlns:a16="http://schemas.microsoft.com/office/drawing/2014/main" id="{5ED663BB-4168-4B5F-9F9C-B6B8DEFCD2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2237" y="4737068"/>
                      <a:ext cx="19526" cy="41954"/>
                    </a:xfrm>
                    <a:custGeom>
                      <a:avLst/>
                      <a:gdLst>
                        <a:gd name="connsiteX0" fmla="*/ 19526 w 19526"/>
                        <a:gd name="connsiteY0" fmla="*/ 41910 h 41954"/>
                        <a:gd name="connsiteX1" fmla="*/ 12192 w 19526"/>
                        <a:gd name="connsiteY1" fmla="*/ 37910 h 41954"/>
                        <a:gd name="connsiteX2" fmla="*/ 5620 w 19526"/>
                        <a:gd name="connsiteY2" fmla="*/ 25622 h 41954"/>
                        <a:gd name="connsiteX3" fmla="*/ 0 w 19526"/>
                        <a:gd name="connsiteY3" fmla="*/ 0 h 41954"/>
                        <a:gd name="connsiteX4" fmla="*/ 4286 w 19526"/>
                        <a:gd name="connsiteY4" fmla="*/ 18383 h 41954"/>
                        <a:gd name="connsiteX5" fmla="*/ 19526 w 19526"/>
                        <a:gd name="connsiteY5" fmla="*/ 41910 h 41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526" h="41954">
                          <a:moveTo>
                            <a:pt x="19526" y="41910"/>
                          </a:moveTo>
                          <a:cubicBezTo>
                            <a:pt x="19526" y="41910"/>
                            <a:pt x="16288" y="42672"/>
                            <a:pt x="12192" y="37910"/>
                          </a:cubicBezTo>
                          <a:cubicBezTo>
                            <a:pt x="10096" y="35528"/>
                            <a:pt x="7811" y="31718"/>
                            <a:pt x="5620" y="25622"/>
                          </a:cubicBezTo>
                          <a:cubicBezTo>
                            <a:pt x="3238" y="19526"/>
                            <a:pt x="1524" y="11335"/>
                            <a:pt x="0" y="0"/>
                          </a:cubicBezTo>
                          <a:cubicBezTo>
                            <a:pt x="0" y="0"/>
                            <a:pt x="1334" y="8763"/>
                            <a:pt x="4286" y="18383"/>
                          </a:cubicBezTo>
                          <a:cubicBezTo>
                            <a:pt x="7620" y="28004"/>
                            <a:pt x="12668" y="38386"/>
                            <a:pt x="19526" y="4191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56" name="Forme libre : forme 15755">
                      <a:extLst>
                        <a:ext uri="{FF2B5EF4-FFF2-40B4-BE49-F238E27FC236}">
                          <a16:creationId xmlns:a16="http://schemas.microsoft.com/office/drawing/2014/main" id="{D48C9B96-29DC-44FF-B707-1BC8FE3FBB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3860" y="4635531"/>
                      <a:ext cx="12824" cy="48291"/>
                    </a:xfrm>
                    <a:custGeom>
                      <a:avLst/>
                      <a:gdLst>
                        <a:gd name="connsiteX0" fmla="*/ 12763 w 12824"/>
                        <a:gd name="connsiteY0" fmla="*/ 48292 h 48291"/>
                        <a:gd name="connsiteX1" fmla="*/ 12002 w 12824"/>
                        <a:gd name="connsiteY1" fmla="*/ 26575 h 48291"/>
                        <a:gd name="connsiteX2" fmla="*/ 0 w 12824"/>
                        <a:gd name="connsiteY2" fmla="*/ 0 h 48291"/>
                        <a:gd name="connsiteX3" fmla="*/ 6477 w 12824"/>
                        <a:gd name="connsiteY3" fmla="*/ 9811 h 48291"/>
                        <a:gd name="connsiteX4" fmla="*/ 12763 w 12824"/>
                        <a:gd name="connsiteY4" fmla="*/ 48292 h 48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24" h="48291">
                          <a:moveTo>
                            <a:pt x="12763" y="48292"/>
                          </a:moveTo>
                          <a:cubicBezTo>
                            <a:pt x="12763" y="48292"/>
                            <a:pt x="13145" y="37814"/>
                            <a:pt x="12002" y="26575"/>
                          </a:cubicBezTo>
                          <a:cubicBezTo>
                            <a:pt x="10858" y="15335"/>
                            <a:pt x="7715" y="3238"/>
                            <a:pt x="0" y="0"/>
                          </a:cubicBezTo>
                          <a:cubicBezTo>
                            <a:pt x="0" y="0"/>
                            <a:pt x="3238" y="2572"/>
                            <a:pt x="6477" y="9811"/>
                          </a:cubicBezTo>
                          <a:cubicBezTo>
                            <a:pt x="9715" y="17240"/>
                            <a:pt x="12573" y="29242"/>
                            <a:pt x="12763" y="482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57" name="Forme libre : forme 15756">
                      <a:extLst>
                        <a:ext uri="{FF2B5EF4-FFF2-40B4-BE49-F238E27FC236}">
                          <a16:creationId xmlns:a16="http://schemas.microsoft.com/office/drawing/2014/main" id="{19EEE5BA-5BB5-4236-A24F-D0DABB0E81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3626" y="4711814"/>
                      <a:ext cx="6088" cy="25709"/>
                    </a:xfrm>
                    <a:custGeom>
                      <a:avLst/>
                      <a:gdLst>
                        <a:gd name="connsiteX0" fmla="*/ 1566 w 6088"/>
                        <a:gd name="connsiteY0" fmla="*/ 25444 h 25709"/>
                        <a:gd name="connsiteX1" fmla="*/ 423 w 6088"/>
                        <a:gd name="connsiteY1" fmla="*/ 10204 h 25709"/>
                        <a:gd name="connsiteX2" fmla="*/ 4614 w 6088"/>
                        <a:gd name="connsiteY2" fmla="*/ 298 h 25709"/>
                        <a:gd name="connsiteX3" fmla="*/ 5662 w 6088"/>
                        <a:gd name="connsiteY3" fmla="*/ 15443 h 25709"/>
                        <a:gd name="connsiteX4" fmla="*/ 1566 w 6088"/>
                        <a:gd name="connsiteY4" fmla="*/ 25444 h 25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88" h="25709">
                          <a:moveTo>
                            <a:pt x="1566" y="25444"/>
                          </a:moveTo>
                          <a:cubicBezTo>
                            <a:pt x="42" y="24015"/>
                            <a:pt x="-434" y="17157"/>
                            <a:pt x="423" y="10204"/>
                          </a:cubicBezTo>
                          <a:cubicBezTo>
                            <a:pt x="1281" y="3251"/>
                            <a:pt x="3090" y="-1226"/>
                            <a:pt x="4614" y="298"/>
                          </a:cubicBezTo>
                          <a:cubicBezTo>
                            <a:pt x="6043" y="1727"/>
                            <a:pt x="6519" y="8490"/>
                            <a:pt x="5662" y="15443"/>
                          </a:cubicBezTo>
                          <a:cubicBezTo>
                            <a:pt x="4709" y="22396"/>
                            <a:pt x="3090" y="26873"/>
                            <a:pt x="1566" y="2544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58" name="Forme libre : forme 15757">
                      <a:extLst>
                        <a:ext uri="{FF2B5EF4-FFF2-40B4-BE49-F238E27FC236}">
                          <a16:creationId xmlns:a16="http://schemas.microsoft.com/office/drawing/2014/main" id="{2DFAC879-61E0-4955-8323-F2C93F4A00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4706" y="4733829"/>
                      <a:ext cx="2486" cy="7143"/>
                    </a:xfrm>
                    <a:custGeom>
                      <a:avLst/>
                      <a:gdLst>
                        <a:gd name="connsiteX0" fmla="*/ 1344 w 2486"/>
                        <a:gd name="connsiteY0" fmla="*/ 7144 h 7143"/>
                        <a:gd name="connsiteX1" fmla="*/ 10 w 2486"/>
                        <a:gd name="connsiteY1" fmla="*/ 3620 h 7143"/>
                        <a:gd name="connsiteX2" fmla="*/ 1153 w 2486"/>
                        <a:gd name="connsiteY2" fmla="*/ 0 h 7143"/>
                        <a:gd name="connsiteX3" fmla="*/ 2487 w 2486"/>
                        <a:gd name="connsiteY3" fmla="*/ 3524 h 7143"/>
                        <a:gd name="connsiteX4" fmla="*/ 1344 w 2486"/>
                        <a:gd name="connsiteY4" fmla="*/ 7144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86" h="7143">
                          <a:moveTo>
                            <a:pt x="1344" y="7144"/>
                          </a:moveTo>
                          <a:cubicBezTo>
                            <a:pt x="677" y="7144"/>
                            <a:pt x="105" y="5620"/>
                            <a:pt x="10" y="3620"/>
                          </a:cubicBezTo>
                          <a:cubicBezTo>
                            <a:pt x="-85" y="1619"/>
                            <a:pt x="487" y="95"/>
                            <a:pt x="1153" y="0"/>
                          </a:cubicBezTo>
                          <a:cubicBezTo>
                            <a:pt x="1820" y="0"/>
                            <a:pt x="2392" y="1524"/>
                            <a:pt x="2487" y="3524"/>
                          </a:cubicBezTo>
                          <a:cubicBezTo>
                            <a:pt x="2487" y="5525"/>
                            <a:pt x="2011" y="7144"/>
                            <a:pt x="1344" y="71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59" name="Forme libre : forme 15758">
                      <a:extLst>
                        <a:ext uri="{FF2B5EF4-FFF2-40B4-BE49-F238E27FC236}">
                          <a16:creationId xmlns:a16="http://schemas.microsoft.com/office/drawing/2014/main" id="{996D31FE-D8E8-4407-9723-823795C393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2598" y="4711804"/>
                      <a:ext cx="20832" cy="60125"/>
                    </a:xfrm>
                    <a:custGeom>
                      <a:avLst/>
                      <a:gdLst>
                        <a:gd name="connsiteX0" fmla="*/ 14025 w 20832"/>
                        <a:gd name="connsiteY0" fmla="*/ 54315 h 60125"/>
                        <a:gd name="connsiteX1" fmla="*/ 3738 w 20832"/>
                        <a:gd name="connsiteY1" fmla="*/ 60125 h 60125"/>
                        <a:gd name="connsiteX2" fmla="*/ 118 w 20832"/>
                        <a:gd name="connsiteY2" fmla="*/ 55268 h 60125"/>
                        <a:gd name="connsiteX3" fmla="*/ 1738 w 20832"/>
                        <a:gd name="connsiteY3" fmla="*/ 47457 h 60125"/>
                        <a:gd name="connsiteX4" fmla="*/ 11072 w 20832"/>
                        <a:gd name="connsiteY4" fmla="*/ 31455 h 60125"/>
                        <a:gd name="connsiteX5" fmla="*/ 14120 w 20832"/>
                        <a:gd name="connsiteY5" fmla="*/ 11834 h 60125"/>
                        <a:gd name="connsiteX6" fmla="*/ 18882 w 20832"/>
                        <a:gd name="connsiteY6" fmla="*/ 785 h 60125"/>
                        <a:gd name="connsiteX7" fmla="*/ 20788 w 20832"/>
                        <a:gd name="connsiteY7" fmla="*/ 19358 h 60125"/>
                        <a:gd name="connsiteX8" fmla="*/ 19454 w 20832"/>
                        <a:gd name="connsiteY8" fmla="*/ 38885 h 60125"/>
                        <a:gd name="connsiteX9" fmla="*/ 14025 w 20832"/>
                        <a:gd name="connsiteY9" fmla="*/ 54315 h 60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832" h="60125">
                          <a:moveTo>
                            <a:pt x="14025" y="54315"/>
                          </a:moveTo>
                          <a:cubicBezTo>
                            <a:pt x="10977" y="58792"/>
                            <a:pt x="7357" y="60030"/>
                            <a:pt x="3738" y="60125"/>
                          </a:cubicBezTo>
                          <a:cubicBezTo>
                            <a:pt x="2404" y="60125"/>
                            <a:pt x="595" y="59173"/>
                            <a:pt x="118" y="55268"/>
                          </a:cubicBezTo>
                          <a:cubicBezTo>
                            <a:pt x="-358" y="51743"/>
                            <a:pt x="690" y="48981"/>
                            <a:pt x="1738" y="47457"/>
                          </a:cubicBezTo>
                          <a:cubicBezTo>
                            <a:pt x="4786" y="42599"/>
                            <a:pt x="8881" y="39837"/>
                            <a:pt x="11072" y="31455"/>
                          </a:cubicBezTo>
                          <a:cubicBezTo>
                            <a:pt x="11739" y="28788"/>
                            <a:pt x="12596" y="19644"/>
                            <a:pt x="14120" y="11834"/>
                          </a:cubicBezTo>
                          <a:cubicBezTo>
                            <a:pt x="15549" y="4023"/>
                            <a:pt x="17168" y="-2264"/>
                            <a:pt x="18882" y="785"/>
                          </a:cubicBezTo>
                          <a:cubicBezTo>
                            <a:pt x="20597" y="3832"/>
                            <a:pt x="20978" y="11548"/>
                            <a:pt x="20788" y="19358"/>
                          </a:cubicBezTo>
                          <a:cubicBezTo>
                            <a:pt x="20597" y="27169"/>
                            <a:pt x="20216" y="35170"/>
                            <a:pt x="19454" y="38885"/>
                          </a:cubicBezTo>
                          <a:cubicBezTo>
                            <a:pt x="18025" y="45647"/>
                            <a:pt x="16406" y="50981"/>
                            <a:pt x="14025" y="5431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87" name="Graphique 1">
                    <a:extLst>
                      <a:ext uri="{FF2B5EF4-FFF2-40B4-BE49-F238E27FC236}">
                        <a16:creationId xmlns:a16="http://schemas.microsoft.com/office/drawing/2014/main" id="{30295E9F-DC00-4272-86F6-B1607FBEF452}"/>
                      </a:ext>
                    </a:extLst>
                  </p:cNvPr>
                  <p:cNvGrpSpPr/>
                  <p:nvPr/>
                </p:nvGrpSpPr>
                <p:grpSpPr>
                  <a:xfrm>
                    <a:off x="3399649" y="4782470"/>
                    <a:ext cx="70188" cy="147806"/>
                    <a:chOff x="3399649" y="4782470"/>
                    <a:chExt cx="70188" cy="147806"/>
                  </a:xfrm>
                  <a:solidFill>
                    <a:schemeClr val="accent1"/>
                  </a:solidFill>
                </p:grpSpPr>
                <p:sp>
                  <p:nvSpPr>
                    <p:cNvPr id="15736" name="Forme libre : forme 15735">
                      <a:extLst>
                        <a:ext uri="{FF2B5EF4-FFF2-40B4-BE49-F238E27FC236}">
                          <a16:creationId xmlns:a16="http://schemas.microsoft.com/office/drawing/2014/main" id="{2AA0FCFF-319D-4BF4-8918-20686A26FD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9649" y="4782470"/>
                      <a:ext cx="70188" cy="147656"/>
                    </a:xfrm>
                    <a:custGeom>
                      <a:avLst/>
                      <a:gdLst>
                        <a:gd name="connsiteX0" fmla="*/ 19639 w 70188"/>
                        <a:gd name="connsiteY0" fmla="*/ 109475 h 147656"/>
                        <a:gd name="connsiteX1" fmla="*/ 9638 w 70188"/>
                        <a:gd name="connsiteY1" fmla="*/ 81090 h 147656"/>
                        <a:gd name="connsiteX2" fmla="*/ 2399 w 70188"/>
                        <a:gd name="connsiteY2" fmla="*/ 52229 h 147656"/>
                        <a:gd name="connsiteX3" fmla="*/ 18 w 70188"/>
                        <a:gd name="connsiteY3" fmla="*/ 32893 h 147656"/>
                        <a:gd name="connsiteX4" fmla="*/ 1065 w 70188"/>
                        <a:gd name="connsiteY4" fmla="*/ 16796 h 147656"/>
                        <a:gd name="connsiteX5" fmla="*/ 10876 w 70188"/>
                        <a:gd name="connsiteY5" fmla="*/ 1270 h 147656"/>
                        <a:gd name="connsiteX6" fmla="*/ 23163 w 70188"/>
                        <a:gd name="connsiteY6" fmla="*/ 32 h 147656"/>
                        <a:gd name="connsiteX7" fmla="*/ 36022 w 70188"/>
                        <a:gd name="connsiteY7" fmla="*/ 12319 h 147656"/>
                        <a:gd name="connsiteX8" fmla="*/ 41547 w 70188"/>
                        <a:gd name="connsiteY8" fmla="*/ 26131 h 147656"/>
                        <a:gd name="connsiteX9" fmla="*/ 45928 w 70188"/>
                        <a:gd name="connsiteY9" fmla="*/ 43085 h 147656"/>
                        <a:gd name="connsiteX10" fmla="*/ 52119 w 70188"/>
                        <a:gd name="connsiteY10" fmla="*/ 68612 h 147656"/>
                        <a:gd name="connsiteX11" fmla="*/ 60501 w 70188"/>
                        <a:gd name="connsiteY11" fmla="*/ 93091 h 147656"/>
                        <a:gd name="connsiteX12" fmla="*/ 66121 w 70188"/>
                        <a:gd name="connsiteY12" fmla="*/ 109093 h 147656"/>
                        <a:gd name="connsiteX13" fmla="*/ 69550 w 70188"/>
                        <a:gd name="connsiteY13" fmla="*/ 123000 h 147656"/>
                        <a:gd name="connsiteX14" fmla="*/ 66788 w 70188"/>
                        <a:gd name="connsiteY14" fmla="*/ 140145 h 147656"/>
                        <a:gd name="connsiteX15" fmla="*/ 56691 w 70188"/>
                        <a:gd name="connsiteY15" fmla="*/ 146717 h 147656"/>
                        <a:gd name="connsiteX16" fmla="*/ 39546 w 70188"/>
                        <a:gd name="connsiteY16" fmla="*/ 139954 h 147656"/>
                        <a:gd name="connsiteX17" fmla="*/ 28878 w 70188"/>
                        <a:gd name="connsiteY17" fmla="*/ 127096 h 147656"/>
                        <a:gd name="connsiteX18" fmla="*/ 19639 w 70188"/>
                        <a:gd name="connsiteY18" fmla="*/ 109475 h 147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70188" h="147656">
                          <a:moveTo>
                            <a:pt x="19639" y="109475"/>
                          </a:moveTo>
                          <a:cubicBezTo>
                            <a:pt x="15639" y="100140"/>
                            <a:pt x="12781" y="90615"/>
                            <a:pt x="9638" y="81090"/>
                          </a:cubicBezTo>
                          <a:cubicBezTo>
                            <a:pt x="7066" y="71470"/>
                            <a:pt x="4209" y="61945"/>
                            <a:pt x="2399" y="52229"/>
                          </a:cubicBezTo>
                          <a:cubicBezTo>
                            <a:pt x="970" y="45466"/>
                            <a:pt x="18" y="38894"/>
                            <a:pt x="18" y="32893"/>
                          </a:cubicBezTo>
                          <a:cubicBezTo>
                            <a:pt x="-78" y="26893"/>
                            <a:pt x="208" y="21368"/>
                            <a:pt x="1065" y="16796"/>
                          </a:cubicBezTo>
                          <a:cubicBezTo>
                            <a:pt x="2970" y="7557"/>
                            <a:pt x="6399" y="1747"/>
                            <a:pt x="10876" y="1270"/>
                          </a:cubicBezTo>
                          <a:lnTo>
                            <a:pt x="23163" y="32"/>
                          </a:lnTo>
                          <a:cubicBezTo>
                            <a:pt x="27640" y="-444"/>
                            <a:pt x="32212" y="4414"/>
                            <a:pt x="36022" y="12319"/>
                          </a:cubicBezTo>
                          <a:cubicBezTo>
                            <a:pt x="38022" y="16224"/>
                            <a:pt x="40023" y="20892"/>
                            <a:pt x="41547" y="26131"/>
                          </a:cubicBezTo>
                          <a:cubicBezTo>
                            <a:pt x="43071" y="31369"/>
                            <a:pt x="44690" y="37084"/>
                            <a:pt x="45928" y="43085"/>
                          </a:cubicBezTo>
                          <a:cubicBezTo>
                            <a:pt x="47452" y="51753"/>
                            <a:pt x="49928" y="60135"/>
                            <a:pt x="52119" y="68612"/>
                          </a:cubicBezTo>
                          <a:cubicBezTo>
                            <a:pt x="54786" y="76804"/>
                            <a:pt x="57168" y="85186"/>
                            <a:pt x="60501" y="93091"/>
                          </a:cubicBezTo>
                          <a:cubicBezTo>
                            <a:pt x="62502" y="98806"/>
                            <a:pt x="64597" y="104045"/>
                            <a:pt x="66121" y="109093"/>
                          </a:cubicBezTo>
                          <a:cubicBezTo>
                            <a:pt x="67455" y="114237"/>
                            <a:pt x="68693" y="118904"/>
                            <a:pt x="69550" y="123000"/>
                          </a:cubicBezTo>
                          <a:cubicBezTo>
                            <a:pt x="70788" y="131382"/>
                            <a:pt x="70407" y="137764"/>
                            <a:pt x="66788" y="140145"/>
                          </a:cubicBezTo>
                          <a:lnTo>
                            <a:pt x="56691" y="146717"/>
                          </a:lnTo>
                          <a:cubicBezTo>
                            <a:pt x="52977" y="149194"/>
                            <a:pt x="46500" y="146717"/>
                            <a:pt x="39546" y="139954"/>
                          </a:cubicBezTo>
                          <a:cubicBezTo>
                            <a:pt x="35927" y="136716"/>
                            <a:pt x="32117" y="132334"/>
                            <a:pt x="28878" y="127096"/>
                          </a:cubicBezTo>
                          <a:cubicBezTo>
                            <a:pt x="25449" y="122047"/>
                            <a:pt x="22020" y="116047"/>
                            <a:pt x="19639" y="109475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37" name="Forme libre : forme 15736">
                      <a:extLst>
                        <a:ext uri="{FF2B5EF4-FFF2-40B4-BE49-F238E27FC236}">
                          <a16:creationId xmlns:a16="http://schemas.microsoft.com/office/drawing/2014/main" id="{67371EB7-9532-4CE5-A91C-F680950933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9649" y="4783264"/>
                      <a:ext cx="56977" cy="147012"/>
                    </a:xfrm>
                    <a:custGeom>
                      <a:avLst/>
                      <a:gdLst>
                        <a:gd name="connsiteX0" fmla="*/ 18877 w 56977"/>
                        <a:gd name="connsiteY0" fmla="*/ 58388 h 147012"/>
                        <a:gd name="connsiteX1" fmla="*/ 12972 w 56977"/>
                        <a:gd name="connsiteY1" fmla="*/ 25908 h 147012"/>
                        <a:gd name="connsiteX2" fmla="*/ 16210 w 56977"/>
                        <a:gd name="connsiteY2" fmla="*/ 0 h 147012"/>
                        <a:gd name="connsiteX3" fmla="*/ 10876 w 56977"/>
                        <a:gd name="connsiteY3" fmla="*/ 571 h 147012"/>
                        <a:gd name="connsiteX4" fmla="*/ 1065 w 56977"/>
                        <a:gd name="connsiteY4" fmla="*/ 16097 h 147012"/>
                        <a:gd name="connsiteX5" fmla="*/ 18 w 56977"/>
                        <a:gd name="connsiteY5" fmla="*/ 32195 h 147012"/>
                        <a:gd name="connsiteX6" fmla="*/ 2399 w 56977"/>
                        <a:gd name="connsiteY6" fmla="*/ 51530 h 147012"/>
                        <a:gd name="connsiteX7" fmla="*/ 9638 w 56977"/>
                        <a:gd name="connsiteY7" fmla="*/ 80391 h 147012"/>
                        <a:gd name="connsiteX8" fmla="*/ 19639 w 56977"/>
                        <a:gd name="connsiteY8" fmla="*/ 108775 h 147012"/>
                        <a:gd name="connsiteX9" fmla="*/ 28878 w 56977"/>
                        <a:gd name="connsiteY9" fmla="*/ 126492 h 147012"/>
                        <a:gd name="connsiteX10" fmla="*/ 39546 w 56977"/>
                        <a:gd name="connsiteY10" fmla="*/ 139351 h 147012"/>
                        <a:gd name="connsiteX11" fmla="*/ 56691 w 56977"/>
                        <a:gd name="connsiteY11" fmla="*/ 146114 h 147012"/>
                        <a:gd name="connsiteX12" fmla="*/ 56977 w 56977"/>
                        <a:gd name="connsiteY12" fmla="*/ 145923 h 147012"/>
                        <a:gd name="connsiteX13" fmla="*/ 44499 w 56977"/>
                        <a:gd name="connsiteY13" fmla="*/ 125063 h 147012"/>
                        <a:gd name="connsiteX14" fmla="*/ 34689 w 56977"/>
                        <a:gd name="connsiteY14" fmla="*/ 103251 h 147012"/>
                        <a:gd name="connsiteX15" fmla="*/ 26402 w 56977"/>
                        <a:gd name="connsiteY15" fmla="*/ 81058 h 147012"/>
                        <a:gd name="connsiteX16" fmla="*/ 18877 w 56977"/>
                        <a:gd name="connsiteY16" fmla="*/ 58388 h 147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56977" h="147012">
                          <a:moveTo>
                            <a:pt x="18877" y="58388"/>
                          </a:moveTo>
                          <a:cubicBezTo>
                            <a:pt x="15448" y="47530"/>
                            <a:pt x="13162" y="36195"/>
                            <a:pt x="12972" y="25908"/>
                          </a:cubicBezTo>
                          <a:cubicBezTo>
                            <a:pt x="12400" y="15621"/>
                            <a:pt x="13829" y="6477"/>
                            <a:pt x="16210" y="0"/>
                          </a:cubicBezTo>
                          <a:lnTo>
                            <a:pt x="10876" y="571"/>
                          </a:lnTo>
                          <a:cubicBezTo>
                            <a:pt x="6399" y="1048"/>
                            <a:pt x="2970" y="6858"/>
                            <a:pt x="1065" y="16097"/>
                          </a:cubicBezTo>
                          <a:cubicBezTo>
                            <a:pt x="208" y="20764"/>
                            <a:pt x="-78" y="26194"/>
                            <a:pt x="18" y="32195"/>
                          </a:cubicBezTo>
                          <a:cubicBezTo>
                            <a:pt x="18" y="38195"/>
                            <a:pt x="970" y="44768"/>
                            <a:pt x="2399" y="51530"/>
                          </a:cubicBezTo>
                          <a:cubicBezTo>
                            <a:pt x="4209" y="61246"/>
                            <a:pt x="7066" y="70771"/>
                            <a:pt x="9638" y="80391"/>
                          </a:cubicBezTo>
                          <a:cubicBezTo>
                            <a:pt x="12781" y="89916"/>
                            <a:pt x="15639" y="99441"/>
                            <a:pt x="19639" y="108775"/>
                          </a:cubicBezTo>
                          <a:cubicBezTo>
                            <a:pt x="22116" y="115348"/>
                            <a:pt x="25449" y="121348"/>
                            <a:pt x="28878" y="126492"/>
                          </a:cubicBezTo>
                          <a:cubicBezTo>
                            <a:pt x="32117" y="131731"/>
                            <a:pt x="35927" y="136112"/>
                            <a:pt x="39546" y="139351"/>
                          </a:cubicBezTo>
                          <a:cubicBezTo>
                            <a:pt x="46500" y="146114"/>
                            <a:pt x="53072" y="148495"/>
                            <a:pt x="56691" y="146114"/>
                          </a:cubicBezTo>
                          <a:lnTo>
                            <a:pt x="56977" y="145923"/>
                          </a:lnTo>
                          <a:cubicBezTo>
                            <a:pt x="52215" y="139255"/>
                            <a:pt x="48309" y="132112"/>
                            <a:pt x="44499" y="125063"/>
                          </a:cubicBezTo>
                          <a:cubicBezTo>
                            <a:pt x="41070" y="117824"/>
                            <a:pt x="37451" y="110776"/>
                            <a:pt x="34689" y="103251"/>
                          </a:cubicBezTo>
                          <a:cubicBezTo>
                            <a:pt x="31641" y="95917"/>
                            <a:pt x="28974" y="88487"/>
                            <a:pt x="26402" y="81058"/>
                          </a:cubicBezTo>
                          <a:cubicBezTo>
                            <a:pt x="23640" y="73628"/>
                            <a:pt x="21735" y="65913"/>
                            <a:pt x="18877" y="5838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38" name="Forme libre : forme 15737">
                      <a:extLst>
                        <a:ext uri="{FF2B5EF4-FFF2-40B4-BE49-F238E27FC236}">
                          <a16:creationId xmlns:a16="http://schemas.microsoft.com/office/drawing/2014/main" id="{CC358294-21E5-49A3-9846-2243F8F86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127" y="4833987"/>
                      <a:ext cx="27077" cy="65486"/>
                    </a:xfrm>
                    <a:custGeom>
                      <a:avLst/>
                      <a:gdLst>
                        <a:gd name="connsiteX0" fmla="*/ 25259 w 27077"/>
                        <a:gd name="connsiteY0" fmla="*/ 65291 h 65486"/>
                        <a:gd name="connsiteX1" fmla="*/ 15639 w 27077"/>
                        <a:gd name="connsiteY1" fmla="*/ 58433 h 65486"/>
                        <a:gd name="connsiteX2" fmla="*/ 4590 w 27077"/>
                        <a:gd name="connsiteY2" fmla="*/ 35859 h 65486"/>
                        <a:gd name="connsiteX3" fmla="*/ 1066 w 27077"/>
                        <a:gd name="connsiteY3" fmla="*/ 22524 h 65486"/>
                        <a:gd name="connsiteX4" fmla="*/ 18 w 27077"/>
                        <a:gd name="connsiteY4" fmla="*/ 11285 h 65486"/>
                        <a:gd name="connsiteX5" fmla="*/ 3447 w 27077"/>
                        <a:gd name="connsiteY5" fmla="*/ 45 h 65486"/>
                        <a:gd name="connsiteX6" fmla="*/ 11543 w 27077"/>
                        <a:gd name="connsiteY6" fmla="*/ 8427 h 65486"/>
                        <a:gd name="connsiteX7" fmla="*/ 16020 w 27077"/>
                        <a:gd name="connsiteY7" fmla="*/ 18333 h 65486"/>
                        <a:gd name="connsiteX8" fmla="*/ 20497 w 27077"/>
                        <a:gd name="connsiteY8" fmla="*/ 30620 h 65486"/>
                        <a:gd name="connsiteX9" fmla="*/ 26497 w 27077"/>
                        <a:gd name="connsiteY9" fmla="*/ 53766 h 65486"/>
                        <a:gd name="connsiteX10" fmla="*/ 25259 w 27077"/>
                        <a:gd name="connsiteY10" fmla="*/ 65291 h 65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077" h="65486">
                          <a:moveTo>
                            <a:pt x="25259" y="65291"/>
                          </a:moveTo>
                          <a:cubicBezTo>
                            <a:pt x="23259" y="66244"/>
                            <a:pt x="19544" y="63672"/>
                            <a:pt x="15639" y="58433"/>
                          </a:cubicBezTo>
                          <a:cubicBezTo>
                            <a:pt x="12020" y="53099"/>
                            <a:pt x="7352" y="45289"/>
                            <a:pt x="4590" y="35859"/>
                          </a:cubicBezTo>
                          <a:cubicBezTo>
                            <a:pt x="3161" y="31192"/>
                            <a:pt x="1733" y="26715"/>
                            <a:pt x="1066" y="22524"/>
                          </a:cubicBezTo>
                          <a:cubicBezTo>
                            <a:pt x="399" y="18333"/>
                            <a:pt x="18" y="14523"/>
                            <a:pt x="18" y="11285"/>
                          </a:cubicBezTo>
                          <a:cubicBezTo>
                            <a:pt x="-172" y="4808"/>
                            <a:pt x="1161" y="521"/>
                            <a:pt x="3447" y="45"/>
                          </a:cubicBezTo>
                          <a:cubicBezTo>
                            <a:pt x="5733" y="-431"/>
                            <a:pt x="8400" y="2902"/>
                            <a:pt x="11543" y="8427"/>
                          </a:cubicBezTo>
                          <a:cubicBezTo>
                            <a:pt x="13067" y="11189"/>
                            <a:pt x="14591" y="14618"/>
                            <a:pt x="16020" y="18333"/>
                          </a:cubicBezTo>
                          <a:cubicBezTo>
                            <a:pt x="17449" y="22143"/>
                            <a:pt x="19163" y="26239"/>
                            <a:pt x="20497" y="30620"/>
                          </a:cubicBezTo>
                          <a:cubicBezTo>
                            <a:pt x="23069" y="39574"/>
                            <a:pt x="25736" y="47479"/>
                            <a:pt x="26497" y="53766"/>
                          </a:cubicBezTo>
                          <a:cubicBezTo>
                            <a:pt x="27450" y="59957"/>
                            <a:pt x="27355" y="64243"/>
                            <a:pt x="25259" y="65291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39" name="Forme libre : forme 15738">
                      <a:extLst>
                        <a:ext uri="{FF2B5EF4-FFF2-40B4-BE49-F238E27FC236}">
                          <a16:creationId xmlns:a16="http://schemas.microsoft.com/office/drawing/2014/main" id="{892E64A0-859F-46F7-9462-25824238B8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127" y="4833895"/>
                      <a:ext cx="13734" cy="50524"/>
                    </a:xfrm>
                    <a:custGeom>
                      <a:avLst/>
                      <a:gdLst>
                        <a:gd name="connsiteX0" fmla="*/ 13734 w 13734"/>
                        <a:gd name="connsiteY0" fmla="*/ 12996 h 50524"/>
                        <a:gd name="connsiteX1" fmla="*/ 3447 w 13734"/>
                        <a:gd name="connsiteY1" fmla="*/ 42 h 50524"/>
                        <a:gd name="connsiteX2" fmla="*/ 18 w 13734"/>
                        <a:gd name="connsiteY2" fmla="*/ 11282 h 50524"/>
                        <a:gd name="connsiteX3" fmla="*/ 1066 w 13734"/>
                        <a:gd name="connsiteY3" fmla="*/ 22521 h 50524"/>
                        <a:gd name="connsiteX4" fmla="*/ 4590 w 13734"/>
                        <a:gd name="connsiteY4" fmla="*/ 35857 h 50524"/>
                        <a:gd name="connsiteX5" fmla="*/ 10781 w 13734"/>
                        <a:gd name="connsiteY5" fmla="*/ 50525 h 50524"/>
                        <a:gd name="connsiteX6" fmla="*/ 8114 w 13734"/>
                        <a:gd name="connsiteY6" fmla="*/ 42143 h 50524"/>
                        <a:gd name="connsiteX7" fmla="*/ 7638 w 13734"/>
                        <a:gd name="connsiteY7" fmla="*/ 21759 h 50524"/>
                        <a:gd name="connsiteX8" fmla="*/ 13734 w 13734"/>
                        <a:gd name="connsiteY8" fmla="*/ 12996 h 50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734" h="50524">
                          <a:moveTo>
                            <a:pt x="13734" y="12996"/>
                          </a:moveTo>
                          <a:cubicBezTo>
                            <a:pt x="9924" y="4710"/>
                            <a:pt x="6209" y="-529"/>
                            <a:pt x="3447" y="42"/>
                          </a:cubicBezTo>
                          <a:cubicBezTo>
                            <a:pt x="1161" y="519"/>
                            <a:pt x="-172" y="4805"/>
                            <a:pt x="18" y="11282"/>
                          </a:cubicBezTo>
                          <a:cubicBezTo>
                            <a:pt x="113" y="14520"/>
                            <a:pt x="494" y="18331"/>
                            <a:pt x="1066" y="22521"/>
                          </a:cubicBezTo>
                          <a:cubicBezTo>
                            <a:pt x="1733" y="26712"/>
                            <a:pt x="3066" y="31189"/>
                            <a:pt x="4590" y="35857"/>
                          </a:cubicBezTo>
                          <a:cubicBezTo>
                            <a:pt x="6209" y="41381"/>
                            <a:pt x="8400" y="46334"/>
                            <a:pt x="10781" y="50525"/>
                          </a:cubicBezTo>
                          <a:cubicBezTo>
                            <a:pt x="9734" y="47763"/>
                            <a:pt x="8781" y="45000"/>
                            <a:pt x="8114" y="42143"/>
                          </a:cubicBezTo>
                          <a:cubicBezTo>
                            <a:pt x="6971" y="34333"/>
                            <a:pt x="6686" y="27093"/>
                            <a:pt x="7638" y="21759"/>
                          </a:cubicBezTo>
                          <a:cubicBezTo>
                            <a:pt x="8781" y="16521"/>
                            <a:pt x="10877" y="13187"/>
                            <a:pt x="13734" y="1299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40" name="Forme libre : forme 15739">
                      <a:extLst>
                        <a:ext uri="{FF2B5EF4-FFF2-40B4-BE49-F238E27FC236}">
                          <a16:creationId xmlns:a16="http://schemas.microsoft.com/office/drawing/2014/main" id="{642D7184-E52B-422E-8FD0-CA88C23B41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9091" y="4837701"/>
                      <a:ext cx="27884" cy="65803"/>
                    </a:xfrm>
                    <a:custGeom>
                      <a:avLst/>
                      <a:gdLst>
                        <a:gd name="connsiteX0" fmla="*/ 26105 w 27884"/>
                        <a:gd name="connsiteY0" fmla="*/ 65578 h 65803"/>
                        <a:gd name="connsiteX1" fmla="*/ 16294 w 27884"/>
                        <a:gd name="connsiteY1" fmla="*/ 58720 h 65803"/>
                        <a:gd name="connsiteX2" fmla="*/ 10389 w 27884"/>
                        <a:gd name="connsiteY2" fmla="*/ 48910 h 65803"/>
                        <a:gd name="connsiteX3" fmla="*/ 4864 w 27884"/>
                        <a:gd name="connsiteY3" fmla="*/ 36146 h 65803"/>
                        <a:gd name="connsiteX4" fmla="*/ 6 w 27884"/>
                        <a:gd name="connsiteY4" fmla="*/ 11381 h 65803"/>
                        <a:gd name="connsiteX5" fmla="*/ 3245 w 27884"/>
                        <a:gd name="connsiteY5" fmla="*/ 46 h 65803"/>
                        <a:gd name="connsiteX6" fmla="*/ 11532 w 27884"/>
                        <a:gd name="connsiteY6" fmla="*/ 8428 h 65803"/>
                        <a:gd name="connsiteX7" fmla="*/ 20676 w 27884"/>
                        <a:gd name="connsiteY7" fmla="*/ 30717 h 65803"/>
                        <a:gd name="connsiteX8" fmla="*/ 24581 w 27884"/>
                        <a:gd name="connsiteY8" fmla="*/ 43290 h 65803"/>
                        <a:gd name="connsiteX9" fmla="*/ 26962 w 27884"/>
                        <a:gd name="connsiteY9" fmla="*/ 53958 h 65803"/>
                        <a:gd name="connsiteX10" fmla="*/ 26105 w 27884"/>
                        <a:gd name="connsiteY10" fmla="*/ 65578 h 658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884" h="65803">
                          <a:moveTo>
                            <a:pt x="26105" y="65578"/>
                          </a:moveTo>
                          <a:cubicBezTo>
                            <a:pt x="24009" y="66626"/>
                            <a:pt x="20485" y="63959"/>
                            <a:pt x="16294" y="58720"/>
                          </a:cubicBezTo>
                          <a:cubicBezTo>
                            <a:pt x="14199" y="56148"/>
                            <a:pt x="12389" y="52719"/>
                            <a:pt x="10389" y="48910"/>
                          </a:cubicBezTo>
                          <a:cubicBezTo>
                            <a:pt x="8484" y="45099"/>
                            <a:pt x="6293" y="40813"/>
                            <a:pt x="4864" y="36146"/>
                          </a:cubicBezTo>
                          <a:cubicBezTo>
                            <a:pt x="1721" y="26811"/>
                            <a:pt x="6" y="18049"/>
                            <a:pt x="6" y="11381"/>
                          </a:cubicBezTo>
                          <a:cubicBezTo>
                            <a:pt x="-89" y="4809"/>
                            <a:pt x="864" y="618"/>
                            <a:pt x="3245" y="46"/>
                          </a:cubicBezTo>
                          <a:cubicBezTo>
                            <a:pt x="5436" y="-430"/>
                            <a:pt x="8484" y="2808"/>
                            <a:pt x="11532" y="8428"/>
                          </a:cubicBezTo>
                          <a:cubicBezTo>
                            <a:pt x="14389" y="14048"/>
                            <a:pt x="17723" y="21858"/>
                            <a:pt x="20676" y="30717"/>
                          </a:cubicBezTo>
                          <a:cubicBezTo>
                            <a:pt x="22009" y="35193"/>
                            <a:pt x="23629" y="39289"/>
                            <a:pt x="24581" y="43290"/>
                          </a:cubicBezTo>
                          <a:cubicBezTo>
                            <a:pt x="25724" y="47195"/>
                            <a:pt x="26296" y="50910"/>
                            <a:pt x="26962" y="53958"/>
                          </a:cubicBezTo>
                          <a:cubicBezTo>
                            <a:pt x="28391" y="60149"/>
                            <a:pt x="28200" y="64530"/>
                            <a:pt x="26105" y="6557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41" name="Forme libre : forme 15740">
                      <a:extLst>
                        <a:ext uri="{FF2B5EF4-FFF2-40B4-BE49-F238E27FC236}">
                          <a16:creationId xmlns:a16="http://schemas.microsoft.com/office/drawing/2014/main" id="{E32E2FD7-7B66-454C-8907-6F1D8A015C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6610" y="4803947"/>
                      <a:ext cx="27719" cy="87945"/>
                    </a:xfrm>
                    <a:custGeom>
                      <a:avLst/>
                      <a:gdLst>
                        <a:gd name="connsiteX0" fmla="*/ 10583 w 27719"/>
                        <a:gd name="connsiteY0" fmla="*/ 1415 h 87945"/>
                        <a:gd name="connsiteX1" fmla="*/ 3153 w 27719"/>
                        <a:gd name="connsiteY1" fmla="*/ 4939 h 87945"/>
                        <a:gd name="connsiteX2" fmla="*/ 1820 w 27719"/>
                        <a:gd name="connsiteY2" fmla="*/ 41706 h 87945"/>
                        <a:gd name="connsiteX3" fmla="*/ 13917 w 27719"/>
                        <a:gd name="connsiteY3" fmla="*/ 77806 h 87945"/>
                        <a:gd name="connsiteX4" fmla="*/ 25347 w 27719"/>
                        <a:gd name="connsiteY4" fmla="*/ 86378 h 87945"/>
                        <a:gd name="connsiteX5" fmla="*/ 24394 w 27719"/>
                        <a:gd name="connsiteY5" fmla="*/ 73424 h 87945"/>
                        <a:gd name="connsiteX6" fmla="*/ 24585 w 27719"/>
                        <a:gd name="connsiteY6" fmla="*/ 42563 h 87945"/>
                        <a:gd name="connsiteX7" fmla="*/ 25918 w 27719"/>
                        <a:gd name="connsiteY7" fmla="*/ 7892 h 87945"/>
                        <a:gd name="connsiteX8" fmla="*/ 10583 w 27719"/>
                        <a:gd name="connsiteY8" fmla="*/ 1415 h 87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719" h="87945">
                          <a:moveTo>
                            <a:pt x="10583" y="1415"/>
                          </a:moveTo>
                          <a:cubicBezTo>
                            <a:pt x="7916" y="1606"/>
                            <a:pt x="5154" y="1796"/>
                            <a:pt x="3153" y="4939"/>
                          </a:cubicBezTo>
                          <a:cubicBezTo>
                            <a:pt x="-847" y="10940"/>
                            <a:pt x="-752" y="26656"/>
                            <a:pt x="1820" y="41706"/>
                          </a:cubicBezTo>
                          <a:cubicBezTo>
                            <a:pt x="3915" y="54184"/>
                            <a:pt x="8107" y="67614"/>
                            <a:pt x="13917" y="77806"/>
                          </a:cubicBezTo>
                          <a:cubicBezTo>
                            <a:pt x="18489" y="85330"/>
                            <a:pt x="24013" y="90760"/>
                            <a:pt x="25347" y="86378"/>
                          </a:cubicBezTo>
                          <a:cubicBezTo>
                            <a:pt x="26204" y="83711"/>
                            <a:pt x="25251" y="78282"/>
                            <a:pt x="24394" y="73424"/>
                          </a:cubicBezTo>
                          <a:cubicBezTo>
                            <a:pt x="23061" y="61804"/>
                            <a:pt x="22965" y="51421"/>
                            <a:pt x="24585" y="42563"/>
                          </a:cubicBezTo>
                          <a:cubicBezTo>
                            <a:pt x="25632" y="35038"/>
                            <a:pt x="30204" y="21322"/>
                            <a:pt x="25918" y="7892"/>
                          </a:cubicBezTo>
                          <a:cubicBezTo>
                            <a:pt x="22299" y="-4205"/>
                            <a:pt x="14298" y="1129"/>
                            <a:pt x="10583" y="141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42" name="Forme libre : forme 15741">
                      <a:extLst>
                        <a:ext uri="{FF2B5EF4-FFF2-40B4-BE49-F238E27FC236}">
                          <a16:creationId xmlns:a16="http://schemas.microsoft.com/office/drawing/2014/main" id="{75DDF032-6686-4588-A874-00D51C3A5E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944" y="4818093"/>
                      <a:ext cx="12637" cy="26004"/>
                    </a:xfrm>
                    <a:custGeom>
                      <a:avLst/>
                      <a:gdLst>
                        <a:gd name="connsiteX0" fmla="*/ 3155 w 12637"/>
                        <a:gd name="connsiteY0" fmla="*/ 1271 h 26004"/>
                        <a:gd name="connsiteX1" fmla="*/ 1060 w 12637"/>
                        <a:gd name="connsiteY1" fmla="*/ 33 h 26004"/>
                        <a:gd name="connsiteX2" fmla="*/ 12 w 12637"/>
                        <a:gd name="connsiteY2" fmla="*/ 2891 h 26004"/>
                        <a:gd name="connsiteX3" fmla="*/ 1060 w 12637"/>
                        <a:gd name="connsiteY3" fmla="*/ 7748 h 26004"/>
                        <a:gd name="connsiteX4" fmla="*/ 5156 w 12637"/>
                        <a:gd name="connsiteY4" fmla="*/ 19178 h 26004"/>
                        <a:gd name="connsiteX5" fmla="*/ 7251 w 12637"/>
                        <a:gd name="connsiteY5" fmla="*/ 23083 h 26004"/>
                        <a:gd name="connsiteX6" fmla="*/ 11633 w 12637"/>
                        <a:gd name="connsiteY6" fmla="*/ 18321 h 26004"/>
                        <a:gd name="connsiteX7" fmla="*/ 3155 w 12637"/>
                        <a:gd name="connsiteY7" fmla="*/ 1271 h 26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637" h="26004">
                          <a:moveTo>
                            <a:pt x="3155" y="1271"/>
                          </a:moveTo>
                          <a:cubicBezTo>
                            <a:pt x="2393" y="509"/>
                            <a:pt x="1727" y="-158"/>
                            <a:pt x="1060" y="33"/>
                          </a:cubicBezTo>
                          <a:cubicBezTo>
                            <a:pt x="393" y="128"/>
                            <a:pt x="-83" y="1176"/>
                            <a:pt x="12" y="2891"/>
                          </a:cubicBezTo>
                          <a:cubicBezTo>
                            <a:pt x="107" y="4414"/>
                            <a:pt x="584" y="6224"/>
                            <a:pt x="1060" y="7748"/>
                          </a:cubicBezTo>
                          <a:cubicBezTo>
                            <a:pt x="2298" y="11749"/>
                            <a:pt x="3632" y="15654"/>
                            <a:pt x="5156" y="19178"/>
                          </a:cubicBezTo>
                          <a:cubicBezTo>
                            <a:pt x="5822" y="20607"/>
                            <a:pt x="6584" y="22036"/>
                            <a:pt x="7251" y="23083"/>
                          </a:cubicBezTo>
                          <a:cubicBezTo>
                            <a:pt x="10394" y="27560"/>
                            <a:pt x="14585" y="27560"/>
                            <a:pt x="11633" y="18321"/>
                          </a:cubicBezTo>
                          <a:cubicBezTo>
                            <a:pt x="9632" y="11177"/>
                            <a:pt x="6108" y="4414"/>
                            <a:pt x="3155" y="127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43" name="Forme libre : forme 15742">
                      <a:extLst>
                        <a:ext uri="{FF2B5EF4-FFF2-40B4-BE49-F238E27FC236}">
                          <a16:creationId xmlns:a16="http://schemas.microsoft.com/office/drawing/2014/main" id="{FD437168-1E9E-4788-B12C-78D978BFA4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431" y="4892611"/>
                      <a:ext cx="34766" cy="32596"/>
                    </a:xfrm>
                    <a:custGeom>
                      <a:avLst/>
                      <a:gdLst>
                        <a:gd name="connsiteX0" fmla="*/ 34766 w 34766"/>
                        <a:gd name="connsiteY0" fmla="*/ 31814 h 32596"/>
                        <a:gd name="connsiteX1" fmla="*/ 26575 w 34766"/>
                        <a:gd name="connsiteY1" fmla="*/ 31242 h 32596"/>
                        <a:gd name="connsiteX2" fmla="*/ 15145 w 34766"/>
                        <a:gd name="connsiteY2" fmla="*/ 22575 h 32596"/>
                        <a:gd name="connsiteX3" fmla="*/ 0 w 34766"/>
                        <a:gd name="connsiteY3" fmla="*/ 0 h 32596"/>
                        <a:gd name="connsiteX4" fmla="*/ 2953 w 34766"/>
                        <a:gd name="connsiteY4" fmla="*/ 5049 h 32596"/>
                        <a:gd name="connsiteX5" fmla="*/ 11144 w 34766"/>
                        <a:gd name="connsiteY5" fmla="*/ 16097 h 32596"/>
                        <a:gd name="connsiteX6" fmla="*/ 22670 w 34766"/>
                        <a:gd name="connsiteY6" fmla="*/ 26861 h 32596"/>
                        <a:gd name="connsiteX7" fmla="*/ 34766 w 34766"/>
                        <a:gd name="connsiteY7" fmla="*/ 31814 h 32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4766" h="32596">
                          <a:moveTo>
                            <a:pt x="34766" y="31814"/>
                          </a:moveTo>
                          <a:cubicBezTo>
                            <a:pt x="34766" y="31814"/>
                            <a:pt x="32385" y="33909"/>
                            <a:pt x="26575" y="31242"/>
                          </a:cubicBezTo>
                          <a:cubicBezTo>
                            <a:pt x="23717" y="29909"/>
                            <a:pt x="19908" y="27337"/>
                            <a:pt x="15145" y="22575"/>
                          </a:cubicBezTo>
                          <a:cubicBezTo>
                            <a:pt x="10954" y="17622"/>
                            <a:pt x="5144" y="10573"/>
                            <a:pt x="0" y="0"/>
                          </a:cubicBezTo>
                          <a:cubicBezTo>
                            <a:pt x="0" y="0"/>
                            <a:pt x="1048" y="1810"/>
                            <a:pt x="2953" y="5049"/>
                          </a:cubicBezTo>
                          <a:cubicBezTo>
                            <a:pt x="4763" y="8097"/>
                            <a:pt x="7811" y="12097"/>
                            <a:pt x="11144" y="16097"/>
                          </a:cubicBezTo>
                          <a:cubicBezTo>
                            <a:pt x="14383" y="20098"/>
                            <a:pt x="18383" y="24099"/>
                            <a:pt x="22670" y="26861"/>
                          </a:cubicBezTo>
                          <a:cubicBezTo>
                            <a:pt x="26861" y="29813"/>
                            <a:pt x="31052" y="31718"/>
                            <a:pt x="34766" y="3181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44" name="Forme libre : forme 15743">
                      <a:extLst>
                        <a:ext uri="{FF2B5EF4-FFF2-40B4-BE49-F238E27FC236}">
                          <a16:creationId xmlns:a16="http://schemas.microsoft.com/office/drawing/2014/main" id="{1811906D-868D-44BF-9593-956B7352C1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1765" y="4785359"/>
                      <a:ext cx="23050" cy="43243"/>
                    </a:xfrm>
                    <a:custGeom>
                      <a:avLst/>
                      <a:gdLst>
                        <a:gd name="connsiteX0" fmla="*/ 23050 w 23050"/>
                        <a:gd name="connsiteY0" fmla="*/ 43244 h 43243"/>
                        <a:gd name="connsiteX1" fmla="*/ 21431 w 23050"/>
                        <a:gd name="connsiteY1" fmla="*/ 36957 h 43243"/>
                        <a:gd name="connsiteX2" fmla="*/ 17050 w 23050"/>
                        <a:gd name="connsiteY2" fmla="*/ 22955 h 43243"/>
                        <a:gd name="connsiteX3" fmla="*/ 10096 w 23050"/>
                        <a:gd name="connsiteY3" fmla="*/ 8192 h 43243"/>
                        <a:gd name="connsiteX4" fmla="*/ 0 w 23050"/>
                        <a:gd name="connsiteY4" fmla="*/ 0 h 43243"/>
                        <a:gd name="connsiteX5" fmla="*/ 8096 w 23050"/>
                        <a:gd name="connsiteY5" fmla="*/ 8192 h 43243"/>
                        <a:gd name="connsiteX6" fmla="*/ 15526 w 23050"/>
                        <a:gd name="connsiteY6" fmla="*/ 21431 h 43243"/>
                        <a:gd name="connsiteX7" fmla="*/ 23050 w 23050"/>
                        <a:gd name="connsiteY7" fmla="*/ 43244 h 43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050" h="43243">
                          <a:moveTo>
                            <a:pt x="23050" y="43244"/>
                          </a:moveTo>
                          <a:cubicBezTo>
                            <a:pt x="23050" y="43244"/>
                            <a:pt x="22479" y="40767"/>
                            <a:pt x="21431" y="36957"/>
                          </a:cubicBezTo>
                          <a:cubicBezTo>
                            <a:pt x="20383" y="33242"/>
                            <a:pt x="18764" y="28194"/>
                            <a:pt x="17050" y="22955"/>
                          </a:cubicBezTo>
                          <a:cubicBezTo>
                            <a:pt x="15240" y="17717"/>
                            <a:pt x="12763" y="12478"/>
                            <a:pt x="10096" y="8192"/>
                          </a:cubicBezTo>
                          <a:cubicBezTo>
                            <a:pt x="7334" y="3905"/>
                            <a:pt x="4000" y="762"/>
                            <a:pt x="0" y="0"/>
                          </a:cubicBezTo>
                          <a:cubicBezTo>
                            <a:pt x="0" y="0"/>
                            <a:pt x="3715" y="1810"/>
                            <a:pt x="8096" y="8192"/>
                          </a:cubicBezTo>
                          <a:cubicBezTo>
                            <a:pt x="10192" y="11430"/>
                            <a:pt x="13049" y="15621"/>
                            <a:pt x="15526" y="21431"/>
                          </a:cubicBezTo>
                          <a:cubicBezTo>
                            <a:pt x="17907" y="27242"/>
                            <a:pt x="20669" y="34385"/>
                            <a:pt x="23050" y="432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45" name="Forme libre : forme 15744">
                      <a:extLst>
                        <a:ext uri="{FF2B5EF4-FFF2-40B4-BE49-F238E27FC236}">
                          <a16:creationId xmlns:a16="http://schemas.microsoft.com/office/drawing/2014/main" id="{F6519789-9E1D-4FC6-BD72-6FA52CF22D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4174" y="4860200"/>
                      <a:ext cx="8618" cy="24698"/>
                    </a:xfrm>
                    <a:custGeom>
                      <a:avLst/>
                      <a:gdLst>
                        <a:gd name="connsiteX0" fmla="*/ 7212 w 8618"/>
                        <a:gd name="connsiteY0" fmla="*/ 24601 h 24698"/>
                        <a:gd name="connsiteX1" fmla="*/ 830 w 8618"/>
                        <a:gd name="connsiteY1" fmla="*/ 10789 h 24698"/>
                        <a:gd name="connsiteX2" fmla="*/ 1592 w 8618"/>
                        <a:gd name="connsiteY2" fmla="*/ 121 h 24698"/>
                        <a:gd name="connsiteX3" fmla="*/ 7308 w 8618"/>
                        <a:gd name="connsiteY3" fmla="*/ 14028 h 24698"/>
                        <a:gd name="connsiteX4" fmla="*/ 7212 w 8618"/>
                        <a:gd name="connsiteY4" fmla="*/ 24601 h 246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18" h="24698">
                          <a:moveTo>
                            <a:pt x="7212" y="24601"/>
                          </a:moveTo>
                          <a:cubicBezTo>
                            <a:pt x="5498" y="23743"/>
                            <a:pt x="2259" y="17647"/>
                            <a:pt x="830" y="10789"/>
                          </a:cubicBezTo>
                          <a:cubicBezTo>
                            <a:pt x="-503" y="3931"/>
                            <a:pt x="-217" y="-831"/>
                            <a:pt x="1592" y="121"/>
                          </a:cubicBezTo>
                          <a:cubicBezTo>
                            <a:pt x="3402" y="1074"/>
                            <a:pt x="5783" y="7265"/>
                            <a:pt x="7308" y="14028"/>
                          </a:cubicBezTo>
                          <a:cubicBezTo>
                            <a:pt x="9117" y="20600"/>
                            <a:pt x="9022" y="25458"/>
                            <a:pt x="7212" y="2460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46" name="Forme libre : forme 15745">
                      <a:extLst>
                        <a:ext uri="{FF2B5EF4-FFF2-40B4-BE49-F238E27FC236}">
                          <a16:creationId xmlns:a16="http://schemas.microsoft.com/office/drawing/2014/main" id="{92F4B8F7-0AB5-4C27-8A0A-511D217DBA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0407" y="4881333"/>
                      <a:ext cx="3424" cy="6649"/>
                    </a:xfrm>
                    <a:custGeom>
                      <a:avLst/>
                      <a:gdLst>
                        <a:gd name="connsiteX0" fmla="*/ 2979 w 3424"/>
                        <a:gd name="connsiteY0" fmla="*/ 6611 h 6649"/>
                        <a:gd name="connsiteX1" fmla="*/ 598 w 3424"/>
                        <a:gd name="connsiteY1" fmla="*/ 3753 h 6649"/>
                        <a:gd name="connsiteX2" fmla="*/ 407 w 3424"/>
                        <a:gd name="connsiteY2" fmla="*/ 39 h 6649"/>
                        <a:gd name="connsiteX3" fmla="*/ 2789 w 3424"/>
                        <a:gd name="connsiteY3" fmla="*/ 2897 h 6649"/>
                        <a:gd name="connsiteX4" fmla="*/ 2979 w 3424"/>
                        <a:gd name="connsiteY4" fmla="*/ 6611 h 6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4" h="6649">
                          <a:moveTo>
                            <a:pt x="2979" y="6611"/>
                          </a:moveTo>
                          <a:cubicBezTo>
                            <a:pt x="2408" y="6897"/>
                            <a:pt x="1265" y="5563"/>
                            <a:pt x="598" y="3753"/>
                          </a:cubicBezTo>
                          <a:cubicBezTo>
                            <a:pt x="-164" y="1944"/>
                            <a:pt x="-164" y="229"/>
                            <a:pt x="407" y="39"/>
                          </a:cubicBezTo>
                          <a:cubicBezTo>
                            <a:pt x="979" y="-247"/>
                            <a:pt x="2122" y="1087"/>
                            <a:pt x="2789" y="2897"/>
                          </a:cubicBezTo>
                          <a:cubicBezTo>
                            <a:pt x="3550" y="4706"/>
                            <a:pt x="3646" y="6421"/>
                            <a:pt x="2979" y="66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47" name="Forme libre : forme 15746">
                      <a:extLst>
                        <a:ext uri="{FF2B5EF4-FFF2-40B4-BE49-F238E27FC236}">
                          <a16:creationId xmlns:a16="http://schemas.microsoft.com/office/drawing/2014/main" id="{5FD33D59-C59E-4DD1-8A7B-233130CE64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6196" y="4856131"/>
                      <a:ext cx="16643" cy="60273"/>
                    </a:xfrm>
                    <a:custGeom>
                      <a:avLst/>
                      <a:gdLst>
                        <a:gd name="connsiteX0" fmla="*/ 16431 w 16643"/>
                        <a:gd name="connsiteY0" fmla="*/ 50577 h 60273"/>
                        <a:gd name="connsiteX1" fmla="*/ 9859 w 16643"/>
                        <a:gd name="connsiteY1" fmla="*/ 60007 h 60273"/>
                        <a:gd name="connsiteX2" fmla="*/ 4525 w 16643"/>
                        <a:gd name="connsiteY2" fmla="*/ 57150 h 60273"/>
                        <a:gd name="connsiteX3" fmla="*/ 2619 w 16643"/>
                        <a:gd name="connsiteY3" fmla="*/ 49339 h 60273"/>
                        <a:gd name="connsiteX4" fmla="*/ 4715 w 16643"/>
                        <a:gd name="connsiteY4" fmla="*/ 31241 h 60273"/>
                        <a:gd name="connsiteX5" fmla="*/ 3191 w 16643"/>
                        <a:gd name="connsiteY5" fmla="*/ 23526 h 60273"/>
                        <a:gd name="connsiteX6" fmla="*/ 810 w 16643"/>
                        <a:gd name="connsiteY6" fmla="*/ 12191 h 60273"/>
                        <a:gd name="connsiteX7" fmla="*/ 1858 w 16643"/>
                        <a:gd name="connsiteY7" fmla="*/ 476 h 60273"/>
                        <a:gd name="connsiteX8" fmla="*/ 9477 w 16643"/>
                        <a:gd name="connsiteY8" fmla="*/ 16763 h 60273"/>
                        <a:gd name="connsiteX9" fmla="*/ 12811 w 16643"/>
                        <a:gd name="connsiteY9" fmla="*/ 27146 h 60273"/>
                        <a:gd name="connsiteX10" fmla="*/ 15193 w 16643"/>
                        <a:gd name="connsiteY10" fmla="*/ 34670 h 60273"/>
                        <a:gd name="connsiteX11" fmla="*/ 16431 w 16643"/>
                        <a:gd name="connsiteY11" fmla="*/ 50577 h 60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6643" h="60273">
                          <a:moveTo>
                            <a:pt x="16431" y="50577"/>
                          </a:moveTo>
                          <a:cubicBezTo>
                            <a:pt x="15669" y="55721"/>
                            <a:pt x="13002" y="58483"/>
                            <a:pt x="9859" y="60007"/>
                          </a:cubicBezTo>
                          <a:cubicBezTo>
                            <a:pt x="8716" y="60578"/>
                            <a:pt x="6715" y="60483"/>
                            <a:pt x="4525" y="57150"/>
                          </a:cubicBezTo>
                          <a:cubicBezTo>
                            <a:pt x="2524" y="54197"/>
                            <a:pt x="2238" y="51244"/>
                            <a:pt x="2619" y="49339"/>
                          </a:cubicBezTo>
                          <a:cubicBezTo>
                            <a:pt x="3572" y="43529"/>
                            <a:pt x="5953" y="39623"/>
                            <a:pt x="4715" y="31241"/>
                          </a:cubicBezTo>
                          <a:cubicBezTo>
                            <a:pt x="4620" y="29908"/>
                            <a:pt x="3953" y="27050"/>
                            <a:pt x="3191" y="23526"/>
                          </a:cubicBezTo>
                          <a:cubicBezTo>
                            <a:pt x="2429" y="20002"/>
                            <a:pt x="1286" y="16002"/>
                            <a:pt x="810" y="12191"/>
                          </a:cubicBezTo>
                          <a:cubicBezTo>
                            <a:pt x="-238" y="4476"/>
                            <a:pt x="-619" y="-1810"/>
                            <a:pt x="1858" y="476"/>
                          </a:cubicBezTo>
                          <a:cubicBezTo>
                            <a:pt x="4525" y="2666"/>
                            <a:pt x="6715" y="9810"/>
                            <a:pt x="9477" y="16763"/>
                          </a:cubicBezTo>
                          <a:cubicBezTo>
                            <a:pt x="10716" y="20288"/>
                            <a:pt x="11954" y="23907"/>
                            <a:pt x="12811" y="27146"/>
                          </a:cubicBezTo>
                          <a:cubicBezTo>
                            <a:pt x="13859" y="30289"/>
                            <a:pt x="14716" y="32956"/>
                            <a:pt x="15193" y="34670"/>
                          </a:cubicBezTo>
                          <a:cubicBezTo>
                            <a:pt x="16621" y="41242"/>
                            <a:pt x="16907" y="46767"/>
                            <a:pt x="16431" y="5057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88" name="Graphique 1">
                    <a:extLst>
                      <a:ext uri="{FF2B5EF4-FFF2-40B4-BE49-F238E27FC236}">
                        <a16:creationId xmlns:a16="http://schemas.microsoft.com/office/drawing/2014/main" id="{9F43B91D-B6FD-4F50-8C75-4C6371D4238E}"/>
                      </a:ext>
                    </a:extLst>
                  </p:cNvPr>
                  <p:cNvGrpSpPr/>
                  <p:nvPr/>
                </p:nvGrpSpPr>
                <p:grpSpPr>
                  <a:xfrm>
                    <a:off x="3453366" y="4921818"/>
                    <a:ext cx="130749" cy="100428"/>
                    <a:chOff x="3453366" y="4921818"/>
                    <a:chExt cx="130749" cy="100428"/>
                  </a:xfrm>
                  <a:solidFill>
                    <a:schemeClr val="accent1"/>
                  </a:solidFill>
                </p:grpSpPr>
                <p:sp>
                  <p:nvSpPr>
                    <p:cNvPr id="15724" name="Forme libre : forme 15723">
                      <a:extLst>
                        <a:ext uri="{FF2B5EF4-FFF2-40B4-BE49-F238E27FC236}">
                          <a16:creationId xmlns:a16="http://schemas.microsoft.com/office/drawing/2014/main" id="{ABC42F5C-94AB-470B-9C0D-A1F8543942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3366" y="4921818"/>
                      <a:ext cx="130749" cy="100428"/>
                    </a:xfrm>
                    <a:custGeom>
                      <a:avLst/>
                      <a:gdLst>
                        <a:gd name="connsiteX0" fmla="*/ 75079 w 130749"/>
                        <a:gd name="connsiteY0" fmla="*/ 91284 h 100428"/>
                        <a:gd name="connsiteX1" fmla="*/ 61363 w 130749"/>
                        <a:gd name="connsiteY1" fmla="*/ 83950 h 100428"/>
                        <a:gd name="connsiteX2" fmla="*/ 48123 w 130749"/>
                        <a:gd name="connsiteY2" fmla="*/ 75758 h 100428"/>
                        <a:gd name="connsiteX3" fmla="*/ 23549 w 130749"/>
                        <a:gd name="connsiteY3" fmla="*/ 56517 h 100428"/>
                        <a:gd name="connsiteX4" fmla="*/ 10119 w 130749"/>
                        <a:gd name="connsiteY4" fmla="*/ 40992 h 100428"/>
                        <a:gd name="connsiteX5" fmla="*/ 2213 w 130749"/>
                        <a:gd name="connsiteY5" fmla="*/ 26038 h 100428"/>
                        <a:gd name="connsiteX6" fmla="*/ 2880 w 130749"/>
                        <a:gd name="connsiteY6" fmla="*/ 7559 h 100428"/>
                        <a:gd name="connsiteX7" fmla="*/ 12976 w 130749"/>
                        <a:gd name="connsiteY7" fmla="*/ 987 h 100428"/>
                        <a:gd name="connsiteX8" fmla="*/ 29549 w 130749"/>
                        <a:gd name="connsiteY8" fmla="*/ 5464 h 100428"/>
                        <a:gd name="connsiteX9" fmla="*/ 40789 w 130749"/>
                        <a:gd name="connsiteY9" fmla="*/ 13941 h 100428"/>
                        <a:gd name="connsiteX10" fmla="*/ 53076 w 130749"/>
                        <a:gd name="connsiteY10" fmla="*/ 24895 h 100428"/>
                        <a:gd name="connsiteX11" fmla="*/ 72412 w 130749"/>
                        <a:gd name="connsiteY11" fmla="*/ 40230 h 100428"/>
                        <a:gd name="connsiteX12" fmla="*/ 82890 w 130749"/>
                        <a:gd name="connsiteY12" fmla="*/ 46898 h 100428"/>
                        <a:gd name="connsiteX13" fmla="*/ 93843 w 130749"/>
                        <a:gd name="connsiteY13" fmla="*/ 52803 h 100428"/>
                        <a:gd name="connsiteX14" fmla="*/ 108607 w 130749"/>
                        <a:gd name="connsiteY14" fmla="*/ 60614 h 100428"/>
                        <a:gd name="connsiteX15" fmla="*/ 120609 w 130749"/>
                        <a:gd name="connsiteY15" fmla="*/ 68424 h 100428"/>
                        <a:gd name="connsiteX16" fmla="*/ 130610 w 130749"/>
                        <a:gd name="connsiteY16" fmla="*/ 82330 h 100428"/>
                        <a:gd name="connsiteX17" fmla="*/ 127848 w 130749"/>
                        <a:gd name="connsiteY17" fmla="*/ 93665 h 100428"/>
                        <a:gd name="connsiteX18" fmla="*/ 110798 w 130749"/>
                        <a:gd name="connsiteY18" fmla="*/ 100428 h 100428"/>
                        <a:gd name="connsiteX19" fmla="*/ 94224 w 130749"/>
                        <a:gd name="connsiteY19" fmla="*/ 98142 h 100428"/>
                        <a:gd name="connsiteX20" fmla="*/ 75079 w 130749"/>
                        <a:gd name="connsiteY20" fmla="*/ 91284 h 1004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30749" h="100428">
                          <a:moveTo>
                            <a:pt x="75079" y="91284"/>
                          </a:moveTo>
                          <a:cubicBezTo>
                            <a:pt x="70317" y="89379"/>
                            <a:pt x="65935" y="86426"/>
                            <a:pt x="61363" y="83950"/>
                          </a:cubicBezTo>
                          <a:cubicBezTo>
                            <a:pt x="56791" y="81474"/>
                            <a:pt x="52314" y="78806"/>
                            <a:pt x="48123" y="75758"/>
                          </a:cubicBezTo>
                          <a:cubicBezTo>
                            <a:pt x="39361" y="70139"/>
                            <a:pt x="31455" y="63280"/>
                            <a:pt x="23549" y="56517"/>
                          </a:cubicBezTo>
                          <a:cubicBezTo>
                            <a:pt x="18405" y="51374"/>
                            <a:pt x="13738" y="46136"/>
                            <a:pt x="10119" y="40992"/>
                          </a:cubicBezTo>
                          <a:cubicBezTo>
                            <a:pt x="6690" y="35658"/>
                            <a:pt x="4023" y="30514"/>
                            <a:pt x="2213" y="26038"/>
                          </a:cubicBezTo>
                          <a:cubicBezTo>
                            <a:pt x="-930" y="16703"/>
                            <a:pt x="-740" y="9845"/>
                            <a:pt x="2880" y="7559"/>
                          </a:cubicBezTo>
                          <a:lnTo>
                            <a:pt x="12976" y="987"/>
                          </a:lnTo>
                          <a:cubicBezTo>
                            <a:pt x="16691" y="-1394"/>
                            <a:pt x="22787" y="701"/>
                            <a:pt x="29549" y="5464"/>
                          </a:cubicBezTo>
                          <a:cubicBezTo>
                            <a:pt x="33169" y="7655"/>
                            <a:pt x="36979" y="10512"/>
                            <a:pt x="40789" y="13941"/>
                          </a:cubicBezTo>
                          <a:cubicBezTo>
                            <a:pt x="44790" y="17180"/>
                            <a:pt x="49076" y="20704"/>
                            <a:pt x="53076" y="24895"/>
                          </a:cubicBezTo>
                          <a:cubicBezTo>
                            <a:pt x="59363" y="30229"/>
                            <a:pt x="65459" y="35753"/>
                            <a:pt x="72412" y="40230"/>
                          </a:cubicBezTo>
                          <a:cubicBezTo>
                            <a:pt x="75651" y="42707"/>
                            <a:pt x="79270" y="44897"/>
                            <a:pt x="82890" y="46898"/>
                          </a:cubicBezTo>
                          <a:cubicBezTo>
                            <a:pt x="86509" y="48898"/>
                            <a:pt x="89938" y="51279"/>
                            <a:pt x="93843" y="52803"/>
                          </a:cubicBezTo>
                          <a:cubicBezTo>
                            <a:pt x="99273" y="55089"/>
                            <a:pt x="103940" y="58327"/>
                            <a:pt x="108607" y="60614"/>
                          </a:cubicBezTo>
                          <a:cubicBezTo>
                            <a:pt x="113179" y="63090"/>
                            <a:pt x="117275" y="65757"/>
                            <a:pt x="120609" y="68424"/>
                          </a:cubicBezTo>
                          <a:cubicBezTo>
                            <a:pt x="127562" y="73186"/>
                            <a:pt x="131562" y="78235"/>
                            <a:pt x="130610" y="82330"/>
                          </a:cubicBezTo>
                          <a:lnTo>
                            <a:pt x="127848" y="93665"/>
                          </a:lnTo>
                          <a:cubicBezTo>
                            <a:pt x="126895" y="97761"/>
                            <a:pt x="120513" y="100142"/>
                            <a:pt x="110798" y="100428"/>
                          </a:cubicBezTo>
                          <a:cubicBezTo>
                            <a:pt x="106036" y="100237"/>
                            <a:pt x="100416" y="99475"/>
                            <a:pt x="94224" y="98142"/>
                          </a:cubicBezTo>
                          <a:cubicBezTo>
                            <a:pt x="88033" y="97094"/>
                            <a:pt x="81747" y="94141"/>
                            <a:pt x="75079" y="91284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25" name="Forme libre : forme 15724">
                      <a:extLst>
                        <a:ext uri="{FF2B5EF4-FFF2-40B4-BE49-F238E27FC236}">
                          <a16:creationId xmlns:a16="http://schemas.microsoft.com/office/drawing/2014/main" id="{F696F1AA-5C14-4657-9A91-BA716F712F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3423" y="4926520"/>
                      <a:ext cx="127980" cy="95726"/>
                    </a:xfrm>
                    <a:custGeom>
                      <a:avLst/>
                      <a:gdLst>
                        <a:gd name="connsiteX0" fmla="*/ 41208 w 127980"/>
                        <a:gd name="connsiteY0" fmla="*/ 48102 h 95726"/>
                        <a:gd name="connsiteX1" fmla="*/ 27968 w 127980"/>
                        <a:gd name="connsiteY1" fmla="*/ 36957 h 95726"/>
                        <a:gd name="connsiteX2" fmla="*/ 17491 w 127980"/>
                        <a:gd name="connsiteY2" fmla="*/ 24194 h 95726"/>
                        <a:gd name="connsiteX3" fmla="*/ 7299 w 127980"/>
                        <a:gd name="connsiteY3" fmla="*/ 0 h 95726"/>
                        <a:gd name="connsiteX4" fmla="*/ 2918 w 127980"/>
                        <a:gd name="connsiteY4" fmla="*/ 2858 h 95726"/>
                        <a:gd name="connsiteX5" fmla="*/ 2251 w 127980"/>
                        <a:gd name="connsiteY5" fmla="*/ 21336 h 95726"/>
                        <a:gd name="connsiteX6" fmla="*/ 10156 w 127980"/>
                        <a:gd name="connsiteY6" fmla="*/ 36291 h 95726"/>
                        <a:gd name="connsiteX7" fmla="*/ 23587 w 127980"/>
                        <a:gd name="connsiteY7" fmla="*/ 51816 h 95726"/>
                        <a:gd name="connsiteX8" fmla="*/ 48161 w 127980"/>
                        <a:gd name="connsiteY8" fmla="*/ 71057 h 95726"/>
                        <a:gd name="connsiteX9" fmla="*/ 61401 w 127980"/>
                        <a:gd name="connsiteY9" fmla="*/ 79248 h 95726"/>
                        <a:gd name="connsiteX10" fmla="*/ 75117 w 127980"/>
                        <a:gd name="connsiteY10" fmla="*/ 86583 h 95726"/>
                        <a:gd name="connsiteX11" fmla="*/ 94262 w 127980"/>
                        <a:gd name="connsiteY11" fmla="*/ 93441 h 95726"/>
                        <a:gd name="connsiteX12" fmla="*/ 110836 w 127980"/>
                        <a:gd name="connsiteY12" fmla="*/ 95727 h 95726"/>
                        <a:gd name="connsiteX13" fmla="*/ 127886 w 127980"/>
                        <a:gd name="connsiteY13" fmla="*/ 88964 h 95726"/>
                        <a:gd name="connsiteX14" fmla="*/ 127981 w 127980"/>
                        <a:gd name="connsiteY14" fmla="*/ 88583 h 95726"/>
                        <a:gd name="connsiteX15" fmla="*/ 104740 w 127980"/>
                        <a:gd name="connsiteY15" fmla="*/ 81915 h 95726"/>
                        <a:gd name="connsiteX16" fmla="*/ 82642 w 127980"/>
                        <a:gd name="connsiteY16" fmla="*/ 72676 h 95726"/>
                        <a:gd name="connsiteX17" fmla="*/ 61592 w 127980"/>
                        <a:gd name="connsiteY17" fmla="*/ 61341 h 95726"/>
                        <a:gd name="connsiteX18" fmla="*/ 41208 w 127980"/>
                        <a:gd name="connsiteY18" fmla="*/ 48102 h 95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27980" h="95726">
                          <a:moveTo>
                            <a:pt x="41208" y="48102"/>
                          </a:moveTo>
                          <a:cubicBezTo>
                            <a:pt x="36445" y="44768"/>
                            <a:pt x="31778" y="41148"/>
                            <a:pt x="27968" y="36957"/>
                          </a:cubicBezTo>
                          <a:cubicBezTo>
                            <a:pt x="24063" y="32861"/>
                            <a:pt x="20253" y="28766"/>
                            <a:pt x="17491" y="24194"/>
                          </a:cubicBezTo>
                          <a:cubicBezTo>
                            <a:pt x="11490" y="15526"/>
                            <a:pt x="8156" y="6763"/>
                            <a:pt x="7299" y="0"/>
                          </a:cubicBezTo>
                          <a:lnTo>
                            <a:pt x="2918" y="2858"/>
                          </a:lnTo>
                          <a:cubicBezTo>
                            <a:pt x="-702" y="5239"/>
                            <a:pt x="-988" y="12097"/>
                            <a:pt x="2251" y="21336"/>
                          </a:cubicBezTo>
                          <a:cubicBezTo>
                            <a:pt x="4061" y="25813"/>
                            <a:pt x="6728" y="30956"/>
                            <a:pt x="10156" y="36291"/>
                          </a:cubicBezTo>
                          <a:cubicBezTo>
                            <a:pt x="13776" y="41434"/>
                            <a:pt x="18443" y="46673"/>
                            <a:pt x="23587" y="51816"/>
                          </a:cubicBezTo>
                          <a:cubicBezTo>
                            <a:pt x="31493" y="58579"/>
                            <a:pt x="39398" y="65437"/>
                            <a:pt x="48161" y="71057"/>
                          </a:cubicBezTo>
                          <a:cubicBezTo>
                            <a:pt x="52352" y="74200"/>
                            <a:pt x="56829" y="76772"/>
                            <a:pt x="61401" y="79248"/>
                          </a:cubicBezTo>
                          <a:cubicBezTo>
                            <a:pt x="65973" y="81725"/>
                            <a:pt x="70354" y="84582"/>
                            <a:pt x="75117" y="86583"/>
                          </a:cubicBezTo>
                          <a:cubicBezTo>
                            <a:pt x="81785" y="89440"/>
                            <a:pt x="88071" y="92393"/>
                            <a:pt x="94262" y="93441"/>
                          </a:cubicBezTo>
                          <a:cubicBezTo>
                            <a:pt x="100358" y="94774"/>
                            <a:pt x="105978" y="95536"/>
                            <a:pt x="110836" y="95727"/>
                          </a:cubicBezTo>
                          <a:cubicBezTo>
                            <a:pt x="120551" y="95441"/>
                            <a:pt x="126933" y="93059"/>
                            <a:pt x="127886" y="88964"/>
                          </a:cubicBezTo>
                          <a:lnTo>
                            <a:pt x="127981" y="88583"/>
                          </a:lnTo>
                          <a:cubicBezTo>
                            <a:pt x="120075" y="86773"/>
                            <a:pt x="112169" y="84868"/>
                            <a:pt x="104740" y="81915"/>
                          </a:cubicBezTo>
                          <a:cubicBezTo>
                            <a:pt x="97120" y="79534"/>
                            <a:pt x="89881" y="76105"/>
                            <a:pt x="82642" y="72676"/>
                          </a:cubicBezTo>
                          <a:cubicBezTo>
                            <a:pt x="75403" y="69438"/>
                            <a:pt x="68640" y="65151"/>
                            <a:pt x="61592" y="61341"/>
                          </a:cubicBezTo>
                          <a:cubicBezTo>
                            <a:pt x="54829" y="56865"/>
                            <a:pt x="47590" y="53054"/>
                            <a:pt x="41208" y="48102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26" name="Forme libre : forme 15725">
                      <a:extLst>
                        <a:ext uri="{FF2B5EF4-FFF2-40B4-BE49-F238E27FC236}">
                          <a16:creationId xmlns:a16="http://schemas.microsoft.com/office/drawing/2014/main" id="{124E834D-5F5D-4CFF-8E88-C26C9745A4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3304" y="4964666"/>
                      <a:ext cx="59364" cy="38805"/>
                    </a:xfrm>
                    <a:custGeom>
                      <a:avLst/>
                      <a:gdLst>
                        <a:gd name="connsiteX0" fmla="*/ 59240 w 59364"/>
                        <a:gd name="connsiteY0" fmla="*/ 36816 h 38805"/>
                        <a:gd name="connsiteX1" fmla="*/ 47619 w 59364"/>
                        <a:gd name="connsiteY1" fmla="*/ 37959 h 38805"/>
                        <a:gd name="connsiteX2" fmla="*/ 36570 w 59364"/>
                        <a:gd name="connsiteY2" fmla="*/ 34720 h 38805"/>
                        <a:gd name="connsiteX3" fmla="*/ 24092 w 59364"/>
                        <a:gd name="connsiteY3" fmla="*/ 28339 h 38805"/>
                        <a:gd name="connsiteX4" fmla="*/ 12758 w 59364"/>
                        <a:gd name="connsiteY4" fmla="*/ 20052 h 38805"/>
                        <a:gd name="connsiteX5" fmla="*/ 4661 w 59364"/>
                        <a:gd name="connsiteY5" fmla="*/ 11860 h 38805"/>
                        <a:gd name="connsiteX6" fmla="*/ 566 w 59364"/>
                        <a:gd name="connsiteY6" fmla="*/ 811 h 38805"/>
                        <a:gd name="connsiteX7" fmla="*/ 11900 w 59364"/>
                        <a:gd name="connsiteY7" fmla="*/ 2907 h 38805"/>
                        <a:gd name="connsiteX8" fmla="*/ 21425 w 59364"/>
                        <a:gd name="connsiteY8" fmla="*/ 7860 h 38805"/>
                        <a:gd name="connsiteX9" fmla="*/ 32474 w 59364"/>
                        <a:gd name="connsiteY9" fmla="*/ 14432 h 38805"/>
                        <a:gd name="connsiteX10" fmla="*/ 43333 w 59364"/>
                        <a:gd name="connsiteY10" fmla="*/ 21385 h 38805"/>
                        <a:gd name="connsiteX11" fmla="*/ 52191 w 59364"/>
                        <a:gd name="connsiteY11" fmla="*/ 27386 h 38805"/>
                        <a:gd name="connsiteX12" fmla="*/ 59240 w 59364"/>
                        <a:gd name="connsiteY12" fmla="*/ 36816 h 38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9364" h="38805">
                          <a:moveTo>
                            <a:pt x="59240" y="36816"/>
                          </a:moveTo>
                          <a:cubicBezTo>
                            <a:pt x="58382" y="39007"/>
                            <a:pt x="54001" y="39388"/>
                            <a:pt x="47619" y="37959"/>
                          </a:cubicBezTo>
                          <a:cubicBezTo>
                            <a:pt x="44380" y="37292"/>
                            <a:pt x="40570" y="36245"/>
                            <a:pt x="36570" y="34720"/>
                          </a:cubicBezTo>
                          <a:cubicBezTo>
                            <a:pt x="32665" y="33006"/>
                            <a:pt x="28378" y="30815"/>
                            <a:pt x="24092" y="28339"/>
                          </a:cubicBezTo>
                          <a:cubicBezTo>
                            <a:pt x="19711" y="26053"/>
                            <a:pt x="16091" y="22814"/>
                            <a:pt x="12758" y="20052"/>
                          </a:cubicBezTo>
                          <a:cubicBezTo>
                            <a:pt x="9519" y="17195"/>
                            <a:pt x="6566" y="14623"/>
                            <a:pt x="4661" y="11860"/>
                          </a:cubicBezTo>
                          <a:cubicBezTo>
                            <a:pt x="661" y="6526"/>
                            <a:pt x="-958" y="2431"/>
                            <a:pt x="566" y="811"/>
                          </a:cubicBezTo>
                          <a:cubicBezTo>
                            <a:pt x="2090" y="-808"/>
                            <a:pt x="6376" y="49"/>
                            <a:pt x="11900" y="2907"/>
                          </a:cubicBezTo>
                          <a:cubicBezTo>
                            <a:pt x="14567" y="4431"/>
                            <a:pt x="17996" y="5860"/>
                            <a:pt x="21425" y="7860"/>
                          </a:cubicBezTo>
                          <a:cubicBezTo>
                            <a:pt x="24950" y="9670"/>
                            <a:pt x="28474" y="12337"/>
                            <a:pt x="32474" y="14432"/>
                          </a:cubicBezTo>
                          <a:cubicBezTo>
                            <a:pt x="36475" y="16718"/>
                            <a:pt x="40094" y="19099"/>
                            <a:pt x="43333" y="21385"/>
                          </a:cubicBezTo>
                          <a:cubicBezTo>
                            <a:pt x="46762" y="23481"/>
                            <a:pt x="49810" y="25481"/>
                            <a:pt x="52191" y="27386"/>
                          </a:cubicBezTo>
                          <a:cubicBezTo>
                            <a:pt x="57239" y="31482"/>
                            <a:pt x="60001" y="34816"/>
                            <a:pt x="59240" y="3681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27" name="Forme libre : forme 15726">
                      <a:extLst>
                        <a:ext uri="{FF2B5EF4-FFF2-40B4-BE49-F238E27FC236}">
                          <a16:creationId xmlns:a16="http://schemas.microsoft.com/office/drawing/2014/main" id="{D80B8E46-2B6B-4E50-B8DF-F347F6A911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3304" y="4964747"/>
                      <a:ext cx="38570" cy="35496"/>
                    </a:xfrm>
                    <a:custGeom>
                      <a:avLst/>
                      <a:gdLst>
                        <a:gd name="connsiteX0" fmla="*/ 16377 w 38570"/>
                        <a:gd name="connsiteY0" fmla="*/ 5112 h 35496"/>
                        <a:gd name="connsiteX1" fmla="*/ 6280 w 38570"/>
                        <a:gd name="connsiteY1" fmla="*/ 540 h 35496"/>
                        <a:gd name="connsiteX2" fmla="*/ 566 w 38570"/>
                        <a:gd name="connsiteY2" fmla="*/ 826 h 35496"/>
                        <a:gd name="connsiteX3" fmla="*/ 4661 w 38570"/>
                        <a:gd name="connsiteY3" fmla="*/ 11874 h 35496"/>
                        <a:gd name="connsiteX4" fmla="*/ 12758 w 38570"/>
                        <a:gd name="connsiteY4" fmla="*/ 20066 h 35496"/>
                        <a:gd name="connsiteX5" fmla="*/ 24092 w 38570"/>
                        <a:gd name="connsiteY5" fmla="*/ 28353 h 35496"/>
                        <a:gd name="connsiteX6" fmla="*/ 38570 w 38570"/>
                        <a:gd name="connsiteY6" fmla="*/ 35497 h 35496"/>
                        <a:gd name="connsiteX7" fmla="*/ 31045 w 38570"/>
                        <a:gd name="connsiteY7" fmla="*/ 30734 h 35496"/>
                        <a:gd name="connsiteX8" fmla="*/ 22663 w 38570"/>
                        <a:gd name="connsiteY8" fmla="*/ 23209 h 35496"/>
                        <a:gd name="connsiteX9" fmla="*/ 17329 w 38570"/>
                        <a:gd name="connsiteY9" fmla="*/ 15494 h 35496"/>
                        <a:gd name="connsiteX10" fmla="*/ 16377 w 38570"/>
                        <a:gd name="connsiteY10" fmla="*/ 5112 h 35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8570" h="35496">
                          <a:moveTo>
                            <a:pt x="16377" y="5112"/>
                          </a:moveTo>
                          <a:cubicBezTo>
                            <a:pt x="12376" y="3112"/>
                            <a:pt x="9043" y="1302"/>
                            <a:pt x="6280" y="540"/>
                          </a:cubicBezTo>
                          <a:cubicBezTo>
                            <a:pt x="3518" y="-222"/>
                            <a:pt x="1518" y="-222"/>
                            <a:pt x="566" y="826"/>
                          </a:cubicBezTo>
                          <a:cubicBezTo>
                            <a:pt x="-958" y="2540"/>
                            <a:pt x="661" y="6540"/>
                            <a:pt x="4661" y="11874"/>
                          </a:cubicBezTo>
                          <a:cubicBezTo>
                            <a:pt x="6566" y="14637"/>
                            <a:pt x="9519" y="17208"/>
                            <a:pt x="12758" y="20066"/>
                          </a:cubicBezTo>
                          <a:cubicBezTo>
                            <a:pt x="16091" y="22733"/>
                            <a:pt x="19616" y="26067"/>
                            <a:pt x="24092" y="28353"/>
                          </a:cubicBezTo>
                          <a:cubicBezTo>
                            <a:pt x="29141" y="31210"/>
                            <a:pt x="33998" y="33782"/>
                            <a:pt x="38570" y="35497"/>
                          </a:cubicBezTo>
                          <a:cubicBezTo>
                            <a:pt x="35808" y="34259"/>
                            <a:pt x="33427" y="32449"/>
                            <a:pt x="31045" y="30734"/>
                          </a:cubicBezTo>
                          <a:cubicBezTo>
                            <a:pt x="27902" y="28258"/>
                            <a:pt x="25045" y="25686"/>
                            <a:pt x="22663" y="23209"/>
                          </a:cubicBezTo>
                          <a:cubicBezTo>
                            <a:pt x="20377" y="20447"/>
                            <a:pt x="18568" y="17875"/>
                            <a:pt x="17329" y="15494"/>
                          </a:cubicBezTo>
                          <a:cubicBezTo>
                            <a:pt x="14758" y="10732"/>
                            <a:pt x="14282" y="7017"/>
                            <a:pt x="16377" y="5112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28" name="Forme libre : forme 15727">
                      <a:extLst>
                        <a:ext uri="{FF2B5EF4-FFF2-40B4-BE49-F238E27FC236}">
                          <a16:creationId xmlns:a16="http://schemas.microsoft.com/office/drawing/2014/main" id="{C37AAF85-E7CD-4757-879E-E4C55CAE55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4843" y="4968430"/>
                      <a:ext cx="60507" cy="38022"/>
                    </a:xfrm>
                    <a:custGeom>
                      <a:avLst/>
                      <a:gdLst>
                        <a:gd name="connsiteX0" fmla="*/ 60367 w 60507"/>
                        <a:gd name="connsiteY0" fmla="*/ 35814 h 38022"/>
                        <a:gd name="connsiteX1" fmla="*/ 48651 w 60507"/>
                        <a:gd name="connsiteY1" fmla="*/ 37338 h 38022"/>
                        <a:gd name="connsiteX2" fmla="*/ 37506 w 60507"/>
                        <a:gd name="connsiteY2" fmla="*/ 34195 h 38022"/>
                        <a:gd name="connsiteX3" fmla="*/ 24838 w 60507"/>
                        <a:gd name="connsiteY3" fmla="*/ 28004 h 38022"/>
                        <a:gd name="connsiteX4" fmla="*/ 13218 w 60507"/>
                        <a:gd name="connsiteY4" fmla="*/ 20002 h 38022"/>
                        <a:gd name="connsiteX5" fmla="*/ 4836 w 60507"/>
                        <a:gd name="connsiteY5" fmla="*/ 12002 h 38022"/>
                        <a:gd name="connsiteX6" fmla="*/ 550 w 60507"/>
                        <a:gd name="connsiteY6" fmla="*/ 858 h 38022"/>
                        <a:gd name="connsiteX7" fmla="*/ 11884 w 60507"/>
                        <a:gd name="connsiteY7" fmla="*/ 2857 h 38022"/>
                        <a:gd name="connsiteX8" fmla="*/ 21695 w 60507"/>
                        <a:gd name="connsiteY8" fmla="*/ 7620 h 38022"/>
                        <a:gd name="connsiteX9" fmla="*/ 33030 w 60507"/>
                        <a:gd name="connsiteY9" fmla="*/ 14002 h 38022"/>
                        <a:gd name="connsiteX10" fmla="*/ 44174 w 60507"/>
                        <a:gd name="connsiteY10" fmla="*/ 20860 h 38022"/>
                        <a:gd name="connsiteX11" fmla="*/ 53223 w 60507"/>
                        <a:gd name="connsiteY11" fmla="*/ 26861 h 38022"/>
                        <a:gd name="connsiteX12" fmla="*/ 60367 w 60507"/>
                        <a:gd name="connsiteY12" fmla="*/ 35814 h 38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0507" h="38022">
                          <a:moveTo>
                            <a:pt x="60367" y="35814"/>
                          </a:moveTo>
                          <a:cubicBezTo>
                            <a:pt x="59604" y="37815"/>
                            <a:pt x="55033" y="38767"/>
                            <a:pt x="48651" y="37338"/>
                          </a:cubicBezTo>
                          <a:cubicBezTo>
                            <a:pt x="45412" y="36671"/>
                            <a:pt x="41602" y="35623"/>
                            <a:pt x="37506" y="34195"/>
                          </a:cubicBezTo>
                          <a:cubicBezTo>
                            <a:pt x="33315" y="32861"/>
                            <a:pt x="29220" y="30385"/>
                            <a:pt x="24838" y="28004"/>
                          </a:cubicBezTo>
                          <a:cubicBezTo>
                            <a:pt x="20457" y="25622"/>
                            <a:pt x="16456" y="22956"/>
                            <a:pt x="13218" y="20002"/>
                          </a:cubicBezTo>
                          <a:cubicBezTo>
                            <a:pt x="9884" y="17145"/>
                            <a:pt x="7027" y="14478"/>
                            <a:pt x="4836" y="12002"/>
                          </a:cubicBezTo>
                          <a:cubicBezTo>
                            <a:pt x="740" y="6668"/>
                            <a:pt x="-974" y="2572"/>
                            <a:pt x="550" y="858"/>
                          </a:cubicBezTo>
                          <a:cubicBezTo>
                            <a:pt x="2073" y="-857"/>
                            <a:pt x="6264" y="95"/>
                            <a:pt x="11884" y="2857"/>
                          </a:cubicBezTo>
                          <a:cubicBezTo>
                            <a:pt x="14837" y="4000"/>
                            <a:pt x="18171" y="5620"/>
                            <a:pt x="21695" y="7620"/>
                          </a:cubicBezTo>
                          <a:cubicBezTo>
                            <a:pt x="25124" y="9716"/>
                            <a:pt x="29029" y="11811"/>
                            <a:pt x="33030" y="14002"/>
                          </a:cubicBezTo>
                          <a:cubicBezTo>
                            <a:pt x="37126" y="16193"/>
                            <a:pt x="40650" y="18955"/>
                            <a:pt x="44174" y="20860"/>
                          </a:cubicBezTo>
                          <a:cubicBezTo>
                            <a:pt x="47603" y="22860"/>
                            <a:pt x="50746" y="24956"/>
                            <a:pt x="53223" y="26861"/>
                          </a:cubicBezTo>
                          <a:cubicBezTo>
                            <a:pt x="58080" y="30861"/>
                            <a:pt x="61224" y="33624"/>
                            <a:pt x="60367" y="3581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29" name="Forme libre : forme 15728">
                      <a:extLst>
                        <a:ext uri="{FF2B5EF4-FFF2-40B4-BE49-F238E27FC236}">
                          <a16:creationId xmlns:a16="http://schemas.microsoft.com/office/drawing/2014/main" id="{3E19AE6D-381F-47DE-9D21-32F7CE51C0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8530" y="4939316"/>
                      <a:ext cx="68631" cy="67499"/>
                    </a:xfrm>
                    <a:custGeom>
                      <a:avLst/>
                      <a:gdLst>
                        <a:gd name="connsiteX0" fmla="*/ 4289 w 68631"/>
                        <a:gd name="connsiteY0" fmla="*/ 5777 h 67499"/>
                        <a:gd name="connsiteX1" fmla="*/ 3 w 68631"/>
                        <a:gd name="connsiteY1" fmla="*/ 12540 h 67499"/>
                        <a:gd name="connsiteX2" fmla="*/ 5908 w 68631"/>
                        <a:gd name="connsiteY2" fmla="*/ 27113 h 67499"/>
                        <a:gd name="connsiteX3" fmla="*/ 12385 w 68631"/>
                        <a:gd name="connsiteY3" fmla="*/ 35972 h 67499"/>
                        <a:gd name="connsiteX4" fmla="*/ 20672 w 68631"/>
                        <a:gd name="connsiteY4" fmla="*/ 44354 h 67499"/>
                        <a:gd name="connsiteX5" fmla="*/ 53915 w 68631"/>
                        <a:gd name="connsiteY5" fmla="*/ 65309 h 67499"/>
                        <a:gd name="connsiteX6" fmla="*/ 68297 w 68631"/>
                        <a:gd name="connsiteY6" fmla="*/ 64356 h 67499"/>
                        <a:gd name="connsiteX7" fmla="*/ 58867 w 68631"/>
                        <a:gd name="connsiteY7" fmla="*/ 55403 h 67499"/>
                        <a:gd name="connsiteX8" fmla="*/ 38865 w 68631"/>
                        <a:gd name="connsiteY8" fmla="*/ 31971 h 67499"/>
                        <a:gd name="connsiteX9" fmla="*/ 32007 w 68631"/>
                        <a:gd name="connsiteY9" fmla="*/ 18446 h 67499"/>
                        <a:gd name="connsiteX10" fmla="*/ 20291 w 68631"/>
                        <a:gd name="connsiteY10" fmla="*/ 3587 h 67499"/>
                        <a:gd name="connsiteX11" fmla="*/ 4289 w 68631"/>
                        <a:gd name="connsiteY11" fmla="*/ 5777 h 67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8631" h="67499">
                          <a:moveTo>
                            <a:pt x="4289" y="5777"/>
                          </a:moveTo>
                          <a:cubicBezTo>
                            <a:pt x="2194" y="7206"/>
                            <a:pt x="3" y="8730"/>
                            <a:pt x="3" y="12540"/>
                          </a:cubicBezTo>
                          <a:cubicBezTo>
                            <a:pt x="-92" y="16255"/>
                            <a:pt x="2098" y="21494"/>
                            <a:pt x="5908" y="27113"/>
                          </a:cubicBezTo>
                          <a:cubicBezTo>
                            <a:pt x="7814" y="29971"/>
                            <a:pt x="9909" y="33019"/>
                            <a:pt x="12385" y="35972"/>
                          </a:cubicBezTo>
                          <a:cubicBezTo>
                            <a:pt x="14957" y="38829"/>
                            <a:pt x="17815" y="41592"/>
                            <a:pt x="20672" y="44354"/>
                          </a:cubicBezTo>
                          <a:cubicBezTo>
                            <a:pt x="30292" y="53498"/>
                            <a:pt x="42675" y="61404"/>
                            <a:pt x="53915" y="65309"/>
                          </a:cubicBezTo>
                          <a:cubicBezTo>
                            <a:pt x="62297" y="68547"/>
                            <a:pt x="70393" y="68166"/>
                            <a:pt x="68297" y="64356"/>
                          </a:cubicBezTo>
                          <a:cubicBezTo>
                            <a:pt x="67059" y="61880"/>
                            <a:pt x="62487" y="58832"/>
                            <a:pt x="58867" y="55403"/>
                          </a:cubicBezTo>
                          <a:cubicBezTo>
                            <a:pt x="49819" y="47878"/>
                            <a:pt x="43437" y="39401"/>
                            <a:pt x="38865" y="31971"/>
                          </a:cubicBezTo>
                          <a:cubicBezTo>
                            <a:pt x="37055" y="28638"/>
                            <a:pt x="35055" y="23494"/>
                            <a:pt x="32007" y="18446"/>
                          </a:cubicBezTo>
                          <a:cubicBezTo>
                            <a:pt x="28959" y="13493"/>
                            <a:pt x="25816" y="7587"/>
                            <a:pt x="20291" y="3587"/>
                          </a:cubicBezTo>
                          <a:cubicBezTo>
                            <a:pt x="11242" y="-4700"/>
                            <a:pt x="7242" y="3682"/>
                            <a:pt x="4289" y="577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30" name="Forme libre : forme 15729">
                      <a:extLst>
                        <a:ext uri="{FF2B5EF4-FFF2-40B4-BE49-F238E27FC236}">
                          <a16:creationId xmlns:a16="http://schemas.microsoft.com/office/drawing/2014/main" id="{0F96813C-F14E-48EC-82FC-D7363AC2B7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7522" y="4950380"/>
                      <a:ext cx="23431" cy="15872"/>
                    </a:xfrm>
                    <a:custGeom>
                      <a:avLst/>
                      <a:gdLst>
                        <a:gd name="connsiteX0" fmla="*/ 2632 w 23431"/>
                        <a:gd name="connsiteY0" fmla="*/ 238 h 15872"/>
                        <a:gd name="connsiteX1" fmla="*/ 251 w 23431"/>
                        <a:gd name="connsiteY1" fmla="*/ 333 h 15872"/>
                        <a:gd name="connsiteX2" fmla="*/ 918 w 23431"/>
                        <a:gd name="connsiteY2" fmla="*/ 3191 h 15872"/>
                        <a:gd name="connsiteX3" fmla="*/ 4442 w 23431"/>
                        <a:gd name="connsiteY3" fmla="*/ 6620 h 15872"/>
                        <a:gd name="connsiteX4" fmla="*/ 14443 w 23431"/>
                        <a:gd name="connsiteY4" fmla="*/ 13287 h 15872"/>
                        <a:gd name="connsiteX5" fmla="*/ 18348 w 23431"/>
                        <a:gd name="connsiteY5" fmla="*/ 15288 h 15872"/>
                        <a:gd name="connsiteX6" fmla="*/ 19015 w 23431"/>
                        <a:gd name="connsiteY6" fmla="*/ 9001 h 15872"/>
                        <a:gd name="connsiteX7" fmla="*/ 2632 w 23431"/>
                        <a:gd name="connsiteY7" fmla="*/ 238 h 15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431" h="15872">
                          <a:moveTo>
                            <a:pt x="2632" y="238"/>
                          </a:moveTo>
                          <a:cubicBezTo>
                            <a:pt x="1680" y="-48"/>
                            <a:pt x="727" y="-143"/>
                            <a:pt x="251" y="333"/>
                          </a:cubicBezTo>
                          <a:cubicBezTo>
                            <a:pt x="-225" y="810"/>
                            <a:pt x="-35" y="1857"/>
                            <a:pt x="918" y="3191"/>
                          </a:cubicBezTo>
                          <a:cubicBezTo>
                            <a:pt x="1870" y="4429"/>
                            <a:pt x="3204" y="5667"/>
                            <a:pt x="4442" y="6620"/>
                          </a:cubicBezTo>
                          <a:cubicBezTo>
                            <a:pt x="7490" y="9382"/>
                            <a:pt x="11205" y="11287"/>
                            <a:pt x="14443" y="13287"/>
                          </a:cubicBezTo>
                          <a:cubicBezTo>
                            <a:pt x="15777" y="14050"/>
                            <a:pt x="17205" y="14812"/>
                            <a:pt x="18348" y="15288"/>
                          </a:cubicBezTo>
                          <a:cubicBezTo>
                            <a:pt x="23302" y="17098"/>
                            <a:pt x="26445" y="14621"/>
                            <a:pt x="19015" y="9001"/>
                          </a:cubicBezTo>
                          <a:cubicBezTo>
                            <a:pt x="13014" y="4810"/>
                            <a:pt x="6633" y="1286"/>
                            <a:pt x="2632" y="23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31" name="Forme libre : forme 15730">
                      <a:extLst>
                        <a:ext uri="{FF2B5EF4-FFF2-40B4-BE49-F238E27FC236}">
                          <a16:creationId xmlns:a16="http://schemas.microsoft.com/office/drawing/2014/main" id="{BDEB36A1-96E8-42BC-8759-F42F215D5D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9969" y="5012626"/>
                      <a:ext cx="47148" cy="6725"/>
                    </a:xfrm>
                    <a:custGeom>
                      <a:avLst/>
                      <a:gdLst>
                        <a:gd name="connsiteX0" fmla="*/ 47149 w 47148"/>
                        <a:gd name="connsiteY0" fmla="*/ 0 h 6725"/>
                        <a:gd name="connsiteX1" fmla="*/ 40862 w 47148"/>
                        <a:gd name="connsiteY1" fmla="*/ 5239 h 6725"/>
                        <a:gd name="connsiteX2" fmla="*/ 26765 w 47148"/>
                        <a:gd name="connsiteY2" fmla="*/ 6477 h 6725"/>
                        <a:gd name="connsiteX3" fmla="*/ 15145 w 47148"/>
                        <a:gd name="connsiteY3" fmla="*/ 4858 h 6725"/>
                        <a:gd name="connsiteX4" fmla="*/ 0 w 47148"/>
                        <a:gd name="connsiteY4" fmla="*/ 95 h 6725"/>
                        <a:gd name="connsiteX5" fmla="*/ 5715 w 47148"/>
                        <a:gd name="connsiteY5" fmla="*/ 1810 h 6725"/>
                        <a:gd name="connsiteX6" fmla="*/ 19241 w 47148"/>
                        <a:gd name="connsiteY6" fmla="*/ 4572 h 6725"/>
                        <a:gd name="connsiteX7" fmla="*/ 34957 w 47148"/>
                        <a:gd name="connsiteY7" fmla="*/ 4763 h 6725"/>
                        <a:gd name="connsiteX8" fmla="*/ 47149 w 47148"/>
                        <a:gd name="connsiteY8" fmla="*/ 0 h 6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7148" h="6725">
                          <a:moveTo>
                            <a:pt x="47149" y="0"/>
                          </a:moveTo>
                          <a:cubicBezTo>
                            <a:pt x="47149" y="0"/>
                            <a:pt x="46863" y="3143"/>
                            <a:pt x="40862" y="5239"/>
                          </a:cubicBezTo>
                          <a:cubicBezTo>
                            <a:pt x="37814" y="6382"/>
                            <a:pt x="33338" y="7144"/>
                            <a:pt x="26765" y="6477"/>
                          </a:cubicBezTo>
                          <a:cubicBezTo>
                            <a:pt x="23432" y="6191"/>
                            <a:pt x="19621" y="5715"/>
                            <a:pt x="15145" y="4858"/>
                          </a:cubicBezTo>
                          <a:cubicBezTo>
                            <a:pt x="10668" y="3810"/>
                            <a:pt x="5715" y="2191"/>
                            <a:pt x="0" y="95"/>
                          </a:cubicBezTo>
                          <a:cubicBezTo>
                            <a:pt x="0" y="95"/>
                            <a:pt x="2000" y="667"/>
                            <a:pt x="5715" y="1810"/>
                          </a:cubicBezTo>
                          <a:cubicBezTo>
                            <a:pt x="9239" y="2762"/>
                            <a:pt x="14002" y="4191"/>
                            <a:pt x="19241" y="4572"/>
                          </a:cubicBezTo>
                          <a:cubicBezTo>
                            <a:pt x="24479" y="5143"/>
                            <a:pt x="30099" y="5334"/>
                            <a:pt x="34957" y="4763"/>
                          </a:cubicBezTo>
                          <a:cubicBezTo>
                            <a:pt x="40005" y="4096"/>
                            <a:pt x="44291" y="2477"/>
                            <a:pt x="4714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32" name="Forme libre : forme 15731">
                      <a:extLst>
                        <a:ext uri="{FF2B5EF4-FFF2-40B4-BE49-F238E27FC236}">
                          <a16:creationId xmlns:a16="http://schemas.microsoft.com/office/drawing/2014/main" id="{D61A3D36-F47E-4BF4-9584-04BA117983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7009" y="4925269"/>
                      <a:ext cx="40671" cy="24015"/>
                    </a:xfrm>
                    <a:custGeom>
                      <a:avLst/>
                      <a:gdLst>
                        <a:gd name="connsiteX0" fmla="*/ 40672 w 40671"/>
                        <a:gd name="connsiteY0" fmla="*/ 24016 h 24015"/>
                        <a:gd name="connsiteX1" fmla="*/ 36100 w 40671"/>
                        <a:gd name="connsiteY1" fmla="*/ 20111 h 24015"/>
                        <a:gd name="connsiteX2" fmla="*/ 25337 w 40671"/>
                        <a:gd name="connsiteY2" fmla="*/ 11443 h 24015"/>
                        <a:gd name="connsiteX3" fmla="*/ 12382 w 40671"/>
                        <a:gd name="connsiteY3" fmla="*/ 2775 h 24015"/>
                        <a:gd name="connsiteX4" fmla="*/ 0 w 40671"/>
                        <a:gd name="connsiteY4" fmla="*/ 490 h 24015"/>
                        <a:gd name="connsiteX5" fmla="*/ 10668 w 40671"/>
                        <a:gd name="connsiteY5" fmla="*/ 3823 h 24015"/>
                        <a:gd name="connsiteX6" fmla="*/ 23241 w 40671"/>
                        <a:gd name="connsiteY6" fmla="*/ 11062 h 24015"/>
                        <a:gd name="connsiteX7" fmla="*/ 31337 w 40671"/>
                        <a:gd name="connsiteY7" fmla="*/ 16777 h 24015"/>
                        <a:gd name="connsiteX8" fmla="*/ 40672 w 40671"/>
                        <a:gd name="connsiteY8" fmla="*/ 24016 h 24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0671" h="24015">
                          <a:moveTo>
                            <a:pt x="40672" y="24016"/>
                          </a:moveTo>
                          <a:cubicBezTo>
                            <a:pt x="40672" y="24016"/>
                            <a:pt x="38767" y="22588"/>
                            <a:pt x="36100" y="20111"/>
                          </a:cubicBezTo>
                          <a:cubicBezTo>
                            <a:pt x="33433" y="17634"/>
                            <a:pt x="29432" y="14586"/>
                            <a:pt x="25337" y="11443"/>
                          </a:cubicBezTo>
                          <a:cubicBezTo>
                            <a:pt x="21336" y="8109"/>
                            <a:pt x="16764" y="4966"/>
                            <a:pt x="12382" y="2775"/>
                          </a:cubicBezTo>
                          <a:cubicBezTo>
                            <a:pt x="8191" y="490"/>
                            <a:pt x="3810" y="-749"/>
                            <a:pt x="0" y="490"/>
                          </a:cubicBezTo>
                          <a:cubicBezTo>
                            <a:pt x="0" y="490"/>
                            <a:pt x="4000" y="394"/>
                            <a:pt x="10668" y="3823"/>
                          </a:cubicBezTo>
                          <a:cubicBezTo>
                            <a:pt x="14097" y="5442"/>
                            <a:pt x="18479" y="7538"/>
                            <a:pt x="23241" y="11062"/>
                          </a:cubicBezTo>
                          <a:cubicBezTo>
                            <a:pt x="25527" y="12872"/>
                            <a:pt x="28385" y="14586"/>
                            <a:pt x="31337" y="16777"/>
                          </a:cubicBezTo>
                          <a:cubicBezTo>
                            <a:pt x="34290" y="18682"/>
                            <a:pt x="37052" y="21539"/>
                            <a:pt x="40672" y="240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33" name="Forme libre : forme 15732">
                      <a:extLst>
                        <a:ext uri="{FF2B5EF4-FFF2-40B4-BE49-F238E27FC236}">
                          <a16:creationId xmlns:a16="http://schemas.microsoft.com/office/drawing/2014/main" id="{5385EAD8-24C0-4A3A-B3C9-3E73B8CB56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81" y="4978898"/>
                      <a:ext cx="21550" cy="14675"/>
                    </a:xfrm>
                    <a:custGeom>
                      <a:avLst/>
                      <a:gdLst>
                        <a:gd name="connsiteX0" fmla="*/ 20993 w 21550"/>
                        <a:gd name="connsiteY0" fmla="*/ 14583 h 14675"/>
                        <a:gd name="connsiteX1" fmla="*/ 15374 w 21550"/>
                        <a:gd name="connsiteY1" fmla="*/ 13440 h 14675"/>
                        <a:gd name="connsiteX2" fmla="*/ 7087 w 21550"/>
                        <a:gd name="connsiteY2" fmla="*/ 8392 h 14675"/>
                        <a:gd name="connsiteX3" fmla="*/ 610 w 21550"/>
                        <a:gd name="connsiteY3" fmla="*/ 10 h 14675"/>
                        <a:gd name="connsiteX4" fmla="*/ 13945 w 21550"/>
                        <a:gd name="connsiteY4" fmla="*/ 6677 h 14675"/>
                        <a:gd name="connsiteX5" fmla="*/ 20993 w 21550"/>
                        <a:gd name="connsiteY5" fmla="*/ 14583 h 14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550" h="14675">
                          <a:moveTo>
                            <a:pt x="20993" y="14583"/>
                          </a:moveTo>
                          <a:cubicBezTo>
                            <a:pt x="20041" y="14869"/>
                            <a:pt x="17945" y="14488"/>
                            <a:pt x="15374" y="13440"/>
                          </a:cubicBezTo>
                          <a:cubicBezTo>
                            <a:pt x="12897" y="12202"/>
                            <a:pt x="9944" y="10487"/>
                            <a:pt x="7087" y="8392"/>
                          </a:cubicBezTo>
                          <a:cubicBezTo>
                            <a:pt x="1372" y="4391"/>
                            <a:pt x="-1295" y="391"/>
                            <a:pt x="610" y="10"/>
                          </a:cubicBezTo>
                          <a:cubicBezTo>
                            <a:pt x="2420" y="-181"/>
                            <a:pt x="8516" y="2486"/>
                            <a:pt x="13945" y="6677"/>
                          </a:cubicBezTo>
                          <a:cubicBezTo>
                            <a:pt x="19374" y="10868"/>
                            <a:pt x="22993" y="13821"/>
                            <a:pt x="20993" y="1458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34" name="Forme libre : forme 15733">
                      <a:extLst>
                        <a:ext uri="{FF2B5EF4-FFF2-40B4-BE49-F238E27FC236}">
                          <a16:creationId xmlns:a16="http://schemas.microsoft.com/office/drawing/2014/main" id="{43BEEE22-4CF3-4D43-9286-B6FCC47E04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7069" y="4991243"/>
                      <a:ext cx="6466" cy="3521"/>
                    </a:xfrm>
                    <a:custGeom>
                      <a:avLst/>
                      <a:gdLst>
                        <a:gd name="connsiteX0" fmla="*/ 6426 w 6466"/>
                        <a:gd name="connsiteY0" fmla="*/ 3190 h 3521"/>
                        <a:gd name="connsiteX1" fmla="*/ 2711 w 6466"/>
                        <a:gd name="connsiteY1" fmla="*/ 2809 h 3521"/>
                        <a:gd name="connsiteX2" fmla="*/ 44 w 6466"/>
                        <a:gd name="connsiteY2" fmla="*/ 332 h 3521"/>
                        <a:gd name="connsiteX3" fmla="*/ 3759 w 6466"/>
                        <a:gd name="connsiteY3" fmla="*/ 714 h 3521"/>
                        <a:gd name="connsiteX4" fmla="*/ 6426 w 6466"/>
                        <a:gd name="connsiteY4" fmla="*/ 3190 h 3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66" h="3521">
                          <a:moveTo>
                            <a:pt x="6426" y="3190"/>
                          </a:moveTo>
                          <a:cubicBezTo>
                            <a:pt x="6140" y="3761"/>
                            <a:pt x="4520" y="3571"/>
                            <a:pt x="2711" y="2809"/>
                          </a:cubicBezTo>
                          <a:cubicBezTo>
                            <a:pt x="901" y="2047"/>
                            <a:pt x="-242" y="904"/>
                            <a:pt x="44" y="332"/>
                          </a:cubicBezTo>
                          <a:cubicBezTo>
                            <a:pt x="329" y="-239"/>
                            <a:pt x="1949" y="-49"/>
                            <a:pt x="3759" y="714"/>
                          </a:cubicBezTo>
                          <a:cubicBezTo>
                            <a:pt x="5473" y="1475"/>
                            <a:pt x="6711" y="2523"/>
                            <a:pt x="6426" y="31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35" name="Forme libre : forme 15734">
                      <a:extLst>
                        <a:ext uri="{FF2B5EF4-FFF2-40B4-BE49-F238E27FC236}">
                          <a16:creationId xmlns:a16="http://schemas.microsoft.com/office/drawing/2014/main" id="{E63323C9-A8A4-4025-8D4B-ED154DB973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5266" y="4968695"/>
                      <a:ext cx="47458" cy="39668"/>
                    </a:xfrm>
                    <a:custGeom>
                      <a:avLst/>
                      <a:gdLst>
                        <a:gd name="connsiteX0" fmla="*/ 44899 w 47458"/>
                        <a:gd name="connsiteY0" fmla="*/ 26595 h 39668"/>
                        <a:gd name="connsiteX1" fmla="*/ 46708 w 47458"/>
                        <a:gd name="connsiteY1" fmla="*/ 37739 h 39668"/>
                        <a:gd name="connsiteX2" fmla="*/ 40898 w 47458"/>
                        <a:gd name="connsiteY2" fmla="*/ 39264 h 39668"/>
                        <a:gd name="connsiteX3" fmla="*/ 34231 w 47458"/>
                        <a:gd name="connsiteY3" fmla="*/ 34787 h 39668"/>
                        <a:gd name="connsiteX4" fmla="*/ 23372 w 47458"/>
                        <a:gd name="connsiteY4" fmla="*/ 20404 h 39668"/>
                        <a:gd name="connsiteX5" fmla="*/ 16990 w 47458"/>
                        <a:gd name="connsiteY5" fmla="*/ 16023 h 39668"/>
                        <a:gd name="connsiteX6" fmla="*/ 7847 w 47458"/>
                        <a:gd name="connsiteY6" fmla="*/ 9164 h 39668"/>
                        <a:gd name="connsiteX7" fmla="*/ 989 w 47458"/>
                        <a:gd name="connsiteY7" fmla="*/ 2783 h 39668"/>
                        <a:gd name="connsiteX8" fmla="*/ 1084 w 47458"/>
                        <a:gd name="connsiteY8" fmla="*/ 21 h 39668"/>
                        <a:gd name="connsiteX9" fmla="*/ 16990 w 47458"/>
                        <a:gd name="connsiteY9" fmla="*/ 7164 h 39668"/>
                        <a:gd name="connsiteX10" fmla="*/ 33088 w 47458"/>
                        <a:gd name="connsiteY10" fmla="*/ 16308 h 39668"/>
                        <a:gd name="connsiteX11" fmla="*/ 44899 w 47458"/>
                        <a:gd name="connsiteY11" fmla="*/ 26595 h 39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458" h="39668">
                          <a:moveTo>
                            <a:pt x="44899" y="26595"/>
                          </a:moveTo>
                          <a:cubicBezTo>
                            <a:pt x="47851" y="30977"/>
                            <a:pt x="47947" y="34406"/>
                            <a:pt x="46708" y="37739"/>
                          </a:cubicBezTo>
                          <a:cubicBezTo>
                            <a:pt x="46328" y="38882"/>
                            <a:pt x="44708" y="40407"/>
                            <a:pt x="40898" y="39264"/>
                          </a:cubicBezTo>
                          <a:cubicBezTo>
                            <a:pt x="37469" y="38311"/>
                            <a:pt x="35279" y="36216"/>
                            <a:pt x="34231" y="34787"/>
                          </a:cubicBezTo>
                          <a:cubicBezTo>
                            <a:pt x="30897" y="30024"/>
                            <a:pt x="29754" y="26024"/>
                            <a:pt x="23372" y="20404"/>
                          </a:cubicBezTo>
                          <a:cubicBezTo>
                            <a:pt x="22324" y="19547"/>
                            <a:pt x="19943" y="17928"/>
                            <a:pt x="16990" y="16023"/>
                          </a:cubicBezTo>
                          <a:cubicBezTo>
                            <a:pt x="13942" y="14213"/>
                            <a:pt x="10799" y="11546"/>
                            <a:pt x="7847" y="9164"/>
                          </a:cubicBezTo>
                          <a:cubicBezTo>
                            <a:pt x="4989" y="6783"/>
                            <a:pt x="2322" y="4497"/>
                            <a:pt x="989" y="2783"/>
                          </a:cubicBezTo>
                          <a:cubicBezTo>
                            <a:pt x="-250" y="973"/>
                            <a:pt x="-440" y="-170"/>
                            <a:pt x="1084" y="21"/>
                          </a:cubicBezTo>
                          <a:cubicBezTo>
                            <a:pt x="4322" y="306"/>
                            <a:pt x="10799" y="3259"/>
                            <a:pt x="16990" y="7164"/>
                          </a:cubicBezTo>
                          <a:cubicBezTo>
                            <a:pt x="23563" y="10403"/>
                            <a:pt x="30040" y="14308"/>
                            <a:pt x="33088" y="16308"/>
                          </a:cubicBezTo>
                          <a:cubicBezTo>
                            <a:pt x="38612" y="19547"/>
                            <a:pt x="42613" y="23262"/>
                            <a:pt x="44899" y="2659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89" name="Graphique 1">
                    <a:extLst>
                      <a:ext uri="{FF2B5EF4-FFF2-40B4-BE49-F238E27FC236}">
                        <a16:creationId xmlns:a16="http://schemas.microsoft.com/office/drawing/2014/main" id="{565570FC-ED2A-4AB0-A57A-6935B91FFD2A}"/>
                      </a:ext>
                    </a:extLst>
                  </p:cNvPr>
                  <p:cNvGrpSpPr/>
                  <p:nvPr/>
                </p:nvGrpSpPr>
                <p:grpSpPr>
                  <a:xfrm>
                    <a:off x="3581063" y="4995375"/>
                    <a:ext cx="153020" cy="43978"/>
                    <a:chOff x="3581063" y="4995375"/>
                    <a:chExt cx="153020" cy="43978"/>
                  </a:xfrm>
                  <a:solidFill>
                    <a:schemeClr val="accent1"/>
                  </a:solidFill>
                </p:grpSpPr>
                <p:sp>
                  <p:nvSpPr>
                    <p:cNvPr id="15712" name="Forme libre : forme 15711">
                      <a:extLst>
                        <a:ext uri="{FF2B5EF4-FFF2-40B4-BE49-F238E27FC236}">
                          <a16:creationId xmlns:a16="http://schemas.microsoft.com/office/drawing/2014/main" id="{83EDC5AC-7A81-4487-95DF-FBBFE46B6F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1156" y="4995375"/>
                      <a:ext cx="152927" cy="43882"/>
                    </a:xfrm>
                    <a:custGeom>
                      <a:avLst/>
                      <a:gdLst>
                        <a:gd name="connsiteX0" fmla="*/ 106166 w 152927"/>
                        <a:gd name="connsiteY0" fmla="*/ 42492 h 43882"/>
                        <a:gd name="connsiteX1" fmla="*/ 91212 w 152927"/>
                        <a:gd name="connsiteY1" fmla="*/ 43540 h 43882"/>
                        <a:gd name="connsiteX2" fmla="*/ 76353 w 152927"/>
                        <a:gd name="connsiteY2" fmla="*/ 43825 h 43882"/>
                        <a:gd name="connsiteX3" fmla="*/ 46825 w 152927"/>
                        <a:gd name="connsiteY3" fmla="*/ 42873 h 43882"/>
                        <a:gd name="connsiteX4" fmla="*/ 27394 w 152927"/>
                        <a:gd name="connsiteY4" fmla="*/ 39634 h 43882"/>
                        <a:gd name="connsiteX5" fmla="*/ 12059 w 152927"/>
                        <a:gd name="connsiteY5" fmla="*/ 33729 h 43882"/>
                        <a:gd name="connsiteX6" fmla="*/ 153 w 152927"/>
                        <a:gd name="connsiteY6" fmla="*/ 20108 h 43882"/>
                        <a:gd name="connsiteX7" fmla="*/ 2915 w 152927"/>
                        <a:gd name="connsiteY7" fmla="*/ 8773 h 43882"/>
                        <a:gd name="connsiteX8" fmla="*/ 18250 w 152927"/>
                        <a:gd name="connsiteY8" fmla="*/ 963 h 43882"/>
                        <a:gd name="connsiteX9" fmla="*/ 32728 w 152927"/>
                        <a:gd name="connsiteY9" fmla="*/ 106 h 43882"/>
                        <a:gd name="connsiteX10" fmla="*/ 50064 w 152927"/>
                        <a:gd name="connsiteY10" fmla="*/ 773 h 43882"/>
                        <a:gd name="connsiteX11" fmla="*/ 76448 w 152927"/>
                        <a:gd name="connsiteY11" fmla="*/ 1820 h 43882"/>
                        <a:gd name="connsiteX12" fmla="*/ 89592 w 152927"/>
                        <a:gd name="connsiteY12" fmla="*/ 1725 h 43882"/>
                        <a:gd name="connsiteX13" fmla="*/ 102547 w 152927"/>
                        <a:gd name="connsiteY13" fmla="*/ 867 h 43882"/>
                        <a:gd name="connsiteX14" fmla="*/ 119691 w 152927"/>
                        <a:gd name="connsiteY14" fmla="*/ 11 h 43882"/>
                        <a:gd name="connsiteX15" fmla="*/ 134074 w 152927"/>
                        <a:gd name="connsiteY15" fmla="*/ 582 h 43882"/>
                        <a:gd name="connsiteX16" fmla="*/ 144552 w 152927"/>
                        <a:gd name="connsiteY16" fmla="*/ 2963 h 43882"/>
                        <a:gd name="connsiteX17" fmla="*/ 149600 w 152927"/>
                        <a:gd name="connsiteY17" fmla="*/ 7630 h 43882"/>
                        <a:gd name="connsiteX18" fmla="*/ 152743 w 152927"/>
                        <a:gd name="connsiteY18" fmla="*/ 18679 h 43882"/>
                        <a:gd name="connsiteX19" fmla="*/ 150553 w 152927"/>
                        <a:gd name="connsiteY19" fmla="*/ 25347 h 43882"/>
                        <a:gd name="connsiteX20" fmla="*/ 141123 w 152927"/>
                        <a:gd name="connsiteY20" fmla="*/ 32586 h 43882"/>
                        <a:gd name="connsiteX21" fmla="*/ 125788 w 152927"/>
                        <a:gd name="connsiteY21" fmla="*/ 38873 h 43882"/>
                        <a:gd name="connsiteX22" fmla="*/ 106166 w 152927"/>
                        <a:gd name="connsiteY22" fmla="*/ 42492 h 43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52927" h="43882">
                          <a:moveTo>
                            <a:pt x="106166" y="42492"/>
                          </a:moveTo>
                          <a:lnTo>
                            <a:pt x="91212" y="43540"/>
                          </a:lnTo>
                          <a:cubicBezTo>
                            <a:pt x="86259" y="43730"/>
                            <a:pt x="81306" y="43730"/>
                            <a:pt x="76353" y="43825"/>
                          </a:cubicBezTo>
                          <a:cubicBezTo>
                            <a:pt x="66447" y="44111"/>
                            <a:pt x="56636" y="43254"/>
                            <a:pt x="46825" y="42873"/>
                          </a:cubicBezTo>
                          <a:cubicBezTo>
                            <a:pt x="39872" y="42206"/>
                            <a:pt x="33300" y="41063"/>
                            <a:pt x="27394" y="39634"/>
                          </a:cubicBezTo>
                          <a:cubicBezTo>
                            <a:pt x="21489" y="38206"/>
                            <a:pt x="16250" y="35825"/>
                            <a:pt x="12059" y="33729"/>
                          </a:cubicBezTo>
                          <a:cubicBezTo>
                            <a:pt x="3487" y="29538"/>
                            <a:pt x="-895" y="24204"/>
                            <a:pt x="153" y="20108"/>
                          </a:cubicBezTo>
                          <a:lnTo>
                            <a:pt x="2915" y="8773"/>
                          </a:lnTo>
                          <a:cubicBezTo>
                            <a:pt x="3963" y="4678"/>
                            <a:pt x="9773" y="2392"/>
                            <a:pt x="18250" y="963"/>
                          </a:cubicBezTo>
                          <a:cubicBezTo>
                            <a:pt x="22537" y="201"/>
                            <a:pt x="27299" y="296"/>
                            <a:pt x="32728" y="106"/>
                          </a:cubicBezTo>
                          <a:cubicBezTo>
                            <a:pt x="38157" y="-85"/>
                            <a:pt x="43968" y="106"/>
                            <a:pt x="50064" y="773"/>
                          </a:cubicBezTo>
                          <a:cubicBezTo>
                            <a:pt x="58827" y="1154"/>
                            <a:pt x="67685" y="2010"/>
                            <a:pt x="76448" y="1820"/>
                          </a:cubicBezTo>
                          <a:cubicBezTo>
                            <a:pt x="80830" y="1725"/>
                            <a:pt x="85211" y="1820"/>
                            <a:pt x="89592" y="1725"/>
                          </a:cubicBezTo>
                          <a:lnTo>
                            <a:pt x="102547" y="867"/>
                          </a:lnTo>
                          <a:cubicBezTo>
                            <a:pt x="108642" y="487"/>
                            <a:pt x="114357" y="-85"/>
                            <a:pt x="119691" y="11"/>
                          </a:cubicBezTo>
                          <a:cubicBezTo>
                            <a:pt x="125025" y="106"/>
                            <a:pt x="129788" y="11"/>
                            <a:pt x="134074" y="582"/>
                          </a:cubicBezTo>
                          <a:cubicBezTo>
                            <a:pt x="138361" y="1249"/>
                            <a:pt x="141885" y="1820"/>
                            <a:pt x="144552" y="2963"/>
                          </a:cubicBezTo>
                          <a:cubicBezTo>
                            <a:pt x="147219" y="4106"/>
                            <a:pt x="149029" y="5630"/>
                            <a:pt x="149600" y="7630"/>
                          </a:cubicBezTo>
                          <a:lnTo>
                            <a:pt x="152743" y="18679"/>
                          </a:lnTo>
                          <a:cubicBezTo>
                            <a:pt x="153315" y="20680"/>
                            <a:pt x="152553" y="22966"/>
                            <a:pt x="150553" y="25347"/>
                          </a:cubicBezTo>
                          <a:cubicBezTo>
                            <a:pt x="148552" y="27728"/>
                            <a:pt x="145409" y="30395"/>
                            <a:pt x="141123" y="32586"/>
                          </a:cubicBezTo>
                          <a:cubicBezTo>
                            <a:pt x="136932" y="34776"/>
                            <a:pt x="131693" y="37253"/>
                            <a:pt x="125788" y="38873"/>
                          </a:cubicBezTo>
                          <a:cubicBezTo>
                            <a:pt x="119787" y="40396"/>
                            <a:pt x="113119" y="42016"/>
                            <a:pt x="106166" y="4249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13" name="Forme libre : forme 15712">
                      <a:extLst>
                        <a:ext uri="{FF2B5EF4-FFF2-40B4-BE49-F238E27FC236}">
                          <a16:creationId xmlns:a16="http://schemas.microsoft.com/office/drawing/2014/main" id="{7726969B-52EC-4B37-8212-4E21AAF7B5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1063" y="5010626"/>
                      <a:ext cx="152830" cy="28727"/>
                    </a:xfrm>
                    <a:custGeom>
                      <a:avLst/>
                      <a:gdLst>
                        <a:gd name="connsiteX0" fmla="*/ 58062 w 152830"/>
                        <a:gd name="connsiteY0" fmla="*/ 14288 h 28727"/>
                        <a:gd name="connsiteX1" fmla="*/ 25106 w 152830"/>
                        <a:gd name="connsiteY1" fmla="*/ 10954 h 28727"/>
                        <a:gd name="connsiteX2" fmla="*/ 1389 w 152830"/>
                        <a:gd name="connsiteY2" fmla="*/ 0 h 28727"/>
                        <a:gd name="connsiteX3" fmla="*/ 150 w 152830"/>
                        <a:gd name="connsiteY3" fmla="*/ 4953 h 28727"/>
                        <a:gd name="connsiteX4" fmla="*/ 12057 w 152830"/>
                        <a:gd name="connsiteY4" fmla="*/ 18574 h 28727"/>
                        <a:gd name="connsiteX5" fmla="*/ 27392 w 152830"/>
                        <a:gd name="connsiteY5" fmla="*/ 24479 h 28727"/>
                        <a:gd name="connsiteX6" fmla="*/ 46823 w 152830"/>
                        <a:gd name="connsiteY6" fmla="*/ 27718 h 28727"/>
                        <a:gd name="connsiteX7" fmla="*/ 76350 w 152830"/>
                        <a:gd name="connsiteY7" fmla="*/ 28670 h 28727"/>
                        <a:gd name="connsiteX8" fmla="*/ 91209 w 152830"/>
                        <a:gd name="connsiteY8" fmla="*/ 28385 h 28727"/>
                        <a:gd name="connsiteX9" fmla="*/ 106164 w 152830"/>
                        <a:gd name="connsiteY9" fmla="*/ 27337 h 28727"/>
                        <a:gd name="connsiteX10" fmla="*/ 125690 w 152830"/>
                        <a:gd name="connsiteY10" fmla="*/ 23717 h 28727"/>
                        <a:gd name="connsiteX11" fmla="*/ 141025 w 152830"/>
                        <a:gd name="connsiteY11" fmla="*/ 17431 h 28727"/>
                        <a:gd name="connsiteX12" fmla="*/ 150455 w 152830"/>
                        <a:gd name="connsiteY12" fmla="*/ 10192 h 28727"/>
                        <a:gd name="connsiteX13" fmla="*/ 152646 w 152830"/>
                        <a:gd name="connsiteY13" fmla="*/ 3524 h 28727"/>
                        <a:gd name="connsiteX14" fmla="*/ 152550 w 152830"/>
                        <a:gd name="connsiteY14" fmla="*/ 3143 h 28727"/>
                        <a:gd name="connsiteX15" fmla="*/ 129024 w 152830"/>
                        <a:gd name="connsiteY15" fmla="*/ 8858 h 28727"/>
                        <a:gd name="connsiteX16" fmla="*/ 105402 w 152830"/>
                        <a:gd name="connsiteY16" fmla="*/ 12002 h 28727"/>
                        <a:gd name="connsiteX17" fmla="*/ 81780 w 152830"/>
                        <a:gd name="connsiteY17" fmla="*/ 13525 h 28727"/>
                        <a:gd name="connsiteX18" fmla="*/ 69873 w 152830"/>
                        <a:gd name="connsiteY18" fmla="*/ 14097 h 28727"/>
                        <a:gd name="connsiteX19" fmla="*/ 58062 w 152830"/>
                        <a:gd name="connsiteY19" fmla="*/ 14288 h 28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52830" h="28727">
                          <a:moveTo>
                            <a:pt x="58062" y="14288"/>
                          </a:moveTo>
                          <a:cubicBezTo>
                            <a:pt x="46728" y="14954"/>
                            <a:pt x="35107" y="13145"/>
                            <a:pt x="25106" y="10954"/>
                          </a:cubicBezTo>
                          <a:cubicBezTo>
                            <a:pt x="15105" y="7906"/>
                            <a:pt x="6627" y="4763"/>
                            <a:pt x="1389" y="0"/>
                          </a:cubicBezTo>
                          <a:lnTo>
                            <a:pt x="150" y="4953"/>
                          </a:lnTo>
                          <a:cubicBezTo>
                            <a:pt x="-897" y="9049"/>
                            <a:pt x="3579" y="14478"/>
                            <a:pt x="12057" y="18574"/>
                          </a:cubicBezTo>
                          <a:cubicBezTo>
                            <a:pt x="16343" y="20669"/>
                            <a:pt x="21487" y="23050"/>
                            <a:pt x="27392" y="24479"/>
                          </a:cubicBezTo>
                          <a:cubicBezTo>
                            <a:pt x="33297" y="25908"/>
                            <a:pt x="39870" y="27051"/>
                            <a:pt x="46823" y="27718"/>
                          </a:cubicBezTo>
                          <a:cubicBezTo>
                            <a:pt x="56729" y="28099"/>
                            <a:pt x="66445" y="28956"/>
                            <a:pt x="76350" y="28670"/>
                          </a:cubicBezTo>
                          <a:cubicBezTo>
                            <a:pt x="81304" y="28575"/>
                            <a:pt x="86256" y="28670"/>
                            <a:pt x="91209" y="28385"/>
                          </a:cubicBezTo>
                          <a:lnTo>
                            <a:pt x="106164" y="27337"/>
                          </a:lnTo>
                          <a:cubicBezTo>
                            <a:pt x="113117" y="26861"/>
                            <a:pt x="119784" y="25241"/>
                            <a:pt x="125690" y="23717"/>
                          </a:cubicBezTo>
                          <a:cubicBezTo>
                            <a:pt x="131596" y="22098"/>
                            <a:pt x="136834" y="19621"/>
                            <a:pt x="141025" y="17431"/>
                          </a:cubicBezTo>
                          <a:cubicBezTo>
                            <a:pt x="145216" y="15240"/>
                            <a:pt x="148455" y="12573"/>
                            <a:pt x="150455" y="10192"/>
                          </a:cubicBezTo>
                          <a:cubicBezTo>
                            <a:pt x="152455" y="7811"/>
                            <a:pt x="153217" y="5525"/>
                            <a:pt x="152646" y="3524"/>
                          </a:cubicBezTo>
                          <a:lnTo>
                            <a:pt x="152550" y="3143"/>
                          </a:lnTo>
                          <a:cubicBezTo>
                            <a:pt x="144740" y="5715"/>
                            <a:pt x="136834" y="7334"/>
                            <a:pt x="129024" y="8858"/>
                          </a:cubicBezTo>
                          <a:cubicBezTo>
                            <a:pt x="121118" y="10192"/>
                            <a:pt x="113307" y="11239"/>
                            <a:pt x="105402" y="12002"/>
                          </a:cubicBezTo>
                          <a:cubicBezTo>
                            <a:pt x="97496" y="12478"/>
                            <a:pt x="89685" y="13431"/>
                            <a:pt x="81780" y="13525"/>
                          </a:cubicBezTo>
                          <a:cubicBezTo>
                            <a:pt x="77874" y="13716"/>
                            <a:pt x="73969" y="13907"/>
                            <a:pt x="69873" y="14097"/>
                          </a:cubicBezTo>
                          <a:cubicBezTo>
                            <a:pt x="66159" y="14097"/>
                            <a:pt x="62254" y="14192"/>
                            <a:pt x="58062" y="1428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14" name="Forme libre : forme 15713">
                      <a:extLst>
                        <a:ext uri="{FF2B5EF4-FFF2-40B4-BE49-F238E27FC236}">
                          <a16:creationId xmlns:a16="http://schemas.microsoft.com/office/drawing/2014/main" id="{F557A33C-8A9E-489F-BDE5-C041C6E286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3027" y="5010941"/>
                      <a:ext cx="68978" cy="15996"/>
                    </a:xfrm>
                    <a:custGeom>
                      <a:avLst/>
                      <a:gdLst>
                        <a:gd name="connsiteX0" fmla="*/ 68963 w 68978"/>
                        <a:gd name="connsiteY0" fmla="*/ 5018 h 15996"/>
                        <a:gd name="connsiteX1" fmla="*/ 59533 w 68978"/>
                        <a:gd name="connsiteY1" fmla="*/ 11877 h 15996"/>
                        <a:gd name="connsiteX2" fmla="*/ 48484 w 68978"/>
                        <a:gd name="connsiteY2" fmla="*/ 14543 h 15996"/>
                        <a:gd name="connsiteX3" fmla="*/ 34768 w 68978"/>
                        <a:gd name="connsiteY3" fmla="*/ 15972 h 15996"/>
                        <a:gd name="connsiteX4" fmla="*/ 21052 w 68978"/>
                        <a:gd name="connsiteY4" fmla="*/ 15496 h 15996"/>
                        <a:gd name="connsiteX5" fmla="*/ 9908 w 68978"/>
                        <a:gd name="connsiteY5" fmla="*/ 13496 h 15996"/>
                        <a:gd name="connsiteX6" fmla="*/ 2 w 68978"/>
                        <a:gd name="connsiteY6" fmla="*/ 7399 h 15996"/>
                        <a:gd name="connsiteX7" fmla="*/ 10289 w 68978"/>
                        <a:gd name="connsiteY7" fmla="*/ 2256 h 15996"/>
                        <a:gd name="connsiteX8" fmla="*/ 21052 w 68978"/>
                        <a:gd name="connsiteY8" fmla="*/ 923 h 15996"/>
                        <a:gd name="connsiteX9" fmla="*/ 34197 w 68978"/>
                        <a:gd name="connsiteY9" fmla="*/ 160 h 15996"/>
                        <a:gd name="connsiteX10" fmla="*/ 47341 w 68978"/>
                        <a:gd name="connsiteY10" fmla="*/ 66 h 15996"/>
                        <a:gd name="connsiteX11" fmla="*/ 58200 w 68978"/>
                        <a:gd name="connsiteY11" fmla="*/ 827 h 15996"/>
                        <a:gd name="connsiteX12" fmla="*/ 68963 w 68978"/>
                        <a:gd name="connsiteY12" fmla="*/ 5018 h 15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8978" h="15996">
                          <a:moveTo>
                            <a:pt x="68963" y="5018"/>
                          </a:moveTo>
                          <a:cubicBezTo>
                            <a:pt x="69249" y="7209"/>
                            <a:pt x="65724" y="9685"/>
                            <a:pt x="59533" y="11877"/>
                          </a:cubicBezTo>
                          <a:cubicBezTo>
                            <a:pt x="56485" y="13115"/>
                            <a:pt x="52675" y="13782"/>
                            <a:pt x="48484" y="14543"/>
                          </a:cubicBezTo>
                          <a:cubicBezTo>
                            <a:pt x="44293" y="15210"/>
                            <a:pt x="39626" y="15972"/>
                            <a:pt x="34768" y="15972"/>
                          </a:cubicBezTo>
                          <a:cubicBezTo>
                            <a:pt x="29910" y="16068"/>
                            <a:pt x="25243" y="15877"/>
                            <a:pt x="21052" y="15496"/>
                          </a:cubicBezTo>
                          <a:cubicBezTo>
                            <a:pt x="16861" y="15210"/>
                            <a:pt x="13051" y="14258"/>
                            <a:pt x="9908" y="13496"/>
                          </a:cubicBezTo>
                          <a:cubicBezTo>
                            <a:pt x="3621" y="11781"/>
                            <a:pt x="-94" y="9591"/>
                            <a:pt x="2" y="7399"/>
                          </a:cubicBezTo>
                          <a:cubicBezTo>
                            <a:pt x="97" y="5209"/>
                            <a:pt x="4097" y="3399"/>
                            <a:pt x="10289" y="2256"/>
                          </a:cubicBezTo>
                          <a:cubicBezTo>
                            <a:pt x="13432" y="1589"/>
                            <a:pt x="17052" y="1399"/>
                            <a:pt x="21052" y="923"/>
                          </a:cubicBezTo>
                          <a:cubicBezTo>
                            <a:pt x="25053" y="446"/>
                            <a:pt x="29529" y="256"/>
                            <a:pt x="34197" y="160"/>
                          </a:cubicBezTo>
                          <a:cubicBezTo>
                            <a:pt x="38864" y="160"/>
                            <a:pt x="43245" y="-125"/>
                            <a:pt x="47341" y="66"/>
                          </a:cubicBezTo>
                          <a:cubicBezTo>
                            <a:pt x="51342" y="160"/>
                            <a:pt x="55056" y="637"/>
                            <a:pt x="58200" y="827"/>
                          </a:cubicBezTo>
                          <a:cubicBezTo>
                            <a:pt x="64486" y="1494"/>
                            <a:pt x="68582" y="2923"/>
                            <a:pt x="68963" y="501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15" name="Forme libre : forme 15714">
                      <a:extLst>
                        <a:ext uri="{FF2B5EF4-FFF2-40B4-BE49-F238E27FC236}">
                          <a16:creationId xmlns:a16="http://schemas.microsoft.com/office/drawing/2014/main" id="{4377B045-CC4D-40CE-AA12-942D046811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3118" y="5012435"/>
                      <a:ext cx="50584" cy="14502"/>
                    </a:xfrm>
                    <a:custGeom>
                      <a:avLst/>
                      <a:gdLst>
                        <a:gd name="connsiteX0" fmla="*/ 15342 w 50584"/>
                        <a:gd name="connsiteY0" fmla="*/ 0 h 14502"/>
                        <a:gd name="connsiteX1" fmla="*/ 7 w 50584"/>
                        <a:gd name="connsiteY1" fmla="*/ 5905 h 14502"/>
                        <a:gd name="connsiteX2" fmla="*/ 9913 w 50584"/>
                        <a:gd name="connsiteY2" fmla="*/ 12002 h 14502"/>
                        <a:gd name="connsiteX3" fmla="*/ 21057 w 50584"/>
                        <a:gd name="connsiteY3" fmla="*/ 14002 h 14502"/>
                        <a:gd name="connsiteX4" fmla="*/ 34773 w 50584"/>
                        <a:gd name="connsiteY4" fmla="*/ 14478 h 14502"/>
                        <a:gd name="connsiteX5" fmla="*/ 50585 w 50584"/>
                        <a:gd name="connsiteY5" fmla="*/ 12668 h 14502"/>
                        <a:gd name="connsiteX6" fmla="*/ 41821 w 50584"/>
                        <a:gd name="connsiteY6" fmla="*/ 12764 h 14502"/>
                        <a:gd name="connsiteX7" fmla="*/ 22200 w 50584"/>
                        <a:gd name="connsiteY7" fmla="*/ 7715 h 14502"/>
                        <a:gd name="connsiteX8" fmla="*/ 15342 w 50584"/>
                        <a:gd name="connsiteY8" fmla="*/ 0 h 14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0584" h="14502">
                          <a:moveTo>
                            <a:pt x="15342" y="0"/>
                          </a:moveTo>
                          <a:cubicBezTo>
                            <a:pt x="6293" y="1048"/>
                            <a:pt x="197" y="3143"/>
                            <a:pt x="7" y="5905"/>
                          </a:cubicBezTo>
                          <a:cubicBezTo>
                            <a:pt x="-184" y="8097"/>
                            <a:pt x="3626" y="10287"/>
                            <a:pt x="9913" y="12002"/>
                          </a:cubicBezTo>
                          <a:cubicBezTo>
                            <a:pt x="13056" y="12764"/>
                            <a:pt x="16771" y="13716"/>
                            <a:pt x="21057" y="14002"/>
                          </a:cubicBezTo>
                          <a:cubicBezTo>
                            <a:pt x="25248" y="14383"/>
                            <a:pt x="29915" y="14574"/>
                            <a:pt x="34773" y="14478"/>
                          </a:cubicBezTo>
                          <a:cubicBezTo>
                            <a:pt x="40488" y="14383"/>
                            <a:pt x="45822" y="13525"/>
                            <a:pt x="50585" y="12668"/>
                          </a:cubicBezTo>
                          <a:cubicBezTo>
                            <a:pt x="47632" y="12859"/>
                            <a:pt x="44679" y="12859"/>
                            <a:pt x="41821" y="12764"/>
                          </a:cubicBezTo>
                          <a:cubicBezTo>
                            <a:pt x="34011" y="12097"/>
                            <a:pt x="26962" y="9906"/>
                            <a:pt x="22200" y="7715"/>
                          </a:cubicBezTo>
                          <a:cubicBezTo>
                            <a:pt x="17342" y="5620"/>
                            <a:pt x="14675" y="2667"/>
                            <a:pt x="15342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16" name="Forme libre : forme 15715">
                      <a:extLst>
                        <a:ext uri="{FF2B5EF4-FFF2-40B4-BE49-F238E27FC236}">
                          <a16:creationId xmlns:a16="http://schemas.microsoft.com/office/drawing/2014/main" id="{C1CB076E-99DF-4664-9056-79F2EB2B80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6361" y="5012414"/>
                      <a:ext cx="69371" cy="16223"/>
                    </a:xfrm>
                    <a:custGeom>
                      <a:avLst/>
                      <a:gdLst>
                        <a:gd name="connsiteX0" fmla="*/ 69344 w 69371"/>
                        <a:gd name="connsiteY0" fmla="*/ 4879 h 16223"/>
                        <a:gd name="connsiteX1" fmla="*/ 59914 w 69371"/>
                        <a:gd name="connsiteY1" fmla="*/ 11737 h 16223"/>
                        <a:gd name="connsiteX2" fmla="*/ 35054 w 69371"/>
                        <a:gd name="connsiteY2" fmla="*/ 16214 h 16223"/>
                        <a:gd name="connsiteX3" fmla="*/ 10003 w 69371"/>
                        <a:gd name="connsiteY3" fmla="*/ 13928 h 16223"/>
                        <a:gd name="connsiteX4" fmla="*/ 2 w 69371"/>
                        <a:gd name="connsiteY4" fmla="*/ 7832 h 16223"/>
                        <a:gd name="connsiteX5" fmla="*/ 10289 w 69371"/>
                        <a:gd name="connsiteY5" fmla="*/ 2688 h 16223"/>
                        <a:gd name="connsiteX6" fmla="*/ 34292 w 69371"/>
                        <a:gd name="connsiteY6" fmla="*/ 307 h 16223"/>
                        <a:gd name="connsiteX7" fmla="*/ 58390 w 69371"/>
                        <a:gd name="connsiteY7" fmla="*/ 592 h 16223"/>
                        <a:gd name="connsiteX8" fmla="*/ 69344 w 69371"/>
                        <a:gd name="connsiteY8" fmla="*/ 4879 h 16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9371" h="16223">
                          <a:moveTo>
                            <a:pt x="69344" y="4879"/>
                          </a:moveTo>
                          <a:cubicBezTo>
                            <a:pt x="69725" y="7069"/>
                            <a:pt x="66105" y="9546"/>
                            <a:pt x="59914" y="11737"/>
                          </a:cubicBezTo>
                          <a:cubicBezTo>
                            <a:pt x="53723" y="14213"/>
                            <a:pt x="44864" y="15451"/>
                            <a:pt x="35054" y="16214"/>
                          </a:cubicBezTo>
                          <a:cubicBezTo>
                            <a:pt x="25243" y="16309"/>
                            <a:pt x="16385" y="15737"/>
                            <a:pt x="10003" y="13928"/>
                          </a:cubicBezTo>
                          <a:cubicBezTo>
                            <a:pt x="3716" y="12213"/>
                            <a:pt x="-94" y="10022"/>
                            <a:pt x="2" y="7832"/>
                          </a:cubicBezTo>
                          <a:cubicBezTo>
                            <a:pt x="97" y="5641"/>
                            <a:pt x="4097" y="3831"/>
                            <a:pt x="10289" y="2688"/>
                          </a:cubicBezTo>
                          <a:cubicBezTo>
                            <a:pt x="16480" y="1640"/>
                            <a:pt x="24957" y="402"/>
                            <a:pt x="34292" y="307"/>
                          </a:cubicBezTo>
                          <a:cubicBezTo>
                            <a:pt x="43626" y="-360"/>
                            <a:pt x="52104" y="212"/>
                            <a:pt x="58390" y="592"/>
                          </a:cubicBezTo>
                          <a:cubicBezTo>
                            <a:pt x="64867" y="1259"/>
                            <a:pt x="68963" y="2688"/>
                            <a:pt x="69344" y="487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17" name="Forme libre : forme 15716">
                      <a:extLst>
                        <a:ext uri="{FF2B5EF4-FFF2-40B4-BE49-F238E27FC236}">
                          <a16:creationId xmlns:a16="http://schemas.microsoft.com/office/drawing/2014/main" id="{3FBF675F-55ED-4408-AB1B-65CF65BC8F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3348" y="5004137"/>
                      <a:ext cx="87207" cy="32015"/>
                    </a:xfrm>
                    <a:custGeom>
                      <a:avLst/>
                      <a:gdLst>
                        <a:gd name="connsiteX0" fmla="*/ 534 w 87207"/>
                        <a:gd name="connsiteY0" fmla="*/ 12013 h 32015"/>
                        <a:gd name="connsiteX1" fmla="*/ 1773 w 87207"/>
                        <a:gd name="connsiteY1" fmla="*/ 19824 h 32015"/>
                        <a:gd name="connsiteX2" fmla="*/ 15393 w 87207"/>
                        <a:gd name="connsiteY2" fmla="*/ 26777 h 32015"/>
                        <a:gd name="connsiteX3" fmla="*/ 25680 w 87207"/>
                        <a:gd name="connsiteY3" fmla="*/ 29539 h 32015"/>
                        <a:gd name="connsiteX4" fmla="*/ 36825 w 87207"/>
                        <a:gd name="connsiteY4" fmla="*/ 31063 h 32015"/>
                        <a:gd name="connsiteX5" fmla="*/ 56160 w 87207"/>
                        <a:gd name="connsiteY5" fmla="*/ 31920 h 32015"/>
                        <a:gd name="connsiteX6" fmla="*/ 74639 w 87207"/>
                        <a:gd name="connsiteY6" fmla="*/ 29730 h 32015"/>
                        <a:gd name="connsiteX7" fmla="*/ 86164 w 87207"/>
                        <a:gd name="connsiteY7" fmla="*/ 21824 h 32015"/>
                        <a:gd name="connsiteX8" fmla="*/ 73591 w 87207"/>
                        <a:gd name="connsiteY8" fmla="*/ 18966 h 32015"/>
                        <a:gd name="connsiteX9" fmla="*/ 43968 w 87207"/>
                        <a:gd name="connsiteY9" fmla="*/ 10680 h 32015"/>
                        <a:gd name="connsiteX10" fmla="*/ 30062 w 87207"/>
                        <a:gd name="connsiteY10" fmla="*/ 4203 h 32015"/>
                        <a:gd name="connsiteX11" fmla="*/ 11107 w 87207"/>
                        <a:gd name="connsiteY11" fmla="*/ 12 h 32015"/>
                        <a:gd name="connsiteX12" fmla="*/ 1391 w 87207"/>
                        <a:gd name="connsiteY12" fmla="*/ 4679 h 32015"/>
                        <a:gd name="connsiteX13" fmla="*/ 534 w 87207"/>
                        <a:gd name="connsiteY13" fmla="*/ 12013 h 32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7207" h="32015">
                          <a:moveTo>
                            <a:pt x="534" y="12013"/>
                          </a:moveTo>
                          <a:cubicBezTo>
                            <a:pt x="-37" y="14490"/>
                            <a:pt x="-704" y="16966"/>
                            <a:pt x="1773" y="19824"/>
                          </a:cubicBezTo>
                          <a:cubicBezTo>
                            <a:pt x="4154" y="22586"/>
                            <a:pt x="9107" y="24682"/>
                            <a:pt x="15393" y="26777"/>
                          </a:cubicBezTo>
                          <a:cubicBezTo>
                            <a:pt x="18537" y="27730"/>
                            <a:pt x="22061" y="28682"/>
                            <a:pt x="25680" y="29539"/>
                          </a:cubicBezTo>
                          <a:cubicBezTo>
                            <a:pt x="29300" y="30206"/>
                            <a:pt x="33110" y="30682"/>
                            <a:pt x="36825" y="31063"/>
                          </a:cubicBezTo>
                          <a:cubicBezTo>
                            <a:pt x="43111" y="31825"/>
                            <a:pt x="49683" y="32206"/>
                            <a:pt x="56160" y="31920"/>
                          </a:cubicBezTo>
                          <a:cubicBezTo>
                            <a:pt x="62637" y="31730"/>
                            <a:pt x="68924" y="31254"/>
                            <a:pt x="74639" y="29730"/>
                          </a:cubicBezTo>
                          <a:cubicBezTo>
                            <a:pt x="83116" y="27824"/>
                            <a:pt x="89879" y="24110"/>
                            <a:pt x="86164" y="21824"/>
                          </a:cubicBezTo>
                          <a:cubicBezTo>
                            <a:pt x="83878" y="20300"/>
                            <a:pt x="78449" y="19633"/>
                            <a:pt x="73591" y="18966"/>
                          </a:cubicBezTo>
                          <a:cubicBezTo>
                            <a:pt x="62161" y="17347"/>
                            <a:pt x="52065" y="14204"/>
                            <a:pt x="43968" y="10680"/>
                          </a:cubicBezTo>
                          <a:cubicBezTo>
                            <a:pt x="40539" y="9060"/>
                            <a:pt x="35682" y="6393"/>
                            <a:pt x="30062" y="4203"/>
                          </a:cubicBezTo>
                          <a:cubicBezTo>
                            <a:pt x="24442" y="2012"/>
                            <a:pt x="18156" y="-179"/>
                            <a:pt x="11107" y="12"/>
                          </a:cubicBezTo>
                          <a:cubicBezTo>
                            <a:pt x="4725" y="298"/>
                            <a:pt x="2344" y="2012"/>
                            <a:pt x="1391" y="4679"/>
                          </a:cubicBezTo>
                          <a:cubicBezTo>
                            <a:pt x="439" y="7251"/>
                            <a:pt x="915" y="10299"/>
                            <a:pt x="534" y="1201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18" name="Forme libre : forme 15717">
                      <a:extLst>
                        <a:ext uri="{FF2B5EF4-FFF2-40B4-BE49-F238E27FC236}">
                          <a16:creationId xmlns:a16="http://schemas.microsoft.com/office/drawing/2014/main" id="{B490725B-77A6-406C-BD43-D7D4851028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8830" y="5006149"/>
                      <a:ext cx="27848" cy="6900"/>
                    </a:xfrm>
                    <a:custGeom>
                      <a:avLst/>
                      <a:gdLst>
                        <a:gd name="connsiteX0" fmla="*/ 1817 w 27848"/>
                        <a:gd name="connsiteY0" fmla="*/ 3143 h 6900"/>
                        <a:gd name="connsiteX1" fmla="*/ 7 w 27848"/>
                        <a:gd name="connsiteY1" fmla="*/ 4667 h 6900"/>
                        <a:gd name="connsiteX2" fmla="*/ 2484 w 27848"/>
                        <a:gd name="connsiteY2" fmla="*/ 6382 h 6900"/>
                        <a:gd name="connsiteX3" fmla="*/ 7437 w 27848"/>
                        <a:gd name="connsiteY3" fmla="*/ 6858 h 6900"/>
                        <a:gd name="connsiteX4" fmla="*/ 19533 w 27848"/>
                        <a:gd name="connsiteY4" fmla="*/ 6096 h 6900"/>
                        <a:gd name="connsiteX5" fmla="*/ 23915 w 27848"/>
                        <a:gd name="connsiteY5" fmla="*/ 5334 h 6900"/>
                        <a:gd name="connsiteX6" fmla="*/ 20581 w 27848"/>
                        <a:gd name="connsiteY6" fmla="*/ 0 h 6900"/>
                        <a:gd name="connsiteX7" fmla="*/ 1817 w 27848"/>
                        <a:gd name="connsiteY7" fmla="*/ 3143 h 6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848" h="6900">
                          <a:moveTo>
                            <a:pt x="1817" y="3143"/>
                          </a:moveTo>
                          <a:cubicBezTo>
                            <a:pt x="864" y="3620"/>
                            <a:pt x="103" y="4096"/>
                            <a:pt x="7" y="4667"/>
                          </a:cubicBezTo>
                          <a:cubicBezTo>
                            <a:pt x="-88" y="5239"/>
                            <a:pt x="769" y="6001"/>
                            <a:pt x="2484" y="6382"/>
                          </a:cubicBezTo>
                          <a:cubicBezTo>
                            <a:pt x="4008" y="6762"/>
                            <a:pt x="5817" y="6858"/>
                            <a:pt x="7437" y="6858"/>
                          </a:cubicBezTo>
                          <a:cubicBezTo>
                            <a:pt x="11628" y="7048"/>
                            <a:pt x="15723" y="6572"/>
                            <a:pt x="19533" y="6096"/>
                          </a:cubicBezTo>
                          <a:cubicBezTo>
                            <a:pt x="21153" y="5905"/>
                            <a:pt x="22677" y="5619"/>
                            <a:pt x="23915" y="5334"/>
                          </a:cubicBezTo>
                          <a:cubicBezTo>
                            <a:pt x="29058" y="3810"/>
                            <a:pt x="30297" y="0"/>
                            <a:pt x="20581" y="0"/>
                          </a:cubicBezTo>
                          <a:cubicBezTo>
                            <a:pt x="12961" y="95"/>
                            <a:pt x="5627" y="1333"/>
                            <a:pt x="1817" y="314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19" name="Forme libre : forme 15718">
                      <a:extLst>
                        <a:ext uri="{FF2B5EF4-FFF2-40B4-BE49-F238E27FC236}">
                          <a16:creationId xmlns:a16="http://schemas.microsoft.com/office/drawing/2014/main" id="{8DE54BF6-AE5F-441E-B092-B3EE0AD410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369" y="5013674"/>
                      <a:ext cx="40556" cy="23145"/>
                    </a:xfrm>
                    <a:custGeom>
                      <a:avLst/>
                      <a:gdLst>
                        <a:gd name="connsiteX0" fmla="*/ 40386 w 40556"/>
                        <a:gd name="connsiteY0" fmla="*/ 0 h 23145"/>
                        <a:gd name="connsiteX1" fmla="*/ 37433 w 40556"/>
                        <a:gd name="connsiteY1" fmla="*/ 7525 h 23145"/>
                        <a:gd name="connsiteX2" fmla="*/ 25813 w 40556"/>
                        <a:gd name="connsiteY2" fmla="*/ 15335 h 23145"/>
                        <a:gd name="connsiteX3" fmla="*/ 0 w 40556"/>
                        <a:gd name="connsiteY3" fmla="*/ 23146 h 23145"/>
                        <a:gd name="connsiteX4" fmla="*/ 5620 w 40556"/>
                        <a:gd name="connsiteY4" fmla="*/ 21717 h 23145"/>
                        <a:gd name="connsiteX5" fmla="*/ 18479 w 40556"/>
                        <a:gd name="connsiteY5" fmla="*/ 17336 h 23145"/>
                        <a:gd name="connsiteX6" fmla="*/ 32099 w 40556"/>
                        <a:gd name="connsiteY6" fmla="*/ 9716 h 23145"/>
                        <a:gd name="connsiteX7" fmla="*/ 40386 w 40556"/>
                        <a:gd name="connsiteY7" fmla="*/ 0 h 23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0556" h="23145">
                          <a:moveTo>
                            <a:pt x="40386" y="0"/>
                          </a:moveTo>
                          <a:cubicBezTo>
                            <a:pt x="40386" y="0"/>
                            <a:pt x="41624" y="2762"/>
                            <a:pt x="37433" y="7525"/>
                          </a:cubicBezTo>
                          <a:cubicBezTo>
                            <a:pt x="35243" y="9811"/>
                            <a:pt x="31718" y="12382"/>
                            <a:pt x="25813" y="15335"/>
                          </a:cubicBezTo>
                          <a:cubicBezTo>
                            <a:pt x="19907" y="18479"/>
                            <a:pt x="11525" y="20860"/>
                            <a:pt x="0" y="23146"/>
                          </a:cubicBezTo>
                          <a:cubicBezTo>
                            <a:pt x="0" y="23146"/>
                            <a:pt x="2191" y="22860"/>
                            <a:pt x="5620" y="21717"/>
                          </a:cubicBezTo>
                          <a:cubicBezTo>
                            <a:pt x="9049" y="20669"/>
                            <a:pt x="13716" y="19241"/>
                            <a:pt x="18479" y="17336"/>
                          </a:cubicBezTo>
                          <a:cubicBezTo>
                            <a:pt x="23241" y="15430"/>
                            <a:pt x="28099" y="12573"/>
                            <a:pt x="32099" y="9716"/>
                          </a:cubicBezTo>
                          <a:cubicBezTo>
                            <a:pt x="36195" y="7048"/>
                            <a:pt x="39148" y="3524"/>
                            <a:pt x="4038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20" name="Forme libre : forme 15719">
                      <a:extLst>
                        <a:ext uri="{FF2B5EF4-FFF2-40B4-BE49-F238E27FC236}">
                          <a16:creationId xmlns:a16="http://schemas.microsoft.com/office/drawing/2014/main" id="{F8AF4EB4-4B45-4EC4-9DC5-E58858CA72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6357" y="4997166"/>
                      <a:ext cx="47434" cy="8888"/>
                    </a:xfrm>
                    <a:custGeom>
                      <a:avLst/>
                      <a:gdLst>
                        <a:gd name="connsiteX0" fmla="*/ 47435 w 47434"/>
                        <a:gd name="connsiteY0" fmla="*/ 411 h 8888"/>
                        <a:gd name="connsiteX1" fmla="*/ 41053 w 47434"/>
                        <a:gd name="connsiteY1" fmla="*/ 125 h 8888"/>
                        <a:gd name="connsiteX2" fmla="*/ 26575 w 47434"/>
                        <a:gd name="connsiteY2" fmla="*/ 315 h 8888"/>
                        <a:gd name="connsiteX3" fmla="*/ 10763 w 47434"/>
                        <a:gd name="connsiteY3" fmla="*/ 2221 h 8888"/>
                        <a:gd name="connsiteX4" fmla="*/ 0 w 47434"/>
                        <a:gd name="connsiteY4" fmla="*/ 8888 h 8888"/>
                        <a:gd name="connsiteX5" fmla="*/ 10192 w 47434"/>
                        <a:gd name="connsiteY5" fmla="*/ 4030 h 8888"/>
                        <a:gd name="connsiteX6" fmla="*/ 24670 w 47434"/>
                        <a:gd name="connsiteY6" fmla="*/ 1458 h 8888"/>
                        <a:gd name="connsiteX7" fmla="*/ 47435 w 47434"/>
                        <a:gd name="connsiteY7" fmla="*/ 411 h 8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434" h="8888">
                          <a:moveTo>
                            <a:pt x="47435" y="411"/>
                          </a:moveTo>
                          <a:cubicBezTo>
                            <a:pt x="47435" y="411"/>
                            <a:pt x="44863" y="315"/>
                            <a:pt x="41053" y="125"/>
                          </a:cubicBezTo>
                          <a:cubicBezTo>
                            <a:pt x="37243" y="-65"/>
                            <a:pt x="32004" y="-65"/>
                            <a:pt x="26575" y="315"/>
                          </a:cubicBezTo>
                          <a:cubicBezTo>
                            <a:pt x="21146" y="601"/>
                            <a:pt x="15621" y="887"/>
                            <a:pt x="10763" y="2221"/>
                          </a:cubicBezTo>
                          <a:cubicBezTo>
                            <a:pt x="5905" y="3554"/>
                            <a:pt x="1905" y="5649"/>
                            <a:pt x="0" y="8888"/>
                          </a:cubicBezTo>
                          <a:cubicBezTo>
                            <a:pt x="0" y="8888"/>
                            <a:pt x="2857" y="6412"/>
                            <a:pt x="10192" y="4030"/>
                          </a:cubicBezTo>
                          <a:cubicBezTo>
                            <a:pt x="13906" y="2887"/>
                            <a:pt x="18669" y="1840"/>
                            <a:pt x="24670" y="1458"/>
                          </a:cubicBezTo>
                          <a:cubicBezTo>
                            <a:pt x="30861" y="506"/>
                            <a:pt x="38290" y="220"/>
                            <a:pt x="47435" y="4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21" name="Forme libre : forme 15720">
                      <a:extLst>
                        <a:ext uri="{FF2B5EF4-FFF2-40B4-BE49-F238E27FC236}">
                          <a16:creationId xmlns:a16="http://schemas.microsoft.com/office/drawing/2014/main" id="{00F00C42-0373-4AD8-AB13-E5344D3168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1461" y="5012669"/>
                      <a:ext cx="25710" cy="5246"/>
                    </a:xfrm>
                    <a:custGeom>
                      <a:avLst/>
                      <a:gdLst>
                        <a:gd name="connsiteX0" fmla="*/ 25480 w 25710"/>
                        <a:gd name="connsiteY0" fmla="*/ 3101 h 5246"/>
                        <a:gd name="connsiteX1" fmla="*/ 10335 w 25710"/>
                        <a:gd name="connsiteY1" fmla="*/ 5196 h 5246"/>
                        <a:gd name="connsiteX2" fmla="*/ 238 w 25710"/>
                        <a:gd name="connsiteY2" fmla="*/ 1577 h 5246"/>
                        <a:gd name="connsiteX3" fmla="*/ 15193 w 25710"/>
                        <a:gd name="connsiteY3" fmla="*/ 53 h 5246"/>
                        <a:gd name="connsiteX4" fmla="*/ 25480 w 25710"/>
                        <a:gd name="connsiteY4" fmla="*/ 3101 h 5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710" h="5246">
                          <a:moveTo>
                            <a:pt x="25480" y="3101"/>
                          </a:moveTo>
                          <a:cubicBezTo>
                            <a:pt x="24146" y="4529"/>
                            <a:pt x="17383" y="5482"/>
                            <a:pt x="10335" y="5196"/>
                          </a:cubicBezTo>
                          <a:cubicBezTo>
                            <a:pt x="3287" y="4720"/>
                            <a:pt x="-1095" y="2910"/>
                            <a:pt x="238" y="1577"/>
                          </a:cubicBezTo>
                          <a:cubicBezTo>
                            <a:pt x="1667" y="148"/>
                            <a:pt x="8335" y="-138"/>
                            <a:pt x="15193" y="53"/>
                          </a:cubicBezTo>
                          <a:cubicBezTo>
                            <a:pt x="22241" y="243"/>
                            <a:pt x="26813" y="1672"/>
                            <a:pt x="25480" y="310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22" name="Forme libre : forme 15721">
                      <a:extLst>
                        <a:ext uri="{FF2B5EF4-FFF2-40B4-BE49-F238E27FC236}">
                          <a16:creationId xmlns:a16="http://schemas.microsoft.com/office/drawing/2014/main" id="{9B13A60F-307E-4A7D-A095-A41D8A2651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508" y="5013985"/>
                      <a:ext cx="7056" cy="2275"/>
                    </a:xfrm>
                    <a:custGeom>
                      <a:avLst/>
                      <a:gdLst>
                        <a:gd name="connsiteX0" fmla="*/ 7052 w 7056"/>
                        <a:gd name="connsiteY0" fmla="*/ 737 h 2275"/>
                        <a:gd name="connsiteX1" fmla="*/ 3623 w 7056"/>
                        <a:gd name="connsiteY1" fmla="*/ 2261 h 2275"/>
                        <a:gd name="connsiteX2" fmla="*/ 4 w 7056"/>
                        <a:gd name="connsiteY2" fmla="*/ 1403 h 2275"/>
                        <a:gd name="connsiteX3" fmla="*/ 3433 w 7056"/>
                        <a:gd name="connsiteY3" fmla="*/ 70 h 2275"/>
                        <a:gd name="connsiteX4" fmla="*/ 7052 w 7056"/>
                        <a:gd name="connsiteY4" fmla="*/ 737 h 22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56" h="2275">
                          <a:moveTo>
                            <a:pt x="7052" y="737"/>
                          </a:moveTo>
                          <a:cubicBezTo>
                            <a:pt x="7148" y="1308"/>
                            <a:pt x="5624" y="2166"/>
                            <a:pt x="3623" y="2261"/>
                          </a:cubicBezTo>
                          <a:cubicBezTo>
                            <a:pt x="1623" y="2356"/>
                            <a:pt x="4" y="1975"/>
                            <a:pt x="4" y="1403"/>
                          </a:cubicBezTo>
                          <a:cubicBezTo>
                            <a:pt x="-91" y="737"/>
                            <a:pt x="1528" y="165"/>
                            <a:pt x="3433" y="70"/>
                          </a:cubicBezTo>
                          <a:cubicBezTo>
                            <a:pt x="5338" y="-120"/>
                            <a:pt x="6957" y="70"/>
                            <a:pt x="7052" y="7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23" name="Forme libre : forme 15722">
                      <a:extLst>
                        <a:ext uri="{FF2B5EF4-FFF2-40B4-BE49-F238E27FC236}">
                          <a16:creationId xmlns:a16="http://schemas.microsoft.com/office/drawing/2014/main" id="{6B5FDE67-F567-4376-B021-B22D7EB3E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0876" y="4999116"/>
                      <a:ext cx="60285" cy="16228"/>
                    </a:xfrm>
                    <a:custGeom>
                      <a:avLst/>
                      <a:gdLst>
                        <a:gd name="connsiteX0" fmla="*/ 53306 w 60285"/>
                        <a:gd name="connsiteY0" fmla="*/ 3127 h 16228"/>
                        <a:gd name="connsiteX1" fmla="*/ 60259 w 60285"/>
                        <a:gd name="connsiteY1" fmla="*/ 11795 h 16228"/>
                        <a:gd name="connsiteX2" fmla="*/ 55878 w 60285"/>
                        <a:gd name="connsiteY2" fmla="*/ 15796 h 16228"/>
                        <a:gd name="connsiteX3" fmla="*/ 47877 w 60285"/>
                        <a:gd name="connsiteY3" fmla="*/ 15415 h 16228"/>
                        <a:gd name="connsiteX4" fmla="*/ 31208 w 60285"/>
                        <a:gd name="connsiteY4" fmla="*/ 8557 h 16228"/>
                        <a:gd name="connsiteX5" fmla="*/ 11777 w 60285"/>
                        <a:gd name="connsiteY5" fmla="*/ 7128 h 16228"/>
                        <a:gd name="connsiteX6" fmla="*/ 2252 w 60285"/>
                        <a:gd name="connsiteY6" fmla="*/ 5318 h 16228"/>
                        <a:gd name="connsiteX7" fmla="*/ 728 w 60285"/>
                        <a:gd name="connsiteY7" fmla="*/ 3032 h 16228"/>
                        <a:gd name="connsiteX8" fmla="*/ 18635 w 60285"/>
                        <a:gd name="connsiteY8" fmla="*/ 460 h 16228"/>
                        <a:gd name="connsiteX9" fmla="*/ 37590 w 60285"/>
                        <a:gd name="connsiteY9" fmla="*/ 79 h 16228"/>
                        <a:gd name="connsiteX10" fmla="*/ 53306 w 60285"/>
                        <a:gd name="connsiteY10" fmla="*/ 3127 h 16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0285" h="16228">
                          <a:moveTo>
                            <a:pt x="53306" y="3127"/>
                          </a:moveTo>
                          <a:cubicBezTo>
                            <a:pt x="57973" y="5318"/>
                            <a:pt x="59783" y="8461"/>
                            <a:pt x="60259" y="11795"/>
                          </a:cubicBezTo>
                          <a:cubicBezTo>
                            <a:pt x="60450" y="13034"/>
                            <a:pt x="59688" y="14748"/>
                            <a:pt x="55878" y="15796"/>
                          </a:cubicBezTo>
                          <a:cubicBezTo>
                            <a:pt x="52448" y="16653"/>
                            <a:pt x="49591" y="16082"/>
                            <a:pt x="47877" y="15415"/>
                          </a:cubicBezTo>
                          <a:cubicBezTo>
                            <a:pt x="42733" y="13224"/>
                            <a:pt x="39590" y="9699"/>
                            <a:pt x="31208" y="8557"/>
                          </a:cubicBezTo>
                          <a:cubicBezTo>
                            <a:pt x="28636" y="8366"/>
                            <a:pt x="19492" y="7890"/>
                            <a:pt x="11777" y="7128"/>
                          </a:cubicBezTo>
                          <a:cubicBezTo>
                            <a:pt x="7967" y="6842"/>
                            <a:pt x="4443" y="5985"/>
                            <a:pt x="2252" y="5318"/>
                          </a:cubicBezTo>
                          <a:cubicBezTo>
                            <a:pt x="61" y="4556"/>
                            <a:pt x="-701" y="3794"/>
                            <a:pt x="728" y="3032"/>
                          </a:cubicBezTo>
                          <a:cubicBezTo>
                            <a:pt x="3681" y="1508"/>
                            <a:pt x="11110" y="937"/>
                            <a:pt x="18635" y="460"/>
                          </a:cubicBezTo>
                          <a:cubicBezTo>
                            <a:pt x="26255" y="365"/>
                            <a:pt x="33970" y="-206"/>
                            <a:pt x="37590" y="79"/>
                          </a:cubicBezTo>
                          <a:cubicBezTo>
                            <a:pt x="44543" y="651"/>
                            <a:pt x="49781" y="1317"/>
                            <a:pt x="53306" y="312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90" name="Graphique 1">
                    <a:extLst>
                      <a:ext uri="{FF2B5EF4-FFF2-40B4-BE49-F238E27FC236}">
                        <a16:creationId xmlns:a16="http://schemas.microsoft.com/office/drawing/2014/main" id="{B7739FF1-89FF-4BD7-B37A-4B401D6221C5}"/>
                      </a:ext>
                    </a:extLst>
                  </p:cNvPr>
                  <p:cNvGrpSpPr/>
                  <p:nvPr/>
                </p:nvGrpSpPr>
                <p:grpSpPr>
                  <a:xfrm>
                    <a:off x="3730279" y="4916380"/>
                    <a:ext cx="127558" cy="103523"/>
                    <a:chOff x="3730279" y="4916380"/>
                    <a:chExt cx="127558" cy="103523"/>
                  </a:xfrm>
                  <a:solidFill>
                    <a:schemeClr val="accent1"/>
                  </a:solidFill>
                </p:grpSpPr>
                <p:sp>
                  <p:nvSpPr>
                    <p:cNvPr id="15700" name="Forme libre : forme 15699">
                      <a:extLst>
                        <a:ext uri="{FF2B5EF4-FFF2-40B4-BE49-F238E27FC236}">
                          <a16:creationId xmlns:a16="http://schemas.microsoft.com/office/drawing/2014/main" id="{BCDBA2DD-5861-4862-AF6E-E5461F7C9F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0279" y="4916380"/>
                      <a:ext cx="127367" cy="103523"/>
                    </a:xfrm>
                    <a:custGeom>
                      <a:avLst/>
                      <a:gdLst>
                        <a:gd name="connsiteX0" fmla="*/ 104871 w 127367"/>
                        <a:gd name="connsiteY0" fmla="*/ 55193 h 103523"/>
                        <a:gd name="connsiteX1" fmla="*/ 81725 w 127367"/>
                        <a:gd name="connsiteY1" fmla="*/ 75481 h 103523"/>
                        <a:gd name="connsiteX2" fmla="*/ 69056 w 127367"/>
                        <a:gd name="connsiteY2" fmla="*/ 84339 h 103523"/>
                        <a:gd name="connsiteX3" fmla="*/ 55817 w 127367"/>
                        <a:gd name="connsiteY3" fmla="*/ 92340 h 103523"/>
                        <a:gd name="connsiteX4" fmla="*/ 46387 w 127367"/>
                        <a:gd name="connsiteY4" fmla="*/ 97103 h 103523"/>
                        <a:gd name="connsiteX5" fmla="*/ 37053 w 127367"/>
                        <a:gd name="connsiteY5" fmla="*/ 100341 h 103523"/>
                        <a:gd name="connsiteX6" fmla="*/ 20574 w 127367"/>
                        <a:gd name="connsiteY6" fmla="*/ 103389 h 103523"/>
                        <a:gd name="connsiteX7" fmla="*/ 3334 w 127367"/>
                        <a:gd name="connsiteY7" fmla="*/ 97769 h 103523"/>
                        <a:gd name="connsiteX8" fmla="*/ 191 w 127367"/>
                        <a:gd name="connsiteY8" fmla="*/ 86721 h 103523"/>
                        <a:gd name="connsiteX9" fmla="*/ 9621 w 127367"/>
                        <a:gd name="connsiteY9" fmla="*/ 72624 h 103523"/>
                        <a:gd name="connsiteX10" fmla="*/ 21336 w 127367"/>
                        <a:gd name="connsiteY10" fmla="*/ 64623 h 103523"/>
                        <a:gd name="connsiteX11" fmla="*/ 28289 w 127367"/>
                        <a:gd name="connsiteY11" fmla="*/ 60622 h 103523"/>
                        <a:gd name="connsiteX12" fmla="*/ 35719 w 127367"/>
                        <a:gd name="connsiteY12" fmla="*/ 56336 h 103523"/>
                        <a:gd name="connsiteX13" fmla="*/ 46482 w 127367"/>
                        <a:gd name="connsiteY13" fmla="*/ 49954 h 103523"/>
                        <a:gd name="connsiteX14" fmla="*/ 56769 w 127367"/>
                        <a:gd name="connsiteY14" fmla="*/ 42811 h 103523"/>
                        <a:gd name="connsiteX15" fmla="*/ 75724 w 127367"/>
                        <a:gd name="connsiteY15" fmla="*/ 26332 h 103523"/>
                        <a:gd name="connsiteX16" fmla="*/ 87916 w 127367"/>
                        <a:gd name="connsiteY16" fmla="*/ 14807 h 103523"/>
                        <a:gd name="connsiteX17" fmla="*/ 99060 w 127367"/>
                        <a:gd name="connsiteY17" fmla="*/ 5854 h 103523"/>
                        <a:gd name="connsiteX18" fmla="*/ 115253 w 127367"/>
                        <a:gd name="connsiteY18" fmla="*/ 805 h 103523"/>
                        <a:gd name="connsiteX19" fmla="*/ 124683 w 127367"/>
                        <a:gd name="connsiteY19" fmla="*/ 6997 h 103523"/>
                        <a:gd name="connsiteX20" fmla="*/ 124968 w 127367"/>
                        <a:gd name="connsiteY20" fmla="*/ 24904 h 103523"/>
                        <a:gd name="connsiteX21" fmla="*/ 117444 w 127367"/>
                        <a:gd name="connsiteY21" fmla="*/ 39667 h 103523"/>
                        <a:gd name="connsiteX22" fmla="*/ 104871 w 127367"/>
                        <a:gd name="connsiteY22" fmla="*/ 55193 h 103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27367" h="103523">
                          <a:moveTo>
                            <a:pt x="104871" y="55193"/>
                          </a:moveTo>
                          <a:cubicBezTo>
                            <a:pt x="97631" y="62432"/>
                            <a:pt x="90012" y="69385"/>
                            <a:pt x="81725" y="75481"/>
                          </a:cubicBezTo>
                          <a:cubicBezTo>
                            <a:pt x="77724" y="78719"/>
                            <a:pt x="73438" y="81672"/>
                            <a:pt x="69056" y="84339"/>
                          </a:cubicBezTo>
                          <a:cubicBezTo>
                            <a:pt x="64770" y="87197"/>
                            <a:pt x="60389" y="89959"/>
                            <a:pt x="55817" y="92340"/>
                          </a:cubicBezTo>
                          <a:cubicBezTo>
                            <a:pt x="52673" y="94055"/>
                            <a:pt x="49530" y="95674"/>
                            <a:pt x="46387" y="97103"/>
                          </a:cubicBezTo>
                          <a:cubicBezTo>
                            <a:pt x="43244" y="98341"/>
                            <a:pt x="40101" y="99389"/>
                            <a:pt x="37053" y="100341"/>
                          </a:cubicBezTo>
                          <a:cubicBezTo>
                            <a:pt x="31147" y="102342"/>
                            <a:pt x="25432" y="103103"/>
                            <a:pt x="20574" y="103389"/>
                          </a:cubicBezTo>
                          <a:cubicBezTo>
                            <a:pt x="10954" y="104152"/>
                            <a:pt x="4477" y="101580"/>
                            <a:pt x="3334" y="97769"/>
                          </a:cubicBezTo>
                          <a:lnTo>
                            <a:pt x="191" y="86721"/>
                          </a:lnTo>
                          <a:cubicBezTo>
                            <a:pt x="-952" y="82625"/>
                            <a:pt x="3144" y="78053"/>
                            <a:pt x="9621" y="72624"/>
                          </a:cubicBezTo>
                          <a:cubicBezTo>
                            <a:pt x="12954" y="69957"/>
                            <a:pt x="16955" y="67575"/>
                            <a:pt x="21336" y="64623"/>
                          </a:cubicBezTo>
                          <a:cubicBezTo>
                            <a:pt x="23527" y="63194"/>
                            <a:pt x="25908" y="61861"/>
                            <a:pt x="28289" y="60622"/>
                          </a:cubicBezTo>
                          <a:cubicBezTo>
                            <a:pt x="30671" y="59193"/>
                            <a:pt x="33147" y="57670"/>
                            <a:pt x="35719" y="56336"/>
                          </a:cubicBezTo>
                          <a:cubicBezTo>
                            <a:pt x="39434" y="54431"/>
                            <a:pt x="42958" y="52240"/>
                            <a:pt x="46482" y="49954"/>
                          </a:cubicBezTo>
                          <a:cubicBezTo>
                            <a:pt x="50006" y="47763"/>
                            <a:pt x="53531" y="45477"/>
                            <a:pt x="56769" y="42811"/>
                          </a:cubicBezTo>
                          <a:cubicBezTo>
                            <a:pt x="63532" y="37857"/>
                            <a:pt x="69723" y="32237"/>
                            <a:pt x="75724" y="26332"/>
                          </a:cubicBezTo>
                          <a:cubicBezTo>
                            <a:pt x="79915" y="22141"/>
                            <a:pt x="84106" y="18331"/>
                            <a:pt x="87916" y="14807"/>
                          </a:cubicBezTo>
                          <a:cubicBezTo>
                            <a:pt x="91917" y="11378"/>
                            <a:pt x="95631" y="8330"/>
                            <a:pt x="99060" y="5854"/>
                          </a:cubicBezTo>
                          <a:cubicBezTo>
                            <a:pt x="106109" y="1091"/>
                            <a:pt x="111824" y="-1386"/>
                            <a:pt x="115253" y="805"/>
                          </a:cubicBezTo>
                          <a:lnTo>
                            <a:pt x="124683" y="6997"/>
                          </a:lnTo>
                          <a:cubicBezTo>
                            <a:pt x="128016" y="9187"/>
                            <a:pt x="128397" y="16045"/>
                            <a:pt x="124968" y="24904"/>
                          </a:cubicBezTo>
                          <a:cubicBezTo>
                            <a:pt x="123349" y="29475"/>
                            <a:pt x="120968" y="34524"/>
                            <a:pt x="117444" y="39667"/>
                          </a:cubicBezTo>
                          <a:cubicBezTo>
                            <a:pt x="114300" y="44810"/>
                            <a:pt x="110014" y="50049"/>
                            <a:pt x="104871" y="5519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01" name="Forme libre : forme 15700">
                      <a:extLst>
                        <a:ext uri="{FF2B5EF4-FFF2-40B4-BE49-F238E27FC236}">
                          <a16:creationId xmlns:a16="http://schemas.microsoft.com/office/drawing/2014/main" id="{9C424D21-3630-4E11-BC09-2E84AA90D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2375" y="4922901"/>
                      <a:ext cx="125462" cy="96938"/>
                    </a:xfrm>
                    <a:custGeom>
                      <a:avLst/>
                      <a:gdLst>
                        <a:gd name="connsiteX0" fmla="*/ 56102 w 125462"/>
                        <a:gd name="connsiteY0" fmla="*/ 68770 h 96938"/>
                        <a:gd name="connsiteX1" fmla="*/ 26099 w 125462"/>
                        <a:gd name="connsiteY1" fmla="*/ 83820 h 96938"/>
                        <a:gd name="connsiteX2" fmla="*/ 0 w 125462"/>
                        <a:gd name="connsiteY2" fmla="*/ 86391 h 96938"/>
                        <a:gd name="connsiteX3" fmla="*/ 1334 w 125462"/>
                        <a:gd name="connsiteY3" fmla="*/ 91154 h 96938"/>
                        <a:gd name="connsiteX4" fmla="*/ 18574 w 125462"/>
                        <a:gd name="connsiteY4" fmla="*/ 96774 h 96938"/>
                        <a:gd name="connsiteX5" fmla="*/ 35052 w 125462"/>
                        <a:gd name="connsiteY5" fmla="*/ 93726 h 96938"/>
                        <a:gd name="connsiteX6" fmla="*/ 44387 w 125462"/>
                        <a:gd name="connsiteY6" fmla="*/ 90488 h 96938"/>
                        <a:gd name="connsiteX7" fmla="*/ 53816 w 125462"/>
                        <a:gd name="connsiteY7" fmla="*/ 85725 h 96938"/>
                        <a:gd name="connsiteX8" fmla="*/ 67056 w 125462"/>
                        <a:gd name="connsiteY8" fmla="*/ 77724 h 96938"/>
                        <a:gd name="connsiteX9" fmla="*/ 79724 w 125462"/>
                        <a:gd name="connsiteY9" fmla="*/ 68866 h 96938"/>
                        <a:gd name="connsiteX10" fmla="*/ 102870 w 125462"/>
                        <a:gd name="connsiteY10" fmla="*/ 48577 h 96938"/>
                        <a:gd name="connsiteX11" fmla="*/ 115538 w 125462"/>
                        <a:gd name="connsiteY11" fmla="*/ 32861 h 96938"/>
                        <a:gd name="connsiteX12" fmla="*/ 123063 w 125462"/>
                        <a:gd name="connsiteY12" fmla="*/ 18097 h 96938"/>
                        <a:gd name="connsiteX13" fmla="*/ 122777 w 125462"/>
                        <a:gd name="connsiteY13" fmla="*/ 190 h 96938"/>
                        <a:gd name="connsiteX14" fmla="*/ 122492 w 125462"/>
                        <a:gd name="connsiteY14" fmla="*/ 0 h 96938"/>
                        <a:gd name="connsiteX15" fmla="*/ 108585 w 125462"/>
                        <a:gd name="connsiteY15" fmla="*/ 19812 h 96938"/>
                        <a:gd name="connsiteX16" fmla="*/ 92583 w 125462"/>
                        <a:gd name="connsiteY16" fmla="*/ 37623 h 96938"/>
                        <a:gd name="connsiteX17" fmla="*/ 84011 w 125462"/>
                        <a:gd name="connsiteY17" fmla="*/ 45910 h 96938"/>
                        <a:gd name="connsiteX18" fmla="*/ 75057 w 125462"/>
                        <a:gd name="connsiteY18" fmla="*/ 53816 h 96938"/>
                        <a:gd name="connsiteX19" fmla="*/ 65818 w 125462"/>
                        <a:gd name="connsiteY19" fmla="*/ 61436 h 96938"/>
                        <a:gd name="connsiteX20" fmla="*/ 56102 w 125462"/>
                        <a:gd name="connsiteY20" fmla="*/ 68770 h 9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25462" h="96938">
                          <a:moveTo>
                            <a:pt x="56102" y="68770"/>
                          </a:moveTo>
                          <a:cubicBezTo>
                            <a:pt x="46863" y="75629"/>
                            <a:pt x="36100" y="80772"/>
                            <a:pt x="26099" y="83820"/>
                          </a:cubicBezTo>
                          <a:cubicBezTo>
                            <a:pt x="16002" y="86582"/>
                            <a:pt x="6858" y="87725"/>
                            <a:pt x="0" y="86391"/>
                          </a:cubicBezTo>
                          <a:lnTo>
                            <a:pt x="1334" y="91154"/>
                          </a:lnTo>
                          <a:cubicBezTo>
                            <a:pt x="2381" y="95059"/>
                            <a:pt x="8954" y="97631"/>
                            <a:pt x="18574" y="96774"/>
                          </a:cubicBezTo>
                          <a:cubicBezTo>
                            <a:pt x="23432" y="96488"/>
                            <a:pt x="29051" y="95726"/>
                            <a:pt x="35052" y="93726"/>
                          </a:cubicBezTo>
                          <a:cubicBezTo>
                            <a:pt x="38005" y="92773"/>
                            <a:pt x="41148" y="91725"/>
                            <a:pt x="44387" y="90488"/>
                          </a:cubicBezTo>
                          <a:cubicBezTo>
                            <a:pt x="47530" y="89154"/>
                            <a:pt x="50673" y="87439"/>
                            <a:pt x="53816" y="85725"/>
                          </a:cubicBezTo>
                          <a:cubicBezTo>
                            <a:pt x="58388" y="83344"/>
                            <a:pt x="62770" y="80581"/>
                            <a:pt x="67056" y="77724"/>
                          </a:cubicBezTo>
                          <a:cubicBezTo>
                            <a:pt x="71438" y="74962"/>
                            <a:pt x="75629" y="72104"/>
                            <a:pt x="79724" y="68866"/>
                          </a:cubicBezTo>
                          <a:cubicBezTo>
                            <a:pt x="88011" y="62769"/>
                            <a:pt x="95631" y="55816"/>
                            <a:pt x="102870" y="48577"/>
                          </a:cubicBezTo>
                          <a:cubicBezTo>
                            <a:pt x="107918" y="43434"/>
                            <a:pt x="112300" y="38195"/>
                            <a:pt x="115538" y="32861"/>
                          </a:cubicBezTo>
                          <a:cubicBezTo>
                            <a:pt x="119063" y="27717"/>
                            <a:pt x="121444" y="22574"/>
                            <a:pt x="123063" y="18097"/>
                          </a:cubicBezTo>
                          <a:cubicBezTo>
                            <a:pt x="126492" y="9144"/>
                            <a:pt x="126111" y="2286"/>
                            <a:pt x="122777" y="190"/>
                          </a:cubicBezTo>
                          <a:lnTo>
                            <a:pt x="122492" y="0"/>
                          </a:lnTo>
                          <a:cubicBezTo>
                            <a:pt x="118396" y="7048"/>
                            <a:pt x="113443" y="13430"/>
                            <a:pt x="108585" y="19812"/>
                          </a:cubicBezTo>
                          <a:cubicBezTo>
                            <a:pt x="103442" y="26003"/>
                            <a:pt x="98298" y="32004"/>
                            <a:pt x="92583" y="37623"/>
                          </a:cubicBezTo>
                          <a:cubicBezTo>
                            <a:pt x="89916" y="40576"/>
                            <a:pt x="86963" y="43243"/>
                            <a:pt x="84011" y="45910"/>
                          </a:cubicBezTo>
                          <a:cubicBezTo>
                            <a:pt x="81058" y="48482"/>
                            <a:pt x="78296" y="51435"/>
                            <a:pt x="75057" y="53816"/>
                          </a:cubicBezTo>
                          <a:cubicBezTo>
                            <a:pt x="72009" y="56292"/>
                            <a:pt x="68961" y="58864"/>
                            <a:pt x="65818" y="61436"/>
                          </a:cubicBezTo>
                          <a:cubicBezTo>
                            <a:pt x="62675" y="63817"/>
                            <a:pt x="59436" y="66198"/>
                            <a:pt x="56102" y="6877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02" name="Forme libre : forme 15701">
                      <a:extLst>
                        <a:ext uri="{FF2B5EF4-FFF2-40B4-BE49-F238E27FC236}">
                          <a16:creationId xmlns:a16="http://schemas.microsoft.com/office/drawing/2014/main" id="{48024E0D-D560-40E2-B863-FF9906506B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9468" y="4945051"/>
                      <a:ext cx="53759" cy="46044"/>
                    </a:xfrm>
                    <a:custGeom>
                      <a:avLst/>
                      <a:gdLst>
                        <a:gd name="connsiteX0" fmla="*/ 53014 w 53759"/>
                        <a:gd name="connsiteY0" fmla="*/ 519 h 46044"/>
                        <a:gd name="connsiteX1" fmla="*/ 50252 w 53759"/>
                        <a:gd name="connsiteY1" fmla="*/ 11854 h 46044"/>
                        <a:gd name="connsiteX2" fmla="*/ 43585 w 53759"/>
                        <a:gd name="connsiteY2" fmla="*/ 21189 h 46044"/>
                        <a:gd name="connsiteX3" fmla="*/ 33583 w 53759"/>
                        <a:gd name="connsiteY3" fmla="*/ 30904 h 46044"/>
                        <a:gd name="connsiteX4" fmla="*/ 22153 w 53759"/>
                        <a:gd name="connsiteY4" fmla="*/ 39000 h 46044"/>
                        <a:gd name="connsiteX5" fmla="*/ 11866 w 53759"/>
                        <a:gd name="connsiteY5" fmla="*/ 44048 h 46044"/>
                        <a:gd name="connsiteX6" fmla="*/ 246 w 53759"/>
                        <a:gd name="connsiteY6" fmla="*/ 44715 h 46044"/>
                        <a:gd name="connsiteX7" fmla="*/ 5866 w 53759"/>
                        <a:gd name="connsiteY7" fmla="*/ 34714 h 46044"/>
                        <a:gd name="connsiteX8" fmla="*/ 13676 w 53759"/>
                        <a:gd name="connsiteY8" fmla="*/ 27379 h 46044"/>
                        <a:gd name="connsiteX9" fmla="*/ 23487 w 53759"/>
                        <a:gd name="connsiteY9" fmla="*/ 18997 h 46044"/>
                        <a:gd name="connsiteX10" fmla="*/ 33583 w 53759"/>
                        <a:gd name="connsiteY10" fmla="*/ 10806 h 46044"/>
                        <a:gd name="connsiteX11" fmla="*/ 42156 w 53759"/>
                        <a:gd name="connsiteY11" fmla="*/ 4329 h 46044"/>
                        <a:gd name="connsiteX12" fmla="*/ 53014 w 53759"/>
                        <a:gd name="connsiteY12" fmla="*/ 519 h 46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759" h="46044">
                          <a:moveTo>
                            <a:pt x="53014" y="519"/>
                          </a:moveTo>
                          <a:cubicBezTo>
                            <a:pt x="54538" y="1852"/>
                            <a:pt x="53777" y="6330"/>
                            <a:pt x="50252" y="11854"/>
                          </a:cubicBezTo>
                          <a:cubicBezTo>
                            <a:pt x="48538" y="14616"/>
                            <a:pt x="46252" y="17760"/>
                            <a:pt x="43585" y="21189"/>
                          </a:cubicBezTo>
                          <a:cubicBezTo>
                            <a:pt x="40632" y="24331"/>
                            <a:pt x="37298" y="27665"/>
                            <a:pt x="33583" y="30904"/>
                          </a:cubicBezTo>
                          <a:cubicBezTo>
                            <a:pt x="29773" y="34142"/>
                            <a:pt x="25773" y="36714"/>
                            <a:pt x="22153" y="39000"/>
                          </a:cubicBezTo>
                          <a:cubicBezTo>
                            <a:pt x="18629" y="41381"/>
                            <a:pt x="14914" y="42810"/>
                            <a:pt x="11866" y="44048"/>
                          </a:cubicBezTo>
                          <a:cubicBezTo>
                            <a:pt x="5770" y="46429"/>
                            <a:pt x="1389" y="46715"/>
                            <a:pt x="246" y="44715"/>
                          </a:cubicBezTo>
                          <a:cubicBezTo>
                            <a:pt x="-802" y="42905"/>
                            <a:pt x="1579" y="39286"/>
                            <a:pt x="5866" y="34714"/>
                          </a:cubicBezTo>
                          <a:cubicBezTo>
                            <a:pt x="7961" y="32428"/>
                            <a:pt x="10819" y="30237"/>
                            <a:pt x="13676" y="27379"/>
                          </a:cubicBezTo>
                          <a:cubicBezTo>
                            <a:pt x="16534" y="24617"/>
                            <a:pt x="20058" y="21950"/>
                            <a:pt x="23487" y="18997"/>
                          </a:cubicBezTo>
                          <a:cubicBezTo>
                            <a:pt x="26916" y="15950"/>
                            <a:pt x="30345" y="13187"/>
                            <a:pt x="33583" y="10806"/>
                          </a:cubicBezTo>
                          <a:cubicBezTo>
                            <a:pt x="36631" y="8235"/>
                            <a:pt x="39584" y="6044"/>
                            <a:pt x="42156" y="4329"/>
                          </a:cubicBezTo>
                          <a:cubicBezTo>
                            <a:pt x="47680" y="996"/>
                            <a:pt x="51300" y="-1005"/>
                            <a:pt x="53014" y="519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03" name="Forme libre : forme 15702">
                      <a:extLst>
                        <a:ext uri="{FF2B5EF4-FFF2-40B4-BE49-F238E27FC236}">
                          <a16:creationId xmlns:a16="http://schemas.microsoft.com/office/drawing/2014/main" id="{04725415-8BD2-47EF-8372-3504FB5387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9581" y="4964525"/>
                      <a:ext cx="44900" cy="26530"/>
                    </a:xfrm>
                    <a:custGeom>
                      <a:avLst/>
                      <a:gdLst>
                        <a:gd name="connsiteX0" fmla="*/ 9467 w 44900"/>
                        <a:gd name="connsiteY0" fmla="*/ 11811 h 26530"/>
                        <a:gd name="connsiteX1" fmla="*/ 228 w 44900"/>
                        <a:gd name="connsiteY1" fmla="*/ 25241 h 26530"/>
                        <a:gd name="connsiteX2" fmla="*/ 11849 w 44900"/>
                        <a:gd name="connsiteY2" fmla="*/ 24574 h 26530"/>
                        <a:gd name="connsiteX3" fmla="*/ 22135 w 44900"/>
                        <a:gd name="connsiteY3" fmla="*/ 19526 h 26530"/>
                        <a:gd name="connsiteX4" fmla="*/ 33566 w 44900"/>
                        <a:gd name="connsiteY4" fmla="*/ 11430 h 26530"/>
                        <a:gd name="connsiteX5" fmla="*/ 44900 w 44900"/>
                        <a:gd name="connsiteY5" fmla="*/ 0 h 26530"/>
                        <a:gd name="connsiteX6" fmla="*/ 38042 w 44900"/>
                        <a:gd name="connsiteY6" fmla="*/ 5619 h 26530"/>
                        <a:gd name="connsiteX7" fmla="*/ 19469 w 44900"/>
                        <a:gd name="connsiteY7" fmla="*/ 13906 h 26530"/>
                        <a:gd name="connsiteX8" fmla="*/ 9467 w 44900"/>
                        <a:gd name="connsiteY8" fmla="*/ 11811 h 26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900" h="26530">
                          <a:moveTo>
                            <a:pt x="9467" y="11811"/>
                          </a:moveTo>
                          <a:cubicBezTo>
                            <a:pt x="2895" y="17812"/>
                            <a:pt x="-1010" y="23050"/>
                            <a:pt x="228" y="25241"/>
                          </a:cubicBezTo>
                          <a:cubicBezTo>
                            <a:pt x="1371" y="27146"/>
                            <a:pt x="5752" y="26955"/>
                            <a:pt x="11849" y="24574"/>
                          </a:cubicBezTo>
                          <a:cubicBezTo>
                            <a:pt x="14897" y="23336"/>
                            <a:pt x="18611" y="22003"/>
                            <a:pt x="22135" y="19526"/>
                          </a:cubicBezTo>
                          <a:cubicBezTo>
                            <a:pt x="25755" y="17240"/>
                            <a:pt x="29756" y="14668"/>
                            <a:pt x="33566" y="11430"/>
                          </a:cubicBezTo>
                          <a:cubicBezTo>
                            <a:pt x="37852" y="7525"/>
                            <a:pt x="41852" y="3810"/>
                            <a:pt x="44900" y="0"/>
                          </a:cubicBezTo>
                          <a:cubicBezTo>
                            <a:pt x="42900" y="2191"/>
                            <a:pt x="40328" y="3905"/>
                            <a:pt x="38042" y="5619"/>
                          </a:cubicBezTo>
                          <a:cubicBezTo>
                            <a:pt x="31470" y="10192"/>
                            <a:pt x="24612" y="12859"/>
                            <a:pt x="19469" y="13906"/>
                          </a:cubicBezTo>
                          <a:cubicBezTo>
                            <a:pt x="14230" y="15049"/>
                            <a:pt x="10420" y="14192"/>
                            <a:pt x="9467" y="11811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04" name="Forme libre : forme 15703">
                      <a:extLst>
                        <a:ext uri="{FF2B5EF4-FFF2-40B4-BE49-F238E27FC236}">
                          <a16:creationId xmlns:a16="http://schemas.microsoft.com/office/drawing/2014/main" id="{8DAE4806-40B8-4D79-83AF-2E29D5D470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3327" y="4943501"/>
                      <a:ext cx="53548" cy="47059"/>
                    </a:xfrm>
                    <a:custGeom>
                      <a:avLst/>
                      <a:gdLst>
                        <a:gd name="connsiteX0" fmla="*/ 52775 w 53548"/>
                        <a:gd name="connsiteY0" fmla="*/ 449 h 47059"/>
                        <a:gd name="connsiteX1" fmla="*/ 50203 w 53548"/>
                        <a:gd name="connsiteY1" fmla="*/ 11879 h 47059"/>
                        <a:gd name="connsiteX2" fmla="*/ 43440 w 53548"/>
                        <a:gd name="connsiteY2" fmla="*/ 21214 h 47059"/>
                        <a:gd name="connsiteX3" fmla="*/ 33535 w 53548"/>
                        <a:gd name="connsiteY3" fmla="*/ 31215 h 47059"/>
                        <a:gd name="connsiteX4" fmla="*/ 22200 w 53548"/>
                        <a:gd name="connsiteY4" fmla="*/ 39597 h 47059"/>
                        <a:gd name="connsiteX5" fmla="*/ 11913 w 53548"/>
                        <a:gd name="connsiteY5" fmla="*/ 44931 h 47059"/>
                        <a:gd name="connsiteX6" fmla="*/ 292 w 53548"/>
                        <a:gd name="connsiteY6" fmla="*/ 45884 h 47059"/>
                        <a:gd name="connsiteX7" fmla="*/ 5817 w 53548"/>
                        <a:gd name="connsiteY7" fmla="*/ 35787 h 47059"/>
                        <a:gd name="connsiteX8" fmla="*/ 13532 w 53548"/>
                        <a:gd name="connsiteY8" fmla="*/ 28167 h 47059"/>
                        <a:gd name="connsiteX9" fmla="*/ 23343 w 53548"/>
                        <a:gd name="connsiteY9" fmla="*/ 19499 h 47059"/>
                        <a:gd name="connsiteX10" fmla="*/ 33344 w 53548"/>
                        <a:gd name="connsiteY10" fmla="*/ 11117 h 47059"/>
                        <a:gd name="connsiteX11" fmla="*/ 42012 w 53548"/>
                        <a:gd name="connsiteY11" fmla="*/ 4545 h 47059"/>
                        <a:gd name="connsiteX12" fmla="*/ 52775 w 53548"/>
                        <a:gd name="connsiteY12" fmla="*/ 449 h 470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548" h="47059">
                          <a:moveTo>
                            <a:pt x="52775" y="449"/>
                          </a:moveTo>
                          <a:cubicBezTo>
                            <a:pt x="54394" y="1783"/>
                            <a:pt x="53442" y="6069"/>
                            <a:pt x="50203" y="11879"/>
                          </a:cubicBezTo>
                          <a:cubicBezTo>
                            <a:pt x="48489" y="14641"/>
                            <a:pt x="46203" y="17880"/>
                            <a:pt x="43440" y="21214"/>
                          </a:cubicBezTo>
                          <a:cubicBezTo>
                            <a:pt x="40869" y="24738"/>
                            <a:pt x="37249" y="27881"/>
                            <a:pt x="33535" y="31215"/>
                          </a:cubicBezTo>
                          <a:cubicBezTo>
                            <a:pt x="29915" y="34644"/>
                            <a:pt x="25915" y="37311"/>
                            <a:pt x="22200" y="39597"/>
                          </a:cubicBezTo>
                          <a:cubicBezTo>
                            <a:pt x="18580" y="41978"/>
                            <a:pt x="15151" y="43788"/>
                            <a:pt x="11913" y="44931"/>
                          </a:cubicBezTo>
                          <a:cubicBezTo>
                            <a:pt x="5722" y="47312"/>
                            <a:pt x="1340" y="47789"/>
                            <a:pt x="292" y="45884"/>
                          </a:cubicBezTo>
                          <a:cubicBezTo>
                            <a:pt x="-851" y="44074"/>
                            <a:pt x="1435" y="40264"/>
                            <a:pt x="5817" y="35787"/>
                          </a:cubicBezTo>
                          <a:cubicBezTo>
                            <a:pt x="8579" y="33120"/>
                            <a:pt x="11151" y="30549"/>
                            <a:pt x="13532" y="28167"/>
                          </a:cubicBezTo>
                          <a:cubicBezTo>
                            <a:pt x="16866" y="25215"/>
                            <a:pt x="20009" y="22357"/>
                            <a:pt x="23343" y="19499"/>
                          </a:cubicBezTo>
                          <a:cubicBezTo>
                            <a:pt x="26772" y="16356"/>
                            <a:pt x="30391" y="13784"/>
                            <a:pt x="33344" y="11117"/>
                          </a:cubicBezTo>
                          <a:cubicBezTo>
                            <a:pt x="36392" y="8546"/>
                            <a:pt x="39345" y="6259"/>
                            <a:pt x="42012" y="4545"/>
                          </a:cubicBezTo>
                          <a:cubicBezTo>
                            <a:pt x="47155" y="831"/>
                            <a:pt x="51061" y="-884"/>
                            <a:pt x="52775" y="44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05" name="Forme libre : forme 15704">
                      <a:extLst>
                        <a:ext uri="{FF2B5EF4-FFF2-40B4-BE49-F238E27FC236}">
                          <a16:creationId xmlns:a16="http://schemas.microsoft.com/office/drawing/2014/main" id="{C3129AAC-205A-4466-8892-956B7FD6ED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850" y="4960945"/>
                      <a:ext cx="80512" cy="48743"/>
                    </a:xfrm>
                    <a:custGeom>
                      <a:avLst/>
                      <a:gdLst>
                        <a:gd name="connsiteX0" fmla="*/ 2956 w 80512"/>
                        <a:gd name="connsiteY0" fmla="*/ 42537 h 48743"/>
                        <a:gd name="connsiteX1" fmla="*/ 7909 w 80512"/>
                        <a:gd name="connsiteY1" fmla="*/ 48347 h 48743"/>
                        <a:gd name="connsiteX2" fmla="*/ 23435 w 80512"/>
                        <a:gd name="connsiteY2" fmla="*/ 47014 h 48743"/>
                        <a:gd name="connsiteX3" fmla="*/ 44199 w 80512"/>
                        <a:gd name="connsiteY3" fmla="*/ 38250 h 48743"/>
                        <a:gd name="connsiteX4" fmla="*/ 74489 w 80512"/>
                        <a:gd name="connsiteY4" fmla="*/ 13676 h 48743"/>
                        <a:gd name="connsiteX5" fmla="*/ 80108 w 80512"/>
                        <a:gd name="connsiteY5" fmla="*/ 3960 h 48743"/>
                        <a:gd name="connsiteX6" fmla="*/ 78394 w 80512"/>
                        <a:gd name="connsiteY6" fmla="*/ 55 h 48743"/>
                        <a:gd name="connsiteX7" fmla="*/ 66964 w 80512"/>
                        <a:gd name="connsiteY7" fmla="*/ 6151 h 48743"/>
                        <a:gd name="connsiteX8" fmla="*/ 38579 w 80512"/>
                        <a:gd name="connsiteY8" fmla="*/ 17772 h 48743"/>
                        <a:gd name="connsiteX9" fmla="*/ 5813 w 80512"/>
                        <a:gd name="connsiteY9" fmla="*/ 26915 h 48743"/>
                        <a:gd name="connsiteX10" fmla="*/ 2956 w 80512"/>
                        <a:gd name="connsiteY10" fmla="*/ 42537 h 48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0512" h="48743">
                          <a:moveTo>
                            <a:pt x="2956" y="42537"/>
                          </a:moveTo>
                          <a:cubicBezTo>
                            <a:pt x="3623" y="44822"/>
                            <a:pt x="4385" y="47394"/>
                            <a:pt x="7909" y="48347"/>
                          </a:cubicBezTo>
                          <a:cubicBezTo>
                            <a:pt x="11243" y="49204"/>
                            <a:pt x="16862" y="48633"/>
                            <a:pt x="23435" y="47014"/>
                          </a:cubicBezTo>
                          <a:cubicBezTo>
                            <a:pt x="29816" y="44918"/>
                            <a:pt x="37436" y="42346"/>
                            <a:pt x="44199" y="38250"/>
                          </a:cubicBezTo>
                          <a:cubicBezTo>
                            <a:pt x="55820" y="32155"/>
                            <a:pt x="67154" y="22915"/>
                            <a:pt x="74489" y="13676"/>
                          </a:cubicBezTo>
                          <a:cubicBezTo>
                            <a:pt x="77346" y="10342"/>
                            <a:pt x="79251" y="6532"/>
                            <a:pt x="80108" y="3960"/>
                          </a:cubicBezTo>
                          <a:cubicBezTo>
                            <a:pt x="80965" y="1293"/>
                            <a:pt x="80489" y="-326"/>
                            <a:pt x="78394" y="55"/>
                          </a:cubicBezTo>
                          <a:cubicBezTo>
                            <a:pt x="75632" y="436"/>
                            <a:pt x="71345" y="3770"/>
                            <a:pt x="66964" y="6151"/>
                          </a:cubicBezTo>
                          <a:cubicBezTo>
                            <a:pt x="56963" y="12247"/>
                            <a:pt x="47152" y="15962"/>
                            <a:pt x="38579" y="17772"/>
                          </a:cubicBezTo>
                          <a:cubicBezTo>
                            <a:pt x="31055" y="19391"/>
                            <a:pt x="17434" y="19962"/>
                            <a:pt x="5813" y="26915"/>
                          </a:cubicBezTo>
                          <a:cubicBezTo>
                            <a:pt x="-4569" y="33488"/>
                            <a:pt x="1908" y="39108"/>
                            <a:pt x="2956" y="4253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06" name="Forme libre : forme 15705">
                      <a:extLst>
                        <a:ext uri="{FF2B5EF4-FFF2-40B4-BE49-F238E27FC236}">
                          <a16:creationId xmlns:a16="http://schemas.microsoft.com/office/drawing/2014/main" id="{92943CA7-28D2-4334-A8D3-29922EDEB3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3817" y="4973553"/>
                      <a:ext cx="21668" cy="18244"/>
                    </a:xfrm>
                    <a:custGeom>
                      <a:avLst/>
                      <a:gdLst>
                        <a:gd name="connsiteX0" fmla="*/ 848 w 21668"/>
                        <a:gd name="connsiteY0" fmla="*/ 15546 h 18244"/>
                        <a:gd name="connsiteX1" fmla="*/ 85 w 21668"/>
                        <a:gd name="connsiteY1" fmla="*/ 17737 h 18244"/>
                        <a:gd name="connsiteX2" fmla="*/ 3038 w 21668"/>
                        <a:gd name="connsiteY2" fmla="*/ 17928 h 18244"/>
                        <a:gd name="connsiteX3" fmla="*/ 7324 w 21668"/>
                        <a:gd name="connsiteY3" fmla="*/ 15546 h 18244"/>
                        <a:gd name="connsiteX4" fmla="*/ 16945 w 21668"/>
                        <a:gd name="connsiteY4" fmla="*/ 8308 h 18244"/>
                        <a:gd name="connsiteX5" fmla="*/ 19993 w 21668"/>
                        <a:gd name="connsiteY5" fmla="*/ 5164 h 18244"/>
                        <a:gd name="connsiteX6" fmla="*/ 14373 w 21668"/>
                        <a:gd name="connsiteY6" fmla="*/ 2783 h 18244"/>
                        <a:gd name="connsiteX7" fmla="*/ 848 w 21668"/>
                        <a:gd name="connsiteY7" fmla="*/ 15546 h 18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668" h="18244">
                          <a:moveTo>
                            <a:pt x="848" y="15546"/>
                          </a:moveTo>
                          <a:cubicBezTo>
                            <a:pt x="276" y="16404"/>
                            <a:pt x="-200" y="17166"/>
                            <a:pt x="85" y="17737"/>
                          </a:cubicBezTo>
                          <a:cubicBezTo>
                            <a:pt x="371" y="18214"/>
                            <a:pt x="1419" y="18499"/>
                            <a:pt x="3038" y="17928"/>
                          </a:cubicBezTo>
                          <a:cubicBezTo>
                            <a:pt x="4467" y="17356"/>
                            <a:pt x="5991" y="16404"/>
                            <a:pt x="7324" y="15546"/>
                          </a:cubicBezTo>
                          <a:cubicBezTo>
                            <a:pt x="10754" y="13165"/>
                            <a:pt x="14087" y="10975"/>
                            <a:pt x="16945" y="8308"/>
                          </a:cubicBezTo>
                          <a:cubicBezTo>
                            <a:pt x="18088" y="7260"/>
                            <a:pt x="19231" y="6117"/>
                            <a:pt x="19993" y="5164"/>
                          </a:cubicBezTo>
                          <a:cubicBezTo>
                            <a:pt x="23231" y="973"/>
                            <a:pt x="21993" y="-2741"/>
                            <a:pt x="14373" y="2783"/>
                          </a:cubicBezTo>
                          <a:cubicBezTo>
                            <a:pt x="8372" y="6879"/>
                            <a:pt x="3038" y="11927"/>
                            <a:pt x="848" y="1554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07" name="Forme libre : forme 15706">
                      <a:extLst>
                        <a:ext uri="{FF2B5EF4-FFF2-40B4-BE49-F238E27FC236}">
                          <a16:creationId xmlns:a16="http://schemas.microsoft.com/office/drawing/2014/main" id="{DCC5C475-0B12-4247-89D4-AD3FF040D2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5435" y="4926139"/>
                      <a:ext cx="18403" cy="44005"/>
                    </a:xfrm>
                    <a:custGeom>
                      <a:avLst/>
                      <a:gdLst>
                        <a:gd name="connsiteX0" fmla="*/ 15812 w 18403"/>
                        <a:gd name="connsiteY0" fmla="*/ 0 h 44005"/>
                        <a:gd name="connsiteX1" fmla="*/ 18383 w 18403"/>
                        <a:gd name="connsiteY1" fmla="*/ 7430 h 44005"/>
                        <a:gd name="connsiteX2" fmla="*/ 14859 w 18403"/>
                        <a:gd name="connsiteY2" fmla="*/ 21050 h 44005"/>
                        <a:gd name="connsiteX3" fmla="*/ 0 w 18403"/>
                        <a:gd name="connsiteY3" fmla="*/ 44005 h 44005"/>
                        <a:gd name="connsiteX4" fmla="*/ 3524 w 18403"/>
                        <a:gd name="connsiteY4" fmla="*/ 39243 h 44005"/>
                        <a:gd name="connsiteX5" fmla="*/ 10478 w 18403"/>
                        <a:gd name="connsiteY5" fmla="*/ 27432 h 44005"/>
                        <a:gd name="connsiteX6" fmla="*/ 15907 w 18403"/>
                        <a:gd name="connsiteY6" fmla="*/ 12764 h 44005"/>
                        <a:gd name="connsiteX7" fmla="*/ 15812 w 18403"/>
                        <a:gd name="connsiteY7" fmla="*/ 0 h 44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403" h="44005">
                          <a:moveTo>
                            <a:pt x="15812" y="0"/>
                          </a:moveTo>
                          <a:cubicBezTo>
                            <a:pt x="15812" y="0"/>
                            <a:pt x="18669" y="1334"/>
                            <a:pt x="18383" y="7430"/>
                          </a:cubicBezTo>
                          <a:cubicBezTo>
                            <a:pt x="18193" y="10478"/>
                            <a:pt x="17336" y="14859"/>
                            <a:pt x="14859" y="21050"/>
                          </a:cubicBezTo>
                          <a:cubicBezTo>
                            <a:pt x="12002" y="26956"/>
                            <a:pt x="7811" y="34862"/>
                            <a:pt x="0" y="44005"/>
                          </a:cubicBezTo>
                          <a:cubicBezTo>
                            <a:pt x="0" y="44005"/>
                            <a:pt x="1238" y="42386"/>
                            <a:pt x="3524" y="39243"/>
                          </a:cubicBezTo>
                          <a:cubicBezTo>
                            <a:pt x="5715" y="36386"/>
                            <a:pt x="8192" y="32099"/>
                            <a:pt x="10478" y="27432"/>
                          </a:cubicBezTo>
                          <a:cubicBezTo>
                            <a:pt x="12954" y="22860"/>
                            <a:pt x="14859" y="17622"/>
                            <a:pt x="15907" y="12764"/>
                          </a:cubicBezTo>
                          <a:cubicBezTo>
                            <a:pt x="16859" y="7811"/>
                            <a:pt x="17240" y="3429"/>
                            <a:pt x="1581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08" name="Forme libre : forme 15707">
                      <a:extLst>
                        <a:ext uri="{FF2B5EF4-FFF2-40B4-BE49-F238E27FC236}">
                          <a16:creationId xmlns:a16="http://schemas.microsoft.com/office/drawing/2014/main" id="{00142ACE-CBAE-4880-8B05-8C37AFF21B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3518" y="4972336"/>
                      <a:ext cx="35528" cy="31146"/>
                    </a:xfrm>
                    <a:custGeom>
                      <a:avLst/>
                      <a:gdLst>
                        <a:gd name="connsiteX0" fmla="*/ 35528 w 35528"/>
                        <a:gd name="connsiteY0" fmla="*/ 0 h 31146"/>
                        <a:gd name="connsiteX1" fmla="*/ 30289 w 35528"/>
                        <a:gd name="connsiteY1" fmla="*/ 3143 h 31146"/>
                        <a:gd name="connsiteX2" fmla="*/ 18478 w 35528"/>
                        <a:gd name="connsiteY2" fmla="*/ 10668 h 31146"/>
                        <a:gd name="connsiteX3" fmla="*/ 6096 w 35528"/>
                        <a:gd name="connsiteY3" fmla="*/ 20288 h 31146"/>
                        <a:gd name="connsiteX4" fmla="*/ 0 w 35528"/>
                        <a:gd name="connsiteY4" fmla="*/ 31146 h 31146"/>
                        <a:gd name="connsiteX5" fmla="*/ 1238 w 35528"/>
                        <a:gd name="connsiteY5" fmla="*/ 28670 h 31146"/>
                        <a:gd name="connsiteX6" fmla="*/ 6382 w 35528"/>
                        <a:gd name="connsiteY6" fmla="*/ 22097 h 31146"/>
                        <a:gd name="connsiteX7" fmla="*/ 17335 w 35528"/>
                        <a:gd name="connsiteY7" fmla="*/ 12572 h 31146"/>
                        <a:gd name="connsiteX8" fmla="*/ 25432 w 35528"/>
                        <a:gd name="connsiteY8" fmla="*/ 6762 h 31146"/>
                        <a:gd name="connsiteX9" fmla="*/ 35528 w 35528"/>
                        <a:gd name="connsiteY9" fmla="*/ 0 h 31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5528" h="31146">
                          <a:moveTo>
                            <a:pt x="35528" y="0"/>
                          </a:moveTo>
                          <a:cubicBezTo>
                            <a:pt x="35528" y="0"/>
                            <a:pt x="33433" y="1143"/>
                            <a:pt x="30289" y="3143"/>
                          </a:cubicBezTo>
                          <a:cubicBezTo>
                            <a:pt x="27241" y="5334"/>
                            <a:pt x="22860" y="7715"/>
                            <a:pt x="18478" y="10668"/>
                          </a:cubicBezTo>
                          <a:cubicBezTo>
                            <a:pt x="14192" y="13811"/>
                            <a:pt x="9525" y="16764"/>
                            <a:pt x="6096" y="20288"/>
                          </a:cubicBezTo>
                          <a:cubicBezTo>
                            <a:pt x="2667" y="23813"/>
                            <a:pt x="95" y="27337"/>
                            <a:pt x="0" y="31146"/>
                          </a:cubicBezTo>
                          <a:cubicBezTo>
                            <a:pt x="0" y="31146"/>
                            <a:pt x="286" y="30194"/>
                            <a:pt x="1238" y="28670"/>
                          </a:cubicBezTo>
                          <a:cubicBezTo>
                            <a:pt x="2191" y="27146"/>
                            <a:pt x="3810" y="24860"/>
                            <a:pt x="6382" y="22097"/>
                          </a:cubicBezTo>
                          <a:cubicBezTo>
                            <a:pt x="8953" y="19240"/>
                            <a:pt x="12668" y="16383"/>
                            <a:pt x="17335" y="12572"/>
                          </a:cubicBezTo>
                          <a:cubicBezTo>
                            <a:pt x="19717" y="10668"/>
                            <a:pt x="22384" y="8763"/>
                            <a:pt x="25432" y="6762"/>
                          </a:cubicBezTo>
                          <a:cubicBezTo>
                            <a:pt x="28575" y="4763"/>
                            <a:pt x="31813" y="2286"/>
                            <a:pt x="3552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09" name="Forme libre : forme 15708">
                      <a:extLst>
                        <a:ext uri="{FF2B5EF4-FFF2-40B4-BE49-F238E27FC236}">
                          <a16:creationId xmlns:a16="http://schemas.microsoft.com/office/drawing/2014/main" id="{BA6D5478-966F-4026-A6D9-09B3F252C1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0553" y="4954357"/>
                      <a:ext cx="20405" cy="16236"/>
                    </a:xfrm>
                    <a:custGeom>
                      <a:avLst/>
                      <a:gdLst>
                        <a:gd name="connsiteX0" fmla="*/ 20405 w 20405"/>
                        <a:gd name="connsiteY0" fmla="*/ 738 h 16236"/>
                        <a:gd name="connsiteX1" fmla="*/ 10023 w 20405"/>
                        <a:gd name="connsiteY1" fmla="*/ 11883 h 16236"/>
                        <a:gd name="connsiteX2" fmla="*/ 21 w 20405"/>
                        <a:gd name="connsiteY2" fmla="*/ 15407 h 16236"/>
                        <a:gd name="connsiteX3" fmla="*/ 10689 w 20405"/>
                        <a:gd name="connsiteY3" fmla="*/ 4929 h 16236"/>
                        <a:gd name="connsiteX4" fmla="*/ 20405 w 20405"/>
                        <a:gd name="connsiteY4" fmla="*/ 738 h 162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05" h="16236">
                          <a:moveTo>
                            <a:pt x="20405" y="738"/>
                          </a:moveTo>
                          <a:cubicBezTo>
                            <a:pt x="20405" y="2739"/>
                            <a:pt x="15928" y="7977"/>
                            <a:pt x="10023" y="11883"/>
                          </a:cubicBezTo>
                          <a:cubicBezTo>
                            <a:pt x="4403" y="16074"/>
                            <a:pt x="-359" y="17217"/>
                            <a:pt x="21" y="15407"/>
                          </a:cubicBezTo>
                          <a:cubicBezTo>
                            <a:pt x="402" y="13597"/>
                            <a:pt x="5165" y="8930"/>
                            <a:pt x="10689" y="4929"/>
                          </a:cubicBezTo>
                          <a:cubicBezTo>
                            <a:pt x="16404" y="1024"/>
                            <a:pt x="20405" y="-1262"/>
                            <a:pt x="20405" y="73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10" name="Forme libre : forme 15709">
                      <a:extLst>
                        <a:ext uri="{FF2B5EF4-FFF2-40B4-BE49-F238E27FC236}">
                          <a16:creationId xmlns:a16="http://schemas.microsoft.com/office/drawing/2014/main" id="{EB794EA2-576D-4C7F-A661-97DA8E8E28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8089" y="4951905"/>
                      <a:ext cx="5106" cy="5331"/>
                    </a:xfrm>
                    <a:custGeom>
                      <a:avLst/>
                      <a:gdLst>
                        <a:gd name="connsiteX0" fmla="*/ 4964 w 5106"/>
                        <a:gd name="connsiteY0" fmla="*/ 142 h 5331"/>
                        <a:gd name="connsiteX1" fmla="*/ 3345 w 5106"/>
                        <a:gd name="connsiteY1" fmla="*/ 3475 h 5331"/>
                        <a:gd name="connsiteX2" fmla="*/ 106 w 5106"/>
                        <a:gd name="connsiteY2" fmla="*/ 5190 h 5331"/>
                        <a:gd name="connsiteX3" fmla="*/ 1726 w 5106"/>
                        <a:gd name="connsiteY3" fmla="*/ 1856 h 5331"/>
                        <a:gd name="connsiteX4" fmla="*/ 4964 w 5106"/>
                        <a:gd name="connsiteY4" fmla="*/ 142 h 53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06" h="5331">
                          <a:moveTo>
                            <a:pt x="4964" y="142"/>
                          </a:moveTo>
                          <a:cubicBezTo>
                            <a:pt x="5440" y="523"/>
                            <a:pt x="4678" y="2046"/>
                            <a:pt x="3345" y="3475"/>
                          </a:cubicBezTo>
                          <a:cubicBezTo>
                            <a:pt x="2011" y="4904"/>
                            <a:pt x="487" y="5666"/>
                            <a:pt x="106" y="5190"/>
                          </a:cubicBezTo>
                          <a:cubicBezTo>
                            <a:pt x="-275" y="4714"/>
                            <a:pt x="392" y="3285"/>
                            <a:pt x="1726" y="1856"/>
                          </a:cubicBezTo>
                          <a:cubicBezTo>
                            <a:pt x="3059" y="427"/>
                            <a:pt x="4583" y="-335"/>
                            <a:pt x="4964" y="14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11" name="Forme libre : forme 15710">
                      <a:extLst>
                        <a:ext uri="{FF2B5EF4-FFF2-40B4-BE49-F238E27FC236}">
                          <a16:creationId xmlns:a16="http://schemas.microsoft.com/office/drawing/2014/main" id="{CFEEE4CA-6AEC-4389-AE06-0CF4C46802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3240" y="4926582"/>
                      <a:ext cx="51232" cy="35086"/>
                    </a:xfrm>
                    <a:custGeom>
                      <a:avLst/>
                      <a:gdLst>
                        <a:gd name="connsiteX0" fmla="*/ 39624 w 51232"/>
                        <a:gd name="connsiteY0" fmla="*/ 700 h 35086"/>
                        <a:gd name="connsiteX1" fmla="*/ 50387 w 51232"/>
                        <a:gd name="connsiteY1" fmla="*/ 2414 h 35086"/>
                        <a:gd name="connsiteX2" fmla="*/ 49720 w 51232"/>
                        <a:gd name="connsiteY2" fmla="*/ 8320 h 35086"/>
                        <a:gd name="connsiteX3" fmla="*/ 43529 w 51232"/>
                        <a:gd name="connsiteY3" fmla="*/ 13273 h 35086"/>
                        <a:gd name="connsiteX4" fmla="*/ 26669 w 51232"/>
                        <a:gd name="connsiteY4" fmla="*/ 19083 h 35086"/>
                        <a:gd name="connsiteX5" fmla="*/ 11049 w 51232"/>
                        <a:gd name="connsiteY5" fmla="*/ 30228 h 35086"/>
                        <a:gd name="connsiteX6" fmla="*/ 190 w 51232"/>
                        <a:gd name="connsiteY6" fmla="*/ 33752 h 35086"/>
                        <a:gd name="connsiteX7" fmla="*/ 12287 w 51232"/>
                        <a:gd name="connsiteY7" fmla="*/ 20988 h 35086"/>
                        <a:gd name="connsiteX8" fmla="*/ 26098 w 51232"/>
                        <a:gd name="connsiteY8" fmla="*/ 8606 h 35086"/>
                        <a:gd name="connsiteX9" fmla="*/ 39624 w 51232"/>
                        <a:gd name="connsiteY9" fmla="*/ 700 h 350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1232" h="35086">
                          <a:moveTo>
                            <a:pt x="39624" y="700"/>
                          </a:moveTo>
                          <a:cubicBezTo>
                            <a:pt x="44481" y="-824"/>
                            <a:pt x="47815" y="319"/>
                            <a:pt x="50387" y="2414"/>
                          </a:cubicBezTo>
                          <a:cubicBezTo>
                            <a:pt x="51339" y="3176"/>
                            <a:pt x="51911" y="4986"/>
                            <a:pt x="49720" y="8320"/>
                          </a:cubicBezTo>
                          <a:cubicBezTo>
                            <a:pt x="47815" y="11272"/>
                            <a:pt x="45339" y="12797"/>
                            <a:pt x="43529" y="13273"/>
                          </a:cubicBezTo>
                          <a:cubicBezTo>
                            <a:pt x="38004" y="14892"/>
                            <a:pt x="33813" y="14606"/>
                            <a:pt x="26669" y="19083"/>
                          </a:cubicBezTo>
                          <a:cubicBezTo>
                            <a:pt x="24288" y="20321"/>
                            <a:pt x="17621" y="26417"/>
                            <a:pt x="11049" y="30228"/>
                          </a:cubicBezTo>
                          <a:cubicBezTo>
                            <a:pt x="4762" y="34419"/>
                            <a:pt x="-1143" y="36705"/>
                            <a:pt x="190" y="33752"/>
                          </a:cubicBezTo>
                          <a:cubicBezTo>
                            <a:pt x="1619" y="30989"/>
                            <a:pt x="6572" y="25751"/>
                            <a:pt x="12287" y="20988"/>
                          </a:cubicBezTo>
                          <a:cubicBezTo>
                            <a:pt x="17526" y="15749"/>
                            <a:pt x="23431" y="10987"/>
                            <a:pt x="26098" y="8606"/>
                          </a:cubicBezTo>
                          <a:cubicBezTo>
                            <a:pt x="31242" y="4510"/>
                            <a:pt x="36004" y="1843"/>
                            <a:pt x="39624" y="70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91" name="Graphique 1">
                    <a:extLst>
                      <a:ext uri="{FF2B5EF4-FFF2-40B4-BE49-F238E27FC236}">
                        <a16:creationId xmlns:a16="http://schemas.microsoft.com/office/drawing/2014/main" id="{37E0094E-7D88-4606-8947-B88910973AF6}"/>
                      </a:ext>
                    </a:extLst>
                  </p:cNvPr>
                  <p:cNvGrpSpPr/>
                  <p:nvPr/>
                </p:nvGrpSpPr>
                <p:grpSpPr>
                  <a:xfrm>
                    <a:off x="3842888" y="4778226"/>
                    <a:ext cx="73407" cy="145656"/>
                    <a:chOff x="3842888" y="4778226"/>
                    <a:chExt cx="73407" cy="145656"/>
                  </a:xfrm>
                  <a:solidFill>
                    <a:schemeClr val="accent1"/>
                  </a:solidFill>
                </p:grpSpPr>
                <p:sp>
                  <p:nvSpPr>
                    <p:cNvPr id="15688" name="Forme libre : forme 15687">
                      <a:extLst>
                        <a:ext uri="{FF2B5EF4-FFF2-40B4-BE49-F238E27FC236}">
                          <a16:creationId xmlns:a16="http://schemas.microsoft.com/office/drawing/2014/main" id="{D91C0A5B-9FDB-48D4-81B6-E007AB62D4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2888" y="4778226"/>
                      <a:ext cx="73407" cy="145656"/>
                    </a:xfrm>
                    <a:custGeom>
                      <a:avLst/>
                      <a:gdLst>
                        <a:gd name="connsiteX0" fmla="*/ 68557 w 73407"/>
                        <a:gd name="connsiteY0" fmla="*/ 53140 h 145656"/>
                        <a:gd name="connsiteX1" fmla="*/ 59698 w 73407"/>
                        <a:gd name="connsiteY1" fmla="*/ 80953 h 145656"/>
                        <a:gd name="connsiteX2" fmla="*/ 48744 w 73407"/>
                        <a:gd name="connsiteY2" fmla="*/ 108290 h 145656"/>
                        <a:gd name="connsiteX3" fmla="*/ 39315 w 73407"/>
                        <a:gd name="connsiteY3" fmla="*/ 125435 h 145656"/>
                        <a:gd name="connsiteX4" fmla="*/ 28837 w 73407"/>
                        <a:gd name="connsiteY4" fmla="*/ 138008 h 145656"/>
                        <a:gd name="connsiteX5" fmla="*/ 12359 w 73407"/>
                        <a:gd name="connsiteY5" fmla="*/ 144865 h 145656"/>
                        <a:gd name="connsiteX6" fmla="*/ 2929 w 73407"/>
                        <a:gd name="connsiteY6" fmla="*/ 138674 h 145656"/>
                        <a:gd name="connsiteX7" fmla="*/ 1119 w 73407"/>
                        <a:gd name="connsiteY7" fmla="*/ 121815 h 145656"/>
                        <a:gd name="connsiteX8" fmla="*/ 5215 w 73407"/>
                        <a:gd name="connsiteY8" fmla="*/ 107813 h 145656"/>
                        <a:gd name="connsiteX9" fmla="*/ 11692 w 73407"/>
                        <a:gd name="connsiteY9" fmla="*/ 91621 h 145656"/>
                        <a:gd name="connsiteX10" fmla="*/ 21693 w 73407"/>
                        <a:gd name="connsiteY10" fmla="*/ 67142 h 145656"/>
                        <a:gd name="connsiteX11" fmla="*/ 29980 w 73407"/>
                        <a:gd name="connsiteY11" fmla="*/ 41710 h 145656"/>
                        <a:gd name="connsiteX12" fmla="*/ 42363 w 73407"/>
                        <a:gd name="connsiteY12" fmla="*/ 11325 h 145656"/>
                        <a:gd name="connsiteX13" fmla="*/ 55412 w 73407"/>
                        <a:gd name="connsiteY13" fmla="*/ 85 h 145656"/>
                        <a:gd name="connsiteX14" fmla="*/ 66270 w 73407"/>
                        <a:gd name="connsiteY14" fmla="*/ 2276 h 145656"/>
                        <a:gd name="connsiteX15" fmla="*/ 73319 w 73407"/>
                        <a:gd name="connsiteY15" fmla="*/ 18373 h 145656"/>
                        <a:gd name="connsiteX16" fmla="*/ 68557 w 73407"/>
                        <a:gd name="connsiteY16" fmla="*/ 53140 h 14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73407" h="145656">
                          <a:moveTo>
                            <a:pt x="68557" y="53140"/>
                          </a:moveTo>
                          <a:cubicBezTo>
                            <a:pt x="65985" y="62474"/>
                            <a:pt x="62746" y="71713"/>
                            <a:pt x="59698" y="80953"/>
                          </a:cubicBezTo>
                          <a:cubicBezTo>
                            <a:pt x="56269" y="90097"/>
                            <a:pt x="52840" y="99336"/>
                            <a:pt x="48744" y="108290"/>
                          </a:cubicBezTo>
                          <a:cubicBezTo>
                            <a:pt x="46077" y="114671"/>
                            <a:pt x="42553" y="120386"/>
                            <a:pt x="39315" y="125435"/>
                          </a:cubicBezTo>
                          <a:cubicBezTo>
                            <a:pt x="36076" y="130578"/>
                            <a:pt x="32171" y="134674"/>
                            <a:pt x="28837" y="138008"/>
                          </a:cubicBezTo>
                          <a:cubicBezTo>
                            <a:pt x="22075" y="144675"/>
                            <a:pt x="15598" y="147056"/>
                            <a:pt x="12359" y="144865"/>
                          </a:cubicBezTo>
                          <a:lnTo>
                            <a:pt x="2929" y="138674"/>
                          </a:lnTo>
                          <a:cubicBezTo>
                            <a:pt x="-595" y="136388"/>
                            <a:pt x="-595" y="130197"/>
                            <a:pt x="1119" y="121815"/>
                          </a:cubicBezTo>
                          <a:cubicBezTo>
                            <a:pt x="1882" y="117529"/>
                            <a:pt x="3596" y="113052"/>
                            <a:pt x="5215" y="107813"/>
                          </a:cubicBezTo>
                          <a:cubicBezTo>
                            <a:pt x="6930" y="102670"/>
                            <a:pt x="9311" y="97336"/>
                            <a:pt x="11692" y="91621"/>
                          </a:cubicBezTo>
                          <a:cubicBezTo>
                            <a:pt x="15407" y="83620"/>
                            <a:pt x="18455" y="75333"/>
                            <a:pt x="21693" y="67142"/>
                          </a:cubicBezTo>
                          <a:cubicBezTo>
                            <a:pt x="24551" y="58760"/>
                            <a:pt x="27504" y="50377"/>
                            <a:pt x="29980" y="41710"/>
                          </a:cubicBezTo>
                          <a:cubicBezTo>
                            <a:pt x="33505" y="29708"/>
                            <a:pt x="37981" y="18945"/>
                            <a:pt x="42363" y="11325"/>
                          </a:cubicBezTo>
                          <a:cubicBezTo>
                            <a:pt x="46840" y="3705"/>
                            <a:pt x="51507" y="-677"/>
                            <a:pt x="55412" y="85"/>
                          </a:cubicBezTo>
                          <a:lnTo>
                            <a:pt x="66270" y="2276"/>
                          </a:lnTo>
                          <a:cubicBezTo>
                            <a:pt x="70271" y="3038"/>
                            <a:pt x="72652" y="9134"/>
                            <a:pt x="73319" y="18373"/>
                          </a:cubicBezTo>
                          <a:cubicBezTo>
                            <a:pt x="73795" y="27613"/>
                            <a:pt x="72367" y="39995"/>
                            <a:pt x="68557" y="5314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89" name="Forme libre : forme 15688">
                      <a:extLst>
                        <a:ext uri="{FF2B5EF4-FFF2-40B4-BE49-F238E27FC236}">
                          <a16:creationId xmlns:a16="http://schemas.microsoft.com/office/drawing/2014/main" id="{741E8F20-615C-428A-A14C-918C58D82E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1057" y="4780502"/>
                      <a:ext cx="64967" cy="143367"/>
                    </a:xfrm>
                    <a:custGeom>
                      <a:avLst/>
                      <a:gdLst>
                        <a:gd name="connsiteX0" fmla="*/ 32290 w 64967"/>
                        <a:gd name="connsiteY0" fmla="*/ 91249 h 143367"/>
                        <a:gd name="connsiteX1" fmla="*/ 26003 w 64967"/>
                        <a:gd name="connsiteY1" fmla="*/ 106966 h 143367"/>
                        <a:gd name="connsiteX2" fmla="*/ 18002 w 64967"/>
                        <a:gd name="connsiteY2" fmla="*/ 121062 h 143367"/>
                        <a:gd name="connsiteX3" fmla="*/ 0 w 64967"/>
                        <a:gd name="connsiteY3" fmla="*/ 139922 h 143367"/>
                        <a:gd name="connsiteX4" fmla="*/ 4096 w 64967"/>
                        <a:gd name="connsiteY4" fmla="*/ 142589 h 143367"/>
                        <a:gd name="connsiteX5" fmla="*/ 20574 w 64967"/>
                        <a:gd name="connsiteY5" fmla="*/ 135731 h 143367"/>
                        <a:gd name="connsiteX6" fmla="*/ 31051 w 64967"/>
                        <a:gd name="connsiteY6" fmla="*/ 123158 h 143367"/>
                        <a:gd name="connsiteX7" fmla="*/ 40481 w 64967"/>
                        <a:gd name="connsiteY7" fmla="*/ 106013 h 143367"/>
                        <a:gd name="connsiteX8" fmla="*/ 51435 w 64967"/>
                        <a:gd name="connsiteY8" fmla="*/ 78676 h 143367"/>
                        <a:gd name="connsiteX9" fmla="*/ 60293 w 64967"/>
                        <a:gd name="connsiteY9" fmla="*/ 50863 h 143367"/>
                        <a:gd name="connsiteX10" fmla="*/ 64770 w 64967"/>
                        <a:gd name="connsiteY10" fmla="*/ 16192 h 143367"/>
                        <a:gd name="connsiteX11" fmla="*/ 57721 w 64967"/>
                        <a:gd name="connsiteY11" fmla="*/ 95 h 143367"/>
                        <a:gd name="connsiteX12" fmla="*/ 57340 w 64967"/>
                        <a:gd name="connsiteY12" fmla="*/ 0 h 143367"/>
                        <a:gd name="connsiteX13" fmla="*/ 46196 w 64967"/>
                        <a:gd name="connsiteY13" fmla="*/ 46101 h 143367"/>
                        <a:gd name="connsiteX14" fmla="*/ 39338 w 64967"/>
                        <a:gd name="connsiteY14" fmla="*/ 68580 h 143367"/>
                        <a:gd name="connsiteX15" fmla="*/ 32290 w 64967"/>
                        <a:gd name="connsiteY15" fmla="*/ 91249 h 143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64967" h="143367">
                          <a:moveTo>
                            <a:pt x="32290" y="91249"/>
                          </a:moveTo>
                          <a:cubicBezTo>
                            <a:pt x="30385" y="96584"/>
                            <a:pt x="28384" y="101918"/>
                            <a:pt x="26003" y="106966"/>
                          </a:cubicBezTo>
                          <a:cubicBezTo>
                            <a:pt x="23431" y="111919"/>
                            <a:pt x="20764" y="116777"/>
                            <a:pt x="18002" y="121062"/>
                          </a:cubicBezTo>
                          <a:cubicBezTo>
                            <a:pt x="12097" y="129540"/>
                            <a:pt x="5810" y="136303"/>
                            <a:pt x="0" y="139922"/>
                          </a:cubicBezTo>
                          <a:lnTo>
                            <a:pt x="4096" y="142589"/>
                          </a:lnTo>
                          <a:cubicBezTo>
                            <a:pt x="7429" y="144780"/>
                            <a:pt x="13811" y="142304"/>
                            <a:pt x="20574" y="135731"/>
                          </a:cubicBezTo>
                          <a:cubicBezTo>
                            <a:pt x="23908" y="132397"/>
                            <a:pt x="27813" y="128301"/>
                            <a:pt x="31051" y="123158"/>
                          </a:cubicBezTo>
                          <a:cubicBezTo>
                            <a:pt x="34290" y="118110"/>
                            <a:pt x="37909" y="112395"/>
                            <a:pt x="40481" y="106013"/>
                          </a:cubicBezTo>
                          <a:cubicBezTo>
                            <a:pt x="44577" y="97060"/>
                            <a:pt x="48006" y="87820"/>
                            <a:pt x="51435" y="78676"/>
                          </a:cubicBezTo>
                          <a:cubicBezTo>
                            <a:pt x="54578" y="69437"/>
                            <a:pt x="57721" y="60198"/>
                            <a:pt x="60293" y="50863"/>
                          </a:cubicBezTo>
                          <a:cubicBezTo>
                            <a:pt x="64103" y="37814"/>
                            <a:pt x="65532" y="25432"/>
                            <a:pt x="64770" y="16192"/>
                          </a:cubicBezTo>
                          <a:cubicBezTo>
                            <a:pt x="64103" y="6953"/>
                            <a:pt x="61722" y="952"/>
                            <a:pt x="57721" y="95"/>
                          </a:cubicBezTo>
                          <a:lnTo>
                            <a:pt x="57340" y="0"/>
                          </a:lnTo>
                          <a:cubicBezTo>
                            <a:pt x="54388" y="15811"/>
                            <a:pt x="50578" y="31051"/>
                            <a:pt x="46196" y="46101"/>
                          </a:cubicBezTo>
                          <a:cubicBezTo>
                            <a:pt x="44101" y="53626"/>
                            <a:pt x="41720" y="61055"/>
                            <a:pt x="39338" y="68580"/>
                          </a:cubicBezTo>
                          <a:cubicBezTo>
                            <a:pt x="37243" y="75819"/>
                            <a:pt x="34862" y="83153"/>
                            <a:pt x="32290" y="9124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90" name="Forme libre : forme 15689">
                      <a:extLst>
                        <a:ext uri="{FF2B5EF4-FFF2-40B4-BE49-F238E27FC236}">
                          <a16:creationId xmlns:a16="http://schemas.microsoft.com/office/drawing/2014/main" id="{8151A314-0AD1-48DD-88CA-727DA33D27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3617" y="4809974"/>
                      <a:ext cx="26425" cy="65364"/>
                    </a:xfrm>
                    <a:custGeom>
                      <a:avLst/>
                      <a:gdLst>
                        <a:gd name="connsiteX0" fmla="*/ 23731 w 26425"/>
                        <a:gd name="connsiteY0" fmla="*/ 55 h 65364"/>
                        <a:gd name="connsiteX1" fmla="*/ 21255 w 26425"/>
                        <a:gd name="connsiteY1" fmla="*/ 35488 h 65364"/>
                        <a:gd name="connsiteX2" fmla="*/ 10682 w 26425"/>
                        <a:gd name="connsiteY2" fmla="*/ 57967 h 65364"/>
                        <a:gd name="connsiteX3" fmla="*/ 1728 w 26425"/>
                        <a:gd name="connsiteY3" fmla="*/ 65206 h 65364"/>
                        <a:gd name="connsiteX4" fmla="*/ 586 w 26425"/>
                        <a:gd name="connsiteY4" fmla="*/ 53872 h 65364"/>
                        <a:gd name="connsiteX5" fmla="*/ 6681 w 26425"/>
                        <a:gd name="connsiteY5" fmla="*/ 30535 h 65364"/>
                        <a:gd name="connsiteX6" fmla="*/ 23731 w 26425"/>
                        <a:gd name="connsiteY6" fmla="*/ 55 h 65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425" h="65364">
                          <a:moveTo>
                            <a:pt x="23731" y="55"/>
                          </a:moveTo>
                          <a:cubicBezTo>
                            <a:pt x="27827" y="1103"/>
                            <a:pt x="27446" y="17105"/>
                            <a:pt x="21255" y="35488"/>
                          </a:cubicBezTo>
                          <a:cubicBezTo>
                            <a:pt x="18302" y="44727"/>
                            <a:pt x="14206" y="52633"/>
                            <a:pt x="10682" y="57967"/>
                          </a:cubicBezTo>
                          <a:cubicBezTo>
                            <a:pt x="7062" y="63397"/>
                            <a:pt x="3634" y="66064"/>
                            <a:pt x="1728" y="65206"/>
                          </a:cubicBezTo>
                          <a:cubicBezTo>
                            <a:pt x="-272" y="64349"/>
                            <a:pt x="-367" y="60158"/>
                            <a:pt x="586" y="53872"/>
                          </a:cubicBezTo>
                          <a:cubicBezTo>
                            <a:pt x="1538" y="47585"/>
                            <a:pt x="3824" y="39489"/>
                            <a:pt x="6681" y="30535"/>
                          </a:cubicBezTo>
                          <a:cubicBezTo>
                            <a:pt x="12682" y="13009"/>
                            <a:pt x="19636" y="-992"/>
                            <a:pt x="23731" y="5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91" name="Forme libre : forme 15690">
                      <a:extLst>
                        <a:ext uri="{FF2B5EF4-FFF2-40B4-BE49-F238E27FC236}">
                          <a16:creationId xmlns:a16="http://schemas.microsoft.com/office/drawing/2014/main" id="{D132A62E-5874-485D-98B5-9600BBB8BF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3641" y="4830317"/>
                      <a:ext cx="25135" cy="45112"/>
                    </a:xfrm>
                    <a:custGeom>
                      <a:avLst/>
                      <a:gdLst>
                        <a:gd name="connsiteX0" fmla="*/ 1514 w 25135"/>
                        <a:gd name="connsiteY0" fmla="*/ 28575 h 45112"/>
                        <a:gd name="connsiteX1" fmla="*/ 1704 w 25135"/>
                        <a:gd name="connsiteY1" fmla="*/ 44958 h 45112"/>
                        <a:gd name="connsiteX2" fmla="*/ 10658 w 25135"/>
                        <a:gd name="connsiteY2" fmla="*/ 37719 h 45112"/>
                        <a:gd name="connsiteX3" fmla="*/ 21231 w 25135"/>
                        <a:gd name="connsiteY3" fmla="*/ 15240 h 45112"/>
                        <a:gd name="connsiteX4" fmla="*/ 25136 w 25135"/>
                        <a:gd name="connsiteY4" fmla="*/ 0 h 45112"/>
                        <a:gd name="connsiteX5" fmla="*/ 22183 w 25135"/>
                        <a:gd name="connsiteY5" fmla="*/ 8096 h 45112"/>
                        <a:gd name="connsiteX6" fmla="*/ 10944 w 25135"/>
                        <a:gd name="connsiteY6" fmla="*/ 24765 h 45112"/>
                        <a:gd name="connsiteX7" fmla="*/ 1514 w 25135"/>
                        <a:gd name="connsiteY7" fmla="*/ 28575 h 45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135" h="45112">
                          <a:moveTo>
                            <a:pt x="1514" y="28575"/>
                          </a:moveTo>
                          <a:cubicBezTo>
                            <a:pt x="-296" y="37529"/>
                            <a:pt x="-772" y="43815"/>
                            <a:pt x="1704" y="44958"/>
                          </a:cubicBezTo>
                          <a:cubicBezTo>
                            <a:pt x="3609" y="45815"/>
                            <a:pt x="7038" y="43053"/>
                            <a:pt x="10658" y="37719"/>
                          </a:cubicBezTo>
                          <a:cubicBezTo>
                            <a:pt x="14182" y="32290"/>
                            <a:pt x="18278" y="24479"/>
                            <a:pt x="21231" y="15240"/>
                          </a:cubicBezTo>
                          <a:cubicBezTo>
                            <a:pt x="23136" y="9906"/>
                            <a:pt x="24374" y="4667"/>
                            <a:pt x="25136" y="0"/>
                          </a:cubicBezTo>
                          <a:cubicBezTo>
                            <a:pt x="24279" y="2762"/>
                            <a:pt x="23326" y="5525"/>
                            <a:pt x="22183" y="8096"/>
                          </a:cubicBezTo>
                          <a:cubicBezTo>
                            <a:pt x="18564" y="15050"/>
                            <a:pt x="14754" y="21050"/>
                            <a:pt x="10944" y="24765"/>
                          </a:cubicBezTo>
                          <a:cubicBezTo>
                            <a:pt x="7038" y="28480"/>
                            <a:pt x="3705" y="30099"/>
                            <a:pt x="1514" y="28575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92" name="Forme libre : forme 15691">
                      <a:extLst>
                        <a:ext uri="{FF2B5EF4-FFF2-40B4-BE49-F238E27FC236}">
                          <a16:creationId xmlns:a16="http://schemas.microsoft.com/office/drawing/2014/main" id="{5029F1E6-7ECC-48C5-9F1C-FC7E117E1F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6477" y="4807013"/>
                      <a:ext cx="26064" cy="65936"/>
                    </a:xfrm>
                    <a:custGeom>
                      <a:avLst/>
                      <a:gdLst>
                        <a:gd name="connsiteX0" fmla="*/ 23347 w 26064"/>
                        <a:gd name="connsiteY0" fmla="*/ 63 h 65936"/>
                        <a:gd name="connsiteX1" fmla="*/ 26014 w 26064"/>
                        <a:gd name="connsiteY1" fmla="*/ 11303 h 65936"/>
                        <a:gd name="connsiteX2" fmla="*/ 21062 w 26064"/>
                        <a:gd name="connsiteY2" fmla="*/ 35687 h 65936"/>
                        <a:gd name="connsiteX3" fmla="*/ 10584 w 26064"/>
                        <a:gd name="connsiteY3" fmla="*/ 58356 h 65936"/>
                        <a:gd name="connsiteX4" fmla="*/ 1726 w 26064"/>
                        <a:gd name="connsiteY4" fmla="*/ 65786 h 65936"/>
                        <a:gd name="connsiteX5" fmla="*/ 488 w 26064"/>
                        <a:gd name="connsiteY5" fmla="*/ 54356 h 65936"/>
                        <a:gd name="connsiteX6" fmla="*/ 6488 w 26064"/>
                        <a:gd name="connsiteY6" fmla="*/ 30925 h 65936"/>
                        <a:gd name="connsiteX7" fmla="*/ 15537 w 26064"/>
                        <a:gd name="connsiteY7" fmla="*/ 8445 h 65936"/>
                        <a:gd name="connsiteX8" fmla="*/ 23347 w 26064"/>
                        <a:gd name="connsiteY8" fmla="*/ 63 h 65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064" h="65936">
                          <a:moveTo>
                            <a:pt x="23347" y="63"/>
                          </a:moveTo>
                          <a:cubicBezTo>
                            <a:pt x="25348" y="540"/>
                            <a:pt x="26300" y="4826"/>
                            <a:pt x="26014" y="11303"/>
                          </a:cubicBezTo>
                          <a:cubicBezTo>
                            <a:pt x="25633" y="17780"/>
                            <a:pt x="24109" y="26448"/>
                            <a:pt x="21062" y="35687"/>
                          </a:cubicBezTo>
                          <a:cubicBezTo>
                            <a:pt x="18109" y="44926"/>
                            <a:pt x="14299" y="52927"/>
                            <a:pt x="10584" y="58356"/>
                          </a:cubicBezTo>
                          <a:cubicBezTo>
                            <a:pt x="7060" y="63786"/>
                            <a:pt x="3726" y="66643"/>
                            <a:pt x="1726" y="65786"/>
                          </a:cubicBezTo>
                          <a:cubicBezTo>
                            <a:pt x="-179" y="64929"/>
                            <a:pt x="-370" y="60738"/>
                            <a:pt x="488" y="54356"/>
                          </a:cubicBezTo>
                          <a:cubicBezTo>
                            <a:pt x="1535" y="48069"/>
                            <a:pt x="3631" y="39878"/>
                            <a:pt x="6488" y="30925"/>
                          </a:cubicBezTo>
                          <a:cubicBezTo>
                            <a:pt x="9441" y="21971"/>
                            <a:pt x="12584" y="14065"/>
                            <a:pt x="15537" y="8445"/>
                          </a:cubicBezTo>
                          <a:cubicBezTo>
                            <a:pt x="18490" y="2826"/>
                            <a:pt x="21347" y="-508"/>
                            <a:pt x="23347" y="6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93" name="Forme libre : forme 15692">
                      <a:extLst>
                        <a:ext uri="{FF2B5EF4-FFF2-40B4-BE49-F238E27FC236}">
                          <a16:creationId xmlns:a16="http://schemas.microsoft.com/office/drawing/2014/main" id="{CA0E980D-9D67-426B-A8AF-84C64B5FAF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4921" y="4824562"/>
                      <a:ext cx="50141" cy="79406"/>
                    </a:xfrm>
                    <a:custGeom>
                      <a:avLst/>
                      <a:gdLst>
                        <a:gd name="connsiteX0" fmla="*/ 8518 w 50141"/>
                        <a:gd name="connsiteY0" fmla="*/ 77479 h 79406"/>
                        <a:gd name="connsiteX1" fmla="*/ 15947 w 50141"/>
                        <a:gd name="connsiteY1" fmla="*/ 78812 h 79406"/>
                        <a:gd name="connsiteX2" fmla="*/ 38045 w 50141"/>
                        <a:gd name="connsiteY2" fmla="*/ 49475 h 79406"/>
                        <a:gd name="connsiteX3" fmla="*/ 49666 w 50141"/>
                        <a:gd name="connsiteY3" fmla="*/ 13852 h 79406"/>
                        <a:gd name="connsiteX4" fmla="*/ 46427 w 50141"/>
                        <a:gd name="connsiteY4" fmla="*/ 517 h 79406"/>
                        <a:gd name="connsiteX5" fmla="*/ 39569 w 50141"/>
                        <a:gd name="connsiteY5" fmla="*/ 11185 h 79406"/>
                        <a:gd name="connsiteX6" fmla="*/ 21853 w 50141"/>
                        <a:gd name="connsiteY6" fmla="*/ 36140 h 79406"/>
                        <a:gd name="connsiteX7" fmla="*/ 11280 w 50141"/>
                        <a:gd name="connsiteY7" fmla="*/ 47094 h 79406"/>
                        <a:gd name="connsiteX8" fmla="*/ 1088 w 50141"/>
                        <a:gd name="connsiteY8" fmla="*/ 63668 h 79406"/>
                        <a:gd name="connsiteX9" fmla="*/ 8518 w 50141"/>
                        <a:gd name="connsiteY9" fmla="*/ 77479 h 794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0141" h="79406">
                          <a:moveTo>
                            <a:pt x="8518" y="77479"/>
                          </a:moveTo>
                          <a:cubicBezTo>
                            <a:pt x="10518" y="78812"/>
                            <a:pt x="12613" y="80241"/>
                            <a:pt x="15947" y="78812"/>
                          </a:cubicBezTo>
                          <a:cubicBezTo>
                            <a:pt x="22234" y="76050"/>
                            <a:pt x="31473" y="63192"/>
                            <a:pt x="38045" y="49475"/>
                          </a:cubicBezTo>
                          <a:cubicBezTo>
                            <a:pt x="43475" y="38045"/>
                            <a:pt x="48046" y="25091"/>
                            <a:pt x="49666" y="13852"/>
                          </a:cubicBezTo>
                          <a:cubicBezTo>
                            <a:pt x="50809" y="5374"/>
                            <a:pt x="49952" y="-2055"/>
                            <a:pt x="46427" y="517"/>
                          </a:cubicBezTo>
                          <a:cubicBezTo>
                            <a:pt x="44237" y="2136"/>
                            <a:pt x="41855" y="6899"/>
                            <a:pt x="39569" y="11185"/>
                          </a:cubicBezTo>
                          <a:cubicBezTo>
                            <a:pt x="33854" y="21186"/>
                            <a:pt x="27949" y="29759"/>
                            <a:pt x="21853" y="36140"/>
                          </a:cubicBezTo>
                          <a:cubicBezTo>
                            <a:pt x="19376" y="38903"/>
                            <a:pt x="15376" y="42617"/>
                            <a:pt x="11280" y="47094"/>
                          </a:cubicBezTo>
                          <a:cubicBezTo>
                            <a:pt x="7375" y="51666"/>
                            <a:pt x="3470" y="57095"/>
                            <a:pt x="1088" y="63668"/>
                          </a:cubicBezTo>
                          <a:cubicBezTo>
                            <a:pt x="-3007" y="75574"/>
                            <a:pt x="5565" y="75574"/>
                            <a:pt x="8518" y="7747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94" name="Forme libre : forme 15693">
                      <a:extLst>
                        <a:ext uri="{FF2B5EF4-FFF2-40B4-BE49-F238E27FC236}">
                          <a16:creationId xmlns:a16="http://schemas.microsoft.com/office/drawing/2014/main" id="{7CE5FE89-D6E1-46FE-9C4F-4F446BCF9F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2938" y="4859376"/>
                      <a:ext cx="9559" cy="27020"/>
                    </a:xfrm>
                    <a:custGeom>
                      <a:avLst/>
                      <a:gdLst>
                        <a:gd name="connsiteX0" fmla="*/ 25 w 9559"/>
                        <a:gd name="connsiteY0" fmla="*/ 24758 h 27020"/>
                        <a:gd name="connsiteX1" fmla="*/ 787 w 9559"/>
                        <a:gd name="connsiteY1" fmla="*/ 26949 h 27020"/>
                        <a:gd name="connsiteX2" fmla="*/ 3264 w 9559"/>
                        <a:gd name="connsiteY2" fmla="*/ 25234 h 27020"/>
                        <a:gd name="connsiteX3" fmla="*/ 5359 w 9559"/>
                        <a:gd name="connsiteY3" fmla="*/ 20757 h 27020"/>
                        <a:gd name="connsiteX4" fmla="*/ 8788 w 9559"/>
                        <a:gd name="connsiteY4" fmla="*/ 9137 h 27020"/>
                        <a:gd name="connsiteX5" fmla="*/ 9550 w 9559"/>
                        <a:gd name="connsiteY5" fmla="*/ 4755 h 27020"/>
                        <a:gd name="connsiteX6" fmla="*/ 3645 w 9559"/>
                        <a:gd name="connsiteY6" fmla="*/ 6184 h 27020"/>
                        <a:gd name="connsiteX7" fmla="*/ 25 w 9559"/>
                        <a:gd name="connsiteY7" fmla="*/ 24758 h 27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59" h="27020">
                          <a:moveTo>
                            <a:pt x="25" y="24758"/>
                          </a:moveTo>
                          <a:cubicBezTo>
                            <a:pt x="120" y="25806"/>
                            <a:pt x="216" y="26663"/>
                            <a:pt x="787" y="26949"/>
                          </a:cubicBezTo>
                          <a:cubicBezTo>
                            <a:pt x="1359" y="27235"/>
                            <a:pt x="2311" y="26663"/>
                            <a:pt x="3264" y="25234"/>
                          </a:cubicBezTo>
                          <a:cubicBezTo>
                            <a:pt x="4121" y="23996"/>
                            <a:pt x="4883" y="22281"/>
                            <a:pt x="5359" y="20757"/>
                          </a:cubicBezTo>
                          <a:cubicBezTo>
                            <a:pt x="6693" y="16757"/>
                            <a:pt x="7836" y="12851"/>
                            <a:pt x="8788" y="9137"/>
                          </a:cubicBezTo>
                          <a:cubicBezTo>
                            <a:pt x="9169" y="7613"/>
                            <a:pt x="9550" y="6089"/>
                            <a:pt x="9550" y="4755"/>
                          </a:cubicBezTo>
                          <a:cubicBezTo>
                            <a:pt x="9741" y="-674"/>
                            <a:pt x="6788" y="-2960"/>
                            <a:pt x="3645" y="6184"/>
                          </a:cubicBezTo>
                          <a:cubicBezTo>
                            <a:pt x="692" y="13042"/>
                            <a:pt x="-165" y="20662"/>
                            <a:pt x="25" y="2475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95" name="Forme libre : forme 15694">
                      <a:extLst>
                        <a:ext uri="{FF2B5EF4-FFF2-40B4-BE49-F238E27FC236}">
                          <a16:creationId xmlns:a16="http://schemas.microsoft.com/office/drawing/2014/main" id="{CBFFCB0A-833D-497F-A8C8-1CB5E122FA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6397" y="4784788"/>
                      <a:ext cx="7334" cy="45243"/>
                    </a:xfrm>
                    <a:custGeom>
                      <a:avLst/>
                      <a:gdLst>
                        <a:gd name="connsiteX0" fmla="*/ 0 w 7334"/>
                        <a:gd name="connsiteY0" fmla="*/ 0 h 45243"/>
                        <a:gd name="connsiteX1" fmla="*/ 5143 w 7334"/>
                        <a:gd name="connsiteY1" fmla="*/ 5810 h 45243"/>
                        <a:gd name="connsiteX2" fmla="*/ 7334 w 7334"/>
                        <a:gd name="connsiteY2" fmla="*/ 19240 h 45243"/>
                        <a:gd name="connsiteX3" fmla="*/ 4477 w 7334"/>
                        <a:gd name="connsiteY3" fmla="*/ 45244 h 45243"/>
                        <a:gd name="connsiteX4" fmla="*/ 6191 w 7334"/>
                        <a:gd name="connsiteY4" fmla="*/ 26575 h 45243"/>
                        <a:gd name="connsiteX5" fmla="*/ 0 w 7334"/>
                        <a:gd name="connsiteY5" fmla="*/ 0 h 45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334" h="45243">
                          <a:moveTo>
                            <a:pt x="0" y="0"/>
                          </a:moveTo>
                          <a:cubicBezTo>
                            <a:pt x="0" y="0"/>
                            <a:pt x="2953" y="95"/>
                            <a:pt x="5143" y="5810"/>
                          </a:cubicBezTo>
                          <a:cubicBezTo>
                            <a:pt x="6191" y="8668"/>
                            <a:pt x="7144" y="12954"/>
                            <a:pt x="7334" y="19240"/>
                          </a:cubicBezTo>
                          <a:cubicBezTo>
                            <a:pt x="7239" y="25527"/>
                            <a:pt x="6953" y="34100"/>
                            <a:pt x="4477" y="45244"/>
                          </a:cubicBezTo>
                          <a:cubicBezTo>
                            <a:pt x="4477" y="45244"/>
                            <a:pt x="6191" y="36576"/>
                            <a:pt x="6191" y="26575"/>
                          </a:cubicBezTo>
                          <a:cubicBezTo>
                            <a:pt x="6477" y="16573"/>
                            <a:pt x="4763" y="523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96" name="Forme libre : forme 15695">
                      <a:extLst>
                        <a:ext uri="{FF2B5EF4-FFF2-40B4-BE49-F238E27FC236}">
                          <a16:creationId xmlns:a16="http://schemas.microsoft.com/office/drawing/2014/main" id="{B41F0A07-6AA0-464F-A4C9-8923870CE0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5761" y="4867846"/>
                      <a:ext cx="10915" cy="47529"/>
                    </a:xfrm>
                    <a:custGeom>
                      <a:avLst/>
                      <a:gdLst>
                        <a:gd name="connsiteX0" fmla="*/ 10915 w 10915"/>
                        <a:gd name="connsiteY0" fmla="*/ 0 h 47529"/>
                        <a:gd name="connsiteX1" fmla="*/ 8629 w 10915"/>
                        <a:gd name="connsiteY1" fmla="*/ 6001 h 47529"/>
                        <a:gd name="connsiteX2" fmla="*/ 3771 w 10915"/>
                        <a:gd name="connsiteY2" fmla="*/ 19717 h 47529"/>
                        <a:gd name="connsiteX3" fmla="*/ 152 w 10915"/>
                        <a:gd name="connsiteY3" fmla="*/ 35338 h 47529"/>
                        <a:gd name="connsiteX4" fmla="*/ 2438 w 10915"/>
                        <a:gd name="connsiteY4" fmla="*/ 47530 h 47529"/>
                        <a:gd name="connsiteX5" fmla="*/ 1581 w 10915"/>
                        <a:gd name="connsiteY5" fmla="*/ 36481 h 47529"/>
                        <a:gd name="connsiteX6" fmla="*/ 4057 w 10915"/>
                        <a:gd name="connsiteY6" fmla="*/ 21907 h 47529"/>
                        <a:gd name="connsiteX7" fmla="*/ 10915 w 10915"/>
                        <a:gd name="connsiteY7" fmla="*/ 0 h 47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915" h="47529">
                          <a:moveTo>
                            <a:pt x="10915" y="0"/>
                          </a:moveTo>
                          <a:cubicBezTo>
                            <a:pt x="10915" y="0"/>
                            <a:pt x="10058" y="2191"/>
                            <a:pt x="8629" y="6001"/>
                          </a:cubicBezTo>
                          <a:cubicBezTo>
                            <a:pt x="7296" y="9716"/>
                            <a:pt x="5296" y="14478"/>
                            <a:pt x="3771" y="19717"/>
                          </a:cubicBezTo>
                          <a:cubicBezTo>
                            <a:pt x="2247" y="24955"/>
                            <a:pt x="533" y="30289"/>
                            <a:pt x="152" y="35338"/>
                          </a:cubicBezTo>
                          <a:cubicBezTo>
                            <a:pt x="-229" y="40291"/>
                            <a:pt x="-38" y="44577"/>
                            <a:pt x="2438" y="47530"/>
                          </a:cubicBezTo>
                          <a:cubicBezTo>
                            <a:pt x="2438" y="47530"/>
                            <a:pt x="1104" y="44101"/>
                            <a:pt x="1581" y="36481"/>
                          </a:cubicBezTo>
                          <a:cubicBezTo>
                            <a:pt x="1771" y="32671"/>
                            <a:pt x="2533" y="27908"/>
                            <a:pt x="4057" y="21907"/>
                          </a:cubicBezTo>
                          <a:cubicBezTo>
                            <a:pt x="5391" y="15811"/>
                            <a:pt x="7867" y="8763"/>
                            <a:pt x="1091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97" name="Forme libre : forme 15696">
                      <a:extLst>
                        <a:ext uri="{FF2B5EF4-FFF2-40B4-BE49-F238E27FC236}">
                          <a16:creationId xmlns:a16="http://schemas.microsoft.com/office/drawing/2014/main" id="{B2D649CA-F095-4BBA-AC6C-B4608C0949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1076" y="4823334"/>
                      <a:ext cx="10577" cy="24014"/>
                    </a:xfrm>
                    <a:custGeom>
                      <a:avLst/>
                      <a:gdLst>
                        <a:gd name="connsiteX0" fmla="*/ 10367 w 10577"/>
                        <a:gd name="connsiteY0" fmla="*/ 411 h 24014"/>
                        <a:gd name="connsiteX1" fmla="*/ 6843 w 10577"/>
                        <a:gd name="connsiteY1" fmla="*/ 15270 h 24014"/>
                        <a:gd name="connsiteX2" fmla="*/ 175 w 10577"/>
                        <a:gd name="connsiteY2" fmla="*/ 23557 h 24014"/>
                        <a:gd name="connsiteX3" fmla="*/ 3985 w 10577"/>
                        <a:gd name="connsiteY3" fmla="*/ 8888 h 24014"/>
                        <a:gd name="connsiteX4" fmla="*/ 10367 w 10577"/>
                        <a:gd name="connsiteY4" fmla="*/ 411 h 24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77" h="24014">
                          <a:moveTo>
                            <a:pt x="10367" y="411"/>
                          </a:moveTo>
                          <a:cubicBezTo>
                            <a:pt x="11129" y="2125"/>
                            <a:pt x="9795" y="8888"/>
                            <a:pt x="6843" y="15270"/>
                          </a:cubicBezTo>
                          <a:cubicBezTo>
                            <a:pt x="3890" y="21652"/>
                            <a:pt x="937" y="25366"/>
                            <a:pt x="175" y="23557"/>
                          </a:cubicBezTo>
                          <a:cubicBezTo>
                            <a:pt x="-587" y="21747"/>
                            <a:pt x="1223" y="15270"/>
                            <a:pt x="3985" y="8888"/>
                          </a:cubicBezTo>
                          <a:cubicBezTo>
                            <a:pt x="6747" y="2506"/>
                            <a:pt x="9510" y="-1304"/>
                            <a:pt x="10367" y="41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98" name="Forme libre : forme 15697">
                      <a:extLst>
                        <a:ext uri="{FF2B5EF4-FFF2-40B4-BE49-F238E27FC236}">
                          <a16:creationId xmlns:a16="http://schemas.microsoft.com/office/drawing/2014/main" id="{A0BA01EC-A0F4-499E-804F-093BA6A298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9395" y="4820026"/>
                      <a:ext cx="2952" cy="6867"/>
                    </a:xfrm>
                    <a:custGeom>
                      <a:avLst/>
                      <a:gdLst>
                        <a:gd name="connsiteX0" fmla="*/ 2524 w 2952"/>
                        <a:gd name="connsiteY0" fmla="*/ 5 h 6867"/>
                        <a:gd name="connsiteX1" fmla="*/ 2524 w 2952"/>
                        <a:gd name="connsiteY1" fmla="*/ 3719 h 6867"/>
                        <a:gd name="connsiteX2" fmla="*/ 429 w 2952"/>
                        <a:gd name="connsiteY2" fmla="*/ 6863 h 6867"/>
                        <a:gd name="connsiteX3" fmla="*/ 429 w 2952"/>
                        <a:gd name="connsiteY3" fmla="*/ 3148 h 6867"/>
                        <a:gd name="connsiteX4" fmla="*/ 2524 w 2952"/>
                        <a:gd name="connsiteY4" fmla="*/ 5 h 6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6867">
                          <a:moveTo>
                            <a:pt x="2524" y="5"/>
                          </a:moveTo>
                          <a:cubicBezTo>
                            <a:pt x="3096" y="195"/>
                            <a:pt x="3096" y="1815"/>
                            <a:pt x="2524" y="3719"/>
                          </a:cubicBezTo>
                          <a:cubicBezTo>
                            <a:pt x="1953" y="5625"/>
                            <a:pt x="1000" y="6958"/>
                            <a:pt x="429" y="6863"/>
                          </a:cubicBezTo>
                          <a:cubicBezTo>
                            <a:pt x="-143" y="6767"/>
                            <a:pt x="-143" y="5053"/>
                            <a:pt x="429" y="3148"/>
                          </a:cubicBezTo>
                          <a:cubicBezTo>
                            <a:pt x="1000" y="1243"/>
                            <a:pt x="1953" y="-91"/>
                            <a:pt x="2524" y="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99" name="Forme libre : forme 15698">
                      <a:extLst>
                        <a:ext uri="{FF2B5EF4-FFF2-40B4-BE49-F238E27FC236}">
                          <a16:creationId xmlns:a16="http://schemas.microsoft.com/office/drawing/2014/main" id="{8563B232-064C-4760-A1A5-1F6BD07E7A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0116" y="4789821"/>
                      <a:ext cx="32277" cy="54019"/>
                    </a:xfrm>
                    <a:custGeom>
                      <a:avLst/>
                      <a:gdLst>
                        <a:gd name="connsiteX0" fmla="*/ 19993 w 32277"/>
                        <a:gd name="connsiteY0" fmla="*/ 3254 h 54019"/>
                        <a:gd name="connsiteX1" fmla="*/ 30376 w 32277"/>
                        <a:gd name="connsiteY1" fmla="*/ 492 h 54019"/>
                        <a:gd name="connsiteX2" fmla="*/ 32090 w 32277"/>
                        <a:gd name="connsiteY2" fmla="*/ 6111 h 54019"/>
                        <a:gd name="connsiteX3" fmla="*/ 28471 w 32277"/>
                        <a:gd name="connsiteY3" fmla="*/ 13160 h 54019"/>
                        <a:gd name="connsiteX4" fmla="*/ 15993 w 32277"/>
                        <a:gd name="connsiteY4" fmla="*/ 26018 h 54019"/>
                        <a:gd name="connsiteX5" fmla="*/ 7611 w 32277"/>
                        <a:gd name="connsiteY5" fmla="*/ 43926 h 54019"/>
                        <a:gd name="connsiteX6" fmla="*/ 86 w 32277"/>
                        <a:gd name="connsiteY6" fmla="*/ 52974 h 54019"/>
                        <a:gd name="connsiteX7" fmla="*/ 4087 w 32277"/>
                        <a:gd name="connsiteY7" fmla="*/ 34972 h 54019"/>
                        <a:gd name="connsiteX8" fmla="*/ 10849 w 32277"/>
                        <a:gd name="connsiteY8" fmla="*/ 16684 h 54019"/>
                        <a:gd name="connsiteX9" fmla="*/ 19993 w 32277"/>
                        <a:gd name="connsiteY9" fmla="*/ 3254 h 54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2277" h="54019">
                          <a:moveTo>
                            <a:pt x="19993" y="3254"/>
                          </a:moveTo>
                          <a:cubicBezTo>
                            <a:pt x="23803" y="-271"/>
                            <a:pt x="27328" y="-461"/>
                            <a:pt x="30376" y="492"/>
                          </a:cubicBezTo>
                          <a:cubicBezTo>
                            <a:pt x="31519" y="872"/>
                            <a:pt x="32757" y="2301"/>
                            <a:pt x="32090" y="6111"/>
                          </a:cubicBezTo>
                          <a:cubicBezTo>
                            <a:pt x="31519" y="9635"/>
                            <a:pt x="29804" y="12017"/>
                            <a:pt x="28471" y="13160"/>
                          </a:cubicBezTo>
                          <a:cubicBezTo>
                            <a:pt x="24280" y="16970"/>
                            <a:pt x="20184" y="18589"/>
                            <a:pt x="15993" y="26018"/>
                          </a:cubicBezTo>
                          <a:cubicBezTo>
                            <a:pt x="14564" y="28304"/>
                            <a:pt x="11135" y="36877"/>
                            <a:pt x="7611" y="43926"/>
                          </a:cubicBezTo>
                          <a:cubicBezTo>
                            <a:pt x="3991" y="50879"/>
                            <a:pt x="562" y="56403"/>
                            <a:pt x="86" y="52974"/>
                          </a:cubicBezTo>
                          <a:cubicBezTo>
                            <a:pt x="-485" y="49545"/>
                            <a:pt x="1896" y="42401"/>
                            <a:pt x="4087" y="34972"/>
                          </a:cubicBezTo>
                          <a:cubicBezTo>
                            <a:pt x="6563" y="27543"/>
                            <a:pt x="9421" y="20113"/>
                            <a:pt x="10849" y="16684"/>
                          </a:cubicBezTo>
                          <a:cubicBezTo>
                            <a:pt x="13897" y="10493"/>
                            <a:pt x="17231" y="5921"/>
                            <a:pt x="19993" y="325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92" name="Graphique 1">
                    <a:extLst>
                      <a:ext uri="{FF2B5EF4-FFF2-40B4-BE49-F238E27FC236}">
                        <a16:creationId xmlns:a16="http://schemas.microsoft.com/office/drawing/2014/main" id="{EE237093-A0B2-48E2-9461-ABDEA35ABE53}"/>
                      </a:ext>
                    </a:extLst>
                  </p:cNvPr>
                  <p:cNvGrpSpPr/>
                  <p:nvPr/>
                </p:nvGrpSpPr>
                <p:grpSpPr>
                  <a:xfrm>
                    <a:off x="3889959" y="4629335"/>
                    <a:ext cx="48390" cy="151362"/>
                    <a:chOff x="3889959" y="4629335"/>
                    <a:chExt cx="48390" cy="151362"/>
                  </a:xfrm>
                  <a:solidFill>
                    <a:schemeClr val="accent1"/>
                  </a:solidFill>
                </p:grpSpPr>
                <p:sp>
                  <p:nvSpPr>
                    <p:cNvPr id="15676" name="Forme libre : forme 15675">
                      <a:extLst>
                        <a:ext uri="{FF2B5EF4-FFF2-40B4-BE49-F238E27FC236}">
                          <a16:creationId xmlns:a16="http://schemas.microsoft.com/office/drawing/2014/main" id="{AB6CF402-A4FB-42EE-AE03-5522EA0DFE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9959" y="4629335"/>
                      <a:ext cx="48327" cy="151344"/>
                    </a:xfrm>
                    <a:custGeom>
                      <a:avLst/>
                      <a:gdLst>
                        <a:gd name="connsiteX0" fmla="*/ 47775 w 48327"/>
                        <a:gd name="connsiteY0" fmla="*/ 49345 h 151344"/>
                        <a:gd name="connsiteX1" fmla="*/ 41393 w 48327"/>
                        <a:gd name="connsiteY1" fmla="*/ 106018 h 151344"/>
                        <a:gd name="connsiteX2" fmla="*/ 31678 w 48327"/>
                        <a:gd name="connsiteY2" fmla="*/ 139261 h 151344"/>
                        <a:gd name="connsiteX3" fmla="*/ 18914 w 48327"/>
                        <a:gd name="connsiteY3" fmla="*/ 151262 h 151344"/>
                        <a:gd name="connsiteX4" fmla="*/ 8056 w 48327"/>
                        <a:gd name="connsiteY4" fmla="*/ 149072 h 151344"/>
                        <a:gd name="connsiteX5" fmla="*/ 1674 w 48327"/>
                        <a:gd name="connsiteY5" fmla="*/ 100494 h 151344"/>
                        <a:gd name="connsiteX6" fmla="*/ 7961 w 48327"/>
                        <a:gd name="connsiteY6" fmla="*/ 46011 h 151344"/>
                        <a:gd name="connsiteX7" fmla="*/ 25677 w 48327"/>
                        <a:gd name="connsiteY7" fmla="*/ 5 h 151344"/>
                        <a:gd name="connsiteX8" fmla="*/ 36631 w 48327"/>
                        <a:gd name="connsiteY8" fmla="*/ 577 h 151344"/>
                        <a:gd name="connsiteX9" fmla="*/ 47775 w 48327"/>
                        <a:gd name="connsiteY9" fmla="*/ 49345 h 151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327" h="151344">
                          <a:moveTo>
                            <a:pt x="47775" y="49345"/>
                          </a:moveTo>
                          <a:cubicBezTo>
                            <a:pt x="46156" y="68204"/>
                            <a:pt x="44156" y="87159"/>
                            <a:pt x="41393" y="106018"/>
                          </a:cubicBezTo>
                          <a:cubicBezTo>
                            <a:pt x="39584" y="119258"/>
                            <a:pt x="35869" y="131069"/>
                            <a:pt x="31678" y="139261"/>
                          </a:cubicBezTo>
                          <a:cubicBezTo>
                            <a:pt x="27392" y="147452"/>
                            <a:pt x="22820" y="152024"/>
                            <a:pt x="18914" y="151262"/>
                          </a:cubicBezTo>
                          <a:lnTo>
                            <a:pt x="8056" y="149072"/>
                          </a:lnTo>
                          <a:cubicBezTo>
                            <a:pt x="150" y="147357"/>
                            <a:pt x="-1850" y="125735"/>
                            <a:pt x="1674" y="100494"/>
                          </a:cubicBezTo>
                          <a:cubicBezTo>
                            <a:pt x="4341" y="82492"/>
                            <a:pt x="6341" y="64299"/>
                            <a:pt x="7961" y="46011"/>
                          </a:cubicBezTo>
                          <a:cubicBezTo>
                            <a:pt x="10247" y="20389"/>
                            <a:pt x="17771" y="-376"/>
                            <a:pt x="25677" y="5"/>
                          </a:cubicBezTo>
                          <a:lnTo>
                            <a:pt x="36631" y="577"/>
                          </a:lnTo>
                          <a:cubicBezTo>
                            <a:pt x="44536" y="862"/>
                            <a:pt x="50156" y="22865"/>
                            <a:pt x="47775" y="49345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77" name="Forme libre : forme 15676">
                      <a:extLst>
                        <a:ext uri="{FF2B5EF4-FFF2-40B4-BE49-F238E27FC236}">
                          <a16:creationId xmlns:a16="http://schemas.microsoft.com/office/drawing/2014/main" id="{228462C8-A417-42DF-9A57-715B77DD5E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301" y="4629721"/>
                      <a:ext cx="34048" cy="150976"/>
                    </a:xfrm>
                    <a:custGeom>
                      <a:avLst/>
                      <a:gdLst>
                        <a:gd name="connsiteX0" fmla="*/ 15430 w 34048"/>
                        <a:gd name="connsiteY0" fmla="*/ 93917 h 150976"/>
                        <a:gd name="connsiteX1" fmla="*/ 10287 w 34048"/>
                        <a:gd name="connsiteY1" fmla="*/ 126206 h 150976"/>
                        <a:gd name="connsiteX2" fmla="*/ 0 w 34048"/>
                        <a:gd name="connsiteY2" fmla="*/ 149923 h 150976"/>
                        <a:gd name="connsiteX3" fmla="*/ 4667 w 34048"/>
                        <a:gd name="connsiteY3" fmla="*/ 150876 h 150976"/>
                        <a:gd name="connsiteX4" fmla="*/ 17431 w 34048"/>
                        <a:gd name="connsiteY4" fmla="*/ 138875 h 150976"/>
                        <a:gd name="connsiteX5" fmla="*/ 27146 w 34048"/>
                        <a:gd name="connsiteY5" fmla="*/ 105632 h 150976"/>
                        <a:gd name="connsiteX6" fmla="*/ 33528 w 34048"/>
                        <a:gd name="connsiteY6" fmla="*/ 48959 h 150976"/>
                        <a:gd name="connsiteX7" fmla="*/ 22384 w 34048"/>
                        <a:gd name="connsiteY7" fmla="*/ 0 h 150976"/>
                        <a:gd name="connsiteX8" fmla="*/ 22003 w 34048"/>
                        <a:gd name="connsiteY8" fmla="*/ 0 h 150976"/>
                        <a:gd name="connsiteX9" fmla="*/ 15430 w 34048"/>
                        <a:gd name="connsiteY9" fmla="*/ 93917 h 150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048" h="150976">
                          <a:moveTo>
                            <a:pt x="15430" y="93917"/>
                          </a:moveTo>
                          <a:cubicBezTo>
                            <a:pt x="14764" y="105061"/>
                            <a:pt x="13049" y="116396"/>
                            <a:pt x="10287" y="126206"/>
                          </a:cubicBezTo>
                          <a:cubicBezTo>
                            <a:pt x="7715" y="136017"/>
                            <a:pt x="3810" y="144399"/>
                            <a:pt x="0" y="149923"/>
                          </a:cubicBezTo>
                          <a:lnTo>
                            <a:pt x="4667" y="150876"/>
                          </a:lnTo>
                          <a:cubicBezTo>
                            <a:pt x="8572" y="151733"/>
                            <a:pt x="13240" y="147066"/>
                            <a:pt x="17431" y="138875"/>
                          </a:cubicBezTo>
                          <a:cubicBezTo>
                            <a:pt x="21526" y="130683"/>
                            <a:pt x="25337" y="118872"/>
                            <a:pt x="27146" y="105632"/>
                          </a:cubicBezTo>
                          <a:cubicBezTo>
                            <a:pt x="29908" y="86773"/>
                            <a:pt x="31813" y="67818"/>
                            <a:pt x="33528" y="48959"/>
                          </a:cubicBezTo>
                          <a:cubicBezTo>
                            <a:pt x="35814" y="22384"/>
                            <a:pt x="30289" y="381"/>
                            <a:pt x="22384" y="0"/>
                          </a:cubicBezTo>
                          <a:lnTo>
                            <a:pt x="22003" y="0"/>
                          </a:lnTo>
                          <a:cubicBezTo>
                            <a:pt x="21050" y="32099"/>
                            <a:pt x="16954" y="62294"/>
                            <a:pt x="15430" y="9391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78" name="Forme libre : forme 15677">
                      <a:extLst>
                        <a:ext uri="{FF2B5EF4-FFF2-40B4-BE49-F238E27FC236}">
                          <a16:creationId xmlns:a16="http://schemas.microsoft.com/office/drawing/2014/main" id="{1CE67124-86A3-4AE4-BC12-DE022FDA95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666" y="4660670"/>
                      <a:ext cx="16644" cy="68507"/>
                    </a:xfrm>
                    <a:custGeom>
                      <a:avLst/>
                      <a:gdLst>
                        <a:gd name="connsiteX0" fmla="*/ 11447 w 16644"/>
                        <a:gd name="connsiteY0" fmla="*/ 7 h 68507"/>
                        <a:gd name="connsiteX1" fmla="*/ 15924 w 16644"/>
                        <a:gd name="connsiteY1" fmla="*/ 35059 h 68507"/>
                        <a:gd name="connsiteX2" fmla="*/ 4303 w 16644"/>
                        <a:gd name="connsiteY2" fmla="*/ 68492 h 68507"/>
                        <a:gd name="connsiteX3" fmla="*/ 874 w 16644"/>
                        <a:gd name="connsiteY3" fmla="*/ 33535 h 68507"/>
                        <a:gd name="connsiteX4" fmla="*/ 11447 w 16644"/>
                        <a:gd name="connsiteY4" fmla="*/ 7 h 68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44" h="68507">
                          <a:moveTo>
                            <a:pt x="11447" y="7"/>
                          </a:moveTo>
                          <a:cubicBezTo>
                            <a:pt x="15543" y="293"/>
                            <a:pt x="17924" y="16009"/>
                            <a:pt x="15924" y="35059"/>
                          </a:cubicBezTo>
                          <a:cubicBezTo>
                            <a:pt x="14019" y="54109"/>
                            <a:pt x="8494" y="69063"/>
                            <a:pt x="4303" y="68492"/>
                          </a:cubicBezTo>
                          <a:cubicBezTo>
                            <a:pt x="207" y="67920"/>
                            <a:pt x="-1031" y="52299"/>
                            <a:pt x="874" y="33535"/>
                          </a:cubicBezTo>
                          <a:cubicBezTo>
                            <a:pt x="2874" y="14771"/>
                            <a:pt x="7256" y="-374"/>
                            <a:pt x="11447" y="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79" name="Forme libre : forme 15678">
                      <a:extLst>
                        <a:ext uri="{FF2B5EF4-FFF2-40B4-BE49-F238E27FC236}">
                          <a16:creationId xmlns:a16="http://schemas.microsoft.com/office/drawing/2014/main" id="{45DCC7E0-A1D9-4AAE-A4C9-31F67E18BB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683" y="4680203"/>
                      <a:ext cx="16632" cy="48974"/>
                    </a:xfrm>
                    <a:custGeom>
                      <a:avLst/>
                      <a:gdLst>
                        <a:gd name="connsiteX0" fmla="*/ 0 w 16632"/>
                        <a:gd name="connsiteY0" fmla="*/ 33147 h 48974"/>
                        <a:gd name="connsiteX1" fmla="*/ 4286 w 16632"/>
                        <a:gd name="connsiteY1" fmla="*/ 48959 h 48974"/>
                        <a:gd name="connsiteX2" fmla="*/ 15907 w 16632"/>
                        <a:gd name="connsiteY2" fmla="*/ 15526 h 48974"/>
                        <a:gd name="connsiteX3" fmla="*/ 16573 w 16632"/>
                        <a:gd name="connsiteY3" fmla="*/ 0 h 48974"/>
                        <a:gd name="connsiteX4" fmla="*/ 15240 w 16632"/>
                        <a:gd name="connsiteY4" fmla="*/ 8477 h 48974"/>
                        <a:gd name="connsiteX5" fmla="*/ 0 w 16632"/>
                        <a:gd name="connsiteY5" fmla="*/ 33147 h 48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632" h="48974">
                          <a:moveTo>
                            <a:pt x="0" y="33147"/>
                          </a:moveTo>
                          <a:cubicBezTo>
                            <a:pt x="286" y="42291"/>
                            <a:pt x="1714" y="48578"/>
                            <a:pt x="4286" y="48959"/>
                          </a:cubicBezTo>
                          <a:cubicBezTo>
                            <a:pt x="8477" y="49530"/>
                            <a:pt x="14002" y="34576"/>
                            <a:pt x="15907" y="15526"/>
                          </a:cubicBezTo>
                          <a:cubicBezTo>
                            <a:pt x="16478" y="9906"/>
                            <a:pt x="16764" y="4667"/>
                            <a:pt x="16573" y="0"/>
                          </a:cubicBezTo>
                          <a:cubicBezTo>
                            <a:pt x="16288" y="2858"/>
                            <a:pt x="15812" y="5715"/>
                            <a:pt x="15240" y="8477"/>
                          </a:cubicBezTo>
                          <a:cubicBezTo>
                            <a:pt x="11525" y="23432"/>
                            <a:pt x="4858" y="34957"/>
                            <a:pt x="0" y="33147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80" name="Forme libre : forme 15679">
                      <a:extLst>
                        <a:ext uri="{FF2B5EF4-FFF2-40B4-BE49-F238E27FC236}">
                          <a16:creationId xmlns:a16="http://schemas.microsoft.com/office/drawing/2014/main" id="{F199085E-EA93-4EB5-ADBE-D31E3ABC9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0669" y="4657244"/>
                      <a:ext cx="16599" cy="68694"/>
                    </a:xfrm>
                    <a:custGeom>
                      <a:avLst/>
                      <a:gdLst>
                        <a:gd name="connsiteX0" fmla="*/ 11349 w 16599"/>
                        <a:gd name="connsiteY0" fmla="*/ 4 h 68694"/>
                        <a:gd name="connsiteX1" fmla="*/ 15921 w 16599"/>
                        <a:gd name="connsiteY1" fmla="*/ 35151 h 68694"/>
                        <a:gd name="connsiteX2" fmla="*/ 4396 w 16599"/>
                        <a:gd name="connsiteY2" fmla="*/ 68679 h 68694"/>
                        <a:gd name="connsiteX3" fmla="*/ 871 w 16599"/>
                        <a:gd name="connsiteY3" fmla="*/ 33627 h 68694"/>
                        <a:gd name="connsiteX4" fmla="*/ 11349 w 16599"/>
                        <a:gd name="connsiteY4" fmla="*/ 4 h 68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99" h="68694">
                          <a:moveTo>
                            <a:pt x="11349" y="4"/>
                          </a:moveTo>
                          <a:cubicBezTo>
                            <a:pt x="15540" y="290"/>
                            <a:pt x="17826" y="16006"/>
                            <a:pt x="15921" y="35151"/>
                          </a:cubicBezTo>
                          <a:cubicBezTo>
                            <a:pt x="14016" y="54296"/>
                            <a:pt x="8587" y="69251"/>
                            <a:pt x="4396" y="68679"/>
                          </a:cubicBezTo>
                          <a:cubicBezTo>
                            <a:pt x="205" y="68108"/>
                            <a:pt x="-1034" y="52487"/>
                            <a:pt x="871" y="33627"/>
                          </a:cubicBezTo>
                          <a:cubicBezTo>
                            <a:pt x="2776" y="14863"/>
                            <a:pt x="7253" y="-282"/>
                            <a:pt x="11349" y="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81" name="Forme libre : forme 15680">
                      <a:extLst>
                        <a:ext uri="{FF2B5EF4-FFF2-40B4-BE49-F238E27FC236}">
                          <a16:creationId xmlns:a16="http://schemas.microsoft.com/office/drawing/2014/main" id="{67110751-4B05-4DFA-98BE-E6EBF5419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8368" y="4673732"/>
                      <a:ext cx="34325" cy="84968"/>
                    </a:xfrm>
                    <a:custGeom>
                      <a:avLst/>
                      <a:gdLst>
                        <a:gd name="connsiteX0" fmla="*/ 11077 w 34325"/>
                        <a:gd name="connsiteY0" fmla="*/ 84386 h 84968"/>
                        <a:gd name="connsiteX1" fmla="*/ 18411 w 34325"/>
                        <a:gd name="connsiteY1" fmla="*/ 83243 h 84968"/>
                        <a:gd name="connsiteX2" fmla="*/ 31079 w 34325"/>
                        <a:gd name="connsiteY2" fmla="*/ 49620 h 84968"/>
                        <a:gd name="connsiteX3" fmla="*/ 34127 w 34325"/>
                        <a:gd name="connsiteY3" fmla="*/ 13044 h 84968"/>
                        <a:gd name="connsiteX4" fmla="*/ 28412 w 34325"/>
                        <a:gd name="connsiteY4" fmla="*/ 757 h 84968"/>
                        <a:gd name="connsiteX5" fmla="*/ 23840 w 34325"/>
                        <a:gd name="connsiteY5" fmla="*/ 12472 h 84968"/>
                        <a:gd name="connsiteX6" fmla="*/ 12410 w 34325"/>
                        <a:gd name="connsiteY6" fmla="*/ 40762 h 84968"/>
                        <a:gd name="connsiteX7" fmla="*/ 28 w 34325"/>
                        <a:gd name="connsiteY7" fmla="*/ 73433 h 84968"/>
                        <a:gd name="connsiteX8" fmla="*/ 11077 w 34325"/>
                        <a:gd name="connsiteY8" fmla="*/ 84386 h 84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4325" h="84968">
                          <a:moveTo>
                            <a:pt x="11077" y="84386"/>
                          </a:moveTo>
                          <a:cubicBezTo>
                            <a:pt x="13362" y="85053"/>
                            <a:pt x="15744" y="85625"/>
                            <a:pt x="18411" y="83243"/>
                          </a:cubicBezTo>
                          <a:cubicBezTo>
                            <a:pt x="23554" y="78671"/>
                            <a:pt x="28221" y="64098"/>
                            <a:pt x="31079" y="49620"/>
                          </a:cubicBezTo>
                          <a:cubicBezTo>
                            <a:pt x="33365" y="37523"/>
                            <a:pt x="34889" y="24284"/>
                            <a:pt x="34127" y="13044"/>
                          </a:cubicBezTo>
                          <a:cubicBezTo>
                            <a:pt x="33651" y="4757"/>
                            <a:pt x="31270" y="-2387"/>
                            <a:pt x="28412" y="757"/>
                          </a:cubicBezTo>
                          <a:cubicBezTo>
                            <a:pt x="26602" y="2662"/>
                            <a:pt x="25269" y="7901"/>
                            <a:pt x="23840" y="12472"/>
                          </a:cubicBezTo>
                          <a:cubicBezTo>
                            <a:pt x="20506" y="23426"/>
                            <a:pt x="16601" y="33046"/>
                            <a:pt x="12410" y="40762"/>
                          </a:cubicBezTo>
                          <a:cubicBezTo>
                            <a:pt x="8886" y="47429"/>
                            <a:pt x="504" y="59145"/>
                            <a:pt x="28" y="73433"/>
                          </a:cubicBezTo>
                          <a:cubicBezTo>
                            <a:pt x="-544" y="86387"/>
                            <a:pt x="7933" y="83529"/>
                            <a:pt x="11077" y="8438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82" name="Forme libre : forme 15681">
                      <a:extLst>
                        <a:ext uri="{FF2B5EF4-FFF2-40B4-BE49-F238E27FC236}">
                          <a16:creationId xmlns:a16="http://schemas.microsoft.com/office/drawing/2014/main" id="{37C17BC4-0224-45FF-8937-D9BFDDFDB4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1664" y="4714816"/>
                      <a:ext cx="6008" cy="28259"/>
                    </a:xfrm>
                    <a:custGeom>
                      <a:avLst/>
                      <a:gdLst>
                        <a:gd name="connsiteX0" fmla="*/ 1970 w 6008"/>
                        <a:gd name="connsiteY0" fmla="*/ 26348 h 28259"/>
                        <a:gd name="connsiteX1" fmla="*/ 3304 w 6008"/>
                        <a:gd name="connsiteY1" fmla="*/ 28253 h 28259"/>
                        <a:gd name="connsiteX2" fmla="*/ 5114 w 6008"/>
                        <a:gd name="connsiteY2" fmla="*/ 25871 h 28259"/>
                        <a:gd name="connsiteX3" fmla="*/ 5780 w 6008"/>
                        <a:gd name="connsiteY3" fmla="*/ 20918 h 28259"/>
                        <a:gd name="connsiteX4" fmla="*/ 5971 w 6008"/>
                        <a:gd name="connsiteY4" fmla="*/ 8726 h 28259"/>
                        <a:gd name="connsiteX5" fmla="*/ 5590 w 6008"/>
                        <a:gd name="connsiteY5" fmla="*/ 4250 h 28259"/>
                        <a:gd name="connsiteX6" fmla="*/ 256 w 6008"/>
                        <a:gd name="connsiteY6" fmla="*/ 7202 h 28259"/>
                        <a:gd name="connsiteX7" fmla="*/ 1970 w 6008"/>
                        <a:gd name="connsiteY7" fmla="*/ 26348 h 28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008" h="28259">
                          <a:moveTo>
                            <a:pt x="1970" y="26348"/>
                          </a:moveTo>
                          <a:cubicBezTo>
                            <a:pt x="2352" y="27300"/>
                            <a:pt x="2732" y="28158"/>
                            <a:pt x="3304" y="28253"/>
                          </a:cubicBezTo>
                          <a:cubicBezTo>
                            <a:pt x="3876" y="28348"/>
                            <a:pt x="4637" y="27491"/>
                            <a:pt x="5114" y="25871"/>
                          </a:cubicBezTo>
                          <a:cubicBezTo>
                            <a:pt x="5590" y="24347"/>
                            <a:pt x="5685" y="22538"/>
                            <a:pt x="5780" y="20918"/>
                          </a:cubicBezTo>
                          <a:cubicBezTo>
                            <a:pt x="5971" y="16727"/>
                            <a:pt x="6066" y="12632"/>
                            <a:pt x="5971" y="8726"/>
                          </a:cubicBezTo>
                          <a:cubicBezTo>
                            <a:pt x="5971" y="7107"/>
                            <a:pt x="5780" y="5488"/>
                            <a:pt x="5590" y="4250"/>
                          </a:cubicBezTo>
                          <a:cubicBezTo>
                            <a:pt x="4542" y="-1084"/>
                            <a:pt x="1018" y="-2704"/>
                            <a:pt x="256" y="7202"/>
                          </a:cubicBezTo>
                          <a:cubicBezTo>
                            <a:pt x="-506" y="14822"/>
                            <a:pt x="542" y="22442"/>
                            <a:pt x="1970" y="2634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83" name="Forme libre : forme 15682">
                      <a:extLst>
                        <a:ext uri="{FF2B5EF4-FFF2-40B4-BE49-F238E27FC236}">
                          <a16:creationId xmlns:a16="http://schemas.microsoft.com/office/drawing/2014/main" id="{1C54696C-915B-4774-B197-D6B91B7BD7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4780" y="4634290"/>
                      <a:ext cx="12193" cy="43341"/>
                    </a:xfrm>
                    <a:custGeom>
                      <a:avLst/>
                      <a:gdLst>
                        <a:gd name="connsiteX0" fmla="*/ 0 w 12193"/>
                        <a:gd name="connsiteY0" fmla="*/ 3 h 43341"/>
                        <a:gd name="connsiteX1" fmla="*/ 6001 w 12193"/>
                        <a:gd name="connsiteY1" fmla="*/ 4956 h 43341"/>
                        <a:gd name="connsiteX2" fmla="*/ 12192 w 12193"/>
                        <a:gd name="connsiteY2" fmla="*/ 43341 h 43341"/>
                        <a:gd name="connsiteX3" fmla="*/ 10382 w 12193"/>
                        <a:gd name="connsiteY3" fmla="*/ 24958 h 43341"/>
                        <a:gd name="connsiteX4" fmla="*/ 0 w 12193"/>
                        <a:gd name="connsiteY4" fmla="*/ 3 h 43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93" h="43341">
                          <a:moveTo>
                            <a:pt x="0" y="3"/>
                          </a:moveTo>
                          <a:cubicBezTo>
                            <a:pt x="0" y="3"/>
                            <a:pt x="2857" y="-283"/>
                            <a:pt x="6001" y="4956"/>
                          </a:cubicBezTo>
                          <a:cubicBezTo>
                            <a:pt x="8954" y="10194"/>
                            <a:pt x="12287" y="20958"/>
                            <a:pt x="12192" y="43341"/>
                          </a:cubicBezTo>
                          <a:cubicBezTo>
                            <a:pt x="12192" y="43341"/>
                            <a:pt x="12002" y="34674"/>
                            <a:pt x="10382" y="24958"/>
                          </a:cubicBezTo>
                          <a:cubicBezTo>
                            <a:pt x="8763" y="15243"/>
                            <a:pt x="5715" y="4480"/>
                            <a:pt x="0" y="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84" name="Forme libre : forme 15683">
                      <a:extLst>
                        <a:ext uri="{FF2B5EF4-FFF2-40B4-BE49-F238E27FC236}">
                          <a16:creationId xmlns:a16="http://schemas.microsoft.com/office/drawing/2014/main" id="{C37C5557-218F-4005-83EF-B15AF660E8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1919" y="4727066"/>
                      <a:ext cx="7810" cy="48863"/>
                    </a:xfrm>
                    <a:custGeom>
                      <a:avLst/>
                      <a:gdLst>
                        <a:gd name="connsiteX0" fmla="*/ 1334 w 7810"/>
                        <a:gd name="connsiteY0" fmla="*/ 0 h 48863"/>
                        <a:gd name="connsiteX1" fmla="*/ 667 w 7810"/>
                        <a:gd name="connsiteY1" fmla="*/ 6668 h 48863"/>
                        <a:gd name="connsiteX2" fmla="*/ 0 w 7810"/>
                        <a:gd name="connsiteY2" fmla="*/ 21717 h 48863"/>
                        <a:gd name="connsiteX3" fmla="*/ 7811 w 7810"/>
                        <a:gd name="connsiteY3" fmla="*/ 48863 h 48863"/>
                        <a:gd name="connsiteX4" fmla="*/ 3239 w 7810"/>
                        <a:gd name="connsiteY4" fmla="*/ 38671 h 48863"/>
                        <a:gd name="connsiteX5" fmla="*/ 1334 w 7810"/>
                        <a:gd name="connsiteY5" fmla="*/ 0 h 48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810" h="48863">
                          <a:moveTo>
                            <a:pt x="1334" y="0"/>
                          </a:moveTo>
                          <a:cubicBezTo>
                            <a:pt x="1334" y="0"/>
                            <a:pt x="1048" y="2477"/>
                            <a:pt x="667" y="6668"/>
                          </a:cubicBezTo>
                          <a:cubicBezTo>
                            <a:pt x="381" y="10668"/>
                            <a:pt x="95" y="16097"/>
                            <a:pt x="0" y="21717"/>
                          </a:cubicBezTo>
                          <a:cubicBezTo>
                            <a:pt x="95" y="32956"/>
                            <a:pt x="1334" y="45148"/>
                            <a:pt x="7811" y="48863"/>
                          </a:cubicBezTo>
                          <a:cubicBezTo>
                            <a:pt x="7811" y="48863"/>
                            <a:pt x="5239" y="46101"/>
                            <a:pt x="3239" y="38671"/>
                          </a:cubicBezTo>
                          <a:cubicBezTo>
                            <a:pt x="1238" y="31147"/>
                            <a:pt x="-190" y="19050"/>
                            <a:pt x="133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85" name="Forme libre : forme 15684">
                      <a:extLst>
                        <a:ext uri="{FF2B5EF4-FFF2-40B4-BE49-F238E27FC236}">
                          <a16:creationId xmlns:a16="http://schemas.microsoft.com/office/drawing/2014/main" id="{5CF45CB4-A91B-46E2-909C-561688929D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121" y="4674943"/>
                      <a:ext cx="6527" cy="25414"/>
                    </a:xfrm>
                    <a:custGeom>
                      <a:avLst/>
                      <a:gdLst>
                        <a:gd name="connsiteX0" fmla="*/ 5754 w 6527"/>
                        <a:gd name="connsiteY0" fmla="*/ 308 h 25414"/>
                        <a:gd name="connsiteX1" fmla="*/ 5277 w 6527"/>
                        <a:gd name="connsiteY1" fmla="*/ 15548 h 25414"/>
                        <a:gd name="connsiteX2" fmla="*/ 705 w 6527"/>
                        <a:gd name="connsiteY2" fmla="*/ 25073 h 25414"/>
                        <a:gd name="connsiteX3" fmla="*/ 1277 w 6527"/>
                        <a:gd name="connsiteY3" fmla="*/ 9833 h 25414"/>
                        <a:gd name="connsiteX4" fmla="*/ 5754 w 6527"/>
                        <a:gd name="connsiteY4" fmla="*/ 308 h 254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27" h="25414">
                          <a:moveTo>
                            <a:pt x="5754" y="308"/>
                          </a:moveTo>
                          <a:cubicBezTo>
                            <a:pt x="6897" y="1832"/>
                            <a:pt x="6801" y="8690"/>
                            <a:pt x="5277" y="15548"/>
                          </a:cubicBezTo>
                          <a:cubicBezTo>
                            <a:pt x="3849" y="22406"/>
                            <a:pt x="1753" y="26692"/>
                            <a:pt x="705" y="25073"/>
                          </a:cubicBezTo>
                          <a:cubicBezTo>
                            <a:pt x="-438" y="23453"/>
                            <a:pt x="-152" y="16691"/>
                            <a:pt x="1277" y="9833"/>
                          </a:cubicBezTo>
                          <a:cubicBezTo>
                            <a:pt x="2706" y="3070"/>
                            <a:pt x="4610" y="-1216"/>
                            <a:pt x="5754" y="30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86" name="Forme libre : forme 15685">
                      <a:extLst>
                        <a:ext uri="{FF2B5EF4-FFF2-40B4-BE49-F238E27FC236}">
                          <a16:creationId xmlns:a16="http://schemas.microsoft.com/office/drawing/2014/main" id="{659C1D5C-75DE-464F-8238-C000100D20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205" y="4671532"/>
                      <a:ext cx="2194" cy="7056"/>
                    </a:xfrm>
                    <a:custGeom>
                      <a:avLst/>
                      <a:gdLst>
                        <a:gd name="connsiteX0" fmla="*/ 1383 w 2194"/>
                        <a:gd name="connsiteY0" fmla="*/ 4 h 7056"/>
                        <a:gd name="connsiteX1" fmla="*/ 2145 w 2194"/>
                        <a:gd name="connsiteY1" fmla="*/ 3623 h 7056"/>
                        <a:gd name="connsiteX2" fmla="*/ 811 w 2194"/>
                        <a:gd name="connsiteY2" fmla="*/ 7052 h 7056"/>
                        <a:gd name="connsiteX3" fmla="*/ 50 w 2194"/>
                        <a:gd name="connsiteY3" fmla="*/ 3433 h 7056"/>
                        <a:gd name="connsiteX4" fmla="*/ 1383 w 2194"/>
                        <a:gd name="connsiteY4" fmla="*/ 4 h 7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4" h="7056">
                          <a:moveTo>
                            <a:pt x="1383" y="4"/>
                          </a:moveTo>
                          <a:cubicBezTo>
                            <a:pt x="1955" y="99"/>
                            <a:pt x="2335" y="1718"/>
                            <a:pt x="2145" y="3623"/>
                          </a:cubicBezTo>
                          <a:cubicBezTo>
                            <a:pt x="1955" y="5528"/>
                            <a:pt x="1383" y="7148"/>
                            <a:pt x="811" y="7052"/>
                          </a:cubicBezTo>
                          <a:cubicBezTo>
                            <a:pt x="240" y="6957"/>
                            <a:pt x="-141" y="5338"/>
                            <a:pt x="50" y="3433"/>
                          </a:cubicBezTo>
                          <a:cubicBezTo>
                            <a:pt x="145" y="1528"/>
                            <a:pt x="811" y="-91"/>
                            <a:pt x="1383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87" name="Forme libre : forme 15686">
                      <a:extLst>
                        <a:ext uri="{FF2B5EF4-FFF2-40B4-BE49-F238E27FC236}">
                          <a16:creationId xmlns:a16="http://schemas.microsoft.com/office/drawing/2014/main" id="{06D4B60C-4CD0-4CDA-B3F1-0D92A376F0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686" y="4640588"/>
                      <a:ext cx="22902" cy="58945"/>
                    </a:xfrm>
                    <a:custGeom>
                      <a:avLst/>
                      <a:gdLst>
                        <a:gd name="connsiteX0" fmla="*/ 10521 w 22902"/>
                        <a:gd name="connsiteY0" fmla="*/ 4564 h 58945"/>
                        <a:gd name="connsiteX1" fmla="*/ 20331 w 22902"/>
                        <a:gd name="connsiteY1" fmla="*/ 87 h 58945"/>
                        <a:gd name="connsiteX2" fmla="*/ 22903 w 22902"/>
                        <a:gd name="connsiteY2" fmla="*/ 5326 h 58945"/>
                        <a:gd name="connsiteX3" fmla="*/ 20522 w 22902"/>
                        <a:gd name="connsiteY3" fmla="*/ 12946 h 58945"/>
                        <a:gd name="connsiteX4" fmla="*/ 10616 w 22902"/>
                        <a:gd name="connsiteY4" fmla="*/ 27900 h 58945"/>
                        <a:gd name="connsiteX5" fmla="*/ 710 w 22902"/>
                        <a:gd name="connsiteY5" fmla="*/ 58094 h 58945"/>
                        <a:gd name="connsiteX6" fmla="*/ 4044 w 22902"/>
                        <a:gd name="connsiteY6" fmla="*/ 19613 h 58945"/>
                        <a:gd name="connsiteX7" fmla="*/ 10521 w 22902"/>
                        <a:gd name="connsiteY7" fmla="*/ 4564 h 58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02" h="58945">
                          <a:moveTo>
                            <a:pt x="10521" y="4564"/>
                          </a:moveTo>
                          <a:cubicBezTo>
                            <a:pt x="13759" y="468"/>
                            <a:pt x="17093" y="-294"/>
                            <a:pt x="20331" y="87"/>
                          </a:cubicBezTo>
                          <a:cubicBezTo>
                            <a:pt x="21474" y="278"/>
                            <a:pt x="22903" y="1421"/>
                            <a:pt x="22903" y="5326"/>
                          </a:cubicBezTo>
                          <a:cubicBezTo>
                            <a:pt x="22808" y="8850"/>
                            <a:pt x="21570" y="11422"/>
                            <a:pt x="20522" y="12946"/>
                          </a:cubicBezTo>
                          <a:cubicBezTo>
                            <a:pt x="17188" y="17422"/>
                            <a:pt x="13473" y="19708"/>
                            <a:pt x="10616" y="27900"/>
                          </a:cubicBezTo>
                          <a:cubicBezTo>
                            <a:pt x="8996" y="33044"/>
                            <a:pt x="3186" y="64476"/>
                            <a:pt x="710" y="58094"/>
                          </a:cubicBezTo>
                          <a:cubicBezTo>
                            <a:pt x="-1576" y="51713"/>
                            <a:pt x="2234" y="27043"/>
                            <a:pt x="4044" y="19613"/>
                          </a:cubicBezTo>
                          <a:cubicBezTo>
                            <a:pt x="5758" y="12755"/>
                            <a:pt x="8139" y="7612"/>
                            <a:pt x="10521" y="456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93" name="Graphique 1">
                    <a:extLst>
                      <a:ext uri="{FF2B5EF4-FFF2-40B4-BE49-F238E27FC236}">
                        <a16:creationId xmlns:a16="http://schemas.microsoft.com/office/drawing/2014/main" id="{C0BA66E7-C640-419A-87D1-7FDBBB204751}"/>
                      </a:ext>
                    </a:extLst>
                  </p:cNvPr>
                  <p:cNvGrpSpPr/>
                  <p:nvPr/>
                </p:nvGrpSpPr>
                <p:grpSpPr>
                  <a:xfrm>
                    <a:off x="3903196" y="4478369"/>
                    <a:ext cx="40444" cy="151455"/>
                    <a:chOff x="3903196" y="4478369"/>
                    <a:chExt cx="40444" cy="151455"/>
                  </a:xfrm>
                  <a:solidFill>
                    <a:schemeClr val="accent1"/>
                  </a:solidFill>
                </p:grpSpPr>
                <p:sp>
                  <p:nvSpPr>
                    <p:cNvPr id="15664" name="Forme libre : forme 15663">
                      <a:extLst>
                        <a:ext uri="{FF2B5EF4-FFF2-40B4-BE49-F238E27FC236}">
                          <a16:creationId xmlns:a16="http://schemas.microsoft.com/office/drawing/2014/main" id="{C6C12896-468C-4A89-9D21-928D13B6AE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3196" y="4478463"/>
                      <a:ext cx="40444" cy="151361"/>
                    </a:xfrm>
                    <a:custGeom>
                      <a:avLst/>
                      <a:gdLst>
                        <a:gd name="connsiteX0" fmla="*/ 40443 w 40444"/>
                        <a:gd name="connsiteY0" fmla="*/ 47626 h 151361"/>
                        <a:gd name="connsiteX1" fmla="*/ 39681 w 40444"/>
                        <a:gd name="connsiteY1" fmla="*/ 104014 h 151361"/>
                        <a:gd name="connsiteX2" fmla="*/ 23489 w 40444"/>
                        <a:gd name="connsiteY2" fmla="*/ 151354 h 151361"/>
                        <a:gd name="connsiteX3" fmla="*/ 12535 w 40444"/>
                        <a:gd name="connsiteY3" fmla="*/ 150782 h 151361"/>
                        <a:gd name="connsiteX4" fmla="*/ 57 w 40444"/>
                        <a:gd name="connsiteY4" fmla="*/ 102966 h 151361"/>
                        <a:gd name="connsiteX5" fmla="*/ 914 w 40444"/>
                        <a:gd name="connsiteY5" fmla="*/ 47531 h 151361"/>
                        <a:gd name="connsiteX6" fmla="*/ 15011 w 40444"/>
                        <a:gd name="connsiteY6" fmla="*/ 97 h 151361"/>
                        <a:gd name="connsiteX7" fmla="*/ 25870 w 40444"/>
                        <a:gd name="connsiteY7" fmla="*/ 1 h 151361"/>
                        <a:gd name="connsiteX8" fmla="*/ 40443 w 40444"/>
                        <a:gd name="connsiteY8" fmla="*/ 47626 h 151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0444" h="151361">
                          <a:moveTo>
                            <a:pt x="40443" y="47626"/>
                          </a:moveTo>
                          <a:cubicBezTo>
                            <a:pt x="40348" y="66391"/>
                            <a:pt x="40157" y="85250"/>
                            <a:pt x="39681" y="104014"/>
                          </a:cubicBezTo>
                          <a:cubicBezTo>
                            <a:pt x="39110" y="130494"/>
                            <a:pt x="31394" y="151830"/>
                            <a:pt x="23489" y="151354"/>
                          </a:cubicBezTo>
                          <a:lnTo>
                            <a:pt x="12535" y="150782"/>
                          </a:lnTo>
                          <a:cubicBezTo>
                            <a:pt x="4629" y="150306"/>
                            <a:pt x="-610" y="128875"/>
                            <a:pt x="57" y="102966"/>
                          </a:cubicBezTo>
                          <a:cubicBezTo>
                            <a:pt x="628" y="84488"/>
                            <a:pt x="819" y="66009"/>
                            <a:pt x="914" y="47531"/>
                          </a:cubicBezTo>
                          <a:cubicBezTo>
                            <a:pt x="1010" y="21528"/>
                            <a:pt x="7106" y="192"/>
                            <a:pt x="15011" y="97"/>
                          </a:cubicBezTo>
                          <a:lnTo>
                            <a:pt x="25870" y="1"/>
                          </a:lnTo>
                          <a:cubicBezTo>
                            <a:pt x="33776" y="-189"/>
                            <a:pt x="40538" y="21242"/>
                            <a:pt x="40443" y="4762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65" name="Forme libre : forme 15664">
                      <a:extLst>
                        <a:ext uri="{FF2B5EF4-FFF2-40B4-BE49-F238E27FC236}">
                          <a16:creationId xmlns:a16="http://schemas.microsoft.com/office/drawing/2014/main" id="{BC9C8BC1-D07F-451C-B410-BECDE5126F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1923" y="4478369"/>
                      <a:ext cx="21716" cy="151455"/>
                    </a:xfrm>
                    <a:custGeom>
                      <a:avLst/>
                      <a:gdLst>
                        <a:gd name="connsiteX0" fmla="*/ 8191 w 21716"/>
                        <a:gd name="connsiteY0" fmla="*/ 93821 h 151455"/>
                        <a:gd name="connsiteX1" fmla="*/ 0 w 21716"/>
                        <a:gd name="connsiteY1" fmla="*/ 151162 h 151455"/>
                        <a:gd name="connsiteX2" fmla="*/ 4763 w 21716"/>
                        <a:gd name="connsiteY2" fmla="*/ 151448 h 151455"/>
                        <a:gd name="connsiteX3" fmla="*/ 20955 w 21716"/>
                        <a:gd name="connsiteY3" fmla="*/ 104109 h 151455"/>
                        <a:gd name="connsiteX4" fmla="*/ 21717 w 21716"/>
                        <a:gd name="connsiteY4" fmla="*/ 47720 h 151455"/>
                        <a:gd name="connsiteX5" fmla="*/ 7144 w 21716"/>
                        <a:gd name="connsiteY5" fmla="*/ 0 h 151455"/>
                        <a:gd name="connsiteX6" fmla="*/ 6763 w 21716"/>
                        <a:gd name="connsiteY6" fmla="*/ 0 h 151455"/>
                        <a:gd name="connsiteX7" fmla="*/ 8191 w 21716"/>
                        <a:gd name="connsiteY7" fmla="*/ 93821 h 151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716" h="151455">
                          <a:moveTo>
                            <a:pt x="8191" y="93821"/>
                          </a:moveTo>
                          <a:cubicBezTo>
                            <a:pt x="9430" y="116110"/>
                            <a:pt x="6286" y="139160"/>
                            <a:pt x="0" y="151162"/>
                          </a:cubicBezTo>
                          <a:lnTo>
                            <a:pt x="4763" y="151448"/>
                          </a:lnTo>
                          <a:cubicBezTo>
                            <a:pt x="12668" y="151924"/>
                            <a:pt x="20383" y="130588"/>
                            <a:pt x="20955" y="104109"/>
                          </a:cubicBezTo>
                          <a:cubicBezTo>
                            <a:pt x="21526" y="85249"/>
                            <a:pt x="21622" y="66485"/>
                            <a:pt x="21717" y="47720"/>
                          </a:cubicBezTo>
                          <a:cubicBezTo>
                            <a:pt x="21717" y="21336"/>
                            <a:pt x="14954" y="-95"/>
                            <a:pt x="7144" y="0"/>
                          </a:cubicBezTo>
                          <a:lnTo>
                            <a:pt x="6763" y="0"/>
                          </a:lnTo>
                          <a:cubicBezTo>
                            <a:pt x="8001" y="31909"/>
                            <a:pt x="6286" y="62389"/>
                            <a:pt x="8191" y="93821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66" name="Forme libre : forme 15665">
                      <a:extLst>
                        <a:ext uri="{FF2B5EF4-FFF2-40B4-BE49-F238E27FC236}">
                          <a16:creationId xmlns:a16="http://schemas.microsoft.com/office/drawing/2014/main" id="{60903208-0A5E-4706-907C-7307DC3A69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7237" y="4509516"/>
                      <a:ext cx="14974" cy="68866"/>
                    </a:xfrm>
                    <a:custGeom>
                      <a:avLst/>
                      <a:gdLst>
                        <a:gd name="connsiteX0" fmla="*/ 7543 w 14974"/>
                        <a:gd name="connsiteY0" fmla="*/ 0 h 68866"/>
                        <a:gd name="connsiteX1" fmla="*/ 14973 w 14974"/>
                        <a:gd name="connsiteY1" fmla="*/ 34480 h 68866"/>
                        <a:gd name="connsiteX2" fmla="*/ 6877 w 14974"/>
                        <a:gd name="connsiteY2" fmla="*/ 68866 h 68866"/>
                        <a:gd name="connsiteX3" fmla="*/ 19 w 14974"/>
                        <a:gd name="connsiteY3" fmla="*/ 34385 h 68866"/>
                        <a:gd name="connsiteX4" fmla="*/ 7543 w 14974"/>
                        <a:gd name="connsiteY4" fmla="*/ 0 h 68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74" h="68866">
                          <a:moveTo>
                            <a:pt x="7543" y="0"/>
                          </a:moveTo>
                          <a:cubicBezTo>
                            <a:pt x="11639" y="0"/>
                            <a:pt x="15068" y="15430"/>
                            <a:pt x="14973" y="34480"/>
                          </a:cubicBezTo>
                          <a:cubicBezTo>
                            <a:pt x="14782" y="53530"/>
                            <a:pt x="11068" y="68961"/>
                            <a:pt x="6877" y="68866"/>
                          </a:cubicBezTo>
                          <a:cubicBezTo>
                            <a:pt x="2781" y="68771"/>
                            <a:pt x="-267" y="53340"/>
                            <a:pt x="19" y="34385"/>
                          </a:cubicBezTo>
                          <a:cubicBezTo>
                            <a:pt x="114" y="15430"/>
                            <a:pt x="3352" y="0"/>
                            <a:pt x="7543" y="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67" name="Forme libre : forme 15666">
                      <a:extLst>
                        <a:ext uri="{FF2B5EF4-FFF2-40B4-BE49-F238E27FC236}">
                          <a16:creationId xmlns:a16="http://schemas.microsoft.com/office/drawing/2014/main" id="{387FC822-A2BE-47A0-9AE5-A0C30D52E4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112" y="4528470"/>
                      <a:ext cx="14001" cy="49911"/>
                    </a:xfrm>
                    <a:custGeom>
                      <a:avLst/>
                      <a:gdLst>
                        <a:gd name="connsiteX0" fmla="*/ 0 w 14001"/>
                        <a:gd name="connsiteY0" fmla="*/ 34671 h 49911"/>
                        <a:gd name="connsiteX1" fmla="*/ 5906 w 14001"/>
                        <a:gd name="connsiteY1" fmla="*/ 49911 h 49911"/>
                        <a:gd name="connsiteX2" fmla="*/ 14002 w 14001"/>
                        <a:gd name="connsiteY2" fmla="*/ 15526 h 49911"/>
                        <a:gd name="connsiteX3" fmla="*/ 13335 w 14001"/>
                        <a:gd name="connsiteY3" fmla="*/ 0 h 49911"/>
                        <a:gd name="connsiteX4" fmla="*/ 12764 w 14001"/>
                        <a:gd name="connsiteY4" fmla="*/ 8572 h 49911"/>
                        <a:gd name="connsiteX5" fmla="*/ 0 w 14001"/>
                        <a:gd name="connsiteY5" fmla="*/ 34671 h 49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001" h="49911">
                          <a:moveTo>
                            <a:pt x="0" y="34671"/>
                          </a:moveTo>
                          <a:cubicBezTo>
                            <a:pt x="1238" y="43815"/>
                            <a:pt x="3334" y="49816"/>
                            <a:pt x="5906" y="49911"/>
                          </a:cubicBezTo>
                          <a:cubicBezTo>
                            <a:pt x="10096" y="50006"/>
                            <a:pt x="13811" y="34671"/>
                            <a:pt x="14002" y="15526"/>
                          </a:cubicBezTo>
                          <a:cubicBezTo>
                            <a:pt x="14002" y="9906"/>
                            <a:pt x="13811" y="4667"/>
                            <a:pt x="13335" y="0"/>
                          </a:cubicBezTo>
                          <a:cubicBezTo>
                            <a:pt x="13240" y="2858"/>
                            <a:pt x="13145" y="5715"/>
                            <a:pt x="12764" y="8572"/>
                          </a:cubicBezTo>
                          <a:cubicBezTo>
                            <a:pt x="10383" y="23813"/>
                            <a:pt x="5048" y="35909"/>
                            <a:pt x="0" y="34671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68" name="Forme libre : forme 15667">
                      <a:extLst>
                        <a:ext uri="{FF2B5EF4-FFF2-40B4-BE49-F238E27FC236}">
                          <a16:creationId xmlns:a16="http://schemas.microsoft.com/office/drawing/2014/main" id="{AF0643C1-A8E7-40E9-B936-69BD9DB0B7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866" y="4506086"/>
                      <a:ext cx="14970" cy="68866"/>
                    </a:xfrm>
                    <a:custGeom>
                      <a:avLst/>
                      <a:gdLst>
                        <a:gd name="connsiteX0" fmla="*/ 7533 w 14970"/>
                        <a:gd name="connsiteY0" fmla="*/ 0 h 68866"/>
                        <a:gd name="connsiteX1" fmla="*/ 14963 w 14970"/>
                        <a:gd name="connsiteY1" fmla="*/ 34481 h 68866"/>
                        <a:gd name="connsiteX2" fmla="*/ 6962 w 14970"/>
                        <a:gd name="connsiteY2" fmla="*/ 68866 h 68866"/>
                        <a:gd name="connsiteX3" fmla="*/ 8 w 14970"/>
                        <a:gd name="connsiteY3" fmla="*/ 34385 h 68866"/>
                        <a:gd name="connsiteX4" fmla="*/ 7533 w 14970"/>
                        <a:gd name="connsiteY4" fmla="*/ 0 h 68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70" h="68866">
                          <a:moveTo>
                            <a:pt x="7533" y="0"/>
                          </a:moveTo>
                          <a:cubicBezTo>
                            <a:pt x="11629" y="0"/>
                            <a:pt x="15153" y="15431"/>
                            <a:pt x="14963" y="34481"/>
                          </a:cubicBezTo>
                          <a:cubicBezTo>
                            <a:pt x="14772" y="53531"/>
                            <a:pt x="11153" y="68961"/>
                            <a:pt x="6962" y="68866"/>
                          </a:cubicBezTo>
                          <a:cubicBezTo>
                            <a:pt x="2866" y="68771"/>
                            <a:pt x="-182" y="53340"/>
                            <a:pt x="8" y="34385"/>
                          </a:cubicBezTo>
                          <a:cubicBezTo>
                            <a:pt x="199" y="15335"/>
                            <a:pt x="3342" y="0"/>
                            <a:pt x="7533" y="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69" name="Forme libre : forme 15668">
                      <a:extLst>
                        <a:ext uri="{FF2B5EF4-FFF2-40B4-BE49-F238E27FC236}">
                          <a16:creationId xmlns:a16="http://schemas.microsoft.com/office/drawing/2014/main" id="{A683CE82-862C-4CF3-ABAD-412258CD50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755" y="4521799"/>
                      <a:ext cx="28742" cy="86016"/>
                    </a:xfrm>
                    <a:custGeom>
                      <a:avLst/>
                      <a:gdLst>
                        <a:gd name="connsiteX0" fmla="*/ 12358 w 28742"/>
                        <a:gd name="connsiteY0" fmla="*/ 85729 h 86016"/>
                        <a:gd name="connsiteX1" fmla="*/ 19407 w 28742"/>
                        <a:gd name="connsiteY1" fmla="*/ 83634 h 86016"/>
                        <a:gd name="connsiteX2" fmla="*/ 27979 w 28742"/>
                        <a:gd name="connsiteY2" fmla="*/ 48963 h 86016"/>
                        <a:gd name="connsiteX3" fmla="*/ 27503 w 28742"/>
                        <a:gd name="connsiteY3" fmla="*/ 12577 h 86016"/>
                        <a:gd name="connsiteX4" fmla="*/ 20835 w 28742"/>
                        <a:gd name="connsiteY4" fmla="*/ 861 h 86016"/>
                        <a:gd name="connsiteX5" fmla="*/ 17216 w 28742"/>
                        <a:gd name="connsiteY5" fmla="*/ 12958 h 86016"/>
                        <a:gd name="connsiteX6" fmla="*/ 8643 w 28742"/>
                        <a:gd name="connsiteY6" fmla="*/ 42200 h 86016"/>
                        <a:gd name="connsiteX7" fmla="*/ 166 w 28742"/>
                        <a:gd name="connsiteY7" fmla="*/ 76204 h 86016"/>
                        <a:gd name="connsiteX8" fmla="*/ 12358 w 28742"/>
                        <a:gd name="connsiteY8" fmla="*/ 85729 h 86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8742" h="86016">
                          <a:moveTo>
                            <a:pt x="12358" y="85729"/>
                          </a:moveTo>
                          <a:cubicBezTo>
                            <a:pt x="14739" y="86015"/>
                            <a:pt x="17121" y="86301"/>
                            <a:pt x="19407" y="83634"/>
                          </a:cubicBezTo>
                          <a:cubicBezTo>
                            <a:pt x="23884" y="78490"/>
                            <a:pt x="26646" y="63631"/>
                            <a:pt x="27979" y="48963"/>
                          </a:cubicBezTo>
                          <a:cubicBezTo>
                            <a:pt x="28932" y="36866"/>
                            <a:pt x="29218" y="23626"/>
                            <a:pt x="27503" y="12577"/>
                          </a:cubicBezTo>
                          <a:cubicBezTo>
                            <a:pt x="26265" y="4386"/>
                            <a:pt x="23407" y="-2472"/>
                            <a:pt x="20835" y="861"/>
                          </a:cubicBezTo>
                          <a:cubicBezTo>
                            <a:pt x="19216" y="2957"/>
                            <a:pt x="18264" y="8196"/>
                            <a:pt x="17216" y="12958"/>
                          </a:cubicBezTo>
                          <a:cubicBezTo>
                            <a:pt x="14930" y="24103"/>
                            <a:pt x="11977" y="34008"/>
                            <a:pt x="8643" y="42200"/>
                          </a:cubicBezTo>
                          <a:cubicBezTo>
                            <a:pt x="5881" y="49153"/>
                            <a:pt x="-1167" y="61821"/>
                            <a:pt x="166" y="76204"/>
                          </a:cubicBezTo>
                          <a:cubicBezTo>
                            <a:pt x="1214" y="89349"/>
                            <a:pt x="9120" y="85348"/>
                            <a:pt x="12358" y="8572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70" name="Forme libre : forme 15669">
                      <a:extLst>
                        <a:ext uri="{FF2B5EF4-FFF2-40B4-BE49-F238E27FC236}">
                          <a16:creationId xmlns:a16="http://schemas.microsoft.com/office/drawing/2014/main" id="{DD65329D-F9E7-4855-BDF9-E185A120C1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295" y="4564966"/>
                      <a:ext cx="7151" cy="28178"/>
                    </a:xfrm>
                    <a:custGeom>
                      <a:avLst/>
                      <a:gdLst>
                        <a:gd name="connsiteX0" fmla="*/ 4008 w 7151"/>
                        <a:gd name="connsiteY0" fmla="*/ 26465 h 28178"/>
                        <a:gd name="connsiteX1" fmla="*/ 5532 w 7151"/>
                        <a:gd name="connsiteY1" fmla="*/ 28179 h 28178"/>
                        <a:gd name="connsiteX2" fmla="*/ 6961 w 7151"/>
                        <a:gd name="connsiteY2" fmla="*/ 25607 h 28178"/>
                        <a:gd name="connsiteX3" fmla="*/ 7056 w 7151"/>
                        <a:gd name="connsiteY3" fmla="*/ 20559 h 28178"/>
                        <a:gd name="connsiteX4" fmla="*/ 5818 w 7151"/>
                        <a:gd name="connsiteY4" fmla="*/ 8367 h 28178"/>
                        <a:gd name="connsiteX5" fmla="*/ 4960 w 7151"/>
                        <a:gd name="connsiteY5" fmla="*/ 3985 h 28178"/>
                        <a:gd name="connsiteX6" fmla="*/ 7 w 7151"/>
                        <a:gd name="connsiteY6" fmla="*/ 7510 h 28178"/>
                        <a:gd name="connsiteX7" fmla="*/ 4008 w 7151"/>
                        <a:gd name="connsiteY7" fmla="*/ 26465 h 281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151" h="28178">
                          <a:moveTo>
                            <a:pt x="4008" y="26465"/>
                          </a:moveTo>
                          <a:cubicBezTo>
                            <a:pt x="4484" y="27417"/>
                            <a:pt x="4960" y="28179"/>
                            <a:pt x="5532" y="28179"/>
                          </a:cubicBezTo>
                          <a:cubicBezTo>
                            <a:pt x="6103" y="28179"/>
                            <a:pt x="6675" y="27322"/>
                            <a:pt x="6961" y="25607"/>
                          </a:cubicBezTo>
                          <a:cubicBezTo>
                            <a:pt x="7247" y="24083"/>
                            <a:pt x="7151" y="22273"/>
                            <a:pt x="7056" y="20559"/>
                          </a:cubicBezTo>
                          <a:cubicBezTo>
                            <a:pt x="6770" y="16368"/>
                            <a:pt x="6389" y="12272"/>
                            <a:pt x="5818" y="8367"/>
                          </a:cubicBezTo>
                          <a:cubicBezTo>
                            <a:pt x="5627" y="6748"/>
                            <a:pt x="5341" y="5224"/>
                            <a:pt x="4960" y="3985"/>
                          </a:cubicBezTo>
                          <a:cubicBezTo>
                            <a:pt x="3341" y="-1253"/>
                            <a:pt x="-183" y="-2492"/>
                            <a:pt x="7" y="7510"/>
                          </a:cubicBezTo>
                          <a:cubicBezTo>
                            <a:pt x="198" y="15225"/>
                            <a:pt x="2103" y="22750"/>
                            <a:pt x="4008" y="2646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71" name="Forme libre : forme 15670">
                      <a:extLst>
                        <a:ext uri="{FF2B5EF4-FFF2-40B4-BE49-F238E27FC236}">
                          <a16:creationId xmlns:a16="http://schemas.microsoft.com/office/drawing/2014/main" id="{78C74BAC-F511-4A85-AAB8-02460B634C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7542" y="4482927"/>
                      <a:ext cx="15335" cy="42019"/>
                    </a:xfrm>
                    <a:custGeom>
                      <a:avLst/>
                      <a:gdLst>
                        <a:gd name="connsiteX0" fmla="*/ 0 w 15335"/>
                        <a:gd name="connsiteY0" fmla="*/ 14 h 42019"/>
                        <a:gd name="connsiteX1" fmla="*/ 15335 w 15335"/>
                        <a:gd name="connsiteY1" fmla="*/ 42019 h 42019"/>
                        <a:gd name="connsiteX2" fmla="*/ 0 w 15335"/>
                        <a:gd name="connsiteY2" fmla="*/ 14 h 42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335" h="42019">
                          <a:moveTo>
                            <a:pt x="0" y="14"/>
                          </a:moveTo>
                          <a:cubicBezTo>
                            <a:pt x="0" y="14"/>
                            <a:pt x="11621" y="-1986"/>
                            <a:pt x="15335" y="42019"/>
                          </a:cubicBezTo>
                          <a:cubicBezTo>
                            <a:pt x="15335" y="42115"/>
                            <a:pt x="11716" y="8110"/>
                            <a:pt x="0" y="1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72" name="Forme libre : forme 15671">
                      <a:extLst>
                        <a:ext uri="{FF2B5EF4-FFF2-40B4-BE49-F238E27FC236}">
                          <a16:creationId xmlns:a16="http://schemas.microsoft.com/office/drawing/2014/main" id="{DA4FD319-CAA7-4DCC-8796-06BDADAB37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490" y="4578572"/>
                      <a:ext cx="12669" cy="47910"/>
                    </a:xfrm>
                    <a:custGeom>
                      <a:avLst/>
                      <a:gdLst>
                        <a:gd name="connsiteX0" fmla="*/ 1 w 12669"/>
                        <a:gd name="connsiteY0" fmla="*/ 0 h 47910"/>
                        <a:gd name="connsiteX1" fmla="*/ 1335 w 12669"/>
                        <a:gd name="connsiteY1" fmla="*/ 21907 h 47910"/>
                        <a:gd name="connsiteX2" fmla="*/ 12670 w 12669"/>
                        <a:gd name="connsiteY2" fmla="*/ 47911 h 47910"/>
                        <a:gd name="connsiteX3" fmla="*/ 1 w 12669"/>
                        <a:gd name="connsiteY3" fmla="*/ 0 h 47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669" h="47910">
                          <a:moveTo>
                            <a:pt x="1" y="0"/>
                          </a:moveTo>
                          <a:cubicBezTo>
                            <a:pt x="1" y="0"/>
                            <a:pt x="-94" y="10668"/>
                            <a:pt x="1335" y="21907"/>
                          </a:cubicBezTo>
                          <a:cubicBezTo>
                            <a:pt x="2764" y="33242"/>
                            <a:pt x="5812" y="45148"/>
                            <a:pt x="12670" y="47911"/>
                          </a:cubicBezTo>
                          <a:cubicBezTo>
                            <a:pt x="12574" y="47911"/>
                            <a:pt x="1049" y="38671"/>
                            <a:pt x="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73" name="Forme libre : forme 15672">
                      <a:extLst>
                        <a:ext uri="{FF2B5EF4-FFF2-40B4-BE49-F238E27FC236}">
                          <a16:creationId xmlns:a16="http://schemas.microsoft.com/office/drawing/2014/main" id="{AE885964-A145-40DC-BAA8-E2FDDEDA65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673" y="4524109"/>
                      <a:ext cx="5356" cy="25772"/>
                    </a:xfrm>
                    <a:custGeom>
                      <a:avLst/>
                      <a:gdLst>
                        <a:gd name="connsiteX0" fmla="*/ 4107 w 5356"/>
                        <a:gd name="connsiteY0" fmla="*/ 266 h 25772"/>
                        <a:gd name="connsiteX1" fmla="*/ 4964 w 5356"/>
                        <a:gd name="connsiteY1" fmla="*/ 15506 h 25772"/>
                        <a:gd name="connsiteX2" fmla="*/ 1249 w 5356"/>
                        <a:gd name="connsiteY2" fmla="*/ 25507 h 25772"/>
                        <a:gd name="connsiteX3" fmla="*/ 392 w 5356"/>
                        <a:gd name="connsiteY3" fmla="*/ 10267 h 25772"/>
                        <a:gd name="connsiteX4" fmla="*/ 4107 w 5356"/>
                        <a:gd name="connsiteY4" fmla="*/ 266 h 25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56" h="25772">
                          <a:moveTo>
                            <a:pt x="4107" y="266"/>
                          </a:moveTo>
                          <a:cubicBezTo>
                            <a:pt x="5345" y="1694"/>
                            <a:pt x="5726" y="8552"/>
                            <a:pt x="4964" y="15506"/>
                          </a:cubicBezTo>
                          <a:cubicBezTo>
                            <a:pt x="4202" y="22459"/>
                            <a:pt x="2488" y="26936"/>
                            <a:pt x="1249" y="25507"/>
                          </a:cubicBezTo>
                          <a:cubicBezTo>
                            <a:pt x="11" y="24078"/>
                            <a:pt x="-370" y="17220"/>
                            <a:pt x="392" y="10267"/>
                          </a:cubicBezTo>
                          <a:cubicBezTo>
                            <a:pt x="1249" y="3314"/>
                            <a:pt x="2869" y="-1163"/>
                            <a:pt x="4107" y="26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74" name="Forme libre : forme 15673">
                      <a:extLst>
                        <a:ext uri="{FF2B5EF4-FFF2-40B4-BE49-F238E27FC236}">
                          <a16:creationId xmlns:a16="http://schemas.microsoft.com/office/drawing/2014/main" id="{CBE2A204-299B-4053-AEB2-CDD199B9BE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1065" y="4520660"/>
                      <a:ext cx="2095" cy="7048"/>
                    </a:xfrm>
                    <a:custGeom>
                      <a:avLst/>
                      <a:gdLst>
                        <a:gd name="connsiteX0" fmla="*/ 1048 w 2095"/>
                        <a:gd name="connsiteY0" fmla="*/ 0 h 7048"/>
                        <a:gd name="connsiteX1" fmla="*/ 2096 w 2095"/>
                        <a:gd name="connsiteY1" fmla="*/ 3524 h 7048"/>
                        <a:gd name="connsiteX2" fmla="*/ 1048 w 2095"/>
                        <a:gd name="connsiteY2" fmla="*/ 7049 h 7048"/>
                        <a:gd name="connsiteX3" fmla="*/ 0 w 2095"/>
                        <a:gd name="connsiteY3" fmla="*/ 3524 h 7048"/>
                        <a:gd name="connsiteX4" fmla="*/ 1048 w 2095"/>
                        <a:gd name="connsiteY4" fmla="*/ 0 h 7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95" h="7048">
                          <a:moveTo>
                            <a:pt x="1048" y="0"/>
                          </a:moveTo>
                          <a:cubicBezTo>
                            <a:pt x="1619" y="0"/>
                            <a:pt x="2096" y="1619"/>
                            <a:pt x="2096" y="3524"/>
                          </a:cubicBezTo>
                          <a:cubicBezTo>
                            <a:pt x="2096" y="5525"/>
                            <a:pt x="1619" y="7049"/>
                            <a:pt x="1048" y="7049"/>
                          </a:cubicBezTo>
                          <a:cubicBezTo>
                            <a:pt x="476" y="7049"/>
                            <a:pt x="0" y="5429"/>
                            <a:pt x="0" y="3524"/>
                          </a:cubicBezTo>
                          <a:cubicBezTo>
                            <a:pt x="0" y="1619"/>
                            <a:pt x="476" y="0"/>
                            <a:pt x="104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75" name="Forme libre : forme 15674">
                      <a:extLst>
                        <a:ext uri="{FF2B5EF4-FFF2-40B4-BE49-F238E27FC236}">
                          <a16:creationId xmlns:a16="http://schemas.microsoft.com/office/drawing/2014/main" id="{CA6A4801-6258-4015-B482-8EFBEACFBA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6831" y="4489681"/>
                      <a:ext cx="19305" cy="60366"/>
                    </a:xfrm>
                    <a:custGeom>
                      <a:avLst/>
                      <a:gdLst>
                        <a:gd name="connsiteX0" fmla="*/ 6995 w 19305"/>
                        <a:gd name="connsiteY0" fmla="*/ 5166 h 60366"/>
                        <a:gd name="connsiteX1" fmla="*/ 16329 w 19305"/>
                        <a:gd name="connsiteY1" fmla="*/ 23 h 60366"/>
                        <a:gd name="connsiteX2" fmla="*/ 19282 w 19305"/>
                        <a:gd name="connsiteY2" fmla="*/ 5071 h 60366"/>
                        <a:gd name="connsiteX3" fmla="*/ 17473 w 19305"/>
                        <a:gd name="connsiteY3" fmla="*/ 12786 h 60366"/>
                        <a:gd name="connsiteX4" fmla="*/ 8805 w 19305"/>
                        <a:gd name="connsiteY4" fmla="*/ 28503 h 60366"/>
                        <a:gd name="connsiteX5" fmla="*/ 1661 w 19305"/>
                        <a:gd name="connsiteY5" fmla="*/ 59554 h 60366"/>
                        <a:gd name="connsiteX6" fmla="*/ 1661 w 19305"/>
                        <a:gd name="connsiteY6" fmla="*/ 20597 h 60366"/>
                        <a:gd name="connsiteX7" fmla="*/ 6995 w 19305"/>
                        <a:gd name="connsiteY7" fmla="*/ 5166 h 60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305" h="60366">
                          <a:moveTo>
                            <a:pt x="6995" y="5166"/>
                          </a:moveTo>
                          <a:cubicBezTo>
                            <a:pt x="9853" y="785"/>
                            <a:pt x="13186" y="-168"/>
                            <a:pt x="16329" y="23"/>
                          </a:cubicBezTo>
                          <a:cubicBezTo>
                            <a:pt x="17473" y="118"/>
                            <a:pt x="18996" y="1166"/>
                            <a:pt x="19282" y="5071"/>
                          </a:cubicBezTo>
                          <a:cubicBezTo>
                            <a:pt x="19473" y="8595"/>
                            <a:pt x="18425" y="11262"/>
                            <a:pt x="17473" y="12786"/>
                          </a:cubicBezTo>
                          <a:cubicBezTo>
                            <a:pt x="14425" y="17549"/>
                            <a:pt x="10900" y="20121"/>
                            <a:pt x="8805" y="28503"/>
                          </a:cubicBezTo>
                          <a:cubicBezTo>
                            <a:pt x="7567" y="33741"/>
                            <a:pt x="4709" y="65840"/>
                            <a:pt x="1661" y="59554"/>
                          </a:cubicBezTo>
                          <a:cubicBezTo>
                            <a:pt x="-1292" y="53363"/>
                            <a:pt x="328" y="28217"/>
                            <a:pt x="1661" y="20597"/>
                          </a:cubicBezTo>
                          <a:cubicBezTo>
                            <a:pt x="2899" y="13739"/>
                            <a:pt x="4900" y="8405"/>
                            <a:pt x="6995" y="516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94" name="Graphique 1">
                    <a:extLst>
                      <a:ext uri="{FF2B5EF4-FFF2-40B4-BE49-F238E27FC236}">
                        <a16:creationId xmlns:a16="http://schemas.microsoft.com/office/drawing/2014/main" id="{80807DB3-F624-4D47-97E9-FCD20D4F7C8F}"/>
                      </a:ext>
                    </a:extLst>
                  </p:cNvPr>
                  <p:cNvGrpSpPr/>
                  <p:nvPr/>
                </p:nvGrpSpPr>
                <p:grpSpPr>
                  <a:xfrm>
                    <a:off x="3901566" y="4327014"/>
                    <a:ext cx="41062" cy="151450"/>
                    <a:chOff x="3901566" y="4327014"/>
                    <a:chExt cx="41062" cy="151450"/>
                  </a:xfrm>
                  <a:solidFill>
                    <a:schemeClr val="accent1"/>
                  </a:solidFill>
                </p:grpSpPr>
                <p:sp>
                  <p:nvSpPr>
                    <p:cNvPr id="15652" name="Forme libre : forme 15651">
                      <a:extLst>
                        <a:ext uri="{FF2B5EF4-FFF2-40B4-BE49-F238E27FC236}">
                          <a16:creationId xmlns:a16="http://schemas.microsoft.com/office/drawing/2014/main" id="{5BC30217-4512-44FC-8295-FB5B9EF874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1566" y="4327016"/>
                      <a:ext cx="41062" cy="151448"/>
                    </a:xfrm>
                    <a:custGeom>
                      <a:avLst/>
                      <a:gdLst>
                        <a:gd name="connsiteX0" fmla="*/ 39502 w 41062"/>
                        <a:gd name="connsiteY0" fmla="*/ 47244 h 151448"/>
                        <a:gd name="connsiteX1" fmla="*/ 41026 w 41062"/>
                        <a:gd name="connsiteY1" fmla="*/ 103347 h 151448"/>
                        <a:gd name="connsiteX2" fmla="*/ 27500 w 41062"/>
                        <a:gd name="connsiteY2" fmla="*/ 151353 h 151448"/>
                        <a:gd name="connsiteX3" fmla="*/ 16642 w 41062"/>
                        <a:gd name="connsiteY3" fmla="*/ 151448 h 151448"/>
                        <a:gd name="connsiteX4" fmla="*/ 1497 w 41062"/>
                        <a:gd name="connsiteY4" fmla="*/ 104204 h 151448"/>
                        <a:gd name="connsiteX5" fmla="*/ 68 w 41062"/>
                        <a:gd name="connsiteY5" fmla="*/ 48387 h 151448"/>
                        <a:gd name="connsiteX6" fmla="*/ 12832 w 41062"/>
                        <a:gd name="connsiteY6" fmla="*/ 381 h 151448"/>
                        <a:gd name="connsiteX7" fmla="*/ 23690 w 41062"/>
                        <a:gd name="connsiteY7" fmla="*/ 0 h 151448"/>
                        <a:gd name="connsiteX8" fmla="*/ 39502 w 41062"/>
                        <a:gd name="connsiteY8" fmla="*/ 47244 h 151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062" h="151448">
                          <a:moveTo>
                            <a:pt x="39502" y="47244"/>
                          </a:moveTo>
                          <a:lnTo>
                            <a:pt x="41026" y="103347"/>
                          </a:lnTo>
                          <a:cubicBezTo>
                            <a:pt x="41597" y="129636"/>
                            <a:pt x="35406" y="151257"/>
                            <a:pt x="27500" y="151353"/>
                          </a:cubicBezTo>
                          <a:lnTo>
                            <a:pt x="16642" y="151448"/>
                          </a:lnTo>
                          <a:cubicBezTo>
                            <a:pt x="8736" y="151543"/>
                            <a:pt x="2068" y="130302"/>
                            <a:pt x="1497" y="104204"/>
                          </a:cubicBezTo>
                          <a:lnTo>
                            <a:pt x="68" y="48387"/>
                          </a:lnTo>
                          <a:cubicBezTo>
                            <a:pt x="-694" y="22289"/>
                            <a:pt x="5021" y="667"/>
                            <a:pt x="12832" y="381"/>
                          </a:cubicBezTo>
                          <a:lnTo>
                            <a:pt x="23690" y="0"/>
                          </a:lnTo>
                          <a:cubicBezTo>
                            <a:pt x="31501" y="-95"/>
                            <a:pt x="38644" y="21050"/>
                            <a:pt x="39502" y="47244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53" name="Forme libre : forme 15652">
                      <a:extLst>
                        <a:ext uri="{FF2B5EF4-FFF2-40B4-BE49-F238E27FC236}">
                          <a16:creationId xmlns:a16="http://schemas.microsoft.com/office/drawing/2014/main" id="{EE569257-5AF5-4417-8B6C-84A7D2B526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4399" y="4327014"/>
                      <a:ext cx="18229" cy="151355"/>
                    </a:xfrm>
                    <a:custGeom>
                      <a:avLst/>
                      <a:gdLst>
                        <a:gd name="connsiteX0" fmla="*/ 4953 w 18229"/>
                        <a:gd name="connsiteY0" fmla="*/ 93729 h 151355"/>
                        <a:gd name="connsiteX1" fmla="*/ 0 w 18229"/>
                        <a:gd name="connsiteY1" fmla="*/ 151355 h 151355"/>
                        <a:gd name="connsiteX2" fmla="*/ 4667 w 18229"/>
                        <a:gd name="connsiteY2" fmla="*/ 151260 h 151355"/>
                        <a:gd name="connsiteX3" fmla="*/ 18193 w 18229"/>
                        <a:gd name="connsiteY3" fmla="*/ 103254 h 151355"/>
                        <a:gd name="connsiteX4" fmla="*/ 16669 w 18229"/>
                        <a:gd name="connsiteY4" fmla="*/ 47152 h 151355"/>
                        <a:gd name="connsiteX5" fmla="*/ 857 w 18229"/>
                        <a:gd name="connsiteY5" fmla="*/ 3 h 151355"/>
                        <a:gd name="connsiteX6" fmla="*/ 476 w 18229"/>
                        <a:gd name="connsiteY6" fmla="*/ 3 h 151355"/>
                        <a:gd name="connsiteX7" fmla="*/ 4953 w 18229"/>
                        <a:gd name="connsiteY7" fmla="*/ 93729 h 151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229" h="151355">
                          <a:moveTo>
                            <a:pt x="4953" y="93729"/>
                          </a:moveTo>
                          <a:cubicBezTo>
                            <a:pt x="7239" y="115922"/>
                            <a:pt x="5334" y="138973"/>
                            <a:pt x="0" y="151355"/>
                          </a:cubicBezTo>
                          <a:lnTo>
                            <a:pt x="4667" y="151260"/>
                          </a:lnTo>
                          <a:cubicBezTo>
                            <a:pt x="12573" y="151165"/>
                            <a:pt x="18764" y="129543"/>
                            <a:pt x="18193" y="103254"/>
                          </a:cubicBezTo>
                          <a:lnTo>
                            <a:pt x="16669" y="47152"/>
                          </a:lnTo>
                          <a:cubicBezTo>
                            <a:pt x="15907" y="20958"/>
                            <a:pt x="8668" y="-283"/>
                            <a:pt x="857" y="3"/>
                          </a:cubicBezTo>
                          <a:lnTo>
                            <a:pt x="476" y="3"/>
                          </a:lnTo>
                          <a:cubicBezTo>
                            <a:pt x="2286" y="32007"/>
                            <a:pt x="1619" y="62487"/>
                            <a:pt x="4953" y="9372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54" name="Forme libre : forme 15653">
                      <a:extLst>
                        <a:ext uri="{FF2B5EF4-FFF2-40B4-BE49-F238E27FC236}">
                          <a16:creationId xmlns:a16="http://schemas.microsoft.com/office/drawing/2014/main" id="{22152FF1-CFF7-470D-8673-9EBEC042AE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202" y="4358448"/>
                      <a:ext cx="15076" cy="68771"/>
                    </a:xfrm>
                    <a:custGeom>
                      <a:avLst/>
                      <a:gdLst>
                        <a:gd name="connsiteX0" fmla="*/ 6530 w 15076"/>
                        <a:gd name="connsiteY0" fmla="*/ 0 h 68771"/>
                        <a:gd name="connsiteX1" fmla="*/ 15008 w 15076"/>
                        <a:gd name="connsiteY1" fmla="*/ 34195 h 68771"/>
                        <a:gd name="connsiteX2" fmla="*/ 8435 w 15076"/>
                        <a:gd name="connsiteY2" fmla="*/ 68771 h 68771"/>
                        <a:gd name="connsiteX3" fmla="*/ 53 w 15076"/>
                        <a:gd name="connsiteY3" fmla="*/ 34576 h 68771"/>
                        <a:gd name="connsiteX4" fmla="*/ 6530 w 15076"/>
                        <a:gd name="connsiteY4" fmla="*/ 0 h 68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76" h="68771">
                          <a:moveTo>
                            <a:pt x="6530" y="0"/>
                          </a:moveTo>
                          <a:cubicBezTo>
                            <a:pt x="10626" y="-95"/>
                            <a:pt x="14531" y="15145"/>
                            <a:pt x="15008" y="34195"/>
                          </a:cubicBezTo>
                          <a:cubicBezTo>
                            <a:pt x="15579" y="53245"/>
                            <a:pt x="12531" y="68676"/>
                            <a:pt x="8435" y="68771"/>
                          </a:cubicBezTo>
                          <a:cubicBezTo>
                            <a:pt x="4244" y="68866"/>
                            <a:pt x="625" y="53531"/>
                            <a:pt x="53" y="34576"/>
                          </a:cubicBezTo>
                          <a:cubicBezTo>
                            <a:pt x="-423" y="15622"/>
                            <a:pt x="2339" y="96"/>
                            <a:pt x="6530" y="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55" name="Forme libre : forme 15654">
                      <a:extLst>
                        <a:ext uri="{FF2B5EF4-FFF2-40B4-BE49-F238E27FC236}">
                          <a16:creationId xmlns:a16="http://schemas.microsoft.com/office/drawing/2014/main" id="{B26923D4-A811-4A89-847E-9DECCFCB11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7065" y="4377118"/>
                      <a:ext cx="13213" cy="50007"/>
                    </a:xfrm>
                    <a:custGeom>
                      <a:avLst/>
                      <a:gdLst>
                        <a:gd name="connsiteX0" fmla="*/ 0 w 13213"/>
                        <a:gd name="connsiteY0" fmla="*/ 35052 h 50007"/>
                        <a:gd name="connsiteX1" fmla="*/ 6572 w 13213"/>
                        <a:gd name="connsiteY1" fmla="*/ 50006 h 50007"/>
                        <a:gd name="connsiteX2" fmla="*/ 13145 w 13213"/>
                        <a:gd name="connsiteY2" fmla="*/ 15430 h 50007"/>
                        <a:gd name="connsiteX3" fmla="*/ 11906 w 13213"/>
                        <a:gd name="connsiteY3" fmla="*/ 0 h 50007"/>
                        <a:gd name="connsiteX4" fmla="*/ 11621 w 13213"/>
                        <a:gd name="connsiteY4" fmla="*/ 8572 h 50007"/>
                        <a:gd name="connsiteX5" fmla="*/ 0 w 13213"/>
                        <a:gd name="connsiteY5" fmla="*/ 35052 h 50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213" h="50007">
                          <a:moveTo>
                            <a:pt x="0" y="35052"/>
                          </a:moveTo>
                          <a:cubicBezTo>
                            <a:pt x="1524" y="44101"/>
                            <a:pt x="4000" y="50101"/>
                            <a:pt x="6572" y="50006"/>
                          </a:cubicBezTo>
                          <a:cubicBezTo>
                            <a:pt x="10668" y="49911"/>
                            <a:pt x="13716" y="34385"/>
                            <a:pt x="13145" y="15430"/>
                          </a:cubicBezTo>
                          <a:cubicBezTo>
                            <a:pt x="12954" y="9906"/>
                            <a:pt x="12573" y="4667"/>
                            <a:pt x="11906" y="0"/>
                          </a:cubicBezTo>
                          <a:cubicBezTo>
                            <a:pt x="12002" y="2857"/>
                            <a:pt x="11906" y="5715"/>
                            <a:pt x="11621" y="8572"/>
                          </a:cubicBezTo>
                          <a:cubicBezTo>
                            <a:pt x="9811" y="23908"/>
                            <a:pt x="5048" y="36100"/>
                            <a:pt x="0" y="35052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56" name="Forme libre : forme 15655">
                      <a:extLst>
                        <a:ext uri="{FF2B5EF4-FFF2-40B4-BE49-F238E27FC236}">
                          <a16:creationId xmlns:a16="http://schemas.microsoft.com/office/drawing/2014/main" id="{F3C53BD0-E472-42B6-889D-0BD0B293FF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6727" y="4354829"/>
                      <a:ext cx="15075" cy="68771"/>
                    </a:xfrm>
                    <a:custGeom>
                      <a:avLst/>
                      <a:gdLst>
                        <a:gd name="connsiteX0" fmla="*/ 6529 w 15075"/>
                        <a:gd name="connsiteY0" fmla="*/ 0 h 68771"/>
                        <a:gd name="connsiteX1" fmla="*/ 15006 w 15075"/>
                        <a:gd name="connsiteY1" fmla="*/ 34195 h 68771"/>
                        <a:gd name="connsiteX2" fmla="*/ 8434 w 15075"/>
                        <a:gd name="connsiteY2" fmla="*/ 68771 h 68771"/>
                        <a:gd name="connsiteX3" fmla="*/ 52 w 15075"/>
                        <a:gd name="connsiteY3" fmla="*/ 34576 h 68771"/>
                        <a:gd name="connsiteX4" fmla="*/ 6529 w 15075"/>
                        <a:gd name="connsiteY4" fmla="*/ 0 h 68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75" h="68771">
                          <a:moveTo>
                            <a:pt x="6529" y="0"/>
                          </a:moveTo>
                          <a:cubicBezTo>
                            <a:pt x="10624" y="-95"/>
                            <a:pt x="14530" y="15145"/>
                            <a:pt x="15006" y="34195"/>
                          </a:cubicBezTo>
                          <a:cubicBezTo>
                            <a:pt x="15578" y="53245"/>
                            <a:pt x="12530" y="68771"/>
                            <a:pt x="8434" y="68771"/>
                          </a:cubicBezTo>
                          <a:cubicBezTo>
                            <a:pt x="4243" y="68866"/>
                            <a:pt x="623" y="53531"/>
                            <a:pt x="52" y="34576"/>
                          </a:cubicBezTo>
                          <a:cubicBezTo>
                            <a:pt x="-425" y="15717"/>
                            <a:pt x="2433" y="191"/>
                            <a:pt x="6529" y="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57" name="Forme libre : forme 15656">
                      <a:extLst>
                        <a:ext uri="{FF2B5EF4-FFF2-40B4-BE49-F238E27FC236}">
                          <a16:creationId xmlns:a16="http://schemas.microsoft.com/office/drawing/2014/main" id="{38B56403-6B32-4DBE-AC09-00558D506F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072" y="4370490"/>
                      <a:ext cx="26894" cy="86398"/>
                    </a:xfrm>
                    <a:custGeom>
                      <a:avLst/>
                      <a:gdLst>
                        <a:gd name="connsiteX0" fmla="*/ 13184 w 26894"/>
                        <a:gd name="connsiteY0" fmla="*/ 85876 h 86398"/>
                        <a:gd name="connsiteX1" fmla="*/ 20042 w 26894"/>
                        <a:gd name="connsiteY1" fmla="*/ 83399 h 86398"/>
                        <a:gd name="connsiteX2" fmla="*/ 26710 w 26894"/>
                        <a:gd name="connsiteY2" fmla="*/ 48538 h 86398"/>
                        <a:gd name="connsiteX3" fmla="*/ 24804 w 26894"/>
                        <a:gd name="connsiteY3" fmla="*/ 12343 h 86398"/>
                        <a:gd name="connsiteX4" fmla="*/ 17756 w 26894"/>
                        <a:gd name="connsiteY4" fmla="*/ 913 h 86398"/>
                        <a:gd name="connsiteX5" fmla="*/ 14613 w 26894"/>
                        <a:gd name="connsiteY5" fmla="*/ 13010 h 86398"/>
                        <a:gd name="connsiteX6" fmla="*/ 7183 w 26894"/>
                        <a:gd name="connsiteY6" fmla="*/ 42632 h 86398"/>
                        <a:gd name="connsiteX7" fmla="*/ 420 w 26894"/>
                        <a:gd name="connsiteY7" fmla="*/ 77113 h 86398"/>
                        <a:gd name="connsiteX8" fmla="*/ 13184 w 26894"/>
                        <a:gd name="connsiteY8" fmla="*/ 85876 h 863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894" h="86398">
                          <a:moveTo>
                            <a:pt x="13184" y="85876"/>
                          </a:moveTo>
                          <a:cubicBezTo>
                            <a:pt x="15565" y="86066"/>
                            <a:pt x="17946" y="86257"/>
                            <a:pt x="20042" y="83399"/>
                          </a:cubicBezTo>
                          <a:cubicBezTo>
                            <a:pt x="24138" y="78065"/>
                            <a:pt x="26233" y="63111"/>
                            <a:pt x="26710" y="48538"/>
                          </a:cubicBezTo>
                          <a:cubicBezTo>
                            <a:pt x="27186" y="36441"/>
                            <a:pt x="26805" y="23297"/>
                            <a:pt x="24804" y="12343"/>
                          </a:cubicBezTo>
                          <a:cubicBezTo>
                            <a:pt x="23280" y="4247"/>
                            <a:pt x="20233" y="-2516"/>
                            <a:pt x="17756" y="913"/>
                          </a:cubicBezTo>
                          <a:cubicBezTo>
                            <a:pt x="16232" y="3008"/>
                            <a:pt x="15470" y="8342"/>
                            <a:pt x="14613" y="13010"/>
                          </a:cubicBezTo>
                          <a:cubicBezTo>
                            <a:pt x="12708" y="24249"/>
                            <a:pt x="10231" y="34250"/>
                            <a:pt x="7183" y="42632"/>
                          </a:cubicBezTo>
                          <a:cubicBezTo>
                            <a:pt x="4611" y="49776"/>
                            <a:pt x="-1675" y="62730"/>
                            <a:pt x="420" y="77113"/>
                          </a:cubicBezTo>
                          <a:cubicBezTo>
                            <a:pt x="2230" y="90067"/>
                            <a:pt x="9850" y="85590"/>
                            <a:pt x="13184" y="8587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58" name="Forme libre : forme 15657">
                      <a:extLst>
                        <a:ext uri="{FF2B5EF4-FFF2-40B4-BE49-F238E27FC236}">
                          <a16:creationId xmlns:a16="http://schemas.microsoft.com/office/drawing/2014/main" id="{0B1E83D0-9D7C-47DF-A28B-A92FEBCC20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555" y="4414253"/>
                      <a:ext cx="7970" cy="28015"/>
                    </a:xfrm>
                    <a:custGeom>
                      <a:avLst/>
                      <a:gdLst>
                        <a:gd name="connsiteX0" fmla="*/ 4939 w 7970"/>
                        <a:gd name="connsiteY0" fmla="*/ 26396 h 28015"/>
                        <a:gd name="connsiteX1" fmla="*/ 6558 w 7970"/>
                        <a:gd name="connsiteY1" fmla="*/ 28016 h 28015"/>
                        <a:gd name="connsiteX2" fmla="*/ 7892 w 7970"/>
                        <a:gd name="connsiteY2" fmla="*/ 25349 h 28015"/>
                        <a:gd name="connsiteX3" fmla="*/ 7701 w 7970"/>
                        <a:gd name="connsiteY3" fmla="*/ 20301 h 28015"/>
                        <a:gd name="connsiteX4" fmla="*/ 5891 w 7970"/>
                        <a:gd name="connsiteY4" fmla="*/ 8204 h 28015"/>
                        <a:gd name="connsiteX5" fmla="*/ 4843 w 7970"/>
                        <a:gd name="connsiteY5" fmla="*/ 3822 h 28015"/>
                        <a:gd name="connsiteX6" fmla="*/ 81 w 7970"/>
                        <a:gd name="connsiteY6" fmla="*/ 7632 h 28015"/>
                        <a:gd name="connsiteX7" fmla="*/ 4939 w 7970"/>
                        <a:gd name="connsiteY7" fmla="*/ 26396 h 28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970" h="28015">
                          <a:moveTo>
                            <a:pt x="4939" y="26396"/>
                          </a:moveTo>
                          <a:cubicBezTo>
                            <a:pt x="5415" y="27254"/>
                            <a:pt x="5986" y="28016"/>
                            <a:pt x="6558" y="28016"/>
                          </a:cubicBezTo>
                          <a:cubicBezTo>
                            <a:pt x="7129" y="28016"/>
                            <a:pt x="7701" y="27063"/>
                            <a:pt x="7892" y="25349"/>
                          </a:cubicBezTo>
                          <a:cubicBezTo>
                            <a:pt x="8082" y="23825"/>
                            <a:pt x="7892" y="22015"/>
                            <a:pt x="7701" y="20301"/>
                          </a:cubicBezTo>
                          <a:cubicBezTo>
                            <a:pt x="7225" y="16110"/>
                            <a:pt x="6653" y="12014"/>
                            <a:pt x="5891" y="8204"/>
                          </a:cubicBezTo>
                          <a:cubicBezTo>
                            <a:pt x="5606" y="6585"/>
                            <a:pt x="5225" y="5061"/>
                            <a:pt x="4843" y="3822"/>
                          </a:cubicBezTo>
                          <a:cubicBezTo>
                            <a:pt x="3034" y="-1321"/>
                            <a:pt x="-586" y="-2369"/>
                            <a:pt x="81" y="7632"/>
                          </a:cubicBezTo>
                          <a:cubicBezTo>
                            <a:pt x="748" y="15347"/>
                            <a:pt x="2843" y="22777"/>
                            <a:pt x="4939" y="2639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59" name="Forme libre : forme 15658">
                      <a:extLst>
                        <a:ext uri="{FF2B5EF4-FFF2-40B4-BE49-F238E27FC236}">
                          <a16:creationId xmlns:a16="http://schemas.microsoft.com/office/drawing/2014/main" id="{7B269C04-B267-4A92-B984-D9A8D1EFD6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3827" y="4331759"/>
                      <a:ext cx="16383" cy="41454"/>
                    </a:xfrm>
                    <a:custGeom>
                      <a:avLst/>
                      <a:gdLst>
                        <a:gd name="connsiteX0" fmla="*/ 0 w 16383"/>
                        <a:gd name="connsiteY0" fmla="*/ 20 h 41454"/>
                        <a:gd name="connsiteX1" fmla="*/ 16383 w 16383"/>
                        <a:gd name="connsiteY1" fmla="*/ 41454 h 41454"/>
                        <a:gd name="connsiteX2" fmla="*/ 0 w 16383"/>
                        <a:gd name="connsiteY2" fmla="*/ 20 h 41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6383" h="41454">
                          <a:moveTo>
                            <a:pt x="0" y="20"/>
                          </a:moveTo>
                          <a:cubicBezTo>
                            <a:pt x="0" y="20"/>
                            <a:pt x="11335" y="-2265"/>
                            <a:pt x="16383" y="41454"/>
                          </a:cubicBezTo>
                          <a:cubicBezTo>
                            <a:pt x="16383" y="41550"/>
                            <a:pt x="11811" y="7831"/>
                            <a:pt x="0" y="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60" name="Forme libre : forme 15659">
                      <a:extLst>
                        <a:ext uri="{FF2B5EF4-FFF2-40B4-BE49-F238E27FC236}">
                          <a16:creationId xmlns:a16="http://schemas.microsoft.com/office/drawing/2014/main" id="{6C0D053D-D62C-4F5A-88DD-9CA9A082B0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111" y="4428363"/>
                      <a:ext cx="15240" cy="47339"/>
                    </a:xfrm>
                    <a:custGeom>
                      <a:avLst/>
                      <a:gdLst>
                        <a:gd name="connsiteX0" fmla="*/ 0 w 15240"/>
                        <a:gd name="connsiteY0" fmla="*/ 0 h 47339"/>
                        <a:gd name="connsiteX1" fmla="*/ 15240 w 15240"/>
                        <a:gd name="connsiteY1" fmla="*/ 47339 h 47339"/>
                        <a:gd name="connsiteX2" fmla="*/ 0 w 15240"/>
                        <a:gd name="connsiteY2" fmla="*/ 0 h 47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240" h="47339">
                          <a:moveTo>
                            <a:pt x="0" y="0"/>
                          </a:moveTo>
                          <a:cubicBezTo>
                            <a:pt x="0" y="0"/>
                            <a:pt x="1334" y="42767"/>
                            <a:pt x="15240" y="47339"/>
                          </a:cubicBezTo>
                          <a:cubicBezTo>
                            <a:pt x="15240" y="47339"/>
                            <a:pt x="3048" y="3876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61" name="Forme libre : forme 15660">
                      <a:extLst>
                        <a:ext uri="{FF2B5EF4-FFF2-40B4-BE49-F238E27FC236}">
                          <a16:creationId xmlns:a16="http://schemas.microsoft.com/office/drawing/2014/main" id="{C39E893E-7AC4-4CBE-AAA1-8931DC9761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6708" y="4373046"/>
                      <a:ext cx="5094" cy="25859"/>
                    </a:xfrm>
                    <a:custGeom>
                      <a:avLst/>
                      <a:gdLst>
                        <a:gd name="connsiteX0" fmla="*/ 3499 w 5094"/>
                        <a:gd name="connsiteY0" fmla="*/ 262 h 25859"/>
                        <a:gd name="connsiteX1" fmla="*/ 4928 w 5094"/>
                        <a:gd name="connsiteY1" fmla="*/ 15501 h 25859"/>
                        <a:gd name="connsiteX2" fmla="*/ 1595 w 5094"/>
                        <a:gd name="connsiteY2" fmla="*/ 25598 h 25859"/>
                        <a:gd name="connsiteX3" fmla="*/ 166 w 5094"/>
                        <a:gd name="connsiteY3" fmla="*/ 10358 h 25859"/>
                        <a:gd name="connsiteX4" fmla="*/ 3499 w 5094"/>
                        <a:gd name="connsiteY4" fmla="*/ 262 h 25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94" h="25859">
                          <a:moveTo>
                            <a:pt x="3499" y="262"/>
                          </a:moveTo>
                          <a:cubicBezTo>
                            <a:pt x="4833" y="1690"/>
                            <a:pt x="5405" y="8453"/>
                            <a:pt x="4928" y="15501"/>
                          </a:cubicBezTo>
                          <a:cubicBezTo>
                            <a:pt x="4357" y="22455"/>
                            <a:pt x="2928" y="27027"/>
                            <a:pt x="1595" y="25598"/>
                          </a:cubicBezTo>
                          <a:cubicBezTo>
                            <a:pt x="261" y="24169"/>
                            <a:pt x="-310" y="17407"/>
                            <a:pt x="166" y="10358"/>
                          </a:cubicBezTo>
                          <a:cubicBezTo>
                            <a:pt x="737" y="3405"/>
                            <a:pt x="2166" y="-1167"/>
                            <a:pt x="3499" y="26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62" name="Forme libre : forme 15661">
                      <a:extLst>
                        <a:ext uri="{FF2B5EF4-FFF2-40B4-BE49-F238E27FC236}">
                          <a16:creationId xmlns:a16="http://schemas.microsoft.com/office/drawing/2014/main" id="{27B3D880-3E4F-4F87-9CF0-002EC3EFD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481" y="4369593"/>
                      <a:ext cx="2119" cy="7143"/>
                    </a:xfrm>
                    <a:custGeom>
                      <a:avLst/>
                      <a:gdLst>
                        <a:gd name="connsiteX0" fmla="*/ 965 w 2119"/>
                        <a:gd name="connsiteY0" fmla="*/ 0 h 7143"/>
                        <a:gd name="connsiteX1" fmla="*/ 2108 w 2119"/>
                        <a:gd name="connsiteY1" fmla="*/ 3524 h 7143"/>
                        <a:gd name="connsiteX2" fmla="*/ 1155 w 2119"/>
                        <a:gd name="connsiteY2" fmla="*/ 7144 h 7143"/>
                        <a:gd name="connsiteX3" fmla="*/ 12 w 2119"/>
                        <a:gd name="connsiteY3" fmla="*/ 3620 h 7143"/>
                        <a:gd name="connsiteX4" fmla="*/ 965 w 2119"/>
                        <a:gd name="connsiteY4" fmla="*/ 0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19" h="7143">
                          <a:moveTo>
                            <a:pt x="965" y="0"/>
                          </a:moveTo>
                          <a:cubicBezTo>
                            <a:pt x="1536" y="0"/>
                            <a:pt x="2108" y="1524"/>
                            <a:pt x="2108" y="3524"/>
                          </a:cubicBezTo>
                          <a:cubicBezTo>
                            <a:pt x="2203" y="5524"/>
                            <a:pt x="1727" y="7144"/>
                            <a:pt x="1155" y="7144"/>
                          </a:cubicBezTo>
                          <a:cubicBezTo>
                            <a:pt x="584" y="7144"/>
                            <a:pt x="12" y="5620"/>
                            <a:pt x="12" y="3620"/>
                          </a:cubicBezTo>
                          <a:cubicBezTo>
                            <a:pt x="-83" y="1619"/>
                            <a:pt x="393" y="0"/>
                            <a:pt x="96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63" name="Forme libre : forme 15662">
                      <a:extLst>
                        <a:ext uri="{FF2B5EF4-FFF2-40B4-BE49-F238E27FC236}">
                          <a16:creationId xmlns:a16="http://schemas.microsoft.com/office/drawing/2014/main" id="{40207F34-470A-4560-BFF1-047BBD3B4E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627" y="4338536"/>
                      <a:ext cx="18108" cy="60968"/>
                    </a:xfrm>
                    <a:custGeom>
                      <a:avLst/>
                      <a:gdLst>
                        <a:gd name="connsiteX0" fmla="*/ 5865 w 18108"/>
                        <a:gd name="connsiteY0" fmla="*/ 5435 h 60968"/>
                        <a:gd name="connsiteX1" fmla="*/ 15009 w 18108"/>
                        <a:gd name="connsiteY1" fmla="*/ 5 h 60968"/>
                        <a:gd name="connsiteX2" fmla="*/ 18057 w 18108"/>
                        <a:gd name="connsiteY2" fmla="*/ 4959 h 60968"/>
                        <a:gd name="connsiteX3" fmla="*/ 16438 w 18108"/>
                        <a:gd name="connsiteY3" fmla="*/ 12769 h 60968"/>
                        <a:gd name="connsiteX4" fmla="*/ 8247 w 18108"/>
                        <a:gd name="connsiteY4" fmla="*/ 28771 h 60968"/>
                        <a:gd name="connsiteX5" fmla="*/ 2246 w 18108"/>
                        <a:gd name="connsiteY5" fmla="*/ 60203 h 60968"/>
                        <a:gd name="connsiteX6" fmla="*/ 912 w 18108"/>
                        <a:gd name="connsiteY6" fmla="*/ 21151 h 60968"/>
                        <a:gd name="connsiteX7" fmla="*/ 5865 w 18108"/>
                        <a:gd name="connsiteY7" fmla="*/ 5435 h 60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108" h="60968">
                          <a:moveTo>
                            <a:pt x="5865" y="5435"/>
                          </a:moveTo>
                          <a:cubicBezTo>
                            <a:pt x="8628" y="1053"/>
                            <a:pt x="11866" y="-90"/>
                            <a:pt x="15009" y="5"/>
                          </a:cubicBezTo>
                          <a:cubicBezTo>
                            <a:pt x="16152" y="101"/>
                            <a:pt x="17676" y="1148"/>
                            <a:pt x="18057" y="4959"/>
                          </a:cubicBezTo>
                          <a:cubicBezTo>
                            <a:pt x="18343" y="8483"/>
                            <a:pt x="17390" y="11150"/>
                            <a:pt x="16438" y="12769"/>
                          </a:cubicBezTo>
                          <a:cubicBezTo>
                            <a:pt x="13581" y="17627"/>
                            <a:pt x="10152" y="20198"/>
                            <a:pt x="8247" y="28771"/>
                          </a:cubicBezTo>
                          <a:cubicBezTo>
                            <a:pt x="7104" y="34105"/>
                            <a:pt x="5484" y="66300"/>
                            <a:pt x="2246" y="60203"/>
                          </a:cubicBezTo>
                          <a:cubicBezTo>
                            <a:pt x="-897" y="54108"/>
                            <a:pt x="-135" y="28771"/>
                            <a:pt x="912" y="21151"/>
                          </a:cubicBezTo>
                          <a:cubicBezTo>
                            <a:pt x="1960" y="14102"/>
                            <a:pt x="3770" y="8768"/>
                            <a:pt x="5865" y="543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95" name="Graphique 1">
                    <a:extLst>
                      <a:ext uri="{FF2B5EF4-FFF2-40B4-BE49-F238E27FC236}">
                        <a16:creationId xmlns:a16="http://schemas.microsoft.com/office/drawing/2014/main" id="{E8FF0BAD-6819-4201-BE7C-28368E2301F7}"/>
                      </a:ext>
                    </a:extLst>
                  </p:cNvPr>
                  <p:cNvGrpSpPr/>
                  <p:nvPr/>
                </p:nvGrpSpPr>
                <p:grpSpPr>
                  <a:xfrm>
                    <a:off x="3896520" y="4176139"/>
                    <a:ext cx="41394" cy="151356"/>
                    <a:chOff x="3896520" y="4176139"/>
                    <a:chExt cx="41394" cy="151356"/>
                  </a:xfrm>
                  <a:solidFill>
                    <a:schemeClr val="accent1"/>
                  </a:solidFill>
                </p:grpSpPr>
                <p:sp>
                  <p:nvSpPr>
                    <p:cNvPr id="15640" name="Forme libre : forme 15639">
                      <a:extLst>
                        <a:ext uri="{FF2B5EF4-FFF2-40B4-BE49-F238E27FC236}">
                          <a16:creationId xmlns:a16="http://schemas.microsoft.com/office/drawing/2014/main" id="{4528CEA1-50AE-48EB-9E7B-2ABB09F37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520" y="4176139"/>
                      <a:ext cx="41394" cy="151356"/>
                    </a:xfrm>
                    <a:custGeom>
                      <a:avLst/>
                      <a:gdLst>
                        <a:gd name="connsiteX0" fmla="*/ 39595 w 41394"/>
                        <a:gd name="connsiteY0" fmla="*/ 47150 h 151356"/>
                        <a:gd name="connsiteX1" fmla="*/ 41309 w 41394"/>
                        <a:gd name="connsiteY1" fmla="*/ 102967 h 151356"/>
                        <a:gd name="connsiteX2" fmla="*/ 28641 w 41394"/>
                        <a:gd name="connsiteY2" fmla="*/ 150973 h 151356"/>
                        <a:gd name="connsiteX3" fmla="*/ 17783 w 41394"/>
                        <a:gd name="connsiteY3" fmla="*/ 151353 h 151356"/>
                        <a:gd name="connsiteX4" fmla="*/ 1876 w 41394"/>
                        <a:gd name="connsiteY4" fmla="*/ 104300 h 151356"/>
                        <a:gd name="connsiteX5" fmla="*/ 66 w 41394"/>
                        <a:gd name="connsiteY5" fmla="*/ 48293 h 151356"/>
                        <a:gd name="connsiteX6" fmla="*/ 13115 w 41394"/>
                        <a:gd name="connsiteY6" fmla="*/ 287 h 151356"/>
                        <a:gd name="connsiteX7" fmla="*/ 23974 w 41394"/>
                        <a:gd name="connsiteY7" fmla="*/ 1 h 151356"/>
                        <a:gd name="connsiteX8" fmla="*/ 39595 w 41394"/>
                        <a:gd name="connsiteY8" fmla="*/ 47150 h 1513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394" h="151356">
                          <a:moveTo>
                            <a:pt x="39595" y="47150"/>
                          </a:moveTo>
                          <a:lnTo>
                            <a:pt x="41309" y="102967"/>
                          </a:lnTo>
                          <a:cubicBezTo>
                            <a:pt x="42167" y="129160"/>
                            <a:pt x="36452" y="150782"/>
                            <a:pt x="28641" y="150973"/>
                          </a:cubicBezTo>
                          <a:lnTo>
                            <a:pt x="17783" y="151353"/>
                          </a:lnTo>
                          <a:cubicBezTo>
                            <a:pt x="9972" y="151639"/>
                            <a:pt x="2733" y="130399"/>
                            <a:pt x="1876" y="104300"/>
                          </a:cubicBezTo>
                          <a:lnTo>
                            <a:pt x="66" y="48293"/>
                          </a:lnTo>
                          <a:cubicBezTo>
                            <a:pt x="-696" y="22099"/>
                            <a:pt x="5210" y="382"/>
                            <a:pt x="13115" y="287"/>
                          </a:cubicBezTo>
                          <a:lnTo>
                            <a:pt x="23974" y="1"/>
                          </a:lnTo>
                          <a:cubicBezTo>
                            <a:pt x="31975" y="-189"/>
                            <a:pt x="38833" y="20956"/>
                            <a:pt x="39595" y="4715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41" name="Forme libre : forme 15640">
                      <a:extLst>
                        <a:ext uri="{FF2B5EF4-FFF2-40B4-BE49-F238E27FC236}">
                          <a16:creationId xmlns:a16="http://schemas.microsoft.com/office/drawing/2014/main" id="{77A1BD66-4B15-4CD9-A7DA-F2A81FD776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0208" y="4176140"/>
                      <a:ext cx="17706" cy="151162"/>
                    </a:xfrm>
                    <a:custGeom>
                      <a:avLst/>
                      <a:gdLst>
                        <a:gd name="connsiteX0" fmla="*/ 4382 w 17706"/>
                        <a:gd name="connsiteY0" fmla="*/ 93441 h 151162"/>
                        <a:gd name="connsiteX1" fmla="*/ 286 w 17706"/>
                        <a:gd name="connsiteY1" fmla="*/ 151162 h 151162"/>
                        <a:gd name="connsiteX2" fmla="*/ 4953 w 17706"/>
                        <a:gd name="connsiteY2" fmla="*/ 150972 h 151162"/>
                        <a:gd name="connsiteX3" fmla="*/ 17621 w 17706"/>
                        <a:gd name="connsiteY3" fmla="*/ 102966 h 151162"/>
                        <a:gd name="connsiteX4" fmla="*/ 15907 w 17706"/>
                        <a:gd name="connsiteY4" fmla="*/ 47149 h 151162"/>
                        <a:gd name="connsiteX5" fmla="*/ 381 w 17706"/>
                        <a:gd name="connsiteY5" fmla="*/ 0 h 151162"/>
                        <a:gd name="connsiteX6" fmla="*/ 0 w 17706"/>
                        <a:gd name="connsiteY6" fmla="*/ 0 h 151162"/>
                        <a:gd name="connsiteX7" fmla="*/ 4382 w 17706"/>
                        <a:gd name="connsiteY7" fmla="*/ 93441 h 151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706" h="151162">
                          <a:moveTo>
                            <a:pt x="4382" y="93441"/>
                          </a:moveTo>
                          <a:cubicBezTo>
                            <a:pt x="6858" y="115539"/>
                            <a:pt x="5334" y="138589"/>
                            <a:pt x="286" y="151162"/>
                          </a:cubicBezTo>
                          <a:lnTo>
                            <a:pt x="4953" y="150972"/>
                          </a:lnTo>
                          <a:cubicBezTo>
                            <a:pt x="12763" y="150686"/>
                            <a:pt x="18479" y="129064"/>
                            <a:pt x="17621" y="102966"/>
                          </a:cubicBezTo>
                          <a:lnTo>
                            <a:pt x="15907" y="47149"/>
                          </a:lnTo>
                          <a:cubicBezTo>
                            <a:pt x="15145" y="21050"/>
                            <a:pt x="8192" y="-95"/>
                            <a:pt x="381" y="0"/>
                          </a:cubicBezTo>
                          <a:lnTo>
                            <a:pt x="0" y="0"/>
                          </a:lnTo>
                          <a:cubicBezTo>
                            <a:pt x="1524" y="31814"/>
                            <a:pt x="857" y="62294"/>
                            <a:pt x="4382" y="93441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42" name="Forme libre : forme 15641">
                      <a:extLst>
                        <a:ext uri="{FF2B5EF4-FFF2-40B4-BE49-F238E27FC236}">
                          <a16:creationId xmlns:a16="http://schemas.microsoft.com/office/drawing/2014/main" id="{D25AA40A-9CBF-4754-ABC1-EA2C8097B3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0324" y="4207382"/>
                      <a:ext cx="15101" cy="68771"/>
                    </a:xfrm>
                    <a:custGeom>
                      <a:avLst/>
                      <a:gdLst>
                        <a:gd name="connsiteX0" fmla="*/ 6550 w 15101"/>
                        <a:gd name="connsiteY0" fmla="*/ 0 h 68771"/>
                        <a:gd name="connsiteX1" fmla="*/ 15027 w 15101"/>
                        <a:gd name="connsiteY1" fmla="*/ 34195 h 68771"/>
                        <a:gd name="connsiteX2" fmla="*/ 8645 w 15101"/>
                        <a:gd name="connsiteY2" fmla="*/ 68771 h 68771"/>
                        <a:gd name="connsiteX3" fmla="*/ 73 w 15101"/>
                        <a:gd name="connsiteY3" fmla="*/ 34576 h 68771"/>
                        <a:gd name="connsiteX4" fmla="*/ 6550 w 15101"/>
                        <a:gd name="connsiteY4" fmla="*/ 0 h 68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01" h="68771">
                          <a:moveTo>
                            <a:pt x="6550" y="0"/>
                          </a:moveTo>
                          <a:cubicBezTo>
                            <a:pt x="10646" y="-95"/>
                            <a:pt x="14456" y="15145"/>
                            <a:pt x="15027" y="34195"/>
                          </a:cubicBezTo>
                          <a:cubicBezTo>
                            <a:pt x="15598" y="53150"/>
                            <a:pt x="12836" y="68676"/>
                            <a:pt x="8645" y="68771"/>
                          </a:cubicBezTo>
                          <a:cubicBezTo>
                            <a:pt x="4549" y="68866"/>
                            <a:pt x="644" y="53626"/>
                            <a:pt x="73" y="34576"/>
                          </a:cubicBezTo>
                          <a:cubicBezTo>
                            <a:pt x="-499" y="15621"/>
                            <a:pt x="2359" y="96"/>
                            <a:pt x="6550" y="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43" name="Forme libre : forme 15642">
                      <a:extLst>
                        <a:ext uri="{FF2B5EF4-FFF2-40B4-BE49-F238E27FC236}">
                          <a16:creationId xmlns:a16="http://schemas.microsoft.com/office/drawing/2014/main" id="{B7765491-84A5-4EFF-930E-6A4543789D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302" y="4226147"/>
                      <a:ext cx="13121" cy="50007"/>
                    </a:xfrm>
                    <a:custGeom>
                      <a:avLst/>
                      <a:gdLst>
                        <a:gd name="connsiteX0" fmla="*/ 0 w 13121"/>
                        <a:gd name="connsiteY0" fmla="*/ 35052 h 50007"/>
                        <a:gd name="connsiteX1" fmla="*/ 6668 w 13121"/>
                        <a:gd name="connsiteY1" fmla="*/ 50006 h 50007"/>
                        <a:gd name="connsiteX2" fmla="*/ 13049 w 13121"/>
                        <a:gd name="connsiteY2" fmla="*/ 15430 h 50007"/>
                        <a:gd name="connsiteX3" fmla="*/ 11811 w 13121"/>
                        <a:gd name="connsiteY3" fmla="*/ 0 h 50007"/>
                        <a:gd name="connsiteX4" fmla="*/ 11525 w 13121"/>
                        <a:gd name="connsiteY4" fmla="*/ 8572 h 50007"/>
                        <a:gd name="connsiteX5" fmla="*/ 0 w 13121"/>
                        <a:gd name="connsiteY5" fmla="*/ 35052 h 50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121" h="50007">
                          <a:moveTo>
                            <a:pt x="0" y="35052"/>
                          </a:moveTo>
                          <a:cubicBezTo>
                            <a:pt x="1619" y="44101"/>
                            <a:pt x="4096" y="50102"/>
                            <a:pt x="6668" y="50006"/>
                          </a:cubicBezTo>
                          <a:cubicBezTo>
                            <a:pt x="10763" y="49911"/>
                            <a:pt x="13621" y="34385"/>
                            <a:pt x="13049" y="15430"/>
                          </a:cubicBezTo>
                          <a:cubicBezTo>
                            <a:pt x="12859" y="9906"/>
                            <a:pt x="12382" y="4667"/>
                            <a:pt x="11811" y="0"/>
                          </a:cubicBezTo>
                          <a:cubicBezTo>
                            <a:pt x="11811" y="2857"/>
                            <a:pt x="11811" y="5715"/>
                            <a:pt x="11525" y="8572"/>
                          </a:cubicBezTo>
                          <a:cubicBezTo>
                            <a:pt x="9715" y="23717"/>
                            <a:pt x="5048" y="36100"/>
                            <a:pt x="0" y="35052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44" name="Forme libre : forme 15643">
                      <a:extLst>
                        <a:ext uri="{FF2B5EF4-FFF2-40B4-BE49-F238E27FC236}">
                          <a16:creationId xmlns:a16="http://schemas.microsoft.com/office/drawing/2014/main" id="{40EC30F7-A9BD-4786-A730-2CB376D376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850" y="4203858"/>
                      <a:ext cx="15099" cy="68771"/>
                    </a:xfrm>
                    <a:custGeom>
                      <a:avLst/>
                      <a:gdLst>
                        <a:gd name="connsiteX0" fmla="*/ 6548 w 15099"/>
                        <a:gd name="connsiteY0" fmla="*/ 0 h 68771"/>
                        <a:gd name="connsiteX1" fmla="*/ 15025 w 15099"/>
                        <a:gd name="connsiteY1" fmla="*/ 34195 h 68771"/>
                        <a:gd name="connsiteX2" fmla="*/ 8643 w 15099"/>
                        <a:gd name="connsiteY2" fmla="*/ 68771 h 68771"/>
                        <a:gd name="connsiteX3" fmla="*/ 71 w 15099"/>
                        <a:gd name="connsiteY3" fmla="*/ 34576 h 68771"/>
                        <a:gd name="connsiteX4" fmla="*/ 6548 w 15099"/>
                        <a:gd name="connsiteY4" fmla="*/ 0 h 68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99" h="68771">
                          <a:moveTo>
                            <a:pt x="6548" y="0"/>
                          </a:moveTo>
                          <a:cubicBezTo>
                            <a:pt x="10644" y="-95"/>
                            <a:pt x="14454" y="15145"/>
                            <a:pt x="15025" y="34195"/>
                          </a:cubicBezTo>
                          <a:cubicBezTo>
                            <a:pt x="15597" y="53150"/>
                            <a:pt x="12834" y="68676"/>
                            <a:pt x="8643" y="68771"/>
                          </a:cubicBezTo>
                          <a:cubicBezTo>
                            <a:pt x="4548" y="68866"/>
                            <a:pt x="642" y="53626"/>
                            <a:pt x="71" y="34576"/>
                          </a:cubicBezTo>
                          <a:cubicBezTo>
                            <a:pt x="-501" y="15526"/>
                            <a:pt x="2452" y="95"/>
                            <a:pt x="6548" y="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45" name="Forme libre : forme 15644">
                      <a:extLst>
                        <a:ext uri="{FF2B5EF4-FFF2-40B4-BE49-F238E27FC236}">
                          <a16:creationId xmlns:a16="http://schemas.microsoft.com/office/drawing/2014/main" id="{E63EFDF1-B2E8-444A-9315-A9A9DCF06C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709" y="4219424"/>
                      <a:ext cx="26536" cy="86412"/>
                    </a:xfrm>
                    <a:custGeom>
                      <a:avLst/>
                      <a:gdLst>
                        <a:gd name="connsiteX0" fmla="*/ 13261 w 26536"/>
                        <a:gd name="connsiteY0" fmla="*/ 85781 h 86412"/>
                        <a:gd name="connsiteX1" fmla="*/ 20119 w 26536"/>
                        <a:gd name="connsiteY1" fmla="*/ 83209 h 86412"/>
                        <a:gd name="connsiteX2" fmla="*/ 26406 w 26536"/>
                        <a:gd name="connsiteY2" fmla="*/ 48347 h 86412"/>
                        <a:gd name="connsiteX3" fmla="*/ 24310 w 26536"/>
                        <a:gd name="connsiteY3" fmla="*/ 12343 h 86412"/>
                        <a:gd name="connsiteX4" fmla="*/ 17262 w 26536"/>
                        <a:gd name="connsiteY4" fmla="*/ 913 h 86412"/>
                        <a:gd name="connsiteX5" fmla="*/ 14118 w 26536"/>
                        <a:gd name="connsiteY5" fmla="*/ 13010 h 86412"/>
                        <a:gd name="connsiteX6" fmla="*/ 6879 w 26536"/>
                        <a:gd name="connsiteY6" fmla="*/ 42632 h 86412"/>
                        <a:gd name="connsiteX7" fmla="*/ 498 w 26536"/>
                        <a:gd name="connsiteY7" fmla="*/ 77208 h 86412"/>
                        <a:gd name="connsiteX8" fmla="*/ 13261 w 26536"/>
                        <a:gd name="connsiteY8" fmla="*/ 85781 h 86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536" h="86412">
                          <a:moveTo>
                            <a:pt x="13261" y="85781"/>
                          </a:moveTo>
                          <a:cubicBezTo>
                            <a:pt x="15642" y="85971"/>
                            <a:pt x="18024" y="86066"/>
                            <a:pt x="20119" y="83209"/>
                          </a:cubicBezTo>
                          <a:cubicBezTo>
                            <a:pt x="24120" y="77780"/>
                            <a:pt x="25929" y="62825"/>
                            <a:pt x="26406" y="48347"/>
                          </a:cubicBezTo>
                          <a:cubicBezTo>
                            <a:pt x="26787" y="36251"/>
                            <a:pt x="26406" y="23202"/>
                            <a:pt x="24310" y="12343"/>
                          </a:cubicBezTo>
                          <a:cubicBezTo>
                            <a:pt x="22786" y="4247"/>
                            <a:pt x="19738" y="-2516"/>
                            <a:pt x="17262" y="913"/>
                          </a:cubicBezTo>
                          <a:cubicBezTo>
                            <a:pt x="15737" y="3008"/>
                            <a:pt x="14880" y="8342"/>
                            <a:pt x="14118" y="13010"/>
                          </a:cubicBezTo>
                          <a:cubicBezTo>
                            <a:pt x="12213" y="24249"/>
                            <a:pt x="9737" y="34250"/>
                            <a:pt x="6879" y="42632"/>
                          </a:cubicBezTo>
                          <a:cubicBezTo>
                            <a:pt x="4403" y="49776"/>
                            <a:pt x="-1788" y="62825"/>
                            <a:pt x="498" y="77208"/>
                          </a:cubicBezTo>
                          <a:cubicBezTo>
                            <a:pt x="2498" y="90162"/>
                            <a:pt x="10023" y="85590"/>
                            <a:pt x="13261" y="8578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46" name="Forme libre : forme 15645">
                      <a:extLst>
                        <a:ext uri="{FF2B5EF4-FFF2-40B4-BE49-F238E27FC236}">
                          <a16:creationId xmlns:a16="http://schemas.microsoft.com/office/drawing/2014/main" id="{9C31E30D-C9F2-4E7F-BE4E-5A4E7F6326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6937" y="4263282"/>
                      <a:ext cx="8111" cy="28015"/>
                    </a:xfrm>
                    <a:custGeom>
                      <a:avLst/>
                      <a:gdLst>
                        <a:gd name="connsiteX0" fmla="*/ 5079 w 8111"/>
                        <a:gd name="connsiteY0" fmla="*/ 26396 h 28015"/>
                        <a:gd name="connsiteX1" fmla="*/ 6699 w 8111"/>
                        <a:gd name="connsiteY1" fmla="*/ 28016 h 28015"/>
                        <a:gd name="connsiteX2" fmla="*/ 8032 w 8111"/>
                        <a:gd name="connsiteY2" fmla="*/ 25349 h 28015"/>
                        <a:gd name="connsiteX3" fmla="*/ 7842 w 8111"/>
                        <a:gd name="connsiteY3" fmla="*/ 20300 h 28015"/>
                        <a:gd name="connsiteX4" fmla="*/ 5937 w 8111"/>
                        <a:gd name="connsiteY4" fmla="*/ 8204 h 28015"/>
                        <a:gd name="connsiteX5" fmla="*/ 4794 w 8111"/>
                        <a:gd name="connsiteY5" fmla="*/ 3822 h 28015"/>
                        <a:gd name="connsiteX6" fmla="*/ 127 w 8111"/>
                        <a:gd name="connsiteY6" fmla="*/ 7632 h 28015"/>
                        <a:gd name="connsiteX7" fmla="*/ 5079 w 8111"/>
                        <a:gd name="connsiteY7" fmla="*/ 26396 h 28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111" h="28015">
                          <a:moveTo>
                            <a:pt x="5079" y="26396"/>
                          </a:moveTo>
                          <a:cubicBezTo>
                            <a:pt x="5556" y="27254"/>
                            <a:pt x="6127" y="28016"/>
                            <a:pt x="6699" y="28016"/>
                          </a:cubicBezTo>
                          <a:cubicBezTo>
                            <a:pt x="7270" y="28016"/>
                            <a:pt x="7842" y="27063"/>
                            <a:pt x="8032" y="25349"/>
                          </a:cubicBezTo>
                          <a:cubicBezTo>
                            <a:pt x="8223" y="23825"/>
                            <a:pt x="8032" y="22015"/>
                            <a:pt x="7842" y="20300"/>
                          </a:cubicBezTo>
                          <a:cubicBezTo>
                            <a:pt x="7365" y="16109"/>
                            <a:pt x="6699" y="12014"/>
                            <a:pt x="5937" y="8204"/>
                          </a:cubicBezTo>
                          <a:cubicBezTo>
                            <a:pt x="5651" y="6584"/>
                            <a:pt x="5270" y="5060"/>
                            <a:pt x="4794" y="3822"/>
                          </a:cubicBezTo>
                          <a:cubicBezTo>
                            <a:pt x="2984" y="-1321"/>
                            <a:pt x="-731" y="-2369"/>
                            <a:pt x="127" y="7632"/>
                          </a:cubicBezTo>
                          <a:cubicBezTo>
                            <a:pt x="698" y="15348"/>
                            <a:pt x="2984" y="22777"/>
                            <a:pt x="5079" y="2639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47" name="Forme libre : forme 15646">
                      <a:extLst>
                        <a:ext uri="{FF2B5EF4-FFF2-40B4-BE49-F238E27FC236}">
                          <a16:creationId xmlns:a16="http://schemas.microsoft.com/office/drawing/2014/main" id="{205F1267-87D9-4790-A354-CB0FBD1861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065" y="4180792"/>
                      <a:ext cx="16192" cy="41449"/>
                    </a:xfrm>
                    <a:custGeom>
                      <a:avLst/>
                      <a:gdLst>
                        <a:gd name="connsiteX0" fmla="*/ 0 w 16192"/>
                        <a:gd name="connsiteY0" fmla="*/ 16 h 41449"/>
                        <a:gd name="connsiteX1" fmla="*/ 16193 w 16192"/>
                        <a:gd name="connsiteY1" fmla="*/ 41450 h 41449"/>
                        <a:gd name="connsiteX2" fmla="*/ 0 w 16192"/>
                        <a:gd name="connsiteY2" fmla="*/ 16 h 41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6192" h="41449">
                          <a:moveTo>
                            <a:pt x="0" y="16"/>
                          </a:moveTo>
                          <a:cubicBezTo>
                            <a:pt x="0" y="16"/>
                            <a:pt x="11335" y="-2079"/>
                            <a:pt x="16193" y="41450"/>
                          </a:cubicBezTo>
                          <a:cubicBezTo>
                            <a:pt x="16193" y="41450"/>
                            <a:pt x="11811" y="7922"/>
                            <a:pt x="0" y="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48" name="Forme libre : forme 15647">
                      <a:extLst>
                        <a:ext uri="{FF2B5EF4-FFF2-40B4-BE49-F238E27FC236}">
                          <a16:creationId xmlns:a16="http://schemas.microsoft.com/office/drawing/2014/main" id="{EEB4BBCA-CA68-4AF9-A248-862432E6B7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539" y="4277486"/>
                      <a:ext cx="15906" cy="47244"/>
                    </a:xfrm>
                    <a:custGeom>
                      <a:avLst/>
                      <a:gdLst>
                        <a:gd name="connsiteX0" fmla="*/ 0 w 15906"/>
                        <a:gd name="connsiteY0" fmla="*/ 0 h 47244"/>
                        <a:gd name="connsiteX1" fmla="*/ 15907 w 15906"/>
                        <a:gd name="connsiteY1" fmla="*/ 47244 h 47244"/>
                        <a:gd name="connsiteX2" fmla="*/ 0 w 15906"/>
                        <a:gd name="connsiteY2" fmla="*/ 0 h 47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906" h="47244">
                          <a:moveTo>
                            <a:pt x="0" y="0"/>
                          </a:moveTo>
                          <a:cubicBezTo>
                            <a:pt x="0" y="0"/>
                            <a:pt x="1905" y="42958"/>
                            <a:pt x="15907" y="47244"/>
                          </a:cubicBezTo>
                          <a:cubicBezTo>
                            <a:pt x="15907" y="47244"/>
                            <a:pt x="3524" y="3895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49" name="Forme libre : forme 15648">
                      <a:extLst>
                        <a:ext uri="{FF2B5EF4-FFF2-40B4-BE49-F238E27FC236}">
                          <a16:creationId xmlns:a16="http://schemas.microsoft.com/office/drawing/2014/main" id="{4BB4806F-86A9-40FF-9EF1-F3B24E5FCB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862" y="4221980"/>
                      <a:ext cx="4987" cy="25859"/>
                    </a:xfrm>
                    <a:custGeom>
                      <a:avLst/>
                      <a:gdLst>
                        <a:gd name="connsiteX0" fmla="*/ 3393 w 4987"/>
                        <a:gd name="connsiteY0" fmla="*/ 262 h 25859"/>
                        <a:gd name="connsiteX1" fmla="*/ 4822 w 4987"/>
                        <a:gd name="connsiteY1" fmla="*/ 15502 h 25859"/>
                        <a:gd name="connsiteX2" fmla="*/ 1583 w 4987"/>
                        <a:gd name="connsiteY2" fmla="*/ 25598 h 25859"/>
                        <a:gd name="connsiteX3" fmla="*/ 155 w 4987"/>
                        <a:gd name="connsiteY3" fmla="*/ 10358 h 25859"/>
                        <a:gd name="connsiteX4" fmla="*/ 3393 w 4987"/>
                        <a:gd name="connsiteY4" fmla="*/ 262 h 25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87" h="25859">
                          <a:moveTo>
                            <a:pt x="3393" y="262"/>
                          </a:moveTo>
                          <a:cubicBezTo>
                            <a:pt x="4727" y="1690"/>
                            <a:pt x="5298" y="8453"/>
                            <a:pt x="4822" y="15502"/>
                          </a:cubicBezTo>
                          <a:cubicBezTo>
                            <a:pt x="4346" y="22455"/>
                            <a:pt x="2822" y="27027"/>
                            <a:pt x="1583" y="25598"/>
                          </a:cubicBezTo>
                          <a:cubicBezTo>
                            <a:pt x="345" y="24169"/>
                            <a:pt x="-322" y="17406"/>
                            <a:pt x="155" y="10358"/>
                          </a:cubicBezTo>
                          <a:cubicBezTo>
                            <a:pt x="631" y="3405"/>
                            <a:pt x="2155" y="-1167"/>
                            <a:pt x="3393" y="26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50" name="Forme libre : forme 15649">
                      <a:extLst>
                        <a:ext uri="{FF2B5EF4-FFF2-40B4-BE49-F238E27FC236}">
                          <a16:creationId xmlns:a16="http://schemas.microsoft.com/office/drawing/2014/main" id="{8557E23A-3AF9-4AD1-8DD0-2C7DD4B869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621" y="4218527"/>
                      <a:ext cx="2122" cy="7143"/>
                    </a:xfrm>
                    <a:custGeom>
                      <a:avLst/>
                      <a:gdLst>
                        <a:gd name="connsiteX0" fmla="*/ 967 w 2122"/>
                        <a:gd name="connsiteY0" fmla="*/ 0 h 7143"/>
                        <a:gd name="connsiteX1" fmla="*/ 2110 w 2122"/>
                        <a:gd name="connsiteY1" fmla="*/ 3524 h 7143"/>
                        <a:gd name="connsiteX2" fmla="*/ 1158 w 2122"/>
                        <a:gd name="connsiteY2" fmla="*/ 7144 h 7143"/>
                        <a:gd name="connsiteX3" fmla="*/ 14 w 2122"/>
                        <a:gd name="connsiteY3" fmla="*/ 3619 h 7143"/>
                        <a:gd name="connsiteX4" fmla="*/ 967 w 2122"/>
                        <a:gd name="connsiteY4" fmla="*/ 0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22" h="7143">
                          <a:moveTo>
                            <a:pt x="967" y="0"/>
                          </a:moveTo>
                          <a:cubicBezTo>
                            <a:pt x="1538" y="0"/>
                            <a:pt x="2110" y="1524"/>
                            <a:pt x="2110" y="3524"/>
                          </a:cubicBezTo>
                          <a:cubicBezTo>
                            <a:pt x="2205" y="5524"/>
                            <a:pt x="1729" y="7144"/>
                            <a:pt x="1158" y="7144"/>
                          </a:cubicBezTo>
                          <a:cubicBezTo>
                            <a:pt x="586" y="7144"/>
                            <a:pt x="14" y="5620"/>
                            <a:pt x="14" y="3619"/>
                          </a:cubicBezTo>
                          <a:cubicBezTo>
                            <a:pt x="-81" y="1619"/>
                            <a:pt x="300" y="95"/>
                            <a:pt x="96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51" name="Forme libre : forme 15650">
                      <a:extLst>
                        <a:ext uri="{FF2B5EF4-FFF2-40B4-BE49-F238E27FC236}">
                          <a16:creationId xmlns:a16="http://schemas.microsoft.com/office/drawing/2014/main" id="{671E9803-6C75-4D04-8C93-532C6E15E6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874" y="4187455"/>
                      <a:ext cx="18095" cy="61170"/>
                    </a:xfrm>
                    <a:custGeom>
                      <a:avLst/>
                      <a:gdLst>
                        <a:gd name="connsiteX0" fmla="*/ 5761 w 18095"/>
                        <a:gd name="connsiteY0" fmla="*/ 5354 h 61170"/>
                        <a:gd name="connsiteX1" fmla="*/ 15000 w 18095"/>
                        <a:gd name="connsiteY1" fmla="*/ 20 h 61170"/>
                        <a:gd name="connsiteX2" fmla="*/ 18048 w 18095"/>
                        <a:gd name="connsiteY2" fmla="*/ 5068 h 61170"/>
                        <a:gd name="connsiteX3" fmla="*/ 16429 w 18095"/>
                        <a:gd name="connsiteY3" fmla="*/ 12879 h 61170"/>
                        <a:gd name="connsiteX4" fmla="*/ 8237 w 18095"/>
                        <a:gd name="connsiteY4" fmla="*/ 28881 h 61170"/>
                        <a:gd name="connsiteX5" fmla="*/ 2332 w 18095"/>
                        <a:gd name="connsiteY5" fmla="*/ 60408 h 61170"/>
                        <a:gd name="connsiteX6" fmla="*/ 903 w 18095"/>
                        <a:gd name="connsiteY6" fmla="*/ 21165 h 61170"/>
                        <a:gd name="connsiteX7" fmla="*/ 5761 w 18095"/>
                        <a:gd name="connsiteY7" fmla="*/ 5354 h 61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095" h="61170">
                          <a:moveTo>
                            <a:pt x="5761" y="5354"/>
                          </a:moveTo>
                          <a:cubicBezTo>
                            <a:pt x="8523" y="972"/>
                            <a:pt x="11761" y="-171"/>
                            <a:pt x="15000" y="20"/>
                          </a:cubicBezTo>
                          <a:cubicBezTo>
                            <a:pt x="16143" y="115"/>
                            <a:pt x="17667" y="1163"/>
                            <a:pt x="18048" y="5068"/>
                          </a:cubicBezTo>
                          <a:cubicBezTo>
                            <a:pt x="18334" y="8592"/>
                            <a:pt x="17286" y="11259"/>
                            <a:pt x="16429" y="12879"/>
                          </a:cubicBezTo>
                          <a:cubicBezTo>
                            <a:pt x="13571" y="17641"/>
                            <a:pt x="10047" y="20308"/>
                            <a:pt x="8237" y="28881"/>
                          </a:cubicBezTo>
                          <a:cubicBezTo>
                            <a:pt x="6999" y="34215"/>
                            <a:pt x="5475" y="66504"/>
                            <a:pt x="2332" y="60408"/>
                          </a:cubicBezTo>
                          <a:cubicBezTo>
                            <a:pt x="-907" y="54312"/>
                            <a:pt x="-145" y="28881"/>
                            <a:pt x="903" y="21165"/>
                          </a:cubicBezTo>
                          <a:cubicBezTo>
                            <a:pt x="1855" y="14117"/>
                            <a:pt x="3665" y="8688"/>
                            <a:pt x="5761" y="535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96" name="Graphique 1">
                    <a:extLst>
                      <a:ext uri="{FF2B5EF4-FFF2-40B4-BE49-F238E27FC236}">
                        <a16:creationId xmlns:a16="http://schemas.microsoft.com/office/drawing/2014/main" id="{CF291A5C-BF7C-4855-B1F2-2A6364E87917}"/>
                      </a:ext>
                    </a:extLst>
                  </p:cNvPr>
                  <p:cNvGrpSpPr/>
                  <p:nvPr/>
                </p:nvGrpSpPr>
                <p:grpSpPr>
                  <a:xfrm>
                    <a:off x="3894275" y="4025073"/>
                    <a:ext cx="39857" cy="151354"/>
                    <a:chOff x="3894275" y="4025073"/>
                    <a:chExt cx="39857" cy="151354"/>
                  </a:xfrm>
                  <a:solidFill>
                    <a:schemeClr val="accent1"/>
                  </a:solidFill>
                </p:grpSpPr>
                <p:sp>
                  <p:nvSpPr>
                    <p:cNvPr id="15628" name="Forme libre : forme 15627">
                      <a:extLst>
                        <a:ext uri="{FF2B5EF4-FFF2-40B4-BE49-F238E27FC236}">
                          <a16:creationId xmlns:a16="http://schemas.microsoft.com/office/drawing/2014/main" id="{E4D9FBF3-FEED-477E-8916-7137999D8E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4275" y="4025073"/>
                      <a:ext cx="39857" cy="151354"/>
                    </a:xfrm>
                    <a:custGeom>
                      <a:avLst/>
                      <a:gdLst>
                        <a:gd name="connsiteX0" fmla="*/ 39554 w 39857"/>
                        <a:gd name="connsiteY0" fmla="*/ 47722 h 151354"/>
                        <a:gd name="connsiteX1" fmla="*/ 39840 w 39857"/>
                        <a:gd name="connsiteY1" fmla="*/ 103348 h 151354"/>
                        <a:gd name="connsiteX2" fmla="*/ 26410 w 39857"/>
                        <a:gd name="connsiteY2" fmla="*/ 151068 h 151354"/>
                        <a:gd name="connsiteX3" fmla="*/ 15551 w 39857"/>
                        <a:gd name="connsiteY3" fmla="*/ 151354 h 151354"/>
                        <a:gd name="connsiteX4" fmla="*/ 311 w 39857"/>
                        <a:gd name="connsiteY4" fmla="*/ 103919 h 151354"/>
                        <a:gd name="connsiteX5" fmla="*/ 25 w 39857"/>
                        <a:gd name="connsiteY5" fmla="*/ 47626 h 151354"/>
                        <a:gd name="connsiteX6" fmla="*/ 14980 w 39857"/>
                        <a:gd name="connsiteY6" fmla="*/ 1 h 151354"/>
                        <a:gd name="connsiteX7" fmla="*/ 25933 w 39857"/>
                        <a:gd name="connsiteY7" fmla="*/ 287 h 151354"/>
                        <a:gd name="connsiteX8" fmla="*/ 39554 w 39857"/>
                        <a:gd name="connsiteY8" fmla="*/ 47722 h 151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9857" h="151354">
                          <a:moveTo>
                            <a:pt x="39554" y="47722"/>
                          </a:moveTo>
                          <a:cubicBezTo>
                            <a:pt x="39459" y="66200"/>
                            <a:pt x="39649" y="84774"/>
                            <a:pt x="39840" y="103348"/>
                          </a:cubicBezTo>
                          <a:cubicBezTo>
                            <a:pt x="40221" y="129351"/>
                            <a:pt x="34220" y="150878"/>
                            <a:pt x="26410" y="151068"/>
                          </a:cubicBezTo>
                          <a:lnTo>
                            <a:pt x="15551" y="151354"/>
                          </a:lnTo>
                          <a:cubicBezTo>
                            <a:pt x="7645" y="151544"/>
                            <a:pt x="692" y="130208"/>
                            <a:pt x="311" y="103919"/>
                          </a:cubicBezTo>
                          <a:cubicBezTo>
                            <a:pt x="121" y="85155"/>
                            <a:pt x="-70" y="66391"/>
                            <a:pt x="25" y="47626"/>
                          </a:cubicBezTo>
                          <a:cubicBezTo>
                            <a:pt x="25" y="21242"/>
                            <a:pt x="7074" y="-189"/>
                            <a:pt x="14980" y="1"/>
                          </a:cubicBezTo>
                          <a:lnTo>
                            <a:pt x="25933" y="287"/>
                          </a:lnTo>
                          <a:cubicBezTo>
                            <a:pt x="33648" y="382"/>
                            <a:pt x="39554" y="21718"/>
                            <a:pt x="39554" y="4772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29" name="Forme libre : forme 15628">
                      <a:extLst>
                        <a:ext uri="{FF2B5EF4-FFF2-40B4-BE49-F238E27FC236}">
                          <a16:creationId xmlns:a16="http://schemas.microsoft.com/office/drawing/2014/main" id="{D0AEE000-A6C3-4A78-9794-F7F001C9E7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922" y="4025265"/>
                      <a:ext cx="18114" cy="150971"/>
                    </a:xfrm>
                    <a:custGeom>
                      <a:avLst/>
                      <a:gdLst>
                        <a:gd name="connsiteX0" fmla="*/ 5048 w 18114"/>
                        <a:gd name="connsiteY0" fmla="*/ 93440 h 150971"/>
                        <a:gd name="connsiteX1" fmla="*/ 0 w 18114"/>
                        <a:gd name="connsiteY1" fmla="*/ 150971 h 150971"/>
                        <a:gd name="connsiteX2" fmla="*/ 4667 w 18114"/>
                        <a:gd name="connsiteY2" fmla="*/ 150876 h 150971"/>
                        <a:gd name="connsiteX3" fmla="*/ 18097 w 18114"/>
                        <a:gd name="connsiteY3" fmla="*/ 103156 h 150971"/>
                        <a:gd name="connsiteX4" fmla="*/ 17812 w 18114"/>
                        <a:gd name="connsiteY4" fmla="*/ 47530 h 150971"/>
                        <a:gd name="connsiteX5" fmla="*/ 4096 w 18114"/>
                        <a:gd name="connsiteY5" fmla="*/ 0 h 150971"/>
                        <a:gd name="connsiteX6" fmla="*/ 3715 w 18114"/>
                        <a:gd name="connsiteY6" fmla="*/ 0 h 150971"/>
                        <a:gd name="connsiteX7" fmla="*/ 5048 w 18114"/>
                        <a:gd name="connsiteY7" fmla="*/ 93440 h 150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114" h="150971">
                          <a:moveTo>
                            <a:pt x="5048" y="93440"/>
                          </a:moveTo>
                          <a:cubicBezTo>
                            <a:pt x="6953" y="115538"/>
                            <a:pt x="5239" y="138494"/>
                            <a:pt x="0" y="150971"/>
                          </a:cubicBezTo>
                          <a:lnTo>
                            <a:pt x="4667" y="150876"/>
                          </a:lnTo>
                          <a:cubicBezTo>
                            <a:pt x="12573" y="150686"/>
                            <a:pt x="18479" y="129159"/>
                            <a:pt x="18097" y="103156"/>
                          </a:cubicBezTo>
                          <a:cubicBezTo>
                            <a:pt x="17907" y="84582"/>
                            <a:pt x="17716" y="66008"/>
                            <a:pt x="17812" y="47530"/>
                          </a:cubicBezTo>
                          <a:cubicBezTo>
                            <a:pt x="17907" y="21526"/>
                            <a:pt x="12001" y="190"/>
                            <a:pt x="4096" y="0"/>
                          </a:cubicBezTo>
                          <a:lnTo>
                            <a:pt x="3715" y="0"/>
                          </a:lnTo>
                          <a:cubicBezTo>
                            <a:pt x="3810" y="31813"/>
                            <a:pt x="2191" y="62198"/>
                            <a:pt x="5048" y="9344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30" name="Forme libre : forme 15629">
                      <a:extLst>
                        <a:ext uri="{FF2B5EF4-FFF2-40B4-BE49-F238E27FC236}">
                          <a16:creationId xmlns:a16="http://schemas.microsoft.com/office/drawing/2014/main" id="{C832A7C4-9CF5-4363-8CA8-7B4ECDDB54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443" y="4056221"/>
                      <a:ext cx="14956" cy="68770"/>
                    </a:xfrm>
                    <a:custGeom>
                      <a:avLst/>
                      <a:gdLst>
                        <a:gd name="connsiteX0" fmla="*/ 7527 w 14956"/>
                        <a:gd name="connsiteY0" fmla="*/ 0 h 68770"/>
                        <a:gd name="connsiteX1" fmla="*/ 14956 w 14956"/>
                        <a:gd name="connsiteY1" fmla="*/ 34385 h 68770"/>
                        <a:gd name="connsiteX2" fmla="*/ 7717 w 14956"/>
                        <a:gd name="connsiteY2" fmla="*/ 68771 h 68770"/>
                        <a:gd name="connsiteX3" fmla="*/ 2 w 14956"/>
                        <a:gd name="connsiteY3" fmla="*/ 34385 h 68770"/>
                        <a:gd name="connsiteX4" fmla="*/ 7527 w 14956"/>
                        <a:gd name="connsiteY4" fmla="*/ 0 h 68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56" h="68770">
                          <a:moveTo>
                            <a:pt x="7527" y="0"/>
                          </a:moveTo>
                          <a:cubicBezTo>
                            <a:pt x="11622" y="95"/>
                            <a:pt x="14861" y="15430"/>
                            <a:pt x="14956" y="34385"/>
                          </a:cubicBezTo>
                          <a:cubicBezTo>
                            <a:pt x="14956" y="53340"/>
                            <a:pt x="11908" y="68771"/>
                            <a:pt x="7717" y="68771"/>
                          </a:cubicBezTo>
                          <a:cubicBezTo>
                            <a:pt x="3621" y="68866"/>
                            <a:pt x="2" y="53435"/>
                            <a:pt x="2" y="34385"/>
                          </a:cubicBezTo>
                          <a:cubicBezTo>
                            <a:pt x="-93" y="15430"/>
                            <a:pt x="3336" y="0"/>
                            <a:pt x="7527" y="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31" name="Forme libre : forme 15630">
                      <a:extLst>
                        <a:ext uri="{FF2B5EF4-FFF2-40B4-BE49-F238E27FC236}">
                          <a16:creationId xmlns:a16="http://schemas.microsoft.com/office/drawing/2014/main" id="{3FDCFB8F-3F6C-4796-98BF-4C3A7490C0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778" y="4075175"/>
                      <a:ext cx="13620" cy="49816"/>
                    </a:xfrm>
                    <a:custGeom>
                      <a:avLst/>
                      <a:gdLst>
                        <a:gd name="connsiteX0" fmla="*/ 0 w 13620"/>
                        <a:gd name="connsiteY0" fmla="*/ 34766 h 49816"/>
                        <a:gd name="connsiteX1" fmla="*/ 6382 w 13620"/>
                        <a:gd name="connsiteY1" fmla="*/ 49816 h 49816"/>
                        <a:gd name="connsiteX2" fmla="*/ 13621 w 13620"/>
                        <a:gd name="connsiteY2" fmla="*/ 15430 h 49816"/>
                        <a:gd name="connsiteX3" fmla="*/ 12859 w 13620"/>
                        <a:gd name="connsiteY3" fmla="*/ 0 h 49816"/>
                        <a:gd name="connsiteX4" fmla="*/ 12287 w 13620"/>
                        <a:gd name="connsiteY4" fmla="*/ 8477 h 49816"/>
                        <a:gd name="connsiteX5" fmla="*/ 0 w 13620"/>
                        <a:gd name="connsiteY5" fmla="*/ 34766 h 49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620" h="49816">
                          <a:moveTo>
                            <a:pt x="0" y="34766"/>
                          </a:moveTo>
                          <a:cubicBezTo>
                            <a:pt x="1429" y="43910"/>
                            <a:pt x="3810" y="49911"/>
                            <a:pt x="6382" y="49816"/>
                          </a:cubicBezTo>
                          <a:cubicBezTo>
                            <a:pt x="10573" y="49721"/>
                            <a:pt x="13621" y="34385"/>
                            <a:pt x="13621" y="15430"/>
                          </a:cubicBezTo>
                          <a:cubicBezTo>
                            <a:pt x="13621" y="9906"/>
                            <a:pt x="13335" y="4667"/>
                            <a:pt x="12859" y="0"/>
                          </a:cubicBezTo>
                          <a:cubicBezTo>
                            <a:pt x="12763" y="2858"/>
                            <a:pt x="12668" y="5715"/>
                            <a:pt x="12287" y="8477"/>
                          </a:cubicBezTo>
                          <a:cubicBezTo>
                            <a:pt x="10001" y="23717"/>
                            <a:pt x="5048" y="35909"/>
                            <a:pt x="0" y="3476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32" name="Forme libre : forme 15631">
                      <a:extLst>
                        <a:ext uri="{FF2B5EF4-FFF2-40B4-BE49-F238E27FC236}">
                          <a16:creationId xmlns:a16="http://schemas.microsoft.com/office/drawing/2014/main" id="{7811BD9F-649D-4C00-8D5D-21C76C0D57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9062" y="4052791"/>
                      <a:ext cx="14956" cy="68771"/>
                    </a:xfrm>
                    <a:custGeom>
                      <a:avLst/>
                      <a:gdLst>
                        <a:gd name="connsiteX0" fmla="*/ 7622 w 14956"/>
                        <a:gd name="connsiteY0" fmla="*/ 0 h 68771"/>
                        <a:gd name="connsiteX1" fmla="*/ 14956 w 14956"/>
                        <a:gd name="connsiteY1" fmla="*/ 34386 h 68771"/>
                        <a:gd name="connsiteX2" fmla="*/ 7717 w 14956"/>
                        <a:gd name="connsiteY2" fmla="*/ 68771 h 68771"/>
                        <a:gd name="connsiteX3" fmla="*/ 2 w 14956"/>
                        <a:gd name="connsiteY3" fmla="*/ 34386 h 68771"/>
                        <a:gd name="connsiteX4" fmla="*/ 7622 w 14956"/>
                        <a:gd name="connsiteY4" fmla="*/ 0 h 68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56" h="68771">
                          <a:moveTo>
                            <a:pt x="7622" y="0"/>
                          </a:moveTo>
                          <a:cubicBezTo>
                            <a:pt x="11717" y="96"/>
                            <a:pt x="14956" y="15431"/>
                            <a:pt x="14956" y="34386"/>
                          </a:cubicBezTo>
                          <a:cubicBezTo>
                            <a:pt x="14956" y="53340"/>
                            <a:pt x="11813" y="68771"/>
                            <a:pt x="7717" y="68771"/>
                          </a:cubicBezTo>
                          <a:cubicBezTo>
                            <a:pt x="3621" y="68866"/>
                            <a:pt x="2" y="53436"/>
                            <a:pt x="2" y="34386"/>
                          </a:cubicBezTo>
                          <a:cubicBezTo>
                            <a:pt x="-93" y="15336"/>
                            <a:pt x="3431" y="-95"/>
                            <a:pt x="7622" y="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33" name="Forme libre : forme 15632">
                      <a:extLst>
                        <a:ext uri="{FF2B5EF4-FFF2-40B4-BE49-F238E27FC236}">
                          <a16:creationId xmlns:a16="http://schemas.microsoft.com/office/drawing/2014/main" id="{8171FAFC-562C-4A9F-B5CA-79ECEE5EF7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3510" y="4068694"/>
                      <a:ext cx="27273" cy="86062"/>
                    </a:xfrm>
                    <a:custGeom>
                      <a:avLst/>
                      <a:gdLst>
                        <a:gd name="connsiteX0" fmla="*/ 13079 w 27273"/>
                        <a:gd name="connsiteY0" fmla="*/ 85539 h 86062"/>
                        <a:gd name="connsiteX1" fmla="*/ 19937 w 27273"/>
                        <a:gd name="connsiteY1" fmla="*/ 83063 h 86062"/>
                        <a:gd name="connsiteX2" fmla="*/ 26890 w 27273"/>
                        <a:gd name="connsiteY2" fmla="*/ 48392 h 86062"/>
                        <a:gd name="connsiteX3" fmla="*/ 25747 w 27273"/>
                        <a:gd name="connsiteY3" fmla="*/ 12483 h 86062"/>
                        <a:gd name="connsiteX4" fmla="*/ 19079 w 27273"/>
                        <a:gd name="connsiteY4" fmla="*/ 862 h 86062"/>
                        <a:gd name="connsiteX5" fmla="*/ 15555 w 27273"/>
                        <a:gd name="connsiteY5" fmla="*/ 12864 h 86062"/>
                        <a:gd name="connsiteX6" fmla="*/ 7459 w 27273"/>
                        <a:gd name="connsiteY6" fmla="*/ 42296 h 86062"/>
                        <a:gd name="connsiteX7" fmla="*/ 410 w 27273"/>
                        <a:gd name="connsiteY7" fmla="*/ 76776 h 86062"/>
                        <a:gd name="connsiteX8" fmla="*/ 13079 w 27273"/>
                        <a:gd name="connsiteY8" fmla="*/ 85539 h 86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73" h="86062">
                          <a:moveTo>
                            <a:pt x="13079" y="85539"/>
                          </a:moveTo>
                          <a:cubicBezTo>
                            <a:pt x="15460" y="85730"/>
                            <a:pt x="17841" y="85825"/>
                            <a:pt x="19937" y="83063"/>
                          </a:cubicBezTo>
                          <a:cubicBezTo>
                            <a:pt x="24033" y="77729"/>
                            <a:pt x="26128" y="62870"/>
                            <a:pt x="26890" y="48392"/>
                          </a:cubicBezTo>
                          <a:cubicBezTo>
                            <a:pt x="27557" y="36390"/>
                            <a:pt x="27461" y="23341"/>
                            <a:pt x="25747" y="12483"/>
                          </a:cubicBezTo>
                          <a:cubicBezTo>
                            <a:pt x="24509" y="4386"/>
                            <a:pt x="21651" y="-2472"/>
                            <a:pt x="19079" y="862"/>
                          </a:cubicBezTo>
                          <a:cubicBezTo>
                            <a:pt x="17460" y="2958"/>
                            <a:pt x="16508" y="8196"/>
                            <a:pt x="15555" y="12864"/>
                          </a:cubicBezTo>
                          <a:cubicBezTo>
                            <a:pt x="13269" y="24008"/>
                            <a:pt x="10602" y="34009"/>
                            <a:pt x="7459" y="42296"/>
                          </a:cubicBezTo>
                          <a:cubicBezTo>
                            <a:pt x="4792" y="49344"/>
                            <a:pt x="-1685" y="62298"/>
                            <a:pt x="410" y="76776"/>
                          </a:cubicBezTo>
                          <a:cubicBezTo>
                            <a:pt x="2220" y="89730"/>
                            <a:pt x="9840" y="85253"/>
                            <a:pt x="13079" y="8553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34" name="Forme libre : forme 15633">
                      <a:extLst>
                        <a:ext uri="{FF2B5EF4-FFF2-40B4-BE49-F238E27FC236}">
                          <a16:creationId xmlns:a16="http://schemas.microsoft.com/office/drawing/2014/main" id="{B370B550-D58E-4C0A-A9C0-2D2B49C22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3098" y="4111889"/>
                      <a:ext cx="7854" cy="28152"/>
                    </a:xfrm>
                    <a:custGeom>
                      <a:avLst/>
                      <a:gdLst>
                        <a:gd name="connsiteX0" fmla="*/ 4823 w 7854"/>
                        <a:gd name="connsiteY0" fmla="*/ 26533 h 28152"/>
                        <a:gd name="connsiteX1" fmla="*/ 6442 w 7854"/>
                        <a:gd name="connsiteY1" fmla="*/ 28152 h 28152"/>
                        <a:gd name="connsiteX2" fmla="*/ 7776 w 7854"/>
                        <a:gd name="connsiteY2" fmla="*/ 25485 h 28152"/>
                        <a:gd name="connsiteX3" fmla="*/ 7585 w 7854"/>
                        <a:gd name="connsiteY3" fmla="*/ 20437 h 28152"/>
                        <a:gd name="connsiteX4" fmla="*/ 5871 w 7854"/>
                        <a:gd name="connsiteY4" fmla="*/ 8245 h 28152"/>
                        <a:gd name="connsiteX5" fmla="*/ 4823 w 7854"/>
                        <a:gd name="connsiteY5" fmla="*/ 3863 h 28152"/>
                        <a:gd name="connsiteX6" fmla="*/ 61 w 7854"/>
                        <a:gd name="connsiteY6" fmla="*/ 7578 h 28152"/>
                        <a:gd name="connsiteX7" fmla="*/ 4823 w 7854"/>
                        <a:gd name="connsiteY7" fmla="*/ 26533 h 28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854" h="28152">
                          <a:moveTo>
                            <a:pt x="4823" y="26533"/>
                          </a:moveTo>
                          <a:cubicBezTo>
                            <a:pt x="5299" y="27390"/>
                            <a:pt x="5871" y="28152"/>
                            <a:pt x="6442" y="28152"/>
                          </a:cubicBezTo>
                          <a:cubicBezTo>
                            <a:pt x="7014" y="28152"/>
                            <a:pt x="7585" y="27200"/>
                            <a:pt x="7776" y="25485"/>
                          </a:cubicBezTo>
                          <a:cubicBezTo>
                            <a:pt x="7966" y="23961"/>
                            <a:pt x="7776" y="22056"/>
                            <a:pt x="7585" y="20437"/>
                          </a:cubicBezTo>
                          <a:cubicBezTo>
                            <a:pt x="7109" y="16246"/>
                            <a:pt x="6633" y="12150"/>
                            <a:pt x="5871" y="8245"/>
                          </a:cubicBezTo>
                          <a:cubicBezTo>
                            <a:pt x="5585" y="6626"/>
                            <a:pt x="5299" y="5102"/>
                            <a:pt x="4823" y="3863"/>
                          </a:cubicBezTo>
                          <a:cubicBezTo>
                            <a:pt x="3108" y="-1280"/>
                            <a:pt x="-511" y="-2423"/>
                            <a:pt x="61" y="7578"/>
                          </a:cubicBezTo>
                          <a:cubicBezTo>
                            <a:pt x="632" y="15389"/>
                            <a:pt x="2728" y="22913"/>
                            <a:pt x="4823" y="2653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35" name="Forme libre : forme 15634">
                      <a:extLst>
                        <a:ext uri="{FF2B5EF4-FFF2-40B4-BE49-F238E27FC236}">
                          <a16:creationId xmlns:a16="http://schemas.microsoft.com/office/drawing/2014/main" id="{EC43144C-CC37-4F40-B574-BDC3E62E78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303" y="4029830"/>
                      <a:ext cx="14668" cy="41916"/>
                    </a:xfrm>
                    <a:custGeom>
                      <a:avLst/>
                      <a:gdLst>
                        <a:gd name="connsiteX0" fmla="*/ 0 w 14668"/>
                        <a:gd name="connsiteY0" fmla="*/ 7 h 41916"/>
                        <a:gd name="connsiteX1" fmla="*/ 14668 w 14668"/>
                        <a:gd name="connsiteY1" fmla="*/ 41917 h 41916"/>
                        <a:gd name="connsiteX2" fmla="*/ 0 w 14668"/>
                        <a:gd name="connsiteY2" fmla="*/ 7 h 41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4668" h="41916">
                          <a:moveTo>
                            <a:pt x="0" y="7"/>
                          </a:moveTo>
                          <a:cubicBezTo>
                            <a:pt x="0" y="7"/>
                            <a:pt x="11335" y="-1517"/>
                            <a:pt x="14668" y="41917"/>
                          </a:cubicBezTo>
                          <a:cubicBezTo>
                            <a:pt x="14668" y="41917"/>
                            <a:pt x="11430" y="8389"/>
                            <a:pt x="0" y="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36" name="Forme libre : forme 15635">
                      <a:extLst>
                        <a:ext uri="{FF2B5EF4-FFF2-40B4-BE49-F238E27FC236}">
                          <a16:creationId xmlns:a16="http://schemas.microsoft.com/office/drawing/2014/main" id="{3625841F-B28A-4F98-8E1B-C1D492297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5634" y="4125944"/>
                      <a:ext cx="15240" cy="47625"/>
                    </a:xfrm>
                    <a:custGeom>
                      <a:avLst/>
                      <a:gdLst>
                        <a:gd name="connsiteX0" fmla="*/ 0 w 15240"/>
                        <a:gd name="connsiteY0" fmla="*/ 0 h 47625"/>
                        <a:gd name="connsiteX1" fmla="*/ 15240 w 15240"/>
                        <a:gd name="connsiteY1" fmla="*/ 47625 h 47625"/>
                        <a:gd name="connsiteX2" fmla="*/ 0 w 15240"/>
                        <a:gd name="connsiteY2" fmla="*/ 0 h 47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240" h="47625">
                          <a:moveTo>
                            <a:pt x="0" y="0"/>
                          </a:moveTo>
                          <a:cubicBezTo>
                            <a:pt x="0" y="0"/>
                            <a:pt x="1238" y="43148"/>
                            <a:pt x="15240" y="47625"/>
                          </a:cubicBezTo>
                          <a:cubicBezTo>
                            <a:pt x="15240" y="47625"/>
                            <a:pt x="2762" y="3924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37" name="Forme libre : forme 15636">
                      <a:extLst>
                        <a:ext uri="{FF2B5EF4-FFF2-40B4-BE49-F238E27FC236}">
                          <a16:creationId xmlns:a16="http://schemas.microsoft.com/office/drawing/2014/main" id="{0347D710-09CC-4FBA-BFA9-9A943523F8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952" y="4070814"/>
                      <a:ext cx="5198" cy="25772"/>
                    </a:xfrm>
                    <a:custGeom>
                      <a:avLst/>
                      <a:gdLst>
                        <a:gd name="connsiteX0" fmla="*/ 3921 w 5198"/>
                        <a:gd name="connsiteY0" fmla="*/ 266 h 25772"/>
                        <a:gd name="connsiteX1" fmla="*/ 4874 w 5198"/>
                        <a:gd name="connsiteY1" fmla="*/ 15506 h 25772"/>
                        <a:gd name="connsiteX2" fmla="*/ 1350 w 5198"/>
                        <a:gd name="connsiteY2" fmla="*/ 25507 h 25772"/>
                        <a:gd name="connsiteX3" fmla="*/ 302 w 5198"/>
                        <a:gd name="connsiteY3" fmla="*/ 10267 h 25772"/>
                        <a:gd name="connsiteX4" fmla="*/ 3921 w 5198"/>
                        <a:gd name="connsiteY4" fmla="*/ 266 h 25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98" h="25772">
                          <a:moveTo>
                            <a:pt x="3921" y="266"/>
                          </a:moveTo>
                          <a:cubicBezTo>
                            <a:pt x="5160" y="1694"/>
                            <a:pt x="5541" y="8552"/>
                            <a:pt x="4874" y="15506"/>
                          </a:cubicBezTo>
                          <a:cubicBezTo>
                            <a:pt x="4207" y="22459"/>
                            <a:pt x="2588" y="26936"/>
                            <a:pt x="1350" y="25507"/>
                          </a:cubicBezTo>
                          <a:cubicBezTo>
                            <a:pt x="112" y="24078"/>
                            <a:pt x="-365" y="17220"/>
                            <a:pt x="302" y="10267"/>
                          </a:cubicBezTo>
                          <a:cubicBezTo>
                            <a:pt x="1064" y="3314"/>
                            <a:pt x="2683" y="-1163"/>
                            <a:pt x="3921" y="26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38" name="Forme libre : forme 15637">
                      <a:extLst>
                        <a:ext uri="{FF2B5EF4-FFF2-40B4-BE49-F238E27FC236}">
                          <a16:creationId xmlns:a16="http://schemas.microsoft.com/office/drawing/2014/main" id="{9F2AF571-DF6F-4E9A-BDD8-5AE1E4A940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244" y="4067365"/>
                      <a:ext cx="2105" cy="7048"/>
                    </a:xfrm>
                    <a:custGeom>
                      <a:avLst/>
                      <a:gdLst>
                        <a:gd name="connsiteX0" fmla="*/ 1058 w 2105"/>
                        <a:gd name="connsiteY0" fmla="*/ 0 h 7048"/>
                        <a:gd name="connsiteX1" fmla="*/ 2106 w 2105"/>
                        <a:gd name="connsiteY1" fmla="*/ 3524 h 7048"/>
                        <a:gd name="connsiteX2" fmla="*/ 1058 w 2105"/>
                        <a:gd name="connsiteY2" fmla="*/ 7049 h 7048"/>
                        <a:gd name="connsiteX3" fmla="*/ 10 w 2105"/>
                        <a:gd name="connsiteY3" fmla="*/ 3524 h 7048"/>
                        <a:gd name="connsiteX4" fmla="*/ 1058 w 2105"/>
                        <a:gd name="connsiteY4" fmla="*/ 0 h 7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05" h="7048">
                          <a:moveTo>
                            <a:pt x="1058" y="0"/>
                          </a:moveTo>
                          <a:cubicBezTo>
                            <a:pt x="1630" y="0"/>
                            <a:pt x="2106" y="1619"/>
                            <a:pt x="2106" y="3524"/>
                          </a:cubicBezTo>
                          <a:cubicBezTo>
                            <a:pt x="2106" y="5525"/>
                            <a:pt x="1630" y="7049"/>
                            <a:pt x="1058" y="7049"/>
                          </a:cubicBezTo>
                          <a:cubicBezTo>
                            <a:pt x="487" y="7049"/>
                            <a:pt x="10" y="5429"/>
                            <a:pt x="10" y="3524"/>
                          </a:cubicBezTo>
                          <a:cubicBezTo>
                            <a:pt x="-85" y="1619"/>
                            <a:pt x="487" y="0"/>
                            <a:pt x="105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39" name="Forme libre : forme 15638">
                      <a:extLst>
                        <a:ext uri="{FF2B5EF4-FFF2-40B4-BE49-F238E27FC236}">
                          <a16:creationId xmlns:a16="http://schemas.microsoft.com/office/drawing/2014/main" id="{EEF2A9AF-F010-49CF-A862-A92BE57EEC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7058" y="4036267"/>
                      <a:ext cx="19632" cy="60837"/>
                    </a:xfrm>
                    <a:custGeom>
                      <a:avLst/>
                      <a:gdLst>
                        <a:gd name="connsiteX0" fmla="*/ 7244 w 19632"/>
                        <a:gd name="connsiteY0" fmla="*/ 5000 h 60837"/>
                        <a:gd name="connsiteX1" fmla="*/ 16769 w 19632"/>
                        <a:gd name="connsiteY1" fmla="*/ 47 h 60837"/>
                        <a:gd name="connsiteX2" fmla="*/ 19626 w 19632"/>
                        <a:gd name="connsiteY2" fmla="*/ 5190 h 60837"/>
                        <a:gd name="connsiteX3" fmla="*/ 17626 w 19632"/>
                        <a:gd name="connsiteY3" fmla="*/ 12905 h 60837"/>
                        <a:gd name="connsiteX4" fmla="*/ 8768 w 19632"/>
                        <a:gd name="connsiteY4" fmla="*/ 28622 h 60837"/>
                        <a:gd name="connsiteX5" fmla="*/ 1814 w 19632"/>
                        <a:gd name="connsiteY5" fmla="*/ 60054 h 60837"/>
                        <a:gd name="connsiteX6" fmla="*/ 1624 w 19632"/>
                        <a:gd name="connsiteY6" fmla="*/ 20716 h 60837"/>
                        <a:gd name="connsiteX7" fmla="*/ 7244 w 19632"/>
                        <a:gd name="connsiteY7" fmla="*/ 5000 h 60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632" h="60837">
                          <a:moveTo>
                            <a:pt x="7244" y="5000"/>
                          </a:moveTo>
                          <a:cubicBezTo>
                            <a:pt x="10197" y="713"/>
                            <a:pt x="13530" y="-239"/>
                            <a:pt x="16769" y="47"/>
                          </a:cubicBezTo>
                          <a:cubicBezTo>
                            <a:pt x="17912" y="142"/>
                            <a:pt x="19436" y="1285"/>
                            <a:pt x="19626" y="5190"/>
                          </a:cubicBezTo>
                          <a:cubicBezTo>
                            <a:pt x="19722" y="8714"/>
                            <a:pt x="18674" y="11381"/>
                            <a:pt x="17626" y="12905"/>
                          </a:cubicBezTo>
                          <a:cubicBezTo>
                            <a:pt x="14578" y="17573"/>
                            <a:pt x="10958" y="20144"/>
                            <a:pt x="8768" y="28622"/>
                          </a:cubicBezTo>
                          <a:cubicBezTo>
                            <a:pt x="7339" y="33860"/>
                            <a:pt x="4863" y="66245"/>
                            <a:pt x="1814" y="60054"/>
                          </a:cubicBezTo>
                          <a:cubicBezTo>
                            <a:pt x="-1329" y="53863"/>
                            <a:pt x="290" y="28336"/>
                            <a:pt x="1624" y="20716"/>
                          </a:cubicBezTo>
                          <a:cubicBezTo>
                            <a:pt x="2957" y="13572"/>
                            <a:pt x="5053" y="8238"/>
                            <a:pt x="7244" y="500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97" name="Graphique 1">
                    <a:extLst>
                      <a:ext uri="{FF2B5EF4-FFF2-40B4-BE49-F238E27FC236}">
                        <a16:creationId xmlns:a16="http://schemas.microsoft.com/office/drawing/2014/main" id="{A22762FA-9594-4570-8AE1-2602933981C2}"/>
                      </a:ext>
                    </a:extLst>
                  </p:cNvPr>
                  <p:cNvGrpSpPr/>
                  <p:nvPr/>
                </p:nvGrpSpPr>
                <p:grpSpPr>
                  <a:xfrm>
                    <a:off x="3896067" y="3873589"/>
                    <a:ext cx="44176" cy="151677"/>
                    <a:chOff x="3896067" y="3873589"/>
                    <a:chExt cx="44176" cy="151677"/>
                  </a:xfrm>
                  <a:solidFill>
                    <a:schemeClr val="accent1"/>
                  </a:solidFill>
                </p:grpSpPr>
                <p:sp>
                  <p:nvSpPr>
                    <p:cNvPr id="15616" name="Forme libre : forme 15615">
                      <a:extLst>
                        <a:ext uri="{FF2B5EF4-FFF2-40B4-BE49-F238E27FC236}">
                          <a16:creationId xmlns:a16="http://schemas.microsoft.com/office/drawing/2014/main" id="{048274C8-3877-49A6-A2B3-3D46F2B2FC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067" y="3873589"/>
                      <a:ext cx="44088" cy="151677"/>
                    </a:xfrm>
                    <a:custGeom>
                      <a:avLst/>
                      <a:gdLst>
                        <a:gd name="connsiteX0" fmla="*/ 43477 w 44088"/>
                        <a:gd name="connsiteY0" fmla="*/ 49758 h 151677"/>
                        <a:gd name="connsiteX1" fmla="*/ 39953 w 44088"/>
                        <a:gd name="connsiteY1" fmla="*/ 104908 h 151677"/>
                        <a:gd name="connsiteX2" fmla="*/ 23951 w 44088"/>
                        <a:gd name="connsiteY2" fmla="*/ 151676 h 151677"/>
                        <a:gd name="connsiteX3" fmla="*/ 12997 w 44088"/>
                        <a:gd name="connsiteY3" fmla="*/ 151390 h 151677"/>
                        <a:gd name="connsiteX4" fmla="*/ 138 w 44088"/>
                        <a:gd name="connsiteY4" fmla="*/ 103003 h 151677"/>
                        <a:gd name="connsiteX5" fmla="*/ 3662 w 44088"/>
                        <a:gd name="connsiteY5" fmla="*/ 46425 h 151677"/>
                        <a:gd name="connsiteX6" fmla="*/ 22903 w 44088"/>
                        <a:gd name="connsiteY6" fmla="*/ 38 h 151677"/>
                        <a:gd name="connsiteX7" fmla="*/ 33857 w 44088"/>
                        <a:gd name="connsiteY7" fmla="*/ 1371 h 151677"/>
                        <a:gd name="connsiteX8" fmla="*/ 43477 w 44088"/>
                        <a:gd name="connsiteY8" fmla="*/ 49758 h 151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51677">
                          <a:moveTo>
                            <a:pt x="43477" y="49758"/>
                          </a:moveTo>
                          <a:cubicBezTo>
                            <a:pt x="42048" y="68046"/>
                            <a:pt x="40715" y="86430"/>
                            <a:pt x="39953" y="104908"/>
                          </a:cubicBezTo>
                          <a:cubicBezTo>
                            <a:pt x="38714" y="130721"/>
                            <a:pt x="31856" y="151866"/>
                            <a:pt x="23951" y="151676"/>
                          </a:cubicBezTo>
                          <a:lnTo>
                            <a:pt x="12997" y="151390"/>
                          </a:lnTo>
                          <a:cubicBezTo>
                            <a:pt x="5091" y="151200"/>
                            <a:pt x="-1005" y="129483"/>
                            <a:pt x="138" y="103003"/>
                          </a:cubicBezTo>
                          <a:cubicBezTo>
                            <a:pt x="900" y="84144"/>
                            <a:pt x="2234" y="65284"/>
                            <a:pt x="3662" y="46425"/>
                          </a:cubicBezTo>
                          <a:cubicBezTo>
                            <a:pt x="5853" y="19850"/>
                            <a:pt x="14997" y="-1010"/>
                            <a:pt x="22903" y="38"/>
                          </a:cubicBezTo>
                          <a:lnTo>
                            <a:pt x="33857" y="1371"/>
                          </a:lnTo>
                          <a:cubicBezTo>
                            <a:pt x="41858" y="2514"/>
                            <a:pt x="45668" y="24136"/>
                            <a:pt x="43477" y="4975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17" name="Forme libre : forme 15616">
                      <a:extLst>
                        <a:ext uri="{FF2B5EF4-FFF2-40B4-BE49-F238E27FC236}">
                          <a16:creationId xmlns:a16="http://schemas.microsoft.com/office/drawing/2014/main" id="{CC1EA381-4D36-4427-AEFC-DF60EB7BDF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350" y="3875055"/>
                      <a:ext cx="24892" cy="150210"/>
                    </a:xfrm>
                    <a:custGeom>
                      <a:avLst/>
                      <a:gdLst>
                        <a:gd name="connsiteX0" fmla="*/ 8096 w 24892"/>
                        <a:gd name="connsiteY0" fmla="*/ 92964 h 150210"/>
                        <a:gd name="connsiteX1" fmla="*/ 0 w 24892"/>
                        <a:gd name="connsiteY1" fmla="*/ 150114 h 150210"/>
                        <a:gd name="connsiteX2" fmla="*/ 4763 w 24892"/>
                        <a:gd name="connsiteY2" fmla="*/ 150209 h 150210"/>
                        <a:gd name="connsiteX3" fmla="*/ 20764 w 24892"/>
                        <a:gd name="connsiteY3" fmla="*/ 103442 h 150210"/>
                        <a:gd name="connsiteX4" fmla="*/ 24289 w 24892"/>
                        <a:gd name="connsiteY4" fmla="*/ 48292 h 150210"/>
                        <a:gd name="connsiteX5" fmla="*/ 14764 w 24892"/>
                        <a:gd name="connsiteY5" fmla="*/ 0 h 150210"/>
                        <a:gd name="connsiteX6" fmla="*/ 14383 w 24892"/>
                        <a:gd name="connsiteY6" fmla="*/ 0 h 150210"/>
                        <a:gd name="connsiteX7" fmla="*/ 8096 w 24892"/>
                        <a:gd name="connsiteY7" fmla="*/ 92964 h 150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4892" h="150210">
                          <a:moveTo>
                            <a:pt x="8096" y="92964"/>
                          </a:moveTo>
                          <a:cubicBezTo>
                            <a:pt x="8763" y="115158"/>
                            <a:pt x="5715" y="137922"/>
                            <a:pt x="0" y="150114"/>
                          </a:cubicBezTo>
                          <a:lnTo>
                            <a:pt x="4763" y="150209"/>
                          </a:lnTo>
                          <a:cubicBezTo>
                            <a:pt x="12668" y="150400"/>
                            <a:pt x="19526" y="129254"/>
                            <a:pt x="20764" y="103442"/>
                          </a:cubicBezTo>
                          <a:cubicBezTo>
                            <a:pt x="21526" y="84963"/>
                            <a:pt x="22860" y="66675"/>
                            <a:pt x="24289" y="48292"/>
                          </a:cubicBezTo>
                          <a:cubicBezTo>
                            <a:pt x="26479" y="22670"/>
                            <a:pt x="22574" y="1048"/>
                            <a:pt x="14764" y="0"/>
                          </a:cubicBezTo>
                          <a:lnTo>
                            <a:pt x="14383" y="0"/>
                          </a:lnTo>
                          <a:cubicBezTo>
                            <a:pt x="11239" y="31528"/>
                            <a:pt x="7144" y="61627"/>
                            <a:pt x="8096" y="9296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18" name="Forme libre : forme 15617">
                      <a:extLst>
                        <a:ext uri="{FF2B5EF4-FFF2-40B4-BE49-F238E27FC236}">
                          <a16:creationId xmlns:a16="http://schemas.microsoft.com/office/drawing/2014/main" id="{3928A139-AF91-41DD-982B-00C45D584C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385" y="3905429"/>
                      <a:ext cx="15827" cy="68592"/>
                    </a:xfrm>
                    <a:custGeom>
                      <a:avLst/>
                      <a:gdLst>
                        <a:gd name="connsiteX0" fmla="*/ 10728 w 15827"/>
                        <a:gd name="connsiteY0" fmla="*/ 11 h 68592"/>
                        <a:gd name="connsiteX1" fmla="*/ 15395 w 15827"/>
                        <a:gd name="connsiteY1" fmla="*/ 34777 h 68592"/>
                        <a:gd name="connsiteX2" fmla="*/ 5870 w 15827"/>
                        <a:gd name="connsiteY2" fmla="*/ 68591 h 68592"/>
                        <a:gd name="connsiteX3" fmla="*/ 346 w 15827"/>
                        <a:gd name="connsiteY3" fmla="*/ 33730 h 68592"/>
                        <a:gd name="connsiteX4" fmla="*/ 10728 w 15827"/>
                        <a:gd name="connsiteY4" fmla="*/ 11 h 68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27" h="68592">
                          <a:moveTo>
                            <a:pt x="10728" y="11"/>
                          </a:moveTo>
                          <a:cubicBezTo>
                            <a:pt x="14919" y="392"/>
                            <a:pt x="16729" y="16013"/>
                            <a:pt x="15395" y="34777"/>
                          </a:cubicBezTo>
                          <a:cubicBezTo>
                            <a:pt x="14062" y="53637"/>
                            <a:pt x="9966" y="68781"/>
                            <a:pt x="5870" y="68591"/>
                          </a:cubicBezTo>
                          <a:cubicBezTo>
                            <a:pt x="1679" y="68401"/>
                            <a:pt x="-988" y="52780"/>
                            <a:pt x="346" y="33730"/>
                          </a:cubicBezTo>
                          <a:cubicBezTo>
                            <a:pt x="1679" y="14680"/>
                            <a:pt x="6537" y="-465"/>
                            <a:pt x="10728" y="11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19" name="Forme libre : forme 15618">
                      <a:extLst>
                        <a:ext uri="{FF2B5EF4-FFF2-40B4-BE49-F238E27FC236}">
                          <a16:creationId xmlns:a16="http://schemas.microsoft.com/office/drawing/2014/main" id="{7636EDFD-7FC8-4D7D-A0B4-CC05CDBA20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826" y="3924681"/>
                      <a:ext cx="15369" cy="49245"/>
                    </a:xfrm>
                    <a:custGeom>
                      <a:avLst/>
                      <a:gdLst>
                        <a:gd name="connsiteX0" fmla="*/ 0 w 15369"/>
                        <a:gd name="connsiteY0" fmla="*/ 33814 h 49245"/>
                        <a:gd name="connsiteX1" fmla="*/ 5429 w 15369"/>
                        <a:gd name="connsiteY1" fmla="*/ 49244 h 49245"/>
                        <a:gd name="connsiteX2" fmla="*/ 14954 w 15369"/>
                        <a:gd name="connsiteY2" fmla="*/ 15430 h 49245"/>
                        <a:gd name="connsiteX3" fmla="*/ 15335 w 15369"/>
                        <a:gd name="connsiteY3" fmla="*/ 0 h 49245"/>
                        <a:gd name="connsiteX4" fmla="*/ 14192 w 15369"/>
                        <a:gd name="connsiteY4" fmla="*/ 8382 h 49245"/>
                        <a:gd name="connsiteX5" fmla="*/ 0 w 15369"/>
                        <a:gd name="connsiteY5" fmla="*/ 33814 h 49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369" h="49245">
                          <a:moveTo>
                            <a:pt x="0" y="33814"/>
                          </a:moveTo>
                          <a:cubicBezTo>
                            <a:pt x="762" y="43053"/>
                            <a:pt x="2857" y="49149"/>
                            <a:pt x="5429" y="49244"/>
                          </a:cubicBezTo>
                          <a:cubicBezTo>
                            <a:pt x="9525" y="49435"/>
                            <a:pt x="13621" y="34290"/>
                            <a:pt x="14954" y="15430"/>
                          </a:cubicBezTo>
                          <a:cubicBezTo>
                            <a:pt x="15335" y="9906"/>
                            <a:pt x="15430" y="4667"/>
                            <a:pt x="15335" y="0"/>
                          </a:cubicBezTo>
                          <a:cubicBezTo>
                            <a:pt x="15049" y="2857"/>
                            <a:pt x="14764" y="5715"/>
                            <a:pt x="14192" y="8382"/>
                          </a:cubicBezTo>
                          <a:cubicBezTo>
                            <a:pt x="10573" y="23431"/>
                            <a:pt x="5048" y="35338"/>
                            <a:pt x="0" y="33814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20" name="Forme libre : forme 15619">
                      <a:extLst>
                        <a:ext uri="{FF2B5EF4-FFF2-40B4-BE49-F238E27FC236}">
                          <a16:creationId xmlns:a16="http://schemas.microsoft.com/office/drawing/2014/main" id="{1D617CD2-56E6-45F0-88CA-149319FB2F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282" y="3902099"/>
                      <a:ext cx="15807" cy="68493"/>
                    </a:xfrm>
                    <a:custGeom>
                      <a:avLst/>
                      <a:gdLst>
                        <a:gd name="connsiteX0" fmla="*/ 10736 w 15807"/>
                        <a:gd name="connsiteY0" fmla="*/ 7 h 68493"/>
                        <a:gd name="connsiteX1" fmla="*/ 15403 w 15807"/>
                        <a:gd name="connsiteY1" fmla="*/ 34773 h 68493"/>
                        <a:gd name="connsiteX2" fmla="*/ 5783 w 15807"/>
                        <a:gd name="connsiteY2" fmla="*/ 68492 h 68493"/>
                        <a:gd name="connsiteX3" fmla="*/ 354 w 15807"/>
                        <a:gd name="connsiteY3" fmla="*/ 33630 h 68493"/>
                        <a:gd name="connsiteX4" fmla="*/ 10736 w 15807"/>
                        <a:gd name="connsiteY4" fmla="*/ 7 h 68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07" h="68493">
                          <a:moveTo>
                            <a:pt x="10736" y="7"/>
                          </a:moveTo>
                          <a:cubicBezTo>
                            <a:pt x="15022" y="483"/>
                            <a:pt x="16642" y="15914"/>
                            <a:pt x="15403" y="34773"/>
                          </a:cubicBezTo>
                          <a:cubicBezTo>
                            <a:pt x="14070" y="53538"/>
                            <a:pt x="9879" y="68682"/>
                            <a:pt x="5783" y="68492"/>
                          </a:cubicBezTo>
                          <a:cubicBezTo>
                            <a:pt x="1592" y="68301"/>
                            <a:pt x="-980" y="52680"/>
                            <a:pt x="354" y="33630"/>
                          </a:cubicBezTo>
                          <a:cubicBezTo>
                            <a:pt x="1687" y="14675"/>
                            <a:pt x="6736" y="-374"/>
                            <a:pt x="10736" y="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21" name="Forme libre : forme 15620">
                      <a:extLst>
                        <a:ext uri="{FF2B5EF4-FFF2-40B4-BE49-F238E27FC236}">
                          <a16:creationId xmlns:a16="http://schemas.microsoft.com/office/drawing/2014/main" id="{15908450-7A62-44D4-9806-0FA926A9EC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730" y="3918582"/>
                      <a:ext cx="30107" cy="84863"/>
                    </a:xfrm>
                    <a:custGeom>
                      <a:avLst/>
                      <a:gdLst>
                        <a:gd name="connsiteX0" fmla="*/ 12335 w 30107"/>
                        <a:gd name="connsiteY0" fmla="*/ 84585 h 84863"/>
                        <a:gd name="connsiteX1" fmla="*/ 19383 w 30107"/>
                        <a:gd name="connsiteY1" fmla="*/ 82489 h 84863"/>
                        <a:gd name="connsiteX2" fmla="*/ 28337 w 30107"/>
                        <a:gd name="connsiteY2" fmla="*/ 48485 h 84863"/>
                        <a:gd name="connsiteX3" fmla="*/ 29765 w 30107"/>
                        <a:gd name="connsiteY3" fmla="*/ 12766 h 84863"/>
                        <a:gd name="connsiteX4" fmla="*/ 23955 w 30107"/>
                        <a:gd name="connsiteY4" fmla="*/ 765 h 84863"/>
                        <a:gd name="connsiteX5" fmla="*/ 19478 w 30107"/>
                        <a:gd name="connsiteY5" fmla="*/ 12385 h 84863"/>
                        <a:gd name="connsiteX6" fmla="*/ 9287 w 30107"/>
                        <a:gd name="connsiteY6" fmla="*/ 41151 h 84863"/>
                        <a:gd name="connsiteX7" fmla="*/ 143 w 30107"/>
                        <a:gd name="connsiteY7" fmla="*/ 75250 h 84863"/>
                        <a:gd name="connsiteX8" fmla="*/ 12335 w 30107"/>
                        <a:gd name="connsiteY8" fmla="*/ 84585 h 84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0107" h="84863">
                          <a:moveTo>
                            <a:pt x="12335" y="84585"/>
                          </a:moveTo>
                          <a:cubicBezTo>
                            <a:pt x="14716" y="84870"/>
                            <a:pt x="17097" y="85156"/>
                            <a:pt x="19383" y="82489"/>
                          </a:cubicBezTo>
                          <a:cubicBezTo>
                            <a:pt x="23669" y="77345"/>
                            <a:pt x="26717" y="62677"/>
                            <a:pt x="28337" y="48485"/>
                          </a:cubicBezTo>
                          <a:cubicBezTo>
                            <a:pt x="29765" y="36579"/>
                            <a:pt x="30622" y="23625"/>
                            <a:pt x="29765" y="12766"/>
                          </a:cubicBezTo>
                          <a:cubicBezTo>
                            <a:pt x="29003" y="4670"/>
                            <a:pt x="26812" y="-2379"/>
                            <a:pt x="23955" y="765"/>
                          </a:cubicBezTo>
                          <a:cubicBezTo>
                            <a:pt x="22145" y="2670"/>
                            <a:pt x="20812" y="7813"/>
                            <a:pt x="19478" y="12385"/>
                          </a:cubicBezTo>
                          <a:cubicBezTo>
                            <a:pt x="16335" y="23244"/>
                            <a:pt x="12906" y="33054"/>
                            <a:pt x="9287" y="41151"/>
                          </a:cubicBezTo>
                          <a:cubicBezTo>
                            <a:pt x="6048" y="48009"/>
                            <a:pt x="-1096" y="60582"/>
                            <a:pt x="143" y="75250"/>
                          </a:cubicBezTo>
                          <a:cubicBezTo>
                            <a:pt x="1190" y="88299"/>
                            <a:pt x="9096" y="84108"/>
                            <a:pt x="12335" y="8458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22" name="Forme libre : forme 15621">
                      <a:extLst>
                        <a:ext uri="{FF2B5EF4-FFF2-40B4-BE49-F238E27FC236}">
                          <a16:creationId xmlns:a16="http://schemas.microsoft.com/office/drawing/2014/main" id="{18473B8E-AE47-4B14-B4FB-AEDBC2EF72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5635" y="3960206"/>
                      <a:ext cx="6819" cy="28482"/>
                    </a:xfrm>
                    <a:custGeom>
                      <a:avLst/>
                      <a:gdLst>
                        <a:gd name="connsiteX0" fmla="*/ 3524 w 6819"/>
                        <a:gd name="connsiteY0" fmla="*/ 26768 h 28482"/>
                        <a:gd name="connsiteX1" fmla="*/ 5048 w 6819"/>
                        <a:gd name="connsiteY1" fmla="*/ 28483 h 28482"/>
                        <a:gd name="connsiteX2" fmla="*/ 6572 w 6819"/>
                        <a:gd name="connsiteY2" fmla="*/ 25911 h 28482"/>
                        <a:gd name="connsiteX3" fmla="*/ 6763 w 6819"/>
                        <a:gd name="connsiteY3" fmla="*/ 20863 h 28482"/>
                        <a:gd name="connsiteX4" fmla="*/ 5810 w 6819"/>
                        <a:gd name="connsiteY4" fmla="*/ 8576 h 28482"/>
                        <a:gd name="connsiteX5" fmla="*/ 5048 w 6819"/>
                        <a:gd name="connsiteY5" fmla="*/ 4099 h 28482"/>
                        <a:gd name="connsiteX6" fmla="*/ 0 w 6819"/>
                        <a:gd name="connsiteY6" fmla="*/ 7528 h 28482"/>
                        <a:gd name="connsiteX7" fmla="*/ 3524 w 6819"/>
                        <a:gd name="connsiteY7" fmla="*/ 26768 h 28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19" h="28482">
                          <a:moveTo>
                            <a:pt x="3524" y="26768"/>
                          </a:moveTo>
                          <a:cubicBezTo>
                            <a:pt x="4001" y="27721"/>
                            <a:pt x="4477" y="28483"/>
                            <a:pt x="5048" y="28483"/>
                          </a:cubicBezTo>
                          <a:cubicBezTo>
                            <a:pt x="5620" y="28483"/>
                            <a:pt x="6287" y="27626"/>
                            <a:pt x="6572" y="25911"/>
                          </a:cubicBezTo>
                          <a:cubicBezTo>
                            <a:pt x="6858" y="24387"/>
                            <a:pt x="6858" y="22577"/>
                            <a:pt x="6763" y="20863"/>
                          </a:cubicBezTo>
                          <a:cubicBezTo>
                            <a:pt x="6572" y="16577"/>
                            <a:pt x="6287" y="12481"/>
                            <a:pt x="5810" y="8576"/>
                          </a:cubicBezTo>
                          <a:cubicBezTo>
                            <a:pt x="5620" y="6956"/>
                            <a:pt x="5429" y="5337"/>
                            <a:pt x="5048" y="4099"/>
                          </a:cubicBezTo>
                          <a:cubicBezTo>
                            <a:pt x="3715" y="-1235"/>
                            <a:pt x="95" y="-2569"/>
                            <a:pt x="0" y="7528"/>
                          </a:cubicBezTo>
                          <a:cubicBezTo>
                            <a:pt x="0" y="15338"/>
                            <a:pt x="1715" y="23054"/>
                            <a:pt x="3524" y="2676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23" name="Forme libre : forme 15622">
                      <a:extLst>
                        <a:ext uri="{FF2B5EF4-FFF2-40B4-BE49-F238E27FC236}">
                          <a16:creationId xmlns:a16="http://schemas.microsoft.com/office/drawing/2014/main" id="{344DAD69-4290-4779-B026-014A37275B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7828" y="3879437"/>
                      <a:ext cx="11049" cy="42862"/>
                    </a:xfrm>
                    <a:custGeom>
                      <a:avLst/>
                      <a:gdLst>
                        <a:gd name="connsiteX0" fmla="*/ 0 w 11049"/>
                        <a:gd name="connsiteY0" fmla="*/ 0 h 42862"/>
                        <a:gd name="connsiteX1" fmla="*/ 5715 w 11049"/>
                        <a:gd name="connsiteY1" fmla="*/ 5239 h 42862"/>
                        <a:gd name="connsiteX2" fmla="*/ 11049 w 11049"/>
                        <a:gd name="connsiteY2" fmla="*/ 42863 h 42862"/>
                        <a:gd name="connsiteX3" fmla="*/ 9430 w 11049"/>
                        <a:gd name="connsiteY3" fmla="*/ 24956 h 42862"/>
                        <a:gd name="connsiteX4" fmla="*/ 0 w 11049"/>
                        <a:gd name="connsiteY4" fmla="*/ 0 h 42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49" h="42862">
                          <a:moveTo>
                            <a:pt x="0" y="0"/>
                          </a:moveTo>
                          <a:cubicBezTo>
                            <a:pt x="0" y="0"/>
                            <a:pt x="2953" y="-95"/>
                            <a:pt x="5715" y="5239"/>
                          </a:cubicBezTo>
                          <a:cubicBezTo>
                            <a:pt x="8572" y="10573"/>
                            <a:pt x="11049" y="21241"/>
                            <a:pt x="11049" y="42863"/>
                          </a:cubicBezTo>
                          <a:cubicBezTo>
                            <a:pt x="11049" y="42863"/>
                            <a:pt x="10954" y="34481"/>
                            <a:pt x="9430" y="24956"/>
                          </a:cubicBezTo>
                          <a:cubicBezTo>
                            <a:pt x="8001" y="15431"/>
                            <a:pt x="5429" y="476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24" name="Forme libre : forme 15623">
                      <a:extLst>
                        <a:ext uri="{FF2B5EF4-FFF2-40B4-BE49-F238E27FC236}">
                          <a16:creationId xmlns:a16="http://schemas.microsoft.com/office/drawing/2014/main" id="{5204AD18-9CF6-4D02-A6A4-9E09C61C0C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7468" y="3973734"/>
                      <a:ext cx="12834" cy="48482"/>
                    </a:xfrm>
                    <a:custGeom>
                      <a:avLst/>
                      <a:gdLst>
                        <a:gd name="connsiteX0" fmla="*/ 71 w 12834"/>
                        <a:gd name="connsiteY0" fmla="*/ 0 h 48482"/>
                        <a:gd name="connsiteX1" fmla="*/ 1118 w 12834"/>
                        <a:gd name="connsiteY1" fmla="*/ 22384 h 48482"/>
                        <a:gd name="connsiteX2" fmla="*/ 12834 w 12834"/>
                        <a:gd name="connsiteY2" fmla="*/ 48482 h 48482"/>
                        <a:gd name="connsiteX3" fmla="*/ 71 w 12834"/>
                        <a:gd name="connsiteY3" fmla="*/ 0 h 48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834" h="48482">
                          <a:moveTo>
                            <a:pt x="71" y="0"/>
                          </a:moveTo>
                          <a:cubicBezTo>
                            <a:pt x="71" y="0"/>
                            <a:pt x="-406" y="10858"/>
                            <a:pt x="1118" y="22384"/>
                          </a:cubicBezTo>
                          <a:cubicBezTo>
                            <a:pt x="2547" y="33909"/>
                            <a:pt x="5881" y="46006"/>
                            <a:pt x="12834" y="48482"/>
                          </a:cubicBezTo>
                          <a:cubicBezTo>
                            <a:pt x="12929" y="48482"/>
                            <a:pt x="642" y="39529"/>
                            <a:pt x="7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25" name="Forme libre : forme 15624">
                      <a:extLst>
                        <a:ext uri="{FF2B5EF4-FFF2-40B4-BE49-F238E27FC236}">
                          <a16:creationId xmlns:a16="http://schemas.microsoft.com/office/drawing/2014/main" id="{AAD8F1E8-9F90-44AE-81B9-A928ACEF14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372" y="3919706"/>
                      <a:ext cx="6170" cy="25565"/>
                    </a:xfrm>
                    <a:custGeom>
                      <a:avLst/>
                      <a:gdLst>
                        <a:gd name="connsiteX0" fmla="*/ 5407 w 6170"/>
                        <a:gd name="connsiteY0" fmla="*/ 307 h 25565"/>
                        <a:gd name="connsiteX1" fmla="*/ 5216 w 6170"/>
                        <a:gd name="connsiteY1" fmla="*/ 15548 h 25565"/>
                        <a:gd name="connsiteX2" fmla="*/ 835 w 6170"/>
                        <a:gd name="connsiteY2" fmla="*/ 25263 h 25565"/>
                        <a:gd name="connsiteX3" fmla="*/ 1025 w 6170"/>
                        <a:gd name="connsiteY3" fmla="*/ 9928 h 25565"/>
                        <a:gd name="connsiteX4" fmla="*/ 5407 w 6170"/>
                        <a:gd name="connsiteY4" fmla="*/ 307 h 25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70" h="25565">
                          <a:moveTo>
                            <a:pt x="5407" y="307"/>
                          </a:moveTo>
                          <a:cubicBezTo>
                            <a:pt x="6455" y="1831"/>
                            <a:pt x="6455" y="8690"/>
                            <a:pt x="5216" y="15548"/>
                          </a:cubicBezTo>
                          <a:cubicBezTo>
                            <a:pt x="3978" y="22406"/>
                            <a:pt x="2073" y="26787"/>
                            <a:pt x="835" y="25263"/>
                          </a:cubicBezTo>
                          <a:cubicBezTo>
                            <a:pt x="-308" y="23739"/>
                            <a:pt x="-308" y="16881"/>
                            <a:pt x="1025" y="9928"/>
                          </a:cubicBezTo>
                          <a:cubicBezTo>
                            <a:pt x="2168" y="3070"/>
                            <a:pt x="4264" y="-1216"/>
                            <a:pt x="5407" y="30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26" name="Forme libre : forme 15625">
                      <a:extLst>
                        <a:ext uri="{FF2B5EF4-FFF2-40B4-BE49-F238E27FC236}">
                          <a16:creationId xmlns:a16="http://schemas.microsoft.com/office/drawing/2014/main" id="{2BE5AAC3-F405-4871-BAB6-E2B89D87CB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6920" y="3916294"/>
                      <a:ext cx="2289" cy="7056"/>
                    </a:xfrm>
                    <a:custGeom>
                      <a:avLst/>
                      <a:gdLst>
                        <a:gd name="connsiteX0" fmla="*/ 1478 w 2289"/>
                        <a:gd name="connsiteY0" fmla="*/ 4 h 7056"/>
                        <a:gd name="connsiteX1" fmla="*/ 2240 w 2289"/>
                        <a:gd name="connsiteY1" fmla="*/ 3624 h 7056"/>
                        <a:gd name="connsiteX2" fmla="*/ 812 w 2289"/>
                        <a:gd name="connsiteY2" fmla="*/ 7053 h 7056"/>
                        <a:gd name="connsiteX3" fmla="*/ 50 w 2289"/>
                        <a:gd name="connsiteY3" fmla="*/ 3433 h 7056"/>
                        <a:gd name="connsiteX4" fmla="*/ 1478 w 2289"/>
                        <a:gd name="connsiteY4" fmla="*/ 4 h 7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9" h="7056">
                          <a:moveTo>
                            <a:pt x="1478" y="4"/>
                          </a:moveTo>
                          <a:cubicBezTo>
                            <a:pt x="2050" y="100"/>
                            <a:pt x="2431" y="1719"/>
                            <a:pt x="2240" y="3624"/>
                          </a:cubicBezTo>
                          <a:cubicBezTo>
                            <a:pt x="2050" y="5624"/>
                            <a:pt x="1478" y="7148"/>
                            <a:pt x="812" y="7053"/>
                          </a:cubicBezTo>
                          <a:cubicBezTo>
                            <a:pt x="240" y="6958"/>
                            <a:pt x="-141" y="5338"/>
                            <a:pt x="50" y="3433"/>
                          </a:cubicBezTo>
                          <a:cubicBezTo>
                            <a:pt x="335" y="1433"/>
                            <a:pt x="907" y="-91"/>
                            <a:pt x="1478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27" name="Forme libre : forme 15626">
                      <a:extLst>
                        <a:ext uri="{FF2B5EF4-FFF2-40B4-BE49-F238E27FC236}">
                          <a16:creationId xmlns:a16="http://schemas.microsoft.com/office/drawing/2014/main" id="{C74F538F-F9FA-48D6-80FC-3271EE4804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1818" y="3885307"/>
                      <a:ext cx="23264" cy="59565"/>
                    </a:xfrm>
                    <a:custGeom>
                      <a:avLst/>
                      <a:gdLst>
                        <a:gd name="connsiteX0" fmla="*/ 10865 w 23264"/>
                        <a:gd name="connsiteY0" fmla="*/ 4226 h 59565"/>
                        <a:gd name="connsiteX1" fmla="*/ 20866 w 23264"/>
                        <a:gd name="connsiteY1" fmla="*/ 225 h 59565"/>
                        <a:gd name="connsiteX2" fmla="*/ 23247 w 23264"/>
                        <a:gd name="connsiteY2" fmla="*/ 5559 h 59565"/>
                        <a:gd name="connsiteX3" fmla="*/ 20580 w 23264"/>
                        <a:gd name="connsiteY3" fmla="*/ 12989 h 59565"/>
                        <a:gd name="connsiteX4" fmla="*/ 10389 w 23264"/>
                        <a:gd name="connsiteY4" fmla="*/ 27848 h 59565"/>
                        <a:gd name="connsiteX5" fmla="*/ 959 w 23264"/>
                        <a:gd name="connsiteY5" fmla="*/ 58709 h 59565"/>
                        <a:gd name="connsiteX6" fmla="*/ 3912 w 23264"/>
                        <a:gd name="connsiteY6" fmla="*/ 19180 h 59565"/>
                        <a:gd name="connsiteX7" fmla="*/ 10865 w 23264"/>
                        <a:gd name="connsiteY7" fmla="*/ 4226 h 59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64" h="59565">
                          <a:moveTo>
                            <a:pt x="10865" y="4226"/>
                          </a:moveTo>
                          <a:cubicBezTo>
                            <a:pt x="14294" y="225"/>
                            <a:pt x="17628" y="-442"/>
                            <a:pt x="20866" y="225"/>
                          </a:cubicBezTo>
                          <a:cubicBezTo>
                            <a:pt x="22009" y="416"/>
                            <a:pt x="23438" y="1749"/>
                            <a:pt x="23247" y="5559"/>
                          </a:cubicBezTo>
                          <a:cubicBezTo>
                            <a:pt x="23057" y="9083"/>
                            <a:pt x="21723" y="11655"/>
                            <a:pt x="20580" y="12989"/>
                          </a:cubicBezTo>
                          <a:cubicBezTo>
                            <a:pt x="17056" y="17370"/>
                            <a:pt x="13341" y="19561"/>
                            <a:pt x="10389" y="27848"/>
                          </a:cubicBezTo>
                          <a:cubicBezTo>
                            <a:pt x="8388" y="32991"/>
                            <a:pt x="3626" y="65186"/>
                            <a:pt x="959" y="58709"/>
                          </a:cubicBezTo>
                          <a:cubicBezTo>
                            <a:pt x="-1708" y="52232"/>
                            <a:pt x="1816" y="26705"/>
                            <a:pt x="3912" y="19180"/>
                          </a:cubicBezTo>
                          <a:cubicBezTo>
                            <a:pt x="5721" y="12417"/>
                            <a:pt x="8388" y="7274"/>
                            <a:pt x="10865" y="422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98" name="Graphique 1">
                    <a:extLst>
                      <a:ext uri="{FF2B5EF4-FFF2-40B4-BE49-F238E27FC236}">
                        <a16:creationId xmlns:a16="http://schemas.microsoft.com/office/drawing/2014/main" id="{4CD99C9C-6A8D-42A9-B63E-C6B324F52B04}"/>
                      </a:ext>
                    </a:extLst>
                  </p:cNvPr>
                  <p:cNvGrpSpPr/>
                  <p:nvPr/>
                </p:nvGrpSpPr>
                <p:grpSpPr>
                  <a:xfrm>
                    <a:off x="3909874" y="3726407"/>
                    <a:ext cx="63362" cy="148680"/>
                    <a:chOff x="3909874" y="3726407"/>
                    <a:chExt cx="63362" cy="148680"/>
                  </a:xfrm>
                  <a:solidFill>
                    <a:schemeClr val="accent1"/>
                  </a:solidFill>
                </p:grpSpPr>
                <p:sp>
                  <p:nvSpPr>
                    <p:cNvPr id="15604" name="Forme libre : forme 15603">
                      <a:extLst>
                        <a:ext uri="{FF2B5EF4-FFF2-40B4-BE49-F238E27FC236}">
                          <a16:creationId xmlns:a16="http://schemas.microsoft.com/office/drawing/2014/main" id="{41B9856A-B19C-4CAE-A911-78EC46944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9874" y="3726407"/>
                      <a:ext cx="63356" cy="148680"/>
                    </a:xfrm>
                    <a:custGeom>
                      <a:avLst/>
                      <a:gdLst>
                        <a:gd name="connsiteX0" fmla="*/ 56149 w 63356"/>
                        <a:gd name="connsiteY0" fmla="*/ 53303 h 148680"/>
                        <a:gd name="connsiteX1" fmla="*/ 41862 w 63356"/>
                        <a:gd name="connsiteY1" fmla="*/ 105214 h 148680"/>
                        <a:gd name="connsiteX2" fmla="*/ 32051 w 63356"/>
                        <a:gd name="connsiteY2" fmla="*/ 136265 h 148680"/>
                        <a:gd name="connsiteX3" fmla="*/ 20145 w 63356"/>
                        <a:gd name="connsiteY3" fmla="*/ 148648 h 148680"/>
                        <a:gd name="connsiteX4" fmla="*/ 9191 w 63356"/>
                        <a:gd name="connsiteY4" fmla="*/ 147314 h 148680"/>
                        <a:gd name="connsiteX5" fmla="*/ 809 w 63356"/>
                        <a:gd name="connsiteY5" fmla="*/ 131979 h 148680"/>
                        <a:gd name="connsiteX6" fmla="*/ 2619 w 63356"/>
                        <a:gd name="connsiteY6" fmla="*/ 96832 h 148680"/>
                        <a:gd name="connsiteX7" fmla="*/ 17859 w 63356"/>
                        <a:gd name="connsiteY7" fmla="*/ 40825 h 148680"/>
                        <a:gd name="connsiteX8" fmla="*/ 33480 w 63356"/>
                        <a:gd name="connsiteY8" fmla="*/ 9678 h 148680"/>
                        <a:gd name="connsiteX9" fmla="*/ 48434 w 63356"/>
                        <a:gd name="connsiteY9" fmla="*/ 344 h 148680"/>
                        <a:gd name="connsiteX10" fmla="*/ 58721 w 63356"/>
                        <a:gd name="connsiteY10" fmla="*/ 4630 h 148680"/>
                        <a:gd name="connsiteX11" fmla="*/ 63198 w 63356"/>
                        <a:gd name="connsiteY11" fmla="*/ 21204 h 148680"/>
                        <a:gd name="connsiteX12" fmla="*/ 56149 w 63356"/>
                        <a:gd name="connsiteY12" fmla="*/ 53303 h 1486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3356" h="148680">
                          <a:moveTo>
                            <a:pt x="56149" y="53303"/>
                          </a:moveTo>
                          <a:cubicBezTo>
                            <a:pt x="50434" y="70448"/>
                            <a:pt x="45672" y="87783"/>
                            <a:pt x="41862" y="105214"/>
                          </a:cubicBezTo>
                          <a:cubicBezTo>
                            <a:pt x="39195" y="117501"/>
                            <a:pt x="35766" y="128264"/>
                            <a:pt x="32051" y="136265"/>
                          </a:cubicBezTo>
                          <a:cubicBezTo>
                            <a:pt x="28336" y="144362"/>
                            <a:pt x="24050" y="149124"/>
                            <a:pt x="20145" y="148648"/>
                          </a:cubicBezTo>
                          <a:lnTo>
                            <a:pt x="9191" y="147314"/>
                          </a:lnTo>
                          <a:cubicBezTo>
                            <a:pt x="5191" y="146838"/>
                            <a:pt x="2333" y="141028"/>
                            <a:pt x="809" y="131979"/>
                          </a:cubicBezTo>
                          <a:cubicBezTo>
                            <a:pt x="-620" y="122835"/>
                            <a:pt x="-239" y="110167"/>
                            <a:pt x="2619" y="96832"/>
                          </a:cubicBezTo>
                          <a:cubicBezTo>
                            <a:pt x="6715" y="77782"/>
                            <a:pt x="11763" y="59113"/>
                            <a:pt x="17859" y="40825"/>
                          </a:cubicBezTo>
                          <a:cubicBezTo>
                            <a:pt x="22050" y="27966"/>
                            <a:pt x="27860" y="17013"/>
                            <a:pt x="33480" y="9678"/>
                          </a:cubicBezTo>
                          <a:cubicBezTo>
                            <a:pt x="39290" y="2439"/>
                            <a:pt x="44719" y="-1180"/>
                            <a:pt x="48434" y="344"/>
                          </a:cubicBezTo>
                          <a:lnTo>
                            <a:pt x="58721" y="4630"/>
                          </a:lnTo>
                          <a:cubicBezTo>
                            <a:pt x="62436" y="6154"/>
                            <a:pt x="63865" y="12440"/>
                            <a:pt x="63198" y="21204"/>
                          </a:cubicBezTo>
                          <a:cubicBezTo>
                            <a:pt x="62626" y="30062"/>
                            <a:pt x="60150" y="41301"/>
                            <a:pt x="56149" y="5330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05" name="Forme libre : forme 15604">
                      <a:extLst>
                        <a:ext uri="{FF2B5EF4-FFF2-40B4-BE49-F238E27FC236}">
                          <a16:creationId xmlns:a16="http://schemas.microsoft.com/office/drawing/2014/main" id="{9C220178-4D76-418E-926C-D47FD19BC2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5351" y="3730942"/>
                      <a:ext cx="47884" cy="144145"/>
                    </a:xfrm>
                    <a:custGeom>
                      <a:avLst/>
                      <a:gdLst>
                        <a:gd name="connsiteX0" fmla="*/ 15716 w 47884"/>
                        <a:gd name="connsiteY0" fmla="*/ 88392 h 144145"/>
                        <a:gd name="connsiteX1" fmla="*/ 0 w 47884"/>
                        <a:gd name="connsiteY1" fmla="*/ 143542 h 144145"/>
                        <a:gd name="connsiteX2" fmla="*/ 4763 w 47884"/>
                        <a:gd name="connsiteY2" fmla="*/ 144113 h 144145"/>
                        <a:gd name="connsiteX3" fmla="*/ 16669 w 47884"/>
                        <a:gd name="connsiteY3" fmla="*/ 131731 h 144145"/>
                        <a:gd name="connsiteX4" fmla="*/ 26479 w 47884"/>
                        <a:gd name="connsiteY4" fmla="*/ 100679 h 144145"/>
                        <a:gd name="connsiteX5" fmla="*/ 40767 w 47884"/>
                        <a:gd name="connsiteY5" fmla="*/ 48768 h 144145"/>
                        <a:gd name="connsiteX6" fmla="*/ 47720 w 47884"/>
                        <a:gd name="connsiteY6" fmla="*/ 16669 h 144145"/>
                        <a:gd name="connsiteX7" fmla="*/ 43244 w 47884"/>
                        <a:gd name="connsiteY7" fmla="*/ 95 h 144145"/>
                        <a:gd name="connsiteX8" fmla="*/ 42958 w 47884"/>
                        <a:gd name="connsiteY8" fmla="*/ 0 h 144145"/>
                        <a:gd name="connsiteX9" fmla="*/ 15716 w 47884"/>
                        <a:gd name="connsiteY9" fmla="*/ 88392 h 144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7884" h="144145">
                          <a:moveTo>
                            <a:pt x="15716" y="88392"/>
                          </a:moveTo>
                          <a:cubicBezTo>
                            <a:pt x="12287" y="110014"/>
                            <a:pt x="6953" y="131826"/>
                            <a:pt x="0" y="143542"/>
                          </a:cubicBezTo>
                          <a:lnTo>
                            <a:pt x="4763" y="144113"/>
                          </a:lnTo>
                          <a:cubicBezTo>
                            <a:pt x="8763" y="144589"/>
                            <a:pt x="12954" y="139732"/>
                            <a:pt x="16669" y="131731"/>
                          </a:cubicBezTo>
                          <a:cubicBezTo>
                            <a:pt x="20384" y="123730"/>
                            <a:pt x="23813" y="112966"/>
                            <a:pt x="26479" y="100679"/>
                          </a:cubicBezTo>
                          <a:cubicBezTo>
                            <a:pt x="30289" y="83248"/>
                            <a:pt x="35052" y="65913"/>
                            <a:pt x="40767" y="48768"/>
                          </a:cubicBezTo>
                          <a:cubicBezTo>
                            <a:pt x="44672" y="36766"/>
                            <a:pt x="47244" y="25432"/>
                            <a:pt x="47720" y="16669"/>
                          </a:cubicBezTo>
                          <a:cubicBezTo>
                            <a:pt x="48387" y="7906"/>
                            <a:pt x="47054" y="1619"/>
                            <a:pt x="43244" y="95"/>
                          </a:cubicBezTo>
                          <a:lnTo>
                            <a:pt x="42958" y="0"/>
                          </a:lnTo>
                          <a:cubicBezTo>
                            <a:pt x="31623" y="29432"/>
                            <a:pt x="20384" y="57721"/>
                            <a:pt x="15716" y="88392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06" name="Forme libre : forme 15605">
                      <a:extLst>
                        <a:ext uri="{FF2B5EF4-FFF2-40B4-BE49-F238E27FC236}">
                          <a16:creationId xmlns:a16="http://schemas.microsoft.com/office/drawing/2014/main" id="{B992A2E8-4A62-4EF3-BF93-BA13E0249F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0873" y="3758079"/>
                      <a:ext cx="24284" cy="65967"/>
                    </a:xfrm>
                    <a:custGeom>
                      <a:avLst/>
                      <a:gdLst>
                        <a:gd name="connsiteX0" fmla="*/ 22196 w 24284"/>
                        <a:gd name="connsiteY0" fmla="*/ 104 h 65967"/>
                        <a:gd name="connsiteX1" fmla="*/ 18863 w 24284"/>
                        <a:gd name="connsiteY1" fmla="*/ 34870 h 65967"/>
                        <a:gd name="connsiteX2" fmla="*/ 2956 w 24284"/>
                        <a:gd name="connsiteY2" fmla="*/ 65922 h 65967"/>
                        <a:gd name="connsiteX3" fmla="*/ 4289 w 24284"/>
                        <a:gd name="connsiteY3" fmla="*/ 30584 h 65967"/>
                        <a:gd name="connsiteX4" fmla="*/ 22196 w 24284"/>
                        <a:gd name="connsiteY4" fmla="*/ 104 h 65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284" h="65967">
                          <a:moveTo>
                            <a:pt x="22196" y="104"/>
                          </a:moveTo>
                          <a:cubicBezTo>
                            <a:pt x="26197" y="1628"/>
                            <a:pt x="24101" y="16963"/>
                            <a:pt x="18863" y="34870"/>
                          </a:cubicBezTo>
                          <a:cubicBezTo>
                            <a:pt x="13529" y="52777"/>
                            <a:pt x="7052" y="66874"/>
                            <a:pt x="2956" y="65922"/>
                          </a:cubicBezTo>
                          <a:cubicBezTo>
                            <a:pt x="-1140" y="65065"/>
                            <a:pt x="-1235" y="49063"/>
                            <a:pt x="4289" y="30584"/>
                          </a:cubicBezTo>
                          <a:cubicBezTo>
                            <a:pt x="9719" y="12106"/>
                            <a:pt x="18291" y="-1325"/>
                            <a:pt x="22196" y="104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07" name="Forme libre : forme 15606">
                      <a:extLst>
                        <a:ext uri="{FF2B5EF4-FFF2-40B4-BE49-F238E27FC236}">
                          <a16:creationId xmlns:a16="http://schemas.microsoft.com/office/drawing/2014/main" id="{763FEAD3-0D78-45C3-91E2-F443940677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0869" y="3778281"/>
                      <a:ext cx="22581" cy="45852"/>
                    </a:xfrm>
                    <a:custGeom>
                      <a:avLst/>
                      <a:gdLst>
                        <a:gd name="connsiteX0" fmla="*/ 388 w 22581"/>
                        <a:gd name="connsiteY0" fmla="*/ 29527 h 45852"/>
                        <a:gd name="connsiteX1" fmla="*/ 2960 w 22581"/>
                        <a:gd name="connsiteY1" fmla="*/ 45815 h 45852"/>
                        <a:gd name="connsiteX2" fmla="*/ 18867 w 22581"/>
                        <a:gd name="connsiteY2" fmla="*/ 14764 h 45852"/>
                        <a:gd name="connsiteX3" fmla="*/ 22582 w 22581"/>
                        <a:gd name="connsiteY3" fmla="*/ 0 h 45852"/>
                        <a:gd name="connsiteX4" fmla="*/ 19534 w 22581"/>
                        <a:gd name="connsiteY4" fmla="*/ 7906 h 45852"/>
                        <a:gd name="connsiteX5" fmla="*/ 388 w 22581"/>
                        <a:gd name="connsiteY5" fmla="*/ 29527 h 45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581" h="45852">
                          <a:moveTo>
                            <a:pt x="388" y="29527"/>
                          </a:moveTo>
                          <a:cubicBezTo>
                            <a:pt x="-659" y="38767"/>
                            <a:pt x="484" y="45244"/>
                            <a:pt x="2960" y="45815"/>
                          </a:cubicBezTo>
                          <a:cubicBezTo>
                            <a:pt x="7056" y="46672"/>
                            <a:pt x="13533" y="32575"/>
                            <a:pt x="18867" y="14764"/>
                          </a:cubicBezTo>
                          <a:cubicBezTo>
                            <a:pt x="20296" y="9525"/>
                            <a:pt x="21725" y="4477"/>
                            <a:pt x="22582" y="0"/>
                          </a:cubicBezTo>
                          <a:cubicBezTo>
                            <a:pt x="21725" y="2667"/>
                            <a:pt x="20677" y="5334"/>
                            <a:pt x="19534" y="7906"/>
                          </a:cubicBezTo>
                          <a:cubicBezTo>
                            <a:pt x="12961" y="21431"/>
                            <a:pt x="5056" y="31909"/>
                            <a:pt x="388" y="29527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08" name="Forme libre : forme 15607">
                      <a:extLst>
                        <a:ext uri="{FF2B5EF4-FFF2-40B4-BE49-F238E27FC236}">
                          <a16:creationId xmlns:a16="http://schemas.microsoft.com/office/drawing/2014/main" id="{4254E177-9E47-4EE3-9CCA-9D8FF791DD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3306" y="3755399"/>
                      <a:ext cx="24562" cy="65695"/>
                    </a:xfrm>
                    <a:custGeom>
                      <a:avLst/>
                      <a:gdLst>
                        <a:gd name="connsiteX0" fmla="*/ 22525 w 24562"/>
                        <a:gd name="connsiteY0" fmla="*/ 118 h 65695"/>
                        <a:gd name="connsiteX1" fmla="*/ 19001 w 24562"/>
                        <a:gd name="connsiteY1" fmla="*/ 34789 h 65695"/>
                        <a:gd name="connsiteX2" fmla="*/ 2904 w 24562"/>
                        <a:gd name="connsiteY2" fmla="*/ 65650 h 65695"/>
                        <a:gd name="connsiteX3" fmla="*/ 4428 w 24562"/>
                        <a:gd name="connsiteY3" fmla="*/ 30407 h 65695"/>
                        <a:gd name="connsiteX4" fmla="*/ 22525 w 24562"/>
                        <a:gd name="connsiteY4" fmla="*/ 118 h 65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562" h="65695">
                          <a:moveTo>
                            <a:pt x="22525" y="118"/>
                          </a:moveTo>
                          <a:cubicBezTo>
                            <a:pt x="26431" y="1642"/>
                            <a:pt x="24430" y="16977"/>
                            <a:pt x="19001" y="34789"/>
                          </a:cubicBezTo>
                          <a:cubicBezTo>
                            <a:pt x="13572" y="52601"/>
                            <a:pt x="7000" y="66602"/>
                            <a:pt x="2904" y="65650"/>
                          </a:cubicBezTo>
                          <a:cubicBezTo>
                            <a:pt x="-1192" y="64793"/>
                            <a:pt x="-1192" y="48791"/>
                            <a:pt x="4428" y="30407"/>
                          </a:cubicBezTo>
                          <a:cubicBezTo>
                            <a:pt x="10048" y="12024"/>
                            <a:pt x="18620" y="-1406"/>
                            <a:pt x="22525" y="11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09" name="Forme libre : forme 15608">
                      <a:extLst>
                        <a:ext uri="{FF2B5EF4-FFF2-40B4-BE49-F238E27FC236}">
                          <a16:creationId xmlns:a16="http://schemas.microsoft.com/office/drawing/2014/main" id="{90D77CA5-3DEF-421B-BAF1-B1C3F1FFB6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370" y="3772714"/>
                      <a:ext cx="41497" cy="80651"/>
                    </a:xfrm>
                    <a:custGeom>
                      <a:avLst/>
                      <a:gdLst>
                        <a:gd name="connsiteX0" fmla="*/ 11077 w 41497"/>
                        <a:gd name="connsiteY0" fmla="*/ 80148 h 80651"/>
                        <a:gd name="connsiteX1" fmla="*/ 18411 w 41497"/>
                        <a:gd name="connsiteY1" fmla="*/ 78910 h 80651"/>
                        <a:gd name="connsiteX2" fmla="*/ 32508 w 41497"/>
                        <a:gd name="connsiteY2" fmla="*/ 47382 h 80651"/>
                        <a:gd name="connsiteX3" fmla="*/ 40986 w 41497"/>
                        <a:gd name="connsiteY3" fmla="*/ 13378 h 80651"/>
                        <a:gd name="connsiteX4" fmla="*/ 37937 w 41497"/>
                        <a:gd name="connsiteY4" fmla="*/ 424 h 80651"/>
                        <a:gd name="connsiteX5" fmla="*/ 30889 w 41497"/>
                        <a:gd name="connsiteY5" fmla="*/ 10616 h 80651"/>
                        <a:gd name="connsiteX6" fmla="*/ 14887 w 41497"/>
                        <a:gd name="connsiteY6" fmla="*/ 36524 h 80651"/>
                        <a:gd name="connsiteX7" fmla="*/ 28 w 41497"/>
                        <a:gd name="connsiteY7" fmla="*/ 69004 h 80651"/>
                        <a:gd name="connsiteX8" fmla="*/ 11077 w 41497"/>
                        <a:gd name="connsiteY8" fmla="*/ 80148 h 806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497" h="80651">
                          <a:moveTo>
                            <a:pt x="11077" y="80148"/>
                          </a:moveTo>
                          <a:cubicBezTo>
                            <a:pt x="13363" y="80720"/>
                            <a:pt x="15744" y="81291"/>
                            <a:pt x="18411" y="78910"/>
                          </a:cubicBezTo>
                          <a:cubicBezTo>
                            <a:pt x="23269" y="74433"/>
                            <a:pt x="28317" y="60812"/>
                            <a:pt x="32508" y="47382"/>
                          </a:cubicBezTo>
                          <a:cubicBezTo>
                            <a:pt x="36128" y="36238"/>
                            <a:pt x="39461" y="24046"/>
                            <a:pt x="40986" y="13378"/>
                          </a:cubicBezTo>
                          <a:cubicBezTo>
                            <a:pt x="42128" y="5472"/>
                            <a:pt x="41462" y="-1862"/>
                            <a:pt x="37937" y="424"/>
                          </a:cubicBezTo>
                          <a:cubicBezTo>
                            <a:pt x="35747" y="1853"/>
                            <a:pt x="33270" y="6520"/>
                            <a:pt x="30889" y="10616"/>
                          </a:cubicBezTo>
                          <a:cubicBezTo>
                            <a:pt x="25460" y="20522"/>
                            <a:pt x="20030" y="29285"/>
                            <a:pt x="14887" y="36524"/>
                          </a:cubicBezTo>
                          <a:cubicBezTo>
                            <a:pt x="10410" y="42620"/>
                            <a:pt x="980" y="53954"/>
                            <a:pt x="28" y="69004"/>
                          </a:cubicBezTo>
                          <a:cubicBezTo>
                            <a:pt x="-544" y="82529"/>
                            <a:pt x="7838" y="79291"/>
                            <a:pt x="11077" y="8014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10" name="Forme libre : forme 15609">
                      <a:extLst>
                        <a:ext uri="{FF2B5EF4-FFF2-40B4-BE49-F238E27FC236}">
                          <a16:creationId xmlns:a16="http://schemas.microsoft.com/office/drawing/2014/main" id="{C1DFF890-60B5-46F0-9F9F-D51120ED28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2521" y="3808713"/>
                      <a:ext cx="6489" cy="28917"/>
                    </a:xfrm>
                    <a:custGeom>
                      <a:avLst/>
                      <a:gdLst>
                        <a:gd name="connsiteX0" fmla="*/ 1211 w 6489"/>
                        <a:gd name="connsiteY0" fmla="*/ 26909 h 28917"/>
                        <a:gd name="connsiteX1" fmla="*/ 2449 w 6489"/>
                        <a:gd name="connsiteY1" fmla="*/ 28909 h 28917"/>
                        <a:gd name="connsiteX2" fmla="*/ 4354 w 6489"/>
                        <a:gd name="connsiteY2" fmla="*/ 26528 h 28917"/>
                        <a:gd name="connsiteX3" fmla="*/ 5211 w 6489"/>
                        <a:gd name="connsiteY3" fmla="*/ 21575 h 28917"/>
                        <a:gd name="connsiteX4" fmla="*/ 6354 w 6489"/>
                        <a:gd name="connsiteY4" fmla="*/ 9192 h 28917"/>
                        <a:gd name="connsiteX5" fmla="*/ 6450 w 6489"/>
                        <a:gd name="connsiteY5" fmla="*/ 4621 h 28917"/>
                        <a:gd name="connsiteX6" fmla="*/ 830 w 6489"/>
                        <a:gd name="connsiteY6" fmla="*/ 7097 h 28917"/>
                        <a:gd name="connsiteX7" fmla="*/ 1211 w 6489"/>
                        <a:gd name="connsiteY7" fmla="*/ 26909 h 28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489" h="28917">
                          <a:moveTo>
                            <a:pt x="1211" y="26909"/>
                          </a:moveTo>
                          <a:cubicBezTo>
                            <a:pt x="1497" y="27862"/>
                            <a:pt x="1877" y="28719"/>
                            <a:pt x="2449" y="28909"/>
                          </a:cubicBezTo>
                          <a:cubicBezTo>
                            <a:pt x="3020" y="29005"/>
                            <a:pt x="3783" y="28242"/>
                            <a:pt x="4354" y="26528"/>
                          </a:cubicBezTo>
                          <a:cubicBezTo>
                            <a:pt x="4830" y="25004"/>
                            <a:pt x="5116" y="23194"/>
                            <a:pt x="5211" y="21575"/>
                          </a:cubicBezTo>
                          <a:cubicBezTo>
                            <a:pt x="5687" y="17289"/>
                            <a:pt x="6164" y="13193"/>
                            <a:pt x="6354" y="9192"/>
                          </a:cubicBezTo>
                          <a:cubicBezTo>
                            <a:pt x="6450" y="7573"/>
                            <a:pt x="6545" y="5954"/>
                            <a:pt x="6450" y="4621"/>
                          </a:cubicBezTo>
                          <a:cubicBezTo>
                            <a:pt x="6164" y="-904"/>
                            <a:pt x="2735" y="-3000"/>
                            <a:pt x="830" y="7097"/>
                          </a:cubicBezTo>
                          <a:cubicBezTo>
                            <a:pt x="-504" y="15003"/>
                            <a:pt x="-123" y="22908"/>
                            <a:pt x="1211" y="2690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11" name="Forme libre : forme 15610">
                      <a:extLst>
                        <a:ext uri="{FF2B5EF4-FFF2-40B4-BE49-F238E27FC236}">
                          <a16:creationId xmlns:a16="http://schemas.microsoft.com/office/drawing/2014/main" id="{E9961E22-649E-4582-8BD0-2006773FC7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5357" y="3734657"/>
                      <a:ext cx="4870" cy="43910"/>
                    </a:xfrm>
                    <a:custGeom>
                      <a:avLst/>
                      <a:gdLst>
                        <a:gd name="connsiteX0" fmla="*/ 0 w 4870"/>
                        <a:gd name="connsiteY0" fmla="*/ 0 h 43910"/>
                        <a:gd name="connsiteX1" fmla="*/ 4191 w 4870"/>
                        <a:gd name="connsiteY1" fmla="*/ 6572 h 43910"/>
                        <a:gd name="connsiteX2" fmla="*/ 190 w 4870"/>
                        <a:gd name="connsiteY2" fmla="*/ 43910 h 43910"/>
                        <a:gd name="connsiteX3" fmla="*/ 2857 w 4870"/>
                        <a:gd name="connsiteY3" fmla="*/ 26384 h 43910"/>
                        <a:gd name="connsiteX4" fmla="*/ 0 w 4870"/>
                        <a:gd name="connsiteY4" fmla="*/ 0 h 43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70" h="43910">
                          <a:moveTo>
                            <a:pt x="0" y="0"/>
                          </a:moveTo>
                          <a:cubicBezTo>
                            <a:pt x="0" y="0"/>
                            <a:pt x="2857" y="667"/>
                            <a:pt x="4191" y="6572"/>
                          </a:cubicBezTo>
                          <a:cubicBezTo>
                            <a:pt x="5524" y="12383"/>
                            <a:pt x="5239" y="23336"/>
                            <a:pt x="190" y="43910"/>
                          </a:cubicBezTo>
                          <a:cubicBezTo>
                            <a:pt x="190" y="43910"/>
                            <a:pt x="2000" y="35909"/>
                            <a:pt x="2857" y="26384"/>
                          </a:cubicBezTo>
                          <a:cubicBezTo>
                            <a:pt x="3810" y="16954"/>
                            <a:pt x="3905" y="6001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12" name="Forme libre : forme 15611">
                      <a:extLst>
                        <a:ext uri="{FF2B5EF4-FFF2-40B4-BE49-F238E27FC236}">
                          <a16:creationId xmlns:a16="http://schemas.microsoft.com/office/drawing/2014/main" id="{B9DC4B2E-0C7A-4F47-B3E4-097E4C142F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918" y="3820477"/>
                      <a:ext cx="8766" cy="50673"/>
                    </a:xfrm>
                    <a:custGeom>
                      <a:avLst/>
                      <a:gdLst>
                        <a:gd name="connsiteX0" fmla="*/ 2480 w 8766"/>
                        <a:gd name="connsiteY0" fmla="*/ 0 h 50673"/>
                        <a:gd name="connsiteX1" fmla="*/ 1241 w 8766"/>
                        <a:gd name="connsiteY1" fmla="*/ 6953 h 50673"/>
                        <a:gd name="connsiteX2" fmla="*/ 3 w 8766"/>
                        <a:gd name="connsiteY2" fmla="*/ 22955 h 50673"/>
                        <a:gd name="connsiteX3" fmla="*/ 8766 w 8766"/>
                        <a:gd name="connsiteY3" fmla="*/ 50673 h 50673"/>
                        <a:gd name="connsiteX4" fmla="*/ 3622 w 8766"/>
                        <a:gd name="connsiteY4" fmla="*/ 40576 h 50673"/>
                        <a:gd name="connsiteX5" fmla="*/ 956 w 8766"/>
                        <a:gd name="connsiteY5" fmla="*/ 25051 h 50673"/>
                        <a:gd name="connsiteX6" fmla="*/ 2480 w 8766"/>
                        <a:gd name="connsiteY6" fmla="*/ 0 h 50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66" h="50673">
                          <a:moveTo>
                            <a:pt x="2480" y="0"/>
                          </a:moveTo>
                          <a:cubicBezTo>
                            <a:pt x="2480" y="0"/>
                            <a:pt x="1813" y="2762"/>
                            <a:pt x="1241" y="6953"/>
                          </a:cubicBezTo>
                          <a:cubicBezTo>
                            <a:pt x="765" y="11239"/>
                            <a:pt x="3" y="16954"/>
                            <a:pt x="3" y="22955"/>
                          </a:cubicBezTo>
                          <a:cubicBezTo>
                            <a:pt x="-92" y="35052"/>
                            <a:pt x="2098" y="47434"/>
                            <a:pt x="8766" y="50673"/>
                          </a:cubicBezTo>
                          <a:cubicBezTo>
                            <a:pt x="8766" y="50673"/>
                            <a:pt x="6004" y="48101"/>
                            <a:pt x="3622" y="40576"/>
                          </a:cubicBezTo>
                          <a:cubicBezTo>
                            <a:pt x="2384" y="36862"/>
                            <a:pt x="1432" y="31718"/>
                            <a:pt x="956" y="25051"/>
                          </a:cubicBezTo>
                          <a:cubicBezTo>
                            <a:pt x="479" y="18288"/>
                            <a:pt x="765" y="10001"/>
                            <a:pt x="248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13" name="Forme libre : forme 15612">
                      <a:extLst>
                        <a:ext uri="{FF2B5EF4-FFF2-40B4-BE49-F238E27FC236}">
                          <a16:creationId xmlns:a16="http://schemas.microsoft.com/office/drawing/2014/main" id="{2E042F59-3EDD-4026-97B8-263AACE428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6094" y="3771157"/>
                      <a:ext cx="10400" cy="24387"/>
                    </a:xfrm>
                    <a:custGeom>
                      <a:avLst/>
                      <a:gdLst>
                        <a:gd name="connsiteX0" fmla="*/ 10213 w 10400"/>
                        <a:gd name="connsiteY0" fmla="*/ 457 h 24387"/>
                        <a:gd name="connsiteX1" fmla="*/ 6498 w 10400"/>
                        <a:gd name="connsiteY1" fmla="*/ 15316 h 24387"/>
                        <a:gd name="connsiteX2" fmla="*/ 211 w 10400"/>
                        <a:gd name="connsiteY2" fmla="*/ 23983 h 24387"/>
                        <a:gd name="connsiteX3" fmla="*/ 3640 w 10400"/>
                        <a:gd name="connsiteY3" fmla="*/ 9029 h 24387"/>
                        <a:gd name="connsiteX4" fmla="*/ 10213 w 10400"/>
                        <a:gd name="connsiteY4" fmla="*/ 457 h 24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00" h="24387">
                          <a:moveTo>
                            <a:pt x="10213" y="457"/>
                          </a:moveTo>
                          <a:cubicBezTo>
                            <a:pt x="10975" y="2266"/>
                            <a:pt x="9356" y="8839"/>
                            <a:pt x="6498" y="15316"/>
                          </a:cubicBezTo>
                          <a:cubicBezTo>
                            <a:pt x="3831" y="21793"/>
                            <a:pt x="1069" y="25698"/>
                            <a:pt x="211" y="23983"/>
                          </a:cubicBezTo>
                          <a:cubicBezTo>
                            <a:pt x="-551" y="22269"/>
                            <a:pt x="783" y="15411"/>
                            <a:pt x="3640" y="9029"/>
                          </a:cubicBezTo>
                          <a:cubicBezTo>
                            <a:pt x="6593" y="2362"/>
                            <a:pt x="9451" y="-1353"/>
                            <a:pt x="10213" y="45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14" name="Forme libre : forme 15613">
                      <a:extLst>
                        <a:ext uri="{FF2B5EF4-FFF2-40B4-BE49-F238E27FC236}">
                          <a16:creationId xmlns:a16="http://schemas.microsoft.com/office/drawing/2014/main" id="{B36BA836-AD5F-4D6D-A98C-6E68FD173A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4354" y="3767881"/>
                      <a:ext cx="3003" cy="6799"/>
                    </a:xfrm>
                    <a:custGeom>
                      <a:avLst/>
                      <a:gdLst>
                        <a:gd name="connsiteX0" fmla="*/ 2619 w 3003"/>
                        <a:gd name="connsiteY0" fmla="*/ 18 h 6799"/>
                        <a:gd name="connsiteX1" fmla="*/ 2524 w 3003"/>
                        <a:gd name="connsiteY1" fmla="*/ 3733 h 6799"/>
                        <a:gd name="connsiteX2" fmla="*/ 429 w 3003"/>
                        <a:gd name="connsiteY2" fmla="*/ 6781 h 6799"/>
                        <a:gd name="connsiteX3" fmla="*/ 429 w 3003"/>
                        <a:gd name="connsiteY3" fmla="*/ 3066 h 6799"/>
                        <a:gd name="connsiteX4" fmla="*/ 2619 w 3003"/>
                        <a:gd name="connsiteY4" fmla="*/ 18 h 6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03" h="6799">
                          <a:moveTo>
                            <a:pt x="2619" y="18"/>
                          </a:moveTo>
                          <a:cubicBezTo>
                            <a:pt x="3191" y="209"/>
                            <a:pt x="3096" y="1828"/>
                            <a:pt x="2524" y="3733"/>
                          </a:cubicBezTo>
                          <a:cubicBezTo>
                            <a:pt x="1953" y="5638"/>
                            <a:pt x="1000" y="6971"/>
                            <a:pt x="429" y="6781"/>
                          </a:cubicBezTo>
                          <a:cubicBezTo>
                            <a:pt x="-143" y="6590"/>
                            <a:pt x="-143" y="4876"/>
                            <a:pt x="429" y="3066"/>
                          </a:cubicBezTo>
                          <a:cubicBezTo>
                            <a:pt x="1000" y="1161"/>
                            <a:pt x="2048" y="-172"/>
                            <a:pt x="2619" y="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15" name="Forme libre : forme 15614">
                      <a:extLst>
                        <a:ext uri="{FF2B5EF4-FFF2-40B4-BE49-F238E27FC236}">
                          <a16:creationId xmlns:a16="http://schemas.microsoft.com/office/drawing/2014/main" id="{C4437C1B-CF3E-4456-B2EB-3917E822C2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5150" y="3738042"/>
                      <a:ext cx="34935" cy="54659"/>
                    </a:xfrm>
                    <a:custGeom>
                      <a:avLst/>
                      <a:gdLst>
                        <a:gd name="connsiteX0" fmla="*/ 22775 w 34935"/>
                        <a:gd name="connsiteY0" fmla="*/ 2330 h 54659"/>
                        <a:gd name="connsiteX1" fmla="*/ 33539 w 34935"/>
                        <a:gd name="connsiteY1" fmla="*/ 996 h 54659"/>
                        <a:gd name="connsiteX2" fmla="*/ 34396 w 34935"/>
                        <a:gd name="connsiteY2" fmla="*/ 6806 h 54659"/>
                        <a:gd name="connsiteX3" fmla="*/ 29919 w 34935"/>
                        <a:gd name="connsiteY3" fmla="*/ 13379 h 54659"/>
                        <a:gd name="connsiteX4" fmla="*/ 16298 w 34935"/>
                        <a:gd name="connsiteY4" fmla="*/ 25285 h 54659"/>
                        <a:gd name="connsiteX5" fmla="*/ 7345 w 34935"/>
                        <a:gd name="connsiteY5" fmla="*/ 43668 h 54659"/>
                        <a:gd name="connsiteX6" fmla="*/ 106 w 34935"/>
                        <a:gd name="connsiteY6" fmla="*/ 53669 h 54659"/>
                        <a:gd name="connsiteX7" fmla="*/ 4011 w 34935"/>
                        <a:gd name="connsiteY7" fmla="*/ 34429 h 54659"/>
                        <a:gd name="connsiteX8" fmla="*/ 12107 w 34935"/>
                        <a:gd name="connsiteY8" fmla="*/ 15379 h 54659"/>
                        <a:gd name="connsiteX9" fmla="*/ 22775 w 34935"/>
                        <a:gd name="connsiteY9" fmla="*/ 2330 h 54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935" h="54659">
                          <a:moveTo>
                            <a:pt x="22775" y="2330"/>
                          </a:moveTo>
                          <a:cubicBezTo>
                            <a:pt x="27062" y="-718"/>
                            <a:pt x="30681" y="-337"/>
                            <a:pt x="33539" y="996"/>
                          </a:cubicBezTo>
                          <a:cubicBezTo>
                            <a:pt x="34681" y="1568"/>
                            <a:pt x="35539" y="3092"/>
                            <a:pt x="34396" y="6806"/>
                          </a:cubicBezTo>
                          <a:cubicBezTo>
                            <a:pt x="33348" y="10140"/>
                            <a:pt x="31348" y="12236"/>
                            <a:pt x="29919" y="13379"/>
                          </a:cubicBezTo>
                          <a:cubicBezTo>
                            <a:pt x="25347" y="16713"/>
                            <a:pt x="21156" y="17951"/>
                            <a:pt x="16298" y="25285"/>
                          </a:cubicBezTo>
                          <a:cubicBezTo>
                            <a:pt x="14679" y="27571"/>
                            <a:pt x="10869" y="36334"/>
                            <a:pt x="7345" y="43668"/>
                          </a:cubicBezTo>
                          <a:cubicBezTo>
                            <a:pt x="3916" y="51098"/>
                            <a:pt x="772" y="57098"/>
                            <a:pt x="106" y="53669"/>
                          </a:cubicBezTo>
                          <a:cubicBezTo>
                            <a:pt x="-466" y="50145"/>
                            <a:pt x="1344" y="42239"/>
                            <a:pt x="4011" y="34429"/>
                          </a:cubicBezTo>
                          <a:cubicBezTo>
                            <a:pt x="6583" y="26523"/>
                            <a:pt x="10202" y="18808"/>
                            <a:pt x="12107" y="15379"/>
                          </a:cubicBezTo>
                          <a:cubicBezTo>
                            <a:pt x="15631" y="8997"/>
                            <a:pt x="19537" y="4616"/>
                            <a:pt x="22775" y="233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99" name="Graphique 1">
                    <a:extLst>
                      <a:ext uri="{FF2B5EF4-FFF2-40B4-BE49-F238E27FC236}">
                        <a16:creationId xmlns:a16="http://schemas.microsoft.com/office/drawing/2014/main" id="{33958F3D-2722-4A01-A78E-54563C62DCA4}"/>
                      </a:ext>
                    </a:extLst>
                  </p:cNvPr>
                  <p:cNvGrpSpPr/>
                  <p:nvPr/>
                </p:nvGrpSpPr>
                <p:grpSpPr>
                  <a:xfrm>
                    <a:off x="3954000" y="3594091"/>
                    <a:ext cx="91999" cy="137209"/>
                    <a:chOff x="3954000" y="3594091"/>
                    <a:chExt cx="91999" cy="137209"/>
                  </a:xfrm>
                  <a:solidFill>
                    <a:schemeClr val="accent1"/>
                  </a:solidFill>
                </p:grpSpPr>
                <p:sp>
                  <p:nvSpPr>
                    <p:cNvPr id="15592" name="Forme libre : forme 15591">
                      <a:extLst>
                        <a:ext uri="{FF2B5EF4-FFF2-40B4-BE49-F238E27FC236}">
                          <a16:creationId xmlns:a16="http://schemas.microsoft.com/office/drawing/2014/main" id="{63CC9C14-639C-4CD8-89C9-DB604B49E1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4000" y="3594091"/>
                      <a:ext cx="91903" cy="137209"/>
                    </a:xfrm>
                    <a:custGeom>
                      <a:avLst/>
                      <a:gdLst>
                        <a:gd name="connsiteX0" fmla="*/ 74412 w 91903"/>
                        <a:gd name="connsiteY0" fmla="*/ 54270 h 137209"/>
                        <a:gd name="connsiteX1" fmla="*/ 47456 w 91903"/>
                        <a:gd name="connsiteY1" fmla="*/ 100752 h 137209"/>
                        <a:gd name="connsiteX2" fmla="*/ 14595 w 91903"/>
                        <a:gd name="connsiteY2" fmla="*/ 136852 h 137209"/>
                        <a:gd name="connsiteX3" fmla="*/ 4307 w 91903"/>
                        <a:gd name="connsiteY3" fmla="*/ 132565 h 137209"/>
                        <a:gd name="connsiteX4" fmla="*/ 11261 w 91903"/>
                        <a:gd name="connsiteY4" fmla="*/ 82273 h 137209"/>
                        <a:gd name="connsiteX5" fmla="*/ 40217 w 91903"/>
                        <a:gd name="connsiteY5" fmla="*/ 31886 h 137209"/>
                        <a:gd name="connsiteX6" fmla="*/ 64029 w 91903"/>
                        <a:gd name="connsiteY6" fmla="*/ 5787 h 137209"/>
                        <a:gd name="connsiteX7" fmla="*/ 81270 w 91903"/>
                        <a:gd name="connsiteY7" fmla="*/ 1215 h 137209"/>
                        <a:gd name="connsiteX8" fmla="*/ 89842 w 91903"/>
                        <a:gd name="connsiteY8" fmla="*/ 8550 h 137209"/>
                        <a:gd name="connsiteX9" fmla="*/ 89366 w 91903"/>
                        <a:gd name="connsiteY9" fmla="*/ 25599 h 137209"/>
                        <a:gd name="connsiteX10" fmla="*/ 74412 w 91903"/>
                        <a:gd name="connsiteY10" fmla="*/ 54270 h 137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1903" h="137209">
                          <a:moveTo>
                            <a:pt x="74412" y="54270"/>
                          </a:moveTo>
                          <a:cubicBezTo>
                            <a:pt x="64601" y="69129"/>
                            <a:pt x="55743" y="84750"/>
                            <a:pt x="47456" y="100752"/>
                          </a:cubicBezTo>
                          <a:cubicBezTo>
                            <a:pt x="36026" y="123135"/>
                            <a:pt x="22119" y="139899"/>
                            <a:pt x="14595" y="136852"/>
                          </a:cubicBezTo>
                          <a:lnTo>
                            <a:pt x="4307" y="132565"/>
                          </a:lnTo>
                          <a:cubicBezTo>
                            <a:pt x="-3122" y="129612"/>
                            <a:pt x="-1026" y="106562"/>
                            <a:pt x="11261" y="82273"/>
                          </a:cubicBezTo>
                          <a:cubicBezTo>
                            <a:pt x="20024" y="65033"/>
                            <a:pt x="29644" y="48269"/>
                            <a:pt x="40217" y="31886"/>
                          </a:cubicBezTo>
                          <a:cubicBezTo>
                            <a:pt x="47646" y="20361"/>
                            <a:pt x="56505" y="11217"/>
                            <a:pt x="64029" y="5787"/>
                          </a:cubicBezTo>
                          <a:cubicBezTo>
                            <a:pt x="71840" y="358"/>
                            <a:pt x="78126" y="-1452"/>
                            <a:pt x="81270" y="1215"/>
                          </a:cubicBezTo>
                          <a:lnTo>
                            <a:pt x="89842" y="8550"/>
                          </a:lnTo>
                          <a:cubicBezTo>
                            <a:pt x="92890" y="11121"/>
                            <a:pt x="92414" y="17598"/>
                            <a:pt x="89366" y="25599"/>
                          </a:cubicBezTo>
                          <a:cubicBezTo>
                            <a:pt x="86604" y="33886"/>
                            <a:pt x="81174" y="43792"/>
                            <a:pt x="74412" y="5427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93" name="Forme libre : forme 15592">
                      <a:extLst>
                        <a:ext uri="{FF2B5EF4-FFF2-40B4-BE49-F238E27FC236}">
                          <a16:creationId xmlns:a16="http://schemas.microsoft.com/office/drawing/2014/main" id="{31187522-38B6-4607-B705-434CECDFA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4118" y="3602450"/>
                      <a:ext cx="81881" cy="128850"/>
                    </a:xfrm>
                    <a:custGeom>
                      <a:avLst/>
                      <a:gdLst>
                        <a:gd name="connsiteX0" fmla="*/ 30004 w 81881"/>
                        <a:gd name="connsiteY0" fmla="*/ 77724 h 128850"/>
                        <a:gd name="connsiteX1" fmla="*/ 15430 w 81881"/>
                        <a:gd name="connsiteY1" fmla="*/ 106299 h 128850"/>
                        <a:gd name="connsiteX2" fmla="*/ 0 w 81881"/>
                        <a:gd name="connsiteY2" fmla="*/ 126683 h 128850"/>
                        <a:gd name="connsiteX3" fmla="*/ 4477 w 81881"/>
                        <a:gd name="connsiteY3" fmla="*/ 128492 h 128850"/>
                        <a:gd name="connsiteX4" fmla="*/ 37338 w 81881"/>
                        <a:gd name="connsiteY4" fmla="*/ 92393 h 128850"/>
                        <a:gd name="connsiteX5" fmla="*/ 64294 w 81881"/>
                        <a:gd name="connsiteY5" fmla="*/ 45911 h 128850"/>
                        <a:gd name="connsiteX6" fmla="*/ 79343 w 81881"/>
                        <a:gd name="connsiteY6" fmla="*/ 17240 h 128850"/>
                        <a:gd name="connsiteX7" fmla="*/ 79820 w 81881"/>
                        <a:gd name="connsiteY7" fmla="*/ 191 h 128850"/>
                        <a:gd name="connsiteX8" fmla="*/ 79534 w 81881"/>
                        <a:gd name="connsiteY8" fmla="*/ 0 h 128850"/>
                        <a:gd name="connsiteX9" fmla="*/ 52102 w 81881"/>
                        <a:gd name="connsiteY9" fmla="*/ 37338 h 128850"/>
                        <a:gd name="connsiteX10" fmla="*/ 30004 w 81881"/>
                        <a:gd name="connsiteY10" fmla="*/ 77724 h 128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1881" h="128850">
                          <a:moveTo>
                            <a:pt x="30004" y="77724"/>
                          </a:moveTo>
                          <a:cubicBezTo>
                            <a:pt x="25622" y="87821"/>
                            <a:pt x="20574" y="97727"/>
                            <a:pt x="15430" y="106299"/>
                          </a:cubicBezTo>
                          <a:cubicBezTo>
                            <a:pt x="10192" y="114871"/>
                            <a:pt x="5048" y="122111"/>
                            <a:pt x="0" y="126683"/>
                          </a:cubicBezTo>
                          <a:lnTo>
                            <a:pt x="4477" y="128492"/>
                          </a:lnTo>
                          <a:cubicBezTo>
                            <a:pt x="12002" y="131540"/>
                            <a:pt x="25908" y="114776"/>
                            <a:pt x="37338" y="92393"/>
                          </a:cubicBezTo>
                          <a:cubicBezTo>
                            <a:pt x="45529" y="76391"/>
                            <a:pt x="54483" y="60770"/>
                            <a:pt x="64294" y="45911"/>
                          </a:cubicBezTo>
                          <a:cubicBezTo>
                            <a:pt x="71056" y="35433"/>
                            <a:pt x="76486" y="25432"/>
                            <a:pt x="79343" y="17240"/>
                          </a:cubicBezTo>
                          <a:cubicBezTo>
                            <a:pt x="82391" y="9239"/>
                            <a:pt x="82867" y="2762"/>
                            <a:pt x="79820" y="191"/>
                          </a:cubicBezTo>
                          <a:lnTo>
                            <a:pt x="79534" y="0"/>
                          </a:lnTo>
                          <a:cubicBezTo>
                            <a:pt x="69723" y="12192"/>
                            <a:pt x="60484" y="24479"/>
                            <a:pt x="52102" y="37338"/>
                          </a:cubicBezTo>
                          <a:cubicBezTo>
                            <a:pt x="43624" y="50102"/>
                            <a:pt x="36195" y="63437"/>
                            <a:pt x="30004" y="7772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94" name="Forme libre : forme 15593">
                      <a:extLst>
                        <a:ext uri="{FF2B5EF4-FFF2-40B4-BE49-F238E27FC236}">
                          <a16:creationId xmlns:a16="http://schemas.microsoft.com/office/drawing/2014/main" id="{29B1E110-1F2C-4CC0-B61E-C356232EE9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4548" y="3623788"/>
                      <a:ext cx="37789" cy="59347"/>
                    </a:xfrm>
                    <a:custGeom>
                      <a:avLst/>
                      <a:gdLst>
                        <a:gd name="connsiteX0" fmla="*/ 36816 w 37789"/>
                        <a:gd name="connsiteY0" fmla="*/ 379 h 59347"/>
                        <a:gd name="connsiteX1" fmla="*/ 24719 w 37789"/>
                        <a:gd name="connsiteY1" fmla="*/ 33145 h 59347"/>
                        <a:gd name="connsiteX2" fmla="*/ 1383 w 37789"/>
                        <a:gd name="connsiteY2" fmla="*/ 59148 h 59347"/>
                        <a:gd name="connsiteX3" fmla="*/ 11479 w 37789"/>
                        <a:gd name="connsiteY3" fmla="*/ 25239 h 59347"/>
                        <a:gd name="connsiteX4" fmla="*/ 36816 w 37789"/>
                        <a:gd name="connsiteY4" fmla="*/ 379 h 59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89" h="59347">
                          <a:moveTo>
                            <a:pt x="36816" y="379"/>
                          </a:moveTo>
                          <a:cubicBezTo>
                            <a:pt x="40245" y="2951"/>
                            <a:pt x="34244" y="17143"/>
                            <a:pt x="24719" y="33145"/>
                          </a:cubicBezTo>
                          <a:cubicBezTo>
                            <a:pt x="15098" y="49052"/>
                            <a:pt x="5193" y="61053"/>
                            <a:pt x="1383" y="59148"/>
                          </a:cubicBezTo>
                          <a:cubicBezTo>
                            <a:pt x="-2332" y="57243"/>
                            <a:pt x="1573" y="41717"/>
                            <a:pt x="11479" y="25239"/>
                          </a:cubicBezTo>
                          <a:cubicBezTo>
                            <a:pt x="21385" y="8571"/>
                            <a:pt x="33387" y="-2193"/>
                            <a:pt x="36816" y="379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95" name="Forme libre : forme 15594">
                      <a:extLst>
                        <a:ext uri="{FF2B5EF4-FFF2-40B4-BE49-F238E27FC236}">
                          <a16:creationId xmlns:a16="http://schemas.microsoft.com/office/drawing/2014/main" id="{6D095F87-E1CD-443B-BF07-6B30E8DC66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4506" y="3643502"/>
                      <a:ext cx="32095" cy="39537"/>
                    </a:xfrm>
                    <a:custGeom>
                      <a:avLst/>
                      <a:gdLst>
                        <a:gd name="connsiteX0" fmla="*/ 2949 w 32095"/>
                        <a:gd name="connsiteY0" fmla="*/ 22955 h 39537"/>
                        <a:gd name="connsiteX1" fmla="*/ 1425 w 32095"/>
                        <a:gd name="connsiteY1" fmla="*/ 39338 h 39537"/>
                        <a:gd name="connsiteX2" fmla="*/ 24761 w 32095"/>
                        <a:gd name="connsiteY2" fmla="*/ 13335 h 39537"/>
                        <a:gd name="connsiteX3" fmla="*/ 32096 w 32095"/>
                        <a:gd name="connsiteY3" fmla="*/ 0 h 39537"/>
                        <a:gd name="connsiteX4" fmla="*/ 27142 w 32095"/>
                        <a:gd name="connsiteY4" fmla="*/ 6763 h 39537"/>
                        <a:gd name="connsiteX5" fmla="*/ 2949 w 32095"/>
                        <a:gd name="connsiteY5" fmla="*/ 22955 h 39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095" h="39537">
                          <a:moveTo>
                            <a:pt x="2949" y="22955"/>
                          </a:moveTo>
                          <a:cubicBezTo>
                            <a:pt x="-290" y="31718"/>
                            <a:pt x="-956" y="38195"/>
                            <a:pt x="1425" y="39338"/>
                          </a:cubicBezTo>
                          <a:cubicBezTo>
                            <a:pt x="5235" y="41243"/>
                            <a:pt x="15141" y="29242"/>
                            <a:pt x="24761" y="13335"/>
                          </a:cubicBezTo>
                          <a:cubicBezTo>
                            <a:pt x="27524" y="8668"/>
                            <a:pt x="30000" y="4096"/>
                            <a:pt x="32096" y="0"/>
                          </a:cubicBezTo>
                          <a:cubicBezTo>
                            <a:pt x="30572" y="2381"/>
                            <a:pt x="28857" y="4572"/>
                            <a:pt x="27142" y="6763"/>
                          </a:cubicBezTo>
                          <a:cubicBezTo>
                            <a:pt x="17236" y="18288"/>
                            <a:pt x="6949" y="26479"/>
                            <a:pt x="2949" y="22955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96" name="Forme libre : forme 15595">
                      <a:extLst>
                        <a:ext uri="{FF2B5EF4-FFF2-40B4-BE49-F238E27FC236}">
                          <a16:creationId xmlns:a16="http://schemas.microsoft.com/office/drawing/2014/main" id="{A94C1AE0-0354-4881-8A49-79FCC9A47E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7559" y="3621903"/>
                      <a:ext cx="38102" cy="58947"/>
                    </a:xfrm>
                    <a:custGeom>
                      <a:avLst/>
                      <a:gdLst>
                        <a:gd name="connsiteX0" fmla="*/ 37139 w 38102"/>
                        <a:gd name="connsiteY0" fmla="*/ 359 h 58947"/>
                        <a:gd name="connsiteX1" fmla="*/ 24851 w 38102"/>
                        <a:gd name="connsiteY1" fmla="*/ 32934 h 58947"/>
                        <a:gd name="connsiteX2" fmla="*/ 1420 w 38102"/>
                        <a:gd name="connsiteY2" fmla="*/ 58747 h 58947"/>
                        <a:gd name="connsiteX3" fmla="*/ 11707 w 38102"/>
                        <a:gd name="connsiteY3" fmla="*/ 24933 h 58947"/>
                        <a:gd name="connsiteX4" fmla="*/ 37139 w 38102"/>
                        <a:gd name="connsiteY4" fmla="*/ 359 h 58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02" h="58947">
                          <a:moveTo>
                            <a:pt x="37139" y="359"/>
                          </a:moveTo>
                          <a:cubicBezTo>
                            <a:pt x="40568" y="2931"/>
                            <a:pt x="34472" y="17028"/>
                            <a:pt x="24851" y="32934"/>
                          </a:cubicBezTo>
                          <a:cubicBezTo>
                            <a:pt x="15136" y="48746"/>
                            <a:pt x="5230" y="60652"/>
                            <a:pt x="1420" y="58747"/>
                          </a:cubicBezTo>
                          <a:cubicBezTo>
                            <a:pt x="-2390" y="56842"/>
                            <a:pt x="1610" y="41316"/>
                            <a:pt x="11707" y="24933"/>
                          </a:cubicBezTo>
                          <a:cubicBezTo>
                            <a:pt x="21708" y="8455"/>
                            <a:pt x="33805" y="-2118"/>
                            <a:pt x="37139" y="35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97" name="Forme libre : forme 15596">
                      <a:extLst>
                        <a:ext uri="{FF2B5EF4-FFF2-40B4-BE49-F238E27FC236}">
                          <a16:creationId xmlns:a16="http://schemas.microsoft.com/office/drawing/2014/main" id="{0BFCE760-29D2-4D73-A1E0-15B436A6A6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5114" y="3639363"/>
                      <a:ext cx="57859" cy="71735"/>
                    </a:xfrm>
                    <a:custGeom>
                      <a:avLst/>
                      <a:gdLst>
                        <a:gd name="connsiteX0" fmla="*/ 8910 w 57859"/>
                        <a:gd name="connsiteY0" fmla="*/ 70148 h 71735"/>
                        <a:gd name="connsiteX1" fmla="*/ 16340 w 57859"/>
                        <a:gd name="connsiteY1" fmla="*/ 71005 h 71735"/>
                        <a:gd name="connsiteX2" fmla="*/ 38343 w 57859"/>
                        <a:gd name="connsiteY2" fmla="*/ 44145 h 71735"/>
                        <a:gd name="connsiteX3" fmla="*/ 55011 w 57859"/>
                        <a:gd name="connsiteY3" fmla="*/ 13379 h 71735"/>
                        <a:gd name="connsiteX4" fmla="*/ 55297 w 57859"/>
                        <a:gd name="connsiteY4" fmla="*/ 139 h 71735"/>
                        <a:gd name="connsiteX5" fmla="*/ 45772 w 57859"/>
                        <a:gd name="connsiteY5" fmla="*/ 8140 h 71735"/>
                        <a:gd name="connsiteX6" fmla="*/ 23674 w 57859"/>
                        <a:gd name="connsiteY6" fmla="*/ 29095 h 71735"/>
                        <a:gd name="connsiteX7" fmla="*/ 1004 w 57859"/>
                        <a:gd name="connsiteY7" fmla="*/ 56527 h 71735"/>
                        <a:gd name="connsiteX8" fmla="*/ 8910 w 57859"/>
                        <a:gd name="connsiteY8" fmla="*/ 70148 h 71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7859" h="71735">
                          <a:moveTo>
                            <a:pt x="8910" y="70148"/>
                          </a:moveTo>
                          <a:cubicBezTo>
                            <a:pt x="11006" y="71386"/>
                            <a:pt x="13196" y="72529"/>
                            <a:pt x="16340" y="71005"/>
                          </a:cubicBezTo>
                          <a:cubicBezTo>
                            <a:pt x="22436" y="68052"/>
                            <a:pt x="30722" y="55956"/>
                            <a:pt x="38343" y="44145"/>
                          </a:cubicBezTo>
                          <a:cubicBezTo>
                            <a:pt x="44534" y="34143"/>
                            <a:pt x="51011" y="23285"/>
                            <a:pt x="55011" y="13379"/>
                          </a:cubicBezTo>
                          <a:cubicBezTo>
                            <a:pt x="58154" y="6140"/>
                            <a:pt x="59297" y="-1099"/>
                            <a:pt x="55297" y="139"/>
                          </a:cubicBezTo>
                          <a:cubicBezTo>
                            <a:pt x="52820" y="901"/>
                            <a:pt x="49201" y="4711"/>
                            <a:pt x="45772" y="8140"/>
                          </a:cubicBezTo>
                          <a:cubicBezTo>
                            <a:pt x="37962" y="16236"/>
                            <a:pt x="30532" y="23475"/>
                            <a:pt x="23674" y="29095"/>
                          </a:cubicBezTo>
                          <a:cubicBezTo>
                            <a:pt x="17864" y="33858"/>
                            <a:pt x="5672" y="42335"/>
                            <a:pt x="1004" y="56527"/>
                          </a:cubicBezTo>
                          <a:cubicBezTo>
                            <a:pt x="-2996" y="69195"/>
                            <a:pt x="6053" y="68433"/>
                            <a:pt x="8910" y="7014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98" name="Forme libre : forme 15597">
                      <a:extLst>
                        <a:ext uri="{FF2B5EF4-FFF2-40B4-BE49-F238E27FC236}">
                          <a16:creationId xmlns:a16="http://schemas.microsoft.com/office/drawing/2014/main" id="{AA1EA47C-9816-4D79-AE98-D726E07DA5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3055" y="3666173"/>
                      <a:ext cx="11067" cy="27502"/>
                    </a:xfrm>
                    <a:custGeom>
                      <a:avLst/>
                      <a:gdLst>
                        <a:gd name="connsiteX0" fmla="*/ 17 w 11067"/>
                        <a:gd name="connsiteY0" fmla="*/ 25240 h 27502"/>
                        <a:gd name="connsiteX1" fmla="*/ 779 w 11067"/>
                        <a:gd name="connsiteY1" fmla="*/ 27431 h 27502"/>
                        <a:gd name="connsiteX2" fmla="*/ 3255 w 11067"/>
                        <a:gd name="connsiteY2" fmla="*/ 25621 h 27502"/>
                        <a:gd name="connsiteX3" fmla="*/ 5446 w 11067"/>
                        <a:gd name="connsiteY3" fmla="*/ 21049 h 27502"/>
                        <a:gd name="connsiteX4" fmla="*/ 9637 w 11067"/>
                        <a:gd name="connsiteY4" fmla="*/ 9429 h 27502"/>
                        <a:gd name="connsiteX5" fmla="*/ 10875 w 11067"/>
                        <a:gd name="connsiteY5" fmla="*/ 5047 h 27502"/>
                        <a:gd name="connsiteX6" fmla="*/ 4779 w 11067"/>
                        <a:gd name="connsiteY6" fmla="*/ 6000 h 27502"/>
                        <a:gd name="connsiteX7" fmla="*/ 17 w 11067"/>
                        <a:gd name="connsiteY7" fmla="*/ 25240 h 27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067" h="27502">
                          <a:moveTo>
                            <a:pt x="17" y="25240"/>
                          </a:moveTo>
                          <a:cubicBezTo>
                            <a:pt x="112" y="26288"/>
                            <a:pt x="207" y="27241"/>
                            <a:pt x="779" y="27431"/>
                          </a:cubicBezTo>
                          <a:cubicBezTo>
                            <a:pt x="1255" y="27717"/>
                            <a:pt x="2303" y="27145"/>
                            <a:pt x="3255" y="25621"/>
                          </a:cubicBezTo>
                          <a:cubicBezTo>
                            <a:pt x="4112" y="24288"/>
                            <a:pt x="4874" y="22573"/>
                            <a:pt x="5446" y="21049"/>
                          </a:cubicBezTo>
                          <a:cubicBezTo>
                            <a:pt x="6970" y="17049"/>
                            <a:pt x="8399" y="13144"/>
                            <a:pt x="9637" y="9429"/>
                          </a:cubicBezTo>
                          <a:cubicBezTo>
                            <a:pt x="10113" y="7905"/>
                            <a:pt x="10589" y="6286"/>
                            <a:pt x="10875" y="5047"/>
                          </a:cubicBezTo>
                          <a:cubicBezTo>
                            <a:pt x="11828" y="-382"/>
                            <a:pt x="9161" y="-3239"/>
                            <a:pt x="4779" y="6000"/>
                          </a:cubicBezTo>
                          <a:cubicBezTo>
                            <a:pt x="1255" y="13239"/>
                            <a:pt x="-174" y="21049"/>
                            <a:pt x="17" y="2524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99" name="Forme libre : forme 15598">
                      <a:extLst>
                        <a:ext uri="{FF2B5EF4-FFF2-40B4-BE49-F238E27FC236}">
                          <a16:creationId xmlns:a16="http://schemas.microsoft.com/office/drawing/2014/main" id="{7A456E10-686E-40B9-85D7-69508C89E8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8221" y="3605117"/>
                      <a:ext cx="13754" cy="42005"/>
                    </a:xfrm>
                    <a:custGeom>
                      <a:avLst/>
                      <a:gdLst>
                        <a:gd name="connsiteX0" fmla="*/ 11525 w 13754"/>
                        <a:gd name="connsiteY0" fmla="*/ 0 h 42005"/>
                        <a:gd name="connsiteX1" fmla="*/ 13716 w 13754"/>
                        <a:gd name="connsiteY1" fmla="*/ 7525 h 42005"/>
                        <a:gd name="connsiteX2" fmla="*/ 0 w 13754"/>
                        <a:gd name="connsiteY2" fmla="*/ 42005 h 42005"/>
                        <a:gd name="connsiteX3" fmla="*/ 2191 w 13754"/>
                        <a:gd name="connsiteY3" fmla="*/ 37243 h 42005"/>
                        <a:gd name="connsiteX4" fmla="*/ 6953 w 13754"/>
                        <a:gd name="connsiteY4" fmla="*/ 26003 h 42005"/>
                        <a:gd name="connsiteX5" fmla="*/ 11525 w 13754"/>
                        <a:gd name="connsiteY5" fmla="*/ 0 h 42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754" h="42005">
                          <a:moveTo>
                            <a:pt x="11525" y="0"/>
                          </a:moveTo>
                          <a:cubicBezTo>
                            <a:pt x="11525" y="0"/>
                            <a:pt x="14097" y="1524"/>
                            <a:pt x="13716" y="7525"/>
                          </a:cubicBezTo>
                          <a:cubicBezTo>
                            <a:pt x="13335" y="13430"/>
                            <a:pt x="10097" y="23622"/>
                            <a:pt x="0" y="42005"/>
                          </a:cubicBezTo>
                          <a:cubicBezTo>
                            <a:pt x="0" y="42005"/>
                            <a:pt x="762" y="40386"/>
                            <a:pt x="2191" y="37243"/>
                          </a:cubicBezTo>
                          <a:cubicBezTo>
                            <a:pt x="3524" y="34385"/>
                            <a:pt x="5334" y="30385"/>
                            <a:pt x="6953" y="26003"/>
                          </a:cubicBezTo>
                          <a:cubicBezTo>
                            <a:pt x="10383" y="17240"/>
                            <a:pt x="13526" y="6858"/>
                            <a:pt x="1152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00" name="Forme libre : forme 15599">
                      <a:extLst>
                        <a:ext uri="{FF2B5EF4-FFF2-40B4-BE49-F238E27FC236}">
                          <a16:creationId xmlns:a16="http://schemas.microsoft.com/office/drawing/2014/main" id="{B5B537F3-1290-4D5C-9DB7-DAD8693D55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6700" y="3674268"/>
                      <a:ext cx="11038" cy="50291"/>
                    </a:xfrm>
                    <a:custGeom>
                      <a:avLst/>
                      <a:gdLst>
                        <a:gd name="connsiteX0" fmla="*/ 11038 w 11038"/>
                        <a:gd name="connsiteY0" fmla="*/ 0 h 50291"/>
                        <a:gd name="connsiteX1" fmla="*/ 2846 w 11038"/>
                        <a:gd name="connsiteY1" fmla="*/ 21336 h 50291"/>
                        <a:gd name="connsiteX2" fmla="*/ 3799 w 11038"/>
                        <a:gd name="connsiteY2" fmla="*/ 50292 h 50291"/>
                        <a:gd name="connsiteX3" fmla="*/ 1513 w 11038"/>
                        <a:gd name="connsiteY3" fmla="*/ 39148 h 50291"/>
                        <a:gd name="connsiteX4" fmla="*/ 11038 w 11038"/>
                        <a:gd name="connsiteY4" fmla="*/ 0 h 50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38" h="50291">
                          <a:moveTo>
                            <a:pt x="11038" y="0"/>
                          </a:moveTo>
                          <a:cubicBezTo>
                            <a:pt x="11038" y="0"/>
                            <a:pt x="6085" y="10001"/>
                            <a:pt x="2846" y="21336"/>
                          </a:cubicBezTo>
                          <a:cubicBezTo>
                            <a:pt x="-487" y="32671"/>
                            <a:pt x="-1725" y="45434"/>
                            <a:pt x="3799" y="50292"/>
                          </a:cubicBezTo>
                          <a:cubicBezTo>
                            <a:pt x="3799" y="50292"/>
                            <a:pt x="1799" y="47054"/>
                            <a:pt x="1513" y="39148"/>
                          </a:cubicBezTo>
                          <a:cubicBezTo>
                            <a:pt x="1227" y="31242"/>
                            <a:pt x="2942" y="18574"/>
                            <a:pt x="1103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01" name="Forme libre : forme 15600">
                      <a:extLst>
                        <a:ext uri="{FF2B5EF4-FFF2-40B4-BE49-F238E27FC236}">
                          <a16:creationId xmlns:a16="http://schemas.microsoft.com/office/drawing/2014/main" id="{05FDC1C5-96D0-474A-92E4-EAEB88D6C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5519" y="3634626"/>
                      <a:ext cx="15775" cy="21265"/>
                    </a:xfrm>
                    <a:custGeom>
                      <a:avLst/>
                      <a:gdLst>
                        <a:gd name="connsiteX0" fmla="*/ 15747 w 15775"/>
                        <a:gd name="connsiteY0" fmla="*/ 589 h 21265"/>
                        <a:gd name="connsiteX1" fmla="*/ 8413 w 15775"/>
                        <a:gd name="connsiteY1" fmla="*/ 14020 h 21265"/>
                        <a:gd name="connsiteX2" fmla="*/ 31 w 15775"/>
                        <a:gd name="connsiteY2" fmla="*/ 20687 h 21265"/>
                        <a:gd name="connsiteX3" fmla="*/ 7175 w 15775"/>
                        <a:gd name="connsiteY3" fmla="*/ 7066 h 21265"/>
                        <a:gd name="connsiteX4" fmla="*/ 15747 w 15775"/>
                        <a:gd name="connsiteY4" fmla="*/ 589 h 21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75" h="21265">
                          <a:moveTo>
                            <a:pt x="15747" y="589"/>
                          </a:moveTo>
                          <a:cubicBezTo>
                            <a:pt x="16129" y="2590"/>
                            <a:pt x="12604" y="8400"/>
                            <a:pt x="8413" y="14020"/>
                          </a:cubicBezTo>
                          <a:cubicBezTo>
                            <a:pt x="4222" y="19639"/>
                            <a:pt x="412" y="22592"/>
                            <a:pt x="31" y="20687"/>
                          </a:cubicBezTo>
                          <a:cubicBezTo>
                            <a:pt x="-350" y="18782"/>
                            <a:pt x="2794" y="12591"/>
                            <a:pt x="7175" y="7066"/>
                          </a:cubicBezTo>
                          <a:cubicBezTo>
                            <a:pt x="11652" y="1542"/>
                            <a:pt x="15462" y="-1315"/>
                            <a:pt x="15747" y="58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02" name="Forme libre : forme 15601">
                      <a:extLst>
                        <a:ext uri="{FF2B5EF4-FFF2-40B4-BE49-F238E27FC236}">
                          <a16:creationId xmlns:a16="http://schemas.microsoft.com/office/drawing/2014/main" id="{1341DB03-BB04-4F68-9FBF-9DDE4AF496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8685" y="3631713"/>
                      <a:ext cx="4290" cy="6148"/>
                    </a:xfrm>
                    <a:custGeom>
                      <a:avLst/>
                      <a:gdLst>
                        <a:gd name="connsiteX0" fmla="*/ 4106 w 4290"/>
                        <a:gd name="connsiteY0" fmla="*/ 74 h 6148"/>
                        <a:gd name="connsiteX1" fmla="*/ 3058 w 4290"/>
                        <a:gd name="connsiteY1" fmla="*/ 3693 h 6148"/>
                        <a:gd name="connsiteX2" fmla="*/ 200 w 4290"/>
                        <a:gd name="connsiteY2" fmla="*/ 6074 h 6148"/>
                        <a:gd name="connsiteX3" fmla="*/ 1248 w 4290"/>
                        <a:gd name="connsiteY3" fmla="*/ 2455 h 6148"/>
                        <a:gd name="connsiteX4" fmla="*/ 4106 w 4290"/>
                        <a:gd name="connsiteY4" fmla="*/ 74 h 6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90" h="6148">
                          <a:moveTo>
                            <a:pt x="4106" y="74"/>
                          </a:moveTo>
                          <a:cubicBezTo>
                            <a:pt x="4582" y="359"/>
                            <a:pt x="4106" y="2074"/>
                            <a:pt x="3058" y="3693"/>
                          </a:cubicBezTo>
                          <a:cubicBezTo>
                            <a:pt x="2010" y="5312"/>
                            <a:pt x="677" y="6455"/>
                            <a:pt x="200" y="6074"/>
                          </a:cubicBezTo>
                          <a:cubicBezTo>
                            <a:pt x="-276" y="5789"/>
                            <a:pt x="105" y="4169"/>
                            <a:pt x="1248" y="2455"/>
                          </a:cubicBezTo>
                          <a:cubicBezTo>
                            <a:pt x="2296" y="836"/>
                            <a:pt x="3534" y="-307"/>
                            <a:pt x="4106" y="7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03" name="Forme libre : forme 15602">
                      <a:extLst>
                        <a:ext uri="{FF2B5EF4-FFF2-40B4-BE49-F238E27FC236}">
                          <a16:creationId xmlns:a16="http://schemas.microsoft.com/office/drawing/2014/main" id="{995DDF07-8234-4637-9B58-33750B56E2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5537" y="3604643"/>
                      <a:ext cx="47356" cy="45734"/>
                    </a:xfrm>
                    <a:custGeom>
                      <a:avLst/>
                      <a:gdLst>
                        <a:gd name="connsiteX0" fmla="*/ 35731 w 47356"/>
                        <a:gd name="connsiteY0" fmla="*/ 759 h 45734"/>
                        <a:gd name="connsiteX1" fmla="*/ 46590 w 47356"/>
                        <a:gd name="connsiteY1" fmla="*/ 2664 h 45734"/>
                        <a:gd name="connsiteX2" fmla="*/ 45828 w 47356"/>
                        <a:gd name="connsiteY2" fmla="*/ 8474 h 45734"/>
                        <a:gd name="connsiteX3" fmla="*/ 39637 w 47356"/>
                        <a:gd name="connsiteY3" fmla="*/ 13428 h 45734"/>
                        <a:gd name="connsiteX4" fmla="*/ 23158 w 47356"/>
                        <a:gd name="connsiteY4" fmla="*/ 21238 h 45734"/>
                        <a:gd name="connsiteX5" fmla="*/ 9633 w 47356"/>
                        <a:gd name="connsiteY5" fmla="*/ 36764 h 45734"/>
                        <a:gd name="connsiteX6" fmla="*/ 12 w 47356"/>
                        <a:gd name="connsiteY6" fmla="*/ 44574 h 45734"/>
                        <a:gd name="connsiteX7" fmla="*/ 8775 w 47356"/>
                        <a:gd name="connsiteY7" fmla="*/ 26858 h 45734"/>
                        <a:gd name="connsiteX8" fmla="*/ 21729 w 47356"/>
                        <a:gd name="connsiteY8" fmla="*/ 10380 h 45734"/>
                        <a:gd name="connsiteX9" fmla="*/ 35731 w 47356"/>
                        <a:gd name="connsiteY9" fmla="*/ 759 h 45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7356" h="45734">
                          <a:moveTo>
                            <a:pt x="35731" y="759"/>
                          </a:moveTo>
                          <a:cubicBezTo>
                            <a:pt x="40779" y="-955"/>
                            <a:pt x="44208" y="473"/>
                            <a:pt x="46590" y="2664"/>
                          </a:cubicBezTo>
                          <a:cubicBezTo>
                            <a:pt x="47542" y="3522"/>
                            <a:pt x="47923" y="5331"/>
                            <a:pt x="45828" y="8474"/>
                          </a:cubicBezTo>
                          <a:cubicBezTo>
                            <a:pt x="43923" y="11332"/>
                            <a:pt x="41351" y="12856"/>
                            <a:pt x="39637" y="13428"/>
                          </a:cubicBezTo>
                          <a:cubicBezTo>
                            <a:pt x="34303" y="15332"/>
                            <a:pt x="29921" y="15332"/>
                            <a:pt x="23158" y="21238"/>
                          </a:cubicBezTo>
                          <a:cubicBezTo>
                            <a:pt x="20967" y="23048"/>
                            <a:pt x="14967" y="30477"/>
                            <a:pt x="9633" y="36764"/>
                          </a:cubicBezTo>
                          <a:cubicBezTo>
                            <a:pt x="4394" y="43050"/>
                            <a:pt x="-273" y="48098"/>
                            <a:pt x="12" y="44574"/>
                          </a:cubicBezTo>
                          <a:cubicBezTo>
                            <a:pt x="394" y="41050"/>
                            <a:pt x="4013" y="33716"/>
                            <a:pt x="8775" y="26858"/>
                          </a:cubicBezTo>
                          <a:cubicBezTo>
                            <a:pt x="13347" y="19905"/>
                            <a:pt x="18872" y="13237"/>
                            <a:pt x="21729" y="10380"/>
                          </a:cubicBezTo>
                          <a:cubicBezTo>
                            <a:pt x="26873" y="5236"/>
                            <a:pt x="31921" y="2093"/>
                            <a:pt x="35731" y="75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00" name="Graphique 1">
                    <a:extLst>
                      <a:ext uri="{FF2B5EF4-FFF2-40B4-BE49-F238E27FC236}">
                        <a16:creationId xmlns:a16="http://schemas.microsoft.com/office/drawing/2014/main" id="{932DA4ED-66BA-4B17-92E0-C7593975239B}"/>
                      </a:ext>
                    </a:extLst>
                  </p:cNvPr>
                  <p:cNvGrpSpPr/>
                  <p:nvPr/>
                </p:nvGrpSpPr>
                <p:grpSpPr>
                  <a:xfrm>
                    <a:off x="4033485" y="3525297"/>
                    <a:ext cx="139707" cy="78669"/>
                    <a:chOff x="4033485" y="3525297"/>
                    <a:chExt cx="139707" cy="78669"/>
                  </a:xfrm>
                  <a:solidFill>
                    <a:schemeClr val="accent1"/>
                  </a:solidFill>
                </p:grpSpPr>
                <p:sp>
                  <p:nvSpPr>
                    <p:cNvPr id="15580" name="Forme libre : forme 15579">
                      <a:extLst>
                        <a:ext uri="{FF2B5EF4-FFF2-40B4-BE49-F238E27FC236}">
                          <a16:creationId xmlns:a16="http://schemas.microsoft.com/office/drawing/2014/main" id="{A42F9688-A730-4187-B5FB-11426B7FC4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3485" y="3525297"/>
                      <a:ext cx="139707" cy="78669"/>
                    </a:xfrm>
                    <a:custGeom>
                      <a:avLst/>
                      <a:gdLst>
                        <a:gd name="connsiteX0" fmla="*/ 91320 w 139707"/>
                        <a:gd name="connsiteY0" fmla="*/ 41434 h 78669"/>
                        <a:gd name="connsiteX1" fmla="*/ 72461 w 139707"/>
                        <a:gd name="connsiteY1" fmla="*/ 45625 h 78669"/>
                        <a:gd name="connsiteX2" fmla="*/ 52744 w 139707"/>
                        <a:gd name="connsiteY2" fmla="*/ 57245 h 78669"/>
                        <a:gd name="connsiteX3" fmla="*/ 39409 w 139707"/>
                        <a:gd name="connsiteY3" fmla="*/ 66866 h 78669"/>
                        <a:gd name="connsiteX4" fmla="*/ 27217 w 139707"/>
                        <a:gd name="connsiteY4" fmla="*/ 74391 h 78669"/>
                        <a:gd name="connsiteX5" fmla="*/ 17216 w 139707"/>
                        <a:gd name="connsiteY5" fmla="*/ 78391 h 78669"/>
                        <a:gd name="connsiteX6" fmla="*/ 10453 w 139707"/>
                        <a:gd name="connsiteY6" fmla="*/ 77343 h 78669"/>
                        <a:gd name="connsiteX7" fmla="*/ 1880 w 139707"/>
                        <a:gd name="connsiteY7" fmla="*/ 70009 h 78669"/>
                        <a:gd name="connsiteX8" fmla="*/ 71 w 139707"/>
                        <a:gd name="connsiteY8" fmla="*/ 63341 h 78669"/>
                        <a:gd name="connsiteX9" fmla="*/ 3786 w 139707"/>
                        <a:gd name="connsiteY9" fmla="*/ 52197 h 78669"/>
                        <a:gd name="connsiteX10" fmla="*/ 13120 w 139707"/>
                        <a:gd name="connsiteY10" fmla="*/ 38481 h 78669"/>
                        <a:gd name="connsiteX11" fmla="*/ 28074 w 139707"/>
                        <a:gd name="connsiteY11" fmla="*/ 24289 h 78669"/>
                        <a:gd name="connsiteX12" fmla="*/ 56363 w 139707"/>
                        <a:gd name="connsiteY12" fmla="*/ 7620 h 78669"/>
                        <a:gd name="connsiteX13" fmla="*/ 91797 w 139707"/>
                        <a:gd name="connsiteY13" fmla="*/ 0 h 78669"/>
                        <a:gd name="connsiteX14" fmla="*/ 104941 w 139707"/>
                        <a:gd name="connsiteY14" fmla="*/ 1619 h 78669"/>
                        <a:gd name="connsiteX15" fmla="*/ 116467 w 139707"/>
                        <a:gd name="connsiteY15" fmla="*/ 5715 h 78669"/>
                        <a:gd name="connsiteX16" fmla="*/ 133230 w 139707"/>
                        <a:gd name="connsiteY16" fmla="*/ 18574 h 78669"/>
                        <a:gd name="connsiteX17" fmla="*/ 139707 w 139707"/>
                        <a:gd name="connsiteY17" fmla="*/ 33528 h 78669"/>
                        <a:gd name="connsiteX18" fmla="*/ 136374 w 139707"/>
                        <a:gd name="connsiteY18" fmla="*/ 40672 h 78669"/>
                        <a:gd name="connsiteX19" fmla="*/ 125420 w 139707"/>
                        <a:gd name="connsiteY19" fmla="*/ 44196 h 78669"/>
                        <a:gd name="connsiteX20" fmla="*/ 119134 w 139707"/>
                        <a:gd name="connsiteY20" fmla="*/ 44387 h 78669"/>
                        <a:gd name="connsiteX21" fmla="*/ 112466 w 139707"/>
                        <a:gd name="connsiteY21" fmla="*/ 44006 h 78669"/>
                        <a:gd name="connsiteX22" fmla="*/ 102750 w 139707"/>
                        <a:gd name="connsiteY22" fmla="*/ 42482 h 78669"/>
                        <a:gd name="connsiteX23" fmla="*/ 97130 w 139707"/>
                        <a:gd name="connsiteY23" fmla="*/ 41815 h 78669"/>
                        <a:gd name="connsiteX24" fmla="*/ 91320 w 139707"/>
                        <a:gd name="connsiteY24" fmla="*/ 41434 h 78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39707" h="78669">
                          <a:moveTo>
                            <a:pt x="91320" y="41434"/>
                          </a:moveTo>
                          <a:cubicBezTo>
                            <a:pt x="85510" y="41434"/>
                            <a:pt x="79033" y="42958"/>
                            <a:pt x="72461" y="45625"/>
                          </a:cubicBezTo>
                          <a:cubicBezTo>
                            <a:pt x="65888" y="48292"/>
                            <a:pt x="59221" y="52578"/>
                            <a:pt x="52744" y="57245"/>
                          </a:cubicBezTo>
                          <a:cubicBezTo>
                            <a:pt x="48267" y="60770"/>
                            <a:pt x="43695" y="63818"/>
                            <a:pt x="39409" y="66866"/>
                          </a:cubicBezTo>
                          <a:cubicBezTo>
                            <a:pt x="35028" y="69628"/>
                            <a:pt x="31027" y="72485"/>
                            <a:pt x="27217" y="74391"/>
                          </a:cubicBezTo>
                          <a:cubicBezTo>
                            <a:pt x="23407" y="76295"/>
                            <a:pt x="20073" y="77915"/>
                            <a:pt x="17216" y="78391"/>
                          </a:cubicBezTo>
                          <a:cubicBezTo>
                            <a:pt x="14359" y="78962"/>
                            <a:pt x="11977" y="78677"/>
                            <a:pt x="10453" y="77343"/>
                          </a:cubicBezTo>
                          <a:lnTo>
                            <a:pt x="1880" y="70009"/>
                          </a:lnTo>
                          <a:cubicBezTo>
                            <a:pt x="357" y="68675"/>
                            <a:pt x="-215" y="66389"/>
                            <a:pt x="71" y="63341"/>
                          </a:cubicBezTo>
                          <a:cubicBezTo>
                            <a:pt x="452" y="60293"/>
                            <a:pt x="1500" y="56388"/>
                            <a:pt x="3786" y="52197"/>
                          </a:cubicBezTo>
                          <a:cubicBezTo>
                            <a:pt x="6072" y="48006"/>
                            <a:pt x="8929" y="43149"/>
                            <a:pt x="13120" y="38481"/>
                          </a:cubicBezTo>
                          <a:cubicBezTo>
                            <a:pt x="17025" y="33624"/>
                            <a:pt x="22264" y="28861"/>
                            <a:pt x="28074" y="24289"/>
                          </a:cubicBezTo>
                          <a:cubicBezTo>
                            <a:pt x="36647" y="18002"/>
                            <a:pt x="45791" y="12097"/>
                            <a:pt x="56363" y="7620"/>
                          </a:cubicBezTo>
                          <a:cubicBezTo>
                            <a:pt x="67032" y="3239"/>
                            <a:pt x="78938" y="0"/>
                            <a:pt x="91797" y="0"/>
                          </a:cubicBezTo>
                          <a:cubicBezTo>
                            <a:pt x="96273" y="286"/>
                            <a:pt x="100750" y="667"/>
                            <a:pt x="104941" y="1619"/>
                          </a:cubicBezTo>
                          <a:cubicBezTo>
                            <a:pt x="109037" y="2858"/>
                            <a:pt x="113037" y="3905"/>
                            <a:pt x="116467" y="5715"/>
                          </a:cubicBezTo>
                          <a:cubicBezTo>
                            <a:pt x="123229" y="9239"/>
                            <a:pt x="128944" y="13145"/>
                            <a:pt x="133230" y="18574"/>
                          </a:cubicBezTo>
                          <a:cubicBezTo>
                            <a:pt x="137517" y="23527"/>
                            <a:pt x="139612" y="29623"/>
                            <a:pt x="139707" y="33528"/>
                          </a:cubicBezTo>
                          <a:cubicBezTo>
                            <a:pt x="139707" y="37719"/>
                            <a:pt x="138279" y="40005"/>
                            <a:pt x="136374" y="40672"/>
                          </a:cubicBezTo>
                          <a:lnTo>
                            <a:pt x="125420" y="44196"/>
                          </a:lnTo>
                          <a:cubicBezTo>
                            <a:pt x="123420" y="44863"/>
                            <a:pt x="121229" y="44577"/>
                            <a:pt x="119134" y="44387"/>
                          </a:cubicBezTo>
                          <a:cubicBezTo>
                            <a:pt x="116752" y="44196"/>
                            <a:pt x="114466" y="44101"/>
                            <a:pt x="112466" y="44006"/>
                          </a:cubicBezTo>
                          <a:cubicBezTo>
                            <a:pt x="110180" y="43625"/>
                            <a:pt x="106560" y="43244"/>
                            <a:pt x="102750" y="42482"/>
                          </a:cubicBezTo>
                          <a:cubicBezTo>
                            <a:pt x="100941" y="42101"/>
                            <a:pt x="99036" y="42196"/>
                            <a:pt x="97130" y="41815"/>
                          </a:cubicBezTo>
                          <a:cubicBezTo>
                            <a:pt x="95321" y="41624"/>
                            <a:pt x="93321" y="41720"/>
                            <a:pt x="91320" y="41434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81" name="Forme libre : forme 15580">
                      <a:extLst>
                        <a:ext uri="{FF2B5EF4-FFF2-40B4-BE49-F238E27FC236}">
                          <a16:creationId xmlns:a16="http://schemas.microsoft.com/office/drawing/2014/main" id="{53A24A8E-801F-4FA5-B7DA-C99CFE781B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0223" y="3551396"/>
                      <a:ext cx="119157" cy="52475"/>
                    </a:xfrm>
                    <a:custGeom>
                      <a:avLst/>
                      <a:gdLst>
                        <a:gd name="connsiteX0" fmla="*/ 45625 w 119157"/>
                        <a:gd name="connsiteY0" fmla="*/ 14859 h 52475"/>
                        <a:gd name="connsiteX1" fmla="*/ 21241 w 119157"/>
                        <a:gd name="connsiteY1" fmla="*/ 34099 h 52475"/>
                        <a:gd name="connsiteX2" fmla="*/ 0 w 119157"/>
                        <a:gd name="connsiteY2" fmla="*/ 48006 h 52475"/>
                        <a:gd name="connsiteX3" fmla="*/ 3715 w 119157"/>
                        <a:gd name="connsiteY3" fmla="*/ 51149 h 52475"/>
                        <a:gd name="connsiteX4" fmla="*/ 10478 w 119157"/>
                        <a:gd name="connsiteY4" fmla="*/ 52197 h 52475"/>
                        <a:gd name="connsiteX5" fmla="*/ 20479 w 119157"/>
                        <a:gd name="connsiteY5" fmla="*/ 48196 h 52475"/>
                        <a:gd name="connsiteX6" fmla="*/ 32671 w 119157"/>
                        <a:gd name="connsiteY6" fmla="*/ 40672 h 52475"/>
                        <a:gd name="connsiteX7" fmla="*/ 46006 w 119157"/>
                        <a:gd name="connsiteY7" fmla="*/ 31051 h 52475"/>
                        <a:gd name="connsiteX8" fmla="*/ 65722 w 119157"/>
                        <a:gd name="connsiteY8" fmla="*/ 19431 h 52475"/>
                        <a:gd name="connsiteX9" fmla="*/ 84582 w 119157"/>
                        <a:gd name="connsiteY9" fmla="*/ 15240 h 52475"/>
                        <a:gd name="connsiteX10" fmla="*/ 90488 w 119157"/>
                        <a:gd name="connsiteY10" fmla="*/ 15621 h 52475"/>
                        <a:gd name="connsiteX11" fmla="*/ 96107 w 119157"/>
                        <a:gd name="connsiteY11" fmla="*/ 16288 h 52475"/>
                        <a:gd name="connsiteX12" fmla="*/ 105823 w 119157"/>
                        <a:gd name="connsiteY12" fmla="*/ 17812 h 52475"/>
                        <a:gd name="connsiteX13" fmla="*/ 112490 w 119157"/>
                        <a:gd name="connsiteY13" fmla="*/ 18193 h 52475"/>
                        <a:gd name="connsiteX14" fmla="*/ 118777 w 119157"/>
                        <a:gd name="connsiteY14" fmla="*/ 18002 h 52475"/>
                        <a:gd name="connsiteX15" fmla="*/ 119158 w 119157"/>
                        <a:gd name="connsiteY15" fmla="*/ 17907 h 52475"/>
                        <a:gd name="connsiteX16" fmla="*/ 105537 w 119157"/>
                        <a:gd name="connsiteY16" fmla="*/ 5048 h 52475"/>
                        <a:gd name="connsiteX17" fmla="*/ 85344 w 119157"/>
                        <a:gd name="connsiteY17" fmla="*/ 0 h 52475"/>
                        <a:gd name="connsiteX18" fmla="*/ 64579 w 119157"/>
                        <a:gd name="connsiteY18" fmla="*/ 4000 h 52475"/>
                        <a:gd name="connsiteX19" fmla="*/ 45625 w 119157"/>
                        <a:gd name="connsiteY19" fmla="*/ 14859 h 52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19157" h="52475">
                          <a:moveTo>
                            <a:pt x="45625" y="14859"/>
                          </a:moveTo>
                          <a:cubicBezTo>
                            <a:pt x="36767" y="21907"/>
                            <a:pt x="29909" y="27241"/>
                            <a:pt x="21241" y="34099"/>
                          </a:cubicBezTo>
                          <a:cubicBezTo>
                            <a:pt x="13526" y="40100"/>
                            <a:pt x="6191" y="45244"/>
                            <a:pt x="0" y="48006"/>
                          </a:cubicBezTo>
                          <a:lnTo>
                            <a:pt x="3715" y="51149"/>
                          </a:lnTo>
                          <a:cubicBezTo>
                            <a:pt x="5239" y="52483"/>
                            <a:pt x="7620" y="52769"/>
                            <a:pt x="10478" y="52197"/>
                          </a:cubicBezTo>
                          <a:cubicBezTo>
                            <a:pt x="13430" y="51721"/>
                            <a:pt x="16669" y="50101"/>
                            <a:pt x="20479" y="48196"/>
                          </a:cubicBezTo>
                          <a:cubicBezTo>
                            <a:pt x="24289" y="46291"/>
                            <a:pt x="28289" y="43529"/>
                            <a:pt x="32671" y="40672"/>
                          </a:cubicBezTo>
                          <a:cubicBezTo>
                            <a:pt x="36957" y="37624"/>
                            <a:pt x="41529" y="34576"/>
                            <a:pt x="46006" y="31051"/>
                          </a:cubicBezTo>
                          <a:cubicBezTo>
                            <a:pt x="52483" y="26384"/>
                            <a:pt x="59150" y="22098"/>
                            <a:pt x="65722" y="19431"/>
                          </a:cubicBezTo>
                          <a:cubicBezTo>
                            <a:pt x="72295" y="16764"/>
                            <a:pt x="78772" y="15240"/>
                            <a:pt x="84582" y="15240"/>
                          </a:cubicBezTo>
                          <a:cubicBezTo>
                            <a:pt x="86582" y="15526"/>
                            <a:pt x="88583" y="15430"/>
                            <a:pt x="90488" y="15621"/>
                          </a:cubicBezTo>
                          <a:cubicBezTo>
                            <a:pt x="92297" y="16097"/>
                            <a:pt x="94297" y="15907"/>
                            <a:pt x="96107" y="16288"/>
                          </a:cubicBezTo>
                          <a:cubicBezTo>
                            <a:pt x="99822" y="17050"/>
                            <a:pt x="103537" y="17431"/>
                            <a:pt x="105823" y="17812"/>
                          </a:cubicBezTo>
                          <a:cubicBezTo>
                            <a:pt x="107823" y="17907"/>
                            <a:pt x="110109" y="18097"/>
                            <a:pt x="112490" y="18193"/>
                          </a:cubicBezTo>
                          <a:cubicBezTo>
                            <a:pt x="114586" y="18383"/>
                            <a:pt x="116777" y="18669"/>
                            <a:pt x="118777" y="18002"/>
                          </a:cubicBezTo>
                          <a:lnTo>
                            <a:pt x="119158" y="17907"/>
                          </a:lnTo>
                          <a:cubicBezTo>
                            <a:pt x="117158" y="12287"/>
                            <a:pt x="112014" y="8001"/>
                            <a:pt x="105537" y="5048"/>
                          </a:cubicBezTo>
                          <a:cubicBezTo>
                            <a:pt x="99251" y="1810"/>
                            <a:pt x="92297" y="476"/>
                            <a:pt x="85344" y="0"/>
                          </a:cubicBezTo>
                          <a:cubicBezTo>
                            <a:pt x="78391" y="286"/>
                            <a:pt x="71247" y="1048"/>
                            <a:pt x="64579" y="4000"/>
                          </a:cubicBezTo>
                          <a:cubicBezTo>
                            <a:pt x="57817" y="6572"/>
                            <a:pt x="51530" y="10573"/>
                            <a:pt x="45625" y="1485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82" name="Forme libre : forme 15581">
                      <a:extLst>
                        <a:ext uri="{FF2B5EF4-FFF2-40B4-BE49-F238E27FC236}">
                          <a16:creationId xmlns:a16="http://schemas.microsoft.com/office/drawing/2014/main" id="{D8E90A82-07C3-4CEC-986C-50CF87ABAA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031" y="3540082"/>
                      <a:ext cx="63985" cy="25767"/>
                    </a:xfrm>
                    <a:custGeom>
                      <a:avLst/>
                      <a:gdLst>
                        <a:gd name="connsiteX0" fmla="*/ 63872 w 63985"/>
                        <a:gd name="connsiteY0" fmla="*/ 9504 h 25767"/>
                        <a:gd name="connsiteX1" fmla="*/ 60538 w 63985"/>
                        <a:gd name="connsiteY1" fmla="*/ 11790 h 25767"/>
                        <a:gd name="connsiteX2" fmla="*/ 53585 w 63985"/>
                        <a:gd name="connsiteY2" fmla="*/ 12933 h 25767"/>
                        <a:gd name="connsiteX3" fmla="*/ 44060 w 63985"/>
                        <a:gd name="connsiteY3" fmla="*/ 14362 h 25767"/>
                        <a:gd name="connsiteX4" fmla="*/ 32725 w 63985"/>
                        <a:gd name="connsiteY4" fmla="*/ 16934 h 25767"/>
                        <a:gd name="connsiteX5" fmla="*/ 21295 w 63985"/>
                        <a:gd name="connsiteY5" fmla="*/ 20649 h 25767"/>
                        <a:gd name="connsiteX6" fmla="*/ 11580 w 63985"/>
                        <a:gd name="connsiteY6" fmla="*/ 23982 h 25767"/>
                        <a:gd name="connsiteX7" fmla="*/ 340 w 63985"/>
                        <a:gd name="connsiteY7" fmla="*/ 24744 h 25767"/>
                        <a:gd name="connsiteX8" fmla="*/ 5865 w 63985"/>
                        <a:gd name="connsiteY8" fmla="*/ 14553 h 25767"/>
                        <a:gd name="connsiteX9" fmla="*/ 15199 w 63985"/>
                        <a:gd name="connsiteY9" fmla="*/ 7695 h 25767"/>
                        <a:gd name="connsiteX10" fmla="*/ 28439 w 63985"/>
                        <a:gd name="connsiteY10" fmla="*/ 1980 h 25767"/>
                        <a:gd name="connsiteX11" fmla="*/ 43012 w 63985"/>
                        <a:gd name="connsiteY11" fmla="*/ 75 h 25767"/>
                        <a:gd name="connsiteX12" fmla="*/ 54918 w 63985"/>
                        <a:gd name="connsiteY12" fmla="*/ 2075 h 25767"/>
                        <a:gd name="connsiteX13" fmla="*/ 62062 w 63985"/>
                        <a:gd name="connsiteY13" fmla="*/ 6075 h 25767"/>
                        <a:gd name="connsiteX14" fmla="*/ 63872 w 63985"/>
                        <a:gd name="connsiteY14" fmla="*/ 9504 h 25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3985" h="25767">
                          <a:moveTo>
                            <a:pt x="63872" y="9504"/>
                          </a:moveTo>
                          <a:cubicBezTo>
                            <a:pt x="63491" y="10552"/>
                            <a:pt x="62252" y="11314"/>
                            <a:pt x="60538" y="11790"/>
                          </a:cubicBezTo>
                          <a:cubicBezTo>
                            <a:pt x="58728" y="12457"/>
                            <a:pt x="56442" y="12171"/>
                            <a:pt x="53585" y="12933"/>
                          </a:cubicBezTo>
                          <a:cubicBezTo>
                            <a:pt x="50727" y="13410"/>
                            <a:pt x="47584" y="13505"/>
                            <a:pt x="44060" y="14362"/>
                          </a:cubicBezTo>
                          <a:cubicBezTo>
                            <a:pt x="40535" y="14743"/>
                            <a:pt x="36725" y="16077"/>
                            <a:pt x="32725" y="16934"/>
                          </a:cubicBezTo>
                          <a:cubicBezTo>
                            <a:pt x="28725" y="18267"/>
                            <a:pt x="24819" y="19220"/>
                            <a:pt x="21295" y="20649"/>
                          </a:cubicBezTo>
                          <a:cubicBezTo>
                            <a:pt x="18247" y="21696"/>
                            <a:pt x="15008" y="22744"/>
                            <a:pt x="11580" y="23982"/>
                          </a:cubicBezTo>
                          <a:cubicBezTo>
                            <a:pt x="5769" y="25602"/>
                            <a:pt x="1674" y="26649"/>
                            <a:pt x="340" y="24744"/>
                          </a:cubicBezTo>
                          <a:cubicBezTo>
                            <a:pt x="-803" y="23125"/>
                            <a:pt x="911" y="18934"/>
                            <a:pt x="5865" y="14553"/>
                          </a:cubicBezTo>
                          <a:cubicBezTo>
                            <a:pt x="8246" y="12267"/>
                            <a:pt x="11294" y="9790"/>
                            <a:pt x="15199" y="7695"/>
                          </a:cubicBezTo>
                          <a:cubicBezTo>
                            <a:pt x="18914" y="5313"/>
                            <a:pt x="23486" y="3504"/>
                            <a:pt x="28439" y="1980"/>
                          </a:cubicBezTo>
                          <a:cubicBezTo>
                            <a:pt x="33487" y="837"/>
                            <a:pt x="38440" y="-306"/>
                            <a:pt x="43012" y="75"/>
                          </a:cubicBezTo>
                          <a:cubicBezTo>
                            <a:pt x="47584" y="-21"/>
                            <a:pt x="51680" y="1027"/>
                            <a:pt x="54918" y="2075"/>
                          </a:cubicBezTo>
                          <a:cubicBezTo>
                            <a:pt x="58252" y="2932"/>
                            <a:pt x="60538" y="4837"/>
                            <a:pt x="62062" y="6075"/>
                          </a:cubicBezTo>
                          <a:cubicBezTo>
                            <a:pt x="63681" y="7219"/>
                            <a:pt x="64253" y="8457"/>
                            <a:pt x="63872" y="9504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83" name="Forme libre : forme 15582">
                      <a:extLst>
                        <a:ext uri="{FF2B5EF4-FFF2-40B4-BE49-F238E27FC236}">
                          <a16:creationId xmlns:a16="http://schemas.microsoft.com/office/drawing/2014/main" id="{D75770A6-B1AD-4BC1-87BD-1A7643D672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016" y="3551015"/>
                      <a:ext cx="45788" cy="14739"/>
                    </a:xfrm>
                    <a:custGeom>
                      <a:avLst/>
                      <a:gdLst>
                        <a:gd name="connsiteX0" fmla="*/ 9975 w 45788"/>
                        <a:gd name="connsiteY0" fmla="*/ 0 h 14739"/>
                        <a:gd name="connsiteX1" fmla="*/ 1688 w 45788"/>
                        <a:gd name="connsiteY1" fmla="*/ 8287 h 14739"/>
                        <a:gd name="connsiteX2" fmla="*/ 354 w 45788"/>
                        <a:gd name="connsiteY2" fmla="*/ 13716 h 14739"/>
                        <a:gd name="connsiteX3" fmla="*/ 11594 w 45788"/>
                        <a:gd name="connsiteY3" fmla="*/ 12954 h 14739"/>
                        <a:gd name="connsiteX4" fmla="*/ 21310 w 45788"/>
                        <a:gd name="connsiteY4" fmla="*/ 9620 h 14739"/>
                        <a:gd name="connsiteX5" fmla="*/ 32740 w 45788"/>
                        <a:gd name="connsiteY5" fmla="*/ 5905 h 14739"/>
                        <a:gd name="connsiteX6" fmla="*/ 45789 w 45788"/>
                        <a:gd name="connsiteY6" fmla="*/ 3048 h 14739"/>
                        <a:gd name="connsiteX7" fmla="*/ 38359 w 45788"/>
                        <a:gd name="connsiteY7" fmla="*/ 3238 h 14739"/>
                        <a:gd name="connsiteX8" fmla="*/ 28358 w 45788"/>
                        <a:gd name="connsiteY8" fmla="*/ 3429 h 14739"/>
                        <a:gd name="connsiteX9" fmla="*/ 19595 w 45788"/>
                        <a:gd name="connsiteY9" fmla="*/ 3524 h 14739"/>
                        <a:gd name="connsiteX10" fmla="*/ 9975 w 45788"/>
                        <a:gd name="connsiteY10" fmla="*/ 0 h 14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5788" h="14739">
                          <a:moveTo>
                            <a:pt x="9975" y="0"/>
                          </a:moveTo>
                          <a:cubicBezTo>
                            <a:pt x="6260" y="3143"/>
                            <a:pt x="3212" y="5715"/>
                            <a:pt x="1688" y="8287"/>
                          </a:cubicBezTo>
                          <a:cubicBezTo>
                            <a:pt x="69" y="10763"/>
                            <a:pt x="-407" y="12668"/>
                            <a:pt x="354" y="13716"/>
                          </a:cubicBezTo>
                          <a:cubicBezTo>
                            <a:pt x="1688" y="15621"/>
                            <a:pt x="5688" y="14573"/>
                            <a:pt x="11594" y="12954"/>
                          </a:cubicBezTo>
                          <a:cubicBezTo>
                            <a:pt x="15023" y="11811"/>
                            <a:pt x="18262" y="10668"/>
                            <a:pt x="21310" y="9620"/>
                          </a:cubicBezTo>
                          <a:cubicBezTo>
                            <a:pt x="24834" y="8192"/>
                            <a:pt x="28739" y="7239"/>
                            <a:pt x="32740" y="5905"/>
                          </a:cubicBezTo>
                          <a:cubicBezTo>
                            <a:pt x="37502" y="4763"/>
                            <a:pt x="41884" y="3620"/>
                            <a:pt x="45789" y="3048"/>
                          </a:cubicBezTo>
                          <a:cubicBezTo>
                            <a:pt x="43312" y="3238"/>
                            <a:pt x="40836" y="2953"/>
                            <a:pt x="38359" y="3238"/>
                          </a:cubicBezTo>
                          <a:cubicBezTo>
                            <a:pt x="34930" y="3238"/>
                            <a:pt x="31596" y="3238"/>
                            <a:pt x="28358" y="3429"/>
                          </a:cubicBezTo>
                          <a:cubicBezTo>
                            <a:pt x="25120" y="3429"/>
                            <a:pt x="22167" y="3524"/>
                            <a:pt x="19595" y="3524"/>
                          </a:cubicBezTo>
                          <a:cubicBezTo>
                            <a:pt x="14452" y="3524"/>
                            <a:pt x="10642" y="2572"/>
                            <a:pt x="9975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84" name="Forme libre : forme 15583">
                      <a:extLst>
                        <a:ext uri="{FF2B5EF4-FFF2-40B4-BE49-F238E27FC236}">
                          <a16:creationId xmlns:a16="http://schemas.microsoft.com/office/drawing/2014/main" id="{B9BB561C-28E4-458A-9529-E5A7C5E14D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0823" y="3541418"/>
                      <a:ext cx="62778" cy="23886"/>
                    </a:xfrm>
                    <a:custGeom>
                      <a:avLst/>
                      <a:gdLst>
                        <a:gd name="connsiteX0" fmla="*/ 62650 w 62778"/>
                        <a:gd name="connsiteY0" fmla="*/ 11025 h 23886"/>
                        <a:gd name="connsiteX1" fmla="*/ 59317 w 62778"/>
                        <a:gd name="connsiteY1" fmla="*/ 12930 h 23886"/>
                        <a:gd name="connsiteX2" fmla="*/ 52459 w 62778"/>
                        <a:gd name="connsiteY2" fmla="*/ 13692 h 23886"/>
                        <a:gd name="connsiteX3" fmla="*/ 43315 w 62778"/>
                        <a:gd name="connsiteY3" fmla="*/ 14549 h 23886"/>
                        <a:gd name="connsiteX4" fmla="*/ 37981 w 62778"/>
                        <a:gd name="connsiteY4" fmla="*/ 15312 h 23886"/>
                        <a:gd name="connsiteX5" fmla="*/ 32266 w 62778"/>
                        <a:gd name="connsiteY5" fmla="*/ 16550 h 23886"/>
                        <a:gd name="connsiteX6" fmla="*/ 21026 w 62778"/>
                        <a:gd name="connsiteY6" fmla="*/ 19503 h 23886"/>
                        <a:gd name="connsiteX7" fmla="*/ 11406 w 62778"/>
                        <a:gd name="connsiteY7" fmla="*/ 22455 h 23886"/>
                        <a:gd name="connsiteX8" fmla="*/ 357 w 62778"/>
                        <a:gd name="connsiteY8" fmla="*/ 22836 h 23886"/>
                        <a:gd name="connsiteX9" fmla="*/ 6072 w 62778"/>
                        <a:gd name="connsiteY9" fmla="*/ 12835 h 23886"/>
                        <a:gd name="connsiteX10" fmla="*/ 15502 w 62778"/>
                        <a:gd name="connsiteY10" fmla="*/ 6263 h 23886"/>
                        <a:gd name="connsiteX11" fmla="*/ 28837 w 62778"/>
                        <a:gd name="connsiteY11" fmla="*/ 1310 h 23886"/>
                        <a:gd name="connsiteX12" fmla="*/ 36171 w 62778"/>
                        <a:gd name="connsiteY12" fmla="*/ 72 h 23886"/>
                        <a:gd name="connsiteX13" fmla="*/ 43220 w 62778"/>
                        <a:gd name="connsiteY13" fmla="*/ 72 h 23886"/>
                        <a:gd name="connsiteX14" fmla="*/ 54649 w 62778"/>
                        <a:gd name="connsiteY14" fmla="*/ 2834 h 23886"/>
                        <a:gd name="connsiteX15" fmla="*/ 61317 w 62778"/>
                        <a:gd name="connsiteY15" fmla="*/ 7120 h 23886"/>
                        <a:gd name="connsiteX16" fmla="*/ 62650 w 62778"/>
                        <a:gd name="connsiteY16" fmla="*/ 11025 h 23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62778" h="23886">
                          <a:moveTo>
                            <a:pt x="62650" y="11025"/>
                          </a:moveTo>
                          <a:cubicBezTo>
                            <a:pt x="62270" y="12073"/>
                            <a:pt x="61031" y="12645"/>
                            <a:pt x="59317" y="12930"/>
                          </a:cubicBezTo>
                          <a:cubicBezTo>
                            <a:pt x="57507" y="13406"/>
                            <a:pt x="55126" y="13692"/>
                            <a:pt x="52459" y="13692"/>
                          </a:cubicBezTo>
                          <a:cubicBezTo>
                            <a:pt x="49792" y="13883"/>
                            <a:pt x="46649" y="14169"/>
                            <a:pt x="43315" y="14549"/>
                          </a:cubicBezTo>
                          <a:cubicBezTo>
                            <a:pt x="41600" y="14835"/>
                            <a:pt x="39886" y="15121"/>
                            <a:pt x="37981" y="15312"/>
                          </a:cubicBezTo>
                          <a:cubicBezTo>
                            <a:pt x="36171" y="15597"/>
                            <a:pt x="34266" y="16169"/>
                            <a:pt x="32266" y="16550"/>
                          </a:cubicBezTo>
                          <a:cubicBezTo>
                            <a:pt x="28360" y="17312"/>
                            <a:pt x="24550" y="18550"/>
                            <a:pt x="21026" y="19503"/>
                          </a:cubicBezTo>
                          <a:cubicBezTo>
                            <a:pt x="17597" y="20741"/>
                            <a:pt x="14168" y="21407"/>
                            <a:pt x="11406" y="22455"/>
                          </a:cubicBezTo>
                          <a:cubicBezTo>
                            <a:pt x="5691" y="23979"/>
                            <a:pt x="1500" y="24551"/>
                            <a:pt x="357" y="22836"/>
                          </a:cubicBezTo>
                          <a:cubicBezTo>
                            <a:pt x="-881" y="21027"/>
                            <a:pt x="1119" y="17216"/>
                            <a:pt x="6072" y="12835"/>
                          </a:cubicBezTo>
                          <a:cubicBezTo>
                            <a:pt x="8358" y="10454"/>
                            <a:pt x="11787" y="8549"/>
                            <a:pt x="15502" y="6263"/>
                          </a:cubicBezTo>
                          <a:cubicBezTo>
                            <a:pt x="19312" y="4358"/>
                            <a:pt x="23789" y="2357"/>
                            <a:pt x="28837" y="1310"/>
                          </a:cubicBezTo>
                          <a:cubicBezTo>
                            <a:pt x="31313" y="834"/>
                            <a:pt x="33790" y="262"/>
                            <a:pt x="36171" y="72"/>
                          </a:cubicBezTo>
                          <a:cubicBezTo>
                            <a:pt x="38648" y="-24"/>
                            <a:pt x="40933" y="-24"/>
                            <a:pt x="43220" y="72"/>
                          </a:cubicBezTo>
                          <a:cubicBezTo>
                            <a:pt x="47601" y="548"/>
                            <a:pt x="51601" y="1500"/>
                            <a:pt x="54649" y="2834"/>
                          </a:cubicBezTo>
                          <a:cubicBezTo>
                            <a:pt x="57698" y="4358"/>
                            <a:pt x="59983" y="5787"/>
                            <a:pt x="61317" y="7120"/>
                          </a:cubicBezTo>
                          <a:cubicBezTo>
                            <a:pt x="62555" y="8644"/>
                            <a:pt x="63032" y="9978"/>
                            <a:pt x="62650" y="1102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85" name="Forme libre : forme 15584">
                      <a:extLst>
                        <a:ext uri="{FF2B5EF4-FFF2-40B4-BE49-F238E27FC236}">
                          <a16:creationId xmlns:a16="http://schemas.microsoft.com/office/drawing/2014/main" id="{2CD5097D-85C2-4B89-A83C-57B130FDC8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9896" y="3551545"/>
                      <a:ext cx="78348" cy="36264"/>
                    </a:xfrm>
                    <a:custGeom>
                      <a:avLst/>
                      <a:gdLst>
                        <a:gd name="connsiteX0" fmla="*/ 6138 w 78348"/>
                        <a:gd name="connsiteY0" fmla="*/ 32712 h 36264"/>
                        <a:gd name="connsiteX1" fmla="*/ 12806 w 78348"/>
                        <a:gd name="connsiteY1" fmla="*/ 36236 h 36264"/>
                        <a:gd name="connsiteX2" fmla="*/ 42429 w 78348"/>
                        <a:gd name="connsiteY2" fmla="*/ 22425 h 36264"/>
                        <a:gd name="connsiteX3" fmla="*/ 68908 w 78348"/>
                        <a:gd name="connsiteY3" fmla="*/ 10804 h 36264"/>
                        <a:gd name="connsiteX4" fmla="*/ 76338 w 78348"/>
                        <a:gd name="connsiteY4" fmla="*/ 7566 h 36264"/>
                        <a:gd name="connsiteX5" fmla="*/ 77766 w 78348"/>
                        <a:gd name="connsiteY5" fmla="*/ 3661 h 36264"/>
                        <a:gd name="connsiteX6" fmla="*/ 67194 w 78348"/>
                        <a:gd name="connsiteY6" fmla="*/ 327 h 36264"/>
                        <a:gd name="connsiteX7" fmla="*/ 37380 w 78348"/>
                        <a:gd name="connsiteY7" fmla="*/ 2041 h 36264"/>
                        <a:gd name="connsiteX8" fmla="*/ 3948 w 78348"/>
                        <a:gd name="connsiteY8" fmla="*/ 16996 h 36264"/>
                        <a:gd name="connsiteX9" fmla="*/ 6138 w 78348"/>
                        <a:gd name="connsiteY9" fmla="*/ 32712 h 362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8348" h="36264">
                          <a:moveTo>
                            <a:pt x="6138" y="32712"/>
                          </a:moveTo>
                          <a:cubicBezTo>
                            <a:pt x="7662" y="34617"/>
                            <a:pt x="9281" y="36522"/>
                            <a:pt x="12806" y="36236"/>
                          </a:cubicBezTo>
                          <a:cubicBezTo>
                            <a:pt x="19569" y="35951"/>
                            <a:pt x="31285" y="28140"/>
                            <a:pt x="42429" y="22425"/>
                          </a:cubicBezTo>
                          <a:cubicBezTo>
                            <a:pt x="51763" y="17472"/>
                            <a:pt x="61288" y="13567"/>
                            <a:pt x="68908" y="10804"/>
                          </a:cubicBezTo>
                          <a:cubicBezTo>
                            <a:pt x="71766" y="10138"/>
                            <a:pt x="74528" y="8519"/>
                            <a:pt x="76338" y="7566"/>
                          </a:cubicBezTo>
                          <a:cubicBezTo>
                            <a:pt x="78147" y="6518"/>
                            <a:pt x="79005" y="5185"/>
                            <a:pt x="77766" y="3661"/>
                          </a:cubicBezTo>
                          <a:cubicBezTo>
                            <a:pt x="76243" y="1565"/>
                            <a:pt x="71575" y="898"/>
                            <a:pt x="67194" y="327"/>
                          </a:cubicBezTo>
                          <a:cubicBezTo>
                            <a:pt x="56716" y="-721"/>
                            <a:pt x="46429" y="994"/>
                            <a:pt x="37380" y="2041"/>
                          </a:cubicBezTo>
                          <a:cubicBezTo>
                            <a:pt x="29760" y="2803"/>
                            <a:pt x="14044" y="5185"/>
                            <a:pt x="3948" y="16996"/>
                          </a:cubicBezTo>
                          <a:cubicBezTo>
                            <a:pt x="-5196" y="27473"/>
                            <a:pt x="4138" y="30140"/>
                            <a:pt x="6138" y="3271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86" name="Forme libre : forme 15585">
                      <a:extLst>
                        <a:ext uri="{FF2B5EF4-FFF2-40B4-BE49-F238E27FC236}">
                          <a16:creationId xmlns:a16="http://schemas.microsoft.com/office/drawing/2014/main" id="{2F5A17A2-CD14-438F-9310-C8DBC6FB25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1474" y="3548141"/>
                      <a:ext cx="21985" cy="21416"/>
                    </a:xfrm>
                    <a:custGeom>
                      <a:avLst/>
                      <a:gdLst>
                        <a:gd name="connsiteX0" fmla="*/ 466 w 21985"/>
                        <a:gd name="connsiteY0" fmla="*/ 18780 h 21416"/>
                        <a:gd name="connsiteX1" fmla="*/ 180 w 21985"/>
                        <a:gd name="connsiteY1" fmla="*/ 21161 h 21416"/>
                        <a:gd name="connsiteX2" fmla="*/ 3228 w 21985"/>
                        <a:gd name="connsiteY2" fmla="*/ 20590 h 21416"/>
                        <a:gd name="connsiteX3" fmla="*/ 7133 w 21985"/>
                        <a:gd name="connsiteY3" fmla="*/ 17256 h 21416"/>
                        <a:gd name="connsiteX4" fmla="*/ 16373 w 21985"/>
                        <a:gd name="connsiteY4" fmla="*/ 8588 h 21416"/>
                        <a:gd name="connsiteX5" fmla="*/ 19801 w 21985"/>
                        <a:gd name="connsiteY5" fmla="*/ 5350 h 21416"/>
                        <a:gd name="connsiteX6" fmla="*/ 13706 w 21985"/>
                        <a:gd name="connsiteY6" fmla="*/ 3159 h 21416"/>
                        <a:gd name="connsiteX7" fmla="*/ 466 w 21985"/>
                        <a:gd name="connsiteY7" fmla="*/ 18780 h 21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985" h="21416">
                          <a:moveTo>
                            <a:pt x="466" y="18780"/>
                          </a:moveTo>
                          <a:cubicBezTo>
                            <a:pt x="85" y="19732"/>
                            <a:pt x="-201" y="20685"/>
                            <a:pt x="180" y="21161"/>
                          </a:cubicBezTo>
                          <a:cubicBezTo>
                            <a:pt x="561" y="21638"/>
                            <a:pt x="1704" y="21447"/>
                            <a:pt x="3228" y="20590"/>
                          </a:cubicBezTo>
                          <a:cubicBezTo>
                            <a:pt x="4561" y="19732"/>
                            <a:pt x="5990" y="18494"/>
                            <a:pt x="7133" y="17256"/>
                          </a:cubicBezTo>
                          <a:cubicBezTo>
                            <a:pt x="10181" y="14113"/>
                            <a:pt x="13515" y="11541"/>
                            <a:pt x="16373" y="8588"/>
                          </a:cubicBezTo>
                          <a:cubicBezTo>
                            <a:pt x="17516" y="7350"/>
                            <a:pt x="18849" y="6302"/>
                            <a:pt x="19801" y="5350"/>
                          </a:cubicBezTo>
                          <a:cubicBezTo>
                            <a:pt x="23611" y="1063"/>
                            <a:pt x="22945" y="-3032"/>
                            <a:pt x="13706" y="3159"/>
                          </a:cubicBezTo>
                          <a:cubicBezTo>
                            <a:pt x="6943" y="8112"/>
                            <a:pt x="1990" y="14779"/>
                            <a:pt x="466" y="1878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87" name="Forme libre : forme 15586">
                      <a:extLst>
                        <a:ext uri="{FF2B5EF4-FFF2-40B4-BE49-F238E27FC236}">
                          <a16:creationId xmlns:a16="http://schemas.microsoft.com/office/drawing/2014/main" id="{756FE1BE-A199-4F4B-98CC-0E581E259A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5567" y="3564936"/>
                      <a:ext cx="33432" cy="1896"/>
                    </a:xfrm>
                    <a:custGeom>
                      <a:avLst/>
                      <a:gdLst>
                        <a:gd name="connsiteX0" fmla="*/ 33433 w 33432"/>
                        <a:gd name="connsiteY0" fmla="*/ 652 h 1896"/>
                        <a:gd name="connsiteX1" fmla="*/ 31623 w 33432"/>
                        <a:gd name="connsiteY1" fmla="*/ 1414 h 1896"/>
                        <a:gd name="connsiteX2" fmla="*/ 26384 w 33432"/>
                        <a:gd name="connsiteY2" fmla="*/ 1891 h 1896"/>
                        <a:gd name="connsiteX3" fmla="*/ 17145 w 33432"/>
                        <a:gd name="connsiteY3" fmla="*/ 1414 h 1896"/>
                        <a:gd name="connsiteX4" fmla="*/ 0 w 33432"/>
                        <a:gd name="connsiteY4" fmla="*/ 938 h 1896"/>
                        <a:gd name="connsiteX5" fmla="*/ 3524 w 33432"/>
                        <a:gd name="connsiteY5" fmla="*/ 557 h 1896"/>
                        <a:gd name="connsiteX6" fmla="*/ 7334 w 33432"/>
                        <a:gd name="connsiteY6" fmla="*/ 271 h 1896"/>
                        <a:gd name="connsiteX7" fmla="*/ 12192 w 33432"/>
                        <a:gd name="connsiteY7" fmla="*/ 81 h 1896"/>
                        <a:gd name="connsiteX8" fmla="*/ 23146 w 33432"/>
                        <a:gd name="connsiteY8" fmla="*/ 462 h 1896"/>
                        <a:gd name="connsiteX9" fmla="*/ 33433 w 33432"/>
                        <a:gd name="connsiteY9" fmla="*/ 652 h 1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3432" h="1896">
                          <a:moveTo>
                            <a:pt x="33433" y="652"/>
                          </a:moveTo>
                          <a:cubicBezTo>
                            <a:pt x="33433" y="652"/>
                            <a:pt x="32861" y="1129"/>
                            <a:pt x="31623" y="1414"/>
                          </a:cubicBezTo>
                          <a:cubicBezTo>
                            <a:pt x="30385" y="1700"/>
                            <a:pt x="28766" y="1795"/>
                            <a:pt x="26384" y="1891"/>
                          </a:cubicBezTo>
                          <a:cubicBezTo>
                            <a:pt x="24289" y="1891"/>
                            <a:pt x="21336" y="1986"/>
                            <a:pt x="17145" y="1414"/>
                          </a:cubicBezTo>
                          <a:cubicBezTo>
                            <a:pt x="12383" y="1319"/>
                            <a:pt x="7049" y="-15"/>
                            <a:pt x="0" y="938"/>
                          </a:cubicBezTo>
                          <a:cubicBezTo>
                            <a:pt x="0" y="938"/>
                            <a:pt x="1334" y="938"/>
                            <a:pt x="3524" y="557"/>
                          </a:cubicBezTo>
                          <a:cubicBezTo>
                            <a:pt x="4667" y="271"/>
                            <a:pt x="5906" y="271"/>
                            <a:pt x="7334" y="271"/>
                          </a:cubicBezTo>
                          <a:cubicBezTo>
                            <a:pt x="8763" y="367"/>
                            <a:pt x="10478" y="-205"/>
                            <a:pt x="12192" y="81"/>
                          </a:cubicBezTo>
                          <a:cubicBezTo>
                            <a:pt x="15145" y="176"/>
                            <a:pt x="18764" y="271"/>
                            <a:pt x="23146" y="462"/>
                          </a:cubicBezTo>
                          <a:cubicBezTo>
                            <a:pt x="25908" y="462"/>
                            <a:pt x="29337" y="557"/>
                            <a:pt x="33433" y="65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88" name="Forme libre : forme 15587">
                      <a:extLst>
                        <a:ext uri="{FF2B5EF4-FFF2-40B4-BE49-F238E27FC236}">
                          <a16:creationId xmlns:a16="http://schemas.microsoft.com/office/drawing/2014/main" id="{F0AF03F9-AFDD-4E75-A7D1-228FA36880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6830" y="3548633"/>
                      <a:ext cx="28063" cy="45434"/>
                    </a:xfrm>
                    <a:custGeom>
                      <a:avLst/>
                      <a:gdLst>
                        <a:gd name="connsiteX0" fmla="*/ 28063 w 28063"/>
                        <a:gd name="connsiteY0" fmla="*/ 0 h 45434"/>
                        <a:gd name="connsiteX1" fmla="*/ 22158 w 28063"/>
                        <a:gd name="connsiteY1" fmla="*/ 4858 h 45434"/>
                        <a:gd name="connsiteX2" fmla="*/ 10632 w 28063"/>
                        <a:gd name="connsiteY2" fmla="*/ 17145 h 45434"/>
                        <a:gd name="connsiteX3" fmla="*/ 1298 w 28063"/>
                        <a:gd name="connsiteY3" fmla="*/ 45434 h 45434"/>
                        <a:gd name="connsiteX4" fmla="*/ 2727 w 28063"/>
                        <a:gd name="connsiteY4" fmla="*/ 33909 h 45434"/>
                        <a:gd name="connsiteX5" fmla="*/ 10061 w 28063"/>
                        <a:gd name="connsiteY5" fmla="*/ 19431 h 45434"/>
                        <a:gd name="connsiteX6" fmla="*/ 28063 w 28063"/>
                        <a:gd name="connsiteY6" fmla="*/ 0 h 45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063" h="45434">
                          <a:moveTo>
                            <a:pt x="28063" y="0"/>
                          </a:moveTo>
                          <a:cubicBezTo>
                            <a:pt x="28063" y="0"/>
                            <a:pt x="25396" y="1714"/>
                            <a:pt x="22158" y="4858"/>
                          </a:cubicBezTo>
                          <a:cubicBezTo>
                            <a:pt x="18729" y="7906"/>
                            <a:pt x="14347" y="12192"/>
                            <a:pt x="10632" y="17145"/>
                          </a:cubicBezTo>
                          <a:cubicBezTo>
                            <a:pt x="2822" y="26956"/>
                            <a:pt x="-2607" y="38862"/>
                            <a:pt x="1298" y="45434"/>
                          </a:cubicBezTo>
                          <a:cubicBezTo>
                            <a:pt x="1298" y="45434"/>
                            <a:pt x="345" y="41720"/>
                            <a:pt x="2727" y="33909"/>
                          </a:cubicBezTo>
                          <a:cubicBezTo>
                            <a:pt x="4060" y="30099"/>
                            <a:pt x="6060" y="25146"/>
                            <a:pt x="10061" y="19431"/>
                          </a:cubicBezTo>
                          <a:cubicBezTo>
                            <a:pt x="13871" y="13716"/>
                            <a:pt x="19491" y="6953"/>
                            <a:pt x="2806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89" name="Forme libre : forme 15588">
                      <a:extLst>
                        <a:ext uri="{FF2B5EF4-FFF2-40B4-BE49-F238E27FC236}">
                          <a16:creationId xmlns:a16="http://schemas.microsoft.com/office/drawing/2014/main" id="{593764B0-A056-4BEC-831B-CC4AAF37EF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0586" y="3541585"/>
                      <a:ext cx="26417" cy="6394"/>
                    </a:xfrm>
                    <a:custGeom>
                      <a:avLst/>
                      <a:gdLst>
                        <a:gd name="connsiteX0" fmla="*/ 26124 w 26417"/>
                        <a:gd name="connsiteY0" fmla="*/ 3334 h 6394"/>
                        <a:gd name="connsiteX1" fmla="*/ 20600 w 26417"/>
                        <a:gd name="connsiteY1" fmla="*/ 4763 h 6394"/>
                        <a:gd name="connsiteX2" fmla="*/ 16028 w 26417"/>
                        <a:gd name="connsiteY2" fmla="*/ 5143 h 6394"/>
                        <a:gd name="connsiteX3" fmla="*/ 10979 w 26417"/>
                        <a:gd name="connsiteY3" fmla="*/ 5810 h 6394"/>
                        <a:gd name="connsiteX4" fmla="*/ 2597 w 26417"/>
                        <a:gd name="connsiteY4" fmla="*/ 6382 h 6394"/>
                        <a:gd name="connsiteX5" fmla="*/ 121 w 26417"/>
                        <a:gd name="connsiteY5" fmla="*/ 5048 h 6394"/>
                        <a:gd name="connsiteX6" fmla="*/ 5264 w 26417"/>
                        <a:gd name="connsiteY6" fmla="*/ 1905 h 6394"/>
                        <a:gd name="connsiteX7" fmla="*/ 15456 w 26417"/>
                        <a:gd name="connsiteY7" fmla="*/ 0 h 6394"/>
                        <a:gd name="connsiteX8" fmla="*/ 24314 w 26417"/>
                        <a:gd name="connsiteY8" fmla="*/ 1143 h 6394"/>
                        <a:gd name="connsiteX9" fmla="*/ 26124 w 26417"/>
                        <a:gd name="connsiteY9" fmla="*/ 3334 h 63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6417" h="6394">
                          <a:moveTo>
                            <a:pt x="26124" y="3334"/>
                          </a:moveTo>
                          <a:cubicBezTo>
                            <a:pt x="25362" y="3810"/>
                            <a:pt x="23267" y="4381"/>
                            <a:pt x="20600" y="4763"/>
                          </a:cubicBezTo>
                          <a:cubicBezTo>
                            <a:pt x="19266" y="4953"/>
                            <a:pt x="17647" y="5048"/>
                            <a:pt x="16028" y="5143"/>
                          </a:cubicBezTo>
                          <a:cubicBezTo>
                            <a:pt x="14408" y="5429"/>
                            <a:pt x="12694" y="5620"/>
                            <a:pt x="10979" y="5810"/>
                          </a:cubicBezTo>
                          <a:cubicBezTo>
                            <a:pt x="7455" y="6001"/>
                            <a:pt x="4598" y="6477"/>
                            <a:pt x="2597" y="6382"/>
                          </a:cubicBezTo>
                          <a:cubicBezTo>
                            <a:pt x="597" y="6287"/>
                            <a:pt x="-355" y="5905"/>
                            <a:pt x="121" y="5048"/>
                          </a:cubicBezTo>
                          <a:cubicBezTo>
                            <a:pt x="597" y="4191"/>
                            <a:pt x="2502" y="3048"/>
                            <a:pt x="5264" y="1905"/>
                          </a:cubicBezTo>
                          <a:cubicBezTo>
                            <a:pt x="8026" y="857"/>
                            <a:pt x="11741" y="381"/>
                            <a:pt x="15456" y="0"/>
                          </a:cubicBezTo>
                          <a:cubicBezTo>
                            <a:pt x="19266" y="95"/>
                            <a:pt x="22409" y="571"/>
                            <a:pt x="24314" y="1143"/>
                          </a:cubicBezTo>
                          <a:cubicBezTo>
                            <a:pt x="26124" y="1905"/>
                            <a:pt x="26886" y="2762"/>
                            <a:pt x="26124" y="333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90" name="Forme libre : forme 15589">
                      <a:extLst>
                        <a:ext uri="{FF2B5EF4-FFF2-40B4-BE49-F238E27FC236}">
                          <a16:creationId xmlns:a16="http://schemas.microsoft.com/office/drawing/2014/main" id="{102ED622-FAA2-453F-A0E4-C577A2A874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3186" y="3543052"/>
                      <a:ext cx="7338" cy="2392"/>
                    </a:xfrm>
                    <a:custGeom>
                      <a:avLst/>
                      <a:gdLst>
                        <a:gd name="connsiteX0" fmla="*/ 7334 w 7338"/>
                        <a:gd name="connsiteY0" fmla="*/ 1581 h 2392"/>
                        <a:gd name="connsiteX1" fmla="*/ 3620 w 7338"/>
                        <a:gd name="connsiteY1" fmla="*/ 2343 h 2392"/>
                        <a:gd name="connsiteX2" fmla="*/ 0 w 7338"/>
                        <a:gd name="connsiteY2" fmla="*/ 1200 h 2392"/>
                        <a:gd name="connsiteX3" fmla="*/ 3715 w 7338"/>
                        <a:gd name="connsiteY3" fmla="*/ 57 h 2392"/>
                        <a:gd name="connsiteX4" fmla="*/ 7334 w 7338"/>
                        <a:gd name="connsiteY4" fmla="*/ 1581 h 2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38" h="2392">
                          <a:moveTo>
                            <a:pt x="7334" y="1581"/>
                          </a:moveTo>
                          <a:cubicBezTo>
                            <a:pt x="7239" y="2152"/>
                            <a:pt x="5620" y="2533"/>
                            <a:pt x="3620" y="2343"/>
                          </a:cubicBezTo>
                          <a:cubicBezTo>
                            <a:pt x="1619" y="2057"/>
                            <a:pt x="0" y="1867"/>
                            <a:pt x="0" y="1200"/>
                          </a:cubicBezTo>
                          <a:cubicBezTo>
                            <a:pt x="0" y="628"/>
                            <a:pt x="1619" y="-229"/>
                            <a:pt x="3715" y="57"/>
                          </a:cubicBezTo>
                          <a:cubicBezTo>
                            <a:pt x="5810" y="342"/>
                            <a:pt x="7429" y="1009"/>
                            <a:pt x="7334" y="158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91" name="Forme libre : forme 15590">
                      <a:extLst>
                        <a:ext uri="{FF2B5EF4-FFF2-40B4-BE49-F238E27FC236}">
                          <a16:creationId xmlns:a16="http://schemas.microsoft.com/office/drawing/2014/main" id="{BAB125F4-C543-4F6C-A2FF-F364929B6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6064" y="3528658"/>
                      <a:ext cx="65816" cy="29957"/>
                    </a:xfrm>
                    <a:custGeom>
                      <a:avLst/>
                      <a:gdLst>
                        <a:gd name="connsiteX0" fmla="*/ 64460 w 65816"/>
                        <a:gd name="connsiteY0" fmla="*/ 17880 h 29957"/>
                        <a:gd name="connsiteX1" fmla="*/ 62745 w 65816"/>
                        <a:gd name="connsiteY1" fmla="*/ 29310 h 29957"/>
                        <a:gd name="connsiteX2" fmla="*/ 57030 w 65816"/>
                        <a:gd name="connsiteY2" fmla="*/ 28453 h 29957"/>
                        <a:gd name="connsiteX3" fmla="*/ 51506 w 65816"/>
                        <a:gd name="connsiteY3" fmla="*/ 23214 h 29957"/>
                        <a:gd name="connsiteX4" fmla="*/ 47219 w 65816"/>
                        <a:gd name="connsiteY4" fmla="*/ 16070 h 29957"/>
                        <a:gd name="connsiteX5" fmla="*/ 38075 w 65816"/>
                        <a:gd name="connsiteY5" fmla="*/ 9593 h 29957"/>
                        <a:gd name="connsiteX6" fmla="*/ 28836 w 65816"/>
                        <a:gd name="connsiteY6" fmla="*/ 7593 h 29957"/>
                        <a:gd name="connsiteX7" fmla="*/ 14739 w 65816"/>
                        <a:gd name="connsiteY7" fmla="*/ 7403 h 29957"/>
                        <a:gd name="connsiteX8" fmla="*/ 3119 w 65816"/>
                        <a:gd name="connsiteY8" fmla="*/ 8450 h 29957"/>
                        <a:gd name="connsiteX9" fmla="*/ 642 w 65816"/>
                        <a:gd name="connsiteY9" fmla="*/ 6926 h 29957"/>
                        <a:gd name="connsiteX10" fmla="*/ 23407 w 65816"/>
                        <a:gd name="connsiteY10" fmla="*/ 164 h 29957"/>
                        <a:gd name="connsiteX11" fmla="*/ 49220 w 65816"/>
                        <a:gd name="connsiteY11" fmla="*/ 4640 h 29957"/>
                        <a:gd name="connsiteX12" fmla="*/ 64460 w 65816"/>
                        <a:gd name="connsiteY12" fmla="*/ 17880 h 29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5816" h="29957">
                          <a:moveTo>
                            <a:pt x="64460" y="17880"/>
                          </a:moveTo>
                          <a:cubicBezTo>
                            <a:pt x="67222" y="23881"/>
                            <a:pt x="65317" y="27024"/>
                            <a:pt x="62745" y="29310"/>
                          </a:cubicBezTo>
                          <a:cubicBezTo>
                            <a:pt x="61888" y="30072"/>
                            <a:pt x="59887" y="30549"/>
                            <a:pt x="57030" y="28453"/>
                          </a:cubicBezTo>
                          <a:cubicBezTo>
                            <a:pt x="54173" y="26929"/>
                            <a:pt x="52553" y="24548"/>
                            <a:pt x="51506" y="23214"/>
                          </a:cubicBezTo>
                          <a:cubicBezTo>
                            <a:pt x="50077" y="20833"/>
                            <a:pt x="48934" y="18547"/>
                            <a:pt x="47219" y="16070"/>
                          </a:cubicBezTo>
                          <a:cubicBezTo>
                            <a:pt x="45314" y="13975"/>
                            <a:pt x="42743" y="11594"/>
                            <a:pt x="38075" y="9593"/>
                          </a:cubicBezTo>
                          <a:cubicBezTo>
                            <a:pt x="36646" y="9117"/>
                            <a:pt x="33218" y="8260"/>
                            <a:pt x="28836" y="7593"/>
                          </a:cubicBezTo>
                          <a:cubicBezTo>
                            <a:pt x="24550" y="7403"/>
                            <a:pt x="19311" y="6831"/>
                            <a:pt x="14739" y="7403"/>
                          </a:cubicBezTo>
                          <a:cubicBezTo>
                            <a:pt x="9977" y="7593"/>
                            <a:pt x="5786" y="8260"/>
                            <a:pt x="3119" y="8450"/>
                          </a:cubicBezTo>
                          <a:cubicBezTo>
                            <a:pt x="452" y="8641"/>
                            <a:pt x="-882" y="8260"/>
                            <a:pt x="642" y="6926"/>
                          </a:cubicBezTo>
                          <a:cubicBezTo>
                            <a:pt x="3500" y="4164"/>
                            <a:pt x="12739" y="545"/>
                            <a:pt x="23407" y="164"/>
                          </a:cubicBezTo>
                          <a:cubicBezTo>
                            <a:pt x="33979" y="-789"/>
                            <a:pt x="44838" y="2640"/>
                            <a:pt x="49220" y="4640"/>
                          </a:cubicBezTo>
                          <a:cubicBezTo>
                            <a:pt x="57316" y="8545"/>
                            <a:pt x="62364" y="13689"/>
                            <a:pt x="64460" y="1788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01" name="Graphique 1">
                    <a:extLst>
                      <a:ext uri="{FF2B5EF4-FFF2-40B4-BE49-F238E27FC236}">
                        <a16:creationId xmlns:a16="http://schemas.microsoft.com/office/drawing/2014/main" id="{16CB6875-3AFA-43D7-96D4-A215069856EA}"/>
                      </a:ext>
                    </a:extLst>
                  </p:cNvPr>
                  <p:cNvGrpSpPr/>
                  <p:nvPr/>
                </p:nvGrpSpPr>
                <p:grpSpPr>
                  <a:xfrm>
                    <a:off x="4123258" y="3565968"/>
                    <a:ext cx="58076" cy="145072"/>
                    <a:chOff x="4123258" y="3565968"/>
                    <a:chExt cx="58076" cy="145072"/>
                  </a:xfrm>
                  <a:solidFill>
                    <a:schemeClr val="accent1"/>
                  </a:solidFill>
                </p:grpSpPr>
                <p:sp>
                  <p:nvSpPr>
                    <p:cNvPr id="15568" name="Forme libre : forme 15567">
                      <a:extLst>
                        <a:ext uri="{FF2B5EF4-FFF2-40B4-BE49-F238E27FC236}">
                          <a16:creationId xmlns:a16="http://schemas.microsoft.com/office/drawing/2014/main" id="{1138B804-3874-42C0-A186-6050619E60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3329" y="3565968"/>
                      <a:ext cx="58005" cy="145072"/>
                    </a:xfrm>
                    <a:custGeom>
                      <a:avLst/>
                      <a:gdLst>
                        <a:gd name="connsiteX0" fmla="*/ 3000 w 58005"/>
                        <a:gd name="connsiteY0" fmla="*/ 107728 h 145072"/>
                        <a:gd name="connsiteX1" fmla="*/ 1666 w 58005"/>
                        <a:gd name="connsiteY1" fmla="*/ 70010 h 145072"/>
                        <a:gd name="connsiteX2" fmla="*/ 11286 w 58005"/>
                        <a:gd name="connsiteY2" fmla="*/ 39625 h 145072"/>
                        <a:gd name="connsiteX3" fmla="*/ 19002 w 58005"/>
                        <a:gd name="connsiteY3" fmla="*/ 23527 h 145072"/>
                        <a:gd name="connsiteX4" fmla="*/ 25384 w 58005"/>
                        <a:gd name="connsiteY4" fmla="*/ 13145 h 145072"/>
                        <a:gd name="connsiteX5" fmla="*/ 30336 w 58005"/>
                        <a:gd name="connsiteY5" fmla="*/ 7335 h 145072"/>
                        <a:gd name="connsiteX6" fmla="*/ 35480 w 58005"/>
                        <a:gd name="connsiteY6" fmla="*/ 3715 h 145072"/>
                        <a:gd name="connsiteX7" fmla="*/ 46434 w 58005"/>
                        <a:gd name="connsiteY7" fmla="*/ 191 h 145072"/>
                        <a:gd name="connsiteX8" fmla="*/ 53292 w 58005"/>
                        <a:gd name="connsiteY8" fmla="*/ 3811 h 145072"/>
                        <a:gd name="connsiteX9" fmla="*/ 57864 w 58005"/>
                        <a:gd name="connsiteY9" fmla="*/ 18289 h 145072"/>
                        <a:gd name="connsiteX10" fmla="*/ 56149 w 58005"/>
                        <a:gd name="connsiteY10" fmla="*/ 36958 h 145072"/>
                        <a:gd name="connsiteX11" fmla="*/ 50244 w 58005"/>
                        <a:gd name="connsiteY11" fmla="*/ 55246 h 145072"/>
                        <a:gd name="connsiteX12" fmla="*/ 42910 w 58005"/>
                        <a:gd name="connsiteY12" fmla="*/ 78011 h 145072"/>
                        <a:gd name="connsiteX13" fmla="*/ 43386 w 58005"/>
                        <a:gd name="connsiteY13" fmla="*/ 95632 h 145072"/>
                        <a:gd name="connsiteX14" fmla="*/ 47577 w 58005"/>
                        <a:gd name="connsiteY14" fmla="*/ 106109 h 145072"/>
                        <a:gd name="connsiteX15" fmla="*/ 50244 w 58005"/>
                        <a:gd name="connsiteY15" fmla="*/ 111443 h 145072"/>
                        <a:gd name="connsiteX16" fmla="*/ 52911 w 58005"/>
                        <a:gd name="connsiteY16" fmla="*/ 116587 h 145072"/>
                        <a:gd name="connsiteX17" fmla="*/ 56721 w 58005"/>
                        <a:gd name="connsiteY17" fmla="*/ 125826 h 145072"/>
                        <a:gd name="connsiteX18" fmla="*/ 56149 w 58005"/>
                        <a:gd name="connsiteY18" fmla="*/ 132874 h 145072"/>
                        <a:gd name="connsiteX19" fmla="*/ 49482 w 58005"/>
                        <a:gd name="connsiteY19" fmla="*/ 142495 h 145072"/>
                        <a:gd name="connsiteX20" fmla="*/ 42910 w 58005"/>
                        <a:gd name="connsiteY20" fmla="*/ 145066 h 145072"/>
                        <a:gd name="connsiteX21" fmla="*/ 30718 w 58005"/>
                        <a:gd name="connsiteY21" fmla="*/ 141637 h 145072"/>
                        <a:gd name="connsiteX22" fmla="*/ 23288 w 58005"/>
                        <a:gd name="connsiteY22" fmla="*/ 137065 h 145072"/>
                        <a:gd name="connsiteX23" fmla="*/ 15477 w 58005"/>
                        <a:gd name="connsiteY23" fmla="*/ 130017 h 145072"/>
                        <a:gd name="connsiteX24" fmla="*/ 3000 w 58005"/>
                        <a:gd name="connsiteY24" fmla="*/ 107728 h 145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58005" h="145072">
                          <a:moveTo>
                            <a:pt x="3000" y="107728"/>
                          </a:moveTo>
                          <a:cubicBezTo>
                            <a:pt x="-1001" y="94870"/>
                            <a:pt x="-524" y="81344"/>
                            <a:pt x="1666" y="70010"/>
                          </a:cubicBezTo>
                          <a:cubicBezTo>
                            <a:pt x="3857" y="58484"/>
                            <a:pt x="7762" y="48673"/>
                            <a:pt x="11286" y="39625"/>
                          </a:cubicBezTo>
                          <a:cubicBezTo>
                            <a:pt x="13858" y="33338"/>
                            <a:pt x="16525" y="27909"/>
                            <a:pt x="19002" y="23527"/>
                          </a:cubicBezTo>
                          <a:cubicBezTo>
                            <a:pt x="21478" y="19051"/>
                            <a:pt x="23669" y="15622"/>
                            <a:pt x="25384" y="13145"/>
                          </a:cubicBezTo>
                          <a:cubicBezTo>
                            <a:pt x="27193" y="10573"/>
                            <a:pt x="28717" y="8859"/>
                            <a:pt x="30336" y="7335"/>
                          </a:cubicBezTo>
                          <a:cubicBezTo>
                            <a:pt x="31861" y="5811"/>
                            <a:pt x="33575" y="4287"/>
                            <a:pt x="35480" y="3715"/>
                          </a:cubicBezTo>
                          <a:lnTo>
                            <a:pt x="46434" y="191"/>
                          </a:lnTo>
                          <a:cubicBezTo>
                            <a:pt x="48434" y="-476"/>
                            <a:pt x="50911" y="572"/>
                            <a:pt x="53292" y="3811"/>
                          </a:cubicBezTo>
                          <a:cubicBezTo>
                            <a:pt x="55673" y="7049"/>
                            <a:pt x="57483" y="12383"/>
                            <a:pt x="57864" y="18289"/>
                          </a:cubicBezTo>
                          <a:cubicBezTo>
                            <a:pt x="58340" y="24385"/>
                            <a:pt x="57578" y="30766"/>
                            <a:pt x="56149" y="36958"/>
                          </a:cubicBezTo>
                          <a:cubicBezTo>
                            <a:pt x="54720" y="43244"/>
                            <a:pt x="52625" y="49340"/>
                            <a:pt x="50244" y="55246"/>
                          </a:cubicBezTo>
                          <a:cubicBezTo>
                            <a:pt x="47005" y="63532"/>
                            <a:pt x="44148" y="71248"/>
                            <a:pt x="42910" y="78011"/>
                          </a:cubicBezTo>
                          <a:cubicBezTo>
                            <a:pt x="41671" y="84869"/>
                            <a:pt x="41671" y="90584"/>
                            <a:pt x="43386" y="95632"/>
                          </a:cubicBezTo>
                          <a:cubicBezTo>
                            <a:pt x="44434" y="99156"/>
                            <a:pt x="45767" y="102585"/>
                            <a:pt x="47577" y="106109"/>
                          </a:cubicBezTo>
                          <a:cubicBezTo>
                            <a:pt x="48339" y="107919"/>
                            <a:pt x="49291" y="109634"/>
                            <a:pt x="50244" y="111443"/>
                          </a:cubicBezTo>
                          <a:cubicBezTo>
                            <a:pt x="51006" y="113253"/>
                            <a:pt x="52053" y="114968"/>
                            <a:pt x="52911" y="116587"/>
                          </a:cubicBezTo>
                          <a:cubicBezTo>
                            <a:pt x="54530" y="120016"/>
                            <a:pt x="56149" y="123064"/>
                            <a:pt x="56721" y="125826"/>
                          </a:cubicBezTo>
                          <a:cubicBezTo>
                            <a:pt x="57292" y="128588"/>
                            <a:pt x="57387" y="131160"/>
                            <a:pt x="56149" y="132874"/>
                          </a:cubicBezTo>
                          <a:lnTo>
                            <a:pt x="49482" y="142495"/>
                          </a:lnTo>
                          <a:cubicBezTo>
                            <a:pt x="48244" y="144209"/>
                            <a:pt x="46243" y="145162"/>
                            <a:pt x="42910" y="145066"/>
                          </a:cubicBezTo>
                          <a:cubicBezTo>
                            <a:pt x="39671" y="144876"/>
                            <a:pt x="35480" y="144114"/>
                            <a:pt x="30718" y="141637"/>
                          </a:cubicBezTo>
                          <a:cubicBezTo>
                            <a:pt x="28336" y="140494"/>
                            <a:pt x="25764" y="139066"/>
                            <a:pt x="23288" y="137065"/>
                          </a:cubicBezTo>
                          <a:cubicBezTo>
                            <a:pt x="20716" y="135161"/>
                            <a:pt x="18049" y="132970"/>
                            <a:pt x="15477" y="130017"/>
                          </a:cubicBezTo>
                          <a:cubicBezTo>
                            <a:pt x="10525" y="124397"/>
                            <a:pt x="5667" y="116777"/>
                            <a:pt x="3000" y="10772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69" name="Forme libre : forme 15568">
                      <a:extLst>
                        <a:ext uri="{FF2B5EF4-FFF2-40B4-BE49-F238E27FC236}">
                          <a16:creationId xmlns:a16="http://schemas.microsoft.com/office/drawing/2014/main" id="{90E25CD6-2E33-4E4E-9515-1B21F8BA4D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3258" y="3567969"/>
                      <a:ext cx="49838" cy="142706"/>
                    </a:xfrm>
                    <a:custGeom>
                      <a:avLst/>
                      <a:gdLst>
                        <a:gd name="connsiteX0" fmla="*/ 20597 w 49838"/>
                        <a:gd name="connsiteY0" fmla="*/ 52197 h 142706"/>
                        <a:gd name="connsiteX1" fmla="*/ 32503 w 49838"/>
                        <a:gd name="connsiteY1" fmla="*/ 22193 h 142706"/>
                        <a:gd name="connsiteX2" fmla="*/ 40314 w 49838"/>
                        <a:gd name="connsiteY2" fmla="*/ 0 h 142706"/>
                        <a:gd name="connsiteX3" fmla="*/ 35551 w 49838"/>
                        <a:gd name="connsiteY3" fmla="*/ 1524 h 142706"/>
                        <a:gd name="connsiteX4" fmla="*/ 30408 w 49838"/>
                        <a:gd name="connsiteY4" fmla="*/ 5144 h 142706"/>
                        <a:gd name="connsiteX5" fmla="*/ 25455 w 49838"/>
                        <a:gd name="connsiteY5" fmla="*/ 10954 h 142706"/>
                        <a:gd name="connsiteX6" fmla="*/ 19073 w 49838"/>
                        <a:gd name="connsiteY6" fmla="*/ 21336 h 142706"/>
                        <a:gd name="connsiteX7" fmla="*/ 11358 w 49838"/>
                        <a:gd name="connsiteY7" fmla="*/ 37433 h 142706"/>
                        <a:gd name="connsiteX8" fmla="*/ 1737 w 49838"/>
                        <a:gd name="connsiteY8" fmla="*/ 67818 h 142706"/>
                        <a:gd name="connsiteX9" fmla="*/ 3071 w 49838"/>
                        <a:gd name="connsiteY9" fmla="*/ 105537 h 142706"/>
                        <a:gd name="connsiteX10" fmla="*/ 15644 w 49838"/>
                        <a:gd name="connsiteY10" fmla="*/ 127635 h 142706"/>
                        <a:gd name="connsiteX11" fmla="*/ 23454 w 49838"/>
                        <a:gd name="connsiteY11" fmla="*/ 134684 h 142706"/>
                        <a:gd name="connsiteX12" fmla="*/ 30884 w 49838"/>
                        <a:gd name="connsiteY12" fmla="*/ 139255 h 142706"/>
                        <a:gd name="connsiteX13" fmla="*/ 43076 w 49838"/>
                        <a:gd name="connsiteY13" fmla="*/ 142685 h 142706"/>
                        <a:gd name="connsiteX14" fmla="*/ 49648 w 49838"/>
                        <a:gd name="connsiteY14" fmla="*/ 140113 h 142706"/>
                        <a:gd name="connsiteX15" fmla="*/ 49839 w 49838"/>
                        <a:gd name="connsiteY15" fmla="*/ 139827 h 142706"/>
                        <a:gd name="connsiteX16" fmla="*/ 30789 w 49838"/>
                        <a:gd name="connsiteY16" fmla="*/ 123730 h 142706"/>
                        <a:gd name="connsiteX17" fmla="*/ 18025 w 49838"/>
                        <a:gd name="connsiteY17" fmla="*/ 101632 h 142706"/>
                        <a:gd name="connsiteX18" fmla="*/ 15644 w 49838"/>
                        <a:gd name="connsiteY18" fmla="*/ 76295 h 142706"/>
                        <a:gd name="connsiteX19" fmla="*/ 20597 w 49838"/>
                        <a:gd name="connsiteY19" fmla="*/ 52197 h 142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49838" h="142706">
                          <a:moveTo>
                            <a:pt x="20597" y="52197"/>
                          </a:moveTo>
                          <a:cubicBezTo>
                            <a:pt x="23645" y="41053"/>
                            <a:pt x="28502" y="30766"/>
                            <a:pt x="32503" y="22193"/>
                          </a:cubicBezTo>
                          <a:cubicBezTo>
                            <a:pt x="36504" y="13526"/>
                            <a:pt x="39456" y="6572"/>
                            <a:pt x="40314" y="0"/>
                          </a:cubicBezTo>
                          <a:lnTo>
                            <a:pt x="35551" y="1524"/>
                          </a:lnTo>
                          <a:cubicBezTo>
                            <a:pt x="33646" y="2096"/>
                            <a:pt x="31932" y="3715"/>
                            <a:pt x="30408" y="5144"/>
                          </a:cubicBezTo>
                          <a:cubicBezTo>
                            <a:pt x="28788" y="6668"/>
                            <a:pt x="27264" y="8382"/>
                            <a:pt x="25455" y="10954"/>
                          </a:cubicBezTo>
                          <a:cubicBezTo>
                            <a:pt x="23740" y="13430"/>
                            <a:pt x="21549" y="16954"/>
                            <a:pt x="19073" y="21336"/>
                          </a:cubicBezTo>
                          <a:cubicBezTo>
                            <a:pt x="16596" y="25718"/>
                            <a:pt x="13929" y="31147"/>
                            <a:pt x="11358" y="37433"/>
                          </a:cubicBezTo>
                          <a:cubicBezTo>
                            <a:pt x="7738" y="46482"/>
                            <a:pt x="3928" y="56293"/>
                            <a:pt x="1737" y="67818"/>
                          </a:cubicBezTo>
                          <a:cubicBezTo>
                            <a:pt x="-549" y="79153"/>
                            <a:pt x="-1025" y="92678"/>
                            <a:pt x="3071" y="105537"/>
                          </a:cubicBezTo>
                          <a:cubicBezTo>
                            <a:pt x="5738" y="114586"/>
                            <a:pt x="10500" y="122206"/>
                            <a:pt x="15644" y="127635"/>
                          </a:cubicBezTo>
                          <a:cubicBezTo>
                            <a:pt x="18120" y="130493"/>
                            <a:pt x="20787" y="132779"/>
                            <a:pt x="23454" y="134684"/>
                          </a:cubicBezTo>
                          <a:cubicBezTo>
                            <a:pt x="26026" y="136684"/>
                            <a:pt x="28502" y="138113"/>
                            <a:pt x="30884" y="139255"/>
                          </a:cubicBezTo>
                          <a:cubicBezTo>
                            <a:pt x="35551" y="141732"/>
                            <a:pt x="39837" y="142589"/>
                            <a:pt x="43076" y="142685"/>
                          </a:cubicBezTo>
                          <a:cubicBezTo>
                            <a:pt x="46409" y="142875"/>
                            <a:pt x="48410" y="141827"/>
                            <a:pt x="49648" y="140113"/>
                          </a:cubicBezTo>
                          <a:lnTo>
                            <a:pt x="49839" y="139827"/>
                          </a:lnTo>
                          <a:cubicBezTo>
                            <a:pt x="43171" y="135160"/>
                            <a:pt x="36218" y="130207"/>
                            <a:pt x="30789" y="123730"/>
                          </a:cubicBezTo>
                          <a:cubicBezTo>
                            <a:pt x="25264" y="117348"/>
                            <a:pt x="20597" y="109919"/>
                            <a:pt x="18025" y="101632"/>
                          </a:cubicBezTo>
                          <a:cubicBezTo>
                            <a:pt x="15358" y="93345"/>
                            <a:pt x="14882" y="84582"/>
                            <a:pt x="15644" y="76295"/>
                          </a:cubicBezTo>
                          <a:cubicBezTo>
                            <a:pt x="16501" y="68104"/>
                            <a:pt x="18501" y="60008"/>
                            <a:pt x="20597" y="5219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70" name="Forme libre : forme 15569">
                      <a:extLst>
                        <a:ext uri="{FF2B5EF4-FFF2-40B4-BE49-F238E27FC236}">
                          <a16:creationId xmlns:a16="http://schemas.microsoft.com/office/drawing/2014/main" id="{DD154B22-0D6A-4E41-B0D2-881911EB4C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5459" y="3616137"/>
                      <a:ext cx="18605" cy="67087"/>
                    </a:xfrm>
                    <a:custGeom>
                      <a:avLst/>
                      <a:gdLst>
                        <a:gd name="connsiteX0" fmla="*/ 17540 w 18605"/>
                        <a:gd name="connsiteY0" fmla="*/ 66704 h 67087"/>
                        <a:gd name="connsiteX1" fmla="*/ 13444 w 18605"/>
                        <a:gd name="connsiteY1" fmla="*/ 66037 h 67087"/>
                        <a:gd name="connsiteX2" fmla="*/ 7348 w 18605"/>
                        <a:gd name="connsiteY2" fmla="*/ 60132 h 67087"/>
                        <a:gd name="connsiteX3" fmla="*/ 1823 w 18605"/>
                        <a:gd name="connsiteY3" fmla="*/ 48702 h 67087"/>
                        <a:gd name="connsiteX4" fmla="*/ 14 w 18605"/>
                        <a:gd name="connsiteY4" fmla="*/ 33271 h 67087"/>
                        <a:gd name="connsiteX5" fmla="*/ 7634 w 18605"/>
                        <a:gd name="connsiteY5" fmla="*/ 7840 h 67087"/>
                        <a:gd name="connsiteX6" fmla="*/ 16397 w 18605"/>
                        <a:gd name="connsiteY6" fmla="*/ 124 h 67087"/>
                        <a:gd name="connsiteX7" fmla="*/ 18302 w 18605"/>
                        <a:gd name="connsiteY7" fmla="*/ 11459 h 67087"/>
                        <a:gd name="connsiteX8" fmla="*/ 15921 w 18605"/>
                        <a:gd name="connsiteY8" fmla="*/ 34033 h 67087"/>
                        <a:gd name="connsiteX9" fmla="*/ 16206 w 18605"/>
                        <a:gd name="connsiteY9" fmla="*/ 45749 h 67087"/>
                        <a:gd name="connsiteX10" fmla="*/ 17540 w 18605"/>
                        <a:gd name="connsiteY10" fmla="*/ 55465 h 67087"/>
                        <a:gd name="connsiteX11" fmla="*/ 18588 w 18605"/>
                        <a:gd name="connsiteY11" fmla="*/ 62704 h 67087"/>
                        <a:gd name="connsiteX12" fmla="*/ 17540 w 18605"/>
                        <a:gd name="connsiteY12" fmla="*/ 66704 h 67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8605" h="67087">
                          <a:moveTo>
                            <a:pt x="17540" y="66704"/>
                          </a:moveTo>
                          <a:cubicBezTo>
                            <a:pt x="16587" y="67371"/>
                            <a:pt x="15158" y="67180"/>
                            <a:pt x="13444" y="66037"/>
                          </a:cubicBezTo>
                          <a:cubicBezTo>
                            <a:pt x="11730" y="64894"/>
                            <a:pt x="9348" y="63084"/>
                            <a:pt x="7348" y="60132"/>
                          </a:cubicBezTo>
                          <a:cubicBezTo>
                            <a:pt x="5157" y="57274"/>
                            <a:pt x="3157" y="53369"/>
                            <a:pt x="1823" y="48702"/>
                          </a:cubicBezTo>
                          <a:cubicBezTo>
                            <a:pt x="299" y="44034"/>
                            <a:pt x="-82" y="38700"/>
                            <a:pt x="14" y="33271"/>
                          </a:cubicBezTo>
                          <a:cubicBezTo>
                            <a:pt x="585" y="22317"/>
                            <a:pt x="4300" y="13555"/>
                            <a:pt x="7634" y="7840"/>
                          </a:cubicBezTo>
                          <a:cubicBezTo>
                            <a:pt x="11063" y="2125"/>
                            <a:pt x="14397" y="-638"/>
                            <a:pt x="16397" y="124"/>
                          </a:cubicBezTo>
                          <a:cubicBezTo>
                            <a:pt x="18492" y="886"/>
                            <a:pt x="18778" y="5268"/>
                            <a:pt x="18302" y="11459"/>
                          </a:cubicBezTo>
                          <a:cubicBezTo>
                            <a:pt x="17825" y="17650"/>
                            <a:pt x="16301" y="25651"/>
                            <a:pt x="15921" y="34033"/>
                          </a:cubicBezTo>
                          <a:cubicBezTo>
                            <a:pt x="15825" y="38224"/>
                            <a:pt x="15730" y="42130"/>
                            <a:pt x="16206" y="45749"/>
                          </a:cubicBezTo>
                          <a:cubicBezTo>
                            <a:pt x="16492" y="49368"/>
                            <a:pt x="16968" y="52607"/>
                            <a:pt x="17540" y="55465"/>
                          </a:cubicBezTo>
                          <a:cubicBezTo>
                            <a:pt x="17921" y="58417"/>
                            <a:pt x="18588" y="60799"/>
                            <a:pt x="18588" y="62704"/>
                          </a:cubicBezTo>
                          <a:cubicBezTo>
                            <a:pt x="18683" y="64704"/>
                            <a:pt x="18397" y="66133"/>
                            <a:pt x="17540" y="66704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71" name="Forme libre : forme 15570">
                      <a:extLst>
                        <a:ext uri="{FF2B5EF4-FFF2-40B4-BE49-F238E27FC236}">
                          <a16:creationId xmlns:a16="http://schemas.microsoft.com/office/drawing/2014/main" id="{39BDC7D7-DA06-45F3-BE34-E8E5F7B435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5495" y="3616232"/>
                      <a:ext cx="18555" cy="50987"/>
                    </a:xfrm>
                    <a:custGeom>
                      <a:avLst/>
                      <a:gdLst>
                        <a:gd name="connsiteX0" fmla="*/ 17790 w 18555"/>
                        <a:gd name="connsiteY0" fmla="*/ 16317 h 50987"/>
                        <a:gd name="connsiteX1" fmla="*/ 16456 w 18555"/>
                        <a:gd name="connsiteY1" fmla="*/ 124 h 50987"/>
                        <a:gd name="connsiteX2" fmla="*/ 7693 w 18555"/>
                        <a:gd name="connsiteY2" fmla="*/ 7840 h 50987"/>
                        <a:gd name="connsiteX3" fmla="*/ 73 w 18555"/>
                        <a:gd name="connsiteY3" fmla="*/ 33271 h 50987"/>
                        <a:gd name="connsiteX4" fmla="*/ 2550 w 18555"/>
                        <a:gd name="connsiteY4" fmla="*/ 50988 h 50987"/>
                        <a:gd name="connsiteX5" fmla="*/ 1597 w 18555"/>
                        <a:gd name="connsiteY5" fmla="*/ 41177 h 50987"/>
                        <a:gd name="connsiteX6" fmla="*/ 8646 w 18555"/>
                        <a:gd name="connsiteY6" fmla="*/ 21079 h 50987"/>
                        <a:gd name="connsiteX7" fmla="*/ 17790 w 18555"/>
                        <a:gd name="connsiteY7" fmla="*/ 16317 h 50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555" h="50987">
                          <a:moveTo>
                            <a:pt x="17790" y="16317"/>
                          </a:moveTo>
                          <a:cubicBezTo>
                            <a:pt x="18933" y="7554"/>
                            <a:pt x="19028" y="1077"/>
                            <a:pt x="16456" y="124"/>
                          </a:cubicBezTo>
                          <a:cubicBezTo>
                            <a:pt x="14456" y="-638"/>
                            <a:pt x="11122" y="2125"/>
                            <a:pt x="7693" y="7840"/>
                          </a:cubicBezTo>
                          <a:cubicBezTo>
                            <a:pt x="4360" y="13554"/>
                            <a:pt x="645" y="22317"/>
                            <a:pt x="73" y="33271"/>
                          </a:cubicBezTo>
                          <a:cubicBezTo>
                            <a:pt x="-308" y="39653"/>
                            <a:pt x="835" y="45844"/>
                            <a:pt x="2550" y="50988"/>
                          </a:cubicBezTo>
                          <a:cubicBezTo>
                            <a:pt x="1978" y="47654"/>
                            <a:pt x="1407" y="44416"/>
                            <a:pt x="1597" y="41177"/>
                          </a:cubicBezTo>
                          <a:cubicBezTo>
                            <a:pt x="2169" y="32414"/>
                            <a:pt x="5407" y="25366"/>
                            <a:pt x="8646" y="21079"/>
                          </a:cubicBezTo>
                          <a:cubicBezTo>
                            <a:pt x="11980" y="16698"/>
                            <a:pt x="15409" y="14983"/>
                            <a:pt x="17790" y="16317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72" name="Forme libre : forme 15571">
                      <a:extLst>
                        <a:ext uri="{FF2B5EF4-FFF2-40B4-BE49-F238E27FC236}">
                          <a16:creationId xmlns:a16="http://schemas.microsoft.com/office/drawing/2014/main" id="{02EC28D6-7A50-46BB-BE03-9DF3988930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663" y="3618807"/>
                      <a:ext cx="20951" cy="68361"/>
                    </a:xfrm>
                    <a:custGeom>
                      <a:avLst/>
                      <a:gdLst>
                        <a:gd name="connsiteX0" fmla="*/ 20098 w 20951"/>
                        <a:gd name="connsiteY0" fmla="*/ 67939 h 68361"/>
                        <a:gd name="connsiteX1" fmla="*/ 15812 w 20951"/>
                        <a:gd name="connsiteY1" fmla="*/ 67463 h 68361"/>
                        <a:gd name="connsiteX2" fmla="*/ 9239 w 20951"/>
                        <a:gd name="connsiteY2" fmla="*/ 61748 h 68361"/>
                        <a:gd name="connsiteX3" fmla="*/ 2858 w 20951"/>
                        <a:gd name="connsiteY3" fmla="*/ 50413 h 68361"/>
                        <a:gd name="connsiteX4" fmla="*/ 0 w 20951"/>
                        <a:gd name="connsiteY4" fmla="*/ 34601 h 68361"/>
                        <a:gd name="connsiteX5" fmla="*/ 6668 w 20951"/>
                        <a:gd name="connsiteY5" fmla="*/ 8122 h 68361"/>
                        <a:gd name="connsiteX6" fmla="*/ 15335 w 20951"/>
                        <a:gd name="connsiteY6" fmla="*/ 121 h 68361"/>
                        <a:gd name="connsiteX7" fmla="*/ 17336 w 20951"/>
                        <a:gd name="connsiteY7" fmla="*/ 11456 h 68361"/>
                        <a:gd name="connsiteX8" fmla="*/ 15907 w 20951"/>
                        <a:gd name="connsiteY8" fmla="*/ 34411 h 68361"/>
                        <a:gd name="connsiteX9" fmla="*/ 16954 w 20951"/>
                        <a:gd name="connsiteY9" fmla="*/ 46412 h 68361"/>
                        <a:gd name="connsiteX10" fmla="*/ 19145 w 20951"/>
                        <a:gd name="connsiteY10" fmla="*/ 56414 h 68361"/>
                        <a:gd name="connsiteX11" fmla="*/ 20764 w 20951"/>
                        <a:gd name="connsiteY11" fmla="*/ 63843 h 68361"/>
                        <a:gd name="connsiteX12" fmla="*/ 20098 w 20951"/>
                        <a:gd name="connsiteY12" fmla="*/ 67939 h 68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0951" h="68361">
                          <a:moveTo>
                            <a:pt x="20098" y="67939"/>
                          </a:moveTo>
                          <a:cubicBezTo>
                            <a:pt x="19241" y="68606"/>
                            <a:pt x="17812" y="68510"/>
                            <a:pt x="15812" y="67463"/>
                          </a:cubicBezTo>
                          <a:cubicBezTo>
                            <a:pt x="13811" y="66606"/>
                            <a:pt x="11716" y="64510"/>
                            <a:pt x="9239" y="61748"/>
                          </a:cubicBezTo>
                          <a:cubicBezTo>
                            <a:pt x="6953" y="58890"/>
                            <a:pt x="4572" y="55080"/>
                            <a:pt x="2858" y="50413"/>
                          </a:cubicBezTo>
                          <a:cubicBezTo>
                            <a:pt x="1143" y="45746"/>
                            <a:pt x="95" y="40221"/>
                            <a:pt x="0" y="34601"/>
                          </a:cubicBezTo>
                          <a:cubicBezTo>
                            <a:pt x="0" y="23267"/>
                            <a:pt x="3429" y="14027"/>
                            <a:pt x="6668" y="8122"/>
                          </a:cubicBezTo>
                          <a:cubicBezTo>
                            <a:pt x="10001" y="2217"/>
                            <a:pt x="13335" y="-641"/>
                            <a:pt x="15335" y="121"/>
                          </a:cubicBezTo>
                          <a:cubicBezTo>
                            <a:pt x="17431" y="883"/>
                            <a:pt x="17812" y="5169"/>
                            <a:pt x="17336" y="11456"/>
                          </a:cubicBezTo>
                          <a:cubicBezTo>
                            <a:pt x="16954" y="17742"/>
                            <a:pt x="15812" y="25839"/>
                            <a:pt x="15907" y="34411"/>
                          </a:cubicBezTo>
                          <a:cubicBezTo>
                            <a:pt x="16002" y="38697"/>
                            <a:pt x="16288" y="42793"/>
                            <a:pt x="16954" y="46412"/>
                          </a:cubicBezTo>
                          <a:cubicBezTo>
                            <a:pt x="17526" y="50127"/>
                            <a:pt x="18479" y="53461"/>
                            <a:pt x="19145" y="56414"/>
                          </a:cubicBezTo>
                          <a:cubicBezTo>
                            <a:pt x="20098" y="59271"/>
                            <a:pt x="20479" y="61938"/>
                            <a:pt x="20764" y="63843"/>
                          </a:cubicBezTo>
                          <a:cubicBezTo>
                            <a:pt x="21146" y="65843"/>
                            <a:pt x="20955" y="67272"/>
                            <a:pt x="20098" y="6793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73" name="Forme libre : forme 15572">
                      <a:extLst>
                        <a:ext uri="{FF2B5EF4-FFF2-40B4-BE49-F238E27FC236}">
                          <a16:creationId xmlns:a16="http://schemas.microsoft.com/office/drawing/2014/main" id="{29525D4D-A3C9-4547-98EE-17BD98B9AE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7001" y="3587809"/>
                      <a:ext cx="44332" cy="87741"/>
                    </a:xfrm>
                    <a:custGeom>
                      <a:avLst/>
                      <a:gdLst>
                        <a:gd name="connsiteX0" fmla="*/ 34285 w 44332"/>
                        <a:gd name="connsiteY0" fmla="*/ 1020 h 87741"/>
                        <a:gd name="connsiteX1" fmla="*/ 26570 w 44332"/>
                        <a:gd name="connsiteY1" fmla="*/ 1020 h 87741"/>
                        <a:gd name="connsiteX2" fmla="*/ 6758 w 44332"/>
                        <a:gd name="connsiteY2" fmla="*/ 30547 h 87741"/>
                        <a:gd name="connsiteX3" fmla="*/ 1519 w 44332"/>
                        <a:gd name="connsiteY3" fmla="*/ 73696 h 87741"/>
                        <a:gd name="connsiteX4" fmla="*/ 7425 w 44332"/>
                        <a:gd name="connsiteY4" fmla="*/ 85792 h 87741"/>
                        <a:gd name="connsiteX5" fmla="*/ 11806 w 44332"/>
                        <a:gd name="connsiteY5" fmla="*/ 86173 h 87741"/>
                        <a:gd name="connsiteX6" fmla="*/ 12187 w 44332"/>
                        <a:gd name="connsiteY6" fmla="*/ 71886 h 87741"/>
                        <a:gd name="connsiteX7" fmla="*/ 24188 w 44332"/>
                        <a:gd name="connsiteY7" fmla="*/ 43215 h 87741"/>
                        <a:gd name="connsiteX8" fmla="*/ 43715 w 44332"/>
                        <a:gd name="connsiteY8" fmla="*/ 14164 h 87741"/>
                        <a:gd name="connsiteX9" fmla="*/ 41143 w 44332"/>
                        <a:gd name="connsiteY9" fmla="*/ 2925 h 87741"/>
                        <a:gd name="connsiteX10" fmla="*/ 34285 w 44332"/>
                        <a:gd name="connsiteY10" fmla="*/ 1020 h 87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4332" h="87741">
                          <a:moveTo>
                            <a:pt x="34285" y="1020"/>
                          </a:moveTo>
                          <a:cubicBezTo>
                            <a:pt x="31999" y="67"/>
                            <a:pt x="29522" y="-695"/>
                            <a:pt x="26570" y="1020"/>
                          </a:cubicBezTo>
                          <a:cubicBezTo>
                            <a:pt x="21141" y="4258"/>
                            <a:pt x="13235" y="15783"/>
                            <a:pt x="6758" y="30547"/>
                          </a:cubicBezTo>
                          <a:cubicBezTo>
                            <a:pt x="1424" y="42454"/>
                            <a:pt x="-2196" y="59313"/>
                            <a:pt x="1519" y="73696"/>
                          </a:cubicBezTo>
                          <a:cubicBezTo>
                            <a:pt x="2948" y="78934"/>
                            <a:pt x="5234" y="83411"/>
                            <a:pt x="7425" y="85792"/>
                          </a:cubicBezTo>
                          <a:cubicBezTo>
                            <a:pt x="9520" y="88173"/>
                            <a:pt x="11425" y="88459"/>
                            <a:pt x="11806" y="86173"/>
                          </a:cubicBezTo>
                          <a:cubicBezTo>
                            <a:pt x="12568" y="83221"/>
                            <a:pt x="11711" y="77220"/>
                            <a:pt x="12187" y="71886"/>
                          </a:cubicBezTo>
                          <a:cubicBezTo>
                            <a:pt x="13235" y="59218"/>
                            <a:pt x="18759" y="49883"/>
                            <a:pt x="24188" y="43215"/>
                          </a:cubicBezTo>
                          <a:cubicBezTo>
                            <a:pt x="28856" y="37215"/>
                            <a:pt x="39905" y="29023"/>
                            <a:pt x="43715" y="14164"/>
                          </a:cubicBezTo>
                          <a:cubicBezTo>
                            <a:pt x="45334" y="7306"/>
                            <a:pt x="43524" y="4163"/>
                            <a:pt x="41143" y="2925"/>
                          </a:cubicBezTo>
                          <a:cubicBezTo>
                            <a:pt x="38952" y="1496"/>
                            <a:pt x="35904" y="1687"/>
                            <a:pt x="34285" y="102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74" name="Forme libre : forme 15573">
                      <a:extLst>
                        <a:ext uri="{FF2B5EF4-FFF2-40B4-BE49-F238E27FC236}">
                          <a16:creationId xmlns:a16="http://schemas.microsoft.com/office/drawing/2014/main" id="{A7828A83-373F-41B2-912B-23F3CC0F5A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5761" y="3604700"/>
                      <a:ext cx="8640" cy="27314"/>
                    </a:xfrm>
                    <a:custGeom>
                      <a:avLst/>
                      <a:gdLst>
                        <a:gd name="connsiteX0" fmla="*/ 8477 w 8640"/>
                        <a:gd name="connsiteY0" fmla="*/ 2226 h 27314"/>
                        <a:gd name="connsiteX1" fmla="*/ 7525 w 8640"/>
                        <a:gd name="connsiteY1" fmla="*/ 35 h 27314"/>
                        <a:gd name="connsiteX2" fmla="*/ 5144 w 8640"/>
                        <a:gd name="connsiteY2" fmla="*/ 1940 h 27314"/>
                        <a:gd name="connsiteX3" fmla="*/ 3334 w 8640"/>
                        <a:gd name="connsiteY3" fmla="*/ 6608 h 27314"/>
                        <a:gd name="connsiteX4" fmla="*/ 476 w 8640"/>
                        <a:gd name="connsiteY4" fmla="*/ 18419 h 27314"/>
                        <a:gd name="connsiteX5" fmla="*/ 0 w 8640"/>
                        <a:gd name="connsiteY5" fmla="*/ 22800 h 27314"/>
                        <a:gd name="connsiteX6" fmla="*/ 6001 w 8640"/>
                        <a:gd name="connsiteY6" fmla="*/ 21181 h 27314"/>
                        <a:gd name="connsiteX7" fmla="*/ 8477 w 8640"/>
                        <a:gd name="connsiteY7" fmla="*/ 2226 h 27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640" h="27314">
                          <a:moveTo>
                            <a:pt x="8477" y="2226"/>
                          </a:moveTo>
                          <a:cubicBezTo>
                            <a:pt x="8287" y="1178"/>
                            <a:pt x="8096" y="226"/>
                            <a:pt x="7525" y="35"/>
                          </a:cubicBezTo>
                          <a:cubicBezTo>
                            <a:pt x="6953" y="-155"/>
                            <a:pt x="6001" y="416"/>
                            <a:pt x="5144" y="1940"/>
                          </a:cubicBezTo>
                          <a:cubicBezTo>
                            <a:pt x="4381" y="3274"/>
                            <a:pt x="3810" y="5084"/>
                            <a:pt x="3334" y="6608"/>
                          </a:cubicBezTo>
                          <a:cubicBezTo>
                            <a:pt x="2096" y="10703"/>
                            <a:pt x="1143" y="14609"/>
                            <a:pt x="476" y="18419"/>
                          </a:cubicBezTo>
                          <a:cubicBezTo>
                            <a:pt x="190" y="19943"/>
                            <a:pt x="0" y="21562"/>
                            <a:pt x="0" y="22800"/>
                          </a:cubicBezTo>
                          <a:cubicBezTo>
                            <a:pt x="190" y="28039"/>
                            <a:pt x="3429" y="30134"/>
                            <a:pt x="6001" y="21181"/>
                          </a:cubicBezTo>
                          <a:cubicBezTo>
                            <a:pt x="8096" y="14228"/>
                            <a:pt x="9049" y="6417"/>
                            <a:pt x="8477" y="222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75" name="Forme libre : forme 15574">
                      <a:extLst>
                        <a:ext uri="{FF2B5EF4-FFF2-40B4-BE49-F238E27FC236}">
                          <a16:creationId xmlns:a16="http://schemas.microsoft.com/office/drawing/2014/main" id="{F0F225A8-0F3B-494E-A669-2AD94B1AB4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7662" y="3674744"/>
                      <a:ext cx="42481" cy="31771"/>
                    </a:xfrm>
                    <a:custGeom>
                      <a:avLst/>
                      <a:gdLst>
                        <a:gd name="connsiteX0" fmla="*/ 42482 w 42481"/>
                        <a:gd name="connsiteY0" fmla="*/ 29337 h 31771"/>
                        <a:gd name="connsiteX1" fmla="*/ 34576 w 42481"/>
                        <a:gd name="connsiteY1" fmla="*/ 31718 h 31771"/>
                        <a:gd name="connsiteX2" fmla="*/ 20479 w 42481"/>
                        <a:gd name="connsiteY2" fmla="*/ 25908 h 31771"/>
                        <a:gd name="connsiteX3" fmla="*/ 0 w 42481"/>
                        <a:gd name="connsiteY3" fmla="*/ 0 h 31771"/>
                        <a:gd name="connsiteX4" fmla="*/ 3429 w 42481"/>
                        <a:gd name="connsiteY4" fmla="*/ 6763 h 31771"/>
                        <a:gd name="connsiteX5" fmla="*/ 7906 w 42481"/>
                        <a:gd name="connsiteY5" fmla="*/ 13145 h 31771"/>
                        <a:gd name="connsiteX6" fmla="*/ 14097 w 42481"/>
                        <a:gd name="connsiteY6" fmla="*/ 19621 h 31771"/>
                        <a:gd name="connsiteX7" fmla="*/ 21431 w 42481"/>
                        <a:gd name="connsiteY7" fmla="*/ 24956 h 31771"/>
                        <a:gd name="connsiteX8" fmla="*/ 29146 w 42481"/>
                        <a:gd name="connsiteY8" fmla="*/ 28575 h 31771"/>
                        <a:gd name="connsiteX9" fmla="*/ 42482 w 42481"/>
                        <a:gd name="connsiteY9" fmla="*/ 29337 h 31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2481" h="31771">
                          <a:moveTo>
                            <a:pt x="42482" y="29337"/>
                          </a:moveTo>
                          <a:cubicBezTo>
                            <a:pt x="42482" y="29337"/>
                            <a:pt x="41148" y="32195"/>
                            <a:pt x="34576" y="31718"/>
                          </a:cubicBezTo>
                          <a:cubicBezTo>
                            <a:pt x="31337" y="31242"/>
                            <a:pt x="26670" y="30194"/>
                            <a:pt x="20479" y="25908"/>
                          </a:cubicBezTo>
                          <a:cubicBezTo>
                            <a:pt x="14478" y="21812"/>
                            <a:pt x="5906" y="14573"/>
                            <a:pt x="0" y="0"/>
                          </a:cubicBezTo>
                          <a:cubicBezTo>
                            <a:pt x="0" y="0"/>
                            <a:pt x="953" y="2858"/>
                            <a:pt x="3429" y="6763"/>
                          </a:cubicBezTo>
                          <a:cubicBezTo>
                            <a:pt x="4572" y="8763"/>
                            <a:pt x="6001" y="11049"/>
                            <a:pt x="7906" y="13145"/>
                          </a:cubicBezTo>
                          <a:cubicBezTo>
                            <a:pt x="9716" y="15431"/>
                            <a:pt x="11811" y="17621"/>
                            <a:pt x="14097" y="19621"/>
                          </a:cubicBezTo>
                          <a:cubicBezTo>
                            <a:pt x="16383" y="21717"/>
                            <a:pt x="18860" y="23527"/>
                            <a:pt x="21431" y="24956"/>
                          </a:cubicBezTo>
                          <a:cubicBezTo>
                            <a:pt x="23908" y="26575"/>
                            <a:pt x="26575" y="27718"/>
                            <a:pt x="29146" y="28575"/>
                          </a:cubicBezTo>
                          <a:cubicBezTo>
                            <a:pt x="34195" y="30480"/>
                            <a:pt x="38958" y="30671"/>
                            <a:pt x="42482" y="293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76" name="Forme libre : forme 15575">
                      <a:extLst>
                        <a:ext uri="{FF2B5EF4-FFF2-40B4-BE49-F238E27FC236}">
                          <a16:creationId xmlns:a16="http://schemas.microsoft.com/office/drawing/2014/main" id="{A297C1D2-69FF-40DC-9785-D34621797C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9382" y="3569589"/>
                      <a:ext cx="9623" cy="53625"/>
                    </a:xfrm>
                    <a:custGeom>
                      <a:avLst/>
                      <a:gdLst>
                        <a:gd name="connsiteX0" fmla="*/ 2096 w 9623"/>
                        <a:gd name="connsiteY0" fmla="*/ 53626 h 53625"/>
                        <a:gd name="connsiteX1" fmla="*/ 4191 w 9623"/>
                        <a:gd name="connsiteY1" fmla="*/ 47434 h 53625"/>
                        <a:gd name="connsiteX2" fmla="*/ 8382 w 9623"/>
                        <a:gd name="connsiteY2" fmla="*/ 31813 h 53625"/>
                        <a:gd name="connsiteX3" fmla="*/ 8858 w 9623"/>
                        <a:gd name="connsiteY3" fmla="*/ 11811 h 53625"/>
                        <a:gd name="connsiteX4" fmla="*/ 0 w 9623"/>
                        <a:gd name="connsiteY4" fmla="*/ 0 h 53625"/>
                        <a:gd name="connsiteX5" fmla="*/ 2477 w 9623"/>
                        <a:gd name="connsiteY5" fmla="*/ 2096 h 53625"/>
                        <a:gd name="connsiteX6" fmla="*/ 7049 w 9623"/>
                        <a:gd name="connsiteY6" fmla="*/ 11335 h 53625"/>
                        <a:gd name="connsiteX7" fmla="*/ 7906 w 9623"/>
                        <a:gd name="connsiteY7" fmla="*/ 29527 h 53625"/>
                        <a:gd name="connsiteX8" fmla="*/ 2096 w 9623"/>
                        <a:gd name="connsiteY8" fmla="*/ 53626 h 53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623" h="53625">
                          <a:moveTo>
                            <a:pt x="2096" y="53626"/>
                          </a:moveTo>
                          <a:cubicBezTo>
                            <a:pt x="2096" y="53626"/>
                            <a:pt x="2858" y="51340"/>
                            <a:pt x="4191" y="47434"/>
                          </a:cubicBezTo>
                          <a:cubicBezTo>
                            <a:pt x="5429" y="43624"/>
                            <a:pt x="7144" y="38100"/>
                            <a:pt x="8382" y="31813"/>
                          </a:cubicBezTo>
                          <a:cubicBezTo>
                            <a:pt x="9620" y="25527"/>
                            <a:pt x="10192" y="18193"/>
                            <a:pt x="8858" y="11811"/>
                          </a:cubicBezTo>
                          <a:cubicBezTo>
                            <a:pt x="7525" y="5334"/>
                            <a:pt x="4001" y="571"/>
                            <a:pt x="0" y="0"/>
                          </a:cubicBezTo>
                          <a:cubicBezTo>
                            <a:pt x="0" y="0"/>
                            <a:pt x="953" y="476"/>
                            <a:pt x="2477" y="2096"/>
                          </a:cubicBezTo>
                          <a:cubicBezTo>
                            <a:pt x="3810" y="3715"/>
                            <a:pt x="5810" y="6667"/>
                            <a:pt x="7049" y="11335"/>
                          </a:cubicBezTo>
                          <a:cubicBezTo>
                            <a:pt x="8287" y="15907"/>
                            <a:pt x="8763" y="22288"/>
                            <a:pt x="7906" y="29527"/>
                          </a:cubicBezTo>
                          <a:cubicBezTo>
                            <a:pt x="7049" y="36671"/>
                            <a:pt x="4953" y="44863"/>
                            <a:pt x="2096" y="536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77" name="Forme libre : forme 15576">
                      <a:extLst>
                        <a:ext uri="{FF2B5EF4-FFF2-40B4-BE49-F238E27FC236}">
                          <a16:creationId xmlns:a16="http://schemas.microsoft.com/office/drawing/2014/main" id="{A80D149C-914D-457E-AB2F-BAA5D56795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4388" y="3644383"/>
                      <a:ext cx="5415" cy="24464"/>
                    </a:xfrm>
                    <a:custGeom>
                      <a:avLst/>
                      <a:gdLst>
                        <a:gd name="connsiteX0" fmla="*/ 3753 w 5415"/>
                        <a:gd name="connsiteY0" fmla="*/ 24361 h 24464"/>
                        <a:gd name="connsiteX1" fmla="*/ 134 w 5415"/>
                        <a:gd name="connsiteY1" fmla="*/ 9788 h 24464"/>
                        <a:gd name="connsiteX2" fmla="*/ 4515 w 5415"/>
                        <a:gd name="connsiteY2" fmla="*/ 358 h 24464"/>
                        <a:gd name="connsiteX3" fmla="*/ 5372 w 5415"/>
                        <a:gd name="connsiteY3" fmla="*/ 14360 h 24464"/>
                        <a:gd name="connsiteX4" fmla="*/ 3753 w 5415"/>
                        <a:gd name="connsiteY4" fmla="*/ 24361 h 24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15" h="24464">
                          <a:moveTo>
                            <a:pt x="3753" y="24361"/>
                          </a:moveTo>
                          <a:cubicBezTo>
                            <a:pt x="2039" y="23504"/>
                            <a:pt x="-628" y="16836"/>
                            <a:pt x="134" y="9788"/>
                          </a:cubicBezTo>
                          <a:cubicBezTo>
                            <a:pt x="801" y="2739"/>
                            <a:pt x="3468" y="-1261"/>
                            <a:pt x="4515" y="358"/>
                          </a:cubicBezTo>
                          <a:cubicBezTo>
                            <a:pt x="5754" y="1882"/>
                            <a:pt x="5182" y="8073"/>
                            <a:pt x="5372" y="14360"/>
                          </a:cubicBezTo>
                          <a:cubicBezTo>
                            <a:pt x="5468" y="20646"/>
                            <a:pt x="5563" y="25218"/>
                            <a:pt x="3753" y="2436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78" name="Forme libre : forme 15577">
                      <a:extLst>
                        <a:ext uri="{FF2B5EF4-FFF2-40B4-BE49-F238E27FC236}">
                          <a16:creationId xmlns:a16="http://schemas.microsoft.com/office/drawing/2014/main" id="{6A72232F-3788-4C5C-9460-C5F82A97F5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7343" y="3665392"/>
                      <a:ext cx="3095" cy="6515"/>
                    </a:xfrm>
                    <a:custGeom>
                      <a:avLst/>
                      <a:gdLst>
                        <a:gd name="connsiteX0" fmla="*/ 2703 w 3095"/>
                        <a:gd name="connsiteY0" fmla="*/ 6495 h 6515"/>
                        <a:gd name="connsiteX1" fmla="*/ 417 w 3095"/>
                        <a:gd name="connsiteY1" fmla="*/ 3638 h 6515"/>
                        <a:gd name="connsiteX2" fmla="*/ 513 w 3095"/>
                        <a:gd name="connsiteY2" fmla="*/ 18 h 6515"/>
                        <a:gd name="connsiteX3" fmla="*/ 2608 w 3095"/>
                        <a:gd name="connsiteY3" fmla="*/ 2876 h 6515"/>
                        <a:gd name="connsiteX4" fmla="*/ 2703 w 3095"/>
                        <a:gd name="connsiteY4" fmla="*/ 6495 h 6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95" h="6515">
                          <a:moveTo>
                            <a:pt x="2703" y="6495"/>
                          </a:moveTo>
                          <a:cubicBezTo>
                            <a:pt x="2132" y="6686"/>
                            <a:pt x="894" y="5543"/>
                            <a:pt x="417" y="3638"/>
                          </a:cubicBezTo>
                          <a:cubicBezTo>
                            <a:pt x="-154" y="1733"/>
                            <a:pt x="-154" y="113"/>
                            <a:pt x="513" y="18"/>
                          </a:cubicBezTo>
                          <a:cubicBezTo>
                            <a:pt x="1084" y="-173"/>
                            <a:pt x="2036" y="1161"/>
                            <a:pt x="2608" y="2876"/>
                          </a:cubicBezTo>
                          <a:cubicBezTo>
                            <a:pt x="3084" y="4685"/>
                            <a:pt x="3370" y="6209"/>
                            <a:pt x="2703" y="649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79" name="Forme libre : forme 15578">
                      <a:extLst>
                        <a:ext uri="{FF2B5EF4-FFF2-40B4-BE49-F238E27FC236}">
                          <a16:creationId xmlns:a16="http://schemas.microsoft.com/office/drawing/2014/main" id="{730EE6F1-B695-44C7-931F-8EA164B3EF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5829" y="3645717"/>
                      <a:ext cx="15187" cy="51325"/>
                    </a:xfrm>
                    <a:custGeom>
                      <a:avLst/>
                      <a:gdLst>
                        <a:gd name="connsiteX0" fmla="*/ 14982 w 15187"/>
                        <a:gd name="connsiteY0" fmla="*/ 39886 h 51325"/>
                        <a:gd name="connsiteX1" fmla="*/ 11934 w 15187"/>
                        <a:gd name="connsiteY1" fmla="*/ 50554 h 51325"/>
                        <a:gd name="connsiteX2" fmla="*/ 6028 w 15187"/>
                        <a:gd name="connsiteY2" fmla="*/ 49506 h 51325"/>
                        <a:gd name="connsiteX3" fmla="*/ 1932 w 15187"/>
                        <a:gd name="connsiteY3" fmla="*/ 42458 h 51325"/>
                        <a:gd name="connsiteX4" fmla="*/ 1456 w 15187"/>
                        <a:gd name="connsiteY4" fmla="*/ 25313 h 51325"/>
                        <a:gd name="connsiteX5" fmla="*/ 313 w 15187"/>
                        <a:gd name="connsiteY5" fmla="*/ 18836 h 51325"/>
                        <a:gd name="connsiteX6" fmla="*/ 408 w 15187"/>
                        <a:gd name="connsiteY6" fmla="*/ 9311 h 51325"/>
                        <a:gd name="connsiteX7" fmla="*/ 5076 w 15187"/>
                        <a:gd name="connsiteY7" fmla="*/ 738 h 51325"/>
                        <a:gd name="connsiteX8" fmla="*/ 7266 w 15187"/>
                        <a:gd name="connsiteY8" fmla="*/ 13978 h 51325"/>
                        <a:gd name="connsiteX9" fmla="*/ 11077 w 15187"/>
                        <a:gd name="connsiteY9" fmla="*/ 26837 h 51325"/>
                        <a:gd name="connsiteX10" fmla="*/ 14982 w 15187"/>
                        <a:gd name="connsiteY10" fmla="*/ 39886 h 51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187" h="51325">
                          <a:moveTo>
                            <a:pt x="14982" y="39886"/>
                          </a:moveTo>
                          <a:cubicBezTo>
                            <a:pt x="15744" y="44744"/>
                            <a:pt x="14315" y="48077"/>
                            <a:pt x="11934" y="50554"/>
                          </a:cubicBezTo>
                          <a:cubicBezTo>
                            <a:pt x="11077" y="51506"/>
                            <a:pt x="9171" y="51983"/>
                            <a:pt x="6028" y="49506"/>
                          </a:cubicBezTo>
                          <a:cubicBezTo>
                            <a:pt x="3171" y="47220"/>
                            <a:pt x="2313" y="44267"/>
                            <a:pt x="1932" y="42458"/>
                          </a:cubicBezTo>
                          <a:cubicBezTo>
                            <a:pt x="1361" y="36743"/>
                            <a:pt x="2694" y="32552"/>
                            <a:pt x="1456" y="25313"/>
                          </a:cubicBezTo>
                          <a:cubicBezTo>
                            <a:pt x="1361" y="24170"/>
                            <a:pt x="599" y="21789"/>
                            <a:pt x="313" y="18836"/>
                          </a:cubicBezTo>
                          <a:cubicBezTo>
                            <a:pt x="-163" y="15883"/>
                            <a:pt x="-68" y="12454"/>
                            <a:pt x="408" y="9311"/>
                          </a:cubicBezTo>
                          <a:cubicBezTo>
                            <a:pt x="1361" y="3024"/>
                            <a:pt x="3837" y="-1929"/>
                            <a:pt x="5076" y="738"/>
                          </a:cubicBezTo>
                          <a:cubicBezTo>
                            <a:pt x="6409" y="3405"/>
                            <a:pt x="6314" y="8930"/>
                            <a:pt x="7266" y="13978"/>
                          </a:cubicBezTo>
                          <a:cubicBezTo>
                            <a:pt x="8028" y="19026"/>
                            <a:pt x="10219" y="24074"/>
                            <a:pt x="11077" y="26837"/>
                          </a:cubicBezTo>
                          <a:cubicBezTo>
                            <a:pt x="12981" y="31599"/>
                            <a:pt x="14505" y="36266"/>
                            <a:pt x="14982" y="3988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02" name="Graphique 1">
                    <a:extLst>
                      <a:ext uri="{FF2B5EF4-FFF2-40B4-BE49-F238E27FC236}">
                        <a16:creationId xmlns:a16="http://schemas.microsoft.com/office/drawing/2014/main" id="{C3FE2272-F1D1-4B0E-9EF1-49DE29A5082A}"/>
                      </a:ext>
                    </a:extLst>
                  </p:cNvPr>
                  <p:cNvGrpSpPr/>
                  <p:nvPr/>
                </p:nvGrpSpPr>
                <p:grpSpPr>
                  <a:xfrm>
                    <a:off x="4171830" y="3696359"/>
                    <a:ext cx="63429" cy="143437"/>
                    <a:chOff x="4171830" y="3696359"/>
                    <a:chExt cx="63429" cy="143437"/>
                  </a:xfrm>
                  <a:solidFill>
                    <a:schemeClr val="accent1"/>
                  </a:solidFill>
                </p:grpSpPr>
                <p:sp>
                  <p:nvSpPr>
                    <p:cNvPr id="15556" name="Forme libre : forme 15555">
                      <a:extLst>
                        <a:ext uri="{FF2B5EF4-FFF2-40B4-BE49-F238E27FC236}">
                          <a16:creationId xmlns:a16="http://schemas.microsoft.com/office/drawing/2014/main" id="{39FAE046-437B-4FC0-AB4B-DD9DB45F61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1830" y="3696359"/>
                      <a:ext cx="63429" cy="143437"/>
                    </a:xfrm>
                    <a:custGeom>
                      <a:avLst/>
                      <a:gdLst>
                        <a:gd name="connsiteX0" fmla="*/ 16222 w 63429"/>
                        <a:gd name="connsiteY0" fmla="*/ 89923 h 143437"/>
                        <a:gd name="connsiteX1" fmla="*/ 20508 w 63429"/>
                        <a:gd name="connsiteY1" fmla="*/ 68111 h 143437"/>
                        <a:gd name="connsiteX2" fmla="*/ 17174 w 63429"/>
                        <a:gd name="connsiteY2" fmla="*/ 50871 h 143437"/>
                        <a:gd name="connsiteX3" fmla="*/ 10983 w 63429"/>
                        <a:gd name="connsiteY3" fmla="*/ 39536 h 143437"/>
                        <a:gd name="connsiteX4" fmla="*/ 4601 w 63429"/>
                        <a:gd name="connsiteY4" fmla="*/ 28487 h 143437"/>
                        <a:gd name="connsiteX5" fmla="*/ 410 w 63429"/>
                        <a:gd name="connsiteY5" fmla="*/ 19057 h 143437"/>
                        <a:gd name="connsiteX6" fmla="*/ 1077 w 63429"/>
                        <a:gd name="connsiteY6" fmla="*/ 12104 h 143437"/>
                        <a:gd name="connsiteX7" fmla="*/ 7744 w 63429"/>
                        <a:gd name="connsiteY7" fmla="*/ 2483 h 143437"/>
                        <a:gd name="connsiteX8" fmla="*/ 14412 w 63429"/>
                        <a:gd name="connsiteY8" fmla="*/ 7 h 143437"/>
                        <a:gd name="connsiteX9" fmla="*/ 26318 w 63429"/>
                        <a:gd name="connsiteY9" fmla="*/ 3055 h 143437"/>
                        <a:gd name="connsiteX10" fmla="*/ 41367 w 63429"/>
                        <a:gd name="connsiteY10" fmla="*/ 13342 h 143437"/>
                        <a:gd name="connsiteX11" fmla="*/ 55655 w 63429"/>
                        <a:gd name="connsiteY11" fmla="*/ 32583 h 143437"/>
                        <a:gd name="connsiteX12" fmla="*/ 63370 w 63429"/>
                        <a:gd name="connsiteY12" fmla="*/ 69635 h 143437"/>
                        <a:gd name="connsiteX13" fmla="*/ 57369 w 63429"/>
                        <a:gd name="connsiteY13" fmla="*/ 102591 h 143437"/>
                        <a:gd name="connsiteX14" fmla="*/ 42510 w 63429"/>
                        <a:gd name="connsiteY14" fmla="*/ 133166 h 143437"/>
                        <a:gd name="connsiteX15" fmla="*/ 35176 w 63429"/>
                        <a:gd name="connsiteY15" fmla="*/ 141072 h 143437"/>
                        <a:gd name="connsiteX16" fmla="*/ 28318 w 63429"/>
                        <a:gd name="connsiteY16" fmla="*/ 143263 h 143437"/>
                        <a:gd name="connsiteX17" fmla="*/ 16793 w 63429"/>
                        <a:gd name="connsiteY17" fmla="*/ 140215 h 143437"/>
                        <a:gd name="connsiteX18" fmla="*/ 11840 w 63429"/>
                        <a:gd name="connsiteY18" fmla="*/ 135167 h 143437"/>
                        <a:gd name="connsiteX19" fmla="*/ 9935 w 63429"/>
                        <a:gd name="connsiteY19" fmla="*/ 123356 h 143437"/>
                        <a:gd name="connsiteX20" fmla="*/ 16222 w 63429"/>
                        <a:gd name="connsiteY20" fmla="*/ 89923 h 1434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63429" h="143437">
                          <a:moveTo>
                            <a:pt x="16222" y="89923"/>
                          </a:moveTo>
                          <a:cubicBezTo>
                            <a:pt x="18698" y="81922"/>
                            <a:pt x="20317" y="74493"/>
                            <a:pt x="20508" y="68111"/>
                          </a:cubicBezTo>
                          <a:cubicBezTo>
                            <a:pt x="20793" y="61634"/>
                            <a:pt x="19841" y="56205"/>
                            <a:pt x="17174" y="50871"/>
                          </a:cubicBezTo>
                          <a:cubicBezTo>
                            <a:pt x="15364" y="47156"/>
                            <a:pt x="13364" y="43250"/>
                            <a:pt x="10983" y="39536"/>
                          </a:cubicBezTo>
                          <a:cubicBezTo>
                            <a:pt x="9078" y="35631"/>
                            <a:pt x="6220" y="32106"/>
                            <a:pt x="4601" y="28487"/>
                          </a:cubicBezTo>
                          <a:cubicBezTo>
                            <a:pt x="2696" y="24963"/>
                            <a:pt x="1077" y="21915"/>
                            <a:pt x="410" y="19057"/>
                          </a:cubicBezTo>
                          <a:cubicBezTo>
                            <a:pt x="-257" y="16199"/>
                            <a:pt x="-161" y="13818"/>
                            <a:pt x="1077" y="12104"/>
                          </a:cubicBezTo>
                          <a:lnTo>
                            <a:pt x="7744" y="2483"/>
                          </a:lnTo>
                          <a:cubicBezTo>
                            <a:pt x="8982" y="769"/>
                            <a:pt x="11268" y="-88"/>
                            <a:pt x="14412" y="7"/>
                          </a:cubicBezTo>
                          <a:cubicBezTo>
                            <a:pt x="17555" y="198"/>
                            <a:pt x="21746" y="960"/>
                            <a:pt x="26318" y="3055"/>
                          </a:cubicBezTo>
                          <a:cubicBezTo>
                            <a:pt x="30795" y="5532"/>
                            <a:pt x="36319" y="8199"/>
                            <a:pt x="41367" y="13342"/>
                          </a:cubicBezTo>
                          <a:cubicBezTo>
                            <a:pt x="46606" y="18009"/>
                            <a:pt x="51845" y="24582"/>
                            <a:pt x="55655" y="32583"/>
                          </a:cubicBezTo>
                          <a:cubicBezTo>
                            <a:pt x="61465" y="43917"/>
                            <a:pt x="63847" y="57538"/>
                            <a:pt x="63370" y="69635"/>
                          </a:cubicBezTo>
                          <a:cubicBezTo>
                            <a:pt x="62989" y="81827"/>
                            <a:pt x="60322" y="92781"/>
                            <a:pt x="57369" y="102591"/>
                          </a:cubicBezTo>
                          <a:cubicBezTo>
                            <a:pt x="53083" y="116307"/>
                            <a:pt x="47559" y="126308"/>
                            <a:pt x="42510" y="133166"/>
                          </a:cubicBezTo>
                          <a:cubicBezTo>
                            <a:pt x="40129" y="136596"/>
                            <a:pt x="37653" y="138977"/>
                            <a:pt x="35176" y="141072"/>
                          </a:cubicBezTo>
                          <a:cubicBezTo>
                            <a:pt x="32700" y="142977"/>
                            <a:pt x="30414" y="143835"/>
                            <a:pt x="28318" y="143263"/>
                          </a:cubicBezTo>
                          <a:lnTo>
                            <a:pt x="16793" y="140215"/>
                          </a:lnTo>
                          <a:cubicBezTo>
                            <a:pt x="14698" y="139644"/>
                            <a:pt x="13078" y="137834"/>
                            <a:pt x="11840" y="135167"/>
                          </a:cubicBezTo>
                          <a:cubicBezTo>
                            <a:pt x="10602" y="132595"/>
                            <a:pt x="10030" y="128214"/>
                            <a:pt x="9935" y="123356"/>
                          </a:cubicBezTo>
                          <a:cubicBezTo>
                            <a:pt x="9935" y="113545"/>
                            <a:pt x="12697" y="101163"/>
                            <a:pt x="16222" y="8992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57" name="Forme libre : forme 15556">
                      <a:extLst>
                        <a:ext uri="{FF2B5EF4-FFF2-40B4-BE49-F238E27FC236}">
                          <a16:creationId xmlns:a16="http://schemas.microsoft.com/office/drawing/2014/main" id="{6312EAA6-AB7D-485D-B611-BB93640A04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2020" y="3704272"/>
                      <a:ext cx="35719" cy="132207"/>
                    </a:xfrm>
                    <a:custGeom>
                      <a:avLst/>
                      <a:gdLst>
                        <a:gd name="connsiteX0" fmla="*/ 32700 w 35719"/>
                        <a:gd name="connsiteY0" fmla="*/ 44958 h 132207"/>
                        <a:gd name="connsiteX1" fmla="*/ 18412 w 35719"/>
                        <a:gd name="connsiteY1" fmla="*/ 20193 h 132207"/>
                        <a:gd name="connsiteX2" fmla="*/ 10316 w 35719"/>
                        <a:gd name="connsiteY2" fmla="*/ 9525 h 132207"/>
                        <a:gd name="connsiteX3" fmla="*/ 3934 w 35719"/>
                        <a:gd name="connsiteY3" fmla="*/ 0 h 132207"/>
                        <a:gd name="connsiteX4" fmla="*/ 1077 w 35719"/>
                        <a:gd name="connsiteY4" fmla="*/ 4191 h 132207"/>
                        <a:gd name="connsiteX5" fmla="*/ 410 w 35719"/>
                        <a:gd name="connsiteY5" fmla="*/ 11144 h 132207"/>
                        <a:gd name="connsiteX6" fmla="*/ 4601 w 35719"/>
                        <a:gd name="connsiteY6" fmla="*/ 20574 h 132207"/>
                        <a:gd name="connsiteX7" fmla="*/ 10983 w 35719"/>
                        <a:gd name="connsiteY7" fmla="*/ 31623 h 132207"/>
                        <a:gd name="connsiteX8" fmla="*/ 17174 w 35719"/>
                        <a:gd name="connsiteY8" fmla="*/ 42958 h 132207"/>
                        <a:gd name="connsiteX9" fmla="*/ 20508 w 35719"/>
                        <a:gd name="connsiteY9" fmla="*/ 60198 h 132207"/>
                        <a:gd name="connsiteX10" fmla="*/ 16222 w 35719"/>
                        <a:gd name="connsiteY10" fmla="*/ 82010 h 132207"/>
                        <a:gd name="connsiteX11" fmla="*/ 10030 w 35719"/>
                        <a:gd name="connsiteY11" fmla="*/ 115253 h 132207"/>
                        <a:gd name="connsiteX12" fmla="*/ 11935 w 35719"/>
                        <a:gd name="connsiteY12" fmla="*/ 127063 h 132207"/>
                        <a:gd name="connsiteX13" fmla="*/ 16888 w 35719"/>
                        <a:gd name="connsiteY13" fmla="*/ 132112 h 132207"/>
                        <a:gd name="connsiteX14" fmla="*/ 17269 w 35719"/>
                        <a:gd name="connsiteY14" fmla="*/ 132207 h 132207"/>
                        <a:gd name="connsiteX15" fmla="*/ 23746 w 35719"/>
                        <a:gd name="connsiteY15" fmla="*/ 109061 h 132207"/>
                        <a:gd name="connsiteX16" fmla="*/ 31176 w 35719"/>
                        <a:gd name="connsiteY16" fmla="*/ 87059 h 132207"/>
                        <a:gd name="connsiteX17" fmla="*/ 35653 w 35719"/>
                        <a:gd name="connsiteY17" fmla="*/ 65437 h 132207"/>
                        <a:gd name="connsiteX18" fmla="*/ 32700 w 35719"/>
                        <a:gd name="connsiteY18" fmla="*/ 44958 h 1322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5719" h="132207">
                          <a:moveTo>
                            <a:pt x="32700" y="44958"/>
                          </a:moveTo>
                          <a:cubicBezTo>
                            <a:pt x="29271" y="35909"/>
                            <a:pt x="23937" y="27813"/>
                            <a:pt x="18412" y="20193"/>
                          </a:cubicBezTo>
                          <a:cubicBezTo>
                            <a:pt x="15459" y="16574"/>
                            <a:pt x="12792" y="12859"/>
                            <a:pt x="10316" y="9525"/>
                          </a:cubicBezTo>
                          <a:cubicBezTo>
                            <a:pt x="7649" y="6287"/>
                            <a:pt x="5554" y="3048"/>
                            <a:pt x="3934" y="0"/>
                          </a:cubicBezTo>
                          <a:lnTo>
                            <a:pt x="1077" y="4191"/>
                          </a:lnTo>
                          <a:cubicBezTo>
                            <a:pt x="-161" y="5905"/>
                            <a:pt x="-257" y="8382"/>
                            <a:pt x="410" y="11144"/>
                          </a:cubicBezTo>
                          <a:cubicBezTo>
                            <a:pt x="981" y="14002"/>
                            <a:pt x="2696" y="17145"/>
                            <a:pt x="4601" y="20574"/>
                          </a:cubicBezTo>
                          <a:cubicBezTo>
                            <a:pt x="6220" y="24194"/>
                            <a:pt x="9078" y="27718"/>
                            <a:pt x="10983" y="31623"/>
                          </a:cubicBezTo>
                          <a:cubicBezTo>
                            <a:pt x="13364" y="35433"/>
                            <a:pt x="15364" y="39243"/>
                            <a:pt x="17174" y="42958"/>
                          </a:cubicBezTo>
                          <a:cubicBezTo>
                            <a:pt x="19936" y="48292"/>
                            <a:pt x="20794" y="53721"/>
                            <a:pt x="20508" y="60198"/>
                          </a:cubicBezTo>
                          <a:cubicBezTo>
                            <a:pt x="20222" y="66675"/>
                            <a:pt x="18603" y="74009"/>
                            <a:pt x="16222" y="82010"/>
                          </a:cubicBezTo>
                          <a:cubicBezTo>
                            <a:pt x="12697" y="93250"/>
                            <a:pt x="9935" y="105537"/>
                            <a:pt x="10030" y="115253"/>
                          </a:cubicBezTo>
                          <a:cubicBezTo>
                            <a:pt x="10125" y="120110"/>
                            <a:pt x="10697" y="124492"/>
                            <a:pt x="11935" y="127063"/>
                          </a:cubicBezTo>
                          <a:cubicBezTo>
                            <a:pt x="13173" y="129826"/>
                            <a:pt x="14793" y="131636"/>
                            <a:pt x="16888" y="132112"/>
                          </a:cubicBezTo>
                          <a:lnTo>
                            <a:pt x="17269" y="132207"/>
                          </a:lnTo>
                          <a:cubicBezTo>
                            <a:pt x="18984" y="124682"/>
                            <a:pt x="21270" y="116396"/>
                            <a:pt x="23746" y="109061"/>
                          </a:cubicBezTo>
                          <a:cubicBezTo>
                            <a:pt x="26318" y="101537"/>
                            <a:pt x="28890" y="94297"/>
                            <a:pt x="31176" y="87059"/>
                          </a:cubicBezTo>
                          <a:cubicBezTo>
                            <a:pt x="33271" y="79820"/>
                            <a:pt x="35272" y="72580"/>
                            <a:pt x="35653" y="65437"/>
                          </a:cubicBezTo>
                          <a:cubicBezTo>
                            <a:pt x="35938" y="58388"/>
                            <a:pt x="35367" y="51340"/>
                            <a:pt x="32700" y="4495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58" name="Forme libre : forme 15557">
                      <a:extLst>
                        <a:ext uri="{FF2B5EF4-FFF2-40B4-BE49-F238E27FC236}">
                          <a16:creationId xmlns:a16="http://schemas.microsoft.com/office/drawing/2014/main" id="{2B287818-7DB4-4162-8248-FA71C4FC68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0182" y="3741567"/>
                      <a:ext cx="20465" cy="66430"/>
                    </a:xfrm>
                    <a:custGeom>
                      <a:avLst/>
                      <a:gdLst>
                        <a:gd name="connsiteX0" fmla="*/ 2442 w 20465"/>
                        <a:gd name="connsiteY0" fmla="*/ 66337 h 66430"/>
                        <a:gd name="connsiteX1" fmla="*/ 156 w 20465"/>
                        <a:gd name="connsiteY1" fmla="*/ 55003 h 66430"/>
                        <a:gd name="connsiteX2" fmla="*/ 3680 w 20465"/>
                        <a:gd name="connsiteY2" fmla="*/ 32143 h 66430"/>
                        <a:gd name="connsiteX3" fmla="*/ 5204 w 20465"/>
                        <a:gd name="connsiteY3" fmla="*/ 20427 h 66430"/>
                        <a:gd name="connsiteX4" fmla="*/ 5967 w 20465"/>
                        <a:gd name="connsiteY4" fmla="*/ 10807 h 66430"/>
                        <a:gd name="connsiteX5" fmla="*/ 6728 w 20465"/>
                        <a:gd name="connsiteY5" fmla="*/ 3663 h 66430"/>
                        <a:gd name="connsiteX6" fmla="*/ 8634 w 20465"/>
                        <a:gd name="connsiteY6" fmla="*/ 139 h 66430"/>
                        <a:gd name="connsiteX7" fmla="*/ 12634 w 20465"/>
                        <a:gd name="connsiteY7" fmla="*/ 1568 h 66430"/>
                        <a:gd name="connsiteX8" fmla="*/ 17206 w 20465"/>
                        <a:gd name="connsiteY8" fmla="*/ 8426 h 66430"/>
                        <a:gd name="connsiteX9" fmla="*/ 20159 w 20465"/>
                        <a:gd name="connsiteY9" fmla="*/ 20141 h 66430"/>
                        <a:gd name="connsiteX10" fmla="*/ 19778 w 20465"/>
                        <a:gd name="connsiteY10" fmla="*/ 34714 h 66430"/>
                        <a:gd name="connsiteX11" fmla="*/ 11110 w 20465"/>
                        <a:gd name="connsiteY11" fmla="*/ 58622 h 66430"/>
                        <a:gd name="connsiteX12" fmla="*/ 2442 w 20465"/>
                        <a:gd name="connsiteY12" fmla="*/ 66337 h 66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0465" h="66430">
                          <a:moveTo>
                            <a:pt x="2442" y="66337"/>
                          </a:moveTo>
                          <a:cubicBezTo>
                            <a:pt x="251" y="65576"/>
                            <a:pt x="-320" y="61289"/>
                            <a:pt x="156" y="55003"/>
                          </a:cubicBezTo>
                          <a:cubicBezTo>
                            <a:pt x="633" y="48716"/>
                            <a:pt x="2252" y="40620"/>
                            <a:pt x="3680" y="32143"/>
                          </a:cubicBezTo>
                          <a:cubicBezTo>
                            <a:pt x="4252" y="27952"/>
                            <a:pt x="4919" y="23951"/>
                            <a:pt x="5204" y="20427"/>
                          </a:cubicBezTo>
                          <a:cubicBezTo>
                            <a:pt x="5681" y="16807"/>
                            <a:pt x="5585" y="13664"/>
                            <a:pt x="5967" y="10807"/>
                          </a:cubicBezTo>
                          <a:cubicBezTo>
                            <a:pt x="5967" y="8045"/>
                            <a:pt x="6252" y="5568"/>
                            <a:pt x="6728" y="3663"/>
                          </a:cubicBezTo>
                          <a:cubicBezTo>
                            <a:pt x="7110" y="1853"/>
                            <a:pt x="7586" y="615"/>
                            <a:pt x="8634" y="139"/>
                          </a:cubicBezTo>
                          <a:cubicBezTo>
                            <a:pt x="9681" y="-242"/>
                            <a:pt x="11110" y="139"/>
                            <a:pt x="12634" y="1568"/>
                          </a:cubicBezTo>
                          <a:cubicBezTo>
                            <a:pt x="14063" y="2996"/>
                            <a:pt x="15587" y="5282"/>
                            <a:pt x="17206" y="8426"/>
                          </a:cubicBezTo>
                          <a:cubicBezTo>
                            <a:pt x="18444" y="11569"/>
                            <a:pt x="19778" y="15569"/>
                            <a:pt x="20159" y="20141"/>
                          </a:cubicBezTo>
                          <a:cubicBezTo>
                            <a:pt x="20730" y="24713"/>
                            <a:pt x="20444" y="29666"/>
                            <a:pt x="19778" y="34714"/>
                          </a:cubicBezTo>
                          <a:cubicBezTo>
                            <a:pt x="18063" y="44811"/>
                            <a:pt x="14444" y="53003"/>
                            <a:pt x="11110" y="58622"/>
                          </a:cubicBezTo>
                          <a:cubicBezTo>
                            <a:pt x="7776" y="64052"/>
                            <a:pt x="4538" y="67004"/>
                            <a:pt x="2442" y="6633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59" name="Forme libre : forme 15558">
                      <a:extLst>
                        <a:ext uri="{FF2B5EF4-FFF2-40B4-BE49-F238E27FC236}">
                          <a16:creationId xmlns:a16="http://schemas.microsoft.com/office/drawing/2014/main" id="{C42DB1AC-5E02-4C52-B112-A76FC9596D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1386" y="3741570"/>
                      <a:ext cx="17716" cy="46331"/>
                    </a:xfrm>
                    <a:custGeom>
                      <a:avLst/>
                      <a:gdLst>
                        <a:gd name="connsiteX0" fmla="*/ 17716 w 17716"/>
                        <a:gd name="connsiteY0" fmla="*/ 13756 h 46331"/>
                        <a:gd name="connsiteX1" fmla="*/ 12478 w 17716"/>
                        <a:gd name="connsiteY1" fmla="*/ 2802 h 46331"/>
                        <a:gd name="connsiteX2" fmla="*/ 7429 w 17716"/>
                        <a:gd name="connsiteY2" fmla="*/ 135 h 46331"/>
                        <a:gd name="connsiteX3" fmla="*/ 5524 w 17716"/>
                        <a:gd name="connsiteY3" fmla="*/ 3659 h 46331"/>
                        <a:gd name="connsiteX4" fmla="*/ 4763 w 17716"/>
                        <a:gd name="connsiteY4" fmla="*/ 10803 h 46331"/>
                        <a:gd name="connsiteX5" fmla="*/ 4000 w 17716"/>
                        <a:gd name="connsiteY5" fmla="*/ 20423 h 46331"/>
                        <a:gd name="connsiteX6" fmla="*/ 2476 w 17716"/>
                        <a:gd name="connsiteY6" fmla="*/ 32139 h 46331"/>
                        <a:gd name="connsiteX7" fmla="*/ 0 w 17716"/>
                        <a:gd name="connsiteY7" fmla="*/ 46331 h 46331"/>
                        <a:gd name="connsiteX8" fmla="*/ 2572 w 17716"/>
                        <a:gd name="connsiteY8" fmla="*/ 38711 h 46331"/>
                        <a:gd name="connsiteX9" fmla="*/ 10287 w 17716"/>
                        <a:gd name="connsiteY9" fmla="*/ 21376 h 46331"/>
                        <a:gd name="connsiteX10" fmla="*/ 17716 w 17716"/>
                        <a:gd name="connsiteY10" fmla="*/ 13756 h 463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716" h="46331">
                          <a:moveTo>
                            <a:pt x="17716" y="13756"/>
                          </a:moveTo>
                          <a:cubicBezTo>
                            <a:pt x="16669" y="8803"/>
                            <a:pt x="14288" y="5088"/>
                            <a:pt x="12478" y="2802"/>
                          </a:cubicBezTo>
                          <a:cubicBezTo>
                            <a:pt x="10763" y="420"/>
                            <a:pt x="8572" y="-341"/>
                            <a:pt x="7429" y="135"/>
                          </a:cubicBezTo>
                          <a:cubicBezTo>
                            <a:pt x="6382" y="516"/>
                            <a:pt x="5810" y="1754"/>
                            <a:pt x="5524" y="3659"/>
                          </a:cubicBezTo>
                          <a:cubicBezTo>
                            <a:pt x="5048" y="5564"/>
                            <a:pt x="4763" y="7945"/>
                            <a:pt x="4763" y="10803"/>
                          </a:cubicBezTo>
                          <a:cubicBezTo>
                            <a:pt x="4381" y="13660"/>
                            <a:pt x="4477" y="16899"/>
                            <a:pt x="4000" y="20423"/>
                          </a:cubicBezTo>
                          <a:cubicBezTo>
                            <a:pt x="3715" y="23947"/>
                            <a:pt x="3048" y="27948"/>
                            <a:pt x="2476" y="32139"/>
                          </a:cubicBezTo>
                          <a:cubicBezTo>
                            <a:pt x="1619" y="36901"/>
                            <a:pt x="857" y="41378"/>
                            <a:pt x="0" y="46331"/>
                          </a:cubicBezTo>
                          <a:cubicBezTo>
                            <a:pt x="667" y="43664"/>
                            <a:pt x="1810" y="41092"/>
                            <a:pt x="2572" y="38711"/>
                          </a:cubicBezTo>
                          <a:cubicBezTo>
                            <a:pt x="5429" y="32044"/>
                            <a:pt x="8096" y="26043"/>
                            <a:pt x="10287" y="21376"/>
                          </a:cubicBezTo>
                          <a:cubicBezTo>
                            <a:pt x="12954" y="16708"/>
                            <a:pt x="14764" y="13470"/>
                            <a:pt x="17716" y="1375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60" name="Forme libre : forme 15559">
                      <a:extLst>
                        <a:ext uri="{FF2B5EF4-FFF2-40B4-BE49-F238E27FC236}">
                          <a16:creationId xmlns:a16="http://schemas.microsoft.com/office/drawing/2014/main" id="{88995274-3C5D-4607-B451-754C1F19D3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7329" y="3745400"/>
                      <a:ext cx="21485" cy="65289"/>
                    </a:xfrm>
                    <a:custGeom>
                      <a:avLst/>
                      <a:gdLst>
                        <a:gd name="connsiteX0" fmla="*/ 2438 w 21485"/>
                        <a:gd name="connsiteY0" fmla="*/ 65171 h 65289"/>
                        <a:gd name="connsiteX1" fmla="*/ 247 w 21485"/>
                        <a:gd name="connsiteY1" fmla="*/ 53836 h 65289"/>
                        <a:gd name="connsiteX2" fmla="*/ 4248 w 21485"/>
                        <a:gd name="connsiteY2" fmla="*/ 31071 h 65289"/>
                        <a:gd name="connsiteX3" fmla="*/ 6343 w 21485"/>
                        <a:gd name="connsiteY3" fmla="*/ 19546 h 65289"/>
                        <a:gd name="connsiteX4" fmla="*/ 7200 w 21485"/>
                        <a:gd name="connsiteY4" fmla="*/ 14593 h 65289"/>
                        <a:gd name="connsiteX5" fmla="*/ 7677 w 21485"/>
                        <a:gd name="connsiteY5" fmla="*/ 10212 h 65289"/>
                        <a:gd name="connsiteX6" fmla="*/ 8915 w 21485"/>
                        <a:gd name="connsiteY6" fmla="*/ 3449 h 65289"/>
                        <a:gd name="connsiteX7" fmla="*/ 11296 w 21485"/>
                        <a:gd name="connsiteY7" fmla="*/ 115 h 65289"/>
                        <a:gd name="connsiteX8" fmla="*/ 15011 w 21485"/>
                        <a:gd name="connsiteY8" fmla="*/ 1734 h 65289"/>
                        <a:gd name="connsiteX9" fmla="*/ 19106 w 21485"/>
                        <a:gd name="connsiteY9" fmla="*/ 8592 h 65289"/>
                        <a:gd name="connsiteX10" fmla="*/ 20726 w 21485"/>
                        <a:gd name="connsiteY10" fmla="*/ 13831 h 65289"/>
                        <a:gd name="connsiteX11" fmla="*/ 21392 w 21485"/>
                        <a:gd name="connsiteY11" fmla="*/ 20022 h 65289"/>
                        <a:gd name="connsiteX12" fmla="*/ 20345 w 21485"/>
                        <a:gd name="connsiteY12" fmla="*/ 34119 h 65289"/>
                        <a:gd name="connsiteX13" fmla="*/ 11391 w 21485"/>
                        <a:gd name="connsiteY13" fmla="*/ 57456 h 65289"/>
                        <a:gd name="connsiteX14" fmla="*/ 2438 w 21485"/>
                        <a:gd name="connsiteY14" fmla="*/ 65171 h 65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1485" h="65289">
                          <a:moveTo>
                            <a:pt x="2438" y="65171"/>
                          </a:moveTo>
                          <a:cubicBezTo>
                            <a:pt x="247" y="64409"/>
                            <a:pt x="-420" y="60123"/>
                            <a:pt x="247" y="53836"/>
                          </a:cubicBezTo>
                          <a:cubicBezTo>
                            <a:pt x="723" y="47549"/>
                            <a:pt x="2628" y="39358"/>
                            <a:pt x="4248" y="31071"/>
                          </a:cubicBezTo>
                          <a:cubicBezTo>
                            <a:pt x="5105" y="26880"/>
                            <a:pt x="5772" y="23070"/>
                            <a:pt x="6343" y="19546"/>
                          </a:cubicBezTo>
                          <a:cubicBezTo>
                            <a:pt x="6533" y="17831"/>
                            <a:pt x="6819" y="16117"/>
                            <a:pt x="7200" y="14593"/>
                          </a:cubicBezTo>
                          <a:cubicBezTo>
                            <a:pt x="7296" y="13069"/>
                            <a:pt x="7486" y="11640"/>
                            <a:pt x="7677" y="10212"/>
                          </a:cubicBezTo>
                          <a:cubicBezTo>
                            <a:pt x="8248" y="7449"/>
                            <a:pt x="8248" y="5163"/>
                            <a:pt x="8915" y="3449"/>
                          </a:cubicBezTo>
                          <a:cubicBezTo>
                            <a:pt x="9486" y="1734"/>
                            <a:pt x="10248" y="496"/>
                            <a:pt x="11296" y="115"/>
                          </a:cubicBezTo>
                          <a:cubicBezTo>
                            <a:pt x="12344" y="-266"/>
                            <a:pt x="13582" y="306"/>
                            <a:pt x="15011" y="1734"/>
                          </a:cubicBezTo>
                          <a:cubicBezTo>
                            <a:pt x="16344" y="3163"/>
                            <a:pt x="18154" y="5449"/>
                            <a:pt x="19106" y="8592"/>
                          </a:cubicBezTo>
                          <a:cubicBezTo>
                            <a:pt x="19678" y="10212"/>
                            <a:pt x="20249" y="11926"/>
                            <a:pt x="20726" y="13831"/>
                          </a:cubicBezTo>
                          <a:cubicBezTo>
                            <a:pt x="21012" y="15736"/>
                            <a:pt x="21202" y="17831"/>
                            <a:pt x="21392" y="20022"/>
                          </a:cubicBezTo>
                          <a:cubicBezTo>
                            <a:pt x="21678" y="24404"/>
                            <a:pt x="21297" y="29262"/>
                            <a:pt x="20345" y="34119"/>
                          </a:cubicBezTo>
                          <a:cubicBezTo>
                            <a:pt x="18440" y="43930"/>
                            <a:pt x="14725" y="52026"/>
                            <a:pt x="11391" y="57456"/>
                          </a:cubicBezTo>
                          <a:cubicBezTo>
                            <a:pt x="7772" y="62980"/>
                            <a:pt x="4533" y="65933"/>
                            <a:pt x="2438" y="6517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61" name="Forme libre : forme 15560">
                      <a:extLst>
                        <a:ext uri="{FF2B5EF4-FFF2-40B4-BE49-F238E27FC236}">
                          <a16:creationId xmlns:a16="http://schemas.microsoft.com/office/drawing/2014/main" id="{DC9807A2-9639-4961-9F7E-DCE0865F16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8119" y="3712473"/>
                      <a:ext cx="30464" cy="80802"/>
                    </a:xfrm>
                    <a:custGeom>
                      <a:avLst/>
                      <a:gdLst>
                        <a:gd name="connsiteX0" fmla="*/ 3742 w 30464"/>
                        <a:gd name="connsiteY0" fmla="*/ 6563 h 80802"/>
                        <a:gd name="connsiteX1" fmla="*/ 28 w 30464"/>
                        <a:gd name="connsiteY1" fmla="*/ 13326 h 80802"/>
                        <a:gd name="connsiteX2" fmla="*/ 3171 w 30464"/>
                        <a:gd name="connsiteY2" fmla="*/ 25803 h 80802"/>
                        <a:gd name="connsiteX3" fmla="*/ 5362 w 30464"/>
                        <a:gd name="connsiteY3" fmla="*/ 33137 h 80802"/>
                        <a:gd name="connsiteX4" fmla="*/ 6409 w 30464"/>
                        <a:gd name="connsiteY4" fmla="*/ 36852 h 80802"/>
                        <a:gd name="connsiteX5" fmla="*/ 6886 w 30464"/>
                        <a:gd name="connsiteY5" fmla="*/ 40567 h 80802"/>
                        <a:gd name="connsiteX6" fmla="*/ 6600 w 30464"/>
                        <a:gd name="connsiteY6" fmla="*/ 67999 h 80802"/>
                        <a:gd name="connsiteX7" fmla="*/ 10600 w 30464"/>
                        <a:gd name="connsiteY7" fmla="*/ 80382 h 80802"/>
                        <a:gd name="connsiteX8" fmla="*/ 17458 w 30464"/>
                        <a:gd name="connsiteY8" fmla="*/ 70285 h 80802"/>
                        <a:gd name="connsiteX9" fmla="*/ 28507 w 30464"/>
                        <a:gd name="connsiteY9" fmla="*/ 42091 h 80802"/>
                        <a:gd name="connsiteX10" fmla="*/ 30031 w 30464"/>
                        <a:gd name="connsiteY10" fmla="*/ 34852 h 80802"/>
                        <a:gd name="connsiteX11" fmla="*/ 30127 w 30464"/>
                        <a:gd name="connsiteY11" fmla="*/ 25136 h 80802"/>
                        <a:gd name="connsiteX12" fmla="*/ 20030 w 30464"/>
                        <a:gd name="connsiteY12" fmla="*/ 4372 h 80802"/>
                        <a:gd name="connsiteX13" fmla="*/ 8695 w 30464"/>
                        <a:gd name="connsiteY13" fmla="*/ 1038 h 80802"/>
                        <a:gd name="connsiteX14" fmla="*/ 3742 w 30464"/>
                        <a:gd name="connsiteY14" fmla="*/ 6563 h 808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464" h="80802">
                          <a:moveTo>
                            <a:pt x="3742" y="6563"/>
                          </a:moveTo>
                          <a:cubicBezTo>
                            <a:pt x="1742" y="8182"/>
                            <a:pt x="-163" y="9992"/>
                            <a:pt x="28" y="13326"/>
                          </a:cubicBezTo>
                          <a:cubicBezTo>
                            <a:pt x="-258" y="16754"/>
                            <a:pt x="1742" y="21041"/>
                            <a:pt x="3171" y="25803"/>
                          </a:cubicBezTo>
                          <a:cubicBezTo>
                            <a:pt x="3837" y="28184"/>
                            <a:pt x="4981" y="30566"/>
                            <a:pt x="5362" y="33137"/>
                          </a:cubicBezTo>
                          <a:cubicBezTo>
                            <a:pt x="5647" y="34376"/>
                            <a:pt x="6028" y="35614"/>
                            <a:pt x="6409" y="36852"/>
                          </a:cubicBezTo>
                          <a:cubicBezTo>
                            <a:pt x="6504" y="38091"/>
                            <a:pt x="6695" y="39329"/>
                            <a:pt x="6886" y="40567"/>
                          </a:cubicBezTo>
                          <a:cubicBezTo>
                            <a:pt x="8124" y="48568"/>
                            <a:pt x="7267" y="57998"/>
                            <a:pt x="6600" y="67999"/>
                          </a:cubicBezTo>
                          <a:cubicBezTo>
                            <a:pt x="6124" y="75238"/>
                            <a:pt x="6886" y="82668"/>
                            <a:pt x="10600" y="80382"/>
                          </a:cubicBezTo>
                          <a:cubicBezTo>
                            <a:pt x="12982" y="78953"/>
                            <a:pt x="15363" y="74476"/>
                            <a:pt x="17458" y="70285"/>
                          </a:cubicBezTo>
                          <a:cubicBezTo>
                            <a:pt x="22411" y="60569"/>
                            <a:pt x="26317" y="51235"/>
                            <a:pt x="28507" y="42091"/>
                          </a:cubicBezTo>
                          <a:cubicBezTo>
                            <a:pt x="29079" y="40186"/>
                            <a:pt x="29745" y="37709"/>
                            <a:pt x="30031" y="34852"/>
                          </a:cubicBezTo>
                          <a:cubicBezTo>
                            <a:pt x="30317" y="31994"/>
                            <a:pt x="30793" y="28566"/>
                            <a:pt x="30127" y="25136"/>
                          </a:cubicBezTo>
                          <a:cubicBezTo>
                            <a:pt x="29365" y="18088"/>
                            <a:pt x="26221" y="9992"/>
                            <a:pt x="20030" y="4372"/>
                          </a:cubicBezTo>
                          <a:cubicBezTo>
                            <a:pt x="14601" y="-867"/>
                            <a:pt x="11077" y="-581"/>
                            <a:pt x="8695" y="1038"/>
                          </a:cubicBezTo>
                          <a:cubicBezTo>
                            <a:pt x="6409" y="2562"/>
                            <a:pt x="5076" y="5420"/>
                            <a:pt x="3742" y="656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62" name="Forme libre : forme 15561">
                      <a:extLst>
                        <a:ext uri="{FF2B5EF4-FFF2-40B4-BE49-F238E27FC236}">
                          <a16:creationId xmlns:a16="http://schemas.microsoft.com/office/drawing/2014/main" id="{1173DA58-6EB5-4178-9708-55F9EDC5CD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583" y="3725020"/>
                      <a:ext cx="17691" cy="27558"/>
                    </a:xfrm>
                    <a:custGeom>
                      <a:avLst/>
                      <a:gdLst>
                        <a:gd name="connsiteX0" fmla="*/ 2709 w 17691"/>
                        <a:gd name="connsiteY0" fmla="*/ 684 h 27558"/>
                        <a:gd name="connsiteX1" fmla="*/ 328 w 17691"/>
                        <a:gd name="connsiteY1" fmla="*/ 112 h 27558"/>
                        <a:gd name="connsiteX2" fmla="*/ 613 w 17691"/>
                        <a:gd name="connsiteY2" fmla="*/ 3351 h 27558"/>
                        <a:gd name="connsiteX3" fmla="*/ 3566 w 17691"/>
                        <a:gd name="connsiteY3" fmla="*/ 7827 h 27558"/>
                        <a:gd name="connsiteX4" fmla="*/ 10138 w 17691"/>
                        <a:gd name="connsiteY4" fmla="*/ 19257 h 27558"/>
                        <a:gd name="connsiteX5" fmla="*/ 12425 w 17691"/>
                        <a:gd name="connsiteY5" fmla="*/ 23734 h 27558"/>
                        <a:gd name="connsiteX6" fmla="*/ 16615 w 17691"/>
                        <a:gd name="connsiteY6" fmla="*/ 27449 h 27558"/>
                        <a:gd name="connsiteX7" fmla="*/ 16330 w 17691"/>
                        <a:gd name="connsiteY7" fmla="*/ 18305 h 27558"/>
                        <a:gd name="connsiteX8" fmla="*/ 9948 w 17691"/>
                        <a:gd name="connsiteY8" fmla="*/ 6780 h 27558"/>
                        <a:gd name="connsiteX9" fmla="*/ 2709 w 17691"/>
                        <a:gd name="connsiteY9" fmla="*/ 684 h 27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691" h="27558">
                          <a:moveTo>
                            <a:pt x="2709" y="684"/>
                          </a:moveTo>
                          <a:cubicBezTo>
                            <a:pt x="1756" y="112"/>
                            <a:pt x="804" y="-174"/>
                            <a:pt x="328" y="112"/>
                          </a:cubicBezTo>
                          <a:cubicBezTo>
                            <a:pt x="-149" y="493"/>
                            <a:pt x="-149" y="1731"/>
                            <a:pt x="613" y="3351"/>
                          </a:cubicBezTo>
                          <a:cubicBezTo>
                            <a:pt x="1280" y="4875"/>
                            <a:pt x="2423" y="6399"/>
                            <a:pt x="3566" y="7827"/>
                          </a:cubicBezTo>
                          <a:cubicBezTo>
                            <a:pt x="5852" y="11637"/>
                            <a:pt x="8519" y="15352"/>
                            <a:pt x="10138" y="19257"/>
                          </a:cubicBezTo>
                          <a:cubicBezTo>
                            <a:pt x="10901" y="20877"/>
                            <a:pt x="11662" y="22496"/>
                            <a:pt x="12425" y="23734"/>
                          </a:cubicBezTo>
                          <a:cubicBezTo>
                            <a:pt x="14044" y="26306"/>
                            <a:pt x="15472" y="28020"/>
                            <a:pt x="16615" y="27449"/>
                          </a:cubicBezTo>
                          <a:cubicBezTo>
                            <a:pt x="17759" y="26973"/>
                            <a:pt x="18425" y="24115"/>
                            <a:pt x="16330" y="18305"/>
                          </a:cubicBezTo>
                          <a:cubicBezTo>
                            <a:pt x="15092" y="13733"/>
                            <a:pt x="12234" y="9923"/>
                            <a:pt x="9948" y="6780"/>
                          </a:cubicBezTo>
                          <a:cubicBezTo>
                            <a:pt x="7471" y="3732"/>
                            <a:pt x="4614" y="1827"/>
                            <a:pt x="2709" y="68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63" name="Forme libre : forme 15562">
                      <a:extLst>
                        <a:ext uri="{FF2B5EF4-FFF2-40B4-BE49-F238E27FC236}">
                          <a16:creationId xmlns:a16="http://schemas.microsoft.com/office/drawing/2014/main" id="{759A4C23-2B54-4341-882C-AD6D02C26F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4713" y="3787425"/>
                      <a:ext cx="6862" cy="45053"/>
                    </a:xfrm>
                    <a:custGeom>
                      <a:avLst/>
                      <a:gdLst>
                        <a:gd name="connsiteX0" fmla="*/ 6863 w 6862"/>
                        <a:gd name="connsiteY0" fmla="*/ 45053 h 45053"/>
                        <a:gd name="connsiteX1" fmla="*/ 1529 w 6862"/>
                        <a:gd name="connsiteY1" fmla="*/ 38767 h 45053"/>
                        <a:gd name="connsiteX2" fmla="*/ 100 w 6862"/>
                        <a:gd name="connsiteY2" fmla="*/ 24670 h 45053"/>
                        <a:gd name="connsiteX3" fmla="*/ 3910 w 6862"/>
                        <a:gd name="connsiteY3" fmla="*/ 0 h 45053"/>
                        <a:gd name="connsiteX4" fmla="*/ 1719 w 6862"/>
                        <a:gd name="connsiteY4" fmla="*/ 17526 h 45053"/>
                        <a:gd name="connsiteX5" fmla="*/ 6863 w 6862"/>
                        <a:gd name="connsiteY5" fmla="*/ 45053 h 45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862" h="45053">
                          <a:moveTo>
                            <a:pt x="6863" y="45053"/>
                          </a:moveTo>
                          <a:cubicBezTo>
                            <a:pt x="6863" y="45053"/>
                            <a:pt x="3624" y="44863"/>
                            <a:pt x="1529" y="38767"/>
                          </a:cubicBezTo>
                          <a:cubicBezTo>
                            <a:pt x="481" y="35719"/>
                            <a:pt x="-281" y="31147"/>
                            <a:pt x="100" y="24670"/>
                          </a:cubicBezTo>
                          <a:cubicBezTo>
                            <a:pt x="385" y="18288"/>
                            <a:pt x="1814" y="9811"/>
                            <a:pt x="3910" y="0"/>
                          </a:cubicBezTo>
                          <a:cubicBezTo>
                            <a:pt x="3910" y="0"/>
                            <a:pt x="2481" y="7620"/>
                            <a:pt x="1719" y="17526"/>
                          </a:cubicBezTo>
                          <a:cubicBezTo>
                            <a:pt x="862" y="27337"/>
                            <a:pt x="1624" y="39624"/>
                            <a:pt x="6863" y="450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64" name="Forme libre : forme 15563">
                      <a:extLst>
                        <a:ext uri="{FF2B5EF4-FFF2-40B4-BE49-F238E27FC236}">
                          <a16:creationId xmlns:a16="http://schemas.microsoft.com/office/drawing/2014/main" id="{32B95095-BC00-44CF-A57E-CFA26FD6B8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1288" y="3699669"/>
                      <a:ext cx="46863" cy="33272"/>
                    </a:xfrm>
                    <a:custGeom>
                      <a:avLst/>
                      <a:gdLst>
                        <a:gd name="connsiteX0" fmla="*/ 46863 w 46863"/>
                        <a:gd name="connsiteY0" fmla="*/ 33273 h 33272"/>
                        <a:gd name="connsiteX1" fmla="*/ 42672 w 46863"/>
                        <a:gd name="connsiteY1" fmla="*/ 25177 h 33272"/>
                        <a:gd name="connsiteX2" fmla="*/ 29909 w 46863"/>
                        <a:gd name="connsiteY2" fmla="*/ 10699 h 33272"/>
                        <a:gd name="connsiteX3" fmla="*/ 13335 w 46863"/>
                        <a:gd name="connsiteY3" fmla="*/ 983 h 33272"/>
                        <a:gd name="connsiteX4" fmla="*/ 0 w 46863"/>
                        <a:gd name="connsiteY4" fmla="*/ 1840 h 33272"/>
                        <a:gd name="connsiteX5" fmla="*/ 12002 w 46863"/>
                        <a:gd name="connsiteY5" fmla="*/ 2317 h 33272"/>
                        <a:gd name="connsiteX6" fmla="*/ 27527 w 46863"/>
                        <a:gd name="connsiteY6" fmla="*/ 9937 h 33272"/>
                        <a:gd name="connsiteX7" fmla="*/ 46863 w 46863"/>
                        <a:gd name="connsiteY7" fmla="*/ 33273 h 33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6863" h="33272">
                          <a:moveTo>
                            <a:pt x="46863" y="33273"/>
                          </a:moveTo>
                          <a:cubicBezTo>
                            <a:pt x="46863" y="33273"/>
                            <a:pt x="45529" y="29844"/>
                            <a:pt x="42672" y="25177"/>
                          </a:cubicBezTo>
                          <a:cubicBezTo>
                            <a:pt x="39624" y="20700"/>
                            <a:pt x="35338" y="14985"/>
                            <a:pt x="29909" y="10699"/>
                          </a:cubicBezTo>
                          <a:cubicBezTo>
                            <a:pt x="24765" y="5841"/>
                            <a:pt x="18479" y="3079"/>
                            <a:pt x="13335" y="983"/>
                          </a:cubicBezTo>
                          <a:cubicBezTo>
                            <a:pt x="7906" y="-446"/>
                            <a:pt x="3143" y="-446"/>
                            <a:pt x="0" y="1840"/>
                          </a:cubicBezTo>
                          <a:cubicBezTo>
                            <a:pt x="0" y="1840"/>
                            <a:pt x="3620" y="507"/>
                            <a:pt x="12002" y="2317"/>
                          </a:cubicBezTo>
                          <a:cubicBezTo>
                            <a:pt x="16002" y="3555"/>
                            <a:pt x="21336" y="5555"/>
                            <a:pt x="27527" y="9937"/>
                          </a:cubicBezTo>
                          <a:cubicBezTo>
                            <a:pt x="33433" y="14509"/>
                            <a:pt x="41148" y="21176"/>
                            <a:pt x="46863" y="332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65" name="Forme libre : forme 15564">
                      <a:extLst>
                        <a:ext uri="{FF2B5EF4-FFF2-40B4-BE49-F238E27FC236}">
                          <a16:creationId xmlns:a16="http://schemas.microsoft.com/office/drawing/2014/main" id="{C0FC9070-890C-4BD8-AA25-93427B695C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9058" y="3769572"/>
                      <a:ext cx="9201" cy="25351"/>
                    </a:xfrm>
                    <a:custGeom>
                      <a:avLst/>
                      <a:gdLst>
                        <a:gd name="connsiteX0" fmla="*/ 234 w 9201"/>
                        <a:gd name="connsiteY0" fmla="*/ 24902 h 25351"/>
                        <a:gd name="connsiteX1" fmla="*/ 3092 w 9201"/>
                        <a:gd name="connsiteY1" fmla="*/ 9853 h 25351"/>
                        <a:gd name="connsiteX2" fmla="*/ 8521 w 9201"/>
                        <a:gd name="connsiteY2" fmla="*/ 328 h 25351"/>
                        <a:gd name="connsiteX3" fmla="*/ 6806 w 9201"/>
                        <a:gd name="connsiteY3" fmla="*/ 16139 h 25351"/>
                        <a:gd name="connsiteX4" fmla="*/ 234 w 9201"/>
                        <a:gd name="connsiteY4" fmla="*/ 24902 h 25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01" h="25351">
                          <a:moveTo>
                            <a:pt x="234" y="24902"/>
                          </a:moveTo>
                          <a:cubicBezTo>
                            <a:pt x="-623" y="23092"/>
                            <a:pt x="996" y="16520"/>
                            <a:pt x="3092" y="9853"/>
                          </a:cubicBezTo>
                          <a:cubicBezTo>
                            <a:pt x="5378" y="3280"/>
                            <a:pt x="7188" y="-1292"/>
                            <a:pt x="8521" y="328"/>
                          </a:cubicBezTo>
                          <a:cubicBezTo>
                            <a:pt x="9759" y="1947"/>
                            <a:pt x="9378" y="9376"/>
                            <a:pt x="6806" y="16139"/>
                          </a:cubicBezTo>
                          <a:cubicBezTo>
                            <a:pt x="4235" y="22902"/>
                            <a:pt x="1187" y="26712"/>
                            <a:pt x="234" y="2490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66" name="Forme libre : forme 15565">
                      <a:extLst>
                        <a:ext uri="{FF2B5EF4-FFF2-40B4-BE49-F238E27FC236}">
                          <a16:creationId xmlns:a16="http://schemas.microsoft.com/office/drawing/2014/main" id="{A45808DE-07F1-45AA-8F63-9E92472ADD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8351" y="3791312"/>
                      <a:ext cx="3168" cy="6894"/>
                    </a:xfrm>
                    <a:custGeom>
                      <a:avLst/>
                      <a:gdLst>
                        <a:gd name="connsiteX0" fmla="*/ 465 w 3168"/>
                        <a:gd name="connsiteY0" fmla="*/ 6876 h 6894"/>
                        <a:gd name="connsiteX1" fmla="*/ 465 w 3168"/>
                        <a:gd name="connsiteY1" fmla="*/ 3066 h 6894"/>
                        <a:gd name="connsiteX2" fmla="*/ 2656 w 3168"/>
                        <a:gd name="connsiteY2" fmla="*/ 18 h 6894"/>
                        <a:gd name="connsiteX3" fmla="*/ 2751 w 3168"/>
                        <a:gd name="connsiteY3" fmla="*/ 3828 h 6894"/>
                        <a:gd name="connsiteX4" fmla="*/ 465 w 3168"/>
                        <a:gd name="connsiteY4" fmla="*/ 6876 h 68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68" h="6894">
                          <a:moveTo>
                            <a:pt x="465" y="6876"/>
                          </a:moveTo>
                          <a:cubicBezTo>
                            <a:pt x="-106" y="6685"/>
                            <a:pt x="-202" y="4971"/>
                            <a:pt x="465" y="3066"/>
                          </a:cubicBezTo>
                          <a:cubicBezTo>
                            <a:pt x="1037" y="1161"/>
                            <a:pt x="1989" y="-173"/>
                            <a:pt x="2656" y="18"/>
                          </a:cubicBezTo>
                          <a:cubicBezTo>
                            <a:pt x="3322" y="209"/>
                            <a:pt x="3322" y="1923"/>
                            <a:pt x="2751" y="3828"/>
                          </a:cubicBezTo>
                          <a:cubicBezTo>
                            <a:pt x="2084" y="5733"/>
                            <a:pt x="1132" y="7067"/>
                            <a:pt x="465" y="68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67" name="Forme libre : forme 15566">
                      <a:extLst>
                        <a:ext uri="{FF2B5EF4-FFF2-40B4-BE49-F238E27FC236}">
                          <a16:creationId xmlns:a16="http://schemas.microsoft.com/office/drawing/2014/main" id="{F7783EF4-3F4C-4087-A3DB-3465A30D24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6164" y="3770117"/>
                      <a:ext cx="34491" cy="57857"/>
                    </a:xfrm>
                    <a:custGeom>
                      <a:avLst/>
                      <a:gdLst>
                        <a:gd name="connsiteX0" fmla="*/ 13128 w 34491"/>
                        <a:gd name="connsiteY0" fmla="*/ 55313 h 57857"/>
                        <a:gd name="connsiteX1" fmla="*/ 1889 w 34491"/>
                        <a:gd name="connsiteY1" fmla="*/ 57123 h 57857"/>
                        <a:gd name="connsiteX2" fmla="*/ 365 w 34491"/>
                        <a:gd name="connsiteY2" fmla="*/ 51312 h 57857"/>
                        <a:gd name="connsiteX3" fmla="*/ 4651 w 34491"/>
                        <a:gd name="connsiteY3" fmla="*/ 44549 h 57857"/>
                        <a:gd name="connsiteX4" fmla="*/ 18748 w 34491"/>
                        <a:gd name="connsiteY4" fmla="*/ 32643 h 57857"/>
                        <a:gd name="connsiteX5" fmla="*/ 22463 w 34491"/>
                        <a:gd name="connsiteY5" fmla="*/ 25214 h 57857"/>
                        <a:gd name="connsiteX6" fmla="*/ 27416 w 34491"/>
                        <a:gd name="connsiteY6" fmla="*/ 13212 h 57857"/>
                        <a:gd name="connsiteX7" fmla="*/ 33893 w 34491"/>
                        <a:gd name="connsiteY7" fmla="*/ 1020 h 57857"/>
                        <a:gd name="connsiteX8" fmla="*/ 31607 w 34491"/>
                        <a:gd name="connsiteY8" fmla="*/ 23023 h 57857"/>
                        <a:gd name="connsiteX9" fmla="*/ 23606 w 34491"/>
                        <a:gd name="connsiteY9" fmla="*/ 42740 h 57857"/>
                        <a:gd name="connsiteX10" fmla="*/ 13128 w 34491"/>
                        <a:gd name="connsiteY10" fmla="*/ 55313 h 57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491" h="57857">
                          <a:moveTo>
                            <a:pt x="13128" y="55313"/>
                          </a:moveTo>
                          <a:cubicBezTo>
                            <a:pt x="8842" y="58361"/>
                            <a:pt x="5223" y="58266"/>
                            <a:pt x="1889" y="57123"/>
                          </a:cubicBezTo>
                          <a:cubicBezTo>
                            <a:pt x="746" y="56741"/>
                            <a:pt x="-683" y="55122"/>
                            <a:pt x="365" y="51312"/>
                          </a:cubicBezTo>
                          <a:cubicBezTo>
                            <a:pt x="1222" y="47883"/>
                            <a:pt x="3222" y="45692"/>
                            <a:pt x="4651" y="44549"/>
                          </a:cubicBezTo>
                          <a:cubicBezTo>
                            <a:pt x="9318" y="41121"/>
                            <a:pt x="13700" y="40073"/>
                            <a:pt x="18748" y="32643"/>
                          </a:cubicBezTo>
                          <a:cubicBezTo>
                            <a:pt x="19510" y="31500"/>
                            <a:pt x="20843" y="28643"/>
                            <a:pt x="22463" y="25214"/>
                          </a:cubicBezTo>
                          <a:cubicBezTo>
                            <a:pt x="23987" y="21594"/>
                            <a:pt x="25892" y="17499"/>
                            <a:pt x="27416" y="13212"/>
                          </a:cubicBezTo>
                          <a:cubicBezTo>
                            <a:pt x="30654" y="5116"/>
                            <a:pt x="32464" y="-2885"/>
                            <a:pt x="33893" y="1020"/>
                          </a:cubicBezTo>
                          <a:cubicBezTo>
                            <a:pt x="35226" y="4925"/>
                            <a:pt x="34274" y="14641"/>
                            <a:pt x="31607" y="23023"/>
                          </a:cubicBezTo>
                          <a:cubicBezTo>
                            <a:pt x="29035" y="31691"/>
                            <a:pt x="25511" y="39311"/>
                            <a:pt x="23606" y="42740"/>
                          </a:cubicBezTo>
                          <a:cubicBezTo>
                            <a:pt x="19891" y="48931"/>
                            <a:pt x="16272" y="53122"/>
                            <a:pt x="13128" y="5531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03" name="Graphique 1">
                    <a:extLst>
                      <a:ext uri="{FF2B5EF4-FFF2-40B4-BE49-F238E27FC236}">
                        <a16:creationId xmlns:a16="http://schemas.microsoft.com/office/drawing/2014/main" id="{FFCC6BAA-A556-428E-AF2B-A253BE0A8C5E}"/>
                      </a:ext>
                    </a:extLst>
                  </p:cNvPr>
                  <p:cNvGrpSpPr/>
                  <p:nvPr/>
                </p:nvGrpSpPr>
                <p:grpSpPr>
                  <a:xfrm>
                    <a:off x="4156360" y="3836191"/>
                    <a:ext cx="50937" cy="151774"/>
                    <a:chOff x="4156360" y="3836191"/>
                    <a:chExt cx="50937" cy="151774"/>
                  </a:xfrm>
                  <a:solidFill>
                    <a:schemeClr val="accent1"/>
                  </a:solidFill>
                </p:grpSpPr>
                <p:sp>
                  <p:nvSpPr>
                    <p:cNvPr id="15544" name="Forme libre : forme 15543">
                      <a:extLst>
                        <a:ext uri="{FF2B5EF4-FFF2-40B4-BE49-F238E27FC236}">
                          <a16:creationId xmlns:a16="http://schemas.microsoft.com/office/drawing/2014/main" id="{AD4AEECB-D680-4F06-B12D-22DC7716D5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6360" y="3836286"/>
                      <a:ext cx="50937" cy="151678"/>
                    </a:xfrm>
                    <a:custGeom>
                      <a:avLst/>
                      <a:gdLst>
                        <a:gd name="connsiteX0" fmla="*/ 1497 w 50937"/>
                        <a:gd name="connsiteY0" fmla="*/ 106778 h 151678"/>
                        <a:gd name="connsiteX1" fmla="*/ 449 w 50937"/>
                        <a:gd name="connsiteY1" fmla="*/ 74012 h 151678"/>
                        <a:gd name="connsiteX2" fmla="*/ 4831 w 50937"/>
                        <a:gd name="connsiteY2" fmla="*/ 43341 h 151678"/>
                        <a:gd name="connsiteX3" fmla="*/ 17880 w 50937"/>
                        <a:gd name="connsiteY3" fmla="*/ 10575 h 151678"/>
                        <a:gd name="connsiteX4" fmla="*/ 32263 w 50937"/>
                        <a:gd name="connsiteY4" fmla="*/ 193 h 151678"/>
                        <a:gd name="connsiteX5" fmla="*/ 43788 w 50937"/>
                        <a:gd name="connsiteY5" fmla="*/ 3241 h 151678"/>
                        <a:gd name="connsiteX6" fmla="*/ 50836 w 50937"/>
                        <a:gd name="connsiteY6" fmla="*/ 19814 h 151678"/>
                        <a:gd name="connsiteX7" fmla="*/ 47598 w 50937"/>
                        <a:gd name="connsiteY7" fmla="*/ 52199 h 151678"/>
                        <a:gd name="connsiteX8" fmla="*/ 44264 w 50937"/>
                        <a:gd name="connsiteY8" fmla="*/ 76964 h 151678"/>
                        <a:gd name="connsiteX9" fmla="*/ 45121 w 50937"/>
                        <a:gd name="connsiteY9" fmla="*/ 100015 h 151678"/>
                        <a:gd name="connsiteX10" fmla="*/ 46360 w 50937"/>
                        <a:gd name="connsiteY10" fmla="*/ 107349 h 151678"/>
                        <a:gd name="connsiteX11" fmla="*/ 47598 w 50937"/>
                        <a:gd name="connsiteY11" fmla="*/ 114112 h 151678"/>
                        <a:gd name="connsiteX12" fmla="*/ 49408 w 50937"/>
                        <a:gd name="connsiteY12" fmla="*/ 126209 h 151678"/>
                        <a:gd name="connsiteX13" fmla="*/ 49884 w 50937"/>
                        <a:gd name="connsiteY13" fmla="*/ 136019 h 151678"/>
                        <a:gd name="connsiteX14" fmla="*/ 46931 w 50937"/>
                        <a:gd name="connsiteY14" fmla="*/ 142592 h 151678"/>
                        <a:gd name="connsiteX15" fmla="*/ 37501 w 50937"/>
                        <a:gd name="connsiteY15" fmla="*/ 150402 h 151678"/>
                        <a:gd name="connsiteX16" fmla="*/ 30072 w 50937"/>
                        <a:gd name="connsiteY16" fmla="*/ 150973 h 151678"/>
                        <a:gd name="connsiteX17" fmla="*/ 19118 w 50937"/>
                        <a:gd name="connsiteY17" fmla="*/ 143830 h 151678"/>
                        <a:gd name="connsiteX18" fmla="*/ 8355 w 50937"/>
                        <a:gd name="connsiteY18" fmla="*/ 128495 h 151678"/>
                        <a:gd name="connsiteX19" fmla="*/ 4164 w 50937"/>
                        <a:gd name="connsiteY19" fmla="*/ 118303 h 151678"/>
                        <a:gd name="connsiteX20" fmla="*/ 1497 w 50937"/>
                        <a:gd name="connsiteY20" fmla="*/ 106778 h 151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50937" h="151678">
                          <a:moveTo>
                            <a:pt x="1497" y="106778"/>
                          </a:moveTo>
                          <a:cubicBezTo>
                            <a:pt x="-27" y="95633"/>
                            <a:pt x="-408" y="84584"/>
                            <a:pt x="449" y="74012"/>
                          </a:cubicBezTo>
                          <a:cubicBezTo>
                            <a:pt x="1021" y="63344"/>
                            <a:pt x="2830" y="53247"/>
                            <a:pt x="4831" y="43341"/>
                          </a:cubicBezTo>
                          <a:cubicBezTo>
                            <a:pt x="7784" y="29530"/>
                            <a:pt x="12832" y="18100"/>
                            <a:pt x="17880" y="10575"/>
                          </a:cubicBezTo>
                          <a:cubicBezTo>
                            <a:pt x="23024" y="3050"/>
                            <a:pt x="28167" y="-950"/>
                            <a:pt x="32263" y="193"/>
                          </a:cubicBezTo>
                          <a:lnTo>
                            <a:pt x="43788" y="3241"/>
                          </a:lnTo>
                          <a:cubicBezTo>
                            <a:pt x="47979" y="4384"/>
                            <a:pt x="50360" y="10670"/>
                            <a:pt x="50836" y="19814"/>
                          </a:cubicBezTo>
                          <a:cubicBezTo>
                            <a:pt x="51313" y="28863"/>
                            <a:pt x="50075" y="40388"/>
                            <a:pt x="47598" y="52199"/>
                          </a:cubicBezTo>
                          <a:cubicBezTo>
                            <a:pt x="45979" y="60581"/>
                            <a:pt x="44550" y="68963"/>
                            <a:pt x="44264" y="76964"/>
                          </a:cubicBezTo>
                          <a:cubicBezTo>
                            <a:pt x="43598" y="85061"/>
                            <a:pt x="44169" y="92680"/>
                            <a:pt x="45121" y="100015"/>
                          </a:cubicBezTo>
                          <a:cubicBezTo>
                            <a:pt x="45693" y="102491"/>
                            <a:pt x="46074" y="104968"/>
                            <a:pt x="46360" y="107349"/>
                          </a:cubicBezTo>
                          <a:cubicBezTo>
                            <a:pt x="46741" y="109730"/>
                            <a:pt x="47312" y="111826"/>
                            <a:pt x="47598" y="114112"/>
                          </a:cubicBezTo>
                          <a:cubicBezTo>
                            <a:pt x="47979" y="118684"/>
                            <a:pt x="49312" y="122303"/>
                            <a:pt x="49408" y="126209"/>
                          </a:cubicBezTo>
                          <a:cubicBezTo>
                            <a:pt x="49979" y="129828"/>
                            <a:pt x="50360" y="133067"/>
                            <a:pt x="49884" y="136019"/>
                          </a:cubicBezTo>
                          <a:cubicBezTo>
                            <a:pt x="49408" y="138972"/>
                            <a:pt x="48646" y="141163"/>
                            <a:pt x="46931" y="142592"/>
                          </a:cubicBezTo>
                          <a:lnTo>
                            <a:pt x="37501" y="150402"/>
                          </a:lnTo>
                          <a:cubicBezTo>
                            <a:pt x="35787" y="151831"/>
                            <a:pt x="33120" y="152117"/>
                            <a:pt x="30072" y="150973"/>
                          </a:cubicBezTo>
                          <a:cubicBezTo>
                            <a:pt x="27024" y="149830"/>
                            <a:pt x="23119" y="147545"/>
                            <a:pt x="19118" y="143830"/>
                          </a:cubicBezTo>
                          <a:cubicBezTo>
                            <a:pt x="15689" y="139829"/>
                            <a:pt x="11117" y="134876"/>
                            <a:pt x="8355" y="128495"/>
                          </a:cubicBezTo>
                          <a:cubicBezTo>
                            <a:pt x="6926" y="125351"/>
                            <a:pt x="5212" y="121922"/>
                            <a:pt x="4164" y="118303"/>
                          </a:cubicBezTo>
                          <a:cubicBezTo>
                            <a:pt x="3211" y="114493"/>
                            <a:pt x="2259" y="110683"/>
                            <a:pt x="1497" y="10677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45" name="Forme libre : forme 15544">
                      <a:extLst>
                        <a:ext uri="{FF2B5EF4-FFF2-40B4-BE49-F238E27FC236}">
                          <a16:creationId xmlns:a16="http://schemas.microsoft.com/office/drawing/2014/main" id="{218D180F-E8DA-4903-A41B-CFC6474F6F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6382" y="3836191"/>
                      <a:ext cx="37764" cy="151488"/>
                    </a:xfrm>
                    <a:custGeom>
                      <a:avLst/>
                      <a:gdLst>
                        <a:gd name="connsiteX0" fmla="*/ 17001 w 37764"/>
                        <a:gd name="connsiteY0" fmla="*/ 56390 h 151488"/>
                        <a:gd name="connsiteX1" fmla="*/ 37289 w 37764"/>
                        <a:gd name="connsiteY1" fmla="*/ 1526 h 151488"/>
                        <a:gd name="connsiteX2" fmla="*/ 32241 w 37764"/>
                        <a:gd name="connsiteY2" fmla="*/ 193 h 151488"/>
                        <a:gd name="connsiteX3" fmla="*/ 17858 w 37764"/>
                        <a:gd name="connsiteY3" fmla="*/ 10575 h 151488"/>
                        <a:gd name="connsiteX4" fmla="*/ 4809 w 37764"/>
                        <a:gd name="connsiteY4" fmla="*/ 43341 h 151488"/>
                        <a:gd name="connsiteX5" fmla="*/ 427 w 37764"/>
                        <a:gd name="connsiteY5" fmla="*/ 74012 h 151488"/>
                        <a:gd name="connsiteX6" fmla="*/ 1475 w 37764"/>
                        <a:gd name="connsiteY6" fmla="*/ 106682 h 151488"/>
                        <a:gd name="connsiteX7" fmla="*/ 4142 w 37764"/>
                        <a:gd name="connsiteY7" fmla="*/ 118112 h 151488"/>
                        <a:gd name="connsiteX8" fmla="*/ 8333 w 37764"/>
                        <a:gd name="connsiteY8" fmla="*/ 128304 h 151488"/>
                        <a:gd name="connsiteX9" fmla="*/ 19096 w 37764"/>
                        <a:gd name="connsiteY9" fmla="*/ 143639 h 151488"/>
                        <a:gd name="connsiteX10" fmla="*/ 30050 w 37764"/>
                        <a:gd name="connsiteY10" fmla="*/ 150783 h 151488"/>
                        <a:gd name="connsiteX11" fmla="*/ 37479 w 37764"/>
                        <a:gd name="connsiteY11" fmla="*/ 150212 h 151488"/>
                        <a:gd name="connsiteX12" fmla="*/ 37765 w 37764"/>
                        <a:gd name="connsiteY12" fmla="*/ 149926 h 151488"/>
                        <a:gd name="connsiteX13" fmla="*/ 30240 w 37764"/>
                        <a:gd name="connsiteY13" fmla="*/ 139734 h 151488"/>
                        <a:gd name="connsiteX14" fmla="*/ 24335 w 37764"/>
                        <a:gd name="connsiteY14" fmla="*/ 128590 h 151488"/>
                        <a:gd name="connsiteX15" fmla="*/ 20144 w 37764"/>
                        <a:gd name="connsiteY15" fmla="*/ 116874 h 151488"/>
                        <a:gd name="connsiteX16" fmla="*/ 17477 w 37764"/>
                        <a:gd name="connsiteY16" fmla="*/ 104777 h 151488"/>
                        <a:gd name="connsiteX17" fmla="*/ 16143 w 37764"/>
                        <a:gd name="connsiteY17" fmla="*/ 92585 h 151488"/>
                        <a:gd name="connsiteX18" fmla="*/ 15762 w 37764"/>
                        <a:gd name="connsiteY18" fmla="*/ 80489 h 151488"/>
                        <a:gd name="connsiteX19" fmla="*/ 17001 w 37764"/>
                        <a:gd name="connsiteY19" fmla="*/ 56390 h 1514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7764" h="151488">
                          <a:moveTo>
                            <a:pt x="17001" y="56390"/>
                          </a:moveTo>
                          <a:cubicBezTo>
                            <a:pt x="19001" y="33245"/>
                            <a:pt x="28430" y="11718"/>
                            <a:pt x="37289" y="1526"/>
                          </a:cubicBezTo>
                          <a:lnTo>
                            <a:pt x="32241" y="193"/>
                          </a:lnTo>
                          <a:cubicBezTo>
                            <a:pt x="28050" y="-950"/>
                            <a:pt x="22906" y="3050"/>
                            <a:pt x="17858" y="10575"/>
                          </a:cubicBezTo>
                          <a:cubicBezTo>
                            <a:pt x="12810" y="18195"/>
                            <a:pt x="7666" y="29530"/>
                            <a:pt x="4809" y="43341"/>
                          </a:cubicBezTo>
                          <a:cubicBezTo>
                            <a:pt x="2808" y="53247"/>
                            <a:pt x="999" y="63344"/>
                            <a:pt x="427" y="74012"/>
                          </a:cubicBezTo>
                          <a:cubicBezTo>
                            <a:pt x="-430" y="84584"/>
                            <a:pt x="46" y="95633"/>
                            <a:pt x="1475" y="106682"/>
                          </a:cubicBezTo>
                          <a:cubicBezTo>
                            <a:pt x="2237" y="110587"/>
                            <a:pt x="3094" y="114398"/>
                            <a:pt x="4142" y="118112"/>
                          </a:cubicBezTo>
                          <a:cubicBezTo>
                            <a:pt x="5189" y="121732"/>
                            <a:pt x="6904" y="125161"/>
                            <a:pt x="8333" y="128304"/>
                          </a:cubicBezTo>
                          <a:cubicBezTo>
                            <a:pt x="11095" y="134781"/>
                            <a:pt x="15762" y="139734"/>
                            <a:pt x="19096" y="143639"/>
                          </a:cubicBezTo>
                          <a:cubicBezTo>
                            <a:pt x="23096" y="147354"/>
                            <a:pt x="27002" y="149640"/>
                            <a:pt x="30050" y="150783"/>
                          </a:cubicBezTo>
                          <a:cubicBezTo>
                            <a:pt x="33098" y="151926"/>
                            <a:pt x="35669" y="151641"/>
                            <a:pt x="37479" y="150212"/>
                          </a:cubicBezTo>
                          <a:lnTo>
                            <a:pt x="37765" y="149926"/>
                          </a:lnTo>
                          <a:cubicBezTo>
                            <a:pt x="35003" y="146687"/>
                            <a:pt x="32717" y="143163"/>
                            <a:pt x="30240" y="139734"/>
                          </a:cubicBezTo>
                          <a:cubicBezTo>
                            <a:pt x="27954" y="136210"/>
                            <a:pt x="26335" y="132305"/>
                            <a:pt x="24335" y="128590"/>
                          </a:cubicBezTo>
                          <a:cubicBezTo>
                            <a:pt x="22620" y="124780"/>
                            <a:pt x="21572" y="120779"/>
                            <a:pt x="20144" y="116874"/>
                          </a:cubicBezTo>
                          <a:cubicBezTo>
                            <a:pt x="19001" y="112874"/>
                            <a:pt x="18429" y="108873"/>
                            <a:pt x="17477" y="104777"/>
                          </a:cubicBezTo>
                          <a:cubicBezTo>
                            <a:pt x="16810" y="100777"/>
                            <a:pt x="16619" y="96681"/>
                            <a:pt x="16143" y="92585"/>
                          </a:cubicBezTo>
                          <a:cubicBezTo>
                            <a:pt x="15858" y="88585"/>
                            <a:pt x="15953" y="84489"/>
                            <a:pt x="15762" y="80489"/>
                          </a:cubicBezTo>
                          <a:cubicBezTo>
                            <a:pt x="15953" y="72583"/>
                            <a:pt x="16429" y="64487"/>
                            <a:pt x="17001" y="5639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46" name="Forme libre : forme 15545">
                      <a:extLst>
                        <a:ext uri="{FF2B5EF4-FFF2-40B4-BE49-F238E27FC236}">
                          <a16:creationId xmlns:a16="http://schemas.microsoft.com/office/drawing/2014/main" id="{5B931ED1-41B3-47FE-AC8C-0AD102EC89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9067" y="3887408"/>
                      <a:ext cx="16808" cy="68631"/>
                    </a:xfrm>
                    <a:custGeom>
                      <a:avLst/>
                      <a:gdLst>
                        <a:gd name="connsiteX0" fmla="*/ 13745 w 16808"/>
                        <a:gd name="connsiteY0" fmla="*/ 68514 h 68631"/>
                        <a:gd name="connsiteX1" fmla="*/ 5173 w 16808"/>
                        <a:gd name="connsiteY1" fmla="*/ 60037 h 68631"/>
                        <a:gd name="connsiteX2" fmla="*/ 1458 w 16808"/>
                        <a:gd name="connsiteY2" fmla="*/ 48702 h 68631"/>
                        <a:gd name="connsiteX3" fmla="*/ 29 w 16808"/>
                        <a:gd name="connsiteY3" fmla="*/ 34415 h 68631"/>
                        <a:gd name="connsiteX4" fmla="*/ 4411 w 16808"/>
                        <a:gd name="connsiteY4" fmla="*/ 9173 h 68631"/>
                        <a:gd name="connsiteX5" fmla="*/ 11936 w 16808"/>
                        <a:gd name="connsiteY5" fmla="*/ 29 h 68631"/>
                        <a:gd name="connsiteX6" fmla="*/ 16031 w 16808"/>
                        <a:gd name="connsiteY6" fmla="*/ 10888 h 68631"/>
                        <a:gd name="connsiteX7" fmla="*/ 16698 w 16808"/>
                        <a:gd name="connsiteY7" fmla="*/ 34415 h 68631"/>
                        <a:gd name="connsiteX8" fmla="*/ 16794 w 16808"/>
                        <a:gd name="connsiteY8" fmla="*/ 47083 h 68631"/>
                        <a:gd name="connsiteX9" fmla="*/ 16698 w 16808"/>
                        <a:gd name="connsiteY9" fmla="*/ 57561 h 68631"/>
                        <a:gd name="connsiteX10" fmla="*/ 13745 w 16808"/>
                        <a:gd name="connsiteY10" fmla="*/ 68514 h 68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808" h="68631">
                          <a:moveTo>
                            <a:pt x="13745" y="68514"/>
                          </a:moveTo>
                          <a:cubicBezTo>
                            <a:pt x="11745" y="69276"/>
                            <a:pt x="7840" y="66323"/>
                            <a:pt x="5173" y="60037"/>
                          </a:cubicBezTo>
                          <a:cubicBezTo>
                            <a:pt x="3839" y="56894"/>
                            <a:pt x="2125" y="53084"/>
                            <a:pt x="1458" y="48702"/>
                          </a:cubicBezTo>
                          <a:cubicBezTo>
                            <a:pt x="601" y="44321"/>
                            <a:pt x="-161" y="39463"/>
                            <a:pt x="29" y="34415"/>
                          </a:cubicBezTo>
                          <a:cubicBezTo>
                            <a:pt x="-66" y="24223"/>
                            <a:pt x="2030" y="15269"/>
                            <a:pt x="4411" y="9173"/>
                          </a:cubicBezTo>
                          <a:cubicBezTo>
                            <a:pt x="6697" y="2982"/>
                            <a:pt x="9745" y="-352"/>
                            <a:pt x="11936" y="29"/>
                          </a:cubicBezTo>
                          <a:cubicBezTo>
                            <a:pt x="14222" y="506"/>
                            <a:pt x="15270" y="4601"/>
                            <a:pt x="16031" y="10888"/>
                          </a:cubicBezTo>
                          <a:cubicBezTo>
                            <a:pt x="16698" y="17079"/>
                            <a:pt x="16603" y="25461"/>
                            <a:pt x="16698" y="34415"/>
                          </a:cubicBezTo>
                          <a:cubicBezTo>
                            <a:pt x="16508" y="38891"/>
                            <a:pt x="16794" y="43178"/>
                            <a:pt x="16794" y="47083"/>
                          </a:cubicBezTo>
                          <a:cubicBezTo>
                            <a:pt x="16603" y="50988"/>
                            <a:pt x="16984" y="54512"/>
                            <a:pt x="16698" y="57561"/>
                          </a:cubicBezTo>
                          <a:cubicBezTo>
                            <a:pt x="16222" y="63561"/>
                            <a:pt x="16127" y="67657"/>
                            <a:pt x="13745" y="68514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47" name="Forme libre : forme 15546">
                      <a:extLst>
                        <a:ext uri="{FF2B5EF4-FFF2-40B4-BE49-F238E27FC236}">
                          <a16:creationId xmlns:a16="http://schemas.microsoft.com/office/drawing/2014/main" id="{988384E5-1BE4-478C-B4E2-3910E25CA7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9074" y="3887408"/>
                      <a:ext cx="16405" cy="50892"/>
                    </a:xfrm>
                    <a:custGeom>
                      <a:avLst/>
                      <a:gdLst>
                        <a:gd name="connsiteX0" fmla="*/ 16406 w 16405"/>
                        <a:gd name="connsiteY0" fmla="*/ 15841 h 50892"/>
                        <a:gd name="connsiteX1" fmla="*/ 11929 w 16405"/>
                        <a:gd name="connsiteY1" fmla="*/ 29 h 50892"/>
                        <a:gd name="connsiteX2" fmla="*/ 4404 w 16405"/>
                        <a:gd name="connsiteY2" fmla="*/ 9173 h 50892"/>
                        <a:gd name="connsiteX3" fmla="*/ 23 w 16405"/>
                        <a:gd name="connsiteY3" fmla="*/ 34415 h 50892"/>
                        <a:gd name="connsiteX4" fmla="*/ 1928 w 16405"/>
                        <a:gd name="connsiteY4" fmla="*/ 50893 h 50892"/>
                        <a:gd name="connsiteX5" fmla="*/ 1642 w 16405"/>
                        <a:gd name="connsiteY5" fmla="*/ 41749 h 50892"/>
                        <a:gd name="connsiteX6" fmla="*/ 7738 w 16405"/>
                        <a:gd name="connsiteY6" fmla="*/ 21937 h 50892"/>
                        <a:gd name="connsiteX7" fmla="*/ 16406 w 16405"/>
                        <a:gd name="connsiteY7" fmla="*/ 15841 h 50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405" h="50892">
                          <a:moveTo>
                            <a:pt x="16406" y="15841"/>
                          </a:moveTo>
                          <a:cubicBezTo>
                            <a:pt x="16024" y="6887"/>
                            <a:pt x="14786" y="506"/>
                            <a:pt x="11929" y="29"/>
                          </a:cubicBezTo>
                          <a:cubicBezTo>
                            <a:pt x="9738" y="-352"/>
                            <a:pt x="6690" y="2982"/>
                            <a:pt x="4404" y="9173"/>
                          </a:cubicBezTo>
                          <a:cubicBezTo>
                            <a:pt x="2023" y="15269"/>
                            <a:pt x="-72" y="24223"/>
                            <a:pt x="23" y="34415"/>
                          </a:cubicBezTo>
                          <a:cubicBezTo>
                            <a:pt x="-168" y="40320"/>
                            <a:pt x="880" y="46035"/>
                            <a:pt x="1928" y="50893"/>
                          </a:cubicBezTo>
                          <a:cubicBezTo>
                            <a:pt x="1642" y="47845"/>
                            <a:pt x="1547" y="44702"/>
                            <a:pt x="1642" y="41749"/>
                          </a:cubicBezTo>
                          <a:cubicBezTo>
                            <a:pt x="2594" y="33557"/>
                            <a:pt x="4785" y="26509"/>
                            <a:pt x="7738" y="21937"/>
                          </a:cubicBezTo>
                          <a:cubicBezTo>
                            <a:pt x="10500" y="17270"/>
                            <a:pt x="13643" y="14984"/>
                            <a:pt x="16406" y="15841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48" name="Forme libre : forme 15547">
                      <a:extLst>
                        <a:ext uri="{FF2B5EF4-FFF2-40B4-BE49-F238E27FC236}">
                          <a16:creationId xmlns:a16="http://schemas.microsoft.com/office/drawing/2014/main" id="{23A6815C-EC8D-4DBF-BD00-3CA72FFFA5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7286" y="3890443"/>
                      <a:ext cx="17410" cy="69622"/>
                    </a:xfrm>
                    <a:custGeom>
                      <a:avLst/>
                      <a:gdLst>
                        <a:gd name="connsiteX0" fmla="*/ 14859 w 17410"/>
                        <a:gd name="connsiteY0" fmla="*/ 69480 h 69622"/>
                        <a:gd name="connsiteX1" fmla="*/ 5905 w 17410"/>
                        <a:gd name="connsiteY1" fmla="*/ 61098 h 69622"/>
                        <a:gd name="connsiteX2" fmla="*/ 1810 w 17410"/>
                        <a:gd name="connsiteY2" fmla="*/ 49668 h 69622"/>
                        <a:gd name="connsiteX3" fmla="*/ 0 w 17410"/>
                        <a:gd name="connsiteY3" fmla="*/ 35095 h 69622"/>
                        <a:gd name="connsiteX4" fmla="*/ 953 w 17410"/>
                        <a:gd name="connsiteY4" fmla="*/ 20712 h 69622"/>
                        <a:gd name="connsiteX5" fmla="*/ 3810 w 17410"/>
                        <a:gd name="connsiteY5" fmla="*/ 9377 h 69622"/>
                        <a:gd name="connsiteX6" fmla="*/ 11144 w 17410"/>
                        <a:gd name="connsiteY6" fmla="*/ 43 h 69622"/>
                        <a:gd name="connsiteX7" fmla="*/ 15430 w 17410"/>
                        <a:gd name="connsiteY7" fmla="*/ 10901 h 69622"/>
                        <a:gd name="connsiteX8" fmla="*/ 16193 w 17410"/>
                        <a:gd name="connsiteY8" fmla="*/ 21664 h 69622"/>
                        <a:gd name="connsiteX9" fmla="*/ 16574 w 17410"/>
                        <a:gd name="connsiteY9" fmla="*/ 34618 h 69622"/>
                        <a:gd name="connsiteX10" fmla="*/ 16954 w 17410"/>
                        <a:gd name="connsiteY10" fmla="*/ 47382 h 69622"/>
                        <a:gd name="connsiteX11" fmla="*/ 17336 w 17410"/>
                        <a:gd name="connsiteY11" fmla="*/ 58050 h 69622"/>
                        <a:gd name="connsiteX12" fmla="*/ 14859 w 17410"/>
                        <a:gd name="connsiteY12" fmla="*/ 69480 h 69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410" h="69622">
                          <a:moveTo>
                            <a:pt x="14859" y="69480"/>
                          </a:moveTo>
                          <a:cubicBezTo>
                            <a:pt x="12763" y="70337"/>
                            <a:pt x="9335" y="67289"/>
                            <a:pt x="5905" y="61098"/>
                          </a:cubicBezTo>
                          <a:cubicBezTo>
                            <a:pt x="4477" y="57955"/>
                            <a:pt x="3048" y="54049"/>
                            <a:pt x="1810" y="49668"/>
                          </a:cubicBezTo>
                          <a:cubicBezTo>
                            <a:pt x="1048" y="45287"/>
                            <a:pt x="0" y="40333"/>
                            <a:pt x="0" y="35095"/>
                          </a:cubicBezTo>
                          <a:cubicBezTo>
                            <a:pt x="0" y="29951"/>
                            <a:pt x="95" y="24998"/>
                            <a:pt x="953" y="20712"/>
                          </a:cubicBezTo>
                          <a:cubicBezTo>
                            <a:pt x="1715" y="16330"/>
                            <a:pt x="2572" y="12521"/>
                            <a:pt x="3810" y="9377"/>
                          </a:cubicBezTo>
                          <a:cubicBezTo>
                            <a:pt x="6191" y="3091"/>
                            <a:pt x="8858" y="-434"/>
                            <a:pt x="11144" y="43"/>
                          </a:cubicBezTo>
                          <a:cubicBezTo>
                            <a:pt x="13335" y="424"/>
                            <a:pt x="14764" y="4615"/>
                            <a:pt x="15430" y="10901"/>
                          </a:cubicBezTo>
                          <a:cubicBezTo>
                            <a:pt x="15621" y="14045"/>
                            <a:pt x="16097" y="17664"/>
                            <a:pt x="16193" y="21664"/>
                          </a:cubicBezTo>
                          <a:cubicBezTo>
                            <a:pt x="16288" y="26046"/>
                            <a:pt x="16478" y="30237"/>
                            <a:pt x="16574" y="34618"/>
                          </a:cubicBezTo>
                          <a:cubicBezTo>
                            <a:pt x="16574" y="39190"/>
                            <a:pt x="17050" y="43477"/>
                            <a:pt x="16954" y="47382"/>
                          </a:cubicBezTo>
                          <a:cubicBezTo>
                            <a:pt x="17240" y="51287"/>
                            <a:pt x="17431" y="54907"/>
                            <a:pt x="17336" y="58050"/>
                          </a:cubicBezTo>
                          <a:cubicBezTo>
                            <a:pt x="17621" y="64241"/>
                            <a:pt x="17145" y="68623"/>
                            <a:pt x="14859" y="6948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49" name="Forme libre : forme 15548">
                      <a:extLst>
                        <a:ext uri="{FF2B5EF4-FFF2-40B4-BE49-F238E27FC236}">
                          <a16:creationId xmlns:a16="http://schemas.microsoft.com/office/drawing/2014/main" id="{D56F918C-FF88-414D-BCCA-90703AACB4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9947" y="3857694"/>
                      <a:ext cx="38046" cy="88090"/>
                    </a:xfrm>
                    <a:custGeom>
                      <a:avLst/>
                      <a:gdLst>
                        <a:gd name="connsiteX0" fmla="*/ 26675 w 38046"/>
                        <a:gd name="connsiteY0" fmla="*/ 978 h 88090"/>
                        <a:gd name="connsiteX1" fmla="*/ 18674 w 38046"/>
                        <a:gd name="connsiteY1" fmla="*/ 1264 h 88090"/>
                        <a:gd name="connsiteX2" fmla="*/ 2767 w 38046"/>
                        <a:gd name="connsiteY2" fmla="*/ 34792 h 88090"/>
                        <a:gd name="connsiteX3" fmla="*/ 1815 w 38046"/>
                        <a:gd name="connsiteY3" fmla="*/ 74892 h 88090"/>
                        <a:gd name="connsiteX4" fmla="*/ 6387 w 38046"/>
                        <a:gd name="connsiteY4" fmla="*/ 85941 h 88090"/>
                        <a:gd name="connsiteX5" fmla="*/ 10959 w 38046"/>
                        <a:gd name="connsiteY5" fmla="*/ 86798 h 88090"/>
                        <a:gd name="connsiteX6" fmla="*/ 13150 w 38046"/>
                        <a:gd name="connsiteY6" fmla="*/ 73559 h 88090"/>
                        <a:gd name="connsiteX7" fmla="*/ 23246 w 38046"/>
                        <a:gd name="connsiteY7" fmla="*/ 44221 h 88090"/>
                        <a:gd name="connsiteX8" fmla="*/ 37915 w 38046"/>
                        <a:gd name="connsiteY8" fmla="*/ 13075 h 88090"/>
                        <a:gd name="connsiteX9" fmla="*/ 26675 w 38046"/>
                        <a:gd name="connsiteY9" fmla="*/ 978 h 88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8046" h="88090">
                          <a:moveTo>
                            <a:pt x="26675" y="978"/>
                          </a:moveTo>
                          <a:cubicBezTo>
                            <a:pt x="24294" y="121"/>
                            <a:pt x="21722" y="-832"/>
                            <a:pt x="18674" y="1264"/>
                          </a:cubicBezTo>
                          <a:cubicBezTo>
                            <a:pt x="12864" y="5264"/>
                            <a:pt x="6292" y="19456"/>
                            <a:pt x="2767" y="34792"/>
                          </a:cubicBezTo>
                          <a:cubicBezTo>
                            <a:pt x="-376" y="47460"/>
                            <a:pt x="-1043" y="62605"/>
                            <a:pt x="1815" y="74892"/>
                          </a:cubicBezTo>
                          <a:cubicBezTo>
                            <a:pt x="3053" y="79464"/>
                            <a:pt x="4386" y="83560"/>
                            <a:pt x="6387" y="85941"/>
                          </a:cubicBezTo>
                          <a:cubicBezTo>
                            <a:pt x="8196" y="88322"/>
                            <a:pt x="9911" y="88894"/>
                            <a:pt x="10959" y="86798"/>
                          </a:cubicBezTo>
                          <a:cubicBezTo>
                            <a:pt x="12102" y="84227"/>
                            <a:pt x="12483" y="78511"/>
                            <a:pt x="13150" y="73559"/>
                          </a:cubicBezTo>
                          <a:cubicBezTo>
                            <a:pt x="14769" y="61747"/>
                            <a:pt x="18674" y="51842"/>
                            <a:pt x="23246" y="44221"/>
                          </a:cubicBezTo>
                          <a:cubicBezTo>
                            <a:pt x="27056" y="37554"/>
                            <a:pt x="36391" y="27077"/>
                            <a:pt x="37915" y="13075"/>
                          </a:cubicBezTo>
                          <a:cubicBezTo>
                            <a:pt x="39248" y="311"/>
                            <a:pt x="30104" y="2216"/>
                            <a:pt x="26675" y="97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50" name="Forme libre : forme 15549">
                      <a:extLst>
                        <a:ext uri="{FF2B5EF4-FFF2-40B4-BE49-F238E27FC236}">
                          <a16:creationId xmlns:a16="http://schemas.microsoft.com/office/drawing/2014/main" id="{32B61DED-FD8A-430F-B3B1-7F66C9429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6622" y="3874284"/>
                      <a:ext cx="6619" cy="27711"/>
                    </a:xfrm>
                    <a:custGeom>
                      <a:avLst/>
                      <a:gdLst>
                        <a:gd name="connsiteX0" fmla="*/ 5144 w 6619"/>
                        <a:gd name="connsiteY0" fmla="*/ 2009 h 27711"/>
                        <a:gd name="connsiteX1" fmla="*/ 3810 w 6619"/>
                        <a:gd name="connsiteY1" fmla="*/ 9 h 27711"/>
                        <a:gd name="connsiteX2" fmla="*/ 1715 w 6619"/>
                        <a:gd name="connsiteY2" fmla="*/ 2200 h 27711"/>
                        <a:gd name="connsiteX3" fmla="*/ 667 w 6619"/>
                        <a:gd name="connsiteY3" fmla="*/ 7057 h 27711"/>
                        <a:gd name="connsiteX4" fmla="*/ 0 w 6619"/>
                        <a:gd name="connsiteY4" fmla="*/ 19154 h 27711"/>
                        <a:gd name="connsiteX5" fmla="*/ 381 w 6619"/>
                        <a:gd name="connsiteY5" fmla="*/ 23536 h 27711"/>
                        <a:gd name="connsiteX6" fmla="*/ 6191 w 6619"/>
                        <a:gd name="connsiteY6" fmla="*/ 20869 h 27711"/>
                        <a:gd name="connsiteX7" fmla="*/ 5144 w 6619"/>
                        <a:gd name="connsiteY7" fmla="*/ 2009 h 27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9" h="27711">
                          <a:moveTo>
                            <a:pt x="5144" y="2009"/>
                          </a:moveTo>
                          <a:cubicBezTo>
                            <a:pt x="4763" y="1057"/>
                            <a:pt x="4382" y="199"/>
                            <a:pt x="3810" y="9"/>
                          </a:cubicBezTo>
                          <a:cubicBezTo>
                            <a:pt x="3238" y="-86"/>
                            <a:pt x="2381" y="580"/>
                            <a:pt x="1715" y="2200"/>
                          </a:cubicBezTo>
                          <a:cubicBezTo>
                            <a:pt x="1143" y="3628"/>
                            <a:pt x="857" y="5438"/>
                            <a:pt x="667" y="7057"/>
                          </a:cubicBezTo>
                          <a:cubicBezTo>
                            <a:pt x="191" y="11248"/>
                            <a:pt x="95" y="15249"/>
                            <a:pt x="0" y="19154"/>
                          </a:cubicBezTo>
                          <a:cubicBezTo>
                            <a:pt x="0" y="20773"/>
                            <a:pt x="191" y="22297"/>
                            <a:pt x="381" y="23536"/>
                          </a:cubicBezTo>
                          <a:cubicBezTo>
                            <a:pt x="1524" y="28774"/>
                            <a:pt x="5429" y="30298"/>
                            <a:pt x="6191" y="20869"/>
                          </a:cubicBezTo>
                          <a:cubicBezTo>
                            <a:pt x="7144" y="13535"/>
                            <a:pt x="6382" y="6010"/>
                            <a:pt x="5144" y="200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51" name="Forme libre : forme 15550">
                      <a:extLst>
                        <a:ext uri="{FF2B5EF4-FFF2-40B4-BE49-F238E27FC236}">
                          <a16:creationId xmlns:a16="http://schemas.microsoft.com/office/drawing/2014/main" id="{71EDAA4C-5448-4CED-852F-F2146484D2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9000" y="3944111"/>
                      <a:ext cx="33432" cy="38506"/>
                    </a:xfrm>
                    <a:custGeom>
                      <a:avLst/>
                      <a:gdLst>
                        <a:gd name="connsiteX0" fmla="*/ 33433 w 33432"/>
                        <a:gd name="connsiteY0" fmla="*/ 37433 h 38506"/>
                        <a:gd name="connsiteX1" fmla="*/ 24860 w 33432"/>
                        <a:gd name="connsiteY1" fmla="*/ 37338 h 38506"/>
                        <a:gd name="connsiteX2" fmla="*/ 12954 w 33432"/>
                        <a:gd name="connsiteY2" fmla="*/ 27527 h 38506"/>
                        <a:gd name="connsiteX3" fmla="*/ 6001 w 33432"/>
                        <a:gd name="connsiteY3" fmla="*/ 16478 h 38506"/>
                        <a:gd name="connsiteX4" fmla="*/ 0 w 33432"/>
                        <a:gd name="connsiteY4" fmla="*/ 0 h 38506"/>
                        <a:gd name="connsiteX5" fmla="*/ 2096 w 33432"/>
                        <a:gd name="connsiteY5" fmla="*/ 6287 h 38506"/>
                        <a:gd name="connsiteX6" fmla="*/ 8954 w 33432"/>
                        <a:gd name="connsiteY6" fmla="*/ 20003 h 38506"/>
                        <a:gd name="connsiteX7" fmla="*/ 20479 w 33432"/>
                        <a:gd name="connsiteY7" fmla="*/ 32766 h 38506"/>
                        <a:gd name="connsiteX8" fmla="*/ 33433 w 33432"/>
                        <a:gd name="connsiteY8" fmla="*/ 37433 h 38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432" h="38506">
                          <a:moveTo>
                            <a:pt x="33433" y="37433"/>
                          </a:moveTo>
                          <a:cubicBezTo>
                            <a:pt x="33433" y="37433"/>
                            <a:pt x="31242" y="39910"/>
                            <a:pt x="24860" y="37338"/>
                          </a:cubicBezTo>
                          <a:cubicBezTo>
                            <a:pt x="21527" y="36100"/>
                            <a:pt x="17621" y="33242"/>
                            <a:pt x="12954" y="27527"/>
                          </a:cubicBezTo>
                          <a:cubicBezTo>
                            <a:pt x="10382" y="24765"/>
                            <a:pt x="8287" y="21050"/>
                            <a:pt x="6001" y="16478"/>
                          </a:cubicBezTo>
                          <a:cubicBezTo>
                            <a:pt x="3429" y="11906"/>
                            <a:pt x="1810" y="6477"/>
                            <a:pt x="0" y="0"/>
                          </a:cubicBezTo>
                          <a:cubicBezTo>
                            <a:pt x="0" y="0"/>
                            <a:pt x="762" y="2477"/>
                            <a:pt x="2096" y="6287"/>
                          </a:cubicBezTo>
                          <a:cubicBezTo>
                            <a:pt x="3238" y="10097"/>
                            <a:pt x="5810" y="15050"/>
                            <a:pt x="8954" y="20003"/>
                          </a:cubicBezTo>
                          <a:cubicBezTo>
                            <a:pt x="11716" y="25051"/>
                            <a:pt x="16573" y="29433"/>
                            <a:pt x="20479" y="32766"/>
                          </a:cubicBezTo>
                          <a:cubicBezTo>
                            <a:pt x="24955" y="35909"/>
                            <a:pt x="29623" y="37529"/>
                            <a:pt x="33433" y="3743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52" name="Forme libre : forme 15551">
                      <a:extLst>
                        <a:ext uri="{FF2B5EF4-FFF2-40B4-BE49-F238E27FC236}">
                          <a16:creationId xmlns:a16="http://schemas.microsoft.com/office/drawing/2014/main" id="{D47894A7-9F96-4ABB-AA2C-332DD31CF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8148" y="3842003"/>
                      <a:ext cx="6840" cy="48863"/>
                    </a:xfrm>
                    <a:custGeom>
                      <a:avLst/>
                      <a:gdLst>
                        <a:gd name="connsiteX0" fmla="*/ 4191 w 6840"/>
                        <a:gd name="connsiteY0" fmla="*/ 48863 h 48863"/>
                        <a:gd name="connsiteX1" fmla="*/ 5048 w 6840"/>
                        <a:gd name="connsiteY1" fmla="*/ 42672 h 48863"/>
                        <a:gd name="connsiteX2" fmla="*/ 6572 w 6840"/>
                        <a:gd name="connsiteY2" fmla="*/ 28099 h 48863"/>
                        <a:gd name="connsiteX3" fmla="*/ 0 w 6840"/>
                        <a:gd name="connsiteY3" fmla="*/ 0 h 48863"/>
                        <a:gd name="connsiteX4" fmla="*/ 4286 w 6840"/>
                        <a:gd name="connsiteY4" fmla="*/ 10763 h 48863"/>
                        <a:gd name="connsiteX5" fmla="*/ 5715 w 6840"/>
                        <a:gd name="connsiteY5" fmla="*/ 26003 h 48863"/>
                        <a:gd name="connsiteX6" fmla="*/ 4191 w 6840"/>
                        <a:gd name="connsiteY6" fmla="*/ 48863 h 48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840" h="48863">
                          <a:moveTo>
                            <a:pt x="4191" y="48863"/>
                          </a:moveTo>
                          <a:cubicBezTo>
                            <a:pt x="4191" y="48863"/>
                            <a:pt x="4477" y="46577"/>
                            <a:pt x="5048" y="42672"/>
                          </a:cubicBezTo>
                          <a:cubicBezTo>
                            <a:pt x="5620" y="38862"/>
                            <a:pt x="6191" y="33719"/>
                            <a:pt x="6572" y="28099"/>
                          </a:cubicBezTo>
                          <a:cubicBezTo>
                            <a:pt x="7334" y="17050"/>
                            <a:pt x="6858" y="4286"/>
                            <a:pt x="0" y="0"/>
                          </a:cubicBezTo>
                          <a:cubicBezTo>
                            <a:pt x="0" y="0"/>
                            <a:pt x="2667" y="2953"/>
                            <a:pt x="4286" y="10763"/>
                          </a:cubicBezTo>
                          <a:cubicBezTo>
                            <a:pt x="5143" y="14669"/>
                            <a:pt x="5620" y="19717"/>
                            <a:pt x="5715" y="26003"/>
                          </a:cubicBezTo>
                          <a:cubicBezTo>
                            <a:pt x="5905" y="32290"/>
                            <a:pt x="5239" y="39910"/>
                            <a:pt x="4191" y="488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53" name="Forme libre : forme 15552">
                      <a:extLst>
                        <a:ext uri="{FF2B5EF4-FFF2-40B4-BE49-F238E27FC236}">
                          <a16:creationId xmlns:a16="http://schemas.microsoft.com/office/drawing/2014/main" id="{825596BA-F1D2-4918-923F-2AB3DDBAEA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8575" y="3915991"/>
                      <a:ext cx="5548" cy="25244"/>
                    </a:xfrm>
                    <a:custGeom>
                      <a:avLst/>
                      <a:gdLst>
                        <a:gd name="connsiteX0" fmla="*/ 2714 w 5548"/>
                        <a:gd name="connsiteY0" fmla="*/ 25072 h 25244"/>
                        <a:gd name="connsiteX1" fmla="*/ 47 w 5548"/>
                        <a:gd name="connsiteY1" fmla="*/ 10118 h 25244"/>
                        <a:gd name="connsiteX2" fmla="*/ 4047 w 5548"/>
                        <a:gd name="connsiteY2" fmla="*/ 307 h 25244"/>
                        <a:gd name="connsiteX3" fmla="*/ 5476 w 5548"/>
                        <a:gd name="connsiteY3" fmla="*/ 14976 h 25244"/>
                        <a:gd name="connsiteX4" fmla="*/ 2714 w 5548"/>
                        <a:gd name="connsiteY4" fmla="*/ 25072 h 25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48" h="25244">
                          <a:moveTo>
                            <a:pt x="2714" y="25072"/>
                          </a:moveTo>
                          <a:cubicBezTo>
                            <a:pt x="809" y="24024"/>
                            <a:pt x="-239" y="17071"/>
                            <a:pt x="47" y="10118"/>
                          </a:cubicBezTo>
                          <a:cubicBezTo>
                            <a:pt x="809" y="3069"/>
                            <a:pt x="2618" y="-1217"/>
                            <a:pt x="4047" y="307"/>
                          </a:cubicBezTo>
                          <a:cubicBezTo>
                            <a:pt x="5571" y="1736"/>
                            <a:pt x="5666" y="8308"/>
                            <a:pt x="5476" y="14976"/>
                          </a:cubicBezTo>
                          <a:cubicBezTo>
                            <a:pt x="5095" y="21548"/>
                            <a:pt x="4333" y="26215"/>
                            <a:pt x="2714" y="2507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54" name="Forme libre : forme 15553">
                      <a:extLst>
                        <a:ext uri="{FF2B5EF4-FFF2-40B4-BE49-F238E27FC236}">
                          <a16:creationId xmlns:a16="http://schemas.microsoft.com/office/drawing/2014/main" id="{130461A4-D802-4F34-AA45-5DB10B32C5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0599" y="3937630"/>
                      <a:ext cx="2767" cy="6866"/>
                    </a:xfrm>
                    <a:custGeom>
                      <a:avLst/>
                      <a:gdLst>
                        <a:gd name="connsiteX0" fmla="*/ 2118 w 2767"/>
                        <a:gd name="connsiteY0" fmla="*/ 6862 h 6866"/>
                        <a:gd name="connsiteX1" fmla="*/ 213 w 2767"/>
                        <a:gd name="connsiteY1" fmla="*/ 3624 h 6866"/>
                        <a:gd name="connsiteX2" fmla="*/ 784 w 2767"/>
                        <a:gd name="connsiteY2" fmla="*/ 4 h 6866"/>
                        <a:gd name="connsiteX3" fmla="*/ 2594 w 2767"/>
                        <a:gd name="connsiteY3" fmla="*/ 3243 h 6866"/>
                        <a:gd name="connsiteX4" fmla="*/ 2118 w 2767"/>
                        <a:gd name="connsiteY4" fmla="*/ 6862 h 6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67" h="6866">
                          <a:moveTo>
                            <a:pt x="2118" y="6862"/>
                          </a:moveTo>
                          <a:cubicBezTo>
                            <a:pt x="1451" y="6958"/>
                            <a:pt x="594" y="5529"/>
                            <a:pt x="213" y="3624"/>
                          </a:cubicBezTo>
                          <a:cubicBezTo>
                            <a:pt x="-264" y="1719"/>
                            <a:pt x="118" y="100"/>
                            <a:pt x="784" y="4"/>
                          </a:cubicBezTo>
                          <a:cubicBezTo>
                            <a:pt x="1356" y="-91"/>
                            <a:pt x="2118" y="1433"/>
                            <a:pt x="2594" y="3243"/>
                          </a:cubicBezTo>
                          <a:cubicBezTo>
                            <a:pt x="2975" y="5052"/>
                            <a:pt x="2689" y="6672"/>
                            <a:pt x="2118" y="68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55" name="Forme libre : forme 15554">
                      <a:extLst>
                        <a:ext uri="{FF2B5EF4-FFF2-40B4-BE49-F238E27FC236}">
                          <a16:creationId xmlns:a16="http://schemas.microsoft.com/office/drawing/2014/main" id="{F3F000B5-95D4-4A6B-B9DF-F42B81558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5507" y="3916207"/>
                      <a:ext cx="14569" cy="57370"/>
                    </a:xfrm>
                    <a:custGeom>
                      <a:avLst/>
                      <a:gdLst>
                        <a:gd name="connsiteX0" fmla="*/ 13879 w 14569"/>
                        <a:gd name="connsiteY0" fmla="*/ 47621 h 57370"/>
                        <a:gd name="connsiteX1" fmla="*/ 7116 w 14569"/>
                        <a:gd name="connsiteY1" fmla="*/ 57051 h 57370"/>
                        <a:gd name="connsiteX2" fmla="*/ 1782 w 14569"/>
                        <a:gd name="connsiteY2" fmla="*/ 54194 h 57370"/>
                        <a:gd name="connsiteX3" fmla="*/ 163 w 14569"/>
                        <a:gd name="connsiteY3" fmla="*/ 46288 h 57370"/>
                        <a:gd name="connsiteX4" fmla="*/ 4735 w 14569"/>
                        <a:gd name="connsiteY4" fmla="*/ 29048 h 57370"/>
                        <a:gd name="connsiteX5" fmla="*/ 4545 w 14569"/>
                        <a:gd name="connsiteY5" fmla="*/ 21713 h 57370"/>
                        <a:gd name="connsiteX6" fmla="*/ 5211 w 14569"/>
                        <a:gd name="connsiteY6" fmla="*/ 10855 h 57370"/>
                        <a:gd name="connsiteX7" fmla="*/ 9688 w 14569"/>
                        <a:gd name="connsiteY7" fmla="*/ 759 h 57370"/>
                        <a:gd name="connsiteX8" fmla="*/ 12355 w 14569"/>
                        <a:gd name="connsiteY8" fmla="*/ 17046 h 57370"/>
                        <a:gd name="connsiteX9" fmla="*/ 14260 w 14569"/>
                        <a:gd name="connsiteY9" fmla="*/ 33429 h 57370"/>
                        <a:gd name="connsiteX10" fmla="*/ 13879 w 14569"/>
                        <a:gd name="connsiteY10" fmla="*/ 47621 h 57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569" h="57370">
                          <a:moveTo>
                            <a:pt x="13879" y="47621"/>
                          </a:moveTo>
                          <a:cubicBezTo>
                            <a:pt x="12545" y="52670"/>
                            <a:pt x="10450" y="55242"/>
                            <a:pt x="7116" y="57051"/>
                          </a:cubicBezTo>
                          <a:cubicBezTo>
                            <a:pt x="5973" y="57623"/>
                            <a:pt x="3687" y="57813"/>
                            <a:pt x="1782" y="54194"/>
                          </a:cubicBezTo>
                          <a:cubicBezTo>
                            <a:pt x="-28" y="51051"/>
                            <a:pt x="-218" y="48003"/>
                            <a:pt x="163" y="46288"/>
                          </a:cubicBezTo>
                          <a:cubicBezTo>
                            <a:pt x="1592" y="40573"/>
                            <a:pt x="4259" y="36954"/>
                            <a:pt x="4735" y="29048"/>
                          </a:cubicBezTo>
                          <a:cubicBezTo>
                            <a:pt x="4830" y="27810"/>
                            <a:pt x="4735" y="25047"/>
                            <a:pt x="4545" y="21713"/>
                          </a:cubicBezTo>
                          <a:cubicBezTo>
                            <a:pt x="4640" y="18380"/>
                            <a:pt x="4926" y="14379"/>
                            <a:pt x="5211" y="10855"/>
                          </a:cubicBezTo>
                          <a:cubicBezTo>
                            <a:pt x="6449" y="3521"/>
                            <a:pt x="8069" y="-2099"/>
                            <a:pt x="9688" y="759"/>
                          </a:cubicBezTo>
                          <a:cubicBezTo>
                            <a:pt x="11498" y="3521"/>
                            <a:pt x="11593" y="10379"/>
                            <a:pt x="12355" y="17046"/>
                          </a:cubicBezTo>
                          <a:cubicBezTo>
                            <a:pt x="12927" y="23714"/>
                            <a:pt x="13784" y="30381"/>
                            <a:pt x="14260" y="33429"/>
                          </a:cubicBezTo>
                          <a:cubicBezTo>
                            <a:pt x="14546" y="39144"/>
                            <a:pt x="14927" y="43812"/>
                            <a:pt x="13879" y="476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04" name="Graphique 1">
                    <a:extLst>
                      <a:ext uri="{FF2B5EF4-FFF2-40B4-BE49-F238E27FC236}">
                        <a16:creationId xmlns:a16="http://schemas.microsoft.com/office/drawing/2014/main" id="{3D41FFEE-DB8F-4240-A736-4C952D00EA4A}"/>
                      </a:ext>
                    </a:extLst>
                  </p:cNvPr>
                  <p:cNvGrpSpPr/>
                  <p:nvPr/>
                </p:nvGrpSpPr>
                <p:grpSpPr>
                  <a:xfrm>
                    <a:off x="4191757" y="3976989"/>
                    <a:ext cx="147539" cy="63801"/>
                    <a:chOff x="4191757" y="3976989"/>
                    <a:chExt cx="147539" cy="63801"/>
                  </a:xfrm>
                  <a:solidFill>
                    <a:schemeClr val="accent1"/>
                  </a:solidFill>
                </p:grpSpPr>
                <p:sp>
                  <p:nvSpPr>
                    <p:cNvPr id="15532" name="Forme libre : forme 15531">
                      <a:extLst>
                        <a:ext uri="{FF2B5EF4-FFF2-40B4-BE49-F238E27FC236}">
                          <a16:creationId xmlns:a16="http://schemas.microsoft.com/office/drawing/2014/main" id="{6C4F72F3-77E6-4A84-B71C-1BF81D2CC6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1852" y="3976989"/>
                      <a:ext cx="147349" cy="63706"/>
                    </a:xfrm>
                    <a:custGeom>
                      <a:avLst/>
                      <a:gdLst>
                        <a:gd name="connsiteX0" fmla="*/ 102403 w 147349"/>
                        <a:gd name="connsiteY0" fmla="*/ 62372 h 63706"/>
                        <a:gd name="connsiteX1" fmla="*/ 86496 w 147349"/>
                        <a:gd name="connsiteY1" fmla="*/ 63706 h 63706"/>
                        <a:gd name="connsiteX2" fmla="*/ 69637 w 147349"/>
                        <a:gd name="connsiteY2" fmla="*/ 63135 h 63706"/>
                        <a:gd name="connsiteX3" fmla="*/ 52491 w 147349"/>
                        <a:gd name="connsiteY3" fmla="*/ 60087 h 63706"/>
                        <a:gd name="connsiteX4" fmla="*/ 35918 w 147349"/>
                        <a:gd name="connsiteY4" fmla="*/ 54371 h 63706"/>
                        <a:gd name="connsiteX5" fmla="*/ 16773 w 147349"/>
                        <a:gd name="connsiteY5" fmla="*/ 42465 h 63706"/>
                        <a:gd name="connsiteX6" fmla="*/ 4771 w 147349"/>
                        <a:gd name="connsiteY6" fmla="*/ 28749 h 63706"/>
                        <a:gd name="connsiteX7" fmla="*/ 104 w 147349"/>
                        <a:gd name="connsiteY7" fmla="*/ 16653 h 63706"/>
                        <a:gd name="connsiteX8" fmla="*/ 2104 w 147349"/>
                        <a:gd name="connsiteY8" fmla="*/ 9509 h 63706"/>
                        <a:gd name="connsiteX9" fmla="*/ 11534 w 147349"/>
                        <a:gd name="connsiteY9" fmla="*/ 1698 h 63706"/>
                        <a:gd name="connsiteX10" fmla="*/ 18582 w 147349"/>
                        <a:gd name="connsiteY10" fmla="*/ 79 h 63706"/>
                        <a:gd name="connsiteX11" fmla="*/ 28203 w 147349"/>
                        <a:gd name="connsiteY11" fmla="*/ 2555 h 63706"/>
                        <a:gd name="connsiteX12" fmla="*/ 40109 w 147349"/>
                        <a:gd name="connsiteY12" fmla="*/ 7318 h 63706"/>
                        <a:gd name="connsiteX13" fmla="*/ 53349 w 147349"/>
                        <a:gd name="connsiteY13" fmla="*/ 12938 h 63706"/>
                        <a:gd name="connsiteX14" fmla="*/ 63255 w 147349"/>
                        <a:gd name="connsiteY14" fmla="*/ 16271 h 63706"/>
                        <a:gd name="connsiteX15" fmla="*/ 73637 w 147349"/>
                        <a:gd name="connsiteY15" fmla="*/ 18081 h 63706"/>
                        <a:gd name="connsiteX16" fmla="*/ 84686 w 147349"/>
                        <a:gd name="connsiteY16" fmla="*/ 18367 h 63706"/>
                        <a:gd name="connsiteX17" fmla="*/ 96592 w 147349"/>
                        <a:gd name="connsiteY17" fmla="*/ 17224 h 63706"/>
                        <a:gd name="connsiteX18" fmla="*/ 113642 w 147349"/>
                        <a:gd name="connsiteY18" fmla="*/ 15700 h 63706"/>
                        <a:gd name="connsiteX19" fmla="*/ 128977 w 147349"/>
                        <a:gd name="connsiteY19" fmla="*/ 16271 h 63706"/>
                        <a:gd name="connsiteX20" fmla="*/ 145170 w 147349"/>
                        <a:gd name="connsiteY20" fmla="*/ 25130 h 63706"/>
                        <a:gd name="connsiteX21" fmla="*/ 147265 w 147349"/>
                        <a:gd name="connsiteY21" fmla="*/ 37608 h 63706"/>
                        <a:gd name="connsiteX22" fmla="*/ 135930 w 147349"/>
                        <a:gd name="connsiteY22" fmla="*/ 51514 h 63706"/>
                        <a:gd name="connsiteX23" fmla="*/ 121643 w 147349"/>
                        <a:gd name="connsiteY23" fmla="*/ 57896 h 63706"/>
                        <a:gd name="connsiteX24" fmla="*/ 102403 w 147349"/>
                        <a:gd name="connsiteY24" fmla="*/ 62372 h 63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7349" h="63706">
                          <a:moveTo>
                            <a:pt x="102403" y="62372"/>
                          </a:moveTo>
                          <a:cubicBezTo>
                            <a:pt x="97354" y="63135"/>
                            <a:pt x="91735" y="63230"/>
                            <a:pt x="86496" y="63706"/>
                          </a:cubicBezTo>
                          <a:cubicBezTo>
                            <a:pt x="80876" y="63611"/>
                            <a:pt x="75352" y="63801"/>
                            <a:pt x="69637" y="63135"/>
                          </a:cubicBezTo>
                          <a:cubicBezTo>
                            <a:pt x="63921" y="62277"/>
                            <a:pt x="58111" y="61896"/>
                            <a:pt x="52491" y="60087"/>
                          </a:cubicBezTo>
                          <a:cubicBezTo>
                            <a:pt x="46777" y="58658"/>
                            <a:pt x="41157" y="56943"/>
                            <a:pt x="35918" y="54371"/>
                          </a:cubicBezTo>
                          <a:cubicBezTo>
                            <a:pt x="28203" y="51419"/>
                            <a:pt x="22107" y="46752"/>
                            <a:pt x="16773" y="42465"/>
                          </a:cubicBezTo>
                          <a:cubicBezTo>
                            <a:pt x="11439" y="38084"/>
                            <a:pt x="7819" y="32940"/>
                            <a:pt x="4771" y="28749"/>
                          </a:cubicBezTo>
                          <a:cubicBezTo>
                            <a:pt x="1914" y="24368"/>
                            <a:pt x="580" y="19891"/>
                            <a:pt x="104" y="16653"/>
                          </a:cubicBezTo>
                          <a:cubicBezTo>
                            <a:pt x="-277" y="13319"/>
                            <a:pt x="390" y="10938"/>
                            <a:pt x="2104" y="9509"/>
                          </a:cubicBezTo>
                          <a:lnTo>
                            <a:pt x="11534" y="1698"/>
                          </a:lnTo>
                          <a:cubicBezTo>
                            <a:pt x="13248" y="270"/>
                            <a:pt x="15725" y="-207"/>
                            <a:pt x="18582" y="79"/>
                          </a:cubicBezTo>
                          <a:cubicBezTo>
                            <a:pt x="21535" y="270"/>
                            <a:pt x="24488" y="1413"/>
                            <a:pt x="28203" y="2555"/>
                          </a:cubicBezTo>
                          <a:cubicBezTo>
                            <a:pt x="32108" y="3603"/>
                            <a:pt x="35823" y="5604"/>
                            <a:pt x="40109" y="7318"/>
                          </a:cubicBezTo>
                          <a:cubicBezTo>
                            <a:pt x="44490" y="8937"/>
                            <a:pt x="48777" y="11414"/>
                            <a:pt x="53349" y="12938"/>
                          </a:cubicBezTo>
                          <a:cubicBezTo>
                            <a:pt x="56492" y="14557"/>
                            <a:pt x="59826" y="15414"/>
                            <a:pt x="63255" y="16271"/>
                          </a:cubicBezTo>
                          <a:cubicBezTo>
                            <a:pt x="66493" y="17510"/>
                            <a:pt x="70208" y="17414"/>
                            <a:pt x="73637" y="18081"/>
                          </a:cubicBezTo>
                          <a:cubicBezTo>
                            <a:pt x="77161" y="18462"/>
                            <a:pt x="80971" y="18272"/>
                            <a:pt x="84686" y="18367"/>
                          </a:cubicBezTo>
                          <a:cubicBezTo>
                            <a:pt x="88687" y="17891"/>
                            <a:pt x="92401" y="17891"/>
                            <a:pt x="96592" y="17224"/>
                          </a:cubicBezTo>
                          <a:cubicBezTo>
                            <a:pt x="102307" y="16462"/>
                            <a:pt x="108118" y="15891"/>
                            <a:pt x="113642" y="15700"/>
                          </a:cubicBezTo>
                          <a:cubicBezTo>
                            <a:pt x="119166" y="15510"/>
                            <a:pt x="124500" y="15605"/>
                            <a:pt x="128977" y="16271"/>
                          </a:cubicBezTo>
                          <a:cubicBezTo>
                            <a:pt x="138312" y="17510"/>
                            <a:pt x="144408" y="20653"/>
                            <a:pt x="145170" y="25130"/>
                          </a:cubicBezTo>
                          <a:lnTo>
                            <a:pt x="147265" y="37608"/>
                          </a:lnTo>
                          <a:cubicBezTo>
                            <a:pt x="148027" y="42084"/>
                            <a:pt x="143550" y="47037"/>
                            <a:pt x="135930" y="51514"/>
                          </a:cubicBezTo>
                          <a:cubicBezTo>
                            <a:pt x="131930" y="53800"/>
                            <a:pt x="127263" y="55991"/>
                            <a:pt x="121643" y="57896"/>
                          </a:cubicBezTo>
                          <a:cubicBezTo>
                            <a:pt x="116119" y="59896"/>
                            <a:pt x="109641" y="61420"/>
                            <a:pt x="102403" y="6237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33" name="Forme libre : forme 15532">
                      <a:extLst>
                        <a:ext uri="{FF2B5EF4-FFF2-40B4-BE49-F238E27FC236}">
                          <a16:creationId xmlns:a16="http://schemas.microsoft.com/office/drawing/2014/main" id="{A713F567-A2A3-4DCA-9D2B-16AFE81CAD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1757" y="3983259"/>
                      <a:ext cx="147539" cy="57531"/>
                    </a:xfrm>
                    <a:custGeom>
                      <a:avLst/>
                      <a:gdLst>
                        <a:gd name="connsiteX0" fmla="*/ 51825 w 147539"/>
                        <a:gd name="connsiteY0" fmla="*/ 38290 h 57531"/>
                        <a:gd name="connsiteX1" fmla="*/ 34775 w 147539"/>
                        <a:gd name="connsiteY1" fmla="*/ 32195 h 57531"/>
                        <a:gd name="connsiteX2" fmla="*/ 20868 w 147539"/>
                        <a:gd name="connsiteY2" fmla="*/ 22384 h 57531"/>
                        <a:gd name="connsiteX3" fmla="*/ 11058 w 147539"/>
                        <a:gd name="connsiteY3" fmla="*/ 11049 h 57531"/>
                        <a:gd name="connsiteX4" fmla="*/ 6200 w 147539"/>
                        <a:gd name="connsiteY4" fmla="*/ 0 h 57531"/>
                        <a:gd name="connsiteX5" fmla="*/ 2104 w 147539"/>
                        <a:gd name="connsiteY5" fmla="*/ 3334 h 57531"/>
                        <a:gd name="connsiteX6" fmla="*/ 104 w 147539"/>
                        <a:gd name="connsiteY6" fmla="*/ 10478 h 57531"/>
                        <a:gd name="connsiteX7" fmla="*/ 4771 w 147539"/>
                        <a:gd name="connsiteY7" fmla="*/ 22574 h 57531"/>
                        <a:gd name="connsiteX8" fmla="*/ 16773 w 147539"/>
                        <a:gd name="connsiteY8" fmla="*/ 36290 h 57531"/>
                        <a:gd name="connsiteX9" fmla="*/ 35918 w 147539"/>
                        <a:gd name="connsiteY9" fmla="*/ 48196 h 57531"/>
                        <a:gd name="connsiteX10" fmla="*/ 52491 w 147539"/>
                        <a:gd name="connsiteY10" fmla="*/ 53912 h 57531"/>
                        <a:gd name="connsiteX11" fmla="*/ 69636 w 147539"/>
                        <a:gd name="connsiteY11" fmla="*/ 56960 h 57531"/>
                        <a:gd name="connsiteX12" fmla="*/ 86495 w 147539"/>
                        <a:gd name="connsiteY12" fmla="*/ 57531 h 57531"/>
                        <a:gd name="connsiteX13" fmla="*/ 102402 w 147539"/>
                        <a:gd name="connsiteY13" fmla="*/ 56197 h 57531"/>
                        <a:gd name="connsiteX14" fmla="*/ 121833 w 147539"/>
                        <a:gd name="connsiteY14" fmla="*/ 51816 h 57531"/>
                        <a:gd name="connsiteX15" fmla="*/ 136121 w 147539"/>
                        <a:gd name="connsiteY15" fmla="*/ 45434 h 57531"/>
                        <a:gd name="connsiteX16" fmla="*/ 147456 w 147539"/>
                        <a:gd name="connsiteY16" fmla="*/ 31528 h 57531"/>
                        <a:gd name="connsiteX17" fmla="*/ 147360 w 147539"/>
                        <a:gd name="connsiteY17" fmla="*/ 31147 h 57531"/>
                        <a:gd name="connsiteX18" fmla="*/ 100878 w 147539"/>
                        <a:gd name="connsiteY18" fmla="*/ 39624 h 57531"/>
                        <a:gd name="connsiteX19" fmla="*/ 51825 w 147539"/>
                        <a:gd name="connsiteY19" fmla="*/ 38290 h 57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47539" h="57531">
                          <a:moveTo>
                            <a:pt x="51825" y="38290"/>
                          </a:moveTo>
                          <a:cubicBezTo>
                            <a:pt x="45728" y="37433"/>
                            <a:pt x="40299" y="34480"/>
                            <a:pt x="34775" y="32195"/>
                          </a:cubicBezTo>
                          <a:cubicBezTo>
                            <a:pt x="29727" y="29051"/>
                            <a:pt x="24869" y="25908"/>
                            <a:pt x="20868" y="22384"/>
                          </a:cubicBezTo>
                          <a:cubicBezTo>
                            <a:pt x="17058" y="18479"/>
                            <a:pt x="13534" y="14859"/>
                            <a:pt x="11058" y="11049"/>
                          </a:cubicBezTo>
                          <a:cubicBezTo>
                            <a:pt x="8772" y="7048"/>
                            <a:pt x="7057" y="3238"/>
                            <a:pt x="6200" y="0"/>
                          </a:cubicBezTo>
                          <a:lnTo>
                            <a:pt x="2104" y="3334"/>
                          </a:lnTo>
                          <a:cubicBezTo>
                            <a:pt x="390" y="4763"/>
                            <a:pt x="-277" y="7144"/>
                            <a:pt x="104" y="10478"/>
                          </a:cubicBezTo>
                          <a:cubicBezTo>
                            <a:pt x="580" y="13716"/>
                            <a:pt x="1914" y="18193"/>
                            <a:pt x="4771" y="22574"/>
                          </a:cubicBezTo>
                          <a:cubicBezTo>
                            <a:pt x="7724" y="26765"/>
                            <a:pt x="11439" y="31909"/>
                            <a:pt x="16773" y="36290"/>
                          </a:cubicBezTo>
                          <a:cubicBezTo>
                            <a:pt x="22107" y="40577"/>
                            <a:pt x="28203" y="45244"/>
                            <a:pt x="35918" y="48196"/>
                          </a:cubicBezTo>
                          <a:cubicBezTo>
                            <a:pt x="41157" y="50768"/>
                            <a:pt x="46776" y="52388"/>
                            <a:pt x="52491" y="53912"/>
                          </a:cubicBezTo>
                          <a:cubicBezTo>
                            <a:pt x="58111" y="55721"/>
                            <a:pt x="63921" y="56102"/>
                            <a:pt x="69636" y="56960"/>
                          </a:cubicBezTo>
                          <a:cubicBezTo>
                            <a:pt x="75351" y="57626"/>
                            <a:pt x="80876" y="57436"/>
                            <a:pt x="86495" y="57531"/>
                          </a:cubicBezTo>
                          <a:cubicBezTo>
                            <a:pt x="91830" y="57150"/>
                            <a:pt x="97354" y="56960"/>
                            <a:pt x="102402" y="56197"/>
                          </a:cubicBezTo>
                          <a:cubicBezTo>
                            <a:pt x="109641" y="55245"/>
                            <a:pt x="116214" y="53721"/>
                            <a:pt x="121833" y="51816"/>
                          </a:cubicBezTo>
                          <a:cubicBezTo>
                            <a:pt x="127548" y="49911"/>
                            <a:pt x="132216" y="47720"/>
                            <a:pt x="136121" y="45434"/>
                          </a:cubicBezTo>
                          <a:cubicBezTo>
                            <a:pt x="143741" y="40957"/>
                            <a:pt x="148218" y="35909"/>
                            <a:pt x="147456" y="31528"/>
                          </a:cubicBezTo>
                          <a:lnTo>
                            <a:pt x="147360" y="31147"/>
                          </a:lnTo>
                          <a:cubicBezTo>
                            <a:pt x="132025" y="34099"/>
                            <a:pt x="116690" y="37624"/>
                            <a:pt x="100878" y="39624"/>
                          </a:cubicBezTo>
                          <a:cubicBezTo>
                            <a:pt x="85162" y="41529"/>
                            <a:pt x="68589" y="41910"/>
                            <a:pt x="51825" y="3829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34" name="Forme libre : forme 15533">
                      <a:extLst>
                        <a:ext uri="{FF2B5EF4-FFF2-40B4-BE49-F238E27FC236}">
                          <a16:creationId xmlns:a16="http://schemas.microsoft.com/office/drawing/2014/main" id="{B05488CE-613F-4F2C-BC84-22D775BA54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9359" y="4010215"/>
                      <a:ext cx="68545" cy="17411"/>
                    </a:xfrm>
                    <a:custGeom>
                      <a:avLst/>
                      <a:gdLst>
                        <a:gd name="connsiteX0" fmla="*/ 68516 w 68545"/>
                        <a:gd name="connsiteY0" fmla="*/ 5048 h 17411"/>
                        <a:gd name="connsiteX1" fmla="*/ 59468 w 68545"/>
                        <a:gd name="connsiteY1" fmla="*/ 12763 h 17411"/>
                        <a:gd name="connsiteX2" fmla="*/ 48419 w 68545"/>
                        <a:gd name="connsiteY2" fmla="*/ 16002 h 17411"/>
                        <a:gd name="connsiteX3" fmla="*/ 34131 w 68545"/>
                        <a:gd name="connsiteY3" fmla="*/ 17336 h 17411"/>
                        <a:gd name="connsiteX4" fmla="*/ 19653 w 68545"/>
                        <a:gd name="connsiteY4" fmla="*/ 15716 h 17411"/>
                        <a:gd name="connsiteX5" fmla="*/ 8318 w 68545"/>
                        <a:gd name="connsiteY5" fmla="*/ 11716 h 17411"/>
                        <a:gd name="connsiteX6" fmla="*/ 1556 w 68545"/>
                        <a:gd name="connsiteY6" fmla="*/ 7049 h 17411"/>
                        <a:gd name="connsiteX7" fmla="*/ 127 w 68545"/>
                        <a:gd name="connsiteY7" fmla="*/ 2858 h 17411"/>
                        <a:gd name="connsiteX8" fmla="*/ 3747 w 68545"/>
                        <a:gd name="connsiteY8" fmla="*/ 762 h 17411"/>
                        <a:gd name="connsiteX9" fmla="*/ 11366 w 68545"/>
                        <a:gd name="connsiteY9" fmla="*/ 0 h 17411"/>
                        <a:gd name="connsiteX10" fmla="*/ 21749 w 68545"/>
                        <a:gd name="connsiteY10" fmla="*/ 95 h 17411"/>
                        <a:gd name="connsiteX11" fmla="*/ 34226 w 68545"/>
                        <a:gd name="connsiteY11" fmla="*/ 191 h 17411"/>
                        <a:gd name="connsiteX12" fmla="*/ 46895 w 68545"/>
                        <a:gd name="connsiteY12" fmla="*/ 191 h 17411"/>
                        <a:gd name="connsiteX13" fmla="*/ 57658 w 68545"/>
                        <a:gd name="connsiteY13" fmla="*/ 667 h 17411"/>
                        <a:gd name="connsiteX14" fmla="*/ 68516 w 68545"/>
                        <a:gd name="connsiteY14" fmla="*/ 5048 h 17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8545" h="17411">
                          <a:moveTo>
                            <a:pt x="68516" y="5048"/>
                          </a:moveTo>
                          <a:cubicBezTo>
                            <a:pt x="68898" y="7334"/>
                            <a:pt x="65564" y="10287"/>
                            <a:pt x="59468" y="12763"/>
                          </a:cubicBezTo>
                          <a:cubicBezTo>
                            <a:pt x="56420" y="13907"/>
                            <a:pt x="52705" y="15240"/>
                            <a:pt x="48419" y="16002"/>
                          </a:cubicBezTo>
                          <a:cubicBezTo>
                            <a:pt x="44037" y="16574"/>
                            <a:pt x="39370" y="17717"/>
                            <a:pt x="34131" y="17336"/>
                          </a:cubicBezTo>
                          <a:cubicBezTo>
                            <a:pt x="28988" y="17336"/>
                            <a:pt x="24035" y="16954"/>
                            <a:pt x="19653" y="15716"/>
                          </a:cubicBezTo>
                          <a:cubicBezTo>
                            <a:pt x="15176" y="14764"/>
                            <a:pt x="11366" y="13526"/>
                            <a:pt x="8318" y="11716"/>
                          </a:cubicBezTo>
                          <a:cubicBezTo>
                            <a:pt x="5270" y="10096"/>
                            <a:pt x="2984" y="8477"/>
                            <a:pt x="1556" y="7049"/>
                          </a:cubicBezTo>
                          <a:cubicBezTo>
                            <a:pt x="222" y="5429"/>
                            <a:pt x="-254" y="4001"/>
                            <a:pt x="127" y="2858"/>
                          </a:cubicBezTo>
                          <a:cubicBezTo>
                            <a:pt x="508" y="1715"/>
                            <a:pt x="1841" y="1143"/>
                            <a:pt x="3747" y="762"/>
                          </a:cubicBezTo>
                          <a:cubicBezTo>
                            <a:pt x="5747" y="286"/>
                            <a:pt x="8318" y="0"/>
                            <a:pt x="11366" y="0"/>
                          </a:cubicBezTo>
                          <a:cubicBezTo>
                            <a:pt x="14319" y="191"/>
                            <a:pt x="17843" y="95"/>
                            <a:pt x="21749" y="95"/>
                          </a:cubicBezTo>
                          <a:cubicBezTo>
                            <a:pt x="25559" y="381"/>
                            <a:pt x="29750" y="191"/>
                            <a:pt x="34226" y="191"/>
                          </a:cubicBezTo>
                          <a:cubicBezTo>
                            <a:pt x="38608" y="476"/>
                            <a:pt x="42990" y="-95"/>
                            <a:pt x="46895" y="191"/>
                          </a:cubicBezTo>
                          <a:cubicBezTo>
                            <a:pt x="50895" y="286"/>
                            <a:pt x="54515" y="191"/>
                            <a:pt x="57658" y="667"/>
                          </a:cubicBezTo>
                          <a:cubicBezTo>
                            <a:pt x="63849" y="1334"/>
                            <a:pt x="68040" y="2667"/>
                            <a:pt x="68516" y="504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35" name="Forme libre : forme 15534">
                      <a:extLst>
                        <a:ext uri="{FF2B5EF4-FFF2-40B4-BE49-F238E27FC236}">
                          <a16:creationId xmlns:a16="http://schemas.microsoft.com/office/drawing/2014/main" id="{F524C90C-75E0-4B5B-9CF2-BAEE1BD9D7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9264" y="4010345"/>
                      <a:ext cx="50514" cy="17226"/>
                    </a:xfrm>
                    <a:custGeom>
                      <a:avLst/>
                      <a:gdLst>
                        <a:gd name="connsiteX0" fmla="*/ 16224 w 50514"/>
                        <a:gd name="connsiteY0" fmla="*/ 156 h 17226"/>
                        <a:gd name="connsiteX1" fmla="*/ 5366 w 50514"/>
                        <a:gd name="connsiteY1" fmla="*/ 347 h 17226"/>
                        <a:gd name="connsiteX2" fmla="*/ 127 w 50514"/>
                        <a:gd name="connsiteY2" fmla="*/ 2728 h 17226"/>
                        <a:gd name="connsiteX3" fmla="*/ 1556 w 50514"/>
                        <a:gd name="connsiteY3" fmla="*/ 6919 h 17226"/>
                        <a:gd name="connsiteX4" fmla="*/ 8319 w 50514"/>
                        <a:gd name="connsiteY4" fmla="*/ 11586 h 17226"/>
                        <a:gd name="connsiteX5" fmla="*/ 19653 w 50514"/>
                        <a:gd name="connsiteY5" fmla="*/ 15587 h 17226"/>
                        <a:gd name="connsiteX6" fmla="*/ 34131 w 50514"/>
                        <a:gd name="connsiteY6" fmla="*/ 17206 h 17226"/>
                        <a:gd name="connsiteX7" fmla="*/ 50514 w 50514"/>
                        <a:gd name="connsiteY7" fmla="*/ 15396 h 17226"/>
                        <a:gd name="connsiteX8" fmla="*/ 41465 w 50514"/>
                        <a:gd name="connsiteY8" fmla="*/ 15491 h 17226"/>
                        <a:gd name="connsiteX9" fmla="*/ 30131 w 50514"/>
                        <a:gd name="connsiteY9" fmla="*/ 13110 h 17226"/>
                        <a:gd name="connsiteX10" fmla="*/ 21558 w 50514"/>
                        <a:gd name="connsiteY10" fmla="*/ 9110 h 17226"/>
                        <a:gd name="connsiteX11" fmla="*/ 16224 w 50514"/>
                        <a:gd name="connsiteY11" fmla="*/ 156 h 17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0514" h="17226">
                          <a:moveTo>
                            <a:pt x="16224" y="156"/>
                          </a:moveTo>
                          <a:cubicBezTo>
                            <a:pt x="11938" y="-34"/>
                            <a:pt x="8223" y="-130"/>
                            <a:pt x="5366" y="347"/>
                          </a:cubicBezTo>
                          <a:cubicBezTo>
                            <a:pt x="2508" y="918"/>
                            <a:pt x="698" y="1299"/>
                            <a:pt x="127" y="2728"/>
                          </a:cubicBezTo>
                          <a:cubicBezTo>
                            <a:pt x="-254" y="3776"/>
                            <a:pt x="222" y="5300"/>
                            <a:pt x="1556" y="6919"/>
                          </a:cubicBezTo>
                          <a:cubicBezTo>
                            <a:pt x="2984" y="8348"/>
                            <a:pt x="5271" y="9967"/>
                            <a:pt x="8319" y="11586"/>
                          </a:cubicBezTo>
                          <a:cubicBezTo>
                            <a:pt x="11366" y="13396"/>
                            <a:pt x="15176" y="14634"/>
                            <a:pt x="19653" y="15587"/>
                          </a:cubicBezTo>
                          <a:cubicBezTo>
                            <a:pt x="24035" y="16825"/>
                            <a:pt x="28988" y="17206"/>
                            <a:pt x="34131" y="17206"/>
                          </a:cubicBezTo>
                          <a:cubicBezTo>
                            <a:pt x="40227" y="17396"/>
                            <a:pt x="45657" y="16253"/>
                            <a:pt x="50514" y="15396"/>
                          </a:cubicBezTo>
                          <a:cubicBezTo>
                            <a:pt x="47466" y="15587"/>
                            <a:pt x="44418" y="15682"/>
                            <a:pt x="41465" y="15491"/>
                          </a:cubicBezTo>
                          <a:cubicBezTo>
                            <a:pt x="37465" y="15301"/>
                            <a:pt x="33560" y="14063"/>
                            <a:pt x="30131" y="13110"/>
                          </a:cubicBezTo>
                          <a:cubicBezTo>
                            <a:pt x="26702" y="12158"/>
                            <a:pt x="23844" y="10729"/>
                            <a:pt x="21558" y="9110"/>
                          </a:cubicBezTo>
                          <a:cubicBezTo>
                            <a:pt x="17177" y="6062"/>
                            <a:pt x="15176" y="2918"/>
                            <a:pt x="16224" y="15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36" name="Forme libre : forme 15535">
                      <a:extLst>
                        <a:ext uri="{FF2B5EF4-FFF2-40B4-BE49-F238E27FC236}">
                          <a16:creationId xmlns:a16="http://schemas.microsoft.com/office/drawing/2014/main" id="{857C2462-2FD5-4D19-B01C-DA4B5E82A0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2043" y="4011939"/>
                      <a:ext cx="69686" cy="17611"/>
                    </a:xfrm>
                    <a:custGeom>
                      <a:avLst/>
                      <a:gdLst>
                        <a:gd name="connsiteX0" fmla="*/ 69642 w 69686"/>
                        <a:gd name="connsiteY0" fmla="*/ 4562 h 17611"/>
                        <a:gd name="connsiteX1" fmla="*/ 60689 w 69686"/>
                        <a:gd name="connsiteY1" fmla="*/ 12373 h 17611"/>
                        <a:gd name="connsiteX2" fmla="*/ 35352 w 69686"/>
                        <a:gd name="connsiteY2" fmla="*/ 17611 h 17611"/>
                        <a:gd name="connsiteX3" fmla="*/ 20588 w 69686"/>
                        <a:gd name="connsiteY3" fmla="*/ 16468 h 17611"/>
                        <a:gd name="connsiteX4" fmla="*/ 8873 w 69686"/>
                        <a:gd name="connsiteY4" fmla="*/ 12849 h 17611"/>
                        <a:gd name="connsiteX5" fmla="*/ 110 w 69686"/>
                        <a:gd name="connsiteY5" fmla="*/ 4181 h 17611"/>
                        <a:gd name="connsiteX6" fmla="*/ 11445 w 69686"/>
                        <a:gd name="connsiteY6" fmla="*/ 1038 h 17611"/>
                        <a:gd name="connsiteX7" fmla="*/ 22017 w 69686"/>
                        <a:gd name="connsiteY7" fmla="*/ 752 h 17611"/>
                        <a:gd name="connsiteX8" fmla="*/ 34781 w 69686"/>
                        <a:gd name="connsiteY8" fmla="*/ 466 h 17611"/>
                        <a:gd name="connsiteX9" fmla="*/ 58593 w 69686"/>
                        <a:gd name="connsiteY9" fmla="*/ 276 h 17611"/>
                        <a:gd name="connsiteX10" fmla="*/ 69642 w 69686"/>
                        <a:gd name="connsiteY10" fmla="*/ 4562 h 17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9686" h="17611">
                          <a:moveTo>
                            <a:pt x="69642" y="4562"/>
                          </a:moveTo>
                          <a:cubicBezTo>
                            <a:pt x="70119" y="6943"/>
                            <a:pt x="66689" y="9706"/>
                            <a:pt x="60689" y="12373"/>
                          </a:cubicBezTo>
                          <a:cubicBezTo>
                            <a:pt x="54593" y="14944"/>
                            <a:pt x="45734" y="17135"/>
                            <a:pt x="35352" y="17611"/>
                          </a:cubicBezTo>
                          <a:cubicBezTo>
                            <a:pt x="30113" y="17421"/>
                            <a:pt x="25161" y="17421"/>
                            <a:pt x="20588" y="16468"/>
                          </a:cubicBezTo>
                          <a:cubicBezTo>
                            <a:pt x="16112" y="15421"/>
                            <a:pt x="12111" y="14373"/>
                            <a:pt x="8873" y="12849"/>
                          </a:cubicBezTo>
                          <a:cubicBezTo>
                            <a:pt x="2586" y="9515"/>
                            <a:pt x="-652" y="6372"/>
                            <a:pt x="110" y="4181"/>
                          </a:cubicBezTo>
                          <a:cubicBezTo>
                            <a:pt x="872" y="1990"/>
                            <a:pt x="5348" y="942"/>
                            <a:pt x="11445" y="1038"/>
                          </a:cubicBezTo>
                          <a:cubicBezTo>
                            <a:pt x="14492" y="942"/>
                            <a:pt x="18207" y="562"/>
                            <a:pt x="22017" y="752"/>
                          </a:cubicBezTo>
                          <a:cubicBezTo>
                            <a:pt x="25922" y="752"/>
                            <a:pt x="30304" y="276"/>
                            <a:pt x="34781" y="466"/>
                          </a:cubicBezTo>
                          <a:cubicBezTo>
                            <a:pt x="43829" y="-10"/>
                            <a:pt x="52212" y="-200"/>
                            <a:pt x="58593" y="276"/>
                          </a:cubicBezTo>
                          <a:cubicBezTo>
                            <a:pt x="64975" y="752"/>
                            <a:pt x="69166" y="2181"/>
                            <a:pt x="69642" y="456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37" name="Forme libre : forme 15536">
                      <a:extLst>
                        <a:ext uri="{FF2B5EF4-FFF2-40B4-BE49-F238E27FC236}">
                          <a16:creationId xmlns:a16="http://schemas.microsoft.com/office/drawing/2014/main" id="{7C87A1DD-4E96-4015-A1E2-51644A3B0E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0276" y="3991524"/>
                      <a:ext cx="86825" cy="45567"/>
                    </a:xfrm>
                    <a:custGeom>
                      <a:avLst/>
                      <a:gdLst>
                        <a:gd name="connsiteX0" fmla="*/ 3016 w 86825"/>
                        <a:gd name="connsiteY0" fmla="*/ 7928 h 45567"/>
                        <a:gd name="connsiteX1" fmla="*/ 254 w 86825"/>
                        <a:gd name="connsiteY1" fmla="*/ 15738 h 45567"/>
                        <a:gd name="connsiteX2" fmla="*/ 10350 w 86825"/>
                        <a:gd name="connsiteY2" fmla="*/ 28883 h 45567"/>
                        <a:gd name="connsiteX3" fmla="*/ 20161 w 86825"/>
                        <a:gd name="connsiteY3" fmla="*/ 35550 h 45567"/>
                        <a:gd name="connsiteX4" fmla="*/ 25781 w 86825"/>
                        <a:gd name="connsiteY4" fmla="*/ 38694 h 45567"/>
                        <a:gd name="connsiteX5" fmla="*/ 31972 w 86825"/>
                        <a:gd name="connsiteY5" fmla="*/ 40979 h 45567"/>
                        <a:gd name="connsiteX6" fmla="*/ 53784 w 86825"/>
                        <a:gd name="connsiteY6" fmla="*/ 45552 h 45567"/>
                        <a:gd name="connsiteX7" fmla="*/ 74073 w 86825"/>
                        <a:gd name="connsiteY7" fmla="*/ 43742 h 45567"/>
                        <a:gd name="connsiteX8" fmla="*/ 85693 w 86825"/>
                        <a:gd name="connsiteY8" fmla="*/ 34788 h 45567"/>
                        <a:gd name="connsiteX9" fmla="*/ 72739 w 86825"/>
                        <a:gd name="connsiteY9" fmla="*/ 32121 h 45567"/>
                        <a:gd name="connsiteX10" fmla="*/ 56451 w 86825"/>
                        <a:gd name="connsiteY10" fmla="*/ 28026 h 45567"/>
                        <a:gd name="connsiteX11" fmla="*/ 43783 w 86825"/>
                        <a:gd name="connsiteY11" fmla="*/ 21358 h 45567"/>
                        <a:gd name="connsiteX12" fmla="*/ 18161 w 86825"/>
                        <a:gd name="connsiteY12" fmla="*/ 1356 h 45567"/>
                        <a:gd name="connsiteX13" fmla="*/ 7588 w 86825"/>
                        <a:gd name="connsiteY13" fmla="*/ 1737 h 45567"/>
                        <a:gd name="connsiteX14" fmla="*/ 3016 w 86825"/>
                        <a:gd name="connsiteY14" fmla="*/ 7928 h 45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6825" h="45567">
                          <a:moveTo>
                            <a:pt x="3016" y="7928"/>
                          </a:moveTo>
                          <a:cubicBezTo>
                            <a:pt x="1207" y="9928"/>
                            <a:pt x="-699" y="11833"/>
                            <a:pt x="254" y="15738"/>
                          </a:cubicBezTo>
                          <a:cubicBezTo>
                            <a:pt x="1016" y="19644"/>
                            <a:pt x="5016" y="23835"/>
                            <a:pt x="10350" y="28883"/>
                          </a:cubicBezTo>
                          <a:cubicBezTo>
                            <a:pt x="12922" y="31550"/>
                            <a:pt x="16637" y="33264"/>
                            <a:pt x="20161" y="35550"/>
                          </a:cubicBezTo>
                          <a:cubicBezTo>
                            <a:pt x="22066" y="36598"/>
                            <a:pt x="23971" y="37646"/>
                            <a:pt x="25781" y="38694"/>
                          </a:cubicBezTo>
                          <a:cubicBezTo>
                            <a:pt x="27876" y="39456"/>
                            <a:pt x="29972" y="40218"/>
                            <a:pt x="31972" y="40979"/>
                          </a:cubicBezTo>
                          <a:cubicBezTo>
                            <a:pt x="38830" y="43742"/>
                            <a:pt x="46450" y="44694"/>
                            <a:pt x="53784" y="45552"/>
                          </a:cubicBezTo>
                          <a:cubicBezTo>
                            <a:pt x="61024" y="45647"/>
                            <a:pt x="68167" y="45361"/>
                            <a:pt x="74073" y="43742"/>
                          </a:cubicBezTo>
                          <a:cubicBezTo>
                            <a:pt x="83217" y="41837"/>
                            <a:pt x="89503" y="37074"/>
                            <a:pt x="85693" y="34788"/>
                          </a:cubicBezTo>
                          <a:cubicBezTo>
                            <a:pt x="83312" y="33360"/>
                            <a:pt x="77788" y="32979"/>
                            <a:pt x="72739" y="32121"/>
                          </a:cubicBezTo>
                          <a:cubicBezTo>
                            <a:pt x="66929" y="31454"/>
                            <a:pt x="61309" y="29645"/>
                            <a:pt x="56451" y="28026"/>
                          </a:cubicBezTo>
                          <a:cubicBezTo>
                            <a:pt x="51594" y="26120"/>
                            <a:pt x="47307" y="23644"/>
                            <a:pt x="43783" y="21358"/>
                          </a:cubicBezTo>
                          <a:cubicBezTo>
                            <a:pt x="37497" y="16405"/>
                            <a:pt x="29400" y="6975"/>
                            <a:pt x="18161" y="1356"/>
                          </a:cubicBezTo>
                          <a:cubicBezTo>
                            <a:pt x="12636" y="-645"/>
                            <a:pt x="9874" y="-359"/>
                            <a:pt x="7588" y="1737"/>
                          </a:cubicBezTo>
                          <a:cubicBezTo>
                            <a:pt x="5398" y="3546"/>
                            <a:pt x="4255" y="6594"/>
                            <a:pt x="3016" y="792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38" name="Forme libre : forme 15537">
                      <a:extLst>
                        <a:ext uri="{FF2B5EF4-FFF2-40B4-BE49-F238E27FC236}">
                          <a16:creationId xmlns:a16="http://schemas.microsoft.com/office/drawing/2014/main" id="{BC94464B-5C93-4D65-A2B2-CFC8397AEA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9110" y="4000118"/>
                      <a:ext cx="25747" cy="8206"/>
                    </a:xfrm>
                    <a:custGeom>
                      <a:avLst/>
                      <a:gdLst>
                        <a:gd name="connsiteX0" fmla="*/ 2280 w 25747"/>
                        <a:gd name="connsiteY0" fmla="*/ 0 h 8206"/>
                        <a:gd name="connsiteX1" fmla="*/ 89 w 25747"/>
                        <a:gd name="connsiteY1" fmla="*/ 762 h 8206"/>
                        <a:gd name="connsiteX2" fmla="*/ 1518 w 25747"/>
                        <a:gd name="connsiteY2" fmla="*/ 3429 h 8206"/>
                        <a:gd name="connsiteX3" fmla="*/ 5900 w 25747"/>
                        <a:gd name="connsiteY3" fmla="*/ 5429 h 8206"/>
                        <a:gd name="connsiteX4" fmla="*/ 17234 w 25747"/>
                        <a:gd name="connsiteY4" fmla="*/ 8096 h 8206"/>
                        <a:gd name="connsiteX5" fmla="*/ 21520 w 25747"/>
                        <a:gd name="connsiteY5" fmla="*/ 8096 h 8206"/>
                        <a:gd name="connsiteX6" fmla="*/ 19901 w 25747"/>
                        <a:gd name="connsiteY6" fmla="*/ 2000 h 8206"/>
                        <a:gd name="connsiteX7" fmla="*/ 10281 w 25747"/>
                        <a:gd name="connsiteY7" fmla="*/ 286 h 8206"/>
                        <a:gd name="connsiteX8" fmla="*/ 2280 w 25747"/>
                        <a:gd name="connsiteY8" fmla="*/ 0 h 8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747" h="8206">
                          <a:moveTo>
                            <a:pt x="2280" y="0"/>
                          </a:moveTo>
                          <a:cubicBezTo>
                            <a:pt x="1327" y="95"/>
                            <a:pt x="375" y="191"/>
                            <a:pt x="89" y="762"/>
                          </a:cubicBezTo>
                          <a:cubicBezTo>
                            <a:pt x="-197" y="1334"/>
                            <a:pt x="185" y="2381"/>
                            <a:pt x="1518" y="3429"/>
                          </a:cubicBezTo>
                          <a:cubicBezTo>
                            <a:pt x="2661" y="4477"/>
                            <a:pt x="4376" y="4953"/>
                            <a:pt x="5900" y="5429"/>
                          </a:cubicBezTo>
                          <a:cubicBezTo>
                            <a:pt x="9805" y="6477"/>
                            <a:pt x="13424" y="8001"/>
                            <a:pt x="17234" y="8096"/>
                          </a:cubicBezTo>
                          <a:cubicBezTo>
                            <a:pt x="18758" y="8192"/>
                            <a:pt x="20282" y="8287"/>
                            <a:pt x="21520" y="8096"/>
                          </a:cubicBezTo>
                          <a:cubicBezTo>
                            <a:pt x="26664" y="7525"/>
                            <a:pt x="28188" y="3715"/>
                            <a:pt x="19901" y="2000"/>
                          </a:cubicBezTo>
                          <a:cubicBezTo>
                            <a:pt x="16568" y="1619"/>
                            <a:pt x="13424" y="476"/>
                            <a:pt x="10281" y="286"/>
                          </a:cubicBezTo>
                          <a:cubicBezTo>
                            <a:pt x="7138" y="0"/>
                            <a:pt x="4280" y="0"/>
                            <a:pt x="2280" y="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39" name="Forme libre : forme 15538">
                      <a:extLst>
                        <a:ext uri="{FF2B5EF4-FFF2-40B4-BE49-F238E27FC236}">
                          <a16:creationId xmlns:a16="http://schemas.microsoft.com/office/drawing/2014/main" id="{86F65137-ACE0-4951-AEC5-FA5F685419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5112" y="4013644"/>
                      <a:ext cx="39454" cy="24574"/>
                    </a:xfrm>
                    <a:custGeom>
                      <a:avLst/>
                      <a:gdLst>
                        <a:gd name="connsiteX0" fmla="*/ 39338 w 39454"/>
                        <a:gd name="connsiteY0" fmla="*/ 0 h 24574"/>
                        <a:gd name="connsiteX1" fmla="*/ 36195 w 39454"/>
                        <a:gd name="connsiteY1" fmla="*/ 7811 h 24574"/>
                        <a:gd name="connsiteX2" fmla="*/ 25241 w 39454"/>
                        <a:gd name="connsiteY2" fmla="*/ 15812 h 24574"/>
                        <a:gd name="connsiteX3" fmla="*/ 14954 w 39454"/>
                        <a:gd name="connsiteY3" fmla="*/ 20288 h 24574"/>
                        <a:gd name="connsiteX4" fmla="*/ 0 w 39454"/>
                        <a:gd name="connsiteY4" fmla="*/ 24574 h 24574"/>
                        <a:gd name="connsiteX5" fmla="*/ 5715 w 39454"/>
                        <a:gd name="connsiteY5" fmla="*/ 22955 h 24574"/>
                        <a:gd name="connsiteX6" fmla="*/ 18193 w 39454"/>
                        <a:gd name="connsiteY6" fmla="*/ 17907 h 24574"/>
                        <a:gd name="connsiteX7" fmla="*/ 39338 w 39454"/>
                        <a:gd name="connsiteY7" fmla="*/ 0 h 24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9454" h="24574">
                          <a:moveTo>
                            <a:pt x="39338" y="0"/>
                          </a:moveTo>
                          <a:cubicBezTo>
                            <a:pt x="39338" y="0"/>
                            <a:pt x="40386" y="3143"/>
                            <a:pt x="36195" y="7811"/>
                          </a:cubicBezTo>
                          <a:cubicBezTo>
                            <a:pt x="34195" y="10096"/>
                            <a:pt x="30861" y="12859"/>
                            <a:pt x="25241" y="15812"/>
                          </a:cubicBezTo>
                          <a:cubicBezTo>
                            <a:pt x="22479" y="17336"/>
                            <a:pt x="19145" y="18764"/>
                            <a:pt x="14954" y="20288"/>
                          </a:cubicBezTo>
                          <a:cubicBezTo>
                            <a:pt x="10954" y="21812"/>
                            <a:pt x="6001" y="23336"/>
                            <a:pt x="0" y="24574"/>
                          </a:cubicBezTo>
                          <a:cubicBezTo>
                            <a:pt x="0" y="24574"/>
                            <a:pt x="2000" y="24003"/>
                            <a:pt x="5715" y="22955"/>
                          </a:cubicBezTo>
                          <a:cubicBezTo>
                            <a:pt x="9334" y="21907"/>
                            <a:pt x="13525" y="20098"/>
                            <a:pt x="18193" y="17907"/>
                          </a:cubicBezTo>
                          <a:cubicBezTo>
                            <a:pt x="27432" y="13430"/>
                            <a:pt x="36576" y="7239"/>
                            <a:pt x="3933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40" name="Forme libre : forme 15539">
                      <a:extLst>
                        <a:ext uri="{FF2B5EF4-FFF2-40B4-BE49-F238E27FC236}">
                          <a16:creationId xmlns:a16="http://schemas.microsoft.com/office/drawing/2014/main" id="{CE06DF1C-1672-4BA4-9B93-A3DD2D3A45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4148" y="3980401"/>
                      <a:ext cx="42767" cy="11716"/>
                    </a:xfrm>
                    <a:custGeom>
                      <a:avLst/>
                      <a:gdLst>
                        <a:gd name="connsiteX0" fmla="*/ 42767 w 42767"/>
                        <a:gd name="connsiteY0" fmla="*/ 11717 h 11716"/>
                        <a:gd name="connsiteX1" fmla="*/ 37814 w 42767"/>
                        <a:gd name="connsiteY1" fmla="*/ 10002 h 11716"/>
                        <a:gd name="connsiteX2" fmla="*/ 26194 w 42767"/>
                        <a:gd name="connsiteY2" fmla="*/ 5621 h 11716"/>
                        <a:gd name="connsiteX3" fmla="*/ 12383 w 42767"/>
                        <a:gd name="connsiteY3" fmla="*/ 1049 h 11716"/>
                        <a:gd name="connsiteX4" fmla="*/ 0 w 42767"/>
                        <a:gd name="connsiteY4" fmla="*/ 1239 h 11716"/>
                        <a:gd name="connsiteX5" fmla="*/ 10859 w 42767"/>
                        <a:gd name="connsiteY5" fmla="*/ 2383 h 11716"/>
                        <a:gd name="connsiteX6" fmla="*/ 24098 w 42767"/>
                        <a:gd name="connsiteY6" fmla="*/ 6002 h 11716"/>
                        <a:gd name="connsiteX7" fmla="*/ 42767 w 42767"/>
                        <a:gd name="connsiteY7" fmla="*/ 11717 h 11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2767" h="11716">
                          <a:moveTo>
                            <a:pt x="42767" y="11717"/>
                          </a:moveTo>
                          <a:cubicBezTo>
                            <a:pt x="42767" y="11717"/>
                            <a:pt x="40862" y="10955"/>
                            <a:pt x="37814" y="10002"/>
                          </a:cubicBezTo>
                          <a:cubicBezTo>
                            <a:pt x="34671" y="9336"/>
                            <a:pt x="30861" y="6859"/>
                            <a:pt x="26194" y="5621"/>
                          </a:cubicBezTo>
                          <a:cubicBezTo>
                            <a:pt x="21717" y="3906"/>
                            <a:pt x="17241" y="1811"/>
                            <a:pt x="12383" y="1049"/>
                          </a:cubicBezTo>
                          <a:cubicBezTo>
                            <a:pt x="8192" y="-189"/>
                            <a:pt x="3715" y="-570"/>
                            <a:pt x="0" y="1239"/>
                          </a:cubicBezTo>
                          <a:cubicBezTo>
                            <a:pt x="0" y="1239"/>
                            <a:pt x="4096" y="573"/>
                            <a:pt x="10859" y="2383"/>
                          </a:cubicBezTo>
                          <a:cubicBezTo>
                            <a:pt x="14573" y="2954"/>
                            <a:pt x="19050" y="4002"/>
                            <a:pt x="24098" y="6002"/>
                          </a:cubicBezTo>
                          <a:cubicBezTo>
                            <a:pt x="29623" y="7240"/>
                            <a:pt x="35528" y="9812"/>
                            <a:pt x="42767" y="1171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41" name="Forme libre : forme 15540">
                      <a:extLst>
                        <a:ext uri="{FF2B5EF4-FFF2-40B4-BE49-F238E27FC236}">
                          <a16:creationId xmlns:a16="http://schemas.microsoft.com/office/drawing/2014/main" id="{A3E67596-1214-4B44-BAC0-AA23CA4BCC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7687" y="4012309"/>
                      <a:ext cx="25337" cy="5694"/>
                    </a:xfrm>
                    <a:custGeom>
                      <a:avLst/>
                      <a:gdLst>
                        <a:gd name="connsiteX0" fmla="*/ 25139 w 25337"/>
                        <a:gd name="connsiteY0" fmla="*/ 3049 h 5694"/>
                        <a:gd name="connsiteX1" fmla="*/ 10089 w 25337"/>
                        <a:gd name="connsiteY1" fmla="*/ 5621 h 5694"/>
                        <a:gd name="connsiteX2" fmla="*/ 278 w 25337"/>
                        <a:gd name="connsiteY2" fmla="*/ 1430 h 5694"/>
                        <a:gd name="connsiteX3" fmla="*/ 14852 w 25337"/>
                        <a:gd name="connsiteY3" fmla="*/ 1 h 5694"/>
                        <a:gd name="connsiteX4" fmla="*/ 25139 w 25337"/>
                        <a:gd name="connsiteY4" fmla="*/ 3049 h 5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337" h="5694">
                          <a:moveTo>
                            <a:pt x="25139" y="3049"/>
                          </a:moveTo>
                          <a:cubicBezTo>
                            <a:pt x="23900" y="4859"/>
                            <a:pt x="17138" y="6002"/>
                            <a:pt x="10089" y="5621"/>
                          </a:cubicBezTo>
                          <a:cubicBezTo>
                            <a:pt x="3041" y="4859"/>
                            <a:pt x="-1150" y="2764"/>
                            <a:pt x="278" y="1430"/>
                          </a:cubicBezTo>
                          <a:cubicBezTo>
                            <a:pt x="1802" y="-94"/>
                            <a:pt x="8089" y="1"/>
                            <a:pt x="14852" y="1"/>
                          </a:cubicBezTo>
                          <a:cubicBezTo>
                            <a:pt x="21710" y="478"/>
                            <a:pt x="26377" y="1335"/>
                            <a:pt x="25139" y="304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42" name="Forme libre : forme 15541">
                      <a:extLst>
                        <a:ext uri="{FF2B5EF4-FFF2-40B4-BE49-F238E27FC236}">
                          <a16:creationId xmlns:a16="http://schemas.microsoft.com/office/drawing/2014/main" id="{38DAED49-097C-406D-B2B5-5BC67BC162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9393" y="4013300"/>
                      <a:ext cx="6961" cy="2630"/>
                    </a:xfrm>
                    <a:custGeom>
                      <a:avLst/>
                      <a:gdLst>
                        <a:gd name="connsiteX0" fmla="*/ 6958 w 6961"/>
                        <a:gd name="connsiteY0" fmla="*/ 820 h 2630"/>
                        <a:gd name="connsiteX1" fmla="*/ 3624 w 6961"/>
                        <a:gd name="connsiteY1" fmla="*/ 2534 h 2630"/>
                        <a:gd name="connsiteX2" fmla="*/ 4 w 6961"/>
                        <a:gd name="connsiteY2" fmla="*/ 1772 h 2630"/>
                        <a:gd name="connsiteX3" fmla="*/ 3338 w 6961"/>
                        <a:gd name="connsiteY3" fmla="*/ 58 h 2630"/>
                        <a:gd name="connsiteX4" fmla="*/ 6958 w 6961"/>
                        <a:gd name="connsiteY4" fmla="*/ 820 h 2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61" h="2630">
                          <a:moveTo>
                            <a:pt x="6958" y="820"/>
                          </a:moveTo>
                          <a:cubicBezTo>
                            <a:pt x="7053" y="1487"/>
                            <a:pt x="5529" y="2249"/>
                            <a:pt x="3624" y="2534"/>
                          </a:cubicBezTo>
                          <a:cubicBezTo>
                            <a:pt x="1719" y="2820"/>
                            <a:pt x="4" y="2439"/>
                            <a:pt x="4" y="1772"/>
                          </a:cubicBezTo>
                          <a:cubicBezTo>
                            <a:pt x="-91" y="1106"/>
                            <a:pt x="1433" y="344"/>
                            <a:pt x="3338" y="58"/>
                          </a:cubicBezTo>
                          <a:cubicBezTo>
                            <a:pt x="5243" y="-133"/>
                            <a:pt x="6862" y="153"/>
                            <a:pt x="6958" y="8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43" name="Forme libre : forme 15542">
                      <a:extLst>
                        <a:ext uri="{FF2B5EF4-FFF2-40B4-BE49-F238E27FC236}">
                          <a16:creationId xmlns:a16="http://schemas.microsoft.com/office/drawing/2014/main" id="{55F5ABEC-83D2-4636-A41A-2E6F1041C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8125" y="3997071"/>
                      <a:ext cx="58922" cy="17451"/>
                    </a:xfrm>
                    <a:custGeom>
                      <a:avLst/>
                      <a:gdLst>
                        <a:gd name="connsiteX0" fmla="*/ 51847 w 58922"/>
                        <a:gd name="connsiteY0" fmla="*/ 3143 h 17451"/>
                        <a:gd name="connsiteX1" fmla="*/ 58896 w 58922"/>
                        <a:gd name="connsiteY1" fmla="*/ 12859 h 17451"/>
                        <a:gd name="connsiteX2" fmla="*/ 54514 w 58922"/>
                        <a:gd name="connsiteY2" fmla="*/ 17050 h 17451"/>
                        <a:gd name="connsiteX3" fmla="*/ 46513 w 58922"/>
                        <a:gd name="connsiteY3" fmla="*/ 16478 h 17451"/>
                        <a:gd name="connsiteX4" fmla="*/ 29464 w 58922"/>
                        <a:gd name="connsiteY4" fmla="*/ 9430 h 17451"/>
                        <a:gd name="connsiteX5" fmla="*/ 21748 w 58922"/>
                        <a:gd name="connsiteY5" fmla="*/ 9144 h 17451"/>
                        <a:gd name="connsiteX6" fmla="*/ 10604 w 58922"/>
                        <a:gd name="connsiteY6" fmla="*/ 8287 h 17451"/>
                        <a:gd name="connsiteX7" fmla="*/ 1936 w 58922"/>
                        <a:gd name="connsiteY7" fmla="*/ 6191 h 17451"/>
                        <a:gd name="connsiteX8" fmla="*/ 698 w 58922"/>
                        <a:gd name="connsiteY8" fmla="*/ 3715 h 17451"/>
                        <a:gd name="connsiteX9" fmla="*/ 7175 w 58922"/>
                        <a:gd name="connsiteY9" fmla="*/ 2095 h 17451"/>
                        <a:gd name="connsiteX10" fmla="*/ 16986 w 58922"/>
                        <a:gd name="connsiteY10" fmla="*/ 1143 h 17451"/>
                        <a:gd name="connsiteX11" fmla="*/ 35655 w 58922"/>
                        <a:gd name="connsiteY11" fmla="*/ 0 h 17451"/>
                        <a:gd name="connsiteX12" fmla="*/ 51847 w 58922"/>
                        <a:gd name="connsiteY12" fmla="*/ 3143 h 174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922" h="17451">
                          <a:moveTo>
                            <a:pt x="51847" y="3143"/>
                          </a:moveTo>
                          <a:cubicBezTo>
                            <a:pt x="56800" y="5620"/>
                            <a:pt x="58515" y="9144"/>
                            <a:pt x="58896" y="12859"/>
                          </a:cubicBezTo>
                          <a:cubicBezTo>
                            <a:pt x="59086" y="14192"/>
                            <a:pt x="58324" y="16097"/>
                            <a:pt x="54514" y="17050"/>
                          </a:cubicBezTo>
                          <a:cubicBezTo>
                            <a:pt x="51085" y="17907"/>
                            <a:pt x="48228" y="17240"/>
                            <a:pt x="46513" y="16478"/>
                          </a:cubicBezTo>
                          <a:cubicBezTo>
                            <a:pt x="41179" y="14001"/>
                            <a:pt x="37941" y="10477"/>
                            <a:pt x="29464" y="9430"/>
                          </a:cubicBezTo>
                          <a:cubicBezTo>
                            <a:pt x="28130" y="9239"/>
                            <a:pt x="25273" y="9144"/>
                            <a:pt x="21748" y="9144"/>
                          </a:cubicBezTo>
                          <a:cubicBezTo>
                            <a:pt x="18224" y="9239"/>
                            <a:pt x="14224" y="8667"/>
                            <a:pt x="10604" y="8287"/>
                          </a:cubicBezTo>
                          <a:cubicBezTo>
                            <a:pt x="6889" y="7906"/>
                            <a:pt x="3841" y="6858"/>
                            <a:pt x="1936" y="6191"/>
                          </a:cubicBezTo>
                          <a:cubicBezTo>
                            <a:pt x="31" y="5429"/>
                            <a:pt x="-635" y="4572"/>
                            <a:pt x="698" y="3715"/>
                          </a:cubicBezTo>
                          <a:cubicBezTo>
                            <a:pt x="2032" y="2857"/>
                            <a:pt x="4318" y="2381"/>
                            <a:pt x="7175" y="2095"/>
                          </a:cubicBezTo>
                          <a:cubicBezTo>
                            <a:pt x="9937" y="1809"/>
                            <a:pt x="13461" y="1238"/>
                            <a:pt x="16986" y="1143"/>
                          </a:cubicBezTo>
                          <a:cubicBezTo>
                            <a:pt x="24129" y="476"/>
                            <a:pt x="31845" y="0"/>
                            <a:pt x="35655" y="0"/>
                          </a:cubicBezTo>
                          <a:cubicBezTo>
                            <a:pt x="42418" y="190"/>
                            <a:pt x="48228" y="1238"/>
                            <a:pt x="51847" y="314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05" name="Graphique 1">
                    <a:extLst>
                      <a:ext uri="{FF2B5EF4-FFF2-40B4-BE49-F238E27FC236}">
                        <a16:creationId xmlns:a16="http://schemas.microsoft.com/office/drawing/2014/main" id="{0B8ED16C-5AD7-45F5-8E4E-131822893F08}"/>
                      </a:ext>
                    </a:extLst>
                  </p:cNvPr>
                  <p:cNvGrpSpPr/>
                  <p:nvPr/>
                </p:nvGrpSpPr>
                <p:grpSpPr>
                  <a:xfrm>
                    <a:off x="4337136" y="3982814"/>
                    <a:ext cx="145507" cy="76602"/>
                    <a:chOff x="4337136" y="3982814"/>
                    <a:chExt cx="145507" cy="76602"/>
                  </a:xfrm>
                  <a:solidFill>
                    <a:schemeClr val="accent1"/>
                  </a:solidFill>
                </p:grpSpPr>
                <p:sp>
                  <p:nvSpPr>
                    <p:cNvPr id="15520" name="Forme libre : forme 15519">
                      <a:extLst>
                        <a:ext uri="{FF2B5EF4-FFF2-40B4-BE49-F238E27FC236}">
                          <a16:creationId xmlns:a16="http://schemas.microsoft.com/office/drawing/2014/main" id="{5651EC72-BD32-4D78-8488-0994D0CC4C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7136" y="3982814"/>
                      <a:ext cx="145507" cy="76277"/>
                    </a:xfrm>
                    <a:custGeom>
                      <a:avLst/>
                      <a:gdLst>
                        <a:gd name="connsiteX0" fmla="*/ 89802 w 145507"/>
                        <a:gd name="connsiteY0" fmla="*/ 61881 h 76277"/>
                        <a:gd name="connsiteX1" fmla="*/ 67800 w 145507"/>
                        <a:gd name="connsiteY1" fmla="*/ 51689 h 76277"/>
                        <a:gd name="connsiteX2" fmla="*/ 56941 w 145507"/>
                        <a:gd name="connsiteY2" fmla="*/ 48356 h 76277"/>
                        <a:gd name="connsiteX3" fmla="*/ 45797 w 145507"/>
                        <a:gd name="connsiteY3" fmla="*/ 46355 h 76277"/>
                        <a:gd name="connsiteX4" fmla="*/ 30462 w 145507"/>
                        <a:gd name="connsiteY4" fmla="*/ 44355 h 76277"/>
                        <a:gd name="connsiteX5" fmla="*/ 16936 w 145507"/>
                        <a:gd name="connsiteY5" fmla="*/ 41593 h 76277"/>
                        <a:gd name="connsiteX6" fmla="*/ 6744 w 145507"/>
                        <a:gd name="connsiteY6" fmla="*/ 37592 h 76277"/>
                        <a:gd name="connsiteX7" fmla="*/ 2172 w 145507"/>
                        <a:gd name="connsiteY7" fmla="*/ 31782 h 76277"/>
                        <a:gd name="connsiteX8" fmla="*/ 77 w 145507"/>
                        <a:gd name="connsiteY8" fmla="*/ 19304 h 76277"/>
                        <a:gd name="connsiteX9" fmla="*/ 2934 w 145507"/>
                        <a:gd name="connsiteY9" fmla="*/ 12351 h 76277"/>
                        <a:gd name="connsiteX10" fmla="*/ 13031 w 145507"/>
                        <a:gd name="connsiteY10" fmla="*/ 5684 h 76277"/>
                        <a:gd name="connsiteX11" fmla="*/ 29604 w 145507"/>
                        <a:gd name="connsiteY11" fmla="*/ 921 h 76277"/>
                        <a:gd name="connsiteX12" fmla="*/ 51131 w 145507"/>
                        <a:gd name="connsiteY12" fmla="*/ 445 h 76277"/>
                        <a:gd name="connsiteX13" fmla="*/ 67514 w 145507"/>
                        <a:gd name="connsiteY13" fmla="*/ 3302 h 76277"/>
                        <a:gd name="connsiteX14" fmla="*/ 83421 w 145507"/>
                        <a:gd name="connsiteY14" fmla="*/ 7970 h 76277"/>
                        <a:gd name="connsiteX15" fmla="*/ 112281 w 145507"/>
                        <a:gd name="connsiteY15" fmla="*/ 20924 h 76277"/>
                        <a:gd name="connsiteX16" fmla="*/ 129045 w 145507"/>
                        <a:gd name="connsiteY16" fmla="*/ 32639 h 76277"/>
                        <a:gd name="connsiteX17" fmla="*/ 140094 w 145507"/>
                        <a:gd name="connsiteY17" fmla="*/ 45022 h 76277"/>
                        <a:gd name="connsiteX18" fmla="*/ 144000 w 145507"/>
                        <a:gd name="connsiteY18" fmla="*/ 63310 h 76277"/>
                        <a:gd name="connsiteX19" fmla="*/ 135903 w 145507"/>
                        <a:gd name="connsiteY19" fmla="*/ 73406 h 76277"/>
                        <a:gd name="connsiteX20" fmla="*/ 117806 w 145507"/>
                        <a:gd name="connsiteY20" fmla="*/ 74549 h 76277"/>
                        <a:gd name="connsiteX21" fmla="*/ 104280 w 145507"/>
                        <a:gd name="connsiteY21" fmla="*/ 69311 h 76277"/>
                        <a:gd name="connsiteX22" fmla="*/ 89802 w 145507"/>
                        <a:gd name="connsiteY22" fmla="*/ 61881 h 76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45507" h="76277">
                          <a:moveTo>
                            <a:pt x="89802" y="61881"/>
                          </a:moveTo>
                          <a:cubicBezTo>
                            <a:pt x="82659" y="57881"/>
                            <a:pt x="75229" y="54547"/>
                            <a:pt x="67800" y="51689"/>
                          </a:cubicBezTo>
                          <a:cubicBezTo>
                            <a:pt x="64180" y="50642"/>
                            <a:pt x="60561" y="49308"/>
                            <a:pt x="56941" y="48356"/>
                          </a:cubicBezTo>
                          <a:cubicBezTo>
                            <a:pt x="53226" y="47784"/>
                            <a:pt x="49512" y="46832"/>
                            <a:pt x="45797" y="46355"/>
                          </a:cubicBezTo>
                          <a:cubicBezTo>
                            <a:pt x="40463" y="45974"/>
                            <a:pt x="35415" y="44926"/>
                            <a:pt x="30462" y="44355"/>
                          </a:cubicBezTo>
                          <a:cubicBezTo>
                            <a:pt x="25604" y="43403"/>
                            <a:pt x="20937" y="42736"/>
                            <a:pt x="16936" y="41593"/>
                          </a:cubicBezTo>
                          <a:cubicBezTo>
                            <a:pt x="12936" y="40355"/>
                            <a:pt x="9316" y="39212"/>
                            <a:pt x="6744" y="37592"/>
                          </a:cubicBezTo>
                          <a:cubicBezTo>
                            <a:pt x="4173" y="35973"/>
                            <a:pt x="2553" y="34068"/>
                            <a:pt x="2172" y="31782"/>
                          </a:cubicBezTo>
                          <a:lnTo>
                            <a:pt x="77" y="19304"/>
                          </a:lnTo>
                          <a:cubicBezTo>
                            <a:pt x="-304" y="17018"/>
                            <a:pt x="744" y="14732"/>
                            <a:pt x="2934" y="12351"/>
                          </a:cubicBezTo>
                          <a:cubicBezTo>
                            <a:pt x="5125" y="10065"/>
                            <a:pt x="8459" y="7493"/>
                            <a:pt x="13031" y="5684"/>
                          </a:cubicBezTo>
                          <a:cubicBezTo>
                            <a:pt x="17603" y="3683"/>
                            <a:pt x="23032" y="1778"/>
                            <a:pt x="29604" y="921"/>
                          </a:cubicBezTo>
                          <a:cubicBezTo>
                            <a:pt x="36081" y="-317"/>
                            <a:pt x="43511" y="-127"/>
                            <a:pt x="51131" y="445"/>
                          </a:cubicBezTo>
                          <a:cubicBezTo>
                            <a:pt x="56560" y="1112"/>
                            <a:pt x="62085" y="2255"/>
                            <a:pt x="67514" y="3302"/>
                          </a:cubicBezTo>
                          <a:cubicBezTo>
                            <a:pt x="72848" y="4636"/>
                            <a:pt x="78182" y="6446"/>
                            <a:pt x="83421" y="7970"/>
                          </a:cubicBezTo>
                          <a:cubicBezTo>
                            <a:pt x="93517" y="11684"/>
                            <a:pt x="103042" y="15875"/>
                            <a:pt x="112281" y="20924"/>
                          </a:cubicBezTo>
                          <a:cubicBezTo>
                            <a:pt x="118663" y="24448"/>
                            <a:pt x="124378" y="28544"/>
                            <a:pt x="129045" y="32639"/>
                          </a:cubicBezTo>
                          <a:cubicBezTo>
                            <a:pt x="133618" y="36926"/>
                            <a:pt x="137523" y="41021"/>
                            <a:pt x="140094" y="45022"/>
                          </a:cubicBezTo>
                          <a:cubicBezTo>
                            <a:pt x="145524" y="52928"/>
                            <a:pt x="146952" y="59690"/>
                            <a:pt x="144000" y="63310"/>
                          </a:cubicBezTo>
                          <a:lnTo>
                            <a:pt x="135903" y="73406"/>
                          </a:lnTo>
                          <a:cubicBezTo>
                            <a:pt x="132951" y="77121"/>
                            <a:pt x="126188" y="76931"/>
                            <a:pt x="117806" y="74549"/>
                          </a:cubicBezTo>
                          <a:cubicBezTo>
                            <a:pt x="113615" y="73216"/>
                            <a:pt x="109043" y="71597"/>
                            <a:pt x="104280" y="69311"/>
                          </a:cubicBezTo>
                          <a:cubicBezTo>
                            <a:pt x="99709" y="67310"/>
                            <a:pt x="94851" y="64739"/>
                            <a:pt x="89802" y="61881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21" name="Forme libre : forme 15520">
                      <a:extLst>
                        <a:ext uri="{FF2B5EF4-FFF2-40B4-BE49-F238E27FC236}">
                          <a16:creationId xmlns:a16="http://schemas.microsoft.com/office/drawing/2014/main" id="{A64B35EF-8C19-4C50-BB53-93D46595A3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8451" y="4009453"/>
                      <a:ext cx="135064" cy="49963"/>
                    </a:xfrm>
                    <a:custGeom>
                      <a:avLst/>
                      <a:gdLst>
                        <a:gd name="connsiteX0" fmla="*/ 55436 w 135064"/>
                        <a:gd name="connsiteY0" fmla="*/ 6287 h 49963"/>
                        <a:gd name="connsiteX1" fmla="*/ 47720 w 135064"/>
                        <a:gd name="connsiteY1" fmla="*/ 5429 h 49963"/>
                        <a:gd name="connsiteX2" fmla="*/ 40005 w 135064"/>
                        <a:gd name="connsiteY2" fmla="*/ 4953 h 49963"/>
                        <a:gd name="connsiteX3" fmla="*/ 25051 w 135064"/>
                        <a:gd name="connsiteY3" fmla="*/ 3810 h 49963"/>
                        <a:gd name="connsiteX4" fmla="*/ 0 w 135064"/>
                        <a:gd name="connsiteY4" fmla="*/ 0 h 49963"/>
                        <a:gd name="connsiteX5" fmla="*/ 857 w 135064"/>
                        <a:gd name="connsiteY5" fmla="*/ 5334 h 49963"/>
                        <a:gd name="connsiteX6" fmla="*/ 5429 w 135064"/>
                        <a:gd name="connsiteY6" fmla="*/ 11144 h 49963"/>
                        <a:gd name="connsiteX7" fmla="*/ 15621 w 135064"/>
                        <a:gd name="connsiteY7" fmla="*/ 15145 h 49963"/>
                        <a:gd name="connsiteX8" fmla="*/ 29146 w 135064"/>
                        <a:gd name="connsiteY8" fmla="*/ 17907 h 49963"/>
                        <a:gd name="connsiteX9" fmla="*/ 44482 w 135064"/>
                        <a:gd name="connsiteY9" fmla="*/ 19907 h 49963"/>
                        <a:gd name="connsiteX10" fmla="*/ 55626 w 135064"/>
                        <a:gd name="connsiteY10" fmla="*/ 21907 h 49963"/>
                        <a:gd name="connsiteX11" fmla="*/ 66485 w 135064"/>
                        <a:gd name="connsiteY11" fmla="*/ 25241 h 49963"/>
                        <a:gd name="connsiteX12" fmla="*/ 88487 w 135064"/>
                        <a:gd name="connsiteY12" fmla="*/ 35433 h 49963"/>
                        <a:gd name="connsiteX13" fmla="*/ 103156 w 135064"/>
                        <a:gd name="connsiteY13" fmla="*/ 42958 h 49963"/>
                        <a:gd name="connsiteX14" fmla="*/ 116681 w 135064"/>
                        <a:gd name="connsiteY14" fmla="*/ 48196 h 49963"/>
                        <a:gd name="connsiteX15" fmla="*/ 134779 w 135064"/>
                        <a:gd name="connsiteY15" fmla="*/ 47054 h 49963"/>
                        <a:gd name="connsiteX16" fmla="*/ 135064 w 135064"/>
                        <a:gd name="connsiteY16" fmla="*/ 46768 h 49963"/>
                        <a:gd name="connsiteX17" fmla="*/ 116396 w 135064"/>
                        <a:gd name="connsiteY17" fmla="*/ 32861 h 49963"/>
                        <a:gd name="connsiteX18" fmla="*/ 97250 w 135064"/>
                        <a:gd name="connsiteY18" fmla="*/ 20669 h 49963"/>
                        <a:gd name="connsiteX19" fmla="*/ 87249 w 135064"/>
                        <a:gd name="connsiteY19" fmla="*/ 15526 h 49963"/>
                        <a:gd name="connsiteX20" fmla="*/ 76867 w 135064"/>
                        <a:gd name="connsiteY20" fmla="*/ 11335 h 49963"/>
                        <a:gd name="connsiteX21" fmla="*/ 66199 w 135064"/>
                        <a:gd name="connsiteY21" fmla="*/ 8191 h 49963"/>
                        <a:gd name="connsiteX22" fmla="*/ 55436 w 135064"/>
                        <a:gd name="connsiteY22" fmla="*/ 6287 h 49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35064" h="49963">
                          <a:moveTo>
                            <a:pt x="55436" y="6287"/>
                          </a:moveTo>
                          <a:cubicBezTo>
                            <a:pt x="52864" y="6096"/>
                            <a:pt x="50292" y="5810"/>
                            <a:pt x="47720" y="5429"/>
                          </a:cubicBezTo>
                          <a:cubicBezTo>
                            <a:pt x="45053" y="5239"/>
                            <a:pt x="42577" y="5144"/>
                            <a:pt x="40005" y="4953"/>
                          </a:cubicBezTo>
                          <a:cubicBezTo>
                            <a:pt x="34957" y="4286"/>
                            <a:pt x="29909" y="4381"/>
                            <a:pt x="25051" y="3810"/>
                          </a:cubicBezTo>
                          <a:cubicBezTo>
                            <a:pt x="15430" y="3048"/>
                            <a:pt x="6572" y="2096"/>
                            <a:pt x="0" y="0"/>
                          </a:cubicBezTo>
                          <a:lnTo>
                            <a:pt x="857" y="5334"/>
                          </a:lnTo>
                          <a:cubicBezTo>
                            <a:pt x="1238" y="7620"/>
                            <a:pt x="2858" y="9525"/>
                            <a:pt x="5429" y="11144"/>
                          </a:cubicBezTo>
                          <a:cubicBezTo>
                            <a:pt x="8001" y="12763"/>
                            <a:pt x="11621" y="13906"/>
                            <a:pt x="15621" y="15145"/>
                          </a:cubicBezTo>
                          <a:cubicBezTo>
                            <a:pt x="19717" y="16288"/>
                            <a:pt x="24384" y="16954"/>
                            <a:pt x="29146" y="17907"/>
                          </a:cubicBezTo>
                          <a:cubicBezTo>
                            <a:pt x="34100" y="18479"/>
                            <a:pt x="39148" y="19526"/>
                            <a:pt x="44482" y="19907"/>
                          </a:cubicBezTo>
                          <a:cubicBezTo>
                            <a:pt x="48292" y="20383"/>
                            <a:pt x="51911" y="21336"/>
                            <a:pt x="55626" y="21907"/>
                          </a:cubicBezTo>
                          <a:cubicBezTo>
                            <a:pt x="59246" y="22860"/>
                            <a:pt x="62865" y="24194"/>
                            <a:pt x="66485" y="25241"/>
                          </a:cubicBezTo>
                          <a:cubicBezTo>
                            <a:pt x="73914" y="28004"/>
                            <a:pt x="81439" y="31432"/>
                            <a:pt x="88487" y="35433"/>
                          </a:cubicBezTo>
                          <a:cubicBezTo>
                            <a:pt x="93536" y="38195"/>
                            <a:pt x="98393" y="40767"/>
                            <a:pt x="103156" y="42958"/>
                          </a:cubicBezTo>
                          <a:cubicBezTo>
                            <a:pt x="107918" y="45244"/>
                            <a:pt x="112490" y="46863"/>
                            <a:pt x="116681" y="48196"/>
                          </a:cubicBezTo>
                          <a:cubicBezTo>
                            <a:pt x="125063" y="50673"/>
                            <a:pt x="131826" y="50768"/>
                            <a:pt x="134779" y="47054"/>
                          </a:cubicBezTo>
                          <a:lnTo>
                            <a:pt x="135064" y="46768"/>
                          </a:lnTo>
                          <a:cubicBezTo>
                            <a:pt x="128778" y="42005"/>
                            <a:pt x="122682" y="37243"/>
                            <a:pt x="116396" y="32861"/>
                          </a:cubicBezTo>
                          <a:cubicBezTo>
                            <a:pt x="110204" y="28385"/>
                            <a:pt x="103822" y="24384"/>
                            <a:pt x="97250" y="20669"/>
                          </a:cubicBezTo>
                          <a:lnTo>
                            <a:pt x="87249" y="15526"/>
                          </a:lnTo>
                          <a:cubicBezTo>
                            <a:pt x="83820" y="14097"/>
                            <a:pt x="80391" y="12763"/>
                            <a:pt x="76867" y="11335"/>
                          </a:cubicBezTo>
                          <a:cubicBezTo>
                            <a:pt x="73438" y="9811"/>
                            <a:pt x="69818" y="9144"/>
                            <a:pt x="66199" y="8191"/>
                          </a:cubicBezTo>
                          <a:cubicBezTo>
                            <a:pt x="62675" y="7144"/>
                            <a:pt x="59150" y="6382"/>
                            <a:pt x="55436" y="628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22" name="Forme libre : forme 15521">
                      <a:extLst>
                        <a:ext uri="{FF2B5EF4-FFF2-40B4-BE49-F238E27FC236}">
                          <a16:creationId xmlns:a16="http://schemas.microsoft.com/office/drawing/2014/main" id="{59DF1C75-A5CA-4500-A452-72E4471A1F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9094" y="4003634"/>
                      <a:ext cx="63052" cy="31489"/>
                    </a:xfrm>
                    <a:custGeom>
                      <a:avLst/>
                      <a:gdLst>
                        <a:gd name="connsiteX0" fmla="*/ 62609 w 63052"/>
                        <a:gd name="connsiteY0" fmla="*/ 30013 h 31489"/>
                        <a:gd name="connsiteX1" fmla="*/ 50893 w 63052"/>
                        <a:gd name="connsiteY1" fmla="*/ 30108 h 31489"/>
                        <a:gd name="connsiteX2" fmla="*/ 40797 w 63052"/>
                        <a:gd name="connsiteY2" fmla="*/ 26679 h 31489"/>
                        <a:gd name="connsiteX3" fmla="*/ 29081 w 63052"/>
                        <a:gd name="connsiteY3" fmla="*/ 21821 h 31489"/>
                        <a:gd name="connsiteX4" fmla="*/ 17651 w 63052"/>
                        <a:gd name="connsiteY4" fmla="*/ 16678 h 31489"/>
                        <a:gd name="connsiteX5" fmla="*/ 8412 w 63052"/>
                        <a:gd name="connsiteY5" fmla="*/ 12011 h 31489"/>
                        <a:gd name="connsiteX6" fmla="*/ 30 w 63052"/>
                        <a:gd name="connsiteY6" fmla="*/ 4200 h 31489"/>
                        <a:gd name="connsiteX7" fmla="*/ 11269 w 63052"/>
                        <a:gd name="connsiteY7" fmla="*/ 9 h 31489"/>
                        <a:gd name="connsiteX8" fmla="*/ 22794 w 63052"/>
                        <a:gd name="connsiteY8" fmla="*/ 1438 h 31489"/>
                        <a:gd name="connsiteX9" fmla="*/ 36129 w 63052"/>
                        <a:gd name="connsiteY9" fmla="*/ 5724 h 31489"/>
                        <a:gd name="connsiteX10" fmla="*/ 48416 w 63052"/>
                        <a:gd name="connsiteY10" fmla="*/ 12296 h 31489"/>
                        <a:gd name="connsiteX11" fmla="*/ 57370 w 63052"/>
                        <a:gd name="connsiteY11" fmla="*/ 19440 h 31489"/>
                        <a:gd name="connsiteX12" fmla="*/ 62609 w 63052"/>
                        <a:gd name="connsiteY12" fmla="*/ 30013 h 31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3052" h="31489">
                          <a:moveTo>
                            <a:pt x="62609" y="30013"/>
                          </a:moveTo>
                          <a:cubicBezTo>
                            <a:pt x="61275" y="32013"/>
                            <a:pt x="56798" y="31918"/>
                            <a:pt x="50893" y="30108"/>
                          </a:cubicBezTo>
                          <a:cubicBezTo>
                            <a:pt x="47940" y="29156"/>
                            <a:pt x="44511" y="28108"/>
                            <a:pt x="40797" y="26679"/>
                          </a:cubicBezTo>
                          <a:cubicBezTo>
                            <a:pt x="37177" y="25155"/>
                            <a:pt x="33272" y="23536"/>
                            <a:pt x="29081" y="21821"/>
                          </a:cubicBezTo>
                          <a:cubicBezTo>
                            <a:pt x="24985" y="20012"/>
                            <a:pt x="21175" y="18107"/>
                            <a:pt x="17651" y="16678"/>
                          </a:cubicBezTo>
                          <a:cubicBezTo>
                            <a:pt x="14127" y="15154"/>
                            <a:pt x="11079" y="13344"/>
                            <a:pt x="8412" y="12011"/>
                          </a:cubicBezTo>
                          <a:cubicBezTo>
                            <a:pt x="2982" y="9439"/>
                            <a:pt x="-352" y="6581"/>
                            <a:pt x="30" y="4200"/>
                          </a:cubicBezTo>
                          <a:cubicBezTo>
                            <a:pt x="411" y="1819"/>
                            <a:pt x="4506" y="295"/>
                            <a:pt x="11269" y="9"/>
                          </a:cubicBezTo>
                          <a:cubicBezTo>
                            <a:pt x="14603" y="-86"/>
                            <a:pt x="18508" y="581"/>
                            <a:pt x="22794" y="1438"/>
                          </a:cubicBezTo>
                          <a:cubicBezTo>
                            <a:pt x="27176" y="2105"/>
                            <a:pt x="31653" y="3819"/>
                            <a:pt x="36129" y="5724"/>
                          </a:cubicBezTo>
                          <a:cubicBezTo>
                            <a:pt x="40797" y="7534"/>
                            <a:pt x="44892" y="9820"/>
                            <a:pt x="48416" y="12296"/>
                          </a:cubicBezTo>
                          <a:cubicBezTo>
                            <a:pt x="52036" y="14678"/>
                            <a:pt x="55084" y="16964"/>
                            <a:pt x="57370" y="19440"/>
                          </a:cubicBezTo>
                          <a:cubicBezTo>
                            <a:pt x="61942" y="24107"/>
                            <a:pt x="64038" y="27918"/>
                            <a:pt x="62609" y="30013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23" name="Forme libre : forme 15522">
                      <a:extLst>
                        <a:ext uri="{FF2B5EF4-FFF2-40B4-BE49-F238E27FC236}">
                          <a16:creationId xmlns:a16="http://schemas.microsoft.com/office/drawing/2014/main" id="{92F92F9E-8D29-467F-A1F7-00D81ECC3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9000" y="4003639"/>
                      <a:ext cx="42700" cy="27340"/>
                    </a:xfrm>
                    <a:custGeom>
                      <a:avLst/>
                      <a:gdLst>
                        <a:gd name="connsiteX0" fmla="*/ 16602 w 42700"/>
                        <a:gd name="connsiteY0" fmla="*/ 385 h 27340"/>
                        <a:gd name="connsiteX1" fmla="*/ 4791 w 42700"/>
                        <a:gd name="connsiteY1" fmla="*/ 861 h 27340"/>
                        <a:gd name="connsiteX2" fmla="*/ 29 w 42700"/>
                        <a:gd name="connsiteY2" fmla="*/ 4195 h 27340"/>
                        <a:gd name="connsiteX3" fmla="*/ 8411 w 42700"/>
                        <a:gd name="connsiteY3" fmla="*/ 12005 h 27340"/>
                        <a:gd name="connsiteX4" fmla="*/ 17650 w 42700"/>
                        <a:gd name="connsiteY4" fmla="*/ 16673 h 27340"/>
                        <a:gd name="connsiteX5" fmla="*/ 29080 w 42700"/>
                        <a:gd name="connsiteY5" fmla="*/ 21816 h 27340"/>
                        <a:gd name="connsiteX6" fmla="*/ 42701 w 42700"/>
                        <a:gd name="connsiteY6" fmla="*/ 27341 h 27340"/>
                        <a:gd name="connsiteX7" fmla="*/ 35748 w 42700"/>
                        <a:gd name="connsiteY7" fmla="*/ 23054 h 27340"/>
                        <a:gd name="connsiteX8" fmla="*/ 20794 w 42700"/>
                        <a:gd name="connsiteY8" fmla="*/ 10481 h 27340"/>
                        <a:gd name="connsiteX9" fmla="*/ 16602 w 42700"/>
                        <a:gd name="connsiteY9" fmla="*/ 385 h 27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2700" h="27340">
                          <a:moveTo>
                            <a:pt x="16602" y="385"/>
                          </a:moveTo>
                          <a:cubicBezTo>
                            <a:pt x="11840" y="-472"/>
                            <a:pt x="7649" y="290"/>
                            <a:pt x="4791" y="861"/>
                          </a:cubicBezTo>
                          <a:cubicBezTo>
                            <a:pt x="1934" y="1623"/>
                            <a:pt x="219" y="2766"/>
                            <a:pt x="29" y="4195"/>
                          </a:cubicBezTo>
                          <a:cubicBezTo>
                            <a:pt x="-352" y="6576"/>
                            <a:pt x="3077" y="9434"/>
                            <a:pt x="8411" y="12005"/>
                          </a:cubicBezTo>
                          <a:cubicBezTo>
                            <a:pt x="11078" y="13339"/>
                            <a:pt x="14126" y="15244"/>
                            <a:pt x="17650" y="16673"/>
                          </a:cubicBezTo>
                          <a:cubicBezTo>
                            <a:pt x="21174" y="18006"/>
                            <a:pt x="24984" y="20006"/>
                            <a:pt x="29080" y="21816"/>
                          </a:cubicBezTo>
                          <a:cubicBezTo>
                            <a:pt x="33938" y="23721"/>
                            <a:pt x="38510" y="25817"/>
                            <a:pt x="42701" y="27341"/>
                          </a:cubicBezTo>
                          <a:cubicBezTo>
                            <a:pt x="40320" y="26007"/>
                            <a:pt x="37938" y="24578"/>
                            <a:pt x="35748" y="23054"/>
                          </a:cubicBezTo>
                          <a:cubicBezTo>
                            <a:pt x="29652" y="19149"/>
                            <a:pt x="24508" y="14006"/>
                            <a:pt x="20794" y="10481"/>
                          </a:cubicBezTo>
                          <a:cubicBezTo>
                            <a:pt x="17269" y="6671"/>
                            <a:pt x="15269" y="3052"/>
                            <a:pt x="16602" y="385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24" name="Forme libre : forme 15523">
                      <a:extLst>
                        <a:ext uri="{FF2B5EF4-FFF2-40B4-BE49-F238E27FC236}">
                          <a16:creationId xmlns:a16="http://schemas.microsoft.com/office/drawing/2014/main" id="{326ADBB3-511E-43CA-8BA9-CBF65E1E44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2140" y="4006253"/>
                      <a:ext cx="61799" cy="32364"/>
                    </a:xfrm>
                    <a:custGeom>
                      <a:avLst/>
                      <a:gdLst>
                        <a:gd name="connsiteX0" fmla="*/ 61373 w 61799"/>
                        <a:gd name="connsiteY0" fmla="*/ 31013 h 32364"/>
                        <a:gd name="connsiteX1" fmla="*/ 49752 w 61799"/>
                        <a:gd name="connsiteY1" fmla="*/ 30918 h 32364"/>
                        <a:gd name="connsiteX2" fmla="*/ 39846 w 61799"/>
                        <a:gd name="connsiteY2" fmla="*/ 27298 h 32364"/>
                        <a:gd name="connsiteX3" fmla="*/ 28321 w 61799"/>
                        <a:gd name="connsiteY3" fmla="*/ 22250 h 32364"/>
                        <a:gd name="connsiteX4" fmla="*/ 17081 w 61799"/>
                        <a:gd name="connsiteY4" fmla="*/ 16821 h 32364"/>
                        <a:gd name="connsiteX5" fmla="*/ 8033 w 61799"/>
                        <a:gd name="connsiteY5" fmla="*/ 12058 h 32364"/>
                        <a:gd name="connsiteX6" fmla="*/ 1937 w 61799"/>
                        <a:gd name="connsiteY6" fmla="*/ 7867 h 32364"/>
                        <a:gd name="connsiteX7" fmla="*/ 32 w 61799"/>
                        <a:gd name="connsiteY7" fmla="*/ 4057 h 32364"/>
                        <a:gd name="connsiteX8" fmla="*/ 3270 w 61799"/>
                        <a:gd name="connsiteY8" fmla="*/ 1200 h 32364"/>
                        <a:gd name="connsiteX9" fmla="*/ 11176 w 61799"/>
                        <a:gd name="connsiteY9" fmla="*/ 57 h 32364"/>
                        <a:gd name="connsiteX10" fmla="*/ 22511 w 61799"/>
                        <a:gd name="connsiteY10" fmla="*/ 1581 h 32364"/>
                        <a:gd name="connsiteX11" fmla="*/ 35560 w 61799"/>
                        <a:gd name="connsiteY11" fmla="*/ 6153 h 32364"/>
                        <a:gd name="connsiteX12" fmla="*/ 47562 w 61799"/>
                        <a:gd name="connsiteY12" fmla="*/ 12916 h 32364"/>
                        <a:gd name="connsiteX13" fmla="*/ 56229 w 61799"/>
                        <a:gd name="connsiteY13" fmla="*/ 20155 h 32364"/>
                        <a:gd name="connsiteX14" fmla="*/ 61373 w 61799"/>
                        <a:gd name="connsiteY14" fmla="*/ 31013 h 32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1799" h="32364">
                          <a:moveTo>
                            <a:pt x="61373" y="31013"/>
                          </a:moveTo>
                          <a:cubicBezTo>
                            <a:pt x="59944" y="33013"/>
                            <a:pt x="55658" y="32632"/>
                            <a:pt x="49752" y="30918"/>
                          </a:cubicBezTo>
                          <a:cubicBezTo>
                            <a:pt x="46800" y="30061"/>
                            <a:pt x="43561" y="28632"/>
                            <a:pt x="39846" y="27298"/>
                          </a:cubicBezTo>
                          <a:cubicBezTo>
                            <a:pt x="36131" y="25965"/>
                            <a:pt x="32417" y="23965"/>
                            <a:pt x="28321" y="22250"/>
                          </a:cubicBezTo>
                          <a:cubicBezTo>
                            <a:pt x="24225" y="20631"/>
                            <a:pt x="20511" y="18440"/>
                            <a:pt x="17081" y="16821"/>
                          </a:cubicBezTo>
                          <a:cubicBezTo>
                            <a:pt x="13653" y="15297"/>
                            <a:pt x="10605" y="13678"/>
                            <a:pt x="8033" y="12058"/>
                          </a:cubicBezTo>
                          <a:cubicBezTo>
                            <a:pt x="5556" y="10249"/>
                            <a:pt x="3366" y="9296"/>
                            <a:pt x="1937" y="7867"/>
                          </a:cubicBezTo>
                          <a:cubicBezTo>
                            <a:pt x="508" y="6534"/>
                            <a:pt x="-159" y="5200"/>
                            <a:pt x="32" y="4057"/>
                          </a:cubicBezTo>
                          <a:cubicBezTo>
                            <a:pt x="222" y="2914"/>
                            <a:pt x="1365" y="1867"/>
                            <a:pt x="3270" y="1200"/>
                          </a:cubicBezTo>
                          <a:cubicBezTo>
                            <a:pt x="5175" y="629"/>
                            <a:pt x="7938" y="-229"/>
                            <a:pt x="11176" y="57"/>
                          </a:cubicBezTo>
                          <a:cubicBezTo>
                            <a:pt x="14414" y="247"/>
                            <a:pt x="18320" y="724"/>
                            <a:pt x="22511" y="1581"/>
                          </a:cubicBezTo>
                          <a:cubicBezTo>
                            <a:pt x="26702" y="2533"/>
                            <a:pt x="30988" y="4343"/>
                            <a:pt x="35560" y="6153"/>
                          </a:cubicBezTo>
                          <a:cubicBezTo>
                            <a:pt x="40132" y="7963"/>
                            <a:pt x="44037" y="10630"/>
                            <a:pt x="47562" y="12916"/>
                          </a:cubicBezTo>
                          <a:cubicBezTo>
                            <a:pt x="51181" y="15202"/>
                            <a:pt x="53943" y="17869"/>
                            <a:pt x="56229" y="20155"/>
                          </a:cubicBezTo>
                          <a:cubicBezTo>
                            <a:pt x="60897" y="24917"/>
                            <a:pt x="62706" y="29013"/>
                            <a:pt x="61373" y="3101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25" name="Forme libre : forme 15524">
                      <a:extLst>
                        <a:ext uri="{FF2B5EF4-FFF2-40B4-BE49-F238E27FC236}">
                          <a16:creationId xmlns:a16="http://schemas.microsoft.com/office/drawing/2014/main" id="{513D4074-7FF3-460F-852A-B9AB31FEAB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9345" y="3992655"/>
                      <a:ext cx="76761" cy="45276"/>
                    </a:xfrm>
                    <a:custGeom>
                      <a:avLst/>
                      <a:gdLst>
                        <a:gd name="connsiteX0" fmla="*/ 918 w 76761"/>
                        <a:gd name="connsiteY0" fmla="*/ 15274 h 45276"/>
                        <a:gd name="connsiteX1" fmla="*/ 3680 w 76761"/>
                        <a:gd name="connsiteY1" fmla="*/ 23275 h 45276"/>
                        <a:gd name="connsiteX2" fmla="*/ 33589 w 76761"/>
                        <a:gd name="connsiteY2" fmla="*/ 34229 h 45276"/>
                        <a:gd name="connsiteX3" fmla="*/ 48353 w 76761"/>
                        <a:gd name="connsiteY3" fmla="*/ 39087 h 45276"/>
                        <a:gd name="connsiteX4" fmla="*/ 63402 w 76761"/>
                        <a:gd name="connsiteY4" fmla="*/ 43945 h 45276"/>
                        <a:gd name="connsiteX5" fmla="*/ 76642 w 76761"/>
                        <a:gd name="connsiteY5" fmla="*/ 41944 h 45276"/>
                        <a:gd name="connsiteX6" fmla="*/ 68450 w 76761"/>
                        <a:gd name="connsiteY6" fmla="*/ 32896 h 45276"/>
                        <a:gd name="connsiteX7" fmla="*/ 56068 w 76761"/>
                        <a:gd name="connsiteY7" fmla="*/ 22608 h 45276"/>
                        <a:gd name="connsiteX8" fmla="*/ 44638 w 76761"/>
                        <a:gd name="connsiteY8" fmla="*/ 13465 h 45276"/>
                        <a:gd name="connsiteX9" fmla="*/ 31017 w 76761"/>
                        <a:gd name="connsiteY9" fmla="*/ 4130 h 45276"/>
                        <a:gd name="connsiteX10" fmla="*/ 21016 w 76761"/>
                        <a:gd name="connsiteY10" fmla="*/ 796 h 45276"/>
                        <a:gd name="connsiteX11" fmla="*/ 9586 w 76761"/>
                        <a:gd name="connsiteY11" fmla="*/ 415 h 45276"/>
                        <a:gd name="connsiteX12" fmla="*/ 918 w 76761"/>
                        <a:gd name="connsiteY12" fmla="*/ 15274 h 4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6761" h="45276">
                          <a:moveTo>
                            <a:pt x="918" y="15274"/>
                          </a:moveTo>
                          <a:cubicBezTo>
                            <a:pt x="823" y="18037"/>
                            <a:pt x="918" y="20704"/>
                            <a:pt x="3680" y="23275"/>
                          </a:cubicBezTo>
                          <a:cubicBezTo>
                            <a:pt x="8919" y="28038"/>
                            <a:pt x="22064" y="30133"/>
                            <a:pt x="33589" y="34229"/>
                          </a:cubicBezTo>
                          <a:cubicBezTo>
                            <a:pt x="38542" y="35467"/>
                            <a:pt x="43304" y="37848"/>
                            <a:pt x="48353" y="39087"/>
                          </a:cubicBezTo>
                          <a:cubicBezTo>
                            <a:pt x="53401" y="41278"/>
                            <a:pt x="58639" y="42516"/>
                            <a:pt x="63402" y="43945"/>
                          </a:cubicBezTo>
                          <a:cubicBezTo>
                            <a:pt x="70546" y="45849"/>
                            <a:pt x="77785" y="46135"/>
                            <a:pt x="76642" y="41944"/>
                          </a:cubicBezTo>
                          <a:cubicBezTo>
                            <a:pt x="75880" y="39373"/>
                            <a:pt x="71974" y="36039"/>
                            <a:pt x="68450" y="32896"/>
                          </a:cubicBezTo>
                          <a:cubicBezTo>
                            <a:pt x="64259" y="29181"/>
                            <a:pt x="59973" y="26133"/>
                            <a:pt x="56068" y="22608"/>
                          </a:cubicBezTo>
                          <a:cubicBezTo>
                            <a:pt x="52163" y="19370"/>
                            <a:pt x="48162" y="16513"/>
                            <a:pt x="44638" y="13465"/>
                          </a:cubicBezTo>
                          <a:cubicBezTo>
                            <a:pt x="41685" y="10607"/>
                            <a:pt x="37018" y="7464"/>
                            <a:pt x="31017" y="4130"/>
                          </a:cubicBezTo>
                          <a:cubicBezTo>
                            <a:pt x="28064" y="2415"/>
                            <a:pt x="24635" y="1558"/>
                            <a:pt x="21016" y="796"/>
                          </a:cubicBezTo>
                          <a:cubicBezTo>
                            <a:pt x="17396" y="34"/>
                            <a:pt x="13491" y="-347"/>
                            <a:pt x="9586" y="415"/>
                          </a:cubicBezTo>
                          <a:cubicBezTo>
                            <a:pt x="-4416" y="2606"/>
                            <a:pt x="1108" y="11655"/>
                            <a:pt x="918" y="1527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26" name="Forme libre : forme 15525">
                      <a:extLst>
                        <a:ext uri="{FF2B5EF4-FFF2-40B4-BE49-F238E27FC236}">
                          <a16:creationId xmlns:a16="http://schemas.microsoft.com/office/drawing/2014/main" id="{7E0133CB-6AAA-4E98-8CF3-7C0898D047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4455" y="3994846"/>
                      <a:ext cx="30289" cy="7039"/>
                    </a:xfrm>
                    <a:custGeom>
                      <a:avLst/>
                      <a:gdLst>
                        <a:gd name="connsiteX0" fmla="*/ 1810 w 30289"/>
                        <a:gd name="connsiteY0" fmla="*/ 3177 h 7039"/>
                        <a:gd name="connsiteX1" fmla="*/ 0 w 30289"/>
                        <a:gd name="connsiteY1" fmla="*/ 4891 h 7039"/>
                        <a:gd name="connsiteX2" fmla="*/ 2667 w 30289"/>
                        <a:gd name="connsiteY2" fmla="*/ 6701 h 7039"/>
                        <a:gd name="connsiteX3" fmla="*/ 7811 w 30289"/>
                        <a:gd name="connsiteY3" fmla="*/ 6987 h 7039"/>
                        <a:gd name="connsiteX4" fmla="*/ 20574 w 30289"/>
                        <a:gd name="connsiteY4" fmla="*/ 6987 h 7039"/>
                        <a:gd name="connsiteX5" fmla="*/ 25337 w 30289"/>
                        <a:gd name="connsiteY5" fmla="*/ 6701 h 7039"/>
                        <a:gd name="connsiteX6" fmla="*/ 30290 w 30289"/>
                        <a:gd name="connsiteY6" fmla="*/ 4034 h 7039"/>
                        <a:gd name="connsiteX7" fmla="*/ 22574 w 30289"/>
                        <a:gd name="connsiteY7" fmla="*/ 510 h 7039"/>
                        <a:gd name="connsiteX8" fmla="*/ 1810 w 30289"/>
                        <a:gd name="connsiteY8" fmla="*/ 3177 h 70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0289" h="7039">
                          <a:moveTo>
                            <a:pt x="1810" y="3177"/>
                          </a:moveTo>
                          <a:cubicBezTo>
                            <a:pt x="857" y="3653"/>
                            <a:pt x="0" y="4225"/>
                            <a:pt x="0" y="4891"/>
                          </a:cubicBezTo>
                          <a:cubicBezTo>
                            <a:pt x="0" y="5558"/>
                            <a:pt x="953" y="6320"/>
                            <a:pt x="2667" y="6701"/>
                          </a:cubicBezTo>
                          <a:cubicBezTo>
                            <a:pt x="4286" y="7082"/>
                            <a:pt x="6096" y="7082"/>
                            <a:pt x="7811" y="6987"/>
                          </a:cubicBezTo>
                          <a:cubicBezTo>
                            <a:pt x="12192" y="6701"/>
                            <a:pt x="16478" y="6892"/>
                            <a:pt x="20574" y="6987"/>
                          </a:cubicBezTo>
                          <a:cubicBezTo>
                            <a:pt x="22288" y="6987"/>
                            <a:pt x="24003" y="6987"/>
                            <a:pt x="25337" y="6701"/>
                          </a:cubicBezTo>
                          <a:cubicBezTo>
                            <a:pt x="28289" y="6129"/>
                            <a:pt x="30290" y="5368"/>
                            <a:pt x="30290" y="4034"/>
                          </a:cubicBezTo>
                          <a:cubicBezTo>
                            <a:pt x="30290" y="2701"/>
                            <a:pt x="28194" y="1081"/>
                            <a:pt x="22574" y="510"/>
                          </a:cubicBezTo>
                          <a:cubicBezTo>
                            <a:pt x="14192" y="-1014"/>
                            <a:pt x="5715" y="1176"/>
                            <a:pt x="1810" y="317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27" name="Forme libre : forme 15526">
                      <a:extLst>
                        <a:ext uri="{FF2B5EF4-FFF2-40B4-BE49-F238E27FC236}">
                          <a16:creationId xmlns:a16="http://schemas.microsoft.com/office/drawing/2014/main" id="{1287CBB0-BC36-45B3-9101-8DE56AD441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8271" y="4044315"/>
                      <a:ext cx="42576" cy="10789"/>
                    </a:xfrm>
                    <a:custGeom>
                      <a:avLst/>
                      <a:gdLst>
                        <a:gd name="connsiteX0" fmla="*/ 42577 w 42576"/>
                        <a:gd name="connsiteY0" fmla="*/ 7715 h 10789"/>
                        <a:gd name="connsiteX1" fmla="*/ 34481 w 42576"/>
                        <a:gd name="connsiteY1" fmla="*/ 10763 h 10789"/>
                        <a:gd name="connsiteX2" fmla="*/ 21527 w 42576"/>
                        <a:gd name="connsiteY2" fmla="*/ 8477 h 10789"/>
                        <a:gd name="connsiteX3" fmla="*/ 0 w 42576"/>
                        <a:gd name="connsiteY3" fmla="*/ 0 h 10789"/>
                        <a:gd name="connsiteX4" fmla="*/ 4572 w 42576"/>
                        <a:gd name="connsiteY4" fmla="*/ 1714 h 10789"/>
                        <a:gd name="connsiteX5" fmla="*/ 15716 w 42576"/>
                        <a:gd name="connsiteY5" fmla="*/ 5334 h 10789"/>
                        <a:gd name="connsiteX6" fmla="*/ 29623 w 42576"/>
                        <a:gd name="connsiteY6" fmla="*/ 8572 h 10789"/>
                        <a:gd name="connsiteX7" fmla="*/ 42577 w 42576"/>
                        <a:gd name="connsiteY7" fmla="*/ 7715 h 10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2576" h="10789">
                          <a:moveTo>
                            <a:pt x="42577" y="7715"/>
                          </a:moveTo>
                          <a:cubicBezTo>
                            <a:pt x="42577" y="7715"/>
                            <a:pt x="40767" y="10573"/>
                            <a:pt x="34481" y="10763"/>
                          </a:cubicBezTo>
                          <a:cubicBezTo>
                            <a:pt x="31337" y="10954"/>
                            <a:pt x="27146" y="10096"/>
                            <a:pt x="21527" y="8477"/>
                          </a:cubicBezTo>
                          <a:cubicBezTo>
                            <a:pt x="15907" y="6667"/>
                            <a:pt x="8858" y="3905"/>
                            <a:pt x="0" y="0"/>
                          </a:cubicBezTo>
                          <a:cubicBezTo>
                            <a:pt x="0" y="0"/>
                            <a:pt x="1810" y="571"/>
                            <a:pt x="4572" y="1714"/>
                          </a:cubicBezTo>
                          <a:cubicBezTo>
                            <a:pt x="7334" y="2857"/>
                            <a:pt x="11335" y="3905"/>
                            <a:pt x="15716" y="5334"/>
                          </a:cubicBezTo>
                          <a:cubicBezTo>
                            <a:pt x="20098" y="6763"/>
                            <a:pt x="24956" y="7811"/>
                            <a:pt x="29623" y="8572"/>
                          </a:cubicBezTo>
                          <a:cubicBezTo>
                            <a:pt x="34290" y="9239"/>
                            <a:pt x="38862" y="9144"/>
                            <a:pt x="42577" y="77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28" name="Forme libre : forme 15527">
                      <a:extLst>
                        <a:ext uri="{FF2B5EF4-FFF2-40B4-BE49-F238E27FC236}">
                          <a16:creationId xmlns:a16="http://schemas.microsoft.com/office/drawing/2014/main" id="{66ABC013-756D-406A-91DD-7A9F52E727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0165" y="3984572"/>
                      <a:ext cx="51435" cy="18499"/>
                    </a:xfrm>
                    <a:custGeom>
                      <a:avLst/>
                      <a:gdLst>
                        <a:gd name="connsiteX0" fmla="*/ 51435 w 51435"/>
                        <a:gd name="connsiteY0" fmla="*/ 497 h 18499"/>
                        <a:gd name="connsiteX1" fmla="*/ 49244 w 51435"/>
                        <a:gd name="connsiteY1" fmla="*/ 211 h 18499"/>
                        <a:gd name="connsiteX2" fmla="*/ 43434 w 51435"/>
                        <a:gd name="connsiteY2" fmla="*/ 21 h 18499"/>
                        <a:gd name="connsiteX3" fmla="*/ 25813 w 51435"/>
                        <a:gd name="connsiteY3" fmla="*/ 1545 h 18499"/>
                        <a:gd name="connsiteX4" fmla="*/ 8477 w 51435"/>
                        <a:gd name="connsiteY4" fmla="*/ 7831 h 18499"/>
                        <a:gd name="connsiteX5" fmla="*/ 0 w 51435"/>
                        <a:gd name="connsiteY5" fmla="*/ 18499 h 18499"/>
                        <a:gd name="connsiteX6" fmla="*/ 1619 w 51435"/>
                        <a:gd name="connsiteY6" fmla="*/ 15927 h 18499"/>
                        <a:gd name="connsiteX7" fmla="*/ 8382 w 51435"/>
                        <a:gd name="connsiteY7" fmla="*/ 9831 h 18499"/>
                        <a:gd name="connsiteX8" fmla="*/ 23717 w 51435"/>
                        <a:gd name="connsiteY8" fmla="*/ 2974 h 18499"/>
                        <a:gd name="connsiteX9" fmla="*/ 51435 w 51435"/>
                        <a:gd name="connsiteY9" fmla="*/ 497 h 18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1435" h="18499">
                          <a:moveTo>
                            <a:pt x="51435" y="497"/>
                          </a:moveTo>
                          <a:cubicBezTo>
                            <a:pt x="51435" y="497"/>
                            <a:pt x="50673" y="402"/>
                            <a:pt x="49244" y="211"/>
                          </a:cubicBezTo>
                          <a:cubicBezTo>
                            <a:pt x="47911" y="211"/>
                            <a:pt x="45911" y="116"/>
                            <a:pt x="43434" y="21"/>
                          </a:cubicBezTo>
                          <a:cubicBezTo>
                            <a:pt x="38576" y="-75"/>
                            <a:pt x="32195" y="116"/>
                            <a:pt x="25813" y="1545"/>
                          </a:cubicBezTo>
                          <a:cubicBezTo>
                            <a:pt x="19336" y="2592"/>
                            <a:pt x="13240" y="5069"/>
                            <a:pt x="8477" y="7831"/>
                          </a:cubicBezTo>
                          <a:cubicBezTo>
                            <a:pt x="3715" y="10689"/>
                            <a:pt x="667" y="14403"/>
                            <a:pt x="0" y="18499"/>
                          </a:cubicBezTo>
                          <a:cubicBezTo>
                            <a:pt x="0" y="18499"/>
                            <a:pt x="381" y="17547"/>
                            <a:pt x="1619" y="15927"/>
                          </a:cubicBezTo>
                          <a:cubicBezTo>
                            <a:pt x="2858" y="14403"/>
                            <a:pt x="4858" y="12117"/>
                            <a:pt x="8382" y="9831"/>
                          </a:cubicBezTo>
                          <a:cubicBezTo>
                            <a:pt x="11906" y="7641"/>
                            <a:pt x="16669" y="4783"/>
                            <a:pt x="23717" y="2974"/>
                          </a:cubicBezTo>
                          <a:cubicBezTo>
                            <a:pt x="30766" y="973"/>
                            <a:pt x="39910" y="-265"/>
                            <a:pt x="51435" y="4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29" name="Forme libre : forme 15528">
                      <a:extLst>
                        <a:ext uri="{FF2B5EF4-FFF2-40B4-BE49-F238E27FC236}">
                          <a16:creationId xmlns:a16="http://schemas.microsoft.com/office/drawing/2014/main" id="{10B7D887-6018-422F-AB8D-DBDEC4C9CE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7882" y="4010084"/>
                      <a:ext cx="23038" cy="13943"/>
                    </a:xfrm>
                    <a:custGeom>
                      <a:avLst/>
                      <a:gdLst>
                        <a:gd name="connsiteX0" fmla="*/ 22390 w 23038"/>
                        <a:gd name="connsiteY0" fmla="*/ 13847 h 13943"/>
                        <a:gd name="connsiteX1" fmla="*/ 8198 w 23038"/>
                        <a:gd name="connsiteY1" fmla="*/ 7941 h 13943"/>
                        <a:gd name="connsiteX2" fmla="*/ 483 w 23038"/>
                        <a:gd name="connsiteY2" fmla="*/ 131 h 13943"/>
                        <a:gd name="connsiteX3" fmla="*/ 15247 w 23038"/>
                        <a:gd name="connsiteY3" fmla="*/ 5370 h 13943"/>
                        <a:gd name="connsiteX4" fmla="*/ 22390 w 23038"/>
                        <a:gd name="connsiteY4" fmla="*/ 13847 h 13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038" h="13943">
                          <a:moveTo>
                            <a:pt x="22390" y="13847"/>
                          </a:moveTo>
                          <a:cubicBezTo>
                            <a:pt x="20295" y="14513"/>
                            <a:pt x="14199" y="11656"/>
                            <a:pt x="8198" y="7941"/>
                          </a:cubicBezTo>
                          <a:cubicBezTo>
                            <a:pt x="2102" y="4417"/>
                            <a:pt x="-1327" y="893"/>
                            <a:pt x="483" y="131"/>
                          </a:cubicBezTo>
                          <a:cubicBezTo>
                            <a:pt x="2293" y="-536"/>
                            <a:pt x="9246" y="1369"/>
                            <a:pt x="15247" y="5370"/>
                          </a:cubicBezTo>
                          <a:cubicBezTo>
                            <a:pt x="21343" y="9465"/>
                            <a:pt x="24486" y="13180"/>
                            <a:pt x="22390" y="1384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30" name="Forme libre : forme 15529">
                      <a:extLst>
                        <a:ext uri="{FF2B5EF4-FFF2-40B4-BE49-F238E27FC236}">
                          <a16:creationId xmlns:a16="http://schemas.microsoft.com/office/drawing/2014/main" id="{DF255D07-2547-46BE-B55F-F7A27C6718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7562" y="4021324"/>
                      <a:ext cx="6377" cy="4156"/>
                    </a:xfrm>
                    <a:custGeom>
                      <a:avLst/>
                      <a:gdLst>
                        <a:gd name="connsiteX0" fmla="*/ 6330 w 6377"/>
                        <a:gd name="connsiteY0" fmla="*/ 3846 h 4156"/>
                        <a:gd name="connsiteX1" fmla="*/ 2615 w 6377"/>
                        <a:gd name="connsiteY1" fmla="*/ 3084 h 4156"/>
                        <a:gd name="connsiteX2" fmla="*/ 44 w 6377"/>
                        <a:gd name="connsiteY2" fmla="*/ 321 h 4156"/>
                        <a:gd name="connsiteX3" fmla="*/ 3854 w 6377"/>
                        <a:gd name="connsiteY3" fmla="*/ 893 h 4156"/>
                        <a:gd name="connsiteX4" fmla="*/ 6330 w 6377"/>
                        <a:gd name="connsiteY4" fmla="*/ 3846 h 4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7" h="4156">
                          <a:moveTo>
                            <a:pt x="6330" y="3846"/>
                          </a:moveTo>
                          <a:cubicBezTo>
                            <a:pt x="5949" y="4513"/>
                            <a:pt x="4330" y="4036"/>
                            <a:pt x="2615" y="3084"/>
                          </a:cubicBezTo>
                          <a:cubicBezTo>
                            <a:pt x="901" y="2131"/>
                            <a:pt x="-242" y="893"/>
                            <a:pt x="44" y="321"/>
                          </a:cubicBezTo>
                          <a:cubicBezTo>
                            <a:pt x="329" y="-250"/>
                            <a:pt x="2044" y="-60"/>
                            <a:pt x="3854" y="893"/>
                          </a:cubicBezTo>
                          <a:cubicBezTo>
                            <a:pt x="5568" y="1846"/>
                            <a:pt x="6616" y="3274"/>
                            <a:pt x="6330" y="3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31" name="Forme libre : forme 15530">
                      <a:extLst>
                        <a:ext uri="{FF2B5EF4-FFF2-40B4-BE49-F238E27FC236}">
                          <a16:creationId xmlns:a16="http://schemas.microsoft.com/office/drawing/2014/main" id="{B5A729A5-4698-44EB-B010-092B00F329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2327" y="3997632"/>
                      <a:ext cx="49685" cy="47234"/>
                    </a:xfrm>
                    <a:custGeom>
                      <a:avLst/>
                      <a:gdLst>
                        <a:gd name="connsiteX0" fmla="*/ 49093 w 49685"/>
                        <a:gd name="connsiteY0" fmla="*/ 34205 h 47234"/>
                        <a:gd name="connsiteX1" fmla="*/ 46521 w 49685"/>
                        <a:gd name="connsiteY1" fmla="*/ 46206 h 47234"/>
                        <a:gd name="connsiteX2" fmla="*/ 40425 w 49685"/>
                        <a:gd name="connsiteY2" fmla="*/ 45825 h 47234"/>
                        <a:gd name="connsiteX3" fmla="*/ 35472 w 49685"/>
                        <a:gd name="connsiteY3" fmla="*/ 39539 h 47234"/>
                        <a:gd name="connsiteX4" fmla="*/ 27662 w 49685"/>
                        <a:gd name="connsiteY4" fmla="*/ 22203 h 47234"/>
                        <a:gd name="connsiteX5" fmla="*/ 21090 w 49685"/>
                        <a:gd name="connsiteY5" fmla="*/ 16774 h 47234"/>
                        <a:gd name="connsiteX6" fmla="*/ 10612 w 49685"/>
                        <a:gd name="connsiteY6" fmla="*/ 9250 h 47234"/>
                        <a:gd name="connsiteX7" fmla="*/ 1182 w 49685"/>
                        <a:gd name="connsiteY7" fmla="*/ 10 h 47234"/>
                        <a:gd name="connsiteX8" fmla="*/ 21185 w 49685"/>
                        <a:gd name="connsiteY8" fmla="*/ 6868 h 47234"/>
                        <a:gd name="connsiteX9" fmla="*/ 39377 w 49685"/>
                        <a:gd name="connsiteY9" fmla="*/ 19441 h 47234"/>
                        <a:gd name="connsiteX10" fmla="*/ 49093 w 49685"/>
                        <a:gd name="connsiteY10" fmla="*/ 34205 h 47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9685" h="47234">
                          <a:moveTo>
                            <a:pt x="49093" y="34205"/>
                          </a:moveTo>
                          <a:cubicBezTo>
                            <a:pt x="50617" y="39729"/>
                            <a:pt x="48998" y="43349"/>
                            <a:pt x="46521" y="46206"/>
                          </a:cubicBezTo>
                          <a:cubicBezTo>
                            <a:pt x="45569" y="47254"/>
                            <a:pt x="43664" y="48016"/>
                            <a:pt x="40425" y="45825"/>
                          </a:cubicBezTo>
                          <a:cubicBezTo>
                            <a:pt x="37568" y="43825"/>
                            <a:pt x="36044" y="41444"/>
                            <a:pt x="35472" y="39539"/>
                          </a:cubicBezTo>
                          <a:cubicBezTo>
                            <a:pt x="33662" y="33919"/>
                            <a:pt x="33948" y="28871"/>
                            <a:pt x="27662" y="22203"/>
                          </a:cubicBezTo>
                          <a:cubicBezTo>
                            <a:pt x="26614" y="21251"/>
                            <a:pt x="24328" y="18965"/>
                            <a:pt x="21090" y="16774"/>
                          </a:cubicBezTo>
                          <a:cubicBezTo>
                            <a:pt x="17946" y="14488"/>
                            <a:pt x="14232" y="11917"/>
                            <a:pt x="10612" y="9250"/>
                          </a:cubicBezTo>
                          <a:cubicBezTo>
                            <a:pt x="3373" y="4677"/>
                            <a:pt x="-2628" y="391"/>
                            <a:pt x="1182" y="10"/>
                          </a:cubicBezTo>
                          <a:cubicBezTo>
                            <a:pt x="4897" y="-180"/>
                            <a:pt x="13469" y="2296"/>
                            <a:pt x="21185" y="6868"/>
                          </a:cubicBezTo>
                          <a:cubicBezTo>
                            <a:pt x="29186" y="10964"/>
                            <a:pt x="36139" y="16679"/>
                            <a:pt x="39377" y="19441"/>
                          </a:cubicBezTo>
                          <a:cubicBezTo>
                            <a:pt x="44711" y="24966"/>
                            <a:pt x="48045" y="30109"/>
                            <a:pt x="49093" y="3420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06" name="Graphique 1">
                    <a:extLst>
                      <a:ext uri="{FF2B5EF4-FFF2-40B4-BE49-F238E27FC236}">
                        <a16:creationId xmlns:a16="http://schemas.microsoft.com/office/drawing/2014/main" id="{6933046B-2623-422E-9B8A-44F3F8764A9D}"/>
                      </a:ext>
                    </a:extLst>
                  </p:cNvPr>
                  <p:cNvGrpSpPr/>
                  <p:nvPr/>
                </p:nvGrpSpPr>
                <p:grpSpPr>
                  <a:xfrm>
                    <a:off x="4471667" y="4043431"/>
                    <a:ext cx="141718" cy="86417"/>
                    <a:chOff x="4471667" y="4043431"/>
                    <a:chExt cx="141718" cy="86417"/>
                  </a:xfrm>
                  <a:solidFill>
                    <a:schemeClr val="accent1"/>
                  </a:solidFill>
                </p:grpSpPr>
                <p:sp>
                  <p:nvSpPr>
                    <p:cNvPr id="15508" name="Forme libre : forme 15507">
                      <a:extLst>
                        <a:ext uri="{FF2B5EF4-FFF2-40B4-BE49-F238E27FC236}">
                          <a16:creationId xmlns:a16="http://schemas.microsoft.com/office/drawing/2014/main" id="{CA71F713-274B-45DD-B22F-01CE09DC9A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71667" y="4043431"/>
                      <a:ext cx="141623" cy="86136"/>
                    </a:xfrm>
                    <a:custGeom>
                      <a:avLst/>
                      <a:gdLst>
                        <a:gd name="connsiteX0" fmla="*/ 87955 w 141623"/>
                        <a:gd name="connsiteY0" fmla="*/ 83846 h 86136"/>
                        <a:gd name="connsiteX1" fmla="*/ 72238 w 141623"/>
                        <a:gd name="connsiteY1" fmla="*/ 79179 h 86136"/>
                        <a:gd name="connsiteX2" fmla="*/ 57093 w 141623"/>
                        <a:gd name="connsiteY2" fmla="*/ 72892 h 86136"/>
                        <a:gd name="connsiteX3" fmla="*/ 42806 w 141623"/>
                        <a:gd name="connsiteY3" fmla="*/ 65272 h 86136"/>
                        <a:gd name="connsiteX4" fmla="*/ 29566 w 141623"/>
                        <a:gd name="connsiteY4" fmla="*/ 56795 h 86136"/>
                        <a:gd name="connsiteX5" fmla="*/ 14421 w 141623"/>
                        <a:gd name="connsiteY5" fmla="*/ 43746 h 86136"/>
                        <a:gd name="connsiteX6" fmla="*/ 4706 w 141623"/>
                        <a:gd name="connsiteY6" fmla="*/ 31077 h 86136"/>
                        <a:gd name="connsiteX7" fmla="*/ 1563 w 141623"/>
                        <a:gd name="connsiteY7" fmla="*/ 12885 h 86136"/>
                        <a:gd name="connsiteX8" fmla="*/ 9659 w 141623"/>
                        <a:gd name="connsiteY8" fmla="*/ 2788 h 86136"/>
                        <a:gd name="connsiteX9" fmla="*/ 28233 w 141623"/>
                        <a:gd name="connsiteY9" fmla="*/ 2217 h 86136"/>
                        <a:gd name="connsiteX10" fmla="*/ 42044 w 141623"/>
                        <a:gd name="connsiteY10" fmla="*/ 8598 h 86136"/>
                        <a:gd name="connsiteX11" fmla="*/ 56617 w 141623"/>
                        <a:gd name="connsiteY11" fmla="*/ 17552 h 86136"/>
                        <a:gd name="connsiteX12" fmla="*/ 66904 w 141623"/>
                        <a:gd name="connsiteY12" fmla="*/ 24029 h 86136"/>
                        <a:gd name="connsiteX13" fmla="*/ 77381 w 141623"/>
                        <a:gd name="connsiteY13" fmla="*/ 29458 h 86136"/>
                        <a:gd name="connsiteX14" fmla="*/ 88145 w 141623"/>
                        <a:gd name="connsiteY14" fmla="*/ 33744 h 86136"/>
                        <a:gd name="connsiteX15" fmla="*/ 99194 w 141623"/>
                        <a:gd name="connsiteY15" fmla="*/ 36888 h 86136"/>
                        <a:gd name="connsiteX16" fmla="*/ 114243 w 141623"/>
                        <a:gd name="connsiteY16" fmla="*/ 40888 h 86136"/>
                        <a:gd name="connsiteX17" fmla="*/ 127293 w 141623"/>
                        <a:gd name="connsiteY17" fmla="*/ 45365 h 86136"/>
                        <a:gd name="connsiteX18" fmla="*/ 136056 w 141623"/>
                        <a:gd name="connsiteY18" fmla="*/ 50794 h 86136"/>
                        <a:gd name="connsiteX19" fmla="*/ 139961 w 141623"/>
                        <a:gd name="connsiteY19" fmla="*/ 57366 h 86136"/>
                        <a:gd name="connsiteX20" fmla="*/ 141580 w 141623"/>
                        <a:gd name="connsiteY20" fmla="*/ 70701 h 86136"/>
                        <a:gd name="connsiteX21" fmla="*/ 138056 w 141623"/>
                        <a:gd name="connsiteY21" fmla="*/ 77845 h 86136"/>
                        <a:gd name="connsiteX22" fmla="*/ 126340 w 141623"/>
                        <a:gd name="connsiteY22" fmla="*/ 83560 h 86136"/>
                        <a:gd name="connsiteX23" fmla="*/ 109195 w 141623"/>
                        <a:gd name="connsiteY23" fmla="*/ 86132 h 86136"/>
                        <a:gd name="connsiteX24" fmla="*/ 87955 w 141623"/>
                        <a:gd name="connsiteY24" fmla="*/ 83846 h 86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1623" h="86136">
                          <a:moveTo>
                            <a:pt x="87955" y="83846"/>
                          </a:moveTo>
                          <a:cubicBezTo>
                            <a:pt x="82621" y="82608"/>
                            <a:pt x="77381" y="81179"/>
                            <a:pt x="72238" y="79179"/>
                          </a:cubicBezTo>
                          <a:cubicBezTo>
                            <a:pt x="67000" y="77369"/>
                            <a:pt x="61951" y="75369"/>
                            <a:pt x="57093" y="72892"/>
                          </a:cubicBezTo>
                          <a:cubicBezTo>
                            <a:pt x="52045" y="70701"/>
                            <a:pt x="47378" y="68034"/>
                            <a:pt x="42806" y="65272"/>
                          </a:cubicBezTo>
                          <a:cubicBezTo>
                            <a:pt x="38043" y="62700"/>
                            <a:pt x="33852" y="59652"/>
                            <a:pt x="29566" y="56795"/>
                          </a:cubicBezTo>
                          <a:cubicBezTo>
                            <a:pt x="23566" y="52699"/>
                            <a:pt x="18612" y="48127"/>
                            <a:pt x="14421" y="43746"/>
                          </a:cubicBezTo>
                          <a:cubicBezTo>
                            <a:pt x="10326" y="39364"/>
                            <a:pt x="6992" y="34983"/>
                            <a:pt x="4706" y="31077"/>
                          </a:cubicBezTo>
                          <a:cubicBezTo>
                            <a:pt x="-57" y="23076"/>
                            <a:pt x="-1390" y="16599"/>
                            <a:pt x="1563" y="12885"/>
                          </a:cubicBezTo>
                          <a:lnTo>
                            <a:pt x="9659" y="2788"/>
                          </a:lnTo>
                          <a:cubicBezTo>
                            <a:pt x="12516" y="-927"/>
                            <a:pt x="19660" y="-736"/>
                            <a:pt x="28233" y="2217"/>
                          </a:cubicBezTo>
                          <a:cubicBezTo>
                            <a:pt x="32614" y="3741"/>
                            <a:pt x="37282" y="5836"/>
                            <a:pt x="42044" y="8598"/>
                          </a:cubicBezTo>
                          <a:cubicBezTo>
                            <a:pt x="46902" y="11170"/>
                            <a:pt x="51759" y="14313"/>
                            <a:pt x="56617" y="17552"/>
                          </a:cubicBezTo>
                          <a:cubicBezTo>
                            <a:pt x="60046" y="19838"/>
                            <a:pt x="63475" y="22219"/>
                            <a:pt x="66904" y="24029"/>
                          </a:cubicBezTo>
                          <a:cubicBezTo>
                            <a:pt x="70333" y="26124"/>
                            <a:pt x="73857" y="27934"/>
                            <a:pt x="77381" y="29458"/>
                          </a:cubicBezTo>
                          <a:cubicBezTo>
                            <a:pt x="80811" y="31268"/>
                            <a:pt x="84430" y="32601"/>
                            <a:pt x="88145" y="33744"/>
                          </a:cubicBezTo>
                          <a:cubicBezTo>
                            <a:pt x="91669" y="35173"/>
                            <a:pt x="95479" y="36030"/>
                            <a:pt x="99194" y="36888"/>
                          </a:cubicBezTo>
                          <a:cubicBezTo>
                            <a:pt x="104337" y="38412"/>
                            <a:pt x="109576" y="39174"/>
                            <a:pt x="114243" y="40888"/>
                          </a:cubicBezTo>
                          <a:cubicBezTo>
                            <a:pt x="118911" y="42412"/>
                            <a:pt x="123483" y="43555"/>
                            <a:pt x="127293" y="45365"/>
                          </a:cubicBezTo>
                          <a:cubicBezTo>
                            <a:pt x="131293" y="47270"/>
                            <a:pt x="133865" y="48794"/>
                            <a:pt x="136056" y="50794"/>
                          </a:cubicBezTo>
                          <a:cubicBezTo>
                            <a:pt x="138246" y="52794"/>
                            <a:pt x="139675" y="54985"/>
                            <a:pt x="139961" y="57366"/>
                          </a:cubicBezTo>
                          <a:lnTo>
                            <a:pt x="141580" y="70701"/>
                          </a:lnTo>
                          <a:cubicBezTo>
                            <a:pt x="141866" y="73178"/>
                            <a:pt x="140723" y="75655"/>
                            <a:pt x="138056" y="77845"/>
                          </a:cubicBezTo>
                          <a:cubicBezTo>
                            <a:pt x="135389" y="80036"/>
                            <a:pt x="131007" y="82322"/>
                            <a:pt x="126340" y="83560"/>
                          </a:cubicBezTo>
                          <a:cubicBezTo>
                            <a:pt x="121482" y="84798"/>
                            <a:pt x="115767" y="86227"/>
                            <a:pt x="109195" y="86132"/>
                          </a:cubicBezTo>
                          <a:cubicBezTo>
                            <a:pt x="102718" y="86132"/>
                            <a:pt x="95384" y="86037"/>
                            <a:pt x="87955" y="8384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09" name="Forme libre : forme 15508">
                      <a:extLst>
                        <a:ext uri="{FF2B5EF4-FFF2-40B4-BE49-F238E27FC236}">
                          <a16:creationId xmlns:a16="http://schemas.microsoft.com/office/drawing/2014/main" id="{139106A4-AA4F-4530-9045-F7E0730B29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71804" y="4052030"/>
                      <a:ext cx="141580" cy="77819"/>
                    </a:xfrm>
                    <a:custGeom>
                      <a:avLst/>
                      <a:gdLst>
                        <a:gd name="connsiteX0" fmla="*/ 46954 w 141580"/>
                        <a:gd name="connsiteY0" fmla="*/ 41053 h 77819"/>
                        <a:gd name="connsiteX1" fmla="*/ 20189 w 141580"/>
                        <a:gd name="connsiteY1" fmla="*/ 21146 h 77819"/>
                        <a:gd name="connsiteX2" fmla="*/ 5044 w 141580"/>
                        <a:gd name="connsiteY2" fmla="*/ 0 h 77819"/>
                        <a:gd name="connsiteX3" fmla="*/ 1520 w 141580"/>
                        <a:gd name="connsiteY3" fmla="*/ 4381 h 77819"/>
                        <a:gd name="connsiteX4" fmla="*/ 4664 w 141580"/>
                        <a:gd name="connsiteY4" fmla="*/ 22574 h 77819"/>
                        <a:gd name="connsiteX5" fmla="*/ 14379 w 141580"/>
                        <a:gd name="connsiteY5" fmla="*/ 35242 h 77819"/>
                        <a:gd name="connsiteX6" fmla="*/ 29524 w 141580"/>
                        <a:gd name="connsiteY6" fmla="*/ 48292 h 77819"/>
                        <a:gd name="connsiteX7" fmla="*/ 42763 w 141580"/>
                        <a:gd name="connsiteY7" fmla="*/ 56769 h 77819"/>
                        <a:gd name="connsiteX8" fmla="*/ 57051 w 141580"/>
                        <a:gd name="connsiteY8" fmla="*/ 64389 h 77819"/>
                        <a:gd name="connsiteX9" fmla="*/ 72196 w 141580"/>
                        <a:gd name="connsiteY9" fmla="*/ 70675 h 77819"/>
                        <a:gd name="connsiteX10" fmla="*/ 87912 w 141580"/>
                        <a:gd name="connsiteY10" fmla="*/ 75343 h 77819"/>
                        <a:gd name="connsiteX11" fmla="*/ 109153 w 141580"/>
                        <a:gd name="connsiteY11" fmla="*/ 77819 h 77819"/>
                        <a:gd name="connsiteX12" fmla="*/ 126298 w 141580"/>
                        <a:gd name="connsiteY12" fmla="*/ 75247 h 77819"/>
                        <a:gd name="connsiteX13" fmla="*/ 138013 w 141580"/>
                        <a:gd name="connsiteY13" fmla="*/ 69532 h 77819"/>
                        <a:gd name="connsiteX14" fmla="*/ 141538 w 141580"/>
                        <a:gd name="connsiteY14" fmla="*/ 62389 h 77819"/>
                        <a:gd name="connsiteX15" fmla="*/ 141443 w 141580"/>
                        <a:gd name="connsiteY15" fmla="*/ 62008 h 77819"/>
                        <a:gd name="connsiteX16" fmla="*/ 116487 w 141580"/>
                        <a:gd name="connsiteY16" fmla="*/ 62294 h 77819"/>
                        <a:gd name="connsiteX17" fmla="*/ 104390 w 141580"/>
                        <a:gd name="connsiteY17" fmla="*/ 60770 h 77819"/>
                        <a:gd name="connsiteX18" fmla="*/ 92484 w 141580"/>
                        <a:gd name="connsiteY18" fmla="*/ 58483 h 77819"/>
                        <a:gd name="connsiteX19" fmla="*/ 69243 w 141580"/>
                        <a:gd name="connsiteY19" fmla="*/ 51340 h 77819"/>
                        <a:gd name="connsiteX20" fmla="*/ 57908 w 141580"/>
                        <a:gd name="connsiteY20" fmla="*/ 46577 h 77819"/>
                        <a:gd name="connsiteX21" fmla="*/ 46954 w 141580"/>
                        <a:gd name="connsiteY21" fmla="*/ 41053 h 77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41580" h="77819">
                          <a:moveTo>
                            <a:pt x="46954" y="41053"/>
                          </a:moveTo>
                          <a:cubicBezTo>
                            <a:pt x="36668" y="35719"/>
                            <a:pt x="27238" y="28575"/>
                            <a:pt x="20189" y="21146"/>
                          </a:cubicBezTo>
                          <a:cubicBezTo>
                            <a:pt x="12950" y="13811"/>
                            <a:pt x="7807" y="6382"/>
                            <a:pt x="5044" y="0"/>
                          </a:cubicBezTo>
                          <a:lnTo>
                            <a:pt x="1520" y="4381"/>
                          </a:lnTo>
                          <a:cubicBezTo>
                            <a:pt x="-1337" y="8096"/>
                            <a:pt x="-99" y="14573"/>
                            <a:pt x="4664" y="22574"/>
                          </a:cubicBezTo>
                          <a:cubicBezTo>
                            <a:pt x="6950" y="26479"/>
                            <a:pt x="10283" y="30861"/>
                            <a:pt x="14379" y="35242"/>
                          </a:cubicBezTo>
                          <a:cubicBezTo>
                            <a:pt x="18570" y="39624"/>
                            <a:pt x="23523" y="44196"/>
                            <a:pt x="29524" y="48292"/>
                          </a:cubicBezTo>
                          <a:cubicBezTo>
                            <a:pt x="33810" y="51245"/>
                            <a:pt x="38001" y="54197"/>
                            <a:pt x="42763" y="56769"/>
                          </a:cubicBezTo>
                          <a:cubicBezTo>
                            <a:pt x="47336" y="59531"/>
                            <a:pt x="52003" y="62103"/>
                            <a:pt x="57051" y="64389"/>
                          </a:cubicBezTo>
                          <a:cubicBezTo>
                            <a:pt x="61909" y="66865"/>
                            <a:pt x="66957" y="68866"/>
                            <a:pt x="72196" y="70675"/>
                          </a:cubicBezTo>
                          <a:cubicBezTo>
                            <a:pt x="77339" y="72676"/>
                            <a:pt x="82578" y="74104"/>
                            <a:pt x="87912" y="75343"/>
                          </a:cubicBezTo>
                          <a:cubicBezTo>
                            <a:pt x="95342" y="77533"/>
                            <a:pt x="102581" y="77629"/>
                            <a:pt x="109153" y="77819"/>
                          </a:cubicBezTo>
                          <a:cubicBezTo>
                            <a:pt x="115725" y="77819"/>
                            <a:pt x="121535" y="76486"/>
                            <a:pt x="126298" y="75247"/>
                          </a:cubicBezTo>
                          <a:cubicBezTo>
                            <a:pt x="130965" y="74009"/>
                            <a:pt x="135347" y="71819"/>
                            <a:pt x="138013" y="69532"/>
                          </a:cubicBezTo>
                          <a:cubicBezTo>
                            <a:pt x="140681" y="67342"/>
                            <a:pt x="141824" y="64865"/>
                            <a:pt x="141538" y="62389"/>
                          </a:cubicBezTo>
                          <a:lnTo>
                            <a:pt x="141443" y="62008"/>
                          </a:lnTo>
                          <a:cubicBezTo>
                            <a:pt x="132775" y="63246"/>
                            <a:pt x="124583" y="62674"/>
                            <a:pt x="116487" y="62294"/>
                          </a:cubicBezTo>
                          <a:cubicBezTo>
                            <a:pt x="112391" y="62198"/>
                            <a:pt x="108391" y="61246"/>
                            <a:pt x="104390" y="60770"/>
                          </a:cubicBezTo>
                          <a:cubicBezTo>
                            <a:pt x="100390" y="60293"/>
                            <a:pt x="96389" y="59531"/>
                            <a:pt x="92484" y="58483"/>
                          </a:cubicBezTo>
                          <a:cubicBezTo>
                            <a:pt x="84578" y="56769"/>
                            <a:pt x="76863" y="54102"/>
                            <a:pt x="69243" y="51340"/>
                          </a:cubicBezTo>
                          <a:cubicBezTo>
                            <a:pt x="65528" y="49816"/>
                            <a:pt x="61813" y="48196"/>
                            <a:pt x="57908" y="46577"/>
                          </a:cubicBezTo>
                          <a:cubicBezTo>
                            <a:pt x="54480" y="44672"/>
                            <a:pt x="50765" y="42863"/>
                            <a:pt x="46954" y="4105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10" name="Forme libre : forme 15509">
                      <a:extLst>
                        <a:ext uri="{FF2B5EF4-FFF2-40B4-BE49-F238E27FC236}">
                          <a16:creationId xmlns:a16="http://schemas.microsoft.com/office/drawing/2014/main" id="{E01A8AF9-6747-4035-844C-1A7C4D6CC0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6810" y="4082206"/>
                      <a:ext cx="64544" cy="30607"/>
                    </a:xfrm>
                    <a:custGeom>
                      <a:avLst/>
                      <a:gdLst>
                        <a:gd name="connsiteX0" fmla="*/ 64528 w 64544"/>
                        <a:gd name="connsiteY0" fmla="*/ 25735 h 30607"/>
                        <a:gd name="connsiteX1" fmla="*/ 53289 w 64544"/>
                        <a:gd name="connsiteY1" fmla="*/ 30593 h 30607"/>
                        <a:gd name="connsiteX2" fmla="*/ 41573 w 64544"/>
                        <a:gd name="connsiteY2" fmla="*/ 29736 h 30607"/>
                        <a:gd name="connsiteX3" fmla="*/ 27762 w 64544"/>
                        <a:gd name="connsiteY3" fmla="*/ 25925 h 30607"/>
                        <a:gd name="connsiteX4" fmla="*/ 14903 w 64544"/>
                        <a:gd name="connsiteY4" fmla="*/ 19544 h 30607"/>
                        <a:gd name="connsiteX5" fmla="*/ 5759 w 64544"/>
                        <a:gd name="connsiteY5" fmla="*/ 12305 h 30607"/>
                        <a:gd name="connsiteX6" fmla="*/ 425 w 64544"/>
                        <a:gd name="connsiteY6" fmla="*/ 1446 h 30607"/>
                        <a:gd name="connsiteX7" fmla="*/ 12236 w 64544"/>
                        <a:gd name="connsiteY7" fmla="*/ 1351 h 30607"/>
                        <a:gd name="connsiteX8" fmla="*/ 22333 w 64544"/>
                        <a:gd name="connsiteY8" fmla="*/ 4685 h 30607"/>
                        <a:gd name="connsiteX9" fmla="*/ 34239 w 64544"/>
                        <a:gd name="connsiteY9" fmla="*/ 9066 h 30607"/>
                        <a:gd name="connsiteX10" fmla="*/ 46050 w 64544"/>
                        <a:gd name="connsiteY10" fmla="*/ 13638 h 30607"/>
                        <a:gd name="connsiteX11" fmla="*/ 55766 w 64544"/>
                        <a:gd name="connsiteY11" fmla="*/ 18020 h 30607"/>
                        <a:gd name="connsiteX12" fmla="*/ 64528 w 64544"/>
                        <a:gd name="connsiteY12" fmla="*/ 25735 h 306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4544" h="30607">
                          <a:moveTo>
                            <a:pt x="64528" y="25735"/>
                          </a:moveTo>
                          <a:cubicBezTo>
                            <a:pt x="64243" y="28212"/>
                            <a:pt x="60052" y="29926"/>
                            <a:pt x="53289" y="30593"/>
                          </a:cubicBezTo>
                          <a:cubicBezTo>
                            <a:pt x="49955" y="30688"/>
                            <a:pt x="45954" y="30307"/>
                            <a:pt x="41573" y="29736"/>
                          </a:cubicBezTo>
                          <a:cubicBezTo>
                            <a:pt x="37096" y="29355"/>
                            <a:pt x="32524" y="27545"/>
                            <a:pt x="27762" y="25925"/>
                          </a:cubicBezTo>
                          <a:cubicBezTo>
                            <a:pt x="22904" y="24402"/>
                            <a:pt x="18808" y="21639"/>
                            <a:pt x="14903" y="19544"/>
                          </a:cubicBezTo>
                          <a:cubicBezTo>
                            <a:pt x="11093" y="17353"/>
                            <a:pt x="8141" y="14591"/>
                            <a:pt x="5759" y="12305"/>
                          </a:cubicBezTo>
                          <a:cubicBezTo>
                            <a:pt x="901" y="7733"/>
                            <a:pt x="-908" y="3447"/>
                            <a:pt x="425" y="1446"/>
                          </a:cubicBezTo>
                          <a:cubicBezTo>
                            <a:pt x="1854" y="-744"/>
                            <a:pt x="6140" y="-173"/>
                            <a:pt x="12236" y="1351"/>
                          </a:cubicBezTo>
                          <a:cubicBezTo>
                            <a:pt x="15284" y="2018"/>
                            <a:pt x="18522" y="3542"/>
                            <a:pt x="22333" y="4685"/>
                          </a:cubicBezTo>
                          <a:cubicBezTo>
                            <a:pt x="26143" y="5828"/>
                            <a:pt x="29953" y="7828"/>
                            <a:pt x="34239" y="9066"/>
                          </a:cubicBezTo>
                          <a:cubicBezTo>
                            <a:pt x="38525" y="10495"/>
                            <a:pt x="42335" y="12495"/>
                            <a:pt x="46050" y="13638"/>
                          </a:cubicBezTo>
                          <a:cubicBezTo>
                            <a:pt x="49765" y="14972"/>
                            <a:pt x="53003" y="16591"/>
                            <a:pt x="55766" y="18020"/>
                          </a:cubicBezTo>
                          <a:cubicBezTo>
                            <a:pt x="61290" y="20401"/>
                            <a:pt x="64814" y="23163"/>
                            <a:pt x="64528" y="2573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11" name="Forme libre : forme 15510">
                      <a:extLst>
                        <a:ext uri="{FF2B5EF4-FFF2-40B4-BE49-F238E27FC236}">
                          <a16:creationId xmlns:a16="http://schemas.microsoft.com/office/drawing/2014/main" id="{730D6485-E46C-4055-AE48-290A020E4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6714" y="4082119"/>
                      <a:ext cx="43763" cy="30013"/>
                    </a:xfrm>
                    <a:custGeom>
                      <a:avLst/>
                      <a:gdLst>
                        <a:gd name="connsiteX0" fmla="*/ 16999 w 43763"/>
                        <a:gd name="connsiteY0" fmla="*/ 2772 h 30013"/>
                        <a:gd name="connsiteX1" fmla="*/ 425 w 43763"/>
                        <a:gd name="connsiteY1" fmla="*/ 1438 h 30013"/>
                        <a:gd name="connsiteX2" fmla="*/ 5759 w 43763"/>
                        <a:gd name="connsiteY2" fmla="*/ 12297 h 30013"/>
                        <a:gd name="connsiteX3" fmla="*/ 14903 w 43763"/>
                        <a:gd name="connsiteY3" fmla="*/ 19536 h 30013"/>
                        <a:gd name="connsiteX4" fmla="*/ 27762 w 43763"/>
                        <a:gd name="connsiteY4" fmla="*/ 25917 h 30013"/>
                        <a:gd name="connsiteX5" fmla="*/ 43764 w 43763"/>
                        <a:gd name="connsiteY5" fmla="*/ 30013 h 30013"/>
                        <a:gd name="connsiteX6" fmla="*/ 35192 w 43763"/>
                        <a:gd name="connsiteY6" fmla="*/ 26870 h 30013"/>
                        <a:gd name="connsiteX7" fmla="*/ 25571 w 43763"/>
                        <a:gd name="connsiteY7" fmla="*/ 20584 h 30013"/>
                        <a:gd name="connsiteX8" fmla="*/ 19094 w 43763"/>
                        <a:gd name="connsiteY8" fmla="*/ 13535 h 30013"/>
                        <a:gd name="connsiteX9" fmla="*/ 16999 w 43763"/>
                        <a:gd name="connsiteY9" fmla="*/ 2772 h 300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3763" h="30013">
                          <a:moveTo>
                            <a:pt x="16999" y="2772"/>
                          </a:moveTo>
                          <a:cubicBezTo>
                            <a:pt x="8521" y="9"/>
                            <a:pt x="2140" y="-1133"/>
                            <a:pt x="425" y="1438"/>
                          </a:cubicBezTo>
                          <a:cubicBezTo>
                            <a:pt x="-908" y="3438"/>
                            <a:pt x="901" y="7725"/>
                            <a:pt x="5759" y="12297"/>
                          </a:cubicBezTo>
                          <a:cubicBezTo>
                            <a:pt x="8236" y="14583"/>
                            <a:pt x="11093" y="17345"/>
                            <a:pt x="14903" y="19536"/>
                          </a:cubicBezTo>
                          <a:cubicBezTo>
                            <a:pt x="18713" y="21726"/>
                            <a:pt x="22809" y="24393"/>
                            <a:pt x="27762" y="25917"/>
                          </a:cubicBezTo>
                          <a:cubicBezTo>
                            <a:pt x="33382" y="28013"/>
                            <a:pt x="38811" y="29632"/>
                            <a:pt x="43764" y="30013"/>
                          </a:cubicBezTo>
                          <a:cubicBezTo>
                            <a:pt x="40811" y="29156"/>
                            <a:pt x="37858" y="28394"/>
                            <a:pt x="35192" y="26870"/>
                          </a:cubicBezTo>
                          <a:cubicBezTo>
                            <a:pt x="31572" y="24870"/>
                            <a:pt x="28333" y="22679"/>
                            <a:pt x="25571" y="20584"/>
                          </a:cubicBezTo>
                          <a:cubicBezTo>
                            <a:pt x="22904" y="18202"/>
                            <a:pt x="20714" y="15821"/>
                            <a:pt x="19094" y="13535"/>
                          </a:cubicBezTo>
                          <a:cubicBezTo>
                            <a:pt x="15856" y="9344"/>
                            <a:pt x="15094" y="5153"/>
                            <a:pt x="16999" y="2772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12" name="Forme libre : forme 15511">
                      <a:extLst>
                        <a:ext uri="{FF2B5EF4-FFF2-40B4-BE49-F238E27FC236}">
                          <a16:creationId xmlns:a16="http://schemas.microsoft.com/office/drawing/2014/main" id="{427930D5-023F-4F5A-AE1B-EF2A3B8E0A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8556" y="4085771"/>
                      <a:ext cx="66036" cy="29815"/>
                    </a:xfrm>
                    <a:custGeom>
                      <a:avLst/>
                      <a:gdLst>
                        <a:gd name="connsiteX0" fmla="*/ 66021 w 66036"/>
                        <a:gd name="connsiteY0" fmla="*/ 24647 h 29815"/>
                        <a:gd name="connsiteX1" fmla="*/ 54781 w 66036"/>
                        <a:gd name="connsiteY1" fmla="*/ 29600 h 29815"/>
                        <a:gd name="connsiteX2" fmla="*/ 42875 w 66036"/>
                        <a:gd name="connsiteY2" fmla="*/ 29124 h 29815"/>
                        <a:gd name="connsiteX3" fmla="*/ 28778 w 66036"/>
                        <a:gd name="connsiteY3" fmla="*/ 25600 h 29815"/>
                        <a:gd name="connsiteX4" fmla="*/ 21729 w 66036"/>
                        <a:gd name="connsiteY4" fmla="*/ 22837 h 29815"/>
                        <a:gd name="connsiteX5" fmla="*/ 15633 w 66036"/>
                        <a:gd name="connsiteY5" fmla="*/ 19408 h 29815"/>
                        <a:gd name="connsiteX6" fmla="*/ 6108 w 66036"/>
                        <a:gd name="connsiteY6" fmla="*/ 12360 h 29815"/>
                        <a:gd name="connsiteX7" fmla="*/ 393 w 66036"/>
                        <a:gd name="connsiteY7" fmla="*/ 1501 h 29815"/>
                        <a:gd name="connsiteX8" fmla="*/ 12300 w 66036"/>
                        <a:gd name="connsiteY8" fmla="*/ 1215 h 29815"/>
                        <a:gd name="connsiteX9" fmla="*/ 22681 w 66036"/>
                        <a:gd name="connsiteY9" fmla="*/ 4359 h 29815"/>
                        <a:gd name="connsiteX10" fmla="*/ 28492 w 66036"/>
                        <a:gd name="connsiteY10" fmla="*/ 6454 h 29815"/>
                        <a:gd name="connsiteX11" fmla="*/ 34778 w 66036"/>
                        <a:gd name="connsiteY11" fmla="*/ 8550 h 29815"/>
                        <a:gd name="connsiteX12" fmla="*/ 46875 w 66036"/>
                        <a:gd name="connsiteY12" fmla="*/ 12931 h 29815"/>
                        <a:gd name="connsiteX13" fmla="*/ 56876 w 66036"/>
                        <a:gd name="connsiteY13" fmla="*/ 17027 h 29815"/>
                        <a:gd name="connsiteX14" fmla="*/ 66021 w 66036"/>
                        <a:gd name="connsiteY14" fmla="*/ 24647 h 2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6036" h="29815">
                          <a:moveTo>
                            <a:pt x="66021" y="24647"/>
                          </a:moveTo>
                          <a:cubicBezTo>
                            <a:pt x="65735" y="27123"/>
                            <a:pt x="61639" y="28838"/>
                            <a:pt x="54781" y="29600"/>
                          </a:cubicBezTo>
                          <a:cubicBezTo>
                            <a:pt x="51352" y="30076"/>
                            <a:pt x="47351" y="29695"/>
                            <a:pt x="42875" y="29124"/>
                          </a:cubicBezTo>
                          <a:cubicBezTo>
                            <a:pt x="38398" y="28552"/>
                            <a:pt x="33540" y="27504"/>
                            <a:pt x="28778" y="25600"/>
                          </a:cubicBezTo>
                          <a:cubicBezTo>
                            <a:pt x="26301" y="24742"/>
                            <a:pt x="24015" y="23790"/>
                            <a:pt x="21729" y="22837"/>
                          </a:cubicBezTo>
                          <a:cubicBezTo>
                            <a:pt x="19539" y="21694"/>
                            <a:pt x="17538" y="20551"/>
                            <a:pt x="15633" y="19408"/>
                          </a:cubicBezTo>
                          <a:cubicBezTo>
                            <a:pt x="11728" y="17122"/>
                            <a:pt x="8489" y="14836"/>
                            <a:pt x="6108" y="12360"/>
                          </a:cubicBezTo>
                          <a:cubicBezTo>
                            <a:pt x="1155" y="7693"/>
                            <a:pt x="-940" y="3692"/>
                            <a:pt x="393" y="1501"/>
                          </a:cubicBezTo>
                          <a:cubicBezTo>
                            <a:pt x="1727" y="-499"/>
                            <a:pt x="6203" y="-404"/>
                            <a:pt x="12300" y="1215"/>
                          </a:cubicBezTo>
                          <a:cubicBezTo>
                            <a:pt x="15252" y="2168"/>
                            <a:pt x="18872" y="3120"/>
                            <a:pt x="22681" y="4359"/>
                          </a:cubicBezTo>
                          <a:cubicBezTo>
                            <a:pt x="24587" y="5026"/>
                            <a:pt x="26492" y="5692"/>
                            <a:pt x="28492" y="6454"/>
                          </a:cubicBezTo>
                          <a:cubicBezTo>
                            <a:pt x="30587" y="7026"/>
                            <a:pt x="32683" y="7788"/>
                            <a:pt x="34778" y="8550"/>
                          </a:cubicBezTo>
                          <a:cubicBezTo>
                            <a:pt x="38969" y="10264"/>
                            <a:pt x="43065" y="11598"/>
                            <a:pt x="46875" y="12931"/>
                          </a:cubicBezTo>
                          <a:cubicBezTo>
                            <a:pt x="50019" y="14169"/>
                            <a:pt x="53257" y="15598"/>
                            <a:pt x="56876" y="17027"/>
                          </a:cubicBezTo>
                          <a:cubicBezTo>
                            <a:pt x="62687" y="19313"/>
                            <a:pt x="66306" y="22075"/>
                            <a:pt x="66021" y="2464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13" name="Forme libre : forme 15512">
                      <a:extLst>
                        <a:ext uri="{FF2B5EF4-FFF2-40B4-BE49-F238E27FC236}">
                          <a16:creationId xmlns:a16="http://schemas.microsoft.com/office/drawing/2014/main" id="{CF737F00-DBA3-4621-B848-E63791C746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9513" y="4058662"/>
                      <a:ext cx="77207" cy="61306"/>
                    </a:xfrm>
                    <a:custGeom>
                      <a:avLst/>
                      <a:gdLst>
                        <a:gd name="connsiteX0" fmla="*/ 3433 w 77207"/>
                        <a:gd name="connsiteY0" fmla="*/ 8322 h 61306"/>
                        <a:gd name="connsiteX1" fmla="*/ 99 w 77207"/>
                        <a:gd name="connsiteY1" fmla="*/ 16323 h 61306"/>
                        <a:gd name="connsiteX2" fmla="*/ 24579 w 77207"/>
                        <a:gd name="connsiteY2" fmla="*/ 45088 h 61306"/>
                        <a:gd name="connsiteX3" fmla="*/ 62107 w 77207"/>
                        <a:gd name="connsiteY3" fmla="*/ 61090 h 61306"/>
                        <a:gd name="connsiteX4" fmla="*/ 76585 w 77207"/>
                        <a:gd name="connsiteY4" fmla="*/ 56328 h 61306"/>
                        <a:gd name="connsiteX5" fmla="*/ 65346 w 77207"/>
                        <a:gd name="connsiteY5" fmla="*/ 48994 h 61306"/>
                        <a:gd name="connsiteX6" fmla="*/ 42105 w 77207"/>
                        <a:gd name="connsiteY6" fmla="*/ 28134 h 61306"/>
                        <a:gd name="connsiteX7" fmla="*/ 19721 w 77207"/>
                        <a:gd name="connsiteY7" fmla="*/ 2131 h 61306"/>
                        <a:gd name="connsiteX8" fmla="*/ 3433 w 77207"/>
                        <a:gd name="connsiteY8" fmla="*/ 8322 h 61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7207" h="61306">
                          <a:moveTo>
                            <a:pt x="3433" y="8322"/>
                          </a:moveTo>
                          <a:cubicBezTo>
                            <a:pt x="1528" y="10322"/>
                            <a:pt x="-472" y="12513"/>
                            <a:pt x="99" y="16323"/>
                          </a:cubicBezTo>
                          <a:cubicBezTo>
                            <a:pt x="1052" y="23562"/>
                            <a:pt x="11434" y="35563"/>
                            <a:pt x="24579" y="45088"/>
                          </a:cubicBezTo>
                          <a:cubicBezTo>
                            <a:pt x="35342" y="53185"/>
                            <a:pt x="49725" y="59185"/>
                            <a:pt x="62107" y="61090"/>
                          </a:cubicBezTo>
                          <a:cubicBezTo>
                            <a:pt x="71537" y="61948"/>
                            <a:pt x="79538" y="60233"/>
                            <a:pt x="76585" y="56328"/>
                          </a:cubicBezTo>
                          <a:cubicBezTo>
                            <a:pt x="74871" y="53852"/>
                            <a:pt x="69727" y="51470"/>
                            <a:pt x="65346" y="48994"/>
                          </a:cubicBezTo>
                          <a:cubicBezTo>
                            <a:pt x="55059" y="42707"/>
                            <a:pt x="47248" y="35468"/>
                            <a:pt x="42105" y="28134"/>
                          </a:cubicBezTo>
                          <a:cubicBezTo>
                            <a:pt x="37437" y="21943"/>
                            <a:pt x="31913" y="8894"/>
                            <a:pt x="19721" y="2131"/>
                          </a:cubicBezTo>
                          <a:cubicBezTo>
                            <a:pt x="8672" y="-4251"/>
                            <a:pt x="6100" y="5464"/>
                            <a:pt x="3433" y="832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14" name="Forme libre : forme 15513">
                      <a:extLst>
                        <a:ext uri="{FF2B5EF4-FFF2-40B4-BE49-F238E27FC236}">
                          <a16:creationId xmlns:a16="http://schemas.microsoft.com/office/drawing/2014/main" id="{51062BA2-40F0-4813-93EB-29A5DDCAF1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8938" y="4068666"/>
                      <a:ext cx="25560" cy="12712"/>
                    </a:xfrm>
                    <a:custGeom>
                      <a:avLst/>
                      <a:gdLst>
                        <a:gd name="connsiteX0" fmla="*/ 2677 w 25560"/>
                        <a:gd name="connsiteY0" fmla="*/ 32 h 12712"/>
                        <a:gd name="connsiteX1" fmla="*/ 200 w 25560"/>
                        <a:gd name="connsiteY1" fmla="*/ 604 h 12712"/>
                        <a:gd name="connsiteX2" fmla="*/ 1249 w 25560"/>
                        <a:gd name="connsiteY2" fmla="*/ 3461 h 12712"/>
                        <a:gd name="connsiteX3" fmla="*/ 5249 w 25560"/>
                        <a:gd name="connsiteY3" fmla="*/ 6319 h 12712"/>
                        <a:gd name="connsiteX4" fmla="*/ 16108 w 25560"/>
                        <a:gd name="connsiteY4" fmla="*/ 11462 h 12712"/>
                        <a:gd name="connsiteX5" fmla="*/ 20393 w 25560"/>
                        <a:gd name="connsiteY5" fmla="*/ 12605 h 12712"/>
                        <a:gd name="connsiteX6" fmla="*/ 20393 w 25560"/>
                        <a:gd name="connsiteY6" fmla="*/ 5938 h 12712"/>
                        <a:gd name="connsiteX7" fmla="*/ 2677 w 25560"/>
                        <a:gd name="connsiteY7" fmla="*/ 32 h 127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560" h="12712">
                          <a:moveTo>
                            <a:pt x="2677" y="32"/>
                          </a:moveTo>
                          <a:cubicBezTo>
                            <a:pt x="1629" y="-63"/>
                            <a:pt x="677" y="32"/>
                            <a:pt x="200" y="604"/>
                          </a:cubicBezTo>
                          <a:cubicBezTo>
                            <a:pt x="-276" y="1175"/>
                            <a:pt x="106" y="2223"/>
                            <a:pt x="1249" y="3461"/>
                          </a:cubicBezTo>
                          <a:cubicBezTo>
                            <a:pt x="2296" y="4604"/>
                            <a:pt x="3820" y="5557"/>
                            <a:pt x="5249" y="6319"/>
                          </a:cubicBezTo>
                          <a:cubicBezTo>
                            <a:pt x="8964" y="8319"/>
                            <a:pt x="12583" y="9938"/>
                            <a:pt x="16108" y="11462"/>
                          </a:cubicBezTo>
                          <a:cubicBezTo>
                            <a:pt x="17536" y="12034"/>
                            <a:pt x="19060" y="12415"/>
                            <a:pt x="20393" y="12605"/>
                          </a:cubicBezTo>
                          <a:cubicBezTo>
                            <a:pt x="25728" y="13367"/>
                            <a:pt x="28681" y="9938"/>
                            <a:pt x="20393" y="5938"/>
                          </a:cubicBezTo>
                          <a:cubicBezTo>
                            <a:pt x="14202" y="2413"/>
                            <a:pt x="6963" y="413"/>
                            <a:pt x="2677" y="3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15" name="Forme libre : forme 15514">
                      <a:extLst>
                        <a:ext uri="{FF2B5EF4-FFF2-40B4-BE49-F238E27FC236}">
                          <a16:creationId xmlns:a16="http://schemas.microsoft.com/office/drawing/2014/main" id="{0A585CD3-897C-4424-8906-FBA805B066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1145" y="4112704"/>
                      <a:ext cx="47113" cy="14792"/>
                    </a:xfrm>
                    <a:custGeom>
                      <a:avLst/>
                      <a:gdLst>
                        <a:gd name="connsiteX0" fmla="*/ 47054 w 47113"/>
                        <a:gd name="connsiteY0" fmla="*/ 0 h 14792"/>
                        <a:gd name="connsiteX1" fmla="*/ 42291 w 47113"/>
                        <a:gd name="connsiteY1" fmla="*/ 7811 h 14792"/>
                        <a:gd name="connsiteX2" fmla="*/ 28670 w 47113"/>
                        <a:gd name="connsiteY2" fmla="*/ 13335 h 14792"/>
                        <a:gd name="connsiteX3" fmla="*/ 16573 w 47113"/>
                        <a:gd name="connsiteY3" fmla="*/ 14764 h 14792"/>
                        <a:gd name="connsiteX4" fmla="*/ 0 w 47113"/>
                        <a:gd name="connsiteY4" fmla="*/ 13811 h 14792"/>
                        <a:gd name="connsiteX5" fmla="*/ 6286 w 47113"/>
                        <a:gd name="connsiteY5" fmla="*/ 14383 h 14792"/>
                        <a:gd name="connsiteX6" fmla="*/ 20764 w 47113"/>
                        <a:gd name="connsiteY6" fmla="*/ 13430 h 14792"/>
                        <a:gd name="connsiteX7" fmla="*/ 36481 w 47113"/>
                        <a:gd name="connsiteY7" fmla="*/ 8763 h 14792"/>
                        <a:gd name="connsiteX8" fmla="*/ 47054 w 47113"/>
                        <a:gd name="connsiteY8" fmla="*/ 0 h 14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7113" h="14792">
                          <a:moveTo>
                            <a:pt x="47054" y="0"/>
                          </a:moveTo>
                          <a:cubicBezTo>
                            <a:pt x="47054" y="0"/>
                            <a:pt x="48006" y="3524"/>
                            <a:pt x="42291" y="7811"/>
                          </a:cubicBezTo>
                          <a:cubicBezTo>
                            <a:pt x="39529" y="9811"/>
                            <a:pt x="35338" y="11716"/>
                            <a:pt x="28670" y="13335"/>
                          </a:cubicBezTo>
                          <a:cubicBezTo>
                            <a:pt x="25336" y="14288"/>
                            <a:pt x="21336" y="14764"/>
                            <a:pt x="16573" y="14764"/>
                          </a:cubicBezTo>
                          <a:cubicBezTo>
                            <a:pt x="11811" y="14764"/>
                            <a:pt x="6286" y="15049"/>
                            <a:pt x="0" y="13811"/>
                          </a:cubicBezTo>
                          <a:cubicBezTo>
                            <a:pt x="0" y="13811"/>
                            <a:pt x="2477" y="14192"/>
                            <a:pt x="6286" y="14383"/>
                          </a:cubicBezTo>
                          <a:cubicBezTo>
                            <a:pt x="10096" y="14383"/>
                            <a:pt x="15335" y="14097"/>
                            <a:pt x="20764" y="13430"/>
                          </a:cubicBezTo>
                          <a:cubicBezTo>
                            <a:pt x="26194" y="12763"/>
                            <a:pt x="31718" y="10859"/>
                            <a:pt x="36481" y="8763"/>
                          </a:cubicBezTo>
                          <a:cubicBezTo>
                            <a:pt x="40957" y="6858"/>
                            <a:pt x="45148" y="3715"/>
                            <a:pt x="4705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16" name="Forme libre : forme 15515">
                      <a:extLst>
                        <a:ext uri="{FF2B5EF4-FFF2-40B4-BE49-F238E27FC236}">
                          <a16:creationId xmlns:a16="http://schemas.microsoft.com/office/drawing/2014/main" id="{B0A2C595-63A6-4776-B4AF-4621778DE3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2659" y="4046973"/>
                      <a:ext cx="47053" cy="16677"/>
                    </a:xfrm>
                    <a:custGeom>
                      <a:avLst/>
                      <a:gdLst>
                        <a:gd name="connsiteX0" fmla="*/ 47054 w 47053"/>
                        <a:gd name="connsiteY0" fmla="*/ 16678 h 16677"/>
                        <a:gd name="connsiteX1" fmla="*/ 41815 w 47053"/>
                        <a:gd name="connsiteY1" fmla="*/ 13630 h 16677"/>
                        <a:gd name="connsiteX2" fmla="*/ 29146 w 47053"/>
                        <a:gd name="connsiteY2" fmla="*/ 6581 h 16677"/>
                        <a:gd name="connsiteX3" fmla="*/ 0 w 47053"/>
                        <a:gd name="connsiteY3" fmla="*/ 2199 h 16677"/>
                        <a:gd name="connsiteX4" fmla="*/ 12001 w 47053"/>
                        <a:gd name="connsiteY4" fmla="*/ 2104 h 16677"/>
                        <a:gd name="connsiteX5" fmla="*/ 26861 w 47053"/>
                        <a:gd name="connsiteY5" fmla="*/ 6581 h 16677"/>
                        <a:gd name="connsiteX6" fmla="*/ 47054 w 47053"/>
                        <a:gd name="connsiteY6" fmla="*/ 16678 h 1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053" h="16677">
                          <a:moveTo>
                            <a:pt x="47054" y="16678"/>
                          </a:moveTo>
                          <a:cubicBezTo>
                            <a:pt x="47054" y="16678"/>
                            <a:pt x="45148" y="15535"/>
                            <a:pt x="41815" y="13630"/>
                          </a:cubicBezTo>
                          <a:cubicBezTo>
                            <a:pt x="38576" y="11534"/>
                            <a:pt x="34100" y="9248"/>
                            <a:pt x="29146" y="6581"/>
                          </a:cubicBezTo>
                          <a:cubicBezTo>
                            <a:pt x="19241" y="1723"/>
                            <a:pt x="7144" y="-2849"/>
                            <a:pt x="0" y="2199"/>
                          </a:cubicBezTo>
                          <a:cubicBezTo>
                            <a:pt x="0" y="2199"/>
                            <a:pt x="4000" y="771"/>
                            <a:pt x="12001" y="2104"/>
                          </a:cubicBezTo>
                          <a:cubicBezTo>
                            <a:pt x="16002" y="2771"/>
                            <a:pt x="20955" y="4200"/>
                            <a:pt x="26861" y="6581"/>
                          </a:cubicBezTo>
                          <a:cubicBezTo>
                            <a:pt x="32671" y="9057"/>
                            <a:pt x="39338" y="12487"/>
                            <a:pt x="47054" y="166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17" name="Forme libre : forme 15516">
                      <a:extLst>
                        <a:ext uri="{FF2B5EF4-FFF2-40B4-BE49-F238E27FC236}">
                          <a16:creationId xmlns:a16="http://schemas.microsoft.com/office/drawing/2014/main" id="{A1D33439-4243-4E8E-A50D-9C6DDE76EC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4115" y="4092292"/>
                      <a:ext cx="23442" cy="11124"/>
                    </a:xfrm>
                    <a:custGeom>
                      <a:avLst/>
                      <a:gdLst>
                        <a:gd name="connsiteX0" fmla="*/ 23031 w 23442"/>
                        <a:gd name="connsiteY0" fmla="*/ 10696 h 11124"/>
                        <a:gd name="connsiteX1" fmla="*/ 8172 w 23442"/>
                        <a:gd name="connsiteY1" fmla="*/ 7648 h 11124"/>
                        <a:gd name="connsiteX2" fmla="*/ 552 w 23442"/>
                        <a:gd name="connsiteY2" fmla="*/ 123 h 11124"/>
                        <a:gd name="connsiteX3" fmla="*/ 14744 w 23442"/>
                        <a:gd name="connsiteY3" fmla="*/ 4124 h 11124"/>
                        <a:gd name="connsiteX4" fmla="*/ 23031 w 23442"/>
                        <a:gd name="connsiteY4" fmla="*/ 10696 h 11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442" h="11124">
                          <a:moveTo>
                            <a:pt x="23031" y="10696"/>
                          </a:moveTo>
                          <a:cubicBezTo>
                            <a:pt x="21412" y="11648"/>
                            <a:pt x="14363" y="11172"/>
                            <a:pt x="8172" y="7648"/>
                          </a:cubicBezTo>
                          <a:cubicBezTo>
                            <a:pt x="1790" y="4600"/>
                            <a:pt x="-1353" y="981"/>
                            <a:pt x="552" y="123"/>
                          </a:cubicBezTo>
                          <a:cubicBezTo>
                            <a:pt x="2362" y="-448"/>
                            <a:pt x="8743" y="981"/>
                            <a:pt x="14744" y="4124"/>
                          </a:cubicBezTo>
                          <a:cubicBezTo>
                            <a:pt x="20935" y="6600"/>
                            <a:pt x="24745" y="9553"/>
                            <a:pt x="23031" y="1069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18" name="Forme libre : forme 15517">
                      <a:extLst>
                        <a:ext uri="{FF2B5EF4-FFF2-40B4-BE49-F238E27FC236}">
                          <a16:creationId xmlns:a16="http://schemas.microsoft.com/office/drawing/2014/main" id="{5873A92C-EB6B-4114-84BA-5316429AD0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3986" y="4100794"/>
                      <a:ext cx="6880" cy="2960"/>
                    </a:xfrm>
                    <a:custGeom>
                      <a:avLst/>
                      <a:gdLst>
                        <a:gd name="connsiteX0" fmla="*/ 6875 w 6880"/>
                        <a:gd name="connsiteY0" fmla="*/ 2290 h 2960"/>
                        <a:gd name="connsiteX1" fmla="*/ 3160 w 6880"/>
                        <a:gd name="connsiteY1" fmla="*/ 2766 h 2960"/>
                        <a:gd name="connsiteX2" fmla="*/ 17 w 6880"/>
                        <a:gd name="connsiteY2" fmla="*/ 670 h 2960"/>
                        <a:gd name="connsiteX3" fmla="*/ 3732 w 6880"/>
                        <a:gd name="connsiteY3" fmla="*/ 194 h 2960"/>
                        <a:gd name="connsiteX4" fmla="*/ 6875 w 6880"/>
                        <a:gd name="connsiteY4" fmla="*/ 2290 h 2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80" h="2960">
                          <a:moveTo>
                            <a:pt x="6875" y="2290"/>
                          </a:moveTo>
                          <a:cubicBezTo>
                            <a:pt x="6780" y="2956"/>
                            <a:pt x="5066" y="3147"/>
                            <a:pt x="3160" y="2766"/>
                          </a:cubicBezTo>
                          <a:cubicBezTo>
                            <a:pt x="1255" y="2385"/>
                            <a:pt x="-173" y="1337"/>
                            <a:pt x="17" y="670"/>
                          </a:cubicBezTo>
                          <a:cubicBezTo>
                            <a:pt x="208" y="4"/>
                            <a:pt x="1827" y="-187"/>
                            <a:pt x="3732" y="194"/>
                          </a:cubicBezTo>
                          <a:cubicBezTo>
                            <a:pt x="5637" y="670"/>
                            <a:pt x="6971" y="1623"/>
                            <a:pt x="6875" y="22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19" name="Forme libre : forme 15518">
                      <a:extLst>
                        <a:ext uri="{FF2B5EF4-FFF2-40B4-BE49-F238E27FC236}">
                          <a16:creationId xmlns:a16="http://schemas.microsoft.com/office/drawing/2014/main" id="{54C20AD2-9BEE-464F-A6EE-E99A4518B5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9396" y="4079712"/>
                      <a:ext cx="51988" cy="31091"/>
                    </a:xfrm>
                    <a:custGeom>
                      <a:avLst/>
                      <a:gdLst>
                        <a:gd name="connsiteX0" fmla="*/ 47277 w 51988"/>
                        <a:gd name="connsiteY0" fmla="*/ 16038 h 31091"/>
                        <a:gd name="connsiteX1" fmla="*/ 51945 w 51988"/>
                        <a:gd name="connsiteY1" fmla="*/ 27754 h 31091"/>
                        <a:gd name="connsiteX2" fmla="*/ 46801 w 51988"/>
                        <a:gd name="connsiteY2" fmla="*/ 31087 h 31091"/>
                        <a:gd name="connsiteX3" fmla="*/ 39181 w 51988"/>
                        <a:gd name="connsiteY3" fmla="*/ 28420 h 31091"/>
                        <a:gd name="connsiteX4" fmla="*/ 25465 w 51988"/>
                        <a:gd name="connsiteY4" fmla="*/ 16038 h 31091"/>
                        <a:gd name="connsiteX5" fmla="*/ 18607 w 51988"/>
                        <a:gd name="connsiteY5" fmla="*/ 12990 h 31091"/>
                        <a:gd name="connsiteX6" fmla="*/ 8701 w 51988"/>
                        <a:gd name="connsiteY6" fmla="*/ 8227 h 31091"/>
                        <a:gd name="connsiteX7" fmla="*/ 1081 w 51988"/>
                        <a:gd name="connsiteY7" fmla="*/ 131 h 31091"/>
                        <a:gd name="connsiteX8" fmla="*/ 17274 w 51988"/>
                        <a:gd name="connsiteY8" fmla="*/ 3370 h 31091"/>
                        <a:gd name="connsiteX9" fmla="*/ 26799 w 51988"/>
                        <a:gd name="connsiteY9" fmla="*/ 6322 h 31091"/>
                        <a:gd name="connsiteX10" fmla="*/ 33942 w 51988"/>
                        <a:gd name="connsiteY10" fmla="*/ 8513 h 31091"/>
                        <a:gd name="connsiteX11" fmla="*/ 47277 w 51988"/>
                        <a:gd name="connsiteY11" fmla="*/ 16038 h 31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1988" h="31091">
                          <a:moveTo>
                            <a:pt x="47277" y="16038"/>
                          </a:moveTo>
                          <a:cubicBezTo>
                            <a:pt x="51183" y="19753"/>
                            <a:pt x="52230" y="23848"/>
                            <a:pt x="51945" y="27754"/>
                          </a:cubicBezTo>
                          <a:cubicBezTo>
                            <a:pt x="51849" y="29182"/>
                            <a:pt x="50706" y="30992"/>
                            <a:pt x="46801" y="31087"/>
                          </a:cubicBezTo>
                          <a:cubicBezTo>
                            <a:pt x="43181" y="31183"/>
                            <a:pt x="40610" y="29658"/>
                            <a:pt x="39181" y="28420"/>
                          </a:cubicBezTo>
                          <a:cubicBezTo>
                            <a:pt x="34799" y="24515"/>
                            <a:pt x="32799" y="19562"/>
                            <a:pt x="25465" y="16038"/>
                          </a:cubicBezTo>
                          <a:cubicBezTo>
                            <a:pt x="23941" y="15371"/>
                            <a:pt x="21465" y="14323"/>
                            <a:pt x="18607" y="12990"/>
                          </a:cubicBezTo>
                          <a:cubicBezTo>
                            <a:pt x="15464" y="11561"/>
                            <a:pt x="11749" y="10228"/>
                            <a:pt x="8701" y="8227"/>
                          </a:cubicBezTo>
                          <a:cubicBezTo>
                            <a:pt x="2319" y="4608"/>
                            <a:pt x="-2158" y="703"/>
                            <a:pt x="1081" y="131"/>
                          </a:cubicBezTo>
                          <a:cubicBezTo>
                            <a:pt x="4320" y="-536"/>
                            <a:pt x="10606" y="1465"/>
                            <a:pt x="17274" y="3370"/>
                          </a:cubicBezTo>
                          <a:cubicBezTo>
                            <a:pt x="20607" y="4227"/>
                            <a:pt x="23846" y="5465"/>
                            <a:pt x="26799" y="6322"/>
                          </a:cubicBezTo>
                          <a:cubicBezTo>
                            <a:pt x="29751" y="7084"/>
                            <a:pt x="32323" y="7846"/>
                            <a:pt x="33942" y="8513"/>
                          </a:cubicBezTo>
                          <a:cubicBezTo>
                            <a:pt x="39562" y="10990"/>
                            <a:pt x="44324" y="13085"/>
                            <a:pt x="47277" y="1603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07" name="Graphique 1">
                    <a:extLst>
                      <a:ext uri="{FF2B5EF4-FFF2-40B4-BE49-F238E27FC236}">
                        <a16:creationId xmlns:a16="http://schemas.microsoft.com/office/drawing/2014/main" id="{D1993498-4471-4D3C-8CA1-A90DE172351C}"/>
                      </a:ext>
                    </a:extLst>
                  </p:cNvPr>
                  <p:cNvGrpSpPr/>
                  <p:nvPr/>
                </p:nvGrpSpPr>
                <p:grpSpPr>
                  <a:xfrm>
                    <a:off x="4611673" y="4000806"/>
                    <a:ext cx="111778" cy="122375"/>
                    <a:chOff x="4611673" y="4000806"/>
                    <a:chExt cx="111778" cy="122375"/>
                  </a:xfrm>
                  <a:solidFill>
                    <a:schemeClr val="accent1"/>
                  </a:solidFill>
                </p:grpSpPr>
                <p:sp>
                  <p:nvSpPr>
                    <p:cNvPr id="15496" name="Forme libre : forme 15495">
                      <a:extLst>
                        <a:ext uri="{FF2B5EF4-FFF2-40B4-BE49-F238E27FC236}">
                          <a16:creationId xmlns:a16="http://schemas.microsoft.com/office/drawing/2014/main" id="{648F0A6F-211B-46D2-A89E-7E26A5A8D3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1673" y="4000806"/>
                      <a:ext cx="111778" cy="122375"/>
                    </a:xfrm>
                    <a:custGeom>
                      <a:avLst/>
                      <a:gdLst>
                        <a:gd name="connsiteX0" fmla="*/ 101587 w 111778"/>
                        <a:gd name="connsiteY0" fmla="*/ 57891 h 122375"/>
                        <a:gd name="connsiteX1" fmla="*/ 58915 w 111778"/>
                        <a:gd name="connsiteY1" fmla="*/ 108088 h 122375"/>
                        <a:gd name="connsiteX2" fmla="*/ 49009 w 111778"/>
                        <a:gd name="connsiteY2" fmla="*/ 114469 h 122375"/>
                        <a:gd name="connsiteX3" fmla="*/ 38817 w 111778"/>
                        <a:gd name="connsiteY3" fmla="*/ 118946 h 122375"/>
                        <a:gd name="connsiteX4" fmla="*/ 20053 w 111778"/>
                        <a:gd name="connsiteY4" fmla="*/ 122375 h 122375"/>
                        <a:gd name="connsiteX5" fmla="*/ 6813 w 111778"/>
                        <a:gd name="connsiteY5" fmla="*/ 119708 h 122375"/>
                        <a:gd name="connsiteX6" fmla="*/ 1669 w 111778"/>
                        <a:gd name="connsiteY6" fmla="*/ 113612 h 122375"/>
                        <a:gd name="connsiteX7" fmla="*/ 50 w 111778"/>
                        <a:gd name="connsiteY7" fmla="*/ 100277 h 122375"/>
                        <a:gd name="connsiteX8" fmla="*/ 2336 w 111778"/>
                        <a:gd name="connsiteY8" fmla="*/ 92943 h 122375"/>
                        <a:gd name="connsiteX9" fmla="*/ 9004 w 111778"/>
                        <a:gd name="connsiteY9" fmla="*/ 85609 h 122375"/>
                        <a:gd name="connsiteX10" fmla="*/ 13386 w 111778"/>
                        <a:gd name="connsiteY10" fmla="*/ 81799 h 122375"/>
                        <a:gd name="connsiteX11" fmla="*/ 18243 w 111778"/>
                        <a:gd name="connsiteY11" fmla="*/ 77798 h 122375"/>
                        <a:gd name="connsiteX12" fmla="*/ 23577 w 111778"/>
                        <a:gd name="connsiteY12" fmla="*/ 73607 h 122375"/>
                        <a:gd name="connsiteX13" fmla="*/ 29387 w 111778"/>
                        <a:gd name="connsiteY13" fmla="*/ 69130 h 122375"/>
                        <a:gd name="connsiteX14" fmla="*/ 58058 w 111778"/>
                        <a:gd name="connsiteY14" fmla="*/ 34174 h 122375"/>
                        <a:gd name="connsiteX15" fmla="*/ 65963 w 111778"/>
                        <a:gd name="connsiteY15" fmla="*/ 20553 h 122375"/>
                        <a:gd name="connsiteX16" fmla="*/ 74060 w 111778"/>
                        <a:gd name="connsiteY16" fmla="*/ 9409 h 122375"/>
                        <a:gd name="connsiteX17" fmla="*/ 89586 w 111778"/>
                        <a:gd name="connsiteY17" fmla="*/ 169 h 122375"/>
                        <a:gd name="connsiteX18" fmla="*/ 103111 w 111778"/>
                        <a:gd name="connsiteY18" fmla="*/ 3122 h 122375"/>
                        <a:gd name="connsiteX19" fmla="*/ 111778 w 111778"/>
                        <a:gd name="connsiteY19" fmla="*/ 20934 h 122375"/>
                        <a:gd name="connsiteX20" fmla="*/ 109588 w 111778"/>
                        <a:gd name="connsiteY20" fmla="*/ 38269 h 122375"/>
                        <a:gd name="connsiteX21" fmla="*/ 101587 w 111778"/>
                        <a:gd name="connsiteY21" fmla="*/ 57891 h 122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11778" h="122375">
                          <a:moveTo>
                            <a:pt x="101587" y="57891"/>
                          </a:moveTo>
                          <a:cubicBezTo>
                            <a:pt x="91109" y="76750"/>
                            <a:pt x="77203" y="94276"/>
                            <a:pt x="58915" y="108088"/>
                          </a:cubicBezTo>
                          <a:cubicBezTo>
                            <a:pt x="55677" y="110469"/>
                            <a:pt x="52438" y="112659"/>
                            <a:pt x="49009" y="114469"/>
                          </a:cubicBezTo>
                          <a:cubicBezTo>
                            <a:pt x="45675" y="116374"/>
                            <a:pt x="42246" y="117898"/>
                            <a:pt x="38817" y="118946"/>
                          </a:cubicBezTo>
                          <a:cubicBezTo>
                            <a:pt x="32149" y="121423"/>
                            <a:pt x="25482" y="122375"/>
                            <a:pt x="20053" y="122375"/>
                          </a:cubicBezTo>
                          <a:cubicBezTo>
                            <a:pt x="14528" y="122375"/>
                            <a:pt x="9956" y="121423"/>
                            <a:pt x="6813" y="119708"/>
                          </a:cubicBezTo>
                          <a:cubicBezTo>
                            <a:pt x="3670" y="118089"/>
                            <a:pt x="1955" y="115993"/>
                            <a:pt x="1669" y="113612"/>
                          </a:cubicBezTo>
                          <a:lnTo>
                            <a:pt x="50" y="100277"/>
                          </a:lnTo>
                          <a:cubicBezTo>
                            <a:pt x="-235" y="97896"/>
                            <a:pt x="717" y="95324"/>
                            <a:pt x="2336" y="92943"/>
                          </a:cubicBezTo>
                          <a:cubicBezTo>
                            <a:pt x="3956" y="90657"/>
                            <a:pt x="6242" y="88085"/>
                            <a:pt x="9004" y="85609"/>
                          </a:cubicBezTo>
                          <a:cubicBezTo>
                            <a:pt x="10528" y="84275"/>
                            <a:pt x="11957" y="82942"/>
                            <a:pt x="13386" y="81799"/>
                          </a:cubicBezTo>
                          <a:cubicBezTo>
                            <a:pt x="14909" y="80560"/>
                            <a:pt x="16528" y="79227"/>
                            <a:pt x="18243" y="77798"/>
                          </a:cubicBezTo>
                          <a:cubicBezTo>
                            <a:pt x="19958" y="76465"/>
                            <a:pt x="21768" y="75131"/>
                            <a:pt x="23577" y="73607"/>
                          </a:cubicBezTo>
                          <a:cubicBezTo>
                            <a:pt x="25482" y="72274"/>
                            <a:pt x="27387" y="70654"/>
                            <a:pt x="29387" y="69130"/>
                          </a:cubicBezTo>
                          <a:cubicBezTo>
                            <a:pt x="40818" y="60367"/>
                            <a:pt x="50723" y="47985"/>
                            <a:pt x="58058" y="34174"/>
                          </a:cubicBezTo>
                          <a:cubicBezTo>
                            <a:pt x="60724" y="29316"/>
                            <a:pt x="63392" y="24744"/>
                            <a:pt x="65963" y="20553"/>
                          </a:cubicBezTo>
                          <a:cubicBezTo>
                            <a:pt x="68726" y="16457"/>
                            <a:pt x="71202" y="12552"/>
                            <a:pt x="74060" y="9409"/>
                          </a:cubicBezTo>
                          <a:cubicBezTo>
                            <a:pt x="79298" y="3027"/>
                            <a:pt x="84728" y="-878"/>
                            <a:pt x="89586" y="169"/>
                          </a:cubicBezTo>
                          <a:lnTo>
                            <a:pt x="103111" y="3122"/>
                          </a:lnTo>
                          <a:cubicBezTo>
                            <a:pt x="108064" y="4170"/>
                            <a:pt x="111302" y="10742"/>
                            <a:pt x="111778" y="20934"/>
                          </a:cubicBezTo>
                          <a:cubicBezTo>
                            <a:pt x="111778" y="25982"/>
                            <a:pt x="111398" y="31983"/>
                            <a:pt x="109588" y="38269"/>
                          </a:cubicBezTo>
                          <a:cubicBezTo>
                            <a:pt x="107969" y="44461"/>
                            <a:pt x="105301" y="51223"/>
                            <a:pt x="101587" y="57891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97" name="Forme libre : forme 15496">
                      <a:extLst>
                        <a:ext uri="{FF2B5EF4-FFF2-40B4-BE49-F238E27FC236}">
                          <a16:creationId xmlns:a16="http://schemas.microsoft.com/office/drawing/2014/main" id="{7298DBE2-0A89-4B22-8F5D-03ABE5B847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2580" y="4003452"/>
                      <a:ext cx="110680" cy="119443"/>
                    </a:xfrm>
                    <a:custGeom>
                      <a:avLst/>
                      <a:gdLst>
                        <a:gd name="connsiteX0" fmla="*/ 56483 w 110680"/>
                        <a:gd name="connsiteY0" fmla="*/ 85725 h 119443"/>
                        <a:gd name="connsiteX1" fmla="*/ 27241 w 110680"/>
                        <a:gd name="connsiteY1" fmla="*/ 104680 h 119443"/>
                        <a:gd name="connsiteX2" fmla="*/ 0 w 110680"/>
                        <a:gd name="connsiteY2" fmla="*/ 104965 h 119443"/>
                        <a:gd name="connsiteX3" fmla="*/ 667 w 110680"/>
                        <a:gd name="connsiteY3" fmla="*/ 110680 h 119443"/>
                        <a:gd name="connsiteX4" fmla="*/ 5810 w 110680"/>
                        <a:gd name="connsiteY4" fmla="*/ 116777 h 119443"/>
                        <a:gd name="connsiteX5" fmla="*/ 19050 w 110680"/>
                        <a:gd name="connsiteY5" fmla="*/ 119444 h 119443"/>
                        <a:gd name="connsiteX6" fmla="*/ 37814 w 110680"/>
                        <a:gd name="connsiteY6" fmla="*/ 116014 h 119443"/>
                        <a:gd name="connsiteX7" fmla="*/ 48006 w 110680"/>
                        <a:gd name="connsiteY7" fmla="*/ 111538 h 119443"/>
                        <a:gd name="connsiteX8" fmla="*/ 57912 w 110680"/>
                        <a:gd name="connsiteY8" fmla="*/ 105156 h 119443"/>
                        <a:gd name="connsiteX9" fmla="*/ 100584 w 110680"/>
                        <a:gd name="connsiteY9" fmla="*/ 54959 h 119443"/>
                        <a:gd name="connsiteX10" fmla="*/ 108489 w 110680"/>
                        <a:gd name="connsiteY10" fmla="*/ 35243 h 119443"/>
                        <a:gd name="connsiteX11" fmla="*/ 110680 w 110680"/>
                        <a:gd name="connsiteY11" fmla="*/ 17907 h 119443"/>
                        <a:gd name="connsiteX12" fmla="*/ 102012 w 110680"/>
                        <a:gd name="connsiteY12" fmla="*/ 95 h 119443"/>
                        <a:gd name="connsiteX13" fmla="*/ 101536 w 110680"/>
                        <a:gd name="connsiteY13" fmla="*/ 0 h 119443"/>
                        <a:gd name="connsiteX14" fmla="*/ 94964 w 110680"/>
                        <a:gd name="connsiteY14" fmla="*/ 23717 h 119443"/>
                        <a:gd name="connsiteX15" fmla="*/ 84772 w 110680"/>
                        <a:gd name="connsiteY15" fmla="*/ 45815 h 119443"/>
                        <a:gd name="connsiteX16" fmla="*/ 71914 w 110680"/>
                        <a:gd name="connsiteY16" fmla="*/ 66389 h 119443"/>
                        <a:gd name="connsiteX17" fmla="*/ 56483 w 110680"/>
                        <a:gd name="connsiteY17" fmla="*/ 85725 h 119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10680" h="119443">
                          <a:moveTo>
                            <a:pt x="56483" y="85725"/>
                          </a:moveTo>
                          <a:cubicBezTo>
                            <a:pt x="48482" y="94583"/>
                            <a:pt x="37814" y="101441"/>
                            <a:pt x="27241" y="104680"/>
                          </a:cubicBezTo>
                          <a:cubicBezTo>
                            <a:pt x="16669" y="107918"/>
                            <a:pt x="6572" y="107537"/>
                            <a:pt x="0" y="104965"/>
                          </a:cubicBezTo>
                          <a:lnTo>
                            <a:pt x="667" y="110680"/>
                          </a:lnTo>
                          <a:cubicBezTo>
                            <a:pt x="952" y="113062"/>
                            <a:pt x="2667" y="115157"/>
                            <a:pt x="5810" y="116777"/>
                          </a:cubicBezTo>
                          <a:cubicBezTo>
                            <a:pt x="8954" y="118491"/>
                            <a:pt x="13430" y="119444"/>
                            <a:pt x="19050" y="119444"/>
                          </a:cubicBezTo>
                          <a:cubicBezTo>
                            <a:pt x="24574" y="119444"/>
                            <a:pt x="31146" y="118491"/>
                            <a:pt x="37814" y="116014"/>
                          </a:cubicBezTo>
                          <a:cubicBezTo>
                            <a:pt x="41243" y="114871"/>
                            <a:pt x="44672" y="113443"/>
                            <a:pt x="48006" y="111538"/>
                          </a:cubicBezTo>
                          <a:cubicBezTo>
                            <a:pt x="51435" y="109823"/>
                            <a:pt x="54769" y="107632"/>
                            <a:pt x="57912" y="105156"/>
                          </a:cubicBezTo>
                          <a:cubicBezTo>
                            <a:pt x="76200" y="91345"/>
                            <a:pt x="90106" y="73819"/>
                            <a:pt x="100584" y="54959"/>
                          </a:cubicBezTo>
                          <a:cubicBezTo>
                            <a:pt x="104298" y="48292"/>
                            <a:pt x="106966" y="41624"/>
                            <a:pt x="108489" y="35243"/>
                          </a:cubicBezTo>
                          <a:cubicBezTo>
                            <a:pt x="110204" y="28956"/>
                            <a:pt x="110680" y="22955"/>
                            <a:pt x="110680" y="17907"/>
                          </a:cubicBezTo>
                          <a:cubicBezTo>
                            <a:pt x="110299" y="7715"/>
                            <a:pt x="106966" y="1143"/>
                            <a:pt x="102012" y="95"/>
                          </a:cubicBezTo>
                          <a:lnTo>
                            <a:pt x="101536" y="0"/>
                          </a:lnTo>
                          <a:cubicBezTo>
                            <a:pt x="100107" y="8192"/>
                            <a:pt x="97631" y="16002"/>
                            <a:pt x="94964" y="23717"/>
                          </a:cubicBezTo>
                          <a:cubicBezTo>
                            <a:pt x="92011" y="31337"/>
                            <a:pt x="88773" y="38671"/>
                            <a:pt x="84772" y="45815"/>
                          </a:cubicBezTo>
                          <a:cubicBezTo>
                            <a:pt x="80963" y="52959"/>
                            <a:pt x="76581" y="59722"/>
                            <a:pt x="71914" y="66389"/>
                          </a:cubicBezTo>
                          <a:cubicBezTo>
                            <a:pt x="67342" y="73152"/>
                            <a:pt x="62198" y="79534"/>
                            <a:pt x="56483" y="85725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98" name="Forme libre : forme 15497">
                      <a:extLst>
                        <a:ext uri="{FF2B5EF4-FFF2-40B4-BE49-F238E27FC236}">
                          <a16:creationId xmlns:a16="http://schemas.microsoft.com/office/drawing/2014/main" id="{61B63C39-10AE-4F58-8E04-B6549F0FAF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58704" y="4032121"/>
                      <a:ext cx="43391" cy="56943"/>
                    </a:xfrm>
                    <a:custGeom>
                      <a:avLst/>
                      <a:gdLst>
                        <a:gd name="connsiteX0" fmla="*/ 40934 w 43391"/>
                        <a:gd name="connsiteY0" fmla="*/ 192 h 56943"/>
                        <a:gd name="connsiteX1" fmla="*/ 42649 w 43391"/>
                        <a:gd name="connsiteY1" fmla="*/ 12384 h 56943"/>
                        <a:gd name="connsiteX2" fmla="*/ 31791 w 43391"/>
                        <a:gd name="connsiteY2" fmla="*/ 35911 h 56943"/>
                        <a:gd name="connsiteX3" fmla="*/ 22266 w 43391"/>
                        <a:gd name="connsiteY3" fmla="*/ 46674 h 56943"/>
                        <a:gd name="connsiteX4" fmla="*/ 12836 w 43391"/>
                        <a:gd name="connsiteY4" fmla="*/ 53818 h 56943"/>
                        <a:gd name="connsiteX5" fmla="*/ 644 w 43391"/>
                        <a:gd name="connsiteY5" fmla="*/ 55818 h 56943"/>
                        <a:gd name="connsiteX6" fmla="*/ 16550 w 43391"/>
                        <a:gd name="connsiteY6" fmla="*/ 24957 h 56943"/>
                        <a:gd name="connsiteX7" fmla="*/ 30743 w 43391"/>
                        <a:gd name="connsiteY7" fmla="*/ 6384 h 56943"/>
                        <a:gd name="connsiteX8" fmla="*/ 40934 w 43391"/>
                        <a:gd name="connsiteY8" fmla="*/ 192 h 56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3391" h="56943">
                          <a:moveTo>
                            <a:pt x="40934" y="192"/>
                          </a:moveTo>
                          <a:cubicBezTo>
                            <a:pt x="43411" y="1240"/>
                            <a:pt x="44078" y="5717"/>
                            <a:pt x="42649" y="12384"/>
                          </a:cubicBezTo>
                          <a:cubicBezTo>
                            <a:pt x="41316" y="18957"/>
                            <a:pt x="37696" y="27529"/>
                            <a:pt x="31791" y="35911"/>
                          </a:cubicBezTo>
                          <a:cubicBezTo>
                            <a:pt x="28838" y="40102"/>
                            <a:pt x="25599" y="43722"/>
                            <a:pt x="22266" y="46674"/>
                          </a:cubicBezTo>
                          <a:cubicBezTo>
                            <a:pt x="19122" y="49818"/>
                            <a:pt x="15598" y="52008"/>
                            <a:pt x="12836" y="53818"/>
                          </a:cubicBezTo>
                          <a:cubicBezTo>
                            <a:pt x="6835" y="57152"/>
                            <a:pt x="2263" y="57819"/>
                            <a:pt x="644" y="55818"/>
                          </a:cubicBezTo>
                          <a:cubicBezTo>
                            <a:pt x="-2500" y="51627"/>
                            <a:pt x="6359" y="39626"/>
                            <a:pt x="16550" y="24957"/>
                          </a:cubicBezTo>
                          <a:cubicBezTo>
                            <a:pt x="21694" y="17623"/>
                            <a:pt x="26647" y="11051"/>
                            <a:pt x="30743" y="6384"/>
                          </a:cubicBezTo>
                          <a:cubicBezTo>
                            <a:pt x="35029" y="1907"/>
                            <a:pt x="38648" y="-760"/>
                            <a:pt x="40934" y="192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99" name="Forme libre : forme 15498">
                      <a:extLst>
                        <a:ext uri="{FF2B5EF4-FFF2-40B4-BE49-F238E27FC236}">
                          <a16:creationId xmlns:a16="http://schemas.microsoft.com/office/drawing/2014/main" id="{C27A17F8-A7A2-45BF-A892-C308655CD3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58719" y="4053649"/>
                      <a:ext cx="39871" cy="35390"/>
                    </a:xfrm>
                    <a:custGeom>
                      <a:avLst/>
                      <a:gdLst>
                        <a:gd name="connsiteX0" fmla="*/ 6249 w 39871"/>
                        <a:gd name="connsiteY0" fmla="*/ 18574 h 35390"/>
                        <a:gd name="connsiteX1" fmla="*/ 724 w 39871"/>
                        <a:gd name="connsiteY1" fmla="*/ 34290 h 35390"/>
                        <a:gd name="connsiteX2" fmla="*/ 12916 w 39871"/>
                        <a:gd name="connsiteY2" fmla="*/ 32290 h 35390"/>
                        <a:gd name="connsiteX3" fmla="*/ 22346 w 39871"/>
                        <a:gd name="connsiteY3" fmla="*/ 25146 h 35390"/>
                        <a:gd name="connsiteX4" fmla="*/ 31871 w 39871"/>
                        <a:gd name="connsiteY4" fmla="*/ 14383 h 35390"/>
                        <a:gd name="connsiteX5" fmla="*/ 39872 w 39871"/>
                        <a:gd name="connsiteY5" fmla="*/ 0 h 35390"/>
                        <a:gd name="connsiteX6" fmla="*/ 34633 w 39871"/>
                        <a:gd name="connsiteY6" fmla="*/ 7334 h 35390"/>
                        <a:gd name="connsiteX7" fmla="*/ 17584 w 39871"/>
                        <a:gd name="connsiteY7" fmla="*/ 19526 h 35390"/>
                        <a:gd name="connsiteX8" fmla="*/ 6249 w 39871"/>
                        <a:gd name="connsiteY8" fmla="*/ 18574 h 35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9871" h="35390">
                          <a:moveTo>
                            <a:pt x="6249" y="18574"/>
                          </a:moveTo>
                          <a:cubicBezTo>
                            <a:pt x="1581" y="26099"/>
                            <a:pt x="-1466" y="31718"/>
                            <a:pt x="724" y="34290"/>
                          </a:cubicBezTo>
                          <a:cubicBezTo>
                            <a:pt x="2343" y="36291"/>
                            <a:pt x="6820" y="35528"/>
                            <a:pt x="12916" y="32290"/>
                          </a:cubicBezTo>
                          <a:cubicBezTo>
                            <a:pt x="15774" y="30480"/>
                            <a:pt x="19298" y="28289"/>
                            <a:pt x="22346" y="25146"/>
                          </a:cubicBezTo>
                          <a:cubicBezTo>
                            <a:pt x="25680" y="22193"/>
                            <a:pt x="28919" y="18479"/>
                            <a:pt x="31871" y="14383"/>
                          </a:cubicBezTo>
                          <a:cubicBezTo>
                            <a:pt x="35300" y="9525"/>
                            <a:pt x="38158" y="4572"/>
                            <a:pt x="39872" y="0"/>
                          </a:cubicBezTo>
                          <a:cubicBezTo>
                            <a:pt x="38444" y="2667"/>
                            <a:pt x="36538" y="5144"/>
                            <a:pt x="34633" y="7334"/>
                          </a:cubicBezTo>
                          <a:cubicBezTo>
                            <a:pt x="29109" y="13335"/>
                            <a:pt x="22822" y="17621"/>
                            <a:pt x="17584" y="19526"/>
                          </a:cubicBezTo>
                          <a:cubicBezTo>
                            <a:pt x="12345" y="21527"/>
                            <a:pt x="8059" y="21146"/>
                            <a:pt x="6249" y="18574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00" name="Forme libre : forme 15499">
                      <a:extLst>
                        <a:ext uri="{FF2B5EF4-FFF2-40B4-BE49-F238E27FC236}">
                          <a16:creationId xmlns:a16="http://schemas.microsoft.com/office/drawing/2014/main" id="{691335D9-6810-400A-9699-8DCE5BC468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2648" y="4029654"/>
                      <a:ext cx="42900" cy="58558"/>
                    </a:xfrm>
                    <a:custGeom>
                      <a:avLst/>
                      <a:gdLst>
                        <a:gd name="connsiteX0" fmla="*/ 40324 w 42900"/>
                        <a:gd name="connsiteY0" fmla="*/ 183 h 58558"/>
                        <a:gd name="connsiteX1" fmla="*/ 42229 w 42900"/>
                        <a:gd name="connsiteY1" fmla="*/ 12470 h 58558"/>
                        <a:gd name="connsiteX2" fmla="*/ 31751 w 42900"/>
                        <a:gd name="connsiteY2" fmla="*/ 36473 h 58558"/>
                        <a:gd name="connsiteX3" fmla="*/ 22417 w 42900"/>
                        <a:gd name="connsiteY3" fmla="*/ 47617 h 58558"/>
                        <a:gd name="connsiteX4" fmla="*/ 12987 w 42900"/>
                        <a:gd name="connsiteY4" fmla="*/ 55047 h 58558"/>
                        <a:gd name="connsiteX5" fmla="*/ 700 w 42900"/>
                        <a:gd name="connsiteY5" fmla="*/ 57523 h 58558"/>
                        <a:gd name="connsiteX6" fmla="*/ 3558 w 42900"/>
                        <a:gd name="connsiteY6" fmla="*/ 45807 h 58558"/>
                        <a:gd name="connsiteX7" fmla="*/ 9082 w 42900"/>
                        <a:gd name="connsiteY7" fmla="*/ 36568 h 58558"/>
                        <a:gd name="connsiteX8" fmla="*/ 16226 w 42900"/>
                        <a:gd name="connsiteY8" fmla="*/ 25900 h 58558"/>
                        <a:gd name="connsiteX9" fmla="*/ 30132 w 42900"/>
                        <a:gd name="connsiteY9" fmla="*/ 6755 h 58558"/>
                        <a:gd name="connsiteX10" fmla="*/ 40324 w 42900"/>
                        <a:gd name="connsiteY10" fmla="*/ 183 h 58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2900" h="58558">
                          <a:moveTo>
                            <a:pt x="40324" y="183"/>
                          </a:moveTo>
                          <a:cubicBezTo>
                            <a:pt x="42705" y="1135"/>
                            <a:pt x="43658" y="5803"/>
                            <a:pt x="42229" y="12470"/>
                          </a:cubicBezTo>
                          <a:cubicBezTo>
                            <a:pt x="40991" y="19138"/>
                            <a:pt x="37467" y="27900"/>
                            <a:pt x="31751" y="36473"/>
                          </a:cubicBezTo>
                          <a:cubicBezTo>
                            <a:pt x="28703" y="40664"/>
                            <a:pt x="25751" y="44569"/>
                            <a:pt x="22417" y="47617"/>
                          </a:cubicBezTo>
                          <a:cubicBezTo>
                            <a:pt x="19178" y="50761"/>
                            <a:pt x="16036" y="53332"/>
                            <a:pt x="12987" y="55047"/>
                          </a:cubicBezTo>
                          <a:cubicBezTo>
                            <a:pt x="7177" y="58762"/>
                            <a:pt x="2320" y="59428"/>
                            <a:pt x="700" y="57523"/>
                          </a:cubicBezTo>
                          <a:cubicBezTo>
                            <a:pt x="-1015" y="55523"/>
                            <a:pt x="605" y="51427"/>
                            <a:pt x="3558" y="45807"/>
                          </a:cubicBezTo>
                          <a:cubicBezTo>
                            <a:pt x="5177" y="43140"/>
                            <a:pt x="6987" y="39997"/>
                            <a:pt x="9082" y="36568"/>
                          </a:cubicBezTo>
                          <a:cubicBezTo>
                            <a:pt x="11368" y="33330"/>
                            <a:pt x="13559" y="29520"/>
                            <a:pt x="16226" y="25900"/>
                          </a:cubicBezTo>
                          <a:cubicBezTo>
                            <a:pt x="21274" y="18280"/>
                            <a:pt x="26132" y="11613"/>
                            <a:pt x="30132" y="6755"/>
                          </a:cubicBezTo>
                          <a:cubicBezTo>
                            <a:pt x="34419" y="2088"/>
                            <a:pt x="37752" y="-770"/>
                            <a:pt x="40324" y="18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01" name="Forme libre : forme 15500">
                      <a:extLst>
                        <a:ext uri="{FF2B5EF4-FFF2-40B4-BE49-F238E27FC236}">
                          <a16:creationId xmlns:a16="http://schemas.microsoft.com/office/drawing/2014/main" id="{366F3CAE-1855-42CF-818B-92EBD07E9F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0885" y="4048597"/>
                      <a:ext cx="75238" cy="63048"/>
                    </a:xfrm>
                    <a:custGeom>
                      <a:avLst/>
                      <a:gdLst>
                        <a:gd name="connsiteX0" fmla="*/ 3698 w 75238"/>
                        <a:gd name="connsiteY0" fmla="*/ 55535 h 63048"/>
                        <a:gd name="connsiteX1" fmla="*/ 9413 w 75238"/>
                        <a:gd name="connsiteY1" fmla="*/ 62488 h 63048"/>
                        <a:gd name="connsiteX2" fmla="*/ 47513 w 75238"/>
                        <a:gd name="connsiteY2" fmla="*/ 48105 h 63048"/>
                        <a:gd name="connsiteX3" fmla="*/ 72755 w 75238"/>
                        <a:gd name="connsiteY3" fmla="*/ 15435 h 63048"/>
                        <a:gd name="connsiteX4" fmla="*/ 75231 w 75238"/>
                        <a:gd name="connsiteY4" fmla="*/ 3909 h 63048"/>
                        <a:gd name="connsiteX5" fmla="*/ 71706 w 75238"/>
                        <a:gd name="connsiteY5" fmla="*/ 195 h 63048"/>
                        <a:gd name="connsiteX6" fmla="*/ 61515 w 75238"/>
                        <a:gd name="connsiteY6" fmla="*/ 8958 h 63048"/>
                        <a:gd name="connsiteX7" fmla="*/ 35321 w 75238"/>
                        <a:gd name="connsiteY7" fmla="*/ 26007 h 63048"/>
                        <a:gd name="connsiteX8" fmla="*/ 4746 w 75238"/>
                        <a:gd name="connsiteY8" fmla="*/ 37723 h 63048"/>
                        <a:gd name="connsiteX9" fmla="*/ 174 w 75238"/>
                        <a:gd name="connsiteY9" fmla="*/ 47534 h 63048"/>
                        <a:gd name="connsiteX10" fmla="*/ 3698 w 75238"/>
                        <a:gd name="connsiteY10" fmla="*/ 55535 h 63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5238" h="63048">
                          <a:moveTo>
                            <a:pt x="3698" y="55535"/>
                          </a:moveTo>
                          <a:cubicBezTo>
                            <a:pt x="4555" y="58297"/>
                            <a:pt x="5413" y="61155"/>
                            <a:pt x="9413" y="62488"/>
                          </a:cubicBezTo>
                          <a:cubicBezTo>
                            <a:pt x="16843" y="64965"/>
                            <a:pt x="34369" y="59059"/>
                            <a:pt x="47513" y="48105"/>
                          </a:cubicBezTo>
                          <a:cubicBezTo>
                            <a:pt x="58562" y="39247"/>
                            <a:pt x="68182" y="27055"/>
                            <a:pt x="72755" y="15435"/>
                          </a:cubicBezTo>
                          <a:cubicBezTo>
                            <a:pt x="74564" y="11148"/>
                            <a:pt x="75326" y="6767"/>
                            <a:pt x="75231" y="3909"/>
                          </a:cubicBezTo>
                          <a:cubicBezTo>
                            <a:pt x="75136" y="957"/>
                            <a:pt x="73993" y="-567"/>
                            <a:pt x="71706" y="195"/>
                          </a:cubicBezTo>
                          <a:cubicBezTo>
                            <a:pt x="68754" y="1147"/>
                            <a:pt x="65229" y="5529"/>
                            <a:pt x="61515" y="8958"/>
                          </a:cubicBezTo>
                          <a:cubicBezTo>
                            <a:pt x="53038" y="17340"/>
                            <a:pt x="43703" y="23055"/>
                            <a:pt x="35321" y="26007"/>
                          </a:cubicBezTo>
                          <a:cubicBezTo>
                            <a:pt x="27987" y="28865"/>
                            <a:pt x="14366" y="30389"/>
                            <a:pt x="4746" y="37723"/>
                          </a:cubicBezTo>
                          <a:cubicBezTo>
                            <a:pt x="269" y="41247"/>
                            <a:pt x="-397" y="44486"/>
                            <a:pt x="174" y="47534"/>
                          </a:cubicBezTo>
                          <a:cubicBezTo>
                            <a:pt x="936" y="50868"/>
                            <a:pt x="3127" y="53630"/>
                            <a:pt x="3698" y="5553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02" name="Forme libre : forme 15501">
                      <a:extLst>
                        <a:ext uri="{FF2B5EF4-FFF2-40B4-BE49-F238E27FC236}">
                          <a16:creationId xmlns:a16="http://schemas.microsoft.com/office/drawing/2014/main" id="{3CB23C9E-FD9D-4677-B064-1BCCF5023A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3071" y="4069687"/>
                      <a:ext cx="18069" cy="21246"/>
                    </a:xfrm>
                    <a:custGeom>
                      <a:avLst/>
                      <a:gdLst>
                        <a:gd name="connsiteX0" fmla="*/ 466 w 18069"/>
                        <a:gd name="connsiteY0" fmla="*/ 18252 h 21246"/>
                        <a:gd name="connsiteX1" fmla="*/ 180 w 18069"/>
                        <a:gd name="connsiteY1" fmla="*/ 20729 h 21246"/>
                        <a:gd name="connsiteX2" fmla="*/ 3228 w 18069"/>
                        <a:gd name="connsiteY2" fmla="*/ 20824 h 21246"/>
                        <a:gd name="connsiteX3" fmla="*/ 7228 w 18069"/>
                        <a:gd name="connsiteY3" fmla="*/ 18062 h 21246"/>
                        <a:gd name="connsiteX4" fmla="*/ 15134 w 18069"/>
                        <a:gd name="connsiteY4" fmla="*/ 9299 h 21246"/>
                        <a:gd name="connsiteX5" fmla="*/ 17420 w 18069"/>
                        <a:gd name="connsiteY5" fmla="*/ 5679 h 21246"/>
                        <a:gd name="connsiteX6" fmla="*/ 17135 w 18069"/>
                        <a:gd name="connsiteY6" fmla="*/ 250 h 21246"/>
                        <a:gd name="connsiteX7" fmla="*/ 10848 w 18069"/>
                        <a:gd name="connsiteY7" fmla="*/ 3489 h 21246"/>
                        <a:gd name="connsiteX8" fmla="*/ 466 w 18069"/>
                        <a:gd name="connsiteY8" fmla="*/ 18252 h 21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069" h="21246">
                          <a:moveTo>
                            <a:pt x="466" y="18252"/>
                          </a:moveTo>
                          <a:cubicBezTo>
                            <a:pt x="84" y="19205"/>
                            <a:pt x="-201" y="20157"/>
                            <a:pt x="180" y="20729"/>
                          </a:cubicBezTo>
                          <a:cubicBezTo>
                            <a:pt x="561" y="21300"/>
                            <a:pt x="1704" y="21491"/>
                            <a:pt x="3228" y="20824"/>
                          </a:cubicBezTo>
                          <a:cubicBezTo>
                            <a:pt x="4657" y="20253"/>
                            <a:pt x="6085" y="19205"/>
                            <a:pt x="7228" y="18062"/>
                          </a:cubicBezTo>
                          <a:cubicBezTo>
                            <a:pt x="10181" y="15299"/>
                            <a:pt x="12944" y="12442"/>
                            <a:pt x="15134" y="9299"/>
                          </a:cubicBezTo>
                          <a:cubicBezTo>
                            <a:pt x="16086" y="8060"/>
                            <a:pt x="16944" y="6822"/>
                            <a:pt x="17420" y="5679"/>
                          </a:cubicBezTo>
                          <a:cubicBezTo>
                            <a:pt x="18373" y="3203"/>
                            <a:pt x="18278" y="1012"/>
                            <a:pt x="17135" y="250"/>
                          </a:cubicBezTo>
                          <a:cubicBezTo>
                            <a:pt x="15896" y="-512"/>
                            <a:pt x="14087" y="440"/>
                            <a:pt x="10848" y="3489"/>
                          </a:cubicBezTo>
                          <a:cubicBezTo>
                            <a:pt x="6085" y="8632"/>
                            <a:pt x="2085" y="14347"/>
                            <a:pt x="466" y="1825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03" name="Forme libre : forme 15502">
                      <a:extLst>
                        <a:ext uri="{FF2B5EF4-FFF2-40B4-BE49-F238E27FC236}">
                          <a16:creationId xmlns:a16="http://schemas.microsoft.com/office/drawing/2014/main" id="{39A2867A-EF63-431B-8C7B-8C0C407231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11735" y="4007929"/>
                      <a:ext cx="8365" cy="49149"/>
                    </a:xfrm>
                    <a:custGeom>
                      <a:avLst/>
                      <a:gdLst>
                        <a:gd name="connsiteX0" fmla="*/ 0 w 8365"/>
                        <a:gd name="connsiteY0" fmla="*/ 0 h 49149"/>
                        <a:gd name="connsiteX1" fmla="*/ 6287 w 8365"/>
                        <a:gd name="connsiteY1" fmla="*/ 6572 h 49149"/>
                        <a:gd name="connsiteX2" fmla="*/ 8287 w 8365"/>
                        <a:gd name="connsiteY2" fmla="*/ 21336 h 49149"/>
                        <a:gd name="connsiteX3" fmla="*/ 1238 w 8365"/>
                        <a:gd name="connsiteY3" fmla="*/ 49149 h 49149"/>
                        <a:gd name="connsiteX4" fmla="*/ 6287 w 8365"/>
                        <a:gd name="connsiteY4" fmla="*/ 29051 h 49149"/>
                        <a:gd name="connsiteX5" fmla="*/ 0 w 8365"/>
                        <a:gd name="connsiteY5" fmla="*/ 0 h 49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365" h="49149">
                          <a:moveTo>
                            <a:pt x="0" y="0"/>
                          </a:moveTo>
                          <a:cubicBezTo>
                            <a:pt x="0" y="0"/>
                            <a:pt x="3715" y="286"/>
                            <a:pt x="6287" y="6572"/>
                          </a:cubicBezTo>
                          <a:cubicBezTo>
                            <a:pt x="7620" y="9715"/>
                            <a:pt x="8668" y="14383"/>
                            <a:pt x="8287" y="21336"/>
                          </a:cubicBezTo>
                          <a:cubicBezTo>
                            <a:pt x="7906" y="28289"/>
                            <a:pt x="6191" y="37529"/>
                            <a:pt x="1238" y="49149"/>
                          </a:cubicBezTo>
                          <a:cubicBezTo>
                            <a:pt x="1238" y="49149"/>
                            <a:pt x="5049" y="40005"/>
                            <a:pt x="6287" y="29051"/>
                          </a:cubicBezTo>
                          <a:cubicBezTo>
                            <a:pt x="7715" y="18193"/>
                            <a:pt x="6096" y="571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04" name="Forme libre : forme 15503">
                      <a:extLst>
                        <a:ext uri="{FF2B5EF4-FFF2-40B4-BE49-F238E27FC236}">
                          <a16:creationId xmlns:a16="http://schemas.microsoft.com/office/drawing/2014/main" id="{A79B2094-CEA1-4876-964F-605CB237D5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4390" y="4069460"/>
                      <a:ext cx="29241" cy="32575"/>
                    </a:xfrm>
                    <a:custGeom>
                      <a:avLst/>
                      <a:gdLst>
                        <a:gd name="connsiteX0" fmla="*/ 29241 w 29241"/>
                        <a:gd name="connsiteY0" fmla="*/ 0 h 32575"/>
                        <a:gd name="connsiteX1" fmla="*/ 25146 w 29241"/>
                        <a:gd name="connsiteY1" fmla="*/ 3524 h 32575"/>
                        <a:gd name="connsiteX2" fmla="*/ 16002 w 29241"/>
                        <a:gd name="connsiteY2" fmla="*/ 11430 h 32575"/>
                        <a:gd name="connsiteX3" fmla="*/ 10858 w 29241"/>
                        <a:gd name="connsiteY3" fmla="*/ 16097 h 32575"/>
                        <a:gd name="connsiteX4" fmla="*/ 6001 w 29241"/>
                        <a:gd name="connsiteY4" fmla="*/ 21050 h 32575"/>
                        <a:gd name="connsiteX5" fmla="*/ 0 w 29241"/>
                        <a:gd name="connsiteY5" fmla="*/ 32576 h 32575"/>
                        <a:gd name="connsiteX6" fmla="*/ 1428 w 29241"/>
                        <a:gd name="connsiteY6" fmla="*/ 29909 h 32575"/>
                        <a:gd name="connsiteX7" fmla="*/ 6382 w 29241"/>
                        <a:gd name="connsiteY7" fmla="*/ 23146 h 32575"/>
                        <a:gd name="connsiteX8" fmla="*/ 15430 w 29241"/>
                        <a:gd name="connsiteY8" fmla="*/ 13430 h 32575"/>
                        <a:gd name="connsiteX9" fmla="*/ 29241 w 29241"/>
                        <a:gd name="connsiteY9" fmla="*/ 0 h 32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241" h="32575">
                          <a:moveTo>
                            <a:pt x="29241" y="0"/>
                          </a:moveTo>
                          <a:cubicBezTo>
                            <a:pt x="29241" y="0"/>
                            <a:pt x="27527" y="1238"/>
                            <a:pt x="25146" y="3524"/>
                          </a:cubicBezTo>
                          <a:cubicBezTo>
                            <a:pt x="22670" y="5620"/>
                            <a:pt x="19431" y="8573"/>
                            <a:pt x="16002" y="11430"/>
                          </a:cubicBezTo>
                          <a:cubicBezTo>
                            <a:pt x="14478" y="12763"/>
                            <a:pt x="12763" y="14288"/>
                            <a:pt x="10858" y="16097"/>
                          </a:cubicBezTo>
                          <a:cubicBezTo>
                            <a:pt x="9144" y="17812"/>
                            <a:pt x="7525" y="19431"/>
                            <a:pt x="6001" y="21050"/>
                          </a:cubicBezTo>
                          <a:cubicBezTo>
                            <a:pt x="3047" y="24575"/>
                            <a:pt x="476" y="28099"/>
                            <a:pt x="0" y="32576"/>
                          </a:cubicBezTo>
                          <a:cubicBezTo>
                            <a:pt x="0" y="32576"/>
                            <a:pt x="381" y="31528"/>
                            <a:pt x="1428" y="29909"/>
                          </a:cubicBezTo>
                          <a:cubicBezTo>
                            <a:pt x="2476" y="28385"/>
                            <a:pt x="4096" y="26003"/>
                            <a:pt x="6382" y="23146"/>
                          </a:cubicBezTo>
                          <a:cubicBezTo>
                            <a:pt x="8763" y="20479"/>
                            <a:pt x="11716" y="17145"/>
                            <a:pt x="15430" y="13430"/>
                          </a:cubicBezTo>
                          <a:cubicBezTo>
                            <a:pt x="19145" y="9620"/>
                            <a:pt x="23622" y="5334"/>
                            <a:pt x="2924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05" name="Forme libre : forme 15504">
                      <a:extLst>
                        <a:ext uri="{FF2B5EF4-FFF2-40B4-BE49-F238E27FC236}">
                          <a16:creationId xmlns:a16="http://schemas.microsoft.com/office/drawing/2014/main" id="{270F889A-018C-45E4-9224-4AB310754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4941" y="4044046"/>
                      <a:ext cx="16224" cy="20402"/>
                    </a:xfrm>
                    <a:custGeom>
                      <a:avLst/>
                      <a:gdLst>
                        <a:gd name="connsiteX0" fmla="*/ 16126 w 16224"/>
                        <a:gd name="connsiteY0" fmla="*/ 650 h 20402"/>
                        <a:gd name="connsiteX1" fmla="*/ 9363 w 16224"/>
                        <a:gd name="connsiteY1" fmla="*/ 14271 h 20402"/>
                        <a:gd name="connsiteX2" fmla="*/ 3076 w 16224"/>
                        <a:gd name="connsiteY2" fmla="*/ 19700 h 20402"/>
                        <a:gd name="connsiteX3" fmla="*/ 28 w 16224"/>
                        <a:gd name="connsiteY3" fmla="*/ 19605 h 20402"/>
                        <a:gd name="connsiteX4" fmla="*/ 7363 w 16224"/>
                        <a:gd name="connsiteY4" fmla="*/ 6841 h 20402"/>
                        <a:gd name="connsiteX5" fmla="*/ 13078 w 16224"/>
                        <a:gd name="connsiteY5" fmla="*/ 1031 h 20402"/>
                        <a:gd name="connsiteX6" fmla="*/ 16126 w 16224"/>
                        <a:gd name="connsiteY6" fmla="*/ 650 h 204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224" h="20402">
                          <a:moveTo>
                            <a:pt x="16126" y="650"/>
                          </a:moveTo>
                          <a:cubicBezTo>
                            <a:pt x="16792" y="2650"/>
                            <a:pt x="14030" y="9032"/>
                            <a:pt x="9363" y="14271"/>
                          </a:cubicBezTo>
                          <a:cubicBezTo>
                            <a:pt x="7172" y="16938"/>
                            <a:pt x="4695" y="18747"/>
                            <a:pt x="3076" y="19700"/>
                          </a:cubicBezTo>
                          <a:cubicBezTo>
                            <a:pt x="1362" y="20652"/>
                            <a:pt x="219" y="20652"/>
                            <a:pt x="28" y="19605"/>
                          </a:cubicBezTo>
                          <a:cubicBezTo>
                            <a:pt x="-353" y="17509"/>
                            <a:pt x="3172" y="12080"/>
                            <a:pt x="7363" y="6841"/>
                          </a:cubicBezTo>
                          <a:cubicBezTo>
                            <a:pt x="9649" y="4269"/>
                            <a:pt x="11458" y="2174"/>
                            <a:pt x="13078" y="1031"/>
                          </a:cubicBezTo>
                          <a:cubicBezTo>
                            <a:pt x="14601" y="-112"/>
                            <a:pt x="15744" y="-398"/>
                            <a:pt x="16126" y="65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06" name="Forme libre : forme 15505">
                      <a:extLst>
                        <a:ext uri="{FF2B5EF4-FFF2-40B4-BE49-F238E27FC236}">
                          <a16:creationId xmlns:a16="http://schemas.microsoft.com/office/drawing/2014/main" id="{E319B5CE-9142-414E-A908-36EF3B909D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8317" y="4041003"/>
                      <a:ext cx="4124" cy="6311"/>
                    </a:xfrm>
                    <a:custGeom>
                      <a:avLst/>
                      <a:gdLst>
                        <a:gd name="connsiteX0" fmla="*/ 3702 w 4124"/>
                        <a:gd name="connsiteY0" fmla="*/ 73 h 6311"/>
                        <a:gd name="connsiteX1" fmla="*/ 3226 w 4124"/>
                        <a:gd name="connsiteY1" fmla="*/ 3788 h 6311"/>
                        <a:gd name="connsiteX2" fmla="*/ 369 w 4124"/>
                        <a:gd name="connsiteY2" fmla="*/ 6265 h 6311"/>
                        <a:gd name="connsiteX3" fmla="*/ 845 w 4124"/>
                        <a:gd name="connsiteY3" fmla="*/ 2550 h 6311"/>
                        <a:gd name="connsiteX4" fmla="*/ 3702 w 4124"/>
                        <a:gd name="connsiteY4" fmla="*/ 73 h 63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24" h="6311">
                          <a:moveTo>
                            <a:pt x="3702" y="73"/>
                          </a:moveTo>
                          <a:cubicBezTo>
                            <a:pt x="4369" y="359"/>
                            <a:pt x="4274" y="2169"/>
                            <a:pt x="3226" y="3788"/>
                          </a:cubicBezTo>
                          <a:cubicBezTo>
                            <a:pt x="2274" y="5502"/>
                            <a:pt x="940" y="6550"/>
                            <a:pt x="369" y="6265"/>
                          </a:cubicBezTo>
                          <a:cubicBezTo>
                            <a:pt x="-298" y="5884"/>
                            <a:pt x="-13" y="4264"/>
                            <a:pt x="845" y="2550"/>
                          </a:cubicBezTo>
                          <a:cubicBezTo>
                            <a:pt x="1892" y="835"/>
                            <a:pt x="3035" y="-308"/>
                            <a:pt x="3702" y="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07" name="Forme libre : forme 15506">
                      <a:extLst>
                        <a:ext uri="{FF2B5EF4-FFF2-40B4-BE49-F238E27FC236}">
                          <a16:creationId xmlns:a16="http://schemas.microsoft.com/office/drawing/2014/main" id="{EB347443-FC2C-4E57-A4E4-910A36A192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3730" y="4012065"/>
                      <a:ext cx="43186" cy="43960"/>
                    </a:xfrm>
                    <a:custGeom>
                      <a:avLst/>
                      <a:gdLst>
                        <a:gd name="connsiteX0" fmla="*/ 28099 w 43186"/>
                        <a:gd name="connsiteY0" fmla="*/ 2150 h 43960"/>
                        <a:gd name="connsiteX1" fmla="*/ 40862 w 43186"/>
                        <a:gd name="connsiteY1" fmla="*/ 912 h 43960"/>
                        <a:gd name="connsiteX2" fmla="*/ 42863 w 43186"/>
                        <a:gd name="connsiteY2" fmla="*/ 6818 h 43960"/>
                        <a:gd name="connsiteX3" fmla="*/ 38100 w 43186"/>
                        <a:gd name="connsiteY3" fmla="*/ 13390 h 43960"/>
                        <a:gd name="connsiteX4" fmla="*/ 22003 w 43186"/>
                        <a:gd name="connsiteY4" fmla="*/ 23106 h 43960"/>
                        <a:gd name="connsiteX5" fmla="*/ 9906 w 43186"/>
                        <a:gd name="connsiteY5" fmla="*/ 37393 h 43960"/>
                        <a:gd name="connsiteX6" fmla="*/ 2953 w 43186"/>
                        <a:gd name="connsiteY6" fmla="*/ 43203 h 43960"/>
                        <a:gd name="connsiteX7" fmla="*/ 0 w 43186"/>
                        <a:gd name="connsiteY7" fmla="*/ 42632 h 43960"/>
                        <a:gd name="connsiteX8" fmla="*/ 7334 w 43186"/>
                        <a:gd name="connsiteY8" fmla="*/ 27677 h 43960"/>
                        <a:gd name="connsiteX9" fmla="*/ 16859 w 43186"/>
                        <a:gd name="connsiteY9" fmla="*/ 12818 h 43960"/>
                        <a:gd name="connsiteX10" fmla="*/ 28099 w 43186"/>
                        <a:gd name="connsiteY10" fmla="*/ 2150 h 43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3186" h="43960">
                          <a:moveTo>
                            <a:pt x="28099" y="2150"/>
                          </a:moveTo>
                          <a:cubicBezTo>
                            <a:pt x="32861" y="-517"/>
                            <a:pt x="36957" y="-421"/>
                            <a:pt x="40862" y="912"/>
                          </a:cubicBezTo>
                          <a:cubicBezTo>
                            <a:pt x="42196" y="1388"/>
                            <a:pt x="43910" y="3103"/>
                            <a:pt x="42863" y="6818"/>
                          </a:cubicBezTo>
                          <a:cubicBezTo>
                            <a:pt x="41910" y="10247"/>
                            <a:pt x="39719" y="12437"/>
                            <a:pt x="38100" y="13390"/>
                          </a:cubicBezTo>
                          <a:cubicBezTo>
                            <a:pt x="32671" y="16343"/>
                            <a:pt x="28004" y="17200"/>
                            <a:pt x="22003" y="23106"/>
                          </a:cubicBezTo>
                          <a:cubicBezTo>
                            <a:pt x="20193" y="25010"/>
                            <a:pt x="15240" y="32250"/>
                            <a:pt x="9906" y="37393"/>
                          </a:cubicBezTo>
                          <a:cubicBezTo>
                            <a:pt x="7429" y="40060"/>
                            <a:pt x="4763" y="42060"/>
                            <a:pt x="2953" y="43203"/>
                          </a:cubicBezTo>
                          <a:cubicBezTo>
                            <a:pt x="1143" y="44251"/>
                            <a:pt x="0" y="44346"/>
                            <a:pt x="0" y="42632"/>
                          </a:cubicBezTo>
                          <a:cubicBezTo>
                            <a:pt x="190" y="39298"/>
                            <a:pt x="3714" y="33678"/>
                            <a:pt x="7334" y="27677"/>
                          </a:cubicBezTo>
                          <a:cubicBezTo>
                            <a:pt x="10953" y="21772"/>
                            <a:pt x="14764" y="15581"/>
                            <a:pt x="16859" y="12818"/>
                          </a:cubicBezTo>
                          <a:cubicBezTo>
                            <a:pt x="20669" y="7866"/>
                            <a:pt x="24479" y="4151"/>
                            <a:pt x="28099" y="215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08" name="Graphique 1">
                    <a:extLst>
                      <a:ext uri="{FF2B5EF4-FFF2-40B4-BE49-F238E27FC236}">
                        <a16:creationId xmlns:a16="http://schemas.microsoft.com/office/drawing/2014/main" id="{B0CBE000-7599-49D5-9945-2A5E20271CCC}"/>
                      </a:ext>
                    </a:extLst>
                  </p:cNvPr>
                  <p:cNvGrpSpPr/>
                  <p:nvPr/>
                </p:nvGrpSpPr>
                <p:grpSpPr>
                  <a:xfrm>
                    <a:off x="4658577" y="3856648"/>
                    <a:ext cx="78183" cy="147237"/>
                    <a:chOff x="4658577" y="3856648"/>
                    <a:chExt cx="78183" cy="147237"/>
                  </a:xfrm>
                  <a:solidFill>
                    <a:schemeClr val="accent1"/>
                  </a:solidFill>
                </p:grpSpPr>
                <p:sp>
                  <p:nvSpPr>
                    <p:cNvPr id="15484" name="Forme libre : forme 15483">
                      <a:extLst>
                        <a:ext uri="{FF2B5EF4-FFF2-40B4-BE49-F238E27FC236}">
                          <a16:creationId xmlns:a16="http://schemas.microsoft.com/office/drawing/2014/main" id="{AA07BC22-7C95-487D-9D98-B4339BF7A1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58577" y="3856648"/>
                      <a:ext cx="78088" cy="147144"/>
                    </a:xfrm>
                    <a:custGeom>
                      <a:avLst/>
                      <a:gdLst>
                        <a:gd name="connsiteX0" fmla="*/ 59350 w 78088"/>
                        <a:gd name="connsiteY0" fmla="*/ 32790 h 147144"/>
                        <a:gd name="connsiteX1" fmla="*/ 77828 w 78088"/>
                        <a:gd name="connsiteY1" fmla="*/ 96131 h 147144"/>
                        <a:gd name="connsiteX2" fmla="*/ 76780 w 78088"/>
                        <a:gd name="connsiteY2" fmla="*/ 117562 h 147144"/>
                        <a:gd name="connsiteX3" fmla="*/ 71446 w 78088"/>
                        <a:gd name="connsiteY3" fmla="*/ 134326 h 147144"/>
                        <a:gd name="connsiteX4" fmla="*/ 56111 w 78088"/>
                        <a:gd name="connsiteY4" fmla="*/ 146995 h 147144"/>
                        <a:gd name="connsiteX5" fmla="*/ 42586 w 78088"/>
                        <a:gd name="connsiteY5" fmla="*/ 144042 h 147144"/>
                        <a:gd name="connsiteX6" fmla="*/ 32108 w 78088"/>
                        <a:gd name="connsiteY6" fmla="*/ 129183 h 147144"/>
                        <a:gd name="connsiteX7" fmla="*/ 29155 w 78088"/>
                        <a:gd name="connsiteY7" fmla="*/ 115848 h 147144"/>
                        <a:gd name="connsiteX8" fmla="*/ 27251 w 78088"/>
                        <a:gd name="connsiteY8" fmla="*/ 100417 h 147144"/>
                        <a:gd name="connsiteX9" fmla="*/ 14202 w 78088"/>
                        <a:gd name="connsiteY9" fmla="*/ 57269 h 147144"/>
                        <a:gd name="connsiteX10" fmla="*/ 10582 w 78088"/>
                        <a:gd name="connsiteY10" fmla="*/ 50507 h 147144"/>
                        <a:gd name="connsiteX11" fmla="*/ 7343 w 78088"/>
                        <a:gd name="connsiteY11" fmla="*/ 44029 h 147144"/>
                        <a:gd name="connsiteX12" fmla="*/ 2295 w 78088"/>
                        <a:gd name="connsiteY12" fmla="*/ 31933 h 147144"/>
                        <a:gd name="connsiteX13" fmla="*/ 9 w 78088"/>
                        <a:gd name="connsiteY13" fmla="*/ 21550 h 147144"/>
                        <a:gd name="connsiteX14" fmla="*/ 2295 w 78088"/>
                        <a:gd name="connsiteY14" fmla="*/ 13740 h 147144"/>
                        <a:gd name="connsiteX15" fmla="*/ 11534 w 78088"/>
                        <a:gd name="connsiteY15" fmla="*/ 2786 h 147144"/>
                        <a:gd name="connsiteX16" fmla="*/ 19345 w 78088"/>
                        <a:gd name="connsiteY16" fmla="*/ 24 h 147144"/>
                        <a:gd name="connsiteX17" fmla="*/ 31823 w 78088"/>
                        <a:gd name="connsiteY17" fmla="*/ 3834 h 147144"/>
                        <a:gd name="connsiteX18" fmla="*/ 46301 w 78088"/>
                        <a:gd name="connsiteY18" fmla="*/ 14788 h 147144"/>
                        <a:gd name="connsiteX19" fmla="*/ 53254 w 78088"/>
                        <a:gd name="connsiteY19" fmla="*/ 22979 h 147144"/>
                        <a:gd name="connsiteX20" fmla="*/ 59350 w 78088"/>
                        <a:gd name="connsiteY20" fmla="*/ 32790 h 14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78088" h="147144">
                          <a:moveTo>
                            <a:pt x="59350" y="32790"/>
                          </a:moveTo>
                          <a:cubicBezTo>
                            <a:pt x="70113" y="52507"/>
                            <a:pt x="76019" y="74414"/>
                            <a:pt x="77828" y="96131"/>
                          </a:cubicBezTo>
                          <a:cubicBezTo>
                            <a:pt x="78400" y="103751"/>
                            <a:pt x="78019" y="111085"/>
                            <a:pt x="76780" y="117562"/>
                          </a:cubicBezTo>
                          <a:cubicBezTo>
                            <a:pt x="75637" y="124040"/>
                            <a:pt x="73637" y="129754"/>
                            <a:pt x="71446" y="134326"/>
                          </a:cubicBezTo>
                          <a:cubicBezTo>
                            <a:pt x="66874" y="143566"/>
                            <a:pt x="60969" y="148042"/>
                            <a:pt x="56111" y="146995"/>
                          </a:cubicBezTo>
                          <a:lnTo>
                            <a:pt x="42586" y="144042"/>
                          </a:lnTo>
                          <a:cubicBezTo>
                            <a:pt x="37633" y="142994"/>
                            <a:pt x="34394" y="137089"/>
                            <a:pt x="32108" y="129183"/>
                          </a:cubicBezTo>
                          <a:cubicBezTo>
                            <a:pt x="30965" y="125182"/>
                            <a:pt x="30013" y="120706"/>
                            <a:pt x="29155" y="115848"/>
                          </a:cubicBezTo>
                          <a:cubicBezTo>
                            <a:pt x="28394" y="110990"/>
                            <a:pt x="27632" y="105847"/>
                            <a:pt x="27251" y="100417"/>
                          </a:cubicBezTo>
                          <a:cubicBezTo>
                            <a:pt x="25726" y="85082"/>
                            <a:pt x="21535" y="70223"/>
                            <a:pt x="14202" y="57269"/>
                          </a:cubicBezTo>
                          <a:cubicBezTo>
                            <a:pt x="13058" y="54888"/>
                            <a:pt x="11820" y="52697"/>
                            <a:pt x="10582" y="50507"/>
                          </a:cubicBezTo>
                          <a:cubicBezTo>
                            <a:pt x="9439" y="48316"/>
                            <a:pt x="8486" y="46030"/>
                            <a:pt x="7343" y="44029"/>
                          </a:cubicBezTo>
                          <a:cubicBezTo>
                            <a:pt x="5343" y="39743"/>
                            <a:pt x="3628" y="35743"/>
                            <a:pt x="2295" y="31933"/>
                          </a:cubicBezTo>
                          <a:cubicBezTo>
                            <a:pt x="1152" y="28027"/>
                            <a:pt x="104" y="24694"/>
                            <a:pt x="9" y="21550"/>
                          </a:cubicBezTo>
                          <a:cubicBezTo>
                            <a:pt x="-86" y="18407"/>
                            <a:pt x="580" y="15740"/>
                            <a:pt x="2295" y="13740"/>
                          </a:cubicBezTo>
                          <a:lnTo>
                            <a:pt x="11534" y="2786"/>
                          </a:lnTo>
                          <a:cubicBezTo>
                            <a:pt x="13249" y="786"/>
                            <a:pt x="15821" y="-167"/>
                            <a:pt x="19345" y="24"/>
                          </a:cubicBezTo>
                          <a:cubicBezTo>
                            <a:pt x="22774" y="215"/>
                            <a:pt x="27251" y="1167"/>
                            <a:pt x="31823" y="3834"/>
                          </a:cubicBezTo>
                          <a:cubicBezTo>
                            <a:pt x="36490" y="6215"/>
                            <a:pt x="41538" y="9930"/>
                            <a:pt x="46301" y="14788"/>
                          </a:cubicBezTo>
                          <a:cubicBezTo>
                            <a:pt x="48872" y="17169"/>
                            <a:pt x="51063" y="19931"/>
                            <a:pt x="53254" y="22979"/>
                          </a:cubicBezTo>
                          <a:cubicBezTo>
                            <a:pt x="55540" y="26027"/>
                            <a:pt x="57635" y="29266"/>
                            <a:pt x="59350" y="3279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85" name="Forme libre : forme 15484">
                      <a:extLst>
                        <a:ext uri="{FF2B5EF4-FFF2-40B4-BE49-F238E27FC236}">
                          <a16:creationId xmlns:a16="http://schemas.microsoft.com/office/drawing/2014/main" id="{8D9A48A0-76DE-46FE-8163-135A8CA0F7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9825" y="3856855"/>
                      <a:ext cx="66935" cy="147029"/>
                    </a:xfrm>
                    <a:custGeom>
                      <a:avLst/>
                      <a:gdLst>
                        <a:gd name="connsiteX0" fmla="*/ 48769 w 66935"/>
                        <a:gd name="connsiteY0" fmla="*/ 86970 h 147029"/>
                        <a:gd name="connsiteX1" fmla="*/ 49911 w 66935"/>
                        <a:gd name="connsiteY1" fmla="*/ 121165 h 147029"/>
                        <a:gd name="connsiteX2" fmla="*/ 39148 w 66935"/>
                        <a:gd name="connsiteY2" fmla="*/ 145644 h 147029"/>
                        <a:gd name="connsiteX3" fmla="*/ 44958 w 66935"/>
                        <a:gd name="connsiteY3" fmla="*/ 146882 h 147029"/>
                        <a:gd name="connsiteX4" fmla="*/ 60293 w 66935"/>
                        <a:gd name="connsiteY4" fmla="*/ 134214 h 147029"/>
                        <a:gd name="connsiteX5" fmla="*/ 65627 w 66935"/>
                        <a:gd name="connsiteY5" fmla="*/ 117450 h 147029"/>
                        <a:gd name="connsiteX6" fmla="*/ 66675 w 66935"/>
                        <a:gd name="connsiteY6" fmla="*/ 96019 h 147029"/>
                        <a:gd name="connsiteX7" fmla="*/ 48197 w 66935"/>
                        <a:gd name="connsiteY7" fmla="*/ 32678 h 147029"/>
                        <a:gd name="connsiteX8" fmla="*/ 42006 w 66935"/>
                        <a:gd name="connsiteY8" fmla="*/ 22962 h 147029"/>
                        <a:gd name="connsiteX9" fmla="*/ 35053 w 66935"/>
                        <a:gd name="connsiteY9" fmla="*/ 14771 h 147029"/>
                        <a:gd name="connsiteX10" fmla="*/ 20574 w 66935"/>
                        <a:gd name="connsiteY10" fmla="*/ 3817 h 147029"/>
                        <a:gd name="connsiteX11" fmla="*/ 8097 w 66935"/>
                        <a:gd name="connsiteY11" fmla="*/ 7 h 147029"/>
                        <a:gd name="connsiteX12" fmla="*/ 286 w 66935"/>
                        <a:gd name="connsiteY12" fmla="*/ 2769 h 147029"/>
                        <a:gd name="connsiteX13" fmla="*/ 0 w 66935"/>
                        <a:gd name="connsiteY13" fmla="*/ 3150 h 147029"/>
                        <a:gd name="connsiteX14" fmla="*/ 17622 w 66935"/>
                        <a:gd name="connsiteY14" fmla="*/ 20676 h 147029"/>
                        <a:gd name="connsiteX15" fmla="*/ 31338 w 66935"/>
                        <a:gd name="connsiteY15" fmla="*/ 41060 h 147029"/>
                        <a:gd name="connsiteX16" fmla="*/ 36767 w 66935"/>
                        <a:gd name="connsiteY16" fmla="*/ 52014 h 147029"/>
                        <a:gd name="connsiteX17" fmla="*/ 41434 w 66935"/>
                        <a:gd name="connsiteY17" fmla="*/ 63348 h 147029"/>
                        <a:gd name="connsiteX18" fmla="*/ 48769 w 66935"/>
                        <a:gd name="connsiteY18" fmla="*/ 86970 h 147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66935" h="147029">
                          <a:moveTo>
                            <a:pt x="48769" y="86970"/>
                          </a:moveTo>
                          <a:cubicBezTo>
                            <a:pt x="51626" y="98496"/>
                            <a:pt x="51816" y="110688"/>
                            <a:pt x="49911" y="121165"/>
                          </a:cubicBezTo>
                          <a:cubicBezTo>
                            <a:pt x="47816" y="131642"/>
                            <a:pt x="43911" y="140406"/>
                            <a:pt x="39148" y="145644"/>
                          </a:cubicBezTo>
                          <a:lnTo>
                            <a:pt x="44958" y="146882"/>
                          </a:lnTo>
                          <a:cubicBezTo>
                            <a:pt x="49816" y="147930"/>
                            <a:pt x="55722" y="143358"/>
                            <a:pt x="60293" y="134214"/>
                          </a:cubicBezTo>
                          <a:cubicBezTo>
                            <a:pt x="62579" y="129642"/>
                            <a:pt x="64484" y="123927"/>
                            <a:pt x="65627" y="117450"/>
                          </a:cubicBezTo>
                          <a:cubicBezTo>
                            <a:pt x="66866" y="110973"/>
                            <a:pt x="67247" y="103639"/>
                            <a:pt x="66675" y="96019"/>
                          </a:cubicBezTo>
                          <a:cubicBezTo>
                            <a:pt x="64770" y="74302"/>
                            <a:pt x="58960" y="52395"/>
                            <a:pt x="48197" y="32678"/>
                          </a:cubicBezTo>
                          <a:cubicBezTo>
                            <a:pt x="46387" y="29154"/>
                            <a:pt x="44291" y="25915"/>
                            <a:pt x="42006" y="22962"/>
                          </a:cubicBezTo>
                          <a:cubicBezTo>
                            <a:pt x="39815" y="20009"/>
                            <a:pt x="37624" y="17152"/>
                            <a:pt x="35053" y="14771"/>
                          </a:cubicBezTo>
                          <a:cubicBezTo>
                            <a:pt x="30290" y="9818"/>
                            <a:pt x="25241" y="6198"/>
                            <a:pt x="20574" y="3817"/>
                          </a:cubicBezTo>
                          <a:cubicBezTo>
                            <a:pt x="16097" y="1245"/>
                            <a:pt x="11525" y="198"/>
                            <a:pt x="8097" y="7"/>
                          </a:cubicBezTo>
                          <a:cubicBezTo>
                            <a:pt x="4572" y="-88"/>
                            <a:pt x="2000" y="769"/>
                            <a:pt x="286" y="2769"/>
                          </a:cubicBezTo>
                          <a:lnTo>
                            <a:pt x="0" y="3150"/>
                          </a:lnTo>
                          <a:cubicBezTo>
                            <a:pt x="6478" y="8484"/>
                            <a:pt x="12383" y="14295"/>
                            <a:pt x="17622" y="20676"/>
                          </a:cubicBezTo>
                          <a:cubicBezTo>
                            <a:pt x="22765" y="27058"/>
                            <a:pt x="27432" y="33916"/>
                            <a:pt x="31338" y="41060"/>
                          </a:cubicBezTo>
                          <a:cubicBezTo>
                            <a:pt x="33338" y="44584"/>
                            <a:pt x="35243" y="48204"/>
                            <a:pt x="36767" y="52014"/>
                          </a:cubicBezTo>
                          <a:cubicBezTo>
                            <a:pt x="38577" y="55728"/>
                            <a:pt x="40005" y="59538"/>
                            <a:pt x="41434" y="63348"/>
                          </a:cubicBezTo>
                          <a:cubicBezTo>
                            <a:pt x="44387" y="70968"/>
                            <a:pt x="46577" y="78874"/>
                            <a:pt x="48769" y="8697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86" name="Forme libre : forme 15485">
                      <a:extLst>
                        <a:ext uri="{FF2B5EF4-FFF2-40B4-BE49-F238E27FC236}">
                          <a16:creationId xmlns:a16="http://schemas.microsoft.com/office/drawing/2014/main" id="{B959C99B-7C89-4281-82A8-0AF9A128F9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6065" y="3886476"/>
                      <a:ext cx="31273" cy="64700"/>
                    </a:xfrm>
                    <a:custGeom>
                      <a:avLst/>
                      <a:gdLst>
                        <a:gd name="connsiteX0" fmla="*/ 1573 w 31273"/>
                        <a:gd name="connsiteY0" fmla="*/ 581 h 64700"/>
                        <a:gd name="connsiteX1" fmla="*/ 13098 w 31273"/>
                        <a:gd name="connsiteY1" fmla="*/ 5439 h 64700"/>
                        <a:gd name="connsiteX2" fmla="*/ 27004 w 31273"/>
                        <a:gd name="connsiteY2" fmla="*/ 27632 h 64700"/>
                        <a:gd name="connsiteX3" fmla="*/ 31100 w 31273"/>
                        <a:gd name="connsiteY3" fmla="*/ 53445 h 64700"/>
                        <a:gd name="connsiteX4" fmla="*/ 25861 w 31273"/>
                        <a:gd name="connsiteY4" fmla="*/ 64685 h 64700"/>
                        <a:gd name="connsiteX5" fmla="*/ 17670 w 31273"/>
                        <a:gd name="connsiteY5" fmla="*/ 55826 h 64700"/>
                        <a:gd name="connsiteX6" fmla="*/ 8811 w 31273"/>
                        <a:gd name="connsiteY6" fmla="*/ 34395 h 64700"/>
                        <a:gd name="connsiteX7" fmla="*/ 1287 w 31273"/>
                        <a:gd name="connsiteY7" fmla="*/ 12583 h 64700"/>
                        <a:gd name="connsiteX8" fmla="*/ 1573 w 31273"/>
                        <a:gd name="connsiteY8" fmla="*/ 581 h 64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273" h="64700">
                          <a:moveTo>
                            <a:pt x="1573" y="581"/>
                          </a:moveTo>
                          <a:cubicBezTo>
                            <a:pt x="3859" y="-1038"/>
                            <a:pt x="7954" y="772"/>
                            <a:pt x="13098" y="5439"/>
                          </a:cubicBezTo>
                          <a:cubicBezTo>
                            <a:pt x="18051" y="10106"/>
                            <a:pt x="23385" y="18012"/>
                            <a:pt x="27004" y="27632"/>
                          </a:cubicBezTo>
                          <a:cubicBezTo>
                            <a:pt x="30529" y="37348"/>
                            <a:pt x="31767" y="46682"/>
                            <a:pt x="31100" y="53445"/>
                          </a:cubicBezTo>
                          <a:cubicBezTo>
                            <a:pt x="30719" y="60208"/>
                            <a:pt x="28433" y="64494"/>
                            <a:pt x="25861" y="64685"/>
                          </a:cubicBezTo>
                          <a:cubicBezTo>
                            <a:pt x="23099" y="64970"/>
                            <a:pt x="20623" y="61351"/>
                            <a:pt x="17670" y="55826"/>
                          </a:cubicBezTo>
                          <a:cubicBezTo>
                            <a:pt x="15003" y="50206"/>
                            <a:pt x="11955" y="42682"/>
                            <a:pt x="8811" y="34395"/>
                          </a:cubicBezTo>
                          <a:cubicBezTo>
                            <a:pt x="5668" y="26108"/>
                            <a:pt x="2906" y="18584"/>
                            <a:pt x="1287" y="12583"/>
                          </a:cubicBezTo>
                          <a:cubicBezTo>
                            <a:pt x="-428" y="6772"/>
                            <a:pt x="-523" y="2105"/>
                            <a:pt x="1573" y="581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87" name="Forme libre : forme 15486">
                      <a:extLst>
                        <a:ext uri="{FF2B5EF4-FFF2-40B4-BE49-F238E27FC236}">
                          <a16:creationId xmlns:a16="http://schemas.microsoft.com/office/drawing/2014/main" id="{39718E7D-3BA2-46DC-8A07-2763DD803E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1734" y="3899344"/>
                      <a:ext cx="15603" cy="51929"/>
                    </a:xfrm>
                    <a:custGeom>
                      <a:avLst/>
                      <a:gdLst>
                        <a:gd name="connsiteX0" fmla="*/ 0 w 15603"/>
                        <a:gd name="connsiteY0" fmla="*/ 38576 h 51929"/>
                        <a:gd name="connsiteX1" fmla="*/ 10192 w 15603"/>
                        <a:gd name="connsiteY1" fmla="*/ 51911 h 51929"/>
                        <a:gd name="connsiteX2" fmla="*/ 15430 w 15603"/>
                        <a:gd name="connsiteY2" fmla="*/ 40672 h 51929"/>
                        <a:gd name="connsiteX3" fmla="*/ 11335 w 15603"/>
                        <a:gd name="connsiteY3" fmla="*/ 14859 h 51929"/>
                        <a:gd name="connsiteX4" fmla="*/ 3620 w 15603"/>
                        <a:gd name="connsiteY4" fmla="*/ 0 h 51929"/>
                        <a:gd name="connsiteX5" fmla="*/ 6953 w 15603"/>
                        <a:gd name="connsiteY5" fmla="*/ 8572 h 51929"/>
                        <a:gd name="connsiteX6" fmla="*/ 8382 w 15603"/>
                        <a:gd name="connsiteY6" fmla="*/ 20098 h 51929"/>
                        <a:gd name="connsiteX7" fmla="*/ 7334 w 15603"/>
                        <a:gd name="connsiteY7" fmla="*/ 29718 h 51929"/>
                        <a:gd name="connsiteX8" fmla="*/ 0 w 15603"/>
                        <a:gd name="connsiteY8" fmla="*/ 38576 h 51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603" h="51929">
                          <a:moveTo>
                            <a:pt x="0" y="38576"/>
                          </a:moveTo>
                          <a:cubicBezTo>
                            <a:pt x="3429" y="46672"/>
                            <a:pt x="6953" y="52292"/>
                            <a:pt x="10192" y="51911"/>
                          </a:cubicBezTo>
                          <a:cubicBezTo>
                            <a:pt x="12763" y="51625"/>
                            <a:pt x="15050" y="47434"/>
                            <a:pt x="15430" y="40672"/>
                          </a:cubicBezTo>
                          <a:cubicBezTo>
                            <a:pt x="16097" y="33909"/>
                            <a:pt x="14859" y="24574"/>
                            <a:pt x="11335" y="14859"/>
                          </a:cubicBezTo>
                          <a:cubicBezTo>
                            <a:pt x="9144" y="9239"/>
                            <a:pt x="6668" y="4096"/>
                            <a:pt x="3620" y="0"/>
                          </a:cubicBezTo>
                          <a:cubicBezTo>
                            <a:pt x="5143" y="2762"/>
                            <a:pt x="6096" y="5620"/>
                            <a:pt x="6953" y="8572"/>
                          </a:cubicBezTo>
                          <a:cubicBezTo>
                            <a:pt x="8001" y="12573"/>
                            <a:pt x="8382" y="16478"/>
                            <a:pt x="8382" y="20098"/>
                          </a:cubicBezTo>
                          <a:cubicBezTo>
                            <a:pt x="8477" y="23717"/>
                            <a:pt x="8096" y="26956"/>
                            <a:pt x="7334" y="29718"/>
                          </a:cubicBezTo>
                          <a:cubicBezTo>
                            <a:pt x="5810" y="35147"/>
                            <a:pt x="3334" y="38386"/>
                            <a:pt x="0" y="3857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88" name="Forme libre : forme 15487">
                      <a:extLst>
                        <a:ext uri="{FF2B5EF4-FFF2-40B4-BE49-F238E27FC236}">
                          <a16:creationId xmlns:a16="http://schemas.microsoft.com/office/drawing/2014/main" id="{78F12EF9-80C2-48B7-8396-328075D90C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5766" y="3882337"/>
                      <a:ext cx="32820" cy="65124"/>
                    </a:xfrm>
                    <a:custGeom>
                      <a:avLst/>
                      <a:gdLst>
                        <a:gd name="connsiteX0" fmla="*/ 1395 w 32820"/>
                        <a:gd name="connsiteY0" fmla="*/ 624 h 65124"/>
                        <a:gd name="connsiteX1" fmla="*/ 13111 w 32820"/>
                        <a:gd name="connsiteY1" fmla="*/ 5291 h 65124"/>
                        <a:gd name="connsiteX2" fmla="*/ 27875 w 32820"/>
                        <a:gd name="connsiteY2" fmla="*/ 27485 h 65124"/>
                        <a:gd name="connsiteX3" fmla="*/ 32733 w 32820"/>
                        <a:gd name="connsiteY3" fmla="*/ 53583 h 65124"/>
                        <a:gd name="connsiteX4" fmla="*/ 27779 w 32820"/>
                        <a:gd name="connsiteY4" fmla="*/ 65108 h 65124"/>
                        <a:gd name="connsiteX5" fmla="*/ 19397 w 32820"/>
                        <a:gd name="connsiteY5" fmla="*/ 56345 h 65124"/>
                        <a:gd name="connsiteX6" fmla="*/ 9872 w 32820"/>
                        <a:gd name="connsiteY6" fmla="*/ 34819 h 65124"/>
                        <a:gd name="connsiteX7" fmla="*/ 1490 w 32820"/>
                        <a:gd name="connsiteY7" fmla="*/ 12816 h 65124"/>
                        <a:gd name="connsiteX8" fmla="*/ 1395 w 32820"/>
                        <a:gd name="connsiteY8" fmla="*/ 624 h 65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820" h="65124">
                          <a:moveTo>
                            <a:pt x="1395" y="624"/>
                          </a:moveTo>
                          <a:cubicBezTo>
                            <a:pt x="3491" y="-995"/>
                            <a:pt x="8158" y="529"/>
                            <a:pt x="13111" y="5291"/>
                          </a:cubicBezTo>
                          <a:cubicBezTo>
                            <a:pt x="18445" y="9863"/>
                            <a:pt x="23874" y="17769"/>
                            <a:pt x="27875" y="27485"/>
                          </a:cubicBezTo>
                          <a:cubicBezTo>
                            <a:pt x="31780" y="37200"/>
                            <a:pt x="33209" y="46725"/>
                            <a:pt x="32733" y="53583"/>
                          </a:cubicBezTo>
                          <a:cubicBezTo>
                            <a:pt x="32351" y="60536"/>
                            <a:pt x="30541" y="64822"/>
                            <a:pt x="27779" y="65108"/>
                          </a:cubicBezTo>
                          <a:cubicBezTo>
                            <a:pt x="25208" y="65394"/>
                            <a:pt x="22255" y="61965"/>
                            <a:pt x="19397" y="56345"/>
                          </a:cubicBezTo>
                          <a:cubicBezTo>
                            <a:pt x="16445" y="50726"/>
                            <a:pt x="13207" y="43201"/>
                            <a:pt x="9872" y="34819"/>
                          </a:cubicBezTo>
                          <a:cubicBezTo>
                            <a:pt x="6348" y="26532"/>
                            <a:pt x="3491" y="18817"/>
                            <a:pt x="1490" y="12816"/>
                          </a:cubicBezTo>
                          <a:cubicBezTo>
                            <a:pt x="-129" y="6720"/>
                            <a:pt x="-796" y="2339"/>
                            <a:pt x="1395" y="62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89" name="Forme libre : forme 15488">
                      <a:extLst>
                        <a:ext uri="{FF2B5EF4-FFF2-40B4-BE49-F238E27FC236}">
                          <a16:creationId xmlns:a16="http://schemas.microsoft.com/office/drawing/2014/main" id="{CB769E38-1ABD-4AD2-AD29-68E755BD00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7649" y="3891288"/>
                      <a:ext cx="33231" cy="89764"/>
                    </a:xfrm>
                    <a:custGeom>
                      <a:avLst/>
                      <a:gdLst>
                        <a:gd name="connsiteX0" fmla="*/ 15991 w 33231"/>
                        <a:gd name="connsiteY0" fmla="*/ 89399 h 89764"/>
                        <a:gd name="connsiteX1" fmla="*/ 25040 w 33231"/>
                        <a:gd name="connsiteY1" fmla="*/ 87590 h 89764"/>
                        <a:gd name="connsiteX2" fmla="*/ 32851 w 33231"/>
                        <a:gd name="connsiteY2" fmla="*/ 48918 h 89764"/>
                        <a:gd name="connsiteX3" fmla="*/ 19706 w 33231"/>
                        <a:gd name="connsiteY3" fmla="*/ 9580 h 89764"/>
                        <a:gd name="connsiteX4" fmla="*/ 11133 w 33231"/>
                        <a:gd name="connsiteY4" fmla="*/ 1007 h 89764"/>
                        <a:gd name="connsiteX5" fmla="*/ 5990 w 33231"/>
                        <a:gd name="connsiteY5" fmla="*/ 2055 h 89764"/>
                        <a:gd name="connsiteX6" fmla="*/ 7800 w 33231"/>
                        <a:gd name="connsiteY6" fmla="*/ 15581 h 89764"/>
                        <a:gd name="connsiteX7" fmla="*/ 7038 w 33231"/>
                        <a:gd name="connsiteY7" fmla="*/ 47013 h 89764"/>
                        <a:gd name="connsiteX8" fmla="*/ 370 w 33231"/>
                        <a:gd name="connsiteY8" fmla="*/ 79969 h 89764"/>
                        <a:gd name="connsiteX9" fmla="*/ 7133 w 33231"/>
                        <a:gd name="connsiteY9" fmla="*/ 89018 h 89764"/>
                        <a:gd name="connsiteX10" fmla="*/ 15991 w 33231"/>
                        <a:gd name="connsiteY10" fmla="*/ 89399 h 89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3231" h="89764">
                          <a:moveTo>
                            <a:pt x="15991" y="89399"/>
                          </a:moveTo>
                          <a:cubicBezTo>
                            <a:pt x="18944" y="89875"/>
                            <a:pt x="21992" y="90352"/>
                            <a:pt x="25040" y="87590"/>
                          </a:cubicBezTo>
                          <a:cubicBezTo>
                            <a:pt x="30755" y="82351"/>
                            <a:pt x="34470" y="65587"/>
                            <a:pt x="32851" y="48918"/>
                          </a:cubicBezTo>
                          <a:cubicBezTo>
                            <a:pt x="31707" y="35107"/>
                            <a:pt x="27135" y="20057"/>
                            <a:pt x="19706" y="9580"/>
                          </a:cubicBezTo>
                          <a:cubicBezTo>
                            <a:pt x="17134" y="5579"/>
                            <a:pt x="13610" y="2531"/>
                            <a:pt x="11133" y="1007"/>
                          </a:cubicBezTo>
                          <a:cubicBezTo>
                            <a:pt x="8561" y="-517"/>
                            <a:pt x="6562" y="-422"/>
                            <a:pt x="5990" y="2055"/>
                          </a:cubicBezTo>
                          <a:cubicBezTo>
                            <a:pt x="5133" y="5103"/>
                            <a:pt x="7038" y="10532"/>
                            <a:pt x="7800" y="15581"/>
                          </a:cubicBezTo>
                          <a:cubicBezTo>
                            <a:pt x="10181" y="27391"/>
                            <a:pt x="9228" y="38345"/>
                            <a:pt x="7038" y="47013"/>
                          </a:cubicBezTo>
                          <a:cubicBezTo>
                            <a:pt x="5037" y="54728"/>
                            <a:pt x="-1630" y="67111"/>
                            <a:pt x="370" y="79969"/>
                          </a:cubicBezTo>
                          <a:cubicBezTo>
                            <a:pt x="1418" y="85875"/>
                            <a:pt x="3894" y="88161"/>
                            <a:pt x="7133" y="89018"/>
                          </a:cubicBezTo>
                          <a:cubicBezTo>
                            <a:pt x="10276" y="89780"/>
                            <a:pt x="13895" y="89114"/>
                            <a:pt x="15991" y="8939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90" name="Forme libre : forme 15489">
                      <a:extLst>
                        <a:ext uri="{FF2B5EF4-FFF2-40B4-BE49-F238E27FC236}">
                          <a16:creationId xmlns:a16="http://schemas.microsoft.com/office/drawing/2014/main" id="{58E3D3C7-0D69-4721-96A6-0843AF161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5609" y="3940621"/>
                      <a:ext cx="11535" cy="25683"/>
                    </a:xfrm>
                    <a:custGeom>
                      <a:avLst/>
                      <a:gdLst>
                        <a:gd name="connsiteX0" fmla="*/ 7744 w 11535"/>
                        <a:gd name="connsiteY0" fmla="*/ 24159 h 25683"/>
                        <a:gd name="connsiteX1" fmla="*/ 9840 w 11535"/>
                        <a:gd name="connsiteY1" fmla="*/ 25684 h 25683"/>
                        <a:gd name="connsiteX2" fmla="*/ 11459 w 11535"/>
                        <a:gd name="connsiteY2" fmla="*/ 23112 h 25683"/>
                        <a:gd name="connsiteX3" fmla="*/ 11173 w 11535"/>
                        <a:gd name="connsiteY3" fmla="*/ 18254 h 25683"/>
                        <a:gd name="connsiteX4" fmla="*/ 8030 w 11535"/>
                        <a:gd name="connsiteY4" fmla="*/ 6824 h 25683"/>
                        <a:gd name="connsiteX5" fmla="*/ 6125 w 11535"/>
                        <a:gd name="connsiteY5" fmla="*/ 2919 h 25683"/>
                        <a:gd name="connsiteX6" fmla="*/ 601 w 11535"/>
                        <a:gd name="connsiteY6" fmla="*/ 7300 h 25683"/>
                        <a:gd name="connsiteX7" fmla="*/ 7744 w 11535"/>
                        <a:gd name="connsiteY7" fmla="*/ 24159 h 25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535" h="25683">
                          <a:moveTo>
                            <a:pt x="7744" y="24159"/>
                          </a:moveTo>
                          <a:cubicBezTo>
                            <a:pt x="8411" y="25017"/>
                            <a:pt x="9173" y="25684"/>
                            <a:pt x="9840" y="25684"/>
                          </a:cubicBezTo>
                          <a:cubicBezTo>
                            <a:pt x="10602" y="25684"/>
                            <a:pt x="11268" y="24731"/>
                            <a:pt x="11459" y="23112"/>
                          </a:cubicBezTo>
                          <a:cubicBezTo>
                            <a:pt x="11650" y="21588"/>
                            <a:pt x="11459" y="19873"/>
                            <a:pt x="11173" y="18254"/>
                          </a:cubicBezTo>
                          <a:cubicBezTo>
                            <a:pt x="10602" y="14158"/>
                            <a:pt x="9173" y="10348"/>
                            <a:pt x="8030" y="6824"/>
                          </a:cubicBezTo>
                          <a:cubicBezTo>
                            <a:pt x="7459" y="5395"/>
                            <a:pt x="6792" y="3967"/>
                            <a:pt x="6125" y="2919"/>
                          </a:cubicBezTo>
                          <a:cubicBezTo>
                            <a:pt x="3077" y="-1558"/>
                            <a:pt x="-1685" y="-1463"/>
                            <a:pt x="601" y="7300"/>
                          </a:cubicBezTo>
                          <a:cubicBezTo>
                            <a:pt x="2125" y="14063"/>
                            <a:pt x="5078" y="20731"/>
                            <a:pt x="7744" y="2415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91" name="Forme libre : forme 15490">
                      <a:extLst>
                        <a:ext uri="{FF2B5EF4-FFF2-40B4-BE49-F238E27FC236}">
                          <a16:creationId xmlns:a16="http://schemas.microsoft.com/office/drawing/2014/main" id="{62B6A947-66E6-4785-8403-307F3BFA99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2302" y="3861653"/>
                      <a:ext cx="44196" cy="27213"/>
                    </a:xfrm>
                    <a:custGeom>
                      <a:avLst/>
                      <a:gdLst>
                        <a:gd name="connsiteX0" fmla="*/ 0 w 44196"/>
                        <a:gd name="connsiteY0" fmla="*/ 2735 h 27213"/>
                        <a:gd name="connsiteX1" fmla="*/ 9144 w 44196"/>
                        <a:gd name="connsiteY1" fmla="*/ 68 h 27213"/>
                        <a:gd name="connsiteX2" fmla="*/ 23432 w 44196"/>
                        <a:gd name="connsiteY2" fmla="*/ 5783 h 27213"/>
                        <a:gd name="connsiteX3" fmla="*/ 33338 w 44196"/>
                        <a:gd name="connsiteY3" fmla="*/ 13879 h 27213"/>
                        <a:gd name="connsiteX4" fmla="*/ 44196 w 44196"/>
                        <a:gd name="connsiteY4" fmla="*/ 27214 h 27213"/>
                        <a:gd name="connsiteX5" fmla="*/ 40196 w 44196"/>
                        <a:gd name="connsiteY5" fmla="*/ 22070 h 27213"/>
                        <a:gd name="connsiteX6" fmla="*/ 29242 w 44196"/>
                        <a:gd name="connsiteY6" fmla="*/ 11783 h 27213"/>
                        <a:gd name="connsiteX7" fmla="*/ 22098 w 44196"/>
                        <a:gd name="connsiteY7" fmla="*/ 6926 h 27213"/>
                        <a:gd name="connsiteX8" fmla="*/ 14288 w 44196"/>
                        <a:gd name="connsiteY8" fmla="*/ 3497 h 27213"/>
                        <a:gd name="connsiteX9" fmla="*/ 0 w 44196"/>
                        <a:gd name="connsiteY9" fmla="*/ 2735 h 27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4196" h="27213">
                          <a:moveTo>
                            <a:pt x="0" y="2735"/>
                          </a:moveTo>
                          <a:cubicBezTo>
                            <a:pt x="0" y="2735"/>
                            <a:pt x="2096" y="-504"/>
                            <a:pt x="9144" y="68"/>
                          </a:cubicBezTo>
                          <a:cubicBezTo>
                            <a:pt x="12668" y="353"/>
                            <a:pt x="17240" y="2068"/>
                            <a:pt x="23432" y="5783"/>
                          </a:cubicBezTo>
                          <a:cubicBezTo>
                            <a:pt x="26384" y="7783"/>
                            <a:pt x="29623" y="10450"/>
                            <a:pt x="33338" y="13879"/>
                          </a:cubicBezTo>
                          <a:cubicBezTo>
                            <a:pt x="36576" y="17499"/>
                            <a:pt x="40672" y="21690"/>
                            <a:pt x="44196" y="27214"/>
                          </a:cubicBezTo>
                          <a:cubicBezTo>
                            <a:pt x="44196" y="27214"/>
                            <a:pt x="42863" y="25023"/>
                            <a:pt x="40196" y="22070"/>
                          </a:cubicBezTo>
                          <a:cubicBezTo>
                            <a:pt x="37433" y="19213"/>
                            <a:pt x="34004" y="15117"/>
                            <a:pt x="29242" y="11783"/>
                          </a:cubicBezTo>
                          <a:cubicBezTo>
                            <a:pt x="26956" y="10069"/>
                            <a:pt x="24575" y="8354"/>
                            <a:pt x="22098" y="6926"/>
                          </a:cubicBezTo>
                          <a:cubicBezTo>
                            <a:pt x="19527" y="5592"/>
                            <a:pt x="16859" y="4449"/>
                            <a:pt x="14288" y="3497"/>
                          </a:cubicBezTo>
                          <a:cubicBezTo>
                            <a:pt x="9240" y="1592"/>
                            <a:pt x="4096" y="1401"/>
                            <a:pt x="0" y="27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92" name="Forme libre : forme 15491">
                      <a:extLst>
                        <a:ext uri="{FF2B5EF4-FFF2-40B4-BE49-F238E27FC236}">
                          <a16:creationId xmlns:a16="http://schemas.microsoft.com/office/drawing/2014/main" id="{17B693A6-04AB-48AC-B0C5-B1E5971535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7066" y="3954589"/>
                      <a:ext cx="16192" cy="43910"/>
                    </a:xfrm>
                    <a:custGeom>
                      <a:avLst/>
                      <a:gdLst>
                        <a:gd name="connsiteX0" fmla="*/ 0 w 16192"/>
                        <a:gd name="connsiteY0" fmla="*/ 0 h 43910"/>
                        <a:gd name="connsiteX1" fmla="*/ 857 w 16192"/>
                        <a:gd name="connsiteY1" fmla="*/ 5620 h 43910"/>
                        <a:gd name="connsiteX2" fmla="*/ 3238 w 16192"/>
                        <a:gd name="connsiteY2" fmla="*/ 18669 h 43910"/>
                        <a:gd name="connsiteX3" fmla="*/ 7429 w 16192"/>
                        <a:gd name="connsiteY3" fmla="*/ 33433 h 43910"/>
                        <a:gd name="connsiteX4" fmla="*/ 16192 w 16192"/>
                        <a:gd name="connsiteY4" fmla="*/ 43910 h 43910"/>
                        <a:gd name="connsiteX5" fmla="*/ 9620 w 16192"/>
                        <a:gd name="connsiteY5" fmla="*/ 34004 h 43910"/>
                        <a:gd name="connsiteX6" fmla="*/ 4763 w 16192"/>
                        <a:gd name="connsiteY6" fmla="*/ 20384 h 43910"/>
                        <a:gd name="connsiteX7" fmla="*/ 0 w 16192"/>
                        <a:gd name="connsiteY7" fmla="*/ 0 h 43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192" h="43910">
                          <a:moveTo>
                            <a:pt x="0" y="0"/>
                          </a:moveTo>
                          <a:cubicBezTo>
                            <a:pt x="0" y="0"/>
                            <a:pt x="476" y="2191"/>
                            <a:pt x="857" y="5620"/>
                          </a:cubicBezTo>
                          <a:cubicBezTo>
                            <a:pt x="1428" y="9049"/>
                            <a:pt x="2191" y="13716"/>
                            <a:pt x="3238" y="18669"/>
                          </a:cubicBezTo>
                          <a:cubicBezTo>
                            <a:pt x="4190" y="23622"/>
                            <a:pt x="5619" y="28861"/>
                            <a:pt x="7429" y="33433"/>
                          </a:cubicBezTo>
                          <a:cubicBezTo>
                            <a:pt x="9430" y="38005"/>
                            <a:pt x="12096" y="41910"/>
                            <a:pt x="16192" y="43910"/>
                          </a:cubicBezTo>
                          <a:cubicBezTo>
                            <a:pt x="16192" y="43910"/>
                            <a:pt x="12954" y="41053"/>
                            <a:pt x="9620" y="34004"/>
                          </a:cubicBezTo>
                          <a:cubicBezTo>
                            <a:pt x="8096" y="30480"/>
                            <a:pt x="6191" y="26003"/>
                            <a:pt x="4763" y="20384"/>
                          </a:cubicBezTo>
                          <a:cubicBezTo>
                            <a:pt x="3047" y="14764"/>
                            <a:pt x="1714" y="8001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93" name="Forme libre : forme 15492">
                      <a:extLst>
                        <a:ext uri="{FF2B5EF4-FFF2-40B4-BE49-F238E27FC236}">
                          <a16:creationId xmlns:a16="http://schemas.microsoft.com/office/drawing/2014/main" id="{F6B3253F-28FD-48B9-A6AF-9B15B3F5BA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2005" y="3900942"/>
                      <a:ext cx="10054" cy="23954"/>
                    </a:xfrm>
                    <a:custGeom>
                      <a:avLst/>
                      <a:gdLst>
                        <a:gd name="connsiteX0" fmla="*/ 1348 w 10054"/>
                        <a:gd name="connsiteY0" fmla="*/ 21 h 23954"/>
                        <a:gd name="connsiteX1" fmla="*/ 9063 w 10054"/>
                        <a:gd name="connsiteY1" fmla="*/ 13070 h 23954"/>
                        <a:gd name="connsiteX2" fmla="*/ 10015 w 10054"/>
                        <a:gd name="connsiteY2" fmla="*/ 21357 h 23954"/>
                        <a:gd name="connsiteX3" fmla="*/ 8205 w 10054"/>
                        <a:gd name="connsiteY3" fmla="*/ 23833 h 23954"/>
                        <a:gd name="connsiteX4" fmla="*/ 1729 w 10054"/>
                        <a:gd name="connsiteY4" fmla="*/ 10689 h 23954"/>
                        <a:gd name="connsiteX5" fmla="*/ 14 w 10054"/>
                        <a:gd name="connsiteY5" fmla="*/ 2783 h 23954"/>
                        <a:gd name="connsiteX6" fmla="*/ 1348 w 10054"/>
                        <a:gd name="connsiteY6" fmla="*/ 21 h 23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054" h="23954">
                          <a:moveTo>
                            <a:pt x="1348" y="21"/>
                          </a:moveTo>
                          <a:cubicBezTo>
                            <a:pt x="3443" y="402"/>
                            <a:pt x="7349" y="6212"/>
                            <a:pt x="9063" y="13070"/>
                          </a:cubicBezTo>
                          <a:cubicBezTo>
                            <a:pt x="10111" y="16404"/>
                            <a:pt x="10111" y="19452"/>
                            <a:pt x="10015" y="21357"/>
                          </a:cubicBezTo>
                          <a:cubicBezTo>
                            <a:pt x="9825" y="23357"/>
                            <a:pt x="9158" y="24310"/>
                            <a:pt x="8205" y="23833"/>
                          </a:cubicBezTo>
                          <a:cubicBezTo>
                            <a:pt x="6206" y="22976"/>
                            <a:pt x="3729" y="17070"/>
                            <a:pt x="1729" y="10689"/>
                          </a:cubicBezTo>
                          <a:cubicBezTo>
                            <a:pt x="967" y="7355"/>
                            <a:pt x="14" y="4783"/>
                            <a:pt x="14" y="2783"/>
                          </a:cubicBezTo>
                          <a:cubicBezTo>
                            <a:pt x="-81" y="973"/>
                            <a:pt x="300" y="-170"/>
                            <a:pt x="1348" y="2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94" name="Forme libre : forme 15493">
                      <a:extLst>
                        <a:ext uri="{FF2B5EF4-FFF2-40B4-BE49-F238E27FC236}">
                          <a16:creationId xmlns:a16="http://schemas.microsoft.com/office/drawing/2014/main" id="{E83F5152-566F-433D-937E-9D991D24E1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0554" y="3898123"/>
                      <a:ext cx="4145" cy="6342"/>
                    </a:xfrm>
                    <a:custGeom>
                      <a:avLst/>
                      <a:gdLst>
                        <a:gd name="connsiteX0" fmla="*/ 321 w 4145"/>
                        <a:gd name="connsiteY0" fmla="*/ 78 h 6342"/>
                        <a:gd name="connsiteX1" fmla="*/ 3274 w 4145"/>
                        <a:gd name="connsiteY1" fmla="*/ 2459 h 6342"/>
                        <a:gd name="connsiteX2" fmla="*/ 3750 w 4145"/>
                        <a:gd name="connsiteY2" fmla="*/ 6269 h 6342"/>
                        <a:gd name="connsiteX3" fmla="*/ 893 w 4145"/>
                        <a:gd name="connsiteY3" fmla="*/ 3888 h 6342"/>
                        <a:gd name="connsiteX4" fmla="*/ 321 w 4145"/>
                        <a:gd name="connsiteY4" fmla="*/ 78 h 6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45" h="6342">
                          <a:moveTo>
                            <a:pt x="321" y="78"/>
                          </a:moveTo>
                          <a:cubicBezTo>
                            <a:pt x="988" y="-303"/>
                            <a:pt x="2322" y="745"/>
                            <a:pt x="3274" y="2459"/>
                          </a:cubicBezTo>
                          <a:cubicBezTo>
                            <a:pt x="4227" y="4174"/>
                            <a:pt x="4417" y="5888"/>
                            <a:pt x="3750" y="6269"/>
                          </a:cubicBezTo>
                          <a:cubicBezTo>
                            <a:pt x="3083" y="6650"/>
                            <a:pt x="1750" y="5507"/>
                            <a:pt x="893" y="3888"/>
                          </a:cubicBezTo>
                          <a:cubicBezTo>
                            <a:pt x="-59" y="2078"/>
                            <a:pt x="-250" y="459"/>
                            <a:pt x="321" y="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95" name="Forme libre : forme 15494">
                      <a:extLst>
                        <a:ext uri="{FF2B5EF4-FFF2-40B4-BE49-F238E27FC236}">
                          <a16:creationId xmlns:a16="http://schemas.microsoft.com/office/drawing/2014/main" id="{F31DBEE6-A4C7-4F93-B9B7-B11FB5583E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7635" y="3872285"/>
                      <a:ext cx="20789" cy="57452"/>
                    </a:xfrm>
                    <a:custGeom>
                      <a:avLst/>
                      <a:gdLst>
                        <a:gd name="connsiteX0" fmla="*/ 0 w 20789"/>
                        <a:gd name="connsiteY0" fmla="*/ 12867 h 57452"/>
                        <a:gd name="connsiteX1" fmla="*/ 5620 w 20789"/>
                        <a:gd name="connsiteY1" fmla="*/ 866 h 57452"/>
                        <a:gd name="connsiteX2" fmla="*/ 11811 w 20789"/>
                        <a:gd name="connsiteY2" fmla="*/ 2009 h 57452"/>
                        <a:gd name="connsiteX3" fmla="*/ 15145 w 20789"/>
                        <a:gd name="connsiteY3" fmla="*/ 9533 h 57452"/>
                        <a:gd name="connsiteX4" fmla="*/ 14764 w 20789"/>
                        <a:gd name="connsiteY4" fmla="*/ 28393 h 57452"/>
                        <a:gd name="connsiteX5" fmla="*/ 17050 w 20789"/>
                        <a:gd name="connsiteY5" fmla="*/ 35441 h 57452"/>
                        <a:gd name="connsiteX6" fmla="*/ 19908 w 20789"/>
                        <a:gd name="connsiteY6" fmla="*/ 46014 h 57452"/>
                        <a:gd name="connsiteX7" fmla="*/ 18479 w 20789"/>
                        <a:gd name="connsiteY7" fmla="*/ 57063 h 57452"/>
                        <a:gd name="connsiteX8" fmla="*/ 14478 w 20789"/>
                        <a:gd name="connsiteY8" fmla="*/ 51634 h 57452"/>
                        <a:gd name="connsiteX9" fmla="*/ 10287 w 20789"/>
                        <a:gd name="connsiteY9" fmla="*/ 43157 h 57452"/>
                        <a:gd name="connsiteX10" fmla="*/ 3239 w 20789"/>
                        <a:gd name="connsiteY10" fmla="*/ 27821 h 57452"/>
                        <a:gd name="connsiteX11" fmla="*/ 0 w 20789"/>
                        <a:gd name="connsiteY11" fmla="*/ 12867 h 57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0789" h="57452">
                          <a:moveTo>
                            <a:pt x="0" y="12867"/>
                          </a:moveTo>
                          <a:cubicBezTo>
                            <a:pt x="95" y="7438"/>
                            <a:pt x="2477" y="3628"/>
                            <a:pt x="5620" y="866"/>
                          </a:cubicBezTo>
                          <a:cubicBezTo>
                            <a:pt x="6763" y="-182"/>
                            <a:pt x="8954" y="-754"/>
                            <a:pt x="11811" y="2009"/>
                          </a:cubicBezTo>
                          <a:cubicBezTo>
                            <a:pt x="14478" y="4485"/>
                            <a:pt x="15240" y="7438"/>
                            <a:pt x="15145" y="9533"/>
                          </a:cubicBezTo>
                          <a:cubicBezTo>
                            <a:pt x="14954" y="15725"/>
                            <a:pt x="13049" y="20297"/>
                            <a:pt x="14764" y="28393"/>
                          </a:cubicBezTo>
                          <a:cubicBezTo>
                            <a:pt x="15145" y="29631"/>
                            <a:pt x="16097" y="32203"/>
                            <a:pt x="17050" y="35441"/>
                          </a:cubicBezTo>
                          <a:cubicBezTo>
                            <a:pt x="18193" y="38584"/>
                            <a:pt x="19241" y="42394"/>
                            <a:pt x="19908" y="46014"/>
                          </a:cubicBezTo>
                          <a:cubicBezTo>
                            <a:pt x="21336" y="53062"/>
                            <a:pt x="21146" y="59063"/>
                            <a:pt x="18479" y="57063"/>
                          </a:cubicBezTo>
                          <a:cubicBezTo>
                            <a:pt x="17050" y="56110"/>
                            <a:pt x="15812" y="54110"/>
                            <a:pt x="14478" y="51634"/>
                          </a:cubicBezTo>
                          <a:cubicBezTo>
                            <a:pt x="12954" y="49252"/>
                            <a:pt x="11716" y="46205"/>
                            <a:pt x="10287" y="43157"/>
                          </a:cubicBezTo>
                          <a:cubicBezTo>
                            <a:pt x="7430" y="37156"/>
                            <a:pt x="4382" y="30965"/>
                            <a:pt x="3239" y="27821"/>
                          </a:cubicBezTo>
                          <a:cubicBezTo>
                            <a:pt x="953" y="22201"/>
                            <a:pt x="95" y="16867"/>
                            <a:pt x="0" y="1286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09" name="Graphique 1">
                    <a:extLst>
                      <a:ext uri="{FF2B5EF4-FFF2-40B4-BE49-F238E27FC236}">
                        <a16:creationId xmlns:a16="http://schemas.microsoft.com/office/drawing/2014/main" id="{1CBFFD26-7330-4730-848F-79A405B1932E}"/>
                      </a:ext>
                    </a:extLst>
                  </p:cNvPr>
                  <p:cNvGrpSpPr/>
                  <p:nvPr/>
                </p:nvGrpSpPr>
                <p:grpSpPr>
                  <a:xfrm>
                    <a:off x="4563416" y="3740034"/>
                    <a:ext cx="108732" cy="133713"/>
                    <a:chOff x="4563416" y="3740034"/>
                    <a:chExt cx="108732" cy="133713"/>
                  </a:xfrm>
                  <a:solidFill>
                    <a:schemeClr val="accent1"/>
                  </a:solidFill>
                </p:grpSpPr>
                <p:sp>
                  <p:nvSpPr>
                    <p:cNvPr id="15472" name="Forme libre : forme 15471">
                      <a:extLst>
                        <a:ext uri="{FF2B5EF4-FFF2-40B4-BE49-F238E27FC236}">
                          <a16:creationId xmlns:a16="http://schemas.microsoft.com/office/drawing/2014/main" id="{E65923AD-9164-4BCA-97D2-D6A1F171E7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3416" y="3740034"/>
                      <a:ext cx="108732" cy="133713"/>
                    </a:xfrm>
                    <a:custGeom>
                      <a:avLst/>
                      <a:gdLst>
                        <a:gd name="connsiteX0" fmla="*/ 54594 w 108732"/>
                        <a:gd name="connsiteY0" fmla="*/ 37580 h 133713"/>
                        <a:gd name="connsiteX1" fmla="*/ 60309 w 108732"/>
                        <a:gd name="connsiteY1" fmla="*/ 46534 h 133713"/>
                        <a:gd name="connsiteX2" fmla="*/ 67548 w 108732"/>
                        <a:gd name="connsiteY2" fmla="*/ 55868 h 133713"/>
                        <a:gd name="connsiteX3" fmla="*/ 75834 w 108732"/>
                        <a:gd name="connsiteY3" fmla="*/ 65203 h 133713"/>
                        <a:gd name="connsiteX4" fmla="*/ 84978 w 108732"/>
                        <a:gd name="connsiteY4" fmla="*/ 74442 h 133713"/>
                        <a:gd name="connsiteX5" fmla="*/ 96694 w 108732"/>
                        <a:gd name="connsiteY5" fmla="*/ 87587 h 133713"/>
                        <a:gd name="connsiteX6" fmla="*/ 104981 w 108732"/>
                        <a:gd name="connsiteY6" fmla="*/ 100350 h 133713"/>
                        <a:gd name="connsiteX7" fmla="*/ 106791 w 108732"/>
                        <a:gd name="connsiteY7" fmla="*/ 119590 h 133713"/>
                        <a:gd name="connsiteX8" fmla="*/ 97551 w 108732"/>
                        <a:gd name="connsiteY8" fmla="*/ 130544 h 133713"/>
                        <a:gd name="connsiteX9" fmla="*/ 78216 w 108732"/>
                        <a:gd name="connsiteY9" fmla="*/ 131497 h 133713"/>
                        <a:gd name="connsiteX10" fmla="*/ 63737 w 108732"/>
                        <a:gd name="connsiteY10" fmla="*/ 124258 h 133713"/>
                        <a:gd name="connsiteX11" fmla="*/ 48402 w 108732"/>
                        <a:gd name="connsiteY11" fmla="*/ 112161 h 133713"/>
                        <a:gd name="connsiteX12" fmla="*/ 37734 w 108732"/>
                        <a:gd name="connsiteY12" fmla="*/ 101588 h 133713"/>
                        <a:gd name="connsiteX13" fmla="*/ 27352 w 108732"/>
                        <a:gd name="connsiteY13" fmla="*/ 90158 h 133713"/>
                        <a:gd name="connsiteX14" fmla="*/ 17351 w 108732"/>
                        <a:gd name="connsiteY14" fmla="*/ 77490 h 133713"/>
                        <a:gd name="connsiteX15" fmla="*/ 8016 w 108732"/>
                        <a:gd name="connsiteY15" fmla="*/ 62917 h 133713"/>
                        <a:gd name="connsiteX16" fmla="*/ 2872 w 108732"/>
                        <a:gd name="connsiteY16" fmla="*/ 50820 h 133713"/>
                        <a:gd name="connsiteX17" fmla="*/ 301 w 108732"/>
                        <a:gd name="connsiteY17" fmla="*/ 37675 h 133713"/>
                        <a:gd name="connsiteX18" fmla="*/ 968 w 108732"/>
                        <a:gd name="connsiteY18" fmla="*/ 24626 h 133713"/>
                        <a:gd name="connsiteX19" fmla="*/ 4587 w 108732"/>
                        <a:gd name="connsiteY19" fmla="*/ 13577 h 133713"/>
                        <a:gd name="connsiteX20" fmla="*/ 15636 w 108732"/>
                        <a:gd name="connsiteY20" fmla="*/ 1480 h 133713"/>
                        <a:gd name="connsiteX21" fmla="*/ 24399 w 108732"/>
                        <a:gd name="connsiteY21" fmla="*/ 1099 h 133713"/>
                        <a:gd name="connsiteX22" fmla="*/ 36687 w 108732"/>
                        <a:gd name="connsiteY22" fmla="*/ 9291 h 133713"/>
                        <a:gd name="connsiteX23" fmla="*/ 41925 w 108732"/>
                        <a:gd name="connsiteY23" fmla="*/ 15578 h 133713"/>
                        <a:gd name="connsiteX24" fmla="*/ 45830 w 108732"/>
                        <a:gd name="connsiteY24" fmla="*/ 22436 h 133713"/>
                        <a:gd name="connsiteX25" fmla="*/ 47831 w 108732"/>
                        <a:gd name="connsiteY25" fmla="*/ 25293 h 133713"/>
                        <a:gd name="connsiteX26" fmla="*/ 49831 w 108732"/>
                        <a:gd name="connsiteY26" fmla="*/ 28246 h 133713"/>
                        <a:gd name="connsiteX27" fmla="*/ 52117 w 108732"/>
                        <a:gd name="connsiteY27" fmla="*/ 32246 h 133713"/>
                        <a:gd name="connsiteX28" fmla="*/ 54594 w 108732"/>
                        <a:gd name="connsiteY28" fmla="*/ 37580 h 133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108732" h="133713">
                          <a:moveTo>
                            <a:pt x="54594" y="37580"/>
                          </a:moveTo>
                          <a:cubicBezTo>
                            <a:pt x="56594" y="40533"/>
                            <a:pt x="58023" y="43486"/>
                            <a:pt x="60309" y="46534"/>
                          </a:cubicBezTo>
                          <a:cubicBezTo>
                            <a:pt x="62785" y="49582"/>
                            <a:pt x="64880" y="52725"/>
                            <a:pt x="67548" y="55868"/>
                          </a:cubicBezTo>
                          <a:lnTo>
                            <a:pt x="75834" y="65203"/>
                          </a:lnTo>
                          <a:lnTo>
                            <a:pt x="84978" y="74442"/>
                          </a:lnTo>
                          <a:cubicBezTo>
                            <a:pt x="89169" y="78823"/>
                            <a:pt x="93455" y="83110"/>
                            <a:pt x="96694" y="87587"/>
                          </a:cubicBezTo>
                          <a:cubicBezTo>
                            <a:pt x="99932" y="92063"/>
                            <a:pt x="102885" y="96254"/>
                            <a:pt x="104981" y="100350"/>
                          </a:cubicBezTo>
                          <a:cubicBezTo>
                            <a:pt x="109076" y="108446"/>
                            <a:pt x="110029" y="115495"/>
                            <a:pt x="106791" y="119590"/>
                          </a:cubicBezTo>
                          <a:lnTo>
                            <a:pt x="97551" y="130544"/>
                          </a:lnTo>
                          <a:cubicBezTo>
                            <a:pt x="94408" y="134545"/>
                            <a:pt x="87169" y="134640"/>
                            <a:pt x="78216" y="131497"/>
                          </a:cubicBezTo>
                          <a:cubicBezTo>
                            <a:pt x="73739" y="129878"/>
                            <a:pt x="68786" y="127591"/>
                            <a:pt x="63737" y="124258"/>
                          </a:cubicBezTo>
                          <a:cubicBezTo>
                            <a:pt x="58689" y="120924"/>
                            <a:pt x="53355" y="117209"/>
                            <a:pt x="48402" y="112161"/>
                          </a:cubicBezTo>
                          <a:lnTo>
                            <a:pt x="37734" y="101588"/>
                          </a:lnTo>
                          <a:lnTo>
                            <a:pt x="27352" y="90158"/>
                          </a:lnTo>
                          <a:cubicBezTo>
                            <a:pt x="23923" y="86253"/>
                            <a:pt x="20684" y="81681"/>
                            <a:pt x="17351" y="77490"/>
                          </a:cubicBezTo>
                          <a:cubicBezTo>
                            <a:pt x="14112" y="73108"/>
                            <a:pt x="11064" y="67774"/>
                            <a:pt x="8016" y="62917"/>
                          </a:cubicBezTo>
                          <a:cubicBezTo>
                            <a:pt x="6016" y="58916"/>
                            <a:pt x="4397" y="54821"/>
                            <a:pt x="2872" y="50820"/>
                          </a:cubicBezTo>
                          <a:cubicBezTo>
                            <a:pt x="1444" y="46915"/>
                            <a:pt x="873" y="41771"/>
                            <a:pt x="301" y="37675"/>
                          </a:cubicBezTo>
                          <a:cubicBezTo>
                            <a:pt x="-461" y="33580"/>
                            <a:pt x="396" y="28627"/>
                            <a:pt x="968" y="24626"/>
                          </a:cubicBezTo>
                          <a:cubicBezTo>
                            <a:pt x="1349" y="20530"/>
                            <a:pt x="2872" y="16816"/>
                            <a:pt x="4587" y="13577"/>
                          </a:cubicBezTo>
                          <a:cubicBezTo>
                            <a:pt x="7540" y="6910"/>
                            <a:pt x="12017" y="3386"/>
                            <a:pt x="15636" y="1480"/>
                          </a:cubicBezTo>
                          <a:cubicBezTo>
                            <a:pt x="19256" y="-425"/>
                            <a:pt x="22113" y="-425"/>
                            <a:pt x="24399" y="1099"/>
                          </a:cubicBezTo>
                          <a:lnTo>
                            <a:pt x="36687" y="9291"/>
                          </a:lnTo>
                          <a:cubicBezTo>
                            <a:pt x="38877" y="10720"/>
                            <a:pt x="40592" y="13196"/>
                            <a:pt x="41925" y="15578"/>
                          </a:cubicBezTo>
                          <a:cubicBezTo>
                            <a:pt x="43259" y="17959"/>
                            <a:pt x="44116" y="20530"/>
                            <a:pt x="45830" y="22436"/>
                          </a:cubicBezTo>
                          <a:cubicBezTo>
                            <a:pt x="46402" y="23388"/>
                            <a:pt x="46878" y="24245"/>
                            <a:pt x="47831" y="25293"/>
                          </a:cubicBezTo>
                          <a:cubicBezTo>
                            <a:pt x="48783" y="26341"/>
                            <a:pt x="48688" y="26912"/>
                            <a:pt x="49831" y="28246"/>
                          </a:cubicBezTo>
                          <a:cubicBezTo>
                            <a:pt x="50879" y="29484"/>
                            <a:pt x="50974" y="30532"/>
                            <a:pt x="52117" y="32246"/>
                          </a:cubicBezTo>
                          <a:cubicBezTo>
                            <a:pt x="52879" y="33961"/>
                            <a:pt x="53736" y="35675"/>
                            <a:pt x="54594" y="3758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73" name="Forme libre : forme 15472">
                      <a:extLst>
                        <a:ext uri="{FF2B5EF4-FFF2-40B4-BE49-F238E27FC236}">
                          <a16:creationId xmlns:a16="http://schemas.microsoft.com/office/drawing/2014/main" id="{D9F15842-E4F2-4559-8288-6818E5CE6E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4578" y="3748944"/>
                      <a:ext cx="77475" cy="115347"/>
                    </a:xfrm>
                    <a:custGeom>
                      <a:avLst/>
                      <a:gdLst>
                        <a:gd name="connsiteX0" fmla="*/ 34861 w 77475"/>
                        <a:gd name="connsiteY0" fmla="*/ 71152 h 115347"/>
                        <a:gd name="connsiteX1" fmla="*/ 57626 w 77475"/>
                        <a:gd name="connsiteY1" fmla="*/ 93345 h 115347"/>
                        <a:gd name="connsiteX2" fmla="*/ 71533 w 77475"/>
                        <a:gd name="connsiteY2" fmla="*/ 115348 h 115347"/>
                        <a:gd name="connsiteX3" fmla="*/ 75533 w 77475"/>
                        <a:gd name="connsiteY3" fmla="*/ 110585 h 115347"/>
                        <a:gd name="connsiteX4" fmla="*/ 73723 w 77475"/>
                        <a:gd name="connsiteY4" fmla="*/ 91345 h 115347"/>
                        <a:gd name="connsiteX5" fmla="*/ 65437 w 77475"/>
                        <a:gd name="connsiteY5" fmla="*/ 78581 h 115347"/>
                        <a:gd name="connsiteX6" fmla="*/ 53721 w 77475"/>
                        <a:gd name="connsiteY6" fmla="*/ 65437 h 115347"/>
                        <a:gd name="connsiteX7" fmla="*/ 44577 w 77475"/>
                        <a:gd name="connsiteY7" fmla="*/ 56197 h 115347"/>
                        <a:gd name="connsiteX8" fmla="*/ 36290 w 77475"/>
                        <a:gd name="connsiteY8" fmla="*/ 46863 h 115347"/>
                        <a:gd name="connsiteX9" fmla="*/ 29051 w 77475"/>
                        <a:gd name="connsiteY9" fmla="*/ 37529 h 115347"/>
                        <a:gd name="connsiteX10" fmla="*/ 23336 w 77475"/>
                        <a:gd name="connsiteY10" fmla="*/ 28575 h 115347"/>
                        <a:gd name="connsiteX11" fmla="*/ 20574 w 77475"/>
                        <a:gd name="connsiteY11" fmla="*/ 23241 h 115347"/>
                        <a:gd name="connsiteX12" fmla="*/ 18288 w 77475"/>
                        <a:gd name="connsiteY12" fmla="*/ 19240 h 115347"/>
                        <a:gd name="connsiteX13" fmla="*/ 16288 w 77475"/>
                        <a:gd name="connsiteY13" fmla="*/ 16288 h 115347"/>
                        <a:gd name="connsiteX14" fmla="*/ 14288 w 77475"/>
                        <a:gd name="connsiteY14" fmla="*/ 13430 h 115347"/>
                        <a:gd name="connsiteX15" fmla="*/ 10382 w 77475"/>
                        <a:gd name="connsiteY15" fmla="*/ 6572 h 115347"/>
                        <a:gd name="connsiteX16" fmla="*/ 5143 w 77475"/>
                        <a:gd name="connsiteY16" fmla="*/ 286 h 115347"/>
                        <a:gd name="connsiteX17" fmla="*/ 4763 w 77475"/>
                        <a:gd name="connsiteY17" fmla="*/ 0 h 115347"/>
                        <a:gd name="connsiteX18" fmla="*/ 2667 w 77475"/>
                        <a:gd name="connsiteY18" fmla="*/ 4477 h 115347"/>
                        <a:gd name="connsiteX19" fmla="*/ 1048 w 77475"/>
                        <a:gd name="connsiteY19" fmla="*/ 8954 h 115347"/>
                        <a:gd name="connsiteX20" fmla="*/ 0 w 77475"/>
                        <a:gd name="connsiteY20" fmla="*/ 13526 h 115347"/>
                        <a:gd name="connsiteX21" fmla="*/ 191 w 77475"/>
                        <a:gd name="connsiteY21" fmla="*/ 18288 h 115347"/>
                        <a:gd name="connsiteX22" fmla="*/ 1905 w 77475"/>
                        <a:gd name="connsiteY22" fmla="*/ 27908 h 115347"/>
                        <a:gd name="connsiteX23" fmla="*/ 6001 w 77475"/>
                        <a:gd name="connsiteY23" fmla="*/ 37529 h 115347"/>
                        <a:gd name="connsiteX24" fmla="*/ 11716 w 77475"/>
                        <a:gd name="connsiteY24" fmla="*/ 46672 h 115347"/>
                        <a:gd name="connsiteX25" fmla="*/ 18574 w 77475"/>
                        <a:gd name="connsiteY25" fmla="*/ 55340 h 115347"/>
                        <a:gd name="connsiteX26" fmla="*/ 34861 w 77475"/>
                        <a:gd name="connsiteY26" fmla="*/ 71152 h 115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77475" h="115347">
                          <a:moveTo>
                            <a:pt x="34861" y="71152"/>
                          </a:moveTo>
                          <a:cubicBezTo>
                            <a:pt x="43243" y="78105"/>
                            <a:pt x="51149" y="85725"/>
                            <a:pt x="57626" y="93345"/>
                          </a:cubicBezTo>
                          <a:cubicBezTo>
                            <a:pt x="64198" y="100965"/>
                            <a:pt x="69247" y="108490"/>
                            <a:pt x="71533" y="115348"/>
                          </a:cubicBezTo>
                          <a:lnTo>
                            <a:pt x="75533" y="110585"/>
                          </a:lnTo>
                          <a:cubicBezTo>
                            <a:pt x="78772" y="106489"/>
                            <a:pt x="77819" y="99441"/>
                            <a:pt x="73723" y="91345"/>
                          </a:cubicBezTo>
                          <a:cubicBezTo>
                            <a:pt x="71628" y="87344"/>
                            <a:pt x="68770" y="83058"/>
                            <a:pt x="65437" y="78581"/>
                          </a:cubicBezTo>
                          <a:cubicBezTo>
                            <a:pt x="62198" y="74104"/>
                            <a:pt x="57912" y="69818"/>
                            <a:pt x="53721" y="65437"/>
                          </a:cubicBezTo>
                          <a:lnTo>
                            <a:pt x="44577" y="56197"/>
                          </a:lnTo>
                          <a:lnTo>
                            <a:pt x="36290" y="46863"/>
                          </a:lnTo>
                          <a:cubicBezTo>
                            <a:pt x="33623" y="43720"/>
                            <a:pt x="31528" y="40577"/>
                            <a:pt x="29051" y="37529"/>
                          </a:cubicBezTo>
                          <a:cubicBezTo>
                            <a:pt x="26765" y="34480"/>
                            <a:pt x="25336" y="31528"/>
                            <a:pt x="23336" y="28575"/>
                          </a:cubicBezTo>
                          <a:cubicBezTo>
                            <a:pt x="22479" y="26670"/>
                            <a:pt x="21717" y="24955"/>
                            <a:pt x="20574" y="23241"/>
                          </a:cubicBezTo>
                          <a:cubicBezTo>
                            <a:pt x="19431" y="21527"/>
                            <a:pt x="19335" y="20574"/>
                            <a:pt x="18288" y="19240"/>
                          </a:cubicBezTo>
                          <a:cubicBezTo>
                            <a:pt x="17145" y="17907"/>
                            <a:pt x="17240" y="17336"/>
                            <a:pt x="16288" y="16288"/>
                          </a:cubicBezTo>
                          <a:cubicBezTo>
                            <a:pt x="15335" y="15240"/>
                            <a:pt x="14859" y="14383"/>
                            <a:pt x="14288" y="13430"/>
                          </a:cubicBezTo>
                          <a:cubicBezTo>
                            <a:pt x="12573" y="11430"/>
                            <a:pt x="11716" y="8954"/>
                            <a:pt x="10382" y="6572"/>
                          </a:cubicBezTo>
                          <a:cubicBezTo>
                            <a:pt x="9049" y="4191"/>
                            <a:pt x="7239" y="1714"/>
                            <a:pt x="5143" y="286"/>
                          </a:cubicBezTo>
                          <a:lnTo>
                            <a:pt x="4763" y="0"/>
                          </a:lnTo>
                          <a:lnTo>
                            <a:pt x="2667" y="4477"/>
                          </a:lnTo>
                          <a:cubicBezTo>
                            <a:pt x="1810" y="5905"/>
                            <a:pt x="1238" y="7334"/>
                            <a:pt x="1048" y="8954"/>
                          </a:cubicBezTo>
                          <a:lnTo>
                            <a:pt x="0" y="13526"/>
                          </a:lnTo>
                          <a:lnTo>
                            <a:pt x="191" y="18288"/>
                          </a:lnTo>
                          <a:cubicBezTo>
                            <a:pt x="-191" y="21431"/>
                            <a:pt x="1428" y="24670"/>
                            <a:pt x="1905" y="27908"/>
                          </a:cubicBezTo>
                          <a:cubicBezTo>
                            <a:pt x="2953" y="31147"/>
                            <a:pt x="4667" y="34290"/>
                            <a:pt x="6001" y="37529"/>
                          </a:cubicBezTo>
                          <a:lnTo>
                            <a:pt x="11716" y="46672"/>
                          </a:lnTo>
                          <a:cubicBezTo>
                            <a:pt x="13811" y="49625"/>
                            <a:pt x="16288" y="52483"/>
                            <a:pt x="18574" y="55340"/>
                          </a:cubicBezTo>
                          <a:cubicBezTo>
                            <a:pt x="23432" y="60960"/>
                            <a:pt x="28956" y="66294"/>
                            <a:pt x="34861" y="71152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74" name="Forme libre : forme 15473">
                      <a:extLst>
                        <a:ext uri="{FF2B5EF4-FFF2-40B4-BE49-F238E27FC236}">
                          <a16:creationId xmlns:a16="http://schemas.microsoft.com/office/drawing/2014/main" id="{F7348895-88FF-4A6D-B2FA-F99BA82E57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6179" y="3774589"/>
                      <a:ext cx="43104" cy="56391"/>
                    </a:xfrm>
                    <a:custGeom>
                      <a:avLst/>
                      <a:gdLst>
                        <a:gd name="connsiteX0" fmla="*/ 3732 w 43104"/>
                        <a:gd name="connsiteY0" fmla="*/ 73 h 56391"/>
                        <a:gd name="connsiteX1" fmla="*/ 8113 w 43104"/>
                        <a:gd name="connsiteY1" fmla="*/ 1502 h 56391"/>
                        <a:gd name="connsiteX2" fmla="*/ 13447 w 43104"/>
                        <a:gd name="connsiteY2" fmla="*/ 6550 h 56391"/>
                        <a:gd name="connsiteX3" fmla="*/ 19830 w 43104"/>
                        <a:gd name="connsiteY3" fmla="*/ 14170 h 56391"/>
                        <a:gd name="connsiteX4" fmla="*/ 27354 w 43104"/>
                        <a:gd name="connsiteY4" fmla="*/ 23790 h 56391"/>
                        <a:gd name="connsiteX5" fmla="*/ 34689 w 43104"/>
                        <a:gd name="connsiteY5" fmla="*/ 34077 h 56391"/>
                        <a:gd name="connsiteX6" fmla="*/ 40118 w 43104"/>
                        <a:gd name="connsiteY6" fmla="*/ 43411 h 56391"/>
                        <a:gd name="connsiteX7" fmla="*/ 42118 w 43104"/>
                        <a:gd name="connsiteY7" fmla="*/ 55413 h 56391"/>
                        <a:gd name="connsiteX8" fmla="*/ 29926 w 43104"/>
                        <a:gd name="connsiteY8" fmla="*/ 53222 h 56391"/>
                        <a:gd name="connsiteX9" fmla="*/ 20782 w 43104"/>
                        <a:gd name="connsiteY9" fmla="*/ 46269 h 56391"/>
                        <a:gd name="connsiteX10" fmla="*/ 11352 w 43104"/>
                        <a:gd name="connsiteY10" fmla="*/ 35982 h 56391"/>
                        <a:gd name="connsiteX11" fmla="*/ 3922 w 43104"/>
                        <a:gd name="connsiteY11" fmla="*/ 23790 h 56391"/>
                        <a:gd name="connsiteX12" fmla="*/ 398 w 43104"/>
                        <a:gd name="connsiteY12" fmla="*/ 12360 h 56391"/>
                        <a:gd name="connsiteX13" fmla="*/ 684 w 43104"/>
                        <a:gd name="connsiteY13" fmla="*/ 3883 h 56391"/>
                        <a:gd name="connsiteX14" fmla="*/ 3732 w 43104"/>
                        <a:gd name="connsiteY14" fmla="*/ 73 h 56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43104" h="56391">
                          <a:moveTo>
                            <a:pt x="3732" y="73"/>
                          </a:moveTo>
                          <a:cubicBezTo>
                            <a:pt x="5065" y="-213"/>
                            <a:pt x="6590" y="359"/>
                            <a:pt x="8113" y="1502"/>
                          </a:cubicBezTo>
                          <a:cubicBezTo>
                            <a:pt x="9447" y="2740"/>
                            <a:pt x="11352" y="4359"/>
                            <a:pt x="13447" y="6550"/>
                          </a:cubicBezTo>
                          <a:cubicBezTo>
                            <a:pt x="15353" y="8741"/>
                            <a:pt x="17258" y="11312"/>
                            <a:pt x="19830" y="14170"/>
                          </a:cubicBezTo>
                          <a:cubicBezTo>
                            <a:pt x="22211" y="17122"/>
                            <a:pt x="24497" y="20361"/>
                            <a:pt x="27354" y="23790"/>
                          </a:cubicBezTo>
                          <a:cubicBezTo>
                            <a:pt x="30021" y="27314"/>
                            <a:pt x="32307" y="30838"/>
                            <a:pt x="34689" y="34077"/>
                          </a:cubicBezTo>
                          <a:cubicBezTo>
                            <a:pt x="36975" y="37316"/>
                            <a:pt x="38784" y="40459"/>
                            <a:pt x="40118" y="43411"/>
                          </a:cubicBezTo>
                          <a:cubicBezTo>
                            <a:pt x="43071" y="48936"/>
                            <a:pt x="44023" y="53413"/>
                            <a:pt x="42118" y="55413"/>
                          </a:cubicBezTo>
                          <a:cubicBezTo>
                            <a:pt x="40213" y="57318"/>
                            <a:pt x="35736" y="56366"/>
                            <a:pt x="29926" y="53222"/>
                          </a:cubicBezTo>
                          <a:cubicBezTo>
                            <a:pt x="27163" y="51508"/>
                            <a:pt x="24021" y="49127"/>
                            <a:pt x="20782" y="46269"/>
                          </a:cubicBezTo>
                          <a:cubicBezTo>
                            <a:pt x="17448" y="43507"/>
                            <a:pt x="14400" y="39887"/>
                            <a:pt x="11352" y="35982"/>
                          </a:cubicBezTo>
                          <a:cubicBezTo>
                            <a:pt x="8209" y="32172"/>
                            <a:pt x="5828" y="27791"/>
                            <a:pt x="3922" y="23790"/>
                          </a:cubicBezTo>
                          <a:cubicBezTo>
                            <a:pt x="1827" y="19885"/>
                            <a:pt x="875" y="15789"/>
                            <a:pt x="398" y="12360"/>
                          </a:cubicBezTo>
                          <a:cubicBezTo>
                            <a:pt x="-173" y="8931"/>
                            <a:pt x="-173" y="6074"/>
                            <a:pt x="684" y="3883"/>
                          </a:cubicBezTo>
                          <a:cubicBezTo>
                            <a:pt x="1351" y="1597"/>
                            <a:pt x="2399" y="359"/>
                            <a:pt x="3732" y="73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75" name="Forme libre : forme 15474">
                      <a:extLst>
                        <a:ext uri="{FF2B5EF4-FFF2-40B4-BE49-F238E27FC236}">
                          <a16:creationId xmlns:a16="http://schemas.microsoft.com/office/drawing/2014/main" id="{ED60E45D-3026-4E71-AC5C-7D345A2222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4770" y="3787140"/>
                      <a:ext cx="24513" cy="43786"/>
                    </a:xfrm>
                    <a:custGeom>
                      <a:avLst/>
                      <a:gdLst>
                        <a:gd name="connsiteX0" fmla="*/ 6953 w 24513"/>
                        <a:gd name="connsiteY0" fmla="*/ 37529 h 43786"/>
                        <a:gd name="connsiteX1" fmla="*/ 23526 w 24513"/>
                        <a:gd name="connsiteY1" fmla="*/ 42767 h 43786"/>
                        <a:gd name="connsiteX2" fmla="*/ 21527 w 24513"/>
                        <a:gd name="connsiteY2" fmla="*/ 30766 h 43786"/>
                        <a:gd name="connsiteX3" fmla="*/ 16097 w 24513"/>
                        <a:gd name="connsiteY3" fmla="*/ 21431 h 43786"/>
                        <a:gd name="connsiteX4" fmla="*/ 8763 w 24513"/>
                        <a:gd name="connsiteY4" fmla="*/ 11144 h 43786"/>
                        <a:gd name="connsiteX5" fmla="*/ 0 w 24513"/>
                        <a:gd name="connsiteY5" fmla="*/ 0 h 43786"/>
                        <a:gd name="connsiteX6" fmla="*/ 3429 w 24513"/>
                        <a:gd name="connsiteY6" fmla="*/ 6953 h 43786"/>
                        <a:gd name="connsiteX7" fmla="*/ 9430 w 24513"/>
                        <a:gd name="connsiteY7" fmla="*/ 25717 h 43786"/>
                        <a:gd name="connsiteX8" fmla="*/ 6953 w 24513"/>
                        <a:gd name="connsiteY8" fmla="*/ 37529 h 43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513" h="43786">
                          <a:moveTo>
                            <a:pt x="6953" y="37529"/>
                          </a:moveTo>
                          <a:cubicBezTo>
                            <a:pt x="14573" y="43339"/>
                            <a:pt x="21241" y="45148"/>
                            <a:pt x="23526" y="42767"/>
                          </a:cubicBezTo>
                          <a:cubicBezTo>
                            <a:pt x="25432" y="40767"/>
                            <a:pt x="24479" y="36386"/>
                            <a:pt x="21527" y="30766"/>
                          </a:cubicBezTo>
                          <a:cubicBezTo>
                            <a:pt x="20193" y="27908"/>
                            <a:pt x="18383" y="24765"/>
                            <a:pt x="16097" y="21431"/>
                          </a:cubicBezTo>
                          <a:cubicBezTo>
                            <a:pt x="13716" y="18193"/>
                            <a:pt x="11430" y="14669"/>
                            <a:pt x="8763" y="11144"/>
                          </a:cubicBezTo>
                          <a:cubicBezTo>
                            <a:pt x="5334" y="7144"/>
                            <a:pt x="2857" y="3238"/>
                            <a:pt x="0" y="0"/>
                          </a:cubicBezTo>
                          <a:cubicBezTo>
                            <a:pt x="1334" y="2286"/>
                            <a:pt x="2477" y="4572"/>
                            <a:pt x="3429" y="6953"/>
                          </a:cubicBezTo>
                          <a:cubicBezTo>
                            <a:pt x="6382" y="13525"/>
                            <a:pt x="8287" y="20383"/>
                            <a:pt x="9430" y="25717"/>
                          </a:cubicBezTo>
                          <a:cubicBezTo>
                            <a:pt x="10382" y="31337"/>
                            <a:pt x="9810" y="35719"/>
                            <a:pt x="6953" y="37529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76" name="Forme libre : forme 15475">
                      <a:extLst>
                        <a:ext uri="{FF2B5EF4-FFF2-40B4-BE49-F238E27FC236}">
                          <a16:creationId xmlns:a16="http://schemas.microsoft.com/office/drawing/2014/main" id="{A08E0BC8-F1E4-45F0-9803-C796BA364C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6942" y="3771010"/>
                      <a:ext cx="41462" cy="56007"/>
                    </a:xfrm>
                    <a:custGeom>
                      <a:avLst/>
                      <a:gdLst>
                        <a:gd name="connsiteX0" fmla="*/ 4397 w 41462"/>
                        <a:gd name="connsiteY0" fmla="*/ 32 h 56007"/>
                        <a:gd name="connsiteX1" fmla="*/ 8874 w 41462"/>
                        <a:gd name="connsiteY1" fmla="*/ 1651 h 56007"/>
                        <a:gd name="connsiteX2" fmla="*/ 13541 w 41462"/>
                        <a:gd name="connsiteY2" fmla="*/ 6605 h 56007"/>
                        <a:gd name="connsiteX3" fmla="*/ 19352 w 41462"/>
                        <a:gd name="connsiteY3" fmla="*/ 14034 h 56007"/>
                        <a:gd name="connsiteX4" fmla="*/ 26400 w 41462"/>
                        <a:gd name="connsiteY4" fmla="*/ 23559 h 56007"/>
                        <a:gd name="connsiteX5" fmla="*/ 33354 w 41462"/>
                        <a:gd name="connsiteY5" fmla="*/ 33751 h 56007"/>
                        <a:gd name="connsiteX6" fmla="*/ 38688 w 41462"/>
                        <a:gd name="connsiteY6" fmla="*/ 42990 h 56007"/>
                        <a:gd name="connsiteX7" fmla="*/ 40402 w 41462"/>
                        <a:gd name="connsiteY7" fmla="*/ 54991 h 56007"/>
                        <a:gd name="connsiteX8" fmla="*/ 28305 w 41462"/>
                        <a:gd name="connsiteY8" fmla="*/ 52610 h 56007"/>
                        <a:gd name="connsiteX9" fmla="*/ 19256 w 41462"/>
                        <a:gd name="connsiteY9" fmla="*/ 45752 h 56007"/>
                        <a:gd name="connsiteX10" fmla="*/ 10017 w 41462"/>
                        <a:gd name="connsiteY10" fmla="*/ 35370 h 56007"/>
                        <a:gd name="connsiteX11" fmla="*/ 3064 w 41462"/>
                        <a:gd name="connsiteY11" fmla="*/ 23083 h 56007"/>
                        <a:gd name="connsiteX12" fmla="*/ 111 w 41462"/>
                        <a:gd name="connsiteY12" fmla="*/ 11653 h 56007"/>
                        <a:gd name="connsiteX13" fmla="*/ 1064 w 41462"/>
                        <a:gd name="connsiteY13" fmla="*/ 3366 h 56007"/>
                        <a:gd name="connsiteX14" fmla="*/ 4397 w 41462"/>
                        <a:gd name="connsiteY14" fmla="*/ 32 h 56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41462" h="56007">
                          <a:moveTo>
                            <a:pt x="4397" y="32"/>
                          </a:moveTo>
                          <a:cubicBezTo>
                            <a:pt x="5731" y="-158"/>
                            <a:pt x="7350" y="508"/>
                            <a:pt x="8874" y="1651"/>
                          </a:cubicBezTo>
                          <a:cubicBezTo>
                            <a:pt x="10493" y="2795"/>
                            <a:pt x="11732" y="4509"/>
                            <a:pt x="13541" y="6605"/>
                          </a:cubicBezTo>
                          <a:cubicBezTo>
                            <a:pt x="15542" y="8700"/>
                            <a:pt x="17256" y="11176"/>
                            <a:pt x="19352" y="14034"/>
                          </a:cubicBezTo>
                          <a:cubicBezTo>
                            <a:pt x="21828" y="16796"/>
                            <a:pt x="23733" y="20130"/>
                            <a:pt x="26400" y="23559"/>
                          </a:cubicBezTo>
                          <a:cubicBezTo>
                            <a:pt x="29067" y="26988"/>
                            <a:pt x="31258" y="30512"/>
                            <a:pt x="33354" y="33751"/>
                          </a:cubicBezTo>
                          <a:cubicBezTo>
                            <a:pt x="35544" y="36989"/>
                            <a:pt x="37354" y="40132"/>
                            <a:pt x="38688" y="42990"/>
                          </a:cubicBezTo>
                          <a:cubicBezTo>
                            <a:pt x="41259" y="48705"/>
                            <a:pt x="42497" y="52991"/>
                            <a:pt x="40402" y="54991"/>
                          </a:cubicBezTo>
                          <a:cubicBezTo>
                            <a:pt x="38497" y="56897"/>
                            <a:pt x="33830" y="56134"/>
                            <a:pt x="28305" y="52610"/>
                          </a:cubicBezTo>
                          <a:cubicBezTo>
                            <a:pt x="25543" y="50896"/>
                            <a:pt x="22495" y="48514"/>
                            <a:pt x="19256" y="45752"/>
                          </a:cubicBezTo>
                          <a:cubicBezTo>
                            <a:pt x="16113" y="42895"/>
                            <a:pt x="13065" y="39180"/>
                            <a:pt x="10017" y="35370"/>
                          </a:cubicBezTo>
                          <a:cubicBezTo>
                            <a:pt x="6969" y="31465"/>
                            <a:pt x="4969" y="26988"/>
                            <a:pt x="3064" y="23083"/>
                          </a:cubicBezTo>
                          <a:cubicBezTo>
                            <a:pt x="1349" y="18987"/>
                            <a:pt x="588" y="14891"/>
                            <a:pt x="111" y="11653"/>
                          </a:cubicBezTo>
                          <a:cubicBezTo>
                            <a:pt x="-270" y="8319"/>
                            <a:pt x="397" y="5271"/>
                            <a:pt x="1064" y="3366"/>
                          </a:cubicBezTo>
                          <a:cubicBezTo>
                            <a:pt x="1921" y="1366"/>
                            <a:pt x="2969" y="223"/>
                            <a:pt x="4397" y="3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77" name="Forme libre : forme 15476">
                      <a:extLst>
                        <a:ext uri="{FF2B5EF4-FFF2-40B4-BE49-F238E27FC236}">
                          <a16:creationId xmlns:a16="http://schemas.microsoft.com/office/drawing/2014/main" id="{72D7B3D4-0F8C-45D2-B7B9-8BDAF87E08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2913" y="3780600"/>
                      <a:ext cx="51771" cy="77061"/>
                    </a:xfrm>
                    <a:custGeom>
                      <a:avLst/>
                      <a:gdLst>
                        <a:gd name="connsiteX0" fmla="*/ 47482 w 51771"/>
                        <a:gd name="connsiteY0" fmla="*/ 68261 h 77061"/>
                        <a:gd name="connsiteX1" fmla="*/ 51768 w 51771"/>
                        <a:gd name="connsiteY1" fmla="*/ 59879 h 77061"/>
                        <a:gd name="connsiteX2" fmla="*/ 34528 w 51771"/>
                        <a:gd name="connsiteY2" fmla="*/ 29685 h 77061"/>
                        <a:gd name="connsiteX3" fmla="*/ 23669 w 51771"/>
                        <a:gd name="connsiteY3" fmla="*/ 16731 h 77061"/>
                        <a:gd name="connsiteX4" fmla="*/ 13287 w 51771"/>
                        <a:gd name="connsiteY4" fmla="*/ 5682 h 77061"/>
                        <a:gd name="connsiteX5" fmla="*/ 5762 w 51771"/>
                        <a:gd name="connsiteY5" fmla="*/ 538 h 77061"/>
                        <a:gd name="connsiteX6" fmla="*/ 619 w 51771"/>
                        <a:gd name="connsiteY6" fmla="*/ 1777 h 77061"/>
                        <a:gd name="connsiteX7" fmla="*/ 1953 w 51771"/>
                        <a:gd name="connsiteY7" fmla="*/ 13492 h 77061"/>
                        <a:gd name="connsiteX8" fmla="*/ 11478 w 51771"/>
                        <a:gd name="connsiteY8" fmla="*/ 42925 h 77061"/>
                        <a:gd name="connsiteX9" fmla="*/ 29575 w 51771"/>
                        <a:gd name="connsiteY9" fmla="*/ 74547 h 77061"/>
                        <a:gd name="connsiteX10" fmla="*/ 47482 w 51771"/>
                        <a:gd name="connsiteY10" fmla="*/ 68261 h 77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1771" h="77061">
                          <a:moveTo>
                            <a:pt x="47482" y="68261"/>
                          </a:moveTo>
                          <a:cubicBezTo>
                            <a:pt x="49672" y="66070"/>
                            <a:pt x="51863" y="63880"/>
                            <a:pt x="51768" y="59879"/>
                          </a:cubicBezTo>
                          <a:cubicBezTo>
                            <a:pt x="51577" y="52259"/>
                            <a:pt x="43005" y="40258"/>
                            <a:pt x="34528" y="29685"/>
                          </a:cubicBezTo>
                          <a:cubicBezTo>
                            <a:pt x="31004" y="25303"/>
                            <a:pt x="27575" y="20731"/>
                            <a:pt x="23669" y="16731"/>
                          </a:cubicBezTo>
                          <a:cubicBezTo>
                            <a:pt x="20526" y="12540"/>
                            <a:pt x="16335" y="8825"/>
                            <a:pt x="13287" y="5682"/>
                          </a:cubicBezTo>
                          <a:cubicBezTo>
                            <a:pt x="11001" y="3396"/>
                            <a:pt x="7763" y="1396"/>
                            <a:pt x="5762" y="538"/>
                          </a:cubicBezTo>
                          <a:cubicBezTo>
                            <a:pt x="3667" y="-319"/>
                            <a:pt x="1667" y="-319"/>
                            <a:pt x="619" y="1777"/>
                          </a:cubicBezTo>
                          <a:cubicBezTo>
                            <a:pt x="-905" y="4348"/>
                            <a:pt x="714" y="9015"/>
                            <a:pt x="1953" y="13492"/>
                          </a:cubicBezTo>
                          <a:cubicBezTo>
                            <a:pt x="5191" y="23970"/>
                            <a:pt x="8906" y="33971"/>
                            <a:pt x="11478" y="42925"/>
                          </a:cubicBezTo>
                          <a:cubicBezTo>
                            <a:pt x="13573" y="50545"/>
                            <a:pt x="16812" y="66451"/>
                            <a:pt x="29575" y="74547"/>
                          </a:cubicBezTo>
                          <a:cubicBezTo>
                            <a:pt x="41005" y="81882"/>
                            <a:pt x="44434" y="71119"/>
                            <a:pt x="47482" y="682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78" name="Forme libre : forme 15477">
                      <a:extLst>
                        <a:ext uri="{FF2B5EF4-FFF2-40B4-BE49-F238E27FC236}">
                          <a16:creationId xmlns:a16="http://schemas.microsoft.com/office/drawing/2014/main" id="{16F9FBA1-8264-4EDF-BED4-DBFCAAEEBA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8800" y="3828987"/>
                      <a:ext cx="25291" cy="17352"/>
                    </a:xfrm>
                    <a:custGeom>
                      <a:avLst/>
                      <a:gdLst>
                        <a:gd name="connsiteX0" fmla="*/ 22354 w 25291"/>
                        <a:gd name="connsiteY0" fmla="*/ 17303 h 17352"/>
                        <a:gd name="connsiteX1" fmla="*/ 25021 w 25291"/>
                        <a:gd name="connsiteY1" fmla="*/ 16922 h 17352"/>
                        <a:gd name="connsiteX2" fmla="*/ 24259 w 25291"/>
                        <a:gd name="connsiteY2" fmla="*/ 13779 h 17352"/>
                        <a:gd name="connsiteX3" fmla="*/ 20450 w 25291"/>
                        <a:gd name="connsiteY3" fmla="*/ 10445 h 17352"/>
                        <a:gd name="connsiteX4" fmla="*/ 10258 w 25291"/>
                        <a:gd name="connsiteY4" fmla="*/ 3206 h 17352"/>
                        <a:gd name="connsiteX5" fmla="*/ 6162 w 25291"/>
                        <a:gd name="connsiteY5" fmla="*/ 920 h 17352"/>
                        <a:gd name="connsiteX6" fmla="*/ 4257 w 25291"/>
                        <a:gd name="connsiteY6" fmla="*/ 8064 h 17352"/>
                        <a:gd name="connsiteX7" fmla="*/ 22354 w 25291"/>
                        <a:gd name="connsiteY7" fmla="*/ 17303 h 17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291" h="17352">
                          <a:moveTo>
                            <a:pt x="22354" y="17303"/>
                          </a:moveTo>
                          <a:cubicBezTo>
                            <a:pt x="23498" y="17398"/>
                            <a:pt x="24545" y="17398"/>
                            <a:pt x="25021" y="16922"/>
                          </a:cubicBezTo>
                          <a:cubicBezTo>
                            <a:pt x="25498" y="16350"/>
                            <a:pt x="25402" y="15112"/>
                            <a:pt x="24259" y="13779"/>
                          </a:cubicBezTo>
                          <a:cubicBezTo>
                            <a:pt x="23307" y="12540"/>
                            <a:pt x="21783" y="11397"/>
                            <a:pt x="20450" y="10445"/>
                          </a:cubicBezTo>
                          <a:cubicBezTo>
                            <a:pt x="17020" y="7778"/>
                            <a:pt x="13591" y="5397"/>
                            <a:pt x="10258" y="3206"/>
                          </a:cubicBezTo>
                          <a:cubicBezTo>
                            <a:pt x="8829" y="2348"/>
                            <a:pt x="7400" y="1396"/>
                            <a:pt x="6162" y="920"/>
                          </a:cubicBezTo>
                          <a:cubicBezTo>
                            <a:pt x="923" y="-1557"/>
                            <a:pt x="-3649" y="1015"/>
                            <a:pt x="4257" y="8064"/>
                          </a:cubicBezTo>
                          <a:cubicBezTo>
                            <a:pt x="10353" y="13302"/>
                            <a:pt x="17687" y="16922"/>
                            <a:pt x="22354" y="1730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79" name="Forme libre : forme 15478">
                      <a:extLst>
                        <a:ext uri="{FF2B5EF4-FFF2-40B4-BE49-F238E27FC236}">
                          <a16:creationId xmlns:a16="http://schemas.microsoft.com/office/drawing/2014/main" id="{BBC1E337-188B-43B5-8588-1EC6019CF8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6197" y="3751707"/>
                      <a:ext cx="20478" cy="25812"/>
                    </a:xfrm>
                    <a:custGeom>
                      <a:avLst/>
                      <a:gdLst>
                        <a:gd name="connsiteX0" fmla="*/ 0 w 20478"/>
                        <a:gd name="connsiteY0" fmla="*/ 0 h 25812"/>
                        <a:gd name="connsiteX1" fmla="*/ 2096 w 20478"/>
                        <a:gd name="connsiteY1" fmla="*/ 1429 h 25812"/>
                        <a:gd name="connsiteX2" fmla="*/ 6001 w 20478"/>
                        <a:gd name="connsiteY2" fmla="*/ 6382 h 25812"/>
                        <a:gd name="connsiteX3" fmla="*/ 8763 w 20478"/>
                        <a:gd name="connsiteY3" fmla="*/ 10001 h 25812"/>
                        <a:gd name="connsiteX4" fmla="*/ 10001 w 20478"/>
                        <a:gd name="connsiteY4" fmla="*/ 11811 h 25812"/>
                        <a:gd name="connsiteX5" fmla="*/ 11716 w 20478"/>
                        <a:gd name="connsiteY5" fmla="*/ 13811 h 25812"/>
                        <a:gd name="connsiteX6" fmla="*/ 13145 w 20478"/>
                        <a:gd name="connsiteY6" fmla="*/ 15812 h 25812"/>
                        <a:gd name="connsiteX7" fmla="*/ 15335 w 20478"/>
                        <a:gd name="connsiteY7" fmla="*/ 18479 h 25812"/>
                        <a:gd name="connsiteX8" fmla="*/ 20479 w 20478"/>
                        <a:gd name="connsiteY8" fmla="*/ 25813 h 25812"/>
                        <a:gd name="connsiteX9" fmla="*/ 18288 w 20478"/>
                        <a:gd name="connsiteY9" fmla="*/ 23050 h 25812"/>
                        <a:gd name="connsiteX10" fmla="*/ 15621 w 20478"/>
                        <a:gd name="connsiteY10" fmla="*/ 20193 h 25812"/>
                        <a:gd name="connsiteX11" fmla="*/ 12859 w 20478"/>
                        <a:gd name="connsiteY11" fmla="*/ 17145 h 25812"/>
                        <a:gd name="connsiteX12" fmla="*/ 9906 w 20478"/>
                        <a:gd name="connsiteY12" fmla="*/ 13811 h 25812"/>
                        <a:gd name="connsiteX13" fmla="*/ 8097 w 20478"/>
                        <a:gd name="connsiteY13" fmla="*/ 11906 h 25812"/>
                        <a:gd name="connsiteX14" fmla="*/ 6763 w 20478"/>
                        <a:gd name="connsiteY14" fmla="*/ 9906 h 25812"/>
                        <a:gd name="connsiteX15" fmla="*/ 3334 w 20478"/>
                        <a:gd name="connsiteY15" fmla="*/ 5144 h 25812"/>
                        <a:gd name="connsiteX16" fmla="*/ 0 w 20478"/>
                        <a:gd name="connsiteY16" fmla="*/ 0 h 25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0478" h="25812">
                          <a:moveTo>
                            <a:pt x="0" y="0"/>
                          </a:moveTo>
                          <a:cubicBezTo>
                            <a:pt x="0" y="0"/>
                            <a:pt x="858" y="381"/>
                            <a:pt x="2096" y="1429"/>
                          </a:cubicBezTo>
                          <a:cubicBezTo>
                            <a:pt x="3239" y="2477"/>
                            <a:pt x="4763" y="4191"/>
                            <a:pt x="6001" y="6382"/>
                          </a:cubicBezTo>
                          <a:cubicBezTo>
                            <a:pt x="6953" y="7525"/>
                            <a:pt x="7906" y="8763"/>
                            <a:pt x="8763" y="10001"/>
                          </a:cubicBezTo>
                          <a:cubicBezTo>
                            <a:pt x="9240" y="10573"/>
                            <a:pt x="9620" y="11239"/>
                            <a:pt x="10001" y="11811"/>
                          </a:cubicBezTo>
                          <a:cubicBezTo>
                            <a:pt x="10478" y="12478"/>
                            <a:pt x="11239" y="13145"/>
                            <a:pt x="11716" y="13811"/>
                          </a:cubicBezTo>
                          <a:cubicBezTo>
                            <a:pt x="12288" y="14478"/>
                            <a:pt x="12764" y="15145"/>
                            <a:pt x="13145" y="15812"/>
                          </a:cubicBezTo>
                          <a:cubicBezTo>
                            <a:pt x="13811" y="16573"/>
                            <a:pt x="14669" y="17526"/>
                            <a:pt x="15335" y="18479"/>
                          </a:cubicBezTo>
                          <a:cubicBezTo>
                            <a:pt x="16193" y="20193"/>
                            <a:pt x="18765" y="22860"/>
                            <a:pt x="20479" y="25813"/>
                          </a:cubicBezTo>
                          <a:cubicBezTo>
                            <a:pt x="20479" y="25813"/>
                            <a:pt x="19717" y="24670"/>
                            <a:pt x="18288" y="23050"/>
                          </a:cubicBezTo>
                          <a:cubicBezTo>
                            <a:pt x="17622" y="22288"/>
                            <a:pt x="16383" y="21146"/>
                            <a:pt x="15621" y="20193"/>
                          </a:cubicBezTo>
                          <a:cubicBezTo>
                            <a:pt x="14954" y="19240"/>
                            <a:pt x="14002" y="18288"/>
                            <a:pt x="12859" y="17145"/>
                          </a:cubicBezTo>
                          <a:cubicBezTo>
                            <a:pt x="11430" y="15907"/>
                            <a:pt x="11144" y="15145"/>
                            <a:pt x="9906" y="13811"/>
                          </a:cubicBezTo>
                          <a:cubicBezTo>
                            <a:pt x="9334" y="13240"/>
                            <a:pt x="8763" y="12573"/>
                            <a:pt x="8097" y="11906"/>
                          </a:cubicBezTo>
                          <a:cubicBezTo>
                            <a:pt x="7715" y="11239"/>
                            <a:pt x="7239" y="10573"/>
                            <a:pt x="6763" y="9906"/>
                          </a:cubicBezTo>
                          <a:cubicBezTo>
                            <a:pt x="5715" y="8477"/>
                            <a:pt x="4572" y="6858"/>
                            <a:pt x="3334" y="5144"/>
                          </a:cubicBezTo>
                          <a:cubicBezTo>
                            <a:pt x="2477" y="3429"/>
                            <a:pt x="1334" y="161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80" name="Forme libre : forme 15479">
                      <a:extLst>
                        <a:ext uri="{FF2B5EF4-FFF2-40B4-BE49-F238E27FC236}">
                          <a16:creationId xmlns:a16="http://schemas.microsoft.com/office/drawing/2014/main" id="{0F20C1EB-98C6-459C-BF76-208B6C3B38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0485" y="3848861"/>
                      <a:ext cx="49244" cy="21065"/>
                    </a:xfrm>
                    <a:custGeom>
                      <a:avLst/>
                      <a:gdLst>
                        <a:gd name="connsiteX0" fmla="*/ 0 w 49244"/>
                        <a:gd name="connsiteY0" fmla="*/ 0 h 21065"/>
                        <a:gd name="connsiteX1" fmla="*/ 5429 w 49244"/>
                        <a:gd name="connsiteY1" fmla="*/ 4763 h 21065"/>
                        <a:gd name="connsiteX2" fmla="*/ 18765 w 49244"/>
                        <a:gd name="connsiteY2" fmla="*/ 13811 h 21065"/>
                        <a:gd name="connsiteX3" fmla="*/ 49244 w 49244"/>
                        <a:gd name="connsiteY3" fmla="*/ 18574 h 21065"/>
                        <a:gd name="connsiteX4" fmla="*/ 36766 w 49244"/>
                        <a:gd name="connsiteY4" fmla="*/ 18860 h 21065"/>
                        <a:gd name="connsiteX5" fmla="*/ 21241 w 49244"/>
                        <a:gd name="connsiteY5" fmla="*/ 13907 h 21065"/>
                        <a:gd name="connsiteX6" fmla="*/ 0 w 49244"/>
                        <a:gd name="connsiteY6" fmla="*/ 0 h 21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244" h="21065">
                          <a:moveTo>
                            <a:pt x="0" y="0"/>
                          </a:moveTo>
                          <a:cubicBezTo>
                            <a:pt x="0" y="0"/>
                            <a:pt x="2096" y="2000"/>
                            <a:pt x="5429" y="4763"/>
                          </a:cubicBezTo>
                          <a:cubicBezTo>
                            <a:pt x="8858" y="7429"/>
                            <a:pt x="13621" y="10763"/>
                            <a:pt x="18765" y="13811"/>
                          </a:cubicBezTo>
                          <a:cubicBezTo>
                            <a:pt x="29146" y="19908"/>
                            <a:pt x="41624" y="23908"/>
                            <a:pt x="49244" y="18574"/>
                          </a:cubicBezTo>
                          <a:cubicBezTo>
                            <a:pt x="49244" y="18574"/>
                            <a:pt x="45053" y="20193"/>
                            <a:pt x="36766" y="18860"/>
                          </a:cubicBezTo>
                          <a:cubicBezTo>
                            <a:pt x="32671" y="18098"/>
                            <a:pt x="27337" y="16859"/>
                            <a:pt x="21241" y="13907"/>
                          </a:cubicBezTo>
                          <a:cubicBezTo>
                            <a:pt x="15240" y="10954"/>
                            <a:pt x="7906" y="704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81" name="Forme libre : forme 15480">
                      <a:extLst>
                        <a:ext uri="{FF2B5EF4-FFF2-40B4-BE49-F238E27FC236}">
                          <a16:creationId xmlns:a16="http://schemas.microsoft.com/office/drawing/2014/main" id="{C8316D8C-1AD8-41AE-85A8-BA568E0F57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1087" y="3789477"/>
                      <a:ext cx="14136" cy="23380"/>
                    </a:xfrm>
                    <a:custGeom>
                      <a:avLst/>
                      <a:gdLst>
                        <a:gd name="connsiteX0" fmla="*/ 1491 w 14136"/>
                        <a:gd name="connsiteY0" fmla="*/ 43 h 23380"/>
                        <a:gd name="connsiteX1" fmla="*/ 10635 w 14136"/>
                        <a:gd name="connsiteY1" fmla="*/ 12426 h 23380"/>
                        <a:gd name="connsiteX2" fmla="*/ 13016 w 14136"/>
                        <a:gd name="connsiteY2" fmla="*/ 23379 h 23380"/>
                        <a:gd name="connsiteX3" fmla="*/ 2634 w 14136"/>
                        <a:gd name="connsiteY3" fmla="*/ 11378 h 23380"/>
                        <a:gd name="connsiteX4" fmla="*/ 1491 w 14136"/>
                        <a:gd name="connsiteY4" fmla="*/ 43 h 2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36" h="23380">
                          <a:moveTo>
                            <a:pt x="1491" y="43"/>
                          </a:moveTo>
                          <a:cubicBezTo>
                            <a:pt x="3491" y="710"/>
                            <a:pt x="7587" y="6044"/>
                            <a:pt x="10635" y="12426"/>
                          </a:cubicBezTo>
                          <a:cubicBezTo>
                            <a:pt x="14064" y="18522"/>
                            <a:pt x="15207" y="23475"/>
                            <a:pt x="13016" y="23379"/>
                          </a:cubicBezTo>
                          <a:cubicBezTo>
                            <a:pt x="10921" y="23189"/>
                            <a:pt x="5682" y="18236"/>
                            <a:pt x="2634" y="11378"/>
                          </a:cubicBezTo>
                          <a:cubicBezTo>
                            <a:pt x="-604" y="4615"/>
                            <a:pt x="-700" y="-528"/>
                            <a:pt x="1491" y="4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82" name="Forme libre : forme 15481">
                      <a:extLst>
                        <a:ext uri="{FF2B5EF4-FFF2-40B4-BE49-F238E27FC236}">
                          <a16:creationId xmlns:a16="http://schemas.microsoft.com/office/drawing/2014/main" id="{7C732AE6-AF5D-4D0D-BFEA-A5A1731247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9775" y="3786334"/>
                      <a:ext cx="4141" cy="6603"/>
                    </a:xfrm>
                    <a:custGeom>
                      <a:avLst/>
                      <a:gdLst>
                        <a:gd name="connsiteX0" fmla="*/ 517 w 4141"/>
                        <a:gd name="connsiteY0" fmla="*/ 44 h 6603"/>
                        <a:gd name="connsiteX1" fmla="*/ 3279 w 4141"/>
                        <a:gd name="connsiteY1" fmla="*/ 2711 h 6603"/>
                        <a:gd name="connsiteX2" fmla="*/ 3756 w 4141"/>
                        <a:gd name="connsiteY2" fmla="*/ 6521 h 6603"/>
                        <a:gd name="connsiteX3" fmla="*/ 707 w 4141"/>
                        <a:gd name="connsiteY3" fmla="*/ 3949 h 6603"/>
                        <a:gd name="connsiteX4" fmla="*/ 517 w 4141"/>
                        <a:gd name="connsiteY4" fmla="*/ 44 h 6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41" h="6603">
                          <a:moveTo>
                            <a:pt x="517" y="44"/>
                          </a:moveTo>
                          <a:cubicBezTo>
                            <a:pt x="1279" y="-242"/>
                            <a:pt x="2517" y="901"/>
                            <a:pt x="3279" y="2711"/>
                          </a:cubicBezTo>
                          <a:cubicBezTo>
                            <a:pt x="4041" y="4616"/>
                            <a:pt x="4517" y="6140"/>
                            <a:pt x="3756" y="6521"/>
                          </a:cubicBezTo>
                          <a:cubicBezTo>
                            <a:pt x="3089" y="6902"/>
                            <a:pt x="1469" y="5949"/>
                            <a:pt x="707" y="3949"/>
                          </a:cubicBezTo>
                          <a:cubicBezTo>
                            <a:pt x="-150" y="2139"/>
                            <a:pt x="-245" y="329"/>
                            <a:pt x="517" y="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83" name="Forme libre : forme 15482">
                      <a:extLst>
                        <a:ext uri="{FF2B5EF4-FFF2-40B4-BE49-F238E27FC236}">
                          <a16:creationId xmlns:a16="http://schemas.microsoft.com/office/drawing/2014/main" id="{C4C03DFA-F9D6-403A-BD16-C97BFDE648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8633" y="3754149"/>
                      <a:ext cx="25128" cy="68230"/>
                    </a:xfrm>
                    <a:custGeom>
                      <a:avLst/>
                      <a:gdLst>
                        <a:gd name="connsiteX0" fmla="*/ 5848 w 25128"/>
                        <a:gd name="connsiteY0" fmla="*/ 4225 h 68230"/>
                        <a:gd name="connsiteX1" fmla="*/ 19564 w 25128"/>
                        <a:gd name="connsiteY1" fmla="*/ 987 h 68230"/>
                        <a:gd name="connsiteX2" fmla="*/ 22231 w 25128"/>
                        <a:gd name="connsiteY2" fmla="*/ 6606 h 68230"/>
                        <a:gd name="connsiteX3" fmla="*/ 19564 w 25128"/>
                        <a:gd name="connsiteY3" fmla="*/ 13750 h 68230"/>
                        <a:gd name="connsiteX4" fmla="*/ 14325 w 25128"/>
                        <a:gd name="connsiteY4" fmla="*/ 21370 h 68230"/>
                        <a:gd name="connsiteX5" fmla="*/ 12420 w 25128"/>
                        <a:gd name="connsiteY5" fmla="*/ 33086 h 68230"/>
                        <a:gd name="connsiteX6" fmla="*/ 14801 w 25128"/>
                        <a:gd name="connsiteY6" fmla="*/ 42230 h 68230"/>
                        <a:gd name="connsiteX7" fmla="*/ 20135 w 25128"/>
                        <a:gd name="connsiteY7" fmla="*/ 54803 h 68230"/>
                        <a:gd name="connsiteX8" fmla="*/ 23469 w 25128"/>
                        <a:gd name="connsiteY8" fmla="*/ 68043 h 68230"/>
                        <a:gd name="connsiteX9" fmla="*/ 8801 w 25128"/>
                        <a:gd name="connsiteY9" fmla="*/ 51374 h 68230"/>
                        <a:gd name="connsiteX10" fmla="*/ 2704 w 25128"/>
                        <a:gd name="connsiteY10" fmla="*/ 37848 h 68230"/>
                        <a:gd name="connsiteX11" fmla="*/ 228 w 25128"/>
                        <a:gd name="connsiteY11" fmla="*/ 26419 h 68230"/>
                        <a:gd name="connsiteX12" fmla="*/ 37 w 25128"/>
                        <a:gd name="connsiteY12" fmla="*/ 19370 h 68230"/>
                        <a:gd name="connsiteX13" fmla="*/ 1466 w 25128"/>
                        <a:gd name="connsiteY13" fmla="*/ 12893 h 68230"/>
                        <a:gd name="connsiteX14" fmla="*/ 5848 w 25128"/>
                        <a:gd name="connsiteY14" fmla="*/ 4225 h 682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5128" h="68230">
                          <a:moveTo>
                            <a:pt x="5848" y="4225"/>
                          </a:moveTo>
                          <a:cubicBezTo>
                            <a:pt x="10991" y="-1014"/>
                            <a:pt x="15563" y="-442"/>
                            <a:pt x="19564" y="987"/>
                          </a:cubicBezTo>
                          <a:cubicBezTo>
                            <a:pt x="21088" y="1558"/>
                            <a:pt x="22802" y="3177"/>
                            <a:pt x="22231" y="6606"/>
                          </a:cubicBezTo>
                          <a:cubicBezTo>
                            <a:pt x="21850" y="9750"/>
                            <a:pt x="20992" y="12226"/>
                            <a:pt x="19564" y="13750"/>
                          </a:cubicBezTo>
                          <a:cubicBezTo>
                            <a:pt x="17373" y="16227"/>
                            <a:pt x="15754" y="18418"/>
                            <a:pt x="14325" y="21370"/>
                          </a:cubicBezTo>
                          <a:cubicBezTo>
                            <a:pt x="13086" y="24133"/>
                            <a:pt x="11563" y="28228"/>
                            <a:pt x="12420" y="33086"/>
                          </a:cubicBezTo>
                          <a:cubicBezTo>
                            <a:pt x="12610" y="34610"/>
                            <a:pt x="13468" y="38134"/>
                            <a:pt x="14801" y="42230"/>
                          </a:cubicBezTo>
                          <a:cubicBezTo>
                            <a:pt x="16420" y="46040"/>
                            <a:pt x="18230" y="50421"/>
                            <a:pt x="20135" y="54803"/>
                          </a:cubicBezTo>
                          <a:cubicBezTo>
                            <a:pt x="24040" y="62518"/>
                            <a:pt x="27184" y="69471"/>
                            <a:pt x="23469" y="68043"/>
                          </a:cubicBezTo>
                          <a:cubicBezTo>
                            <a:pt x="19754" y="66423"/>
                            <a:pt x="13563" y="60232"/>
                            <a:pt x="8801" y="51374"/>
                          </a:cubicBezTo>
                          <a:cubicBezTo>
                            <a:pt x="6229" y="47469"/>
                            <a:pt x="4228" y="42325"/>
                            <a:pt x="2704" y="37848"/>
                          </a:cubicBezTo>
                          <a:cubicBezTo>
                            <a:pt x="990" y="33658"/>
                            <a:pt x="419" y="29181"/>
                            <a:pt x="228" y="26419"/>
                          </a:cubicBezTo>
                          <a:cubicBezTo>
                            <a:pt x="37" y="23942"/>
                            <a:pt x="-58" y="21561"/>
                            <a:pt x="37" y="19370"/>
                          </a:cubicBezTo>
                          <a:cubicBezTo>
                            <a:pt x="323" y="17084"/>
                            <a:pt x="895" y="14798"/>
                            <a:pt x="1466" y="12893"/>
                          </a:cubicBezTo>
                          <a:cubicBezTo>
                            <a:pt x="2609" y="9178"/>
                            <a:pt x="3752" y="6226"/>
                            <a:pt x="5848" y="422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10" name="Graphique 1">
                    <a:extLst>
                      <a:ext uri="{FF2B5EF4-FFF2-40B4-BE49-F238E27FC236}">
                        <a16:creationId xmlns:a16="http://schemas.microsoft.com/office/drawing/2014/main" id="{79217072-58A2-4525-BDA4-154DD57A04F7}"/>
                      </a:ext>
                    </a:extLst>
                  </p:cNvPr>
                  <p:cNvGrpSpPr/>
                  <p:nvPr/>
                </p:nvGrpSpPr>
                <p:grpSpPr>
                  <a:xfrm>
                    <a:off x="4584190" y="3643320"/>
                    <a:ext cx="132336" cy="108305"/>
                    <a:chOff x="4584190" y="3643320"/>
                    <a:chExt cx="132336" cy="108305"/>
                  </a:xfrm>
                  <a:solidFill>
                    <a:schemeClr val="accent1"/>
                  </a:solidFill>
                </p:grpSpPr>
                <p:sp>
                  <p:nvSpPr>
                    <p:cNvPr id="15460" name="Forme libre : forme 15459">
                      <a:extLst>
                        <a:ext uri="{FF2B5EF4-FFF2-40B4-BE49-F238E27FC236}">
                          <a16:creationId xmlns:a16="http://schemas.microsoft.com/office/drawing/2014/main" id="{ED83923F-446A-45DD-B335-47F3A15059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4190" y="3643320"/>
                      <a:ext cx="132336" cy="108209"/>
                    </a:xfrm>
                    <a:custGeom>
                      <a:avLst/>
                      <a:gdLst>
                        <a:gd name="connsiteX0" fmla="*/ 114305 w 132336"/>
                        <a:gd name="connsiteY0" fmla="*/ 62571 h 108209"/>
                        <a:gd name="connsiteX1" fmla="*/ 85540 w 132336"/>
                        <a:gd name="connsiteY1" fmla="*/ 85240 h 108209"/>
                        <a:gd name="connsiteX2" fmla="*/ 77348 w 132336"/>
                        <a:gd name="connsiteY2" fmla="*/ 89336 h 108209"/>
                        <a:gd name="connsiteX3" fmla="*/ 70490 w 132336"/>
                        <a:gd name="connsiteY3" fmla="*/ 92479 h 108209"/>
                        <a:gd name="connsiteX4" fmla="*/ 59060 w 132336"/>
                        <a:gd name="connsiteY4" fmla="*/ 97623 h 108209"/>
                        <a:gd name="connsiteX5" fmla="*/ 44868 w 132336"/>
                        <a:gd name="connsiteY5" fmla="*/ 103814 h 108209"/>
                        <a:gd name="connsiteX6" fmla="*/ 38487 w 132336"/>
                        <a:gd name="connsiteY6" fmla="*/ 105814 h 108209"/>
                        <a:gd name="connsiteX7" fmla="*/ 33153 w 132336"/>
                        <a:gd name="connsiteY7" fmla="*/ 107243 h 108209"/>
                        <a:gd name="connsiteX8" fmla="*/ 23722 w 132336"/>
                        <a:gd name="connsiteY8" fmla="*/ 108195 h 108209"/>
                        <a:gd name="connsiteX9" fmla="*/ 15626 w 132336"/>
                        <a:gd name="connsiteY9" fmla="*/ 106005 h 108209"/>
                        <a:gd name="connsiteX10" fmla="*/ 3339 w 132336"/>
                        <a:gd name="connsiteY10" fmla="*/ 97813 h 108209"/>
                        <a:gd name="connsiteX11" fmla="*/ 5 w 132336"/>
                        <a:gd name="connsiteY11" fmla="*/ 89812 h 108209"/>
                        <a:gd name="connsiteX12" fmla="*/ 4482 w 132336"/>
                        <a:gd name="connsiteY12" fmla="*/ 75906 h 108209"/>
                        <a:gd name="connsiteX13" fmla="*/ 9816 w 132336"/>
                        <a:gd name="connsiteY13" fmla="*/ 68095 h 108209"/>
                        <a:gd name="connsiteX14" fmla="*/ 16865 w 132336"/>
                        <a:gd name="connsiteY14" fmla="*/ 61047 h 108209"/>
                        <a:gd name="connsiteX15" fmla="*/ 34676 w 132336"/>
                        <a:gd name="connsiteY15" fmla="*/ 48855 h 108209"/>
                        <a:gd name="connsiteX16" fmla="*/ 48678 w 132336"/>
                        <a:gd name="connsiteY16" fmla="*/ 42283 h 108209"/>
                        <a:gd name="connsiteX17" fmla="*/ 52203 w 132336"/>
                        <a:gd name="connsiteY17" fmla="*/ 40663 h 108209"/>
                        <a:gd name="connsiteX18" fmla="*/ 54488 w 132336"/>
                        <a:gd name="connsiteY18" fmla="*/ 39520 h 108209"/>
                        <a:gd name="connsiteX19" fmla="*/ 58775 w 132336"/>
                        <a:gd name="connsiteY19" fmla="*/ 37330 h 108209"/>
                        <a:gd name="connsiteX20" fmla="*/ 73634 w 132336"/>
                        <a:gd name="connsiteY20" fmla="*/ 25233 h 108209"/>
                        <a:gd name="connsiteX21" fmla="*/ 82777 w 132336"/>
                        <a:gd name="connsiteY21" fmla="*/ 15517 h 108209"/>
                        <a:gd name="connsiteX22" fmla="*/ 91826 w 132336"/>
                        <a:gd name="connsiteY22" fmla="*/ 7040 h 108209"/>
                        <a:gd name="connsiteX23" fmla="*/ 109257 w 132336"/>
                        <a:gd name="connsiteY23" fmla="*/ 373 h 108209"/>
                        <a:gd name="connsiteX24" fmla="*/ 124021 w 132336"/>
                        <a:gd name="connsiteY24" fmla="*/ 4564 h 108209"/>
                        <a:gd name="connsiteX25" fmla="*/ 130402 w 132336"/>
                        <a:gd name="connsiteY25" fmla="*/ 10755 h 108209"/>
                        <a:gd name="connsiteX26" fmla="*/ 132212 w 132336"/>
                        <a:gd name="connsiteY26" fmla="*/ 24185 h 108209"/>
                        <a:gd name="connsiteX27" fmla="*/ 127545 w 132336"/>
                        <a:gd name="connsiteY27" fmla="*/ 42664 h 108209"/>
                        <a:gd name="connsiteX28" fmla="*/ 114305 w 132336"/>
                        <a:gd name="connsiteY28" fmla="*/ 62571 h 108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132336" h="108209">
                          <a:moveTo>
                            <a:pt x="114305" y="62571"/>
                          </a:moveTo>
                          <a:cubicBezTo>
                            <a:pt x="106018" y="71429"/>
                            <a:pt x="96398" y="79335"/>
                            <a:pt x="85540" y="85240"/>
                          </a:cubicBezTo>
                          <a:cubicBezTo>
                            <a:pt x="82873" y="86860"/>
                            <a:pt x="80111" y="88002"/>
                            <a:pt x="77348" y="89336"/>
                          </a:cubicBezTo>
                          <a:lnTo>
                            <a:pt x="70490" y="92479"/>
                          </a:lnTo>
                          <a:cubicBezTo>
                            <a:pt x="66680" y="94194"/>
                            <a:pt x="62775" y="95813"/>
                            <a:pt x="59060" y="97623"/>
                          </a:cubicBezTo>
                          <a:cubicBezTo>
                            <a:pt x="54298" y="100290"/>
                            <a:pt x="48773" y="102100"/>
                            <a:pt x="44868" y="103814"/>
                          </a:cubicBezTo>
                          <a:cubicBezTo>
                            <a:pt x="42772" y="104671"/>
                            <a:pt x="40582" y="105243"/>
                            <a:pt x="38487" y="105814"/>
                          </a:cubicBezTo>
                          <a:cubicBezTo>
                            <a:pt x="36772" y="106481"/>
                            <a:pt x="34962" y="106957"/>
                            <a:pt x="33153" y="107243"/>
                          </a:cubicBezTo>
                          <a:cubicBezTo>
                            <a:pt x="29247" y="107910"/>
                            <a:pt x="26770" y="108291"/>
                            <a:pt x="23722" y="108195"/>
                          </a:cubicBezTo>
                          <a:cubicBezTo>
                            <a:pt x="20770" y="108100"/>
                            <a:pt x="17912" y="107529"/>
                            <a:pt x="15626" y="106005"/>
                          </a:cubicBezTo>
                          <a:lnTo>
                            <a:pt x="3339" y="97813"/>
                          </a:lnTo>
                          <a:cubicBezTo>
                            <a:pt x="1148" y="96289"/>
                            <a:pt x="-90" y="93718"/>
                            <a:pt x="5" y="89812"/>
                          </a:cubicBezTo>
                          <a:cubicBezTo>
                            <a:pt x="100" y="86098"/>
                            <a:pt x="1529" y="80573"/>
                            <a:pt x="4482" y="75906"/>
                          </a:cubicBezTo>
                          <a:cubicBezTo>
                            <a:pt x="5911" y="73429"/>
                            <a:pt x="7720" y="70762"/>
                            <a:pt x="9816" y="68095"/>
                          </a:cubicBezTo>
                          <a:cubicBezTo>
                            <a:pt x="11911" y="65809"/>
                            <a:pt x="14197" y="63428"/>
                            <a:pt x="16865" y="61047"/>
                          </a:cubicBezTo>
                          <a:cubicBezTo>
                            <a:pt x="22103" y="55999"/>
                            <a:pt x="28104" y="52665"/>
                            <a:pt x="34676" y="48855"/>
                          </a:cubicBezTo>
                          <a:cubicBezTo>
                            <a:pt x="39343" y="46474"/>
                            <a:pt x="44011" y="44473"/>
                            <a:pt x="48678" y="42283"/>
                          </a:cubicBezTo>
                          <a:lnTo>
                            <a:pt x="52203" y="40663"/>
                          </a:lnTo>
                          <a:lnTo>
                            <a:pt x="54488" y="39520"/>
                          </a:lnTo>
                          <a:cubicBezTo>
                            <a:pt x="55917" y="38758"/>
                            <a:pt x="57441" y="38187"/>
                            <a:pt x="58775" y="37330"/>
                          </a:cubicBezTo>
                          <a:cubicBezTo>
                            <a:pt x="64394" y="34282"/>
                            <a:pt x="69252" y="29995"/>
                            <a:pt x="73634" y="25233"/>
                          </a:cubicBezTo>
                          <a:cubicBezTo>
                            <a:pt x="76777" y="21899"/>
                            <a:pt x="79635" y="18565"/>
                            <a:pt x="82777" y="15517"/>
                          </a:cubicBezTo>
                          <a:cubicBezTo>
                            <a:pt x="85730" y="12469"/>
                            <a:pt x="88874" y="9612"/>
                            <a:pt x="91826" y="7040"/>
                          </a:cubicBezTo>
                          <a:cubicBezTo>
                            <a:pt x="97827" y="2182"/>
                            <a:pt x="103923" y="-1151"/>
                            <a:pt x="109257" y="373"/>
                          </a:cubicBezTo>
                          <a:lnTo>
                            <a:pt x="124021" y="4564"/>
                          </a:lnTo>
                          <a:cubicBezTo>
                            <a:pt x="126688" y="5326"/>
                            <a:pt x="128879" y="7421"/>
                            <a:pt x="130402" y="10755"/>
                          </a:cubicBezTo>
                          <a:cubicBezTo>
                            <a:pt x="131736" y="14089"/>
                            <a:pt x="132688" y="18756"/>
                            <a:pt x="132212" y="24185"/>
                          </a:cubicBezTo>
                          <a:cubicBezTo>
                            <a:pt x="131927" y="29710"/>
                            <a:pt x="130402" y="35996"/>
                            <a:pt x="127545" y="42664"/>
                          </a:cubicBezTo>
                          <a:cubicBezTo>
                            <a:pt x="124402" y="49426"/>
                            <a:pt x="120211" y="56380"/>
                            <a:pt x="114305" y="62571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61" name="Forme libre : forme 15460">
                      <a:extLst>
                        <a:ext uri="{FF2B5EF4-FFF2-40B4-BE49-F238E27FC236}">
                          <a16:creationId xmlns:a16="http://schemas.microsoft.com/office/drawing/2014/main" id="{52D58A8E-9009-4627-828B-0C5EF9F0C7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4483" y="3647979"/>
                      <a:ext cx="121854" cy="103646"/>
                    </a:xfrm>
                    <a:custGeom>
                      <a:avLst/>
                      <a:gdLst>
                        <a:gd name="connsiteX0" fmla="*/ 49435 w 121854"/>
                        <a:gd name="connsiteY0" fmla="*/ 72962 h 103646"/>
                        <a:gd name="connsiteX1" fmla="*/ 35528 w 121854"/>
                        <a:gd name="connsiteY1" fmla="*/ 80677 h 103646"/>
                        <a:gd name="connsiteX2" fmla="*/ 22289 w 121854"/>
                        <a:gd name="connsiteY2" fmla="*/ 87344 h 103646"/>
                        <a:gd name="connsiteX3" fmla="*/ 10383 w 121854"/>
                        <a:gd name="connsiteY3" fmla="*/ 93059 h 103646"/>
                        <a:gd name="connsiteX4" fmla="*/ 0 w 121854"/>
                        <a:gd name="connsiteY4" fmla="*/ 97917 h 103646"/>
                        <a:gd name="connsiteX5" fmla="*/ 5334 w 121854"/>
                        <a:gd name="connsiteY5" fmla="*/ 101441 h 103646"/>
                        <a:gd name="connsiteX6" fmla="*/ 13430 w 121854"/>
                        <a:gd name="connsiteY6" fmla="*/ 103632 h 103646"/>
                        <a:gd name="connsiteX7" fmla="*/ 22860 w 121854"/>
                        <a:gd name="connsiteY7" fmla="*/ 102679 h 103646"/>
                        <a:gd name="connsiteX8" fmla="*/ 28194 w 121854"/>
                        <a:gd name="connsiteY8" fmla="*/ 101251 h 103646"/>
                        <a:gd name="connsiteX9" fmla="*/ 34576 w 121854"/>
                        <a:gd name="connsiteY9" fmla="*/ 99251 h 103646"/>
                        <a:gd name="connsiteX10" fmla="*/ 48768 w 121854"/>
                        <a:gd name="connsiteY10" fmla="*/ 93059 h 103646"/>
                        <a:gd name="connsiteX11" fmla="*/ 60198 w 121854"/>
                        <a:gd name="connsiteY11" fmla="*/ 87916 h 103646"/>
                        <a:gd name="connsiteX12" fmla="*/ 67056 w 121854"/>
                        <a:gd name="connsiteY12" fmla="*/ 84773 h 103646"/>
                        <a:gd name="connsiteX13" fmla="*/ 75248 w 121854"/>
                        <a:gd name="connsiteY13" fmla="*/ 80677 h 103646"/>
                        <a:gd name="connsiteX14" fmla="*/ 104013 w 121854"/>
                        <a:gd name="connsiteY14" fmla="*/ 58007 h 103646"/>
                        <a:gd name="connsiteX15" fmla="*/ 117062 w 121854"/>
                        <a:gd name="connsiteY15" fmla="*/ 38195 h 103646"/>
                        <a:gd name="connsiteX16" fmla="*/ 121730 w 121854"/>
                        <a:gd name="connsiteY16" fmla="*/ 19717 h 103646"/>
                        <a:gd name="connsiteX17" fmla="*/ 119920 w 121854"/>
                        <a:gd name="connsiteY17" fmla="*/ 6287 h 103646"/>
                        <a:gd name="connsiteX18" fmla="*/ 113538 w 121854"/>
                        <a:gd name="connsiteY18" fmla="*/ 95 h 103646"/>
                        <a:gd name="connsiteX19" fmla="*/ 113062 w 121854"/>
                        <a:gd name="connsiteY19" fmla="*/ 0 h 103646"/>
                        <a:gd name="connsiteX20" fmla="*/ 89345 w 121854"/>
                        <a:gd name="connsiteY20" fmla="*/ 43910 h 103646"/>
                        <a:gd name="connsiteX21" fmla="*/ 70390 w 121854"/>
                        <a:gd name="connsiteY21" fmla="*/ 60484 h 103646"/>
                        <a:gd name="connsiteX22" fmla="*/ 49435 w 121854"/>
                        <a:gd name="connsiteY22" fmla="*/ 72962 h 103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21854" h="103646">
                          <a:moveTo>
                            <a:pt x="49435" y="72962"/>
                          </a:moveTo>
                          <a:cubicBezTo>
                            <a:pt x="44386" y="75724"/>
                            <a:pt x="39910" y="78200"/>
                            <a:pt x="35528" y="80677"/>
                          </a:cubicBezTo>
                          <a:cubicBezTo>
                            <a:pt x="31242" y="82772"/>
                            <a:pt x="27051" y="84963"/>
                            <a:pt x="22289" y="87344"/>
                          </a:cubicBezTo>
                          <a:cubicBezTo>
                            <a:pt x="17716" y="89154"/>
                            <a:pt x="14478" y="91535"/>
                            <a:pt x="10383" y="93059"/>
                          </a:cubicBezTo>
                          <a:cubicBezTo>
                            <a:pt x="6763" y="94869"/>
                            <a:pt x="3524" y="96679"/>
                            <a:pt x="0" y="97917"/>
                          </a:cubicBezTo>
                          <a:lnTo>
                            <a:pt x="5334" y="101441"/>
                          </a:lnTo>
                          <a:cubicBezTo>
                            <a:pt x="7525" y="102965"/>
                            <a:pt x="10477" y="103537"/>
                            <a:pt x="13430" y="103632"/>
                          </a:cubicBezTo>
                          <a:cubicBezTo>
                            <a:pt x="16478" y="103727"/>
                            <a:pt x="19050" y="103346"/>
                            <a:pt x="22860" y="102679"/>
                          </a:cubicBezTo>
                          <a:cubicBezTo>
                            <a:pt x="24670" y="102299"/>
                            <a:pt x="26384" y="101822"/>
                            <a:pt x="28194" y="101251"/>
                          </a:cubicBezTo>
                          <a:cubicBezTo>
                            <a:pt x="30289" y="100679"/>
                            <a:pt x="32480" y="100013"/>
                            <a:pt x="34576" y="99251"/>
                          </a:cubicBezTo>
                          <a:cubicBezTo>
                            <a:pt x="38481" y="97536"/>
                            <a:pt x="44005" y="95726"/>
                            <a:pt x="48768" y="93059"/>
                          </a:cubicBezTo>
                          <a:cubicBezTo>
                            <a:pt x="52483" y="91250"/>
                            <a:pt x="56388" y="89630"/>
                            <a:pt x="60198" y="87916"/>
                          </a:cubicBezTo>
                          <a:lnTo>
                            <a:pt x="67056" y="84773"/>
                          </a:lnTo>
                          <a:cubicBezTo>
                            <a:pt x="69818" y="83439"/>
                            <a:pt x="72676" y="82296"/>
                            <a:pt x="75248" y="80677"/>
                          </a:cubicBezTo>
                          <a:cubicBezTo>
                            <a:pt x="86106" y="74867"/>
                            <a:pt x="95726" y="66961"/>
                            <a:pt x="104013" y="58007"/>
                          </a:cubicBezTo>
                          <a:cubicBezTo>
                            <a:pt x="109918" y="51816"/>
                            <a:pt x="114109" y="44863"/>
                            <a:pt x="117062" y="38195"/>
                          </a:cubicBezTo>
                          <a:cubicBezTo>
                            <a:pt x="119920" y="31528"/>
                            <a:pt x="121444" y="25241"/>
                            <a:pt x="121730" y="19717"/>
                          </a:cubicBezTo>
                          <a:cubicBezTo>
                            <a:pt x="122206" y="14288"/>
                            <a:pt x="121253" y="9620"/>
                            <a:pt x="119920" y="6287"/>
                          </a:cubicBezTo>
                          <a:cubicBezTo>
                            <a:pt x="118491" y="2953"/>
                            <a:pt x="116205" y="762"/>
                            <a:pt x="113538" y="95"/>
                          </a:cubicBezTo>
                          <a:lnTo>
                            <a:pt x="113062" y="0"/>
                          </a:lnTo>
                          <a:cubicBezTo>
                            <a:pt x="108871" y="16383"/>
                            <a:pt x="100679" y="31623"/>
                            <a:pt x="89345" y="43910"/>
                          </a:cubicBezTo>
                          <a:cubicBezTo>
                            <a:pt x="83820" y="50197"/>
                            <a:pt x="77248" y="55626"/>
                            <a:pt x="70390" y="60484"/>
                          </a:cubicBezTo>
                          <a:cubicBezTo>
                            <a:pt x="63818" y="65246"/>
                            <a:pt x="55531" y="69056"/>
                            <a:pt x="49435" y="72962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62" name="Forme libre : forme 15461">
                      <a:extLst>
                        <a:ext uri="{FF2B5EF4-FFF2-40B4-BE49-F238E27FC236}">
                          <a16:creationId xmlns:a16="http://schemas.microsoft.com/office/drawing/2014/main" id="{15FDA825-925D-4AF0-9EE2-E211C1D059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4451" y="3674360"/>
                      <a:ext cx="56592" cy="44575"/>
                    </a:xfrm>
                    <a:custGeom>
                      <a:avLst/>
                      <a:gdLst>
                        <a:gd name="connsiteX0" fmla="*/ 54711 w 56592"/>
                        <a:gd name="connsiteY0" fmla="*/ 575 h 44575"/>
                        <a:gd name="connsiteX1" fmla="*/ 54615 w 56592"/>
                        <a:gd name="connsiteY1" fmla="*/ 13529 h 44575"/>
                        <a:gd name="connsiteX2" fmla="*/ 48234 w 56592"/>
                        <a:gd name="connsiteY2" fmla="*/ 24006 h 44575"/>
                        <a:gd name="connsiteX3" fmla="*/ 37184 w 56592"/>
                        <a:gd name="connsiteY3" fmla="*/ 34293 h 44575"/>
                        <a:gd name="connsiteX4" fmla="*/ 23850 w 56592"/>
                        <a:gd name="connsiteY4" fmla="*/ 41437 h 44575"/>
                        <a:gd name="connsiteX5" fmla="*/ 12420 w 56592"/>
                        <a:gd name="connsiteY5" fmla="*/ 44295 h 44575"/>
                        <a:gd name="connsiteX6" fmla="*/ 323 w 56592"/>
                        <a:gd name="connsiteY6" fmla="*/ 41723 h 44575"/>
                        <a:gd name="connsiteX7" fmla="*/ 6514 w 56592"/>
                        <a:gd name="connsiteY7" fmla="*/ 30864 h 44575"/>
                        <a:gd name="connsiteX8" fmla="*/ 15087 w 56592"/>
                        <a:gd name="connsiteY8" fmla="*/ 24387 h 44575"/>
                        <a:gd name="connsiteX9" fmla="*/ 24897 w 56592"/>
                        <a:gd name="connsiteY9" fmla="*/ 17339 h 44575"/>
                        <a:gd name="connsiteX10" fmla="*/ 34613 w 56592"/>
                        <a:gd name="connsiteY10" fmla="*/ 10195 h 44575"/>
                        <a:gd name="connsiteX11" fmla="*/ 42900 w 56592"/>
                        <a:gd name="connsiteY11" fmla="*/ 4099 h 44575"/>
                        <a:gd name="connsiteX12" fmla="*/ 54711 w 56592"/>
                        <a:gd name="connsiteY12" fmla="*/ 575 h 44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6592" h="44575">
                          <a:moveTo>
                            <a:pt x="54711" y="575"/>
                          </a:moveTo>
                          <a:cubicBezTo>
                            <a:pt x="57092" y="2099"/>
                            <a:pt x="57378" y="6956"/>
                            <a:pt x="54615" y="13529"/>
                          </a:cubicBezTo>
                          <a:cubicBezTo>
                            <a:pt x="53377" y="16863"/>
                            <a:pt x="50996" y="20292"/>
                            <a:pt x="48234" y="24006"/>
                          </a:cubicBezTo>
                          <a:cubicBezTo>
                            <a:pt x="45186" y="27531"/>
                            <a:pt x="41661" y="31245"/>
                            <a:pt x="37184" y="34293"/>
                          </a:cubicBezTo>
                          <a:cubicBezTo>
                            <a:pt x="32899" y="37532"/>
                            <a:pt x="28231" y="39818"/>
                            <a:pt x="23850" y="41437"/>
                          </a:cubicBezTo>
                          <a:cubicBezTo>
                            <a:pt x="19373" y="42961"/>
                            <a:pt x="15372" y="44009"/>
                            <a:pt x="12420" y="44295"/>
                          </a:cubicBezTo>
                          <a:cubicBezTo>
                            <a:pt x="6133" y="45056"/>
                            <a:pt x="1561" y="44295"/>
                            <a:pt x="323" y="41723"/>
                          </a:cubicBezTo>
                          <a:cubicBezTo>
                            <a:pt x="-916" y="39151"/>
                            <a:pt x="1466" y="35246"/>
                            <a:pt x="6514" y="30864"/>
                          </a:cubicBezTo>
                          <a:cubicBezTo>
                            <a:pt x="9181" y="28673"/>
                            <a:pt x="12039" y="26483"/>
                            <a:pt x="15087" y="24387"/>
                          </a:cubicBezTo>
                          <a:cubicBezTo>
                            <a:pt x="18134" y="22197"/>
                            <a:pt x="21564" y="19911"/>
                            <a:pt x="24897" y="17339"/>
                          </a:cubicBezTo>
                          <a:cubicBezTo>
                            <a:pt x="28422" y="14957"/>
                            <a:pt x="31470" y="12290"/>
                            <a:pt x="34613" y="10195"/>
                          </a:cubicBezTo>
                          <a:cubicBezTo>
                            <a:pt x="37470" y="7814"/>
                            <a:pt x="40518" y="6004"/>
                            <a:pt x="42900" y="4099"/>
                          </a:cubicBezTo>
                          <a:cubicBezTo>
                            <a:pt x="48138" y="956"/>
                            <a:pt x="52234" y="-1045"/>
                            <a:pt x="54711" y="57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63" name="Forme libre : forme 15462">
                      <a:extLst>
                        <a:ext uri="{FF2B5EF4-FFF2-40B4-BE49-F238E27FC236}">
                          <a16:creationId xmlns:a16="http://schemas.microsoft.com/office/drawing/2014/main" id="{84ABEE20-F2F2-4BA5-AA1C-48AEC89E3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4439" y="3696461"/>
                      <a:ext cx="49674" cy="22474"/>
                    </a:xfrm>
                    <a:custGeom>
                      <a:avLst/>
                      <a:gdLst>
                        <a:gd name="connsiteX0" fmla="*/ 10717 w 49674"/>
                        <a:gd name="connsiteY0" fmla="*/ 5525 h 22474"/>
                        <a:gd name="connsiteX1" fmla="*/ 335 w 49674"/>
                        <a:gd name="connsiteY1" fmla="*/ 19622 h 22474"/>
                        <a:gd name="connsiteX2" fmla="*/ 12432 w 49674"/>
                        <a:gd name="connsiteY2" fmla="*/ 22193 h 22474"/>
                        <a:gd name="connsiteX3" fmla="*/ 23862 w 49674"/>
                        <a:gd name="connsiteY3" fmla="*/ 19336 h 22474"/>
                        <a:gd name="connsiteX4" fmla="*/ 37196 w 49674"/>
                        <a:gd name="connsiteY4" fmla="*/ 12192 h 22474"/>
                        <a:gd name="connsiteX5" fmla="*/ 49674 w 49674"/>
                        <a:gd name="connsiteY5" fmla="*/ 0 h 22474"/>
                        <a:gd name="connsiteX6" fmla="*/ 42245 w 49674"/>
                        <a:gd name="connsiteY6" fmla="*/ 6001 h 22474"/>
                        <a:gd name="connsiteX7" fmla="*/ 21195 w 49674"/>
                        <a:gd name="connsiteY7" fmla="*/ 11621 h 22474"/>
                        <a:gd name="connsiteX8" fmla="*/ 10717 w 49674"/>
                        <a:gd name="connsiteY8" fmla="*/ 5525 h 22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674" h="22474">
                          <a:moveTo>
                            <a:pt x="10717" y="5525"/>
                          </a:moveTo>
                          <a:cubicBezTo>
                            <a:pt x="3097" y="11049"/>
                            <a:pt x="-1284" y="16478"/>
                            <a:pt x="335" y="19622"/>
                          </a:cubicBezTo>
                          <a:cubicBezTo>
                            <a:pt x="1573" y="22193"/>
                            <a:pt x="6145" y="22955"/>
                            <a:pt x="12432" y="22193"/>
                          </a:cubicBezTo>
                          <a:cubicBezTo>
                            <a:pt x="15384" y="21908"/>
                            <a:pt x="19385" y="20860"/>
                            <a:pt x="23862" y="19336"/>
                          </a:cubicBezTo>
                          <a:cubicBezTo>
                            <a:pt x="28148" y="17717"/>
                            <a:pt x="32815" y="15431"/>
                            <a:pt x="37196" y="12192"/>
                          </a:cubicBezTo>
                          <a:cubicBezTo>
                            <a:pt x="42340" y="8573"/>
                            <a:pt x="46531" y="4191"/>
                            <a:pt x="49674" y="0"/>
                          </a:cubicBezTo>
                          <a:cubicBezTo>
                            <a:pt x="47484" y="2381"/>
                            <a:pt x="44817" y="4191"/>
                            <a:pt x="42245" y="6001"/>
                          </a:cubicBezTo>
                          <a:cubicBezTo>
                            <a:pt x="34720" y="10287"/>
                            <a:pt x="26910" y="12002"/>
                            <a:pt x="21195" y="11621"/>
                          </a:cubicBezTo>
                          <a:cubicBezTo>
                            <a:pt x="15289" y="11144"/>
                            <a:pt x="11574" y="8954"/>
                            <a:pt x="10717" y="5525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64" name="Forme libre : forme 15463">
                      <a:extLst>
                        <a:ext uri="{FF2B5EF4-FFF2-40B4-BE49-F238E27FC236}">
                          <a16:creationId xmlns:a16="http://schemas.microsoft.com/office/drawing/2014/main" id="{174526F0-2526-4257-A1BF-780CE13C00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8554" y="3672640"/>
                      <a:ext cx="56417" cy="47044"/>
                    </a:xfrm>
                    <a:custGeom>
                      <a:avLst/>
                      <a:gdLst>
                        <a:gd name="connsiteX0" fmla="*/ 54513 w 56417"/>
                        <a:gd name="connsiteY0" fmla="*/ 485 h 47044"/>
                        <a:gd name="connsiteX1" fmla="*/ 56418 w 56417"/>
                        <a:gd name="connsiteY1" fmla="*/ 4962 h 47044"/>
                        <a:gd name="connsiteX2" fmla="*/ 54608 w 56417"/>
                        <a:gd name="connsiteY2" fmla="*/ 13534 h 47044"/>
                        <a:gd name="connsiteX3" fmla="*/ 48417 w 56417"/>
                        <a:gd name="connsiteY3" fmla="*/ 24393 h 47044"/>
                        <a:gd name="connsiteX4" fmla="*/ 37558 w 56417"/>
                        <a:gd name="connsiteY4" fmla="*/ 35442 h 47044"/>
                        <a:gd name="connsiteX5" fmla="*/ 24223 w 56417"/>
                        <a:gd name="connsiteY5" fmla="*/ 43348 h 47044"/>
                        <a:gd name="connsiteX6" fmla="*/ 12222 w 56417"/>
                        <a:gd name="connsiteY6" fmla="*/ 46777 h 47044"/>
                        <a:gd name="connsiteX7" fmla="*/ 315 w 56417"/>
                        <a:gd name="connsiteY7" fmla="*/ 44110 h 47044"/>
                        <a:gd name="connsiteX8" fmla="*/ 6507 w 56417"/>
                        <a:gd name="connsiteY8" fmla="*/ 33251 h 47044"/>
                        <a:gd name="connsiteX9" fmla="*/ 14794 w 56417"/>
                        <a:gd name="connsiteY9" fmla="*/ 26679 h 47044"/>
                        <a:gd name="connsiteX10" fmla="*/ 24605 w 56417"/>
                        <a:gd name="connsiteY10" fmla="*/ 19059 h 47044"/>
                        <a:gd name="connsiteX11" fmla="*/ 34225 w 56417"/>
                        <a:gd name="connsiteY11" fmla="*/ 11248 h 47044"/>
                        <a:gd name="connsiteX12" fmla="*/ 42512 w 56417"/>
                        <a:gd name="connsiteY12" fmla="*/ 4771 h 47044"/>
                        <a:gd name="connsiteX13" fmla="*/ 49274 w 56417"/>
                        <a:gd name="connsiteY13" fmla="*/ 676 h 47044"/>
                        <a:gd name="connsiteX14" fmla="*/ 54513 w 56417"/>
                        <a:gd name="connsiteY14" fmla="*/ 485 h 47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6417" h="47044">
                          <a:moveTo>
                            <a:pt x="54513" y="485"/>
                          </a:moveTo>
                          <a:cubicBezTo>
                            <a:pt x="55751" y="1247"/>
                            <a:pt x="56418" y="2771"/>
                            <a:pt x="56418" y="4962"/>
                          </a:cubicBezTo>
                          <a:cubicBezTo>
                            <a:pt x="56418" y="7152"/>
                            <a:pt x="56037" y="10201"/>
                            <a:pt x="54608" y="13534"/>
                          </a:cubicBezTo>
                          <a:cubicBezTo>
                            <a:pt x="53275" y="16868"/>
                            <a:pt x="51274" y="20678"/>
                            <a:pt x="48417" y="24393"/>
                          </a:cubicBezTo>
                          <a:cubicBezTo>
                            <a:pt x="45654" y="28298"/>
                            <a:pt x="41845" y="31918"/>
                            <a:pt x="37558" y="35442"/>
                          </a:cubicBezTo>
                          <a:cubicBezTo>
                            <a:pt x="33272" y="38871"/>
                            <a:pt x="28605" y="41443"/>
                            <a:pt x="24223" y="43348"/>
                          </a:cubicBezTo>
                          <a:cubicBezTo>
                            <a:pt x="19937" y="45157"/>
                            <a:pt x="15460" y="46205"/>
                            <a:pt x="12222" y="46777"/>
                          </a:cubicBezTo>
                          <a:cubicBezTo>
                            <a:pt x="6031" y="47539"/>
                            <a:pt x="1554" y="46681"/>
                            <a:pt x="315" y="44110"/>
                          </a:cubicBezTo>
                          <a:cubicBezTo>
                            <a:pt x="-922" y="41538"/>
                            <a:pt x="1554" y="37633"/>
                            <a:pt x="6507" y="33251"/>
                          </a:cubicBezTo>
                          <a:cubicBezTo>
                            <a:pt x="8888" y="31060"/>
                            <a:pt x="11745" y="29060"/>
                            <a:pt x="14794" y="26679"/>
                          </a:cubicBezTo>
                          <a:cubicBezTo>
                            <a:pt x="17842" y="24298"/>
                            <a:pt x="21175" y="21821"/>
                            <a:pt x="24605" y="19059"/>
                          </a:cubicBezTo>
                          <a:cubicBezTo>
                            <a:pt x="27938" y="16297"/>
                            <a:pt x="31367" y="13820"/>
                            <a:pt x="34225" y="11248"/>
                          </a:cubicBezTo>
                          <a:cubicBezTo>
                            <a:pt x="37272" y="8867"/>
                            <a:pt x="40035" y="6581"/>
                            <a:pt x="42512" y="4771"/>
                          </a:cubicBezTo>
                          <a:cubicBezTo>
                            <a:pt x="45178" y="3057"/>
                            <a:pt x="47274" y="1438"/>
                            <a:pt x="49274" y="676"/>
                          </a:cubicBezTo>
                          <a:cubicBezTo>
                            <a:pt x="51560" y="-86"/>
                            <a:pt x="53275" y="-277"/>
                            <a:pt x="54513" y="48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65" name="Forme libre : forme 15464">
                      <a:extLst>
                        <a:ext uri="{FF2B5EF4-FFF2-40B4-BE49-F238E27FC236}">
                          <a16:creationId xmlns:a16="http://schemas.microsoft.com/office/drawing/2014/main" id="{2312862E-9672-4681-888D-54D7F86998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3908" y="3692814"/>
                      <a:ext cx="88565" cy="45960"/>
                    </a:xfrm>
                    <a:custGeom>
                      <a:avLst/>
                      <a:gdLst>
                        <a:gd name="connsiteX0" fmla="*/ 6767 w 88565"/>
                        <a:gd name="connsiteY0" fmla="*/ 38985 h 45960"/>
                        <a:gd name="connsiteX1" fmla="*/ 14196 w 88565"/>
                        <a:gd name="connsiteY1" fmla="*/ 45462 h 45960"/>
                        <a:gd name="connsiteX2" fmla="*/ 46677 w 88565"/>
                        <a:gd name="connsiteY2" fmla="*/ 39557 h 45960"/>
                        <a:gd name="connsiteX3" fmla="*/ 65917 w 88565"/>
                        <a:gd name="connsiteY3" fmla="*/ 30889 h 45960"/>
                        <a:gd name="connsiteX4" fmla="*/ 75157 w 88565"/>
                        <a:gd name="connsiteY4" fmla="*/ 24126 h 45960"/>
                        <a:gd name="connsiteX5" fmla="*/ 82586 w 88565"/>
                        <a:gd name="connsiteY5" fmla="*/ 16316 h 45960"/>
                        <a:gd name="connsiteX6" fmla="*/ 88397 w 88565"/>
                        <a:gd name="connsiteY6" fmla="*/ 4791 h 45960"/>
                        <a:gd name="connsiteX7" fmla="*/ 85539 w 88565"/>
                        <a:gd name="connsiteY7" fmla="*/ 28 h 45960"/>
                        <a:gd name="connsiteX8" fmla="*/ 72680 w 88565"/>
                        <a:gd name="connsiteY8" fmla="*/ 6124 h 45960"/>
                        <a:gd name="connsiteX9" fmla="*/ 41629 w 88565"/>
                        <a:gd name="connsiteY9" fmla="*/ 12506 h 45960"/>
                        <a:gd name="connsiteX10" fmla="*/ 25055 w 88565"/>
                        <a:gd name="connsiteY10" fmla="*/ 11744 h 45960"/>
                        <a:gd name="connsiteX11" fmla="*/ 4862 w 88565"/>
                        <a:gd name="connsiteY11" fmla="*/ 19650 h 45960"/>
                        <a:gd name="connsiteX12" fmla="*/ 6767 w 88565"/>
                        <a:gd name="connsiteY12" fmla="*/ 38985 h 45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8565" h="45960">
                          <a:moveTo>
                            <a:pt x="6767" y="38985"/>
                          </a:moveTo>
                          <a:cubicBezTo>
                            <a:pt x="8482" y="41652"/>
                            <a:pt x="10387" y="44414"/>
                            <a:pt x="14196" y="45462"/>
                          </a:cubicBezTo>
                          <a:cubicBezTo>
                            <a:pt x="21436" y="47367"/>
                            <a:pt x="33533" y="43462"/>
                            <a:pt x="46677" y="39557"/>
                          </a:cubicBezTo>
                          <a:cubicBezTo>
                            <a:pt x="51058" y="38128"/>
                            <a:pt x="59440" y="35080"/>
                            <a:pt x="65917" y="30889"/>
                          </a:cubicBezTo>
                          <a:cubicBezTo>
                            <a:pt x="69251" y="28889"/>
                            <a:pt x="72395" y="26698"/>
                            <a:pt x="75157" y="24126"/>
                          </a:cubicBezTo>
                          <a:cubicBezTo>
                            <a:pt x="78014" y="21745"/>
                            <a:pt x="80491" y="19078"/>
                            <a:pt x="82586" y="16316"/>
                          </a:cubicBezTo>
                          <a:cubicBezTo>
                            <a:pt x="85825" y="12411"/>
                            <a:pt x="87825" y="7934"/>
                            <a:pt x="88397" y="4791"/>
                          </a:cubicBezTo>
                          <a:cubicBezTo>
                            <a:pt x="88968" y="1647"/>
                            <a:pt x="88111" y="-258"/>
                            <a:pt x="85539" y="28"/>
                          </a:cubicBezTo>
                          <a:cubicBezTo>
                            <a:pt x="82205" y="314"/>
                            <a:pt x="77538" y="3838"/>
                            <a:pt x="72680" y="6124"/>
                          </a:cubicBezTo>
                          <a:cubicBezTo>
                            <a:pt x="61536" y="11839"/>
                            <a:pt x="50487" y="13458"/>
                            <a:pt x="41629" y="12506"/>
                          </a:cubicBezTo>
                          <a:cubicBezTo>
                            <a:pt x="37628" y="12220"/>
                            <a:pt x="31723" y="11363"/>
                            <a:pt x="25055" y="11744"/>
                          </a:cubicBezTo>
                          <a:cubicBezTo>
                            <a:pt x="18483" y="12315"/>
                            <a:pt x="11054" y="14220"/>
                            <a:pt x="4862" y="19650"/>
                          </a:cubicBezTo>
                          <a:cubicBezTo>
                            <a:pt x="-6092" y="29555"/>
                            <a:pt x="4577" y="35080"/>
                            <a:pt x="6767" y="3898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66" name="Forme libre : forme 15465">
                      <a:extLst>
                        <a:ext uri="{FF2B5EF4-FFF2-40B4-BE49-F238E27FC236}">
                          <a16:creationId xmlns:a16="http://schemas.microsoft.com/office/drawing/2014/main" id="{CD9FA482-1694-44BE-8BBD-009A4364DE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7473" y="3697058"/>
                      <a:ext cx="24117" cy="19808"/>
                    </a:xfrm>
                    <a:custGeom>
                      <a:avLst/>
                      <a:gdLst>
                        <a:gd name="connsiteX0" fmla="*/ 632 w 24117"/>
                        <a:gd name="connsiteY0" fmla="*/ 16358 h 19808"/>
                        <a:gd name="connsiteX1" fmla="*/ 155 w 24117"/>
                        <a:gd name="connsiteY1" fmla="*/ 19121 h 19808"/>
                        <a:gd name="connsiteX2" fmla="*/ 3490 w 24117"/>
                        <a:gd name="connsiteY2" fmla="*/ 19502 h 19808"/>
                        <a:gd name="connsiteX3" fmla="*/ 7966 w 24117"/>
                        <a:gd name="connsiteY3" fmla="*/ 16930 h 19808"/>
                        <a:gd name="connsiteX4" fmla="*/ 18253 w 24117"/>
                        <a:gd name="connsiteY4" fmla="*/ 9596 h 19808"/>
                        <a:gd name="connsiteX5" fmla="*/ 21873 w 24117"/>
                        <a:gd name="connsiteY5" fmla="*/ 6547 h 19808"/>
                        <a:gd name="connsiteX6" fmla="*/ 15681 w 24117"/>
                        <a:gd name="connsiteY6" fmla="*/ 2071 h 19808"/>
                        <a:gd name="connsiteX7" fmla="*/ 632 w 24117"/>
                        <a:gd name="connsiteY7" fmla="*/ 16358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4117" h="19808">
                          <a:moveTo>
                            <a:pt x="632" y="16358"/>
                          </a:moveTo>
                          <a:cubicBezTo>
                            <a:pt x="155" y="17406"/>
                            <a:pt x="-225" y="18454"/>
                            <a:pt x="155" y="19121"/>
                          </a:cubicBezTo>
                          <a:cubicBezTo>
                            <a:pt x="537" y="19787"/>
                            <a:pt x="1775" y="20073"/>
                            <a:pt x="3490" y="19502"/>
                          </a:cubicBezTo>
                          <a:cubicBezTo>
                            <a:pt x="5013" y="19026"/>
                            <a:pt x="6632" y="17978"/>
                            <a:pt x="7966" y="16930"/>
                          </a:cubicBezTo>
                          <a:cubicBezTo>
                            <a:pt x="11109" y="14644"/>
                            <a:pt x="14538" y="12167"/>
                            <a:pt x="18253" y="9596"/>
                          </a:cubicBezTo>
                          <a:cubicBezTo>
                            <a:pt x="19587" y="8548"/>
                            <a:pt x="20920" y="7595"/>
                            <a:pt x="21873" y="6547"/>
                          </a:cubicBezTo>
                          <a:cubicBezTo>
                            <a:pt x="25778" y="2261"/>
                            <a:pt x="25111" y="-2978"/>
                            <a:pt x="15681" y="2071"/>
                          </a:cubicBezTo>
                          <a:cubicBezTo>
                            <a:pt x="8442" y="5595"/>
                            <a:pt x="2632" y="12167"/>
                            <a:pt x="632" y="1635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67" name="Forme libre : forme 15466">
                      <a:extLst>
                        <a:ext uri="{FF2B5EF4-FFF2-40B4-BE49-F238E27FC236}">
                          <a16:creationId xmlns:a16="http://schemas.microsoft.com/office/drawing/2014/main" id="{C22B9FCC-AD5F-4090-8FFD-E5FD77EEC7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8496" y="3652075"/>
                      <a:ext cx="13835" cy="52101"/>
                    </a:xfrm>
                    <a:custGeom>
                      <a:avLst/>
                      <a:gdLst>
                        <a:gd name="connsiteX0" fmla="*/ 6001 w 13835"/>
                        <a:gd name="connsiteY0" fmla="*/ 0 h 52101"/>
                        <a:gd name="connsiteX1" fmla="*/ 12573 w 13835"/>
                        <a:gd name="connsiteY1" fmla="*/ 7525 h 52101"/>
                        <a:gd name="connsiteX2" fmla="*/ 13145 w 13835"/>
                        <a:gd name="connsiteY2" fmla="*/ 23527 h 52101"/>
                        <a:gd name="connsiteX3" fmla="*/ 0 w 13835"/>
                        <a:gd name="connsiteY3" fmla="*/ 52102 h 52101"/>
                        <a:gd name="connsiteX4" fmla="*/ 3715 w 13835"/>
                        <a:gd name="connsiteY4" fmla="*/ 46196 h 52101"/>
                        <a:gd name="connsiteX5" fmla="*/ 9811 w 13835"/>
                        <a:gd name="connsiteY5" fmla="*/ 31528 h 52101"/>
                        <a:gd name="connsiteX6" fmla="*/ 11621 w 13835"/>
                        <a:gd name="connsiteY6" fmla="*/ 13811 h 52101"/>
                        <a:gd name="connsiteX7" fmla="*/ 6001 w 13835"/>
                        <a:gd name="connsiteY7" fmla="*/ 0 h 52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835" h="52101">
                          <a:moveTo>
                            <a:pt x="6001" y="0"/>
                          </a:moveTo>
                          <a:cubicBezTo>
                            <a:pt x="6001" y="0"/>
                            <a:pt x="10096" y="667"/>
                            <a:pt x="12573" y="7525"/>
                          </a:cubicBezTo>
                          <a:cubicBezTo>
                            <a:pt x="13811" y="10954"/>
                            <a:pt x="14383" y="16097"/>
                            <a:pt x="13145" y="23527"/>
                          </a:cubicBezTo>
                          <a:cubicBezTo>
                            <a:pt x="11906" y="30861"/>
                            <a:pt x="8382" y="40767"/>
                            <a:pt x="0" y="52102"/>
                          </a:cubicBezTo>
                          <a:cubicBezTo>
                            <a:pt x="0" y="52102"/>
                            <a:pt x="1810" y="50006"/>
                            <a:pt x="3715" y="46196"/>
                          </a:cubicBezTo>
                          <a:cubicBezTo>
                            <a:pt x="5811" y="42481"/>
                            <a:pt x="8192" y="37242"/>
                            <a:pt x="9811" y="31528"/>
                          </a:cubicBezTo>
                          <a:cubicBezTo>
                            <a:pt x="11335" y="25717"/>
                            <a:pt x="12288" y="19526"/>
                            <a:pt x="11621" y="13811"/>
                          </a:cubicBezTo>
                          <a:cubicBezTo>
                            <a:pt x="11239" y="8191"/>
                            <a:pt x="9144" y="3238"/>
                            <a:pt x="600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68" name="Forme libre : forme 15467">
                      <a:extLst>
                        <a:ext uri="{FF2B5EF4-FFF2-40B4-BE49-F238E27FC236}">
                          <a16:creationId xmlns:a16="http://schemas.microsoft.com/office/drawing/2014/main" id="{9AF7451E-DB25-4626-B7FA-6690138C26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8332" y="3692175"/>
                      <a:ext cx="34154" cy="47434"/>
                    </a:xfrm>
                    <a:custGeom>
                      <a:avLst/>
                      <a:gdLst>
                        <a:gd name="connsiteX0" fmla="*/ 34154 w 34154"/>
                        <a:gd name="connsiteY0" fmla="*/ 0 h 47434"/>
                        <a:gd name="connsiteX1" fmla="*/ 27582 w 34154"/>
                        <a:gd name="connsiteY1" fmla="*/ 3905 h 47434"/>
                        <a:gd name="connsiteX2" fmla="*/ 13485 w 34154"/>
                        <a:gd name="connsiteY2" fmla="*/ 14954 h 47434"/>
                        <a:gd name="connsiteX3" fmla="*/ 6627 w 34154"/>
                        <a:gd name="connsiteY3" fmla="*/ 22765 h 47434"/>
                        <a:gd name="connsiteX4" fmla="*/ 1674 w 34154"/>
                        <a:gd name="connsiteY4" fmla="*/ 31718 h 47434"/>
                        <a:gd name="connsiteX5" fmla="*/ 2436 w 34154"/>
                        <a:gd name="connsiteY5" fmla="*/ 47434 h 47434"/>
                        <a:gd name="connsiteX6" fmla="*/ 1769 w 34154"/>
                        <a:gd name="connsiteY6" fmla="*/ 44101 h 47434"/>
                        <a:gd name="connsiteX7" fmla="*/ 3103 w 34154"/>
                        <a:gd name="connsiteY7" fmla="*/ 33623 h 47434"/>
                        <a:gd name="connsiteX8" fmla="*/ 12532 w 34154"/>
                        <a:gd name="connsiteY8" fmla="*/ 17621 h 47434"/>
                        <a:gd name="connsiteX9" fmla="*/ 34154 w 34154"/>
                        <a:gd name="connsiteY9" fmla="*/ 0 h 47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154" h="47434">
                          <a:moveTo>
                            <a:pt x="34154" y="0"/>
                          </a:moveTo>
                          <a:cubicBezTo>
                            <a:pt x="34154" y="0"/>
                            <a:pt x="31487" y="1238"/>
                            <a:pt x="27582" y="3905"/>
                          </a:cubicBezTo>
                          <a:cubicBezTo>
                            <a:pt x="23677" y="6572"/>
                            <a:pt x="18438" y="9811"/>
                            <a:pt x="13485" y="14954"/>
                          </a:cubicBezTo>
                          <a:cubicBezTo>
                            <a:pt x="11008" y="17431"/>
                            <a:pt x="8627" y="19812"/>
                            <a:pt x="6627" y="22765"/>
                          </a:cubicBezTo>
                          <a:cubicBezTo>
                            <a:pt x="4627" y="25813"/>
                            <a:pt x="2912" y="28861"/>
                            <a:pt x="1674" y="31718"/>
                          </a:cubicBezTo>
                          <a:cubicBezTo>
                            <a:pt x="-802" y="37529"/>
                            <a:pt x="-517" y="43910"/>
                            <a:pt x="2436" y="47434"/>
                          </a:cubicBezTo>
                          <a:cubicBezTo>
                            <a:pt x="2436" y="47434"/>
                            <a:pt x="1960" y="46387"/>
                            <a:pt x="1769" y="44101"/>
                          </a:cubicBezTo>
                          <a:cubicBezTo>
                            <a:pt x="1674" y="42005"/>
                            <a:pt x="1483" y="37909"/>
                            <a:pt x="3103" y="33623"/>
                          </a:cubicBezTo>
                          <a:cubicBezTo>
                            <a:pt x="4627" y="29337"/>
                            <a:pt x="7484" y="23050"/>
                            <a:pt x="12532" y="17621"/>
                          </a:cubicBezTo>
                          <a:cubicBezTo>
                            <a:pt x="17676" y="11430"/>
                            <a:pt x="24724" y="5715"/>
                            <a:pt x="3415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69" name="Forme libre : forme 15468">
                      <a:extLst>
                        <a:ext uri="{FF2B5EF4-FFF2-40B4-BE49-F238E27FC236}">
                          <a16:creationId xmlns:a16="http://schemas.microsoft.com/office/drawing/2014/main" id="{6D055510-5C57-4DF9-BB3D-19AE8F8F30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57431" y="3684130"/>
                      <a:ext cx="20705" cy="15380"/>
                    </a:xfrm>
                    <a:custGeom>
                      <a:avLst/>
                      <a:gdLst>
                        <a:gd name="connsiteX0" fmla="*/ 20682 w 20705"/>
                        <a:gd name="connsiteY0" fmla="*/ 997 h 15380"/>
                        <a:gd name="connsiteX1" fmla="*/ 18205 w 20705"/>
                        <a:gd name="connsiteY1" fmla="*/ 6236 h 15380"/>
                        <a:gd name="connsiteX2" fmla="*/ 10775 w 20705"/>
                        <a:gd name="connsiteY2" fmla="*/ 12427 h 15380"/>
                        <a:gd name="connsiteX3" fmla="*/ 12 w 20705"/>
                        <a:gd name="connsiteY3" fmla="*/ 13951 h 15380"/>
                        <a:gd name="connsiteX4" fmla="*/ 10490 w 20705"/>
                        <a:gd name="connsiteY4" fmla="*/ 4331 h 15380"/>
                        <a:gd name="connsiteX5" fmla="*/ 20682 w 20705"/>
                        <a:gd name="connsiteY5" fmla="*/ 997 h 15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705" h="15380">
                          <a:moveTo>
                            <a:pt x="20682" y="997"/>
                          </a:moveTo>
                          <a:cubicBezTo>
                            <a:pt x="20872" y="2140"/>
                            <a:pt x="19919" y="4045"/>
                            <a:pt x="18205" y="6236"/>
                          </a:cubicBezTo>
                          <a:cubicBezTo>
                            <a:pt x="16395" y="8236"/>
                            <a:pt x="13728" y="10617"/>
                            <a:pt x="10775" y="12427"/>
                          </a:cubicBezTo>
                          <a:cubicBezTo>
                            <a:pt x="4584" y="15951"/>
                            <a:pt x="-273" y="16142"/>
                            <a:pt x="12" y="13951"/>
                          </a:cubicBezTo>
                          <a:cubicBezTo>
                            <a:pt x="298" y="11760"/>
                            <a:pt x="5156" y="7950"/>
                            <a:pt x="10490" y="4331"/>
                          </a:cubicBezTo>
                          <a:cubicBezTo>
                            <a:pt x="15919" y="807"/>
                            <a:pt x="20205" y="-1384"/>
                            <a:pt x="20682" y="99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70" name="Forme libre : forme 15469">
                      <a:extLst>
                        <a:ext uri="{FF2B5EF4-FFF2-40B4-BE49-F238E27FC236}">
                          <a16:creationId xmlns:a16="http://schemas.microsoft.com/office/drawing/2014/main" id="{1BE23BF4-E2BA-4D87-8565-862B22C04B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4922" y="3681613"/>
                      <a:ext cx="5109" cy="5527"/>
                    </a:xfrm>
                    <a:custGeom>
                      <a:avLst/>
                      <a:gdLst>
                        <a:gd name="connsiteX0" fmla="*/ 4810 w 5109"/>
                        <a:gd name="connsiteY0" fmla="*/ 180 h 5527"/>
                        <a:gd name="connsiteX1" fmla="*/ 3667 w 5109"/>
                        <a:gd name="connsiteY1" fmla="*/ 3799 h 5527"/>
                        <a:gd name="connsiteX2" fmla="*/ 238 w 5109"/>
                        <a:gd name="connsiteY2" fmla="*/ 5323 h 5527"/>
                        <a:gd name="connsiteX3" fmla="*/ 1476 w 5109"/>
                        <a:gd name="connsiteY3" fmla="*/ 1799 h 5527"/>
                        <a:gd name="connsiteX4" fmla="*/ 4810 w 5109"/>
                        <a:gd name="connsiteY4" fmla="*/ 180 h 5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09" h="5527">
                          <a:moveTo>
                            <a:pt x="4810" y="180"/>
                          </a:moveTo>
                          <a:cubicBezTo>
                            <a:pt x="5477" y="656"/>
                            <a:pt x="5001" y="2371"/>
                            <a:pt x="3667" y="3799"/>
                          </a:cubicBezTo>
                          <a:cubicBezTo>
                            <a:pt x="2333" y="5228"/>
                            <a:pt x="810" y="5895"/>
                            <a:pt x="238" y="5323"/>
                          </a:cubicBezTo>
                          <a:cubicBezTo>
                            <a:pt x="-334" y="4752"/>
                            <a:pt x="143" y="3133"/>
                            <a:pt x="1476" y="1799"/>
                          </a:cubicBezTo>
                          <a:cubicBezTo>
                            <a:pt x="2809" y="466"/>
                            <a:pt x="4238" y="-392"/>
                            <a:pt x="4810" y="18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71" name="Forme libre : forme 15470">
                      <a:extLst>
                        <a:ext uri="{FF2B5EF4-FFF2-40B4-BE49-F238E27FC236}">
                          <a16:creationId xmlns:a16="http://schemas.microsoft.com/office/drawing/2014/main" id="{7E5ED1C5-899C-4B7F-BC74-8CE14B88E9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8950" y="3654469"/>
                      <a:ext cx="49735" cy="32003"/>
                    </a:xfrm>
                    <a:custGeom>
                      <a:avLst/>
                      <a:gdLst>
                        <a:gd name="connsiteX0" fmla="*/ 33448 w 49735"/>
                        <a:gd name="connsiteY0" fmla="*/ 1035 h 32003"/>
                        <a:gd name="connsiteX1" fmla="*/ 47546 w 49735"/>
                        <a:gd name="connsiteY1" fmla="*/ 1797 h 32003"/>
                        <a:gd name="connsiteX2" fmla="*/ 49165 w 49735"/>
                        <a:gd name="connsiteY2" fmla="*/ 8083 h 32003"/>
                        <a:gd name="connsiteX3" fmla="*/ 43355 w 49735"/>
                        <a:gd name="connsiteY3" fmla="*/ 13989 h 32003"/>
                        <a:gd name="connsiteX4" fmla="*/ 34591 w 49735"/>
                        <a:gd name="connsiteY4" fmla="*/ 16084 h 32003"/>
                        <a:gd name="connsiteX5" fmla="*/ 25161 w 49735"/>
                        <a:gd name="connsiteY5" fmla="*/ 19799 h 32003"/>
                        <a:gd name="connsiteX6" fmla="*/ 19447 w 49735"/>
                        <a:gd name="connsiteY6" fmla="*/ 23990 h 32003"/>
                        <a:gd name="connsiteX7" fmla="*/ 10684 w 49735"/>
                        <a:gd name="connsiteY7" fmla="*/ 29419 h 32003"/>
                        <a:gd name="connsiteX8" fmla="*/ 111 w 49735"/>
                        <a:gd name="connsiteY8" fmla="*/ 30086 h 32003"/>
                        <a:gd name="connsiteX9" fmla="*/ 9731 w 49735"/>
                        <a:gd name="connsiteY9" fmla="*/ 19323 h 32003"/>
                        <a:gd name="connsiteX10" fmla="*/ 20780 w 49735"/>
                        <a:gd name="connsiteY10" fmla="*/ 8655 h 32003"/>
                        <a:gd name="connsiteX11" fmla="*/ 33448 w 49735"/>
                        <a:gd name="connsiteY11" fmla="*/ 1035 h 32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9735" h="32003">
                          <a:moveTo>
                            <a:pt x="33448" y="1035"/>
                          </a:moveTo>
                          <a:cubicBezTo>
                            <a:pt x="38687" y="-775"/>
                            <a:pt x="43450" y="-13"/>
                            <a:pt x="47546" y="1797"/>
                          </a:cubicBezTo>
                          <a:cubicBezTo>
                            <a:pt x="49069" y="2463"/>
                            <a:pt x="50594" y="4273"/>
                            <a:pt x="49165" y="8083"/>
                          </a:cubicBezTo>
                          <a:cubicBezTo>
                            <a:pt x="48022" y="11512"/>
                            <a:pt x="45164" y="13227"/>
                            <a:pt x="43355" y="13989"/>
                          </a:cubicBezTo>
                          <a:cubicBezTo>
                            <a:pt x="40402" y="15132"/>
                            <a:pt x="37544" y="15513"/>
                            <a:pt x="34591" y="16084"/>
                          </a:cubicBezTo>
                          <a:cubicBezTo>
                            <a:pt x="31638" y="16751"/>
                            <a:pt x="28686" y="17799"/>
                            <a:pt x="25161" y="19799"/>
                          </a:cubicBezTo>
                          <a:cubicBezTo>
                            <a:pt x="24114" y="20466"/>
                            <a:pt x="22113" y="22180"/>
                            <a:pt x="19447" y="23990"/>
                          </a:cubicBezTo>
                          <a:cubicBezTo>
                            <a:pt x="16970" y="25990"/>
                            <a:pt x="13637" y="27800"/>
                            <a:pt x="10684" y="29419"/>
                          </a:cubicBezTo>
                          <a:cubicBezTo>
                            <a:pt x="4492" y="32277"/>
                            <a:pt x="-842" y="33134"/>
                            <a:pt x="111" y="30086"/>
                          </a:cubicBezTo>
                          <a:cubicBezTo>
                            <a:pt x="1064" y="27133"/>
                            <a:pt x="5255" y="23228"/>
                            <a:pt x="9731" y="19323"/>
                          </a:cubicBezTo>
                          <a:cubicBezTo>
                            <a:pt x="13637" y="15513"/>
                            <a:pt x="18018" y="11417"/>
                            <a:pt x="20780" y="8655"/>
                          </a:cubicBezTo>
                          <a:cubicBezTo>
                            <a:pt x="25161" y="5130"/>
                            <a:pt x="29543" y="2368"/>
                            <a:pt x="33448" y="103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11" name="Graphique 1">
                    <a:extLst>
                      <a:ext uri="{FF2B5EF4-FFF2-40B4-BE49-F238E27FC236}">
                        <a16:creationId xmlns:a16="http://schemas.microsoft.com/office/drawing/2014/main" id="{6837EA24-1D7B-459B-9D96-BB2AE501E627}"/>
                      </a:ext>
                    </a:extLst>
                  </p:cNvPr>
                  <p:cNvGrpSpPr/>
                  <p:nvPr/>
                </p:nvGrpSpPr>
                <p:grpSpPr>
                  <a:xfrm>
                    <a:off x="4642771" y="3506689"/>
                    <a:ext cx="90353" cy="141691"/>
                    <a:chOff x="4642771" y="3506689"/>
                    <a:chExt cx="90353" cy="141691"/>
                  </a:xfrm>
                  <a:solidFill>
                    <a:schemeClr val="accent1"/>
                  </a:solidFill>
                </p:grpSpPr>
                <p:sp>
                  <p:nvSpPr>
                    <p:cNvPr id="15448" name="Forme libre : forme 15447">
                      <a:extLst>
                        <a:ext uri="{FF2B5EF4-FFF2-40B4-BE49-F238E27FC236}">
                          <a16:creationId xmlns:a16="http://schemas.microsoft.com/office/drawing/2014/main" id="{BD4117DB-E43D-47BC-9FBE-708B689A14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2771" y="3506689"/>
                      <a:ext cx="90353" cy="141612"/>
                    </a:xfrm>
                    <a:custGeom>
                      <a:avLst/>
                      <a:gdLst>
                        <a:gd name="connsiteX0" fmla="*/ 63535 w 90353"/>
                        <a:gd name="connsiteY0" fmla="*/ 22513 h 141612"/>
                        <a:gd name="connsiteX1" fmla="*/ 89919 w 90353"/>
                        <a:gd name="connsiteY1" fmla="*/ 88903 h 141612"/>
                        <a:gd name="connsiteX2" fmla="*/ 89062 w 90353"/>
                        <a:gd name="connsiteY2" fmla="*/ 111572 h 141612"/>
                        <a:gd name="connsiteX3" fmla="*/ 82871 w 90353"/>
                        <a:gd name="connsiteY3" fmla="*/ 129098 h 141612"/>
                        <a:gd name="connsiteX4" fmla="*/ 74108 w 90353"/>
                        <a:gd name="connsiteY4" fmla="*/ 139385 h 141612"/>
                        <a:gd name="connsiteX5" fmla="*/ 65440 w 90353"/>
                        <a:gd name="connsiteY5" fmla="*/ 141290 h 141612"/>
                        <a:gd name="connsiteX6" fmla="*/ 50676 w 90353"/>
                        <a:gd name="connsiteY6" fmla="*/ 137099 h 141612"/>
                        <a:gd name="connsiteX7" fmla="*/ 44009 w 90353"/>
                        <a:gd name="connsiteY7" fmla="*/ 131765 h 141612"/>
                        <a:gd name="connsiteX8" fmla="*/ 39437 w 90353"/>
                        <a:gd name="connsiteY8" fmla="*/ 122050 h 141612"/>
                        <a:gd name="connsiteX9" fmla="*/ 36198 w 90353"/>
                        <a:gd name="connsiteY9" fmla="*/ 109477 h 141612"/>
                        <a:gd name="connsiteX10" fmla="*/ 33912 w 90353"/>
                        <a:gd name="connsiteY10" fmla="*/ 95189 h 141612"/>
                        <a:gd name="connsiteX11" fmla="*/ 19625 w 90353"/>
                        <a:gd name="connsiteY11" fmla="*/ 59089 h 141612"/>
                        <a:gd name="connsiteX12" fmla="*/ 12672 w 90353"/>
                        <a:gd name="connsiteY12" fmla="*/ 50517 h 141612"/>
                        <a:gd name="connsiteX13" fmla="*/ 6671 w 90353"/>
                        <a:gd name="connsiteY13" fmla="*/ 42420 h 141612"/>
                        <a:gd name="connsiteX14" fmla="*/ 4004 w 90353"/>
                        <a:gd name="connsiteY14" fmla="*/ 38230 h 141612"/>
                        <a:gd name="connsiteX15" fmla="*/ 1718 w 90353"/>
                        <a:gd name="connsiteY15" fmla="*/ 34134 h 141612"/>
                        <a:gd name="connsiteX16" fmla="*/ 99 w 90353"/>
                        <a:gd name="connsiteY16" fmla="*/ 25561 h 141612"/>
                        <a:gd name="connsiteX17" fmla="*/ 2385 w 90353"/>
                        <a:gd name="connsiteY17" fmla="*/ 9750 h 141612"/>
                        <a:gd name="connsiteX18" fmla="*/ 8195 w 90353"/>
                        <a:gd name="connsiteY18" fmla="*/ 2606 h 141612"/>
                        <a:gd name="connsiteX19" fmla="*/ 14482 w 90353"/>
                        <a:gd name="connsiteY19" fmla="*/ 415 h 141612"/>
                        <a:gd name="connsiteX20" fmla="*/ 22864 w 90353"/>
                        <a:gd name="connsiteY20" fmla="*/ 34 h 141612"/>
                        <a:gd name="connsiteX21" fmla="*/ 43628 w 90353"/>
                        <a:gd name="connsiteY21" fmla="*/ 6035 h 141612"/>
                        <a:gd name="connsiteX22" fmla="*/ 63535 w 90353"/>
                        <a:gd name="connsiteY22" fmla="*/ 22513 h 1416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90353" h="141612">
                          <a:moveTo>
                            <a:pt x="63535" y="22513"/>
                          </a:moveTo>
                          <a:cubicBezTo>
                            <a:pt x="79823" y="42706"/>
                            <a:pt x="87538" y="66138"/>
                            <a:pt x="89919" y="88903"/>
                          </a:cubicBezTo>
                          <a:cubicBezTo>
                            <a:pt x="90776" y="96903"/>
                            <a:pt x="90300" y="104714"/>
                            <a:pt x="89062" y="111572"/>
                          </a:cubicBezTo>
                          <a:cubicBezTo>
                            <a:pt x="87729" y="118430"/>
                            <a:pt x="85442" y="124431"/>
                            <a:pt x="82871" y="129098"/>
                          </a:cubicBezTo>
                          <a:cubicBezTo>
                            <a:pt x="80108" y="133765"/>
                            <a:pt x="77156" y="137290"/>
                            <a:pt x="74108" y="139385"/>
                          </a:cubicBezTo>
                          <a:cubicBezTo>
                            <a:pt x="71060" y="141481"/>
                            <a:pt x="68107" y="142052"/>
                            <a:pt x="65440" y="141290"/>
                          </a:cubicBezTo>
                          <a:lnTo>
                            <a:pt x="50676" y="137099"/>
                          </a:lnTo>
                          <a:cubicBezTo>
                            <a:pt x="48009" y="136337"/>
                            <a:pt x="45819" y="134432"/>
                            <a:pt x="44009" y="131765"/>
                          </a:cubicBezTo>
                          <a:cubicBezTo>
                            <a:pt x="42199" y="129193"/>
                            <a:pt x="40580" y="125764"/>
                            <a:pt x="39437" y="122050"/>
                          </a:cubicBezTo>
                          <a:cubicBezTo>
                            <a:pt x="38103" y="118240"/>
                            <a:pt x="37056" y="114049"/>
                            <a:pt x="36198" y="109477"/>
                          </a:cubicBezTo>
                          <a:cubicBezTo>
                            <a:pt x="35246" y="105000"/>
                            <a:pt x="34579" y="100142"/>
                            <a:pt x="33912" y="95189"/>
                          </a:cubicBezTo>
                          <a:cubicBezTo>
                            <a:pt x="32389" y="80997"/>
                            <a:pt x="27054" y="67757"/>
                            <a:pt x="19625" y="59089"/>
                          </a:cubicBezTo>
                          <a:cubicBezTo>
                            <a:pt x="17053" y="55946"/>
                            <a:pt x="14767" y="53374"/>
                            <a:pt x="12672" y="50517"/>
                          </a:cubicBezTo>
                          <a:cubicBezTo>
                            <a:pt x="10576" y="47850"/>
                            <a:pt x="8576" y="45183"/>
                            <a:pt x="6671" y="42420"/>
                          </a:cubicBezTo>
                          <a:cubicBezTo>
                            <a:pt x="5718" y="41087"/>
                            <a:pt x="4766" y="39658"/>
                            <a:pt x="4004" y="38230"/>
                          </a:cubicBezTo>
                          <a:cubicBezTo>
                            <a:pt x="3147" y="36896"/>
                            <a:pt x="2385" y="35563"/>
                            <a:pt x="1718" y="34134"/>
                          </a:cubicBezTo>
                          <a:cubicBezTo>
                            <a:pt x="480" y="31276"/>
                            <a:pt x="-283" y="28324"/>
                            <a:pt x="99" y="25561"/>
                          </a:cubicBezTo>
                          <a:lnTo>
                            <a:pt x="2385" y="9750"/>
                          </a:lnTo>
                          <a:cubicBezTo>
                            <a:pt x="2765" y="6892"/>
                            <a:pt x="4671" y="4416"/>
                            <a:pt x="8195" y="2606"/>
                          </a:cubicBezTo>
                          <a:cubicBezTo>
                            <a:pt x="9909" y="1653"/>
                            <a:pt x="12005" y="987"/>
                            <a:pt x="14482" y="415"/>
                          </a:cubicBezTo>
                          <a:cubicBezTo>
                            <a:pt x="16958" y="34"/>
                            <a:pt x="19720" y="-61"/>
                            <a:pt x="22864" y="34"/>
                          </a:cubicBezTo>
                          <a:cubicBezTo>
                            <a:pt x="29055" y="320"/>
                            <a:pt x="36294" y="2320"/>
                            <a:pt x="43628" y="6035"/>
                          </a:cubicBezTo>
                          <a:cubicBezTo>
                            <a:pt x="50676" y="9845"/>
                            <a:pt x="57916" y="15465"/>
                            <a:pt x="63535" y="2251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49" name="Forme libre : forme 15448">
                      <a:extLst>
                        <a:ext uri="{FF2B5EF4-FFF2-40B4-BE49-F238E27FC236}">
                          <a16:creationId xmlns:a16="http://schemas.microsoft.com/office/drawing/2014/main" id="{EE88870F-1135-4FA4-B4D6-91302F6E0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4870" y="3506689"/>
                      <a:ext cx="88225" cy="141691"/>
                    </a:xfrm>
                    <a:custGeom>
                      <a:avLst/>
                      <a:gdLst>
                        <a:gd name="connsiteX0" fmla="*/ 67723 w 88225"/>
                        <a:gd name="connsiteY0" fmla="*/ 80425 h 141691"/>
                        <a:gd name="connsiteX1" fmla="*/ 69342 w 88225"/>
                        <a:gd name="connsiteY1" fmla="*/ 115287 h 141691"/>
                        <a:gd name="connsiteX2" fmla="*/ 56865 w 88225"/>
                        <a:gd name="connsiteY2" fmla="*/ 139576 h 141691"/>
                        <a:gd name="connsiteX3" fmla="*/ 63246 w 88225"/>
                        <a:gd name="connsiteY3" fmla="*/ 141385 h 141691"/>
                        <a:gd name="connsiteX4" fmla="*/ 71914 w 88225"/>
                        <a:gd name="connsiteY4" fmla="*/ 139480 h 141691"/>
                        <a:gd name="connsiteX5" fmla="*/ 80677 w 88225"/>
                        <a:gd name="connsiteY5" fmla="*/ 129193 h 141691"/>
                        <a:gd name="connsiteX6" fmla="*/ 86868 w 88225"/>
                        <a:gd name="connsiteY6" fmla="*/ 111667 h 141691"/>
                        <a:gd name="connsiteX7" fmla="*/ 87725 w 88225"/>
                        <a:gd name="connsiteY7" fmla="*/ 88998 h 141691"/>
                        <a:gd name="connsiteX8" fmla="*/ 61341 w 88225"/>
                        <a:gd name="connsiteY8" fmla="*/ 22609 h 141691"/>
                        <a:gd name="connsiteX9" fmla="*/ 41339 w 88225"/>
                        <a:gd name="connsiteY9" fmla="*/ 6035 h 141691"/>
                        <a:gd name="connsiteX10" fmla="*/ 20574 w 88225"/>
                        <a:gd name="connsiteY10" fmla="*/ 34 h 141691"/>
                        <a:gd name="connsiteX11" fmla="*/ 12192 w 88225"/>
                        <a:gd name="connsiteY11" fmla="*/ 415 h 141691"/>
                        <a:gd name="connsiteX12" fmla="*/ 5905 w 88225"/>
                        <a:gd name="connsiteY12" fmla="*/ 2606 h 141691"/>
                        <a:gd name="connsiteX13" fmla="*/ 95 w 88225"/>
                        <a:gd name="connsiteY13" fmla="*/ 9750 h 141691"/>
                        <a:gd name="connsiteX14" fmla="*/ 0 w 88225"/>
                        <a:gd name="connsiteY14" fmla="*/ 10226 h 141691"/>
                        <a:gd name="connsiteX15" fmla="*/ 25051 w 88225"/>
                        <a:gd name="connsiteY15" fmla="*/ 18513 h 141691"/>
                        <a:gd name="connsiteX16" fmla="*/ 44768 w 88225"/>
                        <a:gd name="connsiteY16" fmla="*/ 35372 h 141691"/>
                        <a:gd name="connsiteX17" fmla="*/ 58388 w 88225"/>
                        <a:gd name="connsiteY17" fmla="*/ 56708 h 141691"/>
                        <a:gd name="connsiteX18" fmla="*/ 67723 w 88225"/>
                        <a:gd name="connsiteY18" fmla="*/ 80425 h 141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88225" h="141691">
                          <a:moveTo>
                            <a:pt x="67723" y="80425"/>
                          </a:moveTo>
                          <a:cubicBezTo>
                            <a:pt x="71343" y="92046"/>
                            <a:pt x="71628" y="104619"/>
                            <a:pt x="69342" y="115287"/>
                          </a:cubicBezTo>
                          <a:cubicBezTo>
                            <a:pt x="66961" y="125955"/>
                            <a:pt x="62389" y="134718"/>
                            <a:pt x="56865" y="139576"/>
                          </a:cubicBezTo>
                          <a:lnTo>
                            <a:pt x="63246" y="141385"/>
                          </a:lnTo>
                          <a:cubicBezTo>
                            <a:pt x="65913" y="142147"/>
                            <a:pt x="68866" y="141481"/>
                            <a:pt x="71914" y="139480"/>
                          </a:cubicBezTo>
                          <a:cubicBezTo>
                            <a:pt x="75057" y="137480"/>
                            <a:pt x="77915" y="133956"/>
                            <a:pt x="80677" y="129193"/>
                          </a:cubicBezTo>
                          <a:cubicBezTo>
                            <a:pt x="83249" y="124431"/>
                            <a:pt x="85535" y="118525"/>
                            <a:pt x="86868" y="111667"/>
                          </a:cubicBezTo>
                          <a:cubicBezTo>
                            <a:pt x="88202" y="104809"/>
                            <a:pt x="88678" y="97094"/>
                            <a:pt x="87725" y="88998"/>
                          </a:cubicBezTo>
                          <a:cubicBezTo>
                            <a:pt x="85344" y="66233"/>
                            <a:pt x="77629" y="42802"/>
                            <a:pt x="61341" y="22609"/>
                          </a:cubicBezTo>
                          <a:cubicBezTo>
                            <a:pt x="55722" y="15560"/>
                            <a:pt x="48483" y="9940"/>
                            <a:pt x="41339" y="6035"/>
                          </a:cubicBezTo>
                          <a:cubicBezTo>
                            <a:pt x="34004" y="2320"/>
                            <a:pt x="26765" y="320"/>
                            <a:pt x="20574" y="34"/>
                          </a:cubicBezTo>
                          <a:cubicBezTo>
                            <a:pt x="17431" y="-61"/>
                            <a:pt x="14669" y="34"/>
                            <a:pt x="12192" y="415"/>
                          </a:cubicBezTo>
                          <a:cubicBezTo>
                            <a:pt x="9716" y="987"/>
                            <a:pt x="7620" y="1749"/>
                            <a:pt x="5905" y="2606"/>
                          </a:cubicBezTo>
                          <a:cubicBezTo>
                            <a:pt x="2477" y="4416"/>
                            <a:pt x="571" y="6892"/>
                            <a:pt x="95" y="9750"/>
                          </a:cubicBezTo>
                          <a:lnTo>
                            <a:pt x="0" y="10226"/>
                          </a:lnTo>
                          <a:cubicBezTo>
                            <a:pt x="8763" y="11369"/>
                            <a:pt x="17336" y="14227"/>
                            <a:pt x="25051" y="18513"/>
                          </a:cubicBezTo>
                          <a:cubicBezTo>
                            <a:pt x="32766" y="22894"/>
                            <a:pt x="39243" y="28800"/>
                            <a:pt x="44768" y="35372"/>
                          </a:cubicBezTo>
                          <a:cubicBezTo>
                            <a:pt x="50388" y="41849"/>
                            <a:pt x="54769" y="49183"/>
                            <a:pt x="58388" y="56708"/>
                          </a:cubicBezTo>
                          <a:cubicBezTo>
                            <a:pt x="62294" y="64328"/>
                            <a:pt x="65247" y="72234"/>
                            <a:pt x="67723" y="80425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50" name="Forme libre : forme 15449">
                      <a:extLst>
                        <a:ext uri="{FF2B5EF4-FFF2-40B4-BE49-F238E27FC236}">
                          <a16:creationId xmlns:a16="http://schemas.microsoft.com/office/drawing/2014/main" id="{195D83F8-51AA-4DE2-ABC7-AEB3A5A94E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2440" y="3533500"/>
                      <a:ext cx="38628" cy="61453"/>
                    </a:xfrm>
                    <a:custGeom>
                      <a:avLst/>
                      <a:gdLst>
                        <a:gd name="connsiteX0" fmla="*/ 815 w 38628"/>
                        <a:gd name="connsiteY0" fmla="*/ 1608 h 61453"/>
                        <a:gd name="connsiteX1" fmla="*/ 13959 w 38628"/>
                        <a:gd name="connsiteY1" fmla="*/ 2941 h 61453"/>
                        <a:gd name="connsiteX2" fmla="*/ 23769 w 38628"/>
                        <a:gd name="connsiteY2" fmla="*/ 10847 h 61453"/>
                        <a:gd name="connsiteX3" fmla="*/ 32438 w 38628"/>
                        <a:gd name="connsiteY3" fmla="*/ 23420 h 61453"/>
                        <a:gd name="connsiteX4" fmla="*/ 37486 w 38628"/>
                        <a:gd name="connsiteY4" fmla="*/ 37612 h 61453"/>
                        <a:gd name="connsiteX5" fmla="*/ 38628 w 38628"/>
                        <a:gd name="connsiteY5" fmla="*/ 49709 h 61453"/>
                        <a:gd name="connsiteX6" fmla="*/ 33104 w 38628"/>
                        <a:gd name="connsiteY6" fmla="*/ 61425 h 61453"/>
                        <a:gd name="connsiteX7" fmla="*/ 23865 w 38628"/>
                        <a:gd name="connsiteY7" fmla="*/ 53138 h 61453"/>
                        <a:gd name="connsiteX8" fmla="*/ 18816 w 38628"/>
                        <a:gd name="connsiteY8" fmla="*/ 43994 h 61453"/>
                        <a:gd name="connsiteX9" fmla="*/ 13292 w 38628"/>
                        <a:gd name="connsiteY9" fmla="*/ 33136 h 61453"/>
                        <a:gd name="connsiteX10" fmla="*/ 3100 w 38628"/>
                        <a:gd name="connsiteY10" fmla="*/ 13609 h 61453"/>
                        <a:gd name="connsiteX11" fmla="*/ 815 w 38628"/>
                        <a:gd name="connsiteY11" fmla="*/ 1608 h 61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8628" h="61453">
                          <a:moveTo>
                            <a:pt x="815" y="1608"/>
                          </a:moveTo>
                          <a:cubicBezTo>
                            <a:pt x="2434" y="-678"/>
                            <a:pt x="7672" y="-773"/>
                            <a:pt x="13959" y="2941"/>
                          </a:cubicBezTo>
                          <a:cubicBezTo>
                            <a:pt x="17293" y="4656"/>
                            <a:pt x="20436" y="7513"/>
                            <a:pt x="23769" y="10847"/>
                          </a:cubicBezTo>
                          <a:cubicBezTo>
                            <a:pt x="26913" y="14371"/>
                            <a:pt x="29961" y="18657"/>
                            <a:pt x="32438" y="23420"/>
                          </a:cubicBezTo>
                          <a:cubicBezTo>
                            <a:pt x="34819" y="28278"/>
                            <a:pt x="36533" y="33040"/>
                            <a:pt x="37486" y="37612"/>
                          </a:cubicBezTo>
                          <a:cubicBezTo>
                            <a:pt x="38533" y="42089"/>
                            <a:pt x="38628" y="46280"/>
                            <a:pt x="38628" y="49709"/>
                          </a:cubicBezTo>
                          <a:cubicBezTo>
                            <a:pt x="38152" y="56757"/>
                            <a:pt x="36057" y="61044"/>
                            <a:pt x="33104" y="61425"/>
                          </a:cubicBezTo>
                          <a:cubicBezTo>
                            <a:pt x="30246" y="61806"/>
                            <a:pt x="27008" y="58377"/>
                            <a:pt x="23865" y="53138"/>
                          </a:cubicBezTo>
                          <a:cubicBezTo>
                            <a:pt x="22150" y="50566"/>
                            <a:pt x="20626" y="47328"/>
                            <a:pt x="18816" y="43994"/>
                          </a:cubicBezTo>
                          <a:cubicBezTo>
                            <a:pt x="16912" y="40279"/>
                            <a:pt x="15197" y="36755"/>
                            <a:pt x="13292" y="33136"/>
                          </a:cubicBezTo>
                          <a:cubicBezTo>
                            <a:pt x="10053" y="26849"/>
                            <a:pt x="6910" y="20848"/>
                            <a:pt x="3100" y="13609"/>
                          </a:cubicBezTo>
                          <a:cubicBezTo>
                            <a:pt x="624" y="8275"/>
                            <a:pt x="-1091" y="4179"/>
                            <a:pt x="815" y="160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51" name="Forme libre : forme 15450">
                      <a:extLst>
                        <a:ext uri="{FF2B5EF4-FFF2-40B4-BE49-F238E27FC236}">
                          <a16:creationId xmlns:a16="http://schemas.microsoft.com/office/drawing/2014/main" id="{7C267E1A-2A97-480D-B0D1-7B32D0EFD3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3733" y="3542728"/>
                      <a:ext cx="17268" cy="52321"/>
                    </a:xfrm>
                    <a:custGeom>
                      <a:avLst/>
                      <a:gdLst>
                        <a:gd name="connsiteX0" fmla="*/ 0 w 17268"/>
                        <a:gd name="connsiteY0" fmla="*/ 39719 h 52321"/>
                        <a:gd name="connsiteX1" fmla="*/ 11716 w 17268"/>
                        <a:gd name="connsiteY1" fmla="*/ 52292 h 52321"/>
                        <a:gd name="connsiteX2" fmla="*/ 17240 w 17268"/>
                        <a:gd name="connsiteY2" fmla="*/ 40577 h 52321"/>
                        <a:gd name="connsiteX3" fmla="*/ 16097 w 17268"/>
                        <a:gd name="connsiteY3" fmla="*/ 28480 h 52321"/>
                        <a:gd name="connsiteX4" fmla="*/ 11049 w 17268"/>
                        <a:gd name="connsiteY4" fmla="*/ 14288 h 52321"/>
                        <a:gd name="connsiteX5" fmla="*/ 762 w 17268"/>
                        <a:gd name="connsiteY5" fmla="*/ 0 h 52321"/>
                        <a:gd name="connsiteX6" fmla="*/ 5620 w 17268"/>
                        <a:gd name="connsiteY6" fmla="*/ 8382 h 52321"/>
                        <a:gd name="connsiteX7" fmla="*/ 7715 w 17268"/>
                        <a:gd name="connsiteY7" fmla="*/ 30194 h 52321"/>
                        <a:gd name="connsiteX8" fmla="*/ 0 w 17268"/>
                        <a:gd name="connsiteY8" fmla="*/ 39719 h 52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268" h="52321">
                          <a:moveTo>
                            <a:pt x="0" y="39719"/>
                          </a:moveTo>
                          <a:cubicBezTo>
                            <a:pt x="4191" y="47339"/>
                            <a:pt x="8097" y="52769"/>
                            <a:pt x="11716" y="52292"/>
                          </a:cubicBezTo>
                          <a:cubicBezTo>
                            <a:pt x="14669" y="51911"/>
                            <a:pt x="16764" y="47530"/>
                            <a:pt x="17240" y="40577"/>
                          </a:cubicBezTo>
                          <a:cubicBezTo>
                            <a:pt x="17336" y="37147"/>
                            <a:pt x="17240" y="32956"/>
                            <a:pt x="16097" y="28480"/>
                          </a:cubicBezTo>
                          <a:cubicBezTo>
                            <a:pt x="15240" y="24003"/>
                            <a:pt x="13431" y="19145"/>
                            <a:pt x="11049" y="14288"/>
                          </a:cubicBezTo>
                          <a:cubicBezTo>
                            <a:pt x="8097" y="8668"/>
                            <a:pt x="4572" y="3810"/>
                            <a:pt x="762" y="0"/>
                          </a:cubicBezTo>
                          <a:cubicBezTo>
                            <a:pt x="2858" y="2572"/>
                            <a:pt x="4286" y="5524"/>
                            <a:pt x="5620" y="8382"/>
                          </a:cubicBezTo>
                          <a:cubicBezTo>
                            <a:pt x="8477" y="16669"/>
                            <a:pt x="9144" y="24479"/>
                            <a:pt x="7715" y="30194"/>
                          </a:cubicBezTo>
                          <a:cubicBezTo>
                            <a:pt x="6572" y="35814"/>
                            <a:pt x="3524" y="39338"/>
                            <a:pt x="0" y="39719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52" name="Forme libre : forme 15451">
                      <a:extLst>
                        <a:ext uri="{FF2B5EF4-FFF2-40B4-BE49-F238E27FC236}">
                          <a16:creationId xmlns:a16="http://schemas.microsoft.com/office/drawing/2014/main" id="{FE4FA5EC-CC44-4551-ADF1-75AB4A0200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1026" y="3529274"/>
                      <a:ext cx="41293" cy="61884"/>
                    </a:xfrm>
                    <a:custGeom>
                      <a:avLst/>
                      <a:gdLst>
                        <a:gd name="connsiteX0" fmla="*/ 609 w 41293"/>
                        <a:gd name="connsiteY0" fmla="*/ 1833 h 61884"/>
                        <a:gd name="connsiteX1" fmla="*/ 14231 w 41293"/>
                        <a:gd name="connsiteY1" fmla="*/ 2690 h 61884"/>
                        <a:gd name="connsiteX2" fmla="*/ 24613 w 41293"/>
                        <a:gd name="connsiteY2" fmla="*/ 10501 h 61884"/>
                        <a:gd name="connsiteX3" fmla="*/ 34042 w 41293"/>
                        <a:gd name="connsiteY3" fmla="*/ 23074 h 61884"/>
                        <a:gd name="connsiteX4" fmla="*/ 39758 w 41293"/>
                        <a:gd name="connsiteY4" fmla="*/ 37361 h 61884"/>
                        <a:gd name="connsiteX5" fmla="*/ 41281 w 41293"/>
                        <a:gd name="connsiteY5" fmla="*/ 49744 h 61884"/>
                        <a:gd name="connsiteX6" fmla="*/ 36233 w 41293"/>
                        <a:gd name="connsiteY6" fmla="*/ 61840 h 61884"/>
                        <a:gd name="connsiteX7" fmla="*/ 26613 w 41293"/>
                        <a:gd name="connsiteY7" fmla="*/ 53649 h 61884"/>
                        <a:gd name="connsiteX8" fmla="*/ 21184 w 41293"/>
                        <a:gd name="connsiteY8" fmla="*/ 44505 h 61884"/>
                        <a:gd name="connsiteX9" fmla="*/ 15088 w 41293"/>
                        <a:gd name="connsiteY9" fmla="*/ 33647 h 61884"/>
                        <a:gd name="connsiteX10" fmla="*/ 8897 w 41293"/>
                        <a:gd name="connsiteY10" fmla="*/ 22979 h 61884"/>
                        <a:gd name="connsiteX11" fmla="*/ 3657 w 41293"/>
                        <a:gd name="connsiteY11" fmla="*/ 13930 h 61884"/>
                        <a:gd name="connsiteX12" fmla="*/ 609 w 41293"/>
                        <a:gd name="connsiteY12" fmla="*/ 1833 h 61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1293" h="61884">
                          <a:moveTo>
                            <a:pt x="609" y="1833"/>
                          </a:moveTo>
                          <a:cubicBezTo>
                            <a:pt x="2324" y="-739"/>
                            <a:pt x="7372" y="-739"/>
                            <a:pt x="14231" y="2690"/>
                          </a:cubicBezTo>
                          <a:cubicBezTo>
                            <a:pt x="17469" y="4500"/>
                            <a:pt x="21279" y="6977"/>
                            <a:pt x="24613" y="10501"/>
                          </a:cubicBezTo>
                          <a:cubicBezTo>
                            <a:pt x="28137" y="13930"/>
                            <a:pt x="31376" y="18216"/>
                            <a:pt x="34042" y="23074"/>
                          </a:cubicBezTo>
                          <a:cubicBezTo>
                            <a:pt x="36805" y="27932"/>
                            <a:pt x="38615" y="32885"/>
                            <a:pt x="39758" y="37361"/>
                          </a:cubicBezTo>
                          <a:cubicBezTo>
                            <a:pt x="40901" y="41933"/>
                            <a:pt x="41377" y="46124"/>
                            <a:pt x="41281" y="49744"/>
                          </a:cubicBezTo>
                          <a:cubicBezTo>
                            <a:pt x="41186" y="56888"/>
                            <a:pt x="38995" y="61364"/>
                            <a:pt x="36233" y="61840"/>
                          </a:cubicBezTo>
                          <a:cubicBezTo>
                            <a:pt x="33185" y="62317"/>
                            <a:pt x="30137" y="58888"/>
                            <a:pt x="26613" y="53649"/>
                          </a:cubicBezTo>
                          <a:cubicBezTo>
                            <a:pt x="24993" y="50982"/>
                            <a:pt x="23089" y="47839"/>
                            <a:pt x="21184" y="44505"/>
                          </a:cubicBezTo>
                          <a:cubicBezTo>
                            <a:pt x="19279" y="41171"/>
                            <a:pt x="17373" y="37361"/>
                            <a:pt x="15088" y="33647"/>
                          </a:cubicBezTo>
                          <a:cubicBezTo>
                            <a:pt x="12992" y="29837"/>
                            <a:pt x="10897" y="26217"/>
                            <a:pt x="8897" y="22979"/>
                          </a:cubicBezTo>
                          <a:cubicBezTo>
                            <a:pt x="7087" y="19645"/>
                            <a:pt x="5086" y="16787"/>
                            <a:pt x="3657" y="13930"/>
                          </a:cubicBezTo>
                          <a:cubicBezTo>
                            <a:pt x="800" y="8691"/>
                            <a:pt x="-1010" y="4310"/>
                            <a:pt x="609" y="183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53" name="Forme libre : forme 15452">
                      <a:extLst>
                        <a:ext uri="{FF2B5EF4-FFF2-40B4-BE49-F238E27FC236}">
                          <a16:creationId xmlns:a16="http://schemas.microsoft.com/office/drawing/2014/main" id="{080AFDE8-243B-432D-88BC-FE8D52BFBC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9672" y="3533887"/>
                      <a:ext cx="36710" cy="91133"/>
                    </a:xfrm>
                    <a:custGeom>
                      <a:avLst/>
                      <a:gdLst>
                        <a:gd name="connsiteX0" fmla="*/ 17873 w 36710"/>
                        <a:gd name="connsiteY0" fmla="*/ 90661 h 91133"/>
                        <a:gd name="connsiteX1" fmla="*/ 27874 w 36710"/>
                        <a:gd name="connsiteY1" fmla="*/ 89041 h 91133"/>
                        <a:gd name="connsiteX2" fmla="*/ 35970 w 36710"/>
                        <a:gd name="connsiteY2" fmla="*/ 48751 h 91133"/>
                        <a:gd name="connsiteX3" fmla="*/ 18063 w 36710"/>
                        <a:gd name="connsiteY3" fmla="*/ 8174 h 91133"/>
                        <a:gd name="connsiteX4" fmla="*/ 1775 w 36710"/>
                        <a:gd name="connsiteY4" fmla="*/ 2745 h 91133"/>
                        <a:gd name="connsiteX5" fmla="*/ 5966 w 36710"/>
                        <a:gd name="connsiteY5" fmla="*/ 16651 h 91133"/>
                        <a:gd name="connsiteX6" fmla="*/ 7205 w 36710"/>
                        <a:gd name="connsiteY6" fmla="*/ 48655 h 91133"/>
                        <a:gd name="connsiteX7" fmla="*/ 442 w 36710"/>
                        <a:gd name="connsiteY7" fmla="*/ 81040 h 91133"/>
                        <a:gd name="connsiteX8" fmla="*/ 17873 w 36710"/>
                        <a:gd name="connsiteY8" fmla="*/ 90661 h 91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710" h="91133">
                          <a:moveTo>
                            <a:pt x="17873" y="90661"/>
                          </a:moveTo>
                          <a:cubicBezTo>
                            <a:pt x="21207" y="91232"/>
                            <a:pt x="24540" y="91804"/>
                            <a:pt x="27874" y="89041"/>
                          </a:cubicBezTo>
                          <a:cubicBezTo>
                            <a:pt x="34446" y="83803"/>
                            <a:pt x="38447" y="66277"/>
                            <a:pt x="35970" y="48751"/>
                          </a:cubicBezTo>
                          <a:cubicBezTo>
                            <a:pt x="34351" y="34272"/>
                            <a:pt x="27969" y="18366"/>
                            <a:pt x="18063" y="8174"/>
                          </a:cubicBezTo>
                          <a:cubicBezTo>
                            <a:pt x="10824" y="364"/>
                            <a:pt x="1680" y="-2684"/>
                            <a:pt x="1775" y="2745"/>
                          </a:cubicBezTo>
                          <a:cubicBezTo>
                            <a:pt x="1585" y="6174"/>
                            <a:pt x="4443" y="11508"/>
                            <a:pt x="5966" y="16651"/>
                          </a:cubicBezTo>
                          <a:cubicBezTo>
                            <a:pt x="9872" y="28653"/>
                            <a:pt x="9586" y="39797"/>
                            <a:pt x="7205" y="48655"/>
                          </a:cubicBezTo>
                          <a:cubicBezTo>
                            <a:pt x="5395" y="56561"/>
                            <a:pt x="-1844" y="68753"/>
                            <a:pt x="442" y="81040"/>
                          </a:cubicBezTo>
                          <a:cubicBezTo>
                            <a:pt x="2252" y="92566"/>
                            <a:pt x="13206" y="90089"/>
                            <a:pt x="17873" y="906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54" name="Forme libre : forme 15453">
                      <a:extLst>
                        <a:ext uri="{FF2B5EF4-FFF2-40B4-BE49-F238E27FC236}">
                          <a16:creationId xmlns:a16="http://schemas.microsoft.com/office/drawing/2014/main" id="{5098C66E-A297-4EDF-B746-D68F1BE81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7310" y="3585559"/>
                      <a:ext cx="13056" cy="24701"/>
                    </a:xfrm>
                    <a:custGeom>
                      <a:avLst/>
                      <a:gdLst>
                        <a:gd name="connsiteX0" fmla="*/ 8804 w 13056"/>
                        <a:gd name="connsiteY0" fmla="*/ 23177 h 24701"/>
                        <a:gd name="connsiteX1" fmla="*/ 11090 w 13056"/>
                        <a:gd name="connsiteY1" fmla="*/ 24701 h 24701"/>
                        <a:gd name="connsiteX2" fmla="*/ 12995 w 13056"/>
                        <a:gd name="connsiteY2" fmla="*/ 22129 h 24701"/>
                        <a:gd name="connsiteX3" fmla="*/ 12614 w 13056"/>
                        <a:gd name="connsiteY3" fmla="*/ 17367 h 24701"/>
                        <a:gd name="connsiteX4" fmla="*/ 8900 w 13056"/>
                        <a:gd name="connsiteY4" fmla="*/ 6223 h 24701"/>
                        <a:gd name="connsiteX5" fmla="*/ 6709 w 13056"/>
                        <a:gd name="connsiteY5" fmla="*/ 2508 h 24701"/>
                        <a:gd name="connsiteX6" fmla="*/ 1375 w 13056"/>
                        <a:gd name="connsiteY6" fmla="*/ 222 h 24701"/>
                        <a:gd name="connsiteX7" fmla="*/ 613 w 13056"/>
                        <a:gd name="connsiteY7" fmla="*/ 7175 h 24701"/>
                        <a:gd name="connsiteX8" fmla="*/ 8804 w 13056"/>
                        <a:gd name="connsiteY8" fmla="*/ 23177 h 2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056" h="24701">
                          <a:moveTo>
                            <a:pt x="8804" y="23177"/>
                          </a:moveTo>
                          <a:cubicBezTo>
                            <a:pt x="9471" y="24034"/>
                            <a:pt x="10233" y="24701"/>
                            <a:pt x="11090" y="24701"/>
                          </a:cubicBezTo>
                          <a:cubicBezTo>
                            <a:pt x="11852" y="24701"/>
                            <a:pt x="12805" y="23749"/>
                            <a:pt x="12995" y="22129"/>
                          </a:cubicBezTo>
                          <a:cubicBezTo>
                            <a:pt x="13186" y="20605"/>
                            <a:pt x="12900" y="18891"/>
                            <a:pt x="12614" y="17367"/>
                          </a:cubicBezTo>
                          <a:cubicBezTo>
                            <a:pt x="11757" y="13366"/>
                            <a:pt x="10519" y="9652"/>
                            <a:pt x="8900" y="6223"/>
                          </a:cubicBezTo>
                          <a:cubicBezTo>
                            <a:pt x="8233" y="4794"/>
                            <a:pt x="7566" y="3460"/>
                            <a:pt x="6709" y="2508"/>
                          </a:cubicBezTo>
                          <a:cubicBezTo>
                            <a:pt x="5090" y="412"/>
                            <a:pt x="2709" y="-445"/>
                            <a:pt x="1375" y="222"/>
                          </a:cubicBezTo>
                          <a:cubicBezTo>
                            <a:pt x="41" y="889"/>
                            <a:pt x="-530" y="2984"/>
                            <a:pt x="613" y="7175"/>
                          </a:cubicBezTo>
                          <a:cubicBezTo>
                            <a:pt x="2518" y="13462"/>
                            <a:pt x="5756" y="19843"/>
                            <a:pt x="8804" y="2317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55" name="Forme libre : forme 15454">
                      <a:extLst>
                        <a:ext uri="{FF2B5EF4-FFF2-40B4-BE49-F238E27FC236}">
                          <a16:creationId xmlns:a16="http://schemas.microsoft.com/office/drawing/2014/main" id="{D115207F-4EC7-4491-A257-E7C1A74012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9728" y="3510687"/>
                      <a:ext cx="54864" cy="18134"/>
                    </a:xfrm>
                    <a:custGeom>
                      <a:avLst/>
                      <a:gdLst>
                        <a:gd name="connsiteX0" fmla="*/ 0 w 54864"/>
                        <a:gd name="connsiteY0" fmla="*/ 9086 h 18134"/>
                        <a:gd name="connsiteX1" fmla="*/ 1048 w 54864"/>
                        <a:gd name="connsiteY1" fmla="*/ 6514 h 18134"/>
                        <a:gd name="connsiteX2" fmla="*/ 7430 w 54864"/>
                        <a:gd name="connsiteY2" fmla="*/ 1561 h 18134"/>
                        <a:gd name="connsiteX3" fmla="*/ 24955 w 54864"/>
                        <a:gd name="connsiteY3" fmla="*/ 894 h 18134"/>
                        <a:gd name="connsiteX4" fmla="*/ 54864 w 54864"/>
                        <a:gd name="connsiteY4" fmla="*/ 18134 h 18134"/>
                        <a:gd name="connsiteX5" fmla="*/ 49054 w 54864"/>
                        <a:gd name="connsiteY5" fmla="*/ 13372 h 18134"/>
                        <a:gd name="connsiteX6" fmla="*/ 33719 w 54864"/>
                        <a:gd name="connsiteY6" fmla="*/ 5085 h 18134"/>
                        <a:gd name="connsiteX7" fmla="*/ 14383 w 54864"/>
                        <a:gd name="connsiteY7" fmla="*/ 2323 h 18134"/>
                        <a:gd name="connsiteX8" fmla="*/ 0 w 54864"/>
                        <a:gd name="connsiteY8" fmla="*/ 9086 h 181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864" h="18134">
                          <a:moveTo>
                            <a:pt x="0" y="9086"/>
                          </a:moveTo>
                          <a:cubicBezTo>
                            <a:pt x="0" y="9086"/>
                            <a:pt x="95" y="8038"/>
                            <a:pt x="1048" y="6514"/>
                          </a:cubicBezTo>
                          <a:cubicBezTo>
                            <a:pt x="2000" y="5085"/>
                            <a:pt x="3810" y="2990"/>
                            <a:pt x="7430" y="1561"/>
                          </a:cubicBezTo>
                          <a:cubicBezTo>
                            <a:pt x="11049" y="227"/>
                            <a:pt x="16669" y="-820"/>
                            <a:pt x="24955" y="894"/>
                          </a:cubicBezTo>
                          <a:cubicBezTo>
                            <a:pt x="33052" y="2704"/>
                            <a:pt x="44101" y="7371"/>
                            <a:pt x="54864" y="18134"/>
                          </a:cubicBezTo>
                          <a:cubicBezTo>
                            <a:pt x="54864" y="18134"/>
                            <a:pt x="52864" y="16039"/>
                            <a:pt x="49054" y="13372"/>
                          </a:cubicBezTo>
                          <a:cubicBezTo>
                            <a:pt x="45434" y="10610"/>
                            <a:pt x="39910" y="7371"/>
                            <a:pt x="33719" y="5085"/>
                          </a:cubicBezTo>
                          <a:cubicBezTo>
                            <a:pt x="27432" y="2799"/>
                            <a:pt x="20479" y="1751"/>
                            <a:pt x="14383" y="2323"/>
                          </a:cubicBezTo>
                          <a:cubicBezTo>
                            <a:pt x="8097" y="3180"/>
                            <a:pt x="3048" y="5276"/>
                            <a:pt x="0" y="90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56" name="Forme libre : forme 15455">
                      <a:extLst>
                        <a:ext uri="{FF2B5EF4-FFF2-40B4-BE49-F238E27FC236}">
                          <a16:creationId xmlns:a16="http://schemas.microsoft.com/office/drawing/2014/main" id="{680A023F-CC10-4A00-B79A-0F7C42CE4C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7922" y="3599497"/>
                      <a:ext cx="17716" cy="42195"/>
                    </a:xfrm>
                    <a:custGeom>
                      <a:avLst/>
                      <a:gdLst>
                        <a:gd name="connsiteX0" fmla="*/ 0 w 17716"/>
                        <a:gd name="connsiteY0" fmla="*/ 0 h 42195"/>
                        <a:gd name="connsiteX1" fmla="*/ 3715 w 17716"/>
                        <a:gd name="connsiteY1" fmla="*/ 17336 h 42195"/>
                        <a:gd name="connsiteX2" fmla="*/ 17716 w 17716"/>
                        <a:gd name="connsiteY2" fmla="*/ 42196 h 42195"/>
                        <a:gd name="connsiteX3" fmla="*/ 10763 w 17716"/>
                        <a:gd name="connsiteY3" fmla="*/ 32004 h 42195"/>
                        <a:gd name="connsiteX4" fmla="*/ 5334 w 17716"/>
                        <a:gd name="connsiteY4" fmla="*/ 18860 h 42195"/>
                        <a:gd name="connsiteX5" fmla="*/ 0 w 17716"/>
                        <a:gd name="connsiteY5" fmla="*/ 0 h 42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716" h="42195">
                          <a:moveTo>
                            <a:pt x="0" y="0"/>
                          </a:moveTo>
                          <a:cubicBezTo>
                            <a:pt x="0" y="0"/>
                            <a:pt x="1524" y="8096"/>
                            <a:pt x="3715" y="17336"/>
                          </a:cubicBezTo>
                          <a:cubicBezTo>
                            <a:pt x="6096" y="26575"/>
                            <a:pt x="8954" y="37433"/>
                            <a:pt x="17716" y="42196"/>
                          </a:cubicBezTo>
                          <a:cubicBezTo>
                            <a:pt x="17716" y="42196"/>
                            <a:pt x="14192" y="38957"/>
                            <a:pt x="10763" y="32004"/>
                          </a:cubicBezTo>
                          <a:cubicBezTo>
                            <a:pt x="8954" y="28575"/>
                            <a:pt x="7239" y="24194"/>
                            <a:pt x="5334" y="18860"/>
                          </a:cubicBezTo>
                          <a:cubicBezTo>
                            <a:pt x="3620" y="13621"/>
                            <a:pt x="1810" y="7334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57" name="Forme libre : forme 15456">
                      <a:extLst>
                        <a:ext uri="{FF2B5EF4-FFF2-40B4-BE49-F238E27FC236}">
                          <a16:creationId xmlns:a16="http://schemas.microsoft.com/office/drawing/2014/main" id="{555465A0-149D-4DDD-A769-6A15DB5AAC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0870" y="3547295"/>
                      <a:ext cx="12722" cy="22543"/>
                    </a:xfrm>
                    <a:custGeom>
                      <a:avLst/>
                      <a:gdLst>
                        <a:gd name="connsiteX0" fmla="*/ 1243 w 12722"/>
                        <a:gd name="connsiteY0" fmla="*/ 5 h 22543"/>
                        <a:gd name="connsiteX1" fmla="*/ 6101 w 12722"/>
                        <a:gd name="connsiteY1" fmla="*/ 3148 h 22543"/>
                        <a:gd name="connsiteX2" fmla="*/ 11054 w 12722"/>
                        <a:gd name="connsiteY2" fmla="*/ 11530 h 22543"/>
                        <a:gd name="connsiteX3" fmla="*/ 10768 w 12722"/>
                        <a:gd name="connsiteY3" fmla="*/ 22484 h 22543"/>
                        <a:gd name="connsiteX4" fmla="*/ 2767 w 12722"/>
                        <a:gd name="connsiteY4" fmla="*/ 10673 h 22543"/>
                        <a:gd name="connsiteX5" fmla="*/ 1243 w 12722"/>
                        <a:gd name="connsiteY5" fmla="*/ 5 h 22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722" h="22543">
                          <a:moveTo>
                            <a:pt x="1243" y="5"/>
                          </a:moveTo>
                          <a:cubicBezTo>
                            <a:pt x="2386" y="-90"/>
                            <a:pt x="4196" y="1148"/>
                            <a:pt x="6101" y="3148"/>
                          </a:cubicBezTo>
                          <a:cubicBezTo>
                            <a:pt x="7815" y="5339"/>
                            <a:pt x="9911" y="8101"/>
                            <a:pt x="11054" y="11530"/>
                          </a:cubicBezTo>
                          <a:cubicBezTo>
                            <a:pt x="13721" y="18103"/>
                            <a:pt x="12863" y="23151"/>
                            <a:pt x="10768" y="22484"/>
                          </a:cubicBezTo>
                          <a:cubicBezTo>
                            <a:pt x="8578" y="21913"/>
                            <a:pt x="5530" y="16483"/>
                            <a:pt x="2767" y="10673"/>
                          </a:cubicBezTo>
                          <a:cubicBezTo>
                            <a:pt x="196" y="4768"/>
                            <a:pt x="-1138" y="291"/>
                            <a:pt x="1243" y="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58" name="Forme libre : forme 15457">
                      <a:extLst>
                        <a:ext uri="{FF2B5EF4-FFF2-40B4-BE49-F238E27FC236}">
                          <a16:creationId xmlns:a16="http://schemas.microsoft.com/office/drawing/2014/main" id="{5602B3B1-0B1C-4022-A527-A4DA4341C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8721" y="3545068"/>
                      <a:ext cx="5122" cy="5661"/>
                    </a:xfrm>
                    <a:custGeom>
                      <a:avLst/>
                      <a:gdLst>
                        <a:gd name="connsiteX0" fmla="*/ 249 w 5122"/>
                        <a:gd name="connsiteY0" fmla="*/ 232 h 5661"/>
                        <a:gd name="connsiteX1" fmla="*/ 3773 w 5122"/>
                        <a:gd name="connsiteY1" fmla="*/ 1756 h 5661"/>
                        <a:gd name="connsiteX2" fmla="*/ 4821 w 5122"/>
                        <a:gd name="connsiteY2" fmla="*/ 5471 h 5661"/>
                        <a:gd name="connsiteX3" fmla="*/ 1487 w 5122"/>
                        <a:gd name="connsiteY3" fmla="*/ 3851 h 5661"/>
                        <a:gd name="connsiteX4" fmla="*/ 249 w 5122"/>
                        <a:gd name="connsiteY4" fmla="*/ 232 h 5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22" h="5661">
                          <a:moveTo>
                            <a:pt x="249" y="232"/>
                          </a:moveTo>
                          <a:cubicBezTo>
                            <a:pt x="820" y="-340"/>
                            <a:pt x="2535" y="137"/>
                            <a:pt x="3773" y="1756"/>
                          </a:cubicBezTo>
                          <a:cubicBezTo>
                            <a:pt x="5011" y="3280"/>
                            <a:pt x="5487" y="4899"/>
                            <a:pt x="4821" y="5471"/>
                          </a:cubicBezTo>
                          <a:cubicBezTo>
                            <a:pt x="4154" y="6042"/>
                            <a:pt x="2630" y="5280"/>
                            <a:pt x="1487" y="3851"/>
                          </a:cubicBezTo>
                          <a:cubicBezTo>
                            <a:pt x="344" y="2232"/>
                            <a:pt x="-418" y="803"/>
                            <a:pt x="249" y="2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59" name="Forme libre : forme 15458">
                      <a:extLst>
                        <a:ext uri="{FF2B5EF4-FFF2-40B4-BE49-F238E27FC236}">
                          <a16:creationId xmlns:a16="http://schemas.microsoft.com/office/drawing/2014/main" id="{C19CCC96-7A4B-4DE0-A276-A7E78925F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53136" y="3525173"/>
                      <a:ext cx="25875" cy="51211"/>
                    </a:xfrm>
                    <a:custGeom>
                      <a:avLst/>
                      <a:gdLst>
                        <a:gd name="connsiteX0" fmla="*/ 878 w 25875"/>
                        <a:gd name="connsiteY0" fmla="*/ 16888 h 51211"/>
                        <a:gd name="connsiteX1" fmla="*/ 1545 w 25875"/>
                        <a:gd name="connsiteY1" fmla="*/ 2601 h 51211"/>
                        <a:gd name="connsiteX2" fmla="*/ 7926 w 25875"/>
                        <a:gd name="connsiteY2" fmla="*/ 410 h 51211"/>
                        <a:gd name="connsiteX3" fmla="*/ 13832 w 25875"/>
                        <a:gd name="connsiteY3" fmla="*/ 6411 h 51211"/>
                        <a:gd name="connsiteX4" fmla="*/ 17737 w 25875"/>
                        <a:gd name="connsiteY4" fmla="*/ 25080 h 51211"/>
                        <a:gd name="connsiteX5" fmla="*/ 20880 w 25875"/>
                        <a:gd name="connsiteY5" fmla="*/ 31080 h 51211"/>
                        <a:gd name="connsiteX6" fmla="*/ 24595 w 25875"/>
                        <a:gd name="connsiteY6" fmla="*/ 40320 h 51211"/>
                        <a:gd name="connsiteX7" fmla="*/ 23452 w 25875"/>
                        <a:gd name="connsiteY7" fmla="*/ 50988 h 51211"/>
                        <a:gd name="connsiteX8" fmla="*/ 14403 w 25875"/>
                        <a:gd name="connsiteY8" fmla="*/ 40129 h 51211"/>
                        <a:gd name="connsiteX9" fmla="*/ 6498 w 25875"/>
                        <a:gd name="connsiteY9" fmla="*/ 29080 h 51211"/>
                        <a:gd name="connsiteX10" fmla="*/ 3164 w 25875"/>
                        <a:gd name="connsiteY10" fmla="*/ 22889 h 51211"/>
                        <a:gd name="connsiteX11" fmla="*/ 878 w 25875"/>
                        <a:gd name="connsiteY11" fmla="*/ 16888 h 51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5875" h="51211">
                          <a:moveTo>
                            <a:pt x="878" y="16888"/>
                          </a:moveTo>
                          <a:cubicBezTo>
                            <a:pt x="-551" y="11745"/>
                            <a:pt x="-170" y="6982"/>
                            <a:pt x="1545" y="2601"/>
                          </a:cubicBezTo>
                          <a:cubicBezTo>
                            <a:pt x="2116" y="982"/>
                            <a:pt x="3926" y="-828"/>
                            <a:pt x="7926" y="410"/>
                          </a:cubicBezTo>
                          <a:cubicBezTo>
                            <a:pt x="11355" y="1839"/>
                            <a:pt x="13356" y="4315"/>
                            <a:pt x="13832" y="6411"/>
                          </a:cubicBezTo>
                          <a:cubicBezTo>
                            <a:pt x="15642" y="12697"/>
                            <a:pt x="14689" y="18031"/>
                            <a:pt x="17737" y="25080"/>
                          </a:cubicBezTo>
                          <a:cubicBezTo>
                            <a:pt x="18118" y="26223"/>
                            <a:pt x="19642" y="28223"/>
                            <a:pt x="20880" y="31080"/>
                          </a:cubicBezTo>
                          <a:cubicBezTo>
                            <a:pt x="22309" y="33748"/>
                            <a:pt x="23643" y="37176"/>
                            <a:pt x="24595" y="40320"/>
                          </a:cubicBezTo>
                          <a:cubicBezTo>
                            <a:pt x="26500" y="46797"/>
                            <a:pt x="26405" y="52417"/>
                            <a:pt x="23452" y="50988"/>
                          </a:cubicBezTo>
                          <a:cubicBezTo>
                            <a:pt x="20499" y="49654"/>
                            <a:pt x="17451" y="44701"/>
                            <a:pt x="14403" y="40129"/>
                          </a:cubicBezTo>
                          <a:cubicBezTo>
                            <a:pt x="11641" y="36224"/>
                            <a:pt x="8498" y="31938"/>
                            <a:pt x="6498" y="29080"/>
                          </a:cubicBezTo>
                          <a:cubicBezTo>
                            <a:pt x="5260" y="26890"/>
                            <a:pt x="4021" y="25080"/>
                            <a:pt x="3164" y="22889"/>
                          </a:cubicBezTo>
                          <a:cubicBezTo>
                            <a:pt x="2116" y="20984"/>
                            <a:pt x="1354" y="18984"/>
                            <a:pt x="878" y="1688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12" name="Graphique 1">
                    <a:extLst>
                      <a:ext uri="{FF2B5EF4-FFF2-40B4-BE49-F238E27FC236}">
                        <a16:creationId xmlns:a16="http://schemas.microsoft.com/office/drawing/2014/main" id="{818281C9-EEF5-4F52-AC64-317F09260B02}"/>
                      </a:ext>
                    </a:extLst>
                  </p:cNvPr>
                  <p:cNvGrpSpPr/>
                  <p:nvPr/>
                </p:nvGrpSpPr>
                <p:grpSpPr>
                  <a:xfrm>
                    <a:off x="4491041" y="3496507"/>
                    <a:ext cx="154285" cy="61097"/>
                    <a:chOff x="4491041" y="3496507"/>
                    <a:chExt cx="154285" cy="61097"/>
                  </a:xfrm>
                  <a:solidFill>
                    <a:schemeClr val="accent1"/>
                  </a:solidFill>
                </p:grpSpPr>
                <p:sp>
                  <p:nvSpPr>
                    <p:cNvPr id="15436" name="Forme libre : forme 15435">
                      <a:extLst>
                        <a:ext uri="{FF2B5EF4-FFF2-40B4-BE49-F238E27FC236}">
                          <a16:creationId xmlns:a16="http://schemas.microsoft.com/office/drawing/2014/main" id="{04327C76-7BFF-423E-B45E-7AB6957353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1041" y="3496653"/>
                      <a:ext cx="154285" cy="60951"/>
                    </a:xfrm>
                    <a:custGeom>
                      <a:avLst/>
                      <a:gdLst>
                        <a:gd name="connsiteX0" fmla="*/ 53721 w 154285"/>
                        <a:gd name="connsiteY0" fmla="*/ 736 h 60951"/>
                        <a:gd name="connsiteX1" fmla="*/ 76581 w 154285"/>
                        <a:gd name="connsiteY1" fmla="*/ 1593 h 60951"/>
                        <a:gd name="connsiteX2" fmla="*/ 103346 w 154285"/>
                        <a:gd name="connsiteY2" fmla="*/ 260 h 60951"/>
                        <a:gd name="connsiteX3" fmla="*/ 121920 w 154285"/>
                        <a:gd name="connsiteY3" fmla="*/ 736 h 60951"/>
                        <a:gd name="connsiteX4" fmla="*/ 138017 w 154285"/>
                        <a:gd name="connsiteY4" fmla="*/ 4355 h 60951"/>
                        <a:gd name="connsiteX5" fmla="*/ 150781 w 154285"/>
                        <a:gd name="connsiteY5" fmla="*/ 11404 h 60951"/>
                        <a:gd name="connsiteX6" fmla="*/ 154210 w 154285"/>
                        <a:gd name="connsiteY6" fmla="*/ 19977 h 60951"/>
                        <a:gd name="connsiteX7" fmla="*/ 151924 w 154285"/>
                        <a:gd name="connsiteY7" fmla="*/ 35788 h 60951"/>
                        <a:gd name="connsiteX8" fmla="*/ 147828 w 154285"/>
                        <a:gd name="connsiteY8" fmla="*/ 43598 h 60951"/>
                        <a:gd name="connsiteX9" fmla="*/ 140112 w 154285"/>
                        <a:gd name="connsiteY9" fmla="*/ 50171 h 60951"/>
                        <a:gd name="connsiteX10" fmla="*/ 126016 w 154285"/>
                        <a:gd name="connsiteY10" fmla="*/ 55695 h 60951"/>
                        <a:gd name="connsiteX11" fmla="*/ 107728 w 154285"/>
                        <a:gd name="connsiteY11" fmla="*/ 58838 h 60951"/>
                        <a:gd name="connsiteX12" fmla="*/ 78677 w 154285"/>
                        <a:gd name="connsiteY12" fmla="*/ 60744 h 60951"/>
                        <a:gd name="connsiteX13" fmla="*/ 45625 w 154285"/>
                        <a:gd name="connsiteY13" fmla="*/ 59696 h 60951"/>
                        <a:gd name="connsiteX14" fmla="*/ 32195 w 154285"/>
                        <a:gd name="connsiteY14" fmla="*/ 56553 h 60951"/>
                        <a:gd name="connsiteX15" fmla="*/ 28860 w 154285"/>
                        <a:gd name="connsiteY15" fmla="*/ 55410 h 60951"/>
                        <a:gd name="connsiteX16" fmla="*/ 24955 w 154285"/>
                        <a:gd name="connsiteY16" fmla="*/ 53504 h 60951"/>
                        <a:gd name="connsiteX17" fmla="*/ 17716 w 154285"/>
                        <a:gd name="connsiteY17" fmla="*/ 49313 h 60951"/>
                        <a:gd name="connsiteX18" fmla="*/ 6763 w 154285"/>
                        <a:gd name="connsiteY18" fmla="*/ 38455 h 60951"/>
                        <a:gd name="connsiteX19" fmla="*/ 1238 w 154285"/>
                        <a:gd name="connsiteY19" fmla="*/ 26549 h 60951"/>
                        <a:gd name="connsiteX20" fmla="*/ 0 w 154285"/>
                        <a:gd name="connsiteY20" fmla="*/ 16071 h 60951"/>
                        <a:gd name="connsiteX21" fmla="*/ 2000 w 154285"/>
                        <a:gd name="connsiteY21" fmla="*/ 8737 h 60951"/>
                        <a:gd name="connsiteX22" fmla="*/ 9239 w 154285"/>
                        <a:gd name="connsiteY22" fmla="*/ 2450 h 60951"/>
                        <a:gd name="connsiteX23" fmla="*/ 25622 w 154285"/>
                        <a:gd name="connsiteY23" fmla="*/ 260 h 60951"/>
                        <a:gd name="connsiteX24" fmla="*/ 34480 w 154285"/>
                        <a:gd name="connsiteY24" fmla="*/ 1307 h 60951"/>
                        <a:gd name="connsiteX25" fmla="*/ 38385 w 154285"/>
                        <a:gd name="connsiteY25" fmla="*/ 2546 h 60951"/>
                        <a:gd name="connsiteX26" fmla="*/ 41910 w 154285"/>
                        <a:gd name="connsiteY26" fmla="*/ 2641 h 60951"/>
                        <a:gd name="connsiteX27" fmla="*/ 46577 w 154285"/>
                        <a:gd name="connsiteY27" fmla="*/ 927 h 60951"/>
                        <a:gd name="connsiteX28" fmla="*/ 47244 w 154285"/>
                        <a:gd name="connsiteY28" fmla="*/ 450 h 60951"/>
                        <a:gd name="connsiteX29" fmla="*/ 47530 w 154285"/>
                        <a:gd name="connsiteY29" fmla="*/ 260 h 60951"/>
                        <a:gd name="connsiteX30" fmla="*/ 48577 w 154285"/>
                        <a:gd name="connsiteY30" fmla="*/ 260 h 60951"/>
                        <a:gd name="connsiteX31" fmla="*/ 53721 w 154285"/>
                        <a:gd name="connsiteY31" fmla="*/ 736 h 60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154285" h="60951">
                          <a:moveTo>
                            <a:pt x="53721" y="736"/>
                          </a:moveTo>
                          <a:cubicBezTo>
                            <a:pt x="59627" y="1784"/>
                            <a:pt x="68294" y="1688"/>
                            <a:pt x="76581" y="1593"/>
                          </a:cubicBezTo>
                          <a:cubicBezTo>
                            <a:pt x="85249" y="1307"/>
                            <a:pt x="94202" y="831"/>
                            <a:pt x="103346" y="260"/>
                          </a:cubicBezTo>
                          <a:cubicBezTo>
                            <a:pt x="109823" y="-217"/>
                            <a:pt x="116014" y="-26"/>
                            <a:pt x="121920" y="736"/>
                          </a:cubicBezTo>
                          <a:cubicBezTo>
                            <a:pt x="127921" y="1498"/>
                            <a:pt x="132493" y="2546"/>
                            <a:pt x="138017" y="4355"/>
                          </a:cubicBezTo>
                          <a:cubicBezTo>
                            <a:pt x="143732" y="6070"/>
                            <a:pt x="148018" y="8451"/>
                            <a:pt x="150781" y="11404"/>
                          </a:cubicBezTo>
                          <a:cubicBezTo>
                            <a:pt x="153543" y="14166"/>
                            <a:pt x="154591" y="17119"/>
                            <a:pt x="154210" y="19977"/>
                          </a:cubicBezTo>
                          <a:lnTo>
                            <a:pt x="151924" y="35788"/>
                          </a:lnTo>
                          <a:cubicBezTo>
                            <a:pt x="151543" y="38645"/>
                            <a:pt x="149923" y="41312"/>
                            <a:pt x="147828" y="43598"/>
                          </a:cubicBezTo>
                          <a:cubicBezTo>
                            <a:pt x="145732" y="45789"/>
                            <a:pt x="143065" y="48170"/>
                            <a:pt x="140112" y="50171"/>
                          </a:cubicBezTo>
                          <a:cubicBezTo>
                            <a:pt x="136970" y="52171"/>
                            <a:pt x="131254" y="54266"/>
                            <a:pt x="126016" y="55695"/>
                          </a:cubicBezTo>
                          <a:cubicBezTo>
                            <a:pt x="120491" y="57219"/>
                            <a:pt x="114205" y="58362"/>
                            <a:pt x="107728" y="58838"/>
                          </a:cubicBezTo>
                          <a:cubicBezTo>
                            <a:pt x="98298" y="59600"/>
                            <a:pt x="88678" y="60267"/>
                            <a:pt x="78677" y="60744"/>
                          </a:cubicBezTo>
                          <a:cubicBezTo>
                            <a:pt x="68294" y="60934"/>
                            <a:pt x="58198" y="61410"/>
                            <a:pt x="45625" y="59696"/>
                          </a:cubicBezTo>
                          <a:cubicBezTo>
                            <a:pt x="41624" y="59410"/>
                            <a:pt x="36576" y="57981"/>
                            <a:pt x="32195" y="56553"/>
                          </a:cubicBezTo>
                          <a:cubicBezTo>
                            <a:pt x="31052" y="56171"/>
                            <a:pt x="30099" y="55886"/>
                            <a:pt x="28860" y="55410"/>
                          </a:cubicBezTo>
                          <a:cubicBezTo>
                            <a:pt x="27527" y="54743"/>
                            <a:pt x="26289" y="54171"/>
                            <a:pt x="24955" y="53504"/>
                          </a:cubicBezTo>
                          <a:cubicBezTo>
                            <a:pt x="22384" y="52171"/>
                            <a:pt x="20002" y="50742"/>
                            <a:pt x="17716" y="49313"/>
                          </a:cubicBezTo>
                          <a:cubicBezTo>
                            <a:pt x="13430" y="45980"/>
                            <a:pt x="9525" y="42265"/>
                            <a:pt x="6763" y="38455"/>
                          </a:cubicBezTo>
                          <a:cubicBezTo>
                            <a:pt x="4286" y="34264"/>
                            <a:pt x="2191" y="30454"/>
                            <a:pt x="1238" y="26549"/>
                          </a:cubicBezTo>
                          <a:cubicBezTo>
                            <a:pt x="381" y="22644"/>
                            <a:pt x="0" y="19024"/>
                            <a:pt x="0" y="16071"/>
                          </a:cubicBezTo>
                          <a:cubicBezTo>
                            <a:pt x="190" y="13119"/>
                            <a:pt x="1143" y="10737"/>
                            <a:pt x="2000" y="8737"/>
                          </a:cubicBezTo>
                          <a:cubicBezTo>
                            <a:pt x="3810" y="4832"/>
                            <a:pt x="6286" y="2831"/>
                            <a:pt x="9239" y="2450"/>
                          </a:cubicBezTo>
                          <a:lnTo>
                            <a:pt x="25622" y="260"/>
                          </a:lnTo>
                          <a:cubicBezTo>
                            <a:pt x="28575" y="-121"/>
                            <a:pt x="31623" y="545"/>
                            <a:pt x="34480" y="1307"/>
                          </a:cubicBezTo>
                          <a:cubicBezTo>
                            <a:pt x="35909" y="1688"/>
                            <a:pt x="37147" y="2355"/>
                            <a:pt x="38385" y="2546"/>
                          </a:cubicBezTo>
                          <a:cubicBezTo>
                            <a:pt x="39719" y="2641"/>
                            <a:pt x="40862" y="2736"/>
                            <a:pt x="41910" y="2641"/>
                          </a:cubicBezTo>
                          <a:cubicBezTo>
                            <a:pt x="44386" y="2260"/>
                            <a:pt x="45529" y="1784"/>
                            <a:pt x="46577" y="927"/>
                          </a:cubicBezTo>
                          <a:lnTo>
                            <a:pt x="47244" y="450"/>
                          </a:lnTo>
                          <a:lnTo>
                            <a:pt x="47530" y="260"/>
                          </a:lnTo>
                          <a:cubicBezTo>
                            <a:pt x="47720" y="260"/>
                            <a:pt x="48292" y="260"/>
                            <a:pt x="48577" y="260"/>
                          </a:cubicBezTo>
                          <a:cubicBezTo>
                            <a:pt x="50006" y="164"/>
                            <a:pt x="51149" y="641"/>
                            <a:pt x="53721" y="73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37" name="Forme libre : forme 15436">
                      <a:extLst>
                        <a:ext uri="{FF2B5EF4-FFF2-40B4-BE49-F238E27FC236}">
                          <a16:creationId xmlns:a16="http://schemas.microsoft.com/office/drawing/2014/main" id="{E9A644EC-9929-4E73-8A51-95CE13165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5711" y="3496507"/>
                      <a:ext cx="129425" cy="26885"/>
                    </a:xfrm>
                    <a:custGeom>
                      <a:avLst/>
                      <a:gdLst>
                        <a:gd name="connsiteX0" fmla="*/ 70199 w 129425"/>
                        <a:gd name="connsiteY0" fmla="*/ 20313 h 26885"/>
                        <a:gd name="connsiteX1" fmla="*/ 102489 w 129425"/>
                        <a:gd name="connsiteY1" fmla="*/ 18504 h 26885"/>
                        <a:gd name="connsiteX2" fmla="*/ 128302 w 129425"/>
                        <a:gd name="connsiteY2" fmla="*/ 26886 h 26885"/>
                        <a:gd name="connsiteX3" fmla="*/ 129350 w 129425"/>
                        <a:gd name="connsiteY3" fmla="*/ 20028 h 26885"/>
                        <a:gd name="connsiteX4" fmla="*/ 125921 w 129425"/>
                        <a:gd name="connsiteY4" fmla="*/ 11455 h 26885"/>
                        <a:gd name="connsiteX5" fmla="*/ 113157 w 129425"/>
                        <a:gd name="connsiteY5" fmla="*/ 4406 h 26885"/>
                        <a:gd name="connsiteX6" fmla="*/ 97060 w 129425"/>
                        <a:gd name="connsiteY6" fmla="*/ 787 h 26885"/>
                        <a:gd name="connsiteX7" fmla="*/ 78486 w 129425"/>
                        <a:gd name="connsiteY7" fmla="*/ 311 h 26885"/>
                        <a:gd name="connsiteX8" fmla="*/ 51721 w 129425"/>
                        <a:gd name="connsiteY8" fmla="*/ 1644 h 26885"/>
                        <a:gd name="connsiteX9" fmla="*/ 28861 w 129425"/>
                        <a:gd name="connsiteY9" fmla="*/ 787 h 26885"/>
                        <a:gd name="connsiteX10" fmla="*/ 23527 w 129425"/>
                        <a:gd name="connsiteY10" fmla="*/ 120 h 26885"/>
                        <a:gd name="connsiteX11" fmla="*/ 22479 w 129425"/>
                        <a:gd name="connsiteY11" fmla="*/ 120 h 26885"/>
                        <a:gd name="connsiteX12" fmla="*/ 22193 w 129425"/>
                        <a:gd name="connsiteY12" fmla="*/ 311 h 26885"/>
                        <a:gd name="connsiteX13" fmla="*/ 21527 w 129425"/>
                        <a:gd name="connsiteY13" fmla="*/ 787 h 26885"/>
                        <a:gd name="connsiteX14" fmla="*/ 16859 w 129425"/>
                        <a:gd name="connsiteY14" fmla="*/ 2502 h 26885"/>
                        <a:gd name="connsiteX15" fmla="*/ 13335 w 129425"/>
                        <a:gd name="connsiteY15" fmla="*/ 2406 h 26885"/>
                        <a:gd name="connsiteX16" fmla="*/ 9430 w 129425"/>
                        <a:gd name="connsiteY16" fmla="*/ 1168 h 26885"/>
                        <a:gd name="connsiteX17" fmla="*/ 571 w 129425"/>
                        <a:gd name="connsiteY17" fmla="*/ 120 h 26885"/>
                        <a:gd name="connsiteX18" fmla="*/ 0 w 129425"/>
                        <a:gd name="connsiteY18" fmla="*/ 215 h 26885"/>
                        <a:gd name="connsiteX19" fmla="*/ 7906 w 129425"/>
                        <a:gd name="connsiteY19" fmla="*/ 15741 h 26885"/>
                        <a:gd name="connsiteX20" fmla="*/ 15430 w 129425"/>
                        <a:gd name="connsiteY20" fmla="*/ 19932 h 26885"/>
                        <a:gd name="connsiteX21" fmla="*/ 25241 w 129425"/>
                        <a:gd name="connsiteY21" fmla="*/ 22123 h 26885"/>
                        <a:gd name="connsiteX22" fmla="*/ 36005 w 129425"/>
                        <a:gd name="connsiteY22" fmla="*/ 22980 h 26885"/>
                        <a:gd name="connsiteX23" fmla="*/ 47149 w 129425"/>
                        <a:gd name="connsiteY23" fmla="*/ 22790 h 26885"/>
                        <a:gd name="connsiteX24" fmla="*/ 70199 w 129425"/>
                        <a:gd name="connsiteY24" fmla="*/ 20313 h 26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29425" h="26885">
                          <a:moveTo>
                            <a:pt x="70199" y="20313"/>
                          </a:moveTo>
                          <a:cubicBezTo>
                            <a:pt x="81058" y="18313"/>
                            <a:pt x="92297" y="17646"/>
                            <a:pt x="102489" y="18504"/>
                          </a:cubicBezTo>
                          <a:cubicBezTo>
                            <a:pt x="112300" y="19075"/>
                            <a:pt x="122968" y="21933"/>
                            <a:pt x="128302" y="26886"/>
                          </a:cubicBezTo>
                          <a:lnTo>
                            <a:pt x="129350" y="20028"/>
                          </a:lnTo>
                          <a:cubicBezTo>
                            <a:pt x="129730" y="17170"/>
                            <a:pt x="128683" y="14312"/>
                            <a:pt x="125921" y="11455"/>
                          </a:cubicBezTo>
                          <a:cubicBezTo>
                            <a:pt x="123158" y="8502"/>
                            <a:pt x="118872" y="6216"/>
                            <a:pt x="113157" y="4406"/>
                          </a:cubicBezTo>
                          <a:cubicBezTo>
                            <a:pt x="107633" y="2692"/>
                            <a:pt x="103156" y="1549"/>
                            <a:pt x="97060" y="787"/>
                          </a:cubicBezTo>
                          <a:cubicBezTo>
                            <a:pt x="91250" y="120"/>
                            <a:pt x="85058" y="-70"/>
                            <a:pt x="78486" y="311"/>
                          </a:cubicBezTo>
                          <a:cubicBezTo>
                            <a:pt x="69342" y="882"/>
                            <a:pt x="60389" y="1359"/>
                            <a:pt x="51721" y="1644"/>
                          </a:cubicBezTo>
                          <a:cubicBezTo>
                            <a:pt x="43434" y="1739"/>
                            <a:pt x="34766" y="1835"/>
                            <a:pt x="28861" y="787"/>
                          </a:cubicBezTo>
                          <a:cubicBezTo>
                            <a:pt x="26289" y="596"/>
                            <a:pt x="25146" y="120"/>
                            <a:pt x="23527" y="120"/>
                          </a:cubicBezTo>
                          <a:cubicBezTo>
                            <a:pt x="23146" y="120"/>
                            <a:pt x="22670" y="120"/>
                            <a:pt x="22479" y="120"/>
                          </a:cubicBezTo>
                          <a:lnTo>
                            <a:pt x="22193" y="311"/>
                          </a:lnTo>
                          <a:lnTo>
                            <a:pt x="21527" y="787"/>
                          </a:lnTo>
                          <a:cubicBezTo>
                            <a:pt x="20479" y="1644"/>
                            <a:pt x="19336" y="2121"/>
                            <a:pt x="16859" y="2502"/>
                          </a:cubicBezTo>
                          <a:cubicBezTo>
                            <a:pt x="15812" y="2597"/>
                            <a:pt x="14669" y="2502"/>
                            <a:pt x="13335" y="2406"/>
                          </a:cubicBezTo>
                          <a:cubicBezTo>
                            <a:pt x="12097" y="2216"/>
                            <a:pt x="10859" y="1454"/>
                            <a:pt x="9430" y="1168"/>
                          </a:cubicBezTo>
                          <a:cubicBezTo>
                            <a:pt x="6668" y="311"/>
                            <a:pt x="3524" y="-261"/>
                            <a:pt x="571" y="120"/>
                          </a:cubicBezTo>
                          <a:lnTo>
                            <a:pt x="0" y="215"/>
                          </a:lnTo>
                          <a:cubicBezTo>
                            <a:pt x="1143" y="6883"/>
                            <a:pt x="3524" y="11931"/>
                            <a:pt x="7906" y="15741"/>
                          </a:cubicBezTo>
                          <a:cubicBezTo>
                            <a:pt x="10096" y="17646"/>
                            <a:pt x="12668" y="18789"/>
                            <a:pt x="15430" y="19932"/>
                          </a:cubicBezTo>
                          <a:cubicBezTo>
                            <a:pt x="18574" y="20694"/>
                            <a:pt x="21717" y="21837"/>
                            <a:pt x="25241" y="22123"/>
                          </a:cubicBezTo>
                          <a:cubicBezTo>
                            <a:pt x="28766" y="22599"/>
                            <a:pt x="32290" y="22980"/>
                            <a:pt x="36005" y="22980"/>
                          </a:cubicBezTo>
                          <a:cubicBezTo>
                            <a:pt x="39624" y="23171"/>
                            <a:pt x="43339" y="23076"/>
                            <a:pt x="47149" y="22790"/>
                          </a:cubicBezTo>
                          <a:cubicBezTo>
                            <a:pt x="54959" y="22695"/>
                            <a:pt x="62579" y="21647"/>
                            <a:pt x="70199" y="2031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38" name="Forme libre : forme 15437">
                      <a:extLst>
                        <a:ext uri="{FF2B5EF4-FFF2-40B4-BE49-F238E27FC236}">
                          <a16:creationId xmlns:a16="http://schemas.microsoft.com/office/drawing/2014/main" id="{F821842E-B826-4458-A47E-96D8392BF5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5043" y="3515366"/>
                      <a:ext cx="67637" cy="22313"/>
                    </a:xfrm>
                    <a:custGeom>
                      <a:avLst/>
                      <a:gdLst>
                        <a:gd name="connsiteX0" fmla="*/ 384 w 67637"/>
                        <a:gd name="connsiteY0" fmla="*/ 5931 h 22313"/>
                        <a:gd name="connsiteX1" fmla="*/ 4384 w 67637"/>
                        <a:gd name="connsiteY1" fmla="*/ 2883 h 22313"/>
                        <a:gd name="connsiteX2" fmla="*/ 11337 w 67637"/>
                        <a:gd name="connsiteY2" fmla="*/ 1168 h 22313"/>
                        <a:gd name="connsiteX3" fmla="*/ 21053 w 67637"/>
                        <a:gd name="connsiteY3" fmla="*/ 311 h 22313"/>
                        <a:gd name="connsiteX4" fmla="*/ 33436 w 67637"/>
                        <a:gd name="connsiteY4" fmla="*/ 25 h 22313"/>
                        <a:gd name="connsiteX5" fmla="*/ 67630 w 67637"/>
                        <a:gd name="connsiteY5" fmla="*/ 9645 h 22313"/>
                        <a:gd name="connsiteX6" fmla="*/ 33340 w 67637"/>
                        <a:gd name="connsiteY6" fmla="*/ 22314 h 22313"/>
                        <a:gd name="connsiteX7" fmla="*/ 19148 w 67637"/>
                        <a:gd name="connsiteY7" fmla="*/ 20885 h 22313"/>
                        <a:gd name="connsiteX8" fmla="*/ 7718 w 67637"/>
                        <a:gd name="connsiteY8" fmla="*/ 16694 h 22313"/>
                        <a:gd name="connsiteX9" fmla="*/ 1050 w 67637"/>
                        <a:gd name="connsiteY9" fmla="*/ 10979 h 22313"/>
                        <a:gd name="connsiteX10" fmla="*/ 384 w 67637"/>
                        <a:gd name="connsiteY10" fmla="*/ 5931 h 22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637" h="22313">
                          <a:moveTo>
                            <a:pt x="384" y="5931"/>
                          </a:moveTo>
                          <a:cubicBezTo>
                            <a:pt x="1050" y="4597"/>
                            <a:pt x="2574" y="3645"/>
                            <a:pt x="4384" y="2883"/>
                          </a:cubicBezTo>
                          <a:cubicBezTo>
                            <a:pt x="6004" y="2311"/>
                            <a:pt x="8575" y="1549"/>
                            <a:pt x="11337" y="1168"/>
                          </a:cubicBezTo>
                          <a:cubicBezTo>
                            <a:pt x="13909" y="978"/>
                            <a:pt x="17528" y="311"/>
                            <a:pt x="21053" y="311"/>
                          </a:cubicBezTo>
                          <a:cubicBezTo>
                            <a:pt x="24767" y="120"/>
                            <a:pt x="28959" y="-70"/>
                            <a:pt x="33436" y="25"/>
                          </a:cubicBezTo>
                          <a:cubicBezTo>
                            <a:pt x="51437" y="25"/>
                            <a:pt x="67249" y="3454"/>
                            <a:pt x="67630" y="9645"/>
                          </a:cubicBezTo>
                          <a:cubicBezTo>
                            <a:pt x="68011" y="15646"/>
                            <a:pt x="53152" y="22123"/>
                            <a:pt x="33340" y="22314"/>
                          </a:cubicBezTo>
                          <a:cubicBezTo>
                            <a:pt x="28387" y="22219"/>
                            <a:pt x="23529" y="21837"/>
                            <a:pt x="19148" y="20885"/>
                          </a:cubicBezTo>
                          <a:cubicBezTo>
                            <a:pt x="14671" y="19742"/>
                            <a:pt x="10861" y="18694"/>
                            <a:pt x="7718" y="16694"/>
                          </a:cubicBezTo>
                          <a:cubicBezTo>
                            <a:pt x="4575" y="14884"/>
                            <a:pt x="2289" y="13170"/>
                            <a:pt x="1050" y="10979"/>
                          </a:cubicBezTo>
                          <a:cubicBezTo>
                            <a:pt x="-93" y="8979"/>
                            <a:pt x="-283" y="7264"/>
                            <a:pt x="384" y="5931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39" name="Forme libre : forme 15438">
                      <a:extLst>
                        <a:ext uri="{FF2B5EF4-FFF2-40B4-BE49-F238E27FC236}">
                          <a16:creationId xmlns:a16="http://schemas.microsoft.com/office/drawing/2014/main" id="{DF13E258-6B30-4035-B497-C949D9D524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4381" y="3515442"/>
                      <a:ext cx="48397" cy="19761"/>
                    </a:xfrm>
                    <a:custGeom>
                      <a:avLst/>
                      <a:gdLst>
                        <a:gd name="connsiteX0" fmla="*/ 33814 w 48397"/>
                        <a:gd name="connsiteY0" fmla="*/ 19761 h 19761"/>
                        <a:gd name="connsiteX1" fmla="*/ 48387 w 48397"/>
                        <a:gd name="connsiteY1" fmla="*/ 9665 h 19761"/>
                        <a:gd name="connsiteX2" fmla="*/ 14192 w 48397"/>
                        <a:gd name="connsiteY2" fmla="*/ 45 h 19761"/>
                        <a:gd name="connsiteX3" fmla="*/ 0 w 48397"/>
                        <a:gd name="connsiteY3" fmla="*/ 426 h 19761"/>
                        <a:gd name="connsiteX4" fmla="*/ 7715 w 48397"/>
                        <a:gd name="connsiteY4" fmla="*/ 1759 h 19761"/>
                        <a:gd name="connsiteX5" fmla="*/ 26384 w 48397"/>
                        <a:gd name="connsiteY5" fmla="*/ 9379 h 19761"/>
                        <a:gd name="connsiteX6" fmla="*/ 33814 w 48397"/>
                        <a:gd name="connsiteY6" fmla="*/ 19761 h 197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397" h="19761">
                          <a:moveTo>
                            <a:pt x="33814" y="19761"/>
                          </a:moveTo>
                          <a:cubicBezTo>
                            <a:pt x="42958" y="17285"/>
                            <a:pt x="48673" y="13380"/>
                            <a:pt x="48387" y="9665"/>
                          </a:cubicBezTo>
                          <a:cubicBezTo>
                            <a:pt x="48006" y="3474"/>
                            <a:pt x="32099" y="-51"/>
                            <a:pt x="14192" y="45"/>
                          </a:cubicBezTo>
                          <a:cubicBezTo>
                            <a:pt x="9049" y="-146"/>
                            <a:pt x="4000" y="330"/>
                            <a:pt x="0" y="426"/>
                          </a:cubicBezTo>
                          <a:cubicBezTo>
                            <a:pt x="2477" y="902"/>
                            <a:pt x="5049" y="1188"/>
                            <a:pt x="7715" y="1759"/>
                          </a:cubicBezTo>
                          <a:cubicBezTo>
                            <a:pt x="14669" y="3950"/>
                            <a:pt x="21527" y="6236"/>
                            <a:pt x="26384" y="9379"/>
                          </a:cubicBezTo>
                          <a:cubicBezTo>
                            <a:pt x="31242" y="12427"/>
                            <a:pt x="34195" y="15951"/>
                            <a:pt x="33814" y="19761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40" name="Forme libre : forme 15439">
                      <a:extLst>
                        <a:ext uri="{FF2B5EF4-FFF2-40B4-BE49-F238E27FC236}">
                          <a16:creationId xmlns:a16="http://schemas.microsoft.com/office/drawing/2014/main" id="{66F2BDD1-99ED-43EE-8138-FC1A75651E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200" y="3512735"/>
                      <a:ext cx="66051" cy="22472"/>
                    </a:xfrm>
                    <a:custGeom>
                      <a:avLst/>
                      <a:gdLst>
                        <a:gd name="connsiteX0" fmla="*/ 703 w 66051"/>
                        <a:gd name="connsiteY0" fmla="*/ 4942 h 22472"/>
                        <a:gd name="connsiteX1" fmla="*/ 4894 w 66051"/>
                        <a:gd name="connsiteY1" fmla="*/ 2180 h 22472"/>
                        <a:gd name="connsiteX2" fmla="*/ 11180 w 66051"/>
                        <a:gd name="connsiteY2" fmla="*/ 751 h 22472"/>
                        <a:gd name="connsiteX3" fmla="*/ 20325 w 66051"/>
                        <a:gd name="connsiteY3" fmla="*/ 85 h 22472"/>
                        <a:gd name="connsiteX4" fmla="*/ 32231 w 66051"/>
                        <a:gd name="connsiteY4" fmla="*/ 85 h 22472"/>
                        <a:gd name="connsiteX5" fmla="*/ 66045 w 66051"/>
                        <a:gd name="connsiteY5" fmla="*/ 10086 h 22472"/>
                        <a:gd name="connsiteX6" fmla="*/ 31754 w 66051"/>
                        <a:gd name="connsiteY6" fmla="*/ 22468 h 22472"/>
                        <a:gd name="connsiteX7" fmla="*/ 17753 w 66051"/>
                        <a:gd name="connsiteY7" fmla="*/ 20659 h 22472"/>
                        <a:gd name="connsiteX8" fmla="*/ 6704 w 66051"/>
                        <a:gd name="connsiteY8" fmla="*/ 16087 h 22472"/>
                        <a:gd name="connsiteX9" fmla="*/ 798 w 66051"/>
                        <a:gd name="connsiteY9" fmla="*/ 9991 h 22472"/>
                        <a:gd name="connsiteX10" fmla="*/ 703 w 66051"/>
                        <a:gd name="connsiteY10" fmla="*/ 4942 h 224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6051" h="22472">
                          <a:moveTo>
                            <a:pt x="703" y="4942"/>
                          </a:moveTo>
                          <a:cubicBezTo>
                            <a:pt x="1560" y="3704"/>
                            <a:pt x="2989" y="2942"/>
                            <a:pt x="4894" y="2180"/>
                          </a:cubicBezTo>
                          <a:cubicBezTo>
                            <a:pt x="6894" y="1418"/>
                            <a:pt x="8418" y="1228"/>
                            <a:pt x="11180" y="751"/>
                          </a:cubicBezTo>
                          <a:cubicBezTo>
                            <a:pt x="13943" y="370"/>
                            <a:pt x="16610" y="370"/>
                            <a:pt x="20325" y="85"/>
                          </a:cubicBezTo>
                          <a:cubicBezTo>
                            <a:pt x="23754" y="85"/>
                            <a:pt x="27849" y="-106"/>
                            <a:pt x="32231" y="85"/>
                          </a:cubicBezTo>
                          <a:cubicBezTo>
                            <a:pt x="49757" y="370"/>
                            <a:pt x="65663" y="3800"/>
                            <a:pt x="66045" y="10086"/>
                          </a:cubicBezTo>
                          <a:cubicBezTo>
                            <a:pt x="66425" y="15991"/>
                            <a:pt x="51566" y="22659"/>
                            <a:pt x="31754" y="22468"/>
                          </a:cubicBezTo>
                          <a:cubicBezTo>
                            <a:pt x="26802" y="22278"/>
                            <a:pt x="22039" y="21897"/>
                            <a:pt x="17753" y="20659"/>
                          </a:cubicBezTo>
                          <a:cubicBezTo>
                            <a:pt x="13466" y="19801"/>
                            <a:pt x="9657" y="17801"/>
                            <a:pt x="6704" y="16087"/>
                          </a:cubicBezTo>
                          <a:cubicBezTo>
                            <a:pt x="3751" y="14372"/>
                            <a:pt x="1751" y="11705"/>
                            <a:pt x="798" y="9991"/>
                          </a:cubicBezTo>
                          <a:cubicBezTo>
                            <a:pt x="-345" y="8086"/>
                            <a:pt x="-154" y="6276"/>
                            <a:pt x="703" y="494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41" name="Forme libre : forme 15440">
                      <a:extLst>
                        <a:ext uri="{FF2B5EF4-FFF2-40B4-BE49-F238E27FC236}">
                          <a16:creationId xmlns:a16="http://schemas.microsoft.com/office/drawing/2014/main" id="{5DC81ADC-4EF8-411D-92CB-0C3E24BFE0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9482" y="3502619"/>
                      <a:ext cx="83339" cy="38857"/>
                    </a:xfrm>
                    <a:custGeom>
                      <a:avLst/>
                      <a:gdLst>
                        <a:gd name="connsiteX0" fmla="*/ 82338 w 83339"/>
                        <a:gd name="connsiteY0" fmla="*/ 18868 h 38857"/>
                        <a:gd name="connsiteX1" fmla="*/ 79290 w 83339"/>
                        <a:gd name="connsiteY1" fmla="*/ 8867 h 38857"/>
                        <a:gd name="connsiteX2" fmla="*/ 44143 w 83339"/>
                        <a:gd name="connsiteY2" fmla="*/ 199 h 38857"/>
                        <a:gd name="connsiteX3" fmla="*/ 10996 w 83339"/>
                        <a:gd name="connsiteY3" fmla="*/ 2104 h 38857"/>
                        <a:gd name="connsiteX4" fmla="*/ 2518 w 83339"/>
                        <a:gd name="connsiteY4" fmla="*/ 5533 h 38857"/>
                        <a:gd name="connsiteX5" fmla="*/ 328 w 83339"/>
                        <a:gd name="connsiteY5" fmla="*/ 11058 h 38857"/>
                        <a:gd name="connsiteX6" fmla="*/ 10520 w 83339"/>
                        <a:gd name="connsiteY6" fmla="*/ 17344 h 38857"/>
                        <a:gd name="connsiteX7" fmla="*/ 39666 w 83339"/>
                        <a:gd name="connsiteY7" fmla="*/ 29250 h 38857"/>
                        <a:gd name="connsiteX8" fmla="*/ 74813 w 83339"/>
                        <a:gd name="connsiteY8" fmla="*/ 37918 h 38857"/>
                        <a:gd name="connsiteX9" fmla="*/ 82338 w 83339"/>
                        <a:gd name="connsiteY9" fmla="*/ 18868 h 38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3339" h="38857">
                          <a:moveTo>
                            <a:pt x="82338" y="18868"/>
                          </a:moveTo>
                          <a:cubicBezTo>
                            <a:pt x="82338" y="15439"/>
                            <a:pt x="82243" y="11820"/>
                            <a:pt x="79290" y="8867"/>
                          </a:cubicBezTo>
                          <a:cubicBezTo>
                            <a:pt x="73575" y="3056"/>
                            <a:pt x="58240" y="770"/>
                            <a:pt x="44143" y="199"/>
                          </a:cubicBezTo>
                          <a:cubicBezTo>
                            <a:pt x="32427" y="-372"/>
                            <a:pt x="19949" y="294"/>
                            <a:pt x="10996" y="2104"/>
                          </a:cubicBezTo>
                          <a:cubicBezTo>
                            <a:pt x="7376" y="2961"/>
                            <a:pt x="4710" y="3914"/>
                            <a:pt x="2518" y="5533"/>
                          </a:cubicBezTo>
                          <a:cubicBezTo>
                            <a:pt x="328" y="7152"/>
                            <a:pt x="-530" y="8867"/>
                            <a:pt x="328" y="11058"/>
                          </a:cubicBezTo>
                          <a:cubicBezTo>
                            <a:pt x="1756" y="13534"/>
                            <a:pt x="6043" y="15820"/>
                            <a:pt x="10520" y="17344"/>
                          </a:cubicBezTo>
                          <a:cubicBezTo>
                            <a:pt x="20902" y="21345"/>
                            <a:pt x="31189" y="24869"/>
                            <a:pt x="39666" y="29250"/>
                          </a:cubicBezTo>
                          <a:cubicBezTo>
                            <a:pt x="46905" y="32965"/>
                            <a:pt x="60621" y="41728"/>
                            <a:pt x="74813" y="37918"/>
                          </a:cubicBezTo>
                          <a:cubicBezTo>
                            <a:pt x="87386" y="34679"/>
                            <a:pt x="82338" y="23630"/>
                            <a:pt x="82338" y="1886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42" name="Forme libre : forme 15441">
                      <a:extLst>
                        <a:ext uri="{FF2B5EF4-FFF2-40B4-BE49-F238E27FC236}">
                          <a16:creationId xmlns:a16="http://schemas.microsoft.com/office/drawing/2014/main" id="{2F1F8184-7DE6-499B-AEF0-F1C85DCF3D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0471" y="3530666"/>
                      <a:ext cx="27918" cy="12484"/>
                    </a:xfrm>
                    <a:custGeom>
                      <a:avLst/>
                      <a:gdLst>
                        <a:gd name="connsiteX0" fmla="*/ 26394 w 27918"/>
                        <a:gd name="connsiteY0" fmla="*/ 4347 h 12484"/>
                        <a:gd name="connsiteX1" fmla="*/ 27918 w 27918"/>
                        <a:gd name="connsiteY1" fmla="*/ 1870 h 12484"/>
                        <a:gd name="connsiteX2" fmla="*/ 25155 w 27918"/>
                        <a:gd name="connsiteY2" fmla="*/ 61 h 12484"/>
                        <a:gd name="connsiteX3" fmla="*/ 20108 w 27918"/>
                        <a:gd name="connsiteY3" fmla="*/ 537 h 12484"/>
                        <a:gd name="connsiteX4" fmla="*/ 8106 w 27918"/>
                        <a:gd name="connsiteY4" fmla="*/ 3680 h 12484"/>
                        <a:gd name="connsiteX5" fmla="*/ 3724 w 27918"/>
                        <a:gd name="connsiteY5" fmla="*/ 5395 h 12484"/>
                        <a:gd name="connsiteX6" fmla="*/ 7915 w 27918"/>
                        <a:gd name="connsiteY6" fmla="*/ 12253 h 12484"/>
                        <a:gd name="connsiteX7" fmla="*/ 26394 w 27918"/>
                        <a:gd name="connsiteY7" fmla="*/ 4347 h 124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918" h="12484">
                          <a:moveTo>
                            <a:pt x="26394" y="4347"/>
                          </a:moveTo>
                          <a:cubicBezTo>
                            <a:pt x="27251" y="3585"/>
                            <a:pt x="27918" y="2728"/>
                            <a:pt x="27918" y="1870"/>
                          </a:cubicBezTo>
                          <a:cubicBezTo>
                            <a:pt x="27918" y="1013"/>
                            <a:pt x="26870" y="251"/>
                            <a:pt x="25155" y="61"/>
                          </a:cubicBezTo>
                          <a:cubicBezTo>
                            <a:pt x="23536" y="-130"/>
                            <a:pt x="21727" y="156"/>
                            <a:pt x="20108" y="537"/>
                          </a:cubicBezTo>
                          <a:cubicBezTo>
                            <a:pt x="15916" y="1394"/>
                            <a:pt x="11916" y="2442"/>
                            <a:pt x="8106" y="3680"/>
                          </a:cubicBezTo>
                          <a:cubicBezTo>
                            <a:pt x="6487" y="4156"/>
                            <a:pt x="4963" y="4728"/>
                            <a:pt x="3724" y="5395"/>
                          </a:cubicBezTo>
                          <a:cubicBezTo>
                            <a:pt x="-1419" y="8157"/>
                            <a:pt x="-2277" y="13681"/>
                            <a:pt x="7915" y="12253"/>
                          </a:cubicBezTo>
                          <a:cubicBezTo>
                            <a:pt x="15726" y="11205"/>
                            <a:pt x="22965" y="7585"/>
                            <a:pt x="26394" y="434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43" name="Forme libre : forme 15442">
                      <a:extLst>
                        <a:ext uri="{FF2B5EF4-FFF2-40B4-BE49-F238E27FC236}">
                          <a16:creationId xmlns:a16="http://schemas.microsoft.com/office/drawing/2014/main" id="{AC590774-29D6-43ED-91B1-A1E1276AF8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4854" y="3498616"/>
                      <a:ext cx="29051" cy="4393"/>
                    </a:xfrm>
                    <a:custGeom>
                      <a:avLst/>
                      <a:gdLst>
                        <a:gd name="connsiteX0" fmla="*/ 0 w 29051"/>
                        <a:gd name="connsiteY0" fmla="*/ 2488 h 4393"/>
                        <a:gd name="connsiteX1" fmla="*/ 2762 w 29051"/>
                        <a:gd name="connsiteY1" fmla="*/ 2107 h 4393"/>
                        <a:gd name="connsiteX2" fmla="*/ 9715 w 29051"/>
                        <a:gd name="connsiteY2" fmla="*/ 2774 h 4393"/>
                        <a:gd name="connsiteX3" fmla="*/ 14001 w 29051"/>
                        <a:gd name="connsiteY3" fmla="*/ 3060 h 4393"/>
                        <a:gd name="connsiteX4" fmla="*/ 18383 w 29051"/>
                        <a:gd name="connsiteY4" fmla="*/ 2583 h 4393"/>
                        <a:gd name="connsiteX5" fmla="*/ 29051 w 29051"/>
                        <a:gd name="connsiteY5" fmla="*/ 12 h 4393"/>
                        <a:gd name="connsiteX6" fmla="*/ 25718 w 29051"/>
                        <a:gd name="connsiteY6" fmla="*/ 488 h 4393"/>
                        <a:gd name="connsiteX7" fmla="*/ 22479 w 29051"/>
                        <a:gd name="connsiteY7" fmla="*/ 1250 h 4393"/>
                        <a:gd name="connsiteX8" fmla="*/ 20288 w 29051"/>
                        <a:gd name="connsiteY8" fmla="*/ 2679 h 4393"/>
                        <a:gd name="connsiteX9" fmla="*/ 16954 w 29051"/>
                        <a:gd name="connsiteY9" fmla="*/ 3917 h 4393"/>
                        <a:gd name="connsiteX10" fmla="*/ 12287 w 29051"/>
                        <a:gd name="connsiteY10" fmla="*/ 4393 h 4393"/>
                        <a:gd name="connsiteX11" fmla="*/ 0 w 29051"/>
                        <a:gd name="connsiteY11" fmla="*/ 2488 h 4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9051" h="4393">
                          <a:moveTo>
                            <a:pt x="0" y="2488"/>
                          </a:moveTo>
                          <a:cubicBezTo>
                            <a:pt x="0" y="2488"/>
                            <a:pt x="1048" y="2107"/>
                            <a:pt x="2762" y="2107"/>
                          </a:cubicBezTo>
                          <a:cubicBezTo>
                            <a:pt x="4572" y="1917"/>
                            <a:pt x="6762" y="2679"/>
                            <a:pt x="9715" y="2774"/>
                          </a:cubicBezTo>
                          <a:cubicBezTo>
                            <a:pt x="11144" y="2869"/>
                            <a:pt x="12573" y="2964"/>
                            <a:pt x="14001" y="3060"/>
                          </a:cubicBezTo>
                          <a:cubicBezTo>
                            <a:pt x="15526" y="3060"/>
                            <a:pt x="17240" y="2679"/>
                            <a:pt x="18383" y="2583"/>
                          </a:cubicBezTo>
                          <a:cubicBezTo>
                            <a:pt x="21717" y="2012"/>
                            <a:pt x="21241" y="-179"/>
                            <a:pt x="29051" y="12"/>
                          </a:cubicBezTo>
                          <a:cubicBezTo>
                            <a:pt x="29051" y="12"/>
                            <a:pt x="27908" y="202"/>
                            <a:pt x="25718" y="488"/>
                          </a:cubicBezTo>
                          <a:cubicBezTo>
                            <a:pt x="24860" y="679"/>
                            <a:pt x="23431" y="869"/>
                            <a:pt x="22479" y="1250"/>
                          </a:cubicBezTo>
                          <a:cubicBezTo>
                            <a:pt x="22003" y="1726"/>
                            <a:pt x="21241" y="2203"/>
                            <a:pt x="20288" y="2679"/>
                          </a:cubicBezTo>
                          <a:cubicBezTo>
                            <a:pt x="19431" y="3155"/>
                            <a:pt x="18288" y="3631"/>
                            <a:pt x="16954" y="3917"/>
                          </a:cubicBezTo>
                          <a:cubicBezTo>
                            <a:pt x="15811" y="4012"/>
                            <a:pt x="14192" y="4298"/>
                            <a:pt x="12287" y="4393"/>
                          </a:cubicBezTo>
                          <a:cubicBezTo>
                            <a:pt x="8858" y="4298"/>
                            <a:pt x="4476" y="3345"/>
                            <a:pt x="0" y="24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44" name="Forme libre : forme 15443">
                      <a:extLst>
                        <a:ext uri="{FF2B5EF4-FFF2-40B4-BE49-F238E27FC236}">
                          <a16:creationId xmlns:a16="http://schemas.microsoft.com/office/drawing/2014/main" id="{5C451B41-BD24-4F43-91C8-32DBB7CA3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5530" y="3530250"/>
                      <a:ext cx="45053" cy="23621"/>
                    </a:xfrm>
                    <a:custGeom>
                      <a:avLst/>
                      <a:gdLst>
                        <a:gd name="connsiteX0" fmla="*/ 0 w 45053"/>
                        <a:gd name="connsiteY0" fmla="*/ 23622 h 23621"/>
                        <a:gd name="connsiteX1" fmla="*/ 21907 w 45053"/>
                        <a:gd name="connsiteY1" fmla="*/ 18955 h 23621"/>
                        <a:gd name="connsiteX2" fmla="*/ 30099 w 45053"/>
                        <a:gd name="connsiteY2" fmla="*/ 15716 h 23621"/>
                        <a:gd name="connsiteX3" fmla="*/ 33909 w 45053"/>
                        <a:gd name="connsiteY3" fmla="*/ 13716 h 23621"/>
                        <a:gd name="connsiteX4" fmla="*/ 36672 w 45053"/>
                        <a:gd name="connsiteY4" fmla="*/ 11621 h 23621"/>
                        <a:gd name="connsiteX5" fmla="*/ 45054 w 45053"/>
                        <a:gd name="connsiteY5" fmla="*/ 0 h 23621"/>
                        <a:gd name="connsiteX6" fmla="*/ 43053 w 45053"/>
                        <a:gd name="connsiteY6" fmla="*/ 2667 h 23621"/>
                        <a:gd name="connsiteX7" fmla="*/ 36862 w 45053"/>
                        <a:gd name="connsiteY7" fmla="*/ 9049 h 23621"/>
                        <a:gd name="connsiteX8" fmla="*/ 23622 w 45053"/>
                        <a:gd name="connsiteY8" fmla="*/ 17050 h 23621"/>
                        <a:gd name="connsiteX9" fmla="*/ 0 w 45053"/>
                        <a:gd name="connsiteY9" fmla="*/ 23622 h 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5053" h="23621">
                          <a:moveTo>
                            <a:pt x="0" y="23622"/>
                          </a:moveTo>
                          <a:cubicBezTo>
                            <a:pt x="0" y="23622"/>
                            <a:pt x="10859" y="22574"/>
                            <a:pt x="21907" y="18955"/>
                          </a:cubicBezTo>
                          <a:cubicBezTo>
                            <a:pt x="24670" y="18097"/>
                            <a:pt x="27432" y="16954"/>
                            <a:pt x="30099" y="15716"/>
                          </a:cubicBezTo>
                          <a:cubicBezTo>
                            <a:pt x="31432" y="15049"/>
                            <a:pt x="32671" y="14383"/>
                            <a:pt x="33909" y="13716"/>
                          </a:cubicBezTo>
                          <a:cubicBezTo>
                            <a:pt x="34957" y="13049"/>
                            <a:pt x="35719" y="12382"/>
                            <a:pt x="36672" y="11621"/>
                          </a:cubicBezTo>
                          <a:cubicBezTo>
                            <a:pt x="40196" y="8477"/>
                            <a:pt x="43339" y="4953"/>
                            <a:pt x="45054" y="0"/>
                          </a:cubicBezTo>
                          <a:cubicBezTo>
                            <a:pt x="45054" y="0"/>
                            <a:pt x="44387" y="1048"/>
                            <a:pt x="43053" y="2667"/>
                          </a:cubicBezTo>
                          <a:cubicBezTo>
                            <a:pt x="41720" y="4191"/>
                            <a:pt x="39624" y="6477"/>
                            <a:pt x="36862" y="9049"/>
                          </a:cubicBezTo>
                          <a:cubicBezTo>
                            <a:pt x="34576" y="11430"/>
                            <a:pt x="29623" y="14383"/>
                            <a:pt x="23622" y="17050"/>
                          </a:cubicBezTo>
                          <a:cubicBezTo>
                            <a:pt x="17526" y="19621"/>
                            <a:pt x="9811" y="22098"/>
                            <a:pt x="0" y="236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45" name="Forme libre : forme 15444">
                      <a:extLst>
                        <a:ext uri="{FF2B5EF4-FFF2-40B4-BE49-F238E27FC236}">
                          <a16:creationId xmlns:a16="http://schemas.microsoft.com/office/drawing/2014/main" id="{DAFF225B-7D8F-4300-AF4D-D8C762DD09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8370" y="3527082"/>
                      <a:ext cx="26179" cy="8332"/>
                    </a:xfrm>
                    <a:custGeom>
                      <a:avLst/>
                      <a:gdLst>
                        <a:gd name="connsiteX0" fmla="*/ 391 w 26179"/>
                        <a:gd name="connsiteY0" fmla="*/ 1168 h 8332"/>
                        <a:gd name="connsiteX1" fmla="*/ 15822 w 26179"/>
                        <a:gd name="connsiteY1" fmla="*/ 977 h 8332"/>
                        <a:gd name="connsiteX2" fmla="*/ 25918 w 26179"/>
                        <a:gd name="connsiteY2" fmla="*/ 6311 h 8332"/>
                        <a:gd name="connsiteX3" fmla="*/ 10202 w 26179"/>
                        <a:gd name="connsiteY3" fmla="*/ 7550 h 8332"/>
                        <a:gd name="connsiteX4" fmla="*/ 1915 w 26179"/>
                        <a:gd name="connsiteY4" fmla="*/ 4311 h 8332"/>
                        <a:gd name="connsiteX5" fmla="*/ 391 w 26179"/>
                        <a:gd name="connsiteY5" fmla="*/ 1168 h 8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179" h="8332">
                          <a:moveTo>
                            <a:pt x="391" y="1168"/>
                          </a:moveTo>
                          <a:cubicBezTo>
                            <a:pt x="2201" y="-547"/>
                            <a:pt x="8868" y="-165"/>
                            <a:pt x="15822" y="977"/>
                          </a:cubicBezTo>
                          <a:cubicBezTo>
                            <a:pt x="22775" y="2311"/>
                            <a:pt x="27347" y="4407"/>
                            <a:pt x="25918" y="6311"/>
                          </a:cubicBezTo>
                          <a:cubicBezTo>
                            <a:pt x="24489" y="8217"/>
                            <a:pt x="17441" y="9074"/>
                            <a:pt x="10202" y="7550"/>
                          </a:cubicBezTo>
                          <a:cubicBezTo>
                            <a:pt x="6582" y="6978"/>
                            <a:pt x="3629" y="5454"/>
                            <a:pt x="1915" y="4311"/>
                          </a:cubicBezTo>
                          <a:cubicBezTo>
                            <a:pt x="105" y="3168"/>
                            <a:pt x="-466" y="2025"/>
                            <a:pt x="391" y="116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46" name="Forme libre : forme 15445">
                      <a:extLst>
                        <a:ext uri="{FF2B5EF4-FFF2-40B4-BE49-F238E27FC236}">
                          <a16:creationId xmlns:a16="http://schemas.microsoft.com/office/drawing/2014/main" id="{C1B8A40B-44FB-4899-AAAC-29B85FD462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4840" y="3527503"/>
                      <a:ext cx="7271" cy="3298"/>
                    </a:xfrm>
                    <a:custGeom>
                      <a:avLst/>
                      <a:gdLst>
                        <a:gd name="connsiteX0" fmla="*/ 16 w 7271"/>
                        <a:gd name="connsiteY0" fmla="*/ 938 h 3298"/>
                        <a:gd name="connsiteX1" fmla="*/ 3922 w 7271"/>
                        <a:gd name="connsiteY1" fmla="*/ 81 h 3298"/>
                        <a:gd name="connsiteX2" fmla="*/ 7255 w 7271"/>
                        <a:gd name="connsiteY2" fmla="*/ 2081 h 3298"/>
                        <a:gd name="connsiteX3" fmla="*/ 3350 w 7271"/>
                        <a:gd name="connsiteY3" fmla="*/ 3224 h 3298"/>
                        <a:gd name="connsiteX4" fmla="*/ 16 w 7271"/>
                        <a:gd name="connsiteY4" fmla="*/ 938 h 3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71" h="3298">
                          <a:moveTo>
                            <a:pt x="16" y="938"/>
                          </a:moveTo>
                          <a:cubicBezTo>
                            <a:pt x="207" y="-15"/>
                            <a:pt x="1921" y="-110"/>
                            <a:pt x="3922" y="81"/>
                          </a:cubicBezTo>
                          <a:cubicBezTo>
                            <a:pt x="5921" y="366"/>
                            <a:pt x="7446" y="1224"/>
                            <a:pt x="7255" y="2081"/>
                          </a:cubicBezTo>
                          <a:cubicBezTo>
                            <a:pt x="7160" y="2938"/>
                            <a:pt x="5445" y="3510"/>
                            <a:pt x="3350" y="3224"/>
                          </a:cubicBezTo>
                          <a:cubicBezTo>
                            <a:pt x="1350" y="3033"/>
                            <a:pt x="-174" y="1795"/>
                            <a:pt x="16" y="9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47" name="Forme libre : forme 15446">
                      <a:extLst>
                        <a:ext uri="{FF2B5EF4-FFF2-40B4-BE49-F238E27FC236}">
                          <a16:creationId xmlns:a16="http://schemas.microsoft.com/office/drawing/2014/main" id="{9E5575C4-C8BC-4CF4-98C5-41DF9C04F5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1329" y="3508640"/>
                      <a:ext cx="63974" cy="44072"/>
                    </a:xfrm>
                    <a:custGeom>
                      <a:avLst/>
                      <a:gdLst>
                        <a:gd name="connsiteX0" fmla="*/ 0 w 63974"/>
                        <a:gd name="connsiteY0" fmla="*/ 13038 h 44072"/>
                        <a:gd name="connsiteX1" fmla="*/ 9239 w 63974"/>
                        <a:gd name="connsiteY1" fmla="*/ 370 h 44072"/>
                        <a:gd name="connsiteX2" fmla="*/ 15240 w 63974"/>
                        <a:gd name="connsiteY2" fmla="*/ 2465 h 44072"/>
                        <a:gd name="connsiteX3" fmla="*/ 18002 w 63974"/>
                        <a:gd name="connsiteY3" fmla="*/ 9514 h 44072"/>
                        <a:gd name="connsiteX4" fmla="*/ 20002 w 63974"/>
                        <a:gd name="connsiteY4" fmla="*/ 19039 h 44072"/>
                        <a:gd name="connsiteX5" fmla="*/ 28670 w 63974"/>
                        <a:gd name="connsiteY5" fmla="*/ 28469 h 44072"/>
                        <a:gd name="connsiteX6" fmla="*/ 37623 w 63974"/>
                        <a:gd name="connsiteY6" fmla="*/ 31993 h 44072"/>
                        <a:gd name="connsiteX7" fmla="*/ 44196 w 63974"/>
                        <a:gd name="connsiteY7" fmla="*/ 33898 h 44072"/>
                        <a:gd name="connsiteX8" fmla="*/ 50863 w 63974"/>
                        <a:gd name="connsiteY8" fmla="*/ 35422 h 44072"/>
                        <a:gd name="connsiteX9" fmla="*/ 63150 w 63974"/>
                        <a:gd name="connsiteY9" fmla="*/ 41518 h 44072"/>
                        <a:gd name="connsiteX10" fmla="*/ 41434 w 63974"/>
                        <a:gd name="connsiteY10" fmla="*/ 43613 h 44072"/>
                        <a:gd name="connsiteX11" fmla="*/ 26384 w 63974"/>
                        <a:gd name="connsiteY11" fmla="*/ 40375 h 44072"/>
                        <a:gd name="connsiteX12" fmla="*/ 19812 w 63974"/>
                        <a:gd name="connsiteY12" fmla="*/ 37898 h 44072"/>
                        <a:gd name="connsiteX13" fmla="*/ 14288 w 63974"/>
                        <a:gd name="connsiteY13" fmla="*/ 34755 h 44072"/>
                        <a:gd name="connsiteX14" fmla="*/ 3143 w 63974"/>
                        <a:gd name="connsiteY14" fmla="*/ 23515 h 44072"/>
                        <a:gd name="connsiteX15" fmla="*/ 0 w 63974"/>
                        <a:gd name="connsiteY15" fmla="*/ 13038 h 44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63974" h="44072">
                          <a:moveTo>
                            <a:pt x="0" y="13038"/>
                          </a:moveTo>
                          <a:cubicBezTo>
                            <a:pt x="95" y="5227"/>
                            <a:pt x="4953" y="2179"/>
                            <a:pt x="9239" y="370"/>
                          </a:cubicBezTo>
                          <a:cubicBezTo>
                            <a:pt x="11049" y="-392"/>
                            <a:pt x="13049" y="-106"/>
                            <a:pt x="15240" y="2465"/>
                          </a:cubicBezTo>
                          <a:cubicBezTo>
                            <a:pt x="17335" y="4751"/>
                            <a:pt x="17526" y="7704"/>
                            <a:pt x="18002" y="9514"/>
                          </a:cubicBezTo>
                          <a:cubicBezTo>
                            <a:pt x="18478" y="12562"/>
                            <a:pt x="18478" y="16086"/>
                            <a:pt x="20002" y="19039"/>
                          </a:cubicBezTo>
                          <a:cubicBezTo>
                            <a:pt x="21336" y="22087"/>
                            <a:pt x="24193" y="25992"/>
                            <a:pt x="28670" y="28469"/>
                          </a:cubicBezTo>
                          <a:cubicBezTo>
                            <a:pt x="30099" y="29326"/>
                            <a:pt x="33623" y="30945"/>
                            <a:pt x="37623" y="31993"/>
                          </a:cubicBezTo>
                          <a:cubicBezTo>
                            <a:pt x="39719" y="32564"/>
                            <a:pt x="41910" y="33231"/>
                            <a:pt x="44196" y="33898"/>
                          </a:cubicBezTo>
                          <a:cubicBezTo>
                            <a:pt x="46387" y="34374"/>
                            <a:pt x="48577" y="34945"/>
                            <a:pt x="50863" y="35422"/>
                          </a:cubicBezTo>
                          <a:cubicBezTo>
                            <a:pt x="59626" y="37517"/>
                            <a:pt x="66389" y="39136"/>
                            <a:pt x="63150" y="41518"/>
                          </a:cubicBezTo>
                          <a:cubicBezTo>
                            <a:pt x="59912" y="43899"/>
                            <a:pt x="51244" y="44661"/>
                            <a:pt x="41434" y="43613"/>
                          </a:cubicBezTo>
                          <a:cubicBezTo>
                            <a:pt x="36290" y="42851"/>
                            <a:pt x="31432" y="42185"/>
                            <a:pt x="26384" y="40375"/>
                          </a:cubicBezTo>
                          <a:cubicBezTo>
                            <a:pt x="23907" y="39518"/>
                            <a:pt x="21907" y="38851"/>
                            <a:pt x="19812" y="37898"/>
                          </a:cubicBezTo>
                          <a:cubicBezTo>
                            <a:pt x="17526" y="36755"/>
                            <a:pt x="15621" y="35612"/>
                            <a:pt x="14288" y="34755"/>
                          </a:cubicBezTo>
                          <a:cubicBezTo>
                            <a:pt x="9048" y="31707"/>
                            <a:pt x="5619" y="27135"/>
                            <a:pt x="3143" y="23515"/>
                          </a:cubicBezTo>
                          <a:cubicBezTo>
                            <a:pt x="762" y="19896"/>
                            <a:pt x="190" y="15895"/>
                            <a:pt x="0" y="1303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13" name="Graphique 1">
                    <a:extLst>
                      <a:ext uri="{FF2B5EF4-FFF2-40B4-BE49-F238E27FC236}">
                        <a16:creationId xmlns:a16="http://schemas.microsoft.com/office/drawing/2014/main" id="{61A467D6-3964-4344-8E3F-CA6C640C290F}"/>
                      </a:ext>
                    </a:extLst>
                  </p:cNvPr>
                  <p:cNvGrpSpPr/>
                  <p:nvPr/>
                </p:nvGrpSpPr>
                <p:grpSpPr>
                  <a:xfrm>
                    <a:off x="4467454" y="3349384"/>
                    <a:ext cx="76700" cy="149786"/>
                    <a:chOff x="4467454" y="3349384"/>
                    <a:chExt cx="76700" cy="149786"/>
                  </a:xfrm>
                  <a:solidFill>
                    <a:schemeClr val="accent1"/>
                  </a:solidFill>
                </p:grpSpPr>
                <p:sp>
                  <p:nvSpPr>
                    <p:cNvPr id="15424" name="Forme libre : forme 15423">
                      <a:extLst>
                        <a:ext uri="{FF2B5EF4-FFF2-40B4-BE49-F238E27FC236}">
                          <a16:creationId xmlns:a16="http://schemas.microsoft.com/office/drawing/2014/main" id="{A6EAA946-5385-4BCA-8EAE-96045D594B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7454" y="3349630"/>
                      <a:ext cx="76636" cy="149541"/>
                    </a:xfrm>
                    <a:custGeom>
                      <a:avLst/>
                      <a:gdLst>
                        <a:gd name="connsiteX0" fmla="*/ 65211 w 76636"/>
                        <a:gd name="connsiteY0" fmla="*/ 32888 h 149541"/>
                        <a:gd name="connsiteX1" fmla="*/ 72164 w 76636"/>
                        <a:gd name="connsiteY1" fmla="*/ 51081 h 149541"/>
                        <a:gd name="connsiteX2" fmla="*/ 75784 w 76636"/>
                        <a:gd name="connsiteY2" fmla="*/ 69369 h 149541"/>
                        <a:gd name="connsiteX3" fmla="*/ 75403 w 76636"/>
                        <a:gd name="connsiteY3" fmla="*/ 104707 h 149541"/>
                        <a:gd name="connsiteX4" fmla="*/ 73117 w 76636"/>
                        <a:gd name="connsiteY4" fmla="*/ 116136 h 149541"/>
                        <a:gd name="connsiteX5" fmla="*/ 71783 w 76636"/>
                        <a:gd name="connsiteY5" fmla="*/ 120518 h 149541"/>
                        <a:gd name="connsiteX6" fmla="*/ 70450 w 76636"/>
                        <a:gd name="connsiteY6" fmla="*/ 124042 h 149541"/>
                        <a:gd name="connsiteX7" fmla="*/ 64164 w 76636"/>
                        <a:gd name="connsiteY7" fmla="*/ 135758 h 149541"/>
                        <a:gd name="connsiteX8" fmla="*/ 57115 w 76636"/>
                        <a:gd name="connsiteY8" fmla="*/ 143473 h 149541"/>
                        <a:gd name="connsiteX9" fmla="*/ 48923 w 76636"/>
                        <a:gd name="connsiteY9" fmla="*/ 147283 h 149541"/>
                        <a:gd name="connsiteX10" fmla="*/ 32540 w 76636"/>
                        <a:gd name="connsiteY10" fmla="*/ 149474 h 149541"/>
                        <a:gd name="connsiteX11" fmla="*/ 23777 w 76636"/>
                        <a:gd name="connsiteY11" fmla="*/ 145855 h 149541"/>
                        <a:gd name="connsiteX12" fmla="*/ 16824 w 76636"/>
                        <a:gd name="connsiteY12" fmla="*/ 133091 h 149541"/>
                        <a:gd name="connsiteX13" fmla="*/ 14157 w 76636"/>
                        <a:gd name="connsiteY13" fmla="*/ 114803 h 149541"/>
                        <a:gd name="connsiteX14" fmla="*/ 14252 w 76636"/>
                        <a:gd name="connsiteY14" fmla="*/ 109755 h 149541"/>
                        <a:gd name="connsiteX15" fmla="*/ 14443 w 76636"/>
                        <a:gd name="connsiteY15" fmla="*/ 105183 h 149541"/>
                        <a:gd name="connsiteX16" fmla="*/ 15014 w 76636"/>
                        <a:gd name="connsiteY16" fmla="*/ 97753 h 149541"/>
                        <a:gd name="connsiteX17" fmla="*/ 15014 w 76636"/>
                        <a:gd name="connsiteY17" fmla="*/ 77274 h 149541"/>
                        <a:gd name="connsiteX18" fmla="*/ 13109 w 76636"/>
                        <a:gd name="connsiteY18" fmla="*/ 68226 h 149541"/>
                        <a:gd name="connsiteX19" fmla="*/ 9966 w 76636"/>
                        <a:gd name="connsiteY19" fmla="*/ 60415 h 149541"/>
                        <a:gd name="connsiteX20" fmla="*/ 5870 w 76636"/>
                        <a:gd name="connsiteY20" fmla="*/ 51271 h 149541"/>
                        <a:gd name="connsiteX21" fmla="*/ 4346 w 76636"/>
                        <a:gd name="connsiteY21" fmla="*/ 46890 h 149541"/>
                        <a:gd name="connsiteX22" fmla="*/ 2822 w 76636"/>
                        <a:gd name="connsiteY22" fmla="*/ 42699 h 149541"/>
                        <a:gd name="connsiteX23" fmla="*/ 441 w 76636"/>
                        <a:gd name="connsiteY23" fmla="*/ 33555 h 149541"/>
                        <a:gd name="connsiteX24" fmla="*/ 632 w 76636"/>
                        <a:gd name="connsiteY24" fmla="*/ 24315 h 149541"/>
                        <a:gd name="connsiteX25" fmla="*/ 5680 w 76636"/>
                        <a:gd name="connsiteY25" fmla="*/ 7932 h 149541"/>
                        <a:gd name="connsiteX26" fmla="*/ 12919 w 76636"/>
                        <a:gd name="connsiteY26" fmla="*/ 1170 h 149541"/>
                        <a:gd name="connsiteX27" fmla="*/ 28730 w 76636"/>
                        <a:gd name="connsiteY27" fmla="*/ 1170 h 149541"/>
                        <a:gd name="connsiteX28" fmla="*/ 38827 w 76636"/>
                        <a:gd name="connsiteY28" fmla="*/ 4884 h 149541"/>
                        <a:gd name="connsiteX29" fmla="*/ 48923 w 76636"/>
                        <a:gd name="connsiteY29" fmla="*/ 11742 h 149541"/>
                        <a:gd name="connsiteX30" fmla="*/ 65211 w 76636"/>
                        <a:gd name="connsiteY30" fmla="*/ 32888 h 149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76636" h="149541">
                          <a:moveTo>
                            <a:pt x="65211" y="32888"/>
                          </a:moveTo>
                          <a:cubicBezTo>
                            <a:pt x="68545" y="38889"/>
                            <a:pt x="70069" y="44985"/>
                            <a:pt x="72164" y="51081"/>
                          </a:cubicBezTo>
                          <a:cubicBezTo>
                            <a:pt x="73783" y="57177"/>
                            <a:pt x="74927" y="63273"/>
                            <a:pt x="75784" y="69369"/>
                          </a:cubicBezTo>
                          <a:cubicBezTo>
                            <a:pt x="77022" y="81465"/>
                            <a:pt x="76927" y="93276"/>
                            <a:pt x="75403" y="104707"/>
                          </a:cubicBezTo>
                          <a:cubicBezTo>
                            <a:pt x="74832" y="108612"/>
                            <a:pt x="74069" y="112517"/>
                            <a:pt x="73117" y="116136"/>
                          </a:cubicBezTo>
                          <a:cubicBezTo>
                            <a:pt x="72640" y="118232"/>
                            <a:pt x="72260" y="119375"/>
                            <a:pt x="71783" y="120518"/>
                          </a:cubicBezTo>
                          <a:cubicBezTo>
                            <a:pt x="71307" y="121661"/>
                            <a:pt x="70926" y="122804"/>
                            <a:pt x="70450" y="124042"/>
                          </a:cubicBezTo>
                          <a:cubicBezTo>
                            <a:pt x="68259" y="128805"/>
                            <a:pt x="66449" y="132424"/>
                            <a:pt x="64164" y="135758"/>
                          </a:cubicBezTo>
                          <a:cubicBezTo>
                            <a:pt x="61687" y="139282"/>
                            <a:pt x="59877" y="141282"/>
                            <a:pt x="57115" y="143473"/>
                          </a:cubicBezTo>
                          <a:cubicBezTo>
                            <a:pt x="54448" y="145569"/>
                            <a:pt x="51781" y="146902"/>
                            <a:pt x="48923" y="147283"/>
                          </a:cubicBezTo>
                          <a:lnTo>
                            <a:pt x="32540" y="149474"/>
                          </a:lnTo>
                          <a:cubicBezTo>
                            <a:pt x="29492" y="149855"/>
                            <a:pt x="26444" y="148617"/>
                            <a:pt x="23777" y="145855"/>
                          </a:cubicBezTo>
                          <a:cubicBezTo>
                            <a:pt x="21206" y="143188"/>
                            <a:pt x="18158" y="138234"/>
                            <a:pt x="16824" y="133091"/>
                          </a:cubicBezTo>
                          <a:cubicBezTo>
                            <a:pt x="15205" y="127757"/>
                            <a:pt x="14062" y="121185"/>
                            <a:pt x="14157" y="114803"/>
                          </a:cubicBezTo>
                          <a:cubicBezTo>
                            <a:pt x="14157" y="113089"/>
                            <a:pt x="14252" y="111374"/>
                            <a:pt x="14252" y="109755"/>
                          </a:cubicBezTo>
                          <a:cubicBezTo>
                            <a:pt x="14348" y="107945"/>
                            <a:pt x="14443" y="106135"/>
                            <a:pt x="14443" y="105183"/>
                          </a:cubicBezTo>
                          <a:cubicBezTo>
                            <a:pt x="14443" y="102706"/>
                            <a:pt x="14633" y="100230"/>
                            <a:pt x="15014" y="97753"/>
                          </a:cubicBezTo>
                          <a:cubicBezTo>
                            <a:pt x="15872" y="90609"/>
                            <a:pt x="15681" y="83751"/>
                            <a:pt x="15014" y="77274"/>
                          </a:cubicBezTo>
                          <a:cubicBezTo>
                            <a:pt x="14443" y="74131"/>
                            <a:pt x="13776" y="71083"/>
                            <a:pt x="13109" y="68226"/>
                          </a:cubicBezTo>
                          <a:cubicBezTo>
                            <a:pt x="11871" y="65654"/>
                            <a:pt x="11490" y="62511"/>
                            <a:pt x="9966" y="60415"/>
                          </a:cubicBezTo>
                          <a:cubicBezTo>
                            <a:pt x="8347" y="56986"/>
                            <a:pt x="6918" y="54224"/>
                            <a:pt x="5870" y="51271"/>
                          </a:cubicBezTo>
                          <a:cubicBezTo>
                            <a:pt x="5204" y="49938"/>
                            <a:pt x="4727" y="48509"/>
                            <a:pt x="4346" y="46890"/>
                          </a:cubicBezTo>
                          <a:cubicBezTo>
                            <a:pt x="3775" y="45651"/>
                            <a:pt x="3203" y="44223"/>
                            <a:pt x="2822" y="42699"/>
                          </a:cubicBezTo>
                          <a:cubicBezTo>
                            <a:pt x="2060" y="39365"/>
                            <a:pt x="822" y="36984"/>
                            <a:pt x="441" y="33555"/>
                          </a:cubicBezTo>
                          <a:cubicBezTo>
                            <a:pt x="-35" y="30221"/>
                            <a:pt x="-321" y="27268"/>
                            <a:pt x="632" y="24315"/>
                          </a:cubicBezTo>
                          <a:lnTo>
                            <a:pt x="5680" y="7932"/>
                          </a:lnTo>
                          <a:cubicBezTo>
                            <a:pt x="6537" y="4980"/>
                            <a:pt x="9014" y="2408"/>
                            <a:pt x="12919" y="1170"/>
                          </a:cubicBezTo>
                          <a:cubicBezTo>
                            <a:pt x="16729" y="122"/>
                            <a:pt x="22539" y="-831"/>
                            <a:pt x="28730" y="1170"/>
                          </a:cubicBezTo>
                          <a:cubicBezTo>
                            <a:pt x="31874" y="2027"/>
                            <a:pt x="35303" y="3265"/>
                            <a:pt x="38827" y="4884"/>
                          </a:cubicBezTo>
                          <a:cubicBezTo>
                            <a:pt x="42066" y="6790"/>
                            <a:pt x="45494" y="9075"/>
                            <a:pt x="48923" y="11742"/>
                          </a:cubicBezTo>
                          <a:cubicBezTo>
                            <a:pt x="55210" y="17076"/>
                            <a:pt x="61306" y="24411"/>
                            <a:pt x="65211" y="3288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25" name="Forme libre : forme 15424">
                      <a:extLst>
                        <a:ext uri="{FF2B5EF4-FFF2-40B4-BE49-F238E27FC236}">
                          <a16:creationId xmlns:a16="http://schemas.microsoft.com/office/drawing/2014/main" id="{D8B9750E-0BF3-438F-AF23-843C296C71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72944" y="3349384"/>
                      <a:ext cx="71210" cy="148386"/>
                    </a:xfrm>
                    <a:custGeom>
                      <a:avLst/>
                      <a:gdLst>
                        <a:gd name="connsiteX0" fmla="*/ 50959 w 71210"/>
                        <a:gd name="connsiteY0" fmla="*/ 91903 h 148386"/>
                        <a:gd name="connsiteX1" fmla="*/ 49911 w 71210"/>
                        <a:gd name="connsiteY1" fmla="*/ 109905 h 148386"/>
                        <a:gd name="connsiteX2" fmla="*/ 46006 w 71210"/>
                        <a:gd name="connsiteY2" fmla="*/ 125050 h 148386"/>
                        <a:gd name="connsiteX3" fmla="*/ 41339 w 71210"/>
                        <a:gd name="connsiteY3" fmla="*/ 137718 h 148386"/>
                        <a:gd name="connsiteX4" fmla="*/ 36481 w 71210"/>
                        <a:gd name="connsiteY4" fmla="*/ 148386 h 148386"/>
                        <a:gd name="connsiteX5" fmla="*/ 43529 w 71210"/>
                        <a:gd name="connsiteY5" fmla="*/ 147434 h 148386"/>
                        <a:gd name="connsiteX6" fmla="*/ 51721 w 71210"/>
                        <a:gd name="connsiteY6" fmla="*/ 143624 h 148386"/>
                        <a:gd name="connsiteX7" fmla="*/ 58769 w 71210"/>
                        <a:gd name="connsiteY7" fmla="*/ 135909 h 148386"/>
                        <a:gd name="connsiteX8" fmla="*/ 65056 w 71210"/>
                        <a:gd name="connsiteY8" fmla="*/ 124193 h 148386"/>
                        <a:gd name="connsiteX9" fmla="*/ 66390 w 71210"/>
                        <a:gd name="connsiteY9" fmla="*/ 120668 h 148386"/>
                        <a:gd name="connsiteX10" fmla="*/ 67723 w 71210"/>
                        <a:gd name="connsiteY10" fmla="*/ 116287 h 148386"/>
                        <a:gd name="connsiteX11" fmla="*/ 70009 w 71210"/>
                        <a:gd name="connsiteY11" fmla="*/ 104857 h 148386"/>
                        <a:gd name="connsiteX12" fmla="*/ 70390 w 71210"/>
                        <a:gd name="connsiteY12" fmla="*/ 69519 h 148386"/>
                        <a:gd name="connsiteX13" fmla="*/ 66770 w 71210"/>
                        <a:gd name="connsiteY13" fmla="*/ 51231 h 148386"/>
                        <a:gd name="connsiteX14" fmla="*/ 59817 w 71210"/>
                        <a:gd name="connsiteY14" fmla="*/ 33038 h 148386"/>
                        <a:gd name="connsiteX15" fmla="*/ 43434 w 71210"/>
                        <a:gd name="connsiteY15" fmla="*/ 11702 h 148386"/>
                        <a:gd name="connsiteX16" fmla="*/ 33338 w 71210"/>
                        <a:gd name="connsiteY16" fmla="*/ 4844 h 148386"/>
                        <a:gd name="connsiteX17" fmla="*/ 23241 w 71210"/>
                        <a:gd name="connsiteY17" fmla="*/ 1130 h 148386"/>
                        <a:gd name="connsiteX18" fmla="*/ 7429 w 71210"/>
                        <a:gd name="connsiteY18" fmla="*/ 1130 h 148386"/>
                        <a:gd name="connsiteX19" fmla="*/ 191 w 71210"/>
                        <a:gd name="connsiteY19" fmla="*/ 7892 h 148386"/>
                        <a:gd name="connsiteX20" fmla="*/ 0 w 71210"/>
                        <a:gd name="connsiteY20" fmla="*/ 8464 h 148386"/>
                        <a:gd name="connsiteX21" fmla="*/ 12668 w 71210"/>
                        <a:gd name="connsiteY21" fmla="*/ 13608 h 148386"/>
                        <a:gd name="connsiteX22" fmla="*/ 23622 w 71210"/>
                        <a:gd name="connsiteY22" fmla="*/ 21609 h 148386"/>
                        <a:gd name="connsiteX23" fmla="*/ 32481 w 71210"/>
                        <a:gd name="connsiteY23" fmla="*/ 31515 h 148386"/>
                        <a:gd name="connsiteX24" fmla="*/ 36290 w 71210"/>
                        <a:gd name="connsiteY24" fmla="*/ 36849 h 148386"/>
                        <a:gd name="connsiteX25" fmla="*/ 39243 w 71210"/>
                        <a:gd name="connsiteY25" fmla="*/ 42659 h 148386"/>
                        <a:gd name="connsiteX26" fmla="*/ 44196 w 71210"/>
                        <a:gd name="connsiteY26" fmla="*/ 54565 h 148386"/>
                        <a:gd name="connsiteX27" fmla="*/ 47625 w 71210"/>
                        <a:gd name="connsiteY27" fmla="*/ 66852 h 148386"/>
                        <a:gd name="connsiteX28" fmla="*/ 49816 w 71210"/>
                        <a:gd name="connsiteY28" fmla="*/ 79330 h 148386"/>
                        <a:gd name="connsiteX29" fmla="*/ 50959 w 71210"/>
                        <a:gd name="connsiteY29" fmla="*/ 91903 h 148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71210" h="148386">
                          <a:moveTo>
                            <a:pt x="50959" y="91903"/>
                          </a:moveTo>
                          <a:cubicBezTo>
                            <a:pt x="51625" y="97999"/>
                            <a:pt x="50959" y="104095"/>
                            <a:pt x="49911" y="109905"/>
                          </a:cubicBezTo>
                          <a:cubicBezTo>
                            <a:pt x="48863" y="116096"/>
                            <a:pt x="47625" y="120287"/>
                            <a:pt x="46006" y="125050"/>
                          </a:cubicBezTo>
                          <a:cubicBezTo>
                            <a:pt x="44387" y="129622"/>
                            <a:pt x="43244" y="133813"/>
                            <a:pt x="41339" y="137718"/>
                          </a:cubicBezTo>
                          <a:cubicBezTo>
                            <a:pt x="40005" y="141528"/>
                            <a:pt x="38195" y="145148"/>
                            <a:pt x="36481" y="148386"/>
                          </a:cubicBezTo>
                          <a:lnTo>
                            <a:pt x="43529" y="147434"/>
                          </a:lnTo>
                          <a:cubicBezTo>
                            <a:pt x="46482" y="147053"/>
                            <a:pt x="49149" y="145719"/>
                            <a:pt x="51721" y="143624"/>
                          </a:cubicBezTo>
                          <a:cubicBezTo>
                            <a:pt x="54388" y="141433"/>
                            <a:pt x="56198" y="139433"/>
                            <a:pt x="58769" y="135909"/>
                          </a:cubicBezTo>
                          <a:cubicBezTo>
                            <a:pt x="61056" y="132670"/>
                            <a:pt x="62865" y="128955"/>
                            <a:pt x="65056" y="124193"/>
                          </a:cubicBezTo>
                          <a:cubicBezTo>
                            <a:pt x="65532" y="122954"/>
                            <a:pt x="66008" y="121811"/>
                            <a:pt x="66390" y="120668"/>
                          </a:cubicBezTo>
                          <a:cubicBezTo>
                            <a:pt x="66770" y="119525"/>
                            <a:pt x="67246" y="118383"/>
                            <a:pt x="67723" y="116287"/>
                          </a:cubicBezTo>
                          <a:cubicBezTo>
                            <a:pt x="68580" y="112667"/>
                            <a:pt x="69342" y="108762"/>
                            <a:pt x="70009" y="104857"/>
                          </a:cubicBezTo>
                          <a:cubicBezTo>
                            <a:pt x="71438" y="93522"/>
                            <a:pt x="71628" y="81616"/>
                            <a:pt x="70390" y="69519"/>
                          </a:cubicBezTo>
                          <a:cubicBezTo>
                            <a:pt x="69532" y="63423"/>
                            <a:pt x="68389" y="57327"/>
                            <a:pt x="66770" y="51231"/>
                          </a:cubicBezTo>
                          <a:cubicBezTo>
                            <a:pt x="64580" y="45135"/>
                            <a:pt x="63151" y="38944"/>
                            <a:pt x="59817" y="33038"/>
                          </a:cubicBezTo>
                          <a:cubicBezTo>
                            <a:pt x="55912" y="24561"/>
                            <a:pt x="49816" y="17227"/>
                            <a:pt x="43434" y="11702"/>
                          </a:cubicBezTo>
                          <a:cubicBezTo>
                            <a:pt x="40005" y="9035"/>
                            <a:pt x="36576" y="6750"/>
                            <a:pt x="33338" y="4844"/>
                          </a:cubicBezTo>
                          <a:cubicBezTo>
                            <a:pt x="29813" y="3225"/>
                            <a:pt x="26384" y="1987"/>
                            <a:pt x="23241" y="1130"/>
                          </a:cubicBezTo>
                          <a:cubicBezTo>
                            <a:pt x="17050" y="-775"/>
                            <a:pt x="11240" y="82"/>
                            <a:pt x="7429" y="1130"/>
                          </a:cubicBezTo>
                          <a:cubicBezTo>
                            <a:pt x="3524" y="2273"/>
                            <a:pt x="1143" y="4940"/>
                            <a:pt x="191" y="7892"/>
                          </a:cubicBezTo>
                          <a:lnTo>
                            <a:pt x="0" y="8464"/>
                          </a:lnTo>
                          <a:cubicBezTo>
                            <a:pt x="4382" y="9607"/>
                            <a:pt x="8573" y="11607"/>
                            <a:pt x="12668" y="13608"/>
                          </a:cubicBezTo>
                          <a:cubicBezTo>
                            <a:pt x="16383" y="16275"/>
                            <a:pt x="20574" y="18275"/>
                            <a:pt x="23622" y="21609"/>
                          </a:cubicBezTo>
                          <a:cubicBezTo>
                            <a:pt x="26861" y="24657"/>
                            <a:pt x="30099" y="27800"/>
                            <a:pt x="32481" y="31515"/>
                          </a:cubicBezTo>
                          <a:cubicBezTo>
                            <a:pt x="33719" y="33324"/>
                            <a:pt x="35147" y="35039"/>
                            <a:pt x="36290" y="36849"/>
                          </a:cubicBezTo>
                          <a:lnTo>
                            <a:pt x="39243" y="42659"/>
                          </a:lnTo>
                          <a:cubicBezTo>
                            <a:pt x="41434" y="46469"/>
                            <a:pt x="42767" y="50469"/>
                            <a:pt x="44196" y="54565"/>
                          </a:cubicBezTo>
                          <a:cubicBezTo>
                            <a:pt x="45815" y="58566"/>
                            <a:pt x="46577" y="62661"/>
                            <a:pt x="47625" y="66852"/>
                          </a:cubicBezTo>
                          <a:cubicBezTo>
                            <a:pt x="48768" y="70948"/>
                            <a:pt x="49149" y="75139"/>
                            <a:pt x="49816" y="79330"/>
                          </a:cubicBezTo>
                          <a:cubicBezTo>
                            <a:pt x="50482" y="83426"/>
                            <a:pt x="50768" y="87617"/>
                            <a:pt x="50959" y="9190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26" name="Forme libre : forme 15425">
                      <a:extLst>
                        <a:ext uri="{FF2B5EF4-FFF2-40B4-BE49-F238E27FC236}">
                          <a16:creationId xmlns:a16="http://schemas.microsoft.com/office/drawing/2014/main" id="{E2841C45-BF93-432B-870D-DBC8124554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5288" y="3380414"/>
                      <a:ext cx="29893" cy="66804"/>
                    </a:xfrm>
                    <a:custGeom>
                      <a:avLst/>
                      <a:gdLst>
                        <a:gd name="connsiteX0" fmla="*/ 1945 w 29893"/>
                        <a:gd name="connsiteY0" fmla="*/ 960 h 66804"/>
                        <a:gd name="connsiteX1" fmla="*/ 14994 w 29893"/>
                        <a:gd name="connsiteY1" fmla="*/ 4961 h 66804"/>
                        <a:gd name="connsiteX2" fmla="*/ 22900 w 29893"/>
                        <a:gd name="connsiteY2" fmla="*/ 15058 h 66804"/>
                        <a:gd name="connsiteX3" fmla="*/ 28329 w 29893"/>
                        <a:gd name="connsiteY3" fmla="*/ 29535 h 66804"/>
                        <a:gd name="connsiteX4" fmla="*/ 29758 w 29893"/>
                        <a:gd name="connsiteY4" fmla="*/ 44585 h 66804"/>
                        <a:gd name="connsiteX5" fmla="*/ 27758 w 29893"/>
                        <a:gd name="connsiteY5" fmla="*/ 56682 h 66804"/>
                        <a:gd name="connsiteX6" fmla="*/ 19185 w 29893"/>
                        <a:gd name="connsiteY6" fmla="*/ 66778 h 66804"/>
                        <a:gd name="connsiteX7" fmla="*/ 11470 w 29893"/>
                        <a:gd name="connsiteY7" fmla="*/ 56491 h 66804"/>
                        <a:gd name="connsiteX8" fmla="*/ 8517 w 29893"/>
                        <a:gd name="connsiteY8" fmla="*/ 46490 h 66804"/>
                        <a:gd name="connsiteX9" fmla="*/ 5755 w 29893"/>
                        <a:gd name="connsiteY9" fmla="*/ 34774 h 66804"/>
                        <a:gd name="connsiteX10" fmla="*/ 3088 w 29893"/>
                        <a:gd name="connsiteY10" fmla="*/ 23249 h 66804"/>
                        <a:gd name="connsiteX11" fmla="*/ 897 w 29893"/>
                        <a:gd name="connsiteY11" fmla="*/ 13438 h 66804"/>
                        <a:gd name="connsiteX12" fmla="*/ 1945 w 29893"/>
                        <a:gd name="connsiteY12" fmla="*/ 960 h 66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9893" h="66804">
                          <a:moveTo>
                            <a:pt x="1945" y="960"/>
                          </a:moveTo>
                          <a:cubicBezTo>
                            <a:pt x="4326" y="-1135"/>
                            <a:pt x="9088" y="199"/>
                            <a:pt x="14994" y="4961"/>
                          </a:cubicBezTo>
                          <a:cubicBezTo>
                            <a:pt x="17471" y="7533"/>
                            <a:pt x="20328" y="10962"/>
                            <a:pt x="22900" y="15058"/>
                          </a:cubicBezTo>
                          <a:cubicBezTo>
                            <a:pt x="24805" y="19344"/>
                            <a:pt x="27377" y="24201"/>
                            <a:pt x="28329" y="29535"/>
                          </a:cubicBezTo>
                          <a:cubicBezTo>
                            <a:pt x="29377" y="34869"/>
                            <a:pt x="30234" y="40013"/>
                            <a:pt x="29758" y="44585"/>
                          </a:cubicBezTo>
                          <a:cubicBezTo>
                            <a:pt x="29377" y="49252"/>
                            <a:pt x="29187" y="53348"/>
                            <a:pt x="27758" y="56682"/>
                          </a:cubicBezTo>
                          <a:cubicBezTo>
                            <a:pt x="25376" y="63444"/>
                            <a:pt x="22328" y="67159"/>
                            <a:pt x="19185" y="66778"/>
                          </a:cubicBezTo>
                          <a:cubicBezTo>
                            <a:pt x="16042" y="66492"/>
                            <a:pt x="13280" y="62397"/>
                            <a:pt x="11470" y="56491"/>
                          </a:cubicBezTo>
                          <a:cubicBezTo>
                            <a:pt x="10708" y="53538"/>
                            <a:pt x="9279" y="50205"/>
                            <a:pt x="8517" y="46490"/>
                          </a:cubicBezTo>
                          <a:cubicBezTo>
                            <a:pt x="7850" y="42775"/>
                            <a:pt x="6517" y="38965"/>
                            <a:pt x="5755" y="34774"/>
                          </a:cubicBezTo>
                          <a:cubicBezTo>
                            <a:pt x="4993" y="30583"/>
                            <a:pt x="3564" y="26964"/>
                            <a:pt x="3088" y="23249"/>
                          </a:cubicBezTo>
                          <a:cubicBezTo>
                            <a:pt x="2135" y="19820"/>
                            <a:pt x="1278" y="16582"/>
                            <a:pt x="897" y="13438"/>
                          </a:cubicBezTo>
                          <a:cubicBezTo>
                            <a:pt x="-436" y="8104"/>
                            <a:pt x="-436" y="3151"/>
                            <a:pt x="1945" y="96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27" name="Forme libre : forme 15426">
                      <a:extLst>
                        <a:ext uri="{FF2B5EF4-FFF2-40B4-BE49-F238E27FC236}">
                          <a16:creationId xmlns:a16="http://schemas.microsoft.com/office/drawing/2014/main" id="{58BC6D1F-2D10-40CE-B0ED-72D9270AFA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5424" y="3393566"/>
                      <a:ext cx="19946" cy="53736"/>
                    </a:xfrm>
                    <a:custGeom>
                      <a:avLst/>
                      <a:gdLst>
                        <a:gd name="connsiteX0" fmla="*/ 0 w 19946"/>
                        <a:gd name="connsiteY0" fmla="*/ 38767 h 53736"/>
                        <a:gd name="connsiteX1" fmla="*/ 3905 w 19946"/>
                        <a:gd name="connsiteY1" fmla="*/ 49244 h 53736"/>
                        <a:gd name="connsiteX2" fmla="*/ 9239 w 19946"/>
                        <a:gd name="connsiteY2" fmla="*/ 53721 h 53736"/>
                        <a:gd name="connsiteX3" fmla="*/ 17812 w 19946"/>
                        <a:gd name="connsiteY3" fmla="*/ 43624 h 53736"/>
                        <a:gd name="connsiteX4" fmla="*/ 19812 w 19946"/>
                        <a:gd name="connsiteY4" fmla="*/ 31528 h 53736"/>
                        <a:gd name="connsiteX5" fmla="*/ 18383 w 19946"/>
                        <a:gd name="connsiteY5" fmla="*/ 16478 h 53736"/>
                        <a:gd name="connsiteX6" fmla="*/ 15526 w 19946"/>
                        <a:gd name="connsiteY6" fmla="*/ 7620 h 53736"/>
                        <a:gd name="connsiteX7" fmla="*/ 11620 w 19946"/>
                        <a:gd name="connsiteY7" fmla="*/ 0 h 53736"/>
                        <a:gd name="connsiteX8" fmla="*/ 14288 w 19946"/>
                        <a:gd name="connsiteY8" fmla="*/ 9430 h 53736"/>
                        <a:gd name="connsiteX9" fmla="*/ 13906 w 19946"/>
                        <a:gd name="connsiteY9" fmla="*/ 21717 h 53736"/>
                        <a:gd name="connsiteX10" fmla="*/ 10763 w 19946"/>
                        <a:gd name="connsiteY10" fmla="*/ 31337 h 53736"/>
                        <a:gd name="connsiteX11" fmla="*/ 0 w 19946"/>
                        <a:gd name="connsiteY11" fmla="*/ 38767 h 537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946" h="53736">
                          <a:moveTo>
                            <a:pt x="0" y="38767"/>
                          </a:moveTo>
                          <a:cubicBezTo>
                            <a:pt x="1428" y="42958"/>
                            <a:pt x="2286" y="46577"/>
                            <a:pt x="3905" y="49244"/>
                          </a:cubicBezTo>
                          <a:cubicBezTo>
                            <a:pt x="5429" y="51911"/>
                            <a:pt x="7239" y="53530"/>
                            <a:pt x="9239" y="53721"/>
                          </a:cubicBezTo>
                          <a:cubicBezTo>
                            <a:pt x="12382" y="54007"/>
                            <a:pt x="15430" y="50292"/>
                            <a:pt x="17812" y="43624"/>
                          </a:cubicBezTo>
                          <a:cubicBezTo>
                            <a:pt x="19240" y="40291"/>
                            <a:pt x="19431" y="36100"/>
                            <a:pt x="19812" y="31528"/>
                          </a:cubicBezTo>
                          <a:cubicBezTo>
                            <a:pt x="20288" y="26861"/>
                            <a:pt x="19431" y="21717"/>
                            <a:pt x="18383" y="16478"/>
                          </a:cubicBezTo>
                          <a:cubicBezTo>
                            <a:pt x="17907" y="13335"/>
                            <a:pt x="16669" y="10382"/>
                            <a:pt x="15526" y="7620"/>
                          </a:cubicBezTo>
                          <a:cubicBezTo>
                            <a:pt x="14288" y="4858"/>
                            <a:pt x="13335" y="2191"/>
                            <a:pt x="11620" y="0"/>
                          </a:cubicBezTo>
                          <a:cubicBezTo>
                            <a:pt x="13049" y="3048"/>
                            <a:pt x="13621" y="6287"/>
                            <a:pt x="14288" y="9430"/>
                          </a:cubicBezTo>
                          <a:cubicBezTo>
                            <a:pt x="15049" y="13811"/>
                            <a:pt x="14478" y="18002"/>
                            <a:pt x="13906" y="21717"/>
                          </a:cubicBezTo>
                          <a:cubicBezTo>
                            <a:pt x="13335" y="25432"/>
                            <a:pt x="12382" y="28670"/>
                            <a:pt x="10763" y="31337"/>
                          </a:cubicBezTo>
                          <a:cubicBezTo>
                            <a:pt x="7620" y="36576"/>
                            <a:pt x="3905" y="39243"/>
                            <a:pt x="0" y="38767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28" name="Forme libre : forme 15427">
                      <a:extLst>
                        <a:ext uri="{FF2B5EF4-FFF2-40B4-BE49-F238E27FC236}">
                          <a16:creationId xmlns:a16="http://schemas.microsoft.com/office/drawing/2014/main" id="{99906177-8F94-498A-820B-900EED7E8F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5186" y="3375915"/>
                      <a:ext cx="32241" cy="68045"/>
                    </a:xfrm>
                    <a:custGeom>
                      <a:avLst/>
                      <a:gdLst>
                        <a:gd name="connsiteX0" fmla="*/ 1380 w 32241"/>
                        <a:gd name="connsiteY0" fmla="*/ 1173 h 68045"/>
                        <a:gd name="connsiteX1" fmla="*/ 6905 w 32241"/>
                        <a:gd name="connsiteY1" fmla="*/ 221 h 68045"/>
                        <a:gd name="connsiteX2" fmla="*/ 15001 w 32241"/>
                        <a:gd name="connsiteY2" fmla="*/ 4792 h 68045"/>
                        <a:gd name="connsiteX3" fmla="*/ 23669 w 32241"/>
                        <a:gd name="connsiteY3" fmla="*/ 14889 h 68045"/>
                        <a:gd name="connsiteX4" fmla="*/ 30146 w 32241"/>
                        <a:gd name="connsiteY4" fmla="*/ 29557 h 68045"/>
                        <a:gd name="connsiteX5" fmla="*/ 32241 w 32241"/>
                        <a:gd name="connsiteY5" fmla="*/ 44988 h 68045"/>
                        <a:gd name="connsiteX6" fmla="*/ 30622 w 32241"/>
                        <a:gd name="connsiteY6" fmla="*/ 57466 h 68045"/>
                        <a:gd name="connsiteX7" fmla="*/ 22145 w 32241"/>
                        <a:gd name="connsiteY7" fmla="*/ 68038 h 68045"/>
                        <a:gd name="connsiteX8" fmla="*/ 14334 w 32241"/>
                        <a:gd name="connsiteY8" fmla="*/ 57847 h 68045"/>
                        <a:gd name="connsiteX9" fmla="*/ 11096 w 32241"/>
                        <a:gd name="connsiteY9" fmla="*/ 47655 h 68045"/>
                        <a:gd name="connsiteX10" fmla="*/ 7762 w 32241"/>
                        <a:gd name="connsiteY10" fmla="*/ 35749 h 68045"/>
                        <a:gd name="connsiteX11" fmla="*/ 4238 w 32241"/>
                        <a:gd name="connsiteY11" fmla="*/ 24128 h 68045"/>
                        <a:gd name="connsiteX12" fmla="*/ 1380 w 32241"/>
                        <a:gd name="connsiteY12" fmla="*/ 14222 h 68045"/>
                        <a:gd name="connsiteX13" fmla="*/ 47 w 32241"/>
                        <a:gd name="connsiteY13" fmla="*/ 6221 h 68045"/>
                        <a:gd name="connsiteX14" fmla="*/ 1380 w 32241"/>
                        <a:gd name="connsiteY14" fmla="*/ 1173 h 68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2241" h="68045">
                          <a:moveTo>
                            <a:pt x="1380" y="1173"/>
                          </a:moveTo>
                          <a:cubicBezTo>
                            <a:pt x="2523" y="30"/>
                            <a:pt x="4428" y="-256"/>
                            <a:pt x="6905" y="221"/>
                          </a:cubicBezTo>
                          <a:cubicBezTo>
                            <a:pt x="9286" y="792"/>
                            <a:pt x="11953" y="2411"/>
                            <a:pt x="15001" y="4792"/>
                          </a:cubicBezTo>
                          <a:cubicBezTo>
                            <a:pt x="18239" y="7079"/>
                            <a:pt x="20811" y="10698"/>
                            <a:pt x="23669" y="14889"/>
                          </a:cubicBezTo>
                          <a:cubicBezTo>
                            <a:pt x="26717" y="18985"/>
                            <a:pt x="28146" y="24223"/>
                            <a:pt x="30146" y="29557"/>
                          </a:cubicBezTo>
                          <a:cubicBezTo>
                            <a:pt x="31384" y="34987"/>
                            <a:pt x="32146" y="40321"/>
                            <a:pt x="32241" y="44988"/>
                          </a:cubicBezTo>
                          <a:cubicBezTo>
                            <a:pt x="32051" y="49750"/>
                            <a:pt x="31479" y="53941"/>
                            <a:pt x="30622" y="57466"/>
                          </a:cubicBezTo>
                          <a:cubicBezTo>
                            <a:pt x="28431" y="64419"/>
                            <a:pt x="25193" y="68229"/>
                            <a:pt x="22145" y="68038"/>
                          </a:cubicBezTo>
                          <a:cubicBezTo>
                            <a:pt x="18906" y="67848"/>
                            <a:pt x="16334" y="63752"/>
                            <a:pt x="14334" y="57847"/>
                          </a:cubicBezTo>
                          <a:cubicBezTo>
                            <a:pt x="13096" y="54894"/>
                            <a:pt x="11953" y="51465"/>
                            <a:pt x="11096" y="47655"/>
                          </a:cubicBezTo>
                          <a:cubicBezTo>
                            <a:pt x="9953" y="43940"/>
                            <a:pt x="8714" y="39940"/>
                            <a:pt x="7762" y="35749"/>
                          </a:cubicBezTo>
                          <a:cubicBezTo>
                            <a:pt x="6143" y="31748"/>
                            <a:pt x="5667" y="27557"/>
                            <a:pt x="4238" y="24128"/>
                          </a:cubicBezTo>
                          <a:cubicBezTo>
                            <a:pt x="3000" y="20604"/>
                            <a:pt x="2428" y="16984"/>
                            <a:pt x="1380" y="14222"/>
                          </a:cubicBezTo>
                          <a:cubicBezTo>
                            <a:pt x="523" y="11269"/>
                            <a:pt x="142" y="8507"/>
                            <a:pt x="47" y="6221"/>
                          </a:cubicBezTo>
                          <a:cubicBezTo>
                            <a:pt x="-144" y="4126"/>
                            <a:pt x="237" y="2316"/>
                            <a:pt x="1380" y="117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29" name="Forme libre : forme 15428">
                      <a:extLst>
                        <a:ext uri="{FF2B5EF4-FFF2-40B4-BE49-F238E27FC236}">
                          <a16:creationId xmlns:a16="http://schemas.microsoft.com/office/drawing/2014/main" id="{3903F723-C1DE-4608-B67D-843549EB7F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4280" y="3384463"/>
                      <a:ext cx="45131" cy="92486"/>
                    </a:xfrm>
                    <a:custGeom>
                      <a:avLst/>
                      <a:gdLst>
                        <a:gd name="connsiteX0" fmla="*/ 17335 w 45131"/>
                        <a:gd name="connsiteY0" fmla="*/ 91876 h 92486"/>
                        <a:gd name="connsiteX1" fmla="*/ 28194 w 45131"/>
                        <a:gd name="connsiteY1" fmla="*/ 91019 h 92486"/>
                        <a:gd name="connsiteX2" fmla="*/ 37910 w 45131"/>
                        <a:gd name="connsiteY2" fmla="*/ 79398 h 92486"/>
                        <a:gd name="connsiteX3" fmla="*/ 44482 w 45131"/>
                        <a:gd name="connsiteY3" fmla="*/ 55490 h 92486"/>
                        <a:gd name="connsiteX4" fmla="*/ 44101 w 45131"/>
                        <a:gd name="connsiteY4" fmla="*/ 32630 h 92486"/>
                        <a:gd name="connsiteX5" fmla="*/ 36481 w 45131"/>
                        <a:gd name="connsiteY5" fmla="*/ 11199 h 92486"/>
                        <a:gd name="connsiteX6" fmla="*/ 27242 w 45131"/>
                        <a:gd name="connsiteY6" fmla="*/ 1103 h 92486"/>
                        <a:gd name="connsiteX7" fmla="*/ 21146 w 45131"/>
                        <a:gd name="connsiteY7" fmla="*/ 2341 h 92486"/>
                        <a:gd name="connsiteX8" fmla="*/ 21717 w 45131"/>
                        <a:gd name="connsiteY8" fmla="*/ 17105 h 92486"/>
                        <a:gd name="connsiteX9" fmla="*/ 14669 w 45131"/>
                        <a:gd name="connsiteY9" fmla="*/ 48632 h 92486"/>
                        <a:gd name="connsiteX10" fmla="*/ 5905 w 45131"/>
                        <a:gd name="connsiteY10" fmla="*/ 61682 h 92486"/>
                        <a:gd name="connsiteX11" fmla="*/ 1619 w 45131"/>
                        <a:gd name="connsiteY11" fmla="*/ 69683 h 92486"/>
                        <a:gd name="connsiteX12" fmla="*/ 476 w 45131"/>
                        <a:gd name="connsiteY12" fmla="*/ 74064 h 92486"/>
                        <a:gd name="connsiteX13" fmla="*/ 0 w 45131"/>
                        <a:gd name="connsiteY13" fmla="*/ 79779 h 92486"/>
                        <a:gd name="connsiteX14" fmla="*/ 17335 w 45131"/>
                        <a:gd name="connsiteY14" fmla="*/ 91876 h 92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45131" h="92486">
                          <a:moveTo>
                            <a:pt x="17335" y="91876"/>
                          </a:moveTo>
                          <a:cubicBezTo>
                            <a:pt x="20859" y="92543"/>
                            <a:pt x="24384" y="93114"/>
                            <a:pt x="28194" y="91019"/>
                          </a:cubicBezTo>
                          <a:cubicBezTo>
                            <a:pt x="31813" y="88828"/>
                            <a:pt x="34957" y="85494"/>
                            <a:pt x="37910" y="79398"/>
                          </a:cubicBezTo>
                          <a:cubicBezTo>
                            <a:pt x="40958" y="72731"/>
                            <a:pt x="43624" y="64349"/>
                            <a:pt x="44482" y="55490"/>
                          </a:cubicBezTo>
                          <a:cubicBezTo>
                            <a:pt x="45720" y="48347"/>
                            <a:pt x="44958" y="40250"/>
                            <a:pt x="44101" y="32630"/>
                          </a:cubicBezTo>
                          <a:cubicBezTo>
                            <a:pt x="42577" y="24915"/>
                            <a:pt x="40386" y="17486"/>
                            <a:pt x="36481" y="11199"/>
                          </a:cubicBezTo>
                          <a:cubicBezTo>
                            <a:pt x="34004" y="6532"/>
                            <a:pt x="30194" y="2817"/>
                            <a:pt x="27242" y="1103"/>
                          </a:cubicBezTo>
                          <a:cubicBezTo>
                            <a:pt x="24194" y="-612"/>
                            <a:pt x="21908" y="-421"/>
                            <a:pt x="21146" y="2341"/>
                          </a:cubicBezTo>
                          <a:cubicBezTo>
                            <a:pt x="20098" y="5770"/>
                            <a:pt x="21717" y="11675"/>
                            <a:pt x="21717" y="17105"/>
                          </a:cubicBezTo>
                          <a:cubicBezTo>
                            <a:pt x="22765" y="29868"/>
                            <a:pt x="19050" y="40727"/>
                            <a:pt x="14669" y="48632"/>
                          </a:cubicBezTo>
                          <a:cubicBezTo>
                            <a:pt x="12763" y="52062"/>
                            <a:pt x="8668" y="56633"/>
                            <a:pt x="5905" y="61682"/>
                          </a:cubicBezTo>
                          <a:cubicBezTo>
                            <a:pt x="4286" y="64158"/>
                            <a:pt x="2572" y="66825"/>
                            <a:pt x="1619" y="69683"/>
                          </a:cubicBezTo>
                          <a:cubicBezTo>
                            <a:pt x="1143" y="71112"/>
                            <a:pt x="667" y="72540"/>
                            <a:pt x="476" y="74064"/>
                          </a:cubicBezTo>
                          <a:cubicBezTo>
                            <a:pt x="190" y="75874"/>
                            <a:pt x="0" y="77874"/>
                            <a:pt x="0" y="79779"/>
                          </a:cubicBezTo>
                          <a:cubicBezTo>
                            <a:pt x="0" y="94162"/>
                            <a:pt x="12573" y="90828"/>
                            <a:pt x="17335" y="9187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30" name="Forme libre : forme 15429">
                      <a:extLst>
                        <a:ext uri="{FF2B5EF4-FFF2-40B4-BE49-F238E27FC236}">
                          <a16:creationId xmlns:a16="http://schemas.microsoft.com/office/drawing/2014/main" id="{31DCBBD2-01FA-4BF8-B864-23DDF0106B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6633" y="3434147"/>
                      <a:ext cx="10141" cy="26313"/>
                    </a:xfrm>
                    <a:custGeom>
                      <a:avLst/>
                      <a:gdLst>
                        <a:gd name="connsiteX0" fmla="*/ 4886 w 10141"/>
                        <a:gd name="connsiteY0" fmla="*/ 24285 h 26313"/>
                        <a:gd name="connsiteX1" fmla="*/ 7077 w 10141"/>
                        <a:gd name="connsiteY1" fmla="*/ 26285 h 26313"/>
                        <a:gd name="connsiteX2" fmla="*/ 9553 w 10141"/>
                        <a:gd name="connsiteY2" fmla="*/ 24189 h 26313"/>
                        <a:gd name="connsiteX3" fmla="*/ 10125 w 10141"/>
                        <a:gd name="connsiteY3" fmla="*/ 19427 h 26313"/>
                        <a:gd name="connsiteX4" fmla="*/ 8886 w 10141"/>
                        <a:gd name="connsiteY4" fmla="*/ 7711 h 26313"/>
                        <a:gd name="connsiteX5" fmla="*/ 7553 w 10141"/>
                        <a:gd name="connsiteY5" fmla="*/ 3520 h 26313"/>
                        <a:gd name="connsiteX6" fmla="*/ 29 w 10141"/>
                        <a:gd name="connsiteY6" fmla="*/ 6568 h 26313"/>
                        <a:gd name="connsiteX7" fmla="*/ 4886 w 10141"/>
                        <a:gd name="connsiteY7" fmla="*/ 24285 h 26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141" h="26313">
                          <a:moveTo>
                            <a:pt x="4886" y="24285"/>
                          </a:moveTo>
                          <a:cubicBezTo>
                            <a:pt x="5553" y="25237"/>
                            <a:pt x="6220" y="26094"/>
                            <a:pt x="7077" y="26285"/>
                          </a:cubicBezTo>
                          <a:cubicBezTo>
                            <a:pt x="7934" y="26476"/>
                            <a:pt x="8982" y="25713"/>
                            <a:pt x="9553" y="24189"/>
                          </a:cubicBezTo>
                          <a:cubicBezTo>
                            <a:pt x="10125" y="22761"/>
                            <a:pt x="10125" y="20951"/>
                            <a:pt x="10125" y="19427"/>
                          </a:cubicBezTo>
                          <a:cubicBezTo>
                            <a:pt x="10220" y="15331"/>
                            <a:pt x="9935" y="11426"/>
                            <a:pt x="8886" y="7711"/>
                          </a:cubicBezTo>
                          <a:cubicBezTo>
                            <a:pt x="8506" y="6187"/>
                            <a:pt x="8125" y="4759"/>
                            <a:pt x="7553" y="3520"/>
                          </a:cubicBezTo>
                          <a:cubicBezTo>
                            <a:pt x="5172" y="-1338"/>
                            <a:pt x="-448" y="-1909"/>
                            <a:pt x="29" y="6568"/>
                          </a:cubicBezTo>
                          <a:cubicBezTo>
                            <a:pt x="790" y="13236"/>
                            <a:pt x="2219" y="20379"/>
                            <a:pt x="4886" y="2428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31" name="Forme libre : forme 15430">
                      <a:extLst>
                        <a:ext uri="{FF2B5EF4-FFF2-40B4-BE49-F238E27FC236}">
                          <a16:creationId xmlns:a16="http://schemas.microsoft.com/office/drawing/2014/main" id="{BC5E182C-AA33-4DDF-8E65-F0EE4FBEC1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77135" y="3354373"/>
                      <a:ext cx="53816" cy="27477"/>
                    </a:xfrm>
                    <a:custGeom>
                      <a:avLst/>
                      <a:gdLst>
                        <a:gd name="connsiteX0" fmla="*/ 0 w 53816"/>
                        <a:gd name="connsiteY0" fmla="*/ 7094 h 27477"/>
                        <a:gd name="connsiteX1" fmla="*/ 1524 w 53816"/>
                        <a:gd name="connsiteY1" fmla="*/ 4618 h 27477"/>
                        <a:gd name="connsiteX2" fmla="*/ 9049 w 53816"/>
                        <a:gd name="connsiteY2" fmla="*/ 522 h 27477"/>
                        <a:gd name="connsiteX3" fmla="*/ 27432 w 53816"/>
                        <a:gd name="connsiteY3" fmla="*/ 3189 h 27477"/>
                        <a:gd name="connsiteX4" fmla="*/ 53816 w 53816"/>
                        <a:gd name="connsiteY4" fmla="*/ 27478 h 27477"/>
                        <a:gd name="connsiteX5" fmla="*/ 49339 w 53816"/>
                        <a:gd name="connsiteY5" fmla="*/ 21286 h 27477"/>
                        <a:gd name="connsiteX6" fmla="*/ 35528 w 53816"/>
                        <a:gd name="connsiteY6" fmla="*/ 9476 h 27477"/>
                        <a:gd name="connsiteX7" fmla="*/ 26098 w 53816"/>
                        <a:gd name="connsiteY7" fmla="*/ 4808 h 27477"/>
                        <a:gd name="connsiteX8" fmla="*/ 16097 w 53816"/>
                        <a:gd name="connsiteY8" fmla="*/ 2713 h 27477"/>
                        <a:gd name="connsiteX9" fmla="*/ 0 w 53816"/>
                        <a:gd name="connsiteY9" fmla="*/ 7094 h 27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3816" h="27477">
                          <a:moveTo>
                            <a:pt x="0" y="7094"/>
                          </a:moveTo>
                          <a:cubicBezTo>
                            <a:pt x="0" y="7094"/>
                            <a:pt x="286" y="5951"/>
                            <a:pt x="1524" y="4618"/>
                          </a:cubicBezTo>
                          <a:cubicBezTo>
                            <a:pt x="2762" y="3189"/>
                            <a:pt x="4858" y="1475"/>
                            <a:pt x="9049" y="522"/>
                          </a:cubicBezTo>
                          <a:cubicBezTo>
                            <a:pt x="13240" y="-621"/>
                            <a:pt x="18955" y="46"/>
                            <a:pt x="27432" y="3189"/>
                          </a:cubicBezTo>
                          <a:cubicBezTo>
                            <a:pt x="35147" y="6904"/>
                            <a:pt x="45815" y="14048"/>
                            <a:pt x="53816" y="27478"/>
                          </a:cubicBezTo>
                          <a:cubicBezTo>
                            <a:pt x="53816" y="27478"/>
                            <a:pt x="52197" y="24906"/>
                            <a:pt x="49339" y="21286"/>
                          </a:cubicBezTo>
                          <a:cubicBezTo>
                            <a:pt x="45911" y="17858"/>
                            <a:pt x="41434" y="13095"/>
                            <a:pt x="35528" y="9476"/>
                          </a:cubicBezTo>
                          <a:cubicBezTo>
                            <a:pt x="32481" y="7666"/>
                            <a:pt x="29337" y="6046"/>
                            <a:pt x="26098" y="4808"/>
                          </a:cubicBezTo>
                          <a:cubicBezTo>
                            <a:pt x="22765" y="3665"/>
                            <a:pt x="19241" y="3094"/>
                            <a:pt x="16097" y="2713"/>
                          </a:cubicBezTo>
                          <a:cubicBezTo>
                            <a:pt x="9716" y="1760"/>
                            <a:pt x="3620" y="3951"/>
                            <a:pt x="0" y="709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32" name="Forme libre : forme 15431">
                      <a:extLst>
                        <a:ext uri="{FF2B5EF4-FFF2-40B4-BE49-F238E27FC236}">
                          <a16:creationId xmlns:a16="http://schemas.microsoft.com/office/drawing/2014/main" id="{FDDBA9CC-E733-43B7-8052-00942EBE03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4374" y="3445097"/>
                      <a:ext cx="17240" cy="50577"/>
                    </a:xfrm>
                    <a:custGeom>
                      <a:avLst/>
                      <a:gdLst>
                        <a:gd name="connsiteX0" fmla="*/ 381 w 17240"/>
                        <a:gd name="connsiteY0" fmla="*/ 0 h 50577"/>
                        <a:gd name="connsiteX1" fmla="*/ 0 w 17240"/>
                        <a:gd name="connsiteY1" fmla="*/ 5429 h 50577"/>
                        <a:gd name="connsiteX2" fmla="*/ 95 w 17240"/>
                        <a:gd name="connsiteY2" fmla="*/ 11144 h 50577"/>
                        <a:gd name="connsiteX3" fmla="*/ 286 w 17240"/>
                        <a:gd name="connsiteY3" fmla="*/ 20479 h 50577"/>
                        <a:gd name="connsiteX4" fmla="*/ 4763 w 17240"/>
                        <a:gd name="connsiteY4" fmla="*/ 39814 h 50577"/>
                        <a:gd name="connsiteX5" fmla="*/ 17240 w 17240"/>
                        <a:gd name="connsiteY5" fmla="*/ 50578 h 50577"/>
                        <a:gd name="connsiteX6" fmla="*/ 14192 w 17240"/>
                        <a:gd name="connsiteY6" fmla="*/ 48578 h 50577"/>
                        <a:gd name="connsiteX7" fmla="*/ 7334 w 17240"/>
                        <a:gd name="connsiteY7" fmla="*/ 40196 h 50577"/>
                        <a:gd name="connsiteX8" fmla="*/ 1714 w 17240"/>
                        <a:gd name="connsiteY8" fmla="*/ 22765 h 50577"/>
                        <a:gd name="connsiteX9" fmla="*/ 667 w 17240"/>
                        <a:gd name="connsiteY9" fmla="*/ 10668 h 50577"/>
                        <a:gd name="connsiteX10" fmla="*/ 381 w 17240"/>
                        <a:gd name="connsiteY10" fmla="*/ 0 h 50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240" h="50577">
                          <a:moveTo>
                            <a:pt x="381" y="0"/>
                          </a:moveTo>
                          <a:cubicBezTo>
                            <a:pt x="381" y="0"/>
                            <a:pt x="95" y="2096"/>
                            <a:pt x="0" y="5429"/>
                          </a:cubicBezTo>
                          <a:cubicBezTo>
                            <a:pt x="0" y="7048"/>
                            <a:pt x="0" y="9049"/>
                            <a:pt x="95" y="11144"/>
                          </a:cubicBezTo>
                          <a:cubicBezTo>
                            <a:pt x="95" y="13811"/>
                            <a:pt x="0" y="17336"/>
                            <a:pt x="286" y="20479"/>
                          </a:cubicBezTo>
                          <a:cubicBezTo>
                            <a:pt x="476" y="26861"/>
                            <a:pt x="2096" y="34290"/>
                            <a:pt x="4763" y="39814"/>
                          </a:cubicBezTo>
                          <a:cubicBezTo>
                            <a:pt x="7620" y="45625"/>
                            <a:pt x="12097" y="49816"/>
                            <a:pt x="17240" y="50578"/>
                          </a:cubicBezTo>
                          <a:cubicBezTo>
                            <a:pt x="17240" y="50578"/>
                            <a:pt x="16097" y="50102"/>
                            <a:pt x="14192" y="48578"/>
                          </a:cubicBezTo>
                          <a:cubicBezTo>
                            <a:pt x="12382" y="47149"/>
                            <a:pt x="9715" y="44387"/>
                            <a:pt x="7334" y="40196"/>
                          </a:cubicBezTo>
                          <a:cubicBezTo>
                            <a:pt x="5239" y="36290"/>
                            <a:pt x="2572" y="30004"/>
                            <a:pt x="1714" y="22765"/>
                          </a:cubicBezTo>
                          <a:cubicBezTo>
                            <a:pt x="1143" y="19240"/>
                            <a:pt x="953" y="14573"/>
                            <a:pt x="667" y="10668"/>
                          </a:cubicBezTo>
                          <a:cubicBezTo>
                            <a:pt x="286" y="7429"/>
                            <a:pt x="190" y="3905"/>
                            <a:pt x="38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33" name="Forme libre : forme 15432">
                      <a:extLst>
                        <a:ext uri="{FF2B5EF4-FFF2-40B4-BE49-F238E27FC236}">
                          <a16:creationId xmlns:a16="http://schemas.microsoft.com/office/drawing/2014/main" id="{55F0AD8C-92DA-4B01-98F9-C1738FFC7E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0852" y="3395452"/>
                      <a:ext cx="9266" cy="24246"/>
                    </a:xfrm>
                    <a:custGeom>
                      <a:avLst/>
                      <a:gdLst>
                        <a:gd name="connsiteX0" fmla="*/ 2000 w 9266"/>
                        <a:gd name="connsiteY0" fmla="*/ 19 h 24246"/>
                        <a:gd name="connsiteX1" fmla="*/ 6287 w 9266"/>
                        <a:gd name="connsiteY1" fmla="*/ 4115 h 24246"/>
                        <a:gd name="connsiteX2" fmla="*/ 9049 w 9266"/>
                        <a:gd name="connsiteY2" fmla="*/ 13450 h 24246"/>
                        <a:gd name="connsiteX3" fmla="*/ 8382 w 9266"/>
                        <a:gd name="connsiteY3" fmla="*/ 21831 h 24246"/>
                        <a:gd name="connsiteX4" fmla="*/ 5715 w 9266"/>
                        <a:gd name="connsiteY4" fmla="*/ 24118 h 24246"/>
                        <a:gd name="connsiteX5" fmla="*/ 667 w 9266"/>
                        <a:gd name="connsiteY5" fmla="*/ 10878 h 24246"/>
                        <a:gd name="connsiteX6" fmla="*/ 0 w 9266"/>
                        <a:gd name="connsiteY6" fmla="*/ 2972 h 24246"/>
                        <a:gd name="connsiteX7" fmla="*/ 2000 w 9266"/>
                        <a:gd name="connsiteY7" fmla="*/ 19 h 24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266" h="24246">
                          <a:moveTo>
                            <a:pt x="2000" y="19"/>
                          </a:moveTo>
                          <a:cubicBezTo>
                            <a:pt x="3143" y="210"/>
                            <a:pt x="4762" y="1734"/>
                            <a:pt x="6287" y="4115"/>
                          </a:cubicBezTo>
                          <a:cubicBezTo>
                            <a:pt x="7429" y="6592"/>
                            <a:pt x="8477" y="9925"/>
                            <a:pt x="9049" y="13450"/>
                          </a:cubicBezTo>
                          <a:cubicBezTo>
                            <a:pt x="9620" y="16878"/>
                            <a:pt x="8953" y="19927"/>
                            <a:pt x="8382" y="21831"/>
                          </a:cubicBezTo>
                          <a:cubicBezTo>
                            <a:pt x="7715" y="23736"/>
                            <a:pt x="6763" y="24594"/>
                            <a:pt x="5715" y="24118"/>
                          </a:cubicBezTo>
                          <a:cubicBezTo>
                            <a:pt x="3429" y="23070"/>
                            <a:pt x="2000" y="17069"/>
                            <a:pt x="667" y="10878"/>
                          </a:cubicBezTo>
                          <a:cubicBezTo>
                            <a:pt x="286" y="7639"/>
                            <a:pt x="0" y="4877"/>
                            <a:pt x="0" y="2972"/>
                          </a:cubicBezTo>
                          <a:cubicBezTo>
                            <a:pt x="95" y="1067"/>
                            <a:pt x="762" y="-171"/>
                            <a:pt x="2000" y="1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34" name="Forme libre : forme 15433">
                      <a:extLst>
                        <a:ext uri="{FF2B5EF4-FFF2-40B4-BE49-F238E27FC236}">
                          <a16:creationId xmlns:a16="http://schemas.microsoft.com/office/drawing/2014/main" id="{C82F8018-74C8-4DA2-8059-19E2626C1C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9720" y="3392689"/>
                      <a:ext cx="4300" cy="6289"/>
                    </a:xfrm>
                    <a:custGeom>
                      <a:avLst/>
                      <a:gdLst>
                        <a:gd name="connsiteX0" fmla="*/ 560 w 4300"/>
                        <a:gd name="connsiteY0" fmla="*/ 115 h 6289"/>
                        <a:gd name="connsiteX1" fmla="*/ 3608 w 4300"/>
                        <a:gd name="connsiteY1" fmla="*/ 2401 h 6289"/>
                        <a:gd name="connsiteX2" fmla="*/ 3703 w 4300"/>
                        <a:gd name="connsiteY2" fmla="*/ 6211 h 6289"/>
                        <a:gd name="connsiteX3" fmla="*/ 655 w 4300"/>
                        <a:gd name="connsiteY3" fmla="*/ 3925 h 6289"/>
                        <a:gd name="connsiteX4" fmla="*/ 560 w 4300"/>
                        <a:gd name="connsiteY4" fmla="*/ 115 h 6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0" h="6289">
                          <a:moveTo>
                            <a:pt x="560" y="115"/>
                          </a:moveTo>
                          <a:cubicBezTo>
                            <a:pt x="1322" y="-361"/>
                            <a:pt x="2751" y="687"/>
                            <a:pt x="3608" y="2401"/>
                          </a:cubicBezTo>
                          <a:cubicBezTo>
                            <a:pt x="4466" y="4116"/>
                            <a:pt x="4561" y="5830"/>
                            <a:pt x="3703" y="6211"/>
                          </a:cubicBezTo>
                          <a:cubicBezTo>
                            <a:pt x="2846" y="6592"/>
                            <a:pt x="1513" y="5544"/>
                            <a:pt x="655" y="3925"/>
                          </a:cubicBezTo>
                          <a:cubicBezTo>
                            <a:pt x="-202" y="2306"/>
                            <a:pt x="-202" y="591"/>
                            <a:pt x="560" y="1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35" name="Forme libre : forme 15434">
                      <a:extLst>
                        <a:ext uri="{FF2B5EF4-FFF2-40B4-BE49-F238E27FC236}">
                          <a16:creationId xmlns:a16="http://schemas.microsoft.com/office/drawing/2014/main" id="{B5976308-E33B-41E0-9D0B-8D46E1B6F8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76373" y="3368557"/>
                      <a:ext cx="17048" cy="54280"/>
                    </a:xfrm>
                    <a:custGeom>
                      <a:avLst/>
                      <a:gdLst>
                        <a:gd name="connsiteX0" fmla="*/ 0 w 17048"/>
                        <a:gd name="connsiteY0" fmla="*/ 16913 h 54280"/>
                        <a:gd name="connsiteX1" fmla="*/ 4191 w 17048"/>
                        <a:gd name="connsiteY1" fmla="*/ 1959 h 54280"/>
                        <a:gd name="connsiteX2" fmla="*/ 10858 w 17048"/>
                        <a:gd name="connsiteY2" fmla="*/ 1006 h 54280"/>
                        <a:gd name="connsiteX3" fmla="*/ 14383 w 17048"/>
                        <a:gd name="connsiteY3" fmla="*/ 4435 h 54280"/>
                        <a:gd name="connsiteX4" fmla="*/ 15335 w 17048"/>
                        <a:gd name="connsiteY4" fmla="*/ 8245 h 54280"/>
                        <a:gd name="connsiteX5" fmla="*/ 14573 w 17048"/>
                        <a:gd name="connsiteY5" fmla="*/ 17580 h 54280"/>
                        <a:gd name="connsiteX6" fmla="*/ 14288 w 17048"/>
                        <a:gd name="connsiteY6" fmla="*/ 27676 h 54280"/>
                        <a:gd name="connsiteX7" fmla="*/ 15716 w 17048"/>
                        <a:gd name="connsiteY7" fmla="*/ 34249 h 54280"/>
                        <a:gd name="connsiteX8" fmla="*/ 16954 w 17048"/>
                        <a:gd name="connsiteY8" fmla="*/ 43964 h 54280"/>
                        <a:gd name="connsiteX9" fmla="*/ 15907 w 17048"/>
                        <a:gd name="connsiteY9" fmla="*/ 52156 h 54280"/>
                        <a:gd name="connsiteX10" fmla="*/ 12859 w 17048"/>
                        <a:gd name="connsiteY10" fmla="*/ 53870 h 54280"/>
                        <a:gd name="connsiteX11" fmla="*/ 9430 w 17048"/>
                        <a:gd name="connsiteY11" fmla="*/ 48822 h 54280"/>
                        <a:gd name="connsiteX12" fmla="*/ 6572 w 17048"/>
                        <a:gd name="connsiteY12" fmla="*/ 41678 h 54280"/>
                        <a:gd name="connsiteX13" fmla="*/ 3905 w 17048"/>
                        <a:gd name="connsiteY13" fmla="*/ 34725 h 54280"/>
                        <a:gd name="connsiteX14" fmla="*/ 2000 w 17048"/>
                        <a:gd name="connsiteY14" fmla="*/ 29772 h 54280"/>
                        <a:gd name="connsiteX15" fmla="*/ 0 w 17048"/>
                        <a:gd name="connsiteY15" fmla="*/ 16913 h 54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7048" h="54280">
                          <a:moveTo>
                            <a:pt x="0" y="16913"/>
                          </a:moveTo>
                          <a:cubicBezTo>
                            <a:pt x="0" y="11389"/>
                            <a:pt x="1524" y="6150"/>
                            <a:pt x="4191" y="1959"/>
                          </a:cubicBezTo>
                          <a:cubicBezTo>
                            <a:pt x="5144" y="340"/>
                            <a:pt x="7239" y="-994"/>
                            <a:pt x="10858" y="1006"/>
                          </a:cubicBezTo>
                          <a:cubicBezTo>
                            <a:pt x="12478" y="1959"/>
                            <a:pt x="13621" y="3197"/>
                            <a:pt x="14383" y="4435"/>
                          </a:cubicBezTo>
                          <a:cubicBezTo>
                            <a:pt x="15049" y="5864"/>
                            <a:pt x="15240" y="7198"/>
                            <a:pt x="15335" y="8245"/>
                          </a:cubicBezTo>
                          <a:cubicBezTo>
                            <a:pt x="15430" y="11674"/>
                            <a:pt x="14859" y="14627"/>
                            <a:pt x="14573" y="17580"/>
                          </a:cubicBezTo>
                          <a:cubicBezTo>
                            <a:pt x="14002" y="20723"/>
                            <a:pt x="13621" y="24057"/>
                            <a:pt x="14288" y="27676"/>
                          </a:cubicBezTo>
                          <a:cubicBezTo>
                            <a:pt x="14573" y="28724"/>
                            <a:pt x="14954" y="31391"/>
                            <a:pt x="15716" y="34249"/>
                          </a:cubicBezTo>
                          <a:cubicBezTo>
                            <a:pt x="16669" y="37011"/>
                            <a:pt x="16669" y="40821"/>
                            <a:pt x="16954" y="43964"/>
                          </a:cubicBezTo>
                          <a:cubicBezTo>
                            <a:pt x="17336" y="47107"/>
                            <a:pt x="16478" y="50346"/>
                            <a:pt x="15907" y="52156"/>
                          </a:cubicBezTo>
                          <a:cubicBezTo>
                            <a:pt x="15240" y="54060"/>
                            <a:pt x="14288" y="54823"/>
                            <a:pt x="12859" y="53870"/>
                          </a:cubicBezTo>
                          <a:cubicBezTo>
                            <a:pt x="11430" y="52918"/>
                            <a:pt x="10287" y="51108"/>
                            <a:pt x="9430" y="48822"/>
                          </a:cubicBezTo>
                          <a:cubicBezTo>
                            <a:pt x="8382" y="46726"/>
                            <a:pt x="7239" y="44345"/>
                            <a:pt x="6572" y="41678"/>
                          </a:cubicBezTo>
                          <a:cubicBezTo>
                            <a:pt x="5429" y="39392"/>
                            <a:pt x="4572" y="36916"/>
                            <a:pt x="3905" y="34725"/>
                          </a:cubicBezTo>
                          <a:cubicBezTo>
                            <a:pt x="2953" y="32820"/>
                            <a:pt x="2286" y="31010"/>
                            <a:pt x="2000" y="29772"/>
                          </a:cubicBezTo>
                          <a:cubicBezTo>
                            <a:pt x="476" y="25581"/>
                            <a:pt x="95" y="20818"/>
                            <a:pt x="0" y="1691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14" name="Graphique 1">
                    <a:extLst>
                      <a:ext uri="{FF2B5EF4-FFF2-40B4-BE49-F238E27FC236}">
                        <a16:creationId xmlns:a16="http://schemas.microsoft.com/office/drawing/2014/main" id="{09AF0C40-1A13-4723-BDA7-3FB8792370D4}"/>
                      </a:ext>
                    </a:extLst>
                  </p:cNvPr>
                  <p:cNvGrpSpPr/>
                  <p:nvPr/>
                </p:nvGrpSpPr>
                <p:grpSpPr>
                  <a:xfrm>
                    <a:off x="4330164" y="3334988"/>
                    <a:ext cx="143290" cy="104298"/>
                    <a:chOff x="4330164" y="3334988"/>
                    <a:chExt cx="143290" cy="104298"/>
                  </a:xfrm>
                  <a:solidFill>
                    <a:schemeClr val="accent1"/>
                  </a:solidFill>
                </p:grpSpPr>
                <p:sp>
                  <p:nvSpPr>
                    <p:cNvPr id="15412" name="Forme libre : forme 15411">
                      <a:extLst>
                        <a:ext uri="{FF2B5EF4-FFF2-40B4-BE49-F238E27FC236}">
                          <a16:creationId xmlns:a16="http://schemas.microsoft.com/office/drawing/2014/main" id="{6A5CE770-B161-4609-86B3-DA76470583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0164" y="3335083"/>
                      <a:ext cx="143100" cy="104203"/>
                    </a:xfrm>
                    <a:custGeom>
                      <a:avLst/>
                      <a:gdLst>
                        <a:gd name="connsiteX0" fmla="*/ 28575 w 143100"/>
                        <a:gd name="connsiteY0" fmla="*/ 37338 h 104203"/>
                        <a:gd name="connsiteX1" fmla="*/ 51912 w 143100"/>
                        <a:gd name="connsiteY1" fmla="*/ 21812 h 104203"/>
                        <a:gd name="connsiteX2" fmla="*/ 58008 w 143100"/>
                        <a:gd name="connsiteY2" fmla="*/ 17812 h 104203"/>
                        <a:gd name="connsiteX3" fmla="*/ 65628 w 143100"/>
                        <a:gd name="connsiteY3" fmla="*/ 13335 h 104203"/>
                        <a:gd name="connsiteX4" fmla="*/ 73343 w 143100"/>
                        <a:gd name="connsiteY4" fmla="*/ 9049 h 104203"/>
                        <a:gd name="connsiteX5" fmla="*/ 81820 w 143100"/>
                        <a:gd name="connsiteY5" fmla="*/ 5429 h 104203"/>
                        <a:gd name="connsiteX6" fmla="*/ 106299 w 143100"/>
                        <a:gd name="connsiteY6" fmla="*/ 0 h 104203"/>
                        <a:gd name="connsiteX7" fmla="*/ 127826 w 143100"/>
                        <a:gd name="connsiteY7" fmla="*/ 3715 h 104203"/>
                        <a:gd name="connsiteX8" fmla="*/ 135446 w 143100"/>
                        <a:gd name="connsiteY8" fmla="*/ 7715 h 104203"/>
                        <a:gd name="connsiteX9" fmla="*/ 140494 w 143100"/>
                        <a:gd name="connsiteY9" fmla="*/ 12763 h 104203"/>
                        <a:gd name="connsiteX10" fmla="*/ 142685 w 143100"/>
                        <a:gd name="connsiteY10" fmla="*/ 22288 h 104203"/>
                        <a:gd name="connsiteX11" fmla="*/ 137637 w 143100"/>
                        <a:gd name="connsiteY11" fmla="*/ 38671 h 104203"/>
                        <a:gd name="connsiteX12" fmla="*/ 132588 w 143100"/>
                        <a:gd name="connsiteY12" fmla="*/ 46482 h 104203"/>
                        <a:gd name="connsiteX13" fmla="*/ 129064 w 143100"/>
                        <a:gd name="connsiteY13" fmla="*/ 49530 h 104203"/>
                        <a:gd name="connsiteX14" fmla="*/ 125159 w 143100"/>
                        <a:gd name="connsiteY14" fmla="*/ 52768 h 104203"/>
                        <a:gd name="connsiteX15" fmla="*/ 116586 w 143100"/>
                        <a:gd name="connsiteY15" fmla="*/ 58198 h 104203"/>
                        <a:gd name="connsiteX16" fmla="*/ 111538 w 143100"/>
                        <a:gd name="connsiteY16" fmla="*/ 60960 h 104203"/>
                        <a:gd name="connsiteX17" fmla="*/ 105823 w 143100"/>
                        <a:gd name="connsiteY17" fmla="*/ 63627 h 104203"/>
                        <a:gd name="connsiteX18" fmla="*/ 101442 w 143100"/>
                        <a:gd name="connsiteY18" fmla="*/ 65532 h 104203"/>
                        <a:gd name="connsiteX19" fmla="*/ 97060 w 143100"/>
                        <a:gd name="connsiteY19" fmla="*/ 68199 h 104203"/>
                        <a:gd name="connsiteX20" fmla="*/ 92583 w 143100"/>
                        <a:gd name="connsiteY20" fmla="*/ 70866 h 104203"/>
                        <a:gd name="connsiteX21" fmla="*/ 87059 w 143100"/>
                        <a:gd name="connsiteY21" fmla="*/ 74581 h 104203"/>
                        <a:gd name="connsiteX22" fmla="*/ 64104 w 143100"/>
                        <a:gd name="connsiteY22" fmla="*/ 90488 h 104203"/>
                        <a:gd name="connsiteX23" fmla="*/ 31147 w 143100"/>
                        <a:gd name="connsiteY23" fmla="*/ 103917 h 104203"/>
                        <a:gd name="connsiteX24" fmla="*/ 10287 w 143100"/>
                        <a:gd name="connsiteY24" fmla="*/ 97059 h 104203"/>
                        <a:gd name="connsiteX25" fmla="*/ 1620 w 143100"/>
                        <a:gd name="connsiteY25" fmla="*/ 81534 h 104203"/>
                        <a:gd name="connsiteX26" fmla="*/ 4858 w 143100"/>
                        <a:gd name="connsiteY26" fmla="*/ 60579 h 104203"/>
                        <a:gd name="connsiteX27" fmla="*/ 28575 w 143100"/>
                        <a:gd name="connsiteY27" fmla="*/ 37338 h 104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43100" h="104203">
                          <a:moveTo>
                            <a:pt x="28575" y="37338"/>
                          </a:moveTo>
                          <a:lnTo>
                            <a:pt x="51912" y="21812"/>
                          </a:lnTo>
                          <a:lnTo>
                            <a:pt x="58008" y="17812"/>
                          </a:lnTo>
                          <a:lnTo>
                            <a:pt x="65628" y="13335"/>
                          </a:lnTo>
                          <a:cubicBezTo>
                            <a:pt x="68199" y="11906"/>
                            <a:pt x="70676" y="10382"/>
                            <a:pt x="73343" y="9049"/>
                          </a:cubicBezTo>
                          <a:lnTo>
                            <a:pt x="81820" y="5429"/>
                          </a:lnTo>
                          <a:cubicBezTo>
                            <a:pt x="89535" y="1809"/>
                            <a:pt x="98584" y="571"/>
                            <a:pt x="106299" y="0"/>
                          </a:cubicBezTo>
                          <a:cubicBezTo>
                            <a:pt x="114586" y="95"/>
                            <a:pt x="121825" y="952"/>
                            <a:pt x="127826" y="3715"/>
                          </a:cubicBezTo>
                          <a:cubicBezTo>
                            <a:pt x="130779" y="4953"/>
                            <a:pt x="133350" y="6191"/>
                            <a:pt x="135446" y="7715"/>
                          </a:cubicBezTo>
                          <a:cubicBezTo>
                            <a:pt x="137541" y="9430"/>
                            <a:pt x="139256" y="11144"/>
                            <a:pt x="140494" y="12763"/>
                          </a:cubicBezTo>
                          <a:cubicBezTo>
                            <a:pt x="142971" y="16097"/>
                            <a:pt x="143638" y="19336"/>
                            <a:pt x="142685" y="22288"/>
                          </a:cubicBezTo>
                          <a:lnTo>
                            <a:pt x="137637" y="38671"/>
                          </a:lnTo>
                          <a:cubicBezTo>
                            <a:pt x="136684" y="41624"/>
                            <a:pt x="134779" y="44291"/>
                            <a:pt x="132588" y="46482"/>
                          </a:cubicBezTo>
                          <a:cubicBezTo>
                            <a:pt x="131445" y="47625"/>
                            <a:pt x="130302" y="48673"/>
                            <a:pt x="129064" y="49530"/>
                          </a:cubicBezTo>
                          <a:cubicBezTo>
                            <a:pt x="127826" y="50578"/>
                            <a:pt x="126397" y="51816"/>
                            <a:pt x="125159" y="52768"/>
                          </a:cubicBezTo>
                          <a:cubicBezTo>
                            <a:pt x="122587" y="54388"/>
                            <a:pt x="119634" y="56769"/>
                            <a:pt x="116586" y="58198"/>
                          </a:cubicBezTo>
                          <a:cubicBezTo>
                            <a:pt x="115063" y="59055"/>
                            <a:pt x="113348" y="60293"/>
                            <a:pt x="111538" y="60960"/>
                          </a:cubicBezTo>
                          <a:cubicBezTo>
                            <a:pt x="109824" y="61531"/>
                            <a:pt x="107919" y="62674"/>
                            <a:pt x="105823" y="63627"/>
                          </a:cubicBezTo>
                          <a:lnTo>
                            <a:pt x="101442" y="65532"/>
                          </a:lnTo>
                          <a:cubicBezTo>
                            <a:pt x="100013" y="66294"/>
                            <a:pt x="98489" y="67342"/>
                            <a:pt x="97060" y="68199"/>
                          </a:cubicBezTo>
                          <a:lnTo>
                            <a:pt x="92583" y="70866"/>
                          </a:lnTo>
                          <a:cubicBezTo>
                            <a:pt x="90964" y="71914"/>
                            <a:pt x="88869" y="73342"/>
                            <a:pt x="87059" y="74581"/>
                          </a:cubicBezTo>
                          <a:lnTo>
                            <a:pt x="64104" y="90488"/>
                          </a:lnTo>
                          <a:cubicBezTo>
                            <a:pt x="53055" y="98012"/>
                            <a:pt x="41148" y="102775"/>
                            <a:pt x="31147" y="103917"/>
                          </a:cubicBezTo>
                          <a:cubicBezTo>
                            <a:pt x="21146" y="105061"/>
                            <a:pt x="13431" y="102775"/>
                            <a:pt x="10287" y="97059"/>
                          </a:cubicBezTo>
                          <a:lnTo>
                            <a:pt x="1620" y="81534"/>
                          </a:lnTo>
                          <a:cubicBezTo>
                            <a:pt x="-1524" y="76009"/>
                            <a:pt x="96" y="68294"/>
                            <a:pt x="4858" y="60579"/>
                          </a:cubicBezTo>
                          <a:cubicBezTo>
                            <a:pt x="9906" y="52673"/>
                            <a:pt x="17907" y="44386"/>
                            <a:pt x="28575" y="3733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13" name="Forme libre : forme 15412">
                      <a:extLst>
                        <a:ext uri="{FF2B5EF4-FFF2-40B4-BE49-F238E27FC236}">
                          <a16:creationId xmlns:a16="http://schemas.microsoft.com/office/drawing/2014/main" id="{57CCDD88-E158-4875-90C4-85D02C3C43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0545" y="3334988"/>
                      <a:ext cx="142909" cy="81819"/>
                    </a:xfrm>
                    <a:custGeom>
                      <a:avLst/>
                      <a:gdLst>
                        <a:gd name="connsiteX0" fmla="*/ 79534 w 142909"/>
                        <a:gd name="connsiteY0" fmla="*/ 29242 h 81819"/>
                        <a:gd name="connsiteX1" fmla="*/ 96108 w 142909"/>
                        <a:gd name="connsiteY1" fmla="*/ 21050 h 81819"/>
                        <a:gd name="connsiteX2" fmla="*/ 114015 w 142909"/>
                        <a:gd name="connsiteY2" fmla="*/ 18479 h 81819"/>
                        <a:gd name="connsiteX3" fmla="*/ 140304 w 142909"/>
                        <a:gd name="connsiteY3" fmla="*/ 29432 h 81819"/>
                        <a:gd name="connsiteX4" fmla="*/ 142494 w 142909"/>
                        <a:gd name="connsiteY4" fmla="*/ 22288 h 81819"/>
                        <a:gd name="connsiteX5" fmla="*/ 140304 w 142909"/>
                        <a:gd name="connsiteY5" fmla="*/ 12763 h 81819"/>
                        <a:gd name="connsiteX6" fmla="*/ 135255 w 142909"/>
                        <a:gd name="connsiteY6" fmla="*/ 7715 h 81819"/>
                        <a:gd name="connsiteX7" fmla="*/ 127635 w 142909"/>
                        <a:gd name="connsiteY7" fmla="*/ 3715 h 81819"/>
                        <a:gd name="connsiteX8" fmla="*/ 106109 w 142909"/>
                        <a:gd name="connsiteY8" fmla="*/ 0 h 81819"/>
                        <a:gd name="connsiteX9" fmla="*/ 81630 w 142909"/>
                        <a:gd name="connsiteY9" fmla="*/ 5429 h 81819"/>
                        <a:gd name="connsiteX10" fmla="*/ 73152 w 142909"/>
                        <a:gd name="connsiteY10" fmla="*/ 9049 h 81819"/>
                        <a:gd name="connsiteX11" fmla="*/ 65437 w 142909"/>
                        <a:gd name="connsiteY11" fmla="*/ 13335 h 81819"/>
                        <a:gd name="connsiteX12" fmla="*/ 57817 w 142909"/>
                        <a:gd name="connsiteY12" fmla="*/ 17812 h 81819"/>
                        <a:gd name="connsiteX13" fmla="*/ 51721 w 142909"/>
                        <a:gd name="connsiteY13" fmla="*/ 21812 h 81819"/>
                        <a:gd name="connsiteX14" fmla="*/ 28385 w 142909"/>
                        <a:gd name="connsiteY14" fmla="*/ 37338 h 81819"/>
                        <a:gd name="connsiteX15" fmla="*/ 4858 w 142909"/>
                        <a:gd name="connsiteY15" fmla="*/ 60388 h 81819"/>
                        <a:gd name="connsiteX16" fmla="*/ 1620 w 142909"/>
                        <a:gd name="connsiteY16" fmla="*/ 81344 h 81819"/>
                        <a:gd name="connsiteX17" fmla="*/ 1905 w 142909"/>
                        <a:gd name="connsiteY17" fmla="*/ 81820 h 81819"/>
                        <a:gd name="connsiteX18" fmla="*/ 41053 w 142909"/>
                        <a:gd name="connsiteY18" fmla="*/ 57055 h 81819"/>
                        <a:gd name="connsiteX19" fmla="*/ 60008 w 142909"/>
                        <a:gd name="connsiteY19" fmla="*/ 43720 h 81819"/>
                        <a:gd name="connsiteX20" fmla="*/ 69342 w 142909"/>
                        <a:gd name="connsiteY20" fmla="*/ 36576 h 81819"/>
                        <a:gd name="connsiteX21" fmla="*/ 79534 w 142909"/>
                        <a:gd name="connsiteY21" fmla="*/ 29242 h 81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42909" h="81819">
                          <a:moveTo>
                            <a:pt x="79534" y="29242"/>
                          </a:moveTo>
                          <a:cubicBezTo>
                            <a:pt x="84487" y="25717"/>
                            <a:pt x="90393" y="23146"/>
                            <a:pt x="96108" y="21050"/>
                          </a:cubicBezTo>
                          <a:cubicBezTo>
                            <a:pt x="102204" y="19526"/>
                            <a:pt x="108109" y="18002"/>
                            <a:pt x="114015" y="18479"/>
                          </a:cubicBezTo>
                          <a:cubicBezTo>
                            <a:pt x="125730" y="18288"/>
                            <a:pt x="135636" y="23717"/>
                            <a:pt x="140304" y="29432"/>
                          </a:cubicBezTo>
                          <a:lnTo>
                            <a:pt x="142494" y="22288"/>
                          </a:lnTo>
                          <a:cubicBezTo>
                            <a:pt x="143447" y="19336"/>
                            <a:pt x="142780" y="16097"/>
                            <a:pt x="140304" y="12763"/>
                          </a:cubicBezTo>
                          <a:cubicBezTo>
                            <a:pt x="139066" y="11049"/>
                            <a:pt x="137351" y="9334"/>
                            <a:pt x="135255" y="7715"/>
                          </a:cubicBezTo>
                          <a:cubicBezTo>
                            <a:pt x="133160" y="6191"/>
                            <a:pt x="130588" y="4953"/>
                            <a:pt x="127635" y="3715"/>
                          </a:cubicBezTo>
                          <a:cubicBezTo>
                            <a:pt x="121539" y="953"/>
                            <a:pt x="114396" y="190"/>
                            <a:pt x="106109" y="0"/>
                          </a:cubicBezTo>
                          <a:cubicBezTo>
                            <a:pt x="98394" y="571"/>
                            <a:pt x="89250" y="1810"/>
                            <a:pt x="81630" y="5429"/>
                          </a:cubicBezTo>
                          <a:lnTo>
                            <a:pt x="73152" y="9049"/>
                          </a:lnTo>
                          <a:cubicBezTo>
                            <a:pt x="70485" y="10382"/>
                            <a:pt x="68009" y="11906"/>
                            <a:pt x="65437" y="13335"/>
                          </a:cubicBezTo>
                          <a:lnTo>
                            <a:pt x="57817" y="17812"/>
                          </a:lnTo>
                          <a:lnTo>
                            <a:pt x="51721" y="21812"/>
                          </a:lnTo>
                          <a:lnTo>
                            <a:pt x="28385" y="37338"/>
                          </a:lnTo>
                          <a:cubicBezTo>
                            <a:pt x="17717" y="44387"/>
                            <a:pt x="9716" y="52673"/>
                            <a:pt x="4858" y="60388"/>
                          </a:cubicBezTo>
                          <a:cubicBezTo>
                            <a:pt x="96" y="68199"/>
                            <a:pt x="-1524" y="75819"/>
                            <a:pt x="1620" y="81344"/>
                          </a:cubicBezTo>
                          <a:lnTo>
                            <a:pt x="1905" y="81820"/>
                          </a:lnTo>
                          <a:cubicBezTo>
                            <a:pt x="15145" y="73628"/>
                            <a:pt x="28290" y="65722"/>
                            <a:pt x="41053" y="57055"/>
                          </a:cubicBezTo>
                          <a:cubicBezTo>
                            <a:pt x="47435" y="52769"/>
                            <a:pt x="53721" y="48292"/>
                            <a:pt x="60008" y="43720"/>
                          </a:cubicBezTo>
                          <a:cubicBezTo>
                            <a:pt x="63056" y="41338"/>
                            <a:pt x="66199" y="39053"/>
                            <a:pt x="69342" y="36576"/>
                          </a:cubicBezTo>
                          <a:cubicBezTo>
                            <a:pt x="72486" y="34290"/>
                            <a:pt x="75915" y="31813"/>
                            <a:pt x="79534" y="29242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14" name="Forme libre : forme 15413">
                      <a:extLst>
                        <a:ext uri="{FF2B5EF4-FFF2-40B4-BE49-F238E27FC236}">
                          <a16:creationId xmlns:a16="http://schemas.microsoft.com/office/drawing/2014/main" id="{1028567D-F286-4BC2-8488-711970C404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1341" y="3366237"/>
                      <a:ext cx="59133" cy="43128"/>
                    </a:xfrm>
                    <a:custGeom>
                      <a:avLst/>
                      <a:gdLst>
                        <a:gd name="connsiteX0" fmla="*/ 732 w 59133"/>
                        <a:gd name="connsiteY0" fmla="*/ 40570 h 43128"/>
                        <a:gd name="connsiteX1" fmla="*/ 22449 w 59133"/>
                        <a:gd name="connsiteY1" fmla="*/ 11423 h 43128"/>
                        <a:gd name="connsiteX2" fmla="*/ 34165 w 59133"/>
                        <a:gd name="connsiteY2" fmla="*/ 4660 h 43128"/>
                        <a:gd name="connsiteX3" fmla="*/ 45499 w 59133"/>
                        <a:gd name="connsiteY3" fmla="*/ 755 h 43128"/>
                        <a:gd name="connsiteX4" fmla="*/ 54167 w 59133"/>
                        <a:gd name="connsiteY4" fmla="*/ 279 h 43128"/>
                        <a:gd name="connsiteX5" fmla="*/ 58739 w 59133"/>
                        <a:gd name="connsiteY5" fmla="*/ 3327 h 43128"/>
                        <a:gd name="connsiteX6" fmla="*/ 58263 w 59133"/>
                        <a:gd name="connsiteY6" fmla="*/ 8565 h 43128"/>
                        <a:gd name="connsiteX7" fmla="*/ 53881 w 59133"/>
                        <a:gd name="connsiteY7" fmla="*/ 15423 h 43128"/>
                        <a:gd name="connsiteX8" fmla="*/ 46357 w 59133"/>
                        <a:gd name="connsiteY8" fmla="*/ 23043 h 43128"/>
                        <a:gd name="connsiteX9" fmla="*/ 35879 w 59133"/>
                        <a:gd name="connsiteY9" fmla="*/ 31330 h 43128"/>
                        <a:gd name="connsiteX10" fmla="*/ 732 w 59133"/>
                        <a:gd name="connsiteY10" fmla="*/ 40570 h 43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9133" h="43128">
                          <a:moveTo>
                            <a:pt x="732" y="40570"/>
                          </a:moveTo>
                          <a:cubicBezTo>
                            <a:pt x="-2793" y="34950"/>
                            <a:pt x="6732" y="22186"/>
                            <a:pt x="22449" y="11423"/>
                          </a:cubicBezTo>
                          <a:cubicBezTo>
                            <a:pt x="26449" y="8756"/>
                            <a:pt x="30450" y="6470"/>
                            <a:pt x="34165" y="4660"/>
                          </a:cubicBezTo>
                          <a:cubicBezTo>
                            <a:pt x="37784" y="2850"/>
                            <a:pt x="42261" y="1517"/>
                            <a:pt x="45499" y="755"/>
                          </a:cubicBezTo>
                          <a:cubicBezTo>
                            <a:pt x="49024" y="88"/>
                            <a:pt x="51786" y="-293"/>
                            <a:pt x="54167" y="279"/>
                          </a:cubicBezTo>
                          <a:cubicBezTo>
                            <a:pt x="56453" y="850"/>
                            <a:pt x="58072" y="1898"/>
                            <a:pt x="58739" y="3327"/>
                          </a:cubicBezTo>
                          <a:cubicBezTo>
                            <a:pt x="59406" y="4851"/>
                            <a:pt x="59215" y="6660"/>
                            <a:pt x="58263" y="8565"/>
                          </a:cubicBezTo>
                          <a:cubicBezTo>
                            <a:pt x="57310" y="10471"/>
                            <a:pt x="55882" y="13042"/>
                            <a:pt x="53881" y="15423"/>
                          </a:cubicBezTo>
                          <a:cubicBezTo>
                            <a:pt x="51881" y="17995"/>
                            <a:pt x="49500" y="20091"/>
                            <a:pt x="46357" y="23043"/>
                          </a:cubicBezTo>
                          <a:cubicBezTo>
                            <a:pt x="43308" y="25806"/>
                            <a:pt x="39784" y="28663"/>
                            <a:pt x="35879" y="31330"/>
                          </a:cubicBezTo>
                          <a:cubicBezTo>
                            <a:pt x="20449" y="42093"/>
                            <a:pt x="4446" y="46284"/>
                            <a:pt x="732" y="4057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15" name="Forme libre : forme 15414">
                      <a:extLst>
                        <a:ext uri="{FF2B5EF4-FFF2-40B4-BE49-F238E27FC236}">
                          <a16:creationId xmlns:a16="http://schemas.microsoft.com/office/drawing/2014/main" id="{2AAED39F-D921-4BBF-B291-05EEBEA28C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884" y="3366332"/>
                      <a:ext cx="48691" cy="21138"/>
                    </a:xfrm>
                    <a:custGeom>
                      <a:avLst/>
                      <a:gdLst>
                        <a:gd name="connsiteX0" fmla="*/ 40196 w 48691"/>
                        <a:gd name="connsiteY0" fmla="*/ 19043 h 21138"/>
                        <a:gd name="connsiteX1" fmla="*/ 47054 w 48691"/>
                        <a:gd name="connsiteY1" fmla="*/ 10090 h 21138"/>
                        <a:gd name="connsiteX2" fmla="*/ 48292 w 48691"/>
                        <a:gd name="connsiteY2" fmla="*/ 3327 h 21138"/>
                        <a:gd name="connsiteX3" fmla="*/ 43720 w 48691"/>
                        <a:gd name="connsiteY3" fmla="*/ 279 h 21138"/>
                        <a:gd name="connsiteX4" fmla="*/ 35052 w 48691"/>
                        <a:gd name="connsiteY4" fmla="*/ 755 h 21138"/>
                        <a:gd name="connsiteX5" fmla="*/ 23717 w 48691"/>
                        <a:gd name="connsiteY5" fmla="*/ 4660 h 21138"/>
                        <a:gd name="connsiteX6" fmla="*/ 12002 w 48691"/>
                        <a:gd name="connsiteY6" fmla="*/ 11423 h 21138"/>
                        <a:gd name="connsiteX7" fmla="*/ 0 w 48691"/>
                        <a:gd name="connsiteY7" fmla="*/ 21139 h 21138"/>
                        <a:gd name="connsiteX8" fmla="*/ 7525 w 48691"/>
                        <a:gd name="connsiteY8" fmla="*/ 17043 h 21138"/>
                        <a:gd name="connsiteX9" fmla="*/ 28099 w 48691"/>
                        <a:gd name="connsiteY9" fmla="*/ 13137 h 21138"/>
                        <a:gd name="connsiteX10" fmla="*/ 40196 w 48691"/>
                        <a:gd name="connsiteY10" fmla="*/ 19043 h 21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8691" h="21138">
                          <a:moveTo>
                            <a:pt x="40196" y="19043"/>
                          </a:moveTo>
                          <a:cubicBezTo>
                            <a:pt x="43244" y="15995"/>
                            <a:pt x="45625" y="12852"/>
                            <a:pt x="47054" y="10090"/>
                          </a:cubicBezTo>
                          <a:cubicBezTo>
                            <a:pt x="48578" y="7518"/>
                            <a:pt x="49149" y="5232"/>
                            <a:pt x="48292" y="3327"/>
                          </a:cubicBezTo>
                          <a:cubicBezTo>
                            <a:pt x="47625" y="1803"/>
                            <a:pt x="46006" y="755"/>
                            <a:pt x="43720" y="279"/>
                          </a:cubicBezTo>
                          <a:cubicBezTo>
                            <a:pt x="41338" y="-293"/>
                            <a:pt x="38576" y="88"/>
                            <a:pt x="35052" y="755"/>
                          </a:cubicBezTo>
                          <a:cubicBezTo>
                            <a:pt x="31718" y="1517"/>
                            <a:pt x="27337" y="2850"/>
                            <a:pt x="23717" y="4660"/>
                          </a:cubicBezTo>
                          <a:cubicBezTo>
                            <a:pt x="19907" y="6470"/>
                            <a:pt x="15907" y="8756"/>
                            <a:pt x="12002" y="11423"/>
                          </a:cubicBezTo>
                          <a:cubicBezTo>
                            <a:pt x="7429" y="14566"/>
                            <a:pt x="3334" y="17900"/>
                            <a:pt x="0" y="21139"/>
                          </a:cubicBezTo>
                          <a:cubicBezTo>
                            <a:pt x="2381" y="19615"/>
                            <a:pt x="4953" y="18186"/>
                            <a:pt x="7525" y="17043"/>
                          </a:cubicBezTo>
                          <a:cubicBezTo>
                            <a:pt x="14859" y="14281"/>
                            <a:pt x="22193" y="12852"/>
                            <a:pt x="28099" y="13137"/>
                          </a:cubicBezTo>
                          <a:cubicBezTo>
                            <a:pt x="34004" y="13137"/>
                            <a:pt x="38576" y="15328"/>
                            <a:pt x="40196" y="19043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16" name="Forme libre : forme 15415">
                      <a:extLst>
                        <a:ext uri="{FF2B5EF4-FFF2-40B4-BE49-F238E27FC236}">
                          <a16:creationId xmlns:a16="http://schemas.microsoft.com/office/drawing/2014/main" id="{C09D6A11-0878-4263-8143-4E467C8CC2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6964" y="3365822"/>
                      <a:ext cx="59194" cy="43204"/>
                    </a:xfrm>
                    <a:custGeom>
                      <a:avLst/>
                      <a:gdLst>
                        <a:gd name="connsiteX0" fmla="*/ 727 w 59194"/>
                        <a:gd name="connsiteY0" fmla="*/ 40603 h 43204"/>
                        <a:gd name="connsiteX1" fmla="*/ 22444 w 59194"/>
                        <a:gd name="connsiteY1" fmla="*/ 11647 h 43204"/>
                        <a:gd name="connsiteX2" fmla="*/ 34160 w 59194"/>
                        <a:gd name="connsiteY2" fmla="*/ 4884 h 43204"/>
                        <a:gd name="connsiteX3" fmla="*/ 45304 w 59194"/>
                        <a:gd name="connsiteY3" fmla="*/ 884 h 43204"/>
                        <a:gd name="connsiteX4" fmla="*/ 58734 w 59194"/>
                        <a:gd name="connsiteY4" fmla="*/ 2884 h 43204"/>
                        <a:gd name="connsiteX5" fmla="*/ 54162 w 59194"/>
                        <a:gd name="connsiteY5" fmla="*/ 15362 h 43204"/>
                        <a:gd name="connsiteX6" fmla="*/ 36065 w 59194"/>
                        <a:gd name="connsiteY6" fmla="*/ 31554 h 43204"/>
                        <a:gd name="connsiteX7" fmla="*/ 727 w 59194"/>
                        <a:gd name="connsiteY7" fmla="*/ 40603 h 43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194" h="43204">
                          <a:moveTo>
                            <a:pt x="727" y="40603"/>
                          </a:moveTo>
                          <a:cubicBezTo>
                            <a:pt x="-2798" y="34983"/>
                            <a:pt x="6823" y="22315"/>
                            <a:pt x="22444" y="11647"/>
                          </a:cubicBezTo>
                          <a:cubicBezTo>
                            <a:pt x="26349" y="8980"/>
                            <a:pt x="30350" y="6694"/>
                            <a:pt x="34160" y="4884"/>
                          </a:cubicBezTo>
                          <a:cubicBezTo>
                            <a:pt x="37874" y="3074"/>
                            <a:pt x="41589" y="1741"/>
                            <a:pt x="45304" y="884"/>
                          </a:cubicBezTo>
                          <a:cubicBezTo>
                            <a:pt x="52448" y="-736"/>
                            <a:pt x="57210" y="-164"/>
                            <a:pt x="58734" y="2884"/>
                          </a:cubicBezTo>
                          <a:cubicBezTo>
                            <a:pt x="60163" y="5741"/>
                            <a:pt x="58163" y="10504"/>
                            <a:pt x="54162" y="15362"/>
                          </a:cubicBezTo>
                          <a:cubicBezTo>
                            <a:pt x="50162" y="20029"/>
                            <a:pt x="43875" y="26315"/>
                            <a:pt x="36065" y="31554"/>
                          </a:cubicBezTo>
                          <a:cubicBezTo>
                            <a:pt x="20444" y="42317"/>
                            <a:pt x="4346" y="46318"/>
                            <a:pt x="727" y="4060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17" name="Forme libre : forme 15416">
                      <a:extLst>
                        <a:ext uri="{FF2B5EF4-FFF2-40B4-BE49-F238E27FC236}">
                          <a16:creationId xmlns:a16="http://schemas.microsoft.com/office/drawing/2014/main" id="{2F5974DE-8BFD-476F-8916-B327E2002A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3722" y="3345292"/>
                      <a:ext cx="86075" cy="44036"/>
                    </a:xfrm>
                    <a:custGeom>
                      <a:avLst/>
                      <a:gdLst>
                        <a:gd name="connsiteX0" fmla="*/ 84837 w 86075"/>
                        <a:gd name="connsiteY0" fmla="*/ 15032 h 44036"/>
                        <a:gd name="connsiteX1" fmla="*/ 81218 w 86075"/>
                        <a:gd name="connsiteY1" fmla="*/ 4364 h 44036"/>
                        <a:gd name="connsiteX2" fmla="*/ 37593 w 86075"/>
                        <a:gd name="connsiteY2" fmla="*/ 6364 h 44036"/>
                        <a:gd name="connsiteX3" fmla="*/ 27592 w 86075"/>
                        <a:gd name="connsiteY3" fmla="*/ 11413 h 44036"/>
                        <a:gd name="connsiteX4" fmla="*/ 19496 w 86075"/>
                        <a:gd name="connsiteY4" fmla="*/ 16651 h 44036"/>
                        <a:gd name="connsiteX5" fmla="*/ 6066 w 86075"/>
                        <a:gd name="connsiteY5" fmla="*/ 28367 h 44036"/>
                        <a:gd name="connsiteX6" fmla="*/ 2637 w 86075"/>
                        <a:gd name="connsiteY6" fmla="*/ 43702 h 44036"/>
                        <a:gd name="connsiteX7" fmla="*/ 15781 w 86075"/>
                        <a:gd name="connsiteY7" fmla="*/ 41702 h 44036"/>
                        <a:gd name="connsiteX8" fmla="*/ 47500 w 86075"/>
                        <a:gd name="connsiteY8" fmla="*/ 36463 h 44036"/>
                        <a:gd name="connsiteX9" fmla="*/ 63216 w 86075"/>
                        <a:gd name="connsiteY9" fmla="*/ 37892 h 44036"/>
                        <a:gd name="connsiteX10" fmla="*/ 71788 w 86075"/>
                        <a:gd name="connsiteY10" fmla="*/ 37797 h 44036"/>
                        <a:gd name="connsiteX11" fmla="*/ 79789 w 86075"/>
                        <a:gd name="connsiteY11" fmla="*/ 35606 h 44036"/>
                        <a:gd name="connsiteX12" fmla="*/ 86076 w 86075"/>
                        <a:gd name="connsiteY12" fmla="*/ 25700 h 44036"/>
                        <a:gd name="connsiteX13" fmla="*/ 84837 w 86075"/>
                        <a:gd name="connsiteY13" fmla="*/ 15032 h 44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6075" h="44036">
                          <a:moveTo>
                            <a:pt x="84837" y="15032"/>
                          </a:moveTo>
                          <a:cubicBezTo>
                            <a:pt x="84742" y="11317"/>
                            <a:pt x="84837" y="7507"/>
                            <a:pt x="81218" y="4364"/>
                          </a:cubicBezTo>
                          <a:cubicBezTo>
                            <a:pt x="74074" y="-2399"/>
                            <a:pt x="53977" y="-970"/>
                            <a:pt x="37593" y="6364"/>
                          </a:cubicBezTo>
                          <a:cubicBezTo>
                            <a:pt x="34260" y="7888"/>
                            <a:pt x="30926" y="9603"/>
                            <a:pt x="27592" y="11413"/>
                          </a:cubicBezTo>
                          <a:cubicBezTo>
                            <a:pt x="24449" y="13222"/>
                            <a:pt x="22068" y="14841"/>
                            <a:pt x="19496" y="16651"/>
                          </a:cubicBezTo>
                          <a:cubicBezTo>
                            <a:pt x="14352" y="20271"/>
                            <a:pt x="9780" y="24176"/>
                            <a:pt x="6066" y="28367"/>
                          </a:cubicBezTo>
                          <a:cubicBezTo>
                            <a:pt x="541" y="34654"/>
                            <a:pt x="-2507" y="42083"/>
                            <a:pt x="2637" y="43702"/>
                          </a:cubicBezTo>
                          <a:cubicBezTo>
                            <a:pt x="5780" y="44750"/>
                            <a:pt x="11019" y="43131"/>
                            <a:pt x="15781" y="41702"/>
                          </a:cubicBezTo>
                          <a:cubicBezTo>
                            <a:pt x="27021" y="38559"/>
                            <a:pt x="37879" y="36273"/>
                            <a:pt x="47500" y="36463"/>
                          </a:cubicBezTo>
                          <a:cubicBezTo>
                            <a:pt x="51595" y="36844"/>
                            <a:pt x="57310" y="37035"/>
                            <a:pt x="63216" y="37892"/>
                          </a:cubicBezTo>
                          <a:cubicBezTo>
                            <a:pt x="66168" y="38178"/>
                            <a:pt x="69026" y="38178"/>
                            <a:pt x="71788" y="37797"/>
                          </a:cubicBezTo>
                          <a:cubicBezTo>
                            <a:pt x="74551" y="37797"/>
                            <a:pt x="77218" y="37130"/>
                            <a:pt x="79789" y="35606"/>
                          </a:cubicBezTo>
                          <a:cubicBezTo>
                            <a:pt x="84361" y="33606"/>
                            <a:pt x="85885" y="29891"/>
                            <a:pt x="86076" y="25700"/>
                          </a:cubicBezTo>
                          <a:cubicBezTo>
                            <a:pt x="86076" y="21795"/>
                            <a:pt x="84837" y="17604"/>
                            <a:pt x="84837" y="1503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18" name="Forme libre : forme 15417">
                      <a:extLst>
                        <a:ext uri="{FF2B5EF4-FFF2-40B4-BE49-F238E27FC236}">
                          <a16:creationId xmlns:a16="http://schemas.microsoft.com/office/drawing/2014/main" id="{8C7F33FE-21C8-4E34-AC7D-DAB68280F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6287" y="3371754"/>
                      <a:ext cx="20606" cy="18934"/>
                    </a:xfrm>
                    <a:custGeom>
                      <a:avLst/>
                      <a:gdLst>
                        <a:gd name="connsiteX0" fmla="*/ 19795 w 20606"/>
                        <a:gd name="connsiteY0" fmla="*/ 4382 h 18934"/>
                        <a:gd name="connsiteX1" fmla="*/ 20557 w 20606"/>
                        <a:gd name="connsiteY1" fmla="*/ 1524 h 18934"/>
                        <a:gd name="connsiteX2" fmla="*/ 17604 w 20606"/>
                        <a:gd name="connsiteY2" fmla="*/ 0 h 18934"/>
                        <a:gd name="connsiteX3" fmla="*/ 13223 w 20606"/>
                        <a:gd name="connsiteY3" fmla="*/ 1524 h 18934"/>
                        <a:gd name="connsiteX4" fmla="*/ 3888 w 20606"/>
                        <a:gd name="connsiteY4" fmla="*/ 8382 h 18934"/>
                        <a:gd name="connsiteX5" fmla="*/ 1126 w 20606"/>
                        <a:gd name="connsiteY5" fmla="*/ 11811 h 18934"/>
                        <a:gd name="connsiteX6" fmla="*/ 7603 w 20606"/>
                        <a:gd name="connsiteY6" fmla="*/ 16954 h 18934"/>
                        <a:gd name="connsiteX7" fmla="*/ 19795 w 20606"/>
                        <a:gd name="connsiteY7" fmla="*/ 4382 h 189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606" h="18934">
                          <a:moveTo>
                            <a:pt x="19795" y="4382"/>
                          </a:moveTo>
                          <a:cubicBezTo>
                            <a:pt x="20366" y="3429"/>
                            <a:pt x="20747" y="2381"/>
                            <a:pt x="20557" y="1524"/>
                          </a:cubicBezTo>
                          <a:cubicBezTo>
                            <a:pt x="20366" y="667"/>
                            <a:pt x="19223" y="0"/>
                            <a:pt x="17604" y="0"/>
                          </a:cubicBezTo>
                          <a:cubicBezTo>
                            <a:pt x="16080" y="95"/>
                            <a:pt x="14461" y="667"/>
                            <a:pt x="13223" y="1524"/>
                          </a:cubicBezTo>
                          <a:cubicBezTo>
                            <a:pt x="9794" y="3715"/>
                            <a:pt x="6555" y="5810"/>
                            <a:pt x="3888" y="8382"/>
                          </a:cubicBezTo>
                          <a:cubicBezTo>
                            <a:pt x="2840" y="9525"/>
                            <a:pt x="1793" y="10668"/>
                            <a:pt x="1126" y="11811"/>
                          </a:cubicBezTo>
                          <a:cubicBezTo>
                            <a:pt x="-1636" y="16574"/>
                            <a:pt x="745" y="21908"/>
                            <a:pt x="7603" y="16954"/>
                          </a:cubicBezTo>
                          <a:cubicBezTo>
                            <a:pt x="13032" y="13811"/>
                            <a:pt x="17509" y="8001"/>
                            <a:pt x="19795" y="438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19" name="Forme libre : forme 15418">
                      <a:extLst>
                        <a:ext uri="{FF2B5EF4-FFF2-40B4-BE49-F238E27FC236}">
                          <a16:creationId xmlns:a16="http://schemas.microsoft.com/office/drawing/2014/main" id="{743940A8-83B1-4679-84ED-287B95FCEC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5553" y="3374135"/>
                      <a:ext cx="23185" cy="42386"/>
                    </a:xfrm>
                    <a:custGeom>
                      <a:avLst/>
                      <a:gdLst>
                        <a:gd name="connsiteX0" fmla="*/ 1659 w 23185"/>
                        <a:gd name="connsiteY0" fmla="*/ 42386 h 42386"/>
                        <a:gd name="connsiteX1" fmla="*/ 421 w 23185"/>
                        <a:gd name="connsiteY1" fmla="*/ 31433 h 42386"/>
                        <a:gd name="connsiteX2" fmla="*/ 23186 w 23185"/>
                        <a:gd name="connsiteY2" fmla="*/ 0 h 42386"/>
                        <a:gd name="connsiteX3" fmla="*/ 11470 w 23185"/>
                        <a:gd name="connsiteY3" fmla="*/ 13811 h 42386"/>
                        <a:gd name="connsiteX4" fmla="*/ 1659 w 23185"/>
                        <a:gd name="connsiteY4" fmla="*/ 42386 h 42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185" h="42386">
                          <a:moveTo>
                            <a:pt x="1659" y="42386"/>
                          </a:moveTo>
                          <a:cubicBezTo>
                            <a:pt x="1659" y="42386"/>
                            <a:pt x="-1008" y="38576"/>
                            <a:pt x="421" y="31433"/>
                          </a:cubicBezTo>
                          <a:cubicBezTo>
                            <a:pt x="1850" y="24289"/>
                            <a:pt x="6993" y="14288"/>
                            <a:pt x="23186" y="0"/>
                          </a:cubicBezTo>
                          <a:cubicBezTo>
                            <a:pt x="23186" y="0"/>
                            <a:pt x="17090" y="5810"/>
                            <a:pt x="11470" y="13811"/>
                          </a:cubicBezTo>
                          <a:cubicBezTo>
                            <a:pt x="5850" y="21908"/>
                            <a:pt x="421" y="32099"/>
                            <a:pt x="1659" y="423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20" name="Forme libre : forme 15419">
                      <a:extLst>
                        <a:ext uri="{FF2B5EF4-FFF2-40B4-BE49-F238E27FC236}">
                          <a16:creationId xmlns:a16="http://schemas.microsoft.com/office/drawing/2014/main" id="{B9D5D9F9-0EA2-427E-8912-5EC554EAED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3606" y="3371373"/>
                      <a:ext cx="32479" cy="26384"/>
                    </a:xfrm>
                    <a:custGeom>
                      <a:avLst/>
                      <a:gdLst>
                        <a:gd name="connsiteX0" fmla="*/ 0 w 32479"/>
                        <a:gd name="connsiteY0" fmla="*/ 26384 h 26384"/>
                        <a:gd name="connsiteX1" fmla="*/ 4191 w 32479"/>
                        <a:gd name="connsiteY1" fmla="*/ 24003 h 26384"/>
                        <a:gd name="connsiteX2" fmla="*/ 13144 w 32479"/>
                        <a:gd name="connsiteY2" fmla="*/ 18669 h 26384"/>
                        <a:gd name="connsiteX3" fmla="*/ 18192 w 32479"/>
                        <a:gd name="connsiteY3" fmla="*/ 15240 h 26384"/>
                        <a:gd name="connsiteX4" fmla="*/ 23241 w 32479"/>
                        <a:gd name="connsiteY4" fmla="*/ 11430 h 26384"/>
                        <a:gd name="connsiteX5" fmla="*/ 32480 w 32479"/>
                        <a:gd name="connsiteY5" fmla="*/ 0 h 26384"/>
                        <a:gd name="connsiteX6" fmla="*/ 30194 w 32479"/>
                        <a:gd name="connsiteY6" fmla="*/ 2572 h 26384"/>
                        <a:gd name="connsiteX7" fmla="*/ 23622 w 32479"/>
                        <a:gd name="connsiteY7" fmla="*/ 8667 h 26384"/>
                        <a:gd name="connsiteX8" fmla="*/ 19145 w 32479"/>
                        <a:gd name="connsiteY8" fmla="*/ 12382 h 26384"/>
                        <a:gd name="connsiteX9" fmla="*/ 13906 w 32479"/>
                        <a:gd name="connsiteY9" fmla="*/ 16669 h 26384"/>
                        <a:gd name="connsiteX10" fmla="*/ 7715 w 32479"/>
                        <a:gd name="connsiteY10" fmla="*/ 21241 h 26384"/>
                        <a:gd name="connsiteX11" fmla="*/ 0 w 32479"/>
                        <a:gd name="connsiteY11" fmla="*/ 26384 h 26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2479" h="26384">
                          <a:moveTo>
                            <a:pt x="0" y="26384"/>
                          </a:moveTo>
                          <a:cubicBezTo>
                            <a:pt x="0" y="26384"/>
                            <a:pt x="1714" y="25622"/>
                            <a:pt x="4191" y="24003"/>
                          </a:cubicBezTo>
                          <a:cubicBezTo>
                            <a:pt x="6667" y="22574"/>
                            <a:pt x="9811" y="20955"/>
                            <a:pt x="13144" y="18669"/>
                          </a:cubicBezTo>
                          <a:cubicBezTo>
                            <a:pt x="14764" y="17812"/>
                            <a:pt x="16478" y="16669"/>
                            <a:pt x="18192" y="15240"/>
                          </a:cubicBezTo>
                          <a:cubicBezTo>
                            <a:pt x="19907" y="14002"/>
                            <a:pt x="21526" y="12954"/>
                            <a:pt x="23241" y="11430"/>
                          </a:cubicBezTo>
                          <a:cubicBezTo>
                            <a:pt x="26765" y="8096"/>
                            <a:pt x="30004" y="5239"/>
                            <a:pt x="32480" y="0"/>
                          </a:cubicBezTo>
                          <a:cubicBezTo>
                            <a:pt x="32480" y="0"/>
                            <a:pt x="31718" y="1048"/>
                            <a:pt x="30194" y="2572"/>
                          </a:cubicBezTo>
                          <a:cubicBezTo>
                            <a:pt x="28480" y="4191"/>
                            <a:pt x="26194" y="6382"/>
                            <a:pt x="23622" y="8667"/>
                          </a:cubicBezTo>
                          <a:cubicBezTo>
                            <a:pt x="22193" y="9906"/>
                            <a:pt x="20764" y="11239"/>
                            <a:pt x="19145" y="12382"/>
                          </a:cubicBezTo>
                          <a:cubicBezTo>
                            <a:pt x="17526" y="13716"/>
                            <a:pt x="15716" y="15430"/>
                            <a:pt x="13906" y="16669"/>
                          </a:cubicBezTo>
                          <a:cubicBezTo>
                            <a:pt x="12097" y="17812"/>
                            <a:pt x="10001" y="19717"/>
                            <a:pt x="7715" y="21241"/>
                          </a:cubicBezTo>
                          <a:cubicBezTo>
                            <a:pt x="5524" y="22574"/>
                            <a:pt x="2953" y="24670"/>
                            <a:pt x="0" y="263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21" name="Forme libre : forme 15420">
                      <a:extLst>
                        <a:ext uri="{FF2B5EF4-FFF2-40B4-BE49-F238E27FC236}">
                          <a16:creationId xmlns:a16="http://schemas.microsoft.com/office/drawing/2014/main" id="{7A400897-0739-4344-B497-C3D3F551A3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6264" y="3388980"/>
                      <a:ext cx="23243" cy="13975"/>
                    </a:xfrm>
                    <a:custGeom>
                      <a:avLst/>
                      <a:gdLst>
                        <a:gd name="connsiteX0" fmla="*/ 1 w 23243"/>
                        <a:gd name="connsiteY0" fmla="*/ 12302 h 13975"/>
                        <a:gd name="connsiteX1" fmla="*/ 11717 w 23243"/>
                        <a:gd name="connsiteY1" fmla="*/ 2491 h 13975"/>
                        <a:gd name="connsiteX2" fmla="*/ 23242 w 23243"/>
                        <a:gd name="connsiteY2" fmla="*/ 1634 h 13975"/>
                        <a:gd name="connsiteX3" fmla="*/ 11526 w 23243"/>
                        <a:gd name="connsiteY3" fmla="*/ 11540 h 13975"/>
                        <a:gd name="connsiteX4" fmla="*/ 1 w 23243"/>
                        <a:gd name="connsiteY4" fmla="*/ 12302 h 13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243" h="13975">
                          <a:moveTo>
                            <a:pt x="1" y="12302"/>
                          </a:moveTo>
                          <a:cubicBezTo>
                            <a:pt x="97" y="9825"/>
                            <a:pt x="5335" y="5444"/>
                            <a:pt x="11717" y="2491"/>
                          </a:cubicBezTo>
                          <a:cubicBezTo>
                            <a:pt x="18099" y="-462"/>
                            <a:pt x="23338" y="-843"/>
                            <a:pt x="23242" y="1634"/>
                          </a:cubicBezTo>
                          <a:cubicBezTo>
                            <a:pt x="23147" y="4110"/>
                            <a:pt x="18004" y="8492"/>
                            <a:pt x="11526" y="11540"/>
                          </a:cubicBezTo>
                          <a:cubicBezTo>
                            <a:pt x="5145" y="14493"/>
                            <a:pt x="-94" y="14778"/>
                            <a:pt x="1" y="1230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22" name="Forme libre : forme 15421">
                      <a:extLst>
                        <a:ext uri="{FF2B5EF4-FFF2-40B4-BE49-F238E27FC236}">
                          <a16:creationId xmlns:a16="http://schemas.microsoft.com/office/drawing/2014/main" id="{D30FCFF6-874D-42E5-B351-009079ECF1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3526" y="3399682"/>
                      <a:ext cx="6239" cy="4956"/>
                    </a:xfrm>
                    <a:custGeom>
                      <a:avLst/>
                      <a:gdLst>
                        <a:gd name="connsiteX0" fmla="*/ 167 w 6239"/>
                        <a:gd name="connsiteY0" fmla="*/ 4458 h 4956"/>
                        <a:gd name="connsiteX1" fmla="*/ 2167 w 6239"/>
                        <a:gd name="connsiteY1" fmla="*/ 1029 h 4956"/>
                        <a:gd name="connsiteX2" fmla="*/ 6072 w 6239"/>
                        <a:gd name="connsiteY2" fmla="*/ 457 h 4956"/>
                        <a:gd name="connsiteX3" fmla="*/ 4072 w 6239"/>
                        <a:gd name="connsiteY3" fmla="*/ 3886 h 4956"/>
                        <a:gd name="connsiteX4" fmla="*/ 167 w 6239"/>
                        <a:gd name="connsiteY4" fmla="*/ 4458 h 4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9" h="4956">
                          <a:moveTo>
                            <a:pt x="167" y="4458"/>
                          </a:moveTo>
                          <a:cubicBezTo>
                            <a:pt x="-405" y="3696"/>
                            <a:pt x="548" y="2172"/>
                            <a:pt x="2167" y="1029"/>
                          </a:cubicBezTo>
                          <a:cubicBezTo>
                            <a:pt x="3786" y="-114"/>
                            <a:pt x="5596" y="-305"/>
                            <a:pt x="6072" y="457"/>
                          </a:cubicBezTo>
                          <a:cubicBezTo>
                            <a:pt x="6644" y="1219"/>
                            <a:pt x="5691" y="2743"/>
                            <a:pt x="4072" y="3886"/>
                          </a:cubicBezTo>
                          <a:cubicBezTo>
                            <a:pt x="2548" y="5029"/>
                            <a:pt x="738" y="5315"/>
                            <a:pt x="167" y="44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23" name="Forme libre : forme 15422">
                      <a:extLst>
                        <a:ext uri="{FF2B5EF4-FFF2-40B4-BE49-F238E27FC236}">
                          <a16:creationId xmlns:a16="http://schemas.microsoft.com/office/drawing/2014/main" id="{639DA4B2-F649-46A9-BD05-8D2E046598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5805" y="3403690"/>
                      <a:ext cx="63936" cy="26774"/>
                    </a:xfrm>
                    <a:custGeom>
                      <a:avLst/>
                      <a:gdLst>
                        <a:gd name="connsiteX0" fmla="*/ 13029 w 63936"/>
                        <a:gd name="connsiteY0" fmla="*/ 25976 h 26774"/>
                        <a:gd name="connsiteX1" fmla="*/ 646 w 63936"/>
                        <a:gd name="connsiteY1" fmla="*/ 15594 h 26774"/>
                        <a:gd name="connsiteX2" fmla="*/ 2551 w 63936"/>
                        <a:gd name="connsiteY2" fmla="*/ 9022 h 26774"/>
                        <a:gd name="connsiteX3" fmla="*/ 10648 w 63936"/>
                        <a:gd name="connsiteY3" fmla="*/ 7498 h 26774"/>
                        <a:gd name="connsiteX4" fmla="*/ 31602 w 63936"/>
                        <a:gd name="connsiteY4" fmla="*/ 10641 h 26774"/>
                        <a:gd name="connsiteX5" fmla="*/ 63797 w 63936"/>
                        <a:gd name="connsiteY5" fmla="*/ 2164 h 26774"/>
                        <a:gd name="connsiteX6" fmla="*/ 31222 w 63936"/>
                        <a:gd name="connsiteY6" fmla="*/ 24738 h 26774"/>
                        <a:gd name="connsiteX7" fmla="*/ 13029 w 63936"/>
                        <a:gd name="connsiteY7" fmla="*/ 25976 h 26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3936" h="26774">
                          <a:moveTo>
                            <a:pt x="13029" y="25976"/>
                          </a:moveTo>
                          <a:cubicBezTo>
                            <a:pt x="6647" y="24262"/>
                            <a:pt x="3123" y="20166"/>
                            <a:pt x="646" y="15594"/>
                          </a:cubicBezTo>
                          <a:cubicBezTo>
                            <a:pt x="-306" y="13879"/>
                            <a:pt x="-592" y="11212"/>
                            <a:pt x="2551" y="9022"/>
                          </a:cubicBezTo>
                          <a:cubicBezTo>
                            <a:pt x="5409" y="7021"/>
                            <a:pt x="8552" y="6926"/>
                            <a:pt x="10648" y="7498"/>
                          </a:cubicBezTo>
                          <a:cubicBezTo>
                            <a:pt x="17220" y="9022"/>
                            <a:pt x="22554" y="12546"/>
                            <a:pt x="31602" y="10641"/>
                          </a:cubicBezTo>
                          <a:cubicBezTo>
                            <a:pt x="37413" y="9402"/>
                            <a:pt x="66178" y="-5457"/>
                            <a:pt x="63797" y="2164"/>
                          </a:cubicBezTo>
                          <a:cubicBezTo>
                            <a:pt x="61606" y="9593"/>
                            <a:pt x="39127" y="22261"/>
                            <a:pt x="31222" y="24738"/>
                          </a:cubicBezTo>
                          <a:cubicBezTo>
                            <a:pt x="24173" y="27024"/>
                            <a:pt x="17886" y="27310"/>
                            <a:pt x="13029" y="2597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15" name="Graphique 1">
                    <a:extLst>
                      <a:ext uri="{FF2B5EF4-FFF2-40B4-BE49-F238E27FC236}">
                        <a16:creationId xmlns:a16="http://schemas.microsoft.com/office/drawing/2014/main" id="{6E20DDCF-ECAB-403E-BBBA-F29B4F8B5020}"/>
                      </a:ext>
                    </a:extLst>
                  </p:cNvPr>
                  <p:cNvGrpSpPr/>
                  <p:nvPr/>
                </p:nvGrpSpPr>
                <p:grpSpPr>
                  <a:xfrm>
                    <a:off x="4187415" y="3407802"/>
                    <a:ext cx="154785" cy="73279"/>
                    <a:chOff x="4187415" y="3407802"/>
                    <a:chExt cx="154785" cy="73279"/>
                  </a:xfrm>
                  <a:solidFill>
                    <a:schemeClr val="accent1"/>
                  </a:solidFill>
                </p:grpSpPr>
                <p:sp>
                  <p:nvSpPr>
                    <p:cNvPr id="15400" name="Forme libre : forme 15399">
                      <a:extLst>
                        <a:ext uri="{FF2B5EF4-FFF2-40B4-BE49-F238E27FC236}">
                          <a16:creationId xmlns:a16="http://schemas.microsoft.com/office/drawing/2014/main" id="{1BB421E7-AE3E-4460-AB12-7720846CAF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7415" y="3407802"/>
                      <a:ext cx="154785" cy="73279"/>
                    </a:xfrm>
                    <a:custGeom>
                      <a:avLst/>
                      <a:gdLst>
                        <a:gd name="connsiteX0" fmla="*/ 58834 w 154785"/>
                        <a:gd name="connsiteY0" fmla="*/ 5577 h 73279"/>
                        <a:gd name="connsiteX1" fmla="*/ 67311 w 154785"/>
                        <a:gd name="connsiteY1" fmla="*/ 7196 h 73279"/>
                        <a:gd name="connsiteX2" fmla="*/ 76360 w 154785"/>
                        <a:gd name="connsiteY2" fmla="*/ 7482 h 73279"/>
                        <a:gd name="connsiteX3" fmla="*/ 96267 w 154785"/>
                        <a:gd name="connsiteY3" fmla="*/ 4053 h 73279"/>
                        <a:gd name="connsiteX4" fmla="*/ 111031 w 154785"/>
                        <a:gd name="connsiteY4" fmla="*/ 1005 h 73279"/>
                        <a:gd name="connsiteX5" fmla="*/ 125223 w 154785"/>
                        <a:gd name="connsiteY5" fmla="*/ 148 h 73279"/>
                        <a:gd name="connsiteX6" fmla="*/ 144654 w 154785"/>
                        <a:gd name="connsiteY6" fmla="*/ 8625 h 73279"/>
                        <a:gd name="connsiteX7" fmla="*/ 153322 w 154785"/>
                        <a:gd name="connsiteY7" fmla="*/ 24151 h 73279"/>
                        <a:gd name="connsiteX8" fmla="*/ 148083 w 154785"/>
                        <a:gd name="connsiteY8" fmla="*/ 45772 h 73279"/>
                        <a:gd name="connsiteX9" fmla="*/ 134748 w 154785"/>
                        <a:gd name="connsiteY9" fmla="*/ 57583 h 73279"/>
                        <a:gd name="connsiteX10" fmla="*/ 114650 w 154785"/>
                        <a:gd name="connsiteY10" fmla="*/ 66727 h 73279"/>
                        <a:gd name="connsiteX11" fmla="*/ 79598 w 154785"/>
                        <a:gd name="connsiteY11" fmla="*/ 73109 h 73279"/>
                        <a:gd name="connsiteX12" fmla="*/ 60739 w 154785"/>
                        <a:gd name="connsiteY12" fmla="*/ 72728 h 73279"/>
                        <a:gd name="connsiteX13" fmla="*/ 41784 w 154785"/>
                        <a:gd name="connsiteY13" fmla="*/ 69394 h 73279"/>
                        <a:gd name="connsiteX14" fmla="*/ 19020 w 154785"/>
                        <a:gd name="connsiteY14" fmla="*/ 58631 h 73279"/>
                        <a:gd name="connsiteX15" fmla="*/ 5113 w 154785"/>
                        <a:gd name="connsiteY15" fmla="*/ 44153 h 73279"/>
                        <a:gd name="connsiteX16" fmla="*/ 65 w 154785"/>
                        <a:gd name="connsiteY16" fmla="*/ 30723 h 73279"/>
                        <a:gd name="connsiteX17" fmla="*/ 3208 w 154785"/>
                        <a:gd name="connsiteY17" fmla="*/ 20912 h 73279"/>
                        <a:gd name="connsiteX18" fmla="*/ 15686 w 154785"/>
                        <a:gd name="connsiteY18" fmla="*/ 7291 h 73279"/>
                        <a:gd name="connsiteX19" fmla="*/ 24449 w 154785"/>
                        <a:gd name="connsiteY19" fmla="*/ 2529 h 73279"/>
                        <a:gd name="connsiteX20" fmla="*/ 35688 w 154785"/>
                        <a:gd name="connsiteY20" fmla="*/ 1481 h 73279"/>
                        <a:gd name="connsiteX21" fmla="*/ 47499 w 154785"/>
                        <a:gd name="connsiteY21" fmla="*/ 2815 h 73279"/>
                        <a:gd name="connsiteX22" fmla="*/ 58834 w 154785"/>
                        <a:gd name="connsiteY22" fmla="*/ 5577 h 732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54785" h="73279">
                          <a:moveTo>
                            <a:pt x="58834" y="5577"/>
                          </a:moveTo>
                          <a:cubicBezTo>
                            <a:pt x="61501" y="6625"/>
                            <a:pt x="64549" y="6529"/>
                            <a:pt x="67311" y="7196"/>
                          </a:cubicBezTo>
                          <a:cubicBezTo>
                            <a:pt x="70169" y="7863"/>
                            <a:pt x="73312" y="7291"/>
                            <a:pt x="76360" y="7482"/>
                          </a:cubicBezTo>
                          <a:cubicBezTo>
                            <a:pt x="82647" y="7196"/>
                            <a:pt x="89219" y="6149"/>
                            <a:pt x="96267" y="4053"/>
                          </a:cubicBezTo>
                          <a:cubicBezTo>
                            <a:pt x="101125" y="3005"/>
                            <a:pt x="106173" y="1291"/>
                            <a:pt x="111031" y="1005"/>
                          </a:cubicBezTo>
                          <a:cubicBezTo>
                            <a:pt x="115984" y="148"/>
                            <a:pt x="120747" y="-233"/>
                            <a:pt x="125223" y="148"/>
                          </a:cubicBezTo>
                          <a:cubicBezTo>
                            <a:pt x="134081" y="338"/>
                            <a:pt x="141416" y="3005"/>
                            <a:pt x="144654" y="8625"/>
                          </a:cubicBezTo>
                          <a:lnTo>
                            <a:pt x="153322" y="24151"/>
                          </a:lnTo>
                          <a:cubicBezTo>
                            <a:pt x="156465" y="29770"/>
                            <a:pt x="154465" y="37581"/>
                            <a:pt x="148083" y="45772"/>
                          </a:cubicBezTo>
                          <a:cubicBezTo>
                            <a:pt x="144654" y="49678"/>
                            <a:pt x="140273" y="53774"/>
                            <a:pt x="134748" y="57583"/>
                          </a:cubicBezTo>
                          <a:cubicBezTo>
                            <a:pt x="128843" y="61012"/>
                            <a:pt x="122556" y="64727"/>
                            <a:pt x="114650" y="66727"/>
                          </a:cubicBezTo>
                          <a:cubicBezTo>
                            <a:pt x="103792" y="70061"/>
                            <a:pt x="91981" y="72347"/>
                            <a:pt x="79598" y="73109"/>
                          </a:cubicBezTo>
                          <a:cubicBezTo>
                            <a:pt x="73312" y="73109"/>
                            <a:pt x="67121" y="73681"/>
                            <a:pt x="60739" y="72728"/>
                          </a:cubicBezTo>
                          <a:cubicBezTo>
                            <a:pt x="54357" y="71680"/>
                            <a:pt x="47880" y="71299"/>
                            <a:pt x="41784" y="69394"/>
                          </a:cubicBezTo>
                          <a:cubicBezTo>
                            <a:pt x="33212" y="66632"/>
                            <a:pt x="24925" y="63584"/>
                            <a:pt x="19020" y="58631"/>
                          </a:cubicBezTo>
                          <a:cubicBezTo>
                            <a:pt x="12828" y="54059"/>
                            <a:pt x="7780" y="49392"/>
                            <a:pt x="5113" y="44153"/>
                          </a:cubicBezTo>
                          <a:cubicBezTo>
                            <a:pt x="2160" y="39200"/>
                            <a:pt x="446" y="34628"/>
                            <a:pt x="65" y="30723"/>
                          </a:cubicBezTo>
                          <a:cubicBezTo>
                            <a:pt x="-316" y="26913"/>
                            <a:pt x="1017" y="23293"/>
                            <a:pt x="3208" y="20912"/>
                          </a:cubicBezTo>
                          <a:lnTo>
                            <a:pt x="15686" y="7291"/>
                          </a:lnTo>
                          <a:cubicBezTo>
                            <a:pt x="17972" y="4720"/>
                            <a:pt x="20829" y="3577"/>
                            <a:pt x="24449" y="2529"/>
                          </a:cubicBezTo>
                          <a:cubicBezTo>
                            <a:pt x="27973" y="1576"/>
                            <a:pt x="31878" y="1195"/>
                            <a:pt x="35688" y="1481"/>
                          </a:cubicBezTo>
                          <a:cubicBezTo>
                            <a:pt x="39498" y="2053"/>
                            <a:pt x="43594" y="2053"/>
                            <a:pt x="47499" y="2815"/>
                          </a:cubicBezTo>
                          <a:cubicBezTo>
                            <a:pt x="51119" y="4053"/>
                            <a:pt x="55119" y="3958"/>
                            <a:pt x="58834" y="5577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01" name="Forme libre : forme 15400">
                      <a:extLst>
                        <a:ext uri="{FF2B5EF4-FFF2-40B4-BE49-F238E27FC236}">
                          <a16:creationId xmlns:a16="http://schemas.microsoft.com/office/drawing/2014/main" id="{5702B0AA-932E-4513-BB6D-4E07F726AA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2529" y="3407802"/>
                      <a:ext cx="133254" cy="31389"/>
                    </a:xfrm>
                    <a:custGeom>
                      <a:avLst/>
                      <a:gdLst>
                        <a:gd name="connsiteX0" fmla="*/ 78391 w 133254"/>
                        <a:gd name="connsiteY0" fmla="*/ 27103 h 31389"/>
                        <a:gd name="connsiteX1" fmla="*/ 107156 w 133254"/>
                        <a:gd name="connsiteY1" fmla="*/ 17959 h 31389"/>
                        <a:gd name="connsiteX2" fmla="*/ 133255 w 133254"/>
                        <a:gd name="connsiteY2" fmla="*/ 15388 h 31389"/>
                        <a:gd name="connsiteX3" fmla="*/ 129540 w 133254"/>
                        <a:gd name="connsiteY3" fmla="*/ 8625 h 31389"/>
                        <a:gd name="connsiteX4" fmla="*/ 110109 w 133254"/>
                        <a:gd name="connsiteY4" fmla="*/ 148 h 31389"/>
                        <a:gd name="connsiteX5" fmla="*/ 95917 w 133254"/>
                        <a:gd name="connsiteY5" fmla="*/ 1005 h 31389"/>
                        <a:gd name="connsiteX6" fmla="*/ 81153 w 133254"/>
                        <a:gd name="connsiteY6" fmla="*/ 4053 h 31389"/>
                        <a:gd name="connsiteX7" fmla="*/ 61246 w 133254"/>
                        <a:gd name="connsiteY7" fmla="*/ 7482 h 31389"/>
                        <a:gd name="connsiteX8" fmla="*/ 52197 w 133254"/>
                        <a:gd name="connsiteY8" fmla="*/ 7196 h 31389"/>
                        <a:gd name="connsiteX9" fmla="*/ 43720 w 133254"/>
                        <a:gd name="connsiteY9" fmla="*/ 5577 h 31389"/>
                        <a:gd name="connsiteX10" fmla="*/ 32195 w 133254"/>
                        <a:gd name="connsiteY10" fmla="*/ 2815 h 31389"/>
                        <a:gd name="connsiteX11" fmla="*/ 20383 w 133254"/>
                        <a:gd name="connsiteY11" fmla="*/ 1481 h 31389"/>
                        <a:gd name="connsiteX12" fmla="*/ 9144 w 133254"/>
                        <a:gd name="connsiteY12" fmla="*/ 2529 h 31389"/>
                        <a:gd name="connsiteX13" fmla="*/ 381 w 133254"/>
                        <a:gd name="connsiteY13" fmla="*/ 7291 h 31389"/>
                        <a:gd name="connsiteX14" fmla="*/ 0 w 133254"/>
                        <a:gd name="connsiteY14" fmla="*/ 7768 h 31389"/>
                        <a:gd name="connsiteX15" fmla="*/ 8763 w 133254"/>
                        <a:gd name="connsiteY15" fmla="*/ 14435 h 31389"/>
                        <a:gd name="connsiteX16" fmla="*/ 17716 w 133254"/>
                        <a:gd name="connsiteY16" fmla="*/ 20436 h 31389"/>
                        <a:gd name="connsiteX17" fmla="*/ 27051 w 133254"/>
                        <a:gd name="connsiteY17" fmla="*/ 25484 h 31389"/>
                        <a:gd name="connsiteX18" fmla="*/ 36957 w 133254"/>
                        <a:gd name="connsiteY18" fmla="*/ 28818 h 31389"/>
                        <a:gd name="connsiteX19" fmla="*/ 47149 w 133254"/>
                        <a:gd name="connsiteY19" fmla="*/ 30723 h 31389"/>
                        <a:gd name="connsiteX20" fmla="*/ 52292 w 133254"/>
                        <a:gd name="connsiteY20" fmla="*/ 31390 h 31389"/>
                        <a:gd name="connsiteX21" fmla="*/ 57531 w 133254"/>
                        <a:gd name="connsiteY21" fmla="*/ 31104 h 31389"/>
                        <a:gd name="connsiteX22" fmla="*/ 78391 w 133254"/>
                        <a:gd name="connsiteY22" fmla="*/ 27103 h 31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33254" h="31389">
                          <a:moveTo>
                            <a:pt x="78391" y="27103"/>
                          </a:moveTo>
                          <a:cubicBezTo>
                            <a:pt x="87916" y="23293"/>
                            <a:pt x="97727" y="20341"/>
                            <a:pt x="107156" y="17959"/>
                          </a:cubicBezTo>
                          <a:cubicBezTo>
                            <a:pt x="116586" y="15674"/>
                            <a:pt x="125635" y="14435"/>
                            <a:pt x="133255" y="15388"/>
                          </a:cubicBezTo>
                          <a:lnTo>
                            <a:pt x="129540" y="8625"/>
                          </a:lnTo>
                          <a:cubicBezTo>
                            <a:pt x="126397" y="3005"/>
                            <a:pt x="118967" y="338"/>
                            <a:pt x="110109" y="148"/>
                          </a:cubicBezTo>
                          <a:cubicBezTo>
                            <a:pt x="105632" y="-233"/>
                            <a:pt x="100870" y="148"/>
                            <a:pt x="95917" y="1005"/>
                          </a:cubicBezTo>
                          <a:cubicBezTo>
                            <a:pt x="91059" y="1291"/>
                            <a:pt x="86011" y="3005"/>
                            <a:pt x="81153" y="4053"/>
                          </a:cubicBezTo>
                          <a:cubicBezTo>
                            <a:pt x="74200" y="6053"/>
                            <a:pt x="67532" y="7101"/>
                            <a:pt x="61246" y="7482"/>
                          </a:cubicBezTo>
                          <a:cubicBezTo>
                            <a:pt x="58293" y="7196"/>
                            <a:pt x="55054" y="7863"/>
                            <a:pt x="52197" y="7196"/>
                          </a:cubicBezTo>
                          <a:cubicBezTo>
                            <a:pt x="49435" y="6434"/>
                            <a:pt x="46387" y="6625"/>
                            <a:pt x="43720" y="5577"/>
                          </a:cubicBezTo>
                          <a:cubicBezTo>
                            <a:pt x="40005" y="4053"/>
                            <a:pt x="36004" y="4053"/>
                            <a:pt x="32195" y="2815"/>
                          </a:cubicBezTo>
                          <a:cubicBezTo>
                            <a:pt x="28289" y="2053"/>
                            <a:pt x="24194" y="2148"/>
                            <a:pt x="20383" y="1481"/>
                          </a:cubicBezTo>
                          <a:cubicBezTo>
                            <a:pt x="16478" y="1195"/>
                            <a:pt x="12668" y="1576"/>
                            <a:pt x="9144" y="2529"/>
                          </a:cubicBezTo>
                          <a:cubicBezTo>
                            <a:pt x="5620" y="3577"/>
                            <a:pt x="2762" y="4815"/>
                            <a:pt x="381" y="7291"/>
                          </a:cubicBezTo>
                          <a:lnTo>
                            <a:pt x="0" y="7768"/>
                          </a:lnTo>
                          <a:cubicBezTo>
                            <a:pt x="2667" y="10339"/>
                            <a:pt x="5905" y="12149"/>
                            <a:pt x="8763" y="14435"/>
                          </a:cubicBezTo>
                          <a:cubicBezTo>
                            <a:pt x="11716" y="16626"/>
                            <a:pt x="14478" y="19007"/>
                            <a:pt x="17716" y="20436"/>
                          </a:cubicBezTo>
                          <a:lnTo>
                            <a:pt x="27051" y="25484"/>
                          </a:lnTo>
                          <a:lnTo>
                            <a:pt x="36957" y="28818"/>
                          </a:lnTo>
                          <a:cubicBezTo>
                            <a:pt x="40196" y="30247"/>
                            <a:pt x="43815" y="30056"/>
                            <a:pt x="47149" y="30723"/>
                          </a:cubicBezTo>
                          <a:cubicBezTo>
                            <a:pt x="48863" y="30913"/>
                            <a:pt x="50578" y="31199"/>
                            <a:pt x="52292" y="31390"/>
                          </a:cubicBezTo>
                          <a:lnTo>
                            <a:pt x="57531" y="31104"/>
                          </a:lnTo>
                          <a:cubicBezTo>
                            <a:pt x="64579" y="31199"/>
                            <a:pt x="71628" y="29199"/>
                            <a:pt x="78391" y="2710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02" name="Forme libre : forme 15401">
                      <a:extLst>
                        <a:ext uri="{FF2B5EF4-FFF2-40B4-BE49-F238E27FC236}">
                          <a16:creationId xmlns:a16="http://schemas.microsoft.com/office/drawing/2014/main" id="{54CD746E-07AB-446E-852B-3324A72841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2508" y="3433356"/>
                      <a:ext cx="66635" cy="25742"/>
                    </a:xfrm>
                    <a:custGeom>
                      <a:avLst/>
                      <a:gdLst>
                        <a:gd name="connsiteX0" fmla="*/ 500 w 66635"/>
                        <a:gd name="connsiteY0" fmla="*/ 4787 h 25742"/>
                        <a:gd name="connsiteX1" fmla="*/ 4881 w 66635"/>
                        <a:gd name="connsiteY1" fmla="*/ 1549 h 25742"/>
                        <a:gd name="connsiteX2" fmla="*/ 12597 w 66635"/>
                        <a:gd name="connsiteY2" fmla="*/ 120 h 25742"/>
                        <a:gd name="connsiteX3" fmla="*/ 22312 w 66635"/>
                        <a:gd name="connsiteY3" fmla="*/ 215 h 25742"/>
                        <a:gd name="connsiteX4" fmla="*/ 33647 w 66635"/>
                        <a:gd name="connsiteY4" fmla="*/ 882 h 25742"/>
                        <a:gd name="connsiteX5" fmla="*/ 45172 w 66635"/>
                        <a:gd name="connsiteY5" fmla="*/ 1739 h 25742"/>
                        <a:gd name="connsiteX6" fmla="*/ 55269 w 66635"/>
                        <a:gd name="connsiteY6" fmla="*/ 2977 h 25742"/>
                        <a:gd name="connsiteX7" fmla="*/ 62793 w 66635"/>
                        <a:gd name="connsiteY7" fmla="*/ 5358 h 25742"/>
                        <a:gd name="connsiteX8" fmla="*/ 66508 w 66635"/>
                        <a:gd name="connsiteY8" fmla="*/ 9359 h 25742"/>
                        <a:gd name="connsiteX9" fmla="*/ 65079 w 66635"/>
                        <a:gd name="connsiteY9" fmla="*/ 14693 h 25742"/>
                        <a:gd name="connsiteX10" fmla="*/ 58412 w 66635"/>
                        <a:gd name="connsiteY10" fmla="*/ 20217 h 25742"/>
                        <a:gd name="connsiteX11" fmla="*/ 47077 w 66635"/>
                        <a:gd name="connsiteY11" fmla="*/ 24599 h 25742"/>
                        <a:gd name="connsiteX12" fmla="*/ 32218 w 66635"/>
                        <a:gd name="connsiteY12" fmla="*/ 25742 h 25742"/>
                        <a:gd name="connsiteX13" fmla="*/ 17454 w 66635"/>
                        <a:gd name="connsiteY13" fmla="*/ 22789 h 25742"/>
                        <a:gd name="connsiteX14" fmla="*/ 6691 w 66635"/>
                        <a:gd name="connsiteY14" fmla="*/ 16884 h 25742"/>
                        <a:gd name="connsiteX15" fmla="*/ 881 w 66635"/>
                        <a:gd name="connsiteY15" fmla="*/ 10502 h 25742"/>
                        <a:gd name="connsiteX16" fmla="*/ 500 w 66635"/>
                        <a:gd name="connsiteY16" fmla="*/ 4787 h 2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66635" h="25742">
                          <a:moveTo>
                            <a:pt x="500" y="4787"/>
                          </a:moveTo>
                          <a:cubicBezTo>
                            <a:pt x="1262" y="3263"/>
                            <a:pt x="2786" y="2215"/>
                            <a:pt x="4881" y="1549"/>
                          </a:cubicBezTo>
                          <a:cubicBezTo>
                            <a:pt x="6882" y="1072"/>
                            <a:pt x="9644" y="215"/>
                            <a:pt x="12597" y="120"/>
                          </a:cubicBezTo>
                          <a:cubicBezTo>
                            <a:pt x="15645" y="-261"/>
                            <a:pt x="18788" y="406"/>
                            <a:pt x="22312" y="215"/>
                          </a:cubicBezTo>
                          <a:cubicBezTo>
                            <a:pt x="25932" y="24"/>
                            <a:pt x="29646" y="596"/>
                            <a:pt x="33647" y="882"/>
                          </a:cubicBezTo>
                          <a:cubicBezTo>
                            <a:pt x="37743" y="787"/>
                            <a:pt x="41553" y="1263"/>
                            <a:pt x="45172" y="1739"/>
                          </a:cubicBezTo>
                          <a:cubicBezTo>
                            <a:pt x="48792" y="1834"/>
                            <a:pt x="52221" y="2215"/>
                            <a:pt x="55269" y="2977"/>
                          </a:cubicBezTo>
                          <a:cubicBezTo>
                            <a:pt x="58317" y="3834"/>
                            <a:pt x="60888" y="4311"/>
                            <a:pt x="62793" y="5358"/>
                          </a:cubicBezTo>
                          <a:cubicBezTo>
                            <a:pt x="64794" y="6406"/>
                            <a:pt x="66127" y="7740"/>
                            <a:pt x="66508" y="9359"/>
                          </a:cubicBezTo>
                          <a:cubicBezTo>
                            <a:pt x="66889" y="10978"/>
                            <a:pt x="66413" y="12788"/>
                            <a:pt x="65079" y="14693"/>
                          </a:cubicBezTo>
                          <a:cubicBezTo>
                            <a:pt x="63651" y="16598"/>
                            <a:pt x="61555" y="18694"/>
                            <a:pt x="58412" y="20217"/>
                          </a:cubicBezTo>
                          <a:cubicBezTo>
                            <a:pt x="55364" y="21837"/>
                            <a:pt x="51459" y="23266"/>
                            <a:pt x="47077" y="24599"/>
                          </a:cubicBezTo>
                          <a:cubicBezTo>
                            <a:pt x="42601" y="25456"/>
                            <a:pt x="37552" y="25742"/>
                            <a:pt x="32218" y="25742"/>
                          </a:cubicBezTo>
                          <a:cubicBezTo>
                            <a:pt x="26884" y="25456"/>
                            <a:pt x="21931" y="24028"/>
                            <a:pt x="17454" y="22789"/>
                          </a:cubicBezTo>
                          <a:cubicBezTo>
                            <a:pt x="13073" y="21551"/>
                            <a:pt x="9549" y="18789"/>
                            <a:pt x="6691" y="16884"/>
                          </a:cubicBezTo>
                          <a:cubicBezTo>
                            <a:pt x="3929" y="14693"/>
                            <a:pt x="1738" y="12788"/>
                            <a:pt x="881" y="10502"/>
                          </a:cubicBezTo>
                          <a:cubicBezTo>
                            <a:pt x="-167" y="8311"/>
                            <a:pt x="-262" y="6311"/>
                            <a:pt x="500" y="478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03" name="Forme libre : forme 15402">
                      <a:extLst>
                        <a:ext uri="{FF2B5EF4-FFF2-40B4-BE49-F238E27FC236}">
                          <a16:creationId xmlns:a16="http://schemas.microsoft.com/office/drawing/2014/main" id="{A5EDD322-1CAF-4F54-8CCB-1F338EBD26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2915" y="3433675"/>
                      <a:ext cx="46168" cy="22280"/>
                    </a:xfrm>
                    <a:custGeom>
                      <a:avLst/>
                      <a:gdLst>
                        <a:gd name="connsiteX0" fmla="*/ 32861 w 46168"/>
                        <a:gd name="connsiteY0" fmla="*/ 22280 h 22280"/>
                        <a:gd name="connsiteX1" fmla="*/ 43434 w 46168"/>
                        <a:gd name="connsiteY1" fmla="*/ 15899 h 22280"/>
                        <a:gd name="connsiteX2" fmla="*/ 46006 w 46168"/>
                        <a:gd name="connsiteY2" fmla="*/ 9136 h 22280"/>
                        <a:gd name="connsiteX3" fmla="*/ 42291 w 46168"/>
                        <a:gd name="connsiteY3" fmla="*/ 5135 h 22280"/>
                        <a:gd name="connsiteX4" fmla="*/ 34766 w 46168"/>
                        <a:gd name="connsiteY4" fmla="*/ 2754 h 22280"/>
                        <a:gd name="connsiteX5" fmla="*/ 24670 w 46168"/>
                        <a:gd name="connsiteY5" fmla="*/ 1516 h 22280"/>
                        <a:gd name="connsiteX6" fmla="*/ 13145 w 46168"/>
                        <a:gd name="connsiteY6" fmla="*/ 659 h 22280"/>
                        <a:gd name="connsiteX7" fmla="*/ 0 w 46168"/>
                        <a:gd name="connsiteY7" fmla="*/ 87 h 22280"/>
                        <a:gd name="connsiteX8" fmla="*/ 7049 w 46168"/>
                        <a:gd name="connsiteY8" fmla="*/ 2087 h 22280"/>
                        <a:gd name="connsiteX9" fmla="*/ 11621 w 46168"/>
                        <a:gd name="connsiteY9" fmla="*/ 4469 h 22280"/>
                        <a:gd name="connsiteX10" fmla="*/ 16193 w 46168"/>
                        <a:gd name="connsiteY10" fmla="*/ 6469 h 22280"/>
                        <a:gd name="connsiteX11" fmla="*/ 24384 w 46168"/>
                        <a:gd name="connsiteY11" fmla="*/ 11327 h 22280"/>
                        <a:gd name="connsiteX12" fmla="*/ 32861 w 46168"/>
                        <a:gd name="connsiteY12" fmla="*/ 22280 h 22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168" h="22280">
                          <a:moveTo>
                            <a:pt x="32861" y="22280"/>
                          </a:moveTo>
                          <a:cubicBezTo>
                            <a:pt x="37624" y="20471"/>
                            <a:pt x="41338" y="18470"/>
                            <a:pt x="43434" y="15899"/>
                          </a:cubicBezTo>
                          <a:cubicBezTo>
                            <a:pt x="45625" y="13517"/>
                            <a:pt x="46577" y="11136"/>
                            <a:pt x="46006" y="9136"/>
                          </a:cubicBezTo>
                          <a:cubicBezTo>
                            <a:pt x="45529" y="7517"/>
                            <a:pt x="44196" y="6183"/>
                            <a:pt x="42291" y="5135"/>
                          </a:cubicBezTo>
                          <a:cubicBezTo>
                            <a:pt x="40291" y="4088"/>
                            <a:pt x="37719" y="3611"/>
                            <a:pt x="34766" y="2754"/>
                          </a:cubicBezTo>
                          <a:cubicBezTo>
                            <a:pt x="31718" y="2087"/>
                            <a:pt x="28385" y="1611"/>
                            <a:pt x="24670" y="1516"/>
                          </a:cubicBezTo>
                          <a:cubicBezTo>
                            <a:pt x="21050" y="1040"/>
                            <a:pt x="17240" y="563"/>
                            <a:pt x="13145" y="659"/>
                          </a:cubicBezTo>
                          <a:cubicBezTo>
                            <a:pt x="8477" y="278"/>
                            <a:pt x="4191" y="-199"/>
                            <a:pt x="0" y="87"/>
                          </a:cubicBezTo>
                          <a:cubicBezTo>
                            <a:pt x="2477" y="468"/>
                            <a:pt x="4763" y="1135"/>
                            <a:pt x="7049" y="2087"/>
                          </a:cubicBezTo>
                          <a:cubicBezTo>
                            <a:pt x="8572" y="2850"/>
                            <a:pt x="10096" y="3611"/>
                            <a:pt x="11621" y="4469"/>
                          </a:cubicBezTo>
                          <a:cubicBezTo>
                            <a:pt x="13145" y="5040"/>
                            <a:pt x="14669" y="5707"/>
                            <a:pt x="16193" y="6469"/>
                          </a:cubicBezTo>
                          <a:cubicBezTo>
                            <a:pt x="19145" y="7898"/>
                            <a:pt x="21908" y="9612"/>
                            <a:pt x="24384" y="11327"/>
                          </a:cubicBezTo>
                          <a:cubicBezTo>
                            <a:pt x="29432" y="14375"/>
                            <a:pt x="32861" y="17994"/>
                            <a:pt x="32861" y="2228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04" name="Forme libre : forme 15403">
                      <a:extLst>
                        <a:ext uri="{FF2B5EF4-FFF2-40B4-BE49-F238E27FC236}">
                          <a16:creationId xmlns:a16="http://schemas.microsoft.com/office/drawing/2014/main" id="{9421EBE9-4271-4456-B997-9A93514C32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0706" y="3429818"/>
                      <a:ext cx="64430" cy="26422"/>
                    </a:xfrm>
                    <a:custGeom>
                      <a:avLst/>
                      <a:gdLst>
                        <a:gd name="connsiteX0" fmla="*/ 588 w 64430"/>
                        <a:gd name="connsiteY0" fmla="*/ 4230 h 26422"/>
                        <a:gd name="connsiteX1" fmla="*/ 5064 w 64430"/>
                        <a:gd name="connsiteY1" fmla="*/ 1087 h 26422"/>
                        <a:gd name="connsiteX2" fmla="*/ 12494 w 64430"/>
                        <a:gd name="connsiteY2" fmla="*/ 134 h 26422"/>
                        <a:gd name="connsiteX3" fmla="*/ 21924 w 64430"/>
                        <a:gd name="connsiteY3" fmla="*/ 515 h 26422"/>
                        <a:gd name="connsiteX4" fmla="*/ 32782 w 64430"/>
                        <a:gd name="connsiteY4" fmla="*/ 1373 h 26422"/>
                        <a:gd name="connsiteX5" fmla="*/ 43831 w 64430"/>
                        <a:gd name="connsiteY5" fmla="*/ 2611 h 26422"/>
                        <a:gd name="connsiteX6" fmla="*/ 53451 w 64430"/>
                        <a:gd name="connsiteY6" fmla="*/ 4230 h 26422"/>
                        <a:gd name="connsiteX7" fmla="*/ 60786 w 64430"/>
                        <a:gd name="connsiteY7" fmla="*/ 7087 h 26422"/>
                        <a:gd name="connsiteX8" fmla="*/ 64310 w 64430"/>
                        <a:gd name="connsiteY8" fmla="*/ 11088 h 26422"/>
                        <a:gd name="connsiteX9" fmla="*/ 56118 w 64430"/>
                        <a:gd name="connsiteY9" fmla="*/ 21566 h 26422"/>
                        <a:gd name="connsiteX10" fmla="*/ 44974 w 64430"/>
                        <a:gd name="connsiteY10" fmla="*/ 25471 h 26422"/>
                        <a:gd name="connsiteX11" fmla="*/ 30496 w 64430"/>
                        <a:gd name="connsiteY11" fmla="*/ 26137 h 26422"/>
                        <a:gd name="connsiteX12" fmla="*/ 16304 w 64430"/>
                        <a:gd name="connsiteY12" fmla="*/ 22708 h 26422"/>
                        <a:gd name="connsiteX13" fmla="*/ 6017 w 64430"/>
                        <a:gd name="connsiteY13" fmla="*/ 16517 h 26422"/>
                        <a:gd name="connsiteX14" fmla="*/ 778 w 64430"/>
                        <a:gd name="connsiteY14" fmla="*/ 9754 h 26422"/>
                        <a:gd name="connsiteX15" fmla="*/ 588 w 64430"/>
                        <a:gd name="connsiteY15" fmla="*/ 4230 h 26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64430" h="26422">
                          <a:moveTo>
                            <a:pt x="588" y="4230"/>
                          </a:moveTo>
                          <a:cubicBezTo>
                            <a:pt x="1445" y="2706"/>
                            <a:pt x="2969" y="1658"/>
                            <a:pt x="5064" y="1087"/>
                          </a:cubicBezTo>
                          <a:cubicBezTo>
                            <a:pt x="7160" y="420"/>
                            <a:pt x="9541" y="610"/>
                            <a:pt x="12494" y="134"/>
                          </a:cubicBezTo>
                          <a:cubicBezTo>
                            <a:pt x="15447" y="-151"/>
                            <a:pt x="18590" y="39"/>
                            <a:pt x="21924" y="515"/>
                          </a:cubicBezTo>
                          <a:cubicBezTo>
                            <a:pt x="25353" y="801"/>
                            <a:pt x="29067" y="706"/>
                            <a:pt x="32782" y="1373"/>
                          </a:cubicBezTo>
                          <a:cubicBezTo>
                            <a:pt x="36592" y="1944"/>
                            <a:pt x="40402" y="1849"/>
                            <a:pt x="43831" y="2611"/>
                          </a:cubicBezTo>
                          <a:cubicBezTo>
                            <a:pt x="47260" y="3563"/>
                            <a:pt x="50594" y="3373"/>
                            <a:pt x="53451" y="4230"/>
                          </a:cubicBezTo>
                          <a:cubicBezTo>
                            <a:pt x="56309" y="4897"/>
                            <a:pt x="58881" y="6040"/>
                            <a:pt x="60786" y="7087"/>
                          </a:cubicBezTo>
                          <a:cubicBezTo>
                            <a:pt x="62691" y="8135"/>
                            <a:pt x="63929" y="9469"/>
                            <a:pt x="64310" y="11088"/>
                          </a:cubicBezTo>
                          <a:cubicBezTo>
                            <a:pt x="65072" y="14422"/>
                            <a:pt x="62214" y="18613"/>
                            <a:pt x="56118" y="21566"/>
                          </a:cubicBezTo>
                          <a:cubicBezTo>
                            <a:pt x="53071" y="22994"/>
                            <a:pt x="49356" y="24994"/>
                            <a:pt x="44974" y="25471"/>
                          </a:cubicBezTo>
                          <a:cubicBezTo>
                            <a:pt x="40593" y="25947"/>
                            <a:pt x="35640" y="26899"/>
                            <a:pt x="30496" y="26137"/>
                          </a:cubicBezTo>
                          <a:cubicBezTo>
                            <a:pt x="25353" y="25280"/>
                            <a:pt x="20400" y="24518"/>
                            <a:pt x="16304" y="22708"/>
                          </a:cubicBezTo>
                          <a:cubicBezTo>
                            <a:pt x="12208" y="20708"/>
                            <a:pt x="8684" y="18613"/>
                            <a:pt x="6017" y="16517"/>
                          </a:cubicBezTo>
                          <a:cubicBezTo>
                            <a:pt x="3255" y="14612"/>
                            <a:pt x="1731" y="11755"/>
                            <a:pt x="778" y="9754"/>
                          </a:cubicBezTo>
                          <a:cubicBezTo>
                            <a:pt x="-174" y="7659"/>
                            <a:pt x="-270" y="5754"/>
                            <a:pt x="588" y="423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05" name="Forme libre : forme 15404">
                      <a:extLst>
                        <a:ext uri="{FF2B5EF4-FFF2-40B4-BE49-F238E27FC236}">
                          <a16:creationId xmlns:a16="http://schemas.microsoft.com/office/drawing/2014/main" id="{D156AC3E-99EE-480C-84A7-34B5C4FE40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8750" y="3418963"/>
                      <a:ext cx="82036" cy="39760"/>
                    </a:xfrm>
                    <a:custGeom>
                      <a:avLst/>
                      <a:gdLst>
                        <a:gd name="connsiteX0" fmla="*/ 76651 w 82036"/>
                        <a:gd name="connsiteY0" fmla="*/ 12418 h 39760"/>
                        <a:gd name="connsiteX1" fmla="*/ 69888 w 82036"/>
                        <a:gd name="connsiteY1" fmla="*/ 2988 h 39760"/>
                        <a:gd name="connsiteX2" fmla="*/ 37598 w 82036"/>
                        <a:gd name="connsiteY2" fmla="*/ 797 h 39760"/>
                        <a:gd name="connsiteX3" fmla="*/ 30645 w 82036"/>
                        <a:gd name="connsiteY3" fmla="*/ 988 h 39760"/>
                        <a:gd name="connsiteX4" fmla="*/ 27216 w 82036"/>
                        <a:gd name="connsiteY4" fmla="*/ 1369 h 39760"/>
                        <a:gd name="connsiteX5" fmla="*/ 23977 w 82036"/>
                        <a:gd name="connsiteY5" fmla="*/ 1369 h 39760"/>
                        <a:gd name="connsiteX6" fmla="*/ 17500 w 82036"/>
                        <a:gd name="connsiteY6" fmla="*/ 2131 h 39760"/>
                        <a:gd name="connsiteX7" fmla="*/ 11404 w 82036"/>
                        <a:gd name="connsiteY7" fmla="*/ 2797 h 39760"/>
                        <a:gd name="connsiteX8" fmla="*/ 6928 w 82036"/>
                        <a:gd name="connsiteY8" fmla="*/ 4226 h 39760"/>
                        <a:gd name="connsiteX9" fmla="*/ 3118 w 82036"/>
                        <a:gd name="connsiteY9" fmla="*/ 5846 h 39760"/>
                        <a:gd name="connsiteX10" fmla="*/ 165 w 82036"/>
                        <a:gd name="connsiteY10" fmla="*/ 11656 h 39760"/>
                        <a:gd name="connsiteX11" fmla="*/ 3308 w 82036"/>
                        <a:gd name="connsiteY11" fmla="*/ 16323 h 39760"/>
                        <a:gd name="connsiteX12" fmla="*/ 8928 w 82036"/>
                        <a:gd name="connsiteY12" fmla="*/ 19847 h 39760"/>
                        <a:gd name="connsiteX13" fmla="*/ 15977 w 82036"/>
                        <a:gd name="connsiteY13" fmla="*/ 23943 h 39760"/>
                        <a:gd name="connsiteX14" fmla="*/ 23215 w 82036"/>
                        <a:gd name="connsiteY14" fmla="*/ 27181 h 39760"/>
                        <a:gd name="connsiteX15" fmla="*/ 30454 w 82036"/>
                        <a:gd name="connsiteY15" fmla="*/ 30611 h 39760"/>
                        <a:gd name="connsiteX16" fmla="*/ 37503 w 82036"/>
                        <a:gd name="connsiteY16" fmla="*/ 33468 h 39760"/>
                        <a:gd name="connsiteX17" fmla="*/ 44837 w 82036"/>
                        <a:gd name="connsiteY17" fmla="*/ 36706 h 39760"/>
                        <a:gd name="connsiteX18" fmla="*/ 54457 w 82036"/>
                        <a:gd name="connsiteY18" fmla="*/ 39183 h 39760"/>
                        <a:gd name="connsiteX19" fmla="*/ 76270 w 82036"/>
                        <a:gd name="connsiteY19" fmla="*/ 35373 h 39760"/>
                        <a:gd name="connsiteX20" fmla="*/ 81508 w 82036"/>
                        <a:gd name="connsiteY20" fmla="*/ 22895 h 39760"/>
                        <a:gd name="connsiteX21" fmla="*/ 76651 w 82036"/>
                        <a:gd name="connsiteY21" fmla="*/ 12418 h 39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82036" h="39760">
                          <a:moveTo>
                            <a:pt x="76651" y="12418"/>
                          </a:moveTo>
                          <a:cubicBezTo>
                            <a:pt x="75222" y="8798"/>
                            <a:pt x="73698" y="5179"/>
                            <a:pt x="69888" y="2988"/>
                          </a:cubicBezTo>
                          <a:cubicBezTo>
                            <a:pt x="62554" y="-1012"/>
                            <a:pt x="48933" y="-155"/>
                            <a:pt x="37598" y="797"/>
                          </a:cubicBezTo>
                          <a:cubicBezTo>
                            <a:pt x="35217" y="797"/>
                            <a:pt x="32931" y="797"/>
                            <a:pt x="30645" y="988"/>
                          </a:cubicBezTo>
                          <a:lnTo>
                            <a:pt x="27216" y="1369"/>
                          </a:lnTo>
                          <a:cubicBezTo>
                            <a:pt x="26073" y="1273"/>
                            <a:pt x="25025" y="1273"/>
                            <a:pt x="23977" y="1369"/>
                          </a:cubicBezTo>
                          <a:cubicBezTo>
                            <a:pt x="21787" y="1464"/>
                            <a:pt x="19691" y="1655"/>
                            <a:pt x="17500" y="2131"/>
                          </a:cubicBezTo>
                          <a:cubicBezTo>
                            <a:pt x="15405" y="2226"/>
                            <a:pt x="13500" y="2321"/>
                            <a:pt x="11404" y="2797"/>
                          </a:cubicBezTo>
                          <a:cubicBezTo>
                            <a:pt x="9880" y="3083"/>
                            <a:pt x="8356" y="3560"/>
                            <a:pt x="6928" y="4226"/>
                          </a:cubicBezTo>
                          <a:cubicBezTo>
                            <a:pt x="5499" y="4703"/>
                            <a:pt x="4261" y="5084"/>
                            <a:pt x="3118" y="5846"/>
                          </a:cubicBezTo>
                          <a:cubicBezTo>
                            <a:pt x="927" y="7179"/>
                            <a:pt x="-502" y="9084"/>
                            <a:pt x="165" y="11656"/>
                          </a:cubicBezTo>
                          <a:cubicBezTo>
                            <a:pt x="546" y="13180"/>
                            <a:pt x="1784" y="14704"/>
                            <a:pt x="3308" y="16323"/>
                          </a:cubicBezTo>
                          <a:cubicBezTo>
                            <a:pt x="4927" y="17656"/>
                            <a:pt x="6928" y="18704"/>
                            <a:pt x="8928" y="19847"/>
                          </a:cubicBezTo>
                          <a:cubicBezTo>
                            <a:pt x="11214" y="21181"/>
                            <a:pt x="13595" y="22514"/>
                            <a:pt x="15977" y="23943"/>
                          </a:cubicBezTo>
                          <a:cubicBezTo>
                            <a:pt x="18358" y="24991"/>
                            <a:pt x="20739" y="26038"/>
                            <a:pt x="23215" y="27181"/>
                          </a:cubicBezTo>
                          <a:cubicBezTo>
                            <a:pt x="25597" y="28229"/>
                            <a:pt x="28073" y="29658"/>
                            <a:pt x="30454" y="30611"/>
                          </a:cubicBezTo>
                          <a:cubicBezTo>
                            <a:pt x="32740" y="31563"/>
                            <a:pt x="35122" y="32515"/>
                            <a:pt x="37503" y="33468"/>
                          </a:cubicBezTo>
                          <a:cubicBezTo>
                            <a:pt x="39503" y="34325"/>
                            <a:pt x="42075" y="35468"/>
                            <a:pt x="44837" y="36706"/>
                          </a:cubicBezTo>
                          <a:cubicBezTo>
                            <a:pt x="47695" y="37754"/>
                            <a:pt x="50933" y="38516"/>
                            <a:pt x="54457" y="39183"/>
                          </a:cubicBezTo>
                          <a:cubicBezTo>
                            <a:pt x="61601" y="40517"/>
                            <a:pt x="69412" y="39659"/>
                            <a:pt x="76270" y="35373"/>
                          </a:cubicBezTo>
                          <a:cubicBezTo>
                            <a:pt x="82365" y="31468"/>
                            <a:pt x="82652" y="26801"/>
                            <a:pt x="81508" y="22895"/>
                          </a:cubicBezTo>
                          <a:cubicBezTo>
                            <a:pt x="80461" y="18609"/>
                            <a:pt x="77603" y="14894"/>
                            <a:pt x="76651" y="1241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06" name="Forme libre : forme 15405">
                      <a:extLst>
                        <a:ext uri="{FF2B5EF4-FFF2-40B4-BE49-F238E27FC236}">
                          <a16:creationId xmlns:a16="http://schemas.microsoft.com/office/drawing/2014/main" id="{51B21FB3-B045-43E8-8A75-E640B8CCCF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8756" y="3446070"/>
                      <a:ext cx="27786" cy="18098"/>
                    </a:xfrm>
                    <a:custGeom>
                      <a:avLst/>
                      <a:gdLst>
                        <a:gd name="connsiteX0" fmla="*/ 26928 w 27786"/>
                        <a:gd name="connsiteY0" fmla="*/ 4265 h 18098"/>
                        <a:gd name="connsiteX1" fmla="*/ 27691 w 27786"/>
                        <a:gd name="connsiteY1" fmla="*/ 1218 h 18098"/>
                        <a:gd name="connsiteX2" fmla="*/ 24357 w 27786"/>
                        <a:gd name="connsiteY2" fmla="*/ 74 h 18098"/>
                        <a:gd name="connsiteX3" fmla="*/ 19499 w 27786"/>
                        <a:gd name="connsiteY3" fmla="*/ 1979 h 18098"/>
                        <a:gd name="connsiteX4" fmla="*/ 7783 w 27786"/>
                        <a:gd name="connsiteY4" fmla="*/ 7790 h 18098"/>
                        <a:gd name="connsiteX5" fmla="*/ 3497 w 27786"/>
                        <a:gd name="connsiteY5" fmla="*/ 10266 h 18098"/>
                        <a:gd name="connsiteX6" fmla="*/ 163 w 27786"/>
                        <a:gd name="connsiteY6" fmla="*/ 16172 h 18098"/>
                        <a:gd name="connsiteX7" fmla="*/ 9117 w 27786"/>
                        <a:gd name="connsiteY7" fmla="*/ 17315 h 18098"/>
                        <a:gd name="connsiteX8" fmla="*/ 26928 w 27786"/>
                        <a:gd name="connsiteY8" fmla="*/ 4265 h 18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786" h="18098">
                          <a:moveTo>
                            <a:pt x="26928" y="4265"/>
                          </a:moveTo>
                          <a:cubicBezTo>
                            <a:pt x="27595" y="3122"/>
                            <a:pt x="27976" y="2075"/>
                            <a:pt x="27691" y="1218"/>
                          </a:cubicBezTo>
                          <a:cubicBezTo>
                            <a:pt x="27405" y="360"/>
                            <a:pt x="26071" y="-211"/>
                            <a:pt x="24357" y="74"/>
                          </a:cubicBezTo>
                          <a:cubicBezTo>
                            <a:pt x="22737" y="265"/>
                            <a:pt x="21023" y="1218"/>
                            <a:pt x="19499" y="1979"/>
                          </a:cubicBezTo>
                          <a:cubicBezTo>
                            <a:pt x="15403" y="3694"/>
                            <a:pt x="11498" y="5694"/>
                            <a:pt x="7783" y="7790"/>
                          </a:cubicBezTo>
                          <a:cubicBezTo>
                            <a:pt x="6259" y="8742"/>
                            <a:pt x="4735" y="9504"/>
                            <a:pt x="3497" y="10266"/>
                          </a:cubicBezTo>
                          <a:cubicBezTo>
                            <a:pt x="925" y="12076"/>
                            <a:pt x="-504" y="14457"/>
                            <a:pt x="163" y="16172"/>
                          </a:cubicBezTo>
                          <a:cubicBezTo>
                            <a:pt x="735" y="17791"/>
                            <a:pt x="3592" y="18934"/>
                            <a:pt x="9117" y="17315"/>
                          </a:cubicBezTo>
                          <a:cubicBezTo>
                            <a:pt x="17499" y="14457"/>
                            <a:pt x="24547" y="8933"/>
                            <a:pt x="26928" y="426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07" name="Forme libre : forme 15406">
                      <a:extLst>
                        <a:ext uri="{FF2B5EF4-FFF2-40B4-BE49-F238E27FC236}">
                          <a16:creationId xmlns:a16="http://schemas.microsoft.com/office/drawing/2014/main" id="{46CA2318-9767-48D2-86D4-47B42E76A0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4434" y="3413329"/>
                      <a:ext cx="40767" cy="6717"/>
                    </a:xfrm>
                    <a:custGeom>
                      <a:avLst/>
                      <a:gdLst>
                        <a:gd name="connsiteX0" fmla="*/ 0 w 40767"/>
                        <a:gd name="connsiteY0" fmla="*/ 6717 h 6717"/>
                        <a:gd name="connsiteX1" fmla="*/ 9811 w 40767"/>
                        <a:gd name="connsiteY1" fmla="*/ 1098 h 6717"/>
                        <a:gd name="connsiteX2" fmla="*/ 22670 w 40767"/>
                        <a:gd name="connsiteY2" fmla="*/ 50 h 6717"/>
                        <a:gd name="connsiteX3" fmla="*/ 31052 w 40767"/>
                        <a:gd name="connsiteY3" fmla="*/ 431 h 6717"/>
                        <a:gd name="connsiteX4" fmla="*/ 40767 w 40767"/>
                        <a:gd name="connsiteY4" fmla="*/ 1098 h 6717"/>
                        <a:gd name="connsiteX5" fmla="*/ 37148 w 40767"/>
                        <a:gd name="connsiteY5" fmla="*/ 1098 h 6717"/>
                        <a:gd name="connsiteX6" fmla="*/ 32957 w 40767"/>
                        <a:gd name="connsiteY6" fmla="*/ 1479 h 6717"/>
                        <a:gd name="connsiteX7" fmla="*/ 27718 w 40767"/>
                        <a:gd name="connsiteY7" fmla="*/ 1383 h 6717"/>
                        <a:gd name="connsiteX8" fmla="*/ 14478 w 40767"/>
                        <a:gd name="connsiteY8" fmla="*/ 2336 h 6717"/>
                        <a:gd name="connsiteX9" fmla="*/ 0 w 40767"/>
                        <a:gd name="connsiteY9" fmla="*/ 6717 h 6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0767" h="6717">
                          <a:moveTo>
                            <a:pt x="0" y="6717"/>
                          </a:moveTo>
                          <a:cubicBezTo>
                            <a:pt x="0" y="6717"/>
                            <a:pt x="2953" y="2907"/>
                            <a:pt x="9811" y="1098"/>
                          </a:cubicBezTo>
                          <a:cubicBezTo>
                            <a:pt x="13240" y="50"/>
                            <a:pt x="17431" y="50"/>
                            <a:pt x="22670" y="50"/>
                          </a:cubicBezTo>
                          <a:cubicBezTo>
                            <a:pt x="25337" y="-45"/>
                            <a:pt x="28099" y="-45"/>
                            <a:pt x="31052" y="431"/>
                          </a:cubicBezTo>
                          <a:cubicBezTo>
                            <a:pt x="33909" y="1193"/>
                            <a:pt x="37433" y="431"/>
                            <a:pt x="40767" y="1098"/>
                          </a:cubicBezTo>
                          <a:cubicBezTo>
                            <a:pt x="40767" y="1098"/>
                            <a:pt x="39434" y="1002"/>
                            <a:pt x="37148" y="1098"/>
                          </a:cubicBezTo>
                          <a:cubicBezTo>
                            <a:pt x="36005" y="1193"/>
                            <a:pt x="34576" y="1288"/>
                            <a:pt x="32957" y="1479"/>
                          </a:cubicBezTo>
                          <a:cubicBezTo>
                            <a:pt x="31433" y="1479"/>
                            <a:pt x="29623" y="1288"/>
                            <a:pt x="27718" y="1383"/>
                          </a:cubicBezTo>
                          <a:cubicBezTo>
                            <a:pt x="23908" y="1479"/>
                            <a:pt x="19050" y="2240"/>
                            <a:pt x="14478" y="2336"/>
                          </a:cubicBezTo>
                          <a:cubicBezTo>
                            <a:pt x="9811" y="2907"/>
                            <a:pt x="4763" y="4146"/>
                            <a:pt x="0" y="671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08" name="Forme libre : forme 15407">
                      <a:extLst>
                        <a:ext uri="{FF2B5EF4-FFF2-40B4-BE49-F238E27FC236}">
                          <a16:creationId xmlns:a16="http://schemas.microsoft.com/office/drawing/2014/main" id="{5060D235-A2B8-479C-8853-AD69BCDAF5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8065" y="3431666"/>
                      <a:ext cx="39832" cy="42100"/>
                    </a:xfrm>
                    <a:custGeom>
                      <a:avLst/>
                      <a:gdLst>
                        <a:gd name="connsiteX0" fmla="*/ 0 w 39832"/>
                        <a:gd name="connsiteY0" fmla="*/ 42101 h 42100"/>
                        <a:gd name="connsiteX1" fmla="*/ 7811 w 39832"/>
                        <a:gd name="connsiteY1" fmla="*/ 39434 h 42100"/>
                        <a:gd name="connsiteX2" fmla="*/ 23431 w 39832"/>
                        <a:gd name="connsiteY2" fmla="*/ 30480 h 42100"/>
                        <a:gd name="connsiteX3" fmla="*/ 36576 w 39832"/>
                        <a:gd name="connsiteY3" fmla="*/ 16478 h 42100"/>
                        <a:gd name="connsiteX4" fmla="*/ 39053 w 39832"/>
                        <a:gd name="connsiteY4" fmla="*/ 0 h 42100"/>
                        <a:gd name="connsiteX5" fmla="*/ 35433 w 39832"/>
                        <a:gd name="connsiteY5" fmla="*/ 13811 h 42100"/>
                        <a:gd name="connsiteX6" fmla="*/ 24479 w 39832"/>
                        <a:gd name="connsiteY6" fmla="*/ 27813 h 42100"/>
                        <a:gd name="connsiteX7" fmla="*/ 14288 w 39832"/>
                        <a:gd name="connsiteY7" fmla="*/ 35243 h 42100"/>
                        <a:gd name="connsiteX8" fmla="*/ 7811 w 39832"/>
                        <a:gd name="connsiteY8" fmla="*/ 38957 h 42100"/>
                        <a:gd name="connsiteX9" fmla="*/ 0 w 39832"/>
                        <a:gd name="connsiteY9" fmla="*/ 42101 h 42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9832" h="42100">
                          <a:moveTo>
                            <a:pt x="0" y="42101"/>
                          </a:moveTo>
                          <a:cubicBezTo>
                            <a:pt x="0" y="42101"/>
                            <a:pt x="3143" y="41148"/>
                            <a:pt x="7811" y="39434"/>
                          </a:cubicBezTo>
                          <a:cubicBezTo>
                            <a:pt x="12192" y="37338"/>
                            <a:pt x="18002" y="34290"/>
                            <a:pt x="23431" y="30480"/>
                          </a:cubicBezTo>
                          <a:cubicBezTo>
                            <a:pt x="28575" y="26384"/>
                            <a:pt x="33528" y="21622"/>
                            <a:pt x="36576" y="16478"/>
                          </a:cubicBezTo>
                          <a:cubicBezTo>
                            <a:pt x="39529" y="11144"/>
                            <a:pt x="40767" y="5620"/>
                            <a:pt x="39053" y="0"/>
                          </a:cubicBezTo>
                          <a:cubicBezTo>
                            <a:pt x="39053" y="0"/>
                            <a:pt x="39529" y="5334"/>
                            <a:pt x="35433" y="13811"/>
                          </a:cubicBezTo>
                          <a:cubicBezTo>
                            <a:pt x="33338" y="17907"/>
                            <a:pt x="29813" y="22670"/>
                            <a:pt x="24479" y="27813"/>
                          </a:cubicBezTo>
                          <a:cubicBezTo>
                            <a:pt x="21812" y="30480"/>
                            <a:pt x="18288" y="32766"/>
                            <a:pt x="14288" y="35243"/>
                          </a:cubicBezTo>
                          <a:cubicBezTo>
                            <a:pt x="12287" y="36481"/>
                            <a:pt x="10096" y="37719"/>
                            <a:pt x="7811" y="38957"/>
                          </a:cubicBezTo>
                          <a:cubicBezTo>
                            <a:pt x="5524" y="40100"/>
                            <a:pt x="2857" y="41053"/>
                            <a:pt x="0" y="421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09" name="Forme libre : forme 15408">
                      <a:extLst>
                        <a:ext uri="{FF2B5EF4-FFF2-40B4-BE49-F238E27FC236}">
                          <a16:creationId xmlns:a16="http://schemas.microsoft.com/office/drawing/2014/main" id="{0D09F58C-1587-4F69-9E47-125F30B377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5095" y="3446022"/>
                      <a:ext cx="26291" cy="10556"/>
                    </a:xfrm>
                    <a:custGeom>
                      <a:avLst/>
                      <a:gdLst>
                        <a:gd name="connsiteX0" fmla="*/ 581 w 26291"/>
                        <a:gd name="connsiteY0" fmla="*/ 599 h 10556"/>
                        <a:gd name="connsiteX1" fmla="*/ 6487 w 26291"/>
                        <a:gd name="connsiteY1" fmla="*/ 123 h 10556"/>
                        <a:gd name="connsiteX2" fmla="*/ 16012 w 26291"/>
                        <a:gd name="connsiteY2" fmla="*/ 2028 h 10556"/>
                        <a:gd name="connsiteX3" fmla="*/ 24108 w 26291"/>
                        <a:gd name="connsiteY3" fmla="*/ 5076 h 10556"/>
                        <a:gd name="connsiteX4" fmla="*/ 26013 w 26291"/>
                        <a:gd name="connsiteY4" fmla="*/ 8410 h 10556"/>
                        <a:gd name="connsiteX5" fmla="*/ 20012 w 26291"/>
                        <a:gd name="connsiteY5" fmla="*/ 10505 h 10556"/>
                        <a:gd name="connsiteX6" fmla="*/ 9630 w 26291"/>
                        <a:gd name="connsiteY6" fmla="*/ 8790 h 10556"/>
                        <a:gd name="connsiteX7" fmla="*/ 1629 w 26291"/>
                        <a:gd name="connsiteY7" fmla="*/ 4504 h 10556"/>
                        <a:gd name="connsiteX8" fmla="*/ 581 w 26291"/>
                        <a:gd name="connsiteY8" fmla="*/ 599 h 105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291" h="10556">
                          <a:moveTo>
                            <a:pt x="581" y="599"/>
                          </a:moveTo>
                          <a:cubicBezTo>
                            <a:pt x="1629" y="-258"/>
                            <a:pt x="3629" y="28"/>
                            <a:pt x="6487" y="123"/>
                          </a:cubicBezTo>
                          <a:cubicBezTo>
                            <a:pt x="9249" y="218"/>
                            <a:pt x="12582" y="885"/>
                            <a:pt x="16012" y="2028"/>
                          </a:cubicBezTo>
                          <a:cubicBezTo>
                            <a:pt x="19345" y="3361"/>
                            <a:pt x="22298" y="3933"/>
                            <a:pt x="24108" y="5076"/>
                          </a:cubicBezTo>
                          <a:cubicBezTo>
                            <a:pt x="25917" y="6123"/>
                            <a:pt x="26775" y="7362"/>
                            <a:pt x="26013" y="8410"/>
                          </a:cubicBezTo>
                          <a:cubicBezTo>
                            <a:pt x="25251" y="9457"/>
                            <a:pt x="22965" y="10219"/>
                            <a:pt x="20012" y="10505"/>
                          </a:cubicBezTo>
                          <a:cubicBezTo>
                            <a:pt x="16964" y="10791"/>
                            <a:pt x="13249" y="9838"/>
                            <a:pt x="9630" y="8790"/>
                          </a:cubicBezTo>
                          <a:cubicBezTo>
                            <a:pt x="6010" y="7552"/>
                            <a:pt x="3153" y="6314"/>
                            <a:pt x="1629" y="4504"/>
                          </a:cubicBezTo>
                          <a:cubicBezTo>
                            <a:pt x="-86" y="2695"/>
                            <a:pt x="-467" y="1361"/>
                            <a:pt x="581" y="59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10" name="Forme libre : forme 15409">
                      <a:extLst>
                        <a:ext uri="{FF2B5EF4-FFF2-40B4-BE49-F238E27FC236}">
                          <a16:creationId xmlns:a16="http://schemas.microsoft.com/office/drawing/2014/main" id="{06B1515A-202A-404E-B0E3-AEED6C5366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1706" y="3445400"/>
                      <a:ext cx="7056" cy="4155"/>
                    </a:xfrm>
                    <a:custGeom>
                      <a:avLst/>
                      <a:gdLst>
                        <a:gd name="connsiteX0" fmla="*/ 65 w 7056"/>
                        <a:gd name="connsiteY0" fmla="*/ 935 h 4155"/>
                        <a:gd name="connsiteX1" fmla="*/ 4065 w 7056"/>
                        <a:gd name="connsiteY1" fmla="*/ 363 h 4155"/>
                        <a:gd name="connsiteX2" fmla="*/ 7018 w 7056"/>
                        <a:gd name="connsiteY2" fmla="*/ 3221 h 4155"/>
                        <a:gd name="connsiteX3" fmla="*/ 3018 w 7056"/>
                        <a:gd name="connsiteY3" fmla="*/ 3792 h 4155"/>
                        <a:gd name="connsiteX4" fmla="*/ 65 w 7056"/>
                        <a:gd name="connsiteY4" fmla="*/ 935 h 4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56" h="4155">
                          <a:moveTo>
                            <a:pt x="65" y="935"/>
                          </a:moveTo>
                          <a:cubicBezTo>
                            <a:pt x="351" y="-18"/>
                            <a:pt x="2161" y="-303"/>
                            <a:pt x="4065" y="363"/>
                          </a:cubicBezTo>
                          <a:cubicBezTo>
                            <a:pt x="5970" y="1030"/>
                            <a:pt x="7304" y="2268"/>
                            <a:pt x="7018" y="3221"/>
                          </a:cubicBezTo>
                          <a:cubicBezTo>
                            <a:pt x="6732" y="4173"/>
                            <a:pt x="5018" y="4459"/>
                            <a:pt x="3018" y="3792"/>
                          </a:cubicBezTo>
                          <a:cubicBezTo>
                            <a:pt x="1017" y="3221"/>
                            <a:pt x="-316" y="1887"/>
                            <a:pt x="65" y="9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11" name="Forme libre : forme 15410">
                      <a:extLst>
                        <a:ext uri="{FF2B5EF4-FFF2-40B4-BE49-F238E27FC236}">
                          <a16:creationId xmlns:a16="http://schemas.microsoft.com/office/drawing/2014/main" id="{F37155DC-37E8-4839-BB88-0CD232A39B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9873" y="3427893"/>
                      <a:ext cx="62108" cy="47873"/>
                    </a:xfrm>
                    <a:custGeom>
                      <a:avLst/>
                      <a:gdLst>
                        <a:gd name="connsiteX0" fmla="*/ 275 w 62108"/>
                        <a:gd name="connsiteY0" fmla="*/ 18061 h 47873"/>
                        <a:gd name="connsiteX1" fmla="*/ 5133 w 62108"/>
                        <a:gd name="connsiteY1" fmla="*/ 1868 h 47873"/>
                        <a:gd name="connsiteX2" fmla="*/ 11896 w 62108"/>
                        <a:gd name="connsiteY2" fmla="*/ 1011 h 47873"/>
                        <a:gd name="connsiteX3" fmla="*/ 16658 w 62108"/>
                        <a:gd name="connsiteY3" fmla="*/ 7583 h 47873"/>
                        <a:gd name="connsiteX4" fmla="*/ 18849 w 62108"/>
                        <a:gd name="connsiteY4" fmla="*/ 17679 h 47873"/>
                        <a:gd name="connsiteX5" fmla="*/ 25707 w 62108"/>
                        <a:gd name="connsiteY5" fmla="*/ 27871 h 47873"/>
                        <a:gd name="connsiteX6" fmla="*/ 33994 w 62108"/>
                        <a:gd name="connsiteY6" fmla="*/ 32729 h 47873"/>
                        <a:gd name="connsiteX7" fmla="*/ 47519 w 62108"/>
                        <a:gd name="connsiteY7" fmla="*/ 37968 h 47873"/>
                        <a:gd name="connsiteX8" fmla="*/ 59235 w 62108"/>
                        <a:gd name="connsiteY8" fmla="*/ 41873 h 47873"/>
                        <a:gd name="connsiteX9" fmla="*/ 61140 w 62108"/>
                        <a:gd name="connsiteY9" fmla="*/ 45493 h 47873"/>
                        <a:gd name="connsiteX10" fmla="*/ 51234 w 62108"/>
                        <a:gd name="connsiteY10" fmla="*/ 47874 h 47873"/>
                        <a:gd name="connsiteX11" fmla="*/ 36280 w 62108"/>
                        <a:gd name="connsiteY11" fmla="*/ 46064 h 47873"/>
                        <a:gd name="connsiteX12" fmla="*/ 21802 w 62108"/>
                        <a:gd name="connsiteY12" fmla="*/ 40825 h 47873"/>
                        <a:gd name="connsiteX13" fmla="*/ 12277 w 62108"/>
                        <a:gd name="connsiteY13" fmla="*/ 35301 h 47873"/>
                        <a:gd name="connsiteX14" fmla="*/ 275 w 62108"/>
                        <a:gd name="connsiteY14" fmla="*/ 18061 h 47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2108" h="47873">
                          <a:moveTo>
                            <a:pt x="275" y="18061"/>
                          </a:moveTo>
                          <a:cubicBezTo>
                            <a:pt x="-868" y="11012"/>
                            <a:pt x="1704" y="6059"/>
                            <a:pt x="5133" y="1868"/>
                          </a:cubicBezTo>
                          <a:cubicBezTo>
                            <a:pt x="6371" y="344"/>
                            <a:pt x="8848" y="-989"/>
                            <a:pt x="11896" y="1011"/>
                          </a:cubicBezTo>
                          <a:cubicBezTo>
                            <a:pt x="14658" y="3011"/>
                            <a:pt x="16087" y="5392"/>
                            <a:pt x="16658" y="7583"/>
                          </a:cubicBezTo>
                          <a:cubicBezTo>
                            <a:pt x="17420" y="10917"/>
                            <a:pt x="17801" y="14155"/>
                            <a:pt x="18849" y="17679"/>
                          </a:cubicBezTo>
                          <a:cubicBezTo>
                            <a:pt x="19897" y="21204"/>
                            <a:pt x="21516" y="24823"/>
                            <a:pt x="25707" y="27871"/>
                          </a:cubicBezTo>
                          <a:cubicBezTo>
                            <a:pt x="26945" y="28919"/>
                            <a:pt x="30089" y="30634"/>
                            <a:pt x="33994" y="32729"/>
                          </a:cubicBezTo>
                          <a:cubicBezTo>
                            <a:pt x="37899" y="34920"/>
                            <a:pt x="42947" y="36063"/>
                            <a:pt x="47519" y="37968"/>
                          </a:cubicBezTo>
                          <a:cubicBezTo>
                            <a:pt x="52186" y="39873"/>
                            <a:pt x="56473" y="40825"/>
                            <a:pt x="59235" y="41873"/>
                          </a:cubicBezTo>
                          <a:cubicBezTo>
                            <a:pt x="61997" y="43016"/>
                            <a:pt x="63045" y="44159"/>
                            <a:pt x="61140" y="45493"/>
                          </a:cubicBezTo>
                          <a:cubicBezTo>
                            <a:pt x="59140" y="46731"/>
                            <a:pt x="55615" y="47683"/>
                            <a:pt x="51234" y="47874"/>
                          </a:cubicBezTo>
                          <a:cubicBezTo>
                            <a:pt x="46757" y="47778"/>
                            <a:pt x="41518" y="47112"/>
                            <a:pt x="36280" y="46064"/>
                          </a:cubicBezTo>
                          <a:cubicBezTo>
                            <a:pt x="31041" y="45111"/>
                            <a:pt x="26088" y="42635"/>
                            <a:pt x="21802" y="40825"/>
                          </a:cubicBezTo>
                          <a:cubicBezTo>
                            <a:pt x="17420" y="39016"/>
                            <a:pt x="14086" y="37015"/>
                            <a:pt x="12277" y="35301"/>
                          </a:cubicBezTo>
                          <a:cubicBezTo>
                            <a:pt x="5228" y="29205"/>
                            <a:pt x="847" y="23585"/>
                            <a:pt x="275" y="180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16" name="Graphique 1">
                    <a:extLst>
                      <a:ext uri="{FF2B5EF4-FFF2-40B4-BE49-F238E27FC236}">
                        <a16:creationId xmlns:a16="http://schemas.microsoft.com/office/drawing/2014/main" id="{22B64129-E466-4523-8521-C7F3842FA92E}"/>
                      </a:ext>
                    </a:extLst>
                  </p:cNvPr>
                  <p:cNvGrpSpPr/>
                  <p:nvPr/>
                </p:nvGrpSpPr>
                <p:grpSpPr>
                  <a:xfrm>
                    <a:off x="4115074" y="3283928"/>
                    <a:ext cx="92330" cy="148779"/>
                    <a:chOff x="4115074" y="3283928"/>
                    <a:chExt cx="92330" cy="148779"/>
                  </a:xfrm>
                  <a:solidFill>
                    <a:schemeClr val="accent1"/>
                  </a:solidFill>
                </p:grpSpPr>
                <p:sp>
                  <p:nvSpPr>
                    <p:cNvPr id="15388" name="Forme libre : forme 15387">
                      <a:extLst>
                        <a:ext uri="{FF2B5EF4-FFF2-40B4-BE49-F238E27FC236}">
                          <a16:creationId xmlns:a16="http://schemas.microsoft.com/office/drawing/2014/main" id="{9E40536A-8EB2-41F6-AC06-6FA1B65648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5074" y="3283928"/>
                      <a:ext cx="92330" cy="148779"/>
                    </a:xfrm>
                    <a:custGeom>
                      <a:avLst/>
                      <a:gdLst>
                        <a:gd name="connsiteX0" fmla="*/ 69166 w 92330"/>
                        <a:gd name="connsiteY0" fmla="*/ 40963 h 148779"/>
                        <a:gd name="connsiteX1" fmla="*/ 74786 w 92330"/>
                        <a:gd name="connsiteY1" fmla="*/ 64013 h 148779"/>
                        <a:gd name="connsiteX2" fmla="*/ 83073 w 92330"/>
                        <a:gd name="connsiteY2" fmla="*/ 84968 h 148779"/>
                        <a:gd name="connsiteX3" fmla="*/ 86121 w 92330"/>
                        <a:gd name="connsiteY3" fmla="*/ 91731 h 148779"/>
                        <a:gd name="connsiteX4" fmla="*/ 88502 w 92330"/>
                        <a:gd name="connsiteY4" fmla="*/ 98113 h 148779"/>
                        <a:gd name="connsiteX5" fmla="*/ 91550 w 92330"/>
                        <a:gd name="connsiteY5" fmla="*/ 110305 h 148779"/>
                        <a:gd name="connsiteX6" fmla="*/ 87931 w 92330"/>
                        <a:gd name="connsiteY6" fmla="*/ 131165 h 148779"/>
                        <a:gd name="connsiteX7" fmla="*/ 75453 w 92330"/>
                        <a:gd name="connsiteY7" fmla="*/ 144785 h 148779"/>
                        <a:gd name="connsiteX8" fmla="*/ 52212 w 92330"/>
                        <a:gd name="connsiteY8" fmla="*/ 145738 h 148779"/>
                        <a:gd name="connsiteX9" fmla="*/ 36210 w 92330"/>
                        <a:gd name="connsiteY9" fmla="*/ 134403 h 148779"/>
                        <a:gd name="connsiteX10" fmla="*/ 28876 w 92330"/>
                        <a:gd name="connsiteY10" fmla="*/ 125831 h 148779"/>
                        <a:gd name="connsiteX11" fmla="*/ 22684 w 92330"/>
                        <a:gd name="connsiteY11" fmla="*/ 115829 h 148779"/>
                        <a:gd name="connsiteX12" fmla="*/ 9826 w 92330"/>
                        <a:gd name="connsiteY12" fmla="*/ 85064 h 148779"/>
                        <a:gd name="connsiteX13" fmla="*/ 1634 w 92330"/>
                        <a:gd name="connsiteY13" fmla="*/ 54012 h 148779"/>
                        <a:gd name="connsiteX14" fmla="*/ 3825 w 92330"/>
                        <a:gd name="connsiteY14" fmla="*/ 16103 h 148779"/>
                        <a:gd name="connsiteX15" fmla="*/ 20780 w 92330"/>
                        <a:gd name="connsiteY15" fmla="*/ 482 h 148779"/>
                        <a:gd name="connsiteX16" fmla="*/ 39925 w 92330"/>
                        <a:gd name="connsiteY16" fmla="*/ 5 h 148779"/>
                        <a:gd name="connsiteX17" fmla="*/ 58213 w 92330"/>
                        <a:gd name="connsiteY17" fmla="*/ 12293 h 148779"/>
                        <a:gd name="connsiteX18" fmla="*/ 69166 w 92330"/>
                        <a:gd name="connsiteY18" fmla="*/ 40963 h 148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92330" h="148779">
                          <a:moveTo>
                            <a:pt x="69166" y="40963"/>
                          </a:moveTo>
                          <a:cubicBezTo>
                            <a:pt x="70595" y="48869"/>
                            <a:pt x="72500" y="56679"/>
                            <a:pt x="74786" y="64013"/>
                          </a:cubicBezTo>
                          <a:cubicBezTo>
                            <a:pt x="77072" y="71443"/>
                            <a:pt x="79930" y="78396"/>
                            <a:pt x="83073" y="84968"/>
                          </a:cubicBezTo>
                          <a:cubicBezTo>
                            <a:pt x="84311" y="87159"/>
                            <a:pt x="85264" y="89445"/>
                            <a:pt x="86121" y="91731"/>
                          </a:cubicBezTo>
                          <a:cubicBezTo>
                            <a:pt x="87073" y="93827"/>
                            <a:pt x="87931" y="95922"/>
                            <a:pt x="88502" y="98113"/>
                          </a:cubicBezTo>
                          <a:cubicBezTo>
                            <a:pt x="90026" y="102209"/>
                            <a:pt x="90503" y="106304"/>
                            <a:pt x="91550" y="110305"/>
                          </a:cubicBezTo>
                          <a:cubicBezTo>
                            <a:pt x="93170" y="118306"/>
                            <a:pt x="92407" y="126212"/>
                            <a:pt x="87931" y="131165"/>
                          </a:cubicBezTo>
                          <a:lnTo>
                            <a:pt x="75453" y="144785"/>
                          </a:lnTo>
                          <a:cubicBezTo>
                            <a:pt x="70976" y="149738"/>
                            <a:pt x="62690" y="150119"/>
                            <a:pt x="52212" y="145738"/>
                          </a:cubicBezTo>
                          <a:cubicBezTo>
                            <a:pt x="46973" y="143833"/>
                            <a:pt x="41544" y="139451"/>
                            <a:pt x="36210" y="134403"/>
                          </a:cubicBezTo>
                          <a:cubicBezTo>
                            <a:pt x="33733" y="131831"/>
                            <a:pt x="31257" y="128974"/>
                            <a:pt x="28876" y="125831"/>
                          </a:cubicBezTo>
                          <a:cubicBezTo>
                            <a:pt x="26685" y="122687"/>
                            <a:pt x="24685" y="119354"/>
                            <a:pt x="22684" y="115829"/>
                          </a:cubicBezTo>
                          <a:cubicBezTo>
                            <a:pt x="17541" y="105733"/>
                            <a:pt x="13159" y="95446"/>
                            <a:pt x="9826" y="85064"/>
                          </a:cubicBezTo>
                          <a:cubicBezTo>
                            <a:pt x="6302" y="74681"/>
                            <a:pt x="3634" y="64299"/>
                            <a:pt x="1634" y="54012"/>
                          </a:cubicBezTo>
                          <a:cubicBezTo>
                            <a:pt x="-1319" y="39439"/>
                            <a:pt x="-80" y="25723"/>
                            <a:pt x="3825" y="16103"/>
                          </a:cubicBezTo>
                          <a:cubicBezTo>
                            <a:pt x="7635" y="6387"/>
                            <a:pt x="13826" y="577"/>
                            <a:pt x="20780" y="482"/>
                          </a:cubicBezTo>
                          <a:lnTo>
                            <a:pt x="39925" y="5"/>
                          </a:lnTo>
                          <a:cubicBezTo>
                            <a:pt x="46878" y="-185"/>
                            <a:pt x="53165" y="4768"/>
                            <a:pt x="58213" y="12293"/>
                          </a:cubicBezTo>
                          <a:cubicBezTo>
                            <a:pt x="63261" y="19817"/>
                            <a:pt x="67071" y="29914"/>
                            <a:pt x="69166" y="4096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89" name="Forme libre : forme 15388">
                      <a:extLst>
                        <a:ext uri="{FF2B5EF4-FFF2-40B4-BE49-F238E27FC236}">
                          <a16:creationId xmlns:a16="http://schemas.microsoft.com/office/drawing/2014/main" id="{1EC6C934-6E4E-4F1C-B016-84C439ACD6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4523" y="3283932"/>
                      <a:ext cx="52881" cy="137066"/>
                    </a:xfrm>
                    <a:custGeom>
                      <a:avLst/>
                      <a:gdLst>
                        <a:gd name="connsiteX0" fmla="*/ 19907 w 52881"/>
                        <a:gd name="connsiteY0" fmla="*/ 86870 h 137066"/>
                        <a:gd name="connsiteX1" fmla="*/ 34195 w 52881"/>
                        <a:gd name="connsiteY1" fmla="*/ 112968 h 137066"/>
                        <a:gd name="connsiteX2" fmla="*/ 43148 w 52881"/>
                        <a:gd name="connsiteY2" fmla="*/ 137066 h 137066"/>
                        <a:gd name="connsiteX3" fmla="*/ 48482 w 52881"/>
                        <a:gd name="connsiteY3" fmla="*/ 131161 h 137066"/>
                        <a:gd name="connsiteX4" fmla="*/ 52102 w 52881"/>
                        <a:gd name="connsiteY4" fmla="*/ 110301 h 137066"/>
                        <a:gd name="connsiteX5" fmla="*/ 49054 w 52881"/>
                        <a:gd name="connsiteY5" fmla="*/ 98109 h 137066"/>
                        <a:gd name="connsiteX6" fmla="*/ 46672 w 52881"/>
                        <a:gd name="connsiteY6" fmla="*/ 91727 h 137066"/>
                        <a:gd name="connsiteX7" fmla="*/ 43625 w 52881"/>
                        <a:gd name="connsiteY7" fmla="*/ 84965 h 137066"/>
                        <a:gd name="connsiteX8" fmla="*/ 35338 w 52881"/>
                        <a:gd name="connsiteY8" fmla="*/ 64009 h 137066"/>
                        <a:gd name="connsiteX9" fmla="*/ 29718 w 52881"/>
                        <a:gd name="connsiteY9" fmla="*/ 40959 h 137066"/>
                        <a:gd name="connsiteX10" fmla="*/ 18860 w 52881"/>
                        <a:gd name="connsiteY10" fmla="*/ 12289 h 137066"/>
                        <a:gd name="connsiteX11" fmla="*/ 571 w 52881"/>
                        <a:gd name="connsiteY11" fmla="*/ 1 h 137066"/>
                        <a:gd name="connsiteX12" fmla="*/ 0 w 52881"/>
                        <a:gd name="connsiteY12" fmla="*/ 1 h 137066"/>
                        <a:gd name="connsiteX13" fmla="*/ 1810 w 52881"/>
                        <a:gd name="connsiteY13" fmla="*/ 22862 h 137066"/>
                        <a:gd name="connsiteX14" fmla="*/ 4953 w 52881"/>
                        <a:gd name="connsiteY14" fmla="*/ 45150 h 137066"/>
                        <a:gd name="connsiteX15" fmla="*/ 19907 w 52881"/>
                        <a:gd name="connsiteY15" fmla="*/ 86870 h 1370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52881" h="137066">
                          <a:moveTo>
                            <a:pt x="19907" y="86870"/>
                          </a:moveTo>
                          <a:cubicBezTo>
                            <a:pt x="25241" y="95918"/>
                            <a:pt x="30289" y="104586"/>
                            <a:pt x="34195" y="112968"/>
                          </a:cubicBezTo>
                          <a:cubicBezTo>
                            <a:pt x="38005" y="121445"/>
                            <a:pt x="42196" y="129160"/>
                            <a:pt x="43148" y="137066"/>
                          </a:cubicBezTo>
                          <a:lnTo>
                            <a:pt x="48482" y="131161"/>
                          </a:lnTo>
                          <a:cubicBezTo>
                            <a:pt x="52959" y="126208"/>
                            <a:pt x="53721" y="118207"/>
                            <a:pt x="52102" y="110301"/>
                          </a:cubicBezTo>
                          <a:cubicBezTo>
                            <a:pt x="51054" y="106300"/>
                            <a:pt x="50578" y="102205"/>
                            <a:pt x="49054" y="98109"/>
                          </a:cubicBezTo>
                          <a:cubicBezTo>
                            <a:pt x="48387" y="95918"/>
                            <a:pt x="47625" y="93823"/>
                            <a:pt x="46672" y="91727"/>
                          </a:cubicBezTo>
                          <a:cubicBezTo>
                            <a:pt x="45815" y="89441"/>
                            <a:pt x="44863" y="87155"/>
                            <a:pt x="43625" y="84965"/>
                          </a:cubicBezTo>
                          <a:cubicBezTo>
                            <a:pt x="40481" y="78392"/>
                            <a:pt x="37624" y="71439"/>
                            <a:pt x="35338" y="64009"/>
                          </a:cubicBezTo>
                          <a:cubicBezTo>
                            <a:pt x="32956" y="56675"/>
                            <a:pt x="31147" y="48865"/>
                            <a:pt x="29718" y="40959"/>
                          </a:cubicBezTo>
                          <a:cubicBezTo>
                            <a:pt x="27718" y="29815"/>
                            <a:pt x="23813" y="19814"/>
                            <a:pt x="18860" y="12289"/>
                          </a:cubicBezTo>
                          <a:cubicBezTo>
                            <a:pt x="13811" y="4764"/>
                            <a:pt x="7525" y="-94"/>
                            <a:pt x="571" y="1"/>
                          </a:cubicBezTo>
                          <a:lnTo>
                            <a:pt x="0" y="1"/>
                          </a:lnTo>
                          <a:cubicBezTo>
                            <a:pt x="476" y="7717"/>
                            <a:pt x="1048" y="15337"/>
                            <a:pt x="1810" y="22862"/>
                          </a:cubicBezTo>
                          <a:cubicBezTo>
                            <a:pt x="2477" y="30386"/>
                            <a:pt x="3524" y="37816"/>
                            <a:pt x="4953" y="45150"/>
                          </a:cubicBezTo>
                          <a:cubicBezTo>
                            <a:pt x="7620" y="59914"/>
                            <a:pt x="12097" y="74297"/>
                            <a:pt x="19907" y="8687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90" name="Forme libre : forme 15389">
                      <a:extLst>
                        <a:ext uri="{FF2B5EF4-FFF2-40B4-BE49-F238E27FC236}">
                          <a16:creationId xmlns:a16="http://schemas.microsoft.com/office/drawing/2014/main" id="{2BCED2E2-7F50-40D0-9987-780E156B16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1133" y="3315043"/>
                      <a:ext cx="31016" cy="66057"/>
                    </a:xfrm>
                    <a:custGeom>
                      <a:avLst/>
                      <a:gdLst>
                        <a:gd name="connsiteX0" fmla="*/ 8246 w 31016"/>
                        <a:gd name="connsiteY0" fmla="*/ 38 h 66057"/>
                        <a:gd name="connsiteX1" fmla="*/ 27392 w 31016"/>
                        <a:gd name="connsiteY1" fmla="*/ 30137 h 66057"/>
                        <a:gd name="connsiteX2" fmla="*/ 31011 w 31016"/>
                        <a:gd name="connsiteY2" fmla="*/ 52997 h 66057"/>
                        <a:gd name="connsiteX3" fmla="*/ 26725 w 31016"/>
                        <a:gd name="connsiteY3" fmla="*/ 65570 h 66057"/>
                        <a:gd name="connsiteX4" fmla="*/ 14247 w 31016"/>
                        <a:gd name="connsiteY4" fmla="*/ 59950 h 66057"/>
                        <a:gd name="connsiteX5" fmla="*/ 2436 w 31016"/>
                        <a:gd name="connsiteY5" fmla="*/ 37090 h 66057"/>
                        <a:gd name="connsiteX6" fmla="*/ 8246 w 31016"/>
                        <a:gd name="connsiteY6" fmla="*/ 38 h 660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016" h="66057">
                          <a:moveTo>
                            <a:pt x="8246" y="38"/>
                          </a:moveTo>
                          <a:cubicBezTo>
                            <a:pt x="15581" y="-820"/>
                            <a:pt x="22820" y="13087"/>
                            <a:pt x="27392" y="30137"/>
                          </a:cubicBezTo>
                          <a:cubicBezTo>
                            <a:pt x="29678" y="38709"/>
                            <a:pt x="31011" y="46615"/>
                            <a:pt x="31011" y="52997"/>
                          </a:cubicBezTo>
                          <a:cubicBezTo>
                            <a:pt x="31107" y="59188"/>
                            <a:pt x="29868" y="63950"/>
                            <a:pt x="26725" y="65570"/>
                          </a:cubicBezTo>
                          <a:cubicBezTo>
                            <a:pt x="23582" y="67093"/>
                            <a:pt x="18915" y="64998"/>
                            <a:pt x="14247" y="59950"/>
                          </a:cubicBezTo>
                          <a:cubicBezTo>
                            <a:pt x="9675" y="54806"/>
                            <a:pt x="5103" y="46710"/>
                            <a:pt x="2436" y="37090"/>
                          </a:cubicBezTo>
                          <a:cubicBezTo>
                            <a:pt x="-2898" y="17468"/>
                            <a:pt x="1198" y="799"/>
                            <a:pt x="8246" y="3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91" name="Forme libre : forme 15390">
                      <a:extLst>
                        <a:ext uri="{FF2B5EF4-FFF2-40B4-BE49-F238E27FC236}">
                          <a16:creationId xmlns:a16="http://schemas.microsoft.com/office/drawing/2014/main" id="{6292FC12-9007-483F-9585-26A9B35F19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1951" y="3331273"/>
                      <a:ext cx="20116" cy="49734"/>
                    </a:xfrm>
                    <a:custGeom>
                      <a:avLst/>
                      <a:gdLst>
                        <a:gd name="connsiteX0" fmla="*/ 0 w 20116"/>
                        <a:gd name="connsiteY0" fmla="*/ 39243 h 49734"/>
                        <a:gd name="connsiteX1" fmla="*/ 15812 w 20116"/>
                        <a:gd name="connsiteY1" fmla="*/ 49244 h 49734"/>
                        <a:gd name="connsiteX2" fmla="*/ 20098 w 20116"/>
                        <a:gd name="connsiteY2" fmla="*/ 36671 h 49734"/>
                        <a:gd name="connsiteX3" fmla="*/ 16478 w 20116"/>
                        <a:gd name="connsiteY3" fmla="*/ 13811 h 49734"/>
                        <a:gd name="connsiteX4" fmla="*/ 11811 w 20116"/>
                        <a:gd name="connsiteY4" fmla="*/ 0 h 49734"/>
                        <a:gd name="connsiteX5" fmla="*/ 12668 w 20116"/>
                        <a:gd name="connsiteY5" fmla="*/ 8096 h 49734"/>
                        <a:gd name="connsiteX6" fmla="*/ 9239 w 20116"/>
                        <a:gd name="connsiteY6" fmla="*/ 28385 h 49734"/>
                        <a:gd name="connsiteX7" fmla="*/ 0 w 20116"/>
                        <a:gd name="connsiteY7" fmla="*/ 39243 h 49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116" h="49734">
                          <a:moveTo>
                            <a:pt x="0" y="39243"/>
                          </a:moveTo>
                          <a:cubicBezTo>
                            <a:pt x="5429" y="47435"/>
                            <a:pt x="12097" y="51149"/>
                            <a:pt x="15812" y="49244"/>
                          </a:cubicBezTo>
                          <a:cubicBezTo>
                            <a:pt x="19050" y="47625"/>
                            <a:pt x="20288" y="42958"/>
                            <a:pt x="20098" y="36671"/>
                          </a:cubicBezTo>
                          <a:cubicBezTo>
                            <a:pt x="20098" y="30290"/>
                            <a:pt x="18764" y="22384"/>
                            <a:pt x="16478" y="13811"/>
                          </a:cubicBezTo>
                          <a:cubicBezTo>
                            <a:pt x="15240" y="8763"/>
                            <a:pt x="13430" y="4191"/>
                            <a:pt x="11811" y="0"/>
                          </a:cubicBezTo>
                          <a:cubicBezTo>
                            <a:pt x="12287" y="2667"/>
                            <a:pt x="12478" y="5429"/>
                            <a:pt x="12668" y="8096"/>
                          </a:cubicBezTo>
                          <a:cubicBezTo>
                            <a:pt x="12382" y="15621"/>
                            <a:pt x="11335" y="22670"/>
                            <a:pt x="9239" y="28385"/>
                          </a:cubicBezTo>
                          <a:cubicBezTo>
                            <a:pt x="7239" y="34100"/>
                            <a:pt x="4286" y="38291"/>
                            <a:pt x="0" y="39243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92" name="Forme libre : forme 15391">
                      <a:extLst>
                        <a:ext uri="{FF2B5EF4-FFF2-40B4-BE49-F238E27FC236}">
                          <a16:creationId xmlns:a16="http://schemas.microsoft.com/office/drawing/2014/main" id="{6B8C40F0-2E7B-4377-B906-CB77B25B60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3252" y="3311241"/>
                      <a:ext cx="30421" cy="65438"/>
                    </a:xfrm>
                    <a:custGeom>
                      <a:avLst/>
                      <a:gdLst>
                        <a:gd name="connsiteX0" fmla="*/ 8604 w 30421"/>
                        <a:gd name="connsiteY0" fmla="*/ 30 h 65438"/>
                        <a:gd name="connsiteX1" fmla="*/ 19081 w 30421"/>
                        <a:gd name="connsiteY1" fmla="*/ 8411 h 65438"/>
                        <a:gd name="connsiteX2" fmla="*/ 27273 w 30421"/>
                        <a:gd name="connsiteY2" fmla="*/ 30033 h 65438"/>
                        <a:gd name="connsiteX3" fmla="*/ 30416 w 30421"/>
                        <a:gd name="connsiteY3" fmla="*/ 52607 h 65438"/>
                        <a:gd name="connsiteX4" fmla="*/ 25749 w 30421"/>
                        <a:gd name="connsiteY4" fmla="*/ 64990 h 65438"/>
                        <a:gd name="connsiteX5" fmla="*/ 13462 w 30421"/>
                        <a:gd name="connsiteY5" fmla="*/ 59275 h 65438"/>
                        <a:gd name="connsiteX6" fmla="*/ 2222 w 30421"/>
                        <a:gd name="connsiteY6" fmla="*/ 36510 h 65438"/>
                        <a:gd name="connsiteX7" fmla="*/ 889 w 30421"/>
                        <a:gd name="connsiteY7" fmla="*/ 11269 h 65438"/>
                        <a:gd name="connsiteX8" fmla="*/ 8604 w 30421"/>
                        <a:gd name="connsiteY8" fmla="*/ 30 h 65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0421" h="65438">
                          <a:moveTo>
                            <a:pt x="8604" y="30"/>
                          </a:moveTo>
                          <a:cubicBezTo>
                            <a:pt x="12128" y="-352"/>
                            <a:pt x="15747" y="2982"/>
                            <a:pt x="19081" y="8411"/>
                          </a:cubicBezTo>
                          <a:cubicBezTo>
                            <a:pt x="22224" y="13936"/>
                            <a:pt x="25082" y="21556"/>
                            <a:pt x="27273" y="30033"/>
                          </a:cubicBezTo>
                          <a:cubicBezTo>
                            <a:pt x="29368" y="38606"/>
                            <a:pt x="30511" y="46416"/>
                            <a:pt x="30416" y="52607"/>
                          </a:cubicBezTo>
                          <a:cubicBezTo>
                            <a:pt x="30130" y="58894"/>
                            <a:pt x="29082" y="63371"/>
                            <a:pt x="25749" y="64990"/>
                          </a:cubicBezTo>
                          <a:cubicBezTo>
                            <a:pt x="22606" y="66419"/>
                            <a:pt x="17748" y="64418"/>
                            <a:pt x="13462" y="59275"/>
                          </a:cubicBezTo>
                          <a:cubicBezTo>
                            <a:pt x="8985" y="54227"/>
                            <a:pt x="4603" y="46131"/>
                            <a:pt x="2222" y="36510"/>
                          </a:cubicBezTo>
                          <a:cubicBezTo>
                            <a:pt x="-350" y="26985"/>
                            <a:pt x="-540" y="17936"/>
                            <a:pt x="889" y="11269"/>
                          </a:cubicBezTo>
                          <a:cubicBezTo>
                            <a:pt x="2127" y="4601"/>
                            <a:pt x="4984" y="410"/>
                            <a:pt x="8604" y="3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93" name="Forme libre : forme 15392">
                      <a:extLst>
                        <a:ext uri="{FF2B5EF4-FFF2-40B4-BE49-F238E27FC236}">
                          <a16:creationId xmlns:a16="http://schemas.microsoft.com/office/drawing/2014/main" id="{66F55389-AACF-4891-9419-83615A1533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3285" y="3324379"/>
                      <a:ext cx="40118" cy="88672"/>
                    </a:xfrm>
                    <a:custGeom>
                      <a:avLst/>
                      <a:gdLst>
                        <a:gd name="connsiteX0" fmla="*/ 31052 w 40118"/>
                        <a:gd name="connsiteY0" fmla="*/ 79569 h 88672"/>
                        <a:gd name="connsiteX1" fmla="*/ 39053 w 40118"/>
                        <a:gd name="connsiteY1" fmla="*/ 70616 h 88672"/>
                        <a:gd name="connsiteX2" fmla="*/ 35719 w 40118"/>
                        <a:gd name="connsiteY2" fmla="*/ 38707 h 88672"/>
                        <a:gd name="connsiteX3" fmla="*/ 24860 w 40118"/>
                        <a:gd name="connsiteY3" fmla="*/ 9370 h 88672"/>
                        <a:gd name="connsiteX4" fmla="*/ 11335 w 40118"/>
                        <a:gd name="connsiteY4" fmla="*/ 1274 h 88672"/>
                        <a:gd name="connsiteX5" fmla="*/ 7620 w 40118"/>
                        <a:gd name="connsiteY5" fmla="*/ 13752 h 88672"/>
                        <a:gd name="connsiteX6" fmla="*/ 2572 w 40118"/>
                        <a:gd name="connsiteY6" fmla="*/ 45756 h 88672"/>
                        <a:gd name="connsiteX7" fmla="*/ 0 w 40118"/>
                        <a:gd name="connsiteY7" fmla="*/ 63472 h 88672"/>
                        <a:gd name="connsiteX8" fmla="*/ 8096 w 40118"/>
                        <a:gd name="connsiteY8" fmla="*/ 84523 h 88672"/>
                        <a:gd name="connsiteX9" fmla="*/ 22003 w 40118"/>
                        <a:gd name="connsiteY9" fmla="*/ 87094 h 88672"/>
                        <a:gd name="connsiteX10" fmla="*/ 31052 w 40118"/>
                        <a:gd name="connsiteY10" fmla="*/ 79569 h 88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0118" h="88672">
                          <a:moveTo>
                            <a:pt x="31052" y="79569"/>
                          </a:moveTo>
                          <a:cubicBezTo>
                            <a:pt x="34290" y="77284"/>
                            <a:pt x="37624" y="74807"/>
                            <a:pt x="39053" y="70616"/>
                          </a:cubicBezTo>
                          <a:cubicBezTo>
                            <a:pt x="41815" y="62615"/>
                            <a:pt x="38671" y="50709"/>
                            <a:pt x="35719" y="38707"/>
                          </a:cubicBezTo>
                          <a:cubicBezTo>
                            <a:pt x="33052" y="28801"/>
                            <a:pt x="30004" y="18133"/>
                            <a:pt x="24860" y="9370"/>
                          </a:cubicBezTo>
                          <a:cubicBezTo>
                            <a:pt x="21241" y="2798"/>
                            <a:pt x="15145" y="-2536"/>
                            <a:pt x="11335" y="1274"/>
                          </a:cubicBezTo>
                          <a:cubicBezTo>
                            <a:pt x="9049" y="3655"/>
                            <a:pt x="8287" y="8894"/>
                            <a:pt x="7620" y="13752"/>
                          </a:cubicBezTo>
                          <a:cubicBezTo>
                            <a:pt x="6382" y="25086"/>
                            <a:pt x="4477" y="35850"/>
                            <a:pt x="2572" y="45756"/>
                          </a:cubicBezTo>
                          <a:cubicBezTo>
                            <a:pt x="1524" y="50042"/>
                            <a:pt x="0" y="56328"/>
                            <a:pt x="0" y="63472"/>
                          </a:cubicBezTo>
                          <a:cubicBezTo>
                            <a:pt x="191" y="70521"/>
                            <a:pt x="2096" y="78522"/>
                            <a:pt x="8096" y="84523"/>
                          </a:cubicBezTo>
                          <a:cubicBezTo>
                            <a:pt x="13335" y="89952"/>
                            <a:pt x="18383" y="89190"/>
                            <a:pt x="22003" y="87094"/>
                          </a:cubicBezTo>
                          <a:cubicBezTo>
                            <a:pt x="25718" y="84808"/>
                            <a:pt x="28766" y="81094"/>
                            <a:pt x="31052" y="7956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94" name="Forme libre : forme 15393">
                      <a:extLst>
                        <a:ext uri="{FF2B5EF4-FFF2-40B4-BE49-F238E27FC236}">
                          <a16:creationId xmlns:a16="http://schemas.microsoft.com/office/drawing/2014/main" id="{B4EBD267-C45F-416F-A4CF-BBB679019B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5022" y="3374394"/>
                      <a:ext cx="22234" cy="24598"/>
                    </a:xfrm>
                    <a:custGeom>
                      <a:avLst/>
                      <a:gdLst>
                        <a:gd name="connsiteX0" fmla="*/ 18074 w 22234"/>
                        <a:gd name="connsiteY0" fmla="*/ 24220 h 24598"/>
                        <a:gd name="connsiteX1" fmla="*/ 21407 w 22234"/>
                        <a:gd name="connsiteY1" fmla="*/ 24316 h 24598"/>
                        <a:gd name="connsiteX2" fmla="*/ 21979 w 22234"/>
                        <a:gd name="connsiteY2" fmla="*/ 20696 h 24598"/>
                        <a:gd name="connsiteX3" fmla="*/ 19407 w 22234"/>
                        <a:gd name="connsiteY3" fmla="*/ 16124 h 24598"/>
                        <a:gd name="connsiteX4" fmla="*/ 11406 w 22234"/>
                        <a:gd name="connsiteY4" fmla="*/ 5837 h 24598"/>
                        <a:gd name="connsiteX5" fmla="*/ 7977 w 22234"/>
                        <a:gd name="connsiteY5" fmla="*/ 2218 h 24598"/>
                        <a:gd name="connsiteX6" fmla="*/ 1310 w 22234"/>
                        <a:gd name="connsiteY6" fmla="*/ 408 h 24598"/>
                        <a:gd name="connsiteX7" fmla="*/ 1976 w 22234"/>
                        <a:gd name="connsiteY7" fmla="*/ 9076 h 24598"/>
                        <a:gd name="connsiteX8" fmla="*/ 18074 w 22234"/>
                        <a:gd name="connsiteY8" fmla="*/ 24220 h 24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234" h="24598">
                          <a:moveTo>
                            <a:pt x="18074" y="24220"/>
                          </a:moveTo>
                          <a:cubicBezTo>
                            <a:pt x="19312" y="24601"/>
                            <a:pt x="20550" y="24792"/>
                            <a:pt x="21407" y="24316"/>
                          </a:cubicBezTo>
                          <a:cubicBezTo>
                            <a:pt x="22265" y="23744"/>
                            <a:pt x="22455" y="22506"/>
                            <a:pt x="21979" y="20696"/>
                          </a:cubicBezTo>
                          <a:cubicBezTo>
                            <a:pt x="21503" y="19077"/>
                            <a:pt x="20455" y="17553"/>
                            <a:pt x="19407" y="16124"/>
                          </a:cubicBezTo>
                          <a:cubicBezTo>
                            <a:pt x="16931" y="12981"/>
                            <a:pt x="14264" y="9552"/>
                            <a:pt x="11406" y="5837"/>
                          </a:cubicBezTo>
                          <a:cubicBezTo>
                            <a:pt x="10263" y="4503"/>
                            <a:pt x="9120" y="3170"/>
                            <a:pt x="7977" y="2218"/>
                          </a:cubicBezTo>
                          <a:cubicBezTo>
                            <a:pt x="5691" y="217"/>
                            <a:pt x="2929" y="-545"/>
                            <a:pt x="1310" y="408"/>
                          </a:cubicBezTo>
                          <a:cubicBezTo>
                            <a:pt x="-214" y="1360"/>
                            <a:pt x="-881" y="4218"/>
                            <a:pt x="1976" y="9076"/>
                          </a:cubicBezTo>
                          <a:cubicBezTo>
                            <a:pt x="5882" y="16981"/>
                            <a:pt x="13311" y="22601"/>
                            <a:pt x="18074" y="2422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95" name="Forme libre : forme 15394">
                      <a:extLst>
                        <a:ext uri="{FF2B5EF4-FFF2-40B4-BE49-F238E27FC236}">
                          <a16:creationId xmlns:a16="http://schemas.microsoft.com/office/drawing/2014/main" id="{211F72AE-F5ED-40B5-A1D3-36EF1BBE8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2332" y="3288577"/>
                      <a:ext cx="30289" cy="35743"/>
                    </a:xfrm>
                    <a:custGeom>
                      <a:avLst/>
                      <a:gdLst>
                        <a:gd name="connsiteX0" fmla="*/ 0 w 30289"/>
                        <a:gd name="connsiteY0" fmla="*/ 24 h 35743"/>
                        <a:gd name="connsiteX1" fmla="*/ 11049 w 30289"/>
                        <a:gd name="connsiteY1" fmla="*/ 3834 h 35743"/>
                        <a:gd name="connsiteX2" fmla="*/ 30289 w 30289"/>
                        <a:gd name="connsiteY2" fmla="*/ 35743 h 35743"/>
                        <a:gd name="connsiteX3" fmla="*/ 28194 w 30289"/>
                        <a:gd name="connsiteY3" fmla="*/ 31266 h 35743"/>
                        <a:gd name="connsiteX4" fmla="*/ 22384 w 30289"/>
                        <a:gd name="connsiteY4" fmla="*/ 20884 h 35743"/>
                        <a:gd name="connsiteX5" fmla="*/ 13144 w 30289"/>
                        <a:gd name="connsiteY5" fmla="*/ 8787 h 35743"/>
                        <a:gd name="connsiteX6" fmla="*/ 0 w 30289"/>
                        <a:gd name="connsiteY6" fmla="*/ 24 h 35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289" h="35743">
                          <a:moveTo>
                            <a:pt x="0" y="24"/>
                          </a:moveTo>
                          <a:cubicBezTo>
                            <a:pt x="0" y="24"/>
                            <a:pt x="4953" y="-547"/>
                            <a:pt x="11049" y="3834"/>
                          </a:cubicBezTo>
                          <a:cubicBezTo>
                            <a:pt x="17240" y="8216"/>
                            <a:pt x="23908" y="17550"/>
                            <a:pt x="30289" y="35743"/>
                          </a:cubicBezTo>
                          <a:cubicBezTo>
                            <a:pt x="30289" y="35743"/>
                            <a:pt x="29527" y="34219"/>
                            <a:pt x="28194" y="31266"/>
                          </a:cubicBezTo>
                          <a:cubicBezTo>
                            <a:pt x="26956" y="28504"/>
                            <a:pt x="24860" y="24885"/>
                            <a:pt x="22384" y="20884"/>
                          </a:cubicBezTo>
                          <a:cubicBezTo>
                            <a:pt x="20002" y="16884"/>
                            <a:pt x="16669" y="12597"/>
                            <a:pt x="13144" y="8787"/>
                          </a:cubicBezTo>
                          <a:cubicBezTo>
                            <a:pt x="9620" y="5073"/>
                            <a:pt x="5143" y="1834"/>
                            <a:pt x="0" y="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96" name="Forme libre : forme 15395">
                      <a:extLst>
                        <a:ext uri="{FF2B5EF4-FFF2-40B4-BE49-F238E27FC236}">
                          <a16:creationId xmlns:a16="http://schemas.microsoft.com/office/drawing/2014/main" id="{9A8907FD-7D85-4AEF-A388-224632611E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8045" y="3395852"/>
                      <a:ext cx="51815" cy="32570"/>
                    </a:xfrm>
                    <a:custGeom>
                      <a:avLst/>
                      <a:gdLst>
                        <a:gd name="connsiteX0" fmla="*/ 0 w 51815"/>
                        <a:gd name="connsiteY0" fmla="*/ 0 h 32570"/>
                        <a:gd name="connsiteX1" fmla="*/ 4286 w 51815"/>
                        <a:gd name="connsiteY1" fmla="*/ 7049 h 32570"/>
                        <a:gd name="connsiteX2" fmla="*/ 16669 w 51815"/>
                        <a:gd name="connsiteY2" fmla="*/ 21431 h 32570"/>
                        <a:gd name="connsiteX3" fmla="*/ 34766 w 51815"/>
                        <a:gd name="connsiteY3" fmla="*/ 31718 h 32570"/>
                        <a:gd name="connsiteX4" fmla="*/ 51816 w 51815"/>
                        <a:gd name="connsiteY4" fmla="*/ 29432 h 32570"/>
                        <a:gd name="connsiteX5" fmla="*/ 37052 w 51815"/>
                        <a:gd name="connsiteY5" fmla="*/ 29909 h 32570"/>
                        <a:gd name="connsiteX6" fmla="*/ 19526 w 51815"/>
                        <a:gd name="connsiteY6" fmla="*/ 22098 h 32570"/>
                        <a:gd name="connsiteX7" fmla="*/ 9525 w 51815"/>
                        <a:gd name="connsiteY7" fmla="*/ 13145 h 32570"/>
                        <a:gd name="connsiteX8" fmla="*/ 0 w 51815"/>
                        <a:gd name="connsiteY8" fmla="*/ 0 h 325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815" h="32570">
                          <a:moveTo>
                            <a:pt x="0" y="0"/>
                          </a:moveTo>
                          <a:cubicBezTo>
                            <a:pt x="0" y="0"/>
                            <a:pt x="1429" y="2858"/>
                            <a:pt x="4286" y="7049"/>
                          </a:cubicBezTo>
                          <a:cubicBezTo>
                            <a:pt x="6953" y="11240"/>
                            <a:pt x="11430" y="16574"/>
                            <a:pt x="16669" y="21431"/>
                          </a:cubicBezTo>
                          <a:cubicBezTo>
                            <a:pt x="22193" y="26099"/>
                            <a:pt x="28480" y="30480"/>
                            <a:pt x="34766" y="31718"/>
                          </a:cubicBezTo>
                          <a:cubicBezTo>
                            <a:pt x="41053" y="33242"/>
                            <a:pt x="46958" y="32861"/>
                            <a:pt x="51816" y="29432"/>
                          </a:cubicBezTo>
                          <a:cubicBezTo>
                            <a:pt x="51816" y="29432"/>
                            <a:pt x="46767" y="31718"/>
                            <a:pt x="37052" y="29909"/>
                          </a:cubicBezTo>
                          <a:cubicBezTo>
                            <a:pt x="32099" y="29146"/>
                            <a:pt x="26289" y="26765"/>
                            <a:pt x="19526" y="22098"/>
                          </a:cubicBezTo>
                          <a:cubicBezTo>
                            <a:pt x="16288" y="19717"/>
                            <a:pt x="13049" y="16764"/>
                            <a:pt x="9525" y="13145"/>
                          </a:cubicBezTo>
                          <a:cubicBezTo>
                            <a:pt x="6382" y="9335"/>
                            <a:pt x="3048" y="504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97" name="Forme libre : forme 15396">
                      <a:extLst>
                        <a:ext uri="{FF2B5EF4-FFF2-40B4-BE49-F238E27FC236}">
                          <a16:creationId xmlns:a16="http://schemas.microsoft.com/office/drawing/2014/main" id="{EEA7369A-9635-4102-9C78-9CF1A2E55F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4301" y="3330086"/>
                      <a:ext cx="9055" cy="26217"/>
                    </a:xfrm>
                    <a:custGeom>
                      <a:avLst/>
                      <a:gdLst>
                        <a:gd name="connsiteX0" fmla="*/ 4030 w 9055"/>
                        <a:gd name="connsiteY0" fmla="*/ 140 h 26217"/>
                        <a:gd name="connsiteX1" fmla="*/ 8983 w 9055"/>
                        <a:gd name="connsiteY1" fmla="*/ 14713 h 26217"/>
                        <a:gd name="connsiteX2" fmla="*/ 5745 w 9055"/>
                        <a:gd name="connsiteY2" fmla="*/ 26143 h 26217"/>
                        <a:gd name="connsiteX3" fmla="*/ 30 w 9055"/>
                        <a:gd name="connsiteY3" fmla="*/ 11379 h 26217"/>
                        <a:gd name="connsiteX4" fmla="*/ 4030 w 9055"/>
                        <a:gd name="connsiteY4" fmla="*/ 140 h 26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5" h="26217">
                          <a:moveTo>
                            <a:pt x="4030" y="140"/>
                          </a:moveTo>
                          <a:cubicBezTo>
                            <a:pt x="6602" y="1187"/>
                            <a:pt x="8317" y="7665"/>
                            <a:pt x="8983" y="14713"/>
                          </a:cubicBezTo>
                          <a:cubicBezTo>
                            <a:pt x="9364" y="21761"/>
                            <a:pt x="8221" y="26905"/>
                            <a:pt x="5745" y="26143"/>
                          </a:cubicBezTo>
                          <a:cubicBezTo>
                            <a:pt x="3078" y="25381"/>
                            <a:pt x="601" y="18713"/>
                            <a:pt x="30" y="11379"/>
                          </a:cubicBezTo>
                          <a:cubicBezTo>
                            <a:pt x="-256" y="4045"/>
                            <a:pt x="1554" y="-908"/>
                            <a:pt x="4030" y="14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98" name="Forme libre : forme 15397">
                      <a:extLst>
                        <a:ext uri="{FF2B5EF4-FFF2-40B4-BE49-F238E27FC236}">
                          <a16:creationId xmlns:a16="http://schemas.microsoft.com/office/drawing/2014/main" id="{F1C6B931-8FD3-4699-B970-2F4A314682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5202" y="3326779"/>
                      <a:ext cx="3926" cy="7177"/>
                    </a:xfrm>
                    <a:custGeom>
                      <a:avLst/>
                      <a:gdLst>
                        <a:gd name="connsiteX0" fmla="*/ 1320 w 3926"/>
                        <a:gd name="connsiteY0" fmla="*/ 17 h 7177"/>
                        <a:gd name="connsiteX1" fmla="*/ 3797 w 3926"/>
                        <a:gd name="connsiteY1" fmla="*/ 3255 h 7177"/>
                        <a:gd name="connsiteX2" fmla="*/ 2654 w 3926"/>
                        <a:gd name="connsiteY2" fmla="*/ 7161 h 7177"/>
                        <a:gd name="connsiteX3" fmla="*/ 82 w 3926"/>
                        <a:gd name="connsiteY3" fmla="*/ 4018 h 7177"/>
                        <a:gd name="connsiteX4" fmla="*/ 1320 w 3926"/>
                        <a:gd name="connsiteY4" fmla="*/ 17 h 7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26" h="7177">
                          <a:moveTo>
                            <a:pt x="1320" y="17"/>
                          </a:moveTo>
                          <a:cubicBezTo>
                            <a:pt x="2273" y="-173"/>
                            <a:pt x="3415" y="1255"/>
                            <a:pt x="3797" y="3255"/>
                          </a:cubicBezTo>
                          <a:cubicBezTo>
                            <a:pt x="4177" y="5161"/>
                            <a:pt x="3701" y="6970"/>
                            <a:pt x="2654" y="7161"/>
                          </a:cubicBezTo>
                          <a:cubicBezTo>
                            <a:pt x="1606" y="7351"/>
                            <a:pt x="463" y="5923"/>
                            <a:pt x="82" y="4018"/>
                          </a:cubicBezTo>
                          <a:cubicBezTo>
                            <a:pt x="-204" y="1922"/>
                            <a:pt x="272" y="208"/>
                            <a:pt x="1320" y="1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99" name="Forme libre : forme 15398">
                      <a:extLst>
                        <a:ext uri="{FF2B5EF4-FFF2-40B4-BE49-F238E27FC236}">
                          <a16:creationId xmlns:a16="http://schemas.microsoft.com/office/drawing/2014/main" id="{1DB85D9A-9FA7-4DEB-80B2-D564F20532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1224" y="3295554"/>
                      <a:ext cx="29296" cy="66796"/>
                    </a:xfrm>
                    <a:custGeom>
                      <a:avLst/>
                      <a:gdLst>
                        <a:gd name="connsiteX0" fmla="*/ 7772 w 29296"/>
                        <a:gd name="connsiteY0" fmla="*/ 6382 h 66796"/>
                        <a:gd name="connsiteX1" fmla="*/ 23869 w 29296"/>
                        <a:gd name="connsiteY1" fmla="*/ 0 h 66796"/>
                        <a:gd name="connsiteX2" fmla="*/ 29203 w 29296"/>
                        <a:gd name="connsiteY2" fmla="*/ 4667 h 66796"/>
                        <a:gd name="connsiteX3" fmla="*/ 26727 w 29296"/>
                        <a:gd name="connsiteY3" fmla="*/ 12573 h 66796"/>
                        <a:gd name="connsiteX4" fmla="*/ 13868 w 29296"/>
                        <a:gd name="connsiteY4" fmla="*/ 30575 h 66796"/>
                        <a:gd name="connsiteX5" fmla="*/ 13392 w 29296"/>
                        <a:gd name="connsiteY5" fmla="*/ 52388 h 66796"/>
                        <a:gd name="connsiteX6" fmla="*/ 9868 w 29296"/>
                        <a:gd name="connsiteY6" fmla="*/ 66294 h 66796"/>
                        <a:gd name="connsiteX7" fmla="*/ 1581 w 29296"/>
                        <a:gd name="connsiteY7" fmla="*/ 46387 h 66796"/>
                        <a:gd name="connsiteX8" fmla="*/ 247 w 29296"/>
                        <a:gd name="connsiteY8" fmla="*/ 24003 h 66796"/>
                        <a:gd name="connsiteX9" fmla="*/ 7772 w 29296"/>
                        <a:gd name="connsiteY9" fmla="*/ 6382 h 66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296" h="66796">
                          <a:moveTo>
                            <a:pt x="7772" y="6382"/>
                          </a:moveTo>
                          <a:cubicBezTo>
                            <a:pt x="12535" y="1429"/>
                            <a:pt x="18250" y="95"/>
                            <a:pt x="23869" y="0"/>
                          </a:cubicBezTo>
                          <a:cubicBezTo>
                            <a:pt x="25965" y="0"/>
                            <a:pt x="28632" y="953"/>
                            <a:pt x="29203" y="4667"/>
                          </a:cubicBezTo>
                          <a:cubicBezTo>
                            <a:pt x="29679" y="8096"/>
                            <a:pt x="28251" y="10859"/>
                            <a:pt x="26727" y="12573"/>
                          </a:cubicBezTo>
                          <a:cubicBezTo>
                            <a:pt x="21964" y="17812"/>
                            <a:pt x="16154" y="21146"/>
                            <a:pt x="13868" y="30575"/>
                          </a:cubicBezTo>
                          <a:cubicBezTo>
                            <a:pt x="13106" y="33528"/>
                            <a:pt x="13296" y="43529"/>
                            <a:pt x="13392" y="52388"/>
                          </a:cubicBezTo>
                          <a:cubicBezTo>
                            <a:pt x="13392" y="61151"/>
                            <a:pt x="13487" y="68866"/>
                            <a:pt x="9868" y="66294"/>
                          </a:cubicBezTo>
                          <a:cubicBezTo>
                            <a:pt x="6153" y="63722"/>
                            <a:pt x="3200" y="55245"/>
                            <a:pt x="1581" y="46387"/>
                          </a:cubicBezTo>
                          <a:cubicBezTo>
                            <a:pt x="-134" y="37529"/>
                            <a:pt x="-229" y="28289"/>
                            <a:pt x="247" y="24003"/>
                          </a:cubicBezTo>
                          <a:cubicBezTo>
                            <a:pt x="1390" y="16097"/>
                            <a:pt x="4153" y="10096"/>
                            <a:pt x="7772" y="638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17" name="Graphique 1">
                    <a:extLst>
                      <a:ext uri="{FF2B5EF4-FFF2-40B4-BE49-F238E27FC236}">
                        <a16:creationId xmlns:a16="http://schemas.microsoft.com/office/drawing/2014/main" id="{33718C6E-18C1-4D57-804C-57714A66D79A}"/>
                      </a:ext>
                    </a:extLst>
                  </p:cNvPr>
                  <p:cNvGrpSpPr/>
                  <p:nvPr/>
                </p:nvGrpSpPr>
                <p:grpSpPr>
                  <a:xfrm>
                    <a:off x="4112406" y="3131774"/>
                    <a:ext cx="85563" cy="152735"/>
                    <a:chOff x="4112406" y="3131774"/>
                    <a:chExt cx="85563" cy="152735"/>
                  </a:xfrm>
                  <a:solidFill>
                    <a:schemeClr val="accent1"/>
                  </a:solidFill>
                </p:grpSpPr>
                <p:sp>
                  <p:nvSpPr>
                    <p:cNvPr id="15376" name="Forme libre : forme 15375">
                      <a:extLst>
                        <a:ext uri="{FF2B5EF4-FFF2-40B4-BE49-F238E27FC236}">
                          <a16:creationId xmlns:a16="http://schemas.microsoft.com/office/drawing/2014/main" id="{7C6BDDE7-F3AE-4106-9FE7-B26B39DC2E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2406" y="3131774"/>
                      <a:ext cx="85563" cy="152735"/>
                    </a:xfrm>
                    <a:custGeom>
                      <a:avLst/>
                      <a:gdLst>
                        <a:gd name="connsiteX0" fmla="*/ 81169 w 85563"/>
                        <a:gd name="connsiteY0" fmla="*/ 61577 h 152735"/>
                        <a:gd name="connsiteX1" fmla="*/ 74597 w 85563"/>
                        <a:gd name="connsiteY1" fmla="*/ 84913 h 152735"/>
                        <a:gd name="connsiteX2" fmla="*/ 70216 w 85563"/>
                        <a:gd name="connsiteY2" fmla="*/ 109297 h 152735"/>
                        <a:gd name="connsiteX3" fmla="*/ 60500 w 85563"/>
                        <a:gd name="connsiteY3" fmla="*/ 139015 h 152735"/>
                        <a:gd name="connsiteX4" fmla="*/ 42688 w 85563"/>
                        <a:gd name="connsiteY4" fmla="*/ 152255 h 152735"/>
                        <a:gd name="connsiteX5" fmla="*/ 23543 w 85563"/>
                        <a:gd name="connsiteY5" fmla="*/ 152731 h 152735"/>
                        <a:gd name="connsiteX6" fmla="*/ 5636 w 85563"/>
                        <a:gd name="connsiteY6" fmla="*/ 137967 h 152735"/>
                        <a:gd name="connsiteX7" fmla="*/ 493 w 85563"/>
                        <a:gd name="connsiteY7" fmla="*/ 100629 h 152735"/>
                        <a:gd name="connsiteX8" fmla="*/ 5541 w 85563"/>
                        <a:gd name="connsiteY8" fmla="*/ 69864 h 152735"/>
                        <a:gd name="connsiteX9" fmla="*/ 13637 w 85563"/>
                        <a:gd name="connsiteY9" fmla="*/ 39288 h 152735"/>
                        <a:gd name="connsiteX10" fmla="*/ 35164 w 85563"/>
                        <a:gd name="connsiteY10" fmla="*/ 6522 h 152735"/>
                        <a:gd name="connsiteX11" fmla="*/ 58690 w 85563"/>
                        <a:gd name="connsiteY11" fmla="*/ 2046 h 152735"/>
                        <a:gd name="connsiteX12" fmla="*/ 75550 w 85563"/>
                        <a:gd name="connsiteY12" fmla="*/ 12523 h 152735"/>
                        <a:gd name="connsiteX13" fmla="*/ 85360 w 85563"/>
                        <a:gd name="connsiteY13" fmla="*/ 32335 h 152735"/>
                        <a:gd name="connsiteX14" fmla="*/ 84884 w 85563"/>
                        <a:gd name="connsiteY14" fmla="*/ 46146 h 152735"/>
                        <a:gd name="connsiteX15" fmla="*/ 81169 w 85563"/>
                        <a:gd name="connsiteY15" fmla="*/ 61577 h 152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85563" h="152735">
                          <a:moveTo>
                            <a:pt x="81169" y="61577"/>
                          </a:moveTo>
                          <a:cubicBezTo>
                            <a:pt x="78502" y="69101"/>
                            <a:pt x="76407" y="77007"/>
                            <a:pt x="74597" y="84913"/>
                          </a:cubicBezTo>
                          <a:cubicBezTo>
                            <a:pt x="72787" y="92914"/>
                            <a:pt x="71359" y="101010"/>
                            <a:pt x="70216" y="109297"/>
                          </a:cubicBezTo>
                          <a:cubicBezTo>
                            <a:pt x="68787" y="120822"/>
                            <a:pt x="65072" y="131205"/>
                            <a:pt x="60500" y="139015"/>
                          </a:cubicBezTo>
                          <a:cubicBezTo>
                            <a:pt x="55642" y="146825"/>
                            <a:pt x="49642" y="152064"/>
                            <a:pt x="42688" y="152255"/>
                          </a:cubicBezTo>
                          <a:lnTo>
                            <a:pt x="23543" y="152731"/>
                          </a:lnTo>
                          <a:cubicBezTo>
                            <a:pt x="16685" y="152922"/>
                            <a:pt x="9922" y="147492"/>
                            <a:pt x="5636" y="137967"/>
                          </a:cubicBezTo>
                          <a:cubicBezTo>
                            <a:pt x="1064" y="128538"/>
                            <a:pt x="-1032" y="115107"/>
                            <a:pt x="493" y="100629"/>
                          </a:cubicBezTo>
                          <a:cubicBezTo>
                            <a:pt x="1731" y="90342"/>
                            <a:pt x="3350" y="80055"/>
                            <a:pt x="5541" y="69864"/>
                          </a:cubicBezTo>
                          <a:cubicBezTo>
                            <a:pt x="7732" y="59672"/>
                            <a:pt x="10208" y="49385"/>
                            <a:pt x="13637" y="39288"/>
                          </a:cubicBezTo>
                          <a:cubicBezTo>
                            <a:pt x="18114" y="25001"/>
                            <a:pt x="26401" y="13190"/>
                            <a:pt x="35164" y="6522"/>
                          </a:cubicBezTo>
                          <a:cubicBezTo>
                            <a:pt x="43736" y="-241"/>
                            <a:pt x="52785" y="-1765"/>
                            <a:pt x="58690" y="2046"/>
                          </a:cubicBezTo>
                          <a:lnTo>
                            <a:pt x="75550" y="12523"/>
                          </a:lnTo>
                          <a:cubicBezTo>
                            <a:pt x="81645" y="16428"/>
                            <a:pt x="84408" y="23667"/>
                            <a:pt x="85360" y="32335"/>
                          </a:cubicBezTo>
                          <a:cubicBezTo>
                            <a:pt x="85646" y="36526"/>
                            <a:pt x="85741" y="41384"/>
                            <a:pt x="84884" y="46146"/>
                          </a:cubicBezTo>
                          <a:cubicBezTo>
                            <a:pt x="84217" y="51099"/>
                            <a:pt x="82884" y="56148"/>
                            <a:pt x="81169" y="61577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77" name="Forme libre : forme 15376">
                      <a:extLst>
                        <a:ext uri="{FF2B5EF4-FFF2-40B4-BE49-F238E27FC236}">
                          <a16:creationId xmlns:a16="http://schemas.microsoft.com/office/drawing/2014/main" id="{769F8D9C-A2EA-4B65-9420-888435372D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6712" y="3143916"/>
                      <a:ext cx="51066" cy="140303"/>
                    </a:xfrm>
                    <a:custGeom>
                      <a:avLst/>
                      <a:gdLst>
                        <a:gd name="connsiteX0" fmla="*/ 14288 w 51066"/>
                        <a:gd name="connsiteY0" fmla="*/ 84868 h 140303"/>
                        <a:gd name="connsiteX1" fmla="*/ 10478 w 51066"/>
                        <a:gd name="connsiteY1" fmla="*/ 115919 h 140303"/>
                        <a:gd name="connsiteX2" fmla="*/ 0 w 51066"/>
                        <a:gd name="connsiteY2" fmla="*/ 140303 h 140303"/>
                        <a:gd name="connsiteX3" fmla="*/ 8287 w 51066"/>
                        <a:gd name="connsiteY3" fmla="*/ 140113 h 140303"/>
                        <a:gd name="connsiteX4" fmla="*/ 26099 w 51066"/>
                        <a:gd name="connsiteY4" fmla="*/ 126873 h 140303"/>
                        <a:gd name="connsiteX5" fmla="*/ 35814 w 51066"/>
                        <a:gd name="connsiteY5" fmla="*/ 97155 h 140303"/>
                        <a:gd name="connsiteX6" fmla="*/ 40196 w 51066"/>
                        <a:gd name="connsiteY6" fmla="*/ 72771 h 140303"/>
                        <a:gd name="connsiteX7" fmla="*/ 46768 w 51066"/>
                        <a:gd name="connsiteY7" fmla="*/ 49435 h 140303"/>
                        <a:gd name="connsiteX8" fmla="*/ 50387 w 51066"/>
                        <a:gd name="connsiteY8" fmla="*/ 34004 h 140303"/>
                        <a:gd name="connsiteX9" fmla="*/ 50864 w 51066"/>
                        <a:gd name="connsiteY9" fmla="*/ 20193 h 140303"/>
                        <a:gd name="connsiteX10" fmla="*/ 41053 w 51066"/>
                        <a:gd name="connsiteY10" fmla="*/ 381 h 140303"/>
                        <a:gd name="connsiteX11" fmla="*/ 40481 w 51066"/>
                        <a:gd name="connsiteY11" fmla="*/ 0 h 140303"/>
                        <a:gd name="connsiteX12" fmla="*/ 30290 w 51066"/>
                        <a:gd name="connsiteY12" fmla="*/ 20003 h 140303"/>
                        <a:gd name="connsiteX13" fmla="*/ 22098 w 51066"/>
                        <a:gd name="connsiteY13" fmla="*/ 40767 h 140303"/>
                        <a:gd name="connsiteX14" fmla="*/ 14288 w 51066"/>
                        <a:gd name="connsiteY14" fmla="*/ 84868 h 140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1066" h="140303">
                          <a:moveTo>
                            <a:pt x="14288" y="84868"/>
                          </a:moveTo>
                          <a:cubicBezTo>
                            <a:pt x="14192" y="95631"/>
                            <a:pt x="12764" y="106299"/>
                            <a:pt x="10478" y="115919"/>
                          </a:cubicBezTo>
                          <a:cubicBezTo>
                            <a:pt x="8096" y="125539"/>
                            <a:pt x="4667" y="134017"/>
                            <a:pt x="0" y="140303"/>
                          </a:cubicBezTo>
                          <a:lnTo>
                            <a:pt x="8287" y="140113"/>
                          </a:lnTo>
                          <a:cubicBezTo>
                            <a:pt x="15335" y="139922"/>
                            <a:pt x="21241" y="134683"/>
                            <a:pt x="26099" y="126873"/>
                          </a:cubicBezTo>
                          <a:cubicBezTo>
                            <a:pt x="30766" y="119063"/>
                            <a:pt x="34481" y="108680"/>
                            <a:pt x="35814" y="97155"/>
                          </a:cubicBezTo>
                          <a:cubicBezTo>
                            <a:pt x="36957" y="88963"/>
                            <a:pt x="38386" y="80772"/>
                            <a:pt x="40196" y="72771"/>
                          </a:cubicBezTo>
                          <a:cubicBezTo>
                            <a:pt x="42005" y="64770"/>
                            <a:pt x="44101" y="56864"/>
                            <a:pt x="46768" y="49435"/>
                          </a:cubicBezTo>
                          <a:cubicBezTo>
                            <a:pt x="48483" y="44005"/>
                            <a:pt x="49911" y="39053"/>
                            <a:pt x="50387" y="34004"/>
                          </a:cubicBezTo>
                          <a:cubicBezTo>
                            <a:pt x="51245" y="29242"/>
                            <a:pt x="51149" y="24384"/>
                            <a:pt x="50864" y="20193"/>
                          </a:cubicBezTo>
                          <a:cubicBezTo>
                            <a:pt x="49911" y="11525"/>
                            <a:pt x="47149" y="4286"/>
                            <a:pt x="41053" y="381"/>
                          </a:cubicBezTo>
                          <a:lnTo>
                            <a:pt x="40481" y="0"/>
                          </a:lnTo>
                          <a:cubicBezTo>
                            <a:pt x="36767" y="6572"/>
                            <a:pt x="33338" y="13145"/>
                            <a:pt x="30290" y="20003"/>
                          </a:cubicBezTo>
                          <a:cubicBezTo>
                            <a:pt x="27146" y="26765"/>
                            <a:pt x="24384" y="33718"/>
                            <a:pt x="22098" y="40767"/>
                          </a:cubicBezTo>
                          <a:cubicBezTo>
                            <a:pt x="17526" y="54864"/>
                            <a:pt x="14478" y="69628"/>
                            <a:pt x="14288" y="8486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78" name="Forme libre : forme 15377">
                      <a:extLst>
                        <a:ext uri="{FF2B5EF4-FFF2-40B4-BE49-F238E27FC236}">
                          <a16:creationId xmlns:a16="http://schemas.microsoft.com/office/drawing/2014/main" id="{02F5F569-EFAA-4834-B29A-016CE86E35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1219" y="3166931"/>
                      <a:ext cx="31187" cy="66565"/>
                    </a:xfrm>
                    <a:custGeom>
                      <a:avLst/>
                      <a:gdLst>
                        <a:gd name="connsiteX0" fmla="*/ 25686 w 31187"/>
                        <a:gd name="connsiteY0" fmla="*/ 417 h 66565"/>
                        <a:gd name="connsiteX1" fmla="*/ 31115 w 31187"/>
                        <a:gd name="connsiteY1" fmla="*/ 12990 h 66565"/>
                        <a:gd name="connsiteX2" fmla="*/ 28068 w 31187"/>
                        <a:gd name="connsiteY2" fmla="*/ 36231 h 66565"/>
                        <a:gd name="connsiteX3" fmla="*/ 19400 w 31187"/>
                        <a:gd name="connsiteY3" fmla="*/ 58138 h 66565"/>
                        <a:gd name="connsiteX4" fmla="*/ 8637 w 31187"/>
                        <a:gd name="connsiteY4" fmla="*/ 66521 h 66565"/>
                        <a:gd name="connsiteX5" fmla="*/ 826 w 31187"/>
                        <a:gd name="connsiteY5" fmla="*/ 55090 h 66565"/>
                        <a:gd name="connsiteX6" fmla="*/ 2064 w 31187"/>
                        <a:gd name="connsiteY6" fmla="*/ 29659 h 66565"/>
                        <a:gd name="connsiteX7" fmla="*/ 13113 w 31187"/>
                        <a:gd name="connsiteY7" fmla="*/ 6608 h 66565"/>
                        <a:gd name="connsiteX8" fmla="*/ 25686 w 31187"/>
                        <a:gd name="connsiteY8" fmla="*/ 417 h 66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7" h="66565">
                          <a:moveTo>
                            <a:pt x="25686" y="417"/>
                          </a:moveTo>
                          <a:cubicBezTo>
                            <a:pt x="29115" y="1846"/>
                            <a:pt x="30925" y="6608"/>
                            <a:pt x="31115" y="12990"/>
                          </a:cubicBezTo>
                          <a:cubicBezTo>
                            <a:pt x="31496" y="19467"/>
                            <a:pt x="30354" y="27563"/>
                            <a:pt x="28068" y="36231"/>
                          </a:cubicBezTo>
                          <a:cubicBezTo>
                            <a:pt x="25877" y="44899"/>
                            <a:pt x="22829" y="52614"/>
                            <a:pt x="19400" y="58138"/>
                          </a:cubicBezTo>
                          <a:cubicBezTo>
                            <a:pt x="15971" y="63663"/>
                            <a:pt x="12256" y="66997"/>
                            <a:pt x="8637" y="66521"/>
                          </a:cubicBezTo>
                          <a:cubicBezTo>
                            <a:pt x="5017" y="66044"/>
                            <a:pt x="2160" y="61758"/>
                            <a:pt x="826" y="55090"/>
                          </a:cubicBezTo>
                          <a:cubicBezTo>
                            <a:pt x="-507" y="48423"/>
                            <a:pt x="-317" y="39279"/>
                            <a:pt x="2064" y="29659"/>
                          </a:cubicBezTo>
                          <a:cubicBezTo>
                            <a:pt x="4541" y="20038"/>
                            <a:pt x="8732" y="11847"/>
                            <a:pt x="13113" y="6608"/>
                          </a:cubicBezTo>
                          <a:cubicBezTo>
                            <a:pt x="17685" y="1274"/>
                            <a:pt x="22257" y="-1012"/>
                            <a:pt x="25686" y="41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79" name="Forme libre : forme 15378">
                      <a:extLst>
                        <a:ext uri="{FF2B5EF4-FFF2-40B4-BE49-F238E27FC236}">
                          <a16:creationId xmlns:a16="http://schemas.microsoft.com/office/drawing/2014/main" id="{A5791713-2759-46EF-8F2D-4762EA4BF2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1378" y="3188684"/>
                      <a:ext cx="30670" cy="44717"/>
                    </a:xfrm>
                    <a:custGeom>
                      <a:avLst/>
                      <a:gdLst>
                        <a:gd name="connsiteX0" fmla="*/ 0 w 30670"/>
                        <a:gd name="connsiteY0" fmla="*/ 27813 h 44717"/>
                        <a:gd name="connsiteX1" fmla="*/ 8477 w 30670"/>
                        <a:gd name="connsiteY1" fmla="*/ 44672 h 44717"/>
                        <a:gd name="connsiteX2" fmla="*/ 19241 w 30670"/>
                        <a:gd name="connsiteY2" fmla="*/ 36290 h 44717"/>
                        <a:gd name="connsiteX3" fmla="*/ 27908 w 30670"/>
                        <a:gd name="connsiteY3" fmla="*/ 14383 h 44717"/>
                        <a:gd name="connsiteX4" fmla="*/ 30671 w 30670"/>
                        <a:gd name="connsiteY4" fmla="*/ 0 h 44717"/>
                        <a:gd name="connsiteX5" fmla="*/ 27432 w 30670"/>
                        <a:gd name="connsiteY5" fmla="*/ 7525 h 44717"/>
                        <a:gd name="connsiteX6" fmla="*/ 0 w 30670"/>
                        <a:gd name="connsiteY6" fmla="*/ 27813 h 44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670" h="44717">
                          <a:moveTo>
                            <a:pt x="0" y="27813"/>
                          </a:moveTo>
                          <a:cubicBezTo>
                            <a:pt x="571" y="37529"/>
                            <a:pt x="4001" y="44101"/>
                            <a:pt x="8477" y="44672"/>
                          </a:cubicBezTo>
                          <a:cubicBezTo>
                            <a:pt x="12192" y="45149"/>
                            <a:pt x="15907" y="41815"/>
                            <a:pt x="19241" y="36290"/>
                          </a:cubicBezTo>
                          <a:cubicBezTo>
                            <a:pt x="22670" y="30766"/>
                            <a:pt x="25718" y="23051"/>
                            <a:pt x="27908" y="14383"/>
                          </a:cubicBezTo>
                          <a:cubicBezTo>
                            <a:pt x="29337" y="9335"/>
                            <a:pt x="30004" y="4382"/>
                            <a:pt x="30671" y="0"/>
                          </a:cubicBezTo>
                          <a:cubicBezTo>
                            <a:pt x="29718" y="2572"/>
                            <a:pt x="28670" y="5048"/>
                            <a:pt x="27432" y="7525"/>
                          </a:cubicBezTo>
                          <a:cubicBezTo>
                            <a:pt x="19336" y="20193"/>
                            <a:pt x="8573" y="30575"/>
                            <a:pt x="0" y="27813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80" name="Forme libre : forme 15379">
                      <a:extLst>
                        <a:ext uri="{FF2B5EF4-FFF2-40B4-BE49-F238E27FC236}">
                          <a16:creationId xmlns:a16="http://schemas.microsoft.com/office/drawing/2014/main" id="{D5B6DC39-77C6-4644-834E-DEB0C42602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4813" y="3164872"/>
                      <a:ext cx="31447" cy="65501"/>
                    </a:xfrm>
                    <a:custGeom>
                      <a:avLst/>
                      <a:gdLst>
                        <a:gd name="connsiteX0" fmla="*/ 26189 w 31447"/>
                        <a:gd name="connsiteY0" fmla="*/ 476 h 65501"/>
                        <a:gd name="connsiteX1" fmla="*/ 31427 w 31447"/>
                        <a:gd name="connsiteY1" fmla="*/ 12953 h 65501"/>
                        <a:gd name="connsiteX2" fmla="*/ 28189 w 31447"/>
                        <a:gd name="connsiteY2" fmla="*/ 35813 h 65501"/>
                        <a:gd name="connsiteX3" fmla="*/ 19331 w 31447"/>
                        <a:gd name="connsiteY3" fmla="*/ 57340 h 65501"/>
                        <a:gd name="connsiteX4" fmla="*/ 8472 w 31447"/>
                        <a:gd name="connsiteY4" fmla="*/ 65436 h 65501"/>
                        <a:gd name="connsiteX5" fmla="*/ 757 w 31447"/>
                        <a:gd name="connsiteY5" fmla="*/ 54006 h 65501"/>
                        <a:gd name="connsiteX6" fmla="*/ 2281 w 31447"/>
                        <a:gd name="connsiteY6" fmla="*/ 28860 h 65501"/>
                        <a:gd name="connsiteX7" fmla="*/ 13616 w 31447"/>
                        <a:gd name="connsiteY7" fmla="*/ 6286 h 65501"/>
                        <a:gd name="connsiteX8" fmla="*/ 26189 w 31447"/>
                        <a:gd name="connsiteY8" fmla="*/ 476 h 65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447" h="65501">
                          <a:moveTo>
                            <a:pt x="26189" y="476"/>
                          </a:moveTo>
                          <a:cubicBezTo>
                            <a:pt x="29522" y="1904"/>
                            <a:pt x="31237" y="6667"/>
                            <a:pt x="31427" y="12953"/>
                          </a:cubicBezTo>
                          <a:cubicBezTo>
                            <a:pt x="31618" y="19240"/>
                            <a:pt x="30475" y="27241"/>
                            <a:pt x="28189" y="35813"/>
                          </a:cubicBezTo>
                          <a:cubicBezTo>
                            <a:pt x="25808" y="44386"/>
                            <a:pt x="22664" y="51911"/>
                            <a:pt x="19331" y="57340"/>
                          </a:cubicBezTo>
                          <a:cubicBezTo>
                            <a:pt x="15806" y="62769"/>
                            <a:pt x="12092" y="66008"/>
                            <a:pt x="8472" y="65436"/>
                          </a:cubicBezTo>
                          <a:cubicBezTo>
                            <a:pt x="4852" y="64960"/>
                            <a:pt x="1995" y="60578"/>
                            <a:pt x="757" y="54006"/>
                          </a:cubicBezTo>
                          <a:cubicBezTo>
                            <a:pt x="-577" y="47339"/>
                            <a:pt x="-196" y="38290"/>
                            <a:pt x="2281" y="28860"/>
                          </a:cubicBezTo>
                          <a:cubicBezTo>
                            <a:pt x="4757" y="19335"/>
                            <a:pt x="9043" y="11334"/>
                            <a:pt x="13616" y="6286"/>
                          </a:cubicBezTo>
                          <a:cubicBezTo>
                            <a:pt x="18092" y="1143"/>
                            <a:pt x="22664" y="-1048"/>
                            <a:pt x="26189" y="47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81" name="Forme libre : forme 15380">
                      <a:extLst>
                        <a:ext uri="{FF2B5EF4-FFF2-40B4-BE49-F238E27FC236}">
                          <a16:creationId xmlns:a16="http://schemas.microsoft.com/office/drawing/2014/main" id="{78B72348-9C4D-4F15-B992-4F95BDE600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7158" y="3183938"/>
                      <a:ext cx="56609" cy="78652"/>
                    </a:xfrm>
                    <a:custGeom>
                      <a:avLst/>
                      <a:gdLst>
                        <a:gd name="connsiteX0" fmla="*/ 21840 w 56609"/>
                        <a:gd name="connsiteY0" fmla="*/ 78374 h 78652"/>
                        <a:gd name="connsiteX1" fmla="*/ 34223 w 56609"/>
                        <a:gd name="connsiteY1" fmla="*/ 76660 h 78652"/>
                        <a:gd name="connsiteX2" fmla="*/ 50891 w 56609"/>
                        <a:gd name="connsiteY2" fmla="*/ 45989 h 78652"/>
                        <a:gd name="connsiteX3" fmla="*/ 56606 w 56609"/>
                        <a:gd name="connsiteY3" fmla="*/ 13890 h 78652"/>
                        <a:gd name="connsiteX4" fmla="*/ 48320 w 56609"/>
                        <a:gd name="connsiteY4" fmla="*/ 174 h 78652"/>
                        <a:gd name="connsiteX5" fmla="*/ 38795 w 56609"/>
                        <a:gd name="connsiteY5" fmla="*/ 9127 h 78652"/>
                        <a:gd name="connsiteX6" fmla="*/ 17840 w 56609"/>
                        <a:gd name="connsiteY6" fmla="*/ 34178 h 78652"/>
                        <a:gd name="connsiteX7" fmla="*/ 218 w 56609"/>
                        <a:gd name="connsiteY7" fmla="*/ 67897 h 78652"/>
                        <a:gd name="connsiteX8" fmla="*/ 21840 w 56609"/>
                        <a:gd name="connsiteY8" fmla="*/ 78374 h 78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09" h="78652">
                          <a:moveTo>
                            <a:pt x="21840" y="78374"/>
                          </a:moveTo>
                          <a:cubicBezTo>
                            <a:pt x="25936" y="78755"/>
                            <a:pt x="30222" y="79136"/>
                            <a:pt x="34223" y="76660"/>
                          </a:cubicBezTo>
                          <a:cubicBezTo>
                            <a:pt x="41843" y="71897"/>
                            <a:pt x="47081" y="58657"/>
                            <a:pt x="50891" y="45989"/>
                          </a:cubicBezTo>
                          <a:cubicBezTo>
                            <a:pt x="54130" y="35416"/>
                            <a:pt x="56702" y="24082"/>
                            <a:pt x="56606" y="13890"/>
                          </a:cubicBezTo>
                          <a:cubicBezTo>
                            <a:pt x="56511" y="6365"/>
                            <a:pt x="53749" y="-1255"/>
                            <a:pt x="48320" y="174"/>
                          </a:cubicBezTo>
                          <a:cubicBezTo>
                            <a:pt x="45081" y="1127"/>
                            <a:pt x="41652" y="5222"/>
                            <a:pt x="38795" y="9127"/>
                          </a:cubicBezTo>
                          <a:cubicBezTo>
                            <a:pt x="31937" y="18367"/>
                            <a:pt x="24793" y="26844"/>
                            <a:pt x="17840" y="34178"/>
                          </a:cubicBezTo>
                          <a:cubicBezTo>
                            <a:pt x="11648" y="40179"/>
                            <a:pt x="-1877" y="52180"/>
                            <a:pt x="218" y="67897"/>
                          </a:cubicBezTo>
                          <a:cubicBezTo>
                            <a:pt x="2219" y="81898"/>
                            <a:pt x="16125" y="77707"/>
                            <a:pt x="21840" y="7837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82" name="Forme libre : forme 15381">
                      <a:extLst>
                        <a:ext uri="{FF2B5EF4-FFF2-40B4-BE49-F238E27FC236}">
                          <a16:creationId xmlns:a16="http://schemas.microsoft.com/office/drawing/2014/main" id="{3DF6D452-87CD-4BC4-82DC-DB3785B78C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9778" y="3217140"/>
                      <a:ext cx="11291" cy="30129"/>
                    </a:xfrm>
                    <a:custGeom>
                      <a:avLst/>
                      <a:gdLst>
                        <a:gd name="connsiteX0" fmla="*/ 5505 w 11291"/>
                        <a:gd name="connsiteY0" fmla="*/ 28122 h 30129"/>
                        <a:gd name="connsiteX1" fmla="*/ 8172 w 11291"/>
                        <a:gd name="connsiteY1" fmla="*/ 30123 h 30129"/>
                        <a:gd name="connsiteX2" fmla="*/ 10839 w 11291"/>
                        <a:gd name="connsiteY2" fmla="*/ 27646 h 30129"/>
                        <a:gd name="connsiteX3" fmla="*/ 11220 w 11291"/>
                        <a:gd name="connsiteY3" fmla="*/ 22503 h 30129"/>
                        <a:gd name="connsiteX4" fmla="*/ 10172 w 11291"/>
                        <a:gd name="connsiteY4" fmla="*/ 9739 h 30129"/>
                        <a:gd name="connsiteX5" fmla="*/ 9124 w 11291"/>
                        <a:gd name="connsiteY5" fmla="*/ 4977 h 30129"/>
                        <a:gd name="connsiteX6" fmla="*/ 75 w 11291"/>
                        <a:gd name="connsiteY6" fmla="*/ 7453 h 30129"/>
                        <a:gd name="connsiteX7" fmla="*/ 5505 w 11291"/>
                        <a:gd name="connsiteY7" fmla="*/ 28122 h 30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291" h="30129">
                          <a:moveTo>
                            <a:pt x="5505" y="28122"/>
                          </a:moveTo>
                          <a:cubicBezTo>
                            <a:pt x="6267" y="29170"/>
                            <a:pt x="7124" y="30028"/>
                            <a:pt x="8172" y="30123"/>
                          </a:cubicBezTo>
                          <a:cubicBezTo>
                            <a:pt x="9124" y="30218"/>
                            <a:pt x="10267" y="29361"/>
                            <a:pt x="10839" y="27646"/>
                          </a:cubicBezTo>
                          <a:cubicBezTo>
                            <a:pt x="11410" y="26122"/>
                            <a:pt x="11315" y="24217"/>
                            <a:pt x="11220" y="22503"/>
                          </a:cubicBezTo>
                          <a:cubicBezTo>
                            <a:pt x="10934" y="18121"/>
                            <a:pt x="10743" y="13930"/>
                            <a:pt x="10172" y="9739"/>
                          </a:cubicBezTo>
                          <a:cubicBezTo>
                            <a:pt x="9981" y="8025"/>
                            <a:pt x="9600" y="6310"/>
                            <a:pt x="9124" y="4977"/>
                          </a:cubicBezTo>
                          <a:cubicBezTo>
                            <a:pt x="7219" y="-833"/>
                            <a:pt x="933" y="-3310"/>
                            <a:pt x="75" y="7453"/>
                          </a:cubicBezTo>
                          <a:cubicBezTo>
                            <a:pt x="-496" y="15740"/>
                            <a:pt x="2266" y="24122"/>
                            <a:pt x="5505" y="2812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83" name="Forme libre : forme 15382">
                      <a:extLst>
                        <a:ext uri="{FF2B5EF4-FFF2-40B4-BE49-F238E27FC236}">
                          <a16:creationId xmlns:a16="http://schemas.microsoft.com/office/drawing/2014/main" id="{D44C9D09-0AD0-4233-9BA4-E804691BB0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3098" y="3146488"/>
                      <a:ext cx="11016" cy="45529"/>
                    </a:xfrm>
                    <a:custGeom>
                      <a:avLst/>
                      <a:gdLst>
                        <a:gd name="connsiteX0" fmla="*/ 0 w 11016"/>
                        <a:gd name="connsiteY0" fmla="*/ 0 h 45529"/>
                        <a:gd name="connsiteX1" fmla="*/ 7715 w 11016"/>
                        <a:gd name="connsiteY1" fmla="*/ 9144 h 45529"/>
                        <a:gd name="connsiteX2" fmla="*/ 9335 w 11016"/>
                        <a:gd name="connsiteY2" fmla="*/ 45529 h 45529"/>
                        <a:gd name="connsiteX3" fmla="*/ 9620 w 11016"/>
                        <a:gd name="connsiteY3" fmla="*/ 40672 h 45529"/>
                        <a:gd name="connsiteX4" fmla="*/ 9430 w 11016"/>
                        <a:gd name="connsiteY4" fmla="*/ 29051 h 45529"/>
                        <a:gd name="connsiteX5" fmla="*/ 7048 w 11016"/>
                        <a:gd name="connsiteY5" fmla="*/ 14383 h 45529"/>
                        <a:gd name="connsiteX6" fmla="*/ 0 w 11016"/>
                        <a:gd name="connsiteY6" fmla="*/ 0 h 45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016" h="45529">
                          <a:moveTo>
                            <a:pt x="0" y="0"/>
                          </a:moveTo>
                          <a:cubicBezTo>
                            <a:pt x="0" y="0"/>
                            <a:pt x="4572" y="2286"/>
                            <a:pt x="7715" y="9144"/>
                          </a:cubicBezTo>
                          <a:cubicBezTo>
                            <a:pt x="10954" y="16097"/>
                            <a:pt x="12383" y="26670"/>
                            <a:pt x="9335" y="45529"/>
                          </a:cubicBezTo>
                          <a:cubicBezTo>
                            <a:pt x="9335" y="45529"/>
                            <a:pt x="9525" y="43625"/>
                            <a:pt x="9620" y="40672"/>
                          </a:cubicBezTo>
                          <a:cubicBezTo>
                            <a:pt x="9811" y="37719"/>
                            <a:pt x="9811" y="33623"/>
                            <a:pt x="9430" y="29051"/>
                          </a:cubicBezTo>
                          <a:cubicBezTo>
                            <a:pt x="9239" y="24575"/>
                            <a:pt x="8382" y="19336"/>
                            <a:pt x="7048" y="14383"/>
                          </a:cubicBezTo>
                          <a:cubicBezTo>
                            <a:pt x="5715" y="9335"/>
                            <a:pt x="3429" y="428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84" name="Forme libre : forme 15383">
                      <a:extLst>
                        <a:ext uri="{FF2B5EF4-FFF2-40B4-BE49-F238E27FC236}">
                          <a16:creationId xmlns:a16="http://schemas.microsoft.com/office/drawing/2014/main" id="{69D6AF7C-9D72-4199-A266-415714AF9E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4947" y="3229451"/>
                      <a:ext cx="23002" cy="52101"/>
                    </a:xfrm>
                    <a:custGeom>
                      <a:avLst/>
                      <a:gdLst>
                        <a:gd name="connsiteX0" fmla="*/ 333 w 23002"/>
                        <a:gd name="connsiteY0" fmla="*/ 0 h 52101"/>
                        <a:gd name="connsiteX1" fmla="*/ 1667 w 23002"/>
                        <a:gd name="connsiteY1" fmla="*/ 24479 h 52101"/>
                        <a:gd name="connsiteX2" fmla="*/ 23003 w 23002"/>
                        <a:gd name="connsiteY2" fmla="*/ 52102 h 52101"/>
                        <a:gd name="connsiteX3" fmla="*/ 11764 w 23002"/>
                        <a:gd name="connsiteY3" fmla="*/ 42482 h 52101"/>
                        <a:gd name="connsiteX4" fmla="*/ 3667 w 23002"/>
                        <a:gd name="connsiteY4" fmla="*/ 26575 h 52101"/>
                        <a:gd name="connsiteX5" fmla="*/ 333 w 23002"/>
                        <a:gd name="connsiteY5" fmla="*/ 0 h 52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002" h="52101">
                          <a:moveTo>
                            <a:pt x="333" y="0"/>
                          </a:moveTo>
                          <a:cubicBezTo>
                            <a:pt x="333" y="0"/>
                            <a:pt x="-1000" y="11906"/>
                            <a:pt x="1667" y="24479"/>
                          </a:cubicBezTo>
                          <a:cubicBezTo>
                            <a:pt x="4143" y="37052"/>
                            <a:pt x="10716" y="50006"/>
                            <a:pt x="23003" y="52102"/>
                          </a:cubicBezTo>
                          <a:cubicBezTo>
                            <a:pt x="23003" y="52102"/>
                            <a:pt x="17478" y="50006"/>
                            <a:pt x="11764" y="42482"/>
                          </a:cubicBezTo>
                          <a:cubicBezTo>
                            <a:pt x="8906" y="38671"/>
                            <a:pt x="5858" y="33528"/>
                            <a:pt x="3667" y="26575"/>
                          </a:cubicBezTo>
                          <a:cubicBezTo>
                            <a:pt x="1476" y="19717"/>
                            <a:pt x="48" y="10859"/>
                            <a:pt x="33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85" name="Forme libre : forme 15384">
                      <a:extLst>
                        <a:ext uri="{FF2B5EF4-FFF2-40B4-BE49-F238E27FC236}">
                          <a16:creationId xmlns:a16="http://schemas.microsoft.com/office/drawing/2014/main" id="{B22FD76D-CC6C-42A1-B3D1-3348EC6894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5977" y="3179393"/>
                      <a:ext cx="13169" cy="24546"/>
                    </a:xfrm>
                    <a:custGeom>
                      <a:avLst/>
                      <a:gdLst>
                        <a:gd name="connsiteX0" fmla="*/ 12451 w 13169"/>
                        <a:gd name="connsiteY0" fmla="*/ 623 h 24546"/>
                        <a:gd name="connsiteX1" fmla="*/ 9689 w 13169"/>
                        <a:gd name="connsiteY1" fmla="*/ 15768 h 24546"/>
                        <a:gd name="connsiteX2" fmla="*/ 1021 w 13169"/>
                        <a:gd name="connsiteY2" fmla="*/ 24055 h 24546"/>
                        <a:gd name="connsiteX3" fmla="*/ 3212 w 13169"/>
                        <a:gd name="connsiteY3" fmla="*/ 8434 h 24546"/>
                        <a:gd name="connsiteX4" fmla="*/ 12451 w 13169"/>
                        <a:gd name="connsiteY4" fmla="*/ 623 h 24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69" h="24546">
                          <a:moveTo>
                            <a:pt x="12451" y="623"/>
                          </a:moveTo>
                          <a:cubicBezTo>
                            <a:pt x="14165" y="2719"/>
                            <a:pt x="12641" y="9386"/>
                            <a:pt x="9689" y="15768"/>
                          </a:cubicBezTo>
                          <a:cubicBezTo>
                            <a:pt x="6450" y="22150"/>
                            <a:pt x="2926" y="25960"/>
                            <a:pt x="1021" y="24055"/>
                          </a:cubicBezTo>
                          <a:cubicBezTo>
                            <a:pt x="-979" y="22150"/>
                            <a:pt x="69" y="15006"/>
                            <a:pt x="3212" y="8434"/>
                          </a:cubicBezTo>
                          <a:cubicBezTo>
                            <a:pt x="6450" y="1862"/>
                            <a:pt x="10737" y="-1472"/>
                            <a:pt x="12451" y="62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86" name="Forme libre : forme 15385">
                      <a:extLst>
                        <a:ext uri="{FF2B5EF4-FFF2-40B4-BE49-F238E27FC236}">
                          <a16:creationId xmlns:a16="http://schemas.microsoft.com/office/drawing/2014/main" id="{DCA80AE1-C423-4ABC-BC98-ED3B062C94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5212" y="3176046"/>
                      <a:ext cx="4336" cy="6961"/>
                    </a:xfrm>
                    <a:custGeom>
                      <a:avLst/>
                      <a:gdLst>
                        <a:gd name="connsiteX0" fmla="*/ 3311 w 4336"/>
                        <a:gd name="connsiteY0" fmla="*/ 65 h 6961"/>
                        <a:gd name="connsiteX1" fmla="*/ 3978 w 4336"/>
                        <a:gd name="connsiteY1" fmla="*/ 4066 h 6961"/>
                        <a:gd name="connsiteX2" fmla="*/ 1025 w 4336"/>
                        <a:gd name="connsiteY2" fmla="*/ 6923 h 6961"/>
                        <a:gd name="connsiteX3" fmla="*/ 359 w 4336"/>
                        <a:gd name="connsiteY3" fmla="*/ 2923 h 6961"/>
                        <a:gd name="connsiteX4" fmla="*/ 3311 w 4336"/>
                        <a:gd name="connsiteY4" fmla="*/ 65 h 6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961">
                          <a:moveTo>
                            <a:pt x="3311" y="65"/>
                          </a:moveTo>
                          <a:cubicBezTo>
                            <a:pt x="4359" y="446"/>
                            <a:pt x="4645" y="2256"/>
                            <a:pt x="3978" y="4066"/>
                          </a:cubicBezTo>
                          <a:cubicBezTo>
                            <a:pt x="3311" y="5875"/>
                            <a:pt x="2073" y="7209"/>
                            <a:pt x="1025" y="6923"/>
                          </a:cubicBezTo>
                          <a:cubicBezTo>
                            <a:pt x="-22" y="6637"/>
                            <a:pt x="-308" y="4828"/>
                            <a:pt x="359" y="2923"/>
                          </a:cubicBezTo>
                          <a:cubicBezTo>
                            <a:pt x="1025" y="1017"/>
                            <a:pt x="2264" y="-316"/>
                            <a:pt x="3311" y="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87" name="Forme libre : forme 15386">
                      <a:extLst>
                        <a:ext uri="{FF2B5EF4-FFF2-40B4-BE49-F238E27FC236}">
                          <a16:creationId xmlns:a16="http://schemas.microsoft.com/office/drawing/2014/main" id="{7D07182D-88AD-4BDE-B2D2-0B6AD970CE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6181" y="3144503"/>
                      <a:ext cx="49606" cy="55270"/>
                    </a:xfrm>
                    <a:custGeom>
                      <a:avLst/>
                      <a:gdLst>
                        <a:gd name="connsiteX0" fmla="*/ 29199 w 49606"/>
                        <a:gd name="connsiteY0" fmla="*/ 747 h 55270"/>
                        <a:gd name="connsiteX1" fmla="*/ 46820 w 49606"/>
                        <a:gd name="connsiteY1" fmla="*/ 3795 h 55270"/>
                        <a:gd name="connsiteX2" fmla="*/ 49106 w 49606"/>
                        <a:gd name="connsiteY2" fmla="*/ 10653 h 55270"/>
                        <a:gd name="connsiteX3" fmla="*/ 42820 w 49606"/>
                        <a:gd name="connsiteY3" fmla="*/ 16082 h 55270"/>
                        <a:gd name="connsiteX4" fmla="*/ 22246 w 49606"/>
                        <a:gd name="connsiteY4" fmla="*/ 25226 h 55270"/>
                        <a:gd name="connsiteX5" fmla="*/ 11006 w 49606"/>
                        <a:gd name="connsiteY5" fmla="*/ 43991 h 55270"/>
                        <a:gd name="connsiteX6" fmla="*/ 910 w 49606"/>
                        <a:gd name="connsiteY6" fmla="*/ 54087 h 55270"/>
                        <a:gd name="connsiteX7" fmla="*/ 3291 w 49606"/>
                        <a:gd name="connsiteY7" fmla="*/ 32846 h 55270"/>
                        <a:gd name="connsiteX8" fmla="*/ 13292 w 49606"/>
                        <a:gd name="connsiteY8" fmla="*/ 12463 h 55270"/>
                        <a:gd name="connsiteX9" fmla="*/ 29199 w 49606"/>
                        <a:gd name="connsiteY9" fmla="*/ 747 h 552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9606" h="55270">
                          <a:moveTo>
                            <a:pt x="29199" y="747"/>
                          </a:moveTo>
                          <a:cubicBezTo>
                            <a:pt x="36152" y="-1158"/>
                            <a:pt x="41772" y="842"/>
                            <a:pt x="46820" y="3795"/>
                          </a:cubicBezTo>
                          <a:cubicBezTo>
                            <a:pt x="48630" y="4843"/>
                            <a:pt x="50535" y="7129"/>
                            <a:pt x="49106" y="10653"/>
                          </a:cubicBezTo>
                          <a:cubicBezTo>
                            <a:pt x="47773" y="13796"/>
                            <a:pt x="45106" y="15511"/>
                            <a:pt x="42820" y="16082"/>
                          </a:cubicBezTo>
                          <a:cubicBezTo>
                            <a:pt x="35866" y="18178"/>
                            <a:pt x="29008" y="18083"/>
                            <a:pt x="22246" y="25226"/>
                          </a:cubicBezTo>
                          <a:cubicBezTo>
                            <a:pt x="20150" y="27417"/>
                            <a:pt x="15197" y="36275"/>
                            <a:pt x="11006" y="43991"/>
                          </a:cubicBezTo>
                          <a:cubicBezTo>
                            <a:pt x="6625" y="51610"/>
                            <a:pt x="2910" y="57992"/>
                            <a:pt x="910" y="54087"/>
                          </a:cubicBezTo>
                          <a:cubicBezTo>
                            <a:pt x="-1091" y="50182"/>
                            <a:pt x="433" y="41419"/>
                            <a:pt x="3291" y="32846"/>
                          </a:cubicBezTo>
                          <a:cubicBezTo>
                            <a:pt x="6148" y="24274"/>
                            <a:pt x="10625" y="15987"/>
                            <a:pt x="13292" y="12463"/>
                          </a:cubicBezTo>
                          <a:cubicBezTo>
                            <a:pt x="18340" y="6081"/>
                            <a:pt x="24056" y="2081"/>
                            <a:pt x="29199" y="74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18" name="Graphique 1">
                    <a:extLst>
                      <a:ext uri="{FF2B5EF4-FFF2-40B4-BE49-F238E27FC236}">
                        <a16:creationId xmlns:a16="http://schemas.microsoft.com/office/drawing/2014/main" id="{693B055A-6588-41BA-B59A-4751309F6880}"/>
                      </a:ext>
                    </a:extLst>
                  </p:cNvPr>
                  <p:cNvGrpSpPr/>
                  <p:nvPr/>
                </p:nvGrpSpPr>
                <p:grpSpPr>
                  <a:xfrm>
                    <a:off x="4163917" y="3053090"/>
                    <a:ext cx="151646" cy="93707"/>
                    <a:chOff x="4163917" y="3053090"/>
                    <a:chExt cx="151646" cy="93707"/>
                  </a:xfrm>
                  <a:solidFill>
                    <a:schemeClr val="accent1"/>
                  </a:solidFill>
                </p:grpSpPr>
                <p:sp>
                  <p:nvSpPr>
                    <p:cNvPr id="15364" name="Forme libre : forme 15363">
                      <a:extLst>
                        <a:ext uri="{FF2B5EF4-FFF2-40B4-BE49-F238E27FC236}">
                          <a16:creationId xmlns:a16="http://schemas.microsoft.com/office/drawing/2014/main" id="{7A34DFA5-11C5-4CD3-9750-FF9ABCB9F6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3917" y="3053090"/>
                      <a:ext cx="151646" cy="93707"/>
                    </a:xfrm>
                    <a:custGeom>
                      <a:avLst/>
                      <a:gdLst>
                        <a:gd name="connsiteX0" fmla="*/ 100620 w 151646"/>
                        <a:gd name="connsiteY0" fmla="*/ 73871 h 93707"/>
                        <a:gd name="connsiteX1" fmla="*/ 90047 w 151646"/>
                        <a:gd name="connsiteY1" fmla="*/ 74443 h 93707"/>
                        <a:gd name="connsiteX2" fmla="*/ 84713 w 151646"/>
                        <a:gd name="connsiteY2" fmla="*/ 74729 h 93707"/>
                        <a:gd name="connsiteX3" fmla="*/ 81284 w 151646"/>
                        <a:gd name="connsiteY3" fmla="*/ 75395 h 93707"/>
                        <a:gd name="connsiteX4" fmla="*/ 67949 w 151646"/>
                        <a:gd name="connsiteY4" fmla="*/ 81206 h 93707"/>
                        <a:gd name="connsiteX5" fmla="*/ 57662 w 151646"/>
                        <a:gd name="connsiteY5" fmla="*/ 87016 h 93707"/>
                        <a:gd name="connsiteX6" fmla="*/ 46042 w 151646"/>
                        <a:gd name="connsiteY6" fmla="*/ 91588 h 93707"/>
                        <a:gd name="connsiteX7" fmla="*/ 24039 w 151646"/>
                        <a:gd name="connsiteY7" fmla="*/ 91112 h 93707"/>
                        <a:gd name="connsiteX8" fmla="*/ 7179 w 151646"/>
                        <a:gd name="connsiteY8" fmla="*/ 80634 h 93707"/>
                        <a:gd name="connsiteX9" fmla="*/ 893 w 151646"/>
                        <a:gd name="connsiteY9" fmla="*/ 57012 h 93707"/>
                        <a:gd name="connsiteX10" fmla="*/ 9180 w 151646"/>
                        <a:gd name="connsiteY10" fmla="*/ 38819 h 93707"/>
                        <a:gd name="connsiteX11" fmla="*/ 27087 w 151646"/>
                        <a:gd name="connsiteY11" fmla="*/ 20912 h 93707"/>
                        <a:gd name="connsiteX12" fmla="*/ 64425 w 151646"/>
                        <a:gd name="connsiteY12" fmla="*/ 4053 h 93707"/>
                        <a:gd name="connsiteX13" fmla="*/ 74712 w 151646"/>
                        <a:gd name="connsiteY13" fmla="*/ 1957 h 93707"/>
                        <a:gd name="connsiteX14" fmla="*/ 83379 w 151646"/>
                        <a:gd name="connsiteY14" fmla="*/ 1100 h 93707"/>
                        <a:gd name="connsiteX15" fmla="*/ 100715 w 151646"/>
                        <a:gd name="connsiteY15" fmla="*/ 53 h 93707"/>
                        <a:gd name="connsiteX16" fmla="*/ 123670 w 151646"/>
                        <a:gd name="connsiteY16" fmla="*/ 3482 h 93707"/>
                        <a:gd name="connsiteX17" fmla="*/ 140910 w 151646"/>
                        <a:gd name="connsiteY17" fmla="*/ 12340 h 93707"/>
                        <a:gd name="connsiteX18" fmla="*/ 150912 w 151646"/>
                        <a:gd name="connsiteY18" fmla="*/ 34914 h 93707"/>
                        <a:gd name="connsiteX19" fmla="*/ 144244 w 151646"/>
                        <a:gd name="connsiteY19" fmla="*/ 54345 h 93707"/>
                        <a:gd name="connsiteX20" fmla="*/ 127385 w 151646"/>
                        <a:gd name="connsiteY20" fmla="*/ 69204 h 93707"/>
                        <a:gd name="connsiteX21" fmla="*/ 114812 w 151646"/>
                        <a:gd name="connsiteY21" fmla="*/ 72728 h 93707"/>
                        <a:gd name="connsiteX22" fmla="*/ 100620 w 151646"/>
                        <a:gd name="connsiteY22" fmla="*/ 73871 h 93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51646" h="93707">
                          <a:moveTo>
                            <a:pt x="100620" y="73871"/>
                          </a:moveTo>
                          <a:cubicBezTo>
                            <a:pt x="97191" y="73586"/>
                            <a:pt x="93571" y="74348"/>
                            <a:pt x="90047" y="74443"/>
                          </a:cubicBezTo>
                          <a:lnTo>
                            <a:pt x="84713" y="74729"/>
                          </a:lnTo>
                          <a:cubicBezTo>
                            <a:pt x="83475" y="75014"/>
                            <a:pt x="82427" y="75205"/>
                            <a:pt x="81284" y="75395"/>
                          </a:cubicBezTo>
                          <a:cubicBezTo>
                            <a:pt x="76807" y="76538"/>
                            <a:pt x="72331" y="77967"/>
                            <a:pt x="67949" y="81206"/>
                          </a:cubicBezTo>
                          <a:cubicBezTo>
                            <a:pt x="64806" y="83301"/>
                            <a:pt x="61282" y="85111"/>
                            <a:pt x="57662" y="87016"/>
                          </a:cubicBezTo>
                          <a:cubicBezTo>
                            <a:pt x="53852" y="88540"/>
                            <a:pt x="50137" y="90635"/>
                            <a:pt x="46042" y="91588"/>
                          </a:cubicBezTo>
                          <a:cubicBezTo>
                            <a:pt x="38231" y="94160"/>
                            <a:pt x="30040" y="94826"/>
                            <a:pt x="24039" y="91112"/>
                          </a:cubicBezTo>
                          <a:lnTo>
                            <a:pt x="7179" y="80634"/>
                          </a:lnTo>
                          <a:cubicBezTo>
                            <a:pt x="988" y="76824"/>
                            <a:pt x="-1488" y="68347"/>
                            <a:pt x="893" y="57012"/>
                          </a:cubicBezTo>
                          <a:cubicBezTo>
                            <a:pt x="2417" y="51488"/>
                            <a:pt x="4608" y="45106"/>
                            <a:pt x="9180" y="38819"/>
                          </a:cubicBezTo>
                          <a:cubicBezTo>
                            <a:pt x="13371" y="32533"/>
                            <a:pt x="19467" y="26246"/>
                            <a:pt x="27087" y="20912"/>
                          </a:cubicBezTo>
                          <a:cubicBezTo>
                            <a:pt x="37755" y="13197"/>
                            <a:pt x="50899" y="7387"/>
                            <a:pt x="64425" y="4053"/>
                          </a:cubicBezTo>
                          <a:cubicBezTo>
                            <a:pt x="67854" y="3291"/>
                            <a:pt x="71378" y="2529"/>
                            <a:pt x="74712" y="1957"/>
                          </a:cubicBezTo>
                          <a:lnTo>
                            <a:pt x="83379" y="1100"/>
                          </a:lnTo>
                          <a:cubicBezTo>
                            <a:pt x="89190" y="719"/>
                            <a:pt x="94809" y="-233"/>
                            <a:pt x="100715" y="53"/>
                          </a:cubicBezTo>
                          <a:cubicBezTo>
                            <a:pt x="108907" y="433"/>
                            <a:pt x="116812" y="910"/>
                            <a:pt x="123670" y="3482"/>
                          </a:cubicBezTo>
                          <a:cubicBezTo>
                            <a:pt x="130528" y="5958"/>
                            <a:pt x="136434" y="8720"/>
                            <a:pt x="140910" y="12340"/>
                          </a:cubicBezTo>
                          <a:cubicBezTo>
                            <a:pt x="149864" y="19865"/>
                            <a:pt x="153293" y="27961"/>
                            <a:pt x="150912" y="34914"/>
                          </a:cubicBezTo>
                          <a:lnTo>
                            <a:pt x="144244" y="54345"/>
                          </a:lnTo>
                          <a:cubicBezTo>
                            <a:pt x="141768" y="61298"/>
                            <a:pt x="135005" y="66442"/>
                            <a:pt x="127385" y="69204"/>
                          </a:cubicBezTo>
                          <a:cubicBezTo>
                            <a:pt x="123480" y="70633"/>
                            <a:pt x="119193" y="72252"/>
                            <a:pt x="114812" y="72728"/>
                          </a:cubicBezTo>
                          <a:cubicBezTo>
                            <a:pt x="110240" y="73205"/>
                            <a:pt x="105477" y="74348"/>
                            <a:pt x="100620" y="73871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65" name="Forme libre : forme 15364">
                      <a:extLst>
                        <a:ext uri="{FF2B5EF4-FFF2-40B4-BE49-F238E27FC236}">
                          <a16:creationId xmlns:a16="http://schemas.microsoft.com/office/drawing/2014/main" id="{353BBD06-6581-42F6-8C78-3EF8F4F318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0526" y="3099904"/>
                      <a:ext cx="127349" cy="46893"/>
                    </a:xfrm>
                    <a:custGeom>
                      <a:avLst/>
                      <a:gdLst>
                        <a:gd name="connsiteX0" fmla="*/ 45053 w 127349"/>
                        <a:gd name="connsiteY0" fmla="*/ 10293 h 46893"/>
                        <a:gd name="connsiteX1" fmla="*/ 22574 w 127349"/>
                        <a:gd name="connsiteY1" fmla="*/ 26962 h 46893"/>
                        <a:gd name="connsiteX2" fmla="*/ 0 w 127349"/>
                        <a:gd name="connsiteY2" fmla="*/ 39726 h 46893"/>
                        <a:gd name="connsiteX3" fmla="*/ 7239 w 127349"/>
                        <a:gd name="connsiteY3" fmla="*/ 44298 h 46893"/>
                        <a:gd name="connsiteX4" fmla="*/ 29242 w 127349"/>
                        <a:gd name="connsiteY4" fmla="*/ 44774 h 46893"/>
                        <a:gd name="connsiteX5" fmla="*/ 40862 w 127349"/>
                        <a:gd name="connsiteY5" fmla="*/ 40202 h 46893"/>
                        <a:gd name="connsiteX6" fmla="*/ 51149 w 127349"/>
                        <a:gd name="connsiteY6" fmla="*/ 34392 h 46893"/>
                        <a:gd name="connsiteX7" fmla="*/ 64484 w 127349"/>
                        <a:gd name="connsiteY7" fmla="*/ 28582 h 46893"/>
                        <a:gd name="connsiteX8" fmla="*/ 67913 w 127349"/>
                        <a:gd name="connsiteY8" fmla="*/ 27915 h 46893"/>
                        <a:gd name="connsiteX9" fmla="*/ 73247 w 127349"/>
                        <a:gd name="connsiteY9" fmla="*/ 27629 h 46893"/>
                        <a:gd name="connsiteX10" fmla="*/ 83820 w 127349"/>
                        <a:gd name="connsiteY10" fmla="*/ 27058 h 46893"/>
                        <a:gd name="connsiteX11" fmla="*/ 97726 w 127349"/>
                        <a:gd name="connsiteY11" fmla="*/ 26010 h 46893"/>
                        <a:gd name="connsiteX12" fmla="*/ 110299 w 127349"/>
                        <a:gd name="connsiteY12" fmla="*/ 22485 h 46893"/>
                        <a:gd name="connsiteX13" fmla="*/ 127159 w 127349"/>
                        <a:gd name="connsiteY13" fmla="*/ 7626 h 46893"/>
                        <a:gd name="connsiteX14" fmla="*/ 127349 w 127349"/>
                        <a:gd name="connsiteY14" fmla="*/ 6960 h 46893"/>
                        <a:gd name="connsiteX15" fmla="*/ 105823 w 127349"/>
                        <a:gd name="connsiteY15" fmla="*/ 2102 h 46893"/>
                        <a:gd name="connsiteX16" fmla="*/ 84201 w 127349"/>
                        <a:gd name="connsiteY16" fmla="*/ 7 h 46893"/>
                        <a:gd name="connsiteX17" fmla="*/ 62770 w 127349"/>
                        <a:gd name="connsiteY17" fmla="*/ 2007 h 46893"/>
                        <a:gd name="connsiteX18" fmla="*/ 53340 w 127349"/>
                        <a:gd name="connsiteY18" fmla="*/ 5245 h 46893"/>
                        <a:gd name="connsiteX19" fmla="*/ 48863 w 127349"/>
                        <a:gd name="connsiteY19" fmla="*/ 7436 h 46893"/>
                        <a:gd name="connsiteX20" fmla="*/ 45053 w 127349"/>
                        <a:gd name="connsiteY20" fmla="*/ 10293 h 46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27349" h="46893">
                          <a:moveTo>
                            <a:pt x="45053" y="10293"/>
                          </a:moveTo>
                          <a:cubicBezTo>
                            <a:pt x="37529" y="16009"/>
                            <a:pt x="30194" y="21724"/>
                            <a:pt x="22574" y="26962"/>
                          </a:cubicBezTo>
                          <a:cubicBezTo>
                            <a:pt x="15240" y="32487"/>
                            <a:pt x="7429" y="37059"/>
                            <a:pt x="0" y="39726"/>
                          </a:cubicBezTo>
                          <a:lnTo>
                            <a:pt x="7239" y="44298"/>
                          </a:lnTo>
                          <a:cubicBezTo>
                            <a:pt x="13240" y="48012"/>
                            <a:pt x="21431" y="47346"/>
                            <a:pt x="29242" y="44774"/>
                          </a:cubicBezTo>
                          <a:cubicBezTo>
                            <a:pt x="33338" y="43821"/>
                            <a:pt x="37052" y="41726"/>
                            <a:pt x="40862" y="40202"/>
                          </a:cubicBezTo>
                          <a:cubicBezTo>
                            <a:pt x="44577" y="38297"/>
                            <a:pt x="48006" y="36487"/>
                            <a:pt x="51149" y="34392"/>
                          </a:cubicBezTo>
                          <a:cubicBezTo>
                            <a:pt x="55626" y="31153"/>
                            <a:pt x="60103" y="29725"/>
                            <a:pt x="64484" y="28582"/>
                          </a:cubicBezTo>
                          <a:cubicBezTo>
                            <a:pt x="65627" y="28391"/>
                            <a:pt x="66675" y="28105"/>
                            <a:pt x="67913" y="27915"/>
                          </a:cubicBezTo>
                          <a:lnTo>
                            <a:pt x="73247" y="27629"/>
                          </a:lnTo>
                          <a:cubicBezTo>
                            <a:pt x="76771" y="27534"/>
                            <a:pt x="80391" y="26772"/>
                            <a:pt x="83820" y="27058"/>
                          </a:cubicBezTo>
                          <a:cubicBezTo>
                            <a:pt x="88678" y="27534"/>
                            <a:pt x="93345" y="26391"/>
                            <a:pt x="97726" y="26010"/>
                          </a:cubicBezTo>
                          <a:cubicBezTo>
                            <a:pt x="102108" y="25534"/>
                            <a:pt x="106394" y="23914"/>
                            <a:pt x="110299" y="22485"/>
                          </a:cubicBezTo>
                          <a:cubicBezTo>
                            <a:pt x="118015" y="19723"/>
                            <a:pt x="124778" y="14580"/>
                            <a:pt x="127159" y="7626"/>
                          </a:cubicBezTo>
                          <a:lnTo>
                            <a:pt x="127349" y="6960"/>
                          </a:lnTo>
                          <a:cubicBezTo>
                            <a:pt x="120015" y="5341"/>
                            <a:pt x="113062" y="2864"/>
                            <a:pt x="105823" y="2102"/>
                          </a:cubicBezTo>
                          <a:cubicBezTo>
                            <a:pt x="98679" y="483"/>
                            <a:pt x="91440" y="387"/>
                            <a:pt x="84201" y="7"/>
                          </a:cubicBezTo>
                          <a:cubicBezTo>
                            <a:pt x="77057" y="-89"/>
                            <a:pt x="69628" y="864"/>
                            <a:pt x="62770" y="2007"/>
                          </a:cubicBezTo>
                          <a:cubicBezTo>
                            <a:pt x="59531" y="2959"/>
                            <a:pt x="56293" y="3531"/>
                            <a:pt x="53340" y="5245"/>
                          </a:cubicBezTo>
                          <a:cubicBezTo>
                            <a:pt x="51911" y="6007"/>
                            <a:pt x="50387" y="6674"/>
                            <a:pt x="48863" y="7436"/>
                          </a:cubicBezTo>
                          <a:cubicBezTo>
                            <a:pt x="47815" y="8388"/>
                            <a:pt x="46482" y="9341"/>
                            <a:pt x="45053" y="1029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66" name="Forme libre : forme 15365">
                      <a:extLst>
                        <a:ext uri="{FF2B5EF4-FFF2-40B4-BE49-F238E27FC236}">
                          <a16:creationId xmlns:a16="http://schemas.microsoft.com/office/drawing/2014/main" id="{A96F356A-3563-418B-BB03-532324B29B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4177" y="3078776"/>
                      <a:ext cx="66595" cy="29135"/>
                    </a:xfrm>
                    <a:custGeom>
                      <a:avLst/>
                      <a:gdLst>
                        <a:gd name="connsiteX0" fmla="*/ 66552 w 66595"/>
                        <a:gd name="connsiteY0" fmla="*/ 13896 h 29135"/>
                        <a:gd name="connsiteX1" fmla="*/ 56170 w 66595"/>
                        <a:gd name="connsiteY1" fmla="*/ 23135 h 29135"/>
                        <a:gd name="connsiteX2" fmla="*/ 46168 w 66595"/>
                        <a:gd name="connsiteY2" fmla="*/ 25897 h 29135"/>
                        <a:gd name="connsiteX3" fmla="*/ 34167 w 66595"/>
                        <a:gd name="connsiteY3" fmla="*/ 27897 h 29135"/>
                        <a:gd name="connsiteX4" fmla="*/ 28356 w 66595"/>
                        <a:gd name="connsiteY4" fmla="*/ 28469 h 29135"/>
                        <a:gd name="connsiteX5" fmla="*/ 23118 w 66595"/>
                        <a:gd name="connsiteY5" fmla="*/ 28755 h 29135"/>
                        <a:gd name="connsiteX6" fmla="*/ 13688 w 66595"/>
                        <a:gd name="connsiteY6" fmla="*/ 29136 h 29135"/>
                        <a:gd name="connsiteX7" fmla="*/ 925 w 66595"/>
                        <a:gd name="connsiteY7" fmla="*/ 24945 h 29135"/>
                        <a:gd name="connsiteX8" fmla="*/ 5592 w 66595"/>
                        <a:gd name="connsiteY8" fmla="*/ 11419 h 29135"/>
                        <a:gd name="connsiteX9" fmla="*/ 16069 w 66595"/>
                        <a:gd name="connsiteY9" fmla="*/ 4275 h 29135"/>
                        <a:gd name="connsiteX10" fmla="*/ 30833 w 66595"/>
                        <a:gd name="connsiteY10" fmla="*/ 370 h 29135"/>
                        <a:gd name="connsiteX11" fmla="*/ 45311 w 66595"/>
                        <a:gd name="connsiteY11" fmla="*/ 275 h 29135"/>
                        <a:gd name="connsiteX12" fmla="*/ 56931 w 66595"/>
                        <a:gd name="connsiteY12" fmla="*/ 3418 h 29135"/>
                        <a:gd name="connsiteX13" fmla="*/ 66552 w 66595"/>
                        <a:gd name="connsiteY13" fmla="*/ 13896 h 29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66595" h="29135">
                          <a:moveTo>
                            <a:pt x="66552" y="13896"/>
                          </a:moveTo>
                          <a:cubicBezTo>
                            <a:pt x="66076" y="17610"/>
                            <a:pt x="61980" y="20849"/>
                            <a:pt x="56170" y="23135"/>
                          </a:cubicBezTo>
                          <a:cubicBezTo>
                            <a:pt x="53217" y="24373"/>
                            <a:pt x="49883" y="24849"/>
                            <a:pt x="46168" y="25897"/>
                          </a:cubicBezTo>
                          <a:cubicBezTo>
                            <a:pt x="42454" y="26945"/>
                            <a:pt x="38453" y="27612"/>
                            <a:pt x="34167" y="27897"/>
                          </a:cubicBezTo>
                          <a:cubicBezTo>
                            <a:pt x="31881" y="27993"/>
                            <a:pt x="30071" y="28183"/>
                            <a:pt x="28356" y="28469"/>
                          </a:cubicBezTo>
                          <a:cubicBezTo>
                            <a:pt x="26642" y="28659"/>
                            <a:pt x="24832" y="28659"/>
                            <a:pt x="23118" y="28755"/>
                          </a:cubicBezTo>
                          <a:cubicBezTo>
                            <a:pt x="19879" y="29326"/>
                            <a:pt x="16450" y="28945"/>
                            <a:pt x="13688" y="29136"/>
                          </a:cubicBezTo>
                          <a:cubicBezTo>
                            <a:pt x="7878" y="29040"/>
                            <a:pt x="2925" y="28088"/>
                            <a:pt x="925" y="24945"/>
                          </a:cubicBezTo>
                          <a:cubicBezTo>
                            <a:pt x="-1171" y="21611"/>
                            <a:pt x="258" y="16563"/>
                            <a:pt x="5592" y="11419"/>
                          </a:cubicBezTo>
                          <a:cubicBezTo>
                            <a:pt x="8068" y="8657"/>
                            <a:pt x="11878" y="6561"/>
                            <a:pt x="16069" y="4275"/>
                          </a:cubicBezTo>
                          <a:cubicBezTo>
                            <a:pt x="20356" y="2561"/>
                            <a:pt x="25880" y="656"/>
                            <a:pt x="30833" y="370"/>
                          </a:cubicBezTo>
                          <a:cubicBezTo>
                            <a:pt x="35977" y="-106"/>
                            <a:pt x="40834" y="-106"/>
                            <a:pt x="45311" y="275"/>
                          </a:cubicBezTo>
                          <a:cubicBezTo>
                            <a:pt x="49693" y="656"/>
                            <a:pt x="53693" y="2180"/>
                            <a:pt x="56931" y="3418"/>
                          </a:cubicBezTo>
                          <a:cubicBezTo>
                            <a:pt x="63599" y="6180"/>
                            <a:pt x="67028" y="9895"/>
                            <a:pt x="66552" y="1389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67" name="Forme libre : forme 15366">
                      <a:extLst>
                        <a:ext uri="{FF2B5EF4-FFF2-40B4-BE49-F238E27FC236}">
                          <a16:creationId xmlns:a16="http://schemas.microsoft.com/office/drawing/2014/main" id="{8E02807B-9940-4F71-9D93-EA4574FA19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4397" y="3086385"/>
                      <a:ext cx="47949" cy="21431"/>
                    </a:xfrm>
                    <a:custGeom>
                      <a:avLst/>
                      <a:gdLst>
                        <a:gd name="connsiteX0" fmla="*/ 10135 w 47949"/>
                        <a:gd name="connsiteY0" fmla="*/ 0 h 21431"/>
                        <a:gd name="connsiteX1" fmla="*/ 1182 w 47949"/>
                        <a:gd name="connsiteY1" fmla="*/ 9430 h 21431"/>
                        <a:gd name="connsiteX2" fmla="*/ 896 w 47949"/>
                        <a:gd name="connsiteY2" fmla="*/ 17240 h 21431"/>
                        <a:gd name="connsiteX3" fmla="*/ 13659 w 47949"/>
                        <a:gd name="connsiteY3" fmla="*/ 21431 h 21431"/>
                        <a:gd name="connsiteX4" fmla="*/ 23089 w 47949"/>
                        <a:gd name="connsiteY4" fmla="*/ 21050 h 21431"/>
                        <a:gd name="connsiteX5" fmla="*/ 28328 w 47949"/>
                        <a:gd name="connsiteY5" fmla="*/ 20764 h 21431"/>
                        <a:gd name="connsiteX6" fmla="*/ 34138 w 47949"/>
                        <a:gd name="connsiteY6" fmla="*/ 20193 h 21431"/>
                        <a:gd name="connsiteX7" fmla="*/ 47949 w 47949"/>
                        <a:gd name="connsiteY7" fmla="*/ 17621 h 21431"/>
                        <a:gd name="connsiteX8" fmla="*/ 40139 w 47949"/>
                        <a:gd name="connsiteY8" fmla="*/ 17240 h 21431"/>
                        <a:gd name="connsiteX9" fmla="*/ 29852 w 47949"/>
                        <a:gd name="connsiteY9" fmla="*/ 14002 h 21431"/>
                        <a:gd name="connsiteX10" fmla="*/ 21089 w 47949"/>
                        <a:gd name="connsiteY10" fmla="*/ 10192 h 21431"/>
                        <a:gd name="connsiteX11" fmla="*/ 10135 w 47949"/>
                        <a:gd name="connsiteY11" fmla="*/ 0 h 21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949" h="21431">
                          <a:moveTo>
                            <a:pt x="10135" y="0"/>
                          </a:moveTo>
                          <a:cubicBezTo>
                            <a:pt x="5658" y="2762"/>
                            <a:pt x="2896" y="6572"/>
                            <a:pt x="1182" y="9430"/>
                          </a:cubicBezTo>
                          <a:cubicBezTo>
                            <a:pt x="-343" y="12382"/>
                            <a:pt x="-343" y="15335"/>
                            <a:pt x="896" y="17240"/>
                          </a:cubicBezTo>
                          <a:cubicBezTo>
                            <a:pt x="2896" y="20384"/>
                            <a:pt x="7754" y="21336"/>
                            <a:pt x="13659" y="21431"/>
                          </a:cubicBezTo>
                          <a:cubicBezTo>
                            <a:pt x="16517" y="21241"/>
                            <a:pt x="19850" y="21622"/>
                            <a:pt x="23089" y="21050"/>
                          </a:cubicBezTo>
                          <a:cubicBezTo>
                            <a:pt x="24804" y="20955"/>
                            <a:pt x="26518" y="20955"/>
                            <a:pt x="28328" y="20764"/>
                          </a:cubicBezTo>
                          <a:cubicBezTo>
                            <a:pt x="30042" y="20574"/>
                            <a:pt x="31852" y="20288"/>
                            <a:pt x="34138" y="20193"/>
                          </a:cubicBezTo>
                          <a:cubicBezTo>
                            <a:pt x="39091" y="19812"/>
                            <a:pt x="43758" y="18955"/>
                            <a:pt x="47949" y="17621"/>
                          </a:cubicBezTo>
                          <a:cubicBezTo>
                            <a:pt x="45378" y="17717"/>
                            <a:pt x="42711" y="17717"/>
                            <a:pt x="40139" y="17240"/>
                          </a:cubicBezTo>
                          <a:cubicBezTo>
                            <a:pt x="36615" y="16478"/>
                            <a:pt x="33090" y="15240"/>
                            <a:pt x="29852" y="14002"/>
                          </a:cubicBezTo>
                          <a:cubicBezTo>
                            <a:pt x="26804" y="12954"/>
                            <a:pt x="23851" y="11716"/>
                            <a:pt x="21089" y="10192"/>
                          </a:cubicBezTo>
                          <a:cubicBezTo>
                            <a:pt x="15659" y="7906"/>
                            <a:pt x="11183" y="4572"/>
                            <a:pt x="10135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68" name="Forme libre : forme 15367">
                      <a:extLst>
                        <a:ext uri="{FF2B5EF4-FFF2-40B4-BE49-F238E27FC236}">
                          <a16:creationId xmlns:a16="http://schemas.microsoft.com/office/drawing/2014/main" id="{D5ED6B95-9F0C-4E42-82F8-F1A81A747B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8896" y="3081467"/>
                      <a:ext cx="64927" cy="28482"/>
                    </a:xfrm>
                    <a:custGeom>
                      <a:avLst/>
                      <a:gdLst>
                        <a:gd name="connsiteX0" fmla="*/ 64881 w 64927"/>
                        <a:gd name="connsiteY0" fmla="*/ 14824 h 28482"/>
                        <a:gd name="connsiteX1" fmla="*/ 54499 w 64927"/>
                        <a:gd name="connsiteY1" fmla="*/ 23682 h 28482"/>
                        <a:gd name="connsiteX2" fmla="*/ 44688 w 64927"/>
                        <a:gd name="connsiteY2" fmla="*/ 26254 h 28482"/>
                        <a:gd name="connsiteX3" fmla="*/ 32973 w 64927"/>
                        <a:gd name="connsiteY3" fmla="*/ 28064 h 28482"/>
                        <a:gd name="connsiteX4" fmla="*/ 26877 w 64927"/>
                        <a:gd name="connsiteY4" fmla="*/ 28254 h 28482"/>
                        <a:gd name="connsiteX5" fmla="*/ 22019 w 64927"/>
                        <a:gd name="connsiteY5" fmla="*/ 28445 h 28482"/>
                        <a:gd name="connsiteX6" fmla="*/ 12970 w 64927"/>
                        <a:gd name="connsiteY6" fmla="*/ 28064 h 28482"/>
                        <a:gd name="connsiteX7" fmla="*/ 5541 w 64927"/>
                        <a:gd name="connsiteY7" fmla="*/ 26730 h 28482"/>
                        <a:gd name="connsiteX8" fmla="*/ 778 w 64927"/>
                        <a:gd name="connsiteY8" fmla="*/ 23111 h 28482"/>
                        <a:gd name="connsiteX9" fmla="*/ 588 w 64927"/>
                        <a:gd name="connsiteY9" fmla="*/ 17205 h 28482"/>
                        <a:gd name="connsiteX10" fmla="*/ 5636 w 64927"/>
                        <a:gd name="connsiteY10" fmla="*/ 9966 h 28482"/>
                        <a:gd name="connsiteX11" fmla="*/ 16113 w 64927"/>
                        <a:gd name="connsiteY11" fmla="*/ 3585 h 28482"/>
                        <a:gd name="connsiteX12" fmla="*/ 23067 w 64927"/>
                        <a:gd name="connsiteY12" fmla="*/ 1299 h 28482"/>
                        <a:gd name="connsiteX13" fmla="*/ 30401 w 64927"/>
                        <a:gd name="connsiteY13" fmla="*/ 346 h 28482"/>
                        <a:gd name="connsiteX14" fmla="*/ 44593 w 64927"/>
                        <a:gd name="connsiteY14" fmla="*/ 441 h 28482"/>
                        <a:gd name="connsiteX15" fmla="*/ 55928 w 64927"/>
                        <a:gd name="connsiteY15" fmla="*/ 3870 h 28482"/>
                        <a:gd name="connsiteX16" fmla="*/ 64881 w 64927"/>
                        <a:gd name="connsiteY16" fmla="*/ 14824 h 28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64927" h="28482">
                          <a:moveTo>
                            <a:pt x="64881" y="14824"/>
                          </a:moveTo>
                          <a:cubicBezTo>
                            <a:pt x="64310" y="18825"/>
                            <a:pt x="60309" y="21206"/>
                            <a:pt x="54499" y="23682"/>
                          </a:cubicBezTo>
                          <a:cubicBezTo>
                            <a:pt x="51642" y="24825"/>
                            <a:pt x="48308" y="25683"/>
                            <a:pt x="44688" y="26254"/>
                          </a:cubicBezTo>
                          <a:cubicBezTo>
                            <a:pt x="41069" y="26921"/>
                            <a:pt x="37164" y="27873"/>
                            <a:pt x="32973" y="28064"/>
                          </a:cubicBezTo>
                          <a:cubicBezTo>
                            <a:pt x="30877" y="28254"/>
                            <a:pt x="28782" y="28254"/>
                            <a:pt x="26877" y="28254"/>
                          </a:cubicBezTo>
                          <a:cubicBezTo>
                            <a:pt x="25257" y="28445"/>
                            <a:pt x="23543" y="28540"/>
                            <a:pt x="22019" y="28445"/>
                          </a:cubicBezTo>
                          <a:cubicBezTo>
                            <a:pt x="18780" y="28159"/>
                            <a:pt x="15828" y="28635"/>
                            <a:pt x="12970" y="28064"/>
                          </a:cubicBezTo>
                          <a:cubicBezTo>
                            <a:pt x="10113" y="27778"/>
                            <a:pt x="7731" y="27588"/>
                            <a:pt x="5541" y="26730"/>
                          </a:cubicBezTo>
                          <a:cubicBezTo>
                            <a:pt x="3445" y="25968"/>
                            <a:pt x="1731" y="24730"/>
                            <a:pt x="778" y="23111"/>
                          </a:cubicBezTo>
                          <a:cubicBezTo>
                            <a:pt x="-174" y="21492"/>
                            <a:pt x="-270" y="19491"/>
                            <a:pt x="588" y="17205"/>
                          </a:cubicBezTo>
                          <a:cubicBezTo>
                            <a:pt x="1445" y="15015"/>
                            <a:pt x="3064" y="12348"/>
                            <a:pt x="5636" y="9966"/>
                          </a:cubicBezTo>
                          <a:cubicBezTo>
                            <a:pt x="8398" y="7871"/>
                            <a:pt x="11732" y="5013"/>
                            <a:pt x="16113" y="3585"/>
                          </a:cubicBezTo>
                          <a:cubicBezTo>
                            <a:pt x="18304" y="2727"/>
                            <a:pt x="20590" y="1965"/>
                            <a:pt x="23067" y="1299"/>
                          </a:cubicBezTo>
                          <a:cubicBezTo>
                            <a:pt x="25448" y="822"/>
                            <a:pt x="27829" y="632"/>
                            <a:pt x="30401" y="346"/>
                          </a:cubicBezTo>
                          <a:cubicBezTo>
                            <a:pt x="35449" y="-35"/>
                            <a:pt x="40212" y="-225"/>
                            <a:pt x="44593" y="441"/>
                          </a:cubicBezTo>
                          <a:cubicBezTo>
                            <a:pt x="48975" y="1299"/>
                            <a:pt x="52785" y="2441"/>
                            <a:pt x="55928" y="3870"/>
                          </a:cubicBezTo>
                          <a:cubicBezTo>
                            <a:pt x="62119" y="6537"/>
                            <a:pt x="65358" y="11109"/>
                            <a:pt x="64881" y="1482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69" name="Forme libre : forme 15368">
                      <a:extLst>
                        <a:ext uri="{FF2B5EF4-FFF2-40B4-BE49-F238E27FC236}">
                          <a16:creationId xmlns:a16="http://schemas.microsoft.com/office/drawing/2014/main" id="{080DD175-E49F-4947-898D-20C2CD271F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2218" y="3088634"/>
                      <a:ext cx="85768" cy="42033"/>
                    </a:xfrm>
                    <a:custGeom>
                      <a:avLst/>
                      <a:gdLst>
                        <a:gd name="connsiteX0" fmla="*/ 12881 w 85768"/>
                        <a:gd name="connsiteY0" fmla="*/ 34899 h 42033"/>
                        <a:gd name="connsiteX1" fmla="*/ 23739 w 85768"/>
                        <a:gd name="connsiteY1" fmla="*/ 41662 h 42033"/>
                        <a:gd name="connsiteX2" fmla="*/ 52314 w 85768"/>
                        <a:gd name="connsiteY2" fmla="*/ 36804 h 42033"/>
                        <a:gd name="connsiteX3" fmla="*/ 57648 w 85768"/>
                        <a:gd name="connsiteY3" fmla="*/ 35470 h 42033"/>
                        <a:gd name="connsiteX4" fmla="*/ 60220 w 85768"/>
                        <a:gd name="connsiteY4" fmla="*/ 34709 h 42033"/>
                        <a:gd name="connsiteX5" fmla="*/ 62792 w 85768"/>
                        <a:gd name="connsiteY5" fmla="*/ 34232 h 42033"/>
                        <a:gd name="connsiteX6" fmla="*/ 65269 w 85768"/>
                        <a:gd name="connsiteY6" fmla="*/ 33375 h 42033"/>
                        <a:gd name="connsiteX7" fmla="*/ 68697 w 85768"/>
                        <a:gd name="connsiteY7" fmla="*/ 32613 h 42033"/>
                        <a:gd name="connsiteX8" fmla="*/ 75460 w 85768"/>
                        <a:gd name="connsiteY8" fmla="*/ 30327 h 42033"/>
                        <a:gd name="connsiteX9" fmla="*/ 80032 w 85768"/>
                        <a:gd name="connsiteY9" fmla="*/ 27660 h 42033"/>
                        <a:gd name="connsiteX10" fmla="*/ 83652 w 85768"/>
                        <a:gd name="connsiteY10" fmla="*/ 24802 h 42033"/>
                        <a:gd name="connsiteX11" fmla="*/ 85080 w 85768"/>
                        <a:gd name="connsiteY11" fmla="*/ 17659 h 42033"/>
                        <a:gd name="connsiteX12" fmla="*/ 73936 w 85768"/>
                        <a:gd name="connsiteY12" fmla="*/ 11372 h 42033"/>
                        <a:gd name="connsiteX13" fmla="*/ 42599 w 85768"/>
                        <a:gd name="connsiteY13" fmla="*/ 1943 h 42033"/>
                        <a:gd name="connsiteX14" fmla="*/ 34312 w 85768"/>
                        <a:gd name="connsiteY14" fmla="*/ 418 h 42033"/>
                        <a:gd name="connsiteX15" fmla="*/ 23549 w 85768"/>
                        <a:gd name="connsiteY15" fmla="*/ 323 h 42033"/>
                        <a:gd name="connsiteX16" fmla="*/ 2689 w 85768"/>
                        <a:gd name="connsiteY16" fmla="*/ 12039 h 42033"/>
                        <a:gd name="connsiteX17" fmla="*/ 3070 w 85768"/>
                        <a:gd name="connsiteY17" fmla="*/ 26708 h 42033"/>
                        <a:gd name="connsiteX18" fmla="*/ 12881 w 85768"/>
                        <a:gd name="connsiteY18" fmla="*/ 34899 h 42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85768" h="42033">
                          <a:moveTo>
                            <a:pt x="12881" y="34899"/>
                          </a:moveTo>
                          <a:cubicBezTo>
                            <a:pt x="15929" y="37947"/>
                            <a:pt x="19263" y="40900"/>
                            <a:pt x="23739" y="41662"/>
                          </a:cubicBezTo>
                          <a:cubicBezTo>
                            <a:pt x="32598" y="43376"/>
                            <a:pt x="43647" y="38709"/>
                            <a:pt x="52314" y="36804"/>
                          </a:cubicBezTo>
                          <a:cubicBezTo>
                            <a:pt x="54124" y="36233"/>
                            <a:pt x="55934" y="35756"/>
                            <a:pt x="57648" y="35470"/>
                          </a:cubicBezTo>
                          <a:cubicBezTo>
                            <a:pt x="58506" y="35280"/>
                            <a:pt x="59363" y="34994"/>
                            <a:pt x="60220" y="34709"/>
                          </a:cubicBezTo>
                          <a:cubicBezTo>
                            <a:pt x="61078" y="34613"/>
                            <a:pt x="61935" y="34423"/>
                            <a:pt x="62792" y="34232"/>
                          </a:cubicBezTo>
                          <a:cubicBezTo>
                            <a:pt x="63649" y="34042"/>
                            <a:pt x="64506" y="33756"/>
                            <a:pt x="65269" y="33375"/>
                          </a:cubicBezTo>
                          <a:cubicBezTo>
                            <a:pt x="66412" y="33089"/>
                            <a:pt x="67554" y="32899"/>
                            <a:pt x="68697" y="32613"/>
                          </a:cubicBezTo>
                          <a:cubicBezTo>
                            <a:pt x="70984" y="32042"/>
                            <a:pt x="73270" y="31279"/>
                            <a:pt x="75460" y="30327"/>
                          </a:cubicBezTo>
                          <a:cubicBezTo>
                            <a:pt x="77079" y="29565"/>
                            <a:pt x="78604" y="28708"/>
                            <a:pt x="80032" y="27660"/>
                          </a:cubicBezTo>
                          <a:cubicBezTo>
                            <a:pt x="81461" y="26803"/>
                            <a:pt x="82699" y="25850"/>
                            <a:pt x="83652" y="24802"/>
                          </a:cubicBezTo>
                          <a:cubicBezTo>
                            <a:pt x="85557" y="22707"/>
                            <a:pt x="86509" y="20135"/>
                            <a:pt x="85080" y="17659"/>
                          </a:cubicBezTo>
                          <a:cubicBezTo>
                            <a:pt x="83271" y="14516"/>
                            <a:pt x="78508" y="12515"/>
                            <a:pt x="73936" y="11372"/>
                          </a:cubicBezTo>
                          <a:cubicBezTo>
                            <a:pt x="63173" y="7753"/>
                            <a:pt x="53077" y="3848"/>
                            <a:pt x="42599" y="1943"/>
                          </a:cubicBezTo>
                          <a:cubicBezTo>
                            <a:pt x="40313" y="1276"/>
                            <a:pt x="37646" y="895"/>
                            <a:pt x="34312" y="418"/>
                          </a:cubicBezTo>
                          <a:cubicBezTo>
                            <a:pt x="31074" y="37"/>
                            <a:pt x="27264" y="-248"/>
                            <a:pt x="23549" y="323"/>
                          </a:cubicBezTo>
                          <a:cubicBezTo>
                            <a:pt x="15929" y="1181"/>
                            <a:pt x="7547" y="4800"/>
                            <a:pt x="2689" y="12039"/>
                          </a:cubicBezTo>
                          <a:cubicBezTo>
                            <a:pt x="-1788" y="18516"/>
                            <a:pt x="22" y="23278"/>
                            <a:pt x="3070" y="26708"/>
                          </a:cubicBezTo>
                          <a:cubicBezTo>
                            <a:pt x="6309" y="30327"/>
                            <a:pt x="10690" y="32803"/>
                            <a:pt x="12881" y="3489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70" name="Forme libre : forme 15369">
                      <a:extLst>
                        <a:ext uri="{FF2B5EF4-FFF2-40B4-BE49-F238E27FC236}">
                          <a16:creationId xmlns:a16="http://schemas.microsoft.com/office/drawing/2014/main" id="{5E16ADC8-00D8-4858-B72A-9AF8FC08B5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5847" y="3079034"/>
                      <a:ext cx="24276" cy="26012"/>
                    </a:xfrm>
                    <a:custGeom>
                      <a:avLst/>
                      <a:gdLst>
                        <a:gd name="connsiteX0" fmla="*/ 110 w 24276"/>
                        <a:gd name="connsiteY0" fmla="*/ 21924 h 26012"/>
                        <a:gd name="connsiteX1" fmla="*/ 586 w 24276"/>
                        <a:gd name="connsiteY1" fmla="*/ 25354 h 26012"/>
                        <a:gd name="connsiteX2" fmla="*/ 4491 w 24276"/>
                        <a:gd name="connsiteY2" fmla="*/ 25449 h 26012"/>
                        <a:gd name="connsiteX3" fmla="*/ 8587 w 24276"/>
                        <a:gd name="connsiteY3" fmla="*/ 21924 h 26012"/>
                        <a:gd name="connsiteX4" fmla="*/ 18302 w 24276"/>
                        <a:gd name="connsiteY4" fmla="*/ 12399 h 26012"/>
                        <a:gd name="connsiteX5" fmla="*/ 22017 w 24276"/>
                        <a:gd name="connsiteY5" fmla="*/ 8589 h 26012"/>
                        <a:gd name="connsiteX6" fmla="*/ 23827 w 24276"/>
                        <a:gd name="connsiteY6" fmla="*/ 1255 h 26012"/>
                        <a:gd name="connsiteX7" fmla="*/ 14111 w 24276"/>
                        <a:gd name="connsiteY7" fmla="*/ 2589 h 26012"/>
                        <a:gd name="connsiteX8" fmla="*/ 110 w 24276"/>
                        <a:gd name="connsiteY8" fmla="*/ 21924 h 26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276" h="26012">
                          <a:moveTo>
                            <a:pt x="110" y="21924"/>
                          </a:moveTo>
                          <a:cubicBezTo>
                            <a:pt x="-81" y="23258"/>
                            <a:pt x="-81" y="24591"/>
                            <a:pt x="586" y="25354"/>
                          </a:cubicBezTo>
                          <a:cubicBezTo>
                            <a:pt x="1252" y="26115"/>
                            <a:pt x="2777" y="26306"/>
                            <a:pt x="4491" y="25449"/>
                          </a:cubicBezTo>
                          <a:cubicBezTo>
                            <a:pt x="6015" y="24687"/>
                            <a:pt x="7349" y="23258"/>
                            <a:pt x="8587" y="21924"/>
                          </a:cubicBezTo>
                          <a:cubicBezTo>
                            <a:pt x="11920" y="18876"/>
                            <a:pt x="15064" y="15352"/>
                            <a:pt x="18302" y="12399"/>
                          </a:cubicBezTo>
                          <a:cubicBezTo>
                            <a:pt x="19636" y="11161"/>
                            <a:pt x="21065" y="9923"/>
                            <a:pt x="22017" y="8589"/>
                          </a:cubicBezTo>
                          <a:cubicBezTo>
                            <a:pt x="24017" y="5827"/>
                            <a:pt x="24875" y="2874"/>
                            <a:pt x="23827" y="1255"/>
                          </a:cubicBezTo>
                          <a:cubicBezTo>
                            <a:pt x="22684" y="-555"/>
                            <a:pt x="19636" y="-650"/>
                            <a:pt x="14111" y="2589"/>
                          </a:cubicBezTo>
                          <a:cubicBezTo>
                            <a:pt x="5634" y="7827"/>
                            <a:pt x="776" y="16495"/>
                            <a:pt x="110" y="2192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71" name="Forme libre : forme 15370">
                      <a:extLst>
                        <a:ext uri="{FF2B5EF4-FFF2-40B4-BE49-F238E27FC236}">
                          <a16:creationId xmlns:a16="http://schemas.microsoft.com/office/drawing/2014/main" id="{2D1BFE7B-B849-483D-9E85-B01867F473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5394" y="3103435"/>
                      <a:ext cx="39338" cy="21907"/>
                    </a:xfrm>
                    <a:custGeom>
                      <a:avLst/>
                      <a:gdLst>
                        <a:gd name="connsiteX0" fmla="*/ 39338 w 39338"/>
                        <a:gd name="connsiteY0" fmla="*/ 0 h 21907"/>
                        <a:gd name="connsiteX1" fmla="*/ 32099 w 39338"/>
                        <a:gd name="connsiteY1" fmla="*/ 10001 h 21907"/>
                        <a:gd name="connsiteX2" fmla="*/ 20002 w 39338"/>
                        <a:gd name="connsiteY2" fmla="*/ 16764 h 21907"/>
                        <a:gd name="connsiteX3" fmla="*/ 11144 w 39338"/>
                        <a:gd name="connsiteY3" fmla="*/ 19336 h 21907"/>
                        <a:gd name="connsiteX4" fmla="*/ 0 w 39338"/>
                        <a:gd name="connsiteY4" fmla="*/ 21907 h 21907"/>
                        <a:gd name="connsiteX5" fmla="*/ 4096 w 39338"/>
                        <a:gd name="connsiteY5" fmla="*/ 20764 h 21907"/>
                        <a:gd name="connsiteX6" fmla="*/ 14192 w 39338"/>
                        <a:gd name="connsiteY6" fmla="*/ 17050 h 21907"/>
                        <a:gd name="connsiteX7" fmla="*/ 27146 w 39338"/>
                        <a:gd name="connsiteY7" fmla="*/ 10573 h 21907"/>
                        <a:gd name="connsiteX8" fmla="*/ 39338 w 39338"/>
                        <a:gd name="connsiteY8" fmla="*/ 0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9338" h="21907">
                          <a:moveTo>
                            <a:pt x="39338" y="0"/>
                          </a:moveTo>
                          <a:cubicBezTo>
                            <a:pt x="39338" y="0"/>
                            <a:pt x="38005" y="5239"/>
                            <a:pt x="32099" y="10001"/>
                          </a:cubicBezTo>
                          <a:cubicBezTo>
                            <a:pt x="29146" y="12382"/>
                            <a:pt x="25241" y="14478"/>
                            <a:pt x="20002" y="16764"/>
                          </a:cubicBezTo>
                          <a:cubicBezTo>
                            <a:pt x="17335" y="17812"/>
                            <a:pt x="14478" y="18764"/>
                            <a:pt x="11144" y="19336"/>
                          </a:cubicBezTo>
                          <a:cubicBezTo>
                            <a:pt x="7810" y="20383"/>
                            <a:pt x="4096" y="21336"/>
                            <a:pt x="0" y="21907"/>
                          </a:cubicBezTo>
                          <a:cubicBezTo>
                            <a:pt x="0" y="21907"/>
                            <a:pt x="1619" y="21622"/>
                            <a:pt x="4096" y="20764"/>
                          </a:cubicBezTo>
                          <a:cubicBezTo>
                            <a:pt x="6667" y="20098"/>
                            <a:pt x="10192" y="18288"/>
                            <a:pt x="14192" y="17050"/>
                          </a:cubicBezTo>
                          <a:cubicBezTo>
                            <a:pt x="18193" y="15621"/>
                            <a:pt x="22670" y="13240"/>
                            <a:pt x="27146" y="10573"/>
                          </a:cubicBezTo>
                          <a:cubicBezTo>
                            <a:pt x="31432" y="8096"/>
                            <a:pt x="35814" y="4667"/>
                            <a:pt x="3933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72" name="Forme libre : forme 15371">
                      <a:extLst>
                        <a:ext uri="{FF2B5EF4-FFF2-40B4-BE49-F238E27FC236}">
                          <a16:creationId xmlns:a16="http://schemas.microsoft.com/office/drawing/2014/main" id="{205BC28B-DF32-4979-8D51-1541D6A285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8224" y="3073622"/>
                      <a:ext cx="27351" cy="58864"/>
                    </a:xfrm>
                    <a:custGeom>
                      <a:avLst/>
                      <a:gdLst>
                        <a:gd name="connsiteX0" fmla="*/ 27352 w 27351"/>
                        <a:gd name="connsiteY0" fmla="*/ 0 h 58864"/>
                        <a:gd name="connsiteX1" fmla="*/ 19827 w 27351"/>
                        <a:gd name="connsiteY1" fmla="*/ 5810 h 58864"/>
                        <a:gd name="connsiteX2" fmla="*/ 6778 w 27351"/>
                        <a:gd name="connsiteY2" fmla="*/ 21622 h 58864"/>
                        <a:gd name="connsiteX3" fmla="*/ 15 w 27351"/>
                        <a:gd name="connsiteY3" fmla="*/ 41815 h 58864"/>
                        <a:gd name="connsiteX4" fmla="*/ 6206 w 27351"/>
                        <a:gd name="connsiteY4" fmla="*/ 58864 h 58864"/>
                        <a:gd name="connsiteX5" fmla="*/ 2491 w 27351"/>
                        <a:gd name="connsiteY5" fmla="*/ 44005 h 58864"/>
                        <a:gd name="connsiteX6" fmla="*/ 6778 w 27351"/>
                        <a:gd name="connsiteY6" fmla="*/ 24955 h 58864"/>
                        <a:gd name="connsiteX7" fmla="*/ 27352 w 27351"/>
                        <a:gd name="connsiteY7" fmla="*/ 0 h 58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351" h="58864">
                          <a:moveTo>
                            <a:pt x="27352" y="0"/>
                          </a:moveTo>
                          <a:cubicBezTo>
                            <a:pt x="27352" y="0"/>
                            <a:pt x="24113" y="2096"/>
                            <a:pt x="19827" y="5810"/>
                          </a:cubicBezTo>
                          <a:cubicBezTo>
                            <a:pt x="15731" y="9715"/>
                            <a:pt x="10492" y="15145"/>
                            <a:pt x="6778" y="21622"/>
                          </a:cubicBezTo>
                          <a:cubicBezTo>
                            <a:pt x="2872" y="28004"/>
                            <a:pt x="396" y="35243"/>
                            <a:pt x="15" y="41815"/>
                          </a:cubicBezTo>
                          <a:cubicBezTo>
                            <a:pt x="-176" y="48482"/>
                            <a:pt x="1444" y="54293"/>
                            <a:pt x="6206" y="58864"/>
                          </a:cubicBezTo>
                          <a:cubicBezTo>
                            <a:pt x="6206" y="58864"/>
                            <a:pt x="2682" y="54102"/>
                            <a:pt x="2491" y="44005"/>
                          </a:cubicBezTo>
                          <a:cubicBezTo>
                            <a:pt x="2301" y="38957"/>
                            <a:pt x="3539" y="32575"/>
                            <a:pt x="6778" y="24955"/>
                          </a:cubicBezTo>
                          <a:cubicBezTo>
                            <a:pt x="10302" y="17336"/>
                            <a:pt x="16112" y="8287"/>
                            <a:pt x="2735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73" name="Forme libre : forme 15372">
                      <a:extLst>
                        <a:ext uri="{FF2B5EF4-FFF2-40B4-BE49-F238E27FC236}">
                          <a16:creationId xmlns:a16="http://schemas.microsoft.com/office/drawing/2014/main" id="{9F60F739-8853-4EA9-BD61-36E0B4FADC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9625" y="3081629"/>
                      <a:ext cx="26823" cy="9233"/>
                    </a:xfrm>
                    <a:custGeom>
                      <a:avLst/>
                      <a:gdLst>
                        <a:gd name="connsiteX0" fmla="*/ 26531 w 26823"/>
                        <a:gd name="connsiteY0" fmla="*/ 6566 h 9233"/>
                        <a:gd name="connsiteX1" fmla="*/ 11291 w 26823"/>
                        <a:gd name="connsiteY1" fmla="*/ 9043 h 9233"/>
                        <a:gd name="connsiteX2" fmla="*/ 2719 w 26823"/>
                        <a:gd name="connsiteY2" fmla="*/ 6852 h 9233"/>
                        <a:gd name="connsiteX3" fmla="*/ 147 w 26823"/>
                        <a:gd name="connsiteY3" fmla="*/ 3613 h 9233"/>
                        <a:gd name="connsiteX4" fmla="*/ 15959 w 26823"/>
                        <a:gd name="connsiteY4" fmla="*/ 184 h 9233"/>
                        <a:gd name="connsiteX5" fmla="*/ 26531 w 26823"/>
                        <a:gd name="connsiteY5" fmla="*/ 6566 h 9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823" h="9233">
                          <a:moveTo>
                            <a:pt x="26531" y="6566"/>
                          </a:moveTo>
                          <a:cubicBezTo>
                            <a:pt x="25007" y="8566"/>
                            <a:pt x="18340" y="9709"/>
                            <a:pt x="11291" y="9043"/>
                          </a:cubicBezTo>
                          <a:cubicBezTo>
                            <a:pt x="7767" y="8662"/>
                            <a:pt x="4719" y="7709"/>
                            <a:pt x="2719" y="6852"/>
                          </a:cubicBezTo>
                          <a:cubicBezTo>
                            <a:pt x="719" y="5995"/>
                            <a:pt x="-424" y="4947"/>
                            <a:pt x="147" y="3613"/>
                          </a:cubicBezTo>
                          <a:cubicBezTo>
                            <a:pt x="1385" y="661"/>
                            <a:pt x="8529" y="-482"/>
                            <a:pt x="15959" y="184"/>
                          </a:cubicBezTo>
                          <a:cubicBezTo>
                            <a:pt x="23483" y="661"/>
                            <a:pt x="28055" y="4375"/>
                            <a:pt x="26531" y="656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74" name="Forme libre : forme 15373">
                      <a:extLst>
                        <a:ext uri="{FF2B5EF4-FFF2-40B4-BE49-F238E27FC236}">
                          <a16:creationId xmlns:a16="http://schemas.microsoft.com/office/drawing/2014/main" id="{FA48FF90-5328-4BE6-9A3A-BF3705311B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2727" y="3084949"/>
                      <a:ext cx="7238" cy="4016"/>
                    </a:xfrm>
                    <a:custGeom>
                      <a:avLst/>
                      <a:gdLst>
                        <a:gd name="connsiteX0" fmla="*/ 7239 w 7238"/>
                        <a:gd name="connsiteY0" fmla="*/ 2199 h 4016"/>
                        <a:gd name="connsiteX1" fmla="*/ 3619 w 7238"/>
                        <a:gd name="connsiteY1" fmla="*/ 4008 h 4016"/>
                        <a:gd name="connsiteX2" fmla="*/ 0 w 7238"/>
                        <a:gd name="connsiteY2" fmla="*/ 1818 h 4016"/>
                        <a:gd name="connsiteX3" fmla="*/ 3619 w 7238"/>
                        <a:gd name="connsiteY3" fmla="*/ 8 h 4016"/>
                        <a:gd name="connsiteX4" fmla="*/ 7239 w 7238"/>
                        <a:gd name="connsiteY4" fmla="*/ 2199 h 4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38" h="4016">
                          <a:moveTo>
                            <a:pt x="7239" y="2199"/>
                          </a:moveTo>
                          <a:cubicBezTo>
                            <a:pt x="7239" y="3342"/>
                            <a:pt x="5524" y="4104"/>
                            <a:pt x="3619" y="4008"/>
                          </a:cubicBezTo>
                          <a:cubicBezTo>
                            <a:pt x="1714" y="3913"/>
                            <a:pt x="0" y="2961"/>
                            <a:pt x="0" y="1818"/>
                          </a:cubicBezTo>
                          <a:cubicBezTo>
                            <a:pt x="0" y="675"/>
                            <a:pt x="1619" y="-87"/>
                            <a:pt x="3619" y="8"/>
                          </a:cubicBezTo>
                          <a:cubicBezTo>
                            <a:pt x="5620" y="103"/>
                            <a:pt x="7239" y="1056"/>
                            <a:pt x="7239" y="219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75" name="Forme libre : forme 15374">
                      <a:extLst>
                        <a:ext uri="{FF2B5EF4-FFF2-40B4-BE49-F238E27FC236}">
                          <a16:creationId xmlns:a16="http://schemas.microsoft.com/office/drawing/2014/main" id="{0EE89BC9-6136-4278-83CF-A1780550CE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5503" y="3058858"/>
                      <a:ext cx="66626" cy="38855"/>
                    </a:xfrm>
                    <a:custGeom>
                      <a:avLst/>
                      <a:gdLst>
                        <a:gd name="connsiteX0" fmla="*/ 64086 w 66626"/>
                        <a:gd name="connsiteY0" fmla="*/ 16288 h 38855"/>
                        <a:gd name="connsiteX1" fmla="*/ 65229 w 66626"/>
                        <a:gd name="connsiteY1" fmla="*/ 34861 h 38855"/>
                        <a:gd name="connsiteX2" fmla="*/ 59133 w 66626"/>
                        <a:gd name="connsiteY2" fmla="*/ 38767 h 38855"/>
                        <a:gd name="connsiteX3" fmla="*/ 52275 w 66626"/>
                        <a:gd name="connsiteY3" fmla="*/ 34099 h 38855"/>
                        <a:gd name="connsiteX4" fmla="*/ 37607 w 66626"/>
                        <a:gd name="connsiteY4" fmla="*/ 16288 h 38855"/>
                        <a:gd name="connsiteX5" fmla="*/ 28749 w 66626"/>
                        <a:gd name="connsiteY5" fmla="*/ 13716 h 38855"/>
                        <a:gd name="connsiteX6" fmla="*/ 15223 w 66626"/>
                        <a:gd name="connsiteY6" fmla="*/ 11525 h 38855"/>
                        <a:gd name="connsiteX7" fmla="*/ 3507 w 66626"/>
                        <a:gd name="connsiteY7" fmla="*/ 9049 h 38855"/>
                        <a:gd name="connsiteX8" fmla="*/ 840 w 66626"/>
                        <a:gd name="connsiteY8" fmla="*/ 5524 h 38855"/>
                        <a:gd name="connsiteX9" fmla="*/ 23605 w 66626"/>
                        <a:gd name="connsiteY9" fmla="*/ 0 h 38855"/>
                        <a:gd name="connsiteX10" fmla="*/ 47703 w 66626"/>
                        <a:gd name="connsiteY10" fmla="*/ 3619 h 38855"/>
                        <a:gd name="connsiteX11" fmla="*/ 64086 w 66626"/>
                        <a:gd name="connsiteY11" fmla="*/ 16288 h 388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6626" h="38855">
                          <a:moveTo>
                            <a:pt x="64086" y="16288"/>
                          </a:moveTo>
                          <a:cubicBezTo>
                            <a:pt x="67610" y="22765"/>
                            <a:pt x="66944" y="29146"/>
                            <a:pt x="65229" y="34861"/>
                          </a:cubicBezTo>
                          <a:cubicBezTo>
                            <a:pt x="64562" y="37052"/>
                            <a:pt x="62848" y="39338"/>
                            <a:pt x="59133" y="38767"/>
                          </a:cubicBezTo>
                          <a:cubicBezTo>
                            <a:pt x="55704" y="38576"/>
                            <a:pt x="53513" y="36100"/>
                            <a:pt x="52275" y="34099"/>
                          </a:cubicBezTo>
                          <a:cubicBezTo>
                            <a:pt x="48560" y="27908"/>
                            <a:pt x="46751" y="20383"/>
                            <a:pt x="37607" y="16288"/>
                          </a:cubicBezTo>
                          <a:cubicBezTo>
                            <a:pt x="36178" y="15621"/>
                            <a:pt x="32844" y="14764"/>
                            <a:pt x="28749" y="13716"/>
                          </a:cubicBezTo>
                          <a:cubicBezTo>
                            <a:pt x="24653" y="12573"/>
                            <a:pt x="19795" y="12382"/>
                            <a:pt x="15223" y="11525"/>
                          </a:cubicBezTo>
                          <a:cubicBezTo>
                            <a:pt x="10651" y="10858"/>
                            <a:pt x="6555" y="9906"/>
                            <a:pt x="3507" y="9049"/>
                          </a:cubicBezTo>
                          <a:cubicBezTo>
                            <a:pt x="459" y="8382"/>
                            <a:pt x="-1065" y="7334"/>
                            <a:pt x="840" y="5524"/>
                          </a:cubicBezTo>
                          <a:cubicBezTo>
                            <a:pt x="4841" y="1714"/>
                            <a:pt x="13699" y="571"/>
                            <a:pt x="23605" y="0"/>
                          </a:cubicBezTo>
                          <a:cubicBezTo>
                            <a:pt x="33416" y="95"/>
                            <a:pt x="43417" y="2095"/>
                            <a:pt x="47703" y="3619"/>
                          </a:cubicBezTo>
                          <a:cubicBezTo>
                            <a:pt x="55895" y="7048"/>
                            <a:pt x="61419" y="11716"/>
                            <a:pt x="64086" y="1628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19" name="Graphique 1">
                    <a:extLst>
                      <a:ext uri="{FF2B5EF4-FFF2-40B4-BE49-F238E27FC236}">
                        <a16:creationId xmlns:a16="http://schemas.microsoft.com/office/drawing/2014/main" id="{5340CC3B-17C7-4BFE-970B-FDD64BD424B7}"/>
                      </a:ext>
                    </a:extLst>
                  </p:cNvPr>
                  <p:cNvGrpSpPr/>
                  <p:nvPr/>
                </p:nvGrpSpPr>
                <p:grpSpPr>
                  <a:xfrm>
                    <a:off x="4306862" y="3076128"/>
                    <a:ext cx="134680" cy="126820"/>
                    <a:chOff x="4306862" y="3076128"/>
                    <a:chExt cx="134680" cy="126820"/>
                  </a:xfrm>
                  <a:solidFill>
                    <a:schemeClr val="accent1"/>
                  </a:solidFill>
                </p:grpSpPr>
                <p:sp>
                  <p:nvSpPr>
                    <p:cNvPr id="15352" name="Forme libre : forme 15351">
                      <a:extLst>
                        <a:ext uri="{FF2B5EF4-FFF2-40B4-BE49-F238E27FC236}">
                          <a16:creationId xmlns:a16="http://schemas.microsoft.com/office/drawing/2014/main" id="{1FFD8915-7F67-4F4B-B0F7-EBD312DC43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06862" y="3076128"/>
                      <a:ext cx="134680" cy="126820"/>
                    </a:xfrm>
                    <a:custGeom>
                      <a:avLst/>
                      <a:gdLst>
                        <a:gd name="connsiteX0" fmla="*/ 61116 w 134680"/>
                        <a:gd name="connsiteY0" fmla="*/ 106650 h 126820"/>
                        <a:gd name="connsiteX1" fmla="*/ 52353 w 134680"/>
                        <a:gd name="connsiteY1" fmla="*/ 97696 h 126820"/>
                        <a:gd name="connsiteX2" fmla="*/ 43399 w 134680"/>
                        <a:gd name="connsiteY2" fmla="*/ 89314 h 126820"/>
                        <a:gd name="connsiteX3" fmla="*/ 25016 w 134680"/>
                        <a:gd name="connsiteY3" fmla="*/ 74455 h 126820"/>
                        <a:gd name="connsiteX4" fmla="*/ 13491 w 134680"/>
                        <a:gd name="connsiteY4" fmla="*/ 64645 h 126820"/>
                        <a:gd name="connsiteX5" fmla="*/ 5204 w 134680"/>
                        <a:gd name="connsiteY5" fmla="*/ 53786 h 126820"/>
                        <a:gd name="connsiteX6" fmla="*/ 918 w 134680"/>
                        <a:gd name="connsiteY6" fmla="*/ 31402 h 126820"/>
                        <a:gd name="connsiteX7" fmla="*/ 7585 w 134680"/>
                        <a:gd name="connsiteY7" fmla="*/ 11971 h 126820"/>
                        <a:gd name="connsiteX8" fmla="*/ 29207 w 134680"/>
                        <a:gd name="connsiteY8" fmla="*/ 65 h 126820"/>
                        <a:gd name="connsiteX9" fmla="*/ 47971 w 134680"/>
                        <a:gd name="connsiteY9" fmla="*/ 2923 h 126820"/>
                        <a:gd name="connsiteX10" fmla="*/ 67878 w 134680"/>
                        <a:gd name="connsiteY10" fmla="*/ 12543 h 126820"/>
                        <a:gd name="connsiteX11" fmla="*/ 93310 w 134680"/>
                        <a:gd name="connsiteY11" fmla="*/ 32355 h 126820"/>
                        <a:gd name="connsiteX12" fmla="*/ 104931 w 134680"/>
                        <a:gd name="connsiteY12" fmla="*/ 42928 h 126820"/>
                        <a:gd name="connsiteX13" fmla="*/ 115885 w 134680"/>
                        <a:gd name="connsiteY13" fmla="*/ 53786 h 126820"/>
                        <a:gd name="connsiteX14" fmla="*/ 133887 w 134680"/>
                        <a:gd name="connsiteY14" fmla="*/ 85504 h 126820"/>
                        <a:gd name="connsiteX15" fmla="*/ 128077 w 134680"/>
                        <a:gd name="connsiteY15" fmla="*/ 109031 h 126820"/>
                        <a:gd name="connsiteX16" fmla="*/ 111789 w 134680"/>
                        <a:gd name="connsiteY16" fmla="*/ 122652 h 126820"/>
                        <a:gd name="connsiteX17" fmla="*/ 87881 w 134680"/>
                        <a:gd name="connsiteY17" fmla="*/ 124843 h 126820"/>
                        <a:gd name="connsiteX18" fmla="*/ 61116 w 134680"/>
                        <a:gd name="connsiteY18" fmla="*/ 106650 h 126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4680" h="126820">
                          <a:moveTo>
                            <a:pt x="61116" y="106650"/>
                          </a:moveTo>
                          <a:cubicBezTo>
                            <a:pt x="58258" y="103507"/>
                            <a:pt x="55306" y="100459"/>
                            <a:pt x="52353" y="97696"/>
                          </a:cubicBezTo>
                          <a:cubicBezTo>
                            <a:pt x="49400" y="94839"/>
                            <a:pt x="46447" y="91791"/>
                            <a:pt x="43399" y="89314"/>
                          </a:cubicBezTo>
                          <a:cubicBezTo>
                            <a:pt x="37399" y="83790"/>
                            <a:pt x="31207" y="79027"/>
                            <a:pt x="25016" y="74455"/>
                          </a:cubicBezTo>
                          <a:cubicBezTo>
                            <a:pt x="20539" y="71693"/>
                            <a:pt x="16920" y="67788"/>
                            <a:pt x="13491" y="64645"/>
                          </a:cubicBezTo>
                          <a:cubicBezTo>
                            <a:pt x="10157" y="61406"/>
                            <a:pt x="7490" y="57215"/>
                            <a:pt x="5204" y="53786"/>
                          </a:cubicBezTo>
                          <a:cubicBezTo>
                            <a:pt x="823" y="46642"/>
                            <a:pt x="-1368" y="38260"/>
                            <a:pt x="918" y="31402"/>
                          </a:cubicBezTo>
                          <a:lnTo>
                            <a:pt x="7585" y="11971"/>
                          </a:lnTo>
                          <a:cubicBezTo>
                            <a:pt x="9967" y="4828"/>
                            <a:pt x="17682" y="637"/>
                            <a:pt x="29207" y="65"/>
                          </a:cubicBezTo>
                          <a:cubicBezTo>
                            <a:pt x="35017" y="-316"/>
                            <a:pt x="41113" y="1018"/>
                            <a:pt x="47971" y="2923"/>
                          </a:cubicBezTo>
                          <a:cubicBezTo>
                            <a:pt x="54829" y="4828"/>
                            <a:pt x="61211" y="8447"/>
                            <a:pt x="67878" y="12543"/>
                          </a:cubicBezTo>
                          <a:cubicBezTo>
                            <a:pt x="76832" y="18829"/>
                            <a:pt x="85500" y="25402"/>
                            <a:pt x="93310" y="32355"/>
                          </a:cubicBezTo>
                          <a:cubicBezTo>
                            <a:pt x="97406" y="35784"/>
                            <a:pt x="101121" y="39308"/>
                            <a:pt x="104931" y="42928"/>
                          </a:cubicBezTo>
                          <a:cubicBezTo>
                            <a:pt x="108741" y="46452"/>
                            <a:pt x="112456" y="50071"/>
                            <a:pt x="115885" y="53786"/>
                          </a:cubicBezTo>
                          <a:cubicBezTo>
                            <a:pt x="125981" y="63978"/>
                            <a:pt x="131887" y="75599"/>
                            <a:pt x="133887" y="85504"/>
                          </a:cubicBezTo>
                          <a:cubicBezTo>
                            <a:pt x="135982" y="95506"/>
                            <a:pt x="133887" y="104078"/>
                            <a:pt x="128077" y="109031"/>
                          </a:cubicBezTo>
                          <a:lnTo>
                            <a:pt x="111789" y="122652"/>
                          </a:lnTo>
                          <a:cubicBezTo>
                            <a:pt x="105883" y="127605"/>
                            <a:pt x="97120" y="127891"/>
                            <a:pt x="87881" y="124843"/>
                          </a:cubicBezTo>
                          <a:cubicBezTo>
                            <a:pt x="78928" y="121795"/>
                            <a:pt x="69307" y="115222"/>
                            <a:pt x="61116" y="10665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53" name="Forme libre : forme 15352">
                      <a:extLst>
                        <a:ext uri="{FF2B5EF4-FFF2-40B4-BE49-F238E27FC236}">
                          <a16:creationId xmlns:a16="http://schemas.microsoft.com/office/drawing/2014/main" id="{52813BB7-9AA2-4B01-9615-8E55A055C0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06942" y="3099053"/>
                      <a:ext cx="112471" cy="103829"/>
                    </a:xfrm>
                    <a:custGeom>
                      <a:avLst/>
                      <a:gdLst>
                        <a:gd name="connsiteX0" fmla="*/ 46558 w 112471"/>
                        <a:gd name="connsiteY0" fmla="*/ 36767 h 103829"/>
                        <a:gd name="connsiteX1" fmla="*/ 39795 w 112471"/>
                        <a:gd name="connsiteY1" fmla="*/ 32671 h 103829"/>
                        <a:gd name="connsiteX2" fmla="*/ 33223 w 112471"/>
                        <a:gd name="connsiteY2" fmla="*/ 28575 h 103829"/>
                        <a:gd name="connsiteX3" fmla="*/ 27223 w 112471"/>
                        <a:gd name="connsiteY3" fmla="*/ 24099 h 103829"/>
                        <a:gd name="connsiteX4" fmla="*/ 21412 w 112471"/>
                        <a:gd name="connsiteY4" fmla="*/ 19717 h 103829"/>
                        <a:gd name="connsiteX5" fmla="*/ 3791 w 112471"/>
                        <a:gd name="connsiteY5" fmla="*/ 0 h 103829"/>
                        <a:gd name="connsiteX6" fmla="*/ 934 w 112471"/>
                        <a:gd name="connsiteY6" fmla="*/ 8382 h 103829"/>
                        <a:gd name="connsiteX7" fmla="*/ 5220 w 112471"/>
                        <a:gd name="connsiteY7" fmla="*/ 30766 h 103829"/>
                        <a:gd name="connsiteX8" fmla="*/ 13507 w 112471"/>
                        <a:gd name="connsiteY8" fmla="*/ 41624 h 103829"/>
                        <a:gd name="connsiteX9" fmla="*/ 25032 w 112471"/>
                        <a:gd name="connsiteY9" fmla="*/ 51435 h 103829"/>
                        <a:gd name="connsiteX10" fmla="*/ 43415 w 112471"/>
                        <a:gd name="connsiteY10" fmla="*/ 66294 h 103829"/>
                        <a:gd name="connsiteX11" fmla="*/ 52369 w 112471"/>
                        <a:gd name="connsiteY11" fmla="*/ 74676 h 103829"/>
                        <a:gd name="connsiteX12" fmla="*/ 61132 w 112471"/>
                        <a:gd name="connsiteY12" fmla="*/ 83630 h 103829"/>
                        <a:gd name="connsiteX13" fmla="*/ 88087 w 112471"/>
                        <a:gd name="connsiteY13" fmla="*/ 101822 h 103829"/>
                        <a:gd name="connsiteX14" fmla="*/ 111995 w 112471"/>
                        <a:gd name="connsiteY14" fmla="*/ 99632 h 103829"/>
                        <a:gd name="connsiteX15" fmla="*/ 112471 w 112471"/>
                        <a:gd name="connsiteY15" fmla="*/ 99155 h 103829"/>
                        <a:gd name="connsiteX16" fmla="*/ 81610 w 112471"/>
                        <a:gd name="connsiteY16" fmla="*/ 64580 h 103829"/>
                        <a:gd name="connsiteX17" fmla="*/ 65227 w 112471"/>
                        <a:gd name="connsiteY17" fmla="*/ 49054 h 103829"/>
                        <a:gd name="connsiteX18" fmla="*/ 46558 w 112471"/>
                        <a:gd name="connsiteY18" fmla="*/ 36767 h 103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12471" h="103829">
                          <a:moveTo>
                            <a:pt x="46558" y="36767"/>
                          </a:moveTo>
                          <a:cubicBezTo>
                            <a:pt x="44177" y="35528"/>
                            <a:pt x="41986" y="34195"/>
                            <a:pt x="39795" y="32671"/>
                          </a:cubicBezTo>
                          <a:cubicBezTo>
                            <a:pt x="37510" y="31337"/>
                            <a:pt x="35319" y="30099"/>
                            <a:pt x="33223" y="28575"/>
                          </a:cubicBezTo>
                          <a:cubicBezTo>
                            <a:pt x="31128" y="27146"/>
                            <a:pt x="29128" y="25622"/>
                            <a:pt x="27223" y="24099"/>
                          </a:cubicBezTo>
                          <a:cubicBezTo>
                            <a:pt x="25222" y="22765"/>
                            <a:pt x="23317" y="21241"/>
                            <a:pt x="21412" y="19717"/>
                          </a:cubicBezTo>
                          <a:cubicBezTo>
                            <a:pt x="14269" y="13240"/>
                            <a:pt x="7792" y="7334"/>
                            <a:pt x="3791" y="0"/>
                          </a:cubicBezTo>
                          <a:lnTo>
                            <a:pt x="934" y="8382"/>
                          </a:lnTo>
                          <a:cubicBezTo>
                            <a:pt x="-1352" y="15240"/>
                            <a:pt x="743" y="23622"/>
                            <a:pt x="5220" y="30766"/>
                          </a:cubicBezTo>
                          <a:cubicBezTo>
                            <a:pt x="7506" y="34195"/>
                            <a:pt x="10078" y="38386"/>
                            <a:pt x="13507" y="41624"/>
                          </a:cubicBezTo>
                          <a:cubicBezTo>
                            <a:pt x="16840" y="44768"/>
                            <a:pt x="20555" y="48768"/>
                            <a:pt x="25032" y="51435"/>
                          </a:cubicBezTo>
                          <a:cubicBezTo>
                            <a:pt x="31223" y="56007"/>
                            <a:pt x="37414" y="60770"/>
                            <a:pt x="43415" y="66294"/>
                          </a:cubicBezTo>
                          <a:cubicBezTo>
                            <a:pt x="46463" y="68866"/>
                            <a:pt x="49416" y="71819"/>
                            <a:pt x="52369" y="74676"/>
                          </a:cubicBezTo>
                          <a:cubicBezTo>
                            <a:pt x="55321" y="77534"/>
                            <a:pt x="58274" y="80486"/>
                            <a:pt x="61132" y="83630"/>
                          </a:cubicBezTo>
                          <a:cubicBezTo>
                            <a:pt x="69323" y="92107"/>
                            <a:pt x="78848" y="98679"/>
                            <a:pt x="88087" y="101822"/>
                          </a:cubicBezTo>
                          <a:cubicBezTo>
                            <a:pt x="97327" y="104870"/>
                            <a:pt x="106090" y="104680"/>
                            <a:pt x="111995" y="99632"/>
                          </a:cubicBezTo>
                          <a:lnTo>
                            <a:pt x="112471" y="99155"/>
                          </a:lnTo>
                          <a:cubicBezTo>
                            <a:pt x="101708" y="87440"/>
                            <a:pt x="92088" y="75438"/>
                            <a:pt x="81610" y="64580"/>
                          </a:cubicBezTo>
                          <a:cubicBezTo>
                            <a:pt x="76467" y="58960"/>
                            <a:pt x="70847" y="54007"/>
                            <a:pt x="65227" y="49054"/>
                          </a:cubicBezTo>
                          <a:cubicBezTo>
                            <a:pt x="59227" y="44768"/>
                            <a:pt x="53321" y="40100"/>
                            <a:pt x="46558" y="3676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54" name="Forme libre : forme 15353">
                      <a:extLst>
                        <a:ext uri="{FF2B5EF4-FFF2-40B4-BE49-F238E27FC236}">
                          <a16:creationId xmlns:a16="http://schemas.microsoft.com/office/drawing/2014/main" id="{EE92F568-FBAF-4E72-8C06-B4C7D0E108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4044" y="3120200"/>
                      <a:ext cx="53730" cy="51223"/>
                    </a:xfrm>
                    <a:custGeom>
                      <a:avLst/>
                      <a:gdLst>
                        <a:gd name="connsiteX0" fmla="*/ 51367 w 53730"/>
                        <a:gd name="connsiteY0" fmla="*/ 49434 h 51223"/>
                        <a:gd name="connsiteX1" fmla="*/ 17649 w 53730"/>
                        <a:gd name="connsiteY1" fmla="*/ 35337 h 51223"/>
                        <a:gd name="connsiteX2" fmla="*/ 8981 w 53730"/>
                        <a:gd name="connsiteY2" fmla="*/ 26002 h 51223"/>
                        <a:gd name="connsiteX3" fmla="*/ 2980 w 53730"/>
                        <a:gd name="connsiteY3" fmla="*/ 16953 h 51223"/>
                        <a:gd name="connsiteX4" fmla="*/ 1266 w 53730"/>
                        <a:gd name="connsiteY4" fmla="*/ 2952 h 51223"/>
                        <a:gd name="connsiteX5" fmla="*/ 15458 w 53730"/>
                        <a:gd name="connsiteY5" fmla="*/ 1047 h 51223"/>
                        <a:gd name="connsiteX6" fmla="*/ 26126 w 53730"/>
                        <a:gd name="connsiteY6" fmla="*/ 5905 h 51223"/>
                        <a:gd name="connsiteX7" fmla="*/ 37270 w 53730"/>
                        <a:gd name="connsiteY7" fmla="*/ 14382 h 51223"/>
                        <a:gd name="connsiteX8" fmla="*/ 51367 w 53730"/>
                        <a:gd name="connsiteY8" fmla="*/ 49434 h 51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730" h="51223">
                          <a:moveTo>
                            <a:pt x="51367" y="49434"/>
                          </a:moveTo>
                          <a:cubicBezTo>
                            <a:pt x="45367" y="54768"/>
                            <a:pt x="30698" y="47624"/>
                            <a:pt x="17649" y="35337"/>
                          </a:cubicBezTo>
                          <a:cubicBezTo>
                            <a:pt x="14410" y="32098"/>
                            <a:pt x="11458" y="29146"/>
                            <a:pt x="8981" y="26002"/>
                          </a:cubicBezTo>
                          <a:cubicBezTo>
                            <a:pt x="6505" y="22859"/>
                            <a:pt x="4600" y="19716"/>
                            <a:pt x="2980" y="16953"/>
                          </a:cubicBezTo>
                          <a:cubicBezTo>
                            <a:pt x="-68" y="11334"/>
                            <a:pt x="-1020" y="6190"/>
                            <a:pt x="1266" y="2952"/>
                          </a:cubicBezTo>
                          <a:cubicBezTo>
                            <a:pt x="3552" y="-287"/>
                            <a:pt x="8695" y="-763"/>
                            <a:pt x="15458" y="1047"/>
                          </a:cubicBezTo>
                          <a:cubicBezTo>
                            <a:pt x="18887" y="1904"/>
                            <a:pt x="22412" y="3618"/>
                            <a:pt x="26126" y="5905"/>
                          </a:cubicBezTo>
                          <a:cubicBezTo>
                            <a:pt x="29841" y="8190"/>
                            <a:pt x="33746" y="10857"/>
                            <a:pt x="37270" y="14382"/>
                          </a:cubicBezTo>
                          <a:cubicBezTo>
                            <a:pt x="51939" y="27907"/>
                            <a:pt x="57273" y="44195"/>
                            <a:pt x="51367" y="49434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55" name="Forme libre : forme 15354">
                      <a:extLst>
                        <a:ext uri="{FF2B5EF4-FFF2-40B4-BE49-F238E27FC236}">
                          <a16:creationId xmlns:a16="http://schemas.microsoft.com/office/drawing/2014/main" id="{3630A7CB-858D-4F39-9167-A5AF02E24E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4044" y="3120187"/>
                      <a:ext cx="29269" cy="44684"/>
                    </a:xfrm>
                    <a:custGeom>
                      <a:avLst/>
                      <a:gdLst>
                        <a:gd name="connsiteX0" fmla="*/ 20697 w 29269"/>
                        <a:gd name="connsiteY0" fmla="*/ 2965 h 44684"/>
                        <a:gd name="connsiteX1" fmla="*/ 1266 w 29269"/>
                        <a:gd name="connsiteY1" fmla="*/ 2965 h 44684"/>
                        <a:gd name="connsiteX2" fmla="*/ 2980 w 29269"/>
                        <a:gd name="connsiteY2" fmla="*/ 16966 h 44684"/>
                        <a:gd name="connsiteX3" fmla="*/ 8981 w 29269"/>
                        <a:gd name="connsiteY3" fmla="*/ 26015 h 44684"/>
                        <a:gd name="connsiteX4" fmla="*/ 17649 w 29269"/>
                        <a:gd name="connsiteY4" fmla="*/ 35350 h 44684"/>
                        <a:gd name="connsiteX5" fmla="*/ 29270 w 29269"/>
                        <a:gd name="connsiteY5" fmla="*/ 44684 h 44684"/>
                        <a:gd name="connsiteX6" fmla="*/ 24221 w 29269"/>
                        <a:gd name="connsiteY6" fmla="*/ 38112 h 44684"/>
                        <a:gd name="connsiteX7" fmla="*/ 17173 w 29269"/>
                        <a:gd name="connsiteY7" fmla="*/ 18110 h 44684"/>
                        <a:gd name="connsiteX8" fmla="*/ 20697 w 29269"/>
                        <a:gd name="connsiteY8" fmla="*/ 2965 h 44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269" h="44684">
                          <a:moveTo>
                            <a:pt x="20697" y="2965"/>
                          </a:moveTo>
                          <a:cubicBezTo>
                            <a:pt x="11553" y="-940"/>
                            <a:pt x="4028" y="-1036"/>
                            <a:pt x="1266" y="2965"/>
                          </a:cubicBezTo>
                          <a:cubicBezTo>
                            <a:pt x="-1020" y="6203"/>
                            <a:pt x="-68" y="11347"/>
                            <a:pt x="2980" y="16966"/>
                          </a:cubicBezTo>
                          <a:cubicBezTo>
                            <a:pt x="4600" y="19729"/>
                            <a:pt x="6505" y="22872"/>
                            <a:pt x="8981" y="26015"/>
                          </a:cubicBezTo>
                          <a:cubicBezTo>
                            <a:pt x="11458" y="29159"/>
                            <a:pt x="14410" y="32111"/>
                            <a:pt x="17649" y="35350"/>
                          </a:cubicBezTo>
                          <a:cubicBezTo>
                            <a:pt x="21459" y="39064"/>
                            <a:pt x="25459" y="42017"/>
                            <a:pt x="29270" y="44684"/>
                          </a:cubicBezTo>
                          <a:cubicBezTo>
                            <a:pt x="27460" y="42589"/>
                            <a:pt x="25745" y="40398"/>
                            <a:pt x="24221" y="38112"/>
                          </a:cubicBezTo>
                          <a:cubicBezTo>
                            <a:pt x="20602" y="31444"/>
                            <a:pt x="18125" y="24301"/>
                            <a:pt x="17173" y="18110"/>
                          </a:cubicBezTo>
                          <a:cubicBezTo>
                            <a:pt x="16315" y="11823"/>
                            <a:pt x="17173" y="6298"/>
                            <a:pt x="20697" y="2965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56" name="Forme libre : forme 15355">
                      <a:extLst>
                        <a:ext uri="{FF2B5EF4-FFF2-40B4-BE49-F238E27FC236}">
                          <a16:creationId xmlns:a16="http://schemas.microsoft.com/office/drawing/2014/main" id="{AD13E6EE-5AAB-4044-AD4E-245E6444E7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4886" y="3124798"/>
                      <a:ext cx="52878" cy="51279"/>
                    </a:xfrm>
                    <a:custGeom>
                      <a:avLst/>
                      <a:gdLst>
                        <a:gd name="connsiteX0" fmla="*/ 50430 w 52878"/>
                        <a:gd name="connsiteY0" fmla="*/ 49504 h 51279"/>
                        <a:gd name="connsiteX1" fmla="*/ 16997 w 52878"/>
                        <a:gd name="connsiteY1" fmla="*/ 35216 h 51279"/>
                        <a:gd name="connsiteX2" fmla="*/ 2805 w 52878"/>
                        <a:gd name="connsiteY2" fmla="*/ 16738 h 51279"/>
                        <a:gd name="connsiteX3" fmla="*/ 1376 w 52878"/>
                        <a:gd name="connsiteY3" fmla="*/ 2926 h 51279"/>
                        <a:gd name="connsiteX4" fmla="*/ 15569 w 52878"/>
                        <a:gd name="connsiteY4" fmla="*/ 1021 h 51279"/>
                        <a:gd name="connsiteX5" fmla="*/ 37000 w 52878"/>
                        <a:gd name="connsiteY5" fmla="*/ 14451 h 51279"/>
                        <a:gd name="connsiteX6" fmla="*/ 50430 w 52878"/>
                        <a:gd name="connsiteY6" fmla="*/ 49504 h 512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2878" h="51279">
                          <a:moveTo>
                            <a:pt x="50430" y="49504"/>
                          </a:moveTo>
                          <a:cubicBezTo>
                            <a:pt x="44334" y="54838"/>
                            <a:pt x="29761" y="47598"/>
                            <a:pt x="16997" y="35216"/>
                          </a:cubicBezTo>
                          <a:cubicBezTo>
                            <a:pt x="10711" y="28834"/>
                            <a:pt x="5567" y="22643"/>
                            <a:pt x="2805" y="16738"/>
                          </a:cubicBezTo>
                          <a:cubicBezTo>
                            <a:pt x="-147" y="11213"/>
                            <a:pt x="-1005" y="6070"/>
                            <a:pt x="1376" y="2926"/>
                          </a:cubicBezTo>
                          <a:cubicBezTo>
                            <a:pt x="3758" y="-217"/>
                            <a:pt x="8901" y="-788"/>
                            <a:pt x="15569" y="1021"/>
                          </a:cubicBezTo>
                          <a:cubicBezTo>
                            <a:pt x="21950" y="3212"/>
                            <a:pt x="30047" y="7593"/>
                            <a:pt x="37000" y="14451"/>
                          </a:cubicBezTo>
                          <a:cubicBezTo>
                            <a:pt x="51192" y="28072"/>
                            <a:pt x="56431" y="44265"/>
                            <a:pt x="50430" y="4950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57" name="Forme libre : forme 15356">
                      <a:extLst>
                        <a:ext uri="{FF2B5EF4-FFF2-40B4-BE49-F238E27FC236}">
                          <a16:creationId xmlns:a16="http://schemas.microsoft.com/office/drawing/2014/main" id="{C2BDD216-0421-4A69-9E38-8141C70AFC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25757" y="3092464"/>
                      <a:ext cx="60134" cy="81753"/>
                    </a:xfrm>
                    <a:custGeom>
                      <a:avLst/>
                      <a:gdLst>
                        <a:gd name="connsiteX0" fmla="*/ 4121 w 60134"/>
                        <a:gd name="connsiteY0" fmla="*/ 17257 h 81753"/>
                        <a:gd name="connsiteX1" fmla="*/ 25 w 60134"/>
                        <a:gd name="connsiteY1" fmla="*/ 30021 h 81753"/>
                        <a:gd name="connsiteX2" fmla="*/ 17837 w 60134"/>
                        <a:gd name="connsiteY2" fmla="*/ 58596 h 81753"/>
                        <a:gd name="connsiteX3" fmla="*/ 43078 w 60134"/>
                        <a:gd name="connsiteY3" fmla="*/ 78789 h 81753"/>
                        <a:gd name="connsiteX4" fmla="*/ 59938 w 60134"/>
                        <a:gd name="connsiteY4" fmla="*/ 77646 h 81753"/>
                        <a:gd name="connsiteX5" fmla="*/ 56699 w 60134"/>
                        <a:gd name="connsiteY5" fmla="*/ 64501 h 81753"/>
                        <a:gd name="connsiteX6" fmla="*/ 45650 w 60134"/>
                        <a:gd name="connsiteY6" fmla="*/ 33164 h 81753"/>
                        <a:gd name="connsiteX7" fmla="*/ 39935 w 60134"/>
                        <a:gd name="connsiteY7" fmla="*/ 15733 h 81753"/>
                        <a:gd name="connsiteX8" fmla="*/ 23742 w 60134"/>
                        <a:gd name="connsiteY8" fmla="*/ 684 h 81753"/>
                        <a:gd name="connsiteX9" fmla="*/ 4121 w 60134"/>
                        <a:gd name="connsiteY9" fmla="*/ 17257 h 81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134" h="81753">
                          <a:moveTo>
                            <a:pt x="4121" y="17257"/>
                          </a:moveTo>
                          <a:cubicBezTo>
                            <a:pt x="1930" y="21067"/>
                            <a:pt x="-261" y="25163"/>
                            <a:pt x="25" y="30021"/>
                          </a:cubicBezTo>
                          <a:cubicBezTo>
                            <a:pt x="692" y="39260"/>
                            <a:pt x="9169" y="49166"/>
                            <a:pt x="17837" y="58596"/>
                          </a:cubicBezTo>
                          <a:cubicBezTo>
                            <a:pt x="25171" y="66120"/>
                            <a:pt x="33648" y="74121"/>
                            <a:pt x="43078" y="78789"/>
                          </a:cubicBezTo>
                          <a:cubicBezTo>
                            <a:pt x="50031" y="82408"/>
                            <a:pt x="58509" y="83456"/>
                            <a:pt x="59938" y="77646"/>
                          </a:cubicBezTo>
                          <a:cubicBezTo>
                            <a:pt x="60795" y="74121"/>
                            <a:pt x="58699" y="69073"/>
                            <a:pt x="56699" y="64501"/>
                          </a:cubicBezTo>
                          <a:cubicBezTo>
                            <a:pt x="52127" y="53738"/>
                            <a:pt x="48317" y="43356"/>
                            <a:pt x="45650" y="33164"/>
                          </a:cubicBezTo>
                          <a:cubicBezTo>
                            <a:pt x="44507" y="28973"/>
                            <a:pt x="43078" y="22305"/>
                            <a:pt x="39935" y="15733"/>
                          </a:cubicBezTo>
                          <a:cubicBezTo>
                            <a:pt x="36697" y="9351"/>
                            <a:pt x="31458" y="3255"/>
                            <a:pt x="23742" y="684"/>
                          </a:cubicBezTo>
                          <a:cubicBezTo>
                            <a:pt x="9360" y="-3412"/>
                            <a:pt x="7264" y="12018"/>
                            <a:pt x="4121" y="1725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58" name="Forme libre : forme 15357">
                      <a:extLst>
                        <a:ext uri="{FF2B5EF4-FFF2-40B4-BE49-F238E27FC236}">
                          <a16:creationId xmlns:a16="http://schemas.microsoft.com/office/drawing/2014/main" id="{83D39CD8-0BD0-4D8C-B32F-09EB96955A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8456" y="3103488"/>
                      <a:ext cx="29835" cy="14890"/>
                    </a:xfrm>
                    <a:custGeom>
                      <a:avLst/>
                      <a:gdLst>
                        <a:gd name="connsiteX0" fmla="*/ 3330 w 29835"/>
                        <a:gd name="connsiteY0" fmla="*/ 423 h 14890"/>
                        <a:gd name="connsiteX1" fmla="*/ 282 w 29835"/>
                        <a:gd name="connsiteY1" fmla="*/ 2043 h 14890"/>
                        <a:gd name="connsiteX2" fmla="*/ 1235 w 29835"/>
                        <a:gd name="connsiteY2" fmla="*/ 5757 h 14890"/>
                        <a:gd name="connsiteX3" fmla="*/ 5616 w 29835"/>
                        <a:gd name="connsiteY3" fmla="*/ 8520 h 14890"/>
                        <a:gd name="connsiteX4" fmla="*/ 17618 w 29835"/>
                        <a:gd name="connsiteY4" fmla="*/ 13473 h 14890"/>
                        <a:gd name="connsiteX5" fmla="*/ 22380 w 29835"/>
                        <a:gd name="connsiteY5" fmla="*/ 14806 h 14890"/>
                        <a:gd name="connsiteX6" fmla="*/ 24857 w 29835"/>
                        <a:gd name="connsiteY6" fmla="*/ 5090 h 14890"/>
                        <a:gd name="connsiteX7" fmla="*/ 3330 w 29835"/>
                        <a:gd name="connsiteY7" fmla="*/ 423 h 14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835" h="14890">
                          <a:moveTo>
                            <a:pt x="3330" y="423"/>
                          </a:moveTo>
                          <a:cubicBezTo>
                            <a:pt x="1997" y="709"/>
                            <a:pt x="854" y="1090"/>
                            <a:pt x="282" y="2043"/>
                          </a:cubicBezTo>
                          <a:cubicBezTo>
                            <a:pt x="-289" y="2995"/>
                            <a:pt x="-3" y="4424"/>
                            <a:pt x="1235" y="5757"/>
                          </a:cubicBezTo>
                          <a:cubicBezTo>
                            <a:pt x="2378" y="6996"/>
                            <a:pt x="4092" y="7758"/>
                            <a:pt x="5616" y="8520"/>
                          </a:cubicBezTo>
                          <a:cubicBezTo>
                            <a:pt x="9807" y="10234"/>
                            <a:pt x="13713" y="11948"/>
                            <a:pt x="17618" y="13473"/>
                          </a:cubicBezTo>
                          <a:cubicBezTo>
                            <a:pt x="19237" y="14044"/>
                            <a:pt x="20856" y="14615"/>
                            <a:pt x="22380" y="14806"/>
                          </a:cubicBezTo>
                          <a:cubicBezTo>
                            <a:pt x="28667" y="15568"/>
                            <a:pt x="34191" y="11091"/>
                            <a:pt x="24857" y="5090"/>
                          </a:cubicBezTo>
                          <a:cubicBezTo>
                            <a:pt x="17903" y="328"/>
                            <a:pt x="8569" y="-720"/>
                            <a:pt x="3330" y="42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59" name="Forme libre : forme 15358">
                      <a:extLst>
                        <a:ext uri="{FF2B5EF4-FFF2-40B4-BE49-F238E27FC236}">
                          <a16:creationId xmlns:a16="http://schemas.microsoft.com/office/drawing/2014/main" id="{5A47360E-BB72-4169-8C2E-4F82D5BDE6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9788" y="3182302"/>
                      <a:ext cx="48482" cy="15273"/>
                    </a:xfrm>
                    <a:custGeom>
                      <a:avLst/>
                      <a:gdLst>
                        <a:gd name="connsiteX0" fmla="*/ 48482 w 48482"/>
                        <a:gd name="connsiteY0" fmla="*/ 10954 h 15273"/>
                        <a:gd name="connsiteX1" fmla="*/ 36386 w 48482"/>
                        <a:gd name="connsiteY1" fmla="*/ 15240 h 15273"/>
                        <a:gd name="connsiteX2" fmla="*/ 21241 w 48482"/>
                        <a:gd name="connsiteY2" fmla="*/ 12382 h 15273"/>
                        <a:gd name="connsiteX3" fmla="*/ 0 w 48482"/>
                        <a:gd name="connsiteY3" fmla="*/ 0 h 15273"/>
                        <a:gd name="connsiteX4" fmla="*/ 15716 w 48482"/>
                        <a:gd name="connsiteY4" fmla="*/ 8191 h 15273"/>
                        <a:gd name="connsiteX5" fmla="*/ 48482 w 48482"/>
                        <a:gd name="connsiteY5" fmla="*/ 10954 h 15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482" h="15273">
                          <a:moveTo>
                            <a:pt x="48482" y="10954"/>
                          </a:moveTo>
                          <a:cubicBezTo>
                            <a:pt x="48482" y="10954"/>
                            <a:pt x="44482" y="14859"/>
                            <a:pt x="36386" y="15240"/>
                          </a:cubicBezTo>
                          <a:cubicBezTo>
                            <a:pt x="32290" y="15430"/>
                            <a:pt x="27241" y="14859"/>
                            <a:pt x="21241" y="12382"/>
                          </a:cubicBezTo>
                          <a:cubicBezTo>
                            <a:pt x="15145" y="10192"/>
                            <a:pt x="8191" y="5905"/>
                            <a:pt x="0" y="0"/>
                          </a:cubicBezTo>
                          <a:cubicBezTo>
                            <a:pt x="0" y="0"/>
                            <a:pt x="6477" y="4286"/>
                            <a:pt x="15716" y="8191"/>
                          </a:cubicBezTo>
                          <a:cubicBezTo>
                            <a:pt x="25051" y="11906"/>
                            <a:pt x="37243" y="15145"/>
                            <a:pt x="48482" y="109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60" name="Forme libre : forme 15359">
                      <a:extLst>
                        <a:ext uri="{FF2B5EF4-FFF2-40B4-BE49-F238E27FC236}">
                          <a16:creationId xmlns:a16="http://schemas.microsoft.com/office/drawing/2014/main" id="{BF21F312-B5F8-4D29-A746-544FA1EF0D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16639" y="3080142"/>
                      <a:ext cx="59816" cy="12244"/>
                    </a:xfrm>
                    <a:custGeom>
                      <a:avLst/>
                      <a:gdLst>
                        <a:gd name="connsiteX0" fmla="*/ 59817 w 59816"/>
                        <a:gd name="connsiteY0" fmla="*/ 12244 h 12244"/>
                        <a:gd name="connsiteX1" fmla="*/ 52864 w 59816"/>
                        <a:gd name="connsiteY1" fmla="*/ 8339 h 12244"/>
                        <a:gd name="connsiteX2" fmla="*/ 35814 w 59816"/>
                        <a:gd name="connsiteY2" fmla="*/ 1767 h 12244"/>
                        <a:gd name="connsiteX3" fmla="*/ 15335 w 59816"/>
                        <a:gd name="connsiteY3" fmla="*/ 814 h 12244"/>
                        <a:gd name="connsiteX4" fmla="*/ 0 w 59816"/>
                        <a:gd name="connsiteY4" fmla="*/ 11101 h 12244"/>
                        <a:gd name="connsiteX5" fmla="*/ 13716 w 59816"/>
                        <a:gd name="connsiteY5" fmla="*/ 3767 h 12244"/>
                        <a:gd name="connsiteX6" fmla="*/ 32766 w 59816"/>
                        <a:gd name="connsiteY6" fmla="*/ 2815 h 12244"/>
                        <a:gd name="connsiteX7" fmla="*/ 59817 w 59816"/>
                        <a:gd name="connsiteY7" fmla="*/ 12244 h 12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816" h="12244">
                          <a:moveTo>
                            <a:pt x="59817" y="12244"/>
                          </a:moveTo>
                          <a:cubicBezTo>
                            <a:pt x="59817" y="12244"/>
                            <a:pt x="57245" y="10434"/>
                            <a:pt x="52864" y="8339"/>
                          </a:cubicBezTo>
                          <a:cubicBezTo>
                            <a:pt x="48387" y="6243"/>
                            <a:pt x="42767" y="3195"/>
                            <a:pt x="35814" y="1767"/>
                          </a:cubicBezTo>
                          <a:cubicBezTo>
                            <a:pt x="28956" y="243"/>
                            <a:pt x="22003" y="-805"/>
                            <a:pt x="15335" y="814"/>
                          </a:cubicBezTo>
                          <a:cubicBezTo>
                            <a:pt x="8763" y="2243"/>
                            <a:pt x="3429" y="5386"/>
                            <a:pt x="0" y="11101"/>
                          </a:cubicBezTo>
                          <a:cubicBezTo>
                            <a:pt x="0" y="11101"/>
                            <a:pt x="3905" y="6529"/>
                            <a:pt x="13716" y="3767"/>
                          </a:cubicBezTo>
                          <a:cubicBezTo>
                            <a:pt x="18764" y="2243"/>
                            <a:pt x="24955" y="1767"/>
                            <a:pt x="32766" y="2815"/>
                          </a:cubicBezTo>
                          <a:cubicBezTo>
                            <a:pt x="40767" y="3576"/>
                            <a:pt x="49625" y="6815"/>
                            <a:pt x="59817" y="122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61" name="Forme libre : forme 15360">
                      <a:extLst>
                        <a:ext uri="{FF2B5EF4-FFF2-40B4-BE49-F238E27FC236}">
                          <a16:creationId xmlns:a16="http://schemas.microsoft.com/office/drawing/2014/main" id="{6D2963EB-7791-4764-9F5C-3A23CD30C8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1951" y="3134472"/>
                      <a:ext cx="17761" cy="21701"/>
                    </a:xfrm>
                    <a:custGeom>
                      <a:avLst/>
                      <a:gdLst>
                        <a:gd name="connsiteX0" fmla="*/ 16126 w 17761"/>
                        <a:gd name="connsiteY0" fmla="*/ 21636 h 21701"/>
                        <a:gd name="connsiteX1" fmla="*/ 4029 w 17761"/>
                        <a:gd name="connsiteY1" fmla="*/ 12111 h 21701"/>
                        <a:gd name="connsiteX2" fmla="*/ 1457 w 17761"/>
                        <a:gd name="connsiteY2" fmla="*/ 109 h 21701"/>
                        <a:gd name="connsiteX3" fmla="*/ 14031 w 17761"/>
                        <a:gd name="connsiteY3" fmla="*/ 9539 h 21701"/>
                        <a:gd name="connsiteX4" fmla="*/ 16126 w 17761"/>
                        <a:gd name="connsiteY4" fmla="*/ 21636 h 21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761" h="21701">
                          <a:moveTo>
                            <a:pt x="16126" y="21636"/>
                          </a:moveTo>
                          <a:cubicBezTo>
                            <a:pt x="13364" y="22303"/>
                            <a:pt x="8220" y="17826"/>
                            <a:pt x="4029" y="12111"/>
                          </a:cubicBezTo>
                          <a:cubicBezTo>
                            <a:pt x="29" y="6300"/>
                            <a:pt x="-1305" y="871"/>
                            <a:pt x="1457" y="109"/>
                          </a:cubicBezTo>
                          <a:cubicBezTo>
                            <a:pt x="4220" y="-748"/>
                            <a:pt x="9840" y="3538"/>
                            <a:pt x="14031" y="9539"/>
                          </a:cubicBezTo>
                          <a:cubicBezTo>
                            <a:pt x="18126" y="15540"/>
                            <a:pt x="18888" y="20969"/>
                            <a:pt x="16126" y="2163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62" name="Forme libre : forme 15361">
                      <a:extLst>
                        <a:ext uri="{FF2B5EF4-FFF2-40B4-BE49-F238E27FC236}">
                          <a16:creationId xmlns:a16="http://schemas.microsoft.com/office/drawing/2014/main" id="{8F99C2EB-6E21-43C4-A449-EC70FD79EC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6218" y="3152414"/>
                      <a:ext cx="5772" cy="5864"/>
                    </a:xfrm>
                    <a:custGeom>
                      <a:avLst/>
                      <a:gdLst>
                        <a:gd name="connsiteX0" fmla="*/ 5384 w 5772"/>
                        <a:gd name="connsiteY0" fmla="*/ 5504 h 5864"/>
                        <a:gd name="connsiteX1" fmla="*/ 1383 w 5772"/>
                        <a:gd name="connsiteY1" fmla="*/ 4361 h 5864"/>
                        <a:gd name="connsiteX2" fmla="*/ 431 w 5772"/>
                        <a:gd name="connsiteY2" fmla="*/ 360 h 5864"/>
                        <a:gd name="connsiteX3" fmla="*/ 4431 w 5772"/>
                        <a:gd name="connsiteY3" fmla="*/ 1503 h 5864"/>
                        <a:gd name="connsiteX4" fmla="*/ 5384 w 5772"/>
                        <a:gd name="connsiteY4" fmla="*/ 5504 h 5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2" h="5864">
                          <a:moveTo>
                            <a:pt x="5384" y="5504"/>
                          </a:moveTo>
                          <a:cubicBezTo>
                            <a:pt x="4526" y="6266"/>
                            <a:pt x="2812" y="5790"/>
                            <a:pt x="1383" y="4361"/>
                          </a:cubicBezTo>
                          <a:cubicBezTo>
                            <a:pt x="50" y="2932"/>
                            <a:pt x="-427" y="1122"/>
                            <a:pt x="431" y="360"/>
                          </a:cubicBezTo>
                          <a:cubicBezTo>
                            <a:pt x="1288" y="-401"/>
                            <a:pt x="3002" y="75"/>
                            <a:pt x="4431" y="1503"/>
                          </a:cubicBezTo>
                          <a:cubicBezTo>
                            <a:pt x="5765" y="2932"/>
                            <a:pt x="6146" y="4742"/>
                            <a:pt x="5384" y="55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63" name="Forme libre : forme 15362">
                      <a:extLst>
                        <a:ext uri="{FF2B5EF4-FFF2-40B4-BE49-F238E27FC236}">
                          <a16:creationId xmlns:a16="http://schemas.microsoft.com/office/drawing/2014/main" id="{2F6A5B2A-31DF-49D9-9287-DC6130D42D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6164" y="3118483"/>
                      <a:ext cx="35326" cy="65656"/>
                    </a:xfrm>
                    <a:custGeom>
                      <a:avLst/>
                      <a:gdLst>
                        <a:gd name="connsiteX0" fmla="*/ 34870 w 35326"/>
                        <a:gd name="connsiteY0" fmla="*/ 48483 h 65656"/>
                        <a:gd name="connsiteX1" fmla="*/ 24392 w 35326"/>
                        <a:gd name="connsiteY1" fmla="*/ 64200 h 65656"/>
                        <a:gd name="connsiteX2" fmla="*/ 16868 w 35326"/>
                        <a:gd name="connsiteY2" fmla="*/ 64009 h 65656"/>
                        <a:gd name="connsiteX3" fmla="*/ 14582 w 35326"/>
                        <a:gd name="connsiteY3" fmla="*/ 55818 h 65656"/>
                        <a:gd name="connsiteX4" fmla="*/ 16296 w 35326"/>
                        <a:gd name="connsiteY4" fmla="*/ 32767 h 65656"/>
                        <a:gd name="connsiteX5" fmla="*/ 5533 w 35326"/>
                        <a:gd name="connsiteY5" fmla="*/ 14098 h 65656"/>
                        <a:gd name="connsiteX6" fmla="*/ 2009 w 35326"/>
                        <a:gd name="connsiteY6" fmla="*/ 1 h 65656"/>
                        <a:gd name="connsiteX7" fmla="*/ 19344 w 35326"/>
                        <a:gd name="connsiteY7" fmla="*/ 11907 h 65656"/>
                        <a:gd name="connsiteX8" fmla="*/ 31917 w 35326"/>
                        <a:gd name="connsiteY8" fmla="*/ 29529 h 65656"/>
                        <a:gd name="connsiteX9" fmla="*/ 34870 w 35326"/>
                        <a:gd name="connsiteY9" fmla="*/ 48483 h 6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5326" h="65656">
                          <a:moveTo>
                            <a:pt x="34870" y="48483"/>
                          </a:moveTo>
                          <a:cubicBezTo>
                            <a:pt x="33441" y="55532"/>
                            <a:pt x="29250" y="60389"/>
                            <a:pt x="24392" y="64200"/>
                          </a:cubicBezTo>
                          <a:cubicBezTo>
                            <a:pt x="22583" y="65628"/>
                            <a:pt x="19630" y="66676"/>
                            <a:pt x="16868" y="64009"/>
                          </a:cubicBezTo>
                          <a:cubicBezTo>
                            <a:pt x="14296" y="61628"/>
                            <a:pt x="14201" y="58199"/>
                            <a:pt x="14582" y="55818"/>
                          </a:cubicBezTo>
                          <a:cubicBezTo>
                            <a:pt x="15820" y="48483"/>
                            <a:pt x="19249" y="42006"/>
                            <a:pt x="16296" y="32767"/>
                          </a:cubicBezTo>
                          <a:cubicBezTo>
                            <a:pt x="15249" y="30005"/>
                            <a:pt x="10105" y="21528"/>
                            <a:pt x="5533" y="14098"/>
                          </a:cubicBezTo>
                          <a:cubicBezTo>
                            <a:pt x="1151" y="6573"/>
                            <a:pt x="-2373" y="-94"/>
                            <a:pt x="2009" y="1"/>
                          </a:cubicBezTo>
                          <a:cubicBezTo>
                            <a:pt x="6486" y="96"/>
                            <a:pt x="13344" y="5526"/>
                            <a:pt x="19344" y="11907"/>
                          </a:cubicBezTo>
                          <a:cubicBezTo>
                            <a:pt x="25250" y="18384"/>
                            <a:pt x="30298" y="25623"/>
                            <a:pt x="31917" y="29529"/>
                          </a:cubicBezTo>
                          <a:cubicBezTo>
                            <a:pt x="35251" y="36577"/>
                            <a:pt x="35918" y="43245"/>
                            <a:pt x="34870" y="4848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20" name="Graphique 1">
                    <a:extLst>
                      <a:ext uri="{FF2B5EF4-FFF2-40B4-BE49-F238E27FC236}">
                        <a16:creationId xmlns:a16="http://schemas.microsoft.com/office/drawing/2014/main" id="{101EEE1A-13D6-435C-919C-A7F62CD5490C}"/>
                      </a:ext>
                    </a:extLst>
                  </p:cNvPr>
                  <p:cNvGrpSpPr/>
                  <p:nvPr/>
                </p:nvGrpSpPr>
                <p:grpSpPr>
                  <a:xfrm>
                    <a:off x="4412071" y="3181123"/>
                    <a:ext cx="137429" cy="126684"/>
                    <a:chOff x="4412071" y="3181123"/>
                    <a:chExt cx="137429" cy="126684"/>
                  </a:xfrm>
                  <a:solidFill>
                    <a:schemeClr val="accent1"/>
                  </a:solidFill>
                </p:grpSpPr>
                <p:sp>
                  <p:nvSpPr>
                    <p:cNvPr id="15340" name="Forme libre : forme 15339">
                      <a:extLst>
                        <a:ext uri="{FF2B5EF4-FFF2-40B4-BE49-F238E27FC236}">
                          <a16:creationId xmlns:a16="http://schemas.microsoft.com/office/drawing/2014/main" id="{D02F35E0-C5E4-46EC-B007-2214E4E413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2071" y="3181123"/>
                      <a:ext cx="137429" cy="126684"/>
                    </a:xfrm>
                    <a:custGeom>
                      <a:avLst/>
                      <a:gdLst>
                        <a:gd name="connsiteX0" fmla="*/ 68112 w 137429"/>
                        <a:gd name="connsiteY0" fmla="*/ 115003 h 126684"/>
                        <a:gd name="connsiteX1" fmla="*/ 54967 w 137429"/>
                        <a:gd name="connsiteY1" fmla="*/ 105669 h 126684"/>
                        <a:gd name="connsiteX2" fmla="*/ 42299 w 137429"/>
                        <a:gd name="connsiteY2" fmla="*/ 95667 h 126684"/>
                        <a:gd name="connsiteX3" fmla="*/ 18772 w 137429"/>
                        <a:gd name="connsiteY3" fmla="*/ 73760 h 126684"/>
                        <a:gd name="connsiteX4" fmla="*/ 6009 w 137429"/>
                        <a:gd name="connsiteY4" fmla="*/ 57091 h 126684"/>
                        <a:gd name="connsiteX5" fmla="*/ 580 w 137429"/>
                        <a:gd name="connsiteY5" fmla="*/ 41184 h 126684"/>
                        <a:gd name="connsiteX6" fmla="*/ 6771 w 137429"/>
                        <a:gd name="connsiteY6" fmla="*/ 17753 h 126684"/>
                        <a:gd name="connsiteX7" fmla="*/ 23059 w 137429"/>
                        <a:gd name="connsiteY7" fmla="*/ 4132 h 126684"/>
                        <a:gd name="connsiteX8" fmla="*/ 47252 w 137429"/>
                        <a:gd name="connsiteY8" fmla="*/ 2132 h 126684"/>
                        <a:gd name="connsiteX9" fmla="*/ 61349 w 137429"/>
                        <a:gd name="connsiteY9" fmla="*/ 9276 h 126684"/>
                        <a:gd name="connsiteX10" fmla="*/ 74303 w 137429"/>
                        <a:gd name="connsiteY10" fmla="*/ 19182 h 126684"/>
                        <a:gd name="connsiteX11" fmla="*/ 91924 w 137429"/>
                        <a:gd name="connsiteY11" fmla="*/ 34993 h 126684"/>
                        <a:gd name="connsiteX12" fmla="*/ 101354 w 137429"/>
                        <a:gd name="connsiteY12" fmla="*/ 42137 h 126684"/>
                        <a:gd name="connsiteX13" fmla="*/ 111070 w 137429"/>
                        <a:gd name="connsiteY13" fmla="*/ 48804 h 126684"/>
                        <a:gd name="connsiteX14" fmla="*/ 123547 w 137429"/>
                        <a:gd name="connsiteY14" fmla="*/ 58615 h 126684"/>
                        <a:gd name="connsiteX15" fmla="*/ 128310 w 137429"/>
                        <a:gd name="connsiteY15" fmla="*/ 64521 h 126684"/>
                        <a:gd name="connsiteX16" fmla="*/ 132406 w 137429"/>
                        <a:gd name="connsiteY16" fmla="*/ 70140 h 126684"/>
                        <a:gd name="connsiteX17" fmla="*/ 135930 w 137429"/>
                        <a:gd name="connsiteY17" fmla="*/ 93762 h 126684"/>
                        <a:gd name="connsiteX18" fmla="*/ 127548 w 137429"/>
                        <a:gd name="connsiteY18" fmla="*/ 114051 h 126684"/>
                        <a:gd name="connsiteX19" fmla="*/ 105450 w 137429"/>
                        <a:gd name="connsiteY19" fmla="*/ 126528 h 126684"/>
                        <a:gd name="connsiteX20" fmla="*/ 96687 w 137429"/>
                        <a:gd name="connsiteY20" fmla="*/ 126338 h 126684"/>
                        <a:gd name="connsiteX21" fmla="*/ 87543 w 137429"/>
                        <a:gd name="connsiteY21" fmla="*/ 123957 h 126684"/>
                        <a:gd name="connsiteX22" fmla="*/ 68112 w 137429"/>
                        <a:gd name="connsiteY22" fmla="*/ 115003 h 126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37429" h="126684">
                          <a:moveTo>
                            <a:pt x="68112" y="115003"/>
                          </a:moveTo>
                          <a:cubicBezTo>
                            <a:pt x="63349" y="112431"/>
                            <a:pt x="59254" y="109003"/>
                            <a:pt x="54967" y="105669"/>
                          </a:cubicBezTo>
                          <a:lnTo>
                            <a:pt x="42299" y="95667"/>
                          </a:lnTo>
                          <a:cubicBezTo>
                            <a:pt x="33536" y="89381"/>
                            <a:pt x="26297" y="81380"/>
                            <a:pt x="18772" y="73760"/>
                          </a:cubicBezTo>
                          <a:cubicBezTo>
                            <a:pt x="13629" y="68426"/>
                            <a:pt x="8771" y="62616"/>
                            <a:pt x="6009" y="57091"/>
                          </a:cubicBezTo>
                          <a:cubicBezTo>
                            <a:pt x="3247" y="51567"/>
                            <a:pt x="1342" y="46137"/>
                            <a:pt x="580" y="41184"/>
                          </a:cubicBezTo>
                          <a:cubicBezTo>
                            <a:pt x="-1135" y="31183"/>
                            <a:pt x="961" y="22706"/>
                            <a:pt x="6771" y="17753"/>
                          </a:cubicBezTo>
                          <a:lnTo>
                            <a:pt x="23059" y="4132"/>
                          </a:lnTo>
                          <a:cubicBezTo>
                            <a:pt x="28964" y="-821"/>
                            <a:pt x="37822" y="-1107"/>
                            <a:pt x="47252" y="2132"/>
                          </a:cubicBezTo>
                          <a:cubicBezTo>
                            <a:pt x="52015" y="3846"/>
                            <a:pt x="56777" y="6132"/>
                            <a:pt x="61349" y="9276"/>
                          </a:cubicBezTo>
                          <a:cubicBezTo>
                            <a:pt x="66016" y="12419"/>
                            <a:pt x="70303" y="15086"/>
                            <a:pt x="74303" y="19182"/>
                          </a:cubicBezTo>
                          <a:cubicBezTo>
                            <a:pt x="80018" y="24706"/>
                            <a:pt x="85257" y="30612"/>
                            <a:pt x="91924" y="34993"/>
                          </a:cubicBezTo>
                          <a:lnTo>
                            <a:pt x="101354" y="42137"/>
                          </a:lnTo>
                          <a:cubicBezTo>
                            <a:pt x="104497" y="44518"/>
                            <a:pt x="107546" y="47090"/>
                            <a:pt x="111070" y="48804"/>
                          </a:cubicBezTo>
                          <a:cubicBezTo>
                            <a:pt x="115928" y="51567"/>
                            <a:pt x="120023" y="54900"/>
                            <a:pt x="123547" y="58615"/>
                          </a:cubicBezTo>
                          <a:cubicBezTo>
                            <a:pt x="125262" y="60520"/>
                            <a:pt x="126881" y="62425"/>
                            <a:pt x="128310" y="64521"/>
                          </a:cubicBezTo>
                          <a:cubicBezTo>
                            <a:pt x="129834" y="66426"/>
                            <a:pt x="131263" y="68140"/>
                            <a:pt x="132406" y="70140"/>
                          </a:cubicBezTo>
                          <a:cubicBezTo>
                            <a:pt x="137168" y="77761"/>
                            <a:pt x="138978" y="86428"/>
                            <a:pt x="135930" y="93762"/>
                          </a:cubicBezTo>
                          <a:lnTo>
                            <a:pt x="127548" y="114051"/>
                          </a:lnTo>
                          <a:cubicBezTo>
                            <a:pt x="124500" y="121385"/>
                            <a:pt x="116499" y="125766"/>
                            <a:pt x="105450" y="126528"/>
                          </a:cubicBezTo>
                          <a:cubicBezTo>
                            <a:pt x="102688" y="126719"/>
                            <a:pt x="99735" y="126814"/>
                            <a:pt x="96687" y="126338"/>
                          </a:cubicBezTo>
                          <a:cubicBezTo>
                            <a:pt x="93734" y="125766"/>
                            <a:pt x="90686" y="125004"/>
                            <a:pt x="87543" y="123957"/>
                          </a:cubicBezTo>
                          <a:cubicBezTo>
                            <a:pt x="81161" y="121861"/>
                            <a:pt x="74589" y="118908"/>
                            <a:pt x="68112" y="11500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41" name="Forme libre : forme 15340">
                      <a:extLst>
                        <a:ext uri="{FF2B5EF4-FFF2-40B4-BE49-F238E27FC236}">
                          <a16:creationId xmlns:a16="http://schemas.microsoft.com/office/drawing/2014/main" id="{BBED61B0-D6FD-43A4-9346-E6BE032D26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2155" y="3192970"/>
                      <a:ext cx="127750" cy="114766"/>
                    </a:xfrm>
                    <a:custGeom>
                      <a:avLst/>
                      <a:gdLst>
                        <a:gd name="connsiteX0" fmla="*/ 44311 w 127750"/>
                        <a:gd name="connsiteY0" fmla="*/ 51340 h 114766"/>
                        <a:gd name="connsiteX1" fmla="*/ 21356 w 127750"/>
                        <a:gd name="connsiteY1" fmla="*/ 26479 h 114766"/>
                        <a:gd name="connsiteX2" fmla="*/ 13831 w 127750"/>
                        <a:gd name="connsiteY2" fmla="*/ 0 h 114766"/>
                        <a:gd name="connsiteX3" fmla="*/ 6782 w 127750"/>
                        <a:gd name="connsiteY3" fmla="*/ 5905 h 114766"/>
                        <a:gd name="connsiteX4" fmla="*/ 591 w 127750"/>
                        <a:gd name="connsiteY4" fmla="*/ 29337 h 114766"/>
                        <a:gd name="connsiteX5" fmla="*/ 6020 w 127750"/>
                        <a:gd name="connsiteY5" fmla="*/ 45244 h 114766"/>
                        <a:gd name="connsiteX6" fmla="*/ 18784 w 127750"/>
                        <a:gd name="connsiteY6" fmla="*/ 61913 h 114766"/>
                        <a:gd name="connsiteX7" fmla="*/ 42311 w 127750"/>
                        <a:gd name="connsiteY7" fmla="*/ 83820 h 114766"/>
                        <a:gd name="connsiteX8" fmla="*/ 54979 w 127750"/>
                        <a:gd name="connsiteY8" fmla="*/ 93821 h 114766"/>
                        <a:gd name="connsiteX9" fmla="*/ 68123 w 127750"/>
                        <a:gd name="connsiteY9" fmla="*/ 103156 h 114766"/>
                        <a:gd name="connsiteX10" fmla="*/ 87459 w 127750"/>
                        <a:gd name="connsiteY10" fmla="*/ 112109 h 114766"/>
                        <a:gd name="connsiteX11" fmla="*/ 96603 w 127750"/>
                        <a:gd name="connsiteY11" fmla="*/ 114490 h 114766"/>
                        <a:gd name="connsiteX12" fmla="*/ 105366 w 127750"/>
                        <a:gd name="connsiteY12" fmla="*/ 114681 h 114766"/>
                        <a:gd name="connsiteX13" fmla="*/ 127464 w 127750"/>
                        <a:gd name="connsiteY13" fmla="*/ 102203 h 114766"/>
                        <a:gd name="connsiteX14" fmla="*/ 127750 w 127750"/>
                        <a:gd name="connsiteY14" fmla="*/ 101537 h 114766"/>
                        <a:gd name="connsiteX15" fmla="*/ 105176 w 127750"/>
                        <a:gd name="connsiteY15" fmla="*/ 91726 h 114766"/>
                        <a:gd name="connsiteX16" fmla="*/ 84316 w 127750"/>
                        <a:gd name="connsiteY16" fmla="*/ 79248 h 114766"/>
                        <a:gd name="connsiteX17" fmla="*/ 79077 w 127750"/>
                        <a:gd name="connsiteY17" fmla="*/ 76200 h 114766"/>
                        <a:gd name="connsiteX18" fmla="*/ 74219 w 127750"/>
                        <a:gd name="connsiteY18" fmla="*/ 72580 h 114766"/>
                        <a:gd name="connsiteX19" fmla="*/ 64409 w 127750"/>
                        <a:gd name="connsiteY19" fmla="*/ 65532 h 114766"/>
                        <a:gd name="connsiteX20" fmla="*/ 44311 w 127750"/>
                        <a:gd name="connsiteY20" fmla="*/ 51340 h 114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27750" h="114766">
                          <a:moveTo>
                            <a:pt x="44311" y="51340"/>
                          </a:moveTo>
                          <a:cubicBezTo>
                            <a:pt x="35167" y="44196"/>
                            <a:pt x="26118" y="35719"/>
                            <a:pt x="21356" y="26479"/>
                          </a:cubicBezTo>
                          <a:cubicBezTo>
                            <a:pt x="16212" y="17336"/>
                            <a:pt x="13640" y="8096"/>
                            <a:pt x="13831" y="0"/>
                          </a:cubicBezTo>
                          <a:lnTo>
                            <a:pt x="6782" y="5905"/>
                          </a:lnTo>
                          <a:cubicBezTo>
                            <a:pt x="877" y="10858"/>
                            <a:pt x="-1123" y="19336"/>
                            <a:pt x="591" y="29337"/>
                          </a:cubicBezTo>
                          <a:cubicBezTo>
                            <a:pt x="1353" y="34290"/>
                            <a:pt x="3258" y="39719"/>
                            <a:pt x="6020" y="45244"/>
                          </a:cubicBezTo>
                          <a:cubicBezTo>
                            <a:pt x="8783" y="50768"/>
                            <a:pt x="13640" y="56579"/>
                            <a:pt x="18784" y="61913"/>
                          </a:cubicBezTo>
                          <a:cubicBezTo>
                            <a:pt x="26309" y="69532"/>
                            <a:pt x="33548" y="77533"/>
                            <a:pt x="42311" y="83820"/>
                          </a:cubicBezTo>
                          <a:lnTo>
                            <a:pt x="54979" y="93821"/>
                          </a:lnTo>
                          <a:cubicBezTo>
                            <a:pt x="59265" y="97155"/>
                            <a:pt x="63361" y="100584"/>
                            <a:pt x="68123" y="103156"/>
                          </a:cubicBezTo>
                          <a:cubicBezTo>
                            <a:pt x="74600" y="107061"/>
                            <a:pt x="81173" y="110109"/>
                            <a:pt x="87459" y="112109"/>
                          </a:cubicBezTo>
                          <a:cubicBezTo>
                            <a:pt x="90602" y="113157"/>
                            <a:pt x="93650" y="113919"/>
                            <a:pt x="96603" y="114490"/>
                          </a:cubicBezTo>
                          <a:cubicBezTo>
                            <a:pt x="99651" y="114871"/>
                            <a:pt x="102604" y="114776"/>
                            <a:pt x="105366" y="114681"/>
                          </a:cubicBezTo>
                          <a:cubicBezTo>
                            <a:pt x="116415" y="113919"/>
                            <a:pt x="124416" y="109538"/>
                            <a:pt x="127464" y="102203"/>
                          </a:cubicBezTo>
                          <a:lnTo>
                            <a:pt x="127750" y="101537"/>
                          </a:lnTo>
                          <a:cubicBezTo>
                            <a:pt x="120130" y="98393"/>
                            <a:pt x="112224" y="95726"/>
                            <a:pt x="105176" y="91726"/>
                          </a:cubicBezTo>
                          <a:cubicBezTo>
                            <a:pt x="98222" y="87535"/>
                            <a:pt x="91269" y="83439"/>
                            <a:pt x="84316" y="79248"/>
                          </a:cubicBezTo>
                          <a:lnTo>
                            <a:pt x="79077" y="76200"/>
                          </a:lnTo>
                          <a:lnTo>
                            <a:pt x="74219" y="72580"/>
                          </a:lnTo>
                          <a:cubicBezTo>
                            <a:pt x="70981" y="70199"/>
                            <a:pt x="67742" y="67913"/>
                            <a:pt x="64409" y="65532"/>
                          </a:cubicBezTo>
                          <a:cubicBezTo>
                            <a:pt x="57836" y="60674"/>
                            <a:pt x="50598" y="56579"/>
                            <a:pt x="44311" y="5134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42" name="Forme libre : forme 15341">
                      <a:extLst>
                        <a:ext uri="{FF2B5EF4-FFF2-40B4-BE49-F238E27FC236}">
                          <a16:creationId xmlns:a16="http://schemas.microsoft.com/office/drawing/2014/main" id="{A063227E-A7C8-4234-86D9-3B60FF16D8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7833" y="3229091"/>
                      <a:ext cx="58021" cy="48058"/>
                    </a:xfrm>
                    <a:custGeom>
                      <a:avLst/>
                      <a:gdLst>
                        <a:gd name="connsiteX0" fmla="*/ 57116 w 58021"/>
                        <a:gd name="connsiteY0" fmla="*/ 43889 h 48058"/>
                        <a:gd name="connsiteX1" fmla="*/ 42828 w 58021"/>
                        <a:gd name="connsiteY1" fmla="*/ 47699 h 48058"/>
                        <a:gd name="connsiteX2" fmla="*/ 31208 w 58021"/>
                        <a:gd name="connsiteY2" fmla="*/ 44460 h 48058"/>
                        <a:gd name="connsiteX3" fmla="*/ 19206 w 58021"/>
                        <a:gd name="connsiteY3" fmla="*/ 36745 h 48058"/>
                        <a:gd name="connsiteX4" fmla="*/ 8729 w 58021"/>
                        <a:gd name="connsiteY4" fmla="*/ 27030 h 48058"/>
                        <a:gd name="connsiteX5" fmla="*/ 2156 w 58021"/>
                        <a:gd name="connsiteY5" fmla="*/ 17124 h 48058"/>
                        <a:gd name="connsiteX6" fmla="*/ 2061 w 58021"/>
                        <a:gd name="connsiteY6" fmla="*/ 2169 h 48058"/>
                        <a:gd name="connsiteX7" fmla="*/ 16254 w 58021"/>
                        <a:gd name="connsiteY7" fmla="*/ 1693 h 48058"/>
                        <a:gd name="connsiteX8" fmla="*/ 26350 w 58021"/>
                        <a:gd name="connsiteY8" fmla="*/ 6075 h 48058"/>
                        <a:gd name="connsiteX9" fmla="*/ 37208 w 58021"/>
                        <a:gd name="connsiteY9" fmla="*/ 12933 h 48058"/>
                        <a:gd name="connsiteX10" fmla="*/ 46638 w 58021"/>
                        <a:gd name="connsiteY10" fmla="*/ 21601 h 48058"/>
                        <a:gd name="connsiteX11" fmla="*/ 53972 w 58021"/>
                        <a:gd name="connsiteY11" fmla="*/ 29601 h 48058"/>
                        <a:gd name="connsiteX12" fmla="*/ 57116 w 58021"/>
                        <a:gd name="connsiteY12" fmla="*/ 43889 h 480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021" h="48058">
                          <a:moveTo>
                            <a:pt x="57116" y="43889"/>
                          </a:moveTo>
                          <a:cubicBezTo>
                            <a:pt x="55115" y="47509"/>
                            <a:pt x="49877" y="48747"/>
                            <a:pt x="42828" y="47699"/>
                          </a:cubicBezTo>
                          <a:cubicBezTo>
                            <a:pt x="39304" y="47223"/>
                            <a:pt x="35399" y="46080"/>
                            <a:pt x="31208" y="44460"/>
                          </a:cubicBezTo>
                          <a:cubicBezTo>
                            <a:pt x="27207" y="42556"/>
                            <a:pt x="23207" y="39793"/>
                            <a:pt x="19206" y="36745"/>
                          </a:cubicBezTo>
                          <a:cubicBezTo>
                            <a:pt x="15206" y="33602"/>
                            <a:pt x="11681" y="30364"/>
                            <a:pt x="8729" y="27030"/>
                          </a:cubicBezTo>
                          <a:cubicBezTo>
                            <a:pt x="5681" y="23791"/>
                            <a:pt x="3395" y="20553"/>
                            <a:pt x="2156" y="17124"/>
                          </a:cubicBezTo>
                          <a:cubicBezTo>
                            <a:pt x="-606" y="10551"/>
                            <a:pt x="-796" y="5122"/>
                            <a:pt x="2061" y="2169"/>
                          </a:cubicBezTo>
                          <a:cubicBezTo>
                            <a:pt x="4919" y="-688"/>
                            <a:pt x="10253" y="-593"/>
                            <a:pt x="16254" y="1693"/>
                          </a:cubicBezTo>
                          <a:cubicBezTo>
                            <a:pt x="19206" y="2932"/>
                            <a:pt x="22635" y="4360"/>
                            <a:pt x="26350" y="6075"/>
                          </a:cubicBezTo>
                          <a:cubicBezTo>
                            <a:pt x="29969" y="7885"/>
                            <a:pt x="33589" y="10170"/>
                            <a:pt x="37208" y="12933"/>
                          </a:cubicBezTo>
                          <a:cubicBezTo>
                            <a:pt x="40828" y="15695"/>
                            <a:pt x="43876" y="18743"/>
                            <a:pt x="46638" y="21601"/>
                          </a:cubicBezTo>
                          <a:cubicBezTo>
                            <a:pt x="49591" y="24172"/>
                            <a:pt x="52067" y="26935"/>
                            <a:pt x="53972" y="29601"/>
                          </a:cubicBezTo>
                          <a:cubicBezTo>
                            <a:pt x="57687" y="35031"/>
                            <a:pt x="59116" y="40269"/>
                            <a:pt x="57116" y="43889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43" name="Forme libre : forme 15342">
                      <a:extLst>
                        <a:ext uri="{FF2B5EF4-FFF2-40B4-BE49-F238E27FC236}">
                          <a16:creationId xmlns:a16="http://schemas.microsoft.com/office/drawing/2014/main" id="{0BD88BB8-F082-4852-AD18-57A590D510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7833" y="3229145"/>
                      <a:ext cx="33303" cy="45263"/>
                    </a:xfrm>
                    <a:custGeom>
                      <a:avLst/>
                      <a:gdLst>
                        <a:gd name="connsiteX0" fmla="*/ 20921 w 33303"/>
                        <a:gd name="connsiteY0" fmla="*/ 3735 h 45263"/>
                        <a:gd name="connsiteX1" fmla="*/ 2061 w 33303"/>
                        <a:gd name="connsiteY1" fmla="*/ 2211 h 45263"/>
                        <a:gd name="connsiteX2" fmla="*/ 2156 w 33303"/>
                        <a:gd name="connsiteY2" fmla="*/ 17165 h 45263"/>
                        <a:gd name="connsiteX3" fmla="*/ 8729 w 33303"/>
                        <a:gd name="connsiteY3" fmla="*/ 27071 h 45263"/>
                        <a:gd name="connsiteX4" fmla="*/ 19206 w 33303"/>
                        <a:gd name="connsiteY4" fmla="*/ 36786 h 45263"/>
                        <a:gd name="connsiteX5" fmla="*/ 33303 w 33303"/>
                        <a:gd name="connsiteY5" fmla="*/ 45264 h 45263"/>
                        <a:gd name="connsiteX6" fmla="*/ 26540 w 33303"/>
                        <a:gd name="connsiteY6" fmla="*/ 39168 h 45263"/>
                        <a:gd name="connsiteX7" fmla="*/ 20921 w 33303"/>
                        <a:gd name="connsiteY7" fmla="*/ 3735 h 45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3303" h="45263">
                          <a:moveTo>
                            <a:pt x="20921" y="3735"/>
                          </a:moveTo>
                          <a:cubicBezTo>
                            <a:pt x="12920" y="-361"/>
                            <a:pt x="5681" y="-1409"/>
                            <a:pt x="2061" y="2211"/>
                          </a:cubicBezTo>
                          <a:cubicBezTo>
                            <a:pt x="-796" y="5068"/>
                            <a:pt x="-606" y="10497"/>
                            <a:pt x="2156" y="17165"/>
                          </a:cubicBezTo>
                          <a:cubicBezTo>
                            <a:pt x="3395" y="20594"/>
                            <a:pt x="5776" y="23832"/>
                            <a:pt x="8729" y="27071"/>
                          </a:cubicBezTo>
                          <a:cubicBezTo>
                            <a:pt x="11681" y="30310"/>
                            <a:pt x="15206" y="33643"/>
                            <a:pt x="19206" y="36786"/>
                          </a:cubicBezTo>
                          <a:cubicBezTo>
                            <a:pt x="23969" y="40311"/>
                            <a:pt x="28446" y="43644"/>
                            <a:pt x="33303" y="45264"/>
                          </a:cubicBezTo>
                          <a:cubicBezTo>
                            <a:pt x="30636" y="43740"/>
                            <a:pt x="28541" y="41454"/>
                            <a:pt x="26540" y="39168"/>
                          </a:cubicBezTo>
                          <a:cubicBezTo>
                            <a:pt x="16444" y="25452"/>
                            <a:pt x="13396" y="10402"/>
                            <a:pt x="20921" y="3735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44" name="Forme libre : forme 15343">
                      <a:extLst>
                        <a:ext uri="{FF2B5EF4-FFF2-40B4-BE49-F238E27FC236}">
                          <a16:creationId xmlns:a16="http://schemas.microsoft.com/office/drawing/2014/main" id="{B423CF72-256E-46FE-A4C2-6ADA365D88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7984" y="3233959"/>
                      <a:ext cx="59270" cy="47940"/>
                    </a:xfrm>
                    <a:custGeom>
                      <a:avLst/>
                      <a:gdLst>
                        <a:gd name="connsiteX0" fmla="*/ 58393 w 59270"/>
                        <a:gd name="connsiteY0" fmla="*/ 43688 h 47940"/>
                        <a:gd name="connsiteX1" fmla="*/ 44106 w 59270"/>
                        <a:gd name="connsiteY1" fmla="*/ 47593 h 47940"/>
                        <a:gd name="connsiteX2" fmla="*/ 32390 w 59270"/>
                        <a:gd name="connsiteY2" fmla="*/ 44355 h 47940"/>
                        <a:gd name="connsiteX3" fmla="*/ 20008 w 59270"/>
                        <a:gd name="connsiteY3" fmla="*/ 36925 h 47940"/>
                        <a:gd name="connsiteX4" fmla="*/ 2291 w 59270"/>
                        <a:gd name="connsiteY4" fmla="*/ 17399 h 47940"/>
                        <a:gd name="connsiteX5" fmla="*/ 2006 w 59270"/>
                        <a:gd name="connsiteY5" fmla="*/ 2254 h 47940"/>
                        <a:gd name="connsiteX6" fmla="*/ 16198 w 59270"/>
                        <a:gd name="connsiteY6" fmla="*/ 1683 h 47940"/>
                        <a:gd name="connsiteX7" fmla="*/ 37534 w 59270"/>
                        <a:gd name="connsiteY7" fmla="*/ 12827 h 47940"/>
                        <a:gd name="connsiteX8" fmla="*/ 47345 w 59270"/>
                        <a:gd name="connsiteY8" fmla="*/ 21304 h 47940"/>
                        <a:gd name="connsiteX9" fmla="*/ 54869 w 59270"/>
                        <a:gd name="connsiteY9" fmla="*/ 29400 h 47940"/>
                        <a:gd name="connsiteX10" fmla="*/ 58393 w 59270"/>
                        <a:gd name="connsiteY10" fmla="*/ 43688 h 47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9270" h="47940">
                          <a:moveTo>
                            <a:pt x="58393" y="43688"/>
                          </a:moveTo>
                          <a:cubicBezTo>
                            <a:pt x="56393" y="47307"/>
                            <a:pt x="51250" y="48641"/>
                            <a:pt x="44106" y="47593"/>
                          </a:cubicBezTo>
                          <a:cubicBezTo>
                            <a:pt x="40582" y="47117"/>
                            <a:pt x="36581" y="45974"/>
                            <a:pt x="32390" y="44355"/>
                          </a:cubicBezTo>
                          <a:cubicBezTo>
                            <a:pt x="28009" y="42926"/>
                            <a:pt x="24104" y="39973"/>
                            <a:pt x="20008" y="36925"/>
                          </a:cubicBezTo>
                          <a:cubicBezTo>
                            <a:pt x="11912" y="30639"/>
                            <a:pt x="5530" y="23686"/>
                            <a:pt x="2291" y="17399"/>
                          </a:cubicBezTo>
                          <a:cubicBezTo>
                            <a:pt x="-566" y="10732"/>
                            <a:pt x="-852" y="5207"/>
                            <a:pt x="2006" y="2254"/>
                          </a:cubicBezTo>
                          <a:cubicBezTo>
                            <a:pt x="4863" y="-698"/>
                            <a:pt x="10102" y="-603"/>
                            <a:pt x="16198" y="1683"/>
                          </a:cubicBezTo>
                          <a:cubicBezTo>
                            <a:pt x="22675" y="3588"/>
                            <a:pt x="30390" y="7207"/>
                            <a:pt x="37534" y="12827"/>
                          </a:cubicBezTo>
                          <a:cubicBezTo>
                            <a:pt x="41153" y="15589"/>
                            <a:pt x="44201" y="18828"/>
                            <a:pt x="47345" y="21304"/>
                          </a:cubicBezTo>
                          <a:cubicBezTo>
                            <a:pt x="50393" y="23971"/>
                            <a:pt x="52869" y="26733"/>
                            <a:pt x="54869" y="29400"/>
                          </a:cubicBezTo>
                          <a:cubicBezTo>
                            <a:pt x="58869" y="34735"/>
                            <a:pt x="60394" y="40069"/>
                            <a:pt x="58393" y="4368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45" name="Forme libre : forme 15344">
                      <a:extLst>
                        <a:ext uri="{FF2B5EF4-FFF2-40B4-BE49-F238E27FC236}">
                          <a16:creationId xmlns:a16="http://schemas.microsoft.com/office/drawing/2014/main" id="{B77548A0-3D1D-4D5E-B94B-EF6C85E418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8798" y="3199746"/>
                      <a:ext cx="66532" cy="85473"/>
                    </a:xfrm>
                    <a:custGeom>
                      <a:avLst/>
                      <a:gdLst>
                        <a:gd name="connsiteX0" fmla="*/ 9475 w 66532"/>
                        <a:gd name="connsiteY0" fmla="*/ 11607 h 85473"/>
                        <a:gd name="connsiteX1" fmla="*/ 712 w 66532"/>
                        <a:gd name="connsiteY1" fmla="*/ 22275 h 85473"/>
                        <a:gd name="connsiteX2" fmla="*/ 15952 w 66532"/>
                        <a:gd name="connsiteY2" fmla="*/ 59613 h 85473"/>
                        <a:gd name="connsiteX3" fmla="*/ 31097 w 66532"/>
                        <a:gd name="connsiteY3" fmla="*/ 73901 h 85473"/>
                        <a:gd name="connsiteX4" fmla="*/ 48432 w 66532"/>
                        <a:gd name="connsiteY4" fmla="*/ 83807 h 85473"/>
                        <a:gd name="connsiteX5" fmla="*/ 61005 w 66532"/>
                        <a:gd name="connsiteY5" fmla="*/ 85140 h 85473"/>
                        <a:gd name="connsiteX6" fmla="*/ 66530 w 66532"/>
                        <a:gd name="connsiteY6" fmla="*/ 79521 h 85473"/>
                        <a:gd name="connsiteX7" fmla="*/ 59767 w 66532"/>
                        <a:gd name="connsiteY7" fmla="*/ 66852 h 85473"/>
                        <a:gd name="connsiteX8" fmla="*/ 46432 w 66532"/>
                        <a:gd name="connsiteY8" fmla="*/ 35896 h 85473"/>
                        <a:gd name="connsiteX9" fmla="*/ 33954 w 66532"/>
                        <a:gd name="connsiteY9" fmla="*/ 2368 h 85473"/>
                        <a:gd name="connsiteX10" fmla="*/ 9475 w 66532"/>
                        <a:gd name="connsiteY10" fmla="*/ 11607 h 85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6532" h="85473">
                          <a:moveTo>
                            <a:pt x="9475" y="11607"/>
                          </a:moveTo>
                          <a:cubicBezTo>
                            <a:pt x="5855" y="14370"/>
                            <a:pt x="2045" y="17322"/>
                            <a:pt x="712" y="22275"/>
                          </a:cubicBezTo>
                          <a:cubicBezTo>
                            <a:pt x="-2527" y="31705"/>
                            <a:pt x="5760" y="46564"/>
                            <a:pt x="15952" y="59613"/>
                          </a:cubicBezTo>
                          <a:cubicBezTo>
                            <a:pt x="19953" y="65233"/>
                            <a:pt x="25477" y="69710"/>
                            <a:pt x="31097" y="73901"/>
                          </a:cubicBezTo>
                          <a:cubicBezTo>
                            <a:pt x="36716" y="77997"/>
                            <a:pt x="42622" y="81521"/>
                            <a:pt x="48432" y="83807"/>
                          </a:cubicBezTo>
                          <a:cubicBezTo>
                            <a:pt x="52623" y="85712"/>
                            <a:pt x="57576" y="85712"/>
                            <a:pt x="61005" y="85140"/>
                          </a:cubicBezTo>
                          <a:cubicBezTo>
                            <a:pt x="64434" y="84474"/>
                            <a:pt x="66625" y="82569"/>
                            <a:pt x="66530" y="79521"/>
                          </a:cubicBezTo>
                          <a:cubicBezTo>
                            <a:pt x="66435" y="75520"/>
                            <a:pt x="62434" y="71615"/>
                            <a:pt x="59767" y="66852"/>
                          </a:cubicBezTo>
                          <a:cubicBezTo>
                            <a:pt x="53195" y="56089"/>
                            <a:pt x="48623" y="45612"/>
                            <a:pt x="46432" y="35896"/>
                          </a:cubicBezTo>
                          <a:cubicBezTo>
                            <a:pt x="45003" y="26752"/>
                            <a:pt x="45861" y="9321"/>
                            <a:pt x="33954" y="2368"/>
                          </a:cubicBezTo>
                          <a:cubicBezTo>
                            <a:pt x="23381" y="-5252"/>
                            <a:pt x="14523" y="7607"/>
                            <a:pt x="9475" y="1160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46" name="Forme libre : forme 15345">
                      <a:extLst>
                        <a:ext uri="{FF2B5EF4-FFF2-40B4-BE49-F238E27FC236}">
                          <a16:creationId xmlns:a16="http://schemas.microsoft.com/office/drawing/2014/main" id="{9E6D07F1-58C6-4EEB-9F65-3129478F1E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7053" y="3212103"/>
                      <a:ext cx="26280" cy="15875"/>
                    </a:xfrm>
                    <a:custGeom>
                      <a:avLst/>
                      <a:gdLst>
                        <a:gd name="connsiteX0" fmla="*/ 4175 w 26280"/>
                        <a:gd name="connsiteY0" fmla="*/ 12 h 15875"/>
                        <a:gd name="connsiteX1" fmla="*/ 746 w 26280"/>
                        <a:gd name="connsiteY1" fmla="*/ 964 h 15875"/>
                        <a:gd name="connsiteX2" fmla="*/ 556 w 26280"/>
                        <a:gd name="connsiteY2" fmla="*/ 4584 h 15875"/>
                        <a:gd name="connsiteX3" fmla="*/ 4080 w 26280"/>
                        <a:gd name="connsiteY3" fmla="*/ 7918 h 15875"/>
                        <a:gd name="connsiteX4" fmla="*/ 14557 w 26280"/>
                        <a:gd name="connsiteY4" fmla="*/ 14109 h 15875"/>
                        <a:gd name="connsiteX5" fmla="*/ 18843 w 26280"/>
                        <a:gd name="connsiteY5" fmla="*/ 15728 h 15875"/>
                        <a:gd name="connsiteX6" fmla="*/ 22939 w 26280"/>
                        <a:gd name="connsiteY6" fmla="*/ 6298 h 15875"/>
                        <a:gd name="connsiteX7" fmla="*/ 4175 w 26280"/>
                        <a:gd name="connsiteY7" fmla="*/ 12 h 158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280" h="15875">
                          <a:moveTo>
                            <a:pt x="4175" y="12"/>
                          </a:moveTo>
                          <a:cubicBezTo>
                            <a:pt x="2841" y="107"/>
                            <a:pt x="1508" y="298"/>
                            <a:pt x="746" y="964"/>
                          </a:cubicBezTo>
                          <a:cubicBezTo>
                            <a:pt x="-111" y="1726"/>
                            <a:pt x="-302" y="3155"/>
                            <a:pt x="556" y="4584"/>
                          </a:cubicBezTo>
                          <a:cubicBezTo>
                            <a:pt x="1317" y="5917"/>
                            <a:pt x="2746" y="7060"/>
                            <a:pt x="4080" y="7918"/>
                          </a:cubicBezTo>
                          <a:cubicBezTo>
                            <a:pt x="7509" y="10299"/>
                            <a:pt x="11033" y="12394"/>
                            <a:pt x="14557" y="14109"/>
                          </a:cubicBezTo>
                          <a:cubicBezTo>
                            <a:pt x="15986" y="14776"/>
                            <a:pt x="17415" y="15442"/>
                            <a:pt x="18843" y="15728"/>
                          </a:cubicBezTo>
                          <a:cubicBezTo>
                            <a:pt x="24558" y="16776"/>
                            <a:pt x="29988" y="12109"/>
                            <a:pt x="22939" y="6298"/>
                          </a:cubicBezTo>
                          <a:cubicBezTo>
                            <a:pt x="17320" y="1917"/>
                            <a:pt x="9509" y="-179"/>
                            <a:pt x="4175" y="1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47" name="Forme libre : forme 15346">
                      <a:extLst>
                        <a:ext uri="{FF2B5EF4-FFF2-40B4-BE49-F238E27FC236}">
                          <a16:creationId xmlns:a16="http://schemas.microsoft.com/office/drawing/2014/main" id="{2FF46E10-6FE5-4BBB-8362-96D13B929E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2183" y="3290220"/>
                      <a:ext cx="54292" cy="12873"/>
                    </a:xfrm>
                    <a:custGeom>
                      <a:avLst/>
                      <a:gdLst>
                        <a:gd name="connsiteX0" fmla="*/ 54292 w 54292"/>
                        <a:gd name="connsiteY0" fmla="*/ 0 h 12873"/>
                        <a:gd name="connsiteX1" fmla="*/ 44863 w 54292"/>
                        <a:gd name="connsiteY1" fmla="*/ 9430 h 12873"/>
                        <a:gd name="connsiteX2" fmla="*/ 28194 w 54292"/>
                        <a:gd name="connsiteY2" fmla="*/ 12859 h 12873"/>
                        <a:gd name="connsiteX3" fmla="*/ 0 w 54292"/>
                        <a:gd name="connsiteY3" fmla="*/ 5144 h 12873"/>
                        <a:gd name="connsiteX4" fmla="*/ 20669 w 54292"/>
                        <a:gd name="connsiteY4" fmla="*/ 10096 h 12873"/>
                        <a:gd name="connsiteX5" fmla="*/ 38576 w 54292"/>
                        <a:gd name="connsiteY5" fmla="*/ 9049 h 12873"/>
                        <a:gd name="connsiteX6" fmla="*/ 54292 w 54292"/>
                        <a:gd name="connsiteY6" fmla="*/ 0 h 12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292" h="12873">
                          <a:moveTo>
                            <a:pt x="54292" y="0"/>
                          </a:moveTo>
                          <a:cubicBezTo>
                            <a:pt x="54292" y="0"/>
                            <a:pt x="52483" y="5525"/>
                            <a:pt x="44863" y="9430"/>
                          </a:cubicBezTo>
                          <a:cubicBezTo>
                            <a:pt x="41053" y="11335"/>
                            <a:pt x="35528" y="13049"/>
                            <a:pt x="28194" y="12859"/>
                          </a:cubicBezTo>
                          <a:cubicBezTo>
                            <a:pt x="20955" y="12287"/>
                            <a:pt x="11716" y="10096"/>
                            <a:pt x="0" y="5144"/>
                          </a:cubicBezTo>
                          <a:cubicBezTo>
                            <a:pt x="0" y="5144"/>
                            <a:pt x="9335" y="8763"/>
                            <a:pt x="20669" y="10096"/>
                          </a:cubicBezTo>
                          <a:cubicBezTo>
                            <a:pt x="26289" y="10859"/>
                            <a:pt x="32480" y="10859"/>
                            <a:pt x="38576" y="9049"/>
                          </a:cubicBezTo>
                          <a:cubicBezTo>
                            <a:pt x="44577" y="7334"/>
                            <a:pt x="50007" y="4477"/>
                            <a:pt x="5429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48" name="Forme libre : forme 15347">
                      <a:extLst>
                        <a:ext uri="{FF2B5EF4-FFF2-40B4-BE49-F238E27FC236}">
                          <a16:creationId xmlns:a16="http://schemas.microsoft.com/office/drawing/2014/main" id="{466E35F1-1571-4A32-86F2-B056C47961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5129" y="3185372"/>
                      <a:ext cx="51339" cy="18170"/>
                    </a:xfrm>
                    <a:custGeom>
                      <a:avLst/>
                      <a:gdLst>
                        <a:gd name="connsiteX0" fmla="*/ 51340 w 51339"/>
                        <a:gd name="connsiteY0" fmla="*/ 18171 h 18170"/>
                        <a:gd name="connsiteX1" fmla="*/ 46768 w 51339"/>
                        <a:gd name="connsiteY1" fmla="*/ 14456 h 18170"/>
                        <a:gd name="connsiteX2" fmla="*/ 34862 w 51339"/>
                        <a:gd name="connsiteY2" fmla="*/ 7027 h 18170"/>
                        <a:gd name="connsiteX3" fmla="*/ 0 w 51339"/>
                        <a:gd name="connsiteY3" fmla="*/ 3407 h 18170"/>
                        <a:gd name="connsiteX4" fmla="*/ 15431 w 51339"/>
                        <a:gd name="connsiteY4" fmla="*/ 2550 h 18170"/>
                        <a:gd name="connsiteX5" fmla="*/ 31909 w 51339"/>
                        <a:gd name="connsiteY5" fmla="*/ 7313 h 18170"/>
                        <a:gd name="connsiteX6" fmla="*/ 51340 w 51339"/>
                        <a:gd name="connsiteY6" fmla="*/ 18171 h 18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1339" h="18170">
                          <a:moveTo>
                            <a:pt x="51340" y="18171"/>
                          </a:moveTo>
                          <a:cubicBezTo>
                            <a:pt x="51340" y="18171"/>
                            <a:pt x="49625" y="16552"/>
                            <a:pt x="46768" y="14456"/>
                          </a:cubicBezTo>
                          <a:cubicBezTo>
                            <a:pt x="43910" y="12170"/>
                            <a:pt x="39719" y="10075"/>
                            <a:pt x="34862" y="7027"/>
                          </a:cubicBezTo>
                          <a:cubicBezTo>
                            <a:pt x="25051" y="1407"/>
                            <a:pt x="11906" y="-3546"/>
                            <a:pt x="0" y="3407"/>
                          </a:cubicBezTo>
                          <a:cubicBezTo>
                            <a:pt x="0" y="3407"/>
                            <a:pt x="6001" y="1312"/>
                            <a:pt x="15431" y="2550"/>
                          </a:cubicBezTo>
                          <a:cubicBezTo>
                            <a:pt x="20193" y="3122"/>
                            <a:pt x="25813" y="4646"/>
                            <a:pt x="31909" y="7313"/>
                          </a:cubicBezTo>
                          <a:cubicBezTo>
                            <a:pt x="38005" y="10456"/>
                            <a:pt x="44672" y="12932"/>
                            <a:pt x="51340" y="181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49" name="Forme libre : forme 15348">
                      <a:extLst>
                        <a:ext uri="{FF2B5EF4-FFF2-40B4-BE49-F238E27FC236}">
                          <a16:creationId xmlns:a16="http://schemas.microsoft.com/office/drawing/2014/main" id="{0198272F-38F2-47BA-84BF-1BC4127ABB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5827" y="3243161"/>
                      <a:ext cx="19484" cy="19219"/>
                    </a:xfrm>
                    <a:custGeom>
                      <a:avLst/>
                      <a:gdLst>
                        <a:gd name="connsiteX0" fmla="*/ 18359 w 19484"/>
                        <a:gd name="connsiteY0" fmla="*/ 18865 h 19219"/>
                        <a:gd name="connsiteX1" fmla="*/ 12263 w 19484"/>
                        <a:gd name="connsiteY1" fmla="*/ 18104 h 19219"/>
                        <a:gd name="connsiteX2" fmla="*/ 4833 w 19484"/>
                        <a:gd name="connsiteY2" fmla="*/ 11912 h 19219"/>
                        <a:gd name="connsiteX3" fmla="*/ 1309 w 19484"/>
                        <a:gd name="connsiteY3" fmla="*/ 197 h 19219"/>
                        <a:gd name="connsiteX4" fmla="*/ 14072 w 19484"/>
                        <a:gd name="connsiteY4" fmla="*/ 7626 h 19219"/>
                        <a:gd name="connsiteX5" fmla="*/ 18930 w 19484"/>
                        <a:gd name="connsiteY5" fmla="*/ 14579 h 19219"/>
                        <a:gd name="connsiteX6" fmla="*/ 18359 w 19484"/>
                        <a:gd name="connsiteY6" fmla="*/ 18865 h 19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484" h="19219">
                          <a:moveTo>
                            <a:pt x="18359" y="18865"/>
                          </a:moveTo>
                          <a:cubicBezTo>
                            <a:pt x="17025" y="19532"/>
                            <a:pt x="14834" y="19247"/>
                            <a:pt x="12263" y="18104"/>
                          </a:cubicBezTo>
                          <a:cubicBezTo>
                            <a:pt x="9691" y="16960"/>
                            <a:pt x="7214" y="14579"/>
                            <a:pt x="4833" y="11912"/>
                          </a:cubicBezTo>
                          <a:cubicBezTo>
                            <a:pt x="166" y="6483"/>
                            <a:pt x="-1358" y="1244"/>
                            <a:pt x="1309" y="197"/>
                          </a:cubicBezTo>
                          <a:cubicBezTo>
                            <a:pt x="3976" y="-851"/>
                            <a:pt x="9596" y="2387"/>
                            <a:pt x="14072" y="7626"/>
                          </a:cubicBezTo>
                          <a:cubicBezTo>
                            <a:pt x="16263" y="10388"/>
                            <a:pt x="18168" y="12579"/>
                            <a:pt x="18930" y="14579"/>
                          </a:cubicBezTo>
                          <a:cubicBezTo>
                            <a:pt x="19787" y="16580"/>
                            <a:pt x="19692" y="18199"/>
                            <a:pt x="18359" y="1886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50" name="Forme libre : forme 15349">
                      <a:extLst>
                        <a:ext uri="{FF2B5EF4-FFF2-40B4-BE49-F238E27FC236}">
                          <a16:creationId xmlns:a16="http://schemas.microsoft.com/office/drawing/2014/main" id="{D243AEAF-826E-499E-B2FB-03C802FC99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1674" y="3258418"/>
                      <a:ext cx="6548" cy="5155"/>
                    </a:xfrm>
                    <a:custGeom>
                      <a:avLst/>
                      <a:gdLst>
                        <a:gd name="connsiteX0" fmla="*/ 6322 w 6548"/>
                        <a:gd name="connsiteY0" fmla="*/ 4370 h 5155"/>
                        <a:gd name="connsiteX1" fmla="*/ 2131 w 6548"/>
                        <a:gd name="connsiteY1" fmla="*/ 4370 h 5155"/>
                        <a:gd name="connsiteX2" fmla="*/ 226 w 6548"/>
                        <a:gd name="connsiteY2" fmla="*/ 751 h 5155"/>
                        <a:gd name="connsiteX3" fmla="*/ 4417 w 6548"/>
                        <a:gd name="connsiteY3" fmla="*/ 751 h 5155"/>
                        <a:gd name="connsiteX4" fmla="*/ 6322 w 6548"/>
                        <a:gd name="connsiteY4" fmla="*/ 4370 h 5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48" h="5155">
                          <a:moveTo>
                            <a:pt x="6322" y="4370"/>
                          </a:moveTo>
                          <a:cubicBezTo>
                            <a:pt x="5655" y="5418"/>
                            <a:pt x="3845" y="5418"/>
                            <a:pt x="2131" y="4370"/>
                          </a:cubicBezTo>
                          <a:cubicBezTo>
                            <a:pt x="416" y="3418"/>
                            <a:pt x="-440" y="1798"/>
                            <a:pt x="226" y="751"/>
                          </a:cubicBezTo>
                          <a:cubicBezTo>
                            <a:pt x="893" y="-297"/>
                            <a:pt x="2702" y="-202"/>
                            <a:pt x="4417" y="751"/>
                          </a:cubicBezTo>
                          <a:cubicBezTo>
                            <a:pt x="6132" y="1798"/>
                            <a:pt x="6989" y="3418"/>
                            <a:pt x="6322" y="437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51" name="Forme libre : forme 15350">
                      <a:extLst>
                        <a:ext uri="{FF2B5EF4-FFF2-40B4-BE49-F238E27FC236}">
                          <a16:creationId xmlns:a16="http://schemas.microsoft.com/office/drawing/2014/main" id="{A0C23319-7632-41FE-ACC9-EC186450E3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9321" y="3225539"/>
                      <a:ext cx="38548" cy="57506"/>
                    </a:xfrm>
                    <a:custGeom>
                      <a:avLst/>
                      <a:gdLst>
                        <a:gd name="connsiteX0" fmla="*/ 38202 w 38548"/>
                        <a:gd name="connsiteY0" fmla="*/ 35059 h 57506"/>
                        <a:gd name="connsiteX1" fmla="*/ 34583 w 38548"/>
                        <a:gd name="connsiteY1" fmla="*/ 54013 h 57506"/>
                        <a:gd name="connsiteX2" fmla="*/ 27439 w 38548"/>
                        <a:gd name="connsiteY2" fmla="*/ 57157 h 57506"/>
                        <a:gd name="connsiteX3" fmla="*/ 22201 w 38548"/>
                        <a:gd name="connsiteY3" fmla="*/ 50299 h 57506"/>
                        <a:gd name="connsiteX4" fmla="*/ 17533 w 38548"/>
                        <a:gd name="connsiteY4" fmla="*/ 27439 h 57506"/>
                        <a:gd name="connsiteX5" fmla="*/ 12390 w 38548"/>
                        <a:gd name="connsiteY5" fmla="*/ 21628 h 57506"/>
                        <a:gd name="connsiteX6" fmla="*/ 5150 w 38548"/>
                        <a:gd name="connsiteY6" fmla="*/ 12770 h 57506"/>
                        <a:gd name="connsiteX7" fmla="*/ 1912 w 38548"/>
                        <a:gd name="connsiteY7" fmla="*/ 102 h 57506"/>
                        <a:gd name="connsiteX8" fmla="*/ 17247 w 38548"/>
                        <a:gd name="connsiteY8" fmla="*/ 7436 h 57506"/>
                        <a:gd name="connsiteX9" fmla="*/ 30963 w 38548"/>
                        <a:gd name="connsiteY9" fmla="*/ 18771 h 57506"/>
                        <a:gd name="connsiteX10" fmla="*/ 38202 w 38548"/>
                        <a:gd name="connsiteY10" fmla="*/ 35059 h 57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8548" h="57506">
                          <a:moveTo>
                            <a:pt x="38202" y="35059"/>
                          </a:moveTo>
                          <a:cubicBezTo>
                            <a:pt x="39345" y="41917"/>
                            <a:pt x="37536" y="48298"/>
                            <a:pt x="34583" y="54013"/>
                          </a:cubicBezTo>
                          <a:cubicBezTo>
                            <a:pt x="33535" y="56109"/>
                            <a:pt x="31154" y="58395"/>
                            <a:pt x="27439" y="57157"/>
                          </a:cubicBezTo>
                          <a:cubicBezTo>
                            <a:pt x="23915" y="56204"/>
                            <a:pt x="22581" y="52870"/>
                            <a:pt x="22201" y="50299"/>
                          </a:cubicBezTo>
                          <a:cubicBezTo>
                            <a:pt x="20962" y="42583"/>
                            <a:pt x="22201" y="35154"/>
                            <a:pt x="17533" y="27439"/>
                          </a:cubicBezTo>
                          <a:cubicBezTo>
                            <a:pt x="16771" y="26296"/>
                            <a:pt x="14771" y="24105"/>
                            <a:pt x="12390" y="21628"/>
                          </a:cubicBezTo>
                          <a:cubicBezTo>
                            <a:pt x="9818" y="19342"/>
                            <a:pt x="7246" y="16009"/>
                            <a:pt x="5150" y="12770"/>
                          </a:cubicBezTo>
                          <a:cubicBezTo>
                            <a:pt x="769" y="6388"/>
                            <a:pt x="-2088" y="769"/>
                            <a:pt x="1912" y="102"/>
                          </a:cubicBezTo>
                          <a:cubicBezTo>
                            <a:pt x="6008" y="-660"/>
                            <a:pt x="11818" y="2959"/>
                            <a:pt x="17247" y="7436"/>
                          </a:cubicBezTo>
                          <a:cubicBezTo>
                            <a:pt x="23153" y="11151"/>
                            <a:pt x="28677" y="16009"/>
                            <a:pt x="30963" y="18771"/>
                          </a:cubicBezTo>
                          <a:cubicBezTo>
                            <a:pt x="35059" y="24010"/>
                            <a:pt x="37250" y="30105"/>
                            <a:pt x="38202" y="3505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21" name="Graphique 1">
                    <a:extLst>
                      <a:ext uri="{FF2B5EF4-FFF2-40B4-BE49-F238E27FC236}">
                        <a16:creationId xmlns:a16="http://schemas.microsoft.com/office/drawing/2014/main" id="{E291A812-29C3-4C6F-99E6-C4949A70812C}"/>
                      </a:ext>
                    </a:extLst>
                  </p:cNvPr>
                  <p:cNvGrpSpPr/>
                  <p:nvPr/>
                </p:nvGrpSpPr>
                <p:grpSpPr>
                  <a:xfrm>
                    <a:off x="4538217" y="3258177"/>
                    <a:ext cx="155509" cy="88509"/>
                    <a:chOff x="4538217" y="3258177"/>
                    <a:chExt cx="155509" cy="88509"/>
                  </a:xfrm>
                  <a:solidFill>
                    <a:schemeClr val="accent1"/>
                  </a:solidFill>
                </p:grpSpPr>
                <p:sp>
                  <p:nvSpPr>
                    <p:cNvPr id="15328" name="Forme libre : forme 15327">
                      <a:extLst>
                        <a:ext uri="{FF2B5EF4-FFF2-40B4-BE49-F238E27FC236}">
                          <a16:creationId xmlns:a16="http://schemas.microsoft.com/office/drawing/2014/main" id="{21EA354E-B969-4128-AF5C-95844E5FA5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8312" y="3258177"/>
                      <a:ext cx="155414" cy="88478"/>
                    </a:xfrm>
                    <a:custGeom>
                      <a:avLst/>
                      <a:gdLst>
                        <a:gd name="connsiteX0" fmla="*/ 105510 w 155414"/>
                        <a:gd name="connsiteY0" fmla="*/ 88336 h 88478"/>
                        <a:gd name="connsiteX1" fmla="*/ 73601 w 155414"/>
                        <a:gd name="connsiteY1" fmla="*/ 86241 h 88478"/>
                        <a:gd name="connsiteX2" fmla="*/ 42073 w 155414"/>
                        <a:gd name="connsiteY2" fmla="*/ 80526 h 88478"/>
                        <a:gd name="connsiteX3" fmla="*/ 22261 w 155414"/>
                        <a:gd name="connsiteY3" fmla="*/ 72620 h 88478"/>
                        <a:gd name="connsiteX4" fmla="*/ 7878 w 155414"/>
                        <a:gd name="connsiteY4" fmla="*/ 61666 h 88478"/>
                        <a:gd name="connsiteX5" fmla="*/ 735 w 155414"/>
                        <a:gd name="connsiteY5" fmla="*/ 48807 h 88478"/>
                        <a:gd name="connsiteX6" fmla="*/ 1306 w 155414"/>
                        <a:gd name="connsiteY6" fmla="*/ 36806 h 88478"/>
                        <a:gd name="connsiteX7" fmla="*/ 9688 w 155414"/>
                        <a:gd name="connsiteY7" fmla="*/ 16518 h 88478"/>
                        <a:gd name="connsiteX8" fmla="*/ 17118 w 155414"/>
                        <a:gd name="connsiteY8" fmla="*/ 7564 h 88478"/>
                        <a:gd name="connsiteX9" fmla="*/ 28834 w 155414"/>
                        <a:gd name="connsiteY9" fmla="*/ 2325 h 88478"/>
                        <a:gd name="connsiteX10" fmla="*/ 43407 w 155414"/>
                        <a:gd name="connsiteY10" fmla="*/ 39 h 88478"/>
                        <a:gd name="connsiteX11" fmla="*/ 59218 w 155414"/>
                        <a:gd name="connsiteY11" fmla="*/ 1849 h 88478"/>
                        <a:gd name="connsiteX12" fmla="*/ 82840 w 155414"/>
                        <a:gd name="connsiteY12" fmla="*/ 5755 h 88478"/>
                        <a:gd name="connsiteX13" fmla="*/ 106748 w 155414"/>
                        <a:gd name="connsiteY13" fmla="*/ 6897 h 88478"/>
                        <a:gd name="connsiteX14" fmla="*/ 122655 w 155414"/>
                        <a:gd name="connsiteY14" fmla="*/ 8612 h 88478"/>
                        <a:gd name="connsiteX15" fmla="*/ 136371 w 155414"/>
                        <a:gd name="connsiteY15" fmla="*/ 14136 h 88478"/>
                        <a:gd name="connsiteX16" fmla="*/ 146658 w 155414"/>
                        <a:gd name="connsiteY16" fmla="*/ 22233 h 88478"/>
                        <a:gd name="connsiteX17" fmla="*/ 151801 w 155414"/>
                        <a:gd name="connsiteY17" fmla="*/ 33091 h 88478"/>
                        <a:gd name="connsiteX18" fmla="*/ 155231 w 155414"/>
                        <a:gd name="connsiteY18" fmla="*/ 55475 h 88478"/>
                        <a:gd name="connsiteX19" fmla="*/ 152944 w 155414"/>
                        <a:gd name="connsiteY19" fmla="*/ 67572 h 88478"/>
                        <a:gd name="connsiteX20" fmla="*/ 142943 w 155414"/>
                        <a:gd name="connsiteY20" fmla="*/ 78335 h 88478"/>
                        <a:gd name="connsiteX21" fmla="*/ 126465 w 155414"/>
                        <a:gd name="connsiteY21" fmla="*/ 85574 h 88478"/>
                        <a:gd name="connsiteX22" fmla="*/ 105510 w 155414"/>
                        <a:gd name="connsiteY22" fmla="*/ 88336 h 88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55414" h="88478">
                          <a:moveTo>
                            <a:pt x="105510" y="88336"/>
                          </a:moveTo>
                          <a:lnTo>
                            <a:pt x="73601" y="86241"/>
                          </a:lnTo>
                          <a:lnTo>
                            <a:pt x="42073" y="80526"/>
                          </a:lnTo>
                          <a:cubicBezTo>
                            <a:pt x="34644" y="79288"/>
                            <a:pt x="28167" y="75763"/>
                            <a:pt x="22261" y="72620"/>
                          </a:cubicBezTo>
                          <a:cubicBezTo>
                            <a:pt x="16451" y="69286"/>
                            <a:pt x="11593" y="65572"/>
                            <a:pt x="7878" y="61666"/>
                          </a:cubicBezTo>
                          <a:cubicBezTo>
                            <a:pt x="4164" y="57761"/>
                            <a:pt x="1878" y="52998"/>
                            <a:pt x="735" y="48807"/>
                          </a:cubicBezTo>
                          <a:cubicBezTo>
                            <a:pt x="-408" y="44521"/>
                            <a:pt x="-218" y="40521"/>
                            <a:pt x="1306" y="36806"/>
                          </a:cubicBezTo>
                          <a:lnTo>
                            <a:pt x="9688" y="16518"/>
                          </a:lnTo>
                          <a:cubicBezTo>
                            <a:pt x="11213" y="12898"/>
                            <a:pt x="13784" y="9850"/>
                            <a:pt x="17118" y="7564"/>
                          </a:cubicBezTo>
                          <a:cubicBezTo>
                            <a:pt x="20452" y="5088"/>
                            <a:pt x="24357" y="3849"/>
                            <a:pt x="28834" y="2325"/>
                          </a:cubicBezTo>
                          <a:cubicBezTo>
                            <a:pt x="33405" y="897"/>
                            <a:pt x="38359" y="39"/>
                            <a:pt x="43407" y="39"/>
                          </a:cubicBezTo>
                          <a:cubicBezTo>
                            <a:pt x="48550" y="-246"/>
                            <a:pt x="53694" y="1087"/>
                            <a:pt x="59218" y="1849"/>
                          </a:cubicBezTo>
                          <a:lnTo>
                            <a:pt x="82840" y="5755"/>
                          </a:lnTo>
                          <a:lnTo>
                            <a:pt x="106748" y="6897"/>
                          </a:lnTo>
                          <a:cubicBezTo>
                            <a:pt x="112368" y="7469"/>
                            <a:pt x="117702" y="7183"/>
                            <a:pt x="122655" y="8612"/>
                          </a:cubicBezTo>
                          <a:cubicBezTo>
                            <a:pt x="127608" y="9755"/>
                            <a:pt x="132275" y="11660"/>
                            <a:pt x="136371" y="14136"/>
                          </a:cubicBezTo>
                          <a:cubicBezTo>
                            <a:pt x="140466" y="16803"/>
                            <a:pt x="143896" y="18994"/>
                            <a:pt x="146658" y="22233"/>
                          </a:cubicBezTo>
                          <a:cubicBezTo>
                            <a:pt x="149325" y="25376"/>
                            <a:pt x="151135" y="28995"/>
                            <a:pt x="151801" y="33091"/>
                          </a:cubicBezTo>
                          <a:lnTo>
                            <a:pt x="155231" y="55475"/>
                          </a:lnTo>
                          <a:cubicBezTo>
                            <a:pt x="155802" y="59475"/>
                            <a:pt x="155040" y="63571"/>
                            <a:pt x="152944" y="67572"/>
                          </a:cubicBezTo>
                          <a:cubicBezTo>
                            <a:pt x="150849" y="71382"/>
                            <a:pt x="147515" y="75668"/>
                            <a:pt x="142943" y="78335"/>
                          </a:cubicBezTo>
                          <a:cubicBezTo>
                            <a:pt x="138466" y="81288"/>
                            <a:pt x="132846" y="83764"/>
                            <a:pt x="126465" y="85574"/>
                          </a:cubicBezTo>
                          <a:cubicBezTo>
                            <a:pt x="120179" y="87193"/>
                            <a:pt x="113035" y="89003"/>
                            <a:pt x="105510" y="8833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29" name="Forme libre : forme 15328">
                      <a:extLst>
                        <a:ext uri="{FF2B5EF4-FFF2-40B4-BE49-F238E27FC236}">
                          <a16:creationId xmlns:a16="http://schemas.microsoft.com/office/drawing/2014/main" id="{27950F30-2776-4ADD-904E-11FD0AA9E1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8217" y="3286220"/>
                      <a:ext cx="155414" cy="60466"/>
                    </a:xfrm>
                    <a:custGeom>
                      <a:avLst/>
                      <a:gdLst>
                        <a:gd name="connsiteX0" fmla="*/ 58075 w 155414"/>
                        <a:gd name="connsiteY0" fmla="*/ 28384 h 60466"/>
                        <a:gd name="connsiteX1" fmla="*/ 40740 w 155414"/>
                        <a:gd name="connsiteY1" fmla="*/ 26098 h 60466"/>
                        <a:gd name="connsiteX2" fmla="*/ 25214 w 155414"/>
                        <a:gd name="connsiteY2" fmla="*/ 19621 h 60466"/>
                        <a:gd name="connsiteX3" fmla="*/ 12736 w 155414"/>
                        <a:gd name="connsiteY3" fmla="*/ 11049 h 60466"/>
                        <a:gd name="connsiteX4" fmla="*/ 4926 w 155414"/>
                        <a:gd name="connsiteY4" fmla="*/ 0 h 60466"/>
                        <a:gd name="connsiteX5" fmla="*/ 1306 w 155414"/>
                        <a:gd name="connsiteY5" fmla="*/ 8763 h 60466"/>
                        <a:gd name="connsiteX6" fmla="*/ 735 w 155414"/>
                        <a:gd name="connsiteY6" fmla="*/ 20764 h 60466"/>
                        <a:gd name="connsiteX7" fmla="*/ 7878 w 155414"/>
                        <a:gd name="connsiteY7" fmla="*/ 33623 h 60466"/>
                        <a:gd name="connsiteX8" fmla="*/ 22261 w 155414"/>
                        <a:gd name="connsiteY8" fmla="*/ 44577 h 60466"/>
                        <a:gd name="connsiteX9" fmla="*/ 42073 w 155414"/>
                        <a:gd name="connsiteY9" fmla="*/ 52483 h 60466"/>
                        <a:gd name="connsiteX10" fmla="*/ 73601 w 155414"/>
                        <a:gd name="connsiteY10" fmla="*/ 58198 h 60466"/>
                        <a:gd name="connsiteX11" fmla="*/ 105510 w 155414"/>
                        <a:gd name="connsiteY11" fmla="*/ 60293 h 60466"/>
                        <a:gd name="connsiteX12" fmla="*/ 126465 w 155414"/>
                        <a:gd name="connsiteY12" fmla="*/ 57531 h 60466"/>
                        <a:gd name="connsiteX13" fmla="*/ 142943 w 155414"/>
                        <a:gd name="connsiteY13" fmla="*/ 50292 h 60466"/>
                        <a:gd name="connsiteX14" fmla="*/ 152945 w 155414"/>
                        <a:gd name="connsiteY14" fmla="*/ 39529 h 60466"/>
                        <a:gd name="connsiteX15" fmla="*/ 155231 w 155414"/>
                        <a:gd name="connsiteY15" fmla="*/ 27432 h 60466"/>
                        <a:gd name="connsiteX16" fmla="*/ 155135 w 155414"/>
                        <a:gd name="connsiteY16" fmla="*/ 26670 h 60466"/>
                        <a:gd name="connsiteX17" fmla="*/ 143038 w 155414"/>
                        <a:gd name="connsiteY17" fmla="*/ 28956 h 60466"/>
                        <a:gd name="connsiteX18" fmla="*/ 130847 w 155414"/>
                        <a:gd name="connsiteY18" fmla="*/ 29718 h 60466"/>
                        <a:gd name="connsiteX19" fmla="*/ 106653 w 155414"/>
                        <a:gd name="connsiteY19" fmla="*/ 30480 h 60466"/>
                        <a:gd name="connsiteX20" fmla="*/ 82555 w 155414"/>
                        <a:gd name="connsiteY20" fmla="*/ 29623 h 60466"/>
                        <a:gd name="connsiteX21" fmla="*/ 58075 w 155414"/>
                        <a:gd name="connsiteY21" fmla="*/ 28384 h 60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55414" h="60466">
                          <a:moveTo>
                            <a:pt x="58075" y="28384"/>
                          </a:moveTo>
                          <a:cubicBezTo>
                            <a:pt x="52170" y="28099"/>
                            <a:pt x="46169" y="27908"/>
                            <a:pt x="40740" y="26098"/>
                          </a:cubicBezTo>
                          <a:cubicBezTo>
                            <a:pt x="35215" y="24384"/>
                            <a:pt x="29977" y="22193"/>
                            <a:pt x="25214" y="19621"/>
                          </a:cubicBezTo>
                          <a:cubicBezTo>
                            <a:pt x="20452" y="17050"/>
                            <a:pt x="16165" y="14288"/>
                            <a:pt x="12736" y="11049"/>
                          </a:cubicBezTo>
                          <a:cubicBezTo>
                            <a:pt x="9403" y="7525"/>
                            <a:pt x="6735" y="3810"/>
                            <a:pt x="4926" y="0"/>
                          </a:cubicBezTo>
                          <a:lnTo>
                            <a:pt x="1306" y="8763"/>
                          </a:lnTo>
                          <a:cubicBezTo>
                            <a:pt x="-218" y="12382"/>
                            <a:pt x="-408" y="16478"/>
                            <a:pt x="735" y="20764"/>
                          </a:cubicBezTo>
                          <a:cubicBezTo>
                            <a:pt x="1878" y="24860"/>
                            <a:pt x="4164" y="29718"/>
                            <a:pt x="7878" y="33623"/>
                          </a:cubicBezTo>
                          <a:cubicBezTo>
                            <a:pt x="11593" y="37529"/>
                            <a:pt x="16451" y="41243"/>
                            <a:pt x="22261" y="44577"/>
                          </a:cubicBezTo>
                          <a:cubicBezTo>
                            <a:pt x="28071" y="47720"/>
                            <a:pt x="34644" y="51149"/>
                            <a:pt x="42073" y="52483"/>
                          </a:cubicBezTo>
                          <a:lnTo>
                            <a:pt x="73601" y="58198"/>
                          </a:lnTo>
                          <a:lnTo>
                            <a:pt x="105510" y="60293"/>
                          </a:lnTo>
                          <a:cubicBezTo>
                            <a:pt x="113035" y="61055"/>
                            <a:pt x="120083" y="59150"/>
                            <a:pt x="126465" y="57531"/>
                          </a:cubicBezTo>
                          <a:cubicBezTo>
                            <a:pt x="132846" y="55721"/>
                            <a:pt x="138466" y="53245"/>
                            <a:pt x="142943" y="50292"/>
                          </a:cubicBezTo>
                          <a:cubicBezTo>
                            <a:pt x="147515" y="47530"/>
                            <a:pt x="150849" y="43339"/>
                            <a:pt x="152945" y="39529"/>
                          </a:cubicBezTo>
                          <a:cubicBezTo>
                            <a:pt x="155040" y="35623"/>
                            <a:pt x="155802" y="31528"/>
                            <a:pt x="155231" y="27432"/>
                          </a:cubicBezTo>
                          <a:lnTo>
                            <a:pt x="155135" y="26670"/>
                          </a:lnTo>
                          <a:cubicBezTo>
                            <a:pt x="151039" y="27527"/>
                            <a:pt x="147039" y="28480"/>
                            <a:pt x="143038" y="28956"/>
                          </a:cubicBezTo>
                          <a:cubicBezTo>
                            <a:pt x="138943" y="29242"/>
                            <a:pt x="134847" y="29432"/>
                            <a:pt x="130847" y="29718"/>
                          </a:cubicBezTo>
                          <a:cubicBezTo>
                            <a:pt x="122750" y="29908"/>
                            <a:pt x="114654" y="30956"/>
                            <a:pt x="106653" y="30480"/>
                          </a:cubicBezTo>
                          <a:cubicBezTo>
                            <a:pt x="98652" y="30004"/>
                            <a:pt x="90555" y="29623"/>
                            <a:pt x="82555" y="29623"/>
                          </a:cubicBezTo>
                          <a:cubicBezTo>
                            <a:pt x="74458" y="29813"/>
                            <a:pt x="66457" y="28289"/>
                            <a:pt x="58075" y="2838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30" name="Forme libre : forme 15329">
                      <a:extLst>
                        <a:ext uri="{FF2B5EF4-FFF2-40B4-BE49-F238E27FC236}">
                          <a16:creationId xmlns:a16="http://schemas.microsoft.com/office/drawing/2014/main" id="{24BA07DC-0DA0-4228-AB5D-065F0E82A2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2054" y="3291326"/>
                      <a:ext cx="69014" cy="30746"/>
                    </a:xfrm>
                    <a:custGeom>
                      <a:avLst/>
                      <a:gdLst>
                        <a:gd name="connsiteX0" fmla="*/ 69008 w 69014"/>
                        <a:gd name="connsiteY0" fmla="*/ 15944 h 30746"/>
                        <a:gd name="connsiteX1" fmla="*/ 58912 w 69014"/>
                        <a:gd name="connsiteY1" fmla="*/ 27374 h 30746"/>
                        <a:gd name="connsiteX2" fmla="*/ 47387 w 69014"/>
                        <a:gd name="connsiteY2" fmla="*/ 30232 h 30746"/>
                        <a:gd name="connsiteX3" fmla="*/ 33194 w 69014"/>
                        <a:gd name="connsiteY3" fmla="*/ 30613 h 30746"/>
                        <a:gd name="connsiteX4" fmla="*/ 19192 w 69014"/>
                        <a:gd name="connsiteY4" fmla="*/ 28136 h 30746"/>
                        <a:gd name="connsiteX5" fmla="*/ 8334 w 69014"/>
                        <a:gd name="connsiteY5" fmla="*/ 22897 h 30746"/>
                        <a:gd name="connsiteX6" fmla="*/ 142 w 69014"/>
                        <a:gd name="connsiteY6" fmla="*/ 10515 h 30746"/>
                        <a:gd name="connsiteX7" fmla="*/ 11953 w 69014"/>
                        <a:gd name="connsiteY7" fmla="*/ 1657 h 30746"/>
                        <a:gd name="connsiteX8" fmla="*/ 22812 w 69014"/>
                        <a:gd name="connsiteY8" fmla="*/ 228 h 30746"/>
                        <a:gd name="connsiteX9" fmla="*/ 35671 w 69014"/>
                        <a:gd name="connsiteY9" fmla="*/ 133 h 30746"/>
                        <a:gd name="connsiteX10" fmla="*/ 48339 w 69014"/>
                        <a:gd name="connsiteY10" fmla="*/ 2038 h 30746"/>
                        <a:gd name="connsiteX11" fmla="*/ 58816 w 69014"/>
                        <a:gd name="connsiteY11" fmla="*/ 5752 h 30746"/>
                        <a:gd name="connsiteX12" fmla="*/ 69008 w 69014"/>
                        <a:gd name="connsiteY12" fmla="*/ 15944 h 30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9014" h="30746">
                          <a:moveTo>
                            <a:pt x="69008" y="15944"/>
                          </a:moveTo>
                          <a:cubicBezTo>
                            <a:pt x="69199" y="20230"/>
                            <a:pt x="65389" y="24326"/>
                            <a:pt x="58912" y="27374"/>
                          </a:cubicBezTo>
                          <a:cubicBezTo>
                            <a:pt x="55673" y="28993"/>
                            <a:pt x="51768" y="29565"/>
                            <a:pt x="47387" y="30232"/>
                          </a:cubicBezTo>
                          <a:cubicBezTo>
                            <a:pt x="43005" y="30708"/>
                            <a:pt x="38147" y="30898"/>
                            <a:pt x="33194" y="30613"/>
                          </a:cubicBezTo>
                          <a:cubicBezTo>
                            <a:pt x="28146" y="30232"/>
                            <a:pt x="23384" y="29851"/>
                            <a:pt x="19192" y="28136"/>
                          </a:cubicBezTo>
                          <a:cubicBezTo>
                            <a:pt x="15001" y="26612"/>
                            <a:pt x="11287" y="24802"/>
                            <a:pt x="8334" y="22897"/>
                          </a:cubicBezTo>
                          <a:cubicBezTo>
                            <a:pt x="2333" y="19087"/>
                            <a:pt x="-715" y="14610"/>
                            <a:pt x="142" y="10515"/>
                          </a:cubicBezTo>
                          <a:cubicBezTo>
                            <a:pt x="999" y="6419"/>
                            <a:pt x="5572" y="3276"/>
                            <a:pt x="11953" y="1657"/>
                          </a:cubicBezTo>
                          <a:cubicBezTo>
                            <a:pt x="15192" y="799"/>
                            <a:pt x="18812" y="323"/>
                            <a:pt x="22812" y="228"/>
                          </a:cubicBezTo>
                          <a:cubicBezTo>
                            <a:pt x="26717" y="323"/>
                            <a:pt x="31194" y="-249"/>
                            <a:pt x="35671" y="133"/>
                          </a:cubicBezTo>
                          <a:cubicBezTo>
                            <a:pt x="40148" y="418"/>
                            <a:pt x="44433" y="990"/>
                            <a:pt x="48339" y="2038"/>
                          </a:cubicBezTo>
                          <a:cubicBezTo>
                            <a:pt x="52244" y="2895"/>
                            <a:pt x="55768" y="4609"/>
                            <a:pt x="58816" y="5752"/>
                          </a:cubicBezTo>
                          <a:cubicBezTo>
                            <a:pt x="64817" y="8038"/>
                            <a:pt x="68818" y="11658"/>
                            <a:pt x="69008" y="15944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31" name="Forme libre : forme 15330">
                      <a:extLst>
                        <a:ext uri="{FF2B5EF4-FFF2-40B4-BE49-F238E27FC236}">
                          <a16:creationId xmlns:a16="http://schemas.microsoft.com/office/drawing/2014/main" id="{D7710DE7-CCAD-4F68-A2DE-8FC49DF616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2150" y="3291935"/>
                      <a:ext cx="49577" cy="30171"/>
                    </a:xfrm>
                    <a:custGeom>
                      <a:avLst/>
                      <a:gdLst>
                        <a:gd name="connsiteX0" fmla="*/ 17001 w 49577"/>
                        <a:gd name="connsiteY0" fmla="*/ 0 h 30171"/>
                        <a:gd name="connsiteX1" fmla="*/ 142 w 49577"/>
                        <a:gd name="connsiteY1" fmla="*/ 9906 h 30171"/>
                        <a:gd name="connsiteX2" fmla="*/ 8334 w 49577"/>
                        <a:gd name="connsiteY2" fmla="*/ 22289 h 30171"/>
                        <a:gd name="connsiteX3" fmla="*/ 19192 w 49577"/>
                        <a:gd name="connsiteY3" fmla="*/ 27527 h 30171"/>
                        <a:gd name="connsiteX4" fmla="*/ 33194 w 49577"/>
                        <a:gd name="connsiteY4" fmla="*/ 30004 h 30171"/>
                        <a:gd name="connsiteX5" fmla="*/ 49577 w 49577"/>
                        <a:gd name="connsiteY5" fmla="*/ 29337 h 30171"/>
                        <a:gd name="connsiteX6" fmla="*/ 40624 w 49577"/>
                        <a:gd name="connsiteY6" fmla="*/ 27718 h 30171"/>
                        <a:gd name="connsiteX7" fmla="*/ 21764 w 49577"/>
                        <a:gd name="connsiteY7" fmla="*/ 15716 h 30171"/>
                        <a:gd name="connsiteX8" fmla="*/ 17001 w 49577"/>
                        <a:gd name="connsiteY8" fmla="*/ 0 h 30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577" h="30171">
                          <a:moveTo>
                            <a:pt x="17001" y="0"/>
                          </a:moveTo>
                          <a:cubicBezTo>
                            <a:pt x="7953" y="1238"/>
                            <a:pt x="1190" y="4763"/>
                            <a:pt x="142" y="9906"/>
                          </a:cubicBezTo>
                          <a:cubicBezTo>
                            <a:pt x="-715" y="14002"/>
                            <a:pt x="2333" y="18383"/>
                            <a:pt x="8334" y="22289"/>
                          </a:cubicBezTo>
                          <a:cubicBezTo>
                            <a:pt x="11287" y="24194"/>
                            <a:pt x="15001" y="26003"/>
                            <a:pt x="19192" y="27527"/>
                          </a:cubicBezTo>
                          <a:cubicBezTo>
                            <a:pt x="23384" y="29242"/>
                            <a:pt x="28146" y="29623"/>
                            <a:pt x="33194" y="30004"/>
                          </a:cubicBezTo>
                          <a:cubicBezTo>
                            <a:pt x="39099" y="30385"/>
                            <a:pt x="44719" y="30099"/>
                            <a:pt x="49577" y="29337"/>
                          </a:cubicBezTo>
                          <a:cubicBezTo>
                            <a:pt x="46529" y="29051"/>
                            <a:pt x="43576" y="28575"/>
                            <a:pt x="40624" y="27718"/>
                          </a:cubicBezTo>
                          <a:cubicBezTo>
                            <a:pt x="32813" y="24765"/>
                            <a:pt x="25955" y="21050"/>
                            <a:pt x="21764" y="15716"/>
                          </a:cubicBezTo>
                          <a:cubicBezTo>
                            <a:pt x="17478" y="10478"/>
                            <a:pt x="15668" y="4953"/>
                            <a:pt x="17001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32" name="Forme libre : forme 15331">
                      <a:extLst>
                        <a:ext uri="{FF2B5EF4-FFF2-40B4-BE49-F238E27FC236}">
                          <a16:creationId xmlns:a16="http://schemas.microsoft.com/office/drawing/2014/main" id="{56B8970E-C05B-4C5E-A64F-849C389E16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4847" y="3294869"/>
                      <a:ext cx="69945" cy="30823"/>
                    </a:xfrm>
                    <a:custGeom>
                      <a:avLst/>
                      <a:gdLst>
                        <a:gd name="connsiteX0" fmla="*/ 69931 w 69945"/>
                        <a:gd name="connsiteY0" fmla="*/ 15640 h 30823"/>
                        <a:gd name="connsiteX1" fmla="*/ 59834 w 69945"/>
                        <a:gd name="connsiteY1" fmla="*/ 27070 h 30823"/>
                        <a:gd name="connsiteX2" fmla="*/ 48213 w 69945"/>
                        <a:gd name="connsiteY2" fmla="*/ 30308 h 30823"/>
                        <a:gd name="connsiteX3" fmla="*/ 33831 w 69945"/>
                        <a:gd name="connsiteY3" fmla="*/ 30689 h 30823"/>
                        <a:gd name="connsiteX4" fmla="*/ 19638 w 69945"/>
                        <a:gd name="connsiteY4" fmla="*/ 28594 h 30823"/>
                        <a:gd name="connsiteX5" fmla="*/ 8590 w 69945"/>
                        <a:gd name="connsiteY5" fmla="*/ 23355 h 30823"/>
                        <a:gd name="connsiteX6" fmla="*/ 112 w 69945"/>
                        <a:gd name="connsiteY6" fmla="*/ 10877 h 30823"/>
                        <a:gd name="connsiteX7" fmla="*/ 11923 w 69945"/>
                        <a:gd name="connsiteY7" fmla="*/ 2019 h 30823"/>
                        <a:gd name="connsiteX8" fmla="*/ 22877 w 69945"/>
                        <a:gd name="connsiteY8" fmla="*/ 590 h 30823"/>
                        <a:gd name="connsiteX9" fmla="*/ 35926 w 69945"/>
                        <a:gd name="connsiteY9" fmla="*/ 114 h 30823"/>
                        <a:gd name="connsiteX10" fmla="*/ 48785 w 69945"/>
                        <a:gd name="connsiteY10" fmla="*/ 2019 h 30823"/>
                        <a:gd name="connsiteX11" fmla="*/ 59453 w 69945"/>
                        <a:gd name="connsiteY11" fmla="*/ 5353 h 30823"/>
                        <a:gd name="connsiteX12" fmla="*/ 69931 w 69945"/>
                        <a:gd name="connsiteY12" fmla="*/ 15640 h 308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9945" h="30823">
                          <a:moveTo>
                            <a:pt x="69931" y="15640"/>
                          </a:moveTo>
                          <a:cubicBezTo>
                            <a:pt x="70216" y="19926"/>
                            <a:pt x="66407" y="24022"/>
                            <a:pt x="59834" y="27070"/>
                          </a:cubicBezTo>
                          <a:cubicBezTo>
                            <a:pt x="56595" y="28784"/>
                            <a:pt x="52595" y="29927"/>
                            <a:pt x="48213" y="30308"/>
                          </a:cubicBezTo>
                          <a:cubicBezTo>
                            <a:pt x="43832" y="30785"/>
                            <a:pt x="38974" y="30975"/>
                            <a:pt x="33831" y="30689"/>
                          </a:cubicBezTo>
                          <a:cubicBezTo>
                            <a:pt x="28783" y="30403"/>
                            <a:pt x="23925" y="29642"/>
                            <a:pt x="19638" y="28594"/>
                          </a:cubicBezTo>
                          <a:cubicBezTo>
                            <a:pt x="15353" y="27070"/>
                            <a:pt x="11638" y="25260"/>
                            <a:pt x="8590" y="23355"/>
                          </a:cubicBezTo>
                          <a:cubicBezTo>
                            <a:pt x="2494" y="19450"/>
                            <a:pt x="-649" y="15068"/>
                            <a:pt x="112" y="10877"/>
                          </a:cubicBezTo>
                          <a:cubicBezTo>
                            <a:pt x="874" y="6782"/>
                            <a:pt x="5446" y="3638"/>
                            <a:pt x="11923" y="2019"/>
                          </a:cubicBezTo>
                          <a:cubicBezTo>
                            <a:pt x="15162" y="1162"/>
                            <a:pt x="18877" y="685"/>
                            <a:pt x="22877" y="590"/>
                          </a:cubicBezTo>
                          <a:cubicBezTo>
                            <a:pt x="26973" y="114"/>
                            <a:pt x="31355" y="-172"/>
                            <a:pt x="35926" y="114"/>
                          </a:cubicBezTo>
                          <a:cubicBezTo>
                            <a:pt x="40498" y="400"/>
                            <a:pt x="44785" y="1067"/>
                            <a:pt x="48785" y="2019"/>
                          </a:cubicBezTo>
                          <a:cubicBezTo>
                            <a:pt x="52786" y="3162"/>
                            <a:pt x="56310" y="4210"/>
                            <a:pt x="59453" y="5353"/>
                          </a:cubicBezTo>
                          <a:cubicBezTo>
                            <a:pt x="65549" y="7734"/>
                            <a:pt x="69645" y="11353"/>
                            <a:pt x="69931" y="1564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33" name="Forme libre : forme 15332">
                      <a:extLst>
                        <a:ext uri="{FF2B5EF4-FFF2-40B4-BE49-F238E27FC236}">
                          <a16:creationId xmlns:a16="http://schemas.microsoft.com/office/drawing/2014/main" id="{87516985-7B47-449A-A220-A547E48775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0761" y="3274405"/>
                      <a:ext cx="87718" cy="64152"/>
                    </a:xfrm>
                    <a:custGeom>
                      <a:avLst/>
                      <a:gdLst>
                        <a:gd name="connsiteX0" fmla="*/ 2480 w 87718"/>
                        <a:gd name="connsiteY0" fmla="*/ 21816 h 64152"/>
                        <a:gd name="connsiteX1" fmla="*/ 575 w 87718"/>
                        <a:gd name="connsiteY1" fmla="*/ 35913 h 64152"/>
                        <a:gd name="connsiteX2" fmla="*/ 33722 w 87718"/>
                        <a:gd name="connsiteY2" fmla="*/ 59726 h 64152"/>
                        <a:gd name="connsiteX3" fmla="*/ 54010 w 87718"/>
                        <a:gd name="connsiteY3" fmla="*/ 64107 h 64152"/>
                        <a:gd name="connsiteX4" fmla="*/ 73822 w 87718"/>
                        <a:gd name="connsiteY4" fmla="*/ 62488 h 64152"/>
                        <a:gd name="connsiteX5" fmla="*/ 86776 w 87718"/>
                        <a:gd name="connsiteY5" fmla="*/ 49439 h 64152"/>
                        <a:gd name="connsiteX6" fmla="*/ 74394 w 87718"/>
                        <a:gd name="connsiteY6" fmla="*/ 41533 h 64152"/>
                        <a:gd name="connsiteX7" fmla="*/ 58868 w 87718"/>
                        <a:gd name="connsiteY7" fmla="*/ 32865 h 64152"/>
                        <a:gd name="connsiteX8" fmla="*/ 46676 w 87718"/>
                        <a:gd name="connsiteY8" fmla="*/ 21816 h 64152"/>
                        <a:gd name="connsiteX9" fmla="*/ 18101 w 87718"/>
                        <a:gd name="connsiteY9" fmla="*/ 4 h 64152"/>
                        <a:gd name="connsiteX10" fmla="*/ 2480 w 87718"/>
                        <a:gd name="connsiteY10" fmla="*/ 21816 h 64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7718" h="64152">
                          <a:moveTo>
                            <a:pt x="2480" y="21816"/>
                          </a:moveTo>
                          <a:cubicBezTo>
                            <a:pt x="860" y="26293"/>
                            <a:pt x="-949" y="30865"/>
                            <a:pt x="575" y="35913"/>
                          </a:cubicBezTo>
                          <a:cubicBezTo>
                            <a:pt x="3432" y="45438"/>
                            <a:pt x="17911" y="55630"/>
                            <a:pt x="33722" y="59726"/>
                          </a:cubicBezTo>
                          <a:cubicBezTo>
                            <a:pt x="40199" y="61631"/>
                            <a:pt x="47152" y="63536"/>
                            <a:pt x="54010" y="64107"/>
                          </a:cubicBezTo>
                          <a:cubicBezTo>
                            <a:pt x="60963" y="64298"/>
                            <a:pt x="67726" y="63917"/>
                            <a:pt x="73822" y="62488"/>
                          </a:cubicBezTo>
                          <a:cubicBezTo>
                            <a:pt x="83061" y="60392"/>
                            <a:pt x="90396" y="54963"/>
                            <a:pt x="86776" y="49439"/>
                          </a:cubicBezTo>
                          <a:cubicBezTo>
                            <a:pt x="84586" y="46010"/>
                            <a:pt x="79156" y="43724"/>
                            <a:pt x="74394" y="41533"/>
                          </a:cubicBezTo>
                          <a:cubicBezTo>
                            <a:pt x="68774" y="38866"/>
                            <a:pt x="63535" y="36008"/>
                            <a:pt x="58868" y="32865"/>
                          </a:cubicBezTo>
                          <a:cubicBezTo>
                            <a:pt x="54201" y="29912"/>
                            <a:pt x="50200" y="25626"/>
                            <a:pt x="46676" y="21816"/>
                          </a:cubicBezTo>
                          <a:cubicBezTo>
                            <a:pt x="40580" y="14863"/>
                            <a:pt x="31436" y="861"/>
                            <a:pt x="18101" y="4"/>
                          </a:cubicBezTo>
                          <a:cubicBezTo>
                            <a:pt x="5814" y="-282"/>
                            <a:pt x="4671" y="15530"/>
                            <a:pt x="2480" y="2181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34" name="Forme libre : forme 15333">
                      <a:extLst>
                        <a:ext uri="{FF2B5EF4-FFF2-40B4-BE49-F238E27FC236}">
                          <a16:creationId xmlns:a16="http://schemas.microsoft.com/office/drawing/2014/main" id="{8BF6CB41-8F86-4A91-A772-3F497099CB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0505" y="3279056"/>
                      <a:ext cx="27956" cy="12592"/>
                    </a:xfrm>
                    <a:custGeom>
                      <a:avLst/>
                      <a:gdLst>
                        <a:gd name="connsiteX0" fmla="*/ 2453 w 27956"/>
                        <a:gd name="connsiteY0" fmla="*/ 5258 h 12592"/>
                        <a:gd name="connsiteX1" fmla="*/ 71 w 27956"/>
                        <a:gd name="connsiteY1" fmla="*/ 7925 h 12592"/>
                        <a:gd name="connsiteX2" fmla="*/ 1786 w 27956"/>
                        <a:gd name="connsiteY2" fmla="*/ 11355 h 12592"/>
                        <a:gd name="connsiteX3" fmla="*/ 6549 w 27956"/>
                        <a:gd name="connsiteY3" fmla="*/ 12593 h 12592"/>
                        <a:gd name="connsiteX4" fmla="*/ 18836 w 27956"/>
                        <a:gd name="connsiteY4" fmla="*/ 11545 h 12592"/>
                        <a:gd name="connsiteX5" fmla="*/ 23312 w 27956"/>
                        <a:gd name="connsiteY5" fmla="*/ 10307 h 12592"/>
                        <a:gd name="connsiteX6" fmla="*/ 21598 w 27956"/>
                        <a:gd name="connsiteY6" fmla="*/ 20 h 12592"/>
                        <a:gd name="connsiteX7" fmla="*/ 2453 w 27956"/>
                        <a:gd name="connsiteY7" fmla="*/ 5258 h 12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956" h="12592">
                          <a:moveTo>
                            <a:pt x="2453" y="5258"/>
                          </a:moveTo>
                          <a:cubicBezTo>
                            <a:pt x="1405" y="6021"/>
                            <a:pt x="357" y="6878"/>
                            <a:pt x="71" y="7925"/>
                          </a:cubicBezTo>
                          <a:cubicBezTo>
                            <a:pt x="-214" y="9068"/>
                            <a:pt x="357" y="10497"/>
                            <a:pt x="1786" y="11355"/>
                          </a:cubicBezTo>
                          <a:cubicBezTo>
                            <a:pt x="3119" y="12212"/>
                            <a:pt x="4929" y="12498"/>
                            <a:pt x="6549" y="12593"/>
                          </a:cubicBezTo>
                          <a:cubicBezTo>
                            <a:pt x="10739" y="12498"/>
                            <a:pt x="14930" y="12212"/>
                            <a:pt x="18836" y="11545"/>
                          </a:cubicBezTo>
                          <a:cubicBezTo>
                            <a:pt x="20455" y="11259"/>
                            <a:pt x="22074" y="10973"/>
                            <a:pt x="23312" y="10307"/>
                          </a:cubicBezTo>
                          <a:cubicBezTo>
                            <a:pt x="28742" y="7735"/>
                            <a:pt x="30837" y="591"/>
                            <a:pt x="21598" y="20"/>
                          </a:cubicBezTo>
                          <a:cubicBezTo>
                            <a:pt x="14549" y="-266"/>
                            <a:pt x="6739" y="2591"/>
                            <a:pt x="2453" y="525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35" name="Forme libre : forme 15334">
                      <a:extLst>
                        <a:ext uri="{FF2B5EF4-FFF2-40B4-BE49-F238E27FC236}">
                          <a16:creationId xmlns:a16="http://schemas.microsoft.com/office/drawing/2014/main" id="{18B3FBAF-6A2E-44D4-8693-51627EF616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4965" y="3311175"/>
                      <a:ext cx="43619" cy="33718"/>
                    </a:xfrm>
                    <a:custGeom>
                      <a:avLst/>
                      <a:gdLst>
                        <a:gd name="connsiteX0" fmla="*/ 43434 w 43619"/>
                        <a:gd name="connsiteY0" fmla="*/ 0 h 33718"/>
                        <a:gd name="connsiteX1" fmla="*/ 40291 w 43619"/>
                        <a:gd name="connsiteY1" fmla="*/ 13525 h 33718"/>
                        <a:gd name="connsiteX2" fmla="*/ 27813 w 43619"/>
                        <a:gd name="connsiteY2" fmla="*/ 24765 h 33718"/>
                        <a:gd name="connsiteX3" fmla="*/ 0 w 43619"/>
                        <a:gd name="connsiteY3" fmla="*/ 33719 h 33718"/>
                        <a:gd name="connsiteX4" fmla="*/ 1714 w 43619"/>
                        <a:gd name="connsiteY4" fmla="*/ 33433 h 33718"/>
                        <a:gd name="connsiteX5" fmla="*/ 6191 w 43619"/>
                        <a:gd name="connsiteY5" fmla="*/ 32290 h 33718"/>
                        <a:gd name="connsiteX6" fmla="*/ 20098 w 43619"/>
                        <a:gd name="connsiteY6" fmla="*/ 26575 h 33718"/>
                        <a:gd name="connsiteX7" fmla="*/ 34766 w 43619"/>
                        <a:gd name="connsiteY7" fmla="*/ 16192 h 33718"/>
                        <a:gd name="connsiteX8" fmla="*/ 43434 w 43619"/>
                        <a:gd name="connsiteY8" fmla="*/ 0 h 33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3619" h="33718">
                          <a:moveTo>
                            <a:pt x="43434" y="0"/>
                          </a:moveTo>
                          <a:cubicBezTo>
                            <a:pt x="43434" y="0"/>
                            <a:pt x="44768" y="5810"/>
                            <a:pt x="40291" y="13525"/>
                          </a:cubicBezTo>
                          <a:cubicBezTo>
                            <a:pt x="38100" y="17431"/>
                            <a:pt x="34195" y="21050"/>
                            <a:pt x="27813" y="24765"/>
                          </a:cubicBezTo>
                          <a:cubicBezTo>
                            <a:pt x="21431" y="28194"/>
                            <a:pt x="12478" y="32099"/>
                            <a:pt x="0" y="33719"/>
                          </a:cubicBezTo>
                          <a:cubicBezTo>
                            <a:pt x="0" y="33719"/>
                            <a:pt x="571" y="33623"/>
                            <a:pt x="1714" y="33433"/>
                          </a:cubicBezTo>
                          <a:cubicBezTo>
                            <a:pt x="2763" y="33242"/>
                            <a:pt x="4286" y="32956"/>
                            <a:pt x="6191" y="32290"/>
                          </a:cubicBezTo>
                          <a:cubicBezTo>
                            <a:pt x="9906" y="31052"/>
                            <a:pt x="14954" y="29242"/>
                            <a:pt x="20098" y="26575"/>
                          </a:cubicBezTo>
                          <a:cubicBezTo>
                            <a:pt x="25241" y="23908"/>
                            <a:pt x="30480" y="20479"/>
                            <a:pt x="34766" y="16192"/>
                          </a:cubicBezTo>
                          <a:cubicBezTo>
                            <a:pt x="39053" y="12097"/>
                            <a:pt x="42196" y="6191"/>
                            <a:pt x="4343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36" name="Forme libre : forme 15335">
                      <a:extLst>
                        <a:ext uri="{FF2B5EF4-FFF2-40B4-BE49-F238E27FC236}">
                          <a16:creationId xmlns:a16="http://schemas.microsoft.com/office/drawing/2014/main" id="{890F7A0D-5AF4-4647-899E-08EBDBBAC2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9525" y="3261776"/>
                      <a:ext cx="50101" cy="16252"/>
                    </a:xfrm>
                    <a:custGeom>
                      <a:avLst/>
                      <a:gdLst>
                        <a:gd name="connsiteX0" fmla="*/ 50101 w 50101"/>
                        <a:gd name="connsiteY0" fmla="*/ 1013 h 16252"/>
                        <a:gd name="connsiteX1" fmla="*/ 44196 w 50101"/>
                        <a:gd name="connsiteY1" fmla="*/ 632 h 16252"/>
                        <a:gd name="connsiteX2" fmla="*/ 30575 w 50101"/>
                        <a:gd name="connsiteY2" fmla="*/ 155 h 16252"/>
                        <a:gd name="connsiteX3" fmla="*/ 14001 w 50101"/>
                        <a:gd name="connsiteY3" fmla="*/ 4442 h 16252"/>
                        <a:gd name="connsiteX4" fmla="*/ 0 w 50101"/>
                        <a:gd name="connsiteY4" fmla="*/ 16253 h 16252"/>
                        <a:gd name="connsiteX5" fmla="*/ 12572 w 50101"/>
                        <a:gd name="connsiteY5" fmla="*/ 7680 h 16252"/>
                        <a:gd name="connsiteX6" fmla="*/ 28289 w 50101"/>
                        <a:gd name="connsiteY6" fmla="*/ 2061 h 16252"/>
                        <a:gd name="connsiteX7" fmla="*/ 38290 w 50101"/>
                        <a:gd name="connsiteY7" fmla="*/ 918 h 16252"/>
                        <a:gd name="connsiteX8" fmla="*/ 43910 w 50101"/>
                        <a:gd name="connsiteY8" fmla="*/ 1013 h 16252"/>
                        <a:gd name="connsiteX9" fmla="*/ 50101 w 50101"/>
                        <a:gd name="connsiteY9" fmla="*/ 1013 h 16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0101" h="16252">
                          <a:moveTo>
                            <a:pt x="50101" y="1013"/>
                          </a:moveTo>
                          <a:cubicBezTo>
                            <a:pt x="50101" y="1013"/>
                            <a:pt x="47815" y="727"/>
                            <a:pt x="44196" y="632"/>
                          </a:cubicBezTo>
                          <a:cubicBezTo>
                            <a:pt x="40671" y="155"/>
                            <a:pt x="35909" y="-225"/>
                            <a:pt x="30575" y="155"/>
                          </a:cubicBezTo>
                          <a:cubicBezTo>
                            <a:pt x="25241" y="536"/>
                            <a:pt x="19431" y="1775"/>
                            <a:pt x="14001" y="4442"/>
                          </a:cubicBezTo>
                          <a:cubicBezTo>
                            <a:pt x="8667" y="6633"/>
                            <a:pt x="3714" y="10157"/>
                            <a:pt x="0" y="16253"/>
                          </a:cubicBezTo>
                          <a:cubicBezTo>
                            <a:pt x="0" y="16253"/>
                            <a:pt x="4286" y="11490"/>
                            <a:pt x="12572" y="7680"/>
                          </a:cubicBezTo>
                          <a:cubicBezTo>
                            <a:pt x="16859" y="5394"/>
                            <a:pt x="22097" y="3299"/>
                            <a:pt x="28289" y="2061"/>
                          </a:cubicBezTo>
                          <a:cubicBezTo>
                            <a:pt x="31432" y="1394"/>
                            <a:pt x="34766" y="1013"/>
                            <a:pt x="38290" y="918"/>
                          </a:cubicBezTo>
                          <a:cubicBezTo>
                            <a:pt x="40100" y="822"/>
                            <a:pt x="41910" y="918"/>
                            <a:pt x="43910" y="1013"/>
                          </a:cubicBezTo>
                          <a:cubicBezTo>
                            <a:pt x="45910" y="1013"/>
                            <a:pt x="48006" y="918"/>
                            <a:pt x="50101" y="101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37" name="Forme libre : forme 15336">
                      <a:extLst>
                        <a:ext uri="{FF2B5EF4-FFF2-40B4-BE49-F238E27FC236}">
                          <a16:creationId xmlns:a16="http://schemas.microsoft.com/office/drawing/2014/main" id="{35942ABE-19E3-402D-A8D8-568D450B2D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1334" y="3294611"/>
                      <a:ext cx="25139" cy="11316"/>
                    </a:xfrm>
                    <a:custGeom>
                      <a:avLst/>
                      <a:gdLst>
                        <a:gd name="connsiteX0" fmla="*/ 24869 w 25139"/>
                        <a:gd name="connsiteY0" fmla="*/ 9040 h 11316"/>
                        <a:gd name="connsiteX1" fmla="*/ 9629 w 25139"/>
                        <a:gd name="connsiteY1" fmla="*/ 10183 h 11316"/>
                        <a:gd name="connsiteX2" fmla="*/ 390 w 25139"/>
                        <a:gd name="connsiteY2" fmla="*/ 2277 h 11316"/>
                        <a:gd name="connsiteX3" fmla="*/ 15249 w 25139"/>
                        <a:gd name="connsiteY3" fmla="*/ 1134 h 11316"/>
                        <a:gd name="connsiteX4" fmla="*/ 24869 w 25139"/>
                        <a:gd name="connsiteY4" fmla="*/ 9040 h 113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139" h="11316">
                          <a:moveTo>
                            <a:pt x="24869" y="9040"/>
                          </a:moveTo>
                          <a:cubicBezTo>
                            <a:pt x="23441" y="11516"/>
                            <a:pt x="16487" y="12088"/>
                            <a:pt x="9629" y="10183"/>
                          </a:cubicBezTo>
                          <a:cubicBezTo>
                            <a:pt x="2771" y="8278"/>
                            <a:pt x="-1325" y="4754"/>
                            <a:pt x="390" y="2277"/>
                          </a:cubicBezTo>
                          <a:cubicBezTo>
                            <a:pt x="2104" y="-200"/>
                            <a:pt x="8677" y="-771"/>
                            <a:pt x="15249" y="1134"/>
                          </a:cubicBezTo>
                          <a:cubicBezTo>
                            <a:pt x="21916" y="2944"/>
                            <a:pt x="26298" y="6563"/>
                            <a:pt x="24869" y="904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38" name="Forme libre : forme 15337">
                      <a:extLst>
                        <a:ext uri="{FF2B5EF4-FFF2-40B4-BE49-F238E27FC236}">
                          <a16:creationId xmlns:a16="http://schemas.microsoft.com/office/drawing/2014/main" id="{F27017A0-59F4-425D-A0CC-DF1914C027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2775" y="3300214"/>
                      <a:ext cx="7048" cy="4411"/>
                    </a:xfrm>
                    <a:custGeom>
                      <a:avLst/>
                      <a:gdLst>
                        <a:gd name="connsiteX0" fmla="*/ 7048 w 7048"/>
                        <a:gd name="connsiteY0" fmla="*/ 2293 h 4411"/>
                        <a:gd name="connsiteX1" fmla="*/ 3524 w 7048"/>
                        <a:gd name="connsiteY1" fmla="*/ 4389 h 4411"/>
                        <a:gd name="connsiteX2" fmla="*/ 0 w 7048"/>
                        <a:gd name="connsiteY2" fmla="*/ 2007 h 4411"/>
                        <a:gd name="connsiteX3" fmla="*/ 3524 w 7048"/>
                        <a:gd name="connsiteY3" fmla="*/ 7 h 4411"/>
                        <a:gd name="connsiteX4" fmla="*/ 7048 w 7048"/>
                        <a:gd name="connsiteY4" fmla="*/ 2293 h 4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48" h="4411">
                          <a:moveTo>
                            <a:pt x="7048" y="2293"/>
                          </a:moveTo>
                          <a:cubicBezTo>
                            <a:pt x="7048" y="3531"/>
                            <a:pt x="5429" y="4579"/>
                            <a:pt x="3524" y="4389"/>
                          </a:cubicBezTo>
                          <a:cubicBezTo>
                            <a:pt x="1524" y="4293"/>
                            <a:pt x="0" y="3246"/>
                            <a:pt x="0" y="2007"/>
                          </a:cubicBezTo>
                          <a:cubicBezTo>
                            <a:pt x="0" y="769"/>
                            <a:pt x="1619" y="-88"/>
                            <a:pt x="3524" y="7"/>
                          </a:cubicBezTo>
                          <a:cubicBezTo>
                            <a:pt x="5525" y="102"/>
                            <a:pt x="7048" y="1150"/>
                            <a:pt x="7048" y="229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39" name="Forme libre : forme 15338">
                      <a:extLst>
                        <a:ext uri="{FF2B5EF4-FFF2-40B4-BE49-F238E27FC236}">
                          <a16:creationId xmlns:a16="http://schemas.microsoft.com/office/drawing/2014/main" id="{95812289-8AD3-4CC3-8D61-8A29D43B15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3248" y="3270619"/>
                      <a:ext cx="57462" cy="38841"/>
                    </a:xfrm>
                    <a:custGeom>
                      <a:avLst/>
                      <a:gdLst>
                        <a:gd name="connsiteX0" fmla="*/ 50578 w 57462"/>
                        <a:gd name="connsiteY0" fmla="*/ 13505 h 38841"/>
                        <a:gd name="connsiteX1" fmla="*/ 57435 w 57462"/>
                        <a:gd name="connsiteY1" fmla="*/ 32555 h 38841"/>
                        <a:gd name="connsiteX2" fmla="*/ 52959 w 57462"/>
                        <a:gd name="connsiteY2" fmla="*/ 38746 h 38841"/>
                        <a:gd name="connsiteX3" fmla="*/ 44862 w 57462"/>
                        <a:gd name="connsiteY3" fmla="*/ 35317 h 38841"/>
                        <a:gd name="connsiteX4" fmla="*/ 28860 w 57462"/>
                        <a:gd name="connsiteY4" fmla="*/ 18362 h 38841"/>
                        <a:gd name="connsiteX5" fmla="*/ 21431 w 57462"/>
                        <a:gd name="connsiteY5" fmla="*/ 15791 h 38841"/>
                        <a:gd name="connsiteX6" fmla="*/ 10477 w 57462"/>
                        <a:gd name="connsiteY6" fmla="*/ 11886 h 38841"/>
                        <a:gd name="connsiteX7" fmla="*/ 857 w 57462"/>
                        <a:gd name="connsiteY7" fmla="*/ 3027 h 38841"/>
                        <a:gd name="connsiteX8" fmla="*/ 17907 w 57462"/>
                        <a:gd name="connsiteY8" fmla="*/ 265 h 38841"/>
                        <a:gd name="connsiteX9" fmla="*/ 35623 w 57462"/>
                        <a:gd name="connsiteY9" fmla="*/ 3218 h 38841"/>
                        <a:gd name="connsiteX10" fmla="*/ 50578 w 57462"/>
                        <a:gd name="connsiteY10" fmla="*/ 13505 h 388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462" h="38841">
                          <a:moveTo>
                            <a:pt x="50578" y="13505"/>
                          </a:moveTo>
                          <a:cubicBezTo>
                            <a:pt x="55149" y="19315"/>
                            <a:pt x="56959" y="25983"/>
                            <a:pt x="57435" y="32555"/>
                          </a:cubicBezTo>
                          <a:cubicBezTo>
                            <a:pt x="57626" y="35031"/>
                            <a:pt x="56864" y="38175"/>
                            <a:pt x="52959" y="38746"/>
                          </a:cubicBezTo>
                          <a:cubicBezTo>
                            <a:pt x="49435" y="39318"/>
                            <a:pt x="46482" y="37222"/>
                            <a:pt x="44862" y="35317"/>
                          </a:cubicBezTo>
                          <a:cubicBezTo>
                            <a:pt x="39719" y="29411"/>
                            <a:pt x="36957" y="22268"/>
                            <a:pt x="28860" y="18362"/>
                          </a:cubicBezTo>
                          <a:cubicBezTo>
                            <a:pt x="27622" y="17886"/>
                            <a:pt x="24765" y="17124"/>
                            <a:pt x="21431" y="15791"/>
                          </a:cubicBezTo>
                          <a:cubicBezTo>
                            <a:pt x="18002" y="14648"/>
                            <a:pt x="14097" y="13314"/>
                            <a:pt x="10477" y="11886"/>
                          </a:cubicBezTo>
                          <a:cubicBezTo>
                            <a:pt x="3333" y="9123"/>
                            <a:pt x="-2191" y="5980"/>
                            <a:pt x="857" y="3027"/>
                          </a:cubicBezTo>
                          <a:cubicBezTo>
                            <a:pt x="3905" y="75"/>
                            <a:pt x="10858" y="-402"/>
                            <a:pt x="17907" y="265"/>
                          </a:cubicBezTo>
                          <a:cubicBezTo>
                            <a:pt x="24955" y="1313"/>
                            <a:pt x="32194" y="1979"/>
                            <a:pt x="35623" y="3218"/>
                          </a:cubicBezTo>
                          <a:cubicBezTo>
                            <a:pt x="42005" y="5313"/>
                            <a:pt x="47149" y="9123"/>
                            <a:pt x="50578" y="1350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22" name="Graphique 1">
                    <a:extLst>
                      <a:ext uri="{FF2B5EF4-FFF2-40B4-BE49-F238E27FC236}">
                        <a16:creationId xmlns:a16="http://schemas.microsoft.com/office/drawing/2014/main" id="{1D5174C6-917A-4650-A2C9-55CF3A6D6339}"/>
                      </a:ext>
                    </a:extLst>
                  </p:cNvPr>
                  <p:cNvGrpSpPr/>
                  <p:nvPr/>
                </p:nvGrpSpPr>
                <p:grpSpPr>
                  <a:xfrm>
                    <a:off x="4689885" y="3223924"/>
                    <a:ext cx="150407" cy="110640"/>
                    <a:chOff x="4689885" y="3223924"/>
                    <a:chExt cx="150407" cy="110640"/>
                  </a:xfrm>
                  <a:solidFill>
                    <a:schemeClr val="accent1"/>
                  </a:solidFill>
                </p:grpSpPr>
                <p:sp>
                  <p:nvSpPr>
                    <p:cNvPr id="15316" name="Forme libre : forme 15315">
                      <a:extLst>
                        <a:ext uri="{FF2B5EF4-FFF2-40B4-BE49-F238E27FC236}">
                          <a16:creationId xmlns:a16="http://schemas.microsoft.com/office/drawing/2014/main" id="{6E8A3046-D787-4C38-95B0-3379F76D55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9885" y="3223924"/>
                      <a:ext cx="150216" cy="110640"/>
                    </a:xfrm>
                    <a:custGeom>
                      <a:avLst/>
                      <a:gdLst>
                        <a:gd name="connsiteX0" fmla="*/ 119862 w 150216"/>
                        <a:gd name="connsiteY0" fmla="*/ 81441 h 110640"/>
                        <a:gd name="connsiteX1" fmla="*/ 105766 w 150216"/>
                        <a:gd name="connsiteY1" fmla="*/ 89251 h 110640"/>
                        <a:gd name="connsiteX2" fmla="*/ 91097 w 150216"/>
                        <a:gd name="connsiteY2" fmla="*/ 95728 h 110640"/>
                        <a:gd name="connsiteX3" fmla="*/ 76238 w 150216"/>
                        <a:gd name="connsiteY3" fmla="*/ 101824 h 110640"/>
                        <a:gd name="connsiteX4" fmla="*/ 68809 w 150216"/>
                        <a:gd name="connsiteY4" fmla="*/ 104873 h 110640"/>
                        <a:gd name="connsiteX5" fmla="*/ 61093 w 150216"/>
                        <a:gd name="connsiteY5" fmla="*/ 107158 h 110640"/>
                        <a:gd name="connsiteX6" fmla="*/ 40138 w 150216"/>
                        <a:gd name="connsiteY6" fmla="*/ 110587 h 110640"/>
                        <a:gd name="connsiteX7" fmla="*/ 30709 w 150216"/>
                        <a:gd name="connsiteY7" fmla="*/ 110302 h 110640"/>
                        <a:gd name="connsiteX8" fmla="*/ 22136 w 150216"/>
                        <a:gd name="connsiteY8" fmla="*/ 108016 h 110640"/>
                        <a:gd name="connsiteX9" fmla="*/ 3658 w 150216"/>
                        <a:gd name="connsiteY9" fmla="*/ 89728 h 110640"/>
                        <a:gd name="connsiteX10" fmla="*/ 228 w 150216"/>
                        <a:gd name="connsiteY10" fmla="*/ 67344 h 110640"/>
                        <a:gd name="connsiteX11" fmla="*/ 9277 w 150216"/>
                        <a:gd name="connsiteY11" fmla="*/ 44389 h 110640"/>
                        <a:gd name="connsiteX12" fmla="*/ 14611 w 150216"/>
                        <a:gd name="connsiteY12" fmla="*/ 39722 h 110640"/>
                        <a:gd name="connsiteX13" fmla="*/ 20707 w 150216"/>
                        <a:gd name="connsiteY13" fmla="*/ 35054 h 110640"/>
                        <a:gd name="connsiteX14" fmla="*/ 35281 w 150216"/>
                        <a:gd name="connsiteY14" fmla="*/ 28196 h 110640"/>
                        <a:gd name="connsiteX15" fmla="*/ 40996 w 150216"/>
                        <a:gd name="connsiteY15" fmla="*/ 26482 h 110640"/>
                        <a:gd name="connsiteX16" fmla="*/ 46425 w 150216"/>
                        <a:gd name="connsiteY16" fmla="*/ 24100 h 110640"/>
                        <a:gd name="connsiteX17" fmla="*/ 57378 w 150216"/>
                        <a:gd name="connsiteY17" fmla="*/ 19338 h 110640"/>
                        <a:gd name="connsiteX18" fmla="*/ 68237 w 150216"/>
                        <a:gd name="connsiteY18" fmla="*/ 14480 h 110640"/>
                        <a:gd name="connsiteX19" fmla="*/ 78524 w 150216"/>
                        <a:gd name="connsiteY19" fmla="*/ 8479 h 110640"/>
                        <a:gd name="connsiteX20" fmla="*/ 93383 w 150216"/>
                        <a:gd name="connsiteY20" fmla="*/ 2574 h 110640"/>
                        <a:gd name="connsiteX21" fmla="*/ 107671 w 150216"/>
                        <a:gd name="connsiteY21" fmla="*/ 2 h 110640"/>
                        <a:gd name="connsiteX22" fmla="*/ 131197 w 150216"/>
                        <a:gd name="connsiteY22" fmla="*/ 9432 h 110640"/>
                        <a:gd name="connsiteX23" fmla="*/ 145961 w 150216"/>
                        <a:gd name="connsiteY23" fmla="*/ 27529 h 110640"/>
                        <a:gd name="connsiteX24" fmla="*/ 147009 w 150216"/>
                        <a:gd name="connsiteY24" fmla="*/ 53533 h 110640"/>
                        <a:gd name="connsiteX25" fmla="*/ 136913 w 150216"/>
                        <a:gd name="connsiteY25" fmla="*/ 68963 h 110640"/>
                        <a:gd name="connsiteX26" fmla="*/ 119862 w 150216"/>
                        <a:gd name="connsiteY26" fmla="*/ 81441 h 110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50216" h="110640">
                          <a:moveTo>
                            <a:pt x="119862" y="81441"/>
                          </a:moveTo>
                          <a:lnTo>
                            <a:pt x="105766" y="89251"/>
                          </a:lnTo>
                          <a:cubicBezTo>
                            <a:pt x="101098" y="91823"/>
                            <a:pt x="95955" y="93538"/>
                            <a:pt x="91097" y="95728"/>
                          </a:cubicBezTo>
                          <a:lnTo>
                            <a:pt x="76238" y="101824"/>
                          </a:lnTo>
                          <a:lnTo>
                            <a:pt x="68809" y="104873"/>
                          </a:lnTo>
                          <a:lnTo>
                            <a:pt x="61093" y="107158"/>
                          </a:lnTo>
                          <a:cubicBezTo>
                            <a:pt x="53854" y="109254"/>
                            <a:pt x="46711" y="110397"/>
                            <a:pt x="40138" y="110587"/>
                          </a:cubicBezTo>
                          <a:cubicBezTo>
                            <a:pt x="36805" y="110683"/>
                            <a:pt x="33661" y="110683"/>
                            <a:pt x="30709" y="110302"/>
                          </a:cubicBezTo>
                          <a:cubicBezTo>
                            <a:pt x="27661" y="109730"/>
                            <a:pt x="24803" y="108968"/>
                            <a:pt x="22136" y="108016"/>
                          </a:cubicBezTo>
                          <a:cubicBezTo>
                            <a:pt x="11563" y="104301"/>
                            <a:pt x="4801" y="97824"/>
                            <a:pt x="3658" y="89728"/>
                          </a:cubicBezTo>
                          <a:lnTo>
                            <a:pt x="228" y="67344"/>
                          </a:lnTo>
                          <a:cubicBezTo>
                            <a:pt x="-1010" y="59248"/>
                            <a:pt x="2896" y="50961"/>
                            <a:pt x="9277" y="44389"/>
                          </a:cubicBezTo>
                          <a:cubicBezTo>
                            <a:pt x="10896" y="42769"/>
                            <a:pt x="12706" y="41150"/>
                            <a:pt x="14611" y="39722"/>
                          </a:cubicBezTo>
                          <a:cubicBezTo>
                            <a:pt x="16516" y="38198"/>
                            <a:pt x="18517" y="36483"/>
                            <a:pt x="20707" y="35054"/>
                          </a:cubicBezTo>
                          <a:cubicBezTo>
                            <a:pt x="24994" y="32101"/>
                            <a:pt x="29852" y="29815"/>
                            <a:pt x="35281" y="28196"/>
                          </a:cubicBezTo>
                          <a:lnTo>
                            <a:pt x="40996" y="26482"/>
                          </a:lnTo>
                          <a:lnTo>
                            <a:pt x="46425" y="24100"/>
                          </a:lnTo>
                          <a:lnTo>
                            <a:pt x="57378" y="19338"/>
                          </a:lnTo>
                          <a:cubicBezTo>
                            <a:pt x="60998" y="17623"/>
                            <a:pt x="64808" y="16481"/>
                            <a:pt x="68237" y="14480"/>
                          </a:cubicBezTo>
                          <a:lnTo>
                            <a:pt x="78524" y="8479"/>
                          </a:lnTo>
                          <a:cubicBezTo>
                            <a:pt x="83287" y="5622"/>
                            <a:pt x="88430" y="3907"/>
                            <a:pt x="93383" y="2574"/>
                          </a:cubicBezTo>
                          <a:cubicBezTo>
                            <a:pt x="98146" y="859"/>
                            <a:pt x="102908" y="98"/>
                            <a:pt x="107671" y="2"/>
                          </a:cubicBezTo>
                          <a:cubicBezTo>
                            <a:pt x="117005" y="-93"/>
                            <a:pt x="125863" y="2955"/>
                            <a:pt x="131197" y="9432"/>
                          </a:cubicBezTo>
                          <a:lnTo>
                            <a:pt x="145961" y="27529"/>
                          </a:lnTo>
                          <a:cubicBezTo>
                            <a:pt x="151295" y="34102"/>
                            <a:pt x="151581" y="43436"/>
                            <a:pt x="147009" y="53533"/>
                          </a:cubicBezTo>
                          <a:cubicBezTo>
                            <a:pt x="144723" y="58581"/>
                            <a:pt x="141294" y="63820"/>
                            <a:pt x="136913" y="68963"/>
                          </a:cubicBezTo>
                          <a:cubicBezTo>
                            <a:pt x="132436" y="73726"/>
                            <a:pt x="126435" y="77726"/>
                            <a:pt x="119862" y="81441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17" name="Forme libre : forme 15316">
                      <a:extLst>
                        <a:ext uri="{FF2B5EF4-FFF2-40B4-BE49-F238E27FC236}">
                          <a16:creationId xmlns:a16="http://schemas.microsoft.com/office/drawing/2014/main" id="{84FD4622-118B-48F2-AC23-1A8B28B0B9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2209" y="3250691"/>
                      <a:ext cx="148082" cy="83802"/>
                    </a:xfrm>
                    <a:custGeom>
                      <a:avLst/>
                      <a:gdLst>
                        <a:gd name="connsiteX0" fmla="*/ 60293 w 148082"/>
                        <a:gd name="connsiteY0" fmla="*/ 51054 h 83802"/>
                        <a:gd name="connsiteX1" fmla="*/ 27527 w 148082"/>
                        <a:gd name="connsiteY1" fmla="*/ 60198 h 83802"/>
                        <a:gd name="connsiteX2" fmla="*/ 0 w 148082"/>
                        <a:gd name="connsiteY2" fmla="*/ 53149 h 83802"/>
                        <a:gd name="connsiteX3" fmla="*/ 1428 w 148082"/>
                        <a:gd name="connsiteY3" fmla="*/ 62865 h 83802"/>
                        <a:gd name="connsiteX4" fmla="*/ 19907 w 148082"/>
                        <a:gd name="connsiteY4" fmla="*/ 81153 h 83802"/>
                        <a:gd name="connsiteX5" fmla="*/ 28480 w 148082"/>
                        <a:gd name="connsiteY5" fmla="*/ 83439 h 83802"/>
                        <a:gd name="connsiteX6" fmla="*/ 37909 w 148082"/>
                        <a:gd name="connsiteY6" fmla="*/ 83725 h 83802"/>
                        <a:gd name="connsiteX7" fmla="*/ 58864 w 148082"/>
                        <a:gd name="connsiteY7" fmla="*/ 80296 h 83802"/>
                        <a:gd name="connsiteX8" fmla="*/ 66580 w 148082"/>
                        <a:gd name="connsiteY8" fmla="*/ 78010 h 83802"/>
                        <a:gd name="connsiteX9" fmla="*/ 74009 w 148082"/>
                        <a:gd name="connsiteY9" fmla="*/ 74962 h 83802"/>
                        <a:gd name="connsiteX10" fmla="*/ 88868 w 148082"/>
                        <a:gd name="connsiteY10" fmla="*/ 68866 h 83802"/>
                        <a:gd name="connsiteX11" fmla="*/ 103537 w 148082"/>
                        <a:gd name="connsiteY11" fmla="*/ 62389 h 83802"/>
                        <a:gd name="connsiteX12" fmla="*/ 117634 w 148082"/>
                        <a:gd name="connsiteY12" fmla="*/ 54578 h 83802"/>
                        <a:gd name="connsiteX13" fmla="*/ 134778 w 148082"/>
                        <a:gd name="connsiteY13" fmla="*/ 42005 h 83802"/>
                        <a:gd name="connsiteX14" fmla="*/ 144875 w 148082"/>
                        <a:gd name="connsiteY14" fmla="*/ 26575 h 83802"/>
                        <a:gd name="connsiteX15" fmla="*/ 143827 w 148082"/>
                        <a:gd name="connsiteY15" fmla="*/ 571 h 83802"/>
                        <a:gd name="connsiteX16" fmla="*/ 143351 w 148082"/>
                        <a:gd name="connsiteY16" fmla="*/ 0 h 83802"/>
                        <a:gd name="connsiteX17" fmla="*/ 123825 w 148082"/>
                        <a:gd name="connsiteY17" fmla="*/ 14954 h 83802"/>
                        <a:gd name="connsiteX18" fmla="*/ 103061 w 148082"/>
                        <a:gd name="connsiteY18" fmla="*/ 27527 h 83802"/>
                        <a:gd name="connsiteX19" fmla="*/ 81915 w 148082"/>
                        <a:gd name="connsiteY19" fmla="*/ 39243 h 83802"/>
                        <a:gd name="connsiteX20" fmla="*/ 60293 w 148082"/>
                        <a:gd name="connsiteY20" fmla="*/ 51054 h 838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8082" h="83802">
                          <a:moveTo>
                            <a:pt x="60293" y="51054"/>
                          </a:moveTo>
                          <a:cubicBezTo>
                            <a:pt x="50006" y="56769"/>
                            <a:pt x="38100" y="59341"/>
                            <a:pt x="27527" y="60198"/>
                          </a:cubicBezTo>
                          <a:cubicBezTo>
                            <a:pt x="16764" y="60579"/>
                            <a:pt x="6858" y="57626"/>
                            <a:pt x="0" y="53149"/>
                          </a:cubicBezTo>
                          <a:lnTo>
                            <a:pt x="1428" y="62865"/>
                          </a:lnTo>
                          <a:cubicBezTo>
                            <a:pt x="2667" y="70961"/>
                            <a:pt x="9334" y="77438"/>
                            <a:pt x="19907" y="81153"/>
                          </a:cubicBezTo>
                          <a:cubicBezTo>
                            <a:pt x="22574" y="82105"/>
                            <a:pt x="25432" y="82868"/>
                            <a:pt x="28480" y="83439"/>
                          </a:cubicBezTo>
                          <a:cubicBezTo>
                            <a:pt x="31528" y="83915"/>
                            <a:pt x="34671" y="83820"/>
                            <a:pt x="37909" y="83725"/>
                          </a:cubicBezTo>
                          <a:cubicBezTo>
                            <a:pt x="44482" y="83439"/>
                            <a:pt x="51625" y="82296"/>
                            <a:pt x="58864" y="80296"/>
                          </a:cubicBezTo>
                          <a:lnTo>
                            <a:pt x="66580" y="78010"/>
                          </a:lnTo>
                          <a:lnTo>
                            <a:pt x="74009" y="74962"/>
                          </a:lnTo>
                          <a:lnTo>
                            <a:pt x="88868" y="68866"/>
                          </a:lnTo>
                          <a:cubicBezTo>
                            <a:pt x="93726" y="66675"/>
                            <a:pt x="98870" y="64961"/>
                            <a:pt x="103537" y="62389"/>
                          </a:cubicBezTo>
                          <a:lnTo>
                            <a:pt x="117634" y="54578"/>
                          </a:lnTo>
                          <a:cubicBezTo>
                            <a:pt x="124206" y="50863"/>
                            <a:pt x="130111" y="46768"/>
                            <a:pt x="134778" y="42005"/>
                          </a:cubicBezTo>
                          <a:cubicBezTo>
                            <a:pt x="139160" y="36957"/>
                            <a:pt x="142684" y="31718"/>
                            <a:pt x="144875" y="26575"/>
                          </a:cubicBezTo>
                          <a:cubicBezTo>
                            <a:pt x="149447" y="16383"/>
                            <a:pt x="149161" y="7048"/>
                            <a:pt x="143827" y="571"/>
                          </a:cubicBezTo>
                          <a:lnTo>
                            <a:pt x="143351" y="0"/>
                          </a:lnTo>
                          <a:cubicBezTo>
                            <a:pt x="136970" y="5239"/>
                            <a:pt x="130397" y="10192"/>
                            <a:pt x="123825" y="14954"/>
                          </a:cubicBezTo>
                          <a:cubicBezTo>
                            <a:pt x="117443" y="20098"/>
                            <a:pt x="110014" y="23336"/>
                            <a:pt x="103061" y="27527"/>
                          </a:cubicBezTo>
                          <a:cubicBezTo>
                            <a:pt x="95917" y="31242"/>
                            <a:pt x="89345" y="36100"/>
                            <a:pt x="81915" y="39243"/>
                          </a:cubicBezTo>
                          <a:cubicBezTo>
                            <a:pt x="74581" y="42863"/>
                            <a:pt x="67437" y="46672"/>
                            <a:pt x="60293" y="5105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18" name="Forme libre : forme 15317">
                      <a:extLst>
                        <a:ext uri="{FF2B5EF4-FFF2-40B4-BE49-F238E27FC236}">
                          <a16:creationId xmlns:a16="http://schemas.microsoft.com/office/drawing/2014/main" id="{149463CF-A013-454B-BDC9-EC74FCA802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1847" y="3257585"/>
                      <a:ext cx="63862" cy="41601"/>
                    </a:xfrm>
                    <a:custGeom>
                      <a:avLst/>
                      <a:gdLst>
                        <a:gd name="connsiteX0" fmla="*/ 62662 w 63862"/>
                        <a:gd name="connsiteY0" fmla="*/ 4822 h 41601"/>
                        <a:gd name="connsiteX1" fmla="*/ 59614 w 63862"/>
                        <a:gd name="connsiteY1" fmla="*/ 19490 h 41601"/>
                        <a:gd name="connsiteX2" fmla="*/ 51232 w 63862"/>
                        <a:gd name="connsiteY2" fmla="*/ 28063 h 41601"/>
                        <a:gd name="connsiteX3" fmla="*/ 39326 w 63862"/>
                        <a:gd name="connsiteY3" fmla="*/ 35969 h 41601"/>
                        <a:gd name="connsiteX4" fmla="*/ 13799 w 63862"/>
                        <a:gd name="connsiteY4" fmla="*/ 41589 h 41601"/>
                        <a:gd name="connsiteX5" fmla="*/ 369 w 63862"/>
                        <a:gd name="connsiteY5" fmla="*/ 34730 h 41601"/>
                        <a:gd name="connsiteX6" fmla="*/ 5894 w 63862"/>
                        <a:gd name="connsiteY6" fmla="*/ 20729 h 41601"/>
                        <a:gd name="connsiteX7" fmla="*/ 25515 w 63862"/>
                        <a:gd name="connsiteY7" fmla="*/ 7394 h 41601"/>
                        <a:gd name="connsiteX8" fmla="*/ 37231 w 63862"/>
                        <a:gd name="connsiteY8" fmla="*/ 2346 h 41601"/>
                        <a:gd name="connsiteX9" fmla="*/ 48089 w 63862"/>
                        <a:gd name="connsiteY9" fmla="*/ 60 h 41601"/>
                        <a:gd name="connsiteX10" fmla="*/ 62662 w 63862"/>
                        <a:gd name="connsiteY10" fmla="*/ 4822 h 41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3862" h="41601">
                          <a:moveTo>
                            <a:pt x="62662" y="4822"/>
                          </a:moveTo>
                          <a:cubicBezTo>
                            <a:pt x="65044" y="8537"/>
                            <a:pt x="63805" y="13776"/>
                            <a:pt x="59614" y="19490"/>
                          </a:cubicBezTo>
                          <a:cubicBezTo>
                            <a:pt x="57519" y="22348"/>
                            <a:pt x="54662" y="25301"/>
                            <a:pt x="51232" y="28063"/>
                          </a:cubicBezTo>
                          <a:cubicBezTo>
                            <a:pt x="47803" y="30825"/>
                            <a:pt x="43898" y="33873"/>
                            <a:pt x="39326" y="35969"/>
                          </a:cubicBezTo>
                          <a:cubicBezTo>
                            <a:pt x="29992" y="39874"/>
                            <a:pt x="20847" y="41779"/>
                            <a:pt x="13799" y="41589"/>
                          </a:cubicBezTo>
                          <a:cubicBezTo>
                            <a:pt x="6846" y="41589"/>
                            <a:pt x="1797" y="38922"/>
                            <a:pt x="369" y="34730"/>
                          </a:cubicBezTo>
                          <a:cubicBezTo>
                            <a:pt x="-965" y="30635"/>
                            <a:pt x="1417" y="25968"/>
                            <a:pt x="5894" y="20729"/>
                          </a:cubicBezTo>
                          <a:cubicBezTo>
                            <a:pt x="10466" y="15680"/>
                            <a:pt x="17228" y="10918"/>
                            <a:pt x="25515" y="7394"/>
                          </a:cubicBezTo>
                          <a:cubicBezTo>
                            <a:pt x="29611" y="5489"/>
                            <a:pt x="33421" y="3488"/>
                            <a:pt x="37231" y="2346"/>
                          </a:cubicBezTo>
                          <a:cubicBezTo>
                            <a:pt x="41041" y="1107"/>
                            <a:pt x="44660" y="345"/>
                            <a:pt x="48089" y="60"/>
                          </a:cubicBezTo>
                          <a:cubicBezTo>
                            <a:pt x="54757" y="-321"/>
                            <a:pt x="60281" y="1107"/>
                            <a:pt x="62662" y="4822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19" name="Forme libre : forme 15318">
                      <a:extLst>
                        <a:ext uri="{FF2B5EF4-FFF2-40B4-BE49-F238E27FC236}">
                          <a16:creationId xmlns:a16="http://schemas.microsoft.com/office/drawing/2014/main" id="{37F58FA0-3FDA-4826-BC5C-6FEFCD3874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1893" y="3274694"/>
                      <a:ext cx="52995" cy="24492"/>
                    </a:xfrm>
                    <a:custGeom>
                      <a:avLst/>
                      <a:gdLst>
                        <a:gd name="connsiteX0" fmla="*/ 9657 w 52995"/>
                        <a:gd name="connsiteY0" fmla="*/ 0 h 24492"/>
                        <a:gd name="connsiteX1" fmla="*/ 1846 w 52995"/>
                        <a:gd name="connsiteY1" fmla="*/ 9335 h 24492"/>
                        <a:gd name="connsiteX2" fmla="*/ 418 w 52995"/>
                        <a:gd name="connsiteY2" fmla="*/ 17621 h 24492"/>
                        <a:gd name="connsiteX3" fmla="*/ 13848 w 52995"/>
                        <a:gd name="connsiteY3" fmla="*/ 24479 h 24492"/>
                        <a:gd name="connsiteX4" fmla="*/ 39375 w 52995"/>
                        <a:gd name="connsiteY4" fmla="*/ 18860 h 24492"/>
                        <a:gd name="connsiteX5" fmla="*/ 52995 w 52995"/>
                        <a:gd name="connsiteY5" fmla="*/ 9525 h 24492"/>
                        <a:gd name="connsiteX6" fmla="*/ 44613 w 52995"/>
                        <a:gd name="connsiteY6" fmla="*/ 12954 h 24492"/>
                        <a:gd name="connsiteX7" fmla="*/ 32612 w 52995"/>
                        <a:gd name="connsiteY7" fmla="*/ 13716 h 24492"/>
                        <a:gd name="connsiteX8" fmla="*/ 21944 w 52995"/>
                        <a:gd name="connsiteY8" fmla="*/ 11430 h 24492"/>
                        <a:gd name="connsiteX9" fmla="*/ 9657 w 52995"/>
                        <a:gd name="connsiteY9" fmla="*/ 0 h 24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2995" h="24492">
                          <a:moveTo>
                            <a:pt x="9657" y="0"/>
                          </a:moveTo>
                          <a:cubicBezTo>
                            <a:pt x="6132" y="3048"/>
                            <a:pt x="3466" y="6287"/>
                            <a:pt x="1846" y="9335"/>
                          </a:cubicBezTo>
                          <a:cubicBezTo>
                            <a:pt x="227" y="12383"/>
                            <a:pt x="-535" y="15050"/>
                            <a:pt x="418" y="17621"/>
                          </a:cubicBezTo>
                          <a:cubicBezTo>
                            <a:pt x="1846" y="21812"/>
                            <a:pt x="6895" y="24479"/>
                            <a:pt x="13848" y="24479"/>
                          </a:cubicBezTo>
                          <a:cubicBezTo>
                            <a:pt x="20896" y="24670"/>
                            <a:pt x="30040" y="22765"/>
                            <a:pt x="39375" y="18860"/>
                          </a:cubicBezTo>
                          <a:cubicBezTo>
                            <a:pt x="44709" y="16383"/>
                            <a:pt x="49186" y="12859"/>
                            <a:pt x="52995" y="9525"/>
                          </a:cubicBezTo>
                          <a:cubicBezTo>
                            <a:pt x="50329" y="10954"/>
                            <a:pt x="47471" y="12097"/>
                            <a:pt x="44613" y="12954"/>
                          </a:cubicBezTo>
                          <a:cubicBezTo>
                            <a:pt x="40613" y="14002"/>
                            <a:pt x="36517" y="14097"/>
                            <a:pt x="32612" y="13716"/>
                          </a:cubicBezTo>
                          <a:cubicBezTo>
                            <a:pt x="28707" y="13335"/>
                            <a:pt x="25087" y="12573"/>
                            <a:pt x="21944" y="11430"/>
                          </a:cubicBezTo>
                          <a:cubicBezTo>
                            <a:pt x="15467" y="9049"/>
                            <a:pt x="11086" y="5144"/>
                            <a:pt x="9657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20" name="Forme libre : forme 15319">
                      <a:extLst>
                        <a:ext uri="{FF2B5EF4-FFF2-40B4-BE49-F238E27FC236}">
                          <a16:creationId xmlns:a16="http://schemas.microsoft.com/office/drawing/2014/main" id="{B253718F-7E7C-4FB1-9104-A5F6CDCC4E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6459" y="3258963"/>
                      <a:ext cx="64249" cy="41936"/>
                    </a:xfrm>
                    <a:custGeom>
                      <a:avLst/>
                      <a:gdLst>
                        <a:gd name="connsiteX0" fmla="*/ 62908 w 64249"/>
                        <a:gd name="connsiteY0" fmla="*/ 4301 h 41936"/>
                        <a:gd name="connsiteX1" fmla="*/ 64051 w 64249"/>
                        <a:gd name="connsiteY1" fmla="*/ 11159 h 41936"/>
                        <a:gd name="connsiteX2" fmla="*/ 60050 w 64249"/>
                        <a:gd name="connsiteY2" fmla="*/ 19256 h 41936"/>
                        <a:gd name="connsiteX3" fmla="*/ 39667 w 64249"/>
                        <a:gd name="connsiteY3" fmla="*/ 36019 h 41936"/>
                        <a:gd name="connsiteX4" fmla="*/ 25951 w 64249"/>
                        <a:gd name="connsiteY4" fmla="*/ 40592 h 41936"/>
                        <a:gd name="connsiteX5" fmla="*/ 13949 w 64249"/>
                        <a:gd name="connsiteY5" fmla="*/ 41925 h 41936"/>
                        <a:gd name="connsiteX6" fmla="*/ 424 w 64249"/>
                        <a:gd name="connsiteY6" fmla="*/ 35543 h 41936"/>
                        <a:gd name="connsiteX7" fmla="*/ 5758 w 64249"/>
                        <a:gd name="connsiteY7" fmla="*/ 21256 h 41936"/>
                        <a:gd name="connsiteX8" fmla="*/ 14235 w 64249"/>
                        <a:gd name="connsiteY8" fmla="*/ 14017 h 41936"/>
                        <a:gd name="connsiteX9" fmla="*/ 25570 w 64249"/>
                        <a:gd name="connsiteY9" fmla="*/ 7730 h 41936"/>
                        <a:gd name="connsiteX10" fmla="*/ 48335 w 64249"/>
                        <a:gd name="connsiteY10" fmla="*/ 110 h 41936"/>
                        <a:gd name="connsiteX11" fmla="*/ 57383 w 64249"/>
                        <a:gd name="connsiteY11" fmla="*/ 777 h 41936"/>
                        <a:gd name="connsiteX12" fmla="*/ 62908 w 64249"/>
                        <a:gd name="connsiteY12" fmla="*/ 4301 h 41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4249" h="41936">
                          <a:moveTo>
                            <a:pt x="62908" y="4301"/>
                          </a:moveTo>
                          <a:cubicBezTo>
                            <a:pt x="64146" y="6111"/>
                            <a:pt x="64527" y="8492"/>
                            <a:pt x="64051" y="11159"/>
                          </a:cubicBezTo>
                          <a:cubicBezTo>
                            <a:pt x="63479" y="13636"/>
                            <a:pt x="62146" y="16398"/>
                            <a:pt x="60050" y="19256"/>
                          </a:cubicBezTo>
                          <a:cubicBezTo>
                            <a:pt x="55859" y="24970"/>
                            <a:pt x="48620" y="31067"/>
                            <a:pt x="39667" y="36019"/>
                          </a:cubicBezTo>
                          <a:cubicBezTo>
                            <a:pt x="35095" y="38401"/>
                            <a:pt x="30332" y="39544"/>
                            <a:pt x="25951" y="40592"/>
                          </a:cubicBezTo>
                          <a:cubicBezTo>
                            <a:pt x="21570" y="41544"/>
                            <a:pt x="17473" y="42020"/>
                            <a:pt x="13949" y="41925"/>
                          </a:cubicBezTo>
                          <a:cubicBezTo>
                            <a:pt x="6805" y="41830"/>
                            <a:pt x="1853" y="39639"/>
                            <a:pt x="424" y="35543"/>
                          </a:cubicBezTo>
                          <a:cubicBezTo>
                            <a:pt x="-1005" y="31448"/>
                            <a:pt x="1281" y="26209"/>
                            <a:pt x="5758" y="21256"/>
                          </a:cubicBezTo>
                          <a:cubicBezTo>
                            <a:pt x="8044" y="18779"/>
                            <a:pt x="10901" y="16303"/>
                            <a:pt x="14235" y="14017"/>
                          </a:cubicBezTo>
                          <a:cubicBezTo>
                            <a:pt x="17569" y="11635"/>
                            <a:pt x="21474" y="9826"/>
                            <a:pt x="25570" y="7730"/>
                          </a:cubicBezTo>
                          <a:cubicBezTo>
                            <a:pt x="33476" y="3158"/>
                            <a:pt x="41572" y="682"/>
                            <a:pt x="48335" y="110"/>
                          </a:cubicBezTo>
                          <a:cubicBezTo>
                            <a:pt x="51764" y="-175"/>
                            <a:pt x="54812" y="110"/>
                            <a:pt x="57383" y="777"/>
                          </a:cubicBezTo>
                          <a:cubicBezTo>
                            <a:pt x="59764" y="1349"/>
                            <a:pt x="61669" y="2492"/>
                            <a:pt x="62908" y="430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21" name="Forme libre : forme 15320">
                      <a:extLst>
                        <a:ext uri="{FF2B5EF4-FFF2-40B4-BE49-F238E27FC236}">
                          <a16:creationId xmlns:a16="http://schemas.microsoft.com/office/drawing/2014/main" id="{5DFAD6F0-846B-407B-A343-097379224C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10861" y="3272025"/>
                      <a:ext cx="93347" cy="50133"/>
                    </a:xfrm>
                    <a:custGeom>
                      <a:avLst/>
                      <a:gdLst>
                        <a:gd name="connsiteX0" fmla="*/ 3636 w 93347"/>
                        <a:gd name="connsiteY0" fmla="*/ 30578 h 50133"/>
                        <a:gd name="connsiteX1" fmla="*/ 9352 w 93347"/>
                        <a:gd name="connsiteY1" fmla="*/ 44008 h 50133"/>
                        <a:gd name="connsiteX2" fmla="*/ 50119 w 93347"/>
                        <a:gd name="connsiteY2" fmla="*/ 48008 h 50133"/>
                        <a:gd name="connsiteX3" fmla="*/ 69645 w 93347"/>
                        <a:gd name="connsiteY3" fmla="*/ 40960 h 50133"/>
                        <a:gd name="connsiteX4" fmla="*/ 78694 w 93347"/>
                        <a:gd name="connsiteY4" fmla="*/ 36197 h 50133"/>
                        <a:gd name="connsiteX5" fmla="*/ 86123 w 93347"/>
                        <a:gd name="connsiteY5" fmla="*/ 29816 h 50133"/>
                        <a:gd name="connsiteX6" fmla="*/ 90314 w 93347"/>
                        <a:gd name="connsiteY6" fmla="*/ 11147 h 50133"/>
                        <a:gd name="connsiteX7" fmla="*/ 75645 w 93347"/>
                        <a:gd name="connsiteY7" fmla="*/ 10861 h 50133"/>
                        <a:gd name="connsiteX8" fmla="*/ 66597 w 93347"/>
                        <a:gd name="connsiteY8" fmla="*/ 11528 h 50133"/>
                        <a:gd name="connsiteX9" fmla="*/ 57644 w 93347"/>
                        <a:gd name="connsiteY9" fmla="*/ 10766 h 50133"/>
                        <a:gd name="connsiteX10" fmla="*/ 41546 w 93347"/>
                        <a:gd name="connsiteY10" fmla="*/ 7337 h 50133"/>
                        <a:gd name="connsiteX11" fmla="*/ 24782 w 93347"/>
                        <a:gd name="connsiteY11" fmla="*/ 1622 h 50133"/>
                        <a:gd name="connsiteX12" fmla="*/ 5732 w 93347"/>
                        <a:gd name="connsiteY12" fmla="*/ 2669 h 50133"/>
                        <a:gd name="connsiteX13" fmla="*/ 3636 w 93347"/>
                        <a:gd name="connsiteY13" fmla="*/ 30578 h 50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3347" h="50133">
                          <a:moveTo>
                            <a:pt x="3636" y="30578"/>
                          </a:moveTo>
                          <a:cubicBezTo>
                            <a:pt x="4494" y="35435"/>
                            <a:pt x="5446" y="40388"/>
                            <a:pt x="9352" y="44008"/>
                          </a:cubicBezTo>
                          <a:cubicBezTo>
                            <a:pt x="16686" y="50675"/>
                            <a:pt x="34117" y="51723"/>
                            <a:pt x="50119" y="48008"/>
                          </a:cubicBezTo>
                          <a:cubicBezTo>
                            <a:pt x="56691" y="46199"/>
                            <a:pt x="63358" y="43913"/>
                            <a:pt x="69645" y="40960"/>
                          </a:cubicBezTo>
                          <a:cubicBezTo>
                            <a:pt x="72788" y="39531"/>
                            <a:pt x="75836" y="37912"/>
                            <a:pt x="78694" y="36197"/>
                          </a:cubicBezTo>
                          <a:cubicBezTo>
                            <a:pt x="81456" y="34292"/>
                            <a:pt x="83933" y="32006"/>
                            <a:pt x="86123" y="29816"/>
                          </a:cubicBezTo>
                          <a:cubicBezTo>
                            <a:pt x="92791" y="22958"/>
                            <a:pt x="96220" y="14099"/>
                            <a:pt x="90314" y="11147"/>
                          </a:cubicBezTo>
                          <a:cubicBezTo>
                            <a:pt x="86695" y="9337"/>
                            <a:pt x="80885" y="10194"/>
                            <a:pt x="75645" y="10861"/>
                          </a:cubicBezTo>
                          <a:cubicBezTo>
                            <a:pt x="72598" y="11147"/>
                            <a:pt x="69550" y="11528"/>
                            <a:pt x="66597" y="11528"/>
                          </a:cubicBezTo>
                          <a:cubicBezTo>
                            <a:pt x="63549" y="11337"/>
                            <a:pt x="60501" y="11147"/>
                            <a:pt x="57644" y="10766"/>
                          </a:cubicBezTo>
                          <a:cubicBezTo>
                            <a:pt x="51833" y="10004"/>
                            <a:pt x="46499" y="8861"/>
                            <a:pt x="41546" y="7337"/>
                          </a:cubicBezTo>
                          <a:cubicBezTo>
                            <a:pt x="37260" y="5813"/>
                            <a:pt x="31259" y="3717"/>
                            <a:pt x="24782" y="1622"/>
                          </a:cubicBezTo>
                          <a:cubicBezTo>
                            <a:pt x="18210" y="-379"/>
                            <a:pt x="11638" y="-1045"/>
                            <a:pt x="5732" y="2669"/>
                          </a:cubicBezTo>
                          <a:cubicBezTo>
                            <a:pt x="-4936" y="9337"/>
                            <a:pt x="2303" y="23910"/>
                            <a:pt x="3636" y="3057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22" name="Forme libre : forme 15321">
                      <a:extLst>
                        <a:ext uri="{FF2B5EF4-FFF2-40B4-BE49-F238E27FC236}">
                          <a16:creationId xmlns:a16="http://schemas.microsoft.com/office/drawing/2014/main" id="{8218293C-B3C3-47C5-B9E8-E5D0EB6C2F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24346" y="3265698"/>
                      <a:ext cx="23032" cy="21188"/>
                    </a:xfrm>
                    <a:custGeom>
                      <a:avLst/>
                      <a:gdLst>
                        <a:gd name="connsiteX0" fmla="*/ 725 w 23032"/>
                        <a:gd name="connsiteY0" fmla="*/ 15474 h 21188"/>
                        <a:gd name="connsiteX1" fmla="*/ 154 w 23032"/>
                        <a:gd name="connsiteY1" fmla="*/ 19093 h 21188"/>
                        <a:gd name="connsiteX2" fmla="*/ 3392 w 23032"/>
                        <a:gd name="connsiteY2" fmla="*/ 21188 h 21188"/>
                        <a:gd name="connsiteX3" fmla="*/ 8059 w 23032"/>
                        <a:gd name="connsiteY3" fmla="*/ 19665 h 21188"/>
                        <a:gd name="connsiteX4" fmla="*/ 18251 w 23032"/>
                        <a:gd name="connsiteY4" fmla="*/ 13092 h 21188"/>
                        <a:gd name="connsiteX5" fmla="*/ 21489 w 23032"/>
                        <a:gd name="connsiteY5" fmla="*/ 9568 h 21188"/>
                        <a:gd name="connsiteX6" fmla="*/ 14822 w 23032"/>
                        <a:gd name="connsiteY6" fmla="*/ 1377 h 21188"/>
                        <a:gd name="connsiteX7" fmla="*/ 725 w 23032"/>
                        <a:gd name="connsiteY7" fmla="*/ 15474 h 21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032" h="21188">
                          <a:moveTo>
                            <a:pt x="725" y="15474"/>
                          </a:moveTo>
                          <a:cubicBezTo>
                            <a:pt x="154" y="16712"/>
                            <a:pt x="-228" y="18045"/>
                            <a:pt x="154" y="19093"/>
                          </a:cubicBezTo>
                          <a:cubicBezTo>
                            <a:pt x="439" y="20236"/>
                            <a:pt x="1677" y="21188"/>
                            <a:pt x="3392" y="21188"/>
                          </a:cubicBezTo>
                          <a:cubicBezTo>
                            <a:pt x="5011" y="21188"/>
                            <a:pt x="6630" y="20427"/>
                            <a:pt x="8059" y="19665"/>
                          </a:cubicBezTo>
                          <a:cubicBezTo>
                            <a:pt x="11774" y="17664"/>
                            <a:pt x="15298" y="15759"/>
                            <a:pt x="18251" y="13092"/>
                          </a:cubicBezTo>
                          <a:cubicBezTo>
                            <a:pt x="19489" y="11949"/>
                            <a:pt x="20632" y="10806"/>
                            <a:pt x="21489" y="9568"/>
                          </a:cubicBezTo>
                          <a:cubicBezTo>
                            <a:pt x="24823" y="4329"/>
                            <a:pt x="22823" y="-3100"/>
                            <a:pt x="14822" y="1377"/>
                          </a:cubicBezTo>
                          <a:cubicBezTo>
                            <a:pt x="8440" y="4710"/>
                            <a:pt x="2916" y="10330"/>
                            <a:pt x="725" y="1547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23" name="Forme libre : forme 15322">
                      <a:extLst>
                        <a:ext uri="{FF2B5EF4-FFF2-40B4-BE49-F238E27FC236}">
                          <a16:creationId xmlns:a16="http://schemas.microsoft.com/office/drawing/2014/main" id="{6974C5FF-32EE-4414-B708-9551E65E1F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09843" y="3251549"/>
                      <a:ext cx="24290" cy="51625"/>
                    </a:xfrm>
                    <a:custGeom>
                      <a:avLst/>
                      <a:gdLst>
                        <a:gd name="connsiteX0" fmla="*/ 20098 w 24290"/>
                        <a:gd name="connsiteY0" fmla="*/ 0 h 51625"/>
                        <a:gd name="connsiteX1" fmla="*/ 24289 w 24290"/>
                        <a:gd name="connsiteY1" fmla="*/ 13240 h 51625"/>
                        <a:gd name="connsiteX2" fmla="*/ 19621 w 24290"/>
                        <a:gd name="connsiteY2" fmla="*/ 29909 h 51625"/>
                        <a:gd name="connsiteX3" fmla="*/ 12382 w 24290"/>
                        <a:gd name="connsiteY3" fmla="*/ 40577 h 51625"/>
                        <a:gd name="connsiteX4" fmla="*/ 0 w 24290"/>
                        <a:gd name="connsiteY4" fmla="*/ 51626 h 51625"/>
                        <a:gd name="connsiteX5" fmla="*/ 4572 w 24290"/>
                        <a:gd name="connsiteY5" fmla="*/ 47244 h 51625"/>
                        <a:gd name="connsiteX6" fmla="*/ 13907 w 24290"/>
                        <a:gd name="connsiteY6" fmla="*/ 35719 h 51625"/>
                        <a:gd name="connsiteX7" fmla="*/ 20098 w 24290"/>
                        <a:gd name="connsiteY7" fmla="*/ 0 h 51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4290" h="51625">
                          <a:moveTo>
                            <a:pt x="20098" y="0"/>
                          </a:moveTo>
                          <a:cubicBezTo>
                            <a:pt x="20098" y="0"/>
                            <a:pt x="24384" y="4477"/>
                            <a:pt x="24289" y="13240"/>
                          </a:cubicBezTo>
                          <a:cubicBezTo>
                            <a:pt x="24289" y="17621"/>
                            <a:pt x="23146" y="23146"/>
                            <a:pt x="19621" y="29909"/>
                          </a:cubicBezTo>
                          <a:cubicBezTo>
                            <a:pt x="17812" y="33147"/>
                            <a:pt x="15716" y="37052"/>
                            <a:pt x="12382" y="40577"/>
                          </a:cubicBezTo>
                          <a:cubicBezTo>
                            <a:pt x="9049" y="44101"/>
                            <a:pt x="4953" y="47816"/>
                            <a:pt x="0" y="51626"/>
                          </a:cubicBezTo>
                          <a:cubicBezTo>
                            <a:pt x="0" y="51626"/>
                            <a:pt x="1905" y="50006"/>
                            <a:pt x="4572" y="47244"/>
                          </a:cubicBezTo>
                          <a:cubicBezTo>
                            <a:pt x="7239" y="44387"/>
                            <a:pt x="10954" y="40767"/>
                            <a:pt x="13907" y="35719"/>
                          </a:cubicBezTo>
                          <a:cubicBezTo>
                            <a:pt x="20003" y="25527"/>
                            <a:pt x="24479" y="12192"/>
                            <a:pt x="2009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24" name="Forme libre : forme 15323">
                      <a:extLst>
                        <a:ext uri="{FF2B5EF4-FFF2-40B4-BE49-F238E27FC236}">
                          <a16:creationId xmlns:a16="http://schemas.microsoft.com/office/drawing/2014/main" id="{07123CC4-3AF3-4960-B348-4AFA8B4062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3257" y="3253740"/>
                      <a:ext cx="35147" cy="39528"/>
                    </a:xfrm>
                    <a:custGeom>
                      <a:avLst/>
                      <a:gdLst>
                        <a:gd name="connsiteX0" fmla="*/ 35147 w 35147"/>
                        <a:gd name="connsiteY0" fmla="*/ 0 h 39528"/>
                        <a:gd name="connsiteX1" fmla="*/ 17907 w 35147"/>
                        <a:gd name="connsiteY1" fmla="*/ 9525 h 39528"/>
                        <a:gd name="connsiteX2" fmla="*/ 5810 w 35147"/>
                        <a:gd name="connsiteY2" fmla="*/ 21431 h 39528"/>
                        <a:gd name="connsiteX3" fmla="*/ 0 w 35147"/>
                        <a:gd name="connsiteY3" fmla="*/ 39529 h 39528"/>
                        <a:gd name="connsiteX4" fmla="*/ 6287 w 35147"/>
                        <a:gd name="connsiteY4" fmla="*/ 25051 h 39528"/>
                        <a:gd name="connsiteX5" fmla="*/ 16955 w 35147"/>
                        <a:gd name="connsiteY5" fmla="*/ 12382 h 39528"/>
                        <a:gd name="connsiteX6" fmla="*/ 35147 w 35147"/>
                        <a:gd name="connsiteY6" fmla="*/ 0 h 39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147" h="39528">
                          <a:moveTo>
                            <a:pt x="35147" y="0"/>
                          </a:moveTo>
                          <a:cubicBezTo>
                            <a:pt x="35147" y="0"/>
                            <a:pt x="26480" y="2857"/>
                            <a:pt x="17907" y="9525"/>
                          </a:cubicBezTo>
                          <a:cubicBezTo>
                            <a:pt x="13716" y="13145"/>
                            <a:pt x="9240" y="16669"/>
                            <a:pt x="5810" y="21431"/>
                          </a:cubicBezTo>
                          <a:cubicBezTo>
                            <a:pt x="2381" y="26289"/>
                            <a:pt x="0" y="32195"/>
                            <a:pt x="0" y="39529"/>
                          </a:cubicBezTo>
                          <a:cubicBezTo>
                            <a:pt x="0" y="39529"/>
                            <a:pt x="1143" y="32956"/>
                            <a:pt x="6287" y="25051"/>
                          </a:cubicBezTo>
                          <a:cubicBezTo>
                            <a:pt x="8763" y="20955"/>
                            <a:pt x="12478" y="17240"/>
                            <a:pt x="16955" y="12382"/>
                          </a:cubicBezTo>
                          <a:cubicBezTo>
                            <a:pt x="21622" y="7811"/>
                            <a:pt x="27432" y="3429"/>
                            <a:pt x="3514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25" name="Forme libre : forme 15324">
                      <a:extLst>
                        <a:ext uri="{FF2B5EF4-FFF2-40B4-BE49-F238E27FC236}">
                          <a16:creationId xmlns:a16="http://schemas.microsoft.com/office/drawing/2014/main" id="{AC48E56C-7E41-44B7-86BF-4BF03BD411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5070" y="3263202"/>
                      <a:ext cx="24390" cy="13052"/>
                    </a:xfrm>
                    <a:custGeom>
                      <a:avLst/>
                      <a:gdLst>
                        <a:gd name="connsiteX0" fmla="*/ 24389 w 24390"/>
                        <a:gd name="connsiteY0" fmla="*/ 2920 h 13052"/>
                        <a:gd name="connsiteX1" fmla="*/ 12197 w 24390"/>
                        <a:gd name="connsiteY1" fmla="*/ 12254 h 13052"/>
                        <a:gd name="connsiteX2" fmla="*/ 3434 w 24390"/>
                        <a:gd name="connsiteY2" fmla="*/ 12636 h 13052"/>
                        <a:gd name="connsiteX3" fmla="*/ 5 w 24390"/>
                        <a:gd name="connsiteY3" fmla="*/ 9492 h 13052"/>
                        <a:gd name="connsiteX4" fmla="*/ 12292 w 24390"/>
                        <a:gd name="connsiteY4" fmla="*/ 1110 h 13052"/>
                        <a:gd name="connsiteX5" fmla="*/ 24389 w 24390"/>
                        <a:gd name="connsiteY5" fmla="*/ 2920 h 13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390" h="13052">
                          <a:moveTo>
                            <a:pt x="24389" y="2920"/>
                          </a:moveTo>
                          <a:cubicBezTo>
                            <a:pt x="24484" y="5968"/>
                            <a:pt x="18960" y="10159"/>
                            <a:pt x="12197" y="12254"/>
                          </a:cubicBezTo>
                          <a:cubicBezTo>
                            <a:pt x="8863" y="13397"/>
                            <a:pt x="5529" y="13112"/>
                            <a:pt x="3434" y="12636"/>
                          </a:cubicBezTo>
                          <a:cubicBezTo>
                            <a:pt x="1243" y="12064"/>
                            <a:pt x="-90" y="11016"/>
                            <a:pt x="5" y="9492"/>
                          </a:cubicBezTo>
                          <a:cubicBezTo>
                            <a:pt x="195" y="6539"/>
                            <a:pt x="5911" y="3396"/>
                            <a:pt x="12292" y="1110"/>
                          </a:cubicBezTo>
                          <a:cubicBezTo>
                            <a:pt x="18769" y="-890"/>
                            <a:pt x="24294" y="-128"/>
                            <a:pt x="24389" y="292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26" name="Forme libre : forme 15325">
                      <a:extLst>
                        <a:ext uri="{FF2B5EF4-FFF2-40B4-BE49-F238E27FC236}">
                          <a16:creationId xmlns:a16="http://schemas.microsoft.com/office/drawing/2014/main" id="{D5C11F1C-11E1-40AE-B0AB-0EBA060B85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85663" y="3262234"/>
                      <a:ext cx="6499" cy="5299"/>
                    </a:xfrm>
                    <a:custGeom>
                      <a:avLst/>
                      <a:gdLst>
                        <a:gd name="connsiteX0" fmla="*/ 6273 w 6499"/>
                        <a:gd name="connsiteY0" fmla="*/ 935 h 5299"/>
                        <a:gd name="connsiteX1" fmla="*/ 4368 w 6499"/>
                        <a:gd name="connsiteY1" fmla="*/ 4650 h 5299"/>
                        <a:gd name="connsiteX2" fmla="*/ 177 w 6499"/>
                        <a:gd name="connsiteY2" fmla="*/ 4364 h 5299"/>
                        <a:gd name="connsiteX3" fmla="*/ 2082 w 6499"/>
                        <a:gd name="connsiteY3" fmla="*/ 649 h 5299"/>
                        <a:gd name="connsiteX4" fmla="*/ 6273 w 6499"/>
                        <a:gd name="connsiteY4" fmla="*/ 935 h 5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9" h="5299">
                          <a:moveTo>
                            <a:pt x="6273" y="935"/>
                          </a:moveTo>
                          <a:cubicBezTo>
                            <a:pt x="6940" y="1983"/>
                            <a:pt x="6083" y="3698"/>
                            <a:pt x="4368" y="4650"/>
                          </a:cubicBezTo>
                          <a:cubicBezTo>
                            <a:pt x="2653" y="5602"/>
                            <a:pt x="749" y="5507"/>
                            <a:pt x="177" y="4364"/>
                          </a:cubicBezTo>
                          <a:cubicBezTo>
                            <a:pt x="-394" y="3221"/>
                            <a:pt x="463" y="1602"/>
                            <a:pt x="2082" y="649"/>
                          </a:cubicBezTo>
                          <a:cubicBezTo>
                            <a:pt x="3701" y="-303"/>
                            <a:pt x="5606" y="-208"/>
                            <a:pt x="6273" y="9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27" name="Forme libre : forme 15326">
                      <a:extLst>
                        <a:ext uri="{FF2B5EF4-FFF2-40B4-BE49-F238E27FC236}">
                          <a16:creationId xmlns:a16="http://schemas.microsoft.com/office/drawing/2014/main" id="{9D80D300-56E6-4923-B6C2-9D220D956D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54999" y="3232959"/>
                      <a:ext cx="65305" cy="25082"/>
                    </a:xfrm>
                    <a:custGeom>
                      <a:avLst/>
                      <a:gdLst>
                        <a:gd name="connsiteX0" fmla="*/ 48082 w 65305"/>
                        <a:gd name="connsiteY0" fmla="*/ 1921 h 25082"/>
                        <a:gd name="connsiteX1" fmla="*/ 63893 w 65305"/>
                        <a:gd name="connsiteY1" fmla="*/ 15161 h 25082"/>
                        <a:gd name="connsiteX2" fmla="*/ 63417 w 65305"/>
                        <a:gd name="connsiteY2" fmla="*/ 23162 h 25082"/>
                        <a:gd name="connsiteX3" fmla="*/ 54844 w 65305"/>
                        <a:gd name="connsiteY3" fmla="*/ 24495 h 25082"/>
                        <a:gd name="connsiteX4" fmla="*/ 44272 w 65305"/>
                        <a:gd name="connsiteY4" fmla="*/ 20018 h 25082"/>
                        <a:gd name="connsiteX5" fmla="*/ 32080 w 65305"/>
                        <a:gd name="connsiteY5" fmla="*/ 17161 h 25082"/>
                        <a:gd name="connsiteX6" fmla="*/ 13125 w 65305"/>
                        <a:gd name="connsiteY6" fmla="*/ 21162 h 25082"/>
                        <a:gd name="connsiteX7" fmla="*/ 3314 w 65305"/>
                        <a:gd name="connsiteY7" fmla="*/ 21447 h 25082"/>
                        <a:gd name="connsiteX8" fmla="*/ 171 w 65305"/>
                        <a:gd name="connsiteY8" fmla="*/ 17828 h 25082"/>
                        <a:gd name="connsiteX9" fmla="*/ 5029 w 65305"/>
                        <a:gd name="connsiteY9" fmla="*/ 12303 h 25082"/>
                        <a:gd name="connsiteX10" fmla="*/ 13411 w 65305"/>
                        <a:gd name="connsiteY10" fmla="*/ 6779 h 25082"/>
                        <a:gd name="connsiteX11" fmla="*/ 30365 w 65305"/>
                        <a:gd name="connsiteY11" fmla="*/ 778 h 25082"/>
                        <a:gd name="connsiteX12" fmla="*/ 48082 w 65305"/>
                        <a:gd name="connsiteY12" fmla="*/ 1921 h 25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5305" h="25082">
                          <a:moveTo>
                            <a:pt x="48082" y="1921"/>
                          </a:moveTo>
                          <a:cubicBezTo>
                            <a:pt x="54940" y="4588"/>
                            <a:pt x="59988" y="9541"/>
                            <a:pt x="63893" y="15161"/>
                          </a:cubicBezTo>
                          <a:cubicBezTo>
                            <a:pt x="65322" y="17256"/>
                            <a:pt x="66370" y="20495"/>
                            <a:pt x="63417" y="23162"/>
                          </a:cubicBezTo>
                          <a:cubicBezTo>
                            <a:pt x="60750" y="25543"/>
                            <a:pt x="57226" y="25352"/>
                            <a:pt x="54844" y="24495"/>
                          </a:cubicBezTo>
                          <a:cubicBezTo>
                            <a:pt x="51130" y="23257"/>
                            <a:pt x="47796" y="21447"/>
                            <a:pt x="44272" y="20018"/>
                          </a:cubicBezTo>
                          <a:cubicBezTo>
                            <a:pt x="40557" y="18399"/>
                            <a:pt x="36652" y="17161"/>
                            <a:pt x="32080" y="17161"/>
                          </a:cubicBezTo>
                          <a:cubicBezTo>
                            <a:pt x="29222" y="17161"/>
                            <a:pt x="20555" y="19733"/>
                            <a:pt x="13125" y="21162"/>
                          </a:cubicBezTo>
                          <a:cubicBezTo>
                            <a:pt x="9505" y="22019"/>
                            <a:pt x="5791" y="21923"/>
                            <a:pt x="3314" y="21447"/>
                          </a:cubicBezTo>
                          <a:cubicBezTo>
                            <a:pt x="838" y="20876"/>
                            <a:pt x="-496" y="19828"/>
                            <a:pt x="171" y="17828"/>
                          </a:cubicBezTo>
                          <a:cubicBezTo>
                            <a:pt x="742" y="15827"/>
                            <a:pt x="2552" y="14018"/>
                            <a:pt x="5029" y="12303"/>
                          </a:cubicBezTo>
                          <a:cubicBezTo>
                            <a:pt x="7315" y="10303"/>
                            <a:pt x="10267" y="8398"/>
                            <a:pt x="13411" y="6779"/>
                          </a:cubicBezTo>
                          <a:cubicBezTo>
                            <a:pt x="19697" y="3540"/>
                            <a:pt x="26651" y="1254"/>
                            <a:pt x="30365" y="778"/>
                          </a:cubicBezTo>
                          <a:cubicBezTo>
                            <a:pt x="36747" y="-556"/>
                            <a:pt x="42843" y="-175"/>
                            <a:pt x="48082" y="19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23" name="Graphique 1">
                    <a:extLst>
                      <a:ext uri="{FF2B5EF4-FFF2-40B4-BE49-F238E27FC236}">
                        <a16:creationId xmlns:a16="http://schemas.microsoft.com/office/drawing/2014/main" id="{972F2548-0577-4858-8CAD-95B14548DF71}"/>
                      </a:ext>
                    </a:extLst>
                  </p:cNvPr>
                  <p:cNvGrpSpPr/>
                  <p:nvPr/>
                </p:nvGrpSpPr>
                <p:grpSpPr>
                  <a:xfrm>
                    <a:off x="4815899" y="3114035"/>
                    <a:ext cx="126182" cy="144806"/>
                    <a:chOff x="4815899" y="3114035"/>
                    <a:chExt cx="126182" cy="144806"/>
                  </a:xfrm>
                  <a:solidFill>
                    <a:schemeClr val="accent1"/>
                  </a:solidFill>
                </p:grpSpPr>
                <p:sp>
                  <p:nvSpPr>
                    <p:cNvPr id="15304" name="Forme libre : forme 15303">
                      <a:extLst>
                        <a:ext uri="{FF2B5EF4-FFF2-40B4-BE49-F238E27FC236}">
                          <a16:creationId xmlns:a16="http://schemas.microsoft.com/office/drawing/2014/main" id="{84235676-90B0-4FF9-8AC4-E9626532EC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15899" y="3114035"/>
                      <a:ext cx="126182" cy="144806"/>
                    </a:xfrm>
                    <a:custGeom>
                      <a:avLst/>
                      <a:gdLst>
                        <a:gd name="connsiteX0" fmla="*/ 116626 w 126182"/>
                        <a:gd name="connsiteY0" fmla="*/ 71696 h 144806"/>
                        <a:gd name="connsiteX1" fmla="*/ 99195 w 126182"/>
                        <a:gd name="connsiteY1" fmla="*/ 98557 h 144806"/>
                        <a:gd name="connsiteX2" fmla="*/ 78812 w 126182"/>
                        <a:gd name="connsiteY2" fmla="*/ 123322 h 144806"/>
                        <a:gd name="connsiteX3" fmla="*/ 71287 w 126182"/>
                        <a:gd name="connsiteY3" fmla="*/ 131227 h 144806"/>
                        <a:gd name="connsiteX4" fmla="*/ 62524 w 126182"/>
                        <a:gd name="connsiteY4" fmla="*/ 136942 h 144806"/>
                        <a:gd name="connsiteX5" fmla="*/ 45475 w 126182"/>
                        <a:gd name="connsiteY5" fmla="*/ 143800 h 144806"/>
                        <a:gd name="connsiteX6" fmla="*/ 30806 w 126182"/>
                        <a:gd name="connsiteY6" fmla="*/ 144086 h 144806"/>
                        <a:gd name="connsiteX7" fmla="*/ 20043 w 126182"/>
                        <a:gd name="connsiteY7" fmla="*/ 137324 h 144806"/>
                        <a:gd name="connsiteX8" fmla="*/ 5279 w 126182"/>
                        <a:gd name="connsiteY8" fmla="*/ 119226 h 144806"/>
                        <a:gd name="connsiteX9" fmla="*/ 517 w 126182"/>
                        <a:gd name="connsiteY9" fmla="*/ 107891 h 144806"/>
                        <a:gd name="connsiteX10" fmla="*/ 707 w 126182"/>
                        <a:gd name="connsiteY10" fmla="*/ 94080 h 144806"/>
                        <a:gd name="connsiteX11" fmla="*/ 5660 w 126182"/>
                        <a:gd name="connsiteY11" fmla="*/ 80173 h 144806"/>
                        <a:gd name="connsiteX12" fmla="*/ 9851 w 126182"/>
                        <a:gd name="connsiteY12" fmla="*/ 73697 h 144806"/>
                        <a:gd name="connsiteX13" fmla="*/ 14519 w 126182"/>
                        <a:gd name="connsiteY13" fmla="*/ 66934 h 144806"/>
                        <a:gd name="connsiteX14" fmla="*/ 29378 w 126182"/>
                        <a:gd name="connsiteY14" fmla="*/ 48360 h 144806"/>
                        <a:gd name="connsiteX15" fmla="*/ 42045 w 126182"/>
                        <a:gd name="connsiteY15" fmla="*/ 27976 h 144806"/>
                        <a:gd name="connsiteX16" fmla="*/ 52714 w 126182"/>
                        <a:gd name="connsiteY16" fmla="*/ 14165 h 144806"/>
                        <a:gd name="connsiteX17" fmla="*/ 65668 w 126182"/>
                        <a:gd name="connsiteY17" fmla="*/ 4259 h 144806"/>
                        <a:gd name="connsiteX18" fmla="*/ 91862 w 126182"/>
                        <a:gd name="connsiteY18" fmla="*/ 2545 h 144806"/>
                        <a:gd name="connsiteX19" fmla="*/ 113102 w 126182"/>
                        <a:gd name="connsiteY19" fmla="*/ 13784 h 144806"/>
                        <a:gd name="connsiteX20" fmla="*/ 126056 w 126182"/>
                        <a:gd name="connsiteY20" fmla="*/ 36644 h 144806"/>
                        <a:gd name="connsiteX21" fmla="*/ 124532 w 126182"/>
                        <a:gd name="connsiteY21" fmla="*/ 53408 h 144806"/>
                        <a:gd name="connsiteX22" fmla="*/ 116626 w 126182"/>
                        <a:gd name="connsiteY22" fmla="*/ 71696 h 144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26182" h="144806">
                          <a:moveTo>
                            <a:pt x="116626" y="71696"/>
                          </a:moveTo>
                          <a:lnTo>
                            <a:pt x="99195" y="98557"/>
                          </a:lnTo>
                          <a:cubicBezTo>
                            <a:pt x="92814" y="107034"/>
                            <a:pt x="85670" y="115130"/>
                            <a:pt x="78812" y="123322"/>
                          </a:cubicBezTo>
                          <a:cubicBezTo>
                            <a:pt x="76431" y="126179"/>
                            <a:pt x="73859" y="128846"/>
                            <a:pt x="71287" y="131227"/>
                          </a:cubicBezTo>
                          <a:cubicBezTo>
                            <a:pt x="68430" y="133418"/>
                            <a:pt x="65477" y="135323"/>
                            <a:pt x="62524" y="136942"/>
                          </a:cubicBezTo>
                          <a:cubicBezTo>
                            <a:pt x="56714" y="140276"/>
                            <a:pt x="50904" y="142562"/>
                            <a:pt x="45475" y="143800"/>
                          </a:cubicBezTo>
                          <a:cubicBezTo>
                            <a:pt x="40046" y="145039"/>
                            <a:pt x="35092" y="145134"/>
                            <a:pt x="30806" y="144086"/>
                          </a:cubicBezTo>
                          <a:cubicBezTo>
                            <a:pt x="26425" y="142848"/>
                            <a:pt x="22710" y="140562"/>
                            <a:pt x="20043" y="137324"/>
                          </a:cubicBezTo>
                          <a:lnTo>
                            <a:pt x="5279" y="119226"/>
                          </a:lnTo>
                          <a:cubicBezTo>
                            <a:pt x="2612" y="115892"/>
                            <a:pt x="1088" y="112082"/>
                            <a:pt x="517" y="107891"/>
                          </a:cubicBezTo>
                          <a:cubicBezTo>
                            <a:pt x="-245" y="103510"/>
                            <a:pt x="-150" y="98842"/>
                            <a:pt x="707" y="94080"/>
                          </a:cubicBezTo>
                          <a:cubicBezTo>
                            <a:pt x="1564" y="89317"/>
                            <a:pt x="3184" y="84650"/>
                            <a:pt x="5660" y="80173"/>
                          </a:cubicBezTo>
                          <a:cubicBezTo>
                            <a:pt x="6899" y="77983"/>
                            <a:pt x="8327" y="75792"/>
                            <a:pt x="9851" y="73697"/>
                          </a:cubicBezTo>
                          <a:cubicBezTo>
                            <a:pt x="11184" y="71315"/>
                            <a:pt x="12709" y="69029"/>
                            <a:pt x="14519" y="66934"/>
                          </a:cubicBezTo>
                          <a:cubicBezTo>
                            <a:pt x="19376" y="60647"/>
                            <a:pt x="24710" y="54742"/>
                            <a:pt x="29378" y="48360"/>
                          </a:cubicBezTo>
                          <a:lnTo>
                            <a:pt x="42045" y="27976"/>
                          </a:lnTo>
                          <a:cubicBezTo>
                            <a:pt x="45093" y="23595"/>
                            <a:pt x="48713" y="18356"/>
                            <a:pt x="52714" y="14165"/>
                          </a:cubicBezTo>
                          <a:cubicBezTo>
                            <a:pt x="56714" y="9974"/>
                            <a:pt x="61095" y="6640"/>
                            <a:pt x="65668" y="4259"/>
                          </a:cubicBezTo>
                          <a:cubicBezTo>
                            <a:pt x="74717" y="-503"/>
                            <a:pt x="84146" y="-1551"/>
                            <a:pt x="91862" y="2545"/>
                          </a:cubicBezTo>
                          <a:lnTo>
                            <a:pt x="113102" y="13784"/>
                          </a:lnTo>
                          <a:cubicBezTo>
                            <a:pt x="120722" y="17880"/>
                            <a:pt x="125294" y="26262"/>
                            <a:pt x="126056" y="36644"/>
                          </a:cubicBezTo>
                          <a:cubicBezTo>
                            <a:pt x="126437" y="41883"/>
                            <a:pt x="125961" y="47503"/>
                            <a:pt x="124532" y="53408"/>
                          </a:cubicBezTo>
                          <a:cubicBezTo>
                            <a:pt x="123008" y="59409"/>
                            <a:pt x="121008" y="65219"/>
                            <a:pt x="116626" y="7169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05" name="Forme libre : forme 15304">
                      <a:extLst>
                        <a:ext uri="{FF2B5EF4-FFF2-40B4-BE49-F238E27FC236}">
                          <a16:creationId xmlns:a16="http://schemas.microsoft.com/office/drawing/2014/main" id="{913416F9-84B3-4299-B909-EB6D5CD0FD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29464" y="3127438"/>
                      <a:ext cx="112425" cy="131308"/>
                    </a:xfrm>
                    <a:custGeom>
                      <a:avLst/>
                      <a:gdLst>
                        <a:gd name="connsiteX0" fmla="*/ 50768 w 112425"/>
                        <a:gd name="connsiteY0" fmla="*/ 83344 h 131308"/>
                        <a:gd name="connsiteX1" fmla="*/ 40481 w 112425"/>
                        <a:gd name="connsiteY1" fmla="*/ 97536 h 131308"/>
                        <a:gd name="connsiteX2" fmla="*/ 27242 w 112425"/>
                        <a:gd name="connsiteY2" fmla="*/ 107918 h 131308"/>
                        <a:gd name="connsiteX3" fmla="*/ 0 w 112425"/>
                        <a:gd name="connsiteY3" fmla="*/ 116014 h 131308"/>
                        <a:gd name="connsiteX4" fmla="*/ 6382 w 112425"/>
                        <a:gd name="connsiteY4" fmla="*/ 123825 h 131308"/>
                        <a:gd name="connsiteX5" fmla="*/ 17145 w 112425"/>
                        <a:gd name="connsiteY5" fmla="*/ 130588 h 131308"/>
                        <a:gd name="connsiteX6" fmla="*/ 31814 w 112425"/>
                        <a:gd name="connsiteY6" fmla="*/ 130302 h 131308"/>
                        <a:gd name="connsiteX7" fmla="*/ 48863 w 112425"/>
                        <a:gd name="connsiteY7" fmla="*/ 123444 h 131308"/>
                        <a:gd name="connsiteX8" fmla="*/ 57627 w 112425"/>
                        <a:gd name="connsiteY8" fmla="*/ 117729 h 131308"/>
                        <a:gd name="connsiteX9" fmla="*/ 65151 w 112425"/>
                        <a:gd name="connsiteY9" fmla="*/ 109823 h 131308"/>
                        <a:gd name="connsiteX10" fmla="*/ 85535 w 112425"/>
                        <a:gd name="connsiteY10" fmla="*/ 85058 h 131308"/>
                        <a:gd name="connsiteX11" fmla="*/ 102965 w 112425"/>
                        <a:gd name="connsiteY11" fmla="*/ 58198 h 131308"/>
                        <a:gd name="connsiteX12" fmla="*/ 110776 w 112425"/>
                        <a:gd name="connsiteY12" fmla="*/ 40005 h 131308"/>
                        <a:gd name="connsiteX13" fmla="*/ 112300 w 112425"/>
                        <a:gd name="connsiteY13" fmla="*/ 23241 h 131308"/>
                        <a:gd name="connsiteX14" fmla="*/ 99346 w 112425"/>
                        <a:gd name="connsiteY14" fmla="*/ 381 h 131308"/>
                        <a:gd name="connsiteX15" fmla="*/ 98679 w 112425"/>
                        <a:gd name="connsiteY15" fmla="*/ 0 h 131308"/>
                        <a:gd name="connsiteX16" fmla="*/ 87821 w 112425"/>
                        <a:gd name="connsiteY16" fmla="*/ 21146 h 131308"/>
                        <a:gd name="connsiteX17" fmla="*/ 76010 w 112425"/>
                        <a:gd name="connsiteY17" fmla="*/ 41624 h 131308"/>
                        <a:gd name="connsiteX18" fmla="*/ 63437 w 112425"/>
                        <a:gd name="connsiteY18" fmla="*/ 62294 h 131308"/>
                        <a:gd name="connsiteX19" fmla="*/ 50768 w 112425"/>
                        <a:gd name="connsiteY19" fmla="*/ 83344 h 131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12425" h="131308">
                          <a:moveTo>
                            <a:pt x="50768" y="83344"/>
                          </a:moveTo>
                          <a:cubicBezTo>
                            <a:pt x="47816" y="88392"/>
                            <a:pt x="44291" y="93250"/>
                            <a:pt x="40481" y="97536"/>
                          </a:cubicBezTo>
                          <a:cubicBezTo>
                            <a:pt x="36672" y="101918"/>
                            <a:pt x="31814" y="104965"/>
                            <a:pt x="27242" y="107918"/>
                          </a:cubicBezTo>
                          <a:cubicBezTo>
                            <a:pt x="17907" y="113443"/>
                            <a:pt x="8763" y="116967"/>
                            <a:pt x="0" y="116014"/>
                          </a:cubicBezTo>
                          <a:lnTo>
                            <a:pt x="6382" y="123825"/>
                          </a:lnTo>
                          <a:cubicBezTo>
                            <a:pt x="9049" y="127063"/>
                            <a:pt x="12764" y="129445"/>
                            <a:pt x="17145" y="130588"/>
                          </a:cubicBezTo>
                          <a:cubicBezTo>
                            <a:pt x="21431" y="131636"/>
                            <a:pt x="26384" y="131540"/>
                            <a:pt x="31814" y="130302"/>
                          </a:cubicBezTo>
                          <a:cubicBezTo>
                            <a:pt x="37243" y="129064"/>
                            <a:pt x="43053" y="126778"/>
                            <a:pt x="48863" y="123444"/>
                          </a:cubicBezTo>
                          <a:cubicBezTo>
                            <a:pt x="51816" y="121729"/>
                            <a:pt x="54673" y="119825"/>
                            <a:pt x="57627" y="117729"/>
                          </a:cubicBezTo>
                          <a:cubicBezTo>
                            <a:pt x="60198" y="115348"/>
                            <a:pt x="62770" y="112681"/>
                            <a:pt x="65151" y="109823"/>
                          </a:cubicBezTo>
                          <a:cubicBezTo>
                            <a:pt x="72009" y="101632"/>
                            <a:pt x="79153" y="93536"/>
                            <a:pt x="85535" y="85058"/>
                          </a:cubicBezTo>
                          <a:lnTo>
                            <a:pt x="102965" y="58198"/>
                          </a:lnTo>
                          <a:cubicBezTo>
                            <a:pt x="107347" y="51721"/>
                            <a:pt x="109347" y="45815"/>
                            <a:pt x="110776" y="40005"/>
                          </a:cubicBezTo>
                          <a:cubicBezTo>
                            <a:pt x="112205" y="34195"/>
                            <a:pt x="112681" y="28480"/>
                            <a:pt x="112300" y="23241"/>
                          </a:cubicBezTo>
                          <a:cubicBezTo>
                            <a:pt x="111538" y="12859"/>
                            <a:pt x="106966" y="4381"/>
                            <a:pt x="99346" y="381"/>
                          </a:cubicBezTo>
                          <a:lnTo>
                            <a:pt x="98679" y="0"/>
                          </a:lnTo>
                          <a:cubicBezTo>
                            <a:pt x="95345" y="7239"/>
                            <a:pt x="91536" y="14288"/>
                            <a:pt x="87821" y="21146"/>
                          </a:cubicBezTo>
                          <a:cubicBezTo>
                            <a:pt x="83915" y="28004"/>
                            <a:pt x="80582" y="34862"/>
                            <a:pt x="76010" y="41624"/>
                          </a:cubicBezTo>
                          <a:cubicBezTo>
                            <a:pt x="71724" y="48387"/>
                            <a:pt x="67437" y="55245"/>
                            <a:pt x="63437" y="62294"/>
                          </a:cubicBezTo>
                          <a:cubicBezTo>
                            <a:pt x="59913" y="69818"/>
                            <a:pt x="54864" y="76105"/>
                            <a:pt x="50768" y="8334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06" name="Forme libre : forme 15305">
                      <a:extLst>
                        <a:ext uri="{FF2B5EF4-FFF2-40B4-BE49-F238E27FC236}">
                          <a16:creationId xmlns:a16="http://schemas.microsoft.com/office/drawing/2014/main" id="{8555814F-FAB4-41A1-B458-A5FE9D7D1D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63147" y="3149653"/>
                      <a:ext cx="47474" cy="60085"/>
                    </a:xfrm>
                    <a:custGeom>
                      <a:avLst/>
                      <a:gdLst>
                        <a:gd name="connsiteX0" fmla="*/ 42136 w 47474"/>
                        <a:gd name="connsiteY0" fmla="*/ 1026 h 60085"/>
                        <a:gd name="connsiteX1" fmla="*/ 47375 w 47474"/>
                        <a:gd name="connsiteY1" fmla="*/ 15504 h 60085"/>
                        <a:gd name="connsiteX2" fmla="*/ 37659 w 47474"/>
                        <a:gd name="connsiteY2" fmla="*/ 39602 h 60085"/>
                        <a:gd name="connsiteX3" fmla="*/ 28801 w 47474"/>
                        <a:gd name="connsiteY3" fmla="*/ 50651 h 60085"/>
                        <a:gd name="connsiteX4" fmla="*/ 18705 w 47474"/>
                        <a:gd name="connsiteY4" fmla="*/ 57414 h 60085"/>
                        <a:gd name="connsiteX5" fmla="*/ 3274 w 47474"/>
                        <a:gd name="connsiteY5" fmla="*/ 58080 h 60085"/>
                        <a:gd name="connsiteX6" fmla="*/ 798 w 47474"/>
                        <a:gd name="connsiteY6" fmla="*/ 43126 h 60085"/>
                        <a:gd name="connsiteX7" fmla="*/ 4703 w 47474"/>
                        <a:gd name="connsiteY7" fmla="*/ 32934 h 60085"/>
                        <a:gd name="connsiteX8" fmla="*/ 10609 w 47474"/>
                        <a:gd name="connsiteY8" fmla="*/ 21504 h 60085"/>
                        <a:gd name="connsiteX9" fmla="*/ 27182 w 47474"/>
                        <a:gd name="connsiteY9" fmla="*/ 4264 h 60085"/>
                        <a:gd name="connsiteX10" fmla="*/ 42136 w 47474"/>
                        <a:gd name="connsiteY10" fmla="*/ 1026 h 60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7474" h="60085">
                          <a:moveTo>
                            <a:pt x="42136" y="1026"/>
                          </a:moveTo>
                          <a:cubicBezTo>
                            <a:pt x="46041" y="3216"/>
                            <a:pt x="47947" y="8550"/>
                            <a:pt x="47375" y="15504"/>
                          </a:cubicBezTo>
                          <a:cubicBezTo>
                            <a:pt x="46423" y="22457"/>
                            <a:pt x="43089" y="31125"/>
                            <a:pt x="37659" y="39602"/>
                          </a:cubicBezTo>
                          <a:cubicBezTo>
                            <a:pt x="34897" y="43793"/>
                            <a:pt x="32135" y="47698"/>
                            <a:pt x="28801" y="50651"/>
                          </a:cubicBezTo>
                          <a:cubicBezTo>
                            <a:pt x="25372" y="53508"/>
                            <a:pt x="21943" y="55794"/>
                            <a:pt x="18705" y="57414"/>
                          </a:cubicBezTo>
                          <a:cubicBezTo>
                            <a:pt x="12228" y="60652"/>
                            <a:pt x="6608" y="61033"/>
                            <a:pt x="3274" y="58080"/>
                          </a:cubicBezTo>
                          <a:cubicBezTo>
                            <a:pt x="-155" y="55128"/>
                            <a:pt x="-726" y="49603"/>
                            <a:pt x="798" y="43126"/>
                          </a:cubicBezTo>
                          <a:cubicBezTo>
                            <a:pt x="1560" y="39888"/>
                            <a:pt x="2893" y="36459"/>
                            <a:pt x="4703" y="32934"/>
                          </a:cubicBezTo>
                          <a:cubicBezTo>
                            <a:pt x="6418" y="29315"/>
                            <a:pt x="8132" y="25314"/>
                            <a:pt x="10609" y="21504"/>
                          </a:cubicBezTo>
                          <a:cubicBezTo>
                            <a:pt x="15467" y="13884"/>
                            <a:pt x="21372" y="7979"/>
                            <a:pt x="27182" y="4264"/>
                          </a:cubicBezTo>
                          <a:cubicBezTo>
                            <a:pt x="32802" y="264"/>
                            <a:pt x="38231" y="-1165"/>
                            <a:pt x="42136" y="102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07" name="Forme libre : forme 15306">
                      <a:extLst>
                        <a:ext uri="{FF2B5EF4-FFF2-40B4-BE49-F238E27FC236}">
                          <a16:creationId xmlns:a16="http://schemas.microsoft.com/office/drawing/2014/main" id="{93AEE851-2D7C-412E-BC1A-346C8FACF2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63148" y="3174491"/>
                      <a:ext cx="44993" cy="35119"/>
                    </a:xfrm>
                    <a:custGeom>
                      <a:avLst/>
                      <a:gdLst>
                        <a:gd name="connsiteX0" fmla="*/ 2322 w 44993"/>
                        <a:gd name="connsiteY0" fmla="*/ 13240 h 35119"/>
                        <a:gd name="connsiteX1" fmla="*/ 3274 w 44993"/>
                        <a:gd name="connsiteY1" fmla="*/ 33147 h 35119"/>
                        <a:gd name="connsiteX2" fmla="*/ 18704 w 44993"/>
                        <a:gd name="connsiteY2" fmla="*/ 32480 h 35119"/>
                        <a:gd name="connsiteX3" fmla="*/ 28801 w 44993"/>
                        <a:gd name="connsiteY3" fmla="*/ 25718 h 35119"/>
                        <a:gd name="connsiteX4" fmla="*/ 37659 w 44993"/>
                        <a:gd name="connsiteY4" fmla="*/ 14669 h 35119"/>
                        <a:gd name="connsiteX5" fmla="*/ 44993 w 44993"/>
                        <a:gd name="connsiteY5" fmla="*/ 0 h 35119"/>
                        <a:gd name="connsiteX6" fmla="*/ 39183 w 44993"/>
                        <a:gd name="connsiteY6" fmla="*/ 6953 h 35119"/>
                        <a:gd name="connsiteX7" fmla="*/ 19181 w 44993"/>
                        <a:gd name="connsiteY7" fmla="*/ 17336 h 35119"/>
                        <a:gd name="connsiteX8" fmla="*/ 2322 w 44993"/>
                        <a:gd name="connsiteY8" fmla="*/ 13240 h 35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993" h="35119">
                          <a:moveTo>
                            <a:pt x="2322" y="13240"/>
                          </a:moveTo>
                          <a:cubicBezTo>
                            <a:pt x="-917" y="21717"/>
                            <a:pt x="-917" y="29528"/>
                            <a:pt x="3274" y="33147"/>
                          </a:cubicBezTo>
                          <a:cubicBezTo>
                            <a:pt x="6703" y="36100"/>
                            <a:pt x="12227" y="35623"/>
                            <a:pt x="18704" y="32480"/>
                          </a:cubicBezTo>
                          <a:cubicBezTo>
                            <a:pt x="21943" y="30861"/>
                            <a:pt x="25372" y="28575"/>
                            <a:pt x="28801" y="25718"/>
                          </a:cubicBezTo>
                          <a:cubicBezTo>
                            <a:pt x="32135" y="22765"/>
                            <a:pt x="34897" y="18860"/>
                            <a:pt x="37659" y="14669"/>
                          </a:cubicBezTo>
                          <a:cubicBezTo>
                            <a:pt x="40898" y="9715"/>
                            <a:pt x="43374" y="4667"/>
                            <a:pt x="44993" y="0"/>
                          </a:cubicBezTo>
                          <a:cubicBezTo>
                            <a:pt x="43279" y="2572"/>
                            <a:pt x="41374" y="4858"/>
                            <a:pt x="39183" y="6953"/>
                          </a:cubicBezTo>
                          <a:cubicBezTo>
                            <a:pt x="32706" y="12382"/>
                            <a:pt x="25658" y="16097"/>
                            <a:pt x="19181" y="17336"/>
                          </a:cubicBezTo>
                          <a:cubicBezTo>
                            <a:pt x="12227" y="18288"/>
                            <a:pt x="6227" y="17050"/>
                            <a:pt x="2322" y="1324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08" name="Forme libre : forme 15307">
                      <a:extLst>
                        <a:ext uri="{FF2B5EF4-FFF2-40B4-BE49-F238E27FC236}">
                          <a16:creationId xmlns:a16="http://schemas.microsoft.com/office/drawing/2014/main" id="{2C1E758C-599A-4595-A5E2-61513DAF53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68058" y="3148320"/>
                      <a:ext cx="47469" cy="60917"/>
                    </a:xfrm>
                    <a:custGeom>
                      <a:avLst/>
                      <a:gdLst>
                        <a:gd name="connsiteX0" fmla="*/ 42083 w 47469"/>
                        <a:gd name="connsiteY0" fmla="*/ 1026 h 60917"/>
                        <a:gd name="connsiteX1" fmla="*/ 47417 w 47469"/>
                        <a:gd name="connsiteY1" fmla="*/ 15504 h 60917"/>
                        <a:gd name="connsiteX2" fmla="*/ 44465 w 47469"/>
                        <a:gd name="connsiteY2" fmla="*/ 27029 h 60917"/>
                        <a:gd name="connsiteX3" fmla="*/ 37797 w 47469"/>
                        <a:gd name="connsiteY3" fmla="*/ 39792 h 60917"/>
                        <a:gd name="connsiteX4" fmla="*/ 28939 w 47469"/>
                        <a:gd name="connsiteY4" fmla="*/ 51127 h 60917"/>
                        <a:gd name="connsiteX5" fmla="*/ 18938 w 47469"/>
                        <a:gd name="connsiteY5" fmla="*/ 58176 h 60917"/>
                        <a:gd name="connsiteX6" fmla="*/ 3317 w 47469"/>
                        <a:gd name="connsiteY6" fmla="*/ 59033 h 60917"/>
                        <a:gd name="connsiteX7" fmla="*/ 840 w 47469"/>
                        <a:gd name="connsiteY7" fmla="*/ 44079 h 60917"/>
                        <a:gd name="connsiteX8" fmla="*/ 4650 w 47469"/>
                        <a:gd name="connsiteY8" fmla="*/ 33601 h 60917"/>
                        <a:gd name="connsiteX9" fmla="*/ 10556 w 47469"/>
                        <a:gd name="connsiteY9" fmla="*/ 21981 h 60917"/>
                        <a:gd name="connsiteX10" fmla="*/ 18556 w 47469"/>
                        <a:gd name="connsiteY10" fmla="*/ 11694 h 60917"/>
                        <a:gd name="connsiteX11" fmla="*/ 27224 w 47469"/>
                        <a:gd name="connsiteY11" fmla="*/ 4264 h 60917"/>
                        <a:gd name="connsiteX12" fmla="*/ 42083 w 47469"/>
                        <a:gd name="connsiteY12" fmla="*/ 1026 h 60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7469" h="60917">
                          <a:moveTo>
                            <a:pt x="42083" y="1026"/>
                          </a:moveTo>
                          <a:cubicBezTo>
                            <a:pt x="46084" y="3216"/>
                            <a:pt x="47798" y="8550"/>
                            <a:pt x="47417" y="15504"/>
                          </a:cubicBezTo>
                          <a:cubicBezTo>
                            <a:pt x="47322" y="18932"/>
                            <a:pt x="46084" y="22933"/>
                            <a:pt x="44465" y="27029"/>
                          </a:cubicBezTo>
                          <a:cubicBezTo>
                            <a:pt x="42846" y="31124"/>
                            <a:pt x="40559" y="35506"/>
                            <a:pt x="37797" y="39792"/>
                          </a:cubicBezTo>
                          <a:cubicBezTo>
                            <a:pt x="35035" y="44079"/>
                            <a:pt x="31987" y="47889"/>
                            <a:pt x="28939" y="51127"/>
                          </a:cubicBezTo>
                          <a:cubicBezTo>
                            <a:pt x="25891" y="54365"/>
                            <a:pt x="22081" y="56461"/>
                            <a:pt x="18938" y="58176"/>
                          </a:cubicBezTo>
                          <a:cubicBezTo>
                            <a:pt x="12365" y="61414"/>
                            <a:pt x="6745" y="61890"/>
                            <a:pt x="3317" y="59033"/>
                          </a:cubicBezTo>
                          <a:cubicBezTo>
                            <a:pt x="-112" y="56175"/>
                            <a:pt x="-779" y="50556"/>
                            <a:pt x="840" y="44079"/>
                          </a:cubicBezTo>
                          <a:cubicBezTo>
                            <a:pt x="1507" y="40745"/>
                            <a:pt x="3126" y="37506"/>
                            <a:pt x="4650" y="33601"/>
                          </a:cubicBezTo>
                          <a:cubicBezTo>
                            <a:pt x="6079" y="29791"/>
                            <a:pt x="8079" y="25790"/>
                            <a:pt x="10556" y="21981"/>
                          </a:cubicBezTo>
                          <a:cubicBezTo>
                            <a:pt x="13032" y="18075"/>
                            <a:pt x="15699" y="14646"/>
                            <a:pt x="18556" y="11694"/>
                          </a:cubicBezTo>
                          <a:cubicBezTo>
                            <a:pt x="21414" y="8741"/>
                            <a:pt x="24462" y="6360"/>
                            <a:pt x="27224" y="4264"/>
                          </a:cubicBezTo>
                          <a:cubicBezTo>
                            <a:pt x="32654" y="264"/>
                            <a:pt x="38083" y="-1165"/>
                            <a:pt x="42083" y="102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09" name="Forme libre : forme 15308">
                      <a:extLst>
                        <a:ext uri="{FF2B5EF4-FFF2-40B4-BE49-F238E27FC236}">
                          <a16:creationId xmlns:a16="http://schemas.microsoft.com/office/drawing/2014/main" id="{76E71BE4-2A97-41E3-9312-421E8478D0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33397" y="3170583"/>
                      <a:ext cx="86872" cy="69442"/>
                    </a:xfrm>
                    <a:custGeom>
                      <a:avLst/>
                      <a:gdLst>
                        <a:gd name="connsiteX0" fmla="*/ 14260 w 86872"/>
                        <a:gd name="connsiteY0" fmla="*/ 59915 h 69442"/>
                        <a:gd name="connsiteX1" fmla="*/ 26357 w 86872"/>
                        <a:gd name="connsiteY1" fmla="*/ 68964 h 69442"/>
                        <a:gd name="connsiteX2" fmla="*/ 44931 w 86872"/>
                        <a:gd name="connsiteY2" fmla="*/ 66106 h 69442"/>
                        <a:gd name="connsiteX3" fmla="*/ 63885 w 86872"/>
                        <a:gd name="connsiteY3" fmla="*/ 52009 h 69442"/>
                        <a:gd name="connsiteX4" fmla="*/ 77601 w 86872"/>
                        <a:gd name="connsiteY4" fmla="*/ 36388 h 69442"/>
                        <a:gd name="connsiteX5" fmla="*/ 85698 w 86872"/>
                        <a:gd name="connsiteY5" fmla="*/ 18196 h 69442"/>
                        <a:gd name="connsiteX6" fmla="*/ 79888 w 86872"/>
                        <a:gd name="connsiteY6" fmla="*/ 3 h 69442"/>
                        <a:gd name="connsiteX7" fmla="*/ 66457 w 86872"/>
                        <a:gd name="connsiteY7" fmla="*/ 6671 h 69442"/>
                        <a:gd name="connsiteX8" fmla="*/ 35025 w 86872"/>
                        <a:gd name="connsiteY8" fmla="*/ 20767 h 69442"/>
                        <a:gd name="connsiteX9" fmla="*/ 17118 w 86872"/>
                        <a:gd name="connsiteY9" fmla="*/ 23911 h 69442"/>
                        <a:gd name="connsiteX10" fmla="*/ 1497 w 86872"/>
                        <a:gd name="connsiteY10" fmla="*/ 34674 h 69442"/>
                        <a:gd name="connsiteX11" fmla="*/ 14260 w 86872"/>
                        <a:gd name="connsiteY11" fmla="*/ 59915 h 694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86872" h="69442">
                          <a:moveTo>
                            <a:pt x="14260" y="59915"/>
                          </a:moveTo>
                          <a:cubicBezTo>
                            <a:pt x="17594" y="63725"/>
                            <a:pt x="20928" y="67630"/>
                            <a:pt x="26357" y="68964"/>
                          </a:cubicBezTo>
                          <a:cubicBezTo>
                            <a:pt x="31501" y="70202"/>
                            <a:pt x="38073" y="68964"/>
                            <a:pt x="44931" y="66106"/>
                          </a:cubicBezTo>
                          <a:cubicBezTo>
                            <a:pt x="51313" y="62678"/>
                            <a:pt x="57884" y="57629"/>
                            <a:pt x="63885" y="52009"/>
                          </a:cubicBezTo>
                          <a:cubicBezTo>
                            <a:pt x="68743" y="47247"/>
                            <a:pt x="74172" y="42389"/>
                            <a:pt x="77601" y="36388"/>
                          </a:cubicBezTo>
                          <a:cubicBezTo>
                            <a:pt x="81126" y="30483"/>
                            <a:pt x="84078" y="24292"/>
                            <a:pt x="85698" y="18196"/>
                          </a:cubicBezTo>
                          <a:cubicBezTo>
                            <a:pt x="88269" y="9052"/>
                            <a:pt x="86746" y="-188"/>
                            <a:pt x="79888" y="3"/>
                          </a:cubicBezTo>
                          <a:cubicBezTo>
                            <a:pt x="75697" y="98"/>
                            <a:pt x="70934" y="3718"/>
                            <a:pt x="66457" y="6671"/>
                          </a:cubicBezTo>
                          <a:cubicBezTo>
                            <a:pt x="55885" y="13719"/>
                            <a:pt x="46074" y="19053"/>
                            <a:pt x="35025" y="20767"/>
                          </a:cubicBezTo>
                          <a:cubicBezTo>
                            <a:pt x="30548" y="21625"/>
                            <a:pt x="23499" y="22196"/>
                            <a:pt x="17118" y="23911"/>
                          </a:cubicBezTo>
                          <a:cubicBezTo>
                            <a:pt x="10641" y="25625"/>
                            <a:pt x="5212" y="28959"/>
                            <a:pt x="1497" y="34674"/>
                          </a:cubicBezTo>
                          <a:cubicBezTo>
                            <a:pt x="-4600" y="45342"/>
                            <a:pt x="9593" y="54772"/>
                            <a:pt x="14260" y="5991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10" name="Forme libre : forme 15309">
                      <a:extLst>
                        <a:ext uri="{FF2B5EF4-FFF2-40B4-BE49-F238E27FC236}">
                          <a16:creationId xmlns:a16="http://schemas.microsoft.com/office/drawing/2014/main" id="{26EC8FDF-120D-42D5-91AA-F6C38FA718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45900" y="3183286"/>
                      <a:ext cx="14721" cy="27965"/>
                    </a:xfrm>
                    <a:custGeom>
                      <a:avLst/>
                      <a:gdLst>
                        <a:gd name="connsiteX0" fmla="*/ 328 w 14721"/>
                        <a:gd name="connsiteY0" fmla="*/ 23781 h 27965"/>
                        <a:gd name="connsiteX1" fmla="*/ 1662 w 14721"/>
                        <a:gd name="connsiteY1" fmla="*/ 27210 h 27965"/>
                        <a:gd name="connsiteX2" fmla="*/ 5662 w 14721"/>
                        <a:gd name="connsiteY2" fmla="*/ 27400 h 27965"/>
                        <a:gd name="connsiteX3" fmla="*/ 8710 w 14721"/>
                        <a:gd name="connsiteY3" fmla="*/ 23495 h 27965"/>
                        <a:gd name="connsiteX4" fmla="*/ 13663 w 14721"/>
                        <a:gd name="connsiteY4" fmla="*/ 12256 h 27965"/>
                        <a:gd name="connsiteX5" fmla="*/ 14711 w 14721"/>
                        <a:gd name="connsiteY5" fmla="*/ 7684 h 27965"/>
                        <a:gd name="connsiteX6" fmla="*/ 4424 w 14721"/>
                        <a:gd name="connsiteY6" fmla="*/ 3779 h 27965"/>
                        <a:gd name="connsiteX7" fmla="*/ 328 w 14721"/>
                        <a:gd name="connsiteY7" fmla="*/ 23781 h 27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721" h="27965">
                          <a:moveTo>
                            <a:pt x="328" y="23781"/>
                          </a:moveTo>
                          <a:cubicBezTo>
                            <a:pt x="519" y="25114"/>
                            <a:pt x="804" y="26448"/>
                            <a:pt x="1662" y="27210"/>
                          </a:cubicBezTo>
                          <a:cubicBezTo>
                            <a:pt x="2519" y="27972"/>
                            <a:pt x="4234" y="28353"/>
                            <a:pt x="5662" y="27400"/>
                          </a:cubicBezTo>
                          <a:cubicBezTo>
                            <a:pt x="6996" y="26543"/>
                            <a:pt x="7853" y="25019"/>
                            <a:pt x="8710" y="23495"/>
                          </a:cubicBezTo>
                          <a:cubicBezTo>
                            <a:pt x="10711" y="19781"/>
                            <a:pt x="12425" y="15971"/>
                            <a:pt x="13663" y="12256"/>
                          </a:cubicBezTo>
                          <a:cubicBezTo>
                            <a:pt x="14235" y="10732"/>
                            <a:pt x="14711" y="9113"/>
                            <a:pt x="14711" y="7684"/>
                          </a:cubicBezTo>
                          <a:cubicBezTo>
                            <a:pt x="14997" y="1588"/>
                            <a:pt x="9472" y="-3937"/>
                            <a:pt x="4424" y="3779"/>
                          </a:cubicBezTo>
                          <a:cubicBezTo>
                            <a:pt x="424" y="9779"/>
                            <a:pt x="-624" y="18066"/>
                            <a:pt x="328" y="2378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11" name="Forme libre : forme 15310">
                      <a:extLst>
                        <a:ext uri="{FF2B5EF4-FFF2-40B4-BE49-F238E27FC236}">
                          <a16:creationId xmlns:a16="http://schemas.microsoft.com/office/drawing/2014/main" id="{1410294F-0073-48A8-B55F-29105947F6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3667" y="3130391"/>
                      <a:ext cx="13543" cy="53530"/>
                    </a:xfrm>
                    <a:custGeom>
                      <a:avLst/>
                      <a:gdLst>
                        <a:gd name="connsiteX0" fmla="*/ 0 w 13543"/>
                        <a:gd name="connsiteY0" fmla="*/ 0 h 53530"/>
                        <a:gd name="connsiteX1" fmla="*/ 9811 w 13543"/>
                        <a:gd name="connsiteY1" fmla="*/ 10478 h 53530"/>
                        <a:gd name="connsiteX2" fmla="*/ 13525 w 13543"/>
                        <a:gd name="connsiteY2" fmla="*/ 26670 h 53530"/>
                        <a:gd name="connsiteX3" fmla="*/ 12573 w 13543"/>
                        <a:gd name="connsiteY3" fmla="*/ 38481 h 53530"/>
                        <a:gd name="connsiteX4" fmla="*/ 8001 w 13543"/>
                        <a:gd name="connsiteY4" fmla="*/ 53530 h 53530"/>
                        <a:gd name="connsiteX5" fmla="*/ 9906 w 13543"/>
                        <a:gd name="connsiteY5" fmla="*/ 47530 h 53530"/>
                        <a:gd name="connsiteX6" fmla="*/ 11430 w 13543"/>
                        <a:gd name="connsiteY6" fmla="*/ 33719 h 53530"/>
                        <a:gd name="connsiteX7" fmla="*/ 0 w 13543"/>
                        <a:gd name="connsiteY7" fmla="*/ 0 h 53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543" h="53530">
                          <a:moveTo>
                            <a:pt x="0" y="0"/>
                          </a:moveTo>
                          <a:cubicBezTo>
                            <a:pt x="0" y="0"/>
                            <a:pt x="5810" y="2572"/>
                            <a:pt x="9811" y="10478"/>
                          </a:cubicBezTo>
                          <a:cubicBezTo>
                            <a:pt x="11811" y="14383"/>
                            <a:pt x="13335" y="19717"/>
                            <a:pt x="13525" y="26670"/>
                          </a:cubicBezTo>
                          <a:cubicBezTo>
                            <a:pt x="13621" y="30194"/>
                            <a:pt x="13335" y="34100"/>
                            <a:pt x="12573" y="38481"/>
                          </a:cubicBezTo>
                          <a:cubicBezTo>
                            <a:pt x="11811" y="42863"/>
                            <a:pt x="10763" y="47625"/>
                            <a:pt x="8001" y="53530"/>
                          </a:cubicBezTo>
                          <a:cubicBezTo>
                            <a:pt x="8001" y="53530"/>
                            <a:pt x="8858" y="51245"/>
                            <a:pt x="9906" y="47530"/>
                          </a:cubicBezTo>
                          <a:cubicBezTo>
                            <a:pt x="10668" y="44005"/>
                            <a:pt x="11239" y="39148"/>
                            <a:pt x="11430" y="33719"/>
                          </a:cubicBezTo>
                          <a:cubicBezTo>
                            <a:pt x="11525" y="22860"/>
                            <a:pt x="9430" y="962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12" name="Forme libre : forme 15311">
                      <a:extLst>
                        <a:ext uri="{FF2B5EF4-FFF2-40B4-BE49-F238E27FC236}">
                          <a16:creationId xmlns:a16="http://schemas.microsoft.com/office/drawing/2014/main" id="{A9023880-7402-4D65-A96C-D9457D468D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20111" y="3180683"/>
                      <a:ext cx="13830" cy="52958"/>
                    </a:xfrm>
                    <a:custGeom>
                      <a:avLst/>
                      <a:gdLst>
                        <a:gd name="connsiteX0" fmla="*/ 13830 w 13830"/>
                        <a:gd name="connsiteY0" fmla="*/ 0 h 52958"/>
                        <a:gd name="connsiteX1" fmla="*/ 10591 w 13830"/>
                        <a:gd name="connsiteY1" fmla="*/ 4953 h 52958"/>
                        <a:gd name="connsiteX2" fmla="*/ 4114 w 13830"/>
                        <a:gd name="connsiteY2" fmla="*/ 17050 h 52958"/>
                        <a:gd name="connsiteX3" fmla="*/ 19 w 13830"/>
                        <a:gd name="connsiteY3" fmla="*/ 33719 h 52958"/>
                        <a:gd name="connsiteX4" fmla="*/ 4877 w 13830"/>
                        <a:gd name="connsiteY4" fmla="*/ 52959 h 52958"/>
                        <a:gd name="connsiteX5" fmla="*/ 3638 w 13830"/>
                        <a:gd name="connsiteY5" fmla="*/ 48578 h 52958"/>
                        <a:gd name="connsiteX6" fmla="*/ 2305 w 13830"/>
                        <a:gd name="connsiteY6" fmla="*/ 36671 h 52958"/>
                        <a:gd name="connsiteX7" fmla="*/ 4686 w 13830"/>
                        <a:gd name="connsiteY7" fmla="*/ 20003 h 52958"/>
                        <a:gd name="connsiteX8" fmla="*/ 8496 w 13830"/>
                        <a:gd name="connsiteY8" fmla="*/ 10668 h 52958"/>
                        <a:gd name="connsiteX9" fmla="*/ 13830 w 13830"/>
                        <a:gd name="connsiteY9" fmla="*/ 0 h 52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830" h="52958">
                          <a:moveTo>
                            <a:pt x="13830" y="0"/>
                          </a:moveTo>
                          <a:cubicBezTo>
                            <a:pt x="13830" y="0"/>
                            <a:pt x="12401" y="1810"/>
                            <a:pt x="10591" y="4953"/>
                          </a:cubicBezTo>
                          <a:cubicBezTo>
                            <a:pt x="8972" y="8287"/>
                            <a:pt x="6305" y="12287"/>
                            <a:pt x="4114" y="17050"/>
                          </a:cubicBezTo>
                          <a:cubicBezTo>
                            <a:pt x="1924" y="21908"/>
                            <a:pt x="209" y="27527"/>
                            <a:pt x="19" y="33719"/>
                          </a:cubicBezTo>
                          <a:cubicBezTo>
                            <a:pt x="-172" y="39814"/>
                            <a:pt x="1066" y="46577"/>
                            <a:pt x="4877" y="52959"/>
                          </a:cubicBezTo>
                          <a:cubicBezTo>
                            <a:pt x="4877" y="52959"/>
                            <a:pt x="4305" y="51435"/>
                            <a:pt x="3638" y="48578"/>
                          </a:cubicBezTo>
                          <a:cubicBezTo>
                            <a:pt x="2971" y="45720"/>
                            <a:pt x="2400" y="41624"/>
                            <a:pt x="2305" y="36671"/>
                          </a:cubicBezTo>
                          <a:cubicBezTo>
                            <a:pt x="2305" y="31718"/>
                            <a:pt x="2876" y="26099"/>
                            <a:pt x="4686" y="20003"/>
                          </a:cubicBezTo>
                          <a:cubicBezTo>
                            <a:pt x="5639" y="16954"/>
                            <a:pt x="6876" y="13811"/>
                            <a:pt x="8496" y="10668"/>
                          </a:cubicBezTo>
                          <a:cubicBezTo>
                            <a:pt x="10020" y="7334"/>
                            <a:pt x="11544" y="3620"/>
                            <a:pt x="1383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13" name="Forme libre : forme 15312">
                      <a:extLst>
                        <a:ext uri="{FF2B5EF4-FFF2-40B4-BE49-F238E27FC236}">
                          <a16:creationId xmlns:a16="http://schemas.microsoft.com/office/drawing/2014/main" id="{011E6DA6-849A-47D9-825C-C1101AC06F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5527" y="3160221"/>
                      <a:ext cx="19065" cy="20347"/>
                    </a:xfrm>
                    <a:custGeom>
                      <a:avLst/>
                      <a:gdLst>
                        <a:gd name="connsiteX0" fmla="*/ 18612 w 19065"/>
                        <a:gd name="connsiteY0" fmla="*/ 1126 h 20347"/>
                        <a:gd name="connsiteX1" fmla="*/ 12230 w 19065"/>
                        <a:gd name="connsiteY1" fmla="*/ 15033 h 20347"/>
                        <a:gd name="connsiteX2" fmla="*/ 419 w 19065"/>
                        <a:gd name="connsiteY2" fmla="*/ 19033 h 20347"/>
                        <a:gd name="connsiteX3" fmla="*/ 6610 w 19065"/>
                        <a:gd name="connsiteY3" fmla="*/ 5413 h 20347"/>
                        <a:gd name="connsiteX4" fmla="*/ 18612 w 19065"/>
                        <a:gd name="connsiteY4" fmla="*/ 1126 h 20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065" h="20347">
                          <a:moveTo>
                            <a:pt x="18612" y="1126"/>
                          </a:moveTo>
                          <a:cubicBezTo>
                            <a:pt x="20231" y="3698"/>
                            <a:pt x="17374" y="9985"/>
                            <a:pt x="12230" y="15033"/>
                          </a:cubicBezTo>
                          <a:cubicBezTo>
                            <a:pt x="7182" y="20081"/>
                            <a:pt x="1943" y="21796"/>
                            <a:pt x="419" y="19033"/>
                          </a:cubicBezTo>
                          <a:cubicBezTo>
                            <a:pt x="-1105" y="16271"/>
                            <a:pt x="1657" y="10270"/>
                            <a:pt x="6610" y="5413"/>
                          </a:cubicBezTo>
                          <a:cubicBezTo>
                            <a:pt x="11564" y="555"/>
                            <a:pt x="16992" y="-1445"/>
                            <a:pt x="18612" y="112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14" name="Forme libre : forme 15313">
                      <a:extLst>
                        <a:ext uri="{FF2B5EF4-FFF2-40B4-BE49-F238E27FC236}">
                          <a16:creationId xmlns:a16="http://schemas.microsoft.com/office/drawing/2014/main" id="{8A1CCC41-BC6D-4011-8441-63337FA733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0222" y="3157392"/>
                      <a:ext cx="5585" cy="6372"/>
                    </a:xfrm>
                    <a:custGeom>
                      <a:avLst/>
                      <a:gdLst>
                        <a:gd name="connsiteX0" fmla="*/ 4679 w 5585"/>
                        <a:gd name="connsiteY0" fmla="*/ 240 h 6372"/>
                        <a:gd name="connsiteX1" fmla="*/ 4775 w 5585"/>
                        <a:gd name="connsiteY1" fmla="*/ 4336 h 6372"/>
                        <a:gd name="connsiteX2" fmla="*/ 870 w 5585"/>
                        <a:gd name="connsiteY2" fmla="*/ 6145 h 6372"/>
                        <a:gd name="connsiteX3" fmla="*/ 774 w 5585"/>
                        <a:gd name="connsiteY3" fmla="*/ 2050 h 6372"/>
                        <a:gd name="connsiteX4" fmla="*/ 4679 w 5585"/>
                        <a:gd name="connsiteY4" fmla="*/ 240 h 6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85" h="6372">
                          <a:moveTo>
                            <a:pt x="4679" y="240"/>
                          </a:moveTo>
                          <a:cubicBezTo>
                            <a:pt x="5822" y="906"/>
                            <a:pt x="5917" y="2716"/>
                            <a:pt x="4775" y="4336"/>
                          </a:cubicBezTo>
                          <a:cubicBezTo>
                            <a:pt x="3727" y="5955"/>
                            <a:pt x="2012" y="6812"/>
                            <a:pt x="870" y="6145"/>
                          </a:cubicBezTo>
                          <a:cubicBezTo>
                            <a:pt x="-273" y="5478"/>
                            <a:pt x="-273" y="3669"/>
                            <a:pt x="774" y="2050"/>
                          </a:cubicBezTo>
                          <a:cubicBezTo>
                            <a:pt x="1822" y="335"/>
                            <a:pt x="3536" y="-427"/>
                            <a:pt x="4679" y="2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15" name="Forme libre : forme 15314">
                      <a:extLst>
                        <a:ext uri="{FF2B5EF4-FFF2-40B4-BE49-F238E27FC236}">
                          <a16:creationId xmlns:a16="http://schemas.microsoft.com/office/drawing/2014/main" id="{B8B304BE-6DE1-4D33-912B-20A5DB9B20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5373" y="3126161"/>
                      <a:ext cx="60259" cy="40726"/>
                    </a:xfrm>
                    <a:custGeom>
                      <a:avLst/>
                      <a:gdLst>
                        <a:gd name="connsiteX0" fmla="*/ 36099 w 60259"/>
                        <a:gd name="connsiteY0" fmla="*/ 134 h 40726"/>
                        <a:gd name="connsiteX1" fmla="*/ 56674 w 60259"/>
                        <a:gd name="connsiteY1" fmla="*/ 5468 h 40726"/>
                        <a:gd name="connsiteX2" fmla="*/ 59816 w 60259"/>
                        <a:gd name="connsiteY2" fmla="*/ 12898 h 40726"/>
                        <a:gd name="connsiteX3" fmla="*/ 52483 w 60259"/>
                        <a:gd name="connsiteY3" fmla="*/ 17756 h 40726"/>
                        <a:gd name="connsiteX4" fmla="*/ 28384 w 60259"/>
                        <a:gd name="connsiteY4" fmla="*/ 22423 h 40726"/>
                        <a:gd name="connsiteX5" fmla="*/ 285 w 60259"/>
                        <a:gd name="connsiteY5" fmla="*/ 38711 h 40726"/>
                        <a:gd name="connsiteX6" fmla="*/ 6096 w 60259"/>
                        <a:gd name="connsiteY6" fmla="*/ 22328 h 40726"/>
                        <a:gd name="connsiteX7" fmla="*/ 12668 w 60259"/>
                        <a:gd name="connsiteY7" fmla="*/ 14327 h 40726"/>
                        <a:gd name="connsiteX8" fmla="*/ 18383 w 60259"/>
                        <a:gd name="connsiteY8" fmla="*/ 8040 h 40726"/>
                        <a:gd name="connsiteX9" fmla="*/ 36099 w 60259"/>
                        <a:gd name="connsiteY9" fmla="*/ 134 h 40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259" h="40726">
                          <a:moveTo>
                            <a:pt x="36099" y="134"/>
                          </a:moveTo>
                          <a:cubicBezTo>
                            <a:pt x="43814" y="-627"/>
                            <a:pt x="50577" y="1944"/>
                            <a:pt x="56674" y="5468"/>
                          </a:cubicBezTo>
                          <a:cubicBezTo>
                            <a:pt x="58959" y="6802"/>
                            <a:pt x="61245" y="9278"/>
                            <a:pt x="59816" y="12898"/>
                          </a:cubicBezTo>
                          <a:cubicBezTo>
                            <a:pt x="58483" y="16136"/>
                            <a:pt x="55149" y="17375"/>
                            <a:pt x="52483" y="17756"/>
                          </a:cubicBezTo>
                          <a:cubicBezTo>
                            <a:pt x="44386" y="18708"/>
                            <a:pt x="36481" y="17279"/>
                            <a:pt x="28384" y="22423"/>
                          </a:cubicBezTo>
                          <a:cubicBezTo>
                            <a:pt x="23050" y="25471"/>
                            <a:pt x="2571" y="47378"/>
                            <a:pt x="285" y="38711"/>
                          </a:cubicBezTo>
                          <a:cubicBezTo>
                            <a:pt x="-953" y="34424"/>
                            <a:pt x="2000" y="28138"/>
                            <a:pt x="6096" y="22328"/>
                          </a:cubicBezTo>
                          <a:cubicBezTo>
                            <a:pt x="8096" y="19375"/>
                            <a:pt x="10477" y="16708"/>
                            <a:pt x="12668" y="14327"/>
                          </a:cubicBezTo>
                          <a:cubicBezTo>
                            <a:pt x="14859" y="11565"/>
                            <a:pt x="16859" y="9278"/>
                            <a:pt x="18383" y="8040"/>
                          </a:cubicBezTo>
                          <a:cubicBezTo>
                            <a:pt x="24002" y="3278"/>
                            <a:pt x="30289" y="706"/>
                            <a:pt x="36099" y="13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24" name="Graphique 1">
                    <a:extLst>
                      <a:ext uri="{FF2B5EF4-FFF2-40B4-BE49-F238E27FC236}">
                        <a16:creationId xmlns:a16="http://schemas.microsoft.com/office/drawing/2014/main" id="{65E8243E-97B1-4FC7-AA3F-536A34754756}"/>
                      </a:ext>
                    </a:extLst>
                  </p:cNvPr>
                  <p:cNvGrpSpPr/>
                  <p:nvPr/>
                </p:nvGrpSpPr>
                <p:grpSpPr>
                  <a:xfrm>
                    <a:off x="4894200" y="2980213"/>
                    <a:ext cx="120203" cy="150308"/>
                    <a:chOff x="4894200" y="2980213"/>
                    <a:chExt cx="120203" cy="150308"/>
                  </a:xfrm>
                  <a:solidFill>
                    <a:schemeClr val="accent1"/>
                  </a:solidFill>
                </p:grpSpPr>
                <p:sp>
                  <p:nvSpPr>
                    <p:cNvPr id="15292" name="Forme libre : forme 15291">
                      <a:extLst>
                        <a:ext uri="{FF2B5EF4-FFF2-40B4-BE49-F238E27FC236}">
                          <a16:creationId xmlns:a16="http://schemas.microsoft.com/office/drawing/2014/main" id="{800989A1-4B19-44F6-B15B-D4A8AB1047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4200" y="2980213"/>
                      <a:ext cx="120203" cy="150308"/>
                    </a:xfrm>
                    <a:custGeom>
                      <a:avLst/>
                      <a:gdLst>
                        <a:gd name="connsiteX0" fmla="*/ 111858 w 120203"/>
                        <a:gd name="connsiteY0" fmla="*/ 72645 h 150308"/>
                        <a:gd name="connsiteX1" fmla="*/ 98523 w 120203"/>
                        <a:gd name="connsiteY1" fmla="*/ 96457 h 150308"/>
                        <a:gd name="connsiteX2" fmla="*/ 85283 w 120203"/>
                        <a:gd name="connsiteY2" fmla="*/ 120650 h 150308"/>
                        <a:gd name="connsiteX3" fmla="*/ 34801 w 120203"/>
                        <a:gd name="connsiteY3" fmla="*/ 147797 h 150308"/>
                        <a:gd name="connsiteX4" fmla="*/ 13560 w 120203"/>
                        <a:gd name="connsiteY4" fmla="*/ 136557 h 150308"/>
                        <a:gd name="connsiteX5" fmla="*/ 7559 w 120203"/>
                        <a:gd name="connsiteY5" fmla="*/ 79503 h 150308"/>
                        <a:gd name="connsiteX6" fmla="*/ 20704 w 120203"/>
                        <a:gd name="connsiteY6" fmla="*/ 54356 h 150308"/>
                        <a:gd name="connsiteX7" fmla="*/ 34324 w 120203"/>
                        <a:gd name="connsiteY7" fmla="*/ 29115 h 150308"/>
                        <a:gd name="connsiteX8" fmla="*/ 59851 w 120203"/>
                        <a:gd name="connsiteY8" fmla="*/ 3683 h 150308"/>
                        <a:gd name="connsiteX9" fmla="*/ 86903 w 120203"/>
                        <a:gd name="connsiteY9" fmla="*/ 3398 h 150308"/>
                        <a:gd name="connsiteX10" fmla="*/ 107857 w 120203"/>
                        <a:gd name="connsiteY10" fmla="*/ 16542 h 150308"/>
                        <a:gd name="connsiteX11" fmla="*/ 120145 w 120203"/>
                        <a:gd name="connsiteY11" fmla="*/ 40069 h 150308"/>
                        <a:gd name="connsiteX12" fmla="*/ 111858 w 120203"/>
                        <a:gd name="connsiteY12" fmla="*/ 72645 h 150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20203" h="150308">
                          <a:moveTo>
                            <a:pt x="111858" y="72645"/>
                          </a:moveTo>
                          <a:cubicBezTo>
                            <a:pt x="107286" y="80264"/>
                            <a:pt x="103000" y="88456"/>
                            <a:pt x="98523" y="96457"/>
                          </a:cubicBezTo>
                          <a:lnTo>
                            <a:pt x="85283" y="120650"/>
                          </a:lnTo>
                          <a:cubicBezTo>
                            <a:pt x="72996" y="143415"/>
                            <a:pt x="50041" y="155988"/>
                            <a:pt x="34801" y="147797"/>
                          </a:cubicBezTo>
                          <a:lnTo>
                            <a:pt x="13560" y="136557"/>
                          </a:lnTo>
                          <a:cubicBezTo>
                            <a:pt x="-1680" y="128271"/>
                            <a:pt x="-4633" y="103029"/>
                            <a:pt x="7559" y="79503"/>
                          </a:cubicBezTo>
                          <a:lnTo>
                            <a:pt x="20704" y="54356"/>
                          </a:lnTo>
                          <a:cubicBezTo>
                            <a:pt x="25276" y="45974"/>
                            <a:pt x="29467" y="37592"/>
                            <a:pt x="34324" y="29115"/>
                          </a:cubicBezTo>
                          <a:cubicBezTo>
                            <a:pt x="41087" y="17304"/>
                            <a:pt x="49946" y="8256"/>
                            <a:pt x="59851" y="3683"/>
                          </a:cubicBezTo>
                          <a:cubicBezTo>
                            <a:pt x="69567" y="-984"/>
                            <a:pt x="79282" y="-1365"/>
                            <a:pt x="86903" y="3398"/>
                          </a:cubicBezTo>
                          <a:lnTo>
                            <a:pt x="107857" y="16542"/>
                          </a:lnTo>
                          <a:cubicBezTo>
                            <a:pt x="115382" y="21305"/>
                            <a:pt x="119573" y="30068"/>
                            <a:pt x="120145" y="40069"/>
                          </a:cubicBezTo>
                          <a:cubicBezTo>
                            <a:pt x="120621" y="49880"/>
                            <a:pt x="118240" y="61881"/>
                            <a:pt x="111858" y="72645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93" name="Forme libre : forme 15292">
                      <a:extLst>
                        <a:ext uri="{FF2B5EF4-FFF2-40B4-BE49-F238E27FC236}">
                          <a16:creationId xmlns:a16="http://schemas.microsoft.com/office/drawing/2014/main" id="{882BA854-9F12-4AEC-8C0A-D0EDB4CAD0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19762" y="2996183"/>
                      <a:ext cx="94567" cy="134279"/>
                    </a:xfrm>
                    <a:custGeom>
                      <a:avLst/>
                      <a:gdLst>
                        <a:gd name="connsiteX0" fmla="*/ 38767 w 94567"/>
                        <a:gd name="connsiteY0" fmla="*/ 82391 h 134279"/>
                        <a:gd name="connsiteX1" fmla="*/ 0 w 94567"/>
                        <a:gd name="connsiteY1" fmla="*/ 126873 h 134279"/>
                        <a:gd name="connsiteX2" fmla="*/ 9144 w 94567"/>
                        <a:gd name="connsiteY2" fmla="*/ 131731 h 134279"/>
                        <a:gd name="connsiteX3" fmla="*/ 59626 w 94567"/>
                        <a:gd name="connsiteY3" fmla="*/ 104585 h 134279"/>
                        <a:gd name="connsiteX4" fmla="*/ 72866 w 94567"/>
                        <a:gd name="connsiteY4" fmla="*/ 80391 h 134279"/>
                        <a:gd name="connsiteX5" fmla="*/ 86201 w 94567"/>
                        <a:gd name="connsiteY5" fmla="*/ 56579 h 134279"/>
                        <a:gd name="connsiteX6" fmla="*/ 94488 w 94567"/>
                        <a:gd name="connsiteY6" fmla="*/ 23908 h 134279"/>
                        <a:gd name="connsiteX7" fmla="*/ 82201 w 94567"/>
                        <a:gd name="connsiteY7" fmla="*/ 381 h 134279"/>
                        <a:gd name="connsiteX8" fmla="*/ 81534 w 94567"/>
                        <a:gd name="connsiteY8" fmla="*/ 0 h 134279"/>
                        <a:gd name="connsiteX9" fmla="*/ 69723 w 94567"/>
                        <a:gd name="connsiteY9" fmla="*/ 20193 h 134279"/>
                        <a:gd name="connsiteX10" fmla="*/ 58102 w 94567"/>
                        <a:gd name="connsiteY10" fmla="*/ 40196 h 134279"/>
                        <a:gd name="connsiteX11" fmla="*/ 38767 w 94567"/>
                        <a:gd name="connsiteY11" fmla="*/ 82391 h 1342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567" h="134279">
                          <a:moveTo>
                            <a:pt x="38767" y="82391"/>
                          </a:moveTo>
                          <a:cubicBezTo>
                            <a:pt x="31813" y="103727"/>
                            <a:pt x="16478" y="121729"/>
                            <a:pt x="0" y="126873"/>
                          </a:cubicBezTo>
                          <a:lnTo>
                            <a:pt x="9144" y="131731"/>
                          </a:lnTo>
                          <a:cubicBezTo>
                            <a:pt x="24384" y="140018"/>
                            <a:pt x="47339" y="127349"/>
                            <a:pt x="59626" y="104585"/>
                          </a:cubicBezTo>
                          <a:lnTo>
                            <a:pt x="72866" y="80391"/>
                          </a:lnTo>
                          <a:cubicBezTo>
                            <a:pt x="77343" y="72485"/>
                            <a:pt x="81629" y="64294"/>
                            <a:pt x="86201" y="56579"/>
                          </a:cubicBezTo>
                          <a:cubicBezTo>
                            <a:pt x="92583" y="45720"/>
                            <a:pt x="95059" y="33814"/>
                            <a:pt x="94488" y="23908"/>
                          </a:cubicBezTo>
                          <a:cubicBezTo>
                            <a:pt x="93821" y="13906"/>
                            <a:pt x="89725" y="5144"/>
                            <a:pt x="82201" y="381"/>
                          </a:cubicBezTo>
                          <a:lnTo>
                            <a:pt x="81534" y="0"/>
                          </a:lnTo>
                          <a:cubicBezTo>
                            <a:pt x="77819" y="6953"/>
                            <a:pt x="73723" y="13526"/>
                            <a:pt x="69723" y="20193"/>
                          </a:cubicBezTo>
                          <a:cubicBezTo>
                            <a:pt x="65817" y="26861"/>
                            <a:pt x="62007" y="33528"/>
                            <a:pt x="58102" y="40196"/>
                          </a:cubicBezTo>
                          <a:cubicBezTo>
                            <a:pt x="50482" y="53530"/>
                            <a:pt x="43815" y="67342"/>
                            <a:pt x="38767" y="82391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94" name="Forme libre : forme 15293">
                      <a:extLst>
                        <a:ext uri="{FF2B5EF4-FFF2-40B4-BE49-F238E27FC236}">
                          <a16:creationId xmlns:a16="http://schemas.microsoft.com/office/drawing/2014/main" id="{5298E3E1-A8D2-41B2-8949-F10887E103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38236" y="3016629"/>
                      <a:ext cx="44359" cy="62366"/>
                    </a:xfrm>
                    <a:custGeom>
                      <a:avLst/>
                      <a:gdLst>
                        <a:gd name="connsiteX0" fmla="*/ 38961 w 44359"/>
                        <a:gd name="connsiteY0" fmla="*/ 1176 h 62366"/>
                        <a:gd name="connsiteX1" fmla="*/ 36771 w 44359"/>
                        <a:gd name="connsiteY1" fmla="*/ 39181 h 62366"/>
                        <a:gd name="connsiteX2" fmla="*/ 5719 w 44359"/>
                        <a:gd name="connsiteY2" fmla="*/ 61374 h 62366"/>
                        <a:gd name="connsiteX3" fmla="*/ 7338 w 44359"/>
                        <a:gd name="connsiteY3" fmla="*/ 23083 h 62366"/>
                        <a:gd name="connsiteX4" fmla="*/ 38961 w 44359"/>
                        <a:gd name="connsiteY4" fmla="*/ 1176 h 62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359" h="62366">
                          <a:moveTo>
                            <a:pt x="38961" y="1176"/>
                          </a:moveTo>
                          <a:cubicBezTo>
                            <a:pt x="47058" y="5938"/>
                            <a:pt x="45820" y="22702"/>
                            <a:pt x="36771" y="39181"/>
                          </a:cubicBezTo>
                          <a:cubicBezTo>
                            <a:pt x="27722" y="55659"/>
                            <a:pt x="13815" y="65660"/>
                            <a:pt x="5719" y="61374"/>
                          </a:cubicBezTo>
                          <a:cubicBezTo>
                            <a:pt x="-2472" y="57088"/>
                            <a:pt x="-1805" y="39943"/>
                            <a:pt x="7338" y="23083"/>
                          </a:cubicBezTo>
                          <a:cubicBezTo>
                            <a:pt x="16483" y="6129"/>
                            <a:pt x="31056" y="-3491"/>
                            <a:pt x="38961" y="117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95" name="Forme libre : forme 15294">
                      <a:extLst>
                        <a:ext uri="{FF2B5EF4-FFF2-40B4-BE49-F238E27FC236}">
                          <a16:creationId xmlns:a16="http://schemas.microsoft.com/office/drawing/2014/main" id="{121E5FA7-97B8-45C5-A444-C181F5334E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38357" y="3041618"/>
                      <a:ext cx="42649" cy="37372"/>
                    </a:xfrm>
                    <a:custGeom>
                      <a:avLst/>
                      <a:gdLst>
                        <a:gd name="connsiteX0" fmla="*/ 644 w 42649"/>
                        <a:gd name="connsiteY0" fmla="*/ 16478 h 37372"/>
                        <a:gd name="connsiteX1" fmla="*/ 5693 w 42649"/>
                        <a:gd name="connsiteY1" fmla="*/ 36386 h 37372"/>
                        <a:gd name="connsiteX2" fmla="*/ 36745 w 42649"/>
                        <a:gd name="connsiteY2" fmla="*/ 14192 h 37372"/>
                        <a:gd name="connsiteX3" fmla="*/ 42650 w 42649"/>
                        <a:gd name="connsiteY3" fmla="*/ 0 h 37372"/>
                        <a:gd name="connsiteX4" fmla="*/ 37506 w 42649"/>
                        <a:gd name="connsiteY4" fmla="*/ 6763 h 37372"/>
                        <a:gd name="connsiteX5" fmla="*/ 644 w 42649"/>
                        <a:gd name="connsiteY5" fmla="*/ 16478 h 37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649" h="37372">
                          <a:moveTo>
                            <a:pt x="644" y="16478"/>
                          </a:moveTo>
                          <a:cubicBezTo>
                            <a:pt x="-1070" y="26003"/>
                            <a:pt x="644" y="33719"/>
                            <a:pt x="5693" y="36386"/>
                          </a:cubicBezTo>
                          <a:cubicBezTo>
                            <a:pt x="13789" y="40672"/>
                            <a:pt x="27600" y="30575"/>
                            <a:pt x="36745" y="14192"/>
                          </a:cubicBezTo>
                          <a:cubicBezTo>
                            <a:pt x="39411" y="9335"/>
                            <a:pt x="41316" y="4477"/>
                            <a:pt x="42650" y="0"/>
                          </a:cubicBezTo>
                          <a:cubicBezTo>
                            <a:pt x="41126" y="2477"/>
                            <a:pt x="39411" y="4667"/>
                            <a:pt x="37506" y="6763"/>
                          </a:cubicBezTo>
                          <a:cubicBezTo>
                            <a:pt x="25695" y="17431"/>
                            <a:pt x="9979" y="22765"/>
                            <a:pt x="644" y="16478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96" name="Forme libre : forme 15295">
                      <a:extLst>
                        <a:ext uri="{FF2B5EF4-FFF2-40B4-BE49-F238E27FC236}">
                          <a16:creationId xmlns:a16="http://schemas.microsoft.com/office/drawing/2014/main" id="{D093C24F-27F6-4D44-8325-DCF3FDE7EF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43222" y="3015445"/>
                      <a:ext cx="44337" cy="62217"/>
                    </a:xfrm>
                    <a:custGeom>
                      <a:avLst/>
                      <a:gdLst>
                        <a:gd name="connsiteX0" fmla="*/ 38929 w 44337"/>
                        <a:gd name="connsiteY0" fmla="*/ 1217 h 62217"/>
                        <a:gd name="connsiteX1" fmla="*/ 44263 w 44337"/>
                        <a:gd name="connsiteY1" fmla="*/ 15886 h 62217"/>
                        <a:gd name="connsiteX2" fmla="*/ 36738 w 44337"/>
                        <a:gd name="connsiteY2" fmla="*/ 39127 h 62217"/>
                        <a:gd name="connsiteX3" fmla="*/ 5687 w 44337"/>
                        <a:gd name="connsiteY3" fmla="*/ 61225 h 62217"/>
                        <a:gd name="connsiteX4" fmla="*/ 7306 w 44337"/>
                        <a:gd name="connsiteY4" fmla="*/ 22934 h 62217"/>
                        <a:gd name="connsiteX5" fmla="*/ 38929 w 44337"/>
                        <a:gd name="connsiteY5" fmla="*/ 1217 h 62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4337" h="62217">
                          <a:moveTo>
                            <a:pt x="38929" y="1217"/>
                          </a:moveTo>
                          <a:cubicBezTo>
                            <a:pt x="42929" y="3599"/>
                            <a:pt x="44739" y="9028"/>
                            <a:pt x="44263" y="15886"/>
                          </a:cubicBezTo>
                          <a:cubicBezTo>
                            <a:pt x="43882" y="22744"/>
                            <a:pt x="41215" y="30840"/>
                            <a:pt x="36738" y="39127"/>
                          </a:cubicBezTo>
                          <a:cubicBezTo>
                            <a:pt x="27689" y="55510"/>
                            <a:pt x="13783" y="65511"/>
                            <a:pt x="5687" y="61225"/>
                          </a:cubicBezTo>
                          <a:cubicBezTo>
                            <a:pt x="-2505" y="56939"/>
                            <a:pt x="-1743" y="39794"/>
                            <a:pt x="7306" y="22934"/>
                          </a:cubicBezTo>
                          <a:cubicBezTo>
                            <a:pt x="16545" y="6075"/>
                            <a:pt x="31023" y="-3545"/>
                            <a:pt x="38929" y="121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97" name="Forme libre : forme 15296">
                      <a:extLst>
                        <a:ext uri="{FF2B5EF4-FFF2-40B4-BE49-F238E27FC236}">
                          <a16:creationId xmlns:a16="http://schemas.microsoft.com/office/drawing/2014/main" id="{946E651C-8D23-493A-8CEB-D05CFCB18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11631" y="3037713"/>
                      <a:ext cx="82079" cy="72114"/>
                    </a:xfrm>
                    <a:custGeom>
                      <a:avLst/>
                      <a:gdLst>
                        <a:gd name="connsiteX0" fmla="*/ 20798 w 82079"/>
                        <a:gd name="connsiteY0" fmla="*/ 67056 h 72114"/>
                        <a:gd name="connsiteX1" fmla="*/ 35467 w 82079"/>
                        <a:gd name="connsiteY1" fmla="*/ 72104 h 72114"/>
                        <a:gd name="connsiteX2" fmla="*/ 66424 w 82079"/>
                        <a:gd name="connsiteY2" fmla="*/ 49434 h 72114"/>
                        <a:gd name="connsiteX3" fmla="*/ 81663 w 82079"/>
                        <a:gd name="connsiteY3" fmla="*/ 17240 h 72114"/>
                        <a:gd name="connsiteX4" fmla="*/ 74139 w 82079"/>
                        <a:gd name="connsiteY4" fmla="*/ 0 h 72114"/>
                        <a:gd name="connsiteX5" fmla="*/ 61375 w 82079"/>
                        <a:gd name="connsiteY5" fmla="*/ 6477 h 72114"/>
                        <a:gd name="connsiteX6" fmla="*/ 31181 w 82079"/>
                        <a:gd name="connsiteY6" fmla="*/ 23431 h 72114"/>
                        <a:gd name="connsiteX7" fmla="*/ 320 w 82079"/>
                        <a:gd name="connsiteY7" fmla="*/ 46006 h 72114"/>
                        <a:gd name="connsiteX8" fmla="*/ 20798 w 82079"/>
                        <a:gd name="connsiteY8" fmla="*/ 67056 h 72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2079" h="72114">
                          <a:moveTo>
                            <a:pt x="20798" y="67056"/>
                          </a:moveTo>
                          <a:cubicBezTo>
                            <a:pt x="25275" y="69723"/>
                            <a:pt x="29943" y="72295"/>
                            <a:pt x="35467" y="72104"/>
                          </a:cubicBezTo>
                          <a:cubicBezTo>
                            <a:pt x="46135" y="71723"/>
                            <a:pt x="57755" y="61150"/>
                            <a:pt x="66424" y="49434"/>
                          </a:cubicBezTo>
                          <a:cubicBezTo>
                            <a:pt x="73663" y="39814"/>
                            <a:pt x="79854" y="28575"/>
                            <a:pt x="81663" y="17240"/>
                          </a:cubicBezTo>
                          <a:cubicBezTo>
                            <a:pt x="83092" y="9049"/>
                            <a:pt x="80901" y="0"/>
                            <a:pt x="74139" y="0"/>
                          </a:cubicBezTo>
                          <a:cubicBezTo>
                            <a:pt x="70043" y="0"/>
                            <a:pt x="65471" y="3429"/>
                            <a:pt x="61375" y="6477"/>
                          </a:cubicBezTo>
                          <a:cubicBezTo>
                            <a:pt x="51660" y="13811"/>
                            <a:pt x="41373" y="19526"/>
                            <a:pt x="31181" y="23431"/>
                          </a:cubicBezTo>
                          <a:cubicBezTo>
                            <a:pt x="22513" y="26765"/>
                            <a:pt x="3558" y="31337"/>
                            <a:pt x="320" y="46006"/>
                          </a:cubicBezTo>
                          <a:cubicBezTo>
                            <a:pt x="-2537" y="59341"/>
                            <a:pt x="14512" y="63436"/>
                            <a:pt x="20798" y="6705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98" name="Forme libre : forme 15297">
                      <a:extLst>
                        <a:ext uri="{FF2B5EF4-FFF2-40B4-BE49-F238E27FC236}">
                          <a16:creationId xmlns:a16="http://schemas.microsoft.com/office/drawing/2014/main" id="{BF51E62B-0EBA-4338-87C9-80594FA42E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1486" y="3055298"/>
                      <a:ext cx="13308" cy="30152"/>
                    </a:xfrm>
                    <a:custGeom>
                      <a:avLst/>
                      <a:gdLst>
                        <a:gd name="connsiteX0" fmla="*/ 1800 w 13308"/>
                        <a:gd name="connsiteY0" fmla="*/ 26706 h 30152"/>
                        <a:gd name="connsiteX1" fmla="*/ 4181 w 13308"/>
                        <a:gd name="connsiteY1" fmla="*/ 29849 h 30152"/>
                        <a:gd name="connsiteX2" fmla="*/ 8181 w 13308"/>
                        <a:gd name="connsiteY2" fmla="*/ 28897 h 30152"/>
                        <a:gd name="connsiteX3" fmla="*/ 10372 w 13308"/>
                        <a:gd name="connsiteY3" fmla="*/ 24420 h 30152"/>
                        <a:gd name="connsiteX4" fmla="*/ 13039 w 13308"/>
                        <a:gd name="connsiteY4" fmla="*/ 12037 h 30152"/>
                        <a:gd name="connsiteX5" fmla="*/ 13230 w 13308"/>
                        <a:gd name="connsiteY5" fmla="*/ 7085 h 30152"/>
                        <a:gd name="connsiteX6" fmla="*/ 1990 w 13308"/>
                        <a:gd name="connsiteY6" fmla="*/ 5275 h 30152"/>
                        <a:gd name="connsiteX7" fmla="*/ 1800 w 13308"/>
                        <a:gd name="connsiteY7" fmla="*/ 26706 h 30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308" h="30152">
                          <a:moveTo>
                            <a:pt x="1800" y="26706"/>
                          </a:moveTo>
                          <a:cubicBezTo>
                            <a:pt x="2371" y="28039"/>
                            <a:pt x="3038" y="29278"/>
                            <a:pt x="4181" y="29849"/>
                          </a:cubicBezTo>
                          <a:cubicBezTo>
                            <a:pt x="5324" y="30421"/>
                            <a:pt x="6848" y="30230"/>
                            <a:pt x="8181" y="28897"/>
                          </a:cubicBezTo>
                          <a:cubicBezTo>
                            <a:pt x="9324" y="27754"/>
                            <a:pt x="9896" y="25944"/>
                            <a:pt x="10372" y="24420"/>
                          </a:cubicBezTo>
                          <a:cubicBezTo>
                            <a:pt x="11610" y="20324"/>
                            <a:pt x="12468" y="16133"/>
                            <a:pt x="13039" y="12037"/>
                          </a:cubicBezTo>
                          <a:cubicBezTo>
                            <a:pt x="13230" y="10323"/>
                            <a:pt x="13420" y="8609"/>
                            <a:pt x="13230" y="7085"/>
                          </a:cubicBezTo>
                          <a:cubicBezTo>
                            <a:pt x="12372" y="703"/>
                            <a:pt x="5800" y="-4155"/>
                            <a:pt x="1990" y="5275"/>
                          </a:cubicBezTo>
                          <a:cubicBezTo>
                            <a:pt x="-868" y="12609"/>
                            <a:pt x="-391" y="21467"/>
                            <a:pt x="1800" y="2670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99" name="Forme libre : forme 15298">
                      <a:extLst>
                        <a:ext uri="{FF2B5EF4-FFF2-40B4-BE49-F238E27FC236}">
                          <a16:creationId xmlns:a16="http://schemas.microsoft.com/office/drawing/2014/main" id="{B284BB1C-70AA-4CF9-9CE0-7BF45FDA2D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96533" y="2998660"/>
                      <a:ext cx="12972" cy="52482"/>
                    </a:xfrm>
                    <a:custGeom>
                      <a:avLst/>
                      <a:gdLst>
                        <a:gd name="connsiteX0" fmla="*/ 0 w 12972"/>
                        <a:gd name="connsiteY0" fmla="*/ 0 h 52482"/>
                        <a:gd name="connsiteX1" fmla="*/ 9525 w 12972"/>
                        <a:gd name="connsiteY1" fmla="*/ 11144 h 52482"/>
                        <a:gd name="connsiteX2" fmla="*/ 12954 w 12972"/>
                        <a:gd name="connsiteY2" fmla="*/ 27146 h 52482"/>
                        <a:gd name="connsiteX3" fmla="*/ 8382 w 12972"/>
                        <a:gd name="connsiteY3" fmla="*/ 52483 h 52482"/>
                        <a:gd name="connsiteX4" fmla="*/ 10858 w 12972"/>
                        <a:gd name="connsiteY4" fmla="*/ 33909 h 52482"/>
                        <a:gd name="connsiteX5" fmla="*/ 0 w 12972"/>
                        <a:gd name="connsiteY5" fmla="*/ 0 h 52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972" h="52482">
                          <a:moveTo>
                            <a:pt x="0" y="0"/>
                          </a:moveTo>
                          <a:cubicBezTo>
                            <a:pt x="0" y="0"/>
                            <a:pt x="5715" y="3048"/>
                            <a:pt x="9525" y="11144"/>
                          </a:cubicBezTo>
                          <a:cubicBezTo>
                            <a:pt x="11430" y="15145"/>
                            <a:pt x="12859" y="20479"/>
                            <a:pt x="12954" y="27146"/>
                          </a:cubicBezTo>
                          <a:cubicBezTo>
                            <a:pt x="13145" y="34004"/>
                            <a:pt x="11906" y="42386"/>
                            <a:pt x="8382" y="52483"/>
                          </a:cubicBezTo>
                          <a:cubicBezTo>
                            <a:pt x="8382" y="52483"/>
                            <a:pt x="10763" y="44482"/>
                            <a:pt x="10858" y="33909"/>
                          </a:cubicBezTo>
                          <a:cubicBezTo>
                            <a:pt x="10763" y="23146"/>
                            <a:pt x="9144" y="1047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00" name="Forme libre : forme 15299">
                      <a:extLst>
                        <a:ext uri="{FF2B5EF4-FFF2-40B4-BE49-F238E27FC236}">
                          <a16:creationId xmlns:a16="http://schemas.microsoft.com/office/drawing/2014/main" id="{DCBB2C40-7AD5-439D-96D0-E7108957EB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8511" y="3058191"/>
                      <a:ext cx="12868" cy="57245"/>
                    </a:xfrm>
                    <a:custGeom>
                      <a:avLst/>
                      <a:gdLst>
                        <a:gd name="connsiteX0" fmla="*/ 6868 w 12868"/>
                        <a:gd name="connsiteY0" fmla="*/ 0 h 57245"/>
                        <a:gd name="connsiteX1" fmla="*/ 486 w 12868"/>
                        <a:gd name="connsiteY1" fmla="*/ 21812 h 57245"/>
                        <a:gd name="connsiteX2" fmla="*/ 12869 w 12868"/>
                        <a:gd name="connsiteY2" fmla="*/ 57245 h 57245"/>
                        <a:gd name="connsiteX3" fmla="*/ 4772 w 12868"/>
                        <a:gd name="connsiteY3" fmla="*/ 42481 h 57245"/>
                        <a:gd name="connsiteX4" fmla="*/ 6868 w 12868"/>
                        <a:gd name="connsiteY4" fmla="*/ 0 h 57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68" h="57245">
                          <a:moveTo>
                            <a:pt x="6868" y="0"/>
                          </a:moveTo>
                          <a:cubicBezTo>
                            <a:pt x="6868" y="0"/>
                            <a:pt x="2105" y="9715"/>
                            <a:pt x="486" y="21812"/>
                          </a:cubicBezTo>
                          <a:cubicBezTo>
                            <a:pt x="-1038" y="33718"/>
                            <a:pt x="486" y="48006"/>
                            <a:pt x="12869" y="57245"/>
                          </a:cubicBezTo>
                          <a:cubicBezTo>
                            <a:pt x="12869" y="57245"/>
                            <a:pt x="8011" y="52197"/>
                            <a:pt x="4772" y="42481"/>
                          </a:cubicBezTo>
                          <a:cubicBezTo>
                            <a:pt x="1534" y="32861"/>
                            <a:pt x="-86" y="18669"/>
                            <a:pt x="686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01" name="Forme libre : forme 15300">
                      <a:extLst>
                        <a:ext uri="{FF2B5EF4-FFF2-40B4-BE49-F238E27FC236}">
                          <a16:creationId xmlns:a16="http://schemas.microsoft.com/office/drawing/2014/main" id="{97CC928A-0797-4095-B3FD-1A3272B1A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48028" y="3027320"/>
                      <a:ext cx="18501" cy="21606"/>
                    </a:xfrm>
                    <a:custGeom>
                      <a:avLst/>
                      <a:gdLst>
                        <a:gd name="connsiteX0" fmla="*/ 17930 w 18501"/>
                        <a:gd name="connsiteY0" fmla="*/ 1154 h 21606"/>
                        <a:gd name="connsiteX1" fmla="*/ 12405 w 18501"/>
                        <a:gd name="connsiteY1" fmla="*/ 15536 h 21606"/>
                        <a:gd name="connsiteX2" fmla="*/ 595 w 18501"/>
                        <a:gd name="connsiteY2" fmla="*/ 20489 h 21606"/>
                        <a:gd name="connsiteX3" fmla="*/ 5928 w 18501"/>
                        <a:gd name="connsiteY3" fmla="*/ 6011 h 21606"/>
                        <a:gd name="connsiteX4" fmla="*/ 17930 w 18501"/>
                        <a:gd name="connsiteY4" fmla="*/ 1154 h 21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01" h="21606">
                          <a:moveTo>
                            <a:pt x="17930" y="1154"/>
                          </a:moveTo>
                          <a:cubicBezTo>
                            <a:pt x="19740" y="3821"/>
                            <a:pt x="17073" y="10107"/>
                            <a:pt x="12405" y="15536"/>
                          </a:cubicBezTo>
                          <a:cubicBezTo>
                            <a:pt x="7643" y="20870"/>
                            <a:pt x="2404" y="23156"/>
                            <a:pt x="595" y="20489"/>
                          </a:cubicBezTo>
                          <a:cubicBezTo>
                            <a:pt x="-1215" y="17822"/>
                            <a:pt x="1261" y="11345"/>
                            <a:pt x="5928" y="6011"/>
                          </a:cubicBezTo>
                          <a:cubicBezTo>
                            <a:pt x="10882" y="582"/>
                            <a:pt x="16216" y="-1513"/>
                            <a:pt x="17930" y="115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02" name="Forme libre : forme 15301">
                      <a:extLst>
                        <a:ext uri="{FF2B5EF4-FFF2-40B4-BE49-F238E27FC236}">
                          <a16:creationId xmlns:a16="http://schemas.microsoft.com/office/drawing/2014/main" id="{C9CCD621-F193-470A-8636-EA9BA07AA1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62031" y="3024342"/>
                      <a:ext cx="5567" cy="6643"/>
                    </a:xfrm>
                    <a:custGeom>
                      <a:avLst/>
                      <a:gdLst>
                        <a:gd name="connsiteX0" fmla="*/ 4594 w 5567"/>
                        <a:gd name="connsiteY0" fmla="*/ 226 h 6643"/>
                        <a:gd name="connsiteX1" fmla="*/ 4879 w 5567"/>
                        <a:gd name="connsiteY1" fmla="*/ 4512 h 6643"/>
                        <a:gd name="connsiteX2" fmla="*/ 974 w 5567"/>
                        <a:gd name="connsiteY2" fmla="*/ 6418 h 6643"/>
                        <a:gd name="connsiteX3" fmla="*/ 688 w 5567"/>
                        <a:gd name="connsiteY3" fmla="*/ 2131 h 6643"/>
                        <a:gd name="connsiteX4" fmla="*/ 4594 w 5567"/>
                        <a:gd name="connsiteY4" fmla="*/ 226 h 6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7" h="6643">
                          <a:moveTo>
                            <a:pt x="4594" y="226"/>
                          </a:moveTo>
                          <a:cubicBezTo>
                            <a:pt x="5737" y="893"/>
                            <a:pt x="5927" y="2798"/>
                            <a:pt x="4879" y="4512"/>
                          </a:cubicBezTo>
                          <a:cubicBezTo>
                            <a:pt x="3832" y="6227"/>
                            <a:pt x="2212" y="7084"/>
                            <a:pt x="974" y="6418"/>
                          </a:cubicBezTo>
                          <a:cubicBezTo>
                            <a:pt x="-169" y="5751"/>
                            <a:pt x="-359" y="3846"/>
                            <a:pt x="688" y="2131"/>
                          </a:cubicBezTo>
                          <a:cubicBezTo>
                            <a:pt x="1641" y="417"/>
                            <a:pt x="3451" y="-440"/>
                            <a:pt x="4594" y="2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03" name="Forme libre : forme 15302">
                      <a:extLst>
                        <a:ext uri="{FF2B5EF4-FFF2-40B4-BE49-F238E27FC236}">
                          <a16:creationId xmlns:a16="http://schemas.microsoft.com/office/drawing/2014/main" id="{69AA63D7-2F02-492A-A76F-3C946A8A4A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5826" y="2992437"/>
                      <a:ext cx="62244" cy="44884"/>
                    </a:xfrm>
                    <a:custGeom>
                      <a:avLst/>
                      <a:gdLst>
                        <a:gd name="connsiteX0" fmla="*/ 37942 w 62244"/>
                        <a:gd name="connsiteY0" fmla="*/ 32 h 44884"/>
                        <a:gd name="connsiteX1" fmla="*/ 58801 w 62244"/>
                        <a:gd name="connsiteY1" fmla="*/ 6604 h 44884"/>
                        <a:gd name="connsiteX2" fmla="*/ 61659 w 62244"/>
                        <a:gd name="connsiteY2" fmla="*/ 14320 h 44884"/>
                        <a:gd name="connsiteX3" fmla="*/ 54039 w 62244"/>
                        <a:gd name="connsiteY3" fmla="*/ 18796 h 44884"/>
                        <a:gd name="connsiteX4" fmla="*/ 29274 w 62244"/>
                        <a:gd name="connsiteY4" fmla="*/ 22797 h 44884"/>
                        <a:gd name="connsiteX5" fmla="*/ 13843 w 62244"/>
                        <a:gd name="connsiteY5" fmla="*/ 37370 h 44884"/>
                        <a:gd name="connsiteX6" fmla="*/ 413 w 62244"/>
                        <a:gd name="connsiteY6" fmla="*/ 43085 h 44884"/>
                        <a:gd name="connsiteX7" fmla="*/ 19368 w 62244"/>
                        <a:gd name="connsiteY7" fmla="*/ 7747 h 44884"/>
                        <a:gd name="connsiteX8" fmla="*/ 37942 w 62244"/>
                        <a:gd name="connsiteY8" fmla="*/ 32 h 44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2244" h="44884">
                          <a:moveTo>
                            <a:pt x="37942" y="32"/>
                          </a:moveTo>
                          <a:cubicBezTo>
                            <a:pt x="45942" y="-349"/>
                            <a:pt x="52801" y="2699"/>
                            <a:pt x="58801" y="6604"/>
                          </a:cubicBezTo>
                          <a:cubicBezTo>
                            <a:pt x="60992" y="8033"/>
                            <a:pt x="63373" y="10795"/>
                            <a:pt x="61659" y="14320"/>
                          </a:cubicBezTo>
                          <a:cubicBezTo>
                            <a:pt x="60134" y="17463"/>
                            <a:pt x="56706" y="18510"/>
                            <a:pt x="54039" y="18796"/>
                          </a:cubicBezTo>
                          <a:cubicBezTo>
                            <a:pt x="45847" y="19463"/>
                            <a:pt x="37751" y="17653"/>
                            <a:pt x="29274" y="22797"/>
                          </a:cubicBezTo>
                          <a:cubicBezTo>
                            <a:pt x="26702" y="24416"/>
                            <a:pt x="19939" y="31560"/>
                            <a:pt x="13843" y="37370"/>
                          </a:cubicBezTo>
                          <a:cubicBezTo>
                            <a:pt x="7747" y="43180"/>
                            <a:pt x="1841" y="47467"/>
                            <a:pt x="413" y="43085"/>
                          </a:cubicBezTo>
                          <a:cubicBezTo>
                            <a:pt x="-2730" y="34227"/>
                            <a:pt x="12891" y="13081"/>
                            <a:pt x="19368" y="7747"/>
                          </a:cubicBezTo>
                          <a:cubicBezTo>
                            <a:pt x="25273" y="2794"/>
                            <a:pt x="31845" y="318"/>
                            <a:pt x="37942" y="3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25" name="Graphique 1">
                    <a:extLst>
                      <a:ext uri="{FF2B5EF4-FFF2-40B4-BE49-F238E27FC236}">
                        <a16:creationId xmlns:a16="http://schemas.microsoft.com/office/drawing/2014/main" id="{813206FA-CC2D-46D3-AB26-63856CEA3B56}"/>
                      </a:ext>
                    </a:extLst>
                  </p:cNvPr>
                  <p:cNvGrpSpPr/>
                  <p:nvPr/>
                </p:nvGrpSpPr>
                <p:grpSpPr>
                  <a:xfrm>
                    <a:off x="4969381" y="2856367"/>
                    <a:ext cx="133231" cy="144013"/>
                    <a:chOff x="4969381" y="2856367"/>
                    <a:chExt cx="133231" cy="144013"/>
                  </a:xfrm>
                  <a:solidFill>
                    <a:schemeClr val="accent1"/>
                  </a:solidFill>
                </p:grpSpPr>
                <p:sp>
                  <p:nvSpPr>
                    <p:cNvPr id="15280" name="Forme libre : forme 15279">
                      <a:extLst>
                        <a:ext uri="{FF2B5EF4-FFF2-40B4-BE49-F238E27FC236}">
                          <a16:creationId xmlns:a16="http://schemas.microsoft.com/office/drawing/2014/main" id="{14D6DE27-607D-4C87-BAF1-D9C936A22A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69381" y="2856367"/>
                      <a:ext cx="133231" cy="143838"/>
                    </a:xfrm>
                    <a:custGeom>
                      <a:avLst/>
                      <a:gdLst>
                        <a:gd name="connsiteX0" fmla="*/ 117544 w 133231"/>
                        <a:gd name="connsiteY0" fmla="*/ 82667 h 143838"/>
                        <a:gd name="connsiteX1" fmla="*/ 100875 w 133231"/>
                        <a:gd name="connsiteY1" fmla="*/ 101050 h 143838"/>
                        <a:gd name="connsiteX2" fmla="*/ 85159 w 133231"/>
                        <a:gd name="connsiteY2" fmla="*/ 120957 h 143838"/>
                        <a:gd name="connsiteX3" fmla="*/ 73157 w 133231"/>
                        <a:gd name="connsiteY3" fmla="*/ 133435 h 143838"/>
                        <a:gd name="connsiteX4" fmla="*/ 59251 w 133231"/>
                        <a:gd name="connsiteY4" fmla="*/ 141151 h 143838"/>
                        <a:gd name="connsiteX5" fmla="*/ 45249 w 133231"/>
                        <a:gd name="connsiteY5" fmla="*/ 143817 h 143838"/>
                        <a:gd name="connsiteX6" fmla="*/ 32676 w 133231"/>
                        <a:gd name="connsiteY6" fmla="*/ 140198 h 143838"/>
                        <a:gd name="connsiteX7" fmla="*/ 11721 w 133231"/>
                        <a:gd name="connsiteY7" fmla="*/ 127053 h 143838"/>
                        <a:gd name="connsiteX8" fmla="*/ 3053 w 133231"/>
                        <a:gd name="connsiteY8" fmla="*/ 117052 h 143838"/>
                        <a:gd name="connsiteX9" fmla="*/ 5 w 133231"/>
                        <a:gd name="connsiteY9" fmla="*/ 102479 h 143838"/>
                        <a:gd name="connsiteX10" fmla="*/ 3149 w 133231"/>
                        <a:gd name="connsiteY10" fmla="*/ 85239 h 143838"/>
                        <a:gd name="connsiteX11" fmla="*/ 12293 w 133231"/>
                        <a:gd name="connsiteY11" fmla="*/ 67427 h 143838"/>
                        <a:gd name="connsiteX12" fmla="*/ 30866 w 133231"/>
                        <a:gd name="connsiteY12" fmla="*/ 43138 h 143838"/>
                        <a:gd name="connsiteX13" fmla="*/ 51440 w 133231"/>
                        <a:gd name="connsiteY13" fmla="*/ 19707 h 143838"/>
                        <a:gd name="connsiteX14" fmla="*/ 68014 w 133231"/>
                        <a:gd name="connsiteY14" fmla="*/ 6848 h 143838"/>
                        <a:gd name="connsiteX15" fmla="*/ 85159 w 133231"/>
                        <a:gd name="connsiteY15" fmla="*/ 561 h 143838"/>
                        <a:gd name="connsiteX16" fmla="*/ 100589 w 133231"/>
                        <a:gd name="connsiteY16" fmla="*/ 1514 h 143838"/>
                        <a:gd name="connsiteX17" fmla="*/ 111829 w 133231"/>
                        <a:gd name="connsiteY17" fmla="*/ 9229 h 143838"/>
                        <a:gd name="connsiteX18" fmla="*/ 127545 w 133231"/>
                        <a:gd name="connsiteY18" fmla="*/ 29136 h 143838"/>
                        <a:gd name="connsiteX19" fmla="*/ 132784 w 133231"/>
                        <a:gd name="connsiteY19" fmla="*/ 41328 h 143838"/>
                        <a:gd name="connsiteX20" fmla="*/ 132498 w 133231"/>
                        <a:gd name="connsiteY20" fmla="*/ 55235 h 143838"/>
                        <a:gd name="connsiteX21" fmla="*/ 127450 w 133231"/>
                        <a:gd name="connsiteY21" fmla="*/ 69522 h 143838"/>
                        <a:gd name="connsiteX22" fmla="*/ 117544 w 133231"/>
                        <a:gd name="connsiteY22" fmla="*/ 82667 h 143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33231" h="143838">
                          <a:moveTo>
                            <a:pt x="117544" y="82667"/>
                          </a:moveTo>
                          <a:cubicBezTo>
                            <a:pt x="112019" y="88858"/>
                            <a:pt x="106304" y="94764"/>
                            <a:pt x="100875" y="101050"/>
                          </a:cubicBezTo>
                          <a:lnTo>
                            <a:pt x="85159" y="120957"/>
                          </a:lnTo>
                          <a:cubicBezTo>
                            <a:pt x="81539" y="125625"/>
                            <a:pt x="77634" y="130101"/>
                            <a:pt x="73157" y="133435"/>
                          </a:cubicBezTo>
                          <a:cubicBezTo>
                            <a:pt x="68776" y="136864"/>
                            <a:pt x="64013" y="139436"/>
                            <a:pt x="59251" y="141151"/>
                          </a:cubicBezTo>
                          <a:cubicBezTo>
                            <a:pt x="54488" y="142865"/>
                            <a:pt x="49821" y="144008"/>
                            <a:pt x="45249" y="143817"/>
                          </a:cubicBezTo>
                          <a:cubicBezTo>
                            <a:pt x="40772" y="143722"/>
                            <a:pt x="36391" y="142579"/>
                            <a:pt x="32676" y="140198"/>
                          </a:cubicBezTo>
                          <a:lnTo>
                            <a:pt x="11721" y="127053"/>
                          </a:lnTo>
                          <a:cubicBezTo>
                            <a:pt x="7911" y="124672"/>
                            <a:pt x="5054" y="121243"/>
                            <a:pt x="3053" y="117052"/>
                          </a:cubicBezTo>
                          <a:cubicBezTo>
                            <a:pt x="1148" y="112861"/>
                            <a:pt x="-90" y="107813"/>
                            <a:pt x="5" y="102479"/>
                          </a:cubicBezTo>
                          <a:cubicBezTo>
                            <a:pt x="100" y="97050"/>
                            <a:pt x="1148" y="91239"/>
                            <a:pt x="3149" y="85239"/>
                          </a:cubicBezTo>
                          <a:cubicBezTo>
                            <a:pt x="5244" y="79238"/>
                            <a:pt x="8006" y="73142"/>
                            <a:pt x="12293" y="67427"/>
                          </a:cubicBezTo>
                          <a:lnTo>
                            <a:pt x="30866" y="43138"/>
                          </a:lnTo>
                          <a:cubicBezTo>
                            <a:pt x="37438" y="35232"/>
                            <a:pt x="44582" y="27517"/>
                            <a:pt x="51440" y="19707"/>
                          </a:cubicBezTo>
                          <a:cubicBezTo>
                            <a:pt x="56108" y="14087"/>
                            <a:pt x="62204" y="10086"/>
                            <a:pt x="68014" y="6848"/>
                          </a:cubicBezTo>
                          <a:cubicBezTo>
                            <a:pt x="73824" y="3609"/>
                            <a:pt x="79729" y="1514"/>
                            <a:pt x="85159" y="561"/>
                          </a:cubicBezTo>
                          <a:cubicBezTo>
                            <a:pt x="90493" y="-487"/>
                            <a:pt x="96017" y="-10"/>
                            <a:pt x="100589" y="1514"/>
                          </a:cubicBezTo>
                          <a:cubicBezTo>
                            <a:pt x="105162" y="3038"/>
                            <a:pt x="108971" y="5610"/>
                            <a:pt x="111829" y="9229"/>
                          </a:cubicBezTo>
                          <a:lnTo>
                            <a:pt x="127545" y="29136"/>
                          </a:lnTo>
                          <a:cubicBezTo>
                            <a:pt x="130402" y="32756"/>
                            <a:pt x="132117" y="36947"/>
                            <a:pt x="132784" y="41328"/>
                          </a:cubicBezTo>
                          <a:cubicBezTo>
                            <a:pt x="133546" y="45805"/>
                            <a:pt x="133260" y="50187"/>
                            <a:pt x="132498" y="55235"/>
                          </a:cubicBezTo>
                          <a:cubicBezTo>
                            <a:pt x="131641" y="60093"/>
                            <a:pt x="130022" y="64950"/>
                            <a:pt x="127450" y="69522"/>
                          </a:cubicBezTo>
                          <a:cubicBezTo>
                            <a:pt x="124878" y="74285"/>
                            <a:pt x="121259" y="78190"/>
                            <a:pt x="117544" y="82667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81" name="Forme libre : forme 15280">
                      <a:extLst>
                        <a:ext uri="{FF2B5EF4-FFF2-40B4-BE49-F238E27FC236}">
                          <a16:creationId xmlns:a16="http://schemas.microsoft.com/office/drawing/2014/main" id="{270F892E-BB60-43C2-9B0F-DF037A629C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92914" y="2885122"/>
                      <a:ext cx="109414" cy="115258"/>
                    </a:xfrm>
                    <a:custGeom>
                      <a:avLst/>
                      <a:gdLst>
                        <a:gd name="connsiteX0" fmla="*/ 43529 w 109414"/>
                        <a:gd name="connsiteY0" fmla="*/ 67056 h 115258"/>
                        <a:gd name="connsiteX1" fmla="*/ 24479 w 109414"/>
                        <a:gd name="connsiteY1" fmla="*/ 92297 h 115258"/>
                        <a:gd name="connsiteX2" fmla="*/ 0 w 109414"/>
                        <a:gd name="connsiteY2" fmla="*/ 105918 h 115258"/>
                        <a:gd name="connsiteX3" fmla="*/ 9049 w 109414"/>
                        <a:gd name="connsiteY3" fmla="*/ 111633 h 115258"/>
                        <a:gd name="connsiteX4" fmla="*/ 21621 w 109414"/>
                        <a:gd name="connsiteY4" fmla="*/ 115253 h 115258"/>
                        <a:gd name="connsiteX5" fmla="*/ 35623 w 109414"/>
                        <a:gd name="connsiteY5" fmla="*/ 112586 h 115258"/>
                        <a:gd name="connsiteX6" fmla="*/ 49530 w 109414"/>
                        <a:gd name="connsiteY6" fmla="*/ 104870 h 115258"/>
                        <a:gd name="connsiteX7" fmla="*/ 61531 w 109414"/>
                        <a:gd name="connsiteY7" fmla="*/ 92393 h 115258"/>
                        <a:gd name="connsiteX8" fmla="*/ 77248 w 109414"/>
                        <a:gd name="connsiteY8" fmla="*/ 72485 h 115258"/>
                        <a:gd name="connsiteX9" fmla="*/ 93916 w 109414"/>
                        <a:gd name="connsiteY9" fmla="*/ 54102 h 115258"/>
                        <a:gd name="connsiteX10" fmla="*/ 103632 w 109414"/>
                        <a:gd name="connsiteY10" fmla="*/ 41053 h 115258"/>
                        <a:gd name="connsiteX11" fmla="*/ 108680 w 109414"/>
                        <a:gd name="connsiteY11" fmla="*/ 26765 h 115258"/>
                        <a:gd name="connsiteX12" fmla="*/ 108966 w 109414"/>
                        <a:gd name="connsiteY12" fmla="*/ 12859 h 115258"/>
                        <a:gd name="connsiteX13" fmla="*/ 103727 w 109414"/>
                        <a:gd name="connsiteY13" fmla="*/ 667 h 115258"/>
                        <a:gd name="connsiteX14" fmla="*/ 103251 w 109414"/>
                        <a:gd name="connsiteY14" fmla="*/ 0 h 115258"/>
                        <a:gd name="connsiteX15" fmla="*/ 86296 w 109414"/>
                        <a:gd name="connsiteY15" fmla="*/ 15145 h 115258"/>
                        <a:gd name="connsiteX16" fmla="*/ 70009 w 109414"/>
                        <a:gd name="connsiteY16" fmla="*/ 30671 h 115258"/>
                        <a:gd name="connsiteX17" fmla="*/ 55340 w 109414"/>
                        <a:gd name="connsiteY17" fmla="*/ 47816 h 115258"/>
                        <a:gd name="connsiteX18" fmla="*/ 43529 w 109414"/>
                        <a:gd name="connsiteY18" fmla="*/ 67056 h 1152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09414" h="115258">
                          <a:moveTo>
                            <a:pt x="43529" y="67056"/>
                          </a:moveTo>
                          <a:cubicBezTo>
                            <a:pt x="38290" y="76581"/>
                            <a:pt x="32004" y="85439"/>
                            <a:pt x="24479" y="92297"/>
                          </a:cubicBezTo>
                          <a:cubicBezTo>
                            <a:pt x="16859" y="98965"/>
                            <a:pt x="8477" y="103918"/>
                            <a:pt x="0" y="105918"/>
                          </a:cubicBezTo>
                          <a:lnTo>
                            <a:pt x="9049" y="111633"/>
                          </a:lnTo>
                          <a:cubicBezTo>
                            <a:pt x="12859" y="114014"/>
                            <a:pt x="17145" y="115157"/>
                            <a:pt x="21621" y="115253"/>
                          </a:cubicBezTo>
                          <a:cubicBezTo>
                            <a:pt x="26194" y="115348"/>
                            <a:pt x="30861" y="114300"/>
                            <a:pt x="35623" y="112586"/>
                          </a:cubicBezTo>
                          <a:cubicBezTo>
                            <a:pt x="40386" y="110871"/>
                            <a:pt x="45148" y="108204"/>
                            <a:pt x="49530" y="104870"/>
                          </a:cubicBezTo>
                          <a:cubicBezTo>
                            <a:pt x="54007" y="101537"/>
                            <a:pt x="57912" y="97060"/>
                            <a:pt x="61531" y="92393"/>
                          </a:cubicBezTo>
                          <a:lnTo>
                            <a:pt x="77248" y="72485"/>
                          </a:lnTo>
                          <a:cubicBezTo>
                            <a:pt x="82677" y="66199"/>
                            <a:pt x="88392" y="60293"/>
                            <a:pt x="93916" y="54102"/>
                          </a:cubicBezTo>
                          <a:cubicBezTo>
                            <a:pt x="97631" y="49625"/>
                            <a:pt x="101251" y="45720"/>
                            <a:pt x="103632" y="41053"/>
                          </a:cubicBezTo>
                          <a:cubicBezTo>
                            <a:pt x="106109" y="36481"/>
                            <a:pt x="107823" y="31623"/>
                            <a:pt x="108680" y="26765"/>
                          </a:cubicBezTo>
                          <a:cubicBezTo>
                            <a:pt x="109442" y="21717"/>
                            <a:pt x="109728" y="17240"/>
                            <a:pt x="108966" y="12859"/>
                          </a:cubicBezTo>
                          <a:cubicBezTo>
                            <a:pt x="108204" y="8477"/>
                            <a:pt x="106489" y="4191"/>
                            <a:pt x="103727" y="667"/>
                          </a:cubicBezTo>
                          <a:lnTo>
                            <a:pt x="103251" y="0"/>
                          </a:lnTo>
                          <a:cubicBezTo>
                            <a:pt x="97250" y="4667"/>
                            <a:pt x="91821" y="10001"/>
                            <a:pt x="86296" y="15145"/>
                          </a:cubicBezTo>
                          <a:cubicBezTo>
                            <a:pt x="80867" y="20384"/>
                            <a:pt x="74866" y="24860"/>
                            <a:pt x="70009" y="30671"/>
                          </a:cubicBezTo>
                          <a:cubicBezTo>
                            <a:pt x="64961" y="36290"/>
                            <a:pt x="60007" y="41910"/>
                            <a:pt x="55340" y="47816"/>
                          </a:cubicBezTo>
                          <a:cubicBezTo>
                            <a:pt x="50863" y="53530"/>
                            <a:pt x="47149" y="60293"/>
                            <a:pt x="43529" y="67056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82" name="Forme libre : forme 15281">
                      <a:extLst>
                        <a:ext uri="{FF2B5EF4-FFF2-40B4-BE49-F238E27FC236}">
                          <a16:creationId xmlns:a16="http://schemas.microsoft.com/office/drawing/2014/main" id="{199B2F5B-7E07-46C6-B0C3-215063F013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8020" y="2894480"/>
                      <a:ext cx="51699" cy="56474"/>
                    </a:xfrm>
                    <a:custGeom>
                      <a:avLst/>
                      <a:gdLst>
                        <a:gd name="connsiteX0" fmla="*/ 48903 w 51699"/>
                        <a:gd name="connsiteY0" fmla="*/ 3025 h 56474"/>
                        <a:gd name="connsiteX1" fmla="*/ 50332 w 51699"/>
                        <a:gd name="connsiteY1" fmla="*/ 18455 h 56474"/>
                        <a:gd name="connsiteX2" fmla="*/ 38426 w 51699"/>
                        <a:gd name="connsiteY2" fmla="*/ 39125 h 56474"/>
                        <a:gd name="connsiteX3" fmla="*/ 29091 w 51699"/>
                        <a:gd name="connsiteY3" fmla="*/ 47983 h 56474"/>
                        <a:gd name="connsiteX4" fmla="*/ 19756 w 51699"/>
                        <a:gd name="connsiteY4" fmla="*/ 54079 h 56474"/>
                        <a:gd name="connsiteX5" fmla="*/ 4041 w 51699"/>
                        <a:gd name="connsiteY5" fmla="*/ 54555 h 56474"/>
                        <a:gd name="connsiteX6" fmla="*/ 612 w 51699"/>
                        <a:gd name="connsiteY6" fmla="*/ 39220 h 56474"/>
                        <a:gd name="connsiteX7" fmla="*/ 4612 w 51699"/>
                        <a:gd name="connsiteY7" fmla="*/ 28076 h 56474"/>
                        <a:gd name="connsiteX8" fmla="*/ 12518 w 51699"/>
                        <a:gd name="connsiteY8" fmla="*/ 16646 h 56474"/>
                        <a:gd name="connsiteX9" fmla="*/ 32996 w 51699"/>
                        <a:gd name="connsiteY9" fmla="*/ 1406 h 56474"/>
                        <a:gd name="connsiteX10" fmla="*/ 48903 w 51699"/>
                        <a:gd name="connsiteY10" fmla="*/ 3025 h 56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1699" h="56474">
                          <a:moveTo>
                            <a:pt x="48903" y="3025"/>
                          </a:moveTo>
                          <a:cubicBezTo>
                            <a:pt x="52237" y="6454"/>
                            <a:pt x="52428" y="12169"/>
                            <a:pt x="50332" y="18455"/>
                          </a:cubicBezTo>
                          <a:cubicBezTo>
                            <a:pt x="48522" y="25028"/>
                            <a:pt x="44522" y="32457"/>
                            <a:pt x="38426" y="39125"/>
                          </a:cubicBezTo>
                          <a:cubicBezTo>
                            <a:pt x="35378" y="42458"/>
                            <a:pt x="32044" y="45316"/>
                            <a:pt x="29091" y="47983"/>
                          </a:cubicBezTo>
                          <a:cubicBezTo>
                            <a:pt x="25948" y="50555"/>
                            <a:pt x="22805" y="52650"/>
                            <a:pt x="19756" y="54079"/>
                          </a:cubicBezTo>
                          <a:cubicBezTo>
                            <a:pt x="13566" y="56936"/>
                            <a:pt x="7850" y="57413"/>
                            <a:pt x="4041" y="54555"/>
                          </a:cubicBezTo>
                          <a:cubicBezTo>
                            <a:pt x="230" y="51698"/>
                            <a:pt x="-817" y="46078"/>
                            <a:pt x="612" y="39220"/>
                          </a:cubicBezTo>
                          <a:cubicBezTo>
                            <a:pt x="1373" y="35791"/>
                            <a:pt x="2707" y="31981"/>
                            <a:pt x="4612" y="28076"/>
                          </a:cubicBezTo>
                          <a:cubicBezTo>
                            <a:pt x="6422" y="24075"/>
                            <a:pt x="9184" y="20265"/>
                            <a:pt x="12518" y="16646"/>
                          </a:cubicBezTo>
                          <a:cubicBezTo>
                            <a:pt x="19090" y="9311"/>
                            <a:pt x="26519" y="3882"/>
                            <a:pt x="32996" y="1406"/>
                          </a:cubicBezTo>
                          <a:cubicBezTo>
                            <a:pt x="39759" y="-880"/>
                            <a:pt x="45569" y="-404"/>
                            <a:pt x="48903" y="302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83" name="Forme libre : forme 15282">
                      <a:extLst>
                        <a:ext uri="{FF2B5EF4-FFF2-40B4-BE49-F238E27FC236}">
                          <a16:creationId xmlns:a16="http://schemas.microsoft.com/office/drawing/2014/main" id="{D7C57152-9832-4D26-968B-D6888FF4C0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7910" y="2921412"/>
                      <a:ext cx="47012" cy="29542"/>
                    </a:xfrm>
                    <a:custGeom>
                      <a:avLst/>
                      <a:gdLst>
                        <a:gd name="connsiteX0" fmla="*/ 2149 w 47012"/>
                        <a:gd name="connsiteY0" fmla="*/ 6858 h 29542"/>
                        <a:gd name="connsiteX1" fmla="*/ 4054 w 47012"/>
                        <a:gd name="connsiteY1" fmla="*/ 27622 h 29542"/>
                        <a:gd name="connsiteX2" fmla="*/ 19771 w 47012"/>
                        <a:gd name="connsiteY2" fmla="*/ 27146 h 29542"/>
                        <a:gd name="connsiteX3" fmla="*/ 29105 w 47012"/>
                        <a:gd name="connsiteY3" fmla="*/ 21050 h 29542"/>
                        <a:gd name="connsiteX4" fmla="*/ 38440 w 47012"/>
                        <a:gd name="connsiteY4" fmla="*/ 12192 h 29542"/>
                        <a:gd name="connsiteX5" fmla="*/ 47012 w 47012"/>
                        <a:gd name="connsiteY5" fmla="*/ 0 h 29542"/>
                        <a:gd name="connsiteX6" fmla="*/ 40631 w 47012"/>
                        <a:gd name="connsiteY6" fmla="*/ 5239 h 29542"/>
                        <a:gd name="connsiteX7" fmla="*/ 19294 w 47012"/>
                        <a:gd name="connsiteY7" fmla="*/ 11621 h 29542"/>
                        <a:gd name="connsiteX8" fmla="*/ 2149 w 47012"/>
                        <a:gd name="connsiteY8" fmla="*/ 6858 h 29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7012" h="29542">
                          <a:moveTo>
                            <a:pt x="2149" y="6858"/>
                          </a:moveTo>
                          <a:cubicBezTo>
                            <a:pt x="-1184" y="16193"/>
                            <a:pt x="-708" y="24098"/>
                            <a:pt x="4054" y="27622"/>
                          </a:cubicBezTo>
                          <a:cubicBezTo>
                            <a:pt x="7865" y="30480"/>
                            <a:pt x="13579" y="30004"/>
                            <a:pt x="19771" y="27146"/>
                          </a:cubicBezTo>
                          <a:cubicBezTo>
                            <a:pt x="22818" y="25718"/>
                            <a:pt x="26057" y="23717"/>
                            <a:pt x="29105" y="21050"/>
                          </a:cubicBezTo>
                          <a:cubicBezTo>
                            <a:pt x="32153" y="18383"/>
                            <a:pt x="35391" y="15526"/>
                            <a:pt x="38440" y="12192"/>
                          </a:cubicBezTo>
                          <a:cubicBezTo>
                            <a:pt x="41964" y="8287"/>
                            <a:pt x="44821" y="4191"/>
                            <a:pt x="47012" y="0"/>
                          </a:cubicBezTo>
                          <a:cubicBezTo>
                            <a:pt x="45107" y="2000"/>
                            <a:pt x="43012" y="3810"/>
                            <a:pt x="40631" y="5239"/>
                          </a:cubicBezTo>
                          <a:cubicBezTo>
                            <a:pt x="33868" y="8954"/>
                            <a:pt x="25866" y="10859"/>
                            <a:pt x="19294" y="11621"/>
                          </a:cubicBezTo>
                          <a:cubicBezTo>
                            <a:pt x="12532" y="12287"/>
                            <a:pt x="6245" y="10859"/>
                            <a:pt x="2149" y="6858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84" name="Forme libre : forme 15283">
                      <a:extLst>
                        <a:ext uri="{FF2B5EF4-FFF2-40B4-BE49-F238E27FC236}">
                          <a16:creationId xmlns:a16="http://schemas.microsoft.com/office/drawing/2014/main" id="{1E44CFAA-1B55-4A5C-961D-2BFD9C5A1C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3068" y="2894784"/>
                      <a:ext cx="51765" cy="55798"/>
                    </a:xfrm>
                    <a:custGeom>
                      <a:avLst/>
                      <a:gdLst>
                        <a:gd name="connsiteX0" fmla="*/ 48999 w 51765"/>
                        <a:gd name="connsiteY0" fmla="*/ 3196 h 55798"/>
                        <a:gd name="connsiteX1" fmla="*/ 50427 w 51765"/>
                        <a:gd name="connsiteY1" fmla="*/ 18627 h 55798"/>
                        <a:gd name="connsiteX2" fmla="*/ 38426 w 51765"/>
                        <a:gd name="connsiteY2" fmla="*/ 38915 h 55798"/>
                        <a:gd name="connsiteX3" fmla="*/ 28996 w 51765"/>
                        <a:gd name="connsiteY3" fmla="*/ 47488 h 55798"/>
                        <a:gd name="connsiteX4" fmla="*/ 19662 w 51765"/>
                        <a:gd name="connsiteY4" fmla="*/ 53488 h 55798"/>
                        <a:gd name="connsiteX5" fmla="*/ 4040 w 51765"/>
                        <a:gd name="connsiteY5" fmla="*/ 53870 h 55798"/>
                        <a:gd name="connsiteX6" fmla="*/ 612 w 51765"/>
                        <a:gd name="connsiteY6" fmla="*/ 38534 h 55798"/>
                        <a:gd name="connsiteX7" fmla="*/ 4517 w 51765"/>
                        <a:gd name="connsiteY7" fmla="*/ 27390 h 55798"/>
                        <a:gd name="connsiteX8" fmla="*/ 12518 w 51765"/>
                        <a:gd name="connsiteY8" fmla="*/ 16150 h 55798"/>
                        <a:gd name="connsiteX9" fmla="*/ 33092 w 51765"/>
                        <a:gd name="connsiteY9" fmla="*/ 1291 h 55798"/>
                        <a:gd name="connsiteX10" fmla="*/ 48999 w 51765"/>
                        <a:gd name="connsiteY10" fmla="*/ 3196 h 55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1765" h="55798">
                          <a:moveTo>
                            <a:pt x="48999" y="3196"/>
                          </a:moveTo>
                          <a:cubicBezTo>
                            <a:pt x="52237" y="6721"/>
                            <a:pt x="52523" y="12436"/>
                            <a:pt x="50427" y="18627"/>
                          </a:cubicBezTo>
                          <a:cubicBezTo>
                            <a:pt x="48237" y="24723"/>
                            <a:pt x="44522" y="32438"/>
                            <a:pt x="38426" y="38915"/>
                          </a:cubicBezTo>
                          <a:cubicBezTo>
                            <a:pt x="35473" y="42249"/>
                            <a:pt x="32139" y="44916"/>
                            <a:pt x="28996" y="47488"/>
                          </a:cubicBezTo>
                          <a:cubicBezTo>
                            <a:pt x="25948" y="50060"/>
                            <a:pt x="22710" y="52060"/>
                            <a:pt x="19662" y="53488"/>
                          </a:cubicBezTo>
                          <a:cubicBezTo>
                            <a:pt x="13565" y="56251"/>
                            <a:pt x="7851" y="56727"/>
                            <a:pt x="4040" y="53870"/>
                          </a:cubicBezTo>
                          <a:cubicBezTo>
                            <a:pt x="231" y="51012"/>
                            <a:pt x="-817" y="45392"/>
                            <a:pt x="612" y="38534"/>
                          </a:cubicBezTo>
                          <a:cubicBezTo>
                            <a:pt x="1278" y="35105"/>
                            <a:pt x="2612" y="31295"/>
                            <a:pt x="4517" y="27390"/>
                          </a:cubicBezTo>
                          <a:cubicBezTo>
                            <a:pt x="6422" y="23580"/>
                            <a:pt x="9374" y="19865"/>
                            <a:pt x="12518" y="16150"/>
                          </a:cubicBezTo>
                          <a:cubicBezTo>
                            <a:pt x="19185" y="9007"/>
                            <a:pt x="26139" y="3387"/>
                            <a:pt x="33092" y="1291"/>
                          </a:cubicBezTo>
                          <a:cubicBezTo>
                            <a:pt x="39950" y="-899"/>
                            <a:pt x="45760" y="-328"/>
                            <a:pt x="48999" y="319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85" name="Forme libre : forme 15284">
                      <a:extLst>
                        <a:ext uri="{FF2B5EF4-FFF2-40B4-BE49-F238E27FC236}">
                          <a16:creationId xmlns:a16="http://schemas.microsoft.com/office/drawing/2014/main" id="{2166F933-071A-44B8-8446-457E79248E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87795" y="2918820"/>
                      <a:ext cx="88062" cy="62223"/>
                    </a:xfrm>
                    <a:custGeom>
                      <a:avLst/>
                      <a:gdLst>
                        <a:gd name="connsiteX0" fmla="*/ 19311 w 88062"/>
                        <a:gd name="connsiteY0" fmla="*/ 55171 h 62223"/>
                        <a:gd name="connsiteX1" fmla="*/ 33693 w 88062"/>
                        <a:gd name="connsiteY1" fmla="*/ 62124 h 62223"/>
                        <a:gd name="connsiteX2" fmla="*/ 66840 w 88062"/>
                        <a:gd name="connsiteY2" fmla="*/ 45550 h 62223"/>
                        <a:gd name="connsiteX3" fmla="*/ 78175 w 88062"/>
                        <a:gd name="connsiteY3" fmla="*/ 32787 h 62223"/>
                        <a:gd name="connsiteX4" fmla="*/ 86462 w 88062"/>
                        <a:gd name="connsiteY4" fmla="*/ 18880 h 62223"/>
                        <a:gd name="connsiteX5" fmla="*/ 82366 w 88062"/>
                        <a:gd name="connsiteY5" fmla="*/ 306 h 62223"/>
                        <a:gd name="connsiteX6" fmla="*/ 68745 w 88062"/>
                        <a:gd name="connsiteY6" fmla="*/ 3354 h 62223"/>
                        <a:gd name="connsiteX7" fmla="*/ 51886 w 88062"/>
                        <a:gd name="connsiteY7" fmla="*/ 9165 h 62223"/>
                        <a:gd name="connsiteX8" fmla="*/ 35503 w 88062"/>
                        <a:gd name="connsiteY8" fmla="*/ 13451 h 62223"/>
                        <a:gd name="connsiteX9" fmla="*/ 737 w 88062"/>
                        <a:gd name="connsiteY9" fmla="*/ 31739 h 62223"/>
                        <a:gd name="connsiteX10" fmla="*/ 19311 w 88062"/>
                        <a:gd name="connsiteY10" fmla="*/ 55171 h 62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8062" h="62223">
                          <a:moveTo>
                            <a:pt x="19311" y="55171"/>
                          </a:moveTo>
                          <a:cubicBezTo>
                            <a:pt x="23597" y="58314"/>
                            <a:pt x="28073" y="61552"/>
                            <a:pt x="33693" y="62124"/>
                          </a:cubicBezTo>
                          <a:cubicBezTo>
                            <a:pt x="44552" y="63267"/>
                            <a:pt x="56648" y="54408"/>
                            <a:pt x="66840" y="45550"/>
                          </a:cubicBezTo>
                          <a:cubicBezTo>
                            <a:pt x="71031" y="41740"/>
                            <a:pt x="74936" y="37454"/>
                            <a:pt x="78175" y="32787"/>
                          </a:cubicBezTo>
                          <a:cubicBezTo>
                            <a:pt x="81699" y="28500"/>
                            <a:pt x="84652" y="23833"/>
                            <a:pt x="86462" y="18880"/>
                          </a:cubicBezTo>
                          <a:cubicBezTo>
                            <a:pt x="89224" y="11451"/>
                            <a:pt x="88748" y="2116"/>
                            <a:pt x="82366" y="306"/>
                          </a:cubicBezTo>
                          <a:cubicBezTo>
                            <a:pt x="78366" y="-837"/>
                            <a:pt x="73412" y="1449"/>
                            <a:pt x="68745" y="3354"/>
                          </a:cubicBezTo>
                          <a:cubicBezTo>
                            <a:pt x="63221" y="5640"/>
                            <a:pt x="57506" y="7546"/>
                            <a:pt x="51886" y="9165"/>
                          </a:cubicBezTo>
                          <a:cubicBezTo>
                            <a:pt x="46266" y="10879"/>
                            <a:pt x="40932" y="12403"/>
                            <a:pt x="35503" y="13451"/>
                          </a:cubicBezTo>
                          <a:cubicBezTo>
                            <a:pt x="26454" y="15165"/>
                            <a:pt x="5595" y="16689"/>
                            <a:pt x="737" y="31739"/>
                          </a:cubicBezTo>
                          <a:cubicBezTo>
                            <a:pt x="-3740" y="44788"/>
                            <a:pt x="13405" y="50789"/>
                            <a:pt x="19311" y="5517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86" name="Forme libre : forme 15285">
                      <a:extLst>
                        <a:ext uri="{FF2B5EF4-FFF2-40B4-BE49-F238E27FC236}">
                          <a16:creationId xmlns:a16="http://schemas.microsoft.com/office/drawing/2014/main" id="{12397935-AA96-4C80-9A11-57EEC3573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99518" y="2923634"/>
                      <a:ext cx="15498" cy="30408"/>
                    </a:xfrm>
                    <a:custGeom>
                      <a:avLst/>
                      <a:gdLst>
                        <a:gd name="connsiteX0" fmla="*/ 825 w 15498"/>
                        <a:gd name="connsiteY0" fmla="*/ 26353 h 30408"/>
                        <a:gd name="connsiteX1" fmla="*/ 2825 w 15498"/>
                        <a:gd name="connsiteY1" fmla="*/ 29877 h 30408"/>
                        <a:gd name="connsiteX2" fmla="*/ 6921 w 15498"/>
                        <a:gd name="connsiteY2" fmla="*/ 29496 h 30408"/>
                        <a:gd name="connsiteX3" fmla="*/ 9683 w 15498"/>
                        <a:gd name="connsiteY3" fmla="*/ 25210 h 30408"/>
                        <a:gd name="connsiteX4" fmla="*/ 14445 w 15498"/>
                        <a:gd name="connsiteY4" fmla="*/ 13208 h 30408"/>
                        <a:gd name="connsiteX5" fmla="*/ 15494 w 15498"/>
                        <a:gd name="connsiteY5" fmla="*/ 8255 h 30408"/>
                        <a:gd name="connsiteX6" fmla="*/ 4349 w 15498"/>
                        <a:gd name="connsiteY6" fmla="*/ 4541 h 30408"/>
                        <a:gd name="connsiteX7" fmla="*/ 825 w 15498"/>
                        <a:gd name="connsiteY7" fmla="*/ 26353 h 30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498" h="30408">
                          <a:moveTo>
                            <a:pt x="825" y="26353"/>
                          </a:moveTo>
                          <a:cubicBezTo>
                            <a:pt x="1206" y="27781"/>
                            <a:pt x="1778" y="29115"/>
                            <a:pt x="2825" y="29877"/>
                          </a:cubicBezTo>
                          <a:cubicBezTo>
                            <a:pt x="3873" y="30639"/>
                            <a:pt x="5492" y="30639"/>
                            <a:pt x="6921" y="29496"/>
                          </a:cubicBezTo>
                          <a:cubicBezTo>
                            <a:pt x="8159" y="28448"/>
                            <a:pt x="9017" y="26734"/>
                            <a:pt x="9683" y="25210"/>
                          </a:cubicBezTo>
                          <a:cubicBezTo>
                            <a:pt x="11493" y="21209"/>
                            <a:pt x="13207" y="17304"/>
                            <a:pt x="14445" y="13208"/>
                          </a:cubicBezTo>
                          <a:cubicBezTo>
                            <a:pt x="14922" y="11589"/>
                            <a:pt x="15398" y="9875"/>
                            <a:pt x="15494" y="8255"/>
                          </a:cubicBezTo>
                          <a:cubicBezTo>
                            <a:pt x="15684" y="1683"/>
                            <a:pt x="9969" y="-4508"/>
                            <a:pt x="4349" y="4541"/>
                          </a:cubicBezTo>
                          <a:cubicBezTo>
                            <a:pt x="-32" y="11494"/>
                            <a:pt x="-890" y="20543"/>
                            <a:pt x="825" y="2635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87" name="Forme libre : forme 15286">
                      <a:extLst>
                        <a:ext uri="{FF2B5EF4-FFF2-40B4-BE49-F238E27FC236}">
                          <a16:creationId xmlns:a16="http://schemas.microsoft.com/office/drawing/2014/main" id="{14F4135E-9335-4805-AFD2-ECF2047CEB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6068" y="2885313"/>
                      <a:ext cx="10975" cy="51720"/>
                    </a:xfrm>
                    <a:custGeom>
                      <a:avLst/>
                      <a:gdLst>
                        <a:gd name="connsiteX0" fmla="*/ 4763 w 10975"/>
                        <a:gd name="connsiteY0" fmla="*/ 0 h 51720"/>
                        <a:gd name="connsiteX1" fmla="*/ 10478 w 10975"/>
                        <a:gd name="connsiteY1" fmla="*/ 13621 h 51720"/>
                        <a:gd name="connsiteX2" fmla="*/ 9811 w 10975"/>
                        <a:gd name="connsiteY2" fmla="*/ 30004 h 51720"/>
                        <a:gd name="connsiteX3" fmla="*/ 0 w 10975"/>
                        <a:gd name="connsiteY3" fmla="*/ 51721 h 51720"/>
                        <a:gd name="connsiteX4" fmla="*/ 2096 w 10975"/>
                        <a:gd name="connsiteY4" fmla="*/ 47053 h 51720"/>
                        <a:gd name="connsiteX5" fmla="*/ 6287 w 10975"/>
                        <a:gd name="connsiteY5" fmla="*/ 35528 h 51720"/>
                        <a:gd name="connsiteX6" fmla="*/ 8382 w 10975"/>
                        <a:gd name="connsiteY6" fmla="*/ 18955 h 51720"/>
                        <a:gd name="connsiteX7" fmla="*/ 4763 w 10975"/>
                        <a:gd name="connsiteY7" fmla="*/ 0 h 51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975" h="51720">
                          <a:moveTo>
                            <a:pt x="4763" y="0"/>
                          </a:moveTo>
                          <a:cubicBezTo>
                            <a:pt x="4763" y="0"/>
                            <a:pt x="9240" y="4953"/>
                            <a:pt x="10478" y="13621"/>
                          </a:cubicBezTo>
                          <a:cubicBezTo>
                            <a:pt x="11145" y="18097"/>
                            <a:pt x="11335" y="23717"/>
                            <a:pt x="9811" y="30004"/>
                          </a:cubicBezTo>
                          <a:cubicBezTo>
                            <a:pt x="8477" y="36576"/>
                            <a:pt x="5049" y="43148"/>
                            <a:pt x="0" y="51721"/>
                          </a:cubicBezTo>
                          <a:cubicBezTo>
                            <a:pt x="0" y="51721"/>
                            <a:pt x="858" y="50006"/>
                            <a:pt x="2096" y="47053"/>
                          </a:cubicBezTo>
                          <a:cubicBezTo>
                            <a:pt x="3429" y="44291"/>
                            <a:pt x="4953" y="40386"/>
                            <a:pt x="6287" y="35528"/>
                          </a:cubicBezTo>
                          <a:cubicBezTo>
                            <a:pt x="7525" y="30766"/>
                            <a:pt x="8477" y="25051"/>
                            <a:pt x="8382" y="18955"/>
                          </a:cubicBezTo>
                          <a:cubicBezTo>
                            <a:pt x="8287" y="12668"/>
                            <a:pt x="7430" y="6382"/>
                            <a:pt x="476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88" name="Forme libre : forme 15287">
                      <a:extLst>
                        <a:ext uri="{FF2B5EF4-FFF2-40B4-BE49-F238E27FC236}">
                          <a16:creationId xmlns:a16="http://schemas.microsoft.com/office/drawing/2014/main" id="{E97944CB-6C90-4EC2-84FF-F2C03D9949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73880" y="2922936"/>
                      <a:ext cx="11698" cy="59721"/>
                    </a:xfrm>
                    <a:custGeom>
                      <a:avLst/>
                      <a:gdLst>
                        <a:gd name="connsiteX0" fmla="*/ 11699 w 11698"/>
                        <a:gd name="connsiteY0" fmla="*/ 0 h 59721"/>
                        <a:gd name="connsiteX1" fmla="*/ 7889 w 11698"/>
                        <a:gd name="connsiteY1" fmla="*/ 6287 h 59721"/>
                        <a:gd name="connsiteX2" fmla="*/ 1888 w 11698"/>
                        <a:gd name="connsiteY2" fmla="*/ 22003 h 59721"/>
                        <a:gd name="connsiteX3" fmla="*/ 459 w 11698"/>
                        <a:gd name="connsiteY3" fmla="*/ 41529 h 59721"/>
                        <a:gd name="connsiteX4" fmla="*/ 10937 w 11698"/>
                        <a:gd name="connsiteY4" fmla="*/ 59722 h 59721"/>
                        <a:gd name="connsiteX5" fmla="*/ 3698 w 11698"/>
                        <a:gd name="connsiteY5" fmla="*/ 43910 h 59721"/>
                        <a:gd name="connsiteX6" fmla="*/ 3031 w 11698"/>
                        <a:gd name="connsiteY6" fmla="*/ 25146 h 59721"/>
                        <a:gd name="connsiteX7" fmla="*/ 11699 w 11698"/>
                        <a:gd name="connsiteY7" fmla="*/ 0 h 597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698" h="59721">
                          <a:moveTo>
                            <a:pt x="11699" y="0"/>
                          </a:moveTo>
                          <a:cubicBezTo>
                            <a:pt x="11699" y="0"/>
                            <a:pt x="9889" y="2381"/>
                            <a:pt x="7889" y="6287"/>
                          </a:cubicBezTo>
                          <a:cubicBezTo>
                            <a:pt x="5889" y="10287"/>
                            <a:pt x="3508" y="15812"/>
                            <a:pt x="1888" y="22003"/>
                          </a:cubicBezTo>
                          <a:cubicBezTo>
                            <a:pt x="269" y="28194"/>
                            <a:pt x="-588" y="35052"/>
                            <a:pt x="459" y="41529"/>
                          </a:cubicBezTo>
                          <a:cubicBezTo>
                            <a:pt x="1698" y="48101"/>
                            <a:pt x="4841" y="54483"/>
                            <a:pt x="10937" y="59722"/>
                          </a:cubicBezTo>
                          <a:cubicBezTo>
                            <a:pt x="10937" y="59722"/>
                            <a:pt x="6270" y="54197"/>
                            <a:pt x="3698" y="43910"/>
                          </a:cubicBezTo>
                          <a:cubicBezTo>
                            <a:pt x="2555" y="38862"/>
                            <a:pt x="2079" y="32576"/>
                            <a:pt x="3031" y="25146"/>
                          </a:cubicBezTo>
                          <a:cubicBezTo>
                            <a:pt x="4270" y="17812"/>
                            <a:pt x="6270" y="9144"/>
                            <a:pt x="1169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89" name="Forme libre : forme 15288">
                      <a:extLst>
                        <a:ext uri="{FF2B5EF4-FFF2-40B4-BE49-F238E27FC236}">
                          <a16:creationId xmlns:a16="http://schemas.microsoft.com/office/drawing/2014/main" id="{E16072A4-3698-4C2B-AC84-C531D2DF7F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31265" y="2902794"/>
                      <a:ext cx="22049" cy="18526"/>
                    </a:xfrm>
                    <a:custGeom>
                      <a:avLst/>
                      <a:gdLst>
                        <a:gd name="connsiteX0" fmla="*/ 21847 w 22049"/>
                        <a:gd name="connsiteY0" fmla="*/ 1854 h 18526"/>
                        <a:gd name="connsiteX1" fmla="*/ 13274 w 22049"/>
                        <a:gd name="connsiteY1" fmla="*/ 14713 h 18526"/>
                        <a:gd name="connsiteX2" fmla="*/ 225 w 22049"/>
                        <a:gd name="connsiteY2" fmla="*/ 16808 h 18526"/>
                        <a:gd name="connsiteX3" fmla="*/ 8988 w 22049"/>
                        <a:gd name="connsiteY3" fmla="*/ 3759 h 18526"/>
                        <a:gd name="connsiteX4" fmla="*/ 21847 w 22049"/>
                        <a:gd name="connsiteY4" fmla="*/ 1854 h 18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049" h="18526">
                          <a:moveTo>
                            <a:pt x="21847" y="1854"/>
                          </a:moveTo>
                          <a:cubicBezTo>
                            <a:pt x="22990" y="4997"/>
                            <a:pt x="19180" y="10712"/>
                            <a:pt x="13274" y="14713"/>
                          </a:cubicBezTo>
                          <a:cubicBezTo>
                            <a:pt x="7369" y="18809"/>
                            <a:pt x="1463" y="19761"/>
                            <a:pt x="225" y="16808"/>
                          </a:cubicBezTo>
                          <a:cubicBezTo>
                            <a:pt x="-1013" y="13855"/>
                            <a:pt x="2987" y="7950"/>
                            <a:pt x="8988" y="3759"/>
                          </a:cubicBezTo>
                          <a:cubicBezTo>
                            <a:pt x="14989" y="-432"/>
                            <a:pt x="20704" y="-1194"/>
                            <a:pt x="21847" y="185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90" name="Forme libre : forme 15289">
                      <a:extLst>
                        <a:ext uri="{FF2B5EF4-FFF2-40B4-BE49-F238E27FC236}">
                          <a16:creationId xmlns:a16="http://schemas.microsoft.com/office/drawing/2014/main" id="{F94AF3D4-0AA4-4942-B0DC-78C568DC20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49183" y="2900372"/>
                      <a:ext cx="5924" cy="6390"/>
                    </a:xfrm>
                    <a:custGeom>
                      <a:avLst/>
                      <a:gdLst>
                        <a:gd name="connsiteX0" fmla="*/ 5358 w 5924"/>
                        <a:gd name="connsiteY0" fmla="*/ 561 h 6390"/>
                        <a:gd name="connsiteX1" fmla="*/ 4786 w 5924"/>
                        <a:gd name="connsiteY1" fmla="*/ 4943 h 6390"/>
                        <a:gd name="connsiteX2" fmla="*/ 595 w 5924"/>
                        <a:gd name="connsiteY2" fmla="*/ 5895 h 6390"/>
                        <a:gd name="connsiteX3" fmla="*/ 1167 w 5924"/>
                        <a:gd name="connsiteY3" fmla="*/ 1514 h 6390"/>
                        <a:gd name="connsiteX4" fmla="*/ 5358 w 5924"/>
                        <a:gd name="connsiteY4" fmla="*/ 561 h 6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" h="6390">
                          <a:moveTo>
                            <a:pt x="5358" y="561"/>
                          </a:moveTo>
                          <a:cubicBezTo>
                            <a:pt x="6310" y="1514"/>
                            <a:pt x="6024" y="3514"/>
                            <a:pt x="4786" y="4943"/>
                          </a:cubicBezTo>
                          <a:cubicBezTo>
                            <a:pt x="3452" y="6372"/>
                            <a:pt x="1548" y="6848"/>
                            <a:pt x="595" y="5895"/>
                          </a:cubicBezTo>
                          <a:cubicBezTo>
                            <a:pt x="-357" y="4943"/>
                            <a:pt x="-166" y="3038"/>
                            <a:pt x="1167" y="1514"/>
                          </a:cubicBezTo>
                          <a:cubicBezTo>
                            <a:pt x="2500" y="-10"/>
                            <a:pt x="4405" y="-486"/>
                            <a:pt x="5358" y="5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91" name="Forme libre : forme 15290">
                      <a:extLst>
                        <a:ext uri="{FF2B5EF4-FFF2-40B4-BE49-F238E27FC236}">
                          <a16:creationId xmlns:a16="http://schemas.microsoft.com/office/drawing/2014/main" id="{3676660B-3ADE-4D1B-BA10-9AFFFB009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1457" y="2867846"/>
                      <a:ext cx="69750" cy="37247"/>
                    </a:xfrm>
                    <a:custGeom>
                      <a:avLst/>
                      <a:gdLst>
                        <a:gd name="connsiteX0" fmla="*/ 49656 w 69750"/>
                        <a:gd name="connsiteY0" fmla="*/ 798 h 37247"/>
                        <a:gd name="connsiteX1" fmla="*/ 67753 w 69750"/>
                        <a:gd name="connsiteY1" fmla="*/ 13752 h 37247"/>
                        <a:gd name="connsiteX2" fmla="*/ 68420 w 69750"/>
                        <a:gd name="connsiteY2" fmla="*/ 22229 h 37247"/>
                        <a:gd name="connsiteX3" fmla="*/ 59943 w 69750"/>
                        <a:gd name="connsiteY3" fmla="*/ 24229 h 37247"/>
                        <a:gd name="connsiteX4" fmla="*/ 34225 w 69750"/>
                        <a:gd name="connsiteY4" fmla="*/ 20800 h 37247"/>
                        <a:gd name="connsiteX5" fmla="*/ 15270 w 69750"/>
                        <a:gd name="connsiteY5" fmla="*/ 31945 h 37247"/>
                        <a:gd name="connsiteX6" fmla="*/ 31 w 69750"/>
                        <a:gd name="connsiteY6" fmla="*/ 34897 h 37247"/>
                        <a:gd name="connsiteX7" fmla="*/ 10889 w 69750"/>
                        <a:gd name="connsiteY7" fmla="*/ 16704 h 37247"/>
                        <a:gd name="connsiteX8" fmla="*/ 20509 w 69750"/>
                        <a:gd name="connsiteY8" fmla="*/ 8132 h 37247"/>
                        <a:gd name="connsiteX9" fmla="*/ 28891 w 69750"/>
                        <a:gd name="connsiteY9" fmla="*/ 3274 h 37247"/>
                        <a:gd name="connsiteX10" fmla="*/ 49656 w 69750"/>
                        <a:gd name="connsiteY10" fmla="*/ 798 h 37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9750" h="37247">
                          <a:moveTo>
                            <a:pt x="49656" y="798"/>
                          </a:moveTo>
                          <a:cubicBezTo>
                            <a:pt x="57466" y="2703"/>
                            <a:pt x="63086" y="7846"/>
                            <a:pt x="67753" y="13752"/>
                          </a:cubicBezTo>
                          <a:cubicBezTo>
                            <a:pt x="69468" y="15943"/>
                            <a:pt x="70897" y="19276"/>
                            <a:pt x="68420" y="22229"/>
                          </a:cubicBezTo>
                          <a:cubicBezTo>
                            <a:pt x="66134" y="24896"/>
                            <a:pt x="62609" y="24801"/>
                            <a:pt x="59943" y="24229"/>
                          </a:cubicBezTo>
                          <a:cubicBezTo>
                            <a:pt x="51751" y="22324"/>
                            <a:pt x="44226" y="18133"/>
                            <a:pt x="34225" y="20800"/>
                          </a:cubicBezTo>
                          <a:cubicBezTo>
                            <a:pt x="31082" y="21562"/>
                            <a:pt x="22986" y="27468"/>
                            <a:pt x="15270" y="31945"/>
                          </a:cubicBezTo>
                          <a:cubicBezTo>
                            <a:pt x="7651" y="36421"/>
                            <a:pt x="507" y="39660"/>
                            <a:pt x="31" y="34897"/>
                          </a:cubicBezTo>
                          <a:cubicBezTo>
                            <a:pt x="-446" y="30135"/>
                            <a:pt x="4698" y="22991"/>
                            <a:pt x="10889" y="16704"/>
                          </a:cubicBezTo>
                          <a:cubicBezTo>
                            <a:pt x="14032" y="13561"/>
                            <a:pt x="17271" y="10513"/>
                            <a:pt x="20509" y="8132"/>
                          </a:cubicBezTo>
                          <a:cubicBezTo>
                            <a:pt x="23843" y="5846"/>
                            <a:pt x="26796" y="4131"/>
                            <a:pt x="28891" y="3274"/>
                          </a:cubicBezTo>
                          <a:cubicBezTo>
                            <a:pt x="36416" y="-155"/>
                            <a:pt x="43750" y="-726"/>
                            <a:pt x="49656" y="79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26" name="Graphique 1">
                    <a:extLst>
                      <a:ext uri="{FF2B5EF4-FFF2-40B4-BE49-F238E27FC236}">
                        <a16:creationId xmlns:a16="http://schemas.microsoft.com/office/drawing/2014/main" id="{FDB2C10D-19C3-4661-8FBD-D846DD9769B2}"/>
                      </a:ext>
                    </a:extLst>
                  </p:cNvPr>
                  <p:cNvGrpSpPr/>
                  <p:nvPr/>
                </p:nvGrpSpPr>
                <p:grpSpPr>
                  <a:xfrm>
                    <a:off x="5076285" y="2779871"/>
                    <a:ext cx="152379" cy="116977"/>
                    <a:chOff x="5076285" y="2779871"/>
                    <a:chExt cx="152379" cy="116977"/>
                  </a:xfrm>
                  <a:solidFill>
                    <a:schemeClr val="accent1"/>
                  </a:solidFill>
                </p:grpSpPr>
                <p:sp>
                  <p:nvSpPr>
                    <p:cNvPr id="15268" name="Forme libre : forme 15267">
                      <a:extLst>
                        <a:ext uri="{FF2B5EF4-FFF2-40B4-BE49-F238E27FC236}">
                          <a16:creationId xmlns:a16="http://schemas.microsoft.com/office/drawing/2014/main" id="{049E20BC-243C-4A29-84E5-6B22A1969A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76285" y="2779871"/>
                      <a:ext cx="152379" cy="116882"/>
                    </a:xfrm>
                    <a:custGeom>
                      <a:avLst/>
                      <a:gdLst>
                        <a:gd name="connsiteX0" fmla="*/ 117130 w 152379"/>
                        <a:gd name="connsiteY0" fmla="*/ 93345 h 116882"/>
                        <a:gd name="connsiteX1" fmla="*/ 105986 w 152379"/>
                        <a:gd name="connsiteY1" fmla="*/ 96393 h 116882"/>
                        <a:gd name="connsiteX2" fmla="*/ 95318 w 152379"/>
                        <a:gd name="connsiteY2" fmla="*/ 100679 h 116882"/>
                        <a:gd name="connsiteX3" fmla="*/ 84745 w 152379"/>
                        <a:gd name="connsiteY3" fmla="*/ 105156 h 116882"/>
                        <a:gd name="connsiteX4" fmla="*/ 79411 w 152379"/>
                        <a:gd name="connsiteY4" fmla="*/ 107347 h 116882"/>
                        <a:gd name="connsiteX5" fmla="*/ 74363 w 152379"/>
                        <a:gd name="connsiteY5" fmla="*/ 110204 h 116882"/>
                        <a:gd name="connsiteX6" fmla="*/ 59694 w 152379"/>
                        <a:gd name="connsiteY6" fmla="*/ 115633 h 116882"/>
                        <a:gd name="connsiteX7" fmla="*/ 44930 w 152379"/>
                        <a:gd name="connsiteY7" fmla="*/ 116872 h 116882"/>
                        <a:gd name="connsiteX8" fmla="*/ 20546 w 152379"/>
                        <a:gd name="connsiteY8" fmla="*/ 105632 h 116882"/>
                        <a:gd name="connsiteX9" fmla="*/ 4830 w 152379"/>
                        <a:gd name="connsiteY9" fmla="*/ 85725 h 116882"/>
                        <a:gd name="connsiteX10" fmla="*/ 2734 w 152379"/>
                        <a:gd name="connsiteY10" fmla="*/ 57626 h 116882"/>
                        <a:gd name="connsiteX11" fmla="*/ 13022 w 152379"/>
                        <a:gd name="connsiteY11" fmla="*/ 41910 h 116882"/>
                        <a:gd name="connsiteX12" fmla="*/ 30166 w 152379"/>
                        <a:gd name="connsiteY12" fmla="*/ 28575 h 116882"/>
                        <a:gd name="connsiteX13" fmla="*/ 37310 w 152379"/>
                        <a:gd name="connsiteY13" fmla="*/ 24479 h 116882"/>
                        <a:gd name="connsiteX14" fmla="*/ 44835 w 152379"/>
                        <a:gd name="connsiteY14" fmla="*/ 21146 h 116882"/>
                        <a:gd name="connsiteX15" fmla="*/ 59884 w 152379"/>
                        <a:gd name="connsiteY15" fmla="*/ 14478 h 116882"/>
                        <a:gd name="connsiteX16" fmla="*/ 75125 w 152379"/>
                        <a:gd name="connsiteY16" fmla="*/ 8191 h 116882"/>
                        <a:gd name="connsiteX17" fmla="*/ 90841 w 152379"/>
                        <a:gd name="connsiteY17" fmla="*/ 3429 h 116882"/>
                        <a:gd name="connsiteX18" fmla="*/ 112177 w 152379"/>
                        <a:gd name="connsiteY18" fmla="*/ 0 h 116882"/>
                        <a:gd name="connsiteX19" fmla="*/ 130560 w 152379"/>
                        <a:gd name="connsiteY19" fmla="*/ 4286 h 116882"/>
                        <a:gd name="connsiteX20" fmla="*/ 149038 w 152379"/>
                        <a:gd name="connsiteY20" fmla="*/ 25717 h 116882"/>
                        <a:gd name="connsiteX21" fmla="*/ 152182 w 152379"/>
                        <a:gd name="connsiteY21" fmla="*/ 51530 h 116882"/>
                        <a:gd name="connsiteX22" fmla="*/ 143038 w 152379"/>
                        <a:gd name="connsiteY22" fmla="*/ 77343 h 116882"/>
                        <a:gd name="connsiteX23" fmla="*/ 131513 w 152379"/>
                        <a:gd name="connsiteY23" fmla="*/ 86392 h 116882"/>
                        <a:gd name="connsiteX24" fmla="*/ 117130 w 152379"/>
                        <a:gd name="connsiteY24" fmla="*/ 93345 h 116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52379" h="116882">
                          <a:moveTo>
                            <a:pt x="117130" y="93345"/>
                          </a:moveTo>
                          <a:lnTo>
                            <a:pt x="105986" y="96393"/>
                          </a:lnTo>
                          <a:cubicBezTo>
                            <a:pt x="102271" y="97346"/>
                            <a:pt x="98937" y="99346"/>
                            <a:pt x="95318" y="100679"/>
                          </a:cubicBezTo>
                          <a:lnTo>
                            <a:pt x="84745" y="105156"/>
                          </a:lnTo>
                          <a:lnTo>
                            <a:pt x="79411" y="107347"/>
                          </a:lnTo>
                          <a:cubicBezTo>
                            <a:pt x="77696" y="108204"/>
                            <a:pt x="76077" y="109252"/>
                            <a:pt x="74363" y="110204"/>
                          </a:cubicBezTo>
                          <a:cubicBezTo>
                            <a:pt x="69695" y="112966"/>
                            <a:pt x="64742" y="114681"/>
                            <a:pt x="59694" y="115633"/>
                          </a:cubicBezTo>
                          <a:cubicBezTo>
                            <a:pt x="54550" y="116396"/>
                            <a:pt x="49597" y="116967"/>
                            <a:pt x="44930" y="116872"/>
                          </a:cubicBezTo>
                          <a:cubicBezTo>
                            <a:pt x="35405" y="116396"/>
                            <a:pt x="26261" y="112871"/>
                            <a:pt x="20546" y="105632"/>
                          </a:cubicBezTo>
                          <a:lnTo>
                            <a:pt x="4830" y="85725"/>
                          </a:lnTo>
                          <a:cubicBezTo>
                            <a:pt x="-885" y="78581"/>
                            <a:pt x="-1457" y="68485"/>
                            <a:pt x="2734" y="57626"/>
                          </a:cubicBezTo>
                          <a:cubicBezTo>
                            <a:pt x="4830" y="52197"/>
                            <a:pt x="8068" y="46577"/>
                            <a:pt x="13022" y="41910"/>
                          </a:cubicBezTo>
                          <a:cubicBezTo>
                            <a:pt x="17784" y="37052"/>
                            <a:pt x="23594" y="32480"/>
                            <a:pt x="30166" y="28575"/>
                          </a:cubicBezTo>
                          <a:cubicBezTo>
                            <a:pt x="32548" y="27241"/>
                            <a:pt x="34834" y="25717"/>
                            <a:pt x="37310" y="24479"/>
                          </a:cubicBezTo>
                          <a:lnTo>
                            <a:pt x="44835" y="21146"/>
                          </a:lnTo>
                          <a:lnTo>
                            <a:pt x="59884" y="14478"/>
                          </a:lnTo>
                          <a:cubicBezTo>
                            <a:pt x="64933" y="12382"/>
                            <a:pt x="69886" y="9811"/>
                            <a:pt x="75125" y="8191"/>
                          </a:cubicBezTo>
                          <a:lnTo>
                            <a:pt x="90841" y="3429"/>
                          </a:lnTo>
                          <a:cubicBezTo>
                            <a:pt x="98175" y="1238"/>
                            <a:pt x="105509" y="0"/>
                            <a:pt x="112177" y="0"/>
                          </a:cubicBezTo>
                          <a:cubicBezTo>
                            <a:pt x="118940" y="571"/>
                            <a:pt x="125226" y="2096"/>
                            <a:pt x="130560" y="4286"/>
                          </a:cubicBezTo>
                          <a:cubicBezTo>
                            <a:pt x="141228" y="8763"/>
                            <a:pt x="147895" y="16383"/>
                            <a:pt x="149038" y="25717"/>
                          </a:cubicBezTo>
                          <a:lnTo>
                            <a:pt x="152182" y="51530"/>
                          </a:lnTo>
                          <a:cubicBezTo>
                            <a:pt x="153325" y="60865"/>
                            <a:pt x="149420" y="70199"/>
                            <a:pt x="143038" y="77343"/>
                          </a:cubicBezTo>
                          <a:cubicBezTo>
                            <a:pt x="139799" y="80963"/>
                            <a:pt x="135894" y="84106"/>
                            <a:pt x="131513" y="86392"/>
                          </a:cubicBezTo>
                          <a:cubicBezTo>
                            <a:pt x="127036" y="89440"/>
                            <a:pt x="122368" y="91916"/>
                            <a:pt x="117130" y="93345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69" name="Forme libre : forme 15268">
                      <a:extLst>
                        <a:ext uri="{FF2B5EF4-FFF2-40B4-BE49-F238E27FC236}">
                          <a16:creationId xmlns:a16="http://schemas.microsoft.com/office/drawing/2014/main" id="{FC62413F-5CE0-4A6E-8095-411BD68760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9878" y="2830830"/>
                      <a:ext cx="138310" cy="66018"/>
                    </a:xfrm>
                    <a:custGeom>
                      <a:avLst/>
                      <a:gdLst>
                        <a:gd name="connsiteX0" fmla="*/ 54388 w 138310"/>
                        <a:gd name="connsiteY0" fmla="*/ 28099 h 66018"/>
                        <a:gd name="connsiteX1" fmla="*/ 27432 w 138310"/>
                        <a:gd name="connsiteY1" fmla="*/ 42577 h 66018"/>
                        <a:gd name="connsiteX2" fmla="*/ 0 w 138310"/>
                        <a:gd name="connsiteY2" fmla="*/ 46101 h 66018"/>
                        <a:gd name="connsiteX3" fmla="*/ 6763 w 138310"/>
                        <a:gd name="connsiteY3" fmla="*/ 54769 h 66018"/>
                        <a:gd name="connsiteX4" fmla="*/ 31147 w 138310"/>
                        <a:gd name="connsiteY4" fmla="*/ 66008 h 66018"/>
                        <a:gd name="connsiteX5" fmla="*/ 45911 w 138310"/>
                        <a:gd name="connsiteY5" fmla="*/ 64770 h 66018"/>
                        <a:gd name="connsiteX6" fmla="*/ 60579 w 138310"/>
                        <a:gd name="connsiteY6" fmla="*/ 59341 h 66018"/>
                        <a:gd name="connsiteX7" fmla="*/ 65627 w 138310"/>
                        <a:gd name="connsiteY7" fmla="*/ 56483 h 66018"/>
                        <a:gd name="connsiteX8" fmla="*/ 70961 w 138310"/>
                        <a:gd name="connsiteY8" fmla="*/ 54292 h 66018"/>
                        <a:gd name="connsiteX9" fmla="*/ 81534 w 138310"/>
                        <a:gd name="connsiteY9" fmla="*/ 49816 h 66018"/>
                        <a:gd name="connsiteX10" fmla="*/ 92202 w 138310"/>
                        <a:gd name="connsiteY10" fmla="*/ 45529 h 66018"/>
                        <a:gd name="connsiteX11" fmla="*/ 103346 w 138310"/>
                        <a:gd name="connsiteY11" fmla="*/ 42481 h 66018"/>
                        <a:gd name="connsiteX12" fmla="*/ 117443 w 138310"/>
                        <a:gd name="connsiteY12" fmla="*/ 35719 h 66018"/>
                        <a:gd name="connsiteX13" fmla="*/ 128968 w 138310"/>
                        <a:gd name="connsiteY13" fmla="*/ 26670 h 66018"/>
                        <a:gd name="connsiteX14" fmla="*/ 138113 w 138310"/>
                        <a:gd name="connsiteY14" fmla="*/ 857 h 66018"/>
                        <a:gd name="connsiteX15" fmla="*/ 138017 w 138310"/>
                        <a:gd name="connsiteY15" fmla="*/ 0 h 66018"/>
                        <a:gd name="connsiteX16" fmla="*/ 115728 w 138310"/>
                        <a:gd name="connsiteY16" fmla="*/ 4096 h 66018"/>
                        <a:gd name="connsiteX17" fmla="*/ 110204 w 138310"/>
                        <a:gd name="connsiteY17" fmla="*/ 4953 h 66018"/>
                        <a:gd name="connsiteX18" fmla="*/ 104870 w 138310"/>
                        <a:gd name="connsiteY18" fmla="*/ 6477 h 66018"/>
                        <a:gd name="connsiteX19" fmla="*/ 94202 w 138310"/>
                        <a:gd name="connsiteY19" fmla="*/ 9525 h 66018"/>
                        <a:gd name="connsiteX20" fmla="*/ 83629 w 138310"/>
                        <a:gd name="connsiteY20" fmla="*/ 12763 h 66018"/>
                        <a:gd name="connsiteX21" fmla="*/ 78391 w 138310"/>
                        <a:gd name="connsiteY21" fmla="*/ 14478 h 66018"/>
                        <a:gd name="connsiteX22" fmla="*/ 73438 w 138310"/>
                        <a:gd name="connsiteY22" fmla="*/ 16954 h 66018"/>
                        <a:gd name="connsiteX23" fmla="*/ 54388 w 138310"/>
                        <a:gd name="connsiteY23" fmla="*/ 28099 h 66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38310" h="66018">
                          <a:moveTo>
                            <a:pt x="54388" y="28099"/>
                          </a:moveTo>
                          <a:cubicBezTo>
                            <a:pt x="45911" y="34480"/>
                            <a:pt x="37147" y="40005"/>
                            <a:pt x="27432" y="42577"/>
                          </a:cubicBezTo>
                          <a:cubicBezTo>
                            <a:pt x="18097" y="45720"/>
                            <a:pt x="8954" y="47530"/>
                            <a:pt x="0" y="46101"/>
                          </a:cubicBezTo>
                          <a:lnTo>
                            <a:pt x="6763" y="54769"/>
                          </a:lnTo>
                          <a:cubicBezTo>
                            <a:pt x="12478" y="61913"/>
                            <a:pt x="21622" y="65532"/>
                            <a:pt x="31147" y="66008"/>
                          </a:cubicBezTo>
                          <a:cubicBezTo>
                            <a:pt x="35909" y="66104"/>
                            <a:pt x="40767" y="65532"/>
                            <a:pt x="45911" y="64770"/>
                          </a:cubicBezTo>
                          <a:cubicBezTo>
                            <a:pt x="50959" y="63817"/>
                            <a:pt x="55912" y="62103"/>
                            <a:pt x="60579" y="59341"/>
                          </a:cubicBezTo>
                          <a:cubicBezTo>
                            <a:pt x="62293" y="58388"/>
                            <a:pt x="63913" y="57340"/>
                            <a:pt x="65627" y="56483"/>
                          </a:cubicBezTo>
                          <a:lnTo>
                            <a:pt x="70961" y="54292"/>
                          </a:lnTo>
                          <a:lnTo>
                            <a:pt x="81534" y="49816"/>
                          </a:lnTo>
                          <a:cubicBezTo>
                            <a:pt x="85154" y="48482"/>
                            <a:pt x="88487" y="46482"/>
                            <a:pt x="92202" y="45529"/>
                          </a:cubicBezTo>
                          <a:lnTo>
                            <a:pt x="103346" y="42481"/>
                          </a:lnTo>
                          <a:cubicBezTo>
                            <a:pt x="108585" y="41053"/>
                            <a:pt x="113252" y="38576"/>
                            <a:pt x="117443" y="35719"/>
                          </a:cubicBezTo>
                          <a:cubicBezTo>
                            <a:pt x="121920" y="33338"/>
                            <a:pt x="125730" y="30289"/>
                            <a:pt x="128968" y="26670"/>
                          </a:cubicBezTo>
                          <a:cubicBezTo>
                            <a:pt x="135350" y="19431"/>
                            <a:pt x="139255" y="10192"/>
                            <a:pt x="138113" y="857"/>
                          </a:cubicBezTo>
                          <a:lnTo>
                            <a:pt x="138017" y="0"/>
                          </a:lnTo>
                          <a:cubicBezTo>
                            <a:pt x="130493" y="1619"/>
                            <a:pt x="123063" y="2953"/>
                            <a:pt x="115728" y="4096"/>
                          </a:cubicBezTo>
                          <a:lnTo>
                            <a:pt x="110204" y="4953"/>
                          </a:lnTo>
                          <a:lnTo>
                            <a:pt x="104870" y="6477"/>
                          </a:lnTo>
                          <a:lnTo>
                            <a:pt x="94202" y="9525"/>
                          </a:lnTo>
                          <a:lnTo>
                            <a:pt x="83629" y="12763"/>
                          </a:lnTo>
                          <a:cubicBezTo>
                            <a:pt x="81915" y="13335"/>
                            <a:pt x="80105" y="13811"/>
                            <a:pt x="78391" y="14478"/>
                          </a:cubicBezTo>
                          <a:lnTo>
                            <a:pt x="73438" y="16954"/>
                          </a:lnTo>
                          <a:cubicBezTo>
                            <a:pt x="66960" y="20098"/>
                            <a:pt x="60484" y="23908"/>
                            <a:pt x="54388" y="2809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70" name="Forme libre : forme 15269">
                      <a:extLst>
                        <a:ext uri="{FF2B5EF4-FFF2-40B4-BE49-F238E27FC236}">
                          <a16:creationId xmlns:a16="http://schemas.microsoft.com/office/drawing/2014/main" id="{9E8B1748-5053-4A2C-A443-78C6ACF0E7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1530" y="2815872"/>
                      <a:ext cx="65164" cy="40582"/>
                    </a:xfrm>
                    <a:custGeom>
                      <a:avLst/>
                      <a:gdLst>
                        <a:gd name="connsiteX0" fmla="*/ 64933 w 65164"/>
                        <a:gd name="connsiteY0" fmla="*/ 9910 h 40582"/>
                        <a:gd name="connsiteX1" fmla="*/ 58551 w 65164"/>
                        <a:gd name="connsiteY1" fmla="*/ 24864 h 40582"/>
                        <a:gd name="connsiteX2" fmla="*/ 49788 w 65164"/>
                        <a:gd name="connsiteY2" fmla="*/ 31341 h 40582"/>
                        <a:gd name="connsiteX3" fmla="*/ 38358 w 65164"/>
                        <a:gd name="connsiteY3" fmla="*/ 36199 h 40582"/>
                        <a:gd name="connsiteX4" fmla="*/ 15498 w 65164"/>
                        <a:gd name="connsiteY4" fmla="*/ 40485 h 40582"/>
                        <a:gd name="connsiteX5" fmla="*/ 1115 w 65164"/>
                        <a:gd name="connsiteY5" fmla="*/ 33532 h 40582"/>
                        <a:gd name="connsiteX6" fmla="*/ 4735 w 65164"/>
                        <a:gd name="connsiteY6" fmla="*/ 18006 h 40582"/>
                        <a:gd name="connsiteX7" fmla="*/ 26166 w 65164"/>
                        <a:gd name="connsiteY7" fmla="*/ 3052 h 40582"/>
                        <a:gd name="connsiteX8" fmla="*/ 40073 w 65164"/>
                        <a:gd name="connsiteY8" fmla="*/ 194 h 40582"/>
                        <a:gd name="connsiteX9" fmla="*/ 52074 w 65164"/>
                        <a:gd name="connsiteY9" fmla="*/ 671 h 40582"/>
                        <a:gd name="connsiteX10" fmla="*/ 64933 w 65164"/>
                        <a:gd name="connsiteY10" fmla="*/ 9910 h 40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5164" h="40582">
                          <a:moveTo>
                            <a:pt x="64933" y="9910"/>
                          </a:moveTo>
                          <a:cubicBezTo>
                            <a:pt x="65981" y="14672"/>
                            <a:pt x="63409" y="20101"/>
                            <a:pt x="58551" y="24864"/>
                          </a:cubicBezTo>
                          <a:cubicBezTo>
                            <a:pt x="56170" y="27245"/>
                            <a:pt x="53122" y="29436"/>
                            <a:pt x="49788" y="31341"/>
                          </a:cubicBezTo>
                          <a:cubicBezTo>
                            <a:pt x="46359" y="33341"/>
                            <a:pt x="42454" y="34675"/>
                            <a:pt x="38358" y="36199"/>
                          </a:cubicBezTo>
                          <a:cubicBezTo>
                            <a:pt x="30357" y="39723"/>
                            <a:pt x="22261" y="40961"/>
                            <a:pt x="15498" y="40485"/>
                          </a:cubicBezTo>
                          <a:cubicBezTo>
                            <a:pt x="8640" y="39723"/>
                            <a:pt x="3306" y="37723"/>
                            <a:pt x="1115" y="33532"/>
                          </a:cubicBezTo>
                          <a:cubicBezTo>
                            <a:pt x="-1171" y="29150"/>
                            <a:pt x="68" y="23340"/>
                            <a:pt x="4735" y="18006"/>
                          </a:cubicBezTo>
                          <a:cubicBezTo>
                            <a:pt x="9307" y="12577"/>
                            <a:pt x="16927" y="7052"/>
                            <a:pt x="26166" y="3052"/>
                          </a:cubicBezTo>
                          <a:cubicBezTo>
                            <a:pt x="30833" y="1242"/>
                            <a:pt x="35691" y="671"/>
                            <a:pt x="40073" y="194"/>
                          </a:cubicBezTo>
                          <a:cubicBezTo>
                            <a:pt x="44454" y="-187"/>
                            <a:pt x="48550" y="4"/>
                            <a:pt x="52074" y="671"/>
                          </a:cubicBezTo>
                          <a:cubicBezTo>
                            <a:pt x="59123" y="1909"/>
                            <a:pt x="63885" y="5147"/>
                            <a:pt x="64933" y="991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71" name="Forme libre : forme 15270">
                      <a:extLst>
                        <a:ext uri="{FF2B5EF4-FFF2-40B4-BE49-F238E27FC236}">
                          <a16:creationId xmlns:a16="http://schemas.microsoft.com/office/drawing/2014/main" id="{9675CAA9-E36C-415C-978B-D132CDBEFE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1511" y="2829782"/>
                      <a:ext cx="51520" cy="26702"/>
                    </a:xfrm>
                    <a:custGeom>
                      <a:avLst/>
                      <a:gdLst>
                        <a:gd name="connsiteX0" fmla="*/ 8658 w 51520"/>
                        <a:gd name="connsiteY0" fmla="*/ 0 h 26702"/>
                        <a:gd name="connsiteX1" fmla="*/ 943 w 51520"/>
                        <a:gd name="connsiteY1" fmla="*/ 10192 h 26702"/>
                        <a:gd name="connsiteX2" fmla="*/ 1134 w 51520"/>
                        <a:gd name="connsiteY2" fmla="*/ 19621 h 26702"/>
                        <a:gd name="connsiteX3" fmla="*/ 15517 w 51520"/>
                        <a:gd name="connsiteY3" fmla="*/ 26575 h 26702"/>
                        <a:gd name="connsiteX4" fmla="*/ 38376 w 51520"/>
                        <a:gd name="connsiteY4" fmla="*/ 22288 h 26702"/>
                        <a:gd name="connsiteX5" fmla="*/ 51521 w 51520"/>
                        <a:gd name="connsiteY5" fmla="*/ 16383 h 26702"/>
                        <a:gd name="connsiteX6" fmla="*/ 43425 w 51520"/>
                        <a:gd name="connsiteY6" fmla="*/ 17431 h 26702"/>
                        <a:gd name="connsiteX7" fmla="*/ 37615 w 51520"/>
                        <a:gd name="connsiteY7" fmla="*/ 16669 h 26702"/>
                        <a:gd name="connsiteX8" fmla="*/ 32185 w 51520"/>
                        <a:gd name="connsiteY8" fmla="*/ 15907 h 26702"/>
                        <a:gd name="connsiteX9" fmla="*/ 21994 w 51520"/>
                        <a:gd name="connsiteY9" fmla="*/ 12763 h 26702"/>
                        <a:gd name="connsiteX10" fmla="*/ 8658 w 51520"/>
                        <a:gd name="connsiteY10" fmla="*/ 0 h 26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1520" h="26702">
                          <a:moveTo>
                            <a:pt x="8658" y="0"/>
                          </a:moveTo>
                          <a:cubicBezTo>
                            <a:pt x="4944" y="3334"/>
                            <a:pt x="2277" y="6858"/>
                            <a:pt x="943" y="10192"/>
                          </a:cubicBezTo>
                          <a:cubicBezTo>
                            <a:pt x="-390" y="13526"/>
                            <a:pt x="-295" y="16954"/>
                            <a:pt x="1134" y="19621"/>
                          </a:cubicBezTo>
                          <a:cubicBezTo>
                            <a:pt x="3324" y="23813"/>
                            <a:pt x="8658" y="25813"/>
                            <a:pt x="15517" y="26575"/>
                          </a:cubicBezTo>
                          <a:cubicBezTo>
                            <a:pt x="22280" y="27146"/>
                            <a:pt x="30376" y="25813"/>
                            <a:pt x="38376" y="22288"/>
                          </a:cubicBezTo>
                          <a:cubicBezTo>
                            <a:pt x="43234" y="20574"/>
                            <a:pt x="47711" y="18860"/>
                            <a:pt x="51521" y="16383"/>
                          </a:cubicBezTo>
                          <a:cubicBezTo>
                            <a:pt x="48854" y="17050"/>
                            <a:pt x="46187" y="17431"/>
                            <a:pt x="43425" y="17431"/>
                          </a:cubicBezTo>
                          <a:cubicBezTo>
                            <a:pt x="41520" y="17240"/>
                            <a:pt x="39520" y="17050"/>
                            <a:pt x="37615" y="16669"/>
                          </a:cubicBezTo>
                          <a:cubicBezTo>
                            <a:pt x="35805" y="16573"/>
                            <a:pt x="33900" y="16288"/>
                            <a:pt x="32185" y="15907"/>
                          </a:cubicBezTo>
                          <a:cubicBezTo>
                            <a:pt x="28566" y="15240"/>
                            <a:pt x="25137" y="14192"/>
                            <a:pt x="21994" y="12763"/>
                          </a:cubicBezTo>
                          <a:cubicBezTo>
                            <a:pt x="15612" y="9906"/>
                            <a:pt x="10564" y="5620"/>
                            <a:pt x="8658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72" name="Forme libre : forme 15271">
                      <a:extLst>
                        <a:ext uri="{FF2B5EF4-FFF2-40B4-BE49-F238E27FC236}">
                          <a16:creationId xmlns:a16="http://schemas.microsoft.com/office/drawing/2014/main" id="{B0BAFEDD-4C60-47B2-9884-B4B126CBC8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6323" y="2818524"/>
                      <a:ext cx="64522" cy="40216"/>
                    </a:xfrm>
                    <a:custGeom>
                      <a:avLst/>
                      <a:gdLst>
                        <a:gd name="connsiteX0" fmla="*/ 64331 w 64522"/>
                        <a:gd name="connsiteY0" fmla="*/ 10400 h 40216"/>
                        <a:gd name="connsiteX1" fmla="*/ 57949 w 64522"/>
                        <a:gd name="connsiteY1" fmla="*/ 25069 h 40216"/>
                        <a:gd name="connsiteX2" fmla="*/ 37851 w 64522"/>
                        <a:gd name="connsiteY2" fmla="*/ 36213 h 40216"/>
                        <a:gd name="connsiteX3" fmla="*/ 26040 w 64522"/>
                        <a:gd name="connsiteY3" fmla="*/ 39547 h 40216"/>
                        <a:gd name="connsiteX4" fmla="*/ 15277 w 64522"/>
                        <a:gd name="connsiteY4" fmla="*/ 40023 h 40216"/>
                        <a:gd name="connsiteX5" fmla="*/ 989 w 64522"/>
                        <a:gd name="connsiteY5" fmla="*/ 32593 h 40216"/>
                        <a:gd name="connsiteX6" fmla="*/ 4800 w 64522"/>
                        <a:gd name="connsiteY6" fmla="*/ 17353 h 40216"/>
                        <a:gd name="connsiteX7" fmla="*/ 13658 w 64522"/>
                        <a:gd name="connsiteY7" fmla="*/ 9352 h 40216"/>
                        <a:gd name="connsiteX8" fmla="*/ 26040 w 64522"/>
                        <a:gd name="connsiteY8" fmla="*/ 2780 h 40216"/>
                        <a:gd name="connsiteX9" fmla="*/ 51662 w 64522"/>
                        <a:gd name="connsiteY9" fmla="*/ 685 h 40216"/>
                        <a:gd name="connsiteX10" fmla="*/ 64331 w 64522"/>
                        <a:gd name="connsiteY10" fmla="*/ 10400 h 402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4522" h="40216">
                          <a:moveTo>
                            <a:pt x="64331" y="10400"/>
                          </a:moveTo>
                          <a:cubicBezTo>
                            <a:pt x="65283" y="15067"/>
                            <a:pt x="62616" y="20211"/>
                            <a:pt x="57949" y="25069"/>
                          </a:cubicBezTo>
                          <a:cubicBezTo>
                            <a:pt x="53187" y="29831"/>
                            <a:pt x="46233" y="33831"/>
                            <a:pt x="37851" y="36213"/>
                          </a:cubicBezTo>
                          <a:cubicBezTo>
                            <a:pt x="33660" y="37451"/>
                            <a:pt x="29850" y="38975"/>
                            <a:pt x="26040" y="39547"/>
                          </a:cubicBezTo>
                          <a:cubicBezTo>
                            <a:pt x="22231" y="40213"/>
                            <a:pt x="18611" y="40404"/>
                            <a:pt x="15277" y="40023"/>
                          </a:cubicBezTo>
                          <a:cubicBezTo>
                            <a:pt x="8609" y="39356"/>
                            <a:pt x="3275" y="36975"/>
                            <a:pt x="989" y="32593"/>
                          </a:cubicBezTo>
                          <a:cubicBezTo>
                            <a:pt x="-1201" y="28307"/>
                            <a:pt x="323" y="22782"/>
                            <a:pt x="4800" y="17353"/>
                          </a:cubicBezTo>
                          <a:cubicBezTo>
                            <a:pt x="7086" y="14591"/>
                            <a:pt x="10038" y="11924"/>
                            <a:pt x="13658" y="9352"/>
                          </a:cubicBezTo>
                          <a:cubicBezTo>
                            <a:pt x="17277" y="6971"/>
                            <a:pt x="21278" y="4209"/>
                            <a:pt x="26040" y="2780"/>
                          </a:cubicBezTo>
                          <a:cubicBezTo>
                            <a:pt x="35565" y="-78"/>
                            <a:pt x="44805" y="-649"/>
                            <a:pt x="51662" y="685"/>
                          </a:cubicBezTo>
                          <a:cubicBezTo>
                            <a:pt x="58616" y="1923"/>
                            <a:pt x="63283" y="5447"/>
                            <a:pt x="64331" y="1040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73" name="Forme libre : forme 15272">
                      <a:extLst>
                        <a:ext uri="{FF2B5EF4-FFF2-40B4-BE49-F238E27FC236}">
                          <a16:creationId xmlns:a16="http://schemas.microsoft.com/office/drawing/2014/main" id="{A34BCBA4-3E6F-4B00-AE00-B773EA28A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7474" y="2829601"/>
                      <a:ext cx="93312" cy="52330"/>
                    </a:xfrm>
                    <a:custGeom>
                      <a:avLst/>
                      <a:gdLst>
                        <a:gd name="connsiteX0" fmla="*/ 11454 w 93312"/>
                        <a:gd name="connsiteY0" fmla="*/ 36375 h 52330"/>
                        <a:gd name="connsiteX1" fmla="*/ 22407 w 93312"/>
                        <a:gd name="connsiteY1" fmla="*/ 48758 h 52330"/>
                        <a:gd name="connsiteX2" fmla="*/ 39362 w 93312"/>
                        <a:gd name="connsiteY2" fmla="*/ 52282 h 52330"/>
                        <a:gd name="connsiteX3" fmla="*/ 48696 w 93312"/>
                        <a:gd name="connsiteY3" fmla="*/ 51044 h 52330"/>
                        <a:gd name="connsiteX4" fmla="*/ 58031 w 93312"/>
                        <a:gd name="connsiteY4" fmla="*/ 48853 h 52330"/>
                        <a:gd name="connsiteX5" fmla="*/ 72985 w 93312"/>
                        <a:gd name="connsiteY5" fmla="*/ 43710 h 52330"/>
                        <a:gd name="connsiteX6" fmla="*/ 79748 w 93312"/>
                        <a:gd name="connsiteY6" fmla="*/ 39709 h 52330"/>
                        <a:gd name="connsiteX7" fmla="*/ 86035 w 93312"/>
                        <a:gd name="connsiteY7" fmla="*/ 35518 h 52330"/>
                        <a:gd name="connsiteX8" fmla="*/ 91369 w 93312"/>
                        <a:gd name="connsiteY8" fmla="*/ 17421 h 52330"/>
                        <a:gd name="connsiteX9" fmla="*/ 78033 w 93312"/>
                        <a:gd name="connsiteY9" fmla="*/ 12563 h 52330"/>
                        <a:gd name="connsiteX10" fmla="*/ 69175 w 93312"/>
                        <a:gd name="connsiteY10" fmla="*/ 10753 h 52330"/>
                        <a:gd name="connsiteX11" fmla="*/ 60698 w 93312"/>
                        <a:gd name="connsiteY11" fmla="*/ 9324 h 52330"/>
                        <a:gd name="connsiteX12" fmla="*/ 44029 w 93312"/>
                        <a:gd name="connsiteY12" fmla="*/ 5133 h 52330"/>
                        <a:gd name="connsiteX13" fmla="*/ 24694 w 93312"/>
                        <a:gd name="connsiteY13" fmla="*/ 85 h 52330"/>
                        <a:gd name="connsiteX14" fmla="*/ 3643 w 93312"/>
                        <a:gd name="connsiteY14" fmla="*/ 6848 h 52330"/>
                        <a:gd name="connsiteX15" fmla="*/ 11454 w 93312"/>
                        <a:gd name="connsiteY15" fmla="*/ 36375 h 523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93312" h="52330">
                          <a:moveTo>
                            <a:pt x="11454" y="36375"/>
                          </a:moveTo>
                          <a:cubicBezTo>
                            <a:pt x="14311" y="41043"/>
                            <a:pt x="17359" y="45710"/>
                            <a:pt x="22407" y="48758"/>
                          </a:cubicBezTo>
                          <a:cubicBezTo>
                            <a:pt x="27170" y="51615"/>
                            <a:pt x="33170" y="52568"/>
                            <a:pt x="39362" y="52282"/>
                          </a:cubicBezTo>
                          <a:cubicBezTo>
                            <a:pt x="42410" y="52187"/>
                            <a:pt x="45553" y="51711"/>
                            <a:pt x="48696" y="51044"/>
                          </a:cubicBezTo>
                          <a:cubicBezTo>
                            <a:pt x="51744" y="50282"/>
                            <a:pt x="54792" y="49425"/>
                            <a:pt x="58031" y="48853"/>
                          </a:cubicBezTo>
                          <a:cubicBezTo>
                            <a:pt x="63174" y="47710"/>
                            <a:pt x="68318" y="45996"/>
                            <a:pt x="72985" y="43710"/>
                          </a:cubicBezTo>
                          <a:cubicBezTo>
                            <a:pt x="75367" y="42567"/>
                            <a:pt x="77557" y="41233"/>
                            <a:pt x="79748" y="39709"/>
                          </a:cubicBezTo>
                          <a:cubicBezTo>
                            <a:pt x="81938" y="38376"/>
                            <a:pt x="84130" y="37137"/>
                            <a:pt x="86035" y="35518"/>
                          </a:cubicBezTo>
                          <a:cubicBezTo>
                            <a:pt x="91749" y="30755"/>
                            <a:pt x="95940" y="22469"/>
                            <a:pt x="91369" y="17421"/>
                          </a:cubicBezTo>
                          <a:cubicBezTo>
                            <a:pt x="88511" y="14277"/>
                            <a:pt x="83082" y="13515"/>
                            <a:pt x="78033" y="12563"/>
                          </a:cubicBezTo>
                          <a:cubicBezTo>
                            <a:pt x="75176" y="11991"/>
                            <a:pt x="72223" y="11420"/>
                            <a:pt x="69175" y="10753"/>
                          </a:cubicBezTo>
                          <a:cubicBezTo>
                            <a:pt x="66318" y="10372"/>
                            <a:pt x="63460" y="9896"/>
                            <a:pt x="60698" y="9324"/>
                          </a:cubicBezTo>
                          <a:cubicBezTo>
                            <a:pt x="55078" y="8277"/>
                            <a:pt x="49458" y="6848"/>
                            <a:pt x="44029" y="5133"/>
                          </a:cubicBezTo>
                          <a:cubicBezTo>
                            <a:pt x="39457" y="3800"/>
                            <a:pt x="32123" y="466"/>
                            <a:pt x="24694" y="85"/>
                          </a:cubicBezTo>
                          <a:cubicBezTo>
                            <a:pt x="17359" y="-391"/>
                            <a:pt x="9358" y="1037"/>
                            <a:pt x="3643" y="6848"/>
                          </a:cubicBezTo>
                          <a:cubicBezTo>
                            <a:pt x="-6644" y="17421"/>
                            <a:pt x="7739" y="29898"/>
                            <a:pt x="11454" y="3637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74" name="Forme libre : forme 15273">
                      <a:extLst>
                        <a:ext uri="{FF2B5EF4-FFF2-40B4-BE49-F238E27FC236}">
                          <a16:creationId xmlns:a16="http://schemas.microsoft.com/office/drawing/2014/main" id="{192738F6-5782-4055-965B-DC6B9140B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12312" y="2820165"/>
                      <a:ext cx="22917" cy="26583"/>
                    </a:xfrm>
                    <a:custGeom>
                      <a:avLst/>
                      <a:gdLst>
                        <a:gd name="connsiteX0" fmla="*/ 141 w 22917"/>
                        <a:gd name="connsiteY0" fmla="*/ 20952 h 26583"/>
                        <a:gd name="connsiteX1" fmla="*/ 521 w 22917"/>
                        <a:gd name="connsiteY1" fmla="*/ 25048 h 26583"/>
                        <a:gd name="connsiteX2" fmla="*/ 4522 w 22917"/>
                        <a:gd name="connsiteY2" fmla="*/ 26476 h 26583"/>
                        <a:gd name="connsiteX3" fmla="*/ 8903 w 22917"/>
                        <a:gd name="connsiteY3" fmla="*/ 23714 h 26583"/>
                        <a:gd name="connsiteX4" fmla="*/ 18238 w 22917"/>
                        <a:gd name="connsiteY4" fmla="*/ 14284 h 26583"/>
                        <a:gd name="connsiteX5" fmla="*/ 21476 w 22917"/>
                        <a:gd name="connsiteY5" fmla="*/ 10379 h 26583"/>
                        <a:gd name="connsiteX6" fmla="*/ 12904 w 22917"/>
                        <a:gd name="connsiteY6" fmla="*/ 1807 h 26583"/>
                        <a:gd name="connsiteX7" fmla="*/ 141 w 22917"/>
                        <a:gd name="connsiteY7" fmla="*/ 20952 h 265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17" h="26583">
                          <a:moveTo>
                            <a:pt x="141" y="20952"/>
                          </a:moveTo>
                          <a:cubicBezTo>
                            <a:pt x="-50" y="22476"/>
                            <a:pt x="-146" y="23905"/>
                            <a:pt x="521" y="25048"/>
                          </a:cubicBezTo>
                          <a:cubicBezTo>
                            <a:pt x="1188" y="26190"/>
                            <a:pt x="2712" y="26857"/>
                            <a:pt x="4522" y="26476"/>
                          </a:cubicBezTo>
                          <a:cubicBezTo>
                            <a:pt x="6141" y="26095"/>
                            <a:pt x="7665" y="24857"/>
                            <a:pt x="8903" y="23714"/>
                          </a:cubicBezTo>
                          <a:cubicBezTo>
                            <a:pt x="12237" y="20857"/>
                            <a:pt x="15190" y="17332"/>
                            <a:pt x="18238" y="14284"/>
                          </a:cubicBezTo>
                          <a:cubicBezTo>
                            <a:pt x="19476" y="13046"/>
                            <a:pt x="20714" y="11808"/>
                            <a:pt x="21476" y="10379"/>
                          </a:cubicBezTo>
                          <a:cubicBezTo>
                            <a:pt x="24811" y="4664"/>
                            <a:pt x="22524" y="-3718"/>
                            <a:pt x="12904" y="1807"/>
                          </a:cubicBezTo>
                          <a:cubicBezTo>
                            <a:pt x="5570" y="6283"/>
                            <a:pt x="1093" y="15046"/>
                            <a:pt x="141" y="2095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75" name="Forme libre : forme 15274">
                      <a:extLst>
                        <a:ext uri="{FF2B5EF4-FFF2-40B4-BE49-F238E27FC236}">
                          <a16:creationId xmlns:a16="http://schemas.microsoft.com/office/drawing/2014/main" id="{DDF2017B-DF8A-43C8-90A8-7E45AF50AF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93796" y="2828448"/>
                      <a:ext cx="29847" cy="42671"/>
                    </a:xfrm>
                    <a:custGeom>
                      <a:avLst/>
                      <a:gdLst>
                        <a:gd name="connsiteX0" fmla="*/ 29623 w 29847"/>
                        <a:gd name="connsiteY0" fmla="*/ 0 h 42671"/>
                        <a:gd name="connsiteX1" fmla="*/ 27527 w 29847"/>
                        <a:gd name="connsiteY1" fmla="*/ 15240 h 42671"/>
                        <a:gd name="connsiteX2" fmla="*/ 18574 w 29847"/>
                        <a:gd name="connsiteY2" fmla="*/ 28670 h 42671"/>
                        <a:gd name="connsiteX3" fmla="*/ 10573 w 29847"/>
                        <a:gd name="connsiteY3" fmla="*/ 35433 h 42671"/>
                        <a:gd name="connsiteX4" fmla="*/ 0 w 29847"/>
                        <a:gd name="connsiteY4" fmla="*/ 42672 h 42671"/>
                        <a:gd name="connsiteX5" fmla="*/ 3906 w 29847"/>
                        <a:gd name="connsiteY5" fmla="*/ 39814 h 42671"/>
                        <a:gd name="connsiteX6" fmla="*/ 12764 w 29847"/>
                        <a:gd name="connsiteY6" fmla="*/ 31242 h 42671"/>
                        <a:gd name="connsiteX7" fmla="*/ 29623 w 29847"/>
                        <a:gd name="connsiteY7" fmla="*/ 0 h 42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847" h="42671">
                          <a:moveTo>
                            <a:pt x="29623" y="0"/>
                          </a:moveTo>
                          <a:cubicBezTo>
                            <a:pt x="29623" y="0"/>
                            <a:pt x="30861" y="6667"/>
                            <a:pt x="27527" y="15240"/>
                          </a:cubicBezTo>
                          <a:cubicBezTo>
                            <a:pt x="25813" y="19526"/>
                            <a:pt x="23051" y="24193"/>
                            <a:pt x="18574" y="28670"/>
                          </a:cubicBezTo>
                          <a:cubicBezTo>
                            <a:pt x="16383" y="31051"/>
                            <a:pt x="13526" y="32766"/>
                            <a:pt x="10573" y="35433"/>
                          </a:cubicBezTo>
                          <a:cubicBezTo>
                            <a:pt x="7525" y="37909"/>
                            <a:pt x="4096" y="40386"/>
                            <a:pt x="0" y="42672"/>
                          </a:cubicBezTo>
                          <a:cubicBezTo>
                            <a:pt x="0" y="42672"/>
                            <a:pt x="1524" y="41719"/>
                            <a:pt x="3906" y="39814"/>
                          </a:cubicBezTo>
                          <a:cubicBezTo>
                            <a:pt x="6287" y="37909"/>
                            <a:pt x="9335" y="34861"/>
                            <a:pt x="12764" y="31242"/>
                          </a:cubicBezTo>
                          <a:cubicBezTo>
                            <a:pt x="19621" y="24670"/>
                            <a:pt x="27527" y="14288"/>
                            <a:pt x="2962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76" name="Forme libre : forme 15275">
                      <a:extLst>
                        <a:ext uri="{FF2B5EF4-FFF2-40B4-BE49-F238E27FC236}">
                          <a16:creationId xmlns:a16="http://schemas.microsoft.com/office/drawing/2014/main" id="{2F5BA025-8970-45AD-AF82-AF3C6DC118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1208" y="2809113"/>
                      <a:ext cx="29434" cy="56864"/>
                    </a:xfrm>
                    <a:custGeom>
                      <a:avLst/>
                      <a:gdLst>
                        <a:gd name="connsiteX0" fmla="*/ 29434 w 29434"/>
                        <a:gd name="connsiteY0" fmla="*/ 0 h 56864"/>
                        <a:gd name="connsiteX1" fmla="*/ 9908 w 29434"/>
                        <a:gd name="connsiteY1" fmla="*/ 17050 h 56864"/>
                        <a:gd name="connsiteX2" fmla="*/ 669 w 29434"/>
                        <a:gd name="connsiteY2" fmla="*/ 35623 h 56864"/>
                        <a:gd name="connsiteX3" fmla="*/ 3908 w 29434"/>
                        <a:gd name="connsiteY3" fmla="*/ 56864 h 56864"/>
                        <a:gd name="connsiteX4" fmla="*/ 2860 w 29434"/>
                        <a:gd name="connsiteY4" fmla="*/ 39052 h 56864"/>
                        <a:gd name="connsiteX5" fmla="*/ 9622 w 29434"/>
                        <a:gd name="connsiteY5" fmla="*/ 20383 h 56864"/>
                        <a:gd name="connsiteX6" fmla="*/ 29434 w 29434"/>
                        <a:gd name="connsiteY6" fmla="*/ 0 h 56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434" h="56864">
                          <a:moveTo>
                            <a:pt x="29434" y="0"/>
                          </a:moveTo>
                          <a:cubicBezTo>
                            <a:pt x="29434" y="0"/>
                            <a:pt x="18671" y="6667"/>
                            <a:pt x="9908" y="17050"/>
                          </a:cubicBezTo>
                          <a:cubicBezTo>
                            <a:pt x="5336" y="22003"/>
                            <a:pt x="2002" y="28765"/>
                            <a:pt x="669" y="35623"/>
                          </a:cubicBezTo>
                          <a:cubicBezTo>
                            <a:pt x="-760" y="42577"/>
                            <a:pt x="2" y="49721"/>
                            <a:pt x="3908" y="56864"/>
                          </a:cubicBezTo>
                          <a:cubicBezTo>
                            <a:pt x="3908" y="56864"/>
                            <a:pt x="1240" y="50006"/>
                            <a:pt x="2860" y="39052"/>
                          </a:cubicBezTo>
                          <a:cubicBezTo>
                            <a:pt x="3812" y="33814"/>
                            <a:pt x="5146" y="26765"/>
                            <a:pt x="9622" y="20383"/>
                          </a:cubicBezTo>
                          <a:cubicBezTo>
                            <a:pt x="13813" y="14002"/>
                            <a:pt x="20195" y="6953"/>
                            <a:pt x="2943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77" name="Forme libre : forme 15276">
                      <a:extLst>
                        <a:ext uri="{FF2B5EF4-FFF2-40B4-BE49-F238E27FC236}">
                          <a16:creationId xmlns:a16="http://schemas.microsoft.com/office/drawing/2014/main" id="{1246CFCD-C33E-4D66-81F5-E7515FC1BD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54631" y="2820172"/>
                      <a:ext cx="26442" cy="11726"/>
                    </a:xfrm>
                    <a:custGeom>
                      <a:avLst/>
                      <a:gdLst>
                        <a:gd name="connsiteX0" fmla="*/ 26401 w 26442"/>
                        <a:gd name="connsiteY0" fmla="*/ 5228 h 11726"/>
                        <a:gd name="connsiteX1" fmla="*/ 12399 w 26442"/>
                        <a:gd name="connsiteY1" fmla="*/ 11705 h 11726"/>
                        <a:gd name="connsiteX2" fmla="*/ 3446 w 26442"/>
                        <a:gd name="connsiteY2" fmla="*/ 11134 h 11726"/>
                        <a:gd name="connsiteX3" fmla="*/ 17 w 26442"/>
                        <a:gd name="connsiteY3" fmla="*/ 7514 h 11726"/>
                        <a:gd name="connsiteX4" fmla="*/ 14114 w 26442"/>
                        <a:gd name="connsiteY4" fmla="*/ 85 h 11726"/>
                        <a:gd name="connsiteX5" fmla="*/ 26401 w 26442"/>
                        <a:gd name="connsiteY5" fmla="*/ 5228 h 11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442" h="11726">
                          <a:moveTo>
                            <a:pt x="26401" y="5228"/>
                          </a:moveTo>
                          <a:cubicBezTo>
                            <a:pt x="25830" y="8467"/>
                            <a:pt x="19638" y="11324"/>
                            <a:pt x="12399" y="11705"/>
                          </a:cubicBezTo>
                          <a:cubicBezTo>
                            <a:pt x="8685" y="11705"/>
                            <a:pt x="5732" y="11896"/>
                            <a:pt x="3446" y="11134"/>
                          </a:cubicBezTo>
                          <a:cubicBezTo>
                            <a:pt x="1255" y="10467"/>
                            <a:pt x="-174" y="9134"/>
                            <a:pt x="17" y="7514"/>
                          </a:cubicBezTo>
                          <a:cubicBezTo>
                            <a:pt x="303" y="4085"/>
                            <a:pt x="6494" y="180"/>
                            <a:pt x="14114" y="85"/>
                          </a:cubicBezTo>
                          <a:cubicBezTo>
                            <a:pt x="21544" y="-487"/>
                            <a:pt x="26973" y="1895"/>
                            <a:pt x="26401" y="522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78" name="Forme libre : forme 15277">
                      <a:extLst>
                        <a:ext uri="{FF2B5EF4-FFF2-40B4-BE49-F238E27FC236}">
                          <a16:creationId xmlns:a16="http://schemas.microsoft.com/office/drawing/2014/main" id="{9E3A9719-048E-4027-88E9-CDE1387D27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7153" y="2821276"/>
                      <a:ext cx="7090" cy="5282"/>
                    </a:xfrm>
                    <a:custGeom>
                      <a:avLst/>
                      <a:gdLst>
                        <a:gd name="connsiteX0" fmla="*/ 7022 w 7090"/>
                        <a:gd name="connsiteY0" fmla="*/ 1648 h 5282"/>
                        <a:gd name="connsiteX1" fmla="*/ 4260 w 7090"/>
                        <a:gd name="connsiteY1" fmla="*/ 5077 h 5282"/>
                        <a:gd name="connsiteX2" fmla="*/ 69 w 7090"/>
                        <a:gd name="connsiteY2" fmla="*/ 3648 h 5282"/>
                        <a:gd name="connsiteX3" fmla="*/ 2831 w 7090"/>
                        <a:gd name="connsiteY3" fmla="*/ 219 h 5282"/>
                        <a:gd name="connsiteX4" fmla="*/ 7022 w 7090"/>
                        <a:gd name="connsiteY4" fmla="*/ 1648 h 5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0" h="5282">
                          <a:moveTo>
                            <a:pt x="7022" y="1648"/>
                          </a:moveTo>
                          <a:cubicBezTo>
                            <a:pt x="7403" y="2981"/>
                            <a:pt x="6165" y="4505"/>
                            <a:pt x="4260" y="5077"/>
                          </a:cubicBezTo>
                          <a:cubicBezTo>
                            <a:pt x="2355" y="5648"/>
                            <a:pt x="450" y="4981"/>
                            <a:pt x="69" y="3648"/>
                          </a:cubicBezTo>
                          <a:cubicBezTo>
                            <a:pt x="-312" y="2315"/>
                            <a:pt x="926" y="790"/>
                            <a:pt x="2831" y="219"/>
                          </a:cubicBezTo>
                          <a:cubicBezTo>
                            <a:pt x="4831" y="-352"/>
                            <a:pt x="6736" y="219"/>
                            <a:pt x="7022" y="16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79" name="Forme libre : forme 15278">
                      <a:extLst>
                        <a:ext uri="{FF2B5EF4-FFF2-40B4-BE49-F238E27FC236}">
                          <a16:creationId xmlns:a16="http://schemas.microsoft.com/office/drawing/2014/main" id="{47FE545C-FFB3-4D89-9027-B9EB1EBCDC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44649" y="2788557"/>
                      <a:ext cx="70869" cy="38413"/>
                    </a:xfrm>
                    <a:custGeom>
                      <a:avLst/>
                      <a:gdLst>
                        <a:gd name="connsiteX0" fmla="*/ 61815 w 70869"/>
                        <a:gd name="connsiteY0" fmla="*/ 9411 h 38413"/>
                        <a:gd name="connsiteX1" fmla="*/ 70769 w 70869"/>
                        <a:gd name="connsiteY1" fmla="*/ 30652 h 38413"/>
                        <a:gd name="connsiteX2" fmla="*/ 66958 w 70869"/>
                        <a:gd name="connsiteY2" fmla="*/ 38177 h 38413"/>
                        <a:gd name="connsiteX3" fmla="*/ 58576 w 70869"/>
                        <a:gd name="connsiteY3" fmla="*/ 35033 h 38413"/>
                        <a:gd name="connsiteX4" fmla="*/ 38098 w 70869"/>
                        <a:gd name="connsiteY4" fmla="*/ 18841 h 38413"/>
                        <a:gd name="connsiteX5" fmla="*/ 15428 w 70869"/>
                        <a:gd name="connsiteY5" fmla="*/ 18555 h 38413"/>
                        <a:gd name="connsiteX6" fmla="*/ 3713 w 70869"/>
                        <a:gd name="connsiteY6" fmla="*/ 18079 h 38413"/>
                        <a:gd name="connsiteX7" fmla="*/ 283 w 70869"/>
                        <a:gd name="connsiteY7" fmla="*/ 13983 h 38413"/>
                        <a:gd name="connsiteX8" fmla="*/ 7142 w 70869"/>
                        <a:gd name="connsiteY8" fmla="*/ 7316 h 38413"/>
                        <a:gd name="connsiteX9" fmla="*/ 19429 w 70869"/>
                        <a:gd name="connsiteY9" fmla="*/ 3029 h 38413"/>
                        <a:gd name="connsiteX10" fmla="*/ 42384 w 70869"/>
                        <a:gd name="connsiteY10" fmla="*/ 77 h 38413"/>
                        <a:gd name="connsiteX11" fmla="*/ 61815 w 70869"/>
                        <a:gd name="connsiteY11" fmla="*/ 9411 h 38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70869" h="38413">
                          <a:moveTo>
                            <a:pt x="61815" y="9411"/>
                          </a:moveTo>
                          <a:cubicBezTo>
                            <a:pt x="67625" y="15507"/>
                            <a:pt x="69816" y="23032"/>
                            <a:pt x="70769" y="30652"/>
                          </a:cubicBezTo>
                          <a:cubicBezTo>
                            <a:pt x="71149" y="33414"/>
                            <a:pt x="70578" y="37129"/>
                            <a:pt x="66958" y="38177"/>
                          </a:cubicBezTo>
                          <a:cubicBezTo>
                            <a:pt x="63625" y="39129"/>
                            <a:pt x="60577" y="37034"/>
                            <a:pt x="58576" y="35033"/>
                          </a:cubicBezTo>
                          <a:cubicBezTo>
                            <a:pt x="52481" y="28652"/>
                            <a:pt x="48099" y="21127"/>
                            <a:pt x="38098" y="18841"/>
                          </a:cubicBezTo>
                          <a:cubicBezTo>
                            <a:pt x="34955" y="18079"/>
                            <a:pt x="24667" y="18746"/>
                            <a:pt x="15428" y="18555"/>
                          </a:cubicBezTo>
                          <a:cubicBezTo>
                            <a:pt x="10761" y="18269"/>
                            <a:pt x="6570" y="18555"/>
                            <a:pt x="3713" y="18079"/>
                          </a:cubicBezTo>
                          <a:cubicBezTo>
                            <a:pt x="855" y="17603"/>
                            <a:pt x="-669" y="16365"/>
                            <a:pt x="283" y="13983"/>
                          </a:cubicBezTo>
                          <a:cubicBezTo>
                            <a:pt x="1236" y="11602"/>
                            <a:pt x="3713" y="9221"/>
                            <a:pt x="7142" y="7316"/>
                          </a:cubicBezTo>
                          <a:cubicBezTo>
                            <a:pt x="10571" y="5601"/>
                            <a:pt x="14952" y="4173"/>
                            <a:pt x="19429" y="3029"/>
                          </a:cubicBezTo>
                          <a:cubicBezTo>
                            <a:pt x="28382" y="743"/>
                            <a:pt x="37907" y="-304"/>
                            <a:pt x="42384" y="77"/>
                          </a:cubicBezTo>
                          <a:cubicBezTo>
                            <a:pt x="50671" y="839"/>
                            <a:pt x="57433" y="4934"/>
                            <a:pt x="61815" y="941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27" name="Graphique 1">
                    <a:extLst>
                      <a:ext uri="{FF2B5EF4-FFF2-40B4-BE49-F238E27FC236}">
                        <a16:creationId xmlns:a16="http://schemas.microsoft.com/office/drawing/2014/main" id="{329AC8DA-3FD8-4817-B65C-F9048C92BE6B}"/>
                      </a:ext>
                    </a:extLst>
                  </p:cNvPr>
                  <p:cNvGrpSpPr/>
                  <p:nvPr/>
                </p:nvGrpSpPr>
                <p:grpSpPr>
                  <a:xfrm>
                    <a:off x="5224960" y="2768346"/>
                    <a:ext cx="157449" cy="102654"/>
                    <a:chOff x="5224960" y="2768346"/>
                    <a:chExt cx="157449" cy="102654"/>
                  </a:xfrm>
                  <a:solidFill>
                    <a:schemeClr val="accent1"/>
                  </a:solidFill>
                </p:grpSpPr>
                <p:sp>
                  <p:nvSpPr>
                    <p:cNvPr id="15256" name="Forme libre : forme 15255">
                      <a:extLst>
                        <a:ext uri="{FF2B5EF4-FFF2-40B4-BE49-F238E27FC236}">
                          <a16:creationId xmlns:a16="http://schemas.microsoft.com/office/drawing/2014/main" id="{9AC9AC9C-CB69-44AB-9FCC-A6ED5320AF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4960" y="2768346"/>
                      <a:ext cx="157449" cy="102577"/>
                    </a:xfrm>
                    <a:custGeom>
                      <a:avLst/>
                      <a:gdLst>
                        <a:gd name="connsiteX0" fmla="*/ 93613 w 157449"/>
                        <a:gd name="connsiteY0" fmla="*/ 101060 h 102577"/>
                        <a:gd name="connsiteX1" fmla="*/ 71420 w 157449"/>
                        <a:gd name="connsiteY1" fmla="*/ 97059 h 102577"/>
                        <a:gd name="connsiteX2" fmla="*/ 48274 w 157449"/>
                        <a:gd name="connsiteY2" fmla="*/ 95155 h 102577"/>
                        <a:gd name="connsiteX3" fmla="*/ 32272 w 157449"/>
                        <a:gd name="connsiteY3" fmla="*/ 92964 h 102577"/>
                        <a:gd name="connsiteX4" fmla="*/ 18461 w 157449"/>
                        <a:gd name="connsiteY4" fmla="*/ 86011 h 102577"/>
                        <a:gd name="connsiteX5" fmla="*/ 8269 w 157449"/>
                        <a:gd name="connsiteY5" fmla="*/ 75819 h 102577"/>
                        <a:gd name="connsiteX6" fmla="*/ 3316 w 157449"/>
                        <a:gd name="connsiteY6" fmla="*/ 63151 h 102577"/>
                        <a:gd name="connsiteX7" fmla="*/ 173 w 157449"/>
                        <a:gd name="connsiteY7" fmla="*/ 37338 h 102577"/>
                        <a:gd name="connsiteX8" fmla="*/ 2554 w 157449"/>
                        <a:gd name="connsiteY8" fmla="*/ 23526 h 102577"/>
                        <a:gd name="connsiteX9" fmla="*/ 12651 w 157449"/>
                        <a:gd name="connsiteY9" fmla="*/ 11716 h 102577"/>
                        <a:gd name="connsiteX10" fmla="*/ 29129 w 157449"/>
                        <a:gd name="connsiteY10" fmla="*/ 3524 h 102577"/>
                        <a:gd name="connsiteX11" fmla="*/ 50084 w 157449"/>
                        <a:gd name="connsiteY11" fmla="*/ 0 h 102577"/>
                        <a:gd name="connsiteX12" fmla="*/ 82755 w 157449"/>
                        <a:gd name="connsiteY12" fmla="*/ 2095 h 102577"/>
                        <a:gd name="connsiteX13" fmla="*/ 115616 w 157449"/>
                        <a:gd name="connsiteY13" fmla="*/ 7525 h 102577"/>
                        <a:gd name="connsiteX14" fmla="*/ 136380 w 157449"/>
                        <a:gd name="connsiteY14" fmla="*/ 16002 h 102577"/>
                        <a:gd name="connsiteX15" fmla="*/ 150763 w 157449"/>
                        <a:gd name="connsiteY15" fmla="*/ 29146 h 102577"/>
                        <a:gd name="connsiteX16" fmla="*/ 157145 w 157449"/>
                        <a:gd name="connsiteY16" fmla="*/ 44005 h 102577"/>
                        <a:gd name="connsiteX17" fmla="*/ 155144 w 157449"/>
                        <a:gd name="connsiteY17" fmla="*/ 58007 h 102577"/>
                        <a:gd name="connsiteX18" fmla="*/ 143620 w 157449"/>
                        <a:gd name="connsiteY18" fmla="*/ 82010 h 102577"/>
                        <a:gd name="connsiteX19" fmla="*/ 134761 w 157449"/>
                        <a:gd name="connsiteY19" fmla="*/ 92869 h 102577"/>
                        <a:gd name="connsiteX20" fmla="*/ 122474 w 157449"/>
                        <a:gd name="connsiteY20" fmla="*/ 99536 h 102577"/>
                        <a:gd name="connsiteX21" fmla="*/ 108472 w 157449"/>
                        <a:gd name="connsiteY21" fmla="*/ 102298 h 102577"/>
                        <a:gd name="connsiteX22" fmla="*/ 93613 w 157449"/>
                        <a:gd name="connsiteY22" fmla="*/ 101060 h 102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57449" h="102577">
                          <a:moveTo>
                            <a:pt x="93613" y="101060"/>
                          </a:moveTo>
                          <a:cubicBezTo>
                            <a:pt x="86279" y="99631"/>
                            <a:pt x="79040" y="97822"/>
                            <a:pt x="71420" y="97059"/>
                          </a:cubicBezTo>
                          <a:cubicBezTo>
                            <a:pt x="63990" y="95726"/>
                            <a:pt x="56085" y="95726"/>
                            <a:pt x="48274" y="95155"/>
                          </a:cubicBezTo>
                          <a:cubicBezTo>
                            <a:pt x="42749" y="95155"/>
                            <a:pt x="37225" y="94583"/>
                            <a:pt x="32272" y="92964"/>
                          </a:cubicBezTo>
                          <a:cubicBezTo>
                            <a:pt x="27224" y="91345"/>
                            <a:pt x="22557" y="88963"/>
                            <a:pt x="18461" y="86011"/>
                          </a:cubicBezTo>
                          <a:cubicBezTo>
                            <a:pt x="14365" y="83058"/>
                            <a:pt x="10841" y="79343"/>
                            <a:pt x="8269" y="75819"/>
                          </a:cubicBezTo>
                          <a:cubicBezTo>
                            <a:pt x="5602" y="72104"/>
                            <a:pt x="3887" y="67818"/>
                            <a:pt x="3316" y="63151"/>
                          </a:cubicBezTo>
                          <a:lnTo>
                            <a:pt x="173" y="37338"/>
                          </a:lnTo>
                          <a:cubicBezTo>
                            <a:pt x="-398" y="32671"/>
                            <a:pt x="458" y="28003"/>
                            <a:pt x="2554" y="23526"/>
                          </a:cubicBezTo>
                          <a:cubicBezTo>
                            <a:pt x="4745" y="18859"/>
                            <a:pt x="8174" y="15049"/>
                            <a:pt x="12651" y="11716"/>
                          </a:cubicBezTo>
                          <a:cubicBezTo>
                            <a:pt x="17127" y="8382"/>
                            <a:pt x="22747" y="5620"/>
                            <a:pt x="29129" y="3524"/>
                          </a:cubicBezTo>
                          <a:cubicBezTo>
                            <a:pt x="35510" y="1524"/>
                            <a:pt x="42559" y="95"/>
                            <a:pt x="50084" y="0"/>
                          </a:cubicBezTo>
                          <a:cubicBezTo>
                            <a:pt x="60943" y="476"/>
                            <a:pt x="71706" y="571"/>
                            <a:pt x="82755" y="2095"/>
                          </a:cubicBezTo>
                          <a:cubicBezTo>
                            <a:pt x="93709" y="3048"/>
                            <a:pt x="104662" y="5334"/>
                            <a:pt x="115616" y="7525"/>
                          </a:cubicBezTo>
                          <a:cubicBezTo>
                            <a:pt x="123236" y="9430"/>
                            <a:pt x="130380" y="12478"/>
                            <a:pt x="136380" y="16002"/>
                          </a:cubicBezTo>
                          <a:cubicBezTo>
                            <a:pt x="142286" y="19907"/>
                            <a:pt x="147239" y="24479"/>
                            <a:pt x="150763" y="29146"/>
                          </a:cubicBezTo>
                          <a:cubicBezTo>
                            <a:pt x="154383" y="33814"/>
                            <a:pt x="156383" y="39148"/>
                            <a:pt x="157145" y="44005"/>
                          </a:cubicBezTo>
                          <a:cubicBezTo>
                            <a:pt x="157907" y="48958"/>
                            <a:pt x="157240" y="53721"/>
                            <a:pt x="155144" y="58007"/>
                          </a:cubicBezTo>
                          <a:lnTo>
                            <a:pt x="143620" y="82010"/>
                          </a:lnTo>
                          <a:cubicBezTo>
                            <a:pt x="141524" y="86392"/>
                            <a:pt x="138381" y="90011"/>
                            <a:pt x="134761" y="92869"/>
                          </a:cubicBezTo>
                          <a:cubicBezTo>
                            <a:pt x="131046" y="95821"/>
                            <a:pt x="126951" y="97822"/>
                            <a:pt x="122474" y="99536"/>
                          </a:cubicBezTo>
                          <a:cubicBezTo>
                            <a:pt x="117902" y="101251"/>
                            <a:pt x="113235" y="102203"/>
                            <a:pt x="108472" y="102298"/>
                          </a:cubicBezTo>
                          <a:cubicBezTo>
                            <a:pt x="103614" y="102965"/>
                            <a:pt x="98661" y="102394"/>
                            <a:pt x="93613" y="10106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57" name="Forme libre : forme 15256">
                      <a:extLst>
                        <a:ext uri="{FF2B5EF4-FFF2-40B4-BE49-F238E27FC236}">
                          <a16:creationId xmlns:a16="http://schemas.microsoft.com/office/drawing/2014/main" id="{ED5D2578-97C1-4762-B2EA-4B8F7BB9F9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943" y="2820352"/>
                      <a:ext cx="142017" cy="50648"/>
                    </a:xfrm>
                    <a:custGeom>
                      <a:avLst/>
                      <a:gdLst>
                        <a:gd name="connsiteX0" fmla="*/ 56292 w 142017"/>
                        <a:gd name="connsiteY0" fmla="*/ 12382 h 50648"/>
                        <a:gd name="connsiteX1" fmla="*/ 25432 w 142017"/>
                        <a:gd name="connsiteY1" fmla="*/ 11906 h 50648"/>
                        <a:gd name="connsiteX2" fmla="*/ 0 w 142017"/>
                        <a:gd name="connsiteY2" fmla="*/ 0 h 50648"/>
                        <a:gd name="connsiteX3" fmla="*/ 1333 w 142017"/>
                        <a:gd name="connsiteY3" fmla="*/ 11144 h 50648"/>
                        <a:gd name="connsiteX4" fmla="*/ 6286 w 142017"/>
                        <a:gd name="connsiteY4" fmla="*/ 23813 h 50648"/>
                        <a:gd name="connsiteX5" fmla="*/ 16478 w 142017"/>
                        <a:gd name="connsiteY5" fmla="*/ 34004 h 50648"/>
                        <a:gd name="connsiteX6" fmla="*/ 30289 w 142017"/>
                        <a:gd name="connsiteY6" fmla="*/ 40957 h 50648"/>
                        <a:gd name="connsiteX7" fmla="*/ 46291 w 142017"/>
                        <a:gd name="connsiteY7" fmla="*/ 43148 h 50648"/>
                        <a:gd name="connsiteX8" fmla="*/ 69437 w 142017"/>
                        <a:gd name="connsiteY8" fmla="*/ 45053 h 50648"/>
                        <a:gd name="connsiteX9" fmla="*/ 91630 w 142017"/>
                        <a:gd name="connsiteY9" fmla="*/ 49054 h 50648"/>
                        <a:gd name="connsiteX10" fmla="*/ 106489 w 142017"/>
                        <a:gd name="connsiteY10" fmla="*/ 50482 h 50648"/>
                        <a:gd name="connsiteX11" fmla="*/ 120491 w 142017"/>
                        <a:gd name="connsiteY11" fmla="*/ 47720 h 50648"/>
                        <a:gd name="connsiteX12" fmla="*/ 132779 w 142017"/>
                        <a:gd name="connsiteY12" fmla="*/ 41053 h 50648"/>
                        <a:gd name="connsiteX13" fmla="*/ 141637 w 142017"/>
                        <a:gd name="connsiteY13" fmla="*/ 30194 h 50648"/>
                        <a:gd name="connsiteX14" fmla="*/ 142018 w 142017"/>
                        <a:gd name="connsiteY14" fmla="*/ 29432 h 50648"/>
                        <a:gd name="connsiteX15" fmla="*/ 131636 w 142017"/>
                        <a:gd name="connsiteY15" fmla="*/ 25146 h 50648"/>
                        <a:gd name="connsiteX16" fmla="*/ 121158 w 142017"/>
                        <a:gd name="connsiteY16" fmla="*/ 21431 h 50648"/>
                        <a:gd name="connsiteX17" fmla="*/ 100107 w 142017"/>
                        <a:gd name="connsiteY17" fmla="*/ 14954 h 50648"/>
                        <a:gd name="connsiteX18" fmla="*/ 78391 w 142017"/>
                        <a:gd name="connsiteY18" fmla="*/ 11621 h 50648"/>
                        <a:gd name="connsiteX19" fmla="*/ 56292 w 142017"/>
                        <a:gd name="connsiteY19" fmla="*/ 12382 h 50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42017" h="50648">
                          <a:moveTo>
                            <a:pt x="56292" y="12382"/>
                          </a:moveTo>
                          <a:cubicBezTo>
                            <a:pt x="45815" y="13525"/>
                            <a:pt x="35147" y="14097"/>
                            <a:pt x="25432" y="11906"/>
                          </a:cubicBezTo>
                          <a:cubicBezTo>
                            <a:pt x="15716" y="9906"/>
                            <a:pt x="6762" y="5144"/>
                            <a:pt x="0" y="0"/>
                          </a:cubicBezTo>
                          <a:lnTo>
                            <a:pt x="1333" y="11144"/>
                          </a:lnTo>
                          <a:cubicBezTo>
                            <a:pt x="1905" y="15812"/>
                            <a:pt x="3714" y="20098"/>
                            <a:pt x="6286" y="23813"/>
                          </a:cubicBezTo>
                          <a:cubicBezTo>
                            <a:pt x="8858" y="27337"/>
                            <a:pt x="12382" y="31051"/>
                            <a:pt x="16478" y="34004"/>
                          </a:cubicBezTo>
                          <a:cubicBezTo>
                            <a:pt x="20574" y="36957"/>
                            <a:pt x="25241" y="39338"/>
                            <a:pt x="30289" y="40957"/>
                          </a:cubicBezTo>
                          <a:cubicBezTo>
                            <a:pt x="35337" y="42577"/>
                            <a:pt x="40767" y="43148"/>
                            <a:pt x="46291" y="43148"/>
                          </a:cubicBezTo>
                          <a:cubicBezTo>
                            <a:pt x="54007" y="43720"/>
                            <a:pt x="61913" y="43720"/>
                            <a:pt x="69437" y="45053"/>
                          </a:cubicBezTo>
                          <a:cubicBezTo>
                            <a:pt x="77057" y="45815"/>
                            <a:pt x="84296" y="47530"/>
                            <a:pt x="91630" y="49054"/>
                          </a:cubicBezTo>
                          <a:cubicBezTo>
                            <a:pt x="96678" y="50387"/>
                            <a:pt x="101536" y="50959"/>
                            <a:pt x="106489" y="50482"/>
                          </a:cubicBezTo>
                          <a:cubicBezTo>
                            <a:pt x="111252" y="50387"/>
                            <a:pt x="116014" y="49435"/>
                            <a:pt x="120491" y="47720"/>
                          </a:cubicBezTo>
                          <a:cubicBezTo>
                            <a:pt x="125063" y="45911"/>
                            <a:pt x="129159" y="44005"/>
                            <a:pt x="132779" y="41053"/>
                          </a:cubicBezTo>
                          <a:cubicBezTo>
                            <a:pt x="136398" y="38100"/>
                            <a:pt x="139541" y="34480"/>
                            <a:pt x="141637" y="30194"/>
                          </a:cubicBezTo>
                          <a:lnTo>
                            <a:pt x="142018" y="29432"/>
                          </a:lnTo>
                          <a:cubicBezTo>
                            <a:pt x="138493" y="28004"/>
                            <a:pt x="135064" y="26575"/>
                            <a:pt x="131636" y="25146"/>
                          </a:cubicBezTo>
                          <a:cubicBezTo>
                            <a:pt x="128111" y="23908"/>
                            <a:pt x="124682" y="22670"/>
                            <a:pt x="121158" y="21431"/>
                          </a:cubicBezTo>
                          <a:cubicBezTo>
                            <a:pt x="114300" y="18669"/>
                            <a:pt x="107156" y="17050"/>
                            <a:pt x="100107" y="14954"/>
                          </a:cubicBezTo>
                          <a:cubicBezTo>
                            <a:pt x="92869" y="13716"/>
                            <a:pt x="85820" y="11811"/>
                            <a:pt x="78391" y="11621"/>
                          </a:cubicBezTo>
                          <a:cubicBezTo>
                            <a:pt x="71151" y="11144"/>
                            <a:pt x="63722" y="11049"/>
                            <a:pt x="56292" y="12382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58" name="Forme libre : forme 15257">
                      <a:extLst>
                        <a:ext uri="{FF2B5EF4-FFF2-40B4-BE49-F238E27FC236}">
                          <a16:creationId xmlns:a16="http://schemas.microsoft.com/office/drawing/2014/main" id="{437288E5-47D4-4AE5-A999-5948340689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77704" y="2802930"/>
                      <a:ext cx="67516" cy="37313"/>
                    </a:xfrm>
                    <a:custGeom>
                      <a:avLst/>
                      <a:gdLst>
                        <a:gd name="connsiteX0" fmla="*/ 67064 w 67516"/>
                        <a:gd name="connsiteY0" fmla="*/ 26185 h 37313"/>
                        <a:gd name="connsiteX1" fmla="*/ 54204 w 67516"/>
                        <a:gd name="connsiteY1" fmla="*/ 35900 h 37313"/>
                        <a:gd name="connsiteX2" fmla="*/ 31154 w 67516"/>
                        <a:gd name="connsiteY2" fmla="*/ 36281 h 37313"/>
                        <a:gd name="connsiteX3" fmla="*/ 9151 w 67516"/>
                        <a:gd name="connsiteY3" fmla="*/ 28566 h 37313"/>
                        <a:gd name="connsiteX4" fmla="*/ 7 w 67516"/>
                        <a:gd name="connsiteY4" fmla="*/ 15326 h 37313"/>
                        <a:gd name="connsiteX5" fmla="*/ 10866 w 67516"/>
                        <a:gd name="connsiteY5" fmla="*/ 3134 h 37313"/>
                        <a:gd name="connsiteX6" fmla="*/ 36869 w 67516"/>
                        <a:gd name="connsiteY6" fmla="*/ 562 h 37313"/>
                        <a:gd name="connsiteX7" fmla="*/ 60872 w 67516"/>
                        <a:gd name="connsiteY7" fmla="*/ 11135 h 37313"/>
                        <a:gd name="connsiteX8" fmla="*/ 67064 w 67516"/>
                        <a:gd name="connsiteY8" fmla="*/ 26185 h 37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7516" h="37313">
                          <a:moveTo>
                            <a:pt x="67064" y="26185"/>
                          </a:moveTo>
                          <a:cubicBezTo>
                            <a:pt x="65539" y="30947"/>
                            <a:pt x="60587" y="34281"/>
                            <a:pt x="54204" y="35900"/>
                          </a:cubicBezTo>
                          <a:cubicBezTo>
                            <a:pt x="47823" y="37234"/>
                            <a:pt x="39631" y="38091"/>
                            <a:pt x="31154" y="36281"/>
                          </a:cubicBezTo>
                          <a:cubicBezTo>
                            <a:pt x="22487" y="35329"/>
                            <a:pt x="14866" y="31900"/>
                            <a:pt x="9151" y="28566"/>
                          </a:cubicBezTo>
                          <a:cubicBezTo>
                            <a:pt x="3437" y="25042"/>
                            <a:pt x="-183" y="20279"/>
                            <a:pt x="7" y="15326"/>
                          </a:cubicBezTo>
                          <a:cubicBezTo>
                            <a:pt x="198" y="10373"/>
                            <a:pt x="4198" y="6087"/>
                            <a:pt x="10866" y="3134"/>
                          </a:cubicBezTo>
                          <a:cubicBezTo>
                            <a:pt x="17533" y="-104"/>
                            <a:pt x="26772" y="-581"/>
                            <a:pt x="36869" y="562"/>
                          </a:cubicBezTo>
                          <a:cubicBezTo>
                            <a:pt x="46775" y="2563"/>
                            <a:pt x="55538" y="5897"/>
                            <a:pt x="60872" y="11135"/>
                          </a:cubicBezTo>
                          <a:cubicBezTo>
                            <a:pt x="66206" y="15993"/>
                            <a:pt x="68587" y="21422"/>
                            <a:pt x="67064" y="2618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59" name="Forme libre : forme 15258">
                      <a:extLst>
                        <a:ext uri="{FF2B5EF4-FFF2-40B4-BE49-F238E27FC236}">
                          <a16:creationId xmlns:a16="http://schemas.microsoft.com/office/drawing/2014/main" id="{5C3FCC5B-F7DE-46E3-8ECC-DE1D71AE0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77609" y="2804159"/>
                      <a:ext cx="45440" cy="36167"/>
                    </a:xfrm>
                    <a:custGeom>
                      <a:avLst/>
                      <a:gdLst>
                        <a:gd name="connsiteX0" fmla="*/ 16294 w 45440"/>
                        <a:gd name="connsiteY0" fmla="*/ 0 h 36167"/>
                        <a:gd name="connsiteX1" fmla="*/ 7 w 45440"/>
                        <a:gd name="connsiteY1" fmla="*/ 14192 h 36167"/>
                        <a:gd name="connsiteX2" fmla="*/ 9151 w 45440"/>
                        <a:gd name="connsiteY2" fmla="*/ 27432 h 36167"/>
                        <a:gd name="connsiteX3" fmla="*/ 31153 w 45440"/>
                        <a:gd name="connsiteY3" fmla="*/ 35147 h 36167"/>
                        <a:gd name="connsiteX4" fmla="*/ 45441 w 45440"/>
                        <a:gd name="connsiteY4" fmla="*/ 36004 h 36167"/>
                        <a:gd name="connsiteX5" fmla="*/ 37916 w 45440"/>
                        <a:gd name="connsiteY5" fmla="*/ 33147 h 36167"/>
                        <a:gd name="connsiteX6" fmla="*/ 21533 w 45440"/>
                        <a:gd name="connsiteY6" fmla="*/ 18097 h 36167"/>
                        <a:gd name="connsiteX7" fmla="*/ 16294 w 45440"/>
                        <a:gd name="connsiteY7" fmla="*/ 0 h 361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440" h="36167">
                          <a:moveTo>
                            <a:pt x="16294" y="0"/>
                          </a:moveTo>
                          <a:cubicBezTo>
                            <a:pt x="6484" y="2762"/>
                            <a:pt x="197" y="8001"/>
                            <a:pt x="7" y="14192"/>
                          </a:cubicBezTo>
                          <a:cubicBezTo>
                            <a:pt x="-184" y="19145"/>
                            <a:pt x="3531" y="23813"/>
                            <a:pt x="9151" y="27432"/>
                          </a:cubicBezTo>
                          <a:cubicBezTo>
                            <a:pt x="14866" y="30671"/>
                            <a:pt x="22391" y="34195"/>
                            <a:pt x="31153" y="35147"/>
                          </a:cubicBezTo>
                          <a:cubicBezTo>
                            <a:pt x="36202" y="36100"/>
                            <a:pt x="40964" y="36386"/>
                            <a:pt x="45441" y="36004"/>
                          </a:cubicBezTo>
                          <a:cubicBezTo>
                            <a:pt x="42870" y="35433"/>
                            <a:pt x="40298" y="34480"/>
                            <a:pt x="37916" y="33147"/>
                          </a:cubicBezTo>
                          <a:cubicBezTo>
                            <a:pt x="31535" y="28766"/>
                            <a:pt x="25629" y="24003"/>
                            <a:pt x="21533" y="18097"/>
                          </a:cubicBezTo>
                          <a:cubicBezTo>
                            <a:pt x="17533" y="12383"/>
                            <a:pt x="15247" y="6001"/>
                            <a:pt x="16294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60" name="Forme libre : forme 15259">
                      <a:extLst>
                        <a:ext uri="{FF2B5EF4-FFF2-40B4-BE49-F238E27FC236}">
                          <a16:creationId xmlns:a16="http://schemas.microsoft.com/office/drawing/2014/main" id="{BC336895-3523-4C2E-A47F-6760D96AED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81038" y="2807229"/>
                      <a:ext cx="66337" cy="37555"/>
                    </a:xfrm>
                    <a:custGeom>
                      <a:avLst/>
                      <a:gdLst>
                        <a:gd name="connsiteX0" fmla="*/ 65825 w 66337"/>
                        <a:gd name="connsiteY0" fmla="*/ 26744 h 37555"/>
                        <a:gd name="connsiteX1" fmla="*/ 52966 w 66337"/>
                        <a:gd name="connsiteY1" fmla="*/ 36364 h 37555"/>
                        <a:gd name="connsiteX2" fmla="*/ 42394 w 66337"/>
                        <a:gd name="connsiteY2" fmla="*/ 37507 h 37555"/>
                        <a:gd name="connsiteX3" fmla="*/ 30297 w 66337"/>
                        <a:gd name="connsiteY3" fmla="*/ 36459 h 37555"/>
                        <a:gd name="connsiteX4" fmla="*/ 18486 w 66337"/>
                        <a:gd name="connsiteY4" fmla="*/ 33316 h 37555"/>
                        <a:gd name="connsiteX5" fmla="*/ 8866 w 66337"/>
                        <a:gd name="connsiteY5" fmla="*/ 28363 h 37555"/>
                        <a:gd name="connsiteX6" fmla="*/ 7 w 66337"/>
                        <a:gd name="connsiteY6" fmla="*/ 15124 h 37555"/>
                        <a:gd name="connsiteX7" fmla="*/ 10866 w 66337"/>
                        <a:gd name="connsiteY7" fmla="*/ 2932 h 37555"/>
                        <a:gd name="connsiteX8" fmla="*/ 22486 w 66337"/>
                        <a:gd name="connsiteY8" fmla="*/ 265 h 37555"/>
                        <a:gd name="connsiteX9" fmla="*/ 36488 w 66337"/>
                        <a:gd name="connsiteY9" fmla="*/ 741 h 37555"/>
                        <a:gd name="connsiteX10" fmla="*/ 49918 w 66337"/>
                        <a:gd name="connsiteY10" fmla="*/ 4837 h 37555"/>
                        <a:gd name="connsiteX11" fmla="*/ 59919 w 66337"/>
                        <a:gd name="connsiteY11" fmla="*/ 11504 h 37555"/>
                        <a:gd name="connsiteX12" fmla="*/ 65825 w 66337"/>
                        <a:gd name="connsiteY12" fmla="*/ 26744 h 37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6337" h="37555">
                          <a:moveTo>
                            <a:pt x="65825" y="26744"/>
                          </a:moveTo>
                          <a:cubicBezTo>
                            <a:pt x="64301" y="31411"/>
                            <a:pt x="59253" y="34745"/>
                            <a:pt x="52966" y="36364"/>
                          </a:cubicBezTo>
                          <a:cubicBezTo>
                            <a:pt x="49728" y="37222"/>
                            <a:pt x="46299" y="37412"/>
                            <a:pt x="42394" y="37507"/>
                          </a:cubicBezTo>
                          <a:cubicBezTo>
                            <a:pt x="38488" y="37698"/>
                            <a:pt x="34488" y="37317"/>
                            <a:pt x="30297" y="36459"/>
                          </a:cubicBezTo>
                          <a:cubicBezTo>
                            <a:pt x="26106" y="35507"/>
                            <a:pt x="22105" y="34840"/>
                            <a:pt x="18486" y="33316"/>
                          </a:cubicBezTo>
                          <a:cubicBezTo>
                            <a:pt x="14866" y="31983"/>
                            <a:pt x="11628" y="30078"/>
                            <a:pt x="8866" y="28363"/>
                          </a:cubicBezTo>
                          <a:cubicBezTo>
                            <a:pt x="3341" y="24839"/>
                            <a:pt x="-183" y="20076"/>
                            <a:pt x="7" y="15124"/>
                          </a:cubicBezTo>
                          <a:cubicBezTo>
                            <a:pt x="197" y="10171"/>
                            <a:pt x="4198" y="5789"/>
                            <a:pt x="10866" y="2932"/>
                          </a:cubicBezTo>
                          <a:cubicBezTo>
                            <a:pt x="14200" y="1408"/>
                            <a:pt x="18105" y="741"/>
                            <a:pt x="22486" y="265"/>
                          </a:cubicBezTo>
                          <a:cubicBezTo>
                            <a:pt x="26868" y="-21"/>
                            <a:pt x="31630" y="-307"/>
                            <a:pt x="36488" y="741"/>
                          </a:cubicBezTo>
                          <a:cubicBezTo>
                            <a:pt x="41346" y="1693"/>
                            <a:pt x="45918" y="3122"/>
                            <a:pt x="49918" y="4837"/>
                          </a:cubicBezTo>
                          <a:cubicBezTo>
                            <a:pt x="53919" y="6551"/>
                            <a:pt x="57253" y="9123"/>
                            <a:pt x="59919" y="11504"/>
                          </a:cubicBezTo>
                          <a:cubicBezTo>
                            <a:pt x="65158" y="16552"/>
                            <a:pt x="67444" y="21886"/>
                            <a:pt x="65825" y="2674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61" name="Forme libre : forme 15260">
                      <a:extLst>
                        <a:ext uri="{FF2B5EF4-FFF2-40B4-BE49-F238E27FC236}">
                          <a16:creationId xmlns:a16="http://schemas.microsoft.com/office/drawing/2014/main" id="{6B1770BD-E718-42D0-8739-7C9F5CF084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7637" y="2789836"/>
                      <a:ext cx="80139" cy="68694"/>
                    </a:xfrm>
                    <a:custGeom>
                      <a:avLst/>
                      <a:gdLst>
                        <a:gd name="connsiteX0" fmla="*/ 1213 w 80139"/>
                        <a:gd name="connsiteY0" fmla="*/ 31659 h 68694"/>
                        <a:gd name="connsiteX1" fmla="*/ 4356 w 80139"/>
                        <a:gd name="connsiteY1" fmla="*/ 48137 h 68694"/>
                        <a:gd name="connsiteX2" fmla="*/ 35598 w 80139"/>
                        <a:gd name="connsiteY2" fmla="*/ 65949 h 68694"/>
                        <a:gd name="connsiteX3" fmla="*/ 51219 w 80139"/>
                        <a:gd name="connsiteY3" fmla="*/ 68616 h 68694"/>
                        <a:gd name="connsiteX4" fmla="*/ 66459 w 80139"/>
                        <a:gd name="connsiteY4" fmla="*/ 67664 h 68694"/>
                        <a:gd name="connsiteX5" fmla="*/ 79985 w 80139"/>
                        <a:gd name="connsiteY5" fmla="*/ 53948 h 68694"/>
                        <a:gd name="connsiteX6" fmla="*/ 70936 w 80139"/>
                        <a:gd name="connsiteY6" fmla="*/ 43280 h 68694"/>
                        <a:gd name="connsiteX7" fmla="*/ 57315 w 80139"/>
                        <a:gd name="connsiteY7" fmla="*/ 31754 h 68694"/>
                        <a:gd name="connsiteX8" fmla="*/ 44838 w 80139"/>
                        <a:gd name="connsiteY8" fmla="*/ 19467 h 68694"/>
                        <a:gd name="connsiteX9" fmla="*/ 9214 w 80139"/>
                        <a:gd name="connsiteY9" fmla="*/ 1084 h 68694"/>
                        <a:gd name="connsiteX10" fmla="*/ 1213 w 80139"/>
                        <a:gd name="connsiteY10" fmla="*/ 31659 h 68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0139" h="68694">
                          <a:moveTo>
                            <a:pt x="1213" y="31659"/>
                          </a:moveTo>
                          <a:cubicBezTo>
                            <a:pt x="1308" y="37279"/>
                            <a:pt x="1499" y="42994"/>
                            <a:pt x="4356" y="48137"/>
                          </a:cubicBezTo>
                          <a:cubicBezTo>
                            <a:pt x="9785" y="58234"/>
                            <a:pt x="23501" y="62425"/>
                            <a:pt x="35598" y="65949"/>
                          </a:cubicBezTo>
                          <a:cubicBezTo>
                            <a:pt x="40837" y="66997"/>
                            <a:pt x="45981" y="68235"/>
                            <a:pt x="51219" y="68616"/>
                          </a:cubicBezTo>
                          <a:cubicBezTo>
                            <a:pt x="56458" y="68806"/>
                            <a:pt x="61506" y="68711"/>
                            <a:pt x="66459" y="67664"/>
                          </a:cubicBezTo>
                          <a:cubicBezTo>
                            <a:pt x="73794" y="65758"/>
                            <a:pt x="81318" y="60806"/>
                            <a:pt x="79985" y="53948"/>
                          </a:cubicBezTo>
                          <a:cubicBezTo>
                            <a:pt x="79128" y="49566"/>
                            <a:pt x="74841" y="46518"/>
                            <a:pt x="70936" y="43280"/>
                          </a:cubicBezTo>
                          <a:cubicBezTo>
                            <a:pt x="66269" y="39470"/>
                            <a:pt x="61792" y="35564"/>
                            <a:pt x="57315" y="31754"/>
                          </a:cubicBezTo>
                          <a:cubicBezTo>
                            <a:pt x="52934" y="27944"/>
                            <a:pt x="48743" y="23658"/>
                            <a:pt x="44838" y="19467"/>
                          </a:cubicBezTo>
                          <a:cubicBezTo>
                            <a:pt x="38456" y="12609"/>
                            <a:pt x="24740" y="-4441"/>
                            <a:pt x="9214" y="1084"/>
                          </a:cubicBezTo>
                          <a:cubicBezTo>
                            <a:pt x="-4597" y="5561"/>
                            <a:pt x="1213" y="23848"/>
                            <a:pt x="1213" y="3165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62" name="Forme libre : forme 15261">
                      <a:extLst>
                        <a:ext uri="{FF2B5EF4-FFF2-40B4-BE49-F238E27FC236}">
                          <a16:creationId xmlns:a16="http://schemas.microsoft.com/office/drawing/2014/main" id="{C4860B8E-8480-49C9-BECC-53B1FB2AA3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2662" y="2790130"/>
                      <a:ext cx="30010" cy="17867"/>
                    </a:xfrm>
                    <a:custGeom>
                      <a:avLst/>
                      <a:gdLst>
                        <a:gd name="connsiteX0" fmla="*/ 1714 w 30010"/>
                        <a:gd name="connsiteY0" fmla="*/ 10505 h 17867"/>
                        <a:gd name="connsiteX1" fmla="*/ 0 w 30010"/>
                        <a:gd name="connsiteY1" fmla="*/ 14410 h 17867"/>
                        <a:gd name="connsiteX2" fmla="*/ 2762 w 30010"/>
                        <a:gd name="connsiteY2" fmla="*/ 17649 h 17867"/>
                        <a:gd name="connsiteX3" fmla="*/ 7905 w 30010"/>
                        <a:gd name="connsiteY3" fmla="*/ 17267 h 17867"/>
                        <a:gd name="connsiteX4" fmla="*/ 20574 w 30010"/>
                        <a:gd name="connsiteY4" fmla="*/ 13934 h 17867"/>
                        <a:gd name="connsiteX5" fmla="*/ 25336 w 30010"/>
                        <a:gd name="connsiteY5" fmla="*/ 11838 h 17867"/>
                        <a:gd name="connsiteX6" fmla="*/ 22098 w 30010"/>
                        <a:gd name="connsiteY6" fmla="*/ 27 h 17867"/>
                        <a:gd name="connsiteX7" fmla="*/ 10096 w 30010"/>
                        <a:gd name="connsiteY7" fmla="*/ 3361 h 17867"/>
                        <a:gd name="connsiteX8" fmla="*/ 1714 w 30010"/>
                        <a:gd name="connsiteY8" fmla="*/ 10505 h 17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0010" h="17867">
                          <a:moveTo>
                            <a:pt x="1714" y="10505"/>
                          </a:moveTo>
                          <a:cubicBezTo>
                            <a:pt x="762" y="11743"/>
                            <a:pt x="0" y="13076"/>
                            <a:pt x="0" y="14410"/>
                          </a:cubicBezTo>
                          <a:cubicBezTo>
                            <a:pt x="0" y="15743"/>
                            <a:pt x="1048" y="17172"/>
                            <a:pt x="2762" y="17649"/>
                          </a:cubicBezTo>
                          <a:cubicBezTo>
                            <a:pt x="4381" y="18125"/>
                            <a:pt x="6191" y="17744"/>
                            <a:pt x="7905" y="17267"/>
                          </a:cubicBezTo>
                          <a:cubicBezTo>
                            <a:pt x="12192" y="16125"/>
                            <a:pt x="16478" y="15363"/>
                            <a:pt x="20574" y="13934"/>
                          </a:cubicBezTo>
                          <a:cubicBezTo>
                            <a:pt x="22288" y="13362"/>
                            <a:pt x="24003" y="12791"/>
                            <a:pt x="25336" y="11838"/>
                          </a:cubicBezTo>
                          <a:cubicBezTo>
                            <a:pt x="31051" y="8028"/>
                            <a:pt x="33147" y="-544"/>
                            <a:pt x="22098" y="27"/>
                          </a:cubicBezTo>
                          <a:cubicBezTo>
                            <a:pt x="17812" y="313"/>
                            <a:pt x="13621" y="1456"/>
                            <a:pt x="10096" y="3361"/>
                          </a:cubicBezTo>
                          <a:cubicBezTo>
                            <a:pt x="6477" y="5457"/>
                            <a:pt x="3524" y="8028"/>
                            <a:pt x="1714" y="1050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63" name="Forme libre : forme 15262">
                      <a:extLst>
                        <a:ext uri="{FF2B5EF4-FFF2-40B4-BE49-F238E27FC236}">
                          <a16:creationId xmlns:a16="http://schemas.microsoft.com/office/drawing/2014/main" id="{8AFB9A59-5B89-427A-8944-FD42C3561E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9812" y="2845117"/>
                      <a:ext cx="46482" cy="22532"/>
                    </a:xfrm>
                    <a:custGeom>
                      <a:avLst/>
                      <a:gdLst>
                        <a:gd name="connsiteX0" fmla="*/ 46482 w 46482"/>
                        <a:gd name="connsiteY0" fmla="*/ 0 h 22532"/>
                        <a:gd name="connsiteX1" fmla="*/ 36576 w 46482"/>
                        <a:gd name="connsiteY1" fmla="*/ 12001 h 22532"/>
                        <a:gd name="connsiteX2" fmla="*/ 22193 w 46482"/>
                        <a:gd name="connsiteY2" fmla="*/ 19526 h 22532"/>
                        <a:gd name="connsiteX3" fmla="*/ 0 w 46482"/>
                        <a:gd name="connsiteY3" fmla="*/ 22479 h 22532"/>
                        <a:gd name="connsiteX4" fmla="*/ 16097 w 46482"/>
                        <a:gd name="connsiteY4" fmla="*/ 19050 h 22532"/>
                        <a:gd name="connsiteX5" fmla="*/ 31146 w 46482"/>
                        <a:gd name="connsiteY5" fmla="*/ 12573 h 22532"/>
                        <a:gd name="connsiteX6" fmla="*/ 46482 w 46482"/>
                        <a:gd name="connsiteY6" fmla="*/ 0 h 22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482" h="22532">
                          <a:moveTo>
                            <a:pt x="46482" y="0"/>
                          </a:moveTo>
                          <a:cubicBezTo>
                            <a:pt x="46482" y="0"/>
                            <a:pt x="43910" y="6477"/>
                            <a:pt x="36576" y="12001"/>
                          </a:cubicBezTo>
                          <a:cubicBezTo>
                            <a:pt x="33051" y="14668"/>
                            <a:pt x="28098" y="17716"/>
                            <a:pt x="22193" y="19526"/>
                          </a:cubicBezTo>
                          <a:cubicBezTo>
                            <a:pt x="16287" y="21146"/>
                            <a:pt x="8858" y="22860"/>
                            <a:pt x="0" y="22479"/>
                          </a:cubicBezTo>
                          <a:cubicBezTo>
                            <a:pt x="0" y="22479"/>
                            <a:pt x="6858" y="22288"/>
                            <a:pt x="16097" y="19050"/>
                          </a:cubicBezTo>
                          <a:cubicBezTo>
                            <a:pt x="20574" y="17812"/>
                            <a:pt x="25812" y="15716"/>
                            <a:pt x="31146" y="12573"/>
                          </a:cubicBezTo>
                          <a:cubicBezTo>
                            <a:pt x="36576" y="9334"/>
                            <a:pt x="41814" y="5715"/>
                            <a:pt x="4648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64" name="Forme libre : forme 15263">
                      <a:extLst>
                        <a:ext uri="{FF2B5EF4-FFF2-40B4-BE49-F238E27FC236}">
                          <a16:creationId xmlns:a16="http://schemas.microsoft.com/office/drawing/2014/main" id="{E48B136C-40D8-4FB1-9A27-3E15B0BBE5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8276" y="2771298"/>
                      <a:ext cx="50101" cy="36671"/>
                    </a:xfrm>
                    <a:custGeom>
                      <a:avLst/>
                      <a:gdLst>
                        <a:gd name="connsiteX0" fmla="*/ 50102 w 50101"/>
                        <a:gd name="connsiteY0" fmla="*/ 0 h 36671"/>
                        <a:gd name="connsiteX1" fmla="*/ 47911 w 50101"/>
                        <a:gd name="connsiteY1" fmla="*/ 0 h 36671"/>
                        <a:gd name="connsiteX2" fmla="*/ 42291 w 50101"/>
                        <a:gd name="connsiteY2" fmla="*/ 571 h 36671"/>
                        <a:gd name="connsiteX3" fmla="*/ 25241 w 50101"/>
                        <a:gd name="connsiteY3" fmla="*/ 5334 h 36671"/>
                        <a:gd name="connsiteX4" fmla="*/ 8097 w 50101"/>
                        <a:gd name="connsiteY4" fmla="*/ 16478 h 36671"/>
                        <a:gd name="connsiteX5" fmla="*/ 0 w 50101"/>
                        <a:gd name="connsiteY5" fmla="*/ 36671 h 36671"/>
                        <a:gd name="connsiteX6" fmla="*/ 1524 w 50101"/>
                        <a:gd name="connsiteY6" fmla="*/ 31718 h 36671"/>
                        <a:gd name="connsiteX7" fmla="*/ 8192 w 50101"/>
                        <a:gd name="connsiteY7" fmla="*/ 20574 h 36671"/>
                        <a:gd name="connsiteX8" fmla="*/ 23336 w 50101"/>
                        <a:gd name="connsiteY8" fmla="*/ 8287 h 36671"/>
                        <a:gd name="connsiteX9" fmla="*/ 50102 w 50101"/>
                        <a:gd name="connsiteY9" fmla="*/ 0 h 36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0101" h="36671">
                          <a:moveTo>
                            <a:pt x="50102" y="0"/>
                          </a:moveTo>
                          <a:cubicBezTo>
                            <a:pt x="50102" y="0"/>
                            <a:pt x="49340" y="0"/>
                            <a:pt x="47911" y="0"/>
                          </a:cubicBezTo>
                          <a:cubicBezTo>
                            <a:pt x="46577" y="0"/>
                            <a:pt x="44578" y="95"/>
                            <a:pt x="42291" y="571"/>
                          </a:cubicBezTo>
                          <a:cubicBezTo>
                            <a:pt x="37624" y="1429"/>
                            <a:pt x="31433" y="2857"/>
                            <a:pt x="25241" y="5334"/>
                          </a:cubicBezTo>
                          <a:cubicBezTo>
                            <a:pt x="19050" y="7810"/>
                            <a:pt x="12764" y="11430"/>
                            <a:pt x="8097" y="16478"/>
                          </a:cubicBezTo>
                          <a:cubicBezTo>
                            <a:pt x="3429" y="21336"/>
                            <a:pt x="286" y="28194"/>
                            <a:pt x="0" y="36671"/>
                          </a:cubicBezTo>
                          <a:cubicBezTo>
                            <a:pt x="0" y="36671"/>
                            <a:pt x="381" y="34766"/>
                            <a:pt x="1524" y="31718"/>
                          </a:cubicBezTo>
                          <a:cubicBezTo>
                            <a:pt x="2667" y="28575"/>
                            <a:pt x="4763" y="24670"/>
                            <a:pt x="8192" y="20574"/>
                          </a:cubicBezTo>
                          <a:cubicBezTo>
                            <a:pt x="11621" y="16478"/>
                            <a:pt x="16479" y="12097"/>
                            <a:pt x="23336" y="8287"/>
                          </a:cubicBezTo>
                          <a:cubicBezTo>
                            <a:pt x="30195" y="4763"/>
                            <a:pt x="38862" y="1048"/>
                            <a:pt x="5010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65" name="Forme libre : forme 15264">
                      <a:extLst>
                        <a:ext uri="{FF2B5EF4-FFF2-40B4-BE49-F238E27FC236}">
                          <a16:creationId xmlns:a16="http://schemas.microsoft.com/office/drawing/2014/main" id="{C24CE5C5-1317-4AB3-8D2A-66E4768D07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07094" y="2807374"/>
                      <a:ext cx="25365" cy="14850"/>
                    </a:xfrm>
                    <a:custGeom>
                      <a:avLst/>
                      <a:gdLst>
                        <a:gd name="connsiteX0" fmla="*/ 24718 w 25365"/>
                        <a:gd name="connsiteY0" fmla="*/ 13073 h 14850"/>
                        <a:gd name="connsiteX1" fmla="*/ 9193 w 25365"/>
                        <a:gd name="connsiteY1" fmla="*/ 12312 h 14850"/>
                        <a:gd name="connsiteX2" fmla="*/ 430 w 25365"/>
                        <a:gd name="connsiteY2" fmla="*/ 2215 h 14850"/>
                        <a:gd name="connsiteX3" fmla="*/ 16432 w 25365"/>
                        <a:gd name="connsiteY3" fmla="*/ 2501 h 14850"/>
                        <a:gd name="connsiteX4" fmla="*/ 24718 w 25365"/>
                        <a:gd name="connsiteY4" fmla="*/ 13073 h 14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365" h="14850">
                          <a:moveTo>
                            <a:pt x="24718" y="13073"/>
                          </a:moveTo>
                          <a:cubicBezTo>
                            <a:pt x="22528" y="15645"/>
                            <a:pt x="15765" y="15455"/>
                            <a:pt x="9193" y="12312"/>
                          </a:cubicBezTo>
                          <a:cubicBezTo>
                            <a:pt x="2716" y="9168"/>
                            <a:pt x="-1380" y="5168"/>
                            <a:pt x="430" y="2215"/>
                          </a:cubicBezTo>
                          <a:cubicBezTo>
                            <a:pt x="2335" y="-738"/>
                            <a:pt x="9669" y="-833"/>
                            <a:pt x="16432" y="2501"/>
                          </a:cubicBezTo>
                          <a:cubicBezTo>
                            <a:pt x="23385" y="5644"/>
                            <a:pt x="26909" y="10406"/>
                            <a:pt x="24718" y="1307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66" name="Forme libre : forme 15265">
                      <a:extLst>
                        <a:ext uri="{FF2B5EF4-FFF2-40B4-BE49-F238E27FC236}">
                          <a16:creationId xmlns:a16="http://schemas.microsoft.com/office/drawing/2014/main" id="{3132CE30-CF05-480E-BF6F-9156239C03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28727" y="2816227"/>
                      <a:ext cx="7152" cy="5472"/>
                    </a:xfrm>
                    <a:custGeom>
                      <a:avLst/>
                      <a:gdLst>
                        <a:gd name="connsiteX0" fmla="*/ 7087 w 7152"/>
                        <a:gd name="connsiteY0" fmla="*/ 3744 h 5472"/>
                        <a:gd name="connsiteX1" fmla="*/ 2991 w 7152"/>
                        <a:gd name="connsiteY1" fmla="*/ 5268 h 5472"/>
                        <a:gd name="connsiteX2" fmla="*/ 39 w 7152"/>
                        <a:gd name="connsiteY2" fmla="*/ 1934 h 5472"/>
                        <a:gd name="connsiteX3" fmla="*/ 4230 w 7152"/>
                        <a:gd name="connsiteY3" fmla="*/ 124 h 5472"/>
                        <a:gd name="connsiteX4" fmla="*/ 7087 w 7152"/>
                        <a:gd name="connsiteY4" fmla="*/ 3744 h 54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52" h="5472">
                          <a:moveTo>
                            <a:pt x="7087" y="3744"/>
                          </a:moveTo>
                          <a:cubicBezTo>
                            <a:pt x="6706" y="5173"/>
                            <a:pt x="4896" y="5839"/>
                            <a:pt x="2991" y="5268"/>
                          </a:cubicBezTo>
                          <a:cubicBezTo>
                            <a:pt x="1086" y="4792"/>
                            <a:pt x="-247" y="3363"/>
                            <a:pt x="39" y="1934"/>
                          </a:cubicBezTo>
                          <a:cubicBezTo>
                            <a:pt x="324" y="601"/>
                            <a:pt x="2229" y="-352"/>
                            <a:pt x="4230" y="124"/>
                          </a:cubicBezTo>
                          <a:cubicBezTo>
                            <a:pt x="6134" y="791"/>
                            <a:pt x="7468" y="2411"/>
                            <a:pt x="7087" y="37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67" name="Forme libre : forme 15266">
                      <a:extLst>
                        <a:ext uri="{FF2B5EF4-FFF2-40B4-BE49-F238E27FC236}">
                          <a16:creationId xmlns:a16="http://schemas.microsoft.com/office/drawing/2014/main" id="{E8C1647C-E952-4702-B026-C3E1229A8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0360" y="2779965"/>
                      <a:ext cx="58546" cy="57488"/>
                    </a:xfrm>
                    <a:custGeom>
                      <a:avLst/>
                      <a:gdLst>
                        <a:gd name="connsiteX0" fmla="*/ 57838 w 58546"/>
                        <a:gd name="connsiteY0" fmla="*/ 29433 h 57488"/>
                        <a:gd name="connsiteX1" fmla="*/ 54314 w 58546"/>
                        <a:gd name="connsiteY1" fmla="*/ 52579 h 57488"/>
                        <a:gd name="connsiteX2" fmla="*/ 46980 w 58546"/>
                        <a:gd name="connsiteY2" fmla="*/ 57341 h 57488"/>
                        <a:gd name="connsiteX3" fmla="*/ 41455 w 58546"/>
                        <a:gd name="connsiteY3" fmla="*/ 50483 h 57488"/>
                        <a:gd name="connsiteX4" fmla="*/ 32025 w 58546"/>
                        <a:gd name="connsiteY4" fmla="*/ 25528 h 57488"/>
                        <a:gd name="connsiteX5" fmla="*/ 24310 w 58546"/>
                        <a:gd name="connsiteY5" fmla="*/ 20479 h 57488"/>
                        <a:gd name="connsiteX6" fmla="*/ 12213 w 58546"/>
                        <a:gd name="connsiteY6" fmla="*/ 14098 h 57488"/>
                        <a:gd name="connsiteX7" fmla="*/ 1165 w 58546"/>
                        <a:gd name="connsiteY7" fmla="*/ 2382 h 57488"/>
                        <a:gd name="connsiteX8" fmla="*/ 23643 w 58546"/>
                        <a:gd name="connsiteY8" fmla="*/ 1906 h 57488"/>
                        <a:gd name="connsiteX9" fmla="*/ 45455 w 58546"/>
                        <a:gd name="connsiteY9" fmla="*/ 11240 h 57488"/>
                        <a:gd name="connsiteX10" fmla="*/ 57838 w 58546"/>
                        <a:gd name="connsiteY10" fmla="*/ 29433 h 574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8546" h="57488">
                          <a:moveTo>
                            <a:pt x="57838" y="29433"/>
                          </a:moveTo>
                          <a:cubicBezTo>
                            <a:pt x="59743" y="37720"/>
                            <a:pt x="57552" y="45435"/>
                            <a:pt x="54314" y="52579"/>
                          </a:cubicBezTo>
                          <a:cubicBezTo>
                            <a:pt x="53171" y="55150"/>
                            <a:pt x="50694" y="58198"/>
                            <a:pt x="46980" y="57341"/>
                          </a:cubicBezTo>
                          <a:cubicBezTo>
                            <a:pt x="43646" y="56579"/>
                            <a:pt x="42027" y="53245"/>
                            <a:pt x="41455" y="50483"/>
                          </a:cubicBezTo>
                          <a:cubicBezTo>
                            <a:pt x="39455" y="41815"/>
                            <a:pt x="39550" y="33052"/>
                            <a:pt x="32025" y="25528"/>
                          </a:cubicBezTo>
                          <a:cubicBezTo>
                            <a:pt x="30882" y="24385"/>
                            <a:pt x="27930" y="22480"/>
                            <a:pt x="24310" y="20479"/>
                          </a:cubicBezTo>
                          <a:cubicBezTo>
                            <a:pt x="20691" y="18574"/>
                            <a:pt x="16404" y="16383"/>
                            <a:pt x="12213" y="14098"/>
                          </a:cubicBezTo>
                          <a:cubicBezTo>
                            <a:pt x="4117" y="9430"/>
                            <a:pt x="-2836" y="5811"/>
                            <a:pt x="1165" y="2382"/>
                          </a:cubicBezTo>
                          <a:cubicBezTo>
                            <a:pt x="5165" y="-1047"/>
                            <a:pt x="14404" y="-380"/>
                            <a:pt x="23643" y="1906"/>
                          </a:cubicBezTo>
                          <a:cubicBezTo>
                            <a:pt x="32882" y="3906"/>
                            <a:pt x="41646" y="8764"/>
                            <a:pt x="45455" y="11240"/>
                          </a:cubicBezTo>
                          <a:cubicBezTo>
                            <a:pt x="52314" y="16383"/>
                            <a:pt x="56314" y="23337"/>
                            <a:pt x="57838" y="2943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28" name="Graphique 1">
                    <a:extLst>
                      <a:ext uri="{FF2B5EF4-FFF2-40B4-BE49-F238E27FC236}">
                        <a16:creationId xmlns:a16="http://schemas.microsoft.com/office/drawing/2014/main" id="{6A47FCA3-9A80-426A-A4CE-351D995D514A}"/>
                      </a:ext>
                    </a:extLst>
                  </p:cNvPr>
                  <p:cNvGrpSpPr/>
                  <p:nvPr/>
                </p:nvGrpSpPr>
                <p:grpSpPr>
                  <a:xfrm>
                    <a:off x="5365810" y="2811686"/>
                    <a:ext cx="141740" cy="141290"/>
                    <a:chOff x="5365810" y="2811686"/>
                    <a:chExt cx="141740" cy="141290"/>
                  </a:xfrm>
                  <a:solidFill>
                    <a:schemeClr val="accent1"/>
                  </a:solidFill>
                </p:grpSpPr>
                <p:sp>
                  <p:nvSpPr>
                    <p:cNvPr id="15244" name="Forme libre : forme 15243">
                      <a:extLst>
                        <a:ext uri="{FF2B5EF4-FFF2-40B4-BE49-F238E27FC236}">
                          <a16:creationId xmlns:a16="http://schemas.microsoft.com/office/drawing/2014/main" id="{CFB24A60-92F3-4B9A-9277-B04A89B8AC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6008" y="2811686"/>
                      <a:ext cx="141542" cy="141290"/>
                    </a:xfrm>
                    <a:custGeom>
                      <a:avLst/>
                      <a:gdLst>
                        <a:gd name="connsiteX0" fmla="*/ 51721 w 141542"/>
                        <a:gd name="connsiteY0" fmla="*/ 122299 h 141290"/>
                        <a:gd name="connsiteX1" fmla="*/ 35909 w 141542"/>
                        <a:gd name="connsiteY1" fmla="*/ 105154 h 141290"/>
                        <a:gd name="connsiteX2" fmla="*/ 27623 w 141542"/>
                        <a:gd name="connsiteY2" fmla="*/ 97439 h 141290"/>
                        <a:gd name="connsiteX3" fmla="*/ 19050 w 141542"/>
                        <a:gd name="connsiteY3" fmla="*/ 90295 h 141290"/>
                        <a:gd name="connsiteX4" fmla="*/ 13525 w 141542"/>
                        <a:gd name="connsiteY4" fmla="*/ 85056 h 141290"/>
                        <a:gd name="connsiteX5" fmla="*/ 8858 w 141542"/>
                        <a:gd name="connsiteY5" fmla="*/ 79436 h 141290"/>
                        <a:gd name="connsiteX6" fmla="*/ 2381 w 141542"/>
                        <a:gd name="connsiteY6" fmla="*/ 66578 h 141290"/>
                        <a:gd name="connsiteX7" fmla="*/ 0 w 141542"/>
                        <a:gd name="connsiteY7" fmla="*/ 52481 h 141290"/>
                        <a:gd name="connsiteX8" fmla="*/ 2857 w 141542"/>
                        <a:gd name="connsiteY8" fmla="*/ 38860 h 141290"/>
                        <a:gd name="connsiteX9" fmla="*/ 14383 w 141542"/>
                        <a:gd name="connsiteY9" fmla="*/ 14857 h 141290"/>
                        <a:gd name="connsiteX10" fmla="*/ 24099 w 141542"/>
                        <a:gd name="connsiteY10" fmla="*/ 4379 h 141290"/>
                        <a:gd name="connsiteX11" fmla="*/ 39719 w 141542"/>
                        <a:gd name="connsiteY11" fmla="*/ 93 h 141290"/>
                        <a:gd name="connsiteX12" fmla="*/ 59055 w 141542"/>
                        <a:gd name="connsiteY12" fmla="*/ 2855 h 141290"/>
                        <a:gd name="connsiteX13" fmla="*/ 69247 w 141542"/>
                        <a:gd name="connsiteY13" fmla="*/ 7046 h 141290"/>
                        <a:gd name="connsiteX14" fmla="*/ 78867 w 141542"/>
                        <a:gd name="connsiteY14" fmla="*/ 13333 h 141290"/>
                        <a:gd name="connsiteX15" fmla="*/ 91916 w 141542"/>
                        <a:gd name="connsiteY15" fmla="*/ 23906 h 141290"/>
                        <a:gd name="connsiteX16" fmla="*/ 104204 w 141542"/>
                        <a:gd name="connsiteY16" fmla="*/ 35050 h 141290"/>
                        <a:gd name="connsiteX17" fmla="*/ 126682 w 141542"/>
                        <a:gd name="connsiteY17" fmla="*/ 58672 h 141290"/>
                        <a:gd name="connsiteX18" fmla="*/ 137732 w 141542"/>
                        <a:gd name="connsiteY18" fmla="*/ 76769 h 141290"/>
                        <a:gd name="connsiteX19" fmla="*/ 141541 w 141542"/>
                        <a:gd name="connsiteY19" fmla="*/ 94772 h 141290"/>
                        <a:gd name="connsiteX20" fmla="*/ 129064 w 141542"/>
                        <a:gd name="connsiteY20" fmla="*/ 121251 h 141290"/>
                        <a:gd name="connsiteX21" fmla="*/ 106299 w 141542"/>
                        <a:gd name="connsiteY21" fmla="*/ 136301 h 141290"/>
                        <a:gd name="connsiteX22" fmla="*/ 78010 w 141542"/>
                        <a:gd name="connsiteY22" fmla="*/ 139729 h 141290"/>
                        <a:gd name="connsiteX23" fmla="*/ 63913 w 141542"/>
                        <a:gd name="connsiteY23" fmla="*/ 133348 h 141290"/>
                        <a:gd name="connsiteX24" fmla="*/ 51721 w 141542"/>
                        <a:gd name="connsiteY24" fmla="*/ 122299 h 141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1542" h="141290">
                          <a:moveTo>
                            <a:pt x="51721" y="122299"/>
                          </a:moveTo>
                          <a:cubicBezTo>
                            <a:pt x="46577" y="116393"/>
                            <a:pt x="41339" y="110488"/>
                            <a:pt x="35909" y="105154"/>
                          </a:cubicBezTo>
                          <a:cubicBezTo>
                            <a:pt x="33242" y="102296"/>
                            <a:pt x="30385" y="99915"/>
                            <a:pt x="27623" y="97439"/>
                          </a:cubicBezTo>
                          <a:cubicBezTo>
                            <a:pt x="24860" y="94867"/>
                            <a:pt x="22003" y="92390"/>
                            <a:pt x="19050" y="90295"/>
                          </a:cubicBezTo>
                          <a:cubicBezTo>
                            <a:pt x="16955" y="88676"/>
                            <a:pt x="15145" y="86961"/>
                            <a:pt x="13525" y="85056"/>
                          </a:cubicBezTo>
                          <a:cubicBezTo>
                            <a:pt x="11811" y="83342"/>
                            <a:pt x="10192" y="81436"/>
                            <a:pt x="8858" y="79436"/>
                          </a:cubicBezTo>
                          <a:cubicBezTo>
                            <a:pt x="6191" y="75245"/>
                            <a:pt x="3905" y="71054"/>
                            <a:pt x="2381" y="66578"/>
                          </a:cubicBezTo>
                          <a:cubicBezTo>
                            <a:pt x="858" y="62101"/>
                            <a:pt x="95" y="57053"/>
                            <a:pt x="0" y="52481"/>
                          </a:cubicBezTo>
                          <a:cubicBezTo>
                            <a:pt x="0" y="47813"/>
                            <a:pt x="762" y="43146"/>
                            <a:pt x="2857" y="38860"/>
                          </a:cubicBezTo>
                          <a:lnTo>
                            <a:pt x="14383" y="14857"/>
                          </a:lnTo>
                          <a:cubicBezTo>
                            <a:pt x="16478" y="10475"/>
                            <a:pt x="19717" y="6951"/>
                            <a:pt x="24099" y="4379"/>
                          </a:cubicBezTo>
                          <a:cubicBezTo>
                            <a:pt x="28480" y="1712"/>
                            <a:pt x="33624" y="474"/>
                            <a:pt x="39719" y="93"/>
                          </a:cubicBezTo>
                          <a:cubicBezTo>
                            <a:pt x="45720" y="-288"/>
                            <a:pt x="52483" y="474"/>
                            <a:pt x="59055" y="2855"/>
                          </a:cubicBezTo>
                          <a:cubicBezTo>
                            <a:pt x="62389" y="3998"/>
                            <a:pt x="65817" y="5332"/>
                            <a:pt x="69247" y="7046"/>
                          </a:cubicBezTo>
                          <a:cubicBezTo>
                            <a:pt x="72485" y="8856"/>
                            <a:pt x="75724" y="10952"/>
                            <a:pt x="78867" y="13333"/>
                          </a:cubicBezTo>
                          <a:cubicBezTo>
                            <a:pt x="83439" y="16667"/>
                            <a:pt x="87725" y="20191"/>
                            <a:pt x="91916" y="23906"/>
                          </a:cubicBezTo>
                          <a:cubicBezTo>
                            <a:pt x="96108" y="27525"/>
                            <a:pt x="100393" y="31144"/>
                            <a:pt x="104204" y="35050"/>
                          </a:cubicBezTo>
                          <a:cubicBezTo>
                            <a:pt x="112205" y="42575"/>
                            <a:pt x="119539" y="50576"/>
                            <a:pt x="126682" y="58672"/>
                          </a:cubicBezTo>
                          <a:cubicBezTo>
                            <a:pt x="131445" y="64482"/>
                            <a:pt x="135350" y="70578"/>
                            <a:pt x="137732" y="76769"/>
                          </a:cubicBezTo>
                          <a:cubicBezTo>
                            <a:pt x="140113" y="82961"/>
                            <a:pt x="141541" y="89057"/>
                            <a:pt x="141541" y="94772"/>
                          </a:cubicBezTo>
                          <a:cubicBezTo>
                            <a:pt x="141637" y="106202"/>
                            <a:pt x="137255" y="115822"/>
                            <a:pt x="129064" y="121251"/>
                          </a:cubicBezTo>
                          <a:lnTo>
                            <a:pt x="106299" y="136301"/>
                          </a:lnTo>
                          <a:cubicBezTo>
                            <a:pt x="98107" y="141730"/>
                            <a:pt x="87725" y="142492"/>
                            <a:pt x="78010" y="139729"/>
                          </a:cubicBezTo>
                          <a:cubicBezTo>
                            <a:pt x="73152" y="138396"/>
                            <a:pt x="68294" y="136301"/>
                            <a:pt x="63913" y="133348"/>
                          </a:cubicBezTo>
                          <a:cubicBezTo>
                            <a:pt x="59341" y="130109"/>
                            <a:pt x="55150" y="126776"/>
                            <a:pt x="51721" y="122299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45" name="Forme libre : forme 15244">
                      <a:extLst>
                        <a:ext uri="{FF2B5EF4-FFF2-40B4-BE49-F238E27FC236}">
                          <a16:creationId xmlns:a16="http://schemas.microsoft.com/office/drawing/2014/main" id="{71C7D665-A7D3-4742-B802-760D6A9B97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5810" y="2839974"/>
                      <a:ext cx="106973" cy="112527"/>
                    </a:xfrm>
                    <a:custGeom>
                      <a:avLst/>
                      <a:gdLst>
                        <a:gd name="connsiteX0" fmla="*/ 46013 w 106973"/>
                        <a:gd name="connsiteY0" fmla="*/ 42386 h 112527"/>
                        <a:gd name="connsiteX1" fmla="*/ 22105 w 106973"/>
                        <a:gd name="connsiteY1" fmla="*/ 23908 h 112527"/>
                        <a:gd name="connsiteX2" fmla="*/ 7818 w 106973"/>
                        <a:gd name="connsiteY2" fmla="*/ 0 h 112527"/>
                        <a:gd name="connsiteX3" fmla="*/ 2865 w 106973"/>
                        <a:gd name="connsiteY3" fmla="*/ 10382 h 112527"/>
                        <a:gd name="connsiteX4" fmla="*/ 7 w 106973"/>
                        <a:gd name="connsiteY4" fmla="*/ 24003 h 112527"/>
                        <a:gd name="connsiteX5" fmla="*/ 2388 w 106973"/>
                        <a:gd name="connsiteY5" fmla="*/ 38100 h 112527"/>
                        <a:gd name="connsiteX6" fmla="*/ 8865 w 106973"/>
                        <a:gd name="connsiteY6" fmla="*/ 50959 h 112527"/>
                        <a:gd name="connsiteX7" fmla="*/ 13533 w 106973"/>
                        <a:gd name="connsiteY7" fmla="*/ 56579 h 112527"/>
                        <a:gd name="connsiteX8" fmla="*/ 19057 w 106973"/>
                        <a:gd name="connsiteY8" fmla="*/ 61817 h 112527"/>
                        <a:gd name="connsiteX9" fmla="*/ 27630 w 106973"/>
                        <a:gd name="connsiteY9" fmla="*/ 68961 h 112527"/>
                        <a:gd name="connsiteX10" fmla="*/ 35916 w 106973"/>
                        <a:gd name="connsiteY10" fmla="*/ 76676 h 112527"/>
                        <a:gd name="connsiteX11" fmla="*/ 51728 w 106973"/>
                        <a:gd name="connsiteY11" fmla="*/ 93821 h 112527"/>
                        <a:gd name="connsiteX12" fmla="*/ 63825 w 106973"/>
                        <a:gd name="connsiteY12" fmla="*/ 104585 h 112527"/>
                        <a:gd name="connsiteX13" fmla="*/ 77921 w 106973"/>
                        <a:gd name="connsiteY13" fmla="*/ 110966 h 112527"/>
                        <a:gd name="connsiteX14" fmla="*/ 106211 w 106973"/>
                        <a:gd name="connsiteY14" fmla="*/ 107537 h 112527"/>
                        <a:gd name="connsiteX15" fmla="*/ 106973 w 106973"/>
                        <a:gd name="connsiteY15" fmla="*/ 107061 h 112527"/>
                        <a:gd name="connsiteX16" fmla="*/ 79541 w 106973"/>
                        <a:gd name="connsiteY16" fmla="*/ 70866 h 112527"/>
                        <a:gd name="connsiteX17" fmla="*/ 64015 w 106973"/>
                        <a:gd name="connsiteY17" fmla="*/ 54959 h 112527"/>
                        <a:gd name="connsiteX18" fmla="*/ 46013 w 106973"/>
                        <a:gd name="connsiteY18" fmla="*/ 42386 h 112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06973" h="112527">
                          <a:moveTo>
                            <a:pt x="46013" y="42386"/>
                          </a:moveTo>
                          <a:cubicBezTo>
                            <a:pt x="36679" y="37338"/>
                            <a:pt x="28677" y="31147"/>
                            <a:pt x="22105" y="23908"/>
                          </a:cubicBezTo>
                          <a:cubicBezTo>
                            <a:pt x="15437" y="16954"/>
                            <a:pt x="10580" y="8477"/>
                            <a:pt x="7818" y="0"/>
                          </a:cubicBezTo>
                          <a:lnTo>
                            <a:pt x="2865" y="10382"/>
                          </a:lnTo>
                          <a:cubicBezTo>
                            <a:pt x="769" y="14764"/>
                            <a:pt x="-88" y="19431"/>
                            <a:pt x="7" y="24003"/>
                          </a:cubicBezTo>
                          <a:cubicBezTo>
                            <a:pt x="102" y="28575"/>
                            <a:pt x="865" y="33623"/>
                            <a:pt x="2388" y="38100"/>
                          </a:cubicBezTo>
                          <a:cubicBezTo>
                            <a:pt x="4008" y="42577"/>
                            <a:pt x="6199" y="46863"/>
                            <a:pt x="8865" y="50959"/>
                          </a:cubicBezTo>
                          <a:cubicBezTo>
                            <a:pt x="10294" y="52959"/>
                            <a:pt x="11819" y="54864"/>
                            <a:pt x="13533" y="56579"/>
                          </a:cubicBezTo>
                          <a:cubicBezTo>
                            <a:pt x="15247" y="58483"/>
                            <a:pt x="17057" y="60293"/>
                            <a:pt x="19057" y="61817"/>
                          </a:cubicBezTo>
                          <a:cubicBezTo>
                            <a:pt x="22010" y="64008"/>
                            <a:pt x="24868" y="66389"/>
                            <a:pt x="27630" y="68961"/>
                          </a:cubicBezTo>
                          <a:cubicBezTo>
                            <a:pt x="30392" y="71438"/>
                            <a:pt x="33345" y="73914"/>
                            <a:pt x="35916" y="76676"/>
                          </a:cubicBezTo>
                          <a:cubicBezTo>
                            <a:pt x="41441" y="82010"/>
                            <a:pt x="46584" y="87821"/>
                            <a:pt x="51728" y="93821"/>
                          </a:cubicBezTo>
                          <a:cubicBezTo>
                            <a:pt x="55157" y="98298"/>
                            <a:pt x="59444" y="101632"/>
                            <a:pt x="63825" y="104585"/>
                          </a:cubicBezTo>
                          <a:cubicBezTo>
                            <a:pt x="68206" y="107537"/>
                            <a:pt x="73064" y="109538"/>
                            <a:pt x="77921" y="110966"/>
                          </a:cubicBezTo>
                          <a:cubicBezTo>
                            <a:pt x="87637" y="113729"/>
                            <a:pt x="97924" y="112966"/>
                            <a:pt x="106211" y="107537"/>
                          </a:cubicBezTo>
                          <a:lnTo>
                            <a:pt x="106973" y="107061"/>
                          </a:lnTo>
                          <a:cubicBezTo>
                            <a:pt x="97544" y="94679"/>
                            <a:pt x="89066" y="82296"/>
                            <a:pt x="79541" y="70866"/>
                          </a:cubicBezTo>
                          <a:cubicBezTo>
                            <a:pt x="74588" y="65341"/>
                            <a:pt x="69730" y="59722"/>
                            <a:pt x="64015" y="54959"/>
                          </a:cubicBezTo>
                          <a:cubicBezTo>
                            <a:pt x="58586" y="50197"/>
                            <a:pt x="52490" y="46006"/>
                            <a:pt x="46013" y="42386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46" name="Forme libre : forme 15245">
                      <a:extLst>
                        <a:ext uri="{FF2B5EF4-FFF2-40B4-BE49-F238E27FC236}">
                          <a16:creationId xmlns:a16="http://schemas.microsoft.com/office/drawing/2014/main" id="{8A6DAC74-571F-46AD-87B6-EFC15997F1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13846" y="2863163"/>
                      <a:ext cx="54283" cy="55502"/>
                    </a:xfrm>
                    <a:custGeom>
                      <a:avLst/>
                      <a:gdLst>
                        <a:gd name="connsiteX0" fmla="*/ 49793 w 54283"/>
                        <a:gd name="connsiteY0" fmla="*/ 53106 h 55502"/>
                        <a:gd name="connsiteX1" fmla="*/ 33315 w 54283"/>
                        <a:gd name="connsiteY1" fmla="*/ 53677 h 55502"/>
                        <a:gd name="connsiteX2" fmla="*/ 14170 w 54283"/>
                        <a:gd name="connsiteY2" fmla="*/ 40056 h 55502"/>
                        <a:gd name="connsiteX3" fmla="*/ 1501 w 54283"/>
                        <a:gd name="connsiteY3" fmla="*/ 20530 h 55502"/>
                        <a:gd name="connsiteX4" fmla="*/ 2454 w 54283"/>
                        <a:gd name="connsiteY4" fmla="*/ 4243 h 55502"/>
                        <a:gd name="connsiteX5" fmla="*/ 18646 w 54283"/>
                        <a:gd name="connsiteY5" fmla="*/ 814 h 55502"/>
                        <a:gd name="connsiteX6" fmla="*/ 40935 w 54283"/>
                        <a:gd name="connsiteY6" fmla="*/ 14434 h 55502"/>
                        <a:gd name="connsiteX7" fmla="*/ 53698 w 54283"/>
                        <a:gd name="connsiteY7" fmla="*/ 37009 h 55502"/>
                        <a:gd name="connsiteX8" fmla="*/ 49793 w 54283"/>
                        <a:gd name="connsiteY8" fmla="*/ 53106 h 5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283" h="55502">
                          <a:moveTo>
                            <a:pt x="49793" y="53106"/>
                          </a:moveTo>
                          <a:cubicBezTo>
                            <a:pt x="45793" y="56249"/>
                            <a:pt x="39697" y="56154"/>
                            <a:pt x="33315" y="53677"/>
                          </a:cubicBezTo>
                          <a:cubicBezTo>
                            <a:pt x="27028" y="51106"/>
                            <a:pt x="20075" y="46534"/>
                            <a:pt x="14170" y="40056"/>
                          </a:cubicBezTo>
                          <a:cubicBezTo>
                            <a:pt x="7978" y="33770"/>
                            <a:pt x="3787" y="26722"/>
                            <a:pt x="1501" y="20530"/>
                          </a:cubicBezTo>
                          <a:cubicBezTo>
                            <a:pt x="-594" y="14053"/>
                            <a:pt x="-689" y="8243"/>
                            <a:pt x="2454" y="4243"/>
                          </a:cubicBezTo>
                          <a:cubicBezTo>
                            <a:pt x="5597" y="242"/>
                            <a:pt x="11598" y="-996"/>
                            <a:pt x="18646" y="814"/>
                          </a:cubicBezTo>
                          <a:cubicBezTo>
                            <a:pt x="25885" y="2433"/>
                            <a:pt x="33887" y="7290"/>
                            <a:pt x="40935" y="14434"/>
                          </a:cubicBezTo>
                          <a:cubicBezTo>
                            <a:pt x="47793" y="21769"/>
                            <a:pt x="52365" y="29865"/>
                            <a:pt x="53698" y="37009"/>
                          </a:cubicBezTo>
                          <a:cubicBezTo>
                            <a:pt x="55127" y="44057"/>
                            <a:pt x="53984" y="49963"/>
                            <a:pt x="49793" y="5310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47" name="Forme libre : forme 15246">
                      <a:extLst>
                        <a:ext uri="{FF2B5EF4-FFF2-40B4-BE49-F238E27FC236}">
                          <a16:creationId xmlns:a16="http://schemas.microsoft.com/office/drawing/2014/main" id="{9F7334B3-A97D-4E03-A598-75ACCBCBEB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13751" y="2863097"/>
                      <a:ext cx="25313" cy="49361"/>
                    </a:xfrm>
                    <a:custGeom>
                      <a:avLst/>
                      <a:gdLst>
                        <a:gd name="connsiteX0" fmla="*/ 24171 w 25313"/>
                        <a:gd name="connsiteY0" fmla="*/ 2594 h 49361"/>
                        <a:gd name="connsiteX1" fmla="*/ 2454 w 25313"/>
                        <a:gd name="connsiteY1" fmla="*/ 4213 h 49361"/>
                        <a:gd name="connsiteX2" fmla="*/ 1501 w 25313"/>
                        <a:gd name="connsiteY2" fmla="*/ 20501 h 49361"/>
                        <a:gd name="connsiteX3" fmla="*/ 14170 w 25313"/>
                        <a:gd name="connsiteY3" fmla="*/ 40027 h 49361"/>
                        <a:gd name="connsiteX4" fmla="*/ 25314 w 25313"/>
                        <a:gd name="connsiteY4" fmla="*/ 49362 h 49361"/>
                        <a:gd name="connsiteX5" fmla="*/ 20933 w 25313"/>
                        <a:gd name="connsiteY5" fmla="*/ 42504 h 49361"/>
                        <a:gd name="connsiteX6" fmla="*/ 17122 w 25313"/>
                        <a:gd name="connsiteY6" fmla="*/ 20310 h 49361"/>
                        <a:gd name="connsiteX7" fmla="*/ 24171 w 25313"/>
                        <a:gd name="connsiteY7" fmla="*/ 2594 h 49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13" h="49361">
                          <a:moveTo>
                            <a:pt x="24171" y="2594"/>
                          </a:moveTo>
                          <a:cubicBezTo>
                            <a:pt x="14741" y="-1311"/>
                            <a:pt x="6454" y="-835"/>
                            <a:pt x="2454" y="4213"/>
                          </a:cubicBezTo>
                          <a:cubicBezTo>
                            <a:pt x="-689" y="8214"/>
                            <a:pt x="-594" y="14024"/>
                            <a:pt x="1501" y="20501"/>
                          </a:cubicBezTo>
                          <a:cubicBezTo>
                            <a:pt x="3787" y="26787"/>
                            <a:pt x="8074" y="33836"/>
                            <a:pt x="14170" y="40027"/>
                          </a:cubicBezTo>
                          <a:cubicBezTo>
                            <a:pt x="17694" y="43837"/>
                            <a:pt x="21409" y="46980"/>
                            <a:pt x="25314" y="49362"/>
                          </a:cubicBezTo>
                          <a:cubicBezTo>
                            <a:pt x="23599" y="47266"/>
                            <a:pt x="22076" y="45076"/>
                            <a:pt x="20933" y="42504"/>
                          </a:cubicBezTo>
                          <a:cubicBezTo>
                            <a:pt x="18361" y="35074"/>
                            <a:pt x="16742" y="27645"/>
                            <a:pt x="17122" y="20310"/>
                          </a:cubicBezTo>
                          <a:cubicBezTo>
                            <a:pt x="17694" y="13262"/>
                            <a:pt x="19504" y="6880"/>
                            <a:pt x="24171" y="2594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48" name="Forme libre : forme 15247">
                      <a:extLst>
                        <a:ext uri="{FF2B5EF4-FFF2-40B4-BE49-F238E27FC236}">
                          <a16:creationId xmlns:a16="http://schemas.microsoft.com/office/drawing/2014/main" id="{390201C1-41DF-460B-AFFA-3930C0E77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13687" y="2868515"/>
                      <a:ext cx="53470" cy="55302"/>
                    </a:xfrm>
                    <a:custGeom>
                      <a:avLst/>
                      <a:gdLst>
                        <a:gd name="connsiteX0" fmla="*/ 48809 w 53470"/>
                        <a:gd name="connsiteY0" fmla="*/ 52992 h 55302"/>
                        <a:gd name="connsiteX1" fmla="*/ 32426 w 53470"/>
                        <a:gd name="connsiteY1" fmla="*/ 53468 h 55302"/>
                        <a:gd name="connsiteX2" fmla="*/ 13566 w 53470"/>
                        <a:gd name="connsiteY2" fmla="*/ 39848 h 55302"/>
                        <a:gd name="connsiteX3" fmla="*/ 6042 w 53470"/>
                        <a:gd name="connsiteY3" fmla="*/ 30132 h 55302"/>
                        <a:gd name="connsiteX4" fmla="*/ 1375 w 53470"/>
                        <a:gd name="connsiteY4" fmla="*/ 20322 h 55302"/>
                        <a:gd name="connsiteX5" fmla="*/ 2708 w 53470"/>
                        <a:gd name="connsiteY5" fmla="*/ 4034 h 55302"/>
                        <a:gd name="connsiteX6" fmla="*/ 18805 w 53470"/>
                        <a:gd name="connsiteY6" fmla="*/ 795 h 55302"/>
                        <a:gd name="connsiteX7" fmla="*/ 29759 w 53470"/>
                        <a:gd name="connsiteY7" fmla="*/ 5558 h 55302"/>
                        <a:gd name="connsiteX8" fmla="*/ 40618 w 53470"/>
                        <a:gd name="connsiteY8" fmla="*/ 14416 h 55302"/>
                        <a:gd name="connsiteX9" fmla="*/ 52905 w 53470"/>
                        <a:gd name="connsiteY9" fmla="*/ 36895 h 55302"/>
                        <a:gd name="connsiteX10" fmla="*/ 48809 w 53470"/>
                        <a:gd name="connsiteY10" fmla="*/ 52992 h 553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3470" h="55302">
                          <a:moveTo>
                            <a:pt x="48809" y="52992"/>
                          </a:moveTo>
                          <a:cubicBezTo>
                            <a:pt x="44713" y="56135"/>
                            <a:pt x="38808" y="55850"/>
                            <a:pt x="32426" y="53468"/>
                          </a:cubicBezTo>
                          <a:cubicBezTo>
                            <a:pt x="26140" y="50897"/>
                            <a:pt x="19472" y="46230"/>
                            <a:pt x="13566" y="39848"/>
                          </a:cubicBezTo>
                          <a:cubicBezTo>
                            <a:pt x="10709" y="36609"/>
                            <a:pt x="8042" y="33466"/>
                            <a:pt x="6042" y="30132"/>
                          </a:cubicBezTo>
                          <a:cubicBezTo>
                            <a:pt x="4041" y="26703"/>
                            <a:pt x="2422" y="23465"/>
                            <a:pt x="1375" y="20322"/>
                          </a:cubicBezTo>
                          <a:cubicBezTo>
                            <a:pt x="-721" y="14035"/>
                            <a:pt x="-530" y="8034"/>
                            <a:pt x="2708" y="4034"/>
                          </a:cubicBezTo>
                          <a:cubicBezTo>
                            <a:pt x="5947" y="129"/>
                            <a:pt x="11757" y="-919"/>
                            <a:pt x="18805" y="795"/>
                          </a:cubicBezTo>
                          <a:cubicBezTo>
                            <a:pt x="22329" y="1652"/>
                            <a:pt x="26140" y="3176"/>
                            <a:pt x="29759" y="5558"/>
                          </a:cubicBezTo>
                          <a:cubicBezTo>
                            <a:pt x="33379" y="7939"/>
                            <a:pt x="37284" y="10797"/>
                            <a:pt x="40618" y="14416"/>
                          </a:cubicBezTo>
                          <a:cubicBezTo>
                            <a:pt x="47380" y="21655"/>
                            <a:pt x="51667" y="29847"/>
                            <a:pt x="52905" y="36895"/>
                          </a:cubicBezTo>
                          <a:cubicBezTo>
                            <a:pt x="54429" y="43943"/>
                            <a:pt x="52809" y="49944"/>
                            <a:pt x="48809" y="5299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49" name="Forme libre : forme 15248">
                      <a:extLst>
                        <a:ext uri="{FF2B5EF4-FFF2-40B4-BE49-F238E27FC236}">
                          <a16:creationId xmlns:a16="http://schemas.microsoft.com/office/drawing/2014/main" id="{AFFFFF84-28E9-4A9D-910D-CAE9B8B177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4132" y="2831176"/>
                      <a:ext cx="57451" cy="92250"/>
                    </a:xfrm>
                    <a:custGeom>
                      <a:avLst/>
                      <a:gdLst>
                        <a:gd name="connsiteX0" fmla="*/ 7212 w 57451"/>
                        <a:gd name="connsiteY0" fmla="*/ 21656 h 92250"/>
                        <a:gd name="connsiteX1" fmla="*/ 163 w 57451"/>
                        <a:gd name="connsiteY1" fmla="*/ 37372 h 92250"/>
                        <a:gd name="connsiteX2" fmla="*/ 3497 w 57451"/>
                        <a:gd name="connsiteY2" fmla="*/ 54231 h 92250"/>
                        <a:gd name="connsiteX3" fmla="*/ 13403 w 57451"/>
                        <a:gd name="connsiteY3" fmla="*/ 70138 h 92250"/>
                        <a:gd name="connsiteX4" fmla="*/ 24071 w 57451"/>
                        <a:gd name="connsiteY4" fmla="*/ 81568 h 92250"/>
                        <a:gd name="connsiteX5" fmla="*/ 37025 w 57451"/>
                        <a:gd name="connsiteY5" fmla="*/ 90141 h 92250"/>
                        <a:gd name="connsiteX6" fmla="*/ 56552 w 57451"/>
                        <a:gd name="connsiteY6" fmla="*/ 87093 h 92250"/>
                        <a:gd name="connsiteX7" fmla="*/ 55694 w 57451"/>
                        <a:gd name="connsiteY7" fmla="*/ 72805 h 92250"/>
                        <a:gd name="connsiteX8" fmla="*/ 51884 w 57451"/>
                        <a:gd name="connsiteY8" fmla="*/ 55279 h 92250"/>
                        <a:gd name="connsiteX9" fmla="*/ 49503 w 57451"/>
                        <a:gd name="connsiteY9" fmla="*/ 37848 h 92250"/>
                        <a:gd name="connsiteX10" fmla="*/ 31786 w 57451"/>
                        <a:gd name="connsiteY10" fmla="*/ 701 h 92250"/>
                        <a:gd name="connsiteX11" fmla="*/ 7212 w 57451"/>
                        <a:gd name="connsiteY11" fmla="*/ 21656 h 922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7451" h="92250">
                          <a:moveTo>
                            <a:pt x="7212" y="21656"/>
                          </a:moveTo>
                          <a:cubicBezTo>
                            <a:pt x="3973" y="26418"/>
                            <a:pt x="830" y="31467"/>
                            <a:pt x="163" y="37372"/>
                          </a:cubicBezTo>
                          <a:cubicBezTo>
                            <a:pt x="-504" y="43087"/>
                            <a:pt x="925" y="48897"/>
                            <a:pt x="3497" y="54231"/>
                          </a:cubicBezTo>
                          <a:cubicBezTo>
                            <a:pt x="5879" y="60137"/>
                            <a:pt x="9688" y="65090"/>
                            <a:pt x="13403" y="70138"/>
                          </a:cubicBezTo>
                          <a:cubicBezTo>
                            <a:pt x="16546" y="74234"/>
                            <a:pt x="20261" y="77949"/>
                            <a:pt x="24071" y="81568"/>
                          </a:cubicBezTo>
                          <a:cubicBezTo>
                            <a:pt x="28071" y="84997"/>
                            <a:pt x="32358" y="87950"/>
                            <a:pt x="37025" y="90141"/>
                          </a:cubicBezTo>
                          <a:cubicBezTo>
                            <a:pt x="44169" y="93093"/>
                            <a:pt x="53504" y="93665"/>
                            <a:pt x="56552" y="87093"/>
                          </a:cubicBezTo>
                          <a:cubicBezTo>
                            <a:pt x="58456" y="82997"/>
                            <a:pt x="56932" y="77663"/>
                            <a:pt x="55694" y="72805"/>
                          </a:cubicBezTo>
                          <a:cubicBezTo>
                            <a:pt x="54265" y="66900"/>
                            <a:pt x="53027" y="60994"/>
                            <a:pt x="51884" y="55279"/>
                          </a:cubicBezTo>
                          <a:cubicBezTo>
                            <a:pt x="50836" y="49374"/>
                            <a:pt x="50169" y="43468"/>
                            <a:pt x="49503" y="37848"/>
                          </a:cubicBezTo>
                          <a:cubicBezTo>
                            <a:pt x="48836" y="28228"/>
                            <a:pt x="48170" y="6130"/>
                            <a:pt x="31786" y="701"/>
                          </a:cubicBezTo>
                          <a:cubicBezTo>
                            <a:pt x="17403" y="-3871"/>
                            <a:pt x="11784" y="15179"/>
                            <a:pt x="7212" y="2165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50" name="Forme libre : forme 15249">
                      <a:extLst>
                        <a:ext uri="{FF2B5EF4-FFF2-40B4-BE49-F238E27FC236}">
                          <a16:creationId xmlns:a16="http://schemas.microsoft.com/office/drawing/2014/main" id="{C986F174-4B48-4AF9-94C2-DE214130CD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12045" y="2843753"/>
                      <a:ext cx="31538" cy="16536"/>
                    </a:xfrm>
                    <a:custGeom>
                      <a:avLst/>
                      <a:gdLst>
                        <a:gd name="connsiteX0" fmla="*/ 4255 w 31538"/>
                        <a:gd name="connsiteY0" fmla="*/ 792 h 16536"/>
                        <a:gd name="connsiteX1" fmla="*/ 540 w 31538"/>
                        <a:gd name="connsiteY1" fmla="*/ 2983 h 16536"/>
                        <a:gd name="connsiteX2" fmla="*/ 826 w 31538"/>
                        <a:gd name="connsiteY2" fmla="*/ 7364 h 16536"/>
                        <a:gd name="connsiteX3" fmla="*/ 5017 w 31538"/>
                        <a:gd name="connsiteY3" fmla="*/ 10412 h 16536"/>
                        <a:gd name="connsiteX4" fmla="*/ 17399 w 31538"/>
                        <a:gd name="connsiteY4" fmla="*/ 15270 h 16536"/>
                        <a:gd name="connsiteX5" fmla="*/ 22448 w 31538"/>
                        <a:gd name="connsiteY5" fmla="*/ 16508 h 16536"/>
                        <a:gd name="connsiteX6" fmla="*/ 27115 w 31538"/>
                        <a:gd name="connsiteY6" fmla="*/ 4793 h 16536"/>
                        <a:gd name="connsiteX7" fmla="*/ 4255 w 31538"/>
                        <a:gd name="connsiteY7" fmla="*/ 792 h 16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538" h="16536">
                          <a:moveTo>
                            <a:pt x="4255" y="792"/>
                          </a:moveTo>
                          <a:cubicBezTo>
                            <a:pt x="2731" y="1268"/>
                            <a:pt x="1302" y="1935"/>
                            <a:pt x="540" y="2983"/>
                          </a:cubicBezTo>
                          <a:cubicBezTo>
                            <a:pt x="-222" y="4126"/>
                            <a:pt x="-222" y="5841"/>
                            <a:pt x="826" y="7364"/>
                          </a:cubicBezTo>
                          <a:cubicBezTo>
                            <a:pt x="1778" y="8793"/>
                            <a:pt x="3493" y="9650"/>
                            <a:pt x="5017" y="10412"/>
                          </a:cubicBezTo>
                          <a:cubicBezTo>
                            <a:pt x="9018" y="12317"/>
                            <a:pt x="13303" y="13841"/>
                            <a:pt x="17399" y="15270"/>
                          </a:cubicBezTo>
                          <a:cubicBezTo>
                            <a:pt x="19114" y="15842"/>
                            <a:pt x="20828" y="16413"/>
                            <a:pt x="22448" y="16508"/>
                          </a:cubicBezTo>
                          <a:cubicBezTo>
                            <a:pt x="29305" y="16985"/>
                            <a:pt x="36354" y="11270"/>
                            <a:pt x="27115" y="4793"/>
                          </a:cubicBezTo>
                          <a:cubicBezTo>
                            <a:pt x="19971" y="30"/>
                            <a:pt x="10161" y="-922"/>
                            <a:pt x="4255" y="79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51" name="Forme libre : forme 15250">
                      <a:extLst>
                        <a:ext uri="{FF2B5EF4-FFF2-40B4-BE49-F238E27FC236}">
                          <a16:creationId xmlns:a16="http://schemas.microsoft.com/office/drawing/2014/main" id="{52E087B4-76A8-4D46-B02B-DA24DF93BC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19824" y="2933414"/>
                      <a:ext cx="53149" cy="13646"/>
                    </a:xfrm>
                    <a:custGeom>
                      <a:avLst/>
                      <a:gdLst>
                        <a:gd name="connsiteX0" fmla="*/ 53149 w 53149"/>
                        <a:gd name="connsiteY0" fmla="*/ 8382 h 13646"/>
                        <a:gd name="connsiteX1" fmla="*/ 37909 w 53149"/>
                        <a:gd name="connsiteY1" fmla="*/ 13526 h 13646"/>
                        <a:gd name="connsiteX2" fmla="*/ 21145 w 53149"/>
                        <a:gd name="connsiteY2" fmla="*/ 11430 h 13646"/>
                        <a:gd name="connsiteX3" fmla="*/ 0 w 53149"/>
                        <a:gd name="connsiteY3" fmla="*/ 0 h 13646"/>
                        <a:gd name="connsiteX4" fmla="*/ 4286 w 53149"/>
                        <a:gd name="connsiteY4" fmla="*/ 2477 h 13646"/>
                        <a:gd name="connsiteX5" fmla="*/ 15907 w 53149"/>
                        <a:gd name="connsiteY5" fmla="*/ 7334 h 13646"/>
                        <a:gd name="connsiteX6" fmla="*/ 53149 w 53149"/>
                        <a:gd name="connsiteY6" fmla="*/ 8382 h 13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3149" h="13646">
                          <a:moveTo>
                            <a:pt x="53149" y="8382"/>
                          </a:moveTo>
                          <a:cubicBezTo>
                            <a:pt x="53149" y="8382"/>
                            <a:pt x="47434" y="12668"/>
                            <a:pt x="37909" y="13526"/>
                          </a:cubicBezTo>
                          <a:cubicBezTo>
                            <a:pt x="33147" y="13906"/>
                            <a:pt x="27527" y="13430"/>
                            <a:pt x="21145" y="11430"/>
                          </a:cubicBezTo>
                          <a:cubicBezTo>
                            <a:pt x="14859" y="9335"/>
                            <a:pt x="7715" y="5810"/>
                            <a:pt x="0" y="0"/>
                          </a:cubicBezTo>
                          <a:cubicBezTo>
                            <a:pt x="0" y="0"/>
                            <a:pt x="1524" y="1048"/>
                            <a:pt x="4286" y="2477"/>
                          </a:cubicBezTo>
                          <a:cubicBezTo>
                            <a:pt x="7048" y="4001"/>
                            <a:pt x="11144" y="5524"/>
                            <a:pt x="15907" y="7334"/>
                          </a:cubicBezTo>
                          <a:cubicBezTo>
                            <a:pt x="25622" y="10478"/>
                            <a:pt x="38862" y="13145"/>
                            <a:pt x="53149" y="83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52" name="Forme libre : forme 15251">
                      <a:extLst>
                        <a:ext uri="{FF2B5EF4-FFF2-40B4-BE49-F238E27FC236}">
                          <a16:creationId xmlns:a16="http://schemas.microsoft.com/office/drawing/2014/main" id="{847367E8-468E-477D-853C-5EE1877070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1629" y="2816416"/>
                      <a:ext cx="64007" cy="13936"/>
                    </a:xfrm>
                    <a:custGeom>
                      <a:avLst/>
                      <a:gdLst>
                        <a:gd name="connsiteX0" fmla="*/ 64008 w 64007"/>
                        <a:gd name="connsiteY0" fmla="*/ 12794 h 13936"/>
                        <a:gd name="connsiteX1" fmla="*/ 57150 w 64007"/>
                        <a:gd name="connsiteY1" fmla="*/ 8507 h 13936"/>
                        <a:gd name="connsiteX2" fmla="*/ 39814 w 64007"/>
                        <a:gd name="connsiteY2" fmla="*/ 1649 h 13936"/>
                        <a:gd name="connsiteX3" fmla="*/ 18288 w 64007"/>
                        <a:gd name="connsiteY3" fmla="*/ 1173 h 13936"/>
                        <a:gd name="connsiteX4" fmla="*/ 0 w 64007"/>
                        <a:gd name="connsiteY4" fmla="*/ 13937 h 13936"/>
                        <a:gd name="connsiteX5" fmla="*/ 16002 w 64007"/>
                        <a:gd name="connsiteY5" fmla="*/ 4793 h 13936"/>
                        <a:gd name="connsiteX6" fmla="*/ 36481 w 64007"/>
                        <a:gd name="connsiteY6" fmla="*/ 2983 h 13936"/>
                        <a:gd name="connsiteX7" fmla="*/ 49625 w 64007"/>
                        <a:gd name="connsiteY7" fmla="*/ 5936 h 13936"/>
                        <a:gd name="connsiteX8" fmla="*/ 64008 w 64007"/>
                        <a:gd name="connsiteY8" fmla="*/ 12794 h 13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4007" h="13936">
                          <a:moveTo>
                            <a:pt x="64008" y="12794"/>
                          </a:moveTo>
                          <a:cubicBezTo>
                            <a:pt x="64008" y="12794"/>
                            <a:pt x="61436" y="10889"/>
                            <a:pt x="57150" y="8507"/>
                          </a:cubicBezTo>
                          <a:cubicBezTo>
                            <a:pt x="52959" y="5936"/>
                            <a:pt x="46672" y="3364"/>
                            <a:pt x="39814" y="1649"/>
                          </a:cubicBezTo>
                          <a:cubicBezTo>
                            <a:pt x="33051" y="-255"/>
                            <a:pt x="25241" y="-636"/>
                            <a:pt x="18288" y="1173"/>
                          </a:cubicBezTo>
                          <a:cubicBezTo>
                            <a:pt x="11239" y="2793"/>
                            <a:pt x="4858" y="6793"/>
                            <a:pt x="0" y="13937"/>
                          </a:cubicBezTo>
                          <a:cubicBezTo>
                            <a:pt x="0" y="13937"/>
                            <a:pt x="5239" y="8031"/>
                            <a:pt x="16002" y="4793"/>
                          </a:cubicBezTo>
                          <a:cubicBezTo>
                            <a:pt x="21336" y="3269"/>
                            <a:pt x="28480" y="1840"/>
                            <a:pt x="36481" y="2983"/>
                          </a:cubicBezTo>
                          <a:cubicBezTo>
                            <a:pt x="40577" y="3459"/>
                            <a:pt x="44958" y="4412"/>
                            <a:pt x="49625" y="5936"/>
                          </a:cubicBezTo>
                          <a:cubicBezTo>
                            <a:pt x="54197" y="7460"/>
                            <a:pt x="58960" y="9841"/>
                            <a:pt x="64008" y="1279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53" name="Forme libre : forme 15252">
                      <a:extLst>
                        <a:ext uri="{FF2B5EF4-FFF2-40B4-BE49-F238E27FC236}">
                          <a16:creationId xmlns:a16="http://schemas.microsoft.com/office/drawing/2014/main" id="{F880DDC2-04F1-40E9-89FF-D716FC33C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3254" y="2878150"/>
                      <a:ext cx="17491" cy="23539"/>
                    </a:xfrm>
                    <a:custGeom>
                      <a:avLst/>
                      <a:gdLst>
                        <a:gd name="connsiteX0" fmla="*/ 14860 w 17491"/>
                        <a:gd name="connsiteY0" fmla="*/ 23450 h 23539"/>
                        <a:gd name="connsiteX1" fmla="*/ 2858 w 17491"/>
                        <a:gd name="connsiteY1" fmla="*/ 13640 h 23539"/>
                        <a:gd name="connsiteX2" fmla="*/ 2192 w 17491"/>
                        <a:gd name="connsiteY2" fmla="*/ 209 h 23539"/>
                        <a:gd name="connsiteX3" fmla="*/ 14765 w 17491"/>
                        <a:gd name="connsiteY3" fmla="*/ 10020 h 23539"/>
                        <a:gd name="connsiteX4" fmla="*/ 14860 w 17491"/>
                        <a:gd name="connsiteY4" fmla="*/ 23450 h 235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91" h="23539">
                          <a:moveTo>
                            <a:pt x="14860" y="23450"/>
                          </a:moveTo>
                          <a:cubicBezTo>
                            <a:pt x="11622" y="24212"/>
                            <a:pt x="6192" y="20021"/>
                            <a:pt x="2858" y="13640"/>
                          </a:cubicBezTo>
                          <a:cubicBezTo>
                            <a:pt x="-475" y="7258"/>
                            <a:pt x="-1142" y="1352"/>
                            <a:pt x="2192" y="209"/>
                          </a:cubicBezTo>
                          <a:cubicBezTo>
                            <a:pt x="5430" y="-1029"/>
                            <a:pt x="11336" y="3352"/>
                            <a:pt x="14765" y="10020"/>
                          </a:cubicBezTo>
                          <a:cubicBezTo>
                            <a:pt x="18479" y="16497"/>
                            <a:pt x="18289" y="22593"/>
                            <a:pt x="14860" y="2345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54" name="Forme libre : forme 15253">
                      <a:extLst>
                        <a:ext uri="{FF2B5EF4-FFF2-40B4-BE49-F238E27FC236}">
                          <a16:creationId xmlns:a16="http://schemas.microsoft.com/office/drawing/2014/main" id="{888766DB-5E4C-40B5-B9AE-262C44695C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6403" y="2897466"/>
                      <a:ext cx="6131" cy="6530"/>
                    </a:xfrm>
                    <a:custGeom>
                      <a:avLst/>
                      <a:gdLst>
                        <a:gd name="connsiteX0" fmla="*/ 5331 w 6131"/>
                        <a:gd name="connsiteY0" fmla="*/ 6039 h 6530"/>
                        <a:gd name="connsiteX1" fmla="*/ 1044 w 6131"/>
                        <a:gd name="connsiteY1" fmla="*/ 4991 h 6530"/>
                        <a:gd name="connsiteX2" fmla="*/ 759 w 6131"/>
                        <a:gd name="connsiteY2" fmla="*/ 515 h 6530"/>
                        <a:gd name="connsiteX3" fmla="*/ 5141 w 6131"/>
                        <a:gd name="connsiteY3" fmla="*/ 1562 h 6530"/>
                        <a:gd name="connsiteX4" fmla="*/ 5331 w 6131"/>
                        <a:gd name="connsiteY4" fmla="*/ 6039 h 6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31" h="6530">
                          <a:moveTo>
                            <a:pt x="5331" y="6039"/>
                          </a:moveTo>
                          <a:cubicBezTo>
                            <a:pt x="4188" y="6992"/>
                            <a:pt x="2283" y="6516"/>
                            <a:pt x="1044" y="4991"/>
                          </a:cubicBezTo>
                          <a:cubicBezTo>
                            <a:pt x="-193" y="3467"/>
                            <a:pt x="-384" y="1467"/>
                            <a:pt x="759" y="515"/>
                          </a:cubicBezTo>
                          <a:cubicBezTo>
                            <a:pt x="1902" y="-438"/>
                            <a:pt x="3902" y="-57"/>
                            <a:pt x="5141" y="1562"/>
                          </a:cubicBezTo>
                          <a:cubicBezTo>
                            <a:pt x="6378" y="3086"/>
                            <a:pt x="6474" y="5087"/>
                            <a:pt x="5331" y="60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55" name="Forme libre : forme 15254">
                      <a:extLst>
                        <a:ext uri="{FF2B5EF4-FFF2-40B4-BE49-F238E27FC236}">
                          <a16:creationId xmlns:a16="http://schemas.microsoft.com/office/drawing/2014/main" id="{022072DC-2D06-48B7-83D9-75DCA13234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62669" y="2858442"/>
                      <a:ext cx="33833" cy="73442"/>
                    </a:xfrm>
                    <a:custGeom>
                      <a:avLst/>
                      <a:gdLst>
                        <a:gd name="connsiteX0" fmla="*/ 31736 w 33833"/>
                        <a:gd name="connsiteY0" fmla="*/ 53921 h 73442"/>
                        <a:gd name="connsiteX1" fmla="*/ 15544 w 33833"/>
                        <a:gd name="connsiteY1" fmla="*/ 71733 h 73442"/>
                        <a:gd name="connsiteX2" fmla="*/ 6780 w 33833"/>
                        <a:gd name="connsiteY2" fmla="*/ 71733 h 73442"/>
                        <a:gd name="connsiteX3" fmla="*/ 5923 w 33833"/>
                        <a:gd name="connsiteY3" fmla="*/ 62875 h 73442"/>
                        <a:gd name="connsiteX4" fmla="*/ 12972 w 33833"/>
                        <a:gd name="connsiteY4" fmla="*/ 36872 h 73442"/>
                        <a:gd name="connsiteX5" fmla="*/ 4209 w 33833"/>
                        <a:gd name="connsiteY5" fmla="*/ 16107 h 73442"/>
                        <a:gd name="connsiteX6" fmla="*/ 2780 w 33833"/>
                        <a:gd name="connsiteY6" fmla="*/ 10 h 73442"/>
                        <a:gd name="connsiteX7" fmla="*/ 20782 w 33833"/>
                        <a:gd name="connsiteY7" fmla="*/ 12773 h 73442"/>
                        <a:gd name="connsiteX8" fmla="*/ 32307 w 33833"/>
                        <a:gd name="connsiteY8" fmla="*/ 32490 h 73442"/>
                        <a:gd name="connsiteX9" fmla="*/ 31736 w 33833"/>
                        <a:gd name="connsiteY9" fmla="*/ 53921 h 734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3833" h="73442">
                          <a:moveTo>
                            <a:pt x="31736" y="53921"/>
                          </a:moveTo>
                          <a:cubicBezTo>
                            <a:pt x="28402" y="61922"/>
                            <a:pt x="22211" y="67352"/>
                            <a:pt x="15544" y="71733"/>
                          </a:cubicBezTo>
                          <a:cubicBezTo>
                            <a:pt x="13067" y="73352"/>
                            <a:pt x="9352" y="74591"/>
                            <a:pt x="6780" y="71733"/>
                          </a:cubicBezTo>
                          <a:cubicBezTo>
                            <a:pt x="4399" y="69257"/>
                            <a:pt x="4971" y="65542"/>
                            <a:pt x="5923" y="62875"/>
                          </a:cubicBezTo>
                          <a:cubicBezTo>
                            <a:pt x="9066" y="54588"/>
                            <a:pt x="14591" y="47159"/>
                            <a:pt x="12972" y="36872"/>
                          </a:cubicBezTo>
                          <a:cubicBezTo>
                            <a:pt x="12591" y="33633"/>
                            <a:pt x="8019" y="24394"/>
                            <a:pt x="4209" y="16107"/>
                          </a:cubicBezTo>
                          <a:cubicBezTo>
                            <a:pt x="685" y="7725"/>
                            <a:pt x="-2459" y="296"/>
                            <a:pt x="2780" y="10"/>
                          </a:cubicBezTo>
                          <a:cubicBezTo>
                            <a:pt x="8114" y="-276"/>
                            <a:pt x="14972" y="5630"/>
                            <a:pt x="20782" y="12773"/>
                          </a:cubicBezTo>
                          <a:cubicBezTo>
                            <a:pt x="26593" y="19822"/>
                            <a:pt x="30879" y="28204"/>
                            <a:pt x="32307" y="32490"/>
                          </a:cubicBezTo>
                          <a:cubicBezTo>
                            <a:pt x="34689" y="40396"/>
                            <a:pt x="34117" y="47921"/>
                            <a:pt x="31736" y="539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29" name="Graphique 1">
                    <a:extLst>
                      <a:ext uri="{FF2B5EF4-FFF2-40B4-BE49-F238E27FC236}">
                        <a16:creationId xmlns:a16="http://schemas.microsoft.com/office/drawing/2014/main" id="{95584B17-76BC-4B4B-A42F-7C330ACD136F}"/>
                      </a:ext>
                    </a:extLst>
                  </p:cNvPr>
                  <p:cNvGrpSpPr/>
                  <p:nvPr/>
                </p:nvGrpSpPr>
                <p:grpSpPr>
                  <a:xfrm>
                    <a:off x="5457529" y="2928281"/>
                    <a:ext cx="127716" cy="154226"/>
                    <a:chOff x="5457529" y="2928281"/>
                    <a:chExt cx="127716" cy="154226"/>
                  </a:xfrm>
                  <a:solidFill>
                    <a:schemeClr val="accent1"/>
                  </a:solidFill>
                </p:grpSpPr>
                <p:sp>
                  <p:nvSpPr>
                    <p:cNvPr id="15232" name="Forme libre : forme 15231">
                      <a:extLst>
                        <a:ext uri="{FF2B5EF4-FFF2-40B4-BE49-F238E27FC236}">
                          <a16:creationId xmlns:a16="http://schemas.microsoft.com/office/drawing/2014/main" id="{A56F43F0-3C8C-4114-A3F3-790B48B25B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7529" y="2928281"/>
                      <a:ext cx="127716" cy="154182"/>
                    </a:xfrm>
                    <a:custGeom>
                      <a:avLst/>
                      <a:gdLst>
                        <a:gd name="connsiteX0" fmla="*/ 31542 w 127716"/>
                        <a:gd name="connsiteY0" fmla="*/ 124767 h 154182"/>
                        <a:gd name="connsiteX1" fmla="*/ 6968 w 127716"/>
                        <a:gd name="connsiteY1" fmla="*/ 76856 h 154182"/>
                        <a:gd name="connsiteX2" fmla="*/ 396 w 127716"/>
                        <a:gd name="connsiteY2" fmla="*/ 44376 h 154182"/>
                        <a:gd name="connsiteX3" fmla="*/ 14588 w 127716"/>
                        <a:gd name="connsiteY3" fmla="*/ 19420 h 154182"/>
                        <a:gd name="connsiteX4" fmla="*/ 37353 w 127716"/>
                        <a:gd name="connsiteY4" fmla="*/ 4371 h 154182"/>
                        <a:gd name="connsiteX5" fmla="*/ 66594 w 127716"/>
                        <a:gd name="connsiteY5" fmla="*/ 3037 h 154182"/>
                        <a:gd name="connsiteX6" fmla="*/ 94026 w 127716"/>
                        <a:gd name="connsiteY6" fmla="*/ 28469 h 154182"/>
                        <a:gd name="connsiteX7" fmla="*/ 121268 w 127716"/>
                        <a:gd name="connsiteY7" fmla="*/ 79713 h 154182"/>
                        <a:gd name="connsiteX8" fmla="*/ 110123 w 127716"/>
                        <a:gd name="connsiteY8" fmla="*/ 138483 h 154182"/>
                        <a:gd name="connsiteX9" fmla="*/ 85358 w 127716"/>
                        <a:gd name="connsiteY9" fmla="*/ 151056 h 154182"/>
                        <a:gd name="connsiteX10" fmla="*/ 31542 w 127716"/>
                        <a:gd name="connsiteY10" fmla="*/ 124767 h 154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27716" h="154182">
                          <a:moveTo>
                            <a:pt x="31542" y="124767"/>
                          </a:moveTo>
                          <a:cubicBezTo>
                            <a:pt x="23446" y="108288"/>
                            <a:pt x="15350" y="92287"/>
                            <a:pt x="6968" y="76856"/>
                          </a:cubicBezTo>
                          <a:cubicBezTo>
                            <a:pt x="1062" y="66093"/>
                            <a:pt x="-938" y="54663"/>
                            <a:pt x="396" y="44376"/>
                          </a:cubicBezTo>
                          <a:cubicBezTo>
                            <a:pt x="1634" y="34184"/>
                            <a:pt x="6491" y="24850"/>
                            <a:pt x="14588" y="19420"/>
                          </a:cubicBezTo>
                          <a:lnTo>
                            <a:pt x="37353" y="4371"/>
                          </a:lnTo>
                          <a:cubicBezTo>
                            <a:pt x="45639" y="-1058"/>
                            <a:pt x="56117" y="-1344"/>
                            <a:pt x="66594" y="3037"/>
                          </a:cubicBezTo>
                          <a:cubicBezTo>
                            <a:pt x="77072" y="7419"/>
                            <a:pt x="87168" y="16372"/>
                            <a:pt x="94026" y="28469"/>
                          </a:cubicBezTo>
                          <a:cubicBezTo>
                            <a:pt x="103742" y="45709"/>
                            <a:pt x="112600" y="62854"/>
                            <a:pt x="121268" y="79713"/>
                          </a:cubicBezTo>
                          <a:cubicBezTo>
                            <a:pt x="133269" y="103336"/>
                            <a:pt x="127935" y="129244"/>
                            <a:pt x="110123" y="138483"/>
                          </a:cubicBezTo>
                          <a:lnTo>
                            <a:pt x="85358" y="151056"/>
                          </a:lnTo>
                          <a:cubicBezTo>
                            <a:pt x="67356" y="160390"/>
                            <a:pt x="42877" y="148008"/>
                            <a:pt x="31542" y="124767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33" name="Forme libre : forme 15232">
                      <a:extLst>
                        <a:ext uri="{FF2B5EF4-FFF2-40B4-BE49-F238E27FC236}">
                          <a16:creationId xmlns:a16="http://schemas.microsoft.com/office/drawing/2014/main" id="{CBB8EFF0-B123-4C7E-A618-A0042DB304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7624" y="2941224"/>
                      <a:ext cx="86120" cy="141282"/>
                    </a:xfrm>
                    <a:custGeom>
                      <a:avLst/>
                      <a:gdLst>
                        <a:gd name="connsiteX0" fmla="*/ 40210 w 86120"/>
                        <a:gd name="connsiteY0" fmla="*/ 56579 h 141282"/>
                        <a:gd name="connsiteX1" fmla="*/ 25256 w 86120"/>
                        <a:gd name="connsiteY1" fmla="*/ 28575 h 141282"/>
                        <a:gd name="connsiteX2" fmla="*/ 24399 w 86120"/>
                        <a:gd name="connsiteY2" fmla="*/ 0 h 141282"/>
                        <a:gd name="connsiteX3" fmla="*/ 14588 w 86120"/>
                        <a:gd name="connsiteY3" fmla="*/ 6477 h 141282"/>
                        <a:gd name="connsiteX4" fmla="*/ 395 w 86120"/>
                        <a:gd name="connsiteY4" fmla="*/ 31432 h 141282"/>
                        <a:gd name="connsiteX5" fmla="*/ 6968 w 86120"/>
                        <a:gd name="connsiteY5" fmla="*/ 63913 h 141282"/>
                        <a:gd name="connsiteX6" fmla="*/ 31542 w 86120"/>
                        <a:gd name="connsiteY6" fmla="*/ 111823 h 141282"/>
                        <a:gd name="connsiteX7" fmla="*/ 85359 w 86120"/>
                        <a:gd name="connsiteY7" fmla="*/ 138208 h 141282"/>
                        <a:gd name="connsiteX8" fmla="*/ 86120 w 86120"/>
                        <a:gd name="connsiteY8" fmla="*/ 137827 h 141282"/>
                        <a:gd name="connsiteX9" fmla="*/ 40210 w 86120"/>
                        <a:gd name="connsiteY9" fmla="*/ 56579 h 141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120" h="141282">
                          <a:moveTo>
                            <a:pt x="40210" y="56579"/>
                          </a:moveTo>
                          <a:cubicBezTo>
                            <a:pt x="33161" y="48006"/>
                            <a:pt x="28113" y="38290"/>
                            <a:pt x="25256" y="28575"/>
                          </a:cubicBezTo>
                          <a:cubicBezTo>
                            <a:pt x="22589" y="18764"/>
                            <a:pt x="21922" y="9049"/>
                            <a:pt x="24399" y="0"/>
                          </a:cubicBezTo>
                          <a:lnTo>
                            <a:pt x="14588" y="6477"/>
                          </a:lnTo>
                          <a:cubicBezTo>
                            <a:pt x="6396" y="11906"/>
                            <a:pt x="1634" y="21241"/>
                            <a:pt x="395" y="31432"/>
                          </a:cubicBezTo>
                          <a:cubicBezTo>
                            <a:pt x="-938" y="41720"/>
                            <a:pt x="1062" y="53149"/>
                            <a:pt x="6968" y="63913"/>
                          </a:cubicBezTo>
                          <a:cubicBezTo>
                            <a:pt x="15350" y="79343"/>
                            <a:pt x="23446" y="95345"/>
                            <a:pt x="31542" y="111823"/>
                          </a:cubicBezTo>
                          <a:cubicBezTo>
                            <a:pt x="42877" y="135064"/>
                            <a:pt x="67356" y="147447"/>
                            <a:pt x="85359" y="138208"/>
                          </a:cubicBezTo>
                          <a:lnTo>
                            <a:pt x="86120" y="137827"/>
                          </a:lnTo>
                          <a:cubicBezTo>
                            <a:pt x="69833" y="110109"/>
                            <a:pt x="60403" y="80772"/>
                            <a:pt x="40210" y="5657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34" name="Forme libre : forme 15233">
                      <a:extLst>
                        <a:ext uri="{FF2B5EF4-FFF2-40B4-BE49-F238E27FC236}">
                          <a16:creationId xmlns:a16="http://schemas.microsoft.com/office/drawing/2014/main" id="{BD47C7A3-E2EA-4C36-A8D7-EAB3F98B4F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00792" y="2983991"/>
                      <a:ext cx="46003" cy="63537"/>
                    </a:xfrm>
                    <a:custGeom>
                      <a:avLst/>
                      <a:gdLst>
                        <a:gd name="connsiteX0" fmla="*/ 38475 w 46003"/>
                        <a:gd name="connsiteY0" fmla="*/ 62389 h 63537"/>
                        <a:gd name="connsiteX1" fmla="*/ 6185 w 46003"/>
                        <a:gd name="connsiteY1" fmla="*/ 40292 h 63537"/>
                        <a:gd name="connsiteX2" fmla="*/ 7043 w 46003"/>
                        <a:gd name="connsiteY2" fmla="*/ 1334 h 63537"/>
                        <a:gd name="connsiteX3" fmla="*/ 39904 w 46003"/>
                        <a:gd name="connsiteY3" fmla="*/ 23051 h 63537"/>
                        <a:gd name="connsiteX4" fmla="*/ 38475 w 46003"/>
                        <a:gd name="connsiteY4" fmla="*/ 62389 h 63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003" h="63537">
                          <a:moveTo>
                            <a:pt x="38475" y="62389"/>
                          </a:moveTo>
                          <a:cubicBezTo>
                            <a:pt x="29045" y="67057"/>
                            <a:pt x="14663" y="57055"/>
                            <a:pt x="6185" y="40292"/>
                          </a:cubicBezTo>
                          <a:cubicBezTo>
                            <a:pt x="-2292" y="23623"/>
                            <a:pt x="-2102" y="6383"/>
                            <a:pt x="7043" y="1334"/>
                          </a:cubicBezTo>
                          <a:cubicBezTo>
                            <a:pt x="16092" y="-3714"/>
                            <a:pt x="31141" y="6002"/>
                            <a:pt x="39904" y="23051"/>
                          </a:cubicBezTo>
                          <a:cubicBezTo>
                            <a:pt x="48667" y="40101"/>
                            <a:pt x="47809" y="57627"/>
                            <a:pt x="38475" y="62389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35" name="Forme libre : forme 15234">
                      <a:extLst>
                        <a:ext uri="{FF2B5EF4-FFF2-40B4-BE49-F238E27FC236}">
                          <a16:creationId xmlns:a16="http://schemas.microsoft.com/office/drawing/2014/main" id="{28549E38-AF31-461A-8C78-341037F0E0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00697" y="2983895"/>
                      <a:ext cx="28092" cy="53055"/>
                    </a:xfrm>
                    <a:custGeom>
                      <a:avLst/>
                      <a:gdLst>
                        <a:gd name="connsiteX0" fmla="*/ 28093 w 28092"/>
                        <a:gd name="connsiteY0" fmla="*/ 7336 h 53055"/>
                        <a:gd name="connsiteX1" fmla="*/ 7042 w 28092"/>
                        <a:gd name="connsiteY1" fmla="*/ 1335 h 53055"/>
                        <a:gd name="connsiteX2" fmla="*/ 6185 w 28092"/>
                        <a:gd name="connsiteY2" fmla="*/ 40292 h 53055"/>
                        <a:gd name="connsiteX3" fmla="*/ 14853 w 28092"/>
                        <a:gd name="connsiteY3" fmla="*/ 53055 h 53055"/>
                        <a:gd name="connsiteX4" fmla="*/ 12281 w 28092"/>
                        <a:gd name="connsiteY4" fmla="*/ 44864 h 53055"/>
                        <a:gd name="connsiteX5" fmla="*/ 28093 w 28092"/>
                        <a:gd name="connsiteY5" fmla="*/ 7336 h 53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092" h="53055">
                          <a:moveTo>
                            <a:pt x="28093" y="7336"/>
                          </a:moveTo>
                          <a:cubicBezTo>
                            <a:pt x="20663" y="763"/>
                            <a:pt x="12757" y="-1809"/>
                            <a:pt x="7042" y="1335"/>
                          </a:cubicBezTo>
                          <a:cubicBezTo>
                            <a:pt x="-2102" y="6383"/>
                            <a:pt x="-2292" y="23623"/>
                            <a:pt x="6185" y="40292"/>
                          </a:cubicBezTo>
                          <a:cubicBezTo>
                            <a:pt x="8662" y="45245"/>
                            <a:pt x="11614" y="49531"/>
                            <a:pt x="14853" y="53055"/>
                          </a:cubicBezTo>
                          <a:cubicBezTo>
                            <a:pt x="13615" y="50484"/>
                            <a:pt x="12757" y="47721"/>
                            <a:pt x="12281" y="44864"/>
                          </a:cubicBezTo>
                          <a:cubicBezTo>
                            <a:pt x="10757" y="28862"/>
                            <a:pt x="16377" y="12288"/>
                            <a:pt x="28093" y="733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36" name="Forme libre : forme 15235">
                      <a:extLst>
                        <a:ext uri="{FF2B5EF4-FFF2-40B4-BE49-F238E27FC236}">
                          <a16:creationId xmlns:a16="http://schemas.microsoft.com/office/drawing/2014/main" id="{DDE4A570-6117-4E35-8E8C-F86B42E65C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98634" y="2988944"/>
                      <a:ext cx="45961" cy="63530"/>
                    </a:xfrm>
                    <a:custGeom>
                      <a:avLst/>
                      <a:gdLst>
                        <a:gd name="connsiteX0" fmla="*/ 38348 w 45961"/>
                        <a:gd name="connsiteY0" fmla="*/ 62390 h 63530"/>
                        <a:gd name="connsiteX1" fmla="*/ 6058 w 45961"/>
                        <a:gd name="connsiteY1" fmla="*/ 40292 h 63530"/>
                        <a:gd name="connsiteX2" fmla="*/ 7105 w 45961"/>
                        <a:gd name="connsiteY2" fmla="*/ 1334 h 63530"/>
                        <a:gd name="connsiteX3" fmla="*/ 39871 w 45961"/>
                        <a:gd name="connsiteY3" fmla="*/ 23051 h 63530"/>
                        <a:gd name="connsiteX4" fmla="*/ 38348 w 45961"/>
                        <a:gd name="connsiteY4" fmla="*/ 62390 h 63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961" h="63530">
                          <a:moveTo>
                            <a:pt x="38348" y="62390"/>
                          </a:moveTo>
                          <a:cubicBezTo>
                            <a:pt x="28918" y="67057"/>
                            <a:pt x="14535" y="56960"/>
                            <a:pt x="6058" y="40292"/>
                          </a:cubicBezTo>
                          <a:cubicBezTo>
                            <a:pt x="-2324" y="23623"/>
                            <a:pt x="-2038" y="6383"/>
                            <a:pt x="7105" y="1334"/>
                          </a:cubicBezTo>
                          <a:cubicBezTo>
                            <a:pt x="16250" y="-3714"/>
                            <a:pt x="31204" y="6002"/>
                            <a:pt x="39871" y="23051"/>
                          </a:cubicBezTo>
                          <a:cubicBezTo>
                            <a:pt x="48635" y="40101"/>
                            <a:pt x="47777" y="57722"/>
                            <a:pt x="38348" y="6239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37" name="Forme libre : forme 15236">
                      <a:extLst>
                        <a:ext uri="{FF2B5EF4-FFF2-40B4-BE49-F238E27FC236}">
                          <a16:creationId xmlns:a16="http://schemas.microsoft.com/office/drawing/2014/main" id="{C7DF8CAF-2CE5-4AA8-8031-9E392FFDC2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73376" y="2949843"/>
                      <a:ext cx="55550" cy="96724"/>
                    </a:xfrm>
                    <a:custGeom>
                      <a:avLst/>
                      <a:gdLst>
                        <a:gd name="connsiteX0" fmla="*/ 17790 w 55550"/>
                        <a:gd name="connsiteY0" fmla="*/ 11479 h 96724"/>
                        <a:gd name="connsiteX1" fmla="*/ 4074 w 55550"/>
                        <a:gd name="connsiteY1" fmla="*/ 22433 h 96724"/>
                        <a:gd name="connsiteX2" fmla="*/ 3979 w 55550"/>
                        <a:gd name="connsiteY2" fmla="*/ 60724 h 96724"/>
                        <a:gd name="connsiteX3" fmla="*/ 22076 w 55550"/>
                        <a:gd name="connsiteY3" fmla="*/ 90823 h 96724"/>
                        <a:gd name="connsiteX4" fmla="*/ 42459 w 55550"/>
                        <a:gd name="connsiteY4" fmla="*/ 93490 h 96724"/>
                        <a:gd name="connsiteX5" fmla="*/ 45031 w 55550"/>
                        <a:gd name="connsiteY5" fmla="*/ 78821 h 96724"/>
                        <a:gd name="connsiteX6" fmla="*/ 50080 w 55550"/>
                        <a:gd name="connsiteY6" fmla="*/ 43198 h 96724"/>
                        <a:gd name="connsiteX7" fmla="*/ 49603 w 55550"/>
                        <a:gd name="connsiteY7" fmla="*/ 3383 h 96724"/>
                        <a:gd name="connsiteX8" fmla="*/ 17790 w 55550"/>
                        <a:gd name="connsiteY8" fmla="*/ 11479 h 96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550" h="96724">
                          <a:moveTo>
                            <a:pt x="17790" y="11479"/>
                          </a:moveTo>
                          <a:cubicBezTo>
                            <a:pt x="12646" y="14337"/>
                            <a:pt x="7407" y="17290"/>
                            <a:pt x="4074" y="22433"/>
                          </a:cubicBezTo>
                          <a:cubicBezTo>
                            <a:pt x="-2213" y="32244"/>
                            <a:pt x="-403" y="47293"/>
                            <a:pt x="3979" y="60724"/>
                          </a:cubicBezTo>
                          <a:cubicBezTo>
                            <a:pt x="7693" y="71773"/>
                            <a:pt x="13408" y="83202"/>
                            <a:pt x="22076" y="90823"/>
                          </a:cubicBezTo>
                          <a:cubicBezTo>
                            <a:pt x="28553" y="96442"/>
                            <a:pt x="38078" y="99395"/>
                            <a:pt x="42459" y="93490"/>
                          </a:cubicBezTo>
                          <a:cubicBezTo>
                            <a:pt x="45127" y="89870"/>
                            <a:pt x="45031" y="84060"/>
                            <a:pt x="45031" y="78821"/>
                          </a:cubicBezTo>
                          <a:cubicBezTo>
                            <a:pt x="45127" y="66343"/>
                            <a:pt x="46841" y="54342"/>
                            <a:pt x="50080" y="43198"/>
                          </a:cubicBezTo>
                          <a:cubicBezTo>
                            <a:pt x="52842" y="33863"/>
                            <a:pt x="61129" y="14146"/>
                            <a:pt x="49603" y="3383"/>
                          </a:cubicBezTo>
                          <a:cubicBezTo>
                            <a:pt x="39126" y="-6333"/>
                            <a:pt x="24934" y="7574"/>
                            <a:pt x="17790" y="1147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38" name="Forme libre : forme 15237">
                      <a:extLst>
                        <a:ext uri="{FF2B5EF4-FFF2-40B4-BE49-F238E27FC236}">
                          <a16:creationId xmlns:a16="http://schemas.microsoft.com/office/drawing/2014/main" id="{643170C9-7572-4026-A0D3-B44677C1DA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11363" y="2964356"/>
                      <a:ext cx="27314" cy="21689"/>
                    </a:xfrm>
                    <a:custGeom>
                      <a:avLst/>
                      <a:gdLst>
                        <a:gd name="connsiteX0" fmla="*/ 6092 w 27314"/>
                        <a:gd name="connsiteY0" fmla="*/ 110 h 21689"/>
                        <a:gd name="connsiteX1" fmla="*/ 1806 w 27314"/>
                        <a:gd name="connsiteY1" fmla="*/ 586 h 21689"/>
                        <a:gd name="connsiteX2" fmla="*/ 91 w 27314"/>
                        <a:gd name="connsiteY2" fmla="*/ 4682 h 21689"/>
                        <a:gd name="connsiteX3" fmla="*/ 2758 w 27314"/>
                        <a:gd name="connsiteY3" fmla="*/ 9063 h 21689"/>
                        <a:gd name="connsiteX4" fmla="*/ 12093 w 27314"/>
                        <a:gd name="connsiteY4" fmla="*/ 18016 h 21689"/>
                        <a:gd name="connsiteX5" fmla="*/ 16379 w 27314"/>
                        <a:gd name="connsiteY5" fmla="*/ 20779 h 21689"/>
                        <a:gd name="connsiteX6" fmla="*/ 25332 w 27314"/>
                        <a:gd name="connsiteY6" fmla="*/ 11730 h 21689"/>
                        <a:gd name="connsiteX7" fmla="*/ 6092 w 27314"/>
                        <a:gd name="connsiteY7" fmla="*/ 110 h 21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314" h="21689">
                          <a:moveTo>
                            <a:pt x="6092" y="110"/>
                          </a:moveTo>
                          <a:cubicBezTo>
                            <a:pt x="4568" y="-81"/>
                            <a:pt x="3044" y="-81"/>
                            <a:pt x="1806" y="586"/>
                          </a:cubicBezTo>
                          <a:cubicBezTo>
                            <a:pt x="568" y="1253"/>
                            <a:pt x="-290" y="2872"/>
                            <a:pt x="91" y="4682"/>
                          </a:cubicBezTo>
                          <a:cubicBezTo>
                            <a:pt x="377" y="6301"/>
                            <a:pt x="1615" y="7730"/>
                            <a:pt x="2758" y="9063"/>
                          </a:cubicBezTo>
                          <a:cubicBezTo>
                            <a:pt x="5711" y="12302"/>
                            <a:pt x="8854" y="15349"/>
                            <a:pt x="12093" y="18016"/>
                          </a:cubicBezTo>
                          <a:cubicBezTo>
                            <a:pt x="13426" y="19160"/>
                            <a:pt x="14855" y="20207"/>
                            <a:pt x="16379" y="20779"/>
                          </a:cubicBezTo>
                          <a:cubicBezTo>
                            <a:pt x="22666" y="23446"/>
                            <a:pt x="31238" y="20207"/>
                            <a:pt x="25332" y="11730"/>
                          </a:cubicBezTo>
                          <a:cubicBezTo>
                            <a:pt x="20761" y="5063"/>
                            <a:pt x="12283" y="872"/>
                            <a:pt x="6092" y="11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39" name="Forme libre : forme 15238">
                      <a:extLst>
                        <a:ext uri="{FF2B5EF4-FFF2-40B4-BE49-F238E27FC236}">
                          <a16:creationId xmlns:a16="http://schemas.microsoft.com/office/drawing/2014/main" id="{89B71C60-9E62-4E8F-AE24-39C2EE58A6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91452" y="3052952"/>
                      <a:ext cx="52958" cy="23534"/>
                    </a:xfrm>
                    <a:custGeom>
                      <a:avLst/>
                      <a:gdLst>
                        <a:gd name="connsiteX0" fmla="*/ 52959 w 52958"/>
                        <a:gd name="connsiteY0" fmla="*/ 20479 h 23534"/>
                        <a:gd name="connsiteX1" fmla="*/ 36862 w 52958"/>
                        <a:gd name="connsiteY1" fmla="*/ 23432 h 23534"/>
                        <a:gd name="connsiteX2" fmla="*/ 0 w 52958"/>
                        <a:gd name="connsiteY2" fmla="*/ 0 h 23534"/>
                        <a:gd name="connsiteX3" fmla="*/ 15145 w 52958"/>
                        <a:gd name="connsiteY3" fmla="*/ 12383 h 23534"/>
                        <a:gd name="connsiteX4" fmla="*/ 52959 w 52958"/>
                        <a:gd name="connsiteY4" fmla="*/ 20479 h 23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958" h="23534">
                          <a:moveTo>
                            <a:pt x="52959" y="20479"/>
                          </a:moveTo>
                          <a:cubicBezTo>
                            <a:pt x="52959" y="20479"/>
                            <a:pt x="46673" y="24194"/>
                            <a:pt x="36862" y="23432"/>
                          </a:cubicBezTo>
                          <a:cubicBezTo>
                            <a:pt x="27051" y="22765"/>
                            <a:pt x="13716" y="17336"/>
                            <a:pt x="0" y="0"/>
                          </a:cubicBezTo>
                          <a:cubicBezTo>
                            <a:pt x="0" y="0"/>
                            <a:pt x="5620" y="6477"/>
                            <a:pt x="15145" y="12383"/>
                          </a:cubicBezTo>
                          <a:cubicBezTo>
                            <a:pt x="24575" y="18288"/>
                            <a:pt x="37910" y="23527"/>
                            <a:pt x="52959" y="2047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40" name="Forme libre : forme 15239">
                      <a:extLst>
                        <a:ext uri="{FF2B5EF4-FFF2-40B4-BE49-F238E27FC236}">
                          <a16:creationId xmlns:a16="http://schemas.microsoft.com/office/drawing/2014/main" id="{E21E7A98-6162-4048-B7E4-F573F0479A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93928" y="2933257"/>
                      <a:ext cx="56673" cy="27683"/>
                    </a:xfrm>
                    <a:custGeom>
                      <a:avLst/>
                      <a:gdLst>
                        <a:gd name="connsiteX0" fmla="*/ 56674 w 56673"/>
                        <a:gd name="connsiteY0" fmla="*/ 27684 h 27683"/>
                        <a:gd name="connsiteX1" fmla="*/ 40577 w 56673"/>
                        <a:gd name="connsiteY1" fmla="*/ 9872 h 27683"/>
                        <a:gd name="connsiteX2" fmla="*/ 0 w 56673"/>
                        <a:gd name="connsiteY2" fmla="*/ 3490 h 27683"/>
                        <a:gd name="connsiteX3" fmla="*/ 18574 w 56673"/>
                        <a:gd name="connsiteY3" fmla="*/ 2919 h 27683"/>
                        <a:gd name="connsiteX4" fmla="*/ 56674 w 56673"/>
                        <a:gd name="connsiteY4" fmla="*/ 27684 h 27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673" h="27683">
                          <a:moveTo>
                            <a:pt x="56674" y="27684"/>
                          </a:moveTo>
                          <a:cubicBezTo>
                            <a:pt x="56674" y="27684"/>
                            <a:pt x="50864" y="17873"/>
                            <a:pt x="40577" y="9872"/>
                          </a:cubicBezTo>
                          <a:cubicBezTo>
                            <a:pt x="30385" y="1776"/>
                            <a:pt x="15716" y="-4034"/>
                            <a:pt x="0" y="3490"/>
                          </a:cubicBezTo>
                          <a:cubicBezTo>
                            <a:pt x="0" y="3490"/>
                            <a:pt x="7525" y="1109"/>
                            <a:pt x="18574" y="2919"/>
                          </a:cubicBezTo>
                          <a:cubicBezTo>
                            <a:pt x="29623" y="4729"/>
                            <a:pt x="44005" y="11015"/>
                            <a:pt x="56674" y="276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41" name="Forme libre : forme 15240">
                      <a:extLst>
                        <a:ext uri="{FF2B5EF4-FFF2-40B4-BE49-F238E27FC236}">
                          <a16:creationId xmlns:a16="http://schemas.microsoft.com/office/drawing/2014/main" id="{BE145375-BBAF-4532-AD8B-C1504F5489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7534" y="3005323"/>
                      <a:ext cx="13816" cy="25533"/>
                    </a:xfrm>
                    <a:custGeom>
                      <a:avLst/>
                      <a:gdLst>
                        <a:gd name="connsiteX0" fmla="*/ 9638 w 13816"/>
                        <a:gd name="connsiteY0" fmla="*/ 25532 h 25533"/>
                        <a:gd name="connsiteX1" fmla="*/ 589 w 13816"/>
                        <a:gd name="connsiteY1" fmla="*/ 13054 h 25533"/>
                        <a:gd name="connsiteX2" fmla="*/ 4113 w 13816"/>
                        <a:gd name="connsiteY2" fmla="*/ 5 h 25533"/>
                        <a:gd name="connsiteX3" fmla="*/ 13257 w 13816"/>
                        <a:gd name="connsiteY3" fmla="*/ 12578 h 25533"/>
                        <a:gd name="connsiteX4" fmla="*/ 9638 w 13816"/>
                        <a:gd name="connsiteY4" fmla="*/ 25532 h 25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16" h="25533">
                          <a:moveTo>
                            <a:pt x="9638" y="25532"/>
                          </a:moveTo>
                          <a:cubicBezTo>
                            <a:pt x="6113" y="25627"/>
                            <a:pt x="2113" y="20103"/>
                            <a:pt x="589" y="13054"/>
                          </a:cubicBezTo>
                          <a:cubicBezTo>
                            <a:pt x="-935" y="6005"/>
                            <a:pt x="589" y="195"/>
                            <a:pt x="4113" y="5"/>
                          </a:cubicBezTo>
                          <a:cubicBezTo>
                            <a:pt x="7638" y="-186"/>
                            <a:pt x="11733" y="5434"/>
                            <a:pt x="13257" y="12578"/>
                          </a:cubicBezTo>
                          <a:cubicBezTo>
                            <a:pt x="14781" y="19531"/>
                            <a:pt x="13067" y="25341"/>
                            <a:pt x="9638" y="2553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42" name="Forme libre : forme 15241">
                      <a:extLst>
                        <a:ext uri="{FF2B5EF4-FFF2-40B4-BE49-F238E27FC236}">
                          <a16:creationId xmlns:a16="http://schemas.microsoft.com/office/drawing/2014/main" id="{C5D8775B-35A6-4BA9-873A-7341B5E5AA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5762" y="3026819"/>
                      <a:ext cx="5773" cy="6832"/>
                    </a:xfrm>
                    <a:custGeom>
                      <a:avLst/>
                      <a:gdLst>
                        <a:gd name="connsiteX0" fmla="*/ 4458 w 5773"/>
                        <a:gd name="connsiteY0" fmla="*/ 6607 h 6832"/>
                        <a:gd name="connsiteX1" fmla="*/ 458 w 5773"/>
                        <a:gd name="connsiteY1" fmla="*/ 4607 h 6832"/>
                        <a:gd name="connsiteX2" fmla="*/ 1315 w 5773"/>
                        <a:gd name="connsiteY2" fmla="*/ 225 h 6832"/>
                        <a:gd name="connsiteX3" fmla="*/ 5315 w 5773"/>
                        <a:gd name="connsiteY3" fmla="*/ 2226 h 6832"/>
                        <a:gd name="connsiteX4" fmla="*/ 4458 w 5773"/>
                        <a:gd name="connsiteY4" fmla="*/ 6607 h 6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3" h="6832">
                          <a:moveTo>
                            <a:pt x="4458" y="6607"/>
                          </a:moveTo>
                          <a:cubicBezTo>
                            <a:pt x="3125" y="7274"/>
                            <a:pt x="1315" y="6417"/>
                            <a:pt x="458" y="4607"/>
                          </a:cubicBezTo>
                          <a:cubicBezTo>
                            <a:pt x="-399" y="2892"/>
                            <a:pt x="-19" y="892"/>
                            <a:pt x="1315" y="225"/>
                          </a:cubicBezTo>
                          <a:cubicBezTo>
                            <a:pt x="2648" y="-441"/>
                            <a:pt x="4458" y="416"/>
                            <a:pt x="5315" y="2226"/>
                          </a:cubicBezTo>
                          <a:cubicBezTo>
                            <a:pt x="6173" y="4035"/>
                            <a:pt x="5792" y="5940"/>
                            <a:pt x="4458" y="660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43" name="Forme libre : forme 15242">
                      <a:extLst>
                        <a:ext uri="{FF2B5EF4-FFF2-40B4-BE49-F238E27FC236}">
                          <a16:creationId xmlns:a16="http://schemas.microsoft.com/office/drawing/2014/main" id="{D1D604DD-2B78-4DC4-B4CC-FF3BA5D317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1466" y="2992085"/>
                      <a:ext cx="34277" cy="71457"/>
                    </a:xfrm>
                    <a:custGeom>
                      <a:avLst/>
                      <a:gdLst>
                        <a:gd name="connsiteX0" fmla="*/ 29043 w 34277"/>
                        <a:gd name="connsiteY0" fmla="*/ 55153 h 71457"/>
                        <a:gd name="connsiteX1" fmla="*/ 9898 w 34277"/>
                        <a:gd name="connsiteY1" fmla="*/ 70393 h 71457"/>
                        <a:gd name="connsiteX2" fmla="*/ 1040 w 34277"/>
                        <a:gd name="connsiteY2" fmla="*/ 69155 h 71457"/>
                        <a:gd name="connsiteX3" fmla="*/ 1802 w 34277"/>
                        <a:gd name="connsiteY3" fmla="*/ 60106 h 71457"/>
                        <a:gd name="connsiteX4" fmla="*/ 14470 w 34277"/>
                        <a:gd name="connsiteY4" fmla="*/ 36198 h 71457"/>
                        <a:gd name="connsiteX5" fmla="*/ 15708 w 34277"/>
                        <a:gd name="connsiteY5" fmla="*/ 98 h 71457"/>
                        <a:gd name="connsiteX6" fmla="*/ 34187 w 34277"/>
                        <a:gd name="connsiteY6" fmla="*/ 35245 h 71457"/>
                        <a:gd name="connsiteX7" fmla="*/ 29043 w 34277"/>
                        <a:gd name="connsiteY7" fmla="*/ 55153 h 71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4277" h="71457">
                          <a:moveTo>
                            <a:pt x="29043" y="55153"/>
                          </a:moveTo>
                          <a:cubicBezTo>
                            <a:pt x="24281" y="62297"/>
                            <a:pt x="17327" y="66964"/>
                            <a:pt x="9898" y="70393"/>
                          </a:cubicBezTo>
                          <a:cubicBezTo>
                            <a:pt x="7136" y="71631"/>
                            <a:pt x="3231" y="72393"/>
                            <a:pt x="1040" y="69155"/>
                          </a:cubicBezTo>
                          <a:cubicBezTo>
                            <a:pt x="-960" y="66202"/>
                            <a:pt x="278" y="62582"/>
                            <a:pt x="1802" y="60106"/>
                          </a:cubicBezTo>
                          <a:cubicBezTo>
                            <a:pt x="6564" y="52486"/>
                            <a:pt x="13422" y="46199"/>
                            <a:pt x="14470" y="36198"/>
                          </a:cubicBezTo>
                          <a:cubicBezTo>
                            <a:pt x="15232" y="30007"/>
                            <a:pt x="6088" y="-1997"/>
                            <a:pt x="15708" y="98"/>
                          </a:cubicBezTo>
                          <a:cubicBezTo>
                            <a:pt x="25614" y="2289"/>
                            <a:pt x="33901" y="26959"/>
                            <a:pt x="34187" y="35245"/>
                          </a:cubicBezTo>
                          <a:cubicBezTo>
                            <a:pt x="34758" y="42770"/>
                            <a:pt x="32568" y="49819"/>
                            <a:pt x="29043" y="5515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30" name="Graphique 1">
                    <a:extLst>
                      <a:ext uri="{FF2B5EF4-FFF2-40B4-BE49-F238E27FC236}">
                        <a16:creationId xmlns:a16="http://schemas.microsoft.com/office/drawing/2014/main" id="{B16222C1-DC97-4A97-9D00-766813066AAE}"/>
                      </a:ext>
                    </a:extLst>
                  </p:cNvPr>
                  <p:cNvGrpSpPr/>
                  <p:nvPr/>
                </p:nvGrpSpPr>
                <p:grpSpPr>
                  <a:xfrm>
                    <a:off x="5525614" y="3063778"/>
                    <a:ext cx="134252" cy="152155"/>
                    <a:chOff x="5525614" y="3063778"/>
                    <a:chExt cx="134252" cy="152155"/>
                  </a:xfrm>
                  <a:solidFill>
                    <a:schemeClr val="accent1"/>
                  </a:solidFill>
                </p:grpSpPr>
                <p:sp>
                  <p:nvSpPr>
                    <p:cNvPr id="15220" name="Forme libre : forme 15219">
                      <a:extLst>
                        <a:ext uri="{FF2B5EF4-FFF2-40B4-BE49-F238E27FC236}">
                          <a16:creationId xmlns:a16="http://schemas.microsoft.com/office/drawing/2014/main" id="{FF276C12-2319-4B0D-868E-A2AC28801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5652" y="3063778"/>
                      <a:ext cx="134214" cy="152155"/>
                    </a:xfrm>
                    <a:custGeom>
                      <a:avLst/>
                      <a:gdLst>
                        <a:gd name="connsiteX0" fmla="*/ 43238 w 134214"/>
                        <a:gd name="connsiteY0" fmla="*/ 129954 h 152155"/>
                        <a:gd name="connsiteX1" fmla="*/ 24093 w 134214"/>
                        <a:gd name="connsiteY1" fmla="*/ 103380 h 152155"/>
                        <a:gd name="connsiteX2" fmla="*/ 7995 w 134214"/>
                        <a:gd name="connsiteY2" fmla="*/ 76805 h 152155"/>
                        <a:gd name="connsiteX3" fmla="*/ 566 w 134214"/>
                        <a:gd name="connsiteY3" fmla="*/ 40324 h 152155"/>
                        <a:gd name="connsiteX4" fmla="*/ 17140 w 134214"/>
                        <a:gd name="connsiteY4" fmla="*/ 15749 h 152155"/>
                        <a:gd name="connsiteX5" fmla="*/ 41904 w 134214"/>
                        <a:gd name="connsiteY5" fmla="*/ 3176 h 152155"/>
                        <a:gd name="connsiteX6" fmla="*/ 71242 w 134214"/>
                        <a:gd name="connsiteY6" fmla="*/ 3557 h 152155"/>
                        <a:gd name="connsiteX7" fmla="*/ 96007 w 134214"/>
                        <a:gd name="connsiteY7" fmla="*/ 26037 h 152155"/>
                        <a:gd name="connsiteX8" fmla="*/ 109151 w 134214"/>
                        <a:gd name="connsiteY8" fmla="*/ 47087 h 152155"/>
                        <a:gd name="connsiteX9" fmla="*/ 122867 w 134214"/>
                        <a:gd name="connsiteY9" fmla="*/ 65756 h 152155"/>
                        <a:gd name="connsiteX10" fmla="*/ 130583 w 134214"/>
                        <a:gd name="connsiteY10" fmla="*/ 78805 h 152155"/>
                        <a:gd name="connsiteX11" fmla="*/ 134107 w 134214"/>
                        <a:gd name="connsiteY11" fmla="*/ 93855 h 152155"/>
                        <a:gd name="connsiteX12" fmla="*/ 125344 w 134214"/>
                        <a:gd name="connsiteY12" fmla="*/ 121858 h 152155"/>
                        <a:gd name="connsiteX13" fmla="*/ 106103 w 134214"/>
                        <a:gd name="connsiteY13" fmla="*/ 142813 h 152155"/>
                        <a:gd name="connsiteX14" fmla="*/ 77147 w 134214"/>
                        <a:gd name="connsiteY14" fmla="*/ 151576 h 152155"/>
                        <a:gd name="connsiteX15" fmla="*/ 59621 w 134214"/>
                        <a:gd name="connsiteY15" fmla="*/ 144908 h 152155"/>
                        <a:gd name="connsiteX16" fmla="*/ 43238 w 134214"/>
                        <a:gd name="connsiteY16" fmla="*/ 129954 h 15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34214" h="152155">
                          <a:moveTo>
                            <a:pt x="43238" y="129954"/>
                          </a:moveTo>
                          <a:cubicBezTo>
                            <a:pt x="36285" y="121096"/>
                            <a:pt x="29998" y="112238"/>
                            <a:pt x="24093" y="103380"/>
                          </a:cubicBezTo>
                          <a:cubicBezTo>
                            <a:pt x="18378" y="94521"/>
                            <a:pt x="12949" y="85568"/>
                            <a:pt x="7995" y="76805"/>
                          </a:cubicBezTo>
                          <a:cubicBezTo>
                            <a:pt x="947" y="64422"/>
                            <a:pt x="-1148" y="51278"/>
                            <a:pt x="566" y="40324"/>
                          </a:cubicBezTo>
                          <a:cubicBezTo>
                            <a:pt x="2471" y="29370"/>
                            <a:pt x="8186" y="20322"/>
                            <a:pt x="17140" y="15749"/>
                          </a:cubicBezTo>
                          <a:lnTo>
                            <a:pt x="41904" y="3176"/>
                          </a:lnTo>
                          <a:cubicBezTo>
                            <a:pt x="50858" y="-1395"/>
                            <a:pt x="61431" y="-824"/>
                            <a:pt x="71242" y="3557"/>
                          </a:cubicBezTo>
                          <a:cubicBezTo>
                            <a:pt x="81053" y="7844"/>
                            <a:pt x="90006" y="15749"/>
                            <a:pt x="96007" y="26037"/>
                          </a:cubicBezTo>
                          <a:cubicBezTo>
                            <a:pt x="100293" y="33371"/>
                            <a:pt x="104674" y="40419"/>
                            <a:pt x="109151" y="47087"/>
                          </a:cubicBezTo>
                          <a:cubicBezTo>
                            <a:pt x="113628" y="53754"/>
                            <a:pt x="118200" y="59946"/>
                            <a:pt x="122867" y="65756"/>
                          </a:cubicBezTo>
                          <a:cubicBezTo>
                            <a:pt x="126201" y="69566"/>
                            <a:pt x="128392" y="73947"/>
                            <a:pt x="130583" y="78805"/>
                          </a:cubicBezTo>
                          <a:cubicBezTo>
                            <a:pt x="132487" y="83663"/>
                            <a:pt x="133726" y="88711"/>
                            <a:pt x="134107" y="93855"/>
                          </a:cubicBezTo>
                          <a:cubicBezTo>
                            <a:pt x="134773" y="104141"/>
                            <a:pt x="132392" y="114238"/>
                            <a:pt x="125344" y="121858"/>
                          </a:cubicBezTo>
                          <a:lnTo>
                            <a:pt x="106103" y="142813"/>
                          </a:lnTo>
                          <a:cubicBezTo>
                            <a:pt x="99245" y="150338"/>
                            <a:pt x="88577" y="153576"/>
                            <a:pt x="77147" y="151576"/>
                          </a:cubicBezTo>
                          <a:cubicBezTo>
                            <a:pt x="71337" y="150624"/>
                            <a:pt x="65336" y="148433"/>
                            <a:pt x="59621" y="144908"/>
                          </a:cubicBezTo>
                          <a:cubicBezTo>
                            <a:pt x="54097" y="141384"/>
                            <a:pt x="48382" y="136146"/>
                            <a:pt x="43238" y="129954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21" name="Forme libre : forme 15220">
                      <a:extLst>
                        <a:ext uri="{FF2B5EF4-FFF2-40B4-BE49-F238E27FC236}">
                          <a16:creationId xmlns:a16="http://schemas.microsoft.com/office/drawing/2014/main" id="{8A8A011D-3C9B-44F5-9576-E5D01788F7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5614" y="3074003"/>
                      <a:ext cx="106903" cy="141681"/>
                    </a:xfrm>
                    <a:custGeom>
                      <a:avLst/>
                      <a:gdLst>
                        <a:gd name="connsiteX0" fmla="*/ 42229 w 106903"/>
                        <a:gd name="connsiteY0" fmla="*/ 58579 h 141681"/>
                        <a:gd name="connsiteX1" fmla="*/ 27941 w 106903"/>
                        <a:gd name="connsiteY1" fmla="*/ 0 h 141681"/>
                        <a:gd name="connsiteX2" fmla="*/ 17178 w 106903"/>
                        <a:gd name="connsiteY2" fmla="*/ 5429 h 141681"/>
                        <a:gd name="connsiteX3" fmla="*/ 604 w 106903"/>
                        <a:gd name="connsiteY3" fmla="*/ 30004 h 141681"/>
                        <a:gd name="connsiteX4" fmla="*/ 8034 w 106903"/>
                        <a:gd name="connsiteY4" fmla="*/ 66484 h 141681"/>
                        <a:gd name="connsiteX5" fmla="*/ 24131 w 106903"/>
                        <a:gd name="connsiteY5" fmla="*/ 93059 h 141681"/>
                        <a:gd name="connsiteX6" fmla="*/ 43276 w 106903"/>
                        <a:gd name="connsiteY6" fmla="*/ 119634 h 141681"/>
                        <a:gd name="connsiteX7" fmla="*/ 59850 w 106903"/>
                        <a:gd name="connsiteY7" fmla="*/ 134398 h 141681"/>
                        <a:gd name="connsiteX8" fmla="*/ 77376 w 106903"/>
                        <a:gd name="connsiteY8" fmla="*/ 141065 h 141681"/>
                        <a:gd name="connsiteX9" fmla="*/ 106332 w 106903"/>
                        <a:gd name="connsiteY9" fmla="*/ 132302 h 141681"/>
                        <a:gd name="connsiteX10" fmla="*/ 106903 w 106903"/>
                        <a:gd name="connsiteY10" fmla="*/ 131635 h 141681"/>
                        <a:gd name="connsiteX11" fmla="*/ 88901 w 106903"/>
                        <a:gd name="connsiteY11" fmla="*/ 114967 h 141681"/>
                        <a:gd name="connsiteX12" fmla="*/ 80709 w 106903"/>
                        <a:gd name="connsiteY12" fmla="*/ 106013 h 141681"/>
                        <a:gd name="connsiteX13" fmla="*/ 72804 w 106903"/>
                        <a:gd name="connsiteY13" fmla="*/ 96583 h 141681"/>
                        <a:gd name="connsiteX14" fmla="*/ 57754 w 106903"/>
                        <a:gd name="connsiteY14" fmla="*/ 77343 h 141681"/>
                        <a:gd name="connsiteX15" fmla="*/ 42229 w 106903"/>
                        <a:gd name="connsiteY15" fmla="*/ 58579 h 141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06903" h="141681">
                          <a:moveTo>
                            <a:pt x="42229" y="58579"/>
                          </a:moveTo>
                          <a:cubicBezTo>
                            <a:pt x="26512" y="41053"/>
                            <a:pt x="20988" y="17240"/>
                            <a:pt x="27941" y="0"/>
                          </a:cubicBezTo>
                          <a:lnTo>
                            <a:pt x="17178" y="5429"/>
                          </a:lnTo>
                          <a:cubicBezTo>
                            <a:pt x="8224" y="10001"/>
                            <a:pt x="2510" y="18955"/>
                            <a:pt x="604" y="30004"/>
                          </a:cubicBezTo>
                          <a:cubicBezTo>
                            <a:pt x="-1205" y="40957"/>
                            <a:pt x="985" y="54102"/>
                            <a:pt x="8034" y="66484"/>
                          </a:cubicBezTo>
                          <a:cubicBezTo>
                            <a:pt x="12987" y="75343"/>
                            <a:pt x="18416" y="84201"/>
                            <a:pt x="24131" y="93059"/>
                          </a:cubicBezTo>
                          <a:cubicBezTo>
                            <a:pt x="29942" y="101917"/>
                            <a:pt x="36323" y="110871"/>
                            <a:pt x="43276" y="119634"/>
                          </a:cubicBezTo>
                          <a:cubicBezTo>
                            <a:pt x="48420" y="125825"/>
                            <a:pt x="54135" y="131159"/>
                            <a:pt x="59850" y="134398"/>
                          </a:cubicBezTo>
                          <a:cubicBezTo>
                            <a:pt x="65565" y="137922"/>
                            <a:pt x="71661" y="140113"/>
                            <a:pt x="77376" y="141065"/>
                          </a:cubicBezTo>
                          <a:cubicBezTo>
                            <a:pt x="88806" y="143161"/>
                            <a:pt x="99474" y="139827"/>
                            <a:pt x="106332" y="132302"/>
                          </a:cubicBezTo>
                          <a:lnTo>
                            <a:pt x="106903" y="131635"/>
                          </a:lnTo>
                          <a:cubicBezTo>
                            <a:pt x="100426" y="126492"/>
                            <a:pt x="94616" y="120777"/>
                            <a:pt x="88901" y="114967"/>
                          </a:cubicBezTo>
                          <a:lnTo>
                            <a:pt x="80709" y="106013"/>
                          </a:lnTo>
                          <a:lnTo>
                            <a:pt x="72804" y="96583"/>
                          </a:lnTo>
                          <a:cubicBezTo>
                            <a:pt x="67851" y="90202"/>
                            <a:pt x="62898" y="83915"/>
                            <a:pt x="57754" y="77343"/>
                          </a:cubicBezTo>
                          <a:cubicBezTo>
                            <a:pt x="52801" y="71056"/>
                            <a:pt x="47849" y="64675"/>
                            <a:pt x="42229" y="5857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22" name="Forme libre : forme 15221">
                      <a:extLst>
                        <a:ext uri="{FF2B5EF4-FFF2-40B4-BE49-F238E27FC236}">
                          <a16:creationId xmlns:a16="http://schemas.microsoft.com/office/drawing/2014/main" id="{EDEF388C-6B56-4FDD-96C3-30B3F4CFCB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1040" y="3117799"/>
                      <a:ext cx="50948" cy="60870"/>
                    </a:xfrm>
                    <a:custGeom>
                      <a:avLst/>
                      <a:gdLst>
                        <a:gd name="connsiteX0" fmla="*/ 46809 w 50948"/>
                        <a:gd name="connsiteY0" fmla="*/ 57740 h 60870"/>
                        <a:gd name="connsiteX1" fmla="*/ 29664 w 50948"/>
                        <a:gd name="connsiteY1" fmla="*/ 58978 h 60870"/>
                        <a:gd name="connsiteX2" fmla="*/ 18996 w 50948"/>
                        <a:gd name="connsiteY2" fmla="*/ 52501 h 60870"/>
                        <a:gd name="connsiteX3" fmla="*/ 9280 w 50948"/>
                        <a:gd name="connsiteY3" fmla="*/ 41833 h 60870"/>
                        <a:gd name="connsiteX4" fmla="*/ 41 w 50948"/>
                        <a:gd name="connsiteY4" fmla="*/ 17354 h 60870"/>
                        <a:gd name="connsiteX5" fmla="*/ 6518 w 50948"/>
                        <a:gd name="connsiteY5" fmla="*/ 1542 h 60870"/>
                        <a:gd name="connsiteX6" fmla="*/ 23282 w 50948"/>
                        <a:gd name="connsiteY6" fmla="*/ 3162 h 60870"/>
                        <a:gd name="connsiteX7" fmla="*/ 40903 w 50948"/>
                        <a:gd name="connsiteY7" fmla="*/ 19640 h 60870"/>
                        <a:gd name="connsiteX8" fmla="*/ 47189 w 50948"/>
                        <a:gd name="connsiteY8" fmla="*/ 30689 h 60870"/>
                        <a:gd name="connsiteX9" fmla="*/ 50523 w 50948"/>
                        <a:gd name="connsiteY9" fmla="*/ 41262 h 60870"/>
                        <a:gd name="connsiteX10" fmla="*/ 46809 w 50948"/>
                        <a:gd name="connsiteY10" fmla="*/ 57740 h 60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0948" h="60870">
                          <a:moveTo>
                            <a:pt x="46809" y="57740"/>
                          </a:moveTo>
                          <a:cubicBezTo>
                            <a:pt x="42904" y="61359"/>
                            <a:pt x="36521" y="61931"/>
                            <a:pt x="29664" y="58978"/>
                          </a:cubicBezTo>
                          <a:cubicBezTo>
                            <a:pt x="26235" y="57550"/>
                            <a:pt x="22329" y="55454"/>
                            <a:pt x="18996" y="52501"/>
                          </a:cubicBezTo>
                          <a:cubicBezTo>
                            <a:pt x="15662" y="49549"/>
                            <a:pt x="12137" y="46024"/>
                            <a:pt x="9280" y="41833"/>
                          </a:cubicBezTo>
                          <a:cubicBezTo>
                            <a:pt x="3470" y="33547"/>
                            <a:pt x="422" y="24593"/>
                            <a:pt x="41" y="17354"/>
                          </a:cubicBezTo>
                          <a:cubicBezTo>
                            <a:pt x="-340" y="10020"/>
                            <a:pt x="1946" y="4209"/>
                            <a:pt x="6518" y="1542"/>
                          </a:cubicBezTo>
                          <a:cubicBezTo>
                            <a:pt x="11090" y="-1125"/>
                            <a:pt x="17186" y="-172"/>
                            <a:pt x="23282" y="3162"/>
                          </a:cubicBezTo>
                          <a:cubicBezTo>
                            <a:pt x="29473" y="6496"/>
                            <a:pt x="35664" y="12306"/>
                            <a:pt x="40903" y="19640"/>
                          </a:cubicBezTo>
                          <a:cubicBezTo>
                            <a:pt x="43475" y="23355"/>
                            <a:pt x="45666" y="26974"/>
                            <a:pt x="47189" y="30689"/>
                          </a:cubicBezTo>
                          <a:cubicBezTo>
                            <a:pt x="48714" y="34499"/>
                            <a:pt x="49952" y="37833"/>
                            <a:pt x="50523" y="41262"/>
                          </a:cubicBezTo>
                          <a:cubicBezTo>
                            <a:pt x="51571" y="48120"/>
                            <a:pt x="50809" y="54121"/>
                            <a:pt x="46809" y="5774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23" name="Forme libre : forme 15222">
                      <a:extLst>
                        <a:ext uri="{FF2B5EF4-FFF2-40B4-BE49-F238E27FC236}">
                          <a16:creationId xmlns:a16="http://schemas.microsoft.com/office/drawing/2014/main" id="{3F45155E-24E5-4708-9618-0C7BE394A3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1040" y="3117843"/>
                      <a:ext cx="27949" cy="53981"/>
                    </a:xfrm>
                    <a:custGeom>
                      <a:avLst/>
                      <a:gdLst>
                        <a:gd name="connsiteX0" fmla="*/ 27949 w 27949"/>
                        <a:gd name="connsiteY0" fmla="*/ 6071 h 53981"/>
                        <a:gd name="connsiteX1" fmla="*/ 6518 w 27949"/>
                        <a:gd name="connsiteY1" fmla="*/ 1594 h 53981"/>
                        <a:gd name="connsiteX2" fmla="*/ 41 w 27949"/>
                        <a:gd name="connsiteY2" fmla="*/ 17406 h 53981"/>
                        <a:gd name="connsiteX3" fmla="*/ 9280 w 27949"/>
                        <a:gd name="connsiteY3" fmla="*/ 41885 h 53981"/>
                        <a:gd name="connsiteX4" fmla="*/ 20805 w 27949"/>
                        <a:gd name="connsiteY4" fmla="*/ 53982 h 53981"/>
                        <a:gd name="connsiteX5" fmla="*/ 16424 w 27949"/>
                        <a:gd name="connsiteY5" fmla="*/ 45885 h 53981"/>
                        <a:gd name="connsiteX6" fmla="*/ 15948 w 27949"/>
                        <a:gd name="connsiteY6" fmla="*/ 21978 h 53981"/>
                        <a:gd name="connsiteX7" fmla="*/ 27949 w 27949"/>
                        <a:gd name="connsiteY7" fmla="*/ 6071 h 53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949" h="53981">
                          <a:moveTo>
                            <a:pt x="27949" y="6071"/>
                          </a:moveTo>
                          <a:cubicBezTo>
                            <a:pt x="20234" y="547"/>
                            <a:pt x="12328" y="-1835"/>
                            <a:pt x="6518" y="1594"/>
                          </a:cubicBezTo>
                          <a:cubicBezTo>
                            <a:pt x="1946" y="4261"/>
                            <a:pt x="-340" y="10072"/>
                            <a:pt x="41" y="17406"/>
                          </a:cubicBezTo>
                          <a:cubicBezTo>
                            <a:pt x="422" y="24740"/>
                            <a:pt x="3470" y="33598"/>
                            <a:pt x="9280" y="41885"/>
                          </a:cubicBezTo>
                          <a:cubicBezTo>
                            <a:pt x="12614" y="46743"/>
                            <a:pt x="16805" y="50839"/>
                            <a:pt x="20805" y="53982"/>
                          </a:cubicBezTo>
                          <a:cubicBezTo>
                            <a:pt x="18996" y="51410"/>
                            <a:pt x="17471" y="48743"/>
                            <a:pt x="16424" y="45885"/>
                          </a:cubicBezTo>
                          <a:cubicBezTo>
                            <a:pt x="13852" y="37694"/>
                            <a:pt x="14043" y="29026"/>
                            <a:pt x="15948" y="21978"/>
                          </a:cubicBezTo>
                          <a:cubicBezTo>
                            <a:pt x="18043" y="14739"/>
                            <a:pt x="22139" y="9024"/>
                            <a:pt x="27949" y="6071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24" name="Forme libre : forme 15223">
                      <a:extLst>
                        <a:ext uri="{FF2B5EF4-FFF2-40B4-BE49-F238E27FC236}">
                          <a16:creationId xmlns:a16="http://schemas.microsoft.com/office/drawing/2014/main" id="{F05ADB7B-19C6-4D3E-9A79-B7D377CB77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69326" y="3122901"/>
                      <a:ext cx="51793" cy="61329"/>
                    </a:xfrm>
                    <a:custGeom>
                      <a:avLst/>
                      <a:gdLst>
                        <a:gd name="connsiteX0" fmla="*/ 47761 w 51793"/>
                        <a:gd name="connsiteY0" fmla="*/ 58163 h 61329"/>
                        <a:gd name="connsiteX1" fmla="*/ 30521 w 51793"/>
                        <a:gd name="connsiteY1" fmla="*/ 59592 h 61329"/>
                        <a:gd name="connsiteX2" fmla="*/ 19662 w 51793"/>
                        <a:gd name="connsiteY2" fmla="*/ 53019 h 61329"/>
                        <a:gd name="connsiteX3" fmla="*/ 9661 w 51793"/>
                        <a:gd name="connsiteY3" fmla="*/ 42256 h 61329"/>
                        <a:gd name="connsiteX4" fmla="*/ 6327 w 51793"/>
                        <a:gd name="connsiteY4" fmla="*/ 1584 h 61329"/>
                        <a:gd name="connsiteX5" fmla="*/ 40999 w 51793"/>
                        <a:gd name="connsiteY5" fmla="*/ 19587 h 61329"/>
                        <a:gd name="connsiteX6" fmla="*/ 47571 w 51793"/>
                        <a:gd name="connsiteY6" fmla="*/ 30731 h 61329"/>
                        <a:gd name="connsiteX7" fmla="*/ 51190 w 51793"/>
                        <a:gd name="connsiteY7" fmla="*/ 41399 h 61329"/>
                        <a:gd name="connsiteX8" fmla="*/ 47761 w 51793"/>
                        <a:gd name="connsiteY8" fmla="*/ 58163 h 61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793" h="61329">
                          <a:moveTo>
                            <a:pt x="47761" y="58163"/>
                          </a:moveTo>
                          <a:cubicBezTo>
                            <a:pt x="43856" y="61782"/>
                            <a:pt x="37569" y="62354"/>
                            <a:pt x="30521" y="59592"/>
                          </a:cubicBezTo>
                          <a:cubicBezTo>
                            <a:pt x="26997" y="58163"/>
                            <a:pt x="23282" y="55972"/>
                            <a:pt x="19662" y="53019"/>
                          </a:cubicBezTo>
                          <a:cubicBezTo>
                            <a:pt x="16138" y="50067"/>
                            <a:pt x="12804" y="46447"/>
                            <a:pt x="9661" y="42256"/>
                          </a:cubicBezTo>
                          <a:cubicBezTo>
                            <a:pt x="-2341" y="25302"/>
                            <a:pt x="-2817" y="6918"/>
                            <a:pt x="6327" y="1584"/>
                          </a:cubicBezTo>
                          <a:cubicBezTo>
                            <a:pt x="15566" y="-3750"/>
                            <a:pt x="30521" y="4918"/>
                            <a:pt x="40999" y="19587"/>
                          </a:cubicBezTo>
                          <a:cubicBezTo>
                            <a:pt x="43761" y="23206"/>
                            <a:pt x="45856" y="27016"/>
                            <a:pt x="47571" y="30731"/>
                          </a:cubicBezTo>
                          <a:cubicBezTo>
                            <a:pt x="49381" y="34350"/>
                            <a:pt x="50524" y="37970"/>
                            <a:pt x="51190" y="41399"/>
                          </a:cubicBezTo>
                          <a:cubicBezTo>
                            <a:pt x="52523" y="48352"/>
                            <a:pt x="51762" y="54448"/>
                            <a:pt x="47761" y="5816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25" name="Forme libre : forme 15224">
                      <a:extLst>
                        <a:ext uri="{FF2B5EF4-FFF2-40B4-BE49-F238E27FC236}">
                          <a16:creationId xmlns:a16="http://schemas.microsoft.com/office/drawing/2014/main" id="{07D51D1C-05C8-468A-9D98-C444852029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2138" y="3084363"/>
                      <a:ext cx="56855" cy="98881"/>
                    </a:xfrm>
                    <a:custGeom>
                      <a:avLst/>
                      <a:gdLst>
                        <a:gd name="connsiteX0" fmla="*/ 18942 w 56855"/>
                        <a:gd name="connsiteY0" fmla="*/ 10595 h 98881"/>
                        <a:gd name="connsiteX1" fmla="*/ 4369 w 56855"/>
                        <a:gd name="connsiteY1" fmla="*/ 21073 h 98881"/>
                        <a:gd name="connsiteX2" fmla="*/ 5417 w 56855"/>
                        <a:gd name="connsiteY2" fmla="*/ 62316 h 98881"/>
                        <a:gd name="connsiteX3" fmla="*/ 29801 w 56855"/>
                        <a:gd name="connsiteY3" fmla="*/ 94415 h 98881"/>
                        <a:gd name="connsiteX4" fmla="*/ 51518 w 56855"/>
                        <a:gd name="connsiteY4" fmla="*/ 93844 h 98881"/>
                        <a:gd name="connsiteX5" fmla="*/ 50756 w 56855"/>
                        <a:gd name="connsiteY5" fmla="*/ 78127 h 98881"/>
                        <a:gd name="connsiteX6" fmla="*/ 51613 w 56855"/>
                        <a:gd name="connsiteY6" fmla="*/ 41647 h 98881"/>
                        <a:gd name="connsiteX7" fmla="*/ 51613 w 56855"/>
                        <a:gd name="connsiteY7" fmla="*/ 3166 h 98881"/>
                        <a:gd name="connsiteX8" fmla="*/ 18942 w 56855"/>
                        <a:gd name="connsiteY8" fmla="*/ 10595 h 98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855" h="98881">
                          <a:moveTo>
                            <a:pt x="18942" y="10595"/>
                          </a:moveTo>
                          <a:cubicBezTo>
                            <a:pt x="13513" y="13167"/>
                            <a:pt x="7989" y="15929"/>
                            <a:pt x="4369" y="21073"/>
                          </a:cubicBezTo>
                          <a:cubicBezTo>
                            <a:pt x="-2584" y="30883"/>
                            <a:pt x="-489" y="47552"/>
                            <a:pt x="5417" y="62316"/>
                          </a:cubicBezTo>
                          <a:cubicBezTo>
                            <a:pt x="10560" y="74603"/>
                            <a:pt x="18561" y="87176"/>
                            <a:pt x="29801" y="94415"/>
                          </a:cubicBezTo>
                          <a:cubicBezTo>
                            <a:pt x="37897" y="99940"/>
                            <a:pt x="48851" y="100988"/>
                            <a:pt x="51518" y="93844"/>
                          </a:cubicBezTo>
                          <a:cubicBezTo>
                            <a:pt x="53137" y="89462"/>
                            <a:pt x="51613" y="83557"/>
                            <a:pt x="50756" y="78127"/>
                          </a:cubicBezTo>
                          <a:cubicBezTo>
                            <a:pt x="48374" y="65269"/>
                            <a:pt x="48946" y="52886"/>
                            <a:pt x="51613" y="41647"/>
                          </a:cubicBezTo>
                          <a:cubicBezTo>
                            <a:pt x="53708" y="32026"/>
                            <a:pt x="62281" y="12976"/>
                            <a:pt x="51613" y="3166"/>
                          </a:cubicBezTo>
                          <a:cubicBezTo>
                            <a:pt x="41898" y="-5883"/>
                            <a:pt x="26467" y="6976"/>
                            <a:pt x="18942" y="1059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26" name="Forme libre : forme 15225">
                      <a:extLst>
                        <a:ext uri="{FF2B5EF4-FFF2-40B4-BE49-F238E27FC236}">
                          <a16:creationId xmlns:a16="http://schemas.microsoft.com/office/drawing/2014/main" id="{FFCDE19A-0749-44E8-87EF-EAAA43AA7C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81283" y="3098491"/>
                      <a:ext cx="27239" cy="20085"/>
                    </a:xfrm>
                    <a:custGeom>
                      <a:avLst/>
                      <a:gdLst>
                        <a:gd name="connsiteX0" fmla="*/ 6276 w 27239"/>
                        <a:gd name="connsiteY0" fmla="*/ 87 h 20085"/>
                        <a:gd name="connsiteX1" fmla="*/ 1895 w 27239"/>
                        <a:gd name="connsiteY1" fmla="*/ 658 h 20085"/>
                        <a:gd name="connsiteX2" fmla="*/ 85 w 27239"/>
                        <a:gd name="connsiteY2" fmla="*/ 4659 h 20085"/>
                        <a:gd name="connsiteX3" fmla="*/ 2657 w 27239"/>
                        <a:gd name="connsiteY3" fmla="*/ 8945 h 20085"/>
                        <a:gd name="connsiteX4" fmla="*/ 12087 w 27239"/>
                        <a:gd name="connsiteY4" fmla="*/ 17232 h 20085"/>
                        <a:gd name="connsiteX5" fmla="*/ 16373 w 27239"/>
                        <a:gd name="connsiteY5" fmla="*/ 19613 h 20085"/>
                        <a:gd name="connsiteX6" fmla="*/ 25231 w 27239"/>
                        <a:gd name="connsiteY6" fmla="*/ 10183 h 20085"/>
                        <a:gd name="connsiteX7" fmla="*/ 6276 w 27239"/>
                        <a:gd name="connsiteY7" fmla="*/ 87 h 20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239" h="20085">
                          <a:moveTo>
                            <a:pt x="6276" y="87"/>
                          </a:moveTo>
                          <a:cubicBezTo>
                            <a:pt x="4752" y="-104"/>
                            <a:pt x="3133" y="-9"/>
                            <a:pt x="1895" y="658"/>
                          </a:cubicBezTo>
                          <a:cubicBezTo>
                            <a:pt x="656" y="1325"/>
                            <a:pt x="-296" y="2944"/>
                            <a:pt x="85" y="4659"/>
                          </a:cubicBezTo>
                          <a:cubicBezTo>
                            <a:pt x="371" y="6278"/>
                            <a:pt x="1514" y="7707"/>
                            <a:pt x="2657" y="8945"/>
                          </a:cubicBezTo>
                          <a:cubicBezTo>
                            <a:pt x="5610" y="12088"/>
                            <a:pt x="8753" y="14850"/>
                            <a:pt x="12087" y="17232"/>
                          </a:cubicBezTo>
                          <a:cubicBezTo>
                            <a:pt x="13420" y="18184"/>
                            <a:pt x="14849" y="19137"/>
                            <a:pt x="16373" y="19613"/>
                          </a:cubicBezTo>
                          <a:cubicBezTo>
                            <a:pt x="22754" y="21518"/>
                            <a:pt x="31137" y="17518"/>
                            <a:pt x="25231" y="10183"/>
                          </a:cubicBezTo>
                          <a:cubicBezTo>
                            <a:pt x="20659" y="4373"/>
                            <a:pt x="12467" y="753"/>
                            <a:pt x="6276" y="8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27" name="Forme libre : forme 15226">
                      <a:extLst>
                        <a:ext uri="{FF2B5EF4-FFF2-40B4-BE49-F238E27FC236}">
                          <a16:creationId xmlns:a16="http://schemas.microsoft.com/office/drawing/2014/main" id="{EEDE5FF4-4BA5-40D6-9343-C074C607E8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1367" y="3193256"/>
                      <a:ext cx="60007" cy="16240"/>
                    </a:xfrm>
                    <a:custGeom>
                      <a:avLst/>
                      <a:gdLst>
                        <a:gd name="connsiteX0" fmla="*/ 60007 w 60007"/>
                        <a:gd name="connsiteY0" fmla="*/ 6858 h 16240"/>
                        <a:gd name="connsiteX1" fmla="*/ 45434 w 60007"/>
                        <a:gd name="connsiteY1" fmla="*/ 15240 h 16240"/>
                        <a:gd name="connsiteX2" fmla="*/ 26765 w 60007"/>
                        <a:gd name="connsiteY2" fmla="*/ 14954 h 16240"/>
                        <a:gd name="connsiteX3" fmla="*/ 0 w 60007"/>
                        <a:gd name="connsiteY3" fmla="*/ 0 h 16240"/>
                        <a:gd name="connsiteX4" fmla="*/ 5620 w 60007"/>
                        <a:gd name="connsiteY4" fmla="*/ 3810 h 16240"/>
                        <a:gd name="connsiteX5" fmla="*/ 20002 w 60007"/>
                        <a:gd name="connsiteY5" fmla="*/ 10382 h 16240"/>
                        <a:gd name="connsiteX6" fmla="*/ 60007 w 60007"/>
                        <a:gd name="connsiteY6" fmla="*/ 6858 h 162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0007" h="16240">
                          <a:moveTo>
                            <a:pt x="60007" y="6858"/>
                          </a:moveTo>
                          <a:cubicBezTo>
                            <a:pt x="60007" y="6858"/>
                            <a:pt x="55245" y="12763"/>
                            <a:pt x="45434" y="15240"/>
                          </a:cubicBezTo>
                          <a:cubicBezTo>
                            <a:pt x="40577" y="16478"/>
                            <a:pt x="34385" y="16764"/>
                            <a:pt x="26765" y="14954"/>
                          </a:cubicBezTo>
                          <a:cubicBezTo>
                            <a:pt x="19241" y="12954"/>
                            <a:pt x="10383" y="9049"/>
                            <a:pt x="0" y="0"/>
                          </a:cubicBezTo>
                          <a:cubicBezTo>
                            <a:pt x="0" y="0"/>
                            <a:pt x="2096" y="1619"/>
                            <a:pt x="5620" y="3810"/>
                          </a:cubicBezTo>
                          <a:cubicBezTo>
                            <a:pt x="9144" y="6096"/>
                            <a:pt x="14192" y="8668"/>
                            <a:pt x="20002" y="10382"/>
                          </a:cubicBezTo>
                          <a:cubicBezTo>
                            <a:pt x="31623" y="14288"/>
                            <a:pt x="46673" y="15049"/>
                            <a:pt x="60007" y="68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28" name="Forme libre : forme 15227">
                      <a:extLst>
                        <a:ext uri="{FF2B5EF4-FFF2-40B4-BE49-F238E27FC236}">
                          <a16:creationId xmlns:a16="http://schemas.microsoft.com/office/drawing/2014/main" id="{0926861A-067A-495E-BD4F-2A3E5CABA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66223" y="3068293"/>
                      <a:ext cx="54387" cy="25140"/>
                    </a:xfrm>
                    <a:custGeom>
                      <a:avLst/>
                      <a:gdLst>
                        <a:gd name="connsiteX0" fmla="*/ 54387 w 54387"/>
                        <a:gd name="connsiteY0" fmla="*/ 25141 h 25140"/>
                        <a:gd name="connsiteX1" fmla="*/ 50578 w 54387"/>
                        <a:gd name="connsiteY1" fmla="*/ 20188 h 25140"/>
                        <a:gd name="connsiteX2" fmla="*/ 39814 w 54387"/>
                        <a:gd name="connsiteY2" fmla="*/ 9806 h 25140"/>
                        <a:gd name="connsiteX3" fmla="*/ 0 w 54387"/>
                        <a:gd name="connsiteY3" fmla="*/ 2376 h 25140"/>
                        <a:gd name="connsiteX4" fmla="*/ 18669 w 54387"/>
                        <a:gd name="connsiteY4" fmla="*/ 3043 h 25140"/>
                        <a:gd name="connsiteX5" fmla="*/ 54387 w 54387"/>
                        <a:gd name="connsiteY5" fmla="*/ 25141 h 25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4387" h="25140">
                          <a:moveTo>
                            <a:pt x="54387" y="25141"/>
                          </a:moveTo>
                          <a:cubicBezTo>
                            <a:pt x="54387" y="25141"/>
                            <a:pt x="53054" y="23141"/>
                            <a:pt x="50578" y="20188"/>
                          </a:cubicBezTo>
                          <a:cubicBezTo>
                            <a:pt x="48101" y="17140"/>
                            <a:pt x="44482" y="13330"/>
                            <a:pt x="39814" y="9806"/>
                          </a:cubicBezTo>
                          <a:cubicBezTo>
                            <a:pt x="30480" y="2567"/>
                            <a:pt x="16954" y="-3529"/>
                            <a:pt x="0" y="2376"/>
                          </a:cubicBezTo>
                          <a:cubicBezTo>
                            <a:pt x="0" y="2376"/>
                            <a:pt x="7905" y="757"/>
                            <a:pt x="18669" y="3043"/>
                          </a:cubicBezTo>
                          <a:cubicBezTo>
                            <a:pt x="29337" y="5234"/>
                            <a:pt x="42863" y="11235"/>
                            <a:pt x="54387" y="25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29" name="Forme libre : forme 15228">
                      <a:extLst>
                        <a:ext uri="{FF2B5EF4-FFF2-40B4-BE49-F238E27FC236}">
                          <a16:creationId xmlns:a16="http://schemas.microsoft.com/office/drawing/2014/main" id="{EBB055AD-5DF2-4F4D-BED3-758734E58D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99372" y="3137092"/>
                      <a:ext cx="15554" cy="24111"/>
                    </a:xfrm>
                    <a:custGeom>
                      <a:avLst/>
                      <a:gdLst>
                        <a:gd name="connsiteX0" fmla="*/ 12666 w 15554"/>
                        <a:gd name="connsiteY0" fmla="*/ 23969 h 24111"/>
                        <a:gd name="connsiteX1" fmla="*/ 1427 w 15554"/>
                        <a:gd name="connsiteY1" fmla="*/ 13492 h 24111"/>
                        <a:gd name="connsiteX2" fmla="*/ 3427 w 15554"/>
                        <a:gd name="connsiteY2" fmla="*/ 61 h 24111"/>
                        <a:gd name="connsiteX3" fmla="*/ 14000 w 15554"/>
                        <a:gd name="connsiteY3" fmla="*/ 10539 h 24111"/>
                        <a:gd name="connsiteX4" fmla="*/ 12666 w 15554"/>
                        <a:gd name="connsiteY4" fmla="*/ 23969 h 24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54" h="24111">
                          <a:moveTo>
                            <a:pt x="12666" y="23969"/>
                          </a:moveTo>
                          <a:cubicBezTo>
                            <a:pt x="9142" y="25017"/>
                            <a:pt x="4093" y="20159"/>
                            <a:pt x="1427" y="13492"/>
                          </a:cubicBezTo>
                          <a:cubicBezTo>
                            <a:pt x="-1145" y="6729"/>
                            <a:pt x="-98" y="728"/>
                            <a:pt x="3427" y="61"/>
                          </a:cubicBezTo>
                          <a:cubicBezTo>
                            <a:pt x="6951" y="-605"/>
                            <a:pt x="11428" y="4252"/>
                            <a:pt x="14000" y="10539"/>
                          </a:cubicBezTo>
                          <a:cubicBezTo>
                            <a:pt x="16381" y="17016"/>
                            <a:pt x="16095" y="22921"/>
                            <a:pt x="12666" y="2396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30" name="Forme libre : forme 15229">
                      <a:extLst>
                        <a:ext uri="{FF2B5EF4-FFF2-40B4-BE49-F238E27FC236}">
                          <a16:creationId xmlns:a16="http://schemas.microsoft.com/office/drawing/2014/main" id="{AF1DD473-771A-46C3-90BD-F639750BE9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10299" y="3156827"/>
                      <a:ext cx="6170" cy="6467"/>
                    </a:xfrm>
                    <a:custGeom>
                      <a:avLst/>
                      <a:gdLst>
                        <a:gd name="connsiteX0" fmla="*/ 5359 w 6170"/>
                        <a:gd name="connsiteY0" fmla="*/ 5948 h 6467"/>
                        <a:gd name="connsiteX1" fmla="*/ 978 w 6170"/>
                        <a:gd name="connsiteY1" fmla="*/ 4996 h 6467"/>
                        <a:gd name="connsiteX2" fmla="*/ 882 w 6170"/>
                        <a:gd name="connsiteY2" fmla="*/ 519 h 6467"/>
                        <a:gd name="connsiteX3" fmla="*/ 5264 w 6170"/>
                        <a:gd name="connsiteY3" fmla="*/ 1472 h 6467"/>
                        <a:gd name="connsiteX4" fmla="*/ 5359 w 6170"/>
                        <a:gd name="connsiteY4" fmla="*/ 5948 h 6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70" h="6467">
                          <a:moveTo>
                            <a:pt x="5359" y="5948"/>
                          </a:moveTo>
                          <a:cubicBezTo>
                            <a:pt x="4217" y="6901"/>
                            <a:pt x="2216" y="6520"/>
                            <a:pt x="978" y="4996"/>
                          </a:cubicBezTo>
                          <a:cubicBezTo>
                            <a:pt x="-261" y="3472"/>
                            <a:pt x="-356" y="1567"/>
                            <a:pt x="882" y="519"/>
                          </a:cubicBezTo>
                          <a:cubicBezTo>
                            <a:pt x="2025" y="-433"/>
                            <a:pt x="4026" y="-52"/>
                            <a:pt x="5264" y="1472"/>
                          </a:cubicBezTo>
                          <a:cubicBezTo>
                            <a:pt x="6407" y="2996"/>
                            <a:pt x="6502" y="4901"/>
                            <a:pt x="5359" y="59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31" name="Forme libre : forme 15230">
                      <a:extLst>
                        <a:ext uri="{FF2B5EF4-FFF2-40B4-BE49-F238E27FC236}">
                          <a16:creationId xmlns:a16="http://schemas.microsoft.com/office/drawing/2014/main" id="{EC1CCF8A-C95D-410B-BFF3-297BF4032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23160" y="3120674"/>
                      <a:ext cx="26502" cy="69396"/>
                    </a:xfrm>
                    <a:custGeom>
                      <a:avLst/>
                      <a:gdLst>
                        <a:gd name="connsiteX0" fmla="*/ 24978 w 26502"/>
                        <a:gd name="connsiteY0" fmla="*/ 45721 h 69396"/>
                        <a:gd name="connsiteX1" fmla="*/ 11358 w 26502"/>
                        <a:gd name="connsiteY1" fmla="*/ 66581 h 69396"/>
                        <a:gd name="connsiteX2" fmla="*/ 2500 w 26502"/>
                        <a:gd name="connsiteY2" fmla="*/ 68295 h 69396"/>
                        <a:gd name="connsiteX3" fmla="*/ 499 w 26502"/>
                        <a:gd name="connsiteY3" fmla="*/ 59342 h 69396"/>
                        <a:gd name="connsiteX4" fmla="*/ 6881 w 26502"/>
                        <a:gd name="connsiteY4" fmla="*/ 32957 h 69396"/>
                        <a:gd name="connsiteX5" fmla="*/ 1357 w 26502"/>
                        <a:gd name="connsiteY5" fmla="*/ 14384 h 69396"/>
                        <a:gd name="connsiteX6" fmla="*/ 4119 w 26502"/>
                        <a:gd name="connsiteY6" fmla="*/ 1 h 69396"/>
                        <a:gd name="connsiteX7" fmla="*/ 17454 w 26502"/>
                        <a:gd name="connsiteY7" fmla="*/ 10574 h 69396"/>
                        <a:gd name="connsiteX8" fmla="*/ 25359 w 26502"/>
                        <a:gd name="connsiteY8" fmla="*/ 25814 h 69396"/>
                        <a:gd name="connsiteX9" fmla="*/ 24978 w 26502"/>
                        <a:gd name="connsiteY9" fmla="*/ 45721 h 69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6502" h="69396">
                          <a:moveTo>
                            <a:pt x="24978" y="45721"/>
                          </a:moveTo>
                          <a:cubicBezTo>
                            <a:pt x="22502" y="53913"/>
                            <a:pt x="17263" y="60771"/>
                            <a:pt x="11358" y="66581"/>
                          </a:cubicBezTo>
                          <a:cubicBezTo>
                            <a:pt x="9167" y="68771"/>
                            <a:pt x="5643" y="70676"/>
                            <a:pt x="2500" y="68295"/>
                          </a:cubicBezTo>
                          <a:cubicBezTo>
                            <a:pt x="-358" y="66104"/>
                            <a:pt x="-358" y="62199"/>
                            <a:pt x="499" y="59342"/>
                          </a:cubicBezTo>
                          <a:cubicBezTo>
                            <a:pt x="3071" y="50483"/>
                            <a:pt x="7738" y="42482"/>
                            <a:pt x="6881" y="32957"/>
                          </a:cubicBezTo>
                          <a:cubicBezTo>
                            <a:pt x="6595" y="30005"/>
                            <a:pt x="3071" y="22004"/>
                            <a:pt x="1357" y="14384"/>
                          </a:cubicBezTo>
                          <a:cubicBezTo>
                            <a:pt x="-453" y="6859"/>
                            <a:pt x="-644" y="-94"/>
                            <a:pt x="4119" y="1"/>
                          </a:cubicBezTo>
                          <a:cubicBezTo>
                            <a:pt x="8881" y="191"/>
                            <a:pt x="13644" y="5049"/>
                            <a:pt x="17454" y="10574"/>
                          </a:cubicBezTo>
                          <a:cubicBezTo>
                            <a:pt x="21359" y="16098"/>
                            <a:pt x="24026" y="22099"/>
                            <a:pt x="25359" y="25814"/>
                          </a:cubicBezTo>
                          <a:cubicBezTo>
                            <a:pt x="27074" y="32481"/>
                            <a:pt x="26788" y="39625"/>
                            <a:pt x="24978" y="457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31" name="Graphique 1">
                    <a:extLst>
                      <a:ext uri="{FF2B5EF4-FFF2-40B4-BE49-F238E27FC236}">
                        <a16:creationId xmlns:a16="http://schemas.microsoft.com/office/drawing/2014/main" id="{D3ACB8BB-F4B2-4121-92B0-98A84B59EF09}"/>
                      </a:ext>
                    </a:extLst>
                  </p:cNvPr>
                  <p:cNvGrpSpPr/>
                  <p:nvPr/>
                </p:nvGrpSpPr>
                <p:grpSpPr>
                  <a:xfrm>
                    <a:off x="5624458" y="3174204"/>
                    <a:ext cx="152075" cy="135413"/>
                    <a:chOff x="5624458" y="3174204"/>
                    <a:chExt cx="152075" cy="135413"/>
                  </a:xfrm>
                  <a:solidFill>
                    <a:schemeClr val="accent1"/>
                  </a:solidFill>
                </p:grpSpPr>
                <p:sp>
                  <p:nvSpPr>
                    <p:cNvPr id="15208" name="Forme libre : forme 15207">
                      <a:extLst>
                        <a:ext uri="{FF2B5EF4-FFF2-40B4-BE49-F238E27FC236}">
                          <a16:creationId xmlns:a16="http://schemas.microsoft.com/office/drawing/2014/main" id="{51553E87-2CBB-4BF8-825A-455BC7A92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24458" y="3174204"/>
                      <a:ext cx="152075" cy="135222"/>
                    </a:xfrm>
                    <a:custGeom>
                      <a:avLst/>
                      <a:gdLst>
                        <a:gd name="connsiteX0" fmla="*/ 76258 w 152075"/>
                        <a:gd name="connsiteY0" fmla="*/ 127637 h 135222"/>
                        <a:gd name="connsiteX1" fmla="*/ 49302 w 152075"/>
                        <a:gd name="connsiteY1" fmla="*/ 111540 h 135222"/>
                        <a:gd name="connsiteX2" fmla="*/ 23489 w 152075"/>
                        <a:gd name="connsiteY2" fmla="*/ 93728 h 135222"/>
                        <a:gd name="connsiteX3" fmla="*/ 1201 w 152075"/>
                        <a:gd name="connsiteY3" fmla="*/ 61819 h 135222"/>
                        <a:gd name="connsiteX4" fmla="*/ 7583 w 152075"/>
                        <a:gd name="connsiteY4" fmla="*/ 32101 h 135222"/>
                        <a:gd name="connsiteX5" fmla="*/ 26823 w 152075"/>
                        <a:gd name="connsiteY5" fmla="*/ 11146 h 135222"/>
                        <a:gd name="connsiteX6" fmla="*/ 54160 w 152075"/>
                        <a:gd name="connsiteY6" fmla="*/ 2 h 135222"/>
                        <a:gd name="connsiteX7" fmla="*/ 84640 w 152075"/>
                        <a:gd name="connsiteY7" fmla="*/ 9717 h 135222"/>
                        <a:gd name="connsiteX8" fmla="*/ 105118 w 152075"/>
                        <a:gd name="connsiteY8" fmla="*/ 23433 h 135222"/>
                        <a:gd name="connsiteX9" fmla="*/ 126360 w 152075"/>
                        <a:gd name="connsiteY9" fmla="*/ 35721 h 135222"/>
                        <a:gd name="connsiteX10" fmla="*/ 139409 w 152075"/>
                        <a:gd name="connsiteY10" fmla="*/ 45722 h 135222"/>
                        <a:gd name="connsiteX11" fmla="*/ 148172 w 152075"/>
                        <a:gd name="connsiteY11" fmla="*/ 58676 h 135222"/>
                        <a:gd name="connsiteX12" fmla="*/ 149791 w 152075"/>
                        <a:gd name="connsiteY12" fmla="*/ 88394 h 135222"/>
                        <a:gd name="connsiteX13" fmla="*/ 139123 w 152075"/>
                        <a:gd name="connsiteY13" fmla="*/ 115255 h 135222"/>
                        <a:gd name="connsiteX14" fmla="*/ 114930 w 152075"/>
                        <a:gd name="connsiteY14" fmla="*/ 134209 h 135222"/>
                        <a:gd name="connsiteX15" fmla="*/ 96260 w 152075"/>
                        <a:gd name="connsiteY15" fmla="*/ 134495 h 135222"/>
                        <a:gd name="connsiteX16" fmla="*/ 76258 w 152075"/>
                        <a:gd name="connsiteY16" fmla="*/ 127637 h 135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52075" h="135222">
                          <a:moveTo>
                            <a:pt x="76258" y="127637"/>
                          </a:moveTo>
                          <a:cubicBezTo>
                            <a:pt x="67018" y="122589"/>
                            <a:pt x="58065" y="117255"/>
                            <a:pt x="49302" y="111540"/>
                          </a:cubicBezTo>
                          <a:cubicBezTo>
                            <a:pt x="40539" y="105825"/>
                            <a:pt x="31871" y="100015"/>
                            <a:pt x="23489" y="93728"/>
                          </a:cubicBezTo>
                          <a:cubicBezTo>
                            <a:pt x="11583" y="85060"/>
                            <a:pt x="3963" y="73154"/>
                            <a:pt x="1201" y="61819"/>
                          </a:cubicBezTo>
                          <a:cubicBezTo>
                            <a:pt x="-1656" y="50580"/>
                            <a:pt x="630" y="39626"/>
                            <a:pt x="7583" y="32101"/>
                          </a:cubicBezTo>
                          <a:lnTo>
                            <a:pt x="26823" y="11146"/>
                          </a:lnTo>
                          <a:cubicBezTo>
                            <a:pt x="33872" y="3526"/>
                            <a:pt x="43683" y="192"/>
                            <a:pt x="54160" y="2"/>
                          </a:cubicBezTo>
                          <a:cubicBezTo>
                            <a:pt x="64542" y="-93"/>
                            <a:pt x="75210" y="3145"/>
                            <a:pt x="84640" y="9717"/>
                          </a:cubicBezTo>
                          <a:cubicBezTo>
                            <a:pt x="91212" y="14575"/>
                            <a:pt x="98165" y="19052"/>
                            <a:pt x="105118" y="23433"/>
                          </a:cubicBezTo>
                          <a:cubicBezTo>
                            <a:pt x="112072" y="27815"/>
                            <a:pt x="119121" y="31911"/>
                            <a:pt x="126360" y="35721"/>
                          </a:cubicBezTo>
                          <a:cubicBezTo>
                            <a:pt x="131408" y="38483"/>
                            <a:pt x="135789" y="41722"/>
                            <a:pt x="139409" y="45722"/>
                          </a:cubicBezTo>
                          <a:cubicBezTo>
                            <a:pt x="143028" y="49723"/>
                            <a:pt x="146076" y="53914"/>
                            <a:pt x="148172" y="58676"/>
                          </a:cubicBezTo>
                          <a:cubicBezTo>
                            <a:pt x="152363" y="68201"/>
                            <a:pt x="153601" y="78583"/>
                            <a:pt x="149791" y="88394"/>
                          </a:cubicBezTo>
                          <a:lnTo>
                            <a:pt x="139123" y="115255"/>
                          </a:lnTo>
                          <a:cubicBezTo>
                            <a:pt x="135313" y="124875"/>
                            <a:pt x="126360" y="131923"/>
                            <a:pt x="114930" y="134209"/>
                          </a:cubicBezTo>
                          <a:cubicBezTo>
                            <a:pt x="109214" y="135352"/>
                            <a:pt x="102737" y="135638"/>
                            <a:pt x="96260" y="134495"/>
                          </a:cubicBezTo>
                          <a:cubicBezTo>
                            <a:pt x="89593" y="133352"/>
                            <a:pt x="82640" y="131257"/>
                            <a:pt x="76258" y="127637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09" name="Forme libre : forme 15208">
                      <a:extLst>
                        <a:ext uri="{FF2B5EF4-FFF2-40B4-BE49-F238E27FC236}">
                          <a16:creationId xmlns:a16="http://schemas.microsoft.com/office/drawing/2014/main" id="{1975806C-04F7-4B6D-B016-9565B09BC3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24458" y="3197351"/>
                      <a:ext cx="139313" cy="112265"/>
                    </a:xfrm>
                    <a:custGeom>
                      <a:avLst/>
                      <a:gdLst>
                        <a:gd name="connsiteX0" fmla="*/ 51969 w 139313"/>
                        <a:gd name="connsiteY0" fmla="*/ 49054 h 112265"/>
                        <a:gd name="connsiteX1" fmla="*/ 25490 w 139313"/>
                        <a:gd name="connsiteY1" fmla="*/ 28099 h 112265"/>
                        <a:gd name="connsiteX2" fmla="*/ 15869 w 139313"/>
                        <a:gd name="connsiteY2" fmla="*/ 0 h 112265"/>
                        <a:gd name="connsiteX3" fmla="*/ 7583 w 139313"/>
                        <a:gd name="connsiteY3" fmla="*/ 9049 h 112265"/>
                        <a:gd name="connsiteX4" fmla="*/ 1201 w 139313"/>
                        <a:gd name="connsiteY4" fmla="*/ 38767 h 112265"/>
                        <a:gd name="connsiteX5" fmla="*/ 23489 w 139313"/>
                        <a:gd name="connsiteY5" fmla="*/ 70676 h 112265"/>
                        <a:gd name="connsiteX6" fmla="*/ 49302 w 139313"/>
                        <a:gd name="connsiteY6" fmla="*/ 88487 h 112265"/>
                        <a:gd name="connsiteX7" fmla="*/ 76258 w 139313"/>
                        <a:gd name="connsiteY7" fmla="*/ 104585 h 112265"/>
                        <a:gd name="connsiteX8" fmla="*/ 96070 w 139313"/>
                        <a:gd name="connsiteY8" fmla="*/ 111538 h 112265"/>
                        <a:gd name="connsiteX9" fmla="*/ 114739 w 139313"/>
                        <a:gd name="connsiteY9" fmla="*/ 111252 h 112265"/>
                        <a:gd name="connsiteX10" fmla="*/ 138933 w 139313"/>
                        <a:gd name="connsiteY10" fmla="*/ 92297 h 112265"/>
                        <a:gd name="connsiteX11" fmla="*/ 139313 w 139313"/>
                        <a:gd name="connsiteY11" fmla="*/ 91440 h 112265"/>
                        <a:gd name="connsiteX12" fmla="*/ 95117 w 139313"/>
                        <a:gd name="connsiteY12" fmla="*/ 71152 h 112265"/>
                        <a:gd name="connsiteX13" fmla="*/ 51969 w 139313"/>
                        <a:gd name="connsiteY13" fmla="*/ 49054 h 112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9313" h="112265">
                          <a:moveTo>
                            <a:pt x="51969" y="49054"/>
                          </a:moveTo>
                          <a:cubicBezTo>
                            <a:pt x="41206" y="44291"/>
                            <a:pt x="31871" y="36767"/>
                            <a:pt x="25490" y="28099"/>
                          </a:cubicBezTo>
                          <a:cubicBezTo>
                            <a:pt x="19108" y="19336"/>
                            <a:pt x="15584" y="9525"/>
                            <a:pt x="15869" y="0"/>
                          </a:cubicBezTo>
                          <a:lnTo>
                            <a:pt x="7583" y="9049"/>
                          </a:lnTo>
                          <a:cubicBezTo>
                            <a:pt x="630" y="16574"/>
                            <a:pt x="-1656" y="27527"/>
                            <a:pt x="1201" y="38767"/>
                          </a:cubicBezTo>
                          <a:cubicBezTo>
                            <a:pt x="3963" y="50102"/>
                            <a:pt x="11583" y="62008"/>
                            <a:pt x="23489" y="70676"/>
                          </a:cubicBezTo>
                          <a:cubicBezTo>
                            <a:pt x="31871" y="76962"/>
                            <a:pt x="40539" y="82772"/>
                            <a:pt x="49302" y="88487"/>
                          </a:cubicBezTo>
                          <a:cubicBezTo>
                            <a:pt x="58065" y="94107"/>
                            <a:pt x="67114" y="99536"/>
                            <a:pt x="76258" y="104585"/>
                          </a:cubicBezTo>
                          <a:cubicBezTo>
                            <a:pt x="82640" y="108204"/>
                            <a:pt x="89498" y="110300"/>
                            <a:pt x="96070" y="111538"/>
                          </a:cubicBezTo>
                          <a:cubicBezTo>
                            <a:pt x="102642" y="112681"/>
                            <a:pt x="109119" y="112395"/>
                            <a:pt x="114739" y="111252"/>
                          </a:cubicBezTo>
                          <a:cubicBezTo>
                            <a:pt x="126169" y="108966"/>
                            <a:pt x="135122" y="101918"/>
                            <a:pt x="138933" y="92297"/>
                          </a:cubicBezTo>
                          <a:lnTo>
                            <a:pt x="139313" y="91440"/>
                          </a:lnTo>
                          <a:cubicBezTo>
                            <a:pt x="123502" y="86392"/>
                            <a:pt x="109214" y="78772"/>
                            <a:pt x="95117" y="71152"/>
                          </a:cubicBezTo>
                          <a:cubicBezTo>
                            <a:pt x="81021" y="63437"/>
                            <a:pt x="67209" y="55626"/>
                            <a:pt x="51969" y="4905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10" name="Forme libre : forme 15209">
                      <a:extLst>
                        <a:ext uri="{FF2B5EF4-FFF2-40B4-BE49-F238E27FC236}">
                          <a16:creationId xmlns:a16="http://schemas.microsoft.com/office/drawing/2014/main" id="{5D185EF1-7C36-47ED-9B0E-CF7A5C62F0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77814" y="3224160"/>
                      <a:ext cx="62697" cy="49324"/>
                    </a:xfrm>
                    <a:custGeom>
                      <a:avLst/>
                      <a:gdLst>
                        <a:gd name="connsiteX0" fmla="*/ 61478 w 62697"/>
                        <a:gd name="connsiteY0" fmla="*/ 41485 h 49324"/>
                        <a:gd name="connsiteX1" fmla="*/ 45953 w 62697"/>
                        <a:gd name="connsiteY1" fmla="*/ 49296 h 49324"/>
                        <a:gd name="connsiteX2" fmla="*/ 33951 w 62697"/>
                        <a:gd name="connsiteY2" fmla="*/ 47486 h 49324"/>
                        <a:gd name="connsiteX3" fmla="*/ 20997 w 62697"/>
                        <a:gd name="connsiteY3" fmla="*/ 41771 h 49324"/>
                        <a:gd name="connsiteX4" fmla="*/ 2709 w 62697"/>
                        <a:gd name="connsiteY4" fmla="*/ 23102 h 49324"/>
                        <a:gd name="connsiteX5" fmla="*/ 2233 w 62697"/>
                        <a:gd name="connsiteY5" fmla="*/ 5767 h 49324"/>
                        <a:gd name="connsiteX6" fmla="*/ 18330 w 62697"/>
                        <a:gd name="connsiteY6" fmla="*/ 52 h 49324"/>
                        <a:gd name="connsiteX7" fmla="*/ 41285 w 62697"/>
                        <a:gd name="connsiteY7" fmla="*/ 7862 h 49324"/>
                        <a:gd name="connsiteX8" fmla="*/ 51667 w 62697"/>
                        <a:gd name="connsiteY8" fmla="*/ 15577 h 49324"/>
                        <a:gd name="connsiteX9" fmla="*/ 58906 w 62697"/>
                        <a:gd name="connsiteY9" fmla="*/ 24340 h 49324"/>
                        <a:gd name="connsiteX10" fmla="*/ 61478 w 62697"/>
                        <a:gd name="connsiteY10" fmla="*/ 41485 h 493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2697" h="49324">
                          <a:moveTo>
                            <a:pt x="61478" y="41485"/>
                          </a:moveTo>
                          <a:cubicBezTo>
                            <a:pt x="59097" y="46438"/>
                            <a:pt x="53382" y="49105"/>
                            <a:pt x="45953" y="49296"/>
                          </a:cubicBezTo>
                          <a:cubicBezTo>
                            <a:pt x="42238" y="49486"/>
                            <a:pt x="38142" y="48724"/>
                            <a:pt x="33951" y="47486"/>
                          </a:cubicBezTo>
                          <a:cubicBezTo>
                            <a:pt x="29760" y="46153"/>
                            <a:pt x="25188" y="44438"/>
                            <a:pt x="20997" y="41771"/>
                          </a:cubicBezTo>
                          <a:cubicBezTo>
                            <a:pt x="12424" y="36628"/>
                            <a:pt x="6043" y="29770"/>
                            <a:pt x="2709" y="23102"/>
                          </a:cubicBezTo>
                          <a:cubicBezTo>
                            <a:pt x="-720" y="16625"/>
                            <a:pt x="-910" y="10243"/>
                            <a:pt x="2233" y="5767"/>
                          </a:cubicBezTo>
                          <a:cubicBezTo>
                            <a:pt x="5376" y="1385"/>
                            <a:pt x="11281" y="-330"/>
                            <a:pt x="18330" y="52"/>
                          </a:cubicBezTo>
                          <a:cubicBezTo>
                            <a:pt x="25283" y="528"/>
                            <a:pt x="33475" y="3195"/>
                            <a:pt x="41285" y="7862"/>
                          </a:cubicBezTo>
                          <a:cubicBezTo>
                            <a:pt x="45096" y="10338"/>
                            <a:pt x="48715" y="12720"/>
                            <a:pt x="51667" y="15577"/>
                          </a:cubicBezTo>
                          <a:cubicBezTo>
                            <a:pt x="54621" y="18340"/>
                            <a:pt x="57002" y="21483"/>
                            <a:pt x="58906" y="24340"/>
                          </a:cubicBezTo>
                          <a:cubicBezTo>
                            <a:pt x="62621" y="30436"/>
                            <a:pt x="63860" y="36628"/>
                            <a:pt x="61478" y="4148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11" name="Forme libre : forme 15210">
                      <a:extLst>
                        <a:ext uri="{FF2B5EF4-FFF2-40B4-BE49-F238E27FC236}">
                          <a16:creationId xmlns:a16="http://schemas.microsoft.com/office/drawing/2014/main" id="{7CF803F9-623F-4898-8958-813FFDCE2A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77814" y="3224363"/>
                      <a:ext cx="36142" cy="48045"/>
                    </a:xfrm>
                    <a:custGeom>
                      <a:avLst/>
                      <a:gdLst>
                        <a:gd name="connsiteX0" fmla="*/ 23759 w 36142"/>
                        <a:gd name="connsiteY0" fmla="*/ 802 h 48045"/>
                        <a:gd name="connsiteX1" fmla="*/ 2233 w 36142"/>
                        <a:gd name="connsiteY1" fmla="*/ 5754 h 48045"/>
                        <a:gd name="connsiteX2" fmla="*/ 2709 w 36142"/>
                        <a:gd name="connsiteY2" fmla="*/ 23090 h 48045"/>
                        <a:gd name="connsiteX3" fmla="*/ 20997 w 36142"/>
                        <a:gd name="connsiteY3" fmla="*/ 41759 h 48045"/>
                        <a:gd name="connsiteX4" fmla="*/ 36142 w 36142"/>
                        <a:gd name="connsiteY4" fmla="*/ 48046 h 48045"/>
                        <a:gd name="connsiteX5" fmla="*/ 29093 w 36142"/>
                        <a:gd name="connsiteY5" fmla="*/ 42426 h 48045"/>
                        <a:gd name="connsiteX6" fmla="*/ 19283 w 36142"/>
                        <a:gd name="connsiteY6" fmla="*/ 20518 h 48045"/>
                        <a:gd name="connsiteX7" fmla="*/ 23759 w 36142"/>
                        <a:gd name="connsiteY7" fmla="*/ 802 h 48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6142" h="48045">
                          <a:moveTo>
                            <a:pt x="23759" y="802"/>
                          </a:moveTo>
                          <a:cubicBezTo>
                            <a:pt x="14425" y="-1104"/>
                            <a:pt x="6138" y="325"/>
                            <a:pt x="2233" y="5754"/>
                          </a:cubicBezTo>
                          <a:cubicBezTo>
                            <a:pt x="-910" y="10136"/>
                            <a:pt x="-720" y="16518"/>
                            <a:pt x="2709" y="23090"/>
                          </a:cubicBezTo>
                          <a:cubicBezTo>
                            <a:pt x="5947" y="29758"/>
                            <a:pt x="12424" y="36520"/>
                            <a:pt x="20997" y="41759"/>
                          </a:cubicBezTo>
                          <a:cubicBezTo>
                            <a:pt x="25950" y="44902"/>
                            <a:pt x="31284" y="46807"/>
                            <a:pt x="36142" y="48046"/>
                          </a:cubicBezTo>
                          <a:cubicBezTo>
                            <a:pt x="33570" y="46426"/>
                            <a:pt x="31189" y="44617"/>
                            <a:pt x="29093" y="42426"/>
                          </a:cubicBezTo>
                          <a:cubicBezTo>
                            <a:pt x="23759" y="35854"/>
                            <a:pt x="20330" y="27853"/>
                            <a:pt x="19283" y="20518"/>
                          </a:cubicBezTo>
                          <a:cubicBezTo>
                            <a:pt x="18140" y="12994"/>
                            <a:pt x="19663" y="5945"/>
                            <a:pt x="23759" y="802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12" name="Forme libre : forme 15211">
                      <a:extLst>
                        <a:ext uri="{FF2B5EF4-FFF2-40B4-BE49-F238E27FC236}">
                          <a16:creationId xmlns:a16="http://schemas.microsoft.com/office/drawing/2014/main" id="{934CB190-03B1-41A2-BD68-845D6C299A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78227" y="3229760"/>
                      <a:ext cx="63488" cy="49255"/>
                    </a:xfrm>
                    <a:custGeom>
                      <a:avLst/>
                      <a:gdLst>
                        <a:gd name="connsiteX0" fmla="*/ 62303 w 63488"/>
                        <a:gd name="connsiteY0" fmla="*/ 41410 h 49255"/>
                        <a:gd name="connsiteX1" fmla="*/ 46778 w 63488"/>
                        <a:gd name="connsiteY1" fmla="*/ 49220 h 49255"/>
                        <a:gd name="connsiteX2" fmla="*/ 21441 w 63488"/>
                        <a:gd name="connsiteY2" fmla="*/ 41886 h 49255"/>
                        <a:gd name="connsiteX3" fmla="*/ 2868 w 63488"/>
                        <a:gd name="connsiteY3" fmla="*/ 23217 h 49255"/>
                        <a:gd name="connsiteX4" fmla="*/ 2105 w 63488"/>
                        <a:gd name="connsiteY4" fmla="*/ 5882 h 49255"/>
                        <a:gd name="connsiteX5" fmla="*/ 18298 w 63488"/>
                        <a:gd name="connsiteY5" fmla="*/ 71 h 49255"/>
                        <a:gd name="connsiteX6" fmla="*/ 41444 w 63488"/>
                        <a:gd name="connsiteY6" fmla="*/ 7882 h 49255"/>
                        <a:gd name="connsiteX7" fmla="*/ 59446 w 63488"/>
                        <a:gd name="connsiteY7" fmla="*/ 24360 h 49255"/>
                        <a:gd name="connsiteX8" fmla="*/ 62303 w 63488"/>
                        <a:gd name="connsiteY8" fmla="*/ 41410 h 49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3488" h="49255">
                          <a:moveTo>
                            <a:pt x="62303" y="41410"/>
                          </a:moveTo>
                          <a:cubicBezTo>
                            <a:pt x="59922" y="46363"/>
                            <a:pt x="54207" y="49030"/>
                            <a:pt x="46778" y="49220"/>
                          </a:cubicBezTo>
                          <a:cubicBezTo>
                            <a:pt x="39253" y="49601"/>
                            <a:pt x="30300" y="46839"/>
                            <a:pt x="21441" y="41886"/>
                          </a:cubicBezTo>
                          <a:cubicBezTo>
                            <a:pt x="12869" y="36552"/>
                            <a:pt x="6201" y="29980"/>
                            <a:pt x="2868" y="23217"/>
                          </a:cubicBezTo>
                          <a:cubicBezTo>
                            <a:pt x="-561" y="16550"/>
                            <a:pt x="-1038" y="10358"/>
                            <a:pt x="2105" y="5882"/>
                          </a:cubicBezTo>
                          <a:cubicBezTo>
                            <a:pt x="5249" y="1500"/>
                            <a:pt x="11250" y="-405"/>
                            <a:pt x="18298" y="71"/>
                          </a:cubicBezTo>
                          <a:cubicBezTo>
                            <a:pt x="25346" y="643"/>
                            <a:pt x="33633" y="3024"/>
                            <a:pt x="41444" y="7882"/>
                          </a:cubicBezTo>
                          <a:cubicBezTo>
                            <a:pt x="49445" y="12359"/>
                            <a:pt x="55540" y="18454"/>
                            <a:pt x="59446" y="24360"/>
                          </a:cubicBezTo>
                          <a:cubicBezTo>
                            <a:pt x="63351" y="30266"/>
                            <a:pt x="64685" y="36457"/>
                            <a:pt x="62303" y="4141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13" name="Forme libre : forme 15212">
                      <a:extLst>
                        <a:ext uri="{FF2B5EF4-FFF2-40B4-BE49-F238E27FC236}">
                          <a16:creationId xmlns:a16="http://schemas.microsoft.com/office/drawing/2014/main" id="{E864D2C4-6447-4FAB-BEB1-D7189F92EC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45024" y="3193485"/>
                      <a:ext cx="72648" cy="93959"/>
                    </a:xfrm>
                    <a:custGeom>
                      <a:avLst/>
                      <a:gdLst>
                        <a:gd name="connsiteX0" fmla="*/ 10067 w 72648"/>
                        <a:gd name="connsiteY0" fmla="*/ 20821 h 93959"/>
                        <a:gd name="connsiteX1" fmla="*/ 447 w 72648"/>
                        <a:gd name="connsiteY1" fmla="*/ 36442 h 93959"/>
                        <a:gd name="connsiteX2" fmla="*/ 18449 w 72648"/>
                        <a:gd name="connsiteY2" fmla="*/ 74542 h 93959"/>
                        <a:gd name="connsiteX3" fmla="*/ 53215 w 72648"/>
                        <a:gd name="connsiteY3" fmla="*/ 93592 h 93959"/>
                        <a:gd name="connsiteX4" fmla="*/ 72646 w 72648"/>
                        <a:gd name="connsiteY4" fmla="*/ 84162 h 93959"/>
                        <a:gd name="connsiteX5" fmla="*/ 66169 w 72648"/>
                        <a:gd name="connsiteY5" fmla="*/ 69875 h 93959"/>
                        <a:gd name="connsiteX6" fmla="*/ 52453 w 72648"/>
                        <a:gd name="connsiteY6" fmla="*/ 35871 h 93959"/>
                        <a:gd name="connsiteX7" fmla="*/ 37404 w 72648"/>
                        <a:gd name="connsiteY7" fmla="*/ 628 h 93959"/>
                        <a:gd name="connsiteX8" fmla="*/ 10067 w 72648"/>
                        <a:gd name="connsiteY8" fmla="*/ 20821 h 93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2648" h="93959">
                          <a:moveTo>
                            <a:pt x="10067" y="20821"/>
                          </a:moveTo>
                          <a:cubicBezTo>
                            <a:pt x="6067" y="25393"/>
                            <a:pt x="1780" y="30156"/>
                            <a:pt x="447" y="36442"/>
                          </a:cubicBezTo>
                          <a:cubicBezTo>
                            <a:pt x="-2125" y="48349"/>
                            <a:pt x="6733" y="63493"/>
                            <a:pt x="18449" y="74542"/>
                          </a:cubicBezTo>
                          <a:cubicBezTo>
                            <a:pt x="28165" y="83782"/>
                            <a:pt x="40547" y="91687"/>
                            <a:pt x="53215" y="93592"/>
                          </a:cubicBezTo>
                          <a:cubicBezTo>
                            <a:pt x="62645" y="95116"/>
                            <a:pt x="72646" y="91878"/>
                            <a:pt x="72646" y="84162"/>
                          </a:cubicBezTo>
                          <a:cubicBezTo>
                            <a:pt x="72742" y="79400"/>
                            <a:pt x="69217" y="74447"/>
                            <a:pt x="66169" y="69875"/>
                          </a:cubicBezTo>
                          <a:cubicBezTo>
                            <a:pt x="59121" y="58921"/>
                            <a:pt x="54454" y="47396"/>
                            <a:pt x="52453" y="35871"/>
                          </a:cubicBezTo>
                          <a:cubicBezTo>
                            <a:pt x="50453" y="25965"/>
                            <a:pt x="50739" y="5105"/>
                            <a:pt x="37404" y="628"/>
                          </a:cubicBezTo>
                          <a:cubicBezTo>
                            <a:pt x="25307" y="-3563"/>
                            <a:pt x="15687" y="14344"/>
                            <a:pt x="10067" y="208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14" name="Forme libre : forme 15213">
                      <a:extLst>
                        <a:ext uri="{FF2B5EF4-FFF2-40B4-BE49-F238E27FC236}">
                          <a16:creationId xmlns:a16="http://schemas.microsoft.com/office/drawing/2014/main" id="{A879EE18-9135-4067-A23E-35D15C0CAA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76404" y="3205266"/>
                      <a:ext cx="30077" cy="15117"/>
                    </a:xfrm>
                    <a:custGeom>
                      <a:avLst/>
                      <a:gdLst>
                        <a:gd name="connsiteX0" fmla="*/ 4596 w 30077"/>
                        <a:gd name="connsiteY0" fmla="*/ 1516 h 15117"/>
                        <a:gd name="connsiteX1" fmla="*/ 785 w 30077"/>
                        <a:gd name="connsiteY1" fmla="*/ 3802 h 15117"/>
                        <a:gd name="connsiteX2" fmla="*/ 595 w 30077"/>
                        <a:gd name="connsiteY2" fmla="*/ 8278 h 15117"/>
                        <a:gd name="connsiteX3" fmla="*/ 4691 w 30077"/>
                        <a:gd name="connsiteY3" fmla="*/ 11041 h 15117"/>
                        <a:gd name="connsiteX4" fmla="*/ 16692 w 30077"/>
                        <a:gd name="connsiteY4" fmla="*/ 14755 h 15117"/>
                        <a:gd name="connsiteX5" fmla="*/ 21645 w 30077"/>
                        <a:gd name="connsiteY5" fmla="*/ 15041 h 15117"/>
                        <a:gd name="connsiteX6" fmla="*/ 25931 w 30077"/>
                        <a:gd name="connsiteY6" fmla="*/ 2659 h 15117"/>
                        <a:gd name="connsiteX7" fmla="*/ 4596 w 30077"/>
                        <a:gd name="connsiteY7" fmla="*/ 1516 h 15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077" h="15117">
                          <a:moveTo>
                            <a:pt x="4596" y="1516"/>
                          </a:moveTo>
                          <a:cubicBezTo>
                            <a:pt x="3167" y="1992"/>
                            <a:pt x="1643" y="2659"/>
                            <a:pt x="785" y="3802"/>
                          </a:cubicBezTo>
                          <a:cubicBezTo>
                            <a:pt x="-72" y="4945"/>
                            <a:pt x="-358" y="6754"/>
                            <a:pt x="595" y="8278"/>
                          </a:cubicBezTo>
                          <a:cubicBezTo>
                            <a:pt x="1452" y="9612"/>
                            <a:pt x="3167" y="10374"/>
                            <a:pt x="4691" y="11041"/>
                          </a:cubicBezTo>
                          <a:cubicBezTo>
                            <a:pt x="8596" y="12660"/>
                            <a:pt x="12596" y="13898"/>
                            <a:pt x="16692" y="14755"/>
                          </a:cubicBezTo>
                          <a:cubicBezTo>
                            <a:pt x="18407" y="15041"/>
                            <a:pt x="20121" y="15232"/>
                            <a:pt x="21645" y="15041"/>
                          </a:cubicBezTo>
                          <a:cubicBezTo>
                            <a:pt x="28313" y="14184"/>
                            <a:pt x="34409" y="6850"/>
                            <a:pt x="25931" y="2659"/>
                          </a:cubicBezTo>
                          <a:cubicBezTo>
                            <a:pt x="19454" y="-770"/>
                            <a:pt x="10596" y="-580"/>
                            <a:pt x="4596" y="151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15" name="Forme libre : forme 15214">
                      <a:extLst>
                        <a:ext uri="{FF2B5EF4-FFF2-40B4-BE49-F238E27FC236}">
                          <a16:creationId xmlns:a16="http://schemas.microsoft.com/office/drawing/2014/main" id="{95951495-1C80-4DD9-A5B6-BD921D7B9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2716" y="3283934"/>
                      <a:ext cx="57816" cy="20380"/>
                    </a:xfrm>
                    <a:custGeom>
                      <a:avLst/>
                      <a:gdLst>
                        <a:gd name="connsiteX0" fmla="*/ 57817 w 57816"/>
                        <a:gd name="connsiteY0" fmla="*/ 0 h 20380"/>
                        <a:gd name="connsiteX1" fmla="*/ 47054 w 57816"/>
                        <a:gd name="connsiteY1" fmla="*/ 13335 h 20380"/>
                        <a:gd name="connsiteX2" fmla="*/ 29433 w 57816"/>
                        <a:gd name="connsiteY2" fmla="*/ 19907 h 20380"/>
                        <a:gd name="connsiteX3" fmla="*/ 0 w 57816"/>
                        <a:gd name="connsiteY3" fmla="*/ 16574 h 20380"/>
                        <a:gd name="connsiteX4" fmla="*/ 6191 w 57816"/>
                        <a:gd name="connsiteY4" fmla="*/ 17717 h 20380"/>
                        <a:gd name="connsiteX5" fmla="*/ 21527 w 57816"/>
                        <a:gd name="connsiteY5" fmla="*/ 18193 h 20380"/>
                        <a:gd name="connsiteX6" fmla="*/ 40577 w 57816"/>
                        <a:gd name="connsiteY6" fmla="*/ 13526 h 20380"/>
                        <a:gd name="connsiteX7" fmla="*/ 57817 w 57816"/>
                        <a:gd name="connsiteY7" fmla="*/ 0 h 20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816" h="20380">
                          <a:moveTo>
                            <a:pt x="57817" y="0"/>
                          </a:moveTo>
                          <a:cubicBezTo>
                            <a:pt x="57817" y="0"/>
                            <a:pt x="55436" y="7239"/>
                            <a:pt x="47054" y="13335"/>
                          </a:cubicBezTo>
                          <a:cubicBezTo>
                            <a:pt x="42863" y="16288"/>
                            <a:pt x="37243" y="18860"/>
                            <a:pt x="29433" y="19907"/>
                          </a:cubicBezTo>
                          <a:cubicBezTo>
                            <a:pt x="21622" y="21050"/>
                            <a:pt x="12002" y="20193"/>
                            <a:pt x="0" y="16574"/>
                          </a:cubicBezTo>
                          <a:cubicBezTo>
                            <a:pt x="0" y="16574"/>
                            <a:pt x="2286" y="17240"/>
                            <a:pt x="6191" y="17717"/>
                          </a:cubicBezTo>
                          <a:cubicBezTo>
                            <a:pt x="10096" y="18193"/>
                            <a:pt x="15526" y="18574"/>
                            <a:pt x="21527" y="18193"/>
                          </a:cubicBezTo>
                          <a:cubicBezTo>
                            <a:pt x="27527" y="17812"/>
                            <a:pt x="34290" y="16288"/>
                            <a:pt x="40577" y="13526"/>
                          </a:cubicBezTo>
                          <a:cubicBezTo>
                            <a:pt x="46959" y="10668"/>
                            <a:pt x="52959" y="6382"/>
                            <a:pt x="5781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16" name="Forme libre : forme 15215">
                      <a:extLst>
                        <a:ext uri="{FF2B5EF4-FFF2-40B4-BE49-F238E27FC236}">
                          <a16:creationId xmlns:a16="http://schemas.microsoft.com/office/drawing/2014/main" id="{76C7CA7D-77AF-45D3-8492-165018F891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1091" y="3179095"/>
                      <a:ext cx="58292" cy="10541"/>
                    </a:xfrm>
                    <a:custGeom>
                      <a:avLst/>
                      <a:gdLst>
                        <a:gd name="connsiteX0" fmla="*/ 58293 w 58292"/>
                        <a:gd name="connsiteY0" fmla="*/ 8922 h 10541"/>
                        <a:gd name="connsiteX1" fmla="*/ 39338 w 58292"/>
                        <a:gd name="connsiteY1" fmla="*/ 1302 h 10541"/>
                        <a:gd name="connsiteX2" fmla="*/ 20764 w 58292"/>
                        <a:gd name="connsiteY2" fmla="*/ 635 h 10541"/>
                        <a:gd name="connsiteX3" fmla="*/ 0 w 58292"/>
                        <a:gd name="connsiteY3" fmla="*/ 10541 h 10541"/>
                        <a:gd name="connsiteX4" fmla="*/ 17622 w 58292"/>
                        <a:gd name="connsiteY4" fmla="*/ 3969 h 10541"/>
                        <a:gd name="connsiteX5" fmla="*/ 58293 w 58292"/>
                        <a:gd name="connsiteY5" fmla="*/ 8922 h 10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8292" h="10541">
                          <a:moveTo>
                            <a:pt x="58293" y="8922"/>
                          </a:moveTo>
                          <a:cubicBezTo>
                            <a:pt x="58293" y="8922"/>
                            <a:pt x="50292" y="3778"/>
                            <a:pt x="39338" y="1302"/>
                          </a:cubicBezTo>
                          <a:cubicBezTo>
                            <a:pt x="33719" y="159"/>
                            <a:pt x="27527" y="-603"/>
                            <a:pt x="20764" y="635"/>
                          </a:cubicBezTo>
                          <a:cubicBezTo>
                            <a:pt x="14002" y="1873"/>
                            <a:pt x="6953" y="4636"/>
                            <a:pt x="0" y="10541"/>
                          </a:cubicBezTo>
                          <a:cubicBezTo>
                            <a:pt x="0" y="10541"/>
                            <a:pt x="6858" y="6255"/>
                            <a:pt x="17622" y="3969"/>
                          </a:cubicBezTo>
                          <a:cubicBezTo>
                            <a:pt x="28384" y="1588"/>
                            <a:pt x="42482" y="1397"/>
                            <a:pt x="58293" y="89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17" name="Forme libre : forme 15216">
                      <a:extLst>
                        <a:ext uri="{FF2B5EF4-FFF2-40B4-BE49-F238E27FC236}">
                          <a16:creationId xmlns:a16="http://schemas.microsoft.com/office/drawing/2014/main" id="{4A4314E1-90F2-4FF5-8FAF-3E43778C9F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9026" y="3235014"/>
                      <a:ext cx="20799" cy="20031"/>
                    </a:xfrm>
                    <a:custGeom>
                      <a:avLst/>
                      <a:gdLst>
                        <a:gd name="connsiteX0" fmla="*/ 19503 w 20799"/>
                        <a:gd name="connsiteY0" fmla="*/ 19201 h 20031"/>
                        <a:gd name="connsiteX1" fmla="*/ 5025 w 20799"/>
                        <a:gd name="connsiteY1" fmla="*/ 13963 h 20031"/>
                        <a:gd name="connsiteX2" fmla="*/ 1501 w 20799"/>
                        <a:gd name="connsiteY2" fmla="*/ 723 h 20031"/>
                        <a:gd name="connsiteX3" fmla="*/ 15598 w 20799"/>
                        <a:gd name="connsiteY3" fmla="*/ 6057 h 20031"/>
                        <a:gd name="connsiteX4" fmla="*/ 19503 w 20799"/>
                        <a:gd name="connsiteY4" fmla="*/ 19201 h 200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799" h="20031">
                          <a:moveTo>
                            <a:pt x="19503" y="19201"/>
                          </a:moveTo>
                          <a:cubicBezTo>
                            <a:pt x="16646" y="21392"/>
                            <a:pt x="10169" y="19106"/>
                            <a:pt x="5025" y="13963"/>
                          </a:cubicBezTo>
                          <a:cubicBezTo>
                            <a:pt x="72" y="8724"/>
                            <a:pt x="-1452" y="2723"/>
                            <a:pt x="1501" y="723"/>
                          </a:cubicBezTo>
                          <a:cubicBezTo>
                            <a:pt x="4549" y="-1373"/>
                            <a:pt x="10549" y="1294"/>
                            <a:pt x="15598" y="6057"/>
                          </a:cubicBezTo>
                          <a:cubicBezTo>
                            <a:pt x="20455" y="11105"/>
                            <a:pt x="22265" y="17011"/>
                            <a:pt x="19503" y="1920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18" name="Forme libre : forme 15217">
                      <a:extLst>
                        <a:ext uri="{FF2B5EF4-FFF2-40B4-BE49-F238E27FC236}">
                          <a16:creationId xmlns:a16="http://schemas.microsoft.com/office/drawing/2014/main" id="{8271EB54-5D79-4E32-B30C-61665C2AA7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6043" y="3249877"/>
                      <a:ext cx="6726" cy="5981"/>
                    </a:xfrm>
                    <a:custGeom>
                      <a:avLst/>
                      <a:gdLst>
                        <a:gd name="connsiteX0" fmla="*/ 6486 w 6726"/>
                        <a:gd name="connsiteY0" fmla="*/ 4625 h 5981"/>
                        <a:gd name="connsiteX1" fmla="*/ 2010 w 6726"/>
                        <a:gd name="connsiteY1" fmla="*/ 5482 h 5981"/>
                        <a:gd name="connsiteX2" fmla="*/ 295 w 6726"/>
                        <a:gd name="connsiteY2" fmla="*/ 1291 h 5981"/>
                        <a:gd name="connsiteX3" fmla="*/ 4677 w 6726"/>
                        <a:gd name="connsiteY3" fmla="*/ 529 h 5981"/>
                        <a:gd name="connsiteX4" fmla="*/ 6486 w 6726"/>
                        <a:gd name="connsiteY4" fmla="*/ 4625 h 5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26" h="5981">
                          <a:moveTo>
                            <a:pt x="6486" y="4625"/>
                          </a:moveTo>
                          <a:cubicBezTo>
                            <a:pt x="5725" y="5958"/>
                            <a:pt x="3724" y="6435"/>
                            <a:pt x="2010" y="5482"/>
                          </a:cubicBezTo>
                          <a:cubicBezTo>
                            <a:pt x="295" y="4530"/>
                            <a:pt x="-467" y="2625"/>
                            <a:pt x="295" y="1291"/>
                          </a:cubicBezTo>
                          <a:cubicBezTo>
                            <a:pt x="1057" y="-42"/>
                            <a:pt x="3057" y="-423"/>
                            <a:pt x="4677" y="529"/>
                          </a:cubicBezTo>
                          <a:cubicBezTo>
                            <a:pt x="6392" y="1386"/>
                            <a:pt x="7153" y="3196"/>
                            <a:pt x="6486" y="46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19" name="Forme libre : forme 15218">
                      <a:extLst>
                        <a:ext uri="{FF2B5EF4-FFF2-40B4-BE49-F238E27FC236}">
                          <a16:creationId xmlns:a16="http://schemas.microsoft.com/office/drawing/2014/main" id="{D41E7D55-6497-4D54-8F5D-FAA5FC2014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4279" y="3209508"/>
                      <a:ext cx="40334" cy="66094"/>
                    </a:xfrm>
                    <a:custGeom>
                      <a:avLst/>
                      <a:gdLst>
                        <a:gd name="connsiteX0" fmla="*/ 40255 w 40334"/>
                        <a:gd name="connsiteY0" fmla="*/ 36231 h 66094"/>
                        <a:gd name="connsiteX1" fmla="*/ 34730 w 40334"/>
                        <a:gd name="connsiteY1" fmla="*/ 60996 h 66094"/>
                        <a:gd name="connsiteX2" fmla="*/ 27015 w 40334"/>
                        <a:gd name="connsiteY2" fmla="*/ 65854 h 66094"/>
                        <a:gd name="connsiteX3" fmla="*/ 21966 w 40334"/>
                        <a:gd name="connsiteY3" fmla="*/ 58138 h 66094"/>
                        <a:gd name="connsiteX4" fmla="*/ 18442 w 40334"/>
                        <a:gd name="connsiteY4" fmla="*/ 30802 h 66094"/>
                        <a:gd name="connsiteX5" fmla="*/ 5584 w 40334"/>
                        <a:gd name="connsiteY5" fmla="*/ 15276 h 66094"/>
                        <a:gd name="connsiteX6" fmla="*/ 2250 w 40334"/>
                        <a:gd name="connsiteY6" fmla="*/ 607 h 66094"/>
                        <a:gd name="connsiteX7" fmla="*/ 19395 w 40334"/>
                        <a:gd name="connsiteY7" fmla="*/ 5275 h 66094"/>
                        <a:gd name="connsiteX8" fmla="*/ 33492 w 40334"/>
                        <a:gd name="connsiteY8" fmla="*/ 17181 h 66094"/>
                        <a:gd name="connsiteX9" fmla="*/ 40255 w 40334"/>
                        <a:gd name="connsiteY9" fmla="*/ 36231 h 66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0334" h="66094">
                          <a:moveTo>
                            <a:pt x="40255" y="36231"/>
                          </a:moveTo>
                          <a:cubicBezTo>
                            <a:pt x="40826" y="44994"/>
                            <a:pt x="38254" y="53376"/>
                            <a:pt x="34730" y="60996"/>
                          </a:cubicBezTo>
                          <a:cubicBezTo>
                            <a:pt x="33396" y="63853"/>
                            <a:pt x="30825" y="66997"/>
                            <a:pt x="27015" y="65854"/>
                          </a:cubicBezTo>
                          <a:cubicBezTo>
                            <a:pt x="23586" y="64806"/>
                            <a:pt x="22252" y="61091"/>
                            <a:pt x="21966" y="58138"/>
                          </a:cubicBezTo>
                          <a:cubicBezTo>
                            <a:pt x="21109" y="48994"/>
                            <a:pt x="23015" y="39374"/>
                            <a:pt x="18442" y="30802"/>
                          </a:cubicBezTo>
                          <a:cubicBezTo>
                            <a:pt x="16918" y="28230"/>
                            <a:pt x="10441" y="21562"/>
                            <a:pt x="5584" y="15276"/>
                          </a:cubicBezTo>
                          <a:cubicBezTo>
                            <a:pt x="726" y="8799"/>
                            <a:pt x="-2322" y="2512"/>
                            <a:pt x="2250" y="607"/>
                          </a:cubicBezTo>
                          <a:cubicBezTo>
                            <a:pt x="6727" y="-1298"/>
                            <a:pt x="13299" y="1560"/>
                            <a:pt x="19395" y="5275"/>
                          </a:cubicBezTo>
                          <a:cubicBezTo>
                            <a:pt x="25396" y="9275"/>
                            <a:pt x="31206" y="14038"/>
                            <a:pt x="33492" y="17181"/>
                          </a:cubicBezTo>
                          <a:cubicBezTo>
                            <a:pt x="37492" y="23086"/>
                            <a:pt x="39873" y="29659"/>
                            <a:pt x="40255" y="3623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32" name="Graphique 1">
                    <a:extLst>
                      <a:ext uri="{FF2B5EF4-FFF2-40B4-BE49-F238E27FC236}">
                        <a16:creationId xmlns:a16="http://schemas.microsoft.com/office/drawing/2014/main" id="{8400474A-DA39-41DF-B342-2D0F6C16155A}"/>
                      </a:ext>
                    </a:extLst>
                  </p:cNvPr>
                  <p:cNvGrpSpPr/>
                  <p:nvPr/>
                </p:nvGrpSpPr>
                <p:grpSpPr>
                  <a:xfrm>
                    <a:off x="5761255" y="3238262"/>
                    <a:ext cx="156889" cy="114697"/>
                    <a:chOff x="5761255" y="3238262"/>
                    <a:chExt cx="156889" cy="114697"/>
                  </a:xfrm>
                  <a:solidFill>
                    <a:schemeClr val="accent1"/>
                  </a:solidFill>
                </p:grpSpPr>
                <p:sp>
                  <p:nvSpPr>
                    <p:cNvPr id="15196" name="Forme libre : forme 15195">
                      <a:extLst>
                        <a:ext uri="{FF2B5EF4-FFF2-40B4-BE49-F238E27FC236}">
                          <a16:creationId xmlns:a16="http://schemas.microsoft.com/office/drawing/2014/main" id="{DAA09DBA-9E86-473F-8F3B-3497865D69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61373" y="3238262"/>
                      <a:ext cx="156735" cy="114697"/>
                    </a:xfrm>
                    <a:custGeom>
                      <a:avLst/>
                      <a:gdLst>
                        <a:gd name="connsiteX0" fmla="*/ 104126 w 156735"/>
                        <a:gd name="connsiteY0" fmla="*/ 114633 h 114697"/>
                        <a:gd name="connsiteX1" fmla="*/ 71550 w 156735"/>
                        <a:gd name="connsiteY1" fmla="*/ 110633 h 114697"/>
                        <a:gd name="connsiteX2" fmla="*/ 39737 w 156735"/>
                        <a:gd name="connsiteY2" fmla="*/ 103965 h 114697"/>
                        <a:gd name="connsiteX3" fmla="*/ 20115 w 156735"/>
                        <a:gd name="connsiteY3" fmla="*/ 95202 h 114697"/>
                        <a:gd name="connsiteX4" fmla="*/ 6590 w 156735"/>
                        <a:gd name="connsiteY4" fmla="*/ 81962 h 114697"/>
                        <a:gd name="connsiteX5" fmla="*/ 2018 w 156735"/>
                        <a:gd name="connsiteY5" fmla="*/ 51387 h 114697"/>
                        <a:gd name="connsiteX6" fmla="*/ 12686 w 156735"/>
                        <a:gd name="connsiteY6" fmla="*/ 24526 h 114697"/>
                        <a:gd name="connsiteX7" fmla="*/ 34307 w 156735"/>
                        <a:gd name="connsiteY7" fmla="*/ 3857 h 114697"/>
                        <a:gd name="connsiteX8" fmla="*/ 49452 w 156735"/>
                        <a:gd name="connsiteY8" fmla="*/ 238 h 114697"/>
                        <a:gd name="connsiteX9" fmla="*/ 65454 w 156735"/>
                        <a:gd name="connsiteY9" fmla="*/ 1476 h 114697"/>
                        <a:gd name="connsiteX10" fmla="*/ 88409 w 156735"/>
                        <a:gd name="connsiteY10" fmla="*/ 5953 h 114697"/>
                        <a:gd name="connsiteX11" fmla="*/ 111365 w 156735"/>
                        <a:gd name="connsiteY11" fmla="*/ 8525 h 114697"/>
                        <a:gd name="connsiteX12" fmla="*/ 126509 w 156735"/>
                        <a:gd name="connsiteY12" fmla="*/ 12049 h 114697"/>
                        <a:gd name="connsiteX13" fmla="*/ 139368 w 156735"/>
                        <a:gd name="connsiteY13" fmla="*/ 19955 h 114697"/>
                        <a:gd name="connsiteX14" fmla="*/ 149083 w 156735"/>
                        <a:gd name="connsiteY14" fmla="*/ 31575 h 114697"/>
                        <a:gd name="connsiteX15" fmla="*/ 153846 w 156735"/>
                        <a:gd name="connsiteY15" fmla="*/ 46243 h 114697"/>
                        <a:gd name="connsiteX16" fmla="*/ 156609 w 156735"/>
                        <a:gd name="connsiteY16" fmla="*/ 75581 h 114697"/>
                        <a:gd name="connsiteX17" fmla="*/ 153941 w 156735"/>
                        <a:gd name="connsiteY17" fmla="*/ 90916 h 114697"/>
                        <a:gd name="connsiteX18" fmla="*/ 143273 w 156735"/>
                        <a:gd name="connsiteY18" fmla="*/ 103965 h 114697"/>
                        <a:gd name="connsiteX19" fmla="*/ 125843 w 156735"/>
                        <a:gd name="connsiteY19" fmla="*/ 112633 h 114697"/>
                        <a:gd name="connsiteX20" fmla="*/ 104126 w 156735"/>
                        <a:gd name="connsiteY20" fmla="*/ 114633 h 1146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6735" h="114697">
                          <a:moveTo>
                            <a:pt x="104126" y="114633"/>
                          </a:moveTo>
                          <a:cubicBezTo>
                            <a:pt x="93267" y="113490"/>
                            <a:pt x="82218" y="112633"/>
                            <a:pt x="71550" y="110633"/>
                          </a:cubicBezTo>
                          <a:cubicBezTo>
                            <a:pt x="60787" y="109013"/>
                            <a:pt x="50214" y="106442"/>
                            <a:pt x="39737" y="103965"/>
                          </a:cubicBezTo>
                          <a:cubicBezTo>
                            <a:pt x="32402" y="102060"/>
                            <a:pt x="25830" y="98917"/>
                            <a:pt x="20115" y="95202"/>
                          </a:cubicBezTo>
                          <a:cubicBezTo>
                            <a:pt x="14496" y="91392"/>
                            <a:pt x="9923" y="86725"/>
                            <a:pt x="6590" y="81962"/>
                          </a:cubicBezTo>
                          <a:cubicBezTo>
                            <a:pt x="-173" y="72247"/>
                            <a:pt x="-1792" y="61007"/>
                            <a:pt x="2018" y="51387"/>
                          </a:cubicBezTo>
                          <a:lnTo>
                            <a:pt x="12686" y="24526"/>
                          </a:lnTo>
                          <a:cubicBezTo>
                            <a:pt x="16591" y="14716"/>
                            <a:pt x="24687" y="7953"/>
                            <a:pt x="34307" y="3857"/>
                          </a:cubicBezTo>
                          <a:cubicBezTo>
                            <a:pt x="39070" y="1762"/>
                            <a:pt x="44214" y="619"/>
                            <a:pt x="49452" y="238"/>
                          </a:cubicBezTo>
                          <a:cubicBezTo>
                            <a:pt x="54691" y="-334"/>
                            <a:pt x="60120" y="142"/>
                            <a:pt x="65454" y="1476"/>
                          </a:cubicBezTo>
                          <a:cubicBezTo>
                            <a:pt x="73074" y="3095"/>
                            <a:pt x="80789" y="4905"/>
                            <a:pt x="88409" y="5953"/>
                          </a:cubicBezTo>
                          <a:cubicBezTo>
                            <a:pt x="96030" y="7382"/>
                            <a:pt x="103745" y="7763"/>
                            <a:pt x="111365" y="8525"/>
                          </a:cubicBezTo>
                          <a:cubicBezTo>
                            <a:pt x="116699" y="8620"/>
                            <a:pt x="121747" y="9953"/>
                            <a:pt x="126509" y="12049"/>
                          </a:cubicBezTo>
                          <a:cubicBezTo>
                            <a:pt x="131177" y="13858"/>
                            <a:pt x="135558" y="16525"/>
                            <a:pt x="139368" y="19955"/>
                          </a:cubicBezTo>
                          <a:cubicBezTo>
                            <a:pt x="143178" y="23479"/>
                            <a:pt x="146512" y="27098"/>
                            <a:pt x="149083" y="31575"/>
                          </a:cubicBezTo>
                          <a:cubicBezTo>
                            <a:pt x="151655" y="35957"/>
                            <a:pt x="153370" y="40909"/>
                            <a:pt x="153846" y="46243"/>
                          </a:cubicBezTo>
                          <a:lnTo>
                            <a:pt x="156609" y="75581"/>
                          </a:lnTo>
                          <a:cubicBezTo>
                            <a:pt x="157085" y="80915"/>
                            <a:pt x="156227" y="86058"/>
                            <a:pt x="153941" y="90916"/>
                          </a:cubicBezTo>
                          <a:cubicBezTo>
                            <a:pt x="151655" y="95678"/>
                            <a:pt x="148036" y="100441"/>
                            <a:pt x="143273" y="103965"/>
                          </a:cubicBezTo>
                          <a:cubicBezTo>
                            <a:pt x="138511" y="107584"/>
                            <a:pt x="132605" y="110537"/>
                            <a:pt x="125843" y="112633"/>
                          </a:cubicBezTo>
                          <a:cubicBezTo>
                            <a:pt x="119271" y="114252"/>
                            <a:pt x="111841" y="114919"/>
                            <a:pt x="104126" y="11463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97" name="Forme libre : forme 15196">
                      <a:extLst>
                        <a:ext uri="{FF2B5EF4-FFF2-40B4-BE49-F238E27FC236}">
                          <a16:creationId xmlns:a16="http://schemas.microsoft.com/office/drawing/2014/main" id="{8C28974A-CDA5-4437-85B3-3F85BC699A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61255" y="3277933"/>
                      <a:ext cx="156889" cy="74962"/>
                    </a:xfrm>
                    <a:custGeom>
                      <a:avLst/>
                      <a:gdLst>
                        <a:gd name="connsiteX0" fmla="*/ 58524 w 156889"/>
                        <a:gd name="connsiteY0" fmla="*/ 32861 h 74962"/>
                        <a:gd name="connsiteX1" fmla="*/ 25758 w 156889"/>
                        <a:gd name="connsiteY1" fmla="*/ 23146 h 74962"/>
                        <a:gd name="connsiteX2" fmla="*/ 6708 w 156889"/>
                        <a:gd name="connsiteY2" fmla="*/ 0 h 74962"/>
                        <a:gd name="connsiteX3" fmla="*/ 2041 w 156889"/>
                        <a:gd name="connsiteY3" fmla="*/ 11620 h 74962"/>
                        <a:gd name="connsiteX4" fmla="*/ 6613 w 156889"/>
                        <a:gd name="connsiteY4" fmla="*/ 42196 h 74962"/>
                        <a:gd name="connsiteX5" fmla="*/ 20138 w 156889"/>
                        <a:gd name="connsiteY5" fmla="*/ 55435 h 74962"/>
                        <a:gd name="connsiteX6" fmla="*/ 39760 w 156889"/>
                        <a:gd name="connsiteY6" fmla="*/ 64198 h 74962"/>
                        <a:gd name="connsiteX7" fmla="*/ 71574 w 156889"/>
                        <a:gd name="connsiteY7" fmla="*/ 70866 h 74962"/>
                        <a:gd name="connsiteX8" fmla="*/ 104149 w 156889"/>
                        <a:gd name="connsiteY8" fmla="*/ 74866 h 74962"/>
                        <a:gd name="connsiteX9" fmla="*/ 125962 w 156889"/>
                        <a:gd name="connsiteY9" fmla="*/ 72771 h 74962"/>
                        <a:gd name="connsiteX10" fmla="*/ 143392 w 156889"/>
                        <a:gd name="connsiteY10" fmla="*/ 64103 h 74962"/>
                        <a:gd name="connsiteX11" fmla="*/ 154060 w 156889"/>
                        <a:gd name="connsiteY11" fmla="*/ 51054 h 74962"/>
                        <a:gd name="connsiteX12" fmla="*/ 156727 w 156889"/>
                        <a:gd name="connsiteY12" fmla="*/ 35719 h 74962"/>
                        <a:gd name="connsiteX13" fmla="*/ 156632 w 156889"/>
                        <a:gd name="connsiteY13" fmla="*/ 34766 h 74962"/>
                        <a:gd name="connsiteX14" fmla="*/ 131867 w 156889"/>
                        <a:gd name="connsiteY14" fmla="*/ 36766 h 74962"/>
                        <a:gd name="connsiteX15" fmla="*/ 107388 w 156889"/>
                        <a:gd name="connsiteY15" fmla="*/ 36004 h 74962"/>
                        <a:gd name="connsiteX16" fmla="*/ 83099 w 156889"/>
                        <a:gd name="connsiteY16" fmla="*/ 34099 h 74962"/>
                        <a:gd name="connsiteX17" fmla="*/ 58524 w 156889"/>
                        <a:gd name="connsiteY17" fmla="*/ 32861 h 74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56889" h="74962">
                          <a:moveTo>
                            <a:pt x="58524" y="32861"/>
                          </a:moveTo>
                          <a:cubicBezTo>
                            <a:pt x="46523" y="32766"/>
                            <a:pt x="34997" y="28956"/>
                            <a:pt x="25758" y="23146"/>
                          </a:cubicBezTo>
                          <a:cubicBezTo>
                            <a:pt x="16614" y="17145"/>
                            <a:pt x="9756" y="9239"/>
                            <a:pt x="6708" y="0"/>
                          </a:cubicBezTo>
                          <a:lnTo>
                            <a:pt x="2041" y="11620"/>
                          </a:lnTo>
                          <a:cubicBezTo>
                            <a:pt x="-1769" y="21241"/>
                            <a:pt x="-245" y="32480"/>
                            <a:pt x="6613" y="42196"/>
                          </a:cubicBezTo>
                          <a:cubicBezTo>
                            <a:pt x="10042" y="46958"/>
                            <a:pt x="14519" y="51625"/>
                            <a:pt x="20138" y="55435"/>
                          </a:cubicBezTo>
                          <a:cubicBezTo>
                            <a:pt x="25854" y="59055"/>
                            <a:pt x="32426" y="62198"/>
                            <a:pt x="39760" y="64198"/>
                          </a:cubicBezTo>
                          <a:cubicBezTo>
                            <a:pt x="50238" y="66675"/>
                            <a:pt x="60810" y="69247"/>
                            <a:pt x="71574" y="70866"/>
                          </a:cubicBezTo>
                          <a:cubicBezTo>
                            <a:pt x="82242" y="72961"/>
                            <a:pt x="93195" y="73819"/>
                            <a:pt x="104149" y="74866"/>
                          </a:cubicBezTo>
                          <a:cubicBezTo>
                            <a:pt x="111864" y="75247"/>
                            <a:pt x="119294" y="74485"/>
                            <a:pt x="125962" y="72771"/>
                          </a:cubicBezTo>
                          <a:cubicBezTo>
                            <a:pt x="132629" y="70675"/>
                            <a:pt x="138534" y="67723"/>
                            <a:pt x="143392" y="64103"/>
                          </a:cubicBezTo>
                          <a:cubicBezTo>
                            <a:pt x="148154" y="60579"/>
                            <a:pt x="151774" y="55912"/>
                            <a:pt x="154060" y="51054"/>
                          </a:cubicBezTo>
                          <a:cubicBezTo>
                            <a:pt x="156346" y="46196"/>
                            <a:pt x="157299" y="40957"/>
                            <a:pt x="156727" y="35719"/>
                          </a:cubicBezTo>
                          <a:lnTo>
                            <a:pt x="156632" y="34766"/>
                          </a:lnTo>
                          <a:cubicBezTo>
                            <a:pt x="148345" y="36290"/>
                            <a:pt x="140058" y="36671"/>
                            <a:pt x="131867" y="36766"/>
                          </a:cubicBezTo>
                          <a:cubicBezTo>
                            <a:pt x="123675" y="37242"/>
                            <a:pt x="115484" y="36195"/>
                            <a:pt x="107388" y="36004"/>
                          </a:cubicBezTo>
                          <a:cubicBezTo>
                            <a:pt x="99291" y="35338"/>
                            <a:pt x="91290" y="34766"/>
                            <a:pt x="83099" y="34099"/>
                          </a:cubicBezTo>
                          <a:cubicBezTo>
                            <a:pt x="75193" y="33242"/>
                            <a:pt x="66906" y="33242"/>
                            <a:pt x="58524" y="32861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98" name="Forme libre : forme 15197">
                      <a:extLst>
                        <a:ext uri="{FF2B5EF4-FFF2-40B4-BE49-F238E27FC236}">
                          <a16:creationId xmlns:a16="http://schemas.microsoft.com/office/drawing/2014/main" id="{6B617E40-1479-44C2-A54B-782D434FF9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6528" y="3280042"/>
                      <a:ext cx="69068" cy="40718"/>
                    </a:xfrm>
                    <a:custGeom>
                      <a:avLst/>
                      <a:gdLst>
                        <a:gd name="connsiteX0" fmla="*/ 69069 w 69068"/>
                        <a:gd name="connsiteY0" fmla="*/ 22846 h 40718"/>
                        <a:gd name="connsiteX1" fmla="*/ 58210 w 69068"/>
                        <a:gd name="connsiteY1" fmla="*/ 36657 h 40718"/>
                        <a:gd name="connsiteX2" fmla="*/ 46304 w 69068"/>
                        <a:gd name="connsiteY2" fmla="*/ 40277 h 40718"/>
                        <a:gd name="connsiteX3" fmla="*/ 31826 w 69068"/>
                        <a:gd name="connsiteY3" fmla="*/ 40372 h 40718"/>
                        <a:gd name="connsiteX4" fmla="*/ 17919 w 69068"/>
                        <a:gd name="connsiteY4" fmla="*/ 36562 h 40718"/>
                        <a:gd name="connsiteX5" fmla="*/ 7347 w 69068"/>
                        <a:gd name="connsiteY5" fmla="*/ 30180 h 40718"/>
                        <a:gd name="connsiteX6" fmla="*/ 298 w 69068"/>
                        <a:gd name="connsiteY6" fmla="*/ 14083 h 40718"/>
                        <a:gd name="connsiteX7" fmla="*/ 13062 w 69068"/>
                        <a:gd name="connsiteY7" fmla="*/ 2463 h 40718"/>
                        <a:gd name="connsiteX8" fmla="*/ 24111 w 69068"/>
                        <a:gd name="connsiteY8" fmla="*/ 177 h 40718"/>
                        <a:gd name="connsiteX9" fmla="*/ 36874 w 69068"/>
                        <a:gd name="connsiteY9" fmla="*/ 558 h 40718"/>
                        <a:gd name="connsiteX10" fmla="*/ 49257 w 69068"/>
                        <a:gd name="connsiteY10" fmla="*/ 3415 h 40718"/>
                        <a:gd name="connsiteX11" fmla="*/ 59354 w 69068"/>
                        <a:gd name="connsiteY11" fmla="*/ 8368 h 40718"/>
                        <a:gd name="connsiteX12" fmla="*/ 69069 w 69068"/>
                        <a:gd name="connsiteY12" fmla="*/ 22846 h 40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9068" h="40718">
                          <a:moveTo>
                            <a:pt x="69069" y="22846"/>
                          </a:moveTo>
                          <a:cubicBezTo>
                            <a:pt x="68973" y="28371"/>
                            <a:pt x="64973" y="33323"/>
                            <a:pt x="58210" y="36657"/>
                          </a:cubicBezTo>
                          <a:cubicBezTo>
                            <a:pt x="54876" y="38277"/>
                            <a:pt x="50781" y="39801"/>
                            <a:pt x="46304" y="40277"/>
                          </a:cubicBezTo>
                          <a:cubicBezTo>
                            <a:pt x="41827" y="40848"/>
                            <a:pt x="36969" y="40848"/>
                            <a:pt x="31826" y="40372"/>
                          </a:cubicBezTo>
                          <a:cubicBezTo>
                            <a:pt x="26778" y="39801"/>
                            <a:pt x="22110" y="38277"/>
                            <a:pt x="17919" y="36562"/>
                          </a:cubicBezTo>
                          <a:cubicBezTo>
                            <a:pt x="13728" y="34847"/>
                            <a:pt x="10109" y="32752"/>
                            <a:pt x="7347" y="30180"/>
                          </a:cubicBezTo>
                          <a:cubicBezTo>
                            <a:pt x="1727" y="25227"/>
                            <a:pt x="-940" y="19417"/>
                            <a:pt x="298" y="14083"/>
                          </a:cubicBezTo>
                          <a:cubicBezTo>
                            <a:pt x="1632" y="8749"/>
                            <a:pt x="6489" y="4653"/>
                            <a:pt x="13062" y="2463"/>
                          </a:cubicBezTo>
                          <a:cubicBezTo>
                            <a:pt x="16300" y="1415"/>
                            <a:pt x="20110" y="462"/>
                            <a:pt x="24111" y="177"/>
                          </a:cubicBezTo>
                          <a:cubicBezTo>
                            <a:pt x="28111" y="-204"/>
                            <a:pt x="32398" y="81"/>
                            <a:pt x="36874" y="558"/>
                          </a:cubicBezTo>
                          <a:cubicBezTo>
                            <a:pt x="41351" y="1034"/>
                            <a:pt x="45542" y="1986"/>
                            <a:pt x="49257" y="3415"/>
                          </a:cubicBezTo>
                          <a:cubicBezTo>
                            <a:pt x="53067" y="4939"/>
                            <a:pt x="56496" y="6368"/>
                            <a:pt x="59354" y="8368"/>
                          </a:cubicBezTo>
                          <a:cubicBezTo>
                            <a:pt x="65354" y="12083"/>
                            <a:pt x="69069" y="17226"/>
                            <a:pt x="69069" y="2284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99" name="Forme libre : forme 15198">
                      <a:extLst>
                        <a:ext uri="{FF2B5EF4-FFF2-40B4-BE49-F238E27FC236}">
                          <a16:creationId xmlns:a16="http://schemas.microsoft.com/office/drawing/2014/main" id="{E995C974-0A91-43E2-A28D-D5C9BEAA3C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6583" y="3280981"/>
                      <a:ext cx="48534" cy="39739"/>
                    </a:xfrm>
                    <a:custGeom>
                      <a:avLst/>
                      <a:gdLst>
                        <a:gd name="connsiteX0" fmla="*/ 18340 w 48534"/>
                        <a:gd name="connsiteY0" fmla="*/ 0 h 39739"/>
                        <a:gd name="connsiteX1" fmla="*/ 338 w 48534"/>
                        <a:gd name="connsiteY1" fmla="*/ 13049 h 39739"/>
                        <a:gd name="connsiteX2" fmla="*/ 7386 w 48534"/>
                        <a:gd name="connsiteY2" fmla="*/ 29146 h 39739"/>
                        <a:gd name="connsiteX3" fmla="*/ 17959 w 48534"/>
                        <a:gd name="connsiteY3" fmla="*/ 35528 h 39739"/>
                        <a:gd name="connsiteX4" fmla="*/ 31866 w 48534"/>
                        <a:gd name="connsiteY4" fmla="*/ 39338 h 39739"/>
                        <a:gd name="connsiteX5" fmla="*/ 48534 w 48534"/>
                        <a:gd name="connsiteY5" fmla="*/ 38957 h 39739"/>
                        <a:gd name="connsiteX6" fmla="*/ 39676 w 48534"/>
                        <a:gd name="connsiteY6" fmla="*/ 36576 h 39739"/>
                        <a:gd name="connsiteX7" fmla="*/ 21769 w 48534"/>
                        <a:gd name="connsiteY7" fmla="*/ 20193 h 39739"/>
                        <a:gd name="connsiteX8" fmla="*/ 18340 w 48534"/>
                        <a:gd name="connsiteY8" fmla="*/ 0 h 39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534" h="39739">
                          <a:moveTo>
                            <a:pt x="18340" y="0"/>
                          </a:moveTo>
                          <a:cubicBezTo>
                            <a:pt x="9101" y="1810"/>
                            <a:pt x="1957" y="6287"/>
                            <a:pt x="338" y="13049"/>
                          </a:cubicBezTo>
                          <a:cubicBezTo>
                            <a:pt x="-996" y="18383"/>
                            <a:pt x="1671" y="24194"/>
                            <a:pt x="7386" y="29146"/>
                          </a:cubicBezTo>
                          <a:cubicBezTo>
                            <a:pt x="10148" y="31718"/>
                            <a:pt x="13768" y="33814"/>
                            <a:pt x="17959" y="35528"/>
                          </a:cubicBezTo>
                          <a:cubicBezTo>
                            <a:pt x="22150" y="37243"/>
                            <a:pt x="26817" y="38767"/>
                            <a:pt x="31866" y="39338"/>
                          </a:cubicBezTo>
                          <a:cubicBezTo>
                            <a:pt x="37771" y="40005"/>
                            <a:pt x="43486" y="39815"/>
                            <a:pt x="48534" y="38957"/>
                          </a:cubicBezTo>
                          <a:cubicBezTo>
                            <a:pt x="45486" y="38576"/>
                            <a:pt x="42438" y="37814"/>
                            <a:pt x="39676" y="36576"/>
                          </a:cubicBezTo>
                          <a:cubicBezTo>
                            <a:pt x="31960" y="32861"/>
                            <a:pt x="25579" y="26765"/>
                            <a:pt x="21769" y="20193"/>
                          </a:cubicBezTo>
                          <a:cubicBezTo>
                            <a:pt x="17864" y="13621"/>
                            <a:pt x="16530" y="6572"/>
                            <a:pt x="18340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00" name="Forme libre : forme 15199">
                      <a:extLst>
                        <a:ext uri="{FF2B5EF4-FFF2-40B4-BE49-F238E27FC236}">
                          <a16:creationId xmlns:a16="http://schemas.microsoft.com/office/drawing/2014/main" id="{A03583F0-14B4-4C63-B3D9-56AAF32BB0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9107" y="3284783"/>
                      <a:ext cx="70013" cy="40726"/>
                    </a:xfrm>
                    <a:custGeom>
                      <a:avLst/>
                      <a:gdLst>
                        <a:gd name="connsiteX0" fmla="*/ 70014 w 70013"/>
                        <a:gd name="connsiteY0" fmla="*/ 22582 h 40726"/>
                        <a:gd name="connsiteX1" fmla="*/ 59156 w 70013"/>
                        <a:gd name="connsiteY1" fmla="*/ 36488 h 40726"/>
                        <a:gd name="connsiteX2" fmla="*/ 47154 w 70013"/>
                        <a:gd name="connsiteY2" fmla="*/ 40298 h 40726"/>
                        <a:gd name="connsiteX3" fmla="*/ 32581 w 70013"/>
                        <a:gd name="connsiteY3" fmla="*/ 40298 h 40726"/>
                        <a:gd name="connsiteX4" fmla="*/ 7625 w 70013"/>
                        <a:gd name="connsiteY4" fmla="*/ 30488 h 40726"/>
                        <a:gd name="connsiteX5" fmla="*/ 291 w 70013"/>
                        <a:gd name="connsiteY5" fmla="*/ 14295 h 40726"/>
                        <a:gd name="connsiteX6" fmla="*/ 13055 w 70013"/>
                        <a:gd name="connsiteY6" fmla="*/ 2675 h 40726"/>
                        <a:gd name="connsiteX7" fmla="*/ 37248 w 70013"/>
                        <a:gd name="connsiteY7" fmla="*/ 389 h 40726"/>
                        <a:gd name="connsiteX8" fmla="*/ 49916 w 70013"/>
                        <a:gd name="connsiteY8" fmla="*/ 3246 h 40726"/>
                        <a:gd name="connsiteX9" fmla="*/ 60299 w 70013"/>
                        <a:gd name="connsiteY9" fmla="*/ 8009 h 40726"/>
                        <a:gd name="connsiteX10" fmla="*/ 70014 w 70013"/>
                        <a:gd name="connsiteY10" fmla="*/ 22582 h 40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0013" h="40726">
                          <a:moveTo>
                            <a:pt x="70014" y="22582"/>
                          </a:moveTo>
                          <a:cubicBezTo>
                            <a:pt x="70014" y="28202"/>
                            <a:pt x="66014" y="33250"/>
                            <a:pt x="59156" y="36488"/>
                          </a:cubicBezTo>
                          <a:cubicBezTo>
                            <a:pt x="55726" y="38203"/>
                            <a:pt x="51631" y="39441"/>
                            <a:pt x="47154" y="40298"/>
                          </a:cubicBezTo>
                          <a:cubicBezTo>
                            <a:pt x="42677" y="40870"/>
                            <a:pt x="37725" y="40870"/>
                            <a:pt x="32581" y="40298"/>
                          </a:cubicBezTo>
                          <a:cubicBezTo>
                            <a:pt x="22294" y="39251"/>
                            <a:pt x="13435" y="35060"/>
                            <a:pt x="7625" y="30488"/>
                          </a:cubicBezTo>
                          <a:cubicBezTo>
                            <a:pt x="1815" y="25439"/>
                            <a:pt x="-947" y="19724"/>
                            <a:pt x="291" y="14295"/>
                          </a:cubicBezTo>
                          <a:cubicBezTo>
                            <a:pt x="1529" y="8866"/>
                            <a:pt x="6387" y="4865"/>
                            <a:pt x="13055" y="2675"/>
                          </a:cubicBezTo>
                          <a:cubicBezTo>
                            <a:pt x="19818" y="7"/>
                            <a:pt x="28200" y="-469"/>
                            <a:pt x="37248" y="389"/>
                          </a:cubicBezTo>
                          <a:cubicBezTo>
                            <a:pt x="41725" y="865"/>
                            <a:pt x="46011" y="1817"/>
                            <a:pt x="49916" y="3246"/>
                          </a:cubicBezTo>
                          <a:cubicBezTo>
                            <a:pt x="53822" y="4389"/>
                            <a:pt x="57251" y="6008"/>
                            <a:pt x="60299" y="8009"/>
                          </a:cubicBezTo>
                          <a:cubicBezTo>
                            <a:pt x="66109" y="11914"/>
                            <a:pt x="69919" y="17057"/>
                            <a:pt x="70014" y="2258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01" name="Forme libre : forme 15200">
                      <a:extLst>
                        <a:ext uri="{FF2B5EF4-FFF2-40B4-BE49-F238E27FC236}">
                          <a16:creationId xmlns:a16="http://schemas.microsoft.com/office/drawing/2014/main" id="{9FE020EE-0A9F-4988-B211-FEFE65B8C7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4212" y="3259237"/>
                      <a:ext cx="87581" cy="82455"/>
                    </a:xfrm>
                    <a:custGeom>
                      <a:avLst/>
                      <a:gdLst>
                        <a:gd name="connsiteX0" fmla="*/ 3658 w 87581"/>
                        <a:gd name="connsiteY0" fmla="*/ 29269 h 82455"/>
                        <a:gd name="connsiteX1" fmla="*/ 229 w 87581"/>
                        <a:gd name="connsiteY1" fmla="*/ 47652 h 82455"/>
                        <a:gd name="connsiteX2" fmla="*/ 31757 w 87581"/>
                        <a:gd name="connsiteY2" fmla="*/ 76894 h 82455"/>
                        <a:gd name="connsiteX3" fmla="*/ 72619 w 87581"/>
                        <a:gd name="connsiteY3" fmla="*/ 80799 h 82455"/>
                        <a:gd name="connsiteX4" fmla="*/ 86811 w 87581"/>
                        <a:gd name="connsiteY4" fmla="*/ 63845 h 82455"/>
                        <a:gd name="connsiteX5" fmla="*/ 74810 w 87581"/>
                        <a:gd name="connsiteY5" fmla="*/ 53367 h 82455"/>
                        <a:gd name="connsiteX6" fmla="*/ 48711 w 87581"/>
                        <a:gd name="connsiteY6" fmla="*/ 27364 h 82455"/>
                        <a:gd name="connsiteX7" fmla="*/ 22041 w 87581"/>
                        <a:gd name="connsiteY7" fmla="*/ 27 h 82455"/>
                        <a:gd name="connsiteX8" fmla="*/ 9182 w 87581"/>
                        <a:gd name="connsiteY8" fmla="*/ 11743 h 82455"/>
                        <a:gd name="connsiteX9" fmla="*/ 3658 w 87581"/>
                        <a:gd name="connsiteY9" fmla="*/ 29269 h 82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7581" h="82455">
                          <a:moveTo>
                            <a:pt x="3658" y="29269"/>
                          </a:moveTo>
                          <a:cubicBezTo>
                            <a:pt x="1467" y="35079"/>
                            <a:pt x="-723" y="41175"/>
                            <a:pt x="229" y="47652"/>
                          </a:cubicBezTo>
                          <a:cubicBezTo>
                            <a:pt x="2134" y="59940"/>
                            <a:pt x="16135" y="70989"/>
                            <a:pt x="31757" y="76894"/>
                          </a:cubicBezTo>
                          <a:cubicBezTo>
                            <a:pt x="44616" y="81847"/>
                            <a:pt x="59760" y="84324"/>
                            <a:pt x="72619" y="80799"/>
                          </a:cubicBezTo>
                          <a:cubicBezTo>
                            <a:pt x="82144" y="78514"/>
                            <a:pt x="90145" y="70893"/>
                            <a:pt x="86811" y="63845"/>
                          </a:cubicBezTo>
                          <a:cubicBezTo>
                            <a:pt x="84811" y="59559"/>
                            <a:pt x="79477" y="56511"/>
                            <a:pt x="74810" y="53367"/>
                          </a:cubicBezTo>
                          <a:cubicBezTo>
                            <a:pt x="63760" y="46414"/>
                            <a:pt x="54998" y="36984"/>
                            <a:pt x="48711" y="27364"/>
                          </a:cubicBezTo>
                          <a:cubicBezTo>
                            <a:pt x="43091" y="18697"/>
                            <a:pt x="35852" y="-830"/>
                            <a:pt x="22041" y="27"/>
                          </a:cubicBezTo>
                          <a:cubicBezTo>
                            <a:pt x="15659" y="504"/>
                            <a:pt x="11850" y="5457"/>
                            <a:pt x="9182" y="11743"/>
                          </a:cubicBezTo>
                          <a:cubicBezTo>
                            <a:pt x="6516" y="17934"/>
                            <a:pt x="5182" y="25173"/>
                            <a:pt x="3658" y="2926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02" name="Forme libre : forme 15201">
                      <a:extLst>
                        <a:ext uri="{FF2B5EF4-FFF2-40B4-BE49-F238E27FC236}">
                          <a16:creationId xmlns:a16="http://schemas.microsoft.com/office/drawing/2014/main" id="{5AAC2617-93AA-4E58-9D7C-7DF4AE8D58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06496" y="3264460"/>
                      <a:ext cx="28645" cy="16268"/>
                    </a:xfrm>
                    <a:custGeom>
                      <a:avLst/>
                      <a:gdLst>
                        <a:gd name="connsiteX0" fmla="*/ 2805 w 28645"/>
                        <a:gd name="connsiteY0" fmla="*/ 7187 h 16268"/>
                        <a:gd name="connsiteX1" fmla="*/ 139 w 28645"/>
                        <a:gd name="connsiteY1" fmla="*/ 10806 h 16268"/>
                        <a:gd name="connsiteX2" fmla="*/ 1567 w 28645"/>
                        <a:gd name="connsiteY2" fmla="*/ 15093 h 16268"/>
                        <a:gd name="connsiteX3" fmla="*/ 6330 w 28645"/>
                        <a:gd name="connsiteY3" fmla="*/ 16236 h 16268"/>
                        <a:gd name="connsiteX4" fmla="*/ 18712 w 28645"/>
                        <a:gd name="connsiteY4" fmla="*/ 14902 h 16268"/>
                        <a:gd name="connsiteX5" fmla="*/ 23380 w 28645"/>
                        <a:gd name="connsiteY5" fmla="*/ 13378 h 16268"/>
                        <a:gd name="connsiteX6" fmla="*/ 22713 w 28645"/>
                        <a:gd name="connsiteY6" fmla="*/ 43 h 16268"/>
                        <a:gd name="connsiteX7" fmla="*/ 2805 w 28645"/>
                        <a:gd name="connsiteY7" fmla="*/ 7187 h 162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645" h="16268">
                          <a:moveTo>
                            <a:pt x="2805" y="7187"/>
                          </a:moveTo>
                          <a:cubicBezTo>
                            <a:pt x="1662" y="8235"/>
                            <a:pt x="519" y="9378"/>
                            <a:pt x="139" y="10806"/>
                          </a:cubicBezTo>
                          <a:cubicBezTo>
                            <a:pt x="-242" y="12235"/>
                            <a:pt x="139" y="14045"/>
                            <a:pt x="1567" y="15093"/>
                          </a:cubicBezTo>
                          <a:cubicBezTo>
                            <a:pt x="2901" y="16045"/>
                            <a:pt x="4710" y="16236"/>
                            <a:pt x="6330" y="16236"/>
                          </a:cubicBezTo>
                          <a:cubicBezTo>
                            <a:pt x="10521" y="16426"/>
                            <a:pt x="14807" y="15759"/>
                            <a:pt x="18712" y="14902"/>
                          </a:cubicBezTo>
                          <a:cubicBezTo>
                            <a:pt x="20332" y="14521"/>
                            <a:pt x="21951" y="14140"/>
                            <a:pt x="23380" y="13378"/>
                          </a:cubicBezTo>
                          <a:cubicBezTo>
                            <a:pt x="29094" y="10044"/>
                            <a:pt x="31857" y="805"/>
                            <a:pt x="22713" y="43"/>
                          </a:cubicBezTo>
                          <a:cubicBezTo>
                            <a:pt x="15664" y="-433"/>
                            <a:pt x="7663" y="3091"/>
                            <a:pt x="2805" y="718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03" name="Forme libre : forme 15202">
                      <a:extLst>
                        <a:ext uri="{FF2B5EF4-FFF2-40B4-BE49-F238E27FC236}">
                          <a16:creationId xmlns:a16="http://schemas.microsoft.com/office/drawing/2014/main" id="{916595C9-6AE7-4E0C-A506-98AFBE2977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6928" y="3309842"/>
                      <a:ext cx="46146" cy="40766"/>
                    </a:xfrm>
                    <a:custGeom>
                      <a:avLst/>
                      <a:gdLst>
                        <a:gd name="connsiteX0" fmla="*/ 46005 w 46146"/>
                        <a:gd name="connsiteY0" fmla="*/ 0 h 40766"/>
                        <a:gd name="connsiteX1" fmla="*/ 42386 w 46146"/>
                        <a:gd name="connsiteY1" fmla="*/ 17050 h 40766"/>
                        <a:gd name="connsiteX2" fmla="*/ 29146 w 46146"/>
                        <a:gd name="connsiteY2" fmla="*/ 30956 h 40766"/>
                        <a:gd name="connsiteX3" fmla="*/ 0 w 46146"/>
                        <a:gd name="connsiteY3" fmla="*/ 40767 h 40766"/>
                        <a:gd name="connsiteX4" fmla="*/ 21050 w 46146"/>
                        <a:gd name="connsiteY4" fmla="*/ 33052 h 40766"/>
                        <a:gd name="connsiteX5" fmla="*/ 36576 w 46146"/>
                        <a:gd name="connsiteY5" fmla="*/ 20193 h 40766"/>
                        <a:gd name="connsiteX6" fmla="*/ 46005 w 46146"/>
                        <a:gd name="connsiteY6" fmla="*/ 0 h 40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146" h="40766">
                          <a:moveTo>
                            <a:pt x="46005" y="0"/>
                          </a:moveTo>
                          <a:cubicBezTo>
                            <a:pt x="46005" y="0"/>
                            <a:pt x="47244" y="7620"/>
                            <a:pt x="42386" y="17050"/>
                          </a:cubicBezTo>
                          <a:cubicBezTo>
                            <a:pt x="39910" y="21717"/>
                            <a:pt x="35909" y="26575"/>
                            <a:pt x="29146" y="30956"/>
                          </a:cubicBezTo>
                          <a:cubicBezTo>
                            <a:pt x="22384" y="35624"/>
                            <a:pt x="12954" y="38957"/>
                            <a:pt x="0" y="40767"/>
                          </a:cubicBezTo>
                          <a:cubicBezTo>
                            <a:pt x="0" y="40767"/>
                            <a:pt x="10191" y="38957"/>
                            <a:pt x="21050" y="33052"/>
                          </a:cubicBezTo>
                          <a:cubicBezTo>
                            <a:pt x="26479" y="29813"/>
                            <a:pt x="32099" y="25622"/>
                            <a:pt x="36576" y="20193"/>
                          </a:cubicBezTo>
                          <a:cubicBezTo>
                            <a:pt x="41053" y="14954"/>
                            <a:pt x="44482" y="8001"/>
                            <a:pt x="4600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04" name="Forme libre : forme 15203">
                      <a:extLst>
                        <a:ext uri="{FF2B5EF4-FFF2-40B4-BE49-F238E27FC236}">
                          <a16:creationId xmlns:a16="http://schemas.microsoft.com/office/drawing/2014/main" id="{A6D49DC9-CEE8-48AA-95D4-6127D51629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75487" y="3242433"/>
                      <a:ext cx="53054" cy="24260"/>
                    </a:xfrm>
                    <a:custGeom>
                      <a:avLst/>
                      <a:gdLst>
                        <a:gd name="connsiteX0" fmla="*/ 53054 w 53054"/>
                        <a:gd name="connsiteY0" fmla="*/ 734 h 24260"/>
                        <a:gd name="connsiteX1" fmla="*/ 47244 w 53054"/>
                        <a:gd name="connsiteY1" fmla="*/ 162 h 24260"/>
                        <a:gd name="connsiteX2" fmla="*/ 33242 w 53054"/>
                        <a:gd name="connsiteY2" fmla="*/ 925 h 24260"/>
                        <a:gd name="connsiteX3" fmla="*/ 15907 w 53054"/>
                        <a:gd name="connsiteY3" fmla="*/ 7211 h 24260"/>
                        <a:gd name="connsiteX4" fmla="*/ 0 w 53054"/>
                        <a:gd name="connsiteY4" fmla="*/ 24261 h 24260"/>
                        <a:gd name="connsiteX5" fmla="*/ 14097 w 53054"/>
                        <a:gd name="connsiteY5" fmla="*/ 11497 h 24260"/>
                        <a:gd name="connsiteX6" fmla="*/ 30766 w 53054"/>
                        <a:gd name="connsiteY6" fmla="*/ 3496 h 24260"/>
                        <a:gd name="connsiteX7" fmla="*/ 53054 w 53054"/>
                        <a:gd name="connsiteY7" fmla="*/ 734 h 24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3054" h="24260">
                          <a:moveTo>
                            <a:pt x="53054" y="734"/>
                          </a:moveTo>
                          <a:cubicBezTo>
                            <a:pt x="53054" y="734"/>
                            <a:pt x="50768" y="448"/>
                            <a:pt x="47244" y="162"/>
                          </a:cubicBezTo>
                          <a:cubicBezTo>
                            <a:pt x="43625" y="-123"/>
                            <a:pt x="38767" y="-123"/>
                            <a:pt x="33242" y="925"/>
                          </a:cubicBezTo>
                          <a:cubicBezTo>
                            <a:pt x="27813" y="1782"/>
                            <a:pt x="21717" y="3496"/>
                            <a:pt x="15907" y="7211"/>
                          </a:cubicBezTo>
                          <a:cubicBezTo>
                            <a:pt x="10001" y="10926"/>
                            <a:pt x="4477" y="16069"/>
                            <a:pt x="0" y="24261"/>
                          </a:cubicBezTo>
                          <a:cubicBezTo>
                            <a:pt x="0" y="24261"/>
                            <a:pt x="4953" y="17688"/>
                            <a:pt x="14097" y="11497"/>
                          </a:cubicBezTo>
                          <a:cubicBezTo>
                            <a:pt x="18669" y="8354"/>
                            <a:pt x="24289" y="5401"/>
                            <a:pt x="30766" y="3496"/>
                          </a:cubicBezTo>
                          <a:cubicBezTo>
                            <a:pt x="37243" y="1305"/>
                            <a:pt x="44577" y="258"/>
                            <a:pt x="53054" y="73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05" name="Forme libre : forme 15204">
                      <a:extLst>
                        <a:ext uri="{FF2B5EF4-FFF2-40B4-BE49-F238E27FC236}">
                          <a16:creationId xmlns:a16="http://schemas.microsoft.com/office/drawing/2014/main" id="{A9D481B2-A802-42B2-BFCA-61ADE4008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46610" y="3284737"/>
                      <a:ext cx="24672" cy="15074"/>
                    </a:xfrm>
                    <a:custGeom>
                      <a:avLst/>
                      <a:gdLst>
                        <a:gd name="connsiteX0" fmla="*/ 24318 w 24672"/>
                        <a:gd name="connsiteY0" fmla="*/ 12151 h 15074"/>
                        <a:gd name="connsiteX1" fmla="*/ 8983 w 24672"/>
                        <a:gd name="connsiteY1" fmla="*/ 13294 h 15074"/>
                        <a:gd name="connsiteX2" fmla="*/ 506 w 24672"/>
                        <a:gd name="connsiteY2" fmla="*/ 2530 h 15074"/>
                        <a:gd name="connsiteX3" fmla="*/ 15365 w 24672"/>
                        <a:gd name="connsiteY3" fmla="*/ 1673 h 15074"/>
                        <a:gd name="connsiteX4" fmla="*/ 24318 w 24672"/>
                        <a:gd name="connsiteY4" fmla="*/ 12151 h 150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672" h="15074">
                          <a:moveTo>
                            <a:pt x="24318" y="12151"/>
                          </a:moveTo>
                          <a:cubicBezTo>
                            <a:pt x="22699" y="15675"/>
                            <a:pt x="15745" y="15961"/>
                            <a:pt x="8983" y="13294"/>
                          </a:cubicBezTo>
                          <a:cubicBezTo>
                            <a:pt x="2220" y="10722"/>
                            <a:pt x="-1399" y="5578"/>
                            <a:pt x="506" y="2530"/>
                          </a:cubicBezTo>
                          <a:cubicBezTo>
                            <a:pt x="2411" y="-422"/>
                            <a:pt x="8983" y="-899"/>
                            <a:pt x="15365" y="1673"/>
                          </a:cubicBezTo>
                          <a:cubicBezTo>
                            <a:pt x="21842" y="4435"/>
                            <a:pt x="25937" y="8912"/>
                            <a:pt x="24318" y="1215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06" name="Forme libre : forme 15205">
                      <a:extLst>
                        <a:ext uri="{FF2B5EF4-FFF2-40B4-BE49-F238E27FC236}">
                          <a16:creationId xmlns:a16="http://schemas.microsoft.com/office/drawing/2014/main" id="{0E06FE56-A4BF-4CDC-8F69-03D333AB65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7685" y="3292406"/>
                      <a:ext cx="7052" cy="5725"/>
                    </a:xfrm>
                    <a:custGeom>
                      <a:avLst/>
                      <a:gdLst>
                        <a:gd name="connsiteX0" fmla="*/ 7053 w 7052"/>
                        <a:gd name="connsiteY0" fmla="*/ 2958 h 5725"/>
                        <a:gd name="connsiteX1" fmla="*/ 3339 w 7052"/>
                        <a:gd name="connsiteY1" fmla="*/ 5720 h 5725"/>
                        <a:gd name="connsiteX2" fmla="*/ 5 w 7052"/>
                        <a:gd name="connsiteY2" fmla="*/ 2672 h 5725"/>
                        <a:gd name="connsiteX3" fmla="*/ 3719 w 7052"/>
                        <a:gd name="connsiteY3" fmla="*/ 5 h 5725"/>
                        <a:gd name="connsiteX4" fmla="*/ 7053 w 7052"/>
                        <a:gd name="connsiteY4" fmla="*/ 2958 h 5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52" h="5725">
                          <a:moveTo>
                            <a:pt x="7053" y="2958"/>
                          </a:moveTo>
                          <a:cubicBezTo>
                            <a:pt x="6958" y="4577"/>
                            <a:pt x="5338" y="5815"/>
                            <a:pt x="3339" y="5720"/>
                          </a:cubicBezTo>
                          <a:cubicBezTo>
                            <a:pt x="1338" y="5625"/>
                            <a:pt x="-91" y="4291"/>
                            <a:pt x="5" y="2672"/>
                          </a:cubicBezTo>
                          <a:cubicBezTo>
                            <a:pt x="100" y="1148"/>
                            <a:pt x="1814" y="-90"/>
                            <a:pt x="3719" y="5"/>
                          </a:cubicBezTo>
                          <a:cubicBezTo>
                            <a:pt x="5625" y="5"/>
                            <a:pt x="7053" y="1339"/>
                            <a:pt x="7053" y="29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07" name="Forme libre : forme 15206">
                      <a:extLst>
                        <a:ext uri="{FF2B5EF4-FFF2-40B4-BE49-F238E27FC236}">
                          <a16:creationId xmlns:a16="http://schemas.microsoft.com/office/drawing/2014/main" id="{F09C2E0D-BD34-48BF-B032-AEA3DD539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50750" y="3253681"/>
                      <a:ext cx="54664" cy="52901"/>
                    </a:xfrm>
                    <a:custGeom>
                      <a:avLst/>
                      <a:gdLst>
                        <a:gd name="connsiteX0" fmla="*/ 48657 w 54664"/>
                        <a:gd name="connsiteY0" fmla="*/ 19680 h 52901"/>
                        <a:gd name="connsiteX1" fmla="*/ 54658 w 54664"/>
                        <a:gd name="connsiteY1" fmla="*/ 44921 h 52901"/>
                        <a:gd name="connsiteX2" fmla="*/ 49896 w 54664"/>
                        <a:gd name="connsiteY2" fmla="*/ 52827 h 52901"/>
                        <a:gd name="connsiteX3" fmla="*/ 41990 w 54664"/>
                        <a:gd name="connsiteY3" fmla="*/ 47970 h 52901"/>
                        <a:gd name="connsiteX4" fmla="*/ 27226 w 54664"/>
                        <a:gd name="connsiteY4" fmla="*/ 24347 h 52901"/>
                        <a:gd name="connsiteX5" fmla="*/ 9605 w 54664"/>
                        <a:gd name="connsiteY5" fmla="*/ 15489 h 52901"/>
                        <a:gd name="connsiteX6" fmla="*/ 1509 w 54664"/>
                        <a:gd name="connsiteY6" fmla="*/ 9393 h 52901"/>
                        <a:gd name="connsiteX7" fmla="*/ 1032 w 54664"/>
                        <a:gd name="connsiteY7" fmla="*/ 3393 h 52901"/>
                        <a:gd name="connsiteX8" fmla="*/ 17892 w 54664"/>
                        <a:gd name="connsiteY8" fmla="*/ 535 h 52901"/>
                        <a:gd name="connsiteX9" fmla="*/ 34846 w 54664"/>
                        <a:gd name="connsiteY9" fmla="*/ 5393 h 52901"/>
                        <a:gd name="connsiteX10" fmla="*/ 48657 w 54664"/>
                        <a:gd name="connsiteY10" fmla="*/ 19680 h 52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4664" h="52901">
                          <a:moveTo>
                            <a:pt x="48657" y="19680"/>
                          </a:moveTo>
                          <a:cubicBezTo>
                            <a:pt x="52849" y="27491"/>
                            <a:pt x="54468" y="36254"/>
                            <a:pt x="54658" y="44921"/>
                          </a:cubicBezTo>
                          <a:cubicBezTo>
                            <a:pt x="54754" y="48065"/>
                            <a:pt x="53801" y="52161"/>
                            <a:pt x="49896" y="52827"/>
                          </a:cubicBezTo>
                          <a:cubicBezTo>
                            <a:pt x="46276" y="53399"/>
                            <a:pt x="43514" y="50541"/>
                            <a:pt x="41990" y="47970"/>
                          </a:cubicBezTo>
                          <a:cubicBezTo>
                            <a:pt x="37227" y="40064"/>
                            <a:pt x="34751" y="30444"/>
                            <a:pt x="27226" y="24347"/>
                          </a:cubicBezTo>
                          <a:cubicBezTo>
                            <a:pt x="24845" y="22538"/>
                            <a:pt x="16368" y="19585"/>
                            <a:pt x="9605" y="15489"/>
                          </a:cubicBezTo>
                          <a:cubicBezTo>
                            <a:pt x="6176" y="13489"/>
                            <a:pt x="3223" y="11679"/>
                            <a:pt x="1509" y="9393"/>
                          </a:cubicBezTo>
                          <a:cubicBezTo>
                            <a:pt x="-206" y="7203"/>
                            <a:pt x="-587" y="5202"/>
                            <a:pt x="1032" y="3393"/>
                          </a:cubicBezTo>
                          <a:cubicBezTo>
                            <a:pt x="4271" y="-37"/>
                            <a:pt x="11034" y="-608"/>
                            <a:pt x="17892" y="535"/>
                          </a:cubicBezTo>
                          <a:cubicBezTo>
                            <a:pt x="24654" y="1583"/>
                            <a:pt x="31608" y="3393"/>
                            <a:pt x="34846" y="5393"/>
                          </a:cubicBezTo>
                          <a:cubicBezTo>
                            <a:pt x="40656" y="8822"/>
                            <a:pt x="45419" y="13775"/>
                            <a:pt x="48657" y="1968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33" name="Graphique 1">
                    <a:extLst>
                      <a:ext uri="{FF2B5EF4-FFF2-40B4-BE49-F238E27FC236}">
                        <a16:creationId xmlns:a16="http://schemas.microsoft.com/office/drawing/2014/main" id="{1A147FC4-1E40-42F9-8923-0FAA0BF3D116}"/>
                      </a:ext>
                    </a:extLst>
                  </p:cNvPr>
                  <p:cNvGrpSpPr/>
                  <p:nvPr/>
                </p:nvGrpSpPr>
                <p:grpSpPr>
                  <a:xfrm>
                    <a:off x="5915174" y="3217376"/>
                    <a:ext cx="155431" cy="127380"/>
                    <a:chOff x="5915174" y="3217376"/>
                    <a:chExt cx="155431" cy="127380"/>
                  </a:xfrm>
                  <a:solidFill>
                    <a:schemeClr val="accent1"/>
                  </a:solidFill>
                </p:grpSpPr>
                <p:sp>
                  <p:nvSpPr>
                    <p:cNvPr id="15184" name="Forme libre : forme 15183">
                      <a:extLst>
                        <a:ext uri="{FF2B5EF4-FFF2-40B4-BE49-F238E27FC236}">
                          <a16:creationId xmlns:a16="http://schemas.microsoft.com/office/drawing/2014/main" id="{0688ECA5-DD1B-4AB1-8F16-72D0ECE749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5174" y="3217376"/>
                      <a:ext cx="155307" cy="127380"/>
                    </a:xfrm>
                    <a:custGeom>
                      <a:avLst/>
                      <a:gdLst>
                        <a:gd name="connsiteX0" fmla="*/ 124251 w 155307"/>
                        <a:gd name="connsiteY0" fmla="*/ 101990 h 127380"/>
                        <a:gd name="connsiteX1" fmla="*/ 93962 w 155307"/>
                        <a:gd name="connsiteY1" fmla="*/ 115040 h 127380"/>
                        <a:gd name="connsiteX2" fmla="*/ 62339 w 155307"/>
                        <a:gd name="connsiteY2" fmla="*/ 125231 h 127380"/>
                        <a:gd name="connsiteX3" fmla="*/ 40336 w 155307"/>
                        <a:gd name="connsiteY3" fmla="*/ 127232 h 127380"/>
                        <a:gd name="connsiteX4" fmla="*/ 21476 w 155307"/>
                        <a:gd name="connsiteY4" fmla="*/ 121802 h 127380"/>
                        <a:gd name="connsiteX5" fmla="*/ 2903 w 155307"/>
                        <a:gd name="connsiteY5" fmla="*/ 96371 h 127380"/>
                        <a:gd name="connsiteX6" fmla="*/ 140 w 155307"/>
                        <a:gd name="connsiteY6" fmla="*/ 67034 h 127380"/>
                        <a:gd name="connsiteX7" fmla="*/ 9284 w 155307"/>
                        <a:gd name="connsiteY7" fmla="*/ 38363 h 127380"/>
                        <a:gd name="connsiteX8" fmla="*/ 20333 w 155307"/>
                        <a:gd name="connsiteY8" fmla="*/ 27981 h 127380"/>
                        <a:gd name="connsiteX9" fmla="*/ 34240 w 155307"/>
                        <a:gd name="connsiteY9" fmla="*/ 21409 h 127380"/>
                        <a:gd name="connsiteX10" fmla="*/ 55766 w 155307"/>
                        <a:gd name="connsiteY10" fmla="*/ 14170 h 127380"/>
                        <a:gd name="connsiteX11" fmla="*/ 76721 w 155307"/>
                        <a:gd name="connsiteY11" fmla="*/ 4835 h 127380"/>
                        <a:gd name="connsiteX12" fmla="*/ 91770 w 155307"/>
                        <a:gd name="connsiteY12" fmla="*/ 359 h 127380"/>
                        <a:gd name="connsiteX13" fmla="*/ 107296 w 155307"/>
                        <a:gd name="connsiteY13" fmla="*/ 1026 h 127380"/>
                        <a:gd name="connsiteX14" fmla="*/ 133109 w 155307"/>
                        <a:gd name="connsiteY14" fmla="*/ 17027 h 127380"/>
                        <a:gd name="connsiteX15" fmla="*/ 149969 w 155307"/>
                        <a:gd name="connsiteY15" fmla="*/ 41793 h 127380"/>
                        <a:gd name="connsiteX16" fmla="*/ 152635 w 155307"/>
                        <a:gd name="connsiteY16" fmla="*/ 73511 h 127380"/>
                        <a:gd name="connsiteX17" fmla="*/ 141967 w 155307"/>
                        <a:gd name="connsiteY17" fmla="*/ 89418 h 127380"/>
                        <a:gd name="connsiteX18" fmla="*/ 124251 w 155307"/>
                        <a:gd name="connsiteY18" fmla="*/ 101990 h 127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55307" h="127380">
                          <a:moveTo>
                            <a:pt x="124251" y="101990"/>
                          </a:moveTo>
                          <a:cubicBezTo>
                            <a:pt x="114535" y="106943"/>
                            <a:pt x="104248" y="111039"/>
                            <a:pt x="93962" y="115040"/>
                          </a:cubicBezTo>
                          <a:cubicBezTo>
                            <a:pt x="83674" y="119040"/>
                            <a:pt x="73006" y="122088"/>
                            <a:pt x="62339" y="125231"/>
                          </a:cubicBezTo>
                          <a:cubicBezTo>
                            <a:pt x="54719" y="127041"/>
                            <a:pt x="47193" y="127708"/>
                            <a:pt x="40336" y="127232"/>
                          </a:cubicBezTo>
                          <a:cubicBezTo>
                            <a:pt x="33287" y="126374"/>
                            <a:pt x="26905" y="124565"/>
                            <a:pt x="21476" y="121802"/>
                          </a:cubicBezTo>
                          <a:cubicBezTo>
                            <a:pt x="10618" y="116468"/>
                            <a:pt x="3855" y="106848"/>
                            <a:pt x="2903" y="96371"/>
                          </a:cubicBezTo>
                          <a:lnTo>
                            <a:pt x="140" y="67034"/>
                          </a:lnTo>
                          <a:cubicBezTo>
                            <a:pt x="-812" y="56270"/>
                            <a:pt x="3188" y="46555"/>
                            <a:pt x="9284" y="38363"/>
                          </a:cubicBezTo>
                          <a:cubicBezTo>
                            <a:pt x="12428" y="34268"/>
                            <a:pt x="16142" y="30743"/>
                            <a:pt x="20333" y="27981"/>
                          </a:cubicBezTo>
                          <a:cubicBezTo>
                            <a:pt x="24429" y="24933"/>
                            <a:pt x="29096" y="22647"/>
                            <a:pt x="34240" y="21409"/>
                          </a:cubicBezTo>
                          <a:cubicBezTo>
                            <a:pt x="41479" y="19123"/>
                            <a:pt x="48718" y="17027"/>
                            <a:pt x="55766" y="14170"/>
                          </a:cubicBezTo>
                          <a:cubicBezTo>
                            <a:pt x="62815" y="11312"/>
                            <a:pt x="69958" y="8550"/>
                            <a:pt x="76721" y="4835"/>
                          </a:cubicBezTo>
                          <a:cubicBezTo>
                            <a:pt x="81579" y="2549"/>
                            <a:pt x="86722" y="1216"/>
                            <a:pt x="91770" y="359"/>
                          </a:cubicBezTo>
                          <a:cubicBezTo>
                            <a:pt x="96914" y="-308"/>
                            <a:pt x="102153" y="-22"/>
                            <a:pt x="107296" y="1026"/>
                          </a:cubicBezTo>
                          <a:cubicBezTo>
                            <a:pt x="117298" y="2835"/>
                            <a:pt x="127013" y="8169"/>
                            <a:pt x="133109" y="17027"/>
                          </a:cubicBezTo>
                          <a:lnTo>
                            <a:pt x="149969" y="41793"/>
                          </a:lnTo>
                          <a:cubicBezTo>
                            <a:pt x="156064" y="50746"/>
                            <a:pt x="156922" y="62081"/>
                            <a:pt x="152635" y="73511"/>
                          </a:cubicBezTo>
                          <a:cubicBezTo>
                            <a:pt x="150349" y="78940"/>
                            <a:pt x="146730" y="84369"/>
                            <a:pt x="141967" y="89418"/>
                          </a:cubicBezTo>
                          <a:cubicBezTo>
                            <a:pt x="137300" y="94466"/>
                            <a:pt x="131204" y="98752"/>
                            <a:pt x="124251" y="10199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85" name="Forme libre : forme 15184">
                      <a:extLst>
                        <a:ext uri="{FF2B5EF4-FFF2-40B4-BE49-F238E27FC236}">
                          <a16:creationId xmlns:a16="http://schemas.microsoft.com/office/drawing/2014/main" id="{05F5DC56-844E-4E34-AAF2-4C8427BBF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6934" y="3258311"/>
                      <a:ext cx="153672" cy="86445"/>
                    </a:xfrm>
                    <a:custGeom>
                      <a:avLst/>
                      <a:gdLst>
                        <a:gd name="connsiteX0" fmla="*/ 61436 w 153672"/>
                        <a:gd name="connsiteY0" fmla="*/ 47054 h 86445"/>
                        <a:gd name="connsiteX1" fmla="*/ 44767 w 153672"/>
                        <a:gd name="connsiteY1" fmla="*/ 53245 h 86445"/>
                        <a:gd name="connsiteX2" fmla="*/ 27813 w 153672"/>
                        <a:gd name="connsiteY2" fmla="*/ 54578 h 86445"/>
                        <a:gd name="connsiteX3" fmla="*/ 0 w 153672"/>
                        <a:gd name="connsiteY3" fmla="*/ 42767 h 86445"/>
                        <a:gd name="connsiteX4" fmla="*/ 1238 w 153672"/>
                        <a:gd name="connsiteY4" fmla="*/ 55436 h 86445"/>
                        <a:gd name="connsiteX5" fmla="*/ 19812 w 153672"/>
                        <a:gd name="connsiteY5" fmla="*/ 80867 h 86445"/>
                        <a:gd name="connsiteX6" fmla="*/ 38671 w 153672"/>
                        <a:gd name="connsiteY6" fmla="*/ 86297 h 86445"/>
                        <a:gd name="connsiteX7" fmla="*/ 60674 w 153672"/>
                        <a:gd name="connsiteY7" fmla="*/ 84296 h 86445"/>
                        <a:gd name="connsiteX8" fmla="*/ 92297 w 153672"/>
                        <a:gd name="connsiteY8" fmla="*/ 74104 h 86445"/>
                        <a:gd name="connsiteX9" fmla="*/ 122587 w 153672"/>
                        <a:gd name="connsiteY9" fmla="*/ 61055 h 86445"/>
                        <a:gd name="connsiteX10" fmla="*/ 140303 w 153672"/>
                        <a:gd name="connsiteY10" fmla="*/ 48387 h 86445"/>
                        <a:gd name="connsiteX11" fmla="*/ 150971 w 153672"/>
                        <a:gd name="connsiteY11" fmla="*/ 32480 h 86445"/>
                        <a:gd name="connsiteX12" fmla="*/ 148304 w 153672"/>
                        <a:gd name="connsiteY12" fmla="*/ 762 h 86445"/>
                        <a:gd name="connsiteX13" fmla="*/ 147732 w 153672"/>
                        <a:gd name="connsiteY13" fmla="*/ 0 h 86445"/>
                        <a:gd name="connsiteX14" fmla="*/ 127254 w 153672"/>
                        <a:gd name="connsiteY14" fmla="*/ 13716 h 86445"/>
                        <a:gd name="connsiteX15" fmla="*/ 105727 w 153672"/>
                        <a:gd name="connsiteY15" fmla="*/ 25146 h 86445"/>
                        <a:gd name="connsiteX16" fmla="*/ 94869 w 153672"/>
                        <a:gd name="connsiteY16" fmla="*/ 30575 h 86445"/>
                        <a:gd name="connsiteX17" fmla="*/ 83820 w 153672"/>
                        <a:gd name="connsiteY17" fmla="*/ 35719 h 86445"/>
                        <a:gd name="connsiteX18" fmla="*/ 61436 w 153672"/>
                        <a:gd name="connsiteY18" fmla="*/ 47054 h 86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53672" h="86445">
                          <a:moveTo>
                            <a:pt x="61436" y="47054"/>
                          </a:moveTo>
                          <a:cubicBezTo>
                            <a:pt x="56197" y="50102"/>
                            <a:pt x="50482" y="52102"/>
                            <a:pt x="44767" y="53245"/>
                          </a:cubicBezTo>
                          <a:cubicBezTo>
                            <a:pt x="39052" y="54388"/>
                            <a:pt x="33338" y="55245"/>
                            <a:pt x="27813" y="54578"/>
                          </a:cubicBezTo>
                          <a:cubicBezTo>
                            <a:pt x="16764" y="53626"/>
                            <a:pt x="6858" y="49816"/>
                            <a:pt x="0" y="42767"/>
                          </a:cubicBezTo>
                          <a:lnTo>
                            <a:pt x="1238" y="55436"/>
                          </a:lnTo>
                          <a:cubicBezTo>
                            <a:pt x="2191" y="65913"/>
                            <a:pt x="8954" y="75533"/>
                            <a:pt x="19812" y="80867"/>
                          </a:cubicBezTo>
                          <a:cubicBezTo>
                            <a:pt x="25241" y="83534"/>
                            <a:pt x="31622" y="85439"/>
                            <a:pt x="38671" y="86297"/>
                          </a:cubicBezTo>
                          <a:cubicBezTo>
                            <a:pt x="45625" y="86773"/>
                            <a:pt x="53149" y="86106"/>
                            <a:pt x="60674" y="84296"/>
                          </a:cubicBezTo>
                          <a:cubicBezTo>
                            <a:pt x="71247" y="81153"/>
                            <a:pt x="82010" y="78105"/>
                            <a:pt x="92297" y="74104"/>
                          </a:cubicBezTo>
                          <a:cubicBezTo>
                            <a:pt x="102584" y="70104"/>
                            <a:pt x="112871" y="66104"/>
                            <a:pt x="122587" y="61055"/>
                          </a:cubicBezTo>
                          <a:cubicBezTo>
                            <a:pt x="129540" y="57817"/>
                            <a:pt x="135636" y="53531"/>
                            <a:pt x="140303" y="48387"/>
                          </a:cubicBezTo>
                          <a:cubicBezTo>
                            <a:pt x="145066" y="43339"/>
                            <a:pt x="148685" y="38005"/>
                            <a:pt x="150971" y="32480"/>
                          </a:cubicBezTo>
                          <a:cubicBezTo>
                            <a:pt x="155257" y="21050"/>
                            <a:pt x="154495" y="9716"/>
                            <a:pt x="148304" y="762"/>
                          </a:cubicBezTo>
                          <a:lnTo>
                            <a:pt x="147732" y="0"/>
                          </a:lnTo>
                          <a:cubicBezTo>
                            <a:pt x="141160" y="5144"/>
                            <a:pt x="134398" y="9811"/>
                            <a:pt x="127254" y="13716"/>
                          </a:cubicBezTo>
                          <a:cubicBezTo>
                            <a:pt x="120205" y="17907"/>
                            <a:pt x="113062" y="21717"/>
                            <a:pt x="105727" y="25146"/>
                          </a:cubicBezTo>
                          <a:lnTo>
                            <a:pt x="94869" y="30575"/>
                          </a:lnTo>
                          <a:cubicBezTo>
                            <a:pt x="91154" y="32290"/>
                            <a:pt x="87535" y="34004"/>
                            <a:pt x="83820" y="35719"/>
                          </a:cubicBezTo>
                          <a:cubicBezTo>
                            <a:pt x="76390" y="39434"/>
                            <a:pt x="68961" y="42958"/>
                            <a:pt x="61436" y="4705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86" name="Forme libre : forme 15185">
                      <a:extLst>
                        <a:ext uri="{FF2B5EF4-FFF2-40B4-BE49-F238E27FC236}">
                          <a16:creationId xmlns:a16="http://schemas.microsoft.com/office/drawing/2014/main" id="{8272ECF1-5537-4524-B49F-1EE2A060B6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7136" y="3257071"/>
                      <a:ext cx="65871" cy="46382"/>
                    </a:xfrm>
                    <a:custGeom>
                      <a:avLst/>
                      <a:gdLst>
                        <a:gd name="connsiteX0" fmla="*/ 64289 w 65871"/>
                        <a:gd name="connsiteY0" fmla="*/ 8289 h 46382"/>
                        <a:gd name="connsiteX1" fmla="*/ 62003 w 65871"/>
                        <a:gd name="connsiteY1" fmla="*/ 26006 h 46382"/>
                        <a:gd name="connsiteX2" fmla="*/ 41048 w 65871"/>
                        <a:gd name="connsiteY2" fmla="*/ 42294 h 46382"/>
                        <a:gd name="connsiteX3" fmla="*/ 27046 w 65871"/>
                        <a:gd name="connsiteY3" fmla="*/ 46103 h 46382"/>
                        <a:gd name="connsiteX4" fmla="*/ 14568 w 65871"/>
                        <a:gd name="connsiteY4" fmla="*/ 45627 h 46382"/>
                        <a:gd name="connsiteX5" fmla="*/ 471 w 65871"/>
                        <a:gd name="connsiteY5" fmla="*/ 34959 h 46382"/>
                        <a:gd name="connsiteX6" fmla="*/ 5710 w 65871"/>
                        <a:gd name="connsiteY6" fmla="*/ 18195 h 46382"/>
                        <a:gd name="connsiteX7" fmla="*/ 14187 w 65871"/>
                        <a:gd name="connsiteY7" fmla="*/ 10766 h 46382"/>
                        <a:gd name="connsiteX8" fmla="*/ 25332 w 65871"/>
                        <a:gd name="connsiteY8" fmla="*/ 4574 h 46382"/>
                        <a:gd name="connsiteX9" fmla="*/ 48858 w 65871"/>
                        <a:gd name="connsiteY9" fmla="*/ 193 h 46382"/>
                        <a:gd name="connsiteX10" fmla="*/ 64289 w 65871"/>
                        <a:gd name="connsiteY10" fmla="*/ 8289 h 46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5871" h="46382">
                          <a:moveTo>
                            <a:pt x="64289" y="8289"/>
                          </a:moveTo>
                          <a:cubicBezTo>
                            <a:pt x="66956" y="13147"/>
                            <a:pt x="66289" y="19910"/>
                            <a:pt x="62003" y="26006"/>
                          </a:cubicBezTo>
                          <a:cubicBezTo>
                            <a:pt x="57716" y="32006"/>
                            <a:pt x="50668" y="38674"/>
                            <a:pt x="41048" y="42294"/>
                          </a:cubicBezTo>
                          <a:cubicBezTo>
                            <a:pt x="36285" y="44198"/>
                            <a:pt x="31523" y="45437"/>
                            <a:pt x="27046" y="46103"/>
                          </a:cubicBezTo>
                          <a:cubicBezTo>
                            <a:pt x="22569" y="46675"/>
                            <a:pt x="18283" y="46294"/>
                            <a:pt x="14568" y="45627"/>
                          </a:cubicBezTo>
                          <a:cubicBezTo>
                            <a:pt x="7139" y="44103"/>
                            <a:pt x="1995" y="40388"/>
                            <a:pt x="471" y="34959"/>
                          </a:cubicBezTo>
                          <a:cubicBezTo>
                            <a:pt x="-1053" y="29530"/>
                            <a:pt x="1233" y="23529"/>
                            <a:pt x="5710" y="18195"/>
                          </a:cubicBezTo>
                          <a:cubicBezTo>
                            <a:pt x="7996" y="15433"/>
                            <a:pt x="10853" y="13147"/>
                            <a:pt x="14187" y="10766"/>
                          </a:cubicBezTo>
                          <a:cubicBezTo>
                            <a:pt x="17426" y="8289"/>
                            <a:pt x="21141" y="6194"/>
                            <a:pt x="25332" y="4574"/>
                          </a:cubicBezTo>
                          <a:cubicBezTo>
                            <a:pt x="33714" y="1431"/>
                            <a:pt x="41619" y="-664"/>
                            <a:pt x="48858" y="193"/>
                          </a:cubicBezTo>
                          <a:cubicBezTo>
                            <a:pt x="55907" y="1050"/>
                            <a:pt x="61527" y="3241"/>
                            <a:pt x="64289" y="8289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87" name="Forme libre : forme 15186">
                      <a:extLst>
                        <a:ext uri="{FF2B5EF4-FFF2-40B4-BE49-F238E27FC236}">
                          <a16:creationId xmlns:a16="http://schemas.microsoft.com/office/drawing/2014/main" id="{26F251A8-DE30-40A9-9147-820E02B72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7126" y="3271456"/>
                      <a:ext cx="55249" cy="31997"/>
                    </a:xfrm>
                    <a:custGeom>
                      <a:avLst/>
                      <a:gdLst>
                        <a:gd name="connsiteX0" fmla="*/ 9530 w 55249"/>
                        <a:gd name="connsiteY0" fmla="*/ 0 h 31997"/>
                        <a:gd name="connsiteX1" fmla="*/ 481 w 55249"/>
                        <a:gd name="connsiteY1" fmla="*/ 20574 h 31997"/>
                        <a:gd name="connsiteX2" fmla="*/ 14578 w 55249"/>
                        <a:gd name="connsiteY2" fmla="*/ 31242 h 31997"/>
                        <a:gd name="connsiteX3" fmla="*/ 27056 w 55249"/>
                        <a:gd name="connsiteY3" fmla="*/ 31718 h 31997"/>
                        <a:gd name="connsiteX4" fmla="*/ 41057 w 55249"/>
                        <a:gd name="connsiteY4" fmla="*/ 27908 h 31997"/>
                        <a:gd name="connsiteX5" fmla="*/ 55249 w 55249"/>
                        <a:gd name="connsiteY5" fmla="*/ 19145 h 31997"/>
                        <a:gd name="connsiteX6" fmla="*/ 46487 w 55249"/>
                        <a:gd name="connsiteY6" fmla="*/ 21812 h 31997"/>
                        <a:gd name="connsiteX7" fmla="*/ 22579 w 55249"/>
                        <a:gd name="connsiteY7" fmla="*/ 16288 h 31997"/>
                        <a:gd name="connsiteX8" fmla="*/ 9530 w 55249"/>
                        <a:gd name="connsiteY8" fmla="*/ 0 h 31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249" h="31997">
                          <a:moveTo>
                            <a:pt x="9530" y="0"/>
                          </a:moveTo>
                          <a:cubicBezTo>
                            <a:pt x="2481" y="6096"/>
                            <a:pt x="-1424" y="13907"/>
                            <a:pt x="481" y="20574"/>
                          </a:cubicBezTo>
                          <a:cubicBezTo>
                            <a:pt x="2005" y="26003"/>
                            <a:pt x="7148" y="29718"/>
                            <a:pt x="14578" y="31242"/>
                          </a:cubicBezTo>
                          <a:cubicBezTo>
                            <a:pt x="18293" y="31909"/>
                            <a:pt x="22579" y="32290"/>
                            <a:pt x="27056" y="31718"/>
                          </a:cubicBezTo>
                          <a:cubicBezTo>
                            <a:pt x="31532" y="31052"/>
                            <a:pt x="36295" y="29813"/>
                            <a:pt x="41057" y="27908"/>
                          </a:cubicBezTo>
                          <a:cubicBezTo>
                            <a:pt x="46677" y="25813"/>
                            <a:pt x="51440" y="22574"/>
                            <a:pt x="55249" y="19145"/>
                          </a:cubicBezTo>
                          <a:cubicBezTo>
                            <a:pt x="52392" y="20384"/>
                            <a:pt x="49535" y="21336"/>
                            <a:pt x="46487" y="21812"/>
                          </a:cubicBezTo>
                          <a:cubicBezTo>
                            <a:pt x="37724" y="22003"/>
                            <a:pt x="29151" y="20003"/>
                            <a:pt x="22579" y="16288"/>
                          </a:cubicBezTo>
                          <a:cubicBezTo>
                            <a:pt x="16007" y="12478"/>
                            <a:pt x="11244" y="6572"/>
                            <a:pt x="9530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88" name="Forme libre : forme 15187">
                      <a:extLst>
                        <a:ext uri="{FF2B5EF4-FFF2-40B4-BE49-F238E27FC236}">
                          <a16:creationId xmlns:a16="http://schemas.microsoft.com/office/drawing/2014/main" id="{193021D3-5C26-491E-90D1-3A467482AA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1660" y="3259632"/>
                      <a:ext cx="66701" cy="46917"/>
                    </a:xfrm>
                    <a:custGeom>
                      <a:avLst/>
                      <a:gdLst>
                        <a:gd name="connsiteX0" fmla="*/ 65098 w 66701"/>
                        <a:gd name="connsiteY0" fmla="*/ 7919 h 46917"/>
                        <a:gd name="connsiteX1" fmla="*/ 62908 w 66701"/>
                        <a:gd name="connsiteY1" fmla="*/ 25826 h 46917"/>
                        <a:gd name="connsiteX2" fmla="*/ 54335 w 66701"/>
                        <a:gd name="connsiteY2" fmla="*/ 34875 h 46917"/>
                        <a:gd name="connsiteX3" fmla="*/ 41762 w 66701"/>
                        <a:gd name="connsiteY3" fmla="*/ 42495 h 46917"/>
                        <a:gd name="connsiteX4" fmla="*/ 14997 w 66701"/>
                        <a:gd name="connsiteY4" fmla="*/ 46210 h 46917"/>
                        <a:gd name="connsiteX5" fmla="*/ 519 w 66701"/>
                        <a:gd name="connsiteY5" fmla="*/ 35637 h 46917"/>
                        <a:gd name="connsiteX6" fmla="*/ 5758 w 66701"/>
                        <a:gd name="connsiteY6" fmla="*/ 18873 h 46917"/>
                        <a:gd name="connsiteX7" fmla="*/ 25570 w 66701"/>
                        <a:gd name="connsiteY7" fmla="*/ 4871 h 46917"/>
                        <a:gd name="connsiteX8" fmla="*/ 37857 w 66701"/>
                        <a:gd name="connsiteY8" fmla="*/ 871 h 46917"/>
                        <a:gd name="connsiteX9" fmla="*/ 49382 w 66701"/>
                        <a:gd name="connsiteY9" fmla="*/ 109 h 46917"/>
                        <a:gd name="connsiteX10" fmla="*/ 65098 w 66701"/>
                        <a:gd name="connsiteY10" fmla="*/ 7919 h 46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6701" h="46917">
                          <a:moveTo>
                            <a:pt x="65098" y="7919"/>
                          </a:moveTo>
                          <a:cubicBezTo>
                            <a:pt x="67861" y="12777"/>
                            <a:pt x="67003" y="19349"/>
                            <a:pt x="62908" y="25826"/>
                          </a:cubicBezTo>
                          <a:cubicBezTo>
                            <a:pt x="60812" y="28969"/>
                            <a:pt x="57859" y="32017"/>
                            <a:pt x="54335" y="34875"/>
                          </a:cubicBezTo>
                          <a:cubicBezTo>
                            <a:pt x="50715" y="37637"/>
                            <a:pt x="46620" y="40590"/>
                            <a:pt x="41762" y="42495"/>
                          </a:cubicBezTo>
                          <a:cubicBezTo>
                            <a:pt x="32047" y="46210"/>
                            <a:pt x="22617" y="48019"/>
                            <a:pt x="14997" y="46210"/>
                          </a:cubicBezTo>
                          <a:cubicBezTo>
                            <a:pt x="7472" y="44781"/>
                            <a:pt x="2138" y="41066"/>
                            <a:pt x="519" y="35637"/>
                          </a:cubicBezTo>
                          <a:cubicBezTo>
                            <a:pt x="-1100" y="30208"/>
                            <a:pt x="1186" y="24207"/>
                            <a:pt x="5758" y="18873"/>
                          </a:cubicBezTo>
                          <a:cubicBezTo>
                            <a:pt x="10425" y="13825"/>
                            <a:pt x="17092" y="8205"/>
                            <a:pt x="25570" y="4871"/>
                          </a:cubicBezTo>
                          <a:cubicBezTo>
                            <a:pt x="29856" y="3252"/>
                            <a:pt x="33761" y="1633"/>
                            <a:pt x="37857" y="871"/>
                          </a:cubicBezTo>
                          <a:cubicBezTo>
                            <a:pt x="41857" y="109"/>
                            <a:pt x="45763" y="-177"/>
                            <a:pt x="49382" y="109"/>
                          </a:cubicBezTo>
                          <a:cubicBezTo>
                            <a:pt x="56431" y="489"/>
                            <a:pt x="62241" y="2966"/>
                            <a:pt x="65098" y="791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89" name="Forme libre : forme 15188">
                      <a:extLst>
                        <a:ext uri="{FF2B5EF4-FFF2-40B4-BE49-F238E27FC236}">
                          <a16:creationId xmlns:a16="http://schemas.microsoft.com/office/drawing/2014/main" id="{4E515F09-F2A1-48BB-A000-ADCDBE1C2E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35797" y="3263986"/>
                      <a:ext cx="96971" cy="66701"/>
                    </a:xfrm>
                    <a:custGeom>
                      <a:avLst/>
                      <a:gdLst>
                        <a:gd name="connsiteX0" fmla="*/ 3616 w 96971"/>
                        <a:gd name="connsiteY0" fmla="*/ 37188 h 66701"/>
                        <a:gd name="connsiteX1" fmla="*/ 9426 w 96971"/>
                        <a:gd name="connsiteY1" fmla="*/ 55286 h 66701"/>
                        <a:gd name="connsiteX2" fmla="*/ 27238 w 96971"/>
                        <a:gd name="connsiteY2" fmla="*/ 65287 h 66701"/>
                        <a:gd name="connsiteX3" fmla="*/ 52003 w 96971"/>
                        <a:gd name="connsiteY3" fmla="*/ 65668 h 66701"/>
                        <a:gd name="connsiteX4" fmla="*/ 89817 w 96971"/>
                        <a:gd name="connsiteY4" fmla="*/ 48618 h 66701"/>
                        <a:gd name="connsiteX5" fmla="*/ 93437 w 96971"/>
                        <a:gd name="connsiteY5" fmla="*/ 26425 h 66701"/>
                        <a:gd name="connsiteX6" fmla="*/ 77816 w 96971"/>
                        <a:gd name="connsiteY6" fmla="*/ 23377 h 66701"/>
                        <a:gd name="connsiteX7" fmla="*/ 42001 w 96971"/>
                        <a:gd name="connsiteY7" fmla="*/ 13375 h 66701"/>
                        <a:gd name="connsiteX8" fmla="*/ 24666 w 96971"/>
                        <a:gd name="connsiteY8" fmla="*/ 3374 h 66701"/>
                        <a:gd name="connsiteX9" fmla="*/ 5711 w 96971"/>
                        <a:gd name="connsiteY9" fmla="*/ 2231 h 66701"/>
                        <a:gd name="connsiteX10" fmla="*/ 187 w 96971"/>
                        <a:gd name="connsiteY10" fmla="*/ 18805 h 66701"/>
                        <a:gd name="connsiteX11" fmla="*/ 3616 w 96971"/>
                        <a:gd name="connsiteY11" fmla="*/ 37188 h 66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6971" h="66701">
                          <a:moveTo>
                            <a:pt x="3616" y="37188"/>
                          </a:moveTo>
                          <a:cubicBezTo>
                            <a:pt x="4473" y="43474"/>
                            <a:pt x="5330" y="49952"/>
                            <a:pt x="9426" y="55286"/>
                          </a:cubicBezTo>
                          <a:cubicBezTo>
                            <a:pt x="13332" y="60524"/>
                            <a:pt x="19618" y="63667"/>
                            <a:pt x="27238" y="65287"/>
                          </a:cubicBezTo>
                          <a:cubicBezTo>
                            <a:pt x="34858" y="67001"/>
                            <a:pt x="43716" y="67192"/>
                            <a:pt x="52003" y="65668"/>
                          </a:cubicBezTo>
                          <a:cubicBezTo>
                            <a:pt x="66005" y="63858"/>
                            <a:pt x="80387" y="57857"/>
                            <a:pt x="89817" y="48618"/>
                          </a:cubicBezTo>
                          <a:cubicBezTo>
                            <a:pt x="96770" y="41379"/>
                            <a:pt x="99914" y="31187"/>
                            <a:pt x="93437" y="26425"/>
                          </a:cubicBezTo>
                          <a:cubicBezTo>
                            <a:pt x="89436" y="23472"/>
                            <a:pt x="83340" y="23567"/>
                            <a:pt x="77816" y="23377"/>
                          </a:cubicBezTo>
                          <a:cubicBezTo>
                            <a:pt x="64481" y="22329"/>
                            <a:pt x="52479" y="19186"/>
                            <a:pt x="42001" y="13375"/>
                          </a:cubicBezTo>
                          <a:cubicBezTo>
                            <a:pt x="37525" y="10899"/>
                            <a:pt x="31143" y="6327"/>
                            <a:pt x="24666" y="3374"/>
                          </a:cubicBezTo>
                          <a:cubicBezTo>
                            <a:pt x="18094" y="231"/>
                            <a:pt x="11522" y="-1769"/>
                            <a:pt x="5711" y="2231"/>
                          </a:cubicBezTo>
                          <a:cubicBezTo>
                            <a:pt x="473" y="5565"/>
                            <a:pt x="-480" y="11947"/>
                            <a:pt x="187" y="18805"/>
                          </a:cubicBezTo>
                          <a:cubicBezTo>
                            <a:pt x="759" y="25663"/>
                            <a:pt x="2949" y="32806"/>
                            <a:pt x="3616" y="3718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90" name="Forme libre : forme 15189">
                      <a:extLst>
                        <a:ext uri="{FF2B5EF4-FFF2-40B4-BE49-F238E27FC236}">
                          <a16:creationId xmlns:a16="http://schemas.microsoft.com/office/drawing/2014/main" id="{E9E4097D-10E0-4A5E-ADBF-1B06B94E5F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49316" y="3258643"/>
                      <a:ext cx="22851" cy="24748"/>
                    </a:xfrm>
                    <a:custGeom>
                      <a:avLst/>
                      <a:gdLst>
                        <a:gd name="connsiteX0" fmla="*/ 670 w 22851"/>
                        <a:gd name="connsiteY0" fmla="*/ 17099 h 24748"/>
                        <a:gd name="connsiteX1" fmla="*/ 98 w 22851"/>
                        <a:gd name="connsiteY1" fmla="*/ 21672 h 24748"/>
                        <a:gd name="connsiteX2" fmla="*/ 3432 w 22851"/>
                        <a:gd name="connsiteY2" fmla="*/ 24719 h 24748"/>
                        <a:gd name="connsiteX3" fmla="*/ 8100 w 22851"/>
                        <a:gd name="connsiteY3" fmla="*/ 23386 h 24748"/>
                        <a:gd name="connsiteX4" fmla="*/ 18196 w 22851"/>
                        <a:gd name="connsiteY4" fmla="*/ 16147 h 24748"/>
                        <a:gd name="connsiteX5" fmla="*/ 21434 w 22851"/>
                        <a:gd name="connsiteY5" fmla="*/ 12432 h 24748"/>
                        <a:gd name="connsiteX6" fmla="*/ 14290 w 22851"/>
                        <a:gd name="connsiteY6" fmla="*/ 907 h 24748"/>
                        <a:gd name="connsiteX7" fmla="*/ 670 w 22851"/>
                        <a:gd name="connsiteY7" fmla="*/ 17099 h 247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851" h="24748">
                          <a:moveTo>
                            <a:pt x="670" y="17099"/>
                          </a:moveTo>
                          <a:cubicBezTo>
                            <a:pt x="194" y="18623"/>
                            <a:pt x="-187" y="20243"/>
                            <a:pt x="98" y="21672"/>
                          </a:cubicBezTo>
                          <a:cubicBezTo>
                            <a:pt x="479" y="23195"/>
                            <a:pt x="1717" y="24529"/>
                            <a:pt x="3432" y="24719"/>
                          </a:cubicBezTo>
                          <a:cubicBezTo>
                            <a:pt x="5051" y="24910"/>
                            <a:pt x="6671" y="24148"/>
                            <a:pt x="8100" y="23386"/>
                          </a:cubicBezTo>
                          <a:cubicBezTo>
                            <a:pt x="11814" y="21576"/>
                            <a:pt x="15243" y="19004"/>
                            <a:pt x="18196" y="16147"/>
                          </a:cubicBezTo>
                          <a:cubicBezTo>
                            <a:pt x="19434" y="15004"/>
                            <a:pt x="20672" y="13766"/>
                            <a:pt x="21434" y="12432"/>
                          </a:cubicBezTo>
                          <a:cubicBezTo>
                            <a:pt x="24673" y="6622"/>
                            <a:pt x="22387" y="-2998"/>
                            <a:pt x="14290" y="907"/>
                          </a:cubicBezTo>
                          <a:cubicBezTo>
                            <a:pt x="8100" y="4241"/>
                            <a:pt x="2766" y="10908"/>
                            <a:pt x="670" y="1709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91" name="Forme libre : forme 15190">
                      <a:extLst>
                        <a:ext uri="{FF2B5EF4-FFF2-40B4-BE49-F238E27FC236}">
                          <a16:creationId xmlns:a16="http://schemas.microsoft.com/office/drawing/2014/main" id="{515B908E-37F1-4495-9E8E-1AAD8141F9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39616" y="3258121"/>
                      <a:ext cx="24526" cy="58578"/>
                    </a:xfrm>
                    <a:custGeom>
                      <a:avLst/>
                      <a:gdLst>
                        <a:gd name="connsiteX0" fmla="*/ 19145 w 24526"/>
                        <a:gd name="connsiteY0" fmla="*/ 0 h 58578"/>
                        <a:gd name="connsiteX1" fmla="*/ 24479 w 24526"/>
                        <a:gd name="connsiteY1" fmla="*/ 16859 h 58578"/>
                        <a:gd name="connsiteX2" fmla="*/ 20098 w 24526"/>
                        <a:gd name="connsiteY2" fmla="*/ 35623 h 58578"/>
                        <a:gd name="connsiteX3" fmla="*/ 0 w 24526"/>
                        <a:gd name="connsiteY3" fmla="*/ 58579 h 58578"/>
                        <a:gd name="connsiteX4" fmla="*/ 4763 w 24526"/>
                        <a:gd name="connsiteY4" fmla="*/ 54102 h 58578"/>
                        <a:gd name="connsiteX5" fmla="*/ 14097 w 24526"/>
                        <a:gd name="connsiteY5" fmla="*/ 41338 h 58578"/>
                        <a:gd name="connsiteX6" fmla="*/ 21145 w 24526"/>
                        <a:gd name="connsiteY6" fmla="*/ 22574 h 58578"/>
                        <a:gd name="connsiteX7" fmla="*/ 19145 w 24526"/>
                        <a:gd name="connsiteY7" fmla="*/ 0 h 58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4526" h="58578">
                          <a:moveTo>
                            <a:pt x="19145" y="0"/>
                          </a:moveTo>
                          <a:cubicBezTo>
                            <a:pt x="19145" y="0"/>
                            <a:pt x="24003" y="6191"/>
                            <a:pt x="24479" y="16859"/>
                          </a:cubicBezTo>
                          <a:cubicBezTo>
                            <a:pt x="24765" y="22288"/>
                            <a:pt x="23813" y="28575"/>
                            <a:pt x="20098" y="35623"/>
                          </a:cubicBezTo>
                          <a:cubicBezTo>
                            <a:pt x="16383" y="42672"/>
                            <a:pt x="10573" y="50959"/>
                            <a:pt x="0" y="58579"/>
                          </a:cubicBezTo>
                          <a:cubicBezTo>
                            <a:pt x="0" y="58579"/>
                            <a:pt x="2000" y="56960"/>
                            <a:pt x="4763" y="54102"/>
                          </a:cubicBezTo>
                          <a:cubicBezTo>
                            <a:pt x="7620" y="51340"/>
                            <a:pt x="11049" y="46768"/>
                            <a:pt x="14097" y="41338"/>
                          </a:cubicBezTo>
                          <a:cubicBezTo>
                            <a:pt x="17145" y="35909"/>
                            <a:pt x="19907" y="29528"/>
                            <a:pt x="21145" y="22574"/>
                          </a:cubicBezTo>
                          <a:cubicBezTo>
                            <a:pt x="22193" y="15526"/>
                            <a:pt x="21717" y="7811"/>
                            <a:pt x="1914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92" name="Forme libre : forme 15191">
                      <a:extLst>
                        <a:ext uri="{FF2B5EF4-FFF2-40B4-BE49-F238E27FC236}">
                          <a16:creationId xmlns:a16="http://schemas.microsoft.com/office/drawing/2014/main" id="{4901C473-7C0E-41EB-A8CF-033EB72FF3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8172" y="3241071"/>
                      <a:ext cx="34385" cy="46291"/>
                    </a:xfrm>
                    <a:custGeom>
                      <a:avLst/>
                      <a:gdLst>
                        <a:gd name="connsiteX0" fmla="*/ 34385 w 34385"/>
                        <a:gd name="connsiteY0" fmla="*/ 0 h 46291"/>
                        <a:gd name="connsiteX1" fmla="*/ 29146 w 34385"/>
                        <a:gd name="connsiteY1" fmla="*/ 2096 h 46291"/>
                        <a:gd name="connsiteX2" fmla="*/ 17812 w 34385"/>
                        <a:gd name="connsiteY2" fmla="*/ 9620 h 46291"/>
                        <a:gd name="connsiteX3" fmla="*/ 6000 w 34385"/>
                        <a:gd name="connsiteY3" fmla="*/ 23432 h 46291"/>
                        <a:gd name="connsiteX4" fmla="*/ 0 w 34385"/>
                        <a:gd name="connsiteY4" fmla="*/ 46292 h 46291"/>
                        <a:gd name="connsiteX5" fmla="*/ 1333 w 34385"/>
                        <a:gd name="connsiteY5" fmla="*/ 40958 h 46291"/>
                        <a:gd name="connsiteX6" fmla="*/ 6477 w 34385"/>
                        <a:gd name="connsiteY6" fmla="*/ 28289 h 46291"/>
                        <a:gd name="connsiteX7" fmla="*/ 16859 w 34385"/>
                        <a:gd name="connsiteY7" fmla="*/ 13240 h 46291"/>
                        <a:gd name="connsiteX8" fmla="*/ 34385 w 34385"/>
                        <a:gd name="connsiteY8" fmla="*/ 0 h 46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4385" h="46291">
                          <a:moveTo>
                            <a:pt x="34385" y="0"/>
                          </a:moveTo>
                          <a:cubicBezTo>
                            <a:pt x="34385" y="0"/>
                            <a:pt x="32289" y="667"/>
                            <a:pt x="29146" y="2096"/>
                          </a:cubicBezTo>
                          <a:cubicBezTo>
                            <a:pt x="26003" y="3524"/>
                            <a:pt x="21907" y="6001"/>
                            <a:pt x="17812" y="9620"/>
                          </a:cubicBezTo>
                          <a:cubicBezTo>
                            <a:pt x="13621" y="12859"/>
                            <a:pt x="9334" y="17336"/>
                            <a:pt x="6000" y="23432"/>
                          </a:cubicBezTo>
                          <a:cubicBezTo>
                            <a:pt x="2667" y="29623"/>
                            <a:pt x="190" y="36671"/>
                            <a:pt x="0" y="46292"/>
                          </a:cubicBezTo>
                          <a:cubicBezTo>
                            <a:pt x="0" y="46292"/>
                            <a:pt x="285" y="44196"/>
                            <a:pt x="1333" y="40958"/>
                          </a:cubicBezTo>
                          <a:cubicBezTo>
                            <a:pt x="2286" y="37624"/>
                            <a:pt x="4000" y="33338"/>
                            <a:pt x="6477" y="28289"/>
                          </a:cubicBezTo>
                          <a:cubicBezTo>
                            <a:pt x="8953" y="23336"/>
                            <a:pt x="12382" y="18002"/>
                            <a:pt x="16859" y="13240"/>
                          </a:cubicBezTo>
                          <a:cubicBezTo>
                            <a:pt x="21431" y="8287"/>
                            <a:pt x="26955" y="3429"/>
                            <a:pt x="3438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93" name="Forme libre : forme 15192">
                      <a:extLst>
                        <a:ext uri="{FF2B5EF4-FFF2-40B4-BE49-F238E27FC236}">
                          <a16:creationId xmlns:a16="http://schemas.microsoft.com/office/drawing/2014/main" id="{72F2522E-B986-472C-B4B4-611AF65457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90370" y="3262467"/>
                      <a:ext cx="25443" cy="13984"/>
                    </a:xfrm>
                    <a:custGeom>
                      <a:avLst/>
                      <a:gdLst>
                        <a:gd name="connsiteX0" fmla="*/ 25433 w 25443"/>
                        <a:gd name="connsiteY0" fmla="*/ 4893 h 13984"/>
                        <a:gd name="connsiteX1" fmla="*/ 12860 w 25443"/>
                        <a:gd name="connsiteY1" fmla="*/ 13846 h 13984"/>
                        <a:gd name="connsiteX2" fmla="*/ 1 w 25443"/>
                        <a:gd name="connsiteY2" fmla="*/ 8417 h 13984"/>
                        <a:gd name="connsiteX3" fmla="*/ 12479 w 25443"/>
                        <a:gd name="connsiteY3" fmla="*/ 321 h 13984"/>
                        <a:gd name="connsiteX4" fmla="*/ 25433 w 25443"/>
                        <a:gd name="connsiteY4" fmla="*/ 4893 h 13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43" h="13984">
                          <a:moveTo>
                            <a:pt x="25433" y="4893"/>
                          </a:moveTo>
                          <a:cubicBezTo>
                            <a:pt x="25719" y="8513"/>
                            <a:pt x="20099" y="12799"/>
                            <a:pt x="12860" y="13846"/>
                          </a:cubicBezTo>
                          <a:cubicBezTo>
                            <a:pt x="5621" y="14608"/>
                            <a:pt x="-94" y="12132"/>
                            <a:pt x="1" y="8417"/>
                          </a:cubicBezTo>
                          <a:cubicBezTo>
                            <a:pt x="1" y="4607"/>
                            <a:pt x="5621" y="1369"/>
                            <a:pt x="12479" y="321"/>
                          </a:cubicBezTo>
                          <a:cubicBezTo>
                            <a:pt x="19242" y="-822"/>
                            <a:pt x="25147" y="1178"/>
                            <a:pt x="25433" y="489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94" name="Forme libre : forme 15193">
                      <a:extLst>
                        <a:ext uri="{FF2B5EF4-FFF2-40B4-BE49-F238E27FC236}">
                          <a16:creationId xmlns:a16="http://schemas.microsoft.com/office/drawing/2014/main" id="{680A60BD-E38F-4BCE-BA64-BF043147F7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1753" y="3262742"/>
                      <a:ext cx="6805" cy="6092"/>
                    </a:xfrm>
                    <a:custGeom>
                      <a:avLst/>
                      <a:gdLst>
                        <a:gd name="connsiteX0" fmla="*/ 6526 w 6805"/>
                        <a:gd name="connsiteY0" fmla="*/ 1475 h 6092"/>
                        <a:gd name="connsiteX1" fmla="*/ 4716 w 6805"/>
                        <a:gd name="connsiteY1" fmla="*/ 5666 h 6092"/>
                        <a:gd name="connsiteX2" fmla="*/ 240 w 6805"/>
                        <a:gd name="connsiteY2" fmla="*/ 4618 h 6092"/>
                        <a:gd name="connsiteX3" fmla="*/ 2050 w 6805"/>
                        <a:gd name="connsiteY3" fmla="*/ 427 h 6092"/>
                        <a:gd name="connsiteX4" fmla="*/ 6526 w 6805"/>
                        <a:gd name="connsiteY4" fmla="*/ 1475 h 60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05" h="6092">
                          <a:moveTo>
                            <a:pt x="6526" y="1475"/>
                          </a:moveTo>
                          <a:cubicBezTo>
                            <a:pt x="7288" y="2904"/>
                            <a:pt x="6431" y="4808"/>
                            <a:pt x="4716" y="5666"/>
                          </a:cubicBezTo>
                          <a:cubicBezTo>
                            <a:pt x="3002" y="6523"/>
                            <a:pt x="1002" y="6047"/>
                            <a:pt x="240" y="4618"/>
                          </a:cubicBezTo>
                          <a:cubicBezTo>
                            <a:pt x="-427" y="3189"/>
                            <a:pt x="335" y="1284"/>
                            <a:pt x="2050" y="427"/>
                          </a:cubicBezTo>
                          <a:cubicBezTo>
                            <a:pt x="3859" y="-430"/>
                            <a:pt x="5859" y="46"/>
                            <a:pt x="6526" y="147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95" name="Forme libre : forme 15194">
                      <a:extLst>
                        <a:ext uri="{FF2B5EF4-FFF2-40B4-BE49-F238E27FC236}">
                          <a16:creationId xmlns:a16="http://schemas.microsoft.com/office/drawing/2014/main" id="{B897CF85-020B-4688-9B21-383D955C77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8832" y="3226868"/>
                      <a:ext cx="69491" cy="35613"/>
                    </a:xfrm>
                    <a:custGeom>
                      <a:avLst/>
                      <a:gdLst>
                        <a:gd name="connsiteX0" fmla="*/ 49925 w 69491"/>
                        <a:gd name="connsiteY0" fmla="*/ 5726 h 35613"/>
                        <a:gd name="connsiteX1" fmla="*/ 67737 w 69491"/>
                        <a:gd name="connsiteY1" fmla="*/ 24966 h 35613"/>
                        <a:gd name="connsiteX2" fmla="*/ 67546 w 69491"/>
                        <a:gd name="connsiteY2" fmla="*/ 34396 h 35613"/>
                        <a:gd name="connsiteX3" fmla="*/ 58116 w 69491"/>
                        <a:gd name="connsiteY3" fmla="*/ 33920 h 35613"/>
                        <a:gd name="connsiteX4" fmla="*/ 33352 w 69491"/>
                        <a:gd name="connsiteY4" fmla="*/ 20585 h 35613"/>
                        <a:gd name="connsiteX5" fmla="*/ 13635 w 69491"/>
                        <a:gd name="connsiteY5" fmla="*/ 21633 h 35613"/>
                        <a:gd name="connsiteX6" fmla="*/ 109 w 69491"/>
                        <a:gd name="connsiteY6" fmla="*/ 15060 h 35613"/>
                        <a:gd name="connsiteX7" fmla="*/ 13159 w 69491"/>
                        <a:gd name="connsiteY7" fmla="*/ 4202 h 35613"/>
                        <a:gd name="connsiteX8" fmla="*/ 30399 w 69491"/>
                        <a:gd name="connsiteY8" fmla="*/ 11 h 35613"/>
                        <a:gd name="connsiteX9" fmla="*/ 49925 w 69491"/>
                        <a:gd name="connsiteY9" fmla="*/ 5726 h 35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9491" h="35613">
                          <a:moveTo>
                            <a:pt x="49925" y="5726"/>
                          </a:moveTo>
                          <a:cubicBezTo>
                            <a:pt x="57640" y="10584"/>
                            <a:pt x="63165" y="17347"/>
                            <a:pt x="67737" y="24966"/>
                          </a:cubicBezTo>
                          <a:cubicBezTo>
                            <a:pt x="69356" y="27729"/>
                            <a:pt x="70785" y="32015"/>
                            <a:pt x="67546" y="34396"/>
                          </a:cubicBezTo>
                          <a:cubicBezTo>
                            <a:pt x="64689" y="36587"/>
                            <a:pt x="60784" y="35444"/>
                            <a:pt x="58116" y="33920"/>
                          </a:cubicBezTo>
                          <a:cubicBezTo>
                            <a:pt x="49830" y="29062"/>
                            <a:pt x="43067" y="22204"/>
                            <a:pt x="33352" y="20585"/>
                          </a:cubicBezTo>
                          <a:cubicBezTo>
                            <a:pt x="30303" y="20014"/>
                            <a:pt x="21350" y="21538"/>
                            <a:pt x="13635" y="21633"/>
                          </a:cubicBezTo>
                          <a:cubicBezTo>
                            <a:pt x="5729" y="21347"/>
                            <a:pt x="-939" y="19918"/>
                            <a:pt x="109" y="15060"/>
                          </a:cubicBezTo>
                          <a:cubicBezTo>
                            <a:pt x="1062" y="10108"/>
                            <a:pt x="6872" y="7059"/>
                            <a:pt x="13159" y="4202"/>
                          </a:cubicBezTo>
                          <a:cubicBezTo>
                            <a:pt x="19445" y="1535"/>
                            <a:pt x="26779" y="297"/>
                            <a:pt x="30399" y="11"/>
                          </a:cubicBezTo>
                          <a:cubicBezTo>
                            <a:pt x="37352" y="-179"/>
                            <a:pt x="44210" y="2107"/>
                            <a:pt x="49925" y="572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34" name="Graphique 1">
                    <a:extLst>
                      <a:ext uri="{FF2B5EF4-FFF2-40B4-BE49-F238E27FC236}">
                        <a16:creationId xmlns:a16="http://schemas.microsoft.com/office/drawing/2014/main" id="{A5EFB34F-1C21-4EEA-B880-0C0DBA039B5A}"/>
                      </a:ext>
                    </a:extLst>
                  </p:cNvPr>
                  <p:cNvGrpSpPr/>
                  <p:nvPr/>
                </p:nvGrpSpPr>
                <p:grpSpPr>
                  <a:xfrm>
                    <a:off x="6041909" y="3124611"/>
                    <a:ext cx="147441" cy="148563"/>
                    <a:chOff x="6041909" y="3124611"/>
                    <a:chExt cx="147441" cy="148563"/>
                  </a:xfrm>
                  <a:solidFill>
                    <a:schemeClr val="accent1"/>
                  </a:solidFill>
                </p:grpSpPr>
                <p:sp>
                  <p:nvSpPr>
                    <p:cNvPr id="15172" name="Forme libre : forme 15171">
                      <a:extLst>
                        <a:ext uri="{FF2B5EF4-FFF2-40B4-BE49-F238E27FC236}">
                          <a16:creationId xmlns:a16="http://schemas.microsoft.com/office/drawing/2014/main" id="{46EC2851-AE31-4D97-8522-0E4A037321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41909" y="3124611"/>
                      <a:ext cx="147441" cy="148563"/>
                    </a:xfrm>
                    <a:custGeom>
                      <a:avLst/>
                      <a:gdLst>
                        <a:gd name="connsiteX0" fmla="*/ 132771 w 147441"/>
                        <a:gd name="connsiteY0" fmla="*/ 89695 h 148563"/>
                        <a:gd name="connsiteX1" fmla="*/ 122484 w 147441"/>
                        <a:gd name="connsiteY1" fmla="*/ 101220 h 148563"/>
                        <a:gd name="connsiteX2" fmla="*/ 111435 w 147441"/>
                        <a:gd name="connsiteY2" fmla="*/ 112269 h 148563"/>
                        <a:gd name="connsiteX3" fmla="*/ 100291 w 147441"/>
                        <a:gd name="connsiteY3" fmla="*/ 123318 h 148563"/>
                        <a:gd name="connsiteX4" fmla="*/ 88385 w 147441"/>
                        <a:gd name="connsiteY4" fmla="*/ 133796 h 148563"/>
                        <a:gd name="connsiteX5" fmla="*/ 70382 w 147441"/>
                        <a:gd name="connsiteY5" fmla="*/ 144845 h 148563"/>
                        <a:gd name="connsiteX6" fmla="*/ 51714 w 147441"/>
                        <a:gd name="connsiteY6" fmla="*/ 148559 h 148563"/>
                        <a:gd name="connsiteX7" fmla="*/ 35235 w 147441"/>
                        <a:gd name="connsiteY7" fmla="*/ 144845 h 148563"/>
                        <a:gd name="connsiteX8" fmla="*/ 23234 w 147441"/>
                        <a:gd name="connsiteY8" fmla="*/ 134462 h 148563"/>
                        <a:gd name="connsiteX9" fmla="*/ 6375 w 147441"/>
                        <a:gd name="connsiteY9" fmla="*/ 109697 h 148563"/>
                        <a:gd name="connsiteX10" fmla="*/ 564 w 147441"/>
                        <a:gd name="connsiteY10" fmla="*/ 95124 h 148563"/>
                        <a:gd name="connsiteX11" fmla="*/ 660 w 147441"/>
                        <a:gd name="connsiteY11" fmla="*/ 79598 h 148563"/>
                        <a:gd name="connsiteX12" fmla="*/ 5898 w 147441"/>
                        <a:gd name="connsiteY12" fmla="*/ 64644 h 148563"/>
                        <a:gd name="connsiteX13" fmla="*/ 15995 w 147441"/>
                        <a:gd name="connsiteY13" fmla="*/ 51785 h 148563"/>
                        <a:gd name="connsiteX14" fmla="*/ 25044 w 147441"/>
                        <a:gd name="connsiteY14" fmla="*/ 43689 h 148563"/>
                        <a:gd name="connsiteX15" fmla="*/ 33711 w 147441"/>
                        <a:gd name="connsiteY15" fmla="*/ 34926 h 148563"/>
                        <a:gd name="connsiteX16" fmla="*/ 42379 w 147441"/>
                        <a:gd name="connsiteY16" fmla="*/ 26163 h 148563"/>
                        <a:gd name="connsiteX17" fmla="*/ 50571 w 147441"/>
                        <a:gd name="connsiteY17" fmla="*/ 16733 h 148563"/>
                        <a:gd name="connsiteX18" fmla="*/ 63810 w 147441"/>
                        <a:gd name="connsiteY18" fmla="*/ 6161 h 148563"/>
                        <a:gd name="connsiteX19" fmla="*/ 79050 w 147441"/>
                        <a:gd name="connsiteY19" fmla="*/ 636 h 148563"/>
                        <a:gd name="connsiteX20" fmla="*/ 109721 w 147441"/>
                        <a:gd name="connsiteY20" fmla="*/ 7304 h 148563"/>
                        <a:gd name="connsiteX21" fmla="*/ 134105 w 147441"/>
                        <a:gd name="connsiteY21" fmla="*/ 25496 h 148563"/>
                        <a:gd name="connsiteX22" fmla="*/ 147440 w 147441"/>
                        <a:gd name="connsiteY22" fmla="*/ 54167 h 148563"/>
                        <a:gd name="connsiteX23" fmla="*/ 143916 w 147441"/>
                        <a:gd name="connsiteY23" fmla="*/ 72359 h 148563"/>
                        <a:gd name="connsiteX24" fmla="*/ 132771 w 147441"/>
                        <a:gd name="connsiteY24" fmla="*/ 89695 h 148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7441" h="148563">
                          <a:moveTo>
                            <a:pt x="132771" y="89695"/>
                          </a:moveTo>
                          <a:lnTo>
                            <a:pt x="122484" y="101220"/>
                          </a:lnTo>
                          <a:lnTo>
                            <a:pt x="111435" y="112269"/>
                          </a:lnTo>
                          <a:lnTo>
                            <a:pt x="100291" y="123318"/>
                          </a:lnTo>
                          <a:lnTo>
                            <a:pt x="88385" y="133796"/>
                          </a:lnTo>
                          <a:cubicBezTo>
                            <a:pt x="82860" y="138653"/>
                            <a:pt x="76860" y="142559"/>
                            <a:pt x="70382" y="144845"/>
                          </a:cubicBezTo>
                          <a:cubicBezTo>
                            <a:pt x="64001" y="147226"/>
                            <a:pt x="57619" y="148464"/>
                            <a:pt x="51714" y="148559"/>
                          </a:cubicBezTo>
                          <a:cubicBezTo>
                            <a:pt x="45903" y="148655"/>
                            <a:pt x="39997" y="147226"/>
                            <a:pt x="35235" y="144845"/>
                          </a:cubicBezTo>
                          <a:cubicBezTo>
                            <a:pt x="30378" y="142463"/>
                            <a:pt x="26282" y="138939"/>
                            <a:pt x="23234" y="134462"/>
                          </a:cubicBezTo>
                          <a:lnTo>
                            <a:pt x="6375" y="109697"/>
                          </a:lnTo>
                          <a:cubicBezTo>
                            <a:pt x="3326" y="105221"/>
                            <a:pt x="1421" y="100268"/>
                            <a:pt x="564" y="95124"/>
                          </a:cubicBezTo>
                          <a:cubicBezTo>
                            <a:pt x="-293" y="89980"/>
                            <a:pt x="-102" y="84932"/>
                            <a:pt x="660" y="79598"/>
                          </a:cubicBezTo>
                          <a:cubicBezTo>
                            <a:pt x="1517" y="74360"/>
                            <a:pt x="3231" y="69311"/>
                            <a:pt x="5898" y="64644"/>
                          </a:cubicBezTo>
                          <a:cubicBezTo>
                            <a:pt x="8565" y="60167"/>
                            <a:pt x="11804" y="55595"/>
                            <a:pt x="15995" y="51785"/>
                          </a:cubicBezTo>
                          <a:lnTo>
                            <a:pt x="25044" y="43689"/>
                          </a:lnTo>
                          <a:lnTo>
                            <a:pt x="33711" y="34926"/>
                          </a:lnTo>
                          <a:lnTo>
                            <a:pt x="42379" y="26163"/>
                          </a:lnTo>
                          <a:lnTo>
                            <a:pt x="50571" y="16733"/>
                          </a:lnTo>
                          <a:cubicBezTo>
                            <a:pt x="54380" y="12256"/>
                            <a:pt x="59047" y="9018"/>
                            <a:pt x="63810" y="6161"/>
                          </a:cubicBezTo>
                          <a:cubicBezTo>
                            <a:pt x="68572" y="3398"/>
                            <a:pt x="73716" y="1493"/>
                            <a:pt x="79050" y="636"/>
                          </a:cubicBezTo>
                          <a:cubicBezTo>
                            <a:pt x="89623" y="-1174"/>
                            <a:pt x="100862" y="827"/>
                            <a:pt x="109721" y="7304"/>
                          </a:cubicBezTo>
                          <a:lnTo>
                            <a:pt x="134105" y="25496"/>
                          </a:lnTo>
                          <a:cubicBezTo>
                            <a:pt x="142963" y="32069"/>
                            <a:pt x="147535" y="42355"/>
                            <a:pt x="147440" y="54167"/>
                          </a:cubicBezTo>
                          <a:cubicBezTo>
                            <a:pt x="147440" y="60072"/>
                            <a:pt x="146201" y="66263"/>
                            <a:pt x="143916" y="72359"/>
                          </a:cubicBezTo>
                          <a:cubicBezTo>
                            <a:pt x="141534" y="78551"/>
                            <a:pt x="137534" y="84266"/>
                            <a:pt x="132771" y="89695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73" name="Forme libre : forme 15172">
                      <a:extLst>
                        <a:ext uri="{FF2B5EF4-FFF2-40B4-BE49-F238E27FC236}">
                          <a16:creationId xmlns:a16="http://schemas.microsoft.com/office/drawing/2014/main" id="{073DA9D4-36A7-4F19-83DF-68966EFF04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7904" y="3149536"/>
                      <a:ext cx="131446" cy="123639"/>
                    </a:xfrm>
                    <a:custGeom>
                      <a:avLst/>
                      <a:gdLst>
                        <a:gd name="connsiteX0" fmla="*/ 56388 w 131446"/>
                        <a:gd name="connsiteY0" fmla="*/ 75057 h 123639"/>
                        <a:gd name="connsiteX1" fmla="*/ 30003 w 131446"/>
                        <a:gd name="connsiteY1" fmla="*/ 96393 h 123639"/>
                        <a:gd name="connsiteX2" fmla="*/ 14859 w 131446"/>
                        <a:gd name="connsiteY2" fmla="*/ 100394 h 123639"/>
                        <a:gd name="connsiteX3" fmla="*/ 0 w 131446"/>
                        <a:gd name="connsiteY3" fmla="*/ 98870 h 123639"/>
                        <a:gd name="connsiteX4" fmla="*/ 7334 w 131446"/>
                        <a:gd name="connsiteY4" fmla="*/ 109538 h 123639"/>
                        <a:gd name="connsiteX5" fmla="*/ 19335 w 131446"/>
                        <a:gd name="connsiteY5" fmla="*/ 119920 h 123639"/>
                        <a:gd name="connsiteX6" fmla="*/ 35814 w 131446"/>
                        <a:gd name="connsiteY6" fmla="*/ 123635 h 123639"/>
                        <a:gd name="connsiteX7" fmla="*/ 54483 w 131446"/>
                        <a:gd name="connsiteY7" fmla="*/ 119920 h 123639"/>
                        <a:gd name="connsiteX8" fmla="*/ 72485 w 131446"/>
                        <a:gd name="connsiteY8" fmla="*/ 108871 h 123639"/>
                        <a:gd name="connsiteX9" fmla="*/ 84391 w 131446"/>
                        <a:gd name="connsiteY9" fmla="*/ 98393 h 123639"/>
                        <a:gd name="connsiteX10" fmla="*/ 95535 w 131446"/>
                        <a:gd name="connsiteY10" fmla="*/ 87344 h 123639"/>
                        <a:gd name="connsiteX11" fmla="*/ 106585 w 131446"/>
                        <a:gd name="connsiteY11" fmla="*/ 76295 h 123639"/>
                        <a:gd name="connsiteX12" fmla="*/ 116871 w 131446"/>
                        <a:gd name="connsiteY12" fmla="*/ 64770 h 123639"/>
                        <a:gd name="connsiteX13" fmla="*/ 127921 w 131446"/>
                        <a:gd name="connsiteY13" fmla="*/ 47435 h 123639"/>
                        <a:gd name="connsiteX14" fmla="*/ 131445 w 131446"/>
                        <a:gd name="connsiteY14" fmla="*/ 29242 h 123639"/>
                        <a:gd name="connsiteX15" fmla="*/ 118110 w 131446"/>
                        <a:gd name="connsiteY15" fmla="*/ 571 h 123639"/>
                        <a:gd name="connsiteX16" fmla="*/ 117348 w 131446"/>
                        <a:gd name="connsiteY16" fmla="*/ 0 h 123639"/>
                        <a:gd name="connsiteX17" fmla="*/ 102870 w 131446"/>
                        <a:gd name="connsiteY17" fmla="*/ 19431 h 123639"/>
                        <a:gd name="connsiteX18" fmla="*/ 87249 w 131446"/>
                        <a:gd name="connsiteY18" fmla="*/ 37624 h 123639"/>
                        <a:gd name="connsiteX19" fmla="*/ 71533 w 131446"/>
                        <a:gd name="connsiteY19" fmla="*/ 55721 h 123639"/>
                        <a:gd name="connsiteX20" fmla="*/ 56388 w 131446"/>
                        <a:gd name="connsiteY20" fmla="*/ 75057 h 123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31446" h="123639">
                          <a:moveTo>
                            <a:pt x="56388" y="75057"/>
                          </a:moveTo>
                          <a:cubicBezTo>
                            <a:pt x="49339" y="84487"/>
                            <a:pt x="40291" y="92392"/>
                            <a:pt x="30003" y="96393"/>
                          </a:cubicBezTo>
                          <a:cubicBezTo>
                            <a:pt x="24955" y="98488"/>
                            <a:pt x="19812" y="99917"/>
                            <a:pt x="14859" y="100394"/>
                          </a:cubicBezTo>
                          <a:cubicBezTo>
                            <a:pt x="9715" y="100774"/>
                            <a:pt x="4667" y="100203"/>
                            <a:pt x="0" y="98870"/>
                          </a:cubicBezTo>
                          <a:lnTo>
                            <a:pt x="7334" y="109538"/>
                          </a:lnTo>
                          <a:cubicBezTo>
                            <a:pt x="10382" y="114014"/>
                            <a:pt x="14478" y="117538"/>
                            <a:pt x="19335" y="119920"/>
                          </a:cubicBezTo>
                          <a:cubicBezTo>
                            <a:pt x="24193" y="122301"/>
                            <a:pt x="30003" y="123730"/>
                            <a:pt x="35814" y="123635"/>
                          </a:cubicBezTo>
                          <a:cubicBezTo>
                            <a:pt x="41720" y="123539"/>
                            <a:pt x="48101" y="122396"/>
                            <a:pt x="54483" y="119920"/>
                          </a:cubicBezTo>
                          <a:cubicBezTo>
                            <a:pt x="60960" y="117634"/>
                            <a:pt x="66960" y="113729"/>
                            <a:pt x="72485" y="108871"/>
                          </a:cubicBezTo>
                          <a:lnTo>
                            <a:pt x="84391" y="98393"/>
                          </a:lnTo>
                          <a:lnTo>
                            <a:pt x="95535" y="87344"/>
                          </a:lnTo>
                          <a:lnTo>
                            <a:pt x="106585" y="76295"/>
                          </a:lnTo>
                          <a:lnTo>
                            <a:pt x="116871" y="64770"/>
                          </a:lnTo>
                          <a:cubicBezTo>
                            <a:pt x="121634" y="59341"/>
                            <a:pt x="125635" y="53530"/>
                            <a:pt x="127921" y="47435"/>
                          </a:cubicBezTo>
                          <a:cubicBezTo>
                            <a:pt x="130207" y="41338"/>
                            <a:pt x="131445" y="35147"/>
                            <a:pt x="131445" y="29242"/>
                          </a:cubicBezTo>
                          <a:cubicBezTo>
                            <a:pt x="131540" y="17526"/>
                            <a:pt x="126968" y="7144"/>
                            <a:pt x="118110" y="571"/>
                          </a:cubicBezTo>
                          <a:lnTo>
                            <a:pt x="117348" y="0"/>
                          </a:lnTo>
                          <a:cubicBezTo>
                            <a:pt x="112776" y="6763"/>
                            <a:pt x="107823" y="13145"/>
                            <a:pt x="102870" y="19431"/>
                          </a:cubicBezTo>
                          <a:cubicBezTo>
                            <a:pt x="98012" y="25813"/>
                            <a:pt x="92487" y="31623"/>
                            <a:pt x="87249" y="37624"/>
                          </a:cubicBezTo>
                          <a:cubicBezTo>
                            <a:pt x="82010" y="43624"/>
                            <a:pt x="76867" y="49625"/>
                            <a:pt x="71533" y="55721"/>
                          </a:cubicBezTo>
                          <a:cubicBezTo>
                            <a:pt x="66008" y="61722"/>
                            <a:pt x="61341" y="68389"/>
                            <a:pt x="56388" y="7505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74" name="Forme libre : forme 15173">
                      <a:extLst>
                        <a:ext uri="{FF2B5EF4-FFF2-40B4-BE49-F238E27FC236}">
                          <a16:creationId xmlns:a16="http://schemas.microsoft.com/office/drawing/2014/main" id="{0937570C-D82C-4C11-8DD4-DAD7432DB8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94945" y="3163796"/>
                      <a:ext cx="56455" cy="57671"/>
                    </a:xfrm>
                    <a:custGeom>
                      <a:avLst/>
                      <a:gdLst>
                        <a:gd name="connsiteX0" fmla="*/ 51446 w 56455"/>
                        <a:gd name="connsiteY0" fmla="*/ 3266 h 57671"/>
                        <a:gd name="connsiteX1" fmla="*/ 55923 w 56455"/>
                        <a:gd name="connsiteY1" fmla="*/ 20507 h 57671"/>
                        <a:gd name="connsiteX2" fmla="*/ 51732 w 56455"/>
                        <a:gd name="connsiteY2" fmla="*/ 31937 h 57671"/>
                        <a:gd name="connsiteX3" fmla="*/ 43446 w 56455"/>
                        <a:gd name="connsiteY3" fmla="*/ 43367 h 57671"/>
                        <a:gd name="connsiteX4" fmla="*/ 21157 w 56455"/>
                        <a:gd name="connsiteY4" fmla="*/ 56988 h 57671"/>
                        <a:gd name="connsiteX5" fmla="*/ 3536 w 56455"/>
                        <a:gd name="connsiteY5" fmla="*/ 53082 h 57671"/>
                        <a:gd name="connsiteX6" fmla="*/ 1059 w 56455"/>
                        <a:gd name="connsiteY6" fmla="*/ 35651 h 57671"/>
                        <a:gd name="connsiteX7" fmla="*/ 13346 w 56455"/>
                        <a:gd name="connsiteY7" fmla="*/ 14697 h 57671"/>
                        <a:gd name="connsiteX8" fmla="*/ 23253 w 56455"/>
                        <a:gd name="connsiteY8" fmla="*/ 6219 h 57671"/>
                        <a:gd name="connsiteX9" fmla="*/ 33635 w 56455"/>
                        <a:gd name="connsiteY9" fmla="*/ 1171 h 57671"/>
                        <a:gd name="connsiteX10" fmla="*/ 51446 w 56455"/>
                        <a:gd name="connsiteY10" fmla="*/ 3266 h 57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6455" h="57671">
                          <a:moveTo>
                            <a:pt x="51446" y="3266"/>
                          </a:moveTo>
                          <a:cubicBezTo>
                            <a:pt x="55923" y="6981"/>
                            <a:pt x="57352" y="13268"/>
                            <a:pt x="55923" y="20507"/>
                          </a:cubicBezTo>
                          <a:cubicBezTo>
                            <a:pt x="55256" y="24126"/>
                            <a:pt x="53828" y="28032"/>
                            <a:pt x="51732" y="31937"/>
                          </a:cubicBezTo>
                          <a:cubicBezTo>
                            <a:pt x="49636" y="35842"/>
                            <a:pt x="47065" y="39842"/>
                            <a:pt x="43446" y="43367"/>
                          </a:cubicBezTo>
                          <a:cubicBezTo>
                            <a:pt x="36397" y="50415"/>
                            <a:pt x="28396" y="55178"/>
                            <a:pt x="21157" y="56988"/>
                          </a:cubicBezTo>
                          <a:cubicBezTo>
                            <a:pt x="13728" y="58607"/>
                            <a:pt x="7345" y="57368"/>
                            <a:pt x="3536" y="53082"/>
                          </a:cubicBezTo>
                          <a:cubicBezTo>
                            <a:pt x="-274" y="48796"/>
                            <a:pt x="-846" y="42414"/>
                            <a:pt x="1059" y="35651"/>
                          </a:cubicBezTo>
                          <a:cubicBezTo>
                            <a:pt x="2774" y="28698"/>
                            <a:pt x="6965" y="21078"/>
                            <a:pt x="13346" y="14697"/>
                          </a:cubicBezTo>
                          <a:cubicBezTo>
                            <a:pt x="16680" y="11553"/>
                            <a:pt x="19823" y="8505"/>
                            <a:pt x="23253" y="6219"/>
                          </a:cubicBezTo>
                          <a:cubicBezTo>
                            <a:pt x="26681" y="3933"/>
                            <a:pt x="30206" y="2219"/>
                            <a:pt x="33635" y="1171"/>
                          </a:cubicBezTo>
                          <a:cubicBezTo>
                            <a:pt x="40493" y="-829"/>
                            <a:pt x="47065" y="-353"/>
                            <a:pt x="51446" y="326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75" name="Forme libre : forme 15174">
                      <a:extLst>
                        <a:ext uri="{FF2B5EF4-FFF2-40B4-BE49-F238E27FC236}">
                          <a16:creationId xmlns:a16="http://schemas.microsoft.com/office/drawing/2014/main" id="{D4F07C82-DE29-4D48-80BE-64767FFCE4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95015" y="3193732"/>
                      <a:ext cx="52709" cy="27735"/>
                    </a:xfrm>
                    <a:custGeom>
                      <a:avLst/>
                      <a:gdLst>
                        <a:gd name="connsiteX0" fmla="*/ 2799 w 52709"/>
                        <a:gd name="connsiteY0" fmla="*/ 476 h 27735"/>
                        <a:gd name="connsiteX1" fmla="*/ 3560 w 52709"/>
                        <a:gd name="connsiteY1" fmla="*/ 23146 h 27735"/>
                        <a:gd name="connsiteX2" fmla="*/ 21182 w 52709"/>
                        <a:gd name="connsiteY2" fmla="*/ 27051 h 27735"/>
                        <a:gd name="connsiteX3" fmla="*/ 43470 w 52709"/>
                        <a:gd name="connsiteY3" fmla="*/ 13430 h 27735"/>
                        <a:gd name="connsiteX4" fmla="*/ 52710 w 52709"/>
                        <a:gd name="connsiteY4" fmla="*/ 0 h 27735"/>
                        <a:gd name="connsiteX5" fmla="*/ 45757 w 52709"/>
                        <a:gd name="connsiteY5" fmla="*/ 5620 h 27735"/>
                        <a:gd name="connsiteX6" fmla="*/ 21658 w 52709"/>
                        <a:gd name="connsiteY6" fmla="*/ 9811 h 27735"/>
                        <a:gd name="connsiteX7" fmla="*/ 2799 w 52709"/>
                        <a:gd name="connsiteY7" fmla="*/ 476 h 27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709" h="27735">
                          <a:moveTo>
                            <a:pt x="2799" y="476"/>
                          </a:moveTo>
                          <a:cubicBezTo>
                            <a:pt x="-821" y="9430"/>
                            <a:pt x="-1297" y="17717"/>
                            <a:pt x="3560" y="23146"/>
                          </a:cubicBezTo>
                          <a:cubicBezTo>
                            <a:pt x="7371" y="27432"/>
                            <a:pt x="13752" y="28670"/>
                            <a:pt x="21182" y="27051"/>
                          </a:cubicBezTo>
                          <a:cubicBezTo>
                            <a:pt x="28326" y="25241"/>
                            <a:pt x="36327" y="20479"/>
                            <a:pt x="43470" y="13430"/>
                          </a:cubicBezTo>
                          <a:cubicBezTo>
                            <a:pt x="47661" y="9430"/>
                            <a:pt x="50519" y="4572"/>
                            <a:pt x="52710" y="0"/>
                          </a:cubicBezTo>
                          <a:cubicBezTo>
                            <a:pt x="50614" y="2191"/>
                            <a:pt x="48328" y="4096"/>
                            <a:pt x="45757" y="5620"/>
                          </a:cubicBezTo>
                          <a:cubicBezTo>
                            <a:pt x="38136" y="9335"/>
                            <a:pt x="29278" y="10573"/>
                            <a:pt x="21658" y="9811"/>
                          </a:cubicBezTo>
                          <a:cubicBezTo>
                            <a:pt x="13943" y="9049"/>
                            <a:pt x="7180" y="5906"/>
                            <a:pt x="2799" y="47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76" name="Forme libre : forme 15175">
                      <a:extLst>
                        <a:ext uri="{FF2B5EF4-FFF2-40B4-BE49-F238E27FC236}">
                          <a16:creationId xmlns:a16="http://schemas.microsoft.com/office/drawing/2014/main" id="{6986EED1-A2E9-4EF9-B95F-91F75682E8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00653" y="3164192"/>
                      <a:ext cx="56652" cy="58298"/>
                    </a:xfrm>
                    <a:custGeom>
                      <a:avLst/>
                      <a:gdLst>
                        <a:gd name="connsiteX0" fmla="*/ 51453 w 56652"/>
                        <a:gd name="connsiteY0" fmla="*/ 3060 h 58298"/>
                        <a:gd name="connsiteX1" fmla="*/ 56120 w 56652"/>
                        <a:gd name="connsiteY1" fmla="*/ 20396 h 58298"/>
                        <a:gd name="connsiteX2" fmla="*/ 43643 w 56652"/>
                        <a:gd name="connsiteY2" fmla="*/ 43542 h 58298"/>
                        <a:gd name="connsiteX3" fmla="*/ 21259 w 56652"/>
                        <a:gd name="connsiteY3" fmla="*/ 57448 h 58298"/>
                        <a:gd name="connsiteX4" fmla="*/ 3542 w 56652"/>
                        <a:gd name="connsiteY4" fmla="*/ 53829 h 58298"/>
                        <a:gd name="connsiteX5" fmla="*/ 970 w 56652"/>
                        <a:gd name="connsiteY5" fmla="*/ 36303 h 58298"/>
                        <a:gd name="connsiteX6" fmla="*/ 13353 w 56652"/>
                        <a:gd name="connsiteY6" fmla="*/ 15157 h 58298"/>
                        <a:gd name="connsiteX7" fmla="*/ 33641 w 56652"/>
                        <a:gd name="connsiteY7" fmla="*/ 1346 h 58298"/>
                        <a:gd name="connsiteX8" fmla="*/ 51453 w 56652"/>
                        <a:gd name="connsiteY8" fmla="*/ 3060 h 58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52" h="58298">
                          <a:moveTo>
                            <a:pt x="51453" y="3060"/>
                          </a:moveTo>
                          <a:cubicBezTo>
                            <a:pt x="55834" y="6680"/>
                            <a:pt x="57644" y="13157"/>
                            <a:pt x="56120" y="20396"/>
                          </a:cubicBezTo>
                          <a:cubicBezTo>
                            <a:pt x="54691" y="27730"/>
                            <a:pt x="50405" y="36017"/>
                            <a:pt x="43643" y="43542"/>
                          </a:cubicBezTo>
                          <a:cubicBezTo>
                            <a:pt x="36499" y="50685"/>
                            <a:pt x="28402" y="55543"/>
                            <a:pt x="21259" y="57448"/>
                          </a:cubicBezTo>
                          <a:cubicBezTo>
                            <a:pt x="14019" y="59353"/>
                            <a:pt x="7352" y="58020"/>
                            <a:pt x="3542" y="53829"/>
                          </a:cubicBezTo>
                          <a:cubicBezTo>
                            <a:pt x="-363" y="49543"/>
                            <a:pt x="-744" y="43351"/>
                            <a:pt x="970" y="36303"/>
                          </a:cubicBezTo>
                          <a:cubicBezTo>
                            <a:pt x="2685" y="29254"/>
                            <a:pt x="6876" y="21730"/>
                            <a:pt x="13353" y="15157"/>
                          </a:cubicBezTo>
                          <a:cubicBezTo>
                            <a:pt x="19544" y="8299"/>
                            <a:pt x="26688" y="3537"/>
                            <a:pt x="33641" y="1346"/>
                          </a:cubicBezTo>
                          <a:cubicBezTo>
                            <a:pt x="40690" y="-749"/>
                            <a:pt x="46976" y="-559"/>
                            <a:pt x="51453" y="306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77" name="Forme libre : forme 15176">
                      <a:extLst>
                        <a:ext uri="{FF2B5EF4-FFF2-40B4-BE49-F238E27FC236}">
                          <a16:creationId xmlns:a16="http://schemas.microsoft.com/office/drawing/2014/main" id="{91EFEA68-4818-45C3-9ADB-37CCEC1C23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61393" y="3190857"/>
                      <a:ext cx="99741" cy="63073"/>
                    </a:xfrm>
                    <a:custGeom>
                      <a:avLst/>
                      <a:gdLst>
                        <a:gd name="connsiteX0" fmla="*/ 16323 w 99741"/>
                        <a:gd name="connsiteY0" fmla="*/ 47071 h 63073"/>
                        <a:gd name="connsiteX1" fmla="*/ 30039 w 99741"/>
                        <a:gd name="connsiteY1" fmla="*/ 60691 h 63073"/>
                        <a:gd name="connsiteX2" fmla="*/ 50422 w 99741"/>
                        <a:gd name="connsiteY2" fmla="*/ 61930 h 63073"/>
                        <a:gd name="connsiteX3" fmla="*/ 72139 w 99741"/>
                        <a:gd name="connsiteY3" fmla="*/ 52024 h 63073"/>
                        <a:gd name="connsiteX4" fmla="*/ 98047 w 99741"/>
                        <a:gd name="connsiteY4" fmla="*/ 22115 h 63073"/>
                        <a:gd name="connsiteX5" fmla="*/ 92332 w 99741"/>
                        <a:gd name="connsiteY5" fmla="*/ 398 h 63073"/>
                        <a:gd name="connsiteX6" fmla="*/ 76807 w 99741"/>
                        <a:gd name="connsiteY6" fmla="*/ 3256 h 63073"/>
                        <a:gd name="connsiteX7" fmla="*/ 39850 w 99741"/>
                        <a:gd name="connsiteY7" fmla="*/ 8495 h 63073"/>
                        <a:gd name="connsiteX8" fmla="*/ 19371 w 99741"/>
                        <a:gd name="connsiteY8" fmla="*/ 6780 h 63073"/>
                        <a:gd name="connsiteX9" fmla="*/ 1559 w 99741"/>
                        <a:gd name="connsiteY9" fmla="*/ 14591 h 63073"/>
                        <a:gd name="connsiteX10" fmla="*/ 16323 w 99741"/>
                        <a:gd name="connsiteY10" fmla="*/ 47071 h 63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9741" h="63073">
                          <a:moveTo>
                            <a:pt x="16323" y="47071"/>
                          </a:moveTo>
                          <a:cubicBezTo>
                            <a:pt x="20133" y="52309"/>
                            <a:pt x="23943" y="57739"/>
                            <a:pt x="30039" y="60691"/>
                          </a:cubicBezTo>
                          <a:cubicBezTo>
                            <a:pt x="35754" y="63454"/>
                            <a:pt x="43088" y="63740"/>
                            <a:pt x="50422" y="61930"/>
                          </a:cubicBezTo>
                          <a:cubicBezTo>
                            <a:pt x="57661" y="60025"/>
                            <a:pt x="65281" y="56405"/>
                            <a:pt x="72139" y="52024"/>
                          </a:cubicBezTo>
                          <a:cubicBezTo>
                            <a:pt x="83188" y="44404"/>
                            <a:pt x="93761" y="34117"/>
                            <a:pt x="98047" y="22115"/>
                          </a:cubicBezTo>
                          <a:cubicBezTo>
                            <a:pt x="101286" y="13066"/>
                            <a:pt x="100143" y="2494"/>
                            <a:pt x="92332" y="398"/>
                          </a:cubicBezTo>
                          <a:cubicBezTo>
                            <a:pt x="87570" y="-935"/>
                            <a:pt x="81950" y="1351"/>
                            <a:pt x="76807" y="3256"/>
                          </a:cubicBezTo>
                          <a:cubicBezTo>
                            <a:pt x="64520" y="7542"/>
                            <a:pt x="51565" y="8971"/>
                            <a:pt x="39850" y="8495"/>
                          </a:cubicBezTo>
                          <a:cubicBezTo>
                            <a:pt x="34896" y="8304"/>
                            <a:pt x="26800" y="6685"/>
                            <a:pt x="19371" y="6780"/>
                          </a:cubicBezTo>
                          <a:cubicBezTo>
                            <a:pt x="11846" y="6780"/>
                            <a:pt x="5274" y="8685"/>
                            <a:pt x="1559" y="14591"/>
                          </a:cubicBezTo>
                          <a:cubicBezTo>
                            <a:pt x="-5013" y="25449"/>
                            <a:pt x="10989" y="39832"/>
                            <a:pt x="16323" y="4707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78" name="Forme libre : forme 15177">
                      <a:extLst>
                        <a:ext uri="{FF2B5EF4-FFF2-40B4-BE49-F238E27FC236}">
                          <a16:creationId xmlns:a16="http://schemas.microsoft.com/office/drawing/2014/main" id="{A0A8B684-C841-4960-946F-E99AF3AEAB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5065" y="3186356"/>
                      <a:ext cx="17258" cy="29777"/>
                    </a:xfrm>
                    <a:custGeom>
                      <a:avLst/>
                      <a:gdLst>
                        <a:gd name="connsiteX0" fmla="*/ 270 w 17258"/>
                        <a:gd name="connsiteY0" fmla="*/ 23854 h 29777"/>
                        <a:gd name="connsiteX1" fmla="*/ 1889 w 17258"/>
                        <a:gd name="connsiteY1" fmla="*/ 28331 h 29777"/>
                        <a:gd name="connsiteX2" fmla="*/ 6270 w 17258"/>
                        <a:gd name="connsiteY2" fmla="*/ 29569 h 29777"/>
                        <a:gd name="connsiteX3" fmla="*/ 9795 w 17258"/>
                        <a:gd name="connsiteY3" fmla="*/ 26140 h 29777"/>
                        <a:gd name="connsiteX4" fmla="*/ 15795 w 17258"/>
                        <a:gd name="connsiteY4" fmla="*/ 15091 h 29777"/>
                        <a:gd name="connsiteX5" fmla="*/ 17224 w 17258"/>
                        <a:gd name="connsiteY5" fmla="*/ 10328 h 29777"/>
                        <a:gd name="connsiteX6" fmla="*/ 13795 w 17258"/>
                        <a:gd name="connsiteY6" fmla="*/ 1280 h 29777"/>
                        <a:gd name="connsiteX7" fmla="*/ 5604 w 17258"/>
                        <a:gd name="connsiteY7" fmla="*/ 2804 h 29777"/>
                        <a:gd name="connsiteX8" fmla="*/ 270 w 17258"/>
                        <a:gd name="connsiteY8" fmla="*/ 23854 h 29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258" h="29777">
                          <a:moveTo>
                            <a:pt x="270" y="23854"/>
                          </a:moveTo>
                          <a:cubicBezTo>
                            <a:pt x="460" y="25473"/>
                            <a:pt x="936" y="27092"/>
                            <a:pt x="1889" y="28331"/>
                          </a:cubicBezTo>
                          <a:cubicBezTo>
                            <a:pt x="2936" y="29474"/>
                            <a:pt x="4651" y="30140"/>
                            <a:pt x="6270" y="29569"/>
                          </a:cubicBezTo>
                          <a:cubicBezTo>
                            <a:pt x="7794" y="28998"/>
                            <a:pt x="8937" y="27569"/>
                            <a:pt x="9795" y="26140"/>
                          </a:cubicBezTo>
                          <a:cubicBezTo>
                            <a:pt x="12176" y="22616"/>
                            <a:pt x="14176" y="18901"/>
                            <a:pt x="15795" y="15091"/>
                          </a:cubicBezTo>
                          <a:cubicBezTo>
                            <a:pt x="16462" y="13567"/>
                            <a:pt x="17033" y="11948"/>
                            <a:pt x="17224" y="10328"/>
                          </a:cubicBezTo>
                          <a:cubicBezTo>
                            <a:pt x="17510" y="6995"/>
                            <a:pt x="15986" y="3185"/>
                            <a:pt x="13795" y="1280"/>
                          </a:cubicBezTo>
                          <a:cubicBezTo>
                            <a:pt x="11604" y="-625"/>
                            <a:pt x="8651" y="-625"/>
                            <a:pt x="5604" y="2804"/>
                          </a:cubicBezTo>
                          <a:cubicBezTo>
                            <a:pt x="841" y="8328"/>
                            <a:pt x="-683" y="17282"/>
                            <a:pt x="270" y="2385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79" name="Forme libre : forme 15178">
                      <a:extLst>
                        <a:ext uri="{FF2B5EF4-FFF2-40B4-BE49-F238E27FC236}">
                          <a16:creationId xmlns:a16="http://schemas.microsoft.com/office/drawing/2014/main" id="{29593C17-1004-42F2-B1F6-7E072E8368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9441" y="3151155"/>
                      <a:ext cx="13748" cy="60769"/>
                    </a:xfrm>
                    <a:custGeom>
                      <a:avLst/>
                      <a:gdLst>
                        <a:gd name="connsiteX0" fmla="*/ 0 w 13748"/>
                        <a:gd name="connsiteY0" fmla="*/ 0 h 60769"/>
                        <a:gd name="connsiteX1" fmla="*/ 10763 w 13748"/>
                        <a:gd name="connsiteY1" fmla="*/ 14097 h 60769"/>
                        <a:gd name="connsiteX2" fmla="*/ 13621 w 13748"/>
                        <a:gd name="connsiteY2" fmla="*/ 33052 h 60769"/>
                        <a:gd name="connsiteX3" fmla="*/ 11240 w 13748"/>
                        <a:gd name="connsiteY3" fmla="*/ 45911 h 60769"/>
                        <a:gd name="connsiteX4" fmla="*/ 4382 w 13748"/>
                        <a:gd name="connsiteY4" fmla="*/ 60770 h 60769"/>
                        <a:gd name="connsiteX5" fmla="*/ 6858 w 13748"/>
                        <a:gd name="connsiteY5" fmla="*/ 54959 h 60769"/>
                        <a:gd name="connsiteX6" fmla="*/ 10478 w 13748"/>
                        <a:gd name="connsiteY6" fmla="*/ 40196 h 60769"/>
                        <a:gd name="connsiteX7" fmla="*/ 0 w 13748"/>
                        <a:gd name="connsiteY7" fmla="*/ 0 h 60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748" h="60769">
                          <a:moveTo>
                            <a:pt x="0" y="0"/>
                          </a:moveTo>
                          <a:cubicBezTo>
                            <a:pt x="0" y="0"/>
                            <a:pt x="6668" y="4382"/>
                            <a:pt x="10763" y="14097"/>
                          </a:cubicBezTo>
                          <a:cubicBezTo>
                            <a:pt x="12764" y="18955"/>
                            <a:pt x="14193" y="25241"/>
                            <a:pt x="13621" y="33052"/>
                          </a:cubicBezTo>
                          <a:cubicBezTo>
                            <a:pt x="13335" y="36957"/>
                            <a:pt x="12573" y="41243"/>
                            <a:pt x="11240" y="45911"/>
                          </a:cubicBezTo>
                          <a:cubicBezTo>
                            <a:pt x="9620" y="50483"/>
                            <a:pt x="7430" y="55436"/>
                            <a:pt x="4382" y="60770"/>
                          </a:cubicBezTo>
                          <a:cubicBezTo>
                            <a:pt x="4382" y="60770"/>
                            <a:pt x="5525" y="58674"/>
                            <a:pt x="6858" y="54959"/>
                          </a:cubicBezTo>
                          <a:cubicBezTo>
                            <a:pt x="8097" y="51245"/>
                            <a:pt x="9906" y="46292"/>
                            <a:pt x="10478" y="40196"/>
                          </a:cubicBezTo>
                          <a:cubicBezTo>
                            <a:pt x="11716" y="28194"/>
                            <a:pt x="10383" y="1304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80" name="Forme libre : forme 15179">
                      <a:extLst>
                        <a:ext uri="{FF2B5EF4-FFF2-40B4-BE49-F238E27FC236}">
                          <a16:creationId xmlns:a16="http://schemas.microsoft.com/office/drawing/2014/main" id="{0336FA82-C3AB-4F23-90C6-2DD35F01D2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46564" y="3177158"/>
                      <a:ext cx="15339" cy="58483"/>
                    </a:xfrm>
                    <a:custGeom>
                      <a:avLst/>
                      <a:gdLst>
                        <a:gd name="connsiteX0" fmla="*/ 15340 w 15339"/>
                        <a:gd name="connsiteY0" fmla="*/ 0 h 58483"/>
                        <a:gd name="connsiteX1" fmla="*/ 11435 w 15339"/>
                        <a:gd name="connsiteY1" fmla="*/ 4572 h 58483"/>
                        <a:gd name="connsiteX2" fmla="*/ 4196 w 15339"/>
                        <a:gd name="connsiteY2" fmla="*/ 16859 h 58483"/>
                        <a:gd name="connsiteX3" fmla="*/ 5 w 15339"/>
                        <a:gd name="connsiteY3" fmla="*/ 35243 h 58483"/>
                        <a:gd name="connsiteX4" fmla="*/ 5719 w 15339"/>
                        <a:gd name="connsiteY4" fmla="*/ 58484 h 58483"/>
                        <a:gd name="connsiteX5" fmla="*/ 4196 w 15339"/>
                        <a:gd name="connsiteY5" fmla="*/ 53054 h 58483"/>
                        <a:gd name="connsiteX6" fmla="*/ 2671 w 15339"/>
                        <a:gd name="connsiteY6" fmla="*/ 39243 h 58483"/>
                        <a:gd name="connsiteX7" fmla="*/ 4958 w 15339"/>
                        <a:gd name="connsiteY7" fmla="*/ 20479 h 58483"/>
                        <a:gd name="connsiteX8" fmla="*/ 15340 w 15339"/>
                        <a:gd name="connsiteY8" fmla="*/ 0 h 58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339" h="58483">
                          <a:moveTo>
                            <a:pt x="15340" y="0"/>
                          </a:moveTo>
                          <a:cubicBezTo>
                            <a:pt x="15340" y="0"/>
                            <a:pt x="13625" y="1619"/>
                            <a:pt x="11435" y="4572"/>
                          </a:cubicBezTo>
                          <a:cubicBezTo>
                            <a:pt x="9244" y="7620"/>
                            <a:pt x="6577" y="11906"/>
                            <a:pt x="4196" y="16859"/>
                          </a:cubicBezTo>
                          <a:cubicBezTo>
                            <a:pt x="1910" y="21907"/>
                            <a:pt x="100" y="28099"/>
                            <a:pt x="5" y="35243"/>
                          </a:cubicBezTo>
                          <a:cubicBezTo>
                            <a:pt x="-91" y="42291"/>
                            <a:pt x="1243" y="49911"/>
                            <a:pt x="5719" y="58484"/>
                          </a:cubicBezTo>
                          <a:cubicBezTo>
                            <a:pt x="5719" y="58484"/>
                            <a:pt x="4958" y="56483"/>
                            <a:pt x="4196" y="53054"/>
                          </a:cubicBezTo>
                          <a:cubicBezTo>
                            <a:pt x="3434" y="49625"/>
                            <a:pt x="2767" y="44958"/>
                            <a:pt x="2671" y="39243"/>
                          </a:cubicBezTo>
                          <a:cubicBezTo>
                            <a:pt x="2577" y="33528"/>
                            <a:pt x="3053" y="27051"/>
                            <a:pt x="4958" y="20479"/>
                          </a:cubicBezTo>
                          <a:cubicBezTo>
                            <a:pt x="7053" y="14002"/>
                            <a:pt x="10101" y="6953"/>
                            <a:pt x="1534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81" name="Forme libre : forme 15180">
                      <a:extLst>
                        <a:ext uri="{FF2B5EF4-FFF2-40B4-BE49-F238E27FC236}">
                          <a16:creationId xmlns:a16="http://schemas.microsoft.com/office/drawing/2014/main" id="{8181CD73-7A93-4E10-9644-0D2E2EE959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09775" y="3172322"/>
                      <a:ext cx="23033" cy="18231"/>
                    </a:xfrm>
                    <a:custGeom>
                      <a:avLst/>
                      <a:gdLst>
                        <a:gd name="connsiteX0" fmla="*/ 22614 w 23033"/>
                        <a:gd name="connsiteY0" fmla="*/ 2360 h 18231"/>
                        <a:gd name="connsiteX1" fmla="*/ 14518 w 23033"/>
                        <a:gd name="connsiteY1" fmla="*/ 15504 h 18231"/>
                        <a:gd name="connsiteX2" fmla="*/ 326 w 23033"/>
                        <a:gd name="connsiteY2" fmla="*/ 15600 h 18231"/>
                        <a:gd name="connsiteX3" fmla="*/ 8612 w 23033"/>
                        <a:gd name="connsiteY3" fmla="*/ 3027 h 18231"/>
                        <a:gd name="connsiteX4" fmla="*/ 22614 w 23033"/>
                        <a:gd name="connsiteY4" fmla="*/ 2360 h 182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033" h="18231">
                          <a:moveTo>
                            <a:pt x="22614" y="2360"/>
                          </a:moveTo>
                          <a:cubicBezTo>
                            <a:pt x="24329" y="5694"/>
                            <a:pt x="20614" y="11694"/>
                            <a:pt x="14518" y="15504"/>
                          </a:cubicBezTo>
                          <a:cubicBezTo>
                            <a:pt x="8136" y="19124"/>
                            <a:pt x="1850" y="19124"/>
                            <a:pt x="326" y="15600"/>
                          </a:cubicBezTo>
                          <a:cubicBezTo>
                            <a:pt x="-1198" y="12075"/>
                            <a:pt x="2802" y="6837"/>
                            <a:pt x="8612" y="3027"/>
                          </a:cubicBezTo>
                          <a:cubicBezTo>
                            <a:pt x="14613" y="-688"/>
                            <a:pt x="20995" y="-1069"/>
                            <a:pt x="22614" y="236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82" name="Forme libre : forme 15181">
                      <a:extLst>
                        <a:ext uri="{FF2B5EF4-FFF2-40B4-BE49-F238E27FC236}">
                          <a16:creationId xmlns:a16="http://schemas.microsoft.com/office/drawing/2014/main" id="{BD5772E8-BF64-499F-9912-384F5BEEE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27983" y="3170106"/>
                      <a:ext cx="6466" cy="6579"/>
                    </a:xfrm>
                    <a:custGeom>
                      <a:avLst/>
                      <a:gdLst>
                        <a:gd name="connsiteX0" fmla="*/ 5550 w 6466"/>
                        <a:gd name="connsiteY0" fmla="*/ 671 h 6579"/>
                        <a:gd name="connsiteX1" fmla="*/ 5454 w 6466"/>
                        <a:gd name="connsiteY1" fmla="*/ 5243 h 6579"/>
                        <a:gd name="connsiteX2" fmla="*/ 882 w 6466"/>
                        <a:gd name="connsiteY2" fmla="*/ 5909 h 6579"/>
                        <a:gd name="connsiteX3" fmla="*/ 977 w 6466"/>
                        <a:gd name="connsiteY3" fmla="*/ 1337 h 6579"/>
                        <a:gd name="connsiteX4" fmla="*/ 5550 w 6466"/>
                        <a:gd name="connsiteY4" fmla="*/ 671 h 6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66" h="6579">
                          <a:moveTo>
                            <a:pt x="5550" y="671"/>
                          </a:moveTo>
                          <a:cubicBezTo>
                            <a:pt x="6788" y="1718"/>
                            <a:pt x="6788" y="3814"/>
                            <a:pt x="5454" y="5243"/>
                          </a:cubicBezTo>
                          <a:cubicBezTo>
                            <a:pt x="4121" y="6671"/>
                            <a:pt x="2121" y="7052"/>
                            <a:pt x="882" y="5909"/>
                          </a:cubicBezTo>
                          <a:cubicBezTo>
                            <a:pt x="-356" y="4766"/>
                            <a:pt x="-260" y="2766"/>
                            <a:pt x="977" y="1337"/>
                          </a:cubicBezTo>
                          <a:cubicBezTo>
                            <a:pt x="2216" y="-91"/>
                            <a:pt x="4311" y="-473"/>
                            <a:pt x="5550" y="6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83" name="Forme libre : forme 15182">
                      <a:extLst>
                        <a:ext uri="{FF2B5EF4-FFF2-40B4-BE49-F238E27FC236}">
                          <a16:creationId xmlns:a16="http://schemas.microsoft.com/office/drawing/2014/main" id="{079B82BF-63ED-452A-8F7E-B2D2AAD8A0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87558" y="3135992"/>
                      <a:ext cx="71929" cy="32975"/>
                    </a:xfrm>
                    <a:custGeom>
                      <a:avLst/>
                      <a:gdLst>
                        <a:gd name="connsiteX0" fmla="*/ 44355 w 71929"/>
                        <a:gd name="connsiteY0" fmla="*/ 780 h 32975"/>
                        <a:gd name="connsiteX1" fmla="*/ 68072 w 71929"/>
                        <a:gd name="connsiteY1" fmla="*/ 12972 h 32975"/>
                        <a:gd name="connsiteX2" fmla="*/ 71215 w 71929"/>
                        <a:gd name="connsiteY2" fmla="*/ 21926 h 32975"/>
                        <a:gd name="connsiteX3" fmla="*/ 62357 w 71929"/>
                        <a:gd name="connsiteY3" fmla="*/ 24783 h 32975"/>
                        <a:gd name="connsiteX4" fmla="*/ 33973 w 71929"/>
                        <a:gd name="connsiteY4" fmla="*/ 21164 h 32975"/>
                        <a:gd name="connsiteX5" fmla="*/ 15685 w 71929"/>
                        <a:gd name="connsiteY5" fmla="*/ 30117 h 32975"/>
                        <a:gd name="connsiteX6" fmla="*/ 159 w 71929"/>
                        <a:gd name="connsiteY6" fmla="*/ 29736 h 32975"/>
                        <a:gd name="connsiteX7" fmla="*/ 8446 w 71929"/>
                        <a:gd name="connsiteY7" fmla="*/ 13734 h 32975"/>
                        <a:gd name="connsiteX8" fmla="*/ 23781 w 71929"/>
                        <a:gd name="connsiteY8" fmla="*/ 2685 h 32975"/>
                        <a:gd name="connsiteX9" fmla="*/ 44355 w 71929"/>
                        <a:gd name="connsiteY9" fmla="*/ 780 h 32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1929" h="32975">
                          <a:moveTo>
                            <a:pt x="44355" y="780"/>
                          </a:moveTo>
                          <a:cubicBezTo>
                            <a:pt x="53308" y="2590"/>
                            <a:pt x="61119" y="7352"/>
                            <a:pt x="68072" y="12972"/>
                          </a:cubicBezTo>
                          <a:cubicBezTo>
                            <a:pt x="70644" y="15068"/>
                            <a:pt x="73216" y="18497"/>
                            <a:pt x="71215" y="21926"/>
                          </a:cubicBezTo>
                          <a:cubicBezTo>
                            <a:pt x="69405" y="24973"/>
                            <a:pt x="65405" y="25259"/>
                            <a:pt x="62357" y="24783"/>
                          </a:cubicBezTo>
                          <a:cubicBezTo>
                            <a:pt x="52927" y="23164"/>
                            <a:pt x="43879" y="19068"/>
                            <a:pt x="33973" y="21164"/>
                          </a:cubicBezTo>
                          <a:cubicBezTo>
                            <a:pt x="30925" y="21830"/>
                            <a:pt x="22923" y="26783"/>
                            <a:pt x="15685" y="30117"/>
                          </a:cubicBezTo>
                          <a:cubicBezTo>
                            <a:pt x="8160" y="33260"/>
                            <a:pt x="1111" y="34689"/>
                            <a:pt x="159" y="29736"/>
                          </a:cubicBezTo>
                          <a:cubicBezTo>
                            <a:pt x="-889" y="24783"/>
                            <a:pt x="3397" y="19068"/>
                            <a:pt x="8446" y="13734"/>
                          </a:cubicBezTo>
                          <a:cubicBezTo>
                            <a:pt x="13589" y="8495"/>
                            <a:pt x="20066" y="4209"/>
                            <a:pt x="23781" y="2685"/>
                          </a:cubicBezTo>
                          <a:cubicBezTo>
                            <a:pt x="30258" y="-172"/>
                            <a:pt x="37688" y="-649"/>
                            <a:pt x="44355" y="78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35" name="Graphique 1">
                    <a:extLst>
                      <a:ext uri="{FF2B5EF4-FFF2-40B4-BE49-F238E27FC236}">
                        <a16:creationId xmlns:a16="http://schemas.microsoft.com/office/drawing/2014/main" id="{60EA81DC-8600-4201-AA9D-2F95D80EA7AE}"/>
                      </a:ext>
                    </a:extLst>
                  </p:cNvPr>
                  <p:cNvGrpSpPr/>
                  <p:nvPr/>
                </p:nvGrpSpPr>
                <p:grpSpPr>
                  <a:xfrm>
                    <a:off x="6137044" y="3003271"/>
                    <a:ext cx="143741" cy="153670"/>
                    <a:chOff x="6137044" y="3003271"/>
                    <a:chExt cx="143741" cy="153670"/>
                  </a:xfrm>
                  <a:solidFill>
                    <a:schemeClr val="accent1"/>
                  </a:solidFill>
                </p:grpSpPr>
                <p:sp>
                  <p:nvSpPr>
                    <p:cNvPr id="15160" name="Forme libre : forme 15159">
                      <a:extLst>
                        <a:ext uri="{FF2B5EF4-FFF2-40B4-BE49-F238E27FC236}">
                          <a16:creationId xmlns:a16="http://schemas.microsoft.com/office/drawing/2014/main" id="{D9C663DE-F9C5-4C52-A197-FC017A34F8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37044" y="3003271"/>
                      <a:ext cx="143741" cy="153617"/>
                    </a:xfrm>
                    <a:custGeom>
                      <a:avLst/>
                      <a:gdLst>
                        <a:gd name="connsiteX0" fmla="*/ 133172 w 143741"/>
                        <a:gd name="connsiteY0" fmla="*/ 87400 h 153617"/>
                        <a:gd name="connsiteX1" fmla="*/ 99644 w 143741"/>
                        <a:gd name="connsiteY1" fmla="*/ 132453 h 153617"/>
                        <a:gd name="connsiteX2" fmla="*/ 38875 w 143741"/>
                        <a:gd name="connsiteY2" fmla="*/ 146741 h 153617"/>
                        <a:gd name="connsiteX3" fmla="*/ 14491 w 143741"/>
                        <a:gd name="connsiteY3" fmla="*/ 128548 h 153617"/>
                        <a:gd name="connsiteX4" fmla="*/ 10490 w 143741"/>
                        <a:gd name="connsiteY4" fmla="*/ 66445 h 153617"/>
                        <a:gd name="connsiteX5" fmla="*/ 43256 w 143741"/>
                        <a:gd name="connsiteY5" fmla="*/ 21392 h 153617"/>
                        <a:gd name="connsiteX6" fmla="*/ 103930 w 143741"/>
                        <a:gd name="connsiteY6" fmla="*/ 6819 h 153617"/>
                        <a:gd name="connsiteX7" fmla="*/ 128791 w 143741"/>
                        <a:gd name="connsiteY7" fmla="*/ 25011 h 153617"/>
                        <a:gd name="connsiteX8" fmla="*/ 133172 w 143741"/>
                        <a:gd name="connsiteY8" fmla="*/ 87400 h 1536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3741" h="153617">
                          <a:moveTo>
                            <a:pt x="133172" y="87400"/>
                          </a:moveTo>
                          <a:lnTo>
                            <a:pt x="99644" y="132453"/>
                          </a:lnTo>
                          <a:cubicBezTo>
                            <a:pt x="83832" y="153504"/>
                            <a:pt x="56400" y="159981"/>
                            <a:pt x="38875" y="146741"/>
                          </a:cubicBezTo>
                          <a:lnTo>
                            <a:pt x="14491" y="128548"/>
                          </a:lnTo>
                          <a:cubicBezTo>
                            <a:pt x="-3131" y="115404"/>
                            <a:pt x="-4941" y="87400"/>
                            <a:pt x="10490" y="66445"/>
                          </a:cubicBezTo>
                          <a:lnTo>
                            <a:pt x="43256" y="21392"/>
                          </a:lnTo>
                          <a:cubicBezTo>
                            <a:pt x="58591" y="246"/>
                            <a:pt x="85833" y="-6421"/>
                            <a:pt x="103930" y="6819"/>
                          </a:cubicBezTo>
                          <a:lnTo>
                            <a:pt x="128791" y="25011"/>
                          </a:lnTo>
                          <a:cubicBezTo>
                            <a:pt x="146792" y="38442"/>
                            <a:pt x="148888" y="66350"/>
                            <a:pt x="133172" y="8740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61" name="Forme libre : forme 15160">
                      <a:extLst>
                        <a:ext uri="{FF2B5EF4-FFF2-40B4-BE49-F238E27FC236}">
                          <a16:creationId xmlns:a16="http://schemas.microsoft.com/office/drawing/2014/main" id="{F7012D52-E105-4920-8595-615608E2EC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5346" y="3027902"/>
                      <a:ext cx="115401" cy="129039"/>
                    </a:xfrm>
                    <a:custGeom>
                      <a:avLst/>
                      <a:gdLst>
                        <a:gd name="connsiteX0" fmla="*/ 47911 w 115401"/>
                        <a:gd name="connsiteY0" fmla="*/ 78200 h 129039"/>
                        <a:gd name="connsiteX1" fmla="*/ 0 w 115401"/>
                        <a:gd name="connsiteY1" fmla="*/ 114300 h 129039"/>
                        <a:gd name="connsiteX2" fmla="*/ 10573 w 115401"/>
                        <a:gd name="connsiteY2" fmla="*/ 122206 h 129039"/>
                        <a:gd name="connsiteX3" fmla="*/ 71342 w 115401"/>
                        <a:gd name="connsiteY3" fmla="*/ 107918 h 129039"/>
                        <a:gd name="connsiteX4" fmla="*/ 104870 w 115401"/>
                        <a:gd name="connsiteY4" fmla="*/ 62865 h 129039"/>
                        <a:gd name="connsiteX5" fmla="*/ 100489 w 115401"/>
                        <a:gd name="connsiteY5" fmla="*/ 571 h 129039"/>
                        <a:gd name="connsiteX6" fmla="*/ 99727 w 115401"/>
                        <a:gd name="connsiteY6" fmla="*/ 0 h 129039"/>
                        <a:gd name="connsiteX7" fmla="*/ 47911 w 115401"/>
                        <a:gd name="connsiteY7" fmla="*/ 78200 h 1290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5401" h="129039">
                          <a:moveTo>
                            <a:pt x="47911" y="78200"/>
                          </a:moveTo>
                          <a:cubicBezTo>
                            <a:pt x="38577" y="98965"/>
                            <a:pt x="19621" y="113633"/>
                            <a:pt x="0" y="114300"/>
                          </a:cubicBezTo>
                          <a:lnTo>
                            <a:pt x="10573" y="122206"/>
                          </a:lnTo>
                          <a:cubicBezTo>
                            <a:pt x="28194" y="135350"/>
                            <a:pt x="55531" y="128968"/>
                            <a:pt x="71342" y="107918"/>
                          </a:cubicBezTo>
                          <a:lnTo>
                            <a:pt x="104870" y="62865"/>
                          </a:lnTo>
                          <a:cubicBezTo>
                            <a:pt x="120491" y="41815"/>
                            <a:pt x="118491" y="13811"/>
                            <a:pt x="100489" y="571"/>
                          </a:cubicBezTo>
                          <a:lnTo>
                            <a:pt x="99727" y="0"/>
                          </a:lnTo>
                          <a:cubicBezTo>
                            <a:pt x="82582" y="26956"/>
                            <a:pt x="60865" y="48768"/>
                            <a:pt x="47911" y="7820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62" name="Forme libre : forme 15161">
                      <a:extLst>
                        <a:ext uri="{FF2B5EF4-FFF2-40B4-BE49-F238E27FC236}">
                          <a16:creationId xmlns:a16="http://schemas.microsoft.com/office/drawing/2014/main" id="{E88F5CBD-BEAF-4D0B-A3E8-65A83690EF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0221" y="3043337"/>
                      <a:ext cx="53031" cy="60773"/>
                    </a:xfrm>
                    <a:custGeom>
                      <a:avLst/>
                      <a:gdLst>
                        <a:gd name="connsiteX0" fmla="*/ 46849 w 53031"/>
                        <a:gd name="connsiteY0" fmla="*/ 2662 h 60773"/>
                        <a:gd name="connsiteX1" fmla="*/ 43420 w 53031"/>
                        <a:gd name="connsiteY1" fmla="*/ 42857 h 60773"/>
                        <a:gd name="connsiteX2" fmla="*/ 6081 w 53031"/>
                        <a:gd name="connsiteY2" fmla="*/ 58097 h 60773"/>
                        <a:gd name="connsiteX3" fmla="*/ 9511 w 53031"/>
                        <a:gd name="connsiteY3" fmla="*/ 17902 h 60773"/>
                        <a:gd name="connsiteX4" fmla="*/ 46849 w 53031"/>
                        <a:gd name="connsiteY4" fmla="*/ 2662 h 60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031" h="60773">
                          <a:moveTo>
                            <a:pt x="46849" y="2662"/>
                          </a:moveTo>
                          <a:cubicBezTo>
                            <a:pt x="56278" y="9520"/>
                            <a:pt x="54754" y="27522"/>
                            <a:pt x="43420" y="42857"/>
                          </a:cubicBezTo>
                          <a:cubicBezTo>
                            <a:pt x="32085" y="58192"/>
                            <a:pt x="15416" y="64955"/>
                            <a:pt x="6081" y="58097"/>
                          </a:cubicBezTo>
                          <a:cubicBezTo>
                            <a:pt x="-3253" y="51239"/>
                            <a:pt x="-1634" y="33237"/>
                            <a:pt x="9511" y="17902"/>
                          </a:cubicBezTo>
                          <a:cubicBezTo>
                            <a:pt x="20655" y="2662"/>
                            <a:pt x="37419" y="-4196"/>
                            <a:pt x="46849" y="2662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63" name="Forme libre : forme 15162">
                      <a:extLst>
                        <a:ext uri="{FF2B5EF4-FFF2-40B4-BE49-F238E27FC236}">
                          <a16:creationId xmlns:a16="http://schemas.microsoft.com/office/drawing/2014/main" id="{28B2D78F-493F-4822-B297-D42A8EC267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0196" y="3072383"/>
                      <a:ext cx="50778" cy="31727"/>
                    </a:xfrm>
                    <a:custGeom>
                      <a:avLst/>
                      <a:gdLst>
                        <a:gd name="connsiteX0" fmla="*/ 1058 w 50778"/>
                        <a:gd name="connsiteY0" fmla="*/ 6572 h 31727"/>
                        <a:gd name="connsiteX1" fmla="*/ 6106 w 50778"/>
                        <a:gd name="connsiteY1" fmla="*/ 29051 h 31727"/>
                        <a:gd name="connsiteX2" fmla="*/ 43444 w 50778"/>
                        <a:gd name="connsiteY2" fmla="*/ 13811 h 31727"/>
                        <a:gd name="connsiteX3" fmla="*/ 50778 w 50778"/>
                        <a:gd name="connsiteY3" fmla="*/ 0 h 31727"/>
                        <a:gd name="connsiteX4" fmla="*/ 44492 w 50778"/>
                        <a:gd name="connsiteY4" fmla="*/ 6001 h 31727"/>
                        <a:gd name="connsiteX5" fmla="*/ 1058 w 50778"/>
                        <a:gd name="connsiteY5" fmla="*/ 6572 h 31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0778" h="31727">
                          <a:moveTo>
                            <a:pt x="1058" y="6572"/>
                          </a:moveTo>
                          <a:cubicBezTo>
                            <a:pt x="-1323" y="16193"/>
                            <a:pt x="296" y="24765"/>
                            <a:pt x="6106" y="29051"/>
                          </a:cubicBezTo>
                          <a:cubicBezTo>
                            <a:pt x="15441" y="35909"/>
                            <a:pt x="32204" y="29146"/>
                            <a:pt x="43444" y="13811"/>
                          </a:cubicBezTo>
                          <a:cubicBezTo>
                            <a:pt x="46778" y="9335"/>
                            <a:pt x="49255" y="4667"/>
                            <a:pt x="50778" y="0"/>
                          </a:cubicBezTo>
                          <a:cubicBezTo>
                            <a:pt x="48969" y="2286"/>
                            <a:pt x="46969" y="4286"/>
                            <a:pt x="44492" y="6001"/>
                          </a:cubicBezTo>
                          <a:cubicBezTo>
                            <a:pt x="30300" y="14478"/>
                            <a:pt x="11726" y="15907"/>
                            <a:pt x="1058" y="6572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64" name="Forme libre : forme 15163">
                      <a:extLst>
                        <a:ext uri="{FF2B5EF4-FFF2-40B4-BE49-F238E27FC236}">
                          <a16:creationId xmlns:a16="http://schemas.microsoft.com/office/drawing/2014/main" id="{61B6E0BB-4E6E-4CEE-A09F-CF2E157EA4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5905" y="3043242"/>
                      <a:ext cx="53157" cy="60814"/>
                    </a:xfrm>
                    <a:custGeom>
                      <a:avLst/>
                      <a:gdLst>
                        <a:gd name="connsiteX0" fmla="*/ 46975 w 53157"/>
                        <a:gd name="connsiteY0" fmla="*/ 2662 h 60814"/>
                        <a:gd name="connsiteX1" fmla="*/ 43546 w 53157"/>
                        <a:gd name="connsiteY1" fmla="*/ 42857 h 60814"/>
                        <a:gd name="connsiteX2" fmla="*/ 6112 w 53157"/>
                        <a:gd name="connsiteY2" fmla="*/ 58097 h 60814"/>
                        <a:gd name="connsiteX3" fmla="*/ 9541 w 53157"/>
                        <a:gd name="connsiteY3" fmla="*/ 17902 h 60814"/>
                        <a:gd name="connsiteX4" fmla="*/ 46975 w 53157"/>
                        <a:gd name="connsiteY4" fmla="*/ 2662 h 608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157" h="60814">
                          <a:moveTo>
                            <a:pt x="46975" y="2662"/>
                          </a:moveTo>
                          <a:cubicBezTo>
                            <a:pt x="56404" y="9520"/>
                            <a:pt x="54880" y="27522"/>
                            <a:pt x="43546" y="42857"/>
                          </a:cubicBezTo>
                          <a:cubicBezTo>
                            <a:pt x="32211" y="58192"/>
                            <a:pt x="15542" y="65050"/>
                            <a:pt x="6112" y="58097"/>
                          </a:cubicBezTo>
                          <a:cubicBezTo>
                            <a:pt x="-3222" y="51239"/>
                            <a:pt x="-1698" y="33237"/>
                            <a:pt x="9541" y="17902"/>
                          </a:cubicBezTo>
                          <a:cubicBezTo>
                            <a:pt x="20876" y="2662"/>
                            <a:pt x="37545" y="-4196"/>
                            <a:pt x="46975" y="266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65" name="Forme libre : forme 15164">
                      <a:extLst>
                        <a:ext uri="{FF2B5EF4-FFF2-40B4-BE49-F238E27FC236}">
                          <a16:creationId xmlns:a16="http://schemas.microsoft.com/office/drawing/2014/main" id="{21BD8EA0-813B-4BF3-957A-D1BE828389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57674" y="3069322"/>
                      <a:ext cx="98019" cy="67397"/>
                    </a:xfrm>
                    <a:custGeom>
                      <a:avLst/>
                      <a:gdLst>
                        <a:gd name="connsiteX0" fmla="*/ 23484 w 98019"/>
                        <a:gd name="connsiteY0" fmla="*/ 57163 h 67397"/>
                        <a:gd name="connsiteX1" fmla="*/ 40438 w 98019"/>
                        <a:gd name="connsiteY1" fmla="*/ 66879 h 67397"/>
                        <a:gd name="connsiteX2" fmla="*/ 78062 w 98019"/>
                        <a:gd name="connsiteY2" fmla="*/ 51449 h 67397"/>
                        <a:gd name="connsiteX3" fmla="*/ 97398 w 98019"/>
                        <a:gd name="connsiteY3" fmla="*/ 20778 h 67397"/>
                        <a:gd name="connsiteX4" fmla="*/ 89016 w 98019"/>
                        <a:gd name="connsiteY4" fmla="*/ 204 h 67397"/>
                        <a:gd name="connsiteX5" fmla="*/ 73871 w 98019"/>
                        <a:gd name="connsiteY5" fmla="*/ 4014 h 67397"/>
                        <a:gd name="connsiteX6" fmla="*/ 37866 w 98019"/>
                        <a:gd name="connsiteY6" fmla="*/ 14015 h 67397"/>
                        <a:gd name="connsiteX7" fmla="*/ 528 w 98019"/>
                        <a:gd name="connsiteY7" fmla="*/ 28969 h 67397"/>
                        <a:gd name="connsiteX8" fmla="*/ 23484 w 98019"/>
                        <a:gd name="connsiteY8" fmla="*/ 57163 h 673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8019" h="67397">
                          <a:moveTo>
                            <a:pt x="23484" y="57163"/>
                          </a:moveTo>
                          <a:cubicBezTo>
                            <a:pt x="28627" y="61259"/>
                            <a:pt x="33866" y="65450"/>
                            <a:pt x="40438" y="66879"/>
                          </a:cubicBezTo>
                          <a:cubicBezTo>
                            <a:pt x="53011" y="69546"/>
                            <a:pt x="67203" y="61545"/>
                            <a:pt x="78062" y="51449"/>
                          </a:cubicBezTo>
                          <a:cubicBezTo>
                            <a:pt x="87015" y="43067"/>
                            <a:pt x="94826" y="32399"/>
                            <a:pt x="97398" y="20778"/>
                          </a:cubicBezTo>
                          <a:cubicBezTo>
                            <a:pt x="99302" y="12110"/>
                            <a:pt x="96921" y="1823"/>
                            <a:pt x="89016" y="204"/>
                          </a:cubicBezTo>
                          <a:cubicBezTo>
                            <a:pt x="84158" y="-749"/>
                            <a:pt x="78824" y="1823"/>
                            <a:pt x="73871" y="4014"/>
                          </a:cubicBezTo>
                          <a:cubicBezTo>
                            <a:pt x="62155" y="9253"/>
                            <a:pt x="49867" y="12586"/>
                            <a:pt x="37866" y="14015"/>
                          </a:cubicBezTo>
                          <a:cubicBezTo>
                            <a:pt x="27579" y="15158"/>
                            <a:pt x="5005" y="14396"/>
                            <a:pt x="528" y="28969"/>
                          </a:cubicBezTo>
                          <a:cubicBezTo>
                            <a:pt x="-3472" y="42114"/>
                            <a:pt x="16340" y="51544"/>
                            <a:pt x="23484" y="5716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66" name="Forme libre : forme 15165">
                      <a:extLst>
                        <a:ext uri="{FF2B5EF4-FFF2-40B4-BE49-F238E27FC236}">
                          <a16:creationId xmlns:a16="http://schemas.microsoft.com/office/drawing/2014/main" id="{9C09168A-D1DF-4A9B-B2E3-419B91658F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70049" y="3073163"/>
                      <a:ext cx="16121" cy="31374"/>
                    </a:xfrm>
                    <a:custGeom>
                      <a:avLst/>
                      <a:gdLst>
                        <a:gd name="connsiteX0" fmla="*/ 1678 w 16121"/>
                        <a:gd name="connsiteY0" fmla="*/ 26557 h 31374"/>
                        <a:gd name="connsiteX1" fmla="*/ 4250 w 16121"/>
                        <a:gd name="connsiteY1" fmla="*/ 30558 h 31374"/>
                        <a:gd name="connsiteX2" fmla="*/ 8917 w 16121"/>
                        <a:gd name="connsiteY2" fmla="*/ 30749 h 31374"/>
                        <a:gd name="connsiteX3" fmla="*/ 11775 w 16121"/>
                        <a:gd name="connsiteY3" fmla="*/ 26653 h 31374"/>
                        <a:gd name="connsiteX4" fmla="*/ 15585 w 16121"/>
                        <a:gd name="connsiteY4" fmla="*/ 14366 h 31374"/>
                        <a:gd name="connsiteX5" fmla="*/ 16061 w 16121"/>
                        <a:gd name="connsiteY5" fmla="*/ 9222 h 31374"/>
                        <a:gd name="connsiteX6" fmla="*/ 3012 w 16121"/>
                        <a:gd name="connsiteY6" fmla="*/ 4174 h 31374"/>
                        <a:gd name="connsiteX7" fmla="*/ 1678 w 16121"/>
                        <a:gd name="connsiteY7" fmla="*/ 26557 h 31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121" h="31374">
                          <a:moveTo>
                            <a:pt x="1678" y="26557"/>
                          </a:moveTo>
                          <a:cubicBezTo>
                            <a:pt x="2250" y="28082"/>
                            <a:pt x="3012" y="29606"/>
                            <a:pt x="4250" y="30558"/>
                          </a:cubicBezTo>
                          <a:cubicBezTo>
                            <a:pt x="5488" y="31511"/>
                            <a:pt x="7393" y="31701"/>
                            <a:pt x="8917" y="30749"/>
                          </a:cubicBezTo>
                          <a:cubicBezTo>
                            <a:pt x="10346" y="29891"/>
                            <a:pt x="11108" y="28177"/>
                            <a:pt x="11775" y="26653"/>
                          </a:cubicBezTo>
                          <a:cubicBezTo>
                            <a:pt x="13394" y="22652"/>
                            <a:pt x="14728" y="18461"/>
                            <a:pt x="15585" y="14366"/>
                          </a:cubicBezTo>
                          <a:cubicBezTo>
                            <a:pt x="15966" y="12651"/>
                            <a:pt x="16251" y="10937"/>
                            <a:pt x="16061" y="9222"/>
                          </a:cubicBezTo>
                          <a:cubicBezTo>
                            <a:pt x="15299" y="2269"/>
                            <a:pt x="7869" y="-4684"/>
                            <a:pt x="3012" y="4174"/>
                          </a:cubicBezTo>
                          <a:cubicBezTo>
                            <a:pt x="-798" y="10937"/>
                            <a:pt x="-703" y="20271"/>
                            <a:pt x="1678" y="2655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67" name="Forme libre : forme 15166">
                      <a:extLst>
                        <a:ext uri="{FF2B5EF4-FFF2-40B4-BE49-F238E27FC236}">
                          <a16:creationId xmlns:a16="http://schemas.microsoft.com/office/drawing/2014/main" id="{7AE58C2B-64DB-436D-89D2-04B2F29404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9453" y="3029521"/>
                      <a:ext cx="15552" cy="58959"/>
                    </a:xfrm>
                    <a:custGeom>
                      <a:avLst/>
                      <a:gdLst>
                        <a:gd name="connsiteX0" fmla="*/ 0 w 15552"/>
                        <a:gd name="connsiteY0" fmla="*/ 0 h 58959"/>
                        <a:gd name="connsiteX1" fmla="*/ 9525 w 15552"/>
                        <a:gd name="connsiteY1" fmla="*/ 58960 h 58959"/>
                        <a:gd name="connsiteX2" fmla="*/ 0 w 15552"/>
                        <a:gd name="connsiteY2" fmla="*/ 0 h 58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552" h="58959">
                          <a:moveTo>
                            <a:pt x="0" y="0"/>
                          </a:moveTo>
                          <a:cubicBezTo>
                            <a:pt x="0" y="0"/>
                            <a:pt x="27337" y="17621"/>
                            <a:pt x="9525" y="58960"/>
                          </a:cubicBezTo>
                          <a:cubicBezTo>
                            <a:pt x="9525" y="58960"/>
                            <a:pt x="21622" y="2600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68" name="Forme libre : forme 15167">
                      <a:extLst>
                        <a:ext uri="{FF2B5EF4-FFF2-40B4-BE49-F238E27FC236}">
                          <a16:creationId xmlns:a16="http://schemas.microsoft.com/office/drawing/2014/main" id="{927E85B9-83F0-4276-8F66-DB92952FFB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42162" y="3069431"/>
                      <a:ext cx="13658" cy="62293"/>
                    </a:xfrm>
                    <a:custGeom>
                      <a:avLst/>
                      <a:gdLst>
                        <a:gd name="connsiteX0" fmla="*/ 9659 w 13658"/>
                        <a:gd name="connsiteY0" fmla="*/ 0 h 62293"/>
                        <a:gd name="connsiteX1" fmla="*/ 13659 w 13658"/>
                        <a:gd name="connsiteY1" fmla="*/ 62294 h 62293"/>
                        <a:gd name="connsiteX2" fmla="*/ 9659 w 13658"/>
                        <a:gd name="connsiteY2" fmla="*/ 0 h 62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3658" h="62293">
                          <a:moveTo>
                            <a:pt x="9659" y="0"/>
                          </a:moveTo>
                          <a:cubicBezTo>
                            <a:pt x="9659" y="0"/>
                            <a:pt x="-14535" y="35243"/>
                            <a:pt x="13659" y="62294"/>
                          </a:cubicBezTo>
                          <a:cubicBezTo>
                            <a:pt x="13659" y="62294"/>
                            <a:pt x="-8249" y="34957"/>
                            <a:pt x="965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69" name="Forme libre : forme 15168">
                      <a:extLst>
                        <a:ext uri="{FF2B5EF4-FFF2-40B4-BE49-F238E27FC236}">
                          <a16:creationId xmlns:a16="http://schemas.microsoft.com/office/drawing/2014/main" id="{EAD78FD0-3889-4DED-9582-10421A53CD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2165" y="3052716"/>
                      <a:ext cx="22182" cy="19876"/>
                    </a:xfrm>
                    <a:custGeom>
                      <a:avLst/>
                      <a:gdLst>
                        <a:gd name="connsiteX0" fmla="*/ 21569 w 22182"/>
                        <a:gd name="connsiteY0" fmla="*/ 1951 h 19876"/>
                        <a:gd name="connsiteX1" fmla="*/ 14712 w 22182"/>
                        <a:gd name="connsiteY1" fmla="*/ 15858 h 19876"/>
                        <a:gd name="connsiteX2" fmla="*/ 614 w 22182"/>
                        <a:gd name="connsiteY2" fmla="*/ 17953 h 19876"/>
                        <a:gd name="connsiteX3" fmla="*/ 7377 w 22182"/>
                        <a:gd name="connsiteY3" fmla="*/ 4047 h 19876"/>
                        <a:gd name="connsiteX4" fmla="*/ 21569 w 22182"/>
                        <a:gd name="connsiteY4" fmla="*/ 1951 h 19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182" h="19876">
                          <a:moveTo>
                            <a:pt x="21569" y="1951"/>
                          </a:moveTo>
                          <a:cubicBezTo>
                            <a:pt x="23570" y="5190"/>
                            <a:pt x="20522" y="11476"/>
                            <a:pt x="14712" y="15858"/>
                          </a:cubicBezTo>
                          <a:cubicBezTo>
                            <a:pt x="8901" y="20239"/>
                            <a:pt x="2615" y="21192"/>
                            <a:pt x="614" y="17953"/>
                          </a:cubicBezTo>
                          <a:cubicBezTo>
                            <a:pt x="-1386" y="14715"/>
                            <a:pt x="1662" y="8428"/>
                            <a:pt x="7377" y="4047"/>
                          </a:cubicBezTo>
                          <a:cubicBezTo>
                            <a:pt x="13283" y="-430"/>
                            <a:pt x="19569" y="-1288"/>
                            <a:pt x="21569" y="195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70" name="Forme libre : forme 15169">
                      <a:extLst>
                        <a:ext uri="{FF2B5EF4-FFF2-40B4-BE49-F238E27FC236}">
                          <a16:creationId xmlns:a16="http://schemas.microsoft.com/office/drawing/2014/main" id="{91E31727-8C4E-4242-BB99-7233073C4E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9174" y="3050110"/>
                      <a:ext cx="6453" cy="6828"/>
                    </a:xfrm>
                    <a:custGeom>
                      <a:avLst/>
                      <a:gdLst>
                        <a:gd name="connsiteX0" fmla="*/ 5322 w 6453"/>
                        <a:gd name="connsiteY0" fmla="*/ 557 h 6828"/>
                        <a:gd name="connsiteX1" fmla="*/ 5703 w 6453"/>
                        <a:gd name="connsiteY1" fmla="*/ 5224 h 6828"/>
                        <a:gd name="connsiteX2" fmla="*/ 1131 w 6453"/>
                        <a:gd name="connsiteY2" fmla="*/ 6272 h 6828"/>
                        <a:gd name="connsiteX3" fmla="*/ 751 w 6453"/>
                        <a:gd name="connsiteY3" fmla="*/ 1605 h 6828"/>
                        <a:gd name="connsiteX4" fmla="*/ 5322 w 6453"/>
                        <a:gd name="connsiteY4" fmla="*/ 557 h 6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53" h="6828">
                          <a:moveTo>
                            <a:pt x="5322" y="557"/>
                          </a:moveTo>
                          <a:cubicBezTo>
                            <a:pt x="6656" y="1509"/>
                            <a:pt x="6846" y="3605"/>
                            <a:pt x="5703" y="5224"/>
                          </a:cubicBezTo>
                          <a:cubicBezTo>
                            <a:pt x="4560" y="6843"/>
                            <a:pt x="2465" y="7319"/>
                            <a:pt x="1131" y="6272"/>
                          </a:cubicBezTo>
                          <a:cubicBezTo>
                            <a:pt x="-202" y="5224"/>
                            <a:pt x="-392" y="3224"/>
                            <a:pt x="751" y="1605"/>
                          </a:cubicBezTo>
                          <a:cubicBezTo>
                            <a:pt x="1989" y="-15"/>
                            <a:pt x="3989" y="-491"/>
                            <a:pt x="5322" y="55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71" name="Forme libre : forme 15170">
                      <a:extLst>
                        <a:ext uri="{FF2B5EF4-FFF2-40B4-BE49-F238E27FC236}">
                          <a16:creationId xmlns:a16="http://schemas.microsoft.com/office/drawing/2014/main" id="{15006D85-8DDE-49C3-9B73-E2DC84E538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76681" y="3015597"/>
                      <a:ext cx="72925" cy="38546"/>
                    </a:xfrm>
                    <a:custGeom>
                      <a:avLst/>
                      <a:gdLst>
                        <a:gd name="connsiteX0" fmla="*/ 44386 w 72925"/>
                        <a:gd name="connsiteY0" fmla="*/ 399 h 38546"/>
                        <a:gd name="connsiteX1" fmla="*/ 68770 w 72925"/>
                        <a:gd name="connsiteY1" fmla="*/ 11924 h 38546"/>
                        <a:gd name="connsiteX2" fmla="*/ 72294 w 72925"/>
                        <a:gd name="connsiteY2" fmla="*/ 20782 h 38546"/>
                        <a:gd name="connsiteX3" fmla="*/ 63531 w 72925"/>
                        <a:gd name="connsiteY3" fmla="*/ 23925 h 38546"/>
                        <a:gd name="connsiteX4" fmla="*/ 34480 w 72925"/>
                        <a:gd name="connsiteY4" fmla="*/ 22211 h 38546"/>
                        <a:gd name="connsiteX5" fmla="*/ 381 w 72925"/>
                        <a:gd name="connsiteY5" fmla="*/ 35927 h 38546"/>
                        <a:gd name="connsiteX6" fmla="*/ 22859 w 72925"/>
                        <a:gd name="connsiteY6" fmla="*/ 4018 h 38546"/>
                        <a:gd name="connsiteX7" fmla="*/ 44386 w 72925"/>
                        <a:gd name="connsiteY7" fmla="*/ 399 h 38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2925" h="38546">
                          <a:moveTo>
                            <a:pt x="44386" y="399"/>
                          </a:moveTo>
                          <a:cubicBezTo>
                            <a:pt x="53625" y="1732"/>
                            <a:pt x="61626" y="6399"/>
                            <a:pt x="68770" y="11924"/>
                          </a:cubicBezTo>
                          <a:cubicBezTo>
                            <a:pt x="71437" y="13924"/>
                            <a:pt x="74199" y="17353"/>
                            <a:pt x="72294" y="20782"/>
                          </a:cubicBezTo>
                          <a:cubicBezTo>
                            <a:pt x="70675" y="23925"/>
                            <a:pt x="66579" y="24306"/>
                            <a:pt x="63531" y="23925"/>
                          </a:cubicBezTo>
                          <a:cubicBezTo>
                            <a:pt x="53911" y="22687"/>
                            <a:pt x="44386" y="18877"/>
                            <a:pt x="34480" y="22211"/>
                          </a:cubicBezTo>
                          <a:cubicBezTo>
                            <a:pt x="28289" y="24211"/>
                            <a:pt x="3619" y="45928"/>
                            <a:pt x="381" y="35927"/>
                          </a:cubicBezTo>
                          <a:cubicBezTo>
                            <a:pt x="-2858" y="25831"/>
                            <a:pt x="15430" y="7923"/>
                            <a:pt x="22859" y="4018"/>
                          </a:cubicBezTo>
                          <a:cubicBezTo>
                            <a:pt x="29812" y="304"/>
                            <a:pt x="37528" y="-649"/>
                            <a:pt x="44386" y="39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36" name="Graphique 1">
                    <a:extLst>
                      <a:ext uri="{FF2B5EF4-FFF2-40B4-BE49-F238E27FC236}">
                        <a16:creationId xmlns:a16="http://schemas.microsoft.com/office/drawing/2014/main" id="{A81CC44D-D60F-4F86-83D4-1178B6889024}"/>
                      </a:ext>
                    </a:extLst>
                  </p:cNvPr>
                  <p:cNvGrpSpPr/>
                  <p:nvPr/>
                </p:nvGrpSpPr>
                <p:grpSpPr>
                  <a:xfrm>
                    <a:off x="6225952" y="2880951"/>
                    <a:ext cx="144795" cy="154368"/>
                    <a:chOff x="6225952" y="2880951"/>
                    <a:chExt cx="144795" cy="154368"/>
                  </a:xfrm>
                  <a:solidFill>
                    <a:schemeClr val="accent1"/>
                  </a:solidFill>
                </p:grpSpPr>
                <p:sp>
                  <p:nvSpPr>
                    <p:cNvPr id="15148" name="Forme libre : forme 15147">
                      <a:extLst>
                        <a:ext uri="{FF2B5EF4-FFF2-40B4-BE49-F238E27FC236}">
                          <a16:creationId xmlns:a16="http://schemas.microsoft.com/office/drawing/2014/main" id="{D23323B2-A839-4F26-9C57-41F79A8D4D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5952" y="2880951"/>
                      <a:ext cx="144795" cy="154368"/>
                    </a:xfrm>
                    <a:custGeom>
                      <a:avLst/>
                      <a:gdLst>
                        <a:gd name="connsiteX0" fmla="*/ 133989 w 144795"/>
                        <a:gd name="connsiteY0" fmla="*/ 89896 h 154368"/>
                        <a:gd name="connsiteX1" fmla="*/ 117416 w 144795"/>
                        <a:gd name="connsiteY1" fmla="*/ 111518 h 154368"/>
                        <a:gd name="connsiteX2" fmla="*/ 100842 w 144795"/>
                        <a:gd name="connsiteY2" fmla="*/ 133520 h 154368"/>
                        <a:gd name="connsiteX3" fmla="*/ 39882 w 144795"/>
                        <a:gd name="connsiteY3" fmla="*/ 147522 h 154368"/>
                        <a:gd name="connsiteX4" fmla="*/ 15022 w 144795"/>
                        <a:gd name="connsiteY4" fmla="*/ 129329 h 154368"/>
                        <a:gd name="connsiteX5" fmla="*/ 10450 w 144795"/>
                        <a:gd name="connsiteY5" fmla="*/ 66655 h 154368"/>
                        <a:gd name="connsiteX6" fmla="*/ 27309 w 144795"/>
                        <a:gd name="connsiteY6" fmla="*/ 43795 h 154368"/>
                        <a:gd name="connsiteX7" fmla="*/ 44550 w 144795"/>
                        <a:gd name="connsiteY7" fmla="*/ 20839 h 154368"/>
                        <a:gd name="connsiteX8" fmla="*/ 75506 w 144795"/>
                        <a:gd name="connsiteY8" fmla="*/ 837 h 154368"/>
                        <a:gd name="connsiteX9" fmla="*/ 107129 w 144795"/>
                        <a:gd name="connsiteY9" fmla="*/ 8171 h 154368"/>
                        <a:gd name="connsiteX10" fmla="*/ 131036 w 144795"/>
                        <a:gd name="connsiteY10" fmla="*/ 28269 h 154368"/>
                        <a:gd name="connsiteX11" fmla="*/ 144752 w 144795"/>
                        <a:gd name="connsiteY11" fmla="*/ 57130 h 154368"/>
                        <a:gd name="connsiteX12" fmla="*/ 133989 w 144795"/>
                        <a:gd name="connsiteY12" fmla="*/ 89896 h 154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44795" h="154368">
                          <a:moveTo>
                            <a:pt x="133989" y="89896"/>
                          </a:moveTo>
                          <a:cubicBezTo>
                            <a:pt x="128370" y="96849"/>
                            <a:pt x="122940" y="104374"/>
                            <a:pt x="117416" y="111518"/>
                          </a:cubicBezTo>
                          <a:lnTo>
                            <a:pt x="100842" y="133520"/>
                          </a:lnTo>
                          <a:cubicBezTo>
                            <a:pt x="85316" y="154285"/>
                            <a:pt x="57884" y="160666"/>
                            <a:pt x="39882" y="147522"/>
                          </a:cubicBezTo>
                          <a:lnTo>
                            <a:pt x="15022" y="129329"/>
                          </a:lnTo>
                          <a:cubicBezTo>
                            <a:pt x="-2980" y="116185"/>
                            <a:pt x="-5171" y="87991"/>
                            <a:pt x="10450" y="66655"/>
                          </a:cubicBezTo>
                          <a:lnTo>
                            <a:pt x="27309" y="43795"/>
                          </a:lnTo>
                          <a:cubicBezTo>
                            <a:pt x="33024" y="36175"/>
                            <a:pt x="38453" y="28555"/>
                            <a:pt x="44550" y="20839"/>
                          </a:cubicBezTo>
                          <a:cubicBezTo>
                            <a:pt x="52932" y="10076"/>
                            <a:pt x="63885" y="3123"/>
                            <a:pt x="75506" y="837"/>
                          </a:cubicBezTo>
                          <a:cubicBezTo>
                            <a:pt x="87031" y="-1449"/>
                            <a:pt x="98461" y="932"/>
                            <a:pt x="107129" y="8171"/>
                          </a:cubicBezTo>
                          <a:lnTo>
                            <a:pt x="131036" y="28269"/>
                          </a:lnTo>
                          <a:cubicBezTo>
                            <a:pt x="139704" y="35508"/>
                            <a:pt x="144181" y="46176"/>
                            <a:pt x="144752" y="57130"/>
                          </a:cubicBezTo>
                          <a:cubicBezTo>
                            <a:pt x="145229" y="67988"/>
                            <a:pt x="141800" y="80085"/>
                            <a:pt x="133989" y="8989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49" name="Forme libre : forme 15148">
                      <a:extLst>
                        <a:ext uri="{FF2B5EF4-FFF2-40B4-BE49-F238E27FC236}">
                          <a16:creationId xmlns:a16="http://schemas.microsoft.com/office/drawing/2014/main" id="{457BDC0F-000E-4F12-96D4-DDE2DCA701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5071" y="2908553"/>
                      <a:ext cx="115599" cy="126766"/>
                    </a:xfrm>
                    <a:custGeom>
                      <a:avLst/>
                      <a:gdLst>
                        <a:gd name="connsiteX0" fmla="*/ 47815 w 115599"/>
                        <a:gd name="connsiteY0" fmla="*/ 75914 h 126766"/>
                        <a:gd name="connsiteX1" fmla="*/ 0 w 115599"/>
                        <a:gd name="connsiteY1" fmla="*/ 112014 h 126766"/>
                        <a:gd name="connsiteX2" fmla="*/ 10763 w 115599"/>
                        <a:gd name="connsiteY2" fmla="*/ 119920 h 126766"/>
                        <a:gd name="connsiteX3" fmla="*/ 71723 w 115599"/>
                        <a:gd name="connsiteY3" fmla="*/ 105918 h 126766"/>
                        <a:gd name="connsiteX4" fmla="*/ 88296 w 115599"/>
                        <a:gd name="connsiteY4" fmla="*/ 83916 h 126766"/>
                        <a:gd name="connsiteX5" fmla="*/ 104870 w 115599"/>
                        <a:gd name="connsiteY5" fmla="*/ 62294 h 126766"/>
                        <a:gd name="connsiteX6" fmla="*/ 115538 w 115599"/>
                        <a:gd name="connsiteY6" fmla="*/ 29528 h 126766"/>
                        <a:gd name="connsiteX7" fmla="*/ 101822 w 115599"/>
                        <a:gd name="connsiteY7" fmla="*/ 667 h 126766"/>
                        <a:gd name="connsiteX8" fmla="*/ 101060 w 115599"/>
                        <a:gd name="connsiteY8" fmla="*/ 0 h 126766"/>
                        <a:gd name="connsiteX9" fmla="*/ 86773 w 115599"/>
                        <a:gd name="connsiteY9" fmla="*/ 18383 h 126766"/>
                        <a:gd name="connsiteX10" fmla="*/ 72390 w 115599"/>
                        <a:gd name="connsiteY10" fmla="*/ 36481 h 126766"/>
                        <a:gd name="connsiteX11" fmla="*/ 47815 w 115599"/>
                        <a:gd name="connsiteY11" fmla="*/ 75914 h 126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5599" h="126766">
                          <a:moveTo>
                            <a:pt x="47815" y="75914"/>
                          </a:moveTo>
                          <a:cubicBezTo>
                            <a:pt x="38671" y="96679"/>
                            <a:pt x="19812" y="111252"/>
                            <a:pt x="0" y="112014"/>
                          </a:cubicBezTo>
                          <a:lnTo>
                            <a:pt x="10763" y="119920"/>
                          </a:lnTo>
                          <a:cubicBezTo>
                            <a:pt x="28765" y="133064"/>
                            <a:pt x="56197" y="126683"/>
                            <a:pt x="71723" y="105918"/>
                          </a:cubicBezTo>
                          <a:lnTo>
                            <a:pt x="88296" y="83916"/>
                          </a:lnTo>
                          <a:cubicBezTo>
                            <a:pt x="93821" y="76676"/>
                            <a:pt x="99346" y="69152"/>
                            <a:pt x="104870" y="62294"/>
                          </a:cubicBezTo>
                          <a:cubicBezTo>
                            <a:pt x="112680" y="52483"/>
                            <a:pt x="116110" y="40481"/>
                            <a:pt x="115538" y="29528"/>
                          </a:cubicBezTo>
                          <a:cubicBezTo>
                            <a:pt x="114966" y="18574"/>
                            <a:pt x="110490" y="8001"/>
                            <a:pt x="101822" y="667"/>
                          </a:cubicBezTo>
                          <a:lnTo>
                            <a:pt x="101060" y="0"/>
                          </a:lnTo>
                          <a:cubicBezTo>
                            <a:pt x="96488" y="6477"/>
                            <a:pt x="91535" y="12287"/>
                            <a:pt x="86773" y="18383"/>
                          </a:cubicBezTo>
                          <a:cubicBezTo>
                            <a:pt x="81915" y="24479"/>
                            <a:pt x="77152" y="30480"/>
                            <a:pt x="72390" y="36481"/>
                          </a:cubicBezTo>
                          <a:cubicBezTo>
                            <a:pt x="62960" y="48578"/>
                            <a:pt x="54387" y="61436"/>
                            <a:pt x="47815" y="7591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50" name="Forme libre : forme 15149">
                      <a:extLst>
                        <a:ext uri="{FF2B5EF4-FFF2-40B4-BE49-F238E27FC236}">
                          <a16:creationId xmlns:a16="http://schemas.microsoft.com/office/drawing/2014/main" id="{1B893DCD-E4A0-4B2C-8E33-9CE6CBFC52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9536" y="2921879"/>
                      <a:ext cx="53743" cy="60506"/>
                    </a:xfrm>
                    <a:custGeom>
                      <a:avLst/>
                      <a:gdLst>
                        <a:gd name="connsiteX0" fmla="*/ 47830 w 53743"/>
                        <a:gd name="connsiteY0" fmla="*/ 3058 h 60506"/>
                        <a:gd name="connsiteX1" fmla="*/ 43830 w 53743"/>
                        <a:gd name="connsiteY1" fmla="*/ 43158 h 60506"/>
                        <a:gd name="connsiteX2" fmla="*/ 6206 w 53743"/>
                        <a:gd name="connsiteY2" fmla="*/ 57731 h 60506"/>
                        <a:gd name="connsiteX3" fmla="*/ 9826 w 53743"/>
                        <a:gd name="connsiteY3" fmla="*/ 17345 h 60506"/>
                        <a:gd name="connsiteX4" fmla="*/ 47830 w 53743"/>
                        <a:gd name="connsiteY4" fmla="*/ 3058 h 60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743" h="60506">
                          <a:moveTo>
                            <a:pt x="47830" y="3058"/>
                          </a:moveTo>
                          <a:cubicBezTo>
                            <a:pt x="57165" y="10487"/>
                            <a:pt x="55165" y="28109"/>
                            <a:pt x="43830" y="43158"/>
                          </a:cubicBezTo>
                          <a:cubicBezTo>
                            <a:pt x="32495" y="58112"/>
                            <a:pt x="15636" y="64684"/>
                            <a:pt x="6206" y="57731"/>
                          </a:cubicBezTo>
                          <a:cubicBezTo>
                            <a:pt x="-3319" y="50778"/>
                            <a:pt x="-1700" y="32681"/>
                            <a:pt x="9826" y="17345"/>
                          </a:cubicBezTo>
                          <a:cubicBezTo>
                            <a:pt x="21256" y="2010"/>
                            <a:pt x="38687" y="-4276"/>
                            <a:pt x="47830" y="305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51" name="Forme libre : forme 15150">
                      <a:extLst>
                        <a:ext uri="{FF2B5EF4-FFF2-40B4-BE49-F238E27FC236}">
                          <a16:creationId xmlns:a16="http://schemas.microsoft.com/office/drawing/2014/main" id="{6ED6EEED-059F-4E01-BF5A-6E135E6AFB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9596" y="2951511"/>
                      <a:ext cx="51293" cy="30874"/>
                    </a:xfrm>
                    <a:custGeom>
                      <a:avLst/>
                      <a:gdLst>
                        <a:gd name="connsiteX0" fmla="*/ 1098 w 51293"/>
                        <a:gd name="connsiteY0" fmla="*/ 5429 h 30874"/>
                        <a:gd name="connsiteX1" fmla="*/ 6241 w 51293"/>
                        <a:gd name="connsiteY1" fmla="*/ 28099 h 30874"/>
                        <a:gd name="connsiteX2" fmla="*/ 43865 w 51293"/>
                        <a:gd name="connsiteY2" fmla="*/ 13526 h 30874"/>
                        <a:gd name="connsiteX3" fmla="*/ 51294 w 51293"/>
                        <a:gd name="connsiteY3" fmla="*/ 0 h 30874"/>
                        <a:gd name="connsiteX4" fmla="*/ 44912 w 51293"/>
                        <a:gd name="connsiteY4" fmla="*/ 5810 h 30874"/>
                        <a:gd name="connsiteX5" fmla="*/ 1098 w 51293"/>
                        <a:gd name="connsiteY5" fmla="*/ 5429 h 30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1293" h="30874">
                          <a:moveTo>
                            <a:pt x="1098" y="5429"/>
                          </a:moveTo>
                          <a:cubicBezTo>
                            <a:pt x="-1379" y="15050"/>
                            <a:pt x="335" y="23717"/>
                            <a:pt x="6241" y="28099"/>
                          </a:cubicBezTo>
                          <a:cubicBezTo>
                            <a:pt x="15671" y="35052"/>
                            <a:pt x="32530" y="28480"/>
                            <a:pt x="43865" y="13526"/>
                          </a:cubicBezTo>
                          <a:cubicBezTo>
                            <a:pt x="47198" y="9144"/>
                            <a:pt x="49675" y="4381"/>
                            <a:pt x="51294" y="0"/>
                          </a:cubicBezTo>
                          <a:cubicBezTo>
                            <a:pt x="49484" y="2191"/>
                            <a:pt x="47389" y="4096"/>
                            <a:pt x="44912" y="5810"/>
                          </a:cubicBezTo>
                          <a:cubicBezTo>
                            <a:pt x="30625" y="13811"/>
                            <a:pt x="11860" y="14954"/>
                            <a:pt x="1098" y="5429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52" name="Forme libre : forme 15151">
                      <a:extLst>
                        <a:ext uri="{FF2B5EF4-FFF2-40B4-BE49-F238E27FC236}">
                          <a16:creationId xmlns:a16="http://schemas.microsoft.com/office/drawing/2014/main" id="{455BA197-9D9F-44B8-959F-B86B02BD42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5377" y="2922048"/>
                      <a:ext cx="53683" cy="60354"/>
                    </a:xfrm>
                    <a:custGeom>
                      <a:avLst/>
                      <a:gdLst>
                        <a:gd name="connsiteX0" fmla="*/ 47799 w 53683"/>
                        <a:gd name="connsiteY0" fmla="*/ 3079 h 60354"/>
                        <a:gd name="connsiteX1" fmla="*/ 53515 w 53683"/>
                        <a:gd name="connsiteY1" fmla="*/ 20319 h 60354"/>
                        <a:gd name="connsiteX2" fmla="*/ 43799 w 53683"/>
                        <a:gd name="connsiteY2" fmla="*/ 43084 h 60354"/>
                        <a:gd name="connsiteX3" fmla="*/ 6175 w 53683"/>
                        <a:gd name="connsiteY3" fmla="*/ 57562 h 60354"/>
                        <a:gd name="connsiteX4" fmla="*/ 9795 w 53683"/>
                        <a:gd name="connsiteY4" fmla="*/ 17175 h 60354"/>
                        <a:gd name="connsiteX5" fmla="*/ 47799 w 53683"/>
                        <a:gd name="connsiteY5" fmla="*/ 3079 h 6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3683" h="60354">
                          <a:moveTo>
                            <a:pt x="47799" y="3079"/>
                          </a:moveTo>
                          <a:cubicBezTo>
                            <a:pt x="52467" y="6793"/>
                            <a:pt x="54277" y="13080"/>
                            <a:pt x="53515" y="20319"/>
                          </a:cubicBezTo>
                          <a:cubicBezTo>
                            <a:pt x="52753" y="27558"/>
                            <a:pt x="49419" y="35464"/>
                            <a:pt x="43799" y="43084"/>
                          </a:cubicBezTo>
                          <a:cubicBezTo>
                            <a:pt x="32464" y="58038"/>
                            <a:pt x="15605" y="64515"/>
                            <a:pt x="6175" y="57562"/>
                          </a:cubicBezTo>
                          <a:cubicBezTo>
                            <a:pt x="-3350" y="50513"/>
                            <a:pt x="-1635" y="32511"/>
                            <a:pt x="9795" y="17175"/>
                          </a:cubicBezTo>
                          <a:cubicBezTo>
                            <a:pt x="21416" y="1936"/>
                            <a:pt x="38656" y="-4256"/>
                            <a:pt x="47799" y="307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53" name="Forme libre : forme 15152">
                      <a:extLst>
                        <a:ext uri="{FF2B5EF4-FFF2-40B4-BE49-F238E27FC236}">
                          <a16:creationId xmlns:a16="http://schemas.microsoft.com/office/drawing/2014/main" id="{18E133EA-583C-4405-8648-D718F56518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6816" y="2948539"/>
                      <a:ext cx="98711" cy="66584"/>
                    </a:xfrm>
                    <a:custGeom>
                      <a:avLst/>
                      <a:gdLst>
                        <a:gd name="connsiteX0" fmla="*/ 23972 w 98711"/>
                        <a:gd name="connsiteY0" fmla="*/ 56217 h 66584"/>
                        <a:gd name="connsiteX1" fmla="*/ 41212 w 98711"/>
                        <a:gd name="connsiteY1" fmla="*/ 66028 h 66584"/>
                        <a:gd name="connsiteX2" fmla="*/ 78836 w 98711"/>
                        <a:gd name="connsiteY2" fmla="*/ 50978 h 66584"/>
                        <a:gd name="connsiteX3" fmla="*/ 98077 w 98711"/>
                        <a:gd name="connsiteY3" fmla="*/ 20975 h 66584"/>
                        <a:gd name="connsiteX4" fmla="*/ 89885 w 98711"/>
                        <a:gd name="connsiteY4" fmla="*/ 305 h 66584"/>
                        <a:gd name="connsiteX5" fmla="*/ 74645 w 98711"/>
                        <a:gd name="connsiteY5" fmla="*/ 3544 h 66584"/>
                        <a:gd name="connsiteX6" fmla="*/ 38259 w 98711"/>
                        <a:gd name="connsiteY6" fmla="*/ 12878 h 66584"/>
                        <a:gd name="connsiteX7" fmla="*/ 541 w 98711"/>
                        <a:gd name="connsiteY7" fmla="*/ 27833 h 66584"/>
                        <a:gd name="connsiteX8" fmla="*/ 23972 w 98711"/>
                        <a:gd name="connsiteY8" fmla="*/ 56217 h 66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8711" h="66584">
                          <a:moveTo>
                            <a:pt x="23972" y="56217"/>
                          </a:moveTo>
                          <a:cubicBezTo>
                            <a:pt x="29211" y="60313"/>
                            <a:pt x="34544" y="64504"/>
                            <a:pt x="41212" y="66028"/>
                          </a:cubicBezTo>
                          <a:cubicBezTo>
                            <a:pt x="53881" y="68790"/>
                            <a:pt x="68073" y="60884"/>
                            <a:pt x="78836" y="50978"/>
                          </a:cubicBezTo>
                          <a:cubicBezTo>
                            <a:pt x="87789" y="42882"/>
                            <a:pt x="95600" y="32595"/>
                            <a:pt x="98077" y="20975"/>
                          </a:cubicBezTo>
                          <a:cubicBezTo>
                            <a:pt x="99982" y="12497"/>
                            <a:pt x="97695" y="2305"/>
                            <a:pt x="89885" y="305"/>
                          </a:cubicBezTo>
                          <a:cubicBezTo>
                            <a:pt x="85027" y="-838"/>
                            <a:pt x="79598" y="1448"/>
                            <a:pt x="74645" y="3544"/>
                          </a:cubicBezTo>
                          <a:cubicBezTo>
                            <a:pt x="62834" y="8497"/>
                            <a:pt x="50547" y="11640"/>
                            <a:pt x="38259" y="12878"/>
                          </a:cubicBezTo>
                          <a:cubicBezTo>
                            <a:pt x="27782" y="13831"/>
                            <a:pt x="5017" y="13069"/>
                            <a:pt x="541" y="27833"/>
                          </a:cubicBezTo>
                          <a:cubicBezTo>
                            <a:pt x="-3556" y="41072"/>
                            <a:pt x="16733" y="50502"/>
                            <a:pt x="23972" y="5621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54" name="Forme libre : forme 15153">
                      <a:extLst>
                        <a:ext uri="{FF2B5EF4-FFF2-40B4-BE49-F238E27FC236}">
                          <a16:creationId xmlns:a16="http://schemas.microsoft.com/office/drawing/2014/main" id="{7028FAD3-5F89-4844-B104-B636433E14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9225" y="2950753"/>
                      <a:ext cx="16290" cy="31864"/>
                    </a:xfrm>
                    <a:custGeom>
                      <a:avLst/>
                      <a:gdLst>
                        <a:gd name="connsiteX0" fmla="*/ 1752 w 16290"/>
                        <a:gd name="connsiteY0" fmla="*/ 27047 h 31864"/>
                        <a:gd name="connsiteX1" fmla="*/ 4419 w 16290"/>
                        <a:gd name="connsiteY1" fmla="*/ 31048 h 31864"/>
                        <a:gd name="connsiteX2" fmla="*/ 9181 w 16290"/>
                        <a:gd name="connsiteY2" fmla="*/ 31238 h 31864"/>
                        <a:gd name="connsiteX3" fmla="*/ 12039 w 16290"/>
                        <a:gd name="connsiteY3" fmla="*/ 27047 h 31864"/>
                        <a:gd name="connsiteX4" fmla="*/ 15754 w 16290"/>
                        <a:gd name="connsiteY4" fmla="*/ 14570 h 31864"/>
                        <a:gd name="connsiteX5" fmla="*/ 16230 w 16290"/>
                        <a:gd name="connsiteY5" fmla="*/ 9426 h 31864"/>
                        <a:gd name="connsiteX6" fmla="*/ 2990 w 16290"/>
                        <a:gd name="connsiteY6" fmla="*/ 4188 h 31864"/>
                        <a:gd name="connsiteX7" fmla="*/ 1752 w 16290"/>
                        <a:gd name="connsiteY7" fmla="*/ 27047 h 31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90" h="31864">
                          <a:moveTo>
                            <a:pt x="1752" y="27047"/>
                          </a:moveTo>
                          <a:cubicBezTo>
                            <a:pt x="2324" y="28572"/>
                            <a:pt x="3085" y="30096"/>
                            <a:pt x="4419" y="31048"/>
                          </a:cubicBezTo>
                          <a:cubicBezTo>
                            <a:pt x="5752" y="32000"/>
                            <a:pt x="7658" y="32191"/>
                            <a:pt x="9181" y="31238"/>
                          </a:cubicBezTo>
                          <a:cubicBezTo>
                            <a:pt x="10610" y="30286"/>
                            <a:pt x="11372" y="28667"/>
                            <a:pt x="12039" y="27047"/>
                          </a:cubicBezTo>
                          <a:cubicBezTo>
                            <a:pt x="13658" y="22952"/>
                            <a:pt x="14897" y="18856"/>
                            <a:pt x="15754" y="14570"/>
                          </a:cubicBezTo>
                          <a:cubicBezTo>
                            <a:pt x="16135" y="12855"/>
                            <a:pt x="16420" y="11046"/>
                            <a:pt x="16230" y="9426"/>
                          </a:cubicBezTo>
                          <a:cubicBezTo>
                            <a:pt x="15563" y="2378"/>
                            <a:pt x="8038" y="-4766"/>
                            <a:pt x="2990" y="4188"/>
                          </a:cubicBezTo>
                          <a:cubicBezTo>
                            <a:pt x="-915" y="11236"/>
                            <a:pt x="-629" y="20761"/>
                            <a:pt x="1752" y="2704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55" name="Forme libre : forme 15154">
                      <a:extLst>
                        <a:ext uri="{FF2B5EF4-FFF2-40B4-BE49-F238E27FC236}">
                          <a16:creationId xmlns:a16="http://schemas.microsoft.com/office/drawing/2014/main" id="{0FB276F4-3FFD-4DC5-9ECB-3C405A1CCD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50512" y="2909792"/>
                      <a:ext cx="14361" cy="58769"/>
                    </a:xfrm>
                    <a:custGeom>
                      <a:avLst/>
                      <a:gdLst>
                        <a:gd name="connsiteX0" fmla="*/ 0 w 14361"/>
                        <a:gd name="connsiteY0" fmla="*/ 0 h 58769"/>
                        <a:gd name="connsiteX1" fmla="*/ 10763 w 14361"/>
                        <a:gd name="connsiteY1" fmla="*/ 14669 h 58769"/>
                        <a:gd name="connsiteX2" fmla="*/ 8097 w 14361"/>
                        <a:gd name="connsiteY2" fmla="*/ 58769 h 58769"/>
                        <a:gd name="connsiteX3" fmla="*/ 11621 w 14361"/>
                        <a:gd name="connsiteY3" fmla="*/ 39529 h 58769"/>
                        <a:gd name="connsiteX4" fmla="*/ 0 w 14361"/>
                        <a:gd name="connsiteY4" fmla="*/ 0 h 58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61" h="58769">
                          <a:moveTo>
                            <a:pt x="0" y="0"/>
                          </a:moveTo>
                          <a:cubicBezTo>
                            <a:pt x="0" y="0"/>
                            <a:pt x="6572" y="4953"/>
                            <a:pt x="10763" y="14669"/>
                          </a:cubicBezTo>
                          <a:cubicBezTo>
                            <a:pt x="14954" y="24289"/>
                            <a:pt x="17050" y="38957"/>
                            <a:pt x="8097" y="58769"/>
                          </a:cubicBezTo>
                          <a:cubicBezTo>
                            <a:pt x="8097" y="58769"/>
                            <a:pt x="11145" y="50863"/>
                            <a:pt x="11621" y="39529"/>
                          </a:cubicBezTo>
                          <a:cubicBezTo>
                            <a:pt x="12097" y="28099"/>
                            <a:pt x="10192" y="1371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56" name="Forme libre : forme 15155">
                      <a:extLst>
                        <a:ext uri="{FF2B5EF4-FFF2-40B4-BE49-F238E27FC236}">
                          <a16:creationId xmlns:a16="http://schemas.microsoft.com/office/drawing/2014/main" id="{8150C9D6-3344-436F-8532-C63A434044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31047" y="2947130"/>
                      <a:ext cx="14213" cy="62865"/>
                    </a:xfrm>
                    <a:custGeom>
                      <a:avLst/>
                      <a:gdLst>
                        <a:gd name="connsiteX0" fmla="*/ 9642 w 14213"/>
                        <a:gd name="connsiteY0" fmla="*/ 0 h 62865"/>
                        <a:gd name="connsiteX1" fmla="*/ 14214 w 14213"/>
                        <a:gd name="connsiteY1" fmla="*/ 62865 h 62865"/>
                        <a:gd name="connsiteX2" fmla="*/ 9642 w 14213"/>
                        <a:gd name="connsiteY2" fmla="*/ 0 h 62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4213" h="62865">
                          <a:moveTo>
                            <a:pt x="9642" y="0"/>
                          </a:moveTo>
                          <a:cubicBezTo>
                            <a:pt x="9642" y="0"/>
                            <a:pt x="-14837" y="35814"/>
                            <a:pt x="14214" y="62865"/>
                          </a:cubicBezTo>
                          <a:cubicBezTo>
                            <a:pt x="14214" y="62865"/>
                            <a:pt x="-8456" y="35623"/>
                            <a:pt x="964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57" name="Forme libre : forme 15156">
                      <a:extLst>
                        <a:ext uri="{FF2B5EF4-FFF2-40B4-BE49-F238E27FC236}">
                          <a16:creationId xmlns:a16="http://schemas.microsoft.com/office/drawing/2014/main" id="{4C9600E8-11EB-410B-A26C-C69A222358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91902" y="2931023"/>
                      <a:ext cx="22427" cy="19765"/>
                    </a:xfrm>
                    <a:custGeom>
                      <a:avLst/>
                      <a:gdLst>
                        <a:gd name="connsiteX0" fmla="*/ 21844 w 22427"/>
                        <a:gd name="connsiteY0" fmla="*/ 2105 h 19765"/>
                        <a:gd name="connsiteX1" fmla="*/ 14795 w 22427"/>
                        <a:gd name="connsiteY1" fmla="*/ 15916 h 19765"/>
                        <a:gd name="connsiteX2" fmla="*/ 603 w 22427"/>
                        <a:gd name="connsiteY2" fmla="*/ 17726 h 19765"/>
                        <a:gd name="connsiteX3" fmla="*/ 7556 w 22427"/>
                        <a:gd name="connsiteY3" fmla="*/ 3819 h 19765"/>
                        <a:gd name="connsiteX4" fmla="*/ 21844 w 22427"/>
                        <a:gd name="connsiteY4" fmla="*/ 2105 h 19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427" h="19765">
                          <a:moveTo>
                            <a:pt x="21844" y="2105"/>
                          </a:moveTo>
                          <a:cubicBezTo>
                            <a:pt x="23844" y="5439"/>
                            <a:pt x="20510" y="11534"/>
                            <a:pt x="14795" y="15916"/>
                          </a:cubicBezTo>
                          <a:cubicBezTo>
                            <a:pt x="8985" y="20202"/>
                            <a:pt x="2603" y="21059"/>
                            <a:pt x="603" y="17726"/>
                          </a:cubicBezTo>
                          <a:cubicBezTo>
                            <a:pt x="-1397" y="14392"/>
                            <a:pt x="1746" y="8201"/>
                            <a:pt x="7556" y="3819"/>
                          </a:cubicBezTo>
                          <a:cubicBezTo>
                            <a:pt x="13462" y="-562"/>
                            <a:pt x="19939" y="-1229"/>
                            <a:pt x="21844" y="210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58" name="Forme libre : forme 15157">
                      <a:extLst>
                        <a:ext uri="{FF2B5EF4-FFF2-40B4-BE49-F238E27FC236}">
                          <a16:creationId xmlns:a16="http://schemas.microsoft.com/office/drawing/2014/main" id="{BE0B6DC8-DF2E-420A-81F1-53AA3B9A68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9063" y="2928542"/>
                      <a:ext cx="6601" cy="6767"/>
                    </a:xfrm>
                    <a:custGeom>
                      <a:avLst/>
                      <a:gdLst>
                        <a:gd name="connsiteX0" fmla="*/ 5540 w 6601"/>
                        <a:gd name="connsiteY0" fmla="*/ 586 h 6767"/>
                        <a:gd name="connsiteX1" fmla="*/ 5730 w 6601"/>
                        <a:gd name="connsiteY1" fmla="*/ 5253 h 6767"/>
                        <a:gd name="connsiteX2" fmla="*/ 1063 w 6601"/>
                        <a:gd name="connsiteY2" fmla="*/ 6206 h 6767"/>
                        <a:gd name="connsiteX3" fmla="*/ 872 w 6601"/>
                        <a:gd name="connsiteY3" fmla="*/ 1538 h 6767"/>
                        <a:gd name="connsiteX4" fmla="*/ 5540 w 6601"/>
                        <a:gd name="connsiteY4" fmla="*/ 586 h 6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01" h="6767">
                          <a:moveTo>
                            <a:pt x="5540" y="586"/>
                          </a:moveTo>
                          <a:cubicBezTo>
                            <a:pt x="6873" y="1634"/>
                            <a:pt x="6968" y="3729"/>
                            <a:pt x="5730" y="5253"/>
                          </a:cubicBezTo>
                          <a:cubicBezTo>
                            <a:pt x="4491" y="6777"/>
                            <a:pt x="2492" y="7254"/>
                            <a:pt x="1063" y="6206"/>
                          </a:cubicBezTo>
                          <a:cubicBezTo>
                            <a:pt x="-271" y="5158"/>
                            <a:pt x="-366" y="3062"/>
                            <a:pt x="872" y="1538"/>
                          </a:cubicBezTo>
                          <a:cubicBezTo>
                            <a:pt x="2110" y="-81"/>
                            <a:pt x="4206" y="-462"/>
                            <a:pt x="5540" y="5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59" name="Forme libre : forme 15158">
                      <a:extLst>
                        <a:ext uri="{FF2B5EF4-FFF2-40B4-BE49-F238E27FC236}">
                          <a16:creationId xmlns:a16="http://schemas.microsoft.com/office/drawing/2014/main" id="{8310CD93-4C84-4C87-A682-80CC6F3878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66214" y="2893224"/>
                      <a:ext cx="74248" cy="38466"/>
                    </a:xfrm>
                    <a:custGeom>
                      <a:avLst/>
                      <a:gdLst>
                        <a:gd name="connsiteX0" fmla="*/ 46198 w 74248"/>
                        <a:gd name="connsiteY0" fmla="*/ 661 h 38466"/>
                        <a:gd name="connsiteX1" fmla="*/ 70392 w 74248"/>
                        <a:gd name="connsiteY1" fmla="*/ 13615 h 38466"/>
                        <a:gd name="connsiteX2" fmla="*/ 73534 w 74248"/>
                        <a:gd name="connsiteY2" fmla="*/ 22664 h 38466"/>
                        <a:gd name="connsiteX3" fmla="*/ 64581 w 74248"/>
                        <a:gd name="connsiteY3" fmla="*/ 25331 h 38466"/>
                        <a:gd name="connsiteX4" fmla="*/ 35340 w 74248"/>
                        <a:gd name="connsiteY4" fmla="*/ 22473 h 38466"/>
                        <a:gd name="connsiteX5" fmla="*/ 382 w 74248"/>
                        <a:gd name="connsiteY5" fmla="*/ 35713 h 38466"/>
                        <a:gd name="connsiteX6" fmla="*/ 24290 w 74248"/>
                        <a:gd name="connsiteY6" fmla="*/ 3519 h 38466"/>
                        <a:gd name="connsiteX7" fmla="*/ 46198 w 74248"/>
                        <a:gd name="connsiteY7" fmla="*/ 661 h 38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4248" h="38466">
                          <a:moveTo>
                            <a:pt x="46198" y="661"/>
                          </a:moveTo>
                          <a:cubicBezTo>
                            <a:pt x="55533" y="2471"/>
                            <a:pt x="63438" y="7614"/>
                            <a:pt x="70392" y="13615"/>
                          </a:cubicBezTo>
                          <a:cubicBezTo>
                            <a:pt x="72963" y="15806"/>
                            <a:pt x="75535" y="19425"/>
                            <a:pt x="73534" y="22664"/>
                          </a:cubicBezTo>
                          <a:cubicBezTo>
                            <a:pt x="71725" y="25617"/>
                            <a:pt x="67724" y="25902"/>
                            <a:pt x="64581" y="25331"/>
                          </a:cubicBezTo>
                          <a:cubicBezTo>
                            <a:pt x="54961" y="23712"/>
                            <a:pt x="45436" y="19425"/>
                            <a:pt x="35340" y="22473"/>
                          </a:cubicBezTo>
                          <a:cubicBezTo>
                            <a:pt x="28862" y="24283"/>
                            <a:pt x="3526" y="46000"/>
                            <a:pt x="382" y="35713"/>
                          </a:cubicBezTo>
                          <a:cubicBezTo>
                            <a:pt x="-2951" y="25426"/>
                            <a:pt x="16384" y="7329"/>
                            <a:pt x="24290" y="3519"/>
                          </a:cubicBezTo>
                          <a:cubicBezTo>
                            <a:pt x="31434" y="90"/>
                            <a:pt x="39149" y="-767"/>
                            <a:pt x="46198" y="6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37" name="Graphique 1">
                    <a:extLst>
                      <a:ext uri="{FF2B5EF4-FFF2-40B4-BE49-F238E27FC236}">
                        <a16:creationId xmlns:a16="http://schemas.microsoft.com/office/drawing/2014/main" id="{8D385411-2285-4F67-B53A-EFA5175C0332}"/>
                      </a:ext>
                    </a:extLst>
                  </p:cNvPr>
                  <p:cNvGrpSpPr/>
                  <p:nvPr/>
                </p:nvGrpSpPr>
                <p:grpSpPr>
                  <a:xfrm>
                    <a:off x="6320121" y="2769636"/>
                    <a:ext cx="149165" cy="148589"/>
                    <a:chOff x="6320121" y="2769636"/>
                    <a:chExt cx="149165" cy="148589"/>
                  </a:xfrm>
                  <a:solidFill>
                    <a:schemeClr val="accent1"/>
                  </a:solidFill>
                </p:grpSpPr>
                <p:sp>
                  <p:nvSpPr>
                    <p:cNvPr id="15136" name="Forme libre : forme 15135">
                      <a:extLst>
                        <a:ext uri="{FF2B5EF4-FFF2-40B4-BE49-F238E27FC236}">
                          <a16:creationId xmlns:a16="http://schemas.microsoft.com/office/drawing/2014/main" id="{C2C1AFE8-9F78-49E3-909A-D5197E1C61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20121" y="2769636"/>
                      <a:ext cx="149070" cy="148589"/>
                    </a:xfrm>
                    <a:custGeom>
                      <a:avLst/>
                      <a:gdLst>
                        <a:gd name="connsiteX0" fmla="*/ 130689 w 149070"/>
                        <a:gd name="connsiteY0" fmla="*/ 106723 h 148589"/>
                        <a:gd name="connsiteX1" fmla="*/ 122307 w 149070"/>
                        <a:gd name="connsiteY1" fmla="*/ 112248 h 148589"/>
                        <a:gd name="connsiteX2" fmla="*/ 113925 w 149070"/>
                        <a:gd name="connsiteY2" fmla="*/ 119011 h 148589"/>
                        <a:gd name="connsiteX3" fmla="*/ 109734 w 149070"/>
                        <a:gd name="connsiteY3" fmla="*/ 122344 h 148589"/>
                        <a:gd name="connsiteX4" fmla="*/ 105543 w 149070"/>
                        <a:gd name="connsiteY4" fmla="*/ 126440 h 148589"/>
                        <a:gd name="connsiteX5" fmla="*/ 97066 w 149070"/>
                        <a:gd name="connsiteY5" fmla="*/ 134536 h 148589"/>
                        <a:gd name="connsiteX6" fmla="*/ 83445 w 149070"/>
                        <a:gd name="connsiteY6" fmla="*/ 144061 h 148589"/>
                        <a:gd name="connsiteX7" fmla="*/ 67538 w 149070"/>
                        <a:gd name="connsiteY7" fmla="*/ 148252 h 148589"/>
                        <a:gd name="connsiteX8" fmla="*/ 36773 w 149070"/>
                        <a:gd name="connsiteY8" fmla="*/ 139680 h 148589"/>
                        <a:gd name="connsiteX9" fmla="*/ 12865 w 149070"/>
                        <a:gd name="connsiteY9" fmla="*/ 119582 h 148589"/>
                        <a:gd name="connsiteX10" fmla="*/ 6 w 149070"/>
                        <a:gd name="connsiteY10" fmla="*/ 89578 h 148589"/>
                        <a:gd name="connsiteX11" fmla="*/ 4483 w 149070"/>
                        <a:gd name="connsiteY11" fmla="*/ 71386 h 148589"/>
                        <a:gd name="connsiteX12" fmla="*/ 16294 w 149070"/>
                        <a:gd name="connsiteY12" fmla="*/ 54050 h 148589"/>
                        <a:gd name="connsiteX13" fmla="*/ 28009 w 149070"/>
                        <a:gd name="connsiteY13" fmla="*/ 42715 h 148589"/>
                        <a:gd name="connsiteX14" fmla="*/ 33915 w 149070"/>
                        <a:gd name="connsiteY14" fmla="*/ 37096 h 148589"/>
                        <a:gd name="connsiteX15" fmla="*/ 40487 w 149070"/>
                        <a:gd name="connsiteY15" fmla="*/ 31571 h 148589"/>
                        <a:gd name="connsiteX16" fmla="*/ 68681 w 149070"/>
                        <a:gd name="connsiteY16" fmla="*/ 10521 h 148589"/>
                        <a:gd name="connsiteX17" fmla="*/ 91160 w 149070"/>
                        <a:gd name="connsiteY17" fmla="*/ 1186 h 148589"/>
                        <a:gd name="connsiteX18" fmla="*/ 112592 w 149070"/>
                        <a:gd name="connsiteY18" fmla="*/ 901 h 148589"/>
                        <a:gd name="connsiteX19" fmla="*/ 138023 w 149070"/>
                        <a:gd name="connsiteY19" fmla="*/ 23284 h 148589"/>
                        <a:gd name="connsiteX20" fmla="*/ 147167 w 149070"/>
                        <a:gd name="connsiteY20" fmla="*/ 53574 h 148589"/>
                        <a:gd name="connsiteX21" fmla="*/ 146024 w 149070"/>
                        <a:gd name="connsiteY21" fmla="*/ 84721 h 148589"/>
                        <a:gd name="connsiteX22" fmla="*/ 140119 w 149070"/>
                        <a:gd name="connsiteY22" fmla="*/ 97389 h 148589"/>
                        <a:gd name="connsiteX23" fmla="*/ 130689 w 149070"/>
                        <a:gd name="connsiteY23" fmla="*/ 106723 h 1485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9070" h="148589">
                          <a:moveTo>
                            <a:pt x="130689" y="106723"/>
                          </a:moveTo>
                          <a:cubicBezTo>
                            <a:pt x="127927" y="108628"/>
                            <a:pt x="125069" y="109771"/>
                            <a:pt x="122307" y="112248"/>
                          </a:cubicBezTo>
                          <a:lnTo>
                            <a:pt x="113925" y="119011"/>
                          </a:lnTo>
                          <a:lnTo>
                            <a:pt x="109734" y="122344"/>
                          </a:lnTo>
                          <a:lnTo>
                            <a:pt x="105543" y="126440"/>
                          </a:lnTo>
                          <a:lnTo>
                            <a:pt x="97066" y="134536"/>
                          </a:lnTo>
                          <a:cubicBezTo>
                            <a:pt x="93065" y="138061"/>
                            <a:pt x="88494" y="141871"/>
                            <a:pt x="83445" y="144061"/>
                          </a:cubicBezTo>
                          <a:cubicBezTo>
                            <a:pt x="78397" y="146443"/>
                            <a:pt x="73063" y="147776"/>
                            <a:pt x="67538" y="148252"/>
                          </a:cubicBezTo>
                          <a:cubicBezTo>
                            <a:pt x="56680" y="149586"/>
                            <a:pt x="45440" y="147014"/>
                            <a:pt x="36773" y="139680"/>
                          </a:cubicBezTo>
                          <a:lnTo>
                            <a:pt x="12865" y="119582"/>
                          </a:lnTo>
                          <a:cubicBezTo>
                            <a:pt x="4197" y="112343"/>
                            <a:pt x="-184" y="101485"/>
                            <a:pt x="6" y="89578"/>
                          </a:cubicBezTo>
                          <a:cubicBezTo>
                            <a:pt x="292" y="83673"/>
                            <a:pt x="1816" y="77482"/>
                            <a:pt x="4483" y="71386"/>
                          </a:cubicBezTo>
                          <a:cubicBezTo>
                            <a:pt x="7340" y="65385"/>
                            <a:pt x="10579" y="59384"/>
                            <a:pt x="16294" y="54050"/>
                          </a:cubicBezTo>
                          <a:lnTo>
                            <a:pt x="28009" y="42715"/>
                          </a:lnTo>
                          <a:lnTo>
                            <a:pt x="33915" y="37096"/>
                          </a:lnTo>
                          <a:lnTo>
                            <a:pt x="40487" y="31571"/>
                          </a:lnTo>
                          <a:cubicBezTo>
                            <a:pt x="49345" y="24237"/>
                            <a:pt x="58013" y="16998"/>
                            <a:pt x="68681" y="10521"/>
                          </a:cubicBezTo>
                          <a:cubicBezTo>
                            <a:pt x="75730" y="5854"/>
                            <a:pt x="83160" y="2425"/>
                            <a:pt x="91160" y="1186"/>
                          </a:cubicBezTo>
                          <a:cubicBezTo>
                            <a:pt x="98875" y="-242"/>
                            <a:pt x="106115" y="-433"/>
                            <a:pt x="112592" y="901"/>
                          </a:cubicBezTo>
                          <a:cubicBezTo>
                            <a:pt x="125831" y="4330"/>
                            <a:pt x="134785" y="12331"/>
                            <a:pt x="138023" y="23284"/>
                          </a:cubicBezTo>
                          <a:lnTo>
                            <a:pt x="147167" y="53574"/>
                          </a:lnTo>
                          <a:cubicBezTo>
                            <a:pt x="150406" y="64528"/>
                            <a:pt x="149168" y="75958"/>
                            <a:pt x="146024" y="84721"/>
                          </a:cubicBezTo>
                          <a:cubicBezTo>
                            <a:pt x="144501" y="89483"/>
                            <a:pt x="142691" y="93960"/>
                            <a:pt x="140119" y="97389"/>
                          </a:cubicBezTo>
                          <a:cubicBezTo>
                            <a:pt x="137547" y="100627"/>
                            <a:pt x="134499" y="104152"/>
                            <a:pt x="130689" y="10672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37" name="Forme libre : forme 15136">
                      <a:extLst>
                        <a:ext uri="{FF2B5EF4-FFF2-40B4-BE49-F238E27FC236}">
                          <a16:creationId xmlns:a16="http://schemas.microsoft.com/office/drawing/2014/main" id="{A8FB07C8-6156-4AFF-8F06-4943450060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6607" y="2822257"/>
                      <a:ext cx="122680" cy="95866"/>
                    </a:xfrm>
                    <a:custGeom>
                      <a:avLst/>
                      <a:gdLst>
                        <a:gd name="connsiteX0" fmla="*/ 50768 w 122680"/>
                        <a:gd name="connsiteY0" fmla="*/ 48863 h 95866"/>
                        <a:gd name="connsiteX1" fmla="*/ 40672 w 122680"/>
                        <a:gd name="connsiteY1" fmla="*/ 60960 h 95866"/>
                        <a:gd name="connsiteX2" fmla="*/ 28575 w 122680"/>
                        <a:gd name="connsiteY2" fmla="*/ 70485 h 95866"/>
                        <a:gd name="connsiteX3" fmla="*/ 0 w 122680"/>
                        <a:gd name="connsiteY3" fmla="*/ 78296 h 95866"/>
                        <a:gd name="connsiteX4" fmla="*/ 10382 w 122680"/>
                        <a:gd name="connsiteY4" fmla="*/ 86963 h 95866"/>
                        <a:gd name="connsiteX5" fmla="*/ 41148 w 122680"/>
                        <a:gd name="connsiteY5" fmla="*/ 95536 h 95866"/>
                        <a:gd name="connsiteX6" fmla="*/ 57055 w 122680"/>
                        <a:gd name="connsiteY6" fmla="*/ 91345 h 95866"/>
                        <a:gd name="connsiteX7" fmla="*/ 70675 w 122680"/>
                        <a:gd name="connsiteY7" fmla="*/ 81820 h 95866"/>
                        <a:gd name="connsiteX8" fmla="*/ 79153 w 122680"/>
                        <a:gd name="connsiteY8" fmla="*/ 73724 h 95866"/>
                        <a:gd name="connsiteX9" fmla="*/ 83344 w 122680"/>
                        <a:gd name="connsiteY9" fmla="*/ 69628 h 95866"/>
                        <a:gd name="connsiteX10" fmla="*/ 87535 w 122680"/>
                        <a:gd name="connsiteY10" fmla="*/ 66294 h 95866"/>
                        <a:gd name="connsiteX11" fmla="*/ 95917 w 122680"/>
                        <a:gd name="connsiteY11" fmla="*/ 59531 h 95866"/>
                        <a:gd name="connsiteX12" fmla="*/ 104299 w 122680"/>
                        <a:gd name="connsiteY12" fmla="*/ 54007 h 95866"/>
                        <a:gd name="connsiteX13" fmla="*/ 113729 w 122680"/>
                        <a:gd name="connsiteY13" fmla="*/ 44768 h 95866"/>
                        <a:gd name="connsiteX14" fmla="*/ 119634 w 122680"/>
                        <a:gd name="connsiteY14" fmla="*/ 32099 h 95866"/>
                        <a:gd name="connsiteX15" fmla="*/ 120777 w 122680"/>
                        <a:gd name="connsiteY15" fmla="*/ 953 h 95866"/>
                        <a:gd name="connsiteX16" fmla="*/ 120491 w 122680"/>
                        <a:gd name="connsiteY16" fmla="*/ 0 h 95866"/>
                        <a:gd name="connsiteX17" fmla="*/ 100679 w 122680"/>
                        <a:gd name="connsiteY17" fmla="*/ 8287 h 95866"/>
                        <a:gd name="connsiteX18" fmla="*/ 91059 w 122680"/>
                        <a:gd name="connsiteY18" fmla="*/ 12764 h 95866"/>
                        <a:gd name="connsiteX19" fmla="*/ 82010 w 122680"/>
                        <a:gd name="connsiteY19" fmla="*/ 18479 h 95866"/>
                        <a:gd name="connsiteX20" fmla="*/ 73152 w 122680"/>
                        <a:gd name="connsiteY20" fmla="*/ 24384 h 95866"/>
                        <a:gd name="connsiteX21" fmla="*/ 65056 w 122680"/>
                        <a:gd name="connsiteY21" fmla="*/ 31718 h 95866"/>
                        <a:gd name="connsiteX22" fmla="*/ 57435 w 122680"/>
                        <a:gd name="connsiteY22" fmla="*/ 39529 h 95866"/>
                        <a:gd name="connsiteX23" fmla="*/ 50768 w 122680"/>
                        <a:gd name="connsiteY23" fmla="*/ 48863 h 95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22680" h="95866">
                          <a:moveTo>
                            <a:pt x="50768" y="48863"/>
                          </a:moveTo>
                          <a:cubicBezTo>
                            <a:pt x="47910" y="53435"/>
                            <a:pt x="44386" y="57245"/>
                            <a:pt x="40672" y="60960"/>
                          </a:cubicBezTo>
                          <a:cubicBezTo>
                            <a:pt x="37052" y="64770"/>
                            <a:pt x="32956" y="67913"/>
                            <a:pt x="28575" y="70485"/>
                          </a:cubicBezTo>
                          <a:cubicBezTo>
                            <a:pt x="19717" y="75533"/>
                            <a:pt x="10001" y="78581"/>
                            <a:pt x="0" y="78296"/>
                          </a:cubicBezTo>
                          <a:lnTo>
                            <a:pt x="10382" y="86963"/>
                          </a:lnTo>
                          <a:cubicBezTo>
                            <a:pt x="19050" y="94202"/>
                            <a:pt x="30289" y="96869"/>
                            <a:pt x="41148" y="95536"/>
                          </a:cubicBezTo>
                          <a:cubicBezTo>
                            <a:pt x="46672" y="95060"/>
                            <a:pt x="52006" y="93726"/>
                            <a:pt x="57055" y="91345"/>
                          </a:cubicBezTo>
                          <a:cubicBezTo>
                            <a:pt x="62103" y="89154"/>
                            <a:pt x="66580" y="85344"/>
                            <a:pt x="70675" y="81820"/>
                          </a:cubicBezTo>
                          <a:lnTo>
                            <a:pt x="79153" y="73724"/>
                          </a:lnTo>
                          <a:lnTo>
                            <a:pt x="83344" y="69628"/>
                          </a:lnTo>
                          <a:lnTo>
                            <a:pt x="87535" y="66294"/>
                          </a:lnTo>
                          <a:lnTo>
                            <a:pt x="95917" y="59531"/>
                          </a:lnTo>
                          <a:cubicBezTo>
                            <a:pt x="98679" y="57055"/>
                            <a:pt x="101536" y="55912"/>
                            <a:pt x="104299" y="54007"/>
                          </a:cubicBezTo>
                          <a:cubicBezTo>
                            <a:pt x="108109" y="51435"/>
                            <a:pt x="111157" y="48006"/>
                            <a:pt x="113729" y="44768"/>
                          </a:cubicBezTo>
                          <a:cubicBezTo>
                            <a:pt x="116300" y="41339"/>
                            <a:pt x="118110" y="36767"/>
                            <a:pt x="119634" y="32099"/>
                          </a:cubicBezTo>
                          <a:cubicBezTo>
                            <a:pt x="122777" y="23336"/>
                            <a:pt x="124016" y="11906"/>
                            <a:pt x="120777" y="953"/>
                          </a:cubicBezTo>
                          <a:lnTo>
                            <a:pt x="120491" y="0"/>
                          </a:lnTo>
                          <a:cubicBezTo>
                            <a:pt x="113729" y="2858"/>
                            <a:pt x="106966" y="4858"/>
                            <a:pt x="100679" y="8287"/>
                          </a:cubicBezTo>
                          <a:lnTo>
                            <a:pt x="91059" y="12764"/>
                          </a:lnTo>
                          <a:cubicBezTo>
                            <a:pt x="87916" y="14478"/>
                            <a:pt x="84963" y="16574"/>
                            <a:pt x="82010" y="18479"/>
                          </a:cubicBezTo>
                          <a:cubicBezTo>
                            <a:pt x="79057" y="20384"/>
                            <a:pt x="76009" y="22384"/>
                            <a:pt x="73152" y="24384"/>
                          </a:cubicBezTo>
                          <a:cubicBezTo>
                            <a:pt x="70390" y="26765"/>
                            <a:pt x="67723" y="29242"/>
                            <a:pt x="65056" y="31718"/>
                          </a:cubicBezTo>
                          <a:cubicBezTo>
                            <a:pt x="62389" y="34195"/>
                            <a:pt x="59912" y="36862"/>
                            <a:pt x="57435" y="39529"/>
                          </a:cubicBezTo>
                          <a:cubicBezTo>
                            <a:pt x="54959" y="42482"/>
                            <a:pt x="52768" y="45625"/>
                            <a:pt x="50768" y="4886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38" name="Forme libre : forme 15137">
                      <a:extLst>
                        <a:ext uri="{FF2B5EF4-FFF2-40B4-BE49-F238E27FC236}">
                          <a16:creationId xmlns:a16="http://schemas.microsoft.com/office/drawing/2014/main" id="{4B3D4894-097D-4968-9044-0C682CA3CC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77129" y="2813911"/>
                      <a:ext cx="59729" cy="54045"/>
                    </a:xfrm>
                    <a:custGeom>
                      <a:avLst/>
                      <a:gdLst>
                        <a:gd name="connsiteX0" fmla="*/ 58060 w 59729"/>
                        <a:gd name="connsiteY0" fmla="*/ 8251 h 54045"/>
                        <a:gd name="connsiteX1" fmla="*/ 57298 w 59729"/>
                        <a:gd name="connsiteY1" fmla="*/ 26253 h 54045"/>
                        <a:gd name="connsiteX2" fmla="*/ 51583 w 59729"/>
                        <a:gd name="connsiteY2" fmla="*/ 35492 h 54045"/>
                        <a:gd name="connsiteX3" fmla="*/ 47488 w 59729"/>
                        <a:gd name="connsiteY3" fmla="*/ 39588 h 54045"/>
                        <a:gd name="connsiteX4" fmla="*/ 42915 w 59729"/>
                        <a:gd name="connsiteY4" fmla="*/ 43874 h 54045"/>
                        <a:gd name="connsiteX5" fmla="*/ 32438 w 59729"/>
                        <a:gd name="connsiteY5" fmla="*/ 50161 h 54045"/>
                        <a:gd name="connsiteX6" fmla="*/ 21770 w 59729"/>
                        <a:gd name="connsiteY6" fmla="*/ 53590 h 54045"/>
                        <a:gd name="connsiteX7" fmla="*/ 4149 w 59729"/>
                        <a:gd name="connsiteY7" fmla="*/ 49304 h 54045"/>
                        <a:gd name="connsiteX8" fmla="*/ 1005 w 59729"/>
                        <a:gd name="connsiteY8" fmla="*/ 31206 h 54045"/>
                        <a:gd name="connsiteX9" fmla="*/ 6339 w 59729"/>
                        <a:gd name="connsiteY9" fmla="*/ 20062 h 54045"/>
                        <a:gd name="connsiteX10" fmla="*/ 16436 w 59729"/>
                        <a:gd name="connsiteY10" fmla="*/ 9680 h 54045"/>
                        <a:gd name="connsiteX11" fmla="*/ 22532 w 59729"/>
                        <a:gd name="connsiteY11" fmla="*/ 5393 h 54045"/>
                        <a:gd name="connsiteX12" fmla="*/ 29200 w 59729"/>
                        <a:gd name="connsiteY12" fmla="*/ 2536 h 54045"/>
                        <a:gd name="connsiteX13" fmla="*/ 41582 w 59729"/>
                        <a:gd name="connsiteY13" fmla="*/ 59 h 54045"/>
                        <a:gd name="connsiteX14" fmla="*/ 58060 w 59729"/>
                        <a:gd name="connsiteY14" fmla="*/ 8251 h 54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9729" h="54045">
                          <a:moveTo>
                            <a:pt x="58060" y="8251"/>
                          </a:moveTo>
                          <a:cubicBezTo>
                            <a:pt x="60822" y="13680"/>
                            <a:pt x="59870" y="19586"/>
                            <a:pt x="57298" y="26253"/>
                          </a:cubicBezTo>
                          <a:cubicBezTo>
                            <a:pt x="55965" y="29492"/>
                            <a:pt x="54060" y="32635"/>
                            <a:pt x="51583" y="35492"/>
                          </a:cubicBezTo>
                          <a:cubicBezTo>
                            <a:pt x="50345" y="36921"/>
                            <a:pt x="49011" y="38255"/>
                            <a:pt x="47488" y="39588"/>
                          </a:cubicBezTo>
                          <a:cubicBezTo>
                            <a:pt x="46059" y="41112"/>
                            <a:pt x="44535" y="42541"/>
                            <a:pt x="42915" y="43874"/>
                          </a:cubicBezTo>
                          <a:cubicBezTo>
                            <a:pt x="39582" y="46541"/>
                            <a:pt x="36057" y="48637"/>
                            <a:pt x="32438" y="50161"/>
                          </a:cubicBezTo>
                          <a:cubicBezTo>
                            <a:pt x="28723" y="51494"/>
                            <a:pt x="25294" y="53018"/>
                            <a:pt x="21770" y="53590"/>
                          </a:cubicBezTo>
                          <a:cubicBezTo>
                            <a:pt x="14817" y="54828"/>
                            <a:pt x="8340" y="53590"/>
                            <a:pt x="4149" y="49304"/>
                          </a:cubicBezTo>
                          <a:cubicBezTo>
                            <a:pt x="-42" y="45113"/>
                            <a:pt x="-995" y="38540"/>
                            <a:pt x="1005" y="31206"/>
                          </a:cubicBezTo>
                          <a:cubicBezTo>
                            <a:pt x="2053" y="27587"/>
                            <a:pt x="3577" y="23586"/>
                            <a:pt x="6339" y="20062"/>
                          </a:cubicBezTo>
                          <a:cubicBezTo>
                            <a:pt x="9006" y="16442"/>
                            <a:pt x="12436" y="12918"/>
                            <a:pt x="16436" y="9680"/>
                          </a:cubicBezTo>
                          <a:cubicBezTo>
                            <a:pt x="18436" y="8060"/>
                            <a:pt x="20436" y="6632"/>
                            <a:pt x="22532" y="5393"/>
                          </a:cubicBezTo>
                          <a:cubicBezTo>
                            <a:pt x="24723" y="4250"/>
                            <a:pt x="27009" y="3298"/>
                            <a:pt x="29200" y="2536"/>
                          </a:cubicBezTo>
                          <a:cubicBezTo>
                            <a:pt x="33581" y="1012"/>
                            <a:pt x="37772" y="155"/>
                            <a:pt x="41582" y="59"/>
                          </a:cubicBezTo>
                          <a:cubicBezTo>
                            <a:pt x="49011" y="-512"/>
                            <a:pt x="55393" y="3107"/>
                            <a:pt x="58060" y="8251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39" name="Forme libre : forme 15138">
                      <a:extLst>
                        <a:ext uri="{FF2B5EF4-FFF2-40B4-BE49-F238E27FC236}">
                          <a16:creationId xmlns:a16="http://schemas.microsoft.com/office/drawing/2014/main" id="{58EA1352-788F-4707-A0CD-3C38E778D3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77117" y="2839497"/>
                      <a:ext cx="52738" cy="28407"/>
                    </a:xfrm>
                    <a:custGeom>
                      <a:avLst/>
                      <a:gdLst>
                        <a:gd name="connsiteX0" fmla="*/ 3018 w 52738"/>
                        <a:gd name="connsiteY0" fmla="*/ 0 h 28407"/>
                        <a:gd name="connsiteX1" fmla="*/ 4161 w 52738"/>
                        <a:gd name="connsiteY1" fmla="*/ 23717 h 28407"/>
                        <a:gd name="connsiteX2" fmla="*/ 21782 w 52738"/>
                        <a:gd name="connsiteY2" fmla="*/ 28004 h 28407"/>
                        <a:gd name="connsiteX3" fmla="*/ 32450 w 52738"/>
                        <a:gd name="connsiteY3" fmla="*/ 24575 h 28407"/>
                        <a:gd name="connsiteX4" fmla="*/ 42927 w 52738"/>
                        <a:gd name="connsiteY4" fmla="*/ 18288 h 28407"/>
                        <a:gd name="connsiteX5" fmla="*/ 52738 w 52738"/>
                        <a:gd name="connsiteY5" fmla="*/ 8382 h 28407"/>
                        <a:gd name="connsiteX6" fmla="*/ 45499 w 52738"/>
                        <a:gd name="connsiteY6" fmla="*/ 11240 h 28407"/>
                        <a:gd name="connsiteX7" fmla="*/ 22068 w 52738"/>
                        <a:gd name="connsiteY7" fmla="*/ 11049 h 28407"/>
                        <a:gd name="connsiteX8" fmla="*/ 3018 w 52738"/>
                        <a:gd name="connsiteY8" fmla="*/ 0 h 28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738" h="28407">
                          <a:moveTo>
                            <a:pt x="3018" y="0"/>
                          </a:moveTo>
                          <a:cubicBezTo>
                            <a:pt x="-1268" y="9525"/>
                            <a:pt x="-1078" y="18383"/>
                            <a:pt x="4161" y="23717"/>
                          </a:cubicBezTo>
                          <a:cubicBezTo>
                            <a:pt x="8352" y="27908"/>
                            <a:pt x="14829" y="29147"/>
                            <a:pt x="21782" y="28004"/>
                          </a:cubicBezTo>
                          <a:cubicBezTo>
                            <a:pt x="25306" y="27432"/>
                            <a:pt x="28735" y="25908"/>
                            <a:pt x="32450" y="24575"/>
                          </a:cubicBezTo>
                          <a:cubicBezTo>
                            <a:pt x="36070" y="23051"/>
                            <a:pt x="39689" y="20955"/>
                            <a:pt x="42927" y="18288"/>
                          </a:cubicBezTo>
                          <a:cubicBezTo>
                            <a:pt x="46738" y="14954"/>
                            <a:pt x="50071" y="11811"/>
                            <a:pt x="52738" y="8382"/>
                          </a:cubicBezTo>
                          <a:cubicBezTo>
                            <a:pt x="50548" y="9716"/>
                            <a:pt x="48167" y="10668"/>
                            <a:pt x="45499" y="11240"/>
                          </a:cubicBezTo>
                          <a:cubicBezTo>
                            <a:pt x="38165" y="12954"/>
                            <a:pt x="29878" y="12859"/>
                            <a:pt x="22068" y="11049"/>
                          </a:cubicBezTo>
                          <a:cubicBezTo>
                            <a:pt x="14258" y="9144"/>
                            <a:pt x="7399" y="5810"/>
                            <a:pt x="3018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40" name="Forme libre : forme 15139">
                      <a:extLst>
                        <a:ext uri="{FF2B5EF4-FFF2-40B4-BE49-F238E27FC236}">
                          <a16:creationId xmlns:a16="http://schemas.microsoft.com/office/drawing/2014/main" id="{D15BC794-FFDD-4C46-854D-CB27BCFD1B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2865" y="2816066"/>
                      <a:ext cx="59071" cy="53063"/>
                    </a:xfrm>
                    <a:custGeom>
                      <a:avLst/>
                      <a:gdLst>
                        <a:gd name="connsiteX0" fmla="*/ 57467 w 59071"/>
                        <a:gd name="connsiteY0" fmla="*/ 8858 h 53063"/>
                        <a:gd name="connsiteX1" fmla="*/ 58992 w 59071"/>
                        <a:gd name="connsiteY1" fmla="*/ 17431 h 53063"/>
                        <a:gd name="connsiteX2" fmla="*/ 56420 w 59071"/>
                        <a:gd name="connsiteY2" fmla="*/ 26479 h 53063"/>
                        <a:gd name="connsiteX3" fmla="*/ 50895 w 59071"/>
                        <a:gd name="connsiteY3" fmla="*/ 35624 h 53063"/>
                        <a:gd name="connsiteX4" fmla="*/ 42323 w 59071"/>
                        <a:gd name="connsiteY4" fmla="*/ 43529 h 53063"/>
                        <a:gd name="connsiteX5" fmla="*/ 21463 w 59071"/>
                        <a:gd name="connsiteY5" fmla="*/ 52673 h 53063"/>
                        <a:gd name="connsiteX6" fmla="*/ 4128 w 59071"/>
                        <a:gd name="connsiteY6" fmla="*/ 48196 h 53063"/>
                        <a:gd name="connsiteX7" fmla="*/ 984 w 59071"/>
                        <a:gd name="connsiteY7" fmla="*/ 30099 h 53063"/>
                        <a:gd name="connsiteX8" fmla="*/ 16415 w 59071"/>
                        <a:gd name="connsiteY8" fmla="*/ 8954 h 53063"/>
                        <a:gd name="connsiteX9" fmla="*/ 29083 w 59071"/>
                        <a:gd name="connsiteY9" fmla="*/ 2286 h 53063"/>
                        <a:gd name="connsiteX10" fmla="*/ 41180 w 59071"/>
                        <a:gd name="connsiteY10" fmla="*/ 0 h 53063"/>
                        <a:gd name="connsiteX11" fmla="*/ 51181 w 59071"/>
                        <a:gd name="connsiteY11" fmla="*/ 2572 h 53063"/>
                        <a:gd name="connsiteX12" fmla="*/ 57467 w 59071"/>
                        <a:gd name="connsiteY12" fmla="*/ 8858 h 5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9071" h="53063">
                          <a:moveTo>
                            <a:pt x="57467" y="8858"/>
                          </a:moveTo>
                          <a:cubicBezTo>
                            <a:pt x="58801" y="11525"/>
                            <a:pt x="59277" y="14478"/>
                            <a:pt x="58992" y="17431"/>
                          </a:cubicBezTo>
                          <a:cubicBezTo>
                            <a:pt x="58801" y="20479"/>
                            <a:pt x="57753" y="23241"/>
                            <a:pt x="56420" y="26479"/>
                          </a:cubicBezTo>
                          <a:cubicBezTo>
                            <a:pt x="55086" y="29718"/>
                            <a:pt x="53276" y="32766"/>
                            <a:pt x="50895" y="35624"/>
                          </a:cubicBezTo>
                          <a:cubicBezTo>
                            <a:pt x="48609" y="38576"/>
                            <a:pt x="45561" y="40577"/>
                            <a:pt x="42323" y="43529"/>
                          </a:cubicBezTo>
                          <a:cubicBezTo>
                            <a:pt x="35941" y="48959"/>
                            <a:pt x="28226" y="51340"/>
                            <a:pt x="21463" y="52673"/>
                          </a:cubicBezTo>
                          <a:cubicBezTo>
                            <a:pt x="14605" y="53816"/>
                            <a:pt x="8223" y="52483"/>
                            <a:pt x="4128" y="48196"/>
                          </a:cubicBezTo>
                          <a:cubicBezTo>
                            <a:pt x="32" y="43910"/>
                            <a:pt x="-1016" y="37338"/>
                            <a:pt x="984" y="30099"/>
                          </a:cubicBezTo>
                          <a:cubicBezTo>
                            <a:pt x="2794" y="22670"/>
                            <a:pt x="8700" y="15430"/>
                            <a:pt x="16415" y="8954"/>
                          </a:cubicBezTo>
                          <a:cubicBezTo>
                            <a:pt x="20130" y="5620"/>
                            <a:pt x="24987" y="3810"/>
                            <a:pt x="29083" y="2286"/>
                          </a:cubicBezTo>
                          <a:cubicBezTo>
                            <a:pt x="33370" y="857"/>
                            <a:pt x="37465" y="95"/>
                            <a:pt x="41180" y="0"/>
                          </a:cubicBezTo>
                          <a:cubicBezTo>
                            <a:pt x="44895" y="0"/>
                            <a:pt x="48514" y="1143"/>
                            <a:pt x="51181" y="2572"/>
                          </a:cubicBezTo>
                          <a:cubicBezTo>
                            <a:pt x="54039" y="4096"/>
                            <a:pt x="56134" y="6191"/>
                            <a:pt x="57467" y="885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41" name="Forme libre : forme 15140">
                      <a:extLst>
                        <a:ext uri="{FF2B5EF4-FFF2-40B4-BE49-F238E27FC236}">
                          <a16:creationId xmlns:a16="http://schemas.microsoft.com/office/drawing/2014/main" id="{9FF8465D-6C78-4C71-A234-0AA0A46EBF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1893" y="2843648"/>
                      <a:ext cx="98611" cy="55632"/>
                    </a:xfrm>
                    <a:custGeom>
                      <a:avLst/>
                      <a:gdLst>
                        <a:gd name="connsiteX0" fmla="*/ 21477 w 98611"/>
                        <a:gd name="connsiteY0" fmla="*/ 42522 h 55632"/>
                        <a:gd name="connsiteX1" fmla="*/ 37860 w 98611"/>
                        <a:gd name="connsiteY1" fmla="*/ 54143 h 55632"/>
                        <a:gd name="connsiteX2" fmla="*/ 75293 w 98611"/>
                        <a:gd name="connsiteY2" fmla="*/ 46523 h 55632"/>
                        <a:gd name="connsiteX3" fmla="*/ 81866 w 98611"/>
                        <a:gd name="connsiteY3" fmla="*/ 41951 h 55632"/>
                        <a:gd name="connsiteX4" fmla="*/ 87771 w 98611"/>
                        <a:gd name="connsiteY4" fmla="*/ 37379 h 55632"/>
                        <a:gd name="connsiteX5" fmla="*/ 96439 w 98611"/>
                        <a:gd name="connsiteY5" fmla="*/ 25377 h 55632"/>
                        <a:gd name="connsiteX6" fmla="*/ 93676 w 98611"/>
                        <a:gd name="connsiteY6" fmla="*/ 4041 h 55632"/>
                        <a:gd name="connsiteX7" fmla="*/ 79008 w 98611"/>
                        <a:gd name="connsiteY7" fmla="*/ 1374 h 55632"/>
                        <a:gd name="connsiteX8" fmla="*/ 41670 w 98611"/>
                        <a:gd name="connsiteY8" fmla="*/ 1184 h 55632"/>
                        <a:gd name="connsiteX9" fmla="*/ 20048 w 98611"/>
                        <a:gd name="connsiteY9" fmla="*/ 231 h 55632"/>
                        <a:gd name="connsiteX10" fmla="*/ 1094 w 98611"/>
                        <a:gd name="connsiteY10" fmla="*/ 11375 h 55632"/>
                        <a:gd name="connsiteX11" fmla="*/ 21477 w 98611"/>
                        <a:gd name="connsiteY11" fmla="*/ 42522 h 556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8611" h="55632">
                          <a:moveTo>
                            <a:pt x="21477" y="42522"/>
                          </a:moveTo>
                          <a:cubicBezTo>
                            <a:pt x="26335" y="47189"/>
                            <a:pt x="31383" y="51952"/>
                            <a:pt x="37860" y="54143"/>
                          </a:cubicBezTo>
                          <a:cubicBezTo>
                            <a:pt x="50148" y="58429"/>
                            <a:pt x="64340" y="52714"/>
                            <a:pt x="75293" y="46523"/>
                          </a:cubicBezTo>
                          <a:cubicBezTo>
                            <a:pt x="77579" y="45094"/>
                            <a:pt x="79770" y="43570"/>
                            <a:pt x="81866" y="41951"/>
                          </a:cubicBezTo>
                          <a:cubicBezTo>
                            <a:pt x="83961" y="40427"/>
                            <a:pt x="85961" y="39093"/>
                            <a:pt x="87771" y="37379"/>
                          </a:cubicBezTo>
                          <a:cubicBezTo>
                            <a:pt x="91486" y="34140"/>
                            <a:pt x="94343" y="29759"/>
                            <a:pt x="96439" y="25377"/>
                          </a:cubicBezTo>
                          <a:cubicBezTo>
                            <a:pt x="99487" y="19091"/>
                            <a:pt x="99963" y="8899"/>
                            <a:pt x="93676" y="4041"/>
                          </a:cubicBezTo>
                          <a:cubicBezTo>
                            <a:pt x="89771" y="1088"/>
                            <a:pt x="84247" y="1279"/>
                            <a:pt x="79008" y="1374"/>
                          </a:cubicBezTo>
                          <a:cubicBezTo>
                            <a:pt x="67007" y="2422"/>
                            <a:pt x="54053" y="2231"/>
                            <a:pt x="41670" y="1184"/>
                          </a:cubicBezTo>
                          <a:cubicBezTo>
                            <a:pt x="36432" y="803"/>
                            <a:pt x="28144" y="-531"/>
                            <a:pt x="20048" y="231"/>
                          </a:cubicBezTo>
                          <a:cubicBezTo>
                            <a:pt x="11762" y="898"/>
                            <a:pt x="4237" y="3946"/>
                            <a:pt x="1094" y="11375"/>
                          </a:cubicBezTo>
                          <a:cubicBezTo>
                            <a:pt x="-4812" y="24711"/>
                            <a:pt x="14810" y="35950"/>
                            <a:pt x="21477" y="4252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42" name="Forme libre : forme 15141">
                      <a:extLst>
                        <a:ext uri="{FF2B5EF4-FFF2-40B4-BE49-F238E27FC236}">
                          <a16:creationId xmlns:a16="http://schemas.microsoft.com/office/drawing/2014/main" id="{CD097550-E887-4C9E-9BE2-0C30DE22DA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55820" y="2830982"/>
                      <a:ext cx="18554" cy="32480"/>
                    </a:xfrm>
                    <a:custGeom>
                      <a:avLst/>
                      <a:gdLst>
                        <a:gd name="connsiteX0" fmla="*/ 692 w 18554"/>
                        <a:gd name="connsiteY0" fmla="*/ 26899 h 32480"/>
                        <a:gd name="connsiteX1" fmla="*/ 2883 w 18554"/>
                        <a:gd name="connsiteY1" fmla="*/ 31280 h 32480"/>
                        <a:gd name="connsiteX2" fmla="*/ 7646 w 18554"/>
                        <a:gd name="connsiteY2" fmla="*/ 32042 h 32480"/>
                        <a:gd name="connsiteX3" fmla="*/ 11075 w 18554"/>
                        <a:gd name="connsiteY3" fmla="*/ 28137 h 32480"/>
                        <a:gd name="connsiteX4" fmla="*/ 17076 w 18554"/>
                        <a:gd name="connsiteY4" fmla="*/ 16231 h 32480"/>
                        <a:gd name="connsiteX5" fmla="*/ 18504 w 18554"/>
                        <a:gd name="connsiteY5" fmla="*/ 10992 h 32480"/>
                        <a:gd name="connsiteX6" fmla="*/ 6122 w 18554"/>
                        <a:gd name="connsiteY6" fmla="*/ 3562 h 32480"/>
                        <a:gd name="connsiteX7" fmla="*/ 692 w 18554"/>
                        <a:gd name="connsiteY7" fmla="*/ 26899 h 32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554" h="32480">
                          <a:moveTo>
                            <a:pt x="692" y="26899"/>
                          </a:moveTo>
                          <a:cubicBezTo>
                            <a:pt x="1074" y="28613"/>
                            <a:pt x="1645" y="30233"/>
                            <a:pt x="2883" y="31280"/>
                          </a:cubicBezTo>
                          <a:cubicBezTo>
                            <a:pt x="4026" y="32423"/>
                            <a:pt x="5931" y="32900"/>
                            <a:pt x="7646" y="32042"/>
                          </a:cubicBezTo>
                          <a:cubicBezTo>
                            <a:pt x="9170" y="31280"/>
                            <a:pt x="10122" y="29661"/>
                            <a:pt x="11075" y="28137"/>
                          </a:cubicBezTo>
                          <a:cubicBezTo>
                            <a:pt x="13456" y="24327"/>
                            <a:pt x="15456" y="20327"/>
                            <a:pt x="17076" y="16231"/>
                          </a:cubicBezTo>
                          <a:cubicBezTo>
                            <a:pt x="17742" y="14516"/>
                            <a:pt x="18409" y="12802"/>
                            <a:pt x="18504" y="10992"/>
                          </a:cubicBezTo>
                          <a:cubicBezTo>
                            <a:pt x="19171" y="3658"/>
                            <a:pt x="13170" y="-5010"/>
                            <a:pt x="6122" y="3562"/>
                          </a:cubicBezTo>
                          <a:cubicBezTo>
                            <a:pt x="597" y="10325"/>
                            <a:pt x="-1118" y="20041"/>
                            <a:pt x="692" y="2689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43" name="Forme libre : forme 15142">
                      <a:extLst>
                        <a:ext uri="{FF2B5EF4-FFF2-40B4-BE49-F238E27FC236}">
                          <a16:creationId xmlns:a16="http://schemas.microsoft.com/office/drawing/2014/main" id="{0B011D6C-5932-437D-B24C-EEA71BCDE6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50048" y="2820161"/>
                      <a:ext cx="14035" cy="53721"/>
                    </a:xfrm>
                    <a:custGeom>
                      <a:avLst/>
                      <a:gdLst>
                        <a:gd name="connsiteX0" fmla="*/ 11811 w 14035"/>
                        <a:gd name="connsiteY0" fmla="*/ 0 h 53721"/>
                        <a:gd name="connsiteX1" fmla="*/ 13907 w 14035"/>
                        <a:gd name="connsiteY1" fmla="*/ 18193 h 53721"/>
                        <a:gd name="connsiteX2" fmla="*/ 10477 w 14035"/>
                        <a:gd name="connsiteY2" fmla="*/ 35243 h 53721"/>
                        <a:gd name="connsiteX3" fmla="*/ 0 w 14035"/>
                        <a:gd name="connsiteY3" fmla="*/ 53721 h 53721"/>
                        <a:gd name="connsiteX4" fmla="*/ 2191 w 14035"/>
                        <a:gd name="connsiteY4" fmla="*/ 49816 h 53721"/>
                        <a:gd name="connsiteX5" fmla="*/ 6668 w 14035"/>
                        <a:gd name="connsiteY5" fmla="*/ 39338 h 53721"/>
                        <a:gd name="connsiteX6" fmla="*/ 10763 w 14035"/>
                        <a:gd name="connsiteY6" fmla="*/ 22384 h 53721"/>
                        <a:gd name="connsiteX7" fmla="*/ 11811 w 14035"/>
                        <a:gd name="connsiteY7" fmla="*/ 0 h 537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035" h="53721">
                          <a:moveTo>
                            <a:pt x="11811" y="0"/>
                          </a:moveTo>
                          <a:cubicBezTo>
                            <a:pt x="11811" y="0"/>
                            <a:pt x="14668" y="7811"/>
                            <a:pt x="13907" y="18193"/>
                          </a:cubicBezTo>
                          <a:cubicBezTo>
                            <a:pt x="13525" y="23241"/>
                            <a:pt x="12478" y="28956"/>
                            <a:pt x="10477" y="35243"/>
                          </a:cubicBezTo>
                          <a:cubicBezTo>
                            <a:pt x="8382" y="41529"/>
                            <a:pt x="5049" y="46768"/>
                            <a:pt x="0" y="53721"/>
                          </a:cubicBezTo>
                          <a:cubicBezTo>
                            <a:pt x="0" y="53721"/>
                            <a:pt x="952" y="52388"/>
                            <a:pt x="2191" y="49816"/>
                          </a:cubicBezTo>
                          <a:cubicBezTo>
                            <a:pt x="3429" y="47054"/>
                            <a:pt x="5049" y="43720"/>
                            <a:pt x="6668" y="39338"/>
                          </a:cubicBezTo>
                          <a:cubicBezTo>
                            <a:pt x="8287" y="34862"/>
                            <a:pt x="9811" y="29147"/>
                            <a:pt x="10763" y="22384"/>
                          </a:cubicBezTo>
                          <a:cubicBezTo>
                            <a:pt x="12002" y="16097"/>
                            <a:pt x="12668" y="8573"/>
                            <a:pt x="1181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44" name="Forme libre : forme 15143">
                      <a:extLst>
                        <a:ext uri="{FF2B5EF4-FFF2-40B4-BE49-F238E27FC236}">
                          <a16:creationId xmlns:a16="http://schemas.microsoft.com/office/drawing/2014/main" id="{914C2B5D-C0CD-4238-85F6-9AA005ED6B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25534" y="2823591"/>
                      <a:ext cx="15739" cy="65532"/>
                    </a:xfrm>
                    <a:custGeom>
                      <a:avLst/>
                      <a:gdLst>
                        <a:gd name="connsiteX0" fmla="*/ 15739 w 15739"/>
                        <a:gd name="connsiteY0" fmla="*/ 0 h 65532"/>
                        <a:gd name="connsiteX1" fmla="*/ 10690 w 15739"/>
                        <a:gd name="connsiteY1" fmla="*/ 6096 h 65532"/>
                        <a:gd name="connsiteX2" fmla="*/ 2880 w 15739"/>
                        <a:gd name="connsiteY2" fmla="*/ 21812 h 65532"/>
                        <a:gd name="connsiteX3" fmla="*/ 404 w 15739"/>
                        <a:gd name="connsiteY3" fmla="*/ 42958 h 65532"/>
                        <a:gd name="connsiteX4" fmla="*/ 11833 w 15739"/>
                        <a:gd name="connsiteY4" fmla="*/ 65532 h 65532"/>
                        <a:gd name="connsiteX5" fmla="*/ 4023 w 15739"/>
                        <a:gd name="connsiteY5" fmla="*/ 46387 h 65532"/>
                        <a:gd name="connsiteX6" fmla="*/ 4023 w 15739"/>
                        <a:gd name="connsiteY6" fmla="*/ 25527 h 65532"/>
                        <a:gd name="connsiteX7" fmla="*/ 15739 w 15739"/>
                        <a:gd name="connsiteY7" fmla="*/ 0 h 65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739" h="65532">
                          <a:moveTo>
                            <a:pt x="15739" y="0"/>
                          </a:moveTo>
                          <a:cubicBezTo>
                            <a:pt x="15739" y="0"/>
                            <a:pt x="13548" y="2191"/>
                            <a:pt x="10690" y="6096"/>
                          </a:cubicBezTo>
                          <a:cubicBezTo>
                            <a:pt x="8024" y="9906"/>
                            <a:pt x="5071" y="15430"/>
                            <a:pt x="2880" y="21812"/>
                          </a:cubicBezTo>
                          <a:cubicBezTo>
                            <a:pt x="689" y="28194"/>
                            <a:pt x="-740" y="35433"/>
                            <a:pt x="404" y="42958"/>
                          </a:cubicBezTo>
                          <a:cubicBezTo>
                            <a:pt x="1642" y="50482"/>
                            <a:pt x="5071" y="58198"/>
                            <a:pt x="11833" y="65532"/>
                          </a:cubicBezTo>
                          <a:cubicBezTo>
                            <a:pt x="11833" y="65532"/>
                            <a:pt x="6595" y="58198"/>
                            <a:pt x="4023" y="46387"/>
                          </a:cubicBezTo>
                          <a:cubicBezTo>
                            <a:pt x="2785" y="40481"/>
                            <a:pt x="2594" y="33433"/>
                            <a:pt x="4023" y="25527"/>
                          </a:cubicBezTo>
                          <a:cubicBezTo>
                            <a:pt x="5738" y="17812"/>
                            <a:pt x="8405" y="8954"/>
                            <a:pt x="1573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45" name="Forme libre : forme 15144">
                      <a:extLst>
                        <a:ext uri="{FF2B5EF4-FFF2-40B4-BE49-F238E27FC236}">
                          <a16:creationId xmlns:a16="http://schemas.microsoft.com/office/drawing/2014/main" id="{2769309B-04A1-4AD5-9BD0-1E2B619F9E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93894" y="2820620"/>
                      <a:ext cx="25653" cy="16590"/>
                    </a:xfrm>
                    <a:custGeom>
                      <a:avLst/>
                      <a:gdLst>
                        <a:gd name="connsiteX0" fmla="*/ 25578 w 25653"/>
                        <a:gd name="connsiteY0" fmla="*/ 4113 h 16590"/>
                        <a:gd name="connsiteX1" fmla="*/ 14434 w 25653"/>
                        <a:gd name="connsiteY1" fmla="*/ 14972 h 16590"/>
                        <a:gd name="connsiteX2" fmla="*/ 146 w 25653"/>
                        <a:gd name="connsiteY2" fmla="*/ 13257 h 16590"/>
                        <a:gd name="connsiteX3" fmla="*/ 11100 w 25653"/>
                        <a:gd name="connsiteY3" fmla="*/ 1161 h 16590"/>
                        <a:gd name="connsiteX4" fmla="*/ 25578 w 25653"/>
                        <a:gd name="connsiteY4" fmla="*/ 4113 h 16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53" h="16590">
                          <a:moveTo>
                            <a:pt x="25578" y="4113"/>
                          </a:moveTo>
                          <a:cubicBezTo>
                            <a:pt x="26340" y="8114"/>
                            <a:pt x="21197" y="12400"/>
                            <a:pt x="14434" y="14972"/>
                          </a:cubicBezTo>
                          <a:cubicBezTo>
                            <a:pt x="7766" y="17639"/>
                            <a:pt x="1289" y="16972"/>
                            <a:pt x="146" y="13257"/>
                          </a:cubicBezTo>
                          <a:cubicBezTo>
                            <a:pt x="-901" y="9543"/>
                            <a:pt x="3766" y="3732"/>
                            <a:pt x="11100" y="1161"/>
                          </a:cubicBezTo>
                          <a:cubicBezTo>
                            <a:pt x="18530" y="-1221"/>
                            <a:pt x="24912" y="208"/>
                            <a:pt x="25578" y="411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46" name="Forme libre : forme 15145">
                      <a:extLst>
                        <a:ext uri="{FF2B5EF4-FFF2-40B4-BE49-F238E27FC236}">
                          <a16:creationId xmlns:a16="http://schemas.microsoft.com/office/drawing/2014/main" id="{07FED96A-4C10-4249-A324-546431AB5C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15036" y="2819818"/>
                      <a:ext cx="7020" cy="6497"/>
                    </a:xfrm>
                    <a:custGeom>
                      <a:avLst/>
                      <a:gdLst>
                        <a:gd name="connsiteX0" fmla="*/ 6627 w 7020"/>
                        <a:gd name="connsiteY0" fmla="*/ 1296 h 6497"/>
                        <a:gd name="connsiteX1" fmla="*/ 5198 w 7020"/>
                        <a:gd name="connsiteY1" fmla="*/ 5868 h 6497"/>
                        <a:gd name="connsiteX2" fmla="*/ 436 w 7020"/>
                        <a:gd name="connsiteY2" fmla="*/ 5201 h 6497"/>
                        <a:gd name="connsiteX3" fmla="*/ 1865 w 7020"/>
                        <a:gd name="connsiteY3" fmla="*/ 629 h 6497"/>
                        <a:gd name="connsiteX4" fmla="*/ 6627 w 7020"/>
                        <a:gd name="connsiteY4" fmla="*/ 1296 h 6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20" h="6497">
                          <a:moveTo>
                            <a:pt x="6627" y="1296"/>
                          </a:moveTo>
                          <a:cubicBezTo>
                            <a:pt x="7484" y="2725"/>
                            <a:pt x="6913" y="4820"/>
                            <a:pt x="5198" y="5868"/>
                          </a:cubicBezTo>
                          <a:cubicBezTo>
                            <a:pt x="3579" y="6916"/>
                            <a:pt x="1389" y="6630"/>
                            <a:pt x="436" y="5201"/>
                          </a:cubicBezTo>
                          <a:cubicBezTo>
                            <a:pt x="-516" y="3773"/>
                            <a:pt x="150" y="1677"/>
                            <a:pt x="1865" y="629"/>
                          </a:cubicBezTo>
                          <a:cubicBezTo>
                            <a:pt x="3675" y="-418"/>
                            <a:pt x="5770" y="-132"/>
                            <a:pt x="6627" y="12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47" name="Forme libre : forme 15146">
                      <a:extLst>
                        <a:ext uri="{FF2B5EF4-FFF2-40B4-BE49-F238E27FC236}">
                          <a16:creationId xmlns:a16="http://schemas.microsoft.com/office/drawing/2014/main" id="{C9E1BA3F-D643-4F1F-AB83-9C90B73E9B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73372" y="2780845"/>
                      <a:ext cx="78937" cy="39673"/>
                    </a:xfrm>
                    <a:custGeom>
                      <a:avLst/>
                      <a:gdLst>
                        <a:gd name="connsiteX0" fmla="*/ 62865 w 78937"/>
                        <a:gd name="connsiteY0" fmla="*/ 5979 h 39673"/>
                        <a:gd name="connsiteX1" fmla="*/ 78105 w 78937"/>
                        <a:gd name="connsiteY1" fmla="*/ 29315 h 39673"/>
                        <a:gd name="connsiteX2" fmla="*/ 76485 w 78937"/>
                        <a:gd name="connsiteY2" fmla="*/ 38840 h 39673"/>
                        <a:gd name="connsiteX3" fmla="*/ 67532 w 78937"/>
                        <a:gd name="connsiteY3" fmla="*/ 37221 h 39673"/>
                        <a:gd name="connsiteX4" fmla="*/ 40957 w 78937"/>
                        <a:gd name="connsiteY4" fmla="*/ 22743 h 39673"/>
                        <a:gd name="connsiteX5" fmla="*/ 31528 w 78937"/>
                        <a:gd name="connsiteY5" fmla="*/ 24648 h 39673"/>
                        <a:gd name="connsiteX6" fmla="*/ 17431 w 78937"/>
                        <a:gd name="connsiteY6" fmla="*/ 28458 h 39673"/>
                        <a:gd name="connsiteX7" fmla="*/ 0 w 78937"/>
                        <a:gd name="connsiteY7" fmla="*/ 27315 h 39673"/>
                        <a:gd name="connsiteX8" fmla="*/ 15335 w 78937"/>
                        <a:gd name="connsiteY8" fmla="*/ 9504 h 39673"/>
                        <a:gd name="connsiteX9" fmla="*/ 39052 w 78937"/>
                        <a:gd name="connsiteY9" fmla="*/ 169 h 39673"/>
                        <a:gd name="connsiteX10" fmla="*/ 62865 w 78937"/>
                        <a:gd name="connsiteY10" fmla="*/ 5979 h 39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8937" h="39673">
                          <a:moveTo>
                            <a:pt x="62865" y="5979"/>
                          </a:moveTo>
                          <a:cubicBezTo>
                            <a:pt x="70771" y="11789"/>
                            <a:pt x="75057" y="20648"/>
                            <a:pt x="78105" y="29315"/>
                          </a:cubicBezTo>
                          <a:cubicBezTo>
                            <a:pt x="79248" y="32649"/>
                            <a:pt x="79629" y="36745"/>
                            <a:pt x="76485" y="38840"/>
                          </a:cubicBezTo>
                          <a:cubicBezTo>
                            <a:pt x="73723" y="40746"/>
                            <a:pt x="70104" y="39031"/>
                            <a:pt x="67532" y="37221"/>
                          </a:cubicBezTo>
                          <a:cubicBezTo>
                            <a:pt x="59722" y="31601"/>
                            <a:pt x="52197" y="23124"/>
                            <a:pt x="40957" y="22743"/>
                          </a:cubicBezTo>
                          <a:cubicBezTo>
                            <a:pt x="39243" y="22743"/>
                            <a:pt x="35719" y="23505"/>
                            <a:pt x="31528" y="24648"/>
                          </a:cubicBezTo>
                          <a:cubicBezTo>
                            <a:pt x="27241" y="25791"/>
                            <a:pt x="22384" y="27125"/>
                            <a:pt x="17431" y="28458"/>
                          </a:cubicBezTo>
                          <a:cubicBezTo>
                            <a:pt x="8477" y="31316"/>
                            <a:pt x="0" y="33030"/>
                            <a:pt x="0" y="27315"/>
                          </a:cubicBezTo>
                          <a:cubicBezTo>
                            <a:pt x="285" y="21696"/>
                            <a:pt x="6191" y="14456"/>
                            <a:pt x="15335" y="9504"/>
                          </a:cubicBezTo>
                          <a:cubicBezTo>
                            <a:pt x="24193" y="4455"/>
                            <a:pt x="33528" y="359"/>
                            <a:pt x="39052" y="169"/>
                          </a:cubicBezTo>
                          <a:cubicBezTo>
                            <a:pt x="48673" y="-688"/>
                            <a:pt x="57055" y="1788"/>
                            <a:pt x="62865" y="597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38" name="Graphique 1">
                    <a:extLst>
                      <a:ext uri="{FF2B5EF4-FFF2-40B4-BE49-F238E27FC236}">
                        <a16:creationId xmlns:a16="http://schemas.microsoft.com/office/drawing/2014/main" id="{9F10DB09-9D0F-462B-A24F-40BE55D9B26C}"/>
                      </a:ext>
                    </a:extLst>
                  </p:cNvPr>
                  <p:cNvGrpSpPr/>
                  <p:nvPr/>
                </p:nvGrpSpPr>
                <p:grpSpPr>
                  <a:xfrm>
                    <a:off x="6456801" y="2742203"/>
                    <a:ext cx="166354" cy="118404"/>
                    <a:chOff x="6456801" y="2742203"/>
                    <a:chExt cx="166354" cy="118404"/>
                  </a:xfrm>
                  <a:solidFill>
                    <a:schemeClr val="accent1"/>
                  </a:solidFill>
                </p:grpSpPr>
                <p:sp>
                  <p:nvSpPr>
                    <p:cNvPr id="15124" name="Forme libre : forme 15123">
                      <a:extLst>
                        <a:ext uri="{FF2B5EF4-FFF2-40B4-BE49-F238E27FC236}">
                          <a16:creationId xmlns:a16="http://schemas.microsoft.com/office/drawing/2014/main" id="{95CDB107-68C6-494B-B3F3-F6E998B1BC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56801" y="2742203"/>
                      <a:ext cx="166354" cy="118404"/>
                    </a:xfrm>
                    <a:custGeom>
                      <a:avLst/>
                      <a:gdLst>
                        <a:gd name="connsiteX0" fmla="*/ 92593 w 166354"/>
                        <a:gd name="connsiteY0" fmla="*/ 117582 h 118404"/>
                        <a:gd name="connsiteX1" fmla="*/ 86116 w 166354"/>
                        <a:gd name="connsiteY1" fmla="*/ 116153 h 118404"/>
                        <a:gd name="connsiteX2" fmla="*/ 82687 w 166354"/>
                        <a:gd name="connsiteY2" fmla="*/ 115867 h 118404"/>
                        <a:gd name="connsiteX3" fmla="*/ 78496 w 166354"/>
                        <a:gd name="connsiteY3" fmla="*/ 115486 h 118404"/>
                        <a:gd name="connsiteX4" fmla="*/ 55827 w 166354"/>
                        <a:gd name="connsiteY4" fmla="*/ 115582 h 118404"/>
                        <a:gd name="connsiteX5" fmla="*/ 41444 w 166354"/>
                        <a:gd name="connsiteY5" fmla="*/ 113391 h 118404"/>
                        <a:gd name="connsiteX6" fmla="*/ 28966 w 166354"/>
                        <a:gd name="connsiteY6" fmla="*/ 106724 h 118404"/>
                        <a:gd name="connsiteX7" fmla="*/ 18012 w 166354"/>
                        <a:gd name="connsiteY7" fmla="*/ 95579 h 118404"/>
                        <a:gd name="connsiteX8" fmla="*/ 10487 w 166354"/>
                        <a:gd name="connsiteY8" fmla="*/ 81101 h 118404"/>
                        <a:gd name="connsiteX9" fmla="*/ 1343 w 166354"/>
                        <a:gd name="connsiteY9" fmla="*/ 50812 h 118404"/>
                        <a:gd name="connsiteX10" fmla="*/ 962 w 166354"/>
                        <a:gd name="connsiteY10" fmla="*/ 33952 h 118404"/>
                        <a:gd name="connsiteX11" fmla="*/ 9821 w 166354"/>
                        <a:gd name="connsiteY11" fmla="*/ 18236 h 118404"/>
                        <a:gd name="connsiteX12" fmla="*/ 27061 w 166354"/>
                        <a:gd name="connsiteY12" fmla="*/ 5854 h 118404"/>
                        <a:gd name="connsiteX13" fmla="*/ 49540 w 166354"/>
                        <a:gd name="connsiteY13" fmla="*/ 520 h 118404"/>
                        <a:gd name="connsiteX14" fmla="*/ 82782 w 166354"/>
                        <a:gd name="connsiteY14" fmla="*/ 139 h 118404"/>
                        <a:gd name="connsiteX15" fmla="*/ 92498 w 166354"/>
                        <a:gd name="connsiteY15" fmla="*/ 806 h 118404"/>
                        <a:gd name="connsiteX16" fmla="*/ 103071 w 166354"/>
                        <a:gd name="connsiteY16" fmla="*/ 1949 h 118404"/>
                        <a:gd name="connsiteX17" fmla="*/ 123930 w 166354"/>
                        <a:gd name="connsiteY17" fmla="*/ 6330 h 118404"/>
                        <a:gd name="connsiteX18" fmla="*/ 148505 w 166354"/>
                        <a:gd name="connsiteY18" fmla="*/ 19093 h 118404"/>
                        <a:gd name="connsiteX19" fmla="*/ 162792 w 166354"/>
                        <a:gd name="connsiteY19" fmla="*/ 37001 h 118404"/>
                        <a:gd name="connsiteX20" fmla="*/ 159935 w 166354"/>
                        <a:gd name="connsiteY20" fmla="*/ 71005 h 118404"/>
                        <a:gd name="connsiteX21" fmla="*/ 140599 w 166354"/>
                        <a:gd name="connsiteY21" fmla="*/ 96436 h 118404"/>
                        <a:gd name="connsiteX22" fmla="*/ 114691 w 166354"/>
                        <a:gd name="connsiteY22" fmla="*/ 114629 h 118404"/>
                        <a:gd name="connsiteX23" fmla="*/ 102404 w 166354"/>
                        <a:gd name="connsiteY23" fmla="*/ 118153 h 118404"/>
                        <a:gd name="connsiteX24" fmla="*/ 92593 w 166354"/>
                        <a:gd name="connsiteY24" fmla="*/ 117582 h 118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66354" h="118404">
                          <a:moveTo>
                            <a:pt x="92593" y="117582"/>
                          </a:moveTo>
                          <a:cubicBezTo>
                            <a:pt x="90402" y="117296"/>
                            <a:pt x="88307" y="116534"/>
                            <a:pt x="86116" y="116153"/>
                          </a:cubicBezTo>
                          <a:lnTo>
                            <a:pt x="82687" y="115867"/>
                          </a:lnTo>
                          <a:cubicBezTo>
                            <a:pt x="81449" y="115772"/>
                            <a:pt x="80782" y="115486"/>
                            <a:pt x="78496" y="115486"/>
                          </a:cubicBezTo>
                          <a:cubicBezTo>
                            <a:pt x="70972" y="115582"/>
                            <a:pt x="62780" y="114915"/>
                            <a:pt x="55827" y="115582"/>
                          </a:cubicBezTo>
                          <a:cubicBezTo>
                            <a:pt x="50873" y="115963"/>
                            <a:pt x="46111" y="115201"/>
                            <a:pt x="41444" y="113391"/>
                          </a:cubicBezTo>
                          <a:cubicBezTo>
                            <a:pt x="37157" y="112058"/>
                            <a:pt x="33062" y="109772"/>
                            <a:pt x="28966" y="106724"/>
                          </a:cubicBezTo>
                          <a:cubicBezTo>
                            <a:pt x="24966" y="103676"/>
                            <a:pt x="21060" y="99580"/>
                            <a:pt x="18012" y="95579"/>
                          </a:cubicBezTo>
                          <a:cubicBezTo>
                            <a:pt x="14869" y="91388"/>
                            <a:pt x="12107" y="86531"/>
                            <a:pt x="10487" y="81101"/>
                          </a:cubicBezTo>
                          <a:lnTo>
                            <a:pt x="1343" y="50812"/>
                          </a:lnTo>
                          <a:cubicBezTo>
                            <a:pt x="-276" y="45383"/>
                            <a:pt x="-466" y="39667"/>
                            <a:pt x="962" y="33952"/>
                          </a:cubicBezTo>
                          <a:cubicBezTo>
                            <a:pt x="2391" y="28047"/>
                            <a:pt x="5439" y="22999"/>
                            <a:pt x="9821" y="18236"/>
                          </a:cubicBezTo>
                          <a:cubicBezTo>
                            <a:pt x="14298" y="13474"/>
                            <a:pt x="20203" y="9092"/>
                            <a:pt x="27061" y="5854"/>
                          </a:cubicBezTo>
                          <a:cubicBezTo>
                            <a:pt x="33728" y="3092"/>
                            <a:pt x="41444" y="1186"/>
                            <a:pt x="49540" y="520"/>
                          </a:cubicBezTo>
                          <a:cubicBezTo>
                            <a:pt x="61065" y="-433"/>
                            <a:pt x="71638" y="234"/>
                            <a:pt x="82782" y="139"/>
                          </a:cubicBezTo>
                          <a:cubicBezTo>
                            <a:pt x="85164" y="43"/>
                            <a:pt x="89069" y="425"/>
                            <a:pt x="92498" y="806"/>
                          </a:cubicBezTo>
                          <a:lnTo>
                            <a:pt x="103071" y="1949"/>
                          </a:lnTo>
                          <a:cubicBezTo>
                            <a:pt x="110024" y="2901"/>
                            <a:pt x="116977" y="4711"/>
                            <a:pt x="123930" y="6330"/>
                          </a:cubicBezTo>
                          <a:cubicBezTo>
                            <a:pt x="133360" y="9378"/>
                            <a:pt x="142123" y="13378"/>
                            <a:pt x="148505" y="19093"/>
                          </a:cubicBezTo>
                          <a:cubicBezTo>
                            <a:pt x="155268" y="24427"/>
                            <a:pt x="159935" y="30714"/>
                            <a:pt x="162792" y="37001"/>
                          </a:cubicBezTo>
                          <a:cubicBezTo>
                            <a:pt x="168793" y="49478"/>
                            <a:pt x="166793" y="61956"/>
                            <a:pt x="159935" y="71005"/>
                          </a:cubicBezTo>
                          <a:lnTo>
                            <a:pt x="140599" y="96436"/>
                          </a:lnTo>
                          <a:cubicBezTo>
                            <a:pt x="133550" y="105771"/>
                            <a:pt x="123644" y="110915"/>
                            <a:pt x="114691" y="114629"/>
                          </a:cubicBezTo>
                          <a:cubicBezTo>
                            <a:pt x="110309" y="116249"/>
                            <a:pt x="106118" y="117392"/>
                            <a:pt x="102404" y="118153"/>
                          </a:cubicBezTo>
                          <a:cubicBezTo>
                            <a:pt x="98784" y="118249"/>
                            <a:pt x="95546" y="118916"/>
                            <a:pt x="92593" y="11758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25" name="Forme libre : forme 15124">
                      <a:extLst>
                        <a:ext uri="{FF2B5EF4-FFF2-40B4-BE49-F238E27FC236}">
                          <a16:creationId xmlns:a16="http://schemas.microsoft.com/office/drawing/2014/main" id="{02CCA2AE-2384-476E-AD98-AE0F518C48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63383" y="2810256"/>
                      <a:ext cx="134873" cy="50294"/>
                    </a:xfrm>
                    <a:custGeom>
                      <a:avLst/>
                      <a:gdLst>
                        <a:gd name="connsiteX0" fmla="*/ 56388 w 134873"/>
                        <a:gd name="connsiteY0" fmla="*/ 9430 h 50294"/>
                        <a:gd name="connsiteX1" fmla="*/ 41243 w 134873"/>
                        <a:gd name="connsiteY1" fmla="*/ 11906 h 50294"/>
                        <a:gd name="connsiteX2" fmla="*/ 26670 w 134873"/>
                        <a:gd name="connsiteY2" fmla="*/ 10954 h 50294"/>
                        <a:gd name="connsiteX3" fmla="*/ 0 w 134873"/>
                        <a:gd name="connsiteY3" fmla="*/ 0 h 50294"/>
                        <a:gd name="connsiteX4" fmla="*/ 4000 w 134873"/>
                        <a:gd name="connsiteY4" fmla="*/ 13049 h 50294"/>
                        <a:gd name="connsiteX5" fmla="*/ 11525 w 134873"/>
                        <a:gd name="connsiteY5" fmla="*/ 27527 h 50294"/>
                        <a:gd name="connsiteX6" fmla="*/ 22479 w 134873"/>
                        <a:gd name="connsiteY6" fmla="*/ 38671 h 50294"/>
                        <a:gd name="connsiteX7" fmla="*/ 34957 w 134873"/>
                        <a:gd name="connsiteY7" fmla="*/ 45339 h 50294"/>
                        <a:gd name="connsiteX8" fmla="*/ 49339 w 134873"/>
                        <a:gd name="connsiteY8" fmla="*/ 47530 h 50294"/>
                        <a:gd name="connsiteX9" fmla="*/ 72009 w 134873"/>
                        <a:gd name="connsiteY9" fmla="*/ 47434 h 50294"/>
                        <a:gd name="connsiteX10" fmla="*/ 76200 w 134873"/>
                        <a:gd name="connsiteY10" fmla="*/ 47815 h 50294"/>
                        <a:gd name="connsiteX11" fmla="*/ 79629 w 134873"/>
                        <a:gd name="connsiteY11" fmla="*/ 48101 h 50294"/>
                        <a:gd name="connsiteX12" fmla="*/ 86106 w 134873"/>
                        <a:gd name="connsiteY12" fmla="*/ 49530 h 50294"/>
                        <a:gd name="connsiteX13" fmla="*/ 96012 w 134873"/>
                        <a:gd name="connsiteY13" fmla="*/ 49911 h 50294"/>
                        <a:gd name="connsiteX14" fmla="*/ 108299 w 134873"/>
                        <a:gd name="connsiteY14" fmla="*/ 46387 h 50294"/>
                        <a:gd name="connsiteX15" fmla="*/ 134207 w 134873"/>
                        <a:gd name="connsiteY15" fmla="*/ 28194 h 50294"/>
                        <a:gd name="connsiteX16" fmla="*/ 134874 w 134873"/>
                        <a:gd name="connsiteY16" fmla="*/ 27337 h 50294"/>
                        <a:gd name="connsiteX17" fmla="*/ 116777 w 134873"/>
                        <a:gd name="connsiteY17" fmla="*/ 16478 h 50294"/>
                        <a:gd name="connsiteX18" fmla="*/ 107632 w 134873"/>
                        <a:gd name="connsiteY18" fmla="*/ 12097 h 50294"/>
                        <a:gd name="connsiteX19" fmla="*/ 98203 w 134873"/>
                        <a:gd name="connsiteY19" fmla="*/ 8668 h 50294"/>
                        <a:gd name="connsiteX20" fmla="*/ 88392 w 134873"/>
                        <a:gd name="connsiteY20" fmla="*/ 6667 h 50294"/>
                        <a:gd name="connsiteX21" fmla="*/ 78391 w 134873"/>
                        <a:gd name="connsiteY21" fmla="*/ 6096 h 50294"/>
                        <a:gd name="connsiteX22" fmla="*/ 56388 w 134873"/>
                        <a:gd name="connsiteY22" fmla="*/ 9430 h 50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34873" h="50294">
                          <a:moveTo>
                            <a:pt x="56388" y="9430"/>
                          </a:moveTo>
                          <a:cubicBezTo>
                            <a:pt x="51149" y="10382"/>
                            <a:pt x="46196" y="11716"/>
                            <a:pt x="41243" y="11906"/>
                          </a:cubicBezTo>
                          <a:cubicBezTo>
                            <a:pt x="36290" y="12287"/>
                            <a:pt x="31242" y="11335"/>
                            <a:pt x="26670" y="10954"/>
                          </a:cubicBezTo>
                          <a:cubicBezTo>
                            <a:pt x="17430" y="9811"/>
                            <a:pt x="8001" y="5334"/>
                            <a:pt x="0" y="0"/>
                          </a:cubicBezTo>
                          <a:lnTo>
                            <a:pt x="4000" y="13049"/>
                          </a:lnTo>
                          <a:cubicBezTo>
                            <a:pt x="5619" y="18479"/>
                            <a:pt x="8382" y="23336"/>
                            <a:pt x="11525" y="27527"/>
                          </a:cubicBezTo>
                          <a:cubicBezTo>
                            <a:pt x="14668" y="31528"/>
                            <a:pt x="18573" y="35528"/>
                            <a:pt x="22479" y="38671"/>
                          </a:cubicBezTo>
                          <a:cubicBezTo>
                            <a:pt x="26479" y="41815"/>
                            <a:pt x="30670" y="44005"/>
                            <a:pt x="34957" y="45339"/>
                          </a:cubicBezTo>
                          <a:cubicBezTo>
                            <a:pt x="39624" y="47149"/>
                            <a:pt x="44386" y="48006"/>
                            <a:pt x="49339" y="47530"/>
                          </a:cubicBezTo>
                          <a:cubicBezTo>
                            <a:pt x="56388" y="46958"/>
                            <a:pt x="64484" y="47625"/>
                            <a:pt x="72009" y="47434"/>
                          </a:cubicBezTo>
                          <a:cubicBezTo>
                            <a:pt x="74295" y="47339"/>
                            <a:pt x="74962" y="47625"/>
                            <a:pt x="76200" y="47815"/>
                          </a:cubicBezTo>
                          <a:lnTo>
                            <a:pt x="79629" y="48101"/>
                          </a:lnTo>
                          <a:cubicBezTo>
                            <a:pt x="81819" y="48387"/>
                            <a:pt x="83915" y="49244"/>
                            <a:pt x="86106" y="49530"/>
                          </a:cubicBezTo>
                          <a:cubicBezTo>
                            <a:pt x="89059" y="50768"/>
                            <a:pt x="92297" y="50197"/>
                            <a:pt x="96012" y="49911"/>
                          </a:cubicBezTo>
                          <a:cubicBezTo>
                            <a:pt x="99726" y="49149"/>
                            <a:pt x="103917" y="48101"/>
                            <a:pt x="108299" y="46387"/>
                          </a:cubicBezTo>
                          <a:cubicBezTo>
                            <a:pt x="117157" y="42672"/>
                            <a:pt x="127063" y="37624"/>
                            <a:pt x="134207" y="28194"/>
                          </a:cubicBezTo>
                          <a:lnTo>
                            <a:pt x="134874" y="27337"/>
                          </a:lnTo>
                          <a:cubicBezTo>
                            <a:pt x="128778" y="23336"/>
                            <a:pt x="122872" y="19812"/>
                            <a:pt x="116777" y="16478"/>
                          </a:cubicBezTo>
                          <a:cubicBezTo>
                            <a:pt x="113729" y="15049"/>
                            <a:pt x="110680" y="13430"/>
                            <a:pt x="107632" y="12097"/>
                          </a:cubicBezTo>
                          <a:lnTo>
                            <a:pt x="98203" y="8668"/>
                          </a:lnTo>
                          <a:lnTo>
                            <a:pt x="88392" y="6667"/>
                          </a:lnTo>
                          <a:cubicBezTo>
                            <a:pt x="85058" y="6191"/>
                            <a:pt x="81724" y="6287"/>
                            <a:pt x="78391" y="6096"/>
                          </a:cubicBezTo>
                          <a:cubicBezTo>
                            <a:pt x="71438" y="6382"/>
                            <a:pt x="63532" y="7715"/>
                            <a:pt x="56388" y="943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26" name="Forme libre : forme 15125">
                      <a:extLst>
                        <a:ext uri="{FF2B5EF4-FFF2-40B4-BE49-F238E27FC236}">
                          <a16:creationId xmlns:a16="http://schemas.microsoft.com/office/drawing/2014/main" id="{BC7A30B7-010C-47B1-A44F-94E7C940A5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13279" y="2781490"/>
                      <a:ext cx="67346" cy="44002"/>
                    </a:xfrm>
                    <a:custGeom>
                      <a:avLst/>
                      <a:gdLst>
                        <a:gd name="connsiteX0" fmla="*/ 66119 w 67346"/>
                        <a:gd name="connsiteY0" fmla="*/ 30766 h 44002"/>
                        <a:gd name="connsiteX1" fmla="*/ 51927 w 67346"/>
                        <a:gd name="connsiteY1" fmla="*/ 41815 h 44002"/>
                        <a:gd name="connsiteX2" fmla="*/ 42116 w 67346"/>
                        <a:gd name="connsiteY2" fmla="*/ 43815 h 44002"/>
                        <a:gd name="connsiteX3" fmla="*/ 31448 w 67346"/>
                        <a:gd name="connsiteY3" fmla="*/ 43720 h 44002"/>
                        <a:gd name="connsiteX4" fmla="*/ 26114 w 67346"/>
                        <a:gd name="connsiteY4" fmla="*/ 42672 h 44002"/>
                        <a:gd name="connsiteX5" fmla="*/ 20304 w 67346"/>
                        <a:gd name="connsiteY5" fmla="*/ 41338 h 44002"/>
                        <a:gd name="connsiteX6" fmla="*/ 10112 w 67346"/>
                        <a:gd name="connsiteY6" fmla="*/ 36576 h 44002"/>
                        <a:gd name="connsiteX7" fmla="*/ 15 w 67346"/>
                        <a:gd name="connsiteY7" fmla="*/ 21146 h 44002"/>
                        <a:gd name="connsiteX8" fmla="*/ 9921 w 67346"/>
                        <a:gd name="connsiteY8" fmla="*/ 5715 h 44002"/>
                        <a:gd name="connsiteX9" fmla="*/ 21447 w 67346"/>
                        <a:gd name="connsiteY9" fmla="*/ 1143 h 44002"/>
                        <a:gd name="connsiteX10" fmla="*/ 28400 w 67346"/>
                        <a:gd name="connsiteY10" fmla="*/ 0 h 44002"/>
                        <a:gd name="connsiteX11" fmla="*/ 36496 w 67346"/>
                        <a:gd name="connsiteY11" fmla="*/ 381 h 44002"/>
                        <a:gd name="connsiteX12" fmla="*/ 51545 w 67346"/>
                        <a:gd name="connsiteY12" fmla="*/ 4667 h 44002"/>
                        <a:gd name="connsiteX13" fmla="*/ 62119 w 67346"/>
                        <a:gd name="connsiteY13" fmla="*/ 12573 h 44002"/>
                        <a:gd name="connsiteX14" fmla="*/ 66119 w 67346"/>
                        <a:gd name="connsiteY14" fmla="*/ 30766 h 44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7346" h="44002">
                          <a:moveTo>
                            <a:pt x="66119" y="30766"/>
                          </a:moveTo>
                          <a:cubicBezTo>
                            <a:pt x="63642" y="36195"/>
                            <a:pt x="58118" y="39624"/>
                            <a:pt x="51927" y="41815"/>
                          </a:cubicBezTo>
                          <a:cubicBezTo>
                            <a:pt x="48783" y="42767"/>
                            <a:pt x="45545" y="43244"/>
                            <a:pt x="42116" y="43815"/>
                          </a:cubicBezTo>
                          <a:cubicBezTo>
                            <a:pt x="38687" y="44196"/>
                            <a:pt x="35163" y="43910"/>
                            <a:pt x="31448" y="43720"/>
                          </a:cubicBezTo>
                          <a:cubicBezTo>
                            <a:pt x="29638" y="43529"/>
                            <a:pt x="27828" y="43148"/>
                            <a:pt x="26114" y="42672"/>
                          </a:cubicBezTo>
                          <a:cubicBezTo>
                            <a:pt x="24304" y="42196"/>
                            <a:pt x="22113" y="41910"/>
                            <a:pt x="20304" y="41338"/>
                          </a:cubicBezTo>
                          <a:cubicBezTo>
                            <a:pt x="16493" y="40196"/>
                            <a:pt x="13065" y="38576"/>
                            <a:pt x="10112" y="36576"/>
                          </a:cubicBezTo>
                          <a:cubicBezTo>
                            <a:pt x="4206" y="32576"/>
                            <a:pt x="206" y="27051"/>
                            <a:pt x="15" y="21146"/>
                          </a:cubicBezTo>
                          <a:cubicBezTo>
                            <a:pt x="-271" y="15050"/>
                            <a:pt x="3444" y="9620"/>
                            <a:pt x="9921" y="5715"/>
                          </a:cubicBezTo>
                          <a:cubicBezTo>
                            <a:pt x="13160" y="3715"/>
                            <a:pt x="17065" y="2191"/>
                            <a:pt x="21447" y="1143"/>
                          </a:cubicBezTo>
                          <a:cubicBezTo>
                            <a:pt x="23637" y="667"/>
                            <a:pt x="25828" y="95"/>
                            <a:pt x="28400" y="0"/>
                          </a:cubicBezTo>
                          <a:cubicBezTo>
                            <a:pt x="30972" y="0"/>
                            <a:pt x="33734" y="95"/>
                            <a:pt x="36496" y="381"/>
                          </a:cubicBezTo>
                          <a:cubicBezTo>
                            <a:pt x="42020" y="762"/>
                            <a:pt x="47164" y="2572"/>
                            <a:pt x="51545" y="4667"/>
                          </a:cubicBezTo>
                          <a:cubicBezTo>
                            <a:pt x="56022" y="6668"/>
                            <a:pt x="59547" y="9525"/>
                            <a:pt x="62119" y="12573"/>
                          </a:cubicBezTo>
                          <a:cubicBezTo>
                            <a:pt x="67357" y="18479"/>
                            <a:pt x="68596" y="25241"/>
                            <a:pt x="66119" y="3076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27" name="Forme libre : forme 15126">
                      <a:extLst>
                        <a:ext uri="{FF2B5EF4-FFF2-40B4-BE49-F238E27FC236}">
                          <a16:creationId xmlns:a16="http://schemas.microsoft.com/office/drawing/2014/main" id="{BE02547E-73E7-408D-BDB3-70E8B6D309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13181" y="2784538"/>
                      <a:ext cx="43832" cy="40954"/>
                    </a:xfrm>
                    <a:custGeom>
                      <a:avLst/>
                      <a:gdLst>
                        <a:gd name="connsiteX0" fmla="*/ 15162 w 43832"/>
                        <a:gd name="connsiteY0" fmla="*/ 0 h 40954"/>
                        <a:gd name="connsiteX1" fmla="*/ 17 w 43832"/>
                        <a:gd name="connsiteY1" fmla="*/ 18097 h 40954"/>
                        <a:gd name="connsiteX2" fmla="*/ 10114 w 43832"/>
                        <a:gd name="connsiteY2" fmla="*/ 33528 h 40954"/>
                        <a:gd name="connsiteX3" fmla="*/ 20306 w 43832"/>
                        <a:gd name="connsiteY3" fmla="*/ 38290 h 40954"/>
                        <a:gd name="connsiteX4" fmla="*/ 26116 w 43832"/>
                        <a:gd name="connsiteY4" fmla="*/ 39624 h 40954"/>
                        <a:gd name="connsiteX5" fmla="*/ 31450 w 43832"/>
                        <a:gd name="connsiteY5" fmla="*/ 40672 h 40954"/>
                        <a:gd name="connsiteX6" fmla="*/ 43832 w 43832"/>
                        <a:gd name="connsiteY6" fmla="*/ 40577 h 40954"/>
                        <a:gd name="connsiteX7" fmla="*/ 37451 w 43832"/>
                        <a:gd name="connsiteY7" fmla="*/ 37529 h 40954"/>
                        <a:gd name="connsiteX8" fmla="*/ 21735 w 43832"/>
                        <a:gd name="connsiteY8" fmla="*/ 21146 h 40954"/>
                        <a:gd name="connsiteX9" fmla="*/ 15162 w 43832"/>
                        <a:gd name="connsiteY9" fmla="*/ 0 h 4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3832" h="40954">
                          <a:moveTo>
                            <a:pt x="15162" y="0"/>
                          </a:moveTo>
                          <a:cubicBezTo>
                            <a:pt x="5542" y="3905"/>
                            <a:pt x="-363" y="10382"/>
                            <a:pt x="17" y="18097"/>
                          </a:cubicBezTo>
                          <a:cubicBezTo>
                            <a:pt x="208" y="24003"/>
                            <a:pt x="4208" y="29528"/>
                            <a:pt x="10114" y="33528"/>
                          </a:cubicBezTo>
                          <a:cubicBezTo>
                            <a:pt x="13067" y="35528"/>
                            <a:pt x="16495" y="37147"/>
                            <a:pt x="20306" y="38290"/>
                          </a:cubicBezTo>
                          <a:cubicBezTo>
                            <a:pt x="22115" y="38862"/>
                            <a:pt x="24306" y="39243"/>
                            <a:pt x="26116" y="39624"/>
                          </a:cubicBezTo>
                          <a:cubicBezTo>
                            <a:pt x="27830" y="40100"/>
                            <a:pt x="29640" y="40481"/>
                            <a:pt x="31450" y="40672"/>
                          </a:cubicBezTo>
                          <a:cubicBezTo>
                            <a:pt x="35831" y="40862"/>
                            <a:pt x="39832" y="41243"/>
                            <a:pt x="43832" y="40577"/>
                          </a:cubicBezTo>
                          <a:cubicBezTo>
                            <a:pt x="41642" y="40005"/>
                            <a:pt x="39451" y="39053"/>
                            <a:pt x="37451" y="37529"/>
                          </a:cubicBezTo>
                          <a:cubicBezTo>
                            <a:pt x="31926" y="33528"/>
                            <a:pt x="26497" y="27242"/>
                            <a:pt x="21735" y="21146"/>
                          </a:cubicBezTo>
                          <a:cubicBezTo>
                            <a:pt x="17353" y="14764"/>
                            <a:pt x="14496" y="7334"/>
                            <a:pt x="15162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28" name="Forme libre : forme 15127">
                      <a:extLst>
                        <a:ext uri="{FF2B5EF4-FFF2-40B4-BE49-F238E27FC236}">
                          <a16:creationId xmlns:a16="http://schemas.microsoft.com/office/drawing/2014/main" id="{50D4AEF6-3644-46D3-853A-DF7BB77481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16716" y="2786736"/>
                      <a:ext cx="65076" cy="44167"/>
                    </a:xfrm>
                    <a:custGeom>
                      <a:avLst/>
                      <a:gdLst>
                        <a:gd name="connsiteX0" fmla="*/ 63634 w 65076"/>
                        <a:gd name="connsiteY0" fmla="*/ 31330 h 44167"/>
                        <a:gd name="connsiteX1" fmla="*/ 49537 w 65076"/>
                        <a:gd name="connsiteY1" fmla="*/ 42093 h 44167"/>
                        <a:gd name="connsiteX2" fmla="*/ 40107 w 65076"/>
                        <a:gd name="connsiteY2" fmla="*/ 43903 h 44167"/>
                        <a:gd name="connsiteX3" fmla="*/ 30011 w 65076"/>
                        <a:gd name="connsiteY3" fmla="*/ 43617 h 44167"/>
                        <a:gd name="connsiteX4" fmla="*/ 19819 w 65076"/>
                        <a:gd name="connsiteY4" fmla="*/ 41046 h 44167"/>
                        <a:gd name="connsiteX5" fmla="*/ 9818 w 65076"/>
                        <a:gd name="connsiteY5" fmla="*/ 36283 h 44167"/>
                        <a:gd name="connsiteX6" fmla="*/ 7 w 65076"/>
                        <a:gd name="connsiteY6" fmla="*/ 20757 h 44167"/>
                        <a:gd name="connsiteX7" fmla="*/ 9913 w 65076"/>
                        <a:gd name="connsiteY7" fmla="*/ 5422 h 44167"/>
                        <a:gd name="connsiteX8" fmla="*/ 21248 w 65076"/>
                        <a:gd name="connsiteY8" fmla="*/ 850 h 44167"/>
                        <a:gd name="connsiteX9" fmla="*/ 36202 w 65076"/>
                        <a:gd name="connsiteY9" fmla="*/ 374 h 44167"/>
                        <a:gd name="connsiteX10" fmla="*/ 50585 w 65076"/>
                        <a:gd name="connsiteY10" fmla="*/ 5041 h 44167"/>
                        <a:gd name="connsiteX11" fmla="*/ 60491 w 65076"/>
                        <a:gd name="connsiteY11" fmla="*/ 13233 h 44167"/>
                        <a:gd name="connsiteX12" fmla="*/ 63634 w 65076"/>
                        <a:gd name="connsiteY12" fmla="*/ 31330 h 441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5076" h="44167">
                          <a:moveTo>
                            <a:pt x="63634" y="31330"/>
                          </a:moveTo>
                          <a:cubicBezTo>
                            <a:pt x="60967" y="36950"/>
                            <a:pt x="55538" y="39903"/>
                            <a:pt x="49537" y="42093"/>
                          </a:cubicBezTo>
                          <a:cubicBezTo>
                            <a:pt x="46489" y="43236"/>
                            <a:pt x="43346" y="43522"/>
                            <a:pt x="40107" y="43903"/>
                          </a:cubicBezTo>
                          <a:cubicBezTo>
                            <a:pt x="36773" y="44475"/>
                            <a:pt x="33535" y="43998"/>
                            <a:pt x="30011" y="43617"/>
                          </a:cubicBezTo>
                          <a:cubicBezTo>
                            <a:pt x="26391" y="43427"/>
                            <a:pt x="23629" y="42093"/>
                            <a:pt x="19819" y="41046"/>
                          </a:cubicBezTo>
                          <a:cubicBezTo>
                            <a:pt x="16104" y="39903"/>
                            <a:pt x="12675" y="38283"/>
                            <a:pt x="9818" y="36283"/>
                          </a:cubicBezTo>
                          <a:cubicBezTo>
                            <a:pt x="4103" y="32283"/>
                            <a:pt x="198" y="26758"/>
                            <a:pt x="7" y="20757"/>
                          </a:cubicBezTo>
                          <a:cubicBezTo>
                            <a:pt x="-184" y="14757"/>
                            <a:pt x="3531" y="9327"/>
                            <a:pt x="9913" y="5422"/>
                          </a:cubicBezTo>
                          <a:cubicBezTo>
                            <a:pt x="13152" y="3422"/>
                            <a:pt x="16962" y="1898"/>
                            <a:pt x="21248" y="850"/>
                          </a:cubicBezTo>
                          <a:cubicBezTo>
                            <a:pt x="25534" y="-293"/>
                            <a:pt x="30868" y="-102"/>
                            <a:pt x="36202" y="374"/>
                          </a:cubicBezTo>
                          <a:cubicBezTo>
                            <a:pt x="41536" y="1041"/>
                            <a:pt x="46394" y="3041"/>
                            <a:pt x="50585" y="5041"/>
                          </a:cubicBezTo>
                          <a:cubicBezTo>
                            <a:pt x="54776" y="7232"/>
                            <a:pt x="58015" y="10375"/>
                            <a:pt x="60491" y="13233"/>
                          </a:cubicBezTo>
                          <a:cubicBezTo>
                            <a:pt x="65444" y="19043"/>
                            <a:pt x="66206" y="26091"/>
                            <a:pt x="63634" y="3133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29" name="Forme libre : forme 15128">
                      <a:extLst>
                        <a:ext uri="{FF2B5EF4-FFF2-40B4-BE49-F238E27FC236}">
                          <a16:creationId xmlns:a16="http://schemas.microsoft.com/office/drawing/2014/main" id="{87171779-FC1C-4B14-A193-C23646B079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81132" y="2769375"/>
                      <a:ext cx="79408" cy="79719"/>
                    </a:xfrm>
                    <a:custGeom>
                      <a:avLst/>
                      <a:gdLst>
                        <a:gd name="connsiteX0" fmla="*/ 3872 w 79408"/>
                        <a:gd name="connsiteY0" fmla="*/ 39166 h 79719"/>
                        <a:gd name="connsiteX1" fmla="*/ 9302 w 79408"/>
                        <a:gd name="connsiteY1" fmla="*/ 58692 h 79719"/>
                        <a:gd name="connsiteX2" fmla="*/ 22828 w 79408"/>
                        <a:gd name="connsiteY2" fmla="*/ 71646 h 79719"/>
                        <a:gd name="connsiteX3" fmla="*/ 40449 w 79408"/>
                        <a:gd name="connsiteY3" fmla="*/ 78123 h 79719"/>
                        <a:gd name="connsiteX4" fmla="*/ 56165 w 79408"/>
                        <a:gd name="connsiteY4" fmla="*/ 79647 h 79719"/>
                        <a:gd name="connsiteX5" fmla="*/ 66928 w 79408"/>
                        <a:gd name="connsiteY5" fmla="*/ 76980 h 79719"/>
                        <a:gd name="connsiteX6" fmla="*/ 75120 w 79408"/>
                        <a:gd name="connsiteY6" fmla="*/ 70313 h 79719"/>
                        <a:gd name="connsiteX7" fmla="*/ 79405 w 79408"/>
                        <a:gd name="connsiteY7" fmla="*/ 59931 h 79719"/>
                        <a:gd name="connsiteX8" fmla="*/ 72357 w 79408"/>
                        <a:gd name="connsiteY8" fmla="*/ 47548 h 79719"/>
                        <a:gd name="connsiteX9" fmla="*/ 59403 w 79408"/>
                        <a:gd name="connsiteY9" fmla="*/ 34785 h 79719"/>
                        <a:gd name="connsiteX10" fmla="*/ 46068 w 79408"/>
                        <a:gd name="connsiteY10" fmla="*/ 21545 h 79719"/>
                        <a:gd name="connsiteX11" fmla="*/ 30638 w 79408"/>
                        <a:gd name="connsiteY11" fmla="*/ 5638 h 79719"/>
                        <a:gd name="connsiteX12" fmla="*/ 7873 w 79408"/>
                        <a:gd name="connsiteY12" fmla="*/ 1447 h 79719"/>
                        <a:gd name="connsiteX13" fmla="*/ 158 w 79408"/>
                        <a:gd name="connsiteY13" fmla="*/ 19449 h 79719"/>
                        <a:gd name="connsiteX14" fmla="*/ 3872 w 79408"/>
                        <a:gd name="connsiteY14" fmla="*/ 39166 h 79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79408" h="79719">
                          <a:moveTo>
                            <a:pt x="3872" y="39166"/>
                          </a:moveTo>
                          <a:cubicBezTo>
                            <a:pt x="4825" y="45929"/>
                            <a:pt x="5968" y="52882"/>
                            <a:pt x="9302" y="58692"/>
                          </a:cubicBezTo>
                          <a:cubicBezTo>
                            <a:pt x="12445" y="64026"/>
                            <a:pt x="17303" y="68408"/>
                            <a:pt x="22828" y="71646"/>
                          </a:cubicBezTo>
                          <a:cubicBezTo>
                            <a:pt x="28352" y="74885"/>
                            <a:pt x="34067" y="76409"/>
                            <a:pt x="40449" y="78123"/>
                          </a:cubicBezTo>
                          <a:cubicBezTo>
                            <a:pt x="45592" y="79362"/>
                            <a:pt x="50926" y="79933"/>
                            <a:pt x="56165" y="79647"/>
                          </a:cubicBezTo>
                          <a:cubicBezTo>
                            <a:pt x="59784" y="79933"/>
                            <a:pt x="63309" y="78409"/>
                            <a:pt x="66928" y="76980"/>
                          </a:cubicBezTo>
                          <a:cubicBezTo>
                            <a:pt x="69595" y="75742"/>
                            <a:pt x="72643" y="73075"/>
                            <a:pt x="75120" y="70313"/>
                          </a:cubicBezTo>
                          <a:cubicBezTo>
                            <a:pt x="77596" y="67455"/>
                            <a:pt x="79501" y="63931"/>
                            <a:pt x="79405" y="59931"/>
                          </a:cubicBezTo>
                          <a:cubicBezTo>
                            <a:pt x="79311" y="54692"/>
                            <a:pt x="75787" y="51263"/>
                            <a:pt x="72357" y="47548"/>
                          </a:cubicBezTo>
                          <a:cubicBezTo>
                            <a:pt x="68357" y="43071"/>
                            <a:pt x="63880" y="39452"/>
                            <a:pt x="59403" y="34785"/>
                          </a:cubicBezTo>
                          <a:cubicBezTo>
                            <a:pt x="54831" y="30498"/>
                            <a:pt x="50259" y="26307"/>
                            <a:pt x="46068" y="21545"/>
                          </a:cubicBezTo>
                          <a:cubicBezTo>
                            <a:pt x="42449" y="17640"/>
                            <a:pt x="37305" y="10591"/>
                            <a:pt x="30638" y="5638"/>
                          </a:cubicBezTo>
                          <a:cubicBezTo>
                            <a:pt x="23970" y="971"/>
                            <a:pt x="15779" y="-1887"/>
                            <a:pt x="7873" y="1447"/>
                          </a:cubicBezTo>
                          <a:cubicBezTo>
                            <a:pt x="729" y="4590"/>
                            <a:pt x="-509" y="12210"/>
                            <a:pt x="158" y="19449"/>
                          </a:cubicBezTo>
                          <a:cubicBezTo>
                            <a:pt x="920" y="26879"/>
                            <a:pt x="3301" y="34499"/>
                            <a:pt x="3872" y="3916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30" name="Forme libre : forme 15129">
                      <a:extLst>
                        <a:ext uri="{FF2B5EF4-FFF2-40B4-BE49-F238E27FC236}">
                          <a16:creationId xmlns:a16="http://schemas.microsoft.com/office/drawing/2014/main" id="{F08B3895-7B85-4BD7-9ED3-24D9FA6A10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96688" y="2768135"/>
                      <a:ext cx="29687" cy="22884"/>
                    </a:xfrm>
                    <a:custGeom>
                      <a:avLst/>
                      <a:gdLst>
                        <a:gd name="connsiteX0" fmla="*/ 1366 w 29687"/>
                        <a:gd name="connsiteY0" fmla="*/ 14117 h 22884"/>
                        <a:gd name="connsiteX1" fmla="*/ 33 w 29687"/>
                        <a:gd name="connsiteY1" fmla="*/ 18880 h 22884"/>
                        <a:gd name="connsiteX2" fmla="*/ 3176 w 29687"/>
                        <a:gd name="connsiteY2" fmla="*/ 22690 h 22884"/>
                        <a:gd name="connsiteX3" fmla="*/ 8415 w 29687"/>
                        <a:gd name="connsiteY3" fmla="*/ 22118 h 22884"/>
                        <a:gd name="connsiteX4" fmla="*/ 20987 w 29687"/>
                        <a:gd name="connsiteY4" fmla="*/ 16974 h 22884"/>
                        <a:gd name="connsiteX5" fmla="*/ 25560 w 29687"/>
                        <a:gd name="connsiteY5" fmla="*/ 14212 h 22884"/>
                        <a:gd name="connsiteX6" fmla="*/ 21369 w 29687"/>
                        <a:gd name="connsiteY6" fmla="*/ 115 h 22884"/>
                        <a:gd name="connsiteX7" fmla="*/ 1366 w 29687"/>
                        <a:gd name="connsiteY7" fmla="*/ 14117 h 22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687" h="22884">
                          <a:moveTo>
                            <a:pt x="1366" y="14117"/>
                          </a:moveTo>
                          <a:cubicBezTo>
                            <a:pt x="509" y="15641"/>
                            <a:pt x="-158" y="17260"/>
                            <a:pt x="33" y="18880"/>
                          </a:cubicBezTo>
                          <a:cubicBezTo>
                            <a:pt x="223" y="20499"/>
                            <a:pt x="1366" y="22118"/>
                            <a:pt x="3176" y="22690"/>
                          </a:cubicBezTo>
                          <a:cubicBezTo>
                            <a:pt x="4891" y="23166"/>
                            <a:pt x="6700" y="22690"/>
                            <a:pt x="8415" y="22118"/>
                          </a:cubicBezTo>
                          <a:cubicBezTo>
                            <a:pt x="12701" y="20689"/>
                            <a:pt x="16987" y="18594"/>
                            <a:pt x="20987" y="16974"/>
                          </a:cubicBezTo>
                          <a:cubicBezTo>
                            <a:pt x="22607" y="16213"/>
                            <a:pt x="24321" y="15355"/>
                            <a:pt x="25560" y="14212"/>
                          </a:cubicBezTo>
                          <a:cubicBezTo>
                            <a:pt x="30989" y="9355"/>
                            <a:pt x="32417" y="-1218"/>
                            <a:pt x="21369" y="115"/>
                          </a:cubicBezTo>
                          <a:cubicBezTo>
                            <a:pt x="12891" y="973"/>
                            <a:pt x="4605" y="8212"/>
                            <a:pt x="1366" y="1411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31" name="Forme libre : forme 15130">
                      <a:extLst>
                        <a:ext uri="{FF2B5EF4-FFF2-40B4-BE49-F238E27FC236}">
                          <a16:creationId xmlns:a16="http://schemas.microsoft.com/office/drawing/2014/main" id="{7DDEE301-754C-4BE8-9636-B576A34D9F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50632" y="2832258"/>
                      <a:ext cx="46196" cy="25336"/>
                    </a:xfrm>
                    <a:custGeom>
                      <a:avLst/>
                      <a:gdLst>
                        <a:gd name="connsiteX0" fmla="*/ 46197 w 46196"/>
                        <a:gd name="connsiteY0" fmla="*/ 0 h 25336"/>
                        <a:gd name="connsiteX1" fmla="*/ 32766 w 46196"/>
                        <a:gd name="connsiteY1" fmla="*/ 12573 h 25336"/>
                        <a:gd name="connsiteX2" fmla="*/ 17526 w 46196"/>
                        <a:gd name="connsiteY2" fmla="*/ 20479 h 25336"/>
                        <a:gd name="connsiteX3" fmla="*/ 8858 w 46196"/>
                        <a:gd name="connsiteY3" fmla="*/ 23431 h 25336"/>
                        <a:gd name="connsiteX4" fmla="*/ 0 w 46196"/>
                        <a:gd name="connsiteY4" fmla="*/ 25337 h 25336"/>
                        <a:gd name="connsiteX5" fmla="*/ 3239 w 46196"/>
                        <a:gd name="connsiteY5" fmla="*/ 24289 h 25336"/>
                        <a:gd name="connsiteX6" fmla="*/ 12573 w 46196"/>
                        <a:gd name="connsiteY6" fmla="*/ 20288 h 25336"/>
                        <a:gd name="connsiteX7" fmla="*/ 19431 w 46196"/>
                        <a:gd name="connsiteY7" fmla="*/ 16954 h 25336"/>
                        <a:gd name="connsiteX8" fmla="*/ 27527 w 46196"/>
                        <a:gd name="connsiteY8" fmla="*/ 12954 h 25336"/>
                        <a:gd name="connsiteX9" fmla="*/ 46197 w 46196"/>
                        <a:gd name="connsiteY9" fmla="*/ 0 h 25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6196" h="25336">
                          <a:moveTo>
                            <a:pt x="46197" y="0"/>
                          </a:moveTo>
                          <a:cubicBezTo>
                            <a:pt x="46197" y="0"/>
                            <a:pt x="41434" y="6953"/>
                            <a:pt x="32766" y="12573"/>
                          </a:cubicBezTo>
                          <a:cubicBezTo>
                            <a:pt x="28384" y="15621"/>
                            <a:pt x="23146" y="18574"/>
                            <a:pt x="17526" y="20479"/>
                          </a:cubicBezTo>
                          <a:cubicBezTo>
                            <a:pt x="14668" y="21717"/>
                            <a:pt x="11811" y="22765"/>
                            <a:pt x="8858" y="23431"/>
                          </a:cubicBezTo>
                          <a:cubicBezTo>
                            <a:pt x="5905" y="24098"/>
                            <a:pt x="2953" y="25241"/>
                            <a:pt x="0" y="25337"/>
                          </a:cubicBezTo>
                          <a:cubicBezTo>
                            <a:pt x="0" y="25337"/>
                            <a:pt x="1143" y="25146"/>
                            <a:pt x="3239" y="24289"/>
                          </a:cubicBezTo>
                          <a:cubicBezTo>
                            <a:pt x="5334" y="23431"/>
                            <a:pt x="8477" y="21907"/>
                            <a:pt x="12573" y="20288"/>
                          </a:cubicBezTo>
                          <a:cubicBezTo>
                            <a:pt x="14574" y="19431"/>
                            <a:pt x="16859" y="18288"/>
                            <a:pt x="19431" y="16954"/>
                          </a:cubicBezTo>
                          <a:cubicBezTo>
                            <a:pt x="21907" y="15907"/>
                            <a:pt x="24670" y="14573"/>
                            <a:pt x="27527" y="12954"/>
                          </a:cubicBezTo>
                          <a:cubicBezTo>
                            <a:pt x="33242" y="9715"/>
                            <a:pt x="39719" y="5715"/>
                            <a:pt x="4619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32" name="Forme libre : forme 15131">
                      <a:extLst>
                        <a:ext uri="{FF2B5EF4-FFF2-40B4-BE49-F238E27FC236}">
                          <a16:creationId xmlns:a16="http://schemas.microsoft.com/office/drawing/2014/main" id="{AC0E7CBE-0095-4346-BE7B-A2ABA0B7C3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61477" y="2745771"/>
                      <a:ext cx="48673" cy="49625"/>
                    </a:xfrm>
                    <a:custGeom>
                      <a:avLst/>
                      <a:gdLst>
                        <a:gd name="connsiteX0" fmla="*/ 48674 w 48673"/>
                        <a:gd name="connsiteY0" fmla="*/ 0 h 49625"/>
                        <a:gd name="connsiteX1" fmla="*/ 22385 w 48673"/>
                        <a:gd name="connsiteY1" fmla="*/ 8096 h 49625"/>
                        <a:gd name="connsiteX2" fmla="*/ 5144 w 48673"/>
                        <a:gd name="connsiteY2" fmla="*/ 24194 h 49625"/>
                        <a:gd name="connsiteX3" fmla="*/ 573 w 48673"/>
                        <a:gd name="connsiteY3" fmla="*/ 49625 h 49625"/>
                        <a:gd name="connsiteX4" fmla="*/ 1144 w 48673"/>
                        <a:gd name="connsiteY4" fmla="*/ 43529 h 49625"/>
                        <a:gd name="connsiteX5" fmla="*/ 6097 w 48673"/>
                        <a:gd name="connsiteY5" fmla="*/ 29242 h 49625"/>
                        <a:gd name="connsiteX6" fmla="*/ 20766 w 48673"/>
                        <a:gd name="connsiteY6" fmla="*/ 12002 h 49625"/>
                        <a:gd name="connsiteX7" fmla="*/ 48674 w 48673"/>
                        <a:gd name="connsiteY7" fmla="*/ 0 h 49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673" h="49625">
                          <a:moveTo>
                            <a:pt x="48674" y="0"/>
                          </a:moveTo>
                          <a:cubicBezTo>
                            <a:pt x="48674" y="0"/>
                            <a:pt x="35339" y="1334"/>
                            <a:pt x="22385" y="8096"/>
                          </a:cubicBezTo>
                          <a:cubicBezTo>
                            <a:pt x="15717" y="12097"/>
                            <a:pt x="9335" y="17431"/>
                            <a:pt x="5144" y="24194"/>
                          </a:cubicBezTo>
                          <a:cubicBezTo>
                            <a:pt x="858" y="30766"/>
                            <a:pt x="-1046" y="39434"/>
                            <a:pt x="573" y="49625"/>
                          </a:cubicBezTo>
                          <a:cubicBezTo>
                            <a:pt x="573" y="49625"/>
                            <a:pt x="477" y="47339"/>
                            <a:pt x="1144" y="43529"/>
                          </a:cubicBezTo>
                          <a:cubicBezTo>
                            <a:pt x="1716" y="39624"/>
                            <a:pt x="3145" y="34766"/>
                            <a:pt x="6097" y="29242"/>
                          </a:cubicBezTo>
                          <a:cubicBezTo>
                            <a:pt x="9050" y="23717"/>
                            <a:pt x="13622" y="17717"/>
                            <a:pt x="20766" y="12002"/>
                          </a:cubicBezTo>
                          <a:cubicBezTo>
                            <a:pt x="27529" y="6668"/>
                            <a:pt x="36672" y="2667"/>
                            <a:pt x="4867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33" name="Forme libre : forme 15132">
                      <a:extLst>
                        <a:ext uri="{FF2B5EF4-FFF2-40B4-BE49-F238E27FC236}">
                          <a16:creationId xmlns:a16="http://schemas.microsoft.com/office/drawing/2014/main" id="{4A551570-CE27-4A44-BE82-2DF3FC98DB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42073" y="2786453"/>
                      <a:ext cx="26304" cy="17252"/>
                    </a:xfrm>
                    <a:custGeom>
                      <a:avLst/>
                      <a:gdLst>
                        <a:gd name="connsiteX0" fmla="*/ 25419 w 26304"/>
                        <a:gd name="connsiteY0" fmla="*/ 15135 h 17252"/>
                        <a:gd name="connsiteX1" fmla="*/ 9702 w 26304"/>
                        <a:gd name="connsiteY1" fmla="*/ 14563 h 17252"/>
                        <a:gd name="connsiteX2" fmla="*/ 368 w 26304"/>
                        <a:gd name="connsiteY2" fmla="*/ 3038 h 17252"/>
                        <a:gd name="connsiteX3" fmla="*/ 17513 w 26304"/>
                        <a:gd name="connsiteY3" fmla="*/ 2466 h 17252"/>
                        <a:gd name="connsiteX4" fmla="*/ 25419 w 26304"/>
                        <a:gd name="connsiteY4" fmla="*/ 15135 h 17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304" h="17252">
                          <a:moveTo>
                            <a:pt x="25419" y="15135"/>
                          </a:moveTo>
                          <a:cubicBezTo>
                            <a:pt x="22942" y="18183"/>
                            <a:pt x="16179" y="17897"/>
                            <a:pt x="9702" y="14563"/>
                          </a:cubicBezTo>
                          <a:cubicBezTo>
                            <a:pt x="3130" y="11801"/>
                            <a:pt x="-1347" y="6562"/>
                            <a:pt x="368" y="3038"/>
                          </a:cubicBezTo>
                          <a:cubicBezTo>
                            <a:pt x="2082" y="-296"/>
                            <a:pt x="10178" y="-1439"/>
                            <a:pt x="17513" y="2466"/>
                          </a:cubicBezTo>
                          <a:cubicBezTo>
                            <a:pt x="24847" y="6086"/>
                            <a:pt x="27990" y="11991"/>
                            <a:pt x="25419" y="1513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34" name="Forme libre : forme 15133">
                      <a:extLst>
                        <a:ext uri="{FF2B5EF4-FFF2-40B4-BE49-F238E27FC236}">
                          <a16:creationId xmlns:a16="http://schemas.microsoft.com/office/drawing/2014/main" id="{3893DD91-9416-48DE-8FCA-B0A1AFC508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64532" y="2796679"/>
                      <a:ext cx="7291" cy="6469"/>
                    </a:xfrm>
                    <a:custGeom>
                      <a:avLst/>
                      <a:gdLst>
                        <a:gd name="connsiteX0" fmla="*/ 7151 w 7291"/>
                        <a:gd name="connsiteY0" fmla="*/ 4432 h 6469"/>
                        <a:gd name="connsiteX1" fmla="*/ 2769 w 7291"/>
                        <a:gd name="connsiteY1" fmla="*/ 6242 h 6469"/>
                        <a:gd name="connsiteX2" fmla="*/ 102 w 7291"/>
                        <a:gd name="connsiteY2" fmla="*/ 2242 h 6469"/>
                        <a:gd name="connsiteX3" fmla="*/ 4579 w 7291"/>
                        <a:gd name="connsiteY3" fmla="*/ 242 h 6469"/>
                        <a:gd name="connsiteX4" fmla="*/ 7151 w 7291"/>
                        <a:gd name="connsiteY4" fmla="*/ 4432 h 6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91" h="6469">
                          <a:moveTo>
                            <a:pt x="7151" y="4432"/>
                          </a:moveTo>
                          <a:cubicBezTo>
                            <a:pt x="6579" y="6052"/>
                            <a:pt x="4579" y="6909"/>
                            <a:pt x="2769" y="6242"/>
                          </a:cubicBezTo>
                          <a:cubicBezTo>
                            <a:pt x="864" y="5480"/>
                            <a:pt x="-374" y="4052"/>
                            <a:pt x="102" y="2242"/>
                          </a:cubicBezTo>
                          <a:cubicBezTo>
                            <a:pt x="483" y="622"/>
                            <a:pt x="2578" y="-521"/>
                            <a:pt x="4579" y="242"/>
                          </a:cubicBezTo>
                          <a:cubicBezTo>
                            <a:pt x="6484" y="908"/>
                            <a:pt x="7722" y="2718"/>
                            <a:pt x="7151" y="44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35" name="Forme libre : forme 15134">
                      <a:extLst>
                        <a:ext uri="{FF2B5EF4-FFF2-40B4-BE49-F238E27FC236}">
                          <a16:creationId xmlns:a16="http://schemas.microsoft.com/office/drawing/2014/main" id="{3A2B84F7-AA1B-4AAD-A53F-617073D6DF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43609" y="2752910"/>
                      <a:ext cx="64841" cy="69989"/>
                    </a:xfrm>
                    <a:custGeom>
                      <a:avLst/>
                      <a:gdLst>
                        <a:gd name="connsiteX0" fmla="*/ 64840 w 64841"/>
                        <a:gd name="connsiteY0" fmla="*/ 38772 h 69989"/>
                        <a:gd name="connsiteX1" fmla="*/ 55124 w 64841"/>
                        <a:gd name="connsiteY1" fmla="*/ 65061 h 69989"/>
                        <a:gd name="connsiteX2" fmla="*/ 46457 w 64841"/>
                        <a:gd name="connsiteY2" fmla="*/ 69633 h 69989"/>
                        <a:gd name="connsiteX3" fmla="*/ 42646 w 64841"/>
                        <a:gd name="connsiteY3" fmla="*/ 61156 h 69989"/>
                        <a:gd name="connsiteX4" fmla="*/ 42456 w 64841"/>
                        <a:gd name="connsiteY4" fmla="*/ 46011 h 69989"/>
                        <a:gd name="connsiteX5" fmla="*/ 36932 w 64841"/>
                        <a:gd name="connsiteY5" fmla="*/ 31152 h 69989"/>
                        <a:gd name="connsiteX6" fmla="*/ 28740 w 64841"/>
                        <a:gd name="connsiteY6" fmla="*/ 24675 h 69989"/>
                        <a:gd name="connsiteX7" fmla="*/ 14929 w 64841"/>
                        <a:gd name="connsiteY7" fmla="*/ 16769 h 69989"/>
                        <a:gd name="connsiteX8" fmla="*/ 1213 w 64841"/>
                        <a:gd name="connsiteY8" fmla="*/ 3339 h 69989"/>
                        <a:gd name="connsiteX9" fmla="*/ 28645 w 64841"/>
                        <a:gd name="connsiteY9" fmla="*/ 2292 h 69989"/>
                        <a:gd name="connsiteX10" fmla="*/ 44171 w 64841"/>
                        <a:gd name="connsiteY10" fmla="*/ 8578 h 69989"/>
                        <a:gd name="connsiteX11" fmla="*/ 54172 w 64841"/>
                        <a:gd name="connsiteY11" fmla="*/ 15436 h 69989"/>
                        <a:gd name="connsiteX12" fmla="*/ 64840 w 64841"/>
                        <a:gd name="connsiteY12" fmla="*/ 38772 h 69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4841" h="69989">
                          <a:moveTo>
                            <a:pt x="64840" y="38772"/>
                          </a:moveTo>
                          <a:cubicBezTo>
                            <a:pt x="64935" y="48869"/>
                            <a:pt x="60458" y="57346"/>
                            <a:pt x="55124" y="65061"/>
                          </a:cubicBezTo>
                          <a:cubicBezTo>
                            <a:pt x="53124" y="67919"/>
                            <a:pt x="49790" y="71062"/>
                            <a:pt x="46457" y="69633"/>
                          </a:cubicBezTo>
                          <a:cubicBezTo>
                            <a:pt x="43409" y="68395"/>
                            <a:pt x="42742" y="64299"/>
                            <a:pt x="42646" y="61156"/>
                          </a:cubicBezTo>
                          <a:cubicBezTo>
                            <a:pt x="42551" y="56203"/>
                            <a:pt x="42933" y="51155"/>
                            <a:pt x="42456" y="46011"/>
                          </a:cubicBezTo>
                          <a:cubicBezTo>
                            <a:pt x="42075" y="40772"/>
                            <a:pt x="40741" y="35724"/>
                            <a:pt x="36932" y="31152"/>
                          </a:cubicBezTo>
                          <a:cubicBezTo>
                            <a:pt x="35693" y="29724"/>
                            <a:pt x="32741" y="27342"/>
                            <a:pt x="28740" y="24675"/>
                          </a:cubicBezTo>
                          <a:cubicBezTo>
                            <a:pt x="24549" y="22294"/>
                            <a:pt x="19691" y="19532"/>
                            <a:pt x="14929" y="16769"/>
                          </a:cubicBezTo>
                          <a:cubicBezTo>
                            <a:pt x="5404" y="12102"/>
                            <a:pt x="-3264" y="7340"/>
                            <a:pt x="1213" y="3339"/>
                          </a:cubicBezTo>
                          <a:cubicBezTo>
                            <a:pt x="5785" y="-661"/>
                            <a:pt x="17406" y="-1138"/>
                            <a:pt x="28645" y="2292"/>
                          </a:cubicBezTo>
                          <a:cubicBezTo>
                            <a:pt x="34360" y="3625"/>
                            <a:pt x="39694" y="6101"/>
                            <a:pt x="44171" y="8578"/>
                          </a:cubicBezTo>
                          <a:cubicBezTo>
                            <a:pt x="48647" y="10959"/>
                            <a:pt x="52267" y="13341"/>
                            <a:pt x="54172" y="15436"/>
                          </a:cubicBezTo>
                          <a:cubicBezTo>
                            <a:pt x="61506" y="22770"/>
                            <a:pt x="64935" y="31152"/>
                            <a:pt x="64840" y="3877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39" name="Graphique 1">
                    <a:extLst>
                      <a:ext uri="{FF2B5EF4-FFF2-40B4-BE49-F238E27FC236}">
                        <a16:creationId xmlns:a16="http://schemas.microsoft.com/office/drawing/2014/main" id="{D4F19B09-0192-4D31-89E4-CA2DB46CABE4}"/>
                      </a:ext>
                    </a:extLst>
                  </p:cNvPr>
                  <p:cNvGrpSpPr/>
                  <p:nvPr/>
                </p:nvGrpSpPr>
                <p:grpSpPr>
                  <a:xfrm>
                    <a:off x="6587293" y="2800442"/>
                    <a:ext cx="144492" cy="158252"/>
                    <a:chOff x="6587293" y="2800442"/>
                    <a:chExt cx="144492" cy="158252"/>
                  </a:xfrm>
                  <a:solidFill>
                    <a:schemeClr val="accent1"/>
                  </a:solidFill>
                </p:grpSpPr>
                <p:sp>
                  <p:nvSpPr>
                    <p:cNvPr id="15112" name="Forme libre : forme 15111">
                      <a:extLst>
                        <a:ext uri="{FF2B5EF4-FFF2-40B4-BE49-F238E27FC236}">
                          <a16:creationId xmlns:a16="http://schemas.microsoft.com/office/drawing/2014/main" id="{14B624BB-3309-4EDE-BE6E-06853FD4F6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87387" y="2800442"/>
                      <a:ext cx="144398" cy="158179"/>
                    </a:xfrm>
                    <a:custGeom>
                      <a:avLst/>
                      <a:gdLst>
                        <a:gd name="connsiteX0" fmla="*/ 37635 w 144398"/>
                        <a:gd name="connsiteY0" fmla="*/ 135734 h 158179"/>
                        <a:gd name="connsiteX1" fmla="*/ 9060 w 144398"/>
                        <a:gd name="connsiteY1" fmla="*/ 96015 h 158179"/>
                        <a:gd name="connsiteX2" fmla="*/ 1917 w 144398"/>
                        <a:gd name="connsiteY2" fmla="*/ 82870 h 158179"/>
                        <a:gd name="connsiteX3" fmla="*/ 12 w 144398"/>
                        <a:gd name="connsiteY3" fmla="*/ 68392 h 158179"/>
                        <a:gd name="connsiteX4" fmla="*/ 2583 w 144398"/>
                        <a:gd name="connsiteY4" fmla="*/ 52866 h 158179"/>
                        <a:gd name="connsiteX5" fmla="*/ 10108 w 144398"/>
                        <a:gd name="connsiteY5" fmla="*/ 38103 h 158179"/>
                        <a:gd name="connsiteX6" fmla="*/ 29444 w 144398"/>
                        <a:gd name="connsiteY6" fmla="*/ 12671 h 158179"/>
                        <a:gd name="connsiteX7" fmla="*/ 61067 w 144398"/>
                        <a:gd name="connsiteY7" fmla="*/ 288 h 158179"/>
                        <a:gd name="connsiteX8" fmla="*/ 80879 w 144398"/>
                        <a:gd name="connsiteY8" fmla="*/ 6765 h 158179"/>
                        <a:gd name="connsiteX9" fmla="*/ 98310 w 144398"/>
                        <a:gd name="connsiteY9" fmla="*/ 21148 h 158179"/>
                        <a:gd name="connsiteX10" fmla="*/ 135553 w 144398"/>
                        <a:gd name="connsiteY10" fmla="*/ 71821 h 158179"/>
                        <a:gd name="connsiteX11" fmla="*/ 125646 w 144398"/>
                        <a:gd name="connsiteY11" fmla="*/ 135639 h 158179"/>
                        <a:gd name="connsiteX12" fmla="*/ 98120 w 144398"/>
                        <a:gd name="connsiteY12" fmla="*/ 152498 h 158179"/>
                        <a:gd name="connsiteX13" fmla="*/ 37635 w 144398"/>
                        <a:gd name="connsiteY13" fmla="*/ 135734 h 158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44398" h="158179">
                          <a:moveTo>
                            <a:pt x="37635" y="135734"/>
                          </a:moveTo>
                          <a:cubicBezTo>
                            <a:pt x="28206" y="121161"/>
                            <a:pt x="18681" y="107635"/>
                            <a:pt x="9060" y="96015"/>
                          </a:cubicBezTo>
                          <a:cubicBezTo>
                            <a:pt x="5727" y="91919"/>
                            <a:pt x="3346" y="87633"/>
                            <a:pt x="1917" y="82870"/>
                          </a:cubicBezTo>
                          <a:cubicBezTo>
                            <a:pt x="393" y="78489"/>
                            <a:pt x="-83" y="73155"/>
                            <a:pt x="12" y="68392"/>
                          </a:cubicBezTo>
                          <a:cubicBezTo>
                            <a:pt x="107" y="63439"/>
                            <a:pt x="964" y="58105"/>
                            <a:pt x="2583" y="52866"/>
                          </a:cubicBezTo>
                          <a:cubicBezTo>
                            <a:pt x="4203" y="47818"/>
                            <a:pt x="6584" y="42770"/>
                            <a:pt x="10108" y="38103"/>
                          </a:cubicBezTo>
                          <a:lnTo>
                            <a:pt x="29444" y="12671"/>
                          </a:lnTo>
                          <a:cubicBezTo>
                            <a:pt x="36492" y="3336"/>
                            <a:pt x="47923" y="-1236"/>
                            <a:pt x="61067" y="288"/>
                          </a:cubicBezTo>
                          <a:cubicBezTo>
                            <a:pt x="67829" y="955"/>
                            <a:pt x="74212" y="3241"/>
                            <a:pt x="80879" y="6765"/>
                          </a:cubicBezTo>
                          <a:cubicBezTo>
                            <a:pt x="87166" y="10290"/>
                            <a:pt x="93357" y="15242"/>
                            <a:pt x="98310" y="21148"/>
                          </a:cubicBezTo>
                          <a:cubicBezTo>
                            <a:pt x="112597" y="38103"/>
                            <a:pt x="124503" y="55152"/>
                            <a:pt x="135553" y="71821"/>
                          </a:cubicBezTo>
                          <a:cubicBezTo>
                            <a:pt x="150888" y="95253"/>
                            <a:pt x="145458" y="123447"/>
                            <a:pt x="125646" y="135639"/>
                          </a:cubicBezTo>
                          <a:lnTo>
                            <a:pt x="98120" y="152498"/>
                          </a:lnTo>
                          <a:cubicBezTo>
                            <a:pt x="78117" y="164785"/>
                            <a:pt x="50780" y="156213"/>
                            <a:pt x="37635" y="135734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13" name="Forme libre : forme 15112">
                      <a:extLst>
                        <a:ext uri="{FF2B5EF4-FFF2-40B4-BE49-F238E27FC236}">
                          <a16:creationId xmlns:a16="http://schemas.microsoft.com/office/drawing/2014/main" id="{E8C194B7-020E-45BB-843A-C4AD4B9EC6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87293" y="2827496"/>
                      <a:ext cx="98974" cy="131198"/>
                    </a:xfrm>
                    <a:custGeom>
                      <a:avLst/>
                      <a:gdLst>
                        <a:gd name="connsiteX0" fmla="*/ 44396 w 98974"/>
                        <a:gd name="connsiteY0" fmla="*/ 51530 h 131198"/>
                        <a:gd name="connsiteX1" fmla="*/ 25156 w 98974"/>
                        <a:gd name="connsiteY1" fmla="*/ 28289 h 131198"/>
                        <a:gd name="connsiteX2" fmla="*/ 20203 w 98974"/>
                        <a:gd name="connsiteY2" fmla="*/ 14669 h 131198"/>
                        <a:gd name="connsiteX3" fmla="*/ 18488 w 98974"/>
                        <a:gd name="connsiteY3" fmla="*/ 0 h 131198"/>
                        <a:gd name="connsiteX4" fmla="*/ 10107 w 98974"/>
                        <a:gd name="connsiteY4" fmla="*/ 11049 h 131198"/>
                        <a:gd name="connsiteX5" fmla="*/ 2582 w 98974"/>
                        <a:gd name="connsiteY5" fmla="*/ 25813 h 131198"/>
                        <a:gd name="connsiteX6" fmla="*/ 10 w 98974"/>
                        <a:gd name="connsiteY6" fmla="*/ 41338 h 131198"/>
                        <a:gd name="connsiteX7" fmla="*/ 1915 w 98974"/>
                        <a:gd name="connsiteY7" fmla="*/ 55816 h 131198"/>
                        <a:gd name="connsiteX8" fmla="*/ 9058 w 98974"/>
                        <a:gd name="connsiteY8" fmla="*/ 68961 h 131198"/>
                        <a:gd name="connsiteX9" fmla="*/ 37633 w 98974"/>
                        <a:gd name="connsiteY9" fmla="*/ 108680 h 131198"/>
                        <a:gd name="connsiteX10" fmla="*/ 98118 w 98974"/>
                        <a:gd name="connsiteY10" fmla="*/ 125539 h 131198"/>
                        <a:gd name="connsiteX11" fmla="*/ 98974 w 98974"/>
                        <a:gd name="connsiteY11" fmla="*/ 124968 h 131198"/>
                        <a:gd name="connsiteX12" fmla="*/ 73829 w 98974"/>
                        <a:gd name="connsiteY12" fmla="*/ 85725 h 131198"/>
                        <a:gd name="connsiteX13" fmla="*/ 44396 w 98974"/>
                        <a:gd name="connsiteY13" fmla="*/ 51530 h 131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8974" h="131198">
                          <a:moveTo>
                            <a:pt x="44396" y="51530"/>
                          </a:moveTo>
                          <a:cubicBezTo>
                            <a:pt x="35824" y="44958"/>
                            <a:pt x="29537" y="36862"/>
                            <a:pt x="25156" y="28289"/>
                          </a:cubicBezTo>
                          <a:cubicBezTo>
                            <a:pt x="22965" y="23908"/>
                            <a:pt x="21441" y="19336"/>
                            <a:pt x="20203" y="14669"/>
                          </a:cubicBezTo>
                          <a:cubicBezTo>
                            <a:pt x="19060" y="9906"/>
                            <a:pt x="18583" y="4858"/>
                            <a:pt x="18488" y="0"/>
                          </a:cubicBezTo>
                          <a:lnTo>
                            <a:pt x="10107" y="11049"/>
                          </a:lnTo>
                          <a:cubicBezTo>
                            <a:pt x="6582" y="15621"/>
                            <a:pt x="4201" y="20764"/>
                            <a:pt x="2582" y="25813"/>
                          </a:cubicBezTo>
                          <a:cubicBezTo>
                            <a:pt x="962" y="31051"/>
                            <a:pt x="105" y="36386"/>
                            <a:pt x="10" y="41338"/>
                          </a:cubicBezTo>
                          <a:cubicBezTo>
                            <a:pt x="-85" y="46101"/>
                            <a:pt x="486" y="51530"/>
                            <a:pt x="1915" y="55816"/>
                          </a:cubicBezTo>
                          <a:cubicBezTo>
                            <a:pt x="3344" y="60579"/>
                            <a:pt x="5725" y="64865"/>
                            <a:pt x="9058" y="68961"/>
                          </a:cubicBezTo>
                          <a:cubicBezTo>
                            <a:pt x="18679" y="80581"/>
                            <a:pt x="28204" y="94202"/>
                            <a:pt x="37633" y="108680"/>
                          </a:cubicBezTo>
                          <a:cubicBezTo>
                            <a:pt x="50778" y="129159"/>
                            <a:pt x="78115" y="137827"/>
                            <a:pt x="98118" y="125539"/>
                          </a:cubicBezTo>
                          <a:lnTo>
                            <a:pt x="98974" y="124968"/>
                          </a:lnTo>
                          <a:cubicBezTo>
                            <a:pt x="89640" y="112014"/>
                            <a:pt x="82116" y="98488"/>
                            <a:pt x="73829" y="85725"/>
                          </a:cubicBezTo>
                          <a:cubicBezTo>
                            <a:pt x="65637" y="72962"/>
                            <a:pt x="56398" y="60960"/>
                            <a:pt x="44396" y="5153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14" name="Forme libre : forme 15113">
                      <a:extLst>
                        <a:ext uri="{FF2B5EF4-FFF2-40B4-BE49-F238E27FC236}">
                          <a16:creationId xmlns:a16="http://schemas.microsoft.com/office/drawing/2014/main" id="{5B014243-2A5E-45AD-ADF3-A68C8C817A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5135" y="2860120"/>
                      <a:ext cx="53204" cy="61708"/>
                    </a:xfrm>
                    <a:custGeom>
                      <a:avLst/>
                      <a:gdLst>
                        <a:gd name="connsiteX0" fmla="*/ 45418 w 53204"/>
                        <a:gd name="connsiteY0" fmla="*/ 59387 h 61708"/>
                        <a:gd name="connsiteX1" fmla="*/ 8461 w 53204"/>
                        <a:gd name="connsiteY1" fmla="*/ 43290 h 61708"/>
                        <a:gd name="connsiteX2" fmla="*/ 6175 w 53204"/>
                        <a:gd name="connsiteY2" fmla="*/ 3380 h 61708"/>
                        <a:gd name="connsiteX3" fmla="*/ 44846 w 53204"/>
                        <a:gd name="connsiteY3" fmla="*/ 18144 h 61708"/>
                        <a:gd name="connsiteX4" fmla="*/ 45418 w 53204"/>
                        <a:gd name="connsiteY4" fmla="*/ 59387 h 61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204" h="61708">
                          <a:moveTo>
                            <a:pt x="45418" y="59387"/>
                          </a:moveTo>
                          <a:cubicBezTo>
                            <a:pt x="35035" y="65864"/>
                            <a:pt x="18652" y="58244"/>
                            <a:pt x="8461" y="43290"/>
                          </a:cubicBezTo>
                          <a:cubicBezTo>
                            <a:pt x="-1636" y="28336"/>
                            <a:pt x="-3065" y="11286"/>
                            <a:pt x="6175" y="3380"/>
                          </a:cubicBezTo>
                          <a:cubicBezTo>
                            <a:pt x="15414" y="-4526"/>
                            <a:pt x="33607" y="1856"/>
                            <a:pt x="44846" y="18144"/>
                          </a:cubicBezTo>
                          <a:cubicBezTo>
                            <a:pt x="55990" y="34432"/>
                            <a:pt x="55800" y="52910"/>
                            <a:pt x="45418" y="5938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15" name="Forme libre : forme 15114">
                      <a:extLst>
                        <a:ext uri="{FF2B5EF4-FFF2-40B4-BE49-F238E27FC236}">
                          <a16:creationId xmlns:a16="http://schemas.microsoft.com/office/drawing/2014/main" id="{9D9F4786-5FCC-43C1-B58D-906523458D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5040" y="2860069"/>
                      <a:ext cx="30082" cy="54294"/>
                    </a:xfrm>
                    <a:custGeom>
                      <a:avLst/>
                      <a:gdLst>
                        <a:gd name="connsiteX0" fmla="*/ 30083 w 30082"/>
                        <a:gd name="connsiteY0" fmla="*/ 4193 h 54294"/>
                        <a:gd name="connsiteX1" fmla="*/ 6175 w 30082"/>
                        <a:gd name="connsiteY1" fmla="*/ 3336 h 54294"/>
                        <a:gd name="connsiteX2" fmla="*/ 8461 w 30082"/>
                        <a:gd name="connsiteY2" fmla="*/ 43246 h 54294"/>
                        <a:gd name="connsiteX3" fmla="*/ 18748 w 30082"/>
                        <a:gd name="connsiteY3" fmla="*/ 54295 h 54294"/>
                        <a:gd name="connsiteX4" fmla="*/ 15414 w 30082"/>
                        <a:gd name="connsiteY4" fmla="*/ 46580 h 54294"/>
                        <a:gd name="connsiteX5" fmla="*/ 30083 w 30082"/>
                        <a:gd name="connsiteY5" fmla="*/ 4193 h 54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082" h="54294">
                          <a:moveTo>
                            <a:pt x="30083" y="4193"/>
                          </a:moveTo>
                          <a:cubicBezTo>
                            <a:pt x="21320" y="-1045"/>
                            <a:pt x="11985" y="-1426"/>
                            <a:pt x="6175" y="3336"/>
                          </a:cubicBezTo>
                          <a:cubicBezTo>
                            <a:pt x="-3065" y="11242"/>
                            <a:pt x="-1636" y="28292"/>
                            <a:pt x="8461" y="43246"/>
                          </a:cubicBezTo>
                          <a:cubicBezTo>
                            <a:pt x="11509" y="47627"/>
                            <a:pt x="14938" y="51438"/>
                            <a:pt x="18748" y="54295"/>
                          </a:cubicBezTo>
                          <a:cubicBezTo>
                            <a:pt x="17319" y="51914"/>
                            <a:pt x="16176" y="49342"/>
                            <a:pt x="15414" y="46580"/>
                          </a:cubicBezTo>
                          <a:cubicBezTo>
                            <a:pt x="13032" y="30768"/>
                            <a:pt x="17700" y="12290"/>
                            <a:pt x="30083" y="4193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16" name="Forme libre : forme 15115">
                      <a:extLst>
                        <a:ext uri="{FF2B5EF4-FFF2-40B4-BE49-F238E27FC236}">
                          <a16:creationId xmlns:a16="http://schemas.microsoft.com/office/drawing/2014/main" id="{655E34E1-3499-4779-83FC-F64B83915C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3213" y="2865799"/>
                      <a:ext cx="52900" cy="61540"/>
                    </a:xfrm>
                    <a:custGeom>
                      <a:avLst/>
                      <a:gdLst>
                        <a:gd name="connsiteX0" fmla="*/ 45055 w 52900"/>
                        <a:gd name="connsiteY0" fmla="*/ 59233 h 61540"/>
                        <a:gd name="connsiteX1" fmla="*/ 8193 w 52900"/>
                        <a:gd name="connsiteY1" fmla="*/ 43041 h 61540"/>
                        <a:gd name="connsiteX2" fmla="*/ 6383 w 52900"/>
                        <a:gd name="connsiteY2" fmla="*/ 3321 h 61540"/>
                        <a:gd name="connsiteX3" fmla="*/ 44673 w 52900"/>
                        <a:gd name="connsiteY3" fmla="*/ 18085 h 61540"/>
                        <a:gd name="connsiteX4" fmla="*/ 45055 w 52900"/>
                        <a:gd name="connsiteY4" fmla="*/ 59233 h 615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900" h="61540">
                          <a:moveTo>
                            <a:pt x="45055" y="59233"/>
                          </a:moveTo>
                          <a:cubicBezTo>
                            <a:pt x="34672" y="65710"/>
                            <a:pt x="18289" y="57995"/>
                            <a:pt x="8193" y="43041"/>
                          </a:cubicBezTo>
                          <a:cubicBezTo>
                            <a:pt x="-1904" y="28182"/>
                            <a:pt x="-2856" y="11132"/>
                            <a:pt x="6383" y="3321"/>
                          </a:cubicBezTo>
                          <a:cubicBezTo>
                            <a:pt x="15813" y="-4489"/>
                            <a:pt x="33529" y="1893"/>
                            <a:pt x="44673" y="18085"/>
                          </a:cubicBezTo>
                          <a:cubicBezTo>
                            <a:pt x="55723" y="34373"/>
                            <a:pt x="55436" y="52756"/>
                            <a:pt x="45055" y="5923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17" name="Forme libre : forme 15116">
                      <a:extLst>
                        <a:ext uri="{FF2B5EF4-FFF2-40B4-BE49-F238E27FC236}">
                          <a16:creationId xmlns:a16="http://schemas.microsoft.com/office/drawing/2014/main" id="{6E81CC14-DA0D-4D86-8588-58D8F3A143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04355" y="2823463"/>
                      <a:ext cx="58244" cy="102297"/>
                    </a:xfrm>
                    <a:custGeom>
                      <a:avLst/>
                      <a:gdLst>
                        <a:gd name="connsiteX0" fmla="*/ 15429 w 58244"/>
                        <a:gd name="connsiteY0" fmla="*/ 20797 h 102297"/>
                        <a:gd name="connsiteX1" fmla="*/ 2665 w 58244"/>
                        <a:gd name="connsiteY1" fmla="*/ 36894 h 102297"/>
                        <a:gd name="connsiteX2" fmla="*/ 5999 w 58244"/>
                        <a:gd name="connsiteY2" fmla="*/ 74042 h 102297"/>
                        <a:gd name="connsiteX3" fmla="*/ 27240 w 58244"/>
                        <a:gd name="connsiteY3" fmla="*/ 98997 h 102297"/>
                        <a:gd name="connsiteX4" fmla="*/ 49909 w 58244"/>
                        <a:gd name="connsiteY4" fmla="*/ 97378 h 102297"/>
                        <a:gd name="connsiteX5" fmla="*/ 52100 w 58244"/>
                        <a:gd name="connsiteY5" fmla="*/ 81852 h 102297"/>
                        <a:gd name="connsiteX6" fmla="*/ 54958 w 58244"/>
                        <a:gd name="connsiteY6" fmla="*/ 43943 h 102297"/>
                        <a:gd name="connsiteX7" fmla="*/ 48385 w 58244"/>
                        <a:gd name="connsiteY7" fmla="*/ 1556 h 102297"/>
                        <a:gd name="connsiteX8" fmla="*/ 15429 w 58244"/>
                        <a:gd name="connsiteY8" fmla="*/ 20797 h 102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244" h="102297">
                          <a:moveTo>
                            <a:pt x="15429" y="20797"/>
                          </a:moveTo>
                          <a:cubicBezTo>
                            <a:pt x="10475" y="25559"/>
                            <a:pt x="5427" y="30608"/>
                            <a:pt x="2665" y="36894"/>
                          </a:cubicBezTo>
                          <a:cubicBezTo>
                            <a:pt x="-2478" y="48705"/>
                            <a:pt x="474" y="62516"/>
                            <a:pt x="5999" y="74042"/>
                          </a:cubicBezTo>
                          <a:cubicBezTo>
                            <a:pt x="10571" y="83853"/>
                            <a:pt x="17334" y="93282"/>
                            <a:pt x="27240" y="98997"/>
                          </a:cubicBezTo>
                          <a:cubicBezTo>
                            <a:pt x="34574" y="103093"/>
                            <a:pt x="45242" y="104236"/>
                            <a:pt x="49909" y="97378"/>
                          </a:cubicBezTo>
                          <a:cubicBezTo>
                            <a:pt x="52766" y="93092"/>
                            <a:pt x="52386" y="87281"/>
                            <a:pt x="52100" y="81852"/>
                          </a:cubicBezTo>
                          <a:cubicBezTo>
                            <a:pt x="51528" y="69089"/>
                            <a:pt x="52671" y="56325"/>
                            <a:pt x="54958" y="43943"/>
                          </a:cubicBezTo>
                          <a:cubicBezTo>
                            <a:pt x="57339" y="33561"/>
                            <a:pt x="63530" y="10224"/>
                            <a:pt x="48385" y="1556"/>
                          </a:cubicBezTo>
                          <a:cubicBezTo>
                            <a:pt x="34574" y="-5683"/>
                            <a:pt x="22477" y="14320"/>
                            <a:pt x="15429" y="2079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18" name="Forme libre : forme 15117">
                      <a:extLst>
                        <a:ext uri="{FF2B5EF4-FFF2-40B4-BE49-F238E27FC236}">
                          <a16:creationId xmlns:a16="http://schemas.microsoft.com/office/drawing/2014/main" id="{DCA6373E-B260-47F5-8FC5-73264CC48B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2838" y="2838655"/>
                      <a:ext cx="32178" cy="19618"/>
                    </a:xfrm>
                    <a:custGeom>
                      <a:avLst/>
                      <a:gdLst>
                        <a:gd name="connsiteX0" fmla="*/ 6092 w 32178"/>
                        <a:gd name="connsiteY0" fmla="*/ 271 h 19618"/>
                        <a:gd name="connsiteX1" fmla="*/ 1425 w 32178"/>
                        <a:gd name="connsiteY1" fmla="*/ 2081 h 19618"/>
                        <a:gd name="connsiteX2" fmla="*/ 282 w 32178"/>
                        <a:gd name="connsiteY2" fmla="*/ 6843 h 19618"/>
                        <a:gd name="connsiteX3" fmla="*/ 3901 w 32178"/>
                        <a:gd name="connsiteY3" fmla="*/ 10558 h 19618"/>
                        <a:gd name="connsiteX4" fmla="*/ 15426 w 32178"/>
                        <a:gd name="connsiteY4" fmla="*/ 17511 h 19618"/>
                        <a:gd name="connsiteX5" fmla="*/ 20475 w 32178"/>
                        <a:gd name="connsiteY5" fmla="*/ 19416 h 19618"/>
                        <a:gd name="connsiteX6" fmla="*/ 29237 w 32178"/>
                        <a:gd name="connsiteY6" fmla="*/ 7605 h 19618"/>
                        <a:gd name="connsiteX7" fmla="*/ 6092 w 32178"/>
                        <a:gd name="connsiteY7" fmla="*/ 271 h 19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178" h="19618">
                          <a:moveTo>
                            <a:pt x="6092" y="271"/>
                          </a:moveTo>
                          <a:cubicBezTo>
                            <a:pt x="4377" y="557"/>
                            <a:pt x="2663" y="1033"/>
                            <a:pt x="1425" y="2081"/>
                          </a:cubicBezTo>
                          <a:cubicBezTo>
                            <a:pt x="186" y="3224"/>
                            <a:pt x="-385" y="5129"/>
                            <a:pt x="282" y="6843"/>
                          </a:cubicBezTo>
                          <a:cubicBezTo>
                            <a:pt x="948" y="8463"/>
                            <a:pt x="2472" y="9606"/>
                            <a:pt x="3901" y="10558"/>
                          </a:cubicBezTo>
                          <a:cubicBezTo>
                            <a:pt x="7521" y="13130"/>
                            <a:pt x="11426" y="15511"/>
                            <a:pt x="15426" y="17511"/>
                          </a:cubicBezTo>
                          <a:cubicBezTo>
                            <a:pt x="17141" y="18273"/>
                            <a:pt x="18856" y="19131"/>
                            <a:pt x="20475" y="19416"/>
                          </a:cubicBezTo>
                          <a:cubicBezTo>
                            <a:pt x="27618" y="20750"/>
                            <a:pt x="37048" y="15321"/>
                            <a:pt x="29237" y="7605"/>
                          </a:cubicBezTo>
                          <a:cubicBezTo>
                            <a:pt x="23047" y="1605"/>
                            <a:pt x="13140" y="-872"/>
                            <a:pt x="6092" y="27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19" name="Forme libre : forme 15118">
                      <a:extLst>
                        <a:ext uri="{FF2B5EF4-FFF2-40B4-BE49-F238E27FC236}">
                          <a16:creationId xmlns:a16="http://schemas.microsoft.com/office/drawing/2014/main" id="{4EF9EE16-2EFF-470A-9488-47B456D71C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27689" y="2935605"/>
                      <a:ext cx="59435" cy="16819"/>
                    </a:xfrm>
                    <a:custGeom>
                      <a:avLst/>
                      <a:gdLst>
                        <a:gd name="connsiteX0" fmla="*/ 59436 w 59435"/>
                        <a:gd name="connsiteY0" fmla="*/ 10954 h 16819"/>
                        <a:gd name="connsiteX1" fmla="*/ 41529 w 59435"/>
                        <a:gd name="connsiteY1" fmla="*/ 16669 h 16819"/>
                        <a:gd name="connsiteX2" fmla="*/ 0 w 59435"/>
                        <a:gd name="connsiteY2" fmla="*/ 0 h 16819"/>
                        <a:gd name="connsiteX3" fmla="*/ 17050 w 59435"/>
                        <a:gd name="connsiteY3" fmla="*/ 9334 h 16819"/>
                        <a:gd name="connsiteX4" fmla="*/ 59436 w 59435"/>
                        <a:gd name="connsiteY4" fmla="*/ 10954 h 16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435" h="16819">
                          <a:moveTo>
                            <a:pt x="59436" y="10954"/>
                          </a:moveTo>
                          <a:cubicBezTo>
                            <a:pt x="59436" y="10954"/>
                            <a:pt x="52483" y="15811"/>
                            <a:pt x="41529" y="16669"/>
                          </a:cubicBezTo>
                          <a:cubicBezTo>
                            <a:pt x="30575" y="17621"/>
                            <a:pt x="15621" y="14288"/>
                            <a:pt x="0" y="0"/>
                          </a:cubicBezTo>
                          <a:cubicBezTo>
                            <a:pt x="0" y="0"/>
                            <a:pt x="6382" y="5239"/>
                            <a:pt x="17050" y="9334"/>
                          </a:cubicBezTo>
                          <a:cubicBezTo>
                            <a:pt x="27717" y="13430"/>
                            <a:pt x="42672" y="16478"/>
                            <a:pt x="59436" y="109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20" name="Forme libre : forme 15119">
                      <a:extLst>
                        <a:ext uri="{FF2B5EF4-FFF2-40B4-BE49-F238E27FC236}">
                          <a16:creationId xmlns:a16="http://schemas.microsoft.com/office/drawing/2014/main" id="{740C785B-12B5-4BB2-99EE-88A4A7B81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17116" y="2806163"/>
                      <a:ext cx="68103" cy="20190"/>
                    </a:xfrm>
                    <a:custGeom>
                      <a:avLst/>
                      <a:gdLst>
                        <a:gd name="connsiteX0" fmla="*/ 68104 w 68103"/>
                        <a:gd name="connsiteY0" fmla="*/ 20190 h 20190"/>
                        <a:gd name="connsiteX1" fmla="*/ 62389 w 68103"/>
                        <a:gd name="connsiteY1" fmla="*/ 14666 h 20190"/>
                        <a:gd name="connsiteX2" fmla="*/ 46292 w 68103"/>
                        <a:gd name="connsiteY2" fmla="*/ 4474 h 20190"/>
                        <a:gd name="connsiteX3" fmla="*/ 23432 w 68103"/>
                        <a:gd name="connsiteY3" fmla="*/ 188 h 20190"/>
                        <a:gd name="connsiteX4" fmla="*/ 0 w 68103"/>
                        <a:gd name="connsiteY4" fmla="*/ 11523 h 20190"/>
                        <a:gd name="connsiteX5" fmla="*/ 5239 w 68103"/>
                        <a:gd name="connsiteY5" fmla="*/ 8379 h 20190"/>
                        <a:gd name="connsiteX6" fmla="*/ 19908 w 68103"/>
                        <a:gd name="connsiteY6" fmla="*/ 3807 h 20190"/>
                        <a:gd name="connsiteX7" fmla="*/ 42291 w 68103"/>
                        <a:gd name="connsiteY7" fmla="*/ 5331 h 20190"/>
                        <a:gd name="connsiteX8" fmla="*/ 55150 w 68103"/>
                        <a:gd name="connsiteY8" fmla="*/ 10760 h 20190"/>
                        <a:gd name="connsiteX9" fmla="*/ 68104 w 68103"/>
                        <a:gd name="connsiteY9" fmla="*/ 20190 h 20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103" h="20190">
                          <a:moveTo>
                            <a:pt x="68104" y="20190"/>
                          </a:moveTo>
                          <a:cubicBezTo>
                            <a:pt x="68104" y="20190"/>
                            <a:pt x="66104" y="17809"/>
                            <a:pt x="62389" y="14666"/>
                          </a:cubicBezTo>
                          <a:cubicBezTo>
                            <a:pt x="58388" y="11523"/>
                            <a:pt x="53054" y="7522"/>
                            <a:pt x="46292" y="4474"/>
                          </a:cubicBezTo>
                          <a:cubicBezTo>
                            <a:pt x="39338" y="1521"/>
                            <a:pt x="31718" y="-669"/>
                            <a:pt x="23432" y="188"/>
                          </a:cubicBezTo>
                          <a:cubicBezTo>
                            <a:pt x="15240" y="950"/>
                            <a:pt x="7334" y="4188"/>
                            <a:pt x="0" y="11523"/>
                          </a:cubicBezTo>
                          <a:cubicBezTo>
                            <a:pt x="0" y="11523"/>
                            <a:pt x="1905" y="10094"/>
                            <a:pt x="5239" y="8379"/>
                          </a:cubicBezTo>
                          <a:cubicBezTo>
                            <a:pt x="8573" y="6760"/>
                            <a:pt x="13526" y="4760"/>
                            <a:pt x="19908" y="3807"/>
                          </a:cubicBezTo>
                          <a:cubicBezTo>
                            <a:pt x="26384" y="2759"/>
                            <a:pt x="33909" y="2950"/>
                            <a:pt x="42291" y="5331"/>
                          </a:cubicBezTo>
                          <a:cubicBezTo>
                            <a:pt x="46577" y="6474"/>
                            <a:pt x="50864" y="8284"/>
                            <a:pt x="55150" y="10760"/>
                          </a:cubicBezTo>
                          <a:cubicBezTo>
                            <a:pt x="59436" y="13237"/>
                            <a:pt x="64008" y="16285"/>
                            <a:pt x="68104" y="201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21" name="Forme libre : forme 15120">
                      <a:extLst>
                        <a:ext uri="{FF2B5EF4-FFF2-40B4-BE49-F238E27FC236}">
                          <a16:creationId xmlns:a16="http://schemas.microsoft.com/office/drawing/2014/main" id="{0B12BBF0-EC48-49E3-AF4A-A558C15192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65570" y="2878244"/>
                      <a:ext cx="16221" cy="25625"/>
                    </a:xfrm>
                    <a:custGeom>
                      <a:avLst/>
                      <a:gdLst>
                        <a:gd name="connsiteX0" fmla="*/ 11935 w 16221"/>
                        <a:gd name="connsiteY0" fmla="*/ 25547 h 25625"/>
                        <a:gd name="connsiteX1" fmla="*/ 1076 w 16221"/>
                        <a:gd name="connsiteY1" fmla="*/ 14403 h 25625"/>
                        <a:gd name="connsiteX2" fmla="*/ 4029 w 16221"/>
                        <a:gd name="connsiteY2" fmla="*/ 115 h 25625"/>
                        <a:gd name="connsiteX3" fmla="*/ 15173 w 16221"/>
                        <a:gd name="connsiteY3" fmla="*/ 11355 h 25625"/>
                        <a:gd name="connsiteX4" fmla="*/ 11935 w 16221"/>
                        <a:gd name="connsiteY4" fmla="*/ 25547 h 25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21" h="25625">
                          <a:moveTo>
                            <a:pt x="11935" y="25547"/>
                          </a:moveTo>
                          <a:cubicBezTo>
                            <a:pt x="8030" y="26309"/>
                            <a:pt x="3172" y="21451"/>
                            <a:pt x="1076" y="14403"/>
                          </a:cubicBezTo>
                          <a:cubicBezTo>
                            <a:pt x="-1115" y="7450"/>
                            <a:pt x="124" y="1068"/>
                            <a:pt x="4029" y="115"/>
                          </a:cubicBezTo>
                          <a:cubicBezTo>
                            <a:pt x="7934" y="-837"/>
                            <a:pt x="13077" y="4211"/>
                            <a:pt x="15173" y="11355"/>
                          </a:cubicBezTo>
                          <a:cubicBezTo>
                            <a:pt x="17459" y="18403"/>
                            <a:pt x="15839" y="24785"/>
                            <a:pt x="11935" y="2554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22" name="Forme libre : forme 15121">
                      <a:extLst>
                        <a:ext uri="{FF2B5EF4-FFF2-40B4-BE49-F238E27FC236}">
                          <a16:creationId xmlns:a16="http://schemas.microsoft.com/office/drawing/2014/main" id="{3FE367D1-53DF-48A1-A170-52AC282F30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75923" y="2899519"/>
                      <a:ext cx="6497" cy="6925"/>
                    </a:xfrm>
                    <a:custGeom>
                      <a:avLst/>
                      <a:gdLst>
                        <a:gd name="connsiteX0" fmla="*/ 5202 w 6497"/>
                        <a:gd name="connsiteY0" fmla="*/ 6463 h 6925"/>
                        <a:gd name="connsiteX1" fmla="*/ 630 w 6497"/>
                        <a:gd name="connsiteY1" fmla="*/ 5225 h 6925"/>
                        <a:gd name="connsiteX2" fmla="*/ 1296 w 6497"/>
                        <a:gd name="connsiteY2" fmla="*/ 462 h 6925"/>
                        <a:gd name="connsiteX3" fmla="*/ 5868 w 6497"/>
                        <a:gd name="connsiteY3" fmla="*/ 1700 h 6925"/>
                        <a:gd name="connsiteX4" fmla="*/ 5202 w 6497"/>
                        <a:gd name="connsiteY4" fmla="*/ 6463 h 6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7" h="6925">
                          <a:moveTo>
                            <a:pt x="5202" y="6463"/>
                          </a:moveTo>
                          <a:cubicBezTo>
                            <a:pt x="3773" y="7416"/>
                            <a:pt x="1677" y="6844"/>
                            <a:pt x="630" y="5225"/>
                          </a:cubicBezTo>
                          <a:cubicBezTo>
                            <a:pt x="-418" y="3606"/>
                            <a:pt x="-132" y="1415"/>
                            <a:pt x="1296" y="462"/>
                          </a:cubicBezTo>
                          <a:cubicBezTo>
                            <a:pt x="2725" y="-490"/>
                            <a:pt x="4821" y="81"/>
                            <a:pt x="5868" y="1700"/>
                          </a:cubicBezTo>
                          <a:cubicBezTo>
                            <a:pt x="6916" y="3320"/>
                            <a:pt x="6631" y="5510"/>
                            <a:pt x="5202" y="64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23" name="Forme libre : forme 15122">
                      <a:extLst>
                        <a:ext uri="{FF2B5EF4-FFF2-40B4-BE49-F238E27FC236}">
                          <a16:creationId xmlns:a16="http://schemas.microsoft.com/office/drawing/2014/main" id="{3570F036-E1AD-42F3-A7D3-B9D1356B4B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83491" y="2859211"/>
                      <a:ext cx="37352" cy="76860"/>
                    </a:xfrm>
                    <a:custGeom>
                      <a:avLst/>
                      <a:gdLst>
                        <a:gd name="connsiteX0" fmla="*/ 32114 w 37352"/>
                        <a:gd name="connsiteY0" fmla="*/ 56010 h 76860"/>
                        <a:gd name="connsiteX1" fmla="*/ 11159 w 37352"/>
                        <a:gd name="connsiteY1" fmla="*/ 74965 h 76860"/>
                        <a:gd name="connsiteX2" fmla="*/ 1253 w 37352"/>
                        <a:gd name="connsiteY2" fmla="*/ 75156 h 76860"/>
                        <a:gd name="connsiteX3" fmla="*/ 1824 w 37352"/>
                        <a:gd name="connsiteY3" fmla="*/ 65726 h 76860"/>
                        <a:gd name="connsiteX4" fmla="*/ 14969 w 37352"/>
                        <a:gd name="connsiteY4" fmla="*/ 38580 h 76860"/>
                        <a:gd name="connsiteX5" fmla="*/ 10587 w 37352"/>
                        <a:gd name="connsiteY5" fmla="*/ 16767 h 76860"/>
                        <a:gd name="connsiteX6" fmla="*/ 13635 w 37352"/>
                        <a:gd name="connsiteY6" fmla="*/ 3 h 76860"/>
                        <a:gd name="connsiteX7" fmla="*/ 29447 w 37352"/>
                        <a:gd name="connsiteY7" fmla="*/ 14005 h 76860"/>
                        <a:gd name="connsiteX8" fmla="*/ 37162 w 37352"/>
                        <a:gd name="connsiteY8" fmla="*/ 34198 h 76860"/>
                        <a:gd name="connsiteX9" fmla="*/ 32114 w 37352"/>
                        <a:gd name="connsiteY9" fmla="*/ 56010 h 76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352" h="76860">
                          <a:moveTo>
                            <a:pt x="32114" y="56010"/>
                          </a:moveTo>
                          <a:cubicBezTo>
                            <a:pt x="27065" y="64297"/>
                            <a:pt x="19350" y="70202"/>
                            <a:pt x="11159" y="74965"/>
                          </a:cubicBezTo>
                          <a:cubicBezTo>
                            <a:pt x="8111" y="76680"/>
                            <a:pt x="3825" y="78108"/>
                            <a:pt x="1253" y="75156"/>
                          </a:cubicBezTo>
                          <a:cubicBezTo>
                            <a:pt x="-1033" y="72489"/>
                            <a:pt x="205" y="68488"/>
                            <a:pt x="1824" y="65726"/>
                          </a:cubicBezTo>
                          <a:cubicBezTo>
                            <a:pt x="6872" y="56963"/>
                            <a:pt x="14398" y="49343"/>
                            <a:pt x="14969" y="38580"/>
                          </a:cubicBezTo>
                          <a:cubicBezTo>
                            <a:pt x="15254" y="35246"/>
                            <a:pt x="12397" y="25626"/>
                            <a:pt x="10587" y="16767"/>
                          </a:cubicBezTo>
                          <a:cubicBezTo>
                            <a:pt x="8873" y="7909"/>
                            <a:pt x="8015" y="-187"/>
                            <a:pt x="13635" y="3"/>
                          </a:cubicBezTo>
                          <a:cubicBezTo>
                            <a:pt x="19350" y="194"/>
                            <a:pt x="25161" y="6576"/>
                            <a:pt x="29447" y="14005"/>
                          </a:cubicBezTo>
                          <a:cubicBezTo>
                            <a:pt x="33828" y="21435"/>
                            <a:pt x="36686" y="29817"/>
                            <a:pt x="37162" y="34198"/>
                          </a:cubicBezTo>
                          <a:cubicBezTo>
                            <a:pt x="38019" y="42009"/>
                            <a:pt x="35924" y="49724"/>
                            <a:pt x="32114" y="5601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40" name="Graphique 1">
                    <a:extLst>
                      <a:ext uri="{FF2B5EF4-FFF2-40B4-BE49-F238E27FC236}">
                        <a16:creationId xmlns:a16="http://schemas.microsoft.com/office/drawing/2014/main" id="{130C23EE-ECFB-4447-9F77-8B1373ABF2E4}"/>
                      </a:ext>
                    </a:extLst>
                  </p:cNvPr>
                  <p:cNvGrpSpPr/>
                  <p:nvPr/>
                </p:nvGrpSpPr>
                <p:grpSpPr>
                  <a:xfrm>
                    <a:off x="6666537" y="2930373"/>
                    <a:ext cx="145375" cy="158886"/>
                    <a:chOff x="6666537" y="2930373"/>
                    <a:chExt cx="145375" cy="158886"/>
                  </a:xfrm>
                  <a:solidFill>
                    <a:schemeClr val="accent1"/>
                  </a:solidFill>
                </p:grpSpPr>
                <p:sp>
                  <p:nvSpPr>
                    <p:cNvPr id="15100" name="Forme libre : forme 15099">
                      <a:extLst>
                        <a:ext uri="{FF2B5EF4-FFF2-40B4-BE49-F238E27FC236}">
                          <a16:creationId xmlns:a16="http://schemas.microsoft.com/office/drawing/2014/main" id="{455DD9B6-0962-45C7-AA6D-0F19EE05A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66633" y="2930373"/>
                      <a:ext cx="145280" cy="158791"/>
                    </a:xfrm>
                    <a:custGeom>
                      <a:avLst/>
                      <a:gdLst>
                        <a:gd name="connsiteX0" fmla="*/ 45257 w 145280"/>
                        <a:gd name="connsiteY0" fmla="*/ 137438 h 158791"/>
                        <a:gd name="connsiteX1" fmla="*/ 35161 w 145280"/>
                        <a:gd name="connsiteY1" fmla="*/ 124675 h 158791"/>
                        <a:gd name="connsiteX2" fmla="*/ 25827 w 145280"/>
                        <a:gd name="connsiteY2" fmla="*/ 111911 h 158791"/>
                        <a:gd name="connsiteX3" fmla="*/ 8682 w 145280"/>
                        <a:gd name="connsiteY3" fmla="*/ 86575 h 158791"/>
                        <a:gd name="connsiteX4" fmla="*/ 18874 w 145280"/>
                        <a:gd name="connsiteY4" fmla="*/ 22567 h 158791"/>
                        <a:gd name="connsiteX5" fmla="*/ 46400 w 145280"/>
                        <a:gd name="connsiteY5" fmla="*/ 5708 h 158791"/>
                        <a:gd name="connsiteX6" fmla="*/ 107170 w 145280"/>
                        <a:gd name="connsiteY6" fmla="*/ 22376 h 158791"/>
                        <a:gd name="connsiteX7" fmla="*/ 121553 w 145280"/>
                        <a:gd name="connsiteY7" fmla="*/ 43332 h 158791"/>
                        <a:gd name="connsiteX8" fmla="*/ 128792 w 145280"/>
                        <a:gd name="connsiteY8" fmla="*/ 53047 h 158791"/>
                        <a:gd name="connsiteX9" fmla="*/ 136126 w 145280"/>
                        <a:gd name="connsiteY9" fmla="*/ 62191 h 158791"/>
                        <a:gd name="connsiteX10" fmla="*/ 143365 w 145280"/>
                        <a:gd name="connsiteY10" fmla="*/ 75240 h 158791"/>
                        <a:gd name="connsiteX11" fmla="*/ 145270 w 145280"/>
                        <a:gd name="connsiteY11" fmla="*/ 89909 h 158791"/>
                        <a:gd name="connsiteX12" fmla="*/ 142413 w 145280"/>
                        <a:gd name="connsiteY12" fmla="*/ 105530 h 158791"/>
                        <a:gd name="connsiteX13" fmla="*/ 134507 w 145280"/>
                        <a:gd name="connsiteY13" fmla="*/ 120484 h 158791"/>
                        <a:gd name="connsiteX14" fmla="*/ 114409 w 145280"/>
                        <a:gd name="connsiteY14" fmla="*/ 146106 h 158791"/>
                        <a:gd name="connsiteX15" fmla="*/ 100598 w 145280"/>
                        <a:gd name="connsiteY15" fmla="*/ 156393 h 158791"/>
                        <a:gd name="connsiteX16" fmla="*/ 82405 w 145280"/>
                        <a:gd name="connsiteY16" fmla="*/ 158489 h 158791"/>
                        <a:gd name="connsiteX17" fmla="*/ 62688 w 145280"/>
                        <a:gd name="connsiteY17" fmla="*/ 151916 h 158791"/>
                        <a:gd name="connsiteX18" fmla="*/ 45257 w 145280"/>
                        <a:gd name="connsiteY18" fmla="*/ 137438 h 1587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45280" h="158791">
                          <a:moveTo>
                            <a:pt x="45257" y="137438"/>
                          </a:moveTo>
                          <a:lnTo>
                            <a:pt x="35161" y="124675"/>
                          </a:lnTo>
                          <a:lnTo>
                            <a:pt x="25827" y="111911"/>
                          </a:lnTo>
                          <a:cubicBezTo>
                            <a:pt x="19826" y="103434"/>
                            <a:pt x="14111" y="94957"/>
                            <a:pt x="8682" y="86575"/>
                          </a:cubicBezTo>
                          <a:cubicBezTo>
                            <a:pt x="-6559" y="62953"/>
                            <a:pt x="-843" y="34854"/>
                            <a:pt x="18874" y="22567"/>
                          </a:cubicBezTo>
                          <a:lnTo>
                            <a:pt x="46400" y="5708"/>
                          </a:lnTo>
                          <a:cubicBezTo>
                            <a:pt x="66308" y="-6675"/>
                            <a:pt x="93835" y="2088"/>
                            <a:pt x="107170" y="22376"/>
                          </a:cubicBezTo>
                          <a:cubicBezTo>
                            <a:pt x="111932" y="29615"/>
                            <a:pt x="116695" y="36569"/>
                            <a:pt x="121553" y="43332"/>
                          </a:cubicBezTo>
                          <a:lnTo>
                            <a:pt x="128792" y="53047"/>
                          </a:lnTo>
                          <a:lnTo>
                            <a:pt x="136126" y="62191"/>
                          </a:lnTo>
                          <a:cubicBezTo>
                            <a:pt x="139650" y="65906"/>
                            <a:pt x="141841" y="70859"/>
                            <a:pt x="143365" y="75240"/>
                          </a:cubicBezTo>
                          <a:cubicBezTo>
                            <a:pt x="144794" y="79907"/>
                            <a:pt x="145365" y="84956"/>
                            <a:pt x="145270" y="89909"/>
                          </a:cubicBezTo>
                          <a:cubicBezTo>
                            <a:pt x="145080" y="94957"/>
                            <a:pt x="144127" y="100482"/>
                            <a:pt x="142413" y="105530"/>
                          </a:cubicBezTo>
                          <a:cubicBezTo>
                            <a:pt x="140698" y="110673"/>
                            <a:pt x="138126" y="115817"/>
                            <a:pt x="134507" y="120484"/>
                          </a:cubicBezTo>
                          <a:lnTo>
                            <a:pt x="114409" y="146106"/>
                          </a:lnTo>
                          <a:cubicBezTo>
                            <a:pt x="110789" y="150773"/>
                            <a:pt x="106122" y="154298"/>
                            <a:pt x="100598" y="156393"/>
                          </a:cubicBezTo>
                          <a:cubicBezTo>
                            <a:pt x="94978" y="158584"/>
                            <a:pt x="88977" y="159251"/>
                            <a:pt x="82405" y="158489"/>
                          </a:cubicBezTo>
                          <a:cubicBezTo>
                            <a:pt x="75738" y="157822"/>
                            <a:pt x="69070" y="155536"/>
                            <a:pt x="62688" y="151916"/>
                          </a:cubicBezTo>
                          <a:cubicBezTo>
                            <a:pt x="55925" y="148392"/>
                            <a:pt x="50496" y="143439"/>
                            <a:pt x="45257" y="13743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01" name="Forme libre : forme 15100">
                      <a:extLst>
                        <a:ext uri="{FF2B5EF4-FFF2-40B4-BE49-F238E27FC236}">
                          <a16:creationId xmlns:a16="http://schemas.microsoft.com/office/drawing/2014/main" id="{F2757698-AAFE-4EA8-B926-5C7C1731A1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66537" y="2945701"/>
                      <a:ext cx="114980" cy="143558"/>
                    </a:xfrm>
                    <a:custGeom>
                      <a:avLst/>
                      <a:gdLst>
                        <a:gd name="connsiteX0" fmla="*/ 46686 w 114980"/>
                        <a:gd name="connsiteY0" fmla="*/ 58674 h 143558"/>
                        <a:gd name="connsiteX1" fmla="*/ 30780 w 114980"/>
                        <a:gd name="connsiteY1" fmla="*/ 0 h 143558"/>
                        <a:gd name="connsiteX2" fmla="*/ 18874 w 114980"/>
                        <a:gd name="connsiteY2" fmla="*/ 7334 h 143558"/>
                        <a:gd name="connsiteX3" fmla="*/ 8682 w 114980"/>
                        <a:gd name="connsiteY3" fmla="*/ 71342 h 143558"/>
                        <a:gd name="connsiteX4" fmla="*/ 25827 w 114980"/>
                        <a:gd name="connsiteY4" fmla="*/ 96679 h 143558"/>
                        <a:gd name="connsiteX5" fmla="*/ 35161 w 114980"/>
                        <a:gd name="connsiteY5" fmla="*/ 109442 h 143558"/>
                        <a:gd name="connsiteX6" fmla="*/ 45257 w 114980"/>
                        <a:gd name="connsiteY6" fmla="*/ 122206 h 143558"/>
                        <a:gd name="connsiteX7" fmla="*/ 62593 w 114980"/>
                        <a:gd name="connsiteY7" fmla="*/ 136684 h 143558"/>
                        <a:gd name="connsiteX8" fmla="*/ 82310 w 114980"/>
                        <a:gd name="connsiteY8" fmla="*/ 143256 h 143558"/>
                        <a:gd name="connsiteX9" fmla="*/ 100503 w 114980"/>
                        <a:gd name="connsiteY9" fmla="*/ 141160 h 143558"/>
                        <a:gd name="connsiteX10" fmla="*/ 114314 w 114980"/>
                        <a:gd name="connsiteY10" fmla="*/ 130873 h 143558"/>
                        <a:gd name="connsiteX11" fmla="*/ 114980 w 114980"/>
                        <a:gd name="connsiteY11" fmla="*/ 130016 h 143558"/>
                        <a:gd name="connsiteX12" fmla="*/ 104789 w 114980"/>
                        <a:gd name="connsiteY12" fmla="*/ 122110 h 143558"/>
                        <a:gd name="connsiteX13" fmla="*/ 95550 w 114980"/>
                        <a:gd name="connsiteY13" fmla="*/ 113443 h 143558"/>
                        <a:gd name="connsiteX14" fmla="*/ 78976 w 114980"/>
                        <a:gd name="connsiteY14" fmla="*/ 95059 h 143558"/>
                        <a:gd name="connsiteX15" fmla="*/ 46686 w 114980"/>
                        <a:gd name="connsiteY15" fmla="*/ 58674 h 143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14980" h="143558">
                          <a:moveTo>
                            <a:pt x="46686" y="58674"/>
                          </a:moveTo>
                          <a:cubicBezTo>
                            <a:pt x="29637" y="42481"/>
                            <a:pt x="23350" y="18955"/>
                            <a:pt x="30780" y="0"/>
                          </a:cubicBezTo>
                          <a:lnTo>
                            <a:pt x="18874" y="7334"/>
                          </a:lnTo>
                          <a:cubicBezTo>
                            <a:pt x="-843" y="19621"/>
                            <a:pt x="-6559" y="47625"/>
                            <a:pt x="8682" y="71342"/>
                          </a:cubicBezTo>
                          <a:cubicBezTo>
                            <a:pt x="14111" y="79724"/>
                            <a:pt x="19826" y="88201"/>
                            <a:pt x="25827" y="96679"/>
                          </a:cubicBezTo>
                          <a:lnTo>
                            <a:pt x="35161" y="109442"/>
                          </a:lnTo>
                          <a:lnTo>
                            <a:pt x="45257" y="122206"/>
                          </a:lnTo>
                          <a:cubicBezTo>
                            <a:pt x="50497" y="128206"/>
                            <a:pt x="55925" y="133159"/>
                            <a:pt x="62593" y="136684"/>
                          </a:cubicBezTo>
                          <a:cubicBezTo>
                            <a:pt x="68975" y="140303"/>
                            <a:pt x="75547" y="142494"/>
                            <a:pt x="82310" y="143256"/>
                          </a:cubicBezTo>
                          <a:cubicBezTo>
                            <a:pt x="88882" y="144018"/>
                            <a:pt x="94883" y="143351"/>
                            <a:pt x="100503" y="141160"/>
                          </a:cubicBezTo>
                          <a:cubicBezTo>
                            <a:pt x="106027" y="138970"/>
                            <a:pt x="110694" y="135446"/>
                            <a:pt x="114314" y="130873"/>
                          </a:cubicBezTo>
                          <a:lnTo>
                            <a:pt x="114980" y="130016"/>
                          </a:lnTo>
                          <a:cubicBezTo>
                            <a:pt x="111266" y="127635"/>
                            <a:pt x="107932" y="124968"/>
                            <a:pt x="104789" y="122110"/>
                          </a:cubicBezTo>
                          <a:cubicBezTo>
                            <a:pt x="101550" y="119348"/>
                            <a:pt x="98312" y="116491"/>
                            <a:pt x="95550" y="113443"/>
                          </a:cubicBezTo>
                          <a:cubicBezTo>
                            <a:pt x="89644" y="107537"/>
                            <a:pt x="84310" y="101251"/>
                            <a:pt x="78976" y="95059"/>
                          </a:cubicBezTo>
                          <a:cubicBezTo>
                            <a:pt x="68689" y="82391"/>
                            <a:pt x="58879" y="69913"/>
                            <a:pt x="46686" y="5867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02" name="Forme libre : forme 15101">
                      <a:extLst>
                        <a:ext uri="{FF2B5EF4-FFF2-40B4-BE49-F238E27FC236}">
                          <a16:creationId xmlns:a16="http://schemas.microsoft.com/office/drawing/2014/main" id="{A5373FFA-DC2E-483F-894D-5EA1011F57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6862" y="2986785"/>
                      <a:ext cx="54714" cy="61661"/>
                    </a:xfrm>
                    <a:custGeom>
                      <a:avLst/>
                      <a:gdLst>
                        <a:gd name="connsiteX0" fmla="*/ 49320 w 54714"/>
                        <a:gd name="connsiteY0" fmla="*/ 57595 h 61661"/>
                        <a:gd name="connsiteX1" fmla="*/ 30651 w 54714"/>
                        <a:gd name="connsiteY1" fmla="*/ 60357 h 61661"/>
                        <a:gd name="connsiteX2" fmla="*/ 19507 w 54714"/>
                        <a:gd name="connsiteY2" fmla="*/ 54452 h 61661"/>
                        <a:gd name="connsiteX3" fmla="*/ 9411 w 54714"/>
                        <a:gd name="connsiteY3" fmla="*/ 44260 h 61661"/>
                        <a:gd name="connsiteX4" fmla="*/ 7410 w 54714"/>
                        <a:gd name="connsiteY4" fmla="*/ 2540 h 61661"/>
                        <a:gd name="connsiteX5" fmla="*/ 45034 w 54714"/>
                        <a:gd name="connsiteY5" fmla="*/ 17495 h 61661"/>
                        <a:gd name="connsiteX6" fmla="*/ 51511 w 54714"/>
                        <a:gd name="connsiteY6" fmla="*/ 28639 h 61661"/>
                        <a:gd name="connsiteX7" fmla="*/ 54559 w 54714"/>
                        <a:gd name="connsiteY7" fmla="*/ 39688 h 61661"/>
                        <a:gd name="connsiteX8" fmla="*/ 49320 w 54714"/>
                        <a:gd name="connsiteY8" fmla="*/ 57595 h 61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714" h="61661">
                          <a:moveTo>
                            <a:pt x="49320" y="57595"/>
                          </a:moveTo>
                          <a:cubicBezTo>
                            <a:pt x="44749" y="61881"/>
                            <a:pt x="37986" y="62739"/>
                            <a:pt x="30651" y="60357"/>
                          </a:cubicBezTo>
                          <a:cubicBezTo>
                            <a:pt x="26937" y="59214"/>
                            <a:pt x="23031" y="57214"/>
                            <a:pt x="19507" y="54452"/>
                          </a:cubicBezTo>
                          <a:cubicBezTo>
                            <a:pt x="15983" y="51689"/>
                            <a:pt x="12268" y="48356"/>
                            <a:pt x="9411" y="44260"/>
                          </a:cubicBezTo>
                          <a:cubicBezTo>
                            <a:pt x="-2781" y="28067"/>
                            <a:pt x="-2781" y="9208"/>
                            <a:pt x="7410" y="2540"/>
                          </a:cubicBezTo>
                          <a:cubicBezTo>
                            <a:pt x="17697" y="-4222"/>
                            <a:pt x="34175" y="3112"/>
                            <a:pt x="45034" y="17495"/>
                          </a:cubicBezTo>
                          <a:cubicBezTo>
                            <a:pt x="47701" y="21209"/>
                            <a:pt x="49987" y="24734"/>
                            <a:pt x="51511" y="28639"/>
                          </a:cubicBezTo>
                          <a:cubicBezTo>
                            <a:pt x="53035" y="32449"/>
                            <a:pt x="54083" y="36068"/>
                            <a:pt x="54559" y="39688"/>
                          </a:cubicBezTo>
                          <a:cubicBezTo>
                            <a:pt x="55226" y="46832"/>
                            <a:pt x="53797" y="53404"/>
                            <a:pt x="49320" y="5759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03" name="Forme libre : forme 15102">
                      <a:extLst>
                        <a:ext uri="{FF2B5EF4-FFF2-40B4-BE49-F238E27FC236}">
                          <a16:creationId xmlns:a16="http://schemas.microsoft.com/office/drawing/2014/main" id="{585832C3-F7C2-42E0-85B3-3D5EC1E3ED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6730" y="2986784"/>
                      <a:ext cx="31165" cy="55785"/>
                    </a:xfrm>
                    <a:custGeom>
                      <a:avLst/>
                      <a:gdLst>
                        <a:gd name="connsiteX0" fmla="*/ 31165 w 31165"/>
                        <a:gd name="connsiteY0" fmla="*/ 4637 h 55785"/>
                        <a:gd name="connsiteX1" fmla="*/ 7448 w 31165"/>
                        <a:gd name="connsiteY1" fmla="*/ 2541 h 55785"/>
                        <a:gd name="connsiteX2" fmla="*/ 9448 w 31165"/>
                        <a:gd name="connsiteY2" fmla="*/ 44261 h 55785"/>
                        <a:gd name="connsiteX3" fmla="*/ 21449 w 31165"/>
                        <a:gd name="connsiteY3" fmla="*/ 55786 h 55785"/>
                        <a:gd name="connsiteX4" fmla="*/ 17068 w 31165"/>
                        <a:gd name="connsiteY4" fmla="*/ 47689 h 55785"/>
                        <a:gd name="connsiteX5" fmla="*/ 17544 w 31165"/>
                        <a:gd name="connsiteY5" fmla="*/ 22639 h 55785"/>
                        <a:gd name="connsiteX6" fmla="*/ 31165 w 31165"/>
                        <a:gd name="connsiteY6" fmla="*/ 4637 h 55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165" h="55785">
                          <a:moveTo>
                            <a:pt x="31165" y="4637"/>
                          </a:moveTo>
                          <a:cubicBezTo>
                            <a:pt x="22783" y="-316"/>
                            <a:pt x="13925" y="-1745"/>
                            <a:pt x="7448" y="2541"/>
                          </a:cubicBezTo>
                          <a:cubicBezTo>
                            <a:pt x="-2839" y="9209"/>
                            <a:pt x="-2744" y="28068"/>
                            <a:pt x="9448" y="44261"/>
                          </a:cubicBezTo>
                          <a:cubicBezTo>
                            <a:pt x="12877" y="49023"/>
                            <a:pt x="17258" y="52833"/>
                            <a:pt x="21449" y="55786"/>
                          </a:cubicBezTo>
                          <a:cubicBezTo>
                            <a:pt x="19640" y="53309"/>
                            <a:pt x="18116" y="50642"/>
                            <a:pt x="17068" y="47689"/>
                          </a:cubicBezTo>
                          <a:cubicBezTo>
                            <a:pt x="14782" y="39308"/>
                            <a:pt x="15163" y="30259"/>
                            <a:pt x="17544" y="22639"/>
                          </a:cubicBezTo>
                          <a:cubicBezTo>
                            <a:pt x="20020" y="14924"/>
                            <a:pt x="24688" y="8447"/>
                            <a:pt x="31165" y="4637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04" name="Forme libre : forme 15103">
                      <a:extLst>
                        <a:ext uri="{FF2B5EF4-FFF2-40B4-BE49-F238E27FC236}">
                          <a16:creationId xmlns:a16="http://schemas.microsoft.com/office/drawing/2014/main" id="{41D53621-A8B0-41CC-B5E4-A77FD2EC27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4901" y="2992391"/>
                      <a:ext cx="55223" cy="62070"/>
                    </a:xfrm>
                    <a:custGeom>
                      <a:avLst/>
                      <a:gdLst>
                        <a:gd name="connsiteX0" fmla="*/ 50234 w 55223"/>
                        <a:gd name="connsiteY0" fmla="*/ 57895 h 62070"/>
                        <a:gd name="connsiteX1" fmla="*/ 31374 w 55223"/>
                        <a:gd name="connsiteY1" fmla="*/ 60752 h 62070"/>
                        <a:gd name="connsiteX2" fmla="*/ 9657 w 55223"/>
                        <a:gd name="connsiteY2" fmla="*/ 44560 h 62070"/>
                        <a:gd name="connsiteX3" fmla="*/ 37 w 55223"/>
                        <a:gd name="connsiteY3" fmla="*/ 19890 h 62070"/>
                        <a:gd name="connsiteX4" fmla="*/ 7276 w 55223"/>
                        <a:gd name="connsiteY4" fmla="*/ 2554 h 62070"/>
                        <a:gd name="connsiteX5" fmla="*/ 45090 w 55223"/>
                        <a:gd name="connsiteY5" fmla="*/ 17509 h 62070"/>
                        <a:gd name="connsiteX6" fmla="*/ 54996 w 55223"/>
                        <a:gd name="connsiteY6" fmla="*/ 39797 h 62070"/>
                        <a:gd name="connsiteX7" fmla="*/ 50234 w 55223"/>
                        <a:gd name="connsiteY7" fmla="*/ 57895 h 6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23" h="62070">
                          <a:moveTo>
                            <a:pt x="50234" y="57895"/>
                          </a:moveTo>
                          <a:cubicBezTo>
                            <a:pt x="45852" y="62181"/>
                            <a:pt x="38708" y="63229"/>
                            <a:pt x="31374" y="60752"/>
                          </a:cubicBezTo>
                          <a:cubicBezTo>
                            <a:pt x="23849" y="58371"/>
                            <a:pt x="15944" y="52656"/>
                            <a:pt x="9657" y="44560"/>
                          </a:cubicBezTo>
                          <a:cubicBezTo>
                            <a:pt x="3561" y="36368"/>
                            <a:pt x="228" y="27510"/>
                            <a:pt x="37" y="19890"/>
                          </a:cubicBezTo>
                          <a:cubicBezTo>
                            <a:pt x="-344" y="12270"/>
                            <a:pt x="2228" y="5888"/>
                            <a:pt x="7276" y="2554"/>
                          </a:cubicBezTo>
                          <a:cubicBezTo>
                            <a:pt x="17563" y="-4208"/>
                            <a:pt x="34137" y="3031"/>
                            <a:pt x="45090" y="17509"/>
                          </a:cubicBezTo>
                          <a:cubicBezTo>
                            <a:pt x="50710" y="24652"/>
                            <a:pt x="53949" y="32558"/>
                            <a:pt x="54996" y="39797"/>
                          </a:cubicBezTo>
                          <a:cubicBezTo>
                            <a:pt x="55759" y="47131"/>
                            <a:pt x="54710" y="53513"/>
                            <a:pt x="50234" y="5789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05" name="Forme libre : forme 15104">
                      <a:extLst>
                        <a:ext uri="{FF2B5EF4-FFF2-40B4-BE49-F238E27FC236}">
                          <a16:creationId xmlns:a16="http://schemas.microsoft.com/office/drawing/2014/main" id="{6250435E-6A30-4756-BC26-0A0472264D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84865" y="2951654"/>
                      <a:ext cx="63275" cy="103765"/>
                    </a:xfrm>
                    <a:custGeom>
                      <a:avLst/>
                      <a:gdLst>
                        <a:gd name="connsiteX0" fmla="*/ 21120 w 63275"/>
                        <a:gd name="connsiteY0" fmla="*/ 14622 h 103765"/>
                        <a:gd name="connsiteX1" fmla="*/ 4927 w 63275"/>
                        <a:gd name="connsiteY1" fmla="*/ 27575 h 103765"/>
                        <a:gd name="connsiteX2" fmla="*/ 5689 w 63275"/>
                        <a:gd name="connsiteY2" fmla="*/ 69866 h 103765"/>
                        <a:gd name="connsiteX3" fmla="*/ 31216 w 63275"/>
                        <a:gd name="connsiteY3" fmla="*/ 100347 h 103765"/>
                        <a:gd name="connsiteX4" fmla="*/ 54839 w 63275"/>
                        <a:gd name="connsiteY4" fmla="*/ 97584 h 103765"/>
                        <a:gd name="connsiteX5" fmla="*/ 54839 w 63275"/>
                        <a:gd name="connsiteY5" fmla="*/ 81011 h 103765"/>
                        <a:gd name="connsiteX6" fmla="*/ 57124 w 63275"/>
                        <a:gd name="connsiteY6" fmla="*/ 42625 h 103765"/>
                        <a:gd name="connsiteX7" fmla="*/ 57410 w 63275"/>
                        <a:gd name="connsiteY7" fmla="*/ 2334 h 103765"/>
                        <a:gd name="connsiteX8" fmla="*/ 21120 w 63275"/>
                        <a:gd name="connsiteY8" fmla="*/ 14622 h 103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3275" h="103765">
                          <a:moveTo>
                            <a:pt x="21120" y="14622"/>
                          </a:moveTo>
                          <a:cubicBezTo>
                            <a:pt x="15119" y="18050"/>
                            <a:pt x="8928" y="21670"/>
                            <a:pt x="4927" y="27575"/>
                          </a:cubicBezTo>
                          <a:cubicBezTo>
                            <a:pt x="-2788" y="38624"/>
                            <a:pt x="-597" y="55388"/>
                            <a:pt x="5689" y="69866"/>
                          </a:cubicBezTo>
                          <a:cubicBezTo>
                            <a:pt x="11023" y="81868"/>
                            <a:pt x="19405" y="93869"/>
                            <a:pt x="31216" y="100347"/>
                          </a:cubicBezTo>
                          <a:cubicBezTo>
                            <a:pt x="39884" y="105204"/>
                            <a:pt x="51409" y="105395"/>
                            <a:pt x="54839" y="97584"/>
                          </a:cubicBezTo>
                          <a:cubicBezTo>
                            <a:pt x="56934" y="92822"/>
                            <a:pt x="55695" y="86630"/>
                            <a:pt x="54839" y="81011"/>
                          </a:cubicBezTo>
                          <a:cubicBezTo>
                            <a:pt x="52933" y="67771"/>
                            <a:pt x="53886" y="54722"/>
                            <a:pt x="57124" y="42625"/>
                          </a:cubicBezTo>
                          <a:cubicBezTo>
                            <a:pt x="59696" y="32338"/>
                            <a:pt x="69411" y="11288"/>
                            <a:pt x="57410" y="2334"/>
                          </a:cubicBezTo>
                          <a:cubicBezTo>
                            <a:pt x="46647" y="-5857"/>
                            <a:pt x="29502" y="9764"/>
                            <a:pt x="21120" y="1462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06" name="Forme libre : forme 15105">
                      <a:extLst>
                        <a:ext uri="{FF2B5EF4-FFF2-40B4-BE49-F238E27FC236}">
                          <a16:creationId xmlns:a16="http://schemas.microsoft.com/office/drawing/2014/main" id="{647235B0-E5BF-41F4-BF6B-00B75970B3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8508" y="2966361"/>
                      <a:ext cx="30140" cy="19362"/>
                    </a:xfrm>
                    <a:custGeom>
                      <a:avLst/>
                      <a:gdLst>
                        <a:gd name="connsiteX0" fmla="*/ 7004 w 30140"/>
                        <a:gd name="connsiteY0" fmla="*/ 9 h 19362"/>
                        <a:gd name="connsiteX1" fmla="*/ 2146 w 30140"/>
                        <a:gd name="connsiteY1" fmla="*/ 1152 h 19362"/>
                        <a:gd name="connsiteX2" fmla="*/ 51 w 30140"/>
                        <a:gd name="connsiteY2" fmla="*/ 5534 h 19362"/>
                        <a:gd name="connsiteX3" fmla="*/ 2908 w 30140"/>
                        <a:gd name="connsiteY3" fmla="*/ 9630 h 19362"/>
                        <a:gd name="connsiteX4" fmla="*/ 13290 w 30140"/>
                        <a:gd name="connsiteY4" fmla="*/ 17154 h 19362"/>
                        <a:gd name="connsiteX5" fmla="*/ 18053 w 30140"/>
                        <a:gd name="connsiteY5" fmla="*/ 19155 h 19362"/>
                        <a:gd name="connsiteX6" fmla="*/ 27959 w 30140"/>
                        <a:gd name="connsiteY6" fmla="*/ 8201 h 19362"/>
                        <a:gd name="connsiteX7" fmla="*/ 7004 w 30140"/>
                        <a:gd name="connsiteY7" fmla="*/ 9 h 193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140" h="19362">
                          <a:moveTo>
                            <a:pt x="7004" y="9"/>
                          </a:moveTo>
                          <a:cubicBezTo>
                            <a:pt x="5289" y="9"/>
                            <a:pt x="3575" y="295"/>
                            <a:pt x="2146" y="1152"/>
                          </a:cubicBezTo>
                          <a:cubicBezTo>
                            <a:pt x="717" y="2010"/>
                            <a:pt x="-235" y="3819"/>
                            <a:pt x="51" y="5534"/>
                          </a:cubicBezTo>
                          <a:cubicBezTo>
                            <a:pt x="337" y="7153"/>
                            <a:pt x="1670" y="8487"/>
                            <a:pt x="2908" y="9630"/>
                          </a:cubicBezTo>
                          <a:cubicBezTo>
                            <a:pt x="6147" y="12487"/>
                            <a:pt x="9671" y="15059"/>
                            <a:pt x="13290" y="17154"/>
                          </a:cubicBezTo>
                          <a:cubicBezTo>
                            <a:pt x="14814" y="18012"/>
                            <a:pt x="16339" y="18869"/>
                            <a:pt x="18053" y="19155"/>
                          </a:cubicBezTo>
                          <a:cubicBezTo>
                            <a:pt x="25101" y="20488"/>
                            <a:pt x="34436" y="15249"/>
                            <a:pt x="27959" y="8201"/>
                          </a:cubicBezTo>
                          <a:cubicBezTo>
                            <a:pt x="23006" y="2581"/>
                            <a:pt x="13957" y="-181"/>
                            <a:pt x="7004" y="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07" name="Forme libre : forme 15106">
                      <a:extLst>
                        <a:ext uri="{FF2B5EF4-FFF2-40B4-BE49-F238E27FC236}">
                          <a16:creationId xmlns:a16="http://schemas.microsoft.com/office/drawing/2014/main" id="{4D79221F-DA55-4F6B-BA5F-7891C38930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4557" y="3067240"/>
                      <a:ext cx="65436" cy="15049"/>
                    </a:xfrm>
                    <a:custGeom>
                      <a:avLst/>
                      <a:gdLst>
                        <a:gd name="connsiteX0" fmla="*/ 65437 w 65436"/>
                        <a:gd name="connsiteY0" fmla="*/ 2381 h 15049"/>
                        <a:gd name="connsiteX1" fmla="*/ 61531 w 65436"/>
                        <a:gd name="connsiteY1" fmla="*/ 6382 h 15049"/>
                        <a:gd name="connsiteX2" fmla="*/ 49625 w 65436"/>
                        <a:gd name="connsiteY2" fmla="*/ 13145 h 15049"/>
                        <a:gd name="connsiteX3" fmla="*/ 28670 w 65436"/>
                        <a:gd name="connsiteY3" fmla="*/ 14192 h 15049"/>
                        <a:gd name="connsiteX4" fmla="*/ 0 w 65436"/>
                        <a:gd name="connsiteY4" fmla="*/ 0 h 15049"/>
                        <a:gd name="connsiteX5" fmla="*/ 5905 w 65436"/>
                        <a:gd name="connsiteY5" fmla="*/ 3429 h 15049"/>
                        <a:gd name="connsiteX6" fmla="*/ 21336 w 65436"/>
                        <a:gd name="connsiteY6" fmla="*/ 9525 h 15049"/>
                        <a:gd name="connsiteX7" fmla="*/ 42863 w 65436"/>
                        <a:gd name="connsiteY7" fmla="*/ 11335 h 15049"/>
                        <a:gd name="connsiteX8" fmla="*/ 65437 w 65436"/>
                        <a:gd name="connsiteY8" fmla="*/ 2381 h 15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5436" h="15049">
                          <a:moveTo>
                            <a:pt x="65437" y="2381"/>
                          </a:moveTo>
                          <a:cubicBezTo>
                            <a:pt x="65437" y="2381"/>
                            <a:pt x="64198" y="4096"/>
                            <a:pt x="61531" y="6382"/>
                          </a:cubicBezTo>
                          <a:cubicBezTo>
                            <a:pt x="58864" y="8668"/>
                            <a:pt x="54959" y="11335"/>
                            <a:pt x="49625" y="13145"/>
                          </a:cubicBezTo>
                          <a:cubicBezTo>
                            <a:pt x="44291" y="14954"/>
                            <a:pt x="37147" y="15812"/>
                            <a:pt x="28670" y="14192"/>
                          </a:cubicBezTo>
                          <a:cubicBezTo>
                            <a:pt x="20288" y="12478"/>
                            <a:pt x="10382" y="8192"/>
                            <a:pt x="0" y="0"/>
                          </a:cubicBezTo>
                          <a:cubicBezTo>
                            <a:pt x="0" y="0"/>
                            <a:pt x="2191" y="1524"/>
                            <a:pt x="5905" y="3429"/>
                          </a:cubicBezTo>
                          <a:cubicBezTo>
                            <a:pt x="9620" y="5429"/>
                            <a:pt x="14764" y="7811"/>
                            <a:pt x="21336" y="9525"/>
                          </a:cubicBezTo>
                          <a:cubicBezTo>
                            <a:pt x="27813" y="11240"/>
                            <a:pt x="35052" y="12287"/>
                            <a:pt x="42863" y="11335"/>
                          </a:cubicBezTo>
                          <a:cubicBezTo>
                            <a:pt x="50578" y="10382"/>
                            <a:pt x="58102" y="7811"/>
                            <a:pt x="65437" y="238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08" name="Forme libre : forme 15107">
                      <a:extLst>
                        <a:ext uri="{FF2B5EF4-FFF2-40B4-BE49-F238E27FC236}">
                          <a16:creationId xmlns:a16="http://schemas.microsoft.com/office/drawing/2014/main" id="{28CB8107-3822-494C-99D2-64264A858A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1414" y="2935460"/>
                      <a:ext cx="60960" cy="21384"/>
                    </a:xfrm>
                    <a:custGeom>
                      <a:avLst/>
                      <a:gdLst>
                        <a:gd name="connsiteX0" fmla="*/ 60960 w 60960"/>
                        <a:gd name="connsiteY0" fmla="*/ 21385 h 21384"/>
                        <a:gd name="connsiteX1" fmla="*/ 56769 w 60960"/>
                        <a:gd name="connsiteY1" fmla="*/ 16622 h 21384"/>
                        <a:gd name="connsiteX2" fmla="*/ 44672 w 60960"/>
                        <a:gd name="connsiteY2" fmla="*/ 7002 h 21384"/>
                        <a:gd name="connsiteX3" fmla="*/ 0 w 60960"/>
                        <a:gd name="connsiteY3" fmla="*/ 4811 h 21384"/>
                        <a:gd name="connsiteX4" fmla="*/ 20860 w 60960"/>
                        <a:gd name="connsiteY4" fmla="*/ 2811 h 21384"/>
                        <a:gd name="connsiteX5" fmla="*/ 60960 w 60960"/>
                        <a:gd name="connsiteY5" fmla="*/ 21385 h 21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0960" h="21384">
                          <a:moveTo>
                            <a:pt x="60960" y="21385"/>
                          </a:moveTo>
                          <a:cubicBezTo>
                            <a:pt x="60960" y="21385"/>
                            <a:pt x="59531" y="19385"/>
                            <a:pt x="56769" y="16622"/>
                          </a:cubicBezTo>
                          <a:cubicBezTo>
                            <a:pt x="54007" y="13765"/>
                            <a:pt x="49911" y="10145"/>
                            <a:pt x="44672" y="7002"/>
                          </a:cubicBezTo>
                          <a:cubicBezTo>
                            <a:pt x="34195" y="620"/>
                            <a:pt x="18859" y="-3856"/>
                            <a:pt x="0" y="4811"/>
                          </a:cubicBezTo>
                          <a:cubicBezTo>
                            <a:pt x="0" y="4811"/>
                            <a:pt x="8763" y="1954"/>
                            <a:pt x="20860" y="2811"/>
                          </a:cubicBezTo>
                          <a:cubicBezTo>
                            <a:pt x="32957" y="3478"/>
                            <a:pt x="48196" y="8050"/>
                            <a:pt x="60960" y="2138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09" name="Forme libre : forme 15108">
                      <a:extLst>
                        <a:ext uri="{FF2B5EF4-FFF2-40B4-BE49-F238E27FC236}">
                          <a16:creationId xmlns:a16="http://schemas.microsoft.com/office/drawing/2014/main" id="{50D7BA32-CB55-4C35-AC09-A4544F0B31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7780" y="3004774"/>
                      <a:ext cx="16563" cy="24814"/>
                    </a:xfrm>
                    <a:custGeom>
                      <a:avLst/>
                      <a:gdLst>
                        <a:gd name="connsiteX0" fmla="*/ 12973 w 16563"/>
                        <a:gd name="connsiteY0" fmla="*/ 24557 h 24814"/>
                        <a:gd name="connsiteX1" fmla="*/ 1258 w 16563"/>
                        <a:gd name="connsiteY1" fmla="*/ 14555 h 24814"/>
                        <a:gd name="connsiteX2" fmla="*/ 3924 w 16563"/>
                        <a:gd name="connsiteY2" fmla="*/ 173 h 24814"/>
                        <a:gd name="connsiteX3" fmla="*/ 15164 w 16563"/>
                        <a:gd name="connsiteY3" fmla="*/ 10174 h 24814"/>
                        <a:gd name="connsiteX4" fmla="*/ 12973 w 16563"/>
                        <a:gd name="connsiteY4" fmla="*/ 24557 h 248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63" h="24814">
                          <a:moveTo>
                            <a:pt x="12973" y="24557"/>
                          </a:moveTo>
                          <a:cubicBezTo>
                            <a:pt x="9068" y="25985"/>
                            <a:pt x="3924" y="21318"/>
                            <a:pt x="1258" y="14555"/>
                          </a:cubicBezTo>
                          <a:cubicBezTo>
                            <a:pt x="-1219" y="7697"/>
                            <a:pt x="115" y="1220"/>
                            <a:pt x="3924" y="173"/>
                          </a:cubicBezTo>
                          <a:cubicBezTo>
                            <a:pt x="7830" y="-971"/>
                            <a:pt x="12592" y="3697"/>
                            <a:pt x="15164" y="10174"/>
                          </a:cubicBezTo>
                          <a:cubicBezTo>
                            <a:pt x="17640" y="16841"/>
                            <a:pt x="16783" y="23223"/>
                            <a:pt x="12973" y="2455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10" name="Forme libre : forme 15109">
                      <a:extLst>
                        <a:ext uri="{FF2B5EF4-FFF2-40B4-BE49-F238E27FC236}">
                          <a16:creationId xmlns:a16="http://schemas.microsoft.com/office/drawing/2014/main" id="{E9273954-6EB3-4E45-9913-32475EE9FC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8986" y="3024850"/>
                      <a:ext cx="6684" cy="6709"/>
                    </a:xfrm>
                    <a:custGeom>
                      <a:avLst/>
                      <a:gdLst>
                        <a:gd name="connsiteX0" fmla="*/ 5673 w 6684"/>
                        <a:gd name="connsiteY0" fmla="*/ 6005 h 6709"/>
                        <a:gd name="connsiteX1" fmla="*/ 910 w 6684"/>
                        <a:gd name="connsiteY1" fmla="*/ 5433 h 6709"/>
                        <a:gd name="connsiteX2" fmla="*/ 1100 w 6684"/>
                        <a:gd name="connsiteY2" fmla="*/ 671 h 6709"/>
                        <a:gd name="connsiteX3" fmla="*/ 5767 w 6684"/>
                        <a:gd name="connsiteY3" fmla="*/ 1337 h 6709"/>
                        <a:gd name="connsiteX4" fmla="*/ 5673 w 6684"/>
                        <a:gd name="connsiteY4" fmla="*/ 6005 h 6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84" h="6709">
                          <a:moveTo>
                            <a:pt x="5673" y="6005"/>
                          </a:moveTo>
                          <a:cubicBezTo>
                            <a:pt x="4339" y="7148"/>
                            <a:pt x="2243" y="6862"/>
                            <a:pt x="910" y="5433"/>
                          </a:cubicBezTo>
                          <a:cubicBezTo>
                            <a:pt x="-424" y="4004"/>
                            <a:pt x="-233" y="1814"/>
                            <a:pt x="1100" y="671"/>
                          </a:cubicBezTo>
                          <a:cubicBezTo>
                            <a:pt x="2434" y="-473"/>
                            <a:pt x="4530" y="-91"/>
                            <a:pt x="5767" y="1337"/>
                          </a:cubicBezTo>
                          <a:cubicBezTo>
                            <a:pt x="7006" y="2766"/>
                            <a:pt x="7006" y="4861"/>
                            <a:pt x="5673" y="60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11" name="Forme libre : forme 15110">
                      <a:extLst>
                        <a:ext uri="{FF2B5EF4-FFF2-40B4-BE49-F238E27FC236}">
                          <a16:creationId xmlns:a16="http://schemas.microsoft.com/office/drawing/2014/main" id="{23EACE49-60AA-465C-9E94-795D43D7A7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1428" y="2985018"/>
                      <a:ext cx="30260" cy="73962"/>
                    </a:xfrm>
                    <a:custGeom>
                      <a:avLst/>
                      <a:gdLst>
                        <a:gd name="connsiteX0" fmla="*/ 27521 w 30260"/>
                        <a:gd name="connsiteY0" fmla="*/ 46408 h 73962"/>
                        <a:gd name="connsiteX1" fmla="*/ 12091 w 30260"/>
                        <a:gd name="connsiteY1" fmla="*/ 70220 h 73962"/>
                        <a:gd name="connsiteX2" fmla="*/ 2470 w 30260"/>
                        <a:gd name="connsiteY2" fmla="*/ 73078 h 73962"/>
                        <a:gd name="connsiteX3" fmla="*/ 756 w 30260"/>
                        <a:gd name="connsiteY3" fmla="*/ 63553 h 73962"/>
                        <a:gd name="connsiteX4" fmla="*/ 9423 w 30260"/>
                        <a:gd name="connsiteY4" fmla="*/ 34882 h 73962"/>
                        <a:gd name="connsiteX5" fmla="*/ 4280 w 30260"/>
                        <a:gd name="connsiteY5" fmla="*/ 15547 h 73962"/>
                        <a:gd name="connsiteX6" fmla="*/ 7804 w 30260"/>
                        <a:gd name="connsiteY6" fmla="*/ 21 h 73962"/>
                        <a:gd name="connsiteX7" fmla="*/ 22187 w 30260"/>
                        <a:gd name="connsiteY7" fmla="*/ 10117 h 73962"/>
                        <a:gd name="connsiteX8" fmla="*/ 29712 w 30260"/>
                        <a:gd name="connsiteY8" fmla="*/ 25834 h 73962"/>
                        <a:gd name="connsiteX9" fmla="*/ 27521 w 30260"/>
                        <a:gd name="connsiteY9" fmla="*/ 46408 h 73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0260" h="73962">
                          <a:moveTo>
                            <a:pt x="27521" y="46408"/>
                          </a:moveTo>
                          <a:cubicBezTo>
                            <a:pt x="24282" y="55266"/>
                            <a:pt x="18567" y="63267"/>
                            <a:pt x="12091" y="70220"/>
                          </a:cubicBezTo>
                          <a:cubicBezTo>
                            <a:pt x="9709" y="72792"/>
                            <a:pt x="5899" y="75364"/>
                            <a:pt x="2470" y="73078"/>
                          </a:cubicBezTo>
                          <a:cubicBezTo>
                            <a:pt x="-673" y="71077"/>
                            <a:pt x="-292" y="66696"/>
                            <a:pt x="756" y="63553"/>
                          </a:cubicBezTo>
                          <a:cubicBezTo>
                            <a:pt x="3899" y="53742"/>
                            <a:pt x="9709" y="45074"/>
                            <a:pt x="9423" y="34882"/>
                          </a:cubicBezTo>
                          <a:cubicBezTo>
                            <a:pt x="9233" y="31834"/>
                            <a:pt x="5994" y="23452"/>
                            <a:pt x="4280" y="15547"/>
                          </a:cubicBezTo>
                          <a:cubicBezTo>
                            <a:pt x="2661" y="7641"/>
                            <a:pt x="2566" y="307"/>
                            <a:pt x="7804" y="21"/>
                          </a:cubicBezTo>
                          <a:cubicBezTo>
                            <a:pt x="13138" y="-360"/>
                            <a:pt x="18187" y="4497"/>
                            <a:pt x="22187" y="10117"/>
                          </a:cubicBezTo>
                          <a:cubicBezTo>
                            <a:pt x="26092" y="15832"/>
                            <a:pt x="29045" y="22119"/>
                            <a:pt x="29712" y="25834"/>
                          </a:cubicBezTo>
                          <a:cubicBezTo>
                            <a:pt x="31045" y="32215"/>
                            <a:pt x="29807" y="39835"/>
                            <a:pt x="27521" y="4640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41" name="Graphique 1">
                    <a:extLst>
                      <a:ext uri="{FF2B5EF4-FFF2-40B4-BE49-F238E27FC236}">
                        <a16:creationId xmlns:a16="http://schemas.microsoft.com/office/drawing/2014/main" id="{7BFBAC49-B7BB-4863-80AC-8818FD1374D8}"/>
                      </a:ext>
                    </a:extLst>
                  </p:cNvPr>
                  <p:cNvGrpSpPr/>
                  <p:nvPr/>
                </p:nvGrpSpPr>
                <p:grpSpPr>
                  <a:xfrm>
                    <a:off x="6773875" y="3029131"/>
                    <a:ext cx="173184" cy="121970"/>
                    <a:chOff x="6773875" y="3029131"/>
                    <a:chExt cx="173184" cy="121970"/>
                  </a:xfrm>
                  <a:solidFill>
                    <a:schemeClr val="accent1"/>
                  </a:solidFill>
                </p:grpSpPr>
                <p:sp>
                  <p:nvSpPr>
                    <p:cNvPr id="15088" name="Forme libre : forme 15087">
                      <a:extLst>
                        <a:ext uri="{FF2B5EF4-FFF2-40B4-BE49-F238E27FC236}">
                          <a16:creationId xmlns:a16="http://schemas.microsoft.com/office/drawing/2014/main" id="{A90C84AA-395E-4702-A7BF-C9BD76CD1A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3875" y="3029131"/>
                      <a:ext cx="173184" cy="121970"/>
                    </a:xfrm>
                    <a:custGeom>
                      <a:avLst/>
                      <a:gdLst>
                        <a:gd name="connsiteX0" fmla="*/ 130516 w 173184"/>
                        <a:gd name="connsiteY0" fmla="*/ 116119 h 121970"/>
                        <a:gd name="connsiteX1" fmla="*/ 82605 w 173184"/>
                        <a:gd name="connsiteY1" fmla="*/ 121739 h 121970"/>
                        <a:gd name="connsiteX2" fmla="*/ 76509 w 173184"/>
                        <a:gd name="connsiteY2" fmla="*/ 121453 h 121970"/>
                        <a:gd name="connsiteX3" fmla="*/ 71270 w 173184"/>
                        <a:gd name="connsiteY3" fmla="*/ 120691 h 121970"/>
                        <a:gd name="connsiteX4" fmla="*/ 60793 w 173184"/>
                        <a:gd name="connsiteY4" fmla="*/ 118977 h 121970"/>
                        <a:gd name="connsiteX5" fmla="*/ 40314 w 173184"/>
                        <a:gd name="connsiteY5" fmla="*/ 113738 h 121970"/>
                        <a:gd name="connsiteX6" fmla="*/ 27265 w 173184"/>
                        <a:gd name="connsiteY6" fmla="*/ 107832 h 121970"/>
                        <a:gd name="connsiteX7" fmla="*/ 16501 w 173184"/>
                        <a:gd name="connsiteY7" fmla="*/ 100117 h 121970"/>
                        <a:gd name="connsiteX8" fmla="*/ 3071 w 173184"/>
                        <a:gd name="connsiteY8" fmla="*/ 81734 h 121970"/>
                        <a:gd name="connsiteX9" fmla="*/ 7072 w 173184"/>
                        <a:gd name="connsiteY9" fmla="*/ 47348 h 121970"/>
                        <a:gd name="connsiteX10" fmla="*/ 27169 w 173184"/>
                        <a:gd name="connsiteY10" fmla="*/ 21726 h 121970"/>
                        <a:gd name="connsiteX11" fmla="*/ 53840 w 173184"/>
                        <a:gd name="connsiteY11" fmla="*/ 3629 h 121970"/>
                        <a:gd name="connsiteX12" fmla="*/ 66603 w 173184"/>
                        <a:gd name="connsiteY12" fmla="*/ 295 h 121970"/>
                        <a:gd name="connsiteX13" fmla="*/ 72032 w 173184"/>
                        <a:gd name="connsiteY13" fmla="*/ 9 h 121970"/>
                        <a:gd name="connsiteX14" fmla="*/ 76795 w 173184"/>
                        <a:gd name="connsiteY14" fmla="*/ 866 h 121970"/>
                        <a:gd name="connsiteX15" fmla="*/ 83367 w 173184"/>
                        <a:gd name="connsiteY15" fmla="*/ 2486 h 121970"/>
                        <a:gd name="connsiteX16" fmla="*/ 86701 w 173184"/>
                        <a:gd name="connsiteY16" fmla="*/ 2962 h 121970"/>
                        <a:gd name="connsiteX17" fmla="*/ 88416 w 173184"/>
                        <a:gd name="connsiteY17" fmla="*/ 3248 h 121970"/>
                        <a:gd name="connsiteX18" fmla="*/ 89368 w 173184"/>
                        <a:gd name="connsiteY18" fmla="*/ 3153 h 121970"/>
                        <a:gd name="connsiteX19" fmla="*/ 96702 w 173184"/>
                        <a:gd name="connsiteY19" fmla="*/ 2105 h 121970"/>
                        <a:gd name="connsiteX20" fmla="*/ 100036 w 173184"/>
                        <a:gd name="connsiteY20" fmla="*/ 1914 h 121970"/>
                        <a:gd name="connsiteX21" fmla="*/ 104608 w 173184"/>
                        <a:gd name="connsiteY21" fmla="*/ 2390 h 121970"/>
                        <a:gd name="connsiteX22" fmla="*/ 110228 w 173184"/>
                        <a:gd name="connsiteY22" fmla="*/ 3724 h 121970"/>
                        <a:gd name="connsiteX23" fmla="*/ 116705 w 173184"/>
                        <a:gd name="connsiteY23" fmla="*/ 5820 h 121970"/>
                        <a:gd name="connsiteX24" fmla="*/ 130801 w 173184"/>
                        <a:gd name="connsiteY24" fmla="*/ 12297 h 121970"/>
                        <a:gd name="connsiteX25" fmla="*/ 143946 w 173184"/>
                        <a:gd name="connsiteY25" fmla="*/ 23155 h 121970"/>
                        <a:gd name="connsiteX26" fmla="*/ 165282 w 173184"/>
                        <a:gd name="connsiteY26" fmla="*/ 48111 h 121970"/>
                        <a:gd name="connsiteX27" fmla="*/ 172712 w 173184"/>
                        <a:gd name="connsiteY27" fmla="*/ 63731 h 121970"/>
                        <a:gd name="connsiteX28" fmla="*/ 170616 w 173184"/>
                        <a:gd name="connsiteY28" fmla="*/ 82591 h 121970"/>
                        <a:gd name="connsiteX29" fmla="*/ 165282 w 173184"/>
                        <a:gd name="connsiteY29" fmla="*/ 92402 h 121970"/>
                        <a:gd name="connsiteX30" fmla="*/ 156900 w 173184"/>
                        <a:gd name="connsiteY30" fmla="*/ 101736 h 121970"/>
                        <a:gd name="connsiteX31" fmla="*/ 145470 w 173184"/>
                        <a:gd name="connsiteY31" fmla="*/ 110023 h 121970"/>
                        <a:gd name="connsiteX32" fmla="*/ 130516 w 173184"/>
                        <a:gd name="connsiteY32" fmla="*/ 116119 h 121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173184" h="121970">
                          <a:moveTo>
                            <a:pt x="130516" y="116119"/>
                          </a:moveTo>
                          <a:cubicBezTo>
                            <a:pt x="115657" y="120691"/>
                            <a:pt x="98893" y="122691"/>
                            <a:pt x="82605" y="121739"/>
                          </a:cubicBezTo>
                          <a:lnTo>
                            <a:pt x="76509" y="121453"/>
                          </a:lnTo>
                          <a:lnTo>
                            <a:pt x="71270" y="120691"/>
                          </a:lnTo>
                          <a:lnTo>
                            <a:pt x="60793" y="118977"/>
                          </a:lnTo>
                          <a:cubicBezTo>
                            <a:pt x="53840" y="117834"/>
                            <a:pt x="47077" y="115547"/>
                            <a:pt x="40314" y="113738"/>
                          </a:cubicBezTo>
                          <a:cubicBezTo>
                            <a:pt x="35551" y="112309"/>
                            <a:pt x="31360" y="110023"/>
                            <a:pt x="27265" y="107832"/>
                          </a:cubicBezTo>
                          <a:cubicBezTo>
                            <a:pt x="23169" y="105641"/>
                            <a:pt x="19549" y="103070"/>
                            <a:pt x="16501" y="100117"/>
                          </a:cubicBezTo>
                          <a:cubicBezTo>
                            <a:pt x="10215" y="94497"/>
                            <a:pt x="5548" y="88211"/>
                            <a:pt x="3071" y="81734"/>
                          </a:cubicBezTo>
                          <a:cubicBezTo>
                            <a:pt x="-2453" y="69065"/>
                            <a:pt x="-167" y="56493"/>
                            <a:pt x="7072" y="47348"/>
                          </a:cubicBezTo>
                          <a:lnTo>
                            <a:pt x="27169" y="21726"/>
                          </a:lnTo>
                          <a:cubicBezTo>
                            <a:pt x="34504" y="12392"/>
                            <a:pt x="44696" y="7248"/>
                            <a:pt x="53840" y="3629"/>
                          </a:cubicBezTo>
                          <a:cubicBezTo>
                            <a:pt x="58412" y="2200"/>
                            <a:pt x="62793" y="866"/>
                            <a:pt x="66603" y="295"/>
                          </a:cubicBezTo>
                          <a:cubicBezTo>
                            <a:pt x="68508" y="200"/>
                            <a:pt x="70318" y="9"/>
                            <a:pt x="72032" y="9"/>
                          </a:cubicBezTo>
                          <a:cubicBezTo>
                            <a:pt x="73747" y="-86"/>
                            <a:pt x="75271" y="581"/>
                            <a:pt x="76795" y="866"/>
                          </a:cubicBezTo>
                          <a:cubicBezTo>
                            <a:pt x="79081" y="1247"/>
                            <a:pt x="81081" y="2295"/>
                            <a:pt x="83367" y="2486"/>
                          </a:cubicBezTo>
                          <a:lnTo>
                            <a:pt x="86701" y="2962"/>
                          </a:lnTo>
                          <a:lnTo>
                            <a:pt x="88416" y="3248"/>
                          </a:lnTo>
                          <a:cubicBezTo>
                            <a:pt x="88796" y="3248"/>
                            <a:pt x="88987" y="3153"/>
                            <a:pt x="89368" y="3153"/>
                          </a:cubicBezTo>
                          <a:cubicBezTo>
                            <a:pt x="91749" y="3153"/>
                            <a:pt x="93844" y="3153"/>
                            <a:pt x="96702" y="2105"/>
                          </a:cubicBezTo>
                          <a:cubicBezTo>
                            <a:pt x="97750" y="1629"/>
                            <a:pt x="98702" y="1914"/>
                            <a:pt x="100036" y="1914"/>
                          </a:cubicBezTo>
                          <a:cubicBezTo>
                            <a:pt x="101369" y="1724"/>
                            <a:pt x="102893" y="1914"/>
                            <a:pt x="104608" y="2390"/>
                          </a:cubicBezTo>
                          <a:cubicBezTo>
                            <a:pt x="106227" y="2962"/>
                            <a:pt x="108132" y="3343"/>
                            <a:pt x="110228" y="3724"/>
                          </a:cubicBezTo>
                          <a:cubicBezTo>
                            <a:pt x="112228" y="4200"/>
                            <a:pt x="114419" y="4962"/>
                            <a:pt x="116705" y="5820"/>
                          </a:cubicBezTo>
                          <a:cubicBezTo>
                            <a:pt x="121276" y="7820"/>
                            <a:pt x="126039" y="9344"/>
                            <a:pt x="130801" y="12297"/>
                          </a:cubicBezTo>
                          <a:cubicBezTo>
                            <a:pt x="135469" y="15059"/>
                            <a:pt x="140136" y="18678"/>
                            <a:pt x="143946" y="23155"/>
                          </a:cubicBezTo>
                          <a:lnTo>
                            <a:pt x="165282" y="48111"/>
                          </a:lnTo>
                          <a:cubicBezTo>
                            <a:pt x="169187" y="52587"/>
                            <a:pt x="171664" y="57921"/>
                            <a:pt x="172712" y="63731"/>
                          </a:cubicBezTo>
                          <a:cubicBezTo>
                            <a:pt x="173569" y="69542"/>
                            <a:pt x="173474" y="76209"/>
                            <a:pt x="170616" y="82591"/>
                          </a:cubicBezTo>
                          <a:cubicBezTo>
                            <a:pt x="169283" y="85830"/>
                            <a:pt x="167473" y="89163"/>
                            <a:pt x="165282" y="92402"/>
                          </a:cubicBezTo>
                          <a:cubicBezTo>
                            <a:pt x="163187" y="95736"/>
                            <a:pt x="160425" y="98879"/>
                            <a:pt x="156900" y="101736"/>
                          </a:cubicBezTo>
                          <a:cubicBezTo>
                            <a:pt x="153471" y="104689"/>
                            <a:pt x="149661" y="107451"/>
                            <a:pt x="145470" y="110023"/>
                          </a:cubicBezTo>
                          <a:cubicBezTo>
                            <a:pt x="140898" y="112595"/>
                            <a:pt x="135755" y="114405"/>
                            <a:pt x="130516" y="116119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89" name="Forme libre : forme 15088">
                      <a:extLst>
                        <a:ext uri="{FF2B5EF4-FFF2-40B4-BE49-F238E27FC236}">
                          <a16:creationId xmlns:a16="http://schemas.microsoft.com/office/drawing/2014/main" id="{9B61C988-ADC0-4FF4-99F9-554FD2F72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3996" y="3065335"/>
                      <a:ext cx="172873" cy="85677"/>
                    </a:xfrm>
                    <a:custGeom>
                      <a:avLst/>
                      <a:gdLst>
                        <a:gd name="connsiteX0" fmla="*/ 63529 w 172873"/>
                        <a:gd name="connsiteY0" fmla="*/ 43529 h 85677"/>
                        <a:gd name="connsiteX1" fmla="*/ 28668 w 172873"/>
                        <a:gd name="connsiteY1" fmla="*/ 29146 h 85677"/>
                        <a:gd name="connsiteX2" fmla="*/ 15714 w 172873"/>
                        <a:gd name="connsiteY2" fmla="*/ 0 h 85677"/>
                        <a:gd name="connsiteX3" fmla="*/ 7046 w 172873"/>
                        <a:gd name="connsiteY3" fmla="*/ 11049 h 85677"/>
                        <a:gd name="connsiteX4" fmla="*/ 3046 w 172873"/>
                        <a:gd name="connsiteY4" fmla="*/ 45434 h 85677"/>
                        <a:gd name="connsiteX5" fmla="*/ 16476 w 172873"/>
                        <a:gd name="connsiteY5" fmla="*/ 63817 h 85677"/>
                        <a:gd name="connsiteX6" fmla="*/ 27239 w 172873"/>
                        <a:gd name="connsiteY6" fmla="*/ 71533 h 85677"/>
                        <a:gd name="connsiteX7" fmla="*/ 40288 w 172873"/>
                        <a:gd name="connsiteY7" fmla="*/ 77438 h 85677"/>
                        <a:gd name="connsiteX8" fmla="*/ 60767 w 172873"/>
                        <a:gd name="connsiteY8" fmla="*/ 82677 h 85677"/>
                        <a:gd name="connsiteX9" fmla="*/ 71245 w 172873"/>
                        <a:gd name="connsiteY9" fmla="*/ 84391 h 85677"/>
                        <a:gd name="connsiteX10" fmla="*/ 76483 w 172873"/>
                        <a:gd name="connsiteY10" fmla="*/ 85154 h 85677"/>
                        <a:gd name="connsiteX11" fmla="*/ 82579 w 172873"/>
                        <a:gd name="connsiteY11" fmla="*/ 85439 h 85677"/>
                        <a:gd name="connsiteX12" fmla="*/ 130490 w 172873"/>
                        <a:gd name="connsiteY12" fmla="*/ 79820 h 85677"/>
                        <a:gd name="connsiteX13" fmla="*/ 145159 w 172873"/>
                        <a:gd name="connsiteY13" fmla="*/ 73819 h 85677"/>
                        <a:gd name="connsiteX14" fmla="*/ 156589 w 172873"/>
                        <a:gd name="connsiteY14" fmla="*/ 65532 h 85677"/>
                        <a:gd name="connsiteX15" fmla="*/ 164971 w 172873"/>
                        <a:gd name="connsiteY15" fmla="*/ 56197 h 85677"/>
                        <a:gd name="connsiteX16" fmla="*/ 170305 w 172873"/>
                        <a:gd name="connsiteY16" fmla="*/ 46387 h 85677"/>
                        <a:gd name="connsiteX17" fmla="*/ 172400 w 172873"/>
                        <a:gd name="connsiteY17" fmla="*/ 27527 h 85677"/>
                        <a:gd name="connsiteX18" fmla="*/ 164971 w 172873"/>
                        <a:gd name="connsiteY18" fmla="*/ 11906 h 85677"/>
                        <a:gd name="connsiteX19" fmla="*/ 164304 w 172873"/>
                        <a:gd name="connsiteY19" fmla="*/ 11144 h 85677"/>
                        <a:gd name="connsiteX20" fmla="*/ 154398 w 172873"/>
                        <a:gd name="connsiteY20" fmla="*/ 19812 h 85677"/>
                        <a:gd name="connsiteX21" fmla="*/ 143349 w 172873"/>
                        <a:gd name="connsiteY21" fmla="*/ 27241 h 85677"/>
                        <a:gd name="connsiteX22" fmla="*/ 118489 w 172873"/>
                        <a:gd name="connsiteY22" fmla="*/ 38005 h 85677"/>
                        <a:gd name="connsiteX23" fmla="*/ 111917 w 172873"/>
                        <a:gd name="connsiteY23" fmla="*/ 40005 h 85677"/>
                        <a:gd name="connsiteX24" fmla="*/ 105058 w 172873"/>
                        <a:gd name="connsiteY24" fmla="*/ 41243 h 85677"/>
                        <a:gd name="connsiteX25" fmla="*/ 91247 w 172873"/>
                        <a:gd name="connsiteY25" fmla="*/ 43053 h 85677"/>
                        <a:gd name="connsiteX26" fmla="*/ 63529 w 172873"/>
                        <a:gd name="connsiteY26" fmla="*/ 43529 h 85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72873" h="85677">
                          <a:moveTo>
                            <a:pt x="63529" y="43529"/>
                          </a:moveTo>
                          <a:cubicBezTo>
                            <a:pt x="50289" y="42863"/>
                            <a:pt x="37050" y="37719"/>
                            <a:pt x="28668" y="29146"/>
                          </a:cubicBezTo>
                          <a:cubicBezTo>
                            <a:pt x="19905" y="20955"/>
                            <a:pt x="15428" y="10382"/>
                            <a:pt x="15714" y="0"/>
                          </a:cubicBezTo>
                          <a:lnTo>
                            <a:pt x="7046" y="11049"/>
                          </a:lnTo>
                          <a:cubicBezTo>
                            <a:pt x="-98" y="20193"/>
                            <a:pt x="-2479" y="32766"/>
                            <a:pt x="3046" y="45434"/>
                          </a:cubicBezTo>
                          <a:cubicBezTo>
                            <a:pt x="5522" y="51911"/>
                            <a:pt x="10190" y="58198"/>
                            <a:pt x="16476" y="63817"/>
                          </a:cubicBezTo>
                          <a:cubicBezTo>
                            <a:pt x="19524" y="66770"/>
                            <a:pt x="23143" y="69342"/>
                            <a:pt x="27239" y="71533"/>
                          </a:cubicBezTo>
                          <a:cubicBezTo>
                            <a:pt x="31335" y="73723"/>
                            <a:pt x="35526" y="76009"/>
                            <a:pt x="40288" y="77438"/>
                          </a:cubicBezTo>
                          <a:cubicBezTo>
                            <a:pt x="47051" y="79343"/>
                            <a:pt x="53814" y="81629"/>
                            <a:pt x="60767" y="82677"/>
                          </a:cubicBezTo>
                          <a:lnTo>
                            <a:pt x="71245" y="84391"/>
                          </a:lnTo>
                          <a:lnTo>
                            <a:pt x="76483" y="85154"/>
                          </a:lnTo>
                          <a:lnTo>
                            <a:pt x="82579" y="85439"/>
                          </a:lnTo>
                          <a:cubicBezTo>
                            <a:pt x="98772" y="86392"/>
                            <a:pt x="115536" y="84487"/>
                            <a:pt x="130490" y="79820"/>
                          </a:cubicBezTo>
                          <a:cubicBezTo>
                            <a:pt x="135634" y="78200"/>
                            <a:pt x="140872" y="76295"/>
                            <a:pt x="145159" y="73819"/>
                          </a:cubicBezTo>
                          <a:cubicBezTo>
                            <a:pt x="149350" y="71247"/>
                            <a:pt x="153160" y="68485"/>
                            <a:pt x="156589" y="65532"/>
                          </a:cubicBezTo>
                          <a:cubicBezTo>
                            <a:pt x="160113" y="62674"/>
                            <a:pt x="162875" y="59436"/>
                            <a:pt x="164971" y="56197"/>
                          </a:cubicBezTo>
                          <a:cubicBezTo>
                            <a:pt x="167161" y="52959"/>
                            <a:pt x="168971" y="49625"/>
                            <a:pt x="170305" y="46387"/>
                          </a:cubicBezTo>
                          <a:cubicBezTo>
                            <a:pt x="173162" y="40005"/>
                            <a:pt x="173258" y="33338"/>
                            <a:pt x="172400" y="27527"/>
                          </a:cubicBezTo>
                          <a:cubicBezTo>
                            <a:pt x="171448" y="21622"/>
                            <a:pt x="168876" y="16383"/>
                            <a:pt x="164971" y="11906"/>
                          </a:cubicBezTo>
                          <a:lnTo>
                            <a:pt x="164304" y="11144"/>
                          </a:lnTo>
                          <a:cubicBezTo>
                            <a:pt x="161065" y="14097"/>
                            <a:pt x="157922" y="17145"/>
                            <a:pt x="154398" y="19812"/>
                          </a:cubicBezTo>
                          <a:cubicBezTo>
                            <a:pt x="150779" y="22384"/>
                            <a:pt x="147064" y="24860"/>
                            <a:pt x="143349" y="27241"/>
                          </a:cubicBezTo>
                          <a:cubicBezTo>
                            <a:pt x="135443" y="31528"/>
                            <a:pt x="127442" y="35528"/>
                            <a:pt x="118489" y="38005"/>
                          </a:cubicBezTo>
                          <a:cubicBezTo>
                            <a:pt x="116298" y="38671"/>
                            <a:pt x="114202" y="39433"/>
                            <a:pt x="111917" y="40005"/>
                          </a:cubicBezTo>
                          <a:lnTo>
                            <a:pt x="105058" y="41243"/>
                          </a:lnTo>
                          <a:cubicBezTo>
                            <a:pt x="100486" y="42100"/>
                            <a:pt x="95915" y="43053"/>
                            <a:pt x="91247" y="43053"/>
                          </a:cubicBezTo>
                          <a:cubicBezTo>
                            <a:pt x="81722" y="43815"/>
                            <a:pt x="72959" y="43434"/>
                            <a:pt x="63529" y="4352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90" name="Forme libre : forme 15089">
                      <a:extLst>
                        <a:ext uri="{FF2B5EF4-FFF2-40B4-BE49-F238E27FC236}">
                          <a16:creationId xmlns:a16="http://schemas.microsoft.com/office/drawing/2014/main" id="{A762A4B7-CD7D-40B1-9DE4-6EA1ADA3DC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4516" y="3071675"/>
                      <a:ext cx="70891" cy="45190"/>
                    </a:xfrm>
                    <a:custGeom>
                      <a:avLst/>
                      <a:gdLst>
                        <a:gd name="connsiteX0" fmla="*/ 69399 w 70891"/>
                        <a:gd name="connsiteY0" fmla="*/ 12901 h 45190"/>
                        <a:gd name="connsiteX1" fmla="*/ 70637 w 70891"/>
                        <a:gd name="connsiteY1" fmla="*/ 22044 h 45190"/>
                        <a:gd name="connsiteX2" fmla="*/ 65589 w 70891"/>
                        <a:gd name="connsiteY2" fmla="*/ 32046 h 45190"/>
                        <a:gd name="connsiteX3" fmla="*/ 54063 w 70891"/>
                        <a:gd name="connsiteY3" fmla="*/ 40809 h 45190"/>
                        <a:gd name="connsiteX4" fmla="*/ 37109 w 70891"/>
                        <a:gd name="connsiteY4" fmla="*/ 45190 h 45190"/>
                        <a:gd name="connsiteX5" fmla="*/ 19583 w 70891"/>
                        <a:gd name="connsiteY5" fmla="*/ 43190 h 45190"/>
                        <a:gd name="connsiteX6" fmla="*/ 7486 w 70891"/>
                        <a:gd name="connsiteY6" fmla="*/ 36427 h 45190"/>
                        <a:gd name="connsiteX7" fmla="*/ 1009 w 70891"/>
                        <a:gd name="connsiteY7" fmla="*/ 27569 h 45190"/>
                        <a:gd name="connsiteX8" fmla="*/ 533 w 70891"/>
                        <a:gd name="connsiteY8" fmla="*/ 18425 h 45190"/>
                        <a:gd name="connsiteX9" fmla="*/ 5390 w 70891"/>
                        <a:gd name="connsiteY9" fmla="*/ 10710 h 45190"/>
                        <a:gd name="connsiteX10" fmla="*/ 13582 w 70891"/>
                        <a:gd name="connsiteY10" fmla="*/ 5281 h 45190"/>
                        <a:gd name="connsiteX11" fmla="*/ 23678 w 70891"/>
                        <a:gd name="connsiteY11" fmla="*/ 2042 h 45190"/>
                        <a:gd name="connsiteX12" fmla="*/ 33870 w 70891"/>
                        <a:gd name="connsiteY12" fmla="*/ 423 h 45190"/>
                        <a:gd name="connsiteX13" fmla="*/ 44253 w 70891"/>
                        <a:gd name="connsiteY13" fmla="*/ 518 h 45190"/>
                        <a:gd name="connsiteX14" fmla="*/ 54254 w 70891"/>
                        <a:gd name="connsiteY14" fmla="*/ 2328 h 45190"/>
                        <a:gd name="connsiteX15" fmla="*/ 63112 w 70891"/>
                        <a:gd name="connsiteY15" fmla="*/ 6233 h 45190"/>
                        <a:gd name="connsiteX16" fmla="*/ 69399 w 70891"/>
                        <a:gd name="connsiteY16" fmla="*/ 12901 h 45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70891" h="45190">
                          <a:moveTo>
                            <a:pt x="69399" y="12901"/>
                          </a:moveTo>
                          <a:cubicBezTo>
                            <a:pt x="70827" y="15663"/>
                            <a:pt x="71209" y="18806"/>
                            <a:pt x="70637" y="22044"/>
                          </a:cubicBezTo>
                          <a:cubicBezTo>
                            <a:pt x="69970" y="25188"/>
                            <a:pt x="68541" y="29093"/>
                            <a:pt x="65589" y="32046"/>
                          </a:cubicBezTo>
                          <a:cubicBezTo>
                            <a:pt x="62731" y="35094"/>
                            <a:pt x="58826" y="38142"/>
                            <a:pt x="54063" y="40809"/>
                          </a:cubicBezTo>
                          <a:cubicBezTo>
                            <a:pt x="49110" y="42904"/>
                            <a:pt x="43300" y="44428"/>
                            <a:pt x="37109" y="45190"/>
                          </a:cubicBezTo>
                          <a:cubicBezTo>
                            <a:pt x="30822" y="45190"/>
                            <a:pt x="24822" y="44524"/>
                            <a:pt x="19583" y="43190"/>
                          </a:cubicBezTo>
                          <a:cubicBezTo>
                            <a:pt x="14820" y="41285"/>
                            <a:pt x="10724" y="38999"/>
                            <a:pt x="7486" y="36427"/>
                          </a:cubicBezTo>
                          <a:cubicBezTo>
                            <a:pt x="4247" y="33951"/>
                            <a:pt x="2152" y="30522"/>
                            <a:pt x="1009" y="27569"/>
                          </a:cubicBezTo>
                          <a:cubicBezTo>
                            <a:pt x="-134" y="24426"/>
                            <a:pt x="-324" y="21378"/>
                            <a:pt x="533" y="18425"/>
                          </a:cubicBezTo>
                          <a:cubicBezTo>
                            <a:pt x="1390" y="15472"/>
                            <a:pt x="3200" y="12901"/>
                            <a:pt x="5390" y="10710"/>
                          </a:cubicBezTo>
                          <a:cubicBezTo>
                            <a:pt x="7676" y="8424"/>
                            <a:pt x="10439" y="7090"/>
                            <a:pt x="13582" y="5281"/>
                          </a:cubicBezTo>
                          <a:cubicBezTo>
                            <a:pt x="16725" y="3661"/>
                            <a:pt x="20059" y="2518"/>
                            <a:pt x="23678" y="2042"/>
                          </a:cubicBezTo>
                          <a:cubicBezTo>
                            <a:pt x="27012" y="899"/>
                            <a:pt x="30346" y="232"/>
                            <a:pt x="33870" y="423"/>
                          </a:cubicBezTo>
                          <a:cubicBezTo>
                            <a:pt x="37394" y="-244"/>
                            <a:pt x="40824" y="-53"/>
                            <a:pt x="44253" y="518"/>
                          </a:cubicBezTo>
                          <a:cubicBezTo>
                            <a:pt x="47586" y="518"/>
                            <a:pt x="51016" y="1185"/>
                            <a:pt x="54254" y="2328"/>
                          </a:cubicBezTo>
                          <a:cubicBezTo>
                            <a:pt x="57588" y="3661"/>
                            <a:pt x="60445" y="4423"/>
                            <a:pt x="63112" y="6233"/>
                          </a:cubicBezTo>
                          <a:cubicBezTo>
                            <a:pt x="65875" y="7852"/>
                            <a:pt x="68065" y="10043"/>
                            <a:pt x="69399" y="12901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91" name="Forme libre : forme 15090">
                      <a:extLst>
                        <a:ext uri="{FF2B5EF4-FFF2-40B4-BE49-F238E27FC236}">
                          <a16:creationId xmlns:a16="http://schemas.microsoft.com/office/drawing/2014/main" id="{B6681F41-B78A-4E5B-9793-5B6DE9478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4581" y="3074860"/>
                      <a:ext cx="56473" cy="41917"/>
                    </a:xfrm>
                    <a:custGeom>
                      <a:avLst/>
                      <a:gdLst>
                        <a:gd name="connsiteX0" fmla="*/ 18469 w 56473"/>
                        <a:gd name="connsiteY0" fmla="*/ 0 h 41917"/>
                        <a:gd name="connsiteX1" fmla="*/ 7230 w 56473"/>
                        <a:gd name="connsiteY1" fmla="*/ 5905 h 41917"/>
                        <a:gd name="connsiteX2" fmla="*/ 562 w 56473"/>
                        <a:gd name="connsiteY2" fmla="*/ 15145 h 41917"/>
                        <a:gd name="connsiteX3" fmla="*/ 1038 w 56473"/>
                        <a:gd name="connsiteY3" fmla="*/ 24289 h 41917"/>
                        <a:gd name="connsiteX4" fmla="*/ 7516 w 56473"/>
                        <a:gd name="connsiteY4" fmla="*/ 33147 h 41917"/>
                        <a:gd name="connsiteX5" fmla="*/ 19612 w 56473"/>
                        <a:gd name="connsiteY5" fmla="*/ 39910 h 41917"/>
                        <a:gd name="connsiteX6" fmla="*/ 37139 w 56473"/>
                        <a:gd name="connsiteY6" fmla="*/ 41910 h 41917"/>
                        <a:gd name="connsiteX7" fmla="*/ 56474 w 56473"/>
                        <a:gd name="connsiteY7" fmla="*/ 36100 h 41917"/>
                        <a:gd name="connsiteX8" fmla="*/ 45521 w 56473"/>
                        <a:gd name="connsiteY8" fmla="*/ 36671 h 41917"/>
                        <a:gd name="connsiteX9" fmla="*/ 22565 w 56473"/>
                        <a:gd name="connsiteY9" fmla="*/ 22288 h 41917"/>
                        <a:gd name="connsiteX10" fmla="*/ 18469 w 56473"/>
                        <a:gd name="connsiteY10" fmla="*/ 0 h 41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6473" h="41917">
                          <a:moveTo>
                            <a:pt x="18469" y="0"/>
                          </a:moveTo>
                          <a:cubicBezTo>
                            <a:pt x="14278" y="1429"/>
                            <a:pt x="10373" y="3620"/>
                            <a:pt x="7230" y="5905"/>
                          </a:cubicBezTo>
                          <a:cubicBezTo>
                            <a:pt x="4086" y="8287"/>
                            <a:pt x="1610" y="11430"/>
                            <a:pt x="562" y="15145"/>
                          </a:cubicBezTo>
                          <a:cubicBezTo>
                            <a:pt x="-295" y="18097"/>
                            <a:pt x="-200" y="21241"/>
                            <a:pt x="1038" y="24289"/>
                          </a:cubicBezTo>
                          <a:cubicBezTo>
                            <a:pt x="2181" y="27337"/>
                            <a:pt x="4373" y="30766"/>
                            <a:pt x="7516" y="33147"/>
                          </a:cubicBezTo>
                          <a:cubicBezTo>
                            <a:pt x="10659" y="35719"/>
                            <a:pt x="14754" y="38005"/>
                            <a:pt x="19612" y="39910"/>
                          </a:cubicBezTo>
                          <a:cubicBezTo>
                            <a:pt x="24851" y="41243"/>
                            <a:pt x="30852" y="42005"/>
                            <a:pt x="37139" y="41910"/>
                          </a:cubicBezTo>
                          <a:cubicBezTo>
                            <a:pt x="44282" y="40767"/>
                            <a:pt x="51235" y="39338"/>
                            <a:pt x="56474" y="36100"/>
                          </a:cubicBezTo>
                          <a:cubicBezTo>
                            <a:pt x="53045" y="37243"/>
                            <a:pt x="49140" y="36957"/>
                            <a:pt x="45521" y="36671"/>
                          </a:cubicBezTo>
                          <a:cubicBezTo>
                            <a:pt x="35424" y="35242"/>
                            <a:pt x="27042" y="28670"/>
                            <a:pt x="22565" y="22288"/>
                          </a:cubicBezTo>
                          <a:cubicBezTo>
                            <a:pt x="18089" y="15335"/>
                            <a:pt x="16850" y="7334"/>
                            <a:pt x="18469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92" name="Forme libre : forme 15091">
                      <a:extLst>
                        <a:ext uri="{FF2B5EF4-FFF2-40B4-BE49-F238E27FC236}">
                          <a16:creationId xmlns:a16="http://schemas.microsoft.com/office/drawing/2014/main" id="{B783AF3E-9099-40B4-8F8A-D3443E5A3D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6919" y="3076091"/>
                      <a:ext cx="74249" cy="45555"/>
                    </a:xfrm>
                    <a:custGeom>
                      <a:avLst/>
                      <a:gdLst>
                        <a:gd name="connsiteX0" fmla="*/ 72615 w 74249"/>
                        <a:gd name="connsiteY0" fmla="*/ 11247 h 45555"/>
                        <a:gd name="connsiteX1" fmla="*/ 69091 w 74249"/>
                        <a:gd name="connsiteY1" fmla="*/ 30678 h 45555"/>
                        <a:gd name="connsiteX2" fmla="*/ 57375 w 74249"/>
                        <a:gd name="connsiteY2" fmla="*/ 39822 h 45555"/>
                        <a:gd name="connsiteX3" fmla="*/ 39944 w 74249"/>
                        <a:gd name="connsiteY3" fmla="*/ 45060 h 45555"/>
                        <a:gd name="connsiteX4" fmla="*/ 30419 w 74249"/>
                        <a:gd name="connsiteY4" fmla="*/ 45251 h 45555"/>
                        <a:gd name="connsiteX5" fmla="*/ 21561 w 74249"/>
                        <a:gd name="connsiteY5" fmla="*/ 43822 h 45555"/>
                        <a:gd name="connsiteX6" fmla="*/ 8417 w 74249"/>
                        <a:gd name="connsiteY6" fmla="*/ 37536 h 45555"/>
                        <a:gd name="connsiteX7" fmla="*/ 1273 w 74249"/>
                        <a:gd name="connsiteY7" fmla="*/ 28963 h 45555"/>
                        <a:gd name="connsiteX8" fmla="*/ 416 w 74249"/>
                        <a:gd name="connsiteY8" fmla="*/ 19724 h 45555"/>
                        <a:gd name="connsiteX9" fmla="*/ 5178 w 74249"/>
                        <a:gd name="connsiteY9" fmla="*/ 12009 h 45555"/>
                        <a:gd name="connsiteX10" fmla="*/ 13560 w 74249"/>
                        <a:gd name="connsiteY10" fmla="*/ 6294 h 45555"/>
                        <a:gd name="connsiteX11" fmla="*/ 23752 w 74249"/>
                        <a:gd name="connsiteY11" fmla="*/ 2579 h 45555"/>
                        <a:gd name="connsiteX12" fmla="*/ 29086 w 74249"/>
                        <a:gd name="connsiteY12" fmla="*/ 1341 h 45555"/>
                        <a:gd name="connsiteX13" fmla="*/ 34706 w 74249"/>
                        <a:gd name="connsiteY13" fmla="*/ 483 h 45555"/>
                        <a:gd name="connsiteX14" fmla="*/ 45945 w 74249"/>
                        <a:gd name="connsiteY14" fmla="*/ 7 h 45555"/>
                        <a:gd name="connsiteX15" fmla="*/ 56613 w 74249"/>
                        <a:gd name="connsiteY15" fmla="*/ 1436 h 45555"/>
                        <a:gd name="connsiteX16" fmla="*/ 72615 w 74249"/>
                        <a:gd name="connsiteY16" fmla="*/ 11247 h 45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74249" h="45555">
                          <a:moveTo>
                            <a:pt x="72615" y="11247"/>
                          </a:moveTo>
                          <a:cubicBezTo>
                            <a:pt x="75663" y="16676"/>
                            <a:pt x="74425" y="23629"/>
                            <a:pt x="69091" y="30678"/>
                          </a:cubicBezTo>
                          <a:cubicBezTo>
                            <a:pt x="66424" y="34107"/>
                            <a:pt x="62138" y="36964"/>
                            <a:pt x="57375" y="39822"/>
                          </a:cubicBezTo>
                          <a:cubicBezTo>
                            <a:pt x="52613" y="42870"/>
                            <a:pt x="46326" y="44013"/>
                            <a:pt x="39944" y="45060"/>
                          </a:cubicBezTo>
                          <a:cubicBezTo>
                            <a:pt x="36706" y="45632"/>
                            <a:pt x="33563" y="45727"/>
                            <a:pt x="30419" y="45251"/>
                          </a:cubicBezTo>
                          <a:cubicBezTo>
                            <a:pt x="27371" y="44965"/>
                            <a:pt x="24323" y="44489"/>
                            <a:pt x="21561" y="43822"/>
                          </a:cubicBezTo>
                          <a:cubicBezTo>
                            <a:pt x="15846" y="42774"/>
                            <a:pt x="11941" y="40012"/>
                            <a:pt x="8417" y="37536"/>
                          </a:cubicBezTo>
                          <a:cubicBezTo>
                            <a:pt x="5083" y="34869"/>
                            <a:pt x="2606" y="32202"/>
                            <a:pt x="1273" y="28963"/>
                          </a:cubicBezTo>
                          <a:cubicBezTo>
                            <a:pt x="-61" y="25820"/>
                            <a:pt x="-346" y="22677"/>
                            <a:pt x="416" y="19724"/>
                          </a:cubicBezTo>
                          <a:cubicBezTo>
                            <a:pt x="1177" y="16676"/>
                            <a:pt x="2892" y="14104"/>
                            <a:pt x="5178" y="12009"/>
                          </a:cubicBezTo>
                          <a:cubicBezTo>
                            <a:pt x="7464" y="10008"/>
                            <a:pt x="10322" y="7723"/>
                            <a:pt x="13560" y="6294"/>
                          </a:cubicBezTo>
                          <a:cubicBezTo>
                            <a:pt x="16703" y="4579"/>
                            <a:pt x="20323" y="4008"/>
                            <a:pt x="23752" y="2579"/>
                          </a:cubicBezTo>
                          <a:cubicBezTo>
                            <a:pt x="25466" y="2007"/>
                            <a:pt x="27276" y="1626"/>
                            <a:pt x="29086" y="1341"/>
                          </a:cubicBezTo>
                          <a:cubicBezTo>
                            <a:pt x="30895" y="1245"/>
                            <a:pt x="32800" y="960"/>
                            <a:pt x="34706" y="483"/>
                          </a:cubicBezTo>
                          <a:cubicBezTo>
                            <a:pt x="38516" y="-278"/>
                            <a:pt x="42325" y="388"/>
                            <a:pt x="45945" y="7"/>
                          </a:cubicBezTo>
                          <a:cubicBezTo>
                            <a:pt x="49565" y="-88"/>
                            <a:pt x="53279" y="769"/>
                            <a:pt x="56613" y="1436"/>
                          </a:cubicBezTo>
                          <a:cubicBezTo>
                            <a:pt x="63376" y="2579"/>
                            <a:pt x="69567" y="5817"/>
                            <a:pt x="72615" y="1124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93" name="Forme libre : forme 15092">
                      <a:extLst>
                        <a:ext uri="{FF2B5EF4-FFF2-40B4-BE49-F238E27FC236}">
                          <a16:creationId xmlns:a16="http://schemas.microsoft.com/office/drawing/2014/main" id="{1C418AC2-1942-4102-A007-935F1DBC7C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8534" y="3051522"/>
                      <a:ext cx="103409" cy="90393"/>
                    </a:xfrm>
                    <a:custGeom>
                      <a:avLst/>
                      <a:gdLst>
                        <a:gd name="connsiteX0" fmla="*/ 7844 w 103409"/>
                        <a:gd name="connsiteY0" fmla="*/ 29433 h 90393"/>
                        <a:gd name="connsiteX1" fmla="*/ 34 w 103409"/>
                        <a:gd name="connsiteY1" fmla="*/ 48769 h 90393"/>
                        <a:gd name="connsiteX2" fmla="*/ 34704 w 103409"/>
                        <a:gd name="connsiteY2" fmla="*/ 85726 h 90393"/>
                        <a:gd name="connsiteX3" fmla="*/ 47468 w 103409"/>
                        <a:gd name="connsiteY3" fmla="*/ 89060 h 90393"/>
                        <a:gd name="connsiteX4" fmla="*/ 54231 w 103409"/>
                        <a:gd name="connsiteY4" fmla="*/ 90203 h 90393"/>
                        <a:gd name="connsiteX5" fmla="*/ 61851 w 103409"/>
                        <a:gd name="connsiteY5" fmla="*/ 90393 h 90393"/>
                        <a:gd name="connsiteX6" fmla="*/ 76615 w 103409"/>
                        <a:gd name="connsiteY6" fmla="*/ 88965 h 90393"/>
                        <a:gd name="connsiteX7" fmla="*/ 89664 w 103409"/>
                        <a:gd name="connsiteY7" fmla="*/ 84012 h 90393"/>
                        <a:gd name="connsiteX8" fmla="*/ 102142 w 103409"/>
                        <a:gd name="connsiteY8" fmla="*/ 71915 h 90393"/>
                        <a:gd name="connsiteX9" fmla="*/ 100523 w 103409"/>
                        <a:gd name="connsiteY9" fmla="*/ 60295 h 90393"/>
                        <a:gd name="connsiteX10" fmla="*/ 83472 w 103409"/>
                        <a:gd name="connsiteY10" fmla="*/ 53913 h 90393"/>
                        <a:gd name="connsiteX11" fmla="*/ 73471 w 103409"/>
                        <a:gd name="connsiteY11" fmla="*/ 50008 h 90393"/>
                        <a:gd name="connsiteX12" fmla="*/ 64994 w 103409"/>
                        <a:gd name="connsiteY12" fmla="*/ 44197 h 90393"/>
                        <a:gd name="connsiteX13" fmla="*/ 58231 w 103409"/>
                        <a:gd name="connsiteY13" fmla="*/ 37625 h 90393"/>
                        <a:gd name="connsiteX14" fmla="*/ 52993 w 103409"/>
                        <a:gd name="connsiteY14" fmla="*/ 29815 h 90393"/>
                        <a:gd name="connsiteX15" fmla="*/ 48897 w 103409"/>
                        <a:gd name="connsiteY15" fmla="*/ 21337 h 90393"/>
                        <a:gd name="connsiteX16" fmla="*/ 44706 w 103409"/>
                        <a:gd name="connsiteY16" fmla="*/ 11146 h 90393"/>
                        <a:gd name="connsiteX17" fmla="*/ 39848 w 103409"/>
                        <a:gd name="connsiteY17" fmla="*/ 3145 h 90393"/>
                        <a:gd name="connsiteX18" fmla="*/ 32800 w 103409"/>
                        <a:gd name="connsiteY18" fmla="*/ 1 h 90393"/>
                        <a:gd name="connsiteX19" fmla="*/ 18226 w 103409"/>
                        <a:gd name="connsiteY19" fmla="*/ 11526 h 90393"/>
                        <a:gd name="connsiteX20" fmla="*/ 7844 w 103409"/>
                        <a:gd name="connsiteY20" fmla="*/ 29433 h 90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03409" h="90393">
                          <a:moveTo>
                            <a:pt x="7844" y="29433"/>
                          </a:moveTo>
                          <a:cubicBezTo>
                            <a:pt x="4225" y="35434"/>
                            <a:pt x="224" y="41530"/>
                            <a:pt x="34" y="48769"/>
                          </a:cubicBezTo>
                          <a:cubicBezTo>
                            <a:pt x="-824" y="62771"/>
                            <a:pt x="14702" y="78392"/>
                            <a:pt x="34704" y="85726"/>
                          </a:cubicBezTo>
                          <a:cubicBezTo>
                            <a:pt x="38801" y="87060"/>
                            <a:pt x="43086" y="88203"/>
                            <a:pt x="47468" y="89060"/>
                          </a:cubicBezTo>
                          <a:cubicBezTo>
                            <a:pt x="49754" y="89441"/>
                            <a:pt x="51755" y="90013"/>
                            <a:pt x="54231" y="90203"/>
                          </a:cubicBezTo>
                          <a:cubicBezTo>
                            <a:pt x="56803" y="90298"/>
                            <a:pt x="59279" y="90393"/>
                            <a:pt x="61851" y="90393"/>
                          </a:cubicBezTo>
                          <a:cubicBezTo>
                            <a:pt x="66899" y="90298"/>
                            <a:pt x="71948" y="90108"/>
                            <a:pt x="76615" y="88965"/>
                          </a:cubicBezTo>
                          <a:cubicBezTo>
                            <a:pt x="81282" y="87631"/>
                            <a:pt x="85664" y="86012"/>
                            <a:pt x="89664" y="84012"/>
                          </a:cubicBezTo>
                          <a:cubicBezTo>
                            <a:pt x="95760" y="81250"/>
                            <a:pt x="100046" y="76201"/>
                            <a:pt x="102142" y="71915"/>
                          </a:cubicBezTo>
                          <a:cubicBezTo>
                            <a:pt x="104237" y="67438"/>
                            <a:pt x="103761" y="63342"/>
                            <a:pt x="100523" y="60295"/>
                          </a:cubicBezTo>
                          <a:cubicBezTo>
                            <a:pt x="96331" y="56389"/>
                            <a:pt x="89664" y="56199"/>
                            <a:pt x="83472" y="53913"/>
                          </a:cubicBezTo>
                          <a:cubicBezTo>
                            <a:pt x="79853" y="52770"/>
                            <a:pt x="76519" y="51436"/>
                            <a:pt x="73471" y="50008"/>
                          </a:cubicBezTo>
                          <a:cubicBezTo>
                            <a:pt x="70423" y="48483"/>
                            <a:pt x="67470" y="46198"/>
                            <a:pt x="64994" y="44197"/>
                          </a:cubicBezTo>
                          <a:cubicBezTo>
                            <a:pt x="62423" y="42102"/>
                            <a:pt x="60137" y="39911"/>
                            <a:pt x="58231" y="37625"/>
                          </a:cubicBezTo>
                          <a:cubicBezTo>
                            <a:pt x="56231" y="35053"/>
                            <a:pt x="54517" y="32386"/>
                            <a:pt x="52993" y="29815"/>
                          </a:cubicBezTo>
                          <a:cubicBezTo>
                            <a:pt x="51755" y="27529"/>
                            <a:pt x="50326" y="24576"/>
                            <a:pt x="48897" y="21337"/>
                          </a:cubicBezTo>
                          <a:cubicBezTo>
                            <a:pt x="47564" y="17908"/>
                            <a:pt x="46135" y="14289"/>
                            <a:pt x="44706" y="11146"/>
                          </a:cubicBezTo>
                          <a:cubicBezTo>
                            <a:pt x="43182" y="8098"/>
                            <a:pt x="41658" y="5335"/>
                            <a:pt x="39848" y="3145"/>
                          </a:cubicBezTo>
                          <a:cubicBezTo>
                            <a:pt x="38039" y="954"/>
                            <a:pt x="35753" y="192"/>
                            <a:pt x="32800" y="1"/>
                          </a:cubicBezTo>
                          <a:cubicBezTo>
                            <a:pt x="27466" y="-94"/>
                            <a:pt x="22417" y="5145"/>
                            <a:pt x="18226" y="11526"/>
                          </a:cubicBezTo>
                          <a:cubicBezTo>
                            <a:pt x="13559" y="17718"/>
                            <a:pt x="10320" y="25242"/>
                            <a:pt x="7844" y="2943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94" name="Forme libre : forme 15093">
                      <a:extLst>
                        <a:ext uri="{FF2B5EF4-FFF2-40B4-BE49-F238E27FC236}">
                          <a16:creationId xmlns:a16="http://schemas.microsoft.com/office/drawing/2014/main" id="{D4BB92B7-A56B-4E3F-9D40-418C6053F7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7298" y="3057001"/>
                      <a:ext cx="26172" cy="18110"/>
                    </a:xfrm>
                    <a:custGeom>
                      <a:avLst/>
                      <a:gdLst>
                        <a:gd name="connsiteX0" fmla="*/ 3559 w 26172"/>
                        <a:gd name="connsiteY0" fmla="*/ 7953 h 18110"/>
                        <a:gd name="connsiteX1" fmla="*/ 416 w 26172"/>
                        <a:gd name="connsiteY1" fmla="*/ 11858 h 18110"/>
                        <a:gd name="connsiteX2" fmla="*/ 988 w 26172"/>
                        <a:gd name="connsiteY2" fmla="*/ 16525 h 18110"/>
                        <a:gd name="connsiteX3" fmla="*/ 5274 w 26172"/>
                        <a:gd name="connsiteY3" fmla="*/ 18049 h 18110"/>
                        <a:gd name="connsiteX4" fmla="*/ 16990 w 26172"/>
                        <a:gd name="connsiteY4" fmla="*/ 16716 h 18110"/>
                        <a:gd name="connsiteX5" fmla="*/ 21276 w 26172"/>
                        <a:gd name="connsiteY5" fmla="*/ 14811 h 18110"/>
                        <a:gd name="connsiteX6" fmla="*/ 26133 w 26172"/>
                        <a:gd name="connsiteY6" fmla="*/ 5762 h 18110"/>
                        <a:gd name="connsiteX7" fmla="*/ 21657 w 26172"/>
                        <a:gd name="connsiteY7" fmla="*/ 47 h 18110"/>
                        <a:gd name="connsiteX8" fmla="*/ 12513 w 26172"/>
                        <a:gd name="connsiteY8" fmla="*/ 2428 h 18110"/>
                        <a:gd name="connsiteX9" fmla="*/ 3559 w 26172"/>
                        <a:gd name="connsiteY9" fmla="*/ 7953 h 18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6172" h="18110">
                          <a:moveTo>
                            <a:pt x="3559" y="7953"/>
                          </a:moveTo>
                          <a:cubicBezTo>
                            <a:pt x="2321" y="9000"/>
                            <a:pt x="1083" y="10238"/>
                            <a:pt x="416" y="11858"/>
                          </a:cubicBezTo>
                          <a:cubicBezTo>
                            <a:pt x="-251" y="13382"/>
                            <a:pt x="-155" y="15382"/>
                            <a:pt x="988" y="16525"/>
                          </a:cubicBezTo>
                          <a:cubicBezTo>
                            <a:pt x="2035" y="17668"/>
                            <a:pt x="3750" y="17954"/>
                            <a:pt x="5274" y="18049"/>
                          </a:cubicBezTo>
                          <a:cubicBezTo>
                            <a:pt x="9274" y="18335"/>
                            <a:pt x="13275" y="17573"/>
                            <a:pt x="16990" y="16716"/>
                          </a:cubicBezTo>
                          <a:cubicBezTo>
                            <a:pt x="18513" y="16335"/>
                            <a:pt x="20038" y="15858"/>
                            <a:pt x="21276" y="14811"/>
                          </a:cubicBezTo>
                          <a:cubicBezTo>
                            <a:pt x="23943" y="12620"/>
                            <a:pt x="25848" y="8905"/>
                            <a:pt x="26133" y="5762"/>
                          </a:cubicBezTo>
                          <a:cubicBezTo>
                            <a:pt x="26419" y="2523"/>
                            <a:pt x="25181" y="237"/>
                            <a:pt x="21657" y="47"/>
                          </a:cubicBezTo>
                          <a:cubicBezTo>
                            <a:pt x="18895" y="-239"/>
                            <a:pt x="15751" y="809"/>
                            <a:pt x="12513" y="2428"/>
                          </a:cubicBezTo>
                          <a:cubicBezTo>
                            <a:pt x="9370" y="3762"/>
                            <a:pt x="6226" y="5762"/>
                            <a:pt x="3559" y="795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95" name="Forme libre : forme 15094">
                      <a:extLst>
                        <a:ext uri="{FF2B5EF4-FFF2-40B4-BE49-F238E27FC236}">
                          <a16:creationId xmlns:a16="http://schemas.microsoft.com/office/drawing/2014/main" id="{3D18B0EE-FD21-4232-A6CA-69CDB1847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5247" y="3076670"/>
                      <a:ext cx="34501" cy="65532"/>
                    </a:xfrm>
                    <a:custGeom>
                      <a:avLst/>
                      <a:gdLst>
                        <a:gd name="connsiteX0" fmla="*/ 26861 w 34501"/>
                        <a:gd name="connsiteY0" fmla="*/ 0 h 65532"/>
                        <a:gd name="connsiteX1" fmla="*/ 34290 w 34501"/>
                        <a:gd name="connsiteY1" fmla="*/ 17907 h 65532"/>
                        <a:gd name="connsiteX2" fmla="*/ 29528 w 34501"/>
                        <a:gd name="connsiteY2" fmla="*/ 39338 h 65532"/>
                        <a:gd name="connsiteX3" fmla="*/ 19241 w 34501"/>
                        <a:gd name="connsiteY3" fmla="*/ 52483 h 65532"/>
                        <a:gd name="connsiteX4" fmla="*/ 11145 w 34501"/>
                        <a:gd name="connsiteY4" fmla="*/ 59341 h 65532"/>
                        <a:gd name="connsiteX5" fmla="*/ 0 w 34501"/>
                        <a:gd name="connsiteY5" fmla="*/ 65532 h 65532"/>
                        <a:gd name="connsiteX6" fmla="*/ 7715 w 34501"/>
                        <a:gd name="connsiteY6" fmla="*/ 60674 h 65532"/>
                        <a:gd name="connsiteX7" fmla="*/ 21813 w 34501"/>
                        <a:gd name="connsiteY7" fmla="*/ 46101 h 65532"/>
                        <a:gd name="connsiteX8" fmla="*/ 30575 w 34501"/>
                        <a:gd name="connsiteY8" fmla="*/ 24384 h 65532"/>
                        <a:gd name="connsiteX9" fmla="*/ 26861 w 34501"/>
                        <a:gd name="connsiteY9" fmla="*/ 0 h 65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501" h="65532">
                          <a:moveTo>
                            <a:pt x="26861" y="0"/>
                          </a:moveTo>
                          <a:cubicBezTo>
                            <a:pt x="26861" y="0"/>
                            <a:pt x="32861" y="6287"/>
                            <a:pt x="34290" y="17907"/>
                          </a:cubicBezTo>
                          <a:cubicBezTo>
                            <a:pt x="35053" y="23813"/>
                            <a:pt x="33814" y="30766"/>
                            <a:pt x="29528" y="39338"/>
                          </a:cubicBezTo>
                          <a:cubicBezTo>
                            <a:pt x="27527" y="43720"/>
                            <a:pt x="24003" y="48006"/>
                            <a:pt x="19241" y="52483"/>
                          </a:cubicBezTo>
                          <a:cubicBezTo>
                            <a:pt x="16859" y="54769"/>
                            <a:pt x="14193" y="57055"/>
                            <a:pt x="11145" y="59341"/>
                          </a:cubicBezTo>
                          <a:cubicBezTo>
                            <a:pt x="7811" y="61436"/>
                            <a:pt x="4096" y="63532"/>
                            <a:pt x="0" y="65532"/>
                          </a:cubicBezTo>
                          <a:cubicBezTo>
                            <a:pt x="0" y="65532"/>
                            <a:pt x="3143" y="63817"/>
                            <a:pt x="7715" y="60674"/>
                          </a:cubicBezTo>
                          <a:cubicBezTo>
                            <a:pt x="12383" y="57626"/>
                            <a:pt x="17145" y="52197"/>
                            <a:pt x="21813" y="46101"/>
                          </a:cubicBezTo>
                          <a:cubicBezTo>
                            <a:pt x="26670" y="40100"/>
                            <a:pt x="29242" y="32099"/>
                            <a:pt x="30575" y="24384"/>
                          </a:cubicBezTo>
                          <a:cubicBezTo>
                            <a:pt x="32100" y="16764"/>
                            <a:pt x="30575" y="8191"/>
                            <a:pt x="2686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96" name="Forme libre : forme 15095">
                      <a:extLst>
                        <a:ext uri="{FF2B5EF4-FFF2-40B4-BE49-F238E27FC236}">
                          <a16:creationId xmlns:a16="http://schemas.microsoft.com/office/drawing/2014/main" id="{9D2E6849-EFE9-43ED-BD67-6BC6DFE388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0759" y="3033370"/>
                      <a:ext cx="50291" cy="21869"/>
                    </a:xfrm>
                    <a:custGeom>
                      <a:avLst/>
                      <a:gdLst>
                        <a:gd name="connsiteX0" fmla="*/ 50292 w 50291"/>
                        <a:gd name="connsiteY0" fmla="*/ 247 h 21869"/>
                        <a:gd name="connsiteX1" fmla="*/ 46577 w 50291"/>
                        <a:gd name="connsiteY1" fmla="*/ 57 h 21869"/>
                        <a:gd name="connsiteX2" fmla="*/ 36576 w 50291"/>
                        <a:gd name="connsiteY2" fmla="*/ 1200 h 21869"/>
                        <a:gd name="connsiteX3" fmla="*/ 29242 w 50291"/>
                        <a:gd name="connsiteY3" fmla="*/ 3295 h 21869"/>
                        <a:gd name="connsiteX4" fmla="*/ 20574 w 50291"/>
                        <a:gd name="connsiteY4" fmla="*/ 6724 h 21869"/>
                        <a:gd name="connsiteX5" fmla="*/ 0 w 50291"/>
                        <a:gd name="connsiteY5" fmla="*/ 21869 h 21869"/>
                        <a:gd name="connsiteX6" fmla="*/ 4858 w 50291"/>
                        <a:gd name="connsiteY6" fmla="*/ 18345 h 21869"/>
                        <a:gd name="connsiteX7" fmla="*/ 17431 w 50291"/>
                        <a:gd name="connsiteY7" fmla="*/ 11010 h 21869"/>
                        <a:gd name="connsiteX8" fmla="*/ 33814 w 50291"/>
                        <a:gd name="connsiteY8" fmla="*/ 3867 h 21869"/>
                        <a:gd name="connsiteX9" fmla="*/ 42100 w 50291"/>
                        <a:gd name="connsiteY9" fmla="*/ 1390 h 21869"/>
                        <a:gd name="connsiteX10" fmla="*/ 50292 w 50291"/>
                        <a:gd name="connsiteY10" fmla="*/ 247 h 21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0291" h="21869">
                          <a:moveTo>
                            <a:pt x="50292" y="247"/>
                          </a:moveTo>
                          <a:cubicBezTo>
                            <a:pt x="50292" y="152"/>
                            <a:pt x="48959" y="247"/>
                            <a:pt x="46577" y="57"/>
                          </a:cubicBezTo>
                          <a:cubicBezTo>
                            <a:pt x="44291" y="-229"/>
                            <a:pt x="40862" y="628"/>
                            <a:pt x="36576" y="1200"/>
                          </a:cubicBezTo>
                          <a:cubicBezTo>
                            <a:pt x="34385" y="1581"/>
                            <a:pt x="32004" y="2343"/>
                            <a:pt x="29242" y="3295"/>
                          </a:cubicBezTo>
                          <a:cubicBezTo>
                            <a:pt x="26575" y="4057"/>
                            <a:pt x="23717" y="5105"/>
                            <a:pt x="20574" y="6724"/>
                          </a:cubicBezTo>
                          <a:cubicBezTo>
                            <a:pt x="14288" y="9963"/>
                            <a:pt x="7144" y="14344"/>
                            <a:pt x="0" y="21869"/>
                          </a:cubicBezTo>
                          <a:cubicBezTo>
                            <a:pt x="0" y="21869"/>
                            <a:pt x="1810" y="20345"/>
                            <a:pt x="4858" y="18345"/>
                          </a:cubicBezTo>
                          <a:cubicBezTo>
                            <a:pt x="7906" y="16344"/>
                            <a:pt x="12382" y="13677"/>
                            <a:pt x="17431" y="11010"/>
                          </a:cubicBezTo>
                          <a:cubicBezTo>
                            <a:pt x="22479" y="8343"/>
                            <a:pt x="28194" y="6058"/>
                            <a:pt x="33814" y="3867"/>
                          </a:cubicBezTo>
                          <a:cubicBezTo>
                            <a:pt x="36576" y="2914"/>
                            <a:pt x="39434" y="2248"/>
                            <a:pt x="42100" y="1390"/>
                          </a:cubicBezTo>
                          <a:cubicBezTo>
                            <a:pt x="45053" y="628"/>
                            <a:pt x="47625" y="628"/>
                            <a:pt x="50292" y="24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97" name="Forme libre : forme 15096">
                      <a:extLst>
                        <a:ext uri="{FF2B5EF4-FFF2-40B4-BE49-F238E27FC236}">
                          <a16:creationId xmlns:a16="http://schemas.microsoft.com/office/drawing/2014/main" id="{7F855F0A-2B02-4617-BA15-5990A015FD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3940" y="3076016"/>
                      <a:ext cx="24071" cy="14921"/>
                    </a:xfrm>
                    <a:custGeom>
                      <a:avLst/>
                      <a:gdLst>
                        <a:gd name="connsiteX0" fmla="*/ 24067 w 24071"/>
                        <a:gd name="connsiteY0" fmla="*/ 8560 h 14921"/>
                        <a:gd name="connsiteX1" fmla="*/ 19876 w 24071"/>
                        <a:gd name="connsiteY1" fmla="*/ 13799 h 14921"/>
                        <a:gd name="connsiteX2" fmla="*/ 10161 w 24071"/>
                        <a:gd name="connsiteY2" fmla="*/ 14656 h 14921"/>
                        <a:gd name="connsiteX3" fmla="*/ 1969 w 24071"/>
                        <a:gd name="connsiteY3" fmla="*/ 10465 h 14921"/>
                        <a:gd name="connsiteX4" fmla="*/ 254 w 24071"/>
                        <a:gd name="connsiteY4" fmla="*/ 4464 h 14921"/>
                        <a:gd name="connsiteX5" fmla="*/ 4732 w 24071"/>
                        <a:gd name="connsiteY5" fmla="*/ 845 h 14921"/>
                        <a:gd name="connsiteX6" fmla="*/ 12637 w 24071"/>
                        <a:gd name="connsiteY6" fmla="*/ 368 h 14921"/>
                        <a:gd name="connsiteX7" fmla="*/ 20543 w 24071"/>
                        <a:gd name="connsiteY7" fmla="*/ 3321 h 14921"/>
                        <a:gd name="connsiteX8" fmla="*/ 24067 w 24071"/>
                        <a:gd name="connsiteY8" fmla="*/ 8560 h 149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071" h="14921">
                          <a:moveTo>
                            <a:pt x="24067" y="8560"/>
                          </a:moveTo>
                          <a:cubicBezTo>
                            <a:pt x="23972" y="10560"/>
                            <a:pt x="22353" y="12465"/>
                            <a:pt x="19876" y="13799"/>
                          </a:cubicBezTo>
                          <a:cubicBezTo>
                            <a:pt x="17305" y="15037"/>
                            <a:pt x="13780" y="15132"/>
                            <a:pt x="10161" y="14656"/>
                          </a:cubicBezTo>
                          <a:cubicBezTo>
                            <a:pt x="6637" y="14275"/>
                            <a:pt x="3684" y="12560"/>
                            <a:pt x="1969" y="10465"/>
                          </a:cubicBezTo>
                          <a:cubicBezTo>
                            <a:pt x="254" y="8464"/>
                            <a:pt x="-412" y="6274"/>
                            <a:pt x="254" y="4464"/>
                          </a:cubicBezTo>
                          <a:cubicBezTo>
                            <a:pt x="921" y="2559"/>
                            <a:pt x="2541" y="1321"/>
                            <a:pt x="4732" y="845"/>
                          </a:cubicBezTo>
                          <a:cubicBezTo>
                            <a:pt x="6922" y="-13"/>
                            <a:pt x="9589" y="-298"/>
                            <a:pt x="12637" y="368"/>
                          </a:cubicBezTo>
                          <a:cubicBezTo>
                            <a:pt x="15685" y="1226"/>
                            <a:pt x="18448" y="1988"/>
                            <a:pt x="20543" y="3321"/>
                          </a:cubicBezTo>
                          <a:cubicBezTo>
                            <a:pt x="22829" y="4750"/>
                            <a:pt x="24162" y="6560"/>
                            <a:pt x="24067" y="856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98" name="Forme libre : forme 15097">
                      <a:extLst>
                        <a:ext uri="{FF2B5EF4-FFF2-40B4-BE49-F238E27FC236}">
                          <a16:creationId xmlns:a16="http://schemas.microsoft.com/office/drawing/2014/main" id="{33C6EC60-6D3B-4A40-912F-ADFAAE9E2E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4272" y="3079551"/>
                      <a:ext cx="6699" cy="6439"/>
                    </a:xfrm>
                    <a:custGeom>
                      <a:avLst/>
                      <a:gdLst>
                        <a:gd name="connsiteX0" fmla="*/ 6498 w 6699"/>
                        <a:gd name="connsiteY0" fmla="*/ 2167 h 6439"/>
                        <a:gd name="connsiteX1" fmla="*/ 4306 w 6699"/>
                        <a:gd name="connsiteY1" fmla="*/ 6263 h 6439"/>
                        <a:gd name="connsiteX2" fmla="*/ 115 w 6699"/>
                        <a:gd name="connsiteY2" fmla="*/ 4263 h 6439"/>
                        <a:gd name="connsiteX3" fmla="*/ 2307 w 6699"/>
                        <a:gd name="connsiteY3" fmla="*/ 167 h 6439"/>
                        <a:gd name="connsiteX4" fmla="*/ 6498 w 6699"/>
                        <a:gd name="connsiteY4" fmla="*/ 2167 h 64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99" h="6439">
                          <a:moveTo>
                            <a:pt x="6498" y="2167"/>
                          </a:moveTo>
                          <a:cubicBezTo>
                            <a:pt x="7164" y="3882"/>
                            <a:pt x="6116" y="5692"/>
                            <a:pt x="4306" y="6263"/>
                          </a:cubicBezTo>
                          <a:cubicBezTo>
                            <a:pt x="2497" y="6834"/>
                            <a:pt x="592" y="5977"/>
                            <a:pt x="115" y="4263"/>
                          </a:cubicBezTo>
                          <a:cubicBezTo>
                            <a:pt x="-361" y="2548"/>
                            <a:pt x="688" y="739"/>
                            <a:pt x="2307" y="167"/>
                          </a:cubicBezTo>
                          <a:cubicBezTo>
                            <a:pt x="4021" y="-405"/>
                            <a:pt x="5926" y="548"/>
                            <a:pt x="6498" y="21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99" name="Forme libre : forme 15098">
                      <a:extLst>
                        <a:ext uri="{FF2B5EF4-FFF2-40B4-BE49-F238E27FC236}">
                          <a16:creationId xmlns:a16="http://schemas.microsoft.com/office/drawing/2014/main" id="{0358A7A1-34B2-4078-A4FA-3C5F67CBAF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4127" y="3039867"/>
                      <a:ext cx="56971" cy="41948"/>
                    </a:xfrm>
                    <a:custGeom>
                      <a:avLst/>
                      <a:gdLst>
                        <a:gd name="connsiteX0" fmla="*/ 34644 w 56971"/>
                        <a:gd name="connsiteY0" fmla="*/ 9943 h 41948"/>
                        <a:gd name="connsiteX1" fmla="*/ 54647 w 56971"/>
                        <a:gd name="connsiteY1" fmla="*/ 30612 h 41948"/>
                        <a:gd name="connsiteX2" fmla="*/ 55314 w 56971"/>
                        <a:gd name="connsiteY2" fmla="*/ 40518 h 41948"/>
                        <a:gd name="connsiteX3" fmla="*/ 45693 w 56971"/>
                        <a:gd name="connsiteY3" fmla="*/ 40137 h 41948"/>
                        <a:gd name="connsiteX4" fmla="*/ 21785 w 56971"/>
                        <a:gd name="connsiteY4" fmla="*/ 22897 h 41948"/>
                        <a:gd name="connsiteX5" fmla="*/ 15309 w 56971"/>
                        <a:gd name="connsiteY5" fmla="*/ 21087 h 41948"/>
                        <a:gd name="connsiteX6" fmla="*/ 6926 w 56971"/>
                        <a:gd name="connsiteY6" fmla="*/ 18039 h 41948"/>
                        <a:gd name="connsiteX7" fmla="*/ 3498 w 56971"/>
                        <a:gd name="connsiteY7" fmla="*/ 15848 h 41948"/>
                        <a:gd name="connsiteX8" fmla="*/ 1116 w 56971"/>
                        <a:gd name="connsiteY8" fmla="*/ 12800 h 41948"/>
                        <a:gd name="connsiteX9" fmla="*/ 354 w 56971"/>
                        <a:gd name="connsiteY9" fmla="*/ 6228 h 41948"/>
                        <a:gd name="connsiteX10" fmla="*/ 7307 w 56971"/>
                        <a:gd name="connsiteY10" fmla="*/ 322 h 41948"/>
                        <a:gd name="connsiteX11" fmla="*/ 12641 w 56971"/>
                        <a:gd name="connsiteY11" fmla="*/ 322 h 41948"/>
                        <a:gd name="connsiteX12" fmla="*/ 17785 w 56971"/>
                        <a:gd name="connsiteY12" fmla="*/ 989 h 41948"/>
                        <a:gd name="connsiteX13" fmla="*/ 34644 w 56971"/>
                        <a:gd name="connsiteY13" fmla="*/ 9943 h 41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6971" h="41948">
                          <a:moveTo>
                            <a:pt x="34644" y="9943"/>
                          </a:moveTo>
                          <a:cubicBezTo>
                            <a:pt x="42359" y="15467"/>
                            <a:pt x="49122" y="22706"/>
                            <a:pt x="54647" y="30612"/>
                          </a:cubicBezTo>
                          <a:cubicBezTo>
                            <a:pt x="56647" y="33565"/>
                            <a:pt x="58361" y="37756"/>
                            <a:pt x="55314" y="40518"/>
                          </a:cubicBezTo>
                          <a:cubicBezTo>
                            <a:pt x="52456" y="42994"/>
                            <a:pt x="48360" y="41851"/>
                            <a:pt x="45693" y="40137"/>
                          </a:cubicBezTo>
                          <a:cubicBezTo>
                            <a:pt x="37025" y="34612"/>
                            <a:pt x="29881" y="26135"/>
                            <a:pt x="21785" y="22897"/>
                          </a:cubicBezTo>
                          <a:cubicBezTo>
                            <a:pt x="20547" y="22230"/>
                            <a:pt x="18071" y="21659"/>
                            <a:pt x="15309" y="21087"/>
                          </a:cubicBezTo>
                          <a:cubicBezTo>
                            <a:pt x="12546" y="20801"/>
                            <a:pt x="9498" y="19372"/>
                            <a:pt x="6926" y="18039"/>
                          </a:cubicBezTo>
                          <a:cubicBezTo>
                            <a:pt x="5688" y="17372"/>
                            <a:pt x="4450" y="16610"/>
                            <a:pt x="3498" y="15848"/>
                          </a:cubicBezTo>
                          <a:cubicBezTo>
                            <a:pt x="2545" y="14896"/>
                            <a:pt x="1688" y="13753"/>
                            <a:pt x="1116" y="12800"/>
                          </a:cubicBezTo>
                          <a:cubicBezTo>
                            <a:pt x="-27" y="10705"/>
                            <a:pt x="-313" y="8514"/>
                            <a:pt x="354" y="6228"/>
                          </a:cubicBezTo>
                          <a:cubicBezTo>
                            <a:pt x="1783" y="2132"/>
                            <a:pt x="4164" y="132"/>
                            <a:pt x="7307" y="322"/>
                          </a:cubicBezTo>
                          <a:cubicBezTo>
                            <a:pt x="8927" y="-154"/>
                            <a:pt x="10736" y="-58"/>
                            <a:pt x="12641" y="322"/>
                          </a:cubicBezTo>
                          <a:cubicBezTo>
                            <a:pt x="14546" y="608"/>
                            <a:pt x="16356" y="513"/>
                            <a:pt x="17785" y="989"/>
                          </a:cubicBezTo>
                          <a:cubicBezTo>
                            <a:pt x="22642" y="3085"/>
                            <a:pt x="28834" y="5752"/>
                            <a:pt x="34644" y="994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42" name="Graphique 1">
                    <a:extLst>
                      <a:ext uri="{FF2B5EF4-FFF2-40B4-BE49-F238E27FC236}">
                        <a16:creationId xmlns:a16="http://schemas.microsoft.com/office/drawing/2014/main" id="{DD84916C-DAAA-4AEE-A3BB-029F05BD77DE}"/>
                      </a:ext>
                    </a:extLst>
                  </p:cNvPr>
                  <p:cNvGrpSpPr/>
                  <p:nvPr/>
                </p:nvGrpSpPr>
                <p:grpSpPr>
                  <a:xfrm>
                    <a:off x="6904932" y="2929316"/>
                    <a:ext cx="145041" cy="159570"/>
                    <a:chOff x="6904932" y="2929316"/>
                    <a:chExt cx="145041" cy="159570"/>
                  </a:xfrm>
                  <a:solidFill>
                    <a:schemeClr val="accent1"/>
                  </a:solidFill>
                </p:grpSpPr>
                <p:sp>
                  <p:nvSpPr>
                    <p:cNvPr id="15076" name="Forme libre : forme 15075">
                      <a:extLst>
                        <a:ext uri="{FF2B5EF4-FFF2-40B4-BE49-F238E27FC236}">
                          <a16:creationId xmlns:a16="http://schemas.microsoft.com/office/drawing/2014/main" id="{B8781633-D39F-4A19-B2A6-BD146A0C3C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4932" y="2929316"/>
                      <a:ext cx="144923" cy="159517"/>
                    </a:xfrm>
                    <a:custGeom>
                      <a:avLst/>
                      <a:gdLst>
                        <a:gd name="connsiteX0" fmla="*/ 138047 w 144923"/>
                        <a:gd name="connsiteY0" fmla="*/ 81726 h 159517"/>
                        <a:gd name="connsiteX1" fmla="*/ 122045 w 144923"/>
                        <a:gd name="connsiteY1" fmla="*/ 109063 h 159517"/>
                        <a:gd name="connsiteX2" fmla="*/ 103376 w 144923"/>
                        <a:gd name="connsiteY2" fmla="*/ 136209 h 159517"/>
                        <a:gd name="connsiteX3" fmla="*/ 95661 w 144923"/>
                        <a:gd name="connsiteY3" fmla="*/ 144781 h 159517"/>
                        <a:gd name="connsiteX4" fmla="*/ 86517 w 144923"/>
                        <a:gd name="connsiteY4" fmla="*/ 151544 h 159517"/>
                        <a:gd name="connsiteX5" fmla="*/ 66896 w 144923"/>
                        <a:gd name="connsiteY5" fmla="*/ 158974 h 159517"/>
                        <a:gd name="connsiteX6" fmla="*/ 48512 w 144923"/>
                        <a:gd name="connsiteY6" fmla="*/ 157640 h 159517"/>
                        <a:gd name="connsiteX7" fmla="*/ 34034 w 144923"/>
                        <a:gd name="connsiteY7" fmla="*/ 147829 h 159517"/>
                        <a:gd name="connsiteX8" fmla="*/ 12698 w 144923"/>
                        <a:gd name="connsiteY8" fmla="*/ 122874 h 159517"/>
                        <a:gd name="connsiteX9" fmla="*/ 4030 w 144923"/>
                        <a:gd name="connsiteY9" fmla="*/ 108301 h 159517"/>
                        <a:gd name="connsiteX10" fmla="*/ 221 w 144923"/>
                        <a:gd name="connsiteY10" fmla="*/ 92680 h 159517"/>
                        <a:gd name="connsiteX11" fmla="*/ 1173 w 144923"/>
                        <a:gd name="connsiteY11" fmla="*/ 77916 h 159517"/>
                        <a:gd name="connsiteX12" fmla="*/ 3650 w 144923"/>
                        <a:gd name="connsiteY12" fmla="*/ 71153 h 159517"/>
                        <a:gd name="connsiteX13" fmla="*/ 7459 w 144923"/>
                        <a:gd name="connsiteY13" fmla="*/ 64486 h 159517"/>
                        <a:gd name="connsiteX14" fmla="*/ 20414 w 144923"/>
                        <a:gd name="connsiteY14" fmla="*/ 45436 h 159517"/>
                        <a:gd name="connsiteX15" fmla="*/ 32510 w 144923"/>
                        <a:gd name="connsiteY15" fmla="*/ 24386 h 159517"/>
                        <a:gd name="connsiteX16" fmla="*/ 43083 w 144923"/>
                        <a:gd name="connsiteY16" fmla="*/ 11336 h 159517"/>
                        <a:gd name="connsiteX17" fmla="*/ 57561 w 144923"/>
                        <a:gd name="connsiteY17" fmla="*/ 2954 h 159517"/>
                        <a:gd name="connsiteX18" fmla="*/ 91089 w 144923"/>
                        <a:gd name="connsiteY18" fmla="*/ 3621 h 159517"/>
                        <a:gd name="connsiteX19" fmla="*/ 121378 w 144923"/>
                        <a:gd name="connsiteY19" fmla="*/ 17051 h 159517"/>
                        <a:gd name="connsiteX20" fmla="*/ 143286 w 144923"/>
                        <a:gd name="connsiteY20" fmla="*/ 43150 h 159517"/>
                        <a:gd name="connsiteX21" fmla="*/ 144524 w 144923"/>
                        <a:gd name="connsiteY21" fmla="*/ 62009 h 159517"/>
                        <a:gd name="connsiteX22" fmla="*/ 138047 w 144923"/>
                        <a:gd name="connsiteY22" fmla="*/ 81726 h 159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44923" h="159517">
                          <a:moveTo>
                            <a:pt x="138047" y="81726"/>
                          </a:moveTo>
                          <a:cubicBezTo>
                            <a:pt x="133189" y="90870"/>
                            <a:pt x="127570" y="100014"/>
                            <a:pt x="122045" y="109063"/>
                          </a:cubicBezTo>
                          <a:cubicBezTo>
                            <a:pt x="116044" y="118112"/>
                            <a:pt x="110424" y="127160"/>
                            <a:pt x="103376" y="136209"/>
                          </a:cubicBezTo>
                          <a:cubicBezTo>
                            <a:pt x="100995" y="139352"/>
                            <a:pt x="98423" y="142210"/>
                            <a:pt x="95661" y="144781"/>
                          </a:cubicBezTo>
                          <a:cubicBezTo>
                            <a:pt x="92803" y="147353"/>
                            <a:pt x="89660" y="149639"/>
                            <a:pt x="86517" y="151544"/>
                          </a:cubicBezTo>
                          <a:cubicBezTo>
                            <a:pt x="80326" y="155449"/>
                            <a:pt x="73658" y="158021"/>
                            <a:pt x="66896" y="158974"/>
                          </a:cubicBezTo>
                          <a:cubicBezTo>
                            <a:pt x="60228" y="160021"/>
                            <a:pt x="54132" y="159545"/>
                            <a:pt x="48512" y="157640"/>
                          </a:cubicBezTo>
                          <a:cubicBezTo>
                            <a:pt x="42797" y="155640"/>
                            <a:pt x="37939" y="152306"/>
                            <a:pt x="34034" y="147829"/>
                          </a:cubicBezTo>
                          <a:lnTo>
                            <a:pt x="12698" y="122874"/>
                          </a:lnTo>
                          <a:cubicBezTo>
                            <a:pt x="8793" y="118397"/>
                            <a:pt x="6031" y="113254"/>
                            <a:pt x="4030" y="108301"/>
                          </a:cubicBezTo>
                          <a:cubicBezTo>
                            <a:pt x="2030" y="103157"/>
                            <a:pt x="697" y="97728"/>
                            <a:pt x="221" y="92680"/>
                          </a:cubicBezTo>
                          <a:cubicBezTo>
                            <a:pt x="-256" y="87822"/>
                            <a:pt x="30" y="82774"/>
                            <a:pt x="1173" y="77916"/>
                          </a:cubicBezTo>
                          <a:cubicBezTo>
                            <a:pt x="1744" y="75535"/>
                            <a:pt x="2602" y="73344"/>
                            <a:pt x="3650" y="71153"/>
                          </a:cubicBezTo>
                          <a:cubicBezTo>
                            <a:pt x="4697" y="68772"/>
                            <a:pt x="5935" y="66581"/>
                            <a:pt x="7459" y="64486"/>
                          </a:cubicBezTo>
                          <a:cubicBezTo>
                            <a:pt x="12032" y="58771"/>
                            <a:pt x="16127" y="51913"/>
                            <a:pt x="20414" y="45436"/>
                          </a:cubicBezTo>
                          <a:cubicBezTo>
                            <a:pt x="24509" y="38578"/>
                            <a:pt x="28700" y="31815"/>
                            <a:pt x="32510" y="24386"/>
                          </a:cubicBezTo>
                          <a:cubicBezTo>
                            <a:pt x="35273" y="19432"/>
                            <a:pt x="38892" y="15051"/>
                            <a:pt x="43083" y="11336"/>
                          </a:cubicBezTo>
                          <a:cubicBezTo>
                            <a:pt x="47274" y="7717"/>
                            <a:pt x="52322" y="4954"/>
                            <a:pt x="57561" y="2954"/>
                          </a:cubicBezTo>
                          <a:cubicBezTo>
                            <a:pt x="68039" y="-951"/>
                            <a:pt x="80135" y="-1237"/>
                            <a:pt x="91089" y="3621"/>
                          </a:cubicBezTo>
                          <a:lnTo>
                            <a:pt x="121378" y="17051"/>
                          </a:lnTo>
                          <a:cubicBezTo>
                            <a:pt x="132332" y="21909"/>
                            <a:pt x="139952" y="31434"/>
                            <a:pt x="143286" y="43150"/>
                          </a:cubicBezTo>
                          <a:cubicBezTo>
                            <a:pt x="145000" y="49055"/>
                            <a:pt x="145286" y="55437"/>
                            <a:pt x="144524" y="62009"/>
                          </a:cubicBezTo>
                          <a:cubicBezTo>
                            <a:pt x="143762" y="68581"/>
                            <a:pt x="141667" y="75344"/>
                            <a:pt x="138047" y="8172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77" name="Forme libre : forme 15076">
                      <a:extLst>
                        <a:ext uri="{FF2B5EF4-FFF2-40B4-BE49-F238E27FC236}">
                          <a16:creationId xmlns:a16="http://schemas.microsoft.com/office/drawing/2014/main" id="{EBE02A46-88FD-4BAB-8393-3B2A338E9E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9822" y="2945987"/>
                      <a:ext cx="120150" cy="142900"/>
                    </a:xfrm>
                    <a:custGeom>
                      <a:avLst/>
                      <a:gdLst>
                        <a:gd name="connsiteX0" fmla="*/ 53245 w 120150"/>
                        <a:gd name="connsiteY0" fmla="*/ 87439 h 142900"/>
                        <a:gd name="connsiteX1" fmla="*/ 30956 w 120150"/>
                        <a:gd name="connsiteY1" fmla="*/ 114205 h 142900"/>
                        <a:gd name="connsiteX2" fmla="*/ 15621 w 120150"/>
                        <a:gd name="connsiteY2" fmla="*/ 120491 h 142900"/>
                        <a:gd name="connsiteX3" fmla="*/ 0 w 120150"/>
                        <a:gd name="connsiteY3" fmla="*/ 120491 h 142900"/>
                        <a:gd name="connsiteX4" fmla="*/ 9240 w 120150"/>
                        <a:gd name="connsiteY4" fmla="*/ 131254 h 142900"/>
                        <a:gd name="connsiteX5" fmla="*/ 23717 w 120150"/>
                        <a:gd name="connsiteY5" fmla="*/ 141065 h 142900"/>
                        <a:gd name="connsiteX6" fmla="*/ 42100 w 120150"/>
                        <a:gd name="connsiteY6" fmla="*/ 142399 h 142900"/>
                        <a:gd name="connsiteX7" fmla="*/ 61722 w 120150"/>
                        <a:gd name="connsiteY7" fmla="*/ 134969 h 142900"/>
                        <a:gd name="connsiteX8" fmla="*/ 70866 w 120150"/>
                        <a:gd name="connsiteY8" fmla="*/ 128206 h 142900"/>
                        <a:gd name="connsiteX9" fmla="*/ 78581 w 120150"/>
                        <a:gd name="connsiteY9" fmla="*/ 119634 h 142900"/>
                        <a:gd name="connsiteX10" fmla="*/ 97250 w 120150"/>
                        <a:gd name="connsiteY10" fmla="*/ 92488 h 142900"/>
                        <a:gd name="connsiteX11" fmla="*/ 113252 w 120150"/>
                        <a:gd name="connsiteY11" fmla="*/ 65151 h 142900"/>
                        <a:gd name="connsiteX12" fmla="*/ 119729 w 120150"/>
                        <a:gd name="connsiteY12" fmla="*/ 45434 h 142900"/>
                        <a:gd name="connsiteX13" fmla="*/ 118491 w 120150"/>
                        <a:gd name="connsiteY13" fmla="*/ 26575 h 142900"/>
                        <a:gd name="connsiteX14" fmla="*/ 96584 w 120150"/>
                        <a:gd name="connsiteY14" fmla="*/ 476 h 142900"/>
                        <a:gd name="connsiteX15" fmla="*/ 95631 w 120150"/>
                        <a:gd name="connsiteY15" fmla="*/ 0 h 142900"/>
                        <a:gd name="connsiteX16" fmla="*/ 86011 w 120150"/>
                        <a:gd name="connsiteY16" fmla="*/ 22288 h 142900"/>
                        <a:gd name="connsiteX17" fmla="*/ 74866 w 120150"/>
                        <a:gd name="connsiteY17" fmla="*/ 43529 h 142900"/>
                        <a:gd name="connsiteX18" fmla="*/ 63627 w 120150"/>
                        <a:gd name="connsiteY18" fmla="*/ 64770 h 142900"/>
                        <a:gd name="connsiteX19" fmla="*/ 53245 w 120150"/>
                        <a:gd name="connsiteY19" fmla="*/ 87439 h 142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20150" h="142900">
                          <a:moveTo>
                            <a:pt x="53245" y="87439"/>
                          </a:moveTo>
                          <a:cubicBezTo>
                            <a:pt x="48578" y="98584"/>
                            <a:pt x="40672" y="108204"/>
                            <a:pt x="30956" y="114205"/>
                          </a:cubicBezTo>
                          <a:cubicBezTo>
                            <a:pt x="26384" y="117348"/>
                            <a:pt x="20860" y="119348"/>
                            <a:pt x="15621" y="120491"/>
                          </a:cubicBezTo>
                          <a:cubicBezTo>
                            <a:pt x="10478" y="121634"/>
                            <a:pt x="5144" y="121729"/>
                            <a:pt x="0" y="120491"/>
                          </a:cubicBezTo>
                          <a:lnTo>
                            <a:pt x="9240" y="131254"/>
                          </a:lnTo>
                          <a:cubicBezTo>
                            <a:pt x="13145" y="135731"/>
                            <a:pt x="17907" y="139160"/>
                            <a:pt x="23717" y="141065"/>
                          </a:cubicBezTo>
                          <a:cubicBezTo>
                            <a:pt x="29337" y="142970"/>
                            <a:pt x="35433" y="143351"/>
                            <a:pt x="42100" y="142399"/>
                          </a:cubicBezTo>
                          <a:cubicBezTo>
                            <a:pt x="48863" y="141446"/>
                            <a:pt x="55531" y="138874"/>
                            <a:pt x="61722" y="134969"/>
                          </a:cubicBezTo>
                          <a:cubicBezTo>
                            <a:pt x="64865" y="133064"/>
                            <a:pt x="68009" y="130778"/>
                            <a:pt x="70866" y="128206"/>
                          </a:cubicBezTo>
                          <a:cubicBezTo>
                            <a:pt x="73533" y="125635"/>
                            <a:pt x="76200" y="122777"/>
                            <a:pt x="78581" y="119634"/>
                          </a:cubicBezTo>
                          <a:cubicBezTo>
                            <a:pt x="85630" y="110680"/>
                            <a:pt x="91250" y="101632"/>
                            <a:pt x="97250" y="92488"/>
                          </a:cubicBezTo>
                          <a:cubicBezTo>
                            <a:pt x="102775" y="83439"/>
                            <a:pt x="108395" y="74295"/>
                            <a:pt x="113252" y="65151"/>
                          </a:cubicBezTo>
                          <a:cubicBezTo>
                            <a:pt x="116872" y="58769"/>
                            <a:pt x="118967" y="52006"/>
                            <a:pt x="119729" y="45434"/>
                          </a:cubicBezTo>
                          <a:cubicBezTo>
                            <a:pt x="120491" y="38862"/>
                            <a:pt x="120301" y="32480"/>
                            <a:pt x="118491" y="26575"/>
                          </a:cubicBezTo>
                          <a:cubicBezTo>
                            <a:pt x="115253" y="14859"/>
                            <a:pt x="107538" y="5334"/>
                            <a:pt x="96584" y="476"/>
                          </a:cubicBezTo>
                          <a:lnTo>
                            <a:pt x="95631" y="0"/>
                          </a:lnTo>
                          <a:cubicBezTo>
                            <a:pt x="92678" y="7620"/>
                            <a:pt x="89725" y="15145"/>
                            <a:pt x="86011" y="22288"/>
                          </a:cubicBezTo>
                          <a:cubicBezTo>
                            <a:pt x="82391" y="29528"/>
                            <a:pt x="78772" y="36576"/>
                            <a:pt x="74866" y="43529"/>
                          </a:cubicBezTo>
                          <a:cubicBezTo>
                            <a:pt x="71152" y="50578"/>
                            <a:pt x="67342" y="57626"/>
                            <a:pt x="63627" y="64770"/>
                          </a:cubicBezTo>
                          <a:cubicBezTo>
                            <a:pt x="60103" y="72104"/>
                            <a:pt x="56293" y="79438"/>
                            <a:pt x="53245" y="8743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78" name="Forme libre : forme 15077">
                      <a:extLst>
                        <a:ext uri="{FF2B5EF4-FFF2-40B4-BE49-F238E27FC236}">
                          <a16:creationId xmlns:a16="http://schemas.microsoft.com/office/drawing/2014/main" id="{B5CE0965-D343-4D35-9607-FE1748B563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7445" y="2967345"/>
                      <a:ext cx="52650" cy="63940"/>
                    </a:xfrm>
                    <a:custGeom>
                      <a:avLst/>
                      <a:gdLst>
                        <a:gd name="connsiteX0" fmla="*/ 42958 w 52650"/>
                        <a:gd name="connsiteY0" fmla="*/ 1692 h 63940"/>
                        <a:gd name="connsiteX1" fmla="*/ 52578 w 52650"/>
                        <a:gd name="connsiteY1" fmla="*/ 18170 h 63940"/>
                        <a:gd name="connsiteX2" fmla="*/ 45911 w 52650"/>
                        <a:gd name="connsiteY2" fmla="*/ 43602 h 63940"/>
                        <a:gd name="connsiteX3" fmla="*/ 26479 w 52650"/>
                        <a:gd name="connsiteY3" fmla="*/ 61700 h 63940"/>
                        <a:gd name="connsiteX4" fmla="*/ 7429 w 52650"/>
                        <a:gd name="connsiteY4" fmla="*/ 60937 h 63940"/>
                        <a:gd name="connsiteX5" fmla="*/ 0 w 52650"/>
                        <a:gd name="connsiteY5" fmla="*/ 43602 h 63940"/>
                        <a:gd name="connsiteX6" fmla="*/ 6858 w 52650"/>
                        <a:gd name="connsiteY6" fmla="*/ 20361 h 63940"/>
                        <a:gd name="connsiteX7" fmla="*/ 24098 w 52650"/>
                        <a:gd name="connsiteY7" fmla="*/ 3121 h 63940"/>
                        <a:gd name="connsiteX8" fmla="*/ 42958 w 52650"/>
                        <a:gd name="connsiteY8" fmla="*/ 1692 h 63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650" h="63940">
                          <a:moveTo>
                            <a:pt x="42958" y="1692"/>
                          </a:moveTo>
                          <a:cubicBezTo>
                            <a:pt x="48482" y="4454"/>
                            <a:pt x="52006" y="10645"/>
                            <a:pt x="52578" y="18170"/>
                          </a:cubicBezTo>
                          <a:cubicBezTo>
                            <a:pt x="53054" y="25695"/>
                            <a:pt x="51245" y="35029"/>
                            <a:pt x="45911" y="43602"/>
                          </a:cubicBezTo>
                          <a:cubicBezTo>
                            <a:pt x="40862" y="52270"/>
                            <a:pt x="33623" y="58651"/>
                            <a:pt x="26479" y="61700"/>
                          </a:cubicBezTo>
                          <a:cubicBezTo>
                            <a:pt x="19526" y="64938"/>
                            <a:pt x="12478" y="64652"/>
                            <a:pt x="7429" y="60937"/>
                          </a:cubicBezTo>
                          <a:cubicBezTo>
                            <a:pt x="2381" y="57223"/>
                            <a:pt x="190" y="50936"/>
                            <a:pt x="0" y="43602"/>
                          </a:cubicBezTo>
                          <a:cubicBezTo>
                            <a:pt x="0" y="36363"/>
                            <a:pt x="2286" y="28267"/>
                            <a:pt x="6858" y="20361"/>
                          </a:cubicBezTo>
                          <a:cubicBezTo>
                            <a:pt x="11620" y="12741"/>
                            <a:pt x="17526" y="6454"/>
                            <a:pt x="24098" y="3121"/>
                          </a:cubicBezTo>
                          <a:cubicBezTo>
                            <a:pt x="30575" y="-213"/>
                            <a:pt x="37242" y="-1166"/>
                            <a:pt x="42958" y="1692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79" name="Forme libre : forme 15078">
                      <a:extLst>
                        <a:ext uri="{FF2B5EF4-FFF2-40B4-BE49-F238E27FC236}">
                          <a16:creationId xmlns:a16="http://schemas.microsoft.com/office/drawing/2014/main" id="{C34C8FC6-95A1-4AE2-83C0-292E4CC0D6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7441" y="2995707"/>
                      <a:ext cx="51819" cy="35635"/>
                    </a:xfrm>
                    <a:custGeom>
                      <a:avLst/>
                      <a:gdLst>
                        <a:gd name="connsiteX0" fmla="*/ 384 w 51819"/>
                        <a:gd name="connsiteY0" fmla="*/ 9715 h 35635"/>
                        <a:gd name="connsiteX1" fmla="*/ 7337 w 51819"/>
                        <a:gd name="connsiteY1" fmla="*/ 32671 h 35635"/>
                        <a:gd name="connsiteX2" fmla="*/ 26387 w 51819"/>
                        <a:gd name="connsiteY2" fmla="*/ 33433 h 35635"/>
                        <a:gd name="connsiteX3" fmla="*/ 45819 w 51819"/>
                        <a:gd name="connsiteY3" fmla="*/ 15335 h 35635"/>
                        <a:gd name="connsiteX4" fmla="*/ 51819 w 51819"/>
                        <a:gd name="connsiteY4" fmla="*/ 0 h 35635"/>
                        <a:gd name="connsiteX5" fmla="*/ 46104 w 51819"/>
                        <a:gd name="connsiteY5" fmla="*/ 7048 h 35635"/>
                        <a:gd name="connsiteX6" fmla="*/ 22482 w 51819"/>
                        <a:gd name="connsiteY6" fmla="*/ 16002 h 35635"/>
                        <a:gd name="connsiteX7" fmla="*/ 384 w 51819"/>
                        <a:gd name="connsiteY7" fmla="*/ 9715 h 356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819" h="35635">
                          <a:moveTo>
                            <a:pt x="384" y="9715"/>
                          </a:moveTo>
                          <a:cubicBezTo>
                            <a:pt x="-949" y="19240"/>
                            <a:pt x="1146" y="28099"/>
                            <a:pt x="7337" y="32671"/>
                          </a:cubicBezTo>
                          <a:cubicBezTo>
                            <a:pt x="12386" y="36385"/>
                            <a:pt x="19434" y="36576"/>
                            <a:pt x="26387" y="33433"/>
                          </a:cubicBezTo>
                          <a:cubicBezTo>
                            <a:pt x="33531" y="30385"/>
                            <a:pt x="40770" y="24003"/>
                            <a:pt x="45819" y="15335"/>
                          </a:cubicBezTo>
                          <a:cubicBezTo>
                            <a:pt x="48962" y="10287"/>
                            <a:pt x="50867" y="5048"/>
                            <a:pt x="51819" y="0"/>
                          </a:cubicBezTo>
                          <a:cubicBezTo>
                            <a:pt x="50295" y="2572"/>
                            <a:pt x="48485" y="4953"/>
                            <a:pt x="46104" y="7048"/>
                          </a:cubicBezTo>
                          <a:cubicBezTo>
                            <a:pt x="38960" y="12192"/>
                            <a:pt x="30578" y="15430"/>
                            <a:pt x="22482" y="16002"/>
                          </a:cubicBezTo>
                          <a:cubicBezTo>
                            <a:pt x="14291" y="16478"/>
                            <a:pt x="6480" y="14478"/>
                            <a:pt x="384" y="9715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80" name="Forme libre : forme 15079">
                      <a:extLst>
                        <a:ext uri="{FF2B5EF4-FFF2-40B4-BE49-F238E27FC236}">
                          <a16:creationId xmlns:a16="http://schemas.microsoft.com/office/drawing/2014/main" id="{6695D047-809A-4704-BEF7-A87A9C2432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3446" y="2966507"/>
                      <a:ext cx="52763" cy="64765"/>
                    </a:xfrm>
                    <a:custGeom>
                      <a:avLst/>
                      <a:gdLst>
                        <a:gd name="connsiteX0" fmla="*/ 42958 w 52763"/>
                        <a:gd name="connsiteY0" fmla="*/ 1673 h 64765"/>
                        <a:gd name="connsiteX1" fmla="*/ 52673 w 52763"/>
                        <a:gd name="connsiteY1" fmla="*/ 18247 h 64765"/>
                        <a:gd name="connsiteX2" fmla="*/ 51435 w 52763"/>
                        <a:gd name="connsiteY2" fmla="*/ 30629 h 64765"/>
                        <a:gd name="connsiteX3" fmla="*/ 46005 w 52763"/>
                        <a:gd name="connsiteY3" fmla="*/ 43869 h 64765"/>
                        <a:gd name="connsiteX4" fmla="*/ 26575 w 52763"/>
                        <a:gd name="connsiteY4" fmla="*/ 62347 h 64765"/>
                        <a:gd name="connsiteX5" fmla="*/ 7525 w 52763"/>
                        <a:gd name="connsiteY5" fmla="*/ 61967 h 64765"/>
                        <a:gd name="connsiteX6" fmla="*/ 0 w 52763"/>
                        <a:gd name="connsiteY6" fmla="*/ 44536 h 64765"/>
                        <a:gd name="connsiteX7" fmla="*/ 6858 w 52763"/>
                        <a:gd name="connsiteY7" fmla="*/ 21009 h 64765"/>
                        <a:gd name="connsiteX8" fmla="*/ 14764 w 52763"/>
                        <a:gd name="connsiteY8" fmla="*/ 10531 h 64765"/>
                        <a:gd name="connsiteX9" fmla="*/ 24193 w 52763"/>
                        <a:gd name="connsiteY9" fmla="*/ 3388 h 64765"/>
                        <a:gd name="connsiteX10" fmla="*/ 42958 w 52763"/>
                        <a:gd name="connsiteY10" fmla="*/ 1673 h 64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763" h="64765">
                          <a:moveTo>
                            <a:pt x="42958" y="1673"/>
                          </a:moveTo>
                          <a:cubicBezTo>
                            <a:pt x="48577" y="4436"/>
                            <a:pt x="51911" y="10531"/>
                            <a:pt x="52673" y="18247"/>
                          </a:cubicBezTo>
                          <a:cubicBezTo>
                            <a:pt x="52959" y="22057"/>
                            <a:pt x="52578" y="26248"/>
                            <a:pt x="51435" y="30629"/>
                          </a:cubicBezTo>
                          <a:cubicBezTo>
                            <a:pt x="50292" y="35011"/>
                            <a:pt x="48768" y="39583"/>
                            <a:pt x="46005" y="43869"/>
                          </a:cubicBezTo>
                          <a:cubicBezTo>
                            <a:pt x="40767" y="52632"/>
                            <a:pt x="33814" y="59204"/>
                            <a:pt x="26575" y="62347"/>
                          </a:cubicBezTo>
                          <a:cubicBezTo>
                            <a:pt x="19431" y="65586"/>
                            <a:pt x="12668" y="65681"/>
                            <a:pt x="7525" y="61967"/>
                          </a:cubicBezTo>
                          <a:cubicBezTo>
                            <a:pt x="2477" y="58347"/>
                            <a:pt x="0" y="51870"/>
                            <a:pt x="0" y="44536"/>
                          </a:cubicBezTo>
                          <a:cubicBezTo>
                            <a:pt x="95" y="37297"/>
                            <a:pt x="2191" y="28915"/>
                            <a:pt x="6858" y="21009"/>
                          </a:cubicBezTo>
                          <a:cubicBezTo>
                            <a:pt x="9334" y="17104"/>
                            <a:pt x="11811" y="13484"/>
                            <a:pt x="14764" y="10531"/>
                          </a:cubicBezTo>
                          <a:cubicBezTo>
                            <a:pt x="17716" y="7579"/>
                            <a:pt x="20860" y="5197"/>
                            <a:pt x="24193" y="3388"/>
                          </a:cubicBezTo>
                          <a:cubicBezTo>
                            <a:pt x="30575" y="-232"/>
                            <a:pt x="37338" y="-1184"/>
                            <a:pt x="42958" y="167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81" name="Forme libre : forme 15080">
                      <a:extLst>
                        <a:ext uri="{FF2B5EF4-FFF2-40B4-BE49-F238E27FC236}">
                          <a16:creationId xmlns:a16="http://schemas.microsoft.com/office/drawing/2014/main" id="{C568CA2B-04EF-4A93-8CD9-F74436326A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5091" y="2991868"/>
                      <a:ext cx="101805" cy="74648"/>
                    </a:xfrm>
                    <a:custGeom>
                      <a:avLst/>
                      <a:gdLst>
                        <a:gd name="connsiteX0" fmla="*/ 23401 w 101805"/>
                        <a:gd name="connsiteY0" fmla="*/ 61465 h 74648"/>
                        <a:gd name="connsiteX1" fmla="*/ 40546 w 101805"/>
                        <a:gd name="connsiteY1" fmla="*/ 73657 h 74648"/>
                        <a:gd name="connsiteX2" fmla="*/ 62263 w 101805"/>
                        <a:gd name="connsiteY2" fmla="*/ 71276 h 74648"/>
                        <a:gd name="connsiteX3" fmla="*/ 82646 w 101805"/>
                        <a:gd name="connsiteY3" fmla="*/ 56608 h 74648"/>
                        <a:gd name="connsiteX4" fmla="*/ 101696 w 101805"/>
                        <a:gd name="connsiteY4" fmla="*/ 20794 h 74648"/>
                        <a:gd name="connsiteX5" fmla="*/ 89790 w 101805"/>
                        <a:gd name="connsiteY5" fmla="*/ 29 h 74648"/>
                        <a:gd name="connsiteX6" fmla="*/ 74455 w 101805"/>
                        <a:gd name="connsiteY6" fmla="*/ 5935 h 74648"/>
                        <a:gd name="connsiteX7" fmla="*/ 37688 w 101805"/>
                        <a:gd name="connsiteY7" fmla="*/ 18032 h 74648"/>
                        <a:gd name="connsiteX8" fmla="*/ 445 w 101805"/>
                        <a:gd name="connsiteY8" fmla="*/ 29842 h 74648"/>
                        <a:gd name="connsiteX9" fmla="*/ 23401 w 101805"/>
                        <a:gd name="connsiteY9" fmla="*/ 61465 h 74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1805" h="74648">
                          <a:moveTo>
                            <a:pt x="23401" y="61465"/>
                          </a:moveTo>
                          <a:cubicBezTo>
                            <a:pt x="28449" y="66418"/>
                            <a:pt x="33593" y="71562"/>
                            <a:pt x="40546" y="73657"/>
                          </a:cubicBezTo>
                          <a:cubicBezTo>
                            <a:pt x="47118" y="75658"/>
                            <a:pt x="54738" y="74515"/>
                            <a:pt x="62263" y="71276"/>
                          </a:cubicBezTo>
                          <a:cubicBezTo>
                            <a:pt x="69311" y="67942"/>
                            <a:pt x="76931" y="62704"/>
                            <a:pt x="82646" y="56608"/>
                          </a:cubicBezTo>
                          <a:cubicBezTo>
                            <a:pt x="92552" y="46607"/>
                            <a:pt x="100268" y="33748"/>
                            <a:pt x="101696" y="20794"/>
                          </a:cubicBezTo>
                          <a:cubicBezTo>
                            <a:pt x="102553" y="11078"/>
                            <a:pt x="98362" y="601"/>
                            <a:pt x="89790" y="29"/>
                          </a:cubicBezTo>
                          <a:cubicBezTo>
                            <a:pt x="84456" y="-352"/>
                            <a:pt x="79312" y="3077"/>
                            <a:pt x="74455" y="5935"/>
                          </a:cubicBezTo>
                          <a:cubicBezTo>
                            <a:pt x="62644" y="12507"/>
                            <a:pt x="50357" y="16793"/>
                            <a:pt x="37688" y="18032"/>
                          </a:cubicBezTo>
                          <a:cubicBezTo>
                            <a:pt x="26925" y="19460"/>
                            <a:pt x="4160" y="17270"/>
                            <a:pt x="445" y="29842"/>
                          </a:cubicBezTo>
                          <a:cubicBezTo>
                            <a:pt x="-3174" y="41558"/>
                            <a:pt x="16257" y="54703"/>
                            <a:pt x="23401" y="6146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82" name="Forme libre : forme 15081">
                      <a:extLst>
                        <a:ext uri="{FF2B5EF4-FFF2-40B4-BE49-F238E27FC236}">
                          <a16:creationId xmlns:a16="http://schemas.microsoft.com/office/drawing/2014/main" id="{ABA0AC3F-2F19-471A-A329-8EBDA37480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6913" y="2999435"/>
                      <a:ext cx="16140" cy="31005"/>
                    </a:xfrm>
                    <a:custGeom>
                      <a:avLst/>
                      <a:gdLst>
                        <a:gd name="connsiteX0" fmla="*/ 2339 w 16140"/>
                        <a:gd name="connsiteY0" fmla="*/ 25705 h 31005"/>
                        <a:gd name="connsiteX1" fmla="*/ 5102 w 16140"/>
                        <a:gd name="connsiteY1" fmla="*/ 29896 h 31005"/>
                        <a:gd name="connsiteX2" fmla="*/ 9960 w 16140"/>
                        <a:gd name="connsiteY2" fmla="*/ 30562 h 31005"/>
                        <a:gd name="connsiteX3" fmla="*/ 12722 w 16140"/>
                        <a:gd name="connsiteY3" fmla="*/ 26562 h 31005"/>
                        <a:gd name="connsiteX4" fmla="*/ 15960 w 16140"/>
                        <a:gd name="connsiteY4" fmla="*/ 14465 h 31005"/>
                        <a:gd name="connsiteX5" fmla="*/ 15960 w 16140"/>
                        <a:gd name="connsiteY5" fmla="*/ 9322 h 31005"/>
                        <a:gd name="connsiteX6" fmla="*/ 2054 w 16140"/>
                        <a:gd name="connsiteY6" fmla="*/ 3797 h 31005"/>
                        <a:gd name="connsiteX7" fmla="*/ 2339 w 16140"/>
                        <a:gd name="connsiteY7" fmla="*/ 25705 h 31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140" h="31005">
                          <a:moveTo>
                            <a:pt x="2339" y="25705"/>
                          </a:moveTo>
                          <a:cubicBezTo>
                            <a:pt x="3006" y="27324"/>
                            <a:pt x="3768" y="28848"/>
                            <a:pt x="5102" y="29896"/>
                          </a:cubicBezTo>
                          <a:cubicBezTo>
                            <a:pt x="6435" y="30944"/>
                            <a:pt x="8435" y="31420"/>
                            <a:pt x="9960" y="30562"/>
                          </a:cubicBezTo>
                          <a:cubicBezTo>
                            <a:pt x="11388" y="29801"/>
                            <a:pt x="12150" y="28086"/>
                            <a:pt x="12722" y="26562"/>
                          </a:cubicBezTo>
                          <a:cubicBezTo>
                            <a:pt x="14245" y="22562"/>
                            <a:pt x="15388" y="18561"/>
                            <a:pt x="15960" y="14465"/>
                          </a:cubicBezTo>
                          <a:cubicBezTo>
                            <a:pt x="16150" y="12751"/>
                            <a:pt x="16246" y="10941"/>
                            <a:pt x="15960" y="9322"/>
                          </a:cubicBezTo>
                          <a:cubicBezTo>
                            <a:pt x="14531" y="2369"/>
                            <a:pt x="5863" y="-4489"/>
                            <a:pt x="2054" y="3797"/>
                          </a:cubicBezTo>
                          <a:cubicBezTo>
                            <a:pt x="-1090" y="10084"/>
                            <a:pt x="-328" y="19037"/>
                            <a:pt x="2339" y="2570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83" name="Forme libre : forme 15082">
                      <a:extLst>
                        <a:ext uri="{FF2B5EF4-FFF2-40B4-BE49-F238E27FC236}">
                          <a16:creationId xmlns:a16="http://schemas.microsoft.com/office/drawing/2014/main" id="{53D05F97-F7EE-43FC-BDC5-44EFE8F50A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0024" y="2948749"/>
                      <a:ext cx="24250" cy="60198"/>
                    </a:xfrm>
                    <a:custGeom>
                      <a:avLst/>
                      <a:gdLst>
                        <a:gd name="connsiteX0" fmla="*/ 0 w 24250"/>
                        <a:gd name="connsiteY0" fmla="*/ 0 h 60198"/>
                        <a:gd name="connsiteX1" fmla="*/ 15144 w 24250"/>
                        <a:gd name="connsiteY1" fmla="*/ 12097 h 60198"/>
                        <a:gd name="connsiteX2" fmla="*/ 23336 w 24250"/>
                        <a:gd name="connsiteY2" fmla="*/ 30480 h 60198"/>
                        <a:gd name="connsiteX3" fmla="*/ 21336 w 24250"/>
                        <a:gd name="connsiteY3" fmla="*/ 60198 h 60198"/>
                        <a:gd name="connsiteX4" fmla="*/ 21812 w 24250"/>
                        <a:gd name="connsiteY4" fmla="*/ 38291 h 60198"/>
                        <a:gd name="connsiteX5" fmla="*/ 0 w 24250"/>
                        <a:gd name="connsiteY5" fmla="*/ 0 h 60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250" h="60198">
                          <a:moveTo>
                            <a:pt x="0" y="0"/>
                          </a:moveTo>
                          <a:cubicBezTo>
                            <a:pt x="0" y="0"/>
                            <a:pt x="8191" y="3143"/>
                            <a:pt x="15144" y="12097"/>
                          </a:cubicBezTo>
                          <a:cubicBezTo>
                            <a:pt x="18573" y="16574"/>
                            <a:pt x="21907" y="22574"/>
                            <a:pt x="23336" y="30480"/>
                          </a:cubicBezTo>
                          <a:cubicBezTo>
                            <a:pt x="24669" y="38386"/>
                            <a:pt x="24955" y="48197"/>
                            <a:pt x="21336" y="60198"/>
                          </a:cubicBezTo>
                          <a:cubicBezTo>
                            <a:pt x="21336" y="60198"/>
                            <a:pt x="23717" y="50673"/>
                            <a:pt x="21812" y="38291"/>
                          </a:cubicBezTo>
                          <a:cubicBezTo>
                            <a:pt x="20193" y="25908"/>
                            <a:pt x="14288" y="10954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84" name="Forme libre : forme 15083">
                      <a:extLst>
                        <a:ext uri="{FF2B5EF4-FFF2-40B4-BE49-F238E27FC236}">
                          <a16:creationId xmlns:a16="http://schemas.microsoft.com/office/drawing/2014/main" id="{5E858B06-F39D-49D1-B045-7D7AC4981C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9986" y="2993993"/>
                      <a:ext cx="12121" cy="59436"/>
                    </a:xfrm>
                    <a:custGeom>
                      <a:avLst/>
                      <a:gdLst>
                        <a:gd name="connsiteX0" fmla="*/ 6787 w 12121"/>
                        <a:gd name="connsiteY0" fmla="*/ 0 h 59436"/>
                        <a:gd name="connsiteX1" fmla="*/ 4215 w 12121"/>
                        <a:gd name="connsiteY1" fmla="*/ 4953 h 59436"/>
                        <a:gd name="connsiteX2" fmla="*/ 501 w 12121"/>
                        <a:gd name="connsiteY2" fmla="*/ 17621 h 59436"/>
                        <a:gd name="connsiteX3" fmla="*/ 24 w 12121"/>
                        <a:gd name="connsiteY3" fmla="*/ 26289 h 59436"/>
                        <a:gd name="connsiteX4" fmla="*/ 1262 w 12121"/>
                        <a:gd name="connsiteY4" fmla="*/ 35909 h 59436"/>
                        <a:gd name="connsiteX5" fmla="*/ 12121 w 12121"/>
                        <a:gd name="connsiteY5" fmla="*/ 59436 h 59436"/>
                        <a:gd name="connsiteX6" fmla="*/ 9549 w 12121"/>
                        <a:gd name="connsiteY6" fmla="*/ 53912 h 59436"/>
                        <a:gd name="connsiteX7" fmla="*/ 4787 w 12121"/>
                        <a:gd name="connsiteY7" fmla="*/ 39719 h 59436"/>
                        <a:gd name="connsiteX8" fmla="*/ 2311 w 12121"/>
                        <a:gd name="connsiteY8" fmla="*/ 21050 h 59436"/>
                        <a:gd name="connsiteX9" fmla="*/ 3358 w 12121"/>
                        <a:gd name="connsiteY9" fmla="*/ 10954 h 59436"/>
                        <a:gd name="connsiteX10" fmla="*/ 6787 w 12121"/>
                        <a:gd name="connsiteY10" fmla="*/ 0 h 59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2121" h="59436">
                          <a:moveTo>
                            <a:pt x="6787" y="0"/>
                          </a:moveTo>
                          <a:cubicBezTo>
                            <a:pt x="6787" y="0"/>
                            <a:pt x="5549" y="1810"/>
                            <a:pt x="4215" y="4953"/>
                          </a:cubicBezTo>
                          <a:cubicBezTo>
                            <a:pt x="2882" y="8287"/>
                            <a:pt x="1358" y="12478"/>
                            <a:pt x="501" y="17621"/>
                          </a:cubicBezTo>
                          <a:cubicBezTo>
                            <a:pt x="119" y="20193"/>
                            <a:pt x="-71" y="23146"/>
                            <a:pt x="24" y="26289"/>
                          </a:cubicBezTo>
                          <a:cubicBezTo>
                            <a:pt x="119" y="29242"/>
                            <a:pt x="405" y="32385"/>
                            <a:pt x="1262" y="35909"/>
                          </a:cubicBezTo>
                          <a:cubicBezTo>
                            <a:pt x="2787" y="42863"/>
                            <a:pt x="6025" y="51054"/>
                            <a:pt x="12121" y="59436"/>
                          </a:cubicBezTo>
                          <a:cubicBezTo>
                            <a:pt x="12121" y="59436"/>
                            <a:pt x="10978" y="57436"/>
                            <a:pt x="9549" y="53912"/>
                          </a:cubicBezTo>
                          <a:cubicBezTo>
                            <a:pt x="8025" y="50387"/>
                            <a:pt x="6216" y="45434"/>
                            <a:pt x="4787" y="39719"/>
                          </a:cubicBezTo>
                          <a:cubicBezTo>
                            <a:pt x="3358" y="34004"/>
                            <a:pt x="2311" y="28004"/>
                            <a:pt x="2311" y="21050"/>
                          </a:cubicBezTo>
                          <a:cubicBezTo>
                            <a:pt x="2311" y="17717"/>
                            <a:pt x="2596" y="14288"/>
                            <a:pt x="3358" y="10954"/>
                          </a:cubicBezTo>
                          <a:cubicBezTo>
                            <a:pt x="4025" y="7334"/>
                            <a:pt x="5073" y="3620"/>
                            <a:pt x="678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85" name="Forme libre : forme 15084">
                      <a:extLst>
                        <a:ext uri="{FF2B5EF4-FFF2-40B4-BE49-F238E27FC236}">
                          <a16:creationId xmlns:a16="http://schemas.microsoft.com/office/drawing/2014/main" id="{9C131157-B9C7-4578-A31D-76351A2EDD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7831" y="2977846"/>
                      <a:ext cx="21457" cy="20899"/>
                    </a:xfrm>
                    <a:custGeom>
                      <a:avLst/>
                      <a:gdLst>
                        <a:gd name="connsiteX0" fmla="*/ 20284 w 21457"/>
                        <a:gd name="connsiteY0" fmla="*/ 1573 h 20899"/>
                        <a:gd name="connsiteX1" fmla="*/ 15521 w 21457"/>
                        <a:gd name="connsiteY1" fmla="*/ 16242 h 20899"/>
                        <a:gd name="connsiteX2" fmla="*/ 1044 w 21457"/>
                        <a:gd name="connsiteY2" fmla="*/ 19099 h 20899"/>
                        <a:gd name="connsiteX3" fmla="*/ 5996 w 21457"/>
                        <a:gd name="connsiteY3" fmla="*/ 4907 h 20899"/>
                        <a:gd name="connsiteX4" fmla="*/ 20284 w 21457"/>
                        <a:gd name="connsiteY4" fmla="*/ 1573 h 20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457" h="20899">
                          <a:moveTo>
                            <a:pt x="20284" y="1573"/>
                          </a:moveTo>
                          <a:cubicBezTo>
                            <a:pt x="22951" y="4621"/>
                            <a:pt x="20951" y="11384"/>
                            <a:pt x="15521" y="16242"/>
                          </a:cubicBezTo>
                          <a:cubicBezTo>
                            <a:pt x="9997" y="21100"/>
                            <a:pt x="3615" y="22338"/>
                            <a:pt x="1044" y="19099"/>
                          </a:cubicBezTo>
                          <a:cubicBezTo>
                            <a:pt x="-1528" y="15861"/>
                            <a:pt x="853" y="9669"/>
                            <a:pt x="5996" y="4907"/>
                          </a:cubicBezTo>
                          <a:cubicBezTo>
                            <a:pt x="11235" y="49"/>
                            <a:pt x="17617" y="-1475"/>
                            <a:pt x="20284" y="157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86" name="Forme libre : forme 15085">
                      <a:extLst>
                        <a:ext uri="{FF2B5EF4-FFF2-40B4-BE49-F238E27FC236}">
                          <a16:creationId xmlns:a16="http://schemas.microsoft.com/office/drawing/2014/main" id="{A77C3DAD-EB7F-4F5B-87F2-ACD7028193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83151" y="2974951"/>
                      <a:ext cx="6689" cy="6937"/>
                    </a:xfrm>
                    <a:custGeom>
                      <a:avLst/>
                      <a:gdLst>
                        <a:gd name="connsiteX0" fmla="*/ 5059 w 6689"/>
                        <a:gd name="connsiteY0" fmla="*/ 373 h 6937"/>
                        <a:gd name="connsiteX1" fmla="*/ 6202 w 6689"/>
                        <a:gd name="connsiteY1" fmla="*/ 5040 h 6937"/>
                        <a:gd name="connsiteX2" fmla="*/ 1630 w 6689"/>
                        <a:gd name="connsiteY2" fmla="*/ 6564 h 6937"/>
                        <a:gd name="connsiteX3" fmla="*/ 488 w 6689"/>
                        <a:gd name="connsiteY3" fmla="*/ 1897 h 6937"/>
                        <a:gd name="connsiteX4" fmla="*/ 5059 w 6689"/>
                        <a:gd name="connsiteY4" fmla="*/ 373 h 6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89" h="6937">
                          <a:moveTo>
                            <a:pt x="5059" y="373"/>
                          </a:moveTo>
                          <a:cubicBezTo>
                            <a:pt x="6678" y="1230"/>
                            <a:pt x="7155" y="3326"/>
                            <a:pt x="6202" y="5040"/>
                          </a:cubicBezTo>
                          <a:cubicBezTo>
                            <a:pt x="5250" y="6755"/>
                            <a:pt x="3250" y="7421"/>
                            <a:pt x="1630" y="6564"/>
                          </a:cubicBezTo>
                          <a:cubicBezTo>
                            <a:pt x="11" y="5707"/>
                            <a:pt x="-465" y="3611"/>
                            <a:pt x="488" y="1897"/>
                          </a:cubicBezTo>
                          <a:cubicBezTo>
                            <a:pt x="1440" y="183"/>
                            <a:pt x="3536" y="-484"/>
                            <a:pt x="5059" y="3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87" name="Forme libre : forme 15086">
                      <a:extLst>
                        <a:ext uri="{FF2B5EF4-FFF2-40B4-BE49-F238E27FC236}">
                          <a16:creationId xmlns:a16="http://schemas.microsoft.com/office/drawing/2014/main" id="{A1C8D5BD-0A68-40BE-81A1-038199F033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8630" y="2941605"/>
                      <a:ext cx="72434" cy="39828"/>
                    </a:xfrm>
                    <a:custGeom>
                      <a:avLst/>
                      <a:gdLst>
                        <a:gd name="connsiteX0" fmla="*/ 38532 w 72434"/>
                        <a:gd name="connsiteY0" fmla="*/ 0 h 39828"/>
                        <a:gd name="connsiteX1" fmla="*/ 66440 w 72434"/>
                        <a:gd name="connsiteY1" fmla="*/ 7620 h 39828"/>
                        <a:gd name="connsiteX2" fmla="*/ 72250 w 72434"/>
                        <a:gd name="connsiteY2" fmla="*/ 16002 h 39828"/>
                        <a:gd name="connsiteX3" fmla="*/ 63772 w 72434"/>
                        <a:gd name="connsiteY3" fmla="*/ 20574 h 39828"/>
                        <a:gd name="connsiteX4" fmla="*/ 33388 w 72434"/>
                        <a:gd name="connsiteY4" fmla="*/ 22479 h 39828"/>
                        <a:gd name="connsiteX5" fmla="*/ 16910 w 72434"/>
                        <a:gd name="connsiteY5" fmla="*/ 34862 h 39828"/>
                        <a:gd name="connsiteX6" fmla="*/ 1003 w 72434"/>
                        <a:gd name="connsiteY6" fmla="*/ 37338 h 39828"/>
                        <a:gd name="connsiteX7" fmla="*/ 4908 w 72434"/>
                        <a:gd name="connsiteY7" fmla="*/ 20003 h 39828"/>
                        <a:gd name="connsiteX8" fmla="*/ 17481 w 72434"/>
                        <a:gd name="connsiteY8" fmla="*/ 6001 h 39828"/>
                        <a:gd name="connsiteX9" fmla="*/ 38532 w 72434"/>
                        <a:gd name="connsiteY9" fmla="*/ 0 h 3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2434" h="39828">
                          <a:moveTo>
                            <a:pt x="38532" y="0"/>
                          </a:moveTo>
                          <a:cubicBezTo>
                            <a:pt x="48247" y="0"/>
                            <a:pt x="57676" y="3239"/>
                            <a:pt x="66440" y="7620"/>
                          </a:cubicBezTo>
                          <a:cubicBezTo>
                            <a:pt x="69678" y="9239"/>
                            <a:pt x="73297" y="12192"/>
                            <a:pt x="72250" y="16002"/>
                          </a:cubicBezTo>
                          <a:cubicBezTo>
                            <a:pt x="71202" y="19431"/>
                            <a:pt x="67011" y="20479"/>
                            <a:pt x="63772" y="20574"/>
                          </a:cubicBezTo>
                          <a:cubicBezTo>
                            <a:pt x="53486" y="20765"/>
                            <a:pt x="42817" y="18288"/>
                            <a:pt x="33388" y="22479"/>
                          </a:cubicBezTo>
                          <a:cubicBezTo>
                            <a:pt x="30340" y="23717"/>
                            <a:pt x="23577" y="30194"/>
                            <a:pt x="16910" y="34862"/>
                          </a:cubicBezTo>
                          <a:cubicBezTo>
                            <a:pt x="10051" y="39338"/>
                            <a:pt x="3480" y="42101"/>
                            <a:pt x="1003" y="37338"/>
                          </a:cubicBezTo>
                          <a:cubicBezTo>
                            <a:pt x="-1569" y="32480"/>
                            <a:pt x="1193" y="26289"/>
                            <a:pt x="4908" y="20003"/>
                          </a:cubicBezTo>
                          <a:cubicBezTo>
                            <a:pt x="8814" y="13907"/>
                            <a:pt x="14242" y="8382"/>
                            <a:pt x="17481" y="6001"/>
                          </a:cubicBezTo>
                          <a:cubicBezTo>
                            <a:pt x="23577" y="1810"/>
                            <a:pt x="31197" y="0"/>
                            <a:pt x="38532" y="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43" name="Graphique 1">
                    <a:extLst>
                      <a:ext uri="{FF2B5EF4-FFF2-40B4-BE49-F238E27FC236}">
                        <a16:creationId xmlns:a16="http://schemas.microsoft.com/office/drawing/2014/main" id="{0F02543B-9736-4A98-BFD7-48BFCC1A7455}"/>
                      </a:ext>
                    </a:extLst>
                  </p:cNvPr>
                  <p:cNvGrpSpPr/>
                  <p:nvPr/>
                </p:nvGrpSpPr>
                <p:grpSpPr>
                  <a:xfrm>
                    <a:off x="6969531" y="2791214"/>
                    <a:ext cx="138305" cy="158529"/>
                    <a:chOff x="6969531" y="2791214"/>
                    <a:chExt cx="138305" cy="158529"/>
                  </a:xfrm>
                  <a:solidFill>
                    <a:schemeClr val="accent1"/>
                  </a:solidFill>
                </p:grpSpPr>
                <p:sp>
                  <p:nvSpPr>
                    <p:cNvPr id="15064" name="Forme libre : forme 15063">
                      <a:extLst>
                        <a:ext uri="{FF2B5EF4-FFF2-40B4-BE49-F238E27FC236}">
                          <a16:creationId xmlns:a16="http://schemas.microsoft.com/office/drawing/2014/main" id="{9CD48756-EFC5-4E97-B6DB-51D5FD1EE3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9531" y="2791214"/>
                      <a:ext cx="138113" cy="158529"/>
                    </a:xfrm>
                    <a:custGeom>
                      <a:avLst/>
                      <a:gdLst>
                        <a:gd name="connsiteX0" fmla="*/ 135551 w 138113"/>
                        <a:gd name="connsiteY0" fmla="*/ 69620 h 158529"/>
                        <a:gd name="connsiteX1" fmla="*/ 126216 w 138113"/>
                        <a:gd name="connsiteY1" fmla="*/ 97718 h 158529"/>
                        <a:gd name="connsiteX2" fmla="*/ 116120 w 138113"/>
                        <a:gd name="connsiteY2" fmla="*/ 125627 h 158529"/>
                        <a:gd name="connsiteX3" fmla="*/ 90783 w 138113"/>
                        <a:gd name="connsiteY3" fmla="*/ 154106 h 158529"/>
                        <a:gd name="connsiteX4" fmla="*/ 56684 w 138113"/>
                        <a:gd name="connsiteY4" fmla="*/ 155249 h 158529"/>
                        <a:gd name="connsiteX5" fmla="*/ 26394 w 138113"/>
                        <a:gd name="connsiteY5" fmla="*/ 141819 h 158529"/>
                        <a:gd name="connsiteX6" fmla="*/ 3344 w 138113"/>
                        <a:gd name="connsiteY6" fmla="*/ 117245 h 158529"/>
                        <a:gd name="connsiteX7" fmla="*/ 2962 w 138113"/>
                        <a:gd name="connsiteY7" fmla="*/ 83240 h 158529"/>
                        <a:gd name="connsiteX8" fmla="*/ 11726 w 138113"/>
                        <a:gd name="connsiteY8" fmla="*/ 58475 h 158529"/>
                        <a:gd name="connsiteX9" fmla="*/ 19822 w 138113"/>
                        <a:gd name="connsiteY9" fmla="*/ 33329 h 158529"/>
                        <a:gd name="connsiteX10" fmla="*/ 74781 w 138113"/>
                        <a:gd name="connsiteY10" fmla="*/ 1421 h 158529"/>
                        <a:gd name="connsiteX11" fmla="*/ 107071 w 138113"/>
                        <a:gd name="connsiteY11" fmla="*/ 10183 h 158529"/>
                        <a:gd name="connsiteX12" fmla="*/ 135551 w 138113"/>
                        <a:gd name="connsiteY12" fmla="*/ 69620 h 158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8113" h="158529">
                          <a:moveTo>
                            <a:pt x="135551" y="69620"/>
                          </a:moveTo>
                          <a:cubicBezTo>
                            <a:pt x="132598" y="78954"/>
                            <a:pt x="129455" y="88384"/>
                            <a:pt x="126216" y="97718"/>
                          </a:cubicBezTo>
                          <a:cubicBezTo>
                            <a:pt x="123073" y="107053"/>
                            <a:pt x="119454" y="116387"/>
                            <a:pt x="116120" y="125627"/>
                          </a:cubicBezTo>
                          <a:cubicBezTo>
                            <a:pt x="111072" y="138676"/>
                            <a:pt x="101832" y="148772"/>
                            <a:pt x="90783" y="154106"/>
                          </a:cubicBezTo>
                          <a:cubicBezTo>
                            <a:pt x="79925" y="159440"/>
                            <a:pt x="67733" y="160107"/>
                            <a:pt x="56684" y="155249"/>
                          </a:cubicBezTo>
                          <a:lnTo>
                            <a:pt x="26394" y="141819"/>
                          </a:lnTo>
                          <a:cubicBezTo>
                            <a:pt x="15441" y="136961"/>
                            <a:pt x="7630" y="127817"/>
                            <a:pt x="3344" y="117245"/>
                          </a:cubicBezTo>
                          <a:cubicBezTo>
                            <a:pt x="-752" y="106767"/>
                            <a:pt x="-1323" y="94670"/>
                            <a:pt x="2962" y="83240"/>
                          </a:cubicBezTo>
                          <a:cubicBezTo>
                            <a:pt x="5820" y="74954"/>
                            <a:pt x="8963" y="66857"/>
                            <a:pt x="11726" y="58475"/>
                          </a:cubicBezTo>
                          <a:cubicBezTo>
                            <a:pt x="14488" y="50188"/>
                            <a:pt x="17345" y="41806"/>
                            <a:pt x="19822" y="33329"/>
                          </a:cubicBezTo>
                          <a:cubicBezTo>
                            <a:pt x="27156" y="9898"/>
                            <a:pt x="51350" y="-4771"/>
                            <a:pt x="74781" y="1421"/>
                          </a:cubicBezTo>
                          <a:lnTo>
                            <a:pt x="107071" y="10183"/>
                          </a:lnTo>
                          <a:cubicBezTo>
                            <a:pt x="130693" y="16279"/>
                            <a:pt x="144028" y="43140"/>
                            <a:pt x="135551" y="6962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65" name="Forme libre : forme 15064">
                      <a:extLst>
                        <a:ext uri="{FF2B5EF4-FFF2-40B4-BE49-F238E27FC236}">
                          <a16:creationId xmlns:a16="http://schemas.microsoft.com/office/drawing/2014/main" id="{3380E4C2-D9DE-4B84-B0DA-98E5E801DE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3261" y="2801016"/>
                      <a:ext cx="94575" cy="148631"/>
                    </a:xfrm>
                    <a:custGeom>
                      <a:avLst/>
                      <a:gdLst>
                        <a:gd name="connsiteX0" fmla="*/ 38767 w 94575"/>
                        <a:gd name="connsiteY0" fmla="*/ 92297 h 148631"/>
                        <a:gd name="connsiteX1" fmla="*/ 0 w 94575"/>
                        <a:gd name="connsiteY1" fmla="*/ 139541 h 148631"/>
                        <a:gd name="connsiteX2" fmla="*/ 13145 w 94575"/>
                        <a:gd name="connsiteY2" fmla="*/ 145351 h 148631"/>
                        <a:gd name="connsiteX3" fmla="*/ 47244 w 94575"/>
                        <a:gd name="connsiteY3" fmla="*/ 144208 h 148631"/>
                        <a:gd name="connsiteX4" fmla="*/ 72580 w 94575"/>
                        <a:gd name="connsiteY4" fmla="*/ 115729 h 148631"/>
                        <a:gd name="connsiteX5" fmla="*/ 82677 w 94575"/>
                        <a:gd name="connsiteY5" fmla="*/ 87821 h 148631"/>
                        <a:gd name="connsiteX6" fmla="*/ 92011 w 94575"/>
                        <a:gd name="connsiteY6" fmla="*/ 59722 h 148631"/>
                        <a:gd name="connsiteX7" fmla="*/ 63722 w 94575"/>
                        <a:gd name="connsiteY7" fmla="*/ 286 h 148631"/>
                        <a:gd name="connsiteX8" fmla="*/ 62675 w 94575"/>
                        <a:gd name="connsiteY8" fmla="*/ 0 h 148631"/>
                        <a:gd name="connsiteX9" fmla="*/ 49816 w 94575"/>
                        <a:gd name="connsiteY9" fmla="*/ 45911 h 148631"/>
                        <a:gd name="connsiteX10" fmla="*/ 38767 w 94575"/>
                        <a:gd name="connsiteY10" fmla="*/ 92297 h 148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4575" h="148631">
                          <a:moveTo>
                            <a:pt x="38767" y="92297"/>
                          </a:moveTo>
                          <a:cubicBezTo>
                            <a:pt x="36100" y="115538"/>
                            <a:pt x="20384" y="135064"/>
                            <a:pt x="0" y="139541"/>
                          </a:cubicBezTo>
                          <a:lnTo>
                            <a:pt x="13145" y="145351"/>
                          </a:lnTo>
                          <a:cubicBezTo>
                            <a:pt x="24099" y="150209"/>
                            <a:pt x="36386" y="149542"/>
                            <a:pt x="47244" y="144208"/>
                          </a:cubicBezTo>
                          <a:cubicBezTo>
                            <a:pt x="58198" y="138874"/>
                            <a:pt x="67437" y="128778"/>
                            <a:pt x="72580" y="115729"/>
                          </a:cubicBezTo>
                          <a:cubicBezTo>
                            <a:pt x="75914" y="106394"/>
                            <a:pt x="79534" y="97155"/>
                            <a:pt x="82677" y="87821"/>
                          </a:cubicBezTo>
                          <a:cubicBezTo>
                            <a:pt x="85916" y="78486"/>
                            <a:pt x="89059" y="69151"/>
                            <a:pt x="92011" y="59722"/>
                          </a:cubicBezTo>
                          <a:cubicBezTo>
                            <a:pt x="100489" y="33242"/>
                            <a:pt x="87154" y="6382"/>
                            <a:pt x="63722" y="286"/>
                          </a:cubicBezTo>
                          <a:lnTo>
                            <a:pt x="62675" y="0"/>
                          </a:lnTo>
                          <a:cubicBezTo>
                            <a:pt x="59627" y="15907"/>
                            <a:pt x="54578" y="30861"/>
                            <a:pt x="49816" y="45911"/>
                          </a:cubicBezTo>
                          <a:cubicBezTo>
                            <a:pt x="44958" y="60960"/>
                            <a:pt x="40672" y="76009"/>
                            <a:pt x="38767" y="9229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66" name="Forme libre : forme 15065">
                      <a:extLst>
                        <a:ext uri="{FF2B5EF4-FFF2-40B4-BE49-F238E27FC236}">
                          <a16:creationId xmlns:a16="http://schemas.microsoft.com/office/drawing/2014/main" id="{3DD04511-A73F-45FA-89D6-ADCBF100B8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0118" y="2827121"/>
                      <a:ext cx="48599" cy="67079"/>
                    </a:xfrm>
                    <a:custGeom>
                      <a:avLst/>
                      <a:gdLst>
                        <a:gd name="connsiteX0" fmla="*/ 34672 w 48599"/>
                        <a:gd name="connsiteY0" fmla="*/ 661 h 67079"/>
                        <a:gd name="connsiteX1" fmla="*/ 46006 w 48599"/>
                        <a:gd name="connsiteY1" fmla="*/ 40761 h 67079"/>
                        <a:gd name="connsiteX2" fmla="*/ 12860 w 48599"/>
                        <a:gd name="connsiteY2" fmla="*/ 66098 h 67079"/>
                        <a:gd name="connsiteX3" fmla="*/ 2573 w 48599"/>
                        <a:gd name="connsiteY3" fmla="*/ 26378 h 67079"/>
                        <a:gd name="connsiteX4" fmla="*/ 34672 w 48599"/>
                        <a:gd name="connsiteY4" fmla="*/ 661 h 67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599" h="67079">
                          <a:moveTo>
                            <a:pt x="34672" y="661"/>
                          </a:moveTo>
                          <a:cubicBezTo>
                            <a:pt x="46864" y="4185"/>
                            <a:pt x="52198" y="22283"/>
                            <a:pt x="46006" y="40761"/>
                          </a:cubicBezTo>
                          <a:cubicBezTo>
                            <a:pt x="39910" y="59335"/>
                            <a:pt x="24575" y="70574"/>
                            <a:pt x="12860" y="66098"/>
                          </a:cubicBezTo>
                          <a:cubicBezTo>
                            <a:pt x="1049" y="61621"/>
                            <a:pt x="-3238" y="44000"/>
                            <a:pt x="2573" y="26378"/>
                          </a:cubicBezTo>
                          <a:cubicBezTo>
                            <a:pt x="8478" y="8662"/>
                            <a:pt x="22575" y="-2959"/>
                            <a:pt x="34672" y="661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67" name="Forme libre : forme 15066">
                      <a:extLst>
                        <a:ext uri="{FF2B5EF4-FFF2-40B4-BE49-F238E27FC236}">
                          <a16:creationId xmlns:a16="http://schemas.microsoft.com/office/drawing/2014/main" id="{3EDDC05C-CF05-4D74-9C11-17CABDF41C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0405" y="2852070"/>
                      <a:ext cx="48387" cy="42130"/>
                    </a:xfrm>
                    <a:custGeom>
                      <a:avLst/>
                      <a:gdLst>
                        <a:gd name="connsiteX0" fmla="*/ 0 w 48387"/>
                        <a:gd name="connsiteY0" fmla="*/ 20574 h 42130"/>
                        <a:gd name="connsiteX1" fmla="*/ 12668 w 48387"/>
                        <a:gd name="connsiteY1" fmla="*/ 41148 h 42130"/>
                        <a:gd name="connsiteX2" fmla="*/ 45815 w 48387"/>
                        <a:gd name="connsiteY2" fmla="*/ 15812 h 42130"/>
                        <a:gd name="connsiteX3" fmla="*/ 48387 w 48387"/>
                        <a:gd name="connsiteY3" fmla="*/ 0 h 42130"/>
                        <a:gd name="connsiteX4" fmla="*/ 44196 w 48387"/>
                        <a:gd name="connsiteY4" fmla="*/ 7811 h 42130"/>
                        <a:gd name="connsiteX5" fmla="*/ 0 w 48387"/>
                        <a:gd name="connsiteY5" fmla="*/ 20574 h 42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387" h="42130">
                          <a:moveTo>
                            <a:pt x="0" y="20574"/>
                          </a:moveTo>
                          <a:cubicBezTo>
                            <a:pt x="858" y="30385"/>
                            <a:pt x="5334" y="38386"/>
                            <a:pt x="12668" y="41148"/>
                          </a:cubicBezTo>
                          <a:cubicBezTo>
                            <a:pt x="24384" y="45625"/>
                            <a:pt x="39719" y="34385"/>
                            <a:pt x="45815" y="15812"/>
                          </a:cubicBezTo>
                          <a:cubicBezTo>
                            <a:pt x="47720" y="10382"/>
                            <a:pt x="48387" y="5048"/>
                            <a:pt x="48387" y="0"/>
                          </a:cubicBezTo>
                          <a:cubicBezTo>
                            <a:pt x="47434" y="2762"/>
                            <a:pt x="46101" y="5429"/>
                            <a:pt x="44196" y="7811"/>
                          </a:cubicBezTo>
                          <a:cubicBezTo>
                            <a:pt x="32575" y="20384"/>
                            <a:pt x="14097" y="26861"/>
                            <a:pt x="0" y="20574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68" name="Forme libre : forme 15067">
                      <a:extLst>
                        <a:ext uri="{FF2B5EF4-FFF2-40B4-BE49-F238E27FC236}">
                          <a16:creationId xmlns:a16="http://schemas.microsoft.com/office/drawing/2014/main" id="{1757AB07-D507-4E35-87AC-2991AC1974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6044" y="2825181"/>
                      <a:ext cx="48656" cy="67357"/>
                    </a:xfrm>
                    <a:custGeom>
                      <a:avLst/>
                      <a:gdLst>
                        <a:gd name="connsiteX0" fmla="*/ 34651 w 48656"/>
                        <a:gd name="connsiteY0" fmla="*/ 600 h 67357"/>
                        <a:gd name="connsiteX1" fmla="*/ 46081 w 48656"/>
                        <a:gd name="connsiteY1" fmla="*/ 40795 h 67357"/>
                        <a:gd name="connsiteX2" fmla="*/ 12935 w 48656"/>
                        <a:gd name="connsiteY2" fmla="*/ 66417 h 67357"/>
                        <a:gd name="connsiteX3" fmla="*/ 2552 w 48656"/>
                        <a:gd name="connsiteY3" fmla="*/ 26508 h 67357"/>
                        <a:gd name="connsiteX4" fmla="*/ 34651 w 48656"/>
                        <a:gd name="connsiteY4" fmla="*/ 600 h 67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656" h="67357">
                          <a:moveTo>
                            <a:pt x="34651" y="600"/>
                          </a:moveTo>
                          <a:cubicBezTo>
                            <a:pt x="46844" y="4124"/>
                            <a:pt x="52273" y="22222"/>
                            <a:pt x="46081" y="40795"/>
                          </a:cubicBezTo>
                          <a:cubicBezTo>
                            <a:pt x="39891" y="59464"/>
                            <a:pt x="24746" y="70799"/>
                            <a:pt x="12935" y="66417"/>
                          </a:cubicBezTo>
                          <a:cubicBezTo>
                            <a:pt x="1124" y="62036"/>
                            <a:pt x="-3258" y="44224"/>
                            <a:pt x="2552" y="26508"/>
                          </a:cubicBezTo>
                          <a:cubicBezTo>
                            <a:pt x="8362" y="8791"/>
                            <a:pt x="22460" y="-2829"/>
                            <a:pt x="34651" y="60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69" name="Forme libre : forme 15068">
                      <a:extLst>
                        <a:ext uri="{FF2B5EF4-FFF2-40B4-BE49-F238E27FC236}">
                          <a16:creationId xmlns:a16="http://schemas.microsoft.com/office/drawing/2014/main" id="{721CB408-632F-44BD-B640-88FBC57B7B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2973" y="2847431"/>
                      <a:ext cx="96791" cy="79984"/>
                    </a:xfrm>
                    <a:custGeom>
                      <a:avLst/>
                      <a:gdLst>
                        <a:gd name="connsiteX0" fmla="*/ 32290 w 96791"/>
                        <a:gd name="connsiteY0" fmla="*/ 74172 h 79984"/>
                        <a:gd name="connsiteX1" fmla="*/ 52768 w 96791"/>
                        <a:gd name="connsiteY1" fmla="*/ 79982 h 79984"/>
                        <a:gd name="connsiteX2" fmla="*/ 86963 w 96791"/>
                        <a:gd name="connsiteY2" fmla="*/ 54360 h 79984"/>
                        <a:gd name="connsiteX3" fmla="*/ 96488 w 96791"/>
                        <a:gd name="connsiteY3" fmla="*/ 17689 h 79984"/>
                        <a:gd name="connsiteX4" fmla="*/ 80486 w 96791"/>
                        <a:gd name="connsiteY4" fmla="*/ 68 h 79984"/>
                        <a:gd name="connsiteX5" fmla="*/ 66580 w 96791"/>
                        <a:gd name="connsiteY5" fmla="*/ 8545 h 79984"/>
                        <a:gd name="connsiteX6" fmla="*/ 33338 w 96791"/>
                        <a:gd name="connsiteY6" fmla="*/ 28357 h 79984"/>
                        <a:gd name="connsiteX7" fmla="*/ 0 w 96791"/>
                        <a:gd name="connsiteY7" fmla="*/ 51693 h 79984"/>
                        <a:gd name="connsiteX8" fmla="*/ 32290 w 96791"/>
                        <a:gd name="connsiteY8" fmla="*/ 74172 h 79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6791" h="79984">
                          <a:moveTo>
                            <a:pt x="32290" y="74172"/>
                          </a:moveTo>
                          <a:cubicBezTo>
                            <a:pt x="38767" y="77125"/>
                            <a:pt x="45530" y="80078"/>
                            <a:pt x="52768" y="79982"/>
                          </a:cubicBezTo>
                          <a:cubicBezTo>
                            <a:pt x="66484" y="79697"/>
                            <a:pt x="79248" y="67790"/>
                            <a:pt x="86963" y="54360"/>
                          </a:cubicBezTo>
                          <a:cubicBezTo>
                            <a:pt x="93631" y="43311"/>
                            <a:pt x="98012" y="30072"/>
                            <a:pt x="96488" y="17689"/>
                          </a:cubicBezTo>
                          <a:cubicBezTo>
                            <a:pt x="95250" y="8355"/>
                            <a:pt x="89059" y="-885"/>
                            <a:pt x="80486" y="68"/>
                          </a:cubicBezTo>
                          <a:cubicBezTo>
                            <a:pt x="75152" y="639"/>
                            <a:pt x="70771" y="4830"/>
                            <a:pt x="66580" y="8545"/>
                          </a:cubicBezTo>
                          <a:cubicBezTo>
                            <a:pt x="56483" y="17213"/>
                            <a:pt x="45244" y="23975"/>
                            <a:pt x="33338" y="28357"/>
                          </a:cubicBezTo>
                          <a:cubicBezTo>
                            <a:pt x="23146" y="32262"/>
                            <a:pt x="95" y="36930"/>
                            <a:pt x="0" y="51693"/>
                          </a:cubicBezTo>
                          <a:cubicBezTo>
                            <a:pt x="0" y="65123"/>
                            <a:pt x="23146" y="70172"/>
                            <a:pt x="32290" y="7417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70" name="Forme libre : forme 15069">
                      <a:extLst>
                        <a:ext uri="{FF2B5EF4-FFF2-40B4-BE49-F238E27FC236}">
                          <a16:creationId xmlns:a16="http://schemas.microsoft.com/office/drawing/2014/main" id="{92DCD33C-3CBE-41B7-843F-42407FD887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0782" y="2870211"/>
                      <a:ext cx="17136" cy="30881"/>
                    </a:xfrm>
                    <a:custGeom>
                      <a:avLst/>
                      <a:gdLst>
                        <a:gd name="connsiteX0" fmla="*/ 6478 w 17136"/>
                        <a:gd name="connsiteY0" fmla="*/ 27294 h 30881"/>
                        <a:gd name="connsiteX1" fmla="*/ 10384 w 17136"/>
                        <a:gd name="connsiteY1" fmla="*/ 30532 h 30881"/>
                        <a:gd name="connsiteX2" fmla="*/ 15241 w 17136"/>
                        <a:gd name="connsiteY2" fmla="*/ 29675 h 30881"/>
                        <a:gd name="connsiteX3" fmla="*/ 16861 w 17136"/>
                        <a:gd name="connsiteY3" fmla="*/ 25007 h 30881"/>
                        <a:gd name="connsiteX4" fmla="*/ 16670 w 17136"/>
                        <a:gd name="connsiteY4" fmla="*/ 12148 h 30881"/>
                        <a:gd name="connsiteX5" fmla="*/ 15432 w 17136"/>
                        <a:gd name="connsiteY5" fmla="*/ 7100 h 30881"/>
                        <a:gd name="connsiteX6" fmla="*/ 382 w 17136"/>
                        <a:gd name="connsiteY6" fmla="*/ 5481 h 30881"/>
                        <a:gd name="connsiteX7" fmla="*/ 6478 w 17136"/>
                        <a:gd name="connsiteY7" fmla="*/ 27294 h 30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136" h="30881">
                          <a:moveTo>
                            <a:pt x="6478" y="27294"/>
                          </a:moveTo>
                          <a:cubicBezTo>
                            <a:pt x="7526" y="28627"/>
                            <a:pt x="8859" y="29960"/>
                            <a:pt x="10384" y="30532"/>
                          </a:cubicBezTo>
                          <a:cubicBezTo>
                            <a:pt x="12003" y="31198"/>
                            <a:pt x="14003" y="30913"/>
                            <a:pt x="15241" y="29675"/>
                          </a:cubicBezTo>
                          <a:cubicBezTo>
                            <a:pt x="16384" y="28436"/>
                            <a:pt x="16670" y="26627"/>
                            <a:pt x="16861" y="25007"/>
                          </a:cubicBezTo>
                          <a:cubicBezTo>
                            <a:pt x="17337" y="20721"/>
                            <a:pt x="17146" y="16340"/>
                            <a:pt x="16670" y="12148"/>
                          </a:cubicBezTo>
                          <a:cubicBezTo>
                            <a:pt x="16479" y="10434"/>
                            <a:pt x="16194" y="8624"/>
                            <a:pt x="15432" y="7100"/>
                          </a:cubicBezTo>
                          <a:cubicBezTo>
                            <a:pt x="12384" y="528"/>
                            <a:pt x="2287" y="-4139"/>
                            <a:pt x="382" y="5481"/>
                          </a:cubicBezTo>
                          <a:cubicBezTo>
                            <a:pt x="-1142" y="12815"/>
                            <a:pt x="2096" y="21769"/>
                            <a:pt x="6478" y="2729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71" name="Forme libre : forme 15070">
                      <a:extLst>
                        <a:ext uri="{FF2B5EF4-FFF2-40B4-BE49-F238E27FC236}">
                          <a16:creationId xmlns:a16="http://schemas.microsoft.com/office/drawing/2014/main" id="{7DBD1758-A4E5-4545-81A0-EF39930C3C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0792" y="2804541"/>
                      <a:ext cx="32378" cy="54483"/>
                    </a:xfrm>
                    <a:custGeom>
                      <a:avLst/>
                      <a:gdLst>
                        <a:gd name="connsiteX0" fmla="*/ 0 w 32378"/>
                        <a:gd name="connsiteY0" fmla="*/ 0 h 54483"/>
                        <a:gd name="connsiteX1" fmla="*/ 17050 w 32378"/>
                        <a:gd name="connsiteY1" fmla="*/ 9525 h 54483"/>
                        <a:gd name="connsiteX2" fmla="*/ 32195 w 32378"/>
                        <a:gd name="connsiteY2" fmla="*/ 54483 h 54483"/>
                        <a:gd name="connsiteX3" fmla="*/ 28290 w 32378"/>
                        <a:gd name="connsiteY3" fmla="*/ 33719 h 54483"/>
                        <a:gd name="connsiteX4" fmla="*/ 0 w 32378"/>
                        <a:gd name="connsiteY4" fmla="*/ 0 h 54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378" h="54483">
                          <a:moveTo>
                            <a:pt x="0" y="0"/>
                          </a:moveTo>
                          <a:cubicBezTo>
                            <a:pt x="0" y="0"/>
                            <a:pt x="8573" y="1810"/>
                            <a:pt x="17050" y="9525"/>
                          </a:cubicBezTo>
                          <a:cubicBezTo>
                            <a:pt x="25527" y="17240"/>
                            <a:pt x="33719" y="30766"/>
                            <a:pt x="32195" y="54483"/>
                          </a:cubicBezTo>
                          <a:cubicBezTo>
                            <a:pt x="32195" y="54483"/>
                            <a:pt x="32385" y="45244"/>
                            <a:pt x="28290" y="33719"/>
                          </a:cubicBezTo>
                          <a:cubicBezTo>
                            <a:pt x="24384" y="22288"/>
                            <a:pt x="16193" y="866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72" name="Forme libre : forme 15071">
                      <a:extLst>
                        <a:ext uri="{FF2B5EF4-FFF2-40B4-BE49-F238E27FC236}">
                          <a16:creationId xmlns:a16="http://schemas.microsoft.com/office/drawing/2014/main" id="{F8068902-05DA-4DD8-9CD1-766B87B022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74813" y="2873121"/>
                      <a:ext cx="25684" cy="58864"/>
                    </a:xfrm>
                    <a:custGeom>
                      <a:avLst/>
                      <a:gdLst>
                        <a:gd name="connsiteX0" fmla="*/ 2158 w 25684"/>
                        <a:gd name="connsiteY0" fmla="*/ 0 h 58864"/>
                        <a:gd name="connsiteX1" fmla="*/ 729 w 25684"/>
                        <a:gd name="connsiteY1" fmla="*/ 6286 h 58864"/>
                        <a:gd name="connsiteX2" fmla="*/ 349 w 25684"/>
                        <a:gd name="connsiteY2" fmla="*/ 21526 h 58864"/>
                        <a:gd name="connsiteX3" fmla="*/ 25685 w 25684"/>
                        <a:gd name="connsiteY3" fmla="*/ 58864 h 58864"/>
                        <a:gd name="connsiteX4" fmla="*/ 11397 w 25684"/>
                        <a:gd name="connsiteY4" fmla="*/ 42958 h 58864"/>
                        <a:gd name="connsiteX5" fmla="*/ 2158 w 25684"/>
                        <a:gd name="connsiteY5" fmla="*/ 0 h 58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5684" h="58864">
                          <a:moveTo>
                            <a:pt x="2158" y="0"/>
                          </a:moveTo>
                          <a:cubicBezTo>
                            <a:pt x="2158" y="0"/>
                            <a:pt x="1396" y="2476"/>
                            <a:pt x="729" y="6286"/>
                          </a:cubicBezTo>
                          <a:cubicBezTo>
                            <a:pt x="62" y="10192"/>
                            <a:pt x="-318" y="15526"/>
                            <a:pt x="349" y="21526"/>
                          </a:cubicBezTo>
                          <a:cubicBezTo>
                            <a:pt x="1682" y="33433"/>
                            <a:pt x="7302" y="48101"/>
                            <a:pt x="25685" y="58864"/>
                          </a:cubicBezTo>
                          <a:cubicBezTo>
                            <a:pt x="25685" y="58864"/>
                            <a:pt x="18065" y="53149"/>
                            <a:pt x="11397" y="42958"/>
                          </a:cubicBezTo>
                          <a:cubicBezTo>
                            <a:pt x="4825" y="32766"/>
                            <a:pt x="-1080" y="18288"/>
                            <a:pt x="215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73" name="Forme libre : forme 15072">
                      <a:extLst>
                        <a:ext uri="{FF2B5EF4-FFF2-40B4-BE49-F238E27FC236}">
                          <a16:creationId xmlns:a16="http://schemas.microsoft.com/office/drawing/2014/main" id="{740AD503-37DC-4E1D-A632-1A0F3D8156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7355" y="2839216"/>
                      <a:ext cx="19337" cy="23358"/>
                    </a:xfrm>
                    <a:custGeom>
                      <a:avLst/>
                      <a:gdLst>
                        <a:gd name="connsiteX0" fmla="*/ 17338 w 19337"/>
                        <a:gd name="connsiteY0" fmla="*/ 948 h 23358"/>
                        <a:gd name="connsiteX1" fmla="*/ 15529 w 19337"/>
                        <a:gd name="connsiteY1" fmla="*/ 16378 h 23358"/>
                        <a:gd name="connsiteX2" fmla="*/ 1908 w 19337"/>
                        <a:gd name="connsiteY2" fmla="*/ 22379 h 23358"/>
                        <a:gd name="connsiteX3" fmla="*/ 3813 w 19337"/>
                        <a:gd name="connsiteY3" fmla="*/ 7139 h 23358"/>
                        <a:gd name="connsiteX4" fmla="*/ 17338 w 19337"/>
                        <a:gd name="connsiteY4" fmla="*/ 948 h 23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337" h="23358">
                          <a:moveTo>
                            <a:pt x="17338" y="948"/>
                          </a:moveTo>
                          <a:cubicBezTo>
                            <a:pt x="20577" y="3425"/>
                            <a:pt x="19815" y="10378"/>
                            <a:pt x="15529" y="16378"/>
                          </a:cubicBezTo>
                          <a:cubicBezTo>
                            <a:pt x="11147" y="22284"/>
                            <a:pt x="5147" y="24951"/>
                            <a:pt x="1908" y="22379"/>
                          </a:cubicBezTo>
                          <a:cubicBezTo>
                            <a:pt x="-1330" y="19808"/>
                            <a:pt x="-283" y="13045"/>
                            <a:pt x="3813" y="7139"/>
                          </a:cubicBezTo>
                          <a:cubicBezTo>
                            <a:pt x="8004" y="1234"/>
                            <a:pt x="14005" y="-1624"/>
                            <a:pt x="17338" y="94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74" name="Forme libre : forme 15073">
                      <a:extLst>
                        <a:ext uri="{FF2B5EF4-FFF2-40B4-BE49-F238E27FC236}">
                          <a16:creationId xmlns:a16="http://schemas.microsoft.com/office/drawing/2014/main" id="{D34DE50F-E81E-4A89-9474-A32F564715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39575" y="2835920"/>
                      <a:ext cx="6618" cy="7066"/>
                    </a:xfrm>
                    <a:custGeom>
                      <a:avLst/>
                      <a:gdLst>
                        <a:gd name="connsiteX0" fmla="*/ 4357 w 6618"/>
                        <a:gd name="connsiteY0" fmla="*/ 148 h 7066"/>
                        <a:gd name="connsiteX1" fmla="*/ 6453 w 6618"/>
                        <a:gd name="connsiteY1" fmla="*/ 4530 h 7066"/>
                        <a:gd name="connsiteX2" fmla="*/ 2262 w 6618"/>
                        <a:gd name="connsiteY2" fmla="*/ 6911 h 7066"/>
                        <a:gd name="connsiteX3" fmla="*/ 166 w 6618"/>
                        <a:gd name="connsiteY3" fmla="*/ 2529 h 7066"/>
                        <a:gd name="connsiteX4" fmla="*/ 4357 w 6618"/>
                        <a:gd name="connsiteY4" fmla="*/ 148 h 70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18" h="7066">
                          <a:moveTo>
                            <a:pt x="4357" y="148"/>
                          </a:moveTo>
                          <a:cubicBezTo>
                            <a:pt x="6072" y="720"/>
                            <a:pt x="7024" y="2625"/>
                            <a:pt x="6453" y="4530"/>
                          </a:cubicBezTo>
                          <a:cubicBezTo>
                            <a:pt x="5881" y="6435"/>
                            <a:pt x="3976" y="7482"/>
                            <a:pt x="2262" y="6911"/>
                          </a:cubicBezTo>
                          <a:cubicBezTo>
                            <a:pt x="547" y="6339"/>
                            <a:pt x="-406" y="4434"/>
                            <a:pt x="166" y="2529"/>
                          </a:cubicBezTo>
                          <a:cubicBezTo>
                            <a:pt x="738" y="720"/>
                            <a:pt x="2642" y="-423"/>
                            <a:pt x="4357" y="1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75" name="Forme libre : forme 15074">
                      <a:extLst>
                        <a:ext uri="{FF2B5EF4-FFF2-40B4-BE49-F238E27FC236}">
                          <a16:creationId xmlns:a16="http://schemas.microsoft.com/office/drawing/2014/main" id="{4CFCBAE6-4D90-42F0-918B-B877D9A838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4338" y="2803820"/>
                      <a:ext cx="68966" cy="48040"/>
                    </a:xfrm>
                    <a:custGeom>
                      <a:avLst/>
                      <a:gdLst>
                        <a:gd name="connsiteX0" fmla="*/ 32734 w 68966"/>
                        <a:gd name="connsiteY0" fmla="*/ 626 h 48040"/>
                        <a:gd name="connsiteX1" fmla="*/ 61785 w 68966"/>
                        <a:gd name="connsiteY1" fmla="*/ 3578 h 48040"/>
                        <a:gd name="connsiteX2" fmla="*/ 68929 w 68966"/>
                        <a:gd name="connsiteY2" fmla="*/ 10913 h 48040"/>
                        <a:gd name="connsiteX3" fmla="*/ 61214 w 68966"/>
                        <a:gd name="connsiteY3" fmla="*/ 16723 h 48040"/>
                        <a:gd name="connsiteX4" fmla="*/ 31401 w 68966"/>
                        <a:gd name="connsiteY4" fmla="*/ 24057 h 48040"/>
                        <a:gd name="connsiteX5" fmla="*/ 17399 w 68966"/>
                        <a:gd name="connsiteY5" fmla="*/ 39964 h 48040"/>
                        <a:gd name="connsiteX6" fmla="*/ 2063 w 68966"/>
                        <a:gd name="connsiteY6" fmla="*/ 46346 h 48040"/>
                        <a:gd name="connsiteX7" fmla="*/ 12731 w 68966"/>
                        <a:gd name="connsiteY7" fmla="*/ 10341 h 48040"/>
                        <a:gd name="connsiteX8" fmla="*/ 32734 w 68966"/>
                        <a:gd name="connsiteY8" fmla="*/ 626 h 48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8966" h="48040">
                          <a:moveTo>
                            <a:pt x="32734" y="626"/>
                          </a:moveTo>
                          <a:cubicBezTo>
                            <a:pt x="42449" y="-993"/>
                            <a:pt x="52356" y="721"/>
                            <a:pt x="61785" y="3578"/>
                          </a:cubicBezTo>
                          <a:cubicBezTo>
                            <a:pt x="65214" y="4626"/>
                            <a:pt x="69405" y="7008"/>
                            <a:pt x="68929" y="10913"/>
                          </a:cubicBezTo>
                          <a:cubicBezTo>
                            <a:pt x="68453" y="14437"/>
                            <a:pt x="64547" y="16151"/>
                            <a:pt x="61214" y="16723"/>
                          </a:cubicBezTo>
                          <a:cubicBezTo>
                            <a:pt x="51022" y="18628"/>
                            <a:pt x="39973" y="18057"/>
                            <a:pt x="31401" y="24057"/>
                          </a:cubicBezTo>
                          <a:cubicBezTo>
                            <a:pt x="28638" y="25962"/>
                            <a:pt x="23114" y="33773"/>
                            <a:pt x="17399" y="39964"/>
                          </a:cubicBezTo>
                          <a:cubicBezTo>
                            <a:pt x="11493" y="46155"/>
                            <a:pt x="5493" y="50632"/>
                            <a:pt x="2063" y="46346"/>
                          </a:cubicBezTo>
                          <a:cubicBezTo>
                            <a:pt x="-4699" y="37773"/>
                            <a:pt x="6826" y="16342"/>
                            <a:pt x="12731" y="10341"/>
                          </a:cubicBezTo>
                          <a:cubicBezTo>
                            <a:pt x="18065" y="5102"/>
                            <a:pt x="25400" y="1769"/>
                            <a:pt x="32734" y="62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44" name="Graphique 1">
                    <a:extLst>
                      <a:ext uri="{FF2B5EF4-FFF2-40B4-BE49-F238E27FC236}">
                        <a16:creationId xmlns:a16="http://schemas.microsoft.com/office/drawing/2014/main" id="{2D74BBA4-A624-4859-9DA0-D0F46FB44EF4}"/>
                      </a:ext>
                    </a:extLst>
                  </p:cNvPr>
                  <p:cNvGrpSpPr/>
                  <p:nvPr/>
                </p:nvGrpSpPr>
                <p:grpSpPr>
                  <a:xfrm>
                    <a:off x="7011697" y="2646366"/>
                    <a:ext cx="132762" cy="156438"/>
                    <a:chOff x="7011697" y="2646366"/>
                    <a:chExt cx="132762" cy="156438"/>
                  </a:xfrm>
                  <a:solidFill>
                    <a:schemeClr val="accent1"/>
                  </a:solidFill>
                </p:grpSpPr>
                <p:sp>
                  <p:nvSpPr>
                    <p:cNvPr id="15052" name="Forme libre : forme 15051">
                      <a:extLst>
                        <a:ext uri="{FF2B5EF4-FFF2-40B4-BE49-F238E27FC236}">
                          <a16:creationId xmlns:a16="http://schemas.microsoft.com/office/drawing/2014/main" id="{FDCFAF2F-1F88-428A-BF17-56CFFDAF6F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1697" y="2646366"/>
                      <a:ext cx="132761" cy="156343"/>
                    </a:xfrm>
                    <a:custGeom>
                      <a:avLst/>
                      <a:gdLst>
                        <a:gd name="connsiteX0" fmla="*/ 131866 w 132761"/>
                        <a:gd name="connsiteY0" fmla="*/ 60543 h 156343"/>
                        <a:gd name="connsiteX1" fmla="*/ 119865 w 132761"/>
                        <a:gd name="connsiteY1" fmla="*/ 118074 h 156343"/>
                        <a:gd name="connsiteX2" fmla="*/ 65096 w 132761"/>
                        <a:gd name="connsiteY2" fmla="*/ 154936 h 156343"/>
                        <a:gd name="connsiteX3" fmla="*/ 32807 w 132761"/>
                        <a:gd name="connsiteY3" fmla="*/ 146173 h 156343"/>
                        <a:gd name="connsiteX4" fmla="*/ 1183 w 132761"/>
                        <a:gd name="connsiteY4" fmla="*/ 90737 h 156343"/>
                        <a:gd name="connsiteX5" fmla="*/ 11661 w 132761"/>
                        <a:gd name="connsiteY5" fmla="*/ 38635 h 156343"/>
                        <a:gd name="connsiteX6" fmla="*/ 29568 w 132761"/>
                        <a:gd name="connsiteY6" fmla="*/ 9394 h 156343"/>
                        <a:gd name="connsiteX7" fmla="*/ 62429 w 132761"/>
                        <a:gd name="connsiteY7" fmla="*/ 345 h 156343"/>
                        <a:gd name="connsiteX8" fmla="*/ 95862 w 132761"/>
                        <a:gd name="connsiteY8" fmla="*/ 4726 h 156343"/>
                        <a:gd name="connsiteX9" fmla="*/ 124818 w 132761"/>
                        <a:gd name="connsiteY9" fmla="*/ 23395 h 156343"/>
                        <a:gd name="connsiteX10" fmla="*/ 131866 w 132761"/>
                        <a:gd name="connsiteY10" fmla="*/ 60543 h 156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2761" h="156343">
                          <a:moveTo>
                            <a:pt x="131866" y="60543"/>
                          </a:moveTo>
                          <a:cubicBezTo>
                            <a:pt x="128342" y="79879"/>
                            <a:pt x="124151" y="99024"/>
                            <a:pt x="119865" y="118074"/>
                          </a:cubicBezTo>
                          <a:cubicBezTo>
                            <a:pt x="113578" y="144934"/>
                            <a:pt x="88432" y="161413"/>
                            <a:pt x="65096" y="154936"/>
                          </a:cubicBezTo>
                          <a:lnTo>
                            <a:pt x="32807" y="146173"/>
                          </a:lnTo>
                          <a:cubicBezTo>
                            <a:pt x="9470" y="139696"/>
                            <a:pt x="-4246" y="114931"/>
                            <a:pt x="1183" y="90737"/>
                          </a:cubicBezTo>
                          <a:cubicBezTo>
                            <a:pt x="4993" y="73402"/>
                            <a:pt x="8708" y="56066"/>
                            <a:pt x="11661" y="38635"/>
                          </a:cubicBezTo>
                          <a:cubicBezTo>
                            <a:pt x="13851" y="26443"/>
                            <a:pt x="20519" y="16252"/>
                            <a:pt x="29568" y="9394"/>
                          </a:cubicBezTo>
                          <a:cubicBezTo>
                            <a:pt x="38712" y="2440"/>
                            <a:pt x="50332" y="-1179"/>
                            <a:pt x="62429" y="345"/>
                          </a:cubicBezTo>
                          <a:lnTo>
                            <a:pt x="95862" y="4726"/>
                          </a:lnTo>
                          <a:cubicBezTo>
                            <a:pt x="107958" y="6346"/>
                            <a:pt x="118245" y="13299"/>
                            <a:pt x="124818" y="23395"/>
                          </a:cubicBezTo>
                          <a:cubicBezTo>
                            <a:pt x="131581" y="33682"/>
                            <a:pt x="134343" y="47017"/>
                            <a:pt x="131866" y="6054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53" name="Forme libre : forme 15052">
                      <a:extLst>
                        <a:ext uri="{FF2B5EF4-FFF2-40B4-BE49-F238E27FC236}">
                          <a16:creationId xmlns:a16="http://schemas.microsoft.com/office/drawing/2014/main" id="{8371A525-3712-49F3-9C40-744500736F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2791" y="2651188"/>
                      <a:ext cx="81668" cy="151617"/>
                    </a:xfrm>
                    <a:custGeom>
                      <a:avLst/>
                      <a:gdLst>
                        <a:gd name="connsiteX0" fmla="*/ 31909 w 81668"/>
                        <a:gd name="connsiteY0" fmla="*/ 94488 h 151617"/>
                        <a:gd name="connsiteX1" fmla="*/ 0 w 81668"/>
                        <a:gd name="connsiteY1" fmla="*/ 146399 h 151617"/>
                        <a:gd name="connsiteX2" fmla="*/ 14001 w 81668"/>
                        <a:gd name="connsiteY2" fmla="*/ 150209 h 151617"/>
                        <a:gd name="connsiteX3" fmla="*/ 68770 w 81668"/>
                        <a:gd name="connsiteY3" fmla="*/ 113347 h 151617"/>
                        <a:gd name="connsiteX4" fmla="*/ 80772 w 81668"/>
                        <a:gd name="connsiteY4" fmla="*/ 55817 h 151617"/>
                        <a:gd name="connsiteX5" fmla="*/ 73819 w 81668"/>
                        <a:gd name="connsiteY5" fmla="*/ 18764 h 151617"/>
                        <a:gd name="connsiteX6" fmla="*/ 44862 w 81668"/>
                        <a:gd name="connsiteY6" fmla="*/ 95 h 151617"/>
                        <a:gd name="connsiteX7" fmla="*/ 43815 w 81668"/>
                        <a:gd name="connsiteY7" fmla="*/ 0 h 151617"/>
                        <a:gd name="connsiteX8" fmla="*/ 31909 w 81668"/>
                        <a:gd name="connsiteY8" fmla="*/ 94488 h 1516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1668" h="151617">
                          <a:moveTo>
                            <a:pt x="31909" y="94488"/>
                          </a:moveTo>
                          <a:cubicBezTo>
                            <a:pt x="32290" y="117729"/>
                            <a:pt x="19621" y="138970"/>
                            <a:pt x="0" y="146399"/>
                          </a:cubicBezTo>
                          <a:lnTo>
                            <a:pt x="14001" y="150209"/>
                          </a:lnTo>
                          <a:cubicBezTo>
                            <a:pt x="37242" y="156686"/>
                            <a:pt x="62484" y="140208"/>
                            <a:pt x="68770" y="113347"/>
                          </a:cubicBezTo>
                          <a:cubicBezTo>
                            <a:pt x="73152" y="94297"/>
                            <a:pt x="77343" y="75152"/>
                            <a:pt x="80772" y="55817"/>
                          </a:cubicBezTo>
                          <a:cubicBezTo>
                            <a:pt x="83248" y="42196"/>
                            <a:pt x="80486" y="28956"/>
                            <a:pt x="73819" y="18764"/>
                          </a:cubicBezTo>
                          <a:cubicBezTo>
                            <a:pt x="67246" y="8572"/>
                            <a:pt x="56959" y="1619"/>
                            <a:pt x="44862" y="95"/>
                          </a:cubicBezTo>
                          <a:lnTo>
                            <a:pt x="43815" y="0"/>
                          </a:lnTo>
                          <a:cubicBezTo>
                            <a:pt x="41815" y="32576"/>
                            <a:pt x="31146" y="61817"/>
                            <a:pt x="31909" y="9448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54" name="Forme libre : forme 15053">
                      <a:extLst>
                        <a:ext uri="{FF2B5EF4-FFF2-40B4-BE49-F238E27FC236}">
                          <a16:creationId xmlns:a16="http://schemas.microsoft.com/office/drawing/2014/main" id="{E55F4780-7D18-4A7F-9B05-DAEC555174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9273" y="2680039"/>
                      <a:ext cx="47269" cy="68221"/>
                    </a:xfrm>
                    <a:custGeom>
                      <a:avLst/>
                      <a:gdLst>
                        <a:gd name="connsiteX0" fmla="*/ 29807 w 47269"/>
                        <a:gd name="connsiteY0" fmla="*/ 200 h 68221"/>
                        <a:gd name="connsiteX1" fmla="*/ 46285 w 47269"/>
                        <a:gd name="connsiteY1" fmla="*/ 38586 h 68221"/>
                        <a:gd name="connsiteX2" fmla="*/ 16472 w 47269"/>
                        <a:gd name="connsiteY2" fmla="*/ 67827 h 68221"/>
                        <a:gd name="connsiteX3" fmla="*/ 946 w 47269"/>
                        <a:gd name="connsiteY3" fmla="*/ 29632 h 68221"/>
                        <a:gd name="connsiteX4" fmla="*/ 29807 w 47269"/>
                        <a:gd name="connsiteY4" fmla="*/ 200 h 68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269" h="68221">
                          <a:moveTo>
                            <a:pt x="29807" y="200"/>
                          </a:moveTo>
                          <a:cubicBezTo>
                            <a:pt x="42475" y="2200"/>
                            <a:pt x="50096" y="19536"/>
                            <a:pt x="46285" y="38586"/>
                          </a:cubicBezTo>
                          <a:cubicBezTo>
                            <a:pt x="42570" y="57731"/>
                            <a:pt x="28759" y="70685"/>
                            <a:pt x="16472" y="67827"/>
                          </a:cubicBezTo>
                          <a:cubicBezTo>
                            <a:pt x="3994" y="64970"/>
                            <a:pt x="-2578" y="47920"/>
                            <a:pt x="946" y="29632"/>
                          </a:cubicBezTo>
                          <a:cubicBezTo>
                            <a:pt x="4566" y="11439"/>
                            <a:pt x="17234" y="-1801"/>
                            <a:pt x="29807" y="20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55" name="Forme libre : forme 15054">
                      <a:extLst>
                        <a:ext uri="{FF2B5EF4-FFF2-40B4-BE49-F238E27FC236}">
                          <a16:creationId xmlns:a16="http://schemas.microsoft.com/office/drawing/2014/main" id="{D770F59A-9073-4680-A3E3-037417C893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0315" y="2702718"/>
                      <a:ext cx="46231" cy="45638"/>
                    </a:xfrm>
                    <a:custGeom>
                      <a:avLst/>
                      <a:gdLst>
                        <a:gd name="connsiteX0" fmla="*/ 0 w 46231"/>
                        <a:gd name="connsiteY0" fmla="*/ 26384 h 45638"/>
                        <a:gd name="connsiteX1" fmla="*/ 15430 w 46231"/>
                        <a:gd name="connsiteY1" fmla="*/ 45244 h 45638"/>
                        <a:gd name="connsiteX2" fmla="*/ 45244 w 46231"/>
                        <a:gd name="connsiteY2" fmla="*/ 16002 h 45638"/>
                        <a:gd name="connsiteX3" fmla="*/ 45815 w 46231"/>
                        <a:gd name="connsiteY3" fmla="*/ 0 h 45638"/>
                        <a:gd name="connsiteX4" fmla="*/ 42672 w 46231"/>
                        <a:gd name="connsiteY4" fmla="*/ 8287 h 45638"/>
                        <a:gd name="connsiteX5" fmla="*/ 0 w 46231"/>
                        <a:gd name="connsiteY5" fmla="*/ 26384 h 456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6231" h="45638">
                          <a:moveTo>
                            <a:pt x="0" y="26384"/>
                          </a:moveTo>
                          <a:cubicBezTo>
                            <a:pt x="2095" y="36100"/>
                            <a:pt x="7715" y="43434"/>
                            <a:pt x="15430" y="45244"/>
                          </a:cubicBezTo>
                          <a:cubicBezTo>
                            <a:pt x="27717" y="48101"/>
                            <a:pt x="41434" y="35147"/>
                            <a:pt x="45244" y="16002"/>
                          </a:cubicBezTo>
                          <a:cubicBezTo>
                            <a:pt x="46387" y="10478"/>
                            <a:pt x="46482" y="4953"/>
                            <a:pt x="45815" y="0"/>
                          </a:cubicBezTo>
                          <a:cubicBezTo>
                            <a:pt x="45148" y="2857"/>
                            <a:pt x="44196" y="5620"/>
                            <a:pt x="42672" y="8287"/>
                          </a:cubicBezTo>
                          <a:cubicBezTo>
                            <a:pt x="32671" y="22193"/>
                            <a:pt x="14954" y="30861"/>
                            <a:pt x="0" y="26384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56" name="Forme libre : forme 15055">
                      <a:extLst>
                        <a:ext uri="{FF2B5EF4-FFF2-40B4-BE49-F238E27FC236}">
                          <a16:creationId xmlns:a16="http://schemas.microsoft.com/office/drawing/2014/main" id="{9DF8BEA2-7E7B-4E21-9A6D-86A5303DF1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4996" y="2677469"/>
                      <a:ext cx="47220" cy="68504"/>
                    </a:xfrm>
                    <a:custGeom>
                      <a:avLst/>
                      <a:gdLst>
                        <a:gd name="connsiteX0" fmla="*/ 29704 w 47220"/>
                        <a:gd name="connsiteY0" fmla="*/ 199 h 68504"/>
                        <a:gd name="connsiteX1" fmla="*/ 46277 w 47220"/>
                        <a:gd name="connsiteY1" fmla="*/ 38680 h 68504"/>
                        <a:gd name="connsiteX2" fmla="*/ 16464 w 47220"/>
                        <a:gd name="connsiteY2" fmla="*/ 68112 h 68504"/>
                        <a:gd name="connsiteX3" fmla="*/ 939 w 47220"/>
                        <a:gd name="connsiteY3" fmla="*/ 29822 h 68504"/>
                        <a:gd name="connsiteX4" fmla="*/ 29704 w 47220"/>
                        <a:gd name="connsiteY4" fmla="*/ 199 h 68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220" h="68504">
                          <a:moveTo>
                            <a:pt x="29704" y="199"/>
                          </a:moveTo>
                          <a:cubicBezTo>
                            <a:pt x="42372" y="2199"/>
                            <a:pt x="49992" y="19534"/>
                            <a:pt x="46277" y="38680"/>
                          </a:cubicBezTo>
                          <a:cubicBezTo>
                            <a:pt x="42468" y="57920"/>
                            <a:pt x="28847" y="70969"/>
                            <a:pt x="16464" y="68112"/>
                          </a:cubicBezTo>
                          <a:cubicBezTo>
                            <a:pt x="4082" y="65255"/>
                            <a:pt x="-2586" y="48205"/>
                            <a:pt x="939" y="29822"/>
                          </a:cubicBezTo>
                          <a:cubicBezTo>
                            <a:pt x="4463" y="11533"/>
                            <a:pt x="17035" y="-1802"/>
                            <a:pt x="29704" y="19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57" name="Forme libre : forme 15056">
                      <a:extLst>
                        <a:ext uri="{FF2B5EF4-FFF2-40B4-BE49-F238E27FC236}">
                          <a16:creationId xmlns:a16="http://schemas.microsoft.com/office/drawing/2014/main" id="{4D725BD6-B5D6-4C51-8A72-5C7325F1D6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36461" y="2697279"/>
                      <a:ext cx="93341" cy="83020"/>
                    </a:xfrm>
                    <a:custGeom>
                      <a:avLst/>
                      <a:gdLst>
                        <a:gd name="connsiteX0" fmla="*/ 35474 w 93341"/>
                        <a:gd name="connsiteY0" fmla="*/ 79829 h 83020"/>
                        <a:gd name="connsiteX1" fmla="*/ 56715 w 93341"/>
                        <a:gd name="connsiteY1" fmla="*/ 82687 h 83020"/>
                        <a:gd name="connsiteX2" fmla="*/ 87290 w 93341"/>
                        <a:gd name="connsiteY2" fmla="*/ 53160 h 83020"/>
                        <a:gd name="connsiteX3" fmla="*/ 92052 w 93341"/>
                        <a:gd name="connsiteY3" fmla="*/ 15821 h 83020"/>
                        <a:gd name="connsiteX4" fmla="*/ 73860 w 93341"/>
                        <a:gd name="connsiteY4" fmla="*/ 296 h 83020"/>
                        <a:gd name="connsiteX5" fmla="*/ 61001 w 93341"/>
                        <a:gd name="connsiteY5" fmla="*/ 10392 h 83020"/>
                        <a:gd name="connsiteX6" fmla="*/ 30235 w 93341"/>
                        <a:gd name="connsiteY6" fmla="*/ 34205 h 83020"/>
                        <a:gd name="connsiteX7" fmla="*/ 137 w 93341"/>
                        <a:gd name="connsiteY7" fmla="*/ 61922 h 83020"/>
                        <a:gd name="connsiteX8" fmla="*/ 35474 w 93341"/>
                        <a:gd name="connsiteY8" fmla="*/ 79829 h 83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341" h="83020">
                          <a:moveTo>
                            <a:pt x="35474" y="79829"/>
                          </a:moveTo>
                          <a:cubicBezTo>
                            <a:pt x="42428" y="81830"/>
                            <a:pt x="49571" y="83830"/>
                            <a:pt x="56715" y="82687"/>
                          </a:cubicBezTo>
                          <a:cubicBezTo>
                            <a:pt x="70431" y="80592"/>
                            <a:pt x="81289" y="67352"/>
                            <a:pt x="87290" y="53160"/>
                          </a:cubicBezTo>
                          <a:cubicBezTo>
                            <a:pt x="92434" y="41444"/>
                            <a:pt x="95101" y="27918"/>
                            <a:pt x="92052" y="15821"/>
                          </a:cubicBezTo>
                          <a:cubicBezTo>
                            <a:pt x="89671" y="6773"/>
                            <a:pt x="82337" y="-1705"/>
                            <a:pt x="73860" y="296"/>
                          </a:cubicBezTo>
                          <a:cubicBezTo>
                            <a:pt x="68621" y="1534"/>
                            <a:pt x="64716" y="6201"/>
                            <a:pt x="61001" y="10392"/>
                          </a:cubicBezTo>
                          <a:cubicBezTo>
                            <a:pt x="52048" y="20203"/>
                            <a:pt x="41665" y="28299"/>
                            <a:pt x="30235" y="34205"/>
                          </a:cubicBezTo>
                          <a:cubicBezTo>
                            <a:pt x="20615" y="39348"/>
                            <a:pt x="-1959" y="47063"/>
                            <a:pt x="137" y="61922"/>
                          </a:cubicBezTo>
                          <a:cubicBezTo>
                            <a:pt x="1851" y="75353"/>
                            <a:pt x="25759" y="77162"/>
                            <a:pt x="35474" y="7982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58" name="Forme libre : forme 15057">
                      <a:extLst>
                        <a:ext uri="{FF2B5EF4-FFF2-40B4-BE49-F238E27FC236}">
                          <a16:creationId xmlns:a16="http://schemas.microsoft.com/office/drawing/2014/main" id="{29BF749E-6D97-4237-8F51-66634DC7C8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1514" y="2728462"/>
                      <a:ext cx="19115" cy="30008"/>
                    </a:xfrm>
                    <a:custGeom>
                      <a:avLst/>
                      <a:gdLst>
                        <a:gd name="connsiteX0" fmla="*/ 8990 w 19115"/>
                        <a:gd name="connsiteY0" fmla="*/ 27120 h 30008"/>
                        <a:gd name="connsiteX1" fmla="*/ 13371 w 19115"/>
                        <a:gd name="connsiteY1" fmla="*/ 29882 h 30008"/>
                        <a:gd name="connsiteX2" fmla="*/ 18134 w 19115"/>
                        <a:gd name="connsiteY2" fmla="*/ 28358 h 30008"/>
                        <a:gd name="connsiteX3" fmla="*/ 19086 w 19115"/>
                        <a:gd name="connsiteY3" fmla="*/ 23501 h 30008"/>
                        <a:gd name="connsiteX4" fmla="*/ 17182 w 19115"/>
                        <a:gd name="connsiteY4" fmla="*/ 10737 h 30008"/>
                        <a:gd name="connsiteX5" fmla="*/ 15277 w 19115"/>
                        <a:gd name="connsiteY5" fmla="*/ 5879 h 30008"/>
                        <a:gd name="connsiteX6" fmla="*/ 36 w 19115"/>
                        <a:gd name="connsiteY6" fmla="*/ 6165 h 30008"/>
                        <a:gd name="connsiteX7" fmla="*/ 8990 w 19115"/>
                        <a:gd name="connsiteY7" fmla="*/ 27120 h 30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115" h="30008">
                          <a:moveTo>
                            <a:pt x="8990" y="27120"/>
                          </a:moveTo>
                          <a:cubicBezTo>
                            <a:pt x="10228" y="28358"/>
                            <a:pt x="11657" y="29501"/>
                            <a:pt x="13371" y="29882"/>
                          </a:cubicBezTo>
                          <a:cubicBezTo>
                            <a:pt x="15086" y="30263"/>
                            <a:pt x="17086" y="29787"/>
                            <a:pt x="18134" y="28358"/>
                          </a:cubicBezTo>
                          <a:cubicBezTo>
                            <a:pt x="19086" y="27025"/>
                            <a:pt x="19182" y="25120"/>
                            <a:pt x="19086" y="23501"/>
                          </a:cubicBezTo>
                          <a:cubicBezTo>
                            <a:pt x="18896" y="19119"/>
                            <a:pt x="18325" y="14833"/>
                            <a:pt x="17182" y="10737"/>
                          </a:cubicBezTo>
                          <a:cubicBezTo>
                            <a:pt x="16705" y="9022"/>
                            <a:pt x="16229" y="7308"/>
                            <a:pt x="15277" y="5879"/>
                          </a:cubicBezTo>
                          <a:cubicBezTo>
                            <a:pt x="11276" y="-217"/>
                            <a:pt x="703" y="-3646"/>
                            <a:pt x="36" y="6165"/>
                          </a:cubicBezTo>
                          <a:cubicBezTo>
                            <a:pt x="-440" y="13690"/>
                            <a:pt x="3846" y="22262"/>
                            <a:pt x="8990" y="2712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59" name="Forme libre : forme 15058">
                      <a:extLst>
                        <a:ext uri="{FF2B5EF4-FFF2-40B4-BE49-F238E27FC236}">
                          <a16:creationId xmlns:a16="http://schemas.microsoft.com/office/drawing/2014/main" id="{7520D2E4-4A42-4B2C-9F73-5A30615D6A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2130" y="2655189"/>
                      <a:ext cx="39147" cy="50196"/>
                    </a:xfrm>
                    <a:custGeom>
                      <a:avLst/>
                      <a:gdLst>
                        <a:gd name="connsiteX0" fmla="*/ 0 w 39147"/>
                        <a:gd name="connsiteY0" fmla="*/ 0 h 50196"/>
                        <a:gd name="connsiteX1" fmla="*/ 18288 w 39147"/>
                        <a:gd name="connsiteY1" fmla="*/ 7239 h 50196"/>
                        <a:gd name="connsiteX2" fmla="*/ 39148 w 39147"/>
                        <a:gd name="connsiteY2" fmla="*/ 50197 h 50196"/>
                        <a:gd name="connsiteX3" fmla="*/ 32671 w 39147"/>
                        <a:gd name="connsiteY3" fmla="*/ 30004 h 50196"/>
                        <a:gd name="connsiteX4" fmla="*/ 0 w 39147"/>
                        <a:gd name="connsiteY4" fmla="*/ 0 h 50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47" h="50196">
                          <a:moveTo>
                            <a:pt x="0" y="0"/>
                          </a:moveTo>
                          <a:cubicBezTo>
                            <a:pt x="0" y="0"/>
                            <a:pt x="8858" y="667"/>
                            <a:pt x="18288" y="7239"/>
                          </a:cubicBezTo>
                          <a:cubicBezTo>
                            <a:pt x="27717" y="13811"/>
                            <a:pt x="37719" y="26479"/>
                            <a:pt x="39148" y="50197"/>
                          </a:cubicBezTo>
                          <a:cubicBezTo>
                            <a:pt x="39148" y="50197"/>
                            <a:pt x="38195" y="40957"/>
                            <a:pt x="32671" y="30004"/>
                          </a:cubicBezTo>
                          <a:cubicBezTo>
                            <a:pt x="27241" y="19145"/>
                            <a:pt x="17145" y="647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60" name="Forme libre : forme 15059">
                      <a:extLst>
                        <a:ext uri="{FF2B5EF4-FFF2-40B4-BE49-F238E27FC236}">
                          <a16:creationId xmlns:a16="http://schemas.microsoft.com/office/drawing/2014/main" id="{5F115A85-4575-432D-8D15-3FD8435BB0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6349" y="2735294"/>
                      <a:ext cx="32440" cy="55721"/>
                    </a:xfrm>
                    <a:custGeom>
                      <a:avLst/>
                      <a:gdLst>
                        <a:gd name="connsiteX0" fmla="*/ 627 w 32440"/>
                        <a:gd name="connsiteY0" fmla="*/ 0 h 55721"/>
                        <a:gd name="connsiteX1" fmla="*/ 1770 w 32440"/>
                        <a:gd name="connsiteY1" fmla="*/ 22003 h 55721"/>
                        <a:gd name="connsiteX2" fmla="*/ 32441 w 32440"/>
                        <a:gd name="connsiteY2" fmla="*/ 55721 h 55721"/>
                        <a:gd name="connsiteX3" fmla="*/ 15867 w 32440"/>
                        <a:gd name="connsiteY3" fmla="*/ 42005 h 55721"/>
                        <a:gd name="connsiteX4" fmla="*/ 627 w 32440"/>
                        <a:gd name="connsiteY4" fmla="*/ 0 h 557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440" h="55721">
                          <a:moveTo>
                            <a:pt x="627" y="0"/>
                          </a:moveTo>
                          <a:cubicBezTo>
                            <a:pt x="627" y="0"/>
                            <a:pt x="-1373" y="10001"/>
                            <a:pt x="1770" y="22003"/>
                          </a:cubicBezTo>
                          <a:cubicBezTo>
                            <a:pt x="4628" y="33909"/>
                            <a:pt x="12534" y="47911"/>
                            <a:pt x="32441" y="55721"/>
                          </a:cubicBezTo>
                          <a:cubicBezTo>
                            <a:pt x="32441" y="55721"/>
                            <a:pt x="24059" y="51244"/>
                            <a:pt x="15867" y="42005"/>
                          </a:cubicBezTo>
                          <a:cubicBezTo>
                            <a:pt x="7676" y="32671"/>
                            <a:pt x="-135" y="18859"/>
                            <a:pt x="62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61" name="Forme libre : forme 15060">
                      <a:extLst>
                        <a:ext uri="{FF2B5EF4-FFF2-40B4-BE49-F238E27FC236}">
                          <a16:creationId xmlns:a16="http://schemas.microsoft.com/office/drawing/2014/main" id="{C435DD7E-FC98-47BB-BE4C-2EDB5D476F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5232" y="2693255"/>
                      <a:ext cx="17979" cy="24412"/>
                    </a:xfrm>
                    <a:custGeom>
                      <a:avLst/>
                      <a:gdLst>
                        <a:gd name="connsiteX0" fmla="*/ 15276 w 17979"/>
                        <a:gd name="connsiteY0" fmla="*/ 605 h 24412"/>
                        <a:gd name="connsiteX1" fmla="*/ 15467 w 17979"/>
                        <a:gd name="connsiteY1" fmla="*/ 16131 h 24412"/>
                        <a:gd name="connsiteX2" fmla="*/ 2608 w 17979"/>
                        <a:gd name="connsiteY2" fmla="*/ 23751 h 24412"/>
                        <a:gd name="connsiteX3" fmla="*/ 2608 w 17979"/>
                        <a:gd name="connsiteY3" fmla="*/ 8416 h 24412"/>
                        <a:gd name="connsiteX4" fmla="*/ 15276 w 17979"/>
                        <a:gd name="connsiteY4" fmla="*/ 605 h 24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79" h="24412">
                          <a:moveTo>
                            <a:pt x="15276" y="605"/>
                          </a:moveTo>
                          <a:cubicBezTo>
                            <a:pt x="18800" y="2701"/>
                            <a:pt x="18895" y="9654"/>
                            <a:pt x="15467" y="16131"/>
                          </a:cubicBezTo>
                          <a:cubicBezTo>
                            <a:pt x="11847" y="22513"/>
                            <a:pt x="6132" y="25942"/>
                            <a:pt x="2608" y="23751"/>
                          </a:cubicBezTo>
                          <a:cubicBezTo>
                            <a:pt x="-917" y="21560"/>
                            <a:pt x="-821" y="14702"/>
                            <a:pt x="2608" y="8416"/>
                          </a:cubicBezTo>
                          <a:cubicBezTo>
                            <a:pt x="6037" y="2034"/>
                            <a:pt x="11656" y="-1490"/>
                            <a:pt x="15276" y="60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62" name="Forme libre : forme 15061">
                      <a:extLst>
                        <a:ext uri="{FF2B5EF4-FFF2-40B4-BE49-F238E27FC236}">
                          <a16:creationId xmlns:a16="http://schemas.microsoft.com/office/drawing/2014/main" id="{A9948664-D662-4D61-9F9A-27AF718B73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5291" y="2689819"/>
                      <a:ext cx="6623" cy="7059"/>
                    </a:xfrm>
                    <a:custGeom>
                      <a:avLst/>
                      <a:gdLst>
                        <a:gd name="connsiteX0" fmla="*/ 3978 w 6623"/>
                        <a:gd name="connsiteY0" fmla="*/ 41 h 7059"/>
                        <a:gd name="connsiteX1" fmla="*/ 6550 w 6623"/>
                        <a:gd name="connsiteY1" fmla="*/ 4137 h 7059"/>
                        <a:gd name="connsiteX2" fmla="*/ 2645 w 6623"/>
                        <a:gd name="connsiteY2" fmla="*/ 6994 h 7059"/>
                        <a:gd name="connsiteX3" fmla="*/ 73 w 6623"/>
                        <a:gd name="connsiteY3" fmla="*/ 2899 h 7059"/>
                        <a:gd name="connsiteX4" fmla="*/ 3978 w 6623"/>
                        <a:gd name="connsiteY4" fmla="*/ 41 h 70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23" h="7059">
                          <a:moveTo>
                            <a:pt x="3978" y="41"/>
                          </a:moveTo>
                          <a:cubicBezTo>
                            <a:pt x="5788" y="327"/>
                            <a:pt x="6931" y="2136"/>
                            <a:pt x="6550" y="4137"/>
                          </a:cubicBezTo>
                          <a:cubicBezTo>
                            <a:pt x="6169" y="6042"/>
                            <a:pt x="4454" y="7375"/>
                            <a:pt x="2645" y="6994"/>
                          </a:cubicBezTo>
                          <a:cubicBezTo>
                            <a:pt x="835" y="6709"/>
                            <a:pt x="-308" y="4803"/>
                            <a:pt x="73" y="2899"/>
                          </a:cubicBezTo>
                          <a:cubicBezTo>
                            <a:pt x="454" y="993"/>
                            <a:pt x="2169" y="-245"/>
                            <a:pt x="3978" y="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63" name="Forme libre : forme 15062">
                      <a:extLst>
                        <a:ext uri="{FF2B5EF4-FFF2-40B4-BE49-F238E27FC236}">
                          <a16:creationId xmlns:a16="http://schemas.microsoft.com/office/drawing/2014/main" id="{3B274D57-EBCB-4530-BD98-4EC42DFDC1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30322" y="2658604"/>
                      <a:ext cx="65520" cy="52580"/>
                    </a:xfrm>
                    <a:custGeom>
                      <a:avLst/>
                      <a:gdLst>
                        <a:gd name="connsiteX0" fmla="*/ 27992 w 65520"/>
                        <a:gd name="connsiteY0" fmla="*/ 2014 h 52580"/>
                        <a:gd name="connsiteX1" fmla="*/ 57425 w 65520"/>
                        <a:gd name="connsiteY1" fmla="*/ 1347 h 52580"/>
                        <a:gd name="connsiteX2" fmla="*/ 65521 w 65520"/>
                        <a:gd name="connsiteY2" fmla="*/ 7729 h 52580"/>
                        <a:gd name="connsiteX3" fmla="*/ 58663 w 65520"/>
                        <a:gd name="connsiteY3" fmla="*/ 14492 h 52580"/>
                        <a:gd name="connsiteX4" fmla="*/ 29707 w 65520"/>
                        <a:gd name="connsiteY4" fmla="*/ 25445 h 52580"/>
                        <a:gd name="connsiteX5" fmla="*/ 3132 w 65520"/>
                        <a:gd name="connsiteY5" fmla="*/ 51258 h 52580"/>
                        <a:gd name="connsiteX6" fmla="*/ 9228 w 65520"/>
                        <a:gd name="connsiteY6" fmla="*/ 14206 h 52580"/>
                        <a:gd name="connsiteX7" fmla="*/ 27992 w 65520"/>
                        <a:gd name="connsiteY7" fmla="*/ 2014 h 52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5520" h="52580">
                          <a:moveTo>
                            <a:pt x="27992" y="2014"/>
                          </a:moveTo>
                          <a:cubicBezTo>
                            <a:pt x="37517" y="-748"/>
                            <a:pt x="47709" y="-367"/>
                            <a:pt x="57425" y="1347"/>
                          </a:cubicBezTo>
                          <a:cubicBezTo>
                            <a:pt x="61044" y="1919"/>
                            <a:pt x="65425" y="3728"/>
                            <a:pt x="65521" y="7729"/>
                          </a:cubicBezTo>
                          <a:cubicBezTo>
                            <a:pt x="65521" y="11348"/>
                            <a:pt x="61901" y="13539"/>
                            <a:pt x="58663" y="14492"/>
                          </a:cubicBezTo>
                          <a:cubicBezTo>
                            <a:pt x="48757" y="17730"/>
                            <a:pt x="37517" y="18397"/>
                            <a:pt x="29707" y="25445"/>
                          </a:cubicBezTo>
                          <a:cubicBezTo>
                            <a:pt x="24849" y="29922"/>
                            <a:pt x="11228" y="59069"/>
                            <a:pt x="3132" y="51258"/>
                          </a:cubicBezTo>
                          <a:cubicBezTo>
                            <a:pt x="-4774" y="43543"/>
                            <a:pt x="4180" y="20778"/>
                            <a:pt x="9228" y="14206"/>
                          </a:cubicBezTo>
                          <a:cubicBezTo>
                            <a:pt x="13991" y="8300"/>
                            <a:pt x="20848" y="4109"/>
                            <a:pt x="27992" y="201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45" name="Graphique 1">
                    <a:extLst>
                      <a:ext uri="{FF2B5EF4-FFF2-40B4-BE49-F238E27FC236}">
                        <a16:creationId xmlns:a16="http://schemas.microsoft.com/office/drawing/2014/main" id="{9BD9E659-EA1C-4259-A52A-3CEFEF1E348D}"/>
                      </a:ext>
                    </a:extLst>
                  </p:cNvPr>
                  <p:cNvGrpSpPr/>
                  <p:nvPr/>
                </p:nvGrpSpPr>
                <p:grpSpPr>
                  <a:xfrm>
                    <a:off x="7034001" y="2495767"/>
                    <a:ext cx="125536" cy="155865"/>
                    <a:chOff x="7034001" y="2495767"/>
                    <a:chExt cx="125536" cy="155865"/>
                  </a:xfrm>
                  <a:solidFill>
                    <a:schemeClr val="accent1"/>
                  </a:solidFill>
                </p:grpSpPr>
                <p:sp>
                  <p:nvSpPr>
                    <p:cNvPr id="15040" name="Forme libre : forme 15039">
                      <a:extLst>
                        <a:ext uri="{FF2B5EF4-FFF2-40B4-BE49-F238E27FC236}">
                          <a16:creationId xmlns:a16="http://schemas.microsoft.com/office/drawing/2014/main" id="{0BFDC762-A817-4E23-84C6-AE81B7D736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34001" y="2495767"/>
                      <a:ext cx="125536" cy="155775"/>
                    </a:xfrm>
                    <a:custGeom>
                      <a:avLst/>
                      <a:gdLst>
                        <a:gd name="connsiteX0" fmla="*/ 125374 w 125536"/>
                        <a:gd name="connsiteY0" fmla="*/ 54361 h 155775"/>
                        <a:gd name="connsiteX1" fmla="*/ 123850 w 125536"/>
                        <a:gd name="connsiteY1" fmla="*/ 80555 h 155775"/>
                        <a:gd name="connsiteX2" fmla="*/ 122707 w 125536"/>
                        <a:gd name="connsiteY2" fmla="*/ 108653 h 155775"/>
                        <a:gd name="connsiteX3" fmla="*/ 106610 w 125536"/>
                        <a:gd name="connsiteY3" fmla="*/ 144753 h 155775"/>
                        <a:gd name="connsiteX4" fmla="*/ 73653 w 125536"/>
                        <a:gd name="connsiteY4" fmla="*/ 155421 h 155775"/>
                        <a:gd name="connsiteX5" fmla="*/ 40221 w 125536"/>
                        <a:gd name="connsiteY5" fmla="*/ 151040 h 155775"/>
                        <a:gd name="connsiteX6" fmla="*/ 25 w 125536"/>
                        <a:gd name="connsiteY6" fmla="*/ 103033 h 155775"/>
                        <a:gd name="connsiteX7" fmla="*/ 978 w 125536"/>
                        <a:gd name="connsiteY7" fmla="*/ 75221 h 155775"/>
                        <a:gd name="connsiteX8" fmla="*/ 2502 w 125536"/>
                        <a:gd name="connsiteY8" fmla="*/ 45598 h 155775"/>
                        <a:gd name="connsiteX9" fmla="*/ 18790 w 125536"/>
                        <a:gd name="connsiteY9" fmla="*/ 11022 h 155775"/>
                        <a:gd name="connsiteX10" fmla="*/ 51841 w 125536"/>
                        <a:gd name="connsiteY10" fmla="*/ 354 h 155775"/>
                        <a:gd name="connsiteX11" fmla="*/ 85559 w 125536"/>
                        <a:gd name="connsiteY11" fmla="*/ 4831 h 155775"/>
                        <a:gd name="connsiteX12" fmla="*/ 115373 w 125536"/>
                        <a:gd name="connsiteY12" fmla="*/ 21976 h 155775"/>
                        <a:gd name="connsiteX13" fmla="*/ 125374 w 125536"/>
                        <a:gd name="connsiteY13" fmla="*/ 54361 h 155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25536" h="155775">
                          <a:moveTo>
                            <a:pt x="125374" y="54361"/>
                          </a:moveTo>
                          <a:lnTo>
                            <a:pt x="123850" y="80555"/>
                          </a:lnTo>
                          <a:lnTo>
                            <a:pt x="122707" y="108653"/>
                          </a:lnTo>
                          <a:cubicBezTo>
                            <a:pt x="121945" y="123989"/>
                            <a:pt x="115563" y="136371"/>
                            <a:pt x="106610" y="144753"/>
                          </a:cubicBezTo>
                          <a:cubicBezTo>
                            <a:pt x="97466" y="153040"/>
                            <a:pt x="85750" y="157040"/>
                            <a:pt x="73653" y="155421"/>
                          </a:cubicBezTo>
                          <a:lnTo>
                            <a:pt x="40221" y="151040"/>
                          </a:lnTo>
                          <a:cubicBezTo>
                            <a:pt x="15932" y="147801"/>
                            <a:pt x="-737" y="124750"/>
                            <a:pt x="25" y="103033"/>
                          </a:cubicBezTo>
                          <a:lnTo>
                            <a:pt x="978" y="75221"/>
                          </a:lnTo>
                          <a:lnTo>
                            <a:pt x="2502" y="45598"/>
                          </a:lnTo>
                          <a:cubicBezTo>
                            <a:pt x="3645" y="31596"/>
                            <a:pt x="9550" y="19309"/>
                            <a:pt x="18790" y="11022"/>
                          </a:cubicBezTo>
                          <a:cubicBezTo>
                            <a:pt x="27838" y="2735"/>
                            <a:pt x="39554" y="-1265"/>
                            <a:pt x="51841" y="354"/>
                          </a:cubicBezTo>
                          <a:lnTo>
                            <a:pt x="85559" y="4831"/>
                          </a:lnTo>
                          <a:cubicBezTo>
                            <a:pt x="97656" y="6450"/>
                            <a:pt x="108229" y="13022"/>
                            <a:pt x="115373" y="21976"/>
                          </a:cubicBezTo>
                          <a:cubicBezTo>
                            <a:pt x="122326" y="30834"/>
                            <a:pt x="126422" y="42264"/>
                            <a:pt x="125374" y="54361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41" name="Forme libre : forme 15040">
                      <a:extLst>
                        <a:ext uri="{FF2B5EF4-FFF2-40B4-BE49-F238E27FC236}">
                          <a16:creationId xmlns:a16="http://schemas.microsoft.com/office/drawing/2014/main" id="{165FD37F-812E-4F28-85A8-A1D4C8F838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93176" y="2500502"/>
                      <a:ext cx="66361" cy="151129"/>
                    </a:xfrm>
                    <a:custGeom>
                      <a:avLst/>
                      <a:gdLst>
                        <a:gd name="connsiteX0" fmla="*/ 23622 w 66361"/>
                        <a:gd name="connsiteY0" fmla="*/ 91821 h 151129"/>
                        <a:gd name="connsiteX1" fmla="*/ 20574 w 66361"/>
                        <a:gd name="connsiteY1" fmla="*/ 125540 h 151129"/>
                        <a:gd name="connsiteX2" fmla="*/ 0 w 66361"/>
                        <a:gd name="connsiteY2" fmla="*/ 148876 h 151129"/>
                        <a:gd name="connsiteX3" fmla="*/ 14478 w 66361"/>
                        <a:gd name="connsiteY3" fmla="*/ 150781 h 151129"/>
                        <a:gd name="connsiteX4" fmla="*/ 47434 w 66361"/>
                        <a:gd name="connsiteY4" fmla="*/ 140113 h 151129"/>
                        <a:gd name="connsiteX5" fmla="*/ 63532 w 66361"/>
                        <a:gd name="connsiteY5" fmla="*/ 104013 h 151129"/>
                        <a:gd name="connsiteX6" fmla="*/ 64675 w 66361"/>
                        <a:gd name="connsiteY6" fmla="*/ 75914 h 151129"/>
                        <a:gd name="connsiteX7" fmla="*/ 66199 w 66361"/>
                        <a:gd name="connsiteY7" fmla="*/ 49721 h 151129"/>
                        <a:gd name="connsiteX8" fmla="*/ 56197 w 66361"/>
                        <a:gd name="connsiteY8" fmla="*/ 17336 h 151129"/>
                        <a:gd name="connsiteX9" fmla="*/ 26384 w 66361"/>
                        <a:gd name="connsiteY9" fmla="*/ 191 h 151129"/>
                        <a:gd name="connsiteX10" fmla="*/ 25336 w 66361"/>
                        <a:gd name="connsiteY10" fmla="*/ 0 h 151129"/>
                        <a:gd name="connsiteX11" fmla="*/ 23336 w 66361"/>
                        <a:gd name="connsiteY11" fmla="*/ 23051 h 151129"/>
                        <a:gd name="connsiteX12" fmla="*/ 21241 w 66361"/>
                        <a:gd name="connsiteY12" fmla="*/ 45815 h 151129"/>
                        <a:gd name="connsiteX13" fmla="*/ 23622 w 66361"/>
                        <a:gd name="connsiteY13" fmla="*/ 91821 h 151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66361" h="151129">
                          <a:moveTo>
                            <a:pt x="23622" y="91821"/>
                          </a:moveTo>
                          <a:cubicBezTo>
                            <a:pt x="26003" y="103346"/>
                            <a:pt x="24765" y="115634"/>
                            <a:pt x="20574" y="125540"/>
                          </a:cubicBezTo>
                          <a:cubicBezTo>
                            <a:pt x="16383" y="135636"/>
                            <a:pt x="9239" y="143828"/>
                            <a:pt x="0" y="148876"/>
                          </a:cubicBezTo>
                          <a:lnTo>
                            <a:pt x="14478" y="150781"/>
                          </a:lnTo>
                          <a:cubicBezTo>
                            <a:pt x="26575" y="152400"/>
                            <a:pt x="38290" y="148304"/>
                            <a:pt x="47434" y="140113"/>
                          </a:cubicBezTo>
                          <a:cubicBezTo>
                            <a:pt x="56388" y="131826"/>
                            <a:pt x="62865" y="119348"/>
                            <a:pt x="63532" y="104013"/>
                          </a:cubicBezTo>
                          <a:lnTo>
                            <a:pt x="64675" y="75914"/>
                          </a:lnTo>
                          <a:lnTo>
                            <a:pt x="66199" y="49721"/>
                          </a:lnTo>
                          <a:cubicBezTo>
                            <a:pt x="67246" y="37624"/>
                            <a:pt x="63151" y="26194"/>
                            <a:pt x="56197" y="17336"/>
                          </a:cubicBezTo>
                          <a:cubicBezTo>
                            <a:pt x="49053" y="8477"/>
                            <a:pt x="38576" y="1810"/>
                            <a:pt x="26384" y="191"/>
                          </a:cubicBezTo>
                          <a:lnTo>
                            <a:pt x="25336" y="0"/>
                          </a:lnTo>
                          <a:cubicBezTo>
                            <a:pt x="24955" y="7811"/>
                            <a:pt x="24289" y="15526"/>
                            <a:pt x="23336" y="23051"/>
                          </a:cubicBezTo>
                          <a:cubicBezTo>
                            <a:pt x="22670" y="30671"/>
                            <a:pt x="21907" y="38291"/>
                            <a:pt x="21241" y="45815"/>
                          </a:cubicBezTo>
                          <a:cubicBezTo>
                            <a:pt x="20193" y="61055"/>
                            <a:pt x="20098" y="76295"/>
                            <a:pt x="23622" y="91821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42" name="Forme libre : forme 15041">
                      <a:extLst>
                        <a:ext uri="{FF2B5EF4-FFF2-40B4-BE49-F238E27FC236}">
                          <a16:creationId xmlns:a16="http://schemas.microsoft.com/office/drawing/2014/main" id="{7C804DCA-B8EC-40FE-9654-96EAFC3DF6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6445" y="2529584"/>
                      <a:ext cx="46634" cy="68659"/>
                    </a:xfrm>
                    <a:custGeom>
                      <a:avLst/>
                      <a:gdLst>
                        <a:gd name="connsiteX0" fmla="*/ 25685 w 46634"/>
                        <a:gd name="connsiteY0" fmla="*/ 65 h 68659"/>
                        <a:gd name="connsiteX1" fmla="*/ 41305 w 46634"/>
                        <a:gd name="connsiteY1" fmla="*/ 11399 h 68659"/>
                        <a:gd name="connsiteX2" fmla="*/ 46544 w 46634"/>
                        <a:gd name="connsiteY2" fmla="*/ 35498 h 68659"/>
                        <a:gd name="connsiteX3" fmla="*/ 38734 w 46634"/>
                        <a:gd name="connsiteY3" fmla="*/ 59024 h 68659"/>
                        <a:gd name="connsiteX4" fmla="*/ 21874 w 46634"/>
                        <a:gd name="connsiteY4" fmla="*/ 68645 h 68659"/>
                        <a:gd name="connsiteX5" fmla="*/ 62 w 46634"/>
                        <a:gd name="connsiteY5" fmla="*/ 33116 h 68659"/>
                        <a:gd name="connsiteX6" fmla="*/ 8444 w 46634"/>
                        <a:gd name="connsiteY6" fmla="*/ 8828 h 68659"/>
                        <a:gd name="connsiteX7" fmla="*/ 25685 w 46634"/>
                        <a:gd name="connsiteY7" fmla="*/ 65 h 68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6634" h="68659">
                          <a:moveTo>
                            <a:pt x="25685" y="65"/>
                          </a:moveTo>
                          <a:cubicBezTo>
                            <a:pt x="32066" y="636"/>
                            <a:pt x="37591" y="5018"/>
                            <a:pt x="41305" y="11399"/>
                          </a:cubicBezTo>
                          <a:cubicBezTo>
                            <a:pt x="44925" y="17781"/>
                            <a:pt x="47116" y="26354"/>
                            <a:pt x="46544" y="35498"/>
                          </a:cubicBezTo>
                          <a:cubicBezTo>
                            <a:pt x="45878" y="44737"/>
                            <a:pt x="43210" y="53024"/>
                            <a:pt x="38734" y="59024"/>
                          </a:cubicBezTo>
                          <a:cubicBezTo>
                            <a:pt x="34352" y="64930"/>
                            <a:pt x="28351" y="68931"/>
                            <a:pt x="21874" y="68645"/>
                          </a:cubicBezTo>
                          <a:cubicBezTo>
                            <a:pt x="9206" y="68264"/>
                            <a:pt x="-891" y="52548"/>
                            <a:pt x="62" y="33116"/>
                          </a:cubicBezTo>
                          <a:cubicBezTo>
                            <a:pt x="634" y="23401"/>
                            <a:pt x="3682" y="14829"/>
                            <a:pt x="8444" y="8828"/>
                          </a:cubicBezTo>
                          <a:cubicBezTo>
                            <a:pt x="13207" y="2732"/>
                            <a:pt x="19302" y="-507"/>
                            <a:pt x="25685" y="6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43" name="Forme libre : forme 15042">
                      <a:extLst>
                        <a:ext uri="{FF2B5EF4-FFF2-40B4-BE49-F238E27FC236}">
                          <a16:creationId xmlns:a16="http://schemas.microsoft.com/office/drawing/2014/main" id="{219F9DBC-AA2D-4B80-990D-1EA8F09641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9650" y="2549842"/>
                      <a:ext cx="43410" cy="48305"/>
                    </a:xfrm>
                    <a:custGeom>
                      <a:avLst/>
                      <a:gdLst>
                        <a:gd name="connsiteX0" fmla="*/ 0 w 43410"/>
                        <a:gd name="connsiteY0" fmla="*/ 32480 h 48305"/>
                        <a:gd name="connsiteX1" fmla="*/ 18669 w 43410"/>
                        <a:gd name="connsiteY1" fmla="*/ 48292 h 48305"/>
                        <a:gd name="connsiteX2" fmla="*/ 35529 w 43410"/>
                        <a:gd name="connsiteY2" fmla="*/ 38671 h 48305"/>
                        <a:gd name="connsiteX3" fmla="*/ 43339 w 43410"/>
                        <a:gd name="connsiteY3" fmla="*/ 15145 h 48305"/>
                        <a:gd name="connsiteX4" fmla="*/ 41720 w 43410"/>
                        <a:gd name="connsiteY4" fmla="*/ 0 h 48305"/>
                        <a:gd name="connsiteX5" fmla="*/ 39624 w 43410"/>
                        <a:gd name="connsiteY5" fmla="*/ 8191 h 48305"/>
                        <a:gd name="connsiteX6" fmla="*/ 0 w 43410"/>
                        <a:gd name="connsiteY6" fmla="*/ 32480 h 48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410" h="48305">
                          <a:moveTo>
                            <a:pt x="0" y="32480"/>
                          </a:moveTo>
                          <a:cubicBezTo>
                            <a:pt x="3906" y="42005"/>
                            <a:pt x="10669" y="48006"/>
                            <a:pt x="18669" y="48292"/>
                          </a:cubicBezTo>
                          <a:cubicBezTo>
                            <a:pt x="25051" y="48577"/>
                            <a:pt x="31052" y="44577"/>
                            <a:pt x="35529" y="38671"/>
                          </a:cubicBezTo>
                          <a:cubicBezTo>
                            <a:pt x="40005" y="32671"/>
                            <a:pt x="42672" y="24384"/>
                            <a:pt x="43339" y="15145"/>
                          </a:cubicBezTo>
                          <a:cubicBezTo>
                            <a:pt x="43625" y="9715"/>
                            <a:pt x="43053" y="4572"/>
                            <a:pt x="41720" y="0"/>
                          </a:cubicBezTo>
                          <a:cubicBezTo>
                            <a:pt x="41434" y="2762"/>
                            <a:pt x="40767" y="5524"/>
                            <a:pt x="39624" y="8191"/>
                          </a:cubicBezTo>
                          <a:cubicBezTo>
                            <a:pt x="31528" y="22574"/>
                            <a:pt x="15621" y="34195"/>
                            <a:pt x="0" y="3248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44" name="Forme libre : forme 15043">
                      <a:extLst>
                        <a:ext uri="{FF2B5EF4-FFF2-40B4-BE49-F238E27FC236}">
                          <a16:creationId xmlns:a16="http://schemas.microsoft.com/office/drawing/2014/main" id="{0D0A2286-AE99-4BEE-8324-876A82BE35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1754" y="2526612"/>
                      <a:ext cx="46627" cy="68285"/>
                    </a:xfrm>
                    <a:custGeom>
                      <a:avLst/>
                      <a:gdLst>
                        <a:gd name="connsiteX0" fmla="*/ 25805 w 46627"/>
                        <a:gd name="connsiteY0" fmla="*/ 84 h 68285"/>
                        <a:gd name="connsiteX1" fmla="*/ 46569 w 46627"/>
                        <a:gd name="connsiteY1" fmla="*/ 35422 h 68285"/>
                        <a:gd name="connsiteX2" fmla="*/ 21899 w 46627"/>
                        <a:gd name="connsiteY2" fmla="*/ 68283 h 68285"/>
                        <a:gd name="connsiteX3" fmla="*/ 87 w 46627"/>
                        <a:gd name="connsiteY3" fmla="*/ 32850 h 68285"/>
                        <a:gd name="connsiteX4" fmla="*/ 25805 w 46627"/>
                        <a:gd name="connsiteY4" fmla="*/ 84 h 68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627" h="68285">
                          <a:moveTo>
                            <a:pt x="25805" y="84"/>
                          </a:moveTo>
                          <a:cubicBezTo>
                            <a:pt x="38758" y="1418"/>
                            <a:pt x="47426" y="17039"/>
                            <a:pt x="46569" y="35422"/>
                          </a:cubicBezTo>
                          <a:cubicBezTo>
                            <a:pt x="45426" y="53710"/>
                            <a:pt x="34853" y="68474"/>
                            <a:pt x="21899" y="68283"/>
                          </a:cubicBezTo>
                          <a:cubicBezTo>
                            <a:pt x="9231" y="67997"/>
                            <a:pt x="-1056" y="52186"/>
                            <a:pt x="87" y="32850"/>
                          </a:cubicBezTo>
                          <a:cubicBezTo>
                            <a:pt x="944" y="13419"/>
                            <a:pt x="13136" y="-1249"/>
                            <a:pt x="25805" y="8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45" name="Forme libre : forme 15044">
                      <a:extLst>
                        <a:ext uri="{FF2B5EF4-FFF2-40B4-BE49-F238E27FC236}">
                          <a16:creationId xmlns:a16="http://schemas.microsoft.com/office/drawing/2014/main" id="{ABB41C57-11DC-4021-9311-2353929AD5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0822" y="2544070"/>
                      <a:ext cx="87821" cy="84735"/>
                    </a:xfrm>
                    <a:custGeom>
                      <a:avLst/>
                      <a:gdLst>
                        <a:gd name="connsiteX0" fmla="*/ 38545 w 87821"/>
                        <a:gd name="connsiteY0" fmla="*/ 83687 h 84735"/>
                        <a:gd name="connsiteX1" fmla="*/ 60167 w 87821"/>
                        <a:gd name="connsiteY1" fmla="*/ 83401 h 84735"/>
                        <a:gd name="connsiteX2" fmla="*/ 76741 w 87821"/>
                        <a:gd name="connsiteY2" fmla="*/ 69875 h 84735"/>
                        <a:gd name="connsiteX3" fmla="*/ 82170 w 87821"/>
                        <a:gd name="connsiteY3" fmla="*/ 59017 h 84735"/>
                        <a:gd name="connsiteX4" fmla="*/ 85694 w 87821"/>
                        <a:gd name="connsiteY4" fmla="*/ 47587 h 84735"/>
                        <a:gd name="connsiteX5" fmla="*/ 84361 w 87821"/>
                        <a:gd name="connsiteY5" fmla="*/ 13106 h 84735"/>
                        <a:gd name="connsiteX6" fmla="*/ 64263 w 87821"/>
                        <a:gd name="connsiteY6" fmla="*/ 533 h 84735"/>
                        <a:gd name="connsiteX7" fmla="*/ 52548 w 87821"/>
                        <a:gd name="connsiteY7" fmla="*/ 11487 h 84735"/>
                        <a:gd name="connsiteX8" fmla="*/ 25592 w 87821"/>
                        <a:gd name="connsiteY8" fmla="*/ 39490 h 84735"/>
                        <a:gd name="connsiteX9" fmla="*/ 8161 w 87821"/>
                        <a:gd name="connsiteY9" fmla="*/ 53206 h 84735"/>
                        <a:gd name="connsiteX10" fmla="*/ 636 w 87821"/>
                        <a:gd name="connsiteY10" fmla="*/ 71304 h 84735"/>
                        <a:gd name="connsiteX11" fmla="*/ 38545 w 87821"/>
                        <a:gd name="connsiteY11" fmla="*/ 83687 h 84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87821" h="84735">
                          <a:moveTo>
                            <a:pt x="38545" y="83687"/>
                          </a:moveTo>
                          <a:cubicBezTo>
                            <a:pt x="45785" y="84639"/>
                            <a:pt x="53119" y="85591"/>
                            <a:pt x="60167" y="83401"/>
                          </a:cubicBezTo>
                          <a:cubicBezTo>
                            <a:pt x="66930" y="81305"/>
                            <a:pt x="72360" y="76352"/>
                            <a:pt x="76741" y="69875"/>
                          </a:cubicBezTo>
                          <a:cubicBezTo>
                            <a:pt x="78932" y="66732"/>
                            <a:pt x="80741" y="63017"/>
                            <a:pt x="82170" y="59017"/>
                          </a:cubicBezTo>
                          <a:cubicBezTo>
                            <a:pt x="83694" y="55112"/>
                            <a:pt x="84837" y="50730"/>
                            <a:pt x="85694" y="47587"/>
                          </a:cubicBezTo>
                          <a:cubicBezTo>
                            <a:pt x="88457" y="36157"/>
                            <a:pt x="89028" y="23679"/>
                            <a:pt x="84361" y="13106"/>
                          </a:cubicBezTo>
                          <a:cubicBezTo>
                            <a:pt x="80741" y="5105"/>
                            <a:pt x="72550" y="-2038"/>
                            <a:pt x="64263" y="533"/>
                          </a:cubicBezTo>
                          <a:cubicBezTo>
                            <a:pt x="59120" y="2153"/>
                            <a:pt x="55786" y="7105"/>
                            <a:pt x="52548" y="11487"/>
                          </a:cubicBezTo>
                          <a:cubicBezTo>
                            <a:pt x="44832" y="21964"/>
                            <a:pt x="35688" y="31489"/>
                            <a:pt x="25592" y="39490"/>
                          </a:cubicBezTo>
                          <a:cubicBezTo>
                            <a:pt x="21210" y="42729"/>
                            <a:pt x="13876" y="48158"/>
                            <a:pt x="8161" y="53206"/>
                          </a:cubicBezTo>
                          <a:cubicBezTo>
                            <a:pt x="2541" y="58445"/>
                            <a:pt x="-1650" y="64351"/>
                            <a:pt x="636" y="71304"/>
                          </a:cubicBezTo>
                          <a:cubicBezTo>
                            <a:pt x="4446" y="83972"/>
                            <a:pt x="28449" y="82448"/>
                            <a:pt x="38545" y="8368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46" name="Forme libre : forme 15045">
                      <a:extLst>
                        <a:ext uri="{FF2B5EF4-FFF2-40B4-BE49-F238E27FC236}">
                          <a16:creationId xmlns:a16="http://schemas.microsoft.com/office/drawing/2014/main" id="{54C48806-FB01-4FC4-BC26-E2DA198E19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1865" y="2583852"/>
                      <a:ext cx="22679" cy="28005"/>
                    </a:xfrm>
                    <a:custGeom>
                      <a:avLst/>
                      <a:gdLst>
                        <a:gd name="connsiteX0" fmla="*/ 12833 w 22679"/>
                        <a:gd name="connsiteY0" fmla="*/ 26092 h 28005"/>
                        <a:gd name="connsiteX1" fmla="*/ 17691 w 22679"/>
                        <a:gd name="connsiteY1" fmla="*/ 27997 h 28005"/>
                        <a:gd name="connsiteX2" fmla="*/ 22167 w 22679"/>
                        <a:gd name="connsiteY2" fmla="*/ 25711 h 28005"/>
                        <a:gd name="connsiteX3" fmla="*/ 22262 w 22679"/>
                        <a:gd name="connsiteY3" fmla="*/ 20853 h 28005"/>
                        <a:gd name="connsiteX4" fmla="*/ 17976 w 22679"/>
                        <a:gd name="connsiteY4" fmla="*/ 8852 h 28005"/>
                        <a:gd name="connsiteX5" fmla="*/ 15214 w 22679"/>
                        <a:gd name="connsiteY5" fmla="*/ 4280 h 28005"/>
                        <a:gd name="connsiteX6" fmla="*/ 69 w 22679"/>
                        <a:gd name="connsiteY6" fmla="*/ 7614 h 28005"/>
                        <a:gd name="connsiteX7" fmla="*/ 12833 w 22679"/>
                        <a:gd name="connsiteY7" fmla="*/ 26092 h 28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679" h="28005">
                          <a:moveTo>
                            <a:pt x="12833" y="26092"/>
                          </a:moveTo>
                          <a:cubicBezTo>
                            <a:pt x="14261" y="27045"/>
                            <a:pt x="15881" y="27902"/>
                            <a:pt x="17691" y="27997"/>
                          </a:cubicBezTo>
                          <a:cubicBezTo>
                            <a:pt x="19405" y="28093"/>
                            <a:pt x="21310" y="27331"/>
                            <a:pt x="22167" y="25711"/>
                          </a:cubicBezTo>
                          <a:cubicBezTo>
                            <a:pt x="22929" y="24187"/>
                            <a:pt x="22739" y="22377"/>
                            <a:pt x="22262" y="20853"/>
                          </a:cubicBezTo>
                          <a:cubicBezTo>
                            <a:pt x="21215" y="16662"/>
                            <a:pt x="19881" y="12757"/>
                            <a:pt x="17976" y="8852"/>
                          </a:cubicBezTo>
                          <a:cubicBezTo>
                            <a:pt x="17214" y="7233"/>
                            <a:pt x="16357" y="5613"/>
                            <a:pt x="15214" y="4280"/>
                          </a:cubicBezTo>
                          <a:cubicBezTo>
                            <a:pt x="10166" y="-1149"/>
                            <a:pt x="-979" y="-2768"/>
                            <a:pt x="69" y="7614"/>
                          </a:cubicBezTo>
                          <a:cubicBezTo>
                            <a:pt x="927" y="15138"/>
                            <a:pt x="7023" y="21996"/>
                            <a:pt x="12833" y="2609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47" name="Forme libre : forme 15046">
                      <a:extLst>
                        <a:ext uri="{FF2B5EF4-FFF2-40B4-BE49-F238E27FC236}">
                          <a16:creationId xmlns:a16="http://schemas.microsoft.com/office/drawing/2014/main" id="{E48B4070-6C08-4B31-866D-38EB4DE396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14131" y="2504503"/>
                      <a:ext cx="42767" cy="44481"/>
                    </a:xfrm>
                    <a:custGeom>
                      <a:avLst/>
                      <a:gdLst>
                        <a:gd name="connsiteX0" fmla="*/ 0 w 42767"/>
                        <a:gd name="connsiteY0" fmla="*/ 0 h 44481"/>
                        <a:gd name="connsiteX1" fmla="*/ 18573 w 42767"/>
                        <a:gd name="connsiteY1" fmla="*/ 6763 h 44481"/>
                        <a:gd name="connsiteX2" fmla="*/ 42767 w 42767"/>
                        <a:gd name="connsiteY2" fmla="*/ 44482 h 44481"/>
                        <a:gd name="connsiteX3" fmla="*/ 34290 w 42767"/>
                        <a:gd name="connsiteY3" fmla="*/ 26956 h 44481"/>
                        <a:gd name="connsiteX4" fmla="*/ 0 w 42767"/>
                        <a:gd name="connsiteY4" fmla="*/ 0 h 4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767" h="44481">
                          <a:moveTo>
                            <a:pt x="0" y="0"/>
                          </a:moveTo>
                          <a:cubicBezTo>
                            <a:pt x="0" y="0"/>
                            <a:pt x="8858" y="762"/>
                            <a:pt x="18573" y="6763"/>
                          </a:cubicBezTo>
                          <a:cubicBezTo>
                            <a:pt x="28289" y="12763"/>
                            <a:pt x="38671" y="23813"/>
                            <a:pt x="42767" y="44482"/>
                          </a:cubicBezTo>
                          <a:cubicBezTo>
                            <a:pt x="42767" y="44482"/>
                            <a:pt x="40767" y="36481"/>
                            <a:pt x="34290" y="26956"/>
                          </a:cubicBezTo>
                          <a:cubicBezTo>
                            <a:pt x="27908" y="17431"/>
                            <a:pt x="17526" y="6382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48" name="Forme libre : forme 15047">
                      <a:extLst>
                        <a:ext uri="{FF2B5EF4-FFF2-40B4-BE49-F238E27FC236}">
                          <a16:creationId xmlns:a16="http://schemas.microsoft.com/office/drawing/2014/main" id="{5D3D3C72-F8FE-4C53-BAC9-8814214744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37741" y="2596610"/>
                      <a:ext cx="40481" cy="48006"/>
                    </a:xfrm>
                    <a:custGeom>
                      <a:avLst/>
                      <a:gdLst>
                        <a:gd name="connsiteX0" fmla="*/ 0 w 40481"/>
                        <a:gd name="connsiteY0" fmla="*/ 0 h 48006"/>
                        <a:gd name="connsiteX1" fmla="*/ 667 w 40481"/>
                        <a:gd name="connsiteY1" fmla="*/ 5715 h 48006"/>
                        <a:gd name="connsiteX2" fmla="*/ 4953 w 40481"/>
                        <a:gd name="connsiteY2" fmla="*/ 19622 h 48006"/>
                        <a:gd name="connsiteX3" fmla="*/ 40481 w 40481"/>
                        <a:gd name="connsiteY3" fmla="*/ 48006 h 48006"/>
                        <a:gd name="connsiteX4" fmla="*/ 22098 w 40481"/>
                        <a:gd name="connsiteY4" fmla="*/ 36767 h 48006"/>
                        <a:gd name="connsiteX5" fmla="*/ 8572 w 40481"/>
                        <a:gd name="connsiteY5" fmla="*/ 21622 h 48006"/>
                        <a:gd name="connsiteX6" fmla="*/ 0 w 40481"/>
                        <a:gd name="connsiteY6" fmla="*/ 0 h 48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481" h="48006">
                          <a:moveTo>
                            <a:pt x="0" y="0"/>
                          </a:moveTo>
                          <a:cubicBezTo>
                            <a:pt x="0" y="0"/>
                            <a:pt x="0" y="2286"/>
                            <a:pt x="667" y="5715"/>
                          </a:cubicBezTo>
                          <a:cubicBezTo>
                            <a:pt x="1334" y="9239"/>
                            <a:pt x="2381" y="14288"/>
                            <a:pt x="4953" y="19622"/>
                          </a:cubicBezTo>
                          <a:cubicBezTo>
                            <a:pt x="9810" y="30385"/>
                            <a:pt x="19526" y="42958"/>
                            <a:pt x="40481" y="48006"/>
                          </a:cubicBezTo>
                          <a:cubicBezTo>
                            <a:pt x="40481" y="48006"/>
                            <a:pt x="31432" y="44672"/>
                            <a:pt x="22098" y="36767"/>
                          </a:cubicBezTo>
                          <a:cubicBezTo>
                            <a:pt x="17336" y="32861"/>
                            <a:pt x="12478" y="27813"/>
                            <a:pt x="8572" y="21622"/>
                          </a:cubicBezTo>
                          <a:cubicBezTo>
                            <a:pt x="4476" y="15526"/>
                            <a:pt x="1524" y="809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49" name="Forme libre : forme 15048">
                      <a:extLst>
                        <a:ext uri="{FF2B5EF4-FFF2-40B4-BE49-F238E27FC236}">
                          <a16:creationId xmlns:a16="http://schemas.microsoft.com/office/drawing/2014/main" id="{1AC1C1F3-9C53-4230-8EEA-EE9C13C5D9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1470" y="2543515"/>
                      <a:ext cx="16814" cy="25659"/>
                    </a:xfrm>
                    <a:custGeom>
                      <a:avLst/>
                      <a:gdLst>
                        <a:gd name="connsiteX0" fmla="*/ 13230 w 16814"/>
                        <a:gd name="connsiteY0" fmla="*/ 421 h 25659"/>
                        <a:gd name="connsiteX1" fmla="*/ 15326 w 16814"/>
                        <a:gd name="connsiteY1" fmla="*/ 15852 h 25659"/>
                        <a:gd name="connsiteX2" fmla="*/ 3610 w 16814"/>
                        <a:gd name="connsiteY2" fmla="*/ 25282 h 25659"/>
                        <a:gd name="connsiteX3" fmla="*/ 1514 w 16814"/>
                        <a:gd name="connsiteY3" fmla="*/ 9661 h 25659"/>
                        <a:gd name="connsiteX4" fmla="*/ 13230 w 16814"/>
                        <a:gd name="connsiteY4" fmla="*/ 421 h 25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14" h="25659">
                          <a:moveTo>
                            <a:pt x="13230" y="421"/>
                          </a:moveTo>
                          <a:cubicBezTo>
                            <a:pt x="16945" y="2136"/>
                            <a:pt x="17993" y="8994"/>
                            <a:pt x="15326" y="15852"/>
                          </a:cubicBezTo>
                          <a:cubicBezTo>
                            <a:pt x="12659" y="22710"/>
                            <a:pt x="7420" y="26996"/>
                            <a:pt x="3610" y="25282"/>
                          </a:cubicBezTo>
                          <a:cubicBezTo>
                            <a:pt x="-200" y="23662"/>
                            <a:pt x="-1153" y="16614"/>
                            <a:pt x="1514" y="9661"/>
                          </a:cubicBezTo>
                          <a:cubicBezTo>
                            <a:pt x="4086" y="2803"/>
                            <a:pt x="9420" y="-1388"/>
                            <a:pt x="13230" y="42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50" name="Forme libre : forme 15049">
                      <a:extLst>
                        <a:ext uri="{FF2B5EF4-FFF2-40B4-BE49-F238E27FC236}">
                          <a16:creationId xmlns:a16="http://schemas.microsoft.com/office/drawing/2014/main" id="{4B35E68A-D2F9-4151-86CE-1C7E01ABFF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9444" y="2540027"/>
                      <a:ext cx="6701" cy="7152"/>
                    </a:xfrm>
                    <a:custGeom>
                      <a:avLst/>
                      <a:gdLst>
                        <a:gd name="connsiteX0" fmla="*/ 3637 w 6701"/>
                        <a:gd name="connsiteY0" fmla="*/ 5 h 7152"/>
                        <a:gd name="connsiteX1" fmla="*/ 6685 w 6701"/>
                        <a:gd name="connsiteY1" fmla="*/ 3814 h 7152"/>
                        <a:gd name="connsiteX2" fmla="*/ 3065 w 6701"/>
                        <a:gd name="connsiteY2" fmla="*/ 7148 h 7152"/>
                        <a:gd name="connsiteX3" fmla="*/ 17 w 6701"/>
                        <a:gd name="connsiteY3" fmla="*/ 3338 h 7152"/>
                        <a:gd name="connsiteX4" fmla="*/ 3637 w 6701"/>
                        <a:gd name="connsiteY4" fmla="*/ 5 h 7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01" h="7152">
                          <a:moveTo>
                            <a:pt x="3637" y="5"/>
                          </a:moveTo>
                          <a:cubicBezTo>
                            <a:pt x="5446" y="195"/>
                            <a:pt x="6875" y="1814"/>
                            <a:pt x="6685" y="3814"/>
                          </a:cubicBezTo>
                          <a:cubicBezTo>
                            <a:pt x="6494" y="5815"/>
                            <a:pt x="4970" y="7243"/>
                            <a:pt x="3065" y="7148"/>
                          </a:cubicBezTo>
                          <a:cubicBezTo>
                            <a:pt x="1255" y="7053"/>
                            <a:pt x="-174" y="5338"/>
                            <a:pt x="17" y="3338"/>
                          </a:cubicBezTo>
                          <a:cubicBezTo>
                            <a:pt x="208" y="1338"/>
                            <a:pt x="1827" y="-91"/>
                            <a:pt x="3637" y="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51" name="Forme libre : forme 15050">
                      <a:extLst>
                        <a:ext uri="{FF2B5EF4-FFF2-40B4-BE49-F238E27FC236}">
                          <a16:creationId xmlns:a16="http://schemas.microsoft.com/office/drawing/2014/main" id="{6B119422-5140-4453-83BE-45CDBDD164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5080" y="2508439"/>
                      <a:ext cx="63057" cy="59462"/>
                    </a:xfrm>
                    <a:custGeom>
                      <a:avLst/>
                      <a:gdLst>
                        <a:gd name="connsiteX0" fmla="*/ 25045 w 63057"/>
                        <a:gd name="connsiteY0" fmla="*/ 2826 h 59462"/>
                        <a:gd name="connsiteX1" fmla="*/ 54763 w 63057"/>
                        <a:gd name="connsiteY1" fmla="*/ 922 h 59462"/>
                        <a:gd name="connsiteX2" fmla="*/ 63050 w 63057"/>
                        <a:gd name="connsiteY2" fmla="*/ 6922 h 59462"/>
                        <a:gd name="connsiteX3" fmla="*/ 56382 w 63057"/>
                        <a:gd name="connsiteY3" fmla="*/ 13971 h 59462"/>
                        <a:gd name="connsiteX4" fmla="*/ 28188 w 63057"/>
                        <a:gd name="connsiteY4" fmla="*/ 27496 h 59462"/>
                        <a:gd name="connsiteX5" fmla="*/ 4662 w 63057"/>
                        <a:gd name="connsiteY5" fmla="*/ 58548 h 59462"/>
                        <a:gd name="connsiteX6" fmla="*/ 6757 w 63057"/>
                        <a:gd name="connsiteY6" fmla="*/ 17400 h 59462"/>
                        <a:gd name="connsiteX7" fmla="*/ 25045 w 63057"/>
                        <a:gd name="connsiteY7" fmla="*/ 2826 h 59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3057" h="59462">
                          <a:moveTo>
                            <a:pt x="25045" y="2826"/>
                          </a:moveTo>
                          <a:cubicBezTo>
                            <a:pt x="34570" y="-698"/>
                            <a:pt x="44857" y="-412"/>
                            <a:pt x="54763" y="922"/>
                          </a:cubicBezTo>
                          <a:cubicBezTo>
                            <a:pt x="58382" y="1398"/>
                            <a:pt x="62955" y="3112"/>
                            <a:pt x="63050" y="6922"/>
                          </a:cubicBezTo>
                          <a:cubicBezTo>
                            <a:pt x="63240" y="10447"/>
                            <a:pt x="59526" y="12732"/>
                            <a:pt x="56382" y="13971"/>
                          </a:cubicBezTo>
                          <a:cubicBezTo>
                            <a:pt x="46667" y="17781"/>
                            <a:pt x="35523" y="19305"/>
                            <a:pt x="28188" y="27496"/>
                          </a:cubicBezTo>
                          <a:cubicBezTo>
                            <a:pt x="23330" y="32544"/>
                            <a:pt x="13805" y="65310"/>
                            <a:pt x="4662" y="58548"/>
                          </a:cubicBezTo>
                          <a:cubicBezTo>
                            <a:pt x="-4482" y="51594"/>
                            <a:pt x="1804" y="25020"/>
                            <a:pt x="6757" y="17400"/>
                          </a:cubicBezTo>
                          <a:cubicBezTo>
                            <a:pt x="10948" y="10447"/>
                            <a:pt x="17806" y="5398"/>
                            <a:pt x="25045" y="282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46" name="Graphique 1">
                    <a:extLst>
                      <a:ext uri="{FF2B5EF4-FFF2-40B4-BE49-F238E27FC236}">
                        <a16:creationId xmlns:a16="http://schemas.microsoft.com/office/drawing/2014/main" id="{5DCF2A6E-8E02-43BB-99D0-AC18EA4B54A8}"/>
                      </a:ext>
                    </a:extLst>
                  </p:cNvPr>
                  <p:cNvGrpSpPr/>
                  <p:nvPr/>
                </p:nvGrpSpPr>
                <p:grpSpPr>
                  <a:xfrm>
                    <a:off x="7049213" y="2339335"/>
                    <a:ext cx="137962" cy="161837"/>
                    <a:chOff x="7049213" y="2339335"/>
                    <a:chExt cx="137962" cy="161837"/>
                  </a:xfrm>
                  <a:solidFill>
                    <a:schemeClr val="accent1"/>
                  </a:solidFill>
                </p:grpSpPr>
                <p:sp>
                  <p:nvSpPr>
                    <p:cNvPr id="15028" name="Forme libre : forme 15027">
                      <a:extLst>
                        <a:ext uri="{FF2B5EF4-FFF2-40B4-BE49-F238E27FC236}">
                          <a16:creationId xmlns:a16="http://schemas.microsoft.com/office/drawing/2014/main" id="{1991DD4D-2F6F-499D-ADF5-D81815BE7D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9213" y="2339335"/>
                      <a:ext cx="137906" cy="161837"/>
                    </a:xfrm>
                    <a:custGeom>
                      <a:avLst/>
                      <a:gdLst>
                        <a:gd name="connsiteX0" fmla="*/ 135498 w 137906"/>
                        <a:gd name="connsiteY0" fmla="*/ 82301 h 161837"/>
                        <a:gd name="connsiteX1" fmla="*/ 128164 w 137906"/>
                        <a:gd name="connsiteY1" fmla="*/ 103160 h 161837"/>
                        <a:gd name="connsiteX2" fmla="*/ 122068 w 137906"/>
                        <a:gd name="connsiteY2" fmla="*/ 125830 h 161837"/>
                        <a:gd name="connsiteX3" fmla="*/ 115401 w 137906"/>
                        <a:gd name="connsiteY3" fmla="*/ 140974 h 161837"/>
                        <a:gd name="connsiteX4" fmla="*/ 103590 w 137906"/>
                        <a:gd name="connsiteY4" fmla="*/ 152881 h 161837"/>
                        <a:gd name="connsiteX5" fmla="*/ 70347 w 137906"/>
                        <a:gd name="connsiteY5" fmla="*/ 161453 h 161837"/>
                        <a:gd name="connsiteX6" fmla="*/ 36629 w 137906"/>
                        <a:gd name="connsiteY6" fmla="*/ 156976 h 161837"/>
                        <a:gd name="connsiteX7" fmla="*/ 7482 w 137906"/>
                        <a:gd name="connsiteY7" fmla="*/ 137831 h 161837"/>
                        <a:gd name="connsiteX8" fmla="*/ 719 w 137906"/>
                        <a:gd name="connsiteY8" fmla="*/ 119829 h 161837"/>
                        <a:gd name="connsiteX9" fmla="*/ 1291 w 137906"/>
                        <a:gd name="connsiteY9" fmla="*/ 98779 h 161837"/>
                        <a:gd name="connsiteX10" fmla="*/ 9483 w 137906"/>
                        <a:gd name="connsiteY10" fmla="*/ 67346 h 161837"/>
                        <a:gd name="connsiteX11" fmla="*/ 20532 w 137906"/>
                        <a:gd name="connsiteY11" fmla="*/ 35342 h 161837"/>
                        <a:gd name="connsiteX12" fmla="*/ 33485 w 137906"/>
                        <a:gd name="connsiteY12" fmla="*/ 15435 h 161837"/>
                        <a:gd name="connsiteX13" fmla="*/ 51583 w 137906"/>
                        <a:gd name="connsiteY13" fmla="*/ 3053 h 161837"/>
                        <a:gd name="connsiteX14" fmla="*/ 61013 w 137906"/>
                        <a:gd name="connsiteY14" fmla="*/ 386 h 161837"/>
                        <a:gd name="connsiteX15" fmla="*/ 70633 w 137906"/>
                        <a:gd name="connsiteY15" fmla="*/ 195 h 161837"/>
                        <a:gd name="connsiteX16" fmla="*/ 87397 w 137906"/>
                        <a:gd name="connsiteY16" fmla="*/ 7053 h 161837"/>
                        <a:gd name="connsiteX17" fmla="*/ 114734 w 137906"/>
                        <a:gd name="connsiteY17" fmla="*/ 27818 h 161837"/>
                        <a:gd name="connsiteX18" fmla="*/ 126926 w 137906"/>
                        <a:gd name="connsiteY18" fmla="*/ 40676 h 161837"/>
                        <a:gd name="connsiteX19" fmla="*/ 131212 w 137906"/>
                        <a:gd name="connsiteY19" fmla="*/ 47534 h 161837"/>
                        <a:gd name="connsiteX20" fmla="*/ 134641 w 137906"/>
                        <a:gd name="connsiteY20" fmla="*/ 54869 h 161837"/>
                        <a:gd name="connsiteX21" fmla="*/ 137784 w 137906"/>
                        <a:gd name="connsiteY21" fmla="*/ 68775 h 161837"/>
                        <a:gd name="connsiteX22" fmla="*/ 135498 w 137906"/>
                        <a:gd name="connsiteY22" fmla="*/ 82301 h 161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37906" h="161837">
                          <a:moveTo>
                            <a:pt x="135498" y="82301"/>
                          </a:moveTo>
                          <a:cubicBezTo>
                            <a:pt x="133022" y="88968"/>
                            <a:pt x="130260" y="95636"/>
                            <a:pt x="128164" y="103160"/>
                          </a:cubicBezTo>
                          <a:cubicBezTo>
                            <a:pt x="125783" y="110209"/>
                            <a:pt x="124068" y="118210"/>
                            <a:pt x="122068" y="125830"/>
                          </a:cubicBezTo>
                          <a:cubicBezTo>
                            <a:pt x="120735" y="131259"/>
                            <a:pt x="118639" y="136498"/>
                            <a:pt x="115401" y="140974"/>
                          </a:cubicBezTo>
                          <a:cubicBezTo>
                            <a:pt x="112162" y="145451"/>
                            <a:pt x="108162" y="149547"/>
                            <a:pt x="103590" y="152881"/>
                          </a:cubicBezTo>
                          <a:cubicBezTo>
                            <a:pt x="94350" y="159453"/>
                            <a:pt x="82539" y="163073"/>
                            <a:pt x="70347" y="161453"/>
                          </a:cubicBezTo>
                          <a:lnTo>
                            <a:pt x="36629" y="156976"/>
                          </a:lnTo>
                          <a:cubicBezTo>
                            <a:pt x="24437" y="155357"/>
                            <a:pt x="14150" y="148404"/>
                            <a:pt x="7482" y="137831"/>
                          </a:cubicBezTo>
                          <a:cubicBezTo>
                            <a:pt x="4149" y="132592"/>
                            <a:pt x="1672" y="126497"/>
                            <a:pt x="719" y="119829"/>
                          </a:cubicBezTo>
                          <a:cubicBezTo>
                            <a:pt x="-233" y="113162"/>
                            <a:pt x="-424" y="106113"/>
                            <a:pt x="1291" y="98779"/>
                          </a:cubicBezTo>
                          <a:cubicBezTo>
                            <a:pt x="3767" y="88301"/>
                            <a:pt x="6053" y="78014"/>
                            <a:pt x="9483" y="67346"/>
                          </a:cubicBezTo>
                          <a:cubicBezTo>
                            <a:pt x="12340" y="56869"/>
                            <a:pt x="16436" y="46010"/>
                            <a:pt x="20532" y="35342"/>
                          </a:cubicBezTo>
                          <a:cubicBezTo>
                            <a:pt x="23484" y="27818"/>
                            <a:pt x="28438" y="20864"/>
                            <a:pt x="33485" y="15435"/>
                          </a:cubicBezTo>
                          <a:cubicBezTo>
                            <a:pt x="38629" y="9911"/>
                            <a:pt x="45392" y="5624"/>
                            <a:pt x="51583" y="3053"/>
                          </a:cubicBezTo>
                          <a:cubicBezTo>
                            <a:pt x="54727" y="1719"/>
                            <a:pt x="57869" y="862"/>
                            <a:pt x="61013" y="386"/>
                          </a:cubicBezTo>
                          <a:cubicBezTo>
                            <a:pt x="64347" y="-91"/>
                            <a:pt x="67585" y="-91"/>
                            <a:pt x="70633" y="195"/>
                          </a:cubicBezTo>
                          <a:cubicBezTo>
                            <a:pt x="76825" y="957"/>
                            <a:pt x="82444" y="3243"/>
                            <a:pt x="87397" y="7053"/>
                          </a:cubicBezTo>
                          <a:lnTo>
                            <a:pt x="114734" y="27818"/>
                          </a:lnTo>
                          <a:cubicBezTo>
                            <a:pt x="119687" y="31532"/>
                            <a:pt x="123688" y="36104"/>
                            <a:pt x="126926" y="40676"/>
                          </a:cubicBezTo>
                          <a:cubicBezTo>
                            <a:pt x="128545" y="42962"/>
                            <a:pt x="129974" y="45248"/>
                            <a:pt x="131212" y="47534"/>
                          </a:cubicBezTo>
                          <a:cubicBezTo>
                            <a:pt x="132546" y="50011"/>
                            <a:pt x="133689" y="52487"/>
                            <a:pt x="134641" y="54869"/>
                          </a:cubicBezTo>
                          <a:cubicBezTo>
                            <a:pt x="136641" y="59822"/>
                            <a:pt x="137499" y="63917"/>
                            <a:pt x="137784" y="68775"/>
                          </a:cubicBezTo>
                          <a:cubicBezTo>
                            <a:pt x="138260" y="73442"/>
                            <a:pt x="137308" y="77633"/>
                            <a:pt x="135498" y="82301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29" name="Forme libre : forme 15028">
                      <a:extLst>
                        <a:ext uri="{FF2B5EF4-FFF2-40B4-BE49-F238E27FC236}">
                          <a16:creationId xmlns:a16="http://schemas.microsoft.com/office/drawing/2014/main" id="{1FDF0A7C-BB28-4D1F-9986-F29490AC99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4987" y="2366105"/>
                      <a:ext cx="82188" cy="134877"/>
                    </a:xfrm>
                    <a:custGeom>
                      <a:avLst/>
                      <a:gdLst>
                        <a:gd name="connsiteX0" fmla="*/ 28860 w 82188"/>
                        <a:gd name="connsiteY0" fmla="*/ 80963 h 134877"/>
                        <a:gd name="connsiteX1" fmla="*/ 21527 w 82188"/>
                        <a:gd name="connsiteY1" fmla="*/ 111062 h 134877"/>
                        <a:gd name="connsiteX2" fmla="*/ 0 w 82188"/>
                        <a:gd name="connsiteY2" fmla="*/ 132588 h 134877"/>
                        <a:gd name="connsiteX3" fmla="*/ 14573 w 82188"/>
                        <a:gd name="connsiteY3" fmla="*/ 134493 h 134877"/>
                        <a:gd name="connsiteX4" fmla="*/ 47816 w 82188"/>
                        <a:gd name="connsiteY4" fmla="*/ 125921 h 134877"/>
                        <a:gd name="connsiteX5" fmla="*/ 59627 w 82188"/>
                        <a:gd name="connsiteY5" fmla="*/ 114014 h 134877"/>
                        <a:gd name="connsiteX6" fmla="*/ 66294 w 82188"/>
                        <a:gd name="connsiteY6" fmla="*/ 98870 h 134877"/>
                        <a:gd name="connsiteX7" fmla="*/ 72390 w 82188"/>
                        <a:gd name="connsiteY7" fmla="*/ 76200 h 134877"/>
                        <a:gd name="connsiteX8" fmla="*/ 79724 w 82188"/>
                        <a:gd name="connsiteY8" fmla="*/ 55340 h 134877"/>
                        <a:gd name="connsiteX9" fmla="*/ 82105 w 82188"/>
                        <a:gd name="connsiteY9" fmla="*/ 41624 h 134877"/>
                        <a:gd name="connsiteX10" fmla="*/ 78962 w 82188"/>
                        <a:gd name="connsiteY10" fmla="*/ 27718 h 134877"/>
                        <a:gd name="connsiteX11" fmla="*/ 75533 w 82188"/>
                        <a:gd name="connsiteY11" fmla="*/ 20383 h 134877"/>
                        <a:gd name="connsiteX12" fmla="*/ 71247 w 82188"/>
                        <a:gd name="connsiteY12" fmla="*/ 13525 h 134877"/>
                        <a:gd name="connsiteX13" fmla="*/ 59055 w 82188"/>
                        <a:gd name="connsiteY13" fmla="*/ 667 h 134877"/>
                        <a:gd name="connsiteX14" fmla="*/ 58198 w 82188"/>
                        <a:gd name="connsiteY14" fmla="*/ 0 h 134877"/>
                        <a:gd name="connsiteX15" fmla="*/ 47244 w 82188"/>
                        <a:gd name="connsiteY15" fmla="*/ 18193 h 134877"/>
                        <a:gd name="connsiteX16" fmla="*/ 37909 w 82188"/>
                        <a:gd name="connsiteY16" fmla="*/ 37529 h 134877"/>
                        <a:gd name="connsiteX17" fmla="*/ 31337 w 82188"/>
                        <a:gd name="connsiteY17" fmla="*/ 58388 h 134877"/>
                        <a:gd name="connsiteX18" fmla="*/ 28860 w 82188"/>
                        <a:gd name="connsiteY18" fmla="*/ 80963 h 134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82188" h="134877">
                          <a:moveTo>
                            <a:pt x="28860" y="80963"/>
                          </a:moveTo>
                          <a:cubicBezTo>
                            <a:pt x="28860" y="91726"/>
                            <a:pt x="26479" y="102108"/>
                            <a:pt x="21527" y="111062"/>
                          </a:cubicBezTo>
                          <a:cubicBezTo>
                            <a:pt x="16669" y="120015"/>
                            <a:pt x="9525" y="127635"/>
                            <a:pt x="0" y="132588"/>
                          </a:cubicBezTo>
                          <a:lnTo>
                            <a:pt x="14573" y="134493"/>
                          </a:lnTo>
                          <a:cubicBezTo>
                            <a:pt x="26765" y="136112"/>
                            <a:pt x="38671" y="132493"/>
                            <a:pt x="47816" y="125921"/>
                          </a:cubicBezTo>
                          <a:cubicBezTo>
                            <a:pt x="52388" y="122587"/>
                            <a:pt x="56388" y="118491"/>
                            <a:pt x="59627" y="114014"/>
                          </a:cubicBezTo>
                          <a:cubicBezTo>
                            <a:pt x="62865" y="109538"/>
                            <a:pt x="64961" y="104299"/>
                            <a:pt x="66294" y="98870"/>
                          </a:cubicBezTo>
                          <a:cubicBezTo>
                            <a:pt x="68199" y="91154"/>
                            <a:pt x="69913" y="83248"/>
                            <a:pt x="72390" y="76200"/>
                          </a:cubicBezTo>
                          <a:cubicBezTo>
                            <a:pt x="74486" y="68675"/>
                            <a:pt x="77152" y="62103"/>
                            <a:pt x="79724" y="55340"/>
                          </a:cubicBezTo>
                          <a:cubicBezTo>
                            <a:pt x="81534" y="50673"/>
                            <a:pt x="82486" y="46577"/>
                            <a:pt x="82105" y="41624"/>
                          </a:cubicBezTo>
                          <a:cubicBezTo>
                            <a:pt x="81819" y="36767"/>
                            <a:pt x="80963" y="32671"/>
                            <a:pt x="78962" y="27718"/>
                          </a:cubicBezTo>
                          <a:cubicBezTo>
                            <a:pt x="78010" y="25337"/>
                            <a:pt x="76867" y="22860"/>
                            <a:pt x="75533" y="20383"/>
                          </a:cubicBezTo>
                          <a:cubicBezTo>
                            <a:pt x="74295" y="18097"/>
                            <a:pt x="72866" y="15812"/>
                            <a:pt x="71247" y="13525"/>
                          </a:cubicBezTo>
                          <a:cubicBezTo>
                            <a:pt x="68009" y="8954"/>
                            <a:pt x="63913" y="4477"/>
                            <a:pt x="59055" y="667"/>
                          </a:cubicBezTo>
                          <a:lnTo>
                            <a:pt x="58198" y="0"/>
                          </a:lnTo>
                          <a:cubicBezTo>
                            <a:pt x="54102" y="5715"/>
                            <a:pt x="50959" y="12192"/>
                            <a:pt x="47244" y="18193"/>
                          </a:cubicBezTo>
                          <a:cubicBezTo>
                            <a:pt x="43910" y="24479"/>
                            <a:pt x="40767" y="30956"/>
                            <a:pt x="37909" y="37529"/>
                          </a:cubicBezTo>
                          <a:cubicBezTo>
                            <a:pt x="35528" y="44387"/>
                            <a:pt x="32575" y="51054"/>
                            <a:pt x="31337" y="58388"/>
                          </a:cubicBezTo>
                          <a:cubicBezTo>
                            <a:pt x="29718" y="65913"/>
                            <a:pt x="28575" y="73152"/>
                            <a:pt x="28860" y="8096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30" name="Forme libre : forme 15029">
                      <a:extLst>
                        <a:ext uri="{FF2B5EF4-FFF2-40B4-BE49-F238E27FC236}">
                          <a16:creationId xmlns:a16="http://schemas.microsoft.com/office/drawing/2014/main" id="{C9DFB2F8-1D34-44F8-8B72-BD73F4DBD8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98956" y="2382686"/>
                      <a:ext cx="49513" cy="66508"/>
                    </a:xfrm>
                    <a:custGeom>
                      <a:avLst/>
                      <a:gdLst>
                        <a:gd name="connsiteX0" fmla="*/ 37654 w 49513"/>
                        <a:gd name="connsiteY0" fmla="*/ 1707 h 66508"/>
                        <a:gd name="connsiteX1" fmla="*/ 48607 w 49513"/>
                        <a:gd name="connsiteY1" fmla="*/ 17423 h 66508"/>
                        <a:gd name="connsiteX2" fmla="*/ 49465 w 49513"/>
                        <a:gd name="connsiteY2" fmla="*/ 28567 h 66508"/>
                        <a:gd name="connsiteX3" fmla="*/ 46893 w 49513"/>
                        <a:gd name="connsiteY3" fmla="*/ 40569 h 66508"/>
                        <a:gd name="connsiteX4" fmla="*/ 33939 w 49513"/>
                        <a:gd name="connsiteY4" fmla="*/ 60476 h 66508"/>
                        <a:gd name="connsiteX5" fmla="*/ 15556 w 49513"/>
                        <a:gd name="connsiteY5" fmla="*/ 66096 h 66508"/>
                        <a:gd name="connsiteX6" fmla="*/ 1840 w 49513"/>
                        <a:gd name="connsiteY6" fmla="*/ 52189 h 66508"/>
                        <a:gd name="connsiteX7" fmla="*/ 2411 w 49513"/>
                        <a:gd name="connsiteY7" fmla="*/ 25710 h 66508"/>
                        <a:gd name="connsiteX8" fmla="*/ 9079 w 49513"/>
                        <a:gd name="connsiteY8" fmla="*/ 12851 h 66508"/>
                        <a:gd name="connsiteX9" fmla="*/ 18128 w 49513"/>
                        <a:gd name="connsiteY9" fmla="*/ 3993 h 66508"/>
                        <a:gd name="connsiteX10" fmla="*/ 37654 w 49513"/>
                        <a:gd name="connsiteY10" fmla="*/ 1707 h 66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9513" h="66508">
                          <a:moveTo>
                            <a:pt x="37654" y="1707"/>
                          </a:moveTo>
                          <a:cubicBezTo>
                            <a:pt x="43464" y="4659"/>
                            <a:pt x="47179" y="10565"/>
                            <a:pt x="48607" y="17423"/>
                          </a:cubicBezTo>
                          <a:cubicBezTo>
                            <a:pt x="49274" y="20757"/>
                            <a:pt x="49655" y="24662"/>
                            <a:pt x="49465" y="28567"/>
                          </a:cubicBezTo>
                          <a:cubicBezTo>
                            <a:pt x="49274" y="32472"/>
                            <a:pt x="48417" y="36473"/>
                            <a:pt x="46893" y="40569"/>
                          </a:cubicBezTo>
                          <a:cubicBezTo>
                            <a:pt x="44512" y="48951"/>
                            <a:pt x="39273" y="55618"/>
                            <a:pt x="33939" y="60476"/>
                          </a:cubicBezTo>
                          <a:cubicBezTo>
                            <a:pt x="28414" y="65143"/>
                            <a:pt x="21842" y="67524"/>
                            <a:pt x="15556" y="66096"/>
                          </a:cubicBezTo>
                          <a:cubicBezTo>
                            <a:pt x="9269" y="64667"/>
                            <a:pt x="4412" y="59523"/>
                            <a:pt x="1840" y="52189"/>
                          </a:cubicBezTo>
                          <a:cubicBezTo>
                            <a:pt x="-922" y="44855"/>
                            <a:pt x="-446" y="35425"/>
                            <a:pt x="2411" y="25710"/>
                          </a:cubicBezTo>
                          <a:cubicBezTo>
                            <a:pt x="4030" y="20947"/>
                            <a:pt x="6507" y="16566"/>
                            <a:pt x="9079" y="12851"/>
                          </a:cubicBezTo>
                          <a:cubicBezTo>
                            <a:pt x="11746" y="9136"/>
                            <a:pt x="14604" y="6088"/>
                            <a:pt x="18128" y="3993"/>
                          </a:cubicBezTo>
                          <a:cubicBezTo>
                            <a:pt x="24890" y="-294"/>
                            <a:pt x="31844" y="-1246"/>
                            <a:pt x="37654" y="170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31" name="Forme libre : forme 15030">
                      <a:extLst>
                        <a:ext uri="{FF2B5EF4-FFF2-40B4-BE49-F238E27FC236}">
                          <a16:creationId xmlns:a16="http://schemas.microsoft.com/office/drawing/2014/main" id="{055573EF-A2D1-42DE-AEE3-0AEB06EFB4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99367" y="2409158"/>
                      <a:ext cx="49053" cy="39950"/>
                    </a:xfrm>
                    <a:custGeom>
                      <a:avLst/>
                      <a:gdLst>
                        <a:gd name="connsiteX0" fmla="*/ 0 w 49053"/>
                        <a:gd name="connsiteY0" fmla="*/ 19812 h 39950"/>
                        <a:gd name="connsiteX1" fmla="*/ 15145 w 49053"/>
                        <a:gd name="connsiteY1" fmla="*/ 39529 h 39950"/>
                        <a:gd name="connsiteX2" fmla="*/ 33528 w 49053"/>
                        <a:gd name="connsiteY2" fmla="*/ 33909 h 39950"/>
                        <a:gd name="connsiteX3" fmla="*/ 46482 w 49053"/>
                        <a:gd name="connsiteY3" fmla="*/ 14002 h 39950"/>
                        <a:gd name="connsiteX4" fmla="*/ 49054 w 49053"/>
                        <a:gd name="connsiteY4" fmla="*/ 0 h 39950"/>
                        <a:gd name="connsiteX5" fmla="*/ 44768 w 49053"/>
                        <a:gd name="connsiteY5" fmla="*/ 6763 h 39950"/>
                        <a:gd name="connsiteX6" fmla="*/ 23718 w 49053"/>
                        <a:gd name="connsiteY6" fmla="*/ 19241 h 39950"/>
                        <a:gd name="connsiteX7" fmla="*/ 0 w 49053"/>
                        <a:gd name="connsiteY7" fmla="*/ 19812 h 39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9053" h="39950">
                          <a:moveTo>
                            <a:pt x="0" y="19812"/>
                          </a:moveTo>
                          <a:cubicBezTo>
                            <a:pt x="1810" y="30194"/>
                            <a:pt x="7334" y="37719"/>
                            <a:pt x="15145" y="39529"/>
                          </a:cubicBezTo>
                          <a:cubicBezTo>
                            <a:pt x="21431" y="40958"/>
                            <a:pt x="28004" y="38671"/>
                            <a:pt x="33528" y="33909"/>
                          </a:cubicBezTo>
                          <a:cubicBezTo>
                            <a:pt x="38862" y="29147"/>
                            <a:pt x="44101" y="22479"/>
                            <a:pt x="46482" y="14002"/>
                          </a:cubicBezTo>
                          <a:cubicBezTo>
                            <a:pt x="48196" y="9239"/>
                            <a:pt x="49054" y="4572"/>
                            <a:pt x="49054" y="0"/>
                          </a:cubicBezTo>
                          <a:cubicBezTo>
                            <a:pt x="48006" y="2381"/>
                            <a:pt x="46673" y="4667"/>
                            <a:pt x="44768" y="6763"/>
                          </a:cubicBezTo>
                          <a:cubicBezTo>
                            <a:pt x="38671" y="11906"/>
                            <a:pt x="31718" y="16669"/>
                            <a:pt x="23718" y="19241"/>
                          </a:cubicBezTo>
                          <a:cubicBezTo>
                            <a:pt x="15907" y="21812"/>
                            <a:pt x="7430" y="22479"/>
                            <a:pt x="0" y="19812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32" name="Forme libre : forme 15031">
                      <a:extLst>
                        <a:ext uri="{FF2B5EF4-FFF2-40B4-BE49-F238E27FC236}">
                          <a16:creationId xmlns:a16="http://schemas.microsoft.com/office/drawing/2014/main" id="{FCE46CA8-EF37-49B1-B337-F8DAD22DE9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5071" y="2381839"/>
                      <a:ext cx="49381" cy="65126"/>
                    </a:xfrm>
                    <a:custGeom>
                      <a:avLst/>
                      <a:gdLst>
                        <a:gd name="connsiteX0" fmla="*/ 37636 w 49381"/>
                        <a:gd name="connsiteY0" fmla="*/ 1791 h 65126"/>
                        <a:gd name="connsiteX1" fmla="*/ 48589 w 49381"/>
                        <a:gd name="connsiteY1" fmla="*/ 17508 h 65126"/>
                        <a:gd name="connsiteX2" fmla="*/ 49351 w 49381"/>
                        <a:gd name="connsiteY2" fmla="*/ 28366 h 65126"/>
                        <a:gd name="connsiteX3" fmla="*/ 46875 w 49381"/>
                        <a:gd name="connsiteY3" fmla="*/ 40082 h 65126"/>
                        <a:gd name="connsiteX4" fmla="*/ 41445 w 49381"/>
                        <a:gd name="connsiteY4" fmla="*/ 51036 h 65126"/>
                        <a:gd name="connsiteX5" fmla="*/ 33730 w 49381"/>
                        <a:gd name="connsiteY5" fmla="*/ 59322 h 65126"/>
                        <a:gd name="connsiteX6" fmla="*/ 15347 w 49381"/>
                        <a:gd name="connsiteY6" fmla="*/ 64656 h 65126"/>
                        <a:gd name="connsiteX7" fmla="*/ 1631 w 49381"/>
                        <a:gd name="connsiteY7" fmla="*/ 50750 h 65126"/>
                        <a:gd name="connsiteX8" fmla="*/ 12 w 49381"/>
                        <a:gd name="connsiteY8" fmla="*/ 38558 h 65126"/>
                        <a:gd name="connsiteX9" fmla="*/ 2488 w 49381"/>
                        <a:gd name="connsiteY9" fmla="*/ 24651 h 65126"/>
                        <a:gd name="connsiteX10" fmla="*/ 9155 w 49381"/>
                        <a:gd name="connsiteY10" fmla="*/ 12078 h 65126"/>
                        <a:gd name="connsiteX11" fmla="*/ 18395 w 49381"/>
                        <a:gd name="connsiteY11" fmla="*/ 3601 h 65126"/>
                        <a:gd name="connsiteX12" fmla="*/ 37636 w 49381"/>
                        <a:gd name="connsiteY12" fmla="*/ 1791 h 651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9381" h="65126">
                          <a:moveTo>
                            <a:pt x="37636" y="1791"/>
                          </a:moveTo>
                          <a:cubicBezTo>
                            <a:pt x="43350" y="4839"/>
                            <a:pt x="47065" y="10745"/>
                            <a:pt x="48589" y="17508"/>
                          </a:cubicBezTo>
                          <a:cubicBezTo>
                            <a:pt x="49351" y="20937"/>
                            <a:pt x="49447" y="24366"/>
                            <a:pt x="49351" y="28366"/>
                          </a:cubicBezTo>
                          <a:cubicBezTo>
                            <a:pt x="49161" y="32271"/>
                            <a:pt x="48398" y="36177"/>
                            <a:pt x="46875" y="40082"/>
                          </a:cubicBezTo>
                          <a:cubicBezTo>
                            <a:pt x="45351" y="43987"/>
                            <a:pt x="43731" y="47892"/>
                            <a:pt x="41445" y="51036"/>
                          </a:cubicBezTo>
                          <a:cubicBezTo>
                            <a:pt x="39255" y="54274"/>
                            <a:pt x="36492" y="57036"/>
                            <a:pt x="33730" y="59322"/>
                          </a:cubicBezTo>
                          <a:cubicBezTo>
                            <a:pt x="28301" y="63894"/>
                            <a:pt x="21729" y="66180"/>
                            <a:pt x="15347" y="64656"/>
                          </a:cubicBezTo>
                          <a:cubicBezTo>
                            <a:pt x="8965" y="63132"/>
                            <a:pt x="4298" y="58084"/>
                            <a:pt x="1631" y="50750"/>
                          </a:cubicBezTo>
                          <a:cubicBezTo>
                            <a:pt x="393" y="47130"/>
                            <a:pt x="-84" y="43035"/>
                            <a:pt x="12" y="38558"/>
                          </a:cubicBezTo>
                          <a:cubicBezTo>
                            <a:pt x="202" y="34081"/>
                            <a:pt x="679" y="29319"/>
                            <a:pt x="2488" y="24651"/>
                          </a:cubicBezTo>
                          <a:cubicBezTo>
                            <a:pt x="4203" y="19984"/>
                            <a:pt x="6584" y="15698"/>
                            <a:pt x="9155" y="12078"/>
                          </a:cubicBezTo>
                          <a:cubicBezTo>
                            <a:pt x="11632" y="8459"/>
                            <a:pt x="15061" y="5601"/>
                            <a:pt x="18395" y="3601"/>
                          </a:cubicBezTo>
                          <a:cubicBezTo>
                            <a:pt x="24967" y="-399"/>
                            <a:pt x="31825" y="-1161"/>
                            <a:pt x="37636" y="179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33" name="Forme libre : forme 15032">
                      <a:extLst>
                        <a:ext uri="{FF2B5EF4-FFF2-40B4-BE49-F238E27FC236}">
                          <a16:creationId xmlns:a16="http://schemas.microsoft.com/office/drawing/2014/main" id="{C361E56B-BCAF-4CF0-947D-FFC740513E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4748" y="2405712"/>
                      <a:ext cx="95196" cy="73950"/>
                    </a:xfrm>
                    <a:custGeom>
                      <a:avLst/>
                      <a:gdLst>
                        <a:gd name="connsiteX0" fmla="*/ 37097 w 95196"/>
                        <a:gd name="connsiteY0" fmla="*/ 71930 h 73950"/>
                        <a:gd name="connsiteX1" fmla="*/ 58910 w 95196"/>
                        <a:gd name="connsiteY1" fmla="*/ 73359 h 73950"/>
                        <a:gd name="connsiteX2" fmla="*/ 88437 w 95196"/>
                        <a:gd name="connsiteY2" fmla="*/ 47261 h 73950"/>
                        <a:gd name="connsiteX3" fmla="*/ 94152 w 95196"/>
                        <a:gd name="connsiteY3" fmla="*/ 32402 h 73950"/>
                        <a:gd name="connsiteX4" fmla="*/ 95105 w 95196"/>
                        <a:gd name="connsiteY4" fmla="*/ 24686 h 73950"/>
                        <a:gd name="connsiteX5" fmla="*/ 94724 w 95196"/>
                        <a:gd name="connsiteY5" fmla="*/ 17162 h 73950"/>
                        <a:gd name="connsiteX6" fmla="*/ 78627 w 95196"/>
                        <a:gd name="connsiteY6" fmla="*/ 17 h 73950"/>
                        <a:gd name="connsiteX7" fmla="*/ 64434 w 95196"/>
                        <a:gd name="connsiteY7" fmla="*/ 6303 h 73950"/>
                        <a:gd name="connsiteX8" fmla="*/ 31002 w 95196"/>
                        <a:gd name="connsiteY8" fmla="*/ 26115 h 73950"/>
                        <a:gd name="connsiteX9" fmla="*/ 235 w 95196"/>
                        <a:gd name="connsiteY9" fmla="*/ 56024 h 73950"/>
                        <a:gd name="connsiteX10" fmla="*/ 37097 w 95196"/>
                        <a:gd name="connsiteY10" fmla="*/ 71930 h 73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5196" h="73950">
                          <a:moveTo>
                            <a:pt x="37097" y="71930"/>
                          </a:moveTo>
                          <a:cubicBezTo>
                            <a:pt x="44241" y="73359"/>
                            <a:pt x="51671" y="74788"/>
                            <a:pt x="58910" y="73359"/>
                          </a:cubicBezTo>
                          <a:cubicBezTo>
                            <a:pt x="72721" y="70692"/>
                            <a:pt x="82341" y="58595"/>
                            <a:pt x="88437" y="47261"/>
                          </a:cubicBezTo>
                          <a:cubicBezTo>
                            <a:pt x="90723" y="42308"/>
                            <a:pt x="93009" y="37450"/>
                            <a:pt x="94152" y="32402"/>
                          </a:cubicBezTo>
                          <a:cubicBezTo>
                            <a:pt x="94724" y="29830"/>
                            <a:pt x="95009" y="27258"/>
                            <a:pt x="95105" y="24686"/>
                          </a:cubicBezTo>
                          <a:cubicBezTo>
                            <a:pt x="95295" y="22210"/>
                            <a:pt x="95200" y="19733"/>
                            <a:pt x="94724" y="17162"/>
                          </a:cubicBezTo>
                          <a:cubicBezTo>
                            <a:pt x="93200" y="9542"/>
                            <a:pt x="87199" y="588"/>
                            <a:pt x="78627" y="17"/>
                          </a:cubicBezTo>
                          <a:cubicBezTo>
                            <a:pt x="73293" y="-269"/>
                            <a:pt x="68816" y="3160"/>
                            <a:pt x="64434" y="6303"/>
                          </a:cubicBezTo>
                          <a:cubicBezTo>
                            <a:pt x="53766" y="13542"/>
                            <a:pt x="43193" y="20686"/>
                            <a:pt x="31002" y="26115"/>
                          </a:cubicBezTo>
                          <a:cubicBezTo>
                            <a:pt x="21286" y="30592"/>
                            <a:pt x="-2622" y="39545"/>
                            <a:pt x="235" y="56024"/>
                          </a:cubicBezTo>
                          <a:cubicBezTo>
                            <a:pt x="2521" y="70502"/>
                            <a:pt x="27191" y="69835"/>
                            <a:pt x="37097" y="7193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34" name="Forme libre : forme 15033">
                      <a:extLst>
                        <a:ext uri="{FF2B5EF4-FFF2-40B4-BE49-F238E27FC236}">
                          <a16:creationId xmlns:a16="http://schemas.microsoft.com/office/drawing/2014/main" id="{85E8AC60-7C1E-45FD-A1E1-9D3C11C0CB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9974" y="2427593"/>
                      <a:ext cx="19302" cy="32152"/>
                    </a:xfrm>
                    <a:custGeom>
                      <a:avLst/>
                      <a:gdLst>
                        <a:gd name="connsiteX0" fmla="*/ 9107 w 19302"/>
                        <a:gd name="connsiteY0" fmla="*/ 29381 h 32152"/>
                        <a:gd name="connsiteX1" fmla="*/ 13679 w 19302"/>
                        <a:gd name="connsiteY1" fmla="*/ 32048 h 32152"/>
                        <a:gd name="connsiteX2" fmla="*/ 18441 w 19302"/>
                        <a:gd name="connsiteY2" fmla="*/ 30238 h 32152"/>
                        <a:gd name="connsiteX3" fmla="*/ 19203 w 19302"/>
                        <a:gd name="connsiteY3" fmla="*/ 25190 h 32152"/>
                        <a:gd name="connsiteX4" fmla="*/ 17489 w 19302"/>
                        <a:gd name="connsiteY4" fmla="*/ 11855 h 32152"/>
                        <a:gd name="connsiteX5" fmla="*/ 15679 w 19302"/>
                        <a:gd name="connsiteY5" fmla="*/ 6616 h 32152"/>
                        <a:gd name="connsiteX6" fmla="*/ 153 w 19302"/>
                        <a:gd name="connsiteY6" fmla="*/ 6711 h 32152"/>
                        <a:gd name="connsiteX7" fmla="*/ 9107 w 19302"/>
                        <a:gd name="connsiteY7" fmla="*/ 29381 h 32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302" h="32152">
                          <a:moveTo>
                            <a:pt x="9107" y="29381"/>
                          </a:moveTo>
                          <a:cubicBezTo>
                            <a:pt x="10440" y="30619"/>
                            <a:pt x="11964" y="31667"/>
                            <a:pt x="13679" y="32048"/>
                          </a:cubicBezTo>
                          <a:cubicBezTo>
                            <a:pt x="15393" y="32429"/>
                            <a:pt x="17393" y="31762"/>
                            <a:pt x="18441" y="30238"/>
                          </a:cubicBezTo>
                          <a:cubicBezTo>
                            <a:pt x="19393" y="28809"/>
                            <a:pt x="19393" y="26904"/>
                            <a:pt x="19203" y="25190"/>
                          </a:cubicBezTo>
                          <a:cubicBezTo>
                            <a:pt x="19013" y="20713"/>
                            <a:pt x="18441" y="16236"/>
                            <a:pt x="17489" y="11855"/>
                          </a:cubicBezTo>
                          <a:cubicBezTo>
                            <a:pt x="17107" y="10045"/>
                            <a:pt x="16631" y="8235"/>
                            <a:pt x="15679" y="6616"/>
                          </a:cubicBezTo>
                          <a:cubicBezTo>
                            <a:pt x="11869" y="44"/>
                            <a:pt x="1296" y="-4243"/>
                            <a:pt x="153" y="6711"/>
                          </a:cubicBezTo>
                          <a:cubicBezTo>
                            <a:pt x="-895" y="15284"/>
                            <a:pt x="3582" y="24428"/>
                            <a:pt x="9107" y="2938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35" name="Forme libre : forme 15034">
                      <a:extLst>
                        <a:ext uri="{FF2B5EF4-FFF2-40B4-BE49-F238E27FC236}">
                          <a16:creationId xmlns:a16="http://schemas.microsoft.com/office/drawing/2014/main" id="{BFF9F662-FC09-4160-8B6C-42FDC2F269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7375" y="2367343"/>
                      <a:ext cx="25259" cy="52578"/>
                    </a:xfrm>
                    <a:custGeom>
                      <a:avLst/>
                      <a:gdLst>
                        <a:gd name="connsiteX0" fmla="*/ 0 w 25259"/>
                        <a:gd name="connsiteY0" fmla="*/ 0 h 52578"/>
                        <a:gd name="connsiteX1" fmla="*/ 13716 w 25259"/>
                        <a:gd name="connsiteY1" fmla="*/ 14097 h 52578"/>
                        <a:gd name="connsiteX2" fmla="*/ 22288 w 25259"/>
                        <a:gd name="connsiteY2" fmla="*/ 30480 h 52578"/>
                        <a:gd name="connsiteX3" fmla="*/ 24765 w 25259"/>
                        <a:gd name="connsiteY3" fmla="*/ 40672 h 52578"/>
                        <a:gd name="connsiteX4" fmla="*/ 25146 w 25259"/>
                        <a:gd name="connsiteY4" fmla="*/ 52578 h 52578"/>
                        <a:gd name="connsiteX5" fmla="*/ 24669 w 25259"/>
                        <a:gd name="connsiteY5" fmla="*/ 48006 h 52578"/>
                        <a:gd name="connsiteX6" fmla="*/ 21717 w 25259"/>
                        <a:gd name="connsiteY6" fmla="*/ 36195 h 52578"/>
                        <a:gd name="connsiteX7" fmla="*/ 14383 w 25259"/>
                        <a:gd name="connsiteY7" fmla="*/ 19812 h 52578"/>
                        <a:gd name="connsiteX8" fmla="*/ 0 w 25259"/>
                        <a:gd name="connsiteY8" fmla="*/ 0 h 52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259" h="52578">
                          <a:moveTo>
                            <a:pt x="0" y="0"/>
                          </a:moveTo>
                          <a:cubicBezTo>
                            <a:pt x="0" y="0"/>
                            <a:pt x="7334" y="5048"/>
                            <a:pt x="13716" y="14097"/>
                          </a:cubicBezTo>
                          <a:cubicBezTo>
                            <a:pt x="17050" y="18764"/>
                            <a:pt x="20193" y="24384"/>
                            <a:pt x="22288" y="30480"/>
                          </a:cubicBezTo>
                          <a:cubicBezTo>
                            <a:pt x="23241" y="33433"/>
                            <a:pt x="24193" y="36862"/>
                            <a:pt x="24765" y="40672"/>
                          </a:cubicBezTo>
                          <a:cubicBezTo>
                            <a:pt x="25336" y="44482"/>
                            <a:pt x="25336" y="48197"/>
                            <a:pt x="25146" y="52578"/>
                          </a:cubicBezTo>
                          <a:cubicBezTo>
                            <a:pt x="25146" y="52578"/>
                            <a:pt x="25051" y="50768"/>
                            <a:pt x="24669" y="48006"/>
                          </a:cubicBezTo>
                          <a:cubicBezTo>
                            <a:pt x="24289" y="45149"/>
                            <a:pt x="23432" y="41148"/>
                            <a:pt x="21717" y="36195"/>
                          </a:cubicBezTo>
                          <a:cubicBezTo>
                            <a:pt x="20002" y="31242"/>
                            <a:pt x="17907" y="26099"/>
                            <a:pt x="14383" y="19812"/>
                          </a:cubicBezTo>
                          <a:cubicBezTo>
                            <a:pt x="10859" y="13430"/>
                            <a:pt x="6191" y="666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36" name="Forme libre : forme 15035">
                      <a:extLst>
                        <a:ext uri="{FF2B5EF4-FFF2-40B4-BE49-F238E27FC236}">
                          <a16:creationId xmlns:a16="http://schemas.microsoft.com/office/drawing/2014/main" id="{1E8759EE-B766-47DF-AAED-C09A2AED88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4015" y="2435637"/>
                      <a:ext cx="36017" cy="58292"/>
                    </a:xfrm>
                    <a:custGeom>
                      <a:avLst/>
                      <a:gdLst>
                        <a:gd name="connsiteX0" fmla="*/ 870 w 36017"/>
                        <a:gd name="connsiteY0" fmla="*/ 0 h 58292"/>
                        <a:gd name="connsiteX1" fmla="*/ 14 w 36017"/>
                        <a:gd name="connsiteY1" fmla="*/ 7715 h 58292"/>
                        <a:gd name="connsiteX2" fmla="*/ 2013 w 36017"/>
                        <a:gd name="connsiteY2" fmla="*/ 25432 h 58292"/>
                        <a:gd name="connsiteX3" fmla="*/ 36018 w 36017"/>
                        <a:gd name="connsiteY3" fmla="*/ 58293 h 58292"/>
                        <a:gd name="connsiteX4" fmla="*/ 17825 w 36017"/>
                        <a:gd name="connsiteY4" fmla="*/ 46006 h 58292"/>
                        <a:gd name="connsiteX5" fmla="*/ 5442 w 36017"/>
                        <a:gd name="connsiteY5" fmla="*/ 28099 h 58292"/>
                        <a:gd name="connsiteX6" fmla="*/ 870 w 36017"/>
                        <a:gd name="connsiteY6" fmla="*/ 0 h 58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17" h="58292">
                          <a:moveTo>
                            <a:pt x="870" y="0"/>
                          </a:moveTo>
                          <a:cubicBezTo>
                            <a:pt x="870" y="0"/>
                            <a:pt x="204" y="3048"/>
                            <a:pt x="14" y="7715"/>
                          </a:cubicBezTo>
                          <a:cubicBezTo>
                            <a:pt x="-82" y="12383"/>
                            <a:pt x="299" y="18764"/>
                            <a:pt x="2013" y="25432"/>
                          </a:cubicBezTo>
                          <a:cubicBezTo>
                            <a:pt x="5348" y="38862"/>
                            <a:pt x="14967" y="53054"/>
                            <a:pt x="36018" y="58293"/>
                          </a:cubicBezTo>
                          <a:cubicBezTo>
                            <a:pt x="36018" y="58293"/>
                            <a:pt x="26969" y="54864"/>
                            <a:pt x="17825" y="46006"/>
                          </a:cubicBezTo>
                          <a:cubicBezTo>
                            <a:pt x="13348" y="41529"/>
                            <a:pt x="8490" y="35719"/>
                            <a:pt x="5442" y="28099"/>
                          </a:cubicBezTo>
                          <a:cubicBezTo>
                            <a:pt x="2299" y="20383"/>
                            <a:pt x="-177" y="11240"/>
                            <a:pt x="87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37" name="Forme libre : forme 15036">
                      <a:extLst>
                        <a:ext uri="{FF2B5EF4-FFF2-40B4-BE49-F238E27FC236}">
                          <a16:creationId xmlns:a16="http://schemas.microsoft.com/office/drawing/2014/main" id="{F8B60FCF-9B92-4843-855E-249360F531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6245" y="2394030"/>
                      <a:ext cx="20232" cy="23723"/>
                    </a:xfrm>
                    <a:custGeom>
                      <a:avLst/>
                      <a:gdLst>
                        <a:gd name="connsiteX0" fmla="*/ 18459 w 20232"/>
                        <a:gd name="connsiteY0" fmla="*/ 1221 h 23723"/>
                        <a:gd name="connsiteX1" fmla="*/ 15887 w 20232"/>
                        <a:gd name="connsiteY1" fmla="*/ 16651 h 23723"/>
                        <a:gd name="connsiteX2" fmla="*/ 2076 w 20232"/>
                        <a:gd name="connsiteY2" fmla="*/ 22747 h 23723"/>
                        <a:gd name="connsiteX3" fmla="*/ 4362 w 20232"/>
                        <a:gd name="connsiteY3" fmla="*/ 6745 h 23723"/>
                        <a:gd name="connsiteX4" fmla="*/ 18459 w 20232"/>
                        <a:gd name="connsiteY4" fmla="*/ 1221 h 237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232" h="23723">
                          <a:moveTo>
                            <a:pt x="18459" y="1221"/>
                          </a:moveTo>
                          <a:cubicBezTo>
                            <a:pt x="21603" y="4174"/>
                            <a:pt x="20459" y="10936"/>
                            <a:pt x="15887" y="16651"/>
                          </a:cubicBezTo>
                          <a:cubicBezTo>
                            <a:pt x="11315" y="22366"/>
                            <a:pt x="5505" y="25414"/>
                            <a:pt x="2076" y="22747"/>
                          </a:cubicBezTo>
                          <a:cubicBezTo>
                            <a:pt x="-1353" y="20176"/>
                            <a:pt x="-495" y="12841"/>
                            <a:pt x="4362" y="6745"/>
                          </a:cubicBezTo>
                          <a:cubicBezTo>
                            <a:pt x="9030" y="649"/>
                            <a:pt x="15316" y="-1637"/>
                            <a:pt x="18459" y="122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38" name="Forme libre : forme 15037">
                      <a:extLst>
                        <a:ext uri="{FF2B5EF4-FFF2-40B4-BE49-F238E27FC236}">
                          <a16:creationId xmlns:a16="http://schemas.microsoft.com/office/drawing/2014/main" id="{ACF47A57-3262-4D3B-BDAF-DE5FE395B3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19566" y="2390785"/>
                      <a:ext cx="6742" cy="7251"/>
                    </a:xfrm>
                    <a:custGeom>
                      <a:avLst/>
                      <a:gdLst>
                        <a:gd name="connsiteX0" fmla="*/ 4852 w 6742"/>
                        <a:gd name="connsiteY0" fmla="*/ 276 h 7251"/>
                        <a:gd name="connsiteX1" fmla="*/ 6471 w 6742"/>
                        <a:gd name="connsiteY1" fmla="*/ 4943 h 7251"/>
                        <a:gd name="connsiteX2" fmla="*/ 2090 w 6742"/>
                        <a:gd name="connsiteY2" fmla="*/ 7038 h 7251"/>
                        <a:gd name="connsiteX3" fmla="*/ 280 w 6742"/>
                        <a:gd name="connsiteY3" fmla="*/ 2371 h 7251"/>
                        <a:gd name="connsiteX4" fmla="*/ 4852 w 6742"/>
                        <a:gd name="connsiteY4" fmla="*/ 276 h 72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42" h="7251">
                          <a:moveTo>
                            <a:pt x="4852" y="276"/>
                          </a:moveTo>
                          <a:cubicBezTo>
                            <a:pt x="6566" y="1038"/>
                            <a:pt x="7138" y="3038"/>
                            <a:pt x="6471" y="4943"/>
                          </a:cubicBezTo>
                          <a:cubicBezTo>
                            <a:pt x="5805" y="6753"/>
                            <a:pt x="3804" y="7705"/>
                            <a:pt x="2090" y="7038"/>
                          </a:cubicBezTo>
                          <a:cubicBezTo>
                            <a:pt x="375" y="6372"/>
                            <a:pt x="-482" y="4276"/>
                            <a:pt x="280" y="2371"/>
                          </a:cubicBezTo>
                          <a:cubicBezTo>
                            <a:pt x="947" y="371"/>
                            <a:pt x="3137" y="-487"/>
                            <a:pt x="4852" y="2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39" name="Forme libre : forme 15038">
                      <a:extLst>
                        <a:ext uri="{FF2B5EF4-FFF2-40B4-BE49-F238E27FC236}">
                          <a16:creationId xmlns:a16="http://schemas.microsoft.com/office/drawing/2014/main" id="{830BE89E-FECB-4776-8E91-433DAE9247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2322" y="2354082"/>
                      <a:ext cx="75537" cy="53586"/>
                    </a:xfrm>
                    <a:custGeom>
                      <a:avLst/>
                      <a:gdLst>
                        <a:gd name="connsiteX0" fmla="*/ 42190 w 75537"/>
                        <a:gd name="connsiteY0" fmla="*/ 21 h 53586"/>
                        <a:gd name="connsiteX1" fmla="*/ 70098 w 75537"/>
                        <a:gd name="connsiteY1" fmla="*/ 10879 h 53586"/>
                        <a:gd name="connsiteX2" fmla="*/ 75241 w 75537"/>
                        <a:gd name="connsiteY2" fmla="*/ 19928 h 53586"/>
                        <a:gd name="connsiteX3" fmla="*/ 66288 w 75537"/>
                        <a:gd name="connsiteY3" fmla="*/ 23452 h 53586"/>
                        <a:gd name="connsiteX4" fmla="*/ 34665 w 75537"/>
                        <a:gd name="connsiteY4" fmla="*/ 26310 h 53586"/>
                        <a:gd name="connsiteX5" fmla="*/ 27616 w 75537"/>
                        <a:gd name="connsiteY5" fmla="*/ 32977 h 53586"/>
                        <a:gd name="connsiteX6" fmla="*/ 18187 w 75537"/>
                        <a:gd name="connsiteY6" fmla="*/ 43741 h 53586"/>
                        <a:gd name="connsiteX7" fmla="*/ 1994 w 75537"/>
                        <a:gd name="connsiteY7" fmla="*/ 51837 h 53586"/>
                        <a:gd name="connsiteX8" fmla="*/ 4185 w 75537"/>
                        <a:gd name="connsiteY8" fmla="*/ 28881 h 53586"/>
                        <a:gd name="connsiteX9" fmla="*/ 18377 w 75537"/>
                        <a:gd name="connsiteY9" fmla="*/ 8403 h 53586"/>
                        <a:gd name="connsiteX10" fmla="*/ 42190 w 75537"/>
                        <a:gd name="connsiteY10" fmla="*/ 21 h 535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5537" h="53586">
                          <a:moveTo>
                            <a:pt x="42190" y="21"/>
                          </a:moveTo>
                          <a:cubicBezTo>
                            <a:pt x="52667" y="402"/>
                            <a:pt x="61716" y="5259"/>
                            <a:pt x="70098" y="10879"/>
                          </a:cubicBezTo>
                          <a:cubicBezTo>
                            <a:pt x="73146" y="12975"/>
                            <a:pt x="76575" y="16499"/>
                            <a:pt x="75241" y="19928"/>
                          </a:cubicBezTo>
                          <a:cubicBezTo>
                            <a:pt x="74003" y="23071"/>
                            <a:pt x="69812" y="23643"/>
                            <a:pt x="66288" y="23452"/>
                          </a:cubicBezTo>
                          <a:cubicBezTo>
                            <a:pt x="55620" y="23071"/>
                            <a:pt x="44856" y="20595"/>
                            <a:pt x="34665" y="26310"/>
                          </a:cubicBezTo>
                          <a:cubicBezTo>
                            <a:pt x="33141" y="27262"/>
                            <a:pt x="30283" y="29739"/>
                            <a:pt x="27616" y="32977"/>
                          </a:cubicBezTo>
                          <a:cubicBezTo>
                            <a:pt x="24759" y="36216"/>
                            <a:pt x="21521" y="40121"/>
                            <a:pt x="18187" y="43741"/>
                          </a:cubicBezTo>
                          <a:cubicBezTo>
                            <a:pt x="11424" y="50884"/>
                            <a:pt x="5613" y="56599"/>
                            <a:pt x="1994" y="51837"/>
                          </a:cubicBezTo>
                          <a:cubicBezTo>
                            <a:pt x="-1720" y="47074"/>
                            <a:pt x="184" y="37835"/>
                            <a:pt x="4185" y="28881"/>
                          </a:cubicBezTo>
                          <a:cubicBezTo>
                            <a:pt x="7709" y="20118"/>
                            <a:pt x="14662" y="11641"/>
                            <a:pt x="18377" y="8403"/>
                          </a:cubicBezTo>
                          <a:cubicBezTo>
                            <a:pt x="25045" y="2402"/>
                            <a:pt x="34474" y="-265"/>
                            <a:pt x="42190" y="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47" name="Graphique 1">
                    <a:extLst>
                      <a:ext uri="{FF2B5EF4-FFF2-40B4-BE49-F238E27FC236}">
                        <a16:creationId xmlns:a16="http://schemas.microsoft.com/office/drawing/2014/main" id="{534246DA-5846-48EE-9403-AC431F1DD073}"/>
                      </a:ext>
                    </a:extLst>
                  </p:cNvPr>
                  <p:cNvGrpSpPr/>
                  <p:nvPr/>
                </p:nvGrpSpPr>
                <p:grpSpPr>
                  <a:xfrm>
                    <a:off x="7122855" y="2251329"/>
                    <a:ext cx="173497" cy="130738"/>
                    <a:chOff x="7122855" y="2251329"/>
                    <a:chExt cx="173497" cy="130738"/>
                  </a:xfrm>
                  <a:solidFill>
                    <a:schemeClr val="accent1"/>
                  </a:solidFill>
                </p:grpSpPr>
                <p:sp>
                  <p:nvSpPr>
                    <p:cNvPr id="15016" name="Forme libre : forme 15015">
                      <a:extLst>
                        <a:ext uri="{FF2B5EF4-FFF2-40B4-BE49-F238E27FC236}">
                          <a16:creationId xmlns:a16="http://schemas.microsoft.com/office/drawing/2014/main" id="{2AF94BCE-AD39-4795-B807-A4D3485DDF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2855" y="2251329"/>
                      <a:ext cx="173497" cy="130738"/>
                    </a:xfrm>
                    <a:custGeom>
                      <a:avLst/>
                      <a:gdLst>
                        <a:gd name="connsiteX0" fmla="*/ 116530 w 173497"/>
                        <a:gd name="connsiteY0" fmla="*/ 125349 h 130738"/>
                        <a:gd name="connsiteX1" fmla="*/ 108910 w 173497"/>
                        <a:gd name="connsiteY1" fmla="*/ 125635 h 130738"/>
                        <a:gd name="connsiteX2" fmla="*/ 100528 w 173497"/>
                        <a:gd name="connsiteY2" fmla="*/ 126873 h 130738"/>
                        <a:gd name="connsiteX3" fmla="*/ 97670 w 173497"/>
                        <a:gd name="connsiteY3" fmla="*/ 127635 h 130738"/>
                        <a:gd name="connsiteX4" fmla="*/ 95574 w 173497"/>
                        <a:gd name="connsiteY4" fmla="*/ 128207 h 130738"/>
                        <a:gd name="connsiteX5" fmla="*/ 91574 w 173497"/>
                        <a:gd name="connsiteY5" fmla="*/ 129921 h 130738"/>
                        <a:gd name="connsiteX6" fmla="*/ 84050 w 173497"/>
                        <a:gd name="connsiteY6" fmla="*/ 130492 h 130738"/>
                        <a:gd name="connsiteX7" fmla="*/ 81382 w 173497"/>
                        <a:gd name="connsiteY7" fmla="*/ 129921 h 130738"/>
                        <a:gd name="connsiteX8" fmla="*/ 78525 w 173497"/>
                        <a:gd name="connsiteY8" fmla="*/ 129730 h 130738"/>
                        <a:gd name="connsiteX9" fmla="*/ 71953 w 173497"/>
                        <a:gd name="connsiteY9" fmla="*/ 128492 h 130738"/>
                        <a:gd name="connsiteX10" fmla="*/ 56713 w 173497"/>
                        <a:gd name="connsiteY10" fmla="*/ 124111 h 130738"/>
                        <a:gd name="connsiteX11" fmla="*/ 41092 w 173497"/>
                        <a:gd name="connsiteY11" fmla="*/ 115729 h 130738"/>
                        <a:gd name="connsiteX12" fmla="*/ 13755 w 173497"/>
                        <a:gd name="connsiteY12" fmla="*/ 94964 h 130738"/>
                        <a:gd name="connsiteX13" fmla="*/ 2611 w 173497"/>
                        <a:gd name="connsiteY13" fmla="*/ 80582 h 130738"/>
                        <a:gd name="connsiteX14" fmla="*/ 801 w 173497"/>
                        <a:gd name="connsiteY14" fmla="*/ 60865 h 130738"/>
                        <a:gd name="connsiteX15" fmla="*/ 4135 w 173497"/>
                        <a:gd name="connsiteY15" fmla="*/ 49625 h 130738"/>
                        <a:gd name="connsiteX16" fmla="*/ 6801 w 173497"/>
                        <a:gd name="connsiteY16" fmla="*/ 43815 h 130738"/>
                        <a:gd name="connsiteX17" fmla="*/ 10802 w 173497"/>
                        <a:gd name="connsiteY17" fmla="*/ 38291 h 130738"/>
                        <a:gd name="connsiteX18" fmla="*/ 34233 w 173497"/>
                        <a:gd name="connsiteY18" fmla="*/ 18859 h 130738"/>
                        <a:gd name="connsiteX19" fmla="*/ 55855 w 173497"/>
                        <a:gd name="connsiteY19" fmla="*/ 9620 h 130738"/>
                        <a:gd name="connsiteX20" fmla="*/ 67190 w 173497"/>
                        <a:gd name="connsiteY20" fmla="*/ 6287 h 130738"/>
                        <a:gd name="connsiteX21" fmla="*/ 77953 w 173497"/>
                        <a:gd name="connsiteY21" fmla="*/ 3715 h 130738"/>
                        <a:gd name="connsiteX22" fmla="*/ 97289 w 173497"/>
                        <a:gd name="connsiteY22" fmla="*/ 857 h 130738"/>
                        <a:gd name="connsiteX23" fmla="*/ 117673 w 173497"/>
                        <a:gd name="connsiteY23" fmla="*/ 0 h 130738"/>
                        <a:gd name="connsiteX24" fmla="*/ 145009 w 173497"/>
                        <a:gd name="connsiteY24" fmla="*/ 5905 h 130738"/>
                        <a:gd name="connsiteX25" fmla="*/ 164631 w 173497"/>
                        <a:gd name="connsiteY25" fmla="*/ 20479 h 130738"/>
                        <a:gd name="connsiteX26" fmla="*/ 173203 w 173497"/>
                        <a:gd name="connsiteY26" fmla="*/ 38671 h 130738"/>
                        <a:gd name="connsiteX27" fmla="*/ 170441 w 173497"/>
                        <a:gd name="connsiteY27" fmla="*/ 56864 h 130738"/>
                        <a:gd name="connsiteX28" fmla="*/ 156249 w 173497"/>
                        <a:gd name="connsiteY28" fmla="*/ 88392 h 130738"/>
                        <a:gd name="connsiteX29" fmla="*/ 146724 w 173497"/>
                        <a:gd name="connsiteY29" fmla="*/ 103346 h 130738"/>
                        <a:gd name="connsiteX30" fmla="*/ 135866 w 173497"/>
                        <a:gd name="connsiteY30" fmla="*/ 114967 h 130738"/>
                        <a:gd name="connsiteX31" fmla="*/ 126055 w 173497"/>
                        <a:gd name="connsiteY31" fmla="*/ 122587 h 130738"/>
                        <a:gd name="connsiteX32" fmla="*/ 116530 w 173497"/>
                        <a:gd name="connsiteY32" fmla="*/ 125349 h 1307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173497" h="130738">
                          <a:moveTo>
                            <a:pt x="116530" y="125349"/>
                          </a:moveTo>
                          <a:cubicBezTo>
                            <a:pt x="113958" y="125539"/>
                            <a:pt x="111482" y="125635"/>
                            <a:pt x="108910" y="125635"/>
                          </a:cubicBezTo>
                          <a:cubicBezTo>
                            <a:pt x="106148" y="126111"/>
                            <a:pt x="103385" y="126492"/>
                            <a:pt x="100528" y="126873"/>
                          </a:cubicBezTo>
                          <a:cubicBezTo>
                            <a:pt x="98813" y="126968"/>
                            <a:pt x="98432" y="127349"/>
                            <a:pt x="97670" y="127635"/>
                          </a:cubicBezTo>
                          <a:cubicBezTo>
                            <a:pt x="97003" y="127921"/>
                            <a:pt x="96241" y="128111"/>
                            <a:pt x="95574" y="128207"/>
                          </a:cubicBezTo>
                          <a:cubicBezTo>
                            <a:pt x="93955" y="128207"/>
                            <a:pt x="92908" y="129350"/>
                            <a:pt x="91574" y="129921"/>
                          </a:cubicBezTo>
                          <a:cubicBezTo>
                            <a:pt x="89574" y="130302"/>
                            <a:pt x="87383" y="131159"/>
                            <a:pt x="84050" y="130492"/>
                          </a:cubicBezTo>
                          <a:cubicBezTo>
                            <a:pt x="83192" y="130302"/>
                            <a:pt x="82335" y="130112"/>
                            <a:pt x="81382" y="129921"/>
                          </a:cubicBezTo>
                          <a:cubicBezTo>
                            <a:pt x="80525" y="129921"/>
                            <a:pt x="79573" y="129826"/>
                            <a:pt x="78525" y="129730"/>
                          </a:cubicBezTo>
                          <a:cubicBezTo>
                            <a:pt x="76524" y="129540"/>
                            <a:pt x="74334" y="129064"/>
                            <a:pt x="71953" y="128492"/>
                          </a:cubicBezTo>
                          <a:cubicBezTo>
                            <a:pt x="67190" y="127159"/>
                            <a:pt x="61951" y="126016"/>
                            <a:pt x="56713" y="124111"/>
                          </a:cubicBezTo>
                          <a:cubicBezTo>
                            <a:pt x="51474" y="122206"/>
                            <a:pt x="46045" y="119539"/>
                            <a:pt x="41092" y="115729"/>
                          </a:cubicBezTo>
                          <a:lnTo>
                            <a:pt x="13755" y="94964"/>
                          </a:lnTo>
                          <a:cubicBezTo>
                            <a:pt x="8802" y="91250"/>
                            <a:pt x="4992" y="86392"/>
                            <a:pt x="2611" y="80582"/>
                          </a:cubicBezTo>
                          <a:cubicBezTo>
                            <a:pt x="134" y="74771"/>
                            <a:pt x="-819" y="68008"/>
                            <a:pt x="801" y="60865"/>
                          </a:cubicBezTo>
                          <a:cubicBezTo>
                            <a:pt x="1467" y="57245"/>
                            <a:pt x="2611" y="53435"/>
                            <a:pt x="4135" y="49625"/>
                          </a:cubicBezTo>
                          <a:cubicBezTo>
                            <a:pt x="4897" y="47720"/>
                            <a:pt x="5849" y="45815"/>
                            <a:pt x="6801" y="43815"/>
                          </a:cubicBezTo>
                          <a:cubicBezTo>
                            <a:pt x="7945" y="41910"/>
                            <a:pt x="9373" y="40100"/>
                            <a:pt x="10802" y="38291"/>
                          </a:cubicBezTo>
                          <a:cubicBezTo>
                            <a:pt x="16708" y="31051"/>
                            <a:pt x="23947" y="23527"/>
                            <a:pt x="34233" y="18859"/>
                          </a:cubicBezTo>
                          <a:cubicBezTo>
                            <a:pt x="41282" y="15335"/>
                            <a:pt x="48235" y="11621"/>
                            <a:pt x="55855" y="9620"/>
                          </a:cubicBezTo>
                          <a:lnTo>
                            <a:pt x="67190" y="6287"/>
                          </a:lnTo>
                          <a:cubicBezTo>
                            <a:pt x="70905" y="5239"/>
                            <a:pt x="75001" y="4096"/>
                            <a:pt x="77953" y="3715"/>
                          </a:cubicBezTo>
                          <a:cubicBezTo>
                            <a:pt x="84335" y="2667"/>
                            <a:pt x="90812" y="1714"/>
                            <a:pt x="97289" y="857"/>
                          </a:cubicBezTo>
                          <a:cubicBezTo>
                            <a:pt x="104052" y="476"/>
                            <a:pt x="110910" y="191"/>
                            <a:pt x="117673" y="0"/>
                          </a:cubicBezTo>
                          <a:cubicBezTo>
                            <a:pt x="127484" y="381"/>
                            <a:pt x="136913" y="2096"/>
                            <a:pt x="145009" y="5905"/>
                          </a:cubicBezTo>
                          <a:cubicBezTo>
                            <a:pt x="153106" y="9906"/>
                            <a:pt x="159964" y="14288"/>
                            <a:pt x="164631" y="20479"/>
                          </a:cubicBezTo>
                          <a:cubicBezTo>
                            <a:pt x="169393" y="26384"/>
                            <a:pt x="172251" y="32575"/>
                            <a:pt x="173203" y="38671"/>
                          </a:cubicBezTo>
                          <a:cubicBezTo>
                            <a:pt x="174061" y="45053"/>
                            <a:pt x="173013" y="51149"/>
                            <a:pt x="170441" y="56864"/>
                          </a:cubicBezTo>
                          <a:lnTo>
                            <a:pt x="156249" y="88392"/>
                          </a:lnTo>
                          <a:cubicBezTo>
                            <a:pt x="153677" y="94107"/>
                            <a:pt x="150248" y="99060"/>
                            <a:pt x="146724" y="103346"/>
                          </a:cubicBezTo>
                          <a:cubicBezTo>
                            <a:pt x="143105" y="107918"/>
                            <a:pt x="139294" y="111824"/>
                            <a:pt x="135866" y="114967"/>
                          </a:cubicBezTo>
                          <a:cubicBezTo>
                            <a:pt x="132531" y="117824"/>
                            <a:pt x="129007" y="121158"/>
                            <a:pt x="126055" y="122587"/>
                          </a:cubicBezTo>
                          <a:cubicBezTo>
                            <a:pt x="122911" y="124301"/>
                            <a:pt x="119768" y="125730"/>
                            <a:pt x="116530" y="125349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17" name="Forme libre : forme 15016">
                      <a:extLst>
                        <a:ext uri="{FF2B5EF4-FFF2-40B4-BE49-F238E27FC236}">
                          <a16:creationId xmlns:a16="http://schemas.microsoft.com/office/drawing/2014/main" id="{CDBD7D54-5C72-444E-A0B3-D523C4D668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2136" y="2330576"/>
                      <a:ext cx="127349" cy="51395"/>
                    </a:xfrm>
                    <a:custGeom>
                      <a:avLst/>
                      <a:gdLst>
                        <a:gd name="connsiteX0" fmla="*/ 50292 w 127349"/>
                        <a:gd name="connsiteY0" fmla="*/ 10763 h 51395"/>
                        <a:gd name="connsiteX1" fmla="*/ 39814 w 127349"/>
                        <a:gd name="connsiteY1" fmla="*/ 17907 h 51395"/>
                        <a:gd name="connsiteX2" fmla="*/ 28289 w 127349"/>
                        <a:gd name="connsiteY2" fmla="*/ 22955 h 51395"/>
                        <a:gd name="connsiteX3" fmla="*/ 15049 w 127349"/>
                        <a:gd name="connsiteY3" fmla="*/ 26384 h 51395"/>
                        <a:gd name="connsiteX4" fmla="*/ 0 w 127349"/>
                        <a:gd name="connsiteY4" fmla="*/ 27432 h 51395"/>
                        <a:gd name="connsiteX5" fmla="*/ 11811 w 127349"/>
                        <a:gd name="connsiteY5" fmla="*/ 36386 h 51395"/>
                        <a:gd name="connsiteX6" fmla="*/ 27432 w 127349"/>
                        <a:gd name="connsiteY6" fmla="*/ 44768 h 51395"/>
                        <a:gd name="connsiteX7" fmla="*/ 42672 w 127349"/>
                        <a:gd name="connsiteY7" fmla="*/ 49149 h 51395"/>
                        <a:gd name="connsiteX8" fmla="*/ 49244 w 127349"/>
                        <a:gd name="connsiteY8" fmla="*/ 50387 h 51395"/>
                        <a:gd name="connsiteX9" fmla="*/ 52101 w 127349"/>
                        <a:gd name="connsiteY9" fmla="*/ 50578 h 51395"/>
                        <a:gd name="connsiteX10" fmla="*/ 54769 w 127349"/>
                        <a:gd name="connsiteY10" fmla="*/ 51149 h 51395"/>
                        <a:gd name="connsiteX11" fmla="*/ 62293 w 127349"/>
                        <a:gd name="connsiteY11" fmla="*/ 50578 h 51395"/>
                        <a:gd name="connsiteX12" fmla="*/ 66294 w 127349"/>
                        <a:gd name="connsiteY12" fmla="*/ 48863 h 51395"/>
                        <a:gd name="connsiteX13" fmla="*/ 68389 w 127349"/>
                        <a:gd name="connsiteY13" fmla="*/ 48292 h 51395"/>
                        <a:gd name="connsiteX14" fmla="*/ 71247 w 127349"/>
                        <a:gd name="connsiteY14" fmla="*/ 47530 h 51395"/>
                        <a:gd name="connsiteX15" fmla="*/ 79629 w 127349"/>
                        <a:gd name="connsiteY15" fmla="*/ 46292 h 51395"/>
                        <a:gd name="connsiteX16" fmla="*/ 87249 w 127349"/>
                        <a:gd name="connsiteY16" fmla="*/ 46006 h 51395"/>
                        <a:gd name="connsiteX17" fmla="*/ 96678 w 127349"/>
                        <a:gd name="connsiteY17" fmla="*/ 43339 h 51395"/>
                        <a:gd name="connsiteX18" fmla="*/ 106489 w 127349"/>
                        <a:gd name="connsiteY18" fmla="*/ 35719 h 51395"/>
                        <a:gd name="connsiteX19" fmla="*/ 117348 w 127349"/>
                        <a:gd name="connsiteY19" fmla="*/ 24098 h 51395"/>
                        <a:gd name="connsiteX20" fmla="*/ 126873 w 127349"/>
                        <a:gd name="connsiteY20" fmla="*/ 9144 h 51395"/>
                        <a:gd name="connsiteX21" fmla="*/ 127349 w 127349"/>
                        <a:gd name="connsiteY21" fmla="*/ 8096 h 51395"/>
                        <a:gd name="connsiteX22" fmla="*/ 117729 w 127349"/>
                        <a:gd name="connsiteY22" fmla="*/ 5048 h 51395"/>
                        <a:gd name="connsiteX23" fmla="*/ 112966 w 127349"/>
                        <a:gd name="connsiteY23" fmla="*/ 3524 h 51395"/>
                        <a:gd name="connsiteX24" fmla="*/ 108013 w 127349"/>
                        <a:gd name="connsiteY24" fmla="*/ 2572 h 51395"/>
                        <a:gd name="connsiteX25" fmla="*/ 88202 w 127349"/>
                        <a:gd name="connsiteY25" fmla="*/ 0 h 51395"/>
                        <a:gd name="connsiteX26" fmla="*/ 67913 w 127349"/>
                        <a:gd name="connsiteY26" fmla="*/ 2477 h 51395"/>
                        <a:gd name="connsiteX27" fmla="*/ 50292 w 127349"/>
                        <a:gd name="connsiteY27" fmla="*/ 10763 h 51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27349" h="51395">
                          <a:moveTo>
                            <a:pt x="50292" y="10763"/>
                          </a:moveTo>
                          <a:cubicBezTo>
                            <a:pt x="46958" y="13811"/>
                            <a:pt x="43624" y="16288"/>
                            <a:pt x="39814" y="17907"/>
                          </a:cubicBezTo>
                          <a:cubicBezTo>
                            <a:pt x="36386" y="20288"/>
                            <a:pt x="32575" y="21908"/>
                            <a:pt x="28289" y="22955"/>
                          </a:cubicBezTo>
                          <a:cubicBezTo>
                            <a:pt x="24384" y="24670"/>
                            <a:pt x="19907" y="25813"/>
                            <a:pt x="15049" y="26384"/>
                          </a:cubicBezTo>
                          <a:cubicBezTo>
                            <a:pt x="10096" y="26956"/>
                            <a:pt x="5429" y="27718"/>
                            <a:pt x="0" y="27432"/>
                          </a:cubicBezTo>
                          <a:lnTo>
                            <a:pt x="11811" y="36386"/>
                          </a:lnTo>
                          <a:cubicBezTo>
                            <a:pt x="16764" y="40100"/>
                            <a:pt x="22193" y="42767"/>
                            <a:pt x="27432" y="44768"/>
                          </a:cubicBezTo>
                          <a:cubicBezTo>
                            <a:pt x="32671" y="46673"/>
                            <a:pt x="37909" y="47816"/>
                            <a:pt x="42672" y="49149"/>
                          </a:cubicBezTo>
                          <a:cubicBezTo>
                            <a:pt x="45053" y="49721"/>
                            <a:pt x="47244" y="50102"/>
                            <a:pt x="49244" y="50387"/>
                          </a:cubicBezTo>
                          <a:cubicBezTo>
                            <a:pt x="50292" y="50483"/>
                            <a:pt x="51245" y="50578"/>
                            <a:pt x="52101" y="50578"/>
                          </a:cubicBezTo>
                          <a:cubicBezTo>
                            <a:pt x="53054" y="50768"/>
                            <a:pt x="53911" y="50959"/>
                            <a:pt x="54769" y="51149"/>
                          </a:cubicBezTo>
                          <a:cubicBezTo>
                            <a:pt x="58102" y="51816"/>
                            <a:pt x="60388" y="50959"/>
                            <a:pt x="62293" y="50578"/>
                          </a:cubicBezTo>
                          <a:cubicBezTo>
                            <a:pt x="63627" y="50102"/>
                            <a:pt x="64675" y="48863"/>
                            <a:pt x="66294" y="48863"/>
                          </a:cubicBezTo>
                          <a:cubicBezTo>
                            <a:pt x="67056" y="48673"/>
                            <a:pt x="67723" y="48482"/>
                            <a:pt x="68389" y="48292"/>
                          </a:cubicBezTo>
                          <a:cubicBezTo>
                            <a:pt x="69152" y="48006"/>
                            <a:pt x="69532" y="47625"/>
                            <a:pt x="71247" y="47530"/>
                          </a:cubicBezTo>
                          <a:cubicBezTo>
                            <a:pt x="74009" y="47244"/>
                            <a:pt x="76867" y="46768"/>
                            <a:pt x="79629" y="46292"/>
                          </a:cubicBezTo>
                          <a:cubicBezTo>
                            <a:pt x="82201" y="46292"/>
                            <a:pt x="84677" y="46196"/>
                            <a:pt x="87249" y="46006"/>
                          </a:cubicBezTo>
                          <a:cubicBezTo>
                            <a:pt x="90488" y="46387"/>
                            <a:pt x="93630" y="45053"/>
                            <a:pt x="96678" y="43339"/>
                          </a:cubicBezTo>
                          <a:cubicBezTo>
                            <a:pt x="99631" y="41815"/>
                            <a:pt x="103155" y="38481"/>
                            <a:pt x="106489" y="35719"/>
                          </a:cubicBezTo>
                          <a:cubicBezTo>
                            <a:pt x="109918" y="32576"/>
                            <a:pt x="113633" y="28575"/>
                            <a:pt x="117348" y="24098"/>
                          </a:cubicBezTo>
                          <a:cubicBezTo>
                            <a:pt x="120872" y="19812"/>
                            <a:pt x="124301" y="14859"/>
                            <a:pt x="126873" y="9144"/>
                          </a:cubicBezTo>
                          <a:lnTo>
                            <a:pt x="127349" y="8096"/>
                          </a:lnTo>
                          <a:cubicBezTo>
                            <a:pt x="124206" y="6668"/>
                            <a:pt x="120872" y="6096"/>
                            <a:pt x="117729" y="5048"/>
                          </a:cubicBezTo>
                          <a:lnTo>
                            <a:pt x="112966" y="3524"/>
                          </a:lnTo>
                          <a:lnTo>
                            <a:pt x="108013" y="2572"/>
                          </a:lnTo>
                          <a:cubicBezTo>
                            <a:pt x="101632" y="857"/>
                            <a:pt x="94869" y="572"/>
                            <a:pt x="88202" y="0"/>
                          </a:cubicBezTo>
                          <a:cubicBezTo>
                            <a:pt x="81439" y="381"/>
                            <a:pt x="74580" y="476"/>
                            <a:pt x="67913" y="2477"/>
                          </a:cubicBezTo>
                          <a:cubicBezTo>
                            <a:pt x="60770" y="3905"/>
                            <a:pt x="55530" y="7525"/>
                            <a:pt x="50292" y="1076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18" name="Forme libre : forme 15017">
                      <a:extLst>
                        <a:ext uri="{FF2B5EF4-FFF2-40B4-BE49-F238E27FC236}">
                          <a16:creationId xmlns:a16="http://schemas.microsoft.com/office/drawing/2014/main" id="{DF5CE96D-5201-4E9D-A65D-3AC2880EF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88803" y="2294112"/>
                      <a:ext cx="67325" cy="47810"/>
                    </a:xfrm>
                    <a:custGeom>
                      <a:avLst/>
                      <a:gdLst>
                        <a:gd name="connsiteX0" fmla="*/ 67155 w 67325"/>
                        <a:gd name="connsiteY0" fmla="*/ 23987 h 47810"/>
                        <a:gd name="connsiteX1" fmla="*/ 56392 w 67325"/>
                        <a:gd name="connsiteY1" fmla="*/ 39894 h 47810"/>
                        <a:gd name="connsiteX2" fmla="*/ 47248 w 67325"/>
                        <a:gd name="connsiteY2" fmla="*/ 44847 h 47810"/>
                        <a:gd name="connsiteX3" fmla="*/ 36485 w 67325"/>
                        <a:gd name="connsiteY3" fmla="*/ 47419 h 47810"/>
                        <a:gd name="connsiteX4" fmla="*/ 25150 w 67325"/>
                        <a:gd name="connsiteY4" fmla="*/ 47323 h 47810"/>
                        <a:gd name="connsiteX5" fmla="*/ 15910 w 67325"/>
                        <a:gd name="connsiteY5" fmla="*/ 44847 h 47810"/>
                        <a:gd name="connsiteX6" fmla="*/ 7528 w 67325"/>
                        <a:gd name="connsiteY6" fmla="*/ 39894 h 47810"/>
                        <a:gd name="connsiteX7" fmla="*/ 1528 w 67325"/>
                        <a:gd name="connsiteY7" fmla="*/ 32655 h 47810"/>
                        <a:gd name="connsiteX8" fmla="*/ 194 w 67325"/>
                        <a:gd name="connsiteY8" fmla="*/ 23035 h 47810"/>
                        <a:gd name="connsiteX9" fmla="*/ 5147 w 67325"/>
                        <a:gd name="connsiteY9" fmla="*/ 13128 h 47810"/>
                        <a:gd name="connsiteX10" fmla="*/ 16196 w 67325"/>
                        <a:gd name="connsiteY10" fmla="*/ 4651 h 47810"/>
                        <a:gd name="connsiteX11" fmla="*/ 30865 w 67325"/>
                        <a:gd name="connsiteY11" fmla="*/ 460 h 47810"/>
                        <a:gd name="connsiteX12" fmla="*/ 46200 w 67325"/>
                        <a:gd name="connsiteY12" fmla="*/ 1222 h 47810"/>
                        <a:gd name="connsiteX13" fmla="*/ 58392 w 67325"/>
                        <a:gd name="connsiteY13" fmla="*/ 6461 h 47810"/>
                        <a:gd name="connsiteX14" fmla="*/ 67155 w 67325"/>
                        <a:gd name="connsiteY14" fmla="*/ 23987 h 4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7325" h="47810">
                          <a:moveTo>
                            <a:pt x="67155" y="23987"/>
                          </a:moveTo>
                          <a:cubicBezTo>
                            <a:pt x="66203" y="30273"/>
                            <a:pt x="61726" y="35989"/>
                            <a:pt x="56392" y="39894"/>
                          </a:cubicBezTo>
                          <a:cubicBezTo>
                            <a:pt x="53725" y="41703"/>
                            <a:pt x="50677" y="43323"/>
                            <a:pt x="47248" y="44847"/>
                          </a:cubicBezTo>
                          <a:cubicBezTo>
                            <a:pt x="43914" y="46371"/>
                            <a:pt x="40390" y="46561"/>
                            <a:pt x="36485" y="47419"/>
                          </a:cubicBezTo>
                          <a:cubicBezTo>
                            <a:pt x="32674" y="48085"/>
                            <a:pt x="28674" y="47799"/>
                            <a:pt x="25150" y="47323"/>
                          </a:cubicBezTo>
                          <a:cubicBezTo>
                            <a:pt x="22007" y="47037"/>
                            <a:pt x="18958" y="46180"/>
                            <a:pt x="15910" y="44847"/>
                          </a:cubicBezTo>
                          <a:cubicBezTo>
                            <a:pt x="12863" y="43323"/>
                            <a:pt x="9910" y="41703"/>
                            <a:pt x="7528" y="39894"/>
                          </a:cubicBezTo>
                          <a:cubicBezTo>
                            <a:pt x="5052" y="37989"/>
                            <a:pt x="2957" y="35607"/>
                            <a:pt x="1528" y="32655"/>
                          </a:cubicBezTo>
                          <a:cubicBezTo>
                            <a:pt x="99" y="29702"/>
                            <a:pt x="-282" y="26464"/>
                            <a:pt x="194" y="23035"/>
                          </a:cubicBezTo>
                          <a:cubicBezTo>
                            <a:pt x="671" y="19510"/>
                            <a:pt x="2385" y="16081"/>
                            <a:pt x="5147" y="13128"/>
                          </a:cubicBezTo>
                          <a:cubicBezTo>
                            <a:pt x="7910" y="10081"/>
                            <a:pt x="11625" y="7128"/>
                            <a:pt x="16196" y="4651"/>
                          </a:cubicBezTo>
                          <a:cubicBezTo>
                            <a:pt x="20578" y="2461"/>
                            <a:pt x="25531" y="1222"/>
                            <a:pt x="30865" y="460"/>
                          </a:cubicBezTo>
                          <a:cubicBezTo>
                            <a:pt x="36103" y="-588"/>
                            <a:pt x="41533" y="365"/>
                            <a:pt x="46200" y="1222"/>
                          </a:cubicBezTo>
                          <a:cubicBezTo>
                            <a:pt x="50868" y="2080"/>
                            <a:pt x="55059" y="3985"/>
                            <a:pt x="58392" y="6461"/>
                          </a:cubicBezTo>
                          <a:cubicBezTo>
                            <a:pt x="65060" y="11319"/>
                            <a:pt x="68108" y="17415"/>
                            <a:pt x="67155" y="2398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19" name="Forme libre : forme 15018">
                      <a:extLst>
                        <a:ext uri="{FF2B5EF4-FFF2-40B4-BE49-F238E27FC236}">
                          <a16:creationId xmlns:a16="http://schemas.microsoft.com/office/drawing/2014/main" id="{7F6BC28E-1051-45AE-9AC5-8AB5E3E61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88732" y="2302859"/>
                      <a:ext cx="48938" cy="39063"/>
                    </a:xfrm>
                    <a:custGeom>
                      <a:avLst/>
                      <a:gdLst>
                        <a:gd name="connsiteX0" fmla="*/ 9981 w 48938"/>
                        <a:gd name="connsiteY0" fmla="*/ 0 h 39063"/>
                        <a:gd name="connsiteX1" fmla="*/ 837 w 48938"/>
                        <a:gd name="connsiteY1" fmla="*/ 11716 h 39063"/>
                        <a:gd name="connsiteX2" fmla="*/ 1504 w 48938"/>
                        <a:gd name="connsiteY2" fmla="*/ 23908 h 39063"/>
                        <a:gd name="connsiteX3" fmla="*/ 7505 w 48938"/>
                        <a:gd name="connsiteY3" fmla="*/ 31147 h 39063"/>
                        <a:gd name="connsiteX4" fmla="*/ 15887 w 48938"/>
                        <a:gd name="connsiteY4" fmla="*/ 36100 h 39063"/>
                        <a:gd name="connsiteX5" fmla="*/ 25126 w 48938"/>
                        <a:gd name="connsiteY5" fmla="*/ 38576 h 39063"/>
                        <a:gd name="connsiteX6" fmla="*/ 36461 w 48938"/>
                        <a:gd name="connsiteY6" fmla="*/ 38671 h 39063"/>
                        <a:gd name="connsiteX7" fmla="*/ 48939 w 48938"/>
                        <a:gd name="connsiteY7" fmla="*/ 35338 h 39063"/>
                        <a:gd name="connsiteX8" fmla="*/ 41795 w 48938"/>
                        <a:gd name="connsiteY8" fmla="*/ 33909 h 39063"/>
                        <a:gd name="connsiteX9" fmla="*/ 22269 w 48938"/>
                        <a:gd name="connsiteY9" fmla="*/ 20002 h 39063"/>
                        <a:gd name="connsiteX10" fmla="*/ 9981 w 48938"/>
                        <a:gd name="connsiteY10" fmla="*/ 0 h 39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8938" h="39063">
                          <a:moveTo>
                            <a:pt x="9981" y="0"/>
                          </a:moveTo>
                          <a:cubicBezTo>
                            <a:pt x="5409" y="3715"/>
                            <a:pt x="2076" y="7239"/>
                            <a:pt x="837" y="11716"/>
                          </a:cubicBezTo>
                          <a:cubicBezTo>
                            <a:pt x="-496" y="16097"/>
                            <a:pt x="-210" y="20193"/>
                            <a:pt x="1504" y="23908"/>
                          </a:cubicBezTo>
                          <a:cubicBezTo>
                            <a:pt x="2933" y="26860"/>
                            <a:pt x="5028" y="29242"/>
                            <a:pt x="7505" y="31147"/>
                          </a:cubicBezTo>
                          <a:cubicBezTo>
                            <a:pt x="9886" y="32956"/>
                            <a:pt x="12839" y="34576"/>
                            <a:pt x="15887" y="36100"/>
                          </a:cubicBezTo>
                          <a:cubicBezTo>
                            <a:pt x="18935" y="37433"/>
                            <a:pt x="22078" y="38386"/>
                            <a:pt x="25126" y="38576"/>
                          </a:cubicBezTo>
                          <a:cubicBezTo>
                            <a:pt x="28555" y="39052"/>
                            <a:pt x="32556" y="39338"/>
                            <a:pt x="36461" y="38671"/>
                          </a:cubicBezTo>
                          <a:cubicBezTo>
                            <a:pt x="41033" y="37814"/>
                            <a:pt x="45128" y="37338"/>
                            <a:pt x="48939" y="35338"/>
                          </a:cubicBezTo>
                          <a:cubicBezTo>
                            <a:pt x="46557" y="35338"/>
                            <a:pt x="44176" y="34957"/>
                            <a:pt x="41795" y="33909"/>
                          </a:cubicBezTo>
                          <a:cubicBezTo>
                            <a:pt x="35223" y="30575"/>
                            <a:pt x="28269" y="26289"/>
                            <a:pt x="22269" y="20002"/>
                          </a:cubicBezTo>
                          <a:cubicBezTo>
                            <a:pt x="16744" y="14573"/>
                            <a:pt x="11505" y="7810"/>
                            <a:pt x="9981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20" name="Forme libre : forme 15019">
                      <a:extLst>
                        <a:ext uri="{FF2B5EF4-FFF2-40B4-BE49-F238E27FC236}">
                          <a16:creationId xmlns:a16="http://schemas.microsoft.com/office/drawing/2014/main" id="{5FE2A397-F458-4A8E-BD22-7C52E3EE2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93934" y="2299158"/>
                      <a:ext cx="64684" cy="47597"/>
                    </a:xfrm>
                    <a:custGeom>
                      <a:avLst/>
                      <a:gdLst>
                        <a:gd name="connsiteX0" fmla="*/ 64405 w 64684"/>
                        <a:gd name="connsiteY0" fmla="*/ 24847 h 47597"/>
                        <a:gd name="connsiteX1" fmla="*/ 60595 w 64684"/>
                        <a:gd name="connsiteY1" fmla="*/ 33514 h 47597"/>
                        <a:gd name="connsiteX2" fmla="*/ 53642 w 64684"/>
                        <a:gd name="connsiteY2" fmla="*/ 40372 h 47597"/>
                        <a:gd name="connsiteX3" fmla="*/ 44879 w 64684"/>
                        <a:gd name="connsiteY3" fmla="*/ 44944 h 47597"/>
                        <a:gd name="connsiteX4" fmla="*/ 34592 w 64684"/>
                        <a:gd name="connsiteY4" fmla="*/ 47230 h 47597"/>
                        <a:gd name="connsiteX5" fmla="*/ 23638 w 64684"/>
                        <a:gd name="connsiteY5" fmla="*/ 46945 h 47597"/>
                        <a:gd name="connsiteX6" fmla="*/ 14780 w 64684"/>
                        <a:gd name="connsiteY6" fmla="*/ 44087 h 47597"/>
                        <a:gd name="connsiteX7" fmla="*/ 6874 w 64684"/>
                        <a:gd name="connsiteY7" fmla="*/ 38467 h 47597"/>
                        <a:gd name="connsiteX8" fmla="*/ 1350 w 64684"/>
                        <a:gd name="connsiteY8" fmla="*/ 30943 h 47597"/>
                        <a:gd name="connsiteX9" fmla="*/ 302 w 64684"/>
                        <a:gd name="connsiteY9" fmla="*/ 21322 h 47597"/>
                        <a:gd name="connsiteX10" fmla="*/ 5351 w 64684"/>
                        <a:gd name="connsiteY10" fmla="*/ 11988 h 47597"/>
                        <a:gd name="connsiteX11" fmla="*/ 15923 w 64684"/>
                        <a:gd name="connsiteY11" fmla="*/ 4082 h 47597"/>
                        <a:gd name="connsiteX12" fmla="*/ 30115 w 64684"/>
                        <a:gd name="connsiteY12" fmla="*/ 82 h 47597"/>
                        <a:gd name="connsiteX13" fmla="*/ 44974 w 64684"/>
                        <a:gd name="connsiteY13" fmla="*/ 1320 h 47597"/>
                        <a:gd name="connsiteX14" fmla="*/ 56594 w 64684"/>
                        <a:gd name="connsiteY14" fmla="*/ 7035 h 47597"/>
                        <a:gd name="connsiteX15" fmla="*/ 63357 w 64684"/>
                        <a:gd name="connsiteY15" fmla="*/ 15322 h 47597"/>
                        <a:gd name="connsiteX16" fmla="*/ 64405 w 64684"/>
                        <a:gd name="connsiteY16" fmla="*/ 24847 h 475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64684" h="47597">
                          <a:moveTo>
                            <a:pt x="64405" y="24847"/>
                          </a:moveTo>
                          <a:cubicBezTo>
                            <a:pt x="63834" y="28085"/>
                            <a:pt x="62405" y="30943"/>
                            <a:pt x="60595" y="33514"/>
                          </a:cubicBezTo>
                          <a:cubicBezTo>
                            <a:pt x="58786" y="35896"/>
                            <a:pt x="56309" y="38467"/>
                            <a:pt x="53642" y="40372"/>
                          </a:cubicBezTo>
                          <a:cubicBezTo>
                            <a:pt x="50975" y="42468"/>
                            <a:pt x="48118" y="43611"/>
                            <a:pt x="44879" y="44944"/>
                          </a:cubicBezTo>
                          <a:cubicBezTo>
                            <a:pt x="41641" y="46278"/>
                            <a:pt x="38211" y="47040"/>
                            <a:pt x="34592" y="47230"/>
                          </a:cubicBezTo>
                          <a:cubicBezTo>
                            <a:pt x="30877" y="47802"/>
                            <a:pt x="27163" y="47707"/>
                            <a:pt x="23638" y="46945"/>
                          </a:cubicBezTo>
                          <a:cubicBezTo>
                            <a:pt x="19923" y="46087"/>
                            <a:pt x="17733" y="45611"/>
                            <a:pt x="14780" y="44087"/>
                          </a:cubicBezTo>
                          <a:cubicBezTo>
                            <a:pt x="12018" y="42658"/>
                            <a:pt x="9256" y="40753"/>
                            <a:pt x="6874" y="38467"/>
                          </a:cubicBezTo>
                          <a:cubicBezTo>
                            <a:pt x="4493" y="36277"/>
                            <a:pt x="2588" y="33991"/>
                            <a:pt x="1350" y="30943"/>
                          </a:cubicBezTo>
                          <a:cubicBezTo>
                            <a:pt x="111" y="27990"/>
                            <a:pt x="-365" y="24561"/>
                            <a:pt x="302" y="21322"/>
                          </a:cubicBezTo>
                          <a:cubicBezTo>
                            <a:pt x="969" y="18179"/>
                            <a:pt x="2683" y="15036"/>
                            <a:pt x="5351" y="11988"/>
                          </a:cubicBezTo>
                          <a:cubicBezTo>
                            <a:pt x="8017" y="9130"/>
                            <a:pt x="11732" y="5701"/>
                            <a:pt x="15923" y="4082"/>
                          </a:cubicBezTo>
                          <a:cubicBezTo>
                            <a:pt x="20114" y="2272"/>
                            <a:pt x="24972" y="844"/>
                            <a:pt x="30115" y="82"/>
                          </a:cubicBezTo>
                          <a:cubicBezTo>
                            <a:pt x="35354" y="-204"/>
                            <a:pt x="40497" y="272"/>
                            <a:pt x="44974" y="1320"/>
                          </a:cubicBezTo>
                          <a:cubicBezTo>
                            <a:pt x="49546" y="2368"/>
                            <a:pt x="53547" y="4749"/>
                            <a:pt x="56594" y="7035"/>
                          </a:cubicBezTo>
                          <a:cubicBezTo>
                            <a:pt x="59738" y="9511"/>
                            <a:pt x="62024" y="11988"/>
                            <a:pt x="63357" y="15322"/>
                          </a:cubicBezTo>
                          <a:cubicBezTo>
                            <a:pt x="64691" y="18370"/>
                            <a:pt x="64977" y="21608"/>
                            <a:pt x="64405" y="2484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21" name="Forme libre : forme 15020">
                      <a:extLst>
                        <a:ext uri="{FF2B5EF4-FFF2-40B4-BE49-F238E27FC236}">
                          <a16:creationId xmlns:a16="http://schemas.microsoft.com/office/drawing/2014/main" id="{7A67ED39-9439-4590-BAF8-6AB0DFDE3E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8400" y="2299144"/>
                      <a:ext cx="94249" cy="70561"/>
                    </a:xfrm>
                    <a:custGeom>
                      <a:avLst/>
                      <a:gdLst>
                        <a:gd name="connsiteX0" fmla="*/ 20595 w 94249"/>
                        <a:gd name="connsiteY0" fmla="*/ 45530 h 70561"/>
                        <a:gd name="connsiteX1" fmla="*/ 36598 w 94249"/>
                        <a:gd name="connsiteY1" fmla="*/ 60388 h 70561"/>
                        <a:gd name="connsiteX2" fmla="*/ 53076 w 94249"/>
                        <a:gd name="connsiteY2" fmla="*/ 67532 h 70561"/>
                        <a:gd name="connsiteX3" fmla="*/ 59933 w 94249"/>
                        <a:gd name="connsiteY3" fmla="*/ 69437 h 70561"/>
                        <a:gd name="connsiteX4" fmla="*/ 65553 w 94249"/>
                        <a:gd name="connsiteY4" fmla="*/ 70199 h 70561"/>
                        <a:gd name="connsiteX5" fmla="*/ 69744 w 94249"/>
                        <a:gd name="connsiteY5" fmla="*/ 70485 h 70561"/>
                        <a:gd name="connsiteX6" fmla="*/ 71650 w 94249"/>
                        <a:gd name="connsiteY6" fmla="*/ 70009 h 70561"/>
                        <a:gd name="connsiteX7" fmla="*/ 74602 w 94249"/>
                        <a:gd name="connsiteY7" fmla="*/ 69532 h 70561"/>
                        <a:gd name="connsiteX8" fmla="*/ 85651 w 94249"/>
                        <a:gd name="connsiteY8" fmla="*/ 63817 h 70561"/>
                        <a:gd name="connsiteX9" fmla="*/ 92319 w 94249"/>
                        <a:gd name="connsiteY9" fmla="*/ 54483 h 70561"/>
                        <a:gd name="connsiteX10" fmla="*/ 93748 w 94249"/>
                        <a:gd name="connsiteY10" fmla="*/ 42386 h 70561"/>
                        <a:gd name="connsiteX11" fmla="*/ 83556 w 94249"/>
                        <a:gd name="connsiteY11" fmla="*/ 31528 h 70561"/>
                        <a:gd name="connsiteX12" fmla="*/ 67649 w 94249"/>
                        <a:gd name="connsiteY12" fmla="*/ 21336 h 70561"/>
                        <a:gd name="connsiteX13" fmla="*/ 50980 w 94249"/>
                        <a:gd name="connsiteY13" fmla="*/ 10668 h 70561"/>
                        <a:gd name="connsiteX14" fmla="*/ 28787 w 94249"/>
                        <a:gd name="connsiteY14" fmla="*/ 667 h 70561"/>
                        <a:gd name="connsiteX15" fmla="*/ 14500 w 94249"/>
                        <a:gd name="connsiteY15" fmla="*/ 762 h 70561"/>
                        <a:gd name="connsiteX16" fmla="*/ 2974 w 94249"/>
                        <a:gd name="connsiteY16" fmla="*/ 8858 h 70561"/>
                        <a:gd name="connsiteX17" fmla="*/ 5641 w 94249"/>
                        <a:gd name="connsiteY17" fmla="*/ 29813 h 70561"/>
                        <a:gd name="connsiteX18" fmla="*/ 20595 w 94249"/>
                        <a:gd name="connsiteY18" fmla="*/ 45530 h 70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94249" h="70561">
                          <a:moveTo>
                            <a:pt x="20595" y="45530"/>
                          </a:moveTo>
                          <a:cubicBezTo>
                            <a:pt x="25358" y="51149"/>
                            <a:pt x="30597" y="56769"/>
                            <a:pt x="36598" y="60388"/>
                          </a:cubicBezTo>
                          <a:cubicBezTo>
                            <a:pt x="42408" y="64008"/>
                            <a:pt x="48313" y="66484"/>
                            <a:pt x="53076" y="67532"/>
                          </a:cubicBezTo>
                          <a:cubicBezTo>
                            <a:pt x="55362" y="67818"/>
                            <a:pt x="57933" y="69056"/>
                            <a:pt x="59933" y="69437"/>
                          </a:cubicBezTo>
                          <a:cubicBezTo>
                            <a:pt x="62029" y="70104"/>
                            <a:pt x="63648" y="69723"/>
                            <a:pt x="65553" y="70199"/>
                          </a:cubicBezTo>
                          <a:cubicBezTo>
                            <a:pt x="67077" y="70485"/>
                            <a:pt x="68506" y="70676"/>
                            <a:pt x="69744" y="70485"/>
                          </a:cubicBezTo>
                          <a:cubicBezTo>
                            <a:pt x="70411" y="70390"/>
                            <a:pt x="70983" y="70199"/>
                            <a:pt x="71650" y="70009"/>
                          </a:cubicBezTo>
                          <a:cubicBezTo>
                            <a:pt x="72602" y="69913"/>
                            <a:pt x="73649" y="69723"/>
                            <a:pt x="74602" y="69532"/>
                          </a:cubicBezTo>
                          <a:cubicBezTo>
                            <a:pt x="78603" y="68675"/>
                            <a:pt x="82413" y="66389"/>
                            <a:pt x="85651" y="63817"/>
                          </a:cubicBezTo>
                          <a:cubicBezTo>
                            <a:pt x="88128" y="61722"/>
                            <a:pt x="90604" y="58198"/>
                            <a:pt x="92319" y="54483"/>
                          </a:cubicBezTo>
                          <a:cubicBezTo>
                            <a:pt x="93938" y="50863"/>
                            <a:pt x="94891" y="46577"/>
                            <a:pt x="93748" y="42386"/>
                          </a:cubicBezTo>
                          <a:cubicBezTo>
                            <a:pt x="92414" y="36957"/>
                            <a:pt x="87842" y="34480"/>
                            <a:pt x="83556" y="31528"/>
                          </a:cubicBezTo>
                          <a:cubicBezTo>
                            <a:pt x="78412" y="27908"/>
                            <a:pt x="73078" y="24955"/>
                            <a:pt x="67649" y="21336"/>
                          </a:cubicBezTo>
                          <a:cubicBezTo>
                            <a:pt x="62219" y="17526"/>
                            <a:pt x="56791" y="14192"/>
                            <a:pt x="50980" y="10668"/>
                          </a:cubicBezTo>
                          <a:cubicBezTo>
                            <a:pt x="46123" y="7715"/>
                            <a:pt x="37931" y="1905"/>
                            <a:pt x="28787" y="667"/>
                          </a:cubicBezTo>
                          <a:cubicBezTo>
                            <a:pt x="24119" y="-191"/>
                            <a:pt x="19167" y="-286"/>
                            <a:pt x="14500" y="762"/>
                          </a:cubicBezTo>
                          <a:cubicBezTo>
                            <a:pt x="10022" y="2096"/>
                            <a:pt x="6022" y="4858"/>
                            <a:pt x="2974" y="8858"/>
                          </a:cubicBezTo>
                          <a:cubicBezTo>
                            <a:pt x="-2741" y="16002"/>
                            <a:pt x="688" y="23527"/>
                            <a:pt x="5641" y="29813"/>
                          </a:cubicBezTo>
                          <a:cubicBezTo>
                            <a:pt x="10689" y="36005"/>
                            <a:pt x="17262" y="41624"/>
                            <a:pt x="20595" y="4553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22" name="Forme libre : forme 15021">
                      <a:extLst>
                        <a:ext uri="{FF2B5EF4-FFF2-40B4-BE49-F238E27FC236}">
                          <a16:creationId xmlns:a16="http://schemas.microsoft.com/office/drawing/2014/main" id="{F8EFA2E4-1A68-4F8C-A227-6001506DA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6128" y="2288234"/>
                      <a:ext cx="27491" cy="32560"/>
                    </a:xfrm>
                    <a:custGeom>
                      <a:avLst/>
                      <a:gdLst>
                        <a:gd name="connsiteX0" fmla="*/ 9 w 27491"/>
                        <a:gd name="connsiteY0" fmla="*/ 25198 h 32560"/>
                        <a:gd name="connsiteX1" fmla="*/ 1247 w 27491"/>
                        <a:gd name="connsiteY1" fmla="*/ 30531 h 32560"/>
                        <a:gd name="connsiteX2" fmla="*/ 6105 w 27491"/>
                        <a:gd name="connsiteY2" fmla="*/ 32436 h 32560"/>
                        <a:gd name="connsiteX3" fmla="*/ 10868 w 27491"/>
                        <a:gd name="connsiteY3" fmla="*/ 29389 h 32560"/>
                        <a:gd name="connsiteX4" fmla="*/ 21345 w 27491"/>
                        <a:gd name="connsiteY4" fmla="*/ 18816 h 32560"/>
                        <a:gd name="connsiteX5" fmla="*/ 25251 w 27491"/>
                        <a:gd name="connsiteY5" fmla="*/ 14339 h 32560"/>
                        <a:gd name="connsiteX6" fmla="*/ 15440 w 27491"/>
                        <a:gd name="connsiteY6" fmla="*/ 1480 h 32560"/>
                        <a:gd name="connsiteX7" fmla="*/ 9 w 27491"/>
                        <a:gd name="connsiteY7" fmla="*/ 25198 h 32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491" h="32560">
                          <a:moveTo>
                            <a:pt x="9" y="25198"/>
                          </a:moveTo>
                          <a:cubicBezTo>
                            <a:pt x="9" y="27102"/>
                            <a:pt x="200" y="29103"/>
                            <a:pt x="1247" y="30531"/>
                          </a:cubicBezTo>
                          <a:cubicBezTo>
                            <a:pt x="2295" y="31960"/>
                            <a:pt x="4200" y="32913"/>
                            <a:pt x="6105" y="32436"/>
                          </a:cubicBezTo>
                          <a:cubicBezTo>
                            <a:pt x="7820" y="31865"/>
                            <a:pt x="9344" y="30627"/>
                            <a:pt x="10868" y="29389"/>
                          </a:cubicBezTo>
                          <a:cubicBezTo>
                            <a:pt x="14487" y="26150"/>
                            <a:pt x="18012" y="22626"/>
                            <a:pt x="21345" y="18816"/>
                          </a:cubicBezTo>
                          <a:cubicBezTo>
                            <a:pt x="22774" y="17196"/>
                            <a:pt x="24298" y="16053"/>
                            <a:pt x="25251" y="14339"/>
                          </a:cubicBezTo>
                          <a:cubicBezTo>
                            <a:pt x="29537" y="7576"/>
                            <a:pt x="28394" y="-4140"/>
                            <a:pt x="15440" y="1480"/>
                          </a:cubicBezTo>
                          <a:cubicBezTo>
                            <a:pt x="6105" y="7290"/>
                            <a:pt x="-276" y="17006"/>
                            <a:pt x="9" y="2519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23" name="Forme libre : forme 15022">
                      <a:extLst>
                        <a:ext uri="{FF2B5EF4-FFF2-40B4-BE49-F238E27FC236}">
                          <a16:creationId xmlns:a16="http://schemas.microsoft.com/office/drawing/2014/main" id="{802289CB-0729-4168-BB9B-A9CF3A9CB5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051" y="2333434"/>
                      <a:ext cx="37337" cy="40481"/>
                    </a:xfrm>
                    <a:custGeom>
                      <a:avLst/>
                      <a:gdLst>
                        <a:gd name="connsiteX0" fmla="*/ 37338 w 37337"/>
                        <a:gd name="connsiteY0" fmla="*/ 0 h 40481"/>
                        <a:gd name="connsiteX1" fmla="*/ 34861 w 37337"/>
                        <a:gd name="connsiteY1" fmla="*/ 5334 h 40481"/>
                        <a:gd name="connsiteX2" fmla="*/ 26956 w 37337"/>
                        <a:gd name="connsiteY2" fmla="*/ 17145 h 40481"/>
                        <a:gd name="connsiteX3" fmla="*/ 14954 w 37337"/>
                        <a:gd name="connsiteY3" fmla="*/ 30099 h 40481"/>
                        <a:gd name="connsiteX4" fmla="*/ 8001 w 37337"/>
                        <a:gd name="connsiteY4" fmla="*/ 35719 h 40481"/>
                        <a:gd name="connsiteX5" fmla="*/ 0 w 37337"/>
                        <a:gd name="connsiteY5" fmla="*/ 40481 h 40481"/>
                        <a:gd name="connsiteX6" fmla="*/ 2857 w 37337"/>
                        <a:gd name="connsiteY6" fmla="*/ 38481 h 40481"/>
                        <a:gd name="connsiteX7" fmla="*/ 10573 w 37337"/>
                        <a:gd name="connsiteY7" fmla="*/ 31433 h 40481"/>
                        <a:gd name="connsiteX8" fmla="*/ 22384 w 37337"/>
                        <a:gd name="connsiteY8" fmla="*/ 19145 h 40481"/>
                        <a:gd name="connsiteX9" fmla="*/ 37338 w 37337"/>
                        <a:gd name="connsiteY9" fmla="*/ 0 h 40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337" h="40481">
                          <a:moveTo>
                            <a:pt x="37338" y="0"/>
                          </a:moveTo>
                          <a:cubicBezTo>
                            <a:pt x="37338" y="0"/>
                            <a:pt x="36576" y="2096"/>
                            <a:pt x="34861" y="5334"/>
                          </a:cubicBezTo>
                          <a:cubicBezTo>
                            <a:pt x="33147" y="8573"/>
                            <a:pt x="30385" y="12764"/>
                            <a:pt x="26956" y="17145"/>
                          </a:cubicBezTo>
                          <a:cubicBezTo>
                            <a:pt x="23432" y="21717"/>
                            <a:pt x="19526" y="25622"/>
                            <a:pt x="14954" y="30099"/>
                          </a:cubicBezTo>
                          <a:cubicBezTo>
                            <a:pt x="12668" y="32290"/>
                            <a:pt x="10383" y="34195"/>
                            <a:pt x="8001" y="35719"/>
                          </a:cubicBezTo>
                          <a:cubicBezTo>
                            <a:pt x="5429" y="37719"/>
                            <a:pt x="2762" y="39433"/>
                            <a:pt x="0" y="40481"/>
                          </a:cubicBezTo>
                          <a:cubicBezTo>
                            <a:pt x="0" y="40481"/>
                            <a:pt x="1048" y="39910"/>
                            <a:pt x="2857" y="38481"/>
                          </a:cubicBezTo>
                          <a:cubicBezTo>
                            <a:pt x="4572" y="37243"/>
                            <a:pt x="7430" y="34290"/>
                            <a:pt x="10573" y="31433"/>
                          </a:cubicBezTo>
                          <a:cubicBezTo>
                            <a:pt x="13716" y="28575"/>
                            <a:pt x="17907" y="23813"/>
                            <a:pt x="22384" y="19145"/>
                          </a:cubicBezTo>
                          <a:cubicBezTo>
                            <a:pt x="26861" y="14288"/>
                            <a:pt x="32099" y="8001"/>
                            <a:pt x="3733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24" name="Forme libre : forme 15023">
                      <a:extLst>
                        <a:ext uri="{FF2B5EF4-FFF2-40B4-BE49-F238E27FC236}">
                          <a16:creationId xmlns:a16="http://schemas.microsoft.com/office/drawing/2014/main" id="{E3CADC19-3F95-4F1B-8225-81B8F8855A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9466" y="2271331"/>
                      <a:ext cx="33718" cy="74771"/>
                    </a:xfrm>
                    <a:custGeom>
                      <a:avLst/>
                      <a:gdLst>
                        <a:gd name="connsiteX0" fmla="*/ 33718 w 33718"/>
                        <a:gd name="connsiteY0" fmla="*/ 0 h 74771"/>
                        <a:gd name="connsiteX1" fmla="*/ 24193 w 33718"/>
                        <a:gd name="connsiteY1" fmla="*/ 5905 h 74771"/>
                        <a:gd name="connsiteX2" fmla="*/ 7429 w 33718"/>
                        <a:gd name="connsiteY2" fmla="*/ 23908 h 74771"/>
                        <a:gd name="connsiteX3" fmla="*/ 0 w 33718"/>
                        <a:gd name="connsiteY3" fmla="*/ 49435 h 74771"/>
                        <a:gd name="connsiteX4" fmla="*/ 12096 w 33718"/>
                        <a:gd name="connsiteY4" fmla="*/ 74771 h 74771"/>
                        <a:gd name="connsiteX5" fmla="*/ 8667 w 33718"/>
                        <a:gd name="connsiteY5" fmla="*/ 69247 h 74771"/>
                        <a:gd name="connsiteX6" fmla="*/ 3810 w 33718"/>
                        <a:gd name="connsiteY6" fmla="*/ 53435 h 74771"/>
                        <a:gd name="connsiteX7" fmla="*/ 7620 w 33718"/>
                        <a:gd name="connsiteY7" fmla="*/ 28575 h 74771"/>
                        <a:gd name="connsiteX8" fmla="*/ 33718 w 33718"/>
                        <a:gd name="connsiteY8" fmla="*/ 0 h 74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718" h="74771">
                          <a:moveTo>
                            <a:pt x="33718" y="0"/>
                          </a:moveTo>
                          <a:cubicBezTo>
                            <a:pt x="33718" y="0"/>
                            <a:pt x="29718" y="2000"/>
                            <a:pt x="24193" y="5905"/>
                          </a:cubicBezTo>
                          <a:cubicBezTo>
                            <a:pt x="18479" y="9620"/>
                            <a:pt x="12668" y="16478"/>
                            <a:pt x="7429" y="23908"/>
                          </a:cubicBezTo>
                          <a:cubicBezTo>
                            <a:pt x="2191" y="31432"/>
                            <a:pt x="0" y="40767"/>
                            <a:pt x="0" y="49435"/>
                          </a:cubicBezTo>
                          <a:cubicBezTo>
                            <a:pt x="0" y="58198"/>
                            <a:pt x="4476" y="66961"/>
                            <a:pt x="12096" y="74771"/>
                          </a:cubicBezTo>
                          <a:cubicBezTo>
                            <a:pt x="12096" y="74771"/>
                            <a:pt x="10573" y="72866"/>
                            <a:pt x="8667" y="69247"/>
                          </a:cubicBezTo>
                          <a:cubicBezTo>
                            <a:pt x="6858" y="65627"/>
                            <a:pt x="4381" y="60198"/>
                            <a:pt x="3810" y="53435"/>
                          </a:cubicBezTo>
                          <a:cubicBezTo>
                            <a:pt x="3238" y="46672"/>
                            <a:pt x="3620" y="38100"/>
                            <a:pt x="7620" y="28575"/>
                          </a:cubicBezTo>
                          <a:cubicBezTo>
                            <a:pt x="12192" y="19431"/>
                            <a:pt x="19526" y="8382"/>
                            <a:pt x="3371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25" name="Forme libre : forme 15024">
                      <a:extLst>
                        <a:ext uri="{FF2B5EF4-FFF2-40B4-BE49-F238E27FC236}">
                          <a16:creationId xmlns:a16="http://schemas.microsoft.com/office/drawing/2014/main" id="{318A806E-D56D-484D-911A-CFEF2A62FF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14532" y="2298888"/>
                      <a:ext cx="27463" cy="16241"/>
                    </a:xfrm>
                    <a:custGeom>
                      <a:avLst/>
                      <a:gdLst>
                        <a:gd name="connsiteX0" fmla="*/ 27139 w 27463"/>
                        <a:gd name="connsiteY0" fmla="*/ 11781 h 16241"/>
                        <a:gd name="connsiteX1" fmla="*/ 11804 w 27463"/>
                        <a:gd name="connsiteY1" fmla="*/ 15401 h 16241"/>
                        <a:gd name="connsiteX2" fmla="*/ 88 w 27463"/>
                        <a:gd name="connsiteY2" fmla="*/ 5590 h 16241"/>
                        <a:gd name="connsiteX3" fmla="*/ 16281 w 27463"/>
                        <a:gd name="connsiteY3" fmla="*/ 732 h 16241"/>
                        <a:gd name="connsiteX4" fmla="*/ 27139 w 27463"/>
                        <a:gd name="connsiteY4" fmla="*/ 11781 h 16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463" h="16241">
                          <a:moveTo>
                            <a:pt x="27139" y="11781"/>
                          </a:moveTo>
                          <a:cubicBezTo>
                            <a:pt x="25520" y="15687"/>
                            <a:pt x="18947" y="17401"/>
                            <a:pt x="11804" y="15401"/>
                          </a:cubicBezTo>
                          <a:cubicBezTo>
                            <a:pt x="4755" y="13972"/>
                            <a:pt x="-770" y="9781"/>
                            <a:pt x="88" y="5590"/>
                          </a:cubicBezTo>
                          <a:cubicBezTo>
                            <a:pt x="945" y="1590"/>
                            <a:pt x="8279" y="-1458"/>
                            <a:pt x="16281" y="732"/>
                          </a:cubicBezTo>
                          <a:cubicBezTo>
                            <a:pt x="24186" y="2637"/>
                            <a:pt x="28758" y="7781"/>
                            <a:pt x="27139" y="1178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26" name="Forme libre : forme 15025">
                      <a:extLst>
                        <a:ext uri="{FF2B5EF4-FFF2-40B4-BE49-F238E27FC236}">
                          <a16:creationId xmlns:a16="http://schemas.microsoft.com/office/drawing/2014/main" id="{84656B1C-497A-4B76-B01B-68F88B3582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8146" y="2305331"/>
                      <a:ext cx="7433" cy="6771"/>
                    </a:xfrm>
                    <a:custGeom>
                      <a:avLst/>
                      <a:gdLst>
                        <a:gd name="connsiteX0" fmla="*/ 7430 w 7433"/>
                        <a:gd name="connsiteY0" fmla="*/ 3623 h 6771"/>
                        <a:gd name="connsiteX1" fmla="*/ 3620 w 7433"/>
                        <a:gd name="connsiteY1" fmla="*/ 6767 h 6771"/>
                        <a:gd name="connsiteX2" fmla="*/ 0 w 7433"/>
                        <a:gd name="connsiteY2" fmla="*/ 3433 h 6771"/>
                        <a:gd name="connsiteX3" fmla="*/ 3810 w 7433"/>
                        <a:gd name="connsiteY3" fmla="*/ 4 h 6771"/>
                        <a:gd name="connsiteX4" fmla="*/ 7430 w 7433"/>
                        <a:gd name="connsiteY4" fmla="*/ 3623 h 6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33" h="6771">
                          <a:moveTo>
                            <a:pt x="7430" y="3623"/>
                          </a:moveTo>
                          <a:cubicBezTo>
                            <a:pt x="7334" y="5528"/>
                            <a:pt x="5620" y="6862"/>
                            <a:pt x="3620" y="6767"/>
                          </a:cubicBezTo>
                          <a:cubicBezTo>
                            <a:pt x="1620" y="6671"/>
                            <a:pt x="0" y="5338"/>
                            <a:pt x="0" y="3433"/>
                          </a:cubicBezTo>
                          <a:cubicBezTo>
                            <a:pt x="0" y="1623"/>
                            <a:pt x="1714" y="-91"/>
                            <a:pt x="3810" y="4"/>
                          </a:cubicBezTo>
                          <a:cubicBezTo>
                            <a:pt x="5905" y="99"/>
                            <a:pt x="7525" y="1718"/>
                            <a:pt x="7430" y="36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27" name="Forme libre : forme 15026">
                      <a:extLst>
                        <a:ext uri="{FF2B5EF4-FFF2-40B4-BE49-F238E27FC236}">
                          <a16:creationId xmlns:a16="http://schemas.microsoft.com/office/drawing/2014/main" id="{05B71C02-C46A-4B08-B3C4-A54F0F336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08629" y="2260846"/>
                      <a:ext cx="71927" cy="64734"/>
                    </a:xfrm>
                    <a:custGeom>
                      <a:avLst/>
                      <a:gdLst>
                        <a:gd name="connsiteX0" fmla="*/ 70761 w 71927"/>
                        <a:gd name="connsiteY0" fmla="*/ 27249 h 64734"/>
                        <a:gd name="connsiteX1" fmla="*/ 67522 w 71927"/>
                        <a:gd name="connsiteY1" fmla="*/ 57538 h 64734"/>
                        <a:gd name="connsiteX2" fmla="*/ 60188 w 71927"/>
                        <a:gd name="connsiteY2" fmla="*/ 64682 h 64734"/>
                        <a:gd name="connsiteX3" fmla="*/ 54377 w 71927"/>
                        <a:gd name="connsiteY3" fmla="*/ 57348 h 64734"/>
                        <a:gd name="connsiteX4" fmla="*/ 40947 w 71927"/>
                        <a:gd name="connsiteY4" fmla="*/ 27820 h 64734"/>
                        <a:gd name="connsiteX5" fmla="*/ 31327 w 71927"/>
                        <a:gd name="connsiteY5" fmla="*/ 23439 h 64734"/>
                        <a:gd name="connsiteX6" fmla="*/ 16373 w 71927"/>
                        <a:gd name="connsiteY6" fmla="*/ 18962 h 64734"/>
                        <a:gd name="connsiteX7" fmla="*/ 3609 w 71927"/>
                        <a:gd name="connsiteY7" fmla="*/ 14390 h 64734"/>
                        <a:gd name="connsiteX8" fmla="*/ 657 w 71927"/>
                        <a:gd name="connsiteY8" fmla="*/ 7913 h 64734"/>
                        <a:gd name="connsiteX9" fmla="*/ 9991 w 71927"/>
                        <a:gd name="connsiteY9" fmla="*/ 1722 h 64734"/>
                        <a:gd name="connsiteX10" fmla="*/ 25612 w 71927"/>
                        <a:gd name="connsiteY10" fmla="*/ 7 h 64734"/>
                        <a:gd name="connsiteX11" fmla="*/ 41995 w 71927"/>
                        <a:gd name="connsiteY11" fmla="*/ 2198 h 64734"/>
                        <a:gd name="connsiteX12" fmla="*/ 53616 w 71927"/>
                        <a:gd name="connsiteY12" fmla="*/ 6198 h 64734"/>
                        <a:gd name="connsiteX13" fmla="*/ 70761 w 71927"/>
                        <a:gd name="connsiteY13" fmla="*/ 27249 h 64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1927" h="64734">
                          <a:moveTo>
                            <a:pt x="70761" y="27249"/>
                          </a:moveTo>
                          <a:cubicBezTo>
                            <a:pt x="73523" y="37917"/>
                            <a:pt x="70951" y="48013"/>
                            <a:pt x="67522" y="57538"/>
                          </a:cubicBezTo>
                          <a:cubicBezTo>
                            <a:pt x="66283" y="61062"/>
                            <a:pt x="63712" y="65253"/>
                            <a:pt x="60188" y="64682"/>
                          </a:cubicBezTo>
                          <a:cubicBezTo>
                            <a:pt x="56949" y="64301"/>
                            <a:pt x="55235" y="60681"/>
                            <a:pt x="54377" y="57348"/>
                          </a:cubicBezTo>
                          <a:cubicBezTo>
                            <a:pt x="51711" y="47156"/>
                            <a:pt x="50758" y="35154"/>
                            <a:pt x="40947" y="27820"/>
                          </a:cubicBezTo>
                          <a:cubicBezTo>
                            <a:pt x="39423" y="26677"/>
                            <a:pt x="35804" y="24963"/>
                            <a:pt x="31327" y="23439"/>
                          </a:cubicBezTo>
                          <a:cubicBezTo>
                            <a:pt x="26850" y="22105"/>
                            <a:pt x="21612" y="20581"/>
                            <a:pt x="16373" y="18962"/>
                          </a:cubicBezTo>
                          <a:cubicBezTo>
                            <a:pt x="11229" y="17343"/>
                            <a:pt x="6657" y="16295"/>
                            <a:pt x="3609" y="14390"/>
                          </a:cubicBezTo>
                          <a:cubicBezTo>
                            <a:pt x="561" y="12675"/>
                            <a:pt x="-963" y="10580"/>
                            <a:pt x="657" y="7913"/>
                          </a:cubicBezTo>
                          <a:cubicBezTo>
                            <a:pt x="2276" y="5246"/>
                            <a:pt x="5705" y="3246"/>
                            <a:pt x="9991" y="1722"/>
                          </a:cubicBezTo>
                          <a:cubicBezTo>
                            <a:pt x="14373" y="293"/>
                            <a:pt x="20087" y="7"/>
                            <a:pt x="25612" y="7"/>
                          </a:cubicBezTo>
                          <a:cubicBezTo>
                            <a:pt x="31137" y="-88"/>
                            <a:pt x="36947" y="769"/>
                            <a:pt x="41995" y="2198"/>
                          </a:cubicBezTo>
                          <a:cubicBezTo>
                            <a:pt x="46948" y="3436"/>
                            <a:pt x="51044" y="4865"/>
                            <a:pt x="53616" y="6198"/>
                          </a:cubicBezTo>
                          <a:cubicBezTo>
                            <a:pt x="62950" y="11913"/>
                            <a:pt x="68665" y="19343"/>
                            <a:pt x="70761" y="2724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48" name="Graphique 1">
                    <a:extLst>
                      <a:ext uri="{FF2B5EF4-FFF2-40B4-BE49-F238E27FC236}">
                        <a16:creationId xmlns:a16="http://schemas.microsoft.com/office/drawing/2014/main" id="{4B1C8B58-5EBE-4950-B271-950C81B7B5F8}"/>
                      </a:ext>
                    </a:extLst>
                  </p:cNvPr>
                  <p:cNvGrpSpPr/>
                  <p:nvPr/>
                </p:nvGrpSpPr>
                <p:grpSpPr>
                  <a:xfrm>
                    <a:off x="7272710" y="2288361"/>
                    <a:ext cx="146385" cy="161224"/>
                    <a:chOff x="7272710" y="2288361"/>
                    <a:chExt cx="146385" cy="161224"/>
                  </a:xfrm>
                  <a:solidFill>
                    <a:schemeClr val="accent1"/>
                  </a:solidFill>
                </p:grpSpPr>
                <p:sp>
                  <p:nvSpPr>
                    <p:cNvPr id="15004" name="Forme libre : forme 15003">
                      <a:extLst>
                        <a:ext uri="{FF2B5EF4-FFF2-40B4-BE49-F238E27FC236}">
                          <a16:creationId xmlns:a16="http://schemas.microsoft.com/office/drawing/2014/main" id="{FED7FDCD-E102-46DA-861A-9F1F27E5B3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2710" y="2288361"/>
                      <a:ext cx="146385" cy="161129"/>
                    </a:xfrm>
                    <a:custGeom>
                      <a:avLst/>
                      <a:gdLst>
                        <a:gd name="connsiteX0" fmla="*/ 27920 w 146385"/>
                        <a:gd name="connsiteY0" fmla="*/ 138323 h 161129"/>
                        <a:gd name="connsiteX1" fmla="*/ 17538 w 146385"/>
                        <a:gd name="connsiteY1" fmla="*/ 120988 h 161129"/>
                        <a:gd name="connsiteX2" fmla="*/ 12014 w 146385"/>
                        <a:gd name="connsiteY2" fmla="*/ 113558 h 161129"/>
                        <a:gd name="connsiteX3" fmla="*/ 9252 w 146385"/>
                        <a:gd name="connsiteY3" fmla="*/ 110034 h 161129"/>
                        <a:gd name="connsiteX4" fmla="*/ 6394 w 146385"/>
                        <a:gd name="connsiteY4" fmla="*/ 107081 h 161129"/>
                        <a:gd name="connsiteX5" fmla="*/ 3251 w 146385"/>
                        <a:gd name="connsiteY5" fmla="*/ 102414 h 161129"/>
                        <a:gd name="connsiteX6" fmla="*/ 1250 w 146385"/>
                        <a:gd name="connsiteY6" fmla="*/ 97366 h 161129"/>
                        <a:gd name="connsiteX7" fmla="*/ 12 w 146385"/>
                        <a:gd name="connsiteY7" fmla="*/ 84507 h 161129"/>
                        <a:gd name="connsiteX8" fmla="*/ 1346 w 146385"/>
                        <a:gd name="connsiteY8" fmla="*/ 68791 h 161129"/>
                        <a:gd name="connsiteX9" fmla="*/ 6299 w 146385"/>
                        <a:gd name="connsiteY9" fmla="*/ 51550 h 161129"/>
                        <a:gd name="connsiteX10" fmla="*/ 20491 w 146385"/>
                        <a:gd name="connsiteY10" fmla="*/ 20023 h 161129"/>
                        <a:gd name="connsiteX11" fmla="*/ 32207 w 146385"/>
                        <a:gd name="connsiteY11" fmla="*/ 6021 h 161129"/>
                        <a:gd name="connsiteX12" fmla="*/ 51447 w 146385"/>
                        <a:gd name="connsiteY12" fmla="*/ 20 h 161129"/>
                        <a:gd name="connsiteX13" fmla="*/ 74974 w 146385"/>
                        <a:gd name="connsiteY13" fmla="*/ 4497 h 161129"/>
                        <a:gd name="connsiteX14" fmla="*/ 86690 w 146385"/>
                        <a:gd name="connsiteY14" fmla="*/ 10783 h 161129"/>
                        <a:gd name="connsiteX15" fmla="*/ 96976 w 146385"/>
                        <a:gd name="connsiteY15" fmla="*/ 19737 h 161129"/>
                        <a:gd name="connsiteX16" fmla="*/ 103835 w 146385"/>
                        <a:gd name="connsiteY16" fmla="*/ 26881 h 161129"/>
                        <a:gd name="connsiteX17" fmla="*/ 109836 w 146385"/>
                        <a:gd name="connsiteY17" fmla="*/ 34215 h 161129"/>
                        <a:gd name="connsiteX18" fmla="*/ 121075 w 146385"/>
                        <a:gd name="connsiteY18" fmla="*/ 49169 h 161129"/>
                        <a:gd name="connsiteX19" fmla="*/ 139649 w 146385"/>
                        <a:gd name="connsiteY19" fmla="*/ 79649 h 161129"/>
                        <a:gd name="connsiteX20" fmla="*/ 146221 w 146385"/>
                        <a:gd name="connsiteY20" fmla="*/ 101271 h 161129"/>
                        <a:gd name="connsiteX21" fmla="*/ 143840 w 146385"/>
                        <a:gd name="connsiteY21" fmla="*/ 121273 h 161129"/>
                        <a:gd name="connsiteX22" fmla="*/ 118884 w 146385"/>
                        <a:gd name="connsiteY22" fmla="*/ 146800 h 161129"/>
                        <a:gd name="connsiteX23" fmla="*/ 86023 w 146385"/>
                        <a:gd name="connsiteY23" fmla="*/ 158421 h 161129"/>
                        <a:gd name="connsiteX24" fmla="*/ 51257 w 146385"/>
                        <a:gd name="connsiteY24" fmla="*/ 157754 h 161129"/>
                        <a:gd name="connsiteX25" fmla="*/ 37350 w 146385"/>
                        <a:gd name="connsiteY25" fmla="*/ 149753 h 161129"/>
                        <a:gd name="connsiteX26" fmla="*/ 27920 w 146385"/>
                        <a:gd name="connsiteY26" fmla="*/ 138323 h 161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46385" h="161129">
                          <a:moveTo>
                            <a:pt x="27920" y="138323"/>
                          </a:moveTo>
                          <a:cubicBezTo>
                            <a:pt x="24491" y="132227"/>
                            <a:pt x="21158" y="126036"/>
                            <a:pt x="17538" y="120988"/>
                          </a:cubicBezTo>
                          <a:cubicBezTo>
                            <a:pt x="15824" y="118130"/>
                            <a:pt x="13919" y="115844"/>
                            <a:pt x="12014" y="113558"/>
                          </a:cubicBezTo>
                          <a:lnTo>
                            <a:pt x="9252" y="110034"/>
                          </a:lnTo>
                          <a:lnTo>
                            <a:pt x="6394" y="107081"/>
                          </a:lnTo>
                          <a:cubicBezTo>
                            <a:pt x="5061" y="105748"/>
                            <a:pt x="4108" y="104033"/>
                            <a:pt x="3251" y="102414"/>
                          </a:cubicBezTo>
                          <a:cubicBezTo>
                            <a:pt x="2393" y="100985"/>
                            <a:pt x="1726" y="99271"/>
                            <a:pt x="1250" y="97366"/>
                          </a:cubicBezTo>
                          <a:cubicBezTo>
                            <a:pt x="393" y="93175"/>
                            <a:pt x="-83" y="89650"/>
                            <a:pt x="12" y="84507"/>
                          </a:cubicBezTo>
                          <a:cubicBezTo>
                            <a:pt x="203" y="79363"/>
                            <a:pt x="393" y="74410"/>
                            <a:pt x="1346" y="68791"/>
                          </a:cubicBezTo>
                          <a:cubicBezTo>
                            <a:pt x="2298" y="63171"/>
                            <a:pt x="3727" y="57265"/>
                            <a:pt x="6299" y="51550"/>
                          </a:cubicBezTo>
                          <a:lnTo>
                            <a:pt x="20491" y="20023"/>
                          </a:lnTo>
                          <a:cubicBezTo>
                            <a:pt x="23062" y="14308"/>
                            <a:pt x="26968" y="9545"/>
                            <a:pt x="32207" y="6021"/>
                          </a:cubicBezTo>
                          <a:cubicBezTo>
                            <a:pt x="37350" y="2592"/>
                            <a:pt x="44304" y="115"/>
                            <a:pt x="51447" y="20"/>
                          </a:cubicBezTo>
                          <a:cubicBezTo>
                            <a:pt x="58591" y="-170"/>
                            <a:pt x="67354" y="973"/>
                            <a:pt x="74974" y="4497"/>
                          </a:cubicBezTo>
                          <a:cubicBezTo>
                            <a:pt x="78879" y="6211"/>
                            <a:pt x="82880" y="8307"/>
                            <a:pt x="86690" y="10783"/>
                          </a:cubicBezTo>
                          <a:cubicBezTo>
                            <a:pt x="90404" y="13355"/>
                            <a:pt x="93738" y="16403"/>
                            <a:pt x="96976" y="19737"/>
                          </a:cubicBezTo>
                          <a:cubicBezTo>
                            <a:pt x="99262" y="22118"/>
                            <a:pt x="101644" y="24499"/>
                            <a:pt x="103835" y="26881"/>
                          </a:cubicBezTo>
                          <a:lnTo>
                            <a:pt x="109836" y="34215"/>
                          </a:lnTo>
                          <a:cubicBezTo>
                            <a:pt x="113836" y="39168"/>
                            <a:pt x="117836" y="44121"/>
                            <a:pt x="121075" y="49169"/>
                          </a:cubicBezTo>
                          <a:cubicBezTo>
                            <a:pt x="128219" y="59266"/>
                            <a:pt x="133934" y="69457"/>
                            <a:pt x="139649" y="79649"/>
                          </a:cubicBezTo>
                          <a:cubicBezTo>
                            <a:pt x="143268" y="86793"/>
                            <a:pt x="145364" y="94222"/>
                            <a:pt x="146221" y="101271"/>
                          </a:cubicBezTo>
                          <a:cubicBezTo>
                            <a:pt x="146793" y="108319"/>
                            <a:pt x="145840" y="115177"/>
                            <a:pt x="143840" y="121273"/>
                          </a:cubicBezTo>
                          <a:cubicBezTo>
                            <a:pt x="140030" y="133465"/>
                            <a:pt x="130600" y="142609"/>
                            <a:pt x="118884" y="146800"/>
                          </a:cubicBezTo>
                          <a:lnTo>
                            <a:pt x="86023" y="158421"/>
                          </a:lnTo>
                          <a:cubicBezTo>
                            <a:pt x="74021" y="162707"/>
                            <a:pt x="61925" y="161469"/>
                            <a:pt x="51257" y="157754"/>
                          </a:cubicBezTo>
                          <a:cubicBezTo>
                            <a:pt x="46018" y="155849"/>
                            <a:pt x="41351" y="153087"/>
                            <a:pt x="37350" y="149753"/>
                          </a:cubicBezTo>
                          <a:cubicBezTo>
                            <a:pt x="33350" y="146800"/>
                            <a:pt x="30111" y="142800"/>
                            <a:pt x="27920" y="13832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05" name="Forme libre : forme 15004">
                      <a:extLst>
                        <a:ext uri="{FF2B5EF4-FFF2-40B4-BE49-F238E27FC236}">
                          <a16:creationId xmlns:a16="http://schemas.microsoft.com/office/drawing/2014/main" id="{B6388306-98E5-4666-94ED-E7904402A1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2805" y="2326195"/>
                      <a:ext cx="87166" cy="123390"/>
                    </a:xfrm>
                    <a:custGeom>
                      <a:avLst/>
                      <a:gdLst>
                        <a:gd name="connsiteX0" fmla="*/ 41922 w 87166"/>
                        <a:gd name="connsiteY0" fmla="*/ 46768 h 123390"/>
                        <a:gd name="connsiteX1" fmla="*/ 30968 w 87166"/>
                        <a:gd name="connsiteY1" fmla="*/ 37624 h 123390"/>
                        <a:gd name="connsiteX2" fmla="*/ 22682 w 87166"/>
                        <a:gd name="connsiteY2" fmla="*/ 26956 h 123390"/>
                        <a:gd name="connsiteX3" fmla="*/ 16585 w 87166"/>
                        <a:gd name="connsiteY3" fmla="*/ 14478 h 123390"/>
                        <a:gd name="connsiteX4" fmla="*/ 12490 w 87166"/>
                        <a:gd name="connsiteY4" fmla="*/ 0 h 123390"/>
                        <a:gd name="connsiteX5" fmla="*/ 6298 w 87166"/>
                        <a:gd name="connsiteY5" fmla="*/ 13621 h 123390"/>
                        <a:gd name="connsiteX6" fmla="*/ 1346 w 87166"/>
                        <a:gd name="connsiteY6" fmla="*/ 30861 h 123390"/>
                        <a:gd name="connsiteX7" fmla="*/ 12 w 87166"/>
                        <a:gd name="connsiteY7" fmla="*/ 46577 h 123390"/>
                        <a:gd name="connsiteX8" fmla="*/ 1250 w 87166"/>
                        <a:gd name="connsiteY8" fmla="*/ 59436 h 123390"/>
                        <a:gd name="connsiteX9" fmla="*/ 3251 w 87166"/>
                        <a:gd name="connsiteY9" fmla="*/ 64484 h 123390"/>
                        <a:gd name="connsiteX10" fmla="*/ 6394 w 87166"/>
                        <a:gd name="connsiteY10" fmla="*/ 69151 h 123390"/>
                        <a:gd name="connsiteX11" fmla="*/ 9251 w 87166"/>
                        <a:gd name="connsiteY11" fmla="*/ 72104 h 123390"/>
                        <a:gd name="connsiteX12" fmla="*/ 12014 w 87166"/>
                        <a:gd name="connsiteY12" fmla="*/ 75629 h 123390"/>
                        <a:gd name="connsiteX13" fmla="*/ 17538 w 87166"/>
                        <a:gd name="connsiteY13" fmla="*/ 83058 h 123390"/>
                        <a:gd name="connsiteX14" fmla="*/ 27920 w 87166"/>
                        <a:gd name="connsiteY14" fmla="*/ 100393 h 123390"/>
                        <a:gd name="connsiteX15" fmla="*/ 37445 w 87166"/>
                        <a:gd name="connsiteY15" fmla="*/ 112014 h 123390"/>
                        <a:gd name="connsiteX16" fmla="*/ 51352 w 87166"/>
                        <a:gd name="connsiteY16" fmla="*/ 120015 h 123390"/>
                        <a:gd name="connsiteX17" fmla="*/ 86118 w 87166"/>
                        <a:gd name="connsiteY17" fmla="*/ 120682 h 123390"/>
                        <a:gd name="connsiteX18" fmla="*/ 87166 w 87166"/>
                        <a:gd name="connsiteY18" fmla="*/ 120301 h 123390"/>
                        <a:gd name="connsiteX19" fmla="*/ 78307 w 87166"/>
                        <a:gd name="connsiteY19" fmla="*/ 99441 h 123390"/>
                        <a:gd name="connsiteX20" fmla="*/ 69164 w 87166"/>
                        <a:gd name="connsiteY20" fmla="*/ 79343 h 123390"/>
                        <a:gd name="connsiteX21" fmla="*/ 57448 w 87166"/>
                        <a:gd name="connsiteY21" fmla="*/ 61246 h 123390"/>
                        <a:gd name="connsiteX22" fmla="*/ 50304 w 87166"/>
                        <a:gd name="connsiteY22" fmla="*/ 53245 h 123390"/>
                        <a:gd name="connsiteX23" fmla="*/ 41922 w 87166"/>
                        <a:gd name="connsiteY23" fmla="*/ 46768 h 123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87166" h="123390">
                          <a:moveTo>
                            <a:pt x="41922" y="46768"/>
                          </a:moveTo>
                          <a:cubicBezTo>
                            <a:pt x="37921" y="43720"/>
                            <a:pt x="33921" y="41243"/>
                            <a:pt x="30968" y="37624"/>
                          </a:cubicBezTo>
                          <a:cubicBezTo>
                            <a:pt x="27825" y="34290"/>
                            <a:pt x="24872" y="31051"/>
                            <a:pt x="22682" y="26956"/>
                          </a:cubicBezTo>
                          <a:cubicBezTo>
                            <a:pt x="20205" y="23241"/>
                            <a:pt x="18110" y="19241"/>
                            <a:pt x="16585" y="14478"/>
                          </a:cubicBezTo>
                          <a:cubicBezTo>
                            <a:pt x="14871" y="10001"/>
                            <a:pt x="13347" y="5334"/>
                            <a:pt x="12490" y="0"/>
                          </a:cubicBezTo>
                          <a:lnTo>
                            <a:pt x="6298" y="13621"/>
                          </a:lnTo>
                          <a:cubicBezTo>
                            <a:pt x="3727" y="19336"/>
                            <a:pt x="2298" y="25241"/>
                            <a:pt x="1346" y="30861"/>
                          </a:cubicBezTo>
                          <a:cubicBezTo>
                            <a:pt x="393" y="36576"/>
                            <a:pt x="203" y="41434"/>
                            <a:pt x="12" y="46577"/>
                          </a:cubicBezTo>
                          <a:cubicBezTo>
                            <a:pt x="-83" y="51721"/>
                            <a:pt x="393" y="55340"/>
                            <a:pt x="1250" y="59436"/>
                          </a:cubicBezTo>
                          <a:cubicBezTo>
                            <a:pt x="1726" y="61341"/>
                            <a:pt x="2298" y="63055"/>
                            <a:pt x="3251" y="64484"/>
                          </a:cubicBezTo>
                          <a:cubicBezTo>
                            <a:pt x="4108" y="66104"/>
                            <a:pt x="5061" y="67818"/>
                            <a:pt x="6394" y="69151"/>
                          </a:cubicBezTo>
                          <a:lnTo>
                            <a:pt x="9251" y="72104"/>
                          </a:lnTo>
                          <a:lnTo>
                            <a:pt x="12014" y="75629"/>
                          </a:lnTo>
                          <a:cubicBezTo>
                            <a:pt x="13823" y="77914"/>
                            <a:pt x="15823" y="80200"/>
                            <a:pt x="17538" y="83058"/>
                          </a:cubicBezTo>
                          <a:cubicBezTo>
                            <a:pt x="21253" y="88201"/>
                            <a:pt x="24491" y="94393"/>
                            <a:pt x="27920" y="100393"/>
                          </a:cubicBezTo>
                          <a:cubicBezTo>
                            <a:pt x="30111" y="104966"/>
                            <a:pt x="33350" y="108871"/>
                            <a:pt x="37445" y="112014"/>
                          </a:cubicBezTo>
                          <a:cubicBezTo>
                            <a:pt x="41351" y="115348"/>
                            <a:pt x="46018" y="118110"/>
                            <a:pt x="51352" y="120015"/>
                          </a:cubicBezTo>
                          <a:cubicBezTo>
                            <a:pt x="62020" y="123730"/>
                            <a:pt x="74117" y="124968"/>
                            <a:pt x="86118" y="120682"/>
                          </a:cubicBezTo>
                          <a:lnTo>
                            <a:pt x="87166" y="120301"/>
                          </a:lnTo>
                          <a:cubicBezTo>
                            <a:pt x="84118" y="113252"/>
                            <a:pt x="81261" y="106299"/>
                            <a:pt x="78307" y="99441"/>
                          </a:cubicBezTo>
                          <a:cubicBezTo>
                            <a:pt x="75545" y="92488"/>
                            <a:pt x="72212" y="86011"/>
                            <a:pt x="69164" y="79343"/>
                          </a:cubicBezTo>
                          <a:cubicBezTo>
                            <a:pt x="65449" y="73152"/>
                            <a:pt x="62211" y="66580"/>
                            <a:pt x="57448" y="61246"/>
                          </a:cubicBezTo>
                          <a:cubicBezTo>
                            <a:pt x="55162" y="58483"/>
                            <a:pt x="52876" y="55721"/>
                            <a:pt x="50304" y="53245"/>
                          </a:cubicBezTo>
                          <a:cubicBezTo>
                            <a:pt x="47542" y="51054"/>
                            <a:pt x="44780" y="48863"/>
                            <a:pt x="41922" y="4676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06" name="Forme libre : forme 15005">
                      <a:extLst>
                        <a:ext uri="{FF2B5EF4-FFF2-40B4-BE49-F238E27FC236}">
                          <a16:creationId xmlns:a16="http://schemas.microsoft.com/office/drawing/2014/main" id="{C198002C-32DD-4F04-9F12-E34BB0C1D2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18157" y="2351757"/>
                      <a:ext cx="54028" cy="63208"/>
                    </a:xfrm>
                    <a:custGeom>
                      <a:avLst/>
                      <a:gdLst>
                        <a:gd name="connsiteX0" fmla="*/ 42863 w 54028"/>
                        <a:gd name="connsiteY0" fmla="*/ 61592 h 63208"/>
                        <a:gd name="connsiteX1" fmla="*/ 23431 w 54028"/>
                        <a:gd name="connsiteY1" fmla="*/ 60068 h 63208"/>
                        <a:gd name="connsiteX2" fmla="*/ 14288 w 54028"/>
                        <a:gd name="connsiteY2" fmla="*/ 53496 h 63208"/>
                        <a:gd name="connsiteX3" fmla="*/ 6762 w 54028"/>
                        <a:gd name="connsiteY3" fmla="*/ 44066 h 63208"/>
                        <a:gd name="connsiteX4" fmla="*/ 1810 w 54028"/>
                        <a:gd name="connsiteY4" fmla="*/ 33302 h 63208"/>
                        <a:gd name="connsiteX5" fmla="*/ 0 w 54028"/>
                        <a:gd name="connsiteY5" fmla="*/ 22635 h 63208"/>
                        <a:gd name="connsiteX6" fmla="*/ 6668 w 54028"/>
                        <a:gd name="connsiteY6" fmla="*/ 4442 h 63208"/>
                        <a:gd name="connsiteX7" fmla="*/ 26194 w 54028"/>
                        <a:gd name="connsiteY7" fmla="*/ 1394 h 63208"/>
                        <a:gd name="connsiteX8" fmla="*/ 37529 w 54028"/>
                        <a:gd name="connsiteY8" fmla="*/ 7776 h 63208"/>
                        <a:gd name="connsiteX9" fmla="*/ 47244 w 54028"/>
                        <a:gd name="connsiteY9" fmla="*/ 18920 h 63208"/>
                        <a:gd name="connsiteX10" fmla="*/ 52864 w 54028"/>
                        <a:gd name="connsiteY10" fmla="*/ 32445 h 63208"/>
                        <a:gd name="connsiteX11" fmla="*/ 53721 w 54028"/>
                        <a:gd name="connsiteY11" fmla="*/ 45114 h 63208"/>
                        <a:gd name="connsiteX12" fmla="*/ 42863 w 54028"/>
                        <a:gd name="connsiteY12" fmla="*/ 61592 h 63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4028" h="63208">
                          <a:moveTo>
                            <a:pt x="42863" y="61592"/>
                          </a:moveTo>
                          <a:cubicBezTo>
                            <a:pt x="36862" y="64354"/>
                            <a:pt x="29813" y="63402"/>
                            <a:pt x="23431" y="60068"/>
                          </a:cubicBezTo>
                          <a:cubicBezTo>
                            <a:pt x="20288" y="58353"/>
                            <a:pt x="17240" y="56163"/>
                            <a:pt x="14288" y="53496"/>
                          </a:cubicBezTo>
                          <a:cubicBezTo>
                            <a:pt x="11335" y="50924"/>
                            <a:pt x="8954" y="47590"/>
                            <a:pt x="6762" y="44066"/>
                          </a:cubicBezTo>
                          <a:cubicBezTo>
                            <a:pt x="4476" y="40637"/>
                            <a:pt x="2857" y="37017"/>
                            <a:pt x="1810" y="33302"/>
                          </a:cubicBezTo>
                          <a:cubicBezTo>
                            <a:pt x="762" y="29588"/>
                            <a:pt x="0" y="26254"/>
                            <a:pt x="0" y="22635"/>
                          </a:cubicBezTo>
                          <a:cubicBezTo>
                            <a:pt x="0" y="15491"/>
                            <a:pt x="1905" y="8919"/>
                            <a:pt x="6668" y="4442"/>
                          </a:cubicBezTo>
                          <a:cubicBezTo>
                            <a:pt x="11525" y="-35"/>
                            <a:pt x="18669" y="-1273"/>
                            <a:pt x="26194" y="1394"/>
                          </a:cubicBezTo>
                          <a:cubicBezTo>
                            <a:pt x="29909" y="2727"/>
                            <a:pt x="34100" y="4727"/>
                            <a:pt x="37529" y="7776"/>
                          </a:cubicBezTo>
                          <a:cubicBezTo>
                            <a:pt x="41053" y="10823"/>
                            <a:pt x="44386" y="14538"/>
                            <a:pt x="47244" y="18920"/>
                          </a:cubicBezTo>
                          <a:cubicBezTo>
                            <a:pt x="50006" y="23301"/>
                            <a:pt x="51721" y="27969"/>
                            <a:pt x="52864" y="32445"/>
                          </a:cubicBezTo>
                          <a:cubicBezTo>
                            <a:pt x="54102" y="36827"/>
                            <a:pt x="54293" y="41208"/>
                            <a:pt x="53721" y="45114"/>
                          </a:cubicBezTo>
                          <a:cubicBezTo>
                            <a:pt x="52673" y="52924"/>
                            <a:pt x="48863" y="58925"/>
                            <a:pt x="42863" y="61592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07" name="Forme libre : forme 15006">
                      <a:extLst>
                        <a:ext uri="{FF2B5EF4-FFF2-40B4-BE49-F238E27FC236}">
                          <a16:creationId xmlns:a16="http://schemas.microsoft.com/office/drawing/2014/main" id="{54D06B53-8B68-4042-B337-30A1F49E5E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18157" y="2351860"/>
                      <a:ext cx="31908" cy="54821"/>
                    </a:xfrm>
                    <a:custGeom>
                      <a:avLst/>
                      <a:gdLst>
                        <a:gd name="connsiteX0" fmla="*/ 31909 w 31908"/>
                        <a:gd name="connsiteY0" fmla="*/ 3863 h 54821"/>
                        <a:gd name="connsiteX1" fmla="*/ 6668 w 31908"/>
                        <a:gd name="connsiteY1" fmla="*/ 4434 h 54821"/>
                        <a:gd name="connsiteX2" fmla="*/ 0 w 31908"/>
                        <a:gd name="connsiteY2" fmla="*/ 22627 h 54821"/>
                        <a:gd name="connsiteX3" fmla="*/ 1810 w 31908"/>
                        <a:gd name="connsiteY3" fmla="*/ 33295 h 54821"/>
                        <a:gd name="connsiteX4" fmla="*/ 6762 w 31908"/>
                        <a:gd name="connsiteY4" fmla="*/ 44058 h 54821"/>
                        <a:gd name="connsiteX5" fmla="*/ 15811 w 31908"/>
                        <a:gd name="connsiteY5" fmla="*/ 54821 h 54821"/>
                        <a:gd name="connsiteX6" fmla="*/ 13525 w 31908"/>
                        <a:gd name="connsiteY6" fmla="*/ 47297 h 54821"/>
                        <a:gd name="connsiteX7" fmla="*/ 17716 w 31908"/>
                        <a:gd name="connsiteY7" fmla="*/ 23294 h 54821"/>
                        <a:gd name="connsiteX8" fmla="*/ 31909 w 31908"/>
                        <a:gd name="connsiteY8" fmla="*/ 3863 h 54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908" h="54821">
                          <a:moveTo>
                            <a:pt x="31909" y="3863"/>
                          </a:moveTo>
                          <a:cubicBezTo>
                            <a:pt x="22288" y="-1471"/>
                            <a:pt x="12859" y="-1281"/>
                            <a:pt x="6668" y="4434"/>
                          </a:cubicBezTo>
                          <a:cubicBezTo>
                            <a:pt x="1905" y="8816"/>
                            <a:pt x="0" y="15483"/>
                            <a:pt x="0" y="22627"/>
                          </a:cubicBezTo>
                          <a:cubicBezTo>
                            <a:pt x="0" y="26246"/>
                            <a:pt x="762" y="29580"/>
                            <a:pt x="1810" y="33295"/>
                          </a:cubicBezTo>
                          <a:cubicBezTo>
                            <a:pt x="2857" y="37010"/>
                            <a:pt x="4476" y="40629"/>
                            <a:pt x="6762" y="44058"/>
                          </a:cubicBezTo>
                          <a:cubicBezTo>
                            <a:pt x="9334" y="48249"/>
                            <a:pt x="12287" y="51964"/>
                            <a:pt x="15811" y="54821"/>
                          </a:cubicBezTo>
                          <a:cubicBezTo>
                            <a:pt x="14668" y="52535"/>
                            <a:pt x="13811" y="50059"/>
                            <a:pt x="13525" y="47297"/>
                          </a:cubicBezTo>
                          <a:cubicBezTo>
                            <a:pt x="13525" y="39295"/>
                            <a:pt x="14478" y="31295"/>
                            <a:pt x="17716" y="23294"/>
                          </a:cubicBezTo>
                          <a:cubicBezTo>
                            <a:pt x="20860" y="15293"/>
                            <a:pt x="25051" y="8339"/>
                            <a:pt x="31909" y="3863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08" name="Forme libre : forme 15007">
                      <a:extLst>
                        <a:ext uri="{FF2B5EF4-FFF2-40B4-BE49-F238E27FC236}">
                          <a16:creationId xmlns:a16="http://schemas.microsoft.com/office/drawing/2014/main" id="{BC2F3561-363D-49F5-9445-10D49928A1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15966" y="2358001"/>
                      <a:ext cx="53255" cy="62135"/>
                    </a:xfrm>
                    <a:custGeom>
                      <a:avLst/>
                      <a:gdLst>
                        <a:gd name="connsiteX0" fmla="*/ 41719 w 53255"/>
                        <a:gd name="connsiteY0" fmla="*/ 60587 h 62135"/>
                        <a:gd name="connsiteX1" fmla="*/ 22288 w 53255"/>
                        <a:gd name="connsiteY1" fmla="*/ 59063 h 62135"/>
                        <a:gd name="connsiteX2" fmla="*/ 13335 w 53255"/>
                        <a:gd name="connsiteY2" fmla="*/ 52491 h 62135"/>
                        <a:gd name="connsiteX3" fmla="*/ 6000 w 53255"/>
                        <a:gd name="connsiteY3" fmla="*/ 43252 h 62135"/>
                        <a:gd name="connsiteX4" fmla="*/ 1333 w 53255"/>
                        <a:gd name="connsiteY4" fmla="*/ 32679 h 62135"/>
                        <a:gd name="connsiteX5" fmla="*/ 0 w 53255"/>
                        <a:gd name="connsiteY5" fmla="*/ 22106 h 62135"/>
                        <a:gd name="connsiteX6" fmla="*/ 7334 w 53255"/>
                        <a:gd name="connsiteY6" fmla="*/ 4199 h 62135"/>
                        <a:gd name="connsiteX7" fmla="*/ 26670 w 53255"/>
                        <a:gd name="connsiteY7" fmla="*/ 1341 h 62135"/>
                        <a:gd name="connsiteX8" fmla="*/ 37623 w 53255"/>
                        <a:gd name="connsiteY8" fmla="*/ 7628 h 62135"/>
                        <a:gd name="connsiteX9" fmla="*/ 47053 w 53255"/>
                        <a:gd name="connsiteY9" fmla="*/ 18582 h 62135"/>
                        <a:gd name="connsiteX10" fmla="*/ 52864 w 53255"/>
                        <a:gd name="connsiteY10" fmla="*/ 44394 h 62135"/>
                        <a:gd name="connsiteX11" fmla="*/ 41719 w 53255"/>
                        <a:gd name="connsiteY11" fmla="*/ 60587 h 62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3255" h="62135">
                          <a:moveTo>
                            <a:pt x="41719" y="60587"/>
                          </a:moveTo>
                          <a:cubicBezTo>
                            <a:pt x="35719" y="63254"/>
                            <a:pt x="28575" y="62302"/>
                            <a:pt x="22288" y="59063"/>
                          </a:cubicBezTo>
                          <a:cubicBezTo>
                            <a:pt x="19050" y="57444"/>
                            <a:pt x="16192" y="55062"/>
                            <a:pt x="13335" y="52491"/>
                          </a:cubicBezTo>
                          <a:cubicBezTo>
                            <a:pt x="10477" y="49919"/>
                            <a:pt x="8001" y="46776"/>
                            <a:pt x="6000" y="43252"/>
                          </a:cubicBezTo>
                          <a:cubicBezTo>
                            <a:pt x="4000" y="39632"/>
                            <a:pt x="2286" y="36298"/>
                            <a:pt x="1333" y="32679"/>
                          </a:cubicBezTo>
                          <a:cubicBezTo>
                            <a:pt x="476" y="28964"/>
                            <a:pt x="0" y="25440"/>
                            <a:pt x="0" y="22106"/>
                          </a:cubicBezTo>
                          <a:cubicBezTo>
                            <a:pt x="95" y="15343"/>
                            <a:pt x="2381" y="8581"/>
                            <a:pt x="7334" y="4199"/>
                          </a:cubicBezTo>
                          <a:cubicBezTo>
                            <a:pt x="12287" y="-183"/>
                            <a:pt x="19145" y="-1135"/>
                            <a:pt x="26670" y="1341"/>
                          </a:cubicBezTo>
                          <a:cubicBezTo>
                            <a:pt x="30480" y="2485"/>
                            <a:pt x="34290" y="4675"/>
                            <a:pt x="37623" y="7628"/>
                          </a:cubicBezTo>
                          <a:cubicBezTo>
                            <a:pt x="40957" y="10581"/>
                            <a:pt x="44482" y="14200"/>
                            <a:pt x="47053" y="18582"/>
                          </a:cubicBezTo>
                          <a:cubicBezTo>
                            <a:pt x="52101" y="27345"/>
                            <a:pt x="54197" y="36679"/>
                            <a:pt x="52864" y="44394"/>
                          </a:cubicBezTo>
                          <a:cubicBezTo>
                            <a:pt x="51625" y="52110"/>
                            <a:pt x="47815" y="57920"/>
                            <a:pt x="41719" y="6058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09" name="Forme libre : forme 15008">
                      <a:extLst>
                        <a:ext uri="{FF2B5EF4-FFF2-40B4-BE49-F238E27FC236}">
                          <a16:creationId xmlns:a16="http://schemas.microsoft.com/office/drawing/2014/main" id="{C61643CC-B62D-4F7A-8941-85FCE8D644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7946" y="2313085"/>
                      <a:ext cx="58983" cy="104037"/>
                    </a:xfrm>
                    <a:custGeom>
                      <a:avLst/>
                      <a:gdLst>
                        <a:gd name="connsiteX0" fmla="*/ 13732 w 58983"/>
                        <a:gd name="connsiteY0" fmla="*/ 26826 h 104037"/>
                        <a:gd name="connsiteX1" fmla="*/ 2492 w 58983"/>
                        <a:gd name="connsiteY1" fmla="*/ 45780 h 104037"/>
                        <a:gd name="connsiteX2" fmla="*/ 206 w 58983"/>
                        <a:gd name="connsiteY2" fmla="*/ 64354 h 104037"/>
                        <a:gd name="connsiteX3" fmla="*/ 1540 w 58983"/>
                        <a:gd name="connsiteY3" fmla="*/ 72831 h 104037"/>
                        <a:gd name="connsiteX4" fmla="*/ 4112 w 58983"/>
                        <a:gd name="connsiteY4" fmla="*/ 80451 h 104037"/>
                        <a:gd name="connsiteX5" fmla="*/ 10779 w 58983"/>
                        <a:gd name="connsiteY5" fmla="*/ 91977 h 104037"/>
                        <a:gd name="connsiteX6" fmla="*/ 15732 w 58983"/>
                        <a:gd name="connsiteY6" fmla="*/ 96834 h 104037"/>
                        <a:gd name="connsiteX7" fmla="*/ 21733 w 58983"/>
                        <a:gd name="connsiteY7" fmla="*/ 101121 h 104037"/>
                        <a:gd name="connsiteX8" fmla="*/ 45355 w 58983"/>
                        <a:gd name="connsiteY8" fmla="*/ 99597 h 104037"/>
                        <a:gd name="connsiteX9" fmla="*/ 49927 w 58983"/>
                        <a:gd name="connsiteY9" fmla="*/ 84642 h 104037"/>
                        <a:gd name="connsiteX10" fmla="*/ 52308 w 58983"/>
                        <a:gd name="connsiteY10" fmla="*/ 65497 h 104037"/>
                        <a:gd name="connsiteX11" fmla="*/ 55832 w 58983"/>
                        <a:gd name="connsiteY11" fmla="*/ 45971 h 104037"/>
                        <a:gd name="connsiteX12" fmla="*/ 58880 w 58983"/>
                        <a:gd name="connsiteY12" fmla="*/ 22539 h 104037"/>
                        <a:gd name="connsiteX13" fmla="*/ 45736 w 58983"/>
                        <a:gd name="connsiteY13" fmla="*/ 1108 h 104037"/>
                        <a:gd name="connsiteX14" fmla="*/ 26114 w 58983"/>
                        <a:gd name="connsiteY14" fmla="*/ 8728 h 104037"/>
                        <a:gd name="connsiteX15" fmla="*/ 13732 w 58983"/>
                        <a:gd name="connsiteY15" fmla="*/ 26826 h 104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58983" h="104037">
                          <a:moveTo>
                            <a:pt x="13732" y="26826"/>
                          </a:moveTo>
                          <a:cubicBezTo>
                            <a:pt x="9255" y="32731"/>
                            <a:pt x="4779" y="39018"/>
                            <a:pt x="2492" y="45780"/>
                          </a:cubicBezTo>
                          <a:cubicBezTo>
                            <a:pt x="206" y="52448"/>
                            <a:pt x="-365" y="58925"/>
                            <a:pt x="206" y="64354"/>
                          </a:cubicBezTo>
                          <a:cubicBezTo>
                            <a:pt x="397" y="67307"/>
                            <a:pt x="873" y="70260"/>
                            <a:pt x="1540" y="72831"/>
                          </a:cubicBezTo>
                          <a:cubicBezTo>
                            <a:pt x="2302" y="75403"/>
                            <a:pt x="3159" y="77784"/>
                            <a:pt x="4112" y="80451"/>
                          </a:cubicBezTo>
                          <a:cubicBezTo>
                            <a:pt x="5826" y="84547"/>
                            <a:pt x="8112" y="88167"/>
                            <a:pt x="10779" y="91977"/>
                          </a:cubicBezTo>
                          <a:cubicBezTo>
                            <a:pt x="12208" y="93786"/>
                            <a:pt x="13827" y="95406"/>
                            <a:pt x="15732" y="96834"/>
                          </a:cubicBezTo>
                          <a:cubicBezTo>
                            <a:pt x="17542" y="98454"/>
                            <a:pt x="19447" y="99978"/>
                            <a:pt x="21733" y="101121"/>
                          </a:cubicBezTo>
                          <a:cubicBezTo>
                            <a:pt x="28591" y="104550"/>
                            <a:pt x="39354" y="105978"/>
                            <a:pt x="45355" y="99597"/>
                          </a:cubicBezTo>
                          <a:cubicBezTo>
                            <a:pt x="49165" y="95501"/>
                            <a:pt x="49451" y="89976"/>
                            <a:pt x="49927" y="84642"/>
                          </a:cubicBezTo>
                          <a:cubicBezTo>
                            <a:pt x="50594" y="78261"/>
                            <a:pt x="51355" y="71879"/>
                            <a:pt x="52308" y="65497"/>
                          </a:cubicBezTo>
                          <a:cubicBezTo>
                            <a:pt x="53260" y="59020"/>
                            <a:pt x="54689" y="52353"/>
                            <a:pt x="55832" y="45971"/>
                          </a:cubicBezTo>
                          <a:cubicBezTo>
                            <a:pt x="56785" y="40542"/>
                            <a:pt x="59547" y="31398"/>
                            <a:pt x="58880" y="22539"/>
                          </a:cubicBezTo>
                          <a:cubicBezTo>
                            <a:pt x="58214" y="13776"/>
                            <a:pt x="54880" y="4632"/>
                            <a:pt x="45736" y="1108"/>
                          </a:cubicBezTo>
                          <a:cubicBezTo>
                            <a:pt x="37830" y="-2226"/>
                            <a:pt x="31353" y="2442"/>
                            <a:pt x="26114" y="8728"/>
                          </a:cubicBezTo>
                          <a:cubicBezTo>
                            <a:pt x="21066" y="15015"/>
                            <a:pt x="16875" y="22730"/>
                            <a:pt x="13732" y="2682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10" name="Forme libre : forme 15009">
                      <a:extLst>
                        <a:ext uri="{FF2B5EF4-FFF2-40B4-BE49-F238E27FC236}">
                          <a16:creationId xmlns:a16="http://schemas.microsoft.com/office/drawing/2014/main" id="{02CBDAE0-336C-46FB-AF28-4783866FE0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5433" y="2328907"/>
                      <a:ext cx="34865" cy="20387"/>
                    </a:xfrm>
                    <a:custGeom>
                      <a:avLst/>
                      <a:gdLst>
                        <a:gd name="connsiteX0" fmla="*/ 6058 w 34865"/>
                        <a:gd name="connsiteY0" fmla="*/ 717 h 20387"/>
                        <a:gd name="connsiteX1" fmla="*/ 1201 w 34865"/>
                        <a:gd name="connsiteY1" fmla="*/ 3289 h 20387"/>
                        <a:gd name="connsiteX2" fmla="*/ 439 w 34865"/>
                        <a:gd name="connsiteY2" fmla="*/ 8433 h 20387"/>
                        <a:gd name="connsiteX3" fmla="*/ 4344 w 34865"/>
                        <a:gd name="connsiteY3" fmla="*/ 12147 h 20387"/>
                        <a:gd name="connsiteX4" fmla="*/ 17012 w 34865"/>
                        <a:gd name="connsiteY4" fmla="*/ 18434 h 20387"/>
                        <a:gd name="connsiteX5" fmla="*/ 22346 w 34865"/>
                        <a:gd name="connsiteY5" fmla="*/ 20244 h 20387"/>
                        <a:gd name="connsiteX6" fmla="*/ 31490 w 34865"/>
                        <a:gd name="connsiteY6" fmla="*/ 7099 h 20387"/>
                        <a:gd name="connsiteX7" fmla="*/ 6058 w 34865"/>
                        <a:gd name="connsiteY7" fmla="*/ 717 h 20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4865" h="20387">
                          <a:moveTo>
                            <a:pt x="6058" y="717"/>
                          </a:moveTo>
                          <a:cubicBezTo>
                            <a:pt x="4154" y="1194"/>
                            <a:pt x="2439" y="1956"/>
                            <a:pt x="1201" y="3289"/>
                          </a:cubicBezTo>
                          <a:cubicBezTo>
                            <a:pt x="58" y="4623"/>
                            <a:pt x="-419" y="6718"/>
                            <a:pt x="439" y="8433"/>
                          </a:cubicBezTo>
                          <a:cubicBezTo>
                            <a:pt x="1201" y="10147"/>
                            <a:pt x="2820" y="11195"/>
                            <a:pt x="4344" y="12147"/>
                          </a:cubicBezTo>
                          <a:cubicBezTo>
                            <a:pt x="8345" y="14624"/>
                            <a:pt x="12821" y="16529"/>
                            <a:pt x="17012" y="18434"/>
                          </a:cubicBezTo>
                          <a:cubicBezTo>
                            <a:pt x="18727" y="19291"/>
                            <a:pt x="20536" y="20053"/>
                            <a:pt x="22346" y="20244"/>
                          </a:cubicBezTo>
                          <a:cubicBezTo>
                            <a:pt x="30061" y="21387"/>
                            <a:pt x="40253" y="15576"/>
                            <a:pt x="31490" y="7099"/>
                          </a:cubicBezTo>
                          <a:cubicBezTo>
                            <a:pt x="24537" y="622"/>
                            <a:pt x="13297" y="-1188"/>
                            <a:pt x="6058" y="71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11" name="Forme libre : forme 15010">
                      <a:extLst>
                        <a:ext uri="{FF2B5EF4-FFF2-40B4-BE49-F238E27FC236}">
                          <a16:creationId xmlns:a16="http://schemas.microsoft.com/office/drawing/2014/main" id="{BC4002CD-7A33-4977-AD7B-8D64ACE79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3298" y="2426112"/>
                      <a:ext cx="58769" cy="17780"/>
                    </a:xfrm>
                    <a:custGeom>
                      <a:avLst/>
                      <a:gdLst>
                        <a:gd name="connsiteX0" fmla="*/ 58769 w 58769"/>
                        <a:gd name="connsiteY0" fmla="*/ 14859 h 17780"/>
                        <a:gd name="connsiteX1" fmla="*/ 38862 w 58769"/>
                        <a:gd name="connsiteY1" fmla="*/ 17717 h 17780"/>
                        <a:gd name="connsiteX2" fmla="*/ 19812 w 58769"/>
                        <a:gd name="connsiteY2" fmla="*/ 13525 h 17780"/>
                        <a:gd name="connsiteX3" fmla="*/ 0 w 58769"/>
                        <a:gd name="connsiteY3" fmla="*/ 0 h 17780"/>
                        <a:gd name="connsiteX4" fmla="*/ 15430 w 58769"/>
                        <a:gd name="connsiteY4" fmla="*/ 8763 h 17780"/>
                        <a:gd name="connsiteX5" fmla="*/ 58769 w 58769"/>
                        <a:gd name="connsiteY5" fmla="*/ 14859 h 17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8769" h="17780">
                          <a:moveTo>
                            <a:pt x="58769" y="14859"/>
                          </a:moveTo>
                          <a:cubicBezTo>
                            <a:pt x="58769" y="14859"/>
                            <a:pt x="50292" y="18288"/>
                            <a:pt x="38862" y="17717"/>
                          </a:cubicBezTo>
                          <a:cubicBezTo>
                            <a:pt x="33051" y="17526"/>
                            <a:pt x="26479" y="16383"/>
                            <a:pt x="19812" y="13525"/>
                          </a:cubicBezTo>
                          <a:cubicBezTo>
                            <a:pt x="13335" y="10477"/>
                            <a:pt x="6191" y="6572"/>
                            <a:pt x="0" y="0"/>
                          </a:cubicBezTo>
                          <a:cubicBezTo>
                            <a:pt x="0" y="0"/>
                            <a:pt x="5239" y="4667"/>
                            <a:pt x="15430" y="8763"/>
                          </a:cubicBezTo>
                          <a:cubicBezTo>
                            <a:pt x="25241" y="13144"/>
                            <a:pt x="40195" y="17335"/>
                            <a:pt x="58769" y="148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12" name="Forme libre : forme 15011">
                      <a:extLst>
                        <a:ext uri="{FF2B5EF4-FFF2-40B4-BE49-F238E27FC236}">
                          <a16:creationId xmlns:a16="http://schemas.microsoft.com/office/drawing/2014/main" id="{B5A5B929-0696-4CFB-BEFC-90F4EA0560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94439" y="2294626"/>
                      <a:ext cx="75533" cy="18900"/>
                    </a:xfrm>
                    <a:custGeom>
                      <a:avLst/>
                      <a:gdLst>
                        <a:gd name="connsiteX0" fmla="*/ 75533 w 75533"/>
                        <a:gd name="connsiteY0" fmla="*/ 18901 h 18900"/>
                        <a:gd name="connsiteX1" fmla="*/ 68294 w 75533"/>
                        <a:gd name="connsiteY1" fmla="*/ 12805 h 18900"/>
                        <a:gd name="connsiteX2" fmla="*/ 48577 w 75533"/>
                        <a:gd name="connsiteY2" fmla="*/ 2613 h 18900"/>
                        <a:gd name="connsiteX3" fmla="*/ 22479 w 75533"/>
                        <a:gd name="connsiteY3" fmla="*/ 1184 h 18900"/>
                        <a:gd name="connsiteX4" fmla="*/ 0 w 75533"/>
                        <a:gd name="connsiteY4" fmla="*/ 18520 h 18900"/>
                        <a:gd name="connsiteX5" fmla="*/ 4763 w 75533"/>
                        <a:gd name="connsiteY5" fmla="*/ 14043 h 18900"/>
                        <a:gd name="connsiteX6" fmla="*/ 19431 w 75533"/>
                        <a:gd name="connsiteY6" fmla="*/ 5947 h 18900"/>
                        <a:gd name="connsiteX7" fmla="*/ 44291 w 75533"/>
                        <a:gd name="connsiteY7" fmla="*/ 4137 h 18900"/>
                        <a:gd name="connsiteX8" fmla="*/ 59721 w 75533"/>
                        <a:gd name="connsiteY8" fmla="*/ 8899 h 18900"/>
                        <a:gd name="connsiteX9" fmla="*/ 75533 w 75533"/>
                        <a:gd name="connsiteY9" fmla="*/ 18901 h 18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5533" h="18900">
                          <a:moveTo>
                            <a:pt x="75533" y="18901"/>
                          </a:moveTo>
                          <a:cubicBezTo>
                            <a:pt x="75533" y="18901"/>
                            <a:pt x="72866" y="16234"/>
                            <a:pt x="68294" y="12805"/>
                          </a:cubicBezTo>
                          <a:cubicBezTo>
                            <a:pt x="63912" y="9280"/>
                            <a:pt x="56579" y="5280"/>
                            <a:pt x="48577" y="2613"/>
                          </a:cubicBezTo>
                          <a:cubicBezTo>
                            <a:pt x="40862" y="-245"/>
                            <a:pt x="30861" y="-816"/>
                            <a:pt x="22479" y="1184"/>
                          </a:cubicBezTo>
                          <a:cubicBezTo>
                            <a:pt x="13906" y="3375"/>
                            <a:pt x="5905" y="9185"/>
                            <a:pt x="0" y="18520"/>
                          </a:cubicBezTo>
                          <a:cubicBezTo>
                            <a:pt x="0" y="18520"/>
                            <a:pt x="1524" y="16615"/>
                            <a:pt x="4763" y="14043"/>
                          </a:cubicBezTo>
                          <a:cubicBezTo>
                            <a:pt x="7905" y="11566"/>
                            <a:pt x="12954" y="8042"/>
                            <a:pt x="19431" y="5947"/>
                          </a:cubicBezTo>
                          <a:cubicBezTo>
                            <a:pt x="25812" y="3851"/>
                            <a:pt x="34480" y="2518"/>
                            <a:pt x="44291" y="4137"/>
                          </a:cubicBezTo>
                          <a:cubicBezTo>
                            <a:pt x="49053" y="4994"/>
                            <a:pt x="54197" y="6518"/>
                            <a:pt x="59721" y="8899"/>
                          </a:cubicBezTo>
                          <a:cubicBezTo>
                            <a:pt x="65055" y="11185"/>
                            <a:pt x="70104" y="14614"/>
                            <a:pt x="75533" y="189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13" name="Forme libre : forme 15012">
                      <a:extLst>
                        <a:ext uri="{FF2B5EF4-FFF2-40B4-BE49-F238E27FC236}">
                          <a16:creationId xmlns:a16="http://schemas.microsoft.com/office/drawing/2014/main" id="{AA639047-880E-4DDC-BE59-BE9C6A810F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49609" y="2370378"/>
                      <a:ext cx="16301" cy="26808"/>
                    </a:xfrm>
                    <a:custGeom>
                      <a:avLst/>
                      <a:gdLst>
                        <a:gd name="connsiteX0" fmla="*/ 10743 w 16301"/>
                        <a:gd name="connsiteY0" fmla="*/ 26778 h 26808"/>
                        <a:gd name="connsiteX1" fmla="*/ 551 w 16301"/>
                        <a:gd name="connsiteY1" fmla="*/ 14872 h 26808"/>
                        <a:gd name="connsiteX2" fmla="*/ 4742 w 16301"/>
                        <a:gd name="connsiteY2" fmla="*/ 108 h 26808"/>
                        <a:gd name="connsiteX3" fmla="*/ 15791 w 16301"/>
                        <a:gd name="connsiteY3" fmla="*/ 12205 h 26808"/>
                        <a:gd name="connsiteX4" fmla="*/ 10743 w 16301"/>
                        <a:gd name="connsiteY4" fmla="*/ 26778 h 26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01" h="26808">
                          <a:moveTo>
                            <a:pt x="10743" y="26778"/>
                          </a:moveTo>
                          <a:cubicBezTo>
                            <a:pt x="6552" y="27255"/>
                            <a:pt x="1980" y="22111"/>
                            <a:pt x="551" y="14872"/>
                          </a:cubicBezTo>
                          <a:cubicBezTo>
                            <a:pt x="-878" y="7633"/>
                            <a:pt x="456" y="1156"/>
                            <a:pt x="4742" y="108"/>
                          </a:cubicBezTo>
                          <a:cubicBezTo>
                            <a:pt x="8933" y="-844"/>
                            <a:pt x="14362" y="4585"/>
                            <a:pt x="15791" y="12205"/>
                          </a:cubicBezTo>
                          <a:cubicBezTo>
                            <a:pt x="17411" y="19920"/>
                            <a:pt x="15029" y="26302"/>
                            <a:pt x="10743" y="2677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14" name="Forme libre : forme 15013">
                      <a:extLst>
                        <a:ext uri="{FF2B5EF4-FFF2-40B4-BE49-F238E27FC236}">
                          <a16:creationId xmlns:a16="http://schemas.microsoft.com/office/drawing/2014/main" id="{4F80E937-2CBE-477F-A6D3-ACA3EAFB2F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8697" y="2392785"/>
                      <a:ext cx="6885" cy="7199"/>
                    </a:xfrm>
                    <a:custGeom>
                      <a:avLst/>
                      <a:gdLst>
                        <a:gd name="connsiteX0" fmla="*/ 4988 w 6885"/>
                        <a:gd name="connsiteY0" fmla="*/ 6848 h 7199"/>
                        <a:gd name="connsiteX1" fmla="*/ 417 w 6885"/>
                        <a:gd name="connsiteY1" fmla="*/ 5133 h 7199"/>
                        <a:gd name="connsiteX2" fmla="*/ 1750 w 6885"/>
                        <a:gd name="connsiteY2" fmla="*/ 371 h 7199"/>
                        <a:gd name="connsiteX3" fmla="*/ 6513 w 6885"/>
                        <a:gd name="connsiteY3" fmla="*/ 1990 h 7199"/>
                        <a:gd name="connsiteX4" fmla="*/ 4988 w 6885"/>
                        <a:gd name="connsiteY4" fmla="*/ 6848 h 71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85" h="7199">
                          <a:moveTo>
                            <a:pt x="4988" y="6848"/>
                          </a:moveTo>
                          <a:cubicBezTo>
                            <a:pt x="3274" y="7705"/>
                            <a:pt x="1274" y="6943"/>
                            <a:pt x="417" y="5133"/>
                          </a:cubicBezTo>
                          <a:cubicBezTo>
                            <a:pt x="-441" y="3323"/>
                            <a:pt x="36" y="1228"/>
                            <a:pt x="1750" y="371"/>
                          </a:cubicBezTo>
                          <a:cubicBezTo>
                            <a:pt x="3369" y="-487"/>
                            <a:pt x="5655" y="180"/>
                            <a:pt x="6513" y="1990"/>
                          </a:cubicBezTo>
                          <a:cubicBezTo>
                            <a:pt x="7370" y="3895"/>
                            <a:pt x="6703" y="6086"/>
                            <a:pt x="4988" y="68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15" name="Forme libre : forme 15014">
                      <a:extLst>
                        <a:ext uri="{FF2B5EF4-FFF2-40B4-BE49-F238E27FC236}">
                          <a16:creationId xmlns:a16="http://schemas.microsoft.com/office/drawing/2014/main" id="{AFD4FAC8-3F85-4445-808A-809CA806F4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777" y="2350561"/>
                      <a:ext cx="45920" cy="80320"/>
                    </a:xfrm>
                    <a:custGeom>
                      <a:avLst/>
                      <a:gdLst>
                        <a:gd name="connsiteX0" fmla="*/ 37056 w 45920"/>
                        <a:gd name="connsiteY0" fmla="*/ 63359 h 80320"/>
                        <a:gd name="connsiteX1" fmla="*/ 11148 w 45920"/>
                        <a:gd name="connsiteY1" fmla="*/ 79266 h 80320"/>
                        <a:gd name="connsiteX2" fmla="*/ 671 w 45920"/>
                        <a:gd name="connsiteY2" fmla="*/ 77933 h 80320"/>
                        <a:gd name="connsiteX3" fmla="*/ 3243 w 45920"/>
                        <a:gd name="connsiteY3" fmla="*/ 68598 h 80320"/>
                        <a:gd name="connsiteX4" fmla="*/ 21530 w 45920"/>
                        <a:gd name="connsiteY4" fmla="*/ 42214 h 80320"/>
                        <a:gd name="connsiteX5" fmla="*/ 21150 w 45920"/>
                        <a:gd name="connsiteY5" fmla="*/ 32594 h 80320"/>
                        <a:gd name="connsiteX6" fmla="*/ 18959 w 45920"/>
                        <a:gd name="connsiteY6" fmla="*/ 18306 h 80320"/>
                        <a:gd name="connsiteX7" fmla="*/ 22864 w 45920"/>
                        <a:gd name="connsiteY7" fmla="*/ 18 h 80320"/>
                        <a:gd name="connsiteX8" fmla="*/ 32104 w 45920"/>
                        <a:gd name="connsiteY8" fmla="*/ 5448 h 80320"/>
                        <a:gd name="connsiteX9" fmla="*/ 39628 w 45920"/>
                        <a:gd name="connsiteY9" fmla="*/ 17068 h 80320"/>
                        <a:gd name="connsiteX10" fmla="*/ 45914 w 45920"/>
                        <a:gd name="connsiteY10" fmla="*/ 40499 h 80320"/>
                        <a:gd name="connsiteX11" fmla="*/ 37056 w 45920"/>
                        <a:gd name="connsiteY11" fmla="*/ 63359 h 80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5920" h="80320">
                          <a:moveTo>
                            <a:pt x="37056" y="63359"/>
                          </a:moveTo>
                          <a:cubicBezTo>
                            <a:pt x="30198" y="71170"/>
                            <a:pt x="20769" y="75837"/>
                            <a:pt x="11148" y="79266"/>
                          </a:cubicBezTo>
                          <a:cubicBezTo>
                            <a:pt x="7624" y="80504"/>
                            <a:pt x="2671" y="81266"/>
                            <a:pt x="671" y="77933"/>
                          </a:cubicBezTo>
                          <a:cubicBezTo>
                            <a:pt x="-1139" y="74980"/>
                            <a:pt x="1052" y="71170"/>
                            <a:pt x="3243" y="68598"/>
                          </a:cubicBezTo>
                          <a:cubicBezTo>
                            <a:pt x="10386" y="60407"/>
                            <a:pt x="19340" y="53549"/>
                            <a:pt x="21530" y="42214"/>
                          </a:cubicBezTo>
                          <a:cubicBezTo>
                            <a:pt x="21816" y="40499"/>
                            <a:pt x="21721" y="36880"/>
                            <a:pt x="21150" y="32594"/>
                          </a:cubicBezTo>
                          <a:cubicBezTo>
                            <a:pt x="20483" y="28307"/>
                            <a:pt x="19626" y="23259"/>
                            <a:pt x="18959" y="18306"/>
                          </a:cubicBezTo>
                          <a:cubicBezTo>
                            <a:pt x="17911" y="8495"/>
                            <a:pt x="16578" y="-458"/>
                            <a:pt x="22864" y="18"/>
                          </a:cubicBezTo>
                          <a:cubicBezTo>
                            <a:pt x="25912" y="304"/>
                            <a:pt x="29246" y="2304"/>
                            <a:pt x="32104" y="5448"/>
                          </a:cubicBezTo>
                          <a:cubicBezTo>
                            <a:pt x="34866" y="8591"/>
                            <a:pt x="37438" y="12686"/>
                            <a:pt x="39628" y="17068"/>
                          </a:cubicBezTo>
                          <a:cubicBezTo>
                            <a:pt x="44200" y="25926"/>
                            <a:pt x="45820" y="35642"/>
                            <a:pt x="45914" y="40499"/>
                          </a:cubicBezTo>
                          <a:cubicBezTo>
                            <a:pt x="46105" y="49548"/>
                            <a:pt x="42105" y="57454"/>
                            <a:pt x="37056" y="6335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49" name="Graphique 1">
                    <a:extLst>
                      <a:ext uri="{FF2B5EF4-FFF2-40B4-BE49-F238E27FC236}">
                        <a16:creationId xmlns:a16="http://schemas.microsoft.com/office/drawing/2014/main" id="{D1917A8E-A7E6-4BFC-98AA-DEA2867B8461}"/>
                      </a:ext>
                    </a:extLst>
                  </p:cNvPr>
                  <p:cNvGrpSpPr/>
                  <p:nvPr/>
                </p:nvGrpSpPr>
                <p:grpSpPr>
                  <a:xfrm>
                    <a:off x="7325952" y="2432971"/>
                    <a:ext cx="146382" cy="164901"/>
                    <a:chOff x="7325952" y="2432971"/>
                    <a:chExt cx="146382" cy="164901"/>
                  </a:xfrm>
                  <a:solidFill>
                    <a:schemeClr val="accent1"/>
                  </a:solidFill>
                </p:grpSpPr>
                <p:sp>
                  <p:nvSpPr>
                    <p:cNvPr id="14992" name="Forme libre : forme 14991">
                      <a:extLst>
                        <a:ext uri="{FF2B5EF4-FFF2-40B4-BE49-F238E27FC236}">
                          <a16:creationId xmlns:a16="http://schemas.microsoft.com/office/drawing/2014/main" id="{5AFDA4F1-5C0D-4D24-BBD9-107E9391B1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5952" y="2432971"/>
                      <a:ext cx="146382" cy="164901"/>
                    </a:xfrm>
                    <a:custGeom>
                      <a:avLst/>
                      <a:gdLst>
                        <a:gd name="connsiteX0" fmla="*/ 38305 w 146382"/>
                        <a:gd name="connsiteY0" fmla="*/ 140398 h 164901"/>
                        <a:gd name="connsiteX1" fmla="*/ 18589 w 146382"/>
                        <a:gd name="connsiteY1" fmla="*/ 108775 h 164901"/>
                        <a:gd name="connsiteX2" fmla="*/ 3634 w 146382"/>
                        <a:gd name="connsiteY2" fmla="*/ 74581 h 164901"/>
                        <a:gd name="connsiteX3" fmla="*/ 586 w 146382"/>
                        <a:gd name="connsiteY3" fmla="*/ 62103 h 164901"/>
                        <a:gd name="connsiteX4" fmla="*/ 15 w 146382"/>
                        <a:gd name="connsiteY4" fmla="*/ 56388 h 164901"/>
                        <a:gd name="connsiteX5" fmla="*/ 396 w 146382"/>
                        <a:gd name="connsiteY5" fmla="*/ 52292 h 164901"/>
                        <a:gd name="connsiteX6" fmla="*/ 6016 w 146382"/>
                        <a:gd name="connsiteY6" fmla="*/ 36481 h 164901"/>
                        <a:gd name="connsiteX7" fmla="*/ 32590 w 146382"/>
                        <a:gd name="connsiteY7" fmla="*/ 14001 h 164901"/>
                        <a:gd name="connsiteX8" fmla="*/ 65452 w 146382"/>
                        <a:gd name="connsiteY8" fmla="*/ 2381 h 164901"/>
                        <a:gd name="connsiteX9" fmla="*/ 101075 w 146382"/>
                        <a:gd name="connsiteY9" fmla="*/ 6286 h 164901"/>
                        <a:gd name="connsiteX10" fmla="*/ 115363 w 146382"/>
                        <a:gd name="connsiteY10" fmla="*/ 19526 h 164901"/>
                        <a:gd name="connsiteX11" fmla="*/ 118220 w 146382"/>
                        <a:gd name="connsiteY11" fmla="*/ 23812 h 164901"/>
                        <a:gd name="connsiteX12" fmla="*/ 120316 w 146382"/>
                        <a:gd name="connsiteY12" fmla="*/ 26765 h 164901"/>
                        <a:gd name="connsiteX13" fmla="*/ 123173 w 146382"/>
                        <a:gd name="connsiteY13" fmla="*/ 32480 h 164901"/>
                        <a:gd name="connsiteX14" fmla="*/ 130793 w 146382"/>
                        <a:gd name="connsiteY14" fmla="*/ 49434 h 164901"/>
                        <a:gd name="connsiteX15" fmla="*/ 140794 w 146382"/>
                        <a:gd name="connsiteY15" fmla="*/ 65246 h 164901"/>
                        <a:gd name="connsiteX16" fmla="*/ 145938 w 146382"/>
                        <a:gd name="connsiteY16" fmla="*/ 91344 h 164901"/>
                        <a:gd name="connsiteX17" fmla="*/ 141937 w 146382"/>
                        <a:gd name="connsiteY17" fmla="*/ 107347 h 164901"/>
                        <a:gd name="connsiteX18" fmla="*/ 133079 w 146382"/>
                        <a:gd name="connsiteY18" fmla="*/ 123348 h 164901"/>
                        <a:gd name="connsiteX19" fmla="*/ 111362 w 146382"/>
                        <a:gd name="connsiteY19" fmla="*/ 150971 h 164901"/>
                        <a:gd name="connsiteX20" fmla="*/ 96789 w 146382"/>
                        <a:gd name="connsiteY20" fmla="*/ 162115 h 164901"/>
                        <a:gd name="connsiteX21" fmla="*/ 77453 w 146382"/>
                        <a:gd name="connsiteY21" fmla="*/ 164592 h 164901"/>
                        <a:gd name="connsiteX22" fmla="*/ 38305 w 146382"/>
                        <a:gd name="connsiteY22" fmla="*/ 140398 h 164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46382" h="164901">
                          <a:moveTo>
                            <a:pt x="38305" y="140398"/>
                          </a:moveTo>
                          <a:cubicBezTo>
                            <a:pt x="30971" y="130397"/>
                            <a:pt x="24399" y="119824"/>
                            <a:pt x="18589" y="108775"/>
                          </a:cubicBezTo>
                          <a:cubicBezTo>
                            <a:pt x="12778" y="97822"/>
                            <a:pt x="7826" y="86391"/>
                            <a:pt x="3634" y="74581"/>
                          </a:cubicBezTo>
                          <a:cubicBezTo>
                            <a:pt x="2110" y="70485"/>
                            <a:pt x="1253" y="66198"/>
                            <a:pt x="586" y="62103"/>
                          </a:cubicBezTo>
                          <a:cubicBezTo>
                            <a:pt x="300" y="60198"/>
                            <a:pt x="-80" y="57626"/>
                            <a:pt x="15" y="56388"/>
                          </a:cubicBezTo>
                          <a:cubicBezTo>
                            <a:pt x="110" y="55054"/>
                            <a:pt x="205" y="53625"/>
                            <a:pt x="396" y="52292"/>
                          </a:cubicBezTo>
                          <a:cubicBezTo>
                            <a:pt x="1253" y="46863"/>
                            <a:pt x="3158" y="41529"/>
                            <a:pt x="6016" y="36481"/>
                          </a:cubicBezTo>
                          <a:cubicBezTo>
                            <a:pt x="11540" y="26670"/>
                            <a:pt x="20684" y="18192"/>
                            <a:pt x="32590" y="14001"/>
                          </a:cubicBezTo>
                          <a:lnTo>
                            <a:pt x="65452" y="2381"/>
                          </a:lnTo>
                          <a:cubicBezTo>
                            <a:pt x="77263" y="-1905"/>
                            <a:pt x="90121" y="-286"/>
                            <a:pt x="101075" y="6286"/>
                          </a:cubicBezTo>
                          <a:cubicBezTo>
                            <a:pt x="106409" y="9525"/>
                            <a:pt x="111267" y="14097"/>
                            <a:pt x="115363" y="19526"/>
                          </a:cubicBezTo>
                          <a:cubicBezTo>
                            <a:pt x="116410" y="20859"/>
                            <a:pt x="117363" y="22288"/>
                            <a:pt x="118220" y="23812"/>
                          </a:cubicBezTo>
                          <a:cubicBezTo>
                            <a:pt x="119173" y="25431"/>
                            <a:pt x="119744" y="25717"/>
                            <a:pt x="120316" y="26765"/>
                          </a:cubicBezTo>
                          <a:cubicBezTo>
                            <a:pt x="121554" y="28480"/>
                            <a:pt x="122316" y="30480"/>
                            <a:pt x="123173" y="32480"/>
                          </a:cubicBezTo>
                          <a:cubicBezTo>
                            <a:pt x="125268" y="38290"/>
                            <a:pt x="127745" y="44005"/>
                            <a:pt x="130793" y="49434"/>
                          </a:cubicBezTo>
                          <a:cubicBezTo>
                            <a:pt x="133746" y="54959"/>
                            <a:pt x="137079" y="60293"/>
                            <a:pt x="140794" y="65246"/>
                          </a:cubicBezTo>
                          <a:cubicBezTo>
                            <a:pt x="145938" y="72199"/>
                            <a:pt x="147176" y="81153"/>
                            <a:pt x="145938" y="91344"/>
                          </a:cubicBezTo>
                          <a:cubicBezTo>
                            <a:pt x="145271" y="96583"/>
                            <a:pt x="144033" y="101822"/>
                            <a:pt x="141937" y="107347"/>
                          </a:cubicBezTo>
                          <a:cubicBezTo>
                            <a:pt x="139842" y="112776"/>
                            <a:pt x="136985" y="118300"/>
                            <a:pt x="133079" y="123348"/>
                          </a:cubicBezTo>
                          <a:lnTo>
                            <a:pt x="111362" y="150971"/>
                          </a:lnTo>
                          <a:cubicBezTo>
                            <a:pt x="107457" y="156019"/>
                            <a:pt x="102504" y="159829"/>
                            <a:pt x="96789" y="162115"/>
                          </a:cubicBezTo>
                          <a:cubicBezTo>
                            <a:pt x="91074" y="164497"/>
                            <a:pt x="84311" y="165449"/>
                            <a:pt x="77453" y="164592"/>
                          </a:cubicBezTo>
                          <a:cubicBezTo>
                            <a:pt x="63642" y="163163"/>
                            <a:pt x="48592" y="154590"/>
                            <a:pt x="38305" y="14039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93" name="Forme libre : forme 14992">
                      <a:extLst>
                        <a:ext uri="{FF2B5EF4-FFF2-40B4-BE49-F238E27FC236}">
                          <a16:creationId xmlns:a16="http://schemas.microsoft.com/office/drawing/2014/main" id="{7E4290FD-A50F-445E-9DED-435DB6531F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238" y="2441924"/>
                      <a:ext cx="112219" cy="155935"/>
                    </a:xfrm>
                    <a:custGeom>
                      <a:avLst/>
                      <a:gdLst>
                        <a:gd name="connsiteX0" fmla="*/ 46783 w 112219"/>
                        <a:gd name="connsiteY0" fmla="*/ 62103 h 155935"/>
                        <a:gd name="connsiteX1" fmla="*/ 36781 w 112219"/>
                        <a:gd name="connsiteY1" fmla="*/ 28861 h 155935"/>
                        <a:gd name="connsiteX2" fmla="*/ 46783 w 112219"/>
                        <a:gd name="connsiteY2" fmla="*/ 0 h 155935"/>
                        <a:gd name="connsiteX3" fmla="*/ 32591 w 112219"/>
                        <a:gd name="connsiteY3" fmla="*/ 5048 h 155935"/>
                        <a:gd name="connsiteX4" fmla="*/ 6016 w 112219"/>
                        <a:gd name="connsiteY4" fmla="*/ 27527 h 155935"/>
                        <a:gd name="connsiteX5" fmla="*/ 396 w 112219"/>
                        <a:gd name="connsiteY5" fmla="*/ 43339 h 155935"/>
                        <a:gd name="connsiteX6" fmla="*/ 15 w 112219"/>
                        <a:gd name="connsiteY6" fmla="*/ 47435 h 155935"/>
                        <a:gd name="connsiteX7" fmla="*/ 586 w 112219"/>
                        <a:gd name="connsiteY7" fmla="*/ 53150 h 155935"/>
                        <a:gd name="connsiteX8" fmla="*/ 3634 w 112219"/>
                        <a:gd name="connsiteY8" fmla="*/ 65627 h 155935"/>
                        <a:gd name="connsiteX9" fmla="*/ 18589 w 112219"/>
                        <a:gd name="connsiteY9" fmla="*/ 99822 h 155935"/>
                        <a:gd name="connsiteX10" fmla="*/ 38306 w 112219"/>
                        <a:gd name="connsiteY10" fmla="*/ 131445 h 155935"/>
                        <a:gd name="connsiteX11" fmla="*/ 77644 w 112219"/>
                        <a:gd name="connsiteY11" fmla="*/ 155638 h 155935"/>
                        <a:gd name="connsiteX12" fmla="*/ 96979 w 112219"/>
                        <a:gd name="connsiteY12" fmla="*/ 153162 h 155935"/>
                        <a:gd name="connsiteX13" fmla="*/ 111553 w 112219"/>
                        <a:gd name="connsiteY13" fmla="*/ 142018 h 155935"/>
                        <a:gd name="connsiteX14" fmla="*/ 112220 w 112219"/>
                        <a:gd name="connsiteY14" fmla="*/ 141161 h 155935"/>
                        <a:gd name="connsiteX15" fmla="*/ 92503 w 112219"/>
                        <a:gd name="connsiteY15" fmla="*/ 124111 h 155935"/>
                        <a:gd name="connsiteX16" fmla="*/ 76215 w 112219"/>
                        <a:gd name="connsiteY16" fmla="*/ 104489 h 155935"/>
                        <a:gd name="connsiteX17" fmla="*/ 46783 w 112219"/>
                        <a:gd name="connsiteY17" fmla="*/ 62103 h 155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12219" h="155935">
                          <a:moveTo>
                            <a:pt x="46783" y="62103"/>
                          </a:moveTo>
                          <a:cubicBezTo>
                            <a:pt x="39544" y="52006"/>
                            <a:pt x="36020" y="38100"/>
                            <a:pt x="36781" y="28861"/>
                          </a:cubicBezTo>
                          <a:cubicBezTo>
                            <a:pt x="37353" y="18574"/>
                            <a:pt x="40592" y="8668"/>
                            <a:pt x="46783" y="0"/>
                          </a:cubicBezTo>
                          <a:lnTo>
                            <a:pt x="32591" y="5048"/>
                          </a:lnTo>
                          <a:cubicBezTo>
                            <a:pt x="20685" y="9335"/>
                            <a:pt x="11636" y="17812"/>
                            <a:pt x="6016" y="27527"/>
                          </a:cubicBezTo>
                          <a:cubicBezTo>
                            <a:pt x="3158" y="32480"/>
                            <a:pt x="1158" y="37910"/>
                            <a:pt x="396" y="43339"/>
                          </a:cubicBezTo>
                          <a:cubicBezTo>
                            <a:pt x="206" y="44672"/>
                            <a:pt x="15" y="46101"/>
                            <a:pt x="15" y="47435"/>
                          </a:cubicBezTo>
                          <a:cubicBezTo>
                            <a:pt x="-80" y="48673"/>
                            <a:pt x="301" y="51245"/>
                            <a:pt x="586" y="53150"/>
                          </a:cubicBezTo>
                          <a:cubicBezTo>
                            <a:pt x="1253" y="57245"/>
                            <a:pt x="2015" y="61531"/>
                            <a:pt x="3634" y="65627"/>
                          </a:cubicBezTo>
                          <a:cubicBezTo>
                            <a:pt x="7826" y="77438"/>
                            <a:pt x="12683" y="88868"/>
                            <a:pt x="18589" y="99822"/>
                          </a:cubicBezTo>
                          <a:cubicBezTo>
                            <a:pt x="24304" y="110776"/>
                            <a:pt x="30876" y="121348"/>
                            <a:pt x="38306" y="131445"/>
                          </a:cubicBezTo>
                          <a:cubicBezTo>
                            <a:pt x="48593" y="145637"/>
                            <a:pt x="63642" y="154210"/>
                            <a:pt x="77644" y="155638"/>
                          </a:cubicBezTo>
                          <a:cubicBezTo>
                            <a:pt x="84502" y="156496"/>
                            <a:pt x="91265" y="155448"/>
                            <a:pt x="96979" y="153162"/>
                          </a:cubicBezTo>
                          <a:cubicBezTo>
                            <a:pt x="102790" y="150781"/>
                            <a:pt x="107647" y="146971"/>
                            <a:pt x="111553" y="142018"/>
                          </a:cubicBezTo>
                          <a:lnTo>
                            <a:pt x="112220" y="141161"/>
                          </a:lnTo>
                          <a:cubicBezTo>
                            <a:pt x="104981" y="136112"/>
                            <a:pt x="98313" y="130397"/>
                            <a:pt x="92503" y="124111"/>
                          </a:cubicBezTo>
                          <a:cubicBezTo>
                            <a:pt x="86502" y="117920"/>
                            <a:pt x="81263" y="111252"/>
                            <a:pt x="76215" y="104489"/>
                          </a:cubicBezTo>
                          <a:cubicBezTo>
                            <a:pt x="65928" y="90678"/>
                            <a:pt x="57165" y="76581"/>
                            <a:pt x="46783" y="6210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94" name="Forme libre : forme 14993">
                      <a:extLst>
                        <a:ext uri="{FF2B5EF4-FFF2-40B4-BE49-F238E27FC236}">
                          <a16:creationId xmlns:a16="http://schemas.microsoft.com/office/drawing/2014/main" id="{4613B9FF-5247-4B90-9CF0-1228D311B3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5983" y="2489700"/>
                      <a:ext cx="54580" cy="64959"/>
                    </a:xfrm>
                    <a:custGeom>
                      <a:avLst/>
                      <a:gdLst>
                        <a:gd name="connsiteX0" fmla="*/ 47711 w 54580"/>
                        <a:gd name="connsiteY0" fmla="*/ 60809 h 64959"/>
                        <a:gd name="connsiteX1" fmla="*/ 27803 w 54580"/>
                        <a:gd name="connsiteY1" fmla="*/ 63476 h 64959"/>
                        <a:gd name="connsiteX2" fmla="*/ 6563 w 54580"/>
                        <a:gd name="connsiteY2" fmla="*/ 44902 h 64959"/>
                        <a:gd name="connsiteX3" fmla="*/ 371 w 54580"/>
                        <a:gd name="connsiteY3" fmla="*/ 17375 h 64959"/>
                        <a:gd name="connsiteX4" fmla="*/ 12087 w 54580"/>
                        <a:gd name="connsiteY4" fmla="*/ 1087 h 64959"/>
                        <a:gd name="connsiteX5" fmla="*/ 31518 w 54580"/>
                        <a:gd name="connsiteY5" fmla="*/ 3754 h 64959"/>
                        <a:gd name="connsiteX6" fmla="*/ 47901 w 54580"/>
                        <a:gd name="connsiteY6" fmla="*/ 20137 h 64959"/>
                        <a:gd name="connsiteX7" fmla="*/ 54568 w 54580"/>
                        <a:gd name="connsiteY7" fmla="*/ 42330 h 64959"/>
                        <a:gd name="connsiteX8" fmla="*/ 47711 w 54580"/>
                        <a:gd name="connsiteY8" fmla="*/ 60809 h 64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580" h="64959">
                          <a:moveTo>
                            <a:pt x="47711" y="60809"/>
                          </a:moveTo>
                          <a:cubicBezTo>
                            <a:pt x="42758" y="65190"/>
                            <a:pt x="35614" y="66143"/>
                            <a:pt x="27803" y="63476"/>
                          </a:cubicBezTo>
                          <a:cubicBezTo>
                            <a:pt x="20183" y="60714"/>
                            <a:pt x="12087" y="54332"/>
                            <a:pt x="6563" y="44902"/>
                          </a:cubicBezTo>
                          <a:cubicBezTo>
                            <a:pt x="943" y="35663"/>
                            <a:pt x="-867" y="25471"/>
                            <a:pt x="371" y="17375"/>
                          </a:cubicBezTo>
                          <a:cubicBezTo>
                            <a:pt x="1419" y="9374"/>
                            <a:pt x="5991" y="3373"/>
                            <a:pt x="12087" y="1087"/>
                          </a:cubicBezTo>
                          <a:cubicBezTo>
                            <a:pt x="18374" y="-1199"/>
                            <a:pt x="25041" y="325"/>
                            <a:pt x="31518" y="3754"/>
                          </a:cubicBezTo>
                          <a:cubicBezTo>
                            <a:pt x="37804" y="7278"/>
                            <a:pt x="43424" y="12993"/>
                            <a:pt x="47901" y="20137"/>
                          </a:cubicBezTo>
                          <a:cubicBezTo>
                            <a:pt x="52187" y="27376"/>
                            <a:pt x="54473" y="34996"/>
                            <a:pt x="54568" y="42330"/>
                          </a:cubicBezTo>
                          <a:cubicBezTo>
                            <a:pt x="54759" y="49474"/>
                            <a:pt x="52663" y="56332"/>
                            <a:pt x="47711" y="60809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95" name="Forme libre : forme 14994">
                      <a:extLst>
                        <a:ext uri="{FF2B5EF4-FFF2-40B4-BE49-F238E27FC236}">
                          <a16:creationId xmlns:a16="http://schemas.microsoft.com/office/drawing/2014/main" id="{F9C7DCF5-7381-4356-A361-55CFB508AF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5983" y="2489776"/>
                      <a:ext cx="35994" cy="58256"/>
                    </a:xfrm>
                    <a:custGeom>
                      <a:avLst/>
                      <a:gdLst>
                        <a:gd name="connsiteX0" fmla="*/ 35995 w 35994"/>
                        <a:gd name="connsiteY0" fmla="*/ 6821 h 58256"/>
                        <a:gd name="connsiteX1" fmla="*/ 12087 w 35994"/>
                        <a:gd name="connsiteY1" fmla="*/ 1106 h 58256"/>
                        <a:gd name="connsiteX2" fmla="*/ 371 w 35994"/>
                        <a:gd name="connsiteY2" fmla="*/ 17394 h 58256"/>
                        <a:gd name="connsiteX3" fmla="*/ 6563 w 35994"/>
                        <a:gd name="connsiteY3" fmla="*/ 44921 h 58256"/>
                        <a:gd name="connsiteX4" fmla="*/ 18278 w 35994"/>
                        <a:gd name="connsiteY4" fmla="*/ 58256 h 58256"/>
                        <a:gd name="connsiteX5" fmla="*/ 14373 w 35994"/>
                        <a:gd name="connsiteY5" fmla="*/ 49398 h 58256"/>
                        <a:gd name="connsiteX6" fmla="*/ 18374 w 35994"/>
                        <a:gd name="connsiteY6" fmla="*/ 23204 h 58256"/>
                        <a:gd name="connsiteX7" fmla="*/ 35995 w 35994"/>
                        <a:gd name="connsiteY7" fmla="*/ 6821 h 58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994" h="58256">
                          <a:moveTo>
                            <a:pt x="35995" y="6821"/>
                          </a:moveTo>
                          <a:cubicBezTo>
                            <a:pt x="28565" y="1201"/>
                            <a:pt x="19802" y="-1751"/>
                            <a:pt x="12087" y="1106"/>
                          </a:cubicBezTo>
                          <a:cubicBezTo>
                            <a:pt x="5991" y="3392"/>
                            <a:pt x="1419" y="9393"/>
                            <a:pt x="371" y="17394"/>
                          </a:cubicBezTo>
                          <a:cubicBezTo>
                            <a:pt x="-867" y="25395"/>
                            <a:pt x="943" y="35587"/>
                            <a:pt x="6563" y="44921"/>
                          </a:cubicBezTo>
                          <a:cubicBezTo>
                            <a:pt x="9705" y="50446"/>
                            <a:pt x="13992" y="54827"/>
                            <a:pt x="18278" y="58256"/>
                          </a:cubicBezTo>
                          <a:cubicBezTo>
                            <a:pt x="16468" y="55494"/>
                            <a:pt x="15135" y="52541"/>
                            <a:pt x="14373" y="49398"/>
                          </a:cubicBezTo>
                          <a:cubicBezTo>
                            <a:pt x="12849" y="40254"/>
                            <a:pt x="14278" y="30824"/>
                            <a:pt x="18374" y="23204"/>
                          </a:cubicBezTo>
                          <a:cubicBezTo>
                            <a:pt x="22183" y="15489"/>
                            <a:pt x="28470" y="9679"/>
                            <a:pt x="35995" y="6821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96" name="Forme libre : forme 14995">
                      <a:extLst>
                        <a:ext uri="{FF2B5EF4-FFF2-40B4-BE49-F238E27FC236}">
                          <a16:creationId xmlns:a16="http://schemas.microsoft.com/office/drawing/2014/main" id="{AA353E08-3ECD-450B-99AB-266F4D2254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2776" y="2494946"/>
                      <a:ext cx="55727" cy="66085"/>
                    </a:xfrm>
                    <a:custGeom>
                      <a:avLst/>
                      <a:gdLst>
                        <a:gd name="connsiteX0" fmla="*/ 49393 w 55727"/>
                        <a:gd name="connsiteY0" fmla="*/ 61754 h 66085"/>
                        <a:gd name="connsiteX1" fmla="*/ 29296 w 55727"/>
                        <a:gd name="connsiteY1" fmla="*/ 64612 h 66085"/>
                        <a:gd name="connsiteX2" fmla="*/ 7293 w 55727"/>
                        <a:gd name="connsiteY2" fmla="*/ 45943 h 66085"/>
                        <a:gd name="connsiteX3" fmla="*/ 1197 w 55727"/>
                        <a:gd name="connsiteY3" fmla="*/ 31464 h 66085"/>
                        <a:gd name="connsiteX4" fmla="*/ 244 w 55727"/>
                        <a:gd name="connsiteY4" fmla="*/ 17939 h 66085"/>
                        <a:gd name="connsiteX5" fmla="*/ 11579 w 55727"/>
                        <a:gd name="connsiteY5" fmla="*/ 1175 h 66085"/>
                        <a:gd name="connsiteX6" fmla="*/ 31201 w 55727"/>
                        <a:gd name="connsiteY6" fmla="*/ 3747 h 66085"/>
                        <a:gd name="connsiteX7" fmla="*/ 40344 w 55727"/>
                        <a:gd name="connsiteY7" fmla="*/ 10700 h 66085"/>
                        <a:gd name="connsiteX8" fmla="*/ 48155 w 55727"/>
                        <a:gd name="connsiteY8" fmla="*/ 20511 h 66085"/>
                        <a:gd name="connsiteX9" fmla="*/ 55680 w 55727"/>
                        <a:gd name="connsiteY9" fmla="*/ 43085 h 66085"/>
                        <a:gd name="connsiteX10" fmla="*/ 49393 w 55727"/>
                        <a:gd name="connsiteY10" fmla="*/ 61754 h 66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5727" h="66085">
                          <a:moveTo>
                            <a:pt x="49393" y="61754"/>
                          </a:moveTo>
                          <a:cubicBezTo>
                            <a:pt x="44440" y="66326"/>
                            <a:pt x="37202" y="67279"/>
                            <a:pt x="29296" y="64612"/>
                          </a:cubicBezTo>
                          <a:cubicBezTo>
                            <a:pt x="21390" y="61945"/>
                            <a:pt x="13198" y="55277"/>
                            <a:pt x="7293" y="45943"/>
                          </a:cubicBezTo>
                          <a:cubicBezTo>
                            <a:pt x="4530" y="41085"/>
                            <a:pt x="2244" y="36322"/>
                            <a:pt x="1197" y="31464"/>
                          </a:cubicBezTo>
                          <a:cubicBezTo>
                            <a:pt x="149" y="26607"/>
                            <a:pt x="-327" y="22130"/>
                            <a:pt x="244" y="17939"/>
                          </a:cubicBezTo>
                          <a:cubicBezTo>
                            <a:pt x="1292" y="9652"/>
                            <a:pt x="5292" y="3652"/>
                            <a:pt x="11579" y="1175"/>
                          </a:cubicBezTo>
                          <a:cubicBezTo>
                            <a:pt x="17675" y="-1206"/>
                            <a:pt x="24724" y="222"/>
                            <a:pt x="31201" y="3747"/>
                          </a:cubicBezTo>
                          <a:cubicBezTo>
                            <a:pt x="34249" y="5556"/>
                            <a:pt x="37582" y="7843"/>
                            <a:pt x="40344" y="10700"/>
                          </a:cubicBezTo>
                          <a:cubicBezTo>
                            <a:pt x="43107" y="13557"/>
                            <a:pt x="45964" y="16701"/>
                            <a:pt x="48155" y="20511"/>
                          </a:cubicBezTo>
                          <a:cubicBezTo>
                            <a:pt x="52822" y="27845"/>
                            <a:pt x="55299" y="35751"/>
                            <a:pt x="55680" y="43085"/>
                          </a:cubicBezTo>
                          <a:cubicBezTo>
                            <a:pt x="56061" y="50324"/>
                            <a:pt x="54156" y="57277"/>
                            <a:pt x="49393" y="6175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97" name="Forme libre : forme 14996">
                      <a:extLst>
                        <a:ext uri="{FF2B5EF4-FFF2-40B4-BE49-F238E27FC236}">
                          <a16:creationId xmlns:a16="http://schemas.microsoft.com/office/drawing/2014/main" id="{FD63E31C-B37F-41EB-85C3-52FD211D7D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43326" y="2456107"/>
                      <a:ext cx="76873" cy="104977"/>
                    </a:xfrm>
                    <a:custGeom>
                      <a:avLst/>
                      <a:gdLst>
                        <a:gd name="connsiteX0" fmla="*/ 32837 w 76873"/>
                        <a:gd name="connsiteY0" fmla="*/ 7629 h 104977"/>
                        <a:gd name="connsiteX1" fmla="*/ 12168 w 76873"/>
                        <a:gd name="connsiteY1" fmla="*/ 16202 h 104977"/>
                        <a:gd name="connsiteX2" fmla="*/ 5024 w 76873"/>
                        <a:gd name="connsiteY2" fmla="*/ 23727 h 104977"/>
                        <a:gd name="connsiteX3" fmla="*/ 2452 w 76873"/>
                        <a:gd name="connsiteY3" fmla="*/ 28108 h 104977"/>
                        <a:gd name="connsiteX4" fmla="*/ 929 w 76873"/>
                        <a:gd name="connsiteY4" fmla="*/ 34014 h 104977"/>
                        <a:gd name="connsiteX5" fmla="*/ 2072 w 76873"/>
                        <a:gd name="connsiteY5" fmla="*/ 61350 h 104977"/>
                        <a:gd name="connsiteX6" fmla="*/ 26360 w 76873"/>
                        <a:gd name="connsiteY6" fmla="*/ 100117 h 104977"/>
                        <a:gd name="connsiteX7" fmla="*/ 52078 w 76873"/>
                        <a:gd name="connsiteY7" fmla="*/ 98974 h 104977"/>
                        <a:gd name="connsiteX8" fmla="*/ 53507 w 76873"/>
                        <a:gd name="connsiteY8" fmla="*/ 81448 h 104977"/>
                        <a:gd name="connsiteX9" fmla="*/ 61984 w 76873"/>
                        <a:gd name="connsiteY9" fmla="*/ 42586 h 104977"/>
                        <a:gd name="connsiteX10" fmla="*/ 73128 w 76873"/>
                        <a:gd name="connsiteY10" fmla="*/ 23917 h 104977"/>
                        <a:gd name="connsiteX11" fmla="*/ 76748 w 76873"/>
                        <a:gd name="connsiteY11" fmla="*/ 14297 h 104977"/>
                        <a:gd name="connsiteX12" fmla="*/ 74176 w 76873"/>
                        <a:gd name="connsiteY12" fmla="*/ 5248 h 104977"/>
                        <a:gd name="connsiteX13" fmla="*/ 32837 w 76873"/>
                        <a:gd name="connsiteY13" fmla="*/ 7629 h 104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6873" h="104977">
                          <a:moveTo>
                            <a:pt x="32837" y="7629"/>
                          </a:moveTo>
                          <a:cubicBezTo>
                            <a:pt x="25599" y="9534"/>
                            <a:pt x="18169" y="11630"/>
                            <a:pt x="12168" y="16202"/>
                          </a:cubicBezTo>
                          <a:cubicBezTo>
                            <a:pt x="9311" y="18393"/>
                            <a:pt x="6929" y="20869"/>
                            <a:pt x="5024" y="23727"/>
                          </a:cubicBezTo>
                          <a:cubicBezTo>
                            <a:pt x="4072" y="25155"/>
                            <a:pt x="3215" y="26584"/>
                            <a:pt x="2452" y="28108"/>
                          </a:cubicBezTo>
                          <a:cubicBezTo>
                            <a:pt x="1691" y="29727"/>
                            <a:pt x="1309" y="32013"/>
                            <a:pt x="929" y="34014"/>
                          </a:cubicBezTo>
                          <a:cubicBezTo>
                            <a:pt x="-690" y="42491"/>
                            <a:pt x="-119" y="52206"/>
                            <a:pt x="2072" y="61350"/>
                          </a:cubicBezTo>
                          <a:cubicBezTo>
                            <a:pt x="5596" y="76590"/>
                            <a:pt x="14073" y="91735"/>
                            <a:pt x="26360" y="100117"/>
                          </a:cubicBezTo>
                          <a:cubicBezTo>
                            <a:pt x="35504" y="106499"/>
                            <a:pt x="47982" y="107070"/>
                            <a:pt x="52078" y="98974"/>
                          </a:cubicBezTo>
                          <a:cubicBezTo>
                            <a:pt x="54745" y="93926"/>
                            <a:pt x="53697" y="87449"/>
                            <a:pt x="53507" y="81448"/>
                          </a:cubicBezTo>
                          <a:cubicBezTo>
                            <a:pt x="52745" y="67351"/>
                            <a:pt x="55983" y="53921"/>
                            <a:pt x="61984" y="42586"/>
                          </a:cubicBezTo>
                          <a:cubicBezTo>
                            <a:pt x="64651" y="37633"/>
                            <a:pt x="69509" y="30585"/>
                            <a:pt x="73128" y="23917"/>
                          </a:cubicBezTo>
                          <a:cubicBezTo>
                            <a:pt x="74843" y="20583"/>
                            <a:pt x="76176" y="17345"/>
                            <a:pt x="76748" y="14297"/>
                          </a:cubicBezTo>
                          <a:cubicBezTo>
                            <a:pt x="77129" y="11154"/>
                            <a:pt x="76748" y="9058"/>
                            <a:pt x="74176" y="5248"/>
                          </a:cubicBezTo>
                          <a:cubicBezTo>
                            <a:pt x="65222" y="-6658"/>
                            <a:pt x="42934" y="5058"/>
                            <a:pt x="32837" y="762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98" name="Forme libre : forme 14997">
                      <a:extLst>
                        <a:ext uri="{FF2B5EF4-FFF2-40B4-BE49-F238E27FC236}">
                          <a16:creationId xmlns:a16="http://schemas.microsoft.com/office/drawing/2014/main" id="{483359CD-3F0F-4B6F-B81B-DEB12B105A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663" y="2471066"/>
                      <a:ext cx="28596" cy="20263"/>
                    </a:xfrm>
                    <a:custGeom>
                      <a:avLst/>
                      <a:gdLst>
                        <a:gd name="connsiteX0" fmla="*/ 8885 w 28596"/>
                        <a:gd name="connsiteY0" fmla="*/ 290 h 20263"/>
                        <a:gd name="connsiteX1" fmla="*/ 3551 w 28596"/>
                        <a:gd name="connsiteY1" fmla="*/ 290 h 20263"/>
                        <a:gd name="connsiteX2" fmla="*/ 27 w 28596"/>
                        <a:gd name="connsiteY2" fmla="*/ 3910 h 20263"/>
                        <a:gd name="connsiteX3" fmla="*/ 1646 w 28596"/>
                        <a:gd name="connsiteY3" fmla="*/ 8386 h 20263"/>
                        <a:gd name="connsiteX4" fmla="*/ 10123 w 28596"/>
                        <a:gd name="connsiteY4" fmla="*/ 17245 h 20263"/>
                        <a:gd name="connsiteX5" fmla="*/ 14505 w 28596"/>
                        <a:gd name="connsiteY5" fmla="*/ 19721 h 20263"/>
                        <a:gd name="connsiteX6" fmla="*/ 27459 w 28596"/>
                        <a:gd name="connsiteY6" fmla="*/ 10863 h 20263"/>
                        <a:gd name="connsiteX7" fmla="*/ 8885 w 28596"/>
                        <a:gd name="connsiteY7" fmla="*/ 290 h 20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96" h="20263">
                          <a:moveTo>
                            <a:pt x="8885" y="290"/>
                          </a:moveTo>
                          <a:cubicBezTo>
                            <a:pt x="7170" y="4"/>
                            <a:pt x="5265" y="-186"/>
                            <a:pt x="3551" y="290"/>
                          </a:cubicBezTo>
                          <a:cubicBezTo>
                            <a:pt x="1836" y="766"/>
                            <a:pt x="217" y="2100"/>
                            <a:pt x="27" y="3910"/>
                          </a:cubicBezTo>
                          <a:cubicBezTo>
                            <a:pt x="-163" y="5529"/>
                            <a:pt x="693" y="7053"/>
                            <a:pt x="1646" y="8386"/>
                          </a:cubicBezTo>
                          <a:cubicBezTo>
                            <a:pt x="4028" y="11815"/>
                            <a:pt x="7075" y="14768"/>
                            <a:pt x="10123" y="17245"/>
                          </a:cubicBezTo>
                          <a:cubicBezTo>
                            <a:pt x="11457" y="18292"/>
                            <a:pt x="12886" y="19245"/>
                            <a:pt x="14505" y="19721"/>
                          </a:cubicBezTo>
                          <a:cubicBezTo>
                            <a:pt x="21363" y="21817"/>
                            <a:pt x="32126" y="17626"/>
                            <a:pt x="27459" y="10863"/>
                          </a:cubicBezTo>
                          <a:cubicBezTo>
                            <a:pt x="24125" y="5434"/>
                            <a:pt x="15934" y="1624"/>
                            <a:pt x="8885" y="29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99" name="Forme libre : forme 14998">
                      <a:extLst>
                        <a:ext uri="{FF2B5EF4-FFF2-40B4-BE49-F238E27FC236}">
                          <a16:creationId xmlns:a16="http://schemas.microsoft.com/office/drawing/2014/main" id="{DF89CF36-694A-43E1-8D92-8FF624A0BA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7210" y="2572892"/>
                      <a:ext cx="69723" cy="17671"/>
                    </a:xfrm>
                    <a:custGeom>
                      <a:avLst/>
                      <a:gdLst>
                        <a:gd name="connsiteX0" fmla="*/ 69723 w 69723"/>
                        <a:gd name="connsiteY0" fmla="*/ 3715 h 17671"/>
                        <a:gd name="connsiteX1" fmla="*/ 52769 w 69723"/>
                        <a:gd name="connsiteY1" fmla="*/ 15526 h 17671"/>
                        <a:gd name="connsiteX2" fmla="*/ 30575 w 69723"/>
                        <a:gd name="connsiteY2" fmla="*/ 16669 h 17671"/>
                        <a:gd name="connsiteX3" fmla="*/ 0 w 69723"/>
                        <a:gd name="connsiteY3" fmla="*/ 0 h 17671"/>
                        <a:gd name="connsiteX4" fmla="*/ 6096 w 69723"/>
                        <a:gd name="connsiteY4" fmla="*/ 4286 h 17671"/>
                        <a:gd name="connsiteX5" fmla="*/ 22575 w 69723"/>
                        <a:gd name="connsiteY5" fmla="*/ 11621 h 17671"/>
                        <a:gd name="connsiteX6" fmla="*/ 69723 w 69723"/>
                        <a:gd name="connsiteY6" fmla="*/ 3715 h 17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723" h="17671">
                          <a:moveTo>
                            <a:pt x="69723" y="3715"/>
                          </a:moveTo>
                          <a:cubicBezTo>
                            <a:pt x="69723" y="3715"/>
                            <a:pt x="64389" y="11335"/>
                            <a:pt x="52769" y="15526"/>
                          </a:cubicBezTo>
                          <a:cubicBezTo>
                            <a:pt x="47054" y="17526"/>
                            <a:pt x="39624" y="18574"/>
                            <a:pt x="30575" y="16669"/>
                          </a:cubicBezTo>
                          <a:cubicBezTo>
                            <a:pt x="21717" y="14764"/>
                            <a:pt x="10954" y="10001"/>
                            <a:pt x="0" y="0"/>
                          </a:cubicBezTo>
                          <a:cubicBezTo>
                            <a:pt x="0" y="0"/>
                            <a:pt x="2191" y="1810"/>
                            <a:pt x="6096" y="4286"/>
                          </a:cubicBezTo>
                          <a:cubicBezTo>
                            <a:pt x="10096" y="6668"/>
                            <a:pt x="15812" y="9525"/>
                            <a:pt x="22575" y="11621"/>
                          </a:cubicBezTo>
                          <a:cubicBezTo>
                            <a:pt x="36386" y="15621"/>
                            <a:pt x="54388" y="15430"/>
                            <a:pt x="69723" y="37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00" name="Forme libre : forme 14999">
                      <a:extLst>
                        <a:ext uri="{FF2B5EF4-FFF2-40B4-BE49-F238E27FC236}">
                          <a16:creationId xmlns:a16="http://schemas.microsoft.com/office/drawing/2014/main" id="{084EEF8E-E57A-431D-AC30-D2FDBA46FB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8927" y="2437800"/>
                      <a:ext cx="57626" cy="30603"/>
                    </a:xfrm>
                    <a:custGeom>
                      <a:avLst/>
                      <a:gdLst>
                        <a:gd name="connsiteX0" fmla="*/ 57626 w 57626"/>
                        <a:gd name="connsiteY0" fmla="*/ 30604 h 30603"/>
                        <a:gd name="connsiteX1" fmla="*/ 55150 w 57626"/>
                        <a:gd name="connsiteY1" fmla="*/ 26603 h 30603"/>
                        <a:gd name="connsiteX2" fmla="*/ 46196 w 57626"/>
                        <a:gd name="connsiteY2" fmla="*/ 15649 h 30603"/>
                        <a:gd name="connsiteX3" fmla="*/ 27908 w 57626"/>
                        <a:gd name="connsiteY3" fmla="*/ 2695 h 30603"/>
                        <a:gd name="connsiteX4" fmla="*/ 0 w 57626"/>
                        <a:gd name="connsiteY4" fmla="*/ 1457 h 30603"/>
                        <a:gd name="connsiteX5" fmla="*/ 22479 w 57626"/>
                        <a:gd name="connsiteY5" fmla="*/ 4219 h 30603"/>
                        <a:gd name="connsiteX6" fmla="*/ 41815 w 57626"/>
                        <a:gd name="connsiteY6" fmla="*/ 14792 h 30603"/>
                        <a:gd name="connsiteX7" fmla="*/ 46577 w 57626"/>
                        <a:gd name="connsiteY7" fmla="*/ 19174 h 30603"/>
                        <a:gd name="connsiteX8" fmla="*/ 48863 w 57626"/>
                        <a:gd name="connsiteY8" fmla="*/ 21650 h 30603"/>
                        <a:gd name="connsiteX9" fmla="*/ 50768 w 57626"/>
                        <a:gd name="connsiteY9" fmla="*/ 23174 h 30603"/>
                        <a:gd name="connsiteX10" fmla="*/ 57626 w 57626"/>
                        <a:gd name="connsiteY10" fmla="*/ 30604 h 30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626" h="30603">
                          <a:moveTo>
                            <a:pt x="57626" y="30604"/>
                          </a:moveTo>
                          <a:cubicBezTo>
                            <a:pt x="57626" y="30604"/>
                            <a:pt x="56769" y="28984"/>
                            <a:pt x="55150" y="26603"/>
                          </a:cubicBezTo>
                          <a:cubicBezTo>
                            <a:pt x="53530" y="24127"/>
                            <a:pt x="51054" y="21841"/>
                            <a:pt x="46196" y="15649"/>
                          </a:cubicBezTo>
                          <a:cubicBezTo>
                            <a:pt x="41529" y="10411"/>
                            <a:pt x="35528" y="5553"/>
                            <a:pt x="27908" y="2695"/>
                          </a:cubicBezTo>
                          <a:cubicBezTo>
                            <a:pt x="20098" y="-162"/>
                            <a:pt x="10859" y="-1019"/>
                            <a:pt x="0" y="1457"/>
                          </a:cubicBezTo>
                          <a:cubicBezTo>
                            <a:pt x="0" y="1457"/>
                            <a:pt x="9906" y="314"/>
                            <a:pt x="22479" y="4219"/>
                          </a:cubicBezTo>
                          <a:cubicBezTo>
                            <a:pt x="28670" y="6220"/>
                            <a:pt x="35433" y="9458"/>
                            <a:pt x="41815" y="14792"/>
                          </a:cubicBezTo>
                          <a:cubicBezTo>
                            <a:pt x="43434" y="16126"/>
                            <a:pt x="45053" y="17554"/>
                            <a:pt x="46577" y="19174"/>
                          </a:cubicBezTo>
                          <a:lnTo>
                            <a:pt x="48863" y="21650"/>
                          </a:lnTo>
                          <a:lnTo>
                            <a:pt x="50768" y="23174"/>
                          </a:lnTo>
                          <a:cubicBezTo>
                            <a:pt x="53435" y="25365"/>
                            <a:pt x="55531" y="27841"/>
                            <a:pt x="57626" y="306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01" name="Forme libre : forme 15000">
                      <a:extLst>
                        <a:ext uri="{FF2B5EF4-FFF2-40B4-BE49-F238E27FC236}">
                          <a16:creationId xmlns:a16="http://schemas.microsoft.com/office/drawing/2014/main" id="{22FF18F8-D957-4107-B63F-AAA181D58B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7657" y="2509928"/>
                      <a:ext cx="16223" cy="25206"/>
                    </a:xfrm>
                    <a:custGeom>
                      <a:avLst/>
                      <a:gdLst>
                        <a:gd name="connsiteX0" fmla="*/ 11655 w 16223"/>
                        <a:gd name="connsiteY0" fmla="*/ 24960 h 25206"/>
                        <a:gd name="connsiteX1" fmla="*/ 511 w 16223"/>
                        <a:gd name="connsiteY1" fmla="*/ 14292 h 25206"/>
                        <a:gd name="connsiteX2" fmla="*/ 5559 w 16223"/>
                        <a:gd name="connsiteY2" fmla="*/ 100 h 25206"/>
                        <a:gd name="connsiteX3" fmla="*/ 15655 w 16223"/>
                        <a:gd name="connsiteY3" fmla="*/ 10577 h 25206"/>
                        <a:gd name="connsiteX4" fmla="*/ 11655 w 16223"/>
                        <a:gd name="connsiteY4" fmla="*/ 24960 h 25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23" h="25206">
                          <a:moveTo>
                            <a:pt x="11655" y="24960"/>
                          </a:moveTo>
                          <a:cubicBezTo>
                            <a:pt x="7464" y="26389"/>
                            <a:pt x="2320" y="21436"/>
                            <a:pt x="511" y="14292"/>
                          </a:cubicBezTo>
                          <a:cubicBezTo>
                            <a:pt x="-1109" y="7053"/>
                            <a:pt x="1272" y="862"/>
                            <a:pt x="5559" y="100"/>
                          </a:cubicBezTo>
                          <a:cubicBezTo>
                            <a:pt x="9845" y="-757"/>
                            <a:pt x="13941" y="4005"/>
                            <a:pt x="15655" y="10577"/>
                          </a:cubicBezTo>
                          <a:cubicBezTo>
                            <a:pt x="17084" y="17245"/>
                            <a:pt x="15846" y="23627"/>
                            <a:pt x="11655" y="2496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02" name="Forme libre : forme 15001">
                      <a:extLst>
                        <a:ext uri="{FF2B5EF4-FFF2-40B4-BE49-F238E27FC236}">
                          <a16:creationId xmlns:a16="http://schemas.microsoft.com/office/drawing/2014/main" id="{794061B8-3E89-411D-B410-12D607A149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7566" y="2530407"/>
                      <a:ext cx="6921" cy="6893"/>
                    </a:xfrm>
                    <a:custGeom>
                      <a:avLst/>
                      <a:gdLst>
                        <a:gd name="connsiteX0" fmla="*/ 5556 w 6921"/>
                        <a:gd name="connsiteY0" fmla="*/ 6195 h 6893"/>
                        <a:gd name="connsiteX1" fmla="*/ 699 w 6921"/>
                        <a:gd name="connsiteY1" fmla="*/ 5528 h 6893"/>
                        <a:gd name="connsiteX2" fmla="*/ 1365 w 6921"/>
                        <a:gd name="connsiteY2" fmla="*/ 671 h 6893"/>
                        <a:gd name="connsiteX3" fmla="*/ 6223 w 6921"/>
                        <a:gd name="connsiteY3" fmla="*/ 1337 h 6893"/>
                        <a:gd name="connsiteX4" fmla="*/ 5556 w 6921"/>
                        <a:gd name="connsiteY4" fmla="*/ 6195 h 6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21" h="6893">
                          <a:moveTo>
                            <a:pt x="5556" y="6195"/>
                          </a:moveTo>
                          <a:cubicBezTo>
                            <a:pt x="4032" y="7338"/>
                            <a:pt x="1937" y="7052"/>
                            <a:pt x="699" y="5528"/>
                          </a:cubicBezTo>
                          <a:cubicBezTo>
                            <a:pt x="-444" y="4004"/>
                            <a:pt x="-159" y="1814"/>
                            <a:pt x="1365" y="671"/>
                          </a:cubicBezTo>
                          <a:cubicBezTo>
                            <a:pt x="2889" y="-473"/>
                            <a:pt x="5080" y="-91"/>
                            <a:pt x="6223" y="1337"/>
                          </a:cubicBezTo>
                          <a:cubicBezTo>
                            <a:pt x="7366" y="2861"/>
                            <a:pt x="7080" y="5052"/>
                            <a:pt x="5556" y="619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03" name="Forme libre : forme 15002">
                      <a:extLst>
                        <a:ext uri="{FF2B5EF4-FFF2-40B4-BE49-F238E27FC236}">
                          <a16:creationId xmlns:a16="http://schemas.microsoft.com/office/drawing/2014/main" id="{D397F319-4915-41D9-B99A-0EC4BD3C47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8515" y="2492192"/>
                      <a:ext cx="34113" cy="73262"/>
                    </a:xfrm>
                    <a:custGeom>
                      <a:avLst/>
                      <a:gdLst>
                        <a:gd name="connsiteX0" fmla="*/ 29754 w 34113"/>
                        <a:gd name="connsiteY0" fmla="*/ 43935 h 73262"/>
                        <a:gd name="connsiteX1" fmla="*/ 12419 w 34113"/>
                        <a:gd name="connsiteY1" fmla="*/ 69176 h 73262"/>
                        <a:gd name="connsiteX2" fmla="*/ 2323 w 34113"/>
                        <a:gd name="connsiteY2" fmla="*/ 72414 h 73262"/>
                        <a:gd name="connsiteX3" fmla="*/ 989 w 34113"/>
                        <a:gd name="connsiteY3" fmla="*/ 62603 h 73262"/>
                        <a:gd name="connsiteX4" fmla="*/ 12324 w 34113"/>
                        <a:gd name="connsiteY4" fmla="*/ 33267 h 73262"/>
                        <a:gd name="connsiteX5" fmla="*/ 11371 w 34113"/>
                        <a:gd name="connsiteY5" fmla="*/ 25456 h 73262"/>
                        <a:gd name="connsiteX6" fmla="*/ 10038 w 34113"/>
                        <a:gd name="connsiteY6" fmla="*/ 14407 h 73262"/>
                        <a:gd name="connsiteX7" fmla="*/ 16705 w 34113"/>
                        <a:gd name="connsiteY7" fmla="*/ 24 h 73262"/>
                        <a:gd name="connsiteX8" fmla="*/ 28897 w 34113"/>
                        <a:gd name="connsiteY8" fmla="*/ 8882 h 73262"/>
                        <a:gd name="connsiteX9" fmla="*/ 34040 w 34113"/>
                        <a:gd name="connsiteY9" fmla="*/ 23360 h 73262"/>
                        <a:gd name="connsiteX10" fmla="*/ 29754 w 34113"/>
                        <a:gd name="connsiteY10" fmla="*/ 43935 h 73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113" h="73262">
                          <a:moveTo>
                            <a:pt x="29754" y="43935"/>
                          </a:moveTo>
                          <a:cubicBezTo>
                            <a:pt x="25849" y="53174"/>
                            <a:pt x="19563" y="61746"/>
                            <a:pt x="12419" y="69176"/>
                          </a:cubicBezTo>
                          <a:cubicBezTo>
                            <a:pt x="9847" y="71938"/>
                            <a:pt x="5752" y="74700"/>
                            <a:pt x="2323" y="72414"/>
                          </a:cubicBezTo>
                          <a:cubicBezTo>
                            <a:pt x="-821" y="70319"/>
                            <a:pt x="-249" y="65842"/>
                            <a:pt x="989" y="62603"/>
                          </a:cubicBezTo>
                          <a:cubicBezTo>
                            <a:pt x="4704" y="52507"/>
                            <a:pt x="11657" y="43172"/>
                            <a:pt x="12324" y="33267"/>
                          </a:cubicBezTo>
                          <a:cubicBezTo>
                            <a:pt x="12419" y="31743"/>
                            <a:pt x="11942" y="28790"/>
                            <a:pt x="11371" y="25456"/>
                          </a:cubicBezTo>
                          <a:cubicBezTo>
                            <a:pt x="10704" y="22122"/>
                            <a:pt x="10228" y="18026"/>
                            <a:pt x="10038" y="14407"/>
                          </a:cubicBezTo>
                          <a:cubicBezTo>
                            <a:pt x="9847" y="6787"/>
                            <a:pt x="11276" y="405"/>
                            <a:pt x="16705" y="24"/>
                          </a:cubicBezTo>
                          <a:cubicBezTo>
                            <a:pt x="22134" y="-357"/>
                            <a:pt x="26040" y="3834"/>
                            <a:pt x="28897" y="8882"/>
                          </a:cubicBezTo>
                          <a:cubicBezTo>
                            <a:pt x="31755" y="13835"/>
                            <a:pt x="33755" y="19836"/>
                            <a:pt x="34040" y="23360"/>
                          </a:cubicBezTo>
                          <a:cubicBezTo>
                            <a:pt x="34517" y="29647"/>
                            <a:pt x="32612" y="37172"/>
                            <a:pt x="29754" y="4393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50" name="Graphique 1">
                    <a:extLst>
                      <a:ext uri="{FF2B5EF4-FFF2-40B4-BE49-F238E27FC236}">
                        <a16:creationId xmlns:a16="http://schemas.microsoft.com/office/drawing/2014/main" id="{6A26A4AC-0BBC-47F8-A8B7-5D85A2DE2C9A}"/>
                      </a:ext>
                    </a:extLst>
                  </p:cNvPr>
                  <p:cNvGrpSpPr/>
                  <p:nvPr/>
                </p:nvGrpSpPr>
                <p:grpSpPr>
                  <a:xfrm>
                    <a:off x="7429805" y="2530375"/>
                    <a:ext cx="180497" cy="129001"/>
                    <a:chOff x="7429805" y="2530375"/>
                    <a:chExt cx="180497" cy="129001"/>
                  </a:xfrm>
                  <a:solidFill>
                    <a:schemeClr val="accent1"/>
                  </a:solidFill>
                </p:grpSpPr>
                <p:sp>
                  <p:nvSpPr>
                    <p:cNvPr id="14980" name="Forme libre : forme 14979">
                      <a:extLst>
                        <a:ext uri="{FF2B5EF4-FFF2-40B4-BE49-F238E27FC236}">
                          <a16:creationId xmlns:a16="http://schemas.microsoft.com/office/drawing/2014/main" id="{3B8998B5-92C8-46D6-A0C0-0446A64258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9821" y="2530375"/>
                      <a:ext cx="180481" cy="129001"/>
                    </a:xfrm>
                    <a:custGeom>
                      <a:avLst/>
                      <a:gdLst>
                        <a:gd name="connsiteX0" fmla="*/ 145892 w 180481"/>
                        <a:gd name="connsiteY0" fmla="*/ 112907 h 129001"/>
                        <a:gd name="connsiteX1" fmla="*/ 92837 w 180481"/>
                        <a:gd name="connsiteY1" fmla="*/ 128623 h 129001"/>
                        <a:gd name="connsiteX2" fmla="*/ 42926 w 180481"/>
                        <a:gd name="connsiteY2" fmla="*/ 123289 h 129001"/>
                        <a:gd name="connsiteX3" fmla="*/ 16923 w 180481"/>
                        <a:gd name="connsiteY3" fmla="*/ 109383 h 129001"/>
                        <a:gd name="connsiteX4" fmla="*/ 2921 w 180481"/>
                        <a:gd name="connsiteY4" fmla="*/ 90047 h 129001"/>
                        <a:gd name="connsiteX5" fmla="*/ 350 w 180481"/>
                        <a:gd name="connsiteY5" fmla="*/ 70425 h 129001"/>
                        <a:gd name="connsiteX6" fmla="*/ 7684 w 180481"/>
                        <a:gd name="connsiteY6" fmla="*/ 53566 h 129001"/>
                        <a:gd name="connsiteX7" fmla="*/ 29401 w 180481"/>
                        <a:gd name="connsiteY7" fmla="*/ 25944 h 129001"/>
                        <a:gd name="connsiteX8" fmla="*/ 42831 w 180481"/>
                        <a:gd name="connsiteY8" fmla="*/ 13466 h 129001"/>
                        <a:gd name="connsiteX9" fmla="*/ 57119 w 180481"/>
                        <a:gd name="connsiteY9" fmla="*/ 5465 h 129001"/>
                        <a:gd name="connsiteX10" fmla="*/ 69502 w 180481"/>
                        <a:gd name="connsiteY10" fmla="*/ 988 h 129001"/>
                        <a:gd name="connsiteX11" fmla="*/ 77883 w 180481"/>
                        <a:gd name="connsiteY11" fmla="*/ 226 h 129001"/>
                        <a:gd name="connsiteX12" fmla="*/ 83312 w 180481"/>
                        <a:gd name="connsiteY12" fmla="*/ 893 h 129001"/>
                        <a:gd name="connsiteX13" fmla="*/ 83503 w 180481"/>
                        <a:gd name="connsiteY13" fmla="*/ 893 h 129001"/>
                        <a:gd name="connsiteX14" fmla="*/ 87123 w 180481"/>
                        <a:gd name="connsiteY14" fmla="*/ 2512 h 129001"/>
                        <a:gd name="connsiteX15" fmla="*/ 98077 w 180481"/>
                        <a:gd name="connsiteY15" fmla="*/ 5084 h 129001"/>
                        <a:gd name="connsiteX16" fmla="*/ 113697 w 180481"/>
                        <a:gd name="connsiteY16" fmla="*/ 8037 h 129001"/>
                        <a:gd name="connsiteX17" fmla="*/ 130842 w 180481"/>
                        <a:gd name="connsiteY17" fmla="*/ 14133 h 129001"/>
                        <a:gd name="connsiteX18" fmla="*/ 162084 w 180481"/>
                        <a:gd name="connsiteY18" fmla="*/ 30706 h 129001"/>
                        <a:gd name="connsiteX19" fmla="*/ 175800 w 180481"/>
                        <a:gd name="connsiteY19" fmla="*/ 43470 h 129001"/>
                        <a:gd name="connsiteX20" fmla="*/ 180467 w 180481"/>
                        <a:gd name="connsiteY20" fmla="*/ 63663 h 129001"/>
                        <a:gd name="connsiteX21" fmla="*/ 171705 w 180481"/>
                        <a:gd name="connsiteY21" fmla="*/ 89095 h 129001"/>
                        <a:gd name="connsiteX22" fmla="*/ 145892 w 180481"/>
                        <a:gd name="connsiteY22" fmla="*/ 112907 h 129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80481" h="129001">
                          <a:moveTo>
                            <a:pt x="145892" y="112907"/>
                          </a:moveTo>
                          <a:cubicBezTo>
                            <a:pt x="129604" y="121956"/>
                            <a:pt x="110840" y="127385"/>
                            <a:pt x="92837" y="128623"/>
                          </a:cubicBezTo>
                          <a:cubicBezTo>
                            <a:pt x="74836" y="129957"/>
                            <a:pt x="57785" y="127671"/>
                            <a:pt x="42926" y="123289"/>
                          </a:cubicBezTo>
                          <a:cubicBezTo>
                            <a:pt x="32354" y="120241"/>
                            <a:pt x="23591" y="115193"/>
                            <a:pt x="16923" y="109383"/>
                          </a:cubicBezTo>
                          <a:cubicBezTo>
                            <a:pt x="10351" y="103477"/>
                            <a:pt x="5493" y="96810"/>
                            <a:pt x="2921" y="90047"/>
                          </a:cubicBezTo>
                          <a:cubicBezTo>
                            <a:pt x="159" y="83380"/>
                            <a:pt x="-508" y="76617"/>
                            <a:pt x="350" y="70425"/>
                          </a:cubicBezTo>
                          <a:cubicBezTo>
                            <a:pt x="1207" y="64234"/>
                            <a:pt x="3779" y="58519"/>
                            <a:pt x="7684" y="53566"/>
                          </a:cubicBezTo>
                          <a:lnTo>
                            <a:pt x="29401" y="25944"/>
                          </a:lnTo>
                          <a:cubicBezTo>
                            <a:pt x="33306" y="20991"/>
                            <a:pt x="37973" y="16895"/>
                            <a:pt x="42831" y="13466"/>
                          </a:cubicBezTo>
                          <a:cubicBezTo>
                            <a:pt x="47594" y="10132"/>
                            <a:pt x="52451" y="7656"/>
                            <a:pt x="57119" y="5465"/>
                          </a:cubicBezTo>
                          <a:cubicBezTo>
                            <a:pt x="61691" y="3560"/>
                            <a:pt x="65882" y="1846"/>
                            <a:pt x="69502" y="988"/>
                          </a:cubicBezTo>
                          <a:cubicBezTo>
                            <a:pt x="73026" y="36"/>
                            <a:pt x="75883" y="-250"/>
                            <a:pt x="77883" y="226"/>
                          </a:cubicBezTo>
                          <a:cubicBezTo>
                            <a:pt x="80931" y="1179"/>
                            <a:pt x="82741" y="988"/>
                            <a:pt x="83312" y="893"/>
                          </a:cubicBezTo>
                          <a:cubicBezTo>
                            <a:pt x="83979" y="798"/>
                            <a:pt x="83408" y="798"/>
                            <a:pt x="83503" y="893"/>
                          </a:cubicBezTo>
                          <a:cubicBezTo>
                            <a:pt x="83503" y="703"/>
                            <a:pt x="84551" y="1846"/>
                            <a:pt x="87123" y="2512"/>
                          </a:cubicBezTo>
                          <a:cubicBezTo>
                            <a:pt x="89599" y="3560"/>
                            <a:pt x="93409" y="3941"/>
                            <a:pt x="98077" y="5084"/>
                          </a:cubicBezTo>
                          <a:cubicBezTo>
                            <a:pt x="102648" y="5751"/>
                            <a:pt x="107982" y="6608"/>
                            <a:pt x="113697" y="8037"/>
                          </a:cubicBezTo>
                          <a:cubicBezTo>
                            <a:pt x="119317" y="9370"/>
                            <a:pt x="125223" y="11180"/>
                            <a:pt x="130842" y="14133"/>
                          </a:cubicBezTo>
                          <a:lnTo>
                            <a:pt x="162084" y="30706"/>
                          </a:lnTo>
                          <a:cubicBezTo>
                            <a:pt x="167704" y="33659"/>
                            <a:pt x="172467" y="37945"/>
                            <a:pt x="175800" y="43470"/>
                          </a:cubicBezTo>
                          <a:cubicBezTo>
                            <a:pt x="178944" y="48994"/>
                            <a:pt x="180658" y="55852"/>
                            <a:pt x="180467" y="63663"/>
                          </a:cubicBezTo>
                          <a:cubicBezTo>
                            <a:pt x="179801" y="71473"/>
                            <a:pt x="177515" y="80331"/>
                            <a:pt x="171705" y="89095"/>
                          </a:cubicBezTo>
                          <a:cubicBezTo>
                            <a:pt x="166180" y="97857"/>
                            <a:pt x="157226" y="106525"/>
                            <a:pt x="145892" y="112907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81" name="Forme libre : forme 14980">
                      <a:extLst>
                        <a:ext uri="{FF2B5EF4-FFF2-40B4-BE49-F238E27FC236}">
                          <a16:creationId xmlns:a16="http://schemas.microsoft.com/office/drawing/2014/main" id="{F8E2CCC9-A6F8-459D-927F-B587770E25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9805" y="2560415"/>
                      <a:ext cx="180401" cy="98867"/>
                    </a:xfrm>
                    <a:custGeom>
                      <a:avLst/>
                      <a:gdLst>
                        <a:gd name="connsiteX0" fmla="*/ 66469 w 180401"/>
                        <a:gd name="connsiteY0" fmla="*/ 55436 h 98867"/>
                        <a:gd name="connsiteX1" fmla="*/ 29797 w 180401"/>
                        <a:gd name="connsiteY1" fmla="*/ 41720 h 98867"/>
                        <a:gd name="connsiteX2" fmla="*/ 17034 w 180401"/>
                        <a:gd name="connsiteY2" fmla="*/ 11430 h 98867"/>
                        <a:gd name="connsiteX3" fmla="*/ 7699 w 180401"/>
                        <a:gd name="connsiteY3" fmla="*/ 23431 h 98867"/>
                        <a:gd name="connsiteX4" fmla="*/ 365 w 180401"/>
                        <a:gd name="connsiteY4" fmla="*/ 40291 h 98867"/>
                        <a:gd name="connsiteX5" fmla="*/ 2937 w 180401"/>
                        <a:gd name="connsiteY5" fmla="*/ 59912 h 98867"/>
                        <a:gd name="connsiteX6" fmla="*/ 16939 w 180401"/>
                        <a:gd name="connsiteY6" fmla="*/ 79248 h 98867"/>
                        <a:gd name="connsiteX7" fmla="*/ 42942 w 180401"/>
                        <a:gd name="connsiteY7" fmla="*/ 93154 h 98867"/>
                        <a:gd name="connsiteX8" fmla="*/ 92853 w 180401"/>
                        <a:gd name="connsiteY8" fmla="*/ 98488 h 98867"/>
                        <a:gd name="connsiteX9" fmla="*/ 145907 w 180401"/>
                        <a:gd name="connsiteY9" fmla="*/ 82772 h 98867"/>
                        <a:gd name="connsiteX10" fmla="*/ 171625 w 180401"/>
                        <a:gd name="connsiteY10" fmla="*/ 58960 h 98867"/>
                        <a:gd name="connsiteX11" fmla="*/ 180388 w 180401"/>
                        <a:gd name="connsiteY11" fmla="*/ 33528 h 98867"/>
                        <a:gd name="connsiteX12" fmla="*/ 175720 w 180401"/>
                        <a:gd name="connsiteY12" fmla="*/ 13335 h 98867"/>
                        <a:gd name="connsiteX13" fmla="*/ 162004 w 180401"/>
                        <a:gd name="connsiteY13" fmla="*/ 571 h 98867"/>
                        <a:gd name="connsiteX14" fmla="*/ 160957 w 180401"/>
                        <a:gd name="connsiteY14" fmla="*/ 0 h 98867"/>
                        <a:gd name="connsiteX15" fmla="*/ 146002 w 180401"/>
                        <a:gd name="connsiteY15" fmla="*/ 23241 h 98867"/>
                        <a:gd name="connsiteX16" fmla="*/ 123524 w 180401"/>
                        <a:gd name="connsiteY16" fmla="*/ 41338 h 98867"/>
                        <a:gd name="connsiteX17" fmla="*/ 95996 w 180401"/>
                        <a:gd name="connsiteY17" fmla="*/ 51816 h 98867"/>
                        <a:gd name="connsiteX18" fmla="*/ 66469 w 180401"/>
                        <a:gd name="connsiteY18" fmla="*/ 55436 h 98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80401" h="98867">
                          <a:moveTo>
                            <a:pt x="66469" y="55436"/>
                          </a:moveTo>
                          <a:cubicBezTo>
                            <a:pt x="52086" y="55912"/>
                            <a:pt x="38561" y="50197"/>
                            <a:pt x="29797" y="41720"/>
                          </a:cubicBezTo>
                          <a:cubicBezTo>
                            <a:pt x="20844" y="33338"/>
                            <a:pt x="16557" y="22193"/>
                            <a:pt x="17034" y="11430"/>
                          </a:cubicBezTo>
                          <a:lnTo>
                            <a:pt x="7699" y="23431"/>
                          </a:lnTo>
                          <a:cubicBezTo>
                            <a:pt x="3794" y="28480"/>
                            <a:pt x="1222" y="34100"/>
                            <a:pt x="365" y="40291"/>
                          </a:cubicBezTo>
                          <a:cubicBezTo>
                            <a:pt x="-492" y="46482"/>
                            <a:pt x="79" y="53340"/>
                            <a:pt x="2937" y="59912"/>
                          </a:cubicBezTo>
                          <a:cubicBezTo>
                            <a:pt x="5509" y="66675"/>
                            <a:pt x="10367" y="73247"/>
                            <a:pt x="16939" y="79248"/>
                          </a:cubicBezTo>
                          <a:cubicBezTo>
                            <a:pt x="23701" y="85058"/>
                            <a:pt x="32465" y="90106"/>
                            <a:pt x="42942" y="93154"/>
                          </a:cubicBezTo>
                          <a:cubicBezTo>
                            <a:pt x="57801" y="97536"/>
                            <a:pt x="74851" y="99822"/>
                            <a:pt x="92853" y="98488"/>
                          </a:cubicBezTo>
                          <a:cubicBezTo>
                            <a:pt x="110760" y="97250"/>
                            <a:pt x="129620" y="91821"/>
                            <a:pt x="145907" y="82772"/>
                          </a:cubicBezTo>
                          <a:cubicBezTo>
                            <a:pt x="157242" y="76390"/>
                            <a:pt x="166195" y="67723"/>
                            <a:pt x="171625" y="58960"/>
                          </a:cubicBezTo>
                          <a:cubicBezTo>
                            <a:pt x="177435" y="50102"/>
                            <a:pt x="179721" y="41338"/>
                            <a:pt x="180388" y="33528"/>
                          </a:cubicBezTo>
                          <a:cubicBezTo>
                            <a:pt x="180578" y="25718"/>
                            <a:pt x="178864" y="18860"/>
                            <a:pt x="175720" y="13335"/>
                          </a:cubicBezTo>
                          <a:cubicBezTo>
                            <a:pt x="172482" y="7811"/>
                            <a:pt x="167624" y="3524"/>
                            <a:pt x="162004" y="571"/>
                          </a:cubicBezTo>
                          <a:lnTo>
                            <a:pt x="160957" y="0"/>
                          </a:lnTo>
                          <a:cubicBezTo>
                            <a:pt x="157337" y="8382"/>
                            <a:pt x="152099" y="16193"/>
                            <a:pt x="146002" y="23241"/>
                          </a:cubicBezTo>
                          <a:cubicBezTo>
                            <a:pt x="139526" y="30194"/>
                            <a:pt x="132191" y="36576"/>
                            <a:pt x="123524" y="41338"/>
                          </a:cubicBezTo>
                          <a:cubicBezTo>
                            <a:pt x="114951" y="46006"/>
                            <a:pt x="105712" y="49816"/>
                            <a:pt x="95996" y="51816"/>
                          </a:cubicBezTo>
                          <a:cubicBezTo>
                            <a:pt x="86471" y="54007"/>
                            <a:pt x="76470" y="55150"/>
                            <a:pt x="66469" y="55436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82" name="Forme libre : forme 14981">
                      <a:extLst>
                        <a:ext uri="{FF2B5EF4-FFF2-40B4-BE49-F238E27FC236}">
                          <a16:creationId xmlns:a16="http://schemas.microsoft.com/office/drawing/2014/main" id="{621C4A8F-E10E-4295-AFA0-7E94522C5B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2474" y="2571559"/>
                      <a:ext cx="71367" cy="49815"/>
                    </a:xfrm>
                    <a:custGeom>
                      <a:avLst/>
                      <a:gdLst>
                        <a:gd name="connsiteX0" fmla="*/ 67236 w 71367"/>
                        <a:gd name="connsiteY0" fmla="*/ 8191 h 49815"/>
                        <a:gd name="connsiteX1" fmla="*/ 68855 w 71367"/>
                        <a:gd name="connsiteY1" fmla="*/ 28861 h 49815"/>
                        <a:gd name="connsiteX2" fmla="*/ 58569 w 71367"/>
                        <a:gd name="connsiteY2" fmla="*/ 40576 h 49815"/>
                        <a:gd name="connsiteX3" fmla="*/ 41328 w 71367"/>
                        <a:gd name="connsiteY3" fmla="*/ 48577 h 49815"/>
                        <a:gd name="connsiteX4" fmla="*/ 31613 w 71367"/>
                        <a:gd name="connsiteY4" fmla="*/ 49816 h 49815"/>
                        <a:gd name="connsiteX5" fmla="*/ 22659 w 71367"/>
                        <a:gd name="connsiteY5" fmla="*/ 48958 h 49815"/>
                        <a:gd name="connsiteX6" fmla="*/ 8657 w 71367"/>
                        <a:gd name="connsiteY6" fmla="*/ 43148 h 49815"/>
                        <a:gd name="connsiteX7" fmla="*/ 466 w 71367"/>
                        <a:gd name="connsiteY7" fmla="*/ 24193 h 49815"/>
                        <a:gd name="connsiteX8" fmla="*/ 12753 w 71367"/>
                        <a:gd name="connsiteY8" fmla="*/ 9049 h 49815"/>
                        <a:gd name="connsiteX9" fmla="*/ 21421 w 71367"/>
                        <a:gd name="connsiteY9" fmla="*/ 4286 h 49815"/>
                        <a:gd name="connsiteX10" fmla="*/ 25898 w 71367"/>
                        <a:gd name="connsiteY10" fmla="*/ 2572 h 49815"/>
                        <a:gd name="connsiteX11" fmla="*/ 30470 w 71367"/>
                        <a:gd name="connsiteY11" fmla="*/ 1238 h 49815"/>
                        <a:gd name="connsiteX12" fmla="*/ 39613 w 71367"/>
                        <a:gd name="connsiteY12" fmla="*/ 0 h 49815"/>
                        <a:gd name="connsiteX13" fmla="*/ 49234 w 71367"/>
                        <a:gd name="connsiteY13" fmla="*/ 571 h 49815"/>
                        <a:gd name="connsiteX14" fmla="*/ 67236 w 71367"/>
                        <a:gd name="connsiteY14" fmla="*/ 8191 h 4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71367" h="49815">
                          <a:moveTo>
                            <a:pt x="67236" y="8191"/>
                          </a:moveTo>
                          <a:cubicBezTo>
                            <a:pt x="71903" y="13144"/>
                            <a:pt x="72856" y="20383"/>
                            <a:pt x="68855" y="28861"/>
                          </a:cubicBezTo>
                          <a:cubicBezTo>
                            <a:pt x="66569" y="32671"/>
                            <a:pt x="63426" y="37338"/>
                            <a:pt x="58569" y="40576"/>
                          </a:cubicBezTo>
                          <a:cubicBezTo>
                            <a:pt x="53901" y="44291"/>
                            <a:pt x="47901" y="46863"/>
                            <a:pt x="41328" y="48577"/>
                          </a:cubicBezTo>
                          <a:cubicBezTo>
                            <a:pt x="37994" y="49244"/>
                            <a:pt x="34756" y="49625"/>
                            <a:pt x="31613" y="49816"/>
                          </a:cubicBezTo>
                          <a:cubicBezTo>
                            <a:pt x="28469" y="49816"/>
                            <a:pt x="25517" y="49435"/>
                            <a:pt x="22659" y="48958"/>
                          </a:cubicBezTo>
                          <a:cubicBezTo>
                            <a:pt x="17039" y="47911"/>
                            <a:pt x="12277" y="45720"/>
                            <a:pt x="8657" y="43148"/>
                          </a:cubicBezTo>
                          <a:cubicBezTo>
                            <a:pt x="1419" y="37719"/>
                            <a:pt x="-1153" y="30766"/>
                            <a:pt x="466" y="24193"/>
                          </a:cubicBezTo>
                          <a:cubicBezTo>
                            <a:pt x="2085" y="17812"/>
                            <a:pt x="7133" y="12763"/>
                            <a:pt x="12753" y="9049"/>
                          </a:cubicBezTo>
                          <a:cubicBezTo>
                            <a:pt x="15515" y="7144"/>
                            <a:pt x="18563" y="5524"/>
                            <a:pt x="21421" y="4286"/>
                          </a:cubicBezTo>
                          <a:cubicBezTo>
                            <a:pt x="22850" y="3524"/>
                            <a:pt x="24374" y="3048"/>
                            <a:pt x="25898" y="2572"/>
                          </a:cubicBezTo>
                          <a:cubicBezTo>
                            <a:pt x="27326" y="1905"/>
                            <a:pt x="28851" y="1524"/>
                            <a:pt x="30470" y="1238"/>
                          </a:cubicBezTo>
                          <a:cubicBezTo>
                            <a:pt x="33518" y="381"/>
                            <a:pt x="36566" y="190"/>
                            <a:pt x="39613" y="0"/>
                          </a:cubicBezTo>
                          <a:cubicBezTo>
                            <a:pt x="42852" y="190"/>
                            <a:pt x="45805" y="-191"/>
                            <a:pt x="49234" y="571"/>
                          </a:cubicBezTo>
                          <a:cubicBezTo>
                            <a:pt x="55616" y="1238"/>
                            <a:pt x="62760" y="3429"/>
                            <a:pt x="67236" y="8191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83" name="Forme libre : forme 14982">
                      <a:extLst>
                        <a:ext uri="{FF2B5EF4-FFF2-40B4-BE49-F238E27FC236}">
                          <a16:creationId xmlns:a16="http://schemas.microsoft.com/office/drawing/2014/main" id="{CE8A7D67-EF7D-4DB2-A3D0-EC61F87369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2474" y="2578036"/>
                      <a:ext cx="60949" cy="43338"/>
                    </a:xfrm>
                    <a:custGeom>
                      <a:avLst/>
                      <a:gdLst>
                        <a:gd name="connsiteX0" fmla="*/ 17039 w 60949"/>
                        <a:gd name="connsiteY0" fmla="*/ 0 h 43338"/>
                        <a:gd name="connsiteX1" fmla="*/ 6848 w 60949"/>
                        <a:gd name="connsiteY1" fmla="*/ 7334 h 43338"/>
                        <a:gd name="connsiteX2" fmla="*/ 466 w 60949"/>
                        <a:gd name="connsiteY2" fmla="*/ 17716 h 43338"/>
                        <a:gd name="connsiteX3" fmla="*/ 8657 w 60949"/>
                        <a:gd name="connsiteY3" fmla="*/ 36671 h 43338"/>
                        <a:gd name="connsiteX4" fmla="*/ 22659 w 60949"/>
                        <a:gd name="connsiteY4" fmla="*/ 42481 h 43338"/>
                        <a:gd name="connsiteX5" fmla="*/ 31613 w 60949"/>
                        <a:gd name="connsiteY5" fmla="*/ 43339 h 43338"/>
                        <a:gd name="connsiteX6" fmla="*/ 41328 w 60949"/>
                        <a:gd name="connsiteY6" fmla="*/ 42100 h 43338"/>
                        <a:gd name="connsiteX7" fmla="*/ 52186 w 60949"/>
                        <a:gd name="connsiteY7" fmla="*/ 38195 h 43338"/>
                        <a:gd name="connsiteX8" fmla="*/ 60950 w 60949"/>
                        <a:gd name="connsiteY8" fmla="*/ 32290 h 43338"/>
                        <a:gd name="connsiteX9" fmla="*/ 49520 w 60949"/>
                        <a:gd name="connsiteY9" fmla="*/ 35242 h 43338"/>
                        <a:gd name="connsiteX10" fmla="*/ 23421 w 60949"/>
                        <a:gd name="connsiteY10" fmla="*/ 23336 h 43338"/>
                        <a:gd name="connsiteX11" fmla="*/ 17039 w 60949"/>
                        <a:gd name="connsiteY11" fmla="*/ 0 h 43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0949" h="43338">
                          <a:moveTo>
                            <a:pt x="17039" y="0"/>
                          </a:moveTo>
                          <a:cubicBezTo>
                            <a:pt x="13420" y="2191"/>
                            <a:pt x="9801" y="4286"/>
                            <a:pt x="6848" y="7334"/>
                          </a:cubicBezTo>
                          <a:cubicBezTo>
                            <a:pt x="3895" y="10287"/>
                            <a:pt x="1513" y="13621"/>
                            <a:pt x="466" y="17716"/>
                          </a:cubicBezTo>
                          <a:cubicBezTo>
                            <a:pt x="-1153" y="24289"/>
                            <a:pt x="1419" y="31242"/>
                            <a:pt x="8657" y="36671"/>
                          </a:cubicBezTo>
                          <a:cubicBezTo>
                            <a:pt x="12277" y="39243"/>
                            <a:pt x="17039" y="41434"/>
                            <a:pt x="22659" y="42481"/>
                          </a:cubicBezTo>
                          <a:cubicBezTo>
                            <a:pt x="25517" y="42958"/>
                            <a:pt x="28469" y="43244"/>
                            <a:pt x="31613" y="43339"/>
                          </a:cubicBezTo>
                          <a:cubicBezTo>
                            <a:pt x="34756" y="43148"/>
                            <a:pt x="37994" y="42767"/>
                            <a:pt x="41328" y="42100"/>
                          </a:cubicBezTo>
                          <a:cubicBezTo>
                            <a:pt x="45138" y="41148"/>
                            <a:pt x="48758" y="39719"/>
                            <a:pt x="52186" y="38195"/>
                          </a:cubicBezTo>
                          <a:cubicBezTo>
                            <a:pt x="55425" y="36481"/>
                            <a:pt x="58378" y="34385"/>
                            <a:pt x="60950" y="32290"/>
                          </a:cubicBezTo>
                          <a:cubicBezTo>
                            <a:pt x="57235" y="33814"/>
                            <a:pt x="53520" y="35242"/>
                            <a:pt x="49520" y="35242"/>
                          </a:cubicBezTo>
                          <a:cubicBezTo>
                            <a:pt x="38376" y="35242"/>
                            <a:pt x="28851" y="30194"/>
                            <a:pt x="23421" y="23336"/>
                          </a:cubicBezTo>
                          <a:cubicBezTo>
                            <a:pt x="17801" y="16764"/>
                            <a:pt x="16182" y="8001"/>
                            <a:pt x="17039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84" name="Forme libre : forme 14983">
                      <a:extLst>
                        <a:ext uri="{FF2B5EF4-FFF2-40B4-BE49-F238E27FC236}">
                          <a16:creationId xmlns:a16="http://schemas.microsoft.com/office/drawing/2014/main" id="{1DEDF8D8-AE81-452E-8567-A1B510472A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5104" y="2574893"/>
                      <a:ext cx="75534" cy="51153"/>
                    </a:xfrm>
                    <a:custGeom>
                      <a:avLst/>
                      <a:gdLst>
                        <a:gd name="connsiteX0" fmla="*/ 70988 w 75534"/>
                        <a:gd name="connsiteY0" fmla="*/ 6001 h 51153"/>
                        <a:gd name="connsiteX1" fmla="*/ 75369 w 75534"/>
                        <a:gd name="connsiteY1" fmla="*/ 14954 h 51153"/>
                        <a:gd name="connsiteX2" fmla="*/ 73083 w 75534"/>
                        <a:gd name="connsiteY2" fmla="*/ 27051 h 51153"/>
                        <a:gd name="connsiteX3" fmla="*/ 62892 w 75534"/>
                        <a:gd name="connsiteY3" fmla="*/ 39910 h 51153"/>
                        <a:gd name="connsiteX4" fmla="*/ 44985 w 75534"/>
                        <a:gd name="connsiteY4" fmla="*/ 49149 h 51153"/>
                        <a:gd name="connsiteX5" fmla="*/ 34697 w 75534"/>
                        <a:gd name="connsiteY5" fmla="*/ 50959 h 51153"/>
                        <a:gd name="connsiteX6" fmla="*/ 25172 w 75534"/>
                        <a:gd name="connsiteY6" fmla="*/ 50768 h 51153"/>
                        <a:gd name="connsiteX7" fmla="*/ 10028 w 75534"/>
                        <a:gd name="connsiteY7" fmla="*/ 45625 h 51153"/>
                        <a:gd name="connsiteX8" fmla="*/ 1646 w 75534"/>
                        <a:gd name="connsiteY8" fmla="*/ 36862 h 51153"/>
                        <a:gd name="connsiteX9" fmla="*/ 312 w 75534"/>
                        <a:gd name="connsiteY9" fmla="*/ 27051 h 51153"/>
                        <a:gd name="connsiteX10" fmla="*/ 4789 w 75534"/>
                        <a:gd name="connsiteY10" fmla="*/ 18193 h 51153"/>
                        <a:gd name="connsiteX11" fmla="*/ 12599 w 75534"/>
                        <a:gd name="connsiteY11" fmla="*/ 11430 h 51153"/>
                        <a:gd name="connsiteX12" fmla="*/ 21744 w 75534"/>
                        <a:gd name="connsiteY12" fmla="*/ 6287 h 51153"/>
                        <a:gd name="connsiteX13" fmla="*/ 26601 w 75534"/>
                        <a:gd name="connsiteY13" fmla="*/ 4286 h 51153"/>
                        <a:gd name="connsiteX14" fmla="*/ 31555 w 75534"/>
                        <a:gd name="connsiteY14" fmla="*/ 2667 h 51153"/>
                        <a:gd name="connsiteX15" fmla="*/ 41746 w 75534"/>
                        <a:gd name="connsiteY15" fmla="*/ 667 h 51153"/>
                        <a:gd name="connsiteX16" fmla="*/ 52128 w 75534"/>
                        <a:gd name="connsiteY16" fmla="*/ 0 h 51153"/>
                        <a:gd name="connsiteX17" fmla="*/ 62320 w 75534"/>
                        <a:gd name="connsiteY17" fmla="*/ 1429 h 51153"/>
                        <a:gd name="connsiteX18" fmla="*/ 70988 w 75534"/>
                        <a:gd name="connsiteY18" fmla="*/ 6001 h 51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75534" h="51153">
                          <a:moveTo>
                            <a:pt x="70988" y="6001"/>
                          </a:moveTo>
                          <a:cubicBezTo>
                            <a:pt x="73369" y="8382"/>
                            <a:pt x="74893" y="11335"/>
                            <a:pt x="75369" y="14954"/>
                          </a:cubicBezTo>
                          <a:cubicBezTo>
                            <a:pt x="75941" y="18669"/>
                            <a:pt x="74989" y="22574"/>
                            <a:pt x="73083" y="27051"/>
                          </a:cubicBezTo>
                          <a:cubicBezTo>
                            <a:pt x="71274" y="31528"/>
                            <a:pt x="67463" y="35719"/>
                            <a:pt x="62892" y="39910"/>
                          </a:cubicBezTo>
                          <a:cubicBezTo>
                            <a:pt x="58034" y="43625"/>
                            <a:pt x="51938" y="47244"/>
                            <a:pt x="44985" y="49149"/>
                          </a:cubicBezTo>
                          <a:cubicBezTo>
                            <a:pt x="41556" y="50292"/>
                            <a:pt x="38127" y="50768"/>
                            <a:pt x="34697" y="50959"/>
                          </a:cubicBezTo>
                          <a:cubicBezTo>
                            <a:pt x="31364" y="51245"/>
                            <a:pt x="28125" y="51245"/>
                            <a:pt x="25172" y="50768"/>
                          </a:cubicBezTo>
                          <a:cubicBezTo>
                            <a:pt x="19077" y="50102"/>
                            <a:pt x="14028" y="48101"/>
                            <a:pt x="10028" y="45625"/>
                          </a:cubicBezTo>
                          <a:cubicBezTo>
                            <a:pt x="6027" y="43339"/>
                            <a:pt x="3360" y="39910"/>
                            <a:pt x="1646" y="36862"/>
                          </a:cubicBezTo>
                          <a:cubicBezTo>
                            <a:pt x="27" y="33623"/>
                            <a:pt x="-355" y="30385"/>
                            <a:pt x="312" y="27051"/>
                          </a:cubicBezTo>
                          <a:cubicBezTo>
                            <a:pt x="979" y="23813"/>
                            <a:pt x="2598" y="20860"/>
                            <a:pt x="4789" y="18193"/>
                          </a:cubicBezTo>
                          <a:cubicBezTo>
                            <a:pt x="6980" y="15526"/>
                            <a:pt x="9647" y="13621"/>
                            <a:pt x="12599" y="11430"/>
                          </a:cubicBezTo>
                          <a:cubicBezTo>
                            <a:pt x="15552" y="9430"/>
                            <a:pt x="18600" y="7811"/>
                            <a:pt x="21744" y="6287"/>
                          </a:cubicBezTo>
                          <a:cubicBezTo>
                            <a:pt x="23363" y="5620"/>
                            <a:pt x="24982" y="4953"/>
                            <a:pt x="26601" y="4286"/>
                          </a:cubicBezTo>
                          <a:cubicBezTo>
                            <a:pt x="28220" y="3715"/>
                            <a:pt x="29935" y="3239"/>
                            <a:pt x="31555" y="2667"/>
                          </a:cubicBezTo>
                          <a:cubicBezTo>
                            <a:pt x="34983" y="1810"/>
                            <a:pt x="38222" y="858"/>
                            <a:pt x="41746" y="667"/>
                          </a:cubicBezTo>
                          <a:cubicBezTo>
                            <a:pt x="44985" y="-95"/>
                            <a:pt x="48699" y="191"/>
                            <a:pt x="52128" y="0"/>
                          </a:cubicBezTo>
                          <a:cubicBezTo>
                            <a:pt x="55557" y="0"/>
                            <a:pt x="59272" y="667"/>
                            <a:pt x="62320" y="1429"/>
                          </a:cubicBezTo>
                          <a:cubicBezTo>
                            <a:pt x="65558" y="2191"/>
                            <a:pt x="68606" y="3620"/>
                            <a:pt x="70988" y="600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85" name="Forme libre : forme 14984">
                      <a:extLst>
                        <a:ext uri="{FF2B5EF4-FFF2-40B4-BE49-F238E27FC236}">
                          <a16:creationId xmlns:a16="http://schemas.microsoft.com/office/drawing/2014/main" id="{EF9E8BBD-4149-4F37-97C2-B37F7F25DA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5289" y="2554942"/>
                      <a:ext cx="111505" cy="94764"/>
                    </a:xfrm>
                    <a:custGeom>
                      <a:avLst/>
                      <a:gdLst>
                        <a:gd name="connsiteX0" fmla="*/ 8409 w 111505"/>
                        <a:gd name="connsiteY0" fmla="*/ 32619 h 94764"/>
                        <a:gd name="connsiteX1" fmla="*/ 27 w 111505"/>
                        <a:gd name="connsiteY1" fmla="*/ 53574 h 94764"/>
                        <a:gd name="connsiteX2" fmla="*/ 9934 w 111505"/>
                        <a:gd name="connsiteY2" fmla="*/ 75767 h 94764"/>
                        <a:gd name="connsiteX3" fmla="*/ 38318 w 111505"/>
                        <a:gd name="connsiteY3" fmla="*/ 91769 h 94764"/>
                        <a:gd name="connsiteX4" fmla="*/ 70036 w 111505"/>
                        <a:gd name="connsiteY4" fmla="*/ 94151 h 94764"/>
                        <a:gd name="connsiteX5" fmla="*/ 86038 w 111505"/>
                        <a:gd name="connsiteY5" fmla="*/ 90055 h 94764"/>
                        <a:gd name="connsiteX6" fmla="*/ 99754 w 111505"/>
                        <a:gd name="connsiteY6" fmla="*/ 82244 h 94764"/>
                        <a:gd name="connsiteX7" fmla="*/ 111089 w 111505"/>
                        <a:gd name="connsiteY7" fmla="*/ 66242 h 94764"/>
                        <a:gd name="connsiteX8" fmla="*/ 106517 w 111505"/>
                        <a:gd name="connsiteY8" fmla="*/ 54432 h 94764"/>
                        <a:gd name="connsiteX9" fmla="*/ 97373 w 111505"/>
                        <a:gd name="connsiteY9" fmla="*/ 52336 h 94764"/>
                        <a:gd name="connsiteX10" fmla="*/ 87086 w 111505"/>
                        <a:gd name="connsiteY10" fmla="*/ 51574 h 94764"/>
                        <a:gd name="connsiteX11" fmla="*/ 52892 w 111505"/>
                        <a:gd name="connsiteY11" fmla="*/ 30143 h 94764"/>
                        <a:gd name="connsiteX12" fmla="*/ 48605 w 111505"/>
                        <a:gd name="connsiteY12" fmla="*/ 21284 h 94764"/>
                        <a:gd name="connsiteX13" fmla="*/ 44605 w 111505"/>
                        <a:gd name="connsiteY13" fmla="*/ 10998 h 94764"/>
                        <a:gd name="connsiteX14" fmla="*/ 40318 w 111505"/>
                        <a:gd name="connsiteY14" fmla="*/ 2806 h 94764"/>
                        <a:gd name="connsiteX15" fmla="*/ 33746 w 111505"/>
                        <a:gd name="connsiteY15" fmla="*/ 44 h 94764"/>
                        <a:gd name="connsiteX16" fmla="*/ 18887 w 111505"/>
                        <a:gd name="connsiteY16" fmla="*/ 12998 h 94764"/>
                        <a:gd name="connsiteX17" fmla="*/ 8409 w 111505"/>
                        <a:gd name="connsiteY17" fmla="*/ 32619 h 94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11505" h="94764">
                          <a:moveTo>
                            <a:pt x="8409" y="32619"/>
                          </a:moveTo>
                          <a:cubicBezTo>
                            <a:pt x="4600" y="39096"/>
                            <a:pt x="409" y="45764"/>
                            <a:pt x="27" y="53574"/>
                          </a:cubicBezTo>
                          <a:cubicBezTo>
                            <a:pt x="-354" y="61099"/>
                            <a:pt x="3266" y="68814"/>
                            <a:pt x="9934" y="75767"/>
                          </a:cubicBezTo>
                          <a:cubicBezTo>
                            <a:pt x="16791" y="82530"/>
                            <a:pt x="26602" y="88626"/>
                            <a:pt x="38318" y="91769"/>
                          </a:cubicBezTo>
                          <a:cubicBezTo>
                            <a:pt x="47843" y="94627"/>
                            <a:pt x="59082" y="95484"/>
                            <a:pt x="70036" y="94151"/>
                          </a:cubicBezTo>
                          <a:cubicBezTo>
                            <a:pt x="75561" y="93389"/>
                            <a:pt x="80990" y="91865"/>
                            <a:pt x="86038" y="90055"/>
                          </a:cubicBezTo>
                          <a:cubicBezTo>
                            <a:pt x="91086" y="87864"/>
                            <a:pt x="95849" y="85388"/>
                            <a:pt x="99754" y="82244"/>
                          </a:cubicBezTo>
                          <a:cubicBezTo>
                            <a:pt x="105660" y="77482"/>
                            <a:pt x="110042" y="71672"/>
                            <a:pt x="111089" y="66242"/>
                          </a:cubicBezTo>
                          <a:cubicBezTo>
                            <a:pt x="112327" y="60908"/>
                            <a:pt x="110803" y="56717"/>
                            <a:pt x="106517" y="54432"/>
                          </a:cubicBezTo>
                          <a:cubicBezTo>
                            <a:pt x="103850" y="53003"/>
                            <a:pt x="100707" y="52622"/>
                            <a:pt x="97373" y="52336"/>
                          </a:cubicBezTo>
                          <a:cubicBezTo>
                            <a:pt x="93944" y="51955"/>
                            <a:pt x="90325" y="51860"/>
                            <a:pt x="87086" y="51574"/>
                          </a:cubicBezTo>
                          <a:cubicBezTo>
                            <a:pt x="71084" y="49859"/>
                            <a:pt x="59273" y="40906"/>
                            <a:pt x="52892" y="30143"/>
                          </a:cubicBezTo>
                          <a:cubicBezTo>
                            <a:pt x="51558" y="27952"/>
                            <a:pt x="50034" y="24809"/>
                            <a:pt x="48605" y="21284"/>
                          </a:cubicBezTo>
                          <a:cubicBezTo>
                            <a:pt x="47272" y="17855"/>
                            <a:pt x="45843" y="14236"/>
                            <a:pt x="44605" y="10998"/>
                          </a:cubicBezTo>
                          <a:cubicBezTo>
                            <a:pt x="43271" y="7759"/>
                            <a:pt x="42033" y="4901"/>
                            <a:pt x="40318" y="2806"/>
                          </a:cubicBezTo>
                          <a:cubicBezTo>
                            <a:pt x="38699" y="901"/>
                            <a:pt x="36699" y="-242"/>
                            <a:pt x="33746" y="44"/>
                          </a:cubicBezTo>
                          <a:cubicBezTo>
                            <a:pt x="28508" y="520"/>
                            <a:pt x="23364" y="6044"/>
                            <a:pt x="18887" y="12998"/>
                          </a:cubicBezTo>
                          <a:cubicBezTo>
                            <a:pt x="14601" y="19856"/>
                            <a:pt x="11077" y="28047"/>
                            <a:pt x="8409" y="3261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86" name="Forme libre : forme 14985">
                      <a:extLst>
                        <a:ext uri="{FF2B5EF4-FFF2-40B4-BE49-F238E27FC236}">
                          <a16:creationId xmlns:a16="http://schemas.microsoft.com/office/drawing/2014/main" id="{A3C6B433-1580-4650-A539-3E3B647E69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4963" y="2559441"/>
                      <a:ext cx="24080" cy="20595"/>
                    </a:xfrm>
                    <a:custGeom>
                      <a:avLst/>
                      <a:gdLst>
                        <a:gd name="connsiteX0" fmla="*/ 3691 w 24080"/>
                        <a:gd name="connsiteY0" fmla="*/ 10022 h 20595"/>
                        <a:gd name="connsiteX1" fmla="*/ 452 w 24080"/>
                        <a:gd name="connsiteY1" fmla="*/ 14309 h 20595"/>
                        <a:gd name="connsiteX2" fmla="*/ 929 w 24080"/>
                        <a:gd name="connsiteY2" fmla="*/ 19262 h 20595"/>
                        <a:gd name="connsiteX3" fmla="*/ 5215 w 24080"/>
                        <a:gd name="connsiteY3" fmla="*/ 20595 h 20595"/>
                        <a:gd name="connsiteX4" fmla="*/ 16454 w 24080"/>
                        <a:gd name="connsiteY4" fmla="*/ 18309 h 20595"/>
                        <a:gd name="connsiteX5" fmla="*/ 20359 w 24080"/>
                        <a:gd name="connsiteY5" fmla="*/ 15833 h 20595"/>
                        <a:gd name="connsiteX6" fmla="*/ 24074 w 24080"/>
                        <a:gd name="connsiteY6" fmla="*/ 5736 h 20595"/>
                        <a:gd name="connsiteX7" fmla="*/ 20265 w 24080"/>
                        <a:gd name="connsiteY7" fmla="*/ 21 h 20595"/>
                        <a:gd name="connsiteX8" fmla="*/ 12263 w 24080"/>
                        <a:gd name="connsiteY8" fmla="*/ 3450 h 20595"/>
                        <a:gd name="connsiteX9" fmla="*/ 3691 w 24080"/>
                        <a:gd name="connsiteY9" fmla="*/ 10022 h 20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080" h="20595">
                          <a:moveTo>
                            <a:pt x="3691" y="10022"/>
                          </a:moveTo>
                          <a:cubicBezTo>
                            <a:pt x="2453" y="11261"/>
                            <a:pt x="1215" y="12594"/>
                            <a:pt x="452" y="14309"/>
                          </a:cubicBezTo>
                          <a:cubicBezTo>
                            <a:pt x="-214" y="16023"/>
                            <a:pt x="-214" y="18118"/>
                            <a:pt x="929" y="19262"/>
                          </a:cubicBezTo>
                          <a:cubicBezTo>
                            <a:pt x="1976" y="20309"/>
                            <a:pt x="3691" y="20500"/>
                            <a:pt x="5215" y="20595"/>
                          </a:cubicBezTo>
                          <a:cubicBezTo>
                            <a:pt x="9120" y="20595"/>
                            <a:pt x="13026" y="19833"/>
                            <a:pt x="16454" y="18309"/>
                          </a:cubicBezTo>
                          <a:cubicBezTo>
                            <a:pt x="17883" y="17642"/>
                            <a:pt x="19216" y="16975"/>
                            <a:pt x="20359" y="15833"/>
                          </a:cubicBezTo>
                          <a:cubicBezTo>
                            <a:pt x="22741" y="13547"/>
                            <a:pt x="23979" y="9070"/>
                            <a:pt x="24074" y="5736"/>
                          </a:cubicBezTo>
                          <a:cubicBezTo>
                            <a:pt x="24170" y="2402"/>
                            <a:pt x="23217" y="-265"/>
                            <a:pt x="20265" y="21"/>
                          </a:cubicBezTo>
                          <a:cubicBezTo>
                            <a:pt x="17978" y="402"/>
                            <a:pt x="15216" y="1355"/>
                            <a:pt x="12263" y="3450"/>
                          </a:cubicBezTo>
                          <a:cubicBezTo>
                            <a:pt x="9406" y="5069"/>
                            <a:pt x="6263" y="7450"/>
                            <a:pt x="3691" y="1002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87" name="Forme libre : forme 14986">
                      <a:extLst>
                        <a:ext uri="{FF2B5EF4-FFF2-40B4-BE49-F238E27FC236}">
                          <a16:creationId xmlns:a16="http://schemas.microsoft.com/office/drawing/2014/main" id="{4F3C7728-8CC7-4C4A-94DE-67B866933A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6094" y="2563082"/>
                      <a:ext cx="26411" cy="76771"/>
                    </a:xfrm>
                    <a:custGeom>
                      <a:avLst/>
                      <a:gdLst>
                        <a:gd name="connsiteX0" fmla="*/ 8763 w 26411"/>
                        <a:gd name="connsiteY0" fmla="*/ 0 h 76771"/>
                        <a:gd name="connsiteX1" fmla="*/ 13716 w 26411"/>
                        <a:gd name="connsiteY1" fmla="*/ 3429 h 76771"/>
                        <a:gd name="connsiteX2" fmla="*/ 22955 w 26411"/>
                        <a:gd name="connsiteY2" fmla="*/ 15145 h 76771"/>
                        <a:gd name="connsiteX3" fmla="*/ 25527 w 26411"/>
                        <a:gd name="connsiteY3" fmla="*/ 39053 h 76771"/>
                        <a:gd name="connsiteX4" fmla="*/ 18383 w 26411"/>
                        <a:gd name="connsiteY4" fmla="*/ 56769 h 76771"/>
                        <a:gd name="connsiteX5" fmla="*/ 0 w 26411"/>
                        <a:gd name="connsiteY5" fmla="*/ 76771 h 76771"/>
                        <a:gd name="connsiteX6" fmla="*/ 7525 w 26411"/>
                        <a:gd name="connsiteY6" fmla="*/ 69342 h 76771"/>
                        <a:gd name="connsiteX7" fmla="*/ 19240 w 26411"/>
                        <a:gd name="connsiteY7" fmla="*/ 49054 h 76771"/>
                        <a:gd name="connsiteX8" fmla="*/ 21717 w 26411"/>
                        <a:gd name="connsiteY8" fmla="*/ 23146 h 76771"/>
                        <a:gd name="connsiteX9" fmla="*/ 8763 w 26411"/>
                        <a:gd name="connsiteY9" fmla="*/ 0 h 76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6411" h="76771">
                          <a:moveTo>
                            <a:pt x="8763" y="0"/>
                          </a:moveTo>
                          <a:cubicBezTo>
                            <a:pt x="8763" y="0"/>
                            <a:pt x="10858" y="1048"/>
                            <a:pt x="13716" y="3429"/>
                          </a:cubicBezTo>
                          <a:cubicBezTo>
                            <a:pt x="16573" y="5810"/>
                            <a:pt x="20193" y="9525"/>
                            <a:pt x="22955" y="15145"/>
                          </a:cubicBezTo>
                          <a:cubicBezTo>
                            <a:pt x="25908" y="20860"/>
                            <a:pt x="27527" y="28575"/>
                            <a:pt x="25527" y="39053"/>
                          </a:cubicBezTo>
                          <a:cubicBezTo>
                            <a:pt x="24574" y="44291"/>
                            <a:pt x="22003" y="50197"/>
                            <a:pt x="18383" y="56769"/>
                          </a:cubicBezTo>
                          <a:cubicBezTo>
                            <a:pt x="14097" y="63151"/>
                            <a:pt x="8572" y="70199"/>
                            <a:pt x="0" y="76771"/>
                          </a:cubicBezTo>
                          <a:cubicBezTo>
                            <a:pt x="0" y="76771"/>
                            <a:pt x="3238" y="74104"/>
                            <a:pt x="7525" y="69342"/>
                          </a:cubicBezTo>
                          <a:cubicBezTo>
                            <a:pt x="11335" y="64389"/>
                            <a:pt x="16669" y="57340"/>
                            <a:pt x="19240" y="49054"/>
                          </a:cubicBezTo>
                          <a:cubicBezTo>
                            <a:pt x="22384" y="40862"/>
                            <a:pt x="23146" y="31718"/>
                            <a:pt x="21717" y="23146"/>
                          </a:cubicBezTo>
                          <a:cubicBezTo>
                            <a:pt x="20002" y="14669"/>
                            <a:pt x="15621" y="6668"/>
                            <a:pt x="876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88" name="Forme libre : forme 14987">
                      <a:extLst>
                        <a:ext uri="{FF2B5EF4-FFF2-40B4-BE49-F238E27FC236}">
                          <a16:creationId xmlns:a16="http://schemas.microsoft.com/office/drawing/2014/main" id="{6043FC18-A262-4154-A84A-48E7CB4E6D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8936" y="2534291"/>
                      <a:ext cx="48673" cy="26409"/>
                    </a:xfrm>
                    <a:custGeom>
                      <a:avLst/>
                      <a:gdLst>
                        <a:gd name="connsiteX0" fmla="*/ 48673 w 48673"/>
                        <a:gd name="connsiteY0" fmla="*/ 25 h 26409"/>
                        <a:gd name="connsiteX1" fmla="*/ 46006 w 48673"/>
                        <a:gd name="connsiteY1" fmla="*/ 311 h 26409"/>
                        <a:gd name="connsiteX2" fmla="*/ 42482 w 48673"/>
                        <a:gd name="connsiteY2" fmla="*/ 1073 h 26409"/>
                        <a:gd name="connsiteX3" fmla="*/ 37148 w 48673"/>
                        <a:gd name="connsiteY3" fmla="*/ 2597 h 26409"/>
                        <a:gd name="connsiteX4" fmla="*/ 21336 w 48673"/>
                        <a:gd name="connsiteY4" fmla="*/ 9455 h 26409"/>
                        <a:gd name="connsiteX5" fmla="*/ 0 w 48673"/>
                        <a:gd name="connsiteY5" fmla="*/ 26410 h 26409"/>
                        <a:gd name="connsiteX6" fmla="*/ 5144 w 48673"/>
                        <a:gd name="connsiteY6" fmla="*/ 22409 h 26409"/>
                        <a:gd name="connsiteX7" fmla="*/ 18098 w 48673"/>
                        <a:gd name="connsiteY7" fmla="*/ 14122 h 26409"/>
                        <a:gd name="connsiteX8" fmla="*/ 34480 w 48673"/>
                        <a:gd name="connsiteY8" fmla="*/ 5645 h 26409"/>
                        <a:gd name="connsiteX9" fmla="*/ 48673 w 48673"/>
                        <a:gd name="connsiteY9" fmla="*/ 25 h 264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673" h="26409">
                          <a:moveTo>
                            <a:pt x="48673" y="25"/>
                          </a:moveTo>
                          <a:cubicBezTo>
                            <a:pt x="48673" y="-70"/>
                            <a:pt x="47816" y="120"/>
                            <a:pt x="46006" y="311"/>
                          </a:cubicBezTo>
                          <a:cubicBezTo>
                            <a:pt x="45054" y="406"/>
                            <a:pt x="43911" y="692"/>
                            <a:pt x="42482" y="1073"/>
                          </a:cubicBezTo>
                          <a:cubicBezTo>
                            <a:pt x="40958" y="1359"/>
                            <a:pt x="39243" y="1835"/>
                            <a:pt x="37148" y="2597"/>
                          </a:cubicBezTo>
                          <a:cubicBezTo>
                            <a:pt x="33052" y="3835"/>
                            <a:pt x="27718" y="5931"/>
                            <a:pt x="21336" y="9455"/>
                          </a:cubicBezTo>
                          <a:cubicBezTo>
                            <a:pt x="14954" y="13170"/>
                            <a:pt x="7620" y="18027"/>
                            <a:pt x="0" y="26410"/>
                          </a:cubicBezTo>
                          <a:cubicBezTo>
                            <a:pt x="0" y="26410"/>
                            <a:pt x="1905" y="24790"/>
                            <a:pt x="5144" y="22409"/>
                          </a:cubicBezTo>
                          <a:cubicBezTo>
                            <a:pt x="8382" y="20028"/>
                            <a:pt x="12859" y="17170"/>
                            <a:pt x="18098" y="14122"/>
                          </a:cubicBezTo>
                          <a:cubicBezTo>
                            <a:pt x="23241" y="11074"/>
                            <a:pt x="29052" y="8122"/>
                            <a:pt x="34480" y="5645"/>
                          </a:cubicBezTo>
                          <a:cubicBezTo>
                            <a:pt x="39910" y="3073"/>
                            <a:pt x="45054" y="1168"/>
                            <a:pt x="48673" y="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89" name="Forme libre : forme 14988">
                      <a:extLst>
                        <a:ext uri="{FF2B5EF4-FFF2-40B4-BE49-F238E27FC236}">
                          <a16:creationId xmlns:a16="http://schemas.microsoft.com/office/drawing/2014/main" id="{A46C14E1-F898-47A8-A409-7198640C41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0482" y="2576757"/>
                      <a:ext cx="23749" cy="15397"/>
                    </a:xfrm>
                    <a:custGeom>
                      <a:avLst/>
                      <a:gdLst>
                        <a:gd name="connsiteX0" fmla="*/ 23608 w 23749"/>
                        <a:gd name="connsiteY0" fmla="*/ 6613 h 15397"/>
                        <a:gd name="connsiteX1" fmla="*/ 11416 w 23749"/>
                        <a:gd name="connsiteY1" fmla="*/ 15376 h 15397"/>
                        <a:gd name="connsiteX2" fmla="*/ 81 w 23749"/>
                        <a:gd name="connsiteY2" fmla="*/ 6042 h 15397"/>
                        <a:gd name="connsiteX3" fmla="*/ 3701 w 23749"/>
                        <a:gd name="connsiteY3" fmla="*/ 1375 h 15397"/>
                        <a:gd name="connsiteX4" fmla="*/ 10940 w 23749"/>
                        <a:gd name="connsiteY4" fmla="*/ 41 h 15397"/>
                        <a:gd name="connsiteX5" fmla="*/ 19036 w 23749"/>
                        <a:gd name="connsiteY5" fmla="*/ 1946 h 15397"/>
                        <a:gd name="connsiteX6" fmla="*/ 23608 w 23749"/>
                        <a:gd name="connsiteY6" fmla="*/ 6613 h 153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3749" h="15397">
                          <a:moveTo>
                            <a:pt x="23608" y="6613"/>
                          </a:moveTo>
                          <a:cubicBezTo>
                            <a:pt x="24751" y="10804"/>
                            <a:pt x="18845" y="15757"/>
                            <a:pt x="11416" y="15376"/>
                          </a:cubicBezTo>
                          <a:cubicBezTo>
                            <a:pt x="3986" y="15186"/>
                            <a:pt x="-681" y="10042"/>
                            <a:pt x="81" y="6042"/>
                          </a:cubicBezTo>
                          <a:cubicBezTo>
                            <a:pt x="367" y="3946"/>
                            <a:pt x="1700" y="2232"/>
                            <a:pt x="3701" y="1375"/>
                          </a:cubicBezTo>
                          <a:cubicBezTo>
                            <a:pt x="5606" y="327"/>
                            <a:pt x="7987" y="-149"/>
                            <a:pt x="10940" y="41"/>
                          </a:cubicBezTo>
                          <a:cubicBezTo>
                            <a:pt x="13702" y="-54"/>
                            <a:pt x="16750" y="898"/>
                            <a:pt x="19036" y="1946"/>
                          </a:cubicBezTo>
                          <a:cubicBezTo>
                            <a:pt x="21226" y="2898"/>
                            <a:pt x="23132" y="4518"/>
                            <a:pt x="23608" y="661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90" name="Forme libre : forme 14989">
                      <a:extLst>
                        <a:ext uri="{FF2B5EF4-FFF2-40B4-BE49-F238E27FC236}">
                          <a16:creationId xmlns:a16="http://schemas.microsoft.com/office/drawing/2014/main" id="{B0A0A8F8-9E19-4E79-8DE1-8C9F7BCD33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9853" y="2578115"/>
                      <a:ext cx="6627" cy="6919"/>
                    </a:xfrm>
                    <a:custGeom>
                      <a:avLst/>
                      <a:gdLst>
                        <a:gd name="connsiteX0" fmla="*/ 6047 w 6627"/>
                        <a:gd name="connsiteY0" fmla="*/ 1730 h 6919"/>
                        <a:gd name="connsiteX1" fmla="*/ 4999 w 6627"/>
                        <a:gd name="connsiteY1" fmla="*/ 6397 h 6919"/>
                        <a:gd name="connsiteX2" fmla="*/ 427 w 6627"/>
                        <a:gd name="connsiteY2" fmla="*/ 5064 h 6919"/>
                        <a:gd name="connsiteX3" fmla="*/ 1475 w 6627"/>
                        <a:gd name="connsiteY3" fmla="*/ 397 h 6919"/>
                        <a:gd name="connsiteX4" fmla="*/ 6047 w 6627"/>
                        <a:gd name="connsiteY4" fmla="*/ 1730 h 6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27" h="6919">
                          <a:moveTo>
                            <a:pt x="6047" y="1730"/>
                          </a:moveTo>
                          <a:cubicBezTo>
                            <a:pt x="7095" y="3349"/>
                            <a:pt x="6713" y="5445"/>
                            <a:pt x="4999" y="6397"/>
                          </a:cubicBezTo>
                          <a:cubicBezTo>
                            <a:pt x="3380" y="7445"/>
                            <a:pt x="1284" y="6874"/>
                            <a:pt x="427" y="5064"/>
                          </a:cubicBezTo>
                          <a:cubicBezTo>
                            <a:pt x="-430" y="3445"/>
                            <a:pt x="46" y="1254"/>
                            <a:pt x="1475" y="397"/>
                          </a:cubicBezTo>
                          <a:cubicBezTo>
                            <a:pt x="2904" y="-461"/>
                            <a:pt x="4999" y="111"/>
                            <a:pt x="6047" y="173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91" name="Forme libre : forme 14990">
                      <a:extLst>
                        <a:ext uri="{FF2B5EF4-FFF2-40B4-BE49-F238E27FC236}">
                          <a16:creationId xmlns:a16="http://schemas.microsoft.com/office/drawing/2014/main" id="{857A61E5-5195-4008-B072-9756EF62C5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5419" y="2539746"/>
                      <a:ext cx="58857" cy="34378"/>
                    </a:xfrm>
                    <a:custGeom>
                      <a:avLst/>
                      <a:gdLst>
                        <a:gd name="connsiteX0" fmla="*/ 26384 w 58857"/>
                        <a:gd name="connsiteY0" fmla="*/ 7429 h 34378"/>
                        <a:gd name="connsiteX1" fmla="*/ 53626 w 58857"/>
                        <a:gd name="connsiteY1" fmla="*/ 21717 h 34378"/>
                        <a:gd name="connsiteX2" fmla="*/ 58198 w 58857"/>
                        <a:gd name="connsiteY2" fmla="*/ 31337 h 34378"/>
                        <a:gd name="connsiteX3" fmla="*/ 48387 w 58857"/>
                        <a:gd name="connsiteY3" fmla="*/ 33814 h 34378"/>
                        <a:gd name="connsiteX4" fmla="*/ 20003 w 58857"/>
                        <a:gd name="connsiteY4" fmla="*/ 21812 h 34378"/>
                        <a:gd name="connsiteX5" fmla="*/ 14097 w 58857"/>
                        <a:gd name="connsiteY5" fmla="*/ 20955 h 34378"/>
                        <a:gd name="connsiteX6" fmla="*/ 6763 w 58857"/>
                        <a:gd name="connsiteY6" fmla="*/ 18478 h 34378"/>
                        <a:gd name="connsiteX7" fmla="*/ 1524 w 58857"/>
                        <a:gd name="connsiteY7" fmla="*/ 13335 h 34378"/>
                        <a:gd name="connsiteX8" fmla="*/ 0 w 58857"/>
                        <a:gd name="connsiteY8" fmla="*/ 6477 h 34378"/>
                        <a:gd name="connsiteX9" fmla="*/ 1810 w 58857"/>
                        <a:gd name="connsiteY9" fmla="*/ 0 h 34378"/>
                        <a:gd name="connsiteX10" fmla="*/ 4572 w 58857"/>
                        <a:gd name="connsiteY10" fmla="*/ 667 h 34378"/>
                        <a:gd name="connsiteX11" fmla="*/ 8287 w 58857"/>
                        <a:gd name="connsiteY11" fmla="*/ 1619 h 34378"/>
                        <a:gd name="connsiteX12" fmla="*/ 16288 w 58857"/>
                        <a:gd name="connsiteY12" fmla="*/ 4096 h 34378"/>
                        <a:gd name="connsiteX13" fmla="*/ 26384 w 58857"/>
                        <a:gd name="connsiteY13" fmla="*/ 7429 h 34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57" h="34378">
                          <a:moveTo>
                            <a:pt x="26384" y="7429"/>
                          </a:moveTo>
                          <a:cubicBezTo>
                            <a:pt x="35814" y="11049"/>
                            <a:pt x="45149" y="15621"/>
                            <a:pt x="53626" y="21717"/>
                          </a:cubicBezTo>
                          <a:cubicBezTo>
                            <a:pt x="56674" y="23908"/>
                            <a:pt x="60389" y="27717"/>
                            <a:pt x="58198" y="31337"/>
                          </a:cubicBezTo>
                          <a:cubicBezTo>
                            <a:pt x="56293" y="34671"/>
                            <a:pt x="51816" y="34861"/>
                            <a:pt x="48387" y="33814"/>
                          </a:cubicBezTo>
                          <a:cubicBezTo>
                            <a:pt x="37910" y="30575"/>
                            <a:pt x="28290" y="24193"/>
                            <a:pt x="20003" y="21812"/>
                          </a:cubicBezTo>
                          <a:cubicBezTo>
                            <a:pt x="18765" y="21526"/>
                            <a:pt x="16383" y="21145"/>
                            <a:pt x="14097" y="20955"/>
                          </a:cubicBezTo>
                          <a:cubicBezTo>
                            <a:pt x="11621" y="20383"/>
                            <a:pt x="9049" y="19907"/>
                            <a:pt x="6763" y="18478"/>
                          </a:cubicBezTo>
                          <a:cubicBezTo>
                            <a:pt x="4572" y="17240"/>
                            <a:pt x="2667" y="15526"/>
                            <a:pt x="1524" y="13335"/>
                          </a:cubicBezTo>
                          <a:cubicBezTo>
                            <a:pt x="381" y="11334"/>
                            <a:pt x="0" y="9049"/>
                            <a:pt x="0" y="6477"/>
                          </a:cubicBezTo>
                          <a:cubicBezTo>
                            <a:pt x="191" y="1333"/>
                            <a:pt x="762" y="190"/>
                            <a:pt x="1810" y="0"/>
                          </a:cubicBezTo>
                          <a:cubicBezTo>
                            <a:pt x="2477" y="286"/>
                            <a:pt x="3239" y="0"/>
                            <a:pt x="4572" y="667"/>
                          </a:cubicBezTo>
                          <a:cubicBezTo>
                            <a:pt x="5715" y="667"/>
                            <a:pt x="7144" y="1143"/>
                            <a:pt x="8287" y="1619"/>
                          </a:cubicBezTo>
                          <a:cubicBezTo>
                            <a:pt x="10383" y="2095"/>
                            <a:pt x="13145" y="3048"/>
                            <a:pt x="16288" y="4096"/>
                          </a:cubicBezTo>
                          <a:cubicBezTo>
                            <a:pt x="19431" y="4953"/>
                            <a:pt x="22860" y="6096"/>
                            <a:pt x="26384" y="742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51" name="Graphique 1">
                    <a:extLst>
                      <a:ext uri="{FF2B5EF4-FFF2-40B4-BE49-F238E27FC236}">
                        <a16:creationId xmlns:a16="http://schemas.microsoft.com/office/drawing/2014/main" id="{9EFF77EC-5096-4FE1-8208-ABCA0F8C3FB0}"/>
                      </a:ext>
                    </a:extLst>
                  </p:cNvPr>
                  <p:cNvGrpSpPr/>
                  <p:nvPr/>
                </p:nvGrpSpPr>
                <p:grpSpPr>
                  <a:xfrm>
                    <a:off x="7527671" y="2402653"/>
                    <a:ext cx="138566" cy="162559"/>
                    <a:chOff x="7527671" y="2402653"/>
                    <a:chExt cx="138566" cy="162559"/>
                  </a:xfrm>
                  <a:solidFill>
                    <a:schemeClr val="accent1"/>
                  </a:solidFill>
                </p:grpSpPr>
                <p:sp>
                  <p:nvSpPr>
                    <p:cNvPr id="14968" name="Forme libre : forme 14967">
                      <a:extLst>
                        <a:ext uri="{FF2B5EF4-FFF2-40B4-BE49-F238E27FC236}">
                          <a16:creationId xmlns:a16="http://schemas.microsoft.com/office/drawing/2014/main" id="{2D499520-7F17-485A-9453-618437C5A4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71" y="2402653"/>
                      <a:ext cx="138471" cy="162559"/>
                    </a:xfrm>
                    <a:custGeom>
                      <a:avLst/>
                      <a:gdLst>
                        <a:gd name="connsiteX0" fmla="*/ 137767 w 138471"/>
                        <a:gd name="connsiteY0" fmla="*/ 60702 h 162559"/>
                        <a:gd name="connsiteX1" fmla="*/ 132719 w 138471"/>
                        <a:gd name="connsiteY1" fmla="*/ 89277 h 162559"/>
                        <a:gd name="connsiteX2" fmla="*/ 127004 w 138471"/>
                        <a:gd name="connsiteY2" fmla="*/ 118328 h 162559"/>
                        <a:gd name="connsiteX3" fmla="*/ 117479 w 138471"/>
                        <a:gd name="connsiteY3" fmla="*/ 140521 h 162559"/>
                        <a:gd name="connsiteX4" fmla="*/ 101287 w 138471"/>
                        <a:gd name="connsiteY4" fmla="*/ 156333 h 162559"/>
                        <a:gd name="connsiteX5" fmla="*/ 82237 w 138471"/>
                        <a:gd name="connsiteY5" fmla="*/ 162524 h 162559"/>
                        <a:gd name="connsiteX6" fmla="*/ 64044 w 138471"/>
                        <a:gd name="connsiteY6" fmla="*/ 158333 h 162559"/>
                        <a:gd name="connsiteX7" fmla="*/ 32802 w 138471"/>
                        <a:gd name="connsiteY7" fmla="*/ 141760 h 162559"/>
                        <a:gd name="connsiteX8" fmla="*/ 18038 w 138471"/>
                        <a:gd name="connsiteY8" fmla="*/ 130901 h 162559"/>
                        <a:gd name="connsiteX9" fmla="*/ 7275 w 138471"/>
                        <a:gd name="connsiteY9" fmla="*/ 118423 h 162559"/>
                        <a:gd name="connsiteX10" fmla="*/ 1083 w 138471"/>
                        <a:gd name="connsiteY10" fmla="*/ 105660 h 162559"/>
                        <a:gd name="connsiteX11" fmla="*/ 703 w 138471"/>
                        <a:gd name="connsiteY11" fmla="*/ 92135 h 162559"/>
                        <a:gd name="connsiteX12" fmla="*/ 5655 w 138471"/>
                        <a:gd name="connsiteY12" fmla="*/ 66227 h 162559"/>
                        <a:gd name="connsiteX13" fmla="*/ 10132 w 138471"/>
                        <a:gd name="connsiteY13" fmla="*/ 39652 h 162559"/>
                        <a:gd name="connsiteX14" fmla="*/ 28801 w 138471"/>
                        <a:gd name="connsiteY14" fmla="*/ 9267 h 162559"/>
                        <a:gd name="connsiteX15" fmla="*/ 63663 w 138471"/>
                        <a:gd name="connsiteY15" fmla="*/ 504 h 162559"/>
                        <a:gd name="connsiteX16" fmla="*/ 99001 w 138471"/>
                        <a:gd name="connsiteY16" fmla="*/ 5743 h 162559"/>
                        <a:gd name="connsiteX17" fmla="*/ 129671 w 138471"/>
                        <a:gd name="connsiteY17" fmla="*/ 24602 h 162559"/>
                        <a:gd name="connsiteX18" fmla="*/ 137767 w 138471"/>
                        <a:gd name="connsiteY18" fmla="*/ 60702 h 162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8471" h="162559">
                          <a:moveTo>
                            <a:pt x="137767" y="60702"/>
                          </a:moveTo>
                          <a:lnTo>
                            <a:pt x="132719" y="89277"/>
                          </a:lnTo>
                          <a:lnTo>
                            <a:pt x="127004" y="118328"/>
                          </a:lnTo>
                          <a:cubicBezTo>
                            <a:pt x="125099" y="126329"/>
                            <a:pt x="122146" y="133949"/>
                            <a:pt x="117479" y="140521"/>
                          </a:cubicBezTo>
                          <a:cubicBezTo>
                            <a:pt x="113002" y="147094"/>
                            <a:pt x="107573" y="152428"/>
                            <a:pt x="101287" y="156333"/>
                          </a:cubicBezTo>
                          <a:cubicBezTo>
                            <a:pt x="95286" y="160143"/>
                            <a:pt x="88809" y="162238"/>
                            <a:pt x="82237" y="162524"/>
                          </a:cubicBezTo>
                          <a:cubicBezTo>
                            <a:pt x="75854" y="162810"/>
                            <a:pt x="69759" y="161381"/>
                            <a:pt x="64044" y="158333"/>
                          </a:cubicBezTo>
                          <a:lnTo>
                            <a:pt x="32802" y="141760"/>
                          </a:lnTo>
                          <a:cubicBezTo>
                            <a:pt x="27182" y="138712"/>
                            <a:pt x="22229" y="134902"/>
                            <a:pt x="18038" y="130901"/>
                          </a:cubicBezTo>
                          <a:cubicBezTo>
                            <a:pt x="13847" y="126996"/>
                            <a:pt x="10228" y="122710"/>
                            <a:pt x="7275" y="118423"/>
                          </a:cubicBezTo>
                          <a:cubicBezTo>
                            <a:pt x="4512" y="114328"/>
                            <a:pt x="2226" y="109946"/>
                            <a:pt x="1083" y="105660"/>
                          </a:cubicBezTo>
                          <a:cubicBezTo>
                            <a:pt x="36" y="101469"/>
                            <a:pt x="-536" y="96802"/>
                            <a:pt x="703" y="92135"/>
                          </a:cubicBezTo>
                          <a:lnTo>
                            <a:pt x="5655" y="66227"/>
                          </a:lnTo>
                          <a:lnTo>
                            <a:pt x="10132" y="39652"/>
                          </a:lnTo>
                          <a:cubicBezTo>
                            <a:pt x="12228" y="27174"/>
                            <a:pt x="19086" y="16316"/>
                            <a:pt x="28801" y="9267"/>
                          </a:cubicBezTo>
                          <a:cubicBezTo>
                            <a:pt x="38517" y="2218"/>
                            <a:pt x="50899" y="-1401"/>
                            <a:pt x="63663" y="504"/>
                          </a:cubicBezTo>
                          <a:lnTo>
                            <a:pt x="99001" y="5743"/>
                          </a:lnTo>
                          <a:cubicBezTo>
                            <a:pt x="111764" y="7648"/>
                            <a:pt x="122623" y="14696"/>
                            <a:pt x="129671" y="24602"/>
                          </a:cubicBezTo>
                          <a:cubicBezTo>
                            <a:pt x="136624" y="34603"/>
                            <a:pt x="140053" y="47367"/>
                            <a:pt x="137767" y="6070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69" name="Forme libre : forme 14968">
                      <a:extLst>
                        <a:ext uri="{FF2B5EF4-FFF2-40B4-BE49-F238E27FC236}">
                          <a16:creationId xmlns:a16="http://schemas.microsoft.com/office/drawing/2014/main" id="{F9DB3819-43DE-4CFF-BCF6-C6A286497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8284" y="2408300"/>
                      <a:ext cx="87953" cy="156912"/>
                    </a:xfrm>
                    <a:custGeom>
                      <a:avLst/>
                      <a:gdLst>
                        <a:gd name="connsiteX0" fmla="*/ 36766 w 87953"/>
                        <a:gd name="connsiteY0" fmla="*/ 94107 h 156912"/>
                        <a:gd name="connsiteX1" fmla="*/ 34957 w 87953"/>
                        <a:gd name="connsiteY1" fmla="*/ 111538 h 156912"/>
                        <a:gd name="connsiteX2" fmla="*/ 27527 w 87953"/>
                        <a:gd name="connsiteY2" fmla="*/ 127826 h 156912"/>
                        <a:gd name="connsiteX3" fmla="*/ 0 w 87953"/>
                        <a:gd name="connsiteY3" fmla="*/ 145542 h 156912"/>
                        <a:gd name="connsiteX4" fmla="*/ 13525 w 87953"/>
                        <a:gd name="connsiteY4" fmla="*/ 152686 h 156912"/>
                        <a:gd name="connsiteX5" fmla="*/ 31718 w 87953"/>
                        <a:gd name="connsiteY5" fmla="*/ 156877 h 156912"/>
                        <a:gd name="connsiteX6" fmla="*/ 50768 w 87953"/>
                        <a:gd name="connsiteY6" fmla="*/ 150686 h 156912"/>
                        <a:gd name="connsiteX7" fmla="*/ 66960 w 87953"/>
                        <a:gd name="connsiteY7" fmla="*/ 134874 h 156912"/>
                        <a:gd name="connsiteX8" fmla="*/ 76485 w 87953"/>
                        <a:gd name="connsiteY8" fmla="*/ 112681 h 156912"/>
                        <a:gd name="connsiteX9" fmla="*/ 82201 w 87953"/>
                        <a:gd name="connsiteY9" fmla="*/ 83629 h 156912"/>
                        <a:gd name="connsiteX10" fmla="*/ 87249 w 87953"/>
                        <a:gd name="connsiteY10" fmla="*/ 55054 h 156912"/>
                        <a:gd name="connsiteX11" fmla="*/ 79153 w 87953"/>
                        <a:gd name="connsiteY11" fmla="*/ 19050 h 156912"/>
                        <a:gd name="connsiteX12" fmla="*/ 48482 w 87953"/>
                        <a:gd name="connsiteY12" fmla="*/ 191 h 156912"/>
                        <a:gd name="connsiteX13" fmla="*/ 47339 w 87953"/>
                        <a:gd name="connsiteY13" fmla="*/ 0 h 156912"/>
                        <a:gd name="connsiteX14" fmla="*/ 36766 w 87953"/>
                        <a:gd name="connsiteY14" fmla="*/ 94107 h 156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7953" h="156912">
                          <a:moveTo>
                            <a:pt x="36766" y="94107"/>
                          </a:moveTo>
                          <a:cubicBezTo>
                            <a:pt x="37052" y="99917"/>
                            <a:pt x="36671" y="105537"/>
                            <a:pt x="34957" y="111538"/>
                          </a:cubicBezTo>
                          <a:cubicBezTo>
                            <a:pt x="33528" y="117443"/>
                            <a:pt x="30956" y="122968"/>
                            <a:pt x="27527" y="127826"/>
                          </a:cubicBezTo>
                          <a:cubicBezTo>
                            <a:pt x="20955" y="137541"/>
                            <a:pt x="10859" y="144209"/>
                            <a:pt x="0" y="145542"/>
                          </a:cubicBezTo>
                          <a:lnTo>
                            <a:pt x="13525" y="152686"/>
                          </a:lnTo>
                          <a:cubicBezTo>
                            <a:pt x="19145" y="155734"/>
                            <a:pt x="25336" y="157163"/>
                            <a:pt x="31718" y="156877"/>
                          </a:cubicBezTo>
                          <a:cubicBezTo>
                            <a:pt x="38195" y="156591"/>
                            <a:pt x="44768" y="154400"/>
                            <a:pt x="50768" y="150686"/>
                          </a:cubicBezTo>
                          <a:cubicBezTo>
                            <a:pt x="57055" y="146876"/>
                            <a:pt x="62389" y="141446"/>
                            <a:pt x="66960" y="134874"/>
                          </a:cubicBezTo>
                          <a:cubicBezTo>
                            <a:pt x="71628" y="128302"/>
                            <a:pt x="74581" y="120587"/>
                            <a:pt x="76485" y="112681"/>
                          </a:cubicBezTo>
                          <a:lnTo>
                            <a:pt x="82201" y="83629"/>
                          </a:lnTo>
                          <a:lnTo>
                            <a:pt x="87249" y="55054"/>
                          </a:lnTo>
                          <a:cubicBezTo>
                            <a:pt x="89535" y="41720"/>
                            <a:pt x="86106" y="28956"/>
                            <a:pt x="79153" y="19050"/>
                          </a:cubicBezTo>
                          <a:cubicBezTo>
                            <a:pt x="72104" y="9049"/>
                            <a:pt x="61246" y="2096"/>
                            <a:pt x="48482" y="191"/>
                          </a:cubicBezTo>
                          <a:lnTo>
                            <a:pt x="47339" y="0"/>
                          </a:lnTo>
                          <a:cubicBezTo>
                            <a:pt x="44863" y="32004"/>
                            <a:pt x="35052" y="61246"/>
                            <a:pt x="36766" y="9410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70" name="Forme libre : forme 14969">
                      <a:extLst>
                        <a:ext uri="{FF2B5EF4-FFF2-40B4-BE49-F238E27FC236}">
                          <a16:creationId xmlns:a16="http://schemas.microsoft.com/office/drawing/2014/main" id="{1C3AF6B8-28F1-484E-8D75-8EFE1F5890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6718" y="2436755"/>
                      <a:ext cx="49637" cy="68415"/>
                    </a:xfrm>
                    <a:custGeom>
                      <a:avLst/>
                      <a:gdLst>
                        <a:gd name="connsiteX0" fmla="*/ 30427 w 49637"/>
                        <a:gd name="connsiteY0" fmla="*/ 215 h 68415"/>
                        <a:gd name="connsiteX1" fmla="*/ 48905 w 49637"/>
                        <a:gd name="connsiteY1" fmla="*/ 38411 h 68415"/>
                        <a:gd name="connsiteX2" fmla="*/ 37285 w 49637"/>
                        <a:gd name="connsiteY2" fmla="*/ 61461 h 68415"/>
                        <a:gd name="connsiteX3" fmla="*/ 18426 w 49637"/>
                        <a:gd name="connsiteY3" fmla="*/ 68033 h 68415"/>
                        <a:gd name="connsiteX4" fmla="*/ 3376 w 49637"/>
                        <a:gd name="connsiteY4" fmla="*/ 54794 h 68415"/>
                        <a:gd name="connsiteX5" fmla="*/ 709 w 49637"/>
                        <a:gd name="connsiteY5" fmla="*/ 29933 h 68415"/>
                        <a:gd name="connsiteX6" fmla="*/ 30427 w 49637"/>
                        <a:gd name="connsiteY6" fmla="*/ 215 h 684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637" h="68415">
                          <a:moveTo>
                            <a:pt x="30427" y="215"/>
                          </a:moveTo>
                          <a:cubicBezTo>
                            <a:pt x="43857" y="2311"/>
                            <a:pt x="52239" y="19361"/>
                            <a:pt x="48905" y="38411"/>
                          </a:cubicBezTo>
                          <a:cubicBezTo>
                            <a:pt x="47382" y="47936"/>
                            <a:pt x="42810" y="56127"/>
                            <a:pt x="37285" y="61461"/>
                          </a:cubicBezTo>
                          <a:cubicBezTo>
                            <a:pt x="31761" y="66795"/>
                            <a:pt x="24998" y="69462"/>
                            <a:pt x="18426" y="68033"/>
                          </a:cubicBezTo>
                          <a:cubicBezTo>
                            <a:pt x="11854" y="66605"/>
                            <a:pt x="6614" y="61652"/>
                            <a:pt x="3376" y="54794"/>
                          </a:cubicBezTo>
                          <a:cubicBezTo>
                            <a:pt x="137" y="47936"/>
                            <a:pt x="-815" y="39173"/>
                            <a:pt x="709" y="29933"/>
                          </a:cubicBezTo>
                          <a:cubicBezTo>
                            <a:pt x="3948" y="11550"/>
                            <a:pt x="17092" y="-1880"/>
                            <a:pt x="30427" y="21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71" name="Forme libre : forme 14970">
                      <a:extLst>
                        <a:ext uri="{FF2B5EF4-FFF2-40B4-BE49-F238E27FC236}">
                          <a16:creationId xmlns:a16="http://schemas.microsoft.com/office/drawing/2014/main" id="{3792A842-E1ED-47F5-BF0F-4CE236F57E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8189" y="2459355"/>
                      <a:ext cx="48161" cy="45876"/>
                    </a:xfrm>
                    <a:custGeom>
                      <a:avLst/>
                      <a:gdLst>
                        <a:gd name="connsiteX0" fmla="*/ 0 w 48161"/>
                        <a:gd name="connsiteY0" fmla="*/ 26860 h 45876"/>
                        <a:gd name="connsiteX1" fmla="*/ 16955 w 48161"/>
                        <a:gd name="connsiteY1" fmla="*/ 45529 h 45876"/>
                        <a:gd name="connsiteX2" fmla="*/ 35814 w 48161"/>
                        <a:gd name="connsiteY2" fmla="*/ 38957 h 45876"/>
                        <a:gd name="connsiteX3" fmla="*/ 47434 w 48161"/>
                        <a:gd name="connsiteY3" fmla="*/ 15907 h 45876"/>
                        <a:gd name="connsiteX4" fmla="*/ 47530 w 48161"/>
                        <a:gd name="connsiteY4" fmla="*/ 0 h 45876"/>
                        <a:gd name="connsiteX5" fmla="*/ 44386 w 48161"/>
                        <a:gd name="connsiteY5" fmla="*/ 8191 h 45876"/>
                        <a:gd name="connsiteX6" fmla="*/ 0 w 48161"/>
                        <a:gd name="connsiteY6" fmla="*/ 26860 h 45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161" h="45876">
                          <a:moveTo>
                            <a:pt x="0" y="26860"/>
                          </a:moveTo>
                          <a:cubicBezTo>
                            <a:pt x="2572" y="36481"/>
                            <a:pt x="8763" y="43815"/>
                            <a:pt x="16955" y="45529"/>
                          </a:cubicBezTo>
                          <a:cubicBezTo>
                            <a:pt x="23527" y="46863"/>
                            <a:pt x="30289" y="44291"/>
                            <a:pt x="35814" y="38957"/>
                          </a:cubicBezTo>
                          <a:cubicBezTo>
                            <a:pt x="41339" y="33623"/>
                            <a:pt x="45815" y="25432"/>
                            <a:pt x="47434" y="15907"/>
                          </a:cubicBezTo>
                          <a:cubicBezTo>
                            <a:pt x="48387" y="10382"/>
                            <a:pt x="48387" y="4953"/>
                            <a:pt x="47530" y="0"/>
                          </a:cubicBezTo>
                          <a:cubicBezTo>
                            <a:pt x="46958" y="2857"/>
                            <a:pt x="45911" y="5620"/>
                            <a:pt x="44386" y="8191"/>
                          </a:cubicBezTo>
                          <a:cubicBezTo>
                            <a:pt x="34480" y="22193"/>
                            <a:pt x="15907" y="31147"/>
                            <a:pt x="0" y="2686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72" name="Forme libre : forme 14971">
                      <a:extLst>
                        <a:ext uri="{FF2B5EF4-FFF2-40B4-BE49-F238E27FC236}">
                          <a16:creationId xmlns:a16="http://schemas.microsoft.com/office/drawing/2014/main" id="{E22C2B85-60AE-47D3-A5F7-126E1CDA43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2689" y="2434185"/>
                      <a:ext cx="49566" cy="68771"/>
                    </a:xfrm>
                    <a:custGeom>
                      <a:avLst/>
                      <a:gdLst>
                        <a:gd name="connsiteX0" fmla="*/ 30361 w 49566"/>
                        <a:gd name="connsiteY0" fmla="*/ 214 h 68771"/>
                        <a:gd name="connsiteX1" fmla="*/ 48840 w 49566"/>
                        <a:gd name="connsiteY1" fmla="*/ 38505 h 68771"/>
                        <a:gd name="connsiteX2" fmla="*/ 18455 w 49566"/>
                        <a:gd name="connsiteY2" fmla="*/ 68413 h 68771"/>
                        <a:gd name="connsiteX3" fmla="*/ 643 w 49566"/>
                        <a:gd name="connsiteY3" fmla="*/ 30218 h 68771"/>
                        <a:gd name="connsiteX4" fmla="*/ 30361 w 49566"/>
                        <a:gd name="connsiteY4" fmla="*/ 214 h 68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566" h="68771">
                          <a:moveTo>
                            <a:pt x="30361" y="214"/>
                          </a:moveTo>
                          <a:cubicBezTo>
                            <a:pt x="43696" y="2310"/>
                            <a:pt x="52174" y="19359"/>
                            <a:pt x="48840" y="38505"/>
                          </a:cubicBezTo>
                          <a:cubicBezTo>
                            <a:pt x="45697" y="57650"/>
                            <a:pt x="31505" y="71175"/>
                            <a:pt x="18455" y="68413"/>
                          </a:cubicBezTo>
                          <a:cubicBezTo>
                            <a:pt x="5120" y="65651"/>
                            <a:pt x="-2309" y="48696"/>
                            <a:pt x="643" y="30218"/>
                          </a:cubicBezTo>
                          <a:cubicBezTo>
                            <a:pt x="3882" y="11644"/>
                            <a:pt x="16931" y="-1881"/>
                            <a:pt x="30361" y="21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73" name="Forme libre : forme 14972">
                      <a:extLst>
                        <a:ext uri="{FF2B5EF4-FFF2-40B4-BE49-F238E27FC236}">
                          <a16:creationId xmlns:a16="http://schemas.microsoft.com/office/drawing/2014/main" id="{DE618528-AB1C-45C7-B439-DB84DD77FD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4260" y="2453817"/>
                      <a:ext cx="97313" cy="85577"/>
                    </a:xfrm>
                    <a:custGeom>
                      <a:avLst/>
                      <a:gdLst>
                        <a:gd name="connsiteX0" fmla="*/ 36502 w 97313"/>
                        <a:gd name="connsiteY0" fmla="*/ 80689 h 85577"/>
                        <a:gd name="connsiteX1" fmla="*/ 58695 w 97313"/>
                        <a:gd name="connsiteY1" fmla="*/ 85452 h 85577"/>
                        <a:gd name="connsiteX2" fmla="*/ 78793 w 97313"/>
                        <a:gd name="connsiteY2" fmla="*/ 74022 h 85577"/>
                        <a:gd name="connsiteX3" fmla="*/ 86413 w 97313"/>
                        <a:gd name="connsiteY3" fmla="*/ 63545 h 85577"/>
                        <a:gd name="connsiteX4" fmla="*/ 91747 w 97313"/>
                        <a:gd name="connsiteY4" fmla="*/ 53067 h 85577"/>
                        <a:gd name="connsiteX5" fmla="*/ 95462 w 97313"/>
                        <a:gd name="connsiteY5" fmla="*/ 15634 h 85577"/>
                        <a:gd name="connsiteX6" fmla="*/ 75840 w 97313"/>
                        <a:gd name="connsiteY6" fmla="*/ 298 h 85577"/>
                        <a:gd name="connsiteX7" fmla="*/ 62505 w 97313"/>
                        <a:gd name="connsiteY7" fmla="*/ 10395 h 85577"/>
                        <a:gd name="connsiteX8" fmla="*/ 30882 w 97313"/>
                        <a:gd name="connsiteY8" fmla="*/ 34588 h 85577"/>
                        <a:gd name="connsiteX9" fmla="*/ 10784 w 97313"/>
                        <a:gd name="connsiteY9" fmla="*/ 45066 h 85577"/>
                        <a:gd name="connsiteX10" fmla="*/ 212 w 97313"/>
                        <a:gd name="connsiteY10" fmla="*/ 60497 h 85577"/>
                        <a:gd name="connsiteX11" fmla="*/ 15451 w 97313"/>
                        <a:gd name="connsiteY11" fmla="*/ 73641 h 85577"/>
                        <a:gd name="connsiteX12" fmla="*/ 36502 w 97313"/>
                        <a:gd name="connsiteY12" fmla="*/ 80689 h 85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97313" h="85577">
                          <a:moveTo>
                            <a:pt x="36502" y="80689"/>
                          </a:moveTo>
                          <a:cubicBezTo>
                            <a:pt x="43646" y="83356"/>
                            <a:pt x="50980" y="86214"/>
                            <a:pt x="58695" y="85452"/>
                          </a:cubicBezTo>
                          <a:cubicBezTo>
                            <a:pt x="66029" y="84690"/>
                            <a:pt x="73268" y="80308"/>
                            <a:pt x="78793" y="74022"/>
                          </a:cubicBezTo>
                          <a:cubicBezTo>
                            <a:pt x="81555" y="70974"/>
                            <a:pt x="84318" y="66973"/>
                            <a:pt x="86413" y="63545"/>
                          </a:cubicBezTo>
                          <a:cubicBezTo>
                            <a:pt x="88413" y="60211"/>
                            <a:pt x="90223" y="56687"/>
                            <a:pt x="91747" y="53067"/>
                          </a:cubicBezTo>
                          <a:cubicBezTo>
                            <a:pt x="96795" y="41065"/>
                            <a:pt x="99271" y="27635"/>
                            <a:pt x="95462" y="15634"/>
                          </a:cubicBezTo>
                          <a:cubicBezTo>
                            <a:pt x="92700" y="6680"/>
                            <a:pt x="84698" y="-1702"/>
                            <a:pt x="75840" y="298"/>
                          </a:cubicBezTo>
                          <a:cubicBezTo>
                            <a:pt x="70315" y="1537"/>
                            <a:pt x="66315" y="6204"/>
                            <a:pt x="62505" y="10395"/>
                          </a:cubicBezTo>
                          <a:cubicBezTo>
                            <a:pt x="53361" y="20206"/>
                            <a:pt x="42693" y="28492"/>
                            <a:pt x="30882" y="34588"/>
                          </a:cubicBezTo>
                          <a:cubicBezTo>
                            <a:pt x="25834" y="37160"/>
                            <a:pt x="17452" y="40494"/>
                            <a:pt x="10784" y="45066"/>
                          </a:cubicBezTo>
                          <a:cubicBezTo>
                            <a:pt x="4021" y="49924"/>
                            <a:pt x="-1122" y="53734"/>
                            <a:pt x="212" y="60497"/>
                          </a:cubicBezTo>
                          <a:cubicBezTo>
                            <a:pt x="1164" y="66212"/>
                            <a:pt x="7831" y="70403"/>
                            <a:pt x="15451" y="73641"/>
                          </a:cubicBezTo>
                          <a:cubicBezTo>
                            <a:pt x="22786" y="76784"/>
                            <a:pt x="31549" y="78785"/>
                            <a:pt x="36502" y="8068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74" name="Forme libre : forme 14973">
                      <a:extLst>
                        <a:ext uri="{FF2B5EF4-FFF2-40B4-BE49-F238E27FC236}">
                          <a16:creationId xmlns:a16="http://schemas.microsoft.com/office/drawing/2014/main" id="{8594D686-64B7-4C54-B164-014D509EFA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8562" y="2485587"/>
                      <a:ext cx="20808" cy="29492"/>
                    </a:xfrm>
                    <a:custGeom>
                      <a:avLst/>
                      <a:gdLst>
                        <a:gd name="connsiteX0" fmla="*/ 10197 w 20808"/>
                        <a:gd name="connsiteY0" fmla="*/ 26536 h 29492"/>
                        <a:gd name="connsiteX1" fmla="*/ 14864 w 20808"/>
                        <a:gd name="connsiteY1" fmla="*/ 29298 h 29492"/>
                        <a:gd name="connsiteX2" fmla="*/ 19817 w 20808"/>
                        <a:gd name="connsiteY2" fmla="*/ 27964 h 29492"/>
                        <a:gd name="connsiteX3" fmla="*/ 20770 w 20808"/>
                        <a:gd name="connsiteY3" fmla="*/ 23297 h 29492"/>
                        <a:gd name="connsiteX4" fmla="*/ 18293 w 20808"/>
                        <a:gd name="connsiteY4" fmla="*/ 10629 h 29492"/>
                        <a:gd name="connsiteX5" fmla="*/ 16102 w 20808"/>
                        <a:gd name="connsiteY5" fmla="*/ 5771 h 29492"/>
                        <a:gd name="connsiteX6" fmla="*/ 5 w 20808"/>
                        <a:gd name="connsiteY6" fmla="*/ 6247 h 29492"/>
                        <a:gd name="connsiteX7" fmla="*/ 3053 w 20808"/>
                        <a:gd name="connsiteY7" fmla="*/ 17677 h 29492"/>
                        <a:gd name="connsiteX8" fmla="*/ 10197 w 20808"/>
                        <a:gd name="connsiteY8" fmla="*/ 26536 h 29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808" h="29492">
                          <a:moveTo>
                            <a:pt x="10197" y="26536"/>
                          </a:moveTo>
                          <a:cubicBezTo>
                            <a:pt x="11531" y="27678"/>
                            <a:pt x="13054" y="28822"/>
                            <a:pt x="14864" y="29298"/>
                          </a:cubicBezTo>
                          <a:cubicBezTo>
                            <a:pt x="16674" y="29774"/>
                            <a:pt x="18674" y="29393"/>
                            <a:pt x="19817" y="27964"/>
                          </a:cubicBezTo>
                          <a:cubicBezTo>
                            <a:pt x="20865" y="26726"/>
                            <a:pt x="20865" y="24916"/>
                            <a:pt x="20770" y="23297"/>
                          </a:cubicBezTo>
                          <a:cubicBezTo>
                            <a:pt x="20579" y="19201"/>
                            <a:pt x="19531" y="14725"/>
                            <a:pt x="18293" y="10629"/>
                          </a:cubicBezTo>
                          <a:cubicBezTo>
                            <a:pt x="17722" y="8914"/>
                            <a:pt x="17150" y="7200"/>
                            <a:pt x="16102" y="5771"/>
                          </a:cubicBezTo>
                          <a:cubicBezTo>
                            <a:pt x="11721" y="-325"/>
                            <a:pt x="291" y="-3564"/>
                            <a:pt x="5" y="6247"/>
                          </a:cubicBezTo>
                          <a:cubicBezTo>
                            <a:pt x="-90" y="9962"/>
                            <a:pt x="1148" y="14153"/>
                            <a:pt x="3053" y="17677"/>
                          </a:cubicBezTo>
                          <a:cubicBezTo>
                            <a:pt x="4863" y="20916"/>
                            <a:pt x="7435" y="24059"/>
                            <a:pt x="10197" y="2653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75" name="Forme libre : forme 14974">
                      <a:extLst>
                        <a:ext uri="{FF2B5EF4-FFF2-40B4-BE49-F238E27FC236}">
                          <a16:creationId xmlns:a16="http://schemas.microsoft.com/office/drawing/2014/main" id="{AAE1C0B5-574C-4D09-8566-AB08714CB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0766" y="2412206"/>
                      <a:ext cx="42195" cy="49625"/>
                    </a:xfrm>
                    <a:custGeom>
                      <a:avLst/>
                      <a:gdLst>
                        <a:gd name="connsiteX0" fmla="*/ 0 w 42195"/>
                        <a:gd name="connsiteY0" fmla="*/ 0 h 49625"/>
                        <a:gd name="connsiteX1" fmla="*/ 19335 w 42195"/>
                        <a:gd name="connsiteY1" fmla="*/ 7525 h 49625"/>
                        <a:gd name="connsiteX2" fmla="*/ 42196 w 42195"/>
                        <a:gd name="connsiteY2" fmla="*/ 49625 h 49625"/>
                        <a:gd name="connsiteX3" fmla="*/ 34766 w 42195"/>
                        <a:gd name="connsiteY3" fmla="*/ 29909 h 49625"/>
                        <a:gd name="connsiteX4" fmla="*/ 0 w 42195"/>
                        <a:gd name="connsiteY4" fmla="*/ 0 h 49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95" h="49625">
                          <a:moveTo>
                            <a:pt x="0" y="0"/>
                          </a:moveTo>
                          <a:cubicBezTo>
                            <a:pt x="0" y="0"/>
                            <a:pt x="9334" y="953"/>
                            <a:pt x="19335" y="7525"/>
                          </a:cubicBezTo>
                          <a:cubicBezTo>
                            <a:pt x="29241" y="14192"/>
                            <a:pt x="39909" y="26479"/>
                            <a:pt x="42196" y="49625"/>
                          </a:cubicBezTo>
                          <a:cubicBezTo>
                            <a:pt x="42196" y="49625"/>
                            <a:pt x="40862" y="40577"/>
                            <a:pt x="34766" y="29909"/>
                          </a:cubicBezTo>
                          <a:cubicBezTo>
                            <a:pt x="28765" y="19241"/>
                            <a:pt x="18192" y="685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76" name="Forme libre : forme 14975">
                      <a:extLst>
                        <a:ext uri="{FF2B5EF4-FFF2-40B4-BE49-F238E27FC236}">
                          <a16:creationId xmlns:a16="http://schemas.microsoft.com/office/drawing/2014/main" id="{70C190B4-6882-4145-B9A9-F7D2A12B14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2358" y="2492770"/>
                      <a:ext cx="32781" cy="51261"/>
                    </a:xfrm>
                    <a:custGeom>
                      <a:avLst/>
                      <a:gdLst>
                        <a:gd name="connsiteX0" fmla="*/ 301 w 32781"/>
                        <a:gd name="connsiteY0" fmla="*/ 17 h 51261"/>
                        <a:gd name="connsiteX1" fmla="*/ 15 w 32781"/>
                        <a:gd name="connsiteY1" fmla="*/ 5828 h 51261"/>
                        <a:gd name="connsiteX2" fmla="*/ 2587 w 32781"/>
                        <a:gd name="connsiteY2" fmla="*/ 17829 h 51261"/>
                        <a:gd name="connsiteX3" fmla="*/ 6207 w 32781"/>
                        <a:gd name="connsiteY3" fmla="*/ 25354 h 51261"/>
                        <a:gd name="connsiteX4" fmla="*/ 11922 w 32781"/>
                        <a:gd name="connsiteY4" fmla="*/ 33355 h 51261"/>
                        <a:gd name="connsiteX5" fmla="*/ 32781 w 32781"/>
                        <a:gd name="connsiteY5" fmla="*/ 51262 h 51261"/>
                        <a:gd name="connsiteX6" fmla="*/ 27923 w 32781"/>
                        <a:gd name="connsiteY6" fmla="*/ 46976 h 51261"/>
                        <a:gd name="connsiteX7" fmla="*/ 17160 w 32781"/>
                        <a:gd name="connsiteY7" fmla="*/ 35736 h 51261"/>
                        <a:gd name="connsiteX8" fmla="*/ 6016 w 32781"/>
                        <a:gd name="connsiteY8" fmla="*/ 20210 h 51261"/>
                        <a:gd name="connsiteX9" fmla="*/ 2016 w 32781"/>
                        <a:gd name="connsiteY9" fmla="*/ 11066 h 51261"/>
                        <a:gd name="connsiteX10" fmla="*/ 777 w 32781"/>
                        <a:gd name="connsiteY10" fmla="*/ 6018 h 51261"/>
                        <a:gd name="connsiteX11" fmla="*/ 396 w 32781"/>
                        <a:gd name="connsiteY11" fmla="*/ 3351 h 51261"/>
                        <a:gd name="connsiteX12" fmla="*/ 301 w 32781"/>
                        <a:gd name="connsiteY12" fmla="*/ 17 h 51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2781" h="51261">
                          <a:moveTo>
                            <a:pt x="301" y="17"/>
                          </a:moveTo>
                          <a:cubicBezTo>
                            <a:pt x="301" y="-269"/>
                            <a:pt x="-80" y="3065"/>
                            <a:pt x="15" y="5828"/>
                          </a:cubicBezTo>
                          <a:cubicBezTo>
                            <a:pt x="15" y="8780"/>
                            <a:pt x="968" y="13447"/>
                            <a:pt x="2587" y="17829"/>
                          </a:cubicBezTo>
                          <a:cubicBezTo>
                            <a:pt x="3444" y="20115"/>
                            <a:pt x="4587" y="22687"/>
                            <a:pt x="6207" y="25354"/>
                          </a:cubicBezTo>
                          <a:cubicBezTo>
                            <a:pt x="7635" y="27830"/>
                            <a:pt x="9540" y="30497"/>
                            <a:pt x="11922" y="33355"/>
                          </a:cubicBezTo>
                          <a:cubicBezTo>
                            <a:pt x="16779" y="39165"/>
                            <a:pt x="23161" y="45071"/>
                            <a:pt x="32781" y="51262"/>
                          </a:cubicBezTo>
                          <a:cubicBezTo>
                            <a:pt x="32781" y="51262"/>
                            <a:pt x="30781" y="49738"/>
                            <a:pt x="27923" y="46976"/>
                          </a:cubicBezTo>
                          <a:cubicBezTo>
                            <a:pt x="25066" y="44308"/>
                            <a:pt x="21161" y="40403"/>
                            <a:pt x="17160" y="35736"/>
                          </a:cubicBezTo>
                          <a:cubicBezTo>
                            <a:pt x="13160" y="31164"/>
                            <a:pt x="9254" y="26116"/>
                            <a:pt x="6016" y="20210"/>
                          </a:cubicBezTo>
                          <a:cubicBezTo>
                            <a:pt x="4397" y="17353"/>
                            <a:pt x="3159" y="14495"/>
                            <a:pt x="2016" y="11066"/>
                          </a:cubicBezTo>
                          <a:cubicBezTo>
                            <a:pt x="1444" y="9447"/>
                            <a:pt x="1063" y="7732"/>
                            <a:pt x="777" y="6018"/>
                          </a:cubicBezTo>
                          <a:cubicBezTo>
                            <a:pt x="587" y="5161"/>
                            <a:pt x="491" y="4399"/>
                            <a:pt x="396" y="3351"/>
                          </a:cubicBezTo>
                          <a:lnTo>
                            <a:pt x="301" y="17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77" name="Forme libre : forme 14976">
                      <a:extLst>
                        <a:ext uri="{FF2B5EF4-FFF2-40B4-BE49-F238E27FC236}">
                          <a16:creationId xmlns:a16="http://schemas.microsoft.com/office/drawing/2014/main" id="{288902F8-7BE4-43D6-AE87-6914760BBE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2668" y="2449996"/>
                      <a:ext cx="18759" cy="24546"/>
                    </a:xfrm>
                    <a:custGeom>
                      <a:avLst/>
                      <a:gdLst>
                        <a:gd name="connsiteX0" fmla="*/ 15714 w 18759"/>
                        <a:gd name="connsiteY0" fmla="*/ 596 h 24546"/>
                        <a:gd name="connsiteX1" fmla="*/ 16285 w 18759"/>
                        <a:gd name="connsiteY1" fmla="*/ 16122 h 24546"/>
                        <a:gd name="connsiteX2" fmla="*/ 3045 w 18759"/>
                        <a:gd name="connsiteY2" fmla="*/ 23932 h 24546"/>
                        <a:gd name="connsiteX3" fmla="*/ 2474 w 18759"/>
                        <a:gd name="connsiteY3" fmla="*/ 8502 h 24546"/>
                        <a:gd name="connsiteX4" fmla="*/ 15714 w 18759"/>
                        <a:gd name="connsiteY4" fmla="*/ 596 h 24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759" h="24546">
                          <a:moveTo>
                            <a:pt x="15714" y="596"/>
                          </a:moveTo>
                          <a:cubicBezTo>
                            <a:pt x="19524" y="2691"/>
                            <a:pt x="19809" y="9645"/>
                            <a:pt x="16285" y="16122"/>
                          </a:cubicBezTo>
                          <a:cubicBezTo>
                            <a:pt x="12761" y="22599"/>
                            <a:pt x="6856" y="26028"/>
                            <a:pt x="3045" y="23932"/>
                          </a:cubicBezTo>
                          <a:cubicBezTo>
                            <a:pt x="-764" y="21837"/>
                            <a:pt x="-1050" y="14883"/>
                            <a:pt x="2474" y="8502"/>
                          </a:cubicBezTo>
                          <a:cubicBezTo>
                            <a:pt x="5998" y="2120"/>
                            <a:pt x="11904" y="-1500"/>
                            <a:pt x="15714" y="59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78" name="Forme libre : forme 14977">
                      <a:extLst>
                        <a:ext uri="{FF2B5EF4-FFF2-40B4-BE49-F238E27FC236}">
                          <a16:creationId xmlns:a16="http://schemas.microsoft.com/office/drawing/2014/main" id="{A287630A-19B1-47C2-9EF9-8DCE559A9F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792" y="2446621"/>
                      <a:ext cx="7083" cy="7154"/>
                    </a:xfrm>
                    <a:custGeom>
                      <a:avLst/>
                      <a:gdLst>
                        <a:gd name="connsiteX0" fmla="*/ 4161 w 7083"/>
                        <a:gd name="connsiteY0" fmla="*/ 65 h 7154"/>
                        <a:gd name="connsiteX1" fmla="*/ 7019 w 7083"/>
                        <a:gd name="connsiteY1" fmla="*/ 4161 h 7154"/>
                        <a:gd name="connsiteX2" fmla="*/ 2923 w 7083"/>
                        <a:gd name="connsiteY2" fmla="*/ 7113 h 7154"/>
                        <a:gd name="connsiteX3" fmla="*/ 65 w 7083"/>
                        <a:gd name="connsiteY3" fmla="*/ 3018 h 7154"/>
                        <a:gd name="connsiteX4" fmla="*/ 4161 w 7083"/>
                        <a:gd name="connsiteY4" fmla="*/ 65 h 7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83" h="7154">
                          <a:moveTo>
                            <a:pt x="4161" y="65"/>
                          </a:moveTo>
                          <a:cubicBezTo>
                            <a:pt x="6066" y="351"/>
                            <a:pt x="7400" y="2161"/>
                            <a:pt x="7019" y="4161"/>
                          </a:cubicBezTo>
                          <a:cubicBezTo>
                            <a:pt x="6637" y="6161"/>
                            <a:pt x="4828" y="7399"/>
                            <a:pt x="2923" y="7113"/>
                          </a:cubicBezTo>
                          <a:cubicBezTo>
                            <a:pt x="1018" y="6828"/>
                            <a:pt x="-316" y="5018"/>
                            <a:pt x="65" y="3018"/>
                          </a:cubicBezTo>
                          <a:cubicBezTo>
                            <a:pt x="446" y="1018"/>
                            <a:pt x="2256" y="-316"/>
                            <a:pt x="4161" y="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79" name="Forme libre : forme 14978">
                      <a:extLst>
                        <a:ext uri="{FF2B5EF4-FFF2-40B4-BE49-F238E27FC236}">
                          <a16:creationId xmlns:a16="http://schemas.microsoft.com/office/drawing/2014/main" id="{1A51C3A2-8B38-44E9-A7A7-F53D272F35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5363" y="2415063"/>
                      <a:ext cx="68639" cy="53403"/>
                    </a:xfrm>
                    <a:custGeom>
                      <a:avLst/>
                      <a:gdLst>
                        <a:gd name="connsiteX0" fmla="*/ 29016 w 68639"/>
                        <a:gd name="connsiteY0" fmla="*/ 1906 h 53403"/>
                        <a:gd name="connsiteX1" fmla="*/ 60163 w 68639"/>
                        <a:gd name="connsiteY1" fmla="*/ 1525 h 53403"/>
                        <a:gd name="connsiteX2" fmla="*/ 68640 w 68639"/>
                        <a:gd name="connsiteY2" fmla="*/ 8002 h 53403"/>
                        <a:gd name="connsiteX3" fmla="*/ 61401 w 68639"/>
                        <a:gd name="connsiteY3" fmla="*/ 14669 h 53403"/>
                        <a:gd name="connsiteX4" fmla="*/ 31016 w 68639"/>
                        <a:gd name="connsiteY4" fmla="*/ 25718 h 53403"/>
                        <a:gd name="connsiteX5" fmla="*/ 3679 w 68639"/>
                        <a:gd name="connsiteY5" fmla="*/ 52102 h 53403"/>
                        <a:gd name="connsiteX6" fmla="*/ 9204 w 68639"/>
                        <a:gd name="connsiteY6" fmla="*/ 14288 h 53403"/>
                        <a:gd name="connsiteX7" fmla="*/ 29016 w 68639"/>
                        <a:gd name="connsiteY7" fmla="*/ 1906 h 53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639" h="53403">
                          <a:moveTo>
                            <a:pt x="29016" y="1906"/>
                          </a:moveTo>
                          <a:cubicBezTo>
                            <a:pt x="39112" y="-856"/>
                            <a:pt x="49875" y="-285"/>
                            <a:pt x="60163" y="1525"/>
                          </a:cubicBezTo>
                          <a:cubicBezTo>
                            <a:pt x="63973" y="2191"/>
                            <a:pt x="68640" y="4001"/>
                            <a:pt x="68640" y="8002"/>
                          </a:cubicBezTo>
                          <a:cubicBezTo>
                            <a:pt x="68640" y="11526"/>
                            <a:pt x="64830" y="13717"/>
                            <a:pt x="61401" y="14669"/>
                          </a:cubicBezTo>
                          <a:cubicBezTo>
                            <a:pt x="50924" y="17812"/>
                            <a:pt x="39207" y="18479"/>
                            <a:pt x="31016" y="25718"/>
                          </a:cubicBezTo>
                          <a:cubicBezTo>
                            <a:pt x="25873" y="30195"/>
                            <a:pt x="12347" y="59913"/>
                            <a:pt x="3679" y="52102"/>
                          </a:cubicBezTo>
                          <a:cubicBezTo>
                            <a:pt x="-5083" y="44387"/>
                            <a:pt x="3870" y="21146"/>
                            <a:pt x="9204" y="14288"/>
                          </a:cubicBezTo>
                          <a:cubicBezTo>
                            <a:pt x="14252" y="8192"/>
                            <a:pt x="21396" y="4001"/>
                            <a:pt x="29016" y="190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52" name="Graphique 1">
                    <a:extLst>
                      <a:ext uri="{FF2B5EF4-FFF2-40B4-BE49-F238E27FC236}">
                        <a16:creationId xmlns:a16="http://schemas.microsoft.com/office/drawing/2014/main" id="{3DDCE030-EF08-4605-B5F4-3B9FA504F9AA}"/>
                      </a:ext>
                    </a:extLst>
                  </p:cNvPr>
                  <p:cNvGrpSpPr/>
                  <p:nvPr/>
                </p:nvGrpSpPr>
                <p:grpSpPr>
                  <a:xfrm>
                    <a:off x="7551054" y="2252823"/>
                    <a:ext cx="137903" cy="156094"/>
                    <a:chOff x="7551054" y="2252823"/>
                    <a:chExt cx="137903" cy="156094"/>
                  </a:xfrm>
                  <a:solidFill>
                    <a:schemeClr val="accent1"/>
                  </a:solidFill>
                </p:grpSpPr>
                <p:sp>
                  <p:nvSpPr>
                    <p:cNvPr id="14956" name="Forme libre : forme 14955">
                      <a:extLst>
                        <a:ext uri="{FF2B5EF4-FFF2-40B4-BE49-F238E27FC236}">
                          <a16:creationId xmlns:a16="http://schemas.microsoft.com/office/drawing/2014/main" id="{F650A694-1272-4D04-9D59-3AA90832EE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1054" y="2252823"/>
                      <a:ext cx="137903" cy="156094"/>
                    </a:xfrm>
                    <a:custGeom>
                      <a:avLst/>
                      <a:gdLst>
                        <a:gd name="connsiteX0" fmla="*/ 137339 w 137903"/>
                        <a:gd name="connsiteY0" fmla="*/ 60132 h 156094"/>
                        <a:gd name="connsiteX1" fmla="*/ 129148 w 137903"/>
                        <a:gd name="connsiteY1" fmla="*/ 115187 h 156094"/>
                        <a:gd name="connsiteX2" fmla="*/ 75617 w 137903"/>
                        <a:gd name="connsiteY2" fmla="*/ 155573 h 156094"/>
                        <a:gd name="connsiteX3" fmla="*/ 40280 w 137903"/>
                        <a:gd name="connsiteY3" fmla="*/ 150334 h 156094"/>
                        <a:gd name="connsiteX4" fmla="*/ 465 w 137903"/>
                        <a:gd name="connsiteY4" fmla="*/ 96517 h 156094"/>
                        <a:gd name="connsiteX5" fmla="*/ 8371 w 137903"/>
                        <a:gd name="connsiteY5" fmla="*/ 40892 h 156094"/>
                        <a:gd name="connsiteX6" fmla="*/ 62378 w 137903"/>
                        <a:gd name="connsiteY6" fmla="*/ 601 h 156094"/>
                        <a:gd name="connsiteX7" fmla="*/ 97906 w 137903"/>
                        <a:gd name="connsiteY7" fmla="*/ 6316 h 156094"/>
                        <a:gd name="connsiteX8" fmla="*/ 137339 w 137903"/>
                        <a:gd name="connsiteY8" fmla="*/ 60132 h 156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7903" h="156094">
                          <a:moveTo>
                            <a:pt x="137339" y="60132"/>
                          </a:moveTo>
                          <a:lnTo>
                            <a:pt x="129148" y="115187"/>
                          </a:lnTo>
                          <a:cubicBezTo>
                            <a:pt x="125338" y="140999"/>
                            <a:pt x="101144" y="159478"/>
                            <a:pt x="75617" y="155573"/>
                          </a:cubicBezTo>
                          <a:lnTo>
                            <a:pt x="40280" y="150334"/>
                          </a:lnTo>
                          <a:cubicBezTo>
                            <a:pt x="14753" y="146429"/>
                            <a:pt x="-3154" y="122521"/>
                            <a:pt x="465" y="96517"/>
                          </a:cubicBezTo>
                          <a:lnTo>
                            <a:pt x="8371" y="40892"/>
                          </a:lnTo>
                          <a:cubicBezTo>
                            <a:pt x="12276" y="14603"/>
                            <a:pt x="36660" y="-3590"/>
                            <a:pt x="62378" y="601"/>
                          </a:cubicBezTo>
                          <a:lnTo>
                            <a:pt x="97906" y="6316"/>
                          </a:lnTo>
                          <a:cubicBezTo>
                            <a:pt x="123623" y="10507"/>
                            <a:pt x="141340" y="34605"/>
                            <a:pt x="137339" y="6013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57" name="Forme libre : forme 14956">
                      <a:extLst>
                        <a:ext uri="{FF2B5EF4-FFF2-40B4-BE49-F238E27FC236}">
                          <a16:creationId xmlns:a16="http://schemas.microsoft.com/office/drawing/2014/main" id="{EF6D38F5-94E1-4C71-A6E5-8BE909451A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1336" y="2258949"/>
                      <a:ext cx="77504" cy="149968"/>
                    </a:xfrm>
                    <a:custGeom>
                      <a:avLst/>
                      <a:gdLst>
                        <a:gd name="connsiteX0" fmla="*/ 27908 w 77504"/>
                        <a:gd name="connsiteY0" fmla="*/ 93059 h 149968"/>
                        <a:gd name="connsiteX1" fmla="*/ 0 w 77504"/>
                        <a:gd name="connsiteY1" fmla="*/ 147161 h 149968"/>
                        <a:gd name="connsiteX2" fmla="*/ 15240 w 77504"/>
                        <a:gd name="connsiteY2" fmla="*/ 149447 h 149968"/>
                        <a:gd name="connsiteX3" fmla="*/ 68771 w 77504"/>
                        <a:gd name="connsiteY3" fmla="*/ 109061 h 149968"/>
                        <a:gd name="connsiteX4" fmla="*/ 76962 w 77504"/>
                        <a:gd name="connsiteY4" fmla="*/ 54007 h 149968"/>
                        <a:gd name="connsiteX5" fmla="*/ 37529 w 77504"/>
                        <a:gd name="connsiteY5" fmla="*/ 190 h 149968"/>
                        <a:gd name="connsiteX6" fmla="*/ 36386 w 77504"/>
                        <a:gd name="connsiteY6" fmla="*/ 0 h 149968"/>
                        <a:gd name="connsiteX7" fmla="*/ 27908 w 77504"/>
                        <a:gd name="connsiteY7" fmla="*/ 93059 h 149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7504" h="149968">
                          <a:moveTo>
                            <a:pt x="27908" y="93059"/>
                          </a:moveTo>
                          <a:cubicBezTo>
                            <a:pt x="30385" y="115824"/>
                            <a:pt x="19621" y="137636"/>
                            <a:pt x="0" y="147161"/>
                          </a:cubicBezTo>
                          <a:lnTo>
                            <a:pt x="15240" y="149447"/>
                          </a:lnTo>
                          <a:cubicBezTo>
                            <a:pt x="40767" y="153352"/>
                            <a:pt x="64961" y="134874"/>
                            <a:pt x="68771" y="109061"/>
                          </a:cubicBezTo>
                          <a:lnTo>
                            <a:pt x="76962" y="54007"/>
                          </a:lnTo>
                          <a:cubicBezTo>
                            <a:pt x="80868" y="28575"/>
                            <a:pt x="63246" y="4477"/>
                            <a:pt x="37529" y="190"/>
                          </a:cubicBezTo>
                          <a:lnTo>
                            <a:pt x="36386" y="0"/>
                          </a:lnTo>
                          <a:cubicBezTo>
                            <a:pt x="33909" y="31718"/>
                            <a:pt x="24289" y="60960"/>
                            <a:pt x="27908" y="9305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58" name="Forme libre : forme 14957">
                      <a:extLst>
                        <a:ext uri="{FF2B5EF4-FFF2-40B4-BE49-F238E27FC236}">
                          <a16:creationId xmlns:a16="http://schemas.microsoft.com/office/drawing/2014/main" id="{6D2C6051-CF71-4D1F-AFC7-9BB772B33B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9302" y="2287311"/>
                      <a:ext cx="49798" cy="68493"/>
                    </a:xfrm>
                    <a:custGeom>
                      <a:avLst/>
                      <a:gdLst>
                        <a:gd name="connsiteX0" fmla="*/ 30036 w 49798"/>
                        <a:gd name="connsiteY0" fmla="*/ 213 h 68493"/>
                        <a:gd name="connsiteX1" fmla="*/ 49277 w 49798"/>
                        <a:gd name="connsiteY1" fmla="*/ 37836 h 68493"/>
                        <a:gd name="connsiteX2" fmla="*/ 19940 w 49798"/>
                        <a:gd name="connsiteY2" fmla="*/ 68316 h 68493"/>
                        <a:gd name="connsiteX3" fmla="*/ 509 w 49798"/>
                        <a:gd name="connsiteY3" fmla="*/ 30693 h 68493"/>
                        <a:gd name="connsiteX4" fmla="*/ 30036 w 49798"/>
                        <a:gd name="connsiteY4" fmla="*/ 213 h 68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798" h="68493">
                          <a:moveTo>
                            <a:pt x="30036" y="213"/>
                          </a:moveTo>
                          <a:cubicBezTo>
                            <a:pt x="43562" y="2308"/>
                            <a:pt x="52039" y="19072"/>
                            <a:pt x="49277" y="37836"/>
                          </a:cubicBezTo>
                          <a:cubicBezTo>
                            <a:pt x="46514" y="56506"/>
                            <a:pt x="33370" y="70221"/>
                            <a:pt x="19940" y="68316"/>
                          </a:cubicBezTo>
                          <a:cubicBezTo>
                            <a:pt x="6510" y="66411"/>
                            <a:pt x="-2254" y="49552"/>
                            <a:pt x="509" y="30693"/>
                          </a:cubicBezTo>
                          <a:cubicBezTo>
                            <a:pt x="3271" y="11738"/>
                            <a:pt x="16606" y="-1883"/>
                            <a:pt x="30036" y="213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59" name="Forme libre : forme 14958">
                      <a:extLst>
                        <a:ext uri="{FF2B5EF4-FFF2-40B4-BE49-F238E27FC236}">
                          <a16:creationId xmlns:a16="http://schemas.microsoft.com/office/drawing/2014/main" id="{7FF0095D-CFBC-4F0C-B576-F90035085B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01335" y="2309431"/>
                      <a:ext cx="47879" cy="46278"/>
                    </a:xfrm>
                    <a:custGeom>
                      <a:avLst/>
                      <a:gdLst>
                        <a:gd name="connsiteX0" fmla="*/ 0 w 47879"/>
                        <a:gd name="connsiteY0" fmla="*/ 28194 h 46278"/>
                        <a:gd name="connsiteX1" fmla="*/ 18002 w 47879"/>
                        <a:gd name="connsiteY1" fmla="*/ 46101 h 46278"/>
                        <a:gd name="connsiteX2" fmla="*/ 47340 w 47879"/>
                        <a:gd name="connsiteY2" fmla="*/ 15621 h 46278"/>
                        <a:gd name="connsiteX3" fmla="*/ 46958 w 47879"/>
                        <a:gd name="connsiteY3" fmla="*/ 0 h 46278"/>
                        <a:gd name="connsiteX4" fmla="*/ 44005 w 47879"/>
                        <a:gd name="connsiteY4" fmla="*/ 8192 h 46278"/>
                        <a:gd name="connsiteX5" fmla="*/ 0 w 47879"/>
                        <a:gd name="connsiteY5" fmla="*/ 28194 h 46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7879" h="46278">
                          <a:moveTo>
                            <a:pt x="0" y="28194"/>
                          </a:moveTo>
                          <a:cubicBezTo>
                            <a:pt x="3048" y="37909"/>
                            <a:pt x="9620" y="44863"/>
                            <a:pt x="18002" y="46101"/>
                          </a:cubicBezTo>
                          <a:cubicBezTo>
                            <a:pt x="31432" y="48006"/>
                            <a:pt x="44577" y="34385"/>
                            <a:pt x="47340" y="15621"/>
                          </a:cubicBezTo>
                          <a:cubicBezTo>
                            <a:pt x="48196" y="10096"/>
                            <a:pt x="48006" y="4858"/>
                            <a:pt x="46958" y="0"/>
                          </a:cubicBezTo>
                          <a:cubicBezTo>
                            <a:pt x="46387" y="2857"/>
                            <a:pt x="45530" y="5620"/>
                            <a:pt x="44005" y="8192"/>
                          </a:cubicBezTo>
                          <a:cubicBezTo>
                            <a:pt x="34290" y="22098"/>
                            <a:pt x="16193" y="31718"/>
                            <a:pt x="0" y="28194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60" name="Forme libre : forme 14959">
                      <a:extLst>
                        <a:ext uri="{FF2B5EF4-FFF2-40B4-BE49-F238E27FC236}">
                          <a16:creationId xmlns:a16="http://schemas.microsoft.com/office/drawing/2014/main" id="{AD356045-0726-4272-A7E6-9AB2CBF0CD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05207" y="2284644"/>
                      <a:ext cx="49798" cy="68319"/>
                    </a:xfrm>
                    <a:custGeom>
                      <a:avLst/>
                      <a:gdLst>
                        <a:gd name="connsiteX0" fmla="*/ 30036 w 49798"/>
                        <a:gd name="connsiteY0" fmla="*/ 213 h 68319"/>
                        <a:gd name="connsiteX1" fmla="*/ 49277 w 49798"/>
                        <a:gd name="connsiteY1" fmla="*/ 37741 h 68319"/>
                        <a:gd name="connsiteX2" fmla="*/ 19940 w 49798"/>
                        <a:gd name="connsiteY2" fmla="*/ 68126 h 68319"/>
                        <a:gd name="connsiteX3" fmla="*/ 509 w 49798"/>
                        <a:gd name="connsiteY3" fmla="*/ 30502 h 68319"/>
                        <a:gd name="connsiteX4" fmla="*/ 30036 w 49798"/>
                        <a:gd name="connsiteY4" fmla="*/ 213 h 68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798" h="68319">
                          <a:moveTo>
                            <a:pt x="30036" y="213"/>
                          </a:moveTo>
                          <a:cubicBezTo>
                            <a:pt x="43562" y="2308"/>
                            <a:pt x="52039" y="19072"/>
                            <a:pt x="49277" y="37741"/>
                          </a:cubicBezTo>
                          <a:cubicBezTo>
                            <a:pt x="46515" y="56410"/>
                            <a:pt x="33370" y="70126"/>
                            <a:pt x="19940" y="68126"/>
                          </a:cubicBezTo>
                          <a:cubicBezTo>
                            <a:pt x="6510" y="66221"/>
                            <a:pt x="-2254" y="49362"/>
                            <a:pt x="509" y="30502"/>
                          </a:cubicBezTo>
                          <a:cubicBezTo>
                            <a:pt x="3271" y="11738"/>
                            <a:pt x="16606" y="-1883"/>
                            <a:pt x="30036" y="21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61" name="Forme libre : forme 14960">
                      <a:extLst>
                        <a:ext uri="{FF2B5EF4-FFF2-40B4-BE49-F238E27FC236}">
                          <a16:creationId xmlns:a16="http://schemas.microsoft.com/office/drawing/2014/main" id="{B06055E6-2490-4695-89DC-FF5CBE605A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8459" y="2304073"/>
                      <a:ext cx="96509" cy="82560"/>
                    </a:xfrm>
                    <a:custGeom>
                      <a:avLst/>
                      <a:gdLst>
                        <a:gd name="connsiteX0" fmla="*/ 39926 w 96509"/>
                        <a:gd name="connsiteY0" fmla="*/ 80796 h 82560"/>
                        <a:gd name="connsiteX1" fmla="*/ 62786 w 96509"/>
                        <a:gd name="connsiteY1" fmla="*/ 81749 h 82560"/>
                        <a:gd name="connsiteX2" fmla="*/ 92123 w 96509"/>
                        <a:gd name="connsiteY2" fmla="*/ 50983 h 82560"/>
                        <a:gd name="connsiteX3" fmla="*/ 94313 w 96509"/>
                        <a:gd name="connsiteY3" fmla="*/ 14979 h 82560"/>
                        <a:gd name="connsiteX4" fmla="*/ 74120 w 96509"/>
                        <a:gd name="connsiteY4" fmla="*/ 310 h 82560"/>
                        <a:gd name="connsiteX5" fmla="*/ 60880 w 96509"/>
                        <a:gd name="connsiteY5" fmla="*/ 10502 h 82560"/>
                        <a:gd name="connsiteX6" fmla="*/ 29829 w 96509"/>
                        <a:gd name="connsiteY6" fmla="*/ 35648 h 82560"/>
                        <a:gd name="connsiteX7" fmla="*/ 397 w 96509"/>
                        <a:gd name="connsiteY7" fmla="*/ 66033 h 82560"/>
                        <a:gd name="connsiteX8" fmla="*/ 39926 w 96509"/>
                        <a:gd name="connsiteY8" fmla="*/ 80796 h 82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6509" h="82560">
                          <a:moveTo>
                            <a:pt x="39926" y="80796"/>
                          </a:moveTo>
                          <a:cubicBezTo>
                            <a:pt x="47450" y="82130"/>
                            <a:pt x="55261" y="83463"/>
                            <a:pt x="62786" y="81749"/>
                          </a:cubicBezTo>
                          <a:cubicBezTo>
                            <a:pt x="77073" y="78415"/>
                            <a:pt x="86979" y="64890"/>
                            <a:pt x="92123" y="50983"/>
                          </a:cubicBezTo>
                          <a:cubicBezTo>
                            <a:pt x="96409" y="39363"/>
                            <a:pt x="98314" y="26599"/>
                            <a:pt x="94313" y="14979"/>
                          </a:cubicBezTo>
                          <a:cubicBezTo>
                            <a:pt x="91265" y="6311"/>
                            <a:pt x="83074" y="-1690"/>
                            <a:pt x="74120" y="310"/>
                          </a:cubicBezTo>
                          <a:cubicBezTo>
                            <a:pt x="68596" y="1548"/>
                            <a:pt x="64691" y="6216"/>
                            <a:pt x="60880" y="10502"/>
                          </a:cubicBezTo>
                          <a:cubicBezTo>
                            <a:pt x="51927" y="20408"/>
                            <a:pt x="41354" y="28980"/>
                            <a:pt x="29829" y="35648"/>
                          </a:cubicBezTo>
                          <a:cubicBezTo>
                            <a:pt x="20018" y="41363"/>
                            <a:pt x="-3318" y="50888"/>
                            <a:pt x="397" y="66033"/>
                          </a:cubicBezTo>
                          <a:cubicBezTo>
                            <a:pt x="3730" y="79558"/>
                            <a:pt x="29353" y="78987"/>
                            <a:pt x="39926" y="8079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62" name="Forme libre : forme 14961">
                      <a:extLst>
                        <a:ext uri="{FF2B5EF4-FFF2-40B4-BE49-F238E27FC236}">
                          <a16:creationId xmlns:a16="http://schemas.microsoft.com/office/drawing/2014/main" id="{991EC43B-C6D1-465A-978C-3A7714A3D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1713" y="2337612"/>
                      <a:ext cx="22140" cy="29986"/>
                    </a:xfrm>
                    <a:custGeom>
                      <a:avLst/>
                      <a:gdLst>
                        <a:gd name="connsiteX0" fmla="*/ 11621 w 22140"/>
                        <a:gd name="connsiteY0" fmla="*/ 27541 h 29986"/>
                        <a:gd name="connsiteX1" fmla="*/ 16574 w 22140"/>
                        <a:gd name="connsiteY1" fmla="*/ 29922 h 29986"/>
                        <a:gd name="connsiteX2" fmla="*/ 21432 w 22140"/>
                        <a:gd name="connsiteY2" fmla="*/ 27922 h 29986"/>
                        <a:gd name="connsiteX3" fmla="*/ 21908 w 22140"/>
                        <a:gd name="connsiteY3" fmla="*/ 22969 h 29986"/>
                        <a:gd name="connsiteX4" fmla="*/ 18670 w 22140"/>
                        <a:gd name="connsiteY4" fmla="*/ 10205 h 29986"/>
                        <a:gd name="connsiteX5" fmla="*/ 16193 w 22140"/>
                        <a:gd name="connsiteY5" fmla="*/ 5347 h 29986"/>
                        <a:gd name="connsiteX6" fmla="*/ 1 w 22140"/>
                        <a:gd name="connsiteY6" fmla="*/ 6681 h 29986"/>
                        <a:gd name="connsiteX7" fmla="*/ 11621 w 22140"/>
                        <a:gd name="connsiteY7" fmla="*/ 27541 h 299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140" h="29986">
                          <a:moveTo>
                            <a:pt x="11621" y="27541"/>
                          </a:moveTo>
                          <a:cubicBezTo>
                            <a:pt x="13050" y="28684"/>
                            <a:pt x="14764" y="29636"/>
                            <a:pt x="16574" y="29922"/>
                          </a:cubicBezTo>
                          <a:cubicBezTo>
                            <a:pt x="18384" y="30208"/>
                            <a:pt x="20480" y="29541"/>
                            <a:pt x="21432" y="27922"/>
                          </a:cubicBezTo>
                          <a:cubicBezTo>
                            <a:pt x="22385" y="26493"/>
                            <a:pt x="22194" y="24588"/>
                            <a:pt x="21908" y="22969"/>
                          </a:cubicBezTo>
                          <a:cubicBezTo>
                            <a:pt x="21241" y="18587"/>
                            <a:pt x="20194" y="14301"/>
                            <a:pt x="18670" y="10205"/>
                          </a:cubicBezTo>
                          <a:cubicBezTo>
                            <a:pt x="18003" y="8491"/>
                            <a:pt x="17336" y="6776"/>
                            <a:pt x="16193" y="5347"/>
                          </a:cubicBezTo>
                          <a:cubicBezTo>
                            <a:pt x="11431" y="-558"/>
                            <a:pt x="-95" y="-3416"/>
                            <a:pt x="1" y="6681"/>
                          </a:cubicBezTo>
                          <a:cubicBezTo>
                            <a:pt x="96" y="14587"/>
                            <a:pt x="5621" y="22969"/>
                            <a:pt x="11621" y="2754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63" name="Forme libre : forme 14962">
                      <a:extLst>
                        <a:ext uri="{FF2B5EF4-FFF2-40B4-BE49-F238E27FC236}">
                          <a16:creationId xmlns:a16="http://schemas.microsoft.com/office/drawing/2014/main" id="{C8F8B461-BAA0-4059-9B0A-2439B6DEF7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3054" y="2262854"/>
                      <a:ext cx="42767" cy="48672"/>
                    </a:xfrm>
                    <a:custGeom>
                      <a:avLst/>
                      <a:gdLst>
                        <a:gd name="connsiteX0" fmla="*/ 0 w 42767"/>
                        <a:gd name="connsiteY0" fmla="*/ 0 h 48672"/>
                        <a:gd name="connsiteX1" fmla="*/ 42767 w 42767"/>
                        <a:gd name="connsiteY1" fmla="*/ 48673 h 48672"/>
                        <a:gd name="connsiteX2" fmla="*/ 0 w 42767"/>
                        <a:gd name="connsiteY2" fmla="*/ 0 h 48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42767" h="48672">
                          <a:moveTo>
                            <a:pt x="0" y="0"/>
                          </a:moveTo>
                          <a:cubicBezTo>
                            <a:pt x="0" y="0"/>
                            <a:pt x="37529" y="4286"/>
                            <a:pt x="42767" y="48673"/>
                          </a:cubicBezTo>
                          <a:cubicBezTo>
                            <a:pt x="42767" y="48673"/>
                            <a:pt x="36481" y="1409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64" name="Forme libre : forme 14963">
                      <a:extLst>
                        <a:ext uri="{FF2B5EF4-FFF2-40B4-BE49-F238E27FC236}">
                          <a16:creationId xmlns:a16="http://schemas.microsoft.com/office/drawing/2014/main" id="{38B47332-40A1-4C31-BFED-A5A51DF07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5580" y="2346959"/>
                      <a:ext cx="40040" cy="53911"/>
                    </a:xfrm>
                    <a:custGeom>
                      <a:avLst/>
                      <a:gdLst>
                        <a:gd name="connsiteX0" fmla="*/ 131 w 40040"/>
                        <a:gd name="connsiteY0" fmla="*/ 0 h 53911"/>
                        <a:gd name="connsiteX1" fmla="*/ 3464 w 40040"/>
                        <a:gd name="connsiteY1" fmla="*/ 22765 h 53911"/>
                        <a:gd name="connsiteX2" fmla="*/ 40040 w 40040"/>
                        <a:gd name="connsiteY2" fmla="*/ 53912 h 53911"/>
                        <a:gd name="connsiteX3" fmla="*/ 20800 w 40040"/>
                        <a:gd name="connsiteY3" fmla="*/ 41720 h 53911"/>
                        <a:gd name="connsiteX4" fmla="*/ 131 w 40040"/>
                        <a:gd name="connsiteY4" fmla="*/ 0 h 53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040" h="53911">
                          <a:moveTo>
                            <a:pt x="131" y="0"/>
                          </a:moveTo>
                          <a:cubicBezTo>
                            <a:pt x="131" y="0"/>
                            <a:pt x="-1012" y="10668"/>
                            <a:pt x="3464" y="22765"/>
                          </a:cubicBezTo>
                          <a:cubicBezTo>
                            <a:pt x="7846" y="34766"/>
                            <a:pt x="17847" y="48197"/>
                            <a:pt x="40040" y="53912"/>
                          </a:cubicBezTo>
                          <a:cubicBezTo>
                            <a:pt x="40040" y="53912"/>
                            <a:pt x="30515" y="50292"/>
                            <a:pt x="20800" y="41720"/>
                          </a:cubicBezTo>
                          <a:cubicBezTo>
                            <a:pt x="10989" y="33338"/>
                            <a:pt x="988" y="19907"/>
                            <a:pt x="13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65" name="Forme libre : forme 14964">
                      <a:extLst>
                        <a:ext uri="{FF2B5EF4-FFF2-40B4-BE49-F238E27FC236}">
                          <a16:creationId xmlns:a16="http://schemas.microsoft.com/office/drawing/2014/main" id="{0B39E692-4415-4A45-BF33-A1353F76A3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05265" y="2300594"/>
                      <a:ext cx="18619" cy="24817"/>
                    </a:xfrm>
                    <a:custGeom>
                      <a:avLst/>
                      <a:gdLst>
                        <a:gd name="connsiteX0" fmla="*/ 15406 w 18619"/>
                        <a:gd name="connsiteY0" fmla="*/ 550 h 24817"/>
                        <a:gd name="connsiteX1" fmla="*/ 16358 w 18619"/>
                        <a:gd name="connsiteY1" fmla="*/ 16076 h 24817"/>
                        <a:gd name="connsiteX2" fmla="*/ 3214 w 18619"/>
                        <a:gd name="connsiteY2" fmla="*/ 24267 h 24817"/>
                        <a:gd name="connsiteX3" fmla="*/ 2262 w 18619"/>
                        <a:gd name="connsiteY3" fmla="*/ 8742 h 24817"/>
                        <a:gd name="connsiteX4" fmla="*/ 15406 w 18619"/>
                        <a:gd name="connsiteY4" fmla="*/ 550 h 24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19" h="24817">
                          <a:moveTo>
                            <a:pt x="15406" y="550"/>
                          </a:moveTo>
                          <a:cubicBezTo>
                            <a:pt x="19311" y="2550"/>
                            <a:pt x="19692" y="9504"/>
                            <a:pt x="16358" y="16076"/>
                          </a:cubicBezTo>
                          <a:cubicBezTo>
                            <a:pt x="13025" y="22648"/>
                            <a:pt x="7119" y="26267"/>
                            <a:pt x="3214" y="24267"/>
                          </a:cubicBezTo>
                          <a:cubicBezTo>
                            <a:pt x="-691" y="22267"/>
                            <a:pt x="-1073" y="15219"/>
                            <a:pt x="2262" y="8742"/>
                          </a:cubicBezTo>
                          <a:cubicBezTo>
                            <a:pt x="5595" y="2169"/>
                            <a:pt x="11501" y="-1450"/>
                            <a:pt x="15406" y="55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66" name="Forme libre : forme 14965">
                      <a:extLst>
                        <a:ext uri="{FF2B5EF4-FFF2-40B4-BE49-F238E27FC236}">
                          <a16:creationId xmlns:a16="http://schemas.microsoft.com/office/drawing/2014/main" id="{27ACA817-789A-4C96-BDE2-773BBA98A2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5107" y="2297201"/>
                      <a:ext cx="7030" cy="7218"/>
                    </a:xfrm>
                    <a:custGeom>
                      <a:avLst/>
                      <a:gdLst>
                        <a:gd name="connsiteX0" fmla="*/ 4039 w 7030"/>
                        <a:gd name="connsiteY0" fmla="*/ 38 h 7218"/>
                        <a:gd name="connsiteX1" fmla="*/ 6992 w 7030"/>
                        <a:gd name="connsiteY1" fmla="*/ 4134 h 7218"/>
                        <a:gd name="connsiteX2" fmla="*/ 2991 w 7030"/>
                        <a:gd name="connsiteY2" fmla="*/ 7182 h 7218"/>
                        <a:gd name="connsiteX3" fmla="*/ 39 w 7030"/>
                        <a:gd name="connsiteY3" fmla="*/ 3182 h 7218"/>
                        <a:gd name="connsiteX4" fmla="*/ 4039 w 7030"/>
                        <a:gd name="connsiteY4" fmla="*/ 38 h 7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30" h="7218">
                          <a:moveTo>
                            <a:pt x="4039" y="38"/>
                          </a:moveTo>
                          <a:cubicBezTo>
                            <a:pt x="5944" y="324"/>
                            <a:pt x="7278" y="2134"/>
                            <a:pt x="6992" y="4134"/>
                          </a:cubicBezTo>
                          <a:cubicBezTo>
                            <a:pt x="6706" y="6039"/>
                            <a:pt x="4896" y="7468"/>
                            <a:pt x="2991" y="7182"/>
                          </a:cubicBezTo>
                          <a:cubicBezTo>
                            <a:pt x="1086" y="6896"/>
                            <a:pt x="-247" y="5087"/>
                            <a:pt x="39" y="3182"/>
                          </a:cubicBezTo>
                          <a:cubicBezTo>
                            <a:pt x="324" y="1086"/>
                            <a:pt x="2134" y="-247"/>
                            <a:pt x="4039" y="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67" name="Forme libre : forme 14966">
                      <a:extLst>
                        <a:ext uri="{FF2B5EF4-FFF2-40B4-BE49-F238E27FC236}">
                          <a16:creationId xmlns:a16="http://schemas.microsoft.com/office/drawing/2014/main" id="{C2E8CC6D-AFAC-441C-8F11-8DC3CADF2F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7284" y="2265443"/>
                      <a:ext cx="68913" cy="55005"/>
                    </a:xfrm>
                    <a:custGeom>
                      <a:avLst/>
                      <a:gdLst>
                        <a:gd name="connsiteX0" fmla="*/ 29003 w 68913"/>
                        <a:gd name="connsiteY0" fmla="*/ 1887 h 55005"/>
                        <a:gd name="connsiteX1" fmla="*/ 60340 w 68913"/>
                        <a:gd name="connsiteY1" fmla="*/ 1697 h 55005"/>
                        <a:gd name="connsiteX2" fmla="*/ 68912 w 68913"/>
                        <a:gd name="connsiteY2" fmla="*/ 8174 h 55005"/>
                        <a:gd name="connsiteX3" fmla="*/ 61673 w 68913"/>
                        <a:gd name="connsiteY3" fmla="*/ 14841 h 55005"/>
                        <a:gd name="connsiteX4" fmla="*/ 31002 w 68913"/>
                        <a:gd name="connsiteY4" fmla="*/ 26081 h 55005"/>
                        <a:gd name="connsiteX5" fmla="*/ 3952 w 68913"/>
                        <a:gd name="connsiteY5" fmla="*/ 53799 h 55005"/>
                        <a:gd name="connsiteX6" fmla="*/ 9000 w 68913"/>
                        <a:gd name="connsiteY6" fmla="*/ 14651 h 55005"/>
                        <a:gd name="connsiteX7" fmla="*/ 29003 w 68913"/>
                        <a:gd name="connsiteY7" fmla="*/ 1887 h 55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913" h="55005">
                          <a:moveTo>
                            <a:pt x="29003" y="1887"/>
                          </a:moveTo>
                          <a:cubicBezTo>
                            <a:pt x="39194" y="-970"/>
                            <a:pt x="49957" y="-208"/>
                            <a:pt x="60340" y="1697"/>
                          </a:cubicBezTo>
                          <a:cubicBezTo>
                            <a:pt x="64150" y="2364"/>
                            <a:pt x="68912" y="4269"/>
                            <a:pt x="68912" y="8174"/>
                          </a:cubicBezTo>
                          <a:cubicBezTo>
                            <a:pt x="69007" y="11698"/>
                            <a:pt x="65007" y="13794"/>
                            <a:pt x="61673" y="14841"/>
                          </a:cubicBezTo>
                          <a:cubicBezTo>
                            <a:pt x="51195" y="17985"/>
                            <a:pt x="39289" y="18747"/>
                            <a:pt x="31002" y="26081"/>
                          </a:cubicBezTo>
                          <a:cubicBezTo>
                            <a:pt x="25764" y="30653"/>
                            <a:pt x="12905" y="61419"/>
                            <a:pt x="3952" y="53799"/>
                          </a:cubicBezTo>
                          <a:cubicBezTo>
                            <a:pt x="-5097" y="46179"/>
                            <a:pt x="3476" y="21604"/>
                            <a:pt x="9000" y="14651"/>
                          </a:cubicBezTo>
                          <a:cubicBezTo>
                            <a:pt x="14048" y="8365"/>
                            <a:pt x="21382" y="3983"/>
                            <a:pt x="29003" y="188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53" name="Graphique 1">
                    <a:extLst>
                      <a:ext uri="{FF2B5EF4-FFF2-40B4-BE49-F238E27FC236}">
                        <a16:creationId xmlns:a16="http://schemas.microsoft.com/office/drawing/2014/main" id="{00E9A7F9-2E1B-4477-AE42-4C79F3CC85B8}"/>
                      </a:ext>
                    </a:extLst>
                  </p:cNvPr>
                  <p:cNvGrpSpPr/>
                  <p:nvPr/>
                </p:nvGrpSpPr>
                <p:grpSpPr>
                  <a:xfrm>
                    <a:off x="7573963" y="2101835"/>
                    <a:ext cx="141559" cy="158019"/>
                    <a:chOff x="7573963" y="2101835"/>
                    <a:chExt cx="141559" cy="158019"/>
                  </a:xfrm>
                  <a:solidFill>
                    <a:schemeClr val="accent1"/>
                  </a:solidFill>
                </p:grpSpPr>
                <p:sp>
                  <p:nvSpPr>
                    <p:cNvPr id="14944" name="Forme libre : forme 14943">
                      <a:extLst>
                        <a:ext uri="{FF2B5EF4-FFF2-40B4-BE49-F238E27FC236}">
                          <a16:creationId xmlns:a16="http://schemas.microsoft.com/office/drawing/2014/main" id="{50812C35-4E47-4F2B-8E55-48F7E17F26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3963" y="2101835"/>
                      <a:ext cx="141558" cy="157923"/>
                    </a:xfrm>
                    <a:custGeom>
                      <a:avLst/>
                      <a:gdLst>
                        <a:gd name="connsiteX0" fmla="*/ 140433 w 141558"/>
                        <a:gd name="connsiteY0" fmla="*/ 66816 h 157923"/>
                        <a:gd name="connsiteX1" fmla="*/ 134909 w 141558"/>
                        <a:gd name="connsiteY1" fmla="*/ 92915 h 157923"/>
                        <a:gd name="connsiteX2" fmla="*/ 129765 w 141558"/>
                        <a:gd name="connsiteY2" fmla="*/ 119299 h 157923"/>
                        <a:gd name="connsiteX3" fmla="*/ 74996 w 141558"/>
                        <a:gd name="connsiteY3" fmla="*/ 157304 h 157923"/>
                        <a:gd name="connsiteX4" fmla="*/ 39468 w 141558"/>
                        <a:gd name="connsiteY4" fmla="*/ 151589 h 157923"/>
                        <a:gd name="connsiteX5" fmla="*/ 797 w 141558"/>
                        <a:gd name="connsiteY5" fmla="*/ 95772 h 157923"/>
                        <a:gd name="connsiteX6" fmla="*/ 6131 w 141558"/>
                        <a:gd name="connsiteY6" fmla="*/ 67197 h 157923"/>
                        <a:gd name="connsiteX7" fmla="*/ 12036 w 141558"/>
                        <a:gd name="connsiteY7" fmla="*/ 38432 h 157923"/>
                        <a:gd name="connsiteX8" fmla="*/ 33753 w 141558"/>
                        <a:gd name="connsiteY8" fmla="*/ 7094 h 157923"/>
                        <a:gd name="connsiteX9" fmla="*/ 70138 w 141558"/>
                        <a:gd name="connsiteY9" fmla="*/ 1665 h 157923"/>
                        <a:gd name="connsiteX10" fmla="*/ 105096 w 141558"/>
                        <a:gd name="connsiteY10" fmla="*/ 11285 h 157923"/>
                        <a:gd name="connsiteX11" fmla="*/ 134147 w 141558"/>
                        <a:gd name="connsiteY11" fmla="*/ 32812 h 157923"/>
                        <a:gd name="connsiteX12" fmla="*/ 140433 w 141558"/>
                        <a:gd name="connsiteY12" fmla="*/ 66816 h 157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41558" h="157923">
                          <a:moveTo>
                            <a:pt x="140433" y="66816"/>
                          </a:moveTo>
                          <a:cubicBezTo>
                            <a:pt x="138433" y="75389"/>
                            <a:pt x="136813" y="84247"/>
                            <a:pt x="134909" y="92915"/>
                          </a:cubicBezTo>
                          <a:cubicBezTo>
                            <a:pt x="133004" y="101582"/>
                            <a:pt x="131384" y="110441"/>
                            <a:pt x="129765" y="119299"/>
                          </a:cubicBezTo>
                          <a:cubicBezTo>
                            <a:pt x="125003" y="143969"/>
                            <a:pt x="100809" y="161495"/>
                            <a:pt x="74996" y="157304"/>
                          </a:cubicBezTo>
                          <a:lnTo>
                            <a:pt x="39468" y="151589"/>
                          </a:lnTo>
                          <a:cubicBezTo>
                            <a:pt x="13846" y="147493"/>
                            <a:pt x="-4061" y="122537"/>
                            <a:pt x="797" y="95772"/>
                          </a:cubicBezTo>
                          <a:cubicBezTo>
                            <a:pt x="2416" y="86247"/>
                            <a:pt x="4130" y="76817"/>
                            <a:pt x="6131" y="67197"/>
                          </a:cubicBezTo>
                          <a:cubicBezTo>
                            <a:pt x="8131" y="57577"/>
                            <a:pt x="9846" y="48147"/>
                            <a:pt x="12036" y="38432"/>
                          </a:cubicBezTo>
                          <a:cubicBezTo>
                            <a:pt x="15180" y="24906"/>
                            <a:pt x="23085" y="13762"/>
                            <a:pt x="33753" y="7094"/>
                          </a:cubicBezTo>
                          <a:cubicBezTo>
                            <a:pt x="44516" y="332"/>
                            <a:pt x="57471" y="-1859"/>
                            <a:pt x="70138" y="1665"/>
                          </a:cubicBezTo>
                          <a:lnTo>
                            <a:pt x="105096" y="11285"/>
                          </a:lnTo>
                          <a:cubicBezTo>
                            <a:pt x="117763" y="14810"/>
                            <a:pt x="127860" y="22906"/>
                            <a:pt x="134147" y="32812"/>
                          </a:cubicBezTo>
                          <a:cubicBezTo>
                            <a:pt x="140528" y="42813"/>
                            <a:pt x="143290" y="54910"/>
                            <a:pt x="140433" y="6681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45" name="Forme libre : forme 14944">
                      <a:extLst>
                        <a:ext uri="{FF2B5EF4-FFF2-40B4-BE49-F238E27FC236}">
                          <a16:creationId xmlns:a16="http://schemas.microsoft.com/office/drawing/2014/main" id="{81874860-0D87-4959-8722-16F88E8C44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3625" y="2112835"/>
                      <a:ext cx="81898" cy="147019"/>
                    </a:xfrm>
                    <a:custGeom>
                      <a:avLst/>
                      <a:gdLst>
                        <a:gd name="connsiteX0" fmla="*/ 29432 w 81898"/>
                        <a:gd name="connsiteY0" fmla="*/ 90964 h 147019"/>
                        <a:gd name="connsiteX1" fmla="*/ 0 w 81898"/>
                        <a:gd name="connsiteY1" fmla="*/ 143923 h 147019"/>
                        <a:gd name="connsiteX2" fmla="*/ 15335 w 81898"/>
                        <a:gd name="connsiteY2" fmla="*/ 146399 h 147019"/>
                        <a:gd name="connsiteX3" fmla="*/ 70104 w 81898"/>
                        <a:gd name="connsiteY3" fmla="*/ 108394 h 147019"/>
                        <a:gd name="connsiteX4" fmla="*/ 75248 w 81898"/>
                        <a:gd name="connsiteY4" fmla="*/ 82010 h 147019"/>
                        <a:gd name="connsiteX5" fmla="*/ 80772 w 81898"/>
                        <a:gd name="connsiteY5" fmla="*/ 55912 h 147019"/>
                        <a:gd name="connsiteX6" fmla="*/ 74581 w 81898"/>
                        <a:gd name="connsiteY6" fmla="*/ 21812 h 147019"/>
                        <a:gd name="connsiteX7" fmla="*/ 45529 w 81898"/>
                        <a:gd name="connsiteY7" fmla="*/ 286 h 147019"/>
                        <a:gd name="connsiteX8" fmla="*/ 44386 w 81898"/>
                        <a:gd name="connsiteY8" fmla="*/ 0 h 147019"/>
                        <a:gd name="connsiteX9" fmla="*/ 39243 w 81898"/>
                        <a:gd name="connsiteY9" fmla="*/ 22669 h 147019"/>
                        <a:gd name="connsiteX10" fmla="*/ 33814 w 81898"/>
                        <a:gd name="connsiteY10" fmla="*/ 44958 h 147019"/>
                        <a:gd name="connsiteX11" fmla="*/ 30004 w 81898"/>
                        <a:gd name="connsiteY11" fmla="*/ 67627 h 147019"/>
                        <a:gd name="connsiteX12" fmla="*/ 29432 w 81898"/>
                        <a:gd name="connsiteY12" fmla="*/ 90964 h 14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1898" h="147019">
                          <a:moveTo>
                            <a:pt x="29432" y="90964"/>
                          </a:moveTo>
                          <a:cubicBezTo>
                            <a:pt x="31052" y="113538"/>
                            <a:pt x="19907" y="134588"/>
                            <a:pt x="0" y="143923"/>
                          </a:cubicBezTo>
                          <a:lnTo>
                            <a:pt x="15335" y="146399"/>
                          </a:lnTo>
                          <a:cubicBezTo>
                            <a:pt x="41148" y="150590"/>
                            <a:pt x="65341" y="133064"/>
                            <a:pt x="70104" y="108394"/>
                          </a:cubicBezTo>
                          <a:cubicBezTo>
                            <a:pt x="71723" y="99536"/>
                            <a:pt x="73343" y="90678"/>
                            <a:pt x="75248" y="82010"/>
                          </a:cubicBezTo>
                          <a:cubicBezTo>
                            <a:pt x="77057" y="73342"/>
                            <a:pt x="78772" y="64484"/>
                            <a:pt x="80772" y="55912"/>
                          </a:cubicBezTo>
                          <a:cubicBezTo>
                            <a:pt x="83629" y="44005"/>
                            <a:pt x="80867" y="31813"/>
                            <a:pt x="74581" y="21812"/>
                          </a:cubicBezTo>
                          <a:cubicBezTo>
                            <a:pt x="68389" y="11906"/>
                            <a:pt x="58198" y="3810"/>
                            <a:pt x="45529" y="286"/>
                          </a:cubicBezTo>
                          <a:lnTo>
                            <a:pt x="44386" y="0"/>
                          </a:lnTo>
                          <a:cubicBezTo>
                            <a:pt x="42958" y="7715"/>
                            <a:pt x="40862" y="15049"/>
                            <a:pt x="39243" y="22669"/>
                          </a:cubicBezTo>
                          <a:cubicBezTo>
                            <a:pt x="37433" y="30194"/>
                            <a:pt x="35623" y="37624"/>
                            <a:pt x="33814" y="44958"/>
                          </a:cubicBezTo>
                          <a:cubicBezTo>
                            <a:pt x="32004" y="52388"/>
                            <a:pt x="30861" y="60007"/>
                            <a:pt x="30004" y="67627"/>
                          </a:cubicBezTo>
                          <a:cubicBezTo>
                            <a:pt x="29242" y="75247"/>
                            <a:pt x="28766" y="82867"/>
                            <a:pt x="29432" y="9096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46" name="Forme libre : forme 14945">
                      <a:extLst>
                        <a:ext uri="{FF2B5EF4-FFF2-40B4-BE49-F238E27FC236}">
                          <a16:creationId xmlns:a16="http://schemas.microsoft.com/office/drawing/2014/main" id="{58AA00C5-EEDA-4D78-8F5C-2C103DF693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4130" y="2138622"/>
                      <a:ext cx="50511" cy="68032"/>
                    </a:xfrm>
                    <a:custGeom>
                      <a:avLst/>
                      <a:gdLst>
                        <a:gd name="connsiteX0" fmla="*/ 32735 w 50511"/>
                        <a:gd name="connsiteY0" fmla="*/ 502 h 68032"/>
                        <a:gd name="connsiteX1" fmla="*/ 49595 w 50511"/>
                        <a:gd name="connsiteY1" fmla="*/ 39079 h 68032"/>
                        <a:gd name="connsiteX2" fmla="*/ 18733 w 50511"/>
                        <a:gd name="connsiteY2" fmla="*/ 67749 h 68032"/>
                        <a:gd name="connsiteX3" fmla="*/ 1017 w 50511"/>
                        <a:gd name="connsiteY3" fmla="*/ 28982 h 68032"/>
                        <a:gd name="connsiteX4" fmla="*/ 32735 w 50511"/>
                        <a:gd name="connsiteY4" fmla="*/ 502 h 68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511" h="68032">
                          <a:moveTo>
                            <a:pt x="32735" y="502"/>
                          </a:moveTo>
                          <a:cubicBezTo>
                            <a:pt x="46261" y="3836"/>
                            <a:pt x="53119" y="20791"/>
                            <a:pt x="49595" y="39079"/>
                          </a:cubicBezTo>
                          <a:cubicBezTo>
                            <a:pt x="45785" y="57271"/>
                            <a:pt x="32164" y="70130"/>
                            <a:pt x="18733" y="67749"/>
                          </a:cubicBezTo>
                          <a:cubicBezTo>
                            <a:pt x="5208" y="65272"/>
                            <a:pt x="-2983" y="47937"/>
                            <a:pt x="1017" y="28982"/>
                          </a:cubicBezTo>
                          <a:cubicBezTo>
                            <a:pt x="4637" y="10027"/>
                            <a:pt x="19591" y="-2736"/>
                            <a:pt x="32735" y="502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47" name="Forme libre : forme 14946">
                      <a:extLst>
                        <a:ext uri="{FF2B5EF4-FFF2-40B4-BE49-F238E27FC236}">
                          <a16:creationId xmlns:a16="http://schemas.microsoft.com/office/drawing/2014/main" id="{DD586404-3968-42AE-8EFB-3069C00BF6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5433" y="2162270"/>
                      <a:ext cx="49220" cy="44404"/>
                    </a:xfrm>
                    <a:custGeom>
                      <a:avLst/>
                      <a:gdLst>
                        <a:gd name="connsiteX0" fmla="*/ 0 w 49220"/>
                        <a:gd name="connsiteY0" fmla="*/ 25337 h 44404"/>
                        <a:gd name="connsiteX1" fmla="*/ 17430 w 49220"/>
                        <a:gd name="connsiteY1" fmla="*/ 44101 h 44404"/>
                        <a:gd name="connsiteX2" fmla="*/ 48292 w 49220"/>
                        <a:gd name="connsiteY2" fmla="*/ 15431 h 44404"/>
                        <a:gd name="connsiteX3" fmla="*/ 48768 w 49220"/>
                        <a:gd name="connsiteY3" fmla="*/ 0 h 44404"/>
                        <a:gd name="connsiteX4" fmla="*/ 45339 w 49220"/>
                        <a:gd name="connsiteY4" fmla="*/ 7811 h 44404"/>
                        <a:gd name="connsiteX5" fmla="*/ 0 w 49220"/>
                        <a:gd name="connsiteY5" fmla="*/ 25337 h 44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9220" h="44404">
                          <a:moveTo>
                            <a:pt x="0" y="25337"/>
                          </a:moveTo>
                          <a:cubicBezTo>
                            <a:pt x="2571" y="35243"/>
                            <a:pt x="9048" y="42577"/>
                            <a:pt x="17430" y="44101"/>
                          </a:cubicBezTo>
                          <a:cubicBezTo>
                            <a:pt x="30861" y="46577"/>
                            <a:pt x="44482" y="33623"/>
                            <a:pt x="48292" y="15431"/>
                          </a:cubicBezTo>
                          <a:cubicBezTo>
                            <a:pt x="49435" y="10097"/>
                            <a:pt x="49435" y="4858"/>
                            <a:pt x="48768" y="0"/>
                          </a:cubicBezTo>
                          <a:cubicBezTo>
                            <a:pt x="48006" y="2762"/>
                            <a:pt x="46958" y="5429"/>
                            <a:pt x="45339" y="7811"/>
                          </a:cubicBezTo>
                          <a:cubicBezTo>
                            <a:pt x="35052" y="20860"/>
                            <a:pt x="16192" y="29623"/>
                            <a:pt x="0" y="25337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48" name="Forme libre : forme 14947">
                      <a:extLst>
                        <a:ext uri="{FF2B5EF4-FFF2-40B4-BE49-F238E27FC236}">
                          <a16:creationId xmlns:a16="http://schemas.microsoft.com/office/drawing/2014/main" id="{CE1A4840-C32D-41ED-AFF4-72063E4BA9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0314" y="2136520"/>
                      <a:ext cx="50504" cy="67754"/>
                    </a:xfrm>
                    <a:custGeom>
                      <a:avLst/>
                      <a:gdLst>
                        <a:gd name="connsiteX0" fmla="*/ 32743 w 50504"/>
                        <a:gd name="connsiteY0" fmla="*/ 508 h 67754"/>
                        <a:gd name="connsiteX1" fmla="*/ 47602 w 50504"/>
                        <a:gd name="connsiteY1" fmla="*/ 14224 h 67754"/>
                        <a:gd name="connsiteX2" fmla="*/ 49602 w 50504"/>
                        <a:gd name="connsiteY2" fmla="*/ 38989 h 67754"/>
                        <a:gd name="connsiteX3" fmla="*/ 18646 w 50504"/>
                        <a:gd name="connsiteY3" fmla="*/ 67469 h 67754"/>
                        <a:gd name="connsiteX4" fmla="*/ 1025 w 50504"/>
                        <a:gd name="connsiteY4" fmla="*/ 28797 h 67754"/>
                        <a:gd name="connsiteX5" fmla="*/ 32743 w 50504"/>
                        <a:gd name="connsiteY5" fmla="*/ 508 h 67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0504" h="67754">
                          <a:moveTo>
                            <a:pt x="32743" y="508"/>
                          </a:moveTo>
                          <a:cubicBezTo>
                            <a:pt x="39410" y="2127"/>
                            <a:pt x="44554" y="7271"/>
                            <a:pt x="47602" y="14224"/>
                          </a:cubicBezTo>
                          <a:cubicBezTo>
                            <a:pt x="50555" y="21177"/>
                            <a:pt x="51317" y="29845"/>
                            <a:pt x="49602" y="38989"/>
                          </a:cubicBezTo>
                          <a:cubicBezTo>
                            <a:pt x="45792" y="57087"/>
                            <a:pt x="31981" y="69850"/>
                            <a:pt x="18646" y="67469"/>
                          </a:cubicBezTo>
                          <a:cubicBezTo>
                            <a:pt x="5121" y="64992"/>
                            <a:pt x="-2976" y="47657"/>
                            <a:pt x="1025" y="28797"/>
                          </a:cubicBezTo>
                          <a:cubicBezTo>
                            <a:pt x="4740" y="9843"/>
                            <a:pt x="19503" y="-2730"/>
                            <a:pt x="32743" y="50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49" name="Forme libre : forme 14948">
                      <a:extLst>
                        <a:ext uri="{FF2B5EF4-FFF2-40B4-BE49-F238E27FC236}">
                          <a16:creationId xmlns:a16="http://schemas.microsoft.com/office/drawing/2014/main" id="{DCE4ACCE-572C-42D8-8216-0C02EB133D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01416" y="2157576"/>
                      <a:ext cx="98501" cy="80191"/>
                    </a:xfrm>
                    <a:custGeom>
                      <a:avLst/>
                      <a:gdLst>
                        <a:gd name="connsiteX0" fmla="*/ 39638 w 98501"/>
                        <a:gd name="connsiteY0" fmla="*/ 78037 h 80191"/>
                        <a:gd name="connsiteX1" fmla="*/ 62689 w 98501"/>
                        <a:gd name="connsiteY1" fmla="*/ 79561 h 80191"/>
                        <a:gd name="connsiteX2" fmla="*/ 93074 w 98501"/>
                        <a:gd name="connsiteY2" fmla="*/ 50605 h 80191"/>
                        <a:gd name="connsiteX3" fmla="*/ 96883 w 98501"/>
                        <a:gd name="connsiteY3" fmla="*/ 15838 h 80191"/>
                        <a:gd name="connsiteX4" fmla="*/ 77548 w 98501"/>
                        <a:gd name="connsiteY4" fmla="*/ 122 h 80191"/>
                        <a:gd name="connsiteX5" fmla="*/ 63641 w 98501"/>
                        <a:gd name="connsiteY5" fmla="*/ 9171 h 80191"/>
                        <a:gd name="connsiteX6" fmla="*/ 31066 w 98501"/>
                        <a:gd name="connsiteY6" fmla="*/ 32412 h 80191"/>
                        <a:gd name="connsiteX7" fmla="*/ 300 w 98501"/>
                        <a:gd name="connsiteY7" fmla="*/ 62130 h 80191"/>
                        <a:gd name="connsiteX8" fmla="*/ 39638 w 98501"/>
                        <a:gd name="connsiteY8" fmla="*/ 78037 h 80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8501" h="80191">
                          <a:moveTo>
                            <a:pt x="39638" y="78037"/>
                          </a:moveTo>
                          <a:cubicBezTo>
                            <a:pt x="47258" y="79561"/>
                            <a:pt x="55069" y="81085"/>
                            <a:pt x="62689" y="79561"/>
                          </a:cubicBezTo>
                          <a:cubicBezTo>
                            <a:pt x="77166" y="76703"/>
                            <a:pt x="87549" y="63844"/>
                            <a:pt x="93074" y="50605"/>
                          </a:cubicBezTo>
                          <a:cubicBezTo>
                            <a:pt x="97741" y="39556"/>
                            <a:pt x="100407" y="27364"/>
                            <a:pt x="96883" y="15838"/>
                          </a:cubicBezTo>
                          <a:cubicBezTo>
                            <a:pt x="94217" y="7266"/>
                            <a:pt x="86691" y="-1116"/>
                            <a:pt x="77548" y="122"/>
                          </a:cubicBezTo>
                          <a:cubicBezTo>
                            <a:pt x="71928" y="979"/>
                            <a:pt x="67547" y="5170"/>
                            <a:pt x="63641" y="9171"/>
                          </a:cubicBezTo>
                          <a:cubicBezTo>
                            <a:pt x="54116" y="18410"/>
                            <a:pt x="43067" y="26316"/>
                            <a:pt x="31066" y="32412"/>
                          </a:cubicBezTo>
                          <a:cubicBezTo>
                            <a:pt x="20874" y="37556"/>
                            <a:pt x="-2939" y="46509"/>
                            <a:pt x="300" y="62130"/>
                          </a:cubicBezTo>
                          <a:cubicBezTo>
                            <a:pt x="3158" y="75941"/>
                            <a:pt x="29065" y="75846"/>
                            <a:pt x="39638" y="7803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50" name="Forme libre : forme 14949">
                      <a:extLst>
                        <a:ext uri="{FF2B5EF4-FFF2-40B4-BE49-F238E27FC236}">
                          <a16:creationId xmlns:a16="http://schemas.microsoft.com/office/drawing/2014/main" id="{673E3A46-502B-4BB6-B00A-25EFD7FA7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05334" y="2187052"/>
                      <a:ext cx="21652" cy="30724"/>
                    </a:xfrm>
                    <a:custGeom>
                      <a:avLst/>
                      <a:gdLst>
                        <a:gd name="connsiteX0" fmla="*/ 11051 w 21652"/>
                        <a:gd name="connsiteY0" fmla="*/ 28082 h 30724"/>
                        <a:gd name="connsiteX1" fmla="*/ 15908 w 21652"/>
                        <a:gd name="connsiteY1" fmla="*/ 30654 h 30724"/>
                        <a:gd name="connsiteX2" fmla="*/ 20861 w 21652"/>
                        <a:gd name="connsiteY2" fmla="*/ 28844 h 30724"/>
                        <a:gd name="connsiteX3" fmla="*/ 21528 w 21652"/>
                        <a:gd name="connsiteY3" fmla="*/ 23796 h 30724"/>
                        <a:gd name="connsiteX4" fmla="*/ 18670 w 21652"/>
                        <a:gd name="connsiteY4" fmla="*/ 10842 h 30724"/>
                        <a:gd name="connsiteX5" fmla="*/ 16385 w 21652"/>
                        <a:gd name="connsiteY5" fmla="*/ 5889 h 30724"/>
                        <a:gd name="connsiteX6" fmla="*/ 1 w 21652"/>
                        <a:gd name="connsiteY6" fmla="*/ 6555 h 30724"/>
                        <a:gd name="connsiteX7" fmla="*/ 11051 w 21652"/>
                        <a:gd name="connsiteY7" fmla="*/ 28082 h 30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652" h="30724">
                          <a:moveTo>
                            <a:pt x="11051" y="28082"/>
                          </a:moveTo>
                          <a:cubicBezTo>
                            <a:pt x="12479" y="29225"/>
                            <a:pt x="14099" y="30368"/>
                            <a:pt x="15908" y="30654"/>
                          </a:cubicBezTo>
                          <a:cubicBezTo>
                            <a:pt x="17718" y="30939"/>
                            <a:pt x="19813" y="30368"/>
                            <a:pt x="20861" y="28844"/>
                          </a:cubicBezTo>
                          <a:cubicBezTo>
                            <a:pt x="21814" y="27415"/>
                            <a:pt x="21719" y="25510"/>
                            <a:pt x="21528" y="23796"/>
                          </a:cubicBezTo>
                          <a:cubicBezTo>
                            <a:pt x="21052" y="19414"/>
                            <a:pt x="20099" y="15033"/>
                            <a:pt x="18670" y="10842"/>
                          </a:cubicBezTo>
                          <a:cubicBezTo>
                            <a:pt x="18099" y="9127"/>
                            <a:pt x="17432" y="7317"/>
                            <a:pt x="16385" y="5889"/>
                          </a:cubicBezTo>
                          <a:cubicBezTo>
                            <a:pt x="11907" y="-303"/>
                            <a:pt x="287" y="-3732"/>
                            <a:pt x="1" y="6555"/>
                          </a:cubicBezTo>
                          <a:cubicBezTo>
                            <a:pt x="-94" y="14556"/>
                            <a:pt x="5240" y="23319"/>
                            <a:pt x="11051" y="2808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51" name="Forme libre : forme 14950">
                      <a:extLst>
                        <a:ext uri="{FF2B5EF4-FFF2-40B4-BE49-F238E27FC236}">
                          <a16:creationId xmlns:a16="http://schemas.microsoft.com/office/drawing/2014/main" id="{37A6CDC1-0375-4E6F-B402-F8DC2E0592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72868" y="2116074"/>
                      <a:ext cx="39052" cy="51054"/>
                    </a:xfrm>
                    <a:custGeom>
                      <a:avLst/>
                      <a:gdLst>
                        <a:gd name="connsiteX0" fmla="*/ 0 w 39052"/>
                        <a:gd name="connsiteY0" fmla="*/ 0 h 51054"/>
                        <a:gd name="connsiteX1" fmla="*/ 18669 w 39052"/>
                        <a:gd name="connsiteY1" fmla="*/ 9525 h 51054"/>
                        <a:gd name="connsiteX2" fmla="*/ 39052 w 39052"/>
                        <a:gd name="connsiteY2" fmla="*/ 51054 h 51054"/>
                        <a:gd name="connsiteX3" fmla="*/ 32575 w 39052"/>
                        <a:gd name="connsiteY3" fmla="*/ 32194 h 51054"/>
                        <a:gd name="connsiteX4" fmla="*/ 0 w 39052"/>
                        <a:gd name="connsiteY4" fmla="*/ 0 h 51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052" h="51054">
                          <a:moveTo>
                            <a:pt x="0" y="0"/>
                          </a:moveTo>
                          <a:cubicBezTo>
                            <a:pt x="0" y="0"/>
                            <a:pt x="9334" y="2096"/>
                            <a:pt x="18669" y="9525"/>
                          </a:cubicBezTo>
                          <a:cubicBezTo>
                            <a:pt x="27908" y="16859"/>
                            <a:pt x="37814" y="29718"/>
                            <a:pt x="39052" y="51054"/>
                          </a:cubicBezTo>
                          <a:cubicBezTo>
                            <a:pt x="39052" y="51054"/>
                            <a:pt x="38005" y="42767"/>
                            <a:pt x="32575" y="32194"/>
                          </a:cubicBezTo>
                          <a:cubicBezTo>
                            <a:pt x="26956" y="21622"/>
                            <a:pt x="17526" y="8954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52" name="Forme libre : forme 14951">
                      <a:extLst>
                        <a:ext uri="{FF2B5EF4-FFF2-40B4-BE49-F238E27FC236}">
                          <a16:creationId xmlns:a16="http://schemas.microsoft.com/office/drawing/2014/main" id="{DC7AC716-6F51-4B34-B4C4-A8FE01A34B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8856" y="2195321"/>
                      <a:ext cx="39051" cy="55911"/>
                    </a:xfrm>
                    <a:custGeom>
                      <a:avLst/>
                      <a:gdLst>
                        <a:gd name="connsiteX0" fmla="*/ 285 w 39051"/>
                        <a:gd name="connsiteY0" fmla="*/ 0 h 55911"/>
                        <a:gd name="connsiteX1" fmla="*/ 2761 w 39051"/>
                        <a:gd name="connsiteY1" fmla="*/ 23527 h 55911"/>
                        <a:gd name="connsiteX2" fmla="*/ 39052 w 39051"/>
                        <a:gd name="connsiteY2" fmla="*/ 55912 h 55911"/>
                        <a:gd name="connsiteX3" fmla="*/ 19812 w 39051"/>
                        <a:gd name="connsiteY3" fmla="*/ 43339 h 55911"/>
                        <a:gd name="connsiteX4" fmla="*/ 285 w 39051"/>
                        <a:gd name="connsiteY4" fmla="*/ 0 h 55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051" h="55911">
                          <a:moveTo>
                            <a:pt x="285" y="0"/>
                          </a:moveTo>
                          <a:cubicBezTo>
                            <a:pt x="285" y="0"/>
                            <a:pt x="-1239" y="11049"/>
                            <a:pt x="2761" y="23527"/>
                          </a:cubicBezTo>
                          <a:cubicBezTo>
                            <a:pt x="6857" y="36004"/>
                            <a:pt x="16764" y="49911"/>
                            <a:pt x="39052" y="55912"/>
                          </a:cubicBezTo>
                          <a:cubicBezTo>
                            <a:pt x="39052" y="55912"/>
                            <a:pt x="29527" y="52197"/>
                            <a:pt x="19812" y="43339"/>
                          </a:cubicBezTo>
                          <a:cubicBezTo>
                            <a:pt x="10001" y="34576"/>
                            <a:pt x="285" y="20574"/>
                            <a:pt x="28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53" name="Forme libre : forme 14952">
                      <a:extLst>
                        <a:ext uri="{FF2B5EF4-FFF2-40B4-BE49-F238E27FC236}">
                          <a16:creationId xmlns:a16="http://schemas.microsoft.com/office/drawing/2014/main" id="{EACE313D-B2E2-4A51-864A-C4306CEA3C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0374" y="2151392"/>
                      <a:ext cx="19419" cy="24542"/>
                    </a:xfrm>
                    <a:custGeom>
                      <a:avLst/>
                      <a:gdLst>
                        <a:gd name="connsiteX0" fmla="*/ 16680 w 19419"/>
                        <a:gd name="connsiteY0" fmla="*/ 781 h 24542"/>
                        <a:gd name="connsiteX1" fmla="*/ 16586 w 19419"/>
                        <a:gd name="connsiteY1" fmla="*/ 16402 h 24542"/>
                        <a:gd name="connsiteX2" fmla="*/ 2870 w 19419"/>
                        <a:gd name="connsiteY2" fmla="*/ 23832 h 24542"/>
                        <a:gd name="connsiteX3" fmla="*/ 2774 w 19419"/>
                        <a:gd name="connsiteY3" fmla="*/ 8115 h 24542"/>
                        <a:gd name="connsiteX4" fmla="*/ 16680 w 19419"/>
                        <a:gd name="connsiteY4" fmla="*/ 781 h 24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419" h="24542">
                          <a:moveTo>
                            <a:pt x="16680" y="781"/>
                          </a:moveTo>
                          <a:cubicBezTo>
                            <a:pt x="20395" y="3067"/>
                            <a:pt x="20300" y="10020"/>
                            <a:pt x="16586" y="16402"/>
                          </a:cubicBezTo>
                          <a:cubicBezTo>
                            <a:pt x="12871" y="22689"/>
                            <a:pt x="6679" y="26118"/>
                            <a:pt x="2870" y="23832"/>
                          </a:cubicBezTo>
                          <a:cubicBezTo>
                            <a:pt x="-941" y="21546"/>
                            <a:pt x="-941" y="14497"/>
                            <a:pt x="2774" y="8115"/>
                          </a:cubicBezTo>
                          <a:cubicBezTo>
                            <a:pt x="6584" y="1638"/>
                            <a:pt x="13061" y="-1600"/>
                            <a:pt x="16680" y="78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54" name="Forme libre : forme 14953">
                      <a:extLst>
                        <a:ext uri="{FF2B5EF4-FFF2-40B4-BE49-F238E27FC236}">
                          <a16:creationId xmlns:a16="http://schemas.microsoft.com/office/drawing/2014/main" id="{31625749-1BEE-488A-A779-CC51B6D574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1523" y="2147975"/>
                      <a:ext cx="7157" cy="7157"/>
                    </a:xfrm>
                    <a:custGeom>
                      <a:avLst/>
                      <a:gdLst>
                        <a:gd name="connsiteX0" fmla="*/ 4389 w 7157"/>
                        <a:gd name="connsiteY0" fmla="*/ 102 h 7157"/>
                        <a:gd name="connsiteX1" fmla="*/ 7056 w 7157"/>
                        <a:gd name="connsiteY1" fmla="*/ 4388 h 7157"/>
                        <a:gd name="connsiteX2" fmla="*/ 2769 w 7157"/>
                        <a:gd name="connsiteY2" fmla="*/ 7055 h 7157"/>
                        <a:gd name="connsiteX3" fmla="*/ 102 w 7157"/>
                        <a:gd name="connsiteY3" fmla="*/ 2769 h 7157"/>
                        <a:gd name="connsiteX4" fmla="*/ 4389 w 7157"/>
                        <a:gd name="connsiteY4" fmla="*/ 102 h 7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57" h="7157">
                          <a:moveTo>
                            <a:pt x="4389" y="102"/>
                          </a:moveTo>
                          <a:cubicBezTo>
                            <a:pt x="6294" y="579"/>
                            <a:pt x="7532" y="2483"/>
                            <a:pt x="7056" y="4388"/>
                          </a:cubicBezTo>
                          <a:cubicBezTo>
                            <a:pt x="6580" y="6293"/>
                            <a:pt x="4675" y="7532"/>
                            <a:pt x="2769" y="7055"/>
                          </a:cubicBezTo>
                          <a:cubicBezTo>
                            <a:pt x="864" y="6675"/>
                            <a:pt x="-374" y="4769"/>
                            <a:pt x="102" y="2769"/>
                          </a:cubicBezTo>
                          <a:cubicBezTo>
                            <a:pt x="579" y="864"/>
                            <a:pt x="2483" y="-374"/>
                            <a:pt x="4389" y="1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55" name="Forme libre : forme 14954">
                      <a:extLst>
                        <a:ext uri="{FF2B5EF4-FFF2-40B4-BE49-F238E27FC236}">
                          <a16:creationId xmlns:a16="http://schemas.microsoft.com/office/drawing/2014/main" id="{F012002D-1F92-4926-9C4A-E53C536CC0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974" y="2115134"/>
                      <a:ext cx="71914" cy="53797"/>
                    </a:xfrm>
                    <a:custGeom>
                      <a:avLst/>
                      <a:gdLst>
                        <a:gd name="connsiteX0" fmla="*/ 32364 w 71914"/>
                        <a:gd name="connsiteY0" fmla="*/ 844 h 53797"/>
                        <a:gd name="connsiteX1" fmla="*/ 63987 w 71914"/>
                        <a:gd name="connsiteY1" fmla="*/ 3606 h 53797"/>
                        <a:gd name="connsiteX2" fmla="*/ 71892 w 71914"/>
                        <a:gd name="connsiteY2" fmla="*/ 10845 h 53797"/>
                        <a:gd name="connsiteX3" fmla="*/ 64082 w 71914"/>
                        <a:gd name="connsiteY3" fmla="*/ 16846 h 53797"/>
                        <a:gd name="connsiteX4" fmla="*/ 32459 w 71914"/>
                        <a:gd name="connsiteY4" fmla="*/ 25704 h 53797"/>
                        <a:gd name="connsiteX5" fmla="*/ 18933 w 71914"/>
                        <a:gd name="connsiteY5" fmla="*/ 43706 h 53797"/>
                        <a:gd name="connsiteX6" fmla="*/ 3312 w 71914"/>
                        <a:gd name="connsiteY6" fmla="*/ 52374 h 53797"/>
                        <a:gd name="connsiteX7" fmla="*/ 1598 w 71914"/>
                        <a:gd name="connsiteY7" fmla="*/ 31800 h 53797"/>
                        <a:gd name="connsiteX8" fmla="*/ 11313 w 71914"/>
                        <a:gd name="connsiteY8" fmla="*/ 12369 h 53797"/>
                        <a:gd name="connsiteX9" fmla="*/ 32364 w 71914"/>
                        <a:gd name="connsiteY9" fmla="*/ 844 h 53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1914" h="53797">
                          <a:moveTo>
                            <a:pt x="32364" y="844"/>
                          </a:moveTo>
                          <a:cubicBezTo>
                            <a:pt x="42936" y="-1156"/>
                            <a:pt x="53795" y="654"/>
                            <a:pt x="63987" y="3606"/>
                          </a:cubicBezTo>
                          <a:cubicBezTo>
                            <a:pt x="67796" y="4654"/>
                            <a:pt x="72273" y="7035"/>
                            <a:pt x="71892" y="10845"/>
                          </a:cubicBezTo>
                          <a:cubicBezTo>
                            <a:pt x="71607" y="14370"/>
                            <a:pt x="67606" y="16084"/>
                            <a:pt x="64082" y="16846"/>
                          </a:cubicBezTo>
                          <a:cubicBezTo>
                            <a:pt x="53319" y="19037"/>
                            <a:pt x="41317" y="18846"/>
                            <a:pt x="32459" y="25704"/>
                          </a:cubicBezTo>
                          <a:cubicBezTo>
                            <a:pt x="29696" y="27800"/>
                            <a:pt x="24267" y="36563"/>
                            <a:pt x="18933" y="43706"/>
                          </a:cubicBezTo>
                          <a:cubicBezTo>
                            <a:pt x="13504" y="50850"/>
                            <a:pt x="7598" y="56565"/>
                            <a:pt x="3312" y="52374"/>
                          </a:cubicBezTo>
                          <a:cubicBezTo>
                            <a:pt x="-974" y="48183"/>
                            <a:pt x="-593" y="39897"/>
                            <a:pt x="1598" y="31800"/>
                          </a:cubicBezTo>
                          <a:cubicBezTo>
                            <a:pt x="3979" y="23609"/>
                            <a:pt x="8265" y="15703"/>
                            <a:pt x="11313" y="12369"/>
                          </a:cubicBezTo>
                          <a:cubicBezTo>
                            <a:pt x="16838" y="6178"/>
                            <a:pt x="24553" y="2368"/>
                            <a:pt x="32364" y="84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54" name="Graphique 1">
                    <a:extLst>
                      <a:ext uri="{FF2B5EF4-FFF2-40B4-BE49-F238E27FC236}">
                        <a16:creationId xmlns:a16="http://schemas.microsoft.com/office/drawing/2014/main" id="{65BF38C7-F088-4DF5-903D-5E4649C46815}"/>
                      </a:ext>
                    </a:extLst>
                  </p:cNvPr>
                  <p:cNvGrpSpPr/>
                  <p:nvPr/>
                </p:nvGrpSpPr>
                <p:grpSpPr>
                  <a:xfrm>
                    <a:off x="7610772" y="1950827"/>
                    <a:ext cx="148772" cy="164141"/>
                    <a:chOff x="7610772" y="1950827"/>
                    <a:chExt cx="148772" cy="164141"/>
                  </a:xfrm>
                  <a:solidFill>
                    <a:schemeClr val="accent1"/>
                  </a:solidFill>
                </p:grpSpPr>
                <p:sp>
                  <p:nvSpPr>
                    <p:cNvPr id="14932" name="Forme libre : forme 14931">
                      <a:extLst>
                        <a:ext uri="{FF2B5EF4-FFF2-40B4-BE49-F238E27FC236}">
                          <a16:creationId xmlns:a16="http://schemas.microsoft.com/office/drawing/2014/main" id="{D546DD07-7112-412A-9ACC-964D554DE3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0772" y="1950827"/>
                      <a:ext cx="148772" cy="164016"/>
                    </a:xfrm>
                    <a:custGeom>
                      <a:avLst/>
                      <a:gdLst>
                        <a:gd name="connsiteX0" fmla="*/ 145248 w 148772"/>
                        <a:gd name="connsiteY0" fmla="*/ 93237 h 164016"/>
                        <a:gd name="connsiteX1" fmla="*/ 135723 w 148772"/>
                        <a:gd name="connsiteY1" fmla="*/ 112478 h 164016"/>
                        <a:gd name="connsiteX2" fmla="*/ 127056 w 148772"/>
                        <a:gd name="connsiteY2" fmla="*/ 134195 h 164016"/>
                        <a:gd name="connsiteX3" fmla="*/ 118388 w 148772"/>
                        <a:gd name="connsiteY3" fmla="*/ 148577 h 164016"/>
                        <a:gd name="connsiteX4" fmla="*/ 104386 w 148772"/>
                        <a:gd name="connsiteY4" fmla="*/ 158579 h 164016"/>
                        <a:gd name="connsiteX5" fmla="*/ 68477 w 148772"/>
                        <a:gd name="connsiteY5" fmla="*/ 162198 h 164016"/>
                        <a:gd name="connsiteX6" fmla="*/ 33520 w 148772"/>
                        <a:gd name="connsiteY6" fmla="*/ 152578 h 164016"/>
                        <a:gd name="connsiteX7" fmla="*/ 4945 w 148772"/>
                        <a:gd name="connsiteY7" fmla="*/ 129242 h 164016"/>
                        <a:gd name="connsiteX8" fmla="*/ 87 w 148772"/>
                        <a:gd name="connsiteY8" fmla="*/ 110382 h 164016"/>
                        <a:gd name="connsiteX9" fmla="*/ 2850 w 148772"/>
                        <a:gd name="connsiteY9" fmla="*/ 89618 h 164016"/>
                        <a:gd name="connsiteX10" fmla="*/ 14756 w 148772"/>
                        <a:gd name="connsiteY10" fmla="*/ 59328 h 164016"/>
                        <a:gd name="connsiteX11" fmla="*/ 29900 w 148772"/>
                        <a:gd name="connsiteY11" fmla="*/ 28372 h 164016"/>
                        <a:gd name="connsiteX12" fmla="*/ 46284 w 148772"/>
                        <a:gd name="connsiteY12" fmla="*/ 9512 h 164016"/>
                        <a:gd name="connsiteX13" fmla="*/ 65238 w 148772"/>
                        <a:gd name="connsiteY13" fmla="*/ 749 h 164016"/>
                        <a:gd name="connsiteX14" fmla="*/ 101147 w 148772"/>
                        <a:gd name="connsiteY14" fmla="*/ 10179 h 164016"/>
                        <a:gd name="connsiteX15" fmla="*/ 129056 w 148772"/>
                        <a:gd name="connsiteY15" fmla="*/ 33706 h 164016"/>
                        <a:gd name="connsiteX16" fmla="*/ 147439 w 148772"/>
                        <a:gd name="connsiteY16" fmla="*/ 64948 h 164016"/>
                        <a:gd name="connsiteX17" fmla="*/ 148772 w 148772"/>
                        <a:gd name="connsiteY17" fmla="*/ 80759 h 164016"/>
                        <a:gd name="connsiteX18" fmla="*/ 145248 w 148772"/>
                        <a:gd name="connsiteY18" fmla="*/ 93237 h 164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48772" h="164016">
                          <a:moveTo>
                            <a:pt x="145248" y="93237"/>
                          </a:moveTo>
                          <a:lnTo>
                            <a:pt x="135723" y="112478"/>
                          </a:lnTo>
                          <a:lnTo>
                            <a:pt x="127056" y="134195"/>
                          </a:lnTo>
                          <a:cubicBezTo>
                            <a:pt x="125246" y="139719"/>
                            <a:pt x="122293" y="144482"/>
                            <a:pt x="118388" y="148577"/>
                          </a:cubicBezTo>
                          <a:cubicBezTo>
                            <a:pt x="114578" y="152673"/>
                            <a:pt x="109625" y="155912"/>
                            <a:pt x="104386" y="158579"/>
                          </a:cubicBezTo>
                          <a:cubicBezTo>
                            <a:pt x="93909" y="163913"/>
                            <a:pt x="81050" y="165722"/>
                            <a:pt x="68477" y="162198"/>
                          </a:cubicBezTo>
                          <a:lnTo>
                            <a:pt x="33520" y="152578"/>
                          </a:lnTo>
                          <a:cubicBezTo>
                            <a:pt x="20852" y="149149"/>
                            <a:pt x="10850" y="140576"/>
                            <a:pt x="4945" y="129242"/>
                          </a:cubicBezTo>
                          <a:cubicBezTo>
                            <a:pt x="1992" y="123622"/>
                            <a:pt x="563" y="117145"/>
                            <a:pt x="87" y="110382"/>
                          </a:cubicBezTo>
                          <a:cubicBezTo>
                            <a:pt x="-294" y="103619"/>
                            <a:pt x="563" y="96571"/>
                            <a:pt x="2850" y="89618"/>
                          </a:cubicBezTo>
                          <a:lnTo>
                            <a:pt x="14756" y="59328"/>
                          </a:lnTo>
                          <a:cubicBezTo>
                            <a:pt x="19423" y="49041"/>
                            <a:pt x="24757" y="38659"/>
                            <a:pt x="29900" y="28372"/>
                          </a:cubicBezTo>
                          <a:cubicBezTo>
                            <a:pt x="34378" y="20942"/>
                            <a:pt x="40188" y="14465"/>
                            <a:pt x="46284" y="9512"/>
                          </a:cubicBezTo>
                          <a:cubicBezTo>
                            <a:pt x="52475" y="4178"/>
                            <a:pt x="58856" y="1892"/>
                            <a:pt x="65238" y="749"/>
                          </a:cubicBezTo>
                          <a:cubicBezTo>
                            <a:pt x="78192" y="-1632"/>
                            <a:pt x="91146" y="1702"/>
                            <a:pt x="101147" y="10179"/>
                          </a:cubicBezTo>
                          <a:lnTo>
                            <a:pt x="129056" y="33706"/>
                          </a:lnTo>
                          <a:cubicBezTo>
                            <a:pt x="139153" y="42278"/>
                            <a:pt x="145153" y="53708"/>
                            <a:pt x="147439" y="64948"/>
                          </a:cubicBezTo>
                          <a:cubicBezTo>
                            <a:pt x="148582" y="70568"/>
                            <a:pt x="148487" y="76378"/>
                            <a:pt x="148772" y="80759"/>
                          </a:cubicBezTo>
                          <a:cubicBezTo>
                            <a:pt x="148772" y="85617"/>
                            <a:pt x="147629" y="89618"/>
                            <a:pt x="145248" y="93237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33" name="Forme libre : forme 14932">
                      <a:extLst>
                        <a:ext uri="{FF2B5EF4-FFF2-40B4-BE49-F238E27FC236}">
                          <a16:creationId xmlns:a16="http://schemas.microsoft.com/office/drawing/2014/main" id="{7070E1B7-FF7C-4C1A-8A21-4CBE61E8E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009" y="1984152"/>
                      <a:ext cx="95440" cy="130816"/>
                    </a:xfrm>
                    <a:custGeom>
                      <a:avLst/>
                      <a:gdLst>
                        <a:gd name="connsiteX0" fmla="*/ 36386 w 95440"/>
                        <a:gd name="connsiteY0" fmla="*/ 77629 h 130816"/>
                        <a:gd name="connsiteX1" fmla="*/ 25241 w 95440"/>
                        <a:gd name="connsiteY1" fmla="*/ 106585 h 130816"/>
                        <a:gd name="connsiteX2" fmla="*/ 0 w 95440"/>
                        <a:gd name="connsiteY2" fmla="*/ 124873 h 130816"/>
                        <a:gd name="connsiteX3" fmla="*/ 15144 w 95440"/>
                        <a:gd name="connsiteY3" fmla="*/ 129064 h 130816"/>
                        <a:gd name="connsiteX4" fmla="*/ 51054 w 95440"/>
                        <a:gd name="connsiteY4" fmla="*/ 125444 h 130816"/>
                        <a:gd name="connsiteX5" fmla="*/ 65056 w 95440"/>
                        <a:gd name="connsiteY5" fmla="*/ 115443 h 130816"/>
                        <a:gd name="connsiteX6" fmla="*/ 73723 w 95440"/>
                        <a:gd name="connsiteY6" fmla="*/ 101060 h 130816"/>
                        <a:gd name="connsiteX7" fmla="*/ 82391 w 95440"/>
                        <a:gd name="connsiteY7" fmla="*/ 79343 h 130816"/>
                        <a:gd name="connsiteX8" fmla="*/ 91916 w 95440"/>
                        <a:gd name="connsiteY8" fmla="*/ 60103 h 130816"/>
                        <a:gd name="connsiteX9" fmla="*/ 95441 w 95440"/>
                        <a:gd name="connsiteY9" fmla="*/ 47816 h 130816"/>
                        <a:gd name="connsiteX10" fmla="*/ 94107 w 95440"/>
                        <a:gd name="connsiteY10" fmla="*/ 32004 h 130816"/>
                        <a:gd name="connsiteX11" fmla="*/ 75724 w 95440"/>
                        <a:gd name="connsiteY11" fmla="*/ 762 h 130816"/>
                        <a:gd name="connsiteX12" fmla="*/ 74866 w 95440"/>
                        <a:gd name="connsiteY12" fmla="*/ 0 h 130816"/>
                        <a:gd name="connsiteX13" fmla="*/ 61532 w 95440"/>
                        <a:gd name="connsiteY13" fmla="*/ 18193 h 130816"/>
                        <a:gd name="connsiteX14" fmla="*/ 49911 w 95440"/>
                        <a:gd name="connsiteY14" fmla="*/ 35909 h 130816"/>
                        <a:gd name="connsiteX15" fmla="*/ 41053 w 95440"/>
                        <a:gd name="connsiteY15" fmla="*/ 55817 h 130816"/>
                        <a:gd name="connsiteX16" fmla="*/ 36386 w 95440"/>
                        <a:gd name="connsiteY16" fmla="*/ 77629 h 130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95440" h="130816">
                          <a:moveTo>
                            <a:pt x="36386" y="77629"/>
                          </a:moveTo>
                          <a:cubicBezTo>
                            <a:pt x="34957" y="88202"/>
                            <a:pt x="31718" y="98488"/>
                            <a:pt x="25241" y="106585"/>
                          </a:cubicBezTo>
                          <a:cubicBezTo>
                            <a:pt x="18764" y="114681"/>
                            <a:pt x="10573" y="121349"/>
                            <a:pt x="0" y="124873"/>
                          </a:cubicBezTo>
                          <a:lnTo>
                            <a:pt x="15144" y="129064"/>
                          </a:lnTo>
                          <a:cubicBezTo>
                            <a:pt x="27813" y="132493"/>
                            <a:pt x="40672" y="130683"/>
                            <a:pt x="51054" y="125444"/>
                          </a:cubicBezTo>
                          <a:cubicBezTo>
                            <a:pt x="56292" y="122777"/>
                            <a:pt x="61150" y="119539"/>
                            <a:pt x="65056" y="115443"/>
                          </a:cubicBezTo>
                          <a:cubicBezTo>
                            <a:pt x="68961" y="111347"/>
                            <a:pt x="71914" y="106585"/>
                            <a:pt x="73723" y="101060"/>
                          </a:cubicBezTo>
                          <a:lnTo>
                            <a:pt x="82391" y="79343"/>
                          </a:lnTo>
                          <a:lnTo>
                            <a:pt x="91916" y="60103"/>
                          </a:lnTo>
                          <a:cubicBezTo>
                            <a:pt x="94297" y="56483"/>
                            <a:pt x="95441" y="52483"/>
                            <a:pt x="95441" y="47816"/>
                          </a:cubicBezTo>
                          <a:cubicBezTo>
                            <a:pt x="95155" y="43339"/>
                            <a:pt x="95155" y="37624"/>
                            <a:pt x="94107" y="32004"/>
                          </a:cubicBezTo>
                          <a:cubicBezTo>
                            <a:pt x="91821" y="20860"/>
                            <a:pt x="85820" y="9334"/>
                            <a:pt x="75724" y="762"/>
                          </a:cubicBezTo>
                          <a:lnTo>
                            <a:pt x="74866" y="0"/>
                          </a:lnTo>
                          <a:cubicBezTo>
                            <a:pt x="70580" y="6287"/>
                            <a:pt x="65913" y="12192"/>
                            <a:pt x="61532" y="18193"/>
                          </a:cubicBezTo>
                          <a:cubicBezTo>
                            <a:pt x="57626" y="24098"/>
                            <a:pt x="53721" y="30004"/>
                            <a:pt x="49911" y="35909"/>
                          </a:cubicBezTo>
                          <a:cubicBezTo>
                            <a:pt x="46672" y="42386"/>
                            <a:pt x="43625" y="49054"/>
                            <a:pt x="41053" y="55817"/>
                          </a:cubicBezTo>
                          <a:cubicBezTo>
                            <a:pt x="38481" y="62389"/>
                            <a:pt x="37242" y="70009"/>
                            <a:pt x="36386" y="7762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34" name="Forme libre : forme 14933">
                      <a:extLst>
                        <a:ext uri="{FF2B5EF4-FFF2-40B4-BE49-F238E27FC236}">
                          <a16:creationId xmlns:a16="http://schemas.microsoft.com/office/drawing/2014/main" id="{DE8DF27C-ECE6-49F6-838B-79542BAEB6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6207" y="1996423"/>
                      <a:ext cx="53541" cy="65309"/>
                    </a:xfrm>
                    <a:custGeom>
                      <a:avLst/>
                      <a:gdLst>
                        <a:gd name="connsiteX0" fmla="*/ 43523 w 53541"/>
                        <a:gd name="connsiteY0" fmla="*/ 3160 h 65309"/>
                        <a:gd name="connsiteX1" fmla="*/ 53334 w 53541"/>
                        <a:gd name="connsiteY1" fmla="*/ 20686 h 65309"/>
                        <a:gd name="connsiteX2" fmla="*/ 53143 w 53541"/>
                        <a:gd name="connsiteY2" fmla="*/ 31830 h 65309"/>
                        <a:gd name="connsiteX3" fmla="*/ 49523 w 53541"/>
                        <a:gd name="connsiteY3" fmla="*/ 43546 h 65309"/>
                        <a:gd name="connsiteX4" fmla="*/ 42570 w 53541"/>
                        <a:gd name="connsiteY4" fmla="*/ 53833 h 65309"/>
                        <a:gd name="connsiteX5" fmla="*/ 33807 w 53541"/>
                        <a:gd name="connsiteY5" fmla="*/ 61358 h 65309"/>
                        <a:gd name="connsiteX6" fmla="*/ 13709 w 53541"/>
                        <a:gd name="connsiteY6" fmla="*/ 64120 h 65309"/>
                        <a:gd name="connsiteX7" fmla="*/ 946 w 53541"/>
                        <a:gd name="connsiteY7" fmla="*/ 48309 h 65309"/>
                        <a:gd name="connsiteX8" fmla="*/ 184 w 53541"/>
                        <a:gd name="connsiteY8" fmla="*/ 35640 h 65309"/>
                        <a:gd name="connsiteX9" fmla="*/ 4375 w 53541"/>
                        <a:gd name="connsiteY9" fmla="*/ 21829 h 65309"/>
                        <a:gd name="connsiteX10" fmla="*/ 12566 w 53541"/>
                        <a:gd name="connsiteY10" fmla="*/ 9828 h 65309"/>
                        <a:gd name="connsiteX11" fmla="*/ 23044 w 53541"/>
                        <a:gd name="connsiteY11" fmla="*/ 2303 h 65309"/>
                        <a:gd name="connsiteX12" fmla="*/ 43523 w 53541"/>
                        <a:gd name="connsiteY12" fmla="*/ 3160 h 653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541" h="65309">
                          <a:moveTo>
                            <a:pt x="43523" y="3160"/>
                          </a:moveTo>
                          <a:cubicBezTo>
                            <a:pt x="49237" y="7065"/>
                            <a:pt x="52476" y="13638"/>
                            <a:pt x="53334" y="20686"/>
                          </a:cubicBezTo>
                          <a:cubicBezTo>
                            <a:pt x="53714" y="24115"/>
                            <a:pt x="53524" y="27735"/>
                            <a:pt x="53143" y="31830"/>
                          </a:cubicBezTo>
                          <a:cubicBezTo>
                            <a:pt x="52571" y="35736"/>
                            <a:pt x="51428" y="39736"/>
                            <a:pt x="49523" y="43546"/>
                          </a:cubicBezTo>
                          <a:cubicBezTo>
                            <a:pt x="47618" y="47356"/>
                            <a:pt x="45047" y="50595"/>
                            <a:pt x="42570" y="53833"/>
                          </a:cubicBezTo>
                          <a:cubicBezTo>
                            <a:pt x="39998" y="56881"/>
                            <a:pt x="37046" y="59453"/>
                            <a:pt x="33807" y="61358"/>
                          </a:cubicBezTo>
                          <a:cubicBezTo>
                            <a:pt x="27425" y="65168"/>
                            <a:pt x="20186" y="66501"/>
                            <a:pt x="13709" y="64120"/>
                          </a:cubicBezTo>
                          <a:cubicBezTo>
                            <a:pt x="7232" y="61739"/>
                            <a:pt x="2851" y="56024"/>
                            <a:pt x="946" y="48309"/>
                          </a:cubicBezTo>
                          <a:cubicBezTo>
                            <a:pt x="-7" y="44499"/>
                            <a:pt x="-197" y="40212"/>
                            <a:pt x="184" y="35640"/>
                          </a:cubicBezTo>
                          <a:cubicBezTo>
                            <a:pt x="469" y="31068"/>
                            <a:pt x="2089" y="26496"/>
                            <a:pt x="4375" y="21829"/>
                          </a:cubicBezTo>
                          <a:cubicBezTo>
                            <a:pt x="6661" y="17257"/>
                            <a:pt x="9423" y="13161"/>
                            <a:pt x="12566" y="9828"/>
                          </a:cubicBezTo>
                          <a:cubicBezTo>
                            <a:pt x="15519" y="6399"/>
                            <a:pt x="19329" y="3922"/>
                            <a:pt x="23044" y="2303"/>
                          </a:cubicBezTo>
                          <a:cubicBezTo>
                            <a:pt x="30473" y="-1031"/>
                            <a:pt x="37808" y="-745"/>
                            <a:pt x="43523" y="316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35" name="Forme libre : forme 14934">
                      <a:extLst>
                        <a:ext uri="{FF2B5EF4-FFF2-40B4-BE49-F238E27FC236}">
                          <a16:creationId xmlns:a16="http://schemas.microsoft.com/office/drawing/2014/main" id="{6CD5F7B0-5173-4251-921E-A921169A77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6200" y="2026253"/>
                      <a:ext cx="53245" cy="35479"/>
                    </a:xfrm>
                    <a:custGeom>
                      <a:avLst/>
                      <a:gdLst>
                        <a:gd name="connsiteX0" fmla="*/ 0 w 53245"/>
                        <a:gd name="connsiteY0" fmla="*/ 12478 h 35479"/>
                        <a:gd name="connsiteX1" fmla="*/ 13621 w 53245"/>
                        <a:gd name="connsiteY1" fmla="*/ 34290 h 35479"/>
                        <a:gd name="connsiteX2" fmla="*/ 33719 w 53245"/>
                        <a:gd name="connsiteY2" fmla="*/ 31528 h 35479"/>
                        <a:gd name="connsiteX3" fmla="*/ 42482 w 53245"/>
                        <a:gd name="connsiteY3" fmla="*/ 24003 h 35479"/>
                        <a:gd name="connsiteX4" fmla="*/ 49435 w 53245"/>
                        <a:gd name="connsiteY4" fmla="*/ 13716 h 35479"/>
                        <a:gd name="connsiteX5" fmla="*/ 53245 w 53245"/>
                        <a:gd name="connsiteY5" fmla="*/ 0 h 35479"/>
                        <a:gd name="connsiteX6" fmla="*/ 48196 w 53245"/>
                        <a:gd name="connsiteY6" fmla="*/ 6191 h 35479"/>
                        <a:gd name="connsiteX7" fmla="*/ 24765 w 53245"/>
                        <a:gd name="connsiteY7" fmla="*/ 15335 h 35479"/>
                        <a:gd name="connsiteX8" fmla="*/ 0 w 53245"/>
                        <a:gd name="connsiteY8" fmla="*/ 12478 h 35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245" h="35479">
                          <a:moveTo>
                            <a:pt x="0" y="12478"/>
                          </a:moveTo>
                          <a:cubicBezTo>
                            <a:pt x="667" y="23050"/>
                            <a:pt x="5525" y="31337"/>
                            <a:pt x="13621" y="34290"/>
                          </a:cubicBezTo>
                          <a:cubicBezTo>
                            <a:pt x="20098" y="36671"/>
                            <a:pt x="27337" y="35338"/>
                            <a:pt x="33719" y="31528"/>
                          </a:cubicBezTo>
                          <a:cubicBezTo>
                            <a:pt x="36957" y="29623"/>
                            <a:pt x="39910" y="27051"/>
                            <a:pt x="42482" y="24003"/>
                          </a:cubicBezTo>
                          <a:cubicBezTo>
                            <a:pt x="44958" y="20765"/>
                            <a:pt x="47530" y="17526"/>
                            <a:pt x="49435" y="13716"/>
                          </a:cubicBezTo>
                          <a:cubicBezTo>
                            <a:pt x="51721" y="9239"/>
                            <a:pt x="52864" y="4572"/>
                            <a:pt x="53245" y="0"/>
                          </a:cubicBezTo>
                          <a:cubicBezTo>
                            <a:pt x="52007" y="2286"/>
                            <a:pt x="50388" y="4382"/>
                            <a:pt x="48196" y="6191"/>
                          </a:cubicBezTo>
                          <a:cubicBezTo>
                            <a:pt x="41815" y="10763"/>
                            <a:pt x="32957" y="13716"/>
                            <a:pt x="24765" y="15335"/>
                          </a:cubicBezTo>
                          <a:cubicBezTo>
                            <a:pt x="16383" y="16764"/>
                            <a:pt x="7525" y="16192"/>
                            <a:pt x="0" y="12478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36" name="Forme libre : forme 14935">
                      <a:extLst>
                        <a:ext uri="{FF2B5EF4-FFF2-40B4-BE49-F238E27FC236}">
                          <a16:creationId xmlns:a16="http://schemas.microsoft.com/office/drawing/2014/main" id="{72DB02FB-B317-4381-B95C-08310CC7DD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72546" y="1996502"/>
                      <a:ext cx="53616" cy="63995"/>
                    </a:xfrm>
                    <a:custGeom>
                      <a:avLst/>
                      <a:gdLst>
                        <a:gd name="connsiteX0" fmla="*/ 43565 w 53616"/>
                        <a:gd name="connsiteY0" fmla="*/ 3366 h 63995"/>
                        <a:gd name="connsiteX1" fmla="*/ 53376 w 53616"/>
                        <a:gd name="connsiteY1" fmla="*/ 20892 h 63995"/>
                        <a:gd name="connsiteX2" fmla="*/ 52995 w 53616"/>
                        <a:gd name="connsiteY2" fmla="*/ 31560 h 63995"/>
                        <a:gd name="connsiteX3" fmla="*/ 49470 w 53616"/>
                        <a:gd name="connsiteY3" fmla="*/ 43085 h 63995"/>
                        <a:gd name="connsiteX4" fmla="*/ 42422 w 53616"/>
                        <a:gd name="connsiteY4" fmla="*/ 52896 h 63995"/>
                        <a:gd name="connsiteX5" fmla="*/ 33754 w 53616"/>
                        <a:gd name="connsiteY5" fmla="*/ 60230 h 63995"/>
                        <a:gd name="connsiteX6" fmla="*/ 13752 w 53616"/>
                        <a:gd name="connsiteY6" fmla="*/ 62707 h 63995"/>
                        <a:gd name="connsiteX7" fmla="*/ 988 w 53616"/>
                        <a:gd name="connsiteY7" fmla="*/ 46895 h 63995"/>
                        <a:gd name="connsiteX8" fmla="*/ 226 w 53616"/>
                        <a:gd name="connsiteY8" fmla="*/ 34322 h 63995"/>
                        <a:gd name="connsiteX9" fmla="*/ 4608 w 53616"/>
                        <a:gd name="connsiteY9" fmla="*/ 20797 h 63995"/>
                        <a:gd name="connsiteX10" fmla="*/ 12609 w 53616"/>
                        <a:gd name="connsiteY10" fmla="*/ 9081 h 63995"/>
                        <a:gd name="connsiteX11" fmla="*/ 23372 w 53616"/>
                        <a:gd name="connsiteY11" fmla="*/ 1937 h 63995"/>
                        <a:gd name="connsiteX12" fmla="*/ 43565 w 53616"/>
                        <a:gd name="connsiteY12" fmla="*/ 3366 h 63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616" h="63995">
                          <a:moveTo>
                            <a:pt x="43565" y="3366"/>
                          </a:moveTo>
                          <a:cubicBezTo>
                            <a:pt x="49185" y="7367"/>
                            <a:pt x="52423" y="14034"/>
                            <a:pt x="53376" y="20892"/>
                          </a:cubicBezTo>
                          <a:cubicBezTo>
                            <a:pt x="53852" y="24416"/>
                            <a:pt x="53567" y="27750"/>
                            <a:pt x="52995" y="31560"/>
                          </a:cubicBezTo>
                          <a:cubicBezTo>
                            <a:pt x="52518" y="35465"/>
                            <a:pt x="51375" y="39371"/>
                            <a:pt x="49470" y="43085"/>
                          </a:cubicBezTo>
                          <a:cubicBezTo>
                            <a:pt x="47661" y="46895"/>
                            <a:pt x="45089" y="49943"/>
                            <a:pt x="42422" y="52896"/>
                          </a:cubicBezTo>
                          <a:cubicBezTo>
                            <a:pt x="39851" y="55944"/>
                            <a:pt x="36898" y="58421"/>
                            <a:pt x="33754" y="60230"/>
                          </a:cubicBezTo>
                          <a:cubicBezTo>
                            <a:pt x="27373" y="63945"/>
                            <a:pt x="20229" y="65183"/>
                            <a:pt x="13752" y="62707"/>
                          </a:cubicBezTo>
                          <a:cubicBezTo>
                            <a:pt x="7275" y="60326"/>
                            <a:pt x="2893" y="54515"/>
                            <a:pt x="988" y="46895"/>
                          </a:cubicBezTo>
                          <a:cubicBezTo>
                            <a:pt x="36" y="43085"/>
                            <a:pt x="-250" y="38799"/>
                            <a:pt x="226" y="34322"/>
                          </a:cubicBezTo>
                          <a:cubicBezTo>
                            <a:pt x="798" y="29846"/>
                            <a:pt x="2417" y="25274"/>
                            <a:pt x="4608" y="20797"/>
                          </a:cubicBezTo>
                          <a:cubicBezTo>
                            <a:pt x="6798" y="16320"/>
                            <a:pt x="9561" y="12320"/>
                            <a:pt x="12609" y="9081"/>
                          </a:cubicBezTo>
                          <a:cubicBezTo>
                            <a:pt x="15752" y="5843"/>
                            <a:pt x="19752" y="3557"/>
                            <a:pt x="23372" y="1937"/>
                          </a:cubicBezTo>
                          <a:cubicBezTo>
                            <a:pt x="30706" y="-1015"/>
                            <a:pt x="37945" y="-634"/>
                            <a:pt x="43565" y="336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37" name="Forme libre : forme 14936">
                      <a:extLst>
                        <a:ext uri="{FF2B5EF4-FFF2-40B4-BE49-F238E27FC236}">
                          <a16:creationId xmlns:a16="http://schemas.microsoft.com/office/drawing/2014/main" id="{C6F04296-0A24-4543-ACC0-87FEC37491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6464" y="2023212"/>
                      <a:ext cx="103778" cy="70515"/>
                    </a:xfrm>
                    <a:custGeom>
                      <a:avLst/>
                      <a:gdLst>
                        <a:gd name="connsiteX0" fmla="*/ 37356 w 103778"/>
                        <a:gd name="connsiteY0" fmla="*/ 65811 h 70515"/>
                        <a:gd name="connsiteX1" fmla="*/ 60120 w 103778"/>
                        <a:gd name="connsiteY1" fmla="*/ 70478 h 70515"/>
                        <a:gd name="connsiteX2" fmla="*/ 79837 w 103778"/>
                        <a:gd name="connsiteY2" fmla="*/ 63239 h 70515"/>
                        <a:gd name="connsiteX3" fmla="*/ 87552 w 103778"/>
                        <a:gd name="connsiteY3" fmla="*/ 56286 h 70515"/>
                        <a:gd name="connsiteX4" fmla="*/ 94125 w 103778"/>
                        <a:gd name="connsiteY4" fmla="*/ 48761 h 70515"/>
                        <a:gd name="connsiteX5" fmla="*/ 101459 w 103778"/>
                        <a:gd name="connsiteY5" fmla="*/ 34569 h 70515"/>
                        <a:gd name="connsiteX6" fmla="*/ 103554 w 103778"/>
                        <a:gd name="connsiteY6" fmla="*/ 19805 h 70515"/>
                        <a:gd name="connsiteX7" fmla="*/ 98887 w 103778"/>
                        <a:gd name="connsiteY7" fmla="*/ 7803 h 70515"/>
                        <a:gd name="connsiteX8" fmla="*/ 88410 w 103778"/>
                        <a:gd name="connsiteY8" fmla="*/ 374 h 70515"/>
                        <a:gd name="connsiteX9" fmla="*/ 72980 w 103778"/>
                        <a:gd name="connsiteY9" fmla="*/ 4374 h 70515"/>
                        <a:gd name="connsiteX10" fmla="*/ 54882 w 103778"/>
                        <a:gd name="connsiteY10" fmla="*/ 12471 h 70515"/>
                        <a:gd name="connsiteX11" fmla="*/ 35927 w 103778"/>
                        <a:gd name="connsiteY11" fmla="*/ 19233 h 70515"/>
                        <a:gd name="connsiteX12" fmla="*/ 13353 w 103778"/>
                        <a:gd name="connsiteY12" fmla="*/ 26663 h 70515"/>
                        <a:gd name="connsiteX13" fmla="*/ 18 w 103778"/>
                        <a:gd name="connsiteY13" fmla="*/ 44475 h 70515"/>
                        <a:gd name="connsiteX14" fmla="*/ 37356 w 103778"/>
                        <a:gd name="connsiteY14" fmla="*/ 65811 h 70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03778" h="70515">
                          <a:moveTo>
                            <a:pt x="37356" y="65811"/>
                          </a:moveTo>
                          <a:cubicBezTo>
                            <a:pt x="44690" y="68287"/>
                            <a:pt x="52405" y="70859"/>
                            <a:pt x="60120" y="70478"/>
                          </a:cubicBezTo>
                          <a:cubicBezTo>
                            <a:pt x="67550" y="70192"/>
                            <a:pt x="74217" y="67335"/>
                            <a:pt x="79837" y="63239"/>
                          </a:cubicBezTo>
                          <a:cubicBezTo>
                            <a:pt x="82695" y="61239"/>
                            <a:pt x="85267" y="58762"/>
                            <a:pt x="87552" y="56286"/>
                          </a:cubicBezTo>
                          <a:cubicBezTo>
                            <a:pt x="90029" y="53905"/>
                            <a:pt x="92220" y="51333"/>
                            <a:pt x="94125" y="48761"/>
                          </a:cubicBezTo>
                          <a:cubicBezTo>
                            <a:pt x="97268" y="44380"/>
                            <a:pt x="99840" y="39617"/>
                            <a:pt x="101459" y="34569"/>
                          </a:cubicBezTo>
                          <a:cubicBezTo>
                            <a:pt x="103364" y="29997"/>
                            <a:pt x="104221" y="25139"/>
                            <a:pt x="103554" y="19805"/>
                          </a:cubicBezTo>
                          <a:cubicBezTo>
                            <a:pt x="103174" y="15900"/>
                            <a:pt x="101364" y="11232"/>
                            <a:pt x="98887" y="7803"/>
                          </a:cubicBezTo>
                          <a:cubicBezTo>
                            <a:pt x="96411" y="4279"/>
                            <a:pt x="92982" y="1327"/>
                            <a:pt x="88410" y="374"/>
                          </a:cubicBezTo>
                          <a:cubicBezTo>
                            <a:pt x="82695" y="-1055"/>
                            <a:pt x="77837" y="1898"/>
                            <a:pt x="72980" y="4374"/>
                          </a:cubicBezTo>
                          <a:cubicBezTo>
                            <a:pt x="67264" y="7327"/>
                            <a:pt x="61263" y="9994"/>
                            <a:pt x="54882" y="12471"/>
                          </a:cubicBezTo>
                          <a:cubicBezTo>
                            <a:pt x="48596" y="14947"/>
                            <a:pt x="42499" y="17328"/>
                            <a:pt x="35927" y="19233"/>
                          </a:cubicBezTo>
                          <a:cubicBezTo>
                            <a:pt x="30402" y="20853"/>
                            <a:pt x="21258" y="22853"/>
                            <a:pt x="13353" y="26663"/>
                          </a:cubicBezTo>
                          <a:cubicBezTo>
                            <a:pt x="5447" y="30473"/>
                            <a:pt x="-363" y="36188"/>
                            <a:pt x="18" y="44475"/>
                          </a:cubicBezTo>
                          <a:cubicBezTo>
                            <a:pt x="1065" y="59143"/>
                            <a:pt x="27069" y="62191"/>
                            <a:pt x="37356" y="6581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38" name="Forme libre : forme 14937">
                      <a:extLst>
                        <a:ext uri="{FF2B5EF4-FFF2-40B4-BE49-F238E27FC236}">
                          <a16:creationId xmlns:a16="http://schemas.microsoft.com/office/drawing/2014/main" id="{705A5347-6BAF-443E-AF1C-D7F11FF937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4537" y="2035271"/>
                      <a:ext cx="18717" cy="33453"/>
                    </a:xfrm>
                    <a:custGeom>
                      <a:avLst/>
                      <a:gdLst>
                        <a:gd name="connsiteX0" fmla="*/ 7566 w 18717"/>
                        <a:gd name="connsiteY0" fmla="*/ 29844 h 33453"/>
                        <a:gd name="connsiteX1" fmla="*/ 12043 w 18717"/>
                        <a:gd name="connsiteY1" fmla="*/ 33178 h 33453"/>
                        <a:gd name="connsiteX2" fmla="*/ 17282 w 18717"/>
                        <a:gd name="connsiteY2" fmla="*/ 32035 h 33453"/>
                        <a:gd name="connsiteX3" fmla="*/ 18710 w 18717"/>
                        <a:gd name="connsiteY3" fmla="*/ 27082 h 33453"/>
                        <a:gd name="connsiteX4" fmla="*/ 18329 w 18717"/>
                        <a:gd name="connsiteY4" fmla="*/ 13556 h 33453"/>
                        <a:gd name="connsiteX5" fmla="*/ 17091 w 18717"/>
                        <a:gd name="connsiteY5" fmla="*/ 8127 h 33453"/>
                        <a:gd name="connsiteX6" fmla="*/ 613 w 18717"/>
                        <a:gd name="connsiteY6" fmla="*/ 5936 h 33453"/>
                        <a:gd name="connsiteX7" fmla="*/ 7566 w 18717"/>
                        <a:gd name="connsiteY7" fmla="*/ 29844 h 33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717" h="33453">
                          <a:moveTo>
                            <a:pt x="7566" y="29844"/>
                          </a:moveTo>
                          <a:cubicBezTo>
                            <a:pt x="8804" y="31273"/>
                            <a:pt x="10328" y="32606"/>
                            <a:pt x="12043" y="33178"/>
                          </a:cubicBezTo>
                          <a:cubicBezTo>
                            <a:pt x="13852" y="33749"/>
                            <a:pt x="15948" y="33463"/>
                            <a:pt x="17282" y="32035"/>
                          </a:cubicBezTo>
                          <a:cubicBezTo>
                            <a:pt x="18425" y="30701"/>
                            <a:pt x="18615" y="28892"/>
                            <a:pt x="18710" y="27082"/>
                          </a:cubicBezTo>
                          <a:cubicBezTo>
                            <a:pt x="18710" y="22510"/>
                            <a:pt x="18806" y="18033"/>
                            <a:pt x="18329" y="13556"/>
                          </a:cubicBezTo>
                          <a:cubicBezTo>
                            <a:pt x="18139" y="11651"/>
                            <a:pt x="17853" y="9842"/>
                            <a:pt x="17091" y="8127"/>
                          </a:cubicBezTo>
                          <a:cubicBezTo>
                            <a:pt x="13852" y="983"/>
                            <a:pt x="3280" y="-4827"/>
                            <a:pt x="613" y="5936"/>
                          </a:cubicBezTo>
                          <a:cubicBezTo>
                            <a:pt x="-1578" y="14318"/>
                            <a:pt x="2423" y="24034"/>
                            <a:pt x="7566" y="2984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39" name="Forme libre : forme 14938">
                      <a:extLst>
                        <a:ext uri="{FF2B5EF4-FFF2-40B4-BE49-F238E27FC236}">
                          <a16:creationId xmlns:a16="http://schemas.microsoft.com/office/drawing/2014/main" id="{05C5B355-3867-4083-A4B0-C08FA6D560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32875" y="1984724"/>
                      <a:ext cx="21716" cy="57340"/>
                    </a:xfrm>
                    <a:custGeom>
                      <a:avLst/>
                      <a:gdLst>
                        <a:gd name="connsiteX0" fmla="*/ 0 w 21716"/>
                        <a:gd name="connsiteY0" fmla="*/ 0 h 57340"/>
                        <a:gd name="connsiteX1" fmla="*/ 13335 w 21716"/>
                        <a:gd name="connsiteY1" fmla="*/ 16288 h 57340"/>
                        <a:gd name="connsiteX2" fmla="*/ 19812 w 21716"/>
                        <a:gd name="connsiteY2" fmla="*/ 35338 h 57340"/>
                        <a:gd name="connsiteX3" fmla="*/ 20955 w 21716"/>
                        <a:gd name="connsiteY3" fmla="*/ 57341 h 57340"/>
                        <a:gd name="connsiteX4" fmla="*/ 18765 w 21716"/>
                        <a:gd name="connsiteY4" fmla="*/ 41243 h 57340"/>
                        <a:gd name="connsiteX5" fmla="*/ 13049 w 21716"/>
                        <a:gd name="connsiteY5" fmla="*/ 22479 h 57340"/>
                        <a:gd name="connsiteX6" fmla="*/ 0 w 21716"/>
                        <a:gd name="connsiteY6" fmla="*/ 0 h 57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716" h="57340">
                          <a:moveTo>
                            <a:pt x="0" y="0"/>
                          </a:moveTo>
                          <a:cubicBezTo>
                            <a:pt x="0" y="0"/>
                            <a:pt x="7620" y="5810"/>
                            <a:pt x="13335" y="16288"/>
                          </a:cubicBezTo>
                          <a:cubicBezTo>
                            <a:pt x="16193" y="21527"/>
                            <a:pt x="18765" y="28004"/>
                            <a:pt x="19812" y="35338"/>
                          </a:cubicBezTo>
                          <a:cubicBezTo>
                            <a:pt x="21336" y="42482"/>
                            <a:pt x="22574" y="49816"/>
                            <a:pt x="20955" y="57341"/>
                          </a:cubicBezTo>
                          <a:cubicBezTo>
                            <a:pt x="20955" y="57341"/>
                            <a:pt x="21527" y="51435"/>
                            <a:pt x="18765" y="41243"/>
                          </a:cubicBezTo>
                          <a:cubicBezTo>
                            <a:pt x="17145" y="36195"/>
                            <a:pt x="15812" y="29623"/>
                            <a:pt x="13049" y="22479"/>
                          </a:cubicBezTo>
                          <a:cubicBezTo>
                            <a:pt x="10383" y="15335"/>
                            <a:pt x="6287" y="7811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40" name="Forme libre : forme 14939">
                      <a:extLst>
                        <a:ext uri="{FF2B5EF4-FFF2-40B4-BE49-F238E27FC236}">
                          <a16:creationId xmlns:a16="http://schemas.microsoft.com/office/drawing/2014/main" id="{73460E4E-7F4E-4B91-A8DC-34F8B35330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6201" y="2038730"/>
                      <a:ext cx="32567" cy="63055"/>
                    </a:xfrm>
                    <a:custGeom>
                      <a:avLst/>
                      <a:gdLst>
                        <a:gd name="connsiteX0" fmla="*/ 2184 w 32567"/>
                        <a:gd name="connsiteY0" fmla="*/ 0 h 63055"/>
                        <a:gd name="connsiteX1" fmla="*/ 564 w 32567"/>
                        <a:gd name="connsiteY1" fmla="*/ 7525 h 63055"/>
                        <a:gd name="connsiteX2" fmla="*/ 659 w 32567"/>
                        <a:gd name="connsiteY2" fmla="*/ 25337 h 63055"/>
                        <a:gd name="connsiteX3" fmla="*/ 9137 w 32567"/>
                        <a:gd name="connsiteY3" fmla="*/ 46196 h 63055"/>
                        <a:gd name="connsiteX4" fmla="*/ 32568 w 32567"/>
                        <a:gd name="connsiteY4" fmla="*/ 63056 h 63055"/>
                        <a:gd name="connsiteX5" fmla="*/ 14756 w 32567"/>
                        <a:gd name="connsiteY5" fmla="*/ 48101 h 63055"/>
                        <a:gd name="connsiteX6" fmla="*/ 3898 w 32567"/>
                        <a:gd name="connsiteY6" fmla="*/ 28480 h 63055"/>
                        <a:gd name="connsiteX7" fmla="*/ 2184 w 32567"/>
                        <a:gd name="connsiteY7" fmla="*/ 0 h 63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567" h="63055">
                          <a:moveTo>
                            <a:pt x="2184" y="0"/>
                          </a:moveTo>
                          <a:cubicBezTo>
                            <a:pt x="2184" y="0"/>
                            <a:pt x="1040" y="2953"/>
                            <a:pt x="564" y="7525"/>
                          </a:cubicBezTo>
                          <a:cubicBezTo>
                            <a:pt x="-7" y="12097"/>
                            <a:pt x="-388" y="18479"/>
                            <a:pt x="659" y="25337"/>
                          </a:cubicBezTo>
                          <a:cubicBezTo>
                            <a:pt x="1707" y="32195"/>
                            <a:pt x="3898" y="39624"/>
                            <a:pt x="9137" y="46196"/>
                          </a:cubicBezTo>
                          <a:cubicBezTo>
                            <a:pt x="14185" y="52864"/>
                            <a:pt x="21710" y="58769"/>
                            <a:pt x="32568" y="63056"/>
                          </a:cubicBezTo>
                          <a:cubicBezTo>
                            <a:pt x="32568" y="63056"/>
                            <a:pt x="23424" y="58293"/>
                            <a:pt x="14756" y="48101"/>
                          </a:cubicBezTo>
                          <a:cubicBezTo>
                            <a:pt x="10280" y="43053"/>
                            <a:pt x="6374" y="36481"/>
                            <a:pt x="3898" y="28480"/>
                          </a:cubicBezTo>
                          <a:cubicBezTo>
                            <a:pt x="1422" y="20479"/>
                            <a:pt x="88" y="11049"/>
                            <a:pt x="218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41" name="Forme libre : forme 14940">
                      <a:extLst>
                        <a:ext uri="{FF2B5EF4-FFF2-40B4-BE49-F238E27FC236}">
                          <a16:creationId xmlns:a16="http://schemas.microsoft.com/office/drawing/2014/main" id="{F27EC719-1D9A-4F5F-A9F7-983A820E12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74970" y="2006662"/>
                      <a:ext cx="22395" cy="22576"/>
                    </a:xfrm>
                    <a:custGeom>
                      <a:avLst/>
                      <a:gdLst>
                        <a:gd name="connsiteX0" fmla="*/ 21044 w 22395"/>
                        <a:gd name="connsiteY0" fmla="*/ 1875 h 22576"/>
                        <a:gd name="connsiteX1" fmla="*/ 16948 w 22395"/>
                        <a:gd name="connsiteY1" fmla="*/ 17115 h 22576"/>
                        <a:gd name="connsiteX2" fmla="*/ 1517 w 22395"/>
                        <a:gd name="connsiteY2" fmla="*/ 21115 h 22576"/>
                        <a:gd name="connsiteX3" fmla="*/ 5709 w 22395"/>
                        <a:gd name="connsiteY3" fmla="*/ 5399 h 22576"/>
                        <a:gd name="connsiteX4" fmla="*/ 21044 w 22395"/>
                        <a:gd name="connsiteY4" fmla="*/ 1875 h 22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395" h="22576">
                          <a:moveTo>
                            <a:pt x="21044" y="1875"/>
                          </a:moveTo>
                          <a:cubicBezTo>
                            <a:pt x="23806" y="5208"/>
                            <a:pt x="22282" y="11971"/>
                            <a:pt x="16948" y="17115"/>
                          </a:cubicBezTo>
                          <a:cubicBezTo>
                            <a:pt x="11709" y="22258"/>
                            <a:pt x="4756" y="24163"/>
                            <a:pt x="1517" y="21115"/>
                          </a:cubicBezTo>
                          <a:cubicBezTo>
                            <a:pt x="-1626" y="18067"/>
                            <a:pt x="279" y="10828"/>
                            <a:pt x="5709" y="5399"/>
                          </a:cubicBezTo>
                          <a:cubicBezTo>
                            <a:pt x="11138" y="-221"/>
                            <a:pt x="18091" y="-1555"/>
                            <a:pt x="21044" y="187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42" name="Forme libre : forme 14941">
                      <a:extLst>
                        <a:ext uri="{FF2B5EF4-FFF2-40B4-BE49-F238E27FC236}">
                          <a16:creationId xmlns:a16="http://schemas.microsoft.com/office/drawing/2014/main" id="{6DEBF139-06C2-40C3-B07B-D28059290B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90665" y="2003823"/>
                      <a:ext cx="7329" cy="7226"/>
                    </a:xfrm>
                    <a:custGeom>
                      <a:avLst/>
                      <a:gdLst>
                        <a:gd name="connsiteX0" fmla="*/ 5634 w 7329"/>
                        <a:gd name="connsiteY0" fmla="*/ 522 h 7226"/>
                        <a:gd name="connsiteX1" fmla="*/ 6777 w 7329"/>
                        <a:gd name="connsiteY1" fmla="*/ 5380 h 7226"/>
                        <a:gd name="connsiteX2" fmla="*/ 1919 w 7329"/>
                        <a:gd name="connsiteY2" fmla="*/ 6809 h 7226"/>
                        <a:gd name="connsiteX3" fmla="*/ 586 w 7329"/>
                        <a:gd name="connsiteY3" fmla="*/ 1856 h 7226"/>
                        <a:gd name="connsiteX4" fmla="*/ 5634 w 7329"/>
                        <a:gd name="connsiteY4" fmla="*/ 522 h 7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29" h="7226">
                          <a:moveTo>
                            <a:pt x="5634" y="522"/>
                          </a:moveTo>
                          <a:cubicBezTo>
                            <a:pt x="7349" y="1570"/>
                            <a:pt x="7825" y="3761"/>
                            <a:pt x="6777" y="5380"/>
                          </a:cubicBezTo>
                          <a:cubicBezTo>
                            <a:pt x="5634" y="6999"/>
                            <a:pt x="3729" y="7761"/>
                            <a:pt x="1919" y="6809"/>
                          </a:cubicBezTo>
                          <a:cubicBezTo>
                            <a:pt x="205" y="5856"/>
                            <a:pt x="-653" y="3570"/>
                            <a:pt x="586" y="1856"/>
                          </a:cubicBezTo>
                          <a:cubicBezTo>
                            <a:pt x="1633" y="46"/>
                            <a:pt x="3920" y="-526"/>
                            <a:pt x="5634" y="5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43" name="Forme libre : forme 14942">
                      <a:extLst>
                        <a:ext uri="{FF2B5EF4-FFF2-40B4-BE49-F238E27FC236}">
                          <a16:creationId xmlns:a16="http://schemas.microsoft.com/office/drawing/2014/main" id="{51986B1F-4F29-4907-986C-32D236FF96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0690" y="1964587"/>
                      <a:ext cx="81657" cy="49455"/>
                    </a:xfrm>
                    <a:custGeom>
                      <a:avLst/>
                      <a:gdLst>
                        <a:gd name="connsiteX0" fmla="*/ 48655 w 81657"/>
                        <a:gd name="connsiteY0" fmla="*/ 896 h 49455"/>
                        <a:gd name="connsiteX1" fmla="*/ 76659 w 81657"/>
                        <a:gd name="connsiteY1" fmla="*/ 16041 h 49455"/>
                        <a:gd name="connsiteX2" fmla="*/ 81136 w 81657"/>
                        <a:gd name="connsiteY2" fmla="*/ 25947 h 49455"/>
                        <a:gd name="connsiteX3" fmla="*/ 71611 w 81657"/>
                        <a:gd name="connsiteY3" fmla="*/ 28328 h 49455"/>
                        <a:gd name="connsiteX4" fmla="*/ 38463 w 81657"/>
                        <a:gd name="connsiteY4" fmla="*/ 26233 h 49455"/>
                        <a:gd name="connsiteX5" fmla="*/ 30082 w 81657"/>
                        <a:gd name="connsiteY5" fmla="*/ 31948 h 49455"/>
                        <a:gd name="connsiteX6" fmla="*/ 19319 w 81657"/>
                        <a:gd name="connsiteY6" fmla="*/ 41378 h 49455"/>
                        <a:gd name="connsiteX7" fmla="*/ 1221 w 81657"/>
                        <a:gd name="connsiteY7" fmla="*/ 47188 h 49455"/>
                        <a:gd name="connsiteX8" fmla="*/ 6079 w 81657"/>
                        <a:gd name="connsiteY8" fmla="*/ 24232 h 49455"/>
                        <a:gd name="connsiteX9" fmla="*/ 15032 w 81657"/>
                        <a:gd name="connsiteY9" fmla="*/ 12612 h 49455"/>
                        <a:gd name="connsiteX10" fmla="*/ 23510 w 81657"/>
                        <a:gd name="connsiteY10" fmla="*/ 5278 h 49455"/>
                        <a:gd name="connsiteX11" fmla="*/ 36177 w 81657"/>
                        <a:gd name="connsiteY11" fmla="*/ 229 h 49455"/>
                        <a:gd name="connsiteX12" fmla="*/ 48655 w 81657"/>
                        <a:gd name="connsiteY12" fmla="*/ 896 h 49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1657" h="49455">
                          <a:moveTo>
                            <a:pt x="48655" y="896"/>
                          </a:moveTo>
                          <a:cubicBezTo>
                            <a:pt x="59228" y="3182"/>
                            <a:pt x="68372" y="9183"/>
                            <a:pt x="76659" y="16041"/>
                          </a:cubicBezTo>
                          <a:cubicBezTo>
                            <a:pt x="79707" y="18613"/>
                            <a:pt x="82945" y="22518"/>
                            <a:pt x="81136" y="25947"/>
                          </a:cubicBezTo>
                          <a:cubicBezTo>
                            <a:pt x="79516" y="29090"/>
                            <a:pt x="74944" y="28900"/>
                            <a:pt x="71611" y="28328"/>
                          </a:cubicBezTo>
                          <a:cubicBezTo>
                            <a:pt x="60943" y="26328"/>
                            <a:pt x="49798" y="21851"/>
                            <a:pt x="38463" y="26233"/>
                          </a:cubicBezTo>
                          <a:cubicBezTo>
                            <a:pt x="36749" y="26899"/>
                            <a:pt x="33606" y="29090"/>
                            <a:pt x="30082" y="31948"/>
                          </a:cubicBezTo>
                          <a:cubicBezTo>
                            <a:pt x="26843" y="34805"/>
                            <a:pt x="23128" y="38329"/>
                            <a:pt x="19319" y="41378"/>
                          </a:cubicBezTo>
                          <a:cubicBezTo>
                            <a:pt x="11793" y="47569"/>
                            <a:pt x="4174" y="52522"/>
                            <a:pt x="1221" y="47188"/>
                          </a:cubicBezTo>
                          <a:cubicBezTo>
                            <a:pt x="-1827" y="41854"/>
                            <a:pt x="1221" y="32710"/>
                            <a:pt x="6079" y="24232"/>
                          </a:cubicBezTo>
                          <a:cubicBezTo>
                            <a:pt x="8269" y="20041"/>
                            <a:pt x="11793" y="15946"/>
                            <a:pt x="15032" y="12612"/>
                          </a:cubicBezTo>
                          <a:cubicBezTo>
                            <a:pt x="18270" y="9278"/>
                            <a:pt x="21318" y="6611"/>
                            <a:pt x="23510" y="5278"/>
                          </a:cubicBezTo>
                          <a:cubicBezTo>
                            <a:pt x="27605" y="2706"/>
                            <a:pt x="31891" y="991"/>
                            <a:pt x="36177" y="229"/>
                          </a:cubicBezTo>
                          <a:cubicBezTo>
                            <a:pt x="40464" y="-247"/>
                            <a:pt x="44655" y="39"/>
                            <a:pt x="48655" y="89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55" name="Graphique 1">
                    <a:extLst>
                      <a:ext uri="{FF2B5EF4-FFF2-40B4-BE49-F238E27FC236}">
                        <a16:creationId xmlns:a16="http://schemas.microsoft.com/office/drawing/2014/main" id="{1C3CEF71-D1B8-4D7E-A1E8-DD2371008A2F}"/>
                      </a:ext>
                    </a:extLst>
                  </p:cNvPr>
                  <p:cNvGrpSpPr/>
                  <p:nvPr/>
                </p:nvGrpSpPr>
                <p:grpSpPr>
                  <a:xfrm>
                    <a:off x="7696662" y="1843836"/>
                    <a:ext cx="168596" cy="154112"/>
                    <a:chOff x="7696662" y="1843836"/>
                    <a:chExt cx="168596" cy="154112"/>
                  </a:xfrm>
                  <a:solidFill>
                    <a:schemeClr val="accent1"/>
                  </a:solidFill>
                </p:grpSpPr>
                <p:sp>
                  <p:nvSpPr>
                    <p:cNvPr id="14920" name="Forme libre : forme 14919">
                      <a:extLst>
                        <a:ext uri="{FF2B5EF4-FFF2-40B4-BE49-F238E27FC236}">
                          <a16:creationId xmlns:a16="http://schemas.microsoft.com/office/drawing/2014/main" id="{8501F4AE-D8FE-49C5-BF5B-8EDBE15C53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96662" y="1843836"/>
                      <a:ext cx="168596" cy="154112"/>
                    </a:xfrm>
                    <a:custGeom>
                      <a:avLst/>
                      <a:gdLst>
                        <a:gd name="connsiteX0" fmla="*/ 126701 w 168596"/>
                        <a:gd name="connsiteY0" fmla="*/ 132411 h 154112"/>
                        <a:gd name="connsiteX1" fmla="*/ 126511 w 168596"/>
                        <a:gd name="connsiteY1" fmla="*/ 132506 h 154112"/>
                        <a:gd name="connsiteX2" fmla="*/ 125272 w 168596"/>
                        <a:gd name="connsiteY2" fmla="*/ 132982 h 154112"/>
                        <a:gd name="connsiteX3" fmla="*/ 119462 w 168596"/>
                        <a:gd name="connsiteY3" fmla="*/ 136030 h 154112"/>
                        <a:gd name="connsiteX4" fmla="*/ 105365 w 168596"/>
                        <a:gd name="connsiteY4" fmla="*/ 146222 h 154112"/>
                        <a:gd name="connsiteX5" fmla="*/ 92792 w 168596"/>
                        <a:gd name="connsiteY5" fmla="*/ 152508 h 154112"/>
                        <a:gd name="connsiteX6" fmla="*/ 76885 w 168596"/>
                        <a:gd name="connsiteY6" fmla="*/ 154032 h 154112"/>
                        <a:gd name="connsiteX7" fmla="*/ 43167 w 168596"/>
                        <a:gd name="connsiteY7" fmla="*/ 140983 h 154112"/>
                        <a:gd name="connsiteX8" fmla="*/ 15258 w 168596"/>
                        <a:gd name="connsiteY8" fmla="*/ 117456 h 154112"/>
                        <a:gd name="connsiteX9" fmla="*/ 18 w 168596"/>
                        <a:gd name="connsiteY9" fmla="*/ 83452 h 154112"/>
                        <a:gd name="connsiteX10" fmla="*/ 5162 w 168596"/>
                        <a:gd name="connsiteY10" fmla="*/ 63164 h 154112"/>
                        <a:gd name="connsiteX11" fmla="*/ 19926 w 168596"/>
                        <a:gd name="connsiteY11" fmla="*/ 44495 h 154112"/>
                        <a:gd name="connsiteX12" fmla="*/ 51072 w 168596"/>
                        <a:gd name="connsiteY12" fmla="*/ 21921 h 154112"/>
                        <a:gd name="connsiteX13" fmla="*/ 69932 w 168596"/>
                        <a:gd name="connsiteY13" fmla="*/ 11919 h 154112"/>
                        <a:gd name="connsiteX14" fmla="*/ 81648 w 168596"/>
                        <a:gd name="connsiteY14" fmla="*/ 7062 h 154112"/>
                        <a:gd name="connsiteX15" fmla="*/ 94792 w 168596"/>
                        <a:gd name="connsiteY15" fmla="*/ 2871 h 154112"/>
                        <a:gd name="connsiteX16" fmla="*/ 130892 w 168596"/>
                        <a:gd name="connsiteY16" fmla="*/ 1632 h 154112"/>
                        <a:gd name="connsiteX17" fmla="*/ 157086 w 168596"/>
                        <a:gd name="connsiteY17" fmla="*/ 14967 h 154112"/>
                        <a:gd name="connsiteX18" fmla="*/ 168135 w 168596"/>
                        <a:gd name="connsiteY18" fmla="*/ 34970 h 154112"/>
                        <a:gd name="connsiteX19" fmla="*/ 165087 w 168596"/>
                        <a:gd name="connsiteY19" fmla="*/ 54306 h 154112"/>
                        <a:gd name="connsiteX20" fmla="*/ 148704 w 168596"/>
                        <a:gd name="connsiteY20" fmla="*/ 87738 h 154112"/>
                        <a:gd name="connsiteX21" fmla="*/ 138702 w 168596"/>
                        <a:gd name="connsiteY21" fmla="*/ 104312 h 154112"/>
                        <a:gd name="connsiteX22" fmla="*/ 130511 w 168596"/>
                        <a:gd name="connsiteY22" fmla="*/ 118123 h 154112"/>
                        <a:gd name="connsiteX23" fmla="*/ 126987 w 168596"/>
                        <a:gd name="connsiteY23" fmla="*/ 128410 h 154112"/>
                        <a:gd name="connsiteX24" fmla="*/ 126701 w 168596"/>
                        <a:gd name="connsiteY24" fmla="*/ 132411 h 154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68596" h="154112">
                          <a:moveTo>
                            <a:pt x="126701" y="132411"/>
                          </a:moveTo>
                          <a:lnTo>
                            <a:pt x="126511" y="132506"/>
                          </a:lnTo>
                          <a:cubicBezTo>
                            <a:pt x="126129" y="132696"/>
                            <a:pt x="126511" y="132315"/>
                            <a:pt x="125272" y="132982"/>
                          </a:cubicBezTo>
                          <a:cubicBezTo>
                            <a:pt x="123557" y="133744"/>
                            <a:pt x="121558" y="134887"/>
                            <a:pt x="119462" y="136030"/>
                          </a:cubicBezTo>
                          <a:cubicBezTo>
                            <a:pt x="115176" y="138602"/>
                            <a:pt x="110318" y="142126"/>
                            <a:pt x="105365" y="146222"/>
                          </a:cubicBezTo>
                          <a:cubicBezTo>
                            <a:pt x="101936" y="149079"/>
                            <a:pt x="97650" y="151175"/>
                            <a:pt x="92792" y="152508"/>
                          </a:cubicBezTo>
                          <a:cubicBezTo>
                            <a:pt x="87934" y="153842"/>
                            <a:pt x="82600" y="154318"/>
                            <a:pt x="76885" y="154032"/>
                          </a:cubicBezTo>
                          <a:cubicBezTo>
                            <a:pt x="65646" y="153366"/>
                            <a:pt x="53263" y="149460"/>
                            <a:pt x="43167" y="140983"/>
                          </a:cubicBezTo>
                          <a:lnTo>
                            <a:pt x="15258" y="117456"/>
                          </a:lnTo>
                          <a:cubicBezTo>
                            <a:pt x="5162" y="108979"/>
                            <a:pt x="-362" y="96787"/>
                            <a:pt x="18" y="83452"/>
                          </a:cubicBezTo>
                          <a:cubicBezTo>
                            <a:pt x="209" y="76785"/>
                            <a:pt x="1828" y="69831"/>
                            <a:pt x="5162" y="63164"/>
                          </a:cubicBezTo>
                          <a:cubicBezTo>
                            <a:pt x="8496" y="56496"/>
                            <a:pt x="13354" y="50019"/>
                            <a:pt x="19926" y="44495"/>
                          </a:cubicBezTo>
                          <a:cubicBezTo>
                            <a:pt x="29356" y="36684"/>
                            <a:pt x="39452" y="28969"/>
                            <a:pt x="51072" y="21921"/>
                          </a:cubicBezTo>
                          <a:cubicBezTo>
                            <a:pt x="57073" y="18396"/>
                            <a:pt x="63169" y="15063"/>
                            <a:pt x="69932" y="11919"/>
                          </a:cubicBezTo>
                          <a:cubicBezTo>
                            <a:pt x="72885" y="10395"/>
                            <a:pt x="77647" y="8586"/>
                            <a:pt x="81648" y="7062"/>
                          </a:cubicBezTo>
                          <a:cubicBezTo>
                            <a:pt x="85648" y="5442"/>
                            <a:pt x="90315" y="4109"/>
                            <a:pt x="94792" y="2871"/>
                          </a:cubicBezTo>
                          <a:cubicBezTo>
                            <a:pt x="107365" y="-558"/>
                            <a:pt x="120033" y="-844"/>
                            <a:pt x="130892" y="1632"/>
                          </a:cubicBezTo>
                          <a:cubicBezTo>
                            <a:pt x="141751" y="3918"/>
                            <a:pt x="150704" y="9157"/>
                            <a:pt x="157086" y="14967"/>
                          </a:cubicBezTo>
                          <a:cubicBezTo>
                            <a:pt x="163372" y="21159"/>
                            <a:pt x="166992" y="28112"/>
                            <a:pt x="168135" y="34970"/>
                          </a:cubicBezTo>
                          <a:cubicBezTo>
                            <a:pt x="169373" y="41733"/>
                            <a:pt x="168040" y="48400"/>
                            <a:pt x="165087" y="54306"/>
                          </a:cubicBezTo>
                          <a:lnTo>
                            <a:pt x="148704" y="87738"/>
                          </a:lnTo>
                          <a:cubicBezTo>
                            <a:pt x="145656" y="93834"/>
                            <a:pt x="142036" y="99264"/>
                            <a:pt x="138702" y="104312"/>
                          </a:cubicBezTo>
                          <a:cubicBezTo>
                            <a:pt x="135369" y="109265"/>
                            <a:pt x="132416" y="114027"/>
                            <a:pt x="130511" y="118123"/>
                          </a:cubicBezTo>
                          <a:cubicBezTo>
                            <a:pt x="128511" y="122314"/>
                            <a:pt x="127368" y="125838"/>
                            <a:pt x="126987" y="128410"/>
                          </a:cubicBezTo>
                          <a:cubicBezTo>
                            <a:pt x="126415" y="131077"/>
                            <a:pt x="126701" y="132411"/>
                            <a:pt x="126701" y="132411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21" name="Forme libre : forme 14920">
                      <a:extLst>
                        <a:ext uri="{FF2B5EF4-FFF2-40B4-BE49-F238E27FC236}">
                          <a16:creationId xmlns:a16="http://schemas.microsoft.com/office/drawing/2014/main" id="{F7E77A37-174A-4610-810A-92ED41E95F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27732" y="1926541"/>
                      <a:ext cx="118014" cy="71312"/>
                    </a:xfrm>
                    <a:custGeom>
                      <a:avLst/>
                      <a:gdLst>
                        <a:gd name="connsiteX0" fmla="*/ 53054 w 118014"/>
                        <a:gd name="connsiteY0" fmla="*/ 24560 h 71312"/>
                        <a:gd name="connsiteX1" fmla="*/ 30480 w 118014"/>
                        <a:gd name="connsiteY1" fmla="*/ 43229 h 71312"/>
                        <a:gd name="connsiteX2" fmla="*/ 0 w 118014"/>
                        <a:gd name="connsiteY2" fmla="*/ 47991 h 71312"/>
                        <a:gd name="connsiteX3" fmla="*/ 12097 w 118014"/>
                        <a:gd name="connsiteY3" fmla="*/ 58183 h 71312"/>
                        <a:gd name="connsiteX4" fmla="*/ 45815 w 118014"/>
                        <a:gd name="connsiteY4" fmla="*/ 71232 h 71312"/>
                        <a:gd name="connsiteX5" fmla="*/ 61722 w 118014"/>
                        <a:gd name="connsiteY5" fmla="*/ 69708 h 71312"/>
                        <a:gd name="connsiteX6" fmla="*/ 74295 w 118014"/>
                        <a:gd name="connsiteY6" fmla="*/ 63422 h 71312"/>
                        <a:gd name="connsiteX7" fmla="*/ 88392 w 118014"/>
                        <a:gd name="connsiteY7" fmla="*/ 53230 h 71312"/>
                        <a:gd name="connsiteX8" fmla="*/ 94202 w 118014"/>
                        <a:gd name="connsiteY8" fmla="*/ 50182 h 71312"/>
                        <a:gd name="connsiteX9" fmla="*/ 95441 w 118014"/>
                        <a:gd name="connsiteY9" fmla="*/ 49706 h 71312"/>
                        <a:gd name="connsiteX10" fmla="*/ 95631 w 118014"/>
                        <a:gd name="connsiteY10" fmla="*/ 49611 h 71312"/>
                        <a:gd name="connsiteX11" fmla="*/ 95726 w 118014"/>
                        <a:gd name="connsiteY11" fmla="*/ 45705 h 71312"/>
                        <a:gd name="connsiteX12" fmla="*/ 99250 w 118014"/>
                        <a:gd name="connsiteY12" fmla="*/ 35418 h 71312"/>
                        <a:gd name="connsiteX13" fmla="*/ 107442 w 118014"/>
                        <a:gd name="connsiteY13" fmla="*/ 21607 h 71312"/>
                        <a:gd name="connsiteX14" fmla="*/ 117443 w 118014"/>
                        <a:gd name="connsiteY14" fmla="*/ 5034 h 71312"/>
                        <a:gd name="connsiteX15" fmla="*/ 118015 w 118014"/>
                        <a:gd name="connsiteY15" fmla="*/ 3986 h 71312"/>
                        <a:gd name="connsiteX16" fmla="*/ 84296 w 118014"/>
                        <a:gd name="connsiteY16" fmla="*/ 1986 h 71312"/>
                        <a:gd name="connsiteX17" fmla="*/ 76200 w 118014"/>
                        <a:gd name="connsiteY17" fmla="*/ 5129 h 71312"/>
                        <a:gd name="connsiteX18" fmla="*/ 67723 w 118014"/>
                        <a:gd name="connsiteY18" fmla="*/ 10082 h 71312"/>
                        <a:gd name="connsiteX19" fmla="*/ 53054 w 118014"/>
                        <a:gd name="connsiteY19" fmla="*/ 24560 h 71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18014" h="71312">
                          <a:moveTo>
                            <a:pt x="53054" y="24560"/>
                          </a:moveTo>
                          <a:cubicBezTo>
                            <a:pt x="47054" y="32751"/>
                            <a:pt x="39434" y="39038"/>
                            <a:pt x="30480" y="43229"/>
                          </a:cubicBezTo>
                          <a:cubicBezTo>
                            <a:pt x="21431" y="47325"/>
                            <a:pt x="11144" y="49325"/>
                            <a:pt x="0" y="47991"/>
                          </a:cubicBezTo>
                          <a:lnTo>
                            <a:pt x="12097" y="58183"/>
                          </a:lnTo>
                          <a:cubicBezTo>
                            <a:pt x="22288" y="66756"/>
                            <a:pt x="34576" y="70661"/>
                            <a:pt x="45815" y="71232"/>
                          </a:cubicBezTo>
                          <a:cubicBezTo>
                            <a:pt x="51435" y="71518"/>
                            <a:pt x="56864" y="71042"/>
                            <a:pt x="61722" y="69708"/>
                          </a:cubicBezTo>
                          <a:cubicBezTo>
                            <a:pt x="66580" y="68470"/>
                            <a:pt x="70866" y="66375"/>
                            <a:pt x="74295" y="63422"/>
                          </a:cubicBezTo>
                          <a:cubicBezTo>
                            <a:pt x="79248" y="59326"/>
                            <a:pt x="84106" y="55802"/>
                            <a:pt x="88392" y="53230"/>
                          </a:cubicBezTo>
                          <a:cubicBezTo>
                            <a:pt x="90488" y="52087"/>
                            <a:pt x="92487" y="50944"/>
                            <a:pt x="94202" y="50182"/>
                          </a:cubicBezTo>
                          <a:cubicBezTo>
                            <a:pt x="95441" y="49515"/>
                            <a:pt x="95059" y="49896"/>
                            <a:pt x="95441" y="49706"/>
                          </a:cubicBezTo>
                          <a:lnTo>
                            <a:pt x="95631" y="49611"/>
                          </a:lnTo>
                          <a:cubicBezTo>
                            <a:pt x="95631" y="49611"/>
                            <a:pt x="95345" y="48277"/>
                            <a:pt x="95726" y="45705"/>
                          </a:cubicBezTo>
                          <a:cubicBezTo>
                            <a:pt x="96107" y="43134"/>
                            <a:pt x="97250" y="39609"/>
                            <a:pt x="99250" y="35418"/>
                          </a:cubicBezTo>
                          <a:cubicBezTo>
                            <a:pt x="101251" y="31323"/>
                            <a:pt x="104204" y="26560"/>
                            <a:pt x="107442" y="21607"/>
                          </a:cubicBezTo>
                          <a:cubicBezTo>
                            <a:pt x="110776" y="16464"/>
                            <a:pt x="114395" y="11129"/>
                            <a:pt x="117443" y="5034"/>
                          </a:cubicBezTo>
                          <a:lnTo>
                            <a:pt x="118015" y="3986"/>
                          </a:lnTo>
                          <a:cubicBezTo>
                            <a:pt x="107061" y="-491"/>
                            <a:pt x="95250" y="-1253"/>
                            <a:pt x="84296" y="1986"/>
                          </a:cubicBezTo>
                          <a:cubicBezTo>
                            <a:pt x="81629" y="2748"/>
                            <a:pt x="78867" y="3891"/>
                            <a:pt x="76200" y="5129"/>
                          </a:cubicBezTo>
                          <a:cubicBezTo>
                            <a:pt x="73437" y="6558"/>
                            <a:pt x="70485" y="8082"/>
                            <a:pt x="67723" y="10082"/>
                          </a:cubicBezTo>
                          <a:cubicBezTo>
                            <a:pt x="62293" y="13797"/>
                            <a:pt x="57245" y="18750"/>
                            <a:pt x="53054" y="2456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22" name="Forme libre : forme 14921">
                      <a:extLst>
                        <a:ext uri="{FF2B5EF4-FFF2-40B4-BE49-F238E27FC236}">
                          <a16:creationId xmlns:a16="http://schemas.microsoft.com/office/drawing/2014/main" id="{68FA1F2E-748B-4BA4-AAB9-BE55F27617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894" y="1893407"/>
                      <a:ext cx="63658" cy="54254"/>
                    </a:xfrm>
                    <a:custGeom>
                      <a:avLst/>
                      <a:gdLst>
                        <a:gd name="connsiteX0" fmla="*/ 63659 w 63658"/>
                        <a:gd name="connsiteY0" fmla="*/ 18069 h 54254"/>
                        <a:gd name="connsiteX1" fmla="*/ 56800 w 63658"/>
                        <a:gd name="connsiteY1" fmla="*/ 37215 h 54254"/>
                        <a:gd name="connsiteX2" fmla="*/ 51181 w 63658"/>
                        <a:gd name="connsiteY2" fmla="*/ 44358 h 54254"/>
                        <a:gd name="connsiteX3" fmla="*/ 43466 w 63658"/>
                        <a:gd name="connsiteY3" fmla="*/ 49883 h 54254"/>
                        <a:gd name="connsiteX4" fmla="*/ 22415 w 63658"/>
                        <a:gd name="connsiteY4" fmla="*/ 54169 h 54254"/>
                        <a:gd name="connsiteX5" fmla="*/ 4127 w 63658"/>
                        <a:gd name="connsiteY5" fmla="*/ 45787 h 54254"/>
                        <a:gd name="connsiteX6" fmla="*/ 1555 w 63658"/>
                        <a:gd name="connsiteY6" fmla="*/ 25404 h 54254"/>
                        <a:gd name="connsiteX7" fmla="*/ 20987 w 63658"/>
                        <a:gd name="connsiteY7" fmla="*/ 4830 h 54254"/>
                        <a:gd name="connsiteX8" fmla="*/ 36989 w 63658"/>
                        <a:gd name="connsiteY8" fmla="*/ 162 h 54254"/>
                        <a:gd name="connsiteX9" fmla="*/ 51466 w 63658"/>
                        <a:gd name="connsiteY9" fmla="*/ 1877 h 54254"/>
                        <a:gd name="connsiteX10" fmla="*/ 60611 w 63658"/>
                        <a:gd name="connsiteY10" fmla="*/ 8544 h 54254"/>
                        <a:gd name="connsiteX11" fmla="*/ 63659 w 63658"/>
                        <a:gd name="connsiteY11" fmla="*/ 18069 h 54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3658" h="54254">
                          <a:moveTo>
                            <a:pt x="63659" y="18069"/>
                          </a:moveTo>
                          <a:cubicBezTo>
                            <a:pt x="63563" y="25118"/>
                            <a:pt x="60230" y="31785"/>
                            <a:pt x="56800" y="37215"/>
                          </a:cubicBezTo>
                          <a:cubicBezTo>
                            <a:pt x="54991" y="39882"/>
                            <a:pt x="53181" y="42358"/>
                            <a:pt x="51181" y="44358"/>
                          </a:cubicBezTo>
                          <a:cubicBezTo>
                            <a:pt x="49180" y="46549"/>
                            <a:pt x="46894" y="48168"/>
                            <a:pt x="43466" y="49883"/>
                          </a:cubicBezTo>
                          <a:cubicBezTo>
                            <a:pt x="36989" y="53121"/>
                            <a:pt x="29559" y="54645"/>
                            <a:pt x="22415" y="54169"/>
                          </a:cubicBezTo>
                          <a:cubicBezTo>
                            <a:pt x="15271" y="53693"/>
                            <a:pt x="8509" y="51216"/>
                            <a:pt x="4127" y="45787"/>
                          </a:cubicBezTo>
                          <a:cubicBezTo>
                            <a:pt x="-254" y="40453"/>
                            <a:pt x="-1207" y="33024"/>
                            <a:pt x="1555" y="25404"/>
                          </a:cubicBezTo>
                          <a:cubicBezTo>
                            <a:pt x="4318" y="17784"/>
                            <a:pt x="10985" y="9878"/>
                            <a:pt x="20987" y="4830"/>
                          </a:cubicBezTo>
                          <a:cubicBezTo>
                            <a:pt x="25844" y="2353"/>
                            <a:pt x="31655" y="734"/>
                            <a:pt x="36989" y="162"/>
                          </a:cubicBezTo>
                          <a:cubicBezTo>
                            <a:pt x="42513" y="-314"/>
                            <a:pt x="47466" y="258"/>
                            <a:pt x="51466" y="1877"/>
                          </a:cubicBezTo>
                          <a:cubicBezTo>
                            <a:pt x="55467" y="3210"/>
                            <a:pt x="58610" y="5877"/>
                            <a:pt x="60611" y="8544"/>
                          </a:cubicBezTo>
                          <a:cubicBezTo>
                            <a:pt x="62706" y="11211"/>
                            <a:pt x="63659" y="14545"/>
                            <a:pt x="63659" y="18069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23" name="Forme libre : forme 14922">
                      <a:extLst>
                        <a:ext uri="{FF2B5EF4-FFF2-40B4-BE49-F238E27FC236}">
                          <a16:creationId xmlns:a16="http://schemas.microsoft.com/office/drawing/2014/main" id="{125EBE71-E858-4169-83C6-0EBDC61E4F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807" y="1913096"/>
                      <a:ext cx="52125" cy="34540"/>
                    </a:xfrm>
                    <a:custGeom>
                      <a:avLst/>
                      <a:gdLst>
                        <a:gd name="connsiteX0" fmla="*/ 4310 w 52125"/>
                        <a:gd name="connsiteY0" fmla="*/ 0 h 34540"/>
                        <a:gd name="connsiteX1" fmla="*/ 4120 w 52125"/>
                        <a:gd name="connsiteY1" fmla="*/ 26098 h 34540"/>
                        <a:gd name="connsiteX2" fmla="*/ 22407 w 52125"/>
                        <a:gd name="connsiteY2" fmla="*/ 34480 h 34540"/>
                        <a:gd name="connsiteX3" fmla="*/ 43458 w 52125"/>
                        <a:gd name="connsiteY3" fmla="*/ 30194 h 34540"/>
                        <a:gd name="connsiteX4" fmla="*/ 52125 w 52125"/>
                        <a:gd name="connsiteY4" fmla="*/ 23622 h 34540"/>
                        <a:gd name="connsiteX5" fmla="*/ 46315 w 52125"/>
                        <a:gd name="connsiteY5" fmla="*/ 23908 h 34540"/>
                        <a:gd name="connsiteX6" fmla="*/ 23456 w 52125"/>
                        <a:gd name="connsiteY6" fmla="*/ 16383 h 34540"/>
                        <a:gd name="connsiteX7" fmla="*/ 4310 w 52125"/>
                        <a:gd name="connsiteY7" fmla="*/ 0 h 345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25" h="34540">
                          <a:moveTo>
                            <a:pt x="4310" y="0"/>
                          </a:moveTo>
                          <a:cubicBezTo>
                            <a:pt x="-1500" y="9525"/>
                            <a:pt x="-1310" y="19526"/>
                            <a:pt x="4120" y="26098"/>
                          </a:cubicBezTo>
                          <a:cubicBezTo>
                            <a:pt x="8501" y="31528"/>
                            <a:pt x="15359" y="34004"/>
                            <a:pt x="22407" y="34480"/>
                          </a:cubicBezTo>
                          <a:cubicBezTo>
                            <a:pt x="29551" y="34861"/>
                            <a:pt x="36981" y="33433"/>
                            <a:pt x="43458" y="30194"/>
                          </a:cubicBezTo>
                          <a:cubicBezTo>
                            <a:pt x="47458" y="28194"/>
                            <a:pt x="49840" y="26194"/>
                            <a:pt x="52125" y="23622"/>
                          </a:cubicBezTo>
                          <a:cubicBezTo>
                            <a:pt x="50411" y="23908"/>
                            <a:pt x="48506" y="24384"/>
                            <a:pt x="46315" y="23908"/>
                          </a:cubicBezTo>
                          <a:cubicBezTo>
                            <a:pt x="39553" y="22669"/>
                            <a:pt x="31171" y="20098"/>
                            <a:pt x="23456" y="16383"/>
                          </a:cubicBezTo>
                          <a:cubicBezTo>
                            <a:pt x="15835" y="12573"/>
                            <a:pt x="8597" y="7334"/>
                            <a:pt x="4310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24" name="Forme libre : forme 14923">
                      <a:extLst>
                        <a:ext uri="{FF2B5EF4-FFF2-40B4-BE49-F238E27FC236}">
                          <a16:creationId xmlns:a16="http://schemas.microsoft.com/office/drawing/2014/main" id="{779233A9-F02B-409B-86F7-C8D780F0FA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65985" y="1897618"/>
                      <a:ext cx="60564" cy="53000"/>
                    </a:xfrm>
                    <a:custGeom>
                      <a:avLst/>
                      <a:gdLst>
                        <a:gd name="connsiteX0" fmla="*/ 60520 w 60564"/>
                        <a:gd name="connsiteY0" fmla="*/ 19478 h 53000"/>
                        <a:gd name="connsiteX1" fmla="*/ 53472 w 60564"/>
                        <a:gd name="connsiteY1" fmla="*/ 38147 h 53000"/>
                        <a:gd name="connsiteX2" fmla="*/ 48423 w 60564"/>
                        <a:gd name="connsiteY2" fmla="*/ 44910 h 53000"/>
                        <a:gd name="connsiteX3" fmla="*/ 45661 w 60564"/>
                        <a:gd name="connsiteY3" fmla="*/ 47482 h 53000"/>
                        <a:gd name="connsiteX4" fmla="*/ 42042 w 60564"/>
                        <a:gd name="connsiteY4" fmla="*/ 49577 h 53000"/>
                        <a:gd name="connsiteX5" fmla="*/ 21944 w 60564"/>
                        <a:gd name="connsiteY5" fmla="*/ 52815 h 53000"/>
                        <a:gd name="connsiteX6" fmla="*/ 4037 w 60564"/>
                        <a:gd name="connsiteY6" fmla="*/ 43957 h 53000"/>
                        <a:gd name="connsiteX7" fmla="*/ 1561 w 60564"/>
                        <a:gd name="connsiteY7" fmla="*/ 23669 h 53000"/>
                        <a:gd name="connsiteX8" fmla="*/ 20896 w 60564"/>
                        <a:gd name="connsiteY8" fmla="*/ 3952 h 53000"/>
                        <a:gd name="connsiteX9" fmla="*/ 36612 w 60564"/>
                        <a:gd name="connsiteY9" fmla="*/ 47 h 53000"/>
                        <a:gd name="connsiteX10" fmla="*/ 50043 w 60564"/>
                        <a:gd name="connsiteY10" fmla="*/ 2428 h 53000"/>
                        <a:gd name="connsiteX11" fmla="*/ 60520 w 60564"/>
                        <a:gd name="connsiteY11" fmla="*/ 19478 h 53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0564" h="53000">
                          <a:moveTo>
                            <a:pt x="60520" y="19478"/>
                          </a:moveTo>
                          <a:cubicBezTo>
                            <a:pt x="60044" y="26622"/>
                            <a:pt x="56710" y="33003"/>
                            <a:pt x="53472" y="38147"/>
                          </a:cubicBezTo>
                          <a:cubicBezTo>
                            <a:pt x="51852" y="40814"/>
                            <a:pt x="50138" y="43005"/>
                            <a:pt x="48423" y="44910"/>
                          </a:cubicBezTo>
                          <a:cubicBezTo>
                            <a:pt x="47566" y="45862"/>
                            <a:pt x="46709" y="46624"/>
                            <a:pt x="45661" y="47482"/>
                          </a:cubicBezTo>
                          <a:cubicBezTo>
                            <a:pt x="44614" y="48243"/>
                            <a:pt x="43661" y="48720"/>
                            <a:pt x="42042" y="49577"/>
                          </a:cubicBezTo>
                          <a:cubicBezTo>
                            <a:pt x="36041" y="52339"/>
                            <a:pt x="28897" y="53482"/>
                            <a:pt x="21944" y="52815"/>
                          </a:cubicBezTo>
                          <a:cubicBezTo>
                            <a:pt x="14991" y="52053"/>
                            <a:pt x="8324" y="49386"/>
                            <a:pt x="4037" y="43957"/>
                          </a:cubicBezTo>
                          <a:cubicBezTo>
                            <a:pt x="-249" y="38528"/>
                            <a:pt x="-1201" y="31098"/>
                            <a:pt x="1561" y="23669"/>
                          </a:cubicBezTo>
                          <a:cubicBezTo>
                            <a:pt x="4323" y="16144"/>
                            <a:pt x="10895" y="8524"/>
                            <a:pt x="20896" y="3952"/>
                          </a:cubicBezTo>
                          <a:cubicBezTo>
                            <a:pt x="25849" y="1666"/>
                            <a:pt x="31469" y="142"/>
                            <a:pt x="36612" y="47"/>
                          </a:cubicBezTo>
                          <a:cubicBezTo>
                            <a:pt x="41756" y="-239"/>
                            <a:pt x="46424" y="809"/>
                            <a:pt x="50043" y="2428"/>
                          </a:cubicBezTo>
                          <a:cubicBezTo>
                            <a:pt x="57663" y="5857"/>
                            <a:pt x="60996" y="12429"/>
                            <a:pt x="60520" y="1947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25" name="Forme libre : forme 14924">
                      <a:extLst>
                        <a:ext uri="{FF2B5EF4-FFF2-40B4-BE49-F238E27FC236}">
                          <a16:creationId xmlns:a16="http://schemas.microsoft.com/office/drawing/2014/main" id="{DF1349AF-31DE-44F9-B2FD-C9A41CF117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20819" y="1914772"/>
                      <a:ext cx="97219" cy="64920"/>
                    </a:xfrm>
                    <a:custGeom>
                      <a:avLst/>
                      <a:gdLst>
                        <a:gd name="connsiteX0" fmla="*/ 24343 w 97219"/>
                        <a:gd name="connsiteY0" fmla="*/ 46330 h 64920"/>
                        <a:gd name="connsiteX1" fmla="*/ 42536 w 97219"/>
                        <a:gd name="connsiteY1" fmla="*/ 61094 h 64920"/>
                        <a:gd name="connsiteX2" fmla="*/ 80160 w 97219"/>
                        <a:gd name="connsiteY2" fmla="*/ 61284 h 64920"/>
                        <a:gd name="connsiteX3" fmla="*/ 96924 w 97219"/>
                        <a:gd name="connsiteY3" fmla="*/ 47759 h 64920"/>
                        <a:gd name="connsiteX4" fmla="*/ 97209 w 97219"/>
                        <a:gd name="connsiteY4" fmla="*/ 37377 h 64920"/>
                        <a:gd name="connsiteX5" fmla="*/ 95209 w 97219"/>
                        <a:gd name="connsiteY5" fmla="*/ 24518 h 64920"/>
                        <a:gd name="connsiteX6" fmla="*/ 84351 w 97219"/>
                        <a:gd name="connsiteY6" fmla="*/ 15755 h 64920"/>
                        <a:gd name="connsiteX7" fmla="*/ 46536 w 97219"/>
                        <a:gd name="connsiteY7" fmla="*/ 5182 h 64920"/>
                        <a:gd name="connsiteX8" fmla="*/ 22819 w 97219"/>
                        <a:gd name="connsiteY8" fmla="*/ 39 h 64920"/>
                        <a:gd name="connsiteX9" fmla="*/ 1197 w 97219"/>
                        <a:gd name="connsiteY9" fmla="*/ 9945 h 64920"/>
                        <a:gd name="connsiteX10" fmla="*/ 24343 w 97219"/>
                        <a:gd name="connsiteY10" fmla="*/ 46330 h 64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7219" h="64920">
                          <a:moveTo>
                            <a:pt x="24343" y="46330"/>
                          </a:moveTo>
                          <a:cubicBezTo>
                            <a:pt x="29772" y="51950"/>
                            <a:pt x="35583" y="57665"/>
                            <a:pt x="42536" y="61094"/>
                          </a:cubicBezTo>
                          <a:cubicBezTo>
                            <a:pt x="55871" y="67380"/>
                            <a:pt x="70159" y="64809"/>
                            <a:pt x="80160" y="61284"/>
                          </a:cubicBezTo>
                          <a:cubicBezTo>
                            <a:pt x="88351" y="58331"/>
                            <a:pt x="95495" y="54522"/>
                            <a:pt x="96924" y="47759"/>
                          </a:cubicBezTo>
                          <a:cubicBezTo>
                            <a:pt x="97305" y="45187"/>
                            <a:pt x="97209" y="41568"/>
                            <a:pt x="97209" y="37377"/>
                          </a:cubicBezTo>
                          <a:cubicBezTo>
                            <a:pt x="97114" y="33186"/>
                            <a:pt x="97019" y="28518"/>
                            <a:pt x="95209" y="24518"/>
                          </a:cubicBezTo>
                          <a:cubicBezTo>
                            <a:pt x="93114" y="19565"/>
                            <a:pt x="88923" y="17184"/>
                            <a:pt x="84351" y="15755"/>
                          </a:cubicBezTo>
                          <a:cubicBezTo>
                            <a:pt x="73302" y="11945"/>
                            <a:pt x="59681" y="9087"/>
                            <a:pt x="46536" y="5182"/>
                          </a:cubicBezTo>
                          <a:cubicBezTo>
                            <a:pt x="40822" y="3563"/>
                            <a:pt x="31868" y="420"/>
                            <a:pt x="22819" y="39"/>
                          </a:cubicBezTo>
                          <a:cubicBezTo>
                            <a:pt x="13866" y="-342"/>
                            <a:pt x="5103" y="2039"/>
                            <a:pt x="1197" y="9945"/>
                          </a:cubicBezTo>
                          <a:cubicBezTo>
                            <a:pt x="-5375" y="24042"/>
                            <a:pt x="16914" y="38329"/>
                            <a:pt x="24343" y="4633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26" name="Forme libre : forme 14925">
                      <a:extLst>
                        <a:ext uri="{FF2B5EF4-FFF2-40B4-BE49-F238E27FC236}">
                          <a16:creationId xmlns:a16="http://schemas.microsoft.com/office/drawing/2014/main" id="{B60BCBCE-DF47-4881-8528-F894454DAC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36713" y="1901248"/>
                      <a:ext cx="20839" cy="35142"/>
                    </a:xfrm>
                    <a:custGeom>
                      <a:avLst/>
                      <a:gdLst>
                        <a:gd name="connsiteX0" fmla="*/ 544 w 20839"/>
                        <a:gd name="connsiteY0" fmla="*/ 28231 h 35142"/>
                        <a:gd name="connsiteX1" fmla="*/ 2830 w 20839"/>
                        <a:gd name="connsiteY1" fmla="*/ 33374 h 35142"/>
                        <a:gd name="connsiteX2" fmla="*/ 8068 w 20839"/>
                        <a:gd name="connsiteY2" fmla="*/ 34898 h 35142"/>
                        <a:gd name="connsiteX3" fmla="*/ 11879 w 20839"/>
                        <a:gd name="connsiteY3" fmla="*/ 31279 h 35142"/>
                        <a:gd name="connsiteX4" fmla="*/ 18736 w 20839"/>
                        <a:gd name="connsiteY4" fmla="*/ 18992 h 35142"/>
                        <a:gd name="connsiteX5" fmla="*/ 20641 w 20839"/>
                        <a:gd name="connsiteY5" fmla="*/ 13467 h 35142"/>
                        <a:gd name="connsiteX6" fmla="*/ 17975 w 20839"/>
                        <a:gd name="connsiteY6" fmla="*/ 2132 h 35142"/>
                        <a:gd name="connsiteX7" fmla="*/ 7497 w 20839"/>
                        <a:gd name="connsiteY7" fmla="*/ 3085 h 35142"/>
                        <a:gd name="connsiteX8" fmla="*/ 544 w 20839"/>
                        <a:gd name="connsiteY8" fmla="*/ 28231 h 35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839" h="35142">
                          <a:moveTo>
                            <a:pt x="544" y="28231"/>
                          </a:moveTo>
                          <a:cubicBezTo>
                            <a:pt x="925" y="30136"/>
                            <a:pt x="1591" y="32041"/>
                            <a:pt x="2830" y="33374"/>
                          </a:cubicBezTo>
                          <a:cubicBezTo>
                            <a:pt x="4163" y="34803"/>
                            <a:pt x="6163" y="35565"/>
                            <a:pt x="8068" y="34898"/>
                          </a:cubicBezTo>
                          <a:cubicBezTo>
                            <a:pt x="9687" y="34327"/>
                            <a:pt x="10926" y="32708"/>
                            <a:pt x="11879" y="31279"/>
                          </a:cubicBezTo>
                          <a:cubicBezTo>
                            <a:pt x="14355" y="27374"/>
                            <a:pt x="16641" y="23278"/>
                            <a:pt x="18736" y="18992"/>
                          </a:cubicBezTo>
                          <a:cubicBezTo>
                            <a:pt x="19594" y="17182"/>
                            <a:pt x="20356" y="15372"/>
                            <a:pt x="20641" y="13467"/>
                          </a:cubicBezTo>
                          <a:cubicBezTo>
                            <a:pt x="21308" y="9562"/>
                            <a:pt x="20261" y="4799"/>
                            <a:pt x="17975" y="2132"/>
                          </a:cubicBezTo>
                          <a:cubicBezTo>
                            <a:pt x="15688" y="-535"/>
                            <a:pt x="11783" y="-1201"/>
                            <a:pt x="7497" y="3085"/>
                          </a:cubicBezTo>
                          <a:cubicBezTo>
                            <a:pt x="829" y="9752"/>
                            <a:pt x="-1075" y="20611"/>
                            <a:pt x="544" y="2823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27" name="Forme libre : forme 14926">
                      <a:extLst>
                        <a:ext uri="{FF2B5EF4-FFF2-40B4-BE49-F238E27FC236}">
                          <a16:creationId xmlns:a16="http://schemas.microsoft.com/office/drawing/2014/main" id="{656C8CCA-3532-412B-AE0F-43B3E3E7FB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22696" y="1925097"/>
                      <a:ext cx="21621" cy="48387"/>
                    </a:xfrm>
                    <a:custGeom>
                      <a:avLst/>
                      <a:gdLst>
                        <a:gd name="connsiteX0" fmla="*/ 21622 w 21621"/>
                        <a:gd name="connsiteY0" fmla="*/ 0 h 48387"/>
                        <a:gd name="connsiteX1" fmla="*/ 18955 w 21621"/>
                        <a:gd name="connsiteY1" fmla="*/ 5810 h 48387"/>
                        <a:gd name="connsiteX2" fmla="*/ 11430 w 21621"/>
                        <a:gd name="connsiteY2" fmla="*/ 19050 h 48387"/>
                        <a:gd name="connsiteX3" fmla="*/ 3048 w 21621"/>
                        <a:gd name="connsiteY3" fmla="*/ 34957 h 48387"/>
                        <a:gd name="connsiteX4" fmla="*/ 95 w 21621"/>
                        <a:gd name="connsiteY4" fmla="*/ 48387 h 48387"/>
                        <a:gd name="connsiteX5" fmla="*/ 0 w 21621"/>
                        <a:gd name="connsiteY5" fmla="*/ 45910 h 48387"/>
                        <a:gd name="connsiteX6" fmla="*/ 1334 w 21621"/>
                        <a:gd name="connsiteY6" fmla="*/ 37338 h 48387"/>
                        <a:gd name="connsiteX7" fmla="*/ 8097 w 21621"/>
                        <a:gd name="connsiteY7" fmla="*/ 21908 h 48387"/>
                        <a:gd name="connsiteX8" fmla="*/ 21622 w 21621"/>
                        <a:gd name="connsiteY8" fmla="*/ 0 h 48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621" h="48387">
                          <a:moveTo>
                            <a:pt x="21622" y="0"/>
                          </a:moveTo>
                          <a:cubicBezTo>
                            <a:pt x="21622" y="0"/>
                            <a:pt x="20764" y="2286"/>
                            <a:pt x="18955" y="5810"/>
                          </a:cubicBezTo>
                          <a:cubicBezTo>
                            <a:pt x="17145" y="9334"/>
                            <a:pt x="14478" y="13811"/>
                            <a:pt x="11430" y="19050"/>
                          </a:cubicBezTo>
                          <a:cubicBezTo>
                            <a:pt x="8382" y="24098"/>
                            <a:pt x="5239" y="29623"/>
                            <a:pt x="3048" y="34957"/>
                          </a:cubicBezTo>
                          <a:cubicBezTo>
                            <a:pt x="762" y="40196"/>
                            <a:pt x="-190" y="45244"/>
                            <a:pt x="95" y="48387"/>
                          </a:cubicBezTo>
                          <a:cubicBezTo>
                            <a:pt x="95" y="48387"/>
                            <a:pt x="0" y="47625"/>
                            <a:pt x="0" y="45910"/>
                          </a:cubicBezTo>
                          <a:cubicBezTo>
                            <a:pt x="0" y="44196"/>
                            <a:pt x="191" y="41338"/>
                            <a:pt x="1334" y="37338"/>
                          </a:cubicBezTo>
                          <a:cubicBezTo>
                            <a:pt x="2477" y="33338"/>
                            <a:pt x="4572" y="28194"/>
                            <a:pt x="8097" y="21908"/>
                          </a:cubicBezTo>
                          <a:cubicBezTo>
                            <a:pt x="11335" y="15812"/>
                            <a:pt x="16288" y="8572"/>
                            <a:pt x="2162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28" name="Forme libre : forme 14927">
                      <a:extLst>
                        <a:ext uri="{FF2B5EF4-FFF2-40B4-BE49-F238E27FC236}">
                          <a16:creationId xmlns:a16="http://schemas.microsoft.com/office/drawing/2014/main" id="{55569310-D872-4D26-A613-DF16663572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02683" y="1888807"/>
                      <a:ext cx="19238" cy="72770"/>
                    </a:xfrm>
                    <a:custGeom>
                      <a:avLst/>
                      <a:gdLst>
                        <a:gd name="connsiteX0" fmla="*/ 19239 w 19238"/>
                        <a:gd name="connsiteY0" fmla="*/ 0 h 72770"/>
                        <a:gd name="connsiteX1" fmla="*/ 3236 w 19238"/>
                        <a:gd name="connsiteY1" fmla="*/ 23431 h 72770"/>
                        <a:gd name="connsiteX2" fmla="*/ 14190 w 19238"/>
                        <a:gd name="connsiteY2" fmla="*/ 72771 h 72770"/>
                        <a:gd name="connsiteX3" fmla="*/ 4761 w 19238"/>
                        <a:gd name="connsiteY3" fmla="*/ 51244 h 72770"/>
                        <a:gd name="connsiteX4" fmla="*/ 4570 w 19238"/>
                        <a:gd name="connsiteY4" fmla="*/ 27908 h 72770"/>
                        <a:gd name="connsiteX5" fmla="*/ 19239 w 19238"/>
                        <a:gd name="connsiteY5" fmla="*/ 0 h 72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238" h="72770">
                          <a:moveTo>
                            <a:pt x="19239" y="0"/>
                          </a:moveTo>
                          <a:cubicBezTo>
                            <a:pt x="19239" y="0"/>
                            <a:pt x="8571" y="9334"/>
                            <a:pt x="3236" y="23431"/>
                          </a:cubicBezTo>
                          <a:cubicBezTo>
                            <a:pt x="-2288" y="37529"/>
                            <a:pt x="-2002" y="55817"/>
                            <a:pt x="14190" y="72771"/>
                          </a:cubicBezTo>
                          <a:cubicBezTo>
                            <a:pt x="14190" y="72771"/>
                            <a:pt x="7809" y="64484"/>
                            <a:pt x="4761" y="51244"/>
                          </a:cubicBezTo>
                          <a:cubicBezTo>
                            <a:pt x="3332" y="44672"/>
                            <a:pt x="2665" y="36671"/>
                            <a:pt x="4570" y="27908"/>
                          </a:cubicBezTo>
                          <a:cubicBezTo>
                            <a:pt x="6284" y="19145"/>
                            <a:pt x="10761" y="9620"/>
                            <a:pt x="1923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29" name="Forme libre : forme 14928">
                      <a:extLst>
                        <a:ext uri="{FF2B5EF4-FFF2-40B4-BE49-F238E27FC236}">
                          <a16:creationId xmlns:a16="http://schemas.microsoft.com/office/drawing/2014/main" id="{9070151B-25EE-4A5A-8C51-1B1E5A114C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9592" y="1899341"/>
                      <a:ext cx="28594" cy="16634"/>
                    </a:xfrm>
                    <a:custGeom>
                      <a:avLst/>
                      <a:gdLst>
                        <a:gd name="connsiteX0" fmla="*/ 28530 w 28594"/>
                        <a:gd name="connsiteY0" fmla="*/ 8040 h 16634"/>
                        <a:gd name="connsiteX1" fmla="*/ 14909 w 28594"/>
                        <a:gd name="connsiteY1" fmla="*/ 16517 h 16634"/>
                        <a:gd name="connsiteX2" fmla="*/ 51 w 28594"/>
                        <a:gd name="connsiteY2" fmla="*/ 10516 h 16634"/>
                        <a:gd name="connsiteX3" fmla="*/ 14243 w 28594"/>
                        <a:gd name="connsiteY3" fmla="*/ 134 h 16634"/>
                        <a:gd name="connsiteX4" fmla="*/ 28530 w 28594"/>
                        <a:gd name="connsiteY4" fmla="*/ 8040 h 16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94" h="16634">
                          <a:moveTo>
                            <a:pt x="28530" y="8040"/>
                          </a:moveTo>
                          <a:cubicBezTo>
                            <a:pt x="27863" y="12612"/>
                            <a:pt x="22149" y="15850"/>
                            <a:pt x="14909" y="16517"/>
                          </a:cubicBezTo>
                          <a:cubicBezTo>
                            <a:pt x="7575" y="17184"/>
                            <a:pt x="812" y="14993"/>
                            <a:pt x="51" y="10516"/>
                          </a:cubicBezTo>
                          <a:cubicBezTo>
                            <a:pt x="-616" y="6039"/>
                            <a:pt x="5384" y="991"/>
                            <a:pt x="14243" y="134"/>
                          </a:cubicBezTo>
                          <a:cubicBezTo>
                            <a:pt x="23196" y="-819"/>
                            <a:pt x="29292" y="3468"/>
                            <a:pt x="28530" y="804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30" name="Forme libre : forme 14929">
                      <a:extLst>
                        <a:ext uri="{FF2B5EF4-FFF2-40B4-BE49-F238E27FC236}">
                          <a16:creationId xmlns:a16="http://schemas.microsoft.com/office/drawing/2014/main" id="{F905A239-7613-4B09-B87A-7D75B60E43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03990" y="1901564"/>
                      <a:ext cx="7600" cy="7306"/>
                    </a:xfrm>
                    <a:custGeom>
                      <a:avLst/>
                      <a:gdLst>
                        <a:gd name="connsiteX0" fmla="*/ 7562 w 7600"/>
                        <a:gd name="connsiteY0" fmla="*/ 2769 h 7306"/>
                        <a:gd name="connsiteX1" fmla="*/ 4609 w 7600"/>
                        <a:gd name="connsiteY1" fmla="*/ 7151 h 7306"/>
                        <a:gd name="connsiteX2" fmla="*/ 133 w 7600"/>
                        <a:gd name="connsiteY2" fmla="*/ 4769 h 7306"/>
                        <a:gd name="connsiteX3" fmla="*/ 3085 w 7600"/>
                        <a:gd name="connsiteY3" fmla="*/ 102 h 7306"/>
                        <a:gd name="connsiteX4" fmla="*/ 7562 w 7600"/>
                        <a:gd name="connsiteY4" fmla="*/ 2769 h 7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00" h="7306">
                          <a:moveTo>
                            <a:pt x="7562" y="2769"/>
                          </a:moveTo>
                          <a:cubicBezTo>
                            <a:pt x="7848" y="4769"/>
                            <a:pt x="6514" y="6674"/>
                            <a:pt x="4609" y="7151"/>
                          </a:cubicBezTo>
                          <a:cubicBezTo>
                            <a:pt x="2704" y="7722"/>
                            <a:pt x="704" y="6674"/>
                            <a:pt x="133" y="4769"/>
                          </a:cubicBezTo>
                          <a:cubicBezTo>
                            <a:pt x="-439" y="2865"/>
                            <a:pt x="894" y="769"/>
                            <a:pt x="3085" y="102"/>
                          </a:cubicBezTo>
                          <a:cubicBezTo>
                            <a:pt x="5276" y="-374"/>
                            <a:pt x="7276" y="864"/>
                            <a:pt x="7562" y="27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31" name="Forme libre : forme 14930">
                      <a:extLst>
                        <a:ext uri="{FF2B5EF4-FFF2-40B4-BE49-F238E27FC236}">
                          <a16:creationId xmlns:a16="http://schemas.microsoft.com/office/drawing/2014/main" id="{6413F16F-2DE4-4DDA-88F0-6984CC47F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60978" y="1855203"/>
                      <a:ext cx="86702" cy="61988"/>
                    </a:xfrm>
                    <a:custGeom>
                      <a:avLst/>
                      <a:gdLst>
                        <a:gd name="connsiteX0" fmla="*/ 84578 w 86702"/>
                        <a:gd name="connsiteY0" fmla="*/ 21412 h 61988"/>
                        <a:gd name="connsiteX1" fmla="*/ 82768 w 86702"/>
                        <a:gd name="connsiteY1" fmla="*/ 53511 h 61988"/>
                        <a:gd name="connsiteX2" fmla="*/ 75529 w 86702"/>
                        <a:gd name="connsiteY2" fmla="*/ 61988 h 61988"/>
                        <a:gd name="connsiteX3" fmla="*/ 69433 w 86702"/>
                        <a:gd name="connsiteY3" fmla="*/ 54750 h 61988"/>
                        <a:gd name="connsiteX4" fmla="*/ 50478 w 86702"/>
                        <a:gd name="connsiteY4" fmla="*/ 26841 h 61988"/>
                        <a:gd name="connsiteX5" fmla="*/ 38476 w 86702"/>
                        <a:gd name="connsiteY5" fmla="*/ 25413 h 61988"/>
                        <a:gd name="connsiteX6" fmla="*/ 19998 w 86702"/>
                        <a:gd name="connsiteY6" fmla="*/ 26270 h 61988"/>
                        <a:gd name="connsiteX7" fmla="*/ 91 w 86702"/>
                        <a:gd name="connsiteY7" fmla="*/ 20841 h 61988"/>
                        <a:gd name="connsiteX8" fmla="*/ 24856 w 86702"/>
                        <a:gd name="connsiteY8" fmla="*/ 3314 h 61988"/>
                        <a:gd name="connsiteX9" fmla="*/ 61146 w 86702"/>
                        <a:gd name="connsiteY9" fmla="*/ 1505 h 61988"/>
                        <a:gd name="connsiteX10" fmla="*/ 84578 w 86702"/>
                        <a:gd name="connsiteY10" fmla="*/ 21412 h 61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6702" h="61988">
                          <a:moveTo>
                            <a:pt x="84578" y="21412"/>
                          </a:moveTo>
                          <a:cubicBezTo>
                            <a:pt x="88769" y="32175"/>
                            <a:pt x="86007" y="43415"/>
                            <a:pt x="82768" y="53511"/>
                          </a:cubicBezTo>
                          <a:cubicBezTo>
                            <a:pt x="81434" y="57417"/>
                            <a:pt x="79053" y="61798"/>
                            <a:pt x="75529" y="61988"/>
                          </a:cubicBezTo>
                          <a:cubicBezTo>
                            <a:pt x="72481" y="61893"/>
                            <a:pt x="70671" y="58274"/>
                            <a:pt x="69433" y="54750"/>
                          </a:cubicBezTo>
                          <a:cubicBezTo>
                            <a:pt x="65813" y="44463"/>
                            <a:pt x="63146" y="32271"/>
                            <a:pt x="50478" y="26841"/>
                          </a:cubicBezTo>
                          <a:cubicBezTo>
                            <a:pt x="48573" y="26175"/>
                            <a:pt x="44096" y="25317"/>
                            <a:pt x="38476" y="25413"/>
                          </a:cubicBezTo>
                          <a:cubicBezTo>
                            <a:pt x="32857" y="25317"/>
                            <a:pt x="26285" y="25793"/>
                            <a:pt x="19998" y="26270"/>
                          </a:cubicBezTo>
                          <a:cubicBezTo>
                            <a:pt x="8758" y="26937"/>
                            <a:pt x="-1052" y="27413"/>
                            <a:pt x="91" y="20841"/>
                          </a:cubicBezTo>
                          <a:cubicBezTo>
                            <a:pt x="1424" y="14268"/>
                            <a:pt x="10187" y="7887"/>
                            <a:pt x="24856" y="3314"/>
                          </a:cubicBezTo>
                          <a:cubicBezTo>
                            <a:pt x="39238" y="-1162"/>
                            <a:pt x="54574" y="-400"/>
                            <a:pt x="61146" y="1505"/>
                          </a:cubicBezTo>
                          <a:cubicBezTo>
                            <a:pt x="73719" y="5220"/>
                            <a:pt x="81529" y="13221"/>
                            <a:pt x="84578" y="2141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56" name="Graphique 1">
                    <a:extLst>
                      <a:ext uri="{FF2B5EF4-FFF2-40B4-BE49-F238E27FC236}">
                        <a16:creationId xmlns:a16="http://schemas.microsoft.com/office/drawing/2014/main" id="{42B3CB07-743D-49AE-B219-32D8E1D67C87}"/>
                      </a:ext>
                    </a:extLst>
                  </p:cNvPr>
                  <p:cNvGrpSpPr/>
                  <p:nvPr/>
                </p:nvGrpSpPr>
                <p:grpSpPr>
                  <a:xfrm>
                    <a:off x="7824380" y="1880572"/>
                    <a:ext cx="144466" cy="175138"/>
                    <a:chOff x="7824380" y="1880572"/>
                    <a:chExt cx="144466" cy="175138"/>
                  </a:xfrm>
                  <a:solidFill>
                    <a:schemeClr val="accent1"/>
                  </a:solidFill>
                </p:grpSpPr>
                <p:sp>
                  <p:nvSpPr>
                    <p:cNvPr id="14908" name="Forme libre : forme 14907">
                      <a:extLst>
                        <a:ext uri="{FF2B5EF4-FFF2-40B4-BE49-F238E27FC236}">
                          <a16:creationId xmlns:a16="http://schemas.microsoft.com/office/drawing/2014/main" id="{42926DC5-0589-4320-A808-B02332FBE9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24544" y="1880572"/>
                      <a:ext cx="144302" cy="175097"/>
                    </a:xfrm>
                    <a:custGeom>
                      <a:avLst/>
                      <a:gdLst>
                        <a:gd name="connsiteX0" fmla="*/ 12820 w 144302"/>
                        <a:gd name="connsiteY0" fmla="*/ 138442 h 175097"/>
                        <a:gd name="connsiteX1" fmla="*/ 9391 w 144302"/>
                        <a:gd name="connsiteY1" fmla="*/ 124440 h 175097"/>
                        <a:gd name="connsiteX2" fmla="*/ 6724 w 144302"/>
                        <a:gd name="connsiteY2" fmla="*/ 114534 h 175097"/>
                        <a:gd name="connsiteX3" fmla="*/ 914 w 144302"/>
                        <a:gd name="connsiteY3" fmla="*/ 99294 h 175097"/>
                        <a:gd name="connsiteX4" fmla="*/ 1866 w 144302"/>
                        <a:gd name="connsiteY4" fmla="*/ 93198 h 175097"/>
                        <a:gd name="connsiteX5" fmla="*/ 7772 w 144302"/>
                        <a:gd name="connsiteY5" fmla="*/ 84245 h 175097"/>
                        <a:gd name="connsiteX6" fmla="*/ 20821 w 144302"/>
                        <a:gd name="connsiteY6" fmla="*/ 51002 h 175097"/>
                        <a:gd name="connsiteX7" fmla="*/ 37204 w 144302"/>
                        <a:gd name="connsiteY7" fmla="*/ 17570 h 175097"/>
                        <a:gd name="connsiteX8" fmla="*/ 50539 w 144302"/>
                        <a:gd name="connsiteY8" fmla="*/ 3568 h 175097"/>
                        <a:gd name="connsiteX9" fmla="*/ 72828 w 144302"/>
                        <a:gd name="connsiteY9" fmla="*/ 615 h 175097"/>
                        <a:gd name="connsiteX10" fmla="*/ 99497 w 144302"/>
                        <a:gd name="connsiteY10" fmla="*/ 13379 h 175097"/>
                        <a:gd name="connsiteX11" fmla="*/ 120072 w 144302"/>
                        <a:gd name="connsiteY11" fmla="*/ 38429 h 175097"/>
                        <a:gd name="connsiteX12" fmla="*/ 134835 w 144302"/>
                        <a:gd name="connsiteY12" fmla="*/ 75196 h 175097"/>
                        <a:gd name="connsiteX13" fmla="*/ 139598 w 144302"/>
                        <a:gd name="connsiteY13" fmla="*/ 92246 h 175097"/>
                        <a:gd name="connsiteX14" fmla="*/ 142931 w 144302"/>
                        <a:gd name="connsiteY14" fmla="*/ 105390 h 175097"/>
                        <a:gd name="connsiteX15" fmla="*/ 108165 w 144302"/>
                        <a:gd name="connsiteY15" fmla="*/ 162635 h 175097"/>
                        <a:gd name="connsiteX16" fmla="*/ 72637 w 144302"/>
                        <a:gd name="connsiteY16" fmla="*/ 173113 h 175097"/>
                        <a:gd name="connsiteX17" fmla="*/ 12820 w 144302"/>
                        <a:gd name="connsiteY17" fmla="*/ 138442 h 175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4302" h="175097">
                          <a:moveTo>
                            <a:pt x="12820" y="138442"/>
                          </a:moveTo>
                          <a:lnTo>
                            <a:pt x="9391" y="124440"/>
                          </a:lnTo>
                          <a:cubicBezTo>
                            <a:pt x="8343" y="120440"/>
                            <a:pt x="7676" y="117773"/>
                            <a:pt x="6724" y="114534"/>
                          </a:cubicBezTo>
                          <a:cubicBezTo>
                            <a:pt x="4914" y="108438"/>
                            <a:pt x="2818" y="103390"/>
                            <a:pt x="914" y="99294"/>
                          </a:cubicBezTo>
                          <a:cubicBezTo>
                            <a:pt x="-706" y="96246"/>
                            <a:pt x="-39" y="94913"/>
                            <a:pt x="1866" y="93198"/>
                          </a:cubicBezTo>
                          <a:cubicBezTo>
                            <a:pt x="3581" y="91388"/>
                            <a:pt x="5772" y="88340"/>
                            <a:pt x="7772" y="84245"/>
                          </a:cubicBezTo>
                          <a:cubicBezTo>
                            <a:pt x="12058" y="76053"/>
                            <a:pt x="15011" y="63385"/>
                            <a:pt x="20821" y="51002"/>
                          </a:cubicBezTo>
                          <a:lnTo>
                            <a:pt x="37204" y="17570"/>
                          </a:lnTo>
                          <a:cubicBezTo>
                            <a:pt x="40157" y="11569"/>
                            <a:pt x="44443" y="6711"/>
                            <a:pt x="50539" y="3568"/>
                          </a:cubicBezTo>
                          <a:cubicBezTo>
                            <a:pt x="56444" y="520"/>
                            <a:pt x="64255" y="-909"/>
                            <a:pt x="72828" y="615"/>
                          </a:cubicBezTo>
                          <a:cubicBezTo>
                            <a:pt x="81400" y="2044"/>
                            <a:pt x="90830" y="6140"/>
                            <a:pt x="99497" y="13379"/>
                          </a:cubicBezTo>
                          <a:cubicBezTo>
                            <a:pt x="108356" y="20522"/>
                            <a:pt x="115690" y="29952"/>
                            <a:pt x="120072" y="38429"/>
                          </a:cubicBezTo>
                          <a:cubicBezTo>
                            <a:pt x="126453" y="51098"/>
                            <a:pt x="131216" y="63385"/>
                            <a:pt x="134835" y="75196"/>
                          </a:cubicBezTo>
                          <a:cubicBezTo>
                            <a:pt x="136645" y="80911"/>
                            <a:pt x="138264" y="87293"/>
                            <a:pt x="139598" y="92246"/>
                          </a:cubicBezTo>
                          <a:lnTo>
                            <a:pt x="142931" y="105390"/>
                          </a:lnTo>
                          <a:cubicBezTo>
                            <a:pt x="149123" y="129679"/>
                            <a:pt x="133787" y="154825"/>
                            <a:pt x="108165" y="162635"/>
                          </a:cubicBezTo>
                          <a:lnTo>
                            <a:pt x="72637" y="173113"/>
                          </a:lnTo>
                          <a:cubicBezTo>
                            <a:pt x="46919" y="180923"/>
                            <a:pt x="19392" y="164921"/>
                            <a:pt x="12820" y="13844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09" name="Forme libre : forme 14908">
                      <a:extLst>
                        <a:ext uri="{FF2B5EF4-FFF2-40B4-BE49-F238E27FC236}">
                          <a16:creationId xmlns:a16="http://schemas.microsoft.com/office/drawing/2014/main" id="{DBD202D6-6B72-4614-9C89-EEBBC5F768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24380" y="1917001"/>
                      <a:ext cx="73658" cy="138709"/>
                    </a:xfrm>
                    <a:custGeom>
                      <a:avLst/>
                      <a:gdLst>
                        <a:gd name="connsiteX0" fmla="*/ 43655 w 73658"/>
                        <a:gd name="connsiteY0" fmla="*/ 50387 h 138709"/>
                        <a:gd name="connsiteX1" fmla="*/ 35940 w 73658"/>
                        <a:gd name="connsiteY1" fmla="*/ 39148 h 138709"/>
                        <a:gd name="connsiteX2" fmla="*/ 32130 w 73658"/>
                        <a:gd name="connsiteY2" fmla="*/ 28575 h 138709"/>
                        <a:gd name="connsiteX3" fmla="*/ 28034 w 73658"/>
                        <a:gd name="connsiteY3" fmla="*/ 0 h 138709"/>
                        <a:gd name="connsiteX4" fmla="*/ 20795 w 73658"/>
                        <a:gd name="connsiteY4" fmla="*/ 14669 h 138709"/>
                        <a:gd name="connsiteX5" fmla="*/ 7745 w 73658"/>
                        <a:gd name="connsiteY5" fmla="*/ 47911 h 138709"/>
                        <a:gd name="connsiteX6" fmla="*/ 1840 w 73658"/>
                        <a:gd name="connsiteY6" fmla="*/ 56864 h 138709"/>
                        <a:gd name="connsiteX7" fmla="*/ 888 w 73658"/>
                        <a:gd name="connsiteY7" fmla="*/ 62960 h 138709"/>
                        <a:gd name="connsiteX8" fmla="*/ 6698 w 73658"/>
                        <a:gd name="connsiteY8" fmla="*/ 78200 h 138709"/>
                        <a:gd name="connsiteX9" fmla="*/ 9365 w 73658"/>
                        <a:gd name="connsiteY9" fmla="*/ 88106 h 138709"/>
                        <a:gd name="connsiteX10" fmla="*/ 12794 w 73658"/>
                        <a:gd name="connsiteY10" fmla="*/ 102108 h 138709"/>
                        <a:gd name="connsiteX11" fmla="*/ 72516 w 73658"/>
                        <a:gd name="connsiteY11" fmla="*/ 136684 h 138709"/>
                        <a:gd name="connsiteX12" fmla="*/ 73659 w 73658"/>
                        <a:gd name="connsiteY12" fmla="*/ 136303 h 138709"/>
                        <a:gd name="connsiteX13" fmla="*/ 60610 w 73658"/>
                        <a:gd name="connsiteY13" fmla="*/ 90488 h 138709"/>
                        <a:gd name="connsiteX14" fmla="*/ 54037 w 73658"/>
                        <a:gd name="connsiteY14" fmla="*/ 68675 h 138709"/>
                        <a:gd name="connsiteX15" fmla="*/ 43655 w 73658"/>
                        <a:gd name="connsiteY15" fmla="*/ 50387 h 138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73658" h="138709">
                          <a:moveTo>
                            <a:pt x="43655" y="50387"/>
                          </a:moveTo>
                          <a:cubicBezTo>
                            <a:pt x="40417" y="46673"/>
                            <a:pt x="37845" y="42863"/>
                            <a:pt x="35940" y="39148"/>
                          </a:cubicBezTo>
                          <a:cubicBezTo>
                            <a:pt x="34034" y="35719"/>
                            <a:pt x="32987" y="32290"/>
                            <a:pt x="32130" y="28575"/>
                          </a:cubicBezTo>
                          <a:cubicBezTo>
                            <a:pt x="30415" y="21050"/>
                            <a:pt x="29177" y="11335"/>
                            <a:pt x="28034" y="0"/>
                          </a:cubicBezTo>
                          <a:lnTo>
                            <a:pt x="20795" y="14669"/>
                          </a:lnTo>
                          <a:cubicBezTo>
                            <a:pt x="14984" y="26956"/>
                            <a:pt x="12032" y="39624"/>
                            <a:pt x="7745" y="47911"/>
                          </a:cubicBezTo>
                          <a:cubicBezTo>
                            <a:pt x="5745" y="52007"/>
                            <a:pt x="3555" y="55054"/>
                            <a:pt x="1840" y="56864"/>
                          </a:cubicBezTo>
                          <a:cubicBezTo>
                            <a:pt x="30" y="58674"/>
                            <a:pt x="-732" y="59912"/>
                            <a:pt x="888" y="62960"/>
                          </a:cubicBezTo>
                          <a:cubicBezTo>
                            <a:pt x="2793" y="67056"/>
                            <a:pt x="4983" y="72104"/>
                            <a:pt x="6698" y="78200"/>
                          </a:cubicBezTo>
                          <a:cubicBezTo>
                            <a:pt x="7651" y="81344"/>
                            <a:pt x="8317" y="84106"/>
                            <a:pt x="9365" y="88106"/>
                          </a:cubicBezTo>
                          <a:lnTo>
                            <a:pt x="12794" y="102108"/>
                          </a:lnTo>
                          <a:cubicBezTo>
                            <a:pt x="19366" y="128588"/>
                            <a:pt x="46893" y="144590"/>
                            <a:pt x="72516" y="136684"/>
                          </a:cubicBezTo>
                          <a:lnTo>
                            <a:pt x="73659" y="136303"/>
                          </a:lnTo>
                          <a:cubicBezTo>
                            <a:pt x="67849" y="121063"/>
                            <a:pt x="64419" y="105632"/>
                            <a:pt x="60610" y="90488"/>
                          </a:cubicBezTo>
                          <a:cubicBezTo>
                            <a:pt x="58704" y="83058"/>
                            <a:pt x="56609" y="75057"/>
                            <a:pt x="54037" y="68675"/>
                          </a:cubicBezTo>
                          <a:cubicBezTo>
                            <a:pt x="51656" y="61913"/>
                            <a:pt x="48132" y="55817"/>
                            <a:pt x="43655" y="5038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10" name="Forme libre : forme 14909">
                      <a:extLst>
                        <a:ext uri="{FF2B5EF4-FFF2-40B4-BE49-F238E27FC236}">
                          <a16:creationId xmlns:a16="http://schemas.microsoft.com/office/drawing/2014/main" id="{50F35BC5-8A0E-4F31-B5D5-1ABCD5F1D2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9166" y="1952236"/>
                      <a:ext cx="51984" cy="67610"/>
                    </a:xfrm>
                    <a:custGeom>
                      <a:avLst/>
                      <a:gdLst>
                        <a:gd name="connsiteX0" fmla="*/ 34397 w 51984"/>
                        <a:gd name="connsiteY0" fmla="*/ 66968 h 67610"/>
                        <a:gd name="connsiteX1" fmla="*/ 14490 w 51984"/>
                        <a:gd name="connsiteY1" fmla="*/ 61729 h 67610"/>
                        <a:gd name="connsiteX2" fmla="*/ 6489 w 51984"/>
                        <a:gd name="connsiteY2" fmla="*/ 52299 h 67610"/>
                        <a:gd name="connsiteX3" fmla="*/ 1345 w 51984"/>
                        <a:gd name="connsiteY3" fmla="*/ 40012 h 67610"/>
                        <a:gd name="connsiteX4" fmla="*/ 1917 w 51984"/>
                        <a:gd name="connsiteY4" fmla="*/ 17438 h 67610"/>
                        <a:gd name="connsiteX5" fmla="*/ 14680 w 51984"/>
                        <a:gd name="connsiteY5" fmla="*/ 1817 h 67610"/>
                        <a:gd name="connsiteX6" fmla="*/ 35254 w 51984"/>
                        <a:gd name="connsiteY6" fmla="*/ 4293 h 67610"/>
                        <a:gd name="connsiteX7" fmla="*/ 50494 w 51984"/>
                        <a:gd name="connsiteY7" fmla="*/ 27344 h 67610"/>
                        <a:gd name="connsiteX8" fmla="*/ 51923 w 51984"/>
                        <a:gd name="connsiteY8" fmla="*/ 40964 h 67610"/>
                        <a:gd name="connsiteX9" fmla="*/ 49351 w 51984"/>
                        <a:gd name="connsiteY9" fmla="*/ 52776 h 67610"/>
                        <a:gd name="connsiteX10" fmla="*/ 34397 w 51984"/>
                        <a:gd name="connsiteY10" fmla="*/ 66968 h 67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1984" h="67610">
                          <a:moveTo>
                            <a:pt x="34397" y="66968"/>
                          </a:moveTo>
                          <a:cubicBezTo>
                            <a:pt x="27634" y="68777"/>
                            <a:pt x="20491" y="66682"/>
                            <a:pt x="14490" y="61729"/>
                          </a:cubicBezTo>
                          <a:cubicBezTo>
                            <a:pt x="11537" y="59252"/>
                            <a:pt x="8775" y="56109"/>
                            <a:pt x="6489" y="52299"/>
                          </a:cubicBezTo>
                          <a:cubicBezTo>
                            <a:pt x="4298" y="48775"/>
                            <a:pt x="2393" y="43917"/>
                            <a:pt x="1345" y="40012"/>
                          </a:cubicBezTo>
                          <a:cubicBezTo>
                            <a:pt x="-750" y="31916"/>
                            <a:pt x="-274" y="24201"/>
                            <a:pt x="1917" y="17438"/>
                          </a:cubicBezTo>
                          <a:cubicBezTo>
                            <a:pt x="4298" y="10675"/>
                            <a:pt x="8298" y="4865"/>
                            <a:pt x="14680" y="1817"/>
                          </a:cubicBezTo>
                          <a:cubicBezTo>
                            <a:pt x="20871" y="-1231"/>
                            <a:pt x="28587" y="-469"/>
                            <a:pt x="35254" y="4293"/>
                          </a:cubicBezTo>
                          <a:cubicBezTo>
                            <a:pt x="42113" y="8865"/>
                            <a:pt x="47827" y="17247"/>
                            <a:pt x="50494" y="27344"/>
                          </a:cubicBezTo>
                          <a:cubicBezTo>
                            <a:pt x="51923" y="32392"/>
                            <a:pt x="52114" y="36583"/>
                            <a:pt x="51923" y="40964"/>
                          </a:cubicBezTo>
                          <a:cubicBezTo>
                            <a:pt x="51638" y="45251"/>
                            <a:pt x="50780" y="49251"/>
                            <a:pt x="49351" y="52776"/>
                          </a:cubicBezTo>
                          <a:cubicBezTo>
                            <a:pt x="46303" y="59824"/>
                            <a:pt x="41160" y="65158"/>
                            <a:pt x="34397" y="6696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11" name="Forme libre : forme 14910">
                      <a:extLst>
                        <a:ext uri="{FF2B5EF4-FFF2-40B4-BE49-F238E27FC236}">
                          <a16:creationId xmlns:a16="http://schemas.microsoft.com/office/drawing/2014/main" id="{0CE293EE-C7EA-4CC4-AB46-E29584C74D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8975" y="1952292"/>
                      <a:ext cx="40207" cy="54148"/>
                    </a:xfrm>
                    <a:custGeom>
                      <a:avLst/>
                      <a:gdLst>
                        <a:gd name="connsiteX0" fmla="*/ 40207 w 40207"/>
                        <a:gd name="connsiteY0" fmla="*/ 8333 h 54148"/>
                        <a:gd name="connsiteX1" fmla="*/ 27444 w 40207"/>
                        <a:gd name="connsiteY1" fmla="*/ 618 h 54148"/>
                        <a:gd name="connsiteX2" fmla="*/ 14680 w 40207"/>
                        <a:gd name="connsiteY2" fmla="*/ 1761 h 54148"/>
                        <a:gd name="connsiteX3" fmla="*/ 1917 w 40207"/>
                        <a:gd name="connsiteY3" fmla="*/ 17382 h 54148"/>
                        <a:gd name="connsiteX4" fmla="*/ 1345 w 40207"/>
                        <a:gd name="connsiteY4" fmla="*/ 39957 h 54148"/>
                        <a:gd name="connsiteX5" fmla="*/ 7727 w 40207"/>
                        <a:gd name="connsiteY5" fmla="*/ 54149 h 54148"/>
                        <a:gd name="connsiteX6" fmla="*/ 7346 w 40207"/>
                        <a:gd name="connsiteY6" fmla="*/ 45386 h 54148"/>
                        <a:gd name="connsiteX7" fmla="*/ 11918 w 40207"/>
                        <a:gd name="connsiteY7" fmla="*/ 33670 h 54148"/>
                        <a:gd name="connsiteX8" fmla="*/ 19252 w 40207"/>
                        <a:gd name="connsiteY8" fmla="*/ 23002 h 54148"/>
                        <a:gd name="connsiteX9" fmla="*/ 40207 w 40207"/>
                        <a:gd name="connsiteY9" fmla="*/ 8333 h 54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0207" h="54148">
                          <a:moveTo>
                            <a:pt x="40207" y="8333"/>
                          </a:moveTo>
                          <a:cubicBezTo>
                            <a:pt x="36207" y="4428"/>
                            <a:pt x="32016" y="1666"/>
                            <a:pt x="27444" y="618"/>
                          </a:cubicBezTo>
                          <a:cubicBezTo>
                            <a:pt x="22967" y="-525"/>
                            <a:pt x="18681" y="-48"/>
                            <a:pt x="14680" y="1761"/>
                          </a:cubicBezTo>
                          <a:cubicBezTo>
                            <a:pt x="8299" y="4904"/>
                            <a:pt x="4298" y="10620"/>
                            <a:pt x="1917" y="17382"/>
                          </a:cubicBezTo>
                          <a:cubicBezTo>
                            <a:pt x="-274" y="24050"/>
                            <a:pt x="-750" y="31860"/>
                            <a:pt x="1345" y="39957"/>
                          </a:cubicBezTo>
                          <a:cubicBezTo>
                            <a:pt x="2679" y="44719"/>
                            <a:pt x="4869" y="50148"/>
                            <a:pt x="7727" y="54149"/>
                          </a:cubicBezTo>
                          <a:cubicBezTo>
                            <a:pt x="7156" y="51291"/>
                            <a:pt x="6965" y="48338"/>
                            <a:pt x="7346" y="45386"/>
                          </a:cubicBezTo>
                          <a:cubicBezTo>
                            <a:pt x="8299" y="41004"/>
                            <a:pt x="9918" y="37385"/>
                            <a:pt x="11918" y="33670"/>
                          </a:cubicBezTo>
                          <a:cubicBezTo>
                            <a:pt x="14014" y="29955"/>
                            <a:pt x="16490" y="26336"/>
                            <a:pt x="19252" y="23002"/>
                          </a:cubicBezTo>
                          <a:cubicBezTo>
                            <a:pt x="24968" y="16334"/>
                            <a:pt x="32016" y="10620"/>
                            <a:pt x="40207" y="8333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12" name="Forme libre : forme 14911">
                      <a:extLst>
                        <a:ext uri="{FF2B5EF4-FFF2-40B4-BE49-F238E27FC236}">
                          <a16:creationId xmlns:a16="http://schemas.microsoft.com/office/drawing/2014/main" id="{703D7863-B0C6-483D-A811-B2D52787F6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4541" y="1957697"/>
                      <a:ext cx="51842" cy="67023"/>
                    </a:xfrm>
                    <a:custGeom>
                      <a:avLst/>
                      <a:gdLst>
                        <a:gd name="connsiteX0" fmla="*/ 34450 w 51842"/>
                        <a:gd name="connsiteY0" fmla="*/ 66365 h 67023"/>
                        <a:gd name="connsiteX1" fmla="*/ 1207 w 51842"/>
                        <a:gd name="connsiteY1" fmla="*/ 38933 h 67023"/>
                        <a:gd name="connsiteX2" fmla="*/ 64 w 51842"/>
                        <a:gd name="connsiteY2" fmla="*/ 27217 h 67023"/>
                        <a:gd name="connsiteX3" fmla="*/ 2255 w 51842"/>
                        <a:gd name="connsiteY3" fmla="*/ 16740 h 67023"/>
                        <a:gd name="connsiteX4" fmla="*/ 15495 w 51842"/>
                        <a:gd name="connsiteY4" fmla="*/ 1690 h 67023"/>
                        <a:gd name="connsiteX5" fmla="*/ 35879 w 51842"/>
                        <a:gd name="connsiteY5" fmla="*/ 4262 h 67023"/>
                        <a:gd name="connsiteX6" fmla="*/ 50451 w 51842"/>
                        <a:gd name="connsiteY6" fmla="*/ 26741 h 67023"/>
                        <a:gd name="connsiteX7" fmla="*/ 34450 w 51842"/>
                        <a:gd name="connsiteY7" fmla="*/ 66365 h 670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842" h="67023">
                          <a:moveTo>
                            <a:pt x="34450" y="66365"/>
                          </a:moveTo>
                          <a:cubicBezTo>
                            <a:pt x="20924" y="70080"/>
                            <a:pt x="5875" y="57697"/>
                            <a:pt x="1207" y="38933"/>
                          </a:cubicBezTo>
                          <a:cubicBezTo>
                            <a:pt x="64" y="34742"/>
                            <a:pt x="-126" y="31027"/>
                            <a:pt x="64" y="27217"/>
                          </a:cubicBezTo>
                          <a:cubicBezTo>
                            <a:pt x="160" y="23598"/>
                            <a:pt x="1112" y="19883"/>
                            <a:pt x="2255" y="16740"/>
                          </a:cubicBezTo>
                          <a:cubicBezTo>
                            <a:pt x="4732" y="10263"/>
                            <a:pt x="9113" y="4548"/>
                            <a:pt x="15495" y="1690"/>
                          </a:cubicBezTo>
                          <a:cubicBezTo>
                            <a:pt x="21876" y="-1263"/>
                            <a:pt x="29306" y="-310"/>
                            <a:pt x="35879" y="4262"/>
                          </a:cubicBezTo>
                          <a:cubicBezTo>
                            <a:pt x="42546" y="8739"/>
                            <a:pt x="47975" y="17026"/>
                            <a:pt x="50451" y="26741"/>
                          </a:cubicBezTo>
                          <a:cubicBezTo>
                            <a:pt x="55024" y="45029"/>
                            <a:pt x="47975" y="62650"/>
                            <a:pt x="34450" y="6636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13" name="Forme libre : forme 14912">
                      <a:extLst>
                        <a:ext uri="{FF2B5EF4-FFF2-40B4-BE49-F238E27FC236}">
                          <a16:creationId xmlns:a16="http://schemas.microsoft.com/office/drawing/2014/main" id="{AE651D09-930B-4083-AFEC-A0FCC1B8C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38622" y="1909899"/>
                      <a:ext cx="75063" cy="105421"/>
                    </a:xfrm>
                    <a:custGeom>
                      <a:avLst/>
                      <a:gdLst>
                        <a:gd name="connsiteX0" fmla="*/ 27508 w 75063"/>
                        <a:gd name="connsiteY0" fmla="*/ 23104 h 105421"/>
                        <a:gd name="connsiteX1" fmla="*/ 11792 w 75063"/>
                        <a:gd name="connsiteY1" fmla="*/ 40820 h 105421"/>
                        <a:gd name="connsiteX2" fmla="*/ 2267 w 75063"/>
                        <a:gd name="connsiteY2" fmla="*/ 56251 h 105421"/>
                        <a:gd name="connsiteX3" fmla="*/ 76 w 75063"/>
                        <a:gd name="connsiteY3" fmla="*/ 71015 h 105421"/>
                        <a:gd name="connsiteX4" fmla="*/ 2743 w 75063"/>
                        <a:gd name="connsiteY4" fmla="*/ 83588 h 105421"/>
                        <a:gd name="connsiteX5" fmla="*/ 5887 w 75063"/>
                        <a:gd name="connsiteY5" fmla="*/ 89779 h 105421"/>
                        <a:gd name="connsiteX6" fmla="*/ 11220 w 75063"/>
                        <a:gd name="connsiteY6" fmla="*/ 97018 h 105421"/>
                        <a:gd name="connsiteX7" fmla="*/ 36176 w 75063"/>
                        <a:gd name="connsiteY7" fmla="*/ 102924 h 105421"/>
                        <a:gd name="connsiteX8" fmla="*/ 44748 w 75063"/>
                        <a:gd name="connsiteY8" fmla="*/ 88160 h 105421"/>
                        <a:gd name="connsiteX9" fmla="*/ 63227 w 75063"/>
                        <a:gd name="connsiteY9" fmla="*/ 52155 h 105421"/>
                        <a:gd name="connsiteX10" fmla="*/ 66179 w 75063"/>
                        <a:gd name="connsiteY10" fmla="*/ 3387 h 105421"/>
                        <a:gd name="connsiteX11" fmla="*/ 43605 w 75063"/>
                        <a:gd name="connsiteY11" fmla="*/ 6149 h 105421"/>
                        <a:gd name="connsiteX12" fmla="*/ 27508 w 75063"/>
                        <a:gd name="connsiteY12" fmla="*/ 23104 h 105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5063" h="105421">
                          <a:moveTo>
                            <a:pt x="27508" y="23104"/>
                          </a:moveTo>
                          <a:cubicBezTo>
                            <a:pt x="21698" y="28533"/>
                            <a:pt x="16078" y="34534"/>
                            <a:pt x="11792" y="40820"/>
                          </a:cubicBezTo>
                          <a:cubicBezTo>
                            <a:pt x="7601" y="46916"/>
                            <a:pt x="4458" y="51870"/>
                            <a:pt x="2267" y="56251"/>
                          </a:cubicBezTo>
                          <a:cubicBezTo>
                            <a:pt x="267" y="60823"/>
                            <a:pt x="-210" y="66252"/>
                            <a:pt x="76" y="71015"/>
                          </a:cubicBezTo>
                          <a:cubicBezTo>
                            <a:pt x="362" y="75110"/>
                            <a:pt x="1029" y="79492"/>
                            <a:pt x="2743" y="83588"/>
                          </a:cubicBezTo>
                          <a:cubicBezTo>
                            <a:pt x="3505" y="85778"/>
                            <a:pt x="4553" y="87874"/>
                            <a:pt x="5887" y="89779"/>
                          </a:cubicBezTo>
                          <a:cubicBezTo>
                            <a:pt x="7220" y="91684"/>
                            <a:pt x="9125" y="94922"/>
                            <a:pt x="11220" y="97018"/>
                          </a:cubicBezTo>
                          <a:cubicBezTo>
                            <a:pt x="17507" y="104066"/>
                            <a:pt x="28556" y="108448"/>
                            <a:pt x="36176" y="102924"/>
                          </a:cubicBezTo>
                          <a:cubicBezTo>
                            <a:pt x="40843" y="99495"/>
                            <a:pt x="42748" y="93589"/>
                            <a:pt x="44748" y="88160"/>
                          </a:cubicBezTo>
                          <a:cubicBezTo>
                            <a:pt x="49511" y="75396"/>
                            <a:pt x="56178" y="64347"/>
                            <a:pt x="63227" y="52155"/>
                          </a:cubicBezTo>
                          <a:cubicBezTo>
                            <a:pt x="69227" y="42440"/>
                            <a:pt x="84849" y="19008"/>
                            <a:pt x="66179" y="3387"/>
                          </a:cubicBezTo>
                          <a:cubicBezTo>
                            <a:pt x="57893" y="-2995"/>
                            <a:pt x="50082" y="625"/>
                            <a:pt x="43605" y="6149"/>
                          </a:cubicBezTo>
                          <a:cubicBezTo>
                            <a:pt x="37224" y="11864"/>
                            <a:pt x="31604" y="19294"/>
                            <a:pt x="27508" y="2310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14" name="Forme libre : forme 14913">
                      <a:extLst>
                        <a:ext uri="{FF2B5EF4-FFF2-40B4-BE49-F238E27FC236}">
                          <a16:creationId xmlns:a16="http://schemas.microsoft.com/office/drawing/2014/main" id="{5DFA96E1-4489-4060-8FBD-C2902343A2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0721" y="1929267"/>
                      <a:ext cx="33675" cy="25763"/>
                    </a:xfrm>
                    <a:custGeom>
                      <a:avLst/>
                      <a:gdLst>
                        <a:gd name="connsiteX0" fmla="*/ 7984 w 33675"/>
                        <a:gd name="connsiteY0" fmla="*/ 21 h 25763"/>
                        <a:gd name="connsiteX1" fmla="*/ 2364 w 33675"/>
                        <a:gd name="connsiteY1" fmla="*/ 1260 h 25763"/>
                        <a:gd name="connsiteX2" fmla="*/ 78 w 33675"/>
                        <a:gd name="connsiteY2" fmla="*/ 6403 h 25763"/>
                        <a:gd name="connsiteX3" fmla="*/ 3031 w 33675"/>
                        <a:gd name="connsiteY3" fmla="*/ 11166 h 25763"/>
                        <a:gd name="connsiteX4" fmla="*/ 13699 w 33675"/>
                        <a:gd name="connsiteY4" fmla="*/ 21072 h 25763"/>
                        <a:gd name="connsiteX5" fmla="*/ 18557 w 33675"/>
                        <a:gd name="connsiteY5" fmla="*/ 24405 h 25763"/>
                        <a:gd name="connsiteX6" fmla="*/ 31987 w 33675"/>
                        <a:gd name="connsiteY6" fmla="*/ 14118 h 25763"/>
                        <a:gd name="connsiteX7" fmla="*/ 7984 w 33675"/>
                        <a:gd name="connsiteY7" fmla="*/ 21 h 25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3675" h="25763">
                          <a:moveTo>
                            <a:pt x="7984" y="21"/>
                          </a:moveTo>
                          <a:cubicBezTo>
                            <a:pt x="5984" y="-74"/>
                            <a:pt x="3889" y="117"/>
                            <a:pt x="2364" y="1260"/>
                          </a:cubicBezTo>
                          <a:cubicBezTo>
                            <a:pt x="745" y="2307"/>
                            <a:pt x="-302" y="4403"/>
                            <a:pt x="78" y="6403"/>
                          </a:cubicBezTo>
                          <a:cubicBezTo>
                            <a:pt x="554" y="8308"/>
                            <a:pt x="1697" y="9832"/>
                            <a:pt x="3031" y="11166"/>
                          </a:cubicBezTo>
                          <a:cubicBezTo>
                            <a:pt x="6460" y="14595"/>
                            <a:pt x="9889" y="17928"/>
                            <a:pt x="13699" y="21072"/>
                          </a:cubicBezTo>
                          <a:cubicBezTo>
                            <a:pt x="15318" y="22310"/>
                            <a:pt x="16747" y="23643"/>
                            <a:pt x="18557" y="24405"/>
                          </a:cubicBezTo>
                          <a:cubicBezTo>
                            <a:pt x="25891" y="27739"/>
                            <a:pt x="38178" y="25167"/>
                            <a:pt x="31987" y="14118"/>
                          </a:cubicBezTo>
                          <a:cubicBezTo>
                            <a:pt x="26939" y="5451"/>
                            <a:pt x="16366" y="402"/>
                            <a:pt x="7984" y="2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15" name="Forme libre : forme 14914">
                      <a:extLst>
                        <a:ext uri="{FF2B5EF4-FFF2-40B4-BE49-F238E27FC236}">
                          <a16:creationId xmlns:a16="http://schemas.microsoft.com/office/drawing/2014/main" id="{23C01BAC-A61A-414C-AEF3-7EEE67057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40413" y="2019395"/>
                      <a:ext cx="60578" cy="30089"/>
                    </a:xfrm>
                    <a:custGeom>
                      <a:avLst/>
                      <a:gdLst>
                        <a:gd name="connsiteX0" fmla="*/ 60579 w 60578"/>
                        <a:gd name="connsiteY0" fmla="*/ 28194 h 30089"/>
                        <a:gd name="connsiteX1" fmla="*/ 39148 w 60578"/>
                        <a:gd name="connsiteY1" fmla="*/ 29528 h 30089"/>
                        <a:gd name="connsiteX2" fmla="*/ 0 w 60578"/>
                        <a:gd name="connsiteY2" fmla="*/ 0 h 30089"/>
                        <a:gd name="connsiteX3" fmla="*/ 15144 w 60578"/>
                        <a:gd name="connsiteY3" fmla="*/ 15240 h 30089"/>
                        <a:gd name="connsiteX4" fmla="*/ 60579 w 60578"/>
                        <a:gd name="connsiteY4" fmla="*/ 28194 h 30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78" h="30089">
                          <a:moveTo>
                            <a:pt x="60579" y="28194"/>
                          </a:moveTo>
                          <a:cubicBezTo>
                            <a:pt x="60579" y="28194"/>
                            <a:pt x="51339" y="31337"/>
                            <a:pt x="39148" y="29528"/>
                          </a:cubicBezTo>
                          <a:cubicBezTo>
                            <a:pt x="26955" y="27718"/>
                            <a:pt x="11525" y="20479"/>
                            <a:pt x="0" y="0"/>
                          </a:cubicBezTo>
                          <a:cubicBezTo>
                            <a:pt x="0" y="0"/>
                            <a:pt x="5048" y="7811"/>
                            <a:pt x="15144" y="15240"/>
                          </a:cubicBezTo>
                          <a:cubicBezTo>
                            <a:pt x="25241" y="22765"/>
                            <a:pt x="40481" y="29813"/>
                            <a:pt x="60579" y="2819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16" name="Forme libre : forme 14915">
                      <a:extLst>
                        <a:ext uri="{FF2B5EF4-FFF2-40B4-BE49-F238E27FC236}">
                          <a16:creationId xmlns:a16="http://schemas.microsoft.com/office/drawing/2014/main" id="{CEAFFD27-2826-4E3B-B549-CDDB48A4A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2796" y="1887947"/>
                      <a:ext cx="80200" cy="36769"/>
                    </a:xfrm>
                    <a:custGeom>
                      <a:avLst/>
                      <a:gdLst>
                        <a:gd name="connsiteX0" fmla="*/ 80200 w 80200"/>
                        <a:gd name="connsiteY0" fmla="*/ 36770 h 36769"/>
                        <a:gd name="connsiteX1" fmla="*/ 78867 w 80200"/>
                        <a:gd name="connsiteY1" fmla="*/ 34389 h 36769"/>
                        <a:gd name="connsiteX2" fmla="*/ 74581 w 80200"/>
                        <a:gd name="connsiteY2" fmla="*/ 28197 h 36769"/>
                        <a:gd name="connsiteX3" fmla="*/ 71438 w 80200"/>
                        <a:gd name="connsiteY3" fmla="*/ 24197 h 36769"/>
                        <a:gd name="connsiteX4" fmla="*/ 66866 w 80200"/>
                        <a:gd name="connsiteY4" fmla="*/ 19244 h 36769"/>
                        <a:gd name="connsiteX5" fmla="*/ 55150 w 80200"/>
                        <a:gd name="connsiteY5" fmla="*/ 9338 h 36769"/>
                        <a:gd name="connsiteX6" fmla="*/ 25622 w 80200"/>
                        <a:gd name="connsiteY6" fmla="*/ 98 h 36769"/>
                        <a:gd name="connsiteX7" fmla="*/ 0 w 80200"/>
                        <a:gd name="connsiteY7" fmla="*/ 15624 h 36769"/>
                        <a:gd name="connsiteX8" fmla="*/ 5334 w 80200"/>
                        <a:gd name="connsiteY8" fmla="*/ 11148 h 36769"/>
                        <a:gd name="connsiteX9" fmla="*/ 21812 w 80200"/>
                        <a:gd name="connsiteY9" fmla="*/ 4670 h 36769"/>
                        <a:gd name="connsiteX10" fmla="*/ 49911 w 80200"/>
                        <a:gd name="connsiteY10" fmla="*/ 9433 h 36769"/>
                        <a:gd name="connsiteX11" fmla="*/ 80200 w 80200"/>
                        <a:gd name="connsiteY11" fmla="*/ 36770 h 36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80200" h="36769">
                          <a:moveTo>
                            <a:pt x="80200" y="36770"/>
                          </a:moveTo>
                          <a:cubicBezTo>
                            <a:pt x="80200" y="36770"/>
                            <a:pt x="79724" y="35912"/>
                            <a:pt x="78867" y="34389"/>
                          </a:cubicBezTo>
                          <a:cubicBezTo>
                            <a:pt x="77914" y="32865"/>
                            <a:pt x="76485" y="30674"/>
                            <a:pt x="74581" y="28197"/>
                          </a:cubicBezTo>
                          <a:cubicBezTo>
                            <a:pt x="73628" y="26959"/>
                            <a:pt x="72580" y="25625"/>
                            <a:pt x="71438" y="24197"/>
                          </a:cubicBezTo>
                          <a:cubicBezTo>
                            <a:pt x="70104" y="22577"/>
                            <a:pt x="68485" y="20863"/>
                            <a:pt x="66866" y="19244"/>
                          </a:cubicBezTo>
                          <a:cubicBezTo>
                            <a:pt x="63627" y="15910"/>
                            <a:pt x="59817" y="12481"/>
                            <a:pt x="55150" y="9338"/>
                          </a:cubicBezTo>
                          <a:cubicBezTo>
                            <a:pt x="46291" y="3051"/>
                            <a:pt x="35528" y="-664"/>
                            <a:pt x="25622" y="98"/>
                          </a:cubicBezTo>
                          <a:cubicBezTo>
                            <a:pt x="15526" y="861"/>
                            <a:pt x="6763" y="5909"/>
                            <a:pt x="0" y="15624"/>
                          </a:cubicBezTo>
                          <a:cubicBezTo>
                            <a:pt x="0" y="15624"/>
                            <a:pt x="1714" y="13624"/>
                            <a:pt x="5334" y="11148"/>
                          </a:cubicBezTo>
                          <a:cubicBezTo>
                            <a:pt x="8858" y="8861"/>
                            <a:pt x="14288" y="5909"/>
                            <a:pt x="21812" y="4670"/>
                          </a:cubicBezTo>
                          <a:cubicBezTo>
                            <a:pt x="29242" y="3527"/>
                            <a:pt x="39052" y="4099"/>
                            <a:pt x="49911" y="9433"/>
                          </a:cubicBezTo>
                          <a:cubicBezTo>
                            <a:pt x="61055" y="14767"/>
                            <a:pt x="72390" y="25054"/>
                            <a:pt x="80200" y="3677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17" name="Forme libre : forme 14916">
                      <a:extLst>
                        <a:ext uri="{FF2B5EF4-FFF2-40B4-BE49-F238E27FC236}">
                          <a16:creationId xmlns:a16="http://schemas.microsoft.com/office/drawing/2014/main" id="{0F87E569-02A2-4D93-9EF6-8516B8043E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9353" y="1976147"/>
                      <a:ext cx="16531" cy="27065"/>
                    </a:xfrm>
                    <a:custGeom>
                      <a:avLst/>
                      <a:gdLst>
                        <a:gd name="connsiteX0" fmla="*/ 6972 w 16531"/>
                        <a:gd name="connsiteY0" fmla="*/ 27055 h 27065"/>
                        <a:gd name="connsiteX1" fmla="*/ 114 w 16531"/>
                        <a:gd name="connsiteY1" fmla="*/ 13054 h 27065"/>
                        <a:gd name="connsiteX2" fmla="*/ 9258 w 16531"/>
                        <a:gd name="connsiteY2" fmla="*/ 4 h 27065"/>
                        <a:gd name="connsiteX3" fmla="*/ 16402 w 16531"/>
                        <a:gd name="connsiteY3" fmla="*/ 14387 h 27065"/>
                        <a:gd name="connsiteX4" fmla="*/ 6972 w 16531"/>
                        <a:gd name="connsiteY4" fmla="*/ 27055 h 27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31" h="27065">
                          <a:moveTo>
                            <a:pt x="6972" y="27055"/>
                          </a:moveTo>
                          <a:cubicBezTo>
                            <a:pt x="2495" y="26770"/>
                            <a:pt x="-648" y="20483"/>
                            <a:pt x="114" y="13054"/>
                          </a:cubicBezTo>
                          <a:cubicBezTo>
                            <a:pt x="781" y="5815"/>
                            <a:pt x="4686" y="-186"/>
                            <a:pt x="9258" y="4"/>
                          </a:cubicBezTo>
                          <a:cubicBezTo>
                            <a:pt x="13735" y="195"/>
                            <a:pt x="17259" y="7243"/>
                            <a:pt x="16402" y="14387"/>
                          </a:cubicBezTo>
                          <a:cubicBezTo>
                            <a:pt x="15640" y="21721"/>
                            <a:pt x="11449" y="27341"/>
                            <a:pt x="6972" y="2705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18" name="Forme libre : forme 14917">
                      <a:extLst>
                        <a:ext uri="{FF2B5EF4-FFF2-40B4-BE49-F238E27FC236}">
                          <a16:creationId xmlns:a16="http://schemas.microsoft.com/office/drawing/2014/main" id="{F8BB07DE-17E6-4F18-ABF8-46051FB562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4789" y="1999189"/>
                      <a:ext cx="7263" cy="7169"/>
                    </a:xfrm>
                    <a:custGeom>
                      <a:avLst/>
                      <a:gdLst>
                        <a:gd name="connsiteX0" fmla="*/ 4489 w 7263"/>
                        <a:gd name="connsiteY0" fmla="*/ 7061 h 7169"/>
                        <a:gd name="connsiteX1" fmla="*/ 108 w 7263"/>
                        <a:gd name="connsiteY1" fmla="*/ 4489 h 7169"/>
                        <a:gd name="connsiteX2" fmla="*/ 2775 w 7263"/>
                        <a:gd name="connsiteY2" fmla="*/ 108 h 7169"/>
                        <a:gd name="connsiteX3" fmla="*/ 7156 w 7263"/>
                        <a:gd name="connsiteY3" fmla="*/ 2680 h 7169"/>
                        <a:gd name="connsiteX4" fmla="*/ 4489 w 7263"/>
                        <a:gd name="connsiteY4" fmla="*/ 7061 h 7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63" h="7169">
                          <a:moveTo>
                            <a:pt x="4489" y="7061"/>
                          </a:moveTo>
                          <a:cubicBezTo>
                            <a:pt x="2584" y="7537"/>
                            <a:pt x="584" y="6394"/>
                            <a:pt x="108" y="4489"/>
                          </a:cubicBezTo>
                          <a:cubicBezTo>
                            <a:pt x="-369" y="2585"/>
                            <a:pt x="774" y="680"/>
                            <a:pt x="2775" y="108"/>
                          </a:cubicBezTo>
                          <a:cubicBezTo>
                            <a:pt x="4680" y="-368"/>
                            <a:pt x="6680" y="775"/>
                            <a:pt x="7156" y="2680"/>
                          </a:cubicBezTo>
                          <a:cubicBezTo>
                            <a:pt x="7633" y="4585"/>
                            <a:pt x="6490" y="6490"/>
                            <a:pt x="4489" y="70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19" name="Forme libre : forme 14918">
                      <a:extLst>
                        <a:ext uri="{FF2B5EF4-FFF2-40B4-BE49-F238E27FC236}">
                          <a16:creationId xmlns:a16="http://schemas.microsoft.com/office/drawing/2014/main" id="{C68C8244-25D7-4D47-9581-21210FD32F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2281" y="1965461"/>
                      <a:ext cx="55389" cy="72341"/>
                    </a:xfrm>
                    <a:custGeom>
                      <a:avLst/>
                      <a:gdLst>
                        <a:gd name="connsiteX0" fmla="*/ 40526 w 55389"/>
                        <a:gd name="connsiteY0" fmla="*/ 58220 h 72341"/>
                        <a:gd name="connsiteX1" fmla="*/ 11188 w 55389"/>
                        <a:gd name="connsiteY1" fmla="*/ 71650 h 72341"/>
                        <a:gd name="connsiteX2" fmla="*/ 425 w 55389"/>
                        <a:gd name="connsiteY2" fmla="*/ 69364 h 72341"/>
                        <a:gd name="connsiteX3" fmla="*/ 4521 w 55389"/>
                        <a:gd name="connsiteY3" fmla="*/ 60220 h 72341"/>
                        <a:gd name="connsiteX4" fmla="*/ 28905 w 55389"/>
                        <a:gd name="connsiteY4" fmla="*/ 37646 h 72341"/>
                        <a:gd name="connsiteX5" fmla="*/ 33382 w 55389"/>
                        <a:gd name="connsiteY5" fmla="*/ 16310 h 72341"/>
                        <a:gd name="connsiteX6" fmla="*/ 36906 w 55389"/>
                        <a:gd name="connsiteY6" fmla="*/ 4118 h 72341"/>
                        <a:gd name="connsiteX7" fmla="*/ 43478 w 55389"/>
                        <a:gd name="connsiteY7" fmla="*/ 308 h 72341"/>
                        <a:gd name="connsiteX8" fmla="*/ 50907 w 55389"/>
                        <a:gd name="connsiteY8" fmla="*/ 8118 h 72341"/>
                        <a:gd name="connsiteX9" fmla="*/ 54432 w 55389"/>
                        <a:gd name="connsiteY9" fmla="*/ 18786 h 72341"/>
                        <a:gd name="connsiteX10" fmla="*/ 54336 w 55389"/>
                        <a:gd name="connsiteY10" fmla="*/ 38884 h 72341"/>
                        <a:gd name="connsiteX11" fmla="*/ 40526 w 55389"/>
                        <a:gd name="connsiteY11" fmla="*/ 58220 h 72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5389" h="72341">
                          <a:moveTo>
                            <a:pt x="40526" y="58220"/>
                          </a:moveTo>
                          <a:cubicBezTo>
                            <a:pt x="32143" y="64887"/>
                            <a:pt x="21666" y="68888"/>
                            <a:pt x="11188" y="71650"/>
                          </a:cubicBezTo>
                          <a:cubicBezTo>
                            <a:pt x="7283" y="72698"/>
                            <a:pt x="2140" y="72984"/>
                            <a:pt x="425" y="69364"/>
                          </a:cubicBezTo>
                          <a:cubicBezTo>
                            <a:pt x="-1099" y="66126"/>
                            <a:pt x="1759" y="62506"/>
                            <a:pt x="4521" y="60220"/>
                          </a:cubicBezTo>
                          <a:cubicBezTo>
                            <a:pt x="13093" y="52981"/>
                            <a:pt x="24047" y="47457"/>
                            <a:pt x="28905" y="37646"/>
                          </a:cubicBezTo>
                          <a:cubicBezTo>
                            <a:pt x="30429" y="34598"/>
                            <a:pt x="31286" y="24882"/>
                            <a:pt x="33382" y="16310"/>
                          </a:cubicBezTo>
                          <a:cubicBezTo>
                            <a:pt x="34525" y="12405"/>
                            <a:pt x="35286" y="7166"/>
                            <a:pt x="36906" y="4118"/>
                          </a:cubicBezTo>
                          <a:cubicBezTo>
                            <a:pt x="38430" y="975"/>
                            <a:pt x="40526" y="-740"/>
                            <a:pt x="43478" y="308"/>
                          </a:cubicBezTo>
                          <a:cubicBezTo>
                            <a:pt x="46431" y="1451"/>
                            <a:pt x="48907" y="4308"/>
                            <a:pt x="50907" y="8118"/>
                          </a:cubicBezTo>
                          <a:cubicBezTo>
                            <a:pt x="52622" y="11357"/>
                            <a:pt x="53765" y="14881"/>
                            <a:pt x="54432" y="18786"/>
                          </a:cubicBezTo>
                          <a:cubicBezTo>
                            <a:pt x="55861" y="26502"/>
                            <a:pt x="55575" y="34788"/>
                            <a:pt x="54336" y="38884"/>
                          </a:cubicBezTo>
                          <a:cubicBezTo>
                            <a:pt x="52050" y="46504"/>
                            <a:pt x="46907" y="53267"/>
                            <a:pt x="40526" y="5822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57" name="Graphique 1">
                    <a:extLst>
                      <a:ext uri="{FF2B5EF4-FFF2-40B4-BE49-F238E27FC236}">
                        <a16:creationId xmlns:a16="http://schemas.microsoft.com/office/drawing/2014/main" id="{31ED9824-FE22-4C10-9B64-BC0DCAA0AC24}"/>
                      </a:ext>
                    </a:extLst>
                  </p:cNvPr>
                  <p:cNvGrpSpPr/>
                  <p:nvPr/>
                </p:nvGrpSpPr>
                <p:grpSpPr>
                  <a:xfrm>
                    <a:off x="7863384" y="2041226"/>
                    <a:ext cx="141239" cy="178465"/>
                    <a:chOff x="7863384" y="2041226"/>
                    <a:chExt cx="141239" cy="178465"/>
                  </a:xfrm>
                  <a:solidFill>
                    <a:schemeClr val="accent1"/>
                  </a:solidFill>
                </p:grpSpPr>
                <p:sp>
                  <p:nvSpPr>
                    <p:cNvPr id="14896" name="Forme libre : forme 14895">
                      <a:extLst>
                        <a:ext uri="{FF2B5EF4-FFF2-40B4-BE49-F238E27FC236}">
                          <a16:creationId xmlns:a16="http://schemas.microsoft.com/office/drawing/2014/main" id="{F135B20D-C50D-42AD-AA66-205502BC5B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3490" y="2041226"/>
                      <a:ext cx="141133" cy="178465"/>
                    </a:xfrm>
                    <a:custGeom>
                      <a:avLst/>
                      <a:gdLst>
                        <a:gd name="connsiteX0" fmla="*/ 40263 w 141133"/>
                        <a:gd name="connsiteY0" fmla="*/ 149333 h 178465"/>
                        <a:gd name="connsiteX1" fmla="*/ 32644 w 141133"/>
                        <a:gd name="connsiteY1" fmla="*/ 137808 h 178465"/>
                        <a:gd name="connsiteX2" fmla="*/ 25595 w 141133"/>
                        <a:gd name="connsiteY2" fmla="*/ 125807 h 178465"/>
                        <a:gd name="connsiteX3" fmla="*/ 22261 w 141133"/>
                        <a:gd name="connsiteY3" fmla="*/ 119711 h 178465"/>
                        <a:gd name="connsiteX4" fmla="*/ 20737 w 141133"/>
                        <a:gd name="connsiteY4" fmla="*/ 116853 h 178465"/>
                        <a:gd name="connsiteX5" fmla="*/ 19785 w 141133"/>
                        <a:gd name="connsiteY5" fmla="*/ 114853 h 178465"/>
                        <a:gd name="connsiteX6" fmla="*/ 15879 w 141133"/>
                        <a:gd name="connsiteY6" fmla="*/ 106757 h 178465"/>
                        <a:gd name="connsiteX7" fmla="*/ 3306 w 141133"/>
                        <a:gd name="connsiteY7" fmla="*/ 76181 h 178465"/>
                        <a:gd name="connsiteX8" fmla="*/ 33691 w 141133"/>
                        <a:gd name="connsiteY8" fmla="*/ 12554 h 178465"/>
                        <a:gd name="connsiteX9" fmla="*/ 69220 w 141133"/>
                        <a:gd name="connsiteY9" fmla="*/ 2077 h 178465"/>
                        <a:gd name="connsiteX10" fmla="*/ 129417 w 141133"/>
                        <a:gd name="connsiteY10" fmla="*/ 28842 h 178465"/>
                        <a:gd name="connsiteX11" fmla="*/ 138276 w 141133"/>
                        <a:gd name="connsiteY11" fmla="*/ 49988 h 178465"/>
                        <a:gd name="connsiteX12" fmla="*/ 141133 w 141133"/>
                        <a:gd name="connsiteY12" fmla="*/ 55798 h 178465"/>
                        <a:gd name="connsiteX13" fmla="*/ 138848 w 141133"/>
                        <a:gd name="connsiteY13" fmla="*/ 59322 h 178465"/>
                        <a:gd name="connsiteX14" fmla="*/ 135037 w 141133"/>
                        <a:gd name="connsiteY14" fmla="*/ 71228 h 178465"/>
                        <a:gd name="connsiteX15" fmla="*/ 129227 w 141133"/>
                        <a:gd name="connsiteY15" fmla="*/ 113043 h 178465"/>
                        <a:gd name="connsiteX16" fmla="*/ 120845 w 141133"/>
                        <a:gd name="connsiteY16" fmla="*/ 153048 h 178465"/>
                        <a:gd name="connsiteX17" fmla="*/ 111701 w 141133"/>
                        <a:gd name="connsiteY17" fmla="*/ 170003 h 178465"/>
                        <a:gd name="connsiteX18" fmla="*/ 103224 w 141133"/>
                        <a:gd name="connsiteY18" fmla="*/ 175622 h 178465"/>
                        <a:gd name="connsiteX19" fmla="*/ 92460 w 141133"/>
                        <a:gd name="connsiteY19" fmla="*/ 178385 h 178465"/>
                        <a:gd name="connsiteX20" fmla="*/ 79888 w 141133"/>
                        <a:gd name="connsiteY20" fmla="*/ 177527 h 178465"/>
                        <a:gd name="connsiteX21" fmla="*/ 66266 w 141133"/>
                        <a:gd name="connsiteY21" fmla="*/ 172574 h 178465"/>
                        <a:gd name="connsiteX22" fmla="*/ 52741 w 141133"/>
                        <a:gd name="connsiteY22" fmla="*/ 163144 h 178465"/>
                        <a:gd name="connsiteX23" fmla="*/ 40263 w 141133"/>
                        <a:gd name="connsiteY23" fmla="*/ 149333 h 1784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1133" h="178465">
                          <a:moveTo>
                            <a:pt x="40263" y="149333"/>
                          </a:moveTo>
                          <a:cubicBezTo>
                            <a:pt x="37406" y="145809"/>
                            <a:pt x="35120" y="141713"/>
                            <a:pt x="32644" y="137808"/>
                          </a:cubicBezTo>
                          <a:cubicBezTo>
                            <a:pt x="30072" y="133998"/>
                            <a:pt x="27786" y="129902"/>
                            <a:pt x="25595" y="125807"/>
                          </a:cubicBezTo>
                          <a:lnTo>
                            <a:pt x="22261" y="119711"/>
                          </a:lnTo>
                          <a:lnTo>
                            <a:pt x="20737" y="116853"/>
                          </a:lnTo>
                          <a:lnTo>
                            <a:pt x="19785" y="114853"/>
                          </a:lnTo>
                          <a:lnTo>
                            <a:pt x="15879" y="106757"/>
                          </a:lnTo>
                          <a:cubicBezTo>
                            <a:pt x="11117" y="96374"/>
                            <a:pt x="7021" y="86183"/>
                            <a:pt x="3306" y="76181"/>
                          </a:cubicBezTo>
                          <a:cubicBezTo>
                            <a:pt x="-7076" y="47892"/>
                            <a:pt x="8069" y="19889"/>
                            <a:pt x="33691" y="12554"/>
                          </a:cubicBezTo>
                          <a:lnTo>
                            <a:pt x="69220" y="2077"/>
                          </a:lnTo>
                          <a:cubicBezTo>
                            <a:pt x="94937" y="-5353"/>
                            <a:pt x="121607" y="7982"/>
                            <a:pt x="129417" y="28842"/>
                          </a:cubicBezTo>
                          <a:cubicBezTo>
                            <a:pt x="132275" y="36272"/>
                            <a:pt x="135228" y="43415"/>
                            <a:pt x="138276" y="49988"/>
                          </a:cubicBezTo>
                          <a:lnTo>
                            <a:pt x="141133" y="55798"/>
                          </a:lnTo>
                          <a:cubicBezTo>
                            <a:pt x="141133" y="55798"/>
                            <a:pt x="140085" y="56846"/>
                            <a:pt x="138848" y="59322"/>
                          </a:cubicBezTo>
                          <a:cubicBezTo>
                            <a:pt x="137609" y="61894"/>
                            <a:pt x="136180" y="65894"/>
                            <a:pt x="135037" y="71228"/>
                          </a:cubicBezTo>
                          <a:cubicBezTo>
                            <a:pt x="132465" y="81801"/>
                            <a:pt x="132275" y="97327"/>
                            <a:pt x="129227" y="113043"/>
                          </a:cubicBezTo>
                          <a:lnTo>
                            <a:pt x="120845" y="153048"/>
                          </a:lnTo>
                          <a:cubicBezTo>
                            <a:pt x="119511" y="159620"/>
                            <a:pt x="116463" y="165716"/>
                            <a:pt x="111701" y="170003"/>
                          </a:cubicBezTo>
                          <a:cubicBezTo>
                            <a:pt x="109320" y="172193"/>
                            <a:pt x="106462" y="174194"/>
                            <a:pt x="103224" y="175622"/>
                          </a:cubicBezTo>
                          <a:cubicBezTo>
                            <a:pt x="100081" y="176956"/>
                            <a:pt x="96461" y="177813"/>
                            <a:pt x="92460" y="178385"/>
                          </a:cubicBezTo>
                          <a:cubicBezTo>
                            <a:pt x="88651" y="178575"/>
                            <a:pt x="84269" y="178480"/>
                            <a:pt x="79888" y="177527"/>
                          </a:cubicBezTo>
                          <a:cubicBezTo>
                            <a:pt x="75601" y="176289"/>
                            <a:pt x="70744" y="175146"/>
                            <a:pt x="66266" y="172574"/>
                          </a:cubicBezTo>
                          <a:cubicBezTo>
                            <a:pt x="61695" y="170193"/>
                            <a:pt x="57028" y="167145"/>
                            <a:pt x="52741" y="163144"/>
                          </a:cubicBezTo>
                          <a:cubicBezTo>
                            <a:pt x="48074" y="159239"/>
                            <a:pt x="44169" y="154382"/>
                            <a:pt x="40263" y="149333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97" name="Forme libre : forme 14896">
                      <a:extLst>
                        <a:ext uri="{FF2B5EF4-FFF2-40B4-BE49-F238E27FC236}">
                          <a16:creationId xmlns:a16="http://schemas.microsoft.com/office/drawing/2014/main" id="{3006952D-EECE-442D-8154-7991EEDD1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3384" y="2049113"/>
                      <a:ext cx="121046" cy="170292"/>
                    </a:xfrm>
                    <a:custGeom>
                      <a:avLst/>
                      <a:gdLst>
                        <a:gd name="connsiteX0" fmla="*/ 48561 w 121046"/>
                        <a:gd name="connsiteY0" fmla="*/ 62293 h 170292"/>
                        <a:gd name="connsiteX1" fmla="*/ 49037 w 121046"/>
                        <a:gd name="connsiteY1" fmla="*/ 0 h 170292"/>
                        <a:gd name="connsiteX2" fmla="*/ 33702 w 121046"/>
                        <a:gd name="connsiteY2" fmla="*/ 4572 h 170292"/>
                        <a:gd name="connsiteX3" fmla="*/ 3317 w 121046"/>
                        <a:gd name="connsiteY3" fmla="*/ 68199 h 170292"/>
                        <a:gd name="connsiteX4" fmla="*/ 15890 w 121046"/>
                        <a:gd name="connsiteY4" fmla="*/ 98774 h 170292"/>
                        <a:gd name="connsiteX5" fmla="*/ 19796 w 121046"/>
                        <a:gd name="connsiteY5" fmla="*/ 106871 h 170292"/>
                        <a:gd name="connsiteX6" fmla="*/ 20748 w 121046"/>
                        <a:gd name="connsiteY6" fmla="*/ 108871 h 170292"/>
                        <a:gd name="connsiteX7" fmla="*/ 22272 w 121046"/>
                        <a:gd name="connsiteY7" fmla="*/ 111728 h 170292"/>
                        <a:gd name="connsiteX8" fmla="*/ 25606 w 121046"/>
                        <a:gd name="connsiteY8" fmla="*/ 117824 h 170292"/>
                        <a:gd name="connsiteX9" fmla="*/ 32654 w 121046"/>
                        <a:gd name="connsiteY9" fmla="*/ 129826 h 170292"/>
                        <a:gd name="connsiteX10" fmla="*/ 40274 w 121046"/>
                        <a:gd name="connsiteY10" fmla="*/ 141351 h 170292"/>
                        <a:gd name="connsiteX11" fmla="*/ 52657 w 121046"/>
                        <a:gd name="connsiteY11" fmla="*/ 154972 h 170292"/>
                        <a:gd name="connsiteX12" fmla="*/ 66182 w 121046"/>
                        <a:gd name="connsiteY12" fmla="*/ 164401 h 170292"/>
                        <a:gd name="connsiteX13" fmla="*/ 79803 w 121046"/>
                        <a:gd name="connsiteY13" fmla="*/ 169354 h 170292"/>
                        <a:gd name="connsiteX14" fmla="*/ 92376 w 121046"/>
                        <a:gd name="connsiteY14" fmla="*/ 170212 h 170292"/>
                        <a:gd name="connsiteX15" fmla="*/ 103139 w 121046"/>
                        <a:gd name="connsiteY15" fmla="*/ 167450 h 170292"/>
                        <a:gd name="connsiteX16" fmla="*/ 111616 w 121046"/>
                        <a:gd name="connsiteY16" fmla="*/ 161830 h 170292"/>
                        <a:gd name="connsiteX17" fmla="*/ 120760 w 121046"/>
                        <a:gd name="connsiteY17" fmla="*/ 144875 h 170292"/>
                        <a:gd name="connsiteX18" fmla="*/ 121046 w 121046"/>
                        <a:gd name="connsiteY18" fmla="*/ 143732 h 170292"/>
                        <a:gd name="connsiteX19" fmla="*/ 96186 w 121046"/>
                        <a:gd name="connsiteY19" fmla="*/ 130016 h 170292"/>
                        <a:gd name="connsiteX20" fmla="*/ 77422 w 121046"/>
                        <a:gd name="connsiteY20" fmla="*/ 107918 h 170292"/>
                        <a:gd name="connsiteX21" fmla="*/ 69516 w 121046"/>
                        <a:gd name="connsiteY21" fmla="*/ 95536 h 170292"/>
                        <a:gd name="connsiteX22" fmla="*/ 62372 w 121046"/>
                        <a:gd name="connsiteY22" fmla="*/ 83439 h 170292"/>
                        <a:gd name="connsiteX23" fmla="*/ 48561 w 121046"/>
                        <a:gd name="connsiteY23" fmla="*/ 62293 h 170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21046" h="170292">
                          <a:moveTo>
                            <a:pt x="48561" y="62293"/>
                          </a:moveTo>
                          <a:cubicBezTo>
                            <a:pt x="34273" y="42577"/>
                            <a:pt x="34559" y="16954"/>
                            <a:pt x="49037" y="0"/>
                          </a:cubicBezTo>
                          <a:lnTo>
                            <a:pt x="33702" y="4572"/>
                          </a:lnTo>
                          <a:cubicBezTo>
                            <a:pt x="7985" y="11906"/>
                            <a:pt x="-7065" y="39910"/>
                            <a:pt x="3317" y="68199"/>
                          </a:cubicBezTo>
                          <a:cubicBezTo>
                            <a:pt x="7032" y="78200"/>
                            <a:pt x="11223" y="88392"/>
                            <a:pt x="15890" y="98774"/>
                          </a:cubicBezTo>
                          <a:lnTo>
                            <a:pt x="19796" y="106871"/>
                          </a:lnTo>
                          <a:lnTo>
                            <a:pt x="20748" y="108871"/>
                          </a:lnTo>
                          <a:lnTo>
                            <a:pt x="22272" y="111728"/>
                          </a:lnTo>
                          <a:lnTo>
                            <a:pt x="25606" y="117824"/>
                          </a:lnTo>
                          <a:cubicBezTo>
                            <a:pt x="27796" y="121920"/>
                            <a:pt x="30082" y="126016"/>
                            <a:pt x="32654" y="129826"/>
                          </a:cubicBezTo>
                          <a:cubicBezTo>
                            <a:pt x="35226" y="133636"/>
                            <a:pt x="37417" y="137827"/>
                            <a:pt x="40274" y="141351"/>
                          </a:cubicBezTo>
                          <a:cubicBezTo>
                            <a:pt x="44084" y="146494"/>
                            <a:pt x="48085" y="151352"/>
                            <a:pt x="52657" y="154972"/>
                          </a:cubicBezTo>
                          <a:cubicBezTo>
                            <a:pt x="56943" y="158972"/>
                            <a:pt x="61515" y="162115"/>
                            <a:pt x="66182" y="164401"/>
                          </a:cubicBezTo>
                          <a:cubicBezTo>
                            <a:pt x="70659" y="166973"/>
                            <a:pt x="75517" y="168116"/>
                            <a:pt x="79803" y="169354"/>
                          </a:cubicBezTo>
                          <a:cubicBezTo>
                            <a:pt x="84185" y="170307"/>
                            <a:pt x="88566" y="170402"/>
                            <a:pt x="92376" y="170212"/>
                          </a:cubicBezTo>
                          <a:cubicBezTo>
                            <a:pt x="96376" y="169735"/>
                            <a:pt x="99996" y="168783"/>
                            <a:pt x="103139" y="167450"/>
                          </a:cubicBezTo>
                          <a:cubicBezTo>
                            <a:pt x="106377" y="166021"/>
                            <a:pt x="109235" y="164021"/>
                            <a:pt x="111616" y="161830"/>
                          </a:cubicBezTo>
                          <a:cubicBezTo>
                            <a:pt x="116379" y="157543"/>
                            <a:pt x="119427" y="151352"/>
                            <a:pt x="120760" y="144875"/>
                          </a:cubicBezTo>
                          <a:lnTo>
                            <a:pt x="121046" y="143732"/>
                          </a:lnTo>
                          <a:cubicBezTo>
                            <a:pt x="111616" y="141542"/>
                            <a:pt x="103329" y="136303"/>
                            <a:pt x="96186" y="130016"/>
                          </a:cubicBezTo>
                          <a:cubicBezTo>
                            <a:pt x="89042" y="123634"/>
                            <a:pt x="82851" y="116014"/>
                            <a:pt x="77422" y="107918"/>
                          </a:cubicBezTo>
                          <a:cubicBezTo>
                            <a:pt x="74564" y="104013"/>
                            <a:pt x="72183" y="99727"/>
                            <a:pt x="69516" y="95536"/>
                          </a:cubicBezTo>
                          <a:cubicBezTo>
                            <a:pt x="67135" y="91535"/>
                            <a:pt x="64753" y="87535"/>
                            <a:pt x="62372" y="83439"/>
                          </a:cubicBezTo>
                          <a:cubicBezTo>
                            <a:pt x="57991" y="76200"/>
                            <a:pt x="53705" y="69247"/>
                            <a:pt x="48561" y="62293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98" name="Forme libre : forme 14897">
                      <a:extLst>
                        <a:ext uri="{FF2B5EF4-FFF2-40B4-BE49-F238E27FC236}">
                          <a16:creationId xmlns:a16="http://schemas.microsoft.com/office/drawing/2014/main" id="{1FF54E4C-1FAD-41BF-8817-44EBD0768C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4497" y="2096768"/>
                      <a:ext cx="53405" cy="69868"/>
                    </a:xfrm>
                    <a:custGeom>
                      <a:avLst/>
                      <a:gdLst>
                        <a:gd name="connsiteX0" fmla="*/ 47169 w 53405"/>
                        <a:gd name="connsiteY0" fmla="*/ 63216 h 69868"/>
                        <a:gd name="connsiteX1" fmla="*/ 28404 w 53405"/>
                        <a:gd name="connsiteY1" fmla="*/ 68645 h 69868"/>
                        <a:gd name="connsiteX2" fmla="*/ 16117 w 53405"/>
                        <a:gd name="connsiteY2" fmla="*/ 60359 h 69868"/>
                        <a:gd name="connsiteX3" fmla="*/ 5163 w 53405"/>
                        <a:gd name="connsiteY3" fmla="*/ 45119 h 69868"/>
                        <a:gd name="connsiteX4" fmla="*/ 401 w 53405"/>
                        <a:gd name="connsiteY4" fmla="*/ 30545 h 69868"/>
                        <a:gd name="connsiteX5" fmla="*/ 782 w 53405"/>
                        <a:gd name="connsiteY5" fmla="*/ 17591 h 69868"/>
                        <a:gd name="connsiteX6" fmla="*/ 13736 w 53405"/>
                        <a:gd name="connsiteY6" fmla="*/ 1304 h 69868"/>
                        <a:gd name="connsiteX7" fmla="*/ 34120 w 53405"/>
                        <a:gd name="connsiteY7" fmla="*/ 3875 h 69868"/>
                        <a:gd name="connsiteX8" fmla="*/ 43263 w 53405"/>
                        <a:gd name="connsiteY8" fmla="*/ 11210 h 69868"/>
                        <a:gd name="connsiteX9" fmla="*/ 50217 w 53405"/>
                        <a:gd name="connsiteY9" fmla="*/ 21211 h 69868"/>
                        <a:gd name="connsiteX10" fmla="*/ 53265 w 53405"/>
                        <a:gd name="connsiteY10" fmla="*/ 41023 h 69868"/>
                        <a:gd name="connsiteX11" fmla="*/ 47169 w 53405"/>
                        <a:gd name="connsiteY11" fmla="*/ 63216 h 6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3405" h="69868">
                          <a:moveTo>
                            <a:pt x="47169" y="63216"/>
                          </a:moveTo>
                          <a:cubicBezTo>
                            <a:pt x="43168" y="69217"/>
                            <a:pt x="36596" y="71503"/>
                            <a:pt x="28404" y="68645"/>
                          </a:cubicBezTo>
                          <a:cubicBezTo>
                            <a:pt x="24499" y="67026"/>
                            <a:pt x="20022" y="64454"/>
                            <a:pt x="16117" y="60359"/>
                          </a:cubicBezTo>
                          <a:cubicBezTo>
                            <a:pt x="12021" y="56358"/>
                            <a:pt x="8307" y="51119"/>
                            <a:pt x="5163" y="45119"/>
                          </a:cubicBezTo>
                          <a:cubicBezTo>
                            <a:pt x="2496" y="39880"/>
                            <a:pt x="1067" y="35213"/>
                            <a:pt x="401" y="30545"/>
                          </a:cubicBezTo>
                          <a:cubicBezTo>
                            <a:pt x="-266" y="25974"/>
                            <a:pt x="-75" y="21592"/>
                            <a:pt x="782" y="17591"/>
                          </a:cubicBezTo>
                          <a:cubicBezTo>
                            <a:pt x="2496" y="9781"/>
                            <a:pt x="7164" y="3780"/>
                            <a:pt x="13736" y="1304"/>
                          </a:cubicBezTo>
                          <a:cubicBezTo>
                            <a:pt x="20308" y="-1268"/>
                            <a:pt x="27547" y="161"/>
                            <a:pt x="34120" y="3875"/>
                          </a:cubicBezTo>
                          <a:cubicBezTo>
                            <a:pt x="37358" y="5781"/>
                            <a:pt x="40501" y="8257"/>
                            <a:pt x="43263" y="11210"/>
                          </a:cubicBezTo>
                          <a:cubicBezTo>
                            <a:pt x="45930" y="14162"/>
                            <a:pt x="48597" y="17687"/>
                            <a:pt x="50217" y="21211"/>
                          </a:cubicBezTo>
                          <a:cubicBezTo>
                            <a:pt x="53074" y="26831"/>
                            <a:pt x="53741" y="33308"/>
                            <a:pt x="53265" y="41023"/>
                          </a:cubicBezTo>
                          <a:cubicBezTo>
                            <a:pt x="52788" y="48357"/>
                            <a:pt x="51169" y="57215"/>
                            <a:pt x="47169" y="6321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99" name="Forme libre : forme 14898">
                      <a:extLst>
                        <a:ext uri="{FF2B5EF4-FFF2-40B4-BE49-F238E27FC236}">
                          <a16:creationId xmlns:a16="http://schemas.microsoft.com/office/drawing/2014/main" id="{26F4FA3E-2321-4DB5-84AE-0D088F2F91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4373" y="2096765"/>
                      <a:ext cx="38910" cy="62361"/>
                    </a:xfrm>
                    <a:custGeom>
                      <a:avLst/>
                      <a:gdLst>
                        <a:gd name="connsiteX0" fmla="*/ 38911 w 38910"/>
                        <a:gd name="connsiteY0" fmla="*/ 7116 h 62361"/>
                        <a:gd name="connsiteX1" fmla="*/ 13765 w 38910"/>
                        <a:gd name="connsiteY1" fmla="*/ 1306 h 62361"/>
                        <a:gd name="connsiteX2" fmla="*/ 811 w 38910"/>
                        <a:gd name="connsiteY2" fmla="*/ 17594 h 62361"/>
                        <a:gd name="connsiteX3" fmla="*/ 430 w 38910"/>
                        <a:gd name="connsiteY3" fmla="*/ 30548 h 62361"/>
                        <a:gd name="connsiteX4" fmla="*/ 5192 w 38910"/>
                        <a:gd name="connsiteY4" fmla="*/ 45121 h 62361"/>
                        <a:gd name="connsiteX5" fmla="*/ 18242 w 38910"/>
                        <a:gd name="connsiteY5" fmla="*/ 62361 h 62361"/>
                        <a:gd name="connsiteX6" fmla="*/ 13669 w 38910"/>
                        <a:gd name="connsiteY6" fmla="*/ 51312 h 62361"/>
                        <a:gd name="connsiteX7" fmla="*/ 19194 w 38910"/>
                        <a:gd name="connsiteY7" fmla="*/ 23404 h 62361"/>
                        <a:gd name="connsiteX8" fmla="*/ 38911 w 38910"/>
                        <a:gd name="connsiteY8" fmla="*/ 7116 h 62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910" h="62361">
                          <a:moveTo>
                            <a:pt x="38911" y="7116"/>
                          </a:moveTo>
                          <a:cubicBezTo>
                            <a:pt x="31291" y="925"/>
                            <a:pt x="21956" y="-1837"/>
                            <a:pt x="13765" y="1306"/>
                          </a:cubicBezTo>
                          <a:cubicBezTo>
                            <a:pt x="7192" y="3782"/>
                            <a:pt x="2525" y="9783"/>
                            <a:pt x="811" y="17594"/>
                          </a:cubicBezTo>
                          <a:cubicBezTo>
                            <a:pt x="-142" y="21499"/>
                            <a:pt x="-237" y="25880"/>
                            <a:pt x="430" y="30548"/>
                          </a:cubicBezTo>
                          <a:cubicBezTo>
                            <a:pt x="1096" y="35215"/>
                            <a:pt x="2525" y="39882"/>
                            <a:pt x="5192" y="45121"/>
                          </a:cubicBezTo>
                          <a:cubicBezTo>
                            <a:pt x="8812" y="52169"/>
                            <a:pt x="13479" y="58075"/>
                            <a:pt x="18242" y="62361"/>
                          </a:cubicBezTo>
                          <a:cubicBezTo>
                            <a:pt x="16241" y="58837"/>
                            <a:pt x="14527" y="55217"/>
                            <a:pt x="13669" y="51312"/>
                          </a:cubicBezTo>
                          <a:cubicBezTo>
                            <a:pt x="11669" y="39596"/>
                            <a:pt x="14527" y="31024"/>
                            <a:pt x="19194" y="23404"/>
                          </a:cubicBezTo>
                          <a:cubicBezTo>
                            <a:pt x="23956" y="15784"/>
                            <a:pt x="30815" y="9974"/>
                            <a:pt x="38911" y="711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00" name="Forme libre : forme 14899">
                      <a:extLst>
                        <a:ext uri="{FF2B5EF4-FFF2-40B4-BE49-F238E27FC236}">
                          <a16:creationId xmlns:a16="http://schemas.microsoft.com/office/drawing/2014/main" id="{5B89A63E-3235-46F5-BB41-154FA932AF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0800" y="2102051"/>
                      <a:ext cx="54865" cy="72492"/>
                    </a:xfrm>
                    <a:custGeom>
                      <a:avLst/>
                      <a:gdLst>
                        <a:gd name="connsiteX0" fmla="*/ 50199 w 54865"/>
                        <a:gd name="connsiteY0" fmla="*/ 65553 h 72492"/>
                        <a:gd name="connsiteX1" fmla="*/ 31244 w 54865"/>
                        <a:gd name="connsiteY1" fmla="*/ 71267 h 72492"/>
                        <a:gd name="connsiteX2" fmla="*/ 18100 w 54865"/>
                        <a:gd name="connsiteY2" fmla="*/ 62981 h 72492"/>
                        <a:gd name="connsiteX3" fmla="*/ 6289 w 54865"/>
                        <a:gd name="connsiteY3" fmla="*/ 47074 h 72492"/>
                        <a:gd name="connsiteX4" fmla="*/ 479 w 54865"/>
                        <a:gd name="connsiteY4" fmla="*/ 31072 h 72492"/>
                        <a:gd name="connsiteX5" fmla="*/ 669 w 54865"/>
                        <a:gd name="connsiteY5" fmla="*/ 17928 h 72492"/>
                        <a:gd name="connsiteX6" fmla="*/ 13432 w 54865"/>
                        <a:gd name="connsiteY6" fmla="*/ 1354 h 72492"/>
                        <a:gd name="connsiteX7" fmla="*/ 33911 w 54865"/>
                        <a:gd name="connsiteY7" fmla="*/ 3830 h 72492"/>
                        <a:gd name="connsiteX8" fmla="*/ 43150 w 54865"/>
                        <a:gd name="connsiteY8" fmla="*/ 11260 h 72492"/>
                        <a:gd name="connsiteX9" fmla="*/ 50199 w 54865"/>
                        <a:gd name="connsiteY9" fmla="*/ 20785 h 72492"/>
                        <a:gd name="connsiteX10" fmla="*/ 54866 w 54865"/>
                        <a:gd name="connsiteY10" fmla="*/ 42407 h 72492"/>
                        <a:gd name="connsiteX11" fmla="*/ 50199 w 54865"/>
                        <a:gd name="connsiteY11" fmla="*/ 65553 h 72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4865" h="72492">
                          <a:moveTo>
                            <a:pt x="50199" y="65553"/>
                          </a:moveTo>
                          <a:cubicBezTo>
                            <a:pt x="46579" y="71649"/>
                            <a:pt x="39626" y="74220"/>
                            <a:pt x="31244" y="71267"/>
                          </a:cubicBezTo>
                          <a:cubicBezTo>
                            <a:pt x="26958" y="69934"/>
                            <a:pt x="22576" y="66981"/>
                            <a:pt x="18100" y="62981"/>
                          </a:cubicBezTo>
                          <a:cubicBezTo>
                            <a:pt x="13909" y="58790"/>
                            <a:pt x="9527" y="53456"/>
                            <a:pt x="6289" y="47074"/>
                          </a:cubicBezTo>
                          <a:cubicBezTo>
                            <a:pt x="2383" y="40216"/>
                            <a:pt x="1431" y="36025"/>
                            <a:pt x="479" y="31072"/>
                          </a:cubicBezTo>
                          <a:cubicBezTo>
                            <a:pt x="-188" y="26405"/>
                            <a:pt x="-188" y="21928"/>
                            <a:pt x="669" y="17928"/>
                          </a:cubicBezTo>
                          <a:cubicBezTo>
                            <a:pt x="2383" y="9926"/>
                            <a:pt x="6765" y="3926"/>
                            <a:pt x="13432" y="1354"/>
                          </a:cubicBezTo>
                          <a:cubicBezTo>
                            <a:pt x="20005" y="-1218"/>
                            <a:pt x="27339" y="20"/>
                            <a:pt x="33911" y="3830"/>
                          </a:cubicBezTo>
                          <a:cubicBezTo>
                            <a:pt x="37245" y="5735"/>
                            <a:pt x="40388" y="8212"/>
                            <a:pt x="43150" y="11260"/>
                          </a:cubicBezTo>
                          <a:cubicBezTo>
                            <a:pt x="46008" y="14022"/>
                            <a:pt x="48580" y="18023"/>
                            <a:pt x="50199" y="20785"/>
                          </a:cubicBezTo>
                          <a:cubicBezTo>
                            <a:pt x="53532" y="26976"/>
                            <a:pt x="54581" y="34310"/>
                            <a:pt x="54866" y="42407"/>
                          </a:cubicBezTo>
                          <a:cubicBezTo>
                            <a:pt x="54771" y="50598"/>
                            <a:pt x="53914" y="59456"/>
                            <a:pt x="50199" y="6555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01" name="Forme libre : forme 14900">
                      <a:extLst>
                        <a:ext uri="{FF2B5EF4-FFF2-40B4-BE49-F238E27FC236}">
                          <a16:creationId xmlns:a16="http://schemas.microsoft.com/office/drawing/2014/main" id="{55C4DBB2-B607-4C82-A906-D14AFB771E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81088" y="2062474"/>
                      <a:ext cx="80646" cy="113133"/>
                    </a:xfrm>
                    <a:custGeom>
                      <a:avLst/>
                      <a:gdLst>
                        <a:gd name="connsiteX0" fmla="*/ 34096 w 80646"/>
                        <a:gd name="connsiteY0" fmla="*/ 9022 h 113133"/>
                        <a:gd name="connsiteX1" fmla="*/ 12378 w 80646"/>
                        <a:gd name="connsiteY1" fmla="*/ 18643 h 113133"/>
                        <a:gd name="connsiteX2" fmla="*/ 1330 w 80646"/>
                        <a:gd name="connsiteY2" fmla="*/ 62743 h 113133"/>
                        <a:gd name="connsiteX3" fmla="*/ 25809 w 80646"/>
                        <a:gd name="connsiteY3" fmla="*/ 105320 h 113133"/>
                        <a:gd name="connsiteX4" fmla="*/ 42763 w 80646"/>
                        <a:gd name="connsiteY4" fmla="*/ 113131 h 113133"/>
                        <a:gd name="connsiteX5" fmla="*/ 53527 w 80646"/>
                        <a:gd name="connsiteY5" fmla="*/ 105606 h 113133"/>
                        <a:gd name="connsiteX6" fmla="*/ 53908 w 80646"/>
                        <a:gd name="connsiteY6" fmla="*/ 84270 h 113133"/>
                        <a:gd name="connsiteX7" fmla="*/ 56765 w 80646"/>
                        <a:gd name="connsiteY7" fmla="*/ 62077 h 113133"/>
                        <a:gd name="connsiteX8" fmla="*/ 65052 w 80646"/>
                        <a:gd name="connsiteY8" fmla="*/ 43503 h 113133"/>
                        <a:gd name="connsiteX9" fmla="*/ 77530 w 80646"/>
                        <a:gd name="connsiteY9" fmla="*/ 3879 h 113133"/>
                        <a:gd name="connsiteX10" fmla="*/ 34096 w 80646"/>
                        <a:gd name="connsiteY10" fmla="*/ 9022 h 113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0646" h="113133">
                          <a:moveTo>
                            <a:pt x="34096" y="9022"/>
                          </a:moveTo>
                          <a:cubicBezTo>
                            <a:pt x="26476" y="11308"/>
                            <a:pt x="18570" y="13595"/>
                            <a:pt x="12378" y="18643"/>
                          </a:cubicBezTo>
                          <a:cubicBezTo>
                            <a:pt x="663" y="28263"/>
                            <a:pt x="-2004" y="46075"/>
                            <a:pt x="1330" y="62743"/>
                          </a:cubicBezTo>
                          <a:cubicBezTo>
                            <a:pt x="4378" y="77031"/>
                            <a:pt x="9236" y="88937"/>
                            <a:pt x="25809" y="105320"/>
                          </a:cubicBezTo>
                          <a:cubicBezTo>
                            <a:pt x="31334" y="110178"/>
                            <a:pt x="37525" y="113131"/>
                            <a:pt x="42763" y="113131"/>
                          </a:cubicBezTo>
                          <a:cubicBezTo>
                            <a:pt x="47907" y="113226"/>
                            <a:pt x="51812" y="110749"/>
                            <a:pt x="53527" y="105606"/>
                          </a:cubicBezTo>
                          <a:cubicBezTo>
                            <a:pt x="55527" y="99320"/>
                            <a:pt x="54193" y="91318"/>
                            <a:pt x="53908" y="84270"/>
                          </a:cubicBezTo>
                          <a:cubicBezTo>
                            <a:pt x="53527" y="75888"/>
                            <a:pt x="54479" y="68458"/>
                            <a:pt x="56765" y="62077"/>
                          </a:cubicBezTo>
                          <a:cubicBezTo>
                            <a:pt x="58766" y="55504"/>
                            <a:pt x="61718" y="49313"/>
                            <a:pt x="65052" y="43503"/>
                          </a:cubicBezTo>
                          <a:cubicBezTo>
                            <a:pt x="70767" y="33311"/>
                            <a:pt x="87531" y="14547"/>
                            <a:pt x="77530" y="3879"/>
                          </a:cubicBezTo>
                          <a:cubicBezTo>
                            <a:pt x="68386" y="-6027"/>
                            <a:pt x="44764" y="5784"/>
                            <a:pt x="34096" y="902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02" name="Forme libre : forme 14901">
                      <a:extLst>
                        <a:ext uri="{FF2B5EF4-FFF2-40B4-BE49-F238E27FC236}">
                          <a16:creationId xmlns:a16="http://schemas.microsoft.com/office/drawing/2014/main" id="{FA6AC5E6-AFDF-4867-8CAD-6114D5628A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8021" y="2076898"/>
                      <a:ext cx="30640" cy="21572"/>
                    </a:xfrm>
                    <a:custGeom>
                      <a:avLst/>
                      <a:gdLst>
                        <a:gd name="connsiteX0" fmla="*/ 9262 w 30640"/>
                        <a:gd name="connsiteY0" fmla="*/ 218 h 21572"/>
                        <a:gd name="connsiteX1" fmla="*/ 3642 w 30640"/>
                        <a:gd name="connsiteY1" fmla="*/ 504 h 21572"/>
                        <a:gd name="connsiteX2" fmla="*/ 23 w 30640"/>
                        <a:gd name="connsiteY2" fmla="*/ 4504 h 21572"/>
                        <a:gd name="connsiteX3" fmla="*/ 1927 w 30640"/>
                        <a:gd name="connsiteY3" fmla="*/ 9076 h 21572"/>
                        <a:gd name="connsiteX4" fmla="*/ 10976 w 30640"/>
                        <a:gd name="connsiteY4" fmla="*/ 18220 h 21572"/>
                        <a:gd name="connsiteX5" fmla="*/ 15548 w 30640"/>
                        <a:gd name="connsiteY5" fmla="*/ 20887 h 21572"/>
                        <a:gd name="connsiteX6" fmla="*/ 29455 w 30640"/>
                        <a:gd name="connsiteY6" fmla="*/ 11553 h 21572"/>
                        <a:gd name="connsiteX7" fmla="*/ 9262 w 30640"/>
                        <a:gd name="connsiteY7" fmla="*/ 218 h 21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640" h="21572">
                          <a:moveTo>
                            <a:pt x="9262" y="218"/>
                          </a:moveTo>
                          <a:cubicBezTo>
                            <a:pt x="7356" y="-68"/>
                            <a:pt x="5357" y="-163"/>
                            <a:pt x="3642" y="504"/>
                          </a:cubicBezTo>
                          <a:cubicBezTo>
                            <a:pt x="1832" y="1170"/>
                            <a:pt x="213" y="2694"/>
                            <a:pt x="23" y="4504"/>
                          </a:cubicBezTo>
                          <a:cubicBezTo>
                            <a:pt x="-168" y="6219"/>
                            <a:pt x="880" y="7743"/>
                            <a:pt x="1927" y="9076"/>
                          </a:cubicBezTo>
                          <a:cubicBezTo>
                            <a:pt x="4499" y="12505"/>
                            <a:pt x="7643" y="15553"/>
                            <a:pt x="10976" y="18220"/>
                          </a:cubicBezTo>
                          <a:cubicBezTo>
                            <a:pt x="12405" y="19268"/>
                            <a:pt x="13833" y="20316"/>
                            <a:pt x="15548" y="20887"/>
                          </a:cubicBezTo>
                          <a:cubicBezTo>
                            <a:pt x="22692" y="23269"/>
                            <a:pt x="34408" y="19268"/>
                            <a:pt x="29455" y="11553"/>
                          </a:cubicBezTo>
                          <a:cubicBezTo>
                            <a:pt x="25835" y="5457"/>
                            <a:pt x="16881" y="1361"/>
                            <a:pt x="9262" y="21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03" name="Forme libre : forme 14902">
                      <a:extLst>
                        <a:ext uri="{FF2B5EF4-FFF2-40B4-BE49-F238E27FC236}">
                          <a16:creationId xmlns:a16="http://schemas.microsoft.com/office/drawing/2014/main" id="{C2F55742-DD2F-433C-80EC-56939B0041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7088" y="2186844"/>
                      <a:ext cx="73247" cy="24233"/>
                    </a:xfrm>
                    <a:custGeom>
                      <a:avLst/>
                      <a:gdLst>
                        <a:gd name="connsiteX0" fmla="*/ 73247 w 73247"/>
                        <a:gd name="connsiteY0" fmla="*/ 0 h 24233"/>
                        <a:gd name="connsiteX1" fmla="*/ 71151 w 73247"/>
                        <a:gd name="connsiteY1" fmla="*/ 5906 h 24233"/>
                        <a:gd name="connsiteX2" fmla="*/ 61817 w 73247"/>
                        <a:gd name="connsiteY2" fmla="*/ 17907 h 24233"/>
                        <a:gd name="connsiteX3" fmla="*/ 52482 w 73247"/>
                        <a:gd name="connsiteY3" fmla="*/ 22765 h 24233"/>
                        <a:gd name="connsiteX4" fmla="*/ 39052 w 73247"/>
                        <a:gd name="connsiteY4" fmla="*/ 24098 h 24233"/>
                        <a:gd name="connsiteX5" fmla="*/ 0 w 73247"/>
                        <a:gd name="connsiteY5" fmla="*/ 3238 h 24233"/>
                        <a:gd name="connsiteX6" fmla="*/ 8001 w 73247"/>
                        <a:gd name="connsiteY6" fmla="*/ 9620 h 24233"/>
                        <a:gd name="connsiteX7" fmla="*/ 28575 w 73247"/>
                        <a:gd name="connsiteY7" fmla="*/ 18764 h 24233"/>
                        <a:gd name="connsiteX8" fmla="*/ 53625 w 73247"/>
                        <a:gd name="connsiteY8" fmla="*/ 17621 h 24233"/>
                        <a:gd name="connsiteX9" fmla="*/ 73247 w 73247"/>
                        <a:gd name="connsiteY9" fmla="*/ 0 h 24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3247" h="24233">
                          <a:moveTo>
                            <a:pt x="73247" y="0"/>
                          </a:moveTo>
                          <a:cubicBezTo>
                            <a:pt x="73247" y="0"/>
                            <a:pt x="72771" y="2477"/>
                            <a:pt x="71151" y="5906"/>
                          </a:cubicBezTo>
                          <a:cubicBezTo>
                            <a:pt x="69532" y="9335"/>
                            <a:pt x="66770" y="14192"/>
                            <a:pt x="61817" y="17907"/>
                          </a:cubicBezTo>
                          <a:cubicBezTo>
                            <a:pt x="59341" y="19812"/>
                            <a:pt x="56292" y="21527"/>
                            <a:pt x="52482" y="22765"/>
                          </a:cubicBezTo>
                          <a:cubicBezTo>
                            <a:pt x="48863" y="23717"/>
                            <a:pt x="44291" y="24575"/>
                            <a:pt x="39052" y="24098"/>
                          </a:cubicBezTo>
                          <a:cubicBezTo>
                            <a:pt x="28575" y="23336"/>
                            <a:pt x="14859" y="18002"/>
                            <a:pt x="0" y="3238"/>
                          </a:cubicBezTo>
                          <a:cubicBezTo>
                            <a:pt x="0" y="3238"/>
                            <a:pt x="2953" y="6001"/>
                            <a:pt x="8001" y="9620"/>
                          </a:cubicBezTo>
                          <a:cubicBezTo>
                            <a:pt x="13239" y="12859"/>
                            <a:pt x="20383" y="16954"/>
                            <a:pt x="28575" y="18764"/>
                          </a:cubicBezTo>
                          <a:cubicBezTo>
                            <a:pt x="36766" y="20669"/>
                            <a:pt x="45720" y="20574"/>
                            <a:pt x="53625" y="17621"/>
                          </a:cubicBezTo>
                          <a:cubicBezTo>
                            <a:pt x="61722" y="14573"/>
                            <a:pt x="68485" y="8763"/>
                            <a:pt x="7324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04" name="Forme libre : forme 14903">
                      <a:extLst>
                        <a:ext uri="{FF2B5EF4-FFF2-40B4-BE49-F238E27FC236}">
                          <a16:creationId xmlns:a16="http://schemas.microsoft.com/office/drawing/2014/main" id="{C78F2F8C-6861-4900-9573-E3BB4BFCB0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29471" y="2045596"/>
                      <a:ext cx="60578" cy="28091"/>
                    </a:xfrm>
                    <a:custGeom>
                      <a:avLst/>
                      <a:gdLst>
                        <a:gd name="connsiteX0" fmla="*/ 60579 w 60578"/>
                        <a:gd name="connsiteY0" fmla="*/ 28092 h 28091"/>
                        <a:gd name="connsiteX1" fmla="*/ 47625 w 60578"/>
                        <a:gd name="connsiteY1" fmla="*/ 11899 h 28091"/>
                        <a:gd name="connsiteX2" fmla="*/ 0 w 60578"/>
                        <a:gd name="connsiteY2" fmla="*/ 1326 h 28091"/>
                        <a:gd name="connsiteX3" fmla="*/ 23336 w 60578"/>
                        <a:gd name="connsiteY3" fmla="*/ 3612 h 28091"/>
                        <a:gd name="connsiteX4" fmla="*/ 60579 w 60578"/>
                        <a:gd name="connsiteY4" fmla="*/ 28092 h 28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78" h="28091">
                          <a:moveTo>
                            <a:pt x="60579" y="28092"/>
                          </a:moveTo>
                          <a:cubicBezTo>
                            <a:pt x="60579" y="28092"/>
                            <a:pt x="56864" y="19709"/>
                            <a:pt x="47625" y="11899"/>
                          </a:cubicBezTo>
                          <a:cubicBezTo>
                            <a:pt x="38291" y="4184"/>
                            <a:pt x="23336" y="-3055"/>
                            <a:pt x="0" y="1326"/>
                          </a:cubicBezTo>
                          <a:cubicBezTo>
                            <a:pt x="0" y="1326"/>
                            <a:pt x="10477" y="469"/>
                            <a:pt x="23336" y="3612"/>
                          </a:cubicBezTo>
                          <a:cubicBezTo>
                            <a:pt x="36100" y="6660"/>
                            <a:pt x="51054" y="13804"/>
                            <a:pt x="60579" y="280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05" name="Forme libre : forme 14904">
                      <a:extLst>
                        <a:ext uri="{FF2B5EF4-FFF2-40B4-BE49-F238E27FC236}">
                          <a16:creationId xmlns:a16="http://schemas.microsoft.com/office/drawing/2014/main" id="{1028F0AD-D193-410D-8F52-588870B41F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47051" y="2117723"/>
                      <a:ext cx="15548" cy="25485"/>
                    </a:xfrm>
                    <a:custGeom>
                      <a:avLst/>
                      <a:gdLst>
                        <a:gd name="connsiteX0" fmla="*/ 10328 w 15548"/>
                        <a:gd name="connsiteY0" fmla="*/ 25021 h 25485"/>
                        <a:gd name="connsiteX1" fmla="*/ 231 w 15548"/>
                        <a:gd name="connsiteY1" fmla="*/ 14353 h 25485"/>
                        <a:gd name="connsiteX2" fmla="*/ 6708 w 15548"/>
                        <a:gd name="connsiteY2" fmla="*/ 65 h 25485"/>
                        <a:gd name="connsiteX3" fmla="*/ 12709 w 15548"/>
                        <a:gd name="connsiteY3" fmla="*/ 2732 h 25485"/>
                        <a:gd name="connsiteX4" fmla="*/ 15471 w 15548"/>
                        <a:gd name="connsiteY4" fmla="*/ 9686 h 25485"/>
                        <a:gd name="connsiteX5" fmla="*/ 10328 w 15548"/>
                        <a:gd name="connsiteY5" fmla="*/ 25021 h 25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548" h="25485">
                          <a:moveTo>
                            <a:pt x="10328" y="25021"/>
                          </a:moveTo>
                          <a:cubicBezTo>
                            <a:pt x="6423" y="27116"/>
                            <a:pt x="1374" y="21878"/>
                            <a:pt x="231" y="14353"/>
                          </a:cubicBezTo>
                          <a:cubicBezTo>
                            <a:pt x="-912" y="7019"/>
                            <a:pt x="2327" y="732"/>
                            <a:pt x="6708" y="65"/>
                          </a:cubicBezTo>
                          <a:cubicBezTo>
                            <a:pt x="8899" y="-315"/>
                            <a:pt x="11090" y="1018"/>
                            <a:pt x="12709" y="2732"/>
                          </a:cubicBezTo>
                          <a:cubicBezTo>
                            <a:pt x="14233" y="4256"/>
                            <a:pt x="15090" y="6638"/>
                            <a:pt x="15471" y="9686"/>
                          </a:cubicBezTo>
                          <a:cubicBezTo>
                            <a:pt x="15948" y="15686"/>
                            <a:pt x="14233" y="23021"/>
                            <a:pt x="10328" y="2502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06" name="Forme libre : forme 14905">
                      <a:extLst>
                        <a:ext uri="{FF2B5EF4-FFF2-40B4-BE49-F238E27FC236}">
                          <a16:creationId xmlns:a16="http://schemas.microsoft.com/office/drawing/2014/main" id="{A7E55BFB-8A75-4421-9C26-5085B6158B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55746" y="2137659"/>
                      <a:ext cx="6468" cy="7549"/>
                    </a:xfrm>
                    <a:custGeom>
                      <a:avLst/>
                      <a:gdLst>
                        <a:gd name="connsiteX0" fmla="*/ 5062 w 6468"/>
                        <a:gd name="connsiteY0" fmla="*/ 6418 h 7549"/>
                        <a:gd name="connsiteX1" fmla="*/ 586 w 6468"/>
                        <a:gd name="connsiteY1" fmla="*/ 6323 h 7549"/>
                        <a:gd name="connsiteX2" fmla="*/ 1538 w 6468"/>
                        <a:gd name="connsiteY2" fmla="*/ 989 h 7549"/>
                        <a:gd name="connsiteX3" fmla="*/ 6015 w 6468"/>
                        <a:gd name="connsiteY3" fmla="*/ 1084 h 7549"/>
                        <a:gd name="connsiteX4" fmla="*/ 5062 w 6468"/>
                        <a:gd name="connsiteY4" fmla="*/ 6418 h 7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68" h="7549">
                          <a:moveTo>
                            <a:pt x="5062" y="6418"/>
                          </a:moveTo>
                          <a:cubicBezTo>
                            <a:pt x="3634" y="7942"/>
                            <a:pt x="1634" y="7942"/>
                            <a:pt x="586" y="6323"/>
                          </a:cubicBezTo>
                          <a:cubicBezTo>
                            <a:pt x="-462" y="4703"/>
                            <a:pt x="-81" y="2322"/>
                            <a:pt x="1538" y="989"/>
                          </a:cubicBezTo>
                          <a:cubicBezTo>
                            <a:pt x="3063" y="-345"/>
                            <a:pt x="5062" y="-345"/>
                            <a:pt x="6015" y="1084"/>
                          </a:cubicBezTo>
                          <a:cubicBezTo>
                            <a:pt x="6872" y="2417"/>
                            <a:pt x="6491" y="4798"/>
                            <a:pt x="5062" y="64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07" name="Forme libre : forme 14906">
                      <a:extLst>
                        <a:ext uri="{FF2B5EF4-FFF2-40B4-BE49-F238E27FC236}">
                          <a16:creationId xmlns:a16="http://schemas.microsoft.com/office/drawing/2014/main" id="{99AB7AFA-3F58-40ED-B0FD-877ADE4ADA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7175" y="2100998"/>
                      <a:ext cx="29358" cy="74698"/>
                    </a:xfrm>
                    <a:custGeom>
                      <a:avLst/>
                      <a:gdLst>
                        <a:gd name="connsiteX0" fmla="*/ 22112 w 29358"/>
                        <a:gd name="connsiteY0" fmla="*/ 31173 h 74698"/>
                        <a:gd name="connsiteX1" fmla="*/ 11540 w 29358"/>
                        <a:gd name="connsiteY1" fmla="*/ 67749 h 74698"/>
                        <a:gd name="connsiteX2" fmla="*/ 3539 w 29358"/>
                        <a:gd name="connsiteY2" fmla="*/ 74226 h 74698"/>
                        <a:gd name="connsiteX3" fmla="*/ 205 w 29358"/>
                        <a:gd name="connsiteY3" fmla="*/ 63081 h 74698"/>
                        <a:gd name="connsiteX4" fmla="*/ 10111 w 29358"/>
                        <a:gd name="connsiteY4" fmla="*/ 27363 h 74698"/>
                        <a:gd name="connsiteX5" fmla="*/ 12111 w 29358"/>
                        <a:gd name="connsiteY5" fmla="*/ 12218 h 74698"/>
                        <a:gd name="connsiteX6" fmla="*/ 15445 w 29358"/>
                        <a:gd name="connsiteY6" fmla="*/ 4407 h 74698"/>
                        <a:gd name="connsiteX7" fmla="*/ 21541 w 29358"/>
                        <a:gd name="connsiteY7" fmla="*/ 26 h 74698"/>
                        <a:gd name="connsiteX8" fmla="*/ 27828 w 29358"/>
                        <a:gd name="connsiteY8" fmla="*/ 1359 h 74698"/>
                        <a:gd name="connsiteX9" fmla="*/ 29351 w 29358"/>
                        <a:gd name="connsiteY9" fmla="*/ 2407 h 74698"/>
                        <a:gd name="connsiteX10" fmla="*/ 27828 w 29358"/>
                        <a:gd name="connsiteY10" fmla="*/ 9456 h 74698"/>
                        <a:gd name="connsiteX11" fmla="*/ 22112 w 29358"/>
                        <a:gd name="connsiteY11" fmla="*/ 31173 h 746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9358" h="74698">
                          <a:moveTo>
                            <a:pt x="22112" y="31173"/>
                          </a:moveTo>
                          <a:cubicBezTo>
                            <a:pt x="19255" y="43079"/>
                            <a:pt x="16112" y="55938"/>
                            <a:pt x="11540" y="67749"/>
                          </a:cubicBezTo>
                          <a:cubicBezTo>
                            <a:pt x="10016" y="71940"/>
                            <a:pt x="7159" y="76131"/>
                            <a:pt x="3539" y="74226"/>
                          </a:cubicBezTo>
                          <a:cubicBezTo>
                            <a:pt x="110" y="72511"/>
                            <a:pt x="-367" y="67082"/>
                            <a:pt x="205" y="63081"/>
                          </a:cubicBezTo>
                          <a:cubicBezTo>
                            <a:pt x="2301" y="50032"/>
                            <a:pt x="8111" y="37173"/>
                            <a:pt x="10111" y="27363"/>
                          </a:cubicBezTo>
                          <a:cubicBezTo>
                            <a:pt x="10683" y="24315"/>
                            <a:pt x="10301" y="17457"/>
                            <a:pt x="12111" y="12218"/>
                          </a:cubicBezTo>
                          <a:cubicBezTo>
                            <a:pt x="12969" y="9551"/>
                            <a:pt x="14397" y="7551"/>
                            <a:pt x="15445" y="4407"/>
                          </a:cubicBezTo>
                          <a:cubicBezTo>
                            <a:pt x="16778" y="1740"/>
                            <a:pt x="18683" y="121"/>
                            <a:pt x="21541" y="26"/>
                          </a:cubicBezTo>
                          <a:cubicBezTo>
                            <a:pt x="24303" y="-260"/>
                            <a:pt x="27161" y="1931"/>
                            <a:pt x="27828" y="1359"/>
                          </a:cubicBezTo>
                          <a:cubicBezTo>
                            <a:pt x="28875" y="1359"/>
                            <a:pt x="29256" y="1740"/>
                            <a:pt x="29351" y="2407"/>
                          </a:cubicBezTo>
                          <a:cubicBezTo>
                            <a:pt x="29447" y="3741"/>
                            <a:pt x="28590" y="6789"/>
                            <a:pt x="27828" y="9456"/>
                          </a:cubicBezTo>
                          <a:cubicBezTo>
                            <a:pt x="26303" y="14218"/>
                            <a:pt x="24113" y="22314"/>
                            <a:pt x="22112" y="3117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58" name="Graphique 1">
                    <a:extLst>
                      <a:ext uri="{FF2B5EF4-FFF2-40B4-BE49-F238E27FC236}">
                        <a16:creationId xmlns:a16="http://schemas.microsoft.com/office/drawing/2014/main" id="{0BB94A1B-5844-4BFC-8E9B-C0ABC39C8802}"/>
                      </a:ext>
                    </a:extLst>
                  </p:cNvPr>
                  <p:cNvGrpSpPr/>
                  <p:nvPr/>
                </p:nvGrpSpPr>
                <p:grpSpPr>
                  <a:xfrm>
                    <a:off x="7983262" y="2066984"/>
                    <a:ext cx="151746" cy="171432"/>
                    <a:chOff x="7983262" y="2066984"/>
                    <a:chExt cx="151746" cy="171432"/>
                  </a:xfrm>
                  <a:solidFill>
                    <a:schemeClr val="accent1"/>
                  </a:solidFill>
                </p:grpSpPr>
                <p:sp>
                  <p:nvSpPr>
                    <p:cNvPr id="14884" name="Forme libre : forme 14883">
                      <a:extLst>
                        <a:ext uri="{FF2B5EF4-FFF2-40B4-BE49-F238E27FC236}">
                          <a16:creationId xmlns:a16="http://schemas.microsoft.com/office/drawing/2014/main" id="{968A6A9E-5BED-43E9-B29D-6757E70891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3262" y="2066984"/>
                      <a:ext cx="151556" cy="171340"/>
                    </a:xfrm>
                    <a:custGeom>
                      <a:avLst/>
                      <a:gdLst>
                        <a:gd name="connsiteX0" fmla="*/ 141472 w 151556"/>
                        <a:gd name="connsiteY0" fmla="*/ 96524 h 171340"/>
                        <a:gd name="connsiteX1" fmla="*/ 130232 w 151556"/>
                        <a:gd name="connsiteY1" fmla="*/ 110812 h 171340"/>
                        <a:gd name="connsiteX2" fmla="*/ 124422 w 151556"/>
                        <a:gd name="connsiteY2" fmla="*/ 118051 h 171340"/>
                        <a:gd name="connsiteX3" fmla="*/ 121279 w 151556"/>
                        <a:gd name="connsiteY3" fmla="*/ 121765 h 171340"/>
                        <a:gd name="connsiteX4" fmla="*/ 116326 w 151556"/>
                        <a:gd name="connsiteY4" fmla="*/ 126623 h 171340"/>
                        <a:gd name="connsiteX5" fmla="*/ 96609 w 151556"/>
                        <a:gd name="connsiteY5" fmla="*/ 146054 h 171340"/>
                        <a:gd name="connsiteX6" fmla="*/ 86036 w 151556"/>
                        <a:gd name="connsiteY6" fmla="*/ 154436 h 171340"/>
                        <a:gd name="connsiteX7" fmla="*/ 74892 w 151556"/>
                        <a:gd name="connsiteY7" fmla="*/ 161866 h 171340"/>
                        <a:gd name="connsiteX8" fmla="*/ 58604 w 151556"/>
                        <a:gd name="connsiteY8" fmla="*/ 168819 h 171340"/>
                        <a:gd name="connsiteX9" fmla="*/ 42793 w 151556"/>
                        <a:gd name="connsiteY9" fmla="*/ 171295 h 171340"/>
                        <a:gd name="connsiteX10" fmla="*/ 28505 w 151556"/>
                        <a:gd name="connsiteY10" fmla="*/ 169486 h 171340"/>
                        <a:gd name="connsiteX11" fmla="*/ 16599 w 151556"/>
                        <a:gd name="connsiteY11" fmla="*/ 164152 h 171340"/>
                        <a:gd name="connsiteX12" fmla="*/ 2216 w 151556"/>
                        <a:gd name="connsiteY12" fmla="*/ 147197 h 171340"/>
                        <a:gd name="connsiteX13" fmla="*/ 787 w 151556"/>
                        <a:gd name="connsiteY13" fmla="*/ 127099 h 171340"/>
                        <a:gd name="connsiteX14" fmla="*/ 9169 w 151556"/>
                        <a:gd name="connsiteY14" fmla="*/ 87094 h 171340"/>
                        <a:gd name="connsiteX15" fmla="*/ 15361 w 151556"/>
                        <a:gd name="connsiteY15" fmla="*/ 65377 h 171340"/>
                        <a:gd name="connsiteX16" fmla="*/ 20504 w 151556"/>
                        <a:gd name="connsiteY16" fmla="*/ 47089 h 171340"/>
                        <a:gd name="connsiteX17" fmla="*/ 21742 w 151556"/>
                        <a:gd name="connsiteY17" fmla="*/ 34326 h 171340"/>
                        <a:gd name="connsiteX18" fmla="*/ 21076 w 151556"/>
                        <a:gd name="connsiteY18" fmla="*/ 29944 h 171340"/>
                        <a:gd name="connsiteX19" fmla="*/ 25171 w 151556"/>
                        <a:gd name="connsiteY19" fmla="*/ 24515 h 171340"/>
                        <a:gd name="connsiteX20" fmla="*/ 31172 w 151556"/>
                        <a:gd name="connsiteY20" fmla="*/ 16705 h 171340"/>
                        <a:gd name="connsiteX21" fmla="*/ 42983 w 151556"/>
                        <a:gd name="connsiteY21" fmla="*/ 6322 h 171340"/>
                        <a:gd name="connsiteX22" fmla="*/ 58890 w 151556"/>
                        <a:gd name="connsiteY22" fmla="*/ 703 h 171340"/>
                        <a:gd name="connsiteX23" fmla="*/ 95561 w 151556"/>
                        <a:gd name="connsiteY23" fmla="*/ 7180 h 171340"/>
                        <a:gd name="connsiteX24" fmla="*/ 128137 w 151556"/>
                        <a:gd name="connsiteY24" fmla="*/ 25753 h 171340"/>
                        <a:gd name="connsiteX25" fmla="*/ 150521 w 151556"/>
                        <a:gd name="connsiteY25" fmla="*/ 56329 h 171340"/>
                        <a:gd name="connsiteX26" fmla="*/ 150521 w 151556"/>
                        <a:gd name="connsiteY26" fmla="*/ 76426 h 171340"/>
                        <a:gd name="connsiteX27" fmla="*/ 141472 w 151556"/>
                        <a:gd name="connsiteY27" fmla="*/ 96524 h 171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51556" h="171340">
                          <a:moveTo>
                            <a:pt x="141472" y="96524"/>
                          </a:moveTo>
                          <a:cubicBezTo>
                            <a:pt x="138519" y="101001"/>
                            <a:pt x="133947" y="106049"/>
                            <a:pt x="130232" y="110812"/>
                          </a:cubicBezTo>
                          <a:lnTo>
                            <a:pt x="124422" y="118051"/>
                          </a:lnTo>
                          <a:cubicBezTo>
                            <a:pt x="123374" y="119289"/>
                            <a:pt x="122707" y="120337"/>
                            <a:pt x="121279" y="121765"/>
                          </a:cubicBezTo>
                          <a:lnTo>
                            <a:pt x="116326" y="126623"/>
                          </a:lnTo>
                          <a:lnTo>
                            <a:pt x="96609" y="146054"/>
                          </a:lnTo>
                          <a:cubicBezTo>
                            <a:pt x="93466" y="149578"/>
                            <a:pt x="89560" y="151769"/>
                            <a:pt x="86036" y="154436"/>
                          </a:cubicBezTo>
                          <a:cubicBezTo>
                            <a:pt x="82417" y="157103"/>
                            <a:pt x="78797" y="159770"/>
                            <a:pt x="74892" y="161866"/>
                          </a:cubicBezTo>
                          <a:cubicBezTo>
                            <a:pt x="69558" y="165009"/>
                            <a:pt x="64129" y="167390"/>
                            <a:pt x="58604" y="168819"/>
                          </a:cubicBezTo>
                          <a:cubicBezTo>
                            <a:pt x="53270" y="170629"/>
                            <a:pt x="47841" y="171105"/>
                            <a:pt x="42793" y="171295"/>
                          </a:cubicBezTo>
                          <a:cubicBezTo>
                            <a:pt x="37744" y="171581"/>
                            <a:pt x="32792" y="170438"/>
                            <a:pt x="28505" y="169486"/>
                          </a:cubicBezTo>
                          <a:cubicBezTo>
                            <a:pt x="24028" y="167962"/>
                            <a:pt x="20028" y="166438"/>
                            <a:pt x="16599" y="164152"/>
                          </a:cubicBezTo>
                          <a:cubicBezTo>
                            <a:pt x="9551" y="159770"/>
                            <a:pt x="4788" y="153579"/>
                            <a:pt x="2216" y="147197"/>
                          </a:cubicBezTo>
                          <a:cubicBezTo>
                            <a:pt x="-260" y="140530"/>
                            <a:pt x="-546" y="133767"/>
                            <a:pt x="787" y="127099"/>
                          </a:cubicBezTo>
                          <a:lnTo>
                            <a:pt x="9169" y="87094"/>
                          </a:lnTo>
                          <a:cubicBezTo>
                            <a:pt x="10788" y="79189"/>
                            <a:pt x="13265" y="72045"/>
                            <a:pt x="15361" y="65377"/>
                          </a:cubicBezTo>
                          <a:cubicBezTo>
                            <a:pt x="17551" y="58615"/>
                            <a:pt x="19361" y="52519"/>
                            <a:pt x="20504" y="47089"/>
                          </a:cubicBezTo>
                          <a:cubicBezTo>
                            <a:pt x="21647" y="41755"/>
                            <a:pt x="21933" y="37279"/>
                            <a:pt x="21742" y="34326"/>
                          </a:cubicBezTo>
                          <a:cubicBezTo>
                            <a:pt x="21647" y="31373"/>
                            <a:pt x="21076" y="29944"/>
                            <a:pt x="21076" y="29944"/>
                          </a:cubicBezTo>
                          <a:lnTo>
                            <a:pt x="25171" y="24515"/>
                          </a:lnTo>
                          <a:cubicBezTo>
                            <a:pt x="27172" y="21848"/>
                            <a:pt x="28982" y="20038"/>
                            <a:pt x="31172" y="16705"/>
                          </a:cubicBezTo>
                          <a:cubicBezTo>
                            <a:pt x="34125" y="12323"/>
                            <a:pt x="38220" y="8894"/>
                            <a:pt x="42983" y="6322"/>
                          </a:cubicBezTo>
                          <a:cubicBezTo>
                            <a:pt x="47651" y="3560"/>
                            <a:pt x="53079" y="1560"/>
                            <a:pt x="58890" y="703"/>
                          </a:cubicBezTo>
                          <a:cubicBezTo>
                            <a:pt x="70606" y="-1107"/>
                            <a:pt x="83750" y="417"/>
                            <a:pt x="95561" y="7180"/>
                          </a:cubicBezTo>
                          <a:lnTo>
                            <a:pt x="128137" y="25753"/>
                          </a:lnTo>
                          <a:cubicBezTo>
                            <a:pt x="139948" y="32421"/>
                            <a:pt x="148044" y="43470"/>
                            <a:pt x="150521" y="56329"/>
                          </a:cubicBezTo>
                          <a:cubicBezTo>
                            <a:pt x="151854" y="62710"/>
                            <a:pt x="151949" y="69568"/>
                            <a:pt x="150521" y="76426"/>
                          </a:cubicBezTo>
                          <a:cubicBezTo>
                            <a:pt x="148996" y="83284"/>
                            <a:pt x="145948" y="90142"/>
                            <a:pt x="141472" y="96524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85" name="Forme libre : forme 14884">
                      <a:extLst>
                        <a:ext uri="{FF2B5EF4-FFF2-40B4-BE49-F238E27FC236}">
                          <a16:creationId xmlns:a16="http://schemas.microsoft.com/office/drawing/2014/main" id="{099F260F-A6C5-43CA-9589-16BF171AD8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3315" y="2092261"/>
                      <a:ext cx="151693" cy="146155"/>
                    </a:xfrm>
                    <a:custGeom>
                      <a:avLst/>
                      <a:gdLst>
                        <a:gd name="connsiteX0" fmla="*/ 68075 w 151693"/>
                        <a:gd name="connsiteY0" fmla="*/ 86582 h 146155"/>
                        <a:gd name="connsiteX1" fmla="*/ 31500 w 151693"/>
                        <a:gd name="connsiteY1" fmla="*/ 105727 h 146155"/>
                        <a:gd name="connsiteX2" fmla="*/ 4163 w 151693"/>
                        <a:gd name="connsiteY2" fmla="*/ 86106 h 146155"/>
                        <a:gd name="connsiteX3" fmla="*/ 829 w 151693"/>
                        <a:gd name="connsiteY3" fmla="*/ 101917 h 146155"/>
                        <a:gd name="connsiteX4" fmla="*/ 2258 w 151693"/>
                        <a:gd name="connsiteY4" fmla="*/ 122015 h 146155"/>
                        <a:gd name="connsiteX5" fmla="*/ 16641 w 151693"/>
                        <a:gd name="connsiteY5" fmla="*/ 138970 h 146155"/>
                        <a:gd name="connsiteX6" fmla="*/ 28547 w 151693"/>
                        <a:gd name="connsiteY6" fmla="*/ 144304 h 146155"/>
                        <a:gd name="connsiteX7" fmla="*/ 42835 w 151693"/>
                        <a:gd name="connsiteY7" fmla="*/ 146113 h 146155"/>
                        <a:gd name="connsiteX8" fmla="*/ 58646 w 151693"/>
                        <a:gd name="connsiteY8" fmla="*/ 143637 h 146155"/>
                        <a:gd name="connsiteX9" fmla="*/ 74934 w 151693"/>
                        <a:gd name="connsiteY9" fmla="*/ 136684 h 146155"/>
                        <a:gd name="connsiteX10" fmla="*/ 86078 w 151693"/>
                        <a:gd name="connsiteY10" fmla="*/ 129254 h 146155"/>
                        <a:gd name="connsiteX11" fmla="*/ 96650 w 151693"/>
                        <a:gd name="connsiteY11" fmla="*/ 120872 h 146155"/>
                        <a:gd name="connsiteX12" fmla="*/ 116367 w 151693"/>
                        <a:gd name="connsiteY12" fmla="*/ 101441 h 146155"/>
                        <a:gd name="connsiteX13" fmla="*/ 121320 w 151693"/>
                        <a:gd name="connsiteY13" fmla="*/ 96583 h 146155"/>
                        <a:gd name="connsiteX14" fmla="*/ 124463 w 151693"/>
                        <a:gd name="connsiteY14" fmla="*/ 92869 h 146155"/>
                        <a:gd name="connsiteX15" fmla="*/ 130274 w 151693"/>
                        <a:gd name="connsiteY15" fmla="*/ 85630 h 146155"/>
                        <a:gd name="connsiteX16" fmla="*/ 141513 w 151693"/>
                        <a:gd name="connsiteY16" fmla="*/ 71342 h 146155"/>
                        <a:gd name="connsiteX17" fmla="*/ 150657 w 151693"/>
                        <a:gd name="connsiteY17" fmla="*/ 51244 h 146155"/>
                        <a:gd name="connsiteX18" fmla="*/ 150657 w 151693"/>
                        <a:gd name="connsiteY18" fmla="*/ 31147 h 146155"/>
                        <a:gd name="connsiteX19" fmla="*/ 128274 w 151693"/>
                        <a:gd name="connsiteY19" fmla="*/ 571 h 146155"/>
                        <a:gd name="connsiteX20" fmla="*/ 127226 w 151693"/>
                        <a:gd name="connsiteY20" fmla="*/ 0 h 146155"/>
                        <a:gd name="connsiteX21" fmla="*/ 115320 w 151693"/>
                        <a:gd name="connsiteY21" fmla="*/ 21431 h 146155"/>
                        <a:gd name="connsiteX22" fmla="*/ 101508 w 151693"/>
                        <a:gd name="connsiteY22" fmla="*/ 41624 h 146155"/>
                        <a:gd name="connsiteX23" fmla="*/ 86745 w 151693"/>
                        <a:gd name="connsiteY23" fmla="*/ 62008 h 146155"/>
                        <a:gd name="connsiteX24" fmla="*/ 68075 w 151693"/>
                        <a:gd name="connsiteY24" fmla="*/ 86582 h 146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51693" h="146155">
                          <a:moveTo>
                            <a:pt x="68075" y="86582"/>
                          </a:moveTo>
                          <a:cubicBezTo>
                            <a:pt x="58455" y="98869"/>
                            <a:pt x="44263" y="106204"/>
                            <a:pt x="31500" y="105727"/>
                          </a:cubicBezTo>
                          <a:cubicBezTo>
                            <a:pt x="18736" y="105442"/>
                            <a:pt x="8068" y="97536"/>
                            <a:pt x="4163" y="86106"/>
                          </a:cubicBezTo>
                          <a:lnTo>
                            <a:pt x="829" y="101917"/>
                          </a:lnTo>
                          <a:cubicBezTo>
                            <a:pt x="-599" y="108490"/>
                            <a:pt x="-219" y="115348"/>
                            <a:pt x="2258" y="122015"/>
                          </a:cubicBezTo>
                          <a:cubicBezTo>
                            <a:pt x="4829" y="128397"/>
                            <a:pt x="9592" y="134588"/>
                            <a:pt x="16641" y="138970"/>
                          </a:cubicBezTo>
                          <a:cubicBezTo>
                            <a:pt x="20165" y="141256"/>
                            <a:pt x="24070" y="142780"/>
                            <a:pt x="28547" y="144304"/>
                          </a:cubicBezTo>
                          <a:cubicBezTo>
                            <a:pt x="32928" y="145161"/>
                            <a:pt x="37881" y="146399"/>
                            <a:pt x="42835" y="146113"/>
                          </a:cubicBezTo>
                          <a:cubicBezTo>
                            <a:pt x="47882" y="145923"/>
                            <a:pt x="53312" y="145447"/>
                            <a:pt x="58646" y="143637"/>
                          </a:cubicBezTo>
                          <a:cubicBezTo>
                            <a:pt x="64075" y="142304"/>
                            <a:pt x="69600" y="139827"/>
                            <a:pt x="74934" y="136684"/>
                          </a:cubicBezTo>
                          <a:cubicBezTo>
                            <a:pt x="78839" y="134684"/>
                            <a:pt x="82363" y="131921"/>
                            <a:pt x="86078" y="129254"/>
                          </a:cubicBezTo>
                          <a:cubicBezTo>
                            <a:pt x="89602" y="126492"/>
                            <a:pt x="93602" y="124396"/>
                            <a:pt x="96650" y="120872"/>
                          </a:cubicBezTo>
                          <a:lnTo>
                            <a:pt x="116367" y="101441"/>
                          </a:lnTo>
                          <a:lnTo>
                            <a:pt x="121320" y="96583"/>
                          </a:lnTo>
                          <a:cubicBezTo>
                            <a:pt x="122749" y="95059"/>
                            <a:pt x="123416" y="94107"/>
                            <a:pt x="124463" y="92869"/>
                          </a:cubicBezTo>
                          <a:lnTo>
                            <a:pt x="130274" y="85630"/>
                          </a:lnTo>
                          <a:cubicBezTo>
                            <a:pt x="133988" y="80867"/>
                            <a:pt x="138465" y="75819"/>
                            <a:pt x="141513" y="71342"/>
                          </a:cubicBezTo>
                          <a:cubicBezTo>
                            <a:pt x="145990" y="64960"/>
                            <a:pt x="149038" y="58102"/>
                            <a:pt x="150657" y="51244"/>
                          </a:cubicBezTo>
                          <a:cubicBezTo>
                            <a:pt x="152086" y="44387"/>
                            <a:pt x="151991" y="37529"/>
                            <a:pt x="150657" y="31147"/>
                          </a:cubicBezTo>
                          <a:cubicBezTo>
                            <a:pt x="148181" y="18288"/>
                            <a:pt x="139989" y="7334"/>
                            <a:pt x="128274" y="571"/>
                          </a:cubicBezTo>
                          <a:lnTo>
                            <a:pt x="127226" y="0"/>
                          </a:lnTo>
                          <a:cubicBezTo>
                            <a:pt x="123892" y="7525"/>
                            <a:pt x="119415" y="14478"/>
                            <a:pt x="115320" y="21431"/>
                          </a:cubicBezTo>
                          <a:cubicBezTo>
                            <a:pt x="111129" y="28384"/>
                            <a:pt x="105985" y="34862"/>
                            <a:pt x="101508" y="41624"/>
                          </a:cubicBezTo>
                          <a:cubicBezTo>
                            <a:pt x="96841" y="48292"/>
                            <a:pt x="91316" y="54959"/>
                            <a:pt x="86745" y="62008"/>
                          </a:cubicBezTo>
                          <a:cubicBezTo>
                            <a:pt x="80744" y="69151"/>
                            <a:pt x="74552" y="77724"/>
                            <a:pt x="68075" y="86582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86" name="Forme libre : forme 14885">
                      <a:extLst>
                        <a:ext uri="{FF2B5EF4-FFF2-40B4-BE49-F238E27FC236}">
                          <a16:creationId xmlns:a16="http://schemas.microsoft.com/office/drawing/2014/main" id="{4F8DB290-4DBD-456B-8E43-E2A70216E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3705" y="2108284"/>
                      <a:ext cx="57119" cy="65841"/>
                    </a:xfrm>
                    <a:custGeom>
                      <a:avLst/>
                      <a:gdLst>
                        <a:gd name="connsiteX0" fmla="*/ 47976 w 57119"/>
                        <a:gd name="connsiteY0" fmla="*/ 3408 h 65841"/>
                        <a:gd name="connsiteX1" fmla="*/ 57120 w 57119"/>
                        <a:gd name="connsiteY1" fmla="*/ 22173 h 65841"/>
                        <a:gd name="connsiteX2" fmla="*/ 54834 w 57119"/>
                        <a:gd name="connsiteY2" fmla="*/ 34936 h 65841"/>
                        <a:gd name="connsiteX3" fmla="*/ 46928 w 57119"/>
                        <a:gd name="connsiteY3" fmla="*/ 48081 h 65841"/>
                        <a:gd name="connsiteX4" fmla="*/ 41403 w 57119"/>
                        <a:gd name="connsiteY4" fmla="*/ 53986 h 65841"/>
                        <a:gd name="connsiteX5" fmla="*/ 34069 w 57119"/>
                        <a:gd name="connsiteY5" fmla="*/ 59320 h 65841"/>
                        <a:gd name="connsiteX6" fmla="*/ 20449 w 57119"/>
                        <a:gd name="connsiteY6" fmla="*/ 65416 h 65841"/>
                        <a:gd name="connsiteX7" fmla="*/ 9495 w 57119"/>
                        <a:gd name="connsiteY7" fmla="*/ 64273 h 65841"/>
                        <a:gd name="connsiteX8" fmla="*/ 2732 w 57119"/>
                        <a:gd name="connsiteY8" fmla="*/ 57129 h 65841"/>
                        <a:gd name="connsiteX9" fmla="*/ 160 w 57119"/>
                        <a:gd name="connsiteY9" fmla="*/ 45985 h 65841"/>
                        <a:gd name="connsiteX10" fmla="*/ 446 w 57119"/>
                        <a:gd name="connsiteY10" fmla="*/ 34365 h 65841"/>
                        <a:gd name="connsiteX11" fmla="*/ 2636 w 57119"/>
                        <a:gd name="connsiteY11" fmla="*/ 24078 h 65841"/>
                        <a:gd name="connsiteX12" fmla="*/ 4637 w 57119"/>
                        <a:gd name="connsiteY12" fmla="*/ 19791 h 65841"/>
                        <a:gd name="connsiteX13" fmla="*/ 7970 w 57119"/>
                        <a:gd name="connsiteY13" fmla="*/ 14743 h 65841"/>
                        <a:gd name="connsiteX14" fmla="*/ 17019 w 57119"/>
                        <a:gd name="connsiteY14" fmla="*/ 6647 h 65841"/>
                        <a:gd name="connsiteX15" fmla="*/ 27402 w 57119"/>
                        <a:gd name="connsiteY15" fmla="*/ 1408 h 65841"/>
                        <a:gd name="connsiteX16" fmla="*/ 47976 w 57119"/>
                        <a:gd name="connsiteY16" fmla="*/ 3408 h 658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57119" h="65841">
                          <a:moveTo>
                            <a:pt x="47976" y="3408"/>
                          </a:moveTo>
                          <a:cubicBezTo>
                            <a:pt x="53881" y="7314"/>
                            <a:pt x="57024" y="14077"/>
                            <a:pt x="57120" y="22173"/>
                          </a:cubicBezTo>
                          <a:cubicBezTo>
                            <a:pt x="57120" y="26173"/>
                            <a:pt x="56548" y="30555"/>
                            <a:pt x="54834" y="34936"/>
                          </a:cubicBezTo>
                          <a:cubicBezTo>
                            <a:pt x="52929" y="39318"/>
                            <a:pt x="50261" y="43795"/>
                            <a:pt x="46928" y="48081"/>
                          </a:cubicBezTo>
                          <a:cubicBezTo>
                            <a:pt x="45118" y="50271"/>
                            <a:pt x="43689" y="52081"/>
                            <a:pt x="41403" y="53986"/>
                          </a:cubicBezTo>
                          <a:cubicBezTo>
                            <a:pt x="38927" y="55987"/>
                            <a:pt x="36451" y="57796"/>
                            <a:pt x="34069" y="59320"/>
                          </a:cubicBezTo>
                          <a:cubicBezTo>
                            <a:pt x="29212" y="62463"/>
                            <a:pt x="24544" y="64559"/>
                            <a:pt x="20449" y="65416"/>
                          </a:cubicBezTo>
                          <a:cubicBezTo>
                            <a:pt x="16353" y="66369"/>
                            <a:pt x="12352" y="65607"/>
                            <a:pt x="9495" y="64273"/>
                          </a:cubicBezTo>
                          <a:cubicBezTo>
                            <a:pt x="6542" y="62845"/>
                            <a:pt x="4256" y="60368"/>
                            <a:pt x="2732" y="57129"/>
                          </a:cubicBezTo>
                          <a:cubicBezTo>
                            <a:pt x="1208" y="53891"/>
                            <a:pt x="446" y="49891"/>
                            <a:pt x="160" y="45985"/>
                          </a:cubicBezTo>
                          <a:cubicBezTo>
                            <a:pt x="-221" y="41985"/>
                            <a:pt x="160" y="38175"/>
                            <a:pt x="446" y="34365"/>
                          </a:cubicBezTo>
                          <a:cubicBezTo>
                            <a:pt x="827" y="30555"/>
                            <a:pt x="1494" y="27126"/>
                            <a:pt x="2636" y="24078"/>
                          </a:cubicBezTo>
                          <a:cubicBezTo>
                            <a:pt x="3208" y="22554"/>
                            <a:pt x="3875" y="21125"/>
                            <a:pt x="4637" y="19791"/>
                          </a:cubicBezTo>
                          <a:cubicBezTo>
                            <a:pt x="5494" y="18363"/>
                            <a:pt x="6733" y="16362"/>
                            <a:pt x="7970" y="14743"/>
                          </a:cubicBezTo>
                          <a:cubicBezTo>
                            <a:pt x="10542" y="11409"/>
                            <a:pt x="13686" y="8742"/>
                            <a:pt x="17019" y="6647"/>
                          </a:cubicBezTo>
                          <a:cubicBezTo>
                            <a:pt x="20353" y="4456"/>
                            <a:pt x="23782" y="2456"/>
                            <a:pt x="27402" y="1408"/>
                          </a:cubicBezTo>
                          <a:cubicBezTo>
                            <a:pt x="34450" y="-878"/>
                            <a:pt x="41975" y="-497"/>
                            <a:pt x="47976" y="340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87" name="Forme libre : forme 14886">
                      <a:extLst>
                        <a:ext uri="{FF2B5EF4-FFF2-40B4-BE49-F238E27FC236}">
                          <a16:creationId xmlns:a16="http://schemas.microsoft.com/office/drawing/2014/main" id="{A10FF990-B13A-4BF4-8070-0DC2CC495B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3579" y="2137314"/>
                      <a:ext cx="55721" cy="36948"/>
                    </a:xfrm>
                    <a:custGeom>
                      <a:avLst/>
                      <a:gdLst>
                        <a:gd name="connsiteX0" fmla="*/ 1238 w 55721"/>
                        <a:gd name="connsiteY0" fmla="*/ 0 h 36948"/>
                        <a:gd name="connsiteX1" fmla="*/ 0 w 55721"/>
                        <a:gd name="connsiteY1" fmla="*/ 14097 h 36948"/>
                        <a:gd name="connsiteX2" fmla="*/ 2762 w 55721"/>
                        <a:gd name="connsiteY2" fmla="*/ 28194 h 36948"/>
                        <a:gd name="connsiteX3" fmla="*/ 9525 w 55721"/>
                        <a:gd name="connsiteY3" fmla="*/ 35338 h 36948"/>
                        <a:gd name="connsiteX4" fmla="*/ 20479 w 55721"/>
                        <a:gd name="connsiteY4" fmla="*/ 36481 h 36948"/>
                        <a:gd name="connsiteX5" fmla="*/ 34100 w 55721"/>
                        <a:gd name="connsiteY5" fmla="*/ 30385 h 36948"/>
                        <a:gd name="connsiteX6" fmla="*/ 41434 w 55721"/>
                        <a:gd name="connsiteY6" fmla="*/ 25051 h 36948"/>
                        <a:gd name="connsiteX7" fmla="*/ 46958 w 55721"/>
                        <a:gd name="connsiteY7" fmla="*/ 19145 h 36948"/>
                        <a:gd name="connsiteX8" fmla="*/ 55721 w 55721"/>
                        <a:gd name="connsiteY8" fmla="*/ 3810 h 36948"/>
                        <a:gd name="connsiteX9" fmla="*/ 48387 w 55721"/>
                        <a:gd name="connsiteY9" fmla="*/ 10192 h 36948"/>
                        <a:gd name="connsiteX10" fmla="*/ 35338 w 55721"/>
                        <a:gd name="connsiteY10" fmla="*/ 14478 h 36948"/>
                        <a:gd name="connsiteX11" fmla="*/ 21527 w 55721"/>
                        <a:gd name="connsiteY11" fmla="*/ 14573 h 36948"/>
                        <a:gd name="connsiteX12" fmla="*/ 1238 w 55721"/>
                        <a:gd name="connsiteY12" fmla="*/ 0 h 36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5721" h="36948">
                          <a:moveTo>
                            <a:pt x="1238" y="0"/>
                          </a:moveTo>
                          <a:cubicBezTo>
                            <a:pt x="381" y="4382"/>
                            <a:pt x="0" y="9239"/>
                            <a:pt x="0" y="14097"/>
                          </a:cubicBezTo>
                          <a:cubicBezTo>
                            <a:pt x="95" y="18955"/>
                            <a:pt x="858" y="24193"/>
                            <a:pt x="2762" y="28194"/>
                          </a:cubicBezTo>
                          <a:cubicBezTo>
                            <a:pt x="4286" y="31433"/>
                            <a:pt x="6477" y="33909"/>
                            <a:pt x="9525" y="35338"/>
                          </a:cubicBezTo>
                          <a:cubicBezTo>
                            <a:pt x="12478" y="36671"/>
                            <a:pt x="16478" y="37529"/>
                            <a:pt x="20479" y="36481"/>
                          </a:cubicBezTo>
                          <a:cubicBezTo>
                            <a:pt x="24575" y="35528"/>
                            <a:pt x="29242" y="33433"/>
                            <a:pt x="34100" y="30385"/>
                          </a:cubicBezTo>
                          <a:cubicBezTo>
                            <a:pt x="36576" y="28861"/>
                            <a:pt x="39052" y="27051"/>
                            <a:pt x="41434" y="25051"/>
                          </a:cubicBezTo>
                          <a:cubicBezTo>
                            <a:pt x="43720" y="23146"/>
                            <a:pt x="45148" y="21336"/>
                            <a:pt x="46958" y="19145"/>
                          </a:cubicBezTo>
                          <a:cubicBezTo>
                            <a:pt x="50864" y="14192"/>
                            <a:pt x="53912" y="8954"/>
                            <a:pt x="55721" y="3810"/>
                          </a:cubicBezTo>
                          <a:cubicBezTo>
                            <a:pt x="53626" y="6287"/>
                            <a:pt x="51149" y="8477"/>
                            <a:pt x="48387" y="10192"/>
                          </a:cubicBezTo>
                          <a:cubicBezTo>
                            <a:pt x="44196" y="12287"/>
                            <a:pt x="39719" y="13716"/>
                            <a:pt x="35338" y="14478"/>
                          </a:cubicBezTo>
                          <a:cubicBezTo>
                            <a:pt x="31147" y="15240"/>
                            <a:pt x="25622" y="15430"/>
                            <a:pt x="21527" y="14573"/>
                          </a:cubicBezTo>
                          <a:cubicBezTo>
                            <a:pt x="12859" y="12954"/>
                            <a:pt x="6191" y="7334"/>
                            <a:pt x="1238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88" name="Forme libre : forme 14887">
                      <a:extLst>
                        <a:ext uri="{FF2B5EF4-FFF2-40B4-BE49-F238E27FC236}">
                          <a16:creationId xmlns:a16="http://schemas.microsoft.com/office/drawing/2014/main" id="{6CB8B8A5-1EC5-43F8-94DE-43A63BFD24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8878" y="2108623"/>
                      <a:ext cx="58614" cy="67417"/>
                    </a:xfrm>
                    <a:custGeom>
                      <a:avLst/>
                      <a:gdLst>
                        <a:gd name="connsiteX0" fmla="*/ 49470 w 58614"/>
                        <a:gd name="connsiteY0" fmla="*/ 3259 h 67417"/>
                        <a:gd name="connsiteX1" fmla="*/ 58614 w 58614"/>
                        <a:gd name="connsiteY1" fmla="*/ 22023 h 67417"/>
                        <a:gd name="connsiteX2" fmla="*/ 56423 w 58614"/>
                        <a:gd name="connsiteY2" fmla="*/ 34882 h 67417"/>
                        <a:gd name="connsiteX3" fmla="*/ 48518 w 58614"/>
                        <a:gd name="connsiteY3" fmla="*/ 48217 h 67417"/>
                        <a:gd name="connsiteX4" fmla="*/ 36135 w 58614"/>
                        <a:gd name="connsiteY4" fmla="*/ 59552 h 67417"/>
                        <a:gd name="connsiteX5" fmla="*/ 21657 w 58614"/>
                        <a:gd name="connsiteY5" fmla="*/ 66505 h 67417"/>
                        <a:gd name="connsiteX6" fmla="*/ 2893 w 58614"/>
                        <a:gd name="connsiteY6" fmla="*/ 59456 h 67417"/>
                        <a:gd name="connsiteX7" fmla="*/ 416 w 58614"/>
                        <a:gd name="connsiteY7" fmla="*/ 36787 h 67417"/>
                        <a:gd name="connsiteX8" fmla="*/ 2988 w 58614"/>
                        <a:gd name="connsiteY8" fmla="*/ 26024 h 67417"/>
                        <a:gd name="connsiteX9" fmla="*/ 8989 w 58614"/>
                        <a:gd name="connsiteY9" fmla="*/ 15546 h 67417"/>
                        <a:gd name="connsiteX10" fmla="*/ 18228 w 58614"/>
                        <a:gd name="connsiteY10" fmla="*/ 6974 h 67417"/>
                        <a:gd name="connsiteX11" fmla="*/ 28706 w 58614"/>
                        <a:gd name="connsiteY11" fmla="*/ 1449 h 67417"/>
                        <a:gd name="connsiteX12" fmla="*/ 49470 w 58614"/>
                        <a:gd name="connsiteY12" fmla="*/ 3259 h 674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614" h="67417">
                          <a:moveTo>
                            <a:pt x="49470" y="3259"/>
                          </a:moveTo>
                          <a:cubicBezTo>
                            <a:pt x="55471" y="7164"/>
                            <a:pt x="58614" y="13927"/>
                            <a:pt x="58614" y="22023"/>
                          </a:cubicBezTo>
                          <a:cubicBezTo>
                            <a:pt x="58614" y="26119"/>
                            <a:pt x="57852" y="30501"/>
                            <a:pt x="56423" y="34882"/>
                          </a:cubicBezTo>
                          <a:cubicBezTo>
                            <a:pt x="54900" y="39359"/>
                            <a:pt x="51851" y="43931"/>
                            <a:pt x="48518" y="48217"/>
                          </a:cubicBezTo>
                          <a:cubicBezTo>
                            <a:pt x="44803" y="52694"/>
                            <a:pt x="41946" y="55837"/>
                            <a:pt x="36135" y="59552"/>
                          </a:cubicBezTo>
                          <a:cubicBezTo>
                            <a:pt x="30992" y="62885"/>
                            <a:pt x="26038" y="65267"/>
                            <a:pt x="21657" y="66505"/>
                          </a:cubicBezTo>
                          <a:cubicBezTo>
                            <a:pt x="12989" y="69172"/>
                            <a:pt x="6036" y="65743"/>
                            <a:pt x="2893" y="59456"/>
                          </a:cubicBezTo>
                          <a:cubicBezTo>
                            <a:pt x="-345" y="53075"/>
                            <a:pt x="-345" y="44598"/>
                            <a:pt x="416" y="36787"/>
                          </a:cubicBezTo>
                          <a:cubicBezTo>
                            <a:pt x="893" y="32882"/>
                            <a:pt x="1750" y="29262"/>
                            <a:pt x="2988" y="26024"/>
                          </a:cubicBezTo>
                          <a:cubicBezTo>
                            <a:pt x="4131" y="23071"/>
                            <a:pt x="6322" y="18880"/>
                            <a:pt x="8989" y="15546"/>
                          </a:cubicBezTo>
                          <a:cubicBezTo>
                            <a:pt x="11656" y="12117"/>
                            <a:pt x="14894" y="9450"/>
                            <a:pt x="18228" y="6974"/>
                          </a:cubicBezTo>
                          <a:cubicBezTo>
                            <a:pt x="21562" y="4497"/>
                            <a:pt x="25086" y="2592"/>
                            <a:pt x="28706" y="1449"/>
                          </a:cubicBezTo>
                          <a:cubicBezTo>
                            <a:pt x="35945" y="-837"/>
                            <a:pt x="43565" y="-551"/>
                            <a:pt x="49470" y="325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89" name="Forme libre : forme 14888">
                      <a:extLst>
                        <a:ext uri="{FF2B5EF4-FFF2-40B4-BE49-F238E27FC236}">
                          <a16:creationId xmlns:a16="http://schemas.microsoft.com/office/drawing/2014/main" id="{60EA3709-5CAF-4BEE-B4E5-48A12EFCED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8212" y="2129635"/>
                      <a:ext cx="99102" cy="86771"/>
                    </a:xfrm>
                    <a:custGeom>
                      <a:avLst/>
                      <a:gdLst>
                        <a:gd name="connsiteX0" fmla="*/ 1936 w 99102"/>
                        <a:gd name="connsiteY0" fmla="*/ 53495 h 86771"/>
                        <a:gd name="connsiteX1" fmla="*/ 6603 w 99102"/>
                        <a:gd name="connsiteY1" fmla="*/ 76640 h 86771"/>
                        <a:gd name="connsiteX2" fmla="*/ 15557 w 99102"/>
                        <a:gd name="connsiteY2" fmla="*/ 84070 h 86771"/>
                        <a:gd name="connsiteX3" fmla="*/ 28987 w 99102"/>
                        <a:gd name="connsiteY3" fmla="*/ 86737 h 86771"/>
                        <a:gd name="connsiteX4" fmla="*/ 61944 w 99102"/>
                        <a:gd name="connsiteY4" fmla="*/ 76355 h 86771"/>
                        <a:gd name="connsiteX5" fmla="*/ 86804 w 99102"/>
                        <a:gd name="connsiteY5" fmla="*/ 53971 h 86771"/>
                        <a:gd name="connsiteX6" fmla="*/ 89470 w 99102"/>
                        <a:gd name="connsiteY6" fmla="*/ 51018 h 86771"/>
                        <a:gd name="connsiteX7" fmla="*/ 91090 w 99102"/>
                        <a:gd name="connsiteY7" fmla="*/ 48542 h 86771"/>
                        <a:gd name="connsiteX8" fmla="*/ 93947 w 99102"/>
                        <a:gd name="connsiteY8" fmla="*/ 43493 h 86771"/>
                        <a:gd name="connsiteX9" fmla="*/ 98043 w 99102"/>
                        <a:gd name="connsiteY9" fmla="*/ 32921 h 86771"/>
                        <a:gd name="connsiteX10" fmla="*/ 99091 w 99102"/>
                        <a:gd name="connsiteY10" fmla="*/ 24824 h 86771"/>
                        <a:gd name="connsiteX11" fmla="*/ 97376 w 99102"/>
                        <a:gd name="connsiteY11" fmla="*/ 17490 h 86771"/>
                        <a:gd name="connsiteX12" fmla="*/ 87566 w 99102"/>
                        <a:gd name="connsiteY12" fmla="*/ 8441 h 86771"/>
                        <a:gd name="connsiteX13" fmla="*/ 70040 w 99102"/>
                        <a:gd name="connsiteY13" fmla="*/ 11680 h 86771"/>
                        <a:gd name="connsiteX14" fmla="*/ 49751 w 99102"/>
                        <a:gd name="connsiteY14" fmla="*/ 16347 h 86771"/>
                        <a:gd name="connsiteX15" fmla="*/ 30606 w 99102"/>
                        <a:gd name="connsiteY15" fmla="*/ 14252 h 86771"/>
                        <a:gd name="connsiteX16" fmla="*/ 13461 w 99102"/>
                        <a:gd name="connsiteY16" fmla="*/ 4441 h 86771"/>
                        <a:gd name="connsiteX17" fmla="*/ 2602 w 99102"/>
                        <a:gd name="connsiteY17" fmla="*/ 2441 h 86771"/>
                        <a:gd name="connsiteX18" fmla="*/ 31 w 99102"/>
                        <a:gd name="connsiteY18" fmla="*/ 26729 h 86771"/>
                        <a:gd name="connsiteX19" fmla="*/ 1936 w 99102"/>
                        <a:gd name="connsiteY19" fmla="*/ 53495 h 86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99102" h="86771">
                          <a:moveTo>
                            <a:pt x="1936" y="53495"/>
                          </a:moveTo>
                          <a:cubicBezTo>
                            <a:pt x="2317" y="61591"/>
                            <a:pt x="2317" y="69973"/>
                            <a:pt x="6603" y="76640"/>
                          </a:cubicBezTo>
                          <a:cubicBezTo>
                            <a:pt x="8699" y="79784"/>
                            <a:pt x="11747" y="82546"/>
                            <a:pt x="15557" y="84070"/>
                          </a:cubicBezTo>
                          <a:cubicBezTo>
                            <a:pt x="19367" y="85784"/>
                            <a:pt x="23938" y="86928"/>
                            <a:pt x="28987" y="86737"/>
                          </a:cubicBezTo>
                          <a:cubicBezTo>
                            <a:pt x="39179" y="87213"/>
                            <a:pt x="50894" y="82736"/>
                            <a:pt x="61944" y="76355"/>
                          </a:cubicBezTo>
                          <a:cubicBezTo>
                            <a:pt x="70516" y="70068"/>
                            <a:pt x="79088" y="62162"/>
                            <a:pt x="86804" y="53971"/>
                          </a:cubicBezTo>
                          <a:cubicBezTo>
                            <a:pt x="87661" y="53018"/>
                            <a:pt x="88899" y="51780"/>
                            <a:pt x="89470" y="51018"/>
                          </a:cubicBezTo>
                          <a:lnTo>
                            <a:pt x="91090" y="48542"/>
                          </a:lnTo>
                          <a:cubicBezTo>
                            <a:pt x="92138" y="46922"/>
                            <a:pt x="93090" y="45208"/>
                            <a:pt x="93947" y="43493"/>
                          </a:cubicBezTo>
                          <a:cubicBezTo>
                            <a:pt x="95662" y="40064"/>
                            <a:pt x="97091" y="36540"/>
                            <a:pt x="98043" y="32921"/>
                          </a:cubicBezTo>
                          <a:cubicBezTo>
                            <a:pt x="98710" y="30254"/>
                            <a:pt x="99186" y="27491"/>
                            <a:pt x="99091" y="24824"/>
                          </a:cubicBezTo>
                          <a:cubicBezTo>
                            <a:pt x="98901" y="22253"/>
                            <a:pt x="98234" y="19681"/>
                            <a:pt x="97376" y="17490"/>
                          </a:cubicBezTo>
                          <a:cubicBezTo>
                            <a:pt x="95471" y="13013"/>
                            <a:pt x="92233" y="9489"/>
                            <a:pt x="87566" y="8441"/>
                          </a:cubicBezTo>
                          <a:cubicBezTo>
                            <a:pt x="81850" y="7108"/>
                            <a:pt x="76040" y="9775"/>
                            <a:pt x="70040" y="11680"/>
                          </a:cubicBezTo>
                          <a:cubicBezTo>
                            <a:pt x="63182" y="14061"/>
                            <a:pt x="56514" y="15585"/>
                            <a:pt x="49751" y="16347"/>
                          </a:cubicBezTo>
                          <a:cubicBezTo>
                            <a:pt x="42703" y="17014"/>
                            <a:pt x="36226" y="16252"/>
                            <a:pt x="30606" y="14252"/>
                          </a:cubicBezTo>
                          <a:cubicBezTo>
                            <a:pt x="25843" y="12728"/>
                            <a:pt x="18700" y="8251"/>
                            <a:pt x="13461" y="4441"/>
                          </a:cubicBezTo>
                          <a:cubicBezTo>
                            <a:pt x="8032" y="726"/>
                            <a:pt x="4888" y="-2322"/>
                            <a:pt x="2602" y="2441"/>
                          </a:cubicBezTo>
                          <a:cubicBezTo>
                            <a:pt x="507" y="6822"/>
                            <a:pt x="-160" y="16347"/>
                            <a:pt x="31" y="26729"/>
                          </a:cubicBezTo>
                          <a:cubicBezTo>
                            <a:pt x="126" y="37112"/>
                            <a:pt x="1650" y="48542"/>
                            <a:pt x="1936" y="5349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90" name="Forme libre : forme 14889">
                      <a:extLst>
                        <a:ext uri="{FF2B5EF4-FFF2-40B4-BE49-F238E27FC236}">
                          <a16:creationId xmlns:a16="http://schemas.microsoft.com/office/drawing/2014/main" id="{C4B40D47-FA28-4451-9B43-15132ADE40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7673" y="2123796"/>
                      <a:ext cx="12623" cy="33049"/>
                    </a:xfrm>
                    <a:custGeom>
                      <a:avLst/>
                      <a:gdLst>
                        <a:gd name="connsiteX0" fmla="*/ 0 w 12623"/>
                        <a:gd name="connsiteY0" fmla="*/ 22377 h 33049"/>
                        <a:gd name="connsiteX1" fmla="*/ 476 w 12623"/>
                        <a:gd name="connsiteY1" fmla="*/ 28949 h 33049"/>
                        <a:gd name="connsiteX2" fmla="*/ 3620 w 12623"/>
                        <a:gd name="connsiteY2" fmla="*/ 33045 h 33049"/>
                        <a:gd name="connsiteX3" fmla="*/ 6953 w 12623"/>
                        <a:gd name="connsiteY3" fmla="*/ 30568 h 33049"/>
                        <a:gd name="connsiteX4" fmla="*/ 12002 w 12623"/>
                        <a:gd name="connsiteY4" fmla="*/ 19424 h 33049"/>
                        <a:gd name="connsiteX5" fmla="*/ 12573 w 12623"/>
                        <a:gd name="connsiteY5" fmla="*/ 14376 h 33049"/>
                        <a:gd name="connsiteX6" fmla="*/ 7906 w 12623"/>
                        <a:gd name="connsiteY6" fmla="*/ 3232 h 33049"/>
                        <a:gd name="connsiteX7" fmla="*/ 2286 w 12623"/>
                        <a:gd name="connsiteY7" fmla="*/ 1041 h 33049"/>
                        <a:gd name="connsiteX8" fmla="*/ 0 w 12623"/>
                        <a:gd name="connsiteY8" fmla="*/ 22377 h 33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623" h="33049">
                          <a:moveTo>
                            <a:pt x="0" y="22377"/>
                          </a:moveTo>
                          <a:cubicBezTo>
                            <a:pt x="0" y="24568"/>
                            <a:pt x="0" y="26853"/>
                            <a:pt x="476" y="28949"/>
                          </a:cubicBezTo>
                          <a:cubicBezTo>
                            <a:pt x="952" y="31045"/>
                            <a:pt x="2191" y="32949"/>
                            <a:pt x="3620" y="33045"/>
                          </a:cubicBezTo>
                          <a:cubicBezTo>
                            <a:pt x="4953" y="33140"/>
                            <a:pt x="6096" y="31902"/>
                            <a:pt x="6953" y="30568"/>
                          </a:cubicBezTo>
                          <a:cubicBezTo>
                            <a:pt x="9334" y="27235"/>
                            <a:pt x="11049" y="23424"/>
                            <a:pt x="12002" y="19424"/>
                          </a:cubicBezTo>
                          <a:cubicBezTo>
                            <a:pt x="12382" y="17805"/>
                            <a:pt x="12763" y="16186"/>
                            <a:pt x="12573" y="14376"/>
                          </a:cubicBezTo>
                          <a:cubicBezTo>
                            <a:pt x="12287" y="10566"/>
                            <a:pt x="10192" y="6089"/>
                            <a:pt x="7906" y="3232"/>
                          </a:cubicBezTo>
                          <a:cubicBezTo>
                            <a:pt x="5619" y="374"/>
                            <a:pt x="3429" y="-1150"/>
                            <a:pt x="2286" y="1041"/>
                          </a:cubicBezTo>
                          <a:cubicBezTo>
                            <a:pt x="667" y="4279"/>
                            <a:pt x="381" y="13614"/>
                            <a:pt x="0" y="2237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91" name="Forme libre : forme 14890">
                      <a:extLst>
                        <a:ext uri="{FF2B5EF4-FFF2-40B4-BE49-F238E27FC236}">
                          <a16:creationId xmlns:a16="http://schemas.microsoft.com/office/drawing/2014/main" id="{460EDFA2-740D-44BA-A15F-53B2D2AD19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04445" y="2094166"/>
                      <a:ext cx="24097" cy="66675"/>
                    </a:xfrm>
                    <a:custGeom>
                      <a:avLst/>
                      <a:gdLst>
                        <a:gd name="connsiteX0" fmla="*/ 0 w 24097"/>
                        <a:gd name="connsiteY0" fmla="*/ 0 h 66675"/>
                        <a:gd name="connsiteX1" fmla="*/ 15907 w 24097"/>
                        <a:gd name="connsiteY1" fmla="*/ 14859 h 66675"/>
                        <a:gd name="connsiteX2" fmla="*/ 23622 w 24097"/>
                        <a:gd name="connsiteY2" fmla="*/ 35338 h 66675"/>
                        <a:gd name="connsiteX3" fmla="*/ 18765 w 24097"/>
                        <a:gd name="connsiteY3" fmla="*/ 66675 h 66675"/>
                        <a:gd name="connsiteX4" fmla="*/ 21527 w 24097"/>
                        <a:gd name="connsiteY4" fmla="*/ 43339 h 66675"/>
                        <a:gd name="connsiteX5" fmla="*/ 0 w 24097"/>
                        <a:gd name="connsiteY5" fmla="*/ 0 h 66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097" h="66675">
                          <a:moveTo>
                            <a:pt x="0" y="0"/>
                          </a:moveTo>
                          <a:cubicBezTo>
                            <a:pt x="0" y="0"/>
                            <a:pt x="8858" y="4477"/>
                            <a:pt x="15907" y="14859"/>
                          </a:cubicBezTo>
                          <a:cubicBezTo>
                            <a:pt x="19431" y="20098"/>
                            <a:pt x="22479" y="26765"/>
                            <a:pt x="23622" y="35338"/>
                          </a:cubicBezTo>
                          <a:cubicBezTo>
                            <a:pt x="24955" y="43910"/>
                            <a:pt x="23527" y="54292"/>
                            <a:pt x="18765" y="66675"/>
                          </a:cubicBezTo>
                          <a:cubicBezTo>
                            <a:pt x="18765" y="66675"/>
                            <a:pt x="22098" y="56674"/>
                            <a:pt x="21527" y="43339"/>
                          </a:cubicBezTo>
                          <a:cubicBezTo>
                            <a:pt x="20384" y="30004"/>
                            <a:pt x="15240" y="1352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92" name="Forme libre : forme 14891">
                      <a:extLst>
                        <a:ext uri="{FF2B5EF4-FFF2-40B4-BE49-F238E27FC236}">
                          <a16:creationId xmlns:a16="http://schemas.microsoft.com/office/drawing/2014/main" id="{F0323504-C18E-4D4D-9AC0-4CFAC6C927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93669" y="2100738"/>
                      <a:ext cx="13215" cy="58864"/>
                    </a:xfrm>
                    <a:custGeom>
                      <a:avLst/>
                      <a:gdLst>
                        <a:gd name="connsiteX0" fmla="*/ 12573 w 13215"/>
                        <a:gd name="connsiteY0" fmla="*/ 0 h 58864"/>
                        <a:gd name="connsiteX1" fmla="*/ 12573 w 13215"/>
                        <a:gd name="connsiteY1" fmla="*/ 8477 h 58864"/>
                        <a:gd name="connsiteX2" fmla="*/ 9144 w 13215"/>
                        <a:gd name="connsiteY2" fmla="*/ 26575 h 58864"/>
                        <a:gd name="connsiteX3" fmla="*/ 0 w 13215"/>
                        <a:gd name="connsiteY3" fmla="*/ 58864 h 58864"/>
                        <a:gd name="connsiteX4" fmla="*/ 2667 w 13215"/>
                        <a:gd name="connsiteY4" fmla="*/ 51340 h 58864"/>
                        <a:gd name="connsiteX5" fmla="*/ 8668 w 13215"/>
                        <a:gd name="connsiteY5" fmla="*/ 33718 h 58864"/>
                        <a:gd name="connsiteX6" fmla="*/ 12954 w 13215"/>
                        <a:gd name="connsiteY6" fmla="*/ 13335 h 58864"/>
                        <a:gd name="connsiteX7" fmla="*/ 12573 w 13215"/>
                        <a:gd name="connsiteY7" fmla="*/ 0 h 58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215" h="58864">
                          <a:moveTo>
                            <a:pt x="12573" y="0"/>
                          </a:moveTo>
                          <a:cubicBezTo>
                            <a:pt x="12382" y="95"/>
                            <a:pt x="12954" y="476"/>
                            <a:pt x="12573" y="8477"/>
                          </a:cubicBezTo>
                          <a:cubicBezTo>
                            <a:pt x="12287" y="12383"/>
                            <a:pt x="11335" y="18383"/>
                            <a:pt x="9144" y="26575"/>
                          </a:cubicBezTo>
                          <a:cubicBezTo>
                            <a:pt x="6953" y="34862"/>
                            <a:pt x="3334" y="45148"/>
                            <a:pt x="0" y="58864"/>
                          </a:cubicBezTo>
                          <a:cubicBezTo>
                            <a:pt x="0" y="58864"/>
                            <a:pt x="1048" y="55912"/>
                            <a:pt x="2667" y="51340"/>
                          </a:cubicBezTo>
                          <a:cubicBezTo>
                            <a:pt x="4382" y="46672"/>
                            <a:pt x="6668" y="40672"/>
                            <a:pt x="8668" y="33718"/>
                          </a:cubicBezTo>
                          <a:cubicBezTo>
                            <a:pt x="10763" y="27051"/>
                            <a:pt x="12382" y="19526"/>
                            <a:pt x="12954" y="13335"/>
                          </a:cubicBezTo>
                          <a:cubicBezTo>
                            <a:pt x="13525" y="7048"/>
                            <a:pt x="13049" y="2096"/>
                            <a:pt x="1257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93" name="Forme libre : forme 14892">
                      <a:extLst>
                        <a:ext uri="{FF2B5EF4-FFF2-40B4-BE49-F238E27FC236}">
                          <a16:creationId xmlns:a16="http://schemas.microsoft.com/office/drawing/2014/main" id="{D3B6FA3E-6184-463C-B33C-E8C60BDCE6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4905" y="2117524"/>
                      <a:ext cx="23756" cy="19287"/>
                    </a:xfrm>
                    <a:custGeom>
                      <a:avLst/>
                      <a:gdLst>
                        <a:gd name="connsiteX0" fmla="*/ 22678 w 23756"/>
                        <a:gd name="connsiteY0" fmla="*/ 2550 h 19287"/>
                        <a:gd name="connsiteX1" fmla="*/ 16202 w 23756"/>
                        <a:gd name="connsiteY1" fmla="*/ 16552 h 19287"/>
                        <a:gd name="connsiteX2" fmla="*/ 866 w 23756"/>
                        <a:gd name="connsiteY2" fmla="*/ 16076 h 19287"/>
                        <a:gd name="connsiteX3" fmla="*/ 7153 w 23756"/>
                        <a:gd name="connsiteY3" fmla="*/ 2836 h 19287"/>
                        <a:gd name="connsiteX4" fmla="*/ 22678 w 23756"/>
                        <a:gd name="connsiteY4" fmla="*/ 2550 h 19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756" h="19287">
                          <a:moveTo>
                            <a:pt x="22678" y="2550"/>
                          </a:moveTo>
                          <a:cubicBezTo>
                            <a:pt x="25536" y="6265"/>
                            <a:pt x="22488" y="12742"/>
                            <a:pt x="16202" y="16552"/>
                          </a:cubicBezTo>
                          <a:cubicBezTo>
                            <a:pt x="9915" y="20457"/>
                            <a:pt x="3152" y="20076"/>
                            <a:pt x="866" y="16076"/>
                          </a:cubicBezTo>
                          <a:cubicBezTo>
                            <a:pt x="-1515" y="12075"/>
                            <a:pt x="1152" y="6265"/>
                            <a:pt x="7153" y="2836"/>
                          </a:cubicBezTo>
                          <a:cubicBezTo>
                            <a:pt x="13058" y="-498"/>
                            <a:pt x="19916" y="-1260"/>
                            <a:pt x="22678" y="255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94" name="Forme libre : forme 14893">
                      <a:extLst>
                        <a:ext uri="{FF2B5EF4-FFF2-40B4-BE49-F238E27FC236}">
                          <a16:creationId xmlns:a16="http://schemas.microsoft.com/office/drawing/2014/main" id="{F68343E8-7054-4723-97FE-4821B7E92A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62360" y="2115096"/>
                      <a:ext cx="7138" cy="7194"/>
                    </a:xfrm>
                    <a:custGeom>
                      <a:avLst/>
                      <a:gdLst>
                        <a:gd name="connsiteX0" fmla="*/ 5509 w 7138"/>
                        <a:gd name="connsiteY0" fmla="*/ 692 h 7194"/>
                        <a:gd name="connsiteX1" fmla="*/ 6558 w 7138"/>
                        <a:gd name="connsiteY1" fmla="*/ 5740 h 7194"/>
                        <a:gd name="connsiteX2" fmla="*/ 1604 w 7138"/>
                        <a:gd name="connsiteY2" fmla="*/ 6502 h 7194"/>
                        <a:gd name="connsiteX3" fmla="*/ 557 w 7138"/>
                        <a:gd name="connsiteY3" fmla="*/ 1454 h 7194"/>
                        <a:gd name="connsiteX4" fmla="*/ 5509 w 7138"/>
                        <a:gd name="connsiteY4" fmla="*/ 692 h 7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8" h="7194">
                          <a:moveTo>
                            <a:pt x="5509" y="692"/>
                          </a:moveTo>
                          <a:cubicBezTo>
                            <a:pt x="7224" y="1835"/>
                            <a:pt x="7605" y="4121"/>
                            <a:pt x="6558" y="5740"/>
                          </a:cubicBezTo>
                          <a:cubicBezTo>
                            <a:pt x="5509" y="7360"/>
                            <a:pt x="3223" y="7645"/>
                            <a:pt x="1604" y="6502"/>
                          </a:cubicBezTo>
                          <a:cubicBezTo>
                            <a:pt x="-15" y="5359"/>
                            <a:pt x="-491" y="3073"/>
                            <a:pt x="557" y="1454"/>
                          </a:cubicBezTo>
                          <a:cubicBezTo>
                            <a:pt x="1604" y="-165"/>
                            <a:pt x="3890" y="-451"/>
                            <a:pt x="5509" y="6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95" name="Forme libre : forme 14894">
                      <a:extLst>
                        <a:ext uri="{FF2B5EF4-FFF2-40B4-BE49-F238E27FC236}">
                          <a16:creationId xmlns:a16="http://schemas.microsoft.com/office/drawing/2014/main" id="{C17E794C-5F7D-42CD-9681-5449EB615F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5715" y="2078884"/>
                      <a:ext cx="78370" cy="32453"/>
                    </a:xfrm>
                    <a:custGeom>
                      <a:avLst/>
                      <a:gdLst>
                        <a:gd name="connsiteX0" fmla="*/ 42057 w 78370"/>
                        <a:gd name="connsiteY0" fmla="*/ 709 h 32453"/>
                        <a:gd name="connsiteX1" fmla="*/ 72252 w 78370"/>
                        <a:gd name="connsiteY1" fmla="*/ 13282 h 32453"/>
                        <a:gd name="connsiteX2" fmla="*/ 78062 w 78370"/>
                        <a:gd name="connsiteY2" fmla="*/ 22807 h 32453"/>
                        <a:gd name="connsiteX3" fmla="*/ 68537 w 78370"/>
                        <a:gd name="connsiteY3" fmla="*/ 26046 h 32453"/>
                        <a:gd name="connsiteX4" fmla="*/ 35295 w 78370"/>
                        <a:gd name="connsiteY4" fmla="*/ 22236 h 32453"/>
                        <a:gd name="connsiteX5" fmla="*/ 27770 w 78370"/>
                        <a:gd name="connsiteY5" fmla="*/ 25855 h 32453"/>
                        <a:gd name="connsiteX6" fmla="*/ 17197 w 78370"/>
                        <a:gd name="connsiteY6" fmla="*/ 30522 h 32453"/>
                        <a:gd name="connsiteX7" fmla="*/ 7291 w 78370"/>
                        <a:gd name="connsiteY7" fmla="*/ 32427 h 32453"/>
                        <a:gd name="connsiteX8" fmla="*/ 1004 w 78370"/>
                        <a:gd name="connsiteY8" fmla="*/ 28427 h 32453"/>
                        <a:gd name="connsiteX9" fmla="*/ 5101 w 78370"/>
                        <a:gd name="connsiteY9" fmla="*/ 13568 h 32453"/>
                        <a:gd name="connsiteX10" fmla="*/ 19007 w 78370"/>
                        <a:gd name="connsiteY10" fmla="*/ 2709 h 32453"/>
                        <a:gd name="connsiteX11" fmla="*/ 42057 w 78370"/>
                        <a:gd name="connsiteY11" fmla="*/ 709 h 32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78370" h="32453">
                          <a:moveTo>
                            <a:pt x="42057" y="709"/>
                          </a:moveTo>
                          <a:cubicBezTo>
                            <a:pt x="52726" y="2519"/>
                            <a:pt x="62917" y="7377"/>
                            <a:pt x="72252" y="13282"/>
                          </a:cubicBezTo>
                          <a:cubicBezTo>
                            <a:pt x="75681" y="15473"/>
                            <a:pt x="79491" y="19092"/>
                            <a:pt x="78062" y="22807"/>
                          </a:cubicBezTo>
                          <a:cubicBezTo>
                            <a:pt x="76728" y="26141"/>
                            <a:pt x="72156" y="26522"/>
                            <a:pt x="68537" y="26046"/>
                          </a:cubicBezTo>
                          <a:cubicBezTo>
                            <a:pt x="57393" y="24522"/>
                            <a:pt x="45677" y="19950"/>
                            <a:pt x="35295" y="22236"/>
                          </a:cubicBezTo>
                          <a:cubicBezTo>
                            <a:pt x="33676" y="22617"/>
                            <a:pt x="30913" y="24045"/>
                            <a:pt x="27770" y="25855"/>
                          </a:cubicBezTo>
                          <a:cubicBezTo>
                            <a:pt x="24627" y="27855"/>
                            <a:pt x="20816" y="29189"/>
                            <a:pt x="17197" y="30522"/>
                          </a:cubicBezTo>
                          <a:cubicBezTo>
                            <a:pt x="13577" y="31761"/>
                            <a:pt x="10149" y="32618"/>
                            <a:pt x="7291" y="32427"/>
                          </a:cubicBezTo>
                          <a:cubicBezTo>
                            <a:pt x="4434" y="32332"/>
                            <a:pt x="2338" y="30903"/>
                            <a:pt x="1004" y="28427"/>
                          </a:cubicBezTo>
                          <a:cubicBezTo>
                            <a:pt x="-1472" y="23093"/>
                            <a:pt x="910" y="17759"/>
                            <a:pt x="5101" y="13568"/>
                          </a:cubicBezTo>
                          <a:cubicBezTo>
                            <a:pt x="9291" y="8710"/>
                            <a:pt x="15292" y="4043"/>
                            <a:pt x="19007" y="2709"/>
                          </a:cubicBezTo>
                          <a:cubicBezTo>
                            <a:pt x="25865" y="42"/>
                            <a:pt x="34056" y="-720"/>
                            <a:pt x="42057" y="70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59" name="Graphique 1">
                    <a:extLst>
                      <a:ext uri="{FF2B5EF4-FFF2-40B4-BE49-F238E27FC236}">
                        <a16:creationId xmlns:a16="http://schemas.microsoft.com/office/drawing/2014/main" id="{CD59F371-69A8-4315-BA07-AA9A2362A6BB}"/>
                      </a:ext>
                    </a:extLst>
                  </p:cNvPr>
                  <p:cNvGrpSpPr/>
                  <p:nvPr/>
                </p:nvGrpSpPr>
                <p:grpSpPr>
                  <a:xfrm>
                    <a:off x="8051767" y="1936194"/>
                    <a:ext cx="118064" cy="162755"/>
                    <a:chOff x="8051767" y="1936194"/>
                    <a:chExt cx="118064" cy="162755"/>
                  </a:xfrm>
                  <a:solidFill>
                    <a:schemeClr val="accent1"/>
                  </a:solidFill>
                </p:grpSpPr>
                <p:sp>
                  <p:nvSpPr>
                    <p:cNvPr id="14871" name="Forme libre : forme 14870">
                      <a:extLst>
                        <a:ext uri="{FF2B5EF4-FFF2-40B4-BE49-F238E27FC236}">
                          <a16:creationId xmlns:a16="http://schemas.microsoft.com/office/drawing/2014/main" id="{D7BBF9ED-8B2B-4D5D-8A49-53C1DCCF01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51767" y="1936194"/>
                      <a:ext cx="112590" cy="162755"/>
                    </a:xfrm>
                    <a:custGeom>
                      <a:avLst/>
                      <a:gdLst>
                        <a:gd name="connsiteX0" fmla="*/ 87350 w 112590"/>
                        <a:gd name="connsiteY0" fmla="*/ 3096 h 162755"/>
                        <a:gd name="connsiteX1" fmla="*/ 24770 w 112590"/>
                        <a:gd name="connsiteY1" fmla="*/ 28051 h 162755"/>
                        <a:gd name="connsiteX2" fmla="*/ 3911 w 112590"/>
                        <a:gd name="connsiteY2" fmla="*/ 75486 h 162755"/>
                        <a:gd name="connsiteX3" fmla="*/ 6 w 112590"/>
                        <a:gd name="connsiteY3" fmla="*/ 92345 h 162755"/>
                        <a:gd name="connsiteX4" fmla="*/ 3053 w 112590"/>
                        <a:gd name="connsiteY4" fmla="*/ 109585 h 162755"/>
                        <a:gd name="connsiteX5" fmla="*/ 27152 w 112590"/>
                        <a:gd name="connsiteY5" fmla="*/ 137970 h 162755"/>
                        <a:gd name="connsiteX6" fmla="*/ 59727 w 112590"/>
                        <a:gd name="connsiteY6" fmla="*/ 156544 h 162755"/>
                        <a:gd name="connsiteX7" fmla="*/ 97446 w 112590"/>
                        <a:gd name="connsiteY7" fmla="*/ 160449 h 162755"/>
                        <a:gd name="connsiteX8" fmla="*/ 112591 w 112590"/>
                        <a:gd name="connsiteY8" fmla="*/ 152162 h 162755"/>
                        <a:gd name="connsiteX9" fmla="*/ 112210 w 112590"/>
                        <a:gd name="connsiteY9" fmla="*/ 11954 h 162755"/>
                        <a:gd name="connsiteX10" fmla="*/ 87350 w 112590"/>
                        <a:gd name="connsiteY10" fmla="*/ 3096 h 162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2590" h="162755">
                          <a:moveTo>
                            <a:pt x="87350" y="3096"/>
                          </a:moveTo>
                          <a:cubicBezTo>
                            <a:pt x="61632" y="-5953"/>
                            <a:pt x="33819" y="5572"/>
                            <a:pt x="24770" y="28051"/>
                          </a:cubicBezTo>
                          <a:cubicBezTo>
                            <a:pt x="18198" y="44244"/>
                            <a:pt x="11340" y="60151"/>
                            <a:pt x="3911" y="75486"/>
                          </a:cubicBezTo>
                          <a:cubicBezTo>
                            <a:pt x="1434" y="81010"/>
                            <a:pt x="6" y="86535"/>
                            <a:pt x="6" y="92345"/>
                          </a:cubicBezTo>
                          <a:cubicBezTo>
                            <a:pt x="-90" y="98060"/>
                            <a:pt x="1053" y="104061"/>
                            <a:pt x="3053" y="109585"/>
                          </a:cubicBezTo>
                          <a:cubicBezTo>
                            <a:pt x="7149" y="120634"/>
                            <a:pt x="15436" y="131207"/>
                            <a:pt x="27152" y="137970"/>
                          </a:cubicBezTo>
                          <a:lnTo>
                            <a:pt x="59727" y="156544"/>
                          </a:lnTo>
                          <a:cubicBezTo>
                            <a:pt x="71538" y="163306"/>
                            <a:pt x="84968" y="164449"/>
                            <a:pt x="97446" y="160449"/>
                          </a:cubicBezTo>
                          <a:cubicBezTo>
                            <a:pt x="103066" y="158734"/>
                            <a:pt x="107923" y="155782"/>
                            <a:pt x="112591" y="152162"/>
                          </a:cubicBezTo>
                          <a:lnTo>
                            <a:pt x="112210" y="11954"/>
                          </a:lnTo>
                          <a:lnTo>
                            <a:pt x="87350" y="3096"/>
                          </a:ln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72" name="Forme libre : forme 14871">
                      <a:extLst>
                        <a:ext uri="{FF2B5EF4-FFF2-40B4-BE49-F238E27FC236}">
                          <a16:creationId xmlns:a16="http://schemas.microsoft.com/office/drawing/2014/main" id="{578BDFEF-7EB9-479A-8407-444FD653D1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97588" y="1979009"/>
                      <a:ext cx="66960" cy="119940"/>
                    </a:xfrm>
                    <a:custGeom>
                      <a:avLst/>
                      <a:gdLst>
                        <a:gd name="connsiteX0" fmla="*/ 59436 w 66960"/>
                        <a:gd name="connsiteY0" fmla="*/ 17431 h 119940"/>
                        <a:gd name="connsiteX1" fmla="*/ 45148 w 66960"/>
                        <a:gd name="connsiteY1" fmla="*/ 63151 h 119940"/>
                        <a:gd name="connsiteX2" fmla="*/ 29527 w 66960"/>
                        <a:gd name="connsiteY2" fmla="*/ 92678 h 119940"/>
                        <a:gd name="connsiteX3" fmla="*/ 0 w 66960"/>
                        <a:gd name="connsiteY3" fmla="*/ 105727 h 119940"/>
                        <a:gd name="connsiteX4" fmla="*/ 14097 w 66960"/>
                        <a:gd name="connsiteY4" fmla="*/ 113729 h 119940"/>
                        <a:gd name="connsiteX5" fmla="*/ 51816 w 66960"/>
                        <a:gd name="connsiteY5" fmla="*/ 117634 h 119940"/>
                        <a:gd name="connsiteX6" fmla="*/ 66960 w 66960"/>
                        <a:gd name="connsiteY6" fmla="*/ 109347 h 119940"/>
                        <a:gd name="connsiteX7" fmla="*/ 66580 w 66960"/>
                        <a:gd name="connsiteY7" fmla="*/ 0 h 119940"/>
                        <a:gd name="connsiteX8" fmla="*/ 59436 w 66960"/>
                        <a:gd name="connsiteY8" fmla="*/ 17431 h 119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6960" h="119940">
                          <a:moveTo>
                            <a:pt x="59436" y="17431"/>
                          </a:moveTo>
                          <a:cubicBezTo>
                            <a:pt x="53435" y="32004"/>
                            <a:pt x="48006" y="46672"/>
                            <a:pt x="45148" y="63151"/>
                          </a:cubicBezTo>
                          <a:cubicBezTo>
                            <a:pt x="43148" y="74771"/>
                            <a:pt x="37529" y="85154"/>
                            <a:pt x="29527" y="92678"/>
                          </a:cubicBezTo>
                          <a:cubicBezTo>
                            <a:pt x="21812" y="100298"/>
                            <a:pt x="11144" y="104965"/>
                            <a:pt x="0" y="105727"/>
                          </a:cubicBezTo>
                          <a:lnTo>
                            <a:pt x="14097" y="113729"/>
                          </a:lnTo>
                          <a:cubicBezTo>
                            <a:pt x="25908" y="120491"/>
                            <a:pt x="39338" y="121634"/>
                            <a:pt x="51816" y="117634"/>
                          </a:cubicBezTo>
                          <a:cubicBezTo>
                            <a:pt x="57435" y="115919"/>
                            <a:pt x="62293" y="112967"/>
                            <a:pt x="66960" y="109347"/>
                          </a:cubicBezTo>
                          <a:lnTo>
                            <a:pt x="66580" y="0"/>
                          </a:lnTo>
                          <a:cubicBezTo>
                            <a:pt x="64103" y="5810"/>
                            <a:pt x="61722" y="11621"/>
                            <a:pt x="59436" y="17431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73" name="Forme libre : forme 14872">
                      <a:extLst>
                        <a:ext uri="{FF2B5EF4-FFF2-40B4-BE49-F238E27FC236}">
                          <a16:creationId xmlns:a16="http://schemas.microsoft.com/office/drawing/2014/main" id="{767233AA-8801-4907-B676-3A51273294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08452" y="1974600"/>
                      <a:ext cx="54771" cy="66678"/>
                    </a:xfrm>
                    <a:custGeom>
                      <a:avLst/>
                      <a:gdLst>
                        <a:gd name="connsiteX0" fmla="*/ 40379 w 54771"/>
                        <a:gd name="connsiteY0" fmla="*/ 1361 h 66678"/>
                        <a:gd name="connsiteX1" fmla="*/ 3613 w 54771"/>
                        <a:gd name="connsiteY1" fmla="*/ 23173 h 66678"/>
                        <a:gd name="connsiteX2" fmla="*/ 851 w 54771"/>
                        <a:gd name="connsiteY2" fmla="*/ 48033 h 66678"/>
                        <a:gd name="connsiteX3" fmla="*/ 13138 w 54771"/>
                        <a:gd name="connsiteY3" fmla="*/ 64797 h 66678"/>
                        <a:gd name="connsiteX4" fmla="*/ 34093 w 54771"/>
                        <a:gd name="connsiteY4" fmla="*/ 63273 h 66678"/>
                        <a:gd name="connsiteX5" fmla="*/ 51142 w 54771"/>
                        <a:gd name="connsiteY5" fmla="*/ 43557 h 66678"/>
                        <a:gd name="connsiteX6" fmla="*/ 40379 w 54771"/>
                        <a:gd name="connsiteY6" fmla="*/ 1361 h 66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771" h="66678">
                          <a:moveTo>
                            <a:pt x="40379" y="1361"/>
                          </a:moveTo>
                          <a:cubicBezTo>
                            <a:pt x="27044" y="-3783"/>
                            <a:pt x="10756" y="6123"/>
                            <a:pt x="3613" y="23173"/>
                          </a:cubicBezTo>
                          <a:cubicBezTo>
                            <a:pt x="-197" y="31650"/>
                            <a:pt x="-768" y="40509"/>
                            <a:pt x="851" y="48033"/>
                          </a:cubicBezTo>
                          <a:cubicBezTo>
                            <a:pt x="2470" y="55463"/>
                            <a:pt x="6661" y="61749"/>
                            <a:pt x="13138" y="64797"/>
                          </a:cubicBezTo>
                          <a:cubicBezTo>
                            <a:pt x="19615" y="67845"/>
                            <a:pt x="27044" y="67083"/>
                            <a:pt x="34093" y="63273"/>
                          </a:cubicBezTo>
                          <a:cubicBezTo>
                            <a:pt x="41046" y="59463"/>
                            <a:pt x="47237" y="52510"/>
                            <a:pt x="51142" y="43557"/>
                          </a:cubicBezTo>
                          <a:cubicBezTo>
                            <a:pt x="58858" y="25364"/>
                            <a:pt x="53810" y="6504"/>
                            <a:pt x="40379" y="1361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74" name="Forme libre : forme 14873">
                      <a:extLst>
                        <a:ext uri="{FF2B5EF4-FFF2-40B4-BE49-F238E27FC236}">
                          <a16:creationId xmlns:a16="http://schemas.microsoft.com/office/drawing/2014/main" id="{494DAE61-7491-4AAD-9DB4-FC81F545A4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08541" y="2002345"/>
                      <a:ext cx="54673" cy="38837"/>
                    </a:xfrm>
                    <a:custGeom>
                      <a:avLst/>
                      <a:gdLst>
                        <a:gd name="connsiteX0" fmla="*/ 0 w 54673"/>
                        <a:gd name="connsiteY0" fmla="*/ 14383 h 38837"/>
                        <a:gd name="connsiteX1" fmla="*/ 13049 w 54673"/>
                        <a:gd name="connsiteY1" fmla="*/ 36957 h 38837"/>
                        <a:gd name="connsiteX2" fmla="*/ 34004 w 54673"/>
                        <a:gd name="connsiteY2" fmla="*/ 35433 h 38837"/>
                        <a:gd name="connsiteX3" fmla="*/ 51054 w 54673"/>
                        <a:gd name="connsiteY3" fmla="*/ 15716 h 38837"/>
                        <a:gd name="connsiteX4" fmla="*/ 54673 w 54673"/>
                        <a:gd name="connsiteY4" fmla="*/ 0 h 38837"/>
                        <a:gd name="connsiteX5" fmla="*/ 49625 w 54673"/>
                        <a:gd name="connsiteY5" fmla="*/ 7334 h 38837"/>
                        <a:gd name="connsiteX6" fmla="*/ 0 w 54673"/>
                        <a:gd name="connsiteY6" fmla="*/ 14383 h 38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673" h="38837">
                          <a:moveTo>
                            <a:pt x="0" y="14383"/>
                          </a:moveTo>
                          <a:cubicBezTo>
                            <a:pt x="571" y="24384"/>
                            <a:pt x="5049" y="33147"/>
                            <a:pt x="13049" y="36957"/>
                          </a:cubicBezTo>
                          <a:cubicBezTo>
                            <a:pt x="19526" y="40005"/>
                            <a:pt x="26956" y="39243"/>
                            <a:pt x="34004" y="35433"/>
                          </a:cubicBezTo>
                          <a:cubicBezTo>
                            <a:pt x="40957" y="31623"/>
                            <a:pt x="47149" y="24670"/>
                            <a:pt x="51054" y="15716"/>
                          </a:cubicBezTo>
                          <a:cubicBezTo>
                            <a:pt x="53245" y="10478"/>
                            <a:pt x="54388" y="5048"/>
                            <a:pt x="54673" y="0"/>
                          </a:cubicBezTo>
                          <a:cubicBezTo>
                            <a:pt x="53435" y="2667"/>
                            <a:pt x="51816" y="5143"/>
                            <a:pt x="49625" y="7334"/>
                          </a:cubicBezTo>
                          <a:cubicBezTo>
                            <a:pt x="36195" y="18764"/>
                            <a:pt x="15240" y="22670"/>
                            <a:pt x="0" y="14383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75" name="Forme libre : forme 14874">
                      <a:extLst>
                        <a:ext uri="{FF2B5EF4-FFF2-40B4-BE49-F238E27FC236}">
                          <a16:creationId xmlns:a16="http://schemas.microsoft.com/office/drawing/2014/main" id="{A130C52B-FF12-4AA5-BF33-6945FEB6EB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15078" y="1973378"/>
                      <a:ext cx="49089" cy="67032"/>
                    </a:xfrm>
                    <a:custGeom>
                      <a:avLst/>
                      <a:gdLst>
                        <a:gd name="connsiteX0" fmla="*/ 40421 w 49089"/>
                        <a:gd name="connsiteY0" fmla="*/ 1345 h 67032"/>
                        <a:gd name="connsiteX1" fmla="*/ 3560 w 49089"/>
                        <a:gd name="connsiteY1" fmla="*/ 23348 h 67032"/>
                        <a:gd name="connsiteX2" fmla="*/ 13180 w 49089"/>
                        <a:gd name="connsiteY2" fmla="*/ 65162 h 67032"/>
                        <a:gd name="connsiteX3" fmla="*/ 49089 w 49089"/>
                        <a:gd name="connsiteY3" fmla="*/ 47541 h 67032"/>
                        <a:gd name="connsiteX4" fmla="*/ 48994 w 49089"/>
                        <a:gd name="connsiteY4" fmla="*/ 7822 h 67032"/>
                        <a:gd name="connsiteX5" fmla="*/ 40421 w 49089"/>
                        <a:gd name="connsiteY5" fmla="*/ 1345 h 67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9089" h="67032">
                          <a:moveTo>
                            <a:pt x="40421" y="1345"/>
                          </a:moveTo>
                          <a:cubicBezTo>
                            <a:pt x="26991" y="-3799"/>
                            <a:pt x="10799" y="6298"/>
                            <a:pt x="3560" y="23348"/>
                          </a:cubicBezTo>
                          <a:cubicBezTo>
                            <a:pt x="-3679" y="40492"/>
                            <a:pt x="416" y="59066"/>
                            <a:pt x="13180" y="65162"/>
                          </a:cubicBezTo>
                          <a:cubicBezTo>
                            <a:pt x="25086" y="70877"/>
                            <a:pt x="40707" y="63067"/>
                            <a:pt x="49089" y="47541"/>
                          </a:cubicBezTo>
                          <a:lnTo>
                            <a:pt x="48994" y="7822"/>
                          </a:lnTo>
                          <a:cubicBezTo>
                            <a:pt x="46708" y="4964"/>
                            <a:pt x="43851" y="2678"/>
                            <a:pt x="40421" y="134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76" name="Forme libre : forme 14875">
                      <a:extLst>
                        <a:ext uri="{FF2B5EF4-FFF2-40B4-BE49-F238E27FC236}">
                          <a16:creationId xmlns:a16="http://schemas.microsoft.com/office/drawing/2014/main" id="{2F562183-6884-4773-9327-ECB3F4910B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4072" y="1981200"/>
                      <a:ext cx="952" cy="39719"/>
                    </a:xfrm>
                    <a:custGeom>
                      <a:avLst/>
                      <a:gdLst>
                        <a:gd name="connsiteX0" fmla="*/ 0 w 952"/>
                        <a:gd name="connsiteY0" fmla="*/ 0 h 39719"/>
                        <a:gd name="connsiteX1" fmla="*/ 95 w 952"/>
                        <a:gd name="connsiteY1" fmla="*/ 39719 h 39719"/>
                        <a:gd name="connsiteX2" fmla="*/ 952 w 952"/>
                        <a:gd name="connsiteY2" fmla="*/ 38005 h 39719"/>
                        <a:gd name="connsiteX3" fmla="*/ 952 w 952"/>
                        <a:gd name="connsiteY3" fmla="*/ 1429 h 39719"/>
                        <a:gd name="connsiteX4" fmla="*/ 0 w 952"/>
                        <a:gd name="connsiteY4" fmla="*/ 0 h 39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2" h="39719">
                          <a:moveTo>
                            <a:pt x="0" y="0"/>
                          </a:moveTo>
                          <a:lnTo>
                            <a:pt x="95" y="39719"/>
                          </a:lnTo>
                          <a:cubicBezTo>
                            <a:pt x="381" y="39148"/>
                            <a:pt x="667" y="38576"/>
                            <a:pt x="952" y="38005"/>
                          </a:cubicBezTo>
                          <a:lnTo>
                            <a:pt x="952" y="1429"/>
                          </a:lnTo>
                          <a:cubicBezTo>
                            <a:pt x="667" y="1048"/>
                            <a:pt x="381" y="47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77" name="Forme libre : forme 14876">
                      <a:extLst>
                        <a:ext uri="{FF2B5EF4-FFF2-40B4-BE49-F238E27FC236}">
                          <a16:creationId xmlns:a16="http://schemas.microsoft.com/office/drawing/2014/main" id="{CEF6F64F-C61F-4EF8-870E-B53229A417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5024" y="1982724"/>
                      <a:ext cx="4806" cy="36575"/>
                    </a:xfrm>
                    <a:custGeom>
                      <a:avLst/>
                      <a:gdLst>
                        <a:gd name="connsiteX0" fmla="*/ 0 w 4806"/>
                        <a:gd name="connsiteY0" fmla="*/ 0 h 36575"/>
                        <a:gd name="connsiteX1" fmla="*/ 0 w 4806"/>
                        <a:gd name="connsiteY1" fmla="*/ 36576 h 36575"/>
                        <a:gd name="connsiteX2" fmla="*/ 1238 w 4806"/>
                        <a:gd name="connsiteY2" fmla="*/ 34290 h 36575"/>
                        <a:gd name="connsiteX3" fmla="*/ 0 w 4806"/>
                        <a:gd name="connsiteY3" fmla="*/ 0 h 36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806" h="36575">
                          <a:moveTo>
                            <a:pt x="0" y="0"/>
                          </a:moveTo>
                          <a:lnTo>
                            <a:pt x="0" y="36576"/>
                          </a:lnTo>
                          <a:cubicBezTo>
                            <a:pt x="381" y="35814"/>
                            <a:pt x="858" y="35052"/>
                            <a:pt x="1238" y="34290"/>
                          </a:cubicBezTo>
                          <a:cubicBezTo>
                            <a:pt x="6668" y="21526"/>
                            <a:pt x="5620" y="847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78" name="Forme libre : forme 14877">
                      <a:extLst>
                        <a:ext uri="{FF2B5EF4-FFF2-40B4-BE49-F238E27FC236}">
                          <a16:creationId xmlns:a16="http://schemas.microsoft.com/office/drawing/2014/main" id="{23F8355F-34F6-4247-B044-721B8DC0F2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77096" y="1999011"/>
                      <a:ext cx="87261" cy="77238"/>
                    </a:xfrm>
                    <a:custGeom>
                      <a:avLst/>
                      <a:gdLst>
                        <a:gd name="connsiteX0" fmla="*/ 75737 w 87261"/>
                        <a:gd name="connsiteY0" fmla="*/ 6001 h 77238"/>
                        <a:gd name="connsiteX1" fmla="*/ 37922 w 87261"/>
                        <a:gd name="connsiteY1" fmla="*/ 21717 h 77238"/>
                        <a:gd name="connsiteX2" fmla="*/ 13 w 87261"/>
                        <a:gd name="connsiteY2" fmla="*/ 40481 h 77238"/>
                        <a:gd name="connsiteX3" fmla="*/ 34589 w 87261"/>
                        <a:gd name="connsiteY3" fmla="*/ 68199 h 77238"/>
                        <a:gd name="connsiteX4" fmla="*/ 56877 w 87261"/>
                        <a:gd name="connsiteY4" fmla="*/ 77057 h 77238"/>
                        <a:gd name="connsiteX5" fmla="*/ 87262 w 87261"/>
                        <a:gd name="connsiteY5" fmla="*/ 65342 h 77238"/>
                        <a:gd name="connsiteX6" fmla="*/ 87072 w 87261"/>
                        <a:gd name="connsiteY6" fmla="*/ 0 h 77238"/>
                        <a:gd name="connsiteX7" fmla="*/ 75737 w 87261"/>
                        <a:gd name="connsiteY7" fmla="*/ 6001 h 77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7261" h="77238">
                          <a:moveTo>
                            <a:pt x="75737" y="6001"/>
                          </a:moveTo>
                          <a:cubicBezTo>
                            <a:pt x="64307" y="13525"/>
                            <a:pt x="51162" y="18764"/>
                            <a:pt x="37922" y="21717"/>
                          </a:cubicBezTo>
                          <a:cubicBezTo>
                            <a:pt x="26302" y="24194"/>
                            <a:pt x="775" y="25718"/>
                            <a:pt x="13" y="40481"/>
                          </a:cubicBezTo>
                          <a:cubicBezTo>
                            <a:pt x="-654" y="54007"/>
                            <a:pt x="24683" y="62770"/>
                            <a:pt x="34589" y="68199"/>
                          </a:cubicBezTo>
                          <a:cubicBezTo>
                            <a:pt x="41637" y="72104"/>
                            <a:pt x="48876" y="76200"/>
                            <a:pt x="56877" y="77057"/>
                          </a:cubicBezTo>
                          <a:cubicBezTo>
                            <a:pt x="67926" y="78296"/>
                            <a:pt x="78594" y="73057"/>
                            <a:pt x="87262" y="65342"/>
                          </a:cubicBezTo>
                          <a:lnTo>
                            <a:pt x="87072" y="0"/>
                          </a:lnTo>
                          <a:cubicBezTo>
                            <a:pt x="82976" y="1143"/>
                            <a:pt x="79261" y="3715"/>
                            <a:pt x="75737" y="600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79" name="Forme libre : forme 14878">
                      <a:extLst>
                        <a:ext uri="{FF2B5EF4-FFF2-40B4-BE49-F238E27FC236}">
                          <a16:creationId xmlns:a16="http://schemas.microsoft.com/office/drawing/2014/main" id="{AC3DB134-B4F2-4A9B-A1F7-CC1BBEAA21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6431" y="2012065"/>
                      <a:ext cx="18624" cy="32464"/>
                    </a:xfrm>
                    <a:custGeom>
                      <a:avLst/>
                      <a:gdLst>
                        <a:gd name="connsiteX0" fmla="*/ 6489 w 18624"/>
                        <a:gd name="connsiteY0" fmla="*/ 27904 h 32464"/>
                        <a:gd name="connsiteX1" fmla="*/ 10680 w 18624"/>
                        <a:gd name="connsiteY1" fmla="*/ 31809 h 32464"/>
                        <a:gd name="connsiteX2" fmla="*/ 16109 w 18624"/>
                        <a:gd name="connsiteY2" fmla="*/ 31619 h 32464"/>
                        <a:gd name="connsiteX3" fmla="*/ 18110 w 18624"/>
                        <a:gd name="connsiteY3" fmla="*/ 27047 h 32464"/>
                        <a:gd name="connsiteX4" fmla="*/ 18395 w 18624"/>
                        <a:gd name="connsiteY4" fmla="*/ 13902 h 32464"/>
                        <a:gd name="connsiteX5" fmla="*/ 17252 w 18624"/>
                        <a:gd name="connsiteY5" fmla="*/ 8568 h 32464"/>
                        <a:gd name="connsiteX6" fmla="*/ 584 w 18624"/>
                        <a:gd name="connsiteY6" fmla="*/ 4758 h 32464"/>
                        <a:gd name="connsiteX7" fmla="*/ 6489 w 18624"/>
                        <a:gd name="connsiteY7" fmla="*/ 27904 h 32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624" h="32464">
                          <a:moveTo>
                            <a:pt x="6489" y="27904"/>
                          </a:moveTo>
                          <a:cubicBezTo>
                            <a:pt x="7632" y="29428"/>
                            <a:pt x="8966" y="30952"/>
                            <a:pt x="10680" y="31809"/>
                          </a:cubicBezTo>
                          <a:cubicBezTo>
                            <a:pt x="12394" y="32666"/>
                            <a:pt x="14681" y="32762"/>
                            <a:pt x="16109" y="31619"/>
                          </a:cubicBezTo>
                          <a:cubicBezTo>
                            <a:pt x="17443" y="30571"/>
                            <a:pt x="17824" y="28761"/>
                            <a:pt x="18110" y="27047"/>
                          </a:cubicBezTo>
                          <a:cubicBezTo>
                            <a:pt x="18681" y="22665"/>
                            <a:pt x="18777" y="18284"/>
                            <a:pt x="18395" y="13902"/>
                          </a:cubicBezTo>
                          <a:cubicBezTo>
                            <a:pt x="18205" y="12092"/>
                            <a:pt x="18014" y="10283"/>
                            <a:pt x="17252" y="8568"/>
                          </a:cubicBezTo>
                          <a:cubicBezTo>
                            <a:pt x="14109" y="1520"/>
                            <a:pt x="3251" y="-4576"/>
                            <a:pt x="584" y="4758"/>
                          </a:cubicBezTo>
                          <a:cubicBezTo>
                            <a:pt x="-1416" y="12092"/>
                            <a:pt x="2013" y="21713"/>
                            <a:pt x="6489" y="2790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80" name="Forme libre : forme 14879">
                      <a:extLst>
                        <a:ext uri="{FF2B5EF4-FFF2-40B4-BE49-F238E27FC236}">
                          <a16:creationId xmlns:a16="http://schemas.microsoft.com/office/drawing/2014/main" id="{3FAB4C05-7FD9-44BE-849B-29EB0BA5C3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57492" y="2011013"/>
                      <a:ext cx="26379" cy="62769"/>
                    </a:xfrm>
                    <a:custGeom>
                      <a:avLst/>
                      <a:gdLst>
                        <a:gd name="connsiteX0" fmla="*/ 2948 w 26379"/>
                        <a:gd name="connsiteY0" fmla="*/ 0 h 62769"/>
                        <a:gd name="connsiteX1" fmla="*/ 1234 w 26379"/>
                        <a:gd name="connsiteY1" fmla="*/ 6096 h 62769"/>
                        <a:gd name="connsiteX2" fmla="*/ 186 w 26379"/>
                        <a:gd name="connsiteY2" fmla="*/ 21241 h 62769"/>
                        <a:gd name="connsiteX3" fmla="*/ 26380 w 26379"/>
                        <a:gd name="connsiteY3" fmla="*/ 62770 h 62769"/>
                        <a:gd name="connsiteX4" fmla="*/ 11521 w 26379"/>
                        <a:gd name="connsiteY4" fmla="*/ 44482 h 62769"/>
                        <a:gd name="connsiteX5" fmla="*/ 3139 w 26379"/>
                        <a:gd name="connsiteY5" fmla="*/ 24670 h 62769"/>
                        <a:gd name="connsiteX6" fmla="*/ 2948 w 26379"/>
                        <a:gd name="connsiteY6" fmla="*/ 0 h 62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379" h="62769">
                          <a:moveTo>
                            <a:pt x="2948" y="0"/>
                          </a:moveTo>
                          <a:cubicBezTo>
                            <a:pt x="2948" y="0"/>
                            <a:pt x="1996" y="2286"/>
                            <a:pt x="1234" y="6096"/>
                          </a:cubicBezTo>
                          <a:cubicBezTo>
                            <a:pt x="472" y="9906"/>
                            <a:pt x="-385" y="15145"/>
                            <a:pt x="186" y="21241"/>
                          </a:cubicBezTo>
                          <a:cubicBezTo>
                            <a:pt x="1329" y="33528"/>
                            <a:pt x="6663" y="48863"/>
                            <a:pt x="26380" y="62770"/>
                          </a:cubicBezTo>
                          <a:cubicBezTo>
                            <a:pt x="26380" y="62770"/>
                            <a:pt x="18379" y="55721"/>
                            <a:pt x="11521" y="44482"/>
                          </a:cubicBezTo>
                          <a:cubicBezTo>
                            <a:pt x="8187" y="38862"/>
                            <a:pt x="4949" y="32194"/>
                            <a:pt x="3139" y="24670"/>
                          </a:cubicBezTo>
                          <a:cubicBezTo>
                            <a:pt x="1234" y="17145"/>
                            <a:pt x="948" y="9049"/>
                            <a:pt x="294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81" name="Forme libre : forme 14880">
                      <a:extLst>
                        <a:ext uri="{FF2B5EF4-FFF2-40B4-BE49-F238E27FC236}">
                          <a16:creationId xmlns:a16="http://schemas.microsoft.com/office/drawing/2014/main" id="{F9535612-CD6B-4A13-8FF8-AA4A03366C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17009" y="1985834"/>
                      <a:ext cx="22018" cy="22367"/>
                    </a:xfrm>
                    <a:custGeom>
                      <a:avLst/>
                      <a:gdLst>
                        <a:gd name="connsiteX0" fmla="*/ 20011 w 22018"/>
                        <a:gd name="connsiteY0" fmla="*/ 1367 h 22367"/>
                        <a:gd name="connsiteX1" fmla="*/ 17249 w 22018"/>
                        <a:gd name="connsiteY1" fmla="*/ 16702 h 22367"/>
                        <a:gd name="connsiteX2" fmla="*/ 1914 w 22018"/>
                        <a:gd name="connsiteY2" fmla="*/ 20893 h 22367"/>
                        <a:gd name="connsiteX3" fmla="*/ 4676 w 22018"/>
                        <a:gd name="connsiteY3" fmla="*/ 5748 h 22367"/>
                        <a:gd name="connsiteX4" fmla="*/ 20011 w 22018"/>
                        <a:gd name="connsiteY4" fmla="*/ 1367 h 22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018" h="22367">
                          <a:moveTo>
                            <a:pt x="20011" y="1367"/>
                          </a:moveTo>
                          <a:cubicBezTo>
                            <a:pt x="23536" y="4319"/>
                            <a:pt x="22297" y="11273"/>
                            <a:pt x="17249" y="16702"/>
                          </a:cubicBezTo>
                          <a:cubicBezTo>
                            <a:pt x="12296" y="22131"/>
                            <a:pt x="5248" y="23941"/>
                            <a:pt x="1914" y="20893"/>
                          </a:cubicBezTo>
                          <a:cubicBezTo>
                            <a:pt x="-1515" y="17845"/>
                            <a:pt x="-182" y="11177"/>
                            <a:pt x="4676" y="5748"/>
                          </a:cubicBezTo>
                          <a:cubicBezTo>
                            <a:pt x="9629" y="414"/>
                            <a:pt x="16487" y="-1586"/>
                            <a:pt x="20011" y="136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82" name="Forme libre : forme 14881">
                      <a:extLst>
                        <a:ext uri="{FF2B5EF4-FFF2-40B4-BE49-F238E27FC236}">
                          <a16:creationId xmlns:a16="http://schemas.microsoft.com/office/drawing/2014/main" id="{88B34262-D19E-4A5D-B043-F16EE354C7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31328" y="1982636"/>
                      <a:ext cx="7384" cy="7128"/>
                    </a:xfrm>
                    <a:custGeom>
                      <a:avLst/>
                      <a:gdLst>
                        <a:gd name="connsiteX0" fmla="*/ 5025 w 7384"/>
                        <a:gd name="connsiteY0" fmla="*/ 278 h 7128"/>
                        <a:gd name="connsiteX1" fmla="*/ 7121 w 7384"/>
                        <a:gd name="connsiteY1" fmla="*/ 4946 h 7128"/>
                        <a:gd name="connsiteX2" fmla="*/ 2359 w 7384"/>
                        <a:gd name="connsiteY2" fmla="*/ 6851 h 7128"/>
                        <a:gd name="connsiteX3" fmla="*/ 263 w 7384"/>
                        <a:gd name="connsiteY3" fmla="*/ 2183 h 7128"/>
                        <a:gd name="connsiteX4" fmla="*/ 5025 w 7384"/>
                        <a:gd name="connsiteY4" fmla="*/ 278 h 7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84" h="7128">
                          <a:moveTo>
                            <a:pt x="5025" y="278"/>
                          </a:moveTo>
                          <a:cubicBezTo>
                            <a:pt x="6930" y="1040"/>
                            <a:pt x="7883" y="3136"/>
                            <a:pt x="7121" y="4946"/>
                          </a:cubicBezTo>
                          <a:cubicBezTo>
                            <a:pt x="6359" y="6755"/>
                            <a:pt x="4264" y="7613"/>
                            <a:pt x="2359" y="6851"/>
                          </a:cubicBezTo>
                          <a:cubicBezTo>
                            <a:pt x="454" y="6089"/>
                            <a:pt x="-499" y="3993"/>
                            <a:pt x="263" y="2183"/>
                          </a:cubicBezTo>
                          <a:cubicBezTo>
                            <a:pt x="1025" y="374"/>
                            <a:pt x="3121" y="-484"/>
                            <a:pt x="5025" y="2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83" name="Forme libre : forme 14882">
                      <a:extLst>
                        <a:ext uri="{FF2B5EF4-FFF2-40B4-BE49-F238E27FC236}">
                          <a16:creationId xmlns:a16="http://schemas.microsoft.com/office/drawing/2014/main" id="{B25218B3-BA18-4008-8500-22D522215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0877" y="1948877"/>
                      <a:ext cx="78117" cy="44263"/>
                    </a:xfrm>
                    <a:custGeom>
                      <a:avLst/>
                      <a:gdLst>
                        <a:gd name="connsiteX0" fmla="*/ 70431 w 78117"/>
                        <a:gd name="connsiteY0" fmla="*/ 6701 h 44263"/>
                        <a:gd name="connsiteX1" fmla="*/ 38236 w 78117"/>
                        <a:gd name="connsiteY1" fmla="*/ 33 h 44263"/>
                        <a:gd name="connsiteX2" fmla="*/ 15472 w 78117"/>
                        <a:gd name="connsiteY2" fmla="*/ 7367 h 44263"/>
                        <a:gd name="connsiteX3" fmla="*/ 2042 w 78117"/>
                        <a:gd name="connsiteY3" fmla="*/ 42038 h 44263"/>
                        <a:gd name="connsiteX4" fmla="*/ 35665 w 78117"/>
                        <a:gd name="connsiteY4" fmla="*/ 23465 h 44263"/>
                        <a:gd name="connsiteX5" fmla="*/ 69288 w 78117"/>
                        <a:gd name="connsiteY5" fmla="*/ 19940 h 44263"/>
                        <a:gd name="connsiteX6" fmla="*/ 78052 w 78117"/>
                        <a:gd name="connsiteY6" fmla="*/ 14987 h 44263"/>
                        <a:gd name="connsiteX7" fmla="*/ 70431 w 78117"/>
                        <a:gd name="connsiteY7" fmla="*/ 6701 h 44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8117" h="44263">
                          <a:moveTo>
                            <a:pt x="70431" y="6701"/>
                          </a:moveTo>
                          <a:cubicBezTo>
                            <a:pt x="60144" y="2605"/>
                            <a:pt x="49190" y="-348"/>
                            <a:pt x="38236" y="33"/>
                          </a:cubicBezTo>
                          <a:cubicBezTo>
                            <a:pt x="30045" y="319"/>
                            <a:pt x="21854" y="2700"/>
                            <a:pt x="15472" y="7367"/>
                          </a:cubicBezTo>
                          <a:cubicBezTo>
                            <a:pt x="8614" y="12606"/>
                            <a:pt x="-5197" y="32609"/>
                            <a:pt x="2042" y="42038"/>
                          </a:cubicBezTo>
                          <a:cubicBezTo>
                            <a:pt x="9376" y="51754"/>
                            <a:pt x="29569" y="26703"/>
                            <a:pt x="35665" y="23465"/>
                          </a:cubicBezTo>
                          <a:cubicBezTo>
                            <a:pt x="45571" y="18512"/>
                            <a:pt x="57858" y="20607"/>
                            <a:pt x="69288" y="19940"/>
                          </a:cubicBezTo>
                          <a:cubicBezTo>
                            <a:pt x="72908" y="19750"/>
                            <a:pt x="77385" y="18512"/>
                            <a:pt x="78052" y="14987"/>
                          </a:cubicBezTo>
                          <a:cubicBezTo>
                            <a:pt x="78718" y="11082"/>
                            <a:pt x="74241" y="8225"/>
                            <a:pt x="70431" y="670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60" name="Graphique 1">
                    <a:extLst>
                      <a:ext uri="{FF2B5EF4-FFF2-40B4-BE49-F238E27FC236}">
                        <a16:creationId xmlns:a16="http://schemas.microsoft.com/office/drawing/2014/main" id="{F5EA1527-1234-4DB7-9375-6B911A10A397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82" y="1794847"/>
                    <a:ext cx="61894" cy="153395"/>
                    <a:chOff x="8102082" y="1794847"/>
                    <a:chExt cx="61894" cy="153395"/>
                  </a:xfrm>
                  <a:solidFill>
                    <a:schemeClr val="accent1"/>
                  </a:solidFill>
                </p:grpSpPr>
                <p:sp>
                  <p:nvSpPr>
                    <p:cNvPr id="14861" name="Forme libre : forme 14860">
                      <a:extLst>
                        <a:ext uri="{FF2B5EF4-FFF2-40B4-BE49-F238E27FC236}">
                          <a16:creationId xmlns:a16="http://schemas.microsoft.com/office/drawing/2014/main" id="{B7DC0D60-793E-4C61-B9AB-3FD9E5255C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02082" y="1794847"/>
                      <a:ext cx="61799" cy="153395"/>
                    </a:xfrm>
                    <a:custGeom>
                      <a:avLst/>
                      <a:gdLst>
                        <a:gd name="connsiteX0" fmla="*/ 6745 w 61799"/>
                        <a:gd name="connsiteY0" fmla="*/ 41572 h 153395"/>
                        <a:gd name="connsiteX1" fmla="*/ 173 w 61799"/>
                        <a:gd name="connsiteY1" fmla="*/ 97103 h 153395"/>
                        <a:gd name="connsiteX2" fmla="*/ 268 w 61799"/>
                        <a:gd name="connsiteY2" fmla="*/ 98913 h 153395"/>
                        <a:gd name="connsiteX3" fmla="*/ 1030 w 61799"/>
                        <a:gd name="connsiteY3" fmla="*/ 99103 h 153395"/>
                        <a:gd name="connsiteX4" fmla="*/ 2173 w 61799"/>
                        <a:gd name="connsiteY4" fmla="*/ 99484 h 153395"/>
                        <a:gd name="connsiteX5" fmla="*/ 2554 w 61799"/>
                        <a:gd name="connsiteY5" fmla="*/ 101008 h 153395"/>
                        <a:gd name="connsiteX6" fmla="*/ 2744 w 61799"/>
                        <a:gd name="connsiteY6" fmla="*/ 103199 h 153395"/>
                        <a:gd name="connsiteX7" fmla="*/ 8364 w 61799"/>
                        <a:gd name="connsiteY7" fmla="*/ 120058 h 153395"/>
                        <a:gd name="connsiteX8" fmla="*/ 36939 w 61799"/>
                        <a:gd name="connsiteY8" fmla="*/ 144442 h 153395"/>
                        <a:gd name="connsiteX9" fmla="*/ 61799 w 61799"/>
                        <a:gd name="connsiteY9" fmla="*/ 153396 h 153395"/>
                        <a:gd name="connsiteX10" fmla="*/ 61323 w 61799"/>
                        <a:gd name="connsiteY10" fmla="*/ 329 h 153395"/>
                        <a:gd name="connsiteX11" fmla="*/ 6745 w 61799"/>
                        <a:gd name="connsiteY11" fmla="*/ 41572 h 153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1799" h="153395">
                          <a:moveTo>
                            <a:pt x="6745" y="41572"/>
                          </a:moveTo>
                          <a:lnTo>
                            <a:pt x="173" y="97103"/>
                          </a:lnTo>
                          <a:cubicBezTo>
                            <a:pt x="-113" y="99389"/>
                            <a:pt x="-18" y="98913"/>
                            <a:pt x="268" y="98913"/>
                          </a:cubicBezTo>
                          <a:lnTo>
                            <a:pt x="1030" y="99103"/>
                          </a:lnTo>
                          <a:cubicBezTo>
                            <a:pt x="1316" y="99198"/>
                            <a:pt x="1696" y="99389"/>
                            <a:pt x="2173" y="99484"/>
                          </a:cubicBezTo>
                          <a:cubicBezTo>
                            <a:pt x="2554" y="99294"/>
                            <a:pt x="2459" y="100437"/>
                            <a:pt x="2554" y="101008"/>
                          </a:cubicBezTo>
                          <a:lnTo>
                            <a:pt x="2744" y="103199"/>
                          </a:lnTo>
                          <a:cubicBezTo>
                            <a:pt x="3506" y="109009"/>
                            <a:pt x="5411" y="114724"/>
                            <a:pt x="8364" y="120058"/>
                          </a:cubicBezTo>
                          <a:cubicBezTo>
                            <a:pt x="14270" y="130726"/>
                            <a:pt x="24081" y="139775"/>
                            <a:pt x="36939" y="144442"/>
                          </a:cubicBezTo>
                          <a:lnTo>
                            <a:pt x="61799" y="153396"/>
                          </a:lnTo>
                          <a:lnTo>
                            <a:pt x="61323" y="329"/>
                          </a:lnTo>
                          <a:cubicBezTo>
                            <a:pt x="34367" y="-2719"/>
                            <a:pt x="9793" y="15759"/>
                            <a:pt x="6745" y="4157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62" name="Forme libre : forme 14861">
                      <a:extLst>
                        <a:ext uri="{FF2B5EF4-FFF2-40B4-BE49-F238E27FC236}">
                          <a16:creationId xmlns:a16="http://schemas.microsoft.com/office/drawing/2014/main" id="{780F3274-ADF3-4037-903D-0D074BB01C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59309" y="1945004"/>
                      <a:ext cx="4667" cy="3238"/>
                    </a:xfrm>
                    <a:custGeom>
                      <a:avLst/>
                      <a:gdLst>
                        <a:gd name="connsiteX0" fmla="*/ 0 w 4667"/>
                        <a:gd name="connsiteY0" fmla="*/ 1524 h 3238"/>
                        <a:gd name="connsiteX1" fmla="*/ 4667 w 4667"/>
                        <a:gd name="connsiteY1" fmla="*/ 3238 h 3238"/>
                        <a:gd name="connsiteX2" fmla="*/ 4667 w 4667"/>
                        <a:gd name="connsiteY2" fmla="*/ 0 h 3238"/>
                        <a:gd name="connsiteX3" fmla="*/ 0 w 4667"/>
                        <a:gd name="connsiteY3" fmla="*/ 1524 h 3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667" h="3238">
                          <a:moveTo>
                            <a:pt x="0" y="1524"/>
                          </a:moveTo>
                          <a:lnTo>
                            <a:pt x="4667" y="3238"/>
                          </a:lnTo>
                          <a:lnTo>
                            <a:pt x="4667" y="0"/>
                          </a:lnTo>
                          <a:cubicBezTo>
                            <a:pt x="3143" y="476"/>
                            <a:pt x="1619" y="1143"/>
                            <a:pt x="0" y="152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63" name="Forme libre : forme 14862">
                      <a:extLst>
                        <a:ext uri="{FF2B5EF4-FFF2-40B4-BE49-F238E27FC236}">
                          <a16:creationId xmlns:a16="http://schemas.microsoft.com/office/drawing/2014/main" id="{C9D46FC1-F3BA-42C5-895E-83B790BDB7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52042" y="1835753"/>
                      <a:ext cx="11839" cy="56864"/>
                    </a:xfrm>
                    <a:custGeom>
                      <a:avLst/>
                      <a:gdLst>
                        <a:gd name="connsiteX0" fmla="*/ 314 w 11839"/>
                        <a:gd name="connsiteY0" fmla="*/ 23908 h 56864"/>
                        <a:gd name="connsiteX1" fmla="*/ 11839 w 11839"/>
                        <a:gd name="connsiteY1" fmla="*/ 56864 h 56864"/>
                        <a:gd name="connsiteX2" fmla="*/ 11649 w 11839"/>
                        <a:gd name="connsiteY2" fmla="*/ 0 h 56864"/>
                        <a:gd name="connsiteX3" fmla="*/ 314 w 11839"/>
                        <a:gd name="connsiteY3" fmla="*/ 23908 h 56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839" h="56864">
                          <a:moveTo>
                            <a:pt x="314" y="23908"/>
                          </a:moveTo>
                          <a:cubicBezTo>
                            <a:pt x="-1305" y="37719"/>
                            <a:pt x="3457" y="50387"/>
                            <a:pt x="11839" y="56864"/>
                          </a:cubicBezTo>
                          <a:lnTo>
                            <a:pt x="11649" y="0"/>
                          </a:lnTo>
                          <a:cubicBezTo>
                            <a:pt x="5743" y="5620"/>
                            <a:pt x="1457" y="14097"/>
                            <a:pt x="314" y="23908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64" name="Forme libre : forme 14863">
                      <a:extLst>
                        <a:ext uri="{FF2B5EF4-FFF2-40B4-BE49-F238E27FC236}">
                          <a16:creationId xmlns:a16="http://schemas.microsoft.com/office/drawing/2014/main" id="{1AF6EEEB-6B88-4411-A929-3D335F43BB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54451" y="1879377"/>
                      <a:ext cx="9334" cy="13239"/>
                    </a:xfrm>
                    <a:custGeom>
                      <a:avLst/>
                      <a:gdLst>
                        <a:gd name="connsiteX0" fmla="*/ 0 w 9334"/>
                        <a:gd name="connsiteY0" fmla="*/ 0 h 13239"/>
                        <a:gd name="connsiteX1" fmla="*/ 9334 w 9334"/>
                        <a:gd name="connsiteY1" fmla="*/ 13240 h 13239"/>
                        <a:gd name="connsiteX2" fmla="*/ 9334 w 9334"/>
                        <a:gd name="connsiteY2" fmla="*/ 381 h 13239"/>
                        <a:gd name="connsiteX3" fmla="*/ 0 w 9334"/>
                        <a:gd name="connsiteY3" fmla="*/ 0 h 13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334" h="13239">
                          <a:moveTo>
                            <a:pt x="0" y="0"/>
                          </a:moveTo>
                          <a:cubicBezTo>
                            <a:pt x="2000" y="5525"/>
                            <a:pt x="5334" y="10096"/>
                            <a:pt x="9334" y="13240"/>
                          </a:cubicBezTo>
                          <a:lnTo>
                            <a:pt x="9334" y="381"/>
                          </a:lnTo>
                          <a:cubicBezTo>
                            <a:pt x="6191" y="571"/>
                            <a:pt x="3048" y="571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65" name="Forme libre : forme 14864">
                      <a:extLst>
                        <a:ext uri="{FF2B5EF4-FFF2-40B4-BE49-F238E27FC236}">
                          <a16:creationId xmlns:a16="http://schemas.microsoft.com/office/drawing/2014/main" id="{25B41278-753E-4ACF-AB85-9DD066FAF4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58144" y="1840991"/>
                      <a:ext cx="5641" cy="41909"/>
                    </a:xfrm>
                    <a:custGeom>
                      <a:avLst/>
                      <a:gdLst>
                        <a:gd name="connsiteX0" fmla="*/ 308 w 5641"/>
                        <a:gd name="connsiteY0" fmla="*/ 15907 h 41909"/>
                        <a:gd name="connsiteX1" fmla="*/ 5642 w 5641"/>
                        <a:gd name="connsiteY1" fmla="*/ 41910 h 41909"/>
                        <a:gd name="connsiteX2" fmla="*/ 5547 w 5641"/>
                        <a:gd name="connsiteY2" fmla="*/ 0 h 41909"/>
                        <a:gd name="connsiteX3" fmla="*/ 308 w 5641"/>
                        <a:gd name="connsiteY3" fmla="*/ 15907 h 419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41" h="41909">
                          <a:moveTo>
                            <a:pt x="308" y="15907"/>
                          </a:moveTo>
                          <a:cubicBezTo>
                            <a:pt x="-835" y="25813"/>
                            <a:pt x="1261" y="35052"/>
                            <a:pt x="5642" y="41910"/>
                          </a:cubicBezTo>
                          <a:lnTo>
                            <a:pt x="5547" y="0"/>
                          </a:lnTo>
                          <a:cubicBezTo>
                            <a:pt x="2880" y="4667"/>
                            <a:pt x="975" y="10001"/>
                            <a:pt x="308" y="1590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66" name="Forme libre : forme 14865">
                      <a:extLst>
                        <a:ext uri="{FF2B5EF4-FFF2-40B4-BE49-F238E27FC236}">
                          <a16:creationId xmlns:a16="http://schemas.microsoft.com/office/drawing/2014/main" id="{6DBAD10C-553F-4B34-A6E2-10BA8980E7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31570" y="1880044"/>
                      <a:ext cx="32311" cy="44862"/>
                    </a:xfrm>
                    <a:custGeom>
                      <a:avLst/>
                      <a:gdLst>
                        <a:gd name="connsiteX0" fmla="*/ 30311 w 32311"/>
                        <a:gd name="connsiteY0" fmla="*/ 1238 h 44862"/>
                        <a:gd name="connsiteX1" fmla="*/ 9737 w 32311"/>
                        <a:gd name="connsiteY1" fmla="*/ 13240 h 44862"/>
                        <a:gd name="connsiteX2" fmla="*/ 212 w 32311"/>
                        <a:gd name="connsiteY2" fmla="*/ 24860 h 44862"/>
                        <a:gd name="connsiteX3" fmla="*/ 32311 w 32311"/>
                        <a:gd name="connsiteY3" fmla="*/ 44863 h 44862"/>
                        <a:gd name="connsiteX4" fmla="*/ 32216 w 32311"/>
                        <a:gd name="connsiteY4" fmla="*/ 0 h 44862"/>
                        <a:gd name="connsiteX5" fmla="*/ 30311 w 32311"/>
                        <a:gd name="connsiteY5" fmla="*/ 1238 h 44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311" h="44862">
                          <a:moveTo>
                            <a:pt x="30311" y="1238"/>
                          </a:moveTo>
                          <a:cubicBezTo>
                            <a:pt x="25167" y="4191"/>
                            <a:pt x="16595" y="8096"/>
                            <a:pt x="9737" y="13240"/>
                          </a:cubicBezTo>
                          <a:cubicBezTo>
                            <a:pt x="2593" y="20574"/>
                            <a:pt x="-931" y="18764"/>
                            <a:pt x="212" y="24860"/>
                          </a:cubicBezTo>
                          <a:cubicBezTo>
                            <a:pt x="1355" y="36100"/>
                            <a:pt x="20024" y="41243"/>
                            <a:pt x="32311" y="44863"/>
                          </a:cubicBezTo>
                          <a:lnTo>
                            <a:pt x="32216" y="0"/>
                          </a:lnTo>
                          <a:cubicBezTo>
                            <a:pt x="31549" y="381"/>
                            <a:pt x="30883" y="857"/>
                            <a:pt x="30311" y="123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67" name="Forme libre : forme 14866">
                      <a:extLst>
                        <a:ext uri="{FF2B5EF4-FFF2-40B4-BE49-F238E27FC236}">
                          <a16:creationId xmlns:a16="http://schemas.microsoft.com/office/drawing/2014/main" id="{C01DDA15-2BEE-4EEC-8A61-F1ECDCF725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34054" y="1879645"/>
                      <a:ext cx="24087" cy="27598"/>
                    </a:xfrm>
                    <a:custGeom>
                      <a:avLst/>
                      <a:gdLst>
                        <a:gd name="connsiteX0" fmla="*/ 19826 w 24087"/>
                        <a:gd name="connsiteY0" fmla="*/ 9924 h 27598"/>
                        <a:gd name="connsiteX1" fmla="*/ 17063 w 24087"/>
                        <a:gd name="connsiteY1" fmla="*/ 5162 h 27598"/>
                        <a:gd name="connsiteX2" fmla="*/ 13 w 24087"/>
                        <a:gd name="connsiteY2" fmla="*/ 6781 h 27598"/>
                        <a:gd name="connsiteX3" fmla="*/ 4204 w 24087"/>
                        <a:gd name="connsiteY3" fmla="*/ 18402 h 27598"/>
                        <a:gd name="connsiteX4" fmla="*/ 13063 w 24087"/>
                        <a:gd name="connsiteY4" fmla="*/ 24879 h 27598"/>
                        <a:gd name="connsiteX5" fmla="*/ 18111 w 24087"/>
                        <a:gd name="connsiteY5" fmla="*/ 27355 h 27598"/>
                        <a:gd name="connsiteX6" fmla="*/ 23445 w 24087"/>
                        <a:gd name="connsiteY6" fmla="*/ 26498 h 27598"/>
                        <a:gd name="connsiteX7" fmla="*/ 23731 w 24087"/>
                        <a:gd name="connsiteY7" fmla="*/ 22402 h 27598"/>
                        <a:gd name="connsiteX8" fmla="*/ 19826 w 24087"/>
                        <a:gd name="connsiteY8" fmla="*/ 9924 h 27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087" h="27598">
                          <a:moveTo>
                            <a:pt x="19826" y="9924"/>
                          </a:moveTo>
                          <a:cubicBezTo>
                            <a:pt x="19063" y="8210"/>
                            <a:pt x="18302" y="6495"/>
                            <a:pt x="17063" y="5162"/>
                          </a:cubicBezTo>
                          <a:cubicBezTo>
                            <a:pt x="11920" y="-648"/>
                            <a:pt x="-463" y="-3315"/>
                            <a:pt x="13" y="6781"/>
                          </a:cubicBezTo>
                          <a:cubicBezTo>
                            <a:pt x="204" y="10686"/>
                            <a:pt x="1823" y="14782"/>
                            <a:pt x="4204" y="18402"/>
                          </a:cubicBezTo>
                          <a:cubicBezTo>
                            <a:pt x="6681" y="20497"/>
                            <a:pt x="10205" y="22878"/>
                            <a:pt x="13063" y="24879"/>
                          </a:cubicBezTo>
                          <a:cubicBezTo>
                            <a:pt x="14587" y="25831"/>
                            <a:pt x="16206" y="26879"/>
                            <a:pt x="18111" y="27355"/>
                          </a:cubicBezTo>
                          <a:cubicBezTo>
                            <a:pt x="20016" y="27831"/>
                            <a:pt x="22207" y="27641"/>
                            <a:pt x="23445" y="26498"/>
                          </a:cubicBezTo>
                          <a:cubicBezTo>
                            <a:pt x="24397" y="25355"/>
                            <a:pt x="24112" y="23736"/>
                            <a:pt x="23731" y="22402"/>
                          </a:cubicBezTo>
                          <a:cubicBezTo>
                            <a:pt x="22778" y="18687"/>
                            <a:pt x="21540" y="13925"/>
                            <a:pt x="19826" y="992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68" name="Forme libre : forme 14867">
                      <a:extLst>
                        <a:ext uri="{FF2B5EF4-FFF2-40B4-BE49-F238E27FC236}">
                          <a16:creationId xmlns:a16="http://schemas.microsoft.com/office/drawing/2014/main" id="{854CE458-4DB5-4CFA-8830-F99A6B6A9E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06541" y="1889569"/>
                      <a:ext cx="37337" cy="48767"/>
                    </a:xfrm>
                    <a:custGeom>
                      <a:avLst/>
                      <a:gdLst>
                        <a:gd name="connsiteX0" fmla="*/ 95 w 37337"/>
                        <a:gd name="connsiteY0" fmla="*/ 0 h 48767"/>
                        <a:gd name="connsiteX1" fmla="*/ 0 w 37337"/>
                        <a:gd name="connsiteY1" fmla="*/ 1905 h 48767"/>
                        <a:gd name="connsiteX2" fmla="*/ 476 w 37337"/>
                        <a:gd name="connsiteY2" fmla="*/ 5048 h 48767"/>
                        <a:gd name="connsiteX3" fmla="*/ 2381 w 37337"/>
                        <a:gd name="connsiteY3" fmla="*/ 6096 h 48767"/>
                        <a:gd name="connsiteX4" fmla="*/ 3810 w 37337"/>
                        <a:gd name="connsiteY4" fmla="*/ 7048 h 48767"/>
                        <a:gd name="connsiteX5" fmla="*/ 4667 w 37337"/>
                        <a:gd name="connsiteY5" fmla="*/ 11430 h 48767"/>
                        <a:gd name="connsiteX6" fmla="*/ 37338 w 37337"/>
                        <a:gd name="connsiteY6" fmla="*/ 48768 h 48767"/>
                        <a:gd name="connsiteX7" fmla="*/ 19526 w 37337"/>
                        <a:gd name="connsiteY7" fmla="*/ 32956 h 48767"/>
                        <a:gd name="connsiteX8" fmla="*/ 8096 w 37337"/>
                        <a:gd name="connsiteY8" fmla="*/ 14383 h 48767"/>
                        <a:gd name="connsiteX9" fmla="*/ 6191 w 37337"/>
                        <a:gd name="connsiteY9" fmla="*/ 8763 h 48767"/>
                        <a:gd name="connsiteX10" fmla="*/ 5715 w 37337"/>
                        <a:gd name="connsiteY10" fmla="*/ 7525 h 48767"/>
                        <a:gd name="connsiteX11" fmla="*/ 4953 w 37337"/>
                        <a:gd name="connsiteY11" fmla="*/ 7144 h 48767"/>
                        <a:gd name="connsiteX12" fmla="*/ 3619 w 37337"/>
                        <a:gd name="connsiteY12" fmla="*/ 6382 h 48767"/>
                        <a:gd name="connsiteX13" fmla="*/ 95 w 37337"/>
                        <a:gd name="connsiteY13" fmla="*/ 0 h 48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37337" h="48767">
                          <a:moveTo>
                            <a:pt x="95" y="0"/>
                          </a:moveTo>
                          <a:cubicBezTo>
                            <a:pt x="95" y="0"/>
                            <a:pt x="95" y="667"/>
                            <a:pt x="0" y="1905"/>
                          </a:cubicBezTo>
                          <a:cubicBezTo>
                            <a:pt x="0" y="2953"/>
                            <a:pt x="0" y="5525"/>
                            <a:pt x="476" y="5048"/>
                          </a:cubicBezTo>
                          <a:cubicBezTo>
                            <a:pt x="952" y="5239"/>
                            <a:pt x="1619" y="5620"/>
                            <a:pt x="2381" y="6096"/>
                          </a:cubicBezTo>
                          <a:cubicBezTo>
                            <a:pt x="2762" y="6382"/>
                            <a:pt x="3334" y="6477"/>
                            <a:pt x="3810" y="7048"/>
                          </a:cubicBezTo>
                          <a:cubicBezTo>
                            <a:pt x="4000" y="8382"/>
                            <a:pt x="4286" y="9906"/>
                            <a:pt x="4667" y="11430"/>
                          </a:cubicBezTo>
                          <a:cubicBezTo>
                            <a:pt x="7525" y="23431"/>
                            <a:pt x="15430" y="38386"/>
                            <a:pt x="37338" y="48768"/>
                          </a:cubicBezTo>
                          <a:cubicBezTo>
                            <a:pt x="37338" y="48768"/>
                            <a:pt x="28194" y="43148"/>
                            <a:pt x="19526" y="32956"/>
                          </a:cubicBezTo>
                          <a:cubicBezTo>
                            <a:pt x="15144" y="27908"/>
                            <a:pt x="11049" y="21622"/>
                            <a:pt x="8096" y="14383"/>
                          </a:cubicBezTo>
                          <a:cubicBezTo>
                            <a:pt x="7334" y="12573"/>
                            <a:pt x="6762" y="10668"/>
                            <a:pt x="6191" y="8763"/>
                          </a:cubicBezTo>
                          <a:cubicBezTo>
                            <a:pt x="6000" y="8382"/>
                            <a:pt x="5905" y="7715"/>
                            <a:pt x="5715" y="7525"/>
                          </a:cubicBezTo>
                          <a:lnTo>
                            <a:pt x="4953" y="7144"/>
                          </a:lnTo>
                          <a:lnTo>
                            <a:pt x="3619" y="6382"/>
                          </a:lnTo>
                          <a:cubicBezTo>
                            <a:pt x="2095" y="4763"/>
                            <a:pt x="190" y="6763"/>
                            <a:pt x="9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69" name="Forme libre : forme 14868">
                      <a:extLst>
                        <a:ext uri="{FF2B5EF4-FFF2-40B4-BE49-F238E27FC236}">
                          <a16:creationId xmlns:a16="http://schemas.microsoft.com/office/drawing/2014/main" id="{4BB935FB-7E4E-4D23-8E07-935A26F01B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57856" y="1846040"/>
                      <a:ext cx="5834" cy="20764"/>
                    </a:xfrm>
                    <a:custGeom>
                      <a:avLst/>
                      <a:gdLst>
                        <a:gd name="connsiteX0" fmla="*/ 2120 w 5834"/>
                        <a:gd name="connsiteY0" fmla="*/ 4953 h 20764"/>
                        <a:gd name="connsiteX1" fmla="*/ 3643 w 5834"/>
                        <a:gd name="connsiteY1" fmla="*/ 20479 h 20764"/>
                        <a:gd name="connsiteX2" fmla="*/ 5835 w 5834"/>
                        <a:gd name="connsiteY2" fmla="*/ 20765 h 20764"/>
                        <a:gd name="connsiteX3" fmla="*/ 5739 w 5834"/>
                        <a:gd name="connsiteY3" fmla="*/ 0 h 20764"/>
                        <a:gd name="connsiteX4" fmla="*/ 2120 w 5834"/>
                        <a:gd name="connsiteY4" fmla="*/ 4953 h 20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4" h="20764">
                          <a:moveTo>
                            <a:pt x="2120" y="4953"/>
                          </a:moveTo>
                          <a:cubicBezTo>
                            <a:pt x="-1214" y="11621"/>
                            <a:pt x="-548" y="18574"/>
                            <a:pt x="3643" y="20479"/>
                          </a:cubicBezTo>
                          <a:cubicBezTo>
                            <a:pt x="4310" y="20765"/>
                            <a:pt x="5072" y="20765"/>
                            <a:pt x="5835" y="20765"/>
                          </a:cubicBezTo>
                          <a:lnTo>
                            <a:pt x="5739" y="0"/>
                          </a:lnTo>
                          <a:cubicBezTo>
                            <a:pt x="4406" y="1333"/>
                            <a:pt x="3167" y="2953"/>
                            <a:pt x="2120" y="495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70" name="Forme libre : forme 14869">
                      <a:extLst>
                        <a:ext uri="{FF2B5EF4-FFF2-40B4-BE49-F238E27FC236}">
                          <a16:creationId xmlns:a16="http://schemas.microsoft.com/office/drawing/2014/main" id="{907F75AD-E609-4470-ABAF-E1174567AD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17745" y="1807178"/>
                      <a:ext cx="45851" cy="55628"/>
                    </a:xfrm>
                    <a:custGeom>
                      <a:avLst/>
                      <a:gdLst>
                        <a:gd name="connsiteX0" fmla="*/ 28896 w 45851"/>
                        <a:gd name="connsiteY0" fmla="*/ 2286 h 55628"/>
                        <a:gd name="connsiteX1" fmla="*/ 8418 w 45851"/>
                        <a:gd name="connsiteY1" fmla="*/ 15526 h 55628"/>
                        <a:gd name="connsiteX2" fmla="*/ 4512 w 45851"/>
                        <a:gd name="connsiteY2" fmla="*/ 54483 h 55628"/>
                        <a:gd name="connsiteX3" fmla="*/ 32040 w 45851"/>
                        <a:gd name="connsiteY3" fmla="*/ 26289 h 55628"/>
                        <a:gd name="connsiteX4" fmla="*/ 45851 w 45851"/>
                        <a:gd name="connsiteY4" fmla="*/ 19145 h 55628"/>
                        <a:gd name="connsiteX5" fmla="*/ 45756 w 45851"/>
                        <a:gd name="connsiteY5" fmla="*/ 0 h 55628"/>
                        <a:gd name="connsiteX6" fmla="*/ 28896 w 45851"/>
                        <a:gd name="connsiteY6" fmla="*/ 2286 h 55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851" h="55628">
                          <a:moveTo>
                            <a:pt x="28896" y="2286"/>
                          </a:moveTo>
                          <a:cubicBezTo>
                            <a:pt x="20896" y="4572"/>
                            <a:pt x="13466" y="9049"/>
                            <a:pt x="8418" y="15526"/>
                          </a:cubicBezTo>
                          <a:cubicBezTo>
                            <a:pt x="2989" y="22574"/>
                            <a:pt x="-5203" y="47054"/>
                            <a:pt x="4512" y="54483"/>
                          </a:cubicBezTo>
                          <a:cubicBezTo>
                            <a:pt x="14228" y="61913"/>
                            <a:pt x="26897" y="30956"/>
                            <a:pt x="32040" y="26289"/>
                          </a:cubicBezTo>
                          <a:cubicBezTo>
                            <a:pt x="35945" y="22765"/>
                            <a:pt x="40707" y="20669"/>
                            <a:pt x="45851" y="19145"/>
                          </a:cubicBezTo>
                          <a:lnTo>
                            <a:pt x="45756" y="0"/>
                          </a:lnTo>
                          <a:cubicBezTo>
                            <a:pt x="40040" y="0"/>
                            <a:pt x="34326" y="667"/>
                            <a:pt x="28896" y="228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9529" name="Graphique 1">
                  <a:extLst>
                    <a:ext uri="{FF2B5EF4-FFF2-40B4-BE49-F238E27FC236}">
                      <a16:creationId xmlns:a16="http://schemas.microsoft.com/office/drawing/2014/main" id="{5F05508E-6A49-40FC-AFBD-7CF9260A90C7}"/>
                    </a:ext>
                  </a:extLst>
                </p:cNvPr>
                <p:cNvGrpSpPr/>
                <p:nvPr/>
              </p:nvGrpSpPr>
              <p:grpSpPr>
                <a:xfrm>
                  <a:off x="286516" y="1645920"/>
                  <a:ext cx="7881937" cy="3393433"/>
                  <a:chOff x="286516" y="1645920"/>
                  <a:chExt cx="7881937" cy="3393433"/>
                </a:xfrm>
                <a:solidFill>
                  <a:schemeClr val="accent1"/>
                </a:solidFill>
              </p:grpSpPr>
              <p:grpSp>
                <p:nvGrpSpPr>
                  <p:cNvPr id="13220" name="Graphique 1">
                    <a:extLst>
                      <a:ext uri="{FF2B5EF4-FFF2-40B4-BE49-F238E27FC236}">
                        <a16:creationId xmlns:a16="http://schemas.microsoft.com/office/drawing/2014/main" id="{C5CCC478-C573-4AEB-B0C8-EE8BB89FB18E}"/>
                      </a:ext>
                    </a:extLst>
                  </p:cNvPr>
                  <p:cNvGrpSpPr/>
                  <p:nvPr/>
                </p:nvGrpSpPr>
                <p:grpSpPr>
                  <a:xfrm>
                    <a:off x="286516" y="3110007"/>
                    <a:ext cx="60888" cy="153066"/>
                    <a:chOff x="286516" y="3110007"/>
                    <a:chExt cx="60888" cy="153066"/>
                  </a:xfrm>
                  <a:solidFill>
                    <a:schemeClr val="accent1"/>
                  </a:solidFill>
                </p:grpSpPr>
                <p:sp>
                  <p:nvSpPr>
                    <p:cNvPr id="14734" name="Forme libre : forme 14733">
                      <a:extLst>
                        <a:ext uri="{FF2B5EF4-FFF2-40B4-BE49-F238E27FC236}">
                          <a16:creationId xmlns:a16="http://schemas.microsoft.com/office/drawing/2014/main" id="{0EB2C744-1D2A-4A3E-B746-43DD902275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516" y="3110007"/>
                      <a:ext cx="60888" cy="152971"/>
                    </a:xfrm>
                    <a:custGeom>
                      <a:avLst/>
                      <a:gdLst>
                        <a:gd name="connsiteX0" fmla="*/ 58579 w 60888"/>
                        <a:gd name="connsiteY0" fmla="*/ 44101 h 152971"/>
                        <a:gd name="connsiteX1" fmla="*/ 38291 w 60888"/>
                        <a:gd name="connsiteY1" fmla="*/ 18669 h 152971"/>
                        <a:gd name="connsiteX2" fmla="*/ 10001 w 60888"/>
                        <a:gd name="connsiteY2" fmla="*/ 3429 h 152971"/>
                        <a:gd name="connsiteX3" fmla="*/ 0 w 60888"/>
                        <a:gd name="connsiteY3" fmla="*/ 0 h 152971"/>
                        <a:gd name="connsiteX4" fmla="*/ 0 w 60888"/>
                        <a:gd name="connsiteY4" fmla="*/ 152971 h 152971"/>
                        <a:gd name="connsiteX5" fmla="*/ 25527 w 60888"/>
                        <a:gd name="connsiteY5" fmla="*/ 130492 h 152971"/>
                        <a:gd name="connsiteX6" fmla="*/ 52959 w 60888"/>
                        <a:gd name="connsiteY6" fmla="*/ 81724 h 152971"/>
                        <a:gd name="connsiteX7" fmla="*/ 56864 w 60888"/>
                        <a:gd name="connsiteY7" fmla="*/ 72962 h 152971"/>
                        <a:gd name="connsiteX8" fmla="*/ 60865 w 60888"/>
                        <a:gd name="connsiteY8" fmla="*/ 59817 h 152971"/>
                        <a:gd name="connsiteX9" fmla="*/ 58579 w 60888"/>
                        <a:gd name="connsiteY9" fmla="*/ 44101 h 152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888" h="152971">
                          <a:moveTo>
                            <a:pt x="58579" y="44101"/>
                          </a:moveTo>
                          <a:cubicBezTo>
                            <a:pt x="55340" y="33718"/>
                            <a:pt x="48482" y="24193"/>
                            <a:pt x="38291" y="18669"/>
                          </a:cubicBezTo>
                          <a:lnTo>
                            <a:pt x="10001" y="3429"/>
                          </a:lnTo>
                          <a:cubicBezTo>
                            <a:pt x="6858" y="1714"/>
                            <a:pt x="3429" y="667"/>
                            <a:pt x="0" y="0"/>
                          </a:cubicBezTo>
                          <a:lnTo>
                            <a:pt x="0" y="152971"/>
                          </a:lnTo>
                          <a:cubicBezTo>
                            <a:pt x="10192" y="148971"/>
                            <a:pt x="19431" y="141256"/>
                            <a:pt x="25527" y="130492"/>
                          </a:cubicBezTo>
                          <a:lnTo>
                            <a:pt x="52959" y="81724"/>
                          </a:lnTo>
                          <a:cubicBezTo>
                            <a:pt x="54578" y="78867"/>
                            <a:pt x="55912" y="75914"/>
                            <a:pt x="56864" y="72962"/>
                          </a:cubicBezTo>
                          <a:cubicBezTo>
                            <a:pt x="56960" y="71818"/>
                            <a:pt x="61246" y="62008"/>
                            <a:pt x="60865" y="59817"/>
                          </a:cubicBezTo>
                          <a:cubicBezTo>
                            <a:pt x="60960" y="54769"/>
                            <a:pt x="60293" y="49244"/>
                            <a:pt x="58579" y="4410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35" name="Forme libre : forme 14734">
                      <a:extLst>
                        <a:ext uri="{FF2B5EF4-FFF2-40B4-BE49-F238E27FC236}">
                          <a16:creationId xmlns:a16="http://schemas.microsoft.com/office/drawing/2014/main" id="{58A728C5-7C0F-4D58-A745-35598E0BB1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516" y="3128200"/>
                      <a:ext cx="60888" cy="134873"/>
                    </a:xfrm>
                    <a:custGeom>
                      <a:avLst/>
                      <a:gdLst>
                        <a:gd name="connsiteX0" fmla="*/ 58579 w 60888"/>
                        <a:gd name="connsiteY0" fmla="*/ 25908 h 134873"/>
                        <a:gd name="connsiteX1" fmla="*/ 38291 w 60888"/>
                        <a:gd name="connsiteY1" fmla="*/ 476 h 134873"/>
                        <a:gd name="connsiteX2" fmla="*/ 37338 w 60888"/>
                        <a:gd name="connsiteY2" fmla="*/ 0 h 134873"/>
                        <a:gd name="connsiteX3" fmla="*/ 27527 w 60888"/>
                        <a:gd name="connsiteY3" fmla="*/ 20764 h 134873"/>
                        <a:gd name="connsiteX4" fmla="*/ 25146 w 60888"/>
                        <a:gd name="connsiteY4" fmla="*/ 25813 h 134873"/>
                        <a:gd name="connsiteX5" fmla="*/ 21908 w 60888"/>
                        <a:gd name="connsiteY5" fmla="*/ 32194 h 134873"/>
                        <a:gd name="connsiteX6" fmla="*/ 16097 w 60888"/>
                        <a:gd name="connsiteY6" fmla="*/ 42291 h 134873"/>
                        <a:gd name="connsiteX7" fmla="*/ 0 w 60888"/>
                        <a:gd name="connsiteY7" fmla="*/ 76390 h 134873"/>
                        <a:gd name="connsiteX8" fmla="*/ 0 w 60888"/>
                        <a:gd name="connsiteY8" fmla="*/ 134874 h 134873"/>
                        <a:gd name="connsiteX9" fmla="*/ 25527 w 60888"/>
                        <a:gd name="connsiteY9" fmla="*/ 112395 h 134873"/>
                        <a:gd name="connsiteX10" fmla="*/ 52959 w 60888"/>
                        <a:gd name="connsiteY10" fmla="*/ 63627 h 134873"/>
                        <a:gd name="connsiteX11" fmla="*/ 56864 w 60888"/>
                        <a:gd name="connsiteY11" fmla="*/ 54864 h 134873"/>
                        <a:gd name="connsiteX12" fmla="*/ 60865 w 60888"/>
                        <a:gd name="connsiteY12" fmla="*/ 41719 h 134873"/>
                        <a:gd name="connsiteX13" fmla="*/ 58579 w 60888"/>
                        <a:gd name="connsiteY13" fmla="*/ 25908 h 134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60888" h="134873">
                          <a:moveTo>
                            <a:pt x="58579" y="25908"/>
                          </a:moveTo>
                          <a:cubicBezTo>
                            <a:pt x="55340" y="15526"/>
                            <a:pt x="48482" y="6001"/>
                            <a:pt x="38291" y="476"/>
                          </a:cubicBezTo>
                          <a:lnTo>
                            <a:pt x="37338" y="0"/>
                          </a:lnTo>
                          <a:cubicBezTo>
                            <a:pt x="34195" y="7144"/>
                            <a:pt x="30766" y="14002"/>
                            <a:pt x="27527" y="20764"/>
                          </a:cubicBezTo>
                          <a:lnTo>
                            <a:pt x="25146" y="25813"/>
                          </a:lnTo>
                          <a:cubicBezTo>
                            <a:pt x="24384" y="27622"/>
                            <a:pt x="23146" y="30194"/>
                            <a:pt x="21908" y="32194"/>
                          </a:cubicBezTo>
                          <a:lnTo>
                            <a:pt x="16097" y="42291"/>
                          </a:lnTo>
                          <a:cubicBezTo>
                            <a:pt x="10001" y="53245"/>
                            <a:pt x="4286" y="64389"/>
                            <a:pt x="0" y="76390"/>
                          </a:cubicBezTo>
                          <a:lnTo>
                            <a:pt x="0" y="134874"/>
                          </a:lnTo>
                          <a:cubicBezTo>
                            <a:pt x="10192" y="130873"/>
                            <a:pt x="19431" y="123158"/>
                            <a:pt x="25527" y="112395"/>
                          </a:cubicBezTo>
                          <a:lnTo>
                            <a:pt x="52959" y="63627"/>
                          </a:lnTo>
                          <a:cubicBezTo>
                            <a:pt x="54578" y="60769"/>
                            <a:pt x="55912" y="57817"/>
                            <a:pt x="56864" y="54864"/>
                          </a:cubicBezTo>
                          <a:cubicBezTo>
                            <a:pt x="56960" y="53721"/>
                            <a:pt x="61246" y="43910"/>
                            <a:pt x="60865" y="41719"/>
                          </a:cubicBezTo>
                          <a:cubicBezTo>
                            <a:pt x="60960" y="36576"/>
                            <a:pt x="60293" y="31051"/>
                            <a:pt x="58579" y="2590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36" name="Forme libre : forme 14735">
                      <a:extLst>
                        <a:ext uri="{FF2B5EF4-FFF2-40B4-BE49-F238E27FC236}">
                          <a16:creationId xmlns:a16="http://schemas.microsoft.com/office/drawing/2014/main" id="{A68707AC-82B8-4ADC-B928-186C8D8D5B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611" y="3148563"/>
                      <a:ext cx="21402" cy="58980"/>
                    </a:xfrm>
                    <a:custGeom>
                      <a:avLst/>
                      <a:gdLst>
                        <a:gd name="connsiteX0" fmla="*/ 18955 w 21402"/>
                        <a:gd name="connsiteY0" fmla="*/ 7927 h 58980"/>
                        <a:gd name="connsiteX1" fmla="*/ 12668 w 21402"/>
                        <a:gd name="connsiteY1" fmla="*/ 1450 h 58980"/>
                        <a:gd name="connsiteX2" fmla="*/ 3810 w 21402"/>
                        <a:gd name="connsiteY2" fmla="*/ 21 h 58980"/>
                        <a:gd name="connsiteX3" fmla="*/ 0 w 21402"/>
                        <a:gd name="connsiteY3" fmla="*/ 688 h 58980"/>
                        <a:gd name="connsiteX4" fmla="*/ 0 w 21402"/>
                        <a:gd name="connsiteY4" fmla="*/ 58981 h 58980"/>
                        <a:gd name="connsiteX5" fmla="*/ 15050 w 21402"/>
                        <a:gd name="connsiteY5" fmla="*/ 42502 h 58980"/>
                        <a:gd name="connsiteX6" fmla="*/ 21336 w 21402"/>
                        <a:gd name="connsiteY6" fmla="*/ 18118 h 58980"/>
                        <a:gd name="connsiteX7" fmla="*/ 18955 w 21402"/>
                        <a:gd name="connsiteY7" fmla="*/ 7927 h 58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402" h="58980">
                          <a:moveTo>
                            <a:pt x="18955" y="7927"/>
                          </a:moveTo>
                          <a:cubicBezTo>
                            <a:pt x="17717" y="4879"/>
                            <a:pt x="15335" y="2688"/>
                            <a:pt x="12668" y="1450"/>
                          </a:cubicBezTo>
                          <a:cubicBezTo>
                            <a:pt x="9906" y="116"/>
                            <a:pt x="6953" y="-74"/>
                            <a:pt x="3810" y="21"/>
                          </a:cubicBezTo>
                          <a:cubicBezTo>
                            <a:pt x="2572" y="21"/>
                            <a:pt x="1333" y="307"/>
                            <a:pt x="0" y="688"/>
                          </a:cubicBezTo>
                          <a:lnTo>
                            <a:pt x="0" y="58981"/>
                          </a:lnTo>
                          <a:cubicBezTo>
                            <a:pt x="5620" y="55361"/>
                            <a:pt x="10954" y="49741"/>
                            <a:pt x="15050" y="42502"/>
                          </a:cubicBezTo>
                          <a:cubicBezTo>
                            <a:pt x="19717" y="34216"/>
                            <a:pt x="21812" y="25548"/>
                            <a:pt x="21336" y="18118"/>
                          </a:cubicBezTo>
                          <a:cubicBezTo>
                            <a:pt x="21050" y="14308"/>
                            <a:pt x="20098" y="11165"/>
                            <a:pt x="18955" y="792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37" name="Forme libre : forme 14736">
                      <a:extLst>
                        <a:ext uri="{FF2B5EF4-FFF2-40B4-BE49-F238E27FC236}">
                          <a16:creationId xmlns:a16="http://schemas.microsoft.com/office/drawing/2014/main" id="{F2B12FB2-87F8-42D9-A255-7B17DCA5ED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516" y="3176397"/>
                      <a:ext cx="20574" cy="31051"/>
                    </a:xfrm>
                    <a:custGeom>
                      <a:avLst/>
                      <a:gdLst>
                        <a:gd name="connsiteX0" fmla="*/ 15050 w 20574"/>
                        <a:gd name="connsiteY0" fmla="*/ 6667 h 31051"/>
                        <a:gd name="connsiteX1" fmla="*/ 0 w 20574"/>
                        <a:gd name="connsiteY1" fmla="*/ 14288 h 31051"/>
                        <a:gd name="connsiteX2" fmla="*/ 0 w 20574"/>
                        <a:gd name="connsiteY2" fmla="*/ 31051 h 31051"/>
                        <a:gd name="connsiteX3" fmla="*/ 15050 w 20574"/>
                        <a:gd name="connsiteY3" fmla="*/ 14573 h 31051"/>
                        <a:gd name="connsiteX4" fmla="*/ 20574 w 20574"/>
                        <a:gd name="connsiteY4" fmla="*/ 0 h 31051"/>
                        <a:gd name="connsiteX5" fmla="*/ 15050 w 20574"/>
                        <a:gd name="connsiteY5" fmla="*/ 6667 h 310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574" h="31051">
                          <a:moveTo>
                            <a:pt x="15050" y="6667"/>
                          </a:moveTo>
                          <a:cubicBezTo>
                            <a:pt x="10573" y="10001"/>
                            <a:pt x="5334" y="12573"/>
                            <a:pt x="0" y="14288"/>
                          </a:cubicBezTo>
                          <a:lnTo>
                            <a:pt x="0" y="31051"/>
                          </a:lnTo>
                          <a:cubicBezTo>
                            <a:pt x="5620" y="27432"/>
                            <a:pt x="10954" y="21812"/>
                            <a:pt x="15050" y="14573"/>
                          </a:cubicBezTo>
                          <a:cubicBezTo>
                            <a:pt x="17812" y="9715"/>
                            <a:pt x="19621" y="4763"/>
                            <a:pt x="20574" y="0"/>
                          </a:cubicBezTo>
                          <a:cubicBezTo>
                            <a:pt x="19050" y="2476"/>
                            <a:pt x="17240" y="4667"/>
                            <a:pt x="15050" y="6667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38" name="Forme libre : forme 14737">
                      <a:extLst>
                        <a:ext uri="{FF2B5EF4-FFF2-40B4-BE49-F238E27FC236}">
                          <a16:creationId xmlns:a16="http://schemas.microsoft.com/office/drawing/2014/main" id="{A6BF9BB6-6713-492F-AF22-D7BAFE90AC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516" y="3147528"/>
                      <a:ext cx="27307" cy="62396"/>
                    </a:xfrm>
                    <a:custGeom>
                      <a:avLst/>
                      <a:gdLst>
                        <a:gd name="connsiteX0" fmla="*/ 27051 w 27307"/>
                        <a:gd name="connsiteY0" fmla="*/ 15724 h 62396"/>
                        <a:gd name="connsiteX1" fmla="*/ 26860 w 27307"/>
                        <a:gd name="connsiteY1" fmla="*/ 12581 h 62396"/>
                        <a:gd name="connsiteX2" fmla="*/ 25337 w 27307"/>
                        <a:gd name="connsiteY2" fmla="*/ 7247 h 62396"/>
                        <a:gd name="connsiteX3" fmla="*/ 18574 w 27307"/>
                        <a:gd name="connsiteY3" fmla="*/ 1341 h 62396"/>
                        <a:gd name="connsiteX4" fmla="*/ 9620 w 27307"/>
                        <a:gd name="connsiteY4" fmla="*/ 198 h 62396"/>
                        <a:gd name="connsiteX5" fmla="*/ 95 w 27307"/>
                        <a:gd name="connsiteY5" fmla="*/ 3246 h 62396"/>
                        <a:gd name="connsiteX6" fmla="*/ 0 w 27307"/>
                        <a:gd name="connsiteY6" fmla="*/ 3342 h 62396"/>
                        <a:gd name="connsiteX7" fmla="*/ 0 w 27307"/>
                        <a:gd name="connsiteY7" fmla="*/ 62397 h 62396"/>
                        <a:gd name="connsiteX8" fmla="*/ 20955 w 27307"/>
                        <a:gd name="connsiteY8" fmla="*/ 42871 h 62396"/>
                        <a:gd name="connsiteX9" fmla="*/ 27242 w 27307"/>
                        <a:gd name="connsiteY9" fmla="*/ 18487 h 62396"/>
                        <a:gd name="connsiteX10" fmla="*/ 27051 w 27307"/>
                        <a:gd name="connsiteY10" fmla="*/ 15724 h 62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307" h="62396">
                          <a:moveTo>
                            <a:pt x="27051" y="15724"/>
                          </a:moveTo>
                          <a:cubicBezTo>
                            <a:pt x="27051" y="14676"/>
                            <a:pt x="26956" y="13533"/>
                            <a:pt x="26860" y="12581"/>
                          </a:cubicBezTo>
                          <a:cubicBezTo>
                            <a:pt x="26670" y="10581"/>
                            <a:pt x="26003" y="8771"/>
                            <a:pt x="25337" y="7247"/>
                          </a:cubicBezTo>
                          <a:cubicBezTo>
                            <a:pt x="23622" y="4675"/>
                            <a:pt x="21336" y="2580"/>
                            <a:pt x="18574" y="1341"/>
                          </a:cubicBezTo>
                          <a:cubicBezTo>
                            <a:pt x="15812" y="103"/>
                            <a:pt x="12764" y="-278"/>
                            <a:pt x="9620" y="198"/>
                          </a:cubicBezTo>
                          <a:cubicBezTo>
                            <a:pt x="6572" y="865"/>
                            <a:pt x="3429" y="1341"/>
                            <a:pt x="95" y="3246"/>
                          </a:cubicBezTo>
                          <a:cubicBezTo>
                            <a:pt x="95" y="3246"/>
                            <a:pt x="0" y="3246"/>
                            <a:pt x="0" y="3342"/>
                          </a:cubicBezTo>
                          <a:lnTo>
                            <a:pt x="0" y="62397"/>
                          </a:lnTo>
                          <a:cubicBezTo>
                            <a:pt x="7715" y="59444"/>
                            <a:pt x="15526" y="52586"/>
                            <a:pt x="20955" y="42871"/>
                          </a:cubicBezTo>
                          <a:cubicBezTo>
                            <a:pt x="25622" y="34584"/>
                            <a:pt x="27718" y="25916"/>
                            <a:pt x="27242" y="18487"/>
                          </a:cubicBezTo>
                          <a:cubicBezTo>
                            <a:pt x="27242" y="17534"/>
                            <a:pt x="27146" y="16581"/>
                            <a:pt x="27051" y="1572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39" name="Forme libre : forme 14738">
                      <a:extLst>
                        <a:ext uri="{FF2B5EF4-FFF2-40B4-BE49-F238E27FC236}">
                          <a16:creationId xmlns:a16="http://schemas.microsoft.com/office/drawing/2014/main" id="{94B9794B-CD4D-4C93-B6FD-C2691FED70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611" y="3172824"/>
                      <a:ext cx="37583" cy="69866"/>
                    </a:xfrm>
                    <a:custGeom>
                      <a:avLst/>
                      <a:gdLst>
                        <a:gd name="connsiteX0" fmla="*/ 25908 w 37583"/>
                        <a:gd name="connsiteY0" fmla="*/ 48 h 69866"/>
                        <a:gd name="connsiteX1" fmla="*/ 11049 w 37583"/>
                        <a:gd name="connsiteY1" fmla="*/ 5478 h 69866"/>
                        <a:gd name="connsiteX2" fmla="*/ 0 w 37583"/>
                        <a:gd name="connsiteY2" fmla="*/ 11097 h 69866"/>
                        <a:gd name="connsiteX3" fmla="*/ 0 w 37583"/>
                        <a:gd name="connsiteY3" fmla="*/ 69867 h 69866"/>
                        <a:gd name="connsiteX4" fmla="*/ 22288 w 37583"/>
                        <a:gd name="connsiteY4" fmla="*/ 52626 h 69866"/>
                        <a:gd name="connsiteX5" fmla="*/ 37529 w 37583"/>
                        <a:gd name="connsiteY5" fmla="*/ 19765 h 69866"/>
                        <a:gd name="connsiteX6" fmla="*/ 25908 w 37583"/>
                        <a:gd name="connsiteY6" fmla="*/ 48 h 6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583" h="69866">
                          <a:moveTo>
                            <a:pt x="25908" y="48"/>
                          </a:moveTo>
                          <a:cubicBezTo>
                            <a:pt x="20765" y="-428"/>
                            <a:pt x="15716" y="2715"/>
                            <a:pt x="11049" y="5478"/>
                          </a:cubicBezTo>
                          <a:cubicBezTo>
                            <a:pt x="7429" y="7573"/>
                            <a:pt x="3715" y="9383"/>
                            <a:pt x="0" y="11097"/>
                          </a:cubicBezTo>
                          <a:lnTo>
                            <a:pt x="0" y="69867"/>
                          </a:lnTo>
                          <a:cubicBezTo>
                            <a:pt x="8382" y="66533"/>
                            <a:pt x="16097" y="59961"/>
                            <a:pt x="22288" y="52626"/>
                          </a:cubicBezTo>
                          <a:cubicBezTo>
                            <a:pt x="30194" y="43197"/>
                            <a:pt x="36671" y="31767"/>
                            <a:pt x="37529" y="19765"/>
                          </a:cubicBezTo>
                          <a:cubicBezTo>
                            <a:pt x="38100" y="10907"/>
                            <a:pt x="34195" y="810"/>
                            <a:pt x="25908" y="4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40" name="Forme libre : forme 14739">
                      <a:extLst>
                        <a:ext uri="{FF2B5EF4-FFF2-40B4-BE49-F238E27FC236}">
                          <a16:creationId xmlns:a16="http://schemas.microsoft.com/office/drawing/2014/main" id="{2BE29AFD-34C1-4A7E-8F62-3A57EE2AF1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520" y="3130391"/>
                      <a:ext cx="24047" cy="59245"/>
                    </a:xfrm>
                    <a:custGeom>
                      <a:avLst/>
                      <a:gdLst>
                        <a:gd name="connsiteX0" fmla="*/ 0 w 24047"/>
                        <a:gd name="connsiteY0" fmla="*/ 0 h 59245"/>
                        <a:gd name="connsiteX1" fmla="*/ 14097 w 24047"/>
                        <a:gd name="connsiteY1" fmla="*/ 12287 h 59245"/>
                        <a:gd name="connsiteX2" fmla="*/ 22193 w 24047"/>
                        <a:gd name="connsiteY2" fmla="*/ 29051 h 59245"/>
                        <a:gd name="connsiteX3" fmla="*/ 23431 w 24047"/>
                        <a:gd name="connsiteY3" fmla="*/ 34385 h 59245"/>
                        <a:gd name="connsiteX4" fmla="*/ 23908 w 24047"/>
                        <a:gd name="connsiteY4" fmla="*/ 37147 h 59245"/>
                        <a:gd name="connsiteX5" fmla="*/ 23431 w 24047"/>
                        <a:gd name="connsiteY5" fmla="*/ 41720 h 59245"/>
                        <a:gd name="connsiteX6" fmla="*/ 21812 w 24047"/>
                        <a:gd name="connsiteY6" fmla="*/ 47720 h 59245"/>
                        <a:gd name="connsiteX7" fmla="*/ 21241 w 24047"/>
                        <a:gd name="connsiteY7" fmla="*/ 51435 h 59245"/>
                        <a:gd name="connsiteX8" fmla="*/ 19431 w 24047"/>
                        <a:gd name="connsiteY8" fmla="*/ 59246 h 59245"/>
                        <a:gd name="connsiteX9" fmla="*/ 20193 w 24047"/>
                        <a:gd name="connsiteY9" fmla="*/ 53530 h 59245"/>
                        <a:gd name="connsiteX10" fmla="*/ 20479 w 24047"/>
                        <a:gd name="connsiteY10" fmla="*/ 47149 h 59245"/>
                        <a:gd name="connsiteX11" fmla="*/ 21622 w 24047"/>
                        <a:gd name="connsiteY11" fmla="*/ 40862 h 59245"/>
                        <a:gd name="connsiteX12" fmla="*/ 21908 w 24047"/>
                        <a:gd name="connsiteY12" fmla="*/ 37433 h 59245"/>
                        <a:gd name="connsiteX13" fmla="*/ 21431 w 24047"/>
                        <a:gd name="connsiteY13" fmla="*/ 35624 h 59245"/>
                        <a:gd name="connsiteX14" fmla="*/ 0 w 24047"/>
                        <a:gd name="connsiteY14" fmla="*/ 0 h 59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4047" h="59245">
                          <a:moveTo>
                            <a:pt x="0" y="0"/>
                          </a:moveTo>
                          <a:cubicBezTo>
                            <a:pt x="0" y="0"/>
                            <a:pt x="7620" y="3620"/>
                            <a:pt x="14097" y="12287"/>
                          </a:cubicBezTo>
                          <a:cubicBezTo>
                            <a:pt x="17335" y="16574"/>
                            <a:pt x="20288" y="22193"/>
                            <a:pt x="22193" y="29051"/>
                          </a:cubicBezTo>
                          <a:cubicBezTo>
                            <a:pt x="22669" y="30766"/>
                            <a:pt x="23050" y="32576"/>
                            <a:pt x="23431" y="34385"/>
                          </a:cubicBezTo>
                          <a:lnTo>
                            <a:pt x="23908" y="37147"/>
                          </a:lnTo>
                          <a:cubicBezTo>
                            <a:pt x="24289" y="37624"/>
                            <a:pt x="23813" y="39719"/>
                            <a:pt x="23431" y="41720"/>
                          </a:cubicBezTo>
                          <a:cubicBezTo>
                            <a:pt x="23050" y="43720"/>
                            <a:pt x="22479" y="45625"/>
                            <a:pt x="21812" y="47720"/>
                          </a:cubicBezTo>
                          <a:lnTo>
                            <a:pt x="21241" y="51435"/>
                          </a:lnTo>
                          <a:cubicBezTo>
                            <a:pt x="20765" y="53912"/>
                            <a:pt x="20193" y="56483"/>
                            <a:pt x="19431" y="59246"/>
                          </a:cubicBezTo>
                          <a:cubicBezTo>
                            <a:pt x="19431" y="59246"/>
                            <a:pt x="19907" y="57055"/>
                            <a:pt x="20193" y="53530"/>
                          </a:cubicBezTo>
                          <a:cubicBezTo>
                            <a:pt x="20383" y="51721"/>
                            <a:pt x="20479" y="49625"/>
                            <a:pt x="20479" y="47149"/>
                          </a:cubicBezTo>
                          <a:cubicBezTo>
                            <a:pt x="20955" y="45149"/>
                            <a:pt x="21336" y="43053"/>
                            <a:pt x="21622" y="40862"/>
                          </a:cubicBezTo>
                          <a:cubicBezTo>
                            <a:pt x="21717" y="39814"/>
                            <a:pt x="21812" y="38671"/>
                            <a:pt x="21908" y="37433"/>
                          </a:cubicBezTo>
                          <a:cubicBezTo>
                            <a:pt x="21812" y="36671"/>
                            <a:pt x="21527" y="36290"/>
                            <a:pt x="21431" y="35624"/>
                          </a:cubicBezTo>
                          <a:cubicBezTo>
                            <a:pt x="18574" y="25432"/>
                            <a:pt x="13240" y="1152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41" name="Forme libre : forme 14740">
                      <a:extLst>
                        <a:ext uri="{FF2B5EF4-FFF2-40B4-BE49-F238E27FC236}">
                          <a16:creationId xmlns:a16="http://schemas.microsoft.com/office/drawing/2014/main" id="{D31A2A34-6F90-4BB8-848C-629EB5A286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611" y="3160109"/>
                      <a:ext cx="1225" cy="8286"/>
                    </a:xfrm>
                    <a:custGeom>
                      <a:avLst/>
                      <a:gdLst>
                        <a:gd name="connsiteX0" fmla="*/ 286 w 1225"/>
                        <a:gd name="connsiteY0" fmla="*/ 191 h 8286"/>
                        <a:gd name="connsiteX1" fmla="*/ 0 w 1225"/>
                        <a:gd name="connsiteY1" fmla="*/ 0 h 8286"/>
                        <a:gd name="connsiteX2" fmla="*/ 0 w 1225"/>
                        <a:gd name="connsiteY2" fmla="*/ 8287 h 8286"/>
                        <a:gd name="connsiteX3" fmla="*/ 286 w 1225"/>
                        <a:gd name="connsiteY3" fmla="*/ 191 h 8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25" h="8286">
                          <a:moveTo>
                            <a:pt x="286" y="191"/>
                          </a:moveTo>
                          <a:cubicBezTo>
                            <a:pt x="190" y="95"/>
                            <a:pt x="95" y="95"/>
                            <a:pt x="0" y="0"/>
                          </a:cubicBezTo>
                          <a:lnTo>
                            <a:pt x="0" y="8287"/>
                          </a:lnTo>
                          <a:cubicBezTo>
                            <a:pt x="1429" y="5048"/>
                            <a:pt x="1715" y="2000"/>
                            <a:pt x="286" y="19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42" name="Forme libre : forme 14741">
                      <a:extLst>
                        <a:ext uri="{FF2B5EF4-FFF2-40B4-BE49-F238E27FC236}">
                          <a16:creationId xmlns:a16="http://schemas.microsoft.com/office/drawing/2014/main" id="{303BDA6B-F0BD-4BEF-9B6C-A2E5648C8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611" y="3156013"/>
                      <a:ext cx="1973" cy="6286"/>
                    </a:xfrm>
                    <a:custGeom>
                      <a:avLst/>
                      <a:gdLst>
                        <a:gd name="connsiteX0" fmla="*/ 476 w 1973"/>
                        <a:gd name="connsiteY0" fmla="*/ 190 h 6286"/>
                        <a:gd name="connsiteX1" fmla="*/ 0 w 1973"/>
                        <a:gd name="connsiteY1" fmla="*/ 0 h 6286"/>
                        <a:gd name="connsiteX2" fmla="*/ 0 w 1973"/>
                        <a:gd name="connsiteY2" fmla="*/ 6287 h 6286"/>
                        <a:gd name="connsiteX3" fmla="*/ 1524 w 1973"/>
                        <a:gd name="connsiteY3" fmla="*/ 4858 h 6286"/>
                        <a:gd name="connsiteX4" fmla="*/ 476 w 1973"/>
                        <a:gd name="connsiteY4" fmla="*/ 190 h 6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73" h="6286">
                          <a:moveTo>
                            <a:pt x="476" y="190"/>
                          </a:moveTo>
                          <a:cubicBezTo>
                            <a:pt x="286" y="95"/>
                            <a:pt x="95" y="95"/>
                            <a:pt x="0" y="0"/>
                          </a:cubicBezTo>
                          <a:lnTo>
                            <a:pt x="0" y="6287"/>
                          </a:lnTo>
                          <a:cubicBezTo>
                            <a:pt x="571" y="6001"/>
                            <a:pt x="1143" y="5525"/>
                            <a:pt x="1524" y="4858"/>
                          </a:cubicBezTo>
                          <a:cubicBezTo>
                            <a:pt x="2381" y="3048"/>
                            <a:pt x="2000" y="1048"/>
                            <a:pt x="476" y="1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43" name="Forme libre : forme 14742">
                      <a:extLst>
                        <a:ext uri="{FF2B5EF4-FFF2-40B4-BE49-F238E27FC236}">
                          <a16:creationId xmlns:a16="http://schemas.microsoft.com/office/drawing/2014/main" id="{BD5C7C32-75B2-42C1-8696-96F80600D3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516" y="3123438"/>
                      <a:ext cx="23024" cy="19716"/>
                    </a:xfrm>
                    <a:custGeom>
                      <a:avLst/>
                      <a:gdLst>
                        <a:gd name="connsiteX0" fmla="*/ 17526 w 23024"/>
                        <a:gd name="connsiteY0" fmla="*/ 6763 h 19716"/>
                        <a:gd name="connsiteX1" fmla="*/ 0 w 23024"/>
                        <a:gd name="connsiteY1" fmla="*/ 0 h 19716"/>
                        <a:gd name="connsiteX2" fmla="*/ 0 w 23024"/>
                        <a:gd name="connsiteY2" fmla="*/ 19717 h 19716"/>
                        <a:gd name="connsiteX3" fmla="*/ 14478 w 23024"/>
                        <a:gd name="connsiteY3" fmla="*/ 19526 h 19716"/>
                        <a:gd name="connsiteX4" fmla="*/ 22765 w 23024"/>
                        <a:gd name="connsiteY4" fmla="*/ 15049 h 19716"/>
                        <a:gd name="connsiteX5" fmla="*/ 17526 w 23024"/>
                        <a:gd name="connsiteY5" fmla="*/ 6763 h 19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024" h="19716">
                          <a:moveTo>
                            <a:pt x="17526" y="6763"/>
                          </a:moveTo>
                          <a:cubicBezTo>
                            <a:pt x="12002" y="3810"/>
                            <a:pt x="6191" y="1333"/>
                            <a:pt x="0" y="0"/>
                          </a:cubicBezTo>
                          <a:lnTo>
                            <a:pt x="0" y="19717"/>
                          </a:lnTo>
                          <a:cubicBezTo>
                            <a:pt x="4763" y="19526"/>
                            <a:pt x="9716" y="19717"/>
                            <a:pt x="14478" y="19526"/>
                          </a:cubicBezTo>
                          <a:cubicBezTo>
                            <a:pt x="17717" y="19431"/>
                            <a:pt x="21622" y="18383"/>
                            <a:pt x="22765" y="15049"/>
                          </a:cubicBezTo>
                          <a:cubicBezTo>
                            <a:pt x="24003" y="11430"/>
                            <a:pt x="20574" y="8477"/>
                            <a:pt x="17526" y="676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21" name="Graphique 1">
                    <a:extLst>
                      <a:ext uri="{FF2B5EF4-FFF2-40B4-BE49-F238E27FC236}">
                        <a16:creationId xmlns:a16="http://schemas.microsoft.com/office/drawing/2014/main" id="{E7CE28E3-A2BE-4BEA-8021-2B36A60C32CF}"/>
                      </a:ext>
                    </a:extLst>
                  </p:cNvPr>
                  <p:cNvGrpSpPr/>
                  <p:nvPr/>
                </p:nvGrpSpPr>
                <p:grpSpPr>
                  <a:xfrm>
                    <a:off x="286516" y="2977538"/>
                    <a:ext cx="136844" cy="155843"/>
                    <a:chOff x="286516" y="2977538"/>
                    <a:chExt cx="136844" cy="155843"/>
                  </a:xfrm>
                  <a:solidFill>
                    <a:schemeClr val="accent1"/>
                  </a:solidFill>
                </p:grpSpPr>
                <p:sp>
                  <p:nvSpPr>
                    <p:cNvPr id="14721" name="Forme libre : forme 14720">
                      <a:extLst>
                        <a:ext uri="{FF2B5EF4-FFF2-40B4-BE49-F238E27FC236}">
                          <a16:creationId xmlns:a16="http://schemas.microsoft.com/office/drawing/2014/main" id="{79A71748-BA3C-446F-A3C5-25AB34E792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516" y="2977538"/>
                      <a:ext cx="136844" cy="155843"/>
                    </a:xfrm>
                    <a:custGeom>
                      <a:avLst/>
                      <a:gdLst>
                        <a:gd name="connsiteX0" fmla="*/ 122968 w 136844"/>
                        <a:gd name="connsiteY0" fmla="*/ 31028 h 155843"/>
                        <a:gd name="connsiteX1" fmla="*/ 98965 w 136844"/>
                        <a:gd name="connsiteY1" fmla="*/ 9406 h 155843"/>
                        <a:gd name="connsiteX2" fmla="*/ 66770 w 136844"/>
                        <a:gd name="connsiteY2" fmla="*/ 644 h 155843"/>
                        <a:gd name="connsiteX3" fmla="*/ 34195 w 136844"/>
                        <a:gd name="connsiteY3" fmla="*/ 21027 h 155843"/>
                        <a:gd name="connsiteX4" fmla="*/ 0 w 136844"/>
                        <a:gd name="connsiteY4" fmla="*/ 69700 h 155843"/>
                        <a:gd name="connsiteX5" fmla="*/ 0 w 136844"/>
                        <a:gd name="connsiteY5" fmla="*/ 127421 h 155843"/>
                        <a:gd name="connsiteX6" fmla="*/ 10001 w 136844"/>
                        <a:gd name="connsiteY6" fmla="*/ 135803 h 155843"/>
                        <a:gd name="connsiteX7" fmla="*/ 38291 w 136844"/>
                        <a:gd name="connsiteY7" fmla="*/ 151043 h 155843"/>
                        <a:gd name="connsiteX8" fmla="*/ 70866 w 136844"/>
                        <a:gd name="connsiteY8" fmla="*/ 153901 h 155843"/>
                        <a:gd name="connsiteX9" fmla="*/ 97536 w 136844"/>
                        <a:gd name="connsiteY9" fmla="*/ 133994 h 155843"/>
                        <a:gd name="connsiteX10" fmla="*/ 126968 w 136844"/>
                        <a:gd name="connsiteY10" fmla="*/ 92369 h 155843"/>
                        <a:gd name="connsiteX11" fmla="*/ 136779 w 136844"/>
                        <a:gd name="connsiteY11" fmla="*/ 60651 h 155843"/>
                        <a:gd name="connsiteX12" fmla="*/ 122968 w 136844"/>
                        <a:gd name="connsiteY12" fmla="*/ 31028 h 15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6844" h="155843">
                          <a:moveTo>
                            <a:pt x="122968" y="31028"/>
                          </a:moveTo>
                          <a:lnTo>
                            <a:pt x="98965" y="9406"/>
                          </a:lnTo>
                          <a:cubicBezTo>
                            <a:pt x="90392" y="1596"/>
                            <a:pt x="78581" y="-1452"/>
                            <a:pt x="66770" y="644"/>
                          </a:cubicBezTo>
                          <a:cubicBezTo>
                            <a:pt x="54864" y="2644"/>
                            <a:pt x="42863" y="9692"/>
                            <a:pt x="34195" y="21027"/>
                          </a:cubicBezTo>
                          <a:cubicBezTo>
                            <a:pt x="22003" y="36743"/>
                            <a:pt x="10763" y="53031"/>
                            <a:pt x="0" y="69700"/>
                          </a:cubicBezTo>
                          <a:lnTo>
                            <a:pt x="0" y="127421"/>
                          </a:lnTo>
                          <a:cubicBezTo>
                            <a:pt x="2858" y="130755"/>
                            <a:pt x="6096" y="133708"/>
                            <a:pt x="10001" y="135803"/>
                          </a:cubicBezTo>
                          <a:lnTo>
                            <a:pt x="38291" y="151043"/>
                          </a:lnTo>
                          <a:cubicBezTo>
                            <a:pt x="48577" y="156568"/>
                            <a:pt x="60198" y="157044"/>
                            <a:pt x="70866" y="153901"/>
                          </a:cubicBezTo>
                          <a:cubicBezTo>
                            <a:pt x="81439" y="150757"/>
                            <a:pt x="91059" y="143995"/>
                            <a:pt x="97536" y="133994"/>
                          </a:cubicBezTo>
                          <a:cubicBezTo>
                            <a:pt x="106775" y="119706"/>
                            <a:pt x="116491" y="105799"/>
                            <a:pt x="126968" y="92369"/>
                          </a:cubicBezTo>
                          <a:cubicBezTo>
                            <a:pt x="134207" y="83035"/>
                            <a:pt x="137350" y="71700"/>
                            <a:pt x="136779" y="60651"/>
                          </a:cubicBezTo>
                          <a:cubicBezTo>
                            <a:pt x="136017" y="49602"/>
                            <a:pt x="131731" y="38934"/>
                            <a:pt x="122968" y="3102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22" name="Forme libre : forme 14721">
                      <a:extLst>
                        <a:ext uri="{FF2B5EF4-FFF2-40B4-BE49-F238E27FC236}">
                          <a16:creationId xmlns:a16="http://schemas.microsoft.com/office/drawing/2014/main" id="{E78F67E4-8EE9-4ABC-A108-BABEA1D6B9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614" y="3007804"/>
                      <a:ext cx="110746" cy="125577"/>
                    </a:xfrm>
                    <a:custGeom>
                      <a:avLst/>
                      <a:gdLst>
                        <a:gd name="connsiteX0" fmla="*/ 44291 w 110746"/>
                        <a:gd name="connsiteY0" fmla="*/ 74962 h 125577"/>
                        <a:gd name="connsiteX1" fmla="*/ 0 w 110746"/>
                        <a:gd name="connsiteY1" fmla="*/ 114205 h 125577"/>
                        <a:gd name="connsiteX2" fmla="*/ 12192 w 110746"/>
                        <a:gd name="connsiteY2" fmla="*/ 120777 h 125577"/>
                        <a:gd name="connsiteX3" fmla="*/ 44768 w 110746"/>
                        <a:gd name="connsiteY3" fmla="*/ 123635 h 125577"/>
                        <a:gd name="connsiteX4" fmla="*/ 71438 w 110746"/>
                        <a:gd name="connsiteY4" fmla="*/ 103727 h 125577"/>
                        <a:gd name="connsiteX5" fmla="*/ 100870 w 110746"/>
                        <a:gd name="connsiteY5" fmla="*/ 62103 h 125577"/>
                        <a:gd name="connsiteX6" fmla="*/ 110681 w 110746"/>
                        <a:gd name="connsiteY6" fmla="*/ 30385 h 125577"/>
                        <a:gd name="connsiteX7" fmla="*/ 96965 w 110746"/>
                        <a:gd name="connsiteY7" fmla="*/ 667 h 125577"/>
                        <a:gd name="connsiteX8" fmla="*/ 96203 w 110746"/>
                        <a:gd name="connsiteY8" fmla="*/ 0 h 125577"/>
                        <a:gd name="connsiteX9" fmla="*/ 67247 w 110746"/>
                        <a:gd name="connsiteY9" fmla="*/ 35528 h 125577"/>
                        <a:gd name="connsiteX10" fmla="*/ 44291 w 110746"/>
                        <a:gd name="connsiteY10" fmla="*/ 74962 h 125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0746" h="125577">
                          <a:moveTo>
                            <a:pt x="44291" y="74962"/>
                          </a:moveTo>
                          <a:cubicBezTo>
                            <a:pt x="36671" y="95631"/>
                            <a:pt x="20098" y="111062"/>
                            <a:pt x="0" y="114205"/>
                          </a:cubicBezTo>
                          <a:lnTo>
                            <a:pt x="12192" y="120777"/>
                          </a:lnTo>
                          <a:cubicBezTo>
                            <a:pt x="22479" y="126302"/>
                            <a:pt x="34100" y="126778"/>
                            <a:pt x="44768" y="123635"/>
                          </a:cubicBezTo>
                          <a:cubicBezTo>
                            <a:pt x="55340" y="120491"/>
                            <a:pt x="64960" y="113729"/>
                            <a:pt x="71438" y="103727"/>
                          </a:cubicBezTo>
                          <a:cubicBezTo>
                            <a:pt x="80677" y="89440"/>
                            <a:pt x="90392" y="75533"/>
                            <a:pt x="100870" y="62103"/>
                          </a:cubicBezTo>
                          <a:cubicBezTo>
                            <a:pt x="108109" y="52769"/>
                            <a:pt x="111252" y="41434"/>
                            <a:pt x="110681" y="30385"/>
                          </a:cubicBezTo>
                          <a:cubicBezTo>
                            <a:pt x="109919" y="19240"/>
                            <a:pt x="105632" y="8572"/>
                            <a:pt x="96965" y="667"/>
                          </a:cubicBezTo>
                          <a:lnTo>
                            <a:pt x="96203" y="0"/>
                          </a:lnTo>
                          <a:cubicBezTo>
                            <a:pt x="86582" y="12192"/>
                            <a:pt x="76486" y="23622"/>
                            <a:pt x="67247" y="35528"/>
                          </a:cubicBezTo>
                          <a:cubicBezTo>
                            <a:pt x="57912" y="47530"/>
                            <a:pt x="49625" y="60293"/>
                            <a:pt x="44291" y="74962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23" name="Forme libre : forme 14722">
                      <a:extLst>
                        <a:ext uri="{FF2B5EF4-FFF2-40B4-BE49-F238E27FC236}">
                          <a16:creationId xmlns:a16="http://schemas.microsoft.com/office/drawing/2014/main" id="{53B92FAD-835E-4FEF-8755-2C257EB34B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628" y="3019699"/>
                      <a:ext cx="53918" cy="61235"/>
                    </a:xfrm>
                    <a:custGeom>
                      <a:avLst/>
                      <a:gdLst>
                        <a:gd name="connsiteX0" fmla="*/ 47757 w 53918"/>
                        <a:gd name="connsiteY0" fmla="*/ 3345 h 61235"/>
                        <a:gd name="connsiteX1" fmla="*/ 44804 w 53918"/>
                        <a:gd name="connsiteY1" fmla="*/ 43541 h 61235"/>
                        <a:gd name="connsiteX2" fmla="*/ 7466 w 53918"/>
                        <a:gd name="connsiteY2" fmla="*/ 58781 h 61235"/>
                        <a:gd name="connsiteX3" fmla="*/ 8990 w 53918"/>
                        <a:gd name="connsiteY3" fmla="*/ 17537 h 61235"/>
                        <a:gd name="connsiteX4" fmla="*/ 47757 w 53918"/>
                        <a:gd name="connsiteY4" fmla="*/ 3345 h 612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918" h="61235">
                          <a:moveTo>
                            <a:pt x="47757" y="3345"/>
                          </a:moveTo>
                          <a:cubicBezTo>
                            <a:pt x="57186" y="11156"/>
                            <a:pt x="55472" y="28777"/>
                            <a:pt x="44804" y="43541"/>
                          </a:cubicBezTo>
                          <a:cubicBezTo>
                            <a:pt x="34041" y="58209"/>
                            <a:pt x="17848" y="65353"/>
                            <a:pt x="7466" y="58781"/>
                          </a:cubicBezTo>
                          <a:cubicBezTo>
                            <a:pt x="-2821" y="52208"/>
                            <a:pt x="-2631" y="33444"/>
                            <a:pt x="8990" y="17537"/>
                          </a:cubicBezTo>
                          <a:cubicBezTo>
                            <a:pt x="20515" y="1631"/>
                            <a:pt x="38327" y="-4370"/>
                            <a:pt x="47757" y="3345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24" name="Forme libre : forme 14723">
                      <a:extLst>
                        <a:ext uri="{FF2B5EF4-FFF2-40B4-BE49-F238E27FC236}">
                          <a16:creationId xmlns:a16="http://schemas.microsoft.com/office/drawing/2014/main" id="{C0B13503-26B9-4223-8FFE-155022341C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602" y="3049905"/>
                      <a:ext cx="51877" cy="31029"/>
                    </a:xfrm>
                    <a:custGeom>
                      <a:avLst/>
                      <a:gdLst>
                        <a:gd name="connsiteX0" fmla="*/ 729 w 51877"/>
                        <a:gd name="connsiteY0" fmla="*/ 5715 h 31029"/>
                        <a:gd name="connsiteX1" fmla="*/ 7491 w 51877"/>
                        <a:gd name="connsiteY1" fmla="*/ 28575 h 31029"/>
                        <a:gd name="connsiteX2" fmla="*/ 44829 w 51877"/>
                        <a:gd name="connsiteY2" fmla="*/ 13335 h 31029"/>
                        <a:gd name="connsiteX3" fmla="*/ 51878 w 51877"/>
                        <a:gd name="connsiteY3" fmla="*/ 0 h 31029"/>
                        <a:gd name="connsiteX4" fmla="*/ 45687 w 51877"/>
                        <a:gd name="connsiteY4" fmla="*/ 5620 h 31029"/>
                        <a:gd name="connsiteX5" fmla="*/ 729 w 51877"/>
                        <a:gd name="connsiteY5" fmla="*/ 5715 h 31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1877" h="31029">
                          <a:moveTo>
                            <a:pt x="729" y="5715"/>
                          </a:moveTo>
                          <a:cubicBezTo>
                            <a:pt x="-1367" y="15621"/>
                            <a:pt x="1110" y="24479"/>
                            <a:pt x="7491" y="28575"/>
                          </a:cubicBezTo>
                          <a:cubicBezTo>
                            <a:pt x="17778" y="35147"/>
                            <a:pt x="34066" y="28004"/>
                            <a:pt x="44829" y="13335"/>
                          </a:cubicBezTo>
                          <a:cubicBezTo>
                            <a:pt x="47877" y="8954"/>
                            <a:pt x="50354" y="4477"/>
                            <a:pt x="51878" y="0"/>
                          </a:cubicBezTo>
                          <a:cubicBezTo>
                            <a:pt x="50068" y="2191"/>
                            <a:pt x="48068" y="4096"/>
                            <a:pt x="45687" y="5620"/>
                          </a:cubicBezTo>
                          <a:cubicBezTo>
                            <a:pt x="31399" y="13335"/>
                            <a:pt x="12349" y="14954"/>
                            <a:pt x="729" y="5715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25" name="Forme libre : forme 14724">
                      <a:extLst>
                        <a:ext uri="{FF2B5EF4-FFF2-40B4-BE49-F238E27FC236}">
                          <a16:creationId xmlns:a16="http://schemas.microsoft.com/office/drawing/2014/main" id="{4EBD9A16-8FE0-4809-9FF8-575F394373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578" y="3019991"/>
                      <a:ext cx="53865" cy="60706"/>
                    </a:xfrm>
                    <a:custGeom>
                      <a:avLst/>
                      <a:gdLst>
                        <a:gd name="connsiteX0" fmla="*/ 47712 w 53865"/>
                        <a:gd name="connsiteY0" fmla="*/ 3434 h 60706"/>
                        <a:gd name="connsiteX1" fmla="*/ 44664 w 53865"/>
                        <a:gd name="connsiteY1" fmla="*/ 43344 h 60706"/>
                        <a:gd name="connsiteX2" fmla="*/ 7421 w 53865"/>
                        <a:gd name="connsiteY2" fmla="*/ 58203 h 60706"/>
                        <a:gd name="connsiteX3" fmla="*/ 9040 w 53865"/>
                        <a:gd name="connsiteY3" fmla="*/ 17150 h 60706"/>
                        <a:gd name="connsiteX4" fmla="*/ 47712 w 53865"/>
                        <a:gd name="connsiteY4" fmla="*/ 3434 h 6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865" h="60706">
                          <a:moveTo>
                            <a:pt x="47712" y="3434"/>
                          </a:moveTo>
                          <a:cubicBezTo>
                            <a:pt x="57142" y="11340"/>
                            <a:pt x="55427" y="28866"/>
                            <a:pt x="44664" y="43344"/>
                          </a:cubicBezTo>
                          <a:cubicBezTo>
                            <a:pt x="33996" y="57917"/>
                            <a:pt x="17708" y="64775"/>
                            <a:pt x="7421" y="58203"/>
                          </a:cubicBezTo>
                          <a:cubicBezTo>
                            <a:pt x="-2866" y="51631"/>
                            <a:pt x="-2580" y="32962"/>
                            <a:pt x="9040" y="17150"/>
                          </a:cubicBezTo>
                          <a:cubicBezTo>
                            <a:pt x="20661" y="1529"/>
                            <a:pt x="38377" y="-4376"/>
                            <a:pt x="47712" y="343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26" name="Forme libre : forme 14725">
                      <a:extLst>
                        <a:ext uri="{FF2B5EF4-FFF2-40B4-BE49-F238E27FC236}">
                          <a16:creationId xmlns:a16="http://schemas.microsoft.com/office/drawing/2014/main" id="{0BB68DB6-833D-4D44-A844-913FBA2195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929" y="3047040"/>
                      <a:ext cx="99683" cy="66269"/>
                    </a:xfrm>
                    <a:custGeom>
                      <a:avLst/>
                      <a:gdLst>
                        <a:gd name="connsiteX0" fmla="*/ 27401 w 99683"/>
                        <a:gd name="connsiteY0" fmla="*/ 57633 h 66269"/>
                        <a:gd name="connsiteX1" fmla="*/ 46166 w 99683"/>
                        <a:gd name="connsiteY1" fmla="*/ 66015 h 66269"/>
                        <a:gd name="connsiteX2" fmla="*/ 82170 w 99683"/>
                        <a:gd name="connsiteY2" fmla="*/ 50109 h 66269"/>
                        <a:gd name="connsiteX3" fmla="*/ 99315 w 99683"/>
                        <a:gd name="connsiteY3" fmla="*/ 21152 h 66269"/>
                        <a:gd name="connsiteX4" fmla="*/ 90171 w 99683"/>
                        <a:gd name="connsiteY4" fmla="*/ 388 h 66269"/>
                        <a:gd name="connsiteX5" fmla="*/ 74931 w 99683"/>
                        <a:gd name="connsiteY5" fmla="*/ 3341 h 66269"/>
                        <a:gd name="connsiteX6" fmla="*/ 38165 w 99683"/>
                        <a:gd name="connsiteY6" fmla="*/ 12961 h 66269"/>
                        <a:gd name="connsiteX7" fmla="*/ 255 w 99683"/>
                        <a:gd name="connsiteY7" fmla="*/ 30677 h 66269"/>
                        <a:gd name="connsiteX8" fmla="*/ 27401 w 99683"/>
                        <a:gd name="connsiteY8" fmla="*/ 57633 h 662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683" h="66269">
                          <a:moveTo>
                            <a:pt x="27401" y="57633"/>
                          </a:moveTo>
                          <a:cubicBezTo>
                            <a:pt x="33212" y="61348"/>
                            <a:pt x="39308" y="65063"/>
                            <a:pt x="46166" y="66015"/>
                          </a:cubicBezTo>
                          <a:cubicBezTo>
                            <a:pt x="59310" y="67825"/>
                            <a:pt x="72550" y="59729"/>
                            <a:pt x="82170" y="50109"/>
                          </a:cubicBezTo>
                          <a:cubicBezTo>
                            <a:pt x="90362" y="42108"/>
                            <a:pt x="97220" y="32297"/>
                            <a:pt x="99315" y="21152"/>
                          </a:cubicBezTo>
                          <a:cubicBezTo>
                            <a:pt x="100744" y="12866"/>
                            <a:pt x="98077" y="2483"/>
                            <a:pt x="90171" y="388"/>
                          </a:cubicBezTo>
                          <a:cubicBezTo>
                            <a:pt x="85218" y="-946"/>
                            <a:pt x="79884" y="1436"/>
                            <a:pt x="74931" y="3341"/>
                          </a:cubicBezTo>
                          <a:cubicBezTo>
                            <a:pt x="63120" y="8103"/>
                            <a:pt x="50643" y="11342"/>
                            <a:pt x="38165" y="12961"/>
                          </a:cubicBezTo>
                          <a:cubicBezTo>
                            <a:pt x="27592" y="14199"/>
                            <a:pt x="3780" y="14866"/>
                            <a:pt x="255" y="30677"/>
                          </a:cubicBezTo>
                          <a:cubicBezTo>
                            <a:pt x="-2602" y="44965"/>
                            <a:pt x="19305" y="52394"/>
                            <a:pt x="27401" y="5763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27" name="Forme libre : forme 14726">
                      <a:extLst>
                        <a:ext uri="{FF2B5EF4-FFF2-40B4-BE49-F238E27FC236}">
                          <a16:creationId xmlns:a16="http://schemas.microsoft.com/office/drawing/2014/main" id="{AF010477-233B-4379-9A56-3B737A9C11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715" y="3049886"/>
                      <a:ext cx="16456" cy="32785"/>
                    </a:xfrm>
                    <a:custGeom>
                      <a:avLst/>
                      <a:gdLst>
                        <a:gd name="connsiteX0" fmla="*/ 2661 w 16456"/>
                        <a:gd name="connsiteY0" fmla="*/ 28213 h 32785"/>
                        <a:gd name="connsiteX1" fmla="*/ 5805 w 16456"/>
                        <a:gd name="connsiteY1" fmla="*/ 32118 h 32785"/>
                        <a:gd name="connsiteX2" fmla="*/ 10662 w 16456"/>
                        <a:gd name="connsiteY2" fmla="*/ 32023 h 32785"/>
                        <a:gd name="connsiteX3" fmla="*/ 13234 w 16456"/>
                        <a:gd name="connsiteY3" fmla="*/ 27546 h 32785"/>
                        <a:gd name="connsiteX4" fmla="*/ 16187 w 16456"/>
                        <a:gd name="connsiteY4" fmla="*/ 14687 h 32785"/>
                        <a:gd name="connsiteX5" fmla="*/ 16377 w 16456"/>
                        <a:gd name="connsiteY5" fmla="*/ 9353 h 32785"/>
                        <a:gd name="connsiteX6" fmla="*/ 2376 w 16456"/>
                        <a:gd name="connsiteY6" fmla="*/ 4591 h 32785"/>
                        <a:gd name="connsiteX7" fmla="*/ 2661 w 16456"/>
                        <a:gd name="connsiteY7" fmla="*/ 28213 h 32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456" h="32785">
                          <a:moveTo>
                            <a:pt x="2661" y="28213"/>
                          </a:moveTo>
                          <a:cubicBezTo>
                            <a:pt x="3423" y="29737"/>
                            <a:pt x="4376" y="31261"/>
                            <a:pt x="5805" y="32118"/>
                          </a:cubicBezTo>
                          <a:cubicBezTo>
                            <a:pt x="7233" y="32975"/>
                            <a:pt x="9234" y="33071"/>
                            <a:pt x="10662" y="32023"/>
                          </a:cubicBezTo>
                          <a:cubicBezTo>
                            <a:pt x="11996" y="30975"/>
                            <a:pt x="12663" y="29261"/>
                            <a:pt x="13234" y="27546"/>
                          </a:cubicBezTo>
                          <a:cubicBezTo>
                            <a:pt x="14568" y="23355"/>
                            <a:pt x="15615" y="19069"/>
                            <a:pt x="16187" y="14687"/>
                          </a:cubicBezTo>
                          <a:cubicBezTo>
                            <a:pt x="16377" y="12878"/>
                            <a:pt x="16568" y="11068"/>
                            <a:pt x="16377" y="9353"/>
                          </a:cubicBezTo>
                          <a:cubicBezTo>
                            <a:pt x="15234" y="2210"/>
                            <a:pt x="7138" y="-4934"/>
                            <a:pt x="2376" y="4591"/>
                          </a:cubicBezTo>
                          <a:cubicBezTo>
                            <a:pt x="-1244" y="12116"/>
                            <a:pt x="-387" y="21926"/>
                            <a:pt x="2661" y="2821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28" name="Forme libre : forme 14727">
                      <a:extLst>
                        <a:ext uri="{FF2B5EF4-FFF2-40B4-BE49-F238E27FC236}">
                          <a16:creationId xmlns:a16="http://schemas.microsoft.com/office/drawing/2014/main" id="{8DBC5480-39C9-4CBF-A838-D1D0DD1D7C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911" y="3008757"/>
                      <a:ext cx="14477" cy="58959"/>
                    </a:xfrm>
                    <a:custGeom>
                      <a:avLst/>
                      <a:gdLst>
                        <a:gd name="connsiteX0" fmla="*/ 0 w 14477"/>
                        <a:gd name="connsiteY0" fmla="*/ 0 h 58959"/>
                        <a:gd name="connsiteX1" fmla="*/ 10763 w 14477"/>
                        <a:gd name="connsiteY1" fmla="*/ 15335 h 58959"/>
                        <a:gd name="connsiteX2" fmla="*/ 14478 w 14477"/>
                        <a:gd name="connsiteY2" fmla="*/ 33814 h 58959"/>
                        <a:gd name="connsiteX3" fmla="*/ 8954 w 14477"/>
                        <a:gd name="connsiteY3" fmla="*/ 58960 h 58959"/>
                        <a:gd name="connsiteX4" fmla="*/ 11811 w 14477"/>
                        <a:gd name="connsiteY4" fmla="*/ 40196 h 58959"/>
                        <a:gd name="connsiteX5" fmla="*/ 0 w 14477"/>
                        <a:gd name="connsiteY5" fmla="*/ 0 h 58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477" h="58959">
                          <a:moveTo>
                            <a:pt x="0" y="0"/>
                          </a:moveTo>
                          <a:cubicBezTo>
                            <a:pt x="0" y="0"/>
                            <a:pt x="6572" y="5334"/>
                            <a:pt x="10763" y="15335"/>
                          </a:cubicBezTo>
                          <a:cubicBezTo>
                            <a:pt x="12954" y="20383"/>
                            <a:pt x="14478" y="26575"/>
                            <a:pt x="14478" y="33814"/>
                          </a:cubicBezTo>
                          <a:cubicBezTo>
                            <a:pt x="14383" y="40957"/>
                            <a:pt x="13049" y="49435"/>
                            <a:pt x="8954" y="58960"/>
                          </a:cubicBezTo>
                          <a:cubicBezTo>
                            <a:pt x="8954" y="58960"/>
                            <a:pt x="11621" y="51435"/>
                            <a:pt x="11811" y="40196"/>
                          </a:cubicBezTo>
                          <a:cubicBezTo>
                            <a:pt x="12287" y="29242"/>
                            <a:pt x="10096" y="1428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29" name="Forme libre : forme 14728">
                      <a:extLst>
                        <a:ext uri="{FF2B5EF4-FFF2-40B4-BE49-F238E27FC236}">
                          <a16:creationId xmlns:a16="http://schemas.microsoft.com/office/drawing/2014/main" id="{72D90A84-C8A5-4307-8FFC-AF16C5D32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516" y="3047714"/>
                      <a:ext cx="3810" cy="11239"/>
                    </a:xfrm>
                    <a:custGeom>
                      <a:avLst/>
                      <a:gdLst>
                        <a:gd name="connsiteX0" fmla="*/ 3810 w 3810"/>
                        <a:gd name="connsiteY0" fmla="*/ 0 h 11239"/>
                        <a:gd name="connsiteX1" fmla="*/ 0 w 3810"/>
                        <a:gd name="connsiteY1" fmla="*/ 8096 h 11239"/>
                        <a:gd name="connsiteX2" fmla="*/ 0 w 3810"/>
                        <a:gd name="connsiteY2" fmla="*/ 11239 h 11239"/>
                        <a:gd name="connsiteX3" fmla="*/ 3810 w 3810"/>
                        <a:gd name="connsiteY3" fmla="*/ 0 h 11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10" h="11239">
                          <a:moveTo>
                            <a:pt x="3810" y="0"/>
                          </a:moveTo>
                          <a:cubicBezTo>
                            <a:pt x="3810" y="0"/>
                            <a:pt x="2000" y="3143"/>
                            <a:pt x="0" y="8096"/>
                          </a:cubicBezTo>
                          <a:lnTo>
                            <a:pt x="0" y="11239"/>
                          </a:lnTo>
                          <a:cubicBezTo>
                            <a:pt x="952" y="7620"/>
                            <a:pt x="2096" y="3905"/>
                            <a:pt x="381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30" name="Forme libre : forme 14729">
                      <a:extLst>
                        <a:ext uri="{FF2B5EF4-FFF2-40B4-BE49-F238E27FC236}">
                          <a16:creationId xmlns:a16="http://schemas.microsoft.com/office/drawing/2014/main" id="{24C45F8C-F9F5-424C-A9E7-6A2C6F0990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516" y="3087147"/>
                      <a:ext cx="14478" cy="25431"/>
                    </a:xfrm>
                    <a:custGeom>
                      <a:avLst/>
                      <a:gdLst>
                        <a:gd name="connsiteX0" fmla="*/ 14478 w 14478"/>
                        <a:gd name="connsiteY0" fmla="*/ 25432 h 25431"/>
                        <a:gd name="connsiteX1" fmla="*/ 2762 w 14478"/>
                        <a:gd name="connsiteY1" fmla="*/ 8001 h 25431"/>
                        <a:gd name="connsiteX2" fmla="*/ 0 w 14478"/>
                        <a:gd name="connsiteY2" fmla="*/ 0 h 25431"/>
                        <a:gd name="connsiteX3" fmla="*/ 0 w 14478"/>
                        <a:gd name="connsiteY3" fmla="*/ 8858 h 25431"/>
                        <a:gd name="connsiteX4" fmla="*/ 14478 w 14478"/>
                        <a:gd name="connsiteY4" fmla="*/ 25432 h 25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78" h="25431">
                          <a:moveTo>
                            <a:pt x="14478" y="25432"/>
                          </a:moveTo>
                          <a:cubicBezTo>
                            <a:pt x="14478" y="25432"/>
                            <a:pt x="7620" y="19241"/>
                            <a:pt x="2762" y="8001"/>
                          </a:cubicBezTo>
                          <a:cubicBezTo>
                            <a:pt x="1715" y="5620"/>
                            <a:pt x="762" y="2858"/>
                            <a:pt x="0" y="0"/>
                          </a:cubicBezTo>
                          <a:lnTo>
                            <a:pt x="0" y="8858"/>
                          </a:lnTo>
                          <a:cubicBezTo>
                            <a:pt x="2953" y="14764"/>
                            <a:pt x="7429" y="20479"/>
                            <a:pt x="14478" y="254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31" name="Forme libre : forme 14730">
                      <a:extLst>
                        <a:ext uri="{FF2B5EF4-FFF2-40B4-BE49-F238E27FC236}">
                          <a16:creationId xmlns:a16="http://schemas.microsoft.com/office/drawing/2014/main" id="{A3869AA9-D26F-48BC-B4C2-F5B51ABFE5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365" y="3028870"/>
                      <a:ext cx="22763" cy="20079"/>
                    </a:xfrm>
                    <a:custGeom>
                      <a:avLst/>
                      <a:gdLst>
                        <a:gd name="connsiteX0" fmla="*/ 22113 w 22763"/>
                        <a:gd name="connsiteY0" fmla="*/ 2175 h 20079"/>
                        <a:gd name="connsiteX1" fmla="*/ 15160 w 22763"/>
                        <a:gd name="connsiteY1" fmla="*/ 16081 h 20079"/>
                        <a:gd name="connsiteX2" fmla="*/ 682 w 22763"/>
                        <a:gd name="connsiteY2" fmla="*/ 18081 h 20079"/>
                        <a:gd name="connsiteX3" fmla="*/ 7540 w 22763"/>
                        <a:gd name="connsiteY3" fmla="*/ 3889 h 20079"/>
                        <a:gd name="connsiteX4" fmla="*/ 22113 w 22763"/>
                        <a:gd name="connsiteY4" fmla="*/ 2175 h 20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763" h="20079">
                          <a:moveTo>
                            <a:pt x="22113" y="2175"/>
                          </a:moveTo>
                          <a:cubicBezTo>
                            <a:pt x="24209" y="5603"/>
                            <a:pt x="21066" y="11795"/>
                            <a:pt x="15160" y="16081"/>
                          </a:cubicBezTo>
                          <a:cubicBezTo>
                            <a:pt x="9350" y="20463"/>
                            <a:pt x="2873" y="21415"/>
                            <a:pt x="682" y="18081"/>
                          </a:cubicBezTo>
                          <a:cubicBezTo>
                            <a:pt x="-1413" y="14748"/>
                            <a:pt x="1444" y="8175"/>
                            <a:pt x="7540" y="3889"/>
                          </a:cubicBezTo>
                          <a:cubicBezTo>
                            <a:pt x="13636" y="-588"/>
                            <a:pt x="20113" y="-1255"/>
                            <a:pt x="22113" y="217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32" name="Forme libre : forme 14731">
                      <a:extLst>
                        <a:ext uri="{FF2B5EF4-FFF2-40B4-BE49-F238E27FC236}">
                          <a16:creationId xmlns:a16="http://schemas.microsoft.com/office/drawing/2014/main" id="{7FFAB4CA-AC24-4547-9B8D-47BC2E6915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791" y="3026363"/>
                      <a:ext cx="6654" cy="6887"/>
                    </a:xfrm>
                    <a:custGeom>
                      <a:avLst/>
                      <a:gdLst>
                        <a:gd name="connsiteX0" fmla="*/ 5545 w 6654"/>
                        <a:gd name="connsiteY0" fmla="*/ 586 h 6887"/>
                        <a:gd name="connsiteX1" fmla="*/ 5830 w 6654"/>
                        <a:gd name="connsiteY1" fmla="*/ 5349 h 6887"/>
                        <a:gd name="connsiteX2" fmla="*/ 1163 w 6654"/>
                        <a:gd name="connsiteY2" fmla="*/ 6301 h 6887"/>
                        <a:gd name="connsiteX3" fmla="*/ 782 w 6654"/>
                        <a:gd name="connsiteY3" fmla="*/ 1539 h 6887"/>
                        <a:gd name="connsiteX4" fmla="*/ 5545 w 6654"/>
                        <a:gd name="connsiteY4" fmla="*/ 586 h 6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54" h="6887">
                          <a:moveTo>
                            <a:pt x="5545" y="586"/>
                          </a:moveTo>
                          <a:cubicBezTo>
                            <a:pt x="6973" y="1634"/>
                            <a:pt x="6973" y="3729"/>
                            <a:pt x="5830" y="5349"/>
                          </a:cubicBezTo>
                          <a:cubicBezTo>
                            <a:pt x="4687" y="6968"/>
                            <a:pt x="2592" y="7349"/>
                            <a:pt x="1163" y="6301"/>
                          </a:cubicBezTo>
                          <a:cubicBezTo>
                            <a:pt x="-266" y="5253"/>
                            <a:pt x="-361" y="3062"/>
                            <a:pt x="782" y="1539"/>
                          </a:cubicBezTo>
                          <a:cubicBezTo>
                            <a:pt x="2020" y="-81"/>
                            <a:pt x="4211" y="-462"/>
                            <a:pt x="5545" y="5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33" name="Forme libre : forme 14732">
                      <a:extLst>
                        <a:ext uri="{FF2B5EF4-FFF2-40B4-BE49-F238E27FC236}">
                          <a16:creationId xmlns:a16="http://schemas.microsoft.com/office/drawing/2014/main" id="{B75BB380-BC1A-46FE-BA60-2FDB8F7B93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80" y="2990102"/>
                      <a:ext cx="76431" cy="39724"/>
                    </a:xfrm>
                    <a:custGeom>
                      <a:avLst/>
                      <a:gdLst>
                        <a:gd name="connsiteX0" fmla="*/ 48150 w 76431"/>
                        <a:gd name="connsiteY0" fmla="*/ 843 h 39724"/>
                        <a:gd name="connsiteX1" fmla="*/ 72534 w 76431"/>
                        <a:gd name="connsiteY1" fmla="*/ 14940 h 39724"/>
                        <a:gd name="connsiteX2" fmla="*/ 75677 w 76431"/>
                        <a:gd name="connsiteY2" fmla="*/ 24370 h 39724"/>
                        <a:gd name="connsiteX3" fmla="*/ 66533 w 76431"/>
                        <a:gd name="connsiteY3" fmla="*/ 26656 h 39724"/>
                        <a:gd name="connsiteX4" fmla="*/ 36530 w 76431"/>
                        <a:gd name="connsiteY4" fmla="*/ 22941 h 39724"/>
                        <a:gd name="connsiteX5" fmla="*/ 430 w 76431"/>
                        <a:gd name="connsiteY5" fmla="*/ 37038 h 39724"/>
                        <a:gd name="connsiteX6" fmla="*/ 25290 w 76431"/>
                        <a:gd name="connsiteY6" fmla="*/ 3319 h 39724"/>
                        <a:gd name="connsiteX7" fmla="*/ 48150 w 76431"/>
                        <a:gd name="connsiteY7" fmla="*/ 843 h 39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6431" h="39724">
                          <a:moveTo>
                            <a:pt x="48150" y="843"/>
                          </a:moveTo>
                          <a:cubicBezTo>
                            <a:pt x="57675" y="3034"/>
                            <a:pt x="65581" y="8653"/>
                            <a:pt x="72534" y="14940"/>
                          </a:cubicBezTo>
                          <a:cubicBezTo>
                            <a:pt x="75106" y="17321"/>
                            <a:pt x="77773" y="21036"/>
                            <a:pt x="75677" y="24370"/>
                          </a:cubicBezTo>
                          <a:cubicBezTo>
                            <a:pt x="73868" y="27323"/>
                            <a:pt x="69677" y="27323"/>
                            <a:pt x="66533" y="26656"/>
                          </a:cubicBezTo>
                          <a:cubicBezTo>
                            <a:pt x="56627" y="24560"/>
                            <a:pt x="47007" y="20084"/>
                            <a:pt x="36530" y="22941"/>
                          </a:cubicBezTo>
                          <a:cubicBezTo>
                            <a:pt x="29862" y="24465"/>
                            <a:pt x="3859" y="47420"/>
                            <a:pt x="430" y="37038"/>
                          </a:cubicBezTo>
                          <a:cubicBezTo>
                            <a:pt x="-3190" y="26275"/>
                            <a:pt x="17003" y="7034"/>
                            <a:pt x="25290" y="3319"/>
                          </a:cubicBezTo>
                          <a:cubicBezTo>
                            <a:pt x="32720" y="-300"/>
                            <a:pt x="41102" y="-681"/>
                            <a:pt x="48150" y="84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22" name="Graphique 1">
                    <a:extLst>
                      <a:ext uri="{FF2B5EF4-FFF2-40B4-BE49-F238E27FC236}">
                        <a16:creationId xmlns:a16="http://schemas.microsoft.com/office/drawing/2014/main" id="{367A584A-2A65-4D4B-9E98-F906B6D9A29A}"/>
                      </a:ext>
                    </a:extLst>
                  </p:cNvPr>
                  <p:cNvGrpSpPr/>
                  <p:nvPr/>
                </p:nvGrpSpPr>
                <p:grpSpPr>
                  <a:xfrm>
                    <a:off x="373276" y="2869435"/>
                    <a:ext cx="154025" cy="149829"/>
                    <a:chOff x="373276" y="2869435"/>
                    <a:chExt cx="154025" cy="149829"/>
                  </a:xfrm>
                  <a:solidFill>
                    <a:schemeClr val="accent1"/>
                  </a:solidFill>
                </p:grpSpPr>
                <p:sp>
                  <p:nvSpPr>
                    <p:cNvPr id="14709" name="Forme libre : forme 14708">
                      <a:extLst>
                        <a:ext uri="{FF2B5EF4-FFF2-40B4-BE49-F238E27FC236}">
                          <a16:creationId xmlns:a16="http://schemas.microsoft.com/office/drawing/2014/main" id="{9E228EEC-6CBC-4639-B650-A6CB45359C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276" y="2869435"/>
                      <a:ext cx="154025" cy="149829"/>
                    </a:xfrm>
                    <a:custGeom>
                      <a:avLst/>
                      <a:gdLst>
                        <a:gd name="connsiteX0" fmla="*/ 135553 w 154025"/>
                        <a:gd name="connsiteY0" fmla="*/ 105317 h 149829"/>
                        <a:gd name="connsiteX1" fmla="*/ 116217 w 154025"/>
                        <a:gd name="connsiteY1" fmla="*/ 120653 h 149829"/>
                        <a:gd name="connsiteX2" fmla="*/ 97548 w 154025"/>
                        <a:gd name="connsiteY2" fmla="*/ 137131 h 149829"/>
                        <a:gd name="connsiteX3" fmla="*/ 67164 w 154025"/>
                        <a:gd name="connsiteY3" fmla="*/ 149799 h 149829"/>
                        <a:gd name="connsiteX4" fmla="*/ 36207 w 154025"/>
                        <a:gd name="connsiteY4" fmla="*/ 139226 h 149829"/>
                        <a:gd name="connsiteX5" fmla="*/ 12204 w 154025"/>
                        <a:gd name="connsiteY5" fmla="*/ 117605 h 149829"/>
                        <a:gd name="connsiteX6" fmla="*/ 108 w 154025"/>
                        <a:gd name="connsiteY6" fmla="*/ 86458 h 149829"/>
                        <a:gd name="connsiteX7" fmla="*/ 17253 w 154025"/>
                        <a:gd name="connsiteY7" fmla="*/ 51596 h 149829"/>
                        <a:gd name="connsiteX8" fmla="*/ 40494 w 154025"/>
                        <a:gd name="connsiteY8" fmla="*/ 30927 h 149829"/>
                        <a:gd name="connsiteX9" fmla="*/ 64973 w 154025"/>
                        <a:gd name="connsiteY9" fmla="*/ 11401 h 149829"/>
                        <a:gd name="connsiteX10" fmla="*/ 83737 w 154025"/>
                        <a:gd name="connsiteY10" fmla="*/ 2066 h 149829"/>
                        <a:gd name="connsiteX11" fmla="*/ 102787 w 154025"/>
                        <a:gd name="connsiteY11" fmla="*/ 352 h 149829"/>
                        <a:gd name="connsiteX12" fmla="*/ 131362 w 154025"/>
                        <a:gd name="connsiteY12" fmla="*/ 17973 h 149829"/>
                        <a:gd name="connsiteX13" fmla="*/ 148031 w 154025"/>
                        <a:gd name="connsiteY13" fmla="*/ 45786 h 149829"/>
                        <a:gd name="connsiteX14" fmla="*/ 152889 w 154025"/>
                        <a:gd name="connsiteY14" fmla="*/ 78171 h 149829"/>
                        <a:gd name="connsiteX15" fmla="*/ 146793 w 154025"/>
                        <a:gd name="connsiteY15" fmla="*/ 93221 h 149829"/>
                        <a:gd name="connsiteX16" fmla="*/ 135553 w 154025"/>
                        <a:gd name="connsiteY16" fmla="*/ 105317 h 149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54025" h="149829">
                          <a:moveTo>
                            <a:pt x="135553" y="105317"/>
                          </a:moveTo>
                          <a:cubicBezTo>
                            <a:pt x="128981" y="110175"/>
                            <a:pt x="122504" y="115318"/>
                            <a:pt x="116217" y="120653"/>
                          </a:cubicBezTo>
                          <a:cubicBezTo>
                            <a:pt x="109836" y="125796"/>
                            <a:pt x="103740" y="131606"/>
                            <a:pt x="97548" y="137131"/>
                          </a:cubicBezTo>
                          <a:cubicBezTo>
                            <a:pt x="89071" y="145132"/>
                            <a:pt x="78213" y="149228"/>
                            <a:pt x="67164" y="149799"/>
                          </a:cubicBezTo>
                          <a:cubicBezTo>
                            <a:pt x="56115" y="150180"/>
                            <a:pt x="44875" y="147037"/>
                            <a:pt x="36207" y="139226"/>
                          </a:cubicBezTo>
                          <a:lnTo>
                            <a:pt x="12204" y="117605"/>
                          </a:lnTo>
                          <a:cubicBezTo>
                            <a:pt x="3537" y="109889"/>
                            <a:pt x="-750" y="98459"/>
                            <a:pt x="108" y="86458"/>
                          </a:cubicBezTo>
                          <a:cubicBezTo>
                            <a:pt x="870" y="74361"/>
                            <a:pt x="6775" y="61597"/>
                            <a:pt x="17253" y="51596"/>
                          </a:cubicBezTo>
                          <a:cubicBezTo>
                            <a:pt x="24968" y="44643"/>
                            <a:pt x="32493" y="37499"/>
                            <a:pt x="40494" y="30927"/>
                          </a:cubicBezTo>
                          <a:cubicBezTo>
                            <a:pt x="48399" y="24164"/>
                            <a:pt x="56591" y="17687"/>
                            <a:pt x="64973" y="11401"/>
                          </a:cubicBezTo>
                          <a:cubicBezTo>
                            <a:pt x="70783" y="6829"/>
                            <a:pt x="77260" y="3876"/>
                            <a:pt x="83737" y="2066"/>
                          </a:cubicBezTo>
                          <a:cubicBezTo>
                            <a:pt x="90214" y="256"/>
                            <a:pt x="96596" y="-505"/>
                            <a:pt x="102787" y="352"/>
                          </a:cubicBezTo>
                          <a:cubicBezTo>
                            <a:pt x="115074" y="1780"/>
                            <a:pt x="125361" y="7876"/>
                            <a:pt x="131362" y="17973"/>
                          </a:cubicBezTo>
                          <a:lnTo>
                            <a:pt x="148031" y="45786"/>
                          </a:lnTo>
                          <a:cubicBezTo>
                            <a:pt x="154032" y="55882"/>
                            <a:pt x="155270" y="67693"/>
                            <a:pt x="152889" y="78171"/>
                          </a:cubicBezTo>
                          <a:cubicBezTo>
                            <a:pt x="151650" y="83410"/>
                            <a:pt x="149650" y="88648"/>
                            <a:pt x="146793" y="93221"/>
                          </a:cubicBezTo>
                          <a:cubicBezTo>
                            <a:pt x="143935" y="97792"/>
                            <a:pt x="140125" y="101793"/>
                            <a:pt x="135553" y="105317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10" name="Forme libre : forme 14709">
                      <a:extLst>
                        <a:ext uri="{FF2B5EF4-FFF2-40B4-BE49-F238E27FC236}">
                          <a16:creationId xmlns:a16="http://schemas.microsoft.com/office/drawing/2014/main" id="{E34F133C-9236-4D5B-A891-6FF830976B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101" y="2914173"/>
                      <a:ext cx="128200" cy="105010"/>
                    </a:xfrm>
                    <a:custGeom>
                      <a:avLst/>
                      <a:gdLst>
                        <a:gd name="connsiteX0" fmla="*/ 52483 w 128200"/>
                        <a:gd name="connsiteY0" fmla="*/ 57817 h 105010"/>
                        <a:gd name="connsiteX1" fmla="*/ 29242 w 128200"/>
                        <a:gd name="connsiteY1" fmla="*/ 78772 h 105010"/>
                        <a:gd name="connsiteX2" fmla="*/ 0 w 128200"/>
                        <a:gd name="connsiteY2" fmla="*/ 85058 h 105010"/>
                        <a:gd name="connsiteX3" fmla="*/ 10382 w 128200"/>
                        <a:gd name="connsiteY3" fmla="*/ 94392 h 105010"/>
                        <a:gd name="connsiteX4" fmla="*/ 41339 w 128200"/>
                        <a:gd name="connsiteY4" fmla="*/ 104965 h 105010"/>
                        <a:gd name="connsiteX5" fmla="*/ 71723 w 128200"/>
                        <a:gd name="connsiteY5" fmla="*/ 92297 h 105010"/>
                        <a:gd name="connsiteX6" fmla="*/ 90392 w 128200"/>
                        <a:gd name="connsiteY6" fmla="*/ 75819 h 105010"/>
                        <a:gd name="connsiteX7" fmla="*/ 109728 w 128200"/>
                        <a:gd name="connsiteY7" fmla="*/ 60484 h 105010"/>
                        <a:gd name="connsiteX8" fmla="*/ 120968 w 128200"/>
                        <a:gd name="connsiteY8" fmla="*/ 48292 h 105010"/>
                        <a:gd name="connsiteX9" fmla="*/ 127064 w 128200"/>
                        <a:gd name="connsiteY9" fmla="*/ 33242 h 105010"/>
                        <a:gd name="connsiteX10" fmla="*/ 122206 w 128200"/>
                        <a:gd name="connsiteY10" fmla="*/ 857 h 105010"/>
                        <a:gd name="connsiteX11" fmla="*/ 121634 w 128200"/>
                        <a:gd name="connsiteY11" fmla="*/ 0 h 105010"/>
                        <a:gd name="connsiteX12" fmla="*/ 102679 w 128200"/>
                        <a:gd name="connsiteY12" fmla="*/ 12859 h 105010"/>
                        <a:gd name="connsiteX13" fmla="*/ 84201 w 128200"/>
                        <a:gd name="connsiteY13" fmla="*/ 25813 h 105010"/>
                        <a:gd name="connsiteX14" fmla="*/ 67056 w 128200"/>
                        <a:gd name="connsiteY14" fmla="*/ 40291 h 105010"/>
                        <a:gd name="connsiteX15" fmla="*/ 52483 w 128200"/>
                        <a:gd name="connsiteY15" fmla="*/ 57817 h 105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28200" h="105010">
                          <a:moveTo>
                            <a:pt x="52483" y="57817"/>
                          </a:moveTo>
                          <a:cubicBezTo>
                            <a:pt x="46196" y="66770"/>
                            <a:pt x="38291" y="74104"/>
                            <a:pt x="29242" y="78772"/>
                          </a:cubicBezTo>
                          <a:cubicBezTo>
                            <a:pt x="20288" y="83534"/>
                            <a:pt x="10192" y="85915"/>
                            <a:pt x="0" y="85058"/>
                          </a:cubicBezTo>
                          <a:lnTo>
                            <a:pt x="10382" y="94392"/>
                          </a:lnTo>
                          <a:cubicBezTo>
                            <a:pt x="19145" y="102203"/>
                            <a:pt x="30290" y="105442"/>
                            <a:pt x="41339" y="104965"/>
                          </a:cubicBezTo>
                          <a:cubicBezTo>
                            <a:pt x="52388" y="104489"/>
                            <a:pt x="63246" y="100298"/>
                            <a:pt x="71723" y="92297"/>
                          </a:cubicBezTo>
                          <a:cubicBezTo>
                            <a:pt x="77915" y="86773"/>
                            <a:pt x="83915" y="81058"/>
                            <a:pt x="90392" y="75819"/>
                          </a:cubicBezTo>
                          <a:cubicBezTo>
                            <a:pt x="96679" y="70485"/>
                            <a:pt x="103156" y="65341"/>
                            <a:pt x="109728" y="60484"/>
                          </a:cubicBezTo>
                          <a:cubicBezTo>
                            <a:pt x="114205" y="56864"/>
                            <a:pt x="118110" y="52959"/>
                            <a:pt x="120968" y="48292"/>
                          </a:cubicBezTo>
                          <a:cubicBezTo>
                            <a:pt x="123825" y="43720"/>
                            <a:pt x="125825" y="38386"/>
                            <a:pt x="127064" y="33242"/>
                          </a:cubicBezTo>
                          <a:cubicBezTo>
                            <a:pt x="129445" y="22669"/>
                            <a:pt x="128206" y="10858"/>
                            <a:pt x="122206" y="857"/>
                          </a:cubicBezTo>
                          <a:lnTo>
                            <a:pt x="121634" y="0"/>
                          </a:lnTo>
                          <a:cubicBezTo>
                            <a:pt x="115443" y="4667"/>
                            <a:pt x="108871" y="8477"/>
                            <a:pt x="102679" y="12859"/>
                          </a:cubicBezTo>
                          <a:cubicBezTo>
                            <a:pt x="96488" y="17240"/>
                            <a:pt x="90106" y="21146"/>
                            <a:pt x="84201" y="25813"/>
                          </a:cubicBezTo>
                          <a:cubicBezTo>
                            <a:pt x="78200" y="30385"/>
                            <a:pt x="72295" y="34957"/>
                            <a:pt x="67056" y="40291"/>
                          </a:cubicBezTo>
                          <a:cubicBezTo>
                            <a:pt x="61722" y="45529"/>
                            <a:pt x="56769" y="51244"/>
                            <a:pt x="52483" y="5781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11" name="Forme libre : forme 14710">
                      <a:extLst>
                        <a:ext uri="{FF2B5EF4-FFF2-40B4-BE49-F238E27FC236}">
                          <a16:creationId xmlns:a16="http://schemas.microsoft.com/office/drawing/2014/main" id="{B9372528-F151-4E24-A295-32CD74DA25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1149" y="2913276"/>
                      <a:ext cx="60183" cy="55210"/>
                    </a:xfrm>
                    <a:custGeom>
                      <a:avLst/>
                      <a:gdLst>
                        <a:gd name="connsiteX0" fmla="*/ 57392 w 60183"/>
                        <a:gd name="connsiteY0" fmla="*/ 7088 h 55210"/>
                        <a:gd name="connsiteX1" fmla="*/ 58439 w 60183"/>
                        <a:gd name="connsiteY1" fmla="*/ 25471 h 55210"/>
                        <a:gd name="connsiteX2" fmla="*/ 43961 w 60183"/>
                        <a:gd name="connsiteY2" fmla="*/ 44807 h 55210"/>
                        <a:gd name="connsiteX3" fmla="*/ 21959 w 60183"/>
                        <a:gd name="connsiteY3" fmla="*/ 54903 h 55210"/>
                        <a:gd name="connsiteX4" fmla="*/ 4052 w 60183"/>
                        <a:gd name="connsiteY4" fmla="*/ 49855 h 55210"/>
                        <a:gd name="connsiteX5" fmla="*/ 1099 w 60183"/>
                        <a:gd name="connsiteY5" fmla="*/ 31472 h 55210"/>
                        <a:gd name="connsiteX6" fmla="*/ 16053 w 60183"/>
                        <a:gd name="connsiteY6" fmla="*/ 10231 h 55210"/>
                        <a:gd name="connsiteX7" fmla="*/ 39866 w 60183"/>
                        <a:gd name="connsiteY7" fmla="*/ 39 h 55210"/>
                        <a:gd name="connsiteX8" fmla="*/ 57392 w 60183"/>
                        <a:gd name="connsiteY8" fmla="*/ 7088 h 55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0183" h="55210">
                          <a:moveTo>
                            <a:pt x="57392" y="7088"/>
                          </a:moveTo>
                          <a:cubicBezTo>
                            <a:pt x="60916" y="12136"/>
                            <a:pt x="60916" y="18804"/>
                            <a:pt x="58439" y="25471"/>
                          </a:cubicBezTo>
                          <a:cubicBezTo>
                            <a:pt x="56058" y="32425"/>
                            <a:pt x="50915" y="39092"/>
                            <a:pt x="43961" y="44807"/>
                          </a:cubicBezTo>
                          <a:cubicBezTo>
                            <a:pt x="37008" y="50522"/>
                            <a:pt x="29102" y="53856"/>
                            <a:pt x="21959" y="54903"/>
                          </a:cubicBezTo>
                          <a:cubicBezTo>
                            <a:pt x="14815" y="55951"/>
                            <a:pt x="8243" y="54332"/>
                            <a:pt x="4052" y="49855"/>
                          </a:cubicBezTo>
                          <a:cubicBezTo>
                            <a:pt x="-139" y="45378"/>
                            <a:pt x="-997" y="38711"/>
                            <a:pt x="1099" y="31472"/>
                          </a:cubicBezTo>
                          <a:cubicBezTo>
                            <a:pt x="3099" y="24138"/>
                            <a:pt x="8433" y="16518"/>
                            <a:pt x="16053" y="10231"/>
                          </a:cubicBezTo>
                          <a:cubicBezTo>
                            <a:pt x="23673" y="3945"/>
                            <a:pt x="32531" y="706"/>
                            <a:pt x="39866" y="39"/>
                          </a:cubicBezTo>
                          <a:cubicBezTo>
                            <a:pt x="47486" y="-341"/>
                            <a:pt x="53867" y="2040"/>
                            <a:pt x="57392" y="7088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12" name="Forme libre : forme 14711">
                      <a:extLst>
                        <a:ext uri="{FF2B5EF4-FFF2-40B4-BE49-F238E27FC236}">
                          <a16:creationId xmlns:a16="http://schemas.microsoft.com/office/drawing/2014/main" id="{6BD63D2A-7188-40EF-87BF-BE810DA1D0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1192" y="2939319"/>
                      <a:ext cx="54110" cy="29227"/>
                    </a:xfrm>
                    <a:custGeom>
                      <a:avLst/>
                      <a:gdLst>
                        <a:gd name="connsiteX0" fmla="*/ 3152 w 54110"/>
                        <a:gd name="connsiteY0" fmla="*/ 0 h 29227"/>
                        <a:gd name="connsiteX1" fmla="*/ 4009 w 54110"/>
                        <a:gd name="connsiteY1" fmla="*/ 23908 h 29227"/>
                        <a:gd name="connsiteX2" fmla="*/ 21916 w 54110"/>
                        <a:gd name="connsiteY2" fmla="*/ 28956 h 29227"/>
                        <a:gd name="connsiteX3" fmla="*/ 43919 w 54110"/>
                        <a:gd name="connsiteY3" fmla="*/ 18860 h 29227"/>
                        <a:gd name="connsiteX4" fmla="*/ 54111 w 54110"/>
                        <a:gd name="connsiteY4" fmla="*/ 8001 h 29227"/>
                        <a:gd name="connsiteX5" fmla="*/ 46681 w 54110"/>
                        <a:gd name="connsiteY5" fmla="*/ 11716 h 29227"/>
                        <a:gd name="connsiteX6" fmla="*/ 22488 w 54110"/>
                        <a:gd name="connsiteY6" fmla="*/ 11716 h 29227"/>
                        <a:gd name="connsiteX7" fmla="*/ 3152 w 54110"/>
                        <a:gd name="connsiteY7" fmla="*/ 0 h 292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110" h="29227">
                          <a:moveTo>
                            <a:pt x="3152" y="0"/>
                          </a:moveTo>
                          <a:cubicBezTo>
                            <a:pt x="-1229" y="9335"/>
                            <a:pt x="-1134" y="18288"/>
                            <a:pt x="4009" y="23908"/>
                          </a:cubicBezTo>
                          <a:cubicBezTo>
                            <a:pt x="8200" y="28385"/>
                            <a:pt x="14773" y="29909"/>
                            <a:pt x="21916" y="28956"/>
                          </a:cubicBezTo>
                          <a:cubicBezTo>
                            <a:pt x="28965" y="27813"/>
                            <a:pt x="36871" y="24575"/>
                            <a:pt x="43919" y="18860"/>
                          </a:cubicBezTo>
                          <a:cubicBezTo>
                            <a:pt x="47920" y="15430"/>
                            <a:pt x="51444" y="11906"/>
                            <a:pt x="54111" y="8001"/>
                          </a:cubicBezTo>
                          <a:cubicBezTo>
                            <a:pt x="51825" y="9620"/>
                            <a:pt x="49444" y="10859"/>
                            <a:pt x="46681" y="11716"/>
                          </a:cubicBezTo>
                          <a:cubicBezTo>
                            <a:pt x="38871" y="13526"/>
                            <a:pt x="30394" y="13716"/>
                            <a:pt x="22488" y="11716"/>
                          </a:cubicBezTo>
                          <a:cubicBezTo>
                            <a:pt x="14582" y="9715"/>
                            <a:pt x="7629" y="6096"/>
                            <a:pt x="3152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13" name="Forme libre : forme 14712">
                      <a:extLst>
                        <a:ext uri="{FF2B5EF4-FFF2-40B4-BE49-F238E27FC236}">
                          <a16:creationId xmlns:a16="http://schemas.microsoft.com/office/drawing/2014/main" id="{B79382E4-DF35-491D-B18C-75CBAC1CB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72" y="2915354"/>
                      <a:ext cx="59747" cy="54613"/>
                    </a:xfrm>
                    <a:custGeom>
                      <a:avLst/>
                      <a:gdLst>
                        <a:gd name="connsiteX0" fmla="*/ 56988 w 59747"/>
                        <a:gd name="connsiteY0" fmla="*/ 7106 h 54613"/>
                        <a:gd name="connsiteX1" fmla="*/ 58036 w 59747"/>
                        <a:gd name="connsiteY1" fmla="*/ 25490 h 54613"/>
                        <a:gd name="connsiteX2" fmla="*/ 43558 w 59747"/>
                        <a:gd name="connsiteY2" fmla="*/ 44540 h 54613"/>
                        <a:gd name="connsiteX3" fmla="*/ 21746 w 59747"/>
                        <a:gd name="connsiteY3" fmla="*/ 54350 h 54613"/>
                        <a:gd name="connsiteX4" fmla="*/ 4029 w 59747"/>
                        <a:gd name="connsiteY4" fmla="*/ 49207 h 54613"/>
                        <a:gd name="connsiteX5" fmla="*/ 1077 w 59747"/>
                        <a:gd name="connsiteY5" fmla="*/ 30824 h 54613"/>
                        <a:gd name="connsiteX6" fmla="*/ 15936 w 59747"/>
                        <a:gd name="connsiteY6" fmla="*/ 9869 h 54613"/>
                        <a:gd name="connsiteX7" fmla="*/ 39748 w 59747"/>
                        <a:gd name="connsiteY7" fmla="*/ 58 h 54613"/>
                        <a:gd name="connsiteX8" fmla="*/ 56988 w 59747"/>
                        <a:gd name="connsiteY8" fmla="*/ 7106 h 54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9747" h="54613">
                          <a:moveTo>
                            <a:pt x="56988" y="7106"/>
                          </a:moveTo>
                          <a:cubicBezTo>
                            <a:pt x="60417" y="12155"/>
                            <a:pt x="60513" y="18917"/>
                            <a:pt x="58036" y="25490"/>
                          </a:cubicBezTo>
                          <a:cubicBezTo>
                            <a:pt x="55560" y="32157"/>
                            <a:pt x="50702" y="39110"/>
                            <a:pt x="43558" y="44540"/>
                          </a:cubicBezTo>
                          <a:cubicBezTo>
                            <a:pt x="36700" y="50350"/>
                            <a:pt x="28699" y="53303"/>
                            <a:pt x="21746" y="54350"/>
                          </a:cubicBezTo>
                          <a:cubicBezTo>
                            <a:pt x="14697" y="55303"/>
                            <a:pt x="8125" y="53684"/>
                            <a:pt x="4029" y="49207"/>
                          </a:cubicBezTo>
                          <a:cubicBezTo>
                            <a:pt x="-66" y="44730"/>
                            <a:pt x="-1019" y="38063"/>
                            <a:pt x="1077" y="30824"/>
                          </a:cubicBezTo>
                          <a:cubicBezTo>
                            <a:pt x="3077" y="23489"/>
                            <a:pt x="8411" y="16155"/>
                            <a:pt x="15936" y="9869"/>
                          </a:cubicBezTo>
                          <a:cubicBezTo>
                            <a:pt x="23746" y="3963"/>
                            <a:pt x="32223" y="439"/>
                            <a:pt x="39748" y="58"/>
                          </a:cubicBezTo>
                          <a:cubicBezTo>
                            <a:pt x="47178" y="-418"/>
                            <a:pt x="53464" y="2058"/>
                            <a:pt x="56988" y="710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14" name="Forme libre : forme 14713">
                      <a:extLst>
                        <a:ext uri="{FF2B5EF4-FFF2-40B4-BE49-F238E27FC236}">
                          <a16:creationId xmlns:a16="http://schemas.microsoft.com/office/drawing/2014/main" id="{E375E412-1B58-4191-8AEA-682B7EAECD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342" y="2942761"/>
                      <a:ext cx="101854" cy="57683"/>
                    </a:xfrm>
                    <a:custGeom>
                      <a:avLst/>
                      <a:gdLst>
                        <a:gd name="connsiteX0" fmla="*/ 21285 w 101854"/>
                        <a:gd name="connsiteY0" fmla="*/ 42850 h 57683"/>
                        <a:gd name="connsiteX1" fmla="*/ 37573 w 101854"/>
                        <a:gd name="connsiteY1" fmla="*/ 55613 h 57683"/>
                        <a:gd name="connsiteX2" fmla="*/ 76244 w 101854"/>
                        <a:gd name="connsiteY2" fmla="*/ 49327 h 57683"/>
                        <a:gd name="connsiteX3" fmla="*/ 99581 w 101854"/>
                        <a:gd name="connsiteY3" fmla="*/ 26086 h 57683"/>
                        <a:gd name="connsiteX4" fmla="*/ 96056 w 101854"/>
                        <a:gd name="connsiteY4" fmla="*/ 3702 h 57683"/>
                        <a:gd name="connsiteX5" fmla="*/ 80626 w 101854"/>
                        <a:gd name="connsiteY5" fmla="*/ 2368 h 57683"/>
                        <a:gd name="connsiteX6" fmla="*/ 42526 w 101854"/>
                        <a:gd name="connsiteY6" fmla="*/ 2083 h 57683"/>
                        <a:gd name="connsiteX7" fmla="*/ 1187 w 101854"/>
                        <a:gd name="connsiteY7" fmla="*/ 10084 h 57683"/>
                        <a:gd name="connsiteX8" fmla="*/ 21285 w 101854"/>
                        <a:gd name="connsiteY8" fmla="*/ 42850 h 57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1854" h="57683">
                          <a:moveTo>
                            <a:pt x="21285" y="42850"/>
                          </a:moveTo>
                          <a:cubicBezTo>
                            <a:pt x="26048" y="47898"/>
                            <a:pt x="31096" y="52946"/>
                            <a:pt x="37573" y="55613"/>
                          </a:cubicBezTo>
                          <a:cubicBezTo>
                            <a:pt x="49955" y="60566"/>
                            <a:pt x="64529" y="55899"/>
                            <a:pt x="76244" y="49327"/>
                          </a:cubicBezTo>
                          <a:cubicBezTo>
                            <a:pt x="85865" y="43611"/>
                            <a:pt x="94913" y="36277"/>
                            <a:pt x="99581" y="26086"/>
                          </a:cubicBezTo>
                          <a:cubicBezTo>
                            <a:pt x="103010" y="18656"/>
                            <a:pt x="103105" y="7893"/>
                            <a:pt x="96056" y="3702"/>
                          </a:cubicBezTo>
                          <a:cubicBezTo>
                            <a:pt x="91675" y="1130"/>
                            <a:pt x="85960" y="1797"/>
                            <a:pt x="80626" y="2368"/>
                          </a:cubicBezTo>
                          <a:cubicBezTo>
                            <a:pt x="67958" y="3702"/>
                            <a:pt x="55099" y="3702"/>
                            <a:pt x="42526" y="2083"/>
                          </a:cubicBezTo>
                          <a:cubicBezTo>
                            <a:pt x="31953" y="654"/>
                            <a:pt x="8522" y="-4585"/>
                            <a:pt x="1187" y="10084"/>
                          </a:cubicBezTo>
                          <a:cubicBezTo>
                            <a:pt x="-5004" y="23228"/>
                            <a:pt x="14713" y="35801"/>
                            <a:pt x="21285" y="4285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15" name="Forme libre : forme 14714">
                      <a:extLst>
                        <a:ext uri="{FF2B5EF4-FFF2-40B4-BE49-F238E27FC236}">
                          <a16:creationId xmlns:a16="http://schemas.microsoft.com/office/drawing/2014/main" id="{AF85450B-B959-4EB6-AB43-BF819A43EC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918" y="2930249"/>
                      <a:ext cx="18570" cy="32351"/>
                    </a:xfrm>
                    <a:custGeom>
                      <a:avLst/>
                      <a:gdLst>
                        <a:gd name="connsiteX0" fmla="*/ 518 w 18570"/>
                        <a:gd name="connsiteY0" fmla="*/ 26406 h 32351"/>
                        <a:gd name="connsiteX1" fmla="*/ 2613 w 18570"/>
                        <a:gd name="connsiteY1" fmla="*/ 30978 h 32351"/>
                        <a:gd name="connsiteX2" fmla="*/ 7376 w 18570"/>
                        <a:gd name="connsiteY2" fmla="*/ 32026 h 32351"/>
                        <a:gd name="connsiteX3" fmla="*/ 10900 w 18570"/>
                        <a:gd name="connsiteY3" fmla="*/ 28311 h 32351"/>
                        <a:gd name="connsiteX4" fmla="*/ 16996 w 18570"/>
                        <a:gd name="connsiteY4" fmla="*/ 16500 h 32351"/>
                        <a:gd name="connsiteX5" fmla="*/ 18520 w 18570"/>
                        <a:gd name="connsiteY5" fmla="*/ 11357 h 32351"/>
                        <a:gd name="connsiteX6" fmla="*/ 6042 w 18570"/>
                        <a:gd name="connsiteY6" fmla="*/ 3261 h 32351"/>
                        <a:gd name="connsiteX7" fmla="*/ 518 w 18570"/>
                        <a:gd name="connsiteY7" fmla="*/ 26406 h 32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570" h="32351">
                          <a:moveTo>
                            <a:pt x="518" y="26406"/>
                          </a:moveTo>
                          <a:cubicBezTo>
                            <a:pt x="899" y="28121"/>
                            <a:pt x="1375" y="29835"/>
                            <a:pt x="2613" y="30978"/>
                          </a:cubicBezTo>
                          <a:cubicBezTo>
                            <a:pt x="3756" y="32121"/>
                            <a:pt x="5661" y="32788"/>
                            <a:pt x="7376" y="32026"/>
                          </a:cubicBezTo>
                          <a:cubicBezTo>
                            <a:pt x="8995" y="31359"/>
                            <a:pt x="10043" y="29835"/>
                            <a:pt x="10900" y="28311"/>
                          </a:cubicBezTo>
                          <a:cubicBezTo>
                            <a:pt x="13186" y="24501"/>
                            <a:pt x="15282" y="20501"/>
                            <a:pt x="16996" y="16500"/>
                          </a:cubicBezTo>
                          <a:cubicBezTo>
                            <a:pt x="17663" y="14786"/>
                            <a:pt x="18330" y="13071"/>
                            <a:pt x="18520" y="11357"/>
                          </a:cubicBezTo>
                          <a:cubicBezTo>
                            <a:pt x="19187" y="4022"/>
                            <a:pt x="13091" y="-4931"/>
                            <a:pt x="6042" y="3261"/>
                          </a:cubicBezTo>
                          <a:cubicBezTo>
                            <a:pt x="518" y="9547"/>
                            <a:pt x="-911" y="19548"/>
                            <a:pt x="518" y="2640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16" name="Forme libre : forme 14715">
                      <a:extLst>
                        <a:ext uri="{FF2B5EF4-FFF2-40B4-BE49-F238E27FC236}">
                          <a16:creationId xmlns:a16="http://schemas.microsoft.com/office/drawing/2014/main" id="{93221B86-5C9E-467C-B72D-9D468B1DE3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067" y="2913411"/>
                      <a:ext cx="13374" cy="58864"/>
                    </a:xfrm>
                    <a:custGeom>
                      <a:avLst/>
                      <a:gdLst>
                        <a:gd name="connsiteX0" fmla="*/ 7048 w 13374"/>
                        <a:gd name="connsiteY0" fmla="*/ 0 h 58864"/>
                        <a:gd name="connsiteX1" fmla="*/ 13049 w 13374"/>
                        <a:gd name="connsiteY1" fmla="*/ 17907 h 58864"/>
                        <a:gd name="connsiteX2" fmla="*/ 11525 w 13374"/>
                        <a:gd name="connsiteY2" fmla="*/ 36481 h 58864"/>
                        <a:gd name="connsiteX3" fmla="*/ 0 w 13374"/>
                        <a:gd name="connsiteY3" fmla="*/ 58864 h 58864"/>
                        <a:gd name="connsiteX4" fmla="*/ 2572 w 13374"/>
                        <a:gd name="connsiteY4" fmla="*/ 54197 h 58864"/>
                        <a:gd name="connsiteX5" fmla="*/ 7525 w 13374"/>
                        <a:gd name="connsiteY5" fmla="*/ 41910 h 58864"/>
                        <a:gd name="connsiteX6" fmla="*/ 7048 w 13374"/>
                        <a:gd name="connsiteY6" fmla="*/ 0 h 58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374" h="58864">
                          <a:moveTo>
                            <a:pt x="7048" y="0"/>
                          </a:moveTo>
                          <a:cubicBezTo>
                            <a:pt x="7048" y="0"/>
                            <a:pt x="11811" y="7048"/>
                            <a:pt x="13049" y="17907"/>
                          </a:cubicBezTo>
                          <a:cubicBezTo>
                            <a:pt x="13716" y="23336"/>
                            <a:pt x="13430" y="29528"/>
                            <a:pt x="11525" y="36481"/>
                          </a:cubicBezTo>
                          <a:cubicBezTo>
                            <a:pt x="9715" y="43625"/>
                            <a:pt x="6001" y="50768"/>
                            <a:pt x="0" y="58864"/>
                          </a:cubicBezTo>
                          <a:cubicBezTo>
                            <a:pt x="0" y="58864"/>
                            <a:pt x="1048" y="57245"/>
                            <a:pt x="2572" y="54197"/>
                          </a:cubicBezTo>
                          <a:cubicBezTo>
                            <a:pt x="4000" y="51245"/>
                            <a:pt x="6001" y="47149"/>
                            <a:pt x="7525" y="41910"/>
                          </a:cubicBezTo>
                          <a:cubicBezTo>
                            <a:pt x="10382" y="31147"/>
                            <a:pt x="12668" y="16859"/>
                            <a:pt x="704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17" name="Forme libre : forme 14716">
                      <a:extLst>
                        <a:ext uri="{FF2B5EF4-FFF2-40B4-BE49-F238E27FC236}">
                          <a16:creationId xmlns:a16="http://schemas.microsoft.com/office/drawing/2014/main" id="{62AA9333-4EFA-4495-8D0E-77CAD6132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860" y="2921222"/>
                      <a:ext cx="16526" cy="66008"/>
                    </a:xfrm>
                    <a:custGeom>
                      <a:avLst/>
                      <a:gdLst>
                        <a:gd name="connsiteX0" fmla="*/ 16526 w 16526"/>
                        <a:gd name="connsiteY0" fmla="*/ 0 h 66008"/>
                        <a:gd name="connsiteX1" fmla="*/ 3191 w 16526"/>
                        <a:gd name="connsiteY1" fmla="*/ 21050 h 66008"/>
                        <a:gd name="connsiteX2" fmla="*/ 11192 w 16526"/>
                        <a:gd name="connsiteY2" fmla="*/ 66008 h 66008"/>
                        <a:gd name="connsiteX3" fmla="*/ 3858 w 16526"/>
                        <a:gd name="connsiteY3" fmla="*/ 46196 h 66008"/>
                        <a:gd name="connsiteX4" fmla="*/ 4334 w 16526"/>
                        <a:gd name="connsiteY4" fmla="*/ 25051 h 66008"/>
                        <a:gd name="connsiteX5" fmla="*/ 16526 w 16526"/>
                        <a:gd name="connsiteY5" fmla="*/ 0 h 66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526" h="66008">
                          <a:moveTo>
                            <a:pt x="16526" y="0"/>
                          </a:moveTo>
                          <a:cubicBezTo>
                            <a:pt x="16526" y="0"/>
                            <a:pt x="8144" y="8477"/>
                            <a:pt x="3191" y="21050"/>
                          </a:cubicBezTo>
                          <a:cubicBezTo>
                            <a:pt x="-1571" y="33814"/>
                            <a:pt x="-2524" y="50387"/>
                            <a:pt x="11192" y="66008"/>
                          </a:cubicBezTo>
                          <a:cubicBezTo>
                            <a:pt x="11192" y="66008"/>
                            <a:pt x="5954" y="58293"/>
                            <a:pt x="3858" y="46196"/>
                          </a:cubicBezTo>
                          <a:cubicBezTo>
                            <a:pt x="2810" y="40196"/>
                            <a:pt x="2620" y="32956"/>
                            <a:pt x="4334" y="25051"/>
                          </a:cubicBezTo>
                          <a:cubicBezTo>
                            <a:pt x="6049" y="17145"/>
                            <a:pt x="9859" y="8668"/>
                            <a:pt x="1652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18" name="Forme libre : forme 14717">
                      <a:extLst>
                        <a:ext uri="{FF2B5EF4-FFF2-40B4-BE49-F238E27FC236}">
                          <a16:creationId xmlns:a16="http://schemas.microsoft.com/office/drawing/2014/main" id="{D290D828-8615-4BE5-9017-D6B9C50E1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7950" y="2920464"/>
                      <a:ext cx="25214" cy="16985"/>
                    </a:xfrm>
                    <a:custGeom>
                      <a:avLst/>
                      <a:gdLst>
                        <a:gd name="connsiteX0" fmla="*/ 25066 w 25214"/>
                        <a:gd name="connsiteY0" fmla="*/ 3806 h 16985"/>
                        <a:gd name="connsiteX1" fmla="*/ 14683 w 25214"/>
                        <a:gd name="connsiteY1" fmla="*/ 15332 h 16985"/>
                        <a:gd name="connsiteX2" fmla="*/ 205 w 25214"/>
                        <a:gd name="connsiteY2" fmla="*/ 13522 h 16985"/>
                        <a:gd name="connsiteX3" fmla="*/ 10587 w 25214"/>
                        <a:gd name="connsiteY3" fmla="*/ 1520 h 16985"/>
                        <a:gd name="connsiteX4" fmla="*/ 25066 w 25214"/>
                        <a:gd name="connsiteY4" fmla="*/ 3806 h 169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214" h="16985">
                          <a:moveTo>
                            <a:pt x="25066" y="3806"/>
                          </a:moveTo>
                          <a:cubicBezTo>
                            <a:pt x="26113" y="7712"/>
                            <a:pt x="21541" y="12855"/>
                            <a:pt x="14683" y="15332"/>
                          </a:cubicBezTo>
                          <a:cubicBezTo>
                            <a:pt x="8016" y="18094"/>
                            <a:pt x="1443" y="17332"/>
                            <a:pt x="205" y="13522"/>
                          </a:cubicBezTo>
                          <a:cubicBezTo>
                            <a:pt x="-1033" y="9807"/>
                            <a:pt x="3444" y="3997"/>
                            <a:pt x="10587" y="1520"/>
                          </a:cubicBezTo>
                          <a:cubicBezTo>
                            <a:pt x="17541" y="-1242"/>
                            <a:pt x="24018" y="-99"/>
                            <a:pt x="25066" y="380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19" name="Forme libre : forme 14718">
                      <a:extLst>
                        <a:ext uri="{FF2B5EF4-FFF2-40B4-BE49-F238E27FC236}">
                          <a16:creationId xmlns:a16="http://schemas.microsoft.com/office/drawing/2014/main" id="{FAB6D1F9-F08E-4293-8BB2-496345A7A8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524" y="2919258"/>
                      <a:ext cx="6862" cy="6785"/>
                    </a:xfrm>
                    <a:custGeom>
                      <a:avLst/>
                      <a:gdLst>
                        <a:gd name="connsiteX0" fmla="*/ 6301 w 6862"/>
                        <a:gd name="connsiteY0" fmla="*/ 1202 h 6785"/>
                        <a:gd name="connsiteX1" fmla="*/ 5349 w 6862"/>
                        <a:gd name="connsiteY1" fmla="*/ 5964 h 6785"/>
                        <a:gd name="connsiteX2" fmla="*/ 586 w 6862"/>
                        <a:gd name="connsiteY2" fmla="*/ 5584 h 6785"/>
                        <a:gd name="connsiteX3" fmla="*/ 1539 w 6862"/>
                        <a:gd name="connsiteY3" fmla="*/ 821 h 6785"/>
                        <a:gd name="connsiteX4" fmla="*/ 6301 w 6862"/>
                        <a:gd name="connsiteY4" fmla="*/ 1202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62" h="6785">
                          <a:moveTo>
                            <a:pt x="6301" y="1202"/>
                          </a:moveTo>
                          <a:cubicBezTo>
                            <a:pt x="7349" y="2631"/>
                            <a:pt x="6873" y="4726"/>
                            <a:pt x="5349" y="5964"/>
                          </a:cubicBezTo>
                          <a:cubicBezTo>
                            <a:pt x="3825" y="7203"/>
                            <a:pt x="1634" y="7012"/>
                            <a:pt x="586" y="5584"/>
                          </a:cubicBezTo>
                          <a:cubicBezTo>
                            <a:pt x="-462" y="4155"/>
                            <a:pt x="-81" y="2059"/>
                            <a:pt x="1539" y="821"/>
                          </a:cubicBezTo>
                          <a:cubicBezTo>
                            <a:pt x="3158" y="-417"/>
                            <a:pt x="5349" y="-227"/>
                            <a:pt x="6301" y="12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20" name="Forme libre : forme 14719">
                      <a:extLst>
                        <a:ext uri="{FF2B5EF4-FFF2-40B4-BE49-F238E27FC236}">
                          <a16:creationId xmlns:a16="http://schemas.microsoft.com/office/drawing/2014/main" id="{F9B560AD-D7A2-4A23-85A4-8C15CC2731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619" y="2880781"/>
                      <a:ext cx="78098" cy="36101"/>
                    </a:xfrm>
                    <a:custGeom>
                      <a:avLst/>
                      <a:gdLst>
                        <a:gd name="connsiteX0" fmla="*/ 56588 w 78098"/>
                        <a:gd name="connsiteY0" fmla="*/ 4341 h 36101"/>
                        <a:gd name="connsiteX1" fmla="*/ 76115 w 78098"/>
                        <a:gd name="connsiteY1" fmla="*/ 25011 h 36101"/>
                        <a:gd name="connsiteX2" fmla="*/ 76400 w 78098"/>
                        <a:gd name="connsiteY2" fmla="*/ 34821 h 36101"/>
                        <a:gd name="connsiteX3" fmla="*/ 66971 w 78098"/>
                        <a:gd name="connsiteY3" fmla="*/ 34440 h 36101"/>
                        <a:gd name="connsiteX4" fmla="*/ 38967 w 78098"/>
                        <a:gd name="connsiteY4" fmla="*/ 22534 h 36101"/>
                        <a:gd name="connsiteX5" fmla="*/ 17060 w 78098"/>
                        <a:gd name="connsiteY5" fmla="*/ 28630 h 36101"/>
                        <a:gd name="connsiteX6" fmla="*/ 10 w 78098"/>
                        <a:gd name="connsiteY6" fmla="*/ 26916 h 36101"/>
                        <a:gd name="connsiteX7" fmla="*/ 13154 w 78098"/>
                        <a:gd name="connsiteY7" fmla="*/ 9866 h 36101"/>
                        <a:gd name="connsiteX8" fmla="*/ 33728 w 78098"/>
                        <a:gd name="connsiteY8" fmla="*/ 436 h 36101"/>
                        <a:gd name="connsiteX9" fmla="*/ 56588 w 78098"/>
                        <a:gd name="connsiteY9" fmla="*/ 4341 h 36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8098" h="36101">
                          <a:moveTo>
                            <a:pt x="56588" y="4341"/>
                          </a:moveTo>
                          <a:cubicBezTo>
                            <a:pt x="65256" y="9199"/>
                            <a:pt x="71257" y="16914"/>
                            <a:pt x="76115" y="25011"/>
                          </a:cubicBezTo>
                          <a:cubicBezTo>
                            <a:pt x="77924" y="28059"/>
                            <a:pt x="79353" y="32345"/>
                            <a:pt x="76400" y="34821"/>
                          </a:cubicBezTo>
                          <a:cubicBezTo>
                            <a:pt x="73734" y="37012"/>
                            <a:pt x="69828" y="36060"/>
                            <a:pt x="66971" y="34440"/>
                          </a:cubicBezTo>
                          <a:cubicBezTo>
                            <a:pt x="58112" y="29773"/>
                            <a:pt x="50016" y="22629"/>
                            <a:pt x="38967" y="22534"/>
                          </a:cubicBezTo>
                          <a:cubicBezTo>
                            <a:pt x="35538" y="22534"/>
                            <a:pt x="26013" y="26249"/>
                            <a:pt x="17060" y="28630"/>
                          </a:cubicBezTo>
                          <a:cubicBezTo>
                            <a:pt x="8297" y="31107"/>
                            <a:pt x="296" y="32535"/>
                            <a:pt x="10" y="26916"/>
                          </a:cubicBezTo>
                          <a:cubicBezTo>
                            <a:pt x="-276" y="21296"/>
                            <a:pt x="5630" y="14819"/>
                            <a:pt x="13154" y="9866"/>
                          </a:cubicBezTo>
                          <a:cubicBezTo>
                            <a:pt x="20489" y="4722"/>
                            <a:pt x="29061" y="1103"/>
                            <a:pt x="33728" y="436"/>
                          </a:cubicBezTo>
                          <a:cubicBezTo>
                            <a:pt x="42111" y="-802"/>
                            <a:pt x="50016" y="627"/>
                            <a:pt x="56588" y="434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23" name="Graphique 1">
                    <a:extLst>
                      <a:ext uri="{FF2B5EF4-FFF2-40B4-BE49-F238E27FC236}">
                        <a16:creationId xmlns:a16="http://schemas.microsoft.com/office/drawing/2014/main" id="{977F6266-644C-4A04-A5B5-7BEB6686B298}"/>
                      </a:ext>
                    </a:extLst>
                  </p:cNvPr>
                  <p:cNvGrpSpPr/>
                  <p:nvPr/>
                </p:nvGrpSpPr>
                <p:grpSpPr>
                  <a:xfrm>
                    <a:off x="499639" y="2800482"/>
                    <a:ext cx="157552" cy="136090"/>
                    <a:chOff x="499639" y="2800482"/>
                    <a:chExt cx="157552" cy="136090"/>
                  </a:xfrm>
                  <a:solidFill>
                    <a:schemeClr val="accent1"/>
                  </a:solidFill>
                </p:grpSpPr>
                <p:sp>
                  <p:nvSpPr>
                    <p:cNvPr id="14697" name="Forme libre : forme 14696">
                      <a:extLst>
                        <a:ext uri="{FF2B5EF4-FFF2-40B4-BE49-F238E27FC236}">
                          <a16:creationId xmlns:a16="http://schemas.microsoft.com/office/drawing/2014/main" id="{E0454D2D-F5D8-4169-B313-2F27F1BC67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9639" y="2800482"/>
                      <a:ext cx="157483" cy="136090"/>
                    </a:xfrm>
                    <a:custGeom>
                      <a:avLst/>
                      <a:gdLst>
                        <a:gd name="connsiteX0" fmla="*/ 124633 w 157483"/>
                        <a:gd name="connsiteY0" fmla="*/ 115501 h 136090"/>
                        <a:gd name="connsiteX1" fmla="*/ 102059 w 157483"/>
                        <a:gd name="connsiteY1" fmla="*/ 123025 h 136090"/>
                        <a:gd name="connsiteX2" fmla="*/ 79961 w 157483"/>
                        <a:gd name="connsiteY2" fmla="*/ 132074 h 136090"/>
                        <a:gd name="connsiteX3" fmla="*/ 64149 w 157483"/>
                        <a:gd name="connsiteY3" fmla="*/ 136075 h 136090"/>
                        <a:gd name="connsiteX4" fmla="*/ 48052 w 157483"/>
                        <a:gd name="connsiteY4" fmla="*/ 134265 h 136090"/>
                        <a:gd name="connsiteX5" fmla="*/ 21763 w 157483"/>
                        <a:gd name="connsiteY5" fmla="*/ 114643 h 136090"/>
                        <a:gd name="connsiteX6" fmla="*/ 5094 w 157483"/>
                        <a:gd name="connsiteY6" fmla="*/ 86831 h 136090"/>
                        <a:gd name="connsiteX7" fmla="*/ 3094 w 157483"/>
                        <a:gd name="connsiteY7" fmla="*/ 53398 h 136090"/>
                        <a:gd name="connsiteX8" fmla="*/ 13666 w 157483"/>
                        <a:gd name="connsiteY8" fmla="*/ 37300 h 136090"/>
                        <a:gd name="connsiteX9" fmla="*/ 31097 w 157483"/>
                        <a:gd name="connsiteY9" fmla="*/ 25013 h 136090"/>
                        <a:gd name="connsiteX10" fmla="*/ 60720 w 157483"/>
                        <a:gd name="connsiteY10" fmla="*/ 12821 h 136090"/>
                        <a:gd name="connsiteX11" fmla="*/ 91200 w 157483"/>
                        <a:gd name="connsiteY11" fmla="*/ 2630 h 136090"/>
                        <a:gd name="connsiteX12" fmla="*/ 112441 w 157483"/>
                        <a:gd name="connsiteY12" fmla="*/ 248 h 136090"/>
                        <a:gd name="connsiteX13" fmla="*/ 131110 w 157483"/>
                        <a:gd name="connsiteY13" fmla="*/ 5392 h 136090"/>
                        <a:gd name="connsiteX14" fmla="*/ 144730 w 157483"/>
                        <a:gd name="connsiteY14" fmla="*/ 16631 h 136090"/>
                        <a:gd name="connsiteX15" fmla="*/ 151493 w 157483"/>
                        <a:gd name="connsiteY15" fmla="*/ 32348 h 136090"/>
                        <a:gd name="connsiteX16" fmla="*/ 156922 w 157483"/>
                        <a:gd name="connsiteY16" fmla="*/ 64351 h 136090"/>
                        <a:gd name="connsiteX17" fmla="*/ 156256 w 157483"/>
                        <a:gd name="connsiteY17" fmla="*/ 81306 h 136090"/>
                        <a:gd name="connsiteX18" fmla="*/ 149779 w 157483"/>
                        <a:gd name="connsiteY18" fmla="*/ 96356 h 136090"/>
                        <a:gd name="connsiteX19" fmla="*/ 138920 w 157483"/>
                        <a:gd name="connsiteY19" fmla="*/ 108262 h 136090"/>
                        <a:gd name="connsiteX20" fmla="*/ 124633 w 157483"/>
                        <a:gd name="connsiteY20" fmla="*/ 115501 h 136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7483" h="136090">
                          <a:moveTo>
                            <a:pt x="124633" y="115501"/>
                          </a:moveTo>
                          <a:cubicBezTo>
                            <a:pt x="116918" y="117501"/>
                            <a:pt x="109488" y="120358"/>
                            <a:pt x="102059" y="123025"/>
                          </a:cubicBezTo>
                          <a:cubicBezTo>
                            <a:pt x="94534" y="125597"/>
                            <a:pt x="87295" y="129122"/>
                            <a:pt x="79961" y="132074"/>
                          </a:cubicBezTo>
                          <a:cubicBezTo>
                            <a:pt x="74912" y="134551"/>
                            <a:pt x="69578" y="135789"/>
                            <a:pt x="64149" y="136075"/>
                          </a:cubicBezTo>
                          <a:cubicBezTo>
                            <a:pt x="58720" y="136170"/>
                            <a:pt x="53386" y="135884"/>
                            <a:pt x="48052" y="134265"/>
                          </a:cubicBezTo>
                          <a:cubicBezTo>
                            <a:pt x="37574" y="131217"/>
                            <a:pt x="27764" y="124549"/>
                            <a:pt x="21763" y="114643"/>
                          </a:cubicBezTo>
                          <a:lnTo>
                            <a:pt x="5094" y="86831"/>
                          </a:lnTo>
                          <a:cubicBezTo>
                            <a:pt x="-1002" y="76734"/>
                            <a:pt x="-1574" y="64732"/>
                            <a:pt x="3094" y="53398"/>
                          </a:cubicBezTo>
                          <a:cubicBezTo>
                            <a:pt x="5475" y="47778"/>
                            <a:pt x="8809" y="41968"/>
                            <a:pt x="13666" y="37300"/>
                          </a:cubicBezTo>
                          <a:cubicBezTo>
                            <a:pt x="18429" y="32538"/>
                            <a:pt x="24334" y="28252"/>
                            <a:pt x="31097" y="25013"/>
                          </a:cubicBezTo>
                          <a:cubicBezTo>
                            <a:pt x="41003" y="20917"/>
                            <a:pt x="50624" y="16346"/>
                            <a:pt x="60720" y="12821"/>
                          </a:cubicBezTo>
                          <a:cubicBezTo>
                            <a:pt x="70816" y="9202"/>
                            <a:pt x="80818" y="5392"/>
                            <a:pt x="91200" y="2630"/>
                          </a:cubicBezTo>
                          <a:cubicBezTo>
                            <a:pt x="98439" y="534"/>
                            <a:pt x="105583" y="-514"/>
                            <a:pt x="112441" y="248"/>
                          </a:cubicBezTo>
                          <a:cubicBezTo>
                            <a:pt x="119299" y="915"/>
                            <a:pt x="125680" y="2630"/>
                            <a:pt x="131110" y="5392"/>
                          </a:cubicBezTo>
                          <a:cubicBezTo>
                            <a:pt x="136539" y="7964"/>
                            <a:pt x="141301" y="12155"/>
                            <a:pt x="144730" y="16631"/>
                          </a:cubicBezTo>
                          <a:cubicBezTo>
                            <a:pt x="148255" y="21203"/>
                            <a:pt x="150541" y="26537"/>
                            <a:pt x="151493" y="32348"/>
                          </a:cubicBezTo>
                          <a:lnTo>
                            <a:pt x="156922" y="64351"/>
                          </a:lnTo>
                          <a:cubicBezTo>
                            <a:pt x="157875" y="70162"/>
                            <a:pt x="157589" y="75877"/>
                            <a:pt x="156256" y="81306"/>
                          </a:cubicBezTo>
                          <a:cubicBezTo>
                            <a:pt x="155018" y="86735"/>
                            <a:pt x="152732" y="91593"/>
                            <a:pt x="149779" y="96356"/>
                          </a:cubicBezTo>
                          <a:cubicBezTo>
                            <a:pt x="146826" y="101023"/>
                            <a:pt x="143207" y="105023"/>
                            <a:pt x="138920" y="108262"/>
                          </a:cubicBezTo>
                          <a:cubicBezTo>
                            <a:pt x="134729" y="111119"/>
                            <a:pt x="130062" y="113977"/>
                            <a:pt x="124633" y="11550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98" name="Forme libre : forme 14697">
                      <a:extLst>
                        <a:ext uri="{FF2B5EF4-FFF2-40B4-BE49-F238E27FC236}">
                          <a16:creationId xmlns:a16="http://schemas.microsoft.com/office/drawing/2014/main" id="{9F05C21F-76E8-43F9-AD34-273C4ABF23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4163" y="2863500"/>
                      <a:ext cx="143028" cy="72977"/>
                    </a:xfrm>
                    <a:custGeom>
                      <a:avLst/>
                      <a:gdLst>
                        <a:gd name="connsiteX0" fmla="*/ 58007 w 143028"/>
                        <a:gd name="connsiteY0" fmla="*/ 30099 h 72977"/>
                        <a:gd name="connsiteX1" fmla="*/ 29623 w 143028"/>
                        <a:gd name="connsiteY1" fmla="*/ 42386 h 72977"/>
                        <a:gd name="connsiteX2" fmla="*/ 0 w 143028"/>
                        <a:gd name="connsiteY2" fmla="*/ 39529 h 72977"/>
                        <a:gd name="connsiteX3" fmla="*/ 7239 w 143028"/>
                        <a:gd name="connsiteY3" fmla="*/ 51530 h 72977"/>
                        <a:gd name="connsiteX4" fmla="*/ 33528 w 143028"/>
                        <a:gd name="connsiteY4" fmla="*/ 71152 h 72977"/>
                        <a:gd name="connsiteX5" fmla="*/ 49625 w 143028"/>
                        <a:gd name="connsiteY5" fmla="*/ 72962 h 72977"/>
                        <a:gd name="connsiteX6" fmla="*/ 65437 w 143028"/>
                        <a:gd name="connsiteY6" fmla="*/ 68961 h 72977"/>
                        <a:gd name="connsiteX7" fmla="*/ 87535 w 143028"/>
                        <a:gd name="connsiteY7" fmla="*/ 59912 h 72977"/>
                        <a:gd name="connsiteX8" fmla="*/ 110109 w 143028"/>
                        <a:gd name="connsiteY8" fmla="*/ 52388 h 72977"/>
                        <a:gd name="connsiteX9" fmla="*/ 124492 w 143028"/>
                        <a:gd name="connsiteY9" fmla="*/ 44958 h 72977"/>
                        <a:gd name="connsiteX10" fmla="*/ 135350 w 143028"/>
                        <a:gd name="connsiteY10" fmla="*/ 33052 h 72977"/>
                        <a:gd name="connsiteX11" fmla="*/ 141827 w 143028"/>
                        <a:gd name="connsiteY11" fmla="*/ 18002 h 72977"/>
                        <a:gd name="connsiteX12" fmla="*/ 142494 w 143028"/>
                        <a:gd name="connsiteY12" fmla="*/ 1048 h 72977"/>
                        <a:gd name="connsiteX13" fmla="*/ 142304 w 143028"/>
                        <a:gd name="connsiteY13" fmla="*/ 0 h 72977"/>
                        <a:gd name="connsiteX14" fmla="*/ 120110 w 143028"/>
                        <a:gd name="connsiteY14" fmla="*/ 5144 h 72977"/>
                        <a:gd name="connsiteX15" fmla="*/ 98393 w 143028"/>
                        <a:gd name="connsiteY15" fmla="*/ 10668 h 72977"/>
                        <a:gd name="connsiteX16" fmla="*/ 87725 w 143028"/>
                        <a:gd name="connsiteY16" fmla="*/ 14002 h 72977"/>
                        <a:gd name="connsiteX17" fmla="*/ 77438 w 143028"/>
                        <a:gd name="connsiteY17" fmla="*/ 18383 h 72977"/>
                        <a:gd name="connsiteX18" fmla="*/ 58007 w 143028"/>
                        <a:gd name="connsiteY18" fmla="*/ 30099 h 72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43028" h="72977">
                          <a:moveTo>
                            <a:pt x="58007" y="30099"/>
                          </a:moveTo>
                          <a:cubicBezTo>
                            <a:pt x="49244" y="36386"/>
                            <a:pt x="39719" y="41053"/>
                            <a:pt x="29623" y="42386"/>
                          </a:cubicBezTo>
                          <a:cubicBezTo>
                            <a:pt x="19812" y="44387"/>
                            <a:pt x="9430" y="43339"/>
                            <a:pt x="0" y="39529"/>
                          </a:cubicBezTo>
                          <a:lnTo>
                            <a:pt x="7239" y="51530"/>
                          </a:lnTo>
                          <a:cubicBezTo>
                            <a:pt x="13240" y="61531"/>
                            <a:pt x="23050" y="68104"/>
                            <a:pt x="33528" y="71152"/>
                          </a:cubicBezTo>
                          <a:cubicBezTo>
                            <a:pt x="38767" y="72771"/>
                            <a:pt x="44101" y="73057"/>
                            <a:pt x="49625" y="72962"/>
                          </a:cubicBezTo>
                          <a:cubicBezTo>
                            <a:pt x="55054" y="72771"/>
                            <a:pt x="60388" y="71438"/>
                            <a:pt x="65437" y="68961"/>
                          </a:cubicBezTo>
                          <a:cubicBezTo>
                            <a:pt x="72866" y="66008"/>
                            <a:pt x="80010" y="62484"/>
                            <a:pt x="87535" y="59912"/>
                          </a:cubicBezTo>
                          <a:cubicBezTo>
                            <a:pt x="95060" y="57245"/>
                            <a:pt x="102489" y="54388"/>
                            <a:pt x="110109" y="52388"/>
                          </a:cubicBezTo>
                          <a:cubicBezTo>
                            <a:pt x="115443" y="50863"/>
                            <a:pt x="120206" y="48006"/>
                            <a:pt x="124492" y="44958"/>
                          </a:cubicBezTo>
                          <a:cubicBezTo>
                            <a:pt x="128778" y="41815"/>
                            <a:pt x="132398" y="37719"/>
                            <a:pt x="135350" y="33052"/>
                          </a:cubicBezTo>
                          <a:cubicBezTo>
                            <a:pt x="138208" y="28289"/>
                            <a:pt x="140589" y="23527"/>
                            <a:pt x="141827" y="18002"/>
                          </a:cubicBezTo>
                          <a:cubicBezTo>
                            <a:pt x="143065" y="12668"/>
                            <a:pt x="143446" y="6858"/>
                            <a:pt x="142494" y="1048"/>
                          </a:cubicBezTo>
                          <a:lnTo>
                            <a:pt x="142304" y="0"/>
                          </a:lnTo>
                          <a:cubicBezTo>
                            <a:pt x="134779" y="1619"/>
                            <a:pt x="127444" y="3429"/>
                            <a:pt x="120110" y="5144"/>
                          </a:cubicBezTo>
                          <a:cubicBezTo>
                            <a:pt x="112776" y="6667"/>
                            <a:pt x="105537" y="8477"/>
                            <a:pt x="98393" y="10668"/>
                          </a:cubicBezTo>
                          <a:cubicBezTo>
                            <a:pt x="94869" y="11716"/>
                            <a:pt x="91250" y="12763"/>
                            <a:pt x="87725" y="14002"/>
                          </a:cubicBezTo>
                          <a:cubicBezTo>
                            <a:pt x="84296" y="15335"/>
                            <a:pt x="80867" y="16859"/>
                            <a:pt x="77438" y="18383"/>
                          </a:cubicBezTo>
                          <a:cubicBezTo>
                            <a:pt x="70580" y="21622"/>
                            <a:pt x="64103" y="25432"/>
                            <a:pt x="58007" y="30099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99" name="Forme libre : forme 14698">
                      <a:extLst>
                        <a:ext uri="{FF2B5EF4-FFF2-40B4-BE49-F238E27FC236}">
                          <a16:creationId xmlns:a16="http://schemas.microsoft.com/office/drawing/2014/main" id="{6C1645D8-CECA-4DA2-B40A-D97AC10F6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8337" y="2843601"/>
                      <a:ext cx="66204" cy="47655"/>
                    </a:xfrm>
                    <a:custGeom>
                      <a:avLst/>
                      <a:gdLst>
                        <a:gd name="connsiteX0" fmla="*/ 65745 w 66204"/>
                        <a:gd name="connsiteY0" fmla="*/ 14089 h 47655"/>
                        <a:gd name="connsiteX1" fmla="*/ 60315 w 66204"/>
                        <a:gd name="connsiteY1" fmla="*/ 31901 h 47655"/>
                        <a:gd name="connsiteX2" fmla="*/ 40313 w 66204"/>
                        <a:gd name="connsiteY2" fmla="*/ 44950 h 47655"/>
                        <a:gd name="connsiteX3" fmla="*/ 27835 w 66204"/>
                        <a:gd name="connsiteY3" fmla="*/ 47522 h 47655"/>
                        <a:gd name="connsiteX4" fmla="*/ 16500 w 66204"/>
                        <a:gd name="connsiteY4" fmla="*/ 47045 h 47655"/>
                        <a:gd name="connsiteX5" fmla="*/ 1260 w 66204"/>
                        <a:gd name="connsiteY5" fmla="*/ 36377 h 47655"/>
                        <a:gd name="connsiteX6" fmla="*/ 4404 w 66204"/>
                        <a:gd name="connsiteY6" fmla="*/ 17899 h 47655"/>
                        <a:gd name="connsiteX7" fmla="*/ 13166 w 66204"/>
                        <a:gd name="connsiteY7" fmla="*/ 9136 h 47655"/>
                        <a:gd name="connsiteX8" fmla="*/ 25739 w 66204"/>
                        <a:gd name="connsiteY8" fmla="*/ 2754 h 47655"/>
                        <a:gd name="connsiteX9" fmla="*/ 51838 w 66204"/>
                        <a:gd name="connsiteY9" fmla="*/ 1421 h 47655"/>
                        <a:gd name="connsiteX10" fmla="*/ 65745 w 66204"/>
                        <a:gd name="connsiteY10" fmla="*/ 14089 h 47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6204" h="47655">
                          <a:moveTo>
                            <a:pt x="65745" y="14089"/>
                          </a:moveTo>
                          <a:cubicBezTo>
                            <a:pt x="67269" y="20089"/>
                            <a:pt x="64887" y="26186"/>
                            <a:pt x="60315" y="31901"/>
                          </a:cubicBezTo>
                          <a:cubicBezTo>
                            <a:pt x="55743" y="37615"/>
                            <a:pt x="48600" y="41711"/>
                            <a:pt x="40313" y="44950"/>
                          </a:cubicBezTo>
                          <a:cubicBezTo>
                            <a:pt x="36122" y="46474"/>
                            <a:pt x="31931" y="47331"/>
                            <a:pt x="27835" y="47522"/>
                          </a:cubicBezTo>
                          <a:cubicBezTo>
                            <a:pt x="23739" y="47712"/>
                            <a:pt x="20025" y="47807"/>
                            <a:pt x="16500" y="47045"/>
                          </a:cubicBezTo>
                          <a:cubicBezTo>
                            <a:pt x="9452" y="45616"/>
                            <a:pt x="3737" y="41997"/>
                            <a:pt x="1260" y="36377"/>
                          </a:cubicBezTo>
                          <a:cubicBezTo>
                            <a:pt x="-1216" y="30757"/>
                            <a:pt x="22" y="24185"/>
                            <a:pt x="4404" y="17899"/>
                          </a:cubicBezTo>
                          <a:cubicBezTo>
                            <a:pt x="6594" y="14851"/>
                            <a:pt x="9452" y="11612"/>
                            <a:pt x="13166" y="9136"/>
                          </a:cubicBezTo>
                          <a:cubicBezTo>
                            <a:pt x="16786" y="6659"/>
                            <a:pt x="21072" y="4469"/>
                            <a:pt x="25739" y="2754"/>
                          </a:cubicBezTo>
                          <a:cubicBezTo>
                            <a:pt x="35074" y="-865"/>
                            <a:pt x="44694" y="-485"/>
                            <a:pt x="51838" y="1421"/>
                          </a:cubicBezTo>
                          <a:cubicBezTo>
                            <a:pt x="59077" y="3516"/>
                            <a:pt x="64221" y="8088"/>
                            <a:pt x="65745" y="14089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00" name="Forme libre : forme 14699">
                      <a:extLst>
                        <a:ext uri="{FF2B5EF4-FFF2-40B4-BE49-F238E27FC236}">
                          <a16:creationId xmlns:a16="http://schemas.microsoft.com/office/drawing/2014/main" id="{3AE23155-9C59-46C9-8DAC-2D3B093728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8332" y="2857023"/>
                      <a:ext cx="53367" cy="34233"/>
                    </a:xfrm>
                    <a:custGeom>
                      <a:avLst/>
                      <a:gdLst>
                        <a:gd name="connsiteX0" fmla="*/ 8219 w 53367"/>
                        <a:gd name="connsiteY0" fmla="*/ 0 h 34233"/>
                        <a:gd name="connsiteX1" fmla="*/ 1266 w 53367"/>
                        <a:gd name="connsiteY1" fmla="*/ 22955 h 34233"/>
                        <a:gd name="connsiteX2" fmla="*/ 16506 w 53367"/>
                        <a:gd name="connsiteY2" fmla="*/ 33623 h 34233"/>
                        <a:gd name="connsiteX3" fmla="*/ 27840 w 53367"/>
                        <a:gd name="connsiteY3" fmla="*/ 34099 h 34233"/>
                        <a:gd name="connsiteX4" fmla="*/ 40318 w 53367"/>
                        <a:gd name="connsiteY4" fmla="*/ 31528 h 34233"/>
                        <a:gd name="connsiteX5" fmla="*/ 53367 w 53367"/>
                        <a:gd name="connsiteY5" fmla="*/ 24765 h 34233"/>
                        <a:gd name="connsiteX6" fmla="*/ 45176 w 53367"/>
                        <a:gd name="connsiteY6" fmla="*/ 25527 h 34233"/>
                        <a:gd name="connsiteX7" fmla="*/ 22602 w 53367"/>
                        <a:gd name="connsiteY7" fmla="*/ 17335 h 34233"/>
                        <a:gd name="connsiteX8" fmla="*/ 8219 w 53367"/>
                        <a:gd name="connsiteY8" fmla="*/ 0 h 34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367" h="34233">
                          <a:moveTo>
                            <a:pt x="8219" y="0"/>
                          </a:moveTo>
                          <a:cubicBezTo>
                            <a:pt x="980" y="7429"/>
                            <a:pt x="-1878" y="16002"/>
                            <a:pt x="1266" y="22955"/>
                          </a:cubicBezTo>
                          <a:cubicBezTo>
                            <a:pt x="3742" y="28575"/>
                            <a:pt x="9552" y="32194"/>
                            <a:pt x="16506" y="33623"/>
                          </a:cubicBezTo>
                          <a:cubicBezTo>
                            <a:pt x="20030" y="34385"/>
                            <a:pt x="23840" y="34290"/>
                            <a:pt x="27840" y="34099"/>
                          </a:cubicBezTo>
                          <a:cubicBezTo>
                            <a:pt x="31936" y="33814"/>
                            <a:pt x="36127" y="33052"/>
                            <a:pt x="40318" y="31528"/>
                          </a:cubicBezTo>
                          <a:cubicBezTo>
                            <a:pt x="45176" y="29623"/>
                            <a:pt x="49653" y="27432"/>
                            <a:pt x="53367" y="24765"/>
                          </a:cubicBezTo>
                          <a:cubicBezTo>
                            <a:pt x="50700" y="25432"/>
                            <a:pt x="48033" y="25717"/>
                            <a:pt x="45176" y="25527"/>
                          </a:cubicBezTo>
                          <a:cubicBezTo>
                            <a:pt x="37365" y="24765"/>
                            <a:pt x="29364" y="21812"/>
                            <a:pt x="22602" y="17335"/>
                          </a:cubicBezTo>
                          <a:cubicBezTo>
                            <a:pt x="15744" y="12859"/>
                            <a:pt x="10410" y="7239"/>
                            <a:pt x="8219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01" name="Forme libre : forme 14700">
                      <a:extLst>
                        <a:ext uri="{FF2B5EF4-FFF2-40B4-BE49-F238E27FC236}">
                          <a16:creationId xmlns:a16="http://schemas.microsoft.com/office/drawing/2014/main" id="{AC635C5A-D292-40E5-9CB2-7AE8AC840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3407" y="2847296"/>
                      <a:ext cx="65564" cy="47365"/>
                    </a:xfrm>
                    <a:custGeom>
                      <a:avLst/>
                      <a:gdLst>
                        <a:gd name="connsiteX0" fmla="*/ 65151 w 65564"/>
                        <a:gd name="connsiteY0" fmla="*/ 14395 h 47365"/>
                        <a:gd name="connsiteX1" fmla="*/ 59627 w 65564"/>
                        <a:gd name="connsiteY1" fmla="*/ 32016 h 47365"/>
                        <a:gd name="connsiteX2" fmla="*/ 51149 w 65564"/>
                        <a:gd name="connsiteY2" fmla="*/ 39446 h 47365"/>
                        <a:gd name="connsiteX3" fmla="*/ 39815 w 65564"/>
                        <a:gd name="connsiteY3" fmla="*/ 44779 h 47365"/>
                        <a:gd name="connsiteX4" fmla="*/ 16288 w 65564"/>
                        <a:gd name="connsiteY4" fmla="*/ 46589 h 47365"/>
                        <a:gd name="connsiteX5" fmla="*/ 1238 w 65564"/>
                        <a:gd name="connsiteY5" fmla="*/ 35826 h 47365"/>
                        <a:gd name="connsiteX6" fmla="*/ 4382 w 65564"/>
                        <a:gd name="connsiteY6" fmla="*/ 17347 h 47365"/>
                        <a:gd name="connsiteX7" fmla="*/ 25527 w 65564"/>
                        <a:gd name="connsiteY7" fmla="*/ 2488 h 47365"/>
                        <a:gd name="connsiteX8" fmla="*/ 39243 w 65564"/>
                        <a:gd name="connsiteY8" fmla="*/ 12 h 47365"/>
                        <a:gd name="connsiteX9" fmla="*/ 51340 w 65564"/>
                        <a:gd name="connsiteY9" fmla="*/ 1441 h 47365"/>
                        <a:gd name="connsiteX10" fmla="*/ 65151 w 65564"/>
                        <a:gd name="connsiteY10" fmla="*/ 14395 h 47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5564" h="47365">
                          <a:moveTo>
                            <a:pt x="65151" y="14395"/>
                          </a:moveTo>
                          <a:cubicBezTo>
                            <a:pt x="66580" y="20491"/>
                            <a:pt x="64199" y="26491"/>
                            <a:pt x="59627" y="32016"/>
                          </a:cubicBezTo>
                          <a:cubicBezTo>
                            <a:pt x="57341" y="34778"/>
                            <a:pt x="54483" y="37350"/>
                            <a:pt x="51149" y="39446"/>
                          </a:cubicBezTo>
                          <a:cubicBezTo>
                            <a:pt x="47816" y="41636"/>
                            <a:pt x="43910" y="43160"/>
                            <a:pt x="39815" y="44779"/>
                          </a:cubicBezTo>
                          <a:cubicBezTo>
                            <a:pt x="31623" y="47828"/>
                            <a:pt x="23146" y="47828"/>
                            <a:pt x="16288" y="46589"/>
                          </a:cubicBezTo>
                          <a:cubicBezTo>
                            <a:pt x="9335" y="45161"/>
                            <a:pt x="3715" y="41541"/>
                            <a:pt x="1238" y="35826"/>
                          </a:cubicBezTo>
                          <a:cubicBezTo>
                            <a:pt x="-1238" y="30206"/>
                            <a:pt x="95" y="23634"/>
                            <a:pt x="4382" y="17347"/>
                          </a:cubicBezTo>
                          <a:cubicBezTo>
                            <a:pt x="8573" y="10966"/>
                            <a:pt x="16288" y="5917"/>
                            <a:pt x="25527" y="2488"/>
                          </a:cubicBezTo>
                          <a:cubicBezTo>
                            <a:pt x="30099" y="679"/>
                            <a:pt x="34862" y="203"/>
                            <a:pt x="39243" y="12"/>
                          </a:cubicBezTo>
                          <a:cubicBezTo>
                            <a:pt x="43625" y="-83"/>
                            <a:pt x="47720" y="393"/>
                            <a:pt x="51340" y="1441"/>
                          </a:cubicBezTo>
                          <a:cubicBezTo>
                            <a:pt x="58674" y="3631"/>
                            <a:pt x="63722" y="8489"/>
                            <a:pt x="65151" y="1439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02" name="Forme libre : forme 14701">
                      <a:extLst>
                        <a:ext uri="{FF2B5EF4-FFF2-40B4-BE49-F238E27FC236}">
                          <a16:creationId xmlns:a16="http://schemas.microsoft.com/office/drawing/2014/main" id="{D68BDBA8-A846-4FEA-AE36-FD389E4B0C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376" y="2852976"/>
                      <a:ext cx="97748" cy="67371"/>
                    </a:xfrm>
                    <a:custGeom>
                      <a:avLst/>
                      <a:gdLst>
                        <a:gd name="connsiteX0" fmla="*/ 12552 w 97748"/>
                        <a:gd name="connsiteY0" fmla="*/ 42338 h 67371"/>
                        <a:gd name="connsiteX1" fmla="*/ 24173 w 97748"/>
                        <a:gd name="connsiteY1" fmla="*/ 59483 h 67371"/>
                        <a:gd name="connsiteX2" fmla="*/ 62177 w 97748"/>
                        <a:gd name="connsiteY2" fmla="*/ 66246 h 67371"/>
                        <a:gd name="connsiteX3" fmla="*/ 91038 w 97748"/>
                        <a:gd name="connsiteY3" fmla="*/ 52434 h 67371"/>
                        <a:gd name="connsiteX4" fmla="*/ 95324 w 97748"/>
                        <a:gd name="connsiteY4" fmla="*/ 30336 h 67371"/>
                        <a:gd name="connsiteX5" fmla="*/ 81323 w 97748"/>
                        <a:gd name="connsiteY5" fmla="*/ 23574 h 67371"/>
                        <a:gd name="connsiteX6" fmla="*/ 45604 w 97748"/>
                        <a:gd name="connsiteY6" fmla="*/ 10524 h 67371"/>
                        <a:gd name="connsiteX7" fmla="*/ 3503 w 97748"/>
                        <a:gd name="connsiteY7" fmla="*/ 5000 h 67371"/>
                        <a:gd name="connsiteX8" fmla="*/ 12552 w 97748"/>
                        <a:gd name="connsiteY8" fmla="*/ 42338 h 67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7748" h="67371">
                          <a:moveTo>
                            <a:pt x="12552" y="42338"/>
                          </a:moveTo>
                          <a:cubicBezTo>
                            <a:pt x="15600" y="48624"/>
                            <a:pt x="18839" y="55006"/>
                            <a:pt x="24173" y="59483"/>
                          </a:cubicBezTo>
                          <a:cubicBezTo>
                            <a:pt x="34555" y="68436"/>
                            <a:pt x="49319" y="68246"/>
                            <a:pt x="62177" y="66246"/>
                          </a:cubicBezTo>
                          <a:cubicBezTo>
                            <a:pt x="72750" y="63960"/>
                            <a:pt x="83513" y="60531"/>
                            <a:pt x="91038" y="52434"/>
                          </a:cubicBezTo>
                          <a:cubicBezTo>
                            <a:pt x="96658" y="46815"/>
                            <a:pt x="100468" y="36814"/>
                            <a:pt x="95324" y="30336"/>
                          </a:cubicBezTo>
                          <a:cubicBezTo>
                            <a:pt x="92181" y="26336"/>
                            <a:pt x="86561" y="25002"/>
                            <a:pt x="81323" y="23574"/>
                          </a:cubicBezTo>
                          <a:cubicBezTo>
                            <a:pt x="69131" y="20716"/>
                            <a:pt x="56939" y="16049"/>
                            <a:pt x="45604" y="10524"/>
                          </a:cubicBezTo>
                          <a:cubicBezTo>
                            <a:pt x="36174" y="5762"/>
                            <a:pt x="15219" y="-7002"/>
                            <a:pt x="3503" y="5000"/>
                          </a:cubicBezTo>
                          <a:cubicBezTo>
                            <a:pt x="-6784" y="15477"/>
                            <a:pt x="8456" y="33765"/>
                            <a:pt x="12552" y="4233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03" name="Forme libre : forme 14702">
                      <a:extLst>
                        <a:ext uri="{FF2B5EF4-FFF2-40B4-BE49-F238E27FC236}">
                          <a16:creationId xmlns:a16="http://schemas.microsoft.com/office/drawing/2014/main" id="{F5B08355-D949-4DE8-8640-50C20C97E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7870" y="2844041"/>
                      <a:ext cx="23481" cy="29386"/>
                    </a:xfrm>
                    <a:custGeom>
                      <a:avLst/>
                      <a:gdLst>
                        <a:gd name="connsiteX0" fmla="*/ 106 w 23481"/>
                        <a:gd name="connsiteY0" fmla="*/ 21841 h 29386"/>
                        <a:gd name="connsiteX1" fmla="*/ 677 w 23481"/>
                        <a:gd name="connsiteY1" fmla="*/ 26889 h 29386"/>
                        <a:gd name="connsiteX2" fmla="*/ 4964 w 23481"/>
                        <a:gd name="connsiteY2" fmla="*/ 29366 h 29386"/>
                        <a:gd name="connsiteX3" fmla="*/ 9536 w 23481"/>
                        <a:gd name="connsiteY3" fmla="*/ 26889 h 29386"/>
                        <a:gd name="connsiteX4" fmla="*/ 19156 w 23481"/>
                        <a:gd name="connsiteY4" fmla="*/ 17650 h 29386"/>
                        <a:gd name="connsiteX5" fmla="*/ 22299 w 23481"/>
                        <a:gd name="connsiteY5" fmla="*/ 13268 h 29386"/>
                        <a:gd name="connsiteX6" fmla="*/ 13060 w 23481"/>
                        <a:gd name="connsiteY6" fmla="*/ 1553 h 29386"/>
                        <a:gd name="connsiteX7" fmla="*/ 106 w 23481"/>
                        <a:gd name="connsiteY7" fmla="*/ 21841 h 29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481" h="29386">
                          <a:moveTo>
                            <a:pt x="106" y="21841"/>
                          </a:moveTo>
                          <a:cubicBezTo>
                            <a:pt x="-85" y="23555"/>
                            <a:pt x="-85" y="25365"/>
                            <a:pt x="677" y="26889"/>
                          </a:cubicBezTo>
                          <a:cubicBezTo>
                            <a:pt x="1439" y="28413"/>
                            <a:pt x="3059" y="29556"/>
                            <a:pt x="4964" y="29366"/>
                          </a:cubicBezTo>
                          <a:cubicBezTo>
                            <a:pt x="6678" y="29270"/>
                            <a:pt x="8202" y="28032"/>
                            <a:pt x="9536" y="26889"/>
                          </a:cubicBezTo>
                          <a:cubicBezTo>
                            <a:pt x="12869" y="23841"/>
                            <a:pt x="16203" y="21079"/>
                            <a:pt x="19156" y="17650"/>
                          </a:cubicBezTo>
                          <a:cubicBezTo>
                            <a:pt x="20394" y="16316"/>
                            <a:pt x="21537" y="14888"/>
                            <a:pt x="22299" y="13268"/>
                          </a:cubicBezTo>
                          <a:cubicBezTo>
                            <a:pt x="25347" y="6506"/>
                            <a:pt x="22585" y="-3972"/>
                            <a:pt x="13060" y="1553"/>
                          </a:cubicBezTo>
                          <a:cubicBezTo>
                            <a:pt x="5630" y="5744"/>
                            <a:pt x="963" y="14697"/>
                            <a:pt x="106" y="2184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04" name="Forme libre : forme 14703">
                      <a:extLst>
                        <a:ext uri="{FF2B5EF4-FFF2-40B4-BE49-F238E27FC236}">
                          <a16:creationId xmlns:a16="http://schemas.microsoft.com/office/drawing/2014/main" id="{112125B8-2961-44C3-888A-77085549CB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463" y="2860833"/>
                      <a:ext cx="27500" cy="52482"/>
                    </a:xfrm>
                    <a:custGeom>
                      <a:avLst/>
                      <a:gdLst>
                        <a:gd name="connsiteX0" fmla="*/ 26860 w 27500"/>
                        <a:gd name="connsiteY0" fmla="*/ 0 h 52482"/>
                        <a:gd name="connsiteX1" fmla="*/ 26003 w 27500"/>
                        <a:gd name="connsiteY1" fmla="*/ 18764 h 52482"/>
                        <a:gd name="connsiteX2" fmla="*/ 18193 w 27500"/>
                        <a:gd name="connsiteY2" fmla="*/ 35814 h 52482"/>
                        <a:gd name="connsiteX3" fmla="*/ 0 w 27500"/>
                        <a:gd name="connsiteY3" fmla="*/ 52483 h 52482"/>
                        <a:gd name="connsiteX4" fmla="*/ 3905 w 27500"/>
                        <a:gd name="connsiteY4" fmla="*/ 49054 h 52482"/>
                        <a:gd name="connsiteX5" fmla="*/ 12573 w 27500"/>
                        <a:gd name="connsiteY5" fmla="*/ 39148 h 52482"/>
                        <a:gd name="connsiteX6" fmla="*/ 26860 w 27500"/>
                        <a:gd name="connsiteY6" fmla="*/ 0 h 52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500" h="52482">
                          <a:moveTo>
                            <a:pt x="26860" y="0"/>
                          </a:moveTo>
                          <a:cubicBezTo>
                            <a:pt x="26860" y="0"/>
                            <a:pt x="28765" y="8287"/>
                            <a:pt x="26003" y="18764"/>
                          </a:cubicBezTo>
                          <a:cubicBezTo>
                            <a:pt x="24670" y="24003"/>
                            <a:pt x="22288" y="30099"/>
                            <a:pt x="18193" y="35814"/>
                          </a:cubicBezTo>
                          <a:cubicBezTo>
                            <a:pt x="14097" y="41624"/>
                            <a:pt x="8192" y="47054"/>
                            <a:pt x="0" y="52483"/>
                          </a:cubicBezTo>
                          <a:cubicBezTo>
                            <a:pt x="0" y="52483"/>
                            <a:pt x="1524" y="51340"/>
                            <a:pt x="3905" y="49054"/>
                          </a:cubicBezTo>
                          <a:cubicBezTo>
                            <a:pt x="6191" y="46768"/>
                            <a:pt x="9334" y="43339"/>
                            <a:pt x="12573" y="39148"/>
                          </a:cubicBezTo>
                          <a:cubicBezTo>
                            <a:pt x="18955" y="30766"/>
                            <a:pt x="25908" y="17431"/>
                            <a:pt x="2686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05" name="Forme libre : forme 14704">
                      <a:extLst>
                        <a:ext uri="{FF2B5EF4-FFF2-40B4-BE49-F238E27FC236}">
                          <a16:creationId xmlns:a16="http://schemas.microsoft.com/office/drawing/2014/main" id="{2BC7F196-1072-4711-B1D5-9CBC47692E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4940" y="2827305"/>
                      <a:ext cx="30273" cy="61626"/>
                    </a:xfrm>
                    <a:custGeom>
                      <a:avLst/>
                      <a:gdLst>
                        <a:gd name="connsiteX0" fmla="*/ 30274 w 30273"/>
                        <a:gd name="connsiteY0" fmla="*/ 0 h 61626"/>
                        <a:gd name="connsiteX1" fmla="*/ 23606 w 30273"/>
                        <a:gd name="connsiteY1" fmla="*/ 4001 h 61626"/>
                        <a:gd name="connsiteX2" fmla="*/ 10367 w 30273"/>
                        <a:gd name="connsiteY2" fmla="*/ 16097 h 61626"/>
                        <a:gd name="connsiteX3" fmla="*/ 746 w 30273"/>
                        <a:gd name="connsiteY3" fmla="*/ 35814 h 61626"/>
                        <a:gd name="connsiteX4" fmla="*/ 4080 w 30273"/>
                        <a:gd name="connsiteY4" fmla="*/ 61627 h 61626"/>
                        <a:gd name="connsiteX5" fmla="*/ 3128 w 30273"/>
                        <a:gd name="connsiteY5" fmla="*/ 40577 h 61626"/>
                        <a:gd name="connsiteX6" fmla="*/ 10271 w 30273"/>
                        <a:gd name="connsiteY6" fmla="*/ 20288 h 61626"/>
                        <a:gd name="connsiteX7" fmla="*/ 30274 w 30273"/>
                        <a:gd name="connsiteY7" fmla="*/ 0 h 61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273" h="61626">
                          <a:moveTo>
                            <a:pt x="30274" y="0"/>
                          </a:moveTo>
                          <a:cubicBezTo>
                            <a:pt x="30274" y="0"/>
                            <a:pt x="27416" y="1143"/>
                            <a:pt x="23606" y="4001"/>
                          </a:cubicBezTo>
                          <a:cubicBezTo>
                            <a:pt x="19796" y="6763"/>
                            <a:pt x="14843" y="10859"/>
                            <a:pt x="10367" y="16097"/>
                          </a:cubicBezTo>
                          <a:cubicBezTo>
                            <a:pt x="5890" y="21241"/>
                            <a:pt x="2366" y="28194"/>
                            <a:pt x="746" y="35814"/>
                          </a:cubicBezTo>
                          <a:cubicBezTo>
                            <a:pt x="-778" y="43529"/>
                            <a:pt x="-111" y="52102"/>
                            <a:pt x="4080" y="61627"/>
                          </a:cubicBezTo>
                          <a:cubicBezTo>
                            <a:pt x="4080" y="61627"/>
                            <a:pt x="1318" y="52769"/>
                            <a:pt x="3128" y="40577"/>
                          </a:cubicBezTo>
                          <a:cubicBezTo>
                            <a:pt x="4080" y="34481"/>
                            <a:pt x="5985" y="27337"/>
                            <a:pt x="10271" y="20288"/>
                          </a:cubicBezTo>
                          <a:cubicBezTo>
                            <a:pt x="14462" y="13335"/>
                            <a:pt x="20844" y="6001"/>
                            <a:pt x="3027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06" name="Forme libre : forme 14705">
                      <a:extLst>
                        <a:ext uri="{FF2B5EF4-FFF2-40B4-BE49-F238E27FC236}">
                          <a16:creationId xmlns:a16="http://schemas.microsoft.com/office/drawing/2014/main" id="{CCD44688-B3B4-4BC1-AFA5-42B390CD2C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313" y="2848641"/>
                      <a:ext cx="26879" cy="14592"/>
                    </a:xfrm>
                    <a:custGeom>
                      <a:avLst/>
                      <a:gdLst>
                        <a:gd name="connsiteX0" fmla="*/ 26862 w 26879"/>
                        <a:gd name="connsiteY0" fmla="*/ 7334 h 14592"/>
                        <a:gd name="connsiteX1" fmla="*/ 13050 w 26879"/>
                        <a:gd name="connsiteY1" fmla="*/ 14573 h 14592"/>
                        <a:gd name="connsiteX2" fmla="*/ 1 w 26879"/>
                        <a:gd name="connsiteY2" fmla="*/ 7906 h 14592"/>
                        <a:gd name="connsiteX3" fmla="*/ 13908 w 26879"/>
                        <a:gd name="connsiteY3" fmla="*/ 0 h 14592"/>
                        <a:gd name="connsiteX4" fmla="*/ 26862 w 26879"/>
                        <a:gd name="connsiteY4" fmla="*/ 7334 h 14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879" h="14592">
                          <a:moveTo>
                            <a:pt x="26862" y="7334"/>
                          </a:moveTo>
                          <a:cubicBezTo>
                            <a:pt x="26481" y="11430"/>
                            <a:pt x="20385" y="14288"/>
                            <a:pt x="13050" y="14573"/>
                          </a:cubicBezTo>
                          <a:cubicBezTo>
                            <a:pt x="5811" y="14859"/>
                            <a:pt x="-94" y="11906"/>
                            <a:pt x="1" y="7906"/>
                          </a:cubicBezTo>
                          <a:cubicBezTo>
                            <a:pt x="96" y="3905"/>
                            <a:pt x="6383" y="95"/>
                            <a:pt x="13908" y="0"/>
                          </a:cubicBezTo>
                          <a:cubicBezTo>
                            <a:pt x="21528" y="0"/>
                            <a:pt x="27243" y="3334"/>
                            <a:pt x="26862" y="733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07" name="Forme libre : forme 14706">
                      <a:extLst>
                        <a:ext uri="{FF2B5EF4-FFF2-40B4-BE49-F238E27FC236}">
                          <a16:creationId xmlns:a16="http://schemas.microsoft.com/office/drawing/2014/main" id="{29638B68-9822-47AB-96C8-56F7D3E15A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4130" y="2850856"/>
                      <a:ext cx="7201" cy="6523"/>
                    </a:xfrm>
                    <a:custGeom>
                      <a:avLst/>
                      <a:gdLst>
                        <a:gd name="connsiteX0" fmla="*/ 7094 w 7201"/>
                        <a:gd name="connsiteY0" fmla="*/ 2262 h 6523"/>
                        <a:gd name="connsiteX1" fmla="*/ 4522 w 7201"/>
                        <a:gd name="connsiteY1" fmla="*/ 6357 h 6523"/>
                        <a:gd name="connsiteX2" fmla="*/ 140 w 7201"/>
                        <a:gd name="connsiteY2" fmla="*/ 4262 h 6523"/>
                        <a:gd name="connsiteX3" fmla="*/ 2712 w 7201"/>
                        <a:gd name="connsiteY3" fmla="*/ 166 h 6523"/>
                        <a:gd name="connsiteX4" fmla="*/ 7094 w 7201"/>
                        <a:gd name="connsiteY4" fmla="*/ 2262 h 6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01" h="6523">
                          <a:moveTo>
                            <a:pt x="7094" y="2262"/>
                          </a:moveTo>
                          <a:cubicBezTo>
                            <a:pt x="7570" y="3976"/>
                            <a:pt x="6427" y="5786"/>
                            <a:pt x="4522" y="6357"/>
                          </a:cubicBezTo>
                          <a:cubicBezTo>
                            <a:pt x="2617" y="6929"/>
                            <a:pt x="712" y="5976"/>
                            <a:pt x="140" y="4262"/>
                          </a:cubicBezTo>
                          <a:cubicBezTo>
                            <a:pt x="-431" y="2547"/>
                            <a:pt x="807" y="738"/>
                            <a:pt x="2712" y="166"/>
                          </a:cubicBezTo>
                          <a:cubicBezTo>
                            <a:pt x="4712" y="-405"/>
                            <a:pt x="6617" y="547"/>
                            <a:pt x="7094" y="22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08" name="Forme libre : forme 14707">
                      <a:extLst>
                        <a:ext uri="{FF2B5EF4-FFF2-40B4-BE49-F238E27FC236}">
                          <a16:creationId xmlns:a16="http://schemas.microsoft.com/office/drawing/2014/main" id="{9D6BCB64-C00F-4966-8C33-2BF6AA07A7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9563" y="2810550"/>
                      <a:ext cx="73146" cy="48326"/>
                    </a:xfrm>
                    <a:custGeom>
                      <a:avLst/>
                      <a:gdLst>
                        <a:gd name="connsiteX0" fmla="*/ 62139 w 73146"/>
                        <a:gd name="connsiteY0" fmla="*/ 12278 h 48326"/>
                        <a:gd name="connsiteX1" fmla="*/ 72902 w 73146"/>
                        <a:gd name="connsiteY1" fmla="*/ 38472 h 48326"/>
                        <a:gd name="connsiteX2" fmla="*/ 69664 w 73146"/>
                        <a:gd name="connsiteY2" fmla="*/ 47997 h 48326"/>
                        <a:gd name="connsiteX3" fmla="*/ 60996 w 73146"/>
                        <a:gd name="connsiteY3" fmla="*/ 44282 h 48326"/>
                        <a:gd name="connsiteX4" fmla="*/ 38898 w 73146"/>
                        <a:gd name="connsiteY4" fmla="*/ 23232 h 48326"/>
                        <a:gd name="connsiteX5" fmla="*/ 15943 w 73146"/>
                        <a:gd name="connsiteY5" fmla="*/ 21327 h 48326"/>
                        <a:gd name="connsiteX6" fmla="*/ 227 w 73146"/>
                        <a:gd name="connsiteY6" fmla="*/ 13993 h 48326"/>
                        <a:gd name="connsiteX7" fmla="*/ 18800 w 73146"/>
                        <a:gd name="connsiteY7" fmla="*/ 2277 h 48326"/>
                        <a:gd name="connsiteX8" fmla="*/ 41756 w 73146"/>
                        <a:gd name="connsiteY8" fmla="*/ 467 h 48326"/>
                        <a:gd name="connsiteX9" fmla="*/ 62139 w 73146"/>
                        <a:gd name="connsiteY9" fmla="*/ 12278 h 48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3146" h="48326">
                          <a:moveTo>
                            <a:pt x="62139" y="12278"/>
                          </a:moveTo>
                          <a:cubicBezTo>
                            <a:pt x="68521" y="19708"/>
                            <a:pt x="71283" y="29137"/>
                            <a:pt x="72902" y="38472"/>
                          </a:cubicBezTo>
                          <a:cubicBezTo>
                            <a:pt x="73474" y="41901"/>
                            <a:pt x="73283" y="46568"/>
                            <a:pt x="69664" y="47997"/>
                          </a:cubicBezTo>
                          <a:cubicBezTo>
                            <a:pt x="66425" y="49235"/>
                            <a:pt x="63187" y="46759"/>
                            <a:pt x="60996" y="44282"/>
                          </a:cubicBezTo>
                          <a:cubicBezTo>
                            <a:pt x="54424" y="36757"/>
                            <a:pt x="49185" y="26661"/>
                            <a:pt x="38898" y="23232"/>
                          </a:cubicBezTo>
                          <a:cubicBezTo>
                            <a:pt x="35660" y="22184"/>
                            <a:pt x="25277" y="22089"/>
                            <a:pt x="15943" y="21327"/>
                          </a:cubicBezTo>
                          <a:cubicBezTo>
                            <a:pt x="6799" y="20851"/>
                            <a:pt x="-1488" y="19422"/>
                            <a:pt x="227" y="13993"/>
                          </a:cubicBezTo>
                          <a:cubicBezTo>
                            <a:pt x="1941" y="8754"/>
                            <a:pt x="9847" y="4182"/>
                            <a:pt x="18800" y="2277"/>
                          </a:cubicBezTo>
                          <a:cubicBezTo>
                            <a:pt x="27659" y="181"/>
                            <a:pt x="37088" y="-580"/>
                            <a:pt x="41756" y="467"/>
                          </a:cubicBezTo>
                          <a:cubicBezTo>
                            <a:pt x="50328" y="2182"/>
                            <a:pt x="57377" y="6658"/>
                            <a:pt x="62139" y="1227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24" name="Graphique 1">
                    <a:extLst>
                      <a:ext uri="{FF2B5EF4-FFF2-40B4-BE49-F238E27FC236}">
                        <a16:creationId xmlns:a16="http://schemas.microsoft.com/office/drawing/2014/main" id="{612F0926-1A1A-4415-BA5E-B186423BDBAF}"/>
                      </a:ext>
                    </a:extLst>
                  </p:cNvPr>
                  <p:cNvGrpSpPr/>
                  <p:nvPr/>
                </p:nvGrpSpPr>
                <p:grpSpPr>
                  <a:xfrm>
                    <a:off x="650611" y="2784060"/>
                    <a:ext cx="158311" cy="119690"/>
                    <a:chOff x="650611" y="2784060"/>
                    <a:chExt cx="158311" cy="119690"/>
                  </a:xfrm>
                  <a:solidFill>
                    <a:schemeClr val="accent1"/>
                  </a:solidFill>
                </p:grpSpPr>
                <p:sp>
                  <p:nvSpPr>
                    <p:cNvPr id="14685" name="Forme libre : forme 14684">
                      <a:extLst>
                        <a:ext uri="{FF2B5EF4-FFF2-40B4-BE49-F238E27FC236}">
                          <a16:creationId xmlns:a16="http://schemas.microsoft.com/office/drawing/2014/main" id="{B2C3DEF6-ED47-42C8-AB39-2DC0A536F7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11" y="2784060"/>
                      <a:ext cx="158311" cy="119690"/>
                    </a:xfrm>
                    <a:custGeom>
                      <a:avLst/>
                      <a:gdLst>
                        <a:gd name="connsiteX0" fmla="*/ 100725 w 158311"/>
                        <a:gd name="connsiteY0" fmla="*/ 119350 h 119690"/>
                        <a:gd name="connsiteX1" fmla="*/ 77389 w 158311"/>
                        <a:gd name="connsiteY1" fmla="*/ 118111 h 119690"/>
                        <a:gd name="connsiteX2" fmla="*/ 53481 w 158311"/>
                        <a:gd name="connsiteY2" fmla="*/ 118587 h 119690"/>
                        <a:gd name="connsiteX3" fmla="*/ 37384 w 158311"/>
                        <a:gd name="connsiteY3" fmla="*/ 116302 h 119690"/>
                        <a:gd name="connsiteX4" fmla="*/ 23191 w 158311"/>
                        <a:gd name="connsiteY4" fmla="*/ 108491 h 119690"/>
                        <a:gd name="connsiteX5" fmla="*/ 5951 w 158311"/>
                        <a:gd name="connsiteY5" fmla="*/ 80773 h 119690"/>
                        <a:gd name="connsiteX6" fmla="*/ 522 w 158311"/>
                        <a:gd name="connsiteY6" fmla="*/ 48769 h 119690"/>
                        <a:gd name="connsiteX7" fmla="*/ 10904 w 158311"/>
                        <a:gd name="connsiteY7" fmla="*/ 16479 h 119690"/>
                        <a:gd name="connsiteX8" fmla="*/ 26811 w 158311"/>
                        <a:gd name="connsiteY8" fmla="*/ 5621 h 119690"/>
                        <a:gd name="connsiteX9" fmla="*/ 47575 w 158311"/>
                        <a:gd name="connsiteY9" fmla="*/ 763 h 119690"/>
                        <a:gd name="connsiteX10" fmla="*/ 79579 w 158311"/>
                        <a:gd name="connsiteY10" fmla="*/ 96 h 119690"/>
                        <a:gd name="connsiteX11" fmla="*/ 112060 w 158311"/>
                        <a:gd name="connsiteY11" fmla="*/ 1811 h 119690"/>
                        <a:gd name="connsiteX12" fmla="*/ 133205 w 158311"/>
                        <a:gd name="connsiteY12" fmla="*/ 8002 h 119690"/>
                        <a:gd name="connsiteX13" fmla="*/ 141873 w 158311"/>
                        <a:gd name="connsiteY13" fmla="*/ 13241 h 119690"/>
                        <a:gd name="connsiteX14" fmla="*/ 148921 w 158311"/>
                        <a:gd name="connsiteY14" fmla="*/ 20194 h 119690"/>
                        <a:gd name="connsiteX15" fmla="*/ 157208 w 158311"/>
                        <a:gd name="connsiteY15" fmla="*/ 53055 h 119690"/>
                        <a:gd name="connsiteX16" fmla="*/ 149207 w 158311"/>
                        <a:gd name="connsiteY16" fmla="*/ 84583 h 119690"/>
                        <a:gd name="connsiteX17" fmla="*/ 130252 w 158311"/>
                        <a:gd name="connsiteY17" fmla="*/ 111349 h 119690"/>
                        <a:gd name="connsiteX18" fmla="*/ 123490 w 158311"/>
                        <a:gd name="connsiteY18" fmla="*/ 115159 h 119690"/>
                        <a:gd name="connsiteX19" fmla="*/ 116155 w 158311"/>
                        <a:gd name="connsiteY19" fmla="*/ 118207 h 119690"/>
                        <a:gd name="connsiteX20" fmla="*/ 100725 w 158311"/>
                        <a:gd name="connsiteY20" fmla="*/ 119350 h 119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8311" h="119690">
                          <a:moveTo>
                            <a:pt x="100725" y="119350"/>
                          </a:moveTo>
                          <a:cubicBezTo>
                            <a:pt x="93010" y="118778"/>
                            <a:pt x="85199" y="118587"/>
                            <a:pt x="77389" y="118111"/>
                          </a:cubicBezTo>
                          <a:cubicBezTo>
                            <a:pt x="69578" y="117826"/>
                            <a:pt x="61482" y="118492"/>
                            <a:pt x="53481" y="118587"/>
                          </a:cubicBezTo>
                          <a:cubicBezTo>
                            <a:pt x="47861" y="118587"/>
                            <a:pt x="42432" y="117921"/>
                            <a:pt x="37384" y="116302"/>
                          </a:cubicBezTo>
                          <a:cubicBezTo>
                            <a:pt x="32335" y="114682"/>
                            <a:pt x="27478" y="111920"/>
                            <a:pt x="23191" y="108491"/>
                          </a:cubicBezTo>
                          <a:cubicBezTo>
                            <a:pt x="14714" y="102109"/>
                            <a:pt x="7951" y="92299"/>
                            <a:pt x="5951" y="80773"/>
                          </a:cubicBezTo>
                          <a:lnTo>
                            <a:pt x="522" y="48769"/>
                          </a:lnTo>
                          <a:cubicBezTo>
                            <a:pt x="-1478" y="37149"/>
                            <a:pt x="2332" y="25719"/>
                            <a:pt x="10904" y="16479"/>
                          </a:cubicBezTo>
                          <a:cubicBezTo>
                            <a:pt x="15190" y="12098"/>
                            <a:pt x="20620" y="8383"/>
                            <a:pt x="26811" y="5621"/>
                          </a:cubicBezTo>
                          <a:cubicBezTo>
                            <a:pt x="33002" y="2763"/>
                            <a:pt x="40146" y="859"/>
                            <a:pt x="47575" y="763"/>
                          </a:cubicBezTo>
                          <a:cubicBezTo>
                            <a:pt x="58243" y="573"/>
                            <a:pt x="68816" y="-284"/>
                            <a:pt x="79579" y="96"/>
                          </a:cubicBezTo>
                          <a:cubicBezTo>
                            <a:pt x="90438" y="668"/>
                            <a:pt x="101201" y="954"/>
                            <a:pt x="112060" y="1811"/>
                          </a:cubicBezTo>
                          <a:cubicBezTo>
                            <a:pt x="119775" y="2763"/>
                            <a:pt x="126919" y="4954"/>
                            <a:pt x="133205" y="8002"/>
                          </a:cubicBezTo>
                          <a:cubicBezTo>
                            <a:pt x="136348" y="9526"/>
                            <a:pt x="139206" y="11241"/>
                            <a:pt x="141873" y="13241"/>
                          </a:cubicBezTo>
                          <a:cubicBezTo>
                            <a:pt x="144540" y="15432"/>
                            <a:pt x="146826" y="17718"/>
                            <a:pt x="148921" y="20194"/>
                          </a:cubicBezTo>
                          <a:cubicBezTo>
                            <a:pt x="157113" y="30005"/>
                            <a:pt x="160161" y="41721"/>
                            <a:pt x="157208" y="53055"/>
                          </a:cubicBezTo>
                          <a:lnTo>
                            <a:pt x="149207" y="84583"/>
                          </a:lnTo>
                          <a:cubicBezTo>
                            <a:pt x="146254" y="96013"/>
                            <a:pt x="138825" y="105348"/>
                            <a:pt x="130252" y="111349"/>
                          </a:cubicBezTo>
                          <a:cubicBezTo>
                            <a:pt x="128062" y="112873"/>
                            <a:pt x="125871" y="114111"/>
                            <a:pt x="123490" y="115159"/>
                          </a:cubicBezTo>
                          <a:cubicBezTo>
                            <a:pt x="121108" y="116397"/>
                            <a:pt x="118632" y="117444"/>
                            <a:pt x="116155" y="118207"/>
                          </a:cubicBezTo>
                          <a:cubicBezTo>
                            <a:pt x="111202" y="119540"/>
                            <a:pt x="106059" y="120111"/>
                            <a:pt x="100725" y="11935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86" name="Forme libre : forme 14685">
                      <a:extLst>
                        <a:ext uri="{FF2B5EF4-FFF2-40B4-BE49-F238E27FC236}">
                          <a16:creationId xmlns:a16="http://schemas.microsoft.com/office/drawing/2014/main" id="{87DED859-01F6-4C47-962E-F0CFDD8E84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4181" y="2850927"/>
                      <a:ext cx="145922" cy="52745"/>
                    </a:xfrm>
                    <a:custGeom>
                      <a:avLst/>
                      <a:gdLst>
                        <a:gd name="connsiteX0" fmla="*/ 57341 w 145922"/>
                        <a:gd name="connsiteY0" fmla="*/ 12573 h 52745"/>
                        <a:gd name="connsiteX1" fmla="*/ 41624 w 145922"/>
                        <a:gd name="connsiteY1" fmla="*/ 14764 h 52745"/>
                        <a:gd name="connsiteX2" fmla="*/ 26480 w 145922"/>
                        <a:gd name="connsiteY2" fmla="*/ 13621 h 52745"/>
                        <a:gd name="connsiteX3" fmla="*/ 0 w 145922"/>
                        <a:gd name="connsiteY3" fmla="*/ 0 h 52745"/>
                        <a:gd name="connsiteX4" fmla="*/ 2381 w 145922"/>
                        <a:gd name="connsiteY4" fmla="*/ 13811 h 52745"/>
                        <a:gd name="connsiteX5" fmla="*/ 19622 w 145922"/>
                        <a:gd name="connsiteY5" fmla="*/ 41529 h 52745"/>
                        <a:gd name="connsiteX6" fmla="*/ 33814 w 145922"/>
                        <a:gd name="connsiteY6" fmla="*/ 49339 h 52745"/>
                        <a:gd name="connsiteX7" fmla="*/ 49911 w 145922"/>
                        <a:gd name="connsiteY7" fmla="*/ 51626 h 52745"/>
                        <a:gd name="connsiteX8" fmla="*/ 73819 w 145922"/>
                        <a:gd name="connsiteY8" fmla="*/ 51149 h 52745"/>
                        <a:gd name="connsiteX9" fmla="*/ 97155 w 145922"/>
                        <a:gd name="connsiteY9" fmla="*/ 52388 h 52745"/>
                        <a:gd name="connsiteX10" fmla="*/ 112586 w 145922"/>
                        <a:gd name="connsiteY10" fmla="*/ 51149 h 52745"/>
                        <a:gd name="connsiteX11" fmla="*/ 119920 w 145922"/>
                        <a:gd name="connsiteY11" fmla="*/ 48101 h 52745"/>
                        <a:gd name="connsiteX12" fmla="*/ 126683 w 145922"/>
                        <a:gd name="connsiteY12" fmla="*/ 44291 h 52745"/>
                        <a:gd name="connsiteX13" fmla="*/ 145637 w 145922"/>
                        <a:gd name="connsiteY13" fmla="*/ 17526 h 52745"/>
                        <a:gd name="connsiteX14" fmla="*/ 145923 w 145922"/>
                        <a:gd name="connsiteY14" fmla="*/ 16478 h 52745"/>
                        <a:gd name="connsiteX15" fmla="*/ 123825 w 145922"/>
                        <a:gd name="connsiteY15" fmla="*/ 12382 h 52745"/>
                        <a:gd name="connsiteX16" fmla="*/ 101822 w 145922"/>
                        <a:gd name="connsiteY16" fmla="*/ 9239 h 52745"/>
                        <a:gd name="connsiteX17" fmla="*/ 79629 w 145922"/>
                        <a:gd name="connsiteY17" fmla="*/ 8763 h 52745"/>
                        <a:gd name="connsiteX18" fmla="*/ 57341 w 145922"/>
                        <a:gd name="connsiteY18" fmla="*/ 12573 h 52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45922" h="52745">
                          <a:moveTo>
                            <a:pt x="57341" y="12573"/>
                          </a:moveTo>
                          <a:cubicBezTo>
                            <a:pt x="52102" y="14002"/>
                            <a:pt x="46863" y="14764"/>
                            <a:pt x="41624" y="14764"/>
                          </a:cubicBezTo>
                          <a:cubicBezTo>
                            <a:pt x="36481" y="14954"/>
                            <a:pt x="31337" y="14764"/>
                            <a:pt x="26480" y="13621"/>
                          </a:cubicBezTo>
                          <a:cubicBezTo>
                            <a:pt x="16574" y="11239"/>
                            <a:pt x="7430" y="7144"/>
                            <a:pt x="0" y="0"/>
                          </a:cubicBezTo>
                          <a:lnTo>
                            <a:pt x="2381" y="13811"/>
                          </a:lnTo>
                          <a:cubicBezTo>
                            <a:pt x="4381" y="25432"/>
                            <a:pt x="11144" y="35147"/>
                            <a:pt x="19622" y="41529"/>
                          </a:cubicBezTo>
                          <a:cubicBezTo>
                            <a:pt x="23908" y="44958"/>
                            <a:pt x="28766" y="47720"/>
                            <a:pt x="33814" y="49339"/>
                          </a:cubicBezTo>
                          <a:cubicBezTo>
                            <a:pt x="38862" y="50959"/>
                            <a:pt x="44291" y="51626"/>
                            <a:pt x="49911" y="51626"/>
                          </a:cubicBezTo>
                          <a:cubicBezTo>
                            <a:pt x="57912" y="51530"/>
                            <a:pt x="66008" y="50863"/>
                            <a:pt x="73819" y="51149"/>
                          </a:cubicBezTo>
                          <a:cubicBezTo>
                            <a:pt x="81629" y="51626"/>
                            <a:pt x="89440" y="51816"/>
                            <a:pt x="97155" y="52388"/>
                          </a:cubicBezTo>
                          <a:cubicBezTo>
                            <a:pt x="102489" y="53150"/>
                            <a:pt x="107633" y="52673"/>
                            <a:pt x="112586" y="51149"/>
                          </a:cubicBezTo>
                          <a:cubicBezTo>
                            <a:pt x="115062" y="50387"/>
                            <a:pt x="117539" y="49339"/>
                            <a:pt x="119920" y="48101"/>
                          </a:cubicBezTo>
                          <a:cubicBezTo>
                            <a:pt x="122206" y="47054"/>
                            <a:pt x="124492" y="45815"/>
                            <a:pt x="126683" y="44291"/>
                          </a:cubicBezTo>
                          <a:cubicBezTo>
                            <a:pt x="135255" y="38290"/>
                            <a:pt x="142685" y="28956"/>
                            <a:pt x="145637" y="17526"/>
                          </a:cubicBezTo>
                          <a:lnTo>
                            <a:pt x="145923" y="16478"/>
                          </a:lnTo>
                          <a:cubicBezTo>
                            <a:pt x="138398" y="15430"/>
                            <a:pt x="131159" y="13621"/>
                            <a:pt x="123825" y="12382"/>
                          </a:cubicBezTo>
                          <a:cubicBezTo>
                            <a:pt x="116491" y="11335"/>
                            <a:pt x="109156" y="10287"/>
                            <a:pt x="101822" y="9239"/>
                          </a:cubicBezTo>
                          <a:cubicBezTo>
                            <a:pt x="94488" y="8477"/>
                            <a:pt x="87058" y="8572"/>
                            <a:pt x="79629" y="8763"/>
                          </a:cubicBezTo>
                          <a:cubicBezTo>
                            <a:pt x="72295" y="8954"/>
                            <a:pt x="64770" y="10478"/>
                            <a:pt x="57341" y="1257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87" name="Forme libre : forme 14686">
                      <a:extLst>
                        <a:ext uri="{FF2B5EF4-FFF2-40B4-BE49-F238E27FC236}">
                          <a16:creationId xmlns:a16="http://schemas.microsoft.com/office/drawing/2014/main" id="{13B832E1-10A6-4B80-A4A8-D150574ABA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838" y="2823879"/>
                      <a:ext cx="68265" cy="44717"/>
                    </a:xfrm>
                    <a:custGeom>
                      <a:avLst/>
                      <a:gdLst>
                        <a:gd name="connsiteX0" fmla="*/ 68120 w 68265"/>
                        <a:gd name="connsiteY0" fmla="*/ 25524 h 44717"/>
                        <a:gd name="connsiteX1" fmla="*/ 56404 w 68265"/>
                        <a:gd name="connsiteY1" fmla="*/ 39907 h 44717"/>
                        <a:gd name="connsiteX2" fmla="*/ 45736 w 68265"/>
                        <a:gd name="connsiteY2" fmla="*/ 43527 h 44717"/>
                        <a:gd name="connsiteX3" fmla="*/ 33163 w 68265"/>
                        <a:gd name="connsiteY3" fmla="*/ 44670 h 44717"/>
                        <a:gd name="connsiteX4" fmla="*/ 20685 w 68265"/>
                        <a:gd name="connsiteY4" fmla="*/ 42289 h 44717"/>
                        <a:gd name="connsiteX5" fmla="*/ 10303 w 68265"/>
                        <a:gd name="connsiteY5" fmla="*/ 37812 h 44717"/>
                        <a:gd name="connsiteX6" fmla="*/ 16 w 68265"/>
                        <a:gd name="connsiteY6" fmla="*/ 22381 h 44717"/>
                        <a:gd name="connsiteX7" fmla="*/ 9731 w 68265"/>
                        <a:gd name="connsiteY7" fmla="*/ 6284 h 44717"/>
                        <a:gd name="connsiteX8" fmla="*/ 21066 w 68265"/>
                        <a:gd name="connsiteY8" fmla="*/ 1140 h 44717"/>
                        <a:gd name="connsiteX9" fmla="*/ 35163 w 68265"/>
                        <a:gd name="connsiteY9" fmla="*/ 93 h 44717"/>
                        <a:gd name="connsiteX10" fmla="*/ 49165 w 68265"/>
                        <a:gd name="connsiteY10" fmla="*/ 2569 h 44717"/>
                        <a:gd name="connsiteX11" fmla="*/ 60023 w 68265"/>
                        <a:gd name="connsiteY11" fmla="*/ 8570 h 44717"/>
                        <a:gd name="connsiteX12" fmla="*/ 68120 w 68265"/>
                        <a:gd name="connsiteY12" fmla="*/ 25524 h 44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8265" h="44717">
                          <a:moveTo>
                            <a:pt x="68120" y="25524"/>
                          </a:moveTo>
                          <a:cubicBezTo>
                            <a:pt x="67167" y="31621"/>
                            <a:pt x="62690" y="36669"/>
                            <a:pt x="56404" y="39907"/>
                          </a:cubicBezTo>
                          <a:cubicBezTo>
                            <a:pt x="53261" y="41622"/>
                            <a:pt x="49736" y="42479"/>
                            <a:pt x="45736" y="43527"/>
                          </a:cubicBezTo>
                          <a:cubicBezTo>
                            <a:pt x="41830" y="44479"/>
                            <a:pt x="37544" y="44860"/>
                            <a:pt x="33163" y="44670"/>
                          </a:cubicBezTo>
                          <a:cubicBezTo>
                            <a:pt x="28781" y="44479"/>
                            <a:pt x="24590" y="43622"/>
                            <a:pt x="20685" y="42289"/>
                          </a:cubicBezTo>
                          <a:cubicBezTo>
                            <a:pt x="16780" y="41241"/>
                            <a:pt x="13255" y="39717"/>
                            <a:pt x="10303" y="37812"/>
                          </a:cubicBezTo>
                          <a:cubicBezTo>
                            <a:pt x="4302" y="34002"/>
                            <a:pt x="302" y="28477"/>
                            <a:pt x="16" y="22381"/>
                          </a:cubicBezTo>
                          <a:cubicBezTo>
                            <a:pt x="-270" y="16190"/>
                            <a:pt x="3350" y="10475"/>
                            <a:pt x="9731" y="6284"/>
                          </a:cubicBezTo>
                          <a:cubicBezTo>
                            <a:pt x="12875" y="4189"/>
                            <a:pt x="16780" y="2379"/>
                            <a:pt x="21066" y="1140"/>
                          </a:cubicBezTo>
                          <a:cubicBezTo>
                            <a:pt x="25352" y="188"/>
                            <a:pt x="30210" y="-193"/>
                            <a:pt x="35163" y="93"/>
                          </a:cubicBezTo>
                          <a:cubicBezTo>
                            <a:pt x="40211" y="379"/>
                            <a:pt x="44879" y="1236"/>
                            <a:pt x="49165" y="2569"/>
                          </a:cubicBezTo>
                          <a:cubicBezTo>
                            <a:pt x="53356" y="3807"/>
                            <a:pt x="57071" y="6284"/>
                            <a:pt x="60023" y="8570"/>
                          </a:cubicBezTo>
                          <a:cubicBezTo>
                            <a:pt x="66024" y="13428"/>
                            <a:pt x="68977" y="19429"/>
                            <a:pt x="68120" y="25524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88" name="Forme libre : forme 14687">
                      <a:extLst>
                        <a:ext uri="{FF2B5EF4-FFF2-40B4-BE49-F238E27FC236}">
                          <a16:creationId xmlns:a16="http://schemas.microsoft.com/office/drawing/2014/main" id="{9B3EA569-3903-43AD-A927-1B77AB1090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836" y="2827210"/>
                      <a:ext cx="47737" cy="41308"/>
                    </a:xfrm>
                    <a:custGeom>
                      <a:avLst/>
                      <a:gdLst>
                        <a:gd name="connsiteX0" fmla="*/ 14972 w 47737"/>
                        <a:gd name="connsiteY0" fmla="*/ 0 h 41308"/>
                        <a:gd name="connsiteX1" fmla="*/ 18 w 47737"/>
                        <a:gd name="connsiteY1" fmla="*/ 18955 h 41308"/>
                        <a:gd name="connsiteX2" fmla="*/ 10305 w 47737"/>
                        <a:gd name="connsiteY2" fmla="*/ 34385 h 41308"/>
                        <a:gd name="connsiteX3" fmla="*/ 20687 w 47737"/>
                        <a:gd name="connsiteY3" fmla="*/ 38862 h 41308"/>
                        <a:gd name="connsiteX4" fmla="*/ 33165 w 47737"/>
                        <a:gd name="connsiteY4" fmla="*/ 41243 h 41308"/>
                        <a:gd name="connsiteX5" fmla="*/ 47738 w 47737"/>
                        <a:gd name="connsiteY5" fmla="*/ 39529 h 41308"/>
                        <a:gd name="connsiteX6" fmla="*/ 39832 w 47737"/>
                        <a:gd name="connsiteY6" fmla="*/ 37624 h 41308"/>
                        <a:gd name="connsiteX7" fmla="*/ 21925 w 47737"/>
                        <a:gd name="connsiteY7" fmla="*/ 21336 h 41308"/>
                        <a:gd name="connsiteX8" fmla="*/ 14972 w 47737"/>
                        <a:gd name="connsiteY8" fmla="*/ 0 h 41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7737" h="41308">
                          <a:moveTo>
                            <a:pt x="14972" y="0"/>
                          </a:moveTo>
                          <a:cubicBezTo>
                            <a:pt x="5447" y="4286"/>
                            <a:pt x="-363" y="11335"/>
                            <a:pt x="18" y="18955"/>
                          </a:cubicBezTo>
                          <a:cubicBezTo>
                            <a:pt x="303" y="25146"/>
                            <a:pt x="4304" y="30575"/>
                            <a:pt x="10305" y="34385"/>
                          </a:cubicBezTo>
                          <a:cubicBezTo>
                            <a:pt x="13353" y="36290"/>
                            <a:pt x="16877" y="37814"/>
                            <a:pt x="20687" y="38862"/>
                          </a:cubicBezTo>
                          <a:cubicBezTo>
                            <a:pt x="24497" y="40196"/>
                            <a:pt x="28688" y="41053"/>
                            <a:pt x="33165" y="41243"/>
                          </a:cubicBezTo>
                          <a:cubicBezTo>
                            <a:pt x="38308" y="41529"/>
                            <a:pt x="43261" y="40862"/>
                            <a:pt x="47738" y="39529"/>
                          </a:cubicBezTo>
                          <a:cubicBezTo>
                            <a:pt x="45071" y="39338"/>
                            <a:pt x="42404" y="38671"/>
                            <a:pt x="39832" y="37624"/>
                          </a:cubicBezTo>
                          <a:cubicBezTo>
                            <a:pt x="32879" y="33909"/>
                            <a:pt x="26592" y="28099"/>
                            <a:pt x="21925" y="21336"/>
                          </a:cubicBezTo>
                          <a:cubicBezTo>
                            <a:pt x="17258" y="14859"/>
                            <a:pt x="14400" y="7620"/>
                            <a:pt x="14972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89" name="Forme libre : forme 14688">
                      <a:extLst>
                        <a:ext uri="{FF2B5EF4-FFF2-40B4-BE49-F238E27FC236}">
                          <a16:creationId xmlns:a16="http://schemas.microsoft.com/office/drawing/2014/main" id="{8D22FCD0-02BE-49AF-A5E8-38A591377D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657" y="2828927"/>
                      <a:ext cx="67144" cy="44806"/>
                    </a:xfrm>
                    <a:custGeom>
                      <a:avLst/>
                      <a:gdLst>
                        <a:gd name="connsiteX0" fmla="*/ 66968 w 67144"/>
                        <a:gd name="connsiteY0" fmla="*/ 25810 h 44806"/>
                        <a:gd name="connsiteX1" fmla="*/ 55252 w 67144"/>
                        <a:gd name="connsiteY1" fmla="*/ 40193 h 44806"/>
                        <a:gd name="connsiteX2" fmla="*/ 44775 w 67144"/>
                        <a:gd name="connsiteY2" fmla="*/ 43622 h 44806"/>
                        <a:gd name="connsiteX3" fmla="*/ 32392 w 67144"/>
                        <a:gd name="connsiteY3" fmla="*/ 44765 h 44806"/>
                        <a:gd name="connsiteX4" fmla="*/ 20200 w 67144"/>
                        <a:gd name="connsiteY4" fmla="*/ 42384 h 44806"/>
                        <a:gd name="connsiteX5" fmla="*/ 10008 w 67144"/>
                        <a:gd name="connsiteY5" fmla="*/ 37621 h 44806"/>
                        <a:gd name="connsiteX6" fmla="*/ 7 w 67144"/>
                        <a:gd name="connsiteY6" fmla="*/ 22096 h 44806"/>
                        <a:gd name="connsiteX7" fmla="*/ 9723 w 67144"/>
                        <a:gd name="connsiteY7" fmla="*/ 5998 h 44806"/>
                        <a:gd name="connsiteX8" fmla="*/ 20962 w 67144"/>
                        <a:gd name="connsiteY8" fmla="*/ 1140 h 44806"/>
                        <a:gd name="connsiteX9" fmla="*/ 34869 w 67144"/>
                        <a:gd name="connsiteY9" fmla="*/ 93 h 44806"/>
                        <a:gd name="connsiteX10" fmla="*/ 48585 w 67144"/>
                        <a:gd name="connsiteY10" fmla="*/ 2569 h 44806"/>
                        <a:gd name="connsiteX11" fmla="*/ 59253 w 67144"/>
                        <a:gd name="connsiteY11" fmla="*/ 8856 h 44806"/>
                        <a:gd name="connsiteX12" fmla="*/ 66968 w 67144"/>
                        <a:gd name="connsiteY12" fmla="*/ 25810 h 44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7144" h="44806">
                          <a:moveTo>
                            <a:pt x="66968" y="25810"/>
                          </a:moveTo>
                          <a:cubicBezTo>
                            <a:pt x="66015" y="31906"/>
                            <a:pt x="61443" y="36955"/>
                            <a:pt x="55252" y="40193"/>
                          </a:cubicBezTo>
                          <a:cubicBezTo>
                            <a:pt x="52109" y="41812"/>
                            <a:pt x="48585" y="42955"/>
                            <a:pt x="44775" y="43622"/>
                          </a:cubicBezTo>
                          <a:cubicBezTo>
                            <a:pt x="40869" y="44479"/>
                            <a:pt x="36678" y="44955"/>
                            <a:pt x="32392" y="44765"/>
                          </a:cubicBezTo>
                          <a:cubicBezTo>
                            <a:pt x="28011" y="44574"/>
                            <a:pt x="23915" y="43717"/>
                            <a:pt x="20200" y="42384"/>
                          </a:cubicBezTo>
                          <a:cubicBezTo>
                            <a:pt x="16485" y="40955"/>
                            <a:pt x="12961" y="39622"/>
                            <a:pt x="10008" y="37621"/>
                          </a:cubicBezTo>
                          <a:cubicBezTo>
                            <a:pt x="4103" y="33811"/>
                            <a:pt x="198" y="28287"/>
                            <a:pt x="7" y="22096"/>
                          </a:cubicBezTo>
                          <a:cubicBezTo>
                            <a:pt x="-183" y="15904"/>
                            <a:pt x="3436" y="10189"/>
                            <a:pt x="9723" y="5998"/>
                          </a:cubicBezTo>
                          <a:cubicBezTo>
                            <a:pt x="12866" y="3903"/>
                            <a:pt x="16676" y="1998"/>
                            <a:pt x="20962" y="1140"/>
                          </a:cubicBezTo>
                          <a:cubicBezTo>
                            <a:pt x="25248" y="188"/>
                            <a:pt x="30011" y="-193"/>
                            <a:pt x="34869" y="93"/>
                          </a:cubicBezTo>
                          <a:cubicBezTo>
                            <a:pt x="39822" y="379"/>
                            <a:pt x="44489" y="1140"/>
                            <a:pt x="48585" y="2569"/>
                          </a:cubicBezTo>
                          <a:cubicBezTo>
                            <a:pt x="52680" y="4284"/>
                            <a:pt x="56395" y="6379"/>
                            <a:pt x="59253" y="8856"/>
                          </a:cubicBezTo>
                          <a:cubicBezTo>
                            <a:pt x="64968" y="13714"/>
                            <a:pt x="67920" y="19714"/>
                            <a:pt x="66968" y="2581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90" name="Forme libre : forme 14689">
                      <a:extLst>
                        <a:ext uri="{FF2B5EF4-FFF2-40B4-BE49-F238E27FC236}">
                          <a16:creationId xmlns:a16="http://schemas.microsoft.com/office/drawing/2014/main" id="{A92D8875-00F3-4DB8-85DA-76C7C75161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617" y="2811593"/>
                      <a:ext cx="84129" cy="81669"/>
                    </a:xfrm>
                    <a:custGeom>
                      <a:avLst/>
                      <a:gdLst>
                        <a:gd name="connsiteX0" fmla="*/ 2662 w 84129"/>
                        <a:gd name="connsiteY0" fmla="*/ 39716 h 81669"/>
                        <a:gd name="connsiteX1" fmla="*/ 7139 w 84129"/>
                        <a:gd name="connsiteY1" fmla="*/ 60099 h 81669"/>
                        <a:gd name="connsiteX2" fmla="*/ 21140 w 84129"/>
                        <a:gd name="connsiteY2" fmla="*/ 73529 h 81669"/>
                        <a:gd name="connsiteX3" fmla="*/ 40000 w 84129"/>
                        <a:gd name="connsiteY3" fmla="*/ 80387 h 81669"/>
                        <a:gd name="connsiteX4" fmla="*/ 71623 w 84129"/>
                        <a:gd name="connsiteY4" fmla="*/ 78197 h 81669"/>
                        <a:gd name="connsiteX5" fmla="*/ 83720 w 84129"/>
                        <a:gd name="connsiteY5" fmla="*/ 59051 h 81669"/>
                        <a:gd name="connsiteX6" fmla="*/ 73337 w 84129"/>
                        <a:gd name="connsiteY6" fmla="*/ 47621 h 81669"/>
                        <a:gd name="connsiteX7" fmla="*/ 45048 w 84129"/>
                        <a:gd name="connsiteY7" fmla="*/ 22190 h 81669"/>
                        <a:gd name="connsiteX8" fmla="*/ 29618 w 84129"/>
                        <a:gd name="connsiteY8" fmla="*/ 6378 h 81669"/>
                        <a:gd name="connsiteX9" fmla="*/ 7901 w 84129"/>
                        <a:gd name="connsiteY9" fmla="*/ 1520 h 81669"/>
                        <a:gd name="connsiteX10" fmla="*/ 2662 w 84129"/>
                        <a:gd name="connsiteY10" fmla="*/ 39716 h 81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4129" h="81669">
                          <a:moveTo>
                            <a:pt x="2662" y="39716"/>
                          </a:moveTo>
                          <a:cubicBezTo>
                            <a:pt x="3233" y="46669"/>
                            <a:pt x="3900" y="53812"/>
                            <a:pt x="7139" y="60099"/>
                          </a:cubicBezTo>
                          <a:cubicBezTo>
                            <a:pt x="10282" y="66004"/>
                            <a:pt x="15330" y="70386"/>
                            <a:pt x="21140" y="73529"/>
                          </a:cubicBezTo>
                          <a:cubicBezTo>
                            <a:pt x="26951" y="76863"/>
                            <a:pt x="33618" y="79244"/>
                            <a:pt x="40000" y="80387"/>
                          </a:cubicBezTo>
                          <a:cubicBezTo>
                            <a:pt x="50858" y="81911"/>
                            <a:pt x="61717" y="82959"/>
                            <a:pt x="71623" y="78197"/>
                          </a:cubicBezTo>
                          <a:cubicBezTo>
                            <a:pt x="78957" y="74386"/>
                            <a:pt x="85910" y="67243"/>
                            <a:pt x="83720" y="59051"/>
                          </a:cubicBezTo>
                          <a:cubicBezTo>
                            <a:pt x="82386" y="53908"/>
                            <a:pt x="77719" y="50574"/>
                            <a:pt x="73337" y="47621"/>
                          </a:cubicBezTo>
                          <a:cubicBezTo>
                            <a:pt x="63146" y="40668"/>
                            <a:pt x="53525" y="31048"/>
                            <a:pt x="45048" y="22190"/>
                          </a:cubicBezTo>
                          <a:cubicBezTo>
                            <a:pt x="41429" y="18284"/>
                            <a:pt x="36190" y="11426"/>
                            <a:pt x="29618" y="6378"/>
                          </a:cubicBezTo>
                          <a:cubicBezTo>
                            <a:pt x="23141" y="1234"/>
                            <a:pt x="15425" y="-2099"/>
                            <a:pt x="7901" y="1520"/>
                          </a:cubicBezTo>
                          <a:cubicBezTo>
                            <a:pt x="-5434" y="7711"/>
                            <a:pt x="1995" y="30000"/>
                            <a:pt x="2662" y="3971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91" name="Forme libre : forme 14690">
                      <a:extLst>
                        <a:ext uri="{FF2B5EF4-FFF2-40B4-BE49-F238E27FC236}">
                          <a16:creationId xmlns:a16="http://schemas.microsoft.com/office/drawing/2014/main" id="{CBF34A54-2FD6-463C-9042-F39DC66000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629" y="2810741"/>
                      <a:ext cx="29076" cy="22974"/>
                    </a:xfrm>
                    <a:custGeom>
                      <a:avLst/>
                      <a:gdLst>
                        <a:gd name="connsiteX0" fmla="*/ 1366 w 29076"/>
                        <a:gd name="connsiteY0" fmla="*/ 13993 h 22974"/>
                        <a:gd name="connsiteX1" fmla="*/ 33 w 29076"/>
                        <a:gd name="connsiteY1" fmla="*/ 18946 h 22974"/>
                        <a:gd name="connsiteX2" fmla="*/ 3081 w 29076"/>
                        <a:gd name="connsiteY2" fmla="*/ 22756 h 22974"/>
                        <a:gd name="connsiteX3" fmla="*/ 8224 w 29076"/>
                        <a:gd name="connsiteY3" fmla="*/ 22375 h 22974"/>
                        <a:gd name="connsiteX4" fmla="*/ 20607 w 29076"/>
                        <a:gd name="connsiteY4" fmla="*/ 17422 h 22974"/>
                        <a:gd name="connsiteX5" fmla="*/ 25083 w 29076"/>
                        <a:gd name="connsiteY5" fmla="*/ 14469 h 22974"/>
                        <a:gd name="connsiteX6" fmla="*/ 20892 w 29076"/>
                        <a:gd name="connsiteY6" fmla="*/ 182 h 22974"/>
                        <a:gd name="connsiteX7" fmla="*/ 1366 w 29076"/>
                        <a:gd name="connsiteY7" fmla="*/ 13993 h 22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076" h="22974">
                          <a:moveTo>
                            <a:pt x="1366" y="13993"/>
                          </a:moveTo>
                          <a:cubicBezTo>
                            <a:pt x="509" y="15517"/>
                            <a:pt x="-158" y="17231"/>
                            <a:pt x="33" y="18946"/>
                          </a:cubicBezTo>
                          <a:cubicBezTo>
                            <a:pt x="128" y="20661"/>
                            <a:pt x="1271" y="22280"/>
                            <a:pt x="3081" y="22756"/>
                          </a:cubicBezTo>
                          <a:cubicBezTo>
                            <a:pt x="4700" y="23232"/>
                            <a:pt x="6510" y="22851"/>
                            <a:pt x="8224" y="22375"/>
                          </a:cubicBezTo>
                          <a:cubicBezTo>
                            <a:pt x="12510" y="21137"/>
                            <a:pt x="16606" y="19422"/>
                            <a:pt x="20607" y="17422"/>
                          </a:cubicBezTo>
                          <a:cubicBezTo>
                            <a:pt x="22226" y="16565"/>
                            <a:pt x="23845" y="15707"/>
                            <a:pt x="25083" y="14469"/>
                          </a:cubicBezTo>
                          <a:cubicBezTo>
                            <a:pt x="30417" y="9326"/>
                            <a:pt x="31656" y="-1533"/>
                            <a:pt x="20892" y="182"/>
                          </a:cubicBezTo>
                          <a:cubicBezTo>
                            <a:pt x="12415" y="1515"/>
                            <a:pt x="4795" y="7706"/>
                            <a:pt x="1366" y="1399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92" name="Forme libre : forme 14691">
                      <a:extLst>
                        <a:ext uri="{FF2B5EF4-FFF2-40B4-BE49-F238E27FC236}">
                          <a16:creationId xmlns:a16="http://schemas.microsoft.com/office/drawing/2014/main" id="{9BED3AEA-50CE-42EC-98A9-5A64A6E84C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479" y="2862929"/>
                      <a:ext cx="44195" cy="38004"/>
                    </a:xfrm>
                    <a:custGeom>
                      <a:avLst/>
                      <a:gdLst>
                        <a:gd name="connsiteX0" fmla="*/ 44196 w 44195"/>
                        <a:gd name="connsiteY0" fmla="*/ 0 h 38004"/>
                        <a:gd name="connsiteX1" fmla="*/ 35909 w 44195"/>
                        <a:gd name="connsiteY1" fmla="*/ 17050 h 38004"/>
                        <a:gd name="connsiteX2" fmla="*/ 22479 w 44195"/>
                        <a:gd name="connsiteY2" fmla="*/ 29337 h 38004"/>
                        <a:gd name="connsiteX3" fmla="*/ 0 w 44195"/>
                        <a:gd name="connsiteY3" fmla="*/ 38005 h 38004"/>
                        <a:gd name="connsiteX4" fmla="*/ 16097 w 44195"/>
                        <a:gd name="connsiteY4" fmla="*/ 30575 h 38004"/>
                        <a:gd name="connsiteX5" fmla="*/ 30575 w 44195"/>
                        <a:gd name="connsiteY5" fmla="*/ 19050 h 38004"/>
                        <a:gd name="connsiteX6" fmla="*/ 44196 w 44195"/>
                        <a:gd name="connsiteY6" fmla="*/ 0 h 38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195" h="38004">
                          <a:moveTo>
                            <a:pt x="44196" y="0"/>
                          </a:moveTo>
                          <a:cubicBezTo>
                            <a:pt x="44196" y="0"/>
                            <a:pt x="42482" y="8382"/>
                            <a:pt x="35909" y="17050"/>
                          </a:cubicBezTo>
                          <a:cubicBezTo>
                            <a:pt x="32671" y="21431"/>
                            <a:pt x="28194" y="25813"/>
                            <a:pt x="22479" y="29337"/>
                          </a:cubicBezTo>
                          <a:cubicBezTo>
                            <a:pt x="16574" y="33338"/>
                            <a:pt x="9144" y="36576"/>
                            <a:pt x="0" y="38005"/>
                          </a:cubicBezTo>
                          <a:cubicBezTo>
                            <a:pt x="0" y="38005"/>
                            <a:pt x="7049" y="36386"/>
                            <a:pt x="16097" y="30575"/>
                          </a:cubicBezTo>
                          <a:cubicBezTo>
                            <a:pt x="20669" y="27527"/>
                            <a:pt x="25718" y="23813"/>
                            <a:pt x="30575" y="19050"/>
                          </a:cubicBezTo>
                          <a:cubicBezTo>
                            <a:pt x="35433" y="14288"/>
                            <a:pt x="40291" y="8001"/>
                            <a:pt x="4419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93" name="Forme libre : forme 14692">
                      <a:extLst>
                        <a:ext uri="{FF2B5EF4-FFF2-40B4-BE49-F238E27FC236}">
                          <a16:creationId xmlns:a16="http://schemas.microsoft.com/office/drawing/2014/main" id="{0422B8FA-0E45-4B32-AA81-1B0A2718D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4599" y="2787967"/>
                      <a:ext cx="47016" cy="47815"/>
                    </a:xfrm>
                    <a:custGeom>
                      <a:avLst/>
                      <a:gdLst>
                        <a:gd name="connsiteX0" fmla="*/ 47016 w 47016"/>
                        <a:gd name="connsiteY0" fmla="*/ 0 h 47815"/>
                        <a:gd name="connsiteX1" fmla="*/ 39396 w 47016"/>
                        <a:gd name="connsiteY1" fmla="*/ 1143 h 47815"/>
                        <a:gd name="connsiteX2" fmla="*/ 22633 w 47016"/>
                        <a:gd name="connsiteY2" fmla="*/ 7620 h 47815"/>
                        <a:gd name="connsiteX3" fmla="*/ 6345 w 47016"/>
                        <a:gd name="connsiteY3" fmla="*/ 22288 h 47815"/>
                        <a:gd name="connsiteX4" fmla="*/ 58 w 47016"/>
                        <a:gd name="connsiteY4" fmla="*/ 47815 h 47815"/>
                        <a:gd name="connsiteX5" fmla="*/ 6821 w 47016"/>
                        <a:gd name="connsiteY5" fmla="*/ 27527 h 47815"/>
                        <a:gd name="connsiteX6" fmla="*/ 21013 w 47016"/>
                        <a:gd name="connsiteY6" fmla="*/ 11430 h 47815"/>
                        <a:gd name="connsiteX7" fmla="*/ 47016 w 47016"/>
                        <a:gd name="connsiteY7" fmla="*/ 0 h 47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016" h="47815">
                          <a:moveTo>
                            <a:pt x="47016" y="0"/>
                          </a:moveTo>
                          <a:cubicBezTo>
                            <a:pt x="47016" y="0"/>
                            <a:pt x="43968" y="190"/>
                            <a:pt x="39396" y="1143"/>
                          </a:cubicBezTo>
                          <a:cubicBezTo>
                            <a:pt x="34824" y="1905"/>
                            <a:pt x="28633" y="4191"/>
                            <a:pt x="22633" y="7620"/>
                          </a:cubicBezTo>
                          <a:cubicBezTo>
                            <a:pt x="16537" y="11049"/>
                            <a:pt x="10536" y="15621"/>
                            <a:pt x="6345" y="22288"/>
                          </a:cubicBezTo>
                          <a:cubicBezTo>
                            <a:pt x="2058" y="29051"/>
                            <a:pt x="-418" y="37433"/>
                            <a:pt x="58" y="47815"/>
                          </a:cubicBezTo>
                          <a:cubicBezTo>
                            <a:pt x="58" y="47815"/>
                            <a:pt x="725" y="38481"/>
                            <a:pt x="6821" y="27527"/>
                          </a:cubicBezTo>
                          <a:cubicBezTo>
                            <a:pt x="9869" y="22003"/>
                            <a:pt x="14441" y="16478"/>
                            <a:pt x="21013" y="11430"/>
                          </a:cubicBezTo>
                          <a:cubicBezTo>
                            <a:pt x="27490" y="6382"/>
                            <a:pt x="36063" y="1810"/>
                            <a:pt x="4701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94" name="Forme libre : forme 14693">
                      <a:extLst>
                        <a:ext uri="{FF2B5EF4-FFF2-40B4-BE49-F238E27FC236}">
                          <a16:creationId xmlns:a16="http://schemas.microsoft.com/office/drawing/2014/main" id="{9B57F278-0957-4C65-88F5-16EA2DB3F4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3412" y="2828621"/>
                      <a:ext cx="25960" cy="16177"/>
                    </a:xfrm>
                    <a:custGeom>
                      <a:avLst/>
                      <a:gdLst>
                        <a:gd name="connsiteX0" fmla="*/ 25544 w 25960"/>
                        <a:gd name="connsiteY0" fmla="*/ 12972 h 16177"/>
                        <a:gd name="connsiteX1" fmla="*/ 10018 w 25960"/>
                        <a:gd name="connsiteY1" fmla="*/ 14782 h 16177"/>
                        <a:gd name="connsiteX2" fmla="*/ 303 w 25960"/>
                        <a:gd name="connsiteY2" fmla="*/ 3542 h 16177"/>
                        <a:gd name="connsiteX3" fmla="*/ 16210 w 25960"/>
                        <a:gd name="connsiteY3" fmla="*/ 1447 h 16177"/>
                        <a:gd name="connsiteX4" fmla="*/ 24210 w 25960"/>
                        <a:gd name="connsiteY4" fmla="*/ 6781 h 16177"/>
                        <a:gd name="connsiteX5" fmla="*/ 25544 w 25960"/>
                        <a:gd name="connsiteY5" fmla="*/ 12972 h 16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5960" h="16177">
                          <a:moveTo>
                            <a:pt x="25544" y="12972"/>
                          </a:moveTo>
                          <a:cubicBezTo>
                            <a:pt x="23734" y="16306"/>
                            <a:pt x="16876" y="17258"/>
                            <a:pt x="10018" y="14782"/>
                          </a:cubicBezTo>
                          <a:cubicBezTo>
                            <a:pt x="3160" y="12305"/>
                            <a:pt x="-1221" y="7257"/>
                            <a:pt x="303" y="3542"/>
                          </a:cubicBezTo>
                          <a:cubicBezTo>
                            <a:pt x="1922" y="-172"/>
                            <a:pt x="9066" y="-1125"/>
                            <a:pt x="16210" y="1447"/>
                          </a:cubicBezTo>
                          <a:cubicBezTo>
                            <a:pt x="19734" y="2780"/>
                            <a:pt x="22591" y="4495"/>
                            <a:pt x="24210" y="6781"/>
                          </a:cubicBezTo>
                          <a:cubicBezTo>
                            <a:pt x="25925" y="8972"/>
                            <a:pt x="26401" y="11163"/>
                            <a:pt x="25544" y="1297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95" name="Forme libre : forme 14694">
                      <a:extLst>
                        <a:ext uri="{FF2B5EF4-FFF2-40B4-BE49-F238E27FC236}">
                          <a16:creationId xmlns:a16="http://schemas.microsoft.com/office/drawing/2014/main" id="{FD992161-B894-4659-982F-8109295914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700" y="2836501"/>
                      <a:ext cx="7177" cy="6371"/>
                    </a:xfrm>
                    <a:custGeom>
                      <a:avLst/>
                      <a:gdLst>
                        <a:gd name="connsiteX0" fmla="*/ 7161 w 7177"/>
                        <a:gd name="connsiteY0" fmla="*/ 3663 h 6371"/>
                        <a:gd name="connsiteX1" fmla="*/ 3256 w 7177"/>
                        <a:gd name="connsiteY1" fmla="*/ 6330 h 6371"/>
                        <a:gd name="connsiteX2" fmla="*/ 17 w 7177"/>
                        <a:gd name="connsiteY2" fmla="*/ 2711 h 6371"/>
                        <a:gd name="connsiteX3" fmla="*/ 3922 w 7177"/>
                        <a:gd name="connsiteY3" fmla="*/ 44 h 6371"/>
                        <a:gd name="connsiteX4" fmla="*/ 7161 w 7177"/>
                        <a:gd name="connsiteY4" fmla="*/ 3663 h 6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77" h="6371">
                          <a:moveTo>
                            <a:pt x="7161" y="3663"/>
                          </a:moveTo>
                          <a:cubicBezTo>
                            <a:pt x="6970" y="5378"/>
                            <a:pt x="5161" y="6616"/>
                            <a:pt x="3256" y="6330"/>
                          </a:cubicBezTo>
                          <a:cubicBezTo>
                            <a:pt x="1255" y="6044"/>
                            <a:pt x="-174" y="4425"/>
                            <a:pt x="17" y="2711"/>
                          </a:cubicBezTo>
                          <a:cubicBezTo>
                            <a:pt x="208" y="901"/>
                            <a:pt x="1922" y="-242"/>
                            <a:pt x="3922" y="44"/>
                          </a:cubicBezTo>
                          <a:cubicBezTo>
                            <a:pt x="5923" y="329"/>
                            <a:pt x="7351" y="1949"/>
                            <a:pt x="7161" y="36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96" name="Forme libre : forme 14695">
                      <a:extLst>
                        <a:ext uri="{FF2B5EF4-FFF2-40B4-BE49-F238E27FC236}">
                          <a16:creationId xmlns:a16="http://schemas.microsoft.com/office/drawing/2014/main" id="{53522362-701D-49C5-BEC4-BFEB90915D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3936" y="2793875"/>
                      <a:ext cx="61462" cy="62201"/>
                    </a:xfrm>
                    <a:custGeom>
                      <a:avLst/>
                      <a:gdLst>
                        <a:gd name="connsiteX0" fmla="*/ 59690 w 61462"/>
                        <a:gd name="connsiteY0" fmla="*/ 26191 h 62201"/>
                        <a:gd name="connsiteX1" fmla="*/ 59214 w 61462"/>
                        <a:gd name="connsiteY1" fmla="*/ 54861 h 62201"/>
                        <a:gd name="connsiteX2" fmla="*/ 52547 w 61462"/>
                        <a:gd name="connsiteY2" fmla="*/ 62195 h 62201"/>
                        <a:gd name="connsiteX3" fmla="*/ 46070 w 61462"/>
                        <a:gd name="connsiteY3" fmla="*/ 55337 h 62201"/>
                        <a:gd name="connsiteX4" fmla="*/ 33687 w 61462"/>
                        <a:gd name="connsiteY4" fmla="*/ 27524 h 62201"/>
                        <a:gd name="connsiteX5" fmla="*/ 25496 w 61462"/>
                        <a:gd name="connsiteY5" fmla="*/ 22762 h 62201"/>
                        <a:gd name="connsiteX6" fmla="*/ 12923 w 61462"/>
                        <a:gd name="connsiteY6" fmla="*/ 17237 h 62201"/>
                        <a:gd name="connsiteX7" fmla="*/ 921 w 61462"/>
                        <a:gd name="connsiteY7" fmla="*/ 4474 h 62201"/>
                        <a:gd name="connsiteX8" fmla="*/ 22733 w 61462"/>
                        <a:gd name="connsiteY8" fmla="*/ 378 h 62201"/>
                        <a:gd name="connsiteX9" fmla="*/ 45117 w 61462"/>
                        <a:gd name="connsiteY9" fmla="*/ 7712 h 62201"/>
                        <a:gd name="connsiteX10" fmla="*/ 59690 w 61462"/>
                        <a:gd name="connsiteY10" fmla="*/ 26191 h 62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1462" h="62201">
                          <a:moveTo>
                            <a:pt x="59690" y="26191"/>
                          </a:moveTo>
                          <a:cubicBezTo>
                            <a:pt x="62643" y="35811"/>
                            <a:pt x="61500" y="45527"/>
                            <a:pt x="59214" y="54861"/>
                          </a:cubicBezTo>
                          <a:cubicBezTo>
                            <a:pt x="58357" y="58290"/>
                            <a:pt x="56357" y="62386"/>
                            <a:pt x="52547" y="62195"/>
                          </a:cubicBezTo>
                          <a:cubicBezTo>
                            <a:pt x="49118" y="61910"/>
                            <a:pt x="47117" y="58290"/>
                            <a:pt x="46070" y="55337"/>
                          </a:cubicBezTo>
                          <a:cubicBezTo>
                            <a:pt x="42926" y="45812"/>
                            <a:pt x="41879" y="35049"/>
                            <a:pt x="33687" y="27524"/>
                          </a:cubicBezTo>
                          <a:cubicBezTo>
                            <a:pt x="32354" y="26381"/>
                            <a:pt x="29306" y="24667"/>
                            <a:pt x="25496" y="22762"/>
                          </a:cubicBezTo>
                          <a:cubicBezTo>
                            <a:pt x="21686" y="20857"/>
                            <a:pt x="17114" y="19238"/>
                            <a:pt x="12923" y="17237"/>
                          </a:cubicBezTo>
                          <a:cubicBezTo>
                            <a:pt x="4541" y="13237"/>
                            <a:pt x="-2603" y="8760"/>
                            <a:pt x="921" y="4474"/>
                          </a:cubicBezTo>
                          <a:cubicBezTo>
                            <a:pt x="4541" y="92"/>
                            <a:pt x="13589" y="-574"/>
                            <a:pt x="22733" y="378"/>
                          </a:cubicBezTo>
                          <a:cubicBezTo>
                            <a:pt x="31877" y="1521"/>
                            <a:pt x="41117" y="5236"/>
                            <a:pt x="45117" y="7712"/>
                          </a:cubicBezTo>
                          <a:cubicBezTo>
                            <a:pt x="52642" y="12094"/>
                            <a:pt x="57500" y="18761"/>
                            <a:pt x="59690" y="2619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25" name="Graphique 1">
                    <a:extLst>
                      <a:ext uri="{FF2B5EF4-FFF2-40B4-BE49-F238E27FC236}">
                        <a16:creationId xmlns:a16="http://schemas.microsoft.com/office/drawing/2014/main" id="{652CAE2B-8EBD-4568-A6C1-9C9B20AC71D6}"/>
                      </a:ext>
                    </a:extLst>
                  </p:cNvPr>
                  <p:cNvGrpSpPr/>
                  <p:nvPr/>
                </p:nvGrpSpPr>
                <p:grpSpPr>
                  <a:xfrm>
                    <a:off x="798425" y="2809011"/>
                    <a:ext cx="156565" cy="143217"/>
                    <a:chOff x="798425" y="2809011"/>
                    <a:chExt cx="156565" cy="143217"/>
                  </a:xfrm>
                  <a:solidFill>
                    <a:schemeClr val="accent1"/>
                  </a:solidFill>
                </p:grpSpPr>
                <p:sp>
                  <p:nvSpPr>
                    <p:cNvPr id="14673" name="Forme libre : forme 14672">
                      <a:extLst>
                        <a:ext uri="{FF2B5EF4-FFF2-40B4-BE49-F238E27FC236}">
                          <a16:creationId xmlns:a16="http://schemas.microsoft.com/office/drawing/2014/main" id="{E724DC4E-C746-4716-9E6B-C0522DE5D0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520" y="2809011"/>
                      <a:ext cx="156470" cy="143217"/>
                    </a:xfrm>
                    <a:custGeom>
                      <a:avLst/>
                      <a:gdLst>
                        <a:gd name="connsiteX0" fmla="*/ 64544 w 156470"/>
                        <a:gd name="connsiteY0" fmla="*/ 135166 h 143217"/>
                        <a:gd name="connsiteX1" fmla="*/ 45779 w 156470"/>
                        <a:gd name="connsiteY1" fmla="*/ 123259 h 143217"/>
                        <a:gd name="connsiteX2" fmla="*/ 26158 w 156470"/>
                        <a:gd name="connsiteY2" fmla="*/ 113353 h 143217"/>
                        <a:gd name="connsiteX3" fmla="*/ 13966 w 156470"/>
                        <a:gd name="connsiteY3" fmla="*/ 104591 h 143217"/>
                        <a:gd name="connsiteX4" fmla="*/ 5108 w 156470"/>
                        <a:gd name="connsiteY4" fmla="*/ 92113 h 143217"/>
                        <a:gd name="connsiteX5" fmla="*/ 440 w 156470"/>
                        <a:gd name="connsiteY5" fmla="*/ 76396 h 143217"/>
                        <a:gd name="connsiteX6" fmla="*/ 1298 w 156470"/>
                        <a:gd name="connsiteY6" fmla="*/ 59537 h 143217"/>
                        <a:gd name="connsiteX7" fmla="*/ 9299 w 156470"/>
                        <a:gd name="connsiteY7" fmla="*/ 28009 h 143217"/>
                        <a:gd name="connsiteX8" fmla="*/ 17490 w 156470"/>
                        <a:gd name="connsiteY8" fmla="*/ 12865 h 143217"/>
                        <a:gd name="connsiteX9" fmla="*/ 32444 w 156470"/>
                        <a:gd name="connsiteY9" fmla="*/ 3149 h 143217"/>
                        <a:gd name="connsiteX10" fmla="*/ 52447 w 156470"/>
                        <a:gd name="connsiteY10" fmla="*/ 6 h 143217"/>
                        <a:gd name="connsiteX11" fmla="*/ 74354 w 156470"/>
                        <a:gd name="connsiteY11" fmla="*/ 5435 h 143217"/>
                        <a:gd name="connsiteX12" fmla="*/ 104644 w 156470"/>
                        <a:gd name="connsiteY12" fmla="*/ 20770 h 143217"/>
                        <a:gd name="connsiteX13" fmla="*/ 133124 w 156470"/>
                        <a:gd name="connsiteY13" fmla="*/ 38773 h 143217"/>
                        <a:gd name="connsiteX14" fmla="*/ 148459 w 156470"/>
                        <a:gd name="connsiteY14" fmla="*/ 54775 h 143217"/>
                        <a:gd name="connsiteX15" fmla="*/ 155793 w 156470"/>
                        <a:gd name="connsiteY15" fmla="*/ 73063 h 143217"/>
                        <a:gd name="connsiteX16" fmla="*/ 146649 w 156470"/>
                        <a:gd name="connsiteY16" fmla="*/ 105543 h 143217"/>
                        <a:gd name="connsiteX17" fmla="*/ 124170 w 156470"/>
                        <a:gd name="connsiteY17" fmla="*/ 129165 h 143217"/>
                        <a:gd name="connsiteX18" fmla="*/ 94166 w 156470"/>
                        <a:gd name="connsiteY18" fmla="*/ 143071 h 143217"/>
                        <a:gd name="connsiteX19" fmla="*/ 78450 w 156470"/>
                        <a:gd name="connsiteY19" fmla="*/ 141833 h 143217"/>
                        <a:gd name="connsiteX20" fmla="*/ 64544 w 156470"/>
                        <a:gd name="connsiteY20" fmla="*/ 135166 h 143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6470" h="143217">
                          <a:moveTo>
                            <a:pt x="64544" y="135166"/>
                          </a:moveTo>
                          <a:cubicBezTo>
                            <a:pt x="58257" y="131356"/>
                            <a:pt x="52256" y="126688"/>
                            <a:pt x="45779" y="123259"/>
                          </a:cubicBezTo>
                          <a:cubicBezTo>
                            <a:pt x="39207" y="119926"/>
                            <a:pt x="33016" y="115925"/>
                            <a:pt x="26158" y="113353"/>
                          </a:cubicBezTo>
                          <a:cubicBezTo>
                            <a:pt x="21395" y="111448"/>
                            <a:pt x="17490" y="108115"/>
                            <a:pt x="13966" y="104591"/>
                          </a:cubicBezTo>
                          <a:cubicBezTo>
                            <a:pt x="10346" y="101161"/>
                            <a:pt x="7394" y="96875"/>
                            <a:pt x="5108" y="92113"/>
                          </a:cubicBezTo>
                          <a:cubicBezTo>
                            <a:pt x="2822" y="87350"/>
                            <a:pt x="1298" y="81730"/>
                            <a:pt x="440" y="76396"/>
                          </a:cubicBezTo>
                          <a:cubicBezTo>
                            <a:pt x="-322" y="70967"/>
                            <a:pt x="-131" y="65252"/>
                            <a:pt x="1298" y="59537"/>
                          </a:cubicBezTo>
                          <a:lnTo>
                            <a:pt x="9299" y="28009"/>
                          </a:lnTo>
                          <a:cubicBezTo>
                            <a:pt x="10727" y="22294"/>
                            <a:pt x="13490" y="17151"/>
                            <a:pt x="17490" y="12865"/>
                          </a:cubicBezTo>
                          <a:cubicBezTo>
                            <a:pt x="21491" y="8388"/>
                            <a:pt x="26444" y="5435"/>
                            <a:pt x="32444" y="3149"/>
                          </a:cubicBezTo>
                          <a:cubicBezTo>
                            <a:pt x="38350" y="959"/>
                            <a:pt x="45208" y="-89"/>
                            <a:pt x="52447" y="6"/>
                          </a:cubicBezTo>
                          <a:cubicBezTo>
                            <a:pt x="59591" y="196"/>
                            <a:pt x="67020" y="2387"/>
                            <a:pt x="74354" y="5435"/>
                          </a:cubicBezTo>
                          <a:cubicBezTo>
                            <a:pt x="84927" y="9626"/>
                            <a:pt x="94643" y="15436"/>
                            <a:pt x="104644" y="20770"/>
                          </a:cubicBezTo>
                          <a:cubicBezTo>
                            <a:pt x="114550" y="26200"/>
                            <a:pt x="123599" y="32772"/>
                            <a:pt x="133124" y="38773"/>
                          </a:cubicBezTo>
                          <a:cubicBezTo>
                            <a:pt x="139315" y="43440"/>
                            <a:pt x="144458" y="48964"/>
                            <a:pt x="148459" y="54775"/>
                          </a:cubicBezTo>
                          <a:cubicBezTo>
                            <a:pt x="152555" y="60490"/>
                            <a:pt x="154745" y="66967"/>
                            <a:pt x="155793" y="73063"/>
                          </a:cubicBezTo>
                          <a:cubicBezTo>
                            <a:pt x="157984" y="85445"/>
                            <a:pt x="154841" y="97066"/>
                            <a:pt x="146649" y="105543"/>
                          </a:cubicBezTo>
                          <a:lnTo>
                            <a:pt x="124170" y="129165"/>
                          </a:lnTo>
                          <a:cubicBezTo>
                            <a:pt x="116074" y="137642"/>
                            <a:pt x="104930" y="142119"/>
                            <a:pt x="94166" y="143071"/>
                          </a:cubicBezTo>
                          <a:cubicBezTo>
                            <a:pt x="88737" y="143548"/>
                            <a:pt x="83594" y="142786"/>
                            <a:pt x="78450" y="141833"/>
                          </a:cubicBezTo>
                          <a:cubicBezTo>
                            <a:pt x="73402" y="140500"/>
                            <a:pt x="68735" y="138404"/>
                            <a:pt x="64544" y="135166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74" name="Forme libre : forme 14673">
                      <a:extLst>
                        <a:ext uri="{FF2B5EF4-FFF2-40B4-BE49-F238E27FC236}">
                          <a16:creationId xmlns:a16="http://schemas.microsoft.com/office/drawing/2014/main" id="{1850ACD4-A0FC-4FE7-9E8F-5EC10EB87F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425" y="2854928"/>
                      <a:ext cx="125027" cy="97205"/>
                    </a:xfrm>
                    <a:custGeom>
                      <a:avLst/>
                      <a:gdLst>
                        <a:gd name="connsiteX0" fmla="*/ 50447 w 125027"/>
                        <a:gd name="connsiteY0" fmla="*/ 35623 h 97205"/>
                        <a:gd name="connsiteX1" fmla="*/ 35683 w 125027"/>
                        <a:gd name="connsiteY1" fmla="*/ 31051 h 97205"/>
                        <a:gd name="connsiteX2" fmla="*/ 22919 w 125027"/>
                        <a:gd name="connsiteY2" fmla="*/ 23336 h 97205"/>
                        <a:gd name="connsiteX3" fmla="*/ 4822 w 125027"/>
                        <a:gd name="connsiteY3" fmla="*/ 0 h 97205"/>
                        <a:gd name="connsiteX4" fmla="*/ 1298 w 125027"/>
                        <a:gd name="connsiteY4" fmla="*/ 13621 h 97205"/>
                        <a:gd name="connsiteX5" fmla="*/ 440 w 125027"/>
                        <a:gd name="connsiteY5" fmla="*/ 30480 h 97205"/>
                        <a:gd name="connsiteX6" fmla="*/ 5108 w 125027"/>
                        <a:gd name="connsiteY6" fmla="*/ 46196 h 97205"/>
                        <a:gd name="connsiteX7" fmla="*/ 13966 w 125027"/>
                        <a:gd name="connsiteY7" fmla="*/ 58674 h 97205"/>
                        <a:gd name="connsiteX8" fmla="*/ 26158 w 125027"/>
                        <a:gd name="connsiteY8" fmla="*/ 67437 h 97205"/>
                        <a:gd name="connsiteX9" fmla="*/ 45779 w 125027"/>
                        <a:gd name="connsiteY9" fmla="*/ 77343 h 97205"/>
                        <a:gd name="connsiteX10" fmla="*/ 64544 w 125027"/>
                        <a:gd name="connsiteY10" fmla="*/ 89249 h 97205"/>
                        <a:gd name="connsiteX11" fmla="*/ 78545 w 125027"/>
                        <a:gd name="connsiteY11" fmla="*/ 95821 h 97205"/>
                        <a:gd name="connsiteX12" fmla="*/ 94262 w 125027"/>
                        <a:gd name="connsiteY12" fmla="*/ 97060 h 97205"/>
                        <a:gd name="connsiteX13" fmla="*/ 124265 w 125027"/>
                        <a:gd name="connsiteY13" fmla="*/ 83153 h 97205"/>
                        <a:gd name="connsiteX14" fmla="*/ 125027 w 125027"/>
                        <a:gd name="connsiteY14" fmla="*/ 82391 h 97205"/>
                        <a:gd name="connsiteX15" fmla="*/ 107692 w 125027"/>
                        <a:gd name="connsiteY15" fmla="*/ 67818 h 97205"/>
                        <a:gd name="connsiteX16" fmla="*/ 90261 w 125027"/>
                        <a:gd name="connsiteY16" fmla="*/ 54102 h 97205"/>
                        <a:gd name="connsiteX17" fmla="*/ 71402 w 125027"/>
                        <a:gd name="connsiteY17" fmla="*/ 42767 h 97205"/>
                        <a:gd name="connsiteX18" fmla="*/ 50447 w 125027"/>
                        <a:gd name="connsiteY18" fmla="*/ 35623 h 972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25027" h="97205">
                          <a:moveTo>
                            <a:pt x="50447" y="35623"/>
                          </a:moveTo>
                          <a:cubicBezTo>
                            <a:pt x="45208" y="34576"/>
                            <a:pt x="40255" y="33242"/>
                            <a:pt x="35683" y="31051"/>
                          </a:cubicBezTo>
                          <a:cubicBezTo>
                            <a:pt x="31111" y="28861"/>
                            <a:pt x="27015" y="26098"/>
                            <a:pt x="22919" y="23336"/>
                          </a:cubicBezTo>
                          <a:cubicBezTo>
                            <a:pt x="15014" y="17716"/>
                            <a:pt x="8918" y="8954"/>
                            <a:pt x="4822" y="0"/>
                          </a:cubicBezTo>
                          <a:lnTo>
                            <a:pt x="1298" y="13621"/>
                          </a:lnTo>
                          <a:cubicBezTo>
                            <a:pt x="-131" y="19336"/>
                            <a:pt x="-322" y="25051"/>
                            <a:pt x="440" y="30480"/>
                          </a:cubicBezTo>
                          <a:cubicBezTo>
                            <a:pt x="1298" y="35719"/>
                            <a:pt x="2726" y="41434"/>
                            <a:pt x="5108" y="46196"/>
                          </a:cubicBezTo>
                          <a:cubicBezTo>
                            <a:pt x="7394" y="51054"/>
                            <a:pt x="10346" y="55340"/>
                            <a:pt x="13966" y="58674"/>
                          </a:cubicBezTo>
                          <a:cubicBezTo>
                            <a:pt x="17490" y="62198"/>
                            <a:pt x="21395" y="65532"/>
                            <a:pt x="26158" y="67437"/>
                          </a:cubicBezTo>
                          <a:cubicBezTo>
                            <a:pt x="33016" y="69913"/>
                            <a:pt x="39207" y="74009"/>
                            <a:pt x="45779" y="77343"/>
                          </a:cubicBezTo>
                          <a:cubicBezTo>
                            <a:pt x="52256" y="80772"/>
                            <a:pt x="58257" y="85344"/>
                            <a:pt x="64544" y="89249"/>
                          </a:cubicBezTo>
                          <a:cubicBezTo>
                            <a:pt x="68735" y="92488"/>
                            <a:pt x="73402" y="94679"/>
                            <a:pt x="78545" y="95821"/>
                          </a:cubicBezTo>
                          <a:cubicBezTo>
                            <a:pt x="83689" y="96774"/>
                            <a:pt x="88832" y="97536"/>
                            <a:pt x="94262" y="97060"/>
                          </a:cubicBezTo>
                          <a:cubicBezTo>
                            <a:pt x="104930" y="96202"/>
                            <a:pt x="116074" y="91630"/>
                            <a:pt x="124265" y="83153"/>
                          </a:cubicBezTo>
                          <a:lnTo>
                            <a:pt x="125027" y="82391"/>
                          </a:lnTo>
                          <a:cubicBezTo>
                            <a:pt x="118931" y="77724"/>
                            <a:pt x="113216" y="72866"/>
                            <a:pt x="107692" y="67818"/>
                          </a:cubicBezTo>
                          <a:cubicBezTo>
                            <a:pt x="101882" y="63246"/>
                            <a:pt x="96071" y="58674"/>
                            <a:pt x="90261" y="54102"/>
                          </a:cubicBezTo>
                          <a:cubicBezTo>
                            <a:pt x="84165" y="50101"/>
                            <a:pt x="77879" y="46291"/>
                            <a:pt x="71402" y="42767"/>
                          </a:cubicBezTo>
                          <a:cubicBezTo>
                            <a:pt x="64639" y="39814"/>
                            <a:pt x="57686" y="37433"/>
                            <a:pt x="50447" y="3562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75" name="Forme libre : forme 14674">
                      <a:extLst>
                        <a:ext uri="{FF2B5EF4-FFF2-40B4-BE49-F238E27FC236}">
                          <a16:creationId xmlns:a16="http://schemas.microsoft.com/office/drawing/2014/main" id="{AE408B2A-F2EC-4766-B85F-304CF5DD18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581" y="2862400"/>
                      <a:ext cx="62391" cy="52370"/>
                    </a:xfrm>
                    <a:custGeom>
                      <a:avLst/>
                      <a:gdLst>
                        <a:gd name="connsiteX0" fmla="*/ 59108 w 62391"/>
                        <a:gd name="connsiteY0" fmla="*/ 45678 h 52370"/>
                        <a:gd name="connsiteX1" fmla="*/ 41772 w 62391"/>
                        <a:gd name="connsiteY1" fmla="*/ 52345 h 52370"/>
                        <a:gd name="connsiteX2" fmla="*/ 30723 w 62391"/>
                        <a:gd name="connsiteY2" fmla="*/ 50345 h 52370"/>
                        <a:gd name="connsiteX3" fmla="*/ 19484 w 62391"/>
                        <a:gd name="connsiteY3" fmla="*/ 45106 h 52370"/>
                        <a:gd name="connsiteX4" fmla="*/ 3196 w 62391"/>
                        <a:gd name="connsiteY4" fmla="*/ 28342 h 52370"/>
                        <a:gd name="connsiteX5" fmla="*/ 1386 w 62391"/>
                        <a:gd name="connsiteY5" fmla="*/ 9863 h 52370"/>
                        <a:gd name="connsiteX6" fmla="*/ 17484 w 62391"/>
                        <a:gd name="connsiteY6" fmla="*/ 53 h 52370"/>
                        <a:gd name="connsiteX7" fmla="*/ 43106 w 62391"/>
                        <a:gd name="connsiteY7" fmla="*/ 7006 h 52370"/>
                        <a:gd name="connsiteX8" fmla="*/ 54060 w 62391"/>
                        <a:gd name="connsiteY8" fmla="*/ 16245 h 52370"/>
                        <a:gd name="connsiteX9" fmla="*/ 60632 w 62391"/>
                        <a:gd name="connsiteY9" fmla="*/ 26818 h 52370"/>
                        <a:gd name="connsiteX10" fmla="*/ 59108 w 62391"/>
                        <a:gd name="connsiteY10" fmla="*/ 45678 h 52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2391" h="52370">
                          <a:moveTo>
                            <a:pt x="59108" y="45678"/>
                          </a:moveTo>
                          <a:cubicBezTo>
                            <a:pt x="55298" y="50535"/>
                            <a:pt x="48821" y="52631"/>
                            <a:pt x="41772" y="52345"/>
                          </a:cubicBezTo>
                          <a:cubicBezTo>
                            <a:pt x="38248" y="52154"/>
                            <a:pt x="34629" y="51393"/>
                            <a:pt x="30723" y="50345"/>
                          </a:cubicBezTo>
                          <a:cubicBezTo>
                            <a:pt x="26913" y="49202"/>
                            <a:pt x="23103" y="47487"/>
                            <a:pt x="19484" y="45106"/>
                          </a:cubicBezTo>
                          <a:cubicBezTo>
                            <a:pt x="12245" y="40248"/>
                            <a:pt x="6339" y="34914"/>
                            <a:pt x="3196" y="28342"/>
                          </a:cubicBezTo>
                          <a:cubicBezTo>
                            <a:pt x="53" y="21770"/>
                            <a:pt x="-1185" y="15578"/>
                            <a:pt x="1386" y="9863"/>
                          </a:cubicBezTo>
                          <a:cubicBezTo>
                            <a:pt x="3958" y="4339"/>
                            <a:pt x="9959" y="434"/>
                            <a:pt x="17484" y="53"/>
                          </a:cubicBezTo>
                          <a:cubicBezTo>
                            <a:pt x="24913" y="-328"/>
                            <a:pt x="34629" y="1291"/>
                            <a:pt x="43106" y="7006"/>
                          </a:cubicBezTo>
                          <a:cubicBezTo>
                            <a:pt x="47392" y="9768"/>
                            <a:pt x="51107" y="12912"/>
                            <a:pt x="54060" y="16245"/>
                          </a:cubicBezTo>
                          <a:cubicBezTo>
                            <a:pt x="57108" y="19484"/>
                            <a:pt x="59298" y="23199"/>
                            <a:pt x="60632" y="26818"/>
                          </a:cubicBezTo>
                          <a:cubicBezTo>
                            <a:pt x="63394" y="34057"/>
                            <a:pt x="62918" y="40820"/>
                            <a:pt x="59108" y="45678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76" name="Forme libre : forme 14675">
                      <a:extLst>
                        <a:ext uri="{FF2B5EF4-FFF2-40B4-BE49-F238E27FC236}">
                          <a16:creationId xmlns:a16="http://schemas.microsoft.com/office/drawing/2014/main" id="{7C6D09BA-4ABA-47D1-8C75-9940F2E1F7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486" y="2862316"/>
                      <a:ext cx="32628" cy="50808"/>
                    </a:xfrm>
                    <a:custGeom>
                      <a:avLst/>
                      <a:gdLst>
                        <a:gd name="connsiteX0" fmla="*/ 23484 w 32628"/>
                        <a:gd name="connsiteY0" fmla="*/ 231 h 50808"/>
                        <a:gd name="connsiteX1" fmla="*/ 1386 w 32628"/>
                        <a:gd name="connsiteY1" fmla="*/ 9852 h 50808"/>
                        <a:gd name="connsiteX2" fmla="*/ 3196 w 32628"/>
                        <a:gd name="connsiteY2" fmla="*/ 28330 h 50808"/>
                        <a:gd name="connsiteX3" fmla="*/ 19484 w 32628"/>
                        <a:gd name="connsiteY3" fmla="*/ 45094 h 50808"/>
                        <a:gd name="connsiteX4" fmla="*/ 32628 w 32628"/>
                        <a:gd name="connsiteY4" fmla="*/ 50809 h 50808"/>
                        <a:gd name="connsiteX5" fmla="*/ 26914 w 32628"/>
                        <a:gd name="connsiteY5" fmla="*/ 45189 h 50808"/>
                        <a:gd name="connsiteX6" fmla="*/ 19293 w 32628"/>
                        <a:gd name="connsiteY6" fmla="*/ 22520 h 50808"/>
                        <a:gd name="connsiteX7" fmla="*/ 23484 w 32628"/>
                        <a:gd name="connsiteY7" fmla="*/ 231 h 50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628" h="50808">
                          <a:moveTo>
                            <a:pt x="23484" y="231"/>
                          </a:moveTo>
                          <a:cubicBezTo>
                            <a:pt x="13102" y="-1007"/>
                            <a:pt x="4625" y="2803"/>
                            <a:pt x="1386" y="9852"/>
                          </a:cubicBezTo>
                          <a:cubicBezTo>
                            <a:pt x="-1185" y="15567"/>
                            <a:pt x="53" y="21758"/>
                            <a:pt x="3196" y="28330"/>
                          </a:cubicBezTo>
                          <a:cubicBezTo>
                            <a:pt x="6435" y="34902"/>
                            <a:pt x="12340" y="40236"/>
                            <a:pt x="19484" y="45094"/>
                          </a:cubicBezTo>
                          <a:cubicBezTo>
                            <a:pt x="23770" y="47856"/>
                            <a:pt x="28247" y="49761"/>
                            <a:pt x="32628" y="50809"/>
                          </a:cubicBezTo>
                          <a:cubicBezTo>
                            <a:pt x="30438" y="49285"/>
                            <a:pt x="28533" y="47475"/>
                            <a:pt x="26914" y="45189"/>
                          </a:cubicBezTo>
                          <a:cubicBezTo>
                            <a:pt x="22913" y="38427"/>
                            <a:pt x="20341" y="30235"/>
                            <a:pt x="19293" y="22520"/>
                          </a:cubicBezTo>
                          <a:cubicBezTo>
                            <a:pt x="18436" y="14614"/>
                            <a:pt x="19389" y="6613"/>
                            <a:pt x="23484" y="231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77" name="Forme libre : forme 14676">
                      <a:extLst>
                        <a:ext uri="{FF2B5EF4-FFF2-40B4-BE49-F238E27FC236}">
                          <a16:creationId xmlns:a16="http://schemas.microsoft.com/office/drawing/2014/main" id="{904EF121-4474-408F-881C-43F46C5867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0467" y="2868266"/>
                      <a:ext cx="61250" cy="52314"/>
                    </a:xfrm>
                    <a:custGeom>
                      <a:avLst/>
                      <a:gdLst>
                        <a:gd name="connsiteX0" fmla="*/ 57840 w 61250"/>
                        <a:gd name="connsiteY0" fmla="*/ 45717 h 52314"/>
                        <a:gd name="connsiteX1" fmla="*/ 40505 w 61250"/>
                        <a:gd name="connsiteY1" fmla="*/ 52289 h 52314"/>
                        <a:gd name="connsiteX2" fmla="*/ 29646 w 61250"/>
                        <a:gd name="connsiteY2" fmla="*/ 50098 h 52314"/>
                        <a:gd name="connsiteX3" fmla="*/ 18597 w 61250"/>
                        <a:gd name="connsiteY3" fmla="*/ 44955 h 52314"/>
                        <a:gd name="connsiteX4" fmla="*/ 9263 w 61250"/>
                        <a:gd name="connsiteY4" fmla="*/ 37144 h 52314"/>
                        <a:gd name="connsiteX5" fmla="*/ 2881 w 61250"/>
                        <a:gd name="connsiteY5" fmla="*/ 28191 h 52314"/>
                        <a:gd name="connsiteX6" fmla="*/ 1548 w 61250"/>
                        <a:gd name="connsiteY6" fmla="*/ 9617 h 52314"/>
                        <a:gd name="connsiteX7" fmla="*/ 17550 w 61250"/>
                        <a:gd name="connsiteY7" fmla="*/ 92 h 52314"/>
                        <a:gd name="connsiteX8" fmla="*/ 29837 w 61250"/>
                        <a:gd name="connsiteY8" fmla="*/ 1235 h 52314"/>
                        <a:gd name="connsiteX9" fmla="*/ 42696 w 61250"/>
                        <a:gd name="connsiteY9" fmla="*/ 7045 h 52314"/>
                        <a:gd name="connsiteX10" fmla="*/ 53459 w 61250"/>
                        <a:gd name="connsiteY10" fmla="*/ 16189 h 52314"/>
                        <a:gd name="connsiteX11" fmla="*/ 59650 w 61250"/>
                        <a:gd name="connsiteY11" fmla="*/ 26857 h 52314"/>
                        <a:gd name="connsiteX12" fmla="*/ 57840 w 61250"/>
                        <a:gd name="connsiteY12" fmla="*/ 45717 h 52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1250" h="52314">
                          <a:moveTo>
                            <a:pt x="57840" y="45717"/>
                          </a:moveTo>
                          <a:cubicBezTo>
                            <a:pt x="53935" y="50479"/>
                            <a:pt x="47458" y="52575"/>
                            <a:pt x="40505" y="52289"/>
                          </a:cubicBezTo>
                          <a:cubicBezTo>
                            <a:pt x="36981" y="52193"/>
                            <a:pt x="33361" y="51336"/>
                            <a:pt x="29646" y="50098"/>
                          </a:cubicBezTo>
                          <a:cubicBezTo>
                            <a:pt x="25836" y="49050"/>
                            <a:pt x="22122" y="47336"/>
                            <a:pt x="18597" y="44955"/>
                          </a:cubicBezTo>
                          <a:cubicBezTo>
                            <a:pt x="15073" y="42668"/>
                            <a:pt x="12025" y="39716"/>
                            <a:pt x="9263" y="37144"/>
                          </a:cubicBezTo>
                          <a:cubicBezTo>
                            <a:pt x="6596" y="34382"/>
                            <a:pt x="4405" y="31429"/>
                            <a:pt x="2881" y="28191"/>
                          </a:cubicBezTo>
                          <a:cubicBezTo>
                            <a:pt x="-262" y="21904"/>
                            <a:pt x="-1024" y="15141"/>
                            <a:pt x="1548" y="9617"/>
                          </a:cubicBezTo>
                          <a:cubicBezTo>
                            <a:pt x="4215" y="3902"/>
                            <a:pt x="10025" y="663"/>
                            <a:pt x="17550" y="92"/>
                          </a:cubicBezTo>
                          <a:cubicBezTo>
                            <a:pt x="21264" y="-194"/>
                            <a:pt x="25455" y="187"/>
                            <a:pt x="29837" y="1235"/>
                          </a:cubicBezTo>
                          <a:cubicBezTo>
                            <a:pt x="34314" y="2187"/>
                            <a:pt x="38505" y="4378"/>
                            <a:pt x="42696" y="7045"/>
                          </a:cubicBezTo>
                          <a:cubicBezTo>
                            <a:pt x="46887" y="9807"/>
                            <a:pt x="50506" y="12855"/>
                            <a:pt x="53459" y="16189"/>
                          </a:cubicBezTo>
                          <a:cubicBezTo>
                            <a:pt x="56316" y="19523"/>
                            <a:pt x="58317" y="23333"/>
                            <a:pt x="59650" y="26857"/>
                          </a:cubicBezTo>
                          <a:cubicBezTo>
                            <a:pt x="62222" y="34287"/>
                            <a:pt x="61746" y="40954"/>
                            <a:pt x="57840" y="4571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78" name="Forme libre : forme 14677">
                      <a:extLst>
                        <a:ext uri="{FF2B5EF4-FFF2-40B4-BE49-F238E27FC236}">
                          <a16:creationId xmlns:a16="http://schemas.microsoft.com/office/drawing/2014/main" id="{1DB7A441-1BFC-46B4-942D-E73C67A6EF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8381" y="2831877"/>
                      <a:ext cx="66681" cy="97554"/>
                    </a:xfrm>
                    <a:custGeom>
                      <a:avLst/>
                      <a:gdLst>
                        <a:gd name="connsiteX0" fmla="*/ 4678 w 66681"/>
                        <a:gd name="connsiteY0" fmla="*/ 32576 h 97554"/>
                        <a:gd name="connsiteX1" fmla="*/ 11 w 66681"/>
                        <a:gd name="connsiteY1" fmla="*/ 52864 h 97554"/>
                        <a:gd name="connsiteX2" fmla="*/ 18965 w 66681"/>
                        <a:gd name="connsiteY2" fmla="*/ 84868 h 97554"/>
                        <a:gd name="connsiteX3" fmla="*/ 31729 w 66681"/>
                        <a:gd name="connsiteY3" fmla="*/ 93250 h 97554"/>
                        <a:gd name="connsiteX4" fmla="*/ 46397 w 66681"/>
                        <a:gd name="connsiteY4" fmla="*/ 97536 h 97554"/>
                        <a:gd name="connsiteX5" fmla="*/ 66305 w 66681"/>
                        <a:gd name="connsiteY5" fmla="*/ 86773 h 97554"/>
                        <a:gd name="connsiteX6" fmla="*/ 63066 w 66681"/>
                        <a:gd name="connsiteY6" fmla="*/ 71819 h 97554"/>
                        <a:gd name="connsiteX7" fmla="*/ 56208 w 66681"/>
                        <a:gd name="connsiteY7" fmla="*/ 54007 h 97554"/>
                        <a:gd name="connsiteX8" fmla="*/ 50588 w 66681"/>
                        <a:gd name="connsiteY8" fmla="*/ 35814 h 97554"/>
                        <a:gd name="connsiteX9" fmla="*/ 44111 w 66681"/>
                        <a:gd name="connsiteY9" fmla="*/ 14383 h 97554"/>
                        <a:gd name="connsiteX10" fmla="*/ 26204 w 66681"/>
                        <a:gd name="connsiteY10" fmla="*/ 0 h 97554"/>
                        <a:gd name="connsiteX11" fmla="*/ 4678 w 66681"/>
                        <a:gd name="connsiteY11" fmla="*/ 32576 h 975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6681" h="97554">
                          <a:moveTo>
                            <a:pt x="4678" y="32576"/>
                          </a:moveTo>
                          <a:cubicBezTo>
                            <a:pt x="2201" y="39148"/>
                            <a:pt x="-180" y="45911"/>
                            <a:pt x="11" y="52864"/>
                          </a:cubicBezTo>
                          <a:cubicBezTo>
                            <a:pt x="773" y="65818"/>
                            <a:pt x="9440" y="77534"/>
                            <a:pt x="18965" y="84868"/>
                          </a:cubicBezTo>
                          <a:cubicBezTo>
                            <a:pt x="22775" y="88297"/>
                            <a:pt x="27062" y="91250"/>
                            <a:pt x="31729" y="93250"/>
                          </a:cubicBezTo>
                          <a:cubicBezTo>
                            <a:pt x="36301" y="95345"/>
                            <a:pt x="41063" y="97250"/>
                            <a:pt x="46397" y="97536"/>
                          </a:cubicBezTo>
                          <a:cubicBezTo>
                            <a:pt x="54303" y="97822"/>
                            <a:pt x="64209" y="94869"/>
                            <a:pt x="66305" y="86773"/>
                          </a:cubicBezTo>
                          <a:cubicBezTo>
                            <a:pt x="67638" y="81629"/>
                            <a:pt x="65162" y="76676"/>
                            <a:pt x="63066" y="71819"/>
                          </a:cubicBezTo>
                          <a:cubicBezTo>
                            <a:pt x="60494" y="66199"/>
                            <a:pt x="58304" y="60007"/>
                            <a:pt x="56208" y="54007"/>
                          </a:cubicBezTo>
                          <a:cubicBezTo>
                            <a:pt x="54017" y="48196"/>
                            <a:pt x="52208" y="42101"/>
                            <a:pt x="50588" y="35814"/>
                          </a:cubicBezTo>
                          <a:cubicBezTo>
                            <a:pt x="49255" y="30575"/>
                            <a:pt x="47921" y="21527"/>
                            <a:pt x="44111" y="14383"/>
                          </a:cubicBezTo>
                          <a:cubicBezTo>
                            <a:pt x="40397" y="7048"/>
                            <a:pt x="34682" y="571"/>
                            <a:pt x="26204" y="0"/>
                          </a:cubicBezTo>
                          <a:cubicBezTo>
                            <a:pt x="10869" y="95"/>
                            <a:pt x="8297" y="23527"/>
                            <a:pt x="4678" y="3257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79" name="Forme libre : forme 14678">
                      <a:extLst>
                        <a:ext uri="{FF2B5EF4-FFF2-40B4-BE49-F238E27FC236}">
                          <a16:creationId xmlns:a16="http://schemas.microsoft.com/office/drawing/2014/main" id="{1F230B2D-5256-4C13-8E9B-1DDBBC67EC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424" y="2841625"/>
                      <a:ext cx="33649" cy="16400"/>
                    </a:xfrm>
                    <a:custGeom>
                      <a:avLst/>
                      <a:gdLst>
                        <a:gd name="connsiteX0" fmla="*/ 3733 w 33649"/>
                        <a:gd name="connsiteY0" fmla="*/ 4921 h 16400"/>
                        <a:gd name="connsiteX1" fmla="*/ 304 w 33649"/>
                        <a:gd name="connsiteY1" fmla="*/ 8635 h 16400"/>
                        <a:gd name="connsiteX2" fmla="*/ 1256 w 33649"/>
                        <a:gd name="connsiteY2" fmla="*/ 13589 h 16400"/>
                        <a:gd name="connsiteX3" fmla="*/ 6114 w 33649"/>
                        <a:gd name="connsiteY3" fmla="*/ 15493 h 16400"/>
                        <a:gd name="connsiteX4" fmla="*/ 19735 w 33649"/>
                        <a:gd name="connsiteY4" fmla="*/ 16351 h 16400"/>
                        <a:gd name="connsiteX5" fmla="*/ 25164 w 33649"/>
                        <a:gd name="connsiteY5" fmla="*/ 15970 h 16400"/>
                        <a:gd name="connsiteX6" fmla="*/ 28022 w 33649"/>
                        <a:gd name="connsiteY6" fmla="*/ 1111 h 16400"/>
                        <a:gd name="connsiteX7" fmla="*/ 3733 w 33649"/>
                        <a:gd name="connsiteY7" fmla="*/ 4921 h 16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3649" h="16400">
                          <a:moveTo>
                            <a:pt x="3733" y="4921"/>
                          </a:moveTo>
                          <a:cubicBezTo>
                            <a:pt x="2304" y="5873"/>
                            <a:pt x="971" y="7111"/>
                            <a:pt x="304" y="8635"/>
                          </a:cubicBezTo>
                          <a:cubicBezTo>
                            <a:pt x="-268" y="10159"/>
                            <a:pt x="-77" y="12255"/>
                            <a:pt x="1256" y="13589"/>
                          </a:cubicBezTo>
                          <a:cubicBezTo>
                            <a:pt x="2494" y="14827"/>
                            <a:pt x="4400" y="15208"/>
                            <a:pt x="6114" y="15493"/>
                          </a:cubicBezTo>
                          <a:cubicBezTo>
                            <a:pt x="10591" y="16160"/>
                            <a:pt x="15163" y="16446"/>
                            <a:pt x="19735" y="16351"/>
                          </a:cubicBezTo>
                          <a:cubicBezTo>
                            <a:pt x="21544" y="16446"/>
                            <a:pt x="23450" y="16446"/>
                            <a:pt x="25164" y="15970"/>
                          </a:cubicBezTo>
                          <a:cubicBezTo>
                            <a:pt x="32308" y="14065"/>
                            <a:pt x="38594" y="5207"/>
                            <a:pt x="28022" y="1111"/>
                          </a:cubicBezTo>
                          <a:cubicBezTo>
                            <a:pt x="19639" y="-1556"/>
                            <a:pt x="9448" y="920"/>
                            <a:pt x="3733" y="492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80" name="Forme libre : forme 14679">
                      <a:extLst>
                        <a:ext uri="{FF2B5EF4-FFF2-40B4-BE49-F238E27FC236}">
                          <a16:creationId xmlns:a16="http://schemas.microsoft.com/office/drawing/2014/main" id="{D1110F95-D5A8-4BBE-9FC0-FB5464572F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5159" y="2931604"/>
                      <a:ext cx="57531" cy="14796"/>
                    </a:xfrm>
                    <a:custGeom>
                      <a:avLst/>
                      <a:gdLst>
                        <a:gd name="connsiteX0" fmla="*/ 57531 w 57531"/>
                        <a:gd name="connsiteY0" fmla="*/ 0 h 14796"/>
                        <a:gd name="connsiteX1" fmla="*/ 41815 w 57531"/>
                        <a:gd name="connsiteY1" fmla="*/ 10763 h 14796"/>
                        <a:gd name="connsiteX2" fmla="*/ 23717 w 57531"/>
                        <a:gd name="connsiteY2" fmla="*/ 14764 h 14796"/>
                        <a:gd name="connsiteX3" fmla="*/ 0 w 57531"/>
                        <a:gd name="connsiteY3" fmla="*/ 11049 h 14796"/>
                        <a:gd name="connsiteX4" fmla="*/ 17621 w 57531"/>
                        <a:gd name="connsiteY4" fmla="*/ 12573 h 14796"/>
                        <a:gd name="connsiteX5" fmla="*/ 57531 w 57531"/>
                        <a:gd name="connsiteY5" fmla="*/ 0 h 14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7531" h="14796">
                          <a:moveTo>
                            <a:pt x="57531" y="0"/>
                          </a:moveTo>
                          <a:cubicBezTo>
                            <a:pt x="57531" y="0"/>
                            <a:pt x="51911" y="6477"/>
                            <a:pt x="41815" y="10763"/>
                          </a:cubicBezTo>
                          <a:cubicBezTo>
                            <a:pt x="36767" y="12954"/>
                            <a:pt x="30671" y="14573"/>
                            <a:pt x="23717" y="14764"/>
                          </a:cubicBezTo>
                          <a:cubicBezTo>
                            <a:pt x="16764" y="14954"/>
                            <a:pt x="8668" y="14383"/>
                            <a:pt x="0" y="11049"/>
                          </a:cubicBezTo>
                          <a:cubicBezTo>
                            <a:pt x="0" y="11049"/>
                            <a:pt x="6858" y="13145"/>
                            <a:pt x="17621" y="12573"/>
                          </a:cubicBezTo>
                          <a:cubicBezTo>
                            <a:pt x="28289" y="12002"/>
                            <a:pt x="42577" y="10192"/>
                            <a:pt x="5753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81" name="Forme libre : forme 14680">
                      <a:extLst>
                        <a:ext uri="{FF2B5EF4-FFF2-40B4-BE49-F238E27FC236}">
                          <a16:creationId xmlns:a16="http://schemas.microsoft.com/office/drawing/2014/main" id="{3A7F218A-8995-4DA3-A670-74E5D653EC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9915" y="2814071"/>
                      <a:ext cx="64769" cy="26949"/>
                    </a:xfrm>
                    <a:custGeom>
                      <a:avLst/>
                      <a:gdLst>
                        <a:gd name="connsiteX0" fmla="*/ 64770 w 64769"/>
                        <a:gd name="connsiteY0" fmla="*/ 4757 h 26949"/>
                        <a:gd name="connsiteX1" fmla="*/ 56960 w 64769"/>
                        <a:gd name="connsiteY1" fmla="*/ 2280 h 26949"/>
                        <a:gd name="connsiteX2" fmla="*/ 38290 w 64769"/>
                        <a:gd name="connsiteY2" fmla="*/ 90 h 26949"/>
                        <a:gd name="connsiteX3" fmla="*/ 16478 w 64769"/>
                        <a:gd name="connsiteY3" fmla="*/ 6471 h 26949"/>
                        <a:gd name="connsiteX4" fmla="*/ 0 w 64769"/>
                        <a:gd name="connsiteY4" fmla="*/ 26950 h 26949"/>
                        <a:gd name="connsiteX5" fmla="*/ 14668 w 64769"/>
                        <a:gd name="connsiteY5" fmla="*/ 11424 h 26949"/>
                        <a:gd name="connsiteX6" fmla="*/ 34957 w 64769"/>
                        <a:gd name="connsiteY6" fmla="*/ 2852 h 26949"/>
                        <a:gd name="connsiteX7" fmla="*/ 64770 w 64769"/>
                        <a:gd name="connsiteY7" fmla="*/ 4757 h 26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4769" h="26949">
                          <a:moveTo>
                            <a:pt x="64770" y="4757"/>
                          </a:moveTo>
                          <a:cubicBezTo>
                            <a:pt x="64770" y="4757"/>
                            <a:pt x="61722" y="3518"/>
                            <a:pt x="56960" y="2280"/>
                          </a:cubicBezTo>
                          <a:cubicBezTo>
                            <a:pt x="52102" y="1137"/>
                            <a:pt x="45529" y="-387"/>
                            <a:pt x="38290" y="90"/>
                          </a:cubicBezTo>
                          <a:cubicBezTo>
                            <a:pt x="30956" y="566"/>
                            <a:pt x="23241" y="2376"/>
                            <a:pt x="16478" y="6471"/>
                          </a:cubicBezTo>
                          <a:cubicBezTo>
                            <a:pt x="9715" y="10472"/>
                            <a:pt x="3905" y="17044"/>
                            <a:pt x="0" y="26950"/>
                          </a:cubicBezTo>
                          <a:cubicBezTo>
                            <a:pt x="0" y="26950"/>
                            <a:pt x="4477" y="18473"/>
                            <a:pt x="14668" y="11424"/>
                          </a:cubicBezTo>
                          <a:cubicBezTo>
                            <a:pt x="19812" y="7900"/>
                            <a:pt x="26575" y="4566"/>
                            <a:pt x="34957" y="2852"/>
                          </a:cubicBezTo>
                          <a:cubicBezTo>
                            <a:pt x="43434" y="851"/>
                            <a:pt x="53149" y="1804"/>
                            <a:pt x="64770" y="475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82" name="Forme libre : forme 14681">
                      <a:extLst>
                        <a:ext uri="{FF2B5EF4-FFF2-40B4-BE49-F238E27FC236}">
                          <a16:creationId xmlns:a16="http://schemas.microsoft.com/office/drawing/2014/main" id="{5AFD353D-CE6A-43D3-B5E5-F2201EACAE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507" y="2872607"/>
                      <a:ext cx="21060" cy="22396"/>
                    </a:xfrm>
                    <a:custGeom>
                      <a:avLst/>
                      <a:gdLst>
                        <a:gd name="connsiteX0" fmla="*/ 18991 w 21060"/>
                        <a:gd name="connsiteY0" fmla="*/ 21659 h 22396"/>
                        <a:gd name="connsiteX1" fmla="*/ 4608 w 21060"/>
                        <a:gd name="connsiteY1" fmla="*/ 15563 h 22396"/>
                        <a:gd name="connsiteX2" fmla="*/ 1750 w 21060"/>
                        <a:gd name="connsiteY2" fmla="*/ 895 h 22396"/>
                        <a:gd name="connsiteX3" fmla="*/ 16609 w 21060"/>
                        <a:gd name="connsiteY3" fmla="*/ 7086 h 22396"/>
                        <a:gd name="connsiteX4" fmla="*/ 18991 w 21060"/>
                        <a:gd name="connsiteY4" fmla="*/ 21659 h 22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060" h="22396">
                          <a:moveTo>
                            <a:pt x="18991" y="21659"/>
                          </a:moveTo>
                          <a:cubicBezTo>
                            <a:pt x="15657" y="23755"/>
                            <a:pt x="9180" y="21278"/>
                            <a:pt x="4608" y="15563"/>
                          </a:cubicBezTo>
                          <a:cubicBezTo>
                            <a:pt x="-59" y="9944"/>
                            <a:pt x="-1488" y="3276"/>
                            <a:pt x="1750" y="895"/>
                          </a:cubicBezTo>
                          <a:cubicBezTo>
                            <a:pt x="4894" y="-1582"/>
                            <a:pt x="11656" y="1276"/>
                            <a:pt x="16609" y="7086"/>
                          </a:cubicBezTo>
                          <a:cubicBezTo>
                            <a:pt x="21562" y="12801"/>
                            <a:pt x="22420" y="19373"/>
                            <a:pt x="18991" y="2165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83" name="Forme libre : forme 14682">
                      <a:extLst>
                        <a:ext uri="{FF2B5EF4-FFF2-40B4-BE49-F238E27FC236}">
                          <a16:creationId xmlns:a16="http://schemas.microsoft.com/office/drawing/2014/main" id="{E8BFBF87-BDBA-424C-A5CD-81C2543F66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8249" y="2889424"/>
                      <a:ext cx="6905" cy="6805"/>
                    </a:xfrm>
                    <a:custGeom>
                      <a:avLst/>
                      <a:gdLst>
                        <a:gd name="connsiteX0" fmla="*/ 6344 w 6905"/>
                        <a:gd name="connsiteY0" fmla="*/ 5604 h 6805"/>
                        <a:gd name="connsiteX1" fmla="*/ 1581 w 6905"/>
                        <a:gd name="connsiteY1" fmla="*/ 5985 h 6805"/>
                        <a:gd name="connsiteX2" fmla="*/ 534 w 6905"/>
                        <a:gd name="connsiteY2" fmla="*/ 1317 h 6805"/>
                        <a:gd name="connsiteX3" fmla="*/ 5392 w 6905"/>
                        <a:gd name="connsiteY3" fmla="*/ 746 h 6805"/>
                        <a:gd name="connsiteX4" fmla="*/ 6344 w 6905"/>
                        <a:gd name="connsiteY4" fmla="*/ 5604 h 6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5" h="6805">
                          <a:moveTo>
                            <a:pt x="6344" y="5604"/>
                          </a:moveTo>
                          <a:cubicBezTo>
                            <a:pt x="5296" y="7032"/>
                            <a:pt x="3201" y="7223"/>
                            <a:pt x="1581" y="5985"/>
                          </a:cubicBezTo>
                          <a:cubicBezTo>
                            <a:pt x="57" y="4747"/>
                            <a:pt x="-514" y="2841"/>
                            <a:pt x="534" y="1317"/>
                          </a:cubicBezTo>
                          <a:cubicBezTo>
                            <a:pt x="1486" y="-111"/>
                            <a:pt x="3772" y="-492"/>
                            <a:pt x="5392" y="746"/>
                          </a:cubicBezTo>
                          <a:cubicBezTo>
                            <a:pt x="6915" y="1984"/>
                            <a:pt x="7392" y="4175"/>
                            <a:pt x="6344" y="56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84" name="Forme libre : forme 14683">
                      <a:extLst>
                        <a:ext uri="{FF2B5EF4-FFF2-40B4-BE49-F238E27FC236}">
                          <a16:creationId xmlns:a16="http://schemas.microsoft.com/office/drawing/2014/main" id="{1C2CEB72-4E7C-4449-9E62-D4C0F063F1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8274" y="2843650"/>
                      <a:ext cx="43798" cy="77714"/>
                    </a:xfrm>
                    <a:custGeom>
                      <a:avLst/>
                      <a:gdLst>
                        <a:gd name="connsiteX0" fmla="*/ 42895 w 43798"/>
                        <a:gd name="connsiteY0" fmla="*/ 49282 h 77714"/>
                        <a:gd name="connsiteX1" fmla="*/ 28322 w 43798"/>
                        <a:gd name="connsiteY1" fmla="*/ 73857 h 77714"/>
                        <a:gd name="connsiteX2" fmla="*/ 18892 w 43798"/>
                        <a:gd name="connsiteY2" fmla="*/ 77000 h 77714"/>
                        <a:gd name="connsiteX3" fmla="*/ 16797 w 43798"/>
                        <a:gd name="connsiteY3" fmla="*/ 67666 h 77714"/>
                        <a:gd name="connsiteX4" fmla="*/ 19940 w 43798"/>
                        <a:gd name="connsiteY4" fmla="*/ 37376 h 77714"/>
                        <a:gd name="connsiteX5" fmla="*/ 15178 w 43798"/>
                        <a:gd name="connsiteY5" fmla="*/ 29185 h 77714"/>
                        <a:gd name="connsiteX6" fmla="*/ 6796 w 43798"/>
                        <a:gd name="connsiteY6" fmla="*/ 17945 h 77714"/>
                        <a:gd name="connsiteX7" fmla="*/ 2509 w 43798"/>
                        <a:gd name="connsiteY7" fmla="*/ 515 h 77714"/>
                        <a:gd name="connsiteX8" fmla="*/ 23941 w 43798"/>
                        <a:gd name="connsiteY8" fmla="*/ 8230 h 77714"/>
                        <a:gd name="connsiteX9" fmla="*/ 39847 w 43798"/>
                        <a:gd name="connsiteY9" fmla="*/ 25756 h 77714"/>
                        <a:gd name="connsiteX10" fmla="*/ 42895 w 43798"/>
                        <a:gd name="connsiteY10" fmla="*/ 49282 h 77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3798" h="77714">
                          <a:moveTo>
                            <a:pt x="42895" y="49282"/>
                          </a:moveTo>
                          <a:cubicBezTo>
                            <a:pt x="40704" y="58998"/>
                            <a:pt x="34799" y="66904"/>
                            <a:pt x="28322" y="73857"/>
                          </a:cubicBezTo>
                          <a:cubicBezTo>
                            <a:pt x="25941" y="76429"/>
                            <a:pt x="22036" y="79000"/>
                            <a:pt x="18892" y="77000"/>
                          </a:cubicBezTo>
                          <a:cubicBezTo>
                            <a:pt x="15939" y="75095"/>
                            <a:pt x="16130" y="70904"/>
                            <a:pt x="16797" y="67666"/>
                          </a:cubicBezTo>
                          <a:cubicBezTo>
                            <a:pt x="18797" y="57855"/>
                            <a:pt x="23369" y="48044"/>
                            <a:pt x="19940" y="37376"/>
                          </a:cubicBezTo>
                          <a:cubicBezTo>
                            <a:pt x="19368" y="35757"/>
                            <a:pt x="17559" y="32709"/>
                            <a:pt x="15178" y="29185"/>
                          </a:cubicBezTo>
                          <a:cubicBezTo>
                            <a:pt x="12606" y="25851"/>
                            <a:pt x="9558" y="21850"/>
                            <a:pt x="6796" y="17945"/>
                          </a:cubicBezTo>
                          <a:cubicBezTo>
                            <a:pt x="1366" y="10135"/>
                            <a:pt x="-2920" y="2610"/>
                            <a:pt x="2509" y="515"/>
                          </a:cubicBezTo>
                          <a:cubicBezTo>
                            <a:pt x="7843" y="-1486"/>
                            <a:pt x="16321" y="2610"/>
                            <a:pt x="23941" y="8230"/>
                          </a:cubicBezTo>
                          <a:cubicBezTo>
                            <a:pt x="31656" y="13754"/>
                            <a:pt x="37561" y="21660"/>
                            <a:pt x="39847" y="25756"/>
                          </a:cubicBezTo>
                          <a:cubicBezTo>
                            <a:pt x="44038" y="33471"/>
                            <a:pt x="44610" y="41948"/>
                            <a:pt x="42895" y="4928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26" name="Graphique 1">
                    <a:extLst>
                      <a:ext uri="{FF2B5EF4-FFF2-40B4-BE49-F238E27FC236}">
                        <a16:creationId xmlns:a16="http://schemas.microsoft.com/office/drawing/2014/main" id="{42B3DEB6-34D9-4F27-84EC-6E931EED0CDD}"/>
                      </a:ext>
                    </a:extLst>
                  </p:cNvPr>
                  <p:cNvGrpSpPr/>
                  <p:nvPr/>
                </p:nvGrpSpPr>
                <p:grpSpPr>
                  <a:xfrm>
                    <a:off x="910397" y="2903302"/>
                    <a:ext cx="148213" cy="157017"/>
                    <a:chOff x="910397" y="2903302"/>
                    <a:chExt cx="148213" cy="157017"/>
                  </a:xfrm>
                  <a:solidFill>
                    <a:schemeClr val="accent1"/>
                  </a:solidFill>
                </p:grpSpPr>
                <p:sp>
                  <p:nvSpPr>
                    <p:cNvPr id="14661" name="Forme libre : forme 14660">
                      <a:extLst>
                        <a:ext uri="{FF2B5EF4-FFF2-40B4-BE49-F238E27FC236}">
                          <a16:creationId xmlns:a16="http://schemas.microsoft.com/office/drawing/2014/main" id="{1754321A-0640-4B00-91F2-62814A5DAE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10397" y="2903302"/>
                      <a:ext cx="148213" cy="156974"/>
                    </a:xfrm>
                    <a:custGeom>
                      <a:avLst/>
                      <a:gdLst>
                        <a:gd name="connsiteX0" fmla="*/ 41726 w 148213"/>
                        <a:gd name="connsiteY0" fmla="*/ 136506 h 156974"/>
                        <a:gd name="connsiteX1" fmla="*/ 26391 w 148213"/>
                        <a:gd name="connsiteY1" fmla="*/ 115646 h 156974"/>
                        <a:gd name="connsiteX2" fmla="*/ 10674 w 148213"/>
                        <a:gd name="connsiteY2" fmla="*/ 95929 h 156974"/>
                        <a:gd name="connsiteX3" fmla="*/ 2483 w 148213"/>
                        <a:gd name="connsiteY3" fmla="*/ 81547 h 156974"/>
                        <a:gd name="connsiteX4" fmla="*/ 7 w 148213"/>
                        <a:gd name="connsiteY4" fmla="*/ 65545 h 156974"/>
                        <a:gd name="connsiteX5" fmla="*/ 12199 w 148213"/>
                        <a:gd name="connsiteY5" fmla="*/ 34779 h 156974"/>
                        <a:gd name="connsiteX6" fmla="*/ 34678 w 148213"/>
                        <a:gd name="connsiteY6" fmla="*/ 11157 h 156974"/>
                        <a:gd name="connsiteX7" fmla="*/ 66586 w 148213"/>
                        <a:gd name="connsiteY7" fmla="*/ 298 h 156974"/>
                        <a:gd name="connsiteX8" fmla="*/ 84970 w 148213"/>
                        <a:gd name="connsiteY8" fmla="*/ 6299 h 156974"/>
                        <a:gd name="connsiteX9" fmla="*/ 101257 w 148213"/>
                        <a:gd name="connsiteY9" fmla="*/ 19539 h 156974"/>
                        <a:gd name="connsiteX10" fmla="*/ 120498 w 148213"/>
                        <a:gd name="connsiteY10" fmla="*/ 43542 h 156974"/>
                        <a:gd name="connsiteX11" fmla="*/ 138310 w 148213"/>
                        <a:gd name="connsiteY11" fmla="*/ 67736 h 156974"/>
                        <a:gd name="connsiteX12" fmla="*/ 130404 w 148213"/>
                        <a:gd name="connsiteY12" fmla="*/ 132410 h 156974"/>
                        <a:gd name="connsiteX13" fmla="*/ 103162 w 148213"/>
                        <a:gd name="connsiteY13" fmla="*/ 150413 h 156974"/>
                        <a:gd name="connsiteX14" fmla="*/ 41726 w 148213"/>
                        <a:gd name="connsiteY14" fmla="*/ 136506 h 156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48213" h="156974">
                          <a:moveTo>
                            <a:pt x="41726" y="136506"/>
                          </a:moveTo>
                          <a:cubicBezTo>
                            <a:pt x="36678" y="129267"/>
                            <a:pt x="31534" y="122504"/>
                            <a:pt x="26391" y="115646"/>
                          </a:cubicBezTo>
                          <a:cubicBezTo>
                            <a:pt x="21247" y="108693"/>
                            <a:pt x="15913" y="102502"/>
                            <a:pt x="10674" y="95929"/>
                          </a:cubicBezTo>
                          <a:cubicBezTo>
                            <a:pt x="6865" y="91548"/>
                            <a:pt x="4198" y="86786"/>
                            <a:pt x="2483" y="81547"/>
                          </a:cubicBezTo>
                          <a:cubicBezTo>
                            <a:pt x="864" y="76213"/>
                            <a:pt x="-89" y="70974"/>
                            <a:pt x="7" y="65545"/>
                          </a:cubicBezTo>
                          <a:cubicBezTo>
                            <a:pt x="197" y="54686"/>
                            <a:pt x="4102" y="43351"/>
                            <a:pt x="12199" y="34779"/>
                          </a:cubicBezTo>
                          <a:lnTo>
                            <a:pt x="34678" y="11157"/>
                          </a:lnTo>
                          <a:cubicBezTo>
                            <a:pt x="42774" y="2584"/>
                            <a:pt x="54204" y="-1130"/>
                            <a:pt x="66586" y="298"/>
                          </a:cubicBezTo>
                          <a:cubicBezTo>
                            <a:pt x="72778" y="965"/>
                            <a:pt x="79255" y="2965"/>
                            <a:pt x="84970" y="6299"/>
                          </a:cubicBezTo>
                          <a:cubicBezTo>
                            <a:pt x="90780" y="9538"/>
                            <a:pt x="96495" y="14014"/>
                            <a:pt x="101257" y="19539"/>
                          </a:cubicBezTo>
                          <a:cubicBezTo>
                            <a:pt x="107639" y="27540"/>
                            <a:pt x="114497" y="35446"/>
                            <a:pt x="120498" y="43542"/>
                          </a:cubicBezTo>
                          <a:cubicBezTo>
                            <a:pt x="126594" y="51638"/>
                            <a:pt x="132785" y="59639"/>
                            <a:pt x="138310" y="67736"/>
                          </a:cubicBezTo>
                          <a:cubicBezTo>
                            <a:pt x="154502" y="90596"/>
                            <a:pt x="150120" y="119456"/>
                            <a:pt x="130404" y="132410"/>
                          </a:cubicBezTo>
                          <a:lnTo>
                            <a:pt x="103162" y="150413"/>
                          </a:lnTo>
                          <a:cubicBezTo>
                            <a:pt x="83541" y="163366"/>
                            <a:pt x="55918" y="156318"/>
                            <a:pt x="41726" y="136506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62" name="Forme libre : forme 14661">
                      <a:extLst>
                        <a:ext uri="{FF2B5EF4-FFF2-40B4-BE49-F238E27FC236}">
                          <a16:creationId xmlns:a16="http://schemas.microsoft.com/office/drawing/2014/main" id="{37ABC789-5409-4DBE-9E55-56D813BFB2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10491" y="2927889"/>
                      <a:ext cx="104115" cy="132429"/>
                    </a:xfrm>
                    <a:custGeom>
                      <a:avLst/>
                      <a:gdLst>
                        <a:gd name="connsiteX0" fmla="*/ 46489 w 104115"/>
                        <a:gd name="connsiteY0" fmla="*/ 53626 h 132429"/>
                        <a:gd name="connsiteX1" fmla="*/ 26773 w 104115"/>
                        <a:gd name="connsiteY1" fmla="*/ 29432 h 132429"/>
                        <a:gd name="connsiteX2" fmla="*/ 21915 w 104115"/>
                        <a:gd name="connsiteY2" fmla="*/ 0 h 132429"/>
                        <a:gd name="connsiteX3" fmla="*/ 12199 w 104115"/>
                        <a:gd name="connsiteY3" fmla="*/ 10192 h 132429"/>
                        <a:gd name="connsiteX4" fmla="*/ 7 w 104115"/>
                        <a:gd name="connsiteY4" fmla="*/ 40957 h 132429"/>
                        <a:gd name="connsiteX5" fmla="*/ 2484 w 104115"/>
                        <a:gd name="connsiteY5" fmla="*/ 56959 h 132429"/>
                        <a:gd name="connsiteX6" fmla="*/ 10675 w 104115"/>
                        <a:gd name="connsiteY6" fmla="*/ 71342 h 132429"/>
                        <a:gd name="connsiteX7" fmla="*/ 26391 w 104115"/>
                        <a:gd name="connsiteY7" fmla="*/ 91059 h 132429"/>
                        <a:gd name="connsiteX8" fmla="*/ 41727 w 104115"/>
                        <a:gd name="connsiteY8" fmla="*/ 111919 h 132429"/>
                        <a:gd name="connsiteX9" fmla="*/ 103258 w 104115"/>
                        <a:gd name="connsiteY9" fmla="*/ 125825 h 132429"/>
                        <a:gd name="connsiteX10" fmla="*/ 104115 w 104115"/>
                        <a:gd name="connsiteY10" fmla="*/ 125254 h 132429"/>
                        <a:gd name="connsiteX11" fmla="*/ 77445 w 104115"/>
                        <a:gd name="connsiteY11" fmla="*/ 87154 h 132429"/>
                        <a:gd name="connsiteX12" fmla="*/ 63348 w 104115"/>
                        <a:gd name="connsiteY12" fmla="*/ 69247 h 132429"/>
                        <a:gd name="connsiteX13" fmla="*/ 46489 w 104115"/>
                        <a:gd name="connsiteY13" fmla="*/ 53626 h 132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04115" h="132429">
                          <a:moveTo>
                            <a:pt x="46489" y="53626"/>
                          </a:moveTo>
                          <a:cubicBezTo>
                            <a:pt x="37821" y="46767"/>
                            <a:pt x="30868" y="38767"/>
                            <a:pt x="26773" y="29432"/>
                          </a:cubicBezTo>
                          <a:cubicBezTo>
                            <a:pt x="22486" y="20383"/>
                            <a:pt x="20486" y="10382"/>
                            <a:pt x="21915" y="0"/>
                          </a:cubicBezTo>
                          <a:lnTo>
                            <a:pt x="12199" y="10192"/>
                          </a:lnTo>
                          <a:cubicBezTo>
                            <a:pt x="4103" y="18764"/>
                            <a:pt x="198" y="30099"/>
                            <a:pt x="7" y="40957"/>
                          </a:cubicBezTo>
                          <a:cubicBezTo>
                            <a:pt x="-88" y="46387"/>
                            <a:pt x="769" y="51625"/>
                            <a:pt x="2484" y="56959"/>
                          </a:cubicBezTo>
                          <a:cubicBezTo>
                            <a:pt x="4198" y="62198"/>
                            <a:pt x="6961" y="66961"/>
                            <a:pt x="10675" y="71342"/>
                          </a:cubicBezTo>
                          <a:cubicBezTo>
                            <a:pt x="15914" y="77914"/>
                            <a:pt x="21248" y="84106"/>
                            <a:pt x="26391" y="91059"/>
                          </a:cubicBezTo>
                          <a:cubicBezTo>
                            <a:pt x="31535" y="97917"/>
                            <a:pt x="36678" y="104680"/>
                            <a:pt x="41727" y="111919"/>
                          </a:cubicBezTo>
                          <a:cubicBezTo>
                            <a:pt x="55824" y="131731"/>
                            <a:pt x="83446" y="138874"/>
                            <a:pt x="103258" y="125825"/>
                          </a:cubicBezTo>
                          <a:lnTo>
                            <a:pt x="104115" y="125254"/>
                          </a:lnTo>
                          <a:cubicBezTo>
                            <a:pt x="94400" y="112681"/>
                            <a:pt x="86399" y="99536"/>
                            <a:pt x="77445" y="87154"/>
                          </a:cubicBezTo>
                          <a:cubicBezTo>
                            <a:pt x="73064" y="80867"/>
                            <a:pt x="68397" y="74866"/>
                            <a:pt x="63348" y="69247"/>
                          </a:cubicBezTo>
                          <a:cubicBezTo>
                            <a:pt x="58300" y="63436"/>
                            <a:pt x="52681" y="58198"/>
                            <a:pt x="46489" y="53626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63" name="Forme libre : forme 14662">
                      <a:extLst>
                        <a:ext uri="{FF2B5EF4-FFF2-40B4-BE49-F238E27FC236}">
                          <a16:creationId xmlns:a16="http://schemas.microsoft.com/office/drawing/2014/main" id="{A1D26205-9AEE-46D4-9183-888279E455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352" y="2961824"/>
                      <a:ext cx="54503" cy="61314"/>
                    </a:xfrm>
                    <a:custGeom>
                      <a:avLst/>
                      <a:gdLst>
                        <a:gd name="connsiteX0" fmla="*/ 47302 w 54503"/>
                        <a:gd name="connsiteY0" fmla="*/ 58553 h 61314"/>
                        <a:gd name="connsiteX1" fmla="*/ 28537 w 54503"/>
                        <a:gd name="connsiteY1" fmla="*/ 59410 h 61314"/>
                        <a:gd name="connsiteX2" fmla="*/ 9297 w 54503"/>
                        <a:gd name="connsiteY2" fmla="*/ 43979 h 61314"/>
                        <a:gd name="connsiteX3" fmla="*/ 6154 w 54503"/>
                        <a:gd name="connsiteY3" fmla="*/ 3593 h 61314"/>
                        <a:gd name="connsiteX4" fmla="*/ 45301 w 54503"/>
                        <a:gd name="connsiteY4" fmla="*/ 17214 h 61314"/>
                        <a:gd name="connsiteX5" fmla="*/ 54445 w 54503"/>
                        <a:gd name="connsiteY5" fmla="*/ 41122 h 61314"/>
                        <a:gd name="connsiteX6" fmla="*/ 47302 w 54503"/>
                        <a:gd name="connsiteY6" fmla="*/ 58553 h 61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503" h="61314">
                          <a:moveTo>
                            <a:pt x="47302" y="58553"/>
                          </a:moveTo>
                          <a:cubicBezTo>
                            <a:pt x="42253" y="62077"/>
                            <a:pt x="35395" y="62077"/>
                            <a:pt x="28537" y="59410"/>
                          </a:cubicBezTo>
                          <a:cubicBezTo>
                            <a:pt x="21679" y="56838"/>
                            <a:pt x="14917" y="51218"/>
                            <a:pt x="9297" y="43979"/>
                          </a:cubicBezTo>
                          <a:cubicBezTo>
                            <a:pt x="-1466" y="29215"/>
                            <a:pt x="-3371" y="11785"/>
                            <a:pt x="6154" y="3593"/>
                          </a:cubicBezTo>
                          <a:cubicBezTo>
                            <a:pt x="15488" y="-4408"/>
                            <a:pt x="33681" y="1307"/>
                            <a:pt x="45301" y="17214"/>
                          </a:cubicBezTo>
                          <a:cubicBezTo>
                            <a:pt x="51302" y="24929"/>
                            <a:pt x="54064" y="33692"/>
                            <a:pt x="54445" y="41122"/>
                          </a:cubicBezTo>
                          <a:cubicBezTo>
                            <a:pt x="54922" y="48742"/>
                            <a:pt x="52445" y="55028"/>
                            <a:pt x="47302" y="58553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64" name="Forme libre : forme 14663">
                      <a:extLst>
                        <a:ext uri="{FF2B5EF4-FFF2-40B4-BE49-F238E27FC236}">
                          <a16:creationId xmlns:a16="http://schemas.microsoft.com/office/drawing/2014/main" id="{BF24C45C-794C-4B43-B071-95DFD9CE62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447" y="2961927"/>
                      <a:ext cx="30251" cy="54640"/>
                    </a:xfrm>
                    <a:custGeom>
                      <a:avLst/>
                      <a:gdLst>
                        <a:gd name="connsiteX0" fmla="*/ 30252 w 30251"/>
                        <a:gd name="connsiteY0" fmla="*/ 3776 h 54640"/>
                        <a:gd name="connsiteX1" fmla="*/ 6154 w 30251"/>
                        <a:gd name="connsiteY1" fmla="*/ 3586 h 54640"/>
                        <a:gd name="connsiteX2" fmla="*/ 9297 w 30251"/>
                        <a:gd name="connsiteY2" fmla="*/ 43972 h 54640"/>
                        <a:gd name="connsiteX3" fmla="*/ 20060 w 30251"/>
                        <a:gd name="connsiteY3" fmla="*/ 54640 h 54640"/>
                        <a:gd name="connsiteX4" fmla="*/ 16536 w 30251"/>
                        <a:gd name="connsiteY4" fmla="*/ 46925 h 54640"/>
                        <a:gd name="connsiteX5" fmla="*/ 30252 w 30251"/>
                        <a:gd name="connsiteY5" fmla="*/ 3776 h 54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251" h="54640">
                          <a:moveTo>
                            <a:pt x="30252" y="3776"/>
                          </a:moveTo>
                          <a:cubicBezTo>
                            <a:pt x="21203" y="-1081"/>
                            <a:pt x="12059" y="-1367"/>
                            <a:pt x="6154" y="3586"/>
                          </a:cubicBezTo>
                          <a:cubicBezTo>
                            <a:pt x="-3371" y="11682"/>
                            <a:pt x="-1466" y="29208"/>
                            <a:pt x="9297" y="43972"/>
                          </a:cubicBezTo>
                          <a:cubicBezTo>
                            <a:pt x="12535" y="48258"/>
                            <a:pt x="16250" y="51782"/>
                            <a:pt x="20060" y="54640"/>
                          </a:cubicBezTo>
                          <a:cubicBezTo>
                            <a:pt x="18536" y="52259"/>
                            <a:pt x="17298" y="49687"/>
                            <a:pt x="16536" y="46925"/>
                          </a:cubicBezTo>
                          <a:cubicBezTo>
                            <a:pt x="13297" y="31208"/>
                            <a:pt x="17774" y="12254"/>
                            <a:pt x="30252" y="3776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65" name="Forme libre : forme 14664">
                      <a:extLst>
                        <a:ext uri="{FF2B5EF4-FFF2-40B4-BE49-F238E27FC236}">
                          <a16:creationId xmlns:a16="http://schemas.microsoft.com/office/drawing/2014/main" id="{E22A4C1E-3C43-45D2-B7EF-F09D841552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790" y="2968002"/>
                      <a:ext cx="54123" cy="60813"/>
                    </a:xfrm>
                    <a:custGeom>
                      <a:avLst/>
                      <a:gdLst>
                        <a:gd name="connsiteX0" fmla="*/ 46768 w 54123"/>
                        <a:gd name="connsiteY0" fmla="*/ 58090 h 60813"/>
                        <a:gd name="connsiteX1" fmla="*/ 28099 w 54123"/>
                        <a:gd name="connsiteY1" fmla="*/ 58947 h 60813"/>
                        <a:gd name="connsiteX2" fmla="*/ 9049 w 54123"/>
                        <a:gd name="connsiteY2" fmla="*/ 43612 h 60813"/>
                        <a:gd name="connsiteX3" fmla="*/ 95 w 54123"/>
                        <a:gd name="connsiteY3" fmla="*/ 21038 h 60813"/>
                        <a:gd name="connsiteX4" fmla="*/ 6286 w 54123"/>
                        <a:gd name="connsiteY4" fmla="*/ 3512 h 60813"/>
                        <a:gd name="connsiteX5" fmla="*/ 24955 w 54123"/>
                        <a:gd name="connsiteY5" fmla="*/ 1416 h 60813"/>
                        <a:gd name="connsiteX6" fmla="*/ 45148 w 54123"/>
                        <a:gd name="connsiteY6" fmla="*/ 17037 h 60813"/>
                        <a:gd name="connsiteX7" fmla="*/ 54102 w 54123"/>
                        <a:gd name="connsiteY7" fmla="*/ 40850 h 60813"/>
                        <a:gd name="connsiteX8" fmla="*/ 46768 w 54123"/>
                        <a:gd name="connsiteY8" fmla="*/ 58090 h 608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123" h="60813">
                          <a:moveTo>
                            <a:pt x="46768" y="58090"/>
                          </a:moveTo>
                          <a:cubicBezTo>
                            <a:pt x="41624" y="61614"/>
                            <a:pt x="34957" y="61519"/>
                            <a:pt x="28099" y="58947"/>
                          </a:cubicBezTo>
                          <a:cubicBezTo>
                            <a:pt x="21240" y="56375"/>
                            <a:pt x="14478" y="50851"/>
                            <a:pt x="9049" y="43612"/>
                          </a:cubicBezTo>
                          <a:cubicBezTo>
                            <a:pt x="3524" y="36373"/>
                            <a:pt x="762" y="28086"/>
                            <a:pt x="95" y="21038"/>
                          </a:cubicBezTo>
                          <a:cubicBezTo>
                            <a:pt x="-476" y="13894"/>
                            <a:pt x="1524" y="7417"/>
                            <a:pt x="6286" y="3512"/>
                          </a:cubicBezTo>
                          <a:cubicBezTo>
                            <a:pt x="11049" y="-394"/>
                            <a:pt x="17811" y="-965"/>
                            <a:pt x="24955" y="1416"/>
                          </a:cubicBezTo>
                          <a:cubicBezTo>
                            <a:pt x="32194" y="3702"/>
                            <a:pt x="39338" y="9417"/>
                            <a:pt x="45148" y="17037"/>
                          </a:cubicBezTo>
                          <a:cubicBezTo>
                            <a:pt x="50959" y="24753"/>
                            <a:pt x="53816" y="33515"/>
                            <a:pt x="54102" y="40850"/>
                          </a:cubicBezTo>
                          <a:cubicBezTo>
                            <a:pt x="54388" y="48184"/>
                            <a:pt x="51816" y="54566"/>
                            <a:pt x="46768" y="5809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66" name="Forme libre : forme 14665">
                      <a:extLst>
                        <a:ext uri="{FF2B5EF4-FFF2-40B4-BE49-F238E27FC236}">
                          <a16:creationId xmlns:a16="http://schemas.microsoft.com/office/drawing/2014/main" id="{4556A2E1-3A0D-4A5D-8E2E-CBE97C5C8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8760" y="2925636"/>
                      <a:ext cx="59480" cy="102779"/>
                    </a:xfrm>
                    <a:custGeom>
                      <a:avLst/>
                      <a:gdLst>
                        <a:gd name="connsiteX0" fmla="*/ 16505 w 59480"/>
                        <a:gd name="connsiteY0" fmla="*/ 20160 h 102779"/>
                        <a:gd name="connsiteX1" fmla="*/ 2884 w 59480"/>
                        <a:gd name="connsiteY1" fmla="*/ 36067 h 102779"/>
                        <a:gd name="connsiteX2" fmla="*/ 6884 w 59480"/>
                        <a:gd name="connsiteY2" fmla="*/ 75024 h 102779"/>
                        <a:gd name="connsiteX3" fmla="*/ 29554 w 59480"/>
                        <a:gd name="connsiteY3" fmla="*/ 99884 h 102779"/>
                        <a:gd name="connsiteX4" fmla="*/ 52414 w 59480"/>
                        <a:gd name="connsiteY4" fmla="*/ 97313 h 102779"/>
                        <a:gd name="connsiteX5" fmla="*/ 54128 w 59480"/>
                        <a:gd name="connsiteY5" fmla="*/ 81596 h 102779"/>
                        <a:gd name="connsiteX6" fmla="*/ 56129 w 59480"/>
                        <a:gd name="connsiteY6" fmla="*/ 43401 h 102779"/>
                        <a:gd name="connsiteX7" fmla="*/ 50318 w 59480"/>
                        <a:gd name="connsiteY7" fmla="*/ 1586 h 102779"/>
                        <a:gd name="connsiteX8" fmla="*/ 16505 w 59480"/>
                        <a:gd name="connsiteY8" fmla="*/ 20160 h 102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9480" h="102779">
                          <a:moveTo>
                            <a:pt x="16505" y="20160"/>
                          </a:moveTo>
                          <a:cubicBezTo>
                            <a:pt x="11171" y="24827"/>
                            <a:pt x="5932" y="29590"/>
                            <a:pt x="2884" y="36067"/>
                          </a:cubicBezTo>
                          <a:cubicBezTo>
                            <a:pt x="-2926" y="48545"/>
                            <a:pt x="884" y="62737"/>
                            <a:pt x="6884" y="75024"/>
                          </a:cubicBezTo>
                          <a:cubicBezTo>
                            <a:pt x="12123" y="84835"/>
                            <a:pt x="19267" y="94836"/>
                            <a:pt x="29554" y="99884"/>
                          </a:cubicBezTo>
                          <a:cubicBezTo>
                            <a:pt x="37174" y="103885"/>
                            <a:pt x="47937" y="104361"/>
                            <a:pt x="52414" y="97313"/>
                          </a:cubicBezTo>
                          <a:cubicBezTo>
                            <a:pt x="55176" y="92931"/>
                            <a:pt x="54509" y="87026"/>
                            <a:pt x="54128" y="81596"/>
                          </a:cubicBezTo>
                          <a:cubicBezTo>
                            <a:pt x="52985" y="68928"/>
                            <a:pt x="53938" y="55879"/>
                            <a:pt x="56129" y="43401"/>
                          </a:cubicBezTo>
                          <a:cubicBezTo>
                            <a:pt x="58129" y="32923"/>
                            <a:pt x="64987" y="9587"/>
                            <a:pt x="50318" y="1586"/>
                          </a:cubicBezTo>
                          <a:cubicBezTo>
                            <a:pt x="37555" y="-5653"/>
                            <a:pt x="23839" y="13873"/>
                            <a:pt x="16505" y="2016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67" name="Forme libre : forme 14666">
                      <a:extLst>
                        <a:ext uri="{FF2B5EF4-FFF2-40B4-BE49-F238E27FC236}">
                          <a16:creationId xmlns:a16="http://schemas.microsoft.com/office/drawing/2014/main" id="{F1CE3B48-F0F3-4264-980E-B27B5787BC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299" y="2940596"/>
                      <a:ext cx="31980" cy="19230"/>
                    </a:xfrm>
                    <a:custGeom>
                      <a:avLst/>
                      <a:gdLst>
                        <a:gd name="connsiteX0" fmla="*/ 6303 w 31980"/>
                        <a:gd name="connsiteY0" fmla="*/ 343 h 19230"/>
                        <a:gd name="connsiteX1" fmla="*/ 1540 w 31980"/>
                        <a:gd name="connsiteY1" fmla="*/ 2247 h 19230"/>
                        <a:gd name="connsiteX2" fmla="*/ 207 w 31980"/>
                        <a:gd name="connsiteY2" fmla="*/ 7010 h 19230"/>
                        <a:gd name="connsiteX3" fmla="*/ 3731 w 31980"/>
                        <a:gd name="connsiteY3" fmla="*/ 10725 h 19230"/>
                        <a:gd name="connsiteX4" fmla="*/ 15161 w 31980"/>
                        <a:gd name="connsiteY4" fmla="*/ 17392 h 19230"/>
                        <a:gd name="connsiteX5" fmla="*/ 20209 w 31980"/>
                        <a:gd name="connsiteY5" fmla="*/ 19107 h 19230"/>
                        <a:gd name="connsiteX6" fmla="*/ 29068 w 31980"/>
                        <a:gd name="connsiteY6" fmla="*/ 7010 h 19230"/>
                        <a:gd name="connsiteX7" fmla="*/ 6303 w 31980"/>
                        <a:gd name="connsiteY7" fmla="*/ 343 h 192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980" h="19230">
                          <a:moveTo>
                            <a:pt x="6303" y="343"/>
                          </a:moveTo>
                          <a:cubicBezTo>
                            <a:pt x="4588" y="628"/>
                            <a:pt x="2874" y="1104"/>
                            <a:pt x="1540" y="2247"/>
                          </a:cubicBezTo>
                          <a:cubicBezTo>
                            <a:pt x="302" y="3390"/>
                            <a:pt x="-365" y="5295"/>
                            <a:pt x="207" y="7010"/>
                          </a:cubicBezTo>
                          <a:cubicBezTo>
                            <a:pt x="778" y="8629"/>
                            <a:pt x="2302" y="9772"/>
                            <a:pt x="3731" y="10725"/>
                          </a:cubicBezTo>
                          <a:cubicBezTo>
                            <a:pt x="7541" y="13201"/>
                            <a:pt x="11161" y="15582"/>
                            <a:pt x="15161" y="17392"/>
                          </a:cubicBezTo>
                          <a:cubicBezTo>
                            <a:pt x="16780" y="18154"/>
                            <a:pt x="18495" y="18916"/>
                            <a:pt x="20209" y="19107"/>
                          </a:cubicBezTo>
                          <a:cubicBezTo>
                            <a:pt x="27544" y="20154"/>
                            <a:pt x="36783" y="14439"/>
                            <a:pt x="29068" y="7010"/>
                          </a:cubicBezTo>
                          <a:cubicBezTo>
                            <a:pt x="23257" y="1200"/>
                            <a:pt x="13447" y="-896"/>
                            <a:pt x="6303" y="34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68" name="Forme libre : forme 14667">
                      <a:extLst>
                        <a:ext uri="{FF2B5EF4-FFF2-40B4-BE49-F238E27FC236}">
                          <a16:creationId xmlns:a16="http://schemas.microsoft.com/office/drawing/2014/main" id="{4B603D04-E9D8-43EC-AFAA-C3D84B1B29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694" y="3039141"/>
                      <a:ext cx="60388" cy="14962"/>
                    </a:xfrm>
                    <a:custGeom>
                      <a:avLst/>
                      <a:gdLst>
                        <a:gd name="connsiteX0" fmla="*/ 60389 w 60388"/>
                        <a:gd name="connsiteY0" fmla="*/ 8096 h 14962"/>
                        <a:gd name="connsiteX1" fmla="*/ 42482 w 60388"/>
                        <a:gd name="connsiteY1" fmla="*/ 14573 h 14962"/>
                        <a:gd name="connsiteX2" fmla="*/ 0 w 60388"/>
                        <a:gd name="connsiteY2" fmla="*/ 0 h 14962"/>
                        <a:gd name="connsiteX3" fmla="*/ 17621 w 60388"/>
                        <a:gd name="connsiteY3" fmla="*/ 8477 h 14962"/>
                        <a:gd name="connsiteX4" fmla="*/ 60389 w 60388"/>
                        <a:gd name="connsiteY4" fmla="*/ 8096 h 14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388" h="14962">
                          <a:moveTo>
                            <a:pt x="60389" y="8096"/>
                          </a:moveTo>
                          <a:cubicBezTo>
                            <a:pt x="60389" y="8096"/>
                            <a:pt x="53531" y="13240"/>
                            <a:pt x="42482" y="14573"/>
                          </a:cubicBezTo>
                          <a:cubicBezTo>
                            <a:pt x="31433" y="16097"/>
                            <a:pt x="16383" y="13525"/>
                            <a:pt x="0" y="0"/>
                          </a:cubicBezTo>
                          <a:cubicBezTo>
                            <a:pt x="0" y="0"/>
                            <a:pt x="6763" y="4763"/>
                            <a:pt x="17621" y="8477"/>
                          </a:cubicBezTo>
                          <a:cubicBezTo>
                            <a:pt x="28575" y="12097"/>
                            <a:pt x="43720" y="14192"/>
                            <a:pt x="60389" y="80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69" name="Forme libre : forme 14668">
                      <a:extLst>
                        <a:ext uri="{FF2B5EF4-FFF2-40B4-BE49-F238E27FC236}">
                          <a16:creationId xmlns:a16="http://schemas.microsoft.com/office/drawing/2014/main" id="{72BC38CB-7B10-454A-9AF1-F2B3A1DA8F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4693" y="2908855"/>
                      <a:ext cx="66389" cy="18652"/>
                    </a:xfrm>
                    <a:custGeom>
                      <a:avLst/>
                      <a:gdLst>
                        <a:gd name="connsiteX0" fmla="*/ 66389 w 66389"/>
                        <a:gd name="connsiteY0" fmla="*/ 18653 h 18652"/>
                        <a:gd name="connsiteX1" fmla="*/ 60865 w 66389"/>
                        <a:gd name="connsiteY1" fmla="*/ 13509 h 18652"/>
                        <a:gd name="connsiteX2" fmla="*/ 45815 w 66389"/>
                        <a:gd name="connsiteY2" fmla="*/ 4175 h 18652"/>
                        <a:gd name="connsiteX3" fmla="*/ 24193 w 66389"/>
                        <a:gd name="connsiteY3" fmla="*/ 79 h 18652"/>
                        <a:gd name="connsiteX4" fmla="*/ 0 w 66389"/>
                        <a:gd name="connsiteY4" fmla="*/ 10175 h 18652"/>
                        <a:gd name="connsiteX5" fmla="*/ 20193 w 66389"/>
                        <a:gd name="connsiteY5" fmla="*/ 3603 h 18652"/>
                        <a:gd name="connsiteX6" fmla="*/ 41719 w 66389"/>
                        <a:gd name="connsiteY6" fmla="*/ 5032 h 18652"/>
                        <a:gd name="connsiteX7" fmla="*/ 66389 w 66389"/>
                        <a:gd name="connsiteY7" fmla="*/ 18653 h 18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389" h="18652">
                          <a:moveTo>
                            <a:pt x="66389" y="18653"/>
                          </a:moveTo>
                          <a:cubicBezTo>
                            <a:pt x="66389" y="18653"/>
                            <a:pt x="64579" y="16367"/>
                            <a:pt x="60865" y="13509"/>
                          </a:cubicBezTo>
                          <a:cubicBezTo>
                            <a:pt x="57245" y="10557"/>
                            <a:pt x="52006" y="6937"/>
                            <a:pt x="45815" y="4175"/>
                          </a:cubicBezTo>
                          <a:cubicBezTo>
                            <a:pt x="39719" y="1317"/>
                            <a:pt x="32004" y="-397"/>
                            <a:pt x="24193" y="79"/>
                          </a:cubicBezTo>
                          <a:cubicBezTo>
                            <a:pt x="16288" y="650"/>
                            <a:pt x="8096" y="3603"/>
                            <a:pt x="0" y="10175"/>
                          </a:cubicBezTo>
                          <a:cubicBezTo>
                            <a:pt x="0" y="10175"/>
                            <a:pt x="7810" y="5127"/>
                            <a:pt x="20193" y="3603"/>
                          </a:cubicBezTo>
                          <a:cubicBezTo>
                            <a:pt x="26289" y="2841"/>
                            <a:pt x="34004" y="2841"/>
                            <a:pt x="41719" y="5032"/>
                          </a:cubicBezTo>
                          <a:cubicBezTo>
                            <a:pt x="49530" y="7318"/>
                            <a:pt x="58293" y="11414"/>
                            <a:pt x="66389" y="186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70" name="Forme libre : forme 14669">
                      <a:extLst>
                        <a:ext uri="{FF2B5EF4-FFF2-40B4-BE49-F238E27FC236}">
                          <a16:creationId xmlns:a16="http://schemas.microsoft.com/office/drawing/2014/main" id="{35577569-E9C7-4F27-830B-CCE7758000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1487" y="2979538"/>
                      <a:ext cx="16618" cy="25455"/>
                    </a:xfrm>
                    <a:custGeom>
                      <a:avLst/>
                      <a:gdLst>
                        <a:gd name="connsiteX0" fmla="*/ 12547 w 16618"/>
                        <a:gd name="connsiteY0" fmla="*/ 25313 h 25455"/>
                        <a:gd name="connsiteX1" fmla="*/ 1307 w 16618"/>
                        <a:gd name="connsiteY1" fmla="*/ 14645 h 25455"/>
                        <a:gd name="connsiteX2" fmla="*/ 3879 w 16618"/>
                        <a:gd name="connsiteY2" fmla="*/ 167 h 25455"/>
                        <a:gd name="connsiteX3" fmla="*/ 15500 w 16618"/>
                        <a:gd name="connsiteY3" fmla="*/ 10835 h 25455"/>
                        <a:gd name="connsiteX4" fmla="*/ 12547 w 16618"/>
                        <a:gd name="connsiteY4" fmla="*/ 25313 h 25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18" h="25455">
                          <a:moveTo>
                            <a:pt x="12547" y="25313"/>
                          </a:moveTo>
                          <a:cubicBezTo>
                            <a:pt x="8546" y="26361"/>
                            <a:pt x="3689" y="21503"/>
                            <a:pt x="1307" y="14645"/>
                          </a:cubicBezTo>
                          <a:cubicBezTo>
                            <a:pt x="-1169" y="7787"/>
                            <a:pt x="-26" y="1215"/>
                            <a:pt x="3879" y="167"/>
                          </a:cubicBezTo>
                          <a:cubicBezTo>
                            <a:pt x="7784" y="-976"/>
                            <a:pt x="13023" y="3882"/>
                            <a:pt x="15500" y="10835"/>
                          </a:cubicBezTo>
                          <a:cubicBezTo>
                            <a:pt x="17786" y="17883"/>
                            <a:pt x="16452" y="24360"/>
                            <a:pt x="12547" y="2531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71" name="Forme libre : forme 14670">
                      <a:extLst>
                        <a:ext uri="{FF2B5EF4-FFF2-40B4-BE49-F238E27FC236}">
                          <a16:creationId xmlns:a16="http://schemas.microsoft.com/office/drawing/2014/main" id="{3F8FB415-D790-4ADA-9EA5-EA8089257F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376" y="3000389"/>
                      <a:ext cx="6608" cy="6923"/>
                    </a:xfrm>
                    <a:custGeom>
                      <a:avLst/>
                      <a:gdLst>
                        <a:gd name="connsiteX0" fmla="*/ 5373 w 6608"/>
                        <a:gd name="connsiteY0" fmla="*/ 6367 h 6923"/>
                        <a:gd name="connsiteX1" fmla="*/ 705 w 6608"/>
                        <a:gd name="connsiteY1" fmla="*/ 5319 h 6923"/>
                        <a:gd name="connsiteX2" fmla="*/ 1277 w 6608"/>
                        <a:gd name="connsiteY2" fmla="*/ 557 h 6923"/>
                        <a:gd name="connsiteX3" fmla="*/ 5944 w 6608"/>
                        <a:gd name="connsiteY3" fmla="*/ 1605 h 6923"/>
                        <a:gd name="connsiteX4" fmla="*/ 5373 w 6608"/>
                        <a:gd name="connsiteY4" fmla="*/ 6367 h 6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08" h="6923">
                          <a:moveTo>
                            <a:pt x="5373" y="6367"/>
                          </a:moveTo>
                          <a:cubicBezTo>
                            <a:pt x="3944" y="7415"/>
                            <a:pt x="1848" y="6939"/>
                            <a:pt x="705" y="5319"/>
                          </a:cubicBezTo>
                          <a:cubicBezTo>
                            <a:pt x="-438" y="3700"/>
                            <a:pt x="-152" y="1605"/>
                            <a:pt x="1277" y="557"/>
                          </a:cubicBezTo>
                          <a:cubicBezTo>
                            <a:pt x="2706" y="-491"/>
                            <a:pt x="4801" y="-15"/>
                            <a:pt x="5944" y="1605"/>
                          </a:cubicBezTo>
                          <a:cubicBezTo>
                            <a:pt x="6992" y="3224"/>
                            <a:pt x="6801" y="5415"/>
                            <a:pt x="5373" y="63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72" name="Forme libre : forme 14671">
                      <a:extLst>
                        <a:ext uri="{FF2B5EF4-FFF2-40B4-BE49-F238E27FC236}">
                          <a16:creationId xmlns:a16="http://schemas.microsoft.com/office/drawing/2014/main" id="{063D2144-64DD-4ACC-A02E-3D8EB8DF31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1048" y="2959225"/>
                      <a:ext cx="36516" cy="77402"/>
                    </a:xfrm>
                    <a:custGeom>
                      <a:avLst/>
                      <a:gdLst>
                        <a:gd name="connsiteX0" fmla="*/ 31848 w 36516"/>
                        <a:gd name="connsiteY0" fmla="*/ 55341 h 77402"/>
                        <a:gd name="connsiteX1" fmla="*/ 11370 w 36516"/>
                        <a:gd name="connsiteY1" fmla="*/ 75249 h 77402"/>
                        <a:gd name="connsiteX2" fmla="*/ 1368 w 36516"/>
                        <a:gd name="connsiteY2" fmla="*/ 75820 h 77402"/>
                        <a:gd name="connsiteX3" fmla="*/ 1654 w 36516"/>
                        <a:gd name="connsiteY3" fmla="*/ 66295 h 77402"/>
                        <a:gd name="connsiteX4" fmla="*/ 14037 w 36516"/>
                        <a:gd name="connsiteY4" fmla="*/ 38482 h 77402"/>
                        <a:gd name="connsiteX5" fmla="*/ 8988 w 36516"/>
                        <a:gd name="connsiteY5" fmla="*/ 16861 h 77402"/>
                        <a:gd name="connsiteX6" fmla="*/ 11655 w 36516"/>
                        <a:gd name="connsiteY6" fmla="*/ 1 h 77402"/>
                        <a:gd name="connsiteX7" fmla="*/ 27848 w 36516"/>
                        <a:gd name="connsiteY7" fmla="*/ 13146 h 77402"/>
                        <a:gd name="connsiteX8" fmla="*/ 36230 w 36516"/>
                        <a:gd name="connsiteY8" fmla="*/ 33053 h 77402"/>
                        <a:gd name="connsiteX9" fmla="*/ 31848 w 36516"/>
                        <a:gd name="connsiteY9" fmla="*/ 55341 h 774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6516" h="77402">
                          <a:moveTo>
                            <a:pt x="31848" y="55341"/>
                          </a:moveTo>
                          <a:cubicBezTo>
                            <a:pt x="27086" y="63914"/>
                            <a:pt x="19466" y="70105"/>
                            <a:pt x="11370" y="75249"/>
                          </a:cubicBezTo>
                          <a:cubicBezTo>
                            <a:pt x="8417" y="77154"/>
                            <a:pt x="4035" y="78678"/>
                            <a:pt x="1368" y="75820"/>
                          </a:cubicBezTo>
                          <a:cubicBezTo>
                            <a:pt x="-1013" y="73248"/>
                            <a:pt x="130" y="69248"/>
                            <a:pt x="1654" y="66295"/>
                          </a:cubicBezTo>
                          <a:cubicBezTo>
                            <a:pt x="6417" y="57342"/>
                            <a:pt x="13846" y="49245"/>
                            <a:pt x="14037" y="38482"/>
                          </a:cubicBezTo>
                          <a:cubicBezTo>
                            <a:pt x="14037" y="35148"/>
                            <a:pt x="10989" y="25623"/>
                            <a:pt x="8988" y="16861"/>
                          </a:cubicBezTo>
                          <a:cubicBezTo>
                            <a:pt x="6893" y="8097"/>
                            <a:pt x="6036" y="96"/>
                            <a:pt x="11655" y="1"/>
                          </a:cubicBezTo>
                          <a:cubicBezTo>
                            <a:pt x="17180" y="-94"/>
                            <a:pt x="23466" y="6002"/>
                            <a:pt x="27848" y="13146"/>
                          </a:cubicBezTo>
                          <a:cubicBezTo>
                            <a:pt x="32325" y="20385"/>
                            <a:pt x="35658" y="28671"/>
                            <a:pt x="36230" y="33053"/>
                          </a:cubicBezTo>
                          <a:cubicBezTo>
                            <a:pt x="37278" y="41054"/>
                            <a:pt x="35373" y="48864"/>
                            <a:pt x="31848" y="5534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27" name="Graphique 1">
                    <a:extLst>
                      <a:ext uri="{FF2B5EF4-FFF2-40B4-BE49-F238E27FC236}">
                        <a16:creationId xmlns:a16="http://schemas.microsoft.com/office/drawing/2014/main" id="{A511E809-DDBA-46AE-9231-3233E54BFAB9}"/>
                      </a:ext>
                    </a:extLst>
                  </p:cNvPr>
                  <p:cNvGrpSpPr/>
                  <p:nvPr/>
                </p:nvGrpSpPr>
                <p:grpSpPr>
                  <a:xfrm>
                    <a:off x="995302" y="3029320"/>
                    <a:ext cx="146510" cy="158259"/>
                    <a:chOff x="995302" y="3029320"/>
                    <a:chExt cx="146510" cy="158259"/>
                  </a:xfrm>
                  <a:solidFill>
                    <a:schemeClr val="accent1"/>
                  </a:solidFill>
                </p:grpSpPr>
                <p:sp>
                  <p:nvSpPr>
                    <p:cNvPr id="14649" name="Forme libre : forme 14648">
                      <a:extLst>
                        <a:ext uri="{FF2B5EF4-FFF2-40B4-BE49-F238E27FC236}">
                          <a16:creationId xmlns:a16="http://schemas.microsoft.com/office/drawing/2014/main" id="{9C6CC510-68AD-4992-8EDD-14AD1D1666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397" y="3029320"/>
                      <a:ext cx="146415" cy="158259"/>
                    </a:xfrm>
                    <a:custGeom>
                      <a:avLst/>
                      <a:gdLst>
                        <a:gd name="connsiteX0" fmla="*/ 41593 w 146415"/>
                        <a:gd name="connsiteY0" fmla="*/ 136028 h 158259"/>
                        <a:gd name="connsiteX1" fmla="*/ 24639 w 146415"/>
                        <a:gd name="connsiteY1" fmla="*/ 111739 h 158259"/>
                        <a:gd name="connsiteX2" fmla="*/ 8541 w 146415"/>
                        <a:gd name="connsiteY2" fmla="*/ 87736 h 158259"/>
                        <a:gd name="connsiteX3" fmla="*/ 540 w 146415"/>
                        <a:gd name="connsiteY3" fmla="*/ 52589 h 158259"/>
                        <a:gd name="connsiteX4" fmla="*/ 18257 w 146415"/>
                        <a:gd name="connsiteY4" fmla="*/ 24395 h 158259"/>
                        <a:gd name="connsiteX5" fmla="*/ 45498 w 146415"/>
                        <a:gd name="connsiteY5" fmla="*/ 6392 h 158259"/>
                        <a:gd name="connsiteX6" fmla="*/ 78550 w 146415"/>
                        <a:gd name="connsiteY6" fmla="*/ 1535 h 158259"/>
                        <a:gd name="connsiteX7" fmla="*/ 107411 w 146415"/>
                        <a:gd name="connsiteY7" fmla="*/ 22585 h 158259"/>
                        <a:gd name="connsiteX8" fmla="*/ 122460 w 146415"/>
                        <a:gd name="connsiteY8" fmla="*/ 45064 h 158259"/>
                        <a:gd name="connsiteX9" fmla="*/ 137510 w 146415"/>
                        <a:gd name="connsiteY9" fmla="*/ 66686 h 158259"/>
                        <a:gd name="connsiteX10" fmla="*/ 144939 w 146415"/>
                        <a:gd name="connsiteY10" fmla="*/ 82211 h 158259"/>
                        <a:gd name="connsiteX11" fmla="*/ 146178 w 146415"/>
                        <a:gd name="connsiteY11" fmla="*/ 98689 h 158259"/>
                        <a:gd name="connsiteX12" fmla="*/ 131223 w 146415"/>
                        <a:gd name="connsiteY12" fmla="*/ 128217 h 158259"/>
                        <a:gd name="connsiteX13" fmla="*/ 106554 w 146415"/>
                        <a:gd name="connsiteY13" fmla="*/ 149458 h 158259"/>
                        <a:gd name="connsiteX14" fmla="*/ 73883 w 146415"/>
                        <a:gd name="connsiteY14" fmla="*/ 157364 h 158259"/>
                        <a:gd name="connsiteX15" fmla="*/ 56357 w 146415"/>
                        <a:gd name="connsiteY15" fmla="*/ 150124 h 158259"/>
                        <a:gd name="connsiteX16" fmla="*/ 41593 w 146415"/>
                        <a:gd name="connsiteY16" fmla="*/ 136028 h 158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6415" h="158259">
                          <a:moveTo>
                            <a:pt x="41593" y="136028"/>
                          </a:moveTo>
                          <a:cubicBezTo>
                            <a:pt x="35973" y="127931"/>
                            <a:pt x="29877" y="119740"/>
                            <a:pt x="24639" y="111739"/>
                          </a:cubicBezTo>
                          <a:lnTo>
                            <a:pt x="8541" y="87736"/>
                          </a:lnTo>
                          <a:cubicBezTo>
                            <a:pt x="1112" y="76496"/>
                            <a:pt x="-1174" y="64114"/>
                            <a:pt x="540" y="52589"/>
                          </a:cubicBezTo>
                          <a:cubicBezTo>
                            <a:pt x="2350" y="41254"/>
                            <a:pt x="8446" y="30872"/>
                            <a:pt x="18257" y="24395"/>
                          </a:cubicBezTo>
                          <a:lnTo>
                            <a:pt x="45498" y="6392"/>
                          </a:lnTo>
                          <a:cubicBezTo>
                            <a:pt x="55309" y="-85"/>
                            <a:pt x="67311" y="-1513"/>
                            <a:pt x="78550" y="1535"/>
                          </a:cubicBezTo>
                          <a:cubicBezTo>
                            <a:pt x="89790" y="4392"/>
                            <a:pt x="100362" y="12012"/>
                            <a:pt x="107411" y="22585"/>
                          </a:cubicBezTo>
                          <a:lnTo>
                            <a:pt x="122460" y="45064"/>
                          </a:lnTo>
                          <a:cubicBezTo>
                            <a:pt x="127413" y="52589"/>
                            <a:pt x="132557" y="59447"/>
                            <a:pt x="137510" y="66686"/>
                          </a:cubicBezTo>
                          <a:cubicBezTo>
                            <a:pt x="141034" y="71543"/>
                            <a:pt x="143511" y="76687"/>
                            <a:pt x="144939" y="82211"/>
                          </a:cubicBezTo>
                          <a:cubicBezTo>
                            <a:pt x="146273" y="87831"/>
                            <a:pt x="146749" y="93165"/>
                            <a:pt x="146178" y="98689"/>
                          </a:cubicBezTo>
                          <a:cubicBezTo>
                            <a:pt x="145035" y="109643"/>
                            <a:pt x="140082" y="120597"/>
                            <a:pt x="131223" y="128217"/>
                          </a:cubicBezTo>
                          <a:lnTo>
                            <a:pt x="106554" y="149458"/>
                          </a:lnTo>
                          <a:cubicBezTo>
                            <a:pt x="97505" y="157173"/>
                            <a:pt x="85884" y="159840"/>
                            <a:pt x="73883" y="157364"/>
                          </a:cubicBezTo>
                          <a:cubicBezTo>
                            <a:pt x="67882" y="156125"/>
                            <a:pt x="61691" y="153744"/>
                            <a:pt x="56357" y="150124"/>
                          </a:cubicBezTo>
                          <a:cubicBezTo>
                            <a:pt x="50928" y="146505"/>
                            <a:pt x="45784" y="141743"/>
                            <a:pt x="41593" y="13602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0" name="Forme libre : forme 14649">
                      <a:extLst>
                        <a:ext uri="{FF2B5EF4-FFF2-40B4-BE49-F238E27FC236}">
                          <a16:creationId xmlns:a16="http://schemas.microsoft.com/office/drawing/2014/main" id="{4F054260-A160-400F-A12E-EE922D71FE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302" y="3045904"/>
                      <a:ext cx="107315" cy="141540"/>
                    </a:xfrm>
                    <a:custGeom>
                      <a:avLst/>
                      <a:gdLst>
                        <a:gd name="connsiteX0" fmla="*/ 46641 w 107315"/>
                        <a:gd name="connsiteY0" fmla="*/ 58103 h 141540"/>
                        <a:gd name="connsiteX1" fmla="*/ 30068 w 107315"/>
                        <a:gd name="connsiteY1" fmla="*/ 0 h 141540"/>
                        <a:gd name="connsiteX2" fmla="*/ 18257 w 107315"/>
                        <a:gd name="connsiteY2" fmla="*/ 7811 h 141540"/>
                        <a:gd name="connsiteX3" fmla="*/ 540 w 107315"/>
                        <a:gd name="connsiteY3" fmla="*/ 36004 h 141540"/>
                        <a:gd name="connsiteX4" fmla="*/ 8541 w 107315"/>
                        <a:gd name="connsiteY4" fmla="*/ 71152 h 141540"/>
                        <a:gd name="connsiteX5" fmla="*/ 24639 w 107315"/>
                        <a:gd name="connsiteY5" fmla="*/ 95155 h 141540"/>
                        <a:gd name="connsiteX6" fmla="*/ 41593 w 107315"/>
                        <a:gd name="connsiteY6" fmla="*/ 119444 h 141540"/>
                        <a:gd name="connsiteX7" fmla="*/ 56357 w 107315"/>
                        <a:gd name="connsiteY7" fmla="*/ 133445 h 141540"/>
                        <a:gd name="connsiteX8" fmla="*/ 73883 w 107315"/>
                        <a:gd name="connsiteY8" fmla="*/ 140684 h 141540"/>
                        <a:gd name="connsiteX9" fmla="*/ 106554 w 107315"/>
                        <a:gd name="connsiteY9" fmla="*/ 132779 h 141540"/>
                        <a:gd name="connsiteX10" fmla="*/ 107316 w 107315"/>
                        <a:gd name="connsiteY10" fmla="*/ 132112 h 141540"/>
                        <a:gd name="connsiteX11" fmla="*/ 91314 w 107315"/>
                        <a:gd name="connsiteY11" fmla="*/ 113633 h 141540"/>
                        <a:gd name="connsiteX12" fmla="*/ 77121 w 107315"/>
                        <a:gd name="connsiteY12" fmla="*/ 94393 h 141540"/>
                        <a:gd name="connsiteX13" fmla="*/ 46641 w 107315"/>
                        <a:gd name="connsiteY13" fmla="*/ 58103 h 1415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07315" h="141540">
                          <a:moveTo>
                            <a:pt x="46641" y="58103"/>
                          </a:moveTo>
                          <a:cubicBezTo>
                            <a:pt x="29877" y="42291"/>
                            <a:pt x="23115" y="19336"/>
                            <a:pt x="30068" y="0"/>
                          </a:cubicBezTo>
                          <a:lnTo>
                            <a:pt x="18257" y="7811"/>
                          </a:lnTo>
                          <a:cubicBezTo>
                            <a:pt x="8446" y="14288"/>
                            <a:pt x="2350" y="24670"/>
                            <a:pt x="540" y="36004"/>
                          </a:cubicBezTo>
                          <a:cubicBezTo>
                            <a:pt x="-1174" y="47530"/>
                            <a:pt x="1112" y="59912"/>
                            <a:pt x="8541" y="71152"/>
                          </a:cubicBezTo>
                          <a:lnTo>
                            <a:pt x="24639" y="95155"/>
                          </a:lnTo>
                          <a:cubicBezTo>
                            <a:pt x="29973" y="103156"/>
                            <a:pt x="35973" y="111347"/>
                            <a:pt x="41593" y="119444"/>
                          </a:cubicBezTo>
                          <a:cubicBezTo>
                            <a:pt x="45689" y="125159"/>
                            <a:pt x="50927" y="129921"/>
                            <a:pt x="56357" y="133445"/>
                          </a:cubicBezTo>
                          <a:cubicBezTo>
                            <a:pt x="61691" y="137065"/>
                            <a:pt x="67882" y="139541"/>
                            <a:pt x="73883" y="140684"/>
                          </a:cubicBezTo>
                          <a:cubicBezTo>
                            <a:pt x="85884" y="143065"/>
                            <a:pt x="97600" y="140494"/>
                            <a:pt x="106554" y="132779"/>
                          </a:cubicBezTo>
                          <a:lnTo>
                            <a:pt x="107316" y="132112"/>
                          </a:lnTo>
                          <a:cubicBezTo>
                            <a:pt x="101601" y="126206"/>
                            <a:pt x="96362" y="119920"/>
                            <a:pt x="91314" y="113633"/>
                          </a:cubicBezTo>
                          <a:cubicBezTo>
                            <a:pt x="86551" y="107156"/>
                            <a:pt x="81789" y="100774"/>
                            <a:pt x="77121" y="94393"/>
                          </a:cubicBezTo>
                          <a:cubicBezTo>
                            <a:pt x="67977" y="81629"/>
                            <a:pt x="58548" y="69152"/>
                            <a:pt x="46641" y="5810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1" name="Forme libre : forme 14650">
                      <a:extLst>
                        <a:ext uri="{FF2B5EF4-FFF2-40B4-BE49-F238E27FC236}">
                          <a16:creationId xmlns:a16="http://schemas.microsoft.com/office/drawing/2014/main" id="{1D62FE5B-B48C-4C35-B3EC-5BDAFDEADF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570" y="3086512"/>
                      <a:ext cx="53929" cy="62121"/>
                    </a:xfrm>
                    <a:custGeom>
                      <a:avLst/>
                      <a:gdLst>
                        <a:gd name="connsiteX0" fmla="*/ 47142 w 53929"/>
                        <a:gd name="connsiteY0" fmla="*/ 59023 h 62121"/>
                        <a:gd name="connsiteX1" fmla="*/ 28282 w 53929"/>
                        <a:gd name="connsiteY1" fmla="*/ 60357 h 62121"/>
                        <a:gd name="connsiteX2" fmla="*/ 8470 w 53929"/>
                        <a:gd name="connsiteY2" fmla="*/ 43878 h 62121"/>
                        <a:gd name="connsiteX3" fmla="*/ 7613 w 53929"/>
                        <a:gd name="connsiteY3" fmla="*/ 2540 h 62121"/>
                        <a:gd name="connsiteX4" fmla="*/ 45332 w 53929"/>
                        <a:gd name="connsiteY4" fmla="*/ 18352 h 62121"/>
                        <a:gd name="connsiteX5" fmla="*/ 53904 w 53929"/>
                        <a:gd name="connsiteY5" fmla="*/ 41593 h 62121"/>
                        <a:gd name="connsiteX6" fmla="*/ 47142 w 53929"/>
                        <a:gd name="connsiteY6" fmla="*/ 59023 h 62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3929" h="62121">
                          <a:moveTo>
                            <a:pt x="47142" y="59023"/>
                          </a:moveTo>
                          <a:cubicBezTo>
                            <a:pt x="42189" y="62738"/>
                            <a:pt x="35426" y="63024"/>
                            <a:pt x="28282" y="60357"/>
                          </a:cubicBezTo>
                          <a:cubicBezTo>
                            <a:pt x="21138" y="57690"/>
                            <a:pt x="14090" y="51879"/>
                            <a:pt x="8470" y="43878"/>
                          </a:cubicBezTo>
                          <a:cubicBezTo>
                            <a:pt x="-2579" y="27877"/>
                            <a:pt x="-2769" y="9303"/>
                            <a:pt x="7613" y="2540"/>
                          </a:cubicBezTo>
                          <a:cubicBezTo>
                            <a:pt x="17900" y="-4223"/>
                            <a:pt x="34759" y="3016"/>
                            <a:pt x="45332" y="18352"/>
                          </a:cubicBezTo>
                          <a:cubicBezTo>
                            <a:pt x="50761" y="25876"/>
                            <a:pt x="53428" y="34353"/>
                            <a:pt x="53904" y="41593"/>
                          </a:cubicBezTo>
                          <a:cubicBezTo>
                            <a:pt x="54190" y="48736"/>
                            <a:pt x="51999" y="55213"/>
                            <a:pt x="47142" y="59023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2" name="Forme libre : forme 14651">
                      <a:extLst>
                        <a:ext uri="{FF2B5EF4-FFF2-40B4-BE49-F238E27FC236}">
                          <a16:creationId xmlns:a16="http://schemas.microsoft.com/office/drawing/2014/main" id="{59C11F3B-A2DA-4709-B734-E517157A64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475" y="3086401"/>
                      <a:ext cx="31425" cy="55420"/>
                    </a:xfrm>
                    <a:custGeom>
                      <a:avLst/>
                      <a:gdLst>
                        <a:gd name="connsiteX0" fmla="*/ 31425 w 31425"/>
                        <a:gd name="connsiteY0" fmla="*/ 4842 h 55420"/>
                        <a:gd name="connsiteX1" fmla="*/ 7613 w 31425"/>
                        <a:gd name="connsiteY1" fmla="*/ 2556 h 55420"/>
                        <a:gd name="connsiteX2" fmla="*/ 8470 w 31425"/>
                        <a:gd name="connsiteY2" fmla="*/ 43895 h 55420"/>
                        <a:gd name="connsiteX3" fmla="*/ 19614 w 31425"/>
                        <a:gd name="connsiteY3" fmla="*/ 55420 h 55420"/>
                        <a:gd name="connsiteX4" fmla="*/ 15804 w 31425"/>
                        <a:gd name="connsiteY4" fmla="*/ 47419 h 55420"/>
                        <a:gd name="connsiteX5" fmla="*/ 31425 w 31425"/>
                        <a:gd name="connsiteY5" fmla="*/ 4842 h 55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1425" h="55420">
                          <a:moveTo>
                            <a:pt x="31425" y="4842"/>
                          </a:moveTo>
                          <a:cubicBezTo>
                            <a:pt x="23043" y="-396"/>
                            <a:pt x="14090" y="-1730"/>
                            <a:pt x="7613" y="2556"/>
                          </a:cubicBezTo>
                          <a:cubicBezTo>
                            <a:pt x="-2769" y="9319"/>
                            <a:pt x="-2579" y="27893"/>
                            <a:pt x="8470" y="43895"/>
                          </a:cubicBezTo>
                          <a:cubicBezTo>
                            <a:pt x="11804" y="48562"/>
                            <a:pt x="15614" y="52467"/>
                            <a:pt x="19614" y="55420"/>
                          </a:cubicBezTo>
                          <a:cubicBezTo>
                            <a:pt x="17995" y="52944"/>
                            <a:pt x="16662" y="50277"/>
                            <a:pt x="15804" y="47419"/>
                          </a:cubicBezTo>
                          <a:cubicBezTo>
                            <a:pt x="12375" y="30846"/>
                            <a:pt x="18376" y="12272"/>
                            <a:pt x="31425" y="4842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3" name="Forme libre : forme 14652">
                      <a:extLst>
                        <a:ext uri="{FF2B5EF4-FFF2-40B4-BE49-F238E27FC236}">
                          <a16:creationId xmlns:a16="http://schemas.microsoft.com/office/drawing/2014/main" id="{E7BE9C17-F447-42F5-BC7A-5CC70C4F25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401" y="3092091"/>
                      <a:ext cx="54079" cy="62399"/>
                    </a:xfrm>
                    <a:custGeom>
                      <a:avLst/>
                      <a:gdLst>
                        <a:gd name="connsiteX0" fmla="*/ 47501 w 54079"/>
                        <a:gd name="connsiteY0" fmla="*/ 59254 h 62399"/>
                        <a:gd name="connsiteX1" fmla="*/ 8639 w 54079"/>
                        <a:gd name="connsiteY1" fmla="*/ 44014 h 62399"/>
                        <a:gd name="connsiteX2" fmla="*/ 7591 w 54079"/>
                        <a:gd name="connsiteY2" fmla="*/ 2580 h 62399"/>
                        <a:gd name="connsiteX3" fmla="*/ 45405 w 54079"/>
                        <a:gd name="connsiteY3" fmla="*/ 18392 h 62399"/>
                        <a:gd name="connsiteX4" fmla="*/ 47501 w 54079"/>
                        <a:gd name="connsiteY4" fmla="*/ 59254 h 623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079" h="62399">
                          <a:moveTo>
                            <a:pt x="47501" y="59254"/>
                          </a:moveTo>
                          <a:cubicBezTo>
                            <a:pt x="37880" y="66874"/>
                            <a:pt x="19783" y="60207"/>
                            <a:pt x="8639" y="44014"/>
                          </a:cubicBezTo>
                          <a:cubicBezTo>
                            <a:pt x="-2601" y="27917"/>
                            <a:pt x="-2791" y="9343"/>
                            <a:pt x="7591" y="2580"/>
                          </a:cubicBezTo>
                          <a:cubicBezTo>
                            <a:pt x="17878" y="-4278"/>
                            <a:pt x="34737" y="3057"/>
                            <a:pt x="45405" y="18392"/>
                          </a:cubicBezTo>
                          <a:cubicBezTo>
                            <a:pt x="55883" y="33632"/>
                            <a:pt x="57216" y="51539"/>
                            <a:pt x="47501" y="5925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4" name="Forme libre : forme 14653">
                      <a:extLst>
                        <a:ext uri="{FF2B5EF4-FFF2-40B4-BE49-F238E27FC236}">
                          <a16:creationId xmlns:a16="http://schemas.microsoft.com/office/drawing/2014/main" id="{FCEE1277-1A16-41EF-9D25-AF8AD11766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3670" y="3050783"/>
                      <a:ext cx="63590" cy="103205"/>
                    </a:xfrm>
                    <a:custGeom>
                      <a:avLst/>
                      <a:gdLst>
                        <a:gd name="connsiteX0" fmla="*/ 20939 w 63590"/>
                        <a:gd name="connsiteY0" fmla="*/ 15409 h 103205"/>
                        <a:gd name="connsiteX1" fmla="*/ 4842 w 63590"/>
                        <a:gd name="connsiteY1" fmla="*/ 28744 h 103205"/>
                        <a:gd name="connsiteX2" fmla="*/ 5413 w 63590"/>
                        <a:gd name="connsiteY2" fmla="*/ 70273 h 103205"/>
                        <a:gd name="connsiteX3" fmla="*/ 29035 w 63590"/>
                        <a:gd name="connsiteY3" fmla="*/ 99610 h 103205"/>
                        <a:gd name="connsiteX4" fmla="*/ 52372 w 63590"/>
                        <a:gd name="connsiteY4" fmla="*/ 97705 h 103205"/>
                        <a:gd name="connsiteX5" fmla="*/ 53801 w 63590"/>
                        <a:gd name="connsiteY5" fmla="*/ 81512 h 103205"/>
                        <a:gd name="connsiteX6" fmla="*/ 57420 w 63590"/>
                        <a:gd name="connsiteY6" fmla="*/ 43222 h 103205"/>
                        <a:gd name="connsiteX7" fmla="*/ 57420 w 63590"/>
                        <a:gd name="connsiteY7" fmla="*/ 2264 h 103205"/>
                        <a:gd name="connsiteX8" fmla="*/ 20939 w 63590"/>
                        <a:gd name="connsiteY8" fmla="*/ 15409 h 1032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3590" h="103205">
                          <a:moveTo>
                            <a:pt x="20939" y="15409"/>
                          </a:moveTo>
                          <a:cubicBezTo>
                            <a:pt x="14938" y="19028"/>
                            <a:pt x="8843" y="22838"/>
                            <a:pt x="4842" y="28744"/>
                          </a:cubicBezTo>
                          <a:cubicBezTo>
                            <a:pt x="-2778" y="39983"/>
                            <a:pt x="-492" y="56366"/>
                            <a:pt x="5413" y="70273"/>
                          </a:cubicBezTo>
                          <a:cubicBezTo>
                            <a:pt x="10462" y="81894"/>
                            <a:pt x="18082" y="93228"/>
                            <a:pt x="29035" y="99610"/>
                          </a:cubicBezTo>
                          <a:cubicBezTo>
                            <a:pt x="37036" y="104372"/>
                            <a:pt x="48181" y="105039"/>
                            <a:pt x="52372" y="97705"/>
                          </a:cubicBezTo>
                          <a:cubicBezTo>
                            <a:pt x="54943" y="93133"/>
                            <a:pt x="54181" y="87132"/>
                            <a:pt x="53801" y="81512"/>
                          </a:cubicBezTo>
                          <a:cubicBezTo>
                            <a:pt x="52657" y="68368"/>
                            <a:pt x="54086" y="55414"/>
                            <a:pt x="57420" y="43222"/>
                          </a:cubicBezTo>
                          <a:cubicBezTo>
                            <a:pt x="60182" y="32935"/>
                            <a:pt x="69802" y="11408"/>
                            <a:pt x="57420" y="2264"/>
                          </a:cubicBezTo>
                          <a:cubicBezTo>
                            <a:pt x="46180" y="-5927"/>
                            <a:pt x="29226" y="10361"/>
                            <a:pt x="20939" y="1540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5" name="Forme libre : forme 14654">
                      <a:extLst>
                        <a:ext uri="{FF2B5EF4-FFF2-40B4-BE49-F238E27FC236}">
                          <a16:creationId xmlns:a16="http://schemas.microsoft.com/office/drawing/2014/main" id="{E5ADE7B7-489E-42CE-927C-55A707FD08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385" y="3065707"/>
                      <a:ext cx="30525" cy="19777"/>
                    </a:xfrm>
                    <a:custGeom>
                      <a:avLst/>
                      <a:gdLst>
                        <a:gd name="connsiteX0" fmla="*/ 6942 w 30525"/>
                        <a:gd name="connsiteY0" fmla="*/ 9 h 19777"/>
                        <a:gd name="connsiteX1" fmla="*/ 2085 w 30525"/>
                        <a:gd name="connsiteY1" fmla="*/ 1247 h 19777"/>
                        <a:gd name="connsiteX2" fmla="*/ 84 w 30525"/>
                        <a:gd name="connsiteY2" fmla="*/ 5724 h 19777"/>
                        <a:gd name="connsiteX3" fmla="*/ 3037 w 30525"/>
                        <a:gd name="connsiteY3" fmla="*/ 9820 h 19777"/>
                        <a:gd name="connsiteX4" fmla="*/ 13515 w 30525"/>
                        <a:gd name="connsiteY4" fmla="*/ 17440 h 19777"/>
                        <a:gd name="connsiteX5" fmla="*/ 18277 w 30525"/>
                        <a:gd name="connsiteY5" fmla="*/ 19535 h 19777"/>
                        <a:gd name="connsiteX6" fmla="*/ 28278 w 30525"/>
                        <a:gd name="connsiteY6" fmla="*/ 8486 h 19777"/>
                        <a:gd name="connsiteX7" fmla="*/ 6942 w 30525"/>
                        <a:gd name="connsiteY7" fmla="*/ 9 h 19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525" h="19777">
                          <a:moveTo>
                            <a:pt x="6942" y="9"/>
                          </a:moveTo>
                          <a:cubicBezTo>
                            <a:pt x="5228" y="104"/>
                            <a:pt x="3418" y="295"/>
                            <a:pt x="2085" y="1247"/>
                          </a:cubicBezTo>
                          <a:cubicBezTo>
                            <a:pt x="656" y="2200"/>
                            <a:pt x="-297" y="3914"/>
                            <a:pt x="84" y="5724"/>
                          </a:cubicBezTo>
                          <a:cubicBezTo>
                            <a:pt x="370" y="7343"/>
                            <a:pt x="1704" y="8677"/>
                            <a:pt x="3037" y="9820"/>
                          </a:cubicBezTo>
                          <a:cubicBezTo>
                            <a:pt x="6276" y="12677"/>
                            <a:pt x="9800" y="15249"/>
                            <a:pt x="13515" y="17440"/>
                          </a:cubicBezTo>
                          <a:cubicBezTo>
                            <a:pt x="15039" y="18297"/>
                            <a:pt x="16658" y="19154"/>
                            <a:pt x="18277" y="19535"/>
                          </a:cubicBezTo>
                          <a:cubicBezTo>
                            <a:pt x="25326" y="20964"/>
                            <a:pt x="34946" y="15916"/>
                            <a:pt x="28278" y="8486"/>
                          </a:cubicBezTo>
                          <a:cubicBezTo>
                            <a:pt x="23135" y="2676"/>
                            <a:pt x="13991" y="-181"/>
                            <a:pt x="6942" y="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6" name="Forme libre : forme 14655">
                      <a:extLst>
                        <a:ext uri="{FF2B5EF4-FFF2-40B4-BE49-F238E27FC236}">
                          <a16:creationId xmlns:a16="http://schemas.microsoft.com/office/drawing/2014/main" id="{7DBA2DF7-3274-478B-AC0A-F0DBC3CD8F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9658" y="3164776"/>
                      <a:ext cx="62864" cy="16237"/>
                    </a:xfrm>
                    <a:custGeom>
                      <a:avLst/>
                      <a:gdLst>
                        <a:gd name="connsiteX0" fmla="*/ 62865 w 62864"/>
                        <a:gd name="connsiteY0" fmla="*/ 7239 h 16237"/>
                        <a:gd name="connsiteX1" fmla="*/ 45720 w 62864"/>
                        <a:gd name="connsiteY1" fmla="*/ 15430 h 16237"/>
                        <a:gd name="connsiteX2" fmla="*/ 0 w 62864"/>
                        <a:gd name="connsiteY2" fmla="*/ 0 h 16237"/>
                        <a:gd name="connsiteX3" fmla="*/ 19240 w 62864"/>
                        <a:gd name="connsiteY3" fmla="*/ 9715 h 16237"/>
                        <a:gd name="connsiteX4" fmla="*/ 62865 w 62864"/>
                        <a:gd name="connsiteY4" fmla="*/ 7239 h 16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864" h="16237">
                          <a:moveTo>
                            <a:pt x="62865" y="7239"/>
                          </a:moveTo>
                          <a:cubicBezTo>
                            <a:pt x="62865" y="7239"/>
                            <a:pt x="56674" y="13145"/>
                            <a:pt x="45720" y="15430"/>
                          </a:cubicBezTo>
                          <a:cubicBezTo>
                            <a:pt x="34671" y="17716"/>
                            <a:pt x="18478" y="15907"/>
                            <a:pt x="0" y="0"/>
                          </a:cubicBezTo>
                          <a:cubicBezTo>
                            <a:pt x="0" y="0"/>
                            <a:pt x="7620" y="5810"/>
                            <a:pt x="19240" y="9715"/>
                          </a:cubicBezTo>
                          <a:cubicBezTo>
                            <a:pt x="30861" y="13716"/>
                            <a:pt x="47149" y="15240"/>
                            <a:pt x="62865" y="72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7" name="Forme libre : forme 14656">
                      <a:extLst>
                        <a:ext uri="{FF2B5EF4-FFF2-40B4-BE49-F238E27FC236}">
                          <a16:creationId xmlns:a16="http://schemas.microsoft.com/office/drawing/2014/main" id="{E7E99DD0-1745-4780-8E68-51849D7B71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9372" y="3034438"/>
                      <a:ext cx="62102" cy="21752"/>
                    </a:xfrm>
                    <a:custGeom>
                      <a:avLst/>
                      <a:gdLst>
                        <a:gd name="connsiteX0" fmla="*/ 62103 w 62102"/>
                        <a:gd name="connsiteY0" fmla="*/ 21753 h 21752"/>
                        <a:gd name="connsiteX1" fmla="*/ 45148 w 62102"/>
                        <a:gd name="connsiteY1" fmla="*/ 6704 h 21752"/>
                        <a:gd name="connsiteX2" fmla="*/ 0 w 62102"/>
                        <a:gd name="connsiteY2" fmla="*/ 5561 h 21752"/>
                        <a:gd name="connsiteX3" fmla="*/ 21050 w 62102"/>
                        <a:gd name="connsiteY3" fmla="*/ 2894 h 21752"/>
                        <a:gd name="connsiteX4" fmla="*/ 62103 w 62102"/>
                        <a:gd name="connsiteY4" fmla="*/ 21753 h 21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102" h="21752">
                          <a:moveTo>
                            <a:pt x="62103" y="21753"/>
                          </a:moveTo>
                          <a:cubicBezTo>
                            <a:pt x="62103" y="21753"/>
                            <a:pt x="56102" y="13276"/>
                            <a:pt x="45148" y="6704"/>
                          </a:cubicBezTo>
                          <a:cubicBezTo>
                            <a:pt x="34290" y="322"/>
                            <a:pt x="18669" y="-3964"/>
                            <a:pt x="0" y="5561"/>
                          </a:cubicBezTo>
                          <a:cubicBezTo>
                            <a:pt x="0" y="5561"/>
                            <a:pt x="8763" y="2322"/>
                            <a:pt x="21050" y="2894"/>
                          </a:cubicBezTo>
                          <a:cubicBezTo>
                            <a:pt x="33242" y="3275"/>
                            <a:pt x="48863" y="7656"/>
                            <a:pt x="62103" y="217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8" name="Forme libre : forme 14657">
                      <a:extLst>
                        <a:ext uri="{FF2B5EF4-FFF2-40B4-BE49-F238E27FC236}">
                          <a16:creationId xmlns:a16="http://schemas.microsoft.com/office/drawing/2014/main" id="{B9530887-4D2D-42C8-877A-935FC92F7F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6306" y="3104953"/>
                      <a:ext cx="16315" cy="25294"/>
                    </a:xfrm>
                    <a:custGeom>
                      <a:avLst/>
                      <a:gdLst>
                        <a:gd name="connsiteX0" fmla="*/ 12215 w 16315"/>
                        <a:gd name="connsiteY0" fmla="*/ 25152 h 25294"/>
                        <a:gd name="connsiteX1" fmla="*/ 1071 w 16315"/>
                        <a:gd name="connsiteY1" fmla="*/ 14389 h 25294"/>
                        <a:gd name="connsiteX2" fmla="*/ 4214 w 16315"/>
                        <a:gd name="connsiteY2" fmla="*/ 101 h 25294"/>
                        <a:gd name="connsiteX3" fmla="*/ 15263 w 16315"/>
                        <a:gd name="connsiteY3" fmla="*/ 10769 h 25294"/>
                        <a:gd name="connsiteX4" fmla="*/ 12215 w 16315"/>
                        <a:gd name="connsiteY4" fmla="*/ 25152 h 25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15" h="25294">
                          <a:moveTo>
                            <a:pt x="12215" y="25152"/>
                          </a:moveTo>
                          <a:cubicBezTo>
                            <a:pt x="8310" y="26200"/>
                            <a:pt x="3357" y="21342"/>
                            <a:pt x="1071" y="14389"/>
                          </a:cubicBezTo>
                          <a:cubicBezTo>
                            <a:pt x="-1215" y="7436"/>
                            <a:pt x="309" y="1054"/>
                            <a:pt x="4214" y="101"/>
                          </a:cubicBezTo>
                          <a:cubicBezTo>
                            <a:pt x="8119" y="-756"/>
                            <a:pt x="13073" y="3912"/>
                            <a:pt x="15263" y="10769"/>
                          </a:cubicBezTo>
                          <a:cubicBezTo>
                            <a:pt x="17454" y="17627"/>
                            <a:pt x="16120" y="24105"/>
                            <a:pt x="12215" y="2515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9" name="Forme libre : forme 14658">
                      <a:extLst>
                        <a:ext uri="{FF2B5EF4-FFF2-40B4-BE49-F238E27FC236}">
                          <a16:creationId xmlns:a16="http://schemas.microsoft.com/office/drawing/2014/main" id="{1FCDC8B5-2490-4FAC-B6ED-FD0E08287C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768" y="3125643"/>
                      <a:ext cx="6686" cy="6857"/>
                    </a:xfrm>
                    <a:custGeom>
                      <a:avLst/>
                      <a:gdLst>
                        <a:gd name="connsiteX0" fmla="*/ 5468 w 6686"/>
                        <a:gd name="connsiteY0" fmla="*/ 6272 h 6857"/>
                        <a:gd name="connsiteX1" fmla="*/ 705 w 6686"/>
                        <a:gd name="connsiteY1" fmla="*/ 5319 h 6857"/>
                        <a:gd name="connsiteX2" fmla="*/ 1277 w 6686"/>
                        <a:gd name="connsiteY2" fmla="*/ 557 h 6857"/>
                        <a:gd name="connsiteX3" fmla="*/ 5944 w 6686"/>
                        <a:gd name="connsiteY3" fmla="*/ 1605 h 6857"/>
                        <a:gd name="connsiteX4" fmla="*/ 5468 w 6686"/>
                        <a:gd name="connsiteY4" fmla="*/ 6272 h 6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86" h="6857">
                          <a:moveTo>
                            <a:pt x="5468" y="6272"/>
                          </a:moveTo>
                          <a:cubicBezTo>
                            <a:pt x="4039" y="7320"/>
                            <a:pt x="1944" y="6939"/>
                            <a:pt x="705" y="5319"/>
                          </a:cubicBezTo>
                          <a:cubicBezTo>
                            <a:pt x="-438" y="3700"/>
                            <a:pt x="-152" y="1605"/>
                            <a:pt x="1277" y="557"/>
                          </a:cubicBezTo>
                          <a:cubicBezTo>
                            <a:pt x="2706" y="-491"/>
                            <a:pt x="4801" y="-15"/>
                            <a:pt x="5944" y="1605"/>
                          </a:cubicBezTo>
                          <a:cubicBezTo>
                            <a:pt x="7087" y="3129"/>
                            <a:pt x="6897" y="5224"/>
                            <a:pt x="5468" y="627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60" name="Forme libre : forme 14659">
                      <a:extLst>
                        <a:ext uri="{FF2B5EF4-FFF2-40B4-BE49-F238E27FC236}">
                          <a16:creationId xmlns:a16="http://schemas.microsoft.com/office/drawing/2014/main" id="{DF78EDBB-6952-499E-94A1-3C94E02B76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735" y="3085909"/>
                      <a:ext cx="34394" cy="75313"/>
                    </a:xfrm>
                    <a:custGeom>
                      <a:avLst/>
                      <a:gdLst>
                        <a:gd name="connsiteX0" fmla="*/ 30362 w 34394"/>
                        <a:gd name="connsiteY0" fmla="*/ 51054 h 75313"/>
                        <a:gd name="connsiteX1" fmla="*/ 11693 w 34394"/>
                        <a:gd name="connsiteY1" fmla="*/ 72580 h 75313"/>
                        <a:gd name="connsiteX2" fmla="*/ 1787 w 34394"/>
                        <a:gd name="connsiteY2" fmla="*/ 74009 h 75313"/>
                        <a:gd name="connsiteX3" fmla="*/ 1215 w 34394"/>
                        <a:gd name="connsiteY3" fmla="*/ 64484 h 75313"/>
                        <a:gd name="connsiteX4" fmla="*/ 12550 w 34394"/>
                        <a:gd name="connsiteY4" fmla="*/ 36481 h 75313"/>
                        <a:gd name="connsiteX5" fmla="*/ 11979 w 34394"/>
                        <a:gd name="connsiteY5" fmla="*/ 0 h 75313"/>
                        <a:gd name="connsiteX6" fmla="*/ 26647 w 34394"/>
                        <a:gd name="connsiteY6" fmla="*/ 11811 h 75313"/>
                        <a:gd name="connsiteX7" fmla="*/ 34077 w 34394"/>
                        <a:gd name="connsiteY7" fmla="*/ 29623 h 75313"/>
                        <a:gd name="connsiteX8" fmla="*/ 30362 w 34394"/>
                        <a:gd name="connsiteY8" fmla="*/ 51054 h 75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4394" h="75313">
                          <a:moveTo>
                            <a:pt x="30362" y="51054"/>
                          </a:moveTo>
                          <a:cubicBezTo>
                            <a:pt x="26171" y="59722"/>
                            <a:pt x="19218" y="66675"/>
                            <a:pt x="11693" y="72580"/>
                          </a:cubicBezTo>
                          <a:cubicBezTo>
                            <a:pt x="8931" y="74771"/>
                            <a:pt x="4739" y="76676"/>
                            <a:pt x="1787" y="74009"/>
                          </a:cubicBezTo>
                          <a:cubicBezTo>
                            <a:pt x="-880" y="71533"/>
                            <a:pt x="-118" y="67532"/>
                            <a:pt x="1215" y="64484"/>
                          </a:cubicBezTo>
                          <a:cubicBezTo>
                            <a:pt x="5502" y="55150"/>
                            <a:pt x="12360" y="46768"/>
                            <a:pt x="12550" y="36481"/>
                          </a:cubicBezTo>
                          <a:cubicBezTo>
                            <a:pt x="12550" y="30099"/>
                            <a:pt x="1025" y="190"/>
                            <a:pt x="11979" y="0"/>
                          </a:cubicBezTo>
                          <a:cubicBezTo>
                            <a:pt x="17408" y="0"/>
                            <a:pt x="22647" y="5334"/>
                            <a:pt x="26647" y="11811"/>
                          </a:cubicBezTo>
                          <a:cubicBezTo>
                            <a:pt x="30552" y="18479"/>
                            <a:pt x="33600" y="25527"/>
                            <a:pt x="34077" y="29623"/>
                          </a:cubicBezTo>
                          <a:cubicBezTo>
                            <a:pt x="35124" y="37052"/>
                            <a:pt x="33505" y="44577"/>
                            <a:pt x="30362" y="5105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28" name="Graphique 1">
                    <a:extLst>
                      <a:ext uri="{FF2B5EF4-FFF2-40B4-BE49-F238E27FC236}">
                        <a16:creationId xmlns:a16="http://schemas.microsoft.com/office/drawing/2014/main" id="{F84981AD-9D51-4B11-8196-7904D1CF9B28}"/>
                      </a:ext>
                    </a:extLst>
                  </p:cNvPr>
                  <p:cNvGrpSpPr/>
                  <p:nvPr/>
                </p:nvGrpSpPr>
                <p:grpSpPr>
                  <a:xfrm>
                    <a:off x="1089387" y="3147029"/>
                    <a:ext cx="153834" cy="146648"/>
                    <a:chOff x="1089387" y="3147029"/>
                    <a:chExt cx="153834" cy="146648"/>
                  </a:xfrm>
                  <a:solidFill>
                    <a:schemeClr val="accent1"/>
                  </a:solidFill>
                </p:grpSpPr>
                <p:sp>
                  <p:nvSpPr>
                    <p:cNvPr id="14637" name="Forme libre : forme 14636">
                      <a:extLst>
                        <a:ext uri="{FF2B5EF4-FFF2-40B4-BE49-F238E27FC236}">
                          <a16:creationId xmlns:a16="http://schemas.microsoft.com/office/drawing/2014/main" id="{F8DF9ED3-3299-4A0E-A56F-EF04D89966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387" y="3147029"/>
                      <a:ext cx="153834" cy="146648"/>
                    </a:xfrm>
                    <a:custGeom>
                      <a:avLst/>
                      <a:gdLst>
                        <a:gd name="connsiteX0" fmla="*/ 76477 w 153834"/>
                        <a:gd name="connsiteY0" fmla="*/ 139285 h 146648"/>
                        <a:gd name="connsiteX1" fmla="*/ 46378 w 153834"/>
                        <a:gd name="connsiteY1" fmla="*/ 120712 h 146648"/>
                        <a:gd name="connsiteX2" fmla="*/ 32281 w 153834"/>
                        <a:gd name="connsiteY2" fmla="*/ 110425 h 146648"/>
                        <a:gd name="connsiteX3" fmla="*/ 19232 w 153834"/>
                        <a:gd name="connsiteY3" fmla="*/ 99471 h 146648"/>
                        <a:gd name="connsiteX4" fmla="*/ 5516 w 153834"/>
                        <a:gd name="connsiteY4" fmla="*/ 82040 h 146648"/>
                        <a:gd name="connsiteX5" fmla="*/ 86 w 153834"/>
                        <a:gd name="connsiteY5" fmla="*/ 63181 h 146648"/>
                        <a:gd name="connsiteX6" fmla="*/ 12564 w 153834"/>
                        <a:gd name="connsiteY6" fmla="*/ 31843 h 146648"/>
                        <a:gd name="connsiteX7" fmla="*/ 37234 w 153834"/>
                        <a:gd name="connsiteY7" fmla="*/ 10603 h 146648"/>
                        <a:gd name="connsiteX8" fmla="*/ 68476 w 153834"/>
                        <a:gd name="connsiteY8" fmla="*/ 30 h 146648"/>
                        <a:gd name="connsiteX9" fmla="*/ 84097 w 153834"/>
                        <a:gd name="connsiteY9" fmla="*/ 2888 h 146648"/>
                        <a:gd name="connsiteX10" fmla="*/ 97337 w 153834"/>
                        <a:gd name="connsiteY10" fmla="*/ 10698 h 146648"/>
                        <a:gd name="connsiteX11" fmla="*/ 105623 w 153834"/>
                        <a:gd name="connsiteY11" fmla="*/ 17842 h 146648"/>
                        <a:gd name="connsiteX12" fmla="*/ 114196 w 153834"/>
                        <a:gd name="connsiteY12" fmla="*/ 24033 h 146648"/>
                        <a:gd name="connsiteX13" fmla="*/ 131627 w 153834"/>
                        <a:gd name="connsiteY13" fmla="*/ 34987 h 146648"/>
                        <a:gd name="connsiteX14" fmla="*/ 142295 w 153834"/>
                        <a:gd name="connsiteY14" fmla="*/ 43655 h 146648"/>
                        <a:gd name="connsiteX15" fmla="*/ 149724 w 153834"/>
                        <a:gd name="connsiteY15" fmla="*/ 56132 h 146648"/>
                        <a:gd name="connsiteX16" fmla="*/ 153534 w 153834"/>
                        <a:gd name="connsiteY16" fmla="*/ 71753 h 146648"/>
                        <a:gd name="connsiteX17" fmla="*/ 152486 w 153834"/>
                        <a:gd name="connsiteY17" fmla="*/ 88517 h 146648"/>
                        <a:gd name="connsiteX18" fmla="*/ 144390 w 153834"/>
                        <a:gd name="connsiteY18" fmla="*/ 119950 h 146648"/>
                        <a:gd name="connsiteX19" fmla="*/ 136008 w 153834"/>
                        <a:gd name="connsiteY19" fmla="*/ 134999 h 146648"/>
                        <a:gd name="connsiteX20" fmla="*/ 120387 w 153834"/>
                        <a:gd name="connsiteY20" fmla="*/ 144143 h 146648"/>
                        <a:gd name="connsiteX21" fmla="*/ 99432 w 153834"/>
                        <a:gd name="connsiteY21" fmla="*/ 146239 h 146648"/>
                        <a:gd name="connsiteX22" fmla="*/ 76477 w 153834"/>
                        <a:gd name="connsiteY22" fmla="*/ 139285 h 146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53834" h="146648">
                          <a:moveTo>
                            <a:pt x="76477" y="139285"/>
                          </a:moveTo>
                          <a:cubicBezTo>
                            <a:pt x="66285" y="133285"/>
                            <a:pt x="55522" y="127760"/>
                            <a:pt x="46378" y="120712"/>
                          </a:cubicBezTo>
                          <a:cubicBezTo>
                            <a:pt x="41711" y="117283"/>
                            <a:pt x="36853" y="114044"/>
                            <a:pt x="32281" y="110425"/>
                          </a:cubicBezTo>
                          <a:lnTo>
                            <a:pt x="19232" y="99471"/>
                          </a:lnTo>
                          <a:cubicBezTo>
                            <a:pt x="12945" y="94423"/>
                            <a:pt x="8849" y="88136"/>
                            <a:pt x="5516" y="82040"/>
                          </a:cubicBezTo>
                          <a:cubicBezTo>
                            <a:pt x="2182" y="75849"/>
                            <a:pt x="372" y="69467"/>
                            <a:pt x="86" y="63181"/>
                          </a:cubicBezTo>
                          <a:cubicBezTo>
                            <a:pt x="-676" y="50703"/>
                            <a:pt x="3611" y="39464"/>
                            <a:pt x="12564" y="31843"/>
                          </a:cubicBezTo>
                          <a:lnTo>
                            <a:pt x="37234" y="10603"/>
                          </a:lnTo>
                          <a:cubicBezTo>
                            <a:pt x="46187" y="2888"/>
                            <a:pt x="57713" y="-351"/>
                            <a:pt x="68476" y="30"/>
                          </a:cubicBezTo>
                          <a:cubicBezTo>
                            <a:pt x="73810" y="316"/>
                            <a:pt x="79144" y="1268"/>
                            <a:pt x="84097" y="2888"/>
                          </a:cubicBezTo>
                          <a:cubicBezTo>
                            <a:pt x="89050" y="4507"/>
                            <a:pt x="93336" y="7650"/>
                            <a:pt x="97337" y="10698"/>
                          </a:cubicBezTo>
                          <a:lnTo>
                            <a:pt x="105623" y="17842"/>
                          </a:lnTo>
                          <a:cubicBezTo>
                            <a:pt x="108481" y="20033"/>
                            <a:pt x="111338" y="21938"/>
                            <a:pt x="114196" y="24033"/>
                          </a:cubicBezTo>
                          <a:cubicBezTo>
                            <a:pt x="119720" y="28510"/>
                            <a:pt x="125816" y="31272"/>
                            <a:pt x="131627" y="34987"/>
                          </a:cubicBezTo>
                          <a:cubicBezTo>
                            <a:pt x="135818" y="37082"/>
                            <a:pt x="139342" y="39844"/>
                            <a:pt x="142295" y="43655"/>
                          </a:cubicBezTo>
                          <a:cubicBezTo>
                            <a:pt x="145152" y="47655"/>
                            <a:pt x="147819" y="51179"/>
                            <a:pt x="149724" y="56132"/>
                          </a:cubicBezTo>
                          <a:cubicBezTo>
                            <a:pt x="151629" y="60895"/>
                            <a:pt x="152963" y="66229"/>
                            <a:pt x="153534" y="71753"/>
                          </a:cubicBezTo>
                          <a:cubicBezTo>
                            <a:pt x="154106" y="77183"/>
                            <a:pt x="153915" y="82802"/>
                            <a:pt x="152486" y="88517"/>
                          </a:cubicBezTo>
                          <a:lnTo>
                            <a:pt x="144390" y="119950"/>
                          </a:lnTo>
                          <a:cubicBezTo>
                            <a:pt x="142961" y="125665"/>
                            <a:pt x="140104" y="130808"/>
                            <a:pt x="136008" y="134999"/>
                          </a:cubicBezTo>
                          <a:cubicBezTo>
                            <a:pt x="132008" y="139095"/>
                            <a:pt x="126674" y="142143"/>
                            <a:pt x="120387" y="144143"/>
                          </a:cubicBezTo>
                          <a:cubicBezTo>
                            <a:pt x="114196" y="145953"/>
                            <a:pt x="106766" y="147382"/>
                            <a:pt x="99432" y="146239"/>
                          </a:cubicBezTo>
                          <a:cubicBezTo>
                            <a:pt x="91907" y="145191"/>
                            <a:pt x="83906" y="143000"/>
                            <a:pt x="76477" y="139285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38" name="Forme libre : forme 14637">
                      <a:extLst>
                        <a:ext uri="{FF2B5EF4-FFF2-40B4-BE49-F238E27FC236}">
                          <a16:creationId xmlns:a16="http://schemas.microsoft.com/office/drawing/2014/main" id="{1A379B9A-188B-4410-A824-090DCC6462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387" y="3169539"/>
                      <a:ext cx="144580" cy="124043"/>
                    </a:xfrm>
                    <a:custGeom>
                      <a:avLst/>
                      <a:gdLst>
                        <a:gd name="connsiteX0" fmla="*/ 53045 w 144580"/>
                        <a:gd name="connsiteY0" fmla="*/ 54578 h 124043"/>
                        <a:gd name="connsiteX1" fmla="*/ 38377 w 144580"/>
                        <a:gd name="connsiteY1" fmla="*/ 44196 h 124043"/>
                        <a:gd name="connsiteX2" fmla="*/ 28090 w 144580"/>
                        <a:gd name="connsiteY2" fmla="*/ 30575 h 124043"/>
                        <a:gd name="connsiteX3" fmla="*/ 23232 w 144580"/>
                        <a:gd name="connsiteY3" fmla="*/ 0 h 124043"/>
                        <a:gd name="connsiteX4" fmla="*/ 12564 w 144580"/>
                        <a:gd name="connsiteY4" fmla="*/ 9239 h 124043"/>
                        <a:gd name="connsiteX5" fmla="*/ 86 w 144580"/>
                        <a:gd name="connsiteY5" fmla="*/ 40576 h 124043"/>
                        <a:gd name="connsiteX6" fmla="*/ 5516 w 144580"/>
                        <a:gd name="connsiteY6" fmla="*/ 59436 h 124043"/>
                        <a:gd name="connsiteX7" fmla="*/ 19232 w 144580"/>
                        <a:gd name="connsiteY7" fmla="*/ 76867 h 124043"/>
                        <a:gd name="connsiteX8" fmla="*/ 32281 w 144580"/>
                        <a:gd name="connsiteY8" fmla="*/ 87821 h 124043"/>
                        <a:gd name="connsiteX9" fmla="*/ 46378 w 144580"/>
                        <a:gd name="connsiteY9" fmla="*/ 98107 h 124043"/>
                        <a:gd name="connsiteX10" fmla="*/ 76477 w 144580"/>
                        <a:gd name="connsiteY10" fmla="*/ 116681 h 124043"/>
                        <a:gd name="connsiteX11" fmla="*/ 99337 w 144580"/>
                        <a:gd name="connsiteY11" fmla="*/ 123634 h 124043"/>
                        <a:gd name="connsiteX12" fmla="*/ 120292 w 144580"/>
                        <a:gd name="connsiteY12" fmla="*/ 121539 h 124043"/>
                        <a:gd name="connsiteX13" fmla="*/ 135913 w 144580"/>
                        <a:gd name="connsiteY13" fmla="*/ 112395 h 124043"/>
                        <a:gd name="connsiteX14" fmla="*/ 144295 w 144580"/>
                        <a:gd name="connsiteY14" fmla="*/ 97346 h 124043"/>
                        <a:gd name="connsiteX15" fmla="*/ 144581 w 144580"/>
                        <a:gd name="connsiteY15" fmla="*/ 96298 h 124043"/>
                        <a:gd name="connsiteX16" fmla="*/ 120101 w 144580"/>
                        <a:gd name="connsiteY16" fmla="*/ 89249 h 124043"/>
                        <a:gd name="connsiteX17" fmla="*/ 97241 w 144580"/>
                        <a:gd name="connsiteY17" fmla="*/ 78772 h 124043"/>
                        <a:gd name="connsiteX18" fmla="*/ 75429 w 144580"/>
                        <a:gd name="connsiteY18" fmla="*/ 66675 h 124043"/>
                        <a:gd name="connsiteX19" fmla="*/ 53045 w 144580"/>
                        <a:gd name="connsiteY19" fmla="*/ 54578 h 124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44580" h="124043">
                          <a:moveTo>
                            <a:pt x="53045" y="54578"/>
                          </a:moveTo>
                          <a:cubicBezTo>
                            <a:pt x="47711" y="51721"/>
                            <a:pt x="42663" y="48292"/>
                            <a:pt x="38377" y="44196"/>
                          </a:cubicBezTo>
                          <a:cubicBezTo>
                            <a:pt x="34281" y="40005"/>
                            <a:pt x="30852" y="35338"/>
                            <a:pt x="28090" y="30575"/>
                          </a:cubicBezTo>
                          <a:cubicBezTo>
                            <a:pt x="22756" y="20860"/>
                            <a:pt x="21232" y="9906"/>
                            <a:pt x="23232" y="0"/>
                          </a:cubicBezTo>
                          <a:lnTo>
                            <a:pt x="12564" y="9239"/>
                          </a:lnTo>
                          <a:cubicBezTo>
                            <a:pt x="3611" y="16954"/>
                            <a:pt x="-676" y="28194"/>
                            <a:pt x="86" y="40576"/>
                          </a:cubicBezTo>
                          <a:cubicBezTo>
                            <a:pt x="372" y="46863"/>
                            <a:pt x="2182" y="53245"/>
                            <a:pt x="5516" y="59436"/>
                          </a:cubicBezTo>
                          <a:cubicBezTo>
                            <a:pt x="8849" y="65627"/>
                            <a:pt x="12945" y="71818"/>
                            <a:pt x="19232" y="76867"/>
                          </a:cubicBezTo>
                          <a:lnTo>
                            <a:pt x="32281" y="87821"/>
                          </a:lnTo>
                          <a:cubicBezTo>
                            <a:pt x="36758" y="91345"/>
                            <a:pt x="41615" y="94679"/>
                            <a:pt x="46378" y="98107"/>
                          </a:cubicBezTo>
                          <a:cubicBezTo>
                            <a:pt x="55522" y="105156"/>
                            <a:pt x="66285" y="110680"/>
                            <a:pt x="76477" y="116681"/>
                          </a:cubicBezTo>
                          <a:cubicBezTo>
                            <a:pt x="83906" y="120491"/>
                            <a:pt x="91907" y="122587"/>
                            <a:pt x="99337" y="123634"/>
                          </a:cubicBezTo>
                          <a:cubicBezTo>
                            <a:pt x="106671" y="124777"/>
                            <a:pt x="114101" y="123349"/>
                            <a:pt x="120292" y="121539"/>
                          </a:cubicBezTo>
                          <a:cubicBezTo>
                            <a:pt x="126578" y="119539"/>
                            <a:pt x="131817" y="116396"/>
                            <a:pt x="135913" y="112395"/>
                          </a:cubicBezTo>
                          <a:cubicBezTo>
                            <a:pt x="140009" y="108204"/>
                            <a:pt x="142866" y="102965"/>
                            <a:pt x="144295" y="97346"/>
                          </a:cubicBezTo>
                          <a:lnTo>
                            <a:pt x="144581" y="96298"/>
                          </a:lnTo>
                          <a:cubicBezTo>
                            <a:pt x="136103" y="94869"/>
                            <a:pt x="128102" y="91821"/>
                            <a:pt x="120101" y="89249"/>
                          </a:cubicBezTo>
                          <a:cubicBezTo>
                            <a:pt x="112291" y="86011"/>
                            <a:pt x="104766" y="82296"/>
                            <a:pt x="97241" y="78772"/>
                          </a:cubicBezTo>
                          <a:cubicBezTo>
                            <a:pt x="90098" y="74485"/>
                            <a:pt x="82668" y="70771"/>
                            <a:pt x="75429" y="66675"/>
                          </a:cubicBezTo>
                          <a:cubicBezTo>
                            <a:pt x="68381" y="62198"/>
                            <a:pt x="60475" y="58674"/>
                            <a:pt x="53045" y="5457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39" name="Forme libre : forme 14638">
                      <a:extLst>
                        <a:ext uri="{FF2B5EF4-FFF2-40B4-BE49-F238E27FC236}">
                          <a16:creationId xmlns:a16="http://schemas.microsoft.com/office/drawing/2014/main" id="{DBBF913C-EEBE-486B-A5BE-3377A534B6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5166" y="3200456"/>
                      <a:ext cx="63363" cy="53192"/>
                    </a:xfrm>
                    <a:custGeom>
                      <a:avLst/>
                      <a:gdLst>
                        <a:gd name="connsiteX0" fmla="*/ 62132 w 63363"/>
                        <a:gd name="connsiteY0" fmla="*/ 42996 h 53192"/>
                        <a:gd name="connsiteX1" fmla="*/ 45939 w 63363"/>
                        <a:gd name="connsiteY1" fmla="*/ 52998 h 53192"/>
                        <a:gd name="connsiteX2" fmla="*/ 33081 w 63363"/>
                        <a:gd name="connsiteY2" fmla="*/ 51664 h 53192"/>
                        <a:gd name="connsiteX3" fmla="*/ 19365 w 63363"/>
                        <a:gd name="connsiteY3" fmla="*/ 45663 h 53192"/>
                        <a:gd name="connsiteX4" fmla="*/ 8220 w 63363"/>
                        <a:gd name="connsiteY4" fmla="*/ 35757 h 53192"/>
                        <a:gd name="connsiteX5" fmla="*/ 1553 w 63363"/>
                        <a:gd name="connsiteY5" fmla="*/ 24899 h 53192"/>
                        <a:gd name="connsiteX6" fmla="*/ 3648 w 63363"/>
                        <a:gd name="connsiteY6" fmla="*/ 5944 h 53192"/>
                        <a:gd name="connsiteX7" fmla="*/ 21270 w 63363"/>
                        <a:gd name="connsiteY7" fmla="*/ 134 h 53192"/>
                        <a:gd name="connsiteX8" fmla="*/ 32414 w 63363"/>
                        <a:gd name="connsiteY8" fmla="*/ 2324 h 53192"/>
                        <a:gd name="connsiteX9" fmla="*/ 43463 w 63363"/>
                        <a:gd name="connsiteY9" fmla="*/ 7944 h 53192"/>
                        <a:gd name="connsiteX10" fmla="*/ 53083 w 63363"/>
                        <a:gd name="connsiteY10" fmla="*/ 15659 h 53192"/>
                        <a:gd name="connsiteX11" fmla="*/ 59846 w 63363"/>
                        <a:gd name="connsiteY11" fmla="*/ 24613 h 53192"/>
                        <a:gd name="connsiteX12" fmla="*/ 62132 w 63363"/>
                        <a:gd name="connsiteY12" fmla="*/ 42996 h 53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3363" h="53192">
                          <a:moveTo>
                            <a:pt x="62132" y="42996"/>
                          </a:moveTo>
                          <a:cubicBezTo>
                            <a:pt x="59751" y="48711"/>
                            <a:pt x="53845" y="52140"/>
                            <a:pt x="45939" y="52998"/>
                          </a:cubicBezTo>
                          <a:cubicBezTo>
                            <a:pt x="41939" y="53474"/>
                            <a:pt x="37462" y="53093"/>
                            <a:pt x="33081" y="51664"/>
                          </a:cubicBezTo>
                          <a:cubicBezTo>
                            <a:pt x="28604" y="50331"/>
                            <a:pt x="23937" y="48330"/>
                            <a:pt x="19365" y="45663"/>
                          </a:cubicBezTo>
                          <a:cubicBezTo>
                            <a:pt x="14888" y="42901"/>
                            <a:pt x="11268" y="39282"/>
                            <a:pt x="8220" y="35757"/>
                          </a:cubicBezTo>
                          <a:cubicBezTo>
                            <a:pt x="5268" y="32138"/>
                            <a:pt x="2791" y="28614"/>
                            <a:pt x="1553" y="24899"/>
                          </a:cubicBezTo>
                          <a:cubicBezTo>
                            <a:pt x="-1019" y="17469"/>
                            <a:pt x="-447" y="10611"/>
                            <a:pt x="3648" y="5944"/>
                          </a:cubicBezTo>
                          <a:cubicBezTo>
                            <a:pt x="7649" y="1277"/>
                            <a:pt x="14221" y="-533"/>
                            <a:pt x="21270" y="134"/>
                          </a:cubicBezTo>
                          <a:cubicBezTo>
                            <a:pt x="24794" y="515"/>
                            <a:pt x="28699" y="991"/>
                            <a:pt x="32414" y="2324"/>
                          </a:cubicBezTo>
                          <a:cubicBezTo>
                            <a:pt x="36224" y="3563"/>
                            <a:pt x="39843" y="5658"/>
                            <a:pt x="43463" y="7944"/>
                          </a:cubicBezTo>
                          <a:cubicBezTo>
                            <a:pt x="47178" y="10135"/>
                            <a:pt x="50416" y="12707"/>
                            <a:pt x="53083" y="15659"/>
                          </a:cubicBezTo>
                          <a:cubicBezTo>
                            <a:pt x="55750" y="18708"/>
                            <a:pt x="58036" y="21660"/>
                            <a:pt x="59846" y="24613"/>
                          </a:cubicBezTo>
                          <a:cubicBezTo>
                            <a:pt x="63275" y="30614"/>
                            <a:pt x="64513" y="37376"/>
                            <a:pt x="62132" y="4299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0" name="Forme libre : forme 14639">
                      <a:extLst>
                        <a:ext uri="{FF2B5EF4-FFF2-40B4-BE49-F238E27FC236}">
                          <a16:creationId xmlns:a16="http://schemas.microsoft.com/office/drawing/2014/main" id="{462E25E4-146A-470C-A24B-E749AA5767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5097" y="3200514"/>
                      <a:ext cx="35339" cy="52273"/>
                    </a:xfrm>
                    <a:custGeom>
                      <a:avLst/>
                      <a:gdLst>
                        <a:gd name="connsiteX0" fmla="*/ 26672 w 35339"/>
                        <a:gd name="connsiteY0" fmla="*/ 838 h 52273"/>
                        <a:gd name="connsiteX1" fmla="*/ 13623 w 35339"/>
                        <a:gd name="connsiteY1" fmla="*/ 457 h 52273"/>
                        <a:gd name="connsiteX2" fmla="*/ 3621 w 35339"/>
                        <a:gd name="connsiteY2" fmla="*/ 5982 h 52273"/>
                        <a:gd name="connsiteX3" fmla="*/ 1526 w 35339"/>
                        <a:gd name="connsiteY3" fmla="*/ 24936 h 52273"/>
                        <a:gd name="connsiteX4" fmla="*/ 8193 w 35339"/>
                        <a:gd name="connsiteY4" fmla="*/ 35795 h 52273"/>
                        <a:gd name="connsiteX5" fmla="*/ 19338 w 35339"/>
                        <a:gd name="connsiteY5" fmla="*/ 45701 h 52273"/>
                        <a:gd name="connsiteX6" fmla="*/ 35340 w 35339"/>
                        <a:gd name="connsiteY6" fmla="*/ 52273 h 52273"/>
                        <a:gd name="connsiteX7" fmla="*/ 28005 w 35339"/>
                        <a:gd name="connsiteY7" fmla="*/ 46177 h 52273"/>
                        <a:gd name="connsiteX8" fmla="*/ 19338 w 35339"/>
                        <a:gd name="connsiteY8" fmla="*/ 22174 h 52273"/>
                        <a:gd name="connsiteX9" fmla="*/ 26672 w 35339"/>
                        <a:gd name="connsiteY9" fmla="*/ 838 h 52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5339" h="52273">
                          <a:moveTo>
                            <a:pt x="26672" y="838"/>
                          </a:moveTo>
                          <a:cubicBezTo>
                            <a:pt x="21909" y="76"/>
                            <a:pt x="17623" y="-400"/>
                            <a:pt x="13623" y="457"/>
                          </a:cubicBezTo>
                          <a:cubicBezTo>
                            <a:pt x="9622" y="1219"/>
                            <a:pt x="6098" y="3029"/>
                            <a:pt x="3621" y="5982"/>
                          </a:cubicBezTo>
                          <a:cubicBezTo>
                            <a:pt x="-379" y="10649"/>
                            <a:pt x="-1046" y="17507"/>
                            <a:pt x="1526" y="24936"/>
                          </a:cubicBezTo>
                          <a:cubicBezTo>
                            <a:pt x="2764" y="28651"/>
                            <a:pt x="5241" y="32176"/>
                            <a:pt x="8193" y="35795"/>
                          </a:cubicBezTo>
                          <a:cubicBezTo>
                            <a:pt x="11241" y="39319"/>
                            <a:pt x="14861" y="42939"/>
                            <a:pt x="19338" y="45701"/>
                          </a:cubicBezTo>
                          <a:cubicBezTo>
                            <a:pt x="24671" y="48844"/>
                            <a:pt x="30196" y="51035"/>
                            <a:pt x="35340" y="52273"/>
                          </a:cubicBezTo>
                          <a:cubicBezTo>
                            <a:pt x="32673" y="50559"/>
                            <a:pt x="30101" y="48558"/>
                            <a:pt x="28005" y="46177"/>
                          </a:cubicBezTo>
                          <a:cubicBezTo>
                            <a:pt x="22386" y="39224"/>
                            <a:pt x="19528" y="30366"/>
                            <a:pt x="19338" y="22174"/>
                          </a:cubicBezTo>
                          <a:cubicBezTo>
                            <a:pt x="19147" y="13983"/>
                            <a:pt x="21624" y="6458"/>
                            <a:pt x="26672" y="838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1" name="Forme libre : forme 14640">
                      <a:extLst>
                        <a:ext uri="{FF2B5EF4-FFF2-40B4-BE49-F238E27FC236}">
                          <a16:creationId xmlns:a16="http://schemas.microsoft.com/office/drawing/2014/main" id="{613CAC73-FCDF-4E1F-AF34-761480C26B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4727" y="3206512"/>
                      <a:ext cx="65005" cy="53095"/>
                    </a:xfrm>
                    <a:custGeom>
                      <a:avLst/>
                      <a:gdLst>
                        <a:gd name="connsiteX0" fmla="*/ 63904 w 65005"/>
                        <a:gd name="connsiteY0" fmla="*/ 42941 h 53095"/>
                        <a:gd name="connsiteX1" fmla="*/ 47712 w 65005"/>
                        <a:gd name="connsiteY1" fmla="*/ 52943 h 53095"/>
                        <a:gd name="connsiteX2" fmla="*/ 34472 w 65005"/>
                        <a:gd name="connsiteY2" fmla="*/ 51895 h 53095"/>
                        <a:gd name="connsiteX3" fmla="*/ 20470 w 65005"/>
                        <a:gd name="connsiteY3" fmla="*/ 45799 h 53095"/>
                        <a:gd name="connsiteX4" fmla="*/ 1801 w 65005"/>
                        <a:gd name="connsiteY4" fmla="*/ 25130 h 53095"/>
                        <a:gd name="connsiteX5" fmla="*/ 87 w 65005"/>
                        <a:gd name="connsiteY5" fmla="*/ 14557 h 53095"/>
                        <a:gd name="connsiteX6" fmla="*/ 3516 w 65005"/>
                        <a:gd name="connsiteY6" fmla="*/ 5984 h 53095"/>
                        <a:gd name="connsiteX7" fmla="*/ 11136 w 65005"/>
                        <a:gd name="connsiteY7" fmla="*/ 1031 h 53095"/>
                        <a:gd name="connsiteX8" fmla="*/ 21137 w 65005"/>
                        <a:gd name="connsiteY8" fmla="*/ 79 h 53095"/>
                        <a:gd name="connsiteX9" fmla="*/ 43902 w 65005"/>
                        <a:gd name="connsiteY9" fmla="*/ 7794 h 53095"/>
                        <a:gd name="connsiteX10" fmla="*/ 53808 w 65005"/>
                        <a:gd name="connsiteY10" fmla="*/ 15605 h 53095"/>
                        <a:gd name="connsiteX11" fmla="*/ 61047 w 65005"/>
                        <a:gd name="connsiteY11" fmla="*/ 24368 h 53095"/>
                        <a:gd name="connsiteX12" fmla="*/ 63904 w 65005"/>
                        <a:gd name="connsiteY12" fmla="*/ 42941 h 53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5005" h="53095">
                          <a:moveTo>
                            <a:pt x="63904" y="42941"/>
                          </a:moveTo>
                          <a:cubicBezTo>
                            <a:pt x="61618" y="48656"/>
                            <a:pt x="55713" y="52181"/>
                            <a:pt x="47712" y="52943"/>
                          </a:cubicBezTo>
                          <a:cubicBezTo>
                            <a:pt x="43711" y="53229"/>
                            <a:pt x="39044" y="53229"/>
                            <a:pt x="34472" y="51895"/>
                          </a:cubicBezTo>
                          <a:cubicBezTo>
                            <a:pt x="29900" y="50562"/>
                            <a:pt x="25138" y="48561"/>
                            <a:pt x="20470" y="45799"/>
                          </a:cubicBezTo>
                          <a:cubicBezTo>
                            <a:pt x="11041" y="40370"/>
                            <a:pt x="5040" y="32083"/>
                            <a:pt x="1801" y="25130"/>
                          </a:cubicBezTo>
                          <a:cubicBezTo>
                            <a:pt x="182" y="21605"/>
                            <a:pt x="-199" y="17796"/>
                            <a:pt x="87" y="14557"/>
                          </a:cubicBezTo>
                          <a:cubicBezTo>
                            <a:pt x="373" y="11318"/>
                            <a:pt x="1516" y="8366"/>
                            <a:pt x="3516" y="5984"/>
                          </a:cubicBezTo>
                          <a:cubicBezTo>
                            <a:pt x="5516" y="3603"/>
                            <a:pt x="8088" y="1984"/>
                            <a:pt x="11136" y="1031"/>
                          </a:cubicBezTo>
                          <a:cubicBezTo>
                            <a:pt x="14184" y="-16"/>
                            <a:pt x="17422" y="-112"/>
                            <a:pt x="21137" y="79"/>
                          </a:cubicBezTo>
                          <a:cubicBezTo>
                            <a:pt x="28662" y="174"/>
                            <a:pt x="36282" y="3413"/>
                            <a:pt x="43902" y="7794"/>
                          </a:cubicBezTo>
                          <a:cubicBezTo>
                            <a:pt x="47712" y="9985"/>
                            <a:pt x="51046" y="12652"/>
                            <a:pt x="53808" y="15605"/>
                          </a:cubicBezTo>
                          <a:cubicBezTo>
                            <a:pt x="56570" y="18653"/>
                            <a:pt x="59142" y="21224"/>
                            <a:pt x="61047" y="24368"/>
                          </a:cubicBezTo>
                          <a:cubicBezTo>
                            <a:pt x="64762" y="30464"/>
                            <a:pt x="66190" y="37226"/>
                            <a:pt x="63904" y="4294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2" name="Forme libre : forme 14641">
                      <a:extLst>
                        <a:ext uri="{FF2B5EF4-FFF2-40B4-BE49-F238E27FC236}">
                          <a16:creationId xmlns:a16="http://schemas.microsoft.com/office/drawing/2014/main" id="{1D9D3FAA-3BA0-4C76-9555-393559CC7D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0395" y="3167148"/>
                      <a:ext cx="74137" cy="102771"/>
                    </a:xfrm>
                    <a:custGeom>
                      <a:avLst/>
                      <a:gdLst>
                        <a:gd name="connsiteX0" fmla="*/ 14701 w 74137"/>
                        <a:gd name="connsiteY0" fmla="*/ 21250 h 102771"/>
                        <a:gd name="connsiteX1" fmla="*/ 1557 w 74137"/>
                        <a:gd name="connsiteY1" fmla="*/ 37443 h 102771"/>
                        <a:gd name="connsiteX2" fmla="*/ 2128 w 74137"/>
                        <a:gd name="connsiteY2" fmla="*/ 58779 h 102771"/>
                        <a:gd name="connsiteX3" fmla="*/ 15368 w 74137"/>
                        <a:gd name="connsiteY3" fmla="*/ 80305 h 102771"/>
                        <a:gd name="connsiteX4" fmla="*/ 52802 w 74137"/>
                        <a:gd name="connsiteY4" fmla="*/ 102403 h 102771"/>
                        <a:gd name="connsiteX5" fmla="*/ 67375 w 74137"/>
                        <a:gd name="connsiteY5" fmla="*/ 100879 h 102771"/>
                        <a:gd name="connsiteX6" fmla="*/ 74137 w 74137"/>
                        <a:gd name="connsiteY6" fmla="*/ 91354 h 102771"/>
                        <a:gd name="connsiteX7" fmla="*/ 67660 w 74137"/>
                        <a:gd name="connsiteY7" fmla="*/ 75733 h 102771"/>
                        <a:gd name="connsiteX8" fmla="*/ 56611 w 74137"/>
                        <a:gd name="connsiteY8" fmla="*/ 38872 h 102771"/>
                        <a:gd name="connsiteX9" fmla="*/ 56516 w 74137"/>
                        <a:gd name="connsiteY9" fmla="*/ 17631 h 102771"/>
                        <a:gd name="connsiteX10" fmla="*/ 54135 w 74137"/>
                        <a:gd name="connsiteY10" fmla="*/ 7534 h 102771"/>
                        <a:gd name="connsiteX11" fmla="*/ 47467 w 74137"/>
                        <a:gd name="connsiteY11" fmla="*/ 772 h 102771"/>
                        <a:gd name="connsiteX12" fmla="*/ 14701 w 74137"/>
                        <a:gd name="connsiteY12" fmla="*/ 21250 h 102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4137" h="102771">
                          <a:moveTo>
                            <a:pt x="14701" y="21250"/>
                          </a:moveTo>
                          <a:cubicBezTo>
                            <a:pt x="9463" y="25918"/>
                            <a:pt x="4129" y="30775"/>
                            <a:pt x="1557" y="37443"/>
                          </a:cubicBezTo>
                          <a:cubicBezTo>
                            <a:pt x="-824" y="43824"/>
                            <a:pt x="-348" y="51159"/>
                            <a:pt x="2128" y="58779"/>
                          </a:cubicBezTo>
                          <a:cubicBezTo>
                            <a:pt x="4510" y="66399"/>
                            <a:pt x="9844" y="73638"/>
                            <a:pt x="15368" y="80305"/>
                          </a:cubicBezTo>
                          <a:cubicBezTo>
                            <a:pt x="25179" y="90973"/>
                            <a:pt x="38419" y="100498"/>
                            <a:pt x="52802" y="102403"/>
                          </a:cubicBezTo>
                          <a:cubicBezTo>
                            <a:pt x="58040" y="103165"/>
                            <a:pt x="63374" y="102784"/>
                            <a:pt x="67375" y="100879"/>
                          </a:cubicBezTo>
                          <a:cubicBezTo>
                            <a:pt x="71470" y="98879"/>
                            <a:pt x="74137" y="95640"/>
                            <a:pt x="74137" y="91354"/>
                          </a:cubicBezTo>
                          <a:cubicBezTo>
                            <a:pt x="74042" y="86306"/>
                            <a:pt x="70613" y="80591"/>
                            <a:pt x="67660" y="75733"/>
                          </a:cubicBezTo>
                          <a:cubicBezTo>
                            <a:pt x="60517" y="64208"/>
                            <a:pt x="57278" y="50968"/>
                            <a:pt x="56611" y="38872"/>
                          </a:cubicBezTo>
                          <a:cubicBezTo>
                            <a:pt x="56230" y="33823"/>
                            <a:pt x="57183" y="25060"/>
                            <a:pt x="56516" y="17631"/>
                          </a:cubicBezTo>
                          <a:cubicBezTo>
                            <a:pt x="56230" y="13916"/>
                            <a:pt x="55468" y="10392"/>
                            <a:pt x="54135" y="7534"/>
                          </a:cubicBezTo>
                          <a:cubicBezTo>
                            <a:pt x="52802" y="4486"/>
                            <a:pt x="50801" y="2105"/>
                            <a:pt x="47467" y="772"/>
                          </a:cubicBezTo>
                          <a:cubicBezTo>
                            <a:pt x="35752" y="-3991"/>
                            <a:pt x="21750" y="14583"/>
                            <a:pt x="14701" y="2125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3" name="Forme libre : forme 14642">
                      <a:extLst>
                        <a:ext uri="{FF2B5EF4-FFF2-40B4-BE49-F238E27FC236}">
                          <a16:creationId xmlns:a16="http://schemas.microsoft.com/office/drawing/2014/main" id="{B2360F3D-0900-4B4E-893D-652E143517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8054" y="3180047"/>
                      <a:ext cx="30456" cy="16126"/>
                    </a:xfrm>
                    <a:custGeom>
                      <a:avLst/>
                      <a:gdLst>
                        <a:gd name="connsiteX0" fmla="*/ 5713 w 30456"/>
                        <a:gd name="connsiteY0" fmla="*/ 1302 h 16126"/>
                        <a:gd name="connsiteX1" fmla="*/ 1332 w 30456"/>
                        <a:gd name="connsiteY1" fmla="*/ 3683 h 16126"/>
                        <a:gd name="connsiteX2" fmla="*/ 284 w 30456"/>
                        <a:gd name="connsiteY2" fmla="*/ 8446 h 16126"/>
                        <a:gd name="connsiteX3" fmla="*/ 3999 w 30456"/>
                        <a:gd name="connsiteY3" fmla="*/ 11589 h 16126"/>
                        <a:gd name="connsiteX4" fmla="*/ 15810 w 30456"/>
                        <a:gd name="connsiteY4" fmla="*/ 15590 h 16126"/>
                        <a:gd name="connsiteX5" fmla="*/ 20763 w 30456"/>
                        <a:gd name="connsiteY5" fmla="*/ 16066 h 16126"/>
                        <a:gd name="connsiteX6" fmla="*/ 29431 w 30456"/>
                        <a:gd name="connsiteY6" fmla="*/ 10732 h 16126"/>
                        <a:gd name="connsiteX7" fmla="*/ 27240 w 30456"/>
                        <a:gd name="connsiteY7" fmla="*/ 2731 h 16126"/>
                        <a:gd name="connsiteX8" fmla="*/ 5713 w 30456"/>
                        <a:gd name="connsiteY8" fmla="*/ 1302 h 161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0456" h="16126">
                          <a:moveTo>
                            <a:pt x="5713" y="1302"/>
                          </a:moveTo>
                          <a:cubicBezTo>
                            <a:pt x="4094" y="1778"/>
                            <a:pt x="2475" y="2445"/>
                            <a:pt x="1332" y="3683"/>
                          </a:cubicBezTo>
                          <a:cubicBezTo>
                            <a:pt x="189" y="4922"/>
                            <a:pt x="-383" y="6826"/>
                            <a:pt x="284" y="8446"/>
                          </a:cubicBezTo>
                          <a:cubicBezTo>
                            <a:pt x="951" y="9970"/>
                            <a:pt x="2475" y="10922"/>
                            <a:pt x="3999" y="11589"/>
                          </a:cubicBezTo>
                          <a:cubicBezTo>
                            <a:pt x="7904" y="13399"/>
                            <a:pt x="11809" y="14732"/>
                            <a:pt x="15810" y="15590"/>
                          </a:cubicBezTo>
                          <a:cubicBezTo>
                            <a:pt x="17429" y="15971"/>
                            <a:pt x="19144" y="16256"/>
                            <a:pt x="20763" y="16066"/>
                          </a:cubicBezTo>
                          <a:cubicBezTo>
                            <a:pt x="24192" y="15780"/>
                            <a:pt x="27811" y="13304"/>
                            <a:pt x="29431" y="10732"/>
                          </a:cubicBezTo>
                          <a:cubicBezTo>
                            <a:pt x="31050" y="8160"/>
                            <a:pt x="31050" y="5112"/>
                            <a:pt x="27240" y="2731"/>
                          </a:cubicBezTo>
                          <a:cubicBezTo>
                            <a:pt x="21525" y="-889"/>
                            <a:pt x="12190" y="-412"/>
                            <a:pt x="5713" y="130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4" name="Forme libre : forme 14643">
                      <a:extLst>
                        <a:ext uri="{FF2B5EF4-FFF2-40B4-BE49-F238E27FC236}">
                          <a16:creationId xmlns:a16="http://schemas.microsoft.com/office/drawing/2014/main" id="{B894649B-E730-49D4-A886-78CF36628D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68150" y="3261074"/>
                      <a:ext cx="62007" cy="26861"/>
                    </a:xfrm>
                    <a:custGeom>
                      <a:avLst/>
                      <a:gdLst>
                        <a:gd name="connsiteX0" fmla="*/ 62008 w 62007"/>
                        <a:gd name="connsiteY0" fmla="*/ 0 h 26861"/>
                        <a:gd name="connsiteX1" fmla="*/ 52007 w 62007"/>
                        <a:gd name="connsiteY1" fmla="*/ 16097 h 26861"/>
                        <a:gd name="connsiteX2" fmla="*/ 33338 w 62007"/>
                        <a:gd name="connsiteY2" fmla="*/ 25622 h 26861"/>
                        <a:gd name="connsiteX3" fmla="*/ 0 w 62007"/>
                        <a:gd name="connsiteY3" fmla="*/ 23717 h 26861"/>
                        <a:gd name="connsiteX4" fmla="*/ 24384 w 62007"/>
                        <a:gd name="connsiteY4" fmla="*/ 24384 h 26861"/>
                        <a:gd name="connsiteX5" fmla="*/ 45053 w 62007"/>
                        <a:gd name="connsiteY5" fmla="*/ 17145 h 26861"/>
                        <a:gd name="connsiteX6" fmla="*/ 62008 w 62007"/>
                        <a:gd name="connsiteY6" fmla="*/ 0 h 26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007" h="26861">
                          <a:moveTo>
                            <a:pt x="62008" y="0"/>
                          </a:moveTo>
                          <a:cubicBezTo>
                            <a:pt x="62008" y="0"/>
                            <a:pt x="60293" y="8382"/>
                            <a:pt x="52007" y="16097"/>
                          </a:cubicBezTo>
                          <a:cubicBezTo>
                            <a:pt x="47816" y="19907"/>
                            <a:pt x="41910" y="23527"/>
                            <a:pt x="33338" y="25622"/>
                          </a:cubicBezTo>
                          <a:cubicBezTo>
                            <a:pt x="24765" y="27813"/>
                            <a:pt x="14002" y="27051"/>
                            <a:pt x="0" y="23717"/>
                          </a:cubicBezTo>
                          <a:cubicBezTo>
                            <a:pt x="0" y="23717"/>
                            <a:pt x="11144" y="26098"/>
                            <a:pt x="24384" y="24384"/>
                          </a:cubicBezTo>
                          <a:cubicBezTo>
                            <a:pt x="30956" y="23813"/>
                            <a:pt x="38481" y="20955"/>
                            <a:pt x="45053" y="17145"/>
                          </a:cubicBezTo>
                          <a:cubicBezTo>
                            <a:pt x="51625" y="13145"/>
                            <a:pt x="57531" y="7620"/>
                            <a:pt x="6200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5" name="Forme libre : forme 14644">
                      <a:extLst>
                        <a:ext uri="{FF2B5EF4-FFF2-40B4-BE49-F238E27FC236}">
                          <a16:creationId xmlns:a16="http://schemas.microsoft.com/office/drawing/2014/main" id="{4749FF50-79A8-4340-847E-C0C18EE69F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5763" y="3151850"/>
                      <a:ext cx="60483" cy="9878"/>
                    </a:xfrm>
                    <a:custGeom>
                      <a:avLst/>
                      <a:gdLst>
                        <a:gd name="connsiteX0" fmla="*/ 60484 w 60483"/>
                        <a:gd name="connsiteY0" fmla="*/ 9783 h 9878"/>
                        <a:gd name="connsiteX1" fmla="*/ 55721 w 60483"/>
                        <a:gd name="connsiteY1" fmla="*/ 6925 h 9878"/>
                        <a:gd name="connsiteX2" fmla="*/ 43053 w 60483"/>
                        <a:gd name="connsiteY2" fmla="*/ 1686 h 9878"/>
                        <a:gd name="connsiteX3" fmla="*/ 0 w 60483"/>
                        <a:gd name="connsiteY3" fmla="*/ 9878 h 9878"/>
                        <a:gd name="connsiteX4" fmla="*/ 20003 w 60483"/>
                        <a:gd name="connsiteY4" fmla="*/ 3687 h 9878"/>
                        <a:gd name="connsiteX5" fmla="*/ 39433 w 60483"/>
                        <a:gd name="connsiteY5" fmla="*/ 3115 h 9878"/>
                        <a:gd name="connsiteX6" fmla="*/ 60484 w 60483"/>
                        <a:gd name="connsiteY6" fmla="*/ 9783 h 9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0483" h="9878">
                          <a:moveTo>
                            <a:pt x="60484" y="9783"/>
                          </a:moveTo>
                          <a:cubicBezTo>
                            <a:pt x="60484" y="9783"/>
                            <a:pt x="58769" y="8449"/>
                            <a:pt x="55721" y="6925"/>
                          </a:cubicBezTo>
                          <a:cubicBezTo>
                            <a:pt x="52673" y="5401"/>
                            <a:pt x="48482" y="3020"/>
                            <a:pt x="43053" y="1686"/>
                          </a:cubicBezTo>
                          <a:cubicBezTo>
                            <a:pt x="32195" y="-790"/>
                            <a:pt x="17336" y="-2219"/>
                            <a:pt x="0" y="9878"/>
                          </a:cubicBezTo>
                          <a:cubicBezTo>
                            <a:pt x="0" y="9878"/>
                            <a:pt x="8287" y="5497"/>
                            <a:pt x="20003" y="3687"/>
                          </a:cubicBezTo>
                          <a:cubicBezTo>
                            <a:pt x="25813" y="2734"/>
                            <a:pt x="32385" y="2544"/>
                            <a:pt x="39433" y="3115"/>
                          </a:cubicBezTo>
                          <a:cubicBezTo>
                            <a:pt x="46387" y="3782"/>
                            <a:pt x="53340" y="6354"/>
                            <a:pt x="60484" y="97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6" name="Forme libre : forme 14645">
                      <a:extLst>
                        <a:ext uri="{FF2B5EF4-FFF2-40B4-BE49-F238E27FC236}">
                          <a16:creationId xmlns:a16="http://schemas.microsoft.com/office/drawing/2014/main" id="{167885C6-6B77-44ED-9883-2BA3A8F5A0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77449" y="3211785"/>
                      <a:ext cx="20342" cy="21240"/>
                    </a:xfrm>
                    <a:custGeom>
                      <a:avLst/>
                      <a:gdLst>
                        <a:gd name="connsiteX0" fmla="*/ 18895 w 20342"/>
                        <a:gd name="connsiteY0" fmla="*/ 20142 h 21240"/>
                        <a:gd name="connsiteX1" fmla="*/ 4417 w 20342"/>
                        <a:gd name="connsiteY1" fmla="*/ 15094 h 21240"/>
                        <a:gd name="connsiteX2" fmla="*/ 1941 w 20342"/>
                        <a:gd name="connsiteY2" fmla="*/ 806 h 21240"/>
                        <a:gd name="connsiteX3" fmla="*/ 15657 w 20342"/>
                        <a:gd name="connsiteY3" fmla="*/ 5855 h 21240"/>
                        <a:gd name="connsiteX4" fmla="*/ 18895 w 20342"/>
                        <a:gd name="connsiteY4" fmla="*/ 20142 h 212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342" h="21240">
                          <a:moveTo>
                            <a:pt x="18895" y="20142"/>
                          </a:moveTo>
                          <a:cubicBezTo>
                            <a:pt x="15942" y="22809"/>
                            <a:pt x="9370" y="20428"/>
                            <a:pt x="4417" y="15094"/>
                          </a:cubicBezTo>
                          <a:cubicBezTo>
                            <a:pt x="-631" y="9855"/>
                            <a:pt x="-1203" y="3092"/>
                            <a:pt x="1941" y="806"/>
                          </a:cubicBezTo>
                          <a:cubicBezTo>
                            <a:pt x="5084" y="-1289"/>
                            <a:pt x="11180" y="806"/>
                            <a:pt x="15657" y="5855"/>
                          </a:cubicBezTo>
                          <a:cubicBezTo>
                            <a:pt x="20229" y="11093"/>
                            <a:pt x="21753" y="17570"/>
                            <a:pt x="18895" y="2014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7" name="Forme libre : forme 14646">
                      <a:extLst>
                        <a:ext uri="{FF2B5EF4-FFF2-40B4-BE49-F238E27FC236}">
                          <a16:creationId xmlns:a16="http://schemas.microsoft.com/office/drawing/2014/main" id="{66170AC6-2C21-4511-9676-375CFC56A6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3875" y="3227005"/>
                      <a:ext cx="6859" cy="6493"/>
                    </a:xfrm>
                    <a:custGeom>
                      <a:avLst/>
                      <a:gdLst>
                        <a:gd name="connsiteX0" fmla="*/ 6564 w 6859"/>
                        <a:gd name="connsiteY0" fmla="*/ 4731 h 6493"/>
                        <a:gd name="connsiteX1" fmla="*/ 1897 w 6859"/>
                        <a:gd name="connsiteY1" fmla="*/ 6160 h 6493"/>
                        <a:gd name="connsiteX2" fmla="*/ 373 w 6859"/>
                        <a:gd name="connsiteY2" fmla="*/ 1588 h 6493"/>
                        <a:gd name="connsiteX3" fmla="*/ 4850 w 6859"/>
                        <a:gd name="connsiteY3" fmla="*/ 445 h 6493"/>
                        <a:gd name="connsiteX4" fmla="*/ 6564 w 6859"/>
                        <a:gd name="connsiteY4" fmla="*/ 4731 h 6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9" h="6493">
                          <a:moveTo>
                            <a:pt x="6564" y="4731"/>
                          </a:moveTo>
                          <a:cubicBezTo>
                            <a:pt x="5802" y="6351"/>
                            <a:pt x="3707" y="6922"/>
                            <a:pt x="1897" y="6160"/>
                          </a:cubicBezTo>
                          <a:cubicBezTo>
                            <a:pt x="182" y="5303"/>
                            <a:pt x="-484" y="3112"/>
                            <a:pt x="373" y="1588"/>
                          </a:cubicBezTo>
                          <a:cubicBezTo>
                            <a:pt x="1230" y="-31"/>
                            <a:pt x="3231" y="-412"/>
                            <a:pt x="4850" y="445"/>
                          </a:cubicBezTo>
                          <a:cubicBezTo>
                            <a:pt x="6564" y="1302"/>
                            <a:pt x="7326" y="3207"/>
                            <a:pt x="6564" y="47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8" name="Forme libre : forme 14647">
                      <a:extLst>
                        <a:ext uri="{FF2B5EF4-FFF2-40B4-BE49-F238E27FC236}">
                          <a16:creationId xmlns:a16="http://schemas.microsoft.com/office/drawing/2014/main" id="{37809C48-8D1F-48C8-BBA1-A63145C36F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5862" y="3183646"/>
                      <a:ext cx="36047" cy="69333"/>
                    </a:xfrm>
                    <a:custGeom>
                      <a:avLst/>
                      <a:gdLst>
                        <a:gd name="connsiteX0" fmla="*/ 35915 w 36047"/>
                        <a:gd name="connsiteY0" fmla="*/ 34661 h 69333"/>
                        <a:gd name="connsiteX1" fmla="*/ 31533 w 36047"/>
                        <a:gd name="connsiteY1" fmla="*/ 62760 h 69333"/>
                        <a:gd name="connsiteX2" fmla="*/ 23913 w 36047"/>
                        <a:gd name="connsiteY2" fmla="*/ 69237 h 69333"/>
                        <a:gd name="connsiteX3" fmla="*/ 18389 w 36047"/>
                        <a:gd name="connsiteY3" fmla="*/ 61522 h 69333"/>
                        <a:gd name="connsiteX4" fmla="*/ 15150 w 36047"/>
                        <a:gd name="connsiteY4" fmla="*/ 31708 h 69333"/>
                        <a:gd name="connsiteX5" fmla="*/ 10483 w 36047"/>
                        <a:gd name="connsiteY5" fmla="*/ 25517 h 69333"/>
                        <a:gd name="connsiteX6" fmla="*/ 4006 w 36047"/>
                        <a:gd name="connsiteY6" fmla="*/ 16087 h 69333"/>
                        <a:gd name="connsiteX7" fmla="*/ 101 w 36047"/>
                        <a:gd name="connsiteY7" fmla="*/ 6943 h 69333"/>
                        <a:gd name="connsiteX8" fmla="*/ 2672 w 36047"/>
                        <a:gd name="connsiteY8" fmla="*/ 847 h 69333"/>
                        <a:gd name="connsiteX9" fmla="*/ 18103 w 36047"/>
                        <a:gd name="connsiteY9" fmla="*/ 4181 h 69333"/>
                        <a:gd name="connsiteX10" fmla="*/ 25247 w 36047"/>
                        <a:gd name="connsiteY10" fmla="*/ 9801 h 69333"/>
                        <a:gd name="connsiteX11" fmla="*/ 30009 w 36047"/>
                        <a:gd name="connsiteY11" fmla="*/ 15135 h 69333"/>
                        <a:gd name="connsiteX12" fmla="*/ 35915 w 36047"/>
                        <a:gd name="connsiteY12" fmla="*/ 34661 h 69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6047" h="69333">
                          <a:moveTo>
                            <a:pt x="35915" y="34661"/>
                          </a:moveTo>
                          <a:cubicBezTo>
                            <a:pt x="36581" y="44091"/>
                            <a:pt x="34676" y="53711"/>
                            <a:pt x="31533" y="62760"/>
                          </a:cubicBezTo>
                          <a:cubicBezTo>
                            <a:pt x="30390" y="66093"/>
                            <a:pt x="27914" y="69999"/>
                            <a:pt x="23913" y="69237"/>
                          </a:cubicBezTo>
                          <a:cubicBezTo>
                            <a:pt x="20294" y="68570"/>
                            <a:pt x="18770" y="64665"/>
                            <a:pt x="18389" y="61522"/>
                          </a:cubicBezTo>
                          <a:cubicBezTo>
                            <a:pt x="17246" y="51425"/>
                            <a:pt x="19246" y="40566"/>
                            <a:pt x="15150" y="31708"/>
                          </a:cubicBezTo>
                          <a:cubicBezTo>
                            <a:pt x="14579" y="30280"/>
                            <a:pt x="12579" y="28279"/>
                            <a:pt x="10483" y="25517"/>
                          </a:cubicBezTo>
                          <a:cubicBezTo>
                            <a:pt x="8388" y="22659"/>
                            <a:pt x="6006" y="19326"/>
                            <a:pt x="4006" y="16087"/>
                          </a:cubicBezTo>
                          <a:cubicBezTo>
                            <a:pt x="2006" y="12849"/>
                            <a:pt x="386" y="9896"/>
                            <a:pt x="101" y="6943"/>
                          </a:cubicBezTo>
                          <a:cubicBezTo>
                            <a:pt x="-280" y="4086"/>
                            <a:pt x="386" y="1895"/>
                            <a:pt x="2672" y="847"/>
                          </a:cubicBezTo>
                          <a:cubicBezTo>
                            <a:pt x="7149" y="-1153"/>
                            <a:pt x="13055" y="561"/>
                            <a:pt x="18103" y="4181"/>
                          </a:cubicBezTo>
                          <a:cubicBezTo>
                            <a:pt x="20580" y="6086"/>
                            <a:pt x="23056" y="8086"/>
                            <a:pt x="25247" y="9801"/>
                          </a:cubicBezTo>
                          <a:cubicBezTo>
                            <a:pt x="27342" y="11706"/>
                            <a:pt x="29057" y="13611"/>
                            <a:pt x="30009" y="15135"/>
                          </a:cubicBezTo>
                          <a:cubicBezTo>
                            <a:pt x="33343" y="20945"/>
                            <a:pt x="35439" y="27517"/>
                            <a:pt x="35915" y="346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29" name="Graphique 1">
                    <a:extLst>
                      <a:ext uri="{FF2B5EF4-FFF2-40B4-BE49-F238E27FC236}">
                        <a16:creationId xmlns:a16="http://schemas.microsoft.com/office/drawing/2014/main" id="{63D46234-0C3D-496A-8110-F086D2741468}"/>
                      </a:ext>
                    </a:extLst>
                  </p:cNvPr>
                  <p:cNvGrpSpPr/>
                  <p:nvPr/>
                </p:nvGrpSpPr>
                <p:grpSpPr>
                  <a:xfrm>
                    <a:off x="1232510" y="3194614"/>
                    <a:ext cx="163847" cy="122308"/>
                    <a:chOff x="1232510" y="3194614"/>
                    <a:chExt cx="163847" cy="122308"/>
                  </a:xfrm>
                  <a:solidFill>
                    <a:schemeClr val="accent1"/>
                  </a:solidFill>
                </p:grpSpPr>
                <p:sp>
                  <p:nvSpPr>
                    <p:cNvPr id="14625" name="Forme libre : forme 14624">
                      <a:extLst>
                        <a:ext uri="{FF2B5EF4-FFF2-40B4-BE49-F238E27FC236}">
                          <a16:creationId xmlns:a16="http://schemas.microsoft.com/office/drawing/2014/main" id="{8110A592-4E48-4167-A429-33A471A789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32510" y="3194614"/>
                      <a:ext cx="163719" cy="122279"/>
                    </a:xfrm>
                    <a:custGeom>
                      <a:avLst/>
                      <a:gdLst>
                        <a:gd name="connsiteX0" fmla="*/ 121473 w 163719"/>
                        <a:gd name="connsiteY0" fmla="*/ 115228 h 122279"/>
                        <a:gd name="connsiteX1" fmla="*/ 103471 w 163719"/>
                        <a:gd name="connsiteY1" fmla="*/ 119038 h 122279"/>
                        <a:gd name="connsiteX2" fmla="*/ 85468 w 163719"/>
                        <a:gd name="connsiteY2" fmla="*/ 121133 h 122279"/>
                        <a:gd name="connsiteX3" fmla="*/ 49940 w 163719"/>
                        <a:gd name="connsiteY3" fmla="*/ 122181 h 122279"/>
                        <a:gd name="connsiteX4" fmla="*/ 27175 w 163719"/>
                        <a:gd name="connsiteY4" fmla="*/ 116943 h 122279"/>
                        <a:gd name="connsiteX5" fmla="*/ 10221 w 163719"/>
                        <a:gd name="connsiteY5" fmla="*/ 105132 h 122279"/>
                        <a:gd name="connsiteX6" fmla="*/ 1077 w 163719"/>
                        <a:gd name="connsiteY6" fmla="*/ 72270 h 122279"/>
                        <a:gd name="connsiteX7" fmla="*/ 9173 w 163719"/>
                        <a:gd name="connsiteY7" fmla="*/ 40838 h 122279"/>
                        <a:gd name="connsiteX8" fmla="*/ 27366 w 163719"/>
                        <a:gd name="connsiteY8" fmla="*/ 13882 h 122279"/>
                        <a:gd name="connsiteX9" fmla="*/ 40320 w 163719"/>
                        <a:gd name="connsiteY9" fmla="*/ 6548 h 122279"/>
                        <a:gd name="connsiteX10" fmla="*/ 54322 w 163719"/>
                        <a:gd name="connsiteY10" fmla="*/ 4357 h 122279"/>
                        <a:gd name="connsiteX11" fmla="*/ 74705 w 163719"/>
                        <a:gd name="connsiteY11" fmla="*/ 3786 h 122279"/>
                        <a:gd name="connsiteX12" fmla="*/ 84516 w 163719"/>
                        <a:gd name="connsiteY12" fmla="*/ 2833 h 122279"/>
                        <a:gd name="connsiteX13" fmla="*/ 93850 w 163719"/>
                        <a:gd name="connsiteY13" fmla="*/ 833 h 122279"/>
                        <a:gd name="connsiteX14" fmla="*/ 106995 w 163719"/>
                        <a:gd name="connsiteY14" fmla="*/ 452 h 122279"/>
                        <a:gd name="connsiteX15" fmla="*/ 113853 w 163719"/>
                        <a:gd name="connsiteY15" fmla="*/ 2357 h 122279"/>
                        <a:gd name="connsiteX16" fmla="*/ 120615 w 163719"/>
                        <a:gd name="connsiteY16" fmla="*/ 4929 h 122279"/>
                        <a:gd name="connsiteX17" fmla="*/ 144428 w 163719"/>
                        <a:gd name="connsiteY17" fmla="*/ 26931 h 122279"/>
                        <a:gd name="connsiteX18" fmla="*/ 159763 w 163719"/>
                        <a:gd name="connsiteY18" fmla="*/ 55411 h 122279"/>
                        <a:gd name="connsiteX19" fmla="*/ 158335 w 163719"/>
                        <a:gd name="connsiteY19" fmla="*/ 89415 h 122279"/>
                        <a:gd name="connsiteX20" fmla="*/ 152239 w 163719"/>
                        <a:gd name="connsiteY20" fmla="*/ 97893 h 122279"/>
                        <a:gd name="connsiteX21" fmla="*/ 143761 w 163719"/>
                        <a:gd name="connsiteY21" fmla="*/ 105036 h 122279"/>
                        <a:gd name="connsiteX22" fmla="*/ 121473 w 163719"/>
                        <a:gd name="connsiteY22" fmla="*/ 115228 h 1222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63719" h="122279">
                          <a:moveTo>
                            <a:pt x="121473" y="115228"/>
                          </a:moveTo>
                          <a:lnTo>
                            <a:pt x="103471" y="119038"/>
                          </a:lnTo>
                          <a:cubicBezTo>
                            <a:pt x="97470" y="119991"/>
                            <a:pt x="91469" y="120467"/>
                            <a:pt x="85468" y="121133"/>
                          </a:cubicBezTo>
                          <a:cubicBezTo>
                            <a:pt x="73372" y="122753"/>
                            <a:pt x="61751" y="122181"/>
                            <a:pt x="49940" y="122181"/>
                          </a:cubicBezTo>
                          <a:cubicBezTo>
                            <a:pt x="41653" y="122277"/>
                            <a:pt x="33938" y="119705"/>
                            <a:pt x="27175" y="116943"/>
                          </a:cubicBezTo>
                          <a:cubicBezTo>
                            <a:pt x="20413" y="114085"/>
                            <a:pt x="14602" y="110275"/>
                            <a:pt x="10221" y="105132"/>
                          </a:cubicBezTo>
                          <a:cubicBezTo>
                            <a:pt x="1267" y="95321"/>
                            <a:pt x="-1876" y="83605"/>
                            <a:pt x="1077" y="72270"/>
                          </a:cubicBezTo>
                          <a:lnTo>
                            <a:pt x="9173" y="40838"/>
                          </a:lnTo>
                          <a:cubicBezTo>
                            <a:pt x="12126" y="29503"/>
                            <a:pt x="19460" y="20073"/>
                            <a:pt x="27366" y="13882"/>
                          </a:cubicBezTo>
                          <a:cubicBezTo>
                            <a:pt x="31271" y="11024"/>
                            <a:pt x="35748" y="8262"/>
                            <a:pt x="40320" y="6548"/>
                          </a:cubicBezTo>
                          <a:cubicBezTo>
                            <a:pt x="44892" y="4643"/>
                            <a:pt x="49559" y="4643"/>
                            <a:pt x="54322" y="4357"/>
                          </a:cubicBezTo>
                          <a:cubicBezTo>
                            <a:pt x="61180" y="4262"/>
                            <a:pt x="68323" y="4929"/>
                            <a:pt x="74705" y="3786"/>
                          </a:cubicBezTo>
                          <a:cubicBezTo>
                            <a:pt x="77944" y="3405"/>
                            <a:pt x="81277" y="3309"/>
                            <a:pt x="84516" y="2833"/>
                          </a:cubicBezTo>
                          <a:lnTo>
                            <a:pt x="93850" y="833"/>
                          </a:lnTo>
                          <a:cubicBezTo>
                            <a:pt x="98327" y="261"/>
                            <a:pt x="102423" y="-501"/>
                            <a:pt x="106995" y="452"/>
                          </a:cubicBezTo>
                          <a:cubicBezTo>
                            <a:pt x="109186" y="833"/>
                            <a:pt x="111567" y="1595"/>
                            <a:pt x="113853" y="2357"/>
                          </a:cubicBezTo>
                          <a:cubicBezTo>
                            <a:pt x="116044" y="3024"/>
                            <a:pt x="118330" y="3881"/>
                            <a:pt x="120615" y="4929"/>
                          </a:cubicBezTo>
                          <a:cubicBezTo>
                            <a:pt x="129569" y="9310"/>
                            <a:pt x="138903" y="16835"/>
                            <a:pt x="144428" y="26931"/>
                          </a:cubicBezTo>
                          <a:lnTo>
                            <a:pt x="159763" y="55411"/>
                          </a:lnTo>
                          <a:cubicBezTo>
                            <a:pt x="165478" y="65793"/>
                            <a:pt x="165002" y="77890"/>
                            <a:pt x="158335" y="89415"/>
                          </a:cubicBezTo>
                          <a:cubicBezTo>
                            <a:pt x="156715" y="92273"/>
                            <a:pt x="154620" y="95130"/>
                            <a:pt x="152239" y="97893"/>
                          </a:cubicBezTo>
                          <a:cubicBezTo>
                            <a:pt x="149762" y="100464"/>
                            <a:pt x="146905" y="102846"/>
                            <a:pt x="143761" y="105036"/>
                          </a:cubicBezTo>
                          <a:cubicBezTo>
                            <a:pt x="137380" y="109323"/>
                            <a:pt x="129950" y="113609"/>
                            <a:pt x="121473" y="11522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6" name="Forme libre : forme 14625">
                      <a:extLst>
                        <a:ext uri="{FF2B5EF4-FFF2-40B4-BE49-F238E27FC236}">
                          <a16:creationId xmlns:a16="http://schemas.microsoft.com/office/drawing/2014/main" id="{4F0029D5-6C7F-4C7C-92DB-CE9EA5B70E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32605" y="3249167"/>
                      <a:ext cx="163752" cy="67755"/>
                    </a:xfrm>
                    <a:custGeom>
                      <a:avLst/>
                      <a:gdLst>
                        <a:gd name="connsiteX0" fmla="*/ 62132 w 163752"/>
                        <a:gd name="connsiteY0" fmla="*/ 28861 h 67755"/>
                        <a:gd name="connsiteX1" fmla="*/ 43939 w 163752"/>
                        <a:gd name="connsiteY1" fmla="*/ 30194 h 67755"/>
                        <a:gd name="connsiteX2" fmla="*/ 27080 w 163752"/>
                        <a:gd name="connsiteY2" fmla="*/ 25813 h 67755"/>
                        <a:gd name="connsiteX3" fmla="*/ 13459 w 163752"/>
                        <a:gd name="connsiteY3" fmla="*/ 16764 h 67755"/>
                        <a:gd name="connsiteX4" fmla="*/ 4601 w 163752"/>
                        <a:gd name="connsiteY4" fmla="*/ 4096 h 67755"/>
                        <a:gd name="connsiteX5" fmla="*/ 1077 w 163752"/>
                        <a:gd name="connsiteY5" fmla="*/ 17717 h 67755"/>
                        <a:gd name="connsiteX6" fmla="*/ 10221 w 163752"/>
                        <a:gd name="connsiteY6" fmla="*/ 50578 h 67755"/>
                        <a:gd name="connsiteX7" fmla="*/ 27175 w 163752"/>
                        <a:gd name="connsiteY7" fmla="*/ 62389 h 67755"/>
                        <a:gd name="connsiteX8" fmla="*/ 49940 w 163752"/>
                        <a:gd name="connsiteY8" fmla="*/ 67628 h 67755"/>
                        <a:gd name="connsiteX9" fmla="*/ 85468 w 163752"/>
                        <a:gd name="connsiteY9" fmla="*/ 66580 h 67755"/>
                        <a:gd name="connsiteX10" fmla="*/ 103471 w 163752"/>
                        <a:gd name="connsiteY10" fmla="*/ 64484 h 67755"/>
                        <a:gd name="connsiteX11" fmla="*/ 121473 w 163752"/>
                        <a:gd name="connsiteY11" fmla="*/ 60674 h 67755"/>
                        <a:gd name="connsiteX12" fmla="*/ 143761 w 163752"/>
                        <a:gd name="connsiteY12" fmla="*/ 50578 h 67755"/>
                        <a:gd name="connsiteX13" fmla="*/ 152238 w 163752"/>
                        <a:gd name="connsiteY13" fmla="*/ 43434 h 67755"/>
                        <a:gd name="connsiteX14" fmla="*/ 158334 w 163752"/>
                        <a:gd name="connsiteY14" fmla="*/ 34957 h 67755"/>
                        <a:gd name="connsiteX15" fmla="*/ 159763 w 163752"/>
                        <a:gd name="connsiteY15" fmla="*/ 953 h 67755"/>
                        <a:gd name="connsiteX16" fmla="*/ 159287 w 163752"/>
                        <a:gd name="connsiteY16" fmla="*/ 0 h 67755"/>
                        <a:gd name="connsiteX17" fmla="*/ 136332 w 163752"/>
                        <a:gd name="connsiteY17" fmla="*/ 11335 h 67755"/>
                        <a:gd name="connsiteX18" fmla="*/ 124235 w 163752"/>
                        <a:gd name="connsiteY18" fmla="*/ 15335 h 67755"/>
                        <a:gd name="connsiteX19" fmla="*/ 112043 w 163752"/>
                        <a:gd name="connsiteY19" fmla="*/ 18669 h 67755"/>
                        <a:gd name="connsiteX20" fmla="*/ 87373 w 163752"/>
                        <a:gd name="connsiteY20" fmla="*/ 23813 h 67755"/>
                        <a:gd name="connsiteX21" fmla="*/ 62132 w 163752"/>
                        <a:gd name="connsiteY21" fmla="*/ 28861 h 67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63752" h="67755">
                          <a:moveTo>
                            <a:pt x="62132" y="28861"/>
                          </a:moveTo>
                          <a:cubicBezTo>
                            <a:pt x="56131" y="30004"/>
                            <a:pt x="49845" y="30861"/>
                            <a:pt x="43939" y="30194"/>
                          </a:cubicBezTo>
                          <a:cubicBezTo>
                            <a:pt x="38034" y="29432"/>
                            <a:pt x="32224" y="27908"/>
                            <a:pt x="27080" y="25813"/>
                          </a:cubicBezTo>
                          <a:cubicBezTo>
                            <a:pt x="21841" y="23908"/>
                            <a:pt x="17269" y="20479"/>
                            <a:pt x="13459" y="16764"/>
                          </a:cubicBezTo>
                          <a:cubicBezTo>
                            <a:pt x="9649" y="13049"/>
                            <a:pt x="6601" y="8763"/>
                            <a:pt x="4601" y="4096"/>
                          </a:cubicBezTo>
                          <a:lnTo>
                            <a:pt x="1077" y="17717"/>
                          </a:lnTo>
                          <a:cubicBezTo>
                            <a:pt x="-1876" y="29051"/>
                            <a:pt x="1267" y="40767"/>
                            <a:pt x="10221" y="50578"/>
                          </a:cubicBezTo>
                          <a:cubicBezTo>
                            <a:pt x="14697" y="55721"/>
                            <a:pt x="20412" y="59436"/>
                            <a:pt x="27175" y="62389"/>
                          </a:cubicBezTo>
                          <a:cubicBezTo>
                            <a:pt x="33938" y="65151"/>
                            <a:pt x="41653" y="67723"/>
                            <a:pt x="49940" y="67628"/>
                          </a:cubicBezTo>
                          <a:cubicBezTo>
                            <a:pt x="61751" y="67628"/>
                            <a:pt x="73371" y="68294"/>
                            <a:pt x="85468" y="66580"/>
                          </a:cubicBezTo>
                          <a:cubicBezTo>
                            <a:pt x="91469" y="65913"/>
                            <a:pt x="97470" y="65437"/>
                            <a:pt x="103471" y="64484"/>
                          </a:cubicBezTo>
                          <a:lnTo>
                            <a:pt x="121473" y="60674"/>
                          </a:lnTo>
                          <a:cubicBezTo>
                            <a:pt x="129950" y="59150"/>
                            <a:pt x="137379" y="54864"/>
                            <a:pt x="143761" y="50578"/>
                          </a:cubicBezTo>
                          <a:cubicBezTo>
                            <a:pt x="146904" y="48387"/>
                            <a:pt x="149762" y="46006"/>
                            <a:pt x="152238" y="43434"/>
                          </a:cubicBezTo>
                          <a:cubicBezTo>
                            <a:pt x="154620" y="40672"/>
                            <a:pt x="156620" y="37814"/>
                            <a:pt x="158334" y="34957"/>
                          </a:cubicBezTo>
                          <a:cubicBezTo>
                            <a:pt x="165097" y="23431"/>
                            <a:pt x="165478" y="11335"/>
                            <a:pt x="159763" y="953"/>
                          </a:cubicBezTo>
                          <a:lnTo>
                            <a:pt x="159287" y="0"/>
                          </a:lnTo>
                          <a:cubicBezTo>
                            <a:pt x="151858" y="4381"/>
                            <a:pt x="144142" y="8192"/>
                            <a:pt x="136332" y="11335"/>
                          </a:cubicBezTo>
                          <a:lnTo>
                            <a:pt x="124235" y="15335"/>
                          </a:lnTo>
                          <a:cubicBezTo>
                            <a:pt x="120234" y="16764"/>
                            <a:pt x="116234" y="17907"/>
                            <a:pt x="112043" y="18669"/>
                          </a:cubicBezTo>
                          <a:cubicBezTo>
                            <a:pt x="103851" y="20384"/>
                            <a:pt x="95755" y="22765"/>
                            <a:pt x="87373" y="23813"/>
                          </a:cubicBezTo>
                          <a:cubicBezTo>
                            <a:pt x="79277" y="25337"/>
                            <a:pt x="71181" y="27051"/>
                            <a:pt x="62132" y="28861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7" name="Forme libre : forme 14626">
                      <a:extLst>
                        <a:ext uri="{FF2B5EF4-FFF2-40B4-BE49-F238E27FC236}">
                          <a16:creationId xmlns:a16="http://schemas.microsoft.com/office/drawing/2014/main" id="{AD57BC04-FB39-48E7-A451-2E1EE9DC40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88163" y="3235908"/>
                      <a:ext cx="69434" cy="45162"/>
                    </a:xfrm>
                    <a:custGeom>
                      <a:avLst/>
                      <a:gdLst>
                        <a:gd name="connsiteX0" fmla="*/ 68677 w 69434"/>
                        <a:gd name="connsiteY0" fmla="*/ 14688 h 45162"/>
                        <a:gd name="connsiteX1" fmla="*/ 63153 w 69434"/>
                        <a:gd name="connsiteY1" fmla="*/ 33071 h 45162"/>
                        <a:gd name="connsiteX2" fmla="*/ 52389 w 69434"/>
                        <a:gd name="connsiteY2" fmla="*/ 40310 h 45162"/>
                        <a:gd name="connsiteX3" fmla="*/ 37911 w 69434"/>
                        <a:gd name="connsiteY3" fmla="*/ 44787 h 45162"/>
                        <a:gd name="connsiteX4" fmla="*/ 22766 w 69434"/>
                        <a:gd name="connsiteY4" fmla="*/ 44596 h 45162"/>
                        <a:gd name="connsiteX5" fmla="*/ 10575 w 69434"/>
                        <a:gd name="connsiteY5" fmla="*/ 40405 h 45162"/>
                        <a:gd name="connsiteX6" fmla="*/ 2 w 69434"/>
                        <a:gd name="connsiteY6" fmla="*/ 24594 h 45162"/>
                        <a:gd name="connsiteX7" fmla="*/ 9812 w 69434"/>
                        <a:gd name="connsiteY7" fmla="*/ 8878 h 45162"/>
                        <a:gd name="connsiteX8" fmla="*/ 19718 w 69434"/>
                        <a:gd name="connsiteY8" fmla="*/ 3639 h 45162"/>
                        <a:gd name="connsiteX9" fmla="*/ 31625 w 69434"/>
                        <a:gd name="connsiteY9" fmla="*/ 686 h 45162"/>
                        <a:gd name="connsiteX10" fmla="*/ 43817 w 69434"/>
                        <a:gd name="connsiteY10" fmla="*/ 115 h 45162"/>
                        <a:gd name="connsiteX11" fmla="*/ 54770 w 69434"/>
                        <a:gd name="connsiteY11" fmla="*/ 2591 h 45162"/>
                        <a:gd name="connsiteX12" fmla="*/ 68677 w 69434"/>
                        <a:gd name="connsiteY12" fmla="*/ 14688 h 45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9434" h="45162">
                          <a:moveTo>
                            <a:pt x="68677" y="14688"/>
                          </a:moveTo>
                          <a:cubicBezTo>
                            <a:pt x="70677" y="20498"/>
                            <a:pt x="68677" y="27070"/>
                            <a:pt x="63153" y="33071"/>
                          </a:cubicBezTo>
                          <a:cubicBezTo>
                            <a:pt x="60390" y="35833"/>
                            <a:pt x="56675" y="38215"/>
                            <a:pt x="52389" y="40310"/>
                          </a:cubicBezTo>
                          <a:cubicBezTo>
                            <a:pt x="48103" y="42215"/>
                            <a:pt x="43150" y="44406"/>
                            <a:pt x="37911" y="44787"/>
                          </a:cubicBezTo>
                          <a:cubicBezTo>
                            <a:pt x="32577" y="45358"/>
                            <a:pt x="27434" y="45263"/>
                            <a:pt x="22766" y="44596"/>
                          </a:cubicBezTo>
                          <a:cubicBezTo>
                            <a:pt x="18099" y="44025"/>
                            <a:pt x="14004" y="42596"/>
                            <a:pt x="10575" y="40405"/>
                          </a:cubicBezTo>
                          <a:cubicBezTo>
                            <a:pt x="3716" y="36310"/>
                            <a:pt x="-94" y="30690"/>
                            <a:pt x="2" y="24594"/>
                          </a:cubicBezTo>
                          <a:cubicBezTo>
                            <a:pt x="192" y="18403"/>
                            <a:pt x="4097" y="12878"/>
                            <a:pt x="9812" y="8878"/>
                          </a:cubicBezTo>
                          <a:cubicBezTo>
                            <a:pt x="12670" y="6973"/>
                            <a:pt x="16099" y="5258"/>
                            <a:pt x="19718" y="3639"/>
                          </a:cubicBezTo>
                          <a:cubicBezTo>
                            <a:pt x="23338" y="2115"/>
                            <a:pt x="27338" y="1067"/>
                            <a:pt x="31625" y="686"/>
                          </a:cubicBezTo>
                          <a:cubicBezTo>
                            <a:pt x="35911" y="400"/>
                            <a:pt x="39912" y="-266"/>
                            <a:pt x="43817" y="115"/>
                          </a:cubicBezTo>
                          <a:cubicBezTo>
                            <a:pt x="47722" y="400"/>
                            <a:pt x="51437" y="1353"/>
                            <a:pt x="54770" y="2591"/>
                          </a:cubicBezTo>
                          <a:cubicBezTo>
                            <a:pt x="61343" y="4782"/>
                            <a:pt x="66772" y="8782"/>
                            <a:pt x="68677" y="14688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8" name="Forme libre : forme 14627">
                      <a:extLst>
                        <a:ext uri="{FF2B5EF4-FFF2-40B4-BE49-F238E27FC236}">
                          <a16:creationId xmlns:a16="http://schemas.microsoft.com/office/drawing/2014/main" id="{EF5A323E-CC3A-49AB-B551-362C7FF5A2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88253" y="3242214"/>
                      <a:ext cx="54584" cy="38951"/>
                    </a:xfrm>
                    <a:custGeom>
                      <a:avLst/>
                      <a:gdLst>
                        <a:gd name="connsiteX0" fmla="*/ 14485 w 54584"/>
                        <a:gd name="connsiteY0" fmla="*/ 0 h 38951"/>
                        <a:gd name="connsiteX1" fmla="*/ 7 w 54584"/>
                        <a:gd name="connsiteY1" fmla="*/ 18383 h 38951"/>
                        <a:gd name="connsiteX2" fmla="*/ 10579 w 54584"/>
                        <a:gd name="connsiteY2" fmla="*/ 34195 h 38951"/>
                        <a:gd name="connsiteX3" fmla="*/ 22771 w 54584"/>
                        <a:gd name="connsiteY3" fmla="*/ 38386 h 38951"/>
                        <a:gd name="connsiteX4" fmla="*/ 37916 w 54584"/>
                        <a:gd name="connsiteY4" fmla="*/ 38576 h 38951"/>
                        <a:gd name="connsiteX5" fmla="*/ 54585 w 54584"/>
                        <a:gd name="connsiteY5" fmla="*/ 32956 h 38951"/>
                        <a:gd name="connsiteX6" fmla="*/ 44965 w 54584"/>
                        <a:gd name="connsiteY6" fmla="*/ 33433 h 38951"/>
                        <a:gd name="connsiteX7" fmla="*/ 22676 w 54584"/>
                        <a:gd name="connsiteY7" fmla="*/ 20764 h 38951"/>
                        <a:gd name="connsiteX8" fmla="*/ 14485 w 54584"/>
                        <a:gd name="connsiteY8" fmla="*/ 0 h 38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584" h="38951">
                          <a:moveTo>
                            <a:pt x="14485" y="0"/>
                          </a:moveTo>
                          <a:cubicBezTo>
                            <a:pt x="6198" y="3905"/>
                            <a:pt x="197" y="10668"/>
                            <a:pt x="7" y="18383"/>
                          </a:cubicBezTo>
                          <a:cubicBezTo>
                            <a:pt x="-184" y="24574"/>
                            <a:pt x="3721" y="30099"/>
                            <a:pt x="10579" y="34195"/>
                          </a:cubicBezTo>
                          <a:cubicBezTo>
                            <a:pt x="14008" y="36385"/>
                            <a:pt x="18104" y="37814"/>
                            <a:pt x="22771" y="38386"/>
                          </a:cubicBezTo>
                          <a:cubicBezTo>
                            <a:pt x="27439" y="39052"/>
                            <a:pt x="32582" y="39148"/>
                            <a:pt x="37916" y="38576"/>
                          </a:cubicBezTo>
                          <a:cubicBezTo>
                            <a:pt x="44107" y="37909"/>
                            <a:pt x="49822" y="35433"/>
                            <a:pt x="54585" y="32956"/>
                          </a:cubicBezTo>
                          <a:cubicBezTo>
                            <a:pt x="51442" y="33528"/>
                            <a:pt x="48203" y="33718"/>
                            <a:pt x="44965" y="33433"/>
                          </a:cubicBezTo>
                          <a:cubicBezTo>
                            <a:pt x="36106" y="31909"/>
                            <a:pt x="28010" y="26575"/>
                            <a:pt x="22676" y="20764"/>
                          </a:cubicBezTo>
                          <a:cubicBezTo>
                            <a:pt x="17152" y="14764"/>
                            <a:pt x="14294" y="7525"/>
                            <a:pt x="14485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9" name="Forme libre : forme 14628">
                      <a:extLst>
                        <a:ext uri="{FF2B5EF4-FFF2-40B4-BE49-F238E27FC236}">
                          <a16:creationId xmlns:a16="http://schemas.microsoft.com/office/drawing/2014/main" id="{FD16D730-90A3-4D88-99FA-6AFBB48BA7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91784" y="3239959"/>
                      <a:ext cx="70917" cy="45611"/>
                    </a:xfrm>
                    <a:custGeom>
                      <a:avLst/>
                      <a:gdLst>
                        <a:gd name="connsiteX0" fmla="*/ 70104 w 70917"/>
                        <a:gd name="connsiteY0" fmla="*/ 14066 h 45611"/>
                        <a:gd name="connsiteX1" fmla="*/ 64675 w 70917"/>
                        <a:gd name="connsiteY1" fmla="*/ 32450 h 45611"/>
                        <a:gd name="connsiteX2" fmla="*/ 39052 w 70917"/>
                        <a:gd name="connsiteY2" fmla="*/ 45118 h 45611"/>
                        <a:gd name="connsiteX3" fmla="*/ 23622 w 70917"/>
                        <a:gd name="connsiteY3" fmla="*/ 45023 h 45611"/>
                        <a:gd name="connsiteX4" fmla="*/ 11049 w 70917"/>
                        <a:gd name="connsiteY4" fmla="*/ 41213 h 45611"/>
                        <a:gd name="connsiteX5" fmla="*/ 0 w 70917"/>
                        <a:gd name="connsiteY5" fmla="*/ 25401 h 45611"/>
                        <a:gd name="connsiteX6" fmla="*/ 9811 w 70917"/>
                        <a:gd name="connsiteY6" fmla="*/ 9685 h 45611"/>
                        <a:gd name="connsiteX7" fmla="*/ 19812 w 70917"/>
                        <a:gd name="connsiteY7" fmla="*/ 4065 h 45611"/>
                        <a:gd name="connsiteX8" fmla="*/ 32004 w 70917"/>
                        <a:gd name="connsiteY8" fmla="*/ 1017 h 45611"/>
                        <a:gd name="connsiteX9" fmla="*/ 55626 w 70917"/>
                        <a:gd name="connsiteY9" fmla="*/ 2160 h 45611"/>
                        <a:gd name="connsiteX10" fmla="*/ 70104 w 70917"/>
                        <a:gd name="connsiteY10" fmla="*/ 14066 h 45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0917" h="45611">
                          <a:moveTo>
                            <a:pt x="70104" y="14066"/>
                          </a:moveTo>
                          <a:cubicBezTo>
                            <a:pt x="72199" y="19877"/>
                            <a:pt x="70199" y="26354"/>
                            <a:pt x="64675" y="32450"/>
                          </a:cubicBezTo>
                          <a:cubicBezTo>
                            <a:pt x="59245" y="38736"/>
                            <a:pt x="49816" y="42641"/>
                            <a:pt x="39052" y="45118"/>
                          </a:cubicBezTo>
                          <a:cubicBezTo>
                            <a:pt x="33623" y="45880"/>
                            <a:pt x="28384" y="45690"/>
                            <a:pt x="23622" y="45023"/>
                          </a:cubicBezTo>
                          <a:cubicBezTo>
                            <a:pt x="18859" y="44261"/>
                            <a:pt x="14573" y="43308"/>
                            <a:pt x="11049" y="41213"/>
                          </a:cubicBezTo>
                          <a:cubicBezTo>
                            <a:pt x="4000" y="37212"/>
                            <a:pt x="0" y="31592"/>
                            <a:pt x="0" y="25401"/>
                          </a:cubicBezTo>
                          <a:cubicBezTo>
                            <a:pt x="0" y="19210"/>
                            <a:pt x="4000" y="13685"/>
                            <a:pt x="9811" y="9685"/>
                          </a:cubicBezTo>
                          <a:cubicBezTo>
                            <a:pt x="12763" y="7780"/>
                            <a:pt x="16097" y="5494"/>
                            <a:pt x="19812" y="4065"/>
                          </a:cubicBezTo>
                          <a:cubicBezTo>
                            <a:pt x="23527" y="2541"/>
                            <a:pt x="27622" y="1589"/>
                            <a:pt x="32004" y="1017"/>
                          </a:cubicBezTo>
                          <a:cubicBezTo>
                            <a:pt x="40481" y="-1078"/>
                            <a:pt x="48958" y="446"/>
                            <a:pt x="55626" y="2160"/>
                          </a:cubicBezTo>
                          <a:cubicBezTo>
                            <a:pt x="62389" y="4351"/>
                            <a:pt x="68008" y="8351"/>
                            <a:pt x="70104" y="1406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30" name="Forme libre : forme 14629">
                      <a:extLst>
                        <a:ext uri="{FF2B5EF4-FFF2-40B4-BE49-F238E27FC236}">
                          <a16:creationId xmlns:a16="http://schemas.microsoft.com/office/drawing/2014/main" id="{9840577B-9D0E-46B9-B916-243858E20E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56832" y="3224512"/>
                      <a:ext cx="95375" cy="82912"/>
                    </a:xfrm>
                    <a:custGeom>
                      <a:avLst/>
                      <a:gdLst>
                        <a:gd name="connsiteX0" fmla="*/ 1615 w 95375"/>
                        <a:gd name="connsiteY0" fmla="*/ 36561 h 82912"/>
                        <a:gd name="connsiteX1" fmla="*/ 1139 w 95375"/>
                        <a:gd name="connsiteY1" fmla="*/ 57326 h 82912"/>
                        <a:gd name="connsiteX2" fmla="*/ 40001 w 95375"/>
                        <a:gd name="connsiteY2" fmla="*/ 81901 h 82912"/>
                        <a:gd name="connsiteX3" fmla="*/ 62861 w 95375"/>
                        <a:gd name="connsiteY3" fmla="*/ 81996 h 82912"/>
                        <a:gd name="connsiteX4" fmla="*/ 83911 w 95375"/>
                        <a:gd name="connsiteY4" fmla="*/ 74661 h 82912"/>
                        <a:gd name="connsiteX5" fmla="*/ 93055 w 95375"/>
                        <a:gd name="connsiteY5" fmla="*/ 52278 h 82912"/>
                        <a:gd name="connsiteX6" fmla="*/ 77720 w 95375"/>
                        <a:gd name="connsiteY6" fmla="*/ 44944 h 82912"/>
                        <a:gd name="connsiteX7" fmla="*/ 59717 w 95375"/>
                        <a:gd name="connsiteY7" fmla="*/ 36276 h 82912"/>
                        <a:gd name="connsiteX8" fmla="*/ 45335 w 95375"/>
                        <a:gd name="connsiteY8" fmla="*/ 24274 h 82912"/>
                        <a:gd name="connsiteX9" fmla="*/ 31904 w 95375"/>
                        <a:gd name="connsiteY9" fmla="*/ 7891 h 82912"/>
                        <a:gd name="connsiteX10" fmla="*/ 14950 w 95375"/>
                        <a:gd name="connsiteY10" fmla="*/ 462 h 82912"/>
                        <a:gd name="connsiteX11" fmla="*/ 1615 w 95375"/>
                        <a:gd name="connsiteY11" fmla="*/ 36561 h 82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5375" h="82912">
                          <a:moveTo>
                            <a:pt x="1615" y="36561"/>
                          </a:moveTo>
                          <a:cubicBezTo>
                            <a:pt x="377" y="43419"/>
                            <a:pt x="-1052" y="50468"/>
                            <a:pt x="1139" y="57326"/>
                          </a:cubicBezTo>
                          <a:cubicBezTo>
                            <a:pt x="5139" y="70280"/>
                            <a:pt x="22189" y="79710"/>
                            <a:pt x="40001" y="81901"/>
                          </a:cubicBezTo>
                          <a:cubicBezTo>
                            <a:pt x="47240" y="83329"/>
                            <a:pt x="55241" y="83139"/>
                            <a:pt x="62861" y="81996"/>
                          </a:cubicBezTo>
                          <a:cubicBezTo>
                            <a:pt x="70481" y="80948"/>
                            <a:pt x="77815" y="78853"/>
                            <a:pt x="83911" y="74661"/>
                          </a:cubicBezTo>
                          <a:cubicBezTo>
                            <a:pt x="93245" y="68756"/>
                            <a:pt x="98770" y="58755"/>
                            <a:pt x="93055" y="52278"/>
                          </a:cubicBezTo>
                          <a:cubicBezTo>
                            <a:pt x="89531" y="48182"/>
                            <a:pt x="83244" y="46658"/>
                            <a:pt x="77720" y="44944"/>
                          </a:cubicBezTo>
                          <a:cubicBezTo>
                            <a:pt x="71243" y="43134"/>
                            <a:pt x="65147" y="39800"/>
                            <a:pt x="59717" y="36276"/>
                          </a:cubicBezTo>
                          <a:cubicBezTo>
                            <a:pt x="54288" y="32656"/>
                            <a:pt x="49526" y="28846"/>
                            <a:pt x="45335" y="24274"/>
                          </a:cubicBezTo>
                          <a:cubicBezTo>
                            <a:pt x="41810" y="20178"/>
                            <a:pt x="36953" y="13225"/>
                            <a:pt x="31904" y="7891"/>
                          </a:cubicBezTo>
                          <a:cubicBezTo>
                            <a:pt x="26761" y="2843"/>
                            <a:pt x="21332" y="-1443"/>
                            <a:pt x="14950" y="462"/>
                          </a:cubicBezTo>
                          <a:cubicBezTo>
                            <a:pt x="3234" y="3891"/>
                            <a:pt x="3139" y="27036"/>
                            <a:pt x="1615" y="365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31" name="Forme libre : forme 14630">
                      <a:extLst>
                        <a:ext uri="{FF2B5EF4-FFF2-40B4-BE49-F238E27FC236}">
                          <a16:creationId xmlns:a16="http://schemas.microsoft.com/office/drawing/2014/main" id="{DCF5A6A4-94A8-46BD-90E6-91013511CC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4706" y="3225432"/>
                      <a:ext cx="25980" cy="22023"/>
                    </a:xfrm>
                    <a:custGeom>
                      <a:avLst/>
                      <a:gdLst>
                        <a:gd name="connsiteX0" fmla="*/ 1934 w 25980"/>
                        <a:gd name="connsiteY0" fmla="*/ 12496 h 22023"/>
                        <a:gd name="connsiteX1" fmla="*/ 29 w 25980"/>
                        <a:gd name="connsiteY1" fmla="*/ 17068 h 22023"/>
                        <a:gd name="connsiteX2" fmla="*/ 2219 w 25980"/>
                        <a:gd name="connsiteY2" fmla="*/ 21449 h 22023"/>
                        <a:gd name="connsiteX3" fmla="*/ 6982 w 25980"/>
                        <a:gd name="connsiteY3" fmla="*/ 21735 h 22023"/>
                        <a:gd name="connsiteX4" fmla="*/ 18602 w 25980"/>
                        <a:gd name="connsiteY4" fmla="*/ 17258 h 22023"/>
                        <a:gd name="connsiteX5" fmla="*/ 22698 w 25980"/>
                        <a:gd name="connsiteY5" fmla="*/ 14496 h 22023"/>
                        <a:gd name="connsiteX6" fmla="*/ 19269 w 25980"/>
                        <a:gd name="connsiteY6" fmla="*/ 113 h 22023"/>
                        <a:gd name="connsiteX7" fmla="*/ 1934 w 25980"/>
                        <a:gd name="connsiteY7" fmla="*/ 12496 h 220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980" h="22023">
                          <a:moveTo>
                            <a:pt x="1934" y="12496"/>
                          </a:moveTo>
                          <a:cubicBezTo>
                            <a:pt x="981" y="13829"/>
                            <a:pt x="124" y="15353"/>
                            <a:pt x="29" y="17068"/>
                          </a:cubicBezTo>
                          <a:cubicBezTo>
                            <a:pt x="-162" y="18782"/>
                            <a:pt x="600" y="20592"/>
                            <a:pt x="2219" y="21449"/>
                          </a:cubicBezTo>
                          <a:cubicBezTo>
                            <a:pt x="3648" y="22211"/>
                            <a:pt x="5458" y="22116"/>
                            <a:pt x="6982" y="21735"/>
                          </a:cubicBezTo>
                          <a:cubicBezTo>
                            <a:pt x="11078" y="20592"/>
                            <a:pt x="14983" y="19068"/>
                            <a:pt x="18602" y="17258"/>
                          </a:cubicBezTo>
                          <a:cubicBezTo>
                            <a:pt x="20126" y="16496"/>
                            <a:pt x="21555" y="15639"/>
                            <a:pt x="22698" y="14496"/>
                          </a:cubicBezTo>
                          <a:cubicBezTo>
                            <a:pt x="27365" y="9543"/>
                            <a:pt x="27746" y="-1220"/>
                            <a:pt x="19269" y="113"/>
                          </a:cubicBezTo>
                          <a:cubicBezTo>
                            <a:pt x="12602" y="971"/>
                            <a:pt x="5744" y="7162"/>
                            <a:pt x="1934" y="1249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32" name="Forme libre : forme 14631">
                      <a:extLst>
                        <a:ext uri="{FF2B5EF4-FFF2-40B4-BE49-F238E27FC236}">
                          <a16:creationId xmlns:a16="http://schemas.microsoft.com/office/drawing/2014/main" id="{698A3089-F9F8-4CBA-A7DD-BC93DE7264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54649" y="3248120"/>
                      <a:ext cx="34613" cy="58959"/>
                    </a:xfrm>
                    <a:custGeom>
                      <a:avLst/>
                      <a:gdLst>
                        <a:gd name="connsiteX0" fmla="*/ 30956 w 34613"/>
                        <a:gd name="connsiteY0" fmla="*/ 0 h 58959"/>
                        <a:gd name="connsiteX1" fmla="*/ 34480 w 34613"/>
                        <a:gd name="connsiteY1" fmla="*/ 18574 h 58959"/>
                        <a:gd name="connsiteX2" fmla="*/ 26956 w 34613"/>
                        <a:gd name="connsiteY2" fmla="*/ 38386 h 58959"/>
                        <a:gd name="connsiteX3" fmla="*/ 0 w 34613"/>
                        <a:gd name="connsiteY3" fmla="*/ 58960 h 58959"/>
                        <a:gd name="connsiteX4" fmla="*/ 6287 w 34613"/>
                        <a:gd name="connsiteY4" fmla="*/ 55245 h 58959"/>
                        <a:gd name="connsiteX5" fmla="*/ 19241 w 34613"/>
                        <a:gd name="connsiteY5" fmla="*/ 43243 h 58959"/>
                        <a:gd name="connsiteX6" fmla="*/ 25527 w 34613"/>
                        <a:gd name="connsiteY6" fmla="*/ 34671 h 58959"/>
                        <a:gd name="connsiteX7" fmla="*/ 30004 w 34613"/>
                        <a:gd name="connsiteY7" fmla="*/ 24098 h 58959"/>
                        <a:gd name="connsiteX8" fmla="*/ 30956 w 34613"/>
                        <a:gd name="connsiteY8" fmla="*/ 0 h 58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4613" h="58959">
                          <a:moveTo>
                            <a:pt x="30956" y="0"/>
                          </a:moveTo>
                          <a:cubicBezTo>
                            <a:pt x="30956" y="0"/>
                            <a:pt x="35433" y="7239"/>
                            <a:pt x="34480" y="18574"/>
                          </a:cubicBezTo>
                          <a:cubicBezTo>
                            <a:pt x="34004" y="24289"/>
                            <a:pt x="32004" y="30956"/>
                            <a:pt x="26956" y="38386"/>
                          </a:cubicBezTo>
                          <a:cubicBezTo>
                            <a:pt x="21622" y="44958"/>
                            <a:pt x="13240" y="53054"/>
                            <a:pt x="0" y="58960"/>
                          </a:cubicBezTo>
                          <a:cubicBezTo>
                            <a:pt x="0" y="58960"/>
                            <a:pt x="2572" y="57817"/>
                            <a:pt x="6287" y="55245"/>
                          </a:cubicBezTo>
                          <a:cubicBezTo>
                            <a:pt x="9906" y="52483"/>
                            <a:pt x="14764" y="48387"/>
                            <a:pt x="19241" y="43243"/>
                          </a:cubicBezTo>
                          <a:cubicBezTo>
                            <a:pt x="21526" y="40672"/>
                            <a:pt x="23622" y="37814"/>
                            <a:pt x="25527" y="34671"/>
                          </a:cubicBezTo>
                          <a:cubicBezTo>
                            <a:pt x="27337" y="31337"/>
                            <a:pt x="28861" y="27813"/>
                            <a:pt x="30004" y="24098"/>
                          </a:cubicBezTo>
                          <a:cubicBezTo>
                            <a:pt x="32385" y="16669"/>
                            <a:pt x="32957" y="8572"/>
                            <a:pt x="3095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33" name="Forme libre : forme 14632">
                      <a:extLst>
                        <a:ext uri="{FF2B5EF4-FFF2-40B4-BE49-F238E27FC236}">
                          <a16:creationId xmlns:a16="http://schemas.microsoft.com/office/drawing/2014/main" id="{21E391E3-96AC-4F90-A7CC-66EE704D83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43493" y="3202305"/>
                      <a:ext cx="45529" cy="37052"/>
                    </a:xfrm>
                    <a:custGeom>
                      <a:avLst/>
                      <a:gdLst>
                        <a:gd name="connsiteX0" fmla="*/ 45529 w 45529"/>
                        <a:gd name="connsiteY0" fmla="*/ 0 h 37052"/>
                        <a:gd name="connsiteX1" fmla="*/ 40386 w 45529"/>
                        <a:gd name="connsiteY1" fmla="*/ 857 h 37052"/>
                        <a:gd name="connsiteX2" fmla="*/ 28194 w 45529"/>
                        <a:gd name="connsiteY2" fmla="*/ 4572 h 37052"/>
                        <a:gd name="connsiteX3" fmla="*/ 20764 w 45529"/>
                        <a:gd name="connsiteY3" fmla="*/ 9049 h 37052"/>
                        <a:gd name="connsiteX4" fmla="*/ 13335 w 45529"/>
                        <a:gd name="connsiteY4" fmla="*/ 15240 h 37052"/>
                        <a:gd name="connsiteX5" fmla="*/ 0 w 45529"/>
                        <a:gd name="connsiteY5" fmla="*/ 37052 h 37052"/>
                        <a:gd name="connsiteX6" fmla="*/ 12192 w 45529"/>
                        <a:gd name="connsiteY6" fmla="*/ 20288 h 37052"/>
                        <a:gd name="connsiteX7" fmla="*/ 26384 w 45529"/>
                        <a:gd name="connsiteY7" fmla="*/ 8001 h 37052"/>
                        <a:gd name="connsiteX8" fmla="*/ 45529 w 45529"/>
                        <a:gd name="connsiteY8" fmla="*/ 0 h 37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37052">
                          <a:moveTo>
                            <a:pt x="45529" y="0"/>
                          </a:moveTo>
                          <a:cubicBezTo>
                            <a:pt x="45529" y="0"/>
                            <a:pt x="43529" y="95"/>
                            <a:pt x="40386" y="857"/>
                          </a:cubicBezTo>
                          <a:cubicBezTo>
                            <a:pt x="37243" y="1333"/>
                            <a:pt x="32957" y="2286"/>
                            <a:pt x="28194" y="4572"/>
                          </a:cubicBezTo>
                          <a:cubicBezTo>
                            <a:pt x="25813" y="5715"/>
                            <a:pt x="23336" y="7144"/>
                            <a:pt x="20764" y="9049"/>
                          </a:cubicBezTo>
                          <a:cubicBezTo>
                            <a:pt x="18288" y="10763"/>
                            <a:pt x="15812" y="12668"/>
                            <a:pt x="13335" y="15240"/>
                          </a:cubicBezTo>
                          <a:cubicBezTo>
                            <a:pt x="8382" y="20288"/>
                            <a:pt x="3524" y="27241"/>
                            <a:pt x="0" y="37052"/>
                          </a:cubicBezTo>
                          <a:cubicBezTo>
                            <a:pt x="0" y="37052"/>
                            <a:pt x="4382" y="28670"/>
                            <a:pt x="12192" y="20288"/>
                          </a:cubicBezTo>
                          <a:cubicBezTo>
                            <a:pt x="16097" y="16192"/>
                            <a:pt x="20764" y="12001"/>
                            <a:pt x="26384" y="8001"/>
                          </a:cubicBezTo>
                          <a:cubicBezTo>
                            <a:pt x="31813" y="4000"/>
                            <a:pt x="38100" y="2096"/>
                            <a:pt x="4552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34" name="Forme libre : forme 14633">
                      <a:extLst>
                        <a:ext uri="{FF2B5EF4-FFF2-40B4-BE49-F238E27FC236}">
                          <a16:creationId xmlns:a16="http://schemas.microsoft.com/office/drawing/2014/main" id="{0BC18462-00FD-466A-B294-50BCF038AC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5571" y="3240697"/>
                      <a:ext cx="25486" cy="14570"/>
                    </a:xfrm>
                    <a:custGeom>
                      <a:avLst/>
                      <a:gdLst>
                        <a:gd name="connsiteX0" fmla="*/ 25457 w 25486"/>
                        <a:gd name="connsiteY0" fmla="*/ 8470 h 14570"/>
                        <a:gd name="connsiteX1" fmla="*/ 11265 w 25486"/>
                        <a:gd name="connsiteY1" fmla="*/ 14471 h 14570"/>
                        <a:gd name="connsiteX2" fmla="*/ 2597 w 25486"/>
                        <a:gd name="connsiteY2" fmla="*/ 10756 h 14570"/>
                        <a:gd name="connsiteX3" fmla="*/ 121 w 25486"/>
                        <a:gd name="connsiteY3" fmla="*/ 5041 h 14570"/>
                        <a:gd name="connsiteX4" fmla="*/ 13742 w 25486"/>
                        <a:gd name="connsiteY4" fmla="*/ 88 h 14570"/>
                        <a:gd name="connsiteX5" fmla="*/ 25457 w 25486"/>
                        <a:gd name="connsiteY5" fmla="*/ 8470 h 145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5486" h="14570">
                          <a:moveTo>
                            <a:pt x="25457" y="8470"/>
                          </a:moveTo>
                          <a:cubicBezTo>
                            <a:pt x="24981" y="12375"/>
                            <a:pt x="18504" y="15138"/>
                            <a:pt x="11265" y="14471"/>
                          </a:cubicBezTo>
                          <a:cubicBezTo>
                            <a:pt x="7646" y="14090"/>
                            <a:pt x="4598" y="12375"/>
                            <a:pt x="2597" y="10756"/>
                          </a:cubicBezTo>
                          <a:cubicBezTo>
                            <a:pt x="597" y="9042"/>
                            <a:pt x="-355" y="6946"/>
                            <a:pt x="121" y="5041"/>
                          </a:cubicBezTo>
                          <a:cubicBezTo>
                            <a:pt x="1073" y="1041"/>
                            <a:pt x="7169" y="-388"/>
                            <a:pt x="13742" y="88"/>
                          </a:cubicBezTo>
                          <a:cubicBezTo>
                            <a:pt x="20504" y="755"/>
                            <a:pt x="25934" y="4470"/>
                            <a:pt x="25457" y="847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35" name="Forme libre : forme 14634">
                      <a:extLst>
                        <a:ext uri="{FF2B5EF4-FFF2-40B4-BE49-F238E27FC236}">
                          <a16:creationId xmlns:a16="http://schemas.microsoft.com/office/drawing/2014/main" id="{5E74964F-0358-4AA5-9732-82373E7328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37241" y="3244136"/>
                      <a:ext cx="6943" cy="6347"/>
                    </a:xfrm>
                    <a:custGeom>
                      <a:avLst/>
                      <a:gdLst>
                        <a:gd name="connsiteX0" fmla="*/ 6836 w 6943"/>
                        <a:gd name="connsiteY0" fmla="*/ 2459 h 6347"/>
                        <a:gd name="connsiteX1" fmla="*/ 4264 w 6943"/>
                        <a:gd name="connsiteY1" fmla="*/ 6269 h 6347"/>
                        <a:gd name="connsiteX2" fmla="*/ 73 w 6943"/>
                        <a:gd name="connsiteY2" fmla="*/ 3888 h 6347"/>
                        <a:gd name="connsiteX3" fmla="*/ 2645 w 6943"/>
                        <a:gd name="connsiteY3" fmla="*/ 78 h 6347"/>
                        <a:gd name="connsiteX4" fmla="*/ 6836 w 6943"/>
                        <a:gd name="connsiteY4" fmla="*/ 2459 h 6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43" h="6347">
                          <a:moveTo>
                            <a:pt x="6836" y="2459"/>
                          </a:moveTo>
                          <a:cubicBezTo>
                            <a:pt x="7312" y="4174"/>
                            <a:pt x="6169" y="5888"/>
                            <a:pt x="4264" y="6269"/>
                          </a:cubicBezTo>
                          <a:cubicBezTo>
                            <a:pt x="2359" y="6650"/>
                            <a:pt x="454" y="5603"/>
                            <a:pt x="73" y="3888"/>
                          </a:cubicBezTo>
                          <a:cubicBezTo>
                            <a:pt x="-308" y="2174"/>
                            <a:pt x="835" y="459"/>
                            <a:pt x="2645" y="78"/>
                          </a:cubicBezTo>
                          <a:cubicBezTo>
                            <a:pt x="4455" y="-303"/>
                            <a:pt x="6360" y="745"/>
                            <a:pt x="6836" y="24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36" name="Forme libre : forme 14635">
                      <a:extLst>
                        <a:ext uri="{FF2B5EF4-FFF2-40B4-BE49-F238E27FC236}">
                          <a16:creationId xmlns:a16="http://schemas.microsoft.com/office/drawing/2014/main" id="{B6C32916-943C-4D90-8045-6660293D63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1701" y="3204124"/>
                      <a:ext cx="63300" cy="45851"/>
                    </a:xfrm>
                    <a:custGeom>
                      <a:avLst/>
                      <a:gdLst>
                        <a:gd name="connsiteX0" fmla="*/ 46473 w 63300"/>
                        <a:gd name="connsiteY0" fmla="*/ 11515 h 45851"/>
                        <a:gd name="connsiteX1" fmla="*/ 62094 w 63300"/>
                        <a:gd name="connsiteY1" fmla="*/ 35042 h 45851"/>
                        <a:gd name="connsiteX2" fmla="*/ 60856 w 63300"/>
                        <a:gd name="connsiteY2" fmla="*/ 44948 h 45851"/>
                        <a:gd name="connsiteX3" fmla="*/ 51521 w 63300"/>
                        <a:gd name="connsiteY3" fmla="*/ 42852 h 45851"/>
                        <a:gd name="connsiteX4" fmla="*/ 29423 w 63300"/>
                        <a:gd name="connsiteY4" fmla="*/ 23136 h 45851"/>
                        <a:gd name="connsiteX5" fmla="*/ 11135 w 63300"/>
                        <a:gd name="connsiteY5" fmla="*/ 18659 h 45851"/>
                        <a:gd name="connsiteX6" fmla="*/ 2372 w 63300"/>
                        <a:gd name="connsiteY6" fmla="*/ 13991 h 45851"/>
                        <a:gd name="connsiteX7" fmla="*/ 372 w 63300"/>
                        <a:gd name="connsiteY7" fmla="*/ 7705 h 45851"/>
                        <a:gd name="connsiteX8" fmla="*/ 5611 w 63300"/>
                        <a:gd name="connsiteY8" fmla="*/ 2752 h 45851"/>
                        <a:gd name="connsiteX9" fmla="*/ 13707 w 63300"/>
                        <a:gd name="connsiteY9" fmla="*/ 276 h 45851"/>
                        <a:gd name="connsiteX10" fmla="*/ 22470 w 63300"/>
                        <a:gd name="connsiteY10" fmla="*/ 85 h 45851"/>
                        <a:gd name="connsiteX11" fmla="*/ 29233 w 63300"/>
                        <a:gd name="connsiteY11" fmla="*/ 752 h 45851"/>
                        <a:gd name="connsiteX12" fmla="*/ 46473 w 63300"/>
                        <a:gd name="connsiteY12" fmla="*/ 11515 h 4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3300" h="45851">
                          <a:moveTo>
                            <a:pt x="46473" y="11515"/>
                          </a:moveTo>
                          <a:cubicBezTo>
                            <a:pt x="53236" y="17992"/>
                            <a:pt x="58284" y="26279"/>
                            <a:pt x="62094" y="35042"/>
                          </a:cubicBezTo>
                          <a:cubicBezTo>
                            <a:pt x="63523" y="38280"/>
                            <a:pt x="64285" y="42757"/>
                            <a:pt x="60856" y="44948"/>
                          </a:cubicBezTo>
                          <a:cubicBezTo>
                            <a:pt x="57808" y="47043"/>
                            <a:pt x="53998" y="45138"/>
                            <a:pt x="51521" y="42852"/>
                          </a:cubicBezTo>
                          <a:cubicBezTo>
                            <a:pt x="43901" y="35994"/>
                            <a:pt x="38091" y="26850"/>
                            <a:pt x="29423" y="23136"/>
                          </a:cubicBezTo>
                          <a:cubicBezTo>
                            <a:pt x="26756" y="22088"/>
                            <a:pt x="17993" y="20659"/>
                            <a:pt x="11135" y="18659"/>
                          </a:cubicBezTo>
                          <a:cubicBezTo>
                            <a:pt x="7706" y="17802"/>
                            <a:pt x="4372" y="15801"/>
                            <a:pt x="2372" y="13991"/>
                          </a:cubicBezTo>
                          <a:cubicBezTo>
                            <a:pt x="372" y="12087"/>
                            <a:pt x="-581" y="10086"/>
                            <a:pt x="372" y="7705"/>
                          </a:cubicBezTo>
                          <a:cubicBezTo>
                            <a:pt x="1324" y="5324"/>
                            <a:pt x="3229" y="3705"/>
                            <a:pt x="5611" y="2752"/>
                          </a:cubicBezTo>
                          <a:cubicBezTo>
                            <a:pt x="7992" y="1514"/>
                            <a:pt x="10754" y="656"/>
                            <a:pt x="13707" y="276"/>
                          </a:cubicBezTo>
                          <a:cubicBezTo>
                            <a:pt x="16660" y="-201"/>
                            <a:pt x="19803" y="85"/>
                            <a:pt x="22470" y="85"/>
                          </a:cubicBezTo>
                          <a:cubicBezTo>
                            <a:pt x="25137" y="-10"/>
                            <a:pt x="27613" y="276"/>
                            <a:pt x="29233" y="752"/>
                          </a:cubicBezTo>
                          <a:cubicBezTo>
                            <a:pt x="35329" y="2752"/>
                            <a:pt x="41425" y="6943"/>
                            <a:pt x="46473" y="1151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30" name="Graphique 1">
                    <a:extLst>
                      <a:ext uri="{FF2B5EF4-FFF2-40B4-BE49-F238E27FC236}">
                        <a16:creationId xmlns:a16="http://schemas.microsoft.com/office/drawing/2014/main" id="{C7AC5D8B-C775-45D4-BAA4-544CDE2952B9}"/>
                      </a:ext>
                    </a:extLst>
                  </p:cNvPr>
                  <p:cNvGrpSpPr/>
                  <p:nvPr/>
                </p:nvGrpSpPr>
                <p:grpSpPr>
                  <a:xfrm>
                    <a:off x="1371292" y="3114043"/>
                    <a:ext cx="148990" cy="153869"/>
                    <a:chOff x="1371292" y="3114043"/>
                    <a:chExt cx="148990" cy="153869"/>
                  </a:xfrm>
                  <a:solidFill>
                    <a:schemeClr val="accent1"/>
                  </a:solidFill>
                </p:grpSpPr>
                <p:sp>
                  <p:nvSpPr>
                    <p:cNvPr id="14613" name="Forme libre : forme 14612">
                      <a:extLst>
                        <a:ext uri="{FF2B5EF4-FFF2-40B4-BE49-F238E27FC236}">
                          <a16:creationId xmlns:a16="http://schemas.microsoft.com/office/drawing/2014/main" id="{8513361D-3625-4364-937E-8033D82F65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71292" y="3114043"/>
                      <a:ext cx="148960" cy="153869"/>
                    </a:xfrm>
                    <a:custGeom>
                      <a:avLst/>
                      <a:gdLst>
                        <a:gd name="connsiteX0" fmla="*/ 136139 w 148960"/>
                        <a:gd name="connsiteY0" fmla="*/ 91976 h 153869"/>
                        <a:gd name="connsiteX1" fmla="*/ 114803 w 148960"/>
                        <a:gd name="connsiteY1" fmla="*/ 115979 h 153869"/>
                        <a:gd name="connsiteX2" fmla="*/ 90419 w 148960"/>
                        <a:gd name="connsiteY2" fmla="*/ 139029 h 153869"/>
                        <a:gd name="connsiteX3" fmla="*/ 80989 w 148960"/>
                        <a:gd name="connsiteY3" fmla="*/ 145983 h 153869"/>
                        <a:gd name="connsiteX4" fmla="*/ 70512 w 148960"/>
                        <a:gd name="connsiteY4" fmla="*/ 150650 h 153869"/>
                        <a:gd name="connsiteX5" fmla="*/ 50033 w 148960"/>
                        <a:gd name="connsiteY5" fmla="*/ 153698 h 153869"/>
                        <a:gd name="connsiteX6" fmla="*/ 20981 w 148960"/>
                        <a:gd name="connsiteY6" fmla="*/ 135981 h 153869"/>
                        <a:gd name="connsiteX7" fmla="*/ 5646 w 148960"/>
                        <a:gd name="connsiteY7" fmla="*/ 107502 h 153869"/>
                        <a:gd name="connsiteX8" fmla="*/ 693 w 148960"/>
                        <a:gd name="connsiteY8" fmla="*/ 75497 h 153869"/>
                        <a:gd name="connsiteX9" fmla="*/ 5075 w 148960"/>
                        <a:gd name="connsiteY9" fmla="*/ 61401 h 153869"/>
                        <a:gd name="connsiteX10" fmla="*/ 8980 w 148960"/>
                        <a:gd name="connsiteY10" fmla="*/ 55495 h 153869"/>
                        <a:gd name="connsiteX11" fmla="*/ 14028 w 148960"/>
                        <a:gd name="connsiteY11" fmla="*/ 49970 h 153869"/>
                        <a:gd name="connsiteX12" fmla="*/ 30316 w 148960"/>
                        <a:gd name="connsiteY12" fmla="*/ 34730 h 153869"/>
                        <a:gd name="connsiteX13" fmla="*/ 46223 w 148960"/>
                        <a:gd name="connsiteY13" fmla="*/ 17014 h 153869"/>
                        <a:gd name="connsiteX14" fmla="*/ 59177 w 148960"/>
                        <a:gd name="connsiteY14" fmla="*/ 6346 h 153869"/>
                        <a:gd name="connsiteX15" fmla="*/ 74893 w 148960"/>
                        <a:gd name="connsiteY15" fmla="*/ 726 h 153869"/>
                        <a:gd name="connsiteX16" fmla="*/ 106992 w 148960"/>
                        <a:gd name="connsiteY16" fmla="*/ 7394 h 153869"/>
                        <a:gd name="connsiteX17" fmla="*/ 133186 w 148960"/>
                        <a:gd name="connsiteY17" fmla="*/ 26063 h 153869"/>
                        <a:gd name="connsiteX18" fmla="*/ 148902 w 148960"/>
                        <a:gd name="connsiteY18" fmla="*/ 55400 h 153869"/>
                        <a:gd name="connsiteX19" fmla="*/ 146426 w 148960"/>
                        <a:gd name="connsiteY19" fmla="*/ 73974 h 153869"/>
                        <a:gd name="connsiteX20" fmla="*/ 136139 w 148960"/>
                        <a:gd name="connsiteY20" fmla="*/ 91976 h 153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8960" h="153869">
                          <a:moveTo>
                            <a:pt x="136139" y="91976"/>
                          </a:moveTo>
                          <a:cubicBezTo>
                            <a:pt x="129566" y="100072"/>
                            <a:pt x="122232" y="108073"/>
                            <a:pt x="114803" y="115979"/>
                          </a:cubicBezTo>
                          <a:cubicBezTo>
                            <a:pt x="106992" y="123789"/>
                            <a:pt x="99372" y="131695"/>
                            <a:pt x="90419" y="139029"/>
                          </a:cubicBezTo>
                          <a:cubicBezTo>
                            <a:pt x="87371" y="141601"/>
                            <a:pt x="84227" y="143982"/>
                            <a:pt x="80989" y="145983"/>
                          </a:cubicBezTo>
                          <a:cubicBezTo>
                            <a:pt x="77560" y="147887"/>
                            <a:pt x="74036" y="149411"/>
                            <a:pt x="70512" y="150650"/>
                          </a:cubicBezTo>
                          <a:cubicBezTo>
                            <a:pt x="63463" y="153031"/>
                            <a:pt x="56795" y="154365"/>
                            <a:pt x="50033" y="153698"/>
                          </a:cubicBezTo>
                          <a:cubicBezTo>
                            <a:pt x="36793" y="152650"/>
                            <a:pt x="26506" y="146268"/>
                            <a:pt x="20981" y="135981"/>
                          </a:cubicBezTo>
                          <a:lnTo>
                            <a:pt x="5646" y="107502"/>
                          </a:lnTo>
                          <a:cubicBezTo>
                            <a:pt x="122" y="97215"/>
                            <a:pt x="-926" y="85403"/>
                            <a:pt x="693" y="75497"/>
                          </a:cubicBezTo>
                          <a:cubicBezTo>
                            <a:pt x="1550" y="70830"/>
                            <a:pt x="2884" y="65496"/>
                            <a:pt x="5075" y="61401"/>
                          </a:cubicBezTo>
                          <a:cubicBezTo>
                            <a:pt x="6218" y="59305"/>
                            <a:pt x="7456" y="57400"/>
                            <a:pt x="8980" y="55495"/>
                          </a:cubicBezTo>
                          <a:cubicBezTo>
                            <a:pt x="10409" y="53495"/>
                            <a:pt x="12123" y="51590"/>
                            <a:pt x="14028" y="49970"/>
                          </a:cubicBezTo>
                          <a:cubicBezTo>
                            <a:pt x="19648" y="45589"/>
                            <a:pt x="24887" y="39969"/>
                            <a:pt x="30316" y="34730"/>
                          </a:cubicBezTo>
                          <a:cubicBezTo>
                            <a:pt x="35650" y="29016"/>
                            <a:pt x="40984" y="23301"/>
                            <a:pt x="46223" y="17014"/>
                          </a:cubicBezTo>
                          <a:cubicBezTo>
                            <a:pt x="49842" y="12537"/>
                            <a:pt x="54319" y="9108"/>
                            <a:pt x="59177" y="6346"/>
                          </a:cubicBezTo>
                          <a:cubicBezTo>
                            <a:pt x="64034" y="3488"/>
                            <a:pt x="69368" y="1584"/>
                            <a:pt x="74893" y="726"/>
                          </a:cubicBezTo>
                          <a:cubicBezTo>
                            <a:pt x="85942" y="-1179"/>
                            <a:pt x="97467" y="536"/>
                            <a:pt x="106992" y="7394"/>
                          </a:cubicBezTo>
                          <a:lnTo>
                            <a:pt x="133186" y="26063"/>
                          </a:lnTo>
                          <a:cubicBezTo>
                            <a:pt x="142616" y="32826"/>
                            <a:pt x="148235" y="43398"/>
                            <a:pt x="148902" y="55400"/>
                          </a:cubicBezTo>
                          <a:cubicBezTo>
                            <a:pt x="149188" y="61401"/>
                            <a:pt x="148426" y="67687"/>
                            <a:pt x="146426" y="73974"/>
                          </a:cubicBezTo>
                          <a:cubicBezTo>
                            <a:pt x="144330" y="80069"/>
                            <a:pt x="140711" y="86261"/>
                            <a:pt x="136139" y="91976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4" name="Forme libre : forme 14613">
                      <a:extLst>
                        <a:ext uri="{FF2B5EF4-FFF2-40B4-BE49-F238E27FC236}">
                          <a16:creationId xmlns:a16="http://schemas.microsoft.com/office/drawing/2014/main" id="{2C5D4499-F847-496A-9D13-535E0BFD04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85605" y="3139344"/>
                      <a:ext cx="134676" cy="128473"/>
                    </a:xfrm>
                    <a:custGeom>
                      <a:avLst/>
                      <a:gdLst>
                        <a:gd name="connsiteX0" fmla="*/ 59055 w 134676"/>
                        <a:gd name="connsiteY0" fmla="*/ 77438 h 128473"/>
                        <a:gd name="connsiteX1" fmla="*/ 31242 w 134676"/>
                        <a:gd name="connsiteY1" fmla="*/ 98774 h 128473"/>
                        <a:gd name="connsiteX2" fmla="*/ 23241 w 134676"/>
                        <a:gd name="connsiteY2" fmla="*/ 101060 h 128473"/>
                        <a:gd name="connsiteX3" fmla="*/ 15050 w 134676"/>
                        <a:gd name="connsiteY3" fmla="*/ 101537 h 128473"/>
                        <a:gd name="connsiteX4" fmla="*/ 0 w 134676"/>
                        <a:gd name="connsiteY4" fmla="*/ 98298 h 128473"/>
                        <a:gd name="connsiteX5" fmla="*/ 6667 w 134676"/>
                        <a:gd name="connsiteY5" fmla="*/ 110585 h 128473"/>
                        <a:gd name="connsiteX6" fmla="*/ 35719 w 134676"/>
                        <a:gd name="connsiteY6" fmla="*/ 128302 h 128473"/>
                        <a:gd name="connsiteX7" fmla="*/ 56198 w 134676"/>
                        <a:gd name="connsiteY7" fmla="*/ 125254 h 128473"/>
                        <a:gd name="connsiteX8" fmla="*/ 66675 w 134676"/>
                        <a:gd name="connsiteY8" fmla="*/ 120587 h 128473"/>
                        <a:gd name="connsiteX9" fmla="*/ 76105 w 134676"/>
                        <a:gd name="connsiteY9" fmla="*/ 113633 h 128473"/>
                        <a:gd name="connsiteX10" fmla="*/ 100489 w 134676"/>
                        <a:gd name="connsiteY10" fmla="*/ 90583 h 128473"/>
                        <a:gd name="connsiteX11" fmla="*/ 121825 w 134676"/>
                        <a:gd name="connsiteY11" fmla="*/ 66580 h 128473"/>
                        <a:gd name="connsiteX12" fmla="*/ 132112 w 134676"/>
                        <a:gd name="connsiteY12" fmla="*/ 48482 h 128473"/>
                        <a:gd name="connsiteX13" fmla="*/ 134588 w 134676"/>
                        <a:gd name="connsiteY13" fmla="*/ 29909 h 128473"/>
                        <a:gd name="connsiteX14" fmla="*/ 118872 w 134676"/>
                        <a:gd name="connsiteY14" fmla="*/ 571 h 128473"/>
                        <a:gd name="connsiteX15" fmla="*/ 118015 w 134676"/>
                        <a:gd name="connsiteY15" fmla="*/ 0 h 128473"/>
                        <a:gd name="connsiteX16" fmla="*/ 89249 w 134676"/>
                        <a:gd name="connsiteY16" fmla="*/ 38671 h 128473"/>
                        <a:gd name="connsiteX17" fmla="*/ 73914 w 134676"/>
                        <a:gd name="connsiteY17" fmla="*/ 57340 h 128473"/>
                        <a:gd name="connsiteX18" fmla="*/ 59055 w 134676"/>
                        <a:gd name="connsiteY18" fmla="*/ 77438 h 128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4676" h="128473">
                          <a:moveTo>
                            <a:pt x="59055" y="77438"/>
                          </a:moveTo>
                          <a:cubicBezTo>
                            <a:pt x="51816" y="87249"/>
                            <a:pt x="42100" y="95155"/>
                            <a:pt x="31242" y="98774"/>
                          </a:cubicBezTo>
                          <a:cubicBezTo>
                            <a:pt x="28575" y="99727"/>
                            <a:pt x="25908" y="100489"/>
                            <a:pt x="23241" y="101060"/>
                          </a:cubicBezTo>
                          <a:cubicBezTo>
                            <a:pt x="20479" y="101441"/>
                            <a:pt x="17717" y="101632"/>
                            <a:pt x="15050" y="101537"/>
                          </a:cubicBezTo>
                          <a:cubicBezTo>
                            <a:pt x="9716" y="101441"/>
                            <a:pt x="4572" y="100394"/>
                            <a:pt x="0" y="98298"/>
                          </a:cubicBezTo>
                          <a:lnTo>
                            <a:pt x="6667" y="110585"/>
                          </a:lnTo>
                          <a:cubicBezTo>
                            <a:pt x="12192" y="120872"/>
                            <a:pt x="22479" y="127254"/>
                            <a:pt x="35719" y="128302"/>
                          </a:cubicBezTo>
                          <a:cubicBezTo>
                            <a:pt x="42482" y="128969"/>
                            <a:pt x="49149" y="127635"/>
                            <a:pt x="56198" y="125254"/>
                          </a:cubicBezTo>
                          <a:cubicBezTo>
                            <a:pt x="59722" y="124015"/>
                            <a:pt x="63246" y="122492"/>
                            <a:pt x="66675" y="120587"/>
                          </a:cubicBezTo>
                          <a:cubicBezTo>
                            <a:pt x="69913" y="118586"/>
                            <a:pt x="73057" y="116300"/>
                            <a:pt x="76105" y="113633"/>
                          </a:cubicBezTo>
                          <a:cubicBezTo>
                            <a:pt x="85058" y="106299"/>
                            <a:pt x="92678" y="98393"/>
                            <a:pt x="100489" y="90583"/>
                          </a:cubicBezTo>
                          <a:cubicBezTo>
                            <a:pt x="107823" y="82677"/>
                            <a:pt x="115157" y="74676"/>
                            <a:pt x="121825" y="66580"/>
                          </a:cubicBezTo>
                          <a:cubicBezTo>
                            <a:pt x="126397" y="60865"/>
                            <a:pt x="130016" y="54673"/>
                            <a:pt x="132112" y="48482"/>
                          </a:cubicBezTo>
                          <a:cubicBezTo>
                            <a:pt x="134112" y="42196"/>
                            <a:pt x="134969" y="35909"/>
                            <a:pt x="134588" y="29909"/>
                          </a:cubicBezTo>
                          <a:cubicBezTo>
                            <a:pt x="133921" y="18002"/>
                            <a:pt x="128302" y="7334"/>
                            <a:pt x="118872" y="571"/>
                          </a:cubicBezTo>
                          <a:lnTo>
                            <a:pt x="118015" y="0"/>
                          </a:lnTo>
                          <a:cubicBezTo>
                            <a:pt x="109633" y="13906"/>
                            <a:pt x="99441" y="26289"/>
                            <a:pt x="89249" y="38671"/>
                          </a:cubicBezTo>
                          <a:cubicBezTo>
                            <a:pt x="84392" y="44958"/>
                            <a:pt x="78772" y="50863"/>
                            <a:pt x="73914" y="57340"/>
                          </a:cubicBezTo>
                          <a:cubicBezTo>
                            <a:pt x="68866" y="63818"/>
                            <a:pt x="63627" y="70199"/>
                            <a:pt x="59055" y="7743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5" name="Forme libre : forme 14614">
                      <a:extLst>
                        <a:ext uri="{FF2B5EF4-FFF2-40B4-BE49-F238E27FC236}">
                          <a16:creationId xmlns:a16="http://schemas.microsoft.com/office/drawing/2014/main" id="{30DB2B0D-15E6-419B-85F4-58F1D7CD9A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24141" y="3154054"/>
                      <a:ext cx="56856" cy="59325"/>
                    </a:xfrm>
                    <a:custGeom>
                      <a:avLst/>
                      <a:gdLst>
                        <a:gd name="connsiteX0" fmla="*/ 50809 w 56856"/>
                        <a:gd name="connsiteY0" fmla="*/ 3293 h 59325"/>
                        <a:gd name="connsiteX1" fmla="*/ 56619 w 56856"/>
                        <a:gd name="connsiteY1" fmla="*/ 21009 h 59325"/>
                        <a:gd name="connsiteX2" fmla="*/ 44903 w 56856"/>
                        <a:gd name="connsiteY2" fmla="*/ 44631 h 59325"/>
                        <a:gd name="connsiteX3" fmla="*/ 22234 w 56856"/>
                        <a:gd name="connsiteY3" fmla="*/ 58633 h 59325"/>
                        <a:gd name="connsiteX4" fmla="*/ 3946 w 56856"/>
                        <a:gd name="connsiteY4" fmla="*/ 54061 h 59325"/>
                        <a:gd name="connsiteX5" fmla="*/ 707 w 56856"/>
                        <a:gd name="connsiteY5" fmla="*/ 35868 h 59325"/>
                        <a:gd name="connsiteX6" fmla="*/ 12232 w 56856"/>
                        <a:gd name="connsiteY6" fmla="*/ 14723 h 59325"/>
                        <a:gd name="connsiteX7" fmla="*/ 32425 w 56856"/>
                        <a:gd name="connsiteY7" fmla="*/ 1197 h 59325"/>
                        <a:gd name="connsiteX8" fmla="*/ 50809 w 56856"/>
                        <a:gd name="connsiteY8" fmla="*/ 3293 h 59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856" h="59325">
                          <a:moveTo>
                            <a:pt x="50809" y="3293"/>
                          </a:moveTo>
                          <a:cubicBezTo>
                            <a:pt x="55666" y="7007"/>
                            <a:pt x="57571" y="13484"/>
                            <a:pt x="56619" y="21009"/>
                          </a:cubicBezTo>
                          <a:cubicBezTo>
                            <a:pt x="55762" y="28629"/>
                            <a:pt x="51857" y="37202"/>
                            <a:pt x="44903" y="44631"/>
                          </a:cubicBezTo>
                          <a:cubicBezTo>
                            <a:pt x="38331" y="52347"/>
                            <a:pt x="29568" y="56918"/>
                            <a:pt x="22234" y="58633"/>
                          </a:cubicBezTo>
                          <a:cubicBezTo>
                            <a:pt x="14804" y="60443"/>
                            <a:pt x="7851" y="58633"/>
                            <a:pt x="3946" y="54061"/>
                          </a:cubicBezTo>
                          <a:cubicBezTo>
                            <a:pt x="-150" y="49394"/>
                            <a:pt x="-722" y="43012"/>
                            <a:pt x="707" y="35868"/>
                          </a:cubicBezTo>
                          <a:cubicBezTo>
                            <a:pt x="2136" y="28629"/>
                            <a:pt x="6327" y="21676"/>
                            <a:pt x="12232" y="14723"/>
                          </a:cubicBezTo>
                          <a:cubicBezTo>
                            <a:pt x="18328" y="8150"/>
                            <a:pt x="25472" y="3483"/>
                            <a:pt x="32425" y="1197"/>
                          </a:cubicBezTo>
                          <a:cubicBezTo>
                            <a:pt x="39188" y="-803"/>
                            <a:pt x="46046" y="-422"/>
                            <a:pt x="50809" y="3293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6" name="Forme libre : forme 14615">
                      <a:extLst>
                        <a:ext uri="{FF2B5EF4-FFF2-40B4-BE49-F238E27FC236}">
                          <a16:creationId xmlns:a16="http://schemas.microsoft.com/office/drawing/2014/main" id="{451ED9D2-75B1-41ED-904E-59675F7B58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24078" y="3184683"/>
                      <a:ext cx="53920" cy="28791"/>
                    </a:xfrm>
                    <a:custGeom>
                      <a:avLst/>
                      <a:gdLst>
                        <a:gd name="connsiteX0" fmla="*/ 2295 w 53920"/>
                        <a:gd name="connsiteY0" fmla="*/ 0 h 28791"/>
                        <a:gd name="connsiteX1" fmla="*/ 9 w 53920"/>
                        <a:gd name="connsiteY1" fmla="*/ 12954 h 28791"/>
                        <a:gd name="connsiteX2" fmla="*/ 3914 w 53920"/>
                        <a:gd name="connsiteY2" fmla="*/ 23527 h 28791"/>
                        <a:gd name="connsiteX3" fmla="*/ 22202 w 53920"/>
                        <a:gd name="connsiteY3" fmla="*/ 28099 h 28791"/>
                        <a:gd name="connsiteX4" fmla="*/ 44872 w 53920"/>
                        <a:gd name="connsiteY4" fmla="*/ 14097 h 28791"/>
                        <a:gd name="connsiteX5" fmla="*/ 53920 w 53920"/>
                        <a:gd name="connsiteY5" fmla="*/ 286 h 28791"/>
                        <a:gd name="connsiteX6" fmla="*/ 46872 w 53920"/>
                        <a:gd name="connsiteY6" fmla="*/ 6001 h 28791"/>
                        <a:gd name="connsiteX7" fmla="*/ 22202 w 53920"/>
                        <a:gd name="connsiteY7" fmla="*/ 10287 h 28791"/>
                        <a:gd name="connsiteX8" fmla="*/ 2295 w 53920"/>
                        <a:gd name="connsiteY8" fmla="*/ 0 h 287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920" h="28791">
                          <a:moveTo>
                            <a:pt x="2295" y="0"/>
                          </a:moveTo>
                          <a:cubicBezTo>
                            <a:pt x="580" y="4381"/>
                            <a:pt x="-86" y="9144"/>
                            <a:pt x="9" y="12954"/>
                          </a:cubicBezTo>
                          <a:cubicBezTo>
                            <a:pt x="199" y="16954"/>
                            <a:pt x="1438" y="20669"/>
                            <a:pt x="3914" y="23527"/>
                          </a:cubicBezTo>
                          <a:cubicBezTo>
                            <a:pt x="7819" y="28099"/>
                            <a:pt x="14868" y="29908"/>
                            <a:pt x="22202" y="28099"/>
                          </a:cubicBezTo>
                          <a:cubicBezTo>
                            <a:pt x="29536" y="26289"/>
                            <a:pt x="38395" y="21717"/>
                            <a:pt x="44872" y="14097"/>
                          </a:cubicBezTo>
                          <a:cubicBezTo>
                            <a:pt x="48777" y="9620"/>
                            <a:pt x="52015" y="5048"/>
                            <a:pt x="53920" y="286"/>
                          </a:cubicBezTo>
                          <a:cubicBezTo>
                            <a:pt x="52015" y="2572"/>
                            <a:pt x="49539" y="4477"/>
                            <a:pt x="46872" y="6001"/>
                          </a:cubicBezTo>
                          <a:cubicBezTo>
                            <a:pt x="38966" y="9715"/>
                            <a:pt x="30394" y="11430"/>
                            <a:pt x="22202" y="10287"/>
                          </a:cubicBezTo>
                          <a:cubicBezTo>
                            <a:pt x="14201" y="9239"/>
                            <a:pt x="7057" y="5715"/>
                            <a:pt x="2295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7" name="Forme libre : forme 14616">
                      <a:extLst>
                        <a:ext uri="{FF2B5EF4-FFF2-40B4-BE49-F238E27FC236}">
                          <a16:creationId xmlns:a16="http://schemas.microsoft.com/office/drawing/2014/main" id="{17B5B4EB-752D-4F63-B3F6-E9588D84D2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29900" y="3154407"/>
                      <a:ext cx="57220" cy="60053"/>
                    </a:xfrm>
                    <a:custGeom>
                      <a:avLst/>
                      <a:gdLst>
                        <a:gd name="connsiteX0" fmla="*/ 51051 w 57220"/>
                        <a:gd name="connsiteY0" fmla="*/ 3130 h 60053"/>
                        <a:gd name="connsiteX1" fmla="*/ 56956 w 57220"/>
                        <a:gd name="connsiteY1" fmla="*/ 20942 h 60053"/>
                        <a:gd name="connsiteX2" fmla="*/ 45241 w 57220"/>
                        <a:gd name="connsiteY2" fmla="*/ 44850 h 60053"/>
                        <a:gd name="connsiteX3" fmla="*/ 34192 w 57220"/>
                        <a:gd name="connsiteY3" fmla="*/ 54279 h 60053"/>
                        <a:gd name="connsiteX4" fmla="*/ 22476 w 57220"/>
                        <a:gd name="connsiteY4" fmla="*/ 59232 h 60053"/>
                        <a:gd name="connsiteX5" fmla="*/ 4093 w 57220"/>
                        <a:gd name="connsiteY5" fmla="*/ 55137 h 60053"/>
                        <a:gd name="connsiteX6" fmla="*/ 664 w 57220"/>
                        <a:gd name="connsiteY6" fmla="*/ 36753 h 60053"/>
                        <a:gd name="connsiteX7" fmla="*/ 4855 w 57220"/>
                        <a:gd name="connsiteY7" fmla="*/ 25990 h 60053"/>
                        <a:gd name="connsiteX8" fmla="*/ 12284 w 57220"/>
                        <a:gd name="connsiteY8" fmla="*/ 15322 h 60053"/>
                        <a:gd name="connsiteX9" fmla="*/ 32572 w 57220"/>
                        <a:gd name="connsiteY9" fmla="*/ 1416 h 60053"/>
                        <a:gd name="connsiteX10" fmla="*/ 51051 w 57220"/>
                        <a:gd name="connsiteY10" fmla="*/ 3130 h 60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220" h="60053">
                          <a:moveTo>
                            <a:pt x="51051" y="3130"/>
                          </a:moveTo>
                          <a:cubicBezTo>
                            <a:pt x="55909" y="6845"/>
                            <a:pt x="58004" y="13417"/>
                            <a:pt x="56956" y="20942"/>
                          </a:cubicBezTo>
                          <a:cubicBezTo>
                            <a:pt x="55909" y="28467"/>
                            <a:pt x="52289" y="37229"/>
                            <a:pt x="45241" y="44850"/>
                          </a:cubicBezTo>
                          <a:cubicBezTo>
                            <a:pt x="41812" y="48660"/>
                            <a:pt x="38192" y="51898"/>
                            <a:pt x="34192" y="54279"/>
                          </a:cubicBezTo>
                          <a:cubicBezTo>
                            <a:pt x="30191" y="56661"/>
                            <a:pt x="26191" y="58375"/>
                            <a:pt x="22476" y="59232"/>
                          </a:cubicBezTo>
                          <a:cubicBezTo>
                            <a:pt x="15046" y="61137"/>
                            <a:pt x="8188" y="59709"/>
                            <a:pt x="4093" y="55137"/>
                          </a:cubicBezTo>
                          <a:cubicBezTo>
                            <a:pt x="-3" y="50660"/>
                            <a:pt x="-765" y="43992"/>
                            <a:pt x="664" y="36753"/>
                          </a:cubicBezTo>
                          <a:cubicBezTo>
                            <a:pt x="1426" y="33134"/>
                            <a:pt x="2854" y="29514"/>
                            <a:pt x="4855" y="25990"/>
                          </a:cubicBezTo>
                          <a:cubicBezTo>
                            <a:pt x="6855" y="22466"/>
                            <a:pt x="9236" y="18656"/>
                            <a:pt x="12284" y="15322"/>
                          </a:cubicBezTo>
                          <a:cubicBezTo>
                            <a:pt x="18475" y="8654"/>
                            <a:pt x="25524" y="3606"/>
                            <a:pt x="32572" y="1416"/>
                          </a:cubicBezTo>
                          <a:cubicBezTo>
                            <a:pt x="39526" y="-775"/>
                            <a:pt x="46193" y="-585"/>
                            <a:pt x="51051" y="313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8" name="Forme libre : forme 14617">
                      <a:extLst>
                        <a:ext uri="{FF2B5EF4-FFF2-40B4-BE49-F238E27FC236}">
                          <a16:creationId xmlns:a16="http://schemas.microsoft.com/office/drawing/2014/main" id="{7BA2C209-7A01-46D0-B582-1770D08FBD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90330" y="3181923"/>
                      <a:ext cx="102456" cy="65543"/>
                    </a:xfrm>
                    <a:custGeom>
                      <a:avLst/>
                      <a:gdLst>
                        <a:gd name="connsiteX0" fmla="*/ 16231 w 102456"/>
                        <a:gd name="connsiteY0" fmla="*/ 46956 h 65543"/>
                        <a:gd name="connsiteX1" fmla="*/ 30042 w 102456"/>
                        <a:gd name="connsiteY1" fmla="*/ 62386 h 65543"/>
                        <a:gd name="connsiteX2" fmla="*/ 51664 w 102456"/>
                        <a:gd name="connsiteY2" fmla="*/ 64673 h 65543"/>
                        <a:gd name="connsiteX3" fmla="*/ 74905 w 102456"/>
                        <a:gd name="connsiteY3" fmla="*/ 54385 h 65543"/>
                        <a:gd name="connsiteX4" fmla="*/ 91002 w 102456"/>
                        <a:gd name="connsiteY4" fmla="*/ 40289 h 65543"/>
                        <a:gd name="connsiteX5" fmla="*/ 101098 w 102456"/>
                        <a:gd name="connsiteY5" fmla="*/ 22763 h 65543"/>
                        <a:gd name="connsiteX6" fmla="*/ 93955 w 102456"/>
                        <a:gd name="connsiteY6" fmla="*/ 379 h 65543"/>
                        <a:gd name="connsiteX7" fmla="*/ 77953 w 102456"/>
                        <a:gd name="connsiteY7" fmla="*/ 3332 h 65543"/>
                        <a:gd name="connsiteX8" fmla="*/ 58903 w 102456"/>
                        <a:gd name="connsiteY8" fmla="*/ 7904 h 65543"/>
                        <a:gd name="connsiteX9" fmla="*/ 39948 w 102456"/>
                        <a:gd name="connsiteY9" fmla="*/ 8189 h 65543"/>
                        <a:gd name="connsiteX10" fmla="*/ 19088 w 102456"/>
                        <a:gd name="connsiteY10" fmla="*/ 5522 h 65543"/>
                        <a:gd name="connsiteX11" fmla="*/ 1467 w 102456"/>
                        <a:gd name="connsiteY11" fmla="*/ 11809 h 65543"/>
                        <a:gd name="connsiteX12" fmla="*/ 16231 w 102456"/>
                        <a:gd name="connsiteY12" fmla="*/ 46956 h 65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2456" h="65543">
                          <a:moveTo>
                            <a:pt x="16231" y="46956"/>
                          </a:moveTo>
                          <a:cubicBezTo>
                            <a:pt x="19945" y="52766"/>
                            <a:pt x="23755" y="58862"/>
                            <a:pt x="30042" y="62386"/>
                          </a:cubicBezTo>
                          <a:cubicBezTo>
                            <a:pt x="35947" y="65720"/>
                            <a:pt x="43567" y="66292"/>
                            <a:pt x="51664" y="64673"/>
                          </a:cubicBezTo>
                          <a:cubicBezTo>
                            <a:pt x="59379" y="62863"/>
                            <a:pt x="67666" y="59148"/>
                            <a:pt x="74905" y="54385"/>
                          </a:cubicBezTo>
                          <a:cubicBezTo>
                            <a:pt x="80620" y="50385"/>
                            <a:pt x="86239" y="45527"/>
                            <a:pt x="91002" y="40289"/>
                          </a:cubicBezTo>
                          <a:cubicBezTo>
                            <a:pt x="95479" y="34859"/>
                            <a:pt x="99003" y="28954"/>
                            <a:pt x="101098" y="22763"/>
                          </a:cubicBezTo>
                          <a:cubicBezTo>
                            <a:pt x="104242" y="13428"/>
                            <a:pt x="101956" y="2379"/>
                            <a:pt x="93955" y="379"/>
                          </a:cubicBezTo>
                          <a:cubicBezTo>
                            <a:pt x="88906" y="-955"/>
                            <a:pt x="83477" y="1522"/>
                            <a:pt x="77953" y="3332"/>
                          </a:cubicBezTo>
                          <a:cubicBezTo>
                            <a:pt x="71571" y="5427"/>
                            <a:pt x="65189" y="6951"/>
                            <a:pt x="58903" y="7904"/>
                          </a:cubicBezTo>
                          <a:cubicBezTo>
                            <a:pt x="52521" y="8666"/>
                            <a:pt x="46044" y="8666"/>
                            <a:pt x="39948" y="8189"/>
                          </a:cubicBezTo>
                          <a:cubicBezTo>
                            <a:pt x="34709" y="7713"/>
                            <a:pt x="26613" y="6094"/>
                            <a:pt x="19088" y="5522"/>
                          </a:cubicBezTo>
                          <a:cubicBezTo>
                            <a:pt x="11468" y="4951"/>
                            <a:pt x="4991" y="6380"/>
                            <a:pt x="1467" y="11809"/>
                          </a:cubicBezTo>
                          <a:cubicBezTo>
                            <a:pt x="-4820" y="22096"/>
                            <a:pt x="10801" y="38955"/>
                            <a:pt x="16231" y="4695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9" name="Forme libre : forme 14618">
                      <a:extLst>
                        <a:ext uri="{FF2B5EF4-FFF2-40B4-BE49-F238E27FC236}">
                          <a16:creationId xmlns:a16="http://schemas.microsoft.com/office/drawing/2014/main" id="{84217827-8924-4E81-BF79-8C0EDCB851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3818" y="3176075"/>
                      <a:ext cx="17126" cy="30304"/>
                    </a:xfrm>
                    <a:custGeom>
                      <a:avLst/>
                      <a:gdLst>
                        <a:gd name="connsiteX0" fmla="*/ 361 w 17126"/>
                        <a:gd name="connsiteY0" fmla="*/ 23753 h 30304"/>
                        <a:gd name="connsiteX1" fmla="*/ 2076 w 17126"/>
                        <a:gd name="connsiteY1" fmla="*/ 28421 h 30304"/>
                        <a:gd name="connsiteX2" fmla="*/ 6648 w 17126"/>
                        <a:gd name="connsiteY2" fmla="*/ 30135 h 30304"/>
                        <a:gd name="connsiteX3" fmla="*/ 10172 w 17126"/>
                        <a:gd name="connsiteY3" fmla="*/ 26802 h 30304"/>
                        <a:gd name="connsiteX4" fmla="*/ 15982 w 17126"/>
                        <a:gd name="connsiteY4" fmla="*/ 15848 h 30304"/>
                        <a:gd name="connsiteX5" fmla="*/ 17126 w 17126"/>
                        <a:gd name="connsiteY5" fmla="*/ 10895 h 30304"/>
                        <a:gd name="connsiteX6" fmla="*/ 4934 w 17126"/>
                        <a:gd name="connsiteY6" fmla="*/ 2798 h 30304"/>
                        <a:gd name="connsiteX7" fmla="*/ 361 w 17126"/>
                        <a:gd name="connsiteY7" fmla="*/ 23753 h 30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126" h="30304">
                          <a:moveTo>
                            <a:pt x="361" y="23753"/>
                          </a:moveTo>
                          <a:cubicBezTo>
                            <a:pt x="647" y="25373"/>
                            <a:pt x="1028" y="27087"/>
                            <a:pt x="2076" y="28421"/>
                          </a:cubicBezTo>
                          <a:cubicBezTo>
                            <a:pt x="3124" y="29754"/>
                            <a:pt x="4934" y="30707"/>
                            <a:pt x="6648" y="30135"/>
                          </a:cubicBezTo>
                          <a:cubicBezTo>
                            <a:pt x="8172" y="29659"/>
                            <a:pt x="9315" y="28230"/>
                            <a:pt x="10172" y="26802"/>
                          </a:cubicBezTo>
                          <a:cubicBezTo>
                            <a:pt x="12553" y="23277"/>
                            <a:pt x="14459" y="19562"/>
                            <a:pt x="15982" y="15848"/>
                          </a:cubicBezTo>
                          <a:cubicBezTo>
                            <a:pt x="16649" y="14324"/>
                            <a:pt x="17030" y="12609"/>
                            <a:pt x="17126" y="10895"/>
                          </a:cubicBezTo>
                          <a:cubicBezTo>
                            <a:pt x="17221" y="3846"/>
                            <a:pt x="10363" y="-4440"/>
                            <a:pt x="4934" y="2798"/>
                          </a:cubicBezTo>
                          <a:cubicBezTo>
                            <a:pt x="457" y="7847"/>
                            <a:pt x="-686" y="16800"/>
                            <a:pt x="361" y="2375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0" name="Forme libre : forme 14619">
                      <a:extLst>
                        <a:ext uri="{FF2B5EF4-FFF2-40B4-BE49-F238E27FC236}">
                          <a16:creationId xmlns:a16="http://schemas.microsoft.com/office/drawing/2014/main" id="{8FC7D082-A75A-47BB-B3C4-D6265B11D0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7905" y="3141154"/>
                      <a:ext cx="16196" cy="62388"/>
                    </a:xfrm>
                    <a:custGeom>
                      <a:avLst/>
                      <a:gdLst>
                        <a:gd name="connsiteX0" fmla="*/ 0 w 16196"/>
                        <a:gd name="connsiteY0" fmla="*/ 0 h 62388"/>
                        <a:gd name="connsiteX1" fmla="*/ 12097 w 16196"/>
                        <a:gd name="connsiteY1" fmla="*/ 14478 h 62388"/>
                        <a:gd name="connsiteX2" fmla="*/ 16192 w 16196"/>
                        <a:gd name="connsiteY2" fmla="*/ 33719 h 62388"/>
                        <a:gd name="connsiteX3" fmla="*/ 8382 w 16196"/>
                        <a:gd name="connsiteY3" fmla="*/ 62389 h 62388"/>
                        <a:gd name="connsiteX4" fmla="*/ 10477 w 16196"/>
                        <a:gd name="connsiteY4" fmla="*/ 56388 h 62388"/>
                        <a:gd name="connsiteX5" fmla="*/ 13240 w 16196"/>
                        <a:gd name="connsiteY5" fmla="*/ 41148 h 62388"/>
                        <a:gd name="connsiteX6" fmla="*/ 0 w 16196"/>
                        <a:gd name="connsiteY6" fmla="*/ 0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96" h="62388">
                          <a:moveTo>
                            <a:pt x="0" y="0"/>
                          </a:moveTo>
                          <a:cubicBezTo>
                            <a:pt x="0" y="0"/>
                            <a:pt x="7144" y="4477"/>
                            <a:pt x="12097" y="14478"/>
                          </a:cubicBezTo>
                          <a:cubicBezTo>
                            <a:pt x="14573" y="19431"/>
                            <a:pt x="16288" y="25813"/>
                            <a:pt x="16192" y="33719"/>
                          </a:cubicBezTo>
                          <a:cubicBezTo>
                            <a:pt x="16192" y="41624"/>
                            <a:pt x="14097" y="51149"/>
                            <a:pt x="8382" y="62389"/>
                          </a:cubicBezTo>
                          <a:cubicBezTo>
                            <a:pt x="8382" y="62389"/>
                            <a:pt x="9334" y="60103"/>
                            <a:pt x="10477" y="56388"/>
                          </a:cubicBezTo>
                          <a:cubicBezTo>
                            <a:pt x="11525" y="52578"/>
                            <a:pt x="12954" y="47244"/>
                            <a:pt x="13240" y="41148"/>
                          </a:cubicBezTo>
                          <a:cubicBezTo>
                            <a:pt x="13906" y="28765"/>
                            <a:pt x="11620" y="1333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1" name="Forme libre : forme 14620">
                      <a:extLst>
                        <a:ext uri="{FF2B5EF4-FFF2-40B4-BE49-F238E27FC236}">
                          <a16:creationId xmlns:a16="http://schemas.microsoft.com/office/drawing/2014/main" id="{7AB67304-868B-4DE4-9EC3-02DDE7A296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75776" y="3165157"/>
                      <a:ext cx="13544" cy="58197"/>
                    </a:xfrm>
                    <a:custGeom>
                      <a:avLst/>
                      <a:gdLst>
                        <a:gd name="connsiteX0" fmla="*/ 13544 w 13544"/>
                        <a:gd name="connsiteY0" fmla="*/ 0 h 58197"/>
                        <a:gd name="connsiteX1" fmla="*/ 10020 w 13544"/>
                        <a:gd name="connsiteY1" fmla="*/ 4191 h 58197"/>
                        <a:gd name="connsiteX2" fmla="*/ 3638 w 13544"/>
                        <a:gd name="connsiteY2" fmla="*/ 15431 h 58197"/>
                        <a:gd name="connsiteX3" fmla="*/ 19 w 13544"/>
                        <a:gd name="connsiteY3" fmla="*/ 33242 h 58197"/>
                        <a:gd name="connsiteX4" fmla="*/ 5067 w 13544"/>
                        <a:gd name="connsiteY4" fmla="*/ 58198 h 58197"/>
                        <a:gd name="connsiteX5" fmla="*/ 2590 w 13544"/>
                        <a:gd name="connsiteY5" fmla="*/ 37719 h 58197"/>
                        <a:gd name="connsiteX6" fmla="*/ 3067 w 13544"/>
                        <a:gd name="connsiteY6" fmla="*/ 28861 h 58197"/>
                        <a:gd name="connsiteX7" fmla="*/ 4591 w 13544"/>
                        <a:gd name="connsiteY7" fmla="*/ 19145 h 58197"/>
                        <a:gd name="connsiteX8" fmla="*/ 7924 w 13544"/>
                        <a:gd name="connsiteY8" fmla="*/ 9716 h 58197"/>
                        <a:gd name="connsiteX9" fmla="*/ 13544 w 13544"/>
                        <a:gd name="connsiteY9" fmla="*/ 0 h 58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544" h="58197">
                          <a:moveTo>
                            <a:pt x="13544" y="0"/>
                          </a:moveTo>
                          <a:cubicBezTo>
                            <a:pt x="13544" y="0"/>
                            <a:pt x="12020" y="1429"/>
                            <a:pt x="10020" y="4191"/>
                          </a:cubicBezTo>
                          <a:cubicBezTo>
                            <a:pt x="8115" y="7049"/>
                            <a:pt x="5638" y="10668"/>
                            <a:pt x="3638" y="15431"/>
                          </a:cubicBezTo>
                          <a:cubicBezTo>
                            <a:pt x="1638" y="20288"/>
                            <a:pt x="304" y="26479"/>
                            <a:pt x="19" y="33242"/>
                          </a:cubicBezTo>
                          <a:cubicBezTo>
                            <a:pt x="-172" y="40196"/>
                            <a:pt x="1066" y="48673"/>
                            <a:pt x="5067" y="58198"/>
                          </a:cubicBezTo>
                          <a:cubicBezTo>
                            <a:pt x="5067" y="58198"/>
                            <a:pt x="2590" y="49149"/>
                            <a:pt x="2590" y="37719"/>
                          </a:cubicBezTo>
                          <a:cubicBezTo>
                            <a:pt x="2590" y="34862"/>
                            <a:pt x="2686" y="31909"/>
                            <a:pt x="3067" y="28861"/>
                          </a:cubicBezTo>
                          <a:cubicBezTo>
                            <a:pt x="3352" y="25622"/>
                            <a:pt x="3829" y="22384"/>
                            <a:pt x="4591" y="19145"/>
                          </a:cubicBezTo>
                          <a:cubicBezTo>
                            <a:pt x="5353" y="15907"/>
                            <a:pt x="6496" y="12764"/>
                            <a:pt x="7924" y="9716"/>
                          </a:cubicBezTo>
                          <a:cubicBezTo>
                            <a:pt x="9353" y="6382"/>
                            <a:pt x="11163" y="3048"/>
                            <a:pt x="1354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2" name="Forme libre : forme 14621">
                      <a:extLst>
                        <a:ext uri="{FF2B5EF4-FFF2-40B4-BE49-F238E27FC236}">
                          <a16:creationId xmlns:a16="http://schemas.microsoft.com/office/drawing/2014/main" id="{BC8FD11D-5815-48B3-BD92-B0B914A78C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8367" y="3162887"/>
                      <a:ext cx="23254" cy="18582"/>
                    </a:xfrm>
                    <a:custGeom>
                      <a:avLst/>
                      <a:gdLst>
                        <a:gd name="connsiteX0" fmla="*/ 22676 w 23254"/>
                        <a:gd name="connsiteY0" fmla="*/ 2366 h 18582"/>
                        <a:gd name="connsiteX1" fmla="*/ 14961 w 23254"/>
                        <a:gd name="connsiteY1" fmla="*/ 15700 h 18582"/>
                        <a:gd name="connsiteX2" fmla="*/ 483 w 23254"/>
                        <a:gd name="connsiteY2" fmla="*/ 15891 h 18582"/>
                        <a:gd name="connsiteX3" fmla="*/ 8198 w 23254"/>
                        <a:gd name="connsiteY3" fmla="*/ 3032 h 18582"/>
                        <a:gd name="connsiteX4" fmla="*/ 22676 w 23254"/>
                        <a:gd name="connsiteY4" fmla="*/ 2366 h 18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254" h="18582">
                          <a:moveTo>
                            <a:pt x="22676" y="2366"/>
                          </a:moveTo>
                          <a:cubicBezTo>
                            <a:pt x="24677" y="5890"/>
                            <a:pt x="21343" y="12081"/>
                            <a:pt x="14961" y="15700"/>
                          </a:cubicBezTo>
                          <a:cubicBezTo>
                            <a:pt x="8675" y="19510"/>
                            <a:pt x="2293" y="19510"/>
                            <a:pt x="483" y="15891"/>
                          </a:cubicBezTo>
                          <a:cubicBezTo>
                            <a:pt x="-1327" y="12272"/>
                            <a:pt x="2102" y="6557"/>
                            <a:pt x="8198" y="3032"/>
                          </a:cubicBezTo>
                          <a:cubicBezTo>
                            <a:pt x="14294" y="-587"/>
                            <a:pt x="20676" y="-1159"/>
                            <a:pt x="22676" y="236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3" name="Forme libre : forme 14622">
                      <a:extLst>
                        <a:ext uri="{FF2B5EF4-FFF2-40B4-BE49-F238E27FC236}">
                          <a16:creationId xmlns:a16="http://schemas.microsoft.com/office/drawing/2014/main" id="{0376271F-9253-4D69-9B2E-E2351A2121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6361" y="3160499"/>
                      <a:ext cx="6602" cy="6785"/>
                    </a:xfrm>
                    <a:custGeom>
                      <a:avLst/>
                      <a:gdLst>
                        <a:gd name="connsiteX0" fmla="*/ 5539 w 6602"/>
                        <a:gd name="connsiteY0" fmla="*/ 658 h 6785"/>
                        <a:gd name="connsiteX1" fmla="*/ 5730 w 6602"/>
                        <a:gd name="connsiteY1" fmla="*/ 5420 h 6785"/>
                        <a:gd name="connsiteX2" fmla="*/ 1063 w 6602"/>
                        <a:gd name="connsiteY2" fmla="*/ 6087 h 6785"/>
                        <a:gd name="connsiteX3" fmla="*/ 872 w 6602"/>
                        <a:gd name="connsiteY3" fmla="*/ 1325 h 6785"/>
                        <a:gd name="connsiteX4" fmla="*/ 5539 w 6602"/>
                        <a:gd name="connsiteY4" fmla="*/ 658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02" h="6785">
                          <a:moveTo>
                            <a:pt x="5539" y="658"/>
                          </a:moveTo>
                          <a:cubicBezTo>
                            <a:pt x="6873" y="1801"/>
                            <a:pt x="6968" y="3896"/>
                            <a:pt x="5730" y="5420"/>
                          </a:cubicBezTo>
                          <a:cubicBezTo>
                            <a:pt x="4492" y="6944"/>
                            <a:pt x="2396" y="7230"/>
                            <a:pt x="1063" y="6087"/>
                          </a:cubicBezTo>
                          <a:cubicBezTo>
                            <a:pt x="-271" y="4944"/>
                            <a:pt x="-366" y="2848"/>
                            <a:pt x="872" y="1325"/>
                          </a:cubicBezTo>
                          <a:cubicBezTo>
                            <a:pt x="2110" y="-199"/>
                            <a:pt x="4206" y="-390"/>
                            <a:pt x="5539" y="6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4" name="Forme libre : forme 14623">
                      <a:extLst>
                        <a:ext uri="{FF2B5EF4-FFF2-40B4-BE49-F238E27FC236}">
                          <a16:creationId xmlns:a16="http://schemas.microsoft.com/office/drawing/2014/main" id="{7128C082-9F63-4B4B-A51A-8254F2441F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13967" y="3125676"/>
                      <a:ext cx="73888" cy="33133"/>
                    </a:xfrm>
                    <a:custGeom>
                      <a:avLst/>
                      <a:gdLst>
                        <a:gd name="connsiteX0" fmla="*/ 44219 w 73888"/>
                        <a:gd name="connsiteY0" fmla="*/ 715 h 33133"/>
                        <a:gd name="connsiteX1" fmla="*/ 69556 w 73888"/>
                        <a:gd name="connsiteY1" fmla="*/ 13192 h 33133"/>
                        <a:gd name="connsiteX2" fmla="*/ 73270 w 73888"/>
                        <a:gd name="connsiteY2" fmla="*/ 22336 h 33133"/>
                        <a:gd name="connsiteX3" fmla="*/ 64222 w 73888"/>
                        <a:gd name="connsiteY3" fmla="*/ 25194 h 33133"/>
                        <a:gd name="connsiteX4" fmla="*/ 34504 w 73888"/>
                        <a:gd name="connsiteY4" fmla="*/ 21479 h 33133"/>
                        <a:gd name="connsiteX5" fmla="*/ 16120 w 73888"/>
                        <a:gd name="connsiteY5" fmla="*/ 30337 h 33133"/>
                        <a:gd name="connsiteX6" fmla="*/ 309 w 73888"/>
                        <a:gd name="connsiteY6" fmla="*/ 29766 h 33133"/>
                        <a:gd name="connsiteX7" fmla="*/ 7643 w 73888"/>
                        <a:gd name="connsiteY7" fmla="*/ 13859 h 33133"/>
                        <a:gd name="connsiteX8" fmla="*/ 22693 w 73888"/>
                        <a:gd name="connsiteY8" fmla="*/ 2620 h 33133"/>
                        <a:gd name="connsiteX9" fmla="*/ 44219 w 73888"/>
                        <a:gd name="connsiteY9" fmla="*/ 715 h 33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3888" h="33133">
                          <a:moveTo>
                            <a:pt x="44219" y="715"/>
                          </a:moveTo>
                          <a:cubicBezTo>
                            <a:pt x="53649" y="2525"/>
                            <a:pt x="62031" y="7477"/>
                            <a:pt x="69556" y="13192"/>
                          </a:cubicBezTo>
                          <a:cubicBezTo>
                            <a:pt x="72318" y="15288"/>
                            <a:pt x="75175" y="18812"/>
                            <a:pt x="73270" y="22336"/>
                          </a:cubicBezTo>
                          <a:cubicBezTo>
                            <a:pt x="71556" y="25480"/>
                            <a:pt x="67365" y="25765"/>
                            <a:pt x="64222" y="25194"/>
                          </a:cubicBezTo>
                          <a:cubicBezTo>
                            <a:pt x="54316" y="23575"/>
                            <a:pt x="44600" y="19288"/>
                            <a:pt x="34504" y="21479"/>
                          </a:cubicBezTo>
                          <a:cubicBezTo>
                            <a:pt x="31360" y="22146"/>
                            <a:pt x="23645" y="27480"/>
                            <a:pt x="16120" y="30337"/>
                          </a:cubicBezTo>
                          <a:cubicBezTo>
                            <a:pt x="8596" y="33385"/>
                            <a:pt x="1738" y="34909"/>
                            <a:pt x="309" y="29766"/>
                          </a:cubicBezTo>
                          <a:cubicBezTo>
                            <a:pt x="-1120" y="24622"/>
                            <a:pt x="2595" y="18812"/>
                            <a:pt x="7643" y="13859"/>
                          </a:cubicBezTo>
                          <a:cubicBezTo>
                            <a:pt x="12596" y="8525"/>
                            <a:pt x="18883" y="4144"/>
                            <a:pt x="22693" y="2620"/>
                          </a:cubicBezTo>
                          <a:cubicBezTo>
                            <a:pt x="29455" y="-142"/>
                            <a:pt x="37171" y="-619"/>
                            <a:pt x="44219" y="71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31" name="Graphique 1">
                    <a:extLst>
                      <a:ext uri="{FF2B5EF4-FFF2-40B4-BE49-F238E27FC236}">
                        <a16:creationId xmlns:a16="http://schemas.microsoft.com/office/drawing/2014/main" id="{1943ABA0-AB64-4145-BF9F-07F4820E73C2}"/>
                      </a:ext>
                    </a:extLst>
                  </p:cNvPr>
                  <p:cNvGrpSpPr/>
                  <p:nvPr/>
                </p:nvGrpSpPr>
                <p:grpSpPr>
                  <a:xfrm>
                    <a:off x="1461192" y="2989170"/>
                    <a:ext cx="144691" cy="157742"/>
                    <a:chOff x="1461192" y="2989170"/>
                    <a:chExt cx="144691" cy="157742"/>
                  </a:xfrm>
                  <a:solidFill>
                    <a:schemeClr val="accent1"/>
                  </a:solidFill>
                </p:grpSpPr>
                <p:sp>
                  <p:nvSpPr>
                    <p:cNvPr id="14601" name="Forme libre : forme 14600">
                      <a:extLst>
                        <a:ext uri="{FF2B5EF4-FFF2-40B4-BE49-F238E27FC236}">
                          <a16:creationId xmlns:a16="http://schemas.microsoft.com/office/drawing/2014/main" id="{8D97A1D7-D954-46BC-87FE-E1DEA29375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1192" y="2989170"/>
                      <a:ext cx="144691" cy="157711"/>
                    </a:xfrm>
                    <a:custGeom>
                      <a:avLst/>
                      <a:gdLst>
                        <a:gd name="connsiteX0" fmla="*/ 136154 w 144691"/>
                        <a:gd name="connsiteY0" fmla="*/ 88357 h 157711"/>
                        <a:gd name="connsiteX1" fmla="*/ 105579 w 144691"/>
                        <a:gd name="connsiteY1" fmla="*/ 134554 h 157711"/>
                        <a:gd name="connsiteX2" fmla="*/ 43285 w 144691"/>
                        <a:gd name="connsiteY2" fmla="*/ 150841 h 157711"/>
                        <a:gd name="connsiteX3" fmla="*/ 17092 w 144691"/>
                        <a:gd name="connsiteY3" fmla="*/ 132172 h 157711"/>
                        <a:gd name="connsiteX4" fmla="*/ 8519 w 144691"/>
                        <a:gd name="connsiteY4" fmla="*/ 69879 h 157711"/>
                        <a:gd name="connsiteX5" fmla="*/ 40047 w 144691"/>
                        <a:gd name="connsiteY5" fmla="*/ 22921 h 157711"/>
                        <a:gd name="connsiteX6" fmla="*/ 70432 w 144691"/>
                        <a:gd name="connsiteY6" fmla="*/ 1299 h 157711"/>
                        <a:gd name="connsiteX7" fmla="*/ 102912 w 144691"/>
                        <a:gd name="connsiteY7" fmla="*/ 7204 h 157711"/>
                        <a:gd name="connsiteX8" fmla="*/ 128439 w 144691"/>
                        <a:gd name="connsiteY8" fmla="*/ 26349 h 157711"/>
                        <a:gd name="connsiteX9" fmla="*/ 144346 w 144691"/>
                        <a:gd name="connsiteY9" fmla="*/ 54829 h 157711"/>
                        <a:gd name="connsiteX10" fmla="*/ 136154 w 144691"/>
                        <a:gd name="connsiteY10" fmla="*/ 88357 h 157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4691" h="157711">
                          <a:moveTo>
                            <a:pt x="136154" y="88357"/>
                          </a:moveTo>
                          <a:lnTo>
                            <a:pt x="105579" y="134554"/>
                          </a:lnTo>
                          <a:cubicBezTo>
                            <a:pt x="91006" y="156842"/>
                            <a:pt x="62145" y="164652"/>
                            <a:pt x="43285" y="150841"/>
                          </a:cubicBezTo>
                          <a:lnTo>
                            <a:pt x="17092" y="132172"/>
                          </a:lnTo>
                          <a:cubicBezTo>
                            <a:pt x="-1673" y="118456"/>
                            <a:pt x="-5673" y="91405"/>
                            <a:pt x="8519" y="69879"/>
                          </a:cubicBezTo>
                          <a:lnTo>
                            <a:pt x="40047" y="22921"/>
                          </a:lnTo>
                          <a:cubicBezTo>
                            <a:pt x="47762" y="11681"/>
                            <a:pt x="58811" y="4156"/>
                            <a:pt x="70432" y="1299"/>
                          </a:cubicBezTo>
                          <a:cubicBezTo>
                            <a:pt x="81862" y="-1559"/>
                            <a:pt x="93673" y="251"/>
                            <a:pt x="102912" y="7204"/>
                          </a:cubicBezTo>
                          <a:lnTo>
                            <a:pt x="128439" y="26349"/>
                          </a:lnTo>
                          <a:cubicBezTo>
                            <a:pt x="137678" y="33303"/>
                            <a:pt x="142917" y="43685"/>
                            <a:pt x="144346" y="54829"/>
                          </a:cubicBezTo>
                          <a:cubicBezTo>
                            <a:pt x="145679" y="65974"/>
                            <a:pt x="143203" y="77975"/>
                            <a:pt x="136154" y="88357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02" name="Forme libre : forme 14601">
                      <a:extLst>
                        <a:ext uri="{FF2B5EF4-FFF2-40B4-BE49-F238E27FC236}">
                          <a16:creationId xmlns:a16="http://schemas.microsoft.com/office/drawing/2014/main" id="{184C1FAA-2BA6-494D-9CA3-5884893E17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3047" y="3015138"/>
                      <a:ext cx="112775" cy="131774"/>
                    </a:xfrm>
                    <a:custGeom>
                      <a:avLst/>
                      <a:gdLst>
                        <a:gd name="connsiteX0" fmla="*/ 47244 w 112775"/>
                        <a:gd name="connsiteY0" fmla="*/ 79058 h 131774"/>
                        <a:gd name="connsiteX1" fmla="*/ 0 w 112775"/>
                        <a:gd name="connsiteY1" fmla="*/ 116872 h 131774"/>
                        <a:gd name="connsiteX2" fmla="*/ 11335 w 112775"/>
                        <a:gd name="connsiteY2" fmla="*/ 124968 h 131774"/>
                        <a:gd name="connsiteX3" fmla="*/ 73628 w 112775"/>
                        <a:gd name="connsiteY3" fmla="*/ 108680 h 131774"/>
                        <a:gd name="connsiteX4" fmla="*/ 104204 w 112775"/>
                        <a:gd name="connsiteY4" fmla="*/ 62484 h 131774"/>
                        <a:gd name="connsiteX5" fmla="*/ 112395 w 112775"/>
                        <a:gd name="connsiteY5" fmla="*/ 29051 h 131774"/>
                        <a:gd name="connsiteX6" fmla="*/ 96488 w 112775"/>
                        <a:gd name="connsiteY6" fmla="*/ 571 h 131774"/>
                        <a:gd name="connsiteX7" fmla="*/ 95631 w 112775"/>
                        <a:gd name="connsiteY7" fmla="*/ 0 h 131774"/>
                        <a:gd name="connsiteX8" fmla="*/ 47244 w 112775"/>
                        <a:gd name="connsiteY8" fmla="*/ 79058 h 131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2775" h="131774">
                          <a:moveTo>
                            <a:pt x="47244" y="79058"/>
                          </a:moveTo>
                          <a:cubicBezTo>
                            <a:pt x="39243" y="100394"/>
                            <a:pt x="20574" y="116300"/>
                            <a:pt x="0" y="116872"/>
                          </a:cubicBezTo>
                          <a:lnTo>
                            <a:pt x="11335" y="124968"/>
                          </a:lnTo>
                          <a:cubicBezTo>
                            <a:pt x="30194" y="138684"/>
                            <a:pt x="59055" y="130874"/>
                            <a:pt x="73628" y="108680"/>
                          </a:cubicBezTo>
                          <a:lnTo>
                            <a:pt x="104204" y="62484"/>
                          </a:lnTo>
                          <a:cubicBezTo>
                            <a:pt x="111252" y="52102"/>
                            <a:pt x="113824" y="40100"/>
                            <a:pt x="112395" y="29051"/>
                          </a:cubicBezTo>
                          <a:cubicBezTo>
                            <a:pt x="110966" y="17907"/>
                            <a:pt x="105632" y="7525"/>
                            <a:pt x="96488" y="571"/>
                          </a:cubicBezTo>
                          <a:lnTo>
                            <a:pt x="95631" y="0"/>
                          </a:lnTo>
                          <a:cubicBezTo>
                            <a:pt x="78867" y="26194"/>
                            <a:pt x="58388" y="48768"/>
                            <a:pt x="47244" y="7905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03" name="Forme libre : forme 14602">
                      <a:extLst>
                        <a:ext uri="{FF2B5EF4-FFF2-40B4-BE49-F238E27FC236}">
                          <a16:creationId xmlns:a16="http://schemas.microsoft.com/office/drawing/2014/main" id="{C9B6EF6A-14D6-4E08-B71C-D22AEC9D0E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14975" y="3030159"/>
                      <a:ext cx="52891" cy="62293"/>
                    </a:xfrm>
                    <a:custGeom>
                      <a:avLst/>
                      <a:gdLst>
                        <a:gd name="connsiteX0" fmla="*/ 45795 w 52891"/>
                        <a:gd name="connsiteY0" fmla="*/ 2696 h 62293"/>
                        <a:gd name="connsiteX1" fmla="*/ 44748 w 52891"/>
                        <a:gd name="connsiteY1" fmla="*/ 43367 h 62293"/>
                        <a:gd name="connsiteX2" fmla="*/ 7410 w 52891"/>
                        <a:gd name="connsiteY2" fmla="*/ 59846 h 62293"/>
                        <a:gd name="connsiteX3" fmla="*/ 8172 w 52891"/>
                        <a:gd name="connsiteY3" fmla="*/ 18983 h 62293"/>
                        <a:gd name="connsiteX4" fmla="*/ 45795 w 52891"/>
                        <a:gd name="connsiteY4" fmla="*/ 2696 h 62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91" h="62293">
                          <a:moveTo>
                            <a:pt x="45795" y="2696"/>
                          </a:moveTo>
                          <a:cubicBezTo>
                            <a:pt x="55702" y="9744"/>
                            <a:pt x="55130" y="27651"/>
                            <a:pt x="44748" y="43367"/>
                          </a:cubicBezTo>
                          <a:cubicBezTo>
                            <a:pt x="34270" y="59084"/>
                            <a:pt x="17602" y="66513"/>
                            <a:pt x="7410" y="59846"/>
                          </a:cubicBezTo>
                          <a:cubicBezTo>
                            <a:pt x="-2687" y="53083"/>
                            <a:pt x="-2496" y="34890"/>
                            <a:pt x="8172" y="18983"/>
                          </a:cubicBezTo>
                          <a:cubicBezTo>
                            <a:pt x="18745" y="2886"/>
                            <a:pt x="35890" y="-4353"/>
                            <a:pt x="45795" y="269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04" name="Forme libre : forme 14603">
                      <a:extLst>
                        <a:ext uri="{FF2B5EF4-FFF2-40B4-BE49-F238E27FC236}">
                          <a16:creationId xmlns:a16="http://schemas.microsoft.com/office/drawing/2014/main" id="{9163D916-1D26-4A3B-A2FD-93559BC38C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14965" y="3059334"/>
                      <a:ext cx="51329" cy="32968"/>
                    </a:xfrm>
                    <a:custGeom>
                      <a:avLst/>
                      <a:gdLst>
                        <a:gd name="connsiteX0" fmla="*/ 562 w 51329"/>
                        <a:gd name="connsiteY0" fmla="*/ 7811 h 32968"/>
                        <a:gd name="connsiteX1" fmla="*/ 7420 w 51329"/>
                        <a:gd name="connsiteY1" fmla="*/ 30480 h 32968"/>
                        <a:gd name="connsiteX2" fmla="*/ 44758 w 51329"/>
                        <a:gd name="connsiteY2" fmla="*/ 14002 h 32968"/>
                        <a:gd name="connsiteX3" fmla="*/ 51330 w 51329"/>
                        <a:gd name="connsiteY3" fmla="*/ 0 h 32968"/>
                        <a:gd name="connsiteX4" fmla="*/ 45329 w 51329"/>
                        <a:gd name="connsiteY4" fmla="*/ 6191 h 32968"/>
                        <a:gd name="connsiteX5" fmla="*/ 562 w 51329"/>
                        <a:gd name="connsiteY5" fmla="*/ 7811 h 32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1329" h="32968">
                          <a:moveTo>
                            <a:pt x="562" y="7811"/>
                          </a:moveTo>
                          <a:cubicBezTo>
                            <a:pt x="-1153" y="17621"/>
                            <a:pt x="1038" y="26289"/>
                            <a:pt x="7420" y="30480"/>
                          </a:cubicBezTo>
                          <a:cubicBezTo>
                            <a:pt x="17611" y="37243"/>
                            <a:pt x="34280" y="29718"/>
                            <a:pt x="44758" y="14002"/>
                          </a:cubicBezTo>
                          <a:cubicBezTo>
                            <a:pt x="47806" y="9430"/>
                            <a:pt x="49996" y="4667"/>
                            <a:pt x="51330" y="0"/>
                          </a:cubicBezTo>
                          <a:cubicBezTo>
                            <a:pt x="49615" y="2286"/>
                            <a:pt x="47710" y="4381"/>
                            <a:pt x="45329" y="6191"/>
                          </a:cubicBezTo>
                          <a:cubicBezTo>
                            <a:pt x="31423" y="15049"/>
                            <a:pt x="12277" y="17050"/>
                            <a:pt x="562" y="7811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05" name="Forme libre : forme 14604">
                      <a:extLst>
                        <a:ext uri="{FF2B5EF4-FFF2-40B4-BE49-F238E27FC236}">
                          <a16:creationId xmlns:a16="http://schemas.microsoft.com/office/drawing/2014/main" id="{9EF71065-8044-4827-A86E-FDDE262FDA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20975" y="3030046"/>
                      <a:ext cx="52807" cy="62162"/>
                    </a:xfrm>
                    <a:custGeom>
                      <a:avLst/>
                      <a:gdLst>
                        <a:gd name="connsiteX0" fmla="*/ 45700 w 52807"/>
                        <a:gd name="connsiteY0" fmla="*/ 2713 h 62162"/>
                        <a:gd name="connsiteX1" fmla="*/ 44748 w 52807"/>
                        <a:gd name="connsiteY1" fmla="*/ 43290 h 62162"/>
                        <a:gd name="connsiteX2" fmla="*/ 7410 w 52807"/>
                        <a:gd name="connsiteY2" fmla="*/ 59673 h 62162"/>
                        <a:gd name="connsiteX3" fmla="*/ 8172 w 52807"/>
                        <a:gd name="connsiteY3" fmla="*/ 18811 h 62162"/>
                        <a:gd name="connsiteX4" fmla="*/ 45700 w 52807"/>
                        <a:gd name="connsiteY4" fmla="*/ 2713 h 62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07" h="62162">
                          <a:moveTo>
                            <a:pt x="45700" y="2713"/>
                          </a:moveTo>
                          <a:cubicBezTo>
                            <a:pt x="55606" y="9857"/>
                            <a:pt x="55035" y="27574"/>
                            <a:pt x="44748" y="43290"/>
                          </a:cubicBezTo>
                          <a:cubicBezTo>
                            <a:pt x="34366" y="58911"/>
                            <a:pt x="17601" y="66436"/>
                            <a:pt x="7410" y="59673"/>
                          </a:cubicBezTo>
                          <a:cubicBezTo>
                            <a:pt x="-2687" y="52910"/>
                            <a:pt x="-2496" y="34622"/>
                            <a:pt x="8172" y="18811"/>
                          </a:cubicBezTo>
                          <a:cubicBezTo>
                            <a:pt x="18745" y="2809"/>
                            <a:pt x="35889" y="-4335"/>
                            <a:pt x="45700" y="271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06" name="Forme libre : forme 14605">
                      <a:extLst>
                        <a:ext uri="{FF2B5EF4-FFF2-40B4-BE49-F238E27FC236}">
                          <a16:creationId xmlns:a16="http://schemas.microsoft.com/office/drawing/2014/main" id="{1D3CB79E-163F-4C35-A4BD-745826A67B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2597" y="3056374"/>
                      <a:ext cx="99674" cy="69391"/>
                    </a:xfrm>
                    <a:custGeom>
                      <a:avLst/>
                      <a:gdLst>
                        <a:gd name="connsiteX0" fmla="*/ 25976 w 99674"/>
                        <a:gd name="connsiteY0" fmla="*/ 59444 h 69391"/>
                        <a:gd name="connsiteX1" fmla="*/ 44264 w 99674"/>
                        <a:gd name="connsiteY1" fmla="*/ 68969 h 69391"/>
                        <a:gd name="connsiteX2" fmla="*/ 82078 w 99674"/>
                        <a:gd name="connsiteY2" fmla="*/ 52014 h 69391"/>
                        <a:gd name="connsiteX3" fmla="*/ 99413 w 99674"/>
                        <a:gd name="connsiteY3" fmla="*/ 20677 h 69391"/>
                        <a:gd name="connsiteX4" fmla="*/ 89412 w 99674"/>
                        <a:gd name="connsiteY4" fmla="*/ 198 h 69391"/>
                        <a:gd name="connsiteX5" fmla="*/ 74172 w 99674"/>
                        <a:gd name="connsiteY5" fmla="*/ 4294 h 69391"/>
                        <a:gd name="connsiteX6" fmla="*/ 37787 w 99674"/>
                        <a:gd name="connsiteY6" fmla="*/ 15248 h 69391"/>
                        <a:gd name="connsiteX7" fmla="*/ 354 w 99674"/>
                        <a:gd name="connsiteY7" fmla="*/ 31345 h 69391"/>
                        <a:gd name="connsiteX8" fmla="*/ 25976 w 99674"/>
                        <a:gd name="connsiteY8" fmla="*/ 59444 h 69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674" h="69391">
                          <a:moveTo>
                            <a:pt x="25976" y="59444"/>
                          </a:moveTo>
                          <a:cubicBezTo>
                            <a:pt x="31596" y="63539"/>
                            <a:pt x="37311" y="67730"/>
                            <a:pt x="44264" y="68969"/>
                          </a:cubicBezTo>
                          <a:cubicBezTo>
                            <a:pt x="57504" y="71445"/>
                            <a:pt x="71696" y="62682"/>
                            <a:pt x="82078" y="52014"/>
                          </a:cubicBezTo>
                          <a:cubicBezTo>
                            <a:pt x="90650" y="43156"/>
                            <a:pt x="97794" y="32297"/>
                            <a:pt x="99413" y="20677"/>
                          </a:cubicBezTo>
                          <a:cubicBezTo>
                            <a:pt x="100652" y="11914"/>
                            <a:pt x="97508" y="1722"/>
                            <a:pt x="89412" y="198"/>
                          </a:cubicBezTo>
                          <a:cubicBezTo>
                            <a:pt x="84364" y="-755"/>
                            <a:pt x="79125" y="1912"/>
                            <a:pt x="74172" y="4294"/>
                          </a:cubicBezTo>
                          <a:cubicBezTo>
                            <a:pt x="62552" y="9818"/>
                            <a:pt x="50169" y="13533"/>
                            <a:pt x="37787" y="15248"/>
                          </a:cubicBezTo>
                          <a:cubicBezTo>
                            <a:pt x="27214" y="16772"/>
                            <a:pt x="3878" y="16581"/>
                            <a:pt x="354" y="31345"/>
                          </a:cubicBezTo>
                          <a:cubicBezTo>
                            <a:pt x="-2980" y="44394"/>
                            <a:pt x="18165" y="53728"/>
                            <a:pt x="25976" y="5944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07" name="Forme libre : forme 14606">
                      <a:extLst>
                        <a:ext uri="{FF2B5EF4-FFF2-40B4-BE49-F238E27FC236}">
                          <a16:creationId xmlns:a16="http://schemas.microsoft.com/office/drawing/2014/main" id="{9A3B875B-ED37-45FD-A5CC-57C16785AA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4347" y="3061698"/>
                      <a:ext cx="16277" cy="31966"/>
                    </a:xfrm>
                    <a:custGeom>
                      <a:avLst/>
                      <a:gdLst>
                        <a:gd name="connsiteX0" fmla="*/ 2606 w 16277"/>
                        <a:gd name="connsiteY0" fmla="*/ 27164 h 31966"/>
                        <a:gd name="connsiteX1" fmla="*/ 5559 w 16277"/>
                        <a:gd name="connsiteY1" fmla="*/ 31165 h 31966"/>
                        <a:gd name="connsiteX2" fmla="*/ 10416 w 16277"/>
                        <a:gd name="connsiteY2" fmla="*/ 31260 h 31966"/>
                        <a:gd name="connsiteX3" fmla="*/ 13083 w 16277"/>
                        <a:gd name="connsiteY3" fmla="*/ 26974 h 31966"/>
                        <a:gd name="connsiteX4" fmla="*/ 16036 w 16277"/>
                        <a:gd name="connsiteY4" fmla="*/ 14401 h 31966"/>
                        <a:gd name="connsiteX5" fmla="*/ 16131 w 16277"/>
                        <a:gd name="connsiteY5" fmla="*/ 9162 h 31966"/>
                        <a:gd name="connsiteX6" fmla="*/ 2225 w 16277"/>
                        <a:gd name="connsiteY6" fmla="*/ 4399 h 31966"/>
                        <a:gd name="connsiteX7" fmla="*/ 2606 w 16277"/>
                        <a:gd name="connsiteY7" fmla="*/ 27164 h 31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77" h="31966">
                          <a:moveTo>
                            <a:pt x="2606" y="27164"/>
                          </a:moveTo>
                          <a:cubicBezTo>
                            <a:pt x="3273" y="28688"/>
                            <a:pt x="4225" y="30212"/>
                            <a:pt x="5559" y="31165"/>
                          </a:cubicBezTo>
                          <a:cubicBezTo>
                            <a:pt x="6987" y="32117"/>
                            <a:pt x="8892" y="32308"/>
                            <a:pt x="10416" y="31260"/>
                          </a:cubicBezTo>
                          <a:cubicBezTo>
                            <a:pt x="11750" y="30307"/>
                            <a:pt x="12512" y="28593"/>
                            <a:pt x="13083" y="26974"/>
                          </a:cubicBezTo>
                          <a:cubicBezTo>
                            <a:pt x="14512" y="22878"/>
                            <a:pt x="15465" y="18592"/>
                            <a:pt x="16036" y="14401"/>
                          </a:cubicBezTo>
                          <a:cubicBezTo>
                            <a:pt x="16227" y="12686"/>
                            <a:pt x="16417" y="10876"/>
                            <a:pt x="16131" y="9162"/>
                          </a:cubicBezTo>
                          <a:cubicBezTo>
                            <a:pt x="14893" y="2113"/>
                            <a:pt x="6702" y="-4745"/>
                            <a:pt x="2225" y="4399"/>
                          </a:cubicBezTo>
                          <a:cubicBezTo>
                            <a:pt x="-1204" y="11257"/>
                            <a:pt x="-347" y="20782"/>
                            <a:pt x="2606" y="2716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08" name="Forme libre : forme 14607">
                      <a:extLst>
                        <a:ext uri="{FF2B5EF4-FFF2-40B4-BE49-F238E27FC236}">
                          <a16:creationId xmlns:a16="http://schemas.microsoft.com/office/drawing/2014/main" id="{89144661-173B-49EA-983B-F172537C9C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83059" y="3016472"/>
                      <a:ext cx="17132" cy="58864"/>
                    </a:xfrm>
                    <a:custGeom>
                      <a:avLst/>
                      <a:gdLst>
                        <a:gd name="connsiteX0" fmla="*/ 0 w 17132"/>
                        <a:gd name="connsiteY0" fmla="*/ 0 h 58864"/>
                        <a:gd name="connsiteX1" fmla="*/ 12002 w 17132"/>
                        <a:gd name="connsiteY1" fmla="*/ 14383 h 58864"/>
                        <a:gd name="connsiteX2" fmla="*/ 12764 w 17132"/>
                        <a:gd name="connsiteY2" fmla="*/ 58864 h 58864"/>
                        <a:gd name="connsiteX3" fmla="*/ 14764 w 17132"/>
                        <a:gd name="connsiteY3" fmla="*/ 39338 h 58864"/>
                        <a:gd name="connsiteX4" fmla="*/ 0 w 17132"/>
                        <a:gd name="connsiteY4" fmla="*/ 0 h 58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2" h="58864">
                          <a:moveTo>
                            <a:pt x="0" y="0"/>
                          </a:moveTo>
                          <a:cubicBezTo>
                            <a:pt x="0" y="0"/>
                            <a:pt x="6953" y="4667"/>
                            <a:pt x="12002" y="14383"/>
                          </a:cubicBezTo>
                          <a:cubicBezTo>
                            <a:pt x="17050" y="24098"/>
                            <a:pt x="20098" y="38481"/>
                            <a:pt x="12764" y="58864"/>
                          </a:cubicBezTo>
                          <a:cubicBezTo>
                            <a:pt x="12764" y="58864"/>
                            <a:pt x="15145" y="50768"/>
                            <a:pt x="14764" y="39338"/>
                          </a:cubicBezTo>
                          <a:cubicBezTo>
                            <a:pt x="14383" y="28004"/>
                            <a:pt x="11335" y="1343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09" name="Forme libre : forme 14608">
                      <a:extLst>
                        <a:ext uri="{FF2B5EF4-FFF2-40B4-BE49-F238E27FC236}">
                          <a16:creationId xmlns:a16="http://schemas.microsoft.com/office/drawing/2014/main" id="{2ED122AF-1D60-427B-BD83-8AA3CE9D83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6396" y="3058572"/>
                      <a:ext cx="16269" cy="62579"/>
                    </a:xfrm>
                    <a:custGeom>
                      <a:avLst/>
                      <a:gdLst>
                        <a:gd name="connsiteX0" fmla="*/ 7697 w 16269"/>
                        <a:gd name="connsiteY0" fmla="*/ 0 h 62579"/>
                        <a:gd name="connsiteX1" fmla="*/ 458 w 16269"/>
                        <a:gd name="connsiteY1" fmla="*/ 21241 h 62579"/>
                        <a:gd name="connsiteX2" fmla="*/ 16269 w 16269"/>
                        <a:gd name="connsiteY2" fmla="*/ 62579 h 62579"/>
                        <a:gd name="connsiteX3" fmla="*/ 6173 w 16269"/>
                        <a:gd name="connsiteY3" fmla="*/ 44482 h 62579"/>
                        <a:gd name="connsiteX4" fmla="*/ 7697 w 16269"/>
                        <a:gd name="connsiteY4" fmla="*/ 0 h 62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9" h="62579">
                          <a:moveTo>
                            <a:pt x="7697" y="0"/>
                          </a:moveTo>
                          <a:cubicBezTo>
                            <a:pt x="7697" y="0"/>
                            <a:pt x="2077" y="9049"/>
                            <a:pt x="458" y="21241"/>
                          </a:cubicBezTo>
                          <a:cubicBezTo>
                            <a:pt x="-1161" y="33433"/>
                            <a:pt x="934" y="48863"/>
                            <a:pt x="16269" y="62579"/>
                          </a:cubicBezTo>
                          <a:cubicBezTo>
                            <a:pt x="16269" y="62579"/>
                            <a:pt x="10173" y="55626"/>
                            <a:pt x="6173" y="44482"/>
                          </a:cubicBezTo>
                          <a:cubicBezTo>
                            <a:pt x="2077" y="33147"/>
                            <a:pt x="-209" y="17907"/>
                            <a:pt x="769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0" name="Forme libre : forme 14609">
                      <a:extLst>
                        <a:ext uri="{FF2B5EF4-FFF2-40B4-BE49-F238E27FC236}">
                          <a16:creationId xmlns:a16="http://schemas.microsoft.com/office/drawing/2014/main" id="{77FAAE3C-DB46-4F77-99CE-3029D5F976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26154" y="3039834"/>
                      <a:ext cx="22127" cy="20393"/>
                    </a:xfrm>
                    <a:custGeom>
                      <a:avLst/>
                      <a:gdLst>
                        <a:gd name="connsiteX0" fmla="*/ 21377 w 22127"/>
                        <a:gd name="connsiteY0" fmla="*/ 1878 h 20393"/>
                        <a:gd name="connsiteX1" fmla="*/ 15185 w 22127"/>
                        <a:gd name="connsiteY1" fmla="*/ 16071 h 20393"/>
                        <a:gd name="connsiteX2" fmla="*/ 803 w 22127"/>
                        <a:gd name="connsiteY2" fmla="*/ 18547 h 20393"/>
                        <a:gd name="connsiteX3" fmla="*/ 6994 w 22127"/>
                        <a:gd name="connsiteY3" fmla="*/ 4260 h 20393"/>
                        <a:gd name="connsiteX4" fmla="*/ 21377 w 22127"/>
                        <a:gd name="connsiteY4" fmla="*/ 1878 h 20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127" h="20393">
                          <a:moveTo>
                            <a:pt x="21377" y="1878"/>
                          </a:moveTo>
                          <a:cubicBezTo>
                            <a:pt x="23567" y="5117"/>
                            <a:pt x="20805" y="11499"/>
                            <a:pt x="15185" y="16071"/>
                          </a:cubicBezTo>
                          <a:cubicBezTo>
                            <a:pt x="9566" y="20643"/>
                            <a:pt x="3089" y="21786"/>
                            <a:pt x="803" y="18547"/>
                          </a:cubicBezTo>
                          <a:cubicBezTo>
                            <a:pt x="-1483" y="15309"/>
                            <a:pt x="1279" y="8832"/>
                            <a:pt x="6994" y="4260"/>
                          </a:cubicBezTo>
                          <a:cubicBezTo>
                            <a:pt x="12614" y="-312"/>
                            <a:pt x="19186" y="-1360"/>
                            <a:pt x="21377" y="187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1" name="Forme libre : forme 14610">
                      <a:extLst>
                        <a:ext uri="{FF2B5EF4-FFF2-40B4-BE49-F238E27FC236}">
                          <a16:creationId xmlns:a16="http://schemas.microsoft.com/office/drawing/2014/main" id="{0BED4BA5-D68C-45E9-9F48-AAA6569A5F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2729" y="3037130"/>
                      <a:ext cx="6649" cy="6922"/>
                    </a:xfrm>
                    <a:custGeom>
                      <a:avLst/>
                      <a:gdLst>
                        <a:gd name="connsiteX0" fmla="*/ 5373 w 6649"/>
                        <a:gd name="connsiteY0" fmla="*/ 487 h 6922"/>
                        <a:gd name="connsiteX1" fmla="*/ 5944 w 6649"/>
                        <a:gd name="connsiteY1" fmla="*/ 5250 h 6922"/>
                        <a:gd name="connsiteX2" fmla="*/ 1277 w 6649"/>
                        <a:gd name="connsiteY2" fmla="*/ 6393 h 6922"/>
                        <a:gd name="connsiteX3" fmla="*/ 705 w 6649"/>
                        <a:gd name="connsiteY3" fmla="*/ 1630 h 6922"/>
                        <a:gd name="connsiteX4" fmla="*/ 5373 w 6649"/>
                        <a:gd name="connsiteY4" fmla="*/ 487 h 69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49" h="6922">
                          <a:moveTo>
                            <a:pt x="5373" y="487"/>
                          </a:moveTo>
                          <a:cubicBezTo>
                            <a:pt x="6801" y="1440"/>
                            <a:pt x="7087" y="3631"/>
                            <a:pt x="5944" y="5250"/>
                          </a:cubicBezTo>
                          <a:cubicBezTo>
                            <a:pt x="4801" y="6869"/>
                            <a:pt x="2706" y="7441"/>
                            <a:pt x="1277" y="6393"/>
                          </a:cubicBezTo>
                          <a:cubicBezTo>
                            <a:pt x="-152" y="5440"/>
                            <a:pt x="-438" y="3345"/>
                            <a:pt x="705" y="1630"/>
                          </a:cubicBezTo>
                          <a:cubicBezTo>
                            <a:pt x="1848" y="11"/>
                            <a:pt x="3944" y="-465"/>
                            <a:pt x="5373" y="48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2" name="Forme libre : forme 14611">
                      <a:extLst>
                        <a:ext uri="{FF2B5EF4-FFF2-40B4-BE49-F238E27FC236}">
                          <a16:creationId xmlns:a16="http://schemas.microsoft.com/office/drawing/2014/main" id="{B811CC29-C3E9-4BD4-A635-0BE6928120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8674" y="3001899"/>
                      <a:ext cx="74616" cy="40470"/>
                    </a:xfrm>
                    <a:custGeom>
                      <a:avLst/>
                      <a:gdLst>
                        <a:gd name="connsiteX0" fmla="*/ 44856 w 74616"/>
                        <a:gd name="connsiteY0" fmla="*/ 381 h 40470"/>
                        <a:gd name="connsiteX1" fmla="*/ 70193 w 74616"/>
                        <a:gd name="connsiteY1" fmla="*/ 12382 h 40470"/>
                        <a:gd name="connsiteX2" fmla="*/ 74098 w 74616"/>
                        <a:gd name="connsiteY2" fmla="*/ 21431 h 40470"/>
                        <a:gd name="connsiteX3" fmla="*/ 65144 w 74616"/>
                        <a:gd name="connsiteY3" fmla="*/ 24479 h 40470"/>
                        <a:gd name="connsiteX4" fmla="*/ 35236 w 74616"/>
                        <a:gd name="connsiteY4" fmla="*/ 22955 h 40470"/>
                        <a:gd name="connsiteX5" fmla="*/ 565 w 74616"/>
                        <a:gd name="connsiteY5" fmla="*/ 37909 h 40470"/>
                        <a:gd name="connsiteX6" fmla="*/ 22663 w 74616"/>
                        <a:gd name="connsiteY6" fmla="*/ 4381 h 40470"/>
                        <a:gd name="connsiteX7" fmla="*/ 44856 w 74616"/>
                        <a:gd name="connsiteY7" fmla="*/ 381 h 40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4616" h="40470">
                          <a:moveTo>
                            <a:pt x="44856" y="381"/>
                          </a:moveTo>
                          <a:cubicBezTo>
                            <a:pt x="54381" y="1809"/>
                            <a:pt x="62763" y="6667"/>
                            <a:pt x="70193" y="12382"/>
                          </a:cubicBezTo>
                          <a:cubicBezTo>
                            <a:pt x="72955" y="14477"/>
                            <a:pt x="75812" y="18002"/>
                            <a:pt x="74098" y="21431"/>
                          </a:cubicBezTo>
                          <a:cubicBezTo>
                            <a:pt x="72479" y="24574"/>
                            <a:pt x="68383" y="24860"/>
                            <a:pt x="65144" y="24479"/>
                          </a:cubicBezTo>
                          <a:cubicBezTo>
                            <a:pt x="55143" y="23240"/>
                            <a:pt x="45332" y="19431"/>
                            <a:pt x="35236" y="22955"/>
                          </a:cubicBezTo>
                          <a:cubicBezTo>
                            <a:pt x="28854" y="25145"/>
                            <a:pt x="4470" y="48006"/>
                            <a:pt x="565" y="37909"/>
                          </a:cubicBezTo>
                          <a:cubicBezTo>
                            <a:pt x="-3436" y="27717"/>
                            <a:pt x="14852" y="8667"/>
                            <a:pt x="22663" y="4381"/>
                          </a:cubicBezTo>
                          <a:cubicBezTo>
                            <a:pt x="29521" y="381"/>
                            <a:pt x="37712" y="-667"/>
                            <a:pt x="44856" y="38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32" name="Graphique 1">
                    <a:extLst>
                      <a:ext uri="{FF2B5EF4-FFF2-40B4-BE49-F238E27FC236}">
                        <a16:creationId xmlns:a16="http://schemas.microsoft.com/office/drawing/2014/main" id="{24727FE1-5BB4-4BA9-A3A4-0494C293A1AD}"/>
                      </a:ext>
                    </a:extLst>
                  </p:cNvPr>
                  <p:cNvGrpSpPr/>
                  <p:nvPr/>
                </p:nvGrpSpPr>
                <p:grpSpPr>
                  <a:xfrm>
                    <a:off x="1549300" y="2871920"/>
                    <a:ext cx="150127" cy="151679"/>
                    <a:chOff x="1549300" y="2871920"/>
                    <a:chExt cx="150127" cy="151679"/>
                  </a:xfrm>
                  <a:solidFill>
                    <a:schemeClr val="accent1"/>
                  </a:solidFill>
                </p:grpSpPr>
                <p:sp>
                  <p:nvSpPr>
                    <p:cNvPr id="14589" name="Forme libre : forme 14588">
                      <a:extLst>
                        <a:ext uri="{FF2B5EF4-FFF2-40B4-BE49-F238E27FC236}">
                          <a16:creationId xmlns:a16="http://schemas.microsoft.com/office/drawing/2014/main" id="{876CB009-24F4-42E9-9F74-A21562FA55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9300" y="2871920"/>
                      <a:ext cx="150031" cy="151679"/>
                    </a:xfrm>
                    <a:custGeom>
                      <a:avLst/>
                      <a:gdLst>
                        <a:gd name="connsiteX0" fmla="*/ 134438 w 150031"/>
                        <a:gd name="connsiteY0" fmla="*/ 102261 h 151679"/>
                        <a:gd name="connsiteX1" fmla="*/ 117293 w 150031"/>
                        <a:gd name="connsiteY1" fmla="*/ 118072 h 151679"/>
                        <a:gd name="connsiteX2" fmla="*/ 100720 w 150031"/>
                        <a:gd name="connsiteY2" fmla="*/ 135598 h 151679"/>
                        <a:gd name="connsiteX3" fmla="*/ 87575 w 150031"/>
                        <a:gd name="connsiteY3" fmla="*/ 145981 h 151679"/>
                        <a:gd name="connsiteX4" fmla="*/ 71859 w 150031"/>
                        <a:gd name="connsiteY4" fmla="*/ 151124 h 151679"/>
                        <a:gd name="connsiteX5" fmla="*/ 40236 w 150031"/>
                        <a:gd name="connsiteY5" fmla="*/ 143695 h 151679"/>
                        <a:gd name="connsiteX6" fmla="*/ 14709 w 150031"/>
                        <a:gd name="connsiteY6" fmla="*/ 124549 h 151679"/>
                        <a:gd name="connsiteX7" fmla="*/ 40 w 150031"/>
                        <a:gd name="connsiteY7" fmla="*/ 94927 h 151679"/>
                        <a:gd name="connsiteX8" fmla="*/ 3374 w 150031"/>
                        <a:gd name="connsiteY8" fmla="*/ 76543 h 151679"/>
                        <a:gd name="connsiteX9" fmla="*/ 14233 w 150031"/>
                        <a:gd name="connsiteY9" fmla="*/ 58827 h 151679"/>
                        <a:gd name="connsiteX10" fmla="*/ 36236 w 150031"/>
                        <a:gd name="connsiteY10" fmla="*/ 35776 h 151679"/>
                        <a:gd name="connsiteX11" fmla="*/ 60334 w 150031"/>
                        <a:gd name="connsiteY11" fmla="*/ 13869 h 151679"/>
                        <a:gd name="connsiteX12" fmla="*/ 79574 w 150031"/>
                        <a:gd name="connsiteY12" fmla="*/ 3010 h 151679"/>
                        <a:gd name="connsiteX13" fmla="*/ 99196 w 150031"/>
                        <a:gd name="connsiteY13" fmla="*/ 153 h 151679"/>
                        <a:gd name="connsiteX14" fmla="*/ 127961 w 150031"/>
                        <a:gd name="connsiteY14" fmla="*/ 16726 h 151679"/>
                        <a:gd name="connsiteX15" fmla="*/ 144058 w 150031"/>
                        <a:gd name="connsiteY15" fmla="*/ 43968 h 151679"/>
                        <a:gd name="connsiteX16" fmla="*/ 149202 w 150031"/>
                        <a:gd name="connsiteY16" fmla="*/ 75591 h 151679"/>
                        <a:gd name="connsiteX17" fmla="*/ 144154 w 150031"/>
                        <a:gd name="connsiteY17" fmla="*/ 90164 h 151679"/>
                        <a:gd name="connsiteX18" fmla="*/ 134438 w 150031"/>
                        <a:gd name="connsiteY18" fmla="*/ 102261 h 1516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50031" h="151679">
                          <a:moveTo>
                            <a:pt x="134438" y="102261"/>
                          </a:moveTo>
                          <a:cubicBezTo>
                            <a:pt x="128628" y="107404"/>
                            <a:pt x="122723" y="112262"/>
                            <a:pt x="117293" y="118072"/>
                          </a:cubicBezTo>
                          <a:cubicBezTo>
                            <a:pt x="111578" y="123502"/>
                            <a:pt x="106149" y="129502"/>
                            <a:pt x="100720" y="135598"/>
                          </a:cubicBezTo>
                          <a:cubicBezTo>
                            <a:pt x="96815" y="139694"/>
                            <a:pt x="92528" y="143409"/>
                            <a:pt x="87575" y="145981"/>
                          </a:cubicBezTo>
                          <a:cubicBezTo>
                            <a:pt x="82717" y="148552"/>
                            <a:pt x="77288" y="150172"/>
                            <a:pt x="71859" y="151124"/>
                          </a:cubicBezTo>
                          <a:cubicBezTo>
                            <a:pt x="61000" y="152839"/>
                            <a:pt x="49475" y="150648"/>
                            <a:pt x="40236" y="143695"/>
                          </a:cubicBezTo>
                          <a:lnTo>
                            <a:pt x="14709" y="124549"/>
                          </a:lnTo>
                          <a:cubicBezTo>
                            <a:pt x="5470" y="117596"/>
                            <a:pt x="421" y="106928"/>
                            <a:pt x="40" y="94927"/>
                          </a:cubicBezTo>
                          <a:cubicBezTo>
                            <a:pt x="-245" y="88926"/>
                            <a:pt x="993" y="82735"/>
                            <a:pt x="3374" y="76543"/>
                          </a:cubicBezTo>
                          <a:cubicBezTo>
                            <a:pt x="5756" y="70352"/>
                            <a:pt x="9089" y="64256"/>
                            <a:pt x="14233" y="58827"/>
                          </a:cubicBezTo>
                          <a:cubicBezTo>
                            <a:pt x="21281" y="51016"/>
                            <a:pt x="28330" y="43301"/>
                            <a:pt x="36236" y="35776"/>
                          </a:cubicBezTo>
                          <a:cubicBezTo>
                            <a:pt x="43665" y="28156"/>
                            <a:pt x="52047" y="21013"/>
                            <a:pt x="60334" y="13869"/>
                          </a:cubicBezTo>
                          <a:cubicBezTo>
                            <a:pt x="65953" y="8725"/>
                            <a:pt x="73002" y="5392"/>
                            <a:pt x="79574" y="3010"/>
                          </a:cubicBezTo>
                          <a:cubicBezTo>
                            <a:pt x="86146" y="629"/>
                            <a:pt x="92814" y="-419"/>
                            <a:pt x="99196" y="153"/>
                          </a:cubicBezTo>
                          <a:cubicBezTo>
                            <a:pt x="111864" y="1010"/>
                            <a:pt x="122151" y="6916"/>
                            <a:pt x="127961" y="16726"/>
                          </a:cubicBezTo>
                          <a:lnTo>
                            <a:pt x="144058" y="43968"/>
                          </a:lnTo>
                          <a:cubicBezTo>
                            <a:pt x="149869" y="53874"/>
                            <a:pt x="151107" y="65399"/>
                            <a:pt x="149202" y="75591"/>
                          </a:cubicBezTo>
                          <a:cubicBezTo>
                            <a:pt x="148154" y="80544"/>
                            <a:pt x="146535" y="85592"/>
                            <a:pt x="144154" y="90164"/>
                          </a:cubicBezTo>
                          <a:cubicBezTo>
                            <a:pt x="141868" y="94927"/>
                            <a:pt x="138344" y="98451"/>
                            <a:pt x="134438" y="10226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0" name="Forme libre : forme 14589">
                      <a:extLst>
                        <a:ext uri="{FF2B5EF4-FFF2-40B4-BE49-F238E27FC236}">
                          <a16:creationId xmlns:a16="http://schemas.microsoft.com/office/drawing/2014/main" id="{F8BF1F6C-6D37-43B7-887F-4C97128218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78487" y="2915221"/>
                      <a:ext cx="120940" cy="108378"/>
                    </a:xfrm>
                    <a:custGeom>
                      <a:avLst/>
                      <a:gdLst>
                        <a:gd name="connsiteX0" fmla="*/ 49435 w 120940"/>
                        <a:gd name="connsiteY0" fmla="*/ 60007 h 108378"/>
                        <a:gd name="connsiteX1" fmla="*/ 40005 w 120940"/>
                        <a:gd name="connsiteY1" fmla="*/ 72866 h 108378"/>
                        <a:gd name="connsiteX2" fmla="*/ 28384 w 120940"/>
                        <a:gd name="connsiteY2" fmla="*/ 83058 h 108378"/>
                        <a:gd name="connsiteX3" fmla="*/ 0 w 120940"/>
                        <a:gd name="connsiteY3" fmla="*/ 92107 h 108378"/>
                        <a:gd name="connsiteX4" fmla="*/ 11049 w 120940"/>
                        <a:gd name="connsiteY4" fmla="*/ 100394 h 108378"/>
                        <a:gd name="connsiteX5" fmla="*/ 42672 w 120940"/>
                        <a:gd name="connsiteY5" fmla="*/ 107823 h 108378"/>
                        <a:gd name="connsiteX6" fmla="*/ 58388 w 120940"/>
                        <a:gd name="connsiteY6" fmla="*/ 102679 h 108378"/>
                        <a:gd name="connsiteX7" fmla="*/ 71533 w 120940"/>
                        <a:gd name="connsiteY7" fmla="*/ 92297 h 108378"/>
                        <a:gd name="connsiteX8" fmla="*/ 88106 w 120940"/>
                        <a:gd name="connsiteY8" fmla="*/ 74771 h 108378"/>
                        <a:gd name="connsiteX9" fmla="*/ 105251 w 120940"/>
                        <a:gd name="connsiteY9" fmla="*/ 58960 h 108378"/>
                        <a:gd name="connsiteX10" fmla="*/ 115062 w 120940"/>
                        <a:gd name="connsiteY10" fmla="*/ 47054 h 108378"/>
                        <a:gd name="connsiteX11" fmla="*/ 120110 w 120940"/>
                        <a:gd name="connsiteY11" fmla="*/ 32480 h 108378"/>
                        <a:gd name="connsiteX12" fmla="*/ 114967 w 120940"/>
                        <a:gd name="connsiteY12" fmla="*/ 857 h 108378"/>
                        <a:gd name="connsiteX13" fmla="*/ 114491 w 120940"/>
                        <a:gd name="connsiteY13" fmla="*/ 0 h 108378"/>
                        <a:gd name="connsiteX14" fmla="*/ 96107 w 120940"/>
                        <a:gd name="connsiteY14" fmla="*/ 12859 h 108378"/>
                        <a:gd name="connsiteX15" fmla="*/ 78486 w 120940"/>
                        <a:gd name="connsiteY15" fmla="*/ 26289 h 108378"/>
                        <a:gd name="connsiteX16" fmla="*/ 62579 w 120940"/>
                        <a:gd name="connsiteY16" fmla="*/ 41720 h 108378"/>
                        <a:gd name="connsiteX17" fmla="*/ 49435 w 120940"/>
                        <a:gd name="connsiteY17" fmla="*/ 60007 h 108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20940" h="108378">
                          <a:moveTo>
                            <a:pt x="49435" y="60007"/>
                          </a:moveTo>
                          <a:cubicBezTo>
                            <a:pt x="46768" y="64770"/>
                            <a:pt x="43625" y="69056"/>
                            <a:pt x="40005" y="72866"/>
                          </a:cubicBezTo>
                          <a:cubicBezTo>
                            <a:pt x="36576" y="76867"/>
                            <a:pt x="32671" y="80201"/>
                            <a:pt x="28384" y="83058"/>
                          </a:cubicBezTo>
                          <a:cubicBezTo>
                            <a:pt x="19812" y="88582"/>
                            <a:pt x="10287" y="92202"/>
                            <a:pt x="0" y="92107"/>
                          </a:cubicBezTo>
                          <a:lnTo>
                            <a:pt x="11049" y="100394"/>
                          </a:lnTo>
                          <a:cubicBezTo>
                            <a:pt x="20288" y="107347"/>
                            <a:pt x="31813" y="109538"/>
                            <a:pt x="42672" y="107823"/>
                          </a:cubicBezTo>
                          <a:cubicBezTo>
                            <a:pt x="48101" y="106871"/>
                            <a:pt x="53435" y="105346"/>
                            <a:pt x="58388" y="102679"/>
                          </a:cubicBezTo>
                          <a:cubicBezTo>
                            <a:pt x="63341" y="100108"/>
                            <a:pt x="67628" y="96393"/>
                            <a:pt x="71533" y="92297"/>
                          </a:cubicBezTo>
                          <a:cubicBezTo>
                            <a:pt x="76962" y="86201"/>
                            <a:pt x="82391" y="80105"/>
                            <a:pt x="88106" y="74771"/>
                          </a:cubicBezTo>
                          <a:cubicBezTo>
                            <a:pt x="93631" y="68961"/>
                            <a:pt x="99536" y="64008"/>
                            <a:pt x="105251" y="58960"/>
                          </a:cubicBezTo>
                          <a:cubicBezTo>
                            <a:pt x="109252" y="55150"/>
                            <a:pt x="112681" y="51626"/>
                            <a:pt x="115062" y="47054"/>
                          </a:cubicBezTo>
                          <a:cubicBezTo>
                            <a:pt x="117443" y="42481"/>
                            <a:pt x="119063" y="37433"/>
                            <a:pt x="120110" y="32480"/>
                          </a:cubicBezTo>
                          <a:cubicBezTo>
                            <a:pt x="122015" y="22384"/>
                            <a:pt x="120777" y="10763"/>
                            <a:pt x="114967" y="857"/>
                          </a:cubicBezTo>
                          <a:lnTo>
                            <a:pt x="114491" y="0"/>
                          </a:lnTo>
                          <a:cubicBezTo>
                            <a:pt x="108490" y="4667"/>
                            <a:pt x="102108" y="8382"/>
                            <a:pt x="96107" y="12859"/>
                          </a:cubicBezTo>
                          <a:cubicBezTo>
                            <a:pt x="90297" y="17431"/>
                            <a:pt x="84011" y="21336"/>
                            <a:pt x="78486" y="26289"/>
                          </a:cubicBezTo>
                          <a:cubicBezTo>
                            <a:pt x="73057" y="31242"/>
                            <a:pt x="67246" y="35909"/>
                            <a:pt x="62579" y="41720"/>
                          </a:cubicBezTo>
                          <a:cubicBezTo>
                            <a:pt x="57817" y="47435"/>
                            <a:pt x="52959" y="53054"/>
                            <a:pt x="49435" y="6000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1" name="Forme libre : forme 14590">
                      <a:extLst>
                        <a:ext uri="{FF2B5EF4-FFF2-40B4-BE49-F238E27FC236}">
                          <a16:creationId xmlns:a16="http://schemas.microsoft.com/office/drawing/2014/main" id="{0E52E391-24CD-4CAF-A795-DB7381A54B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6134" y="2915730"/>
                      <a:ext cx="58130" cy="56430"/>
                    </a:xfrm>
                    <a:custGeom>
                      <a:avLst/>
                      <a:gdLst>
                        <a:gd name="connsiteX0" fmla="*/ 55029 w 58130"/>
                        <a:gd name="connsiteY0" fmla="*/ 6158 h 56430"/>
                        <a:gd name="connsiteX1" fmla="*/ 56744 w 58130"/>
                        <a:gd name="connsiteY1" fmla="*/ 24161 h 56430"/>
                        <a:gd name="connsiteX2" fmla="*/ 43790 w 58130"/>
                        <a:gd name="connsiteY2" fmla="*/ 43877 h 56430"/>
                        <a:gd name="connsiteX3" fmla="*/ 33693 w 58130"/>
                        <a:gd name="connsiteY3" fmla="*/ 51497 h 56430"/>
                        <a:gd name="connsiteX4" fmla="*/ 23025 w 58130"/>
                        <a:gd name="connsiteY4" fmla="*/ 55593 h 56430"/>
                        <a:gd name="connsiteX5" fmla="*/ 5023 w 58130"/>
                        <a:gd name="connsiteY5" fmla="*/ 52450 h 56430"/>
                        <a:gd name="connsiteX6" fmla="*/ 546 w 58130"/>
                        <a:gd name="connsiteY6" fmla="*/ 34448 h 56430"/>
                        <a:gd name="connsiteX7" fmla="*/ 5118 w 58130"/>
                        <a:gd name="connsiteY7" fmla="*/ 23113 h 56430"/>
                        <a:gd name="connsiteX8" fmla="*/ 13881 w 58130"/>
                        <a:gd name="connsiteY8" fmla="*/ 12064 h 56430"/>
                        <a:gd name="connsiteX9" fmla="*/ 37313 w 58130"/>
                        <a:gd name="connsiteY9" fmla="*/ 158 h 56430"/>
                        <a:gd name="connsiteX10" fmla="*/ 55029 w 58130"/>
                        <a:gd name="connsiteY10" fmla="*/ 6158 h 56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8130" h="56430">
                          <a:moveTo>
                            <a:pt x="55029" y="6158"/>
                          </a:moveTo>
                          <a:cubicBezTo>
                            <a:pt x="58649" y="11016"/>
                            <a:pt x="58934" y="17588"/>
                            <a:pt x="56744" y="24161"/>
                          </a:cubicBezTo>
                          <a:cubicBezTo>
                            <a:pt x="54648" y="31019"/>
                            <a:pt x="50362" y="38162"/>
                            <a:pt x="43790" y="43877"/>
                          </a:cubicBezTo>
                          <a:cubicBezTo>
                            <a:pt x="40647" y="47021"/>
                            <a:pt x="37217" y="49592"/>
                            <a:pt x="33693" y="51497"/>
                          </a:cubicBezTo>
                          <a:cubicBezTo>
                            <a:pt x="30169" y="53498"/>
                            <a:pt x="26454" y="54641"/>
                            <a:pt x="23025" y="55593"/>
                          </a:cubicBezTo>
                          <a:cubicBezTo>
                            <a:pt x="16167" y="57308"/>
                            <a:pt x="9595" y="56450"/>
                            <a:pt x="5023" y="52450"/>
                          </a:cubicBezTo>
                          <a:cubicBezTo>
                            <a:pt x="451" y="48450"/>
                            <a:pt x="-883" y="41877"/>
                            <a:pt x="546" y="34448"/>
                          </a:cubicBezTo>
                          <a:cubicBezTo>
                            <a:pt x="1213" y="30638"/>
                            <a:pt x="2928" y="26923"/>
                            <a:pt x="5118" y="23113"/>
                          </a:cubicBezTo>
                          <a:cubicBezTo>
                            <a:pt x="7404" y="19303"/>
                            <a:pt x="10357" y="15493"/>
                            <a:pt x="13881" y="12064"/>
                          </a:cubicBezTo>
                          <a:cubicBezTo>
                            <a:pt x="21406" y="5396"/>
                            <a:pt x="29883" y="1205"/>
                            <a:pt x="37313" y="158"/>
                          </a:cubicBezTo>
                          <a:cubicBezTo>
                            <a:pt x="45123" y="-604"/>
                            <a:pt x="51505" y="1396"/>
                            <a:pt x="55029" y="6158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2" name="Forme libre : forme 14591">
                      <a:extLst>
                        <a:ext uri="{FF2B5EF4-FFF2-40B4-BE49-F238E27FC236}">
                          <a16:creationId xmlns:a16="http://schemas.microsoft.com/office/drawing/2014/main" id="{6BDB1C42-BA79-42A7-9139-DBFA89AC41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6179" y="2944558"/>
                      <a:ext cx="52984" cy="27602"/>
                    </a:xfrm>
                    <a:custGeom>
                      <a:avLst/>
                      <a:gdLst>
                        <a:gd name="connsiteX0" fmla="*/ 2216 w 52984"/>
                        <a:gd name="connsiteY0" fmla="*/ 0 h 27602"/>
                        <a:gd name="connsiteX1" fmla="*/ 120 w 52984"/>
                        <a:gd name="connsiteY1" fmla="*/ 13525 h 27602"/>
                        <a:gd name="connsiteX2" fmla="*/ 4978 w 52984"/>
                        <a:gd name="connsiteY2" fmla="*/ 23622 h 27602"/>
                        <a:gd name="connsiteX3" fmla="*/ 22981 w 52984"/>
                        <a:gd name="connsiteY3" fmla="*/ 26765 h 27602"/>
                        <a:gd name="connsiteX4" fmla="*/ 33649 w 52984"/>
                        <a:gd name="connsiteY4" fmla="*/ 22669 h 27602"/>
                        <a:gd name="connsiteX5" fmla="*/ 43745 w 52984"/>
                        <a:gd name="connsiteY5" fmla="*/ 15049 h 27602"/>
                        <a:gd name="connsiteX6" fmla="*/ 52984 w 52984"/>
                        <a:gd name="connsiteY6" fmla="*/ 3810 h 27602"/>
                        <a:gd name="connsiteX7" fmla="*/ 45936 w 52984"/>
                        <a:gd name="connsiteY7" fmla="*/ 7906 h 27602"/>
                        <a:gd name="connsiteX8" fmla="*/ 22219 w 52984"/>
                        <a:gd name="connsiteY8" fmla="*/ 9811 h 27602"/>
                        <a:gd name="connsiteX9" fmla="*/ 2216 w 52984"/>
                        <a:gd name="connsiteY9" fmla="*/ 0 h 27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2984" h="27602">
                          <a:moveTo>
                            <a:pt x="2216" y="0"/>
                          </a:moveTo>
                          <a:cubicBezTo>
                            <a:pt x="216" y="4667"/>
                            <a:pt x="-260" y="9525"/>
                            <a:pt x="120" y="13525"/>
                          </a:cubicBezTo>
                          <a:cubicBezTo>
                            <a:pt x="597" y="17621"/>
                            <a:pt x="2216" y="21145"/>
                            <a:pt x="4978" y="23622"/>
                          </a:cubicBezTo>
                          <a:cubicBezTo>
                            <a:pt x="9455" y="27622"/>
                            <a:pt x="16027" y="28480"/>
                            <a:pt x="22981" y="26765"/>
                          </a:cubicBezTo>
                          <a:cubicBezTo>
                            <a:pt x="26410" y="25813"/>
                            <a:pt x="30124" y="24670"/>
                            <a:pt x="33649" y="22669"/>
                          </a:cubicBezTo>
                          <a:cubicBezTo>
                            <a:pt x="37173" y="20764"/>
                            <a:pt x="40602" y="18192"/>
                            <a:pt x="43745" y="15049"/>
                          </a:cubicBezTo>
                          <a:cubicBezTo>
                            <a:pt x="47555" y="11620"/>
                            <a:pt x="50698" y="7810"/>
                            <a:pt x="52984" y="3810"/>
                          </a:cubicBezTo>
                          <a:cubicBezTo>
                            <a:pt x="50889" y="5524"/>
                            <a:pt x="48603" y="6953"/>
                            <a:pt x="45936" y="7906"/>
                          </a:cubicBezTo>
                          <a:cubicBezTo>
                            <a:pt x="38220" y="9906"/>
                            <a:pt x="30124" y="11049"/>
                            <a:pt x="22219" y="9811"/>
                          </a:cubicBezTo>
                          <a:cubicBezTo>
                            <a:pt x="14408" y="8667"/>
                            <a:pt x="7074" y="5620"/>
                            <a:pt x="2216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3" name="Forme libre : forme 14592">
                      <a:extLst>
                        <a:ext uri="{FF2B5EF4-FFF2-40B4-BE49-F238E27FC236}">
                          <a16:creationId xmlns:a16="http://schemas.microsoft.com/office/drawing/2014/main" id="{0BEC1236-62FC-4D5E-BFD9-49BB8E404C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2053" y="2917354"/>
                      <a:ext cx="57762" cy="55626"/>
                    </a:xfrm>
                    <a:custGeom>
                      <a:avLst/>
                      <a:gdLst>
                        <a:gd name="connsiteX0" fmla="*/ 54730 w 57762"/>
                        <a:gd name="connsiteY0" fmla="*/ 6344 h 55626"/>
                        <a:gd name="connsiteX1" fmla="*/ 56445 w 57762"/>
                        <a:gd name="connsiteY1" fmla="*/ 24346 h 55626"/>
                        <a:gd name="connsiteX2" fmla="*/ 43491 w 57762"/>
                        <a:gd name="connsiteY2" fmla="*/ 43682 h 55626"/>
                        <a:gd name="connsiteX3" fmla="*/ 33394 w 57762"/>
                        <a:gd name="connsiteY3" fmla="*/ 51016 h 55626"/>
                        <a:gd name="connsiteX4" fmla="*/ 22821 w 57762"/>
                        <a:gd name="connsiteY4" fmla="*/ 54921 h 55626"/>
                        <a:gd name="connsiteX5" fmla="*/ 5010 w 57762"/>
                        <a:gd name="connsiteY5" fmla="*/ 51492 h 55626"/>
                        <a:gd name="connsiteX6" fmla="*/ 533 w 57762"/>
                        <a:gd name="connsiteY6" fmla="*/ 33490 h 55626"/>
                        <a:gd name="connsiteX7" fmla="*/ 5200 w 57762"/>
                        <a:gd name="connsiteY7" fmla="*/ 22346 h 55626"/>
                        <a:gd name="connsiteX8" fmla="*/ 14058 w 57762"/>
                        <a:gd name="connsiteY8" fmla="*/ 11487 h 55626"/>
                        <a:gd name="connsiteX9" fmla="*/ 37395 w 57762"/>
                        <a:gd name="connsiteY9" fmla="*/ 153 h 55626"/>
                        <a:gd name="connsiteX10" fmla="*/ 54730 w 57762"/>
                        <a:gd name="connsiteY10" fmla="*/ 6344 h 55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762" h="55626">
                          <a:moveTo>
                            <a:pt x="54730" y="6344"/>
                          </a:moveTo>
                          <a:cubicBezTo>
                            <a:pt x="58254" y="11202"/>
                            <a:pt x="58540" y="17774"/>
                            <a:pt x="56445" y="24346"/>
                          </a:cubicBezTo>
                          <a:cubicBezTo>
                            <a:pt x="54159" y="30728"/>
                            <a:pt x="50158" y="38158"/>
                            <a:pt x="43491" y="43682"/>
                          </a:cubicBezTo>
                          <a:cubicBezTo>
                            <a:pt x="40157" y="46444"/>
                            <a:pt x="36918" y="49207"/>
                            <a:pt x="33394" y="51016"/>
                          </a:cubicBezTo>
                          <a:cubicBezTo>
                            <a:pt x="29870" y="52921"/>
                            <a:pt x="26346" y="54255"/>
                            <a:pt x="22821" y="54921"/>
                          </a:cubicBezTo>
                          <a:cubicBezTo>
                            <a:pt x="15963" y="56445"/>
                            <a:pt x="9486" y="55588"/>
                            <a:pt x="5010" y="51492"/>
                          </a:cubicBezTo>
                          <a:cubicBezTo>
                            <a:pt x="533" y="47397"/>
                            <a:pt x="-896" y="40825"/>
                            <a:pt x="533" y="33490"/>
                          </a:cubicBezTo>
                          <a:cubicBezTo>
                            <a:pt x="1390" y="29871"/>
                            <a:pt x="2914" y="26061"/>
                            <a:pt x="5200" y="22346"/>
                          </a:cubicBezTo>
                          <a:cubicBezTo>
                            <a:pt x="7486" y="18631"/>
                            <a:pt x="10248" y="14726"/>
                            <a:pt x="14058" y="11487"/>
                          </a:cubicBezTo>
                          <a:cubicBezTo>
                            <a:pt x="21678" y="5106"/>
                            <a:pt x="29679" y="629"/>
                            <a:pt x="37395" y="153"/>
                          </a:cubicBezTo>
                          <a:cubicBezTo>
                            <a:pt x="44919" y="-609"/>
                            <a:pt x="51206" y="1486"/>
                            <a:pt x="54730" y="634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4" name="Forme libre : forme 14593">
                      <a:extLst>
                        <a:ext uri="{FF2B5EF4-FFF2-40B4-BE49-F238E27FC236}">
                          <a16:creationId xmlns:a16="http://schemas.microsoft.com/office/drawing/2014/main" id="{C8D5EC7B-4E50-43DA-A808-14A213AA84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71261" y="2945947"/>
                      <a:ext cx="100301" cy="58310"/>
                    </a:xfrm>
                    <a:custGeom>
                      <a:avLst/>
                      <a:gdLst>
                        <a:gd name="connsiteX0" fmla="*/ 23418 w 100301"/>
                        <a:gd name="connsiteY0" fmla="*/ 46236 h 58310"/>
                        <a:gd name="connsiteX1" fmla="*/ 40658 w 100301"/>
                        <a:gd name="connsiteY1" fmla="*/ 57190 h 58310"/>
                        <a:gd name="connsiteX2" fmla="*/ 78092 w 100301"/>
                        <a:gd name="connsiteY2" fmla="*/ 47284 h 58310"/>
                        <a:gd name="connsiteX3" fmla="*/ 90379 w 100301"/>
                        <a:gd name="connsiteY3" fmla="*/ 36616 h 58310"/>
                        <a:gd name="connsiteX4" fmla="*/ 98761 w 100301"/>
                        <a:gd name="connsiteY4" fmla="*/ 23090 h 58310"/>
                        <a:gd name="connsiteX5" fmla="*/ 93903 w 100301"/>
                        <a:gd name="connsiteY5" fmla="*/ 1373 h 58310"/>
                        <a:gd name="connsiteX6" fmla="*/ 78758 w 100301"/>
                        <a:gd name="connsiteY6" fmla="*/ 1088 h 58310"/>
                        <a:gd name="connsiteX7" fmla="*/ 41039 w 100301"/>
                        <a:gd name="connsiteY7" fmla="*/ 3850 h 58310"/>
                        <a:gd name="connsiteX8" fmla="*/ 19227 w 100301"/>
                        <a:gd name="connsiteY8" fmla="*/ 3945 h 58310"/>
                        <a:gd name="connsiteX9" fmla="*/ 844 w 100301"/>
                        <a:gd name="connsiteY9" fmla="*/ 15852 h 58310"/>
                        <a:gd name="connsiteX10" fmla="*/ 23418 w 100301"/>
                        <a:gd name="connsiteY10" fmla="*/ 46236 h 58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0301" h="58310">
                          <a:moveTo>
                            <a:pt x="23418" y="46236"/>
                          </a:moveTo>
                          <a:cubicBezTo>
                            <a:pt x="28562" y="50713"/>
                            <a:pt x="33991" y="55285"/>
                            <a:pt x="40658" y="57190"/>
                          </a:cubicBezTo>
                          <a:cubicBezTo>
                            <a:pt x="53327" y="60905"/>
                            <a:pt x="67328" y="54809"/>
                            <a:pt x="78092" y="47284"/>
                          </a:cubicBezTo>
                          <a:cubicBezTo>
                            <a:pt x="82473" y="43855"/>
                            <a:pt x="86855" y="40712"/>
                            <a:pt x="90379" y="36616"/>
                          </a:cubicBezTo>
                          <a:cubicBezTo>
                            <a:pt x="93903" y="32425"/>
                            <a:pt x="96856" y="28044"/>
                            <a:pt x="98761" y="23090"/>
                          </a:cubicBezTo>
                          <a:cubicBezTo>
                            <a:pt x="101523" y="15661"/>
                            <a:pt x="100952" y="5088"/>
                            <a:pt x="93903" y="1373"/>
                          </a:cubicBezTo>
                          <a:cubicBezTo>
                            <a:pt x="89522" y="-912"/>
                            <a:pt x="83997" y="135"/>
                            <a:pt x="78758" y="1088"/>
                          </a:cubicBezTo>
                          <a:cubicBezTo>
                            <a:pt x="66185" y="2897"/>
                            <a:pt x="53898" y="4517"/>
                            <a:pt x="41039" y="3850"/>
                          </a:cubicBezTo>
                          <a:cubicBezTo>
                            <a:pt x="35610" y="3660"/>
                            <a:pt x="27323" y="2802"/>
                            <a:pt x="19227" y="3945"/>
                          </a:cubicBezTo>
                          <a:cubicBezTo>
                            <a:pt x="11131" y="4993"/>
                            <a:pt x="3606" y="8231"/>
                            <a:pt x="844" y="15852"/>
                          </a:cubicBezTo>
                          <a:cubicBezTo>
                            <a:pt x="-4395" y="29472"/>
                            <a:pt x="16179" y="39950"/>
                            <a:pt x="23418" y="4623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5" name="Forme libre : forme 14594">
                      <a:extLst>
                        <a:ext uri="{FF2B5EF4-FFF2-40B4-BE49-F238E27FC236}">
                          <a16:creationId xmlns:a16="http://schemas.microsoft.com/office/drawing/2014/main" id="{4DF49574-D185-4D55-AE68-04933B226E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84889" y="2936913"/>
                      <a:ext cx="17697" cy="32595"/>
                    </a:xfrm>
                    <a:custGeom>
                      <a:avLst/>
                      <a:gdLst>
                        <a:gd name="connsiteX0" fmla="*/ 1027 w 17697"/>
                        <a:gd name="connsiteY0" fmla="*/ 27171 h 32595"/>
                        <a:gd name="connsiteX1" fmla="*/ 3504 w 17697"/>
                        <a:gd name="connsiteY1" fmla="*/ 31552 h 32595"/>
                        <a:gd name="connsiteX2" fmla="*/ 8362 w 17697"/>
                        <a:gd name="connsiteY2" fmla="*/ 32124 h 32595"/>
                        <a:gd name="connsiteX3" fmla="*/ 11600 w 17697"/>
                        <a:gd name="connsiteY3" fmla="*/ 28123 h 32595"/>
                        <a:gd name="connsiteX4" fmla="*/ 16648 w 17697"/>
                        <a:gd name="connsiteY4" fmla="*/ 15836 h 32595"/>
                        <a:gd name="connsiteX5" fmla="*/ 17696 w 17697"/>
                        <a:gd name="connsiteY5" fmla="*/ 10597 h 32595"/>
                        <a:gd name="connsiteX6" fmla="*/ 4742 w 17697"/>
                        <a:gd name="connsiteY6" fmla="*/ 3834 h 32595"/>
                        <a:gd name="connsiteX7" fmla="*/ 1027 w 17697"/>
                        <a:gd name="connsiteY7" fmla="*/ 27171 h 32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697" h="32595">
                          <a:moveTo>
                            <a:pt x="1027" y="27171"/>
                          </a:moveTo>
                          <a:cubicBezTo>
                            <a:pt x="1504" y="28790"/>
                            <a:pt x="2266" y="30409"/>
                            <a:pt x="3504" y="31552"/>
                          </a:cubicBezTo>
                          <a:cubicBezTo>
                            <a:pt x="4742" y="32600"/>
                            <a:pt x="6743" y="32981"/>
                            <a:pt x="8362" y="32124"/>
                          </a:cubicBezTo>
                          <a:cubicBezTo>
                            <a:pt x="9790" y="31266"/>
                            <a:pt x="10743" y="29647"/>
                            <a:pt x="11600" y="28123"/>
                          </a:cubicBezTo>
                          <a:cubicBezTo>
                            <a:pt x="13696" y="24218"/>
                            <a:pt x="15410" y="20122"/>
                            <a:pt x="16648" y="15836"/>
                          </a:cubicBezTo>
                          <a:cubicBezTo>
                            <a:pt x="17220" y="14122"/>
                            <a:pt x="17696" y="12312"/>
                            <a:pt x="17696" y="10597"/>
                          </a:cubicBezTo>
                          <a:cubicBezTo>
                            <a:pt x="17792" y="3263"/>
                            <a:pt x="11124" y="-5024"/>
                            <a:pt x="4742" y="3834"/>
                          </a:cubicBezTo>
                          <a:cubicBezTo>
                            <a:pt x="-20" y="10692"/>
                            <a:pt x="-1068" y="20408"/>
                            <a:pt x="1027" y="2717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6" name="Forme libre : forme 14595">
                      <a:extLst>
                        <a:ext uri="{FF2B5EF4-FFF2-40B4-BE49-F238E27FC236}">
                          <a16:creationId xmlns:a16="http://schemas.microsoft.com/office/drawing/2014/main" id="{64E2FCFA-A900-4372-8723-2F79D6F9A6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2881" y="2914364"/>
                      <a:ext cx="10917" cy="57340"/>
                    </a:xfrm>
                    <a:custGeom>
                      <a:avLst/>
                      <a:gdLst>
                        <a:gd name="connsiteX0" fmla="*/ 4477 w 10917"/>
                        <a:gd name="connsiteY0" fmla="*/ 0 h 57340"/>
                        <a:gd name="connsiteX1" fmla="*/ 10477 w 10917"/>
                        <a:gd name="connsiteY1" fmla="*/ 17431 h 57340"/>
                        <a:gd name="connsiteX2" fmla="*/ 9620 w 10917"/>
                        <a:gd name="connsiteY2" fmla="*/ 35433 h 57340"/>
                        <a:gd name="connsiteX3" fmla="*/ 0 w 10917"/>
                        <a:gd name="connsiteY3" fmla="*/ 57340 h 57340"/>
                        <a:gd name="connsiteX4" fmla="*/ 2096 w 10917"/>
                        <a:gd name="connsiteY4" fmla="*/ 52769 h 57340"/>
                        <a:gd name="connsiteX5" fmla="*/ 6001 w 10917"/>
                        <a:gd name="connsiteY5" fmla="*/ 40767 h 57340"/>
                        <a:gd name="connsiteX6" fmla="*/ 8096 w 10917"/>
                        <a:gd name="connsiteY6" fmla="*/ 22670 h 57340"/>
                        <a:gd name="connsiteX7" fmla="*/ 4477 w 10917"/>
                        <a:gd name="connsiteY7" fmla="*/ 0 h 57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917" h="57340">
                          <a:moveTo>
                            <a:pt x="4477" y="0"/>
                          </a:moveTo>
                          <a:cubicBezTo>
                            <a:pt x="4477" y="0"/>
                            <a:pt x="9049" y="6953"/>
                            <a:pt x="10477" y="17431"/>
                          </a:cubicBezTo>
                          <a:cubicBezTo>
                            <a:pt x="11239" y="22765"/>
                            <a:pt x="11049" y="28765"/>
                            <a:pt x="9620" y="35433"/>
                          </a:cubicBezTo>
                          <a:cubicBezTo>
                            <a:pt x="8287" y="42481"/>
                            <a:pt x="5239" y="49435"/>
                            <a:pt x="0" y="57340"/>
                          </a:cubicBezTo>
                          <a:cubicBezTo>
                            <a:pt x="0" y="57340"/>
                            <a:pt x="857" y="55626"/>
                            <a:pt x="2096" y="52769"/>
                          </a:cubicBezTo>
                          <a:cubicBezTo>
                            <a:pt x="3334" y="50006"/>
                            <a:pt x="4858" y="45911"/>
                            <a:pt x="6001" y="40767"/>
                          </a:cubicBezTo>
                          <a:cubicBezTo>
                            <a:pt x="7144" y="35623"/>
                            <a:pt x="8001" y="29337"/>
                            <a:pt x="8096" y="22670"/>
                          </a:cubicBezTo>
                          <a:cubicBezTo>
                            <a:pt x="8096" y="15907"/>
                            <a:pt x="7239" y="8287"/>
                            <a:pt x="447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7" name="Forme libre : forme 14596">
                      <a:extLst>
                        <a:ext uri="{FF2B5EF4-FFF2-40B4-BE49-F238E27FC236}">
                          <a16:creationId xmlns:a16="http://schemas.microsoft.com/office/drawing/2014/main" id="{A643DB91-C0E7-40E7-9B8D-1FF30CA471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54805" y="2930556"/>
                      <a:ext cx="13775" cy="65817"/>
                    </a:xfrm>
                    <a:custGeom>
                      <a:avLst/>
                      <a:gdLst>
                        <a:gd name="connsiteX0" fmla="*/ 13490 w 13775"/>
                        <a:gd name="connsiteY0" fmla="*/ 0 h 65817"/>
                        <a:gd name="connsiteX1" fmla="*/ 9013 w 13775"/>
                        <a:gd name="connsiteY1" fmla="*/ 6191 h 65817"/>
                        <a:gd name="connsiteX2" fmla="*/ 1965 w 13775"/>
                        <a:gd name="connsiteY2" fmla="*/ 22193 h 65817"/>
                        <a:gd name="connsiteX3" fmla="*/ 13776 w 13775"/>
                        <a:gd name="connsiteY3" fmla="*/ 65817 h 65817"/>
                        <a:gd name="connsiteX4" fmla="*/ 4822 w 13775"/>
                        <a:gd name="connsiteY4" fmla="*/ 46958 h 65817"/>
                        <a:gd name="connsiteX5" fmla="*/ 3489 w 13775"/>
                        <a:gd name="connsiteY5" fmla="*/ 26003 h 65817"/>
                        <a:gd name="connsiteX6" fmla="*/ 13490 w 13775"/>
                        <a:gd name="connsiteY6" fmla="*/ 0 h 65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775" h="65817">
                          <a:moveTo>
                            <a:pt x="13490" y="0"/>
                          </a:moveTo>
                          <a:cubicBezTo>
                            <a:pt x="13490" y="0"/>
                            <a:pt x="11490" y="2286"/>
                            <a:pt x="9013" y="6191"/>
                          </a:cubicBezTo>
                          <a:cubicBezTo>
                            <a:pt x="6442" y="10096"/>
                            <a:pt x="3870" y="15716"/>
                            <a:pt x="1965" y="22193"/>
                          </a:cubicBezTo>
                          <a:cubicBezTo>
                            <a:pt x="-1941" y="35147"/>
                            <a:pt x="-988" y="51625"/>
                            <a:pt x="13776" y="65817"/>
                          </a:cubicBezTo>
                          <a:cubicBezTo>
                            <a:pt x="13776" y="65817"/>
                            <a:pt x="7966" y="58769"/>
                            <a:pt x="4822" y="46958"/>
                          </a:cubicBezTo>
                          <a:cubicBezTo>
                            <a:pt x="3203" y="41053"/>
                            <a:pt x="2346" y="34004"/>
                            <a:pt x="3489" y="26003"/>
                          </a:cubicBezTo>
                          <a:cubicBezTo>
                            <a:pt x="4537" y="18097"/>
                            <a:pt x="7204" y="9144"/>
                            <a:pt x="1349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8" name="Forme libre : forme 14597">
                      <a:extLst>
                        <a:ext uri="{FF2B5EF4-FFF2-40B4-BE49-F238E27FC236}">
                          <a16:creationId xmlns:a16="http://schemas.microsoft.com/office/drawing/2014/main" id="{290F7563-2899-4C2A-AB37-F85E03C985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1323" y="2923245"/>
                      <a:ext cx="24813" cy="17673"/>
                    </a:xfrm>
                    <a:custGeom>
                      <a:avLst/>
                      <a:gdLst>
                        <a:gd name="connsiteX0" fmla="*/ 24601 w 24813"/>
                        <a:gd name="connsiteY0" fmla="*/ 3310 h 17673"/>
                        <a:gd name="connsiteX1" fmla="*/ 14885 w 24813"/>
                        <a:gd name="connsiteY1" fmla="*/ 15502 h 17673"/>
                        <a:gd name="connsiteX2" fmla="*/ 312 w 24813"/>
                        <a:gd name="connsiteY2" fmla="*/ 14836 h 17673"/>
                        <a:gd name="connsiteX3" fmla="*/ 10027 w 24813"/>
                        <a:gd name="connsiteY3" fmla="*/ 2072 h 17673"/>
                        <a:gd name="connsiteX4" fmla="*/ 24601 w 24813"/>
                        <a:gd name="connsiteY4" fmla="*/ 3310 h 17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813" h="17673">
                          <a:moveTo>
                            <a:pt x="24601" y="3310"/>
                          </a:moveTo>
                          <a:cubicBezTo>
                            <a:pt x="25839" y="7120"/>
                            <a:pt x="21553" y="12454"/>
                            <a:pt x="14885" y="15502"/>
                          </a:cubicBezTo>
                          <a:cubicBezTo>
                            <a:pt x="8218" y="18455"/>
                            <a:pt x="1931" y="18550"/>
                            <a:pt x="312" y="14836"/>
                          </a:cubicBezTo>
                          <a:cubicBezTo>
                            <a:pt x="-1212" y="11121"/>
                            <a:pt x="2979" y="5215"/>
                            <a:pt x="10027" y="2072"/>
                          </a:cubicBezTo>
                          <a:cubicBezTo>
                            <a:pt x="16981" y="-1166"/>
                            <a:pt x="23362" y="-500"/>
                            <a:pt x="24601" y="331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9" name="Forme libre : forme 14598">
                      <a:extLst>
                        <a:ext uri="{FF2B5EF4-FFF2-40B4-BE49-F238E27FC236}">
                          <a16:creationId xmlns:a16="http://schemas.microsoft.com/office/drawing/2014/main" id="{4BE8E98E-422B-421F-8858-4A76D789D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1354" y="2921650"/>
                      <a:ext cx="6812" cy="6727"/>
                    </a:xfrm>
                    <a:custGeom>
                      <a:avLst/>
                      <a:gdLst>
                        <a:gd name="connsiteX0" fmla="*/ 6189 w 6812"/>
                        <a:gd name="connsiteY0" fmla="*/ 1000 h 6727"/>
                        <a:gd name="connsiteX1" fmla="*/ 5427 w 6812"/>
                        <a:gd name="connsiteY1" fmla="*/ 5763 h 6727"/>
                        <a:gd name="connsiteX2" fmla="*/ 665 w 6812"/>
                        <a:gd name="connsiteY2" fmla="*/ 5763 h 6727"/>
                        <a:gd name="connsiteX3" fmla="*/ 1427 w 6812"/>
                        <a:gd name="connsiteY3" fmla="*/ 1000 h 6727"/>
                        <a:gd name="connsiteX4" fmla="*/ 6189 w 6812"/>
                        <a:gd name="connsiteY4" fmla="*/ 1000 h 6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2" h="6727">
                          <a:moveTo>
                            <a:pt x="6189" y="1000"/>
                          </a:moveTo>
                          <a:cubicBezTo>
                            <a:pt x="7237" y="2334"/>
                            <a:pt x="6951" y="4429"/>
                            <a:pt x="5427" y="5763"/>
                          </a:cubicBezTo>
                          <a:cubicBezTo>
                            <a:pt x="3903" y="7096"/>
                            <a:pt x="1808" y="7001"/>
                            <a:pt x="665" y="5763"/>
                          </a:cubicBezTo>
                          <a:cubicBezTo>
                            <a:pt x="-478" y="4524"/>
                            <a:pt x="-97" y="2334"/>
                            <a:pt x="1427" y="1000"/>
                          </a:cubicBezTo>
                          <a:cubicBezTo>
                            <a:pt x="3046" y="-333"/>
                            <a:pt x="5141" y="-333"/>
                            <a:pt x="6189" y="100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00" name="Forme libre : forme 14599">
                      <a:extLst>
                        <a:ext uri="{FF2B5EF4-FFF2-40B4-BE49-F238E27FC236}">
                          <a16:creationId xmlns:a16="http://schemas.microsoft.com/office/drawing/2014/main" id="{AB943E40-F4D3-4658-B02F-ECA09F7EFB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8614" y="2883732"/>
                      <a:ext cx="78459" cy="34315"/>
                    </a:xfrm>
                    <a:custGeom>
                      <a:avLst/>
                      <a:gdLst>
                        <a:gd name="connsiteX0" fmla="*/ 56834 w 78459"/>
                        <a:gd name="connsiteY0" fmla="*/ 3486 h 34315"/>
                        <a:gd name="connsiteX1" fmla="*/ 76456 w 78459"/>
                        <a:gd name="connsiteY1" fmla="*/ 23393 h 34315"/>
                        <a:gd name="connsiteX2" fmla="*/ 76837 w 78459"/>
                        <a:gd name="connsiteY2" fmla="*/ 33013 h 34315"/>
                        <a:gd name="connsiteX3" fmla="*/ 67502 w 78459"/>
                        <a:gd name="connsiteY3" fmla="*/ 32918 h 34315"/>
                        <a:gd name="connsiteX4" fmla="*/ 39213 w 78459"/>
                        <a:gd name="connsiteY4" fmla="*/ 22631 h 34315"/>
                        <a:gd name="connsiteX5" fmla="*/ 17401 w 78459"/>
                        <a:gd name="connsiteY5" fmla="*/ 30346 h 34315"/>
                        <a:gd name="connsiteX6" fmla="*/ 65 w 78459"/>
                        <a:gd name="connsiteY6" fmla="*/ 30156 h 34315"/>
                        <a:gd name="connsiteX7" fmla="*/ 12734 w 78459"/>
                        <a:gd name="connsiteY7" fmla="*/ 11963 h 34315"/>
                        <a:gd name="connsiteX8" fmla="*/ 33498 w 78459"/>
                        <a:gd name="connsiteY8" fmla="*/ 1009 h 34315"/>
                        <a:gd name="connsiteX9" fmla="*/ 56834 w 78459"/>
                        <a:gd name="connsiteY9" fmla="*/ 3486 h 34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8459" h="34315">
                          <a:moveTo>
                            <a:pt x="56834" y="3486"/>
                          </a:moveTo>
                          <a:cubicBezTo>
                            <a:pt x="65597" y="7963"/>
                            <a:pt x="71598" y="15488"/>
                            <a:pt x="76456" y="23393"/>
                          </a:cubicBezTo>
                          <a:cubicBezTo>
                            <a:pt x="78266" y="26346"/>
                            <a:pt x="79694" y="30537"/>
                            <a:pt x="76837" y="33013"/>
                          </a:cubicBezTo>
                          <a:cubicBezTo>
                            <a:pt x="74170" y="35204"/>
                            <a:pt x="70360" y="34252"/>
                            <a:pt x="67502" y="32918"/>
                          </a:cubicBezTo>
                          <a:cubicBezTo>
                            <a:pt x="58644" y="28632"/>
                            <a:pt x="50453" y="21964"/>
                            <a:pt x="39213" y="22631"/>
                          </a:cubicBezTo>
                          <a:cubicBezTo>
                            <a:pt x="35594" y="22727"/>
                            <a:pt x="26354" y="27298"/>
                            <a:pt x="17401" y="30346"/>
                          </a:cubicBezTo>
                          <a:cubicBezTo>
                            <a:pt x="8447" y="33395"/>
                            <a:pt x="827" y="35776"/>
                            <a:pt x="65" y="30156"/>
                          </a:cubicBezTo>
                          <a:cubicBezTo>
                            <a:pt x="-697" y="24441"/>
                            <a:pt x="5304" y="17583"/>
                            <a:pt x="12734" y="11963"/>
                          </a:cubicBezTo>
                          <a:cubicBezTo>
                            <a:pt x="19877" y="6153"/>
                            <a:pt x="28831" y="2057"/>
                            <a:pt x="33498" y="1009"/>
                          </a:cubicBezTo>
                          <a:cubicBezTo>
                            <a:pt x="42071" y="-991"/>
                            <a:pt x="50167" y="57"/>
                            <a:pt x="56834" y="348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33" name="Graphique 1">
                    <a:extLst>
                      <a:ext uri="{FF2B5EF4-FFF2-40B4-BE49-F238E27FC236}">
                        <a16:creationId xmlns:a16="http://schemas.microsoft.com/office/drawing/2014/main" id="{409BAB91-93B0-448A-8B97-FB77156A160D}"/>
                      </a:ext>
                    </a:extLst>
                  </p:cNvPr>
                  <p:cNvGrpSpPr/>
                  <p:nvPr/>
                </p:nvGrpSpPr>
                <p:grpSpPr>
                  <a:xfrm>
                    <a:off x="1672780" y="2811483"/>
                    <a:ext cx="157168" cy="126817"/>
                    <a:chOff x="1672780" y="2811483"/>
                    <a:chExt cx="157168" cy="126817"/>
                  </a:xfrm>
                  <a:solidFill>
                    <a:schemeClr val="accent1"/>
                  </a:solidFill>
                </p:grpSpPr>
                <p:sp>
                  <p:nvSpPr>
                    <p:cNvPr id="14577" name="Forme libre : forme 14576">
                      <a:extLst>
                        <a:ext uri="{FF2B5EF4-FFF2-40B4-BE49-F238E27FC236}">
                          <a16:creationId xmlns:a16="http://schemas.microsoft.com/office/drawing/2014/main" id="{F0BAFB76-B611-403D-B10F-FB3D564724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2780" y="2811483"/>
                      <a:ext cx="157168" cy="126817"/>
                    </a:xfrm>
                    <a:custGeom>
                      <a:avLst/>
                      <a:gdLst>
                        <a:gd name="connsiteX0" fmla="*/ 118019 w 157168"/>
                        <a:gd name="connsiteY0" fmla="*/ 113263 h 126817"/>
                        <a:gd name="connsiteX1" fmla="*/ 96207 w 157168"/>
                        <a:gd name="connsiteY1" fmla="*/ 117645 h 126817"/>
                        <a:gd name="connsiteX2" fmla="*/ 75347 w 157168"/>
                        <a:gd name="connsiteY2" fmla="*/ 124217 h 126817"/>
                        <a:gd name="connsiteX3" fmla="*/ 60774 w 157168"/>
                        <a:gd name="connsiteY3" fmla="*/ 126789 h 126817"/>
                        <a:gd name="connsiteX4" fmla="*/ 45915 w 157168"/>
                        <a:gd name="connsiteY4" fmla="*/ 124312 h 126817"/>
                        <a:gd name="connsiteX5" fmla="*/ 31818 w 157168"/>
                        <a:gd name="connsiteY5" fmla="*/ 116788 h 126817"/>
                        <a:gd name="connsiteX6" fmla="*/ 20769 w 157168"/>
                        <a:gd name="connsiteY6" fmla="*/ 104596 h 126817"/>
                        <a:gd name="connsiteX7" fmla="*/ 4672 w 157168"/>
                        <a:gd name="connsiteY7" fmla="*/ 77354 h 126817"/>
                        <a:gd name="connsiteX8" fmla="*/ 4 w 157168"/>
                        <a:gd name="connsiteY8" fmla="*/ 61257 h 126817"/>
                        <a:gd name="connsiteX9" fmla="*/ 4005 w 157168"/>
                        <a:gd name="connsiteY9" fmla="*/ 44207 h 126817"/>
                        <a:gd name="connsiteX10" fmla="*/ 16292 w 157168"/>
                        <a:gd name="connsiteY10" fmla="*/ 28205 h 126817"/>
                        <a:gd name="connsiteX11" fmla="*/ 35818 w 157168"/>
                        <a:gd name="connsiteY11" fmla="*/ 16680 h 126817"/>
                        <a:gd name="connsiteX12" fmla="*/ 68394 w 157168"/>
                        <a:gd name="connsiteY12" fmla="*/ 6774 h 126817"/>
                        <a:gd name="connsiteX13" fmla="*/ 101446 w 157168"/>
                        <a:gd name="connsiteY13" fmla="*/ 487 h 126817"/>
                        <a:gd name="connsiteX14" fmla="*/ 123544 w 157168"/>
                        <a:gd name="connsiteY14" fmla="*/ 1249 h 126817"/>
                        <a:gd name="connsiteX15" fmla="*/ 141451 w 157168"/>
                        <a:gd name="connsiteY15" fmla="*/ 9250 h 126817"/>
                        <a:gd name="connsiteX16" fmla="*/ 157167 w 157168"/>
                        <a:gd name="connsiteY16" fmla="*/ 37921 h 126817"/>
                        <a:gd name="connsiteX17" fmla="*/ 157072 w 157168"/>
                        <a:gd name="connsiteY17" fmla="*/ 69258 h 126817"/>
                        <a:gd name="connsiteX18" fmla="*/ 144880 w 157168"/>
                        <a:gd name="connsiteY18" fmla="*/ 98690 h 126817"/>
                        <a:gd name="connsiteX19" fmla="*/ 132592 w 157168"/>
                        <a:gd name="connsiteY19" fmla="*/ 108215 h 126817"/>
                        <a:gd name="connsiteX20" fmla="*/ 118019 w 157168"/>
                        <a:gd name="connsiteY20" fmla="*/ 113263 h 126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7168" h="126817">
                          <a:moveTo>
                            <a:pt x="118019" y="113263"/>
                          </a:moveTo>
                          <a:cubicBezTo>
                            <a:pt x="110494" y="114216"/>
                            <a:pt x="103446" y="116311"/>
                            <a:pt x="96207" y="117645"/>
                          </a:cubicBezTo>
                          <a:cubicBezTo>
                            <a:pt x="89158" y="119740"/>
                            <a:pt x="82205" y="121836"/>
                            <a:pt x="75347" y="124217"/>
                          </a:cubicBezTo>
                          <a:cubicBezTo>
                            <a:pt x="70680" y="126217"/>
                            <a:pt x="65822" y="126979"/>
                            <a:pt x="60774" y="126789"/>
                          </a:cubicBezTo>
                          <a:cubicBezTo>
                            <a:pt x="55726" y="126503"/>
                            <a:pt x="50868" y="126122"/>
                            <a:pt x="45915" y="124312"/>
                          </a:cubicBezTo>
                          <a:cubicBezTo>
                            <a:pt x="41057" y="122598"/>
                            <a:pt x="36199" y="120121"/>
                            <a:pt x="31818" y="116788"/>
                          </a:cubicBezTo>
                          <a:cubicBezTo>
                            <a:pt x="27436" y="113454"/>
                            <a:pt x="23722" y="109549"/>
                            <a:pt x="20769" y="104596"/>
                          </a:cubicBezTo>
                          <a:lnTo>
                            <a:pt x="4672" y="77354"/>
                          </a:lnTo>
                          <a:cubicBezTo>
                            <a:pt x="1814" y="72496"/>
                            <a:pt x="100" y="66877"/>
                            <a:pt x="4" y="61257"/>
                          </a:cubicBezTo>
                          <a:cubicBezTo>
                            <a:pt x="-91" y="55732"/>
                            <a:pt x="1338" y="49922"/>
                            <a:pt x="4005" y="44207"/>
                          </a:cubicBezTo>
                          <a:cubicBezTo>
                            <a:pt x="6767" y="38683"/>
                            <a:pt x="10768" y="32682"/>
                            <a:pt x="16292" y="28205"/>
                          </a:cubicBezTo>
                          <a:cubicBezTo>
                            <a:pt x="21817" y="23633"/>
                            <a:pt x="28389" y="19633"/>
                            <a:pt x="35818" y="16680"/>
                          </a:cubicBezTo>
                          <a:cubicBezTo>
                            <a:pt x="46582" y="13060"/>
                            <a:pt x="57440" y="9727"/>
                            <a:pt x="68394" y="6774"/>
                          </a:cubicBezTo>
                          <a:cubicBezTo>
                            <a:pt x="79443" y="4583"/>
                            <a:pt x="90397" y="1821"/>
                            <a:pt x="101446" y="487"/>
                          </a:cubicBezTo>
                          <a:cubicBezTo>
                            <a:pt x="109161" y="-370"/>
                            <a:pt x="116686" y="-84"/>
                            <a:pt x="123544" y="1249"/>
                          </a:cubicBezTo>
                          <a:cubicBezTo>
                            <a:pt x="130402" y="2392"/>
                            <a:pt x="136402" y="5821"/>
                            <a:pt x="141451" y="9250"/>
                          </a:cubicBezTo>
                          <a:cubicBezTo>
                            <a:pt x="151547" y="16489"/>
                            <a:pt x="157262" y="26681"/>
                            <a:pt x="157167" y="37921"/>
                          </a:cubicBezTo>
                          <a:lnTo>
                            <a:pt x="157072" y="69258"/>
                          </a:lnTo>
                          <a:cubicBezTo>
                            <a:pt x="156976" y="80593"/>
                            <a:pt x="152023" y="91070"/>
                            <a:pt x="144880" y="98690"/>
                          </a:cubicBezTo>
                          <a:cubicBezTo>
                            <a:pt x="141355" y="102691"/>
                            <a:pt x="136974" y="105358"/>
                            <a:pt x="132592" y="108215"/>
                          </a:cubicBezTo>
                          <a:cubicBezTo>
                            <a:pt x="128116" y="110977"/>
                            <a:pt x="123258" y="112692"/>
                            <a:pt x="118019" y="11326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78" name="Forme libre : forme 14577">
                      <a:extLst>
                        <a:ext uri="{FF2B5EF4-FFF2-40B4-BE49-F238E27FC236}">
                          <a16:creationId xmlns:a16="http://schemas.microsoft.com/office/drawing/2014/main" id="{F58DB6F0-4BDC-4C87-AEB7-9CC880E1FC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6405" y="2879693"/>
                      <a:ext cx="143255" cy="58607"/>
                    </a:xfrm>
                    <a:custGeom>
                      <a:avLst/>
                      <a:gdLst>
                        <a:gd name="connsiteX0" fmla="*/ 57341 w 143255"/>
                        <a:gd name="connsiteY0" fmla="*/ 17812 h 58607"/>
                        <a:gd name="connsiteX1" fmla="*/ 50387 w 143255"/>
                        <a:gd name="connsiteY1" fmla="*/ 21336 h 58607"/>
                        <a:gd name="connsiteX2" fmla="*/ 43434 w 143255"/>
                        <a:gd name="connsiteY2" fmla="*/ 24575 h 58607"/>
                        <a:gd name="connsiteX3" fmla="*/ 28956 w 143255"/>
                        <a:gd name="connsiteY3" fmla="*/ 27908 h 58607"/>
                        <a:gd name="connsiteX4" fmla="*/ 0 w 143255"/>
                        <a:gd name="connsiteY4" fmla="*/ 24575 h 58607"/>
                        <a:gd name="connsiteX5" fmla="*/ 6953 w 143255"/>
                        <a:gd name="connsiteY5" fmla="*/ 36386 h 58607"/>
                        <a:gd name="connsiteX6" fmla="*/ 18002 w 143255"/>
                        <a:gd name="connsiteY6" fmla="*/ 48578 h 58607"/>
                        <a:gd name="connsiteX7" fmla="*/ 32099 w 143255"/>
                        <a:gd name="connsiteY7" fmla="*/ 56102 h 58607"/>
                        <a:gd name="connsiteX8" fmla="*/ 46958 w 143255"/>
                        <a:gd name="connsiteY8" fmla="*/ 58579 h 58607"/>
                        <a:gd name="connsiteX9" fmla="*/ 61532 w 143255"/>
                        <a:gd name="connsiteY9" fmla="*/ 56007 h 58607"/>
                        <a:gd name="connsiteX10" fmla="*/ 82391 w 143255"/>
                        <a:gd name="connsiteY10" fmla="*/ 49435 h 58607"/>
                        <a:gd name="connsiteX11" fmla="*/ 104204 w 143255"/>
                        <a:gd name="connsiteY11" fmla="*/ 45053 h 58607"/>
                        <a:gd name="connsiteX12" fmla="*/ 118777 w 143255"/>
                        <a:gd name="connsiteY12" fmla="*/ 40005 h 58607"/>
                        <a:gd name="connsiteX13" fmla="*/ 131064 w 143255"/>
                        <a:gd name="connsiteY13" fmla="*/ 30480 h 58607"/>
                        <a:gd name="connsiteX14" fmla="*/ 143256 w 143255"/>
                        <a:gd name="connsiteY14" fmla="*/ 1048 h 58607"/>
                        <a:gd name="connsiteX15" fmla="*/ 143256 w 143255"/>
                        <a:gd name="connsiteY15" fmla="*/ 0 h 58607"/>
                        <a:gd name="connsiteX16" fmla="*/ 120682 w 143255"/>
                        <a:gd name="connsiteY16" fmla="*/ 1334 h 58607"/>
                        <a:gd name="connsiteX17" fmla="*/ 98679 w 143255"/>
                        <a:gd name="connsiteY17" fmla="*/ 3620 h 58607"/>
                        <a:gd name="connsiteX18" fmla="*/ 77248 w 143255"/>
                        <a:gd name="connsiteY18" fmla="*/ 8477 h 58607"/>
                        <a:gd name="connsiteX19" fmla="*/ 57341 w 143255"/>
                        <a:gd name="connsiteY19" fmla="*/ 17812 h 586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43255" h="58607">
                          <a:moveTo>
                            <a:pt x="57341" y="17812"/>
                          </a:moveTo>
                          <a:cubicBezTo>
                            <a:pt x="55054" y="19145"/>
                            <a:pt x="52768" y="20288"/>
                            <a:pt x="50387" y="21336"/>
                          </a:cubicBezTo>
                          <a:cubicBezTo>
                            <a:pt x="48101" y="22574"/>
                            <a:pt x="45815" y="23622"/>
                            <a:pt x="43434" y="24575"/>
                          </a:cubicBezTo>
                          <a:cubicBezTo>
                            <a:pt x="38767" y="26384"/>
                            <a:pt x="33909" y="27337"/>
                            <a:pt x="28956" y="27908"/>
                          </a:cubicBezTo>
                          <a:cubicBezTo>
                            <a:pt x="19526" y="29623"/>
                            <a:pt x="9239" y="28194"/>
                            <a:pt x="0" y="24575"/>
                          </a:cubicBezTo>
                          <a:lnTo>
                            <a:pt x="6953" y="36386"/>
                          </a:lnTo>
                          <a:cubicBezTo>
                            <a:pt x="9906" y="41339"/>
                            <a:pt x="13716" y="45244"/>
                            <a:pt x="18002" y="48578"/>
                          </a:cubicBezTo>
                          <a:cubicBezTo>
                            <a:pt x="22384" y="51911"/>
                            <a:pt x="27146" y="54483"/>
                            <a:pt x="32099" y="56102"/>
                          </a:cubicBezTo>
                          <a:cubicBezTo>
                            <a:pt x="37052" y="57912"/>
                            <a:pt x="41910" y="58293"/>
                            <a:pt x="46958" y="58579"/>
                          </a:cubicBezTo>
                          <a:cubicBezTo>
                            <a:pt x="52007" y="58769"/>
                            <a:pt x="56864" y="58008"/>
                            <a:pt x="61532" y="56007"/>
                          </a:cubicBezTo>
                          <a:cubicBezTo>
                            <a:pt x="68389" y="53721"/>
                            <a:pt x="75343" y="51530"/>
                            <a:pt x="82391" y="49435"/>
                          </a:cubicBezTo>
                          <a:cubicBezTo>
                            <a:pt x="89725" y="48101"/>
                            <a:pt x="96774" y="46006"/>
                            <a:pt x="104204" y="45053"/>
                          </a:cubicBezTo>
                          <a:cubicBezTo>
                            <a:pt x="109442" y="44482"/>
                            <a:pt x="114300" y="42672"/>
                            <a:pt x="118777" y="40005"/>
                          </a:cubicBezTo>
                          <a:cubicBezTo>
                            <a:pt x="123158" y="37148"/>
                            <a:pt x="127540" y="34481"/>
                            <a:pt x="131064" y="30480"/>
                          </a:cubicBezTo>
                          <a:cubicBezTo>
                            <a:pt x="138208" y="22765"/>
                            <a:pt x="143161" y="12287"/>
                            <a:pt x="143256" y="1048"/>
                          </a:cubicBezTo>
                          <a:lnTo>
                            <a:pt x="143256" y="0"/>
                          </a:lnTo>
                          <a:cubicBezTo>
                            <a:pt x="135636" y="762"/>
                            <a:pt x="128111" y="1143"/>
                            <a:pt x="120682" y="1334"/>
                          </a:cubicBezTo>
                          <a:cubicBezTo>
                            <a:pt x="113252" y="2000"/>
                            <a:pt x="105918" y="2858"/>
                            <a:pt x="98679" y="3620"/>
                          </a:cubicBezTo>
                          <a:cubicBezTo>
                            <a:pt x="91345" y="4286"/>
                            <a:pt x="84296" y="6572"/>
                            <a:pt x="77248" y="8477"/>
                          </a:cubicBezTo>
                          <a:cubicBezTo>
                            <a:pt x="70295" y="10287"/>
                            <a:pt x="63722" y="14097"/>
                            <a:pt x="57341" y="17812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79" name="Forme libre : forme 14578">
                      <a:extLst>
                        <a:ext uri="{FF2B5EF4-FFF2-40B4-BE49-F238E27FC236}">
                          <a16:creationId xmlns:a16="http://schemas.microsoft.com/office/drawing/2014/main" id="{A488DB11-C9E9-4213-86BD-F8261E6E96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31726" y="2851833"/>
                      <a:ext cx="67424" cy="44539"/>
                    </a:xfrm>
                    <a:custGeom>
                      <a:avLst/>
                      <a:gdLst>
                        <a:gd name="connsiteX0" fmla="*/ 67360 w 67424"/>
                        <a:gd name="connsiteY0" fmla="*/ 17287 h 44539"/>
                        <a:gd name="connsiteX1" fmla="*/ 59359 w 67424"/>
                        <a:gd name="connsiteY1" fmla="*/ 33575 h 44539"/>
                        <a:gd name="connsiteX2" fmla="*/ 49929 w 67424"/>
                        <a:gd name="connsiteY2" fmla="*/ 39385 h 44539"/>
                        <a:gd name="connsiteX3" fmla="*/ 38213 w 67424"/>
                        <a:gd name="connsiteY3" fmla="*/ 43576 h 44539"/>
                        <a:gd name="connsiteX4" fmla="*/ 25831 w 67424"/>
                        <a:gd name="connsiteY4" fmla="*/ 44529 h 44539"/>
                        <a:gd name="connsiteX5" fmla="*/ 14877 w 67424"/>
                        <a:gd name="connsiteY5" fmla="*/ 43100 h 44539"/>
                        <a:gd name="connsiteX6" fmla="*/ 780 w 67424"/>
                        <a:gd name="connsiteY6" fmla="*/ 31384 h 44539"/>
                        <a:gd name="connsiteX7" fmla="*/ 5828 w 67424"/>
                        <a:gd name="connsiteY7" fmla="*/ 13858 h 44539"/>
                        <a:gd name="connsiteX8" fmla="*/ 15639 w 67424"/>
                        <a:gd name="connsiteY8" fmla="*/ 6048 h 44539"/>
                        <a:gd name="connsiteX9" fmla="*/ 29165 w 67424"/>
                        <a:gd name="connsiteY9" fmla="*/ 1285 h 44539"/>
                        <a:gd name="connsiteX10" fmla="*/ 43452 w 67424"/>
                        <a:gd name="connsiteY10" fmla="*/ 47 h 44539"/>
                        <a:gd name="connsiteX11" fmla="*/ 55549 w 67424"/>
                        <a:gd name="connsiteY11" fmla="*/ 3286 h 44539"/>
                        <a:gd name="connsiteX12" fmla="*/ 67360 w 67424"/>
                        <a:gd name="connsiteY12" fmla="*/ 17287 h 445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7424" h="44539">
                          <a:moveTo>
                            <a:pt x="67360" y="17287"/>
                          </a:moveTo>
                          <a:cubicBezTo>
                            <a:pt x="67931" y="23193"/>
                            <a:pt x="64693" y="29003"/>
                            <a:pt x="59359" y="33575"/>
                          </a:cubicBezTo>
                          <a:cubicBezTo>
                            <a:pt x="56692" y="35861"/>
                            <a:pt x="53453" y="37766"/>
                            <a:pt x="49929" y="39385"/>
                          </a:cubicBezTo>
                          <a:cubicBezTo>
                            <a:pt x="46405" y="41290"/>
                            <a:pt x="42499" y="42719"/>
                            <a:pt x="38213" y="43576"/>
                          </a:cubicBezTo>
                          <a:cubicBezTo>
                            <a:pt x="34022" y="44529"/>
                            <a:pt x="29736" y="44529"/>
                            <a:pt x="25831" y="44529"/>
                          </a:cubicBezTo>
                          <a:cubicBezTo>
                            <a:pt x="21925" y="44624"/>
                            <a:pt x="18306" y="44053"/>
                            <a:pt x="14877" y="43100"/>
                          </a:cubicBezTo>
                          <a:cubicBezTo>
                            <a:pt x="8209" y="41100"/>
                            <a:pt x="2780" y="37004"/>
                            <a:pt x="780" y="31384"/>
                          </a:cubicBezTo>
                          <a:cubicBezTo>
                            <a:pt x="-1220" y="25764"/>
                            <a:pt x="685" y="19478"/>
                            <a:pt x="5828" y="13858"/>
                          </a:cubicBezTo>
                          <a:cubicBezTo>
                            <a:pt x="8400" y="11001"/>
                            <a:pt x="11734" y="8334"/>
                            <a:pt x="15639" y="6048"/>
                          </a:cubicBezTo>
                          <a:cubicBezTo>
                            <a:pt x="19544" y="3762"/>
                            <a:pt x="24211" y="2428"/>
                            <a:pt x="29165" y="1285"/>
                          </a:cubicBezTo>
                          <a:cubicBezTo>
                            <a:pt x="34117" y="238"/>
                            <a:pt x="38975" y="-143"/>
                            <a:pt x="43452" y="47"/>
                          </a:cubicBezTo>
                          <a:cubicBezTo>
                            <a:pt x="47929" y="523"/>
                            <a:pt x="52024" y="1762"/>
                            <a:pt x="55549" y="3286"/>
                          </a:cubicBezTo>
                          <a:cubicBezTo>
                            <a:pt x="62502" y="6429"/>
                            <a:pt x="66788" y="11382"/>
                            <a:pt x="67360" y="1728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0" name="Forme libre : forme 14579">
                      <a:extLst>
                        <a:ext uri="{FF2B5EF4-FFF2-40B4-BE49-F238E27FC236}">
                          <a16:creationId xmlns:a16="http://schemas.microsoft.com/office/drawing/2014/main" id="{3B31F3FE-A76B-459D-88F1-57B99A993A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31796" y="2861595"/>
                      <a:ext cx="51763" cy="34778"/>
                    </a:xfrm>
                    <a:custGeom>
                      <a:avLst/>
                      <a:gdLst>
                        <a:gd name="connsiteX0" fmla="*/ 10140 w 51763"/>
                        <a:gd name="connsiteY0" fmla="*/ 0 h 34778"/>
                        <a:gd name="connsiteX1" fmla="*/ 805 w 51763"/>
                        <a:gd name="connsiteY1" fmla="*/ 21622 h 34778"/>
                        <a:gd name="connsiteX2" fmla="*/ 14902 w 51763"/>
                        <a:gd name="connsiteY2" fmla="*/ 33338 h 34778"/>
                        <a:gd name="connsiteX3" fmla="*/ 25856 w 51763"/>
                        <a:gd name="connsiteY3" fmla="*/ 34766 h 34778"/>
                        <a:gd name="connsiteX4" fmla="*/ 38238 w 51763"/>
                        <a:gd name="connsiteY4" fmla="*/ 33814 h 34778"/>
                        <a:gd name="connsiteX5" fmla="*/ 51764 w 51763"/>
                        <a:gd name="connsiteY5" fmla="*/ 28766 h 34778"/>
                        <a:gd name="connsiteX6" fmla="*/ 43763 w 51763"/>
                        <a:gd name="connsiteY6" fmla="*/ 28766 h 34778"/>
                        <a:gd name="connsiteX7" fmla="*/ 22617 w 51763"/>
                        <a:gd name="connsiteY7" fmla="*/ 18097 h 34778"/>
                        <a:gd name="connsiteX8" fmla="*/ 10140 w 51763"/>
                        <a:gd name="connsiteY8" fmla="*/ 0 h 34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763" h="34778">
                          <a:moveTo>
                            <a:pt x="10140" y="0"/>
                          </a:moveTo>
                          <a:cubicBezTo>
                            <a:pt x="1948" y="6572"/>
                            <a:pt x="-1766" y="14573"/>
                            <a:pt x="805" y="21622"/>
                          </a:cubicBezTo>
                          <a:cubicBezTo>
                            <a:pt x="2805" y="27242"/>
                            <a:pt x="8139" y="31242"/>
                            <a:pt x="14902" y="33338"/>
                          </a:cubicBezTo>
                          <a:cubicBezTo>
                            <a:pt x="18236" y="34385"/>
                            <a:pt x="21951" y="34862"/>
                            <a:pt x="25856" y="34766"/>
                          </a:cubicBezTo>
                          <a:cubicBezTo>
                            <a:pt x="29761" y="34766"/>
                            <a:pt x="33952" y="34766"/>
                            <a:pt x="38238" y="33814"/>
                          </a:cubicBezTo>
                          <a:cubicBezTo>
                            <a:pt x="43192" y="32861"/>
                            <a:pt x="47668" y="30766"/>
                            <a:pt x="51764" y="28766"/>
                          </a:cubicBezTo>
                          <a:cubicBezTo>
                            <a:pt x="49097" y="28956"/>
                            <a:pt x="46525" y="29242"/>
                            <a:pt x="43763" y="28766"/>
                          </a:cubicBezTo>
                          <a:cubicBezTo>
                            <a:pt x="36334" y="26956"/>
                            <a:pt x="28809" y="23051"/>
                            <a:pt x="22617" y="18097"/>
                          </a:cubicBezTo>
                          <a:cubicBezTo>
                            <a:pt x="16331" y="13335"/>
                            <a:pt x="11568" y="7144"/>
                            <a:pt x="10140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1" name="Forme libre : forme 14580">
                      <a:extLst>
                        <a:ext uri="{FF2B5EF4-FFF2-40B4-BE49-F238E27FC236}">
                          <a16:creationId xmlns:a16="http://schemas.microsoft.com/office/drawing/2014/main" id="{2045B966-1CA2-4CD4-8FED-5FED55C675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36734" y="2855757"/>
                      <a:ext cx="66208" cy="44484"/>
                    </a:xfrm>
                    <a:custGeom>
                      <a:avLst/>
                      <a:gdLst>
                        <a:gd name="connsiteX0" fmla="*/ 66162 w 66208"/>
                        <a:gd name="connsiteY0" fmla="*/ 17649 h 44484"/>
                        <a:gd name="connsiteX1" fmla="*/ 58161 w 66208"/>
                        <a:gd name="connsiteY1" fmla="*/ 33937 h 44484"/>
                        <a:gd name="connsiteX2" fmla="*/ 48826 w 66208"/>
                        <a:gd name="connsiteY2" fmla="*/ 39652 h 44484"/>
                        <a:gd name="connsiteX3" fmla="*/ 37301 w 66208"/>
                        <a:gd name="connsiteY3" fmla="*/ 43557 h 44484"/>
                        <a:gd name="connsiteX4" fmla="*/ 25109 w 66208"/>
                        <a:gd name="connsiteY4" fmla="*/ 44319 h 44484"/>
                        <a:gd name="connsiteX5" fmla="*/ 14441 w 66208"/>
                        <a:gd name="connsiteY5" fmla="*/ 42604 h 44484"/>
                        <a:gd name="connsiteX6" fmla="*/ 725 w 66208"/>
                        <a:gd name="connsiteY6" fmla="*/ 30793 h 44484"/>
                        <a:gd name="connsiteX7" fmla="*/ 5773 w 66208"/>
                        <a:gd name="connsiteY7" fmla="*/ 13267 h 44484"/>
                        <a:gd name="connsiteX8" fmla="*/ 15489 w 66208"/>
                        <a:gd name="connsiteY8" fmla="*/ 5647 h 44484"/>
                        <a:gd name="connsiteX9" fmla="*/ 28824 w 66208"/>
                        <a:gd name="connsiteY9" fmla="*/ 1171 h 44484"/>
                        <a:gd name="connsiteX10" fmla="*/ 42921 w 66208"/>
                        <a:gd name="connsiteY10" fmla="*/ 313 h 44484"/>
                        <a:gd name="connsiteX11" fmla="*/ 54732 w 66208"/>
                        <a:gd name="connsiteY11" fmla="*/ 3647 h 44484"/>
                        <a:gd name="connsiteX12" fmla="*/ 66162 w 66208"/>
                        <a:gd name="connsiteY12" fmla="*/ 17649 h 444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6208" h="44484">
                          <a:moveTo>
                            <a:pt x="66162" y="17649"/>
                          </a:moveTo>
                          <a:cubicBezTo>
                            <a:pt x="66638" y="23554"/>
                            <a:pt x="63400" y="29364"/>
                            <a:pt x="58161" y="33937"/>
                          </a:cubicBezTo>
                          <a:cubicBezTo>
                            <a:pt x="55494" y="36223"/>
                            <a:pt x="52351" y="38128"/>
                            <a:pt x="48826" y="39652"/>
                          </a:cubicBezTo>
                          <a:cubicBezTo>
                            <a:pt x="45207" y="40985"/>
                            <a:pt x="41492" y="42795"/>
                            <a:pt x="37301" y="43557"/>
                          </a:cubicBezTo>
                          <a:cubicBezTo>
                            <a:pt x="33110" y="44414"/>
                            <a:pt x="29014" y="44700"/>
                            <a:pt x="25109" y="44319"/>
                          </a:cubicBezTo>
                          <a:cubicBezTo>
                            <a:pt x="21204" y="44033"/>
                            <a:pt x="17680" y="43747"/>
                            <a:pt x="14441" y="42604"/>
                          </a:cubicBezTo>
                          <a:cubicBezTo>
                            <a:pt x="7964" y="40509"/>
                            <a:pt x="2725" y="36508"/>
                            <a:pt x="725" y="30793"/>
                          </a:cubicBezTo>
                          <a:cubicBezTo>
                            <a:pt x="-1180" y="25173"/>
                            <a:pt x="725" y="18887"/>
                            <a:pt x="5773" y="13267"/>
                          </a:cubicBezTo>
                          <a:cubicBezTo>
                            <a:pt x="8345" y="10505"/>
                            <a:pt x="11488" y="7648"/>
                            <a:pt x="15489" y="5647"/>
                          </a:cubicBezTo>
                          <a:cubicBezTo>
                            <a:pt x="19394" y="3742"/>
                            <a:pt x="23966" y="2123"/>
                            <a:pt x="28824" y="1171"/>
                          </a:cubicBezTo>
                          <a:cubicBezTo>
                            <a:pt x="33777" y="313"/>
                            <a:pt x="38444" y="-449"/>
                            <a:pt x="42921" y="313"/>
                          </a:cubicBezTo>
                          <a:cubicBezTo>
                            <a:pt x="47302" y="885"/>
                            <a:pt x="51398" y="2028"/>
                            <a:pt x="54732" y="3647"/>
                          </a:cubicBezTo>
                          <a:cubicBezTo>
                            <a:pt x="61495" y="6790"/>
                            <a:pt x="65686" y="11743"/>
                            <a:pt x="66162" y="1764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2" name="Forme libre : forme 14581">
                      <a:extLst>
                        <a:ext uri="{FF2B5EF4-FFF2-40B4-BE49-F238E27FC236}">
                          <a16:creationId xmlns:a16="http://schemas.microsoft.com/office/drawing/2014/main" id="{364547EE-B5B1-405E-80D4-CD9C67C8A5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96082" y="2855712"/>
                      <a:ext cx="94404" cy="67851"/>
                    </a:xfrm>
                    <a:custGeom>
                      <a:avLst/>
                      <a:gdLst>
                        <a:gd name="connsiteX0" fmla="*/ 11087 w 94404"/>
                        <a:gd name="connsiteY0" fmla="*/ 41221 h 67851"/>
                        <a:gd name="connsiteX1" fmla="*/ 21755 w 94404"/>
                        <a:gd name="connsiteY1" fmla="*/ 58366 h 67851"/>
                        <a:gd name="connsiteX2" fmla="*/ 38710 w 94404"/>
                        <a:gd name="connsiteY2" fmla="*/ 66748 h 67851"/>
                        <a:gd name="connsiteX3" fmla="*/ 48044 w 94404"/>
                        <a:gd name="connsiteY3" fmla="*/ 67701 h 67851"/>
                        <a:gd name="connsiteX4" fmla="*/ 57474 w 94404"/>
                        <a:gd name="connsiteY4" fmla="*/ 67701 h 67851"/>
                        <a:gd name="connsiteX5" fmla="*/ 72333 w 94404"/>
                        <a:gd name="connsiteY5" fmla="*/ 64748 h 67851"/>
                        <a:gd name="connsiteX6" fmla="*/ 85858 w 94404"/>
                        <a:gd name="connsiteY6" fmla="*/ 57699 h 67851"/>
                        <a:gd name="connsiteX7" fmla="*/ 93002 w 94404"/>
                        <a:gd name="connsiteY7" fmla="*/ 37030 h 67851"/>
                        <a:gd name="connsiteX8" fmla="*/ 80334 w 94404"/>
                        <a:gd name="connsiteY8" fmla="*/ 28743 h 67851"/>
                        <a:gd name="connsiteX9" fmla="*/ 46616 w 94404"/>
                        <a:gd name="connsiteY9" fmla="*/ 12360 h 67851"/>
                        <a:gd name="connsiteX10" fmla="*/ 27089 w 94404"/>
                        <a:gd name="connsiteY10" fmla="*/ 1788 h 67851"/>
                        <a:gd name="connsiteX11" fmla="*/ 4325 w 94404"/>
                        <a:gd name="connsiteY11" fmla="*/ 4359 h 67851"/>
                        <a:gd name="connsiteX12" fmla="*/ 2134 w 94404"/>
                        <a:gd name="connsiteY12" fmla="*/ 23409 h 67851"/>
                        <a:gd name="connsiteX13" fmla="*/ 11087 w 94404"/>
                        <a:gd name="connsiteY13" fmla="*/ 41221 h 67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4404" h="67851">
                          <a:moveTo>
                            <a:pt x="11087" y="41221"/>
                          </a:moveTo>
                          <a:cubicBezTo>
                            <a:pt x="13850" y="47413"/>
                            <a:pt x="16802" y="53794"/>
                            <a:pt x="21755" y="58366"/>
                          </a:cubicBezTo>
                          <a:cubicBezTo>
                            <a:pt x="26422" y="62653"/>
                            <a:pt x="32518" y="65510"/>
                            <a:pt x="38710" y="66748"/>
                          </a:cubicBezTo>
                          <a:cubicBezTo>
                            <a:pt x="41758" y="67415"/>
                            <a:pt x="44901" y="67701"/>
                            <a:pt x="48044" y="67701"/>
                          </a:cubicBezTo>
                          <a:cubicBezTo>
                            <a:pt x="51187" y="67796"/>
                            <a:pt x="54426" y="67987"/>
                            <a:pt x="57474" y="67701"/>
                          </a:cubicBezTo>
                          <a:cubicBezTo>
                            <a:pt x="62617" y="67415"/>
                            <a:pt x="67475" y="65986"/>
                            <a:pt x="72333" y="64748"/>
                          </a:cubicBezTo>
                          <a:cubicBezTo>
                            <a:pt x="77191" y="63415"/>
                            <a:pt x="81763" y="61129"/>
                            <a:pt x="85858" y="57699"/>
                          </a:cubicBezTo>
                          <a:cubicBezTo>
                            <a:pt x="91764" y="52556"/>
                            <a:pt x="97003" y="44174"/>
                            <a:pt x="93002" y="37030"/>
                          </a:cubicBezTo>
                          <a:cubicBezTo>
                            <a:pt x="90526" y="32744"/>
                            <a:pt x="85192" y="30267"/>
                            <a:pt x="80334" y="28743"/>
                          </a:cubicBezTo>
                          <a:cubicBezTo>
                            <a:pt x="68904" y="24648"/>
                            <a:pt x="57283" y="18266"/>
                            <a:pt x="46616" y="12360"/>
                          </a:cubicBezTo>
                          <a:cubicBezTo>
                            <a:pt x="42043" y="9693"/>
                            <a:pt x="34995" y="4740"/>
                            <a:pt x="27089" y="1788"/>
                          </a:cubicBezTo>
                          <a:cubicBezTo>
                            <a:pt x="19374" y="-879"/>
                            <a:pt x="10801" y="-975"/>
                            <a:pt x="4325" y="4359"/>
                          </a:cubicBezTo>
                          <a:cubicBezTo>
                            <a:pt x="-1581" y="9122"/>
                            <a:pt x="-533" y="16647"/>
                            <a:pt x="2134" y="23409"/>
                          </a:cubicBezTo>
                          <a:cubicBezTo>
                            <a:pt x="4801" y="30267"/>
                            <a:pt x="9182" y="36935"/>
                            <a:pt x="11087" y="412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3" name="Forme libre : forme 14582">
                      <a:extLst>
                        <a:ext uri="{FF2B5EF4-FFF2-40B4-BE49-F238E27FC236}">
                          <a16:creationId xmlns:a16="http://schemas.microsoft.com/office/drawing/2014/main" id="{135F7B75-D132-45F8-95DF-A05F94FA93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1908" y="2848084"/>
                      <a:ext cx="25358" cy="27798"/>
                    </a:xfrm>
                    <a:custGeom>
                      <a:avLst/>
                      <a:gdLst>
                        <a:gd name="connsiteX0" fmla="*/ 310 w 25358"/>
                        <a:gd name="connsiteY0" fmla="*/ 20179 h 27798"/>
                        <a:gd name="connsiteX1" fmla="*/ 405 w 25358"/>
                        <a:gd name="connsiteY1" fmla="*/ 25132 h 27798"/>
                        <a:gd name="connsiteX2" fmla="*/ 4500 w 25358"/>
                        <a:gd name="connsiteY2" fmla="*/ 27799 h 27798"/>
                        <a:gd name="connsiteX3" fmla="*/ 9263 w 25358"/>
                        <a:gd name="connsiteY3" fmla="*/ 25608 h 27798"/>
                        <a:gd name="connsiteX4" fmla="*/ 19836 w 25358"/>
                        <a:gd name="connsiteY4" fmla="*/ 17226 h 27798"/>
                        <a:gd name="connsiteX5" fmla="*/ 23455 w 25358"/>
                        <a:gd name="connsiteY5" fmla="*/ 13226 h 27798"/>
                        <a:gd name="connsiteX6" fmla="*/ 15359 w 25358"/>
                        <a:gd name="connsiteY6" fmla="*/ 1129 h 27798"/>
                        <a:gd name="connsiteX7" fmla="*/ 310 w 25358"/>
                        <a:gd name="connsiteY7" fmla="*/ 20179 h 27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58" h="27798">
                          <a:moveTo>
                            <a:pt x="310" y="20179"/>
                          </a:moveTo>
                          <a:cubicBezTo>
                            <a:pt x="-71" y="21893"/>
                            <a:pt x="-167" y="23608"/>
                            <a:pt x="405" y="25132"/>
                          </a:cubicBezTo>
                          <a:cubicBezTo>
                            <a:pt x="1071" y="26656"/>
                            <a:pt x="2596" y="27799"/>
                            <a:pt x="4500" y="27799"/>
                          </a:cubicBezTo>
                          <a:cubicBezTo>
                            <a:pt x="6215" y="27704"/>
                            <a:pt x="7834" y="26656"/>
                            <a:pt x="9263" y="25608"/>
                          </a:cubicBezTo>
                          <a:cubicBezTo>
                            <a:pt x="12883" y="22751"/>
                            <a:pt x="16502" y="20084"/>
                            <a:pt x="19836" y="17226"/>
                          </a:cubicBezTo>
                          <a:cubicBezTo>
                            <a:pt x="21169" y="15988"/>
                            <a:pt x="22598" y="14750"/>
                            <a:pt x="23455" y="13226"/>
                          </a:cubicBezTo>
                          <a:cubicBezTo>
                            <a:pt x="27265" y="6939"/>
                            <a:pt x="25741" y="-3443"/>
                            <a:pt x="15359" y="1129"/>
                          </a:cubicBezTo>
                          <a:cubicBezTo>
                            <a:pt x="7167" y="4272"/>
                            <a:pt x="1738" y="13416"/>
                            <a:pt x="310" y="2017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4" name="Forme libre : forme 14583">
                      <a:extLst>
                        <a:ext uri="{FF2B5EF4-FFF2-40B4-BE49-F238E27FC236}">
                          <a16:creationId xmlns:a16="http://schemas.microsoft.com/office/drawing/2014/main" id="{A630CAA9-F27D-4DA8-B823-E57ABB578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91275" y="2876264"/>
                      <a:ext cx="34107" cy="46100"/>
                    </a:xfrm>
                    <a:custGeom>
                      <a:avLst/>
                      <a:gdLst>
                        <a:gd name="connsiteX0" fmla="*/ 34100 w 34107"/>
                        <a:gd name="connsiteY0" fmla="*/ 0 h 46100"/>
                        <a:gd name="connsiteX1" fmla="*/ 30099 w 34107"/>
                        <a:gd name="connsiteY1" fmla="*/ 17907 h 46100"/>
                        <a:gd name="connsiteX2" fmla="*/ 19717 w 34107"/>
                        <a:gd name="connsiteY2" fmla="*/ 32671 h 46100"/>
                        <a:gd name="connsiteX3" fmla="*/ 0 w 34107"/>
                        <a:gd name="connsiteY3" fmla="*/ 46101 h 46100"/>
                        <a:gd name="connsiteX4" fmla="*/ 13811 w 34107"/>
                        <a:gd name="connsiteY4" fmla="*/ 35147 h 46100"/>
                        <a:gd name="connsiteX5" fmla="*/ 25337 w 34107"/>
                        <a:gd name="connsiteY5" fmla="*/ 21146 h 46100"/>
                        <a:gd name="connsiteX6" fmla="*/ 34100 w 34107"/>
                        <a:gd name="connsiteY6" fmla="*/ 0 h 46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107" h="46100">
                          <a:moveTo>
                            <a:pt x="34100" y="0"/>
                          </a:moveTo>
                          <a:cubicBezTo>
                            <a:pt x="34100" y="0"/>
                            <a:pt x="34481" y="8191"/>
                            <a:pt x="30099" y="17907"/>
                          </a:cubicBezTo>
                          <a:cubicBezTo>
                            <a:pt x="27908" y="22765"/>
                            <a:pt x="24575" y="27908"/>
                            <a:pt x="19717" y="32671"/>
                          </a:cubicBezTo>
                          <a:cubicBezTo>
                            <a:pt x="14764" y="37243"/>
                            <a:pt x="8477" y="42577"/>
                            <a:pt x="0" y="46101"/>
                          </a:cubicBezTo>
                          <a:cubicBezTo>
                            <a:pt x="0" y="46101"/>
                            <a:pt x="6382" y="42863"/>
                            <a:pt x="13811" y="35147"/>
                          </a:cubicBezTo>
                          <a:cubicBezTo>
                            <a:pt x="17431" y="31147"/>
                            <a:pt x="21717" y="27051"/>
                            <a:pt x="25337" y="21146"/>
                          </a:cubicBezTo>
                          <a:cubicBezTo>
                            <a:pt x="28956" y="15430"/>
                            <a:pt x="32195" y="8382"/>
                            <a:pt x="3410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5" name="Forme libre : forme 14584">
                      <a:extLst>
                        <a:ext uri="{FF2B5EF4-FFF2-40B4-BE49-F238E27FC236}">
                          <a16:creationId xmlns:a16="http://schemas.microsoft.com/office/drawing/2014/main" id="{5B9B3F05-6F74-42BD-89B1-A232DCCC21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8049" y="2830163"/>
                      <a:ext cx="34930" cy="60007"/>
                    </a:xfrm>
                    <a:custGeom>
                      <a:avLst/>
                      <a:gdLst>
                        <a:gd name="connsiteX0" fmla="*/ 34931 w 34930"/>
                        <a:gd name="connsiteY0" fmla="*/ 0 h 60007"/>
                        <a:gd name="connsiteX1" fmla="*/ 27597 w 34930"/>
                        <a:gd name="connsiteY1" fmla="*/ 3715 h 60007"/>
                        <a:gd name="connsiteX2" fmla="*/ 12547 w 34930"/>
                        <a:gd name="connsiteY2" fmla="*/ 15145 h 60007"/>
                        <a:gd name="connsiteX3" fmla="*/ 1212 w 34930"/>
                        <a:gd name="connsiteY3" fmla="*/ 34671 h 60007"/>
                        <a:gd name="connsiteX4" fmla="*/ 3498 w 34930"/>
                        <a:gd name="connsiteY4" fmla="*/ 60007 h 60007"/>
                        <a:gd name="connsiteX5" fmla="*/ 3403 w 34930"/>
                        <a:gd name="connsiteY5" fmla="*/ 39243 h 60007"/>
                        <a:gd name="connsiteX6" fmla="*/ 11976 w 34930"/>
                        <a:gd name="connsiteY6" fmla="*/ 19145 h 60007"/>
                        <a:gd name="connsiteX7" fmla="*/ 34931 w 34930"/>
                        <a:gd name="connsiteY7" fmla="*/ 0 h 60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4930" h="60007">
                          <a:moveTo>
                            <a:pt x="34931" y="0"/>
                          </a:moveTo>
                          <a:cubicBezTo>
                            <a:pt x="34931" y="0"/>
                            <a:pt x="31883" y="1143"/>
                            <a:pt x="27597" y="3715"/>
                          </a:cubicBezTo>
                          <a:cubicBezTo>
                            <a:pt x="23311" y="6287"/>
                            <a:pt x="17691" y="10096"/>
                            <a:pt x="12547" y="15145"/>
                          </a:cubicBezTo>
                          <a:cubicBezTo>
                            <a:pt x="7499" y="20193"/>
                            <a:pt x="3308" y="27146"/>
                            <a:pt x="1212" y="34671"/>
                          </a:cubicBezTo>
                          <a:cubicBezTo>
                            <a:pt x="-788" y="42291"/>
                            <a:pt x="-502" y="50768"/>
                            <a:pt x="3498" y="60007"/>
                          </a:cubicBezTo>
                          <a:cubicBezTo>
                            <a:pt x="3498" y="60007"/>
                            <a:pt x="927" y="51340"/>
                            <a:pt x="3403" y="39243"/>
                          </a:cubicBezTo>
                          <a:cubicBezTo>
                            <a:pt x="4641" y="33242"/>
                            <a:pt x="7118" y="26098"/>
                            <a:pt x="11976" y="19145"/>
                          </a:cubicBezTo>
                          <a:cubicBezTo>
                            <a:pt x="17024" y="12573"/>
                            <a:pt x="24453" y="5620"/>
                            <a:pt x="3493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6" name="Forme libre : forme 14585">
                      <a:extLst>
                        <a:ext uri="{FF2B5EF4-FFF2-40B4-BE49-F238E27FC236}">
                          <a16:creationId xmlns:a16="http://schemas.microsoft.com/office/drawing/2014/main" id="{1225B46E-C5AD-4A20-8D0B-E78443048A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6754" y="2856282"/>
                      <a:ext cx="27012" cy="14253"/>
                    </a:xfrm>
                    <a:custGeom>
                      <a:avLst/>
                      <a:gdLst>
                        <a:gd name="connsiteX0" fmla="*/ 26901 w 27012"/>
                        <a:gd name="connsiteY0" fmla="*/ 8838 h 14253"/>
                        <a:gd name="connsiteX1" fmla="*/ 21853 w 27012"/>
                        <a:gd name="connsiteY1" fmla="*/ 12934 h 14253"/>
                        <a:gd name="connsiteX2" fmla="*/ 12233 w 27012"/>
                        <a:gd name="connsiteY2" fmla="*/ 14172 h 14253"/>
                        <a:gd name="connsiteX3" fmla="*/ 41 w 27012"/>
                        <a:gd name="connsiteY3" fmla="*/ 6076 h 14253"/>
                        <a:gd name="connsiteX4" fmla="*/ 15090 w 27012"/>
                        <a:gd name="connsiteY4" fmla="*/ 75 h 14253"/>
                        <a:gd name="connsiteX5" fmla="*/ 26901 w 27012"/>
                        <a:gd name="connsiteY5" fmla="*/ 8838 h 14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7012" h="14253">
                          <a:moveTo>
                            <a:pt x="26901" y="8838"/>
                          </a:moveTo>
                          <a:cubicBezTo>
                            <a:pt x="26425" y="10743"/>
                            <a:pt x="24520" y="12172"/>
                            <a:pt x="21853" y="12934"/>
                          </a:cubicBezTo>
                          <a:cubicBezTo>
                            <a:pt x="19186" y="13981"/>
                            <a:pt x="15852" y="14458"/>
                            <a:pt x="12233" y="14172"/>
                          </a:cubicBezTo>
                          <a:cubicBezTo>
                            <a:pt x="4994" y="13505"/>
                            <a:pt x="-531" y="9981"/>
                            <a:pt x="41" y="6076"/>
                          </a:cubicBezTo>
                          <a:cubicBezTo>
                            <a:pt x="612" y="2266"/>
                            <a:pt x="7470" y="-496"/>
                            <a:pt x="15090" y="75"/>
                          </a:cubicBezTo>
                          <a:cubicBezTo>
                            <a:pt x="22615" y="646"/>
                            <a:pt x="27854" y="5219"/>
                            <a:pt x="26901" y="883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7" name="Forme libre : forme 14586">
                      <a:extLst>
                        <a:ext uri="{FF2B5EF4-FFF2-40B4-BE49-F238E27FC236}">
                          <a16:creationId xmlns:a16="http://schemas.microsoft.com/office/drawing/2014/main" id="{4C39F867-BB27-4B2F-B8CD-689222BE32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9904" y="2860221"/>
                      <a:ext cx="7197" cy="6157"/>
                    </a:xfrm>
                    <a:custGeom>
                      <a:avLst/>
                      <a:gdLst>
                        <a:gd name="connsiteX0" fmla="*/ 7180 w 7197"/>
                        <a:gd name="connsiteY0" fmla="*/ 2708 h 6157"/>
                        <a:gd name="connsiteX1" fmla="*/ 4037 w 7197"/>
                        <a:gd name="connsiteY1" fmla="*/ 6137 h 6157"/>
                        <a:gd name="connsiteX2" fmla="*/ 36 w 7197"/>
                        <a:gd name="connsiteY2" fmla="*/ 3470 h 6157"/>
                        <a:gd name="connsiteX3" fmla="*/ 3180 w 7197"/>
                        <a:gd name="connsiteY3" fmla="*/ 41 h 6157"/>
                        <a:gd name="connsiteX4" fmla="*/ 7180 w 7197"/>
                        <a:gd name="connsiteY4" fmla="*/ 2708 h 6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97" h="6157">
                          <a:moveTo>
                            <a:pt x="7180" y="2708"/>
                          </a:moveTo>
                          <a:cubicBezTo>
                            <a:pt x="7371" y="4423"/>
                            <a:pt x="5942" y="5947"/>
                            <a:pt x="4037" y="6137"/>
                          </a:cubicBezTo>
                          <a:cubicBezTo>
                            <a:pt x="2037" y="6328"/>
                            <a:pt x="227" y="5184"/>
                            <a:pt x="36" y="3470"/>
                          </a:cubicBezTo>
                          <a:cubicBezTo>
                            <a:pt x="-249" y="1756"/>
                            <a:pt x="1179" y="231"/>
                            <a:pt x="3180" y="41"/>
                          </a:cubicBezTo>
                          <a:cubicBezTo>
                            <a:pt x="5180" y="-245"/>
                            <a:pt x="6990" y="994"/>
                            <a:pt x="7180" y="270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8" name="Forme libre : forme 14587">
                      <a:extLst>
                        <a:ext uri="{FF2B5EF4-FFF2-40B4-BE49-F238E27FC236}">
                          <a16:creationId xmlns:a16="http://schemas.microsoft.com/office/drawing/2014/main" id="{C2D06DC0-96A7-4B0E-8B20-4BE5170F9F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49112" y="2820802"/>
                      <a:ext cx="69499" cy="51533"/>
                    </a:xfrm>
                    <a:custGeom>
                      <a:avLst/>
                      <a:gdLst>
                        <a:gd name="connsiteX0" fmla="*/ 63213 w 69499"/>
                        <a:gd name="connsiteY0" fmla="*/ 16219 h 51533"/>
                        <a:gd name="connsiteX1" fmla="*/ 69500 w 69499"/>
                        <a:gd name="connsiteY1" fmla="*/ 43080 h 51533"/>
                        <a:gd name="connsiteX2" fmla="*/ 64737 w 69499"/>
                        <a:gd name="connsiteY2" fmla="*/ 51461 h 51533"/>
                        <a:gd name="connsiteX3" fmla="*/ 56832 w 69499"/>
                        <a:gd name="connsiteY3" fmla="*/ 46318 h 51533"/>
                        <a:gd name="connsiteX4" fmla="*/ 38258 w 69499"/>
                        <a:gd name="connsiteY4" fmla="*/ 23268 h 51533"/>
                        <a:gd name="connsiteX5" fmla="*/ 29209 w 69499"/>
                        <a:gd name="connsiteY5" fmla="*/ 20791 h 51533"/>
                        <a:gd name="connsiteX6" fmla="*/ 15493 w 69499"/>
                        <a:gd name="connsiteY6" fmla="*/ 18505 h 51533"/>
                        <a:gd name="connsiteX7" fmla="*/ 444 w 69499"/>
                        <a:gd name="connsiteY7" fmla="*/ 9552 h 51533"/>
                        <a:gd name="connsiteX8" fmla="*/ 21303 w 69499"/>
                        <a:gd name="connsiteY8" fmla="*/ 217 h 51533"/>
                        <a:gd name="connsiteX9" fmla="*/ 44925 w 69499"/>
                        <a:gd name="connsiteY9" fmla="*/ 1932 h 51533"/>
                        <a:gd name="connsiteX10" fmla="*/ 63213 w 69499"/>
                        <a:gd name="connsiteY10" fmla="*/ 16219 h 51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9499" h="51533">
                          <a:moveTo>
                            <a:pt x="63213" y="16219"/>
                          </a:moveTo>
                          <a:cubicBezTo>
                            <a:pt x="68262" y="24506"/>
                            <a:pt x="69500" y="33840"/>
                            <a:pt x="69500" y="43080"/>
                          </a:cubicBezTo>
                          <a:cubicBezTo>
                            <a:pt x="69500" y="46509"/>
                            <a:pt x="68547" y="50795"/>
                            <a:pt x="64737" y="51461"/>
                          </a:cubicBezTo>
                          <a:cubicBezTo>
                            <a:pt x="61308" y="52033"/>
                            <a:pt x="58546" y="49080"/>
                            <a:pt x="56832" y="46318"/>
                          </a:cubicBezTo>
                          <a:cubicBezTo>
                            <a:pt x="51498" y="38031"/>
                            <a:pt x="48069" y="28316"/>
                            <a:pt x="38258" y="23268"/>
                          </a:cubicBezTo>
                          <a:cubicBezTo>
                            <a:pt x="36734" y="22506"/>
                            <a:pt x="33400" y="21648"/>
                            <a:pt x="29209" y="20791"/>
                          </a:cubicBezTo>
                          <a:cubicBezTo>
                            <a:pt x="25018" y="19743"/>
                            <a:pt x="20065" y="19267"/>
                            <a:pt x="15493" y="18505"/>
                          </a:cubicBezTo>
                          <a:cubicBezTo>
                            <a:pt x="6254" y="16886"/>
                            <a:pt x="-2033" y="14505"/>
                            <a:pt x="444" y="9552"/>
                          </a:cubicBezTo>
                          <a:cubicBezTo>
                            <a:pt x="2920" y="4503"/>
                            <a:pt x="11874" y="1551"/>
                            <a:pt x="21303" y="217"/>
                          </a:cubicBezTo>
                          <a:cubicBezTo>
                            <a:pt x="30733" y="-450"/>
                            <a:pt x="40449" y="503"/>
                            <a:pt x="44925" y="1932"/>
                          </a:cubicBezTo>
                          <a:cubicBezTo>
                            <a:pt x="53117" y="4313"/>
                            <a:pt x="59403" y="10123"/>
                            <a:pt x="63213" y="1621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34" name="Graphique 1">
                    <a:extLst>
                      <a:ext uri="{FF2B5EF4-FFF2-40B4-BE49-F238E27FC236}">
                        <a16:creationId xmlns:a16="http://schemas.microsoft.com/office/drawing/2014/main" id="{3131EB7E-490A-4595-B914-2C3A4B683775}"/>
                      </a:ext>
                    </a:extLst>
                  </p:cNvPr>
                  <p:cNvGrpSpPr/>
                  <p:nvPr/>
                </p:nvGrpSpPr>
                <p:grpSpPr>
                  <a:xfrm>
                    <a:off x="1829851" y="2811482"/>
                    <a:ext cx="156635" cy="123778"/>
                    <a:chOff x="1829851" y="2811482"/>
                    <a:chExt cx="156635" cy="123778"/>
                  </a:xfrm>
                  <a:solidFill>
                    <a:schemeClr val="accent1"/>
                  </a:solidFill>
                </p:grpSpPr>
                <p:sp>
                  <p:nvSpPr>
                    <p:cNvPr id="14565" name="Forme libre : forme 14564">
                      <a:extLst>
                        <a:ext uri="{FF2B5EF4-FFF2-40B4-BE49-F238E27FC236}">
                          <a16:creationId xmlns:a16="http://schemas.microsoft.com/office/drawing/2014/main" id="{F367C44E-D2C8-4173-A4FE-18E1A725BC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29851" y="2811482"/>
                      <a:ext cx="156635" cy="123741"/>
                    </a:xfrm>
                    <a:custGeom>
                      <a:avLst/>
                      <a:gdLst>
                        <a:gd name="connsiteX0" fmla="*/ 85820 w 156635"/>
                        <a:gd name="connsiteY0" fmla="*/ 121931 h 123741"/>
                        <a:gd name="connsiteX1" fmla="*/ 63532 w 156635"/>
                        <a:gd name="connsiteY1" fmla="*/ 116502 h 123741"/>
                        <a:gd name="connsiteX2" fmla="*/ 40481 w 156635"/>
                        <a:gd name="connsiteY2" fmla="*/ 112882 h 123741"/>
                        <a:gd name="connsiteX3" fmla="*/ 25146 w 156635"/>
                        <a:gd name="connsiteY3" fmla="*/ 108025 h 123741"/>
                        <a:gd name="connsiteX4" fmla="*/ 12287 w 156635"/>
                        <a:gd name="connsiteY4" fmla="*/ 98690 h 123741"/>
                        <a:gd name="connsiteX5" fmla="*/ 0 w 156635"/>
                        <a:gd name="connsiteY5" fmla="*/ 69353 h 123741"/>
                        <a:gd name="connsiteX6" fmla="*/ 95 w 156635"/>
                        <a:gd name="connsiteY6" fmla="*/ 38016 h 123741"/>
                        <a:gd name="connsiteX7" fmla="*/ 15716 w 156635"/>
                        <a:gd name="connsiteY7" fmla="*/ 9441 h 123741"/>
                        <a:gd name="connsiteX8" fmla="*/ 33147 w 156635"/>
                        <a:gd name="connsiteY8" fmla="*/ 1440 h 123741"/>
                        <a:gd name="connsiteX9" fmla="*/ 54578 w 156635"/>
                        <a:gd name="connsiteY9" fmla="*/ 488 h 123741"/>
                        <a:gd name="connsiteX10" fmla="*/ 86678 w 156635"/>
                        <a:gd name="connsiteY10" fmla="*/ 5822 h 123741"/>
                        <a:gd name="connsiteX11" fmla="*/ 118682 w 156635"/>
                        <a:gd name="connsiteY11" fmla="*/ 14013 h 123741"/>
                        <a:gd name="connsiteX12" fmla="*/ 138303 w 156635"/>
                        <a:gd name="connsiteY12" fmla="*/ 24205 h 123741"/>
                        <a:gd name="connsiteX13" fmla="*/ 151352 w 156635"/>
                        <a:gd name="connsiteY13" fmla="*/ 38969 h 123741"/>
                        <a:gd name="connsiteX14" fmla="*/ 153353 w 156635"/>
                        <a:gd name="connsiteY14" fmla="*/ 71449 h 123741"/>
                        <a:gd name="connsiteX15" fmla="*/ 139637 w 156635"/>
                        <a:gd name="connsiteY15" fmla="*/ 99166 h 123741"/>
                        <a:gd name="connsiteX16" fmla="*/ 116110 w 156635"/>
                        <a:gd name="connsiteY16" fmla="*/ 120122 h 123741"/>
                        <a:gd name="connsiteX17" fmla="*/ 101155 w 156635"/>
                        <a:gd name="connsiteY17" fmla="*/ 123551 h 123741"/>
                        <a:gd name="connsiteX18" fmla="*/ 85820 w 156635"/>
                        <a:gd name="connsiteY18" fmla="*/ 121931 h 123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56635" h="123741">
                          <a:moveTo>
                            <a:pt x="85820" y="121931"/>
                          </a:moveTo>
                          <a:cubicBezTo>
                            <a:pt x="78391" y="120217"/>
                            <a:pt x="71342" y="117550"/>
                            <a:pt x="63532" y="116502"/>
                          </a:cubicBezTo>
                          <a:cubicBezTo>
                            <a:pt x="55912" y="115169"/>
                            <a:pt x="48387" y="113454"/>
                            <a:pt x="40481" y="112882"/>
                          </a:cubicBezTo>
                          <a:cubicBezTo>
                            <a:pt x="34957" y="112311"/>
                            <a:pt x="29908" y="110406"/>
                            <a:pt x="25146" y="108025"/>
                          </a:cubicBezTo>
                          <a:cubicBezTo>
                            <a:pt x="20383" y="105739"/>
                            <a:pt x="16002" y="102596"/>
                            <a:pt x="12287" y="98690"/>
                          </a:cubicBezTo>
                          <a:cubicBezTo>
                            <a:pt x="4858" y="90785"/>
                            <a:pt x="0" y="80498"/>
                            <a:pt x="0" y="69353"/>
                          </a:cubicBezTo>
                          <a:lnTo>
                            <a:pt x="95" y="38016"/>
                          </a:lnTo>
                          <a:cubicBezTo>
                            <a:pt x="95" y="26586"/>
                            <a:pt x="5905" y="16204"/>
                            <a:pt x="15716" y="9441"/>
                          </a:cubicBezTo>
                          <a:cubicBezTo>
                            <a:pt x="20669" y="5917"/>
                            <a:pt x="26575" y="3250"/>
                            <a:pt x="33147" y="1440"/>
                          </a:cubicBezTo>
                          <a:cubicBezTo>
                            <a:pt x="39719" y="-274"/>
                            <a:pt x="47054" y="-274"/>
                            <a:pt x="54578" y="488"/>
                          </a:cubicBezTo>
                          <a:cubicBezTo>
                            <a:pt x="65246" y="1440"/>
                            <a:pt x="76009" y="3821"/>
                            <a:pt x="86678" y="5822"/>
                          </a:cubicBezTo>
                          <a:cubicBezTo>
                            <a:pt x="97441" y="7631"/>
                            <a:pt x="108013" y="11251"/>
                            <a:pt x="118682" y="14013"/>
                          </a:cubicBezTo>
                          <a:cubicBezTo>
                            <a:pt x="126111" y="16204"/>
                            <a:pt x="132779" y="20109"/>
                            <a:pt x="138303" y="24205"/>
                          </a:cubicBezTo>
                          <a:cubicBezTo>
                            <a:pt x="143923" y="28301"/>
                            <a:pt x="148304" y="33539"/>
                            <a:pt x="151352" y="38969"/>
                          </a:cubicBezTo>
                          <a:cubicBezTo>
                            <a:pt x="157544" y="49827"/>
                            <a:pt x="158401" y="61257"/>
                            <a:pt x="153353" y="71449"/>
                          </a:cubicBezTo>
                          <a:lnTo>
                            <a:pt x="139637" y="99166"/>
                          </a:lnTo>
                          <a:cubicBezTo>
                            <a:pt x="134684" y="109073"/>
                            <a:pt x="125730" y="116312"/>
                            <a:pt x="116110" y="120122"/>
                          </a:cubicBezTo>
                          <a:cubicBezTo>
                            <a:pt x="111347" y="122027"/>
                            <a:pt x="106299" y="122979"/>
                            <a:pt x="101155" y="123551"/>
                          </a:cubicBezTo>
                          <a:cubicBezTo>
                            <a:pt x="95917" y="124122"/>
                            <a:pt x="90964" y="123360"/>
                            <a:pt x="85820" y="12193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66" name="Forme libre : forme 14565">
                      <a:extLst>
                        <a:ext uri="{FF2B5EF4-FFF2-40B4-BE49-F238E27FC236}">
                          <a16:creationId xmlns:a16="http://schemas.microsoft.com/office/drawing/2014/main" id="{064A0D58-9E82-484E-8935-C4F1C0CF51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29947" y="2867215"/>
                      <a:ext cx="140017" cy="68045"/>
                    </a:xfrm>
                    <a:custGeom>
                      <a:avLst/>
                      <a:gdLst>
                        <a:gd name="connsiteX0" fmla="*/ 54388 w 140017"/>
                        <a:gd name="connsiteY0" fmla="*/ 21241 h 68045"/>
                        <a:gd name="connsiteX1" fmla="*/ 23813 w 140017"/>
                        <a:gd name="connsiteY1" fmla="*/ 17336 h 68045"/>
                        <a:gd name="connsiteX2" fmla="*/ 0 w 140017"/>
                        <a:gd name="connsiteY2" fmla="*/ 0 h 68045"/>
                        <a:gd name="connsiteX3" fmla="*/ 0 w 140017"/>
                        <a:gd name="connsiteY3" fmla="*/ 13526 h 68045"/>
                        <a:gd name="connsiteX4" fmla="*/ 12287 w 140017"/>
                        <a:gd name="connsiteY4" fmla="*/ 42863 h 68045"/>
                        <a:gd name="connsiteX5" fmla="*/ 25146 w 140017"/>
                        <a:gd name="connsiteY5" fmla="*/ 52197 h 68045"/>
                        <a:gd name="connsiteX6" fmla="*/ 40481 w 140017"/>
                        <a:gd name="connsiteY6" fmla="*/ 57055 h 68045"/>
                        <a:gd name="connsiteX7" fmla="*/ 63532 w 140017"/>
                        <a:gd name="connsiteY7" fmla="*/ 60674 h 68045"/>
                        <a:gd name="connsiteX8" fmla="*/ 85820 w 140017"/>
                        <a:gd name="connsiteY8" fmla="*/ 66104 h 68045"/>
                        <a:gd name="connsiteX9" fmla="*/ 101060 w 140017"/>
                        <a:gd name="connsiteY9" fmla="*/ 67913 h 68045"/>
                        <a:gd name="connsiteX10" fmla="*/ 116014 w 140017"/>
                        <a:gd name="connsiteY10" fmla="*/ 64484 h 68045"/>
                        <a:gd name="connsiteX11" fmla="*/ 139541 w 140017"/>
                        <a:gd name="connsiteY11" fmla="*/ 43529 h 68045"/>
                        <a:gd name="connsiteX12" fmla="*/ 140017 w 140017"/>
                        <a:gd name="connsiteY12" fmla="*/ 42672 h 68045"/>
                        <a:gd name="connsiteX13" fmla="*/ 119158 w 140017"/>
                        <a:gd name="connsiteY13" fmla="*/ 34195 h 68045"/>
                        <a:gd name="connsiteX14" fmla="*/ 98298 w 140017"/>
                        <a:gd name="connsiteY14" fmla="*/ 26765 h 68045"/>
                        <a:gd name="connsiteX15" fmla="*/ 76771 w 140017"/>
                        <a:gd name="connsiteY15" fmla="*/ 21908 h 68045"/>
                        <a:gd name="connsiteX16" fmla="*/ 54388 w 140017"/>
                        <a:gd name="connsiteY16" fmla="*/ 21241 h 68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0017" h="68045">
                          <a:moveTo>
                            <a:pt x="54388" y="21241"/>
                          </a:moveTo>
                          <a:cubicBezTo>
                            <a:pt x="43529" y="22765"/>
                            <a:pt x="33242" y="20479"/>
                            <a:pt x="23813" y="17336"/>
                          </a:cubicBezTo>
                          <a:cubicBezTo>
                            <a:pt x="14383" y="14097"/>
                            <a:pt x="6096" y="7715"/>
                            <a:pt x="0" y="0"/>
                          </a:cubicBezTo>
                          <a:lnTo>
                            <a:pt x="0" y="13526"/>
                          </a:lnTo>
                          <a:cubicBezTo>
                            <a:pt x="0" y="24765"/>
                            <a:pt x="4858" y="34957"/>
                            <a:pt x="12287" y="42863"/>
                          </a:cubicBezTo>
                          <a:cubicBezTo>
                            <a:pt x="16002" y="46768"/>
                            <a:pt x="20288" y="49911"/>
                            <a:pt x="25146" y="52197"/>
                          </a:cubicBezTo>
                          <a:cubicBezTo>
                            <a:pt x="29908" y="54483"/>
                            <a:pt x="34957" y="56483"/>
                            <a:pt x="40481" y="57055"/>
                          </a:cubicBezTo>
                          <a:cubicBezTo>
                            <a:pt x="48482" y="57626"/>
                            <a:pt x="55912" y="59341"/>
                            <a:pt x="63532" y="60674"/>
                          </a:cubicBezTo>
                          <a:cubicBezTo>
                            <a:pt x="71247" y="61722"/>
                            <a:pt x="78295" y="64389"/>
                            <a:pt x="85820" y="66104"/>
                          </a:cubicBezTo>
                          <a:cubicBezTo>
                            <a:pt x="90964" y="67532"/>
                            <a:pt x="95917" y="68390"/>
                            <a:pt x="101060" y="67913"/>
                          </a:cubicBezTo>
                          <a:cubicBezTo>
                            <a:pt x="106299" y="67342"/>
                            <a:pt x="111252" y="66389"/>
                            <a:pt x="116014" y="64484"/>
                          </a:cubicBezTo>
                          <a:cubicBezTo>
                            <a:pt x="125635" y="60674"/>
                            <a:pt x="134588" y="53435"/>
                            <a:pt x="139541" y="43529"/>
                          </a:cubicBezTo>
                          <a:lnTo>
                            <a:pt x="140017" y="42672"/>
                          </a:lnTo>
                          <a:cubicBezTo>
                            <a:pt x="132874" y="40005"/>
                            <a:pt x="126016" y="37148"/>
                            <a:pt x="119158" y="34195"/>
                          </a:cubicBezTo>
                          <a:cubicBezTo>
                            <a:pt x="112109" y="31813"/>
                            <a:pt x="105346" y="28956"/>
                            <a:pt x="98298" y="26765"/>
                          </a:cubicBezTo>
                          <a:cubicBezTo>
                            <a:pt x="91154" y="24956"/>
                            <a:pt x="84010" y="22955"/>
                            <a:pt x="76771" y="21908"/>
                          </a:cubicBezTo>
                          <a:cubicBezTo>
                            <a:pt x="69342" y="21146"/>
                            <a:pt x="61913" y="20765"/>
                            <a:pt x="54388" y="21241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67" name="Forme libre : forme 14566">
                      <a:extLst>
                        <a:ext uri="{FF2B5EF4-FFF2-40B4-BE49-F238E27FC236}">
                          <a16:creationId xmlns:a16="http://schemas.microsoft.com/office/drawing/2014/main" id="{3E5C221D-FDEE-4ECF-8B72-FA2957B6FF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0479" y="2855261"/>
                      <a:ext cx="67086" cy="44370"/>
                    </a:xfrm>
                    <a:custGeom>
                      <a:avLst/>
                      <a:gdLst>
                        <a:gd name="connsiteX0" fmla="*/ 66244 w 67086"/>
                        <a:gd name="connsiteY0" fmla="*/ 31956 h 44370"/>
                        <a:gd name="connsiteX1" fmla="*/ 52147 w 67086"/>
                        <a:gd name="connsiteY1" fmla="*/ 42910 h 44370"/>
                        <a:gd name="connsiteX2" fmla="*/ 28620 w 67086"/>
                        <a:gd name="connsiteY2" fmla="*/ 42815 h 44370"/>
                        <a:gd name="connsiteX3" fmla="*/ 16809 w 67086"/>
                        <a:gd name="connsiteY3" fmla="*/ 38624 h 44370"/>
                        <a:gd name="connsiteX4" fmla="*/ 7570 w 67086"/>
                        <a:gd name="connsiteY4" fmla="*/ 32242 h 44370"/>
                        <a:gd name="connsiteX5" fmla="*/ 140 w 67086"/>
                        <a:gd name="connsiteY5" fmla="*/ 15954 h 44370"/>
                        <a:gd name="connsiteX6" fmla="*/ 12523 w 67086"/>
                        <a:gd name="connsiteY6" fmla="*/ 2429 h 44370"/>
                        <a:gd name="connsiteX7" fmla="*/ 24524 w 67086"/>
                        <a:gd name="connsiteY7" fmla="*/ 48 h 44370"/>
                        <a:gd name="connsiteX8" fmla="*/ 38717 w 67086"/>
                        <a:gd name="connsiteY8" fmla="*/ 1286 h 44370"/>
                        <a:gd name="connsiteX9" fmla="*/ 61577 w 67086"/>
                        <a:gd name="connsiteY9" fmla="*/ 14335 h 44370"/>
                        <a:gd name="connsiteX10" fmla="*/ 66244 w 67086"/>
                        <a:gd name="connsiteY10" fmla="*/ 31956 h 44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086" h="44370">
                          <a:moveTo>
                            <a:pt x="66244" y="31956"/>
                          </a:moveTo>
                          <a:cubicBezTo>
                            <a:pt x="64244" y="37481"/>
                            <a:pt x="58814" y="41196"/>
                            <a:pt x="52147" y="42910"/>
                          </a:cubicBezTo>
                          <a:cubicBezTo>
                            <a:pt x="45479" y="44529"/>
                            <a:pt x="37002" y="45196"/>
                            <a:pt x="28620" y="42815"/>
                          </a:cubicBezTo>
                          <a:cubicBezTo>
                            <a:pt x="24429" y="41577"/>
                            <a:pt x="20333" y="40529"/>
                            <a:pt x="16809" y="38624"/>
                          </a:cubicBezTo>
                          <a:cubicBezTo>
                            <a:pt x="13285" y="36814"/>
                            <a:pt x="10142" y="34623"/>
                            <a:pt x="7570" y="32242"/>
                          </a:cubicBezTo>
                          <a:cubicBezTo>
                            <a:pt x="2426" y="27289"/>
                            <a:pt x="-717" y="21860"/>
                            <a:pt x="140" y="15954"/>
                          </a:cubicBezTo>
                          <a:cubicBezTo>
                            <a:pt x="902" y="10239"/>
                            <a:pt x="5474" y="5001"/>
                            <a:pt x="12523" y="2429"/>
                          </a:cubicBezTo>
                          <a:cubicBezTo>
                            <a:pt x="16047" y="1095"/>
                            <a:pt x="20143" y="333"/>
                            <a:pt x="24524" y="48"/>
                          </a:cubicBezTo>
                          <a:cubicBezTo>
                            <a:pt x="29001" y="-48"/>
                            <a:pt x="33859" y="-143"/>
                            <a:pt x="38717" y="1286"/>
                          </a:cubicBezTo>
                          <a:cubicBezTo>
                            <a:pt x="48432" y="4048"/>
                            <a:pt x="56719" y="8335"/>
                            <a:pt x="61577" y="14335"/>
                          </a:cubicBezTo>
                          <a:cubicBezTo>
                            <a:pt x="66434" y="20145"/>
                            <a:pt x="68339" y="26432"/>
                            <a:pt x="66244" y="3195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68" name="Forme libre : forme 14567">
                      <a:extLst>
                        <a:ext uri="{FF2B5EF4-FFF2-40B4-BE49-F238E27FC236}">
                          <a16:creationId xmlns:a16="http://schemas.microsoft.com/office/drawing/2014/main" id="{15D1D056-CE4A-4722-A7BF-310D700D3B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0504" y="2856071"/>
                      <a:ext cx="42978" cy="43609"/>
                    </a:xfrm>
                    <a:custGeom>
                      <a:avLst/>
                      <a:gdLst>
                        <a:gd name="connsiteX0" fmla="*/ 18023 w 42978"/>
                        <a:gd name="connsiteY0" fmla="*/ 0 h 43609"/>
                        <a:gd name="connsiteX1" fmla="*/ 5641 w 42978"/>
                        <a:gd name="connsiteY1" fmla="*/ 5524 h 43609"/>
                        <a:gd name="connsiteX2" fmla="*/ 116 w 42978"/>
                        <a:gd name="connsiteY2" fmla="*/ 15145 h 43609"/>
                        <a:gd name="connsiteX3" fmla="*/ 7546 w 42978"/>
                        <a:gd name="connsiteY3" fmla="*/ 31432 h 43609"/>
                        <a:gd name="connsiteX4" fmla="*/ 16785 w 42978"/>
                        <a:gd name="connsiteY4" fmla="*/ 37814 h 43609"/>
                        <a:gd name="connsiteX5" fmla="*/ 28596 w 42978"/>
                        <a:gd name="connsiteY5" fmla="*/ 42005 h 43609"/>
                        <a:gd name="connsiteX6" fmla="*/ 42979 w 42978"/>
                        <a:gd name="connsiteY6" fmla="*/ 43529 h 43609"/>
                        <a:gd name="connsiteX7" fmla="*/ 35740 w 42978"/>
                        <a:gd name="connsiteY7" fmla="*/ 40005 h 43609"/>
                        <a:gd name="connsiteX8" fmla="*/ 27453 w 42978"/>
                        <a:gd name="connsiteY8" fmla="*/ 31337 h 43609"/>
                        <a:gd name="connsiteX9" fmla="*/ 21071 w 42978"/>
                        <a:gd name="connsiteY9" fmla="*/ 21526 h 43609"/>
                        <a:gd name="connsiteX10" fmla="*/ 18023 w 42978"/>
                        <a:gd name="connsiteY10" fmla="*/ 0 h 43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2978" h="43609">
                          <a:moveTo>
                            <a:pt x="18023" y="0"/>
                          </a:moveTo>
                          <a:cubicBezTo>
                            <a:pt x="12975" y="1048"/>
                            <a:pt x="8784" y="2667"/>
                            <a:pt x="5641" y="5524"/>
                          </a:cubicBezTo>
                          <a:cubicBezTo>
                            <a:pt x="2497" y="8191"/>
                            <a:pt x="592" y="11525"/>
                            <a:pt x="116" y="15145"/>
                          </a:cubicBezTo>
                          <a:cubicBezTo>
                            <a:pt x="-646" y="21146"/>
                            <a:pt x="2402" y="26479"/>
                            <a:pt x="7546" y="31432"/>
                          </a:cubicBezTo>
                          <a:cubicBezTo>
                            <a:pt x="10117" y="33909"/>
                            <a:pt x="13261" y="36100"/>
                            <a:pt x="16785" y="37814"/>
                          </a:cubicBezTo>
                          <a:cubicBezTo>
                            <a:pt x="20309" y="39719"/>
                            <a:pt x="24405" y="40672"/>
                            <a:pt x="28596" y="42005"/>
                          </a:cubicBezTo>
                          <a:cubicBezTo>
                            <a:pt x="33549" y="43339"/>
                            <a:pt x="38407" y="43815"/>
                            <a:pt x="42979" y="43529"/>
                          </a:cubicBezTo>
                          <a:cubicBezTo>
                            <a:pt x="40407" y="42767"/>
                            <a:pt x="37930" y="41624"/>
                            <a:pt x="35740" y="40005"/>
                          </a:cubicBezTo>
                          <a:cubicBezTo>
                            <a:pt x="32692" y="37529"/>
                            <a:pt x="29929" y="34480"/>
                            <a:pt x="27453" y="31337"/>
                          </a:cubicBezTo>
                          <a:cubicBezTo>
                            <a:pt x="24976" y="28289"/>
                            <a:pt x="22786" y="25051"/>
                            <a:pt x="21071" y="21526"/>
                          </a:cubicBezTo>
                          <a:cubicBezTo>
                            <a:pt x="17737" y="14573"/>
                            <a:pt x="16213" y="6953"/>
                            <a:pt x="18023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69" name="Forme libre : forme 14568">
                      <a:extLst>
                        <a:ext uri="{FF2B5EF4-FFF2-40B4-BE49-F238E27FC236}">
                          <a16:creationId xmlns:a16="http://schemas.microsoft.com/office/drawing/2014/main" id="{328B20F6-A689-42E5-AC18-E41F87DD1F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3168" y="2860453"/>
                      <a:ext cx="66053" cy="44492"/>
                    </a:xfrm>
                    <a:custGeom>
                      <a:avLst/>
                      <a:gdLst>
                        <a:gd name="connsiteX0" fmla="*/ 65175 w 66053"/>
                        <a:gd name="connsiteY0" fmla="*/ 32289 h 44492"/>
                        <a:gd name="connsiteX1" fmla="*/ 51078 w 66053"/>
                        <a:gd name="connsiteY1" fmla="*/ 43243 h 44492"/>
                        <a:gd name="connsiteX2" fmla="*/ 40124 w 66053"/>
                        <a:gd name="connsiteY2" fmla="*/ 44481 h 44492"/>
                        <a:gd name="connsiteX3" fmla="*/ 27932 w 66053"/>
                        <a:gd name="connsiteY3" fmla="*/ 42957 h 44492"/>
                        <a:gd name="connsiteX4" fmla="*/ 7263 w 66053"/>
                        <a:gd name="connsiteY4" fmla="*/ 32289 h 44492"/>
                        <a:gd name="connsiteX5" fmla="*/ 119 w 66053"/>
                        <a:gd name="connsiteY5" fmla="*/ 15715 h 44492"/>
                        <a:gd name="connsiteX6" fmla="*/ 12406 w 66053"/>
                        <a:gd name="connsiteY6" fmla="*/ 2476 h 44492"/>
                        <a:gd name="connsiteX7" fmla="*/ 38314 w 66053"/>
                        <a:gd name="connsiteY7" fmla="*/ 1619 h 44492"/>
                        <a:gd name="connsiteX8" fmla="*/ 51364 w 66053"/>
                        <a:gd name="connsiteY8" fmla="*/ 6857 h 44492"/>
                        <a:gd name="connsiteX9" fmla="*/ 60698 w 66053"/>
                        <a:gd name="connsiteY9" fmla="*/ 14763 h 44492"/>
                        <a:gd name="connsiteX10" fmla="*/ 65175 w 66053"/>
                        <a:gd name="connsiteY10" fmla="*/ 32289 h 44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6053" h="44492">
                          <a:moveTo>
                            <a:pt x="65175" y="32289"/>
                          </a:moveTo>
                          <a:cubicBezTo>
                            <a:pt x="63079" y="37813"/>
                            <a:pt x="57745" y="41528"/>
                            <a:pt x="51078" y="43243"/>
                          </a:cubicBezTo>
                          <a:cubicBezTo>
                            <a:pt x="47744" y="44195"/>
                            <a:pt x="44125" y="44290"/>
                            <a:pt x="40124" y="44481"/>
                          </a:cubicBezTo>
                          <a:cubicBezTo>
                            <a:pt x="36219" y="44576"/>
                            <a:pt x="32028" y="44100"/>
                            <a:pt x="27932" y="42957"/>
                          </a:cubicBezTo>
                          <a:cubicBezTo>
                            <a:pt x="19741" y="40480"/>
                            <a:pt x="12311" y="37337"/>
                            <a:pt x="7263" y="32289"/>
                          </a:cubicBezTo>
                          <a:cubicBezTo>
                            <a:pt x="2310" y="27241"/>
                            <a:pt x="-643" y="21526"/>
                            <a:pt x="119" y="15715"/>
                          </a:cubicBezTo>
                          <a:cubicBezTo>
                            <a:pt x="976" y="9810"/>
                            <a:pt x="5548" y="4952"/>
                            <a:pt x="12406" y="2476"/>
                          </a:cubicBezTo>
                          <a:cubicBezTo>
                            <a:pt x="19264" y="95"/>
                            <a:pt x="28789" y="-1239"/>
                            <a:pt x="38314" y="1619"/>
                          </a:cubicBezTo>
                          <a:cubicBezTo>
                            <a:pt x="43077" y="2952"/>
                            <a:pt x="47554" y="4762"/>
                            <a:pt x="51364" y="6857"/>
                          </a:cubicBezTo>
                          <a:cubicBezTo>
                            <a:pt x="55269" y="8857"/>
                            <a:pt x="58317" y="11905"/>
                            <a:pt x="60698" y="14763"/>
                          </a:cubicBezTo>
                          <a:cubicBezTo>
                            <a:pt x="65556" y="20573"/>
                            <a:pt x="67270" y="26764"/>
                            <a:pt x="65175" y="3228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70" name="Forme libre : forme 14569">
                      <a:extLst>
                        <a:ext uri="{FF2B5EF4-FFF2-40B4-BE49-F238E27FC236}">
                          <a16:creationId xmlns:a16="http://schemas.microsoft.com/office/drawing/2014/main" id="{14E53FE7-6CB0-49E0-97D9-53F24470B1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51010" y="2835451"/>
                      <a:ext cx="76796" cy="84908"/>
                    </a:xfrm>
                    <a:custGeom>
                      <a:avLst/>
                      <a:gdLst>
                        <a:gd name="connsiteX0" fmla="*/ 559 w 76796"/>
                        <a:gd name="connsiteY0" fmla="*/ 35860 h 84908"/>
                        <a:gd name="connsiteX1" fmla="*/ 1606 w 76796"/>
                        <a:gd name="connsiteY1" fmla="*/ 55862 h 84908"/>
                        <a:gd name="connsiteX2" fmla="*/ 30467 w 76796"/>
                        <a:gd name="connsiteY2" fmla="*/ 80246 h 84908"/>
                        <a:gd name="connsiteX3" fmla="*/ 61423 w 76796"/>
                        <a:gd name="connsiteY3" fmla="*/ 84056 h 84908"/>
                        <a:gd name="connsiteX4" fmla="*/ 76759 w 76796"/>
                        <a:gd name="connsiteY4" fmla="*/ 68340 h 84908"/>
                        <a:gd name="connsiteX5" fmla="*/ 68758 w 76796"/>
                        <a:gd name="connsiteY5" fmla="*/ 55767 h 84908"/>
                        <a:gd name="connsiteX6" fmla="*/ 45517 w 76796"/>
                        <a:gd name="connsiteY6" fmla="*/ 26525 h 84908"/>
                        <a:gd name="connsiteX7" fmla="*/ 12370 w 76796"/>
                        <a:gd name="connsiteY7" fmla="*/ 332 h 84908"/>
                        <a:gd name="connsiteX8" fmla="*/ 559 w 76796"/>
                        <a:gd name="connsiteY8" fmla="*/ 35860 h 84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6796" h="84908">
                          <a:moveTo>
                            <a:pt x="559" y="35860"/>
                          </a:moveTo>
                          <a:cubicBezTo>
                            <a:pt x="-108" y="42527"/>
                            <a:pt x="-584" y="49481"/>
                            <a:pt x="1606" y="55862"/>
                          </a:cubicBezTo>
                          <a:cubicBezTo>
                            <a:pt x="5988" y="67673"/>
                            <a:pt x="18371" y="76151"/>
                            <a:pt x="30467" y="80246"/>
                          </a:cubicBezTo>
                          <a:cubicBezTo>
                            <a:pt x="40278" y="84437"/>
                            <a:pt x="51232" y="86057"/>
                            <a:pt x="61423" y="84056"/>
                          </a:cubicBezTo>
                          <a:cubicBezTo>
                            <a:pt x="69139" y="82151"/>
                            <a:pt x="77426" y="76246"/>
                            <a:pt x="76759" y="68340"/>
                          </a:cubicBezTo>
                          <a:cubicBezTo>
                            <a:pt x="76282" y="63387"/>
                            <a:pt x="72377" y="59577"/>
                            <a:pt x="68758" y="55767"/>
                          </a:cubicBezTo>
                          <a:cubicBezTo>
                            <a:pt x="60280" y="46528"/>
                            <a:pt x="52280" y="37098"/>
                            <a:pt x="45517" y="26525"/>
                          </a:cubicBezTo>
                          <a:cubicBezTo>
                            <a:pt x="40088" y="17191"/>
                            <a:pt x="28657" y="-2812"/>
                            <a:pt x="12370" y="332"/>
                          </a:cubicBezTo>
                          <a:cubicBezTo>
                            <a:pt x="-2013" y="4237"/>
                            <a:pt x="1511" y="26621"/>
                            <a:pt x="559" y="3586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71" name="Forme libre : forme 14570">
                      <a:extLst>
                        <a:ext uri="{FF2B5EF4-FFF2-40B4-BE49-F238E27FC236}">
                          <a16:creationId xmlns:a16="http://schemas.microsoft.com/office/drawing/2014/main" id="{6257B164-623A-433F-B553-CC6EE07C6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67354" y="2838543"/>
                      <a:ext cx="31042" cy="19261"/>
                    </a:xfrm>
                    <a:custGeom>
                      <a:avLst/>
                      <a:gdLst>
                        <a:gd name="connsiteX0" fmla="*/ 2217 w 31042"/>
                        <a:gd name="connsiteY0" fmla="*/ 10003 h 19261"/>
                        <a:gd name="connsiteX1" fmla="*/ 26 w 31042"/>
                        <a:gd name="connsiteY1" fmla="*/ 14384 h 19261"/>
                        <a:gd name="connsiteX2" fmla="*/ 2312 w 31042"/>
                        <a:gd name="connsiteY2" fmla="*/ 18670 h 19261"/>
                        <a:gd name="connsiteX3" fmla="*/ 7456 w 31042"/>
                        <a:gd name="connsiteY3" fmla="*/ 19051 h 19261"/>
                        <a:gd name="connsiteX4" fmla="*/ 20505 w 31042"/>
                        <a:gd name="connsiteY4" fmla="*/ 16194 h 19261"/>
                        <a:gd name="connsiteX5" fmla="*/ 25458 w 31042"/>
                        <a:gd name="connsiteY5" fmla="*/ 14289 h 19261"/>
                        <a:gd name="connsiteX6" fmla="*/ 23744 w 31042"/>
                        <a:gd name="connsiteY6" fmla="*/ 1 h 19261"/>
                        <a:gd name="connsiteX7" fmla="*/ 2217 w 31042"/>
                        <a:gd name="connsiteY7" fmla="*/ 10003 h 19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042" h="19261">
                          <a:moveTo>
                            <a:pt x="2217" y="10003"/>
                          </a:moveTo>
                          <a:cubicBezTo>
                            <a:pt x="1169" y="11336"/>
                            <a:pt x="217" y="12765"/>
                            <a:pt x="26" y="14384"/>
                          </a:cubicBezTo>
                          <a:cubicBezTo>
                            <a:pt x="-164" y="16003"/>
                            <a:pt x="693" y="17813"/>
                            <a:pt x="2312" y="18670"/>
                          </a:cubicBezTo>
                          <a:cubicBezTo>
                            <a:pt x="3836" y="19432"/>
                            <a:pt x="5741" y="19337"/>
                            <a:pt x="7456" y="19051"/>
                          </a:cubicBezTo>
                          <a:cubicBezTo>
                            <a:pt x="11932" y="18480"/>
                            <a:pt x="16314" y="17527"/>
                            <a:pt x="20505" y="16194"/>
                          </a:cubicBezTo>
                          <a:cubicBezTo>
                            <a:pt x="22315" y="15622"/>
                            <a:pt x="24029" y="15146"/>
                            <a:pt x="25458" y="14289"/>
                          </a:cubicBezTo>
                          <a:cubicBezTo>
                            <a:pt x="31554" y="10574"/>
                            <a:pt x="34792" y="573"/>
                            <a:pt x="23744" y="1"/>
                          </a:cubicBezTo>
                          <a:cubicBezTo>
                            <a:pt x="15266" y="-94"/>
                            <a:pt x="6503" y="4669"/>
                            <a:pt x="2217" y="1000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72" name="Forme libre : forme 14571">
                      <a:extLst>
                        <a:ext uri="{FF2B5EF4-FFF2-40B4-BE49-F238E27FC236}">
                          <a16:creationId xmlns:a16="http://schemas.microsoft.com/office/drawing/2014/main" id="{DEDF48F1-BBFA-4349-B245-08686E6A53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7196" y="2904839"/>
                      <a:ext cx="50196" cy="26609"/>
                    </a:xfrm>
                    <a:custGeom>
                      <a:avLst/>
                      <a:gdLst>
                        <a:gd name="connsiteX0" fmla="*/ 50197 w 50196"/>
                        <a:gd name="connsiteY0" fmla="*/ 0 h 26609"/>
                        <a:gd name="connsiteX1" fmla="*/ 38957 w 50196"/>
                        <a:gd name="connsiteY1" fmla="*/ 14192 h 26609"/>
                        <a:gd name="connsiteX2" fmla="*/ 23432 w 50196"/>
                        <a:gd name="connsiteY2" fmla="*/ 22955 h 26609"/>
                        <a:gd name="connsiteX3" fmla="*/ 0 w 50196"/>
                        <a:gd name="connsiteY3" fmla="*/ 26575 h 26609"/>
                        <a:gd name="connsiteX4" fmla="*/ 4858 w 50196"/>
                        <a:gd name="connsiteY4" fmla="*/ 26003 h 26609"/>
                        <a:gd name="connsiteX5" fmla="*/ 17050 w 50196"/>
                        <a:gd name="connsiteY5" fmla="*/ 22860 h 26609"/>
                        <a:gd name="connsiteX6" fmla="*/ 50197 w 50196"/>
                        <a:gd name="connsiteY6" fmla="*/ 0 h 26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0196" h="26609">
                          <a:moveTo>
                            <a:pt x="50197" y="0"/>
                          </a:moveTo>
                          <a:cubicBezTo>
                            <a:pt x="50197" y="0"/>
                            <a:pt x="47054" y="7429"/>
                            <a:pt x="38957" y="14192"/>
                          </a:cubicBezTo>
                          <a:cubicBezTo>
                            <a:pt x="34957" y="17526"/>
                            <a:pt x="29813" y="20764"/>
                            <a:pt x="23432" y="22955"/>
                          </a:cubicBezTo>
                          <a:cubicBezTo>
                            <a:pt x="16954" y="25337"/>
                            <a:pt x="9239" y="26861"/>
                            <a:pt x="0" y="26575"/>
                          </a:cubicBezTo>
                          <a:cubicBezTo>
                            <a:pt x="0" y="26575"/>
                            <a:pt x="1715" y="26384"/>
                            <a:pt x="4858" y="26003"/>
                          </a:cubicBezTo>
                          <a:cubicBezTo>
                            <a:pt x="7906" y="25527"/>
                            <a:pt x="12097" y="24574"/>
                            <a:pt x="17050" y="22860"/>
                          </a:cubicBezTo>
                          <a:cubicBezTo>
                            <a:pt x="26956" y="18955"/>
                            <a:pt x="39433" y="13430"/>
                            <a:pt x="5019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73" name="Forme libre : forme 14572">
                      <a:extLst>
                        <a:ext uri="{FF2B5EF4-FFF2-40B4-BE49-F238E27FC236}">
                          <a16:creationId xmlns:a16="http://schemas.microsoft.com/office/drawing/2014/main" id="{5B1F44AC-9CDA-439A-9EAF-C17D8982A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32804" y="2815524"/>
                      <a:ext cx="54483" cy="37403"/>
                    </a:xfrm>
                    <a:custGeom>
                      <a:avLst/>
                      <a:gdLst>
                        <a:gd name="connsiteX0" fmla="*/ 54483 w 54483"/>
                        <a:gd name="connsiteY0" fmla="*/ 161 h 37403"/>
                        <a:gd name="connsiteX1" fmla="*/ 46673 w 54483"/>
                        <a:gd name="connsiteY1" fmla="*/ 66 h 37403"/>
                        <a:gd name="connsiteX2" fmla="*/ 28956 w 54483"/>
                        <a:gd name="connsiteY2" fmla="*/ 3114 h 37403"/>
                        <a:gd name="connsiteX3" fmla="*/ 0 w 54483"/>
                        <a:gd name="connsiteY3" fmla="*/ 37403 h 37403"/>
                        <a:gd name="connsiteX4" fmla="*/ 10096 w 54483"/>
                        <a:gd name="connsiteY4" fmla="*/ 19592 h 37403"/>
                        <a:gd name="connsiteX5" fmla="*/ 26670 w 54483"/>
                        <a:gd name="connsiteY5" fmla="*/ 6543 h 37403"/>
                        <a:gd name="connsiteX6" fmla="*/ 54483 w 54483"/>
                        <a:gd name="connsiteY6" fmla="*/ 161 h 37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483" h="37403">
                          <a:moveTo>
                            <a:pt x="54483" y="161"/>
                          </a:moveTo>
                          <a:cubicBezTo>
                            <a:pt x="54483" y="161"/>
                            <a:pt x="51435" y="-125"/>
                            <a:pt x="46673" y="66"/>
                          </a:cubicBezTo>
                          <a:cubicBezTo>
                            <a:pt x="41910" y="351"/>
                            <a:pt x="35528" y="732"/>
                            <a:pt x="28956" y="3114"/>
                          </a:cubicBezTo>
                          <a:cubicBezTo>
                            <a:pt x="15907" y="7781"/>
                            <a:pt x="2572" y="17401"/>
                            <a:pt x="0" y="37403"/>
                          </a:cubicBezTo>
                          <a:cubicBezTo>
                            <a:pt x="0" y="37403"/>
                            <a:pt x="2286" y="28736"/>
                            <a:pt x="10096" y="19592"/>
                          </a:cubicBezTo>
                          <a:cubicBezTo>
                            <a:pt x="14002" y="15020"/>
                            <a:pt x="19431" y="10352"/>
                            <a:pt x="26670" y="6543"/>
                          </a:cubicBezTo>
                          <a:cubicBezTo>
                            <a:pt x="33909" y="2352"/>
                            <a:pt x="43148" y="542"/>
                            <a:pt x="54483" y="1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74" name="Forme libre : forme 14573">
                      <a:extLst>
                        <a:ext uri="{FF2B5EF4-FFF2-40B4-BE49-F238E27FC236}">
                          <a16:creationId xmlns:a16="http://schemas.microsoft.com/office/drawing/2014/main" id="{C58193AC-F1DE-4F8F-9FF6-66CE68166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0828" y="2860967"/>
                      <a:ext cx="24561" cy="17917"/>
                    </a:xfrm>
                    <a:custGeom>
                      <a:avLst/>
                      <a:gdLst>
                        <a:gd name="connsiteX0" fmla="*/ 23704 w 24561"/>
                        <a:gd name="connsiteY0" fmla="*/ 15963 h 17917"/>
                        <a:gd name="connsiteX1" fmla="*/ 8178 w 24561"/>
                        <a:gd name="connsiteY1" fmla="*/ 14630 h 17917"/>
                        <a:gd name="connsiteX2" fmla="*/ 653 w 24561"/>
                        <a:gd name="connsiteY2" fmla="*/ 2152 h 17917"/>
                        <a:gd name="connsiteX3" fmla="*/ 16655 w 24561"/>
                        <a:gd name="connsiteY3" fmla="*/ 3390 h 17917"/>
                        <a:gd name="connsiteX4" fmla="*/ 23704 w 24561"/>
                        <a:gd name="connsiteY4" fmla="*/ 15963 h 17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561" h="17917">
                          <a:moveTo>
                            <a:pt x="23704" y="15963"/>
                          </a:moveTo>
                          <a:cubicBezTo>
                            <a:pt x="21227" y="19011"/>
                            <a:pt x="14369" y="18439"/>
                            <a:pt x="8178" y="14630"/>
                          </a:cubicBezTo>
                          <a:cubicBezTo>
                            <a:pt x="1987" y="10629"/>
                            <a:pt x="-1538" y="5390"/>
                            <a:pt x="653" y="2152"/>
                          </a:cubicBezTo>
                          <a:cubicBezTo>
                            <a:pt x="2939" y="-1277"/>
                            <a:pt x="10178" y="-420"/>
                            <a:pt x="16655" y="3390"/>
                          </a:cubicBezTo>
                          <a:cubicBezTo>
                            <a:pt x="23132" y="7391"/>
                            <a:pt x="26180" y="12915"/>
                            <a:pt x="23704" y="1596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75" name="Forme libre : forme 14574">
                      <a:extLst>
                        <a:ext uri="{FF2B5EF4-FFF2-40B4-BE49-F238E27FC236}">
                          <a16:creationId xmlns:a16="http://schemas.microsoft.com/office/drawing/2014/main" id="{9D8553D9-52E8-408D-8E82-481D238BE3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1661" y="2872132"/>
                      <a:ext cx="7113" cy="6238"/>
                    </a:xfrm>
                    <a:custGeom>
                      <a:avLst/>
                      <a:gdLst>
                        <a:gd name="connsiteX0" fmla="*/ 6966 w 7113"/>
                        <a:gd name="connsiteY0" fmla="*/ 4322 h 6238"/>
                        <a:gd name="connsiteX1" fmla="*/ 2680 w 7113"/>
                        <a:gd name="connsiteY1" fmla="*/ 6037 h 6238"/>
                        <a:gd name="connsiteX2" fmla="*/ 108 w 7113"/>
                        <a:gd name="connsiteY2" fmla="*/ 2131 h 6238"/>
                        <a:gd name="connsiteX3" fmla="*/ 4489 w 7113"/>
                        <a:gd name="connsiteY3" fmla="*/ 131 h 6238"/>
                        <a:gd name="connsiteX4" fmla="*/ 6966 w 7113"/>
                        <a:gd name="connsiteY4" fmla="*/ 4322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13" h="6238">
                          <a:moveTo>
                            <a:pt x="6966" y="4322"/>
                          </a:moveTo>
                          <a:cubicBezTo>
                            <a:pt x="6394" y="5941"/>
                            <a:pt x="4489" y="6608"/>
                            <a:pt x="2680" y="6037"/>
                          </a:cubicBezTo>
                          <a:cubicBezTo>
                            <a:pt x="775" y="5560"/>
                            <a:pt x="-368" y="3751"/>
                            <a:pt x="108" y="2131"/>
                          </a:cubicBezTo>
                          <a:cubicBezTo>
                            <a:pt x="584" y="512"/>
                            <a:pt x="2585" y="-345"/>
                            <a:pt x="4489" y="131"/>
                          </a:cubicBezTo>
                          <a:cubicBezTo>
                            <a:pt x="6394" y="798"/>
                            <a:pt x="7537" y="2703"/>
                            <a:pt x="6966" y="43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76" name="Forme libre : forme 14575">
                      <a:extLst>
                        <a:ext uri="{FF2B5EF4-FFF2-40B4-BE49-F238E27FC236}">
                          <a16:creationId xmlns:a16="http://schemas.microsoft.com/office/drawing/2014/main" id="{0A2FB73C-ED19-4E60-94C4-F201005CA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7478" y="2829144"/>
                      <a:ext cx="55211" cy="67314"/>
                    </a:xfrm>
                    <a:custGeom>
                      <a:avLst/>
                      <a:gdLst>
                        <a:gd name="connsiteX0" fmla="*/ 54963 w 55211"/>
                        <a:gd name="connsiteY0" fmla="*/ 35118 h 67314"/>
                        <a:gd name="connsiteX1" fmla="*/ 49248 w 55211"/>
                        <a:gd name="connsiteY1" fmla="*/ 61693 h 67314"/>
                        <a:gd name="connsiteX2" fmla="*/ 41342 w 55211"/>
                        <a:gd name="connsiteY2" fmla="*/ 67122 h 67314"/>
                        <a:gd name="connsiteX3" fmla="*/ 36389 w 55211"/>
                        <a:gd name="connsiteY3" fmla="*/ 59216 h 67314"/>
                        <a:gd name="connsiteX4" fmla="*/ 29436 w 55211"/>
                        <a:gd name="connsiteY4" fmla="*/ 30546 h 67314"/>
                        <a:gd name="connsiteX5" fmla="*/ 22292 w 55211"/>
                        <a:gd name="connsiteY5" fmla="*/ 24546 h 67314"/>
                        <a:gd name="connsiteX6" fmla="*/ 10958 w 55211"/>
                        <a:gd name="connsiteY6" fmla="*/ 16640 h 67314"/>
                        <a:gd name="connsiteX7" fmla="*/ 1433 w 55211"/>
                        <a:gd name="connsiteY7" fmla="*/ 2162 h 67314"/>
                        <a:gd name="connsiteX8" fmla="*/ 23816 w 55211"/>
                        <a:gd name="connsiteY8" fmla="*/ 2924 h 67314"/>
                        <a:gd name="connsiteX9" fmla="*/ 44485 w 55211"/>
                        <a:gd name="connsiteY9" fmla="*/ 14354 h 67314"/>
                        <a:gd name="connsiteX10" fmla="*/ 51915 w 55211"/>
                        <a:gd name="connsiteY10" fmla="*/ 24069 h 67314"/>
                        <a:gd name="connsiteX11" fmla="*/ 54963 w 55211"/>
                        <a:gd name="connsiteY11" fmla="*/ 35118 h 67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5211" h="67314">
                          <a:moveTo>
                            <a:pt x="54963" y="35118"/>
                          </a:moveTo>
                          <a:cubicBezTo>
                            <a:pt x="56106" y="44643"/>
                            <a:pt x="53153" y="53502"/>
                            <a:pt x="49248" y="61693"/>
                          </a:cubicBezTo>
                          <a:cubicBezTo>
                            <a:pt x="47819" y="64741"/>
                            <a:pt x="45057" y="68170"/>
                            <a:pt x="41342" y="67122"/>
                          </a:cubicBezTo>
                          <a:cubicBezTo>
                            <a:pt x="38008" y="66265"/>
                            <a:pt x="36770" y="62264"/>
                            <a:pt x="36389" y="59216"/>
                          </a:cubicBezTo>
                          <a:cubicBezTo>
                            <a:pt x="35056" y="49691"/>
                            <a:pt x="36104" y="39405"/>
                            <a:pt x="29436" y="30546"/>
                          </a:cubicBezTo>
                          <a:cubicBezTo>
                            <a:pt x="28388" y="29213"/>
                            <a:pt x="25721" y="26736"/>
                            <a:pt x="22292" y="24546"/>
                          </a:cubicBezTo>
                          <a:cubicBezTo>
                            <a:pt x="18863" y="22164"/>
                            <a:pt x="14672" y="19497"/>
                            <a:pt x="10958" y="16640"/>
                          </a:cubicBezTo>
                          <a:cubicBezTo>
                            <a:pt x="3433" y="10925"/>
                            <a:pt x="-2949" y="5686"/>
                            <a:pt x="1433" y="2162"/>
                          </a:cubicBezTo>
                          <a:cubicBezTo>
                            <a:pt x="5814" y="-1553"/>
                            <a:pt x="14958" y="66"/>
                            <a:pt x="23816" y="2924"/>
                          </a:cubicBezTo>
                          <a:cubicBezTo>
                            <a:pt x="32770" y="5591"/>
                            <a:pt x="40961" y="11211"/>
                            <a:pt x="44485" y="14354"/>
                          </a:cubicBezTo>
                          <a:cubicBezTo>
                            <a:pt x="47629" y="17306"/>
                            <a:pt x="50105" y="20640"/>
                            <a:pt x="51915" y="24069"/>
                          </a:cubicBezTo>
                          <a:cubicBezTo>
                            <a:pt x="53534" y="27784"/>
                            <a:pt x="54582" y="31499"/>
                            <a:pt x="54963" y="3511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35" name="Graphique 1">
                    <a:extLst>
                      <a:ext uri="{FF2B5EF4-FFF2-40B4-BE49-F238E27FC236}">
                        <a16:creationId xmlns:a16="http://schemas.microsoft.com/office/drawing/2014/main" id="{3194AEF9-CA40-4BD6-AAF5-0E66CBAAEAAE}"/>
                      </a:ext>
                    </a:extLst>
                  </p:cNvPr>
                  <p:cNvGrpSpPr/>
                  <p:nvPr/>
                </p:nvGrpSpPr>
                <p:grpSpPr>
                  <a:xfrm>
                    <a:off x="1965334" y="2864378"/>
                    <a:ext cx="150407" cy="146627"/>
                    <a:chOff x="1965334" y="2864378"/>
                    <a:chExt cx="150407" cy="146627"/>
                  </a:xfrm>
                  <a:solidFill>
                    <a:schemeClr val="accent1"/>
                  </a:solidFill>
                </p:grpSpPr>
                <p:sp>
                  <p:nvSpPr>
                    <p:cNvPr id="14553" name="Forme libre : forme 14552">
                      <a:extLst>
                        <a:ext uri="{FF2B5EF4-FFF2-40B4-BE49-F238E27FC236}">
                          <a16:creationId xmlns:a16="http://schemas.microsoft.com/office/drawing/2014/main" id="{17B8CD8A-7D37-4E3A-98B7-BFF9870F99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5334" y="2864378"/>
                      <a:ext cx="150407" cy="146529"/>
                    </a:xfrm>
                    <a:custGeom>
                      <a:avLst/>
                      <a:gdLst>
                        <a:gd name="connsiteX0" fmla="*/ 56446 w 150407"/>
                        <a:gd name="connsiteY0" fmla="*/ 132853 h 146529"/>
                        <a:gd name="connsiteX1" fmla="*/ 38158 w 150407"/>
                        <a:gd name="connsiteY1" fmla="*/ 116756 h 146529"/>
                        <a:gd name="connsiteX2" fmla="*/ 28919 w 150407"/>
                        <a:gd name="connsiteY2" fmla="*/ 109326 h 146529"/>
                        <a:gd name="connsiteX3" fmla="*/ 19489 w 150407"/>
                        <a:gd name="connsiteY3" fmla="*/ 102563 h 146529"/>
                        <a:gd name="connsiteX4" fmla="*/ 8440 w 150407"/>
                        <a:gd name="connsiteY4" fmla="*/ 91514 h 146529"/>
                        <a:gd name="connsiteX5" fmla="*/ 1868 w 150407"/>
                        <a:gd name="connsiteY5" fmla="*/ 77608 h 146529"/>
                        <a:gd name="connsiteX6" fmla="*/ 4058 w 150407"/>
                        <a:gd name="connsiteY6" fmla="*/ 46271 h 146529"/>
                        <a:gd name="connsiteX7" fmla="*/ 17774 w 150407"/>
                        <a:gd name="connsiteY7" fmla="*/ 18553 h 146529"/>
                        <a:gd name="connsiteX8" fmla="*/ 44635 w 150407"/>
                        <a:gd name="connsiteY8" fmla="*/ 455 h 146529"/>
                        <a:gd name="connsiteX9" fmla="*/ 64161 w 150407"/>
                        <a:gd name="connsiteY9" fmla="*/ 1884 h 146529"/>
                        <a:gd name="connsiteX10" fmla="*/ 83973 w 150407"/>
                        <a:gd name="connsiteY10" fmla="*/ 11314 h 146529"/>
                        <a:gd name="connsiteX11" fmla="*/ 97118 w 150407"/>
                        <a:gd name="connsiteY11" fmla="*/ 21029 h 146529"/>
                        <a:gd name="connsiteX12" fmla="*/ 109595 w 150407"/>
                        <a:gd name="connsiteY12" fmla="*/ 31221 h 146529"/>
                        <a:gd name="connsiteX13" fmla="*/ 133122 w 150407"/>
                        <a:gd name="connsiteY13" fmla="*/ 52367 h 146529"/>
                        <a:gd name="connsiteX14" fmla="*/ 150267 w 150407"/>
                        <a:gd name="connsiteY14" fmla="*/ 86657 h 146529"/>
                        <a:gd name="connsiteX15" fmla="*/ 139218 w 150407"/>
                        <a:gd name="connsiteY15" fmla="*/ 116565 h 146529"/>
                        <a:gd name="connsiteX16" fmla="*/ 116644 w 150407"/>
                        <a:gd name="connsiteY16" fmla="*/ 137044 h 146529"/>
                        <a:gd name="connsiteX17" fmla="*/ 86640 w 150407"/>
                        <a:gd name="connsiteY17" fmla="*/ 146379 h 146529"/>
                        <a:gd name="connsiteX18" fmla="*/ 56446 w 150407"/>
                        <a:gd name="connsiteY18" fmla="*/ 132853 h 146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50407" h="146529">
                          <a:moveTo>
                            <a:pt x="56446" y="132853"/>
                          </a:moveTo>
                          <a:cubicBezTo>
                            <a:pt x="50350" y="127329"/>
                            <a:pt x="44349" y="121709"/>
                            <a:pt x="38158" y="116756"/>
                          </a:cubicBezTo>
                          <a:lnTo>
                            <a:pt x="28919" y="109326"/>
                          </a:lnTo>
                          <a:lnTo>
                            <a:pt x="19489" y="102563"/>
                          </a:lnTo>
                          <a:cubicBezTo>
                            <a:pt x="15107" y="99230"/>
                            <a:pt x="11393" y="95801"/>
                            <a:pt x="8440" y="91514"/>
                          </a:cubicBezTo>
                          <a:cubicBezTo>
                            <a:pt x="5582" y="87228"/>
                            <a:pt x="3392" y="82371"/>
                            <a:pt x="1868" y="77608"/>
                          </a:cubicBezTo>
                          <a:cubicBezTo>
                            <a:pt x="-990" y="67797"/>
                            <a:pt x="-799" y="56367"/>
                            <a:pt x="4058" y="46271"/>
                          </a:cubicBezTo>
                          <a:lnTo>
                            <a:pt x="17774" y="18553"/>
                          </a:lnTo>
                          <a:cubicBezTo>
                            <a:pt x="22727" y="8552"/>
                            <a:pt x="32347" y="2075"/>
                            <a:pt x="44635" y="455"/>
                          </a:cubicBezTo>
                          <a:cubicBezTo>
                            <a:pt x="50826" y="-497"/>
                            <a:pt x="57494" y="75"/>
                            <a:pt x="64161" y="1884"/>
                          </a:cubicBezTo>
                          <a:cubicBezTo>
                            <a:pt x="70924" y="3694"/>
                            <a:pt x="77877" y="6647"/>
                            <a:pt x="83973" y="11314"/>
                          </a:cubicBezTo>
                          <a:lnTo>
                            <a:pt x="97118" y="21029"/>
                          </a:lnTo>
                          <a:lnTo>
                            <a:pt x="109595" y="31221"/>
                          </a:lnTo>
                          <a:cubicBezTo>
                            <a:pt x="117882" y="38079"/>
                            <a:pt x="125502" y="45223"/>
                            <a:pt x="133122" y="52367"/>
                          </a:cubicBezTo>
                          <a:cubicBezTo>
                            <a:pt x="143599" y="62559"/>
                            <a:pt x="149314" y="75036"/>
                            <a:pt x="150267" y="86657"/>
                          </a:cubicBezTo>
                          <a:cubicBezTo>
                            <a:pt x="151220" y="98277"/>
                            <a:pt x="147314" y="109136"/>
                            <a:pt x="139218" y="116565"/>
                          </a:cubicBezTo>
                          <a:lnTo>
                            <a:pt x="116644" y="137044"/>
                          </a:lnTo>
                          <a:cubicBezTo>
                            <a:pt x="108452" y="144474"/>
                            <a:pt x="97594" y="147236"/>
                            <a:pt x="86640" y="146379"/>
                          </a:cubicBezTo>
                          <a:cubicBezTo>
                            <a:pt x="75686" y="145426"/>
                            <a:pt x="64828" y="140854"/>
                            <a:pt x="56446" y="13285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4" name="Forme libre : forme 14553">
                      <a:extLst>
                        <a:ext uri="{FF2B5EF4-FFF2-40B4-BE49-F238E27FC236}">
                          <a16:creationId xmlns:a16="http://schemas.microsoft.com/office/drawing/2014/main" id="{9B26A2AE-6692-49FA-8BC1-C466DBBD58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5360" y="2898743"/>
                      <a:ext cx="117380" cy="112263"/>
                    </a:xfrm>
                    <a:custGeom>
                      <a:avLst/>
                      <a:gdLst>
                        <a:gd name="connsiteX0" fmla="*/ 48229 w 117380"/>
                        <a:gd name="connsiteY0" fmla="*/ 43625 h 112263"/>
                        <a:gd name="connsiteX1" fmla="*/ 34608 w 117380"/>
                        <a:gd name="connsiteY1" fmla="*/ 35814 h 112263"/>
                        <a:gd name="connsiteX2" fmla="*/ 23369 w 117380"/>
                        <a:gd name="connsiteY2" fmla="*/ 25908 h 112263"/>
                        <a:gd name="connsiteX3" fmla="*/ 10033 w 117380"/>
                        <a:gd name="connsiteY3" fmla="*/ 0 h 112263"/>
                        <a:gd name="connsiteX4" fmla="*/ 4128 w 117380"/>
                        <a:gd name="connsiteY4" fmla="*/ 12002 h 112263"/>
                        <a:gd name="connsiteX5" fmla="*/ 1937 w 117380"/>
                        <a:gd name="connsiteY5" fmla="*/ 43339 h 112263"/>
                        <a:gd name="connsiteX6" fmla="*/ 8509 w 117380"/>
                        <a:gd name="connsiteY6" fmla="*/ 57245 h 112263"/>
                        <a:gd name="connsiteX7" fmla="*/ 19558 w 117380"/>
                        <a:gd name="connsiteY7" fmla="*/ 68294 h 112263"/>
                        <a:gd name="connsiteX8" fmla="*/ 28988 w 117380"/>
                        <a:gd name="connsiteY8" fmla="*/ 75057 h 112263"/>
                        <a:gd name="connsiteX9" fmla="*/ 38228 w 117380"/>
                        <a:gd name="connsiteY9" fmla="*/ 82487 h 112263"/>
                        <a:gd name="connsiteX10" fmla="*/ 56516 w 117380"/>
                        <a:gd name="connsiteY10" fmla="*/ 98584 h 112263"/>
                        <a:gd name="connsiteX11" fmla="*/ 86615 w 117380"/>
                        <a:gd name="connsiteY11" fmla="*/ 112109 h 112263"/>
                        <a:gd name="connsiteX12" fmla="*/ 116618 w 117380"/>
                        <a:gd name="connsiteY12" fmla="*/ 102775 h 112263"/>
                        <a:gd name="connsiteX13" fmla="*/ 117380 w 117380"/>
                        <a:gd name="connsiteY13" fmla="*/ 102108 h 112263"/>
                        <a:gd name="connsiteX14" fmla="*/ 100997 w 117380"/>
                        <a:gd name="connsiteY14" fmla="*/ 85630 h 112263"/>
                        <a:gd name="connsiteX15" fmla="*/ 84995 w 117380"/>
                        <a:gd name="connsiteY15" fmla="*/ 69533 h 112263"/>
                        <a:gd name="connsiteX16" fmla="*/ 67850 w 117380"/>
                        <a:gd name="connsiteY16" fmla="*/ 55054 h 112263"/>
                        <a:gd name="connsiteX17" fmla="*/ 48229 w 117380"/>
                        <a:gd name="connsiteY17" fmla="*/ 43625 h 112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17380" h="112263">
                          <a:moveTo>
                            <a:pt x="48229" y="43625"/>
                          </a:moveTo>
                          <a:cubicBezTo>
                            <a:pt x="43276" y="41529"/>
                            <a:pt x="38704" y="38958"/>
                            <a:pt x="34608" y="35814"/>
                          </a:cubicBezTo>
                          <a:cubicBezTo>
                            <a:pt x="30417" y="32957"/>
                            <a:pt x="26607" y="29623"/>
                            <a:pt x="23369" y="25908"/>
                          </a:cubicBezTo>
                          <a:cubicBezTo>
                            <a:pt x="16891" y="18383"/>
                            <a:pt x="11843" y="10001"/>
                            <a:pt x="10033" y="0"/>
                          </a:cubicBezTo>
                          <a:lnTo>
                            <a:pt x="4128" y="12002"/>
                          </a:lnTo>
                          <a:cubicBezTo>
                            <a:pt x="-825" y="22003"/>
                            <a:pt x="-1016" y="33528"/>
                            <a:pt x="1937" y="43339"/>
                          </a:cubicBezTo>
                          <a:cubicBezTo>
                            <a:pt x="3461" y="48101"/>
                            <a:pt x="5557" y="52959"/>
                            <a:pt x="8509" y="57245"/>
                          </a:cubicBezTo>
                          <a:cubicBezTo>
                            <a:pt x="11462" y="61532"/>
                            <a:pt x="15177" y="64961"/>
                            <a:pt x="19558" y="68294"/>
                          </a:cubicBezTo>
                          <a:lnTo>
                            <a:pt x="28988" y="75057"/>
                          </a:lnTo>
                          <a:lnTo>
                            <a:pt x="38228" y="82487"/>
                          </a:lnTo>
                          <a:cubicBezTo>
                            <a:pt x="44419" y="87440"/>
                            <a:pt x="50420" y="93059"/>
                            <a:pt x="56516" y="98584"/>
                          </a:cubicBezTo>
                          <a:cubicBezTo>
                            <a:pt x="64898" y="106585"/>
                            <a:pt x="75756" y="111157"/>
                            <a:pt x="86615" y="112109"/>
                          </a:cubicBezTo>
                          <a:cubicBezTo>
                            <a:pt x="97473" y="112967"/>
                            <a:pt x="108427" y="110300"/>
                            <a:pt x="116618" y="102775"/>
                          </a:cubicBezTo>
                          <a:lnTo>
                            <a:pt x="117380" y="102108"/>
                          </a:lnTo>
                          <a:cubicBezTo>
                            <a:pt x="111760" y="96584"/>
                            <a:pt x="106331" y="91059"/>
                            <a:pt x="100997" y="85630"/>
                          </a:cubicBezTo>
                          <a:cubicBezTo>
                            <a:pt x="95758" y="80010"/>
                            <a:pt x="90329" y="74771"/>
                            <a:pt x="84995" y="69533"/>
                          </a:cubicBezTo>
                          <a:cubicBezTo>
                            <a:pt x="79566" y="64294"/>
                            <a:pt x="73756" y="59627"/>
                            <a:pt x="67850" y="55054"/>
                          </a:cubicBezTo>
                          <a:cubicBezTo>
                            <a:pt x="61564" y="50673"/>
                            <a:pt x="55277" y="46577"/>
                            <a:pt x="48229" y="43625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5" name="Forme libre : forme 14554">
                      <a:extLst>
                        <a:ext uri="{FF2B5EF4-FFF2-40B4-BE49-F238E27FC236}">
                          <a16:creationId xmlns:a16="http://schemas.microsoft.com/office/drawing/2014/main" id="{0E820173-8963-445B-953B-D3AEB73EA3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5821" y="2919409"/>
                      <a:ext cx="58365" cy="55151"/>
                    </a:xfrm>
                    <a:custGeom>
                      <a:avLst/>
                      <a:gdLst>
                        <a:gd name="connsiteX0" fmla="*/ 54251 w 58365"/>
                        <a:gd name="connsiteY0" fmla="*/ 50866 h 55151"/>
                        <a:gd name="connsiteX1" fmla="*/ 36725 w 58365"/>
                        <a:gd name="connsiteY1" fmla="*/ 54486 h 55151"/>
                        <a:gd name="connsiteX2" fmla="*/ 15484 w 58365"/>
                        <a:gd name="connsiteY2" fmla="*/ 43246 h 55151"/>
                        <a:gd name="connsiteX3" fmla="*/ 1673 w 58365"/>
                        <a:gd name="connsiteY3" fmla="*/ 23815 h 55151"/>
                        <a:gd name="connsiteX4" fmla="*/ 2721 w 58365"/>
                        <a:gd name="connsiteY4" fmla="*/ 6099 h 55151"/>
                        <a:gd name="connsiteX5" fmla="*/ 19961 w 58365"/>
                        <a:gd name="connsiteY5" fmla="*/ 193 h 55151"/>
                        <a:gd name="connsiteX6" fmla="*/ 43297 w 58365"/>
                        <a:gd name="connsiteY6" fmla="*/ 11623 h 55151"/>
                        <a:gd name="connsiteX7" fmla="*/ 57489 w 58365"/>
                        <a:gd name="connsiteY7" fmla="*/ 33245 h 55151"/>
                        <a:gd name="connsiteX8" fmla="*/ 54251 w 58365"/>
                        <a:gd name="connsiteY8" fmla="*/ 50866 h 55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365" h="55151">
                          <a:moveTo>
                            <a:pt x="54251" y="50866"/>
                          </a:moveTo>
                          <a:cubicBezTo>
                            <a:pt x="50155" y="54962"/>
                            <a:pt x="43678" y="56010"/>
                            <a:pt x="36725" y="54486"/>
                          </a:cubicBezTo>
                          <a:cubicBezTo>
                            <a:pt x="29867" y="52866"/>
                            <a:pt x="22152" y="49152"/>
                            <a:pt x="15484" y="43246"/>
                          </a:cubicBezTo>
                          <a:cubicBezTo>
                            <a:pt x="8817" y="37246"/>
                            <a:pt x="3864" y="30673"/>
                            <a:pt x="1673" y="23815"/>
                          </a:cubicBezTo>
                          <a:cubicBezTo>
                            <a:pt x="-708" y="17338"/>
                            <a:pt x="-708" y="10861"/>
                            <a:pt x="2721" y="6099"/>
                          </a:cubicBezTo>
                          <a:cubicBezTo>
                            <a:pt x="6150" y="1336"/>
                            <a:pt x="12436" y="-664"/>
                            <a:pt x="19961" y="193"/>
                          </a:cubicBezTo>
                          <a:cubicBezTo>
                            <a:pt x="27200" y="1336"/>
                            <a:pt x="35963" y="4956"/>
                            <a:pt x="43297" y="11623"/>
                          </a:cubicBezTo>
                          <a:cubicBezTo>
                            <a:pt x="50727" y="18196"/>
                            <a:pt x="55680" y="26006"/>
                            <a:pt x="57489" y="33245"/>
                          </a:cubicBezTo>
                          <a:cubicBezTo>
                            <a:pt x="59299" y="40484"/>
                            <a:pt x="58347" y="46866"/>
                            <a:pt x="54251" y="5086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6" name="Forme libre : forme 14555">
                      <a:extLst>
                        <a:ext uri="{FF2B5EF4-FFF2-40B4-BE49-F238E27FC236}">
                          <a16:creationId xmlns:a16="http://schemas.microsoft.com/office/drawing/2014/main" id="{FD42277E-0BE2-4BB7-A12D-2CA3D47CBD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5726" y="2919360"/>
                      <a:ext cx="27866" cy="51392"/>
                    </a:xfrm>
                    <a:custGeom>
                      <a:avLst/>
                      <a:gdLst>
                        <a:gd name="connsiteX0" fmla="*/ 25580 w 27866"/>
                        <a:gd name="connsiteY0" fmla="*/ 1481 h 51392"/>
                        <a:gd name="connsiteX1" fmla="*/ 2721 w 27866"/>
                        <a:gd name="connsiteY1" fmla="*/ 6149 h 51392"/>
                        <a:gd name="connsiteX2" fmla="*/ 1673 w 27866"/>
                        <a:gd name="connsiteY2" fmla="*/ 23865 h 51392"/>
                        <a:gd name="connsiteX3" fmla="*/ 15484 w 27866"/>
                        <a:gd name="connsiteY3" fmla="*/ 43296 h 51392"/>
                        <a:gd name="connsiteX4" fmla="*/ 27867 w 27866"/>
                        <a:gd name="connsiteY4" fmla="*/ 51392 h 51392"/>
                        <a:gd name="connsiteX5" fmla="*/ 22818 w 27866"/>
                        <a:gd name="connsiteY5" fmla="*/ 44915 h 51392"/>
                        <a:gd name="connsiteX6" fmla="*/ 18151 w 27866"/>
                        <a:gd name="connsiteY6" fmla="*/ 21769 h 51392"/>
                        <a:gd name="connsiteX7" fmla="*/ 25580 w 27866"/>
                        <a:gd name="connsiteY7" fmla="*/ 1481 h 51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866" h="51392">
                          <a:moveTo>
                            <a:pt x="25580" y="1481"/>
                          </a:moveTo>
                          <a:cubicBezTo>
                            <a:pt x="15865" y="-1662"/>
                            <a:pt x="6912" y="338"/>
                            <a:pt x="2721" y="6149"/>
                          </a:cubicBezTo>
                          <a:cubicBezTo>
                            <a:pt x="-708" y="10911"/>
                            <a:pt x="-708" y="17293"/>
                            <a:pt x="1673" y="23865"/>
                          </a:cubicBezTo>
                          <a:cubicBezTo>
                            <a:pt x="3863" y="30723"/>
                            <a:pt x="8817" y="37295"/>
                            <a:pt x="15484" y="43296"/>
                          </a:cubicBezTo>
                          <a:cubicBezTo>
                            <a:pt x="19389" y="46820"/>
                            <a:pt x="23676" y="49487"/>
                            <a:pt x="27867" y="51392"/>
                          </a:cubicBezTo>
                          <a:cubicBezTo>
                            <a:pt x="25866" y="49487"/>
                            <a:pt x="24152" y="47392"/>
                            <a:pt x="22818" y="44915"/>
                          </a:cubicBezTo>
                          <a:cubicBezTo>
                            <a:pt x="19580" y="37676"/>
                            <a:pt x="18056" y="29389"/>
                            <a:pt x="18151" y="21769"/>
                          </a:cubicBezTo>
                          <a:cubicBezTo>
                            <a:pt x="18532" y="14054"/>
                            <a:pt x="20723" y="6720"/>
                            <a:pt x="25580" y="1481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7" name="Forme libre : forme 14556">
                      <a:extLst>
                        <a:ext uri="{FF2B5EF4-FFF2-40B4-BE49-F238E27FC236}">
                          <a16:creationId xmlns:a16="http://schemas.microsoft.com/office/drawing/2014/main" id="{7F247FAA-4319-4A58-94F9-95CE4E50B2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5742" y="2925257"/>
                      <a:ext cx="57699" cy="54981"/>
                    </a:xfrm>
                    <a:custGeom>
                      <a:avLst/>
                      <a:gdLst>
                        <a:gd name="connsiteX0" fmla="*/ 53378 w 57699"/>
                        <a:gd name="connsiteY0" fmla="*/ 50829 h 54981"/>
                        <a:gd name="connsiteX1" fmla="*/ 14897 w 57699"/>
                        <a:gd name="connsiteY1" fmla="*/ 43114 h 54981"/>
                        <a:gd name="connsiteX2" fmla="*/ 1467 w 57699"/>
                        <a:gd name="connsiteY2" fmla="*/ 23778 h 54981"/>
                        <a:gd name="connsiteX3" fmla="*/ 2800 w 57699"/>
                        <a:gd name="connsiteY3" fmla="*/ 6061 h 54981"/>
                        <a:gd name="connsiteX4" fmla="*/ 19850 w 57699"/>
                        <a:gd name="connsiteY4" fmla="*/ 251 h 54981"/>
                        <a:gd name="connsiteX5" fmla="*/ 42900 w 57699"/>
                        <a:gd name="connsiteY5" fmla="*/ 11681 h 54981"/>
                        <a:gd name="connsiteX6" fmla="*/ 56807 w 57699"/>
                        <a:gd name="connsiteY6" fmla="*/ 33208 h 54981"/>
                        <a:gd name="connsiteX7" fmla="*/ 53378 w 57699"/>
                        <a:gd name="connsiteY7" fmla="*/ 50829 h 54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699" h="54981">
                          <a:moveTo>
                            <a:pt x="53378" y="50829"/>
                          </a:moveTo>
                          <a:cubicBezTo>
                            <a:pt x="44996" y="58830"/>
                            <a:pt x="28041" y="54734"/>
                            <a:pt x="14897" y="43114"/>
                          </a:cubicBezTo>
                          <a:cubicBezTo>
                            <a:pt x="8420" y="37018"/>
                            <a:pt x="3562" y="30541"/>
                            <a:pt x="1467" y="23778"/>
                          </a:cubicBezTo>
                          <a:cubicBezTo>
                            <a:pt x="-629" y="17015"/>
                            <a:pt x="-724" y="10919"/>
                            <a:pt x="2800" y="6061"/>
                          </a:cubicBezTo>
                          <a:cubicBezTo>
                            <a:pt x="6229" y="1489"/>
                            <a:pt x="12611" y="-797"/>
                            <a:pt x="19850" y="251"/>
                          </a:cubicBezTo>
                          <a:cubicBezTo>
                            <a:pt x="27089" y="1299"/>
                            <a:pt x="35757" y="4918"/>
                            <a:pt x="42900" y="11681"/>
                          </a:cubicBezTo>
                          <a:cubicBezTo>
                            <a:pt x="50330" y="18158"/>
                            <a:pt x="54997" y="26064"/>
                            <a:pt x="56807" y="33208"/>
                          </a:cubicBezTo>
                          <a:cubicBezTo>
                            <a:pt x="58712" y="40256"/>
                            <a:pt x="57569" y="46733"/>
                            <a:pt x="53378" y="5082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8" name="Forme libre : forme 14557">
                      <a:extLst>
                        <a:ext uri="{FF2B5EF4-FFF2-40B4-BE49-F238E27FC236}">
                          <a16:creationId xmlns:a16="http://schemas.microsoft.com/office/drawing/2014/main" id="{8D493389-57C2-42E2-85A0-031BBF8984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4421" y="2886217"/>
                      <a:ext cx="61881" cy="97748"/>
                    </a:xfrm>
                    <a:custGeom>
                      <a:avLst/>
                      <a:gdLst>
                        <a:gd name="connsiteX0" fmla="*/ 8498 w 61881"/>
                        <a:gd name="connsiteY0" fmla="*/ 25765 h 97748"/>
                        <a:gd name="connsiteX1" fmla="*/ 307 w 61881"/>
                        <a:gd name="connsiteY1" fmla="*/ 43863 h 97748"/>
                        <a:gd name="connsiteX2" fmla="*/ 3355 w 61881"/>
                        <a:gd name="connsiteY2" fmla="*/ 62246 h 97748"/>
                        <a:gd name="connsiteX3" fmla="*/ 14023 w 61881"/>
                        <a:gd name="connsiteY3" fmla="*/ 78439 h 97748"/>
                        <a:gd name="connsiteX4" fmla="*/ 40312 w 61881"/>
                        <a:gd name="connsiteY4" fmla="*/ 96822 h 97748"/>
                        <a:gd name="connsiteX5" fmla="*/ 61172 w 61881"/>
                        <a:gd name="connsiteY5" fmla="*/ 90440 h 97748"/>
                        <a:gd name="connsiteX6" fmla="*/ 59457 w 61881"/>
                        <a:gd name="connsiteY6" fmla="*/ 75390 h 97748"/>
                        <a:gd name="connsiteX7" fmla="*/ 52313 w 61881"/>
                        <a:gd name="connsiteY7" fmla="*/ 38815 h 97748"/>
                        <a:gd name="connsiteX8" fmla="*/ 49551 w 61881"/>
                        <a:gd name="connsiteY8" fmla="*/ 17479 h 97748"/>
                        <a:gd name="connsiteX9" fmla="*/ 34978 w 61881"/>
                        <a:gd name="connsiteY9" fmla="*/ 429 h 97748"/>
                        <a:gd name="connsiteX10" fmla="*/ 8498 w 61881"/>
                        <a:gd name="connsiteY10" fmla="*/ 25765 h 977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1881" h="97748">
                          <a:moveTo>
                            <a:pt x="8498" y="25765"/>
                          </a:moveTo>
                          <a:cubicBezTo>
                            <a:pt x="4879" y="31385"/>
                            <a:pt x="1355" y="37195"/>
                            <a:pt x="307" y="43863"/>
                          </a:cubicBezTo>
                          <a:cubicBezTo>
                            <a:pt x="-646" y="50245"/>
                            <a:pt x="688" y="56531"/>
                            <a:pt x="3355" y="62246"/>
                          </a:cubicBezTo>
                          <a:cubicBezTo>
                            <a:pt x="6022" y="68056"/>
                            <a:pt x="9641" y="73866"/>
                            <a:pt x="14023" y="78439"/>
                          </a:cubicBezTo>
                          <a:cubicBezTo>
                            <a:pt x="20976" y="86630"/>
                            <a:pt x="29739" y="93774"/>
                            <a:pt x="40312" y="96822"/>
                          </a:cubicBezTo>
                          <a:cubicBezTo>
                            <a:pt x="48218" y="98822"/>
                            <a:pt x="58314" y="97965"/>
                            <a:pt x="61172" y="90440"/>
                          </a:cubicBezTo>
                          <a:cubicBezTo>
                            <a:pt x="62886" y="85868"/>
                            <a:pt x="61172" y="80344"/>
                            <a:pt x="59457" y="75390"/>
                          </a:cubicBezTo>
                          <a:cubicBezTo>
                            <a:pt x="55838" y="63389"/>
                            <a:pt x="53361" y="51197"/>
                            <a:pt x="52313" y="38815"/>
                          </a:cubicBezTo>
                          <a:cubicBezTo>
                            <a:pt x="51932" y="33481"/>
                            <a:pt x="51742" y="25194"/>
                            <a:pt x="49551" y="17479"/>
                          </a:cubicBezTo>
                          <a:cubicBezTo>
                            <a:pt x="47456" y="9668"/>
                            <a:pt x="43169" y="2429"/>
                            <a:pt x="34978" y="429"/>
                          </a:cubicBezTo>
                          <a:cubicBezTo>
                            <a:pt x="20405" y="-3286"/>
                            <a:pt x="13547" y="18145"/>
                            <a:pt x="8498" y="2576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9" name="Forme libre : forme 14558">
                      <a:extLst>
                        <a:ext uri="{FF2B5EF4-FFF2-40B4-BE49-F238E27FC236}">
                          <a16:creationId xmlns:a16="http://schemas.microsoft.com/office/drawing/2014/main" id="{40CC9061-238C-442E-B4E3-ECE8FD8AA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4648" y="2898718"/>
                      <a:ext cx="32881" cy="16711"/>
                    </a:xfrm>
                    <a:custGeom>
                      <a:avLst/>
                      <a:gdLst>
                        <a:gd name="connsiteX0" fmla="*/ 4656 w 32881"/>
                        <a:gd name="connsiteY0" fmla="*/ 1834 h 16711"/>
                        <a:gd name="connsiteX1" fmla="*/ 655 w 32881"/>
                        <a:gd name="connsiteY1" fmla="*/ 4692 h 16711"/>
                        <a:gd name="connsiteX2" fmla="*/ 846 w 32881"/>
                        <a:gd name="connsiteY2" fmla="*/ 9455 h 16711"/>
                        <a:gd name="connsiteX3" fmla="*/ 5227 w 32881"/>
                        <a:gd name="connsiteY3" fmla="*/ 12217 h 16711"/>
                        <a:gd name="connsiteX4" fmla="*/ 17991 w 32881"/>
                        <a:gd name="connsiteY4" fmla="*/ 16122 h 16711"/>
                        <a:gd name="connsiteX5" fmla="*/ 23325 w 32881"/>
                        <a:gd name="connsiteY5" fmla="*/ 16693 h 16711"/>
                        <a:gd name="connsiteX6" fmla="*/ 32088 w 32881"/>
                        <a:gd name="connsiteY6" fmla="*/ 12122 h 16711"/>
                        <a:gd name="connsiteX7" fmla="*/ 28373 w 32881"/>
                        <a:gd name="connsiteY7" fmla="*/ 3549 h 16711"/>
                        <a:gd name="connsiteX8" fmla="*/ 4656 w 32881"/>
                        <a:gd name="connsiteY8" fmla="*/ 1834 h 16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881" h="16711">
                          <a:moveTo>
                            <a:pt x="4656" y="1834"/>
                          </a:moveTo>
                          <a:cubicBezTo>
                            <a:pt x="3037" y="2501"/>
                            <a:pt x="1608" y="3358"/>
                            <a:pt x="655" y="4692"/>
                          </a:cubicBezTo>
                          <a:cubicBezTo>
                            <a:pt x="-202" y="6025"/>
                            <a:pt x="-297" y="7931"/>
                            <a:pt x="846" y="9455"/>
                          </a:cubicBezTo>
                          <a:cubicBezTo>
                            <a:pt x="1894" y="10788"/>
                            <a:pt x="3608" y="11645"/>
                            <a:pt x="5227" y="12217"/>
                          </a:cubicBezTo>
                          <a:cubicBezTo>
                            <a:pt x="9323" y="13836"/>
                            <a:pt x="13609" y="15170"/>
                            <a:pt x="17991" y="16122"/>
                          </a:cubicBezTo>
                          <a:cubicBezTo>
                            <a:pt x="19800" y="16503"/>
                            <a:pt x="21610" y="16789"/>
                            <a:pt x="23325" y="16693"/>
                          </a:cubicBezTo>
                          <a:cubicBezTo>
                            <a:pt x="26849" y="16503"/>
                            <a:pt x="30469" y="14693"/>
                            <a:pt x="32088" y="12122"/>
                          </a:cubicBezTo>
                          <a:cubicBezTo>
                            <a:pt x="33612" y="9645"/>
                            <a:pt x="33231" y="6216"/>
                            <a:pt x="28373" y="3549"/>
                          </a:cubicBezTo>
                          <a:cubicBezTo>
                            <a:pt x="20753" y="-737"/>
                            <a:pt x="11037" y="-928"/>
                            <a:pt x="4656" y="183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60" name="Forme libre : forme 14559">
                      <a:extLst>
                        <a:ext uri="{FF2B5EF4-FFF2-40B4-BE49-F238E27FC236}">
                          <a16:creationId xmlns:a16="http://schemas.microsoft.com/office/drawing/2014/main" id="{C0D83872-A559-493A-8A45-5A10FD520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4066" y="2995041"/>
                      <a:ext cx="58102" cy="9950"/>
                    </a:xfrm>
                    <a:custGeom>
                      <a:avLst/>
                      <a:gdLst>
                        <a:gd name="connsiteX0" fmla="*/ 58102 w 58102"/>
                        <a:gd name="connsiteY0" fmla="*/ 0 h 9950"/>
                        <a:gd name="connsiteX1" fmla="*/ 42386 w 58102"/>
                        <a:gd name="connsiteY1" fmla="*/ 8382 h 9950"/>
                        <a:gd name="connsiteX2" fmla="*/ 24003 w 58102"/>
                        <a:gd name="connsiteY2" fmla="*/ 9525 h 9950"/>
                        <a:gd name="connsiteX3" fmla="*/ 0 w 58102"/>
                        <a:gd name="connsiteY3" fmla="*/ 1143 h 9950"/>
                        <a:gd name="connsiteX4" fmla="*/ 18002 w 58102"/>
                        <a:gd name="connsiteY4" fmla="*/ 6096 h 9950"/>
                        <a:gd name="connsiteX5" fmla="*/ 58102 w 58102"/>
                        <a:gd name="connsiteY5" fmla="*/ 0 h 9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8102" h="9950">
                          <a:moveTo>
                            <a:pt x="58102" y="0"/>
                          </a:moveTo>
                          <a:cubicBezTo>
                            <a:pt x="58102" y="0"/>
                            <a:pt x="52483" y="5715"/>
                            <a:pt x="42386" y="8382"/>
                          </a:cubicBezTo>
                          <a:cubicBezTo>
                            <a:pt x="37338" y="9715"/>
                            <a:pt x="31147" y="10478"/>
                            <a:pt x="24003" y="9525"/>
                          </a:cubicBezTo>
                          <a:cubicBezTo>
                            <a:pt x="16954" y="8477"/>
                            <a:pt x="8858" y="6001"/>
                            <a:pt x="0" y="1143"/>
                          </a:cubicBezTo>
                          <a:cubicBezTo>
                            <a:pt x="0" y="1143"/>
                            <a:pt x="7144" y="4572"/>
                            <a:pt x="18002" y="6096"/>
                          </a:cubicBezTo>
                          <a:cubicBezTo>
                            <a:pt x="28766" y="7906"/>
                            <a:pt x="43434" y="7906"/>
                            <a:pt x="5810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61" name="Forme libre : forme 14560">
                      <a:extLst>
                        <a:ext uri="{FF2B5EF4-FFF2-40B4-BE49-F238E27FC236}">
                          <a16:creationId xmlns:a16="http://schemas.microsoft.com/office/drawing/2014/main" id="{9349642C-180F-4651-8D68-A86AF2F93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4156" y="2869787"/>
                      <a:ext cx="66008" cy="17621"/>
                    </a:xfrm>
                    <a:custGeom>
                      <a:avLst/>
                      <a:gdLst>
                        <a:gd name="connsiteX0" fmla="*/ 66008 w 66008"/>
                        <a:gd name="connsiteY0" fmla="*/ 10573 h 17621"/>
                        <a:gd name="connsiteX1" fmla="*/ 59150 w 66008"/>
                        <a:gd name="connsiteY1" fmla="*/ 6667 h 17621"/>
                        <a:gd name="connsiteX2" fmla="*/ 41720 w 66008"/>
                        <a:gd name="connsiteY2" fmla="*/ 953 h 17621"/>
                        <a:gd name="connsiteX3" fmla="*/ 30956 w 66008"/>
                        <a:gd name="connsiteY3" fmla="*/ 0 h 17621"/>
                        <a:gd name="connsiteX4" fmla="*/ 19717 w 66008"/>
                        <a:gd name="connsiteY4" fmla="*/ 2096 h 17621"/>
                        <a:gd name="connsiteX5" fmla="*/ 0 w 66008"/>
                        <a:gd name="connsiteY5" fmla="*/ 17621 h 17621"/>
                        <a:gd name="connsiteX6" fmla="*/ 17145 w 66008"/>
                        <a:gd name="connsiteY6" fmla="*/ 6382 h 17621"/>
                        <a:gd name="connsiteX7" fmla="*/ 38195 w 66008"/>
                        <a:gd name="connsiteY7" fmla="*/ 2762 h 17621"/>
                        <a:gd name="connsiteX8" fmla="*/ 66008 w 66008"/>
                        <a:gd name="connsiteY8" fmla="*/ 10573 h 17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6008" h="17621">
                          <a:moveTo>
                            <a:pt x="66008" y="10573"/>
                          </a:moveTo>
                          <a:cubicBezTo>
                            <a:pt x="66008" y="10573"/>
                            <a:pt x="63437" y="8763"/>
                            <a:pt x="59150" y="6667"/>
                          </a:cubicBezTo>
                          <a:cubicBezTo>
                            <a:pt x="54959" y="4381"/>
                            <a:pt x="48578" y="2286"/>
                            <a:pt x="41720" y="953"/>
                          </a:cubicBezTo>
                          <a:cubicBezTo>
                            <a:pt x="38291" y="286"/>
                            <a:pt x="34671" y="0"/>
                            <a:pt x="30956" y="0"/>
                          </a:cubicBezTo>
                          <a:cubicBezTo>
                            <a:pt x="27146" y="190"/>
                            <a:pt x="23432" y="857"/>
                            <a:pt x="19717" y="2096"/>
                          </a:cubicBezTo>
                          <a:cubicBezTo>
                            <a:pt x="12383" y="4572"/>
                            <a:pt x="5525" y="9430"/>
                            <a:pt x="0" y="17621"/>
                          </a:cubicBezTo>
                          <a:cubicBezTo>
                            <a:pt x="0" y="17621"/>
                            <a:pt x="5810" y="10954"/>
                            <a:pt x="17145" y="6382"/>
                          </a:cubicBezTo>
                          <a:cubicBezTo>
                            <a:pt x="22860" y="4096"/>
                            <a:pt x="30004" y="2286"/>
                            <a:pt x="38195" y="2762"/>
                          </a:cubicBezTo>
                          <a:cubicBezTo>
                            <a:pt x="46387" y="3048"/>
                            <a:pt x="56102" y="5048"/>
                            <a:pt x="66008" y="105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62" name="Forme libre : forme 14561">
                      <a:extLst>
                        <a:ext uri="{FF2B5EF4-FFF2-40B4-BE49-F238E27FC236}">
                          <a16:creationId xmlns:a16="http://schemas.microsoft.com/office/drawing/2014/main" id="{1023B1B5-D4C8-435A-977E-8E9BC4DEE9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7189" y="2932779"/>
                      <a:ext cx="18730" cy="23514"/>
                    </a:xfrm>
                    <a:custGeom>
                      <a:avLst/>
                      <a:gdLst>
                        <a:gd name="connsiteX0" fmla="*/ 16215 w 18730"/>
                        <a:gd name="connsiteY0" fmla="*/ 23209 h 23514"/>
                        <a:gd name="connsiteX1" fmla="*/ 3166 w 18730"/>
                        <a:gd name="connsiteY1" fmla="*/ 14827 h 23514"/>
                        <a:gd name="connsiteX2" fmla="*/ 2309 w 18730"/>
                        <a:gd name="connsiteY2" fmla="*/ 444 h 23514"/>
                        <a:gd name="connsiteX3" fmla="*/ 15739 w 18730"/>
                        <a:gd name="connsiteY3" fmla="*/ 8826 h 23514"/>
                        <a:gd name="connsiteX4" fmla="*/ 16215 w 18730"/>
                        <a:gd name="connsiteY4" fmla="*/ 23209 h 23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730" h="23514">
                          <a:moveTo>
                            <a:pt x="16215" y="23209"/>
                          </a:moveTo>
                          <a:cubicBezTo>
                            <a:pt x="12787" y="24637"/>
                            <a:pt x="6976" y="20923"/>
                            <a:pt x="3166" y="14827"/>
                          </a:cubicBezTo>
                          <a:cubicBezTo>
                            <a:pt x="-644" y="8635"/>
                            <a:pt x="-1120" y="2158"/>
                            <a:pt x="2309" y="444"/>
                          </a:cubicBezTo>
                          <a:cubicBezTo>
                            <a:pt x="5738" y="-1366"/>
                            <a:pt x="11834" y="2540"/>
                            <a:pt x="15739" y="8826"/>
                          </a:cubicBezTo>
                          <a:cubicBezTo>
                            <a:pt x="19645" y="15112"/>
                            <a:pt x="19645" y="21685"/>
                            <a:pt x="16215" y="2320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63" name="Forme libre : forme 14562">
                      <a:extLst>
                        <a:ext uri="{FF2B5EF4-FFF2-40B4-BE49-F238E27FC236}">
                          <a16:creationId xmlns:a16="http://schemas.microsoft.com/office/drawing/2014/main" id="{9E4205B8-CF11-429E-A70C-B2803CEC54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329" y="2951452"/>
                      <a:ext cx="6668" cy="6690"/>
                    </a:xfrm>
                    <a:custGeom>
                      <a:avLst/>
                      <a:gdLst>
                        <a:gd name="connsiteX0" fmla="*/ 5886 w 6668"/>
                        <a:gd name="connsiteY0" fmla="*/ 5869 h 6690"/>
                        <a:gd name="connsiteX1" fmla="*/ 1219 w 6668"/>
                        <a:gd name="connsiteY1" fmla="*/ 5488 h 6690"/>
                        <a:gd name="connsiteX2" fmla="*/ 742 w 6668"/>
                        <a:gd name="connsiteY2" fmla="*/ 821 h 6690"/>
                        <a:gd name="connsiteX3" fmla="*/ 5410 w 6668"/>
                        <a:gd name="connsiteY3" fmla="*/ 1202 h 6690"/>
                        <a:gd name="connsiteX4" fmla="*/ 5886 w 6668"/>
                        <a:gd name="connsiteY4" fmla="*/ 5869 h 6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68" h="6690">
                          <a:moveTo>
                            <a:pt x="5886" y="5869"/>
                          </a:moveTo>
                          <a:cubicBezTo>
                            <a:pt x="4743" y="7107"/>
                            <a:pt x="2648" y="6917"/>
                            <a:pt x="1219" y="5488"/>
                          </a:cubicBezTo>
                          <a:cubicBezTo>
                            <a:pt x="-210" y="4155"/>
                            <a:pt x="-400" y="1964"/>
                            <a:pt x="742" y="821"/>
                          </a:cubicBezTo>
                          <a:cubicBezTo>
                            <a:pt x="1885" y="-417"/>
                            <a:pt x="3981" y="-227"/>
                            <a:pt x="5410" y="1202"/>
                          </a:cubicBezTo>
                          <a:cubicBezTo>
                            <a:pt x="6838" y="2536"/>
                            <a:pt x="7124" y="4631"/>
                            <a:pt x="5886" y="58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64" name="Forme libre : forme 14563">
                      <a:extLst>
                        <a:ext uri="{FF2B5EF4-FFF2-40B4-BE49-F238E27FC236}">
                          <a16:creationId xmlns:a16="http://schemas.microsoft.com/office/drawing/2014/main" id="{AC3A23AF-8C54-4A34-958E-65C37AC0B2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7437" y="2908894"/>
                      <a:ext cx="36486" cy="75889"/>
                    </a:xfrm>
                    <a:custGeom>
                      <a:avLst/>
                      <a:gdLst>
                        <a:gd name="connsiteX0" fmla="*/ 34830 w 36486"/>
                        <a:gd name="connsiteY0" fmla="*/ 51285 h 75889"/>
                        <a:gd name="connsiteX1" fmla="*/ 19209 w 36486"/>
                        <a:gd name="connsiteY1" fmla="*/ 73002 h 75889"/>
                        <a:gd name="connsiteX2" fmla="*/ 9875 w 36486"/>
                        <a:gd name="connsiteY2" fmla="*/ 74812 h 75889"/>
                        <a:gd name="connsiteX3" fmla="*/ 8350 w 36486"/>
                        <a:gd name="connsiteY3" fmla="*/ 65668 h 75889"/>
                        <a:gd name="connsiteX4" fmla="*/ 14351 w 36486"/>
                        <a:gd name="connsiteY4" fmla="*/ 37188 h 75889"/>
                        <a:gd name="connsiteX5" fmla="*/ 10732 w 36486"/>
                        <a:gd name="connsiteY5" fmla="*/ 28902 h 75889"/>
                        <a:gd name="connsiteX6" fmla="*/ 4445 w 36486"/>
                        <a:gd name="connsiteY6" fmla="*/ 16995 h 75889"/>
                        <a:gd name="connsiteX7" fmla="*/ 2921 w 36486"/>
                        <a:gd name="connsiteY7" fmla="*/ 136 h 75889"/>
                        <a:gd name="connsiteX8" fmla="*/ 21781 w 36486"/>
                        <a:gd name="connsiteY8" fmla="*/ 10614 h 75889"/>
                        <a:gd name="connsiteX9" fmla="*/ 34354 w 36486"/>
                        <a:gd name="connsiteY9" fmla="*/ 28997 h 75889"/>
                        <a:gd name="connsiteX10" fmla="*/ 34830 w 36486"/>
                        <a:gd name="connsiteY10" fmla="*/ 51285 h 75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6486" h="75889">
                          <a:moveTo>
                            <a:pt x="34830" y="51285"/>
                          </a:moveTo>
                          <a:cubicBezTo>
                            <a:pt x="31972" y="60144"/>
                            <a:pt x="25972" y="67097"/>
                            <a:pt x="19209" y="73002"/>
                          </a:cubicBezTo>
                          <a:cubicBezTo>
                            <a:pt x="16733" y="75193"/>
                            <a:pt x="12922" y="77193"/>
                            <a:pt x="9875" y="74812"/>
                          </a:cubicBezTo>
                          <a:cubicBezTo>
                            <a:pt x="7112" y="72621"/>
                            <a:pt x="7398" y="68621"/>
                            <a:pt x="8350" y="65668"/>
                          </a:cubicBezTo>
                          <a:cubicBezTo>
                            <a:pt x="11208" y="56334"/>
                            <a:pt x="16447" y="47571"/>
                            <a:pt x="14351" y="37188"/>
                          </a:cubicBezTo>
                          <a:cubicBezTo>
                            <a:pt x="14066" y="35569"/>
                            <a:pt x="12542" y="32521"/>
                            <a:pt x="10732" y="28902"/>
                          </a:cubicBezTo>
                          <a:cubicBezTo>
                            <a:pt x="9017" y="25187"/>
                            <a:pt x="6445" y="21091"/>
                            <a:pt x="4445" y="16995"/>
                          </a:cubicBezTo>
                          <a:cubicBezTo>
                            <a:pt x="445" y="8804"/>
                            <a:pt x="-2413" y="1089"/>
                            <a:pt x="2921" y="136"/>
                          </a:cubicBezTo>
                          <a:cubicBezTo>
                            <a:pt x="8255" y="-912"/>
                            <a:pt x="15494" y="4232"/>
                            <a:pt x="21781" y="10614"/>
                          </a:cubicBezTo>
                          <a:cubicBezTo>
                            <a:pt x="27877" y="17091"/>
                            <a:pt x="32734" y="24806"/>
                            <a:pt x="34354" y="28997"/>
                          </a:cubicBezTo>
                          <a:cubicBezTo>
                            <a:pt x="37211" y="36617"/>
                            <a:pt x="37021" y="44618"/>
                            <a:pt x="34830" y="5128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36" name="Graphique 1">
                    <a:extLst>
                      <a:ext uri="{FF2B5EF4-FFF2-40B4-BE49-F238E27FC236}">
                        <a16:creationId xmlns:a16="http://schemas.microsoft.com/office/drawing/2014/main" id="{82EDEAD1-ABEF-4D3B-87B4-3AE8305DF07A}"/>
                      </a:ext>
                    </a:extLst>
                  </p:cNvPr>
                  <p:cNvGrpSpPr/>
                  <p:nvPr/>
                </p:nvGrpSpPr>
                <p:grpSpPr>
                  <a:xfrm>
                    <a:off x="2069902" y="2972200"/>
                    <a:ext cx="145234" cy="151893"/>
                    <a:chOff x="2069902" y="2972200"/>
                    <a:chExt cx="145234" cy="151893"/>
                  </a:xfrm>
                  <a:solidFill>
                    <a:schemeClr val="accent1"/>
                  </a:solidFill>
                </p:grpSpPr>
                <p:sp>
                  <p:nvSpPr>
                    <p:cNvPr id="14541" name="Forme libre : forme 14540">
                      <a:extLst>
                        <a:ext uri="{FF2B5EF4-FFF2-40B4-BE49-F238E27FC236}">
                          <a16:creationId xmlns:a16="http://schemas.microsoft.com/office/drawing/2014/main" id="{258960CD-4949-47A1-8F9A-CB783F321F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9902" y="2972200"/>
                      <a:ext cx="145234" cy="151893"/>
                    </a:xfrm>
                    <a:custGeom>
                      <a:avLst/>
                      <a:gdLst>
                        <a:gd name="connsiteX0" fmla="*/ 51796 w 145234"/>
                        <a:gd name="connsiteY0" fmla="*/ 133902 h 151893"/>
                        <a:gd name="connsiteX1" fmla="*/ 31889 w 145234"/>
                        <a:gd name="connsiteY1" fmla="*/ 112185 h 151893"/>
                        <a:gd name="connsiteX2" fmla="*/ 13029 w 145234"/>
                        <a:gd name="connsiteY2" fmla="*/ 90754 h 151893"/>
                        <a:gd name="connsiteX3" fmla="*/ 11981 w 145234"/>
                        <a:gd name="connsiteY3" fmla="*/ 29222 h 151893"/>
                        <a:gd name="connsiteX4" fmla="*/ 34556 w 145234"/>
                        <a:gd name="connsiteY4" fmla="*/ 8743 h 151893"/>
                        <a:gd name="connsiteX5" fmla="*/ 96373 w 145234"/>
                        <a:gd name="connsiteY5" fmla="*/ 18745 h 151893"/>
                        <a:gd name="connsiteX6" fmla="*/ 114280 w 145234"/>
                        <a:gd name="connsiteY6" fmla="*/ 39509 h 151893"/>
                        <a:gd name="connsiteX7" fmla="*/ 131901 w 145234"/>
                        <a:gd name="connsiteY7" fmla="*/ 59321 h 151893"/>
                        <a:gd name="connsiteX8" fmla="*/ 141331 w 145234"/>
                        <a:gd name="connsiteY8" fmla="*/ 73799 h 151893"/>
                        <a:gd name="connsiteX9" fmla="*/ 145141 w 145234"/>
                        <a:gd name="connsiteY9" fmla="*/ 89611 h 151893"/>
                        <a:gd name="connsiteX10" fmla="*/ 135711 w 145234"/>
                        <a:gd name="connsiteY10" fmla="*/ 119043 h 151893"/>
                        <a:gd name="connsiteX11" fmla="*/ 115613 w 145234"/>
                        <a:gd name="connsiteY11" fmla="*/ 141331 h 151893"/>
                        <a:gd name="connsiteX12" fmla="*/ 85800 w 145234"/>
                        <a:gd name="connsiteY12" fmla="*/ 151618 h 151893"/>
                        <a:gd name="connsiteX13" fmla="*/ 68084 w 145234"/>
                        <a:gd name="connsiteY13" fmla="*/ 146189 h 151893"/>
                        <a:gd name="connsiteX14" fmla="*/ 51796 w 145234"/>
                        <a:gd name="connsiteY14" fmla="*/ 133902 h 151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45234" h="151893">
                          <a:moveTo>
                            <a:pt x="51796" y="133902"/>
                          </a:moveTo>
                          <a:cubicBezTo>
                            <a:pt x="45033" y="126663"/>
                            <a:pt x="38270" y="119329"/>
                            <a:pt x="31889" y="112185"/>
                          </a:cubicBezTo>
                          <a:lnTo>
                            <a:pt x="13029" y="90754"/>
                          </a:lnTo>
                          <a:cubicBezTo>
                            <a:pt x="-4116" y="71037"/>
                            <a:pt x="-4211" y="44272"/>
                            <a:pt x="11981" y="29222"/>
                          </a:cubicBezTo>
                          <a:lnTo>
                            <a:pt x="34556" y="8743"/>
                          </a:lnTo>
                          <a:cubicBezTo>
                            <a:pt x="50748" y="-6306"/>
                            <a:pt x="79418" y="-1258"/>
                            <a:pt x="96373" y="18745"/>
                          </a:cubicBezTo>
                          <a:lnTo>
                            <a:pt x="114280" y="39509"/>
                          </a:lnTo>
                          <a:cubicBezTo>
                            <a:pt x="120185" y="46367"/>
                            <a:pt x="126091" y="52844"/>
                            <a:pt x="131901" y="59321"/>
                          </a:cubicBezTo>
                          <a:cubicBezTo>
                            <a:pt x="135997" y="63893"/>
                            <a:pt x="139140" y="68560"/>
                            <a:pt x="141331" y="73799"/>
                          </a:cubicBezTo>
                          <a:cubicBezTo>
                            <a:pt x="143522" y="79038"/>
                            <a:pt x="144760" y="84181"/>
                            <a:pt x="145141" y="89611"/>
                          </a:cubicBezTo>
                          <a:cubicBezTo>
                            <a:pt x="145808" y="100374"/>
                            <a:pt x="142950" y="110947"/>
                            <a:pt x="135711" y="119043"/>
                          </a:cubicBezTo>
                          <a:lnTo>
                            <a:pt x="115613" y="141331"/>
                          </a:lnTo>
                          <a:cubicBezTo>
                            <a:pt x="108375" y="149428"/>
                            <a:pt x="97421" y="152952"/>
                            <a:pt x="85800" y="151618"/>
                          </a:cubicBezTo>
                          <a:cubicBezTo>
                            <a:pt x="79990" y="150952"/>
                            <a:pt x="73703" y="149142"/>
                            <a:pt x="68084" y="146189"/>
                          </a:cubicBezTo>
                          <a:cubicBezTo>
                            <a:pt x="62273" y="143046"/>
                            <a:pt x="56463" y="138950"/>
                            <a:pt x="51796" y="133902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42" name="Forme libre : forme 14541">
                      <a:extLst>
                        <a:ext uri="{FF2B5EF4-FFF2-40B4-BE49-F238E27FC236}">
                          <a16:creationId xmlns:a16="http://schemas.microsoft.com/office/drawing/2014/main" id="{07431F8D-1891-4558-A117-25256E3421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0033" y="2992564"/>
                      <a:ext cx="116053" cy="131434"/>
                    </a:xfrm>
                    <a:custGeom>
                      <a:avLst/>
                      <a:gdLst>
                        <a:gd name="connsiteX0" fmla="*/ 46902 w 116053"/>
                        <a:gd name="connsiteY0" fmla="*/ 54197 h 131434"/>
                        <a:gd name="connsiteX1" fmla="*/ 21660 w 116053"/>
                        <a:gd name="connsiteY1" fmla="*/ 0 h 131434"/>
                        <a:gd name="connsiteX2" fmla="*/ 11945 w 116053"/>
                        <a:gd name="connsiteY2" fmla="*/ 8858 h 131434"/>
                        <a:gd name="connsiteX3" fmla="*/ 12993 w 116053"/>
                        <a:gd name="connsiteY3" fmla="*/ 70390 h 131434"/>
                        <a:gd name="connsiteX4" fmla="*/ 31852 w 116053"/>
                        <a:gd name="connsiteY4" fmla="*/ 91821 h 131434"/>
                        <a:gd name="connsiteX5" fmla="*/ 51759 w 116053"/>
                        <a:gd name="connsiteY5" fmla="*/ 113538 h 131434"/>
                        <a:gd name="connsiteX6" fmla="*/ 67857 w 116053"/>
                        <a:gd name="connsiteY6" fmla="*/ 125730 h 131434"/>
                        <a:gd name="connsiteX7" fmla="*/ 85573 w 116053"/>
                        <a:gd name="connsiteY7" fmla="*/ 131159 h 131434"/>
                        <a:gd name="connsiteX8" fmla="*/ 115387 w 116053"/>
                        <a:gd name="connsiteY8" fmla="*/ 120872 h 131434"/>
                        <a:gd name="connsiteX9" fmla="*/ 116053 w 116053"/>
                        <a:gd name="connsiteY9" fmla="*/ 120110 h 131434"/>
                        <a:gd name="connsiteX10" fmla="*/ 81382 w 116053"/>
                        <a:gd name="connsiteY10" fmla="*/ 86582 h 131434"/>
                        <a:gd name="connsiteX11" fmla="*/ 46902 w 116053"/>
                        <a:gd name="connsiteY11" fmla="*/ 54197 h 131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6053" h="131434">
                          <a:moveTo>
                            <a:pt x="46902" y="54197"/>
                          </a:moveTo>
                          <a:cubicBezTo>
                            <a:pt x="28518" y="40481"/>
                            <a:pt x="18613" y="19336"/>
                            <a:pt x="21660" y="0"/>
                          </a:cubicBezTo>
                          <a:lnTo>
                            <a:pt x="11945" y="8858"/>
                          </a:lnTo>
                          <a:cubicBezTo>
                            <a:pt x="-4152" y="23813"/>
                            <a:pt x="-4152" y="50578"/>
                            <a:pt x="12993" y="70390"/>
                          </a:cubicBezTo>
                          <a:lnTo>
                            <a:pt x="31852" y="91821"/>
                          </a:lnTo>
                          <a:cubicBezTo>
                            <a:pt x="38234" y="99060"/>
                            <a:pt x="44901" y="106299"/>
                            <a:pt x="51759" y="113538"/>
                          </a:cubicBezTo>
                          <a:cubicBezTo>
                            <a:pt x="56427" y="118682"/>
                            <a:pt x="62237" y="122682"/>
                            <a:pt x="67857" y="125730"/>
                          </a:cubicBezTo>
                          <a:cubicBezTo>
                            <a:pt x="73476" y="128778"/>
                            <a:pt x="79763" y="130493"/>
                            <a:pt x="85573" y="131159"/>
                          </a:cubicBezTo>
                          <a:cubicBezTo>
                            <a:pt x="97289" y="132493"/>
                            <a:pt x="108148" y="128969"/>
                            <a:pt x="115387" y="120872"/>
                          </a:cubicBezTo>
                          <a:lnTo>
                            <a:pt x="116053" y="120110"/>
                          </a:lnTo>
                          <a:cubicBezTo>
                            <a:pt x="103099" y="109919"/>
                            <a:pt x="92146" y="98108"/>
                            <a:pt x="81382" y="86582"/>
                          </a:cubicBezTo>
                          <a:cubicBezTo>
                            <a:pt x="70619" y="75057"/>
                            <a:pt x="59760" y="63818"/>
                            <a:pt x="46902" y="5419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43" name="Forme libre : forme 14542">
                      <a:extLst>
                        <a:ext uri="{FF2B5EF4-FFF2-40B4-BE49-F238E27FC236}">
                          <a16:creationId xmlns:a16="http://schemas.microsoft.com/office/drawing/2014/main" id="{85F410BE-0129-4DB0-9ACB-2532F1C110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0095" y="3028074"/>
                      <a:ext cx="55498" cy="58285"/>
                    </a:xfrm>
                    <a:custGeom>
                      <a:avLst/>
                      <a:gdLst>
                        <a:gd name="connsiteX0" fmla="*/ 51228 w 55498"/>
                        <a:gd name="connsiteY0" fmla="*/ 54406 h 58285"/>
                        <a:gd name="connsiteX1" fmla="*/ 12175 w 55498"/>
                        <a:gd name="connsiteY1" fmla="*/ 43071 h 58285"/>
                        <a:gd name="connsiteX2" fmla="*/ 4936 w 55498"/>
                        <a:gd name="connsiteY2" fmla="*/ 3352 h 58285"/>
                        <a:gd name="connsiteX3" fmla="*/ 43132 w 55498"/>
                        <a:gd name="connsiteY3" fmla="*/ 15449 h 58285"/>
                        <a:gd name="connsiteX4" fmla="*/ 51228 w 55498"/>
                        <a:gd name="connsiteY4" fmla="*/ 54406 h 58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498" h="58285">
                          <a:moveTo>
                            <a:pt x="51228" y="54406"/>
                          </a:moveTo>
                          <a:cubicBezTo>
                            <a:pt x="43132" y="62502"/>
                            <a:pt x="25225" y="57549"/>
                            <a:pt x="12175" y="43071"/>
                          </a:cubicBezTo>
                          <a:cubicBezTo>
                            <a:pt x="-779" y="28593"/>
                            <a:pt x="-3731" y="10877"/>
                            <a:pt x="4936" y="3352"/>
                          </a:cubicBezTo>
                          <a:cubicBezTo>
                            <a:pt x="13604" y="-4173"/>
                            <a:pt x="30749" y="1447"/>
                            <a:pt x="43132" y="15449"/>
                          </a:cubicBezTo>
                          <a:cubicBezTo>
                            <a:pt x="55514" y="29165"/>
                            <a:pt x="59324" y="46310"/>
                            <a:pt x="51228" y="5440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44" name="Forme libre : forme 14543">
                      <a:extLst>
                        <a:ext uri="{FF2B5EF4-FFF2-40B4-BE49-F238E27FC236}">
                          <a16:creationId xmlns:a16="http://schemas.microsoft.com/office/drawing/2014/main" id="{70E10D9E-30F8-4D47-927C-75B65F3846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0095" y="3027946"/>
                      <a:ext cx="27891" cy="53295"/>
                    </a:xfrm>
                    <a:custGeom>
                      <a:avLst/>
                      <a:gdLst>
                        <a:gd name="connsiteX0" fmla="*/ 27892 w 27891"/>
                        <a:gd name="connsiteY0" fmla="*/ 3480 h 53295"/>
                        <a:gd name="connsiteX1" fmla="*/ 4936 w 27891"/>
                        <a:gd name="connsiteY1" fmla="*/ 3385 h 53295"/>
                        <a:gd name="connsiteX2" fmla="*/ 12175 w 27891"/>
                        <a:gd name="connsiteY2" fmla="*/ 43104 h 53295"/>
                        <a:gd name="connsiteX3" fmla="*/ 24463 w 27891"/>
                        <a:gd name="connsiteY3" fmla="*/ 53296 h 53295"/>
                        <a:gd name="connsiteX4" fmla="*/ 19605 w 27891"/>
                        <a:gd name="connsiteY4" fmla="*/ 45866 h 53295"/>
                        <a:gd name="connsiteX5" fmla="*/ 27892 w 27891"/>
                        <a:gd name="connsiteY5" fmla="*/ 3480 h 53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7891" h="53295">
                          <a:moveTo>
                            <a:pt x="27892" y="3480"/>
                          </a:moveTo>
                          <a:cubicBezTo>
                            <a:pt x="19129" y="-902"/>
                            <a:pt x="10366" y="-1378"/>
                            <a:pt x="4936" y="3385"/>
                          </a:cubicBezTo>
                          <a:cubicBezTo>
                            <a:pt x="-3731" y="10910"/>
                            <a:pt x="-779" y="28626"/>
                            <a:pt x="12175" y="43104"/>
                          </a:cubicBezTo>
                          <a:cubicBezTo>
                            <a:pt x="15985" y="47295"/>
                            <a:pt x="20272" y="50724"/>
                            <a:pt x="24463" y="53296"/>
                          </a:cubicBezTo>
                          <a:cubicBezTo>
                            <a:pt x="22558" y="51010"/>
                            <a:pt x="20843" y="48629"/>
                            <a:pt x="19605" y="45866"/>
                          </a:cubicBezTo>
                          <a:cubicBezTo>
                            <a:pt x="13985" y="30150"/>
                            <a:pt x="16557" y="11767"/>
                            <a:pt x="27892" y="348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45" name="Forme libre : forme 14544">
                      <a:extLst>
                        <a:ext uri="{FF2B5EF4-FFF2-40B4-BE49-F238E27FC236}">
                          <a16:creationId xmlns:a16="http://schemas.microsoft.com/office/drawing/2014/main" id="{771FEA94-6AC7-4965-8B91-4922F45619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8988" y="3033596"/>
                      <a:ext cx="55714" cy="58475"/>
                    </a:xfrm>
                    <a:custGeom>
                      <a:avLst/>
                      <a:gdLst>
                        <a:gd name="connsiteX0" fmla="*/ 51573 w 55714"/>
                        <a:gd name="connsiteY0" fmla="*/ 54599 h 58475"/>
                        <a:gd name="connsiteX1" fmla="*/ 12330 w 55714"/>
                        <a:gd name="connsiteY1" fmla="*/ 43169 h 58475"/>
                        <a:gd name="connsiteX2" fmla="*/ 4900 w 55714"/>
                        <a:gd name="connsiteY2" fmla="*/ 3355 h 58475"/>
                        <a:gd name="connsiteX3" fmla="*/ 43095 w 55714"/>
                        <a:gd name="connsiteY3" fmla="*/ 15356 h 58475"/>
                        <a:gd name="connsiteX4" fmla="*/ 51573 w 55714"/>
                        <a:gd name="connsiteY4" fmla="*/ 54599 h 58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714" h="58475">
                          <a:moveTo>
                            <a:pt x="51573" y="54599"/>
                          </a:moveTo>
                          <a:cubicBezTo>
                            <a:pt x="43572" y="62696"/>
                            <a:pt x="25569" y="57742"/>
                            <a:pt x="12330" y="43169"/>
                          </a:cubicBezTo>
                          <a:cubicBezTo>
                            <a:pt x="-720" y="28691"/>
                            <a:pt x="-3768" y="10880"/>
                            <a:pt x="4900" y="3355"/>
                          </a:cubicBezTo>
                          <a:cubicBezTo>
                            <a:pt x="13568" y="-4170"/>
                            <a:pt x="30618" y="1450"/>
                            <a:pt x="43095" y="15356"/>
                          </a:cubicBezTo>
                          <a:cubicBezTo>
                            <a:pt x="55573" y="29263"/>
                            <a:pt x="59574" y="46408"/>
                            <a:pt x="51573" y="5459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46" name="Forme libre : forme 14545">
                      <a:extLst>
                        <a:ext uri="{FF2B5EF4-FFF2-40B4-BE49-F238E27FC236}">
                          <a16:creationId xmlns:a16="http://schemas.microsoft.com/office/drawing/2014/main" id="{764B856D-6B0E-47C3-8D60-38F2C9CB39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8477" y="2993244"/>
                      <a:ext cx="58726" cy="100349"/>
                    </a:xfrm>
                    <a:custGeom>
                      <a:avLst/>
                      <a:gdLst>
                        <a:gd name="connsiteX0" fmla="*/ 15313 w 58726"/>
                        <a:gd name="connsiteY0" fmla="*/ 17894 h 100349"/>
                        <a:gd name="connsiteX1" fmla="*/ 2264 w 58726"/>
                        <a:gd name="connsiteY1" fmla="*/ 32372 h 100349"/>
                        <a:gd name="connsiteX2" fmla="*/ 9313 w 58726"/>
                        <a:gd name="connsiteY2" fmla="*/ 71996 h 100349"/>
                        <a:gd name="connsiteX3" fmla="*/ 36173 w 58726"/>
                        <a:gd name="connsiteY3" fmla="*/ 97904 h 100349"/>
                        <a:gd name="connsiteX4" fmla="*/ 57985 w 58726"/>
                        <a:gd name="connsiteY4" fmla="*/ 94094 h 100349"/>
                        <a:gd name="connsiteX5" fmla="*/ 56747 w 58726"/>
                        <a:gd name="connsiteY5" fmla="*/ 78473 h 100349"/>
                        <a:gd name="connsiteX6" fmla="*/ 54175 w 58726"/>
                        <a:gd name="connsiteY6" fmla="*/ 41325 h 100349"/>
                        <a:gd name="connsiteX7" fmla="*/ 47603 w 58726"/>
                        <a:gd name="connsiteY7" fmla="*/ 1606 h 100349"/>
                        <a:gd name="connsiteX8" fmla="*/ 15313 w 58726"/>
                        <a:gd name="connsiteY8" fmla="*/ 17894 h 100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726" h="100349">
                          <a:moveTo>
                            <a:pt x="15313" y="17894"/>
                          </a:moveTo>
                          <a:cubicBezTo>
                            <a:pt x="10265" y="21990"/>
                            <a:pt x="5026" y="26371"/>
                            <a:pt x="2264" y="32372"/>
                          </a:cubicBezTo>
                          <a:cubicBezTo>
                            <a:pt x="-2975" y="43992"/>
                            <a:pt x="1502" y="59232"/>
                            <a:pt x="9313" y="71996"/>
                          </a:cubicBezTo>
                          <a:cubicBezTo>
                            <a:pt x="15694" y="82569"/>
                            <a:pt x="24743" y="92760"/>
                            <a:pt x="36173" y="97904"/>
                          </a:cubicBezTo>
                          <a:cubicBezTo>
                            <a:pt x="44650" y="101714"/>
                            <a:pt x="55128" y="101524"/>
                            <a:pt x="57985" y="94094"/>
                          </a:cubicBezTo>
                          <a:cubicBezTo>
                            <a:pt x="59700" y="89522"/>
                            <a:pt x="58080" y="83807"/>
                            <a:pt x="56747" y="78473"/>
                          </a:cubicBezTo>
                          <a:cubicBezTo>
                            <a:pt x="53604" y="65900"/>
                            <a:pt x="52937" y="53327"/>
                            <a:pt x="54175" y="41325"/>
                          </a:cubicBezTo>
                          <a:cubicBezTo>
                            <a:pt x="55223" y="31039"/>
                            <a:pt x="60843" y="9322"/>
                            <a:pt x="47603" y="1606"/>
                          </a:cubicBezTo>
                          <a:cubicBezTo>
                            <a:pt x="35697" y="-5347"/>
                            <a:pt x="22362" y="12179"/>
                            <a:pt x="15313" y="1789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47" name="Forme libre : forme 14546">
                      <a:extLst>
                        <a:ext uri="{FF2B5EF4-FFF2-40B4-BE49-F238E27FC236}">
                          <a16:creationId xmlns:a16="http://schemas.microsoft.com/office/drawing/2014/main" id="{26F729BB-4CE7-4FA6-B422-8D47B51CBF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6099" y="3007581"/>
                      <a:ext cx="30373" cy="18215"/>
                    </a:xfrm>
                    <a:custGeom>
                      <a:avLst/>
                      <a:gdLst>
                        <a:gd name="connsiteX0" fmla="*/ 5885 w 30373"/>
                        <a:gd name="connsiteY0" fmla="*/ 223 h 18215"/>
                        <a:gd name="connsiteX1" fmla="*/ 1408 w 30373"/>
                        <a:gd name="connsiteY1" fmla="*/ 1842 h 18215"/>
                        <a:gd name="connsiteX2" fmla="*/ 265 w 30373"/>
                        <a:gd name="connsiteY2" fmla="*/ 6414 h 18215"/>
                        <a:gd name="connsiteX3" fmla="*/ 3694 w 30373"/>
                        <a:gd name="connsiteY3" fmla="*/ 10129 h 18215"/>
                        <a:gd name="connsiteX4" fmla="*/ 14839 w 30373"/>
                        <a:gd name="connsiteY4" fmla="*/ 16511 h 18215"/>
                        <a:gd name="connsiteX5" fmla="*/ 19696 w 30373"/>
                        <a:gd name="connsiteY5" fmla="*/ 18130 h 18215"/>
                        <a:gd name="connsiteX6" fmla="*/ 27412 w 30373"/>
                        <a:gd name="connsiteY6" fmla="*/ 6605 h 18215"/>
                        <a:gd name="connsiteX7" fmla="*/ 5885 w 30373"/>
                        <a:gd name="connsiteY7" fmla="*/ 223 h 18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373" h="18215">
                          <a:moveTo>
                            <a:pt x="5885" y="223"/>
                          </a:moveTo>
                          <a:cubicBezTo>
                            <a:pt x="4266" y="413"/>
                            <a:pt x="2647" y="794"/>
                            <a:pt x="1408" y="1842"/>
                          </a:cubicBezTo>
                          <a:cubicBezTo>
                            <a:pt x="265" y="2890"/>
                            <a:pt x="-401" y="4700"/>
                            <a:pt x="265" y="6414"/>
                          </a:cubicBezTo>
                          <a:cubicBezTo>
                            <a:pt x="837" y="7938"/>
                            <a:pt x="2266" y="9176"/>
                            <a:pt x="3694" y="10129"/>
                          </a:cubicBezTo>
                          <a:cubicBezTo>
                            <a:pt x="7314" y="12605"/>
                            <a:pt x="11029" y="14796"/>
                            <a:pt x="14839" y="16511"/>
                          </a:cubicBezTo>
                          <a:cubicBezTo>
                            <a:pt x="16458" y="17273"/>
                            <a:pt x="18077" y="17940"/>
                            <a:pt x="19696" y="18130"/>
                          </a:cubicBezTo>
                          <a:cubicBezTo>
                            <a:pt x="26554" y="18987"/>
                            <a:pt x="34936" y="13272"/>
                            <a:pt x="27412" y="6605"/>
                          </a:cubicBezTo>
                          <a:cubicBezTo>
                            <a:pt x="21697" y="1366"/>
                            <a:pt x="12457" y="-730"/>
                            <a:pt x="5885" y="22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48" name="Forme libre : forme 14547">
                      <a:extLst>
                        <a:ext uri="{FF2B5EF4-FFF2-40B4-BE49-F238E27FC236}">
                          <a16:creationId xmlns:a16="http://schemas.microsoft.com/office/drawing/2014/main" id="{84D6DA96-6A4F-40AA-A044-AD43C0C3C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079" y="3105340"/>
                      <a:ext cx="60769" cy="12434"/>
                    </a:xfrm>
                    <a:custGeom>
                      <a:avLst/>
                      <a:gdLst>
                        <a:gd name="connsiteX0" fmla="*/ 60769 w 60769"/>
                        <a:gd name="connsiteY0" fmla="*/ 1715 h 12434"/>
                        <a:gd name="connsiteX1" fmla="*/ 45720 w 60769"/>
                        <a:gd name="connsiteY1" fmla="*/ 10859 h 12434"/>
                        <a:gd name="connsiteX2" fmla="*/ 0 w 60769"/>
                        <a:gd name="connsiteY2" fmla="*/ 0 h 12434"/>
                        <a:gd name="connsiteX3" fmla="*/ 5429 w 60769"/>
                        <a:gd name="connsiteY3" fmla="*/ 2762 h 12434"/>
                        <a:gd name="connsiteX4" fmla="*/ 19717 w 60769"/>
                        <a:gd name="connsiteY4" fmla="*/ 7620 h 12434"/>
                        <a:gd name="connsiteX5" fmla="*/ 60769 w 60769"/>
                        <a:gd name="connsiteY5" fmla="*/ 1715 h 12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0769" h="12434">
                          <a:moveTo>
                            <a:pt x="60769" y="1715"/>
                          </a:moveTo>
                          <a:cubicBezTo>
                            <a:pt x="60769" y="1715"/>
                            <a:pt x="55816" y="7906"/>
                            <a:pt x="45720" y="10859"/>
                          </a:cubicBezTo>
                          <a:cubicBezTo>
                            <a:pt x="35719" y="13907"/>
                            <a:pt x="19907" y="13621"/>
                            <a:pt x="0" y="0"/>
                          </a:cubicBezTo>
                          <a:cubicBezTo>
                            <a:pt x="0" y="0"/>
                            <a:pt x="1905" y="1238"/>
                            <a:pt x="5429" y="2762"/>
                          </a:cubicBezTo>
                          <a:cubicBezTo>
                            <a:pt x="8954" y="4382"/>
                            <a:pt x="13906" y="6287"/>
                            <a:pt x="19717" y="7620"/>
                          </a:cubicBezTo>
                          <a:cubicBezTo>
                            <a:pt x="31528" y="10382"/>
                            <a:pt x="47054" y="10573"/>
                            <a:pt x="60769" y="17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49" name="Forme libre : forme 14548">
                      <a:extLst>
                        <a:ext uri="{FF2B5EF4-FFF2-40B4-BE49-F238E27FC236}">
                          <a16:creationId xmlns:a16="http://schemas.microsoft.com/office/drawing/2014/main" id="{DBF75DD1-7253-4096-B89A-1FF36CA77E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3791" y="2977368"/>
                      <a:ext cx="61912" cy="17862"/>
                    </a:xfrm>
                    <a:custGeom>
                      <a:avLst/>
                      <a:gdLst>
                        <a:gd name="connsiteX0" fmla="*/ 61913 w 61912"/>
                        <a:gd name="connsiteY0" fmla="*/ 17862 h 17862"/>
                        <a:gd name="connsiteX1" fmla="*/ 43243 w 61912"/>
                        <a:gd name="connsiteY1" fmla="*/ 4623 h 17862"/>
                        <a:gd name="connsiteX2" fmla="*/ 0 w 61912"/>
                        <a:gd name="connsiteY2" fmla="*/ 7957 h 17862"/>
                        <a:gd name="connsiteX3" fmla="*/ 19526 w 61912"/>
                        <a:gd name="connsiteY3" fmla="*/ 3099 h 17862"/>
                        <a:gd name="connsiteX4" fmla="*/ 61913 w 61912"/>
                        <a:gd name="connsiteY4" fmla="*/ 17862 h 17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12" h="17862">
                          <a:moveTo>
                            <a:pt x="61913" y="17862"/>
                          </a:moveTo>
                          <a:cubicBezTo>
                            <a:pt x="61913" y="17862"/>
                            <a:pt x="54673" y="9862"/>
                            <a:pt x="43243" y="4623"/>
                          </a:cubicBezTo>
                          <a:cubicBezTo>
                            <a:pt x="31718" y="-806"/>
                            <a:pt x="16097" y="-3378"/>
                            <a:pt x="0" y="7957"/>
                          </a:cubicBezTo>
                          <a:cubicBezTo>
                            <a:pt x="0" y="7957"/>
                            <a:pt x="7811" y="3861"/>
                            <a:pt x="19526" y="3099"/>
                          </a:cubicBezTo>
                          <a:cubicBezTo>
                            <a:pt x="31242" y="2337"/>
                            <a:pt x="46958" y="5099"/>
                            <a:pt x="61913" y="178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0" name="Forme libre : forme 14549">
                      <a:extLst>
                        <a:ext uri="{FF2B5EF4-FFF2-40B4-BE49-F238E27FC236}">
                          <a16:creationId xmlns:a16="http://schemas.microsoft.com/office/drawing/2014/main" id="{95002319-5036-492E-9B24-37A0859177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0611" y="3044167"/>
                      <a:ext cx="17219" cy="23983"/>
                    </a:xfrm>
                    <a:custGeom>
                      <a:avLst/>
                      <a:gdLst>
                        <a:gd name="connsiteX0" fmla="*/ 14425 w 17219"/>
                        <a:gd name="connsiteY0" fmla="*/ 23740 h 23983"/>
                        <a:gd name="connsiteX1" fmla="*/ 2138 w 17219"/>
                        <a:gd name="connsiteY1" fmla="*/ 14310 h 23983"/>
                        <a:gd name="connsiteX2" fmla="*/ 2900 w 17219"/>
                        <a:gd name="connsiteY2" fmla="*/ 213 h 23983"/>
                        <a:gd name="connsiteX3" fmla="*/ 14996 w 17219"/>
                        <a:gd name="connsiteY3" fmla="*/ 9643 h 23983"/>
                        <a:gd name="connsiteX4" fmla="*/ 14425 w 17219"/>
                        <a:gd name="connsiteY4" fmla="*/ 23740 h 23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19" h="23983">
                          <a:moveTo>
                            <a:pt x="14425" y="23740"/>
                          </a:moveTo>
                          <a:cubicBezTo>
                            <a:pt x="10901" y="25074"/>
                            <a:pt x="5376" y="20787"/>
                            <a:pt x="2138" y="14310"/>
                          </a:cubicBezTo>
                          <a:cubicBezTo>
                            <a:pt x="-1006" y="7833"/>
                            <a:pt x="-625" y="1452"/>
                            <a:pt x="2900" y="213"/>
                          </a:cubicBezTo>
                          <a:cubicBezTo>
                            <a:pt x="6424" y="-1025"/>
                            <a:pt x="11758" y="3261"/>
                            <a:pt x="14996" y="9643"/>
                          </a:cubicBezTo>
                          <a:cubicBezTo>
                            <a:pt x="18140" y="16120"/>
                            <a:pt x="17949" y="22502"/>
                            <a:pt x="14425" y="2374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1" name="Forme libre : forme 14550">
                      <a:extLst>
                        <a:ext uri="{FF2B5EF4-FFF2-40B4-BE49-F238E27FC236}">
                          <a16:creationId xmlns:a16="http://schemas.microsoft.com/office/drawing/2014/main" id="{47C4DECA-D630-4C7F-BF1C-C806982621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212" y="3063487"/>
                      <a:ext cx="6435" cy="6649"/>
                    </a:xfrm>
                    <a:custGeom>
                      <a:avLst/>
                      <a:gdLst>
                        <a:gd name="connsiteX0" fmla="*/ 5635 w 6435"/>
                        <a:gd name="connsiteY0" fmla="*/ 5944 h 6649"/>
                        <a:gd name="connsiteX1" fmla="*/ 1063 w 6435"/>
                        <a:gd name="connsiteY1" fmla="*/ 5373 h 6649"/>
                        <a:gd name="connsiteX2" fmla="*/ 872 w 6435"/>
                        <a:gd name="connsiteY2" fmla="*/ 705 h 6649"/>
                        <a:gd name="connsiteX3" fmla="*/ 5444 w 6435"/>
                        <a:gd name="connsiteY3" fmla="*/ 1277 h 6649"/>
                        <a:gd name="connsiteX4" fmla="*/ 5635 w 6435"/>
                        <a:gd name="connsiteY4" fmla="*/ 5944 h 6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35" h="6649">
                          <a:moveTo>
                            <a:pt x="5635" y="5944"/>
                          </a:moveTo>
                          <a:cubicBezTo>
                            <a:pt x="4396" y="7087"/>
                            <a:pt x="2396" y="6801"/>
                            <a:pt x="1063" y="5373"/>
                          </a:cubicBezTo>
                          <a:cubicBezTo>
                            <a:pt x="-271" y="3944"/>
                            <a:pt x="-366" y="1848"/>
                            <a:pt x="872" y="705"/>
                          </a:cubicBezTo>
                          <a:cubicBezTo>
                            <a:pt x="2110" y="-438"/>
                            <a:pt x="4111" y="-152"/>
                            <a:pt x="5444" y="1277"/>
                          </a:cubicBezTo>
                          <a:cubicBezTo>
                            <a:pt x="6683" y="2801"/>
                            <a:pt x="6778" y="4801"/>
                            <a:pt x="5635" y="59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2" name="Forme libre : forme 14551">
                      <a:extLst>
                        <a:ext uri="{FF2B5EF4-FFF2-40B4-BE49-F238E27FC236}">
                          <a16:creationId xmlns:a16="http://schemas.microsoft.com/office/drawing/2014/main" id="{33E5FB46-6E5D-4D95-958B-BE35E6E76A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3817" y="3023589"/>
                      <a:ext cx="30479" cy="73097"/>
                    </a:xfrm>
                    <a:custGeom>
                      <a:avLst/>
                      <a:gdLst>
                        <a:gd name="connsiteX0" fmla="*/ 28843 w 30479"/>
                        <a:gd name="connsiteY0" fmla="*/ 47842 h 73097"/>
                        <a:gd name="connsiteX1" fmla="*/ 14461 w 30479"/>
                        <a:gd name="connsiteY1" fmla="*/ 69940 h 73097"/>
                        <a:gd name="connsiteX2" fmla="*/ 5317 w 30479"/>
                        <a:gd name="connsiteY2" fmla="*/ 72131 h 73097"/>
                        <a:gd name="connsiteX3" fmla="*/ 3316 w 30479"/>
                        <a:gd name="connsiteY3" fmla="*/ 63082 h 73097"/>
                        <a:gd name="connsiteX4" fmla="*/ 9698 w 30479"/>
                        <a:gd name="connsiteY4" fmla="*/ 35269 h 73097"/>
                        <a:gd name="connsiteX5" fmla="*/ 3507 w 30479"/>
                        <a:gd name="connsiteY5" fmla="*/ 26 h 73097"/>
                        <a:gd name="connsiteX6" fmla="*/ 29034 w 30479"/>
                        <a:gd name="connsiteY6" fmla="*/ 27077 h 73097"/>
                        <a:gd name="connsiteX7" fmla="*/ 28843 w 30479"/>
                        <a:gd name="connsiteY7" fmla="*/ 47842 h 7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479" h="73097">
                          <a:moveTo>
                            <a:pt x="28843" y="47842"/>
                          </a:moveTo>
                          <a:cubicBezTo>
                            <a:pt x="26176" y="56509"/>
                            <a:pt x="20747" y="63749"/>
                            <a:pt x="14461" y="69940"/>
                          </a:cubicBezTo>
                          <a:cubicBezTo>
                            <a:pt x="12175" y="72226"/>
                            <a:pt x="8555" y="74416"/>
                            <a:pt x="5317" y="72131"/>
                          </a:cubicBezTo>
                          <a:cubicBezTo>
                            <a:pt x="2459" y="70035"/>
                            <a:pt x="2459" y="66034"/>
                            <a:pt x="3316" y="63082"/>
                          </a:cubicBezTo>
                          <a:cubicBezTo>
                            <a:pt x="5888" y="53842"/>
                            <a:pt x="11127" y="45175"/>
                            <a:pt x="9698" y="35269"/>
                          </a:cubicBezTo>
                          <a:cubicBezTo>
                            <a:pt x="8746" y="29173"/>
                            <a:pt x="-6780" y="1074"/>
                            <a:pt x="3507" y="26"/>
                          </a:cubicBezTo>
                          <a:cubicBezTo>
                            <a:pt x="13794" y="-831"/>
                            <a:pt x="26653" y="19552"/>
                            <a:pt x="29034" y="27077"/>
                          </a:cubicBezTo>
                          <a:cubicBezTo>
                            <a:pt x="31129" y="34126"/>
                            <a:pt x="30844" y="41460"/>
                            <a:pt x="28843" y="4784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37" name="Graphique 1">
                    <a:extLst>
                      <a:ext uri="{FF2B5EF4-FFF2-40B4-BE49-F238E27FC236}">
                        <a16:creationId xmlns:a16="http://schemas.microsoft.com/office/drawing/2014/main" id="{72BBD62A-E28B-4B4F-BCA3-B6F2A30F06A5}"/>
                      </a:ext>
                    </a:extLst>
                  </p:cNvPr>
                  <p:cNvGrpSpPr/>
                  <p:nvPr/>
                </p:nvGrpSpPr>
                <p:grpSpPr>
                  <a:xfrm>
                    <a:off x="2177406" y="3078625"/>
                    <a:ext cx="153761" cy="134849"/>
                    <a:chOff x="2177406" y="3078625"/>
                    <a:chExt cx="153761" cy="134849"/>
                  </a:xfrm>
                  <a:solidFill>
                    <a:schemeClr val="accent1"/>
                  </a:solidFill>
                </p:grpSpPr>
                <p:sp>
                  <p:nvSpPr>
                    <p:cNvPr id="14529" name="Forme libre : forme 14528">
                      <a:extLst>
                        <a:ext uri="{FF2B5EF4-FFF2-40B4-BE49-F238E27FC236}">
                          <a16:creationId xmlns:a16="http://schemas.microsoft.com/office/drawing/2014/main" id="{6473A51D-41FE-4DE6-BF6B-E627FB1FA9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7406" y="3078625"/>
                      <a:ext cx="153761" cy="134659"/>
                    </a:xfrm>
                    <a:custGeom>
                      <a:avLst/>
                      <a:gdLst>
                        <a:gd name="connsiteX0" fmla="*/ 82880 w 153761"/>
                        <a:gd name="connsiteY0" fmla="*/ 129585 h 134659"/>
                        <a:gd name="connsiteX1" fmla="*/ 52876 w 153761"/>
                        <a:gd name="connsiteY1" fmla="*/ 115202 h 134659"/>
                        <a:gd name="connsiteX2" fmla="*/ 24777 w 153761"/>
                        <a:gd name="connsiteY2" fmla="*/ 97867 h 134659"/>
                        <a:gd name="connsiteX3" fmla="*/ 9157 w 153761"/>
                        <a:gd name="connsiteY3" fmla="*/ 82818 h 134659"/>
                        <a:gd name="connsiteX4" fmla="*/ 1060 w 153761"/>
                        <a:gd name="connsiteY4" fmla="*/ 65577 h 134659"/>
                        <a:gd name="connsiteX5" fmla="*/ 8014 w 153761"/>
                        <a:gd name="connsiteY5" fmla="*/ 34716 h 134659"/>
                        <a:gd name="connsiteX6" fmla="*/ 28111 w 153761"/>
                        <a:gd name="connsiteY6" fmla="*/ 12428 h 134659"/>
                        <a:gd name="connsiteX7" fmla="*/ 56115 w 153761"/>
                        <a:gd name="connsiteY7" fmla="*/ 45 h 134659"/>
                        <a:gd name="connsiteX8" fmla="*/ 71641 w 153761"/>
                        <a:gd name="connsiteY8" fmla="*/ 1760 h 134659"/>
                        <a:gd name="connsiteX9" fmla="*/ 85928 w 153761"/>
                        <a:gd name="connsiteY9" fmla="*/ 8427 h 134659"/>
                        <a:gd name="connsiteX10" fmla="*/ 105264 w 153761"/>
                        <a:gd name="connsiteY10" fmla="*/ 20810 h 134659"/>
                        <a:gd name="connsiteX11" fmla="*/ 125552 w 153761"/>
                        <a:gd name="connsiteY11" fmla="*/ 30811 h 134659"/>
                        <a:gd name="connsiteX12" fmla="*/ 138316 w 153761"/>
                        <a:gd name="connsiteY12" fmla="*/ 39384 h 134659"/>
                        <a:gd name="connsiteX13" fmla="*/ 147745 w 153761"/>
                        <a:gd name="connsiteY13" fmla="*/ 51290 h 134659"/>
                        <a:gd name="connsiteX14" fmla="*/ 153079 w 153761"/>
                        <a:gd name="connsiteY14" fmla="*/ 65577 h 134659"/>
                        <a:gd name="connsiteX15" fmla="*/ 152793 w 153761"/>
                        <a:gd name="connsiteY15" fmla="*/ 81008 h 134659"/>
                        <a:gd name="connsiteX16" fmla="*/ 145745 w 153761"/>
                        <a:gd name="connsiteY16" fmla="*/ 109583 h 134659"/>
                        <a:gd name="connsiteX17" fmla="*/ 138125 w 153761"/>
                        <a:gd name="connsiteY17" fmla="*/ 123203 h 134659"/>
                        <a:gd name="connsiteX18" fmla="*/ 123742 w 153761"/>
                        <a:gd name="connsiteY18" fmla="*/ 132062 h 134659"/>
                        <a:gd name="connsiteX19" fmla="*/ 104407 w 153761"/>
                        <a:gd name="connsiteY19" fmla="*/ 134634 h 134659"/>
                        <a:gd name="connsiteX20" fmla="*/ 82880 w 153761"/>
                        <a:gd name="connsiteY20" fmla="*/ 129585 h 134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3761" h="134659">
                          <a:moveTo>
                            <a:pt x="82880" y="129585"/>
                          </a:moveTo>
                          <a:cubicBezTo>
                            <a:pt x="72498" y="125585"/>
                            <a:pt x="62782" y="120060"/>
                            <a:pt x="52876" y="115202"/>
                          </a:cubicBezTo>
                          <a:cubicBezTo>
                            <a:pt x="43446" y="109487"/>
                            <a:pt x="33541" y="104249"/>
                            <a:pt x="24777" y="97867"/>
                          </a:cubicBezTo>
                          <a:cubicBezTo>
                            <a:pt x="18491" y="93485"/>
                            <a:pt x="12967" y="88533"/>
                            <a:pt x="9157" y="82818"/>
                          </a:cubicBezTo>
                          <a:cubicBezTo>
                            <a:pt x="5251" y="77198"/>
                            <a:pt x="2394" y="71387"/>
                            <a:pt x="1060" y="65577"/>
                          </a:cubicBezTo>
                          <a:cubicBezTo>
                            <a:pt x="-1607" y="53861"/>
                            <a:pt x="775" y="42812"/>
                            <a:pt x="8014" y="34716"/>
                          </a:cubicBezTo>
                          <a:lnTo>
                            <a:pt x="28111" y="12428"/>
                          </a:lnTo>
                          <a:cubicBezTo>
                            <a:pt x="35350" y="4427"/>
                            <a:pt x="45828" y="426"/>
                            <a:pt x="56115" y="45"/>
                          </a:cubicBezTo>
                          <a:cubicBezTo>
                            <a:pt x="61353" y="-145"/>
                            <a:pt x="66687" y="236"/>
                            <a:pt x="71641" y="1760"/>
                          </a:cubicBezTo>
                          <a:cubicBezTo>
                            <a:pt x="76593" y="3379"/>
                            <a:pt x="81546" y="5284"/>
                            <a:pt x="85928" y="8427"/>
                          </a:cubicBezTo>
                          <a:cubicBezTo>
                            <a:pt x="92119" y="13190"/>
                            <a:pt x="98787" y="16619"/>
                            <a:pt x="105264" y="20810"/>
                          </a:cubicBezTo>
                          <a:cubicBezTo>
                            <a:pt x="112026" y="24048"/>
                            <a:pt x="118503" y="28144"/>
                            <a:pt x="125552" y="30811"/>
                          </a:cubicBezTo>
                          <a:cubicBezTo>
                            <a:pt x="130505" y="32716"/>
                            <a:pt x="134506" y="36145"/>
                            <a:pt x="138316" y="39384"/>
                          </a:cubicBezTo>
                          <a:cubicBezTo>
                            <a:pt x="142125" y="42717"/>
                            <a:pt x="145269" y="46813"/>
                            <a:pt x="147745" y="51290"/>
                          </a:cubicBezTo>
                          <a:cubicBezTo>
                            <a:pt x="150222" y="55957"/>
                            <a:pt x="152127" y="60529"/>
                            <a:pt x="153079" y="65577"/>
                          </a:cubicBezTo>
                          <a:cubicBezTo>
                            <a:pt x="154032" y="70530"/>
                            <a:pt x="154032" y="75769"/>
                            <a:pt x="152793" y="81008"/>
                          </a:cubicBezTo>
                          <a:lnTo>
                            <a:pt x="145745" y="109583"/>
                          </a:lnTo>
                          <a:cubicBezTo>
                            <a:pt x="144507" y="114726"/>
                            <a:pt x="141840" y="119393"/>
                            <a:pt x="138125" y="123203"/>
                          </a:cubicBezTo>
                          <a:cubicBezTo>
                            <a:pt x="134410" y="127013"/>
                            <a:pt x="129457" y="130347"/>
                            <a:pt x="123742" y="132062"/>
                          </a:cubicBezTo>
                          <a:cubicBezTo>
                            <a:pt x="118027" y="133967"/>
                            <a:pt x="111455" y="134824"/>
                            <a:pt x="104407" y="134634"/>
                          </a:cubicBezTo>
                          <a:cubicBezTo>
                            <a:pt x="97358" y="134634"/>
                            <a:pt x="90214" y="132443"/>
                            <a:pt x="82880" y="129585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0" name="Forme libre : forme 14529">
                      <a:extLst>
                        <a:ext uri="{FF2B5EF4-FFF2-40B4-BE49-F238E27FC236}">
                          <a16:creationId xmlns:a16="http://schemas.microsoft.com/office/drawing/2014/main" id="{F934BA4D-D934-4358-A8E5-CA7B555792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7406" y="3103816"/>
                      <a:ext cx="145935" cy="109658"/>
                    </a:xfrm>
                    <a:custGeom>
                      <a:avLst/>
                      <a:gdLst>
                        <a:gd name="connsiteX0" fmla="*/ 53638 w 145935"/>
                        <a:gd name="connsiteY0" fmla="*/ 49149 h 109658"/>
                        <a:gd name="connsiteX1" fmla="*/ 26206 w 145935"/>
                        <a:gd name="connsiteY1" fmla="*/ 28575 h 109658"/>
                        <a:gd name="connsiteX2" fmla="*/ 16681 w 145935"/>
                        <a:gd name="connsiteY2" fmla="*/ 0 h 109658"/>
                        <a:gd name="connsiteX3" fmla="*/ 8014 w 145935"/>
                        <a:gd name="connsiteY3" fmla="*/ 9620 h 109658"/>
                        <a:gd name="connsiteX4" fmla="*/ 1060 w 145935"/>
                        <a:gd name="connsiteY4" fmla="*/ 40481 h 109658"/>
                        <a:gd name="connsiteX5" fmla="*/ 9157 w 145935"/>
                        <a:gd name="connsiteY5" fmla="*/ 57722 h 109658"/>
                        <a:gd name="connsiteX6" fmla="*/ 24777 w 145935"/>
                        <a:gd name="connsiteY6" fmla="*/ 72771 h 109658"/>
                        <a:gd name="connsiteX7" fmla="*/ 52876 w 145935"/>
                        <a:gd name="connsiteY7" fmla="*/ 90107 h 109658"/>
                        <a:gd name="connsiteX8" fmla="*/ 82880 w 145935"/>
                        <a:gd name="connsiteY8" fmla="*/ 104489 h 109658"/>
                        <a:gd name="connsiteX9" fmla="*/ 104407 w 145935"/>
                        <a:gd name="connsiteY9" fmla="*/ 109633 h 109658"/>
                        <a:gd name="connsiteX10" fmla="*/ 123742 w 145935"/>
                        <a:gd name="connsiteY10" fmla="*/ 107061 h 109658"/>
                        <a:gd name="connsiteX11" fmla="*/ 138125 w 145935"/>
                        <a:gd name="connsiteY11" fmla="*/ 98203 h 109658"/>
                        <a:gd name="connsiteX12" fmla="*/ 145745 w 145935"/>
                        <a:gd name="connsiteY12" fmla="*/ 84582 h 109658"/>
                        <a:gd name="connsiteX13" fmla="*/ 145935 w 145935"/>
                        <a:gd name="connsiteY13" fmla="*/ 83630 h 109658"/>
                        <a:gd name="connsiteX14" fmla="*/ 121933 w 145935"/>
                        <a:gd name="connsiteY14" fmla="*/ 77343 h 109658"/>
                        <a:gd name="connsiteX15" fmla="*/ 99073 w 145935"/>
                        <a:gd name="connsiteY15" fmla="*/ 68580 h 109658"/>
                        <a:gd name="connsiteX16" fmla="*/ 76689 w 145935"/>
                        <a:gd name="connsiteY16" fmla="*/ 58769 h 109658"/>
                        <a:gd name="connsiteX17" fmla="*/ 53638 w 145935"/>
                        <a:gd name="connsiteY17" fmla="*/ 49149 h 109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5935" h="109658">
                          <a:moveTo>
                            <a:pt x="53638" y="49149"/>
                          </a:moveTo>
                          <a:cubicBezTo>
                            <a:pt x="42589" y="44672"/>
                            <a:pt x="32588" y="37529"/>
                            <a:pt x="26206" y="28575"/>
                          </a:cubicBezTo>
                          <a:cubicBezTo>
                            <a:pt x="19539" y="20003"/>
                            <a:pt x="16300" y="9620"/>
                            <a:pt x="16681" y="0"/>
                          </a:cubicBezTo>
                          <a:lnTo>
                            <a:pt x="8014" y="9620"/>
                          </a:lnTo>
                          <a:cubicBezTo>
                            <a:pt x="775" y="17621"/>
                            <a:pt x="-1607" y="28670"/>
                            <a:pt x="1060" y="40481"/>
                          </a:cubicBezTo>
                          <a:cubicBezTo>
                            <a:pt x="2394" y="46292"/>
                            <a:pt x="5251" y="52102"/>
                            <a:pt x="9157" y="57722"/>
                          </a:cubicBezTo>
                          <a:cubicBezTo>
                            <a:pt x="12967" y="63437"/>
                            <a:pt x="18396" y="68390"/>
                            <a:pt x="24777" y="72771"/>
                          </a:cubicBezTo>
                          <a:cubicBezTo>
                            <a:pt x="33541" y="79153"/>
                            <a:pt x="43446" y="84487"/>
                            <a:pt x="52876" y="90107"/>
                          </a:cubicBezTo>
                          <a:cubicBezTo>
                            <a:pt x="62877" y="94964"/>
                            <a:pt x="72498" y="100584"/>
                            <a:pt x="82880" y="104489"/>
                          </a:cubicBezTo>
                          <a:cubicBezTo>
                            <a:pt x="90119" y="107347"/>
                            <a:pt x="97358" y="109442"/>
                            <a:pt x="104407" y="109633"/>
                          </a:cubicBezTo>
                          <a:cubicBezTo>
                            <a:pt x="111455" y="109824"/>
                            <a:pt x="118027" y="108966"/>
                            <a:pt x="123742" y="107061"/>
                          </a:cubicBezTo>
                          <a:cubicBezTo>
                            <a:pt x="129457" y="105347"/>
                            <a:pt x="134410" y="101918"/>
                            <a:pt x="138125" y="98203"/>
                          </a:cubicBezTo>
                          <a:cubicBezTo>
                            <a:pt x="141840" y="94298"/>
                            <a:pt x="144507" y="89726"/>
                            <a:pt x="145745" y="84582"/>
                          </a:cubicBezTo>
                          <a:lnTo>
                            <a:pt x="145935" y="83630"/>
                          </a:lnTo>
                          <a:cubicBezTo>
                            <a:pt x="137649" y="82391"/>
                            <a:pt x="129743" y="80010"/>
                            <a:pt x="121933" y="77343"/>
                          </a:cubicBezTo>
                          <a:cubicBezTo>
                            <a:pt x="114027" y="75057"/>
                            <a:pt x="106597" y="71628"/>
                            <a:pt x="99073" y="68580"/>
                          </a:cubicBezTo>
                          <a:cubicBezTo>
                            <a:pt x="91452" y="65723"/>
                            <a:pt x="84309" y="61817"/>
                            <a:pt x="76689" y="58769"/>
                          </a:cubicBezTo>
                          <a:cubicBezTo>
                            <a:pt x="69069" y="55626"/>
                            <a:pt x="61830" y="51816"/>
                            <a:pt x="53638" y="49149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1" name="Forme libre : forme 14530">
                      <a:extLst>
                        <a:ext uri="{FF2B5EF4-FFF2-40B4-BE49-F238E27FC236}">
                          <a16:creationId xmlns:a16="http://schemas.microsoft.com/office/drawing/2014/main" id="{BD4741E0-6A79-4FAF-B40E-759E846F9B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265" y="3129152"/>
                      <a:ext cx="64536" cy="47979"/>
                    </a:xfrm>
                    <a:custGeom>
                      <a:avLst/>
                      <a:gdLst>
                        <a:gd name="connsiteX0" fmla="*/ 63835 w 64536"/>
                        <a:gd name="connsiteY0" fmla="*/ 38195 h 47979"/>
                        <a:gd name="connsiteX1" fmla="*/ 48976 w 64536"/>
                        <a:gd name="connsiteY1" fmla="*/ 47720 h 47979"/>
                        <a:gd name="connsiteX2" fmla="*/ 36499 w 64536"/>
                        <a:gd name="connsiteY2" fmla="*/ 47244 h 47979"/>
                        <a:gd name="connsiteX3" fmla="*/ 22783 w 64536"/>
                        <a:gd name="connsiteY3" fmla="*/ 42386 h 47979"/>
                        <a:gd name="connsiteX4" fmla="*/ 10781 w 64536"/>
                        <a:gd name="connsiteY4" fmla="*/ 34195 h 47979"/>
                        <a:gd name="connsiteX5" fmla="*/ 3066 w 64536"/>
                        <a:gd name="connsiteY5" fmla="*/ 24479 h 47979"/>
                        <a:gd name="connsiteX6" fmla="*/ 2113 w 64536"/>
                        <a:gd name="connsiteY6" fmla="*/ 6763 h 47979"/>
                        <a:gd name="connsiteX7" fmla="*/ 18306 w 64536"/>
                        <a:gd name="connsiteY7" fmla="*/ 0 h 47979"/>
                        <a:gd name="connsiteX8" fmla="*/ 29450 w 64536"/>
                        <a:gd name="connsiteY8" fmla="*/ 1619 h 47979"/>
                        <a:gd name="connsiteX9" fmla="*/ 41261 w 64536"/>
                        <a:gd name="connsiteY9" fmla="*/ 6096 h 47979"/>
                        <a:gd name="connsiteX10" fmla="*/ 51834 w 64536"/>
                        <a:gd name="connsiteY10" fmla="*/ 13145 h 47979"/>
                        <a:gd name="connsiteX11" fmla="*/ 59740 w 64536"/>
                        <a:gd name="connsiteY11" fmla="*/ 21146 h 47979"/>
                        <a:gd name="connsiteX12" fmla="*/ 63835 w 64536"/>
                        <a:gd name="connsiteY12" fmla="*/ 38195 h 47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4536" h="47979">
                          <a:moveTo>
                            <a:pt x="63835" y="38195"/>
                          </a:moveTo>
                          <a:cubicBezTo>
                            <a:pt x="61930" y="43529"/>
                            <a:pt x="56501" y="46863"/>
                            <a:pt x="48976" y="47720"/>
                          </a:cubicBezTo>
                          <a:cubicBezTo>
                            <a:pt x="45262" y="48196"/>
                            <a:pt x="40975" y="48006"/>
                            <a:pt x="36499" y="47244"/>
                          </a:cubicBezTo>
                          <a:cubicBezTo>
                            <a:pt x="32022" y="46482"/>
                            <a:pt x="27450" y="44577"/>
                            <a:pt x="22783" y="42386"/>
                          </a:cubicBezTo>
                          <a:cubicBezTo>
                            <a:pt x="18211" y="40005"/>
                            <a:pt x="14020" y="37529"/>
                            <a:pt x="10781" y="34195"/>
                          </a:cubicBezTo>
                          <a:cubicBezTo>
                            <a:pt x="7543" y="31052"/>
                            <a:pt x="4876" y="27718"/>
                            <a:pt x="3066" y="24479"/>
                          </a:cubicBezTo>
                          <a:cubicBezTo>
                            <a:pt x="-744" y="18002"/>
                            <a:pt x="-935" y="11335"/>
                            <a:pt x="2113" y="6763"/>
                          </a:cubicBezTo>
                          <a:cubicBezTo>
                            <a:pt x="5256" y="2000"/>
                            <a:pt x="11162" y="95"/>
                            <a:pt x="18306" y="0"/>
                          </a:cubicBezTo>
                          <a:cubicBezTo>
                            <a:pt x="21830" y="0"/>
                            <a:pt x="25640" y="476"/>
                            <a:pt x="29450" y="1619"/>
                          </a:cubicBezTo>
                          <a:cubicBezTo>
                            <a:pt x="33260" y="2858"/>
                            <a:pt x="37356" y="4096"/>
                            <a:pt x="41261" y="6096"/>
                          </a:cubicBezTo>
                          <a:cubicBezTo>
                            <a:pt x="45262" y="8096"/>
                            <a:pt x="48691" y="10668"/>
                            <a:pt x="51834" y="13145"/>
                          </a:cubicBezTo>
                          <a:cubicBezTo>
                            <a:pt x="54977" y="15526"/>
                            <a:pt x="57644" y="18288"/>
                            <a:pt x="59740" y="21146"/>
                          </a:cubicBezTo>
                          <a:cubicBezTo>
                            <a:pt x="63835" y="26861"/>
                            <a:pt x="65645" y="33052"/>
                            <a:pt x="63835" y="38195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2" name="Forme libre : forme 14531">
                      <a:extLst>
                        <a:ext uri="{FF2B5EF4-FFF2-40B4-BE49-F238E27FC236}">
                          <a16:creationId xmlns:a16="http://schemas.microsoft.com/office/drawing/2014/main" id="{B17711E8-1D05-487A-8262-9116AD80AD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226" y="3129209"/>
                      <a:ext cx="38727" cy="47663"/>
                    </a:xfrm>
                    <a:custGeom>
                      <a:avLst/>
                      <a:gdLst>
                        <a:gd name="connsiteX0" fmla="*/ 23773 w 38727"/>
                        <a:gd name="connsiteY0" fmla="*/ 325 h 47663"/>
                        <a:gd name="connsiteX1" fmla="*/ 2152 w 38727"/>
                        <a:gd name="connsiteY1" fmla="*/ 6802 h 47663"/>
                        <a:gd name="connsiteX2" fmla="*/ 3104 w 38727"/>
                        <a:gd name="connsiteY2" fmla="*/ 24518 h 47663"/>
                        <a:gd name="connsiteX3" fmla="*/ 10820 w 38727"/>
                        <a:gd name="connsiteY3" fmla="*/ 34234 h 47663"/>
                        <a:gd name="connsiteX4" fmla="*/ 22821 w 38727"/>
                        <a:gd name="connsiteY4" fmla="*/ 42425 h 47663"/>
                        <a:gd name="connsiteX5" fmla="*/ 38728 w 38727"/>
                        <a:gd name="connsiteY5" fmla="*/ 47664 h 47663"/>
                        <a:gd name="connsiteX6" fmla="*/ 31013 w 38727"/>
                        <a:gd name="connsiteY6" fmla="*/ 42520 h 47663"/>
                        <a:gd name="connsiteX7" fmla="*/ 19678 w 38727"/>
                        <a:gd name="connsiteY7" fmla="*/ 20899 h 47663"/>
                        <a:gd name="connsiteX8" fmla="*/ 23773 w 38727"/>
                        <a:gd name="connsiteY8" fmla="*/ 325 h 47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727" h="47663">
                          <a:moveTo>
                            <a:pt x="23773" y="325"/>
                          </a:moveTo>
                          <a:cubicBezTo>
                            <a:pt x="14439" y="-818"/>
                            <a:pt x="6057" y="991"/>
                            <a:pt x="2152" y="6802"/>
                          </a:cubicBezTo>
                          <a:cubicBezTo>
                            <a:pt x="-991" y="11469"/>
                            <a:pt x="-706" y="18136"/>
                            <a:pt x="3104" y="24518"/>
                          </a:cubicBezTo>
                          <a:cubicBezTo>
                            <a:pt x="4914" y="27757"/>
                            <a:pt x="7581" y="31090"/>
                            <a:pt x="10820" y="34234"/>
                          </a:cubicBezTo>
                          <a:cubicBezTo>
                            <a:pt x="14058" y="37472"/>
                            <a:pt x="18249" y="40044"/>
                            <a:pt x="22821" y="42425"/>
                          </a:cubicBezTo>
                          <a:cubicBezTo>
                            <a:pt x="28250" y="45092"/>
                            <a:pt x="33489" y="47188"/>
                            <a:pt x="38728" y="47664"/>
                          </a:cubicBezTo>
                          <a:cubicBezTo>
                            <a:pt x="35870" y="46426"/>
                            <a:pt x="33298" y="44806"/>
                            <a:pt x="31013" y="42520"/>
                          </a:cubicBezTo>
                          <a:cubicBezTo>
                            <a:pt x="25107" y="35948"/>
                            <a:pt x="20916" y="28614"/>
                            <a:pt x="19678" y="20899"/>
                          </a:cubicBezTo>
                          <a:cubicBezTo>
                            <a:pt x="18439" y="13183"/>
                            <a:pt x="19773" y="5944"/>
                            <a:pt x="23773" y="325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3" name="Forme libre : forme 14532">
                      <a:extLst>
                        <a:ext uri="{FF2B5EF4-FFF2-40B4-BE49-F238E27FC236}">
                          <a16:creationId xmlns:a16="http://schemas.microsoft.com/office/drawing/2014/main" id="{10E0FE48-9AFD-44E7-A276-8D5AE37C0A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670" y="3134772"/>
                      <a:ext cx="65931" cy="47980"/>
                    </a:xfrm>
                    <a:custGeom>
                      <a:avLst/>
                      <a:gdLst>
                        <a:gd name="connsiteX0" fmla="*/ 65241 w 65931"/>
                        <a:gd name="connsiteY0" fmla="*/ 37910 h 47980"/>
                        <a:gd name="connsiteX1" fmla="*/ 50286 w 65931"/>
                        <a:gd name="connsiteY1" fmla="*/ 47720 h 47980"/>
                        <a:gd name="connsiteX2" fmla="*/ 37618 w 65931"/>
                        <a:gd name="connsiteY2" fmla="*/ 47244 h 47980"/>
                        <a:gd name="connsiteX3" fmla="*/ 23616 w 65931"/>
                        <a:gd name="connsiteY3" fmla="*/ 42577 h 47980"/>
                        <a:gd name="connsiteX4" fmla="*/ 11329 w 65931"/>
                        <a:gd name="connsiteY4" fmla="*/ 34576 h 47980"/>
                        <a:gd name="connsiteX5" fmla="*/ 3328 w 65931"/>
                        <a:gd name="connsiteY5" fmla="*/ 24765 h 47980"/>
                        <a:gd name="connsiteX6" fmla="*/ 1994 w 65931"/>
                        <a:gd name="connsiteY6" fmla="*/ 7049 h 47980"/>
                        <a:gd name="connsiteX7" fmla="*/ 18282 w 65931"/>
                        <a:gd name="connsiteY7" fmla="*/ 0 h 47980"/>
                        <a:gd name="connsiteX8" fmla="*/ 29522 w 65931"/>
                        <a:gd name="connsiteY8" fmla="*/ 1715 h 47980"/>
                        <a:gd name="connsiteX9" fmla="*/ 41618 w 65931"/>
                        <a:gd name="connsiteY9" fmla="*/ 6096 h 47980"/>
                        <a:gd name="connsiteX10" fmla="*/ 52477 w 65931"/>
                        <a:gd name="connsiteY10" fmla="*/ 12954 h 47980"/>
                        <a:gd name="connsiteX11" fmla="*/ 60573 w 65931"/>
                        <a:gd name="connsiteY11" fmla="*/ 21050 h 47980"/>
                        <a:gd name="connsiteX12" fmla="*/ 65241 w 65931"/>
                        <a:gd name="connsiteY12" fmla="*/ 37910 h 47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5931" h="47980">
                          <a:moveTo>
                            <a:pt x="65241" y="37910"/>
                          </a:moveTo>
                          <a:cubicBezTo>
                            <a:pt x="63431" y="43149"/>
                            <a:pt x="57811" y="46958"/>
                            <a:pt x="50286" y="47720"/>
                          </a:cubicBezTo>
                          <a:cubicBezTo>
                            <a:pt x="46476" y="48197"/>
                            <a:pt x="42190" y="48006"/>
                            <a:pt x="37618" y="47244"/>
                          </a:cubicBezTo>
                          <a:cubicBezTo>
                            <a:pt x="32951" y="46577"/>
                            <a:pt x="28283" y="44958"/>
                            <a:pt x="23616" y="42577"/>
                          </a:cubicBezTo>
                          <a:cubicBezTo>
                            <a:pt x="18949" y="40196"/>
                            <a:pt x="14758" y="37529"/>
                            <a:pt x="11329" y="34576"/>
                          </a:cubicBezTo>
                          <a:cubicBezTo>
                            <a:pt x="7995" y="31433"/>
                            <a:pt x="5233" y="28004"/>
                            <a:pt x="3328" y="24765"/>
                          </a:cubicBezTo>
                          <a:cubicBezTo>
                            <a:pt x="-482" y="18193"/>
                            <a:pt x="-1149" y="11811"/>
                            <a:pt x="1994" y="7049"/>
                          </a:cubicBezTo>
                          <a:cubicBezTo>
                            <a:pt x="5042" y="2381"/>
                            <a:pt x="11234" y="95"/>
                            <a:pt x="18282" y="0"/>
                          </a:cubicBezTo>
                          <a:cubicBezTo>
                            <a:pt x="21807" y="0"/>
                            <a:pt x="25616" y="572"/>
                            <a:pt x="29522" y="1715"/>
                          </a:cubicBezTo>
                          <a:cubicBezTo>
                            <a:pt x="33522" y="2667"/>
                            <a:pt x="37618" y="4001"/>
                            <a:pt x="41618" y="6096"/>
                          </a:cubicBezTo>
                          <a:cubicBezTo>
                            <a:pt x="45619" y="8192"/>
                            <a:pt x="49238" y="10668"/>
                            <a:pt x="52477" y="12954"/>
                          </a:cubicBezTo>
                          <a:cubicBezTo>
                            <a:pt x="55716" y="15431"/>
                            <a:pt x="58478" y="18193"/>
                            <a:pt x="60573" y="21050"/>
                          </a:cubicBezTo>
                          <a:cubicBezTo>
                            <a:pt x="64955" y="26861"/>
                            <a:pt x="67145" y="32576"/>
                            <a:pt x="65241" y="3791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4" name="Forme libre : forme 14533">
                      <a:extLst>
                        <a:ext uri="{FF2B5EF4-FFF2-40B4-BE49-F238E27FC236}">
                          <a16:creationId xmlns:a16="http://schemas.microsoft.com/office/drawing/2014/main" id="{889B9242-A8B9-4A30-874F-1538BD40DF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8531" y="3098336"/>
                      <a:ext cx="77115" cy="95122"/>
                    </a:xfrm>
                    <a:custGeom>
                      <a:avLst/>
                      <a:gdLst>
                        <a:gd name="connsiteX0" fmla="*/ 10511 w 77115"/>
                        <a:gd name="connsiteY0" fmla="*/ 22339 h 95122"/>
                        <a:gd name="connsiteX1" fmla="*/ 510 w 77115"/>
                        <a:gd name="connsiteY1" fmla="*/ 38722 h 95122"/>
                        <a:gd name="connsiteX2" fmla="*/ 19940 w 77115"/>
                        <a:gd name="connsiteY2" fmla="*/ 77489 h 95122"/>
                        <a:gd name="connsiteX3" fmla="*/ 37752 w 77115"/>
                        <a:gd name="connsiteY3" fmla="*/ 89395 h 95122"/>
                        <a:gd name="connsiteX4" fmla="*/ 57755 w 77115"/>
                        <a:gd name="connsiteY4" fmla="*/ 95015 h 95122"/>
                        <a:gd name="connsiteX5" fmla="*/ 71471 w 77115"/>
                        <a:gd name="connsiteY5" fmla="*/ 92348 h 95122"/>
                        <a:gd name="connsiteX6" fmla="*/ 77090 w 77115"/>
                        <a:gd name="connsiteY6" fmla="*/ 83395 h 95122"/>
                        <a:gd name="connsiteX7" fmla="*/ 69185 w 77115"/>
                        <a:gd name="connsiteY7" fmla="*/ 69583 h 95122"/>
                        <a:gd name="connsiteX8" fmla="*/ 53659 w 77115"/>
                        <a:gd name="connsiteY8" fmla="*/ 35770 h 95122"/>
                        <a:gd name="connsiteX9" fmla="*/ 38610 w 77115"/>
                        <a:gd name="connsiteY9" fmla="*/ 527 h 95122"/>
                        <a:gd name="connsiteX10" fmla="*/ 10511 w 77115"/>
                        <a:gd name="connsiteY10" fmla="*/ 22339 h 951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7115" h="95122">
                          <a:moveTo>
                            <a:pt x="10511" y="22339"/>
                          </a:moveTo>
                          <a:cubicBezTo>
                            <a:pt x="6320" y="27197"/>
                            <a:pt x="1938" y="32245"/>
                            <a:pt x="510" y="38722"/>
                          </a:cubicBezTo>
                          <a:cubicBezTo>
                            <a:pt x="-2348" y="51200"/>
                            <a:pt x="7177" y="66440"/>
                            <a:pt x="19940" y="77489"/>
                          </a:cubicBezTo>
                          <a:cubicBezTo>
                            <a:pt x="25370" y="81870"/>
                            <a:pt x="31275" y="86252"/>
                            <a:pt x="37752" y="89395"/>
                          </a:cubicBezTo>
                          <a:cubicBezTo>
                            <a:pt x="44325" y="92348"/>
                            <a:pt x="51087" y="94444"/>
                            <a:pt x="57755" y="95015"/>
                          </a:cubicBezTo>
                          <a:cubicBezTo>
                            <a:pt x="62708" y="95491"/>
                            <a:pt x="67851" y="94348"/>
                            <a:pt x="71471" y="92348"/>
                          </a:cubicBezTo>
                          <a:cubicBezTo>
                            <a:pt x="75186" y="90348"/>
                            <a:pt x="77376" y="87300"/>
                            <a:pt x="77090" y="83395"/>
                          </a:cubicBezTo>
                          <a:cubicBezTo>
                            <a:pt x="76710" y="78441"/>
                            <a:pt x="72519" y="74155"/>
                            <a:pt x="69185" y="69583"/>
                          </a:cubicBezTo>
                          <a:cubicBezTo>
                            <a:pt x="61279" y="58820"/>
                            <a:pt x="55945" y="47580"/>
                            <a:pt x="53659" y="35770"/>
                          </a:cubicBezTo>
                          <a:cubicBezTo>
                            <a:pt x="51278" y="25863"/>
                            <a:pt x="51849" y="4432"/>
                            <a:pt x="38610" y="527"/>
                          </a:cubicBezTo>
                          <a:cubicBezTo>
                            <a:pt x="26513" y="-3378"/>
                            <a:pt x="16226" y="15481"/>
                            <a:pt x="10511" y="2233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5" name="Forme libre : forme 14534">
                      <a:extLst>
                        <a:ext uri="{FF2B5EF4-FFF2-40B4-BE49-F238E27FC236}">
                          <a16:creationId xmlns:a16="http://schemas.microsoft.com/office/drawing/2014/main" id="{F043B9A3-B1C5-4752-890D-1E9E8C1B2C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609" y="3109862"/>
                      <a:ext cx="29955" cy="15279"/>
                    </a:xfrm>
                    <a:custGeom>
                      <a:avLst/>
                      <a:gdLst>
                        <a:gd name="connsiteX0" fmla="*/ 4722 w 29955"/>
                        <a:gd name="connsiteY0" fmla="*/ 2050 h 15279"/>
                        <a:gd name="connsiteX1" fmla="*/ 817 w 29955"/>
                        <a:gd name="connsiteY1" fmla="*/ 4717 h 15279"/>
                        <a:gd name="connsiteX2" fmla="*/ 626 w 29955"/>
                        <a:gd name="connsiteY2" fmla="*/ 9194 h 15279"/>
                        <a:gd name="connsiteX3" fmla="*/ 4722 w 29955"/>
                        <a:gd name="connsiteY3" fmla="*/ 11861 h 15279"/>
                        <a:gd name="connsiteX4" fmla="*/ 16724 w 29955"/>
                        <a:gd name="connsiteY4" fmla="*/ 15099 h 15279"/>
                        <a:gd name="connsiteX5" fmla="*/ 21676 w 29955"/>
                        <a:gd name="connsiteY5" fmla="*/ 15099 h 15279"/>
                        <a:gd name="connsiteX6" fmla="*/ 25868 w 29955"/>
                        <a:gd name="connsiteY6" fmla="*/ 2241 h 15279"/>
                        <a:gd name="connsiteX7" fmla="*/ 4722 w 29955"/>
                        <a:gd name="connsiteY7" fmla="*/ 2050 h 152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955" h="15279">
                          <a:moveTo>
                            <a:pt x="4722" y="2050"/>
                          </a:moveTo>
                          <a:cubicBezTo>
                            <a:pt x="3198" y="2622"/>
                            <a:pt x="1769" y="3384"/>
                            <a:pt x="817" y="4717"/>
                          </a:cubicBezTo>
                          <a:cubicBezTo>
                            <a:pt x="-136" y="5955"/>
                            <a:pt x="-326" y="7765"/>
                            <a:pt x="626" y="9194"/>
                          </a:cubicBezTo>
                          <a:cubicBezTo>
                            <a:pt x="1579" y="10527"/>
                            <a:pt x="3198" y="11289"/>
                            <a:pt x="4722" y="11861"/>
                          </a:cubicBezTo>
                          <a:cubicBezTo>
                            <a:pt x="8722" y="13290"/>
                            <a:pt x="12723" y="14433"/>
                            <a:pt x="16724" y="15099"/>
                          </a:cubicBezTo>
                          <a:cubicBezTo>
                            <a:pt x="18438" y="15290"/>
                            <a:pt x="20152" y="15385"/>
                            <a:pt x="21676" y="15099"/>
                          </a:cubicBezTo>
                          <a:cubicBezTo>
                            <a:pt x="28344" y="13766"/>
                            <a:pt x="34154" y="5765"/>
                            <a:pt x="25868" y="2241"/>
                          </a:cubicBezTo>
                          <a:cubicBezTo>
                            <a:pt x="19581" y="-998"/>
                            <a:pt x="10913" y="-426"/>
                            <a:pt x="4722" y="205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6" name="Forme libre : forme 14535">
                      <a:extLst>
                        <a:ext uri="{FF2B5EF4-FFF2-40B4-BE49-F238E27FC236}">
                          <a16:creationId xmlns:a16="http://schemas.microsoft.com/office/drawing/2014/main" id="{2A997F12-A74F-4EAE-B5D5-04AD4BBA48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2382" y="3182969"/>
                      <a:ext cx="57150" cy="25717"/>
                    </a:xfrm>
                    <a:custGeom>
                      <a:avLst/>
                      <a:gdLst>
                        <a:gd name="connsiteX0" fmla="*/ 57150 w 57150"/>
                        <a:gd name="connsiteY0" fmla="*/ 0 h 25717"/>
                        <a:gd name="connsiteX1" fmla="*/ 48101 w 57150"/>
                        <a:gd name="connsiteY1" fmla="*/ 14954 h 25717"/>
                        <a:gd name="connsiteX2" fmla="*/ 30956 w 57150"/>
                        <a:gd name="connsiteY2" fmla="*/ 23813 h 25717"/>
                        <a:gd name="connsiteX3" fmla="*/ 17336 w 57150"/>
                        <a:gd name="connsiteY3" fmla="*/ 25717 h 25717"/>
                        <a:gd name="connsiteX4" fmla="*/ 0 w 57150"/>
                        <a:gd name="connsiteY4" fmla="*/ 23717 h 25717"/>
                        <a:gd name="connsiteX5" fmla="*/ 6668 w 57150"/>
                        <a:gd name="connsiteY5" fmla="*/ 24289 h 25717"/>
                        <a:gd name="connsiteX6" fmla="*/ 22670 w 57150"/>
                        <a:gd name="connsiteY6" fmla="*/ 23146 h 25717"/>
                        <a:gd name="connsiteX7" fmla="*/ 41624 w 57150"/>
                        <a:gd name="connsiteY7" fmla="*/ 16002 h 25717"/>
                        <a:gd name="connsiteX8" fmla="*/ 57150 w 57150"/>
                        <a:gd name="connsiteY8" fmla="*/ 0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7150" h="25717">
                          <a:moveTo>
                            <a:pt x="57150" y="0"/>
                          </a:moveTo>
                          <a:cubicBezTo>
                            <a:pt x="57150" y="0"/>
                            <a:pt x="55721" y="7620"/>
                            <a:pt x="48101" y="14954"/>
                          </a:cubicBezTo>
                          <a:cubicBezTo>
                            <a:pt x="44291" y="18574"/>
                            <a:pt x="38862" y="21812"/>
                            <a:pt x="30956" y="23813"/>
                          </a:cubicBezTo>
                          <a:cubicBezTo>
                            <a:pt x="27051" y="24765"/>
                            <a:pt x="22479" y="25527"/>
                            <a:pt x="17336" y="25717"/>
                          </a:cubicBezTo>
                          <a:cubicBezTo>
                            <a:pt x="12192" y="25622"/>
                            <a:pt x="6477" y="24955"/>
                            <a:pt x="0" y="23717"/>
                          </a:cubicBezTo>
                          <a:cubicBezTo>
                            <a:pt x="0" y="23717"/>
                            <a:pt x="2572" y="24098"/>
                            <a:pt x="6668" y="24289"/>
                          </a:cubicBezTo>
                          <a:cubicBezTo>
                            <a:pt x="10763" y="24384"/>
                            <a:pt x="16383" y="24670"/>
                            <a:pt x="22670" y="23146"/>
                          </a:cubicBezTo>
                          <a:cubicBezTo>
                            <a:pt x="28861" y="21812"/>
                            <a:pt x="35528" y="19621"/>
                            <a:pt x="41624" y="16002"/>
                          </a:cubicBezTo>
                          <a:cubicBezTo>
                            <a:pt x="47625" y="12478"/>
                            <a:pt x="53149" y="7048"/>
                            <a:pt x="5715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7" name="Forme libre : forme 14536">
                      <a:extLst>
                        <a:ext uri="{FF2B5EF4-FFF2-40B4-BE49-F238E27FC236}">
                          <a16:creationId xmlns:a16="http://schemas.microsoft.com/office/drawing/2014/main" id="{315A9D04-F7E3-4BF8-A2AC-F53073D78A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5327" y="3083539"/>
                      <a:ext cx="58292" cy="11894"/>
                    </a:xfrm>
                    <a:custGeom>
                      <a:avLst/>
                      <a:gdLst>
                        <a:gd name="connsiteX0" fmla="*/ 58293 w 58292"/>
                        <a:gd name="connsiteY0" fmla="*/ 7608 h 11894"/>
                        <a:gd name="connsiteX1" fmla="*/ 53149 w 58292"/>
                        <a:gd name="connsiteY1" fmla="*/ 4941 h 11894"/>
                        <a:gd name="connsiteX2" fmla="*/ 39910 w 58292"/>
                        <a:gd name="connsiteY2" fmla="*/ 846 h 11894"/>
                        <a:gd name="connsiteX3" fmla="*/ 21336 w 58292"/>
                        <a:gd name="connsiteY3" fmla="*/ 941 h 11894"/>
                        <a:gd name="connsiteX4" fmla="*/ 0 w 58292"/>
                        <a:gd name="connsiteY4" fmla="*/ 11895 h 11894"/>
                        <a:gd name="connsiteX5" fmla="*/ 18002 w 58292"/>
                        <a:gd name="connsiteY5" fmla="*/ 4465 h 11894"/>
                        <a:gd name="connsiteX6" fmla="*/ 36576 w 58292"/>
                        <a:gd name="connsiteY6" fmla="*/ 2465 h 11894"/>
                        <a:gd name="connsiteX7" fmla="*/ 58293 w 58292"/>
                        <a:gd name="connsiteY7" fmla="*/ 7608 h 118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8292" h="11894">
                          <a:moveTo>
                            <a:pt x="58293" y="7608"/>
                          </a:moveTo>
                          <a:cubicBezTo>
                            <a:pt x="58293" y="7608"/>
                            <a:pt x="56388" y="6370"/>
                            <a:pt x="53149" y="4941"/>
                          </a:cubicBezTo>
                          <a:cubicBezTo>
                            <a:pt x="49911" y="3608"/>
                            <a:pt x="45339" y="1989"/>
                            <a:pt x="39910" y="846"/>
                          </a:cubicBezTo>
                          <a:cubicBezTo>
                            <a:pt x="34576" y="-297"/>
                            <a:pt x="28099" y="-297"/>
                            <a:pt x="21336" y="941"/>
                          </a:cubicBezTo>
                          <a:cubicBezTo>
                            <a:pt x="14573" y="2274"/>
                            <a:pt x="7239" y="5513"/>
                            <a:pt x="0" y="11895"/>
                          </a:cubicBezTo>
                          <a:cubicBezTo>
                            <a:pt x="0" y="11895"/>
                            <a:pt x="7239" y="7132"/>
                            <a:pt x="18002" y="4465"/>
                          </a:cubicBezTo>
                          <a:cubicBezTo>
                            <a:pt x="23336" y="3227"/>
                            <a:pt x="29813" y="2179"/>
                            <a:pt x="36576" y="2465"/>
                          </a:cubicBezTo>
                          <a:cubicBezTo>
                            <a:pt x="43434" y="2941"/>
                            <a:pt x="50768" y="4275"/>
                            <a:pt x="58293" y="760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8" name="Forme libre : forme 14537">
                      <a:extLst>
                        <a:ext uri="{FF2B5EF4-FFF2-40B4-BE49-F238E27FC236}">
                          <a16:creationId xmlns:a16="http://schemas.microsoft.com/office/drawing/2014/main" id="{DF12A28E-A88A-4F58-AAC5-A665289A8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3797" y="3138683"/>
                      <a:ext cx="21601" cy="19365"/>
                    </a:xfrm>
                    <a:custGeom>
                      <a:avLst/>
                      <a:gdLst>
                        <a:gd name="connsiteX0" fmla="*/ 20492 w 21601"/>
                        <a:gd name="connsiteY0" fmla="*/ 18092 h 19365"/>
                        <a:gd name="connsiteX1" fmla="*/ 5633 w 21601"/>
                        <a:gd name="connsiteY1" fmla="*/ 14187 h 19365"/>
                        <a:gd name="connsiteX2" fmla="*/ 1347 w 21601"/>
                        <a:gd name="connsiteY2" fmla="*/ 1043 h 19365"/>
                        <a:gd name="connsiteX3" fmla="*/ 15539 w 21601"/>
                        <a:gd name="connsiteY3" fmla="*/ 5329 h 19365"/>
                        <a:gd name="connsiteX4" fmla="*/ 20968 w 21601"/>
                        <a:gd name="connsiteY4" fmla="*/ 12377 h 19365"/>
                        <a:gd name="connsiteX5" fmla="*/ 20492 w 21601"/>
                        <a:gd name="connsiteY5" fmla="*/ 18092 h 19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601" h="19365">
                          <a:moveTo>
                            <a:pt x="20492" y="18092"/>
                          </a:moveTo>
                          <a:cubicBezTo>
                            <a:pt x="17920" y="20664"/>
                            <a:pt x="10872" y="19330"/>
                            <a:pt x="5633" y="14187"/>
                          </a:cubicBezTo>
                          <a:cubicBezTo>
                            <a:pt x="299" y="9234"/>
                            <a:pt x="-1511" y="3424"/>
                            <a:pt x="1347" y="1043"/>
                          </a:cubicBezTo>
                          <a:cubicBezTo>
                            <a:pt x="4204" y="-1339"/>
                            <a:pt x="10491" y="471"/>
                            <a:pt x="15539" y="5329"/>
                          </a:cubicBezTo>
                          <a:cubicBezTo>
                            <a:pt x="18111" y="7710"/>
                            <a:pt x="20016" y="10091"/>
                            <a:pt x="20968" y="12377"/>
                          </a:cubicBezTo>
                          <a:cubicBezTo>
                            <a:pt x="21921" y="14759"/>
                            <a:pt x="21826" y="16854"/>
                            <a:pt x="20492" y="1809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9" name="Forme libre : forme 14538">
                      <a:extLst>
                        <a:ext uri="{FF2B5EF4-FFF2-40B4-BE49-F238E27FC236}">
                          <a16:creationId xmlns:a16="http://schemas.microsoft.com/office/drawing/2014/main" id="{EAEC0C0B-3BE7-4A80-A16D-18A0AE1174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600" y="3152265"/>
                      <a:ext cx="6903" cy="5988"/>
                    </a:xfrm>
                    <a:custGeom>
                      <a:avLst/>
                      <a:gdLst>
                        <a:gd name="connsiteX0" fmla="*/ 6690 w 6903"/>
                        <a:gd name="connsiteY0" fmla="*/ 4319 h 5988"/>
                        <a:gd name="connsiteX1" fmla="*/ 2309 w 6903"/>
                        <a:gd name="connsiteY1" fmla="*/ 5653 h 5988"/>
                        <a:gd name="connsiteX2" fmla="*/ 213 w 6903"/>
                        <a:gd name="connsiteY2" fmla="*/ 1652 h 5988"/>
                        <a:gd name="connsiteX3" fmla="*/ 4595 w 6903"/>
                        <a:gd name="connsiteY3" fmla="*/ 319 h 5988"/>
                        <a:gd name="connsiteX4" fmla="*/ 6690 w 6903"/>
                        <a:gd name="connsiteY4" fmla="*/ 4319 h 5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3" h="5988">
                          <a:moveTo>
                            <a:pt x="6690" y="4319"/>
                          </a:moveTo>
                          <a:cubicBezTo>
                            <a:pt x="6119" y="5843"/>
                            <a:pt x="4118" y="6415"/>
                            <a:pt x="2309" y="5653"/>
                          </a:cubicBezTo>
                          <a:cubicBezTo>
                            <a:pt x="499" y="4891"/>
                            <a:pt x="-454" y="3081"/>
                            <a:pt x="213" y="1652"/>
                          </a:cubicBezTo>
                          <a:cubicBezTo>
                            <a:pt x="880" y="224"/>
                            <a:pt x="2785" y="-443"/>
                            <a:pt x="4595" y="319"/>
                          </a:cubicBezTo>
                          <a:cubicBezTo>
                            <a:pt x="6404" y="1081"/>
                            <a:pt x="7357" y="2891"/>
                            <a:pt x="6690" y="43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40" name="Forme libre : forme 14539">
                      <a:extLst>
                        <a:ext uri="{FF2B5EF4-FFF2-40B4-BE49-F238E27FC236}">
                          <a16:creationId xmlns:a16="http://schemas.microsoft.com/office/drawing/2014/main" id="{BDFD36CC-07C1-428D-ABC5-9AB82A648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7918" y="3111420"/>
                      <a:ext cx="41511" cy="64487"/>
                    </a:xfrm>
                    <a:custGeom>
                      <a:avLst/>
                      <a:gdLst>
                        <a:gd name="connsiteX0" fmla="*/ 40947 w 41511"/>
                        <a:gd name="connsiteY0" fmla="*/ 32591 h 64487"/>
                        <a:gd name="connsiteX1" fmla="*/ 38280 w 41511"/>
                        <a:gd name="connsiteY1" fmla="*/ 58500 h 64487"/>
                        <a:gd name="connsiteX2" fmla="*/ 31232 w 41511"/>
                        <a:gd name="connsiteY2" fmla="*/ 64405 h 64487"/>
                        <a:gd name="connsiteX3" fmla="*/ 25326 w 41511"/>
                        <a:gd name="connsiteY3" fmla="*/ 57166 h 64487"/>
                        <a:gd name="connsiteX4" fmla="*/ 19230 w 41511"/>
                        <a:gd name="connsiteY4" fmla="*/ 29925 h 64487"/>
                        <a:gd name="connsiteX5" fmla="*/ 5800 w 41511"/>
                        <a:gd name="connsiteY5" fmla="*/ 15542 h 64487"/>
                        <a:gd name="connsiteX6" fmla="*/ 2085 w 41511"/>
                        <a:gd name="connsiteY6" fmla="*/ 1064 h 64487"/>
                        <a:gd name="connsiteX7" fmla="*/ 18563 w 41511"/>
                        <a:gd name="connsiteY7" fmla="*/ 4112 h 64487"/>
                        <a:gd name="connsiteX8" fmla="*/ 32660 w 41511"/>
                        <a:gd name="connsiteY8" fmla="*/ 14494 h 64487"/>
                        <a:gd name="connsiteX9" fmla="*/ 40947 w 41511"/>
                        <a:gd name="connsiteY9" fmla="*/ 32591 h 64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1511" h="64487">
                          <a:moveTo>
                            <a:pt x="40947" y="32591"/>
                          </a:moveTo>
                          <a:cubicBezTo>
                            <a:pt x="42376" y="41355"/>
                            <a:pt x="40947" y="50213"/>
                            <a:pt x="38280" y="58500"/>
                          </a:cubicBezTo>
                          <a:cubicBezTo>
                            <a:pt x="37327" y="61548"/>
                            <a:pt x="35137" y="65072"/>
                            <a:pt x="31232" y="64405"/>
                          </a:cubicBezTo>
                          <a:cubicBezTo>
                            <a:pt x="27707" y="63738"/>
                            <a:pt x="25898" y="60119"/>
                            <a:pt x="25326" y="57166"/>
                          </a:cubicBezTo>
                          <a:cubicBezTo>
                            <a:pt x="23421" y="47927"/>
                            <a:pt x="24183" y="38402"/>
                            <a:pt x="19230" y="29925"/>
                          </a:cubicBezTo>
                          <a:cubicBezTo>
                            <a:pt x="17706" y="27162"/>
                            <a:pt x="10562" y="21924"/>
                            <a:pt x="5800" y="15542"/>
                          </a:cubicBezTo>
                          <a:cubicBezTo>
                            <a:pt x="847" y="9351"/>
                            <a:pt x="-2297" y="3540"/>
                            <a:pt x="2085" y="1064"/>
                          </a:cubicBezTo>
                          <a:cubicBezTo>
                            <a:pt x="6466" y="-1413"/>
                            <a:pt x="12658" y="778"/>
                            <a:pt x="18563" y="4112"/>
                          </a:cubicBezTo>
                          <a:cubicBezTo>
                            <a:pt x="24564" y="7065"/>
                            <a:pt x="30184" y="11637"/>
                            <a:pt x="32660" y="14494"/>
                          </a:cubicBezTo>
                          <a:cubicBezTo>
                            <a:pt x="37137" y="19352"/>
                            <a:pt x="39899" y="25924"/>
                            <a:pt x="40947" y="3259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38" name="Graphique 1">
                    <a:extLst>
                      <a:ext uri="{FF2B5EF4-FFF2-40B4-BE49-F238E27FC236}">
                        <a16:creationId xmlns:a16="http://schemas.microsoft.com/office/drawing/2014/main" id="{F3F7DB99-857C-499A-ADAA-D341F4262C47}"/>
                      </a:ext>
                    </a:extLst>
                  </p:cNvPr>
                  <p:cNvGrpSpPr/>
                  <p:nvPr/>
                </p:nvGrpSpPr>
                <p:grpSpPr>
                  <a:xfrm>
                    <a:off x="2322300" y="3128843"/>
                    <a:ext cx="158801" cy="107811"/>
                    <a:chOff x="2322300" y="3128843"/>
                    <a:chExt cx="158801" cy="107811"/>
                  </a:xfrm>
                  <a:solidFill>
                    <a:schemeClr val="accent1"/>
                  </a:solidFill>
                </p:grpSpPr>
                <p:sp>
                  <p:nvSpPr>
                    <p:cNvPr id="14517" name="Forme libre : forme 14516">
                      <a:extLst>
                        <a:ext uri="{FF2B5EF4-FFF2-40B4-BE49-F238E27FC236}">
                          <a16:creationId xmlns:a16="http://schemas.microsoft.com/office/drawing/2014/main" id="{0E248E3A-13C4-464C-801C-6308A705B7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2300" y="3128843"/>
                      <a:ext cx="158717" cy="107771"/>
                    </a:xfrm>
                    <a:custGeom>
                      <a:avLst/>
                      <a:gdLst>
                        <a:gd name="connsiteX0" fmla="*/ 110008 w 158717"/>
                        <a:gd name="connsiteY0" fmla="*/ 107085 h 107771"/>
                        <a:gd name="connsiteX1" fmla="*/ 77813 w 158717"/>
                        <a:gd name="connsiteY1" fmla="*/ 107656 h 107771"/>
                        <a:gd name="connsiteX2" fmla="*/ 46095 w 158717"/>
                        <a:gd name="connsiteY2" fmla="*/ 105942 h 107771"/>
                        <a:gd name="connsiteX3" fmla="*/ 35332 w 158717"/>
                        <a:gd name="connsiteY3" fmla="*/ 104227 h 107771"/>
                        <a:gd name="connsiteX4" fmla="*/ 25426 w 158717"/>
                        <a:gd name="connsiteY4" fmla="*/ 100417 h 107771"/>
                        <a:gd name="connsiteX5" fmla="*/ 9805 w 158717"/>
                        <a:gd name="connsiteY5" fmla="*/ 89559 h 107771"/>
                        <a:gd name="connsiteX6" fmla="*/ 851 w 158717"/>
                        <a:gd name="connsiteY6" fmla="*/ 59460 h 107771"/>
                        <a:gd name="connsiteX7" fmla="*/ 7900 w 158717"/>
                        <a:gd name="connsiteY7" fmla="*/ 30885 h 107771"/>
                        <a:gd name="connsiteX8" fmla="*/ 26188 w 158717"/>
                        <a:gd name="connsiteY8" fmla="*/ 7167 h 107771"/>
                        <a:gd name="connsiteX9" fmla="*/ 40475 w 158717"/>
                        <a:gd name="connsiteY9" fmla="*/ 1167 h 107771"/>
                        <a:gd name="connsiteX10" fmla="*/ 48190 w 158717"/>
                        <a:gd name="connsiteY10" fmla="*/ 214 h 107771"/>
                        <a:gd name="connsiteX11" fmla="*/ 56477 w 158717"/>
                        <a:gd name="connsiteY11" fmla="*/ 214 h 107771"/>
                        <a:gd name="connsiteX12" fmla="*/ 80575 w 158717"/>
                        <a:gd name="connsiteY12" fmla="*/ 1833 h 107771"/>
                        <a:gd name="connsiteX13" fmla="*/ 104293 w 158717"/>
                        <a:gd name="connsiteY13" fmla="*/ 1833 h 107771"/>
                        <a:gd name="connsiteX14" fmla="*/ 119342 w 158717"/>
                        <a:gd name="connsiteY14" fmla="*/ 3739 h 107771"/>
                        <a:gd name="connsiteX15" fmla="*/ 132773 w 158717"/>
                        <a:gd name="connsiteY15" fmla="*/ 10215 h 107771"/>
                        <a:gd name="connsiteX16" fmla="*/ 150489 w 158717"/>
                        <a:gd name="connsiteY16" fmla="*/ 33552 h 107771"/>
                        <a:gd name="connsiteX17" fmla="*/ 157823 w 158717"/>
                        <a:gd name="connsiteY17" fmla="*/ 61460 h 107771"/>
                        <a:gd name="connsiteX18" fmla="*/ 148298 w 158717"/>
                        <a:gd name="connsiteY18" fmla="*/ 91368 h 107771"/>
                        <a:gd name="connsiteX19" fmla="*/ 131725 w 158717"/>
                        <a:gd name="connsiteY19" fmla="*/ 102132 h 107771"/>
                        <a:gd name="connsiteX20" fmla="*/ 110008 w 158717"/>
                        <a:gd name="connsiteY20" fmla="*/ 107085 h 107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8717" h="107771">
                          <a:moveTo>
                            <a:pt x="110008" y="107085"/>
                          </a:moveTo>
                          <a:cubicBezTo>
                            <a:pt x="98673" y="108037"/>
                            <a:pt x="88291" y="107751"/>
                            <a:pt x="77813" y="107656"/>
                          </a:cubicBezTo>
                          <a:cubicBezTo>
                            <a:pt x="67336" y="107751"/>
                            <a:pt x="56763" y="106894"/>
                            <a:pt x="46095" y="105942"/>
                          </a:cubicBezTo>
                          <a:cubicBezTo>
                            <a:pt x="42380" y="105656"/>
                            <a:pt x="38761" y="105084"/>
                            <a:pt x="35332" y="104227"/>
                          </a:cubicBezTo>
                          <a:cubicBezTo>
                            <a:pt x="31903" y="103180"/>
                            <a:pt x="28569" y="101941"/>
                            <a:pt x="25426" y="100417"/>
                          </a:cubicBezTo>
                          <a:cubicBezTo>
                            <a:pt x="19234" y="97464"/>
                            <a:pt x="13900" y="93750"/>
                            <a:pt x="9805" y="89559"/>
                          </a:cubicBezTo>
                          <a:cubicBezTo>
                            <a:pt x="1613" y="80605"/>
                            <a:pt x="-1721" y="69747"/>
                            <a:pt x="851" y="59460"/>
                          </a:cubicBezTo>
                          <a:lnTo>
                            <a:pt x="7900" y="30885"/>
                          </a:lnTo>
                          <a:cubicBezTo>
                            <a:pt x="10471" y="20503"/>
                            <a:pt x="17615" y="12406"/>
                            <a:pt x="26188" y="7167"/>
                          </a:cubicBezTo>
                          <a:cubicBezTo>
                            <a:pt x="30569" y="4310"/>
                            <a:pt x="35427" y="2214"/>
                            <a:pt x="40475" y="1167"/>
                          </a:cubicBezTo>
                          <a:cubicBezTo>
                            <a:pt x="43047" y="595"/>
                            <a:pt x="45619" y="309"/>
                            <a:pt x="48190" y="214"/>
                          </a:cubicBezTo>
                          <a:cubicBezTo>
                            <a:pt x="50857" y="-71"/>
                            <a:pt x="53620" y="-71"/>
                            <a:pt x="56477" y="214"/>
                          </a:cubicBezTo>
                          <a:cubicBezTo>
                            <a:pt x="64383" y="976"/>
                            <a:pt x="72384" y="1929"/>
                            <a:pt x="80575" y="1833"/>
                          </a:cubicBezTo>
                          <a:cubicBezTo>
                            <a:pt x="88767" y="2119"/>
                            <a:pt x="97054" y="2405"/>
                            <a:pt x="104293" y="1833"/>
                          </a:cubicBezTo>
                          <a:cubicBezTo>
                            <a:pt x="109531" y="1548"/>
                            <a:pt x="114770" y="2691"/>
                            <a:pt x="119342" y="3739"/>
                          </a:cubicBezTo>
                          <a:cubicBezTo>
                            <a:pt x="124009" y="5072"/>
                            <a:pt x="128581" y="7263"/>
                            <a:pt x="132773" y="10215"/>
                          </a:cubicBezTo>
                          <a:cubicBezTo>
                            <a:pt x="140773" y="15454"/>
                            <a:pt x="147822" y="23455"/>
                            <a:pt x="150489" y="33552"/>
                          </a:cubicBezTo>
                          <a:lnTo>
                            <a:pt x="157823" y="61460"/>
                          </a:lnTo>
                          <a:cubicBezTo>
                            <a:pt x="160490" y="71556"/>
                            <a:pt x="157156" y="82224"/>
                            <a:pt x="148298" y="91368"/>
                          </a:cubicBezTo>
                          <a:cubicBezTo>
                            <a:pt x="143917" y="95559"/>
                            <a:pt x="138297" y="99274"/>
                            <a:pt x="131725" y="102132"/>
                          </a:cubicBezTo>
                          <a:cubicBezTo>
                            <a:pt x="125057" y="105275"/>
                            <a:pt x="117818" y="106608"/>
                            <a:pt x="110008" y="107085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18" name="Forme libre : forme 14517">
                      <a:extLst>
                        <a:ext uri="{FF2B5EF4-FFF2-40B4-BE49-F238E27FC236}">
                          <a16:creationId xmlns:a16="http://schemas.microsoft.com/office/drawing/2014/main" id="{35C6C148-6C3C-4CC5-9D1D-4120F13D76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2384" y="3175920"/>
                      <a:ext cx="158717" cy="60734"/>
                    </a:xfrm>
                    <a:custGeom>
                      <a:avLst/>
                      <a:gdLst>
                        <a:gd name="connsiteX0" fmla="*/ 59822 w 158717"/>
                        <a:gd name="connsiteY0" fmla="*/ 24955 h 60734"/>
                        <a:gd name="connsiteX1" fmla="*/ 42296 w 158717"/>
                        <a:gd name="connsiteY1" fmla="*/ 24955 h 60734"/>
                        <a:gd name="connsiteX2" fmla="*/ 26104 w 158717"/>
                        <a:gd name="connsiteY2" fmla="*/ 20288 h 60734"/>
                        <a:gd name="connsiteX3" fmla="*/ 3910 w 158717"/>
                        <a:gd name="connsiteY3" fmla="*/ 0 h 60734"/>
                        <a:gd name="connsiteX4" fmla="*/ 862 w 158717"/>
                        <a:gd name="connsiteY4" fmla="*/ 12383 h 60734"/>
                        <a:gd name="connsiteX5" fmla="*/ 9816 w 158717"/>
                        <a:gd name="connsiteY5" fmla="*/ 42482 h 60734"/>
                        <a:gd name="connsiteX6" fmla="*/ 25437 w 158717"/>
                        <a:gd name="connsiteY6" fmla="*/ 53340 h 60734"/>
                        <a:gd name="connsiteX7" fmla="*/ 35343 w 158717"/>
                        <a:gd name="connsiteY7" fmla="*/ 57150 h 60734"/>
                        <a:gd name="connsiteX8" fmla="*/ 46106 w 158717"/>
                        <a:gd name="connsiteY8" fmla="*/ 58864 h 60734"/>
                        <a:gd name="connsiteX9" fmla="*/ 77824 w 158717"/>
                        <a:gd name="connsiteY9" fmla="*/ 60579 h 60734"/>
                        <a:gd name="connsiteX10" fmla="*/ 110019 w 158717"/>
                        <a:gd name="connsiteY10" fmla="*/ 60008 h 60734"/>
                        <a:gd name="connsiteX11" fmla="*/ 131736 w 158717"/>
                        <a:gd name="connsiteY11" fmla="*/ 54959 h 60734"/>
                        <a:gd name="connsiteX12" fmla="*/ 148309 w 158717"/>
                        <a:gd name="connsiteY12" fmla="*/ 44196 h 60734"/>
                        <a:gd name="connsiteX13" fmla="*/ 157834 w 158717"/>
                        <a:gd name="connsiteY13" fmla="*/ 14288 h 60734"/>
                        <a:gd name="connsiteX14" fmla="*/ 157644 w 158717"/>
                        <a:gd name="connsiteY14" fmla="*/ 13430 h 60734"/>
                        <a:gd name="connsiteX15" fmla="*/ 145452 w 158717"/>
                        <a:gd name="connsiteY15" fmla="*/ 16954 h 60734"/>
                        <a:gd name="connsiteX16" fmla="*/ 133165 w 158717"/>
                        <a:gd name="connsiteY16" fmla="*/ 19050 h 60734"/>
                        <a:gd name="connsiteX17" fmla="*/ 120877 w 158717"/>
                        <a:gd name="connsiteY17" fmla="*/ 20764 h 60734"/>
                        <a:gd name="connsiteX18" fmla="*/ 108685 w 158717"/>
                        <a:gd name="connsiteY18" fmla="*/ 21431 h 60734"/>
                        <a:gd name="connsiteX19" fmla="*/ 96493 w 158717"/>
                        <a:gd name="connsiteY19" fmla="*/ 22288 h 60734"/>
                        <a:gd name="connsiteX20" fmla="*/ 84492 w 158717"/>
                        <a:gd name="connsiteY20" fmla="*/ 22670 h 60734"/>
                        <a:gd name="connsiteX21" fmla="*/ 59822 w 158717"/>
                        <a:gd name="connsiteY21" fmla="*/ 24955 h 60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58717" h="60734">
                          <a:moveTo>
                            <a:pt x="59822" y="24955"/>
                          </a:moveTo>
                          <a:cubicBezTo>
                            <a:pt x="53916" y="25622"/>
                            <a:pt x="48011" y="25622"/>
                            <a:pt x="42296" y="24955"/>
                          </a:cubicBezTo>
                          <a:cubicBezTo>
                            <a:pt x="36581" y="24289"/>
                            <a:pt x="31057" y="22384"/>
                            <a:pt x="26104" y="20288"/>
                          </a:cubicBezTo>
                          <a:cubicBezTo>
                            <a:pt x="16007" y="16097"/>
                            <a:pt x="8101" y="8763"/>
                            <a:pt x="3910" y="0"/>
                          </a:cubicBezTo>
                          <a:lnTo>
                            <a:pt x="862" y="12383"/>
                          </a:lnTo>
                          <a:cubicBezTo>
                            <a:pt x="-1710" y="22670"/>
                            <a:pt x="1529" y="33528"/>
                            <a:pt x="9816" y="42482"/>
                          </a:cubicBezTo>
                          <a:cubicBezTo>
                            <a:pt x="13912" y="46672"/>
                            <a:pt x="19246" y="50387"/>
                            <a:pt x="25437" y="53340"/>
                          </a:cubicBezTo>
                          <a:cubicBezTo>
                            <a:pt x="28485" y="54769"/>
                            <a:pt x="31818" y="56102"/>
                            <a:pt x="35343" y="57150"/>
                          </a:cubicBezTo>
                          <a:cubicBezTo>
                            <a:pt x="38772" y="58007"/>
                            <a:pt x="42391" y="58579"/>
                            <a:pt x="46106" y="58864"/>
                          </a:cubicBezTo>
                          <a:cubicBezTo>
                            <a:pt x="56774" y="59817"/>
                            <a:pt x="67347" y="60674"/>
                            <a:pt x="77824" y="60579"/>
                          </a:cubicBezTo>
                          <a:cubicBezTo>
                            <a:pt x="88302" y="60770"/>
                            <a:pt x="98684" y="60960"/>
                            <a:pt x="110019" y="60008"/>
                          </a:cubicBezTo>
                          <a:cubicBezTo>
                            <a:pt x="117829" y="59531"/>
                            <a:pt x="125164" y="58198"/>
                            <a:pt x="131736" y="54959"/>
                          </a:cubicBezTo>
                          <a:cubicBezTo>
                            <a:pt x="138308" y="52007"/>
                            <a:pt x="143928" y="48292"/>
                            <a:pt x="148309" y="44196"/>
                          </a:cubicBezTo>
                          <a:cubicBezTo>
                            <a:pt x="157072" y="35052"/>
                            <a:pt x="160501" y="24384"/>
                            <a:pt x="157834" y="14288"/>
                          </a:cubicBezTo>
                          <a:lnTo>
                            <a:pt x="157644" y="13430"/>
                          </a:lnTo>
                          <a:cubicBezTo>
                            <a:pt x="153548" y="14669"/>
                            <a:pt x="149548" y="15812"/>
                            <a:pt x="145452" y="16954"/>
                          </a:cubicBezTo>
                          <a:cubicBezTo>
                            <a:pt x="141356" y="18002"/>
                            <a:pt x="137260" y="18383"/>
                            <a:pt x="133165" y="19050"/>
                          </a:cubicBezTo>
                          <a:lnTo>
                            <a:pt x="120877" y="20764"/>
                          </a:lnTo>
                          <a:lnTo>
                            <a:pt x="108685" y="21431"/>
                          </a:lnTo>
                          <a:lnTo>
                            <a:pt x="96493" y="22288"/>
                          </a:lnTo>
                          <a:cubicBezTo>
                            <a:pt x="92493" y="22288"/>
                            <a:pt x="88492" y="22479"/>
                            <a:pt x="84492" y="22670"/>
                          </a:cubicBezTo>
                          <a:cubicBezTo>
                            <a:pt x="76205" y="22860"/>
                            <a:pt x="68109" y="24194"/>
                            <a:pt x="59822" y="24955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19" name="Forme libre : forme 14518">
                      <a:extLst>
                        <a:ext uri="{FF2B5EF4-FFF2-40B4-BE49-F238E27FC236}">
                          <a16:creationId xmlns:a16="http://schemas.microsoft.com/office/drawing/2014/main" id="{0C1E30F5-6181-4471-A859-AD9B2187B1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6924" y="3166182"/>
                      <a:ext cx="69259" cy="39965"/>
                    </a:xfrm>
                    <a:custGeom>
                      <a:avLst/>
                      <a:gdLst>
                        <a:gd name="connsiteX0" fmla="*/ 69195 w 69259"/>
                        <a:gd name="connsiteY0" fmla="*/ 18216 h 39965"/>
                        <a:gd name="connsiteX1" fmla="*/ 67290 w 69259"/>
                        <a:gd name="connsiteY1" fmla="*/ 26312 h 39965"/>
                        <a:gd name="connsiteX2" fmla="*/ 60147 w 69259"/>
                        <a:gd name="connsiteY2" fmla="*/ 33170 h 39965"/>
                        <a:gd name="connsiteX3" fmla="*/ 48716 w 69259"/>
                        <a:gd name="connsiteY3" fmla="*/ 38123 h 39965"/>
                        <a:gd name="connsiteX4" fmla="*/ 34524 w 69259"/>
                        <a:gd name="connsiteY4" fmla="*/ 39933 h 39965"/>
                        <a:gd name="connsiteX5" fmla="*/ 9283 w 69259"/>
                        <a:gd name="connsiteY5" fmla="*/ 33456 h 39965"/>
                        <a:gd name="connsiteX6" fmla="*/ 44 w 69259"/>
                        <a:gd name="connsiteY6" fmla="*/ 18406 h 39965"/>
                        <a:gd name="connsiteX7" fmla="*/ 10997 w 69259"/>
                        <a:gd name="connsiteY7" fmla="*/ 5167 h 39965"/>
                        <a:gd name="connsiteX8" fmla="*/ 34620 w 69259"/>
                        <a:gd name="connsiteY8" fmla="*/ 23 h 39965"/>
                        <a:gd name="connsiteX9" fmla="*/ 47383 w 69259"/>
                        <a:gd name="connsiteY9" fmla="*/ 1452 h 39965"/>
                        <a:gd name="connsiteX10" fmla="*/ 57956 w 69259"/>
                        <a:gd name="connsiteY10" fmla="*/ 5167 h 39965"/>
                        <a:gd name="connsiteX11" fmla="*/ 65671 w 69259"/>
                        <a:gd name="connsiteY11" fmla="*/ 10977 h 39965"/>
                        <a:gd name="connsiteX12" fmla="*/ 69195 w 69259"/>
                        <a:gd name="connsiteY12" fmla="*/ 18216 h 39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9259" h="39965">
                          <a:moveTo>
                            <a:pt x="69195" y="18216"/>
                          </a:moveTo>
                          <a:cubicBezTo>
                            <a:pt x="69481" y="20978"/>
                            <a:pt x="68814" y="23645"/>
                            <a:pt x="67290" y="26312"/>
                          </a:cubicBezTo>
                          <a:cubicBezTo>
                            <a:pt x="65766" y="29074"/>
                            <a:pt x="63290" y="31170"/>
                            <a:pt x="60147" y="33170"/>
                          </a:cubicBezTo>
                          <a:cubicBezTo>
                            <a:pt x="57003" y="35171"/>
                            <a:pt x="53098" y="36885"/>
                            <a:pt x="48716" y="38123"/>
                          </a:cubicBezTo>
                          <a:cubicBezTo>
                            <a:pt x="44335" y="39457"/>
                            <a:pt x="39477" y="40123"/>
                            <a:pt x="34524" y="39933"/>
                          </a:cubicBezTo>
                          <a:cubicBezTo>
                            <a:pt x="24523" y="39647"/>
                            <a:pt x="15474" y="37552"/>
                            <a:pt x="9283" y="33456"/>
                          </a:cubicBezTo>
                          <a:cubicBezTo>
                            <a:pt x="2997" y="29265"/>
                            <a:pt x="-432" y="23931"/>
                            <a:pt x="44" y="18406"/>
                          </a:cubicBezTo>
                          <a:cubicBezTo>
                            <a:pt x="520" y="12882"/>
                            <a:pt x="4806" y="8215"/>
                            <a:pt x="10997" y="5167"/>
                          </a:cubicBezTo>
                          <a:cubicBezTo>
                            <a:pt x="17189" y="2119"/>
                            <a:pt x="25571" y="-262"/>
                            <a:pt x="34620" y="23"/>
                          </a:cubicBezTo>
                          <a:cubicBezTo>
                            <a:pt x="39191" y="214"/>
                            <a:pt x="43478" y="690"/>
                            <a:pt x="47383" y="1452"/>
                          </a:cubicBezTo>
                          <a:cubicBezTo>
                            <a:pt x="51288" y="2214"/>
                            <a:pt x="54908" y="3547"/>
                            <a:pt x="57956" y="5167"/>
                          </a:cubicBezTo>
                          <a:cubicBezTo>
                            <a:pt x="61099" y="6786"/>
                            <a:pt x="63766" y="8977"/>
                            <a:pt x="65671" y="10977"/>
                          </a:cubicBezTo>
                          <a:cubicBezTo>
                            <a:pt x="67671" y="12977"/>
                            <a:pt x="68910" y="15454"/>
                            <a:pt x="69195" y="1821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0" name="Forme libre : forme 14519">
                      <a:extLst>
                        <a:ext uri="{FF2B5EF4-FFF2-40B4-BE49-F238E27FC236}">
                          <a16:creationId xmlns:a16="http://schemas.microsoft.com/office/drawing/2014/main" id="{1ED710C5-681A-47D6-B8A3-47642097F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6924" y="3169158"/>
                      <a:ext cx="50907" cy="36905"/>
                    </a:xfrm>
                    <a:custGeom>
                      <a:avLst/>
                      <a:gdLst>
                        <a:gd name="connsiteX0" fmla="*/ 16046 w 50907"/>
                        <a:gd name="connsiteY0" fmla="*/ 0 h 36905"/>
                        <a:gd name="connsiteX1" fmla="*/ 4902 w 50907"/>
                        <a:gd name="connsiteY1" fmla="*/ 6191 h 36905"/>
                        <a:gd name="connsiteX2" fmla="*/ 44 w 50907"/>
                        <a:gd name="connsiteY2" fmla="*/ 15335 h 36905"/>
                        <a:gd name="connsiteX3" fmla="*/ 9283 w 50907"/>
                        <a:gd name="connsiteY3" fmla="*/ 30385 h 36905"/>
                        <a:gd name="connsiteX4" fmla="*/ 34524 w 50907"/>
                        <a:gd name="connsiteY4" fmla="*/ 36862 h 36905"/>
                        <a:gd name="connsiteX5" fmla="*/ 50907 w 50907"/>
                        <a:gd name="connsiteY5" fmla="*/ 34290 h 36905"/>
                        <a:gd name="connsiteX6" fmla="*/ 41763 w 50907"/>
                        <a:gd name="connsiteY6" fmla="*/ 33433 h 36905"/>
                        <a:gd name="connsiteX7" fmla="*/ 16046 w 50907"/>
                        <a:gd name="connsiteY7" fmla="*/ 0 h 36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0907" h="36905">
                          <a:moveTo>
                            <a:pt x="16046" y="0"/>
                          </a:moveTo>
                          <a:cubicBezTo>
                            <a:pt x="11569" y="1714"/>
                            <a:pt x="7759" y="3524"/>
                            <a:pt x="4902" y="6191"/>
                          </a:cubicBezTo>
                          <a:cubicBezTo>
                            <a:pt x="2139" y="8763"/>
                            <a:pt x="330" y="11906"/>
                            <a:pt x="44" y="15335"/>
                          </a:cubicBezTo>
                          <a:cubicBezTo>
                            <a:pt x="-432" y="20860"/>
                            <a:pt x="2997" y="26194"/>
                            <a:pt x="9283" y="30385"/>
                          </a:cubicBezTo>
                          <a:cubicBezTo>
                            <a:pt x="15570" y="34576"/>
                            <a:pt x="24523" y="36671"/>
                            <a:pt x="34524" y="36862"/>
                          </a:cubicBezTo>
                          <a:cubicBezTo>
                            <a:pt x="40335" y="37147"/>
                            <a:pt x="45954" y="36004"/>
                            <a:pt x="50907" y="34290"/>
                          </a:cubicBezTo>
                          <a:cubicBezTo>
                            <a:pt x="47764" y="34385"/>
                            <a:pt x="44716" y="34099"/>
                            <a:pt x="41763" y="33433"/>
                          </a:cubicBezTo>
                          <a:cubicBezTo>
                            <a:pt x="25666" y="27241"/>
                            <a:pt x="14141" y="13526"/>
                            <a:pt x="16046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1" name="Forme libre : forme 14520">
                      <a:extLst>
                        <a:ext uri="{FF2B5EF4-FFF2-40B4-BE49-F238E27FC236}">
                          <a16:creationId xmlns:a16="http://schemas.microsoft.com/office/drawing/2014/main" id="{2FAD17D6-5A6E-4BC2-B9D3-DA59B10602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0178" y="3170479"/>
                      <a:ext cx="70141" cy="40154"/>
                    </a:xfrm>
                    <a:custGeom>
                      <a:avLst/>
                      <a:gdLst>
                        <a:gd name="connsiteX0" fmla="*/ 70037 w 70141"/>
                        <a:gd name="connsiteY0" fmla="*/ 17729 h 40154"/>
                        <a:gd name="connsiteX1" fmla="*/ 68227 w 70141"/>
                        <a:gd name="connsiteY1" fmla="*/ 25825 h 40154"/>
                        <a:gd name="connsiteX2" fmla="*/ 61083 w 70141"/>
                        <a:gd name="connsiteY2" fmla="*/ 33064 h 40154"/>
                        <a:gd name="connsiteX3" fmla="*/ 49558 w 70141"/>
                        <a:gd name="connsiteY3" fmla="*/ 38017 h 40154"/>
                        <a:gd name="connsiteX4" fmla="*/ 35080 w 70141"/>
                        <a:gd name="connsiteY4" fmla="*/ 40112 h 40154"/>
                        <a:gd name="connsiteX5" fmla="*/ 9553 w 70141"/>
                        <a:gd name="connsiteY5" fmla="*/ 33826 h 40154"/>
                        <a:gd name="connsiteX6" fmla="*/ 28 w 70141"/>
                        <a:gd name="connsiteY6" fmla="*/ 18776 h 40154"/>
                        <a:gd name="connsiteX7" fmla="*/ 10982 w 70141"/>
                        <a:gd name="connsiteY7" fmla="*/ 5441 h 40154"/>
                        <a:gd name="connsiteX8" fmla="*/ 34890 w 70141"/>
                        <a:gd name="connsiteY8" fmla="*/ 12 h 40154"/>
                        <a:gd name="connsiteX9" fmla="*/ 47748 w 70141"/>
                        <a:gd name="connsiteY9" fmla="*/ 1155 h 40154"/>
                        <a:gd name="connsiteX10" fmla="*/ 58607 w 70141"/>
                        <a:gd name="connsiteY10" fmla="*/ 4870 h 40154"/>
                        <a:gd name="connsiteX11" fmla="*/ 66513 w 70141"/>
                        <a:gd name="connsiteY11" fmla="*/ 10394 h 40154"/>
                        <a:gd name="connsiteX12" fmla="*/ 70037 w 70141"/>
                        <a:gd name="connsiteY12" fmla="*/ 17729 h 40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141" h="40154">
                          <a:moveTo>
                            <a:pt x="70037" y="17729"/>
                          </a:moveTo>
                          <a:cubicBezTo>
                            <a:pt x="70418" y="20491"/>
                            <a:pt x="69751" y="23158"/>
                            <a:pt x="68227" y="25825"/>
                          </a:cubicBezTo>
                          <a:cubicBezTo>
                            <a:pt x="66703" y="28397"/>
                            <a:pt x="64226" y="31159"/>
                            <a:pt x="61083" y="33064"/>
                          </a:cubicBezTo>
                          <a:cubicBezTo>
                            <a:pt x="57940" y="35064"/>
                            <a:pt x="53940" y="36779"/>
                            <a:pt x="49558" y="38017"/>
                          </a:cubicBezTo>
                          <a:cubicBezTo>
                            <a:pt x="45176" y="39160"/>
                            <a:pt x="40033" y="40398"/>
                            <a:pt x="35080" y="40112"/>
                          </a:cubicBezTo>
                          <a:cubicBezTo>
                            <a:pt x="24983" y="39922"/>
                            <a:pt x="15840" y="37540"/>
                            <a:pt x="9553" y="33826"/>
                          </a:cubicBezTo>
                          <a:cubicBezTo>
                            <a:pt x="3171" y="29730"/>
                            <a:pt x="-353" y="24301"/>
                            <a:pt x="28" y="18776"/>
                          </a:cubicBezTo>
                          <a:cubicBezTo>
                            <a:pt x="504" y="13252"/>
                            <a:pt x="4695" y="8585"/>
                            <a:pt x="10982" y="5441"/>
                          </a:cubicBezTo>
                          <a:cubicBezTo>
                            <a:pt x="17268" y="1917"/>
                            <a:pt x="25650" y="-178"/>
                            <a:pt x="34890" y="12"/>
                          </a:cubicBezTo>
                          <a:cubicBezTo>
                            <a:pt x="39557" y="298"/>
                            <a:pt x="43748" y="203"/>
                            <a:pt x="47748" y="1155"/>
                          </a:cubicBezTo>
                          <a:cubicBezTo>
                            <a:pt x="51749" y="1917"/>
                            <a:pt x="55368" y="3251"/>
                            <a:pt x="58607" y="4870"/>
                          </a:cubicBezTo>
                          <a:cubicBezTo>
                            <a:pt x="61845" y="6584"/>
                            <a:pt x="64417" y="8204"/>
                            <a:pt x="66513" y="10394"/>
                          </a:cubicBezTo>
                          <a:cubicBezTo>
                            <a:pt x="68322" y="12585"/>
                            <a:pt x="69656" y="15062"/>
                            <a:pt x="70037" y="1772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2" name="Forme libre : forme 14521">
                      <a:extLst>
                        <a:ext uri="{FF2B5EF4-FFF2-40B4-BE49-F238E27FC236}">
                          <a16:creationId xmlns:a16="http://schemas.microsoft.com/office/drawing/2014/main" id="{A3AC1BA6-C32E-47E1-AF50-FDF23319B3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5658" y="3151348"/>
                      <a:ext cx="89707" cy="77273"/>
                    </a:xfrm>
                    <a:custGeom>
                      <a:avLst/>
                      <a:gdLst>
                        <a:gd name="connsiteX0" fmla="*/ 1687 w 89707"/>
                        <a:gd name="connsiteY0" fmla="*/ 32192 h 77273"/>
                        <a:gd name="connsiteX1" fmla="*/ 1020 w 89707"/>
                        <a:gd name="connsiteY1" fmla="*/ 51052 h 77273"/>
                        <a:gd name="connsiteX2" fmla="*/ 14069 w 89707"/>
                        <a:gd name="connsiteY2" fmla="*/ 66577 h 77273"/>
                        <a:gd name="connsiteX3" fmla="*/ 36358 w 89707"/>
                        <a:gd name="connsiteY3" fmla="*/ 75245 h 77273"/>
                        <a:gd name="connsiteX4" fmla="*/ 76363 w 89707"/>
                        <a:gd name="connsiteY4" fmla="*/ 73435 h 77273"/>
                        <a:gd name="connsiteX5" fmla="*/ 88460 w 89707"/>
                        <a:gd name="connsiteY5" fmla="*/ 54767 h 77273"/>
                        <a:gd name="connsiteX6" fmla="*/ 75220 w 89707"/>
                        <a:gd name="connsiteY6" fmla="*/ 46099 h 77273"/>
                        <a:gd name="connsiteX7" fmla="*/ 45978 w 89707"/>
                        <a:gd name="connsiteY7" fmla="*/ 23715 h 77273"/>
                        <a:gd name="connsiteX8" fmla="*/ 33310 w 89707"/>
                        <a:gd name="connsiteY8" fmla="*/ 7903 h 77273"/>
                        <a:gd name="connsiteX9" fmla="*/ 15593 w 89707"/>
                        <a:gd name="connsiteY9" fmla="*/ 188 h 77273"/>
                        <a:gd name="connsiteX10" fmla="*/ 1687 w 89707"/>
                        <a:gd name="connsiteY10" fmla="*/ 32192 h 77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9707" h="77273">
                          <a:moveTo>
                            <a:pt x="1687" y="32192"/>
                          </a:moveTo>
                          <a:cubicBezTo>
                            <a:pt x="353" y="38384"/>
                            <a:pt x="-980" y="44765"/>
                            <a:pt x="1020" y="51052"/>
                          </a:cubicBezTo>
                          <a:cubicBezTo>
                            <a:pt x="2925" y="57052"/>
                            <a:pt x="7687" y="62291"/>
                            <a:pt x="14069" y="66577"/>
                          </a:cubicBezTo>
                          <a:cubicBezTo>
                            <a:pt x="20451" y="70483"/>
                            <a:pt x="28357" y="73340"/>
                            <a:pt x="36358" y="75245"/>
                          </a:cubicBezTo>
                          <a:cubicBezTo>
                            <a:pt x="49693" y="78198"/>
                            <a:pt x="64171" y="78198"/>
                            <a:pt x="76363" y="73435"/>
                          </a:cubicBezTo>
                          <a:cubicBezTo>
                            <a:pt x="85697" y="69435"/>
                            <a:pt x="92651" y="61434"/>
                            <a:pt x="88460" y="54767"/>
                          </a:cubicBezTo>
                          <a:cubicBezTo>
                            <a:pt x="85888" y="50671"/>
                            <a:pt x="80268" y="48385"/>
                            <a:pt x="75220" y="46099"/>
                          </a:cubicBezTo>
                          <a:cubicBezTo>
                            <a:pt x="63504" y="40193"/>
                            <a:pt x="53693" y="32287"/>
                            <a:pt x="45978" y="23715"/>
                          </a:cubicBezTo>
                          <a:cubicBezTo>
                            <a:pt x="42740" y="19905"/>
                            <a:pt x="38358" y="13142"/>
                            <a:pt x="33310" y="7903"/>
                          </a:cubicBezTo>
                          <a:cubicBezTo>
                            <a:pt x="28261" y="2569"/>
                            <a:pt x="22356" y="-859"/>
                            <a:pt x="15593" y="188"/>
                          </a:cubicBezTo>
                          <a:cubicBezTo>
                            <a:pt x="3306" y="2474"/>
                            <a:pt x="3401" y="23525"/>
                            <a:pt x="1687" y="3219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3" name="Forme libre : forme 14522">
                      <a:extLst>
                        <a:ext uri="{FF2B5EF4-FFF2-40B4-BE49-F238E27FC236}">
                          <a16:creationId xmlns:a16="http://schemas.microsoft.com/office/drawing/2014/main" id="{EA1C508D-9370-4497-8313-3CE3A3A5D2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3982" y="3153525"/>
                      <a:ext cx="27614" cy="18669"/>
                    </a:xfrm>
                    <a:custGeom>
                      <a:avLst/>
                      <a:gdLst>
                        <a:gd name="connsiteX0" fmla="*/ 2127 w 27614"/>
                        <a:gd name="connsiteY0" fmla="*/ 10108 h 18669"/>
                        <a:gd name="connsiteX1" fmla="*/ 32 w 27614"/>
                        <a:gd name="connsiteY1" fmla="*/ 14108 h 18669"/>
                        <a:gd name="connsiteX2" fmla="*/ 2127 w 27614"/>
                        <a:gd name="connsiteY2" fmla="*/ 18204 h 18669"/>
                        <a:gd name="connsiteX3" fmla="*/ 6985 w 27614"/>
                        <a:gd name="connsiteY3" fmla="*/ 18490 h 18669"/>
                        <a:gd name="connsiteX4" fmla="*/ 19082 w 27614"/>
                        <a:gd name="connsiteY4" fmla="*/ 15442 h 18669"/>
                        <a:gd name="connsiteX5" fmla="*/ 23463 w 27614"/>
                        <a:gd name="connsiteY5" fmla="*/ 13251 h 18669"/>
                        <a:gd name="connsiteX6" fmla="*/ 20891 w 27614"/>
                        <a:gd name="connsiteY6" fmla="*/ 11 h 18669"/>
                        <a:gd name="connsiteX7" fmla="*/ 2127 w 27614"/>
                        <a:gd name="connsiteY7" fmla="*/ 10108 h 18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614" h="18669">
                          <a:moveTo>
                            <a:pt x="2127" y="10108"/>
                          </a:moveTo>
                          <a:cubicBezTo>
                            <a:pt x="1079" y="11251"/>
                            <a:pt x="222" y="12584"/>
                            <a:pt x="32" y="14108"/>
                          </a:cubicBezTo>
                          <a:cubicBezTo>
                            <a:pt x="-159" y="15632"/>
                            <a:pt x="508" y="17442"/>
                            <a:pt x="2127" y="18204"/>
                          </a:cubicBezTo>
                          <a:cubicBezTo>
                            <a:pt x="3556" y="18871"/>
                            <a:pt x="5366" y="18680"/>
                            <a:pt x="6985" y="18490"/>
                          </a:cubicBezTo>
                          <a:cubicBezTo>
                            <a:pt x="11176" y="17823"/>
                            <a:pt x="15271" y="16775"/>
                            <a:pt x="19082" y="15442"/>
                          </a:cubicBezTo>
                          <a:cubicBezTo>
                            <a:pt x="20701" y="14870"/>
                            <a:pt x="22225" y="14203"/>
                            <a:pt x="23463" y="13251"/>
                          </a:cubicBezTo>
                          <a:cubicBezTo>
                            <a:pt x="28702" y="9250"/>
                            <a:pt x="30130" y="-370"/>
                            <a:pt x="20891" y="11"/>
                          </a:cubicBezTo>
                          <a:cubicBezTo>
                            <a:pt x="13843" y="297"/>
                            <a:pt x="6318" y="5155"/>
                            <a:pt x="2127" y="1010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4" name="Forme libre : forme 14523">
                      <a:extLst>
                        <a:ext uri="{FF2B5EF4-FFF2-40B4-BE49-F238E27FC236}">
                          <a16:creationId xmlns:a16="http://schemas.microsoft.com/office/drawing/2014/main" id="{776A4A76-8539-4840-918F-2485CC9339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3356" y="3187255"/>
                      <a:ext cx="41726" cy="46291"/>
                    </a:xfrm>
                    <a:custGeom>
                      <a:avLst/>
                      <a:gdLst>
                        <a:gd name="connsiteX0" fmla="*/ 40957 w 41726"/>
                        <a:gd name="connsiteY0" fmla="*/ 0 h 46291"/>
                        <a:gd name="connsiteX1" fmla="*/ 39719 w 41726"/>
                        <a:gd name="connsiteY1" fmla="*/ 17145 h 46291"/>
                        <a:gd name="connsiteX2" fmla="*/ 28194 w 41726"/>
                        <a:gd name="connsiteY2" fmla="*/ 32766 h 46291"/>
                        <a:gd name="connsiteX3" fmla="*/ 0 w 41726"/>
                        <a:gd name="connsiteY3" fmla="*/ 46292 h 46291"/>
                        <a:gd name="connsiteX4" fmla="*/ 6191 w 41726"/>
                        <a:gd name="connsiteY4" fmla="*/ 44005 h 46291"/>
                        <a:gd name="connsiteX5" fmla="*/ 20193 w 41726"/>
                        <a:gd name="connsiteY5" fmla="*/ 35909 h 46291"/>
                        <a:gd name="connsiteX6" fmla="*/ 34290 w 41726"/>
                        <a:gd name="connsiteY6" fmla="*/ 21336 h 46291"/>
                        <a:gd name="connsiteX7" fmla="*/ 40957 w 41726"/>
                        <a:gd name="connsiteY7" fmla="*/ 0 h 46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726" h="46291">
                          <a:moveTo>
                            <a:pt x="40957" y="0"/>
                          </a:moveTo>
                          <a:cubicBezTo>
                            <a:pt x="40957" y="0"/>
                            <a:pt x="43339" y="7239"/>
                            <a:pt x="39719" y="17145"/>
                          </a:cubicBezTo>
                          <a:cubicBezTo>
                            <a:pt x="37909" y="22288"/>
                            <a:pt x="34480" y="27718"/>
                            <a:pt x="28194" y="32766"/>
                          </a:cubicBezTo>
                          <a:cubicBezTo>
                            <a:pt x="21907" y="38005"/>
                            <a:pt x="12763" y="43434"/>
                            <a:pt x="0" y="46292"/>
                          </a:cubicBezTo>
                          <a:cubicBezTo>
                            <a:pt x="0" y="46292"/>
                            <a:pt x="2476" y="45529"/>
                            <a:pt x="6191" y="44005"/>
                          </a:cubicBezTo>
                          <a:cubicBezTo>
                            <a:pt x="9906" y="42481"/>
                            <a:pt x="15049" y="39910"/>
                            <a:pt x="20193" y="35909"/>
                          </a:cubicBezTo>
                          <a:cubicBezTo>
                            <a:pt x="25336" y="32004"/>
                            <a:pt x="30384" y="27146"/>
                            <a:pt x="34290" y="21336"/>
                          </a:cubicBezTo>
                          <a:cubicBezTo>
                            <a:pt x="38100" y="15335"/>
                            <a:pt x="40672" y="8001"/>
                            <a:pt x="4095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5" name="Forme libre : forme 14524">
                      <a:extLst>
                        <a:ext uri="{FF2B5EF4-FFF2-40B4-BE49-F238E27FC236}">
                          <a16:creationId xmlns:a16="http://schemas.microsoft.com/office/drawing/2014/main" id="{ED6EAB5C-913E-443C-8D8E-89E107745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2105" y="3132281"/>
                      <a:ext cx="48863" cy="31066"/>
                    </a:xfrm>
                    <a:custGeom>
                      <a:avLst/>
                      <a:gdLst>
                        <a:gd name="connsiteX0" fmla="*/ 48863 w 48863"/>
                        <a:gd name="connsiteY0" fmla="*/ 15 h 31066"/>
                        <a:gd name="connsiteX1" fmla="*/ 42958 w 48863"/>
                        <a:gd name="connsiteY1" fmla="*/ 206 h 31066"/>
                        <a:gd name="connsiteX2" fmla="*/ 29337 w 48863"/>
                        <a:gd name="connsiteY2" fmla="*/ 2873 h 31066"/>
                        <a:gd name="connsiteX3" fmla="*/ 13240 w 48863"/>
                        <a:gd name="connsiteY3" fmla="*/ 11826 h 31066"/>
                        <a:gd name="connsiteX4" fmla="*/ 0 w 48863"/>
                        <a:gd name="connsiteY4" fmla="*/ 31067 h 31066"/>
                        <a:gd name="connsiteX5" fmla="*/ 12097 w 48863"/>
                        <a:gd name="connsiteY5" fmla="*/ 16398 h 31066"/>
                        <a:gd name="connsiteX6" fmla="*/ 27241 w 48863"/>
                        <a:gd name="connsiteY6" fmla="*/ 5825 h 31066"/>
                        <a:gd name="connsiteX7" fmla="*/ 37052 w 48863"/>
                        <a:gd name="connsiteY7" fmla="*/ 2206 h 31066"/>
                        <a:gd name="connsiteX8" fmla="*/ 48863 w 48863"/>
                        <a:gd name="connsiteY8" fmla="*/ 15 h 310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863" h="31066">
                          <a:moveTo>
                            <a:pt x="48863" y="15"/>
                          </a:moveTo>
                          <a:cubicBezTo>
                            <a:pt x="48863" y="15"/>
                            <a:pt x="46577" y="-80"/>
                            <a:pt x="42958" y="206"/>
                          </a:cubicBezTo>
                          <a:cubicBezTo>
                            <a:pt x="39243" y="682"/>
                            <a:pt x="34480" y="1254"/>
                            <a:pt x="29337" y="2873"/>
                          </a:cubicBezTo>
                          <a:cubicBezTo>
                            <a:pt x="24098" y="4492"/>
                            <a:pt x="18479" y="7349"/>
                            <a:pt x="13240" y="11826"/>
                          </a:cubicBezTo>
                          <a:cubicBezTo>
                            <a:pt x="8096" y="16113"/>
                            <a:pt x="3334" y="22208"/>
                            <a:pt x="0" y="31067"/>
                          </a:cubicBezTo>
                          <a:cubicBezTo>
                            <a:pt x="0" y="31067"/>
                            <a:pt x="4096" y="23637"/>
                            <a:pt x="12097" y="16398"/>
                          </a:cubicBezTo>
                          <a:cubicBezTo>
                            <a:pt x="16097" y="12683"/>
                            <a:pt x="21241" y="8683"/>
                            <a:pt x="27241" y="5825"/>
                          </a:cubicBezTo>
                          <a:cubicBezTo>
                            <a:pt x="30289" y="4397"/>
                            <a:pt x="33528" y="3158"/>
                            <a:pt x="37052" y="2206"/>
                          </a:cubicBezTo>
                          <a:cubicBezTo>
                            <a:pt x="40672" y="1254"/>
                            <a:pt x="44672" y="301"/>
                            <a:pt x="48863" y="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6" name="Forme libre : forme 14525">
                      <a:extLst>
                        <a:ext uri="{FF2B5EF4-FFF2-40B4-BE49-F238E27FC236}">
                          <a16:creationId xmlns:a16="http://schemas.microsoft.com/office/drawing/2014/main" id="{6E6AB9D3-A524-4418-81BB-5D8B79931F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5716" y="3170371"/>
                      <a:ext cx="25362" cy="13944"/>
                    </a:xfrm>
                    <a:custGeom>
                      <a:avLst/>
                      <a:gdLst>
                        <a:gd name="connsiteX0" fmla="*/ 25163 w 25362"/>
                        <a:gd name="connsiteY0" fmla="*/ 9931 h 13944"/>
                        <a:gd name="connsiteX1" fmla="*/ 10113 w 25362"/>
                        <a:gd name="connsiteY1" fmla="*/ 13170 h 13944"/>
                        <a:gd name="connsiteX2" fmla="*/ 302 w 25362"/>
                        <a:gd name="connsiteY2" fmla="*/ 3359 h 13944"/>
                        <a:gd name="connsiteX3" fmla="*/ 15066 w 25362"/>
                        <a:gd name="connsiteY3" fmla="*/ 882 h 13944"/>
                        <a:gd name="connsiteX4" fmla="*/ 25163 w 25362"/>
                        <a:gd name="connsiteY4" fmla="*/ 9931 h 139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362" h="13944">
                          <a:moveTo>
                            <a:pt x="25163" y="9931"/>
                          </a:moveTo>
                          <a:cubicBezTo>
                            <a:pt x="23925" y="13265"/>
                            <a:pt x="17067" y="15075"/>
                            <a:pt x="10113" y="13170"/>
                          </a:cubicBezTo>
                          <a:cubicBezTo>
                            <a:pt x="3160" y="11074"/>
                            <a:pt x="-1221" y="6693"/>
                            <a:pt x="302" y="3359"/>
                          </a:cubicBezTo>
                          <a:cubicBezTo>
                            <a:pt x="1731" y="-70"/>
                            <a:pt x="8399" y="-832"/>
                            <a:pt x="15066" y="882"/>
                          </a:cubicBezTo>
                          <a:cubicBezTo>
                            <a:pt x="21734" y="2406"/>
                            <a:pt x="26401" y="6502"/>
                            <a:pt x="25163" y="993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7" name="Forme libre : forme 14526">
                      <a:extLst>
                        <a:ext uri="{FF2B5EF4-FFF2-40B4-BE49-F238E27FC236}">
                          <a16:creationId xmlns:a16="http://schemas.microsoft.com/office/drawing/2014/main" id="{F9E3C7E0-8293-4BBB-8165-B17F943700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7351" y="3175725"/>
                      <a:ext cx="7057" cy="5725"/>
                    </a:xfrm>
                    <a:custGeom>
                      <a:avLst/>
                      <a:gdLst>
                        <a:gd name="connsiteX0" fmla="*/ 7053 w 7057"/>
                        <a:gd name="connsiteY0" fmla="*/ 2672 h 5725"/>
                        <a:gd name="connsiteX1" fmla="*/ 3719 w 7057"/>
                        <a:gd name="connsiteY1" fmla="*/ 5720 h 5725"/>
                        <a:gd name="connsiteX2" fmla="*/ 4 w 7057"/>
                        <a:gd name="connsiteY2" fmla="*/ 3053 h 5725"/>
                        <a:gd name="connsiteX3" fmla="*/ 3338 w 7057"/>
                        <a:gd name="connsiteY3" fmla="*/ 5 h 5725"/>
                        <a:gd name="connsiteX4" fmla="*/ 7053 w 7057"/>
                        <a:gd name="connsiteY4" fmla="*/ 2672 h 5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57" h="5725">
                          <a:moveTo>
                            <a:pt x="7053" y="2672"/>
                          </a:moveTo>
                          <a:cubicBezTo>
                            <a:pt x="7148" y="4291"/>
                            <a:pt x="5719" y="5625"/>
                            <a:pt x="3719" y="5720"/>
                          </a:cubicBezTo>
                          <a:cubicBezTo>
                            <a:pt x="1719" y="5815"/>
                            <a:pt x="99" y="4672"/>
                            <a:pt x="4" y="3053"/>
                          </a:cubicBezTo>
                          <a:cubicBezTo>
                            <a:pt x="-91" y="1434"/>
                            <a:pt x="1433" y="101"/>
                            <a:pt x="3338" y="5"/>
                          </a:cubicBezTo>
                          <a:cubicBezTo>
                            <a:pt x="5338" y="-90"/>
                            <a:pt x="6957" y="1148"/>
                            <a:pt x="7053" y="267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8" name="Forme libre : forme 14527">
                      <a:extLst>
                        <a:ext uri="{FF2B5EF4-FFF2-40B4-BE49-F238E27FC236}">
                          <a16:creationId xmlns:a16="http://schemas.microsoft.com/office/drawing/2014/main" id="{01E36C49-BC53-4EB7-BD22-42DE6EA416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5848" y="3138582"/>
                      <a:ext cx="59640" cy="47649"/>
                    </a:xfrm>
                    <a:custGeom>
                      <a:avLst/>
                      <a:gdLst>
                        <a:gd name="connsiteX0" fmla="*/ 49986 w 59640"/>
                        <a:gd name="connsiteY0" fmla="*/ 15335 h 47649"/>
                        <a:gd name="connsiteX1" fmla="*/ 59416 w 59640"/>
                        <a:gd name="connsiteY1" fmla="*/ 38957 h 47649"/>
                        <a:gd name="connsiteX2" fmla="*/ 55796 w 59640"/>
                        <a:gd name="connsiteY2" fmla="*/ 47434 h 47649"/>
                        <a:gd name="connsiteX3" fmla="*/ 47224 w 59640"/>
                        <a:gd name="connsiteY3" fmla="*/ 43720 h 47649"/>
                        <a:gd name="connsiteX4" fmla="*/ 29603 w 59640"/>
                        <a:gd name="connsiteY4" fmla="*/ 22574 h 47649"/>
                        <a:gd name="connsiteX5" fmla="*/ 11124 w 59640"/>
                        <a:gd name="connsiteY5" fmla="*/ 15907 h 47649"/>
                        <a:gd name="connsiteX6" fmla="*/ 742 w 59640"/>
                        <a:gd name="connsiteY6" fmla="*/ 4667 h 47649"/>
                        <a:gd name="connsiteX7" fmla="*/ 17410 w 59640"/>
                        <a:gd name="connsiteY7" fmla="*/ 0 h 47649"/>
                        <a:gd name="connsiteX8" fmla="*/ 34556 w 59640"/>
                        <a:gd name="connsiteY8" fmla="*/ 3048 h 47649"/>
                        <a:gd name="connsiteX9" fmla="*/ 49986 w 59640"/>
                        <a:gd name="connsiteY9" fmla="*/ 15335 h 47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640" h="47649">
                          <a:moveTo>
                            <a:pt x="49986" y="15335"/>
                          </a:moveTo>
                          <a:cubicBezTo>
                            <a:pt x="55225" y="22574"/>
                            <a:pt x="57892" y="30480"/>
                            <a:pt x="59416" y="38957"/>
                          </a:cubicBezTo>
                          <a:cubicBezTo>
                            <a:pt x="59987" y="42005"/>
                            <a:pt x="59701" y="46387"/>
                            <a:pt x="55796" y="47434"/>
                          </a:cubicBezTo>
                          <a:cubicBezTo>
                            <a:pt x="52272" y="48387"/>
                            <a:pt x="49129" y="46006"/>
                            <a:pt x="47224" y="43720"/>
                          </a:cubicBezTo>
                          <a:cubicBezTo>
                            <a:pt x="41318" y="36290"/>
                            <a:pt x="37889" y="27908"/>
                            <a:pt x="29603" y="22574"/>
                          </a:cubicBezTo>
                          <a:cubicBezTo>
                            <a:pt x="27031" y="20860"/>
                            <a:pt x="18363" y="18859"/>
                            <a:pt x="11124" y="15907"/>
                          </a:cubicBezTo>
                          <a:cubicBezTo>
                            <a:pt x="3695" y="12573"/>
                            <a:pt x="-2116" y="8668"/>
                            <a:pt x="742" y="4667"/>
                          </a:cubicBezTo>
                          <a:cubicBezTo>
                            <a:pt x="3504" y="571"/>
                            <a:pt x="10934" y="190"/>
                            <a:pt x="17410" y="0"/>
                          </a:cubicBezTo>
                          <a:cubicBezTo>
                            <a:pt x="24078" y="0"/>
                            <a:pt x="31317" y="2000"/>
                            <a:pt x="34556" y="3048"/>
                          </a:cubicBezTo>
                          <a:cubicBezTo>
                            <a:pt x="40747" y="5429"/>
                            <a:pt x="46081" y="10001"/>
                            <a:pt x="49986" y="1533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39" name="Graphique 1">
                    <a:extLst>
                      <a:ext uri="{FF2B5EF4-FFF2-40B4-BE49-F238E27FC236}">
                        <a16:creationId xmlns:a16="http://schemas.microsoft.com/office/drawing/2014/main" id="{83A26307-60CE-43DA-88DF-26799D003511}"/>
                      </a:ext>
                    </a:extLst>
                  </p:cNvPr>
                  <p:cNvGrpSpPr/>
                  <p:nvPr/>
                </p:nvGrpSpPr>
                <p:grpSpPr>
                  <a:xfrm>
                    <a:off x="2471703" y="3073990"/>
                    <a:ext cx="147332" cy="138820"/>
                    <a:chOff x="2471703" y="3073990"/>
                    <a:chExt cx="147332" cy="138820"/>
                  </a:xfrm>
                  <a:solidFill>
                    <a:schemeClr val="accent1"/>
                  </a:solidFill>
                </p:grpSpPr>
                <p:sp>
                  <p:nvSpPr>
                    <p:cNvPr id="14505" name="Forme libre : forme 14504">
                      <a:extLst>
                        <a:ext uri="{FF2B5EF4-FFF2-40B4-BE49-F238E27FC236}">
                          <a16:creationId xmlns:a16="http://schemas.microsoft.com/office/drawing/2014/main" id="{D8972554-EEF7-4528-A271-E227B43061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1703" y="3073990"/>
                      <a:ext cx="147332" cy="138789"/>
                    </a:xfrm>
                    <a:custGeom>
                      <a:avLst/>
                      <a:gdLst>
                        <a:gd name="connsiteX0" fmla="*/ 129674 w 147332"/>
                        <a:gd name="connsiteY0" fmla="*/ 87452 h 138789"/>
                        <a:gd name="connsiteX1" fmla="*/ 117196 w 147332"/>
                        <a:gd name="connsiteY1" fmla="*/ 99263 h 138789"/>
                        <a:gd name="connsiteX2" fmla="*/ 103766 w 147332"/>
                        <a:gd name="connsiteY2" fmla="*/ 110502 h 138789"/>
                        <a:gd name="connsiteX3" fmla="*/ 89478 w 147332"/>
                        <a:gd name="connsiteY3" fmla="*/ 120980 h 138789"/>
                        <a:gd name="connsiteX4" fmla="*/ 74143 w 147332"/>
                        <a:gd name="connsiteY4" fmla="*/ 130315 h 138789"/>
                        <a:gd name="connsiteX5" fmla="*/ 51759 w 147332"/>
                        <a:gd name="connsiteY5" fmla="*/ 138125 h 138789"/>
                        <a:gd name="connsiteX6" fmla="*/ 31376 w 147332"/>
                        <a:gd name="connsiteY6" fmla="*/ 137173 h 138789"/>
                        <a:gd name="connsiteX7" fmla="*/ 16326 w 147332"/>
                        <a:gd name="connsiteY7" fmla="*/ 129362 h 138789"/>
                        <a:gd name="connsiteX8" fmla="*/ 8420 w 147332"/>
                        <a:gd name="connsiteY8" fmla="*/ 116122 h 138789"/>
                        <a:gd name="connsiteX9" fmla="*/ 1086 w 147332"/>
                        <a:gd name="connsiteY9" fmla="*/ 88214 h 138789"/>
                        <a:gd name="connsiteX10" fmla="*/ 515 w 147332"/>
                        <a:gd name="connsiteY10" fmla="*/ 73165 h 138789"/>
                        <a:gd name="connsiteX11" fmla="*/ 4992 w 147332"/>
                        <a:gd name="connsiteY11" fmla="*/ 59163 h 138789"/>
                        <a:gd name="connsiteX12" fmla="*/ 12897 w 147332"/>
                        <a:gd name="connsiteY12" fmla="*/ 47638 h 138789"/>
                        <a:gd name="connsiteX13" fmla="*/ 23660 w 147332"/>
                        <a:gd name="connsiteY13" fmla="*/ 39160 h 138789"/>
                        <a:gd name="connsiteX14" fmla="*/ 32328 w 147332"/>
                        <a:gd name="connsiteY14" fmla="*/ 34112 h 138789"/>
                        <a:gd name="connsiteX15" fmla="*/ 40615 w 147332"/>
                        <a:gd name="connsiteY15" fmla="*/ 28207 h 138789"/>
                        <a:gd name="connsiteX16" fmla="*/ 48711 w 147332"/>
                        <a:gd name="connsiteY16" fmla="*/ 21634 h 138789"/>
                        <a:gd name="connsiteX17" fmla="*/ 56617 w 147332"/>
                        <a:gd name="connsiteY17" fmla="*/ 14395 h 138789"/>
                        <a:gd name="connsiteX18" fmla="*/ 69000 w 147332"/>
                        <a:gd name="connsiteY18" fmla="*/ 5632 h 138789"/>
                        <a:gd name="connsiteX19" fmla="*/ 83477 w 147332"/>
                        <a:gd name="connsiteY19" fmla="*/ 774 h 138789"/>
                        <a:gd name="connsiteX20" fmla="*/ 112338 w 147332"/>
                        <a:gd name="connsiteY20" fmla="*/ 6299 h 138789"/>
                        <a:gd name="connsiteX21" fmla="*/ 135293 w 147332"/>
                        <a:gd name="connsiteY21" fmla="*/ 22777 h 138789"/>
                        <a:gd name="connsiteX22" fmla="*/ 147295 w 147332"/>
                        <a:gd name="connsiteY22" fmla="*/ 50590 h 138789"/>
                        <a:gd name="connsiteX23" fmla="*/ 142533 w 147332"/>
                        <a:gd name="connsiteY23" fmla="*/ 69164 h 138789"/>
                        <a:gd name="connsiteX24" fmla="*/ 129674 w 147332"/>
                        <a:gd name="connsiteY24" fmla="*/ 87452 h 138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7332" h="138789">
                          <a:moveTo>
                            <a:pt x="129674" y="87452"/>
                          </a:moveTo>
                          <a:cubicBezTo>
                            <a:pt x="125864" y="91548"/>
                            <a:pt x="121577" y="95453"/>
                            <a:pt x="117196" y="99263"/>
                          </a:cubicBezTo>
                          <a:cubicBezTo>
                            <a:pt x="112815" y="103073"/>
                            <a:pt x="108624" y="107074"/>
                            <a:pt x="103766" y="110502"/>
                          </a:cubicBezTo>
                          <a:cubicBezTo>
                            <a:pt x="99003" y="114027"/>
                            <a:pt x="94336" y="117646"/>
                            <a:pt x="89478" y="120980"/>
                          </a:cubicBezTo>
                          <a:lnTo>
                            <a:pt x="74143" y="130315"/>
                          </a:lnTo>
                          <a:cubicBezTo>
                            <a:pt x="66904" y="134601"/>
                            <a:pt x="58998" y="136696"/>
                            <a:pt x="51759" y="138125"/>
                          </a:cubicBezTo>
                          <a:cubicBezTo>
                            <a:pt x="44425" y="139458"/>
                            <a:pt x="37376" y="138601"/>
                            <a:pt x="31376" y="137173"/>
                          </a:cubicBezTo>
                          <a:cubicBezTo>
                            <a:pt x="25375" y="135649"/>
                            <a:pt x="20232" y="133172"/>
                            <a:pt x="16326" y="129362"/>
                          </a:cubicBezTo>
                          <a:cubicBezTo>
                            <a:pt x="12421" y="125647"/>
                            <a:pt x="9754" y="121171"/>
                            <a:pt x="8420" y="116122"/>
                          </a:cubicBezTo>
                          <a:lnTo>
                            <a:pt x="1086" y="88214"/>
                          </a:lnTo>
                          <a:cubicBezTo>
                            <a:pt x="-247" y="83166"/>
                            <a:pt x="-247" y="78022"/>
                            <a:pt x="515" y="73165"/>
                          </a:cubicBezTo>
                          <a:cubicBezTo>
                            <a:pt x="1372" y="68497"/>
                            <a:pt x="2896" y="63544"/>
                            <a:pt x="4992" y="59163"/>
                          </a:cubicBezTo>
                          <a:cubicBezTo>
                            <a:pt x="6992" y="54686"/>
                            <a:pt x="9944" y="51257"/>
                            <a:pt x="12897" y="47638"/>
                          </a:cubicBezTo>
                          <a:cubicBezTo>
                            <a:pt x="15850" y="43923"/>
                            <a:pt x="19565" y="41541"/>
                            <a:pt x="23660" y="39160"/>
                          </a:cubicBezTo>
                          <a:lnTo>
                            <a:pt x="32328" y="34112"/>
                          </a:lnTo>
                          <a:lnTo>
                            <a:pt x="40615" y="28207"/>
                          </a:lnTo>
                          <a:cubicBezTo>
                            <a:pt x="43473" y="26397"/>
                            <a:pt x="46044" y="23825"/>
                            <a:pt x="48711" y="21634"/>
                          </a:cubicBezTo>
                          <a:cubicBezTo>
                            <a:pt x="51378" y="19348"/>
                            <a:pt x="54141" y="17062"/>
                            <a:pt x="56617" y="14395"/>
                          </a:cubicBezTo>
                          <a:cubicBezTo>
                            <a:pt x="60236" y="10776"/>
                            <a:pt x="64523" y="8109"/>
                            <a:pt x="69000" y="5632"/>
                          </a:cubicBezTo>
                          <a:cubicBezTo>
                            <a:pt x="73476" y="3251"/>
                            <a:pt x="78525" y="1917"/>
                            <a:pt x="83477" y="774"/>
                          </a:cubicBezTo>
                          <a:cubicBezTo>
                            <a:pt x="93384" y="-1131"/>
                            <a:pt x="104051" y="393"/>
                            <a:pt x="112338" y="6299"/>
                          </a:cubicBezTo>
                          <a:lnTo>
                            <a:pt x="135293" y="22777"/>
                          </a:lnTo>
                          <a:cubicBezTo>
                            <a:pt x="143676" y="28778"/>
                            <a:pt x="147771" y="38684"/>
                            <a:pt x="147295" y="50590"/>
                          </a:cubicBezTo>
                          <a:cubicBezTo>
                            <a:pt x="147200" y="56496"/>
                            <a:pt x="145390" y="62782"/>
                            <a:pt x="142533" y="69164"/>
                          </a:cubicBezTo>
                          <a:cubicBezTo>
                            <a:pt x="139770" y="75546"/>
                            <a:pt x="135198" y="81832"/>
                            <a:pt x="129674" y="87452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06" name="Forme libre : forme 14505">
                      <a:extLst>
                        <a:ext uri="{FF2B5EF4-FFF2-40B4-BE49-F238E27FC236}">
                          <a16:creationId xmlns:a16="http://schemas.microsoft.com/office/drawing/2014/main" id="{AF2027CA-A3EA-4D91-9ECF-F68045CE3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6885" y="3096291"/>
                      <a:ext cx="141959" cy="116519"/>
                    </a:xfrm>
                    <a:custGeom>
                      <a:avLst/>
                      <a:gdLst>
                        <a:gd name="connsiteX0" fmla="*/ 61627 w 141959"/>
                        <a:gd name="connsiteY0" fmla="*/ 72485 h 116519"/>
                        <a:gd name="connsiteX1" fmla="*/ 29718 w 141959"/>
                        <a:gd name="connsiteY1" fmla="*/ 88106 h 116519"/>
                        <a:gd name="connsiteX2" fmla="*/ 0 w 141959"/>
                        <a:gd name="connsiteY2" fmla="*/ 81820 h 116519"/>
                        <a:gd name="connsiteX3" fmla="*/ 3143 w 141959"/>
                        <a:gd name="connsiteY3" fmla="*/ 93916 h 116519"/>
                        <a:gd name="connsiteX4" fmla="*/ 11049 w 141959"/>
                        <a:gd name="connsiteY4" fmla="*/ 107156 h 116519"/>
                        <a:gd name="connsiteX5" fmla="*/ 26099 w 141959"/>
                        <a:gd name="connsiteY5" fmla="*/ 114967 h 116519"/>
                        <a:gd name="connsiteX6" fmla="*/ 46482 w 141959"/>
                        <a:gd name="connsiteY6" fmla="*/ 115919 h 116519"/>
                        <a:gd name="connsiteX7" fmla="*/ 68866 w 141959"/>
                        <a:gd name="connsiteY7" fmla="*/ 108109 h 116519"/>
                        <a:gd name="connsiteX8" fmla="*/ 84201 w 141959"/>
                        <a:gd name="connsiteY8" fmla="*/ 98774 h 116519"/>
                        <a:gd name="connsiteX9" fmla="*/ 98488 w 141959"/>
                        <a:gd name="connsiteY9" fmla="*/ 88297 h 116519"/>
                        <a:gd name="connsiteX10" fmla="*/ 111919 w 141959"/>
                        <a:gd name="connsiteY10" fmla="*/ 77057 h 116519"/>
                        <a:gd name="connsiteX11" fmla="*/ 124396 w 141959"/>
                        <a:gd name="connsiteY11" fmla="*/ 65246 h 116519"/>
                        <a:gd name="connsiteX12" fmla="*/ 137160 w 141959"/>
                        <a:gd name="connsiteY12" fmla="*/ 46958 h 116519"/>
                        <a:gd name="connsiteX13" fmla="*/ 141923 w 141959"/>
                        <a:gd name="connsiteY13" fmla="*/ 28384 h 116519"/>
                        <a:gd name="connsiteX14" fmla="*/ 129921 w 141959"/>
                        <a:gd name="connsiteY14" fmla="*/ 571 h 116519"/>
                        <a:gd name="connsiteX15" fmla="*/ 129159 w 141959"/>
                        <a:gd name="connsiteY15" fmla="*/ 0 h 116519"/>
                        <a:gd name="connsiteX16" fmla="*/ 114586 w 141959"/>
                        <a:gd name="connsiteY16" fmla="*/ 19812 h 116519"/>
                        <a:gd name="connsiteX17" fmla="*/ 106585 w 141959"/>
                        <a:gd name="connsiteY17" fmla="*/ 29146 h 116519"/>
                        <a:gd name="connsiteX18" fmla="*/ 98012 w 141959"/>
                        <a:gd name="connsiteY18" fmla="*/ 38005 h 116519"/>
                        <a:gd name="connsiteX19" fmla="*/ 80296 w 141959"/>
                        <a:gd name="connsiteY19" fmla="*/ 55245 h 116519"/>
                        <a:gd name="connsiteX20" fmla="*/ 61627 w 141959"/>
                        <a:gd name="connsiteY20" fmla="*/ 72485 h 116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1959" h="116519">
                          <a:moveTo>
                            <a:pt x="61627" y="72485"/>
                          </a:moveTo>
                          <a:cubicBezTo>
                            <a:pt x="52578" y="81058"/>
                            <a:pt x="40862" y="86201"/>
                            <a:pt x="29718" y="88106"/>
                          </a:cubicBezTo>
                          <a:cubicBezTo>
                            <a:pt x="18288" y="89249"/>
                            <a:pt x="7906" y="87725"/>
                            <a:pt x="0" y="81820"/>
                          </a:cubicBezTo>
                          <a:lnTo>
                            <a:pt x="3143" y="93916"/>
                          </a:lnTo>
                          <a:cubicBezTo>
                            <a:pt x="4477" y="98965"/>
                            <a:pt x="7144" y="103441"/>
                            <a:pt x="11049" y="107156"/>
                          </a:cubicBezTo>
                          <a:cubicBezTo>
                            <a:pt x="14954" y="110966"/>
                            <a:pt x="20003" y="113538"/>
                            <a:pt x="26099" y="114967"/>
                          </a:cubicBezTo>
                          <a:cubicBezTo>
                            <a:pt x="32099" y="116300"/>
                            <a:pt x="39243" y="117157"/>
                            <a:pt x="46482" y="115919"/>
                          </a:cubicBezTo>
                          <a:cubicBezTo>
                            <a:pt x="53721" y="114490"/>
                            <a:pt x="61627" y="112395"/>
                            <a:pt x="68866" y="108109"/>
                          </a:cubicBezTo>
                          <a:lnTo>
                            <a:pt x="84201" y="98774"/>
                          </a:lnTo>
                          <a:cubicBezTo>
                            <a:pt x="89154" y="95440"/>
                            <a:pt x="93821" y="91821"/>
                            <a:pt x="98488" y="88297"/>
                          </a:cubicBezTo>
                          <a:cubicBezTo>
                            <a:pt x="103346" y="84868"/>
                            <a:pt x="107537" y="80867"/>
                            <a:pt x="111919" y="77057"/>
                          </a:cubicBezTo>
                          <a:cubicBezTo>
                            <a:pt x="116300" y="73247"/>
                            <a:pt x="120587" y="69342"/>
                            <a:pt x="124396" y="65246"/>
                          </a:cubicBezTo>
                          <a:cubicBezTo>
                            <a:pt x="129921" y="59531"/>
                            <a:pt x="134493" y="53340"/>
                            <a:pt x="137160" y="46958"/>
                          </a:cubicBezTo>
                          <a:cubicBezTo>
                            <a:pt x="140018" y="40672"/>
                            <a:pt x="141827" y="34385"/>
                            <a:pt x="141923" y="28384"/>
                          </a:cubicBezTo>
                          <a:cubicBezTo>
                            <a:pt x="142399" y="16478"/>
                            <a:pt x="138303" y="6572"/>
                            <a:pt x="129921" y="571"/>
                          </a:cubicBezTo>
                          <a:lnTo>
                            <a:pt x="129159" y="0"/>
                          </a:lnTo>
                          <a:cubicBezTo>
                            <a:pt x="124587" y="6858"/>
                            <a:pt x="120015" y="13621"/>
                            <a:pt x="114586" y="19812"/>
                          </a:cubicBezTo>
                          <a:lnTo>
                            <a:pt x="106585" y="29146"/>
                          </a:lnTo>
                          <a:lnTo>
                            <a:pt x="98012" y="38005"/>
                          </a:lnTo>
                          <a:cubicBezTo>
                            <a:pt x="92488" y="44101"/>
                            <a:pt x="86011" y="49244"/>
                            <a:pt x="80296" y="55245"/>
                          </a:cubicBezTo>
                          <a:cubicBezTo>
                            <a:pt x="74009" y="60579"/>
                            <a:pt x="68199" y="66865"/>
                            <a:pt x="61627" y="72485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07" name="Forme libre : forme 14506">
                      <a:extLst>
                        <a:ext uri="{FF2B5EF4-FFF2-40B4-BE49-F238E27FC236}">
                          <a16:creationId xmlns:a16="http://schemas.microsoft.com/office/drawing/2014/main" id="{04D7DF36-0FCF-46E5-999F-6D586B11F1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3165" y="3111494"/>
                      <a:ext cx="58876" cy="54037"/>
                    </a:xfrm>
                    <a:custGeom>
                      <a:avLst/>
                      <a:gdLst>
                        <a:gd name="connsiteX0" fmla="*/ 54685 w 58876"/>
                        <a:gd name="connsiteY0" fmla="*/ 2990 h 54037"/>
                        <a:gd name="connsiteX1" fmla="*/ 57828 w 58876"/>
                        <a:gd name="connsiteY1" fmla="*/ 20040 h 54037"/>
                        <a:gd name="connsiteX2" fmla="*/ 52589 w 58876"/>
                        <a:gd name="connsiteY2" fmla="*/ 31470 h 54037"/>
                        <a:gd name="connsiteX3" fmla="*/ 42683 w 58876"/>
                        <a:gd name="connsiteY3" fmla="*/ 42424 h 54037"/>
                        <a:gd name="connsiteX4" fmla="*/ 30110 w 58876"/>
                        <a:gd name="connsiteY4" fmla="*/ 50425 h 54037"/>
                        <a:gd name="connsiteX5" fmla="*/ 18013 w 58876"/>
                        <a:gd name="connsiteY5" fmla="*/ 53949 h 54037"/>
                        <a:gd name="connsiteX6" fmla="*/ 1630 w 58876"/>
                        <a:gd name="connsiteY6" fmla="*/ 47567 h 54037"/>
                        <a:gd name="connsiteX7" fmla="*/ 2774 w 58876"/>
                        <a:gd name="connsiteY7" fmla="*/ 30708 h 54037"/>
                        <a:gd name="connsiteX8" fmla="*/ 8584 w 58876"/>
                        <a:gd name="connsiteY8" fmla="*/ 21373 h 54037"/>
                        <a:gd name="connsiteX9" fmla="*/ 17252 w 58876"/>
                        <a:gd name="connsiteY9" fmla="*/ 12610 h 54037"/>
                        <a:gd name="connsiteX10" fmla="*/ 27538 w 58876"/>
                        <a:gd name="connsiteY10" fmla="*/ 5562 h 54037"/>
                        <a:gd name="connsiteX11" fmla="*/ 37730 w 58876"/>
                        <a:gd name="connsiteY11" fmla="*/ 1085 h 54037"/>
                        <a:gd name="connsiteX12" fmla="*/ 54685 w 58876"/>
                        <a:gd name="connsiteY12" fmla="*/ 2990 h 54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876" h="54037">
                          <a:moveTo>
                            <a:pt x="54685" y="2990"/>
                          </a:moveTo>
                          <a:cubicBezTo>
                            <a:pt x="58685" y="6514"/>
                            <a:pt x="60019" y="12896"/>
                            <a:pt x="57828" y="20040"/>
                          </a:cubicBezTo>
                          <a:cubicBezTo>
                            <a:pt x="56780" y="23659"/>
                            <a:pt x="55066" y="27469"/>
                            <a:pt x="52589" y="31470"/>
                          </a:cubicBezTo>
                          <a:cubicBezTo>
                            <a:pt x="50113" y="35280"/>
                            <a:pt x="46588" y="38995"/>
                            <a:pt x="42683" y="42424"/>
                          </a:cubicBezTo>
                          <a:cubicBezTo>
                            <a:pt x="38873" y="46043"/>
                            <a:pt x="34396" y="48520"/>
                            <a:pt x="30110" y="50425"/>
                          </a:cubicBezTo>
                          <a:cubicBezTo>
                            <a:pt x="25824" y="52330"/>
                            <a:pt x="21824" y="53663"/>
                            <a:pt x="18013" y="53949"/>
                          </a:cubicBezTo>
                          <a:cubicBezTo>
                            <a:pt x="10203" y="54521"/>
                            <a:pt x="4297" y="52330"/>
                            <a:pt x="1630" y="47567"/>
                          </a:cubicBezTo>
                          <a:cubicBezTo>
                            <a:pt x="-1037" y="42900"/>
                            <a:pt x="-274" y="36613"/>
                            <a:pt x="2774" y="30708"/>
                          </a:cubicBezTo>
                          <a:cubicBezTo>
                            <a:pt x="4297" y="27660"/>
                            <a:pt x="6107" y="24326"/>
                            <a:pt x="8584" y="21373"/>
                          </a:cubicBezTo>
                          <a:cubicBezTo>
                            <a:pt x="11060" y="18325"/>
                            <a:pt x="14108" y="15563"/>
                            <a:pt x="17252" y="12610"/>
                          </a:cubicBezTo>
                          <a:cubicBezTo>
                            <a:pt x="20490" y="9658"/>
                            <a:pt x="24110" y="7467"/>
                            <a:pt x="27538" y="5562"/>
                          </a:cubicBezTo>
                          <a:cubicBezTo>
                            <a:pt x="30872" y="3562"/>
                            <a:pt x="34396" y="2038"/>
                            <a:pt x="37730" y="1085"/>
                          </a:cubicBezTo>
                          <a:cubicBezTo>
                            <a:pt x="44588" y="-629"/>
                            <a:pt x="50589" y="-534"/>
                            <a:pt x="54685" y="2990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08" name="Forme libre : forme 14507">
                      <a:extLst>
                        <a:ext uri="{FF2B5EF4-FFF2-40B4-BE49-F238E27FC236}">
                          <a16:creationId xmlns:a16="http://schemas.microsoft.com/office/drawing/2014/main" id="{C8D1B9E9-D71F-42B6-B84C-21F18914D6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3180" y="3137534"/>
                      <a:ext cx="53717" cy="28089"/>
                    </a:xfrm>
                    <a:custGeom>
                      <a:avLst/>
                      <a:gdLst>
                        <a:gd name="connsiteX0" fmla="*/ 5331 w 53717"/>
                        <a:gd name="connsiteY0" fmla="*/ 0 h 28089"/>
                        <a:gd name="connsiteX1" fmla="*/ 378 w 53717"/>
                        <a:gd name="connsiteY1" fmla="*/ 11430 h 28089"/>
                        <a:gd name="connsiteX2" fmla="*/ 1616 w 53717"/>
                        <a:gd name="connsiteY2" fmla="*/ 21622 h 28089"/>
                        <a:gd name="connsiteX3" fmla="*/ 17999 w 53717"/>
                        <a:gd name="connsiteY3" fmla="*/ 28004 h 28089"/>
                        <a:gd name="connsiteX4" fmla="*/ 30096 w 53717"/>
                        <a:gd name="connsiteY4" fmla="*/ 24479 h 28089"/>
                        <a:gd name="connsiteX5" fmla="*/ 42668 w 53717"/>
                        <a:gd name="connsiteY5" fmla="*/ 16478 h 28089"/>
                        <a:gd name="connsiteX6" fmla="*/ 53717 w 53717"/>
                        <a:gd name="connsiteY6" fmla="*/ 3524 h 28089"/>
                        <a:gd name="connsiteX7" fmla="*/ 46002 w 53717"/>
                        <a:gd name="connsiteY7" fmla="*/ 8858 h 28089"/>
                        <a:gd name="connsiteX8" fmla="*/ 21809 w 53717"/>
                        <a:gd name="connsiteY8" fmla="*/ 11430 h 28089"/>
                        <a:gd name="connsiteX9" fmla="*/ 5331 w 53717"/>
                        <a:gd name="connsiteY9" fmla="*/ 0 h 28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3717" h="28089">
                          <a:moveTo>
                            <a:pt x="5331" y="0"/>
                          </a:moveTo>
                          <a:cubicBezTo>
                            <a:pt x="3045" y="4096"/>
                            <a:pt x="1044" y="7620"/>
                            <a:pt x="378" y="11430"/>
                          </a:cubicBezTo>
                          <a:cubicBezTo>
                            <a:pt x="-385" y="15145"/>
                            <a:pt x="-3" y="18669"/>
                            <a:pt x="1616" y="21622"/>
                          </a:cubicBezTo>
                          <a:cubicBezTo>
                            <a:pt x="4283" y="26289"/>
                            <a:pt x="10188" y="28575"/>
                            <a:pt x="17999" y="28004"/>
                          </a:cubicBezTo>
                          <a:cubicBezTo>
                            <a:pt x="21809" y="27718"/>
                            <a:pt x="25809" y="26289"/>
                            <a:pt x="30096" y="24479"/>
                          </a:cubicBezTo>
                          <a:cubicBezTo>
                            <a:pt x="34382" y="22574"/>
                            <a:pt x="38858" y="20098"/>
                            <a:pt x="42668" y="16478"/>
                          </a:cubicBezTo>
                          <a:cubicBezTo>
                            <a:pt x="47145" y="12383"/>
                            <a:pt x="51336" y="8192"/>
                            <a:pt x="53717" y="3524"/>
                          </a:cubicBezTo>
                          <a:cubicBezTo>
                            <a:pt x="51527" y="5715"/>
                            <a:pt x="48860" y="7525"/>
                            <a:pt x="46002" y="8858"/>
                          </a:cubicBezTo>
                          <a:cubicBezTo>
                            <a:pt x="37811" y="12192"/>
                            <a:pt x="29238" y="13240"/>
                            <a:pt x="21809" y="11430"/>
                          </a:cubicBezTo>
                          <a:cubicBezTo>
                            <a:pt x="14474" y="9620"/>
                            <a:pt x="8664" y="5715"/>
                            <a:pt x="5331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09" name="Forme libre : forme 14508">
                      <a:extLst>
                        <a:ext uri="{FF2B5EF4-FFF2-40B4-BE49-F238E27FC236}">
                          <a16:creationId xmlns:a16="http://schemas.microsoft.com/office/drawing/2014/main" id="{3C0C7B65-A364-4641-91C1-C1A87E8B9A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8336" y="3111779"/>
                      <a:ext cx="59310" cy="55477"/>
                    </a:xfrm>
                    <a:custGeom>
                      <a:avLst/>
                      <a:gdLst>
                        <a:gd name="connsiteX0" fmla="*/ 55039 w 59310"/>
                        <a:gd name="connsiteY0" fmla="*/ 2896 h 55477"/>
                        <a:gd name="connsiteX1" fmla="*/ 58372 w 59310"/>
                        <a:gd name="connsiteY1" fmla="*/ 20041 h 55477"/>
                        <a:gd name="connsiteX2" fmla="*/ 53038 w 59310"/>
                        <a:gd name="connsiteY2" fmla="*/ 31566 h 55477"/>
                        <a:gd name="connsiteX3" fmla="*/ 43227 w 59310"/>
                        <a:gd name="connsiteY3" fmla="*/ 42901 h 55477"/>
                        <a:gd name="connsiteX4" fmla="*/ 30654 w 59310"/>
                        <a:gd name="connsiteY4" fmla="*/ 51378 h 55477"/>
                        <a:gd name="connsiteX5" fmla="*/ 18367 w 59310"/>
                        <a:gd name="connsiteY5" fmla="*/ 55188 h 55477"/>
                        <a:gd name="connsiteX6" fmla="*/ 8175 w 59310"/>
                        <a:gd name="connsiteY6" fmla="*/ 54331 h 55477"/>
                        <a:gd name="connsiteX7" fmla="*/ 1699 w 59310"/>
                        <a:gd name="connsiteY7" fmla="*/ 49283 h 55477"/>
                        <a:gd name="connsiteX8" fmla="*/ 79 w 59310"/>
                        <a:gd name="connsiteY8" fmla="*/ 41377 h 55477"/>
                        <a:gd name="connsiteX9" fmla="*/ 2746 w 59310"/>
                        <a:gd name="connsiteY9" fmla="*/ 32233 h 55477"/>
                        <a:gd name="connsiteX10" fmla="*/ 8652 w 59310"/>
                        <a:gd name="connsiteY10" fmla="*/ 22708 h 55477"/>
                        <a:gd name="connsiteX11" fmla="*/ 17415 w 59310"/>
                        <a:gd name="connsiteY11" fmla="*/ 13469 h 55477"/>
                        <a:gd name="connsiteX12" fmla="*/ 27702 w 59310"/>
                        <a:gd name="connsiteY12" fmla="*/ 6039 h 55477"/>
                        <a:gd name="connsiteX13" fmla="*/ 38084 w 59310"/>
                        <a:gd name="connsiteY13" fmla="*/ 1467 h 55477"/>
                        <a:gd name="connsiteX14" fmla="*/ 55039 w 59310"/>
                        <a:gd name="connsiteY14" fmla="*/ 2896 h 55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9310" h="55477">
                          <a:moveTo>
                            <a:pt x="55039" y="2896"/>
                          </a:moveTo>
                          <a:cubicBezTo>
                            <a:pt x="59134" y="6325"/>
                            <a:pt x="60373" y="12707"/>
                            <a:pt x="58372" y="20041"/>
                          </a:cubicBezTo>
                          <a:cubicBezTo>
                            <a:pt x="57324" y="23660"/>
                            <a:pt x="55515" y="27566"/>
                            <a:pt x="53038" y="31566"/>
                          </a:cubicBezTo>
                          <a:cubicBezTo>
                            <a:pt x="50657" y="35567"/>
                            <a:pt x="47228" y="39377"/>
                            <a:pt x="43227" y="42901"/>
                          </a:cubicBezTo>
                          <a:cubicBezTo>
                            <a:pt x="39227" y="46425"/>
                            <a:pt x="35131" y="49473"/>
                            <a:pt x="30654" y="51378"/>
                          </a:cubicBezTo>
                          <a:cubicBezTo>
                            <a:pt x="26368" y="53378"/>
                            <a:pt x="22177" y="54617"/>
                            <a:pt x="18367" y="55188"/>
                          </a:cubicBezTo>
                          <a:cubicBezTo>
                            <a:pt x="14652" y="55855"/>
                            <a:pt x="10938" y="55283"/>
                            <a:pt x="8175" y="54331"/>
                          </a:cubicBezTo>
                          <a:cubicBezTo>
                            <a:pt x="5318" y="53283"/>
                            <a:pt x="3127" y="51569"/>
                            <a:pt x="1699" y="49283"/>
                          </a:cubicBezTo>
                          <a:cubicBezTo>
                            <a:pt x="270" y="46997"/>
                            <a:pt x="-207" y="44234"/>
                            <a:pt x="79" y="41377"/>
                          </a:cubicBezTo>
                          <a:cubicBezTo>
                            <a:pt x="270" y="38424"/>
                            <a:pt x="1413" y="35662"/>
                            <a:pt x="2746" y="32233"/>
                          </a:cubicBezTo>
                          <a:cubicBezTo>
                            <a:pt x="4175" y="28994"/>
                            <a:pt x="6175" y="25756"/>
                            <a:pt x="8652" y="22708"/>
                          </a:cubicBezTo>
                          <a:cubicBezTo>
                            <a:pt x="11319" y="19755"/>
                            <a:pt x="13986" y="16422"/>
                            <a:pt x="17415" y="13469"/>
                          </a:cubicBezTo>
                          <a:cubicBezTo>
                            <a:pt x="20749" y="10516"/>
                            <a:pt x="24368" y="8230"/>
                            <a:pt x="27702" y="6039"/>
                          </a:cubicBezTo>
                          <a:cubicBezTo>
                            <a:pt x="31131" y="3944"/>
                            <a:pt x="34655" y="2420"/>
                            <a:pt x="38084" y="1467"/>
                          </a:cubicBezTo>
                          <a:cubicBezTo>
                            <a:pt x="44847" y="-724"/>
                            <a:pt x="50943" y="-628"/>
                            <a:pt x="55039" y="289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10" name="Forme libre : forme 14509">
                      <a:extLst>
                        <a:ext uri="{FF2B5EF4-FFF2-40B4-BE49-F238E27FC236}">
                          <a16:creationId xmlns:a16="http://schemas.microsoft.com/office/drawing/2014/main" id="{42221915-9B0E-4026-A175-413B0162D5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1101" y="3136770"/>
                      <a:ext cx="98136" cy="58992"/>
                    </a:xfrm>
                    <a:custGeom>
                      <a:avLst/>
                      <a:gdLst>
                        <a:gd name="connsiteX0" fmla="*/ 8072 w 98136"/>
                        <a:gd name="connsiteY0" fmla="*/ 37531 h 58992"/>
                        <a:gd name="connsiteX1" fmla="*/ 17121 w 98136"/>
                        <a:gd name="connsiteY1" fmla="*/ 53723 h 58992"/>
                        <a:gd name="connsiteX2" fmla="*/ 62270 w 98136"/>
                        <a:gd name="connsiteY2" fmla="*/ 52295 h 58992"/>
                        <a:gd name="connsiteX3" fmla="*/ 81415 w 98136"/>
                        <a:gd name="connsiteY3" fmla="*/ 40103 h 58992"/>
                        <a:gd name="connsiteX4" fmla="*/ 95036 w 98136"/>
                        <a:gd name="connsiteY4" fmla="*/ 23434 h 58992"/>
                        <a:gd name="connsiteX5" fmla="*/ 98084 w 98136"/>
                        <a:gd name="connsiteY5" fmla="*/ 9813 h 58992"/>
                        <a:gd name="connsiteX6" fmla="*/ 92083 w 98136"/>
                        <a:gd name="connsiteY6" fmla="*/ 1622 h 58992"/>
                        <a:gd name="connsiteX7" fmla="*/ 76462 w 98136"/>
                        <a:gd name="connsiteY7" fmla="*/ 4193 h 58992"/>
                        <a:gd name="connsiteX8" fmla="*/ 57698 w 98136"/>
                        <a:gd name="connsiteY8" fmla="*/ 7432 h 58992"/>
                        <a:gd name="connsiteX9" fmla="*/ 39886 w 98136"/>
                        <a:gd name="connsiteY9" fmla="*/ 6003 h 58992"/>
                        <a:gd name="connsiteX10" fmla="*/ 21026 w 98136"/>
                        <a:gd name="connsiteY10" fmla="*/ 860 h 58992"/>
                        <a:gd name="connsiteX11" fmla="*/ 3215 w 98136"/>
                        <a:gd name="connsiteY11" fmla="*/ 3717 h 58992"/>
                        <a:gd name="connsiteX12" fmla="*/ 1310 w 98136"/>
                        <a:gd name="connsiteY12" fmla="*/ 20672 h 58992"/>
                        <a:gd name="connsiteX13" fmla="*/ 8072 w 98136"/>
                        <a:gd name="connsiteY13" fmla="*/ 37531 h 589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8136" h="58992">
                          <a:moveTo>
                            <a:pt x="8072" y="37531"/>
                          </a:moveTo>
                          <a:cubicBezTo>
                            <a:pt x="10073" y="43341"/>
                            <a:pt x="12073" y="49437"/>
                            <a:pt x="17121" y="53723"/>
                          </a:cubicBezTo>
                          <a:cubicBezTo>
                            <a:pt x="26551" y="61724"/>
                            <a:pt x="45887" y="60105"/>
                            <a:pt x="62270" y="52295"/>
                          </a:cubicBezTo>
                          <a:cubicBezTo>
                            <a:pt x="69223" y="49342"/>
                            <a:pt x="75414" y="44770"/>
                            <a:pt x="81415" y="40103"/>
                          </a:cubicBezTo>
                          <a:cubicBezTo>
                            <a:pt x="87225" y="35245"/>
                            <a:pt x="91607" y="29339"/>
                            <a:pt x="95036" y="23434"/>
                          </a:cubicBezTo>
                          <a:cubicBezTo>
                            <a:pt x="97512" y="18957"/>
                            <a:pt x="98369" y="13813"/>
                            <a:pt x="98084" y="9813"/>
                          </a:cubicBezTo>
                          <a:cubicBezTo>
                            <a:pt x="97703" y="5717"/>
                            <a:pt x="95798" y="2669"/>
                            <a:pt x="92083" y="1622"/>
                          </a:cubicBezTo>
                          <a:cubicBezTo>
                            <a:pt x="87416" y="288"/>
                            <a:pt x="81986" y="2764"/>
                            <a:pt x="76462" y="4193"/>
                          </a:cubicBezTo>
                          <a:cubicBezTo>
                            <a:pt x="69985" y="5908"/>
                            <a:pt x="63794" y="7146"/>
                            <a:pt x="57698" y="7432"/>
                          </a:cubicBezTo>
                          <a:cubicBezTo>
                            <a:pt x="51411" y="7622"/>
                            <a:pt x="45410" y="7051"/>
                            <a:pt x="39886" y="6003"/>
                          </a:cubicBezTo>
                          <a:cubicBezTo>
                            <a:pt x="35219" y="5241"/>
                            <a:pt x="27694" y="2098"/>
                            <a:pt x="21026" y="860"/>
                          </a:cubicBezTo>
                          <a:cubicBezTo>
                            <a:pt x="14359" y="-283"/>
                            <a:pt x="7692" y="-1045"/>
                            <a:pt x="3215" y="3717"/>
                          </a:cubicBezTo>
                          <a:cubicBezTo>
                            <a:pt x="-786" y="8099"/>
                            <a:pt x="-595" y="14099"/>
                            <a:pt x="1310" y="20672"/>
                          </a:cubicBezTo>
                          <a:cubicBezTo>
                            <a:pt x="3215" y="27053"/>
                            <a:pt x="6739" y="33435"/>
                            <a:pt x="8072" y="3753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11" name="Forme libre : forme 14510">
                      <a:extLst>
                        <a:ext uri="{FF2B5EF4-FFF2-40B4-BE49-F238E27FC236}">
                          <a16:creationId xmlns:a16="http://schemas.microsoft.com/office/drawing/2014/main" id="{6E380FE9-0D33-43F9-B373-C836215F48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302" y="3128013"/>
                      <a:ext cx="19017" cy="26498"/>
                    </a:xfrm>
                    <a:custGeom>
                      <a:avLst/>
                      <a:gdLst>
                        <a:gd name="connsiteX0" fmla="*/ 110 w 19017"/>
                        <a:gd name="connsiteY0" fmla="*/ 19809 h 26498"/>
                        <a:gd name="connsiteX1" fmla="*/ 586 w 19017"/>
                        <a:gd name="connsiteY1" fmla="*/ 24286 h 26498"/>
                        <a:gd name="connsiteX2" fmla="*/ 4396 w 19017"/>
                        <a:gd name="connsiteY2" fmla="*/ 26476 h 26498"/>
                        <a:gd name="connsiteX3" fmla="*/ 8682 w 19017"/>
                        <a:gd name="connsiteY3" fmla="*/ 24286 h 26498"/>
                        <a:gd name="connsiteX4" fmla="*/ 16493 w 19017"/>
                        <a:gd name="connsiteY4" fmla="*/ 14951 h 26498"/>
                        <a:gd name="connsiteX5" fmla="*/ 18683 w 19017"/>
                        <a:gd name="connsiteY5" fmla="*/ 10760 h 26498"/>
                        <a:gd name="connsiteX6" fmla="*/ 16874 w 19017"/>
                        <a:gd name="connsiteY6" fmla="*/ 1807 h 26498"/>
                        <a:gd name="connsiteX7" fmla="*/ 9063 w 19017"/>
                        <a:gd name="connsiteY7" fmla="*/ 1711 h 26498"/>
                        <a:gd name="connsiteX8" fmla="*/ 3062 w 19017"/>
                        <a:gd name="connsiteY8" fmla="*/ 10093 h 26498"/>
                        <a:gd name="connsiteX9" fmla="*/ 110 w 19017"/>
                        <a:gd name="connsiteY9" fmla="*/ 19809 h 2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017" h="26498">
                          <a:moveTo>
                            <a:pt x="110" y="19809"/>
                          </a:moveTo>
                          <a:cubicBezTo>
                            <a:pt x="-81" y="21333"/>
                            <a:pt x="-81" y="22857"/>
                            <a:pt x="586" y="24286"/>
                          </a:cubicBezTo>
                          <a:cubicBezTo>
                            <a:pt x="1253" y="25619"/>
                            <a:pt x="2681" y="26667"/>
                            <a:pt x="4396" y="26476"/>
                          </a:cubicBezTo>
                          <a:cubicBezTo>
                            <a:pt x="6015" y="26381"/>
                            <a:pt x="7444" y="25333"/>
                            <a:pt x="8682" y="24286"/>
                          </a:cubicBezTo>
                          <a:cubicBezTo>
                            <a:pt x="11730" y="21428"/>
                            <a:pt x="14302" y="18190"/>
                            <a:pt x="16493" y="14951"/>
                          </a:cubicBezTo>
                          <a:cubicBezTo>
                            <a:pt x="17445" y="13618"/>
                            <a:pt x="18207" y="12189"/>
                            <a:pt x="18683" y="10760"/>
                          </a:cubicBezTo>
                          <a:cubicBezTo>
                            <a:pt x="19541" y="7808"/>
                            <a:pt x="18683" y="3902"/>
                            <a:pt x="16874" y="1807"/>
                          </a:cubicBezTo>
                          <a:cubicBezTo>
                            <a:pt x="15159" y="-289"/>
                            <a:pt x="12397" y="-860"/>
                            <a:pt x="9063" y="1711"/>
                          </a:cubicBezTo>
                          <a:cubicBezTo>
                            <a:pt x="6491" y="3807"/>
                            <a:pt x="4491" y="6760"/>
                            <a:pt x="3062" y="10093"/>
                          </a:cubicBezTo>
                          <a:cubicBezTo>
                            <a:pt x="1538" y="13427"/>
                            <a:pt x="395" y="16666"/>
                            <a:pt x="110" y="1980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12" name="Forme libre : forme 14511">
                      <a:extLst>
                        <a:ext uri="{FF2B5EF4-FFF2-40B4-BE49-F238E27FC236}">
                          <a16:creationId xmlns:a16="http://schemas.microsoft.com/office/drawing/2014/main" id="{12623EB6-C332-4D6A-8864-D6089E891F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0615" y="3098291"/>
                      <a:ext cx="12332" cy="60769"/>
                    </a:xfrm>
                    <a:custGeom>
                      <a:avLst/>
                      <a:gdLst>
                        <a:gd name="connsiteX0" fmla="*/ 95 w 12332"/>
                        <a:gd name="connsiteY0" fmla="*/ 0 h 60769"/>
                        <a:gd name="connsiteX1" fmla="*/ 10001 w 12332"/>
                        <a:gd name="connsiteY1" fmla="*/ 13430 h 60769"/>
                        <a:gd name="connsiteX2" fmla="*/ 11906 w 12332"/>
                        <a:gd name="connsiteY2" fmla="*/ 32195 h 60769"/>
                        <a:gd name="connsiteX3" fmla="*/ 0 w 12332"/>
                        <a:gd name="connsiteY3" fmla="*/ 60770 h 60769"/>
                        <a:gd name="connsiteX4" fmla="*/ 3143 w 12332"/>
                        <a:gd name="connsiteY4" fmla="*/ 54769 h 60769"/>
                        <a:gd name="connsiteX5" fmla="*/ 8096 w 12332"/>
                        <a:gd name="connsiteY5" fmla="*/ 39529 h 60769"/>
                        <a:gd name="connsiteX6" fmla="*/ 8668 w 12332"/>
                        <a:gd name="connsiteY6" fmla="*/ 19717 h 60769"/>
                        <a:gd name="connsiteX7" fmla="*/ 95 w 12332"/>
                        <a:gd name="connsiteY7" fmla="*/ 0 h 60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332" h="60769">
                          <a:moveTo>
                            <a:pt x="95" y="0"/>
                          </a:moveTo>
                          <a:cubicBezTo>
                            <a:pt x="95" y="0"/>
                            <a:pt x="6382" y="4001"/>
                            <a:pt x="10001" y="13430"/>
                          </a:cubicBezTo>
                          <a:cubicBezTo>
                            <a:pt x="11716" y="18193"/>
                            <a:pt x="13049" y="24384"/>
                            <a:pt x="11906" y="32195"/>
                          </a:cubicBezTo>
                          <a:cubicBezTo>
                            <a:pt x="10668" y="40005"/>
                            <a:pt x="7715" y="49721"/>
                            <a:pt x="0" y="60770"/>
                          </a:cubicBezTo>
                          <a:cubicBezTo>
                            <a:pt x="0" y="60770"/>
                            <a:pt x="1333" y="58579"/>
                            <a:pt x="3143" y="54769"/>
                          </a:cubicBezTo>
                          <a:cubicBezTo>
                            <a:pt x="5048" y="51054"/>
                            <a:pt x="6953" y="45720"/>
                            <a:pt x="8096" y="39529"/>
                          </a:cubicBezTo>
                          <a:cubicBezTo>
                            <a:pt x="9239" y="33433"/>
                            <a:pt x="10001" y="26670"/>
                            <a:pt x="8668" y="19717"/>
                          </a:cubicBezTo>
                          <a:cubicBezTo>
                            <a:pt x="7525" y="12954"/>
                            <a:pt x="4858" y="6096"/>
                            <a:pt x="9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13" name="Forme libre : forme 14512">
                      <a:extLst>
                        <a:ext uri="{FF2B5EF4-FFF2-40B4-BE49-F238E27FC236}">
                          <a16:creationId xmlns:a16="http://schemas.microsoft.com/office/drawing/2014/main" id="{9A250CA2-357D-4E50-9858-F69C2DB1B4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5643" y="3114865"/>
                      <a:ext cx="22958" cy="49815"/>
                    </a:xfrm>
                    <a:custGeom>
                      <a:avLst/>
                      <a:gdLst>
                        <a:gd name="connsiteX0" fmla="*/ 22959 w 22958"/>
                        <a:gd name="connsiteY0" fmla="*/ 0 h 49815"/>
                        <a:gd name="connsiteX1" fmla="*/ 19054 w 22958"/>
                        <a:gd name="connsiteY1" fmla="*/ 3143 h 49815"/>
                        <a:gd name="connsiteX2" fmla="*/ 10576 w 22958"/>
                        <a:gd name="connsiteY2" fmla="*/ 11906 h 49815"/>
                        <a:gd name="connsiteX3" fmla="*/ 2385 w 22958"/>
                        <a:gd name="connsiteY3" fmla="*/ 26861 h 49815"/>
                        <a:gd name="connsiteX4" fmla="*/ 575 w 22958"/>
                        <a:gd name="connsiteY4" fmla="*/ 49816 h 49815"/>
                        <a:gd name="connsiteX5" fmla="*/ 956 w 22958"/>
                        <a:gd name="connsiteY5" fmla="*/ 44482 h 49815"/>
                        <a:gd name="connsiteX6" fmla="*/ 3623 w 22958"/>
                        <a:gd name="connsiteY6" fmla="*/ 31337 h 49815"/>
                        <a:gd name="connsiteX7" fmla="*/ 10481 w 22958"/>
                        <a:gd name="connsiteY7" fmla="*/ 15431 h 49815"/>
                        <a:gd name="connsiteX8" fmla="*/ 15815 w 22958"/>
                        <a:gd name="connsiteY8" fmla="*/ 7334 h 49815"/>
                        <a:gd name="connsiteX9" fmla="*/ 22959 w 22958"/>
                        <a:gd name="connsiteY9" fmla="*/ 0 h 4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958" h="49815">
                          <a:moveTo>
                            <a:pt x="22959" y="0"/>
                          </a:moveTo>
                          <a:cubicBezTo>
                            <a:pt x="22959" y="0"/>
                            <a:pt x="21340" y="1143"/>
                            <a:pt x="19054" y="3143"/>
                          </a:cubicBezTo>
                          <a:cubicBezTo>
                            <a:pt x="16577" y="4953"/>
                            <a:pt x="13434" y="7811"/>
                            <a:pt x="10576" y="11906"/>
                          </a:cubicBezTo>
                          <a:cubicBezTo>
                            <a:pt x="7624" y="15907"/>
                            <a:pt x="4385" y="20479"/>
                            <a:pt x="2385" y="26861"/>
                          </a:cubicBezTo>
                          <a:cubicBezTo>
                            <a:pt x="385" y="33338"/>
                            <a:pt x="-758" y="40767"/>
                            <a:pt x="575" y="49816"/>
                          </a:cubicBezTo>
                          <a:cubicBezTo>
                            <a:pt x="575" y="49816"/>
                            <a:pt x="575" y="47720"/>
                            <a:pt x="956" y="44482"/>
                          </a:cubicBezTo>
                          <a:cubicBezTo>
                            <a:pt x="1433" y="41243"/>
                            <a:pt x="2194" y="36576"/>
                            <a:pt x="3623" y="31337"/>
                          </a:cubicBezTo>
                          <a:cubicBezTo>
                            <a:pt x="5052" y="26194"/>
                            <a:pt x="7243" y="20574"/>
                            <a:pt x="10481" y="15431"/>
                          </a:cubicBezTo>
                          <a:cubicBezTo>
                            <a:pt x="12005" y="12573"/>
                            <a:pt x="13720" y="9906"/>
                            <a:pt x="15815" y="7334"/>
                          </a:cubicBezTo>
                          <a:cubicBezTo>
                            <a:pt x="17911" y="4953"/>
                            <a:pt x="20292" y="2667"/>
                            <a:pt x="2295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14" name="Forme libre : forme 14513">
                      <a:extLst>
                        <a:ext uri="{FF2B5EF4-FFF2-40B4-BE49-F238E27FC236}">
                          <a16:creationId xmlns:a16="http://schemas.microsoft.com/office/drawing/2014/main" id="{0C25D3C5-0C12-4C95-934F-1112C94ACF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1131" y="3119437"/>
                      <a:ext cx="23071" cy="16844"/>
                    </a:xfrm>
                    <a:custGeom>
                      <a:avLst/>
                      <a:gdLst>
                        <a:gd name="connsiteX0" fmla="*/ 22812 w 23071"/>
                        <a:gd name="connsiteY0" fmla="*/ 2381 h 16844"/>
                        <a:gd name="connsiteX1" fmla="*/ 13573 w 23071"/>
                        <a:gd name="connsiteY1" fmla="*/ 14669 h 16844"/>
                        <a:gd name="connsiteX2" fmla="*/ 143 w 23071"/>
                        <a:gd name="connsiteY2" fmla="*/ 13906 h 16844"/>
                        <a:gd name="connsiteX3" fmla="*/ 9382 w 23071"/>
                        <a:gd name="connsiteY3" fmla="*/ 2477 h 16844"/>
                        <a:gd name="connsiteX4" fmla="*/ 17859 w 23071"/>
                        <a:gd name="connsiteY4" fmla="*/ 0 h 16844"/>
                        <a:gd name="connsiteX5" fmla="*/ 22812 w 23071"/>
                        <a:gd name="connsiteY5" fmla="*/ 2381 h 168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071" h="16844">
                          <a:moveTo>
                            <a:pt x="22812" y="2381"/>
                          </a:moveTo>
                          <a:cubicBezTo>
                            <a:pt x="24145" y="5715"/>
                            <a:pt x="20240" y="11621"/>
                            <a:pt x="13573" y="14669"/>
                          </a:cubicBezTo>
                          <a:cubicBezTo>
                            <a:pt x="7096" y="17907"/>
                            <a:pt x="1190" y="17431"/>
                            <a:pt x="143" y="13906"/>
                          </a:cubicBezTo>
                          <a:cubicBezTo>
                            <a:pt x="-810" y="10382"/>
                            <a:pt x="3095" y="5429"/>
                            <a:pt x="9382" y="2477"/>
                          </a:cubicBezTo>
                          <a:cubicBezTo>
                            <a:pt x="12525" y="1048"/>
                            <a:pt x="15383" y="0"/>
                            <a:pt x="17859" y="0"/>
                          </a:cubicBezTo>
                          <a:cubicBezTo>
                            <a:pt x="20240" y="0"/>
                            <a:pt x="22145" y="762"/>
                            <a:pt x="22812" y="238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15" name="Forme libre : forme 14514">
                      <a:extLst>
                        <a:ext uri="{FF2B5EF4-FFF2-40B4-BE49-F238E27FC236}">
                          <a16:creationId xmlns:a16="http://schemas.microsoft.com/office/drawing/2014/main" id="{7D070553-4615-4DE4-BFA2-987DFC02AE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9611" y="3117439"/>
                      <a:ext cx="6407" cy="6378"/>
                    </a:xfrm>
                    <a:custGeom>
                      <a:avLst/>
                      <a:gdLst>
                        <a:gd name="connsiteX0" fmla="*/ 5665 w 6407"/>
                        <a:gd name="connsiteY0" fmla="*/ 665 h 6378"/>
                        <a:gd name="connsiteX1" fmla="*/ 5189 w 6407"/>
                        <a:gd name="connsiteY1" fmla="*/ 5142 h 6378"/>
                        <a:gd name="connsiteX2" fmla="*/ 712 w 6407"/>
                        <a:gd name="connsiteY2" fmla="*/ 5713 h 6378"/>
                        <a:gd name="connsiteX3" fmla="*/ 1188 w 6407"/>
                        <a:gd name="connsiteY3" fmla="*/ 1237 h 6378"/>
                        <a:gd name="connsiteX4" fmla="*/ 5665 w 6407"/>
                        <a:gd name="connsiteY4" fmla="*/ 665 h 6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07" h="6378">
                          <a:moveTo>
                            <a:pt x="5665" y="665"/>
                          </a:moveTo>
                          <a:cubicBezTo>
                            <a:pt x="6808" y="1713"/>
                            <a:pt x="6618" y="3713"/>
                            <a:pt x="5189" y="5142"/>
                          </a:cubicBezTo>
                          <a:cubicBezTo>
                            <a:pt x="3855" y="6571"/>
                            <a:pt x="1855" y="6761"/>
                            <a:pt x="712" y="5713"/>
                          </a:cubicBezTo>
                          <a:cubicBezTo>
                            <a:pt x="-431" y="4665"/>
                            <a:pt x="-145" y="2570"/>
                            <a:pt x="1188" y="1237"/>
                          </a:cubicBezTo>
                          <a:cubicBezTo>
                            <a:pt x="2617" y="-192"/>
                            <a:pt x="4618" y="-383"/>
                            <a:pt x="5665" y="6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16" name="Forme libre : forme 14515">
                      <a:extLst>
                        <a:ext uri="{FF2B5EF4-FFF2-40B4-BE49-F238E27FC236}">
                          <a16:creationId xmlns:a16="http://schemas.microsoft.com/office/drawing/2014/main" id="{9DEDD5AD-59DC-468A-85B0-28D1916DE4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2550" y="3084992"/>
                      <a:ext cx="68525" cy="28603"/>
                    </a:xfrm>
                    <a:custGeom>
                      <a:avLst/>
                      <a:gdLst>
                        <a:gd name="connsiteX0" fmla="*/ 42822 w 68525"/>
                        <a:gd name="connsiteY0" fmla="*/ 631 h 28603"/>
                        <a:gd name="connsiteX1" fmla="*/ 65015 w 68525"/>
                        <a:gd name="connsiteY1" fmla="*/ 11776 h 28603"/>
                        <a:gd name="connsiteX2" fmla="*/ 67777 w 68525"/>
                        <a:gd name="connsiteY2" fmla="*/ 20443 h 28603"/>
                        <a:gd name="connsiteX3" fmla="*/ 59014 w 68525"/>
                        <a:gd name="connsiteY3" fmla="*/ 23396 h 28603"/>
                        <a:gd name="connsiteX4" fmla="*/ 32058 w 68525"/>
                        <a:gd name="connsiteY4" fmla="*/ 19776 h 28603"/>
                        <a:gd name="connsiteX5" fmla="*/ 24724 w 68525"/>
                        <a:gd name="connsiteY5" fmla="*/ 22729 h 28603"/>
                        <a:gd name="connsiteX6" fmla="*/ 14151 w 68525"/>
                        <a:gd name="connsiteY6" fmla="*/ 26920 h 28603"/>
                        <a:gd name="connsiteX7" fmla="*/ 54 w 68525"/>
                        <a:gd name="connsiteY7" fmla="*/ 25015 h 28603"/>
                        <a:gd name="connsiteX8" fmla="*/ 8532 w 68525"/>
                        <a:gd name="connsiteY8" fmla="*/ 11490 h 28603"/>
                        <a:gd name="connsiteX9" fmla="*/ 23010 w 68525"/>
                        <a:gd name="connsiteY9" fmla="*/ 2155 h 28603"/>
                        <a:gd name="connsiteX10" fmla="*/ 42822 w 68525"/>
                        <a:gd name="connsiteY10" fmla="*/ 631 h 28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8525" h="28603">
                          <a:moveTo>
                            <a:pt x="42822" y="631"/>
                          </a:moveTo>
                          <a:cubicBezTo>
                            <a:pt x="51204" y="2155"/>
                            <a:pt x="58633" y="6537"/>
                            <a:pt x="65015" y="11776"/>
                          </a:cubicBezTo>
                          <a:cubicBezTo>
                            <a:pt x="67396" y="13681"/>
                            <a:pt x="69777" y="17014"/>
                            <a:pt x="67777" y="20443"/>
                          </a:cubicBezTo>
                          <a:cubicBezTo>
                            <a:pt x="66063" y="23586"/>
                            <a:pt x="61967" y="23872"/>
                            <a:pt x="59014" y="23396"/>
                          </a:cubicBezTo>
                          <a:cubicBezTo>
                            <a:pt x="49870" y="21872"/>
                            <a:pt x="41583" y="18062"/>
                            <a:pt x="32058" y="19776"/>
                          </a:cubicBezTo>
                          <a:cubicBezTo>
                            <a:pt x="30534" y="20062"/>
                            <a:pt x="27867" y="21205"/>
                            <a:pt x="24724" y="22729"/>
                          </a:cubicBezTo>
                          <a:cubicBezTo>
                            <a:pt x="21581" y="24253"/>
                            <a:pt x="17866" y="25873"/>
                            <a:pt x="14151" y="26920"/>
                          </a:cubicBezTo>
                          <a:cubicBezTo>
                            <a:pt x="6912" y="29206"/>
                            <a:pt x="531" y="29683"/>
                            <a:pt x="54" y="25015"/>
                          </a:cubicBezTo>
                          <a:cubicBezTo>
                            <a:pt x="-517" y="20158"/>
                            <a:pt x="3483" y="15490"/>
                            <a:pt x="8532" y="11490"/>
                          </a:cubicBezTo>
                          <a:cubicBezTo>
                            <a:pt x="13389" y="7013"/>
                            <a:pt x="19676" y="3775"/>
                            <a:pt x="23010" y="2155"/>
                          </a:cubicBezTo>
                          <a:cubicBezTo>
                            <a:pt x="29391" y="-321"/>
                            <a:pt x="36535" y="-416"/>
                            <a:pt x="42822" y="63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40" name="Graphique 1">
                    <a:extLst>
                      <a:ext uri="{FF2B5EF4-FFF2-40B4-BE49-F238E27FC236}">
                        <a16:creationId xmlns:a16="http://schemas.microsoft.com/office/drawing/2014/main" id="{39415847-2A0F-44D2-A038-F32646852255}"/>
                      </a:ext>
                    </a:extLst>
                  </p:cNvPr>
                  <p:cNvGrpSpPr/>
                  <p:nvPr/>
                </p:nvGrpSpPr>
                <p:grpSpPr>
                  <a:xfrm>
                    <a:off x="2569726" y="2947939"/>
                    <a:ext cx="131373" cy="154267"/>
                    <a:chOff x="2569726" y="2947939"/>
                    <a:chExt cx="131373" cy="154267"/>
                  </a:xfrm>
                  <a:solidFill>
                    <a:schemeClr val="accent1"/>
                  </a:solidFill>
                </p:grpSpPr>
                <p:sp>
                  <p:nvSpPr>
                    <p:cNvPr id="14493" name="Forme libre : forme 14492">
                      <a:extLst>
                        <a:ext uri="{FF2B5EF4-FFF2-40B4-BE49-F238E27FC236}">
                          <a16:creationId xmlns:a16="http://schemas.microsoft.com/office/drawing/2014/main" id="{AA5DCC23-AB39-4D97-BC92-2701A35EB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9726" y="2947939"/>
                      <a:ext cx="131373" cy="154267"/>
                    </a:xfrm>
                    <a:custGeom>
                      <a:avLst/>
                      <a:gdLst>
                        <a:gd name="connsiteX0" fmla="*/ 123566 w 131373"/>
                        <a:gd name="connsiteY0" fmla="*/ 78819 h 154267"/>
                        <a:gd name="connsiteX1" fmla="*/ 95182 w 131373"/>
                        <a:gd name="connsiteY1" fmla="*/ 127302 h 154267"/>
                        <a:gd name="connsiteX2" fmla="*/ 82514 w 131373"/>
                        <a:gd name="connsiteY2" fmla="*/ 142447 h 154267"/>
                        <a:gd name="connsiteX3" fmla="*/ 67083 w 131373"/>
                        <a:gd name="connsiteY3" fmla="*/ 151781 h 154267"/>
                        <a:gd name="connsiteX4" fmla="*/ 37175 w 131373"/>
                        <a:gd name="connsiteY4" fmla="*/ 149019 h 154267"/>
                        <a:gd name="connsiteX5" fmla="*/ 14220 w 131373"/>
                        <a:gd name="connsiteY5" fmla="*/ 132541 h 154267"/>
                        <a:gd name="connsiteX6" fmla="*/ 218 w 131373"/>
                        <a:gd name="connsiteY6" fmla="*/ 106728 h 154267"/>
                        <a:gd name="connsiteX7" fmla="*/ 1265 w 131373"/>
                        <a:gd name="connsiteY7" fmla="*/ 90726 h 154267"/>
                        <a:gd name="connsiteX8" fmla="*/ 8123 w 131373"/>
                        <a:gd name="connsiteY8" fmla="*/ 74533 h 154267"/>
                        <a:gd name="connsiteX9" fmla="*/ 36984 w 131373"/>
                        <a:gd name="connsiteY9" fmla="*/ 26813 h 154267"/>
                        <a:gd name="connsiteX10" fmla="*/ 65083 w 131373"/>
                        <a:gd name="connsiteY10" fmla="*/ 2619 h 154267"/>
                        <a:gd name="connsiteX11" fmla="*/ 94611 w 131373"/>
                        <a:gd name="connsiteY11" fmla="*/ 4906 h 154267"/>
                        <a:gd name="connsiteX12" fmla="*/ 117280 w 131373"/>
                        <a:gd name="connsiteY12" fmla="*/ 20717 h 154267"/>
                        <a:gd name="connsiteX13" fmla="*/ 131091 w 131373"/>
                        <a:gd name="connsiteY13" fmla="*/ 46149 h 154267"/>
                        <a:gd name="connsiteX14" fmla="*/ 123566 w 131373"/>
                        <a:gd name="connsiteY14" fmla="*/ 78819 h 154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31373" h="154267">
                          <a:moveTo>
                            <a:pt x="123566" y="78819"/>
                          </a:moveTo>
                          <a:lnTo>
                            <a:pt x="95182" y="127302"/>
                          </a:lnTo>
                          <a:cubicBezTo>
                            <a:pt x="91658" y="133207"/>
                            <a:pt x="87467" y="138256"/>
                            <a:pt x="82514" y="142447"/>
                          </a:cubicBezTo>
                          <a:cubicBezTo>
                            <a:pt x="77561" y="146638"/>
                            <a:pt x="72513" y="149781"/>
                            <a:pt x="67083" y="151781"/>
                          </a:cubicBezTo>
                          <a:cubicBezTo>
                            <a:pt x="56225" y="155782"/>
                            <a:pt x="45462" y="155019"/>
                            <a:pt x="37175" y="149019"/>
                          </a:cubicBezTo>
                          <a:lnTo>
                            <a:pt x="14220" y="132541"/>
                          </a:lnTo>
                          <a:cubicBezTo>
                            <a:pt x="5933" y="126540"/>
                            <a:pt x="1265" y="116919"/>
                            <a:pt x="218" y="106728"/>
                          </a:cubicBezTo>
                          <a:cubicBezTo>
                            <a:pt x="-259" y="101680"/>
                            <a:pt x="27" y="96060"/>
                            <a:pt x="1265" y="90726"/>
                          </a:cubicBezTo>
                          <a:cubicBezTo>
                            <a:pt x="2599" y="85392"/>
                            <a:pt x="4790" y="79772"/>
                            <a:pt x="8123" y="74533"/>
                          </a:cubicBezTo>
                          <a:lnTo>
                            <a:pt x="36984" y="26813"/>
                          </a:lnTo>
                          <a:cubicBezTo>
                            <a:pt x="44128" y="15288"/>
                            <a:pt x="54415" y="6620"/>
                            <a:pt x="65083" y="2619"/>
                          </a:cubicBezTo>
                          <a:cubicBezTo>
                            <a:pt x="75561" y="-1476"/>
                            <a:pt x="86419" y="-809"/>
                            <a:pt x="94611" y="4906"/>
                          </a:cubicBezTo>
                          <a:lnTo>
                            <a:pt x="117280" y="20717"/>
                          </a:lnTo>
                          <a:cubicBezTo>
                            <a:pt x="125472" y="26432"/>
                            <a:pt x="129948" y="35671"/>
                            <a:pt x="131091" y="46149"/>
                          </a:cubicBezTo>
                          <a:cubicBezTo>
                            <a:pt x="132234" y="56341"/>
                            <a:pt x="129948" y="67961"/>
                            <a:pt x="123566" y="78819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4" name="Forme libre : forme 14493">
                      <a:extLst>
                        <a:ext uri="{FF2B5EF4-FFF2-40B4-BE49-F238E27FC236}">
                          <a16:creationId xmlns:a16="http://schemas.microsoft.com/office/drawing/2014/main" id="{67E45A9F-1DDB-4B4B-90E1-D69ED812B2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6900" y="2967990"/>
                      <a:ext cx="104161" cy="134121"/>
                    </a:xfrm>
                    <a:custGeom>
                      <a:avLst/>
                      <a:gdLst>
                        <a:gd name="connsiteX0" fmla="*/ 44577 w 104161"/>
                        <a:gd name="connsiteY0" fmla="*/ 81248 h 134121"/>
                        <a:gd name="connsiteX1" fmla="*/ 26575 w 104161"/>
                        <a:gd name="connsiteY1" fmla="*/ 108966 h 134121"/>
                        <a:gd name="connsiteX2" fmla="*/ 0 w 104161"/>
                        <a:gd name="connsiteY2" fmla="*/ 121729 h 134121"/>
                        <a:gd name="connsiteX3" fmla="*/ 9906 w 104161"/>
                        <a:gd name="connsiteY3" fmla="*/ 128873 h 134121"/>
                        <a:gd name="connsiteX4" fmla="*/ 39814 w 104161"/>
                        <a:gd name="connsiteY4" fmla="*/ 131636 h 134121"/>
                        <a:gd name="connsiteX5" fmla="*/ 55245 w 104161"/>
                        <a:gd name="connsiteY5" fmla="*/ 122301 h 134121"/>
                        <a:gd name="connsiteX6" fmla="*/ 67913 w 104161"/>
                        <a:gd name="connsiteY6" fmla="*/ 107156 h 134121"/>
                        <a:gd name="connsiteX7" fmla="*/ 96298 w 104161"/>
                        <a:gd name="connsiteY7" fmla="*/ 58674 h 134121"/>
                        <a:gd name="connsiteX8" fmla="*/ 103918 w 104161"/>
                        <a:gd name="connsiteY8" fmla="*/ 25908 h 134121"/>
                        <a:gd name="connsiteX9" fmla="*/ 90106 w 104161"/>
                        <a:gd name="connsiteY9" fmla="*/ 476 h 134121"/>
                        <a:gd name="connsiteX10" fmla="*/ 89345 w 104161"/>
                        <a:gd name="connsiteY10" fmla="*/ 0 h 134121"/>
                        <a:gd name="connsiteX11" fmla="*/ 44577 w 104161"/>
                        <a:gd name="connsiteY11" fmla="*/ 81248 h 134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4161" h="134121">
                          <a:moveTo>
                            <a:pt x="44577" y="81248"/>
                          </a:moveTo>
                          <a:cubicBezTo>
                            <a:pt x="40767" y="92012"/>
                            <a:pt x="34480" y="101822"/>
                            <a:pt x="26575" y="108966"/>
                          </a:cubicBezTo>
                          <a:cubicBezTo>
                            <a:pt x="18860" y="116300"/>
                            <a:pt x="9239" y="120777"/>
                            <a:pt x="0" y="121729"/>
                          </a:cubicBezTo>
                          <a:lnTo>
                            <a:pt x="9906" y="128873"/>
                          </a:lnTo>
                          <a:cubicBezTo>
                            <a:pt x="18193" y="134874"/>
                            <a:pt x="28956" y="135636"/>
                            <a:pt x="39814" y="131636"/>
                          </a:cubicBezTo>
                          <a:cubicBezTo>
                            <a:pt x="45339" y="129635"/>
                            <a:pt x="50387" y="126492"/>
                            <a:pt x="55245" y="122301"/>
                          </a:cubicBezTo>
                          <a:cubicBezTo>
                            <a:pt x="60198" y="118110"/>
                            <a:pt x="64389" y="113062"/>
                            <a:pt x="67913" y="107156"/>
                          </a:cubicBezTo>
                          <a:lnTo>
                            <a:pt x="96298" y="58674"/>
                          </a:lnTo>
                          <a:cubicBezTo>
                            <a:pt x="102679" y="47815"/>
                            <a:pt x="104965" y="36195"/>
                            <a:pt x="103918" y="25908"/>
                          </a:cubicBezTo>
                          <a:cubicBezTo>
                            <a:pt x="102679" y="15430"/>
                            <a:pt x="98298" y="6191"/>
                            <a:pt x="90106" y="476"/>
                          </a:cubicBezTo>
                          <a:lnTo>
                            <a:pt x="89345" y="0"/>
                          </a:lnTo>
                          <a:cubicBezTo>
                            <a:pt x="73343" y="26575"/>
                            <a:pt x="55245" y="50768"/>
                            <a:pt x="44577" y="8124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5" name="Forme libre : forme 14494">
                      <a:extLst>
                        <a:ext uri="{FF2B5EF4-FFF2-40B4-BE49-F238E27FC236}">
                          <a16:creationId xmlns:a16="http://schemas.microsoft.com/office/drawing/2014/main" id="{107C243E-0433-4A80-BEF6-AFFAB5B23F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8857" y="2986160"/>
                      <a:ext cx="48022" cy="62415"/>
                    </a:xfrm>
                    <a:custGeom>
                      <a:avLst/>
                      <a:gdLst>
                        <a:gd name="connsiteX0" fmla="*/ 41765 w 48022"/>
                        <a:gd name="connsiteY0" fmla="*/ 1737 h 62415"/>
                        <a:gd name="connsiteX1" fmla="*/ 40527 w 48022"/>
                        <a:gd name="connsiteY1" fmla="*/ 40884 h 62415"/>
                        <a:gd name="connsiteX2" fmla="*/ 6523 w 48022"/>
                        <a:gd name="connsiteY2" fmla="*/ 60792 h 62415"/>
                        <a:gd name="connsiteX3" fmla="*/ 7571 w 48022"/>
                        <a:gd name="connsiteY3" fmla="*/ 21453 h 62415"/>
                        <a:gd name="connsiteX4" fmla="*/ 41765 w 48022"/>
                        <a:gd name="connsiteY4" fmla="*/ 1737 h 624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022" h="62415">
                          <a:moveTo>
                            <a:pt x="41765" y="1737"/>
                          </a:moveTo>
                          <a:cubicBezTo>
                            <a:pt x="50624" y="7356"/>
                            <a:pt x="49957" y="24597"/>
                            <a:pt x="40527" y="40884"/>
                          </a:cubicBezTo>
                          <a:cubicBezTo>
                            <a:pt x="31002" y="57267"/>
                            <a:pt x="15572" y="66316"/>
                            <a:pt x="6523" y="60792"/>
                          </a:cubicBezTo>
                          <a:cubicBezTo>
                            <a:pt x="-2526" y="55267"/>
                            <a:pt x="-2145" y="37836"/>
                            <a:pt x="7571" y="21453"/>
                          </a:cubicBezTo>
                          <a:cubicBezTo>
                            <a:pt x="17286" y="4880"/>
                            <a:pt x="32907" y="-3978"/>
                            <a:pt x="41765" y="173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6" name="Forme libre : forme 14495">
                      <a:extLst>
                        <a:ext uri="{FF2B5EF4-FFF2-40B4-BE49-F238E27FC236}">
                          <a16:creationId xmlns:a16="http://schemas.microsoft.com/office/drawing/2014/main" id="{EC044494-B7F5-4AF8-810F-BD2906E268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8784" y="3012757"/>
                      <a:ext cx="46505" cy="35760"/>
                    </a:xfrm>
                    <a:custGeom>
                      <a:avLst/>
                      <a:gdLst>
                        <a:gd name="connsiteX0" fmla="*/ 595 w 46505"/>
                        <a:gd name="connsiteY0" fmla="*/ 12954 h 35760"/>
                        <a:gd name="connsiteX1" fmla="*/ 6500 w 46505"/>
                        <a:gd name="connsiteY1" fmla="*/ 34100 h 35760"/>
                        <a:gd name="connsiteX2" fmla="*/ 40505 w 46505"/>
                        <a:gd name="connsiteY2" fmla="*/ 14192 h 35760"/>
                        <a:gd name="connsiteX3" fmla="*/ 46505 w 46505"/>
                        <a:gd name="connsiteY3" fmla="*/ 0 h 35760"/>
                        <a:gd name="connsiteX4" fmla="*/ 41076 w 46505"/>
                        <a:gd name="connsiteY4" fmla="*/ 6572 h 35760"/>
                        <a:gd name="connsiteX5" fmla="*/ 595 w 46505"/>
                        <a:gd name="connsiteY5" fmla="*/ 12954 h 35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6505" h="35760">
                          <a:moveTo>
                            <a:pt x="595" y="12954"/>
                          </a:moveTo>
                          <a:cubicBezTo>
                            <a:pt x="-1120" y="22479"/>
                            <a:pt x="880" y="30671"/>
                            <a:pt x="6500" y="34100"/>
                          </a:cubicBezTo>
                          <a:cubicBezTo>
                            <a:pt x="15644" y="39719"/>
                            <a:pt x="30980" y="30575"/>
                            <a:pt x="40505" y="14192"/>
                          </a:cubicBezTo>
                          <a:cubicBezTo>
                            <a:pt x="43267" y="9335"/>
                            <a:pt x="45267" y="4572"/>
                            <a:pt x="46505" y="0"/>
                          </a:cubicBezTo>
                          <a:cubicBezTo>
                            <a:pt x="44981" y="2381"/>
                            <a:pt x="43172" y="4667"/>
                            <a:pt x="41076" y="6572"/>
                          </a:cubicBezTo>
                          <a:cubicBezTo>
                            <a:pt x="28408" y="16669"/>
                            <a:pt x="11167" y="20669"/>
                            <a:pt x="595" y="12954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7" name="Forme libre : forme 14496">
                      <a:extLst>
                        <a:ext uri="{FF2B5EF4-FFF2-40B4-BE49-F238E27FC236}">
                          <a16:creationId xmlns:a16="http://schemas.microsoft.com/office/drawing/2014/main" id="{B272D04D-006D-42FB-A7DA-45BC265AA1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4154" y="2985424"/>
                      <a:ext cx="48059" cy="62285"/>
                    </a:xfrm>
                    <a:custGeom>
                      <a:avLst/>
                      <a:gdLst>
                        <a:gd name="connsiteX0" fmla="*/ 41802 w 48059"/>
                        <a:gd name="connsiteY0" fmla="*/ 1711 h 62285"/>
                        <a:gd name="connsiteX1" fmla="*/ 40564 w 48059"/>
                        <a:gd name="connsiteY1" fmla="*/ 40763 h 62285"/>
                        <a:gd name="connsiteX2" fmla="*/ 6560 w 48059"/>
                        <a:gd name="connsiteY2" fmla="*/ 60670 h 62285"/>
                        <a:gd name="connsiteX3" fmla="*/ 7608 w 48059"/>
                        <a:gd name="connsiteY3" fmla="*/ 21237 h 62285"/>
                        <a:gd name="connsiteX4" fmla="*/ 41802 w 48059"/>
                        <a:gd name="connsiteY4" fmla="*/ 1711 h 62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059" h="62285">
                          <a:moveTo>
                            <a:pt x="41802" y="1711"/>
                          </a:moveTo>
                          <a:cubicBezTo>
                            <a:pt x="50661" y="7426"/>
                            <a:pt x="49994" y="24571"/>
                            <a:pt x="40564" y="40763"/>
                          </a:cubicBezTo>
                          <a:cubicBezTo>
                            <a:pt x="31039" y="57051"/>
                            <a:pt x="15704" y="66195"/>
                            <a:pt x="6560" y="60670"/>
                          </a:cubicBezTo>
                          <a:cubicBezTo>
                            <a:pt x="-2584" y="55146"/>
                            <a:pt x="-2108" y="37620"/>
                            <a:pt x="7608" y="21237"/>
                          </a:cubicBezTo>
                          <a:cubicBezTo>
                            <a:pt x="17418" y="4759"/>
                            <a:pt x="33040" y="-3909"/>
                            <a:pt x="41802" y="171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8" name="Forme libre : forme 14497">
                      <a:extLst>
                        <a:ext uri="{FF2B5EF4-FFF2-40B4-BE49-F238E27FC236}">
                          <a16:creationId xmlns:a16="http://schemas.microsoft.com/office/drawing/2014/main" id="{4CB84A0E-6D94-49F8-9279-8E49140BD1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9006" y="3009393"/>
                      <a:ext cx="90629" cy="71681"/>
                    </a:xfrm>
                    <a:custGeom>
                      <a:avLst/>
                      <a:gdLst>
                        <a:gd name="connsiteX0" fmla="*/ 22944 w 90629"/>
                        <a:gd name="connsiteY0" fmla="*/ 63753 h 71681"/>
                        <a:gd name="connsiteX1" fmla="*/ 39231 w 90629"/>
                        <a:gd name="connsiteY1" fmla="*/ 71563 h 71681"/>
                        <a:gd name="connsiteX2" fmla="*/ 74283 w 90629"/>
                        <a:gd name="connsiteY2" fmla="*/ 51180 h 71681"/>
                        <a:gd name="connsiteX3" fmla="*/ 90380 w 90629"/>
                        <a:gd name="connsiteY3" fmla="*/ 18700 h 71681"/>
                        <a:gd name="connsiteX4" fmla="*/ 81427 w 90629"/>
                        <a:gd name="connsiteY4" fmla="*/ 31 h 71681"/>
                        <a:gd name="connsiteX5" fmla="*/ 67615 w 90629"/>
                        <a:gd name="connsiteY5" fmla="*/ 5650 h 71681"/>
                        <a:gd name="connsiteX6" fmla="*/ 34564 w 90629"/>
                        <a:gd name="connsiteY6" fmla="*/ 20128 h 71681"/>
                        <a:gd name="connsiteX7" fmla="*/ 369 w 90629"/>
                        <a:gd name="connsiteY7" fmla="*/ 38797 h 71681"/>
                        <a:gd name="connsiteX8" fmla="*/ 22944 w 90629"/>
                        <a:gd name="connsiteY8" fmla="*/ 63753 h 71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0629" h="71681">
                          <a:moveTo>
                            <a:pt x="22944" y="63753"/>
                          </a:moveTo>
                          <a:cubicBezTo>
                            <a:pt x="27896" y="67277"/>
                            <a:pt x="32945" y="70897"/>
                            <a:pt x="39231" y="71563"/>
                          </a:cubicBezTo>
                          <a:cubicBezTo>
                            <a:pt x="51328" y="72897"/>
                            <a:pt x="64758" y="62705"/>
                            <a:pt x="74283" y="51180"/>
                          </a:cubicBezTo>
                          <a:cubicBezTo>
                            <a:pt x="82284" y="41560"/>
                            <a:pt x="88761" y="30129"/>
                            <a:pt x="90380" y="18700"/>
                          </a:cubicBezTo>
                          <a:cubicBezTo>
                            <a:pt x="91523" y="10222"/>
                            <a:pt x="88761" y="602"/>
                            <a:pt x="81427" y="31"/>
                          </a:cubicBezTo>
                          <a:cubicBezTo>
                            <a:pt x="76950" y="-350"/>
                            <a:pt x="72188" y="2888"/>
                            <a:pt x="67615" y="5650"/>
                          </a:cubicBezTo>
                          <a:cubicBezTo>
                            <a:pt x="57043" y="12223"/>
                            <a:pt x="45803" y="17271"/>
                            <a:pt x="34564" y="20128"/>
                          </a:cubicBezTo>
                          <a:cubicBezTo>
                            <a:pt x="24944" y="22700"/>
                            <a:pt x="3894" y="24700"/>
                            <a:pt x="369" y="38797"/>
                          </a:cubicBezTo>
                          <a:cubicBezTo>
                            <a:pt x="-2869" y="51370"/>
                            <a:pt x="16085" y="58895"/>
                            <a:pt x="22944" y="6375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9" name="Forme libre : forme 14498">
                      <a:extLst>
                        <a:ext uri="{FF2B5EF4-FFF2-40B4-BE49-F238E27FC236}">
                          <a16:creationId xmlns:a16="http://schemas.microsoft.com/office/drawing/2014/main" id="{2013D857-2FBE-4BCD-9D4E-02A158DDBE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0051" y="3021668"/>
                      <a:ext cx="14834" cy="30577"/>
                    </a:xfrm>
                    <a:custGeom>
                      <a:avLst/>
                      <a:gdLst>
                        <a:gd name="connsiteX0" fmla="*/ 2087 w 14834"/>
                        <a:gd name="connsiteY0" fmla="*/ 26522 h 30577"/>
                        <a:gd name="connsiteX1" fmla="*/ 4754 w 14834"/>
                        <a:gd name="connsiteY1" fmla="*/ 30047 h 30577"/>
                        <a:gd name="connsiteX2" fmla="*/ 9136 w 14834"/>
                        <a:gd name="connsiteY2" fmla="*/ 29666 h 30577"/>
                        <a:gd name="connsiteX3" fmla="*/ 11612 w 14834"/>
                        <a:gd name="connsiteY3" fmla="*/ 25379 h 30577"/>
                        <a:gd name="connsiteX4" fmla="*/ 14565 w 14834"/>
                        <a:gd name="connsiteY4" fmla="*/ 12997 h 30577"/>
                        <a:gd name="connsiteX5" fmla="*/ 14755 w 14834"/>
                        <a:gd name="connsiteY5" fmla="*/ 7949 h 30577"/>
                        <a:gd name="connsiteX6" fmla="*/ 2278 w 14834"/>
                        <a:gd name="connsiteY6" fmla="*/ 4710 h 30577"/>
                        <a:gd name="connsiteX7" fmla="*/ 2087 w 14834"/>
                        <a:gd name="connsiteY7" fmla="*/ 26522 h 30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834" h="30577">
                          <a:moveTo>
                            <a:pt x="2087" y="26522"/>
                          </a:moveTo>
                          <a:cubicBezTo>
                            <a:pt x="2659" y="27951"/>
                            <a:pt x="3516" y="29284"/>
                            <a:pt x="4754" y="30047"/>
                          </a:cubicBezTo>
                          <a:cubicBezTo>
                            <a:pt x="5992" y="30808"/>
                            <a:pt x="7802" y="30808"/>
                            <a:pt x="9136" y="29666"/>
                          </a:cubicBezTo>
                          <a:cubicBezTo>
                            <a:pt x="10374" y="28618"/>
                            <a:pt x="11041" y="26903"/>
                            <a:pt x="11612" y="25379"/>
                          </a:cubicBezTo>
                          <a:cubicBezTo>
                            <a:pt x="12946" y="21283"/>
                            <a:pt x="13994" y="17188"/>
                            <a:pt x="14565" y="12997"/>
                          </a:cubicBezTo>
                          <a:cubicBezTo>
                            <a:pt x="14755" y="11282"/>
                            <a:pt x="14946" y="9568"/>
                            <a:pt x="14755" y="7949"/>
                          </a:cubicBezTo>
                          <a:cubicBezTo>
                            <a:pt x="13708" y="1281"/>
                            <a:pt x="6278" y="-4339"/>
                            <a:pt x="2278" y="4710"/>
                          </a:cubicBezTo>
                          <a:cubicBezTo>
                            <a:pt x="-1056" y="11854"/>
                            <a:pt x="-389" y="20712"/>
                            <a:pt x="2087" y="2652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00" name="Forme libre : forme 14499">
                      <a:extLst>
                        <a:ext uri="{FF2B5EF4-FFF2-40B4-BE49-F238E27FC236}">
                          <a16:creationId xmlns:a16="http://schemas.microsoft.com/office/drawing/2014/main" id="{6A9506D9-2980-4E24-8105-F2EC33A0E6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1196" y="2969894"/>
                      <a:ext cx="14926" cy="54864"/>
                    </a:xfrm>
                    <a:custGeom>
                      <a:avLst/>
                      <a:gdLst>
                        <a:gd name="connsiteX0" fmla="*/ 0 w 14926"/>
                        <a:gd name="connsiteY0" fmla="*/ 0 h 54864"/>
                        <a:gd name="connsiteX1" fmla="*/ 10573 w 14926"/>
                        <a:gd name="connsiteY1" fmla="*/ 12478 h 54864"/>
                        <a:gd name="connsiteX2" fmla="*/ 10858 w 14926"/>
                        <a:gd name="connsiteY2" fmla="*/ 54864 h 54864"/>
                        <a:gd name="connsiteX3" fmla="*/ 11906 w 14926"/>
                        <a:gd name="connsiteY3" fmla="*/ 49435 h 54864"/>
                        <a:gd name="connsiteX4" fmla="*/ 12763 w 14926"/>
                        <a:gd name="connsiteY4" fmla="*/ 36004 h 54864"/>
                        <a:gd name="connsiteX5" fmla="*/ 0 w 14926"/>
                        <a:gd name="connsiteY5" fmla="*/ 0 h 5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926" h="54864">
                          <a:moveTo>
                            <a:pt x="0" y="0"/>
                          </a:moveTo>
                          <a:cubicBezTo>
                            <a:pt x="0" y="0"/>
                            <a:pt x="6191" y="3715"/>
                            <a:pt x="10573" y="12478"/>
                          </a:cubicBezTo>
                          <a:cubicBezTo>
                            <a:pt x="14954" y="21241"/>
                            <a:pt x="17526" y="34481"/>
                            <a:pt x="10858" y="54864"/>
                          </a:cubicBezTo>
                          <a:cubicBezTo>
                            <a:pt x="10858" y="54864"/>
                            <a:pt x="11430" y="52769"/>
                            <a:pt x="11906" y="49435"/>
                          </a:cubicBezTo>
                          <a:cubicBezTo>
                            <a:pt x="12382" y="46101"/>
                            <a:pt x="12859" y="41434"/>
                            <a:pt x="12763" y="36004"/>
                          </a:cubicBezTo>
                          <a:cubicBezTo>
                            <a:pt x="12382" y="25146"/>
                            <a:pt x="9811" y="1171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01" name="Forme libre : forme 14500">
                      <a:extLst>
                        <a:ext uri="{FF2B5EF4-FFF2-40B4-BE49-F238E27FC236}">
                          <a16:creationId xmlns:a16="http://schemas.microsoft.com/office/drawing/2014/main" id="{0A8E49FF-624F-4413-84E2-54728AD3FE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4531" y="3021520"/>
                      <a:ext cx="13510" cy="58483"/>
                    </a:xfrm>
                    <a:custGeom>
                      <a:avLst/>
                      <a:gdLst>
                        <a:gd name="connsiteX0" fmla="*/ 7414 w 13510"/>
                        <a:gd name="connsiteY0" fmla="*/ 0 h 58483"/>
                        <a:gd name="connsiteX1" fmla="*/ 4652 w 13510"/>
                        <a:gd name="connsiteY1" fmla="*/ 5905 h 58483"/>
                        <a:gd name="connsiteX2" fmla="*/ 556 w 13510"/>
                        <a:gd name="connsiteY2" fmla="*/ 20383 h 58483"/>
                        <a:gd name="connsiteX3" fmla="*/ 13511 w 13510"/>
                        <a:gd name="connsiteY3" fmla="*/ 58483 h 58483"/>
                        <a:gd name="connsiteX4" fmla="*/ 5033 w 13510"/>
                        <a:gd name="connsiteY4" fmla="*/ 41815 h 58483"/>
                        <a:gd name="connsiteX5" fmla="*/ 7414 w 13510"/>
                        <a:gd name="connsiteY5" fmla="*/ 0 h 58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10" h="58483">
                          <a:moveTo>
                            <a:pt x="7414" y="0"/>
                          </a:moveTo>
                          <a:cubicBezTo>
                            <a:pt x="7414" y="0"/>
                            <a:pt x="6081" y="2191"/>
                            <a:pt x="4652" y="5905"/>
                          </a:cubicBezTo>
                          <a:cubicBezTo>
                            <a:pt x="3128" y="9620"/>
                            <a:pt x="1509" y="14764"/>
                            <a:pt x="556" y="20383"/>
                          </a:cubicBezTo>
                          <a:cubicBezTo>
                            <a:pt x="-1063" y="31909"/>
                            <a:pt x="176" y="46006"/>
                            <a:pt x="13511" y="58483"/>
                          </a:cubicBezTo>
                          <a:cubicBezTo>
                            <a:pt x="13511" y="58483"/>
                            <a:pt x="8367" y="52102"/>
                            <a:pt x="5033" y="41815"/>
                          </a:cubicBezTo>
                          <a:cubicBezTo>
                            <a:pt x="1795" y="31432"/>
                            <a:pt x="80" y="17336"/>
                            <a:pt x="741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02" name="Forme libre : forme 14501">
                      <a:extLst>
                        <a:ext uri="{FF2B5EF4-FFF2-40B4-BE49-F238E27FC236}">
                          <a16:creationId xmlns:a16="http://schemas.microsoft.com/office/drawing/2014/main" id="{161EE251-18C1-4DF4-8E01-99B52DCDD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9070" y="2996455"/>
                      <a:ext cx="20134" cy="21153"/>
                    </a:xfrm>
                    <a:custGeom>
                      <a:avLst/>
                      <a:gdLst>
                        <a:gd name="connsiteX0" fmla="*/ 19455 w 20134"/>
                        <a:gd name="connsiteY0" fmla="*/ 1443 h 21153"/>
                        <a:gd name="connsiteX1" fmla="*/ 13740 w 20134"/>
                        <a:gd name="connsiteY1" fmla="*/ 15826 h 21153"/>
                        <a:gd name="connsiteX2" fmla="*/ 691 w 20134"/>
                        <a:gd name="connsiteY2" fmla="*/ 19731 h 21153"/>
                        <a:gd name="connsiteX3" fmla="*/ 6406 w 20134"/>
                        <a:gd name="connsiteY3" fmla="*/ 5348 h 21153"/>
                        <a:gd name="connsiteX4" fmla="*/ 19455 w 20134"/>
                        <a:gd name="connsiteY4" fmla="*/ 1443 h 21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134" h="21153">
                          <a:moveTo>
                            <a:pt x="19455" y="1443"/>
                          </a:moveTo>
                          <a:cubicBezTo>
                            <a:pt x="21455" y="4396"/>
                            <a:pt x="18884" y="10778"/>
                            <a:pt x="13740" y="15826"/>
                          </a:cubicBezTo>
                          <a:cubicBezTo>
                            <a:pt x="8596" y="20874"/>
                            <a:pt x="2786" y="22684"/>
                            <a:pt x="691" y="19731"/>
                          </a:cubicBezTo>
                          <a:cubicBezTo>
                            <a:pt x="-1310" y="16873"/>
                            <a:pt x="1167" y="10396"/>
                            <a:pt x="6406" y="5348"/>
                          </a:cubicBezTo>
                          <a:cubicBezTo>
                            <a:pt x="11645" y="205"/>
                            <a:pt x="17455" y="-1510"/>
                            <a:pt x="19455" y="144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03" name="Forme libre : forme 14502">
                      <a:extLst>
                        <a:ext uri="{FF2B5EF4-FFF2-40B4-BE49-F238E27FC236}">
                          <a16:creationId xmlns:a16="http://schemas.microsoft.com/office/drawing/2014/main" id="{8A474AF0-65F4-469B-A6FE-E2E570675E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4233" y="2993544"/>
                      <a:ext cx="5982" cy="6762"/>
                    </a:xfrm>
                    <a:custGeom>
                      <a:avLst/>
                      <a:gdLst>
                        <a:gd name="connsiteX0" fmla="*/ 4863 w 5982"/>
                        <a:gd name="connsiteY0" fmla="*/ 354 h 6762"/>
                        <a:gd name="connsiteX1" fmla="*/ 5340 w 5982"/>
                        <a:gd name="connsiteY1" fmla="*/ 4831 h 6762"/>
                        <a:gd name="connsiteX2" fmla="*/ 1149 w 5982"/>
                        <a:gd name="connsiteY2" fmla="*/ 6450 h 6762"/>
                        <a:gd name="connsiteX3" fmla="*/ 672 w 5982"/>
                        <a:gd name="connsiteY3" fmla="*/ 1973 h 6762"/>
                        <a:gd name="connsiteX4" fmla="*/ 4863 w 5982"/>
                        <a:gd name="connsiteY4" fmla="*/ 354 h 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2" h="6762">
                          <a:moveTo>
                            <a:pt x="4863" y="354"/>
                          </a:moveTo>
                          <a:cubicBezTo>
                            <a:pt x="6102" y="1116"/>
                            <a:pt x="6387" y="3116"/>
                            <a:pt x="5340" y="4831"/>
                          </a:cubicBezTo>
                          <a:cubicBezTo>
                            <a:pt x="4292" y="6545"/>
                            <a:pt x="2482" y="7212"/>
                            <a:pt x="1149" y="6450"/>
                          </a:cubicBezTo>
                          <a:cubicBezTo>
                            <a:pt x="-185" y="5688"/>
                            <a:pt x="-376" y="3688"/>
                            <a:pt x="672" y="1973"/>
                          </a:cubicBezTo>
                          <a:cubicBezTo>
                            <a:pt x="1625" y="259"/>
                            <a:pt x="3530" y="-503"/>
                            <a:pt x="4863" y="3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04" name="Forme libre : forme 14503">
                      <a:extLst>
                        <a:ext uri="{FF2B5EF4-FFF2-40B4-BE49-F238E27FC236}">
                          <a16:creationId xmlns:a16="http://schemas.microsoft.com/office/drawing/2014/main" id="{76D92CD0-5C27-447C-9DED-7EF7220C9F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4300" y="2960357"/>
                      <a:ext cx="67888" cy="42979"/>
                    </a:xfrm>
                    <a:custGeom>
                      <a:avLst/>
                      <a:gdLst>
                        <a:gd name="connsiteX0" fmla="*/ 41272 w 67888"/>
                        <a:gd name="connsiteY0" fmla="*/ 12 h 42979"/>
                        <a:gd name="connsiteX1" fmla="*/ 64037 w 67888"/>
                        <a:gd name="connsiteY1" fmla="*/ 8776 h 42979"/>
                        <a:gd name="connsiteX2" fmla="*/ 67371 w 67888"/>
                        <a:gd name="connsiteY2" fmla="*/ 17062 h 42979"/>
                        <a:gd name="connsiteX3" fmla="*/ 59179 w 67888"/>
                        <a:gd name="connsiteY3" fmla="*/ 20967 h 42979"/>
                        <a:gd name="connsiteX4" fmla="*/ 32033 w 67888"/>
                        <a:gd name="connsiteY4" fmla="*/ 22777 h 42979"/>
                        <a:gd name="connsiteX5" fmla="*/ 505 w 67888"/>
                        <a:gd name="connsiteY5" fmla="*/ 40875 h 42979"/>
                        <a:gd name="connsiteX6" fmla="*/ 20984 w 67888"/>
                        <a:gd name="connsiteY6" fmla="*/ 6394 h 42979"/>
                        <a:gd name="connsiteX7" fmla="*/ 41272 w 67888"/>
                        <a:gd name="connsiteY7" fmla="*/ 12 h 42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7888" h="42979">
                          <a:moveTo>
                            <a:pt x="41272" y="12"/>
                          </a:moveTo>
                          <a:cubicBezTo>
                            <a:pt x="49940" y="298"/>
                            <a:pt x="57370" y="4108"/>
                            <a:pt x="64037" y="8776"/>
                          </a:cubicBezTo>
                          <a:cubicBezTo>
                            <a:pt x="66513" y="10490"/>
                            <a:pt x="68990" y="13538"/>
                            <a:pt x="67371" y="17062"/>
                          </a:cubicBezTo>
                          <a:cubicBezTo>
                            <a:pt x="65847" y="20206"/>
                            <a:pt x="62132" y="20967"/>
                            <a:pt x="59179" y="20967"/>
                          </a:cubicBezTo>
                          <a:cubicBezTo>
                            <a:pt x="50226" y="20872"/>
                            <a:pt x="41272" y="18301"/>
                            <a:pt x="32033" y="22777"/>
                          </a:cubicBezTo>
                          <a:cubicBezTo>
                            <a:pt x="26223" y="25635"/>
                            <a:pt x="3934" y="50209"/>
                            <a:pt x="505" y="40875"/>
                          </a:cubicBezTo>
                          <a:cubicBezTo>
                            <a:pt x="-3114" y="31731"/>
                            <a:pt x="13650" y="11347"/>
                            <a:pt x="20984" y="6394"/>
                          </a:cubicBezTo>
                          <a:cubicBezTo>
                            <a:pt x="27270" y="1822"/>
                            <a:pt x="34700" y="-178"/>
                            <a:pt x="41272" y="1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41" name="Graphique 1">
                    <a:extLst>
                      <a:ext uri="{FF2B5EF4-FFF2-40B4-BE49-F238E27FC236}">
                        <a16:creationId xmlns:a16="http://schemas.microsoft.com/office/drawing/2014/main" id="{3328087A-4204-457F-9C95-018955ED83F9}"/>
                      </a:ext>
                    </a:extLst>
                  </p:cNvPr>
                  <p:cNvGrpSpPr/>
                  <p:nvPr/>
                </p:nvGrpSpPr>
                <p:grpSpPr>
                  <a:xfrm>
                    <a:off x="2652217" y="2834622"/>
                    <a:ext cx="144015" cy="139467"/>
                    <a:chOff x="2652217" y="2834622"/>
                    <a:chExt cx="144015" cy="139467"/>
                  </a:xfrm>
                  <a:solidFill>
                    <a:schemeClr val="accent1"/>
                  </a:solidFill>
                </p:grpSpPr>
                <p:sp>
                  <p:nvSpPr>
                    <p:cNvPr id="14481" name="Forme libre : forme 14480">
                      <a:extLst>
                        <a:ext uri="{FF2B5EF4-FFF2-40B4-BE49-F238E27FC236}">
                          <a16:creationId xmlns:a16="http://schemas.microsoft.com/office/drawing/2014/main" id="{CB398981-D2A0-4D96-B5C5-1D8A7F4DED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2217" y="2834622"/>
                      <a:ext cx="143914" cy="139467"/>
                    </a:xfrm>
                    <a:custGeom>
                      <a:avLst/>
                      <a:gdLst>
                        <a:gd name="connsiteX0" fmla="*/ 122896 w 143914"/>
                        <a:gd name="connsiteY0" fmla="*/ 92220 h 139467"/>
                        <a:gd name="connsiteX1" fmla="*/ 105751 w 143914"/>
                        <a:gd name="connsiteY1" fmla="*/ 106126 h 139467"/>
                        <a:gd name="connsiteX2" fmla="*/ 89654 w 143914"/>
                        <a:gd name="connsiteY2" fmla="*/ 122223 h 139467"/>
                        <a:gd name="connsiteX3" fmla="*/ 77462 w 143914"/>
                        <a:gd name="connsiteY3" fmla="*/ 132320 h 139467"/>
                        <a:gd name="connsiteX4" fmla="*/ 63174 w 143914"/>
                        <a:gd name="connsiteY4" fmla="*/ 138225 h 139467"/>
                        <a:gd name="connsiteX5" fmla="*/ 34790 w 143914"/>
                        <a:gd name="connsiteY5" fmla="*/ 134035 h 139467"/>
                        <a:gd name="connsiteX6" fmla="*/ 12120 w 143914"/>
                        <a:gd name="connsiteY6" fmla="*/ 118223 h 139467"/>
                        <a:gd name="connsiteX7" fmla="*/ 23 w 143914"/>
                        <a:gd name="connsiteY7" fmla="*/ 91267 h 139467"/>
                        <a:gd name="connsiteX8" fmla="*/ 4310 w 143914"/>
                        <a:gd name="connsiteY8" fmla="*/ 73170 h 139467"/>
                        <a:gd name="connsiteX9" fmla="*/ 16121 w 143914"/>
                        <a:gd name="connsiteY9" fmla="*/ 55263 h 139467"/>
                        <a:gd name="connsiteX10" fmla="*/ 39933 w 143914"/>
                        <a:gd name="connsiteY10" fmla="*/ 32117 h 139467"/>
                        <a:gd name="connsiteX11" fmla="*/ 66698 w 143914"/>
                        <a:gd name="connsiteY11" fmla="*/ 11257 h 139467"/>
                        <a:gd name="connsiteX12" fmla="*/ 87272 w 143914"/>
                        <a:gd name="connsiteY12" fmla="*/ 1828 h 139467"/>
                        <a:gd name="connsiteX13" fmla="*/ 106894 w 143914"/>
                        <a:gd name="connsiteY13" fmla="*/ 303 h 139467"/>
                        <a:gd name="connsiteX14" fmla="*/ 122229 w 143914"/>
                        <a:gd name="connsiteY14" fmla="*/ 5637 h 139467"/>
                        <a:gd name="connsiteX15" fmla="*/ 131373 w 143914"/>
                        <a:gd name="connsiteY15" fmla="*/ 16877 h 139467"/>
                        <a:gd name="connsiteX16" fmla="*/ 141660 w 143914"/>
                        <a:gd name="connsiteY16" fmla="*/ 41737 h 139467"/>
                        <a:gd name="connsiteX17" fmla="*/ 143851 w 143914"/>
                        <a:gd name="connsiteY17" fmla="*/ 55644 h 139467"/>
                        <a:gd name="connsiteX18" fmla="*/ 140708 w 143914"/>
                        <a:gd name="connsiteY18" fmla="*/ 69645 h 139467"/>
                        <a:gd name="connsiteX19" fmla="*/ 133469 w 143914"/>
                        <a:gd name="connsiteY19" fmla="*/ 82123 h 139467"/>
                        <a:gd name="connsiteX20" fmla="*/ 122896 w 143914"/>
                        <a:gd name="connsiteY20" fmla="*/ 92220 h 139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914" h="139467">
                          <a:moveTo>
                            <a:pt x="122896" y="92220"/>
                          </a:moveTo>
                          <a:cubicBezTo>
                            <a:pt x="117086" y="96696"/>
                            <a:pt x="111180" y="100887"/>
                            <a:pt x="105751" y="106126"/>
                          </a:cubicBezTo>
                          <a:cubicBezTo>
                            <a:pt x="100036" y="110794"/>
                            <a:pt x="94988" y="116699"/>
                            <a:pt x="89654" y="122223"/>
                          </a:cubicBezTo>
                          <a:cubicBezTo>
                            <a:pt x="86129" y="126510"/>
                            <a:pt x="81938" y="129653"/>
                            <a:pt x="77462" y="132320"/>
                          </a:cubicBezTo>
                          <a:cubicBezTo>
                            <a:pt x="73080" y="135082"/>
                            <a:pt x="68222" y="137082"/>
                            <a:pt x="63174" y="138225"/>
                          </a:cubicBezTo>
                          <a:cubicBezTo>
                            <a:pt x="53363" y="140607"/>
                            <a:pt x="42981" y="139749"/>
                            <a:pt x="34790" y="134035"/>
                          </a:cubicBezTo>
                          <a:lnTo>
                            <a:pt x="12120" y="118223"/>
                          </a:lnTo>
                          <a:cubicBezTo>
                            <a:pt x="3929" y="112508"/>
                            <a:pt x="-358" y="102793"/>
                            <a:pt x="23" y="91267"/>
                          </a:cubicBezTo>
                          <a:cubicBezTo>
                            <a:pt x="309" y="85552"/>
                            <a:pt x="1738" y="79361"/>
                            <a:pt x="4310" y="73170"/>
                          </a:cubicBezTo>
                          <a:cubicBezTo>
                            <a:pt x="6977" y="66978"/>
                            <a:pt x="11168" y="60978"/>
                            <a:pt x="16121" y="55263"/>
                          </a:cubicBezTo>
                          <a:cubicBezTo>
                            <a:pt x="23836" y="47452"/>
                            <a:pt x="31265" y="39356"/>
                            <a:pt x="39933" y="32117"/>
                          </a:cubicBezTo>
                          <a:cubicBezTo>
                            <a:pt x="48220" y="24592"/>
                            <a:pt x="57459" y="17925"/>
                            <a:pt x="66698" y="11257"/>
                          </a:cubicBezTo>
                          <a:cubicBezTo>
                            <a:pt x="73271" y="6780"/>
                            <a:pt x="80510" y="3828"/>
                            <a:pt x="87272" y="1828"/>
                          </a:cubicBezTo>
                          <a:cubicBezTo>
                            <a:pt x="94035" y="-173"/>
                            <a:pt x="100988" y="-268"/>
                            <a:pt x="106894" y="303"/>
                          </a:cubicBezTo>
                          <a:cubicBezTo>
                            <a:pt x="112895" y="1065"/>
                            <a:pt x="117943" y="2589"/>
                            <a:pt x="122229" y="5637"/>
                          </a:cubicBezTo>
                          <a:cubicBezTo>
                            <a:pt x="126420" y="8590"/>
                            <a:pt x="129563" y="12305"/>
                            <a:pt x="131373" y="16877"/>
                          </a:cubicBezTo>
                          <a:lnTo>
                            <a:pt x="141660" y="41737"/>
                          </a:lnTo>
                          <a:cubicBezTo>
                            <a:pt x="143470" y="46214"/>
                            <a:pt x="144137" y="50977"/>
                            <a:pt x="143851" y="55644"/>
                          </a:cubicBezTo>
                          <a:cubicBezTo>
                            <a:pt x="143470" y="60216"/>
                            <a:pt x="142517" y="65264"/>
                            <a:pt x="140708" y="69645"/>
                          </a:cubicBezTo>
                          <a:cubicBezTo>
                            <a:pt x="138993" y="74218"/>
                            <a:pt x="136326" y="78123"/>
                            <a:pt x="133469" y="82123"/>
                          </a:cubicBezTo>
                          <a:cubicBezTo>
                            <a:pt x="130706" y="86124"/>
                            <a:pt x="126992" y="89267"/>
                            <a:pt x="122896" y="9222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82" name="Forme libre : forme 14481">
                      <a:extLst>
                        <a:ext uri="{FF2B5EF4-FFF2-40B4-BE49-F238E27FC236}">
                          <a16:creationId xmlns:a16="http://schemas.microsoft.com/office/drawing/2014/main" id="{A8AE54C5-32CF-4A4C-9D00-1060C4537B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7195" y="2875407"/>
                      <a:ext cx="119036" cy="98629"/>
                    </a:xfrm>
                    <a:custGeom>
                      <a:avLst/>
                      <a:gdLst>
                        <a:gd name="connsiteX0" fmla="*/ 46958 w 119036"/>
                        <a:gd name="connsiteY0" fmla="*/ 52578 h 98629"/>
                        <a:gd name="connsiteX1" fmla="*/ 37433 w 119036"/>
                        <a:gd name="connsiteY1" fmla="*/ 65056 h 98629"/>
                        <a:gd name="connsiteX2" fmla="*/ 26194 w 119036"/>
                        <a:gd name="connsiteY2" fmla="*/ 75247 h 98629"/>
                        <a:gd name="connsiteX3" fmla="*/ 0 w 119036"/>
                        <a:gd name="connsiteY3" fmla="*/ 86296 h 98629"/>
                        <a:gd name="connsiteX4" fmla="*/ 9811 w 119036"/>
                        <a:gd name="connsiteY4" fmla="*/ 93154 h 98629"/>
                        <a:gd name="connsiteX5" fmla="*/ 38195 w 119036"/>
                        <a:gd name="connsiteY5" fmla="*/ 97346 h 98629"/>
                        <a:gd name="connsiteX6" fmla="*/ 52483 w 119036"/>
                        <a:gd name="connsiteY6" fmla="*/ 91440 h 98629"/>
                        <a:gd name="connsiteX7" fmla="*/ 64675 w 119036"/>
                        <a:gd name="connsiteY7" fmla="*/ 81344 h 98629"/>
                        <a:gd name="connsiteX8" fmla="*/ 80772 w 119036"/>
                        <a:gd name="connsiteY8" fmla="*/ 65246 h 98629"/>
                        <a:gd name="connsiteX9" fmla="*/ 97917 w 119036"/>
                        <a:gd name="connsiteY9" fmla="*/ 51340 h 98629"/>
                        <a:gd name="connsiteX10" fmla="*/ 108585 w 119036"/>
                        <a:gd name="connsiteY10" fmla="*/ 41148 h 98629"/>
                        <a:gd name="connsiteX11" fmla="*/ 115824 w 119036"/>
                        <a:gd name="connsiteY11" fmla="*/ 28670 h 98629"/>
                        <a:gd name="connsiteX12" fmla="*/ 118967 w 119036"/>
                        <a:gd name="connsiteY12" fmla="*/ 14669 h 98629"/>
                        <a:gd name="connsiteX13" fmla="*/ 116777 w 119036"/>
                        <a:gd name="connsiteY13" fmla="*/ 762 h 98629"/>
                        <a:gd name="connsiteX14" fmla="*/ 116491 w 119036"/>
                        <a:gd name="connsiteY14" fmla="*/ 0 h 98629"/>
                        <a:gd name="connsiteX15" fmla="*/ 96584 w 119036"/>
                        <a:gd name="connsiteY15" fmla="*/ 10001 h 98629"/>
                        <a:gd name="connsiteX16" fmla="*/ 77819 w 119036"/>
                        <a:gd name="connsiteY16" fmla="*/ 21336 h 98629"/>
                        <a:gd name="connsiteX17" fmla="*/ 60960 w 119036"/>
                        <a:gd name="connsiteY17" fmla="*/ 35338 h 98629"/>
                        <a:gd name="connsiteX18" fmla="*/ 46958 w 119036"/>
                        <a:gd name="connsiteY18" fmla="*/ 52578 h 986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19036" h="98629">
                          <a:moveTo>
                            <a:pt x="46958" y="52578"/>
                          </a:moveTo>
                          <a:cubicBezTo>
                            <a:pt x="44006" y="56959"/>
                            <a:pt x="40862" y="61150"/>
                            <a:pt x="37433" y="65056"/>
                          </a:cubicBezTo>
                          <a:cubicBezTo>
                            <a:pt x="34004" y="68866"/>
                            <a:pt x="30099" y="72104"/>
                            <a:pt x="26194" y="75247"/>
                          </a:cubicBezTo>
                          <a:cubicBezTo>
                            <a:pt x="18193" y="81153"/>
                            <a:pt x="9239" y="85249"/>
                            <a:pt x="0" y="86296"/>
                          </a:cubicBezTo>
                          <a:lnTo>
                            <a:pt x="9811" y="93154"/>
                          </a:lnTo>
                          <a:cubicBezTo>
                            <a:pt x="18002" y="98870"/>
                            <a:pt x="28385" y="99822"/>
                            <a:pt x="38195" y="97346"/>
                          </a:cubicBezTo>
                          <a:cubicBezTo>
                            <a:pt x="43148" y="96203"/>
                            <a:pt x="48006" y="94297"/>
                            <a:pt x="52483" y="91440"/>
                          </a:cubicBezTo>
                          <a:cubicBezTo>
                            <a:pt x="56960" y="88773"/>
                            <a:pt x="61151" y="85534"/>
                            <a:pt x="64675" y="81344"/>
                          </a:cubicBezTo>
                          <a:cubicBezTo>
                            <a:pt x="70009" y="75914"/>
                            <a:pt x="75057" y="70009"/>
                            <a:pt x="80772" y="65246"/>
                          </a:cubicBezTo>
                          <a:cubicBezTo>
                            <a:pt x="86201" y="60007"/>
                            <a:pt x="92107" y="55816"/>
                            <a:pt x="97917" y="51340"/>
                          </a:cubicBezTo>
                          <a:cubicBezTo>
                            <a:pt x="102108" y="48387"/>
                            <a:pt x="105728" y="45244"/>
                            <a:pt x="108585" y="41148"/>
                          </a:cubicBezTo>
                          <a:cubicBezTo>
                            <a:pt x="111443" y="37147"/>
                            <a:pt x="114110" y="33338"/>
                            <a:pt x="115824" y="28670"/>
                          </a:cubicBezTo>
                          <a:cubicBezTo>
                            <a:pt x="117634" y="24194"/>
                            <a:pt x="118586" y="19145"/>
                            <a:pt x="118967" y="14669"/>
                          </a:cubicBezTo>
                          <a:cubicBezTo>
                            <a:pt x="119253" y="10001"/>
                            <a:pt x="118682" y="5239"/>
                            <a:pt x="116777" y="762"/>
                          </a:cubicBezTo>
                          <a:lnTo>
                            <a:pt x="116491" y="0"/>
                          </a:lnTo>
                          <a:cubicBezTo>
                            <a:pt x="109538" y="2857"/>
                            <a:pt x="103251" y="6953"/>
                            <a:pt x="96584" y="10001"/>
                          </a:cubicBezTo>
                          <a:cubicBezTo>
                            <a:pt x="90107" y="13525"/>
                            <a:pt x="83915" y="17431"/>
                            <a:pt x="77819" y="21336"/>
                          </a:cubicBezTo>
                          <a:cubicBezTo>
                            <a:pt x="72104" y="25908"/>
                            <a:pt x="65913" y="29813"/>
                            <a:pt x="60960" y="35338"/>
                          </a:cubicBezTo>
                          <a:cubicBezTo>
                            <a:pt x="55721" y="40577"/>
                            <a:pt x="50863" y="46101"/>
                            <a:pt x="46958" y="5257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83" name="Forme libre : forme 14482">
                      <a:extLst>
                        <a:ext uri="{FF2B5EF4-FFF2-40B4-BE49-F238E27FC236}">
                          <a16:creationId xmlns:a16="http://schemas.microsoft.com/office/drawing/2014/main" id="{EE6EABF2-D3B3-4A6E-A78F-03E81DCCA6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5765" y="2873526"/>
                      <a:ext cx="57913" cy="51936"/>
                    </a:xfrm>
                    <a:custGeom>
                      <a:avLst/>
                      <a:gdLst>
                        <a:gd name="connsiteX0" fmla="*/ 56394 w 57913"/>
                        <a:gd name="connsiteY0" fmla="*/ 5977 h 51936"/>
                        <a:gd name="connsiteX1" fmla="*/ 55060 w 57913"/>
                        <a:gd name="connsiteY1" fmla="*/ 22264 h 51936"/>
                        <a:gd name="connsiteX2" fmla="*/ 49060 w 57913"/>
                        <a:gd name="connsiteY2" fmla="*/ 31313 h 51936"/>
                        <a:gd name="connsiteX3" fmla="*/ 40201 w 57913"/>
                        <a:gd name="connsiteY3" fmla="*/ 39790 h 51936"/>
                        <a:gd name="connsiteX4" fmla="*/ 19913 w 57913"/>
                        <a:gd name="connsiteY4" fmla="*/ 50935 h 51936"/>
                        <a:gd name="connsiteX5" fmla="*/ 3530 w 57913"/>
                        <a:gd name="connsiteY5" fmla="*/ 48649 h 51936"/>
                        <a:gd name="connsiteX6" fmla="*/ 1244 w 57913"/>
                        <a:gd name="connsiteY6" fmla="*/ 32075 h 51936"/>
                        <a:gd name="connsiteX7" fmla="*/ 16579 w 57913"/>
                        <a:gd name="connsiteY7" fmla="*/ 10739 h 51936"/>
                        <a:gd name="connsiteX8" fmla="*/ 28962 w 57913"/>
                        <a:gd name="connsiteY8" fmla="*/ 3310 h 51936"/>
                        <a:gd name="connsiteX9" fmla="*/ 40773 w 57913"/>
                        <a:gd name="connsiteY9" fmla="*/ 71 h 51936"/>
                        <a:gd name="connsiteX10" fmla="*/ 56394 w 57913"/>
                        <a:gd name="connsiteY10" fmla="*/ 5977 h 51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913" h="51936">
                          <a:moveTo>
                            <a:pt x="56394" y="5977"/>
                          </a:moveTo>
                          <a:cubicBezTo>
                            <a:pt x="58965" y="10453"/>
                            <a:pt x="58108" y="16359"/>
                            <a:pt x="55060" y="22264"/>
                          </a:cubicBezTo>
                          <a:cubicBezTo>
                            <a:pt x="53441" y="25122"/>
                            <a:pt x="51441" y="28265"/>
                            <a:pt x="49060" y="31313"/>
                          </a:cubicBezTo>
                          <a:cubicBezTo>
                            <a:pt x="46583" y="34361"/>
                            <a:pt x="43630" y="37123"/>
                            <a:pt x="40201" y="39790"/>
                          </a:cubicBezTo>
                          <a:cubicBezTo>
                            <a:pt x="33820" y="45601"/>
                            <a:pt x="26295" y="48935"/>
                            <a:pt x="19913" y="50935"/>
                          </a:cubicBezTo>
                          <a:cubicBezTo>
                            <a:pt x="13436" y="52744"/>
                            <a:pt x="7340" y="52173"/>
                            <a:pt x="3530" y="48649"/>
                          </a:cubicBezTo>
                          <a:cubicBezTo>
                            <a:pt x="-280" y="45125"/>
                            <a:pt x="-947" y="39124"/>
                            <a:pt x="1244" y="32075"/>
                          </a:cubicBezTo>
                          <a:cubicBezTo>
                            <a:pt x="3244" y="24931"/>
                            <a:pt x="8959" y="17502"/>
                            <a:pt x="16579" y="10739"/>
                          </a:cubicBezTo>
                          <a:cubicBezTo>
                            <a:pt x="20580" y="7596"/>
                            <a:pt x="24866" y="5215"/>
                            <a:pt x="28962" y="3310"/>
                          </a:cubicBezTo>
                          <a:cubicBezTo>
                            <a:pt x="32962" y="1405"/>
                            <a:pt x="36963" y="262"/>
                            <a:pt x="40773" y="71"/>
                          </a:cubicBezTo>
                          <a:cubicBezTo>
                            <a:pt x="48107" y="-405"/>
                            <a:pt x="53727" y="1500"/>
                            <a:pt x="56394" y="597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84" name="Forme libre : forme 14483">
                      <a:extLst>
                        <a:ext uri="{FF2B5EF4-FFF2-40B4-BE49-F238E27FC236}">
                          <a16:creationId xmlns:a16="http://schemas.microsoft.com/office/drawing/2014/main" id="{226B59D6-753B-4329-BB66-AF26A2C5C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5735" y="2900267"/>
                      <a:ext cx="50232" cy="25195"/>
                    </a:xfrm>
                    <a:custGeom>
                      <a:avLst/>
                      <a:gdLst>
                        <a:gd name="connsiteX0" fmla="*/ 3369 w 50232"/>
                        <a:gd name="connsiteY0" fmla="*/ 0 h 25195"/>
                        <a:gd name="connsiteX1" fmla="*/ 3560 w 50232"/>
                        <a:gd name="connsiteY1" fmla="*/ 21908 h 25195"/>
                        <a:gd name="connsiteX2" fmla="*/ 19943 w 50232"/>
                        <a:gd name="connsiteY2" fmla="*/ 24194 h 25195"/>
                        <a:gd name="connsiteX3" fmla="*/ 40231 w 50232"/>
                        <a:gd name="connsiteY3" fmla="*/ 13049 h 25195"/>
                        <a:gd name="connsiteX4" fmla="*/ 50233 w 50232"/>
                        <a:gd name="connsiteY4" fmla="*/ 2953 h 25195"/>
                        <a:gd name="connsiteX5" fmla="*/ 43184 w 50232"/>
                        <a:gd name="connsiteY5" fmla="*/ 6572 h 25195"/>
                        <a:gd name="connsiteX6" fmla="*/ 20895 w 50232"/>
                        <a:gd name="connsiteY6" fmla="*/ 8477 h 25195"/>
                        <a:gd name="connsiteX7" fmla="*/ 3369 w 50232"/>
                        <a:gd name="connsiteY7" fmla="*/ 0 h 25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0232" h="25195">
                          <a:moveTo>
                            <a:pt x="3369" y="0"/>
                          </a:moveTo>
                          <a:cubicBezTo>
                            <a:pt x="-1107" y="9239"/>
                            <a:pt x="-1202" y="17526"/>
                            <a:pt x="3560" y="21908"/>
                          </a:cubicBezTo>
                          <a:cubicBezTo>
                            <a:pt x="7370" y="25432"/>
                            <a:pt x="13466" y="26003"/>
                            <a:pt x="19943" y="24194"/>
                          </a:cubicBezTo>
                          <a:cubicBezTo>
                            <a:pt x="26325" y="22193"/>
                            <a:pt x="33754" y="18860"/>
                            <a:pt x="40231" y="13049"/>
                          </a:cubicBezTo>
                          <a:cubicBezTo>
                            <a:pt x="44232" y="9906"/>
                            <a:pt x="47661" y="6572"/>
                            <a:pt x="50233" y="2953"/>
                          </a:cubicBezTo>
                          <a:cubicBezTo>
                            <a:pt x="48042" y="4477"/>
                            <a:pt x="45756" y="5715"/>
                            <a:pt x="43184" y="6572"/>
                          </a:cubicBezTo>
                          <a:cubicBezTo>
                            <a:pt x="35659" y="8287"/>
                            <a:pt x="28230" y="9525"/>
                            <a:pt x="20895" y="8477"/>
                          </a:cubicBezTo>
                          <a:cubicBezTo>
                            <a:pt x="13657" y="7525"/>
                            <a:pt x="7275" y="4953"/>
                            <a:pt x="3369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85" name="Forme libre : forme 14484">
                      <a:extLst>
                        <a:ext uri="{FF2B5EF4-FFF2-40B4-BE49-F238E27FC236}">
                          <a16:creationId xmlns:a16="http://schemas.microsoft.com/office/drawing/2014/main" id="{CEE5B05A-C125-490E-873E-2492CECFE3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1124" y="2875075"/>
                      <a:ext cx="57371" cy="50952"/>
                    </a:xfrm>
                    <a:custGeom>
                      <a:avLst/>
                      <a:gdLst>
                        <a:gd name="connsiteX0" fmla="*/ 55893 w 57371"/>
                        <a:gd name="connsiteY0" fmla="*/ 6142 h 50952"/>
                        <a:gd name="connsiteX1" fmla="*/ 54559 w 57371"/>
                        <a:gd name="connsiteY1" fmla="*/ 22429 h 50952"/>
                        <a:gd name="connsiteX2" fmla="*/ 48463 w 57371"/>
                        <a:gd name="connsiteY2" fmla="*/ 31192 h 50952"/>
                        <a:gd name="connsiteX3" fmla="*/ 39795 w 57371"/>
                        <a:gd name="connsiteY3" fmla="*/ 39574 h 50952"/>
                        <a:gd name="connsiteX4" fmla="*/ 29699 w 57371"/>
                        <a:gd name="connsiteY4" fmla="*/ 46242 h 50952"/>
                        <a:gd name="connsiteX5" fmla="*/ 19602 w 57371"/>
                        <a:gd name="connsiteY5" fmla="*/ 50052 h 50952"/>
                        <a:gd name="connsiteX6" fmla="*/ 3505 w 57371"/>
                        <a:gd name="connsiteY6" fmla="*/ 47480 h 50952"/>
                        <a:gd name="connsiteX7" fmla="*/ 1219 w 57371"/>
                        <a:gd name="connsiteY7" fmla="*/ 30907 h 50952"/>
                        <a:gd name="connsiteX8" fmla="*/ 6839 w 57371"/>
                        <a:gd name="connsiteY8" fmla="*/ 20334 h 50952"/>
                        <a:gd name="connsiteX9" fmla="*/ 16649 w 57371"/>
                        <a:gd name="connsiteY9" fmla="*/ 10142 h 50952"/>
                        <a:gd name="connsiteX10" fmla="*/ 28841 w 57371"/>
                        <a:gd name="connsiteY10" fmla="*/ 2903 h 50952"/>
                        <a:gd name="connsiteX11" fmla="*/ 40557 w 57371"/>
                        <a:gd name="connsiteY11" fmla="*/ 46 h 50952"/>
                        <a:gd name="connsiteX12" fmla="*/ 55893 w 57371"/>
                        <a:gd name="connsiteY12" fmla="*/ 6142 h 50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7371" h="50952">
                          <a:moveTo>
                            <a:pt x="55893" y="6142"/>
                          </a:moveTo>
                          <a:cubicBezTo>
                            <a:pt x="58369" y="10618"/>
                            <a:pt x="57607" y="16619"/>
                            <a:pt x="54559" y="22429"/>
                          </a:cubicBezTo>
                          <a:cubicBezTo>
                            <a:pt x="53130" y="25477"/>
                            <a:pt x="50844" y="28049"/>
                            <a:pt x="48463" y="31192"/>
                          </a:cubicBezTo>
                          <a:cubicBezTo>
                            <a:pt x="46082" y="34145"/>
                            <a:pt x="43129" y="37003"/>
                            <a:pt x="39795" y="39574"/>
                          </a:cubicBezTo>
                          <a:cubicBezTo>
                            <a:pt x="36366" y="42051"/>
                            <a:pt x="33223" y="44623"/>
                            <a:pt x="29699" y="46242"/>
                          </a:cubicBezTo>
                          <a:cubicBezTo>
                            <a:pt x="26270" y="48052"/>
                            <a:pt x="22746" y="49099"/>
                            <a:pt x="19602" y="50052"/>
                          </a:cubicBezTo>
                          <a:cubicBezTo>
                            <a:pt x="13221" y="51766"/>
                            <a:pt x="7220" y="51100"/>
                            <a:pt x="3505" y="47480"/>
                          </a:cubicBezTo>
                          <a:cubicBezTo>
                            <a:pt x="-210" y="43861"/>
                            <a:pt x="-972" y="37955"/>
                            <a:pt x="1219" y="30907"/>
                          </a:cubicBezTo>
                          <a:cubicBezTo>
                            <a:pt x="2171" y="27287"/>
                            <a:pt x="4267" y="23953"/>
                            <a:pt x="6839" y="20334"/>
                          </a:cubicBezTo>
                          <a:cubicBezTo>
                            <a:pt x="9506" y="16905"/>
                            <a:pt x="12554" y="13095"/>
                            <a:pt x="16649" y="10142"/>
                          </a:cubicBezTo>
                          <a:cubicBezTo>
                            <a:pt x="20650" y="7189"/>
                            <a:pt x="24841" y="4713"/>
                            <a:pt x="28841" y="2903"/>
                          </a:cubicBezTo>
                          <a:cubicBezTo>
                            <a:pt x="32747" y="998"/>
                            <a:pt x="37033" y="427"/>
                            <a:pt x="40557" y="46"/>
                          </a:cubicBezTo>
                          <a:cubicBezTo>
                            <a:pt x="47891" y="-335"/>
                            <a:pt x="53416" y="1665"/>
                            <a:pt x="55893" y="614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86" name="Forme libre : forme 14485">
                      <a:extLst>
                        <a:ext uri="{FF2B5EF4-FFF2-40B4-BE49-F238E27FC236}">
                          <a16:creationId xmlns:a16="http://schemas.microsoft.com/office/drawing/2014/main" id="{FE8633B9-15AC-4735-BD52-ED943A2161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2491" y="2900924"/>
                      <a:ext cx="93388" cy="54547"/>
                    </a:xfrm>
                    <a:custGeom>
                      <a:avLst/>
                      <a:gdLst>
                        <a:gd name="connsiteX0" fmla="*/ 20136 w 93388"/>
                        <a:gd name="connsiteY0" fmla="*/ 44968 h 54547"/>
                        <a:gd name="connsiteX1" fmla="*/ 35280 w 93388"/>
                        <a:gd name="connsiteY1" fmla="*/ 54017 h 54547"/>
                        <a:gd name="connsiteX2" fmla="*/ 52901 w 93388"/>
                        <a:gd name="connsiteY2" fmla="*/ 52112 h 54547"/>
                        <a:gd name="connsiteX3" fmla="*/ 69665 w 93388"/>
                        <a:gd name="connsiteY3" fmla="*/ 43063 h 54547"/>
                        <a:gd name="connsiteX4" fmla="*/ 75857 w 93388"/>
                        <a:gd name="connsiteY4" fmla="*/ 38205 h 54547"/>
                        <a:gd name="connsiteX5" fmla="*/ 81667 w 93388"/>
                        <a:gd name="connsiteY5" fmla="*/ 33157 h 54547"/>
                        <a:gd name="connsiteX6" fmla="*/ 86620 w 93388"/>
                        <a:gd name="connsiteY6" fmla="*/ 27346 h 54547"/>
                        <a:gd name="connsiteX7" fmla="*/ 90716 w 93388"/>
                        <a:gd name="connsiteY7" fmla="*/ 21155 h 54547"/>
                        <a:gd name="connsiteX8" fmla="*/ 93382 w 93388"/>
                        <a:gd name="connsiteY8" fmla="*/ 10106 h 54547"/>
                        <a:gd name="connsiteX9" fmla="*/ 89096 w 93388"/>
                        <a:gd name="connsiteY9" fmla="*/ 1438 h 54547"/>
                        <a:gd name="connsiteX10" fmla="*/ 75095 w 93388"/>
                        <a:gd name="connsiteY10" fmla="*/ 867 h 54547"/>
                        <a:gd name="connsiteX11" fmla="*/ 57378 w 93388"/>
                        <a:gd name="connsiteY11" fmla="*/ 3058 h 54547"/>
                        <a:gd name="connsiteX12" fmla="*/ 39662 w 93388"/>
                        <a:gd name="connsiteY12" fmla="*/ 3915 h 54547"/>
                        <a:gd name="connsiteX13" fmla="*/ 19183 w 93388"/>
                        <a:gd name="connsiteY13" fmla="*/ 5058 h 54547"/>
                        <a:gd name="connsiteX14" fmla="*/ 990 w 93388"/>
                        <a:gd name="connsiteY14" fmla="*/ 17726 h 54547"/>
                        <a:gd name="connsiteX15" fmla="*/ 20136 w 93388"/>
                        <a:gd name="connsiteY15" fmla="*/ 44968 h 54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93388" h="54547">
                          <a:moveTo>
                            <a:pt x="20136" y="44968"/>
                          </a:moveTo>
                          <a:cubicBezTo>
                            <a:pt x="24612" y="48778"/>
                            <a:pt x="29374" y="52683"/>
                            <a:pt x="35280" y="54017"/>
                          </a:cubicBezTo>
                          <a:cubicBezTo>
                            <a:pt x="40900" y="55255"/>
                            <a:pt x="46901" y="54207"/>
                            <a:pt x="52901" y="52112"/>
                          </a:cubicBezTo>
                          <a:cubicBezTo>
                            <a:pt x="58807" y="49826"/>
                            <a:pt x="64522" y="46492"/>
                            <a:pt x="69665" y="43063"/>
                          </a:cubicBezTo>
                          <a:cubicBezTo>
                            <a:pt x="71761" y="41539"/>
                            <a:pt x="73856" y="39920"/>
                            <a:pt x="75857" y="38205"/>
                          </a:cubicBezTo>
                          <a:cubicBezTo>
                            <a:pt x="77952" y="36681"/>
                            <a:pt x="79857" y="34967"/>
                            <a:pt x="81667" y="33157"/>
                          </a:cubicBezTo>
                          <a:cubicBezTo>
                            <a:pt x="83477" y="31347"/>
                            <a:pt x="85096" y="29347"/>
                            <a:pt x="86620" y="27346"/>
                          </a:cubicBezTo>
                          <a:cubicBezTo>
                            <a:pt x="88239" y="25442"/>
                            <a:pt x="89573" y="23441"/>
                            <a:pt x="90716" y="21155"/>
                          </a:cubicBezTo>
                          <a:cubicBezTo>
                            <a:pt x="92430" y="17821"/>
                            <a:pt x="93478" y="13821"/>
                            <a:pt x="93382" y="10106"/>
                          </a:cubicBezTo>
                          <a:cubicBezTo>
                            <a:pt x="93382" y="6582"/>
                            <a:pt x="92240" y="3344"/>
                            <a:pt x="89096" y="1438"/>
                          </a:cubicBezTo>
                          <a:cubicBezTo>
                            <a:pt x="85286" y="-943"/>
                            <a:pt x="80143" y="200"/>
                            <a:pt x="75095" y="867"/>
                          </a:cubicBezTo>
                          <a:cubicBezTo>
                            <a:pt x="69475" y="1534"/>
                            <a:pt x="63569" y="2296"/>
                            <a:pt x="57378" y="3058"/>
                          </a:cubicBezTo>
                          <a:cubicBezTo>
                            <a:pt x="51568" y="3725"/>
                            <a:pt x="45377" y="3820"/>
                            <a:pt x="39662" y="3915"/>
                          </a:cubicBezTo>
                          <a:cubicBezTo>
                            <a:pt x="34804" y="4010"/>
                            <a:pt x="26993" y="3534"/>
                            <a:pt x="19183" y="5058"/>
                          </a:cubicBezTo>
                          <a:cubicBezTo>
                            <a:pt x="11563" y="6582"/>
                            <a:pt x="4419" y="10392"/>
                            <a:pt x="990" y="17726"/>
                          </a:cubicBezTo>
                          <a:cubicBezTo>
                            <a:pt x="-4439" y="31347"/>
                            <a:pt x="13944" y="39538"/>
                            <a:pt x="20136" y="4496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87" name="Forme libre : forme 14486">
                      <a:extLst>
                        <a:ext uri="{FF2B5EF4-FFF2-40B4-BE49-F238E27FC236}">
                          <a16:creationId xmlns:a16="http://schemas.microsoft.com/office/drawing/2014/main" id="{0AD975CA-982C-442D-B62A-FD083596FD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5956" y="2893700"/>
                      <a:ext cx="17524" cy="31005"/>
                    </a:xfrm>
                    <a:custGeom>
                      <a:avLst/>
                      <a:gdLst>
                        <a:gd name="connsiteX0" fmla="*/ 478 w 17524"/>
                        <a:gd name="connsiteY0" fmla="*/ 26283 h 31005"/>
                        <a:gd name="connsiteX1" fmla="*/ 2384 w 17524"/>
                        <a:gd name="connsiteY1" fmla="*/ 30188 h 31005"/>
                        <a:gd name="connsiteX2" fmla="*/ 6860 w 17524"/>
                        <a:gd name="connsiteY2" fmla="*/ 30379 h 31005"/>
                        <a:gd name="connsiteX3" fmla="*/ 10099 w 17524"/>
                        <a:gd name="connsiteY3" fmla="*/ 26378 h 31005"/>
                        <a:gd name="connsiteX4" fmla="*/ 15909 w 17524"/>
                        <a:gd name="connsiteY4" fmla="*/ 14567 h 31005"/>
                        <a:gd name="connsiteX5" fmla="*/ 17433 w 17524"/>
                        <a:gd name="connsiteY5" fmla="*/ 9614 h 31005"/>
                        <a:gd name="connsiteX6" fmla="*/ 6003 w 17524"/>
                        <a:gd name="connsiteY6" fmla="*/ 3899 h 31005"/>
                        <a:gd name="connsiteX7" fmla="*/ 478 w 17524"/>
                        <a:gd name="connsiteY7" fmla="*/ 26283 h 31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524" h="31005">
                          <a:moveTo>
                            <a:pt x="478" y="26283"/>
                          </a:moveTo>
                          <a:cubicBezTo>
                            <a:pt x="764" y="27807"/>
                            <a:pt x="1336" y="29331"/>
                            <a:pt x="2384" y="30188"/>
                          </a:cubicBezTo>
                          <a:cubicBezTo>
                            <a:pt x="3431" y="31141"/>
                            <a:pt x="5241" y="31331"/>
                            <a:pt x="6860" y="30379"/>
                          </a:cubicBezTo>
                          <a:cubicBezTo>
                            <a:pt x="8289" y="29521"/>
                            <a:pt x="9337" y="27902"/>
                            <a:pt x="10099" y="26378"/>
                          </a:cubicBezTo>
                          <a:cubicBezTo>
                            <a:pt x="12194" y="22378"/>
                            <a:pt x="14194" y="18472"/>
                            <a:pt x="15909" y="14567"/>
                          </a:cubicBezTo>
                          <a:cubicBezTo>
                            <a:pt x="16576" y="12948"/>
                            <a:pt x="17243" y="11234"/>
                            <a:pt x="17433" y="9614"/>
                          </a:cubicBezTo>
                          <a:cubicBezTo>
                            <a:pt x="18290" y="2756"/>
                            <a:pt x="13051" y="-4769"/>
                            <a:pt x="6003" y="3899"/>
                          </a:cubicBezTo>
                          <a:cubicBezTo>
                            <a:pt x="478" y="10471"/>
                            <a:pt x="-855" y="20092"/>
                            <a:pt x="478" y="2628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88" name="Forme libre : forme 14487">
                      <a:extLst>
                        <a:ext uri="{FF2B5EF4-FFF2-40B4-BE49-F238E27FC236}">
                          <a16:creationId xmlns:a16="http://schemas.microsoft.com/office/drawing/2014/main" id="{B5314FF0-10A2-4DAE-B623-43EA5C6AB2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4446" y="2874168"/>
                      <a:ext cx="16363" cy="50387"/>
                    </a:xfrm>
                    <a:custGeom>
                      <a:avLst/>
                      <a:gdLst>
                        <a:gd name="connsiteX0" fmla="*/ 13906 w 16363"/>
                        <a:gd name="connsiteY0" fmla="*/ 0 h 50387"/>
                        <a:gd name="connsiteX1" fmla="*/ 15335 w 16363"/>
                        <a:gd name="connsiteY1" fmla="*/ 4286 h 50387"/>
                        <a:gd name="connsiteX2" fmla="*/ 16288 w 16363"/>
                        <a:gd name="connsiteY2" fmla="*/ 15716 h 50387"/>
                        <a:gd name="connsiteX3" fmla="*/ 12287 w 16363"/>
                        <a:gd name="connsiteY3" fmla="*/ 31623 h 50387"/>
                        <a:gd name="connsiteX4" fmla="*/ 0 w 16363"/>
                        <a:gd name="connsiteY4" fmla="*/ 50387 h 50387"/>
                        <a:gd name="connsiteX5" fmla="*/ 2572 w 16363"/>
                        <a:gd name="connsiteY5" fmla="*/ 46577 h 50387"/>
                        <a:gd name="connsiteX6" fmla="*/ 7906 w 16363"/>
                        <a:gd name="connsiteY6" fmla="*/ 35909 h 50387"/>
                        <a:gd name="connsiteX7" fmla="*/ 13049 w 16363"/>
                        <a:gd name="connsiteY7" fmla="*/ 20193 h 50387"/>
                        <a:gd name="connsiteX8" fmla="*/ 13906 w 16363"/>
                        <a:gd name="connsiteY8" fmla="*/ 0 h 50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63" h="50387">
                          <a:moveTo>
                            <a:pt x="13906" y="0"/>
                          </a:moveTo>
                          <a:cubicBezTo>
                            <a:pt x="13906" y="0"/>
                            <a:pt x="14668" y="1619"/>
                            <a:pt x="15335" y="4286"/>
                          </a:cubicBezTo>
                          <a:cubicBezTo>
                            <a:pt x="16002" y="6953"/>
                            <a:pt x="16573" y="10954"/>
                            <a:pt x="16288" y="15716"/>
                          </a:cubicBezTo>
                          <a:cubicBezTo>
                            <a:pt x="16002" y="20479"/>
                            <a:pt x="14954" y="25908"/>
                            <a:pt x="12287" y="31623"/>
                          </a:cubicBezTo>
                          <a:cubicBezTo>
                            <a:pt x="9525" y="37147"/>
                            <a:pt x="6096" y="44101"/>
                            <a:pt x="0" y="50387"/>
                          </a:cubicBezTo>
                          <a:cubicBezTo>
                            <a:pt x="0" y="50387"/>
                            <a:pt x="1048" y="48959"/>
                            <a:pt x="2572" y="46577"/>
                          </a:cubicBezTo>
                          <a:cubicBezTo>
                            <a:pt x="4096" y="44101"/>
                            <a:pt x="6096" y="40577"/>
                            <a:pt x="7906" y="35909"/>
                          </a:cubicBezTo>
                          <a:cubicBezTo>
                            <a:pt x="9715" y="31337"/>
                            <a:pt x="11906" y="26384"/>
                            <a:pt x="13049" y="20193"/>
                          </a:cubicBezTo>
                          <a:cubicBezTo>
                            <a:pt x="14478" y="14288"/>
                            <a:pt x="14859" y="7239"/>
                            <a:pt x="1390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89" name="Forme libre : forme 14488">
                      <a:extLst>
                        <a:ext uri="{FF2B5EF4-FFF2-40B4-BE49-F238E27FC236}">
                          <a16:creationId xmlns:a16="http://schemas.microsoft.com/office/drawing/2014/main" id="{5B28FAB5-4B16-4488-ACAE-7C148A8CB5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7439" y="2889218"/>
                      <a:ext cx="15470" cy="62865"/>
                    </a:xfrm>
                    <a:custGeom>
                      <a:avLst/>
                      <a:gdLst>
                        <a:gd name="connsiteX0" fmla="*/ 15471 w 15470"/>
                        <a:gd name="connsiteY0" fmla="*/ 0 h 62865"/>
                        <a:gd name="connsiteX1" fmla="*/ 10803 w 15470"/>
                        <a:gd name="connsiteY1" fmla="*/ 6287 h 62865"/>
                        <a:gd name="connsiteX2" fmla="*/ 2707 w 15470"/>
                        <a:gd name="connsiteY2" fmla="*/ 22193 h 62865"/>
                        <a:gd name="connsiteX3" fmla="*/ 326 w 15470"/>
                        <a:gd name="connsiteY3" fmla="*/ 42767 h 62865"/>
                        <a:gd name="connsiteX4" fmla="*/ 11184 w 15470"/>
                        <a:gd name="connsiteY4" fmla="*/ 62865 h 62865"/>
                        <a:gd name="connsiteX5" fmla="*/ 3755 w 15470"/>
                        <a:gd name="connsiteY5" fmla="*/ 45625 h 62865"/>
                        <a:gd name="connsiteX6" fmla="*/ 3850 w 15470"/>
                        <a:gd name="connsiteY6" fmla="*/ 25718 h 62865"/>
                        <a:gd name="connsiteX7" fmla="*/ 15471 w 15470"/>
                        <a:gd name="connsiteY7" fmla="*/ 0 h 62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470" h="62865">
                          <a:moveTo>
                            <a:pt x="15471" y="0"/>
                          </a:moveTo>
                          <a:cubicBezTo>
                            <a:pt x="15471" y="0"/>
                            <a:pt x="13375" y="2286"/>
                            <a:pt x="10803" y="6287"/>
                          </a:cubicBezTo>
                          <a:cubicBezTo>
                            <a:pt x="8232" y="10287"/>
                            <a:pt x="4803" y="15812"/>
                            <a:pt x="2707" y="22193"/>
                          </a:cubicBezTo>
                          <a:cubicBezTo>
                            <a:pt x="612" y="28575"/>
                            <a:pt x="-627" y="35814"/>
                            <a:pt x="326" y="42767"/>
                          </a:cubicBezTo>
                          <a:cubicBezTo>
                            <a:pt x="1469" y="49816"/>
                            <a:pt x="4707" y="56769"/>
                            <a:pt x="11184" y="62865"/>
                          </a:cubicBezTo>
                          <a:cubicBezTo>
                            <a:pt x="11184" y="62865"/>
                            <a:pt x="6136" y="56674"/>
                            <a:pt x="3755" y="45625"/>
                          </a:cubicBezTo>
                          <a:cubicBezTo>
                            <a:pt x="2707" y="40100"/>
                            <a:pt x="2421" y="33433"/>
                            <a:pt x="3850" y="25718"/>
                          </a:cubicBezTo>
                          <a:cubicBezTo>
                            <a:pt x="5088" y="18002"/>
                            <a:pt x="8994" y="9335"/>
                            <a:pt x="1547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0" name="Forme libre : forme 14489">
                      <a:extLst>
                        <a:ext uri="{FF2B5EF4-FFF2-40B4-BE49-F238E27FC236}">
                          <a16:creationId xmlns:a16="http://schemas.microsoft.com/office/drawing/2014/main" id="{BD32E129-846A-4D72-8665-5B5FA49ED2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2318" y="2880091"/>
                      <a:ext cx="24551" cy="16199"/>
                    </a:xfrm>
                    <a:custGeom>
                      <a:avLst/>
                      <a:gdLst>
                        <a:gd name="connsiteX0" fmla="*/ 24505 w 24551"/>
                        <a:gd name="connsiteY0" fmla="*/ 3030 h 16199"/>
                        <a:gd name="connsiteX1" fmla="*/ 13647 w 24551"/>
                        <a:gd name="connsiteY1" fmla="*/ 14079 h 16199"/>
                        <a:gd name="connsiteX2" fmla="*/ 121 w 24551"/>
                        <a:gd name="connsiteY2" fmla="*/ 13603 h 16199"/>
                        <a:gd name="connsiteX3" fmla="*/ 11075 w 24551"/>
                        <a:gd name="connsiteY3" fmla="*/ 1792 h 16199"/>
                        <a:gd name="connsiteX4" fmla="*/ 24505 w 24551"/>
                        <a:gd name="connsiteY4" fmla="*/ 3030 h 161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551" h="16199">
                          <a:moveTo>
                            <a:pt x="24505" y="3030"/>
                          </a:moveTo>
                          <a:cubicBezTo>
                            <a:pt x="25077" y="6555"/>
                            <a:pt x="20314" y="11412"/>
                            <a:pt x="13647" y="14079"/>
                          </a:cubicBezTo>
                          <a:cubicBezTo>
                            <a:pt x="6979" y="16842"/>
                            <a:pt x="1074" y="17127"/>
                            <a:pt x="121" y="13603"/>
                          </a:cubicBezTo>
                          <a:cubicBezTo>
                            <a:pt x="-831" y="10174"/>
                            <a:pt x="3931" y="4554"/>
                            <a:pt x="11075" y="1792"/>
                          </a:cubicBezTo>
                          <a:cubicBezTo>
                            <a:pt x="18028" y="-1065"/>
                            <a:pt x="23934" y="-399"/>
                            <a:pt x="24505" y="303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1" name="Forme libre : forme 14490">
                      <a:extLst>
                        <a:ext uri="{FF2B5EF4-FFF2-40B4-BE49-F238E27FC236}">
                          <a16:creationId xmlns:a16="http://schemas.microsoft.com/office/drawing/2014/main" id="{3EF71F7D-AAC1-458F-AD3C-CB312E6E86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2733" y="2878822"/>
                      <a:ext cx="6688" cy="6002"/>
                    </a:xfrm>
                    <a:custGeom>
                      <a:avLst/>
                      <a:gdLst>
                        <a:gd name="connsiteX0" fmla="*/ 6376 w 6688"/>
                        <a:gd name="connsiteY0" fmla="*/ 1061 h 6002"/>
                        <a:gd name="connsiteX1" fmla="*/ 4757 w 6688"/>
                        <a:gd name="connsiteY1" fmla="*/ 5157 h 6002"/>
                        <a:gd name="connsiteX2" fmla="*/ 375 w 6688"/>
                        <a:gd name="connsiteY2" fmla="*/ 5061 h 6002"/>
                        <a:gd name="connsiteX3" fmla="*/ 1804 w 6688"/>
                        <a:gd name="connsiteY3" fmla="*/ 680 h 6002"/>
                        <a:gd name="connsiteX4" fmla="*/ 6376 w 6688"/>
                        <a:gd name="connsiteY4" fmla="*/ 1061 h 6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88" h="6002">
                          <a:moveTo>
                            <a:pt x="6376" y="1061"/>
                          </a:moveTo>
                          <a:cubicBezTo>
                            <a:pt x="7138" y="2299"/>
                            <a:pt x="6471" y="4109"/>
                            <a:pt x="4757" y="5157"/>
                          </a:cubicBezTo>
                          <a:cubicBezTo>
                            <a:pt x="3138" y="6300"/>
                            <a:pt x="1233" y="6300"/>
                            <a:pt x="375" y="5061"/>
                          </a:cubicBezTo>
                          <a:cubicBezTo>
                            <a:pt x="-482" y="3823"/>
                            <a:pt x="185" y="1918"/>
                            <a:pt x="1804" y="680"/>
                          </a:cubicBezTo>
                          <a:cubicBezTo>
                            <a:pt x="3519" y="-368"/>
                            <a:pt x="5614" y="-177"/>
                            <a:pt x="6376" y="10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2" name="Forme libre : forme 14491">
                      <a:extLst>
                        <a:ext uri="{FF2B5EF4-FFF2-40B4-BE49-F238E27FC236}">
                          <a16:creationId xmlns:a16="http://schemas.microsoft.com/office/drawing/2014/main" id="{1B2EA9A1-A525-455A-ADAA-B981327A35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3960" y="2844526"/>
                      <a:ext cx="74919" cy="32168"/>
                    </a:xfrm>
                    <a:custGeom>
                      <a:avLst/>
                      <a:gdLst>
                        <a:gd name="connsiteX0" fmla="*/ 59056 w 74919"/>
                        <a:gd name="connsiteY0" fmla="*/ 4020 h 32168"/>
                        <a:gd name="connsiteX1" fmla="*/ 74010 w 74919"/>
                        <a:gd name="connsiteY1" fmla="*/ 22498 h 32168"/>
                        <a:gd name="connsiteX2" fmla="*/ 72582 w 74919"/>
                        <a:gd name="connsiteY2" fmla="*/ 31166 h 32168"/>
                        <a:gd name="connsiteX3" fmla="*/ 63628 w 74919"/>
                        <a:gd name="connsiteY3" fmla="*/ 30499 h 32168"/>
                        <a:gd name="connsiteX4" fmla="*/ 38577 w 74919"/>
                        <a:gd name="connsiteY4" fmla="*/ 20403 h 32168"/>
                        <a:gd name="connsiteX5" fmla="*/ 29528 w 74919"/>
                        <a:gd name="connsiteY5" fmla="*/ 22593 h 32168"/>
                        <a:gd name="connsiteX6" fmla="*/ 16479 w 74919"/>
                        <a:gd name="connsiteY6" fmla="*/ 27261 h 32168"/>
                        <a:gd name="connsiteX7" fmla="*/ 1 w 74919"/>
                        <a:gd name="connsiteY7" fmla="*/ 27451 h 32168"/>
                        <a:gd name="connsiteX8" fmla="*/ 14955 w 74919"/>
                        <a:gd name="connsiteY8" fmla="*/ 10401 h 32168"/>
                        <a:gd name="connsiteX9" fmla="*/ 36958 w 74919"/>
                        <a:gd name="connsiteY9" fmla="*/ 686 h 32168"/>
                        <a:gd name="connsiteX10" fmla="*/ 59056 w 74919"/>
                        <a:gd name="connsiteY10" fmla="*/ 4020 h 321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4919" h="32168">
                          <a:moveTo>
                            <a:pt x="59056" y="4020"/>
                          </a:moveTo>
                          <a:cubicBezTo>
                            <a:pt x="66581" y="8401"/>
                            <a:pt x="70867" y="15259"/>
                            <a:pt x="74010" y="22498"/>
                          </a:cubicBezTo>
                          <a:cubicBezTo>
                            <a:pt x="75153" y="25165"/>
                            <a:pt x="75725" y="29070"/>
                            <a:pt x="72582" y="31166"/>
                          </a:cubicBezTo>
                          <a:cubicBezTo>
                            <a:pt x="69724" y="33071"/>
                            <a:pt x="66200" y="31928"/>
                            <a:pt x="63628" y="30499"/>
                          </a:cubicBezTo>
                          <a:cubicBezTo>
                            <a:pt x="55818" y="26118"/>
                            <a:pt x="49341" y="20117"/>
                            <a:pt x="38577" y="20403"/>
                          </a:cubicBezTo>
                          <a:cubicBezTo>
                            <a:pt x="36958" y="20498"/>
                            <a:pt x="33434" y="21165"/>
                            <a:pt x="29528" y="22593"/>
                          </a:cubicBezTo>
                          <a:cubicBezTo>
                            <a:pt x="25623" y="24022"/>
                            <a:pt x="21051" y="25641"/>
                            <a:pt x="16479" y="27261"/>
                          </a:cubicBezTo>
                          <a:cubicBezTo>
                            <a:pt x="7430" y="30118"/>
                            <a:pt x="-94" y="32785"/>
                            <a:pt x="1" y="27451"/>
                          </a:cubicBezTo>
                          <a:cubicBezTo>
                            <a:pt x="96" y="22117"/>
                            <a:pt x="6859" y="15545"/>
                            <a:pt x="14955" y="10401"/>
                          </a:cubicBezTo>
                          <a:cubicBezTo>
                            <a:pt x="22766" y="4782"/>
                            <a:pt x="32481" y="1734"/>
                            <a:pt x="36958" y="686"/>
                          </a:cubicBezTo>
                          <a:cubicBezTo>
                            <a:pt x="45435" y="-1124"/>
                            <a:pt x="53436" y="876"/>
                            <a:pt x="59056" y="402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42" name="Graphique 1">
                    <a:extLst>
                      <a:ext uri="{FF2B5EF4-FFF2-40B4-BE49-F238E27FC236}">
                        <a16:creationId xmlns:a16="http://schemas.microsoft.com/office/drawing/2014/main" id="{60E856F2-7C64-4342-A577-CBF8503CCAB4}"/>
                      </a:ext>
                    </a:extLst>
                  </p:cNvPr>
                  <p:cNvGrpSpPr/>
                  <p:nvPr/>
                </p:nvGrpSpPr>
                <p:grpSpPr>
                  <a:xfrm>
                    <a:off x="2781789" y="2796134"/>
                    <a:ext cx="158130" cy="102617"/>
                    <a:chOff x="2781789" y="2796134"/>
                    <a:chExt cx="158130" cy="102617"/>
                  </a:xfrm>
                  <a:solidFill>
                    <a:schemeClr val="accent1"/>
                  </a:solidFill>
                </p:grpSpPr>
                <p:sp>
                  <p:nvSpPr>
                    <p:cNvPr id="14469" name="Forme libre : forme 14468">
                      <a:extLst>
                        <a:ext uri="{FF2B5EF4-FFF2-40B4-BE49-F238E27FC236}">
                          <a16:creationId xmlns:a16="http://schemas.microsoft.com/office/drawing/2014/main" id="{FC4CA399-45B7-40B7-8FA4-E23953BBCF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1789" y="2796134"/>
                      <a:ext cx="158130" cy="102617"/>
                    </a:xfrm>
                    <a:custGeom>
                      <a:avLst/>
                      <a:gdLst>
                        <a:gd name="connsiteX0" fmla="*/ 109338 w 158130"/>
                        <a:gd name="connsiteY0" fmla="*/ 96036 h 102617"/>
                        <a:gd name="connsiteX1" fmla="*/ 85240 w 158130"/>
                        <a:gd name="connsiteY1" fmla="*/ 97846 h 102617"/>
                        <a:gd name="connsiteX2" fmla="*/ 73428 w 158130"/>
                        <a:gd name="connsiteY2" fmla="*/ 99275 h 102617"/>
                        <a:gd name="connsiteX3" fmla="*/ 62094 w 158130"/>
                        <a:gd name="connsiteY3" fmla="*/ 101561 h 102617"/>
                        <a:gd name="connsiteX4" fmla="*/ 54188 w 158130"/>
                        <a:gd name="connsiteY4" fmla="*/ 102418 h 102617"/>
                        <a:gd name="connsiteX5" fmla="*/ 46758 w 158130"/>
                        <a:gd name="connsiteY5" fmla="*/ 102513 h 102617"/>
                        <a:gd name="connsiteX6" fmla="*/ 32471 w 158130"/>
                        <a:gd name="connsiteY6" fmla="*/ 98894 h 102617"/>
                        <a:gd name="connsiteX7" fmla="*/ 12087 w 158130"/>
                        <a:gd name="connsiteY7" fmla="*/ 80130 h 102617"/>
                        <a:gd name="connsiteX8" fmla="*/ 1800 w 158130"/>
                        <a:gd name="connsiteY8" fmla="*/ 55269 h 102617"/>
                        <a:gd name="connsiteX9" fmla="*/ 7516 w 158130"/>
                        <a:gd name="connsiteY9" fmla="*/ 26313 h 102617"/>
                        <a:gd name="connsiteX10" fmla="*/ 22279 w 158130"/>
                        <a:gd name="connsiteY10" fmla="*/ 14121 h 102617"/>
                        <a:gd name="connsiteX11" fmla="*/ 31995 w 158130"/>
                        <a:gd name="connsiteY11" fmla="*/ 9359 h 102617"/>
                        <a:gd name="connsiteX12" fmla="*/ 42853 w 158130"/>
                        <a:gd name="connsiteY12" fmla="*/ 6501 h 102617"/>
                        <a:gd name="connsiteX13" fmla="*/ 58950 w 158130"/>
                        <a:gd name="connsiteY13" fmla="*/ 3549 h 102617"/>
                        <a:gd name="connsiteX14" fmla="*/ 74952 w 158130"/>
                        <a:gd name="connsiteY14" fmla="*/ 1834 h 102617"/>
                        <a:gd name="connsiteX15" fmla="*/ 106671 w 158130"/>
                        <a:gd name="connsiteY15" fmla="*/ 24 h 102617"/>
                        <a:gd name="connsiteX16" fmla="*/ 117434 w 158130"/>
                        <a:gd name="connsiteY16" fmla="*/ 500 h 102617"/>
                        <a:gd name="connsiteX17" fmla="*/ 128292 w 158130"/>
                        <a:gd name="connsiteY17" fmla="*/ 3072 h 102617"/>
                        <a:gd name="connsiteX18" fmla="*/ 145818 w 158130"/>
                        <a:gd name="connsiteY18" fmla="*/ 11835 h 102617"/>
                        <a:gd name="connsiteX19" fmla="*/ 157725 w 158130"/>
                        <a:gd name="connsiteY19" fmla="*/ 38505 h 102617"/>
                        <a:gd name="connsiteX20" fmla="*/ 152867 w 158130"/>
                        <a:gd name="connsiteY20" fmla="*/ 64223 h 102617"/>
                        <a:gd name="connsiteX21" fmla="*/ 137151 w 158130"/>
                        <a:gd name="connsiteY21" fmla="*/ 86416 h 102617"/>
                        <a:gd name="connsiteX22" fmla="*/ 124483 w 158130"/>
                        <a:gd name="connsiteY22" fmla="*/ 93179 h 102617"/>
                        <a:gd name="connsiteX23" fmla="*/ 117529 w 158130"/>
                        <a:gd name="connsiteY23" fmla="*/ 94893 h 102617"/>
                        <a:gd name="connsiteX24" fmla="*/ 109338 w 158130"/>
                        <a:gd name="connsiteY24" fmla="*/ 96036 h 1026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58130" h="102617">
                          <a:moveTo>
                            <a:pt x="109338" y="96036"/>
                          </a:moveTo>
                          <a:cubicBezTo>
                            <a:pt x="101241" y="96417"/>
                            <a:pt x="93050" y="96608"/>
                            <a:pt x="85240" y="97846"/>
                          </a:cubicBezTo>
                          <a:lnTo>
                            <a:pt x="73428" y="99275"/>
                          </a:lnTo>
                          <a:lnTo>
                            <a:pt x="62094" y="101561"/>
                          </a:lnTo>
                          <a:cubicBezTo>
                            <a:pt x="59427" y="102132"/>
                            <a:pt x="56760" y="102418"/>
                            <a:pt x="54188" y="102418"/>
                          </a:cubicBezTo>
                          <a:cubicBezTo>
                            <a:pt x="51616" y="102608"/>
                            <a:pt x="49140" y="102704"/>
                            <a:pt x="46758" y="102513"/>
                          </a:cubicBezTo>
                          <a:cubicBezTo>
                            <a:pt x="41901" y="102132"/>
                            <a:pt x="36948" y="100799"/>
                            <a:pt x="32471" y="98894"/>
                          </a:cubicBezTo>
                          <a:cubicBezTo>
                            <a:pt x="23803" y="95560"/>
                            <a:pt x="15898" y="89083"/>
                            <a:pt x="12087" y="80130"/>
                          </a:cubicBezTo>
                          <a:lnTo>
                            <a:pt x="1800" y="55269"/>
                          </a:lnTo>
                          <a:cubicBezTo>
                            <a:pt x="-1914" y="46316"/>
                            <a:pt x="181" y="35933"/>
                            <a:pt x="7516" y="26313"/>
                          </a:cubicBezTo>
                          <a:cubicBezTo>
                            <a:pt x="11230" y="21741"/>
                            <a:pt x="16278" y="17741"/>
                            <a:pt x="22279" y="14121"/>
                          </a:cubicBezTo>
                          <a:cubicBezTo>
                            <a:pt x="25327" y="12407"/>
                            <a:pt x="28566" y="10692"/>
                            <a:pt x="31995" y="9359"/>
                          </a:cubicBezTo>
                          <a:cubicBezTo>
                            <a:pt x="35424" y="8216"/>
                            <a:pt x="39043" y="7263"/>
                            <a:pt x="42853" y="6501"/>
                          </a:cubicBezTo>
                          <a:cubicBezTo>
                            <a:pt x="48187" y="5549"/>
                            <a:pt x="53616" y="4406"/>
                            <a:pt x="58950" y="3549"/>
                          </a:cubicBezTo>
                          <a:lnTo>
                            <a:pt x="74952" y="1834"/>
                          </a:lnTo>
                          <a:cubicBezTo>
                            <a:pt x="85716" y="405"/>
                            <a:pt x="96193" y="310"/>
                            <a:pt x="106671" y="24"/>
                          </a:cubicBezTo>
                          <a:cubicBezTo>
                            <a:pt x="110385" y="-71"/>
                            <a:pt x="114005" y="120"/>
                            <a:pt x="117434" y="500"/>
                          </a:cubicBezTo>
                          <a:cubicBezTo>
                            <a:pt x="121149" y="1072"/>
                            <a:pt x="124863" y="2024"/>
                            <a:pt x="128292" y="3072"/>
                          </a:cubicBezTo>
                          <a:cubicBezTo>
                            <a:pt x="135150" y="5263"/>
                            <a:pt x="141151" y="8025"/>
                            <a:pt x="145818" y="11835"/>
                          </a:cubicBezTo>
                          <a:cubicBezTo>
                            <a:pt x="155248" y="19741"/>
                            <a:pt x="159534" y="29171"/>
                            <a:pt x="157725" y="38505"/>
                          </a:cubicBezTo>
                          <a:lnTo>
                            <a:pt x="152867" y="64223"/>
                          </a:lnTo>
                          <a:cubicBezTo>
                            <a:pt x="151057" y="73557"/>
                            <a:pt x="144771" y="81273"/>
                            <a:pt x="137151" y="86416"/>
                          </a:cubicBezTo>
                          <a:cubicBezTo>
                            <a:pt x="133341" y="89083"/>
                            <a:pt x="128959" y="91750"/>
                            <a:pt x="124483" y="93179"/>
                          </a:cubicBezTo>
                          <a:cubicBezTo>
                            <a:pt x="122196" y="93941"/>
                            <a:pt x="119910" y="94512"/>
                            <a:pt x="117529" y="94893"/>
                          </a:cubicBezTo>
                          <a:cubicBezTo>
                            <a:pt x="115053" y="95560"/>
                            <a:pt x="112195" y="95941"/>
                            <a:pt x="109338" y="96036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0" name="Forme libre : forme 14469">
                      <a:extLst>
                        <a:ext uri="{FF2B5EF4-FFF2-40B4-BE49-F238E27FC236}">
                          <a16:creationId xmlns:a16="http://schemas.microsoft.com/office/drawing/2014/main" id="{6D06BC1C-79AF-493C-B9BC-D99C225F6A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9495" y="2856706"/>
                      <a:ext cx="145541" cy="42045"/>
                    </a:xfrm>
                    <a:custGeom>
                      <a:avLst/>
                      <a:gdLst>
                        <a:gd name="connsiteX0" fmla="*/ 57245 w 145541"/>
                        <a:gd name="connsiteY0" fmla="*/ 7937 h 42045"/>
                        <a:gd name="connsiteX1" fmla="*/ 27432 w 145541"/>
                        <a:gd name="connsiteY1" fmla="*/ 14129 h 42045"/>
                        <a:gd name="connsiteX2" fmla="*/ 0 w 145541"/>
                        <a:gd name="connsiteY2" fmla="*/ 8795 h 42045"/>
                        <a:gd name="connsiteX3" fmla="*/ 4477 w 145541"/>
                        <a:gd name="connsiteY3" fmla="*/ 19558 h 42045"/>
                        <a:gd name="connsiteX4" fmla="*/ 24860 w 145541"/>
                        <a:gd name="connsiteY4" fmla="*/ 38322 h 42045"/>
                        <a:gd name="connsiteX5" fmla="*/ 39148 w 145541"/>
                        <a:gd name="connsiteY5" fmla="*/ 41942 h 42045"/>
                        <a:gd name="connsiteX6" fmla="*/ 46577 w 145541"/>
                        <a:gd name="connsiteY6" fmla="*/ 41846 h 42045"/>
                        <a:gd name="connsiteX7" fmla="*/ 54483 w 145541"/>
                        <a:gd name="connsiteY7" fmla="*/ 40989 h 42045"/>
                        <a:gd name="connsiteX8" fmla="*/ 65818 w 145541"/>
                        <a:gd name="connsiteY8" fmla="*/ 38703 h 42045"/>
                        <a:gd name="connsiteX9" fmla="*/ 77629 w 145541"/>
                        <a:gd name="connsiteY9" fmla="*/ 37274 h 42045"/>
                        <a:gd name="connsiteX10" fmla="*/ 101727 w 145541"/>
                        <a:gd name="connsiteY10" fmla="*/ 35465 h 42045"/>
                        <a:gd name="connsiteX11" fmla="*/ 110014 w 145541"/>
                        <a:gd name="connsiteY11" fmla="*/ 34322 h 42045"/>
                        <a:gd name="connsiteX12" fmla="*/ 116967 w 145541"/>
                        <a:gd name="connsiteY12" fmla="*/ 32607 h 42045"/>
                        <a:gd name="connsiteX13" fmla="*/ 129635 w 145541"/>
                        <a:gd name="connsiteY13" fmla="*/ 25845 h 42045"/>
                        <a:gd name="connsiteX14" fmla="*/ 145352 w 145541"/>
                        <a:gd name="connsiteY14" fmla="*/ 3651 h 42045"/>
                        <a:gd name="connsiteX15" fmla="*/ 145542 w 145541"/>
                        <a:gd name="connsiteY15" fmla="*/ 2794 h 42045"/>
                        <a:gd name="connsiteX16" fmla="*/ 123444 w 145541"/>
                        <a:gd name="connsiteY16" fmla="*/ 698 h 42045"/>
                        <a:gd name="connsiteX17" fmla="*/ 101346 w 145541"/>
                        <a:gd name="connsiteY17" fmla="*/ 222 h 42045"/>
                        <a:gd name="connsiteX18" fmla="*/ 79057 w 145541"/>
                        <a:gd name="connsiteY18" fmla="*/ 2127 h 42045"/>
                        <a:gd name="connsiteX19" fmla="*/ 57245 w 145541"/>
                        <a:gd name="connsiteY19" fmla="*/ 7937 h 42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45541" h="42045">
                          <a:moveTo>
                            <a:pt x="57245" y="7937"/>
                          </a:moveTo>
                          <a:cubicBezTo>
                            <a:pt x="47339" y="12033"/>
                            <a:pt x="37052" y="13557"/>
                            <a:pt x="27432" y="14129"/>
                          </a:cubicBezTo>
                          <a:cubicBezTo>
                            <a:pt x="17526" y="13938"/>
                            <a:pt x="8382" y="12890"/>
                            <a:pt x="0" y="8795"/>
                          </a:cubicBezTo>
                          <a:lnTo>
                            <a:pt x="4477" y="19558"/>
                          </a:lnTo>
                          <a:cubicBezTo>
                            <a:pt x="8192" y="28512"/>
                            <a:pt x="16097" y="34988"/>
                            <a:pt x="24860" y="38322"/>
                          </a:cubicBezTo>
                          <a:cubicBezTo>
                            <a:pt x="29337" y="40132"/>
                            <a:pt x="34195" y="41561"/>
                            <a:pt x="39148" y="41942"/>
                          </a:cubicBezTo>
                          <a:cubicBezTo>
                            <a:pt x="41624" y="42132"/>
                            <a:pt x="44101" y="42037"/>
                            <a:pt x="46577" y="41846"/>
                          </a:cubicBezTo>
                          <a:cubicBezTo>
                            <a:pt x="49244" y="41846"/>
                            <a:pt x="51816" y="41561"/>
                            <a:pt x="54483" y="40989"/>
                          </a:cubicBezTo>
                          <a:lnTo>
                            <a:pt x="65818" y="38703"/>
                          </a:lnTo>
                          <a:lnTo>
                            <a:pt x="77629" y="37274"/>
                          </a:lnTo>
                          <a:cubicBezTo>
                            <a:pt x="85344" y="36036"/>
                            <a:pt x="93536" y="35846"/>
                            <a:pt x="101727" y="35465"/>
                          </a:cubicBezTo>
                          <a:cubicBezTo>
                            <a:pt x="104585" y="35370"/>
                            <a:pt x="107347" y="34988"/>
                            <a:pt x="110014" y="34322"/>
                          </a:cubicBezTo>
                          <a:cubicBezTo>
                            <a:pt x="112490" y="33941"/>
                            <a:pt x="114776" y="33369"/>
                            <a:pt x="116967" y="32607"/>
                          </a:cubicBezTo>
                          <a:cubicBezTo>
                            <a:pt x="121444" y="31083"/>
                            <a:pt x="125825" y="28512"/>
                            <a:pt x="129635" y="25845"/>
                          </a:cubicBezTo>
                          <a:cubicBezTo>
                            <a:pt x="137160" y="20701"/>
                            <a:pt x="143542" y="12986"/>
                            <a:pt x="145352" y="3651"/>
                          </a:cubicBezTo>
                          <a:lnTo>
                            <a:pt x="145542" y="2794"/>
                          </a:lnTo>
                          <a:cubicBezTo>
                            <a:pt x="138113" y="2127"/>
                            <a:pt x="130873" y="698"/>
                            <a:pt x="123444" y="698"/>
                          </a:cubicBezTo>
                          <a:cubicBezTo>
                            <a:pt x="116110" y="318"/>
                            <a:pt x="108871" y="-349"/>
                            <a:pt x="101346" y="222"/>
                          </a:cubicBezTo>
                          <a:cubicBezTo>
                            <a:pt x="93917" y="698"/>
                            <a:pt x="86296" y="508"/>
                            <a:pt x="79057" y="2127"/>
                          </a:cubicBezTo>
                          <a:cubicBezTo>
                            <a:pt x="71628" y="3651"/>
                            <a:pt x="64294" y="5080"/>
                            <a:pt x="57245" y="793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1" name="Forme libre : forme 14470">
                      <a:extLst>
                        <a:ext uri="{FF2B5EF4-FFF2-40B4-BE49-F238E27FC236}">
                          <a16:creationId xmlns:a16="http://schemas.microsoft.com/office/drawing/2014/main" id="{D12E1DEE-EB01-4687-A2D7-E3A669EB9E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8182" y="2828944"/>
                      <a:ext cx="68096" cy="36752"/>
                    </a:xfrm>
                    <a:custGeom>
                      <a:avLst/>
                      <a:gdLst>
                        <a:gd name="connsiteX0" fmla="*/ 68089 w 68096"/>
                        <a:gd name="connsiteY0" fmla="*/ 17506 h 36752"/>
                        <a:gd name="connsiteX1" fmla="*/ 58279 w 68096"/>
                        <a:gd name="connsiteY1" fmla="*/ 30079 h 36752"/>
                        <a:gd name="connsiteX2" fmla="*/ 35323 w 68096"/>
                        <a:gd name="connsiteY2" fmla="*/ 36366 h 36752"/>
                        <a:gd name="connsiteX3" fmla="*/ 11892 w 68096"/>
                        <a:gd name="connsiteY3" fmla="*/ 33699 h 36752"/>
                        <a:gd name="connsiteX4" fmla="*/ 176 w 68096"/>
                        <a:gd name="connsiteY4" fmla="*/ 22840 h 36752"/>
                        <a:gd name="connsiteX5" fmla="*/ 8082 w 68096"/>
                        <a:gd name="connsiteY5" fmla="*/ 8172 h 36752"/>
                        <a:gd name="connsiteX6" fmla="*/ 32656 w 68096"/>
                        <a:gd name="connsiteY6" fmla="*/ 76 h 36752"/>
                        <a:gd name="connsiteX7" fmla="*/ 58088 w 68096"/>
                        <a:gd name="connsiteY7" fmla="*/ 4457 h 36752"/>
                        <a:gd name="connsiteX8" fmla="*/ 68089 w 68096"/>
                        <a:gd name="connsiteY8" fmla="*/ 17506 h 36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8096" h="36752">
                          <a:moveTo>
                            <a:pt x="68089" y="17506"/>
                          </a:moveTo>
                          <a:cubicBezTo>
                            <a:pt x="67899" y="22650"/>
                            <a:pt x="64184" y="26555"/>
                            <a:pt x="58279" y="30079"/>
                          </a:cubicBezTo>
                          <a:cubicBezTo>
                            <a:pt x="52373" y="33604"/>
                            <a:pt x="44277" y="35889"/>
                            <a:pt x="35323" y="36366"/>
                          </a:cubicBezTo>
                          <a:cubicBezTo>
                            <a:pt x="26465" y="37414"/>
                            <a:pt x="18273" y="36271"/>
                            <a:pt x="11892" y="33699"/>
                          </a:cubicBezTo>
                          <a:cubicBezTo>
                            <a:pt x="5605" y="31508"/>
                            <a:pt x="1129" y="27793"/>
                            <a:pt x="176" y="22840"/>
                          </a:cubicBezTo>
                          <a:cubicBezTo>
                            <a:pt x="-777" y="17887"/>
                            <a:pt x="2176" y="12553"/>
                            <a:pt x="8082" y="8172"/>
                          </a:cubicBezTo>
                          <a:cubicBezTo>
                            <a:pt x="13987" y="4171"/>
                            <a:pt x="22750" y="1123"/>
                            <a:pt x="32656" y="76"/>
                          </a:cubicBezTo>
                          <a:cubicBezTo>
                            <a:pt x="42562" y="-401"/>
                            <a:pt x="51611" y="1409"/>
                            <a:pt x="58088" y="4457"/>
                          </a:cubicBezTo>
                          <a:cubicBezTo>
                            <a:pt x="64470" y="7410"/>
                            <a:pt x="68280" y="12648"/>
                            <a:pt x="68089" y="1750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2" name="Forme libre : forme 14471">
                      <a:extLst>
                        <a:ext uri="{FF2B5EF4-FFF2-40B4-BE49-F238E27FC236}">
                          <a16:creationId xmlns:a16="http://schemas.microsoft.com/office/drawing/2014/main" id="{5A322389-6D9C-4FAB-9E73-3FCE471EA3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8171" y="2834258"/>
                      <a:ext cx="49908" cy="31343"/>
                    </a:xfrm>
                    <a:custGeom>
                      <a:avLst/>
                      <a:gdLst>
                        <a:gd name="connsiteX0" fmla="*/ 12951 w 49908"/>
                        <a:gd name="connsiteY0" fmla="*/ 0 h 31343"/>
                        <a:gd name="connsiteX1" fmla="*/ 188 w 49908"/>
                        <a:gd name="connsiteY1" fmla="*/ 17431 h 31343"/>
                        <a:gd name="connsiteX2" fmla="*/ 11904 w 49908"/>
                        <a:gd name="connsiteY2" fmla="*/ 28289 h 31343"/>
                        <a:gd name="connsiteX3" fmla="*/ 35335 w 49908"/>
                        <a:gd name="connsiteY3" fmla="*/ 30956 h 31343"/>
                        <a:gd name="connsiteX4" fmla="*/ 49908 w 49908"/>
                        <a:gd name="connsiteY4" fmla="*/ 28385 h 31343"/>
                        <a:gd name="connsiteX5" fmla="*/ 41717 w 49908"/>
                        <a:gd name="connsiteY5" fmla="*/ 27432 h 31343"/>
                        <a:gd name="connsiteX6" fmla="*/ 22095 w 49908"/>
                        <a:gd name="connsiteY6" fmla="*/ 16573 h 31343"/>
                        <a:gd name="connsiteX7" fmla="*/ 12951 w 49908"/>
                        <a:gd name="connsiteY7" fmla="*/ 0 h 31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9908" h="31343">
                          <a:moveTo>
                            <a:pt x="12951" y="0"/>
                          </a:moveTo>
                          <a:cubicBezTo>
                            <a:pt x="3903" y="4191"/>
                            <a:pt x="-1050" y="11430"/>
                            <a:pt x="188" y="17431"/>
                          </a:cubicBezTo>
                          <a:cubicBezTo>
                            <a:pt x="1140" y="22384"/>
                            <a:pt x="5712" y="26098"/>
                            <a:pt x="11904" y="28289"/>
                          </a:cubicBezTo>
                          <a:cubicBezTo>
                            <a:pt x="18285" y="30861"/>
                            <a:pt x="26477" y="32004"/>
                            <a:pt x="35335" y="30956"/>
                          </a:cubicBezTo>
                          <a:cubicBezTo>
                            <a:pt x="40574" y="30671"/>
                            <a:pt x="45527" y="29813"/>
                            <a:pt x="49908" y="28385"/>
                          </a:cubicBezTo>
                          <a:cubicBezTo>
                            <a:pt x="47146" y="28385"/>
                            <a:pt x="44479" y="28099"/>
                            <a:pt x="41717" y="27432"/>
                          </a:cubicBezTo>
                          <a:cubicBezTo>
                            <a:pt x="34287" y="24670"/>
                            <a:pt x="27429" y="21431"/>
                            <a:pt x="22095" y="16573"/>
                          </a:cubicBezTo>
                          <a:cubicBezTo>
                            <a:pt x="16761" y="11906"/>
                            <a:pt x="13142" y="6191"/>
                            <a:pt x="12951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3" name="Forme libre : forme 14472">
                      <a:extLst>
                        <a:ext uri="{FF2B5EF4-FFF2-40B4-BE49-F238E27FC236}">
                          <a16:creationId xmlns:a16="http://schemas.microsoft.com/office/drawing/2014/main" id="{6AC80865-8724-492B-94F1-652DD2AD60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2209" y="2832684"/>
                      <a:ext cx="67316" cy="36496"/>
                    </a:xfrm>
                    <a:custGeom>
                      <a:avLst/>
                      <a:gdLst>
                        <a:gd name="connsiteX0" fmla="*/ 67301 w 67316"/>
                        <a:gd name="connsiteY0" fmla="*/ 17862 h 36496"/>
                        <a:gd name="connsiteX1" fmla="*/ 57585 w 67316"/>
                        <a:gd name="connsiteY1" fmla="*/ 30149 h 36496"/>
                        <a:gd name="connsiteX2" fmla="*/ 34821 w 67316"/>
                        <a:gd name="connsiteY2" fmla="*/ 36341 h 36496"/>
                        <a:gd name="connsiteX3" fmla="*/ 22343 w 67316"/>
                        <a:gd name="connsiteY3" fmla="*/ 36150 h 36496"/>
                        <a:gd name="connsiteX4" fmla="*/ 11675 w 67316"/>
                        <a:gd name="connsiteY4" fmla="*/ 33483 h 36496"/>
                        <a:gd name="connsiteX5" fmla="*/ 149 w 67316"/>
                        <a:gd name="connsiteY5" fmla="*/ 22244 h 36496"/>
                        <a:gd name="connsiteX6" fmla="*/ 8055 w 67316"/>
                        <a:gd name="connsiteY6" fmla="*/ 7861 h 36496"/>
                        <a:gd name="connsiteX7" fmla="*/ 18723 w 67316"/>
                        <a:gd name="connsiteY7" fmla="*/ 2717 h 36496"/>
                        <a:gd name="connsiteX8" fmla="*/ 32344 w 67316"/>
                        <a:gd name="connsiteY8" fmla="*/ 50 h 36496"/>
                        <a:gd name="connsiteX9" fmla="*/ 57395 w 67316"/>
                        <a:gd name="connsiteY9" fmla="*/ 4527 h 36496"/>
                        <a:gd name="connsiteX10" fmla="*/ 67301 w 67316"/>
                        <a:gd name="connsiteY10" fmla="*/ 17862 h 36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316" h="36496">
                          <a:moveTo>
                            <a:pt x="67301" y="17862"/>
                          </a:moveTo>
                          <a:cubicBezTo>
                            <a:pt x="67015" y="22815"/>
                            <a:pt x="63205" y="27197"/>
                            <a:pt x="57585" y="30149"/>
                          </a:cubicBezTo>
                          <a:cubicBezTo>
                            <a:pt x="51680" y="33674"/>
                            <a:pt x="43679" y="36055"/>
                            <a:pt x="34821" y="36341"/>
                          </a:cubicBezTo>
                          <a:cubicBezTo>
                            <a:pt x="30344" y="36436"/>
                            <a:pt x="26248" y="36722"/>
                            <a:pt x="22343" y="36150"/>
                          </a:cubicBezTo>
                          <a:cubicBezTo>
                            <a:pt x="18438" y="35674"/>
                            <a:pt x="14818" y="34722"/>
                            <a:pt x="11675" y="33483"/>
                          </a:cubicBezTo>
                          <a:cubicBezTo>
                            <a:pt x="5388" y="30721"/>
                            <a:pt x="1102" y="27387"/>
                            <a:pt x="149" y="22244"/>
                          </a:cubicBezTo>
                          <a:cubicBezTo>
                            <a:pt x="-708" y="17386"/>
                            <a:pt x="2150" y="11671"/>
                            <a:pt x="8055" y="7861"/>
                          </a:cubicBezTo>
                          <a:cubicBezTo>
                            <a:pt x="11008" y="5861"/>
                            <a:pt x="14628" y="4146"/>
                            <a:pt x="18723" y="2717"/>
                          </a:cubicBezTo>
                          <a:cubicBezTo>
                            <a:pt x="22819" y="1479"/>
                            <a:pt x="27486" y="146"/>
                            <a:pt x="32344" y="50"/>
                          </a:cubicBezTo>
                          <a:cubicBezTo>
                            <a:pt x="42155" y="-331"/>
                            <a:pt x="51108" y="1479"/>
                            <a:pt x="57395" y="4527"/>
                          </a:cubicBezTo>
                          <a:cubicBezTo>
                            <a:pt x="63967" y="8147"/>
                            <a:pt x="67587" y="12909"/>
                            <a:pt x="67301" y="1786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4" name="Forme libre : forme 14473">
                      <a:extLst>
                        <a:ext uri="{FF2B5EF4-FFF2-40B4-BE49-F238E27FC236}">
                          <a16:creationId xmlns:a16="http://schemas.microsoft.com/office/drawing/2014/main" id="{5C2EB932-5109-4384-8235-4B9568C0E2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05164" y="2825807"/>
                      <a:ext cx="89123" cy="61640"/>
                    </a:xfrm>
                    <a:custGeom>
                      <a:avLst/>
                      <a:gdLst>
                        <a:gd name="connsiteX0" fmla="*/ 5763 w 89123"/>
                        <a:gd name="connsiteY0" fmla="*/ 35122 h 61640"/>
                        <a:gd name="connsiteX1" fmla="*/ 12811 w 89123"/>
                        <a:gd name="connsiteY1" fmla="*/ 50838 h 61640"/>
                        <a:gd name="connsiteX2" fmla="*/ 27766 w 89123"/>
                        <a:gd name="connsiteY2" fmla="*/ 59125 h 61640"/>
                        <a:gd name="connsiteX3" fmla="*/ 46625 w 89123"/>
                        <a:gd name="connsiteY3" fmla="*/ 61601 h 61640"/>
                        <a:gd name="connsiteX4" fmla="*/ 62722 w 89123"/>
                        <a:gd name="connsiteY4" fmla="*/ 60649 h 61640"/>
                        <a:gd name="connsiteX5" fmla="*/ 70533 w 89123"/>
                        <a:gd name="connsiteY5" fmla="*/ 58648 h 61640"/>
                        <a:gd name="connsiteX6" fmla="*/ 78058 w 89123"/>
                        <a:gd name="connsiteY6" fmla="*/ 55886 h 61640"/>
                        <a:gd name="connsiteX7" fmla="*/ 88249 w 89123"/>
                        <a:gd name="connsiteY7" fmla="*/ 39122 h 61640"/>
                        <a:gd name="connsiteX8" fmla="*/ 76438 w 89123"/>
                        <a:gd name="connsiteY8" fmla="*/ 31026 h 61640"/>
                        <a:gd name="connsiteX9" fmla="*/ 45577 w 89123"/>
                        <a:gd name="connsiteY9" fmla="*/ 13690 h 61640"/>
                        <a:gd name="connsiteX10" fmla="*/ 28528 w 89123"/>
                        <a:gd name="connsiteY10" fmla="*/ 3022 h 61640"/>
                        <a:gd name="connsiteX11" fmla="*/ 6239 w 89123"/>
                        <a:gd name="connsiteY11" fmla="*/ 2737 h 61640"/>
                        <a:gd name="connsiteX12" fmla="*/ 5763 w 89123"/>
                        <a:gd name="connsiteY12" fmla="*/ 35122 h 61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9123" h="61640">
                          <a:moveTo>
                            <a:pt x="5763" y="35122"/>
                          </a:moveTo>
                          <a:cubicBezTo>
                            <a:pt x="7191" y="40646"/>
                            <a:pt x="8811" y="46361"/>
                            <a:pt x="12811" y="50838"/>
                          </a:cubicBezTo>
                          <a:cubicBezTo>
                            <a:pt x="16621" y="55124"/>
                            <a:pt x="21955" y="57601"/>
                            <a:pt x="27766" y="59125"/>
                          </a:cubicBezTo>
                          <a:cubicBezTo>
                            <a:pt x="33766" y="61030"/>
                            <a:pt x="40339" y="61696"/>
                            <a:pt x="46625" y="61601"/>
                          </a:cubicBezTo>
                          <a:cubicBezTo>
                            <a:pt x="51864" y="61696"/>
                            <a:pt x="57483" y="61696"/>
                            <a:pt x="62722" y="60649"/>
                          </a:cubicBezTo>
                          <a:cubicBezTo>
                            <a:pt x="65389" y="60172"/>
                            <a:pt x="67961" y="59506"/>
                            <a:pt x="70533" y="58648"/>
                          </a:cubicBezTo>
                          <a:cubicBezTo>
                            <a:pt x="73105" y="57982"/>
                            <a:pt x="75676" y="57125"/>
                            <a:pt x="78058" y="55886"/>
                          </a:cubicBezTo>
                          <a:cubicBezTo>
                            <a:pt x="85201" y="52457"/>
                            <a:pt x="91488" y="45218"/>
                            <a:pt x="88249" y="39122"/>
                          </a:cubicBezTo>
                          <a:cubicBezTo>
                            <a:pt x="86249" y="35312"/>
                            <a:pt x="81106" y="33217"/>
                            <a:pt x="76438" y="31026"/>
                          </a:cubicBezTo>
                          <a:cubicBezTo>
                            <a:pt x="65389" y="25597"/>
                            <a:pt x="55102" y="20739"/>
                            <a:pt x="45577" y="13690"/>
                          </a:cubicBezTo>
                          <a:cubicBezTo>
                            <a:pt x="41577" y="10643"/>
                            <a:pt x="35576" y="6070"/>
                            <a:pt x="28528" y="3022"/>
                          </a:cubicBezTo>
                          <a:cubicBezTo>
                            <a:pt x="21574" y="70"/>
                            <a:pt x="13288" y="-1835"/>
                            <a:pt x="6239" y="2737"/>
                          </a:cubicBezTo>
                          <a:cubicBezTo>
                            <a:pt x="-6525" y="10547"/>
                            <a:pt x="3953" y="27311"/>
                            <a:pt x="5763" y="3512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5" name="Forme libre : forme 14474">
                      <a:extLst>
                        <a:ext uri="{FF2B5EF4-FFF2-40B4-BE49-F238E27FC236}">
                          <a16:creationId xmlns:a16="http://schemas.microsoft.com/office/drawing/2014/main" id="{552D2662-8C29-48DB-A029-EE7BD14591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20221" y="2821409"/>
                      <a:ext cx="27651" cy="22026"/>
                    </a:xfrm>
                    <a:custGeom>
                      <a:avLst/>
                      <a:gdLst>
                        <a:gd name="connsiteX0" fmla="*/ 898 w 27651"/>
                        <a:gd name="connsiteY0" fmla="*/ 15135 h 22026"/>
                        <a:gd name="connsiteX1" fmla="*/ 135 w 27651"/>
                        <a:gd name="connsiteY1" fmla="*/ 19326 h 22026"/>
                        <a:gd name="connsiteX2" fmla="*/ 3565 w 27651"/>
                        <a:gd name="connsiteY2" fmla="*/ 21993 h 22026"/>
                        <a:gd name="connsiteX3" fmla="*/ 8613 w 27651"/>
                        <a:gd name="connsiteY3" fmla="*/ 20850 h 22026"/>
                        <a:gd name="connsiteX4" fmla="*/ 20329 w 27651"/>
                        <a:gd name="connsiteY4" fmla="*/ 14754 h 22026"/>
                        <a:gd name="connsiteX5" fmla="*/ 24519 w 27651"/>
                        <a:gd name="connsiteY5" fmla="*/ 11611 h 22026"/>
                        <a:gd name="connsiteX6" fmla="*/ 27472 w 27651"/>
                        <a:gd name="connsiteY6" fmla="*/ 3324 h 22026"/>
                        <a:gd name="connsiteX7" fmla="*/ 18805 w 27651"/>
                        <a:gd name="connsiteY7" fmla="*/ 657 h 22026"/>
                        <a:gd name="connsiteX8" fmla="*/ 898 w 27651"/>
                        <a:gd name="connsiteY8" fmla="*/ 15135 h 22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651" h="22026">
                          <a:moveTo>
                            <a:pt x="898" y="15135"/>
                          </a:moveTo>
                          <a:cubicBezTo>
                            <a:pt x="231" y="16469"/>
                            <a:pt x="-245" y="17993"/>
                            <a:pt x="135" y="19326"/>
                          </a:cubicBezTo>
                          <a:cubicBezTo>
                            <a:pt x="516" y="20660"/>
                            <a:pt x="1755" y="21803"/>
                            <a:pt x="3565" y="21993"/>
                          </a:cubicBezTo>
                          <a:cubicBezTo>
                            <a:pt x="5279" y="22184"/>
                            <a:pt x="6993" y="21517"/>
                            <a:pt x="8613" y="20850"/>
                          </a:cubicBezTo>
                          <a:cubicBezTo>
                            <a:pt x="12708" y="19136"/>
                            <a:pt x="16614" y="17040"/>
                            <a:pt x="20329" y="14754"/>
                          </a:cubicBezTo>
                          <a:cubicBezTo>
                            <a:pt x="21852" y="13802"/>
                            <a:pt x="23376" y="12754"/>
                            <a:pt x="24519" y="11611"/>
                          </a:cubicBezTo>
                          <a:cubicBezTo>
                            <a:pt x="26901" y="9230"/>
                            <a:pt x="28139" y="5896"/>
                            <a:pt x="27472" y="3324"/>
                          </a:cubicBezTo>
                          <a:cubicBezTo>
                            <a:pt x="26806" y="848"/>
                            <a:pt x="24139" y="-1057"/>
                            <a:pt x="18805" y="657"/>
                          </a:cubicBezTo>
                          <a:cubicBezTo>
                            <a:pt x="10518" y="3229"/>
                            <a:pt x="3565" y="9611"/>
                            <a:pt x="898" y="1513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6" name="Forme libre : forme 14475">
                      <a:extLst>
                        <a:ext uri="{FF2B5EF4-FFF2-40B4-BE49-F238E27FC236}">
                          <a16:creationId xmlns:a16="http://schemas.microsoft.com/office/drawing/2014/main" id="{27BE3842-D2EA-43C8-843E-5DA9187803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2079" y="2855975"/>
                      <a:ext cx="39147" cy="34099"/>
                    </a:xfrm>
                    <a:custGeom>
                      <a:avLst/>
                      <a:gdLst>
                        <a:gd name="connsiteX0" fmla="*/ 39148 w 39147"/>
                        <a:gd name="connsiteY0" fmla="*/ 0 h 34099"/>
                        <a:gd name="connsiteX1" fmla="*/ 32766 w 39147"/>
                        <a:gd name="connsiteY1" fmla="*/ 14002 h 34099"/>
                        <a:gd name="connsiteX2" fmla="*/ 21050 w 39147"/>
                        <a:gd name="connsiteY2" fmla="*/ 24955 h 34099"/>
                        <a:gd name="connsiteX3" fmla="*/ 0 w 39147"/>
                        <a:gd name="connsiteY3" fmla="*/ 34100 h 34099"/>
                        <a:gd name="connsiteX4" fmla="*/ 4763 w 39147"/>
                        <a:gd name="connsiteY4" fmla="*/ 32099 h 34099"/>
                        <a:gd name="connsiteX5" fmla="*/ 15145 w 39147"/>
                        <a:gd name="connsiteY5" fmla="*/ 26384 h 34099"/>
                        <a:gd name="connsiteX6" fmla="*/ 27813 w 39147"/>
                        <a:gd name="connsiteY6" fmla="*/ 15812 h 34099"/>
                        <a:gd name="connsiteX7" fmla="*/ 39148 w 39147"/>
                        <a:gd name="connsiteY7" fmla="*/ 0 h 34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9147" h="34099">
                          <a:moveTo>
                            <a:pt x="39148" y="0"/>
                          </a:moveTo>
                          <a:cubicBezTo>
                            <a:pt x="39148" y="0"/>
                            <a:pt x="38291" y="6858"/>
                            <a:pt x="32766" y="14002"/>
                          </a:cubicBezTo>
                          <a:cubicBezTo>
                            <a:pt x="30004" y="17621"/>
                            <a:pt x="26289" y="21146"/>
                            <a:pt x="21050" y="24955"/>
                          </a:cubicBezTo>
                          <a:cubicBezTo>
                            <a:pt x="15621" y="28765"/>
                            <a:pt x="9906" y="31147"/>
                            <a:pt x="0" y="34100"/>
                          </a:cubicBezTo>
                          <a:cubicBezTo>
                            <a:pt x="0" y="34100"/>
                            <a:pt x="1810" y="33528"/>
                            <a:pt x="4763" y="32099"/>
                          </a:cubicBezTo>
                          <a:cubicBezTo>
                            <a:pt x="7811" y="30575"/>
                            <a:pt x="11144" y="29051"/>
                            <a:pt x="15145" y="26384"/>
                          </a:cubicBezTo>
                          <a:cubicBezTo>
                            <a:pt x="19145" y="23813"/>
                            <a:pt x="23527" y="20193"/>
                            <a:pt x="27813" y="15812"/>
                          </a:cubicBezTo>
                          <a:cubicBezTo>
                            <a:pt x="31909" y="11716"/>
                            <a:pt x="36004" y="6572"/>
                            <a:pt x="3914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7" name="Forme libre : forme 14476">
                      <a:extLst>
                        <a:ext uri="{FF2B5EF4-FFF2-40B4-BE49-F238E27FC236}">
                          <a16:creationId xmlns:a16="http://schemas.microsoft.com/office/drawing/2014/main" id="{DDE5FB35-2C66-4976-A441-22E0043B00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6585" y="2804826"/>
                      <a:ext cx="42058" cy="48196"/>
                    </a:xfrm>
                    <a:custGeom>
                      <a:avLst/>
                      <a:gdLst>
                        <a:gd name="connsiteX0" fmla="*/ 42059 w 42058"/>
                        <a:gd name="connsiteY0" fmla="*/ 0 h 48196"/>
                        <a:gd name="connsiteX1" fmla="*/ 34438 w 42058"/>
                        <a:gd name="connsiteY1" fmla="*/ 2191 h 48196"/>
                        <a:gd name="connsiteX2" fmla="*/ 18151 w 42058"/>
                        <a:gd name="connsiteY2" fmla="*/ 10382 h 48196"/>
                        <a:gd name="connsiteX3" fmla="*/ 3577 w 42058"/>
                        <a:gd name="connsiteY3" fmla="*/ 25813 h 48196"/>
                        <a:gd name="connsiteX4" fmla="*/ 1006 w 42058"/>
                        <a:gd name="connsiteY4" fmla="*/ 48196 h 48196"/>
                        <a:gd name="connsiteX5" fmla="*/ 4816 w 42058"/>
                        <a:gd name="connsiteY5" fmla="*/ 29908 h 48196"/>
                        <a:gd name="connsiteX6" fmla="*/ 17008 w 42058"/>
                        <a:gd name="connsiteY6" fmla="*/ 13811 h 48196"/>
                        <a:gd name="connsiteX7" fmla="*/ 27771 w 42058"/>
                        <a:gd name="connsiteY7" fmla="*/ 5905 h 48196"/>
                        <a:gd name="connsiteX8" fmla="*/ 42059 w 42058"/>
                        <a:gd name="connsiteY8" fmla="*/ 0 h 48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2058" h="48196">
                          <a:moveTo>
                            <a:pt x="42059" y="0"/>
                          </a:moveTo>
                          <a:cubicBezTo>
                            <a:pt x="42059" y="0"/>
                            <a:pt x="39010" y="667"/>
                            <a:pt x="34438" y="2191"/>
                          </a:cubicBezTo>
                          <a:cubicBezTo>
                            <a:pt x="29867" y="3524"/>
                            <a:pt x="23866" y="6287"/>
                            <a:pt x="18151" y="10382"/>
                          </a:cubicBezTo>
                          <a:cubicBezTo>
                            <a:pt x="12436" y="14478"/>
                            <a:pt x="6911" y="19145"/>
                            <a:pt x="3577" y="25813"/>
                          </a:cubicBezTo>
                          <a:cubicBezTo>
                            <a:pt x="244" y="32385"/>
                            <a:pt x="-1090" y="39814"/>
                            <a:pt x="1006" y="48196"/>
                          </a:cubicBezTo>
                          <a:cubicBezTo>
                            <a:pt x="1006" y="48196"/>
                            <a:pt x="244" y="40481"/>
                            <a:pt x="4816" y="29908"/>
                          </a:cubicBezTo>
                          <a:cubicBezTo>
                            <a:pt x="7102" y="24479"/>
                            <a:pt x="11007" y="19240"/>
                            <a:pt x="17008" y="13811"/>
                          </a:cubicBezTo>
                          <a:cubicBezTo>
                            <a:pt x="20056" y="11144"/>
                            <a:pt x="23580" y="8477"/>
                            <a:pt x="27771" y="5905"/>
                          </a:cubicBezTo>
                          <a:cubicBezTo>
                            <a:pt x="31771" y="3810"/>
                            <a:pt x="36629" y="1714"/>
                            <a:pt x="4205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8" name="Forme libre : forme 14477">
                      <a:extLst>
                        <a:ext uri="{FF2B5EF4-FFF2-40B4-BE49-F238E27FC236}">
                          <a16:creationId xmlns:a16="http://schemas.microsoft.com/office/drawing/2014/main" id="{AD3B4A6A-781B-4A0D-896F-13E3DB065B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5338" y="2832536"/>
                      <a:ext cx="26335" cy="12563"/>
                    </a:xfrm>
                    <a:custGeom>
                      <a:avLst/>
                      <a:gdLst>
                        <a:gd name="connsiteX0" fmla="*/ 26075 w 26335"/>
                        <a:gd name="connsiteY0" fmla="*/ 9056 h 12563"/>
                        <a:gd name="connsiteX1" fmla="*/ 10930 w 26335"/>
                        <a:gd name="connsiteY1" fmla="*/ 11914 h 12563"/>
                        <a:gd name="connsiteX2" fmla="*/ 167 w 26335"/>
                        <a:gd name="connsiteY2" fmla="*/ 4008 h 12563"/>
                        <a:gd name="connsiteX3" fmla="*/ 15597 w 26335"/>
                        <a:gd name="connsiteY3" fmla="*/ 675 h 12563"/>
                        <a:gd name="connsiteX4" fmla="*/ 26075 w 26335"/>
                        <a:gd name="connsiteY4" fmla="*/ 9056 h 12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335" h="12563">
                          <a:moveTo>
                            <a:pt x="26075" y="9056"/>
                          </a:moveTo>
                          <a:cubicBezTo>
                            <a:pt x="24646" y="12200"/>
                            <a:pt x="17978" y="13438"/>
                            <a:pt x="10930" y="11914"/>
                          </a:cubicBezTo>
                          <a:cubicBezTo>
                            <a:pt x="3881" y="10390"/>
                            <a:pt x="-976" y="7342"/>
                            <a:pt x="167" y="4008"/>
                          </a:cubicBezTo>
                          <a:cubicBezTo>
                            <a:pt x="1310" y="675"/>
                            <a:pt x="8358" y="-1040"/>
                            <a:pt x="15597" y="675"/>
                          </a:cubicBezTo>
                          <a:cubicBezTo>
                            <a:pt x="22931" y="2198"/>
                            <a:pt x="27503" y="5913"/>
                            <a:pt x="26075" y="905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9" name="Forme libre : forme 14478">
                      <a:extLst>
                        <a:ext uri="{FF2B5EF4-FFF2-40B4-BE49-F238E27FC236}">
                          <a16:creationId xmlns:a16="http://schemas.microsoft.com/office/drawing/2014/main" id="{D62A8FE0-8C1C-44AE-91DE-2875CD659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7984" y="2837402"/>
                      <a:ext cx="7143" cy="5244"/>
                    </a:xfrm>
                    <a:custGeom>
                      <a:avLst/>
                      <a:gdLst>
                        <a:gd name="connsiteX0" fmla="*/ 7144 w 7143"/>
                        <a:gd name="connsiteY0" fmla="*/ 2476 h 5244"/>
                        <a:gd name="connsiteX1" fmla="*/ 3620 w 7143"/>
                        <a:gd name="connsiteY1" fmla="*/ 5239 h 5244"/>
                        <a:gd name="connsiteX2" fmla="*/ 0 w 7143"/>
                        <a:gd name="connsiteY2" fmla="*/ 2762 h 5244"/>
                        <a:gd name="connsiteX3" fmla="*/ 3524 w 7143"/>
                        <a:gd name="connsiteY3" fmla="*/ 0 h 5244"/>
                        <a:gd name="connsiteX4" fmla="*/ 7144 w 7143"/>
                        <a:gd name="connsiteY4" fmla="*/ 2476 h 5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43" h="5244">
                          <a:moveTo>
                            <a:pt x="7144" y="2476"/>
                          </a:moveTo>
                          <a:cubicBezTo>
                            <a:pt x="7144" y="3905"/>
                            <a:pt x="5620" y="5143"/>
                            <a:pt x="3620" y="5239"/>
                          </a:cubicBezTo>
                          <a:cubicBezTo>
                            <a:pt x="1619" y="5334"/>
                            <a:pt x="0" y="4191"/>
                            <a:pt x="0" y="2762"/>
                          </a:cubicBezTo>
                          <a:cubicBezTo>
                            <a:pt x="0" y="1333"/>
                            <a:pt x="1524" y="95"/>
                            <a:pt x="3524" y="0"/>
                          </a:cubicBezTo>
                          <a:cubicBezTo>
                            <a:pt x="5525" y="0"/>
                            <a:pt x="7144" y="1048"/>
                            <a:pt x="7144" y="24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80" name="Forme libre : forme 14479">
                      <a:extLst>
                        <a:ext uri="{FF2B5EF4-FFF2-40B4-BE49-F238E27FC236}">
                          <a16:creationId xmlns:a16="http://schemas.microsoft.com/office/drawing/2014/main" id="{2520F4D6-27CB-4459-821F-27D906AD94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2401" y="2803553"/>
                      <a:ext cx="64677" cy="47109"/>
                    </a:xfrm>
                    <a:custGeom>
                      <a:avLst/>
                      <a:gdLst>
                        <a:gd name="connsiteX0" fmla="*/ 61206 w 64677"/>
                        <a:gd name="connsiteY0" fmla="*/ 17656 h 47109"/>
                        <a:gd name="connsiteX1" fmla="*/ 63968 w 64677"/>
                        <a:gd name="connsiteY1" fmla="*/ 40897 h 47109"/>
                        <a:gd name="connsiteX2" fmla="*/ 58158 w 64677"/>
                        <a:gd name="connsiteY2" fmla="*/ 47089 h 47109"/>
                        <a:gd name="connsiteX3" fmla="*/ 50919 w 64677"/>
                        <a:gd name="connsiteY3" fmla="*/ 42231 h 47109"/>
                        <a:gd name="connsiteX4" fmla="*/ 35203 w 64677"/>
                        <a:gd name="connsiteY4" fmla="*/ 20609 h 47109"/>
                        <a:gd name="connsiteX5" fmla="*/ 13772 w 64677"/>
                        <a:gd name="connsiteY5" fmla="*/ 14418 h 47109"/>
                        <a:gd name="connsiteX6" fmla="*/ 723 w 64677"/>
                        <a:gd name="connsiteY6" fmla="*/ 5369 h 47109"/>
                        <a:gd name="connsiteX7" fmla="*/ 21582 w 64677"/>
                        <a:gd name="connsiteY7" fmla="*/ 35 h 47109"/>
                        <a:gd name="connsiteX8" fmla="*/ 44252 w 64677"/>
                        <a:gd name="connsiteY8" fmla="*/ 3655 h 47109"/>
                        <a:gd name="connsiteX9" fmla="*/ 61206 w 64677"/>
                        <a:gd name="connsiteY9" fmla="*/ 17656 h 47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4677" h="47109">
                          <a:moveTo>
                            <a:pt x="61206" y="17656"/>
                          </a:moveTo>
                          <a:cubicBezTo>
                            <a:pt x="65302" y="25181"/>
                            <a:pt x="65111" y="33373"/>
                            <a:pt x="63968" y="40897"/>
                          </a:cubicBezTo>
                          <a:cubicBezTo>
                            <a:pt x="63492" y="43755"/>
                            <a:pt x="61968" y="46993"/>
                            <a:pt x="58158" y="47089"/>
                          </a:cubicBezTo>
                          <a:cubicBezTo>
                            <a:pt x="54729" y="47374"/>
                            <a:pt x="52348" y="44612"/>
                            <a:pt x="50919" y="42231"/>
                          </a:cubicBezTo>
                          <a:cubicBezTo>
                            <a:pt x="46728" y="34801"/>
                            <a:pt x="44252" y="25848"/>
                            <a:pt x="35203" y="20609"/>
                          </a:cubicBezTo>
                          <a:cubicBezTo>
                            <a:pt x="32441" y="19085"/>
                            <a:pt x="22535" y="16990"/>
                            <a:pt x="13772" y="14418"/>
                          </a:cubicBezTo>
                          <a:cubicBezTo>
                            <a:pt x="5199" y="11656"/>
                            <a:pt x="-2421" y="9560"/>
                            <a:pt x="723" y="5369"/>
                          </a:cubicBezTo>
                          <a:cubicBezTo>
                            <a:pt x="3866" y="1178"/>
                            <a:pt x="12629" y="-251"/>
                            <a:pt x="21582" y="35"/>
                          </a:cubicBezTo>
                          <a:cubicBezTo>
                            <a:pt x="30536" y="130"/>
                            <a:pt x="39584" y="1559"/>
                            <a:pt x="44252" y="3655"/>
                          </a:cubicBezTo>
                          <a:cubicBezTo>
                            <a:pt x="52348" y="6988"/>
                            <a:pt x="58158" y="12227"/>
                            <a:pt x="61206" y="1765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43" name="Graphique 1">
                    <a:extLst>
                      <a:ext uri="{FF2B5EF4-FFF2-40B4-BE49-F238E27FC236}">
                        <a16:creationId xmlns:a16="http://schemas.microsoft.com/office/drawing/2014/main" id="{5FD40F6B-A589-4D3A-A64C-5CC4666BB713}"/>
                      </a:ext>
                    </a:extLst>
                  </p:cNvPr>
                  <p:cNvGrpSpPr/>
                  <p:nvPr/>
                </p:nvGrpSpPr>
                <p:grpSpPr>
                  <a:xfrm>
                    <a:off x="2934289" y="2812614"/>
                    <a:ext cx="147317" cy="126968"/>
                    <a:chOff x="2934289" y="2812614"/>
                    <a:chExt cx="147317" cy="126968"/>
                  </a:xfrm>
                  <a:solidFill>
                    <a:schemeClr val="accent1"/>
                  </a:solidFill>
                </p:grpSpPr>
                <p:sp>
                  <p:nvSpPr>
                    <p:cNvPr id="14457" name="Forme libre : forme 14456">
                      <a:extLst>
                        <a:ext uri="{FF2B5EF4-FFF2-40B4-BE49-F238E27FC236}">
                          <a16:creationId xmlns:a16="http://schemas.microsoft.com/office/drawing/2014/main" id="{2771791B-BD13-4E57-A895-53A80CF7B7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4289" y="2812614"/>
                      <a:ext cx="147317" cy="126968"/>
                    </a:xfrm>
                    <a:custGeom>
                      <a:avLst/>
                      <a:gdLst>
                        <a:gd name="connsiteX0" fmla="*/ 67613 w 147317"/>
                        <a:gd name="connsiteY0" fmla="*/ 115180 h 126968"/>
                        <a:gd name="connsiteX1" fmla="*/ 58184 w 147317"/>
                        <a:gd name="connsiteY1" fmla="*/ 108322 h 126968"/>
                        <a:gd name="connsiteX2" fmla="*/ 48468 w 147317"/>
                        <a:gd name="connsiteY2" fmla="*/ 102416 h 126968"/>
                        <a:gd name="connsiteX3" fmla="*/ 28847 w 147317"/>
                        <a:gd name="connsiteY3" fmla="*/ 92034 h 126968"/>
                        <a:gd name="connsiteX4" fmla="*/ 16464 w 147317"/>
                        <a:gd name="connsiteY4" fmla="*/ 84414 h 126968"/>
                        <a:gd name="connsiteX5" fmla="*/ 7035 w 147317"/>
                        <a:gd name="connsiteY5" fmla="*/ 74127 h 126968"/>
                        <a:gd name="connsiteX6" fmla="*/ 1224 w 147317"/>
                        <a:gd name="connsiteY6" fmla="*/ 61458 h 126968"/>
                        <a:gd name="connsiteX7" fmla="*/ 462 w 147317"/>
                        <a:gd name="connsiteY7" fmla="*/ 47838 h 126968"/>
                        <a:gd name="connsiteX8" fmla="*/ 5320 w 147317"/>
                        <a:gd name="connsiteY8" fmla="*/ 22120 h 126968"/>
                        <a:gd name="connsiteX9" fmla="*/ 11987 w 147317"/>
                        <a:gd name="connsiteY9" fmla="*/ 9738 h 126968"/>
                        <a:gd name="connsiteX10" fmla="*/ 25989 w 147317"/>
                        <a:gd name="connsiteY10" fmla="*/ 2023 h 126968"/>
                        <a:gd name="connsiteX11" fmla="*/ 45611 w 147317"/>
                        <a:gd name="connsiteY11" fmla="*/ 308 h 126968"/>
                        <a:gd name="connsiteX12" fmla="*/ 67613 w 147317"/>
                        <a:gd name="connsiteY12" fmla="*/ 6214 h 126968"/>
                        <a:gd name="connsiteX13" fmla="*/ 97141 w 147317"/>
                        <a:gd name="connsiteY13" fmla="*/ 22406 h 126968"/>
                        <a:gd name="connsiteX14" fmla="*/ 111048 w 147317"/>
                        <a:gd name="connsiteY14" fmla="*/ 31455 h 126968"/>
                        <a:gd name="connsiteX15" fmla="*/ 124002 w 147317"/>
                        <a:gd name="connsiteY15" fmla="*/ 41265 h 126968"/>
                        <a:gd name="connsiteX16" fmla="*/ 138575 w 147317"/>
                        <a:gd name="connsiteY16" fmla="*/ 56791 h 126968"/>
                        <a:gd name="connsiteX17" fmla="*/ 146195 w 147317"/>
                        <a:gd name="connsiteY17" fmla="*/ 73460 h 126968"/>
                        <a:gd name="connsiteX18" fmla="*/ 140385 w 147317"/>
                        <a:gd name="connsiteY18" fmla="*/ 100797 h 126968"/>
                        <a:gd name="connsiteX19" fmla="*/ 122382 w 147317"/>
                        <a:gd name="connsiteY19" fmla="*/ 118799 h 126968"/>
                        <a:gd name="connsiteX20" fmla="*/ 96379 w 147317"/>
                        <a:gd name="connsiteY20" fmla="*/ 126800 h 126968"/>
                        <a:gd name="connsiteX21" fmla="*/ 81425 w 147317"/>
                        <a:gd name="connsiteY21" fmla="*/ 123276 h 126968"/>
                        <a:gd name="connsiteX22" fmla="*/ 67613 w 147317"/>
                        <a:gd name="connsiteY22" fmla="*/ 115180 h 126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47317" h="126968">
                          <a:moveTo>
                            <a:pt x="67613" y="115180"/>
                          </a:moveTo>
                          <a:lnTo>
                            <a:pt x="58184" y="108322"/>
                          </a:lnTo>
                          <a:lnTo>
                            <a:pt x="48468" y="102416"/>
                          </a:lnTo>
                          <a:cubicBezTo>
                            <a:pt x="42086" y="98034"/>
                            <a:pt x="35324" y="95653"/>
                            <a:pt x="28847" y="92034"/>
                          </a:cubicBezTo>
                          <a:cubicBezTo>
                            <a:pt x="24084" y="90319"/>
                            <a:pt x="19988" y="87748"/>
                            <a:pt x="16464" y="84414"/>
                          </a:cubicBezTo>
                          <a:cubicBezTo>
                            <a:pt x="12845" y="81271"/>
                            <a:pt x="9606" y="78127"/>
                            <a:pt x="7035" y="74127"/>
                          </a:cubicBezTo>
                          <a:cubicBezTo>
                            <a:pt x="4463" y="70317"/>
                            <a:pt x="2462" y="65649"/>
                            <a:pt x="1224" y="61458"/>
                          </a:cubicBezTo>
                          <a:cubicBezTo>
                            <a:pt x="-14" y="57077"/>
                            <a:pt x="-395" y="52505"/>
                            <a:pt x="462" y="47838"/>
                          </a:cubicBezTo>
                          <a:lnTo>
                            <a:pt x="5320" y="22120"/>
                          </a:lnTo>
                          <a:cubicBezTo>
                            <a:pt x="6177" y="17453"/>
                            <a:pt x="8463" y="13262"/>
                            <a:pt x="11987" y="9738"/>
                          </a:cubicBezTo>
                          <a:cubicBezTo>
                            <a:pt x="15512" y="6023"/>
                            <a:pt x="20274" y="3737"/>
                            <a:pt x="25989" y="2023"/>
                          </a:cubicBezTo>
                          <a:cubicBezTo>
                            <a:pt x="31704" y="498"/>
                            <a:pt x="38562" y="-549"/>
                            <a:pt x="45611" y="308"/>
                          </a:cubicBezTo>
                          <a:cubicBezTo>
                            <a:pt x="52659" y="1165"/>
                            <a:pt x="60184" y="3165"/>
                            <a:pt x="67613" y="6214"/>
                          </a:cubicBezTo>
                          <a:cubicBezTo>
                            <a:pt x="77519" y="11548"/>
                            <a:pt x="88092" y="16215"/>
                            <a:pt x="97141" y="22406"/>
                          </a:cubicBezTo>
                          <a:cubicBezTo>
                            <a:pt x="101808" y="25359"/>
                            <a:pt x="106571" y="28312"/>
                            <a:pt x="111048" y="31455"/>
                          </a:cubicBezTo>
                          <a:lnTo>
                            <a:pt x="124002" y="41265"/>
                          </a:lnTo>
                          <a:cubicBezTo>
                            <a:pt x="130193" y="45742"/>
                            <a:pt x="134765" y="51267"/>
                            <a:pt x="138575" y="56791"/>
                          </a:cubicBezTo>
                          <a:cubicBezTo>
                            <a:pt x="142385" y="62316"/>
                            <a:pt x="145052" y="67936"/>
                            <a:pt x="146195" y="73460"/>
                          </a:cubicBezTo>
                          <a:cubicBezTo>
                            <a:pt x="148767" y="84414"/>
                            <a:pt x="146957" y="94320"/>
                            <a:pt x="140385" y="100797"/>
                          </a:cubicBezTo>
                          <a:lnTo>
                            <a:pt x="122382" y="118799"/>
                          </a:lnTo>
                          <a:cubicBezTo>
                            <a:pt x="115905" y="125276"/>
                            <a:pt x="106285" y="127657"/>
                            <a:pt x="96379" y="126800"/>
                          </a:cubicBezTo>
                          <a:cubicBezTo>
                            <a:pt x="91521" y="126229"/>
                            <a:pt x="86378" y="125181"/>
                            <a:pt x="81425" y="123276"/>
                          </a:cubicBezTo>
                          <a:cubicBezTo>
                            <a:pt x="76758" y="121180"/>
                            <a:pt x="72186" y="118228"/>
                            <a:pt x="67613" y="11518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58" name="Forme libre : forme 14457">
                      <a:extLst>
                        <a:ext uri="{FF2B5EF4-FFF2-40B4-BE49-F238E27FC236}">
                          <a16:creationId xmlns:a16="http://schemas.microsoft.com/office/drawing/2014/main" id="{68E92F22-5205-4D8E-AC72-BDA0BF5B4A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4384" y="2849308"/>
                      <a:ext cx="123239" cy="90022"/>
                    </a:xfrm>
                    <a:custGeom>
                      <a:avLst/>
                      <a:gdLst>
                        <a:gd name="connsiteX0" fmla="*/ 49706 w 123239"/>
                        <a:gd name="connsiteY0" fmla="*/ 31242 h 90022"/>
                        <a:gd name="connsiteX1" fmla="*/ 22370 w 123239"/>
                        <a:gd name="connsiteY1" fmla="*/ 19050 h 90022"/>
                        <a:gd name="connsiteX2" fmla="*/ 2558 w 123239"/>
                        <a:gd name="connsiteY2" fmla="*/ 0 h 90022"/>
                        <a:gd name="connsiteX3" fmla="*/ 462 w 123239"/>
                        <a:gd name="connsiteY3" fmla="*/ 11144 h 90022"/>
                        <a:gd name="connsiteX4" fmla="*/ 1224 w 123239"/>
                        <a:gd name="connsiteY4" fmla="*/ 24765 h 90022"/>
                        <a:gd name="connsiteX5" fmla="*/ 7035 w 123239"/>
                        <a:gd name="connsiteY5" fmla="*/ 37433 h 90022"/>
                        <a:gd name="connsiteX6" fmla="*/ 16464 w 123239"/>
                        <a:gd name="connsiteY6" fmla="*/ 47720 h 90022"/>
                        <a:gd name="connsiteX7" fmla="*/ 28847 w 123239"/>
                        <a:gd name="connsiteY7" fmla="*/ 55340 h 90022"/>
                        <a:gd name="connsiteX8" fmla="*/ 48468 w 123239"/>
                        <a:gd name="connsiteY8" fmla="*/ 65722 h 90022"/>
                        <a:gd name="connsiteX9" fmla="*/ 58184 w 123239"/>
                        <a:gd name="connsiteY9" fmla="*/ 71628 h 90022"/>
                        <a:gd name="connsiteX10" fmla="*/ 67614 w 123239"/>
                        <a:gd name="connsiteY10" fmla="*/ 78486 h 90022"/>
                        <a:gd name="connsiteX11" fmla="*/ 81711 w 123239"/>
                        <a:gd name="connsiteY11" fmla="*/ 86296 h 90022"/>
                        <a:gd name="connsiteX12" fmla="*/ 96665 w 123239"/>
                        <a:gd name="connsiteY12" fmla="*/ 89821 h 90022"/>
                        <a:gd name="connsiteX13" fmla="*/ 122668 w 123239"/>
                        <a:gd name="connsiteY13" fmla="*/ 81820 h 90022"/>
                        <a:gd name="connsiteX14" fmla="*/ 123239 w 123239"/>
                        <a:gd name="connsiteY14" fmla="*/ 81248 h 90022"/>
                        <a:gd name="connsiteX15" fmla="*/ 106095 w 123239"/>
                        <a:gd name="connsiteY15" fmla="*/ 66008 h 90022"/>
                        <a:gd name="connsiteX16" fmla="*/ 88854 w 123239"/>
                        <a:gd name="connsiteY16" fmla="*/ 51721 h 90022"/>
                        <a:gd name="connsiteX17" fmla="*/ 70280 w 123239"/>
                        <a:gd name="connsiteY17" fmla="*/ 39624 h 90022"/>
                        <a:gd name="connsiteX18" fmla="*/ 60374 w 123239"/>
                        <a:gd name="connsiteY18" fmla="*/ 34671 h 90022"/>
                        <a:gd name="connsiteX19" fmla="*/ 49706 w 123239"/>
                        <a:gd name="connsiteY19" fmla="*/ 31242 h 90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23239" h="90022">
                          <a:moveTo>
                            <a:pt x="49706" y="31242"/>
                          </a:moveTo>
                          <a:cubicBezTo>
                            <a:pt x="39705" y="28099"/>
                            <a:pt x="30276" y="24670"/>
                            <a:pt x="22370" y="19050"/>
                          </a:cubicBezTo>
                          <a:cubicBezTo>
                            <a:pt x="14178" y="14478"/>
                            <a:pt x="7415" y="7144"/>
                            <a:pt x="2558" y="0"/>
                          </a:cubicBezTo>
                          <a:lnTo>
                            <a:pt x="462" y="11144"/>
                          </a:lnTo>
                          <a:cubicBezTo>
                            <a:pt x="-395" y="15811"/>
                            <a:pt x="-14" y="20479"/>
                            <a:pt x="1224" y="24765"/>
                          </a:cubicBezTo>
                          <a:cubicBezTo>
                            <a:pt x="2463" y="28956"/>
                            <a:pt x="4463" y="33623"/>
                            <a:pt x="7035" y="37433"/>
                          </a:cubicBezTo>
                          <a:cubicBezTo>
                            <a:pt x="9606" y="41434"/>
                            <a:pt x="12845" y="44577"/>
                            <a:pt x="16464" y="47720"/>
                          </a:cubicBezTo>
                          <a:cubicBezTo>
                            <a:pt x="19988" y="50959"/>
                            <a:pt x="24180" y="53530"/>
                            <a:pt x="28847" y="55340"/>
                          </a:cubicBezTo>
                          <a:cubicBezTo>
                            <a:pt x="35324" y="58959"/>
                            <a:pt x="42087" y="61341"/>
                            <a:pt x="48468" y="65722"/>
                          </a:cubicBezTo>
                          <a:lnTo>
                            <a:pt x="58184" y="71628"/>
                          </a:lnTo>
                          <a:lnTo>
                            <a:pt x="67614" y="78486"/>
                          </a:lnTo>
                          <a:cubicBezTo>
                            <a:pt x="72090" y="81534"/>
                            <a:pt x="76757" y="84487"/>
                            <a:pt x="81711" y="86296"/>
                          </a:cubicBezTo>
                          <a:cubicBezTo>
                            <a:pt x="86664" y="88106"/>
                            <a:pt x="91807" y="89249"/>
                            <a:pt x="96665" y="89821"/>
                          </a:cubicBezTo>
                          <a:cubicBezTo>
                            <a:pt x="106476" y="90773"/>
                            <a:pt x="116096" y="88392"/>
                            <a:pt x="122668" y="81820"/>
                          </a:cubicBezTo>
                          <a:lnTo>
                            <a:pt x="123239" y="81248"/>
                          </a:lnTo>
                          <a:cubicBezTo>
                            <a:pt x="117239" y="76295"/>
                            <a:pt x="111810" y="70866"/>
                            <a:pt x="106095" y="66008"/>
                          </a:cubicBezTo>
                          <a:cubicBezTo>
                            <a:pt x="100284" y="61246"/>
                            <a:pt x="94950" y="55816"/>
                            <a:pt x="88854" y="51721"/>
                          </a:cubicBezTo>
                          <a:cubicBezTo>
                            <a:pt x="82854" y="47339"/>
                            <a:pt x="76948" y="42767"/>
                            <a:pt x="70280" y="39624"/>
                          </a:cubicBezTo>
                          <a:cubicBezTo>
                            <a:pt x="67042" y="37909"/>
                            <a:pt x="63708" y="36290"/>
                            <a:pt x="60374" y="34671"/>
                          </a:cubicBezTo>
                          <a:cubicBezTo>
                            <a:pt x="56850" y="33242"/>
                            <a:pt x="53326" y="32194"/>
                            <a:pt x="49706" y="31242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59" name="Forme libre : forme 14458">
                      <a:extLst>
                        <a:ext uri="{FF2B5EF4-FFF2-40B4-BE49-F238E27FC236}">
                          <a16:creationId xmlns:a16="http://schemas.microsoft.com/office/drawing/2014/main" id="{74818EB1-073B-418C-9E9E-5F1562EC41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3883" y="2858631"/>
                      <a:ext cx="60084" cy="47941"/>
                    </a:xfrm>
                    <a:custGeom>
                      <a:avLst/>
                      <a:gdLst>
                        <a:gd name="connsiteX0" fmla="*/ 57739 w 60084"/>
                        <a:gd name="connsiteY0" fmla="*/ 44112 h 47941"/>
                        <a:gd name="connsiteX1" fmla="*/ 42308 w 60084"/>
                        <a:gd name="connsiteY1" fmla="*/ 47350 h 47941"/>
                        <a:gd name="connsiteX2" fmla="*/ 31735 w 60084"/>
                        <a:gd name="connsiteY2" fmla="*/ 44207 h 47941"/>
                        <a:gd name="connsiteX3" fmla="*/ 20782 w 60084"/>
                        <a:gd name="connsiteY3" fmla="*/ 38111 h 47941"/>
                        <a:gd name="connsiteX4" fmla="*/ 11066 w 60084"/>
                        <a:gd name="connsiteY4" fmla="*/ 30396 h 47941"/>
                        <a:gd name="connsiteX5" fmla="*/ 4018 w 60084"/>
                        <a:gd name="connsiteY5" fmla="*/ 22204 h 47941"/>
                        <a:gd name="connsiteX6" fmla="*/ 970 w 60084"/>
                        <a:gd name="connsiteY6" fmla="*/ 6583 h 47941"/>
                        <a:gd name="connsiteX7" fmla="*/ 15734 w 60084"/>
                        <a:gd name="connsiteY7" fmla="*/ 11 h 47941"/>
                        <a:gd name="connsiteX8" fmla="*/ 27640 w 60084"/>
                        <a:gd name="connsiteY8" fmla="*/ 2297 h 47941"/>
                        <a:gd name="connsiteX9" fmla="*/ 40403 w 60084"/>
                        <a:gd name="connsiteY9" fmla="*/ 8679 h 47941"/>
                        <a:gd name="connsiteX10" fmla="*/ 51071 w 60084"/>
                        <a:gd name="connsiteY10" fmla="*/ 18013 h 47941"/>
                        <a:gd name="connsiteX11" fmla="*/ 57929 w 60084"/>
                        <a:gd name="connsiteY11" fmla="*/ 27824 h 47941"/>
                        <a:gd name="connsiteX12" fmla="*/ 57739 w 60084"/>
                        <a:gd name="connsiteY12" fmla="*/ 44112 h 47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0084" h="47941">
                          <a:moveTo>
                            <a:pt x="57739" y="44112"/>
                          </a:moveTo>
                          <a:cubicBezTo>
                            <a:pt x="54596" y="47827"/>
                            <a:pt x="48881" y="48684"/>
                            <a:pt x="42308" y="47350"/>
                          </a:cubicBezTo>
                          <a:cubicBezTo>
                            <a:pt x="38975" y="46874"/>
                            <a:pt x="35355" y="45826"/>
                            <a:pt x="31735" y="44207"/>
                          </a:cubicBezTo>
                          <a:cubicBezTo>
                            <a:pt x="28021" y="42778"/>
                            <a:pt x="24592" y="40302"/>
                            <a:pt x="20782" y="38111"/>
                          </a:cubicBezTo>
                          <a:cubicBezTo>
                            <a:pt x="17067" y="35825"/>
                            <a:pt x="13829" y="33158"/>
                            <a:pt x="11066" y="30396"/>
                          </a:cubicBezTo>
                          <a:cubicBezTo>
                            <a:pt x="8399" y="27443"/>
                            <a:pt x="5827" y="24966"/>
                            <a:pt x="4018" y="22204"/>
                          </a:cubicBezTo>
                          <a:cubicBezTo>
                            <a:pt x="303" y="16775"/>
                            <a:pt x="-1126" y="11060"/>
                            <a:pt x="970" y="6583"/>
                          </a:cubicBezTo>
                          <a:cubicBezTo>
                            <a:pt x="3065" y="2107"/>
                            <a:pt x="8399" y="-179"/>
                            <a:pt x="15734" y="11"/>
                          </a:cubicBezTo>
                          <a:cubicBezTo>
                            <a:pt x="19353" y="106"/>
                            <a:pt x="23544" y="582"/>
                            <a:pt x="27640" y="2297"/>
                          </a:cubicBezTo>
                          <a:cubicBezTo>
                            <a:pt x="31735" y="3821"/>
                            <a:pt x="36117" y="6012"/>
                            <a:pt x="40403" y="8679"/>
                          </a:cubicBezTo>
                          <a:cubicBezTo>
                            <a:pt x="44785" y="11250"/>
                            <a:pt x="48023" y="14775"/>
                            <a:pt x="51071" y="18013"/>
                          </a:cubicBezTo>
                          <a:cubicBezTo>
                            <a:pt x="54024" y="21347"/>
                            <a:pt x="56310" y="24681"/>
                            <a:pt x="57929" y="27824"/>
                          </a:cubicBezTo>
                          <a:cubicBezTo>
                            <a:pt x="60787" y="34587"/>
                            <a:pt x="60882" y="40397"/>
                            <a:pt x="57739" y="44112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0" name="Forme libre : forme 14459">
                      <a:extLst>
                        <a:ext uri="{FF2B5EF4-FFF2-40B4-BE49-F238E27FC236}">
                          <a16:creationId xmlns:a16="http://schemas.microsoft.com/office/drawing/2014/main" id="{8DD6281B-0778-48EE-9AE3-C57847A761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3883" y="2858682"/>
                      <a:ext cx="33640" cy="44918"/>
                    </a:xfrm>
                    <a:custGeom>
                      <a:avLst/>
                      <a:gdLst>
                        <a:gd name="connsiteX0" fmla="*/ 21544 w 33640"/>
                        <a:gd name="connsiteY0" fmla="*/ 532 h 44918"/>
                        <a:gd name="connsiteX1" fmla="*/ 970 w 33640"/>
                        <a:gd name="connsiteY1" fmla="*/ 6533 h 44918"/>
                        <a:gd name="connsiteX2" fmla="*/ 4018 w 33640"/>
                        <a:gd name="connsiteY2" fmla="*/ 22154 h 44918"/>
                        <a:gd name="connsiteX3" fmla="*/ 11066 w 33640"/>
                        <a:gd name="connsiteY3" fmla="*/ 30346 h 44918"/>
                        <a:gd name="connsiteX4" fmla="*/ 20782 w 33640"/>
                        <a:gd name="connsiteY4" fmla="*/ 38061 h 44918"/>
                        <a:gd name="connsiteX5" fmla="*/ 33641 w 33640"/>
                        <a:gd name="connsiteY5" fmla="*/ 44919 h 44918"/>
                        <a:gd name="connsiteX6" fmla="*/ 27926 w 33640"/>
                        <a:gd name="connsiteY6" fmla="*/ 39109 h 44918"/>
                        <a:gd name="connsiteX7" fmla="*/ 19067 w 33640"/>
                        <a:gd name="connsiteY7" fmla="*/ 18915 h 44918"/>
                        <a:gd name="connsiteX8" fmla="*/ 21544 w 33640"/>
                        <a:gd name="connsiteY8" fmla="*/ 532 h 44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640" h="44918">
                          <a:moveTo>
                            <a:pt x="21544" y="532"/>
                          </a:moveTo>
                          <a:cubicBezTo>
                            <a:pt x="11352" y="-1087"/>
                            <a:pt x="3542" y="1009"/>
                            <a:pt x="970" y="6533"/>
                          </a:cubicBezTo>
                          <a:cubicBezTo>
                            <a:pt x="-1126" y="11010"/>
                            <a:pt x="303" y="16725"/>
                            <a:pt x="4018" y="22154"/>
                          </a:cubicBezTo>
                          <a:cubicBezTo>
                            <a:pt x="5827" y="24916"/>
                            <a:pt x="8304" y="27393"/>
                            <a:pt x="11066" y="30346"/>
                          </a:cubicBezTo>
                          <a:cubicBezTo>
                            <a:pt x="13829" y="33108"/>
                            <a:pt x="17067" y="35775"/>
                            <a:pt x="20782" y="38061"/>
                          </a:cubicBezTo>
                          <a:cubicBezTo>
                            <a:pt x="25163" y="40728"/>
                            <a:pt x="29354" y="43395"/>
                            <a:pt x="33641" y="44919"/>
                          </a:cubicBezTo>
                          <a:cubicBezTo>
                            <a:pt x="31545" y="43204"/>
                            <a:pt x="29545" y="41395"/>
                            <a:pt x="27926" y="39109"/>
                          </a:cubicBezTo>
                          <a:cubicBezTo>
                            <a:pt x="23734" y="32631"/>
                            <a:pt x="20401" y="25964"/>
                            <a:pt x="19067" y="18915"/>
                          </a:cubicBezTo>
                          <a:cubicBezTo>
                            <a:pt x="17734" y="11962"/>
                            <a:pt x="18115" y="5485"/>
                            <a:pt x="21544" y="532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1" name="Forme libre : forme 14460">
                      <a:extLst>
                        <a:ext uri="{FF2B5EF4-FFF2-40B4-BE49-F238E27FC236}">
                          <a16:creationId xmlns:a16="http://schemas.microsoft.com/office/drawing/2014/main" id="{D1215405-FB18-42E7-A95D-2FAEE35228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5121" y="2863783"/>
                      <a:ext cx="58990" cy="47916"/>
                    </a:xfrm>
                    <a:custGeom>
                      <a:avLst/>
                      <a:gdLst>
                        <a:gd name="connsiteX0" fmla="*/ 56596 w 58990"/>
                        <a:gd name="connsiteY0" fmla="*/ 44104 h 47916"/>
                        <a:gd name="connsiteX1" fmla="*/ 41166 w 58990"/>
                        <a:gd name="connsiteY1" fmla="*/ 47342 h 47916"/>
                        <a:gd name="connsiteX2" fmla="*/ 20020 w 58990"/>
                        <a:gd name="connsiteY2" fmla="*/ 37912 h 47916"/>
                        <a:gd name="connsiteX3" fmla="*/ 3732 w 58990"/>
                        <a:gd name="connsiteY3" fmla="*/ 22006 h 47916"/>
                        <a:gd name="connsiteX4" fmla="*/ 1065 w 58990"/>
                        <a:gd name="connsiteY4" fmla="*/ 6575 h 47916"/>
                        <a:gd name="connsiteX5" fmla="*/ 15829 w 58990"/>
                        <a:gd name="connsiteY5" fmla="*/ 3 h 47916"/>
                        <a:gd name="connsiteX6" fmla="*/ 40023 w 58990"/>
                        <a:gd name="connsiteY6" fmla="*/ 8766 h 47916"/>
                        <a:gd name="connsiteX7" fmla="*/ 56882 w 58990"/>
                        <a:gd name="connsiteY7" fmla="*/ 28101 h 47916"/>
                        <a:gd name="connsiteX8" fmla="*/ 56596 w 58990"/>
                        <a:gd name="connsiteY8" fmla="*/ 44104 h 47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990" h="47916">
                          <a:moveTo>
                            <a:pt x="56596" y="44104"/>
                          </a:moveTo>
                          <a:cubicBezTo>
                            <a:pt x="53453" y="47723"/>
                            <a:pt x="47643" y="48675"/>
                            <a:pt x="41166" y="47342"/>
                          </a:cubicBezTo>
                          <a:cubicBezTo>
                            <a:pt x="34689" y="45913"/>
                            <a:pt x="26973" y="43151"/>
                            <a:pt x="20020" y="37912"/>
                          </a:cubicBezTo>
                          <a:cubicBezTo>
                            <a:pt x="12686" y="33531"/>
                            <a:pt x="7257" y="27340"/>
                            <a:pt x="3732" y="22006"/>
                          </a:cubicBezTo>
                          <a:cubicBezTo>
                            <a:pt x="208" y="16672"/>
                            <a:pt x="-1125" y="10957"/>
                            <a:pt x="1065" y="6575"/>
                          </a:cubicBezTo>
                          <a:cubicBezTo>
                            <a:pt x="3256" y="2194"/>
                            <a:pt x="8590" y="-92"/>
                            <a:pt x="15829" y="3"/>
                          </a:cubicBezTo>
                          <a:cubicBezTo>
                            <a:pt x="23068" y="98"/>
                            <a:pt x="31545" y="3527"/>
                            <a:pt x="40023" y="8766"/>
                          </a:cubicBezTo>
                          <a:cubicBezTo>
                            <a:pt x="47928" y="14766"/>
                            <a:pt x="54120" y="21434"/>
                            <a:pt x="56882" y="28101"/>
                          </a:cubicBezTo>
                          <a:cubicBezTo>
                            <a:pt x="59739" y="34674"/>
                            <a:pt x="59739" y="40484"/>
                            <a:pt x="56596" y="4410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2" name="Forme libre : forme 14461">
                      <a:extLst>
                        <a:ext uri="{FF2B5EF4-FFF2-40B4-BE49-F238E27FC236}">
                          <a16:creationId xmlns:a16="http://schemas.microsoft.com/office/drawing/2014/main" id="{72837D22-C79C-4470-9A99-C193EA1877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4188" y="2831266"/>
                      <a:ext cx="66040" cy="84400"/>
                    </a:xfrm>
                    <a:custGeom>
                      <a:avLst/>
                      <a:gdLst>
                        <a:gd name="connsiteX0" fmla="*/ 3043 w 66040"/>
                        <a:gd name="connsiteY0" fmla="*/ 25852 h 84400"/>
                        <a:gd name="connsiteX1" fmla="*/ 185 w 66040"/>
                        <a:gd name="connsiteY1" fmla="*/ 42235 h 84400"/>
                        <a:gd name="connsiteX2" fmla="*/ 7424 w 66040"/>
                        <a:gd name="connsiteY2" fmla="*/ 57475 h 84400"/>
                        <a:gd name="connsiteX3" fmla="*/ 13711 w 66040"/>
                        <a:gd name="connsiteY3" fmla="*/ 63857 h 84400"/>
                        <a:gd name="connsiteX4" fmla="*/ 20664 w 66040"/>
                        <a:gd name="connsiteY4" fmla="*/ 69953 h 84400"/>
                        <a:gd name="connsiteX5" fmla="*/ 26950 w 66040"/>
                        <a:gd name="connsiteY5" fmla="*/ 74144 h 84400"/>
                        <a:gd name="connsiteX6" fmla="*/ 33523 w 66040"/>
                        <a:gd name="connsiteY6" fmla="*/ 78335 h 84400"/>
                        <a:gd name="connsiteX7" fmla="*/ 48001 w 66040"/>
                        <a:gd name="connsiteY7" fmla="*/ 83764 h 84400"/>
                        <a:gd name="connsiteX8" fmla="*/ 65908 w 66040"/>
                        <a:gd name="connsiteY8" fmla="*/ 77287 h 84400"/>
                        <a:gd name="connsiteX9" fmla="*/ 61717 w 66040"/>
                        <a:gd name="connsiteY9" fmla="*/ 63952 h 84400"/>
                        <a:gd name="connsiteX10" fmla="*/ 53906 w 66040"/>
                        <a:gd name="connsiteY10" fmla="*/ 48045 h 84400"/>
                        <a:gd name="connsiteX11" fmla="*/ 47524 w 66040"/>
                        <a:gd name="connsiteY11" fmla="*/ 31853 h 84400"/>
                        <a:gd name="connsiteX12" fmla="*/ 39809 w 66040"/>
                        <a:gd name="connsiteY12" fmla="*/ 13279 h 84400"/>
                        <a:gd name="connsiteX13" fmla="*/ 21235 w 66040"/>
                        <a:gd name="connsiteY13" fmla="*/ 135 h 84400"/>
                        <a:gd name="connsiteX14" fmla="*/ 7424 w 66040"/>
                        <a:gd name="connsiteY14" fmla="*/ 9850 h 84400"/>
                        <a:gd name="connsiteX15" fmla="*/ 3043 w 66040"/>
                        <a:gd name="connsiteY15" fmla="*/ 25852 h 84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66040" h="84400">
                          <a:moveTo>
                            <a:pt x="3043" y="25852"/>
                          </a:moveTo>
                          <a:cubicBezTo>
                            <a:pt x="1138" y="31186"/>
                            <a:pt x="-577" y="36615"/>
                            <a:pt x="185" y="42235"/>
                          </a:cubicBezTo>
                          <a:cubicBezTo>
                            <a:pt x="1042" y="47379"/>
                            <a:pt x="3709" y="52998"/>
                            <a:pt x="7424" y="57475"/>
                          </a:cubicBezTo>
                          <a:cubicBezTo>
                            <a:pt x="9329" y="59761"/>
                            <a:pt x="11425" y="61761"/>
                            <a:pt x="13711" y="63857"/>
                          </a:cubicBezTo>
                          <a:cubicBezTo>
                            <a:pt x="15901" y="66143"/>
                            <a:pt x="18283" y="68143"/>
                            <a:pt x="20664" y="69953"/>
                          </a:cubicBezTo>
                          <a:cubicBezTo>
                            <a:pt x="22664" y="71477"/>
                            <a:pt x="24760" y="72906"/>
                            <a:pt x="26950" y="74144"/>
                          </a:cubicBezTo>
                          <a:cubicBezTo>
                            <a:pt x="29046" y="75668"/>
                            <a:pt x="31237" y="77097"/>
                            <a:pt x="33523" y="78335"/>
                          </a:cubicBezTo>
                          <a:cubicBezTo>
                            <a:pt x="38095" y="80811"/>
                            <a:pt x="43048" y="82431"/>
                            <a:pt x="48001" y="83764"/>
                          </a:cubicBezTo>
                          <a:cubicBezTo>
                            <a:pt x="55430" y="85479"/>
                            <a:pt x="64670" y="83859"/>
                            <a:pt x="65908" y="77287"/>
                          </a:cubicBezTo>
                          <a:cubicBezTo>
                            <a:pt x="66670" y="73191"/>
                            <a:pt x="64003" y="68429"/>
                            <a:pt x="61717" y="63952"/>
                          </a:cubicBezTo>
                          <a:cubicBezTo>
                            <a:pt x="59050" y="58428"/>
                            <a:pt x="56288" y="53474"/>
                            <a:pt x="53906" y="48045"/>
                          </a:cubicBezTo>
                          <a:cubicBezTo>
                            <a:pt x="51430" y="42807"/>
                            <a:pt x="49525" y="36996"/>
                            <a:pt x="47524" y="31853"/>
                          </a:cubicBezTo>
                          <a:cubicBezTo>
                            <a:pt x="45905" y="27376"/>
                            <a:pt x="43810" y="20042"/>
                            <a:pt x="39809" y="13279"/>
                          </a:cubicBezTo>
                          <a:cubicBezTo>
                            <a:pt x="35999" y="6421"/>
                            <a:pt x="29522" y="1278"/>
                            <a:pt x="21235" y="135"/>
                          </a:cubicBezTo>
                          <a:cubicBezTo>
                            <a:pt x="13806" y="-913"/>
                            <a:pt x="9710" y="4326"/>
                            <a:pt x="7424" y="9850"/>
                          </a:cubicBezTo>
                          <a:cubicBezTo>
                            <a:pt x="5329" y="15660"/>
                            <a:pt x="4376" y="22232"/>
                            <a:pt x="3043" y="2585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3" name="Forme libre : forme 14462">
                      <a:extLst>
                        <a:ext uri="{FF2B5EF4-FFF2-40B4-BE49-F238E27FC236}">
                          <a16:creationId xmlns:a16="http://schemas.microsoft.com/office/drawing/2014/main" id="{BA7A527A-5B6E-4A19-9843-6ECE420A14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5991" y="2840709"/>
                      <a:ext cx="32354" cy="14173"/>
                    </a:xfrm>
                    <a:custGeom>
                      <a:avLst/>
                      <a:gdLst>
                        <a:gd name="connsiteX0" fmla="*/ 3243 w 32354"/>
                        <a:gd name="connsiteY0" fmla="*/ 2979 h 14173"/>
                        <a:gd name="connsiteX1" fmla="*/ 195 w 32354"/>
                        <a:gd name="connsiteY1" fmla="*/ 5836 h 14173"/>
                        <a:gd name="connsiteX2" fmla="*/ 1528 w 32354"/>
                        <a:gd name="connsiteY2" fmla="*/ 9932 h 14173"/>
                        <a:gd name="connsiteX3" fmla="*/ 6481 w 32354"/>
                        <a:gd name="connsiteY3" fmla="*/ 11742 h 14173"/>
                        <a:gd name="connsiteX4" fmla="*/ 19530 w 32354"/>
                        <a:gd name="connsiteY4" fmla="*/ 13933 h 14173"/>
                        <a:gd name="connsiteX5" fmla="*/ 24769 w 32354"/>
                        <a:gd name="connsiteY5" fmla="*/ 14028 h 14173"/>
                        <a:gd name="connsiteX6" fmla="*/ 26484 w 32354"/>
                        <a:gd name="connsiteY6" fmla="*/ 2026 h 14173"/>
                        <a:gd name="connsiteX7" fmla="*/ 3243 w 32354"/>
                        <a:gd name="connsiteY7" fmla="*/ 2979 h 14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54" h="14173">
                          <a:moveTo>
                            <a:pt x="3243" y="2979"/>
                          </a:moveTo>
                          <a:cubicBezTo>
                            <a:pt x="1909" y="3741"/>
                            <a:pt x="671" y="4598"/>
                            <a:pt x="195" y="5836"/>
                          </a:cubicBezTo>
                          <a:cubicBezTo>
                            <a:pt x="-282" y="7075"/>
                            <a:pt x="99" y="8789"/>
                            <a:pt x="1528" y="9932"/>
                          </a:cubicBezTo>
                          <a:cubicBezTo>
                            <a:pt x="2862" y="10980"/>
                            <a:pt x="4671" y="11456"/>
                            <a:pt x="6481" y="11742"/>
                          </a:cubicBezTo>
                          <a:cubicBezTo>
                            <a:pt x="11053" y="12313"/>
                            <a:pt x="15149" y="13552"/>
                            <a:pt x="19530" y="13933"/>
                          </a:cubicBezTo>
                          <a:cubicBezTo>
                            <a:pt x="21340" y="14123"/>
                            <a:pt x="23150" y="14313"/>
                            <a:pt x="24769" y="14028"/>
                          </a:cubicBezTo>
                          <a:cubicBezTo>
                            <a:pt x="31532" y="13075"/>
                            <a:pt x="36961" y="6217"/>
                            <a:pt x="26484" y="2026"/>
                          </a:cubicBezTo>
                          <a:cubicBezTo>
                            <a:pt x="18482" y="-1403"/>
                            <a:pt x="8672" y="-69"/>
                            <a:pt x="3243" y="297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4" name="Forme libre : forme 14463">
                      <a:extLst>
                        <a:ext uri="{FF2B5EF4-FFF2-40B4-BE49-F238E27FC236}">
                          <a16:creationId xmlns:a16="http://schemas.microsoft.com/office/drawing/2014/main" id="{70F7511E-18ED-4F75-BE01-E7C0B27CD6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3808" y="2925413"/>
                      <a:ext cx="52482" cy="8558"/>
                    </a:xfrm>
                    <a:custGeom>
                      <a:avLst/>
                      <a:gdLst>
                        <a:gd name="connsiteX0" fmla="*/ 52483 w 52482"/>
                        <a:gd name="connsiteY0" fmla="*/ 0 h 8558"/>
                        <a:gd name="connsiteX1" fmla="*/ 39243 w 52482"/>
                        <a:gd name="connsiteY1" fmla="*/ 7334 h 8558"/>
                        <a:gd name="connsiteX2" fmla="*/ 22860 w 52482"/>
                        <a:gd name="connsiteY2" fmla="*/ 8096 h 8558"/>
                        <a:gd name="connsiteX3" fmla="*/ 0 w 52482"/>
                        <a:gd name="connsiteY3" fmla="*/ 1238 h 8558"/>
                        <a:gd name="connsiteX4" fmla="*/ 4763 w 52482"/>
                        <a:gd name="connsiteY4" fmla="*/ 2572 h 8558"/>
                        <a:gd name="connsiteX5" fmla="*/ 16954 w 52482"/>
                        <a:gd name="connsiteY5" fmla="*/ 5239 h 8558"/>
                        <a:gd name="connsiteX6" fmla="*/ 52483 w 52482"/>
                        <a:gd name="connsiteY6" fmla="*/ 0 h 8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2482" h="8558">
                          <a:moveTo>
                            <a:pt x="52483" y="0"/>
                          </a:moveTo>
                          <a:cubicBezTo>
                            <a:pt x="52483" y="0"/>
                            <a:pt x="48101" y="5048"/>
                            <a:pt x="39243" y="7334"/>
                          </a:cubicBezTo>
                          <a:cubicBezTo>
                            <a:pt x="34862" y="8572"/>
                            <a:pt x="29432" y="8954"/>
                            <a:pt x="22860" y="8096"/>
                          </a:cubicBezTo>
                          <a:cubicBezTo>
                            <a:pt x="16193" y="7620"/>
                            <a:pt x="8763" y="5048"/>
                            <a:pt x="0" y="1238"/>
                          </a:cubicBezTo>
                          <a:cubicBezTo>
                            <a:pt x="0" y="1238"/>
                            <a:pt x="1714" y="1905"/>
                            <a:pt x="4763" y="2572"/>
                          </a:cubicBezTo>
                          <a:cubicBezTo>
                            <a:pt x="7715" y="3524"/>
                            <a:pt x="11906" y="4572"/>
                            <a:pt x="16954" y="5239"/>
                          </a:cubicBezTo>
                          <a:cubicBezTo>
                            <a:pt x="27051" y="6287"/>
                            <a:pt x="40100" y="6953"/>
                            <a:pt x="5248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5" name="Forme libre : forme 14464">
                      <a:extLst>
                        <a:ext uri="{FF2B5EF4-FFF2-40B4-BE49-F238E27FC236}">
                          <a16:creationId xmlns:a16="http://schemas.microsoft.com/office/drawing/2014/main" id="{C150744E-B36D-4F13-BF13-0B84B0EF7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2086" y="2817014"/>
                      <a:ext cx="61912" cy="21054"/>
                    </a:xfrm>
                    <a:custGeom>
                      <a:avLst/>
                      <a:gdLst>
                        <a:gd name="connsiteX0" fmla="*/ 61913 w 61912"/>
                        <a:gd name="connsiteY0" fmla="*/ 5815 h 21054"/>
                        <a:gd name="connsiteX1" fmla="*/ 54197 w 61912"/>
                        <a:gd name="connsiteY1" fmla="*/ 3053 h 21054"/>
                        <a:gd name="connsiteX2" fmla="*/ 35624 w 61912"/>
                        <a:gd name="connsiteY2" fmla="*/ 4 h 21054"/>
                        <a:gd name="connsiteX3" fmla="*/ 14478 w 61912"/>
                        <a:gd name="connsiteY3" fmla="*/ 4481 h 21054"/>
                        <a:gd name="connsiteX4" fmla="*/ 0 w 61912"/>
                        <a:gd name="connsiteY4" fmla="*/ 21055 h 21054"/>
                        <a:gd name="connsiteX5" fmla="*/ 13145 w 61912"/>
                        <a:gd name="connsiteY5" fmla="*/ 8482 h 21054"/>
                        <a:gd name="connsiteX6" fmla="*/ 32671 w 61912"/>
                        <a:gd name="connsiteY6" fmla="*/ 2005 h 21054"/>
                        <a:gd name="connsiteX7" fmla="*/ 61913 w 61912"/>
                        <a:gd name="connsiteY7" fmla="*/ 5815 h 21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1912" h="21054">
                          <a:moveTo>
                            <a:pt x="61913" y="5815"/>
                          </a:moveTo>
                          <a:cubicBezTo>
                            <a:pt x="61913" y="5815"/>
                            <a:pt x="59055" y="4291"/>
                            <a:pt x="54197" y="3053"/>
                          </a:cubicBezTo>
                          <a:cubicBezTo>
                            <a:pt x="49340" y="1719"/>
                            <a:pt x="42672" y="290"/>
                            <a:pt x="35624" y="4"/>
                          </a:cubicBezTo>
                          <a:cubicBezTo>
                            <a:pt x="28480" y="-91"/>
                            <a:pt x="20765" y="1338"/>
                            <a:pt x="14478" y="4481"/>
                          </a:cubicBezTo>
                          <a:cubicBezTo>
                            <a:pt x="8096" y="7529"/>
                            <a:pt x="2953" y="12958"/>
                            <a:pt x="0" y="21055"/>
                          </a:cubicBezTo>
                          <a:cubicBezTo>
                            <a:pt x="0" y="21055"/>
                            <a:pt x="3620" y="14006"/>
                            <a:pt x="13145" y="8482"/>
                          </a:cubicBezTo>
                          <a:cubicBezTo>
                            <a:pt x="17907" y="5720"/>
                            <a:pt x="24384" y="3148"/>
                            <a:pt x="32671" y="2005"/>
                          </a:cubicBezTo>
                          <a:cubicBezTo>
                            <a:pt x="40577" y="1433"/>
                            <a:pt x="50673" y="2005"/>
                            <a:pt x="61913" y="58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6" name="Forme libre : forme 14465">
                      <a:extLst>
                        <a:ext uri="{FF2B5EF4-FFF2-40B4-BE49-F238E27FC236}">
                          <a16:creationId xmlns:a16="http://schemas.microsoft.com/office/drawing/2014/main" id="{7836AE5D-E804-45B9-A842-79D7BC758D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4184" y="2869416"/>
                      <a:ext cx="20493" cy="20621"/>
                    </a:xfrm>
                    <a:custGeom>
                      <a:avLst/>
                      <a:gdLst>
                        <a:gd name="connsiteX0" fmla="*/ 18866 w 20493"/>
                        <a:gd name="connsiteY0" fmla="*/ 20278 h 20621"/>
                        <a:gd name="connsiteX1" fmla="*/ 5245 w 20493"/>
                        <a:gd name="connsiteY1" fmla="*/ 13039 h 20621"/>
                        <a:gd name="connsiteX2" fmla="*/ 1340 w 20493"/>
                        <a:gd name="connsiteY2" fmla="*/ 466 h 20621"/>
                        <a:gd name="connsiteX3" fmla="*/ 15722 w 20493"/>
                        <a:gd name="connsiteY3" fmla="*/ 7419 h 20621"/>
                        <a:gd name="connsiteX4" fmla="*/ 18866 w 20493"/>
                        <a:gd name="connsiteY4" fmla="*/ 20278 h 20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93" h="20621">
                          <a:moveTo>
                            <a:pt x="18866" y="20278"/>
                          </a:moveTo>
                          <a:cubicBezTo>
                            <a:pt x="15817" y="21707"/>
                            <a:pt x="9817" y="18564"/>
                            <a:pt x="5245" y="13039"/>
                          </a:cubicBezTo>
                          <a:cubicBezTo>
                            <a:pt x="387" y="7800"/>
                            <a:pt x="-1518" y="2181"/>
                            <a:pt x="1340" y="466"/>
                          </a:cubicBezTo>
                          <a:cubicBezTo>
                            <a:pt x="4102" y="-1153"/>
                            <a:pt x="11055" y="1514"/>
                            <a:pt x="15722" y="7419"/>
                          </a:cubicBezTo>
                          <a:cubicBezTo>
                            <a:pt x="20580" y="13134"/>
                            <a:pt x="21914" y="18850"/>
                            <a:pt x="18866" y="2027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7" name="Forme libre : forme 14466">
                      <a:extLst>
                        <a:ext uri="{FF2B5EF4-FFF2-40B4-BE49-F238E27FC236}">
                          <a16:creationId xmlns:a16="http://schemas.microsoft.com/office/drawing/2014/main" id="{1927C032-6DFB-408B-A695-4C0F73018F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748" y="2885655"/>
                      <a:ext cx="6603" cy="5945"/>
                    </a:xfrm>
                    <a:custGeom>
                      <a:avLst/>
                      <a:gdLst>
                        <a:gd name="connsiteX0" fmla="*/ 6207 w 6603"/>
                        <a:gd name="connsiteY0" fmla="*/ 5182 h 5945"/>
                        <a:gd name="connsiteX1" fmla="*/ 1730 w 6603"/>
                        <a:gd name="connsiteY1" fmla="*/ 4992 h 5945"/>
                        <a:gd name="connsiteX2" fmla="*/ 397 w 6603"/>
                        <a:gd name="connsiteY2" fmla="*/ 801 h 5945"/>
                        <a:gd name="connsiteX3" fmla="*/ 4873 w 6603"/>
                        <a:gd name="connsiteY3" fmla="*/ 991 h 5945"/>
                        <a:gd name="connsiteX4" fmla="*/ 6207 w 6603"/>
                        <a:gd name="connsiteY4" fmla="*/ 5182 h 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03" h="5945">
                          <a:moveTo>
                            <a:pt x="6207" y="5182"/>
                          </a:moveTo>
                          <a:cubicBezTo>
                            <a:pt x="5350" y="6230"/>
                            <a:pt x="3349" y="6230"/>
                            <a:pt x="1730" y="4992"/>
                          </a:cubicBezTo>
                          <a:cubicBezTo>
                            <a:pt x="111" y="3849"/>
                            <a:pt x="-461" y="1944"/>
                            <a:pt x="397" y="801"/>
                          </a:cubicBezTo>
                          <a:cubicBezTo>
                            <a:pt x="1254" y="-342"/>
                            <a:pt x="3254" y="-247"/>
                            <a:pt x="4873" y="991"/>
                          </a:cubicBezTo>
                          <a:cubicBezTo>
                            <a:pt x="6493" y="2230"/>
                            <a:pt x="7064" y="4039"/>
                            <a:pt x="6207" y="51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8" name="Forme libre : forme 14467">
                      <a:extLst>
                        <a:ext uri="{FF2B5EF4-FFF2-40B4-BE49-F238E27FC236}">
                          <a16:creationId xmlns:a16="http://schemas.microsoft.com/office/drawing/2014/main" id="{9A7C1A67-6B5D-4197-8F1B-2AFC0ECAD5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8175" y="2846929"/>
                      <a:ext cx="42119" cy="69075"/>
                    </a:xfrm>
                    <a:custGeom>
                      <a:avLst/>
                      <a:gdLst>
                        <a:gd name="connsiteX0" fmla="*/ 41736 w 42119"/>
                        <a:gd name="connsiteY0" fmla="*/ 46861 h 69075"/>
                        <a:gd name="connsiteX1" fmla="*/ 30497 w 42119"/>
                        <a:gd name="connsiteY1" fmla="*/ 66578 h 69075"/>
                        <a:gd name="connsiteX2" fmla="*/ 22305 w 42119"/>
                        <a:gd name="connsiteY2" fmla="*/ 68007 h 69075"/>
                        <a:gd name="connsiteX3" fmla="*/ 19543 w 42119"/>
                        <a:gd name="connsiteY3" fmla="*/ 59625 h 69075"/>
                        <a:gd name="connsiteX4" fmla="*/ 20400 w 42119"/>
                        <a:gd name="connsiteY4" fmla="*/ 33526 h 69075"/>
                        <a:gd name="connsiteX5" fmla="*/ 7256 w 42119"/>
                        <a:gd name="connsiteY5" fmla="*/ 15238 h 69075"/>
                        <a:gd name="connsiteX6" fmla="*/ 779 w 42119"/>
                        <a:gd name="connsiteY6" fmla="*/ 5427 h 69075"/>
                        <a:gd name="connsiteX7" fmla="*/ 2112 w 42119"/>
                        <a:gd name="connsiteY7" fmla="*/ 189 h 69075"/>
                        <a:gd name="connsiteX8" fmla="*/ 11542 w 42119"/>
                        <a:gd name="connsiteY8" fmla="*/ 1998 h 69075"/>
                        <a:gd name="connsiteX9" fmla="*/ 22305 w 42119"/>
                        <a:gd name="connsiteY9" fmla="*/ 9237 h 69075"/>
                        <a:gd name="connsiteX10" fmla="*/ 37641 w 42119"/>
                        <a:gd name="connsiteY10" fmla="*/ 26192 h 69075"/>
                        <a:gd name="connsiteX11" fmla="*/ 41736 w 42119"/>
                        <a:gd name="connsiteY11" fmla="*/ 46861 h 690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2119" h="69075">
                          <a:moveTo>
                            <a:pt x="41736" y="46861"/>
                          </a:moveTo>
                          <a:cubicBezTo>
                            <a:pt x="40403" y="55053"/>
                            <a:pt x="35831" y="61244"/>
                            <a:pt x="30497" y="66578"/>
                          </a:cubicBezTo>
                          <a:cubicBezTo>
                            <a:pt x="28496" y="68483"/>
                            <a:pt x="25353" y="70293"/>
                            <a:pt x="22305" y="68007"/>
                          </a:cubicBezTo>
                          <a:cubicBezTo>
                            <a:pt x="19543" y="65911"/>
                            <a:pt x="19162" y="62387"/>
                            <a:pt x="19543" y="59625"/>
                          </a:cubicBezTo>
                          <a:cubicBezTo>
                            <a:pt x="20591" y="51243"/>
                            <a:pt x="24020" y="43337"/>
                            <a:pt x="20400" y="33526"/>
                          </a:cubicBezTo>
                          <a:cubicBezTo>
                            <a:pt x="19257" y="30478"/>
                            <a:pt x="12590" y="22763"/>
                            <a:pt x="7256" y="15238"/>
                          </a:cubicBezTo>
                          <a:cubicBezTo>
                            <a:pt x="4684" y="11428"/>
                            <a:pt x="1922" y="8190"/>
                            <a:pt x="779" y="5427"/>
                          </a:cubicBezTo>
                          <a:cubicBezTo>
                            <a:pt x="-459" y="2760"/>
                            <a:pt x="-364" y="760"/>
                            <a:pt x="2112" y="189"/>
                          </a:cubicBezTo>
                          <a:cubicBezTo>
                            <a:pt x="4589" y="-383"/>
                            <a:pt x="7827" y="379"/>
                            <a:pt x="11542" y="1998"/>
                          </a:cubicBezTo>
                          <a:cubicBezTo>
                            <a:pt x="15066" y="3618"/>
                            <a:pt x="18686" y="6380"/>
                            <a:pt x="22305" y="9237"/>
                          </a:cubicBezTo>
                          <a:cubicBezTo>
                            <a:pt x="29640" y="14952"/>
                            <a:pt x="35545" y="22191"/>
                            <a:pt x="37641" y="26192"/>
                          </a:cubicBezTo>
                          <a:cubicBezTo>
                            <a:pt x="41451" y="33431"/>
                            <a:pt x="42879" y="40670"/>
                            <a:pt x="41736" y="468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44" name="Graphique 1">
                    <a:extLst>
                      <a:ext uri="{FF2B5EF4-FFF2-40B4-BE49-F238E27FC236}">
                        <a16:creationId xmlns:a16="http://schemas.microsoft.com/office/drawing/2014/main" id="{BAAE53E7-497D-4DA0-980F-EF65116FC19A}"/>
                      </a:ext>
                    </a:extLst>
                  </p:cNvPr>
                  <p:cNvGrpSpPr/>
                  <p:nvPr/>
                </p:nvGrpSpPr>
                <p:grpSpPr>
                  <a:xfrm>
                    <a:off x="3048960" y="2906151"/>
                    <a:ext cx="132770" cy="144940"/>
                    <a:chOff x="3048960" y="2906151"/>
                    <a:chExt cx="132770" cy="144940"/>
                  </a:xfrm>
                  <a:solidFill>
                    <a:schemeClr val="accent1"/>
                  </a:solidFill>
                </p:grpSpPr>
                <p:sp>
                  <p:nvSpPr>
                    <p:cNvPr id="14445" name="Forme libre : forme 14444">
                      <a:extLst>
                        <a:ext uri="{FF2B5EF4-FFF2-40B4-BE49-F238E27FC236}">
                          <a16:creationId xmlns:a16="http://schemas.microsoft.com/office/drawing/2014/main" id="{ADE1C9AD-5494-430E-AF4E-0588D4518B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157" y="2906151"/>
                      <a:ext cx="132573" cy="144940"/>
                    </a:xfrm>
                    <a:custGeom>
                      <a:avLst/>
                      <a:gdLst>
                        <a:gd name="connsiteX0" fmla="*/ 47806 w 132573"/>
                        <a:gd name="connsiteY0" fmla="*/ 122323 h 144940"/>
                        <a:gd name="connsiteX1" fmla="*/ 31042 w 132573"/>
                        <a:gd name="connsiteY1" fmla="*/ 101082 h 144940"/>
                        <a:gd name="connsiteX2" fmla="*/ 14087 w 132573"/>
                        <a:gd name="connsiteY2" fmla="*/ 80603 h 144940"/>
                        <a:gd name="connsiteX3" fmla="*/ 276 w 132573"/>
                        <a:gd name="connsiteY3" fmla="*/ 50980 h 144940"/>
                        <a:gd name="connsiteX4" fmla="*/ 7896 w 132573"/>
                        <a:gd name="connsiteY4" fmla="*/ 24977 h 144940"/>
                        <a:gd name="connsiteX5" fmla="*/ 25898 w 132573"/>
                        <a:gd name="connsiteY5" fmla="*/ 6975 h 144940"/>
                        <a:gd name="connsiteX6" fmla="*/ 52949 w 132573"/>
                        <a:gd name="connsiteY6" fmla="*/ 1164 h 144940"/>
                        <a:gd name="connsiteX7" fmla="*/ 84001 w 132573"/>
                        <a:gd name="connsiteY7" fmla="*/ 21548 h 144940"/>
                        <a:gd name="connsiteX8" fmla="*/ 102384 w 132573"/>
                        <a:gd name="connsiteY8" fmla="*/ 44503 h 144940"/>
                        <a:gd name="connsiteX9" fmla="*/ 119910 w 132573"/>
                        <a:gd name="connsiteY9" fmla="*/ 67458 h 144940"/>
                        <a:gd name="connsiteX10" fmla="*/ 122387 w 132573"/>
                        <a:gd name="connsiteY10" fmla="*/ 125656 h 144940"/>
                        <a:gd name="connsiteX11" fmla="*/ 102574 w 132573"/>
                        <a:gd name="connsiteY11" fmla="*/ 140325 h 144940"/>
                        <a:gd name="connsiteX12" fmla="*/ 47806 w 132573"/>
                        <a:gd name="connsiteY12" fmla="*/ 122323 h 144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2573" h="144940">
                          <a:moveTo>
                            <a:pt x="47806" y="122323"/>
                          </a:moveTo>
                          <a:cubicBezTo>
                            <a:pt x="42281" y="115083"/>
                            <a:pt x="36662" y="108130"/>
                            <a:pt x="31042" y="101082"/>
                          </a:cubicBezTo>
                          <a:cubicBezTo>
                            <a:pt x="25422" y="94033"/>
                            <a:pt x="19707" y="87461"/>
                            <a:pt x="14087" y="80603"/>
                          </a:cubicBezTo>
                          <a:cubicBezTo>
                            <a:pt x="5991" y="71554"/>
                            <a:pt x="1514" y="60696"/>
                            <a:pt x="276" y="50980"/>
                          </a:cubicBezTo>
                          <a:cubicBezTo>
                            <a:pt x="-867" y="41074"/>
                            <a:pt x="1514" y="31454"/>
                            <a:pt x="7896" y="24977"/>
                          </a:cubicBezTo>
                          <a:lnTo>
                            <a:pt x="25898" y="6975"/>
                          </a:lnTo>
                          <a:cubicBezTo>
                            <a:pt x="32471" y="402"/>
                            <a:pt x="42186" y="-1503"/>
                            <a:pt x="52949" y="1164"/>
                          </a:cubicBezTo>
                          <a:cubicBezTo>
                            <a:pt x="63808" y="3641"/>
                            <a:pt x="74857" y="10880"/>
                            <a:pt x="84001" y="21548"/>
                          </a:cubicBezTo>
                          <a:cubicBezTo>
                            <a:pt x="90097" y="29168"/>
                            <a:pt x="96479" y="36788"/>
                            <a:pt x="102384" y="44503"/>
                          </a:cubicBezTo>
                          <a:cubicBezTo>
                            <a:pt x="108289" y="52123"/>
                            <a:pt x="114290" y="59839"/>
                            <a:pt x="119910" y="67458"/>
                          </a:cubicBezTo>
                          <a:cubicBezTo>
                            <a:pt x="136007" y="88985"/>
                            <a:pt x="136674" y="114988"/>
                            <a:pt x="122387" y="125656"/>
                          </a:cubicBezTo>
                          <a:lnTo>
                            <a:pt x="102574" y="140325"/>
                          </a:lnTo>
                          <a:cubicBezTo>
                            <a:pt x="88001" y="150993"/>
                            <a:pt x="63427" y="142420"/>
                            <a:pt x="47806" y="12232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46" name="Forme libre : forme 14445">
                      <a:extLst>
                        <a:ext uri="{FF2B5EF4-FFF2-40B4-BE49-F238E27FC236}">
                          <a16:creationId xmlns:a16="http://schemas.microsoft.com/office/drawing/2014/main" id="{54B21615-3CE8-4217-8444-45180644CA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8960" y="2923317"/>
                      <a:ext cx="103057" cy="127774"/>
                    </a:xfrm>
                    <a:custGeom>
                      <a:avLst/>
                      <a:gdLst>
                        <a:gd name="connsiteX0" fmla="*/ 43335 w 103057"/>
                        <a:gd name="connsiteY0" fmla="*/ 51530 h 127774"/>
                        <a:gd name="connsiteX1" fmla="*/ 23047 w 103057"/>
                        <a:gd name="connsiteY1" fmla="*/ 27051 h 127774"/>
                        <a:gd name="connsiteX2" fmla="*/ 15713 w 103057"/>
                        <a:gd name="connsiteY2" fmla="*/ 0 h 127774"/>
                        <a:gd name="connsiteX3" fmla="*/ 7902 w 103057"/>
                        <a:gd name="connsiteY3" fmla="*/ 7811 h 127774"/>
                        <a:gd name="connsiteX4" fmla="*/ 282 w 103057"/>
                        <a:gd name="connsiteY4" fmla="*/ 33814 h 127774"/>
                        <a:gd name="connsiteX5" fmla="*/ 14094 w 103057"/>
                        <a:gd name="connsiteY5" fmla="*/ 63437 h 127774"/>
                        <a:gd name="connsiteX6" fmla="*/ 31048 w 103057"/>
                        <a:gd name="connsiteY6" fmla="*/ 83915 h 127774"/>
                        <a:gd name="connsiteX7" fmla="*/ 47812 w 103057"/>
                        <a:gd name="connsiteY7" fmla="*/ 105156 h 127774"/>
                        <a:gd name="connsiteX8" fmla="*/ 102390 w 103057"/>
                        <a:gd name="connsiteY8" fmla="*/ 123158 h 127774"/>
                        <a:gd name="connsiteX9" fmla="*/ 103057 w 103057"/>
                        <a:gd name="connsiteY9" fmla="*/ 122682 h 127774"/>
                        <a:gd name="connsiteX10" fmla="*/ 74577 w 103057"/>
                        <a:gd name="connsiteY10" fmla="*/ 85439 h 127774"/>
                        <a:gd name="connsiteX11" fmla="*/ 43335 w 103057"/>
                        <a:gd name="connsiteY11" fmla="*/ 51530 h 127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3057" h="127774">
                          <a:moveTo>
                            <a:pt x="43335" y="51530"/>
                          </a:moveTo>
                          <a:cubicBezTo>
                            <a:pt x="34953" y="44291"/>
                            <a:pt x="27810" y="36100"/>
                            <a:pt x="23047" y="27051"/>
                          </a:cubicBezTo>
                          <a:cubicBezTo>
                            <a:pt x="18094" y="18383"/>
                            <a:pt x="15522" y="8954"/>
                            <a:pt x="15713" y="0"/>
                          </a:cubicBezTo>
                          <a:lnTo>
                            <a:pt x="7902" y="7811"/>
                          </a:lnTo>
                          <a:cubicBezTo>
                            <a:pt x="1426" y="14288"/>
                            <a:pt x="-861" y="23813"/>
                            <a:pt x="282" y="33814"/>
                          </a:cubicBezTo>
                          <a:cubicBezTo>
                            <a:pt x="1521" y="43529"/>
                            <a:pt x="5997" y="54388"/>
                            <a:pt x="14094" y="63437"/>
                          </a:cubicBezTo>
                          <a:cubicBezTo>
                            <a:pt x="19713" y="70295"/>
                            <a:pt x="25524" y="76867"/>
                            <a:pt x="31048" y="83915"/>
                          </a:cubicBezTo>
                          <a:cubicBezTo>
                            <a:pt x="36668" y="90964"/>
                            <a:pt x="42288" y="97822"/>
                            <a:pt x="47812" y="105156"/>
                          </a:cubicBezTo>
                          <a:cubicBezTo>
                            <a:pt x="63433" y="125254"/>
                            <a:pt x="88103" y="133826"/>
                            <a:pt x="102390" y="123158"/>
                          </a:cubicBezTo>
                          <a:lnTo>
                            <a:pt x="103057" y="122682"/>
                          </a:lnTo>
                          <a:cubicBezTo>
                            <a:pt x="92770" y="110395"/>
                            <a:pt x="83912" y="97631"/>
                            <a:pt x="74577" y="85439"/>
                          </a:cubicBezTo>
                          <a:cubicBezTo>
                            <a:pt x="65243" y="73247"/>
                            <a:pt x="55432" y="61531"/>
                            <a:pt x="43335" y="5153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47" name="Forme libre : forme 14446">
                      <a:extLst>
                        <a:ext uri="{FF2B5EF4-FFF2-40B4-BE49-F238E27FC236}">
                          <a16:creationId xmlns:a16="http://schemas.microsoft.com/office/drawing/2014/main" id="{77FDC1FF-8DAA-4255-BB49-B6C9AC9641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5042" y="2959083"/>
                      <a:ext cx="50218" cy="58182"/>
                    </a:xfrm>
                    <a:custGeom>
                      <a:avLst/>
                      <a:gdLst>
                        <a:gd name="connsiteX0" fmla="*/ 46116 w 50218"/>
                        <a:gd name="connsiteY0" fmla="*/ 56341 h 58182"/>
                        <a:gd name="connsiteX1" fmla="*/ 11731 w 50218"/>
                        <a:gd name="connsiteY1" fmla="*/ 39577 h 58182"/>
                        <a:gd name="connsiteX2" fmla="*/ 3730 w 50218"/>
                        <a:gd name="connsiteY2" fmla="*/ 2239 h 58182"/>
                        <a:gd name="connsiteX3" fmla="*/ 38782 w 50218"/>
                        <a:gd name="connsiteY3" fmla="*/ 18432 h 58182"/>
                        <a:gd name="connsiteX4" fmla="*/ 46116 w 50218"/>
                        <a:gd name="connsiteY4" fmla="*/ 56341 h 58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218" h="58182">
                          <a:moveTo>
                            <a:pt x="46116" y="56341"/>
                          </a:moveTo>
                          <a:cubicBezTo>
                            <a:pt x="38592" y="61961"/>
                            <a:pt x="23256" y="54246"/>
                            <a:pt x="11731" y="39577"/>
                          </a:cubicBezTo>
                          <a:cubicBezTo>
                            <a:pt x="301" y="24813"/>
                            <a:pt x="-3604" y="8526"/>
                            <a:pt x="3730" y="2239"/>
                          </a:cubicBezTo>
                          <a:cubicBezTo>
                            <a:pt x="10874" y="-3952"/>
                            <a:pt x="27066" y="3096"/>
                            <a:pt x="38782" y="18432"/>
                          </a:cubicBezTo>
                          <a:cubicBezTo>
                            <a:pt x="50593" y="33672"/>
                            <a:pt x="53641" y="50721"/>
                            <a:pt x="46116" y="56341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48" name="Forme libre : forme 14447">
                      <a:extLst>
                        <a:ext uri="{FF2B5EF4-FFF2-40B4-BE49-F238E27FC236}">
                          <a16:creationId xmlns:a16="http://schemas.microsoft.com/office/drawing/2014/main" id="{FDE1F921-34C0-4257-B651-0C381893AB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5042" y="2959201"/>
                      <a:ext cx="24399" cy="50508"/>
                    </a:xfrm>
                    <a:custGeom>
                      <a:avLst/>
                      <a:gdLst>
                        <a:gd name="connsiteX0" fmla="*/ 24399 w 24399"/>
                        <a:gd name="connsiteY0" fmla="*/ 4883 h 50508"/>
                        <a:gd name="connsiteX1" fmla="*/ 3730 w 24399"/>
                        <a:gd name="connsiteY1" fmla="*/ 2216 h 50508"/>
                        <a:gd name="connsiteX2" fmla="*/ 11731 w 24399"/>
                        <a:gd name="connsiteY2" fmla="*/ 39554 h 50508"/>
                        <a:gd name="connsiteX3" fmla="*/ 22590 w 24399"/>
                        <a:gd name="connsiteY3" fmla="*/ 50508 h 50508"/>
                        <a:gd name="connsiteX4" fmla="*/ 18399 w 24399"/>
                        <a:gd name="connsiteY4" fmla="*/ 43079 h 50508"/>
                        <a:gd name="connsiteX5" fmla="*/ 24399 w 24399"/>
                        <a:gd name="connsiteY5" fmla="*/ 4883 h 50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399" h="50508">
                          <a:moveTo>
                            <a:pt x="24399" y="4883"/>
                          </a:moveTo>
                          <a:cubicBezTo>
                            <a:pt x="16112" y="-355"/>
                            <a:pt x="8302" y="-1593"/>
                            <a:pt x="3730" y="2216"/>
                          </a:cubicBezTo>
                          <a:cubicBezTo>
                            <a:pt x="-3604" y="8503"/>
                            <a:pt x="301" y="24791"/>
                            <a:pt x="11731" y="39554"/>
                          </a:cubicBezTo>
                          <a:cubicBezTo>
                            <a:pt x="15160" y="43841"/>
                            <a:pt x="18875" y="47460"/>
                            <a:pt x="22590" y="50508"/>
                          </a:cubicBezTo>
                          <a:cubicBezTo>
                            <a:pt x="20875" y="48222"/>
                            <a:pt x="19446" y="45746"/>
                            <a:pt x="18399" y="43079"/>
                          </a:cubicBezTo>
                          <a:cubicBezTo>
                            <a:pt x="13255" y="28029"/>
                            <a:pt x="14684" y="11265"/>
                            <a:pt x="24399" y="4883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49" name="Forme libre : forme 14448">
                      <a:extLst>
                        <a:ext uri="{FF2B5EF4-FFF2-40B4-BE49-F238E27FC236}">
                          <a16:creationId xmlns:a16="http://schemas.microsoft.com/office/drawing/2014/main" id="{02A69451-DF33-4BF6-AEAA-CA7E5828C9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4158" y="2964320"/>
                      <a:ext cx="50149" cy="57993"/>
                    </a:xfrm>
                    <a:custGeom>
                      <a:avLst/>
                      <a:gdLst>
                        <a:gd name="connsiteX0" fmla="*/ 46048 w 50149"/>
                        <a:gd name="connsiteY0" fmla="*/ 56152 h 57993"/>
                        <a:gd name="connsiteX1" fmla="*/ 11662 w 50149"/>
                        <a:gd name="connsiteY1" fmla="*/ 39388 h 57993"/>
                        <a:gd name="connsiteX2" fmla="*/ 3757 w 50149"/>
                        <a:gd name="connsiteY2" fmla="*/ 2241 h 57993"/>
                        <a:gd name="connsiteX3" fmla="*/ 38713 w 50149"/>
                        <a:gd name="connsiteY3" fmla="*/ 18338 h 57993"/>
                        <a:gd name="connsiteX4" fmla="*/ 46048 w 50149"/>
                        <a:gd name="connsiteY4" fmla="*/ 56152 h 579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149" h="57993">
                          <a:moveTo>
                            <a:pt x="46048" y="56152"/>
                          </a:moveTo>
                          <a:cubicBezTo>
                            <a:pt x="38523" y="61772"/>
                            <a:pt x="23188" y="54057"/>
                            <a:pt x="11662" y="39388"/>
                          </a:cubicBezTo>
                          <a:cubicBezTo>
                            <a:pt x="232" y="24720"/>
                            <a:pt x="-3578" y="8432"/>
                            <a:pt x="3757" y="2241"/>
                          </a:cubicBezTo>
                          <a:cubicBezTo>
                            <a:pt x="10996" y="-3951"/>
                            <a:pt x="26998" y="3098"/>
                            <a:pt x="38713" y="18338"/>
                          </a:cubicBezTo>
                          <a:cubicBezTo>
                            <a:pt x="50524" y="33578"/>
                            <a:pt x="53572" y="50532"/>
                            <a:pt x="46048" y="5615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50" name="Forme libre : forme 14449">
                      <a:extLst>
                        <a:ext uri="{FF2B5EF4-FFF2-40B4-BE49-F238E27FC236}">
                          <a16:creationId xmlns:a16="http://schemas.microsoft.com/office/drawing/2014/main" id="{E0198966-0235-4D14-835E-34E4E6DDFA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370" y="2926320"/>
                      <a:ext cx="53537" cy="93449"/>
                    </a:xfrm>
                    <a:custGeom>
                      <a:avLst/>
                      <a:gdLst>
                        <a:gd name="connsiteX0" fmla="*/ 11542 w 53537"/>
                        <a:gd name="connsiteY0" fmla="*/ 14809 h 93449"/>
                        <a:gd name="connsiteX1" fmla="*/ 1256 w 53537"/>
                        <a:gd name="connsiteY1" fmla="*/ 27382 h 93449"/>
                        <a:gd name="connsiteX2" fmla="*/ 9923 w 53537"/>
                        <a:gd name="connsiteY2" fmla="*/ 63768 h 93449"/>
                        <a:gd name="connsiteX3" fmla="*/ 33641 w 53537"/>
                        <a:gd name="connsiteY3" fmla="*/ 89581 h 93449"/>
                        <a:gd name="connsiteX4" fmla="*/ 52786 w 53537"/>
                        <a:gd name="connsiteY4" fmla="*/ 89295 h 93449"/>
                        <a:gd name="connsiteX5" fmla="*/ 51928 w 53537"/>
                        <a:gd name="connsiteY5" fmla="*/ 74912 h 93449"/>
                        <a:gd name="connsiteX6" fmla="*/ 48595 w 53537"/>
                        <a:gd name="connsiteY6" fmla="*/ 40241 h 93449"/>
                        <a:gd name="connsiteX7" fmla="*/ 39260 w 53537"/>
                        <a:gd name="connsiteY7" fmla="*/ 2141 h 93449"/>
                        <a:gd name="connsiteX8" fmla="*/ 11542 w 53537"/>
                        <a:gd name="connsiteY8" fmla="*/ 14809 h 93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537" h="93449">
                          <a:moveTo>
                            <a:pt x="11542" y="14809"/>
                          </a:moveTo>
                          <a:cubicBezTo>
                            <a:pt x="7351" y="18333"/>
                            <a:pt x="3160" y="21953"/>
                            <a:pt x="1256" y="27382"/>
                          </a:cubicBezTo>
                          <a:cubicBezTo>
                            <a:pt x="-2555" y="37860"/>
                            <a:pt x="2875" y="51576"/>
                            <a:pt x="9923" y="63768"/>
                          </a:cubicBezTo>
                          <a:cubicBezTo>
                            <a:pt x="16019" y="73579"/>
                            <a:pt x="23830" y="83675"/>
                            <a:pt x="33641" y="89581"/>
                          </a:cubicBezTo>
                          <a:cubicBezTo>
                            <a:pt x="40880" y="94057"/>
                            <a:pt x="50119" y="95486"/>
                            <a:pt x="52786" y="89295"/>
                          </a:cubicBezTo>
                          <a:cubicBezTo>
                            <a:pt x="54405" y="85485"/>
                            <a:pt x="53072" y="79960"/>
                            <a:pt x="51928" y="74912"/>
                          </a:cubicBezTo>
                          <a:cubicBezTo>
                            <a:pt x="49166" y="63101"/>
                            <a:pt x="48214" y="51290"/>
                            <a:pt x="48595" y="40241"/>
                          </a:cubicBezTo>
                          <a:cubicBezTo>
                            <a:pt x="48976" y="30907"/>
                            <a:pt x="52405" y="10714"/>
                            <a:pt x="39260" y="2141"/>
                          </a:cubicBezTo>
                          <a:cubicBezTo>
                            <a:pt x="27640" y="-5669"/>
                            <a:pt x="17258" y="10047"/>
                            <a:pt x="11542" y="1480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51" name="Forme libre : forme 14450">
                      <a:extLst>
                        <a:ext uri="{FF2B5EF4-FFF2-40B4-BE49-F238E27FC236}">
                          <a16:creationId xmlns:a16="http://schemas.microsoft.com/office/drawing/2014/main" id="{38EF7E13-846E-4313-BD15-BB4E5C2D1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8108" y="2940072"/>
                      <a:ext cx="28227" cy="18637"/>
                    </a:xfrm>
                    <a:custGeom>
                      <a:avLst/>
                      <a:gdLst>
                        <a:gd name="connsiteX0" fmla="*/ 4950 w 28227"/>
                        <a:gd name="connsiteY0" fmla="*/ 9 h 18637"/>
                        <a:gd name="connsiteX1" fmla="*/ 1045 w 28227"/>
                        <a:gd name="connsiteY1" fmla="*/ 1152 h 18637"/>
                        <a:gd name="connsiteX2" fmla="*/ 378 w 28227"/>
                        <a:gd name="connsiteY2" fmla="*/ 5248 h 18637"/>
                        <a:gd name="connsiteX3" fmla="*/ 3807 w 28227"/>
                        <a:gd name="connsiteY3" fmla="*/ 8962 h 18637"/>
                        <a:gd name="connsiteX4" fmla="*/ 14380 w 28227"/>
                        <a:gd name="connsiteY4" fmla="*/ 16202 h 18637"/>
                        <a:gd name="connsiteX5" fmla="*/ 18952 w 28227"/>
                        <a:gd name="connsiteY5" fmla="*/ 18297 h 18637"/>
                        <a:gd name="connsiteX6" fmla="*/ 25143 w 28227"/>
                        <a:gd name="connsiteY6" fmla="*/ 8296 h 18637"/>
                        <a:gd name="connsiteX7" fmla="*/ 4950 w 28227"/>
                        <a:gd name="connsiteY7" fmla="*/ 9 h 186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227" h="18637">
                          <a:moveTo>
                            <a:pt x="4950" y="9"/>
                          </a:moveTo>
                          <a:cubicBezTo>
                            <a:pt x="3521" y="104"/>
                            <a:pt x="1997" y="295"/>
                            <a:pt x="1045" y="1152"/>
                          </a:cubicBezTo>
                          <a:cubicBezTo>
                            <a:pt x="92" y="2009"/>
                            <a:pt x="-384" y="3628"/>
                            <a:pt x="378" y="5248"/>
                          </a:cubicBezTo>
                          <a:cubicBezTo>
                            <a:pt x="1045" y="6772"/>
                            <a:pt x="2473" y="7915"/>
                            <a:pt x="3807" y="8962"/>
                          </a:cubicBezTo>
                          <a:cubicBezTo>
                            <a:pt x="7331" y="11534"/>
                            <a:pt x="10760" y="14106"/>
                            <a:pt x="14380" y="16202"/>
                          </a:cubicBezTo>
                          <a:cubicBezTo>
                            <a:pt x="15904" y="17059"/>
                            <a:pt x="17428" y="17916"/>
                            <a:pt x="18952" y="18297"/>
                          </a:cubicBezTo>
                          <a:cubicBezTo>
                            <a:pt x="25238" y="19916"/>
                            <a:pt x="32477" y="15630"/>
                            <a:pt x="25143" y="8296"/>
                          </a:cubicBezTo>
                          <a:cubicBezTo>
                            <a:pt x="19523" y="2581"/>
                            <a:pt x="10855" y="-181"/>
                            <a:pt x="4950" y="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52" name="Forme libre : forme 14451">
                      <a:extLst>
                        <a:ext uri="{FF2B5EF4-FFF2-40B4-BE49-F238E27FC236}">
                          <a16:creationId xmlns:a16="http://schemas.microsoft.com/office/drawing/2014/main" id="{58DA2EBF-AE8D-41CF-B2CC-DCB0A742B4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9058" y="3028092"/>
                      <a:ext cx="52577" cy="17299"/>
                    </a:xfrm>
                    <a:custGeom>
                      <a:avLst/>
                      <a:gdLst>
                        <a:gd name="connsiteX0" fmla="*/ 52578 w 52577"/>
                        <a:gd name="connsiteY0" fmla="*/ 12573 h 17299"/>
                        <a:gd name="connsiteX1" fmla="*/ 38576 w 52577"/>
                        <a:gd name="connsiteY1" fmla="*/ 17240 h 17299"/>
                        <a:gd name="connsiteX2" fmla="*/ 0 w 52577"/>
                        <a:gd name="connsiteY2" fmla="*/ 0 h 17299"/>
                        <a:gd name="connsiteX3" fmla="*/ 16573 w 52577"/>
                        <a:gd name="connsiteY3" fmla="*/ 9525 h 17299"/>
                        <a:gd name="connsiteX4" fmla="*/ 52578 w 52577"/>
                        <a:gd name="connsiteY4" fmla="*/ 12573 h 17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77" h="17299">
                          <a:moveTo>
                            <a:pt x="52578" y="12573"/>
                          </a:moveTo>
                          <a:cubicBezTo>
                            <a:pt x="52578" y="12573"/>
                            <a:pt x="47625" y="16764"/>
                            <a:pt x="38576" y="17240"/>
                          </a:cubicBezTo>
                          <a:cubicBezTo>
                            <a:pt x="29528" y="17812"/>
                            <a:pt x="16383" y="14383"/>
                            <a:pt x="0" y="0"/>
                          </a:cubicBezTo>
                          <a:cubicBezTo>
                            <a:pt x="0" y="0"/>
                            <a:pt x="6668" y="5239"/>
                            <a:pt x="16573" y="9525"/>
                          </a:cubicBezTo>
                          <a:cubicBezTo>
                            <a:pt x="26479" y="13906"/>
                            <a:pt x="39624" y="17050"/>
                            <a:pt x="52578" y="125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53" name="Forme libre : forme 14452">
                      <a:extLst>
                        <a:ext uri="{FF2B5EF4-FFF2-40B4-BE49-F238E27FC236}">
                          <a16:creationId xmlns:a16="http://schemas.microsoft.com/office/drawing/2014/main" id="{A1E341EA-EB19-4768-8AF0-F5C97FDC16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4959" y="2911165"/>
                      <a:ext cx="57911" cy="20724"/>
                    </a:xfrm>
                    <a:custGeom>
                      <a:avLst/>
                      <a:gdLst>
                        <a:gd name="connsiteX0" fmla="*/ 57912 w 57911"/>
                        <a:gd name="connsiteY0" fmla="*/ 20725 h 20724"/>
                        <a:gd name="connsiteX1" fmla="*/ 52769 w 57911"/>
                        <a:gd name="connsiteY1" fmla="*/ 15677 h 20724"/>
                        <a:gd name="connsiteX2" fmla="*/ 39243 w 57911"/>
                        <a:gd name="connsiteY2" fmla="*/ 5961 h 20724"/>
                        <a:gd name="connsiteX3" fmla="*/ 20288 w 57911"/>
                        <a:gd name="connsiteY3" fmla="*/ 56 h 20724"/>
                        <a:gd name="connsiteX4" fmla="*/ 0 w 57911"/>
                        <a:gd name="connsiteY4" fmla="*/ 6056 h 20724"/>
                        <a:gd name="connsiteX5" fmla="*/ 17145 w 57911"/>
                        <a:gd name="connsiteY5" fmla="*/ 2723 h 20724"/>
                        <a:gd name="connsiteX6" fmla="*/ 35814 w 57911"/>
                        <a:gd name="connsiteY6" fmla="*/ 6342 h 20724"/>
                        <a:gd name="connsiteX7" fmla="*/ 57912 w 57911"/>
                        <a:gd name="connsiteY7" fmla="*/ 20725 h 20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911" h="20724">
                          <a:moveTo>
                            <a:pt x="57912" y="20725"/>
                          </a:moveTo>
                          <a:cubicBezTo>
                            <a:pt x="57912" y="20725"/>
                            <a:pt x="56197" y="18534"/>
                            <a:pt x="52769" y="15677"/>
                          </a:cubicBezTo>
                          <a:cubicBezTo>
                            <a:pt x="49435" y="12724"/>
                            <a:pt x="44768" y="9009"/>
                            <a:pt x="39243" y="5961"/>
                          </a:cubicBezTo>
                          <a:cubicBezTo>
                            <a:pt x="33814" y="2818"/>
                            <a:pt x="26956" y="532"/>
                            <a:pt x="20288" y="56"/>
                          </a:cubicBezTo>
                          <a:cubicBezTo>
                            <a:pt x="13526" y="-325"/>
                            <a:pt x="6572" y="1199"/>
                            <a:pt x="0" y="6056"/>
                          </a:cubicBezTo>
                          <a:cubicBezTo>
                            <a:pt x="0" y="6056"/>
                            <a:pt x="6477" y="2627"/>
                            <a:pt x="17145" y="2723"/>
                          </a:cubicBezTo>
                          <a:cubicBezTo>
                            <a:pt x="22384" y="2723"/>
                            <a:pt x="28956" y="3675"/>
                            <a:pt x="35814" y="6342"/>
                          </a:cubicBezTo>
                          <a:cubicBezTo>
                            <a:pt x="42672" y="9104"/>
                            <a:pt x="50387" y="13581"/>
                            <a:pt x="57912" y="207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54" name="Forme libre : forme 14453">
                      <a:extLst>
                        <a:ext uri="{FF2B5EF4-FFF2-40B4-BE49-F238E27FC236}">
                          <a16:creationId xmlns:a16="http://schemas.microsoft.com/office/drawing/2014/main" id="{DF9B0B91-49AE-414B-9A4A-B9BAD346E8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2630" y="2977072"/>
                      <a:ext cx="15675" cy="23824"/>
                    </a:xfrm>
                    <a:custGeom>
                      <a:avLst/>
                      <a:gdLst>
                        <a:gd name="connsiteX0" fmla="*/ 13194 w 15675"/>
                        <a:gd name="connsiteY0" fmla="*/ 23778 h 23824"/>
                        <a:gd name="connsiteX1" fmla="*/ 2145 w 15675"/>
                        <a:gd name="connsiteY1" fmla="*/ 13015 h 23824"/>
                        <a:gd name="connsiteX2" fmla="*/ 2431 w 15675"/>
                        <a:gd name="connsiteY2" fmla="*/ 61 h 23824"/>
                        <a:gd name="connsiteX3" fmla="*/ 13575 w 15675"/>
                        <a:gd name="connsiteY3" fmla="*/ 10825 h 23824"/>
                        <a:gd name="connsiteX4" fmla="*/ 13194 w 15675"/>
                        <a:gd name="connsiteY4" fmla="*/ 23778 h 23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75" h="23824">
                          <a:moveTo>
                            <a:pt x="13194" y="23778"/>
                          </a:moveTo>
                          <a:cubicBezTo>
                            <a:pt x="10051" y="24350"/>
                            <a:pt x="5193" y="19492"/>
                            <a:pt x="2145" y="13015"/>
                          </a:cubicBezTo>
                          <a:cubicBezTo>
                            <a:pt x="-807" y="6538"/>
                            <a:pt x="-712" y="728"/>
                            <a:pt x="2431" y="61"/>
                          </a:cubicBezTo>
                          <a:cubicBezTo>
                            <a:pt x="5574" y="-606"/>
                            <a:pt x="10623" y="4252"/>
                            <a:pt x="13575" y="10825"/>
                          </a:cubicBezTo>
                          <a:cubicBezTo>
                            <a:pt x="16528" y="17397"/>
                            <a:pt x="16338" y="23207"/>
                            <a:pt x="13194" y="2377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55" name="Forme libre : forme 14454">
                      <a:extLst>
                        <a:ext uri="{FF2B5EF4-FFF2-40B4-BE49-F238E27FC236}">
                          <a16:creationId xmlns:a16="http://schemas.microsoft.com/office/drawing/2014/main" id="{49B4385C-F753-489B-AB44-50BF320F6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4142" y="2996948"/>
                      <a:ext cx="5817" cy="6375"/>
                    </a:xfrm>
                    <a:custGeom>
                      <a:avLst/>
                      <a:gdLst>
                        <a:gd name="connsiteX0" fmla="*/ 5016 w 5817"/>
                        <a:gd name="connsiteY0" fmla="*/ 5998 h 6375"/>
                        <a:gd name="connsiteX1" fmla="*/ 920 w 5817"/>
                        <a:gd name="connsiteY1" fmla="*/ 4664 h 6375"/>
                        <a:gd name="connsiteX2" fmla="*/ 730 w 5817"/>
                        <a:gd name="connsiteY2" fmla="*/ 378 h 6375"/>
                        <a:gd name="connsiteX3" fmla="*/ 4826 w 5817"/>
                        <a:gd name="connsiteY3" fmla="*/ 1712 h 6375"/>
                        <a:gd name="connsiteX4" fmla="*/ 5016 w 5817"/>
                        <a:gd name="connsiteY4" fmla="*/ 5998 h 6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17" h="6375">
                          <a:moveTo>
                            <a:pt x="5016" y="5998"/>
                          </a:moveTo>
                          <a:cubicBezTo>
                            <a:pt x="3968" y="6855"/>
                            <a:pt x="2063" y="6188"/>
                            <a:pt x="920" y="4664"/>
                          </a:cubicBezTo>
                          <a:cubicBezTo>
                            <a:pt x="-223" y="3140"/>
                            <a:pt x="-318" y="1140"/>
                            <a:pt x="730" y="378"/>
                          </a:cubicBezTo>
                          <a:cubicBezTo>
                            <a:pt x="1777" y="-479"/>
                            <a:pt x="3683" y="188"/>
                            <a:pt x="4826" y="1712"/>
                          </a:cubicBezTo>
                          <a:cubicBezTo>
                            <a:pt x="6064" y="3236"/>
                            <a:pt x="6159" y="5141"/>
                            <a:pt x="5016" y="59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56" name="Forme libre : forme 14455">
                      <a:extLst>
                        <a:ext uri="{FF2B5EF4-FFF2-40B4-BE49-F238E27FC236}">
                          <a16:creationId xmlns:a16="http://schemas.microsoft.com/office/drawing/2014/main" id="{EE942BAC-5EF8-4992-9431-C39473C11F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2683" y="2961025"/>
                      <a:ext cx="28825" cy="69872"/>
                    </a:xfrm>
                    <a:custGeom>
                      <a:avLst/>
                      <a:gdLst>
                        <a:gd name="connsiteX0" fmla="*/ 27051 w 28825"/>
                        <a:gd name="connsiteY0" fmla="*/ 51541 h 69872"/>
                        <a:gd name="connsiteX1" fmla="*/ 12954 w 28825"/>
                        <a:gd name="connsiteY1" fmla="*/ 68305 h 69872"/>
                        <a:gd name="connsiteX2" fmla="*/ 4667 w 28825"/>
                        <a:gd name="connsiteY2" fmla="*/ 68115 h 69872"/>
                        <a:gd name="connsiteX3" fmla="*/ 3429 w 28825"/>
                        <a:gd name="connsiteY3" fmla="*/ 59447 h 69872"/>
                        <a:gd name="connsiteX4" fmla="*/ 9715 w 28825"/>
                        <a:gd name="connsiteY4" fmla="*/ 34968 h 69872"/>
                        <a:gd name="connsiteX5" fmla="*/ 2953 w 28825"/>
                        <a:gd name="connsiteY5" fmla="*/ 11 h 69872"/>
                        <a:gd name="connsiteX6" fmla="*/ 27432 w 28825"/>
                        <a:gd name="connsiteY6" fmla="*/ 31634 h 69872"/>
                        <a:gd name="connsiteX7" fmla="*/ 27051 w 28825"/>
                        <a:gd name="connsiteY7" fmla="*/ 51541 h 69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825" h="69872">
                          <a:moveTo>
                            <a:pt x="27051" y="51541"/>
                          </a:moveTo>
                          <a:cubicBezTo>
                            <a:pt x="24289" y="58971"/>
                            <a:pt x="18955" y="64210"/>
                            <a:pt x="12954" y="68305"/>
                          </a:cubicBezTo>
                          <a:cubicBezTo>
                            <a:pt x="10763" y="69830"/>
                            <a:pt x="7334" y="70972"/>
                            <a:pt x="4667" y="68115"/>
                          </a:cubicBezTo>
                          <a:cubicBezTo>
                            <a:pt x="2286" y="65543"/>
                            <a:pt x="2572" y="61924"/>
                            <a:pt x="3429" y="59447"/>
                          </a:cubicBezTo>
                          <a:cubicBezTo>
                            <a:pt x="6096" y="51541"/>
                            <a:pt x="11049" y="44683"/>
                            <a:pt x="9715" y="34968"/>
                          </a:cubicBezTo>
                          <a:cubicBezTo>
                            <a:pt x="9048" y="28872"/>
                            <a:pt x="-6287" y="-656"/>
                            <a:pt x="2953" y="11"/>
                          </a:cubicBezTo>
                          <a:cubicBezTo>
                            <a:pt x="12478" y="773"/>
                            <a:pt x="25336" y="23633"/>
                            <a:pt x="27432" y="31634"/>
                          </a:cubicBezTo>
                          <a:cubicBezTo>
                            <a:pt x="29527" y="38968"/>
                            <a:pt x="29146" y="45922"/>
                            <a:pt x="27051" y="5154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45" name="Graphique 1">
                    <a:extLst>
                      <a:ext uri="{FF2B5EF4-FFF2-40B4-BE49-F238E27FC236}">
                        <a16:creationId xmlns:a16="http://schemas.microsoft.com/office/drawing/2014/main" id="{902A27AD-59E2-4DBA-BF5E-683FFC8B13F3}"/>
                      </a:ext>
                    </a:extLst>
                  </p:cNvPr>
                  <p:cNvGrpSpPr/>
                  <p:nvPr/>
                </p:nvGrpSpPr>
                <p:grpSpPr>
                  <a:xfrm>
                    <a:off x="3141391" y="3027240"/>
                    <a:ext cx="130921" cy="143745"/>
                    <a:chOff x="3141391" y="3027240"/>
                    <a:chExt cx="130921" cy="143745"/>
                  </a:xfrm>
                  <a:solidFill>
                    <a:schemeClr val="accent1"/>
                  </a:solidFill>
                </p:grpSpPr>
                <p:sp>
                  <p:nvSpPr>
                    <p:cNvPr id="14433" name="Forme libre : forme 14432">
                      <a:extLst>
                        <a:ext uri="{FF2B5EF4-FFF2-40B4-BE49-F238E27FC236}">
                          <a16:creationId xmlns:a16="http://schemas.microsoft.com/office/drawing/2014/main" id="{2287AAEC-6C5A-4976-BCCD-3A950FF8C9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1557" y="3027240"/>
                      <a:ext cx="130754" cy="143650"/>
                    </a:xfrm>
                    <a:custGeom>
                      <a:avLst/>
                      <a:gdLst>
                        <a:gd name="connsiteX0" fmla="*/ 49512 w 130754"/>
                        <a:gd name="connsiteY0" fmla="*/ 121915 h 143650"/>
                        <a:gd name="connsiteX1" fmla="*/ 13127 w 130754"/>
                        <a:gd name="connsiteY1" fmla="*/ 76862 h 143650"/>
                        <a:gd name="connsiteX2" fmla="*/ 9984 w 130754"/>
                        <a:gd name="connsiteY2" fmla="*/ 19236 h 143650"/>
                        <a:gd name="connsiteX3" fmla="*/ 29795 w 130754"/>
                        <a:gd name="connsiteY3" fmla="*/ 4567 h 143650"/>
                        <a:gd name="connsiteX4" fmla="*/ 83707 w 130754"/>
                        <a:gd name="connsiteY4" fmla="*/ 23141 h 143650"/>
                        <a:gd name="connsiteX5" fmla="*/ 116759 w 130754"/>
                        <a:gd name="connsiteY5" fmla="*/ 65813 h 143650"/>
                        <a:gd name="connsiteX6" fmla="*/ 130379 w 130754"/>
                        <a:gd name="connsiteY6" fmla="*/ 96198 h 143650"/>
                        <a:gd name="connsiteX7" fmla="*/ 123331 w 130754"/>
                        <a:gd name="connsiteY7" fmla="*/ 121153 h 143650"/>
                        <a:gd name="connsiteX8" fmla="*/ 106091 w 130754"/>
                        <a:gd name="connsiteY8" fmla="*/ 137631 h 143650"/>
                        <a:gd name="connsiteX9" fmla="*/ 79802 w 130754"/>
                        <a:gd name="connsiteY9" fmla="*/ 142299 h 143650"/>
                        <a:gd name="connsiteX10" fmla="*/ 49512 w 130754"/>
                        <a:gd name="connsiteY10" fmla="*/ 121915 h 143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0754" h="143650">
                          <a:moveTo>
                            <a:pt x="49512" y="121915"/>
                          </a:moveTo>
                          <a:cubicBezTo>
                            <a:pt x="36749" y="107056"/>
                            <a:pt x="24747" y="91911"/>
                            <a:pt x="13127" y="76862"/>
                          </a:cubicBezTo>
                          <a:cubicBezTo>
                            <a:pt x="-3256" y="55716"/>
                            <a:pt x="-4304" y="29903"/>
                            <a:pt x="9984" y="19236"/>
                          </a:cubicBezTo>
                          <a:lnTo>
                            <a:pt x="29795" y="4567"/>
                          </a:lnTo>
                          <a:cubicBezTo>
                            <a:pt x="44178" y="-6101"/>
                            <a:pt x="68467" y="2662"/>
                            <a:pt x="83707" y="23141"/>
                          </a:cubicBezTo>
                          <a:cubicBezTo>
                            <a:pt x="94661" y="37714"/>
                            <a:pt x="105519" y="52097"/>
                            <a:pt x="116759" y="65813"/>
                          </a:cubicBezTo>
                          <a:cubicBezTo>
                            <a:pt x="124569" y="75624"/>
                            <a:pt x="129332" y="86101"/>
                            <a:pt x="130379" y="96198"/>
                          </a:cubicBezTo>
                          <a:cubicBezTo>
                            <a:pt x="131713" y="106008"/>
                            <a:pt x="129522" y="115152"/>
                            <a:pt x="123331" y="121153"/>
                          </a:cubicBezTo>
                          <a:lnTo>
                            <a:pt x="106091" y="137631"/>
                          </a:lnTo>
                          <a:cubicBezTo>
                            <a:pt x="99900" y="143632"/>
                            <a:pt x="90375" y="145061"/>
                            <a:pt x="79802" y="142299"/>
                          </a:cubicBezTo>
                          <a:cubicBezTo>
                            <a:pt x="69705" y="139441"/>
                            <a:pt x="58180" y="132488"/>
                            <a:pt x="49512" y="121915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4" name="Forme libre : forme 14433">
                      <a:extLst>
                        <a:ext uri="{FF2B5EF4-FFF2-40B4-BE49-F238E27FC236}">
                          <a16:creationId xmlns:a16="http://schemas.microsoft.com/office/drawing/2014/main" id="{47F98153-F1BE-43A1-8212-6F2DE1CF58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1391" y="3040189"/>
                      <a:ext cx="106733" cy="130796"/>
                    </a:xfrm>
                    <a:custGeom>
                      <a:avLst/>
                      <a:gdLst>
                        <a:gd name="connsiteX0" fmla="*/ 42535 w 106733"/>
                        <a:gd name="connsiteY0" fmla="*/ 54197 h 130796"/>
                        <a:gd name="connsiteX1" fmla="*/ 18627 w 106733"/>
                        <a:gd name="connsiteY1" fmla="*/ 0 h 130796"/>
                        <a:gd name="connsiteX2" fmla="*/ 10055 w 106733"/>
                        <a:gd name="connsiteY2" fmla="*/ 6382 h 130796"/>
                        <a:gd name="connsiteX3" fmla="*/ 13198 w 106733"/>
                        <a:gd name="connsiteY3" fmla="*/ 64008 h 130796"/>
                        <a:gd name="connsiteX4" fmla="*/ 49583 w 106733"/>
                        <a:gd name="connsiteY4" fmla="*/ 109061 h 130796"/>
                        <a:gd name="connsiteX5" fmla="*/ 79873 w 106733"/>
                        <a:gd name="connsiteY5" fmla="*/ 129445 h 130796"/>
                        <a:gd name="connsiteX6" fmla="*/ 106162 w 106733"/>
                        <a:gd name="connsiteY6" fmla="*/ 124778 h 130796"/>
                        <a:gd name="connsiteX7" fmla="*/ 106733 w 106733"/>
                        <a:gd name="connsiteY7" fmla="*/ 124206 h 130796"/>
                        <a:gd name="connsiteX8" fmla="*/ 74634 w 106733"/>
                        <a:gd name="connsiteY8" fmla="*/ 88868 h 130796"/>
                        <a:gd name="connsiteX9" fmla="*/ 42535 w 106733"/>
                        <a:gd name="connsiteY9" fmla="*/ 54197 h 130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6733" h="130796">
                          <a:moveTo>
                            <a:pt x="42535" y="54197"/>
                          </a:moveTo>
                          <a:cubicBezTo>
                            <a:pt x="25676" y="38862"/>
                            <a:pt x="15960" y="17240"/>
                            <a:pt x="18627" y="0"/>
                          </a:cubicBezTo>
                          <a:lnTo>
                            <a:pt x="10055" y="6382"/>
                          </a:lnTo>
                          <a:cubicBezTo>
                            <a:pt x="-4328" y="17050"/>
                            <a:pt x="-3280" y="42767"/>
                            <a:pt x="13198" y="64008"/>
                          </a:cubicBezTo>
                          <a:cubicBezTo>
                            <a:pt x="24914" y="79058"/>
                            <a:pt x="36820" y="94202"/>
                            <a:pt x="49583" y="109061"/>
                          </a:cubicBezTo>
                          <a:cubicBezTo>
                            <a:pt x="58251" y="119634"/>
                            <a:pt x="69776" y="126587"/>
                            <a:pt x="79873" y="129445"/>
                          </a:cubicBezTo>
                          <a:cubicBezTo>
                            <a:pt x="90446" y="132207"/>
                            <a:pt x="99875" y="130778"/>
                            <a:pt x="106162" y="124778"/>
                          </a:cubicBezTo>
                          <a:lnTo>
                            <a:pt x="106733" y="124206"/>
                          </a:lnTo>
                          <a:cubicBezTo>
                            <a:pt x="94827" y="113157"/>
                            <a:pt x="84731" y="100870"/>
                            <a:pt x="74634" y="88868"/>
                          </a:cubicBezTo>
                          <a:cubicBezTo>
                            <a:pt x="64538" y="76867"/>
                            <a:pt x="54441" y="64961"/>
                            <a:pt x="42535" y="5419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5" name="Forme libre : forme 14434">
                      <a:extLst>
                        <a:ext uri="{FF2B5EF4-FFF2-40B4-BE49-F238E27FC236}">
                          <a16:creationId xmlns:a16="http://schemas.microsoft.com/office/drawing/2014/main" id="{77B7B802-80F4-4038-A56D-34B762C933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6692" y="3079496"/>
                      <a:ext cx="50367" cy="57655"/>
                    </a:xfrm>
                    <a:custGeom>
                      <a:avLst/>
                      <a:gdLst>
                        <a:gd name="connsiteX0" fmla="*/ 47144 w 50367"/>
                        <a:gd name="connsiteY0" fmla="*/ 55467 h 57655"/>
                        <a:gd name="connsiteX1" fmla="*/ 12092 w 50367"/>
                        <a:gd name="connsiteY1" fmla="*/ 39465 h 57655"/>
                        <a:gd name="connsiteX2" fmla="*/ 3901 w 50367"/>
                        <a:gd name="connsiteY2" fmla="*/ 1841 h 57655"/>
                        <a:gd name="connsiteX3" fmla="*/ 38096 w 50367"/>
                        <a:gd name="connsiteY3" fmla="*/ 18605 h 57655"/>
                        <a:gd name="connsiteX4" fmla="*/ 47144 w 50367"/>
                        <a:gd name="connsiteY4" fmla="*/ 55467 h 57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367" h="57655">
                          <a:moveTo>
                            <a:pt x="47144" y="55467"/>
                          </a:moveTo>
                          <a:cubicBezTo>
                            <a:pt x="40191" y="61563"/>
                            <a:pt x="24284" y="54514"/>
                            <a:pt x="12092" y="39465"/>
                          </a:cubicBezTo>
                          <a:cubicBezTo>
                            <a:pt x="-100" y="24415"/>
                            <a:pt x="-3529" y="7461"/>
                            <a:pt x="3901" y="1841"/>
                          </a:cubicBezTo>
                          <a:cubicBezTo>
                            <a:pt x="11235" y="-3779"/>
                            <a:pt x="26475" y="3936"/>
                            <a:pt x="38096" y="18605"/>
                          </a:cubicBezTo>
                          <a:cubicBezTo>
                            <a:pt x="49621" y="33178"/>
                            <a:pt x="53907" y="49466"/>
                            <a:pt x="47144" y="5546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6" name="Forme libre : forme 14435">
                      <a:extLst>
                        <a:ext uri="{FF2B5EF4-FFF2-40B4-BE49-F238E27FC236}">
                          <a16:creationId xmlns:a16="http://schemas.microsoft.com/office/drawing/2014/main" id="{CD9D042B-72E3-41BE-B186-D1748FC3AE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6620" y="3079492"/>
                      <a:ext cx="24070" cy="50517"/>
                    </a:xfrm>
                    <a:custGeom>
                      <a:avLst/>
                      <a:gdLst>
                        <a:gd name="connsiteX0" fmla="*/ 24071 w 24070"/>
                        <a:gd name="connsiteY0" fmla="*/ 5369 h 50517"/>
                        <a:gd name="connsiteX1" fmla="*/ 3878 w 24070"/>
                        <a:gd name="connsiteY1" fmla="*/ 1845 h 50517"/>
                        <a:gd name="connsiteX2" fmla="*/ 12069 w 24070"/>
                        <a:gd name="connsiteY2" fmla="*/ 39469 h 50517"/>
                        <a:gd name="connsiteX3" fmla="*/ 23499 w 24070"/>
                        <a:gd name="connsiteY3" fmla="*/ 50518 h 50517"/>
                        <a:gd name="connsiteX4" fmla="*/ 18832 w 24070"/>
                        <a:gd name="connsiteY4" fmla="*/ 43088 h 50517"/>
                        <a:gd name="connsiteX5" fmla="*/ 24071 w 24070"/>
                        <a:gd name="connsiteY5" fmla="*/ 5369 h 50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070" h="50517">
                          <a:moveTo>
                            <a:pt x="24071" y="5369"/>
                          </a:moveTo>
                          <a:cubicBezTo>
                            <a:pt x="16165" y="35"/>
                            <a:pt x="8545" y="-1679"/>
                            <a:pt x="3878" y="1845"/>
                          </a:cubicBezTo>
                          <a:cubicBezTo>
                            <a:pt x="-3552" y="7465"/>
                            <a:pt x="-27" y="24324"/>
                            <a:pt x="12069" y="39469"/>
                          </a:cubicBezTo>
                          <a:cubicBezTo>
                            <a:pt x="15594" y="43850"/>
                            <a:pt x="19594" y="47565"/>
                            <a:pt x="23499" y="50518"/>
                          </a:cubicBezTo>
                          <a:cubicBezTo>
                            <a:pt x="21689" y="48232"/>
                            <a:pt x="20070" y="45755"/>
                            <a:pt x="18832" y="43088"/>
                          </a:cubicBezTo>
                          <a:cubicBezTo>
                            <a:pt x="13022" y="27848"/>
                            <a:pt x="14450" y="11370"/>
                            <a:pt x="24071" y="5369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7" name="Forme libre : forme 14436">
                      <a:extLst>
                        <a:ext uri="{FF2B5EF4-FFF2-40B4-BE49-F238E27FC236}">
                          <a16:creationId xmlns:a16="http://schemas.microsoft.com/office/drawing/2014/main" id="{BD461E3B-7345-4CC0-8A79-7A65F5CF43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5794" y="3084572"/>
                      <a:ext cx="50756" cy="57628"/>
                    </a:xfrm>
                    <a:custGeom>
                      <a:avLst/>
                      <a:gdLst>
                        <a:gd name="connsiteX0" fmla="*/ 47566 w 50756"/>
                        <a:gd name="connsiteY0" fmla="*/ 55439 h 57628"/>
                        <a:gd name="connsiteX1" fmla="*/ 12229 w 50756"/>
                        <a:gd name="connsiteY1" fmla="*/ 39437 h 57628"/>
                        <a:gd name="connsiteX2" fmla="*/ 3847 w 50756"/>
                        <a:gd name="connsiteY2" fmla="*/ 1814 h 57628"/>
                        <a:gd name="connsiteX3" fmla="*/ 38137 w 50756"/>
                        <a:gd name="connsiteY3" fmla="*/ 18578 h 57628"/>
                        <a:gd name="connsiteX4" fmla="*/ 47566 w 50756"/>
                        <a:gd name="connsiteY4" fmla="*/ 55439 h 57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56" h="57628">
                          <a:moveTo>
                            <a:pt x="47566" y="55439"/>
                          </a:moveTo>
                          <a:cubicBezTo>
                            <a:pt x="40708" y="61535"/>
                            <a:pt x="24611" y="54487"/>
                            <a:pt x="12229" y="39437"/>
                          </a:cubicBezTo>
                          <a:cubicBezTo>
                            <a:pt x="37" y="24293"/>
                            <a:pt x="-3583" y="7433"/>
                            <a:pt x="3847" y="1814"/>
                          </a:cubicBezTo>
                          <a:cubicBezTo>
                            <a:pt x="11181" y="-3711"/>
                            <a:pt x="26421" y="3814"/>
                            <a:pt x="38137" y="18578"/>
                          </a:cubicBezTo>
                          <a:cubicBezTo>
                            <a:pt x="49948" y="33055"/>
                            <a:pt x="54329" y="49439"/>
                            <a:pt x="47566" y="5543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8" name="Forme libre : forme 14437">
                      <a:extLst>
                        <a:ext uri="{FF2B5EF4-FFF2-40B4-BE49-F238E27FC236}">
                          <a16:creationId xmlns:a16="http://schemas.microsoft.com/office/drawing/2014/main" id="{0C02E86E-7379-459F-A37E-052B47678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8263" y="3047115"/>
                      <a:ext cx="54242" cy="93104"/>
                    </a:xfrm>
                    <a:custGeom>
                      <a:avLst/>
                      <a:gdLst>
                        <a:gd name="connsiteX0" fmla="*/ 12804 w 54242"/>
                        <a:gd name="connsiteY0" fmla="*/ 12314 h 93104"/>
                        <a:gd name="connsiteX1" fmla="*/ 1660 w 54242"/>
                        <a:gd name="connsiteY1" fmla="*/ 23554 h 93104"/>
                        <a:gd name="connsiteX2" fmla="*/ 9660 w 54242"/>
                        <a:gd name="connsiteY2" fmla="*/ 61559 h 93104"/>
                        <a:gd name="connsiteX3" fmla="*/ 34616 w 54242"/>
                        <a:gd name="connsiteY3" fmla="*/ 89181 h 93104"/>
                        <a:gd name="connsiteX4" fmla="*/ 53761 w 54242"/>
                        <a:gd name="connsiteY4" fmla="*/ 88800 h 93104"/>
                        <a:gd name="connsiteX5" fmla="*/ 51952 w 54242"/>
                        <a:gd name="connsiteY5" fmla="*/ 74417 h 93104"/>
                        <a:gd name="connsiteX6" fmla="*/ 47951 w 54242"/>
                        <a:gd name="connsiteY6" fmla="*/ 40032 h 93104"/>
                        <a:gd name="connsiteX7" fmla="*/ 40807 w 54242"/>
                        <a:gd name="connsiteY7" fmla="*/ 2599 h 93104"/>
                        <a:gd name="connsiteX8" fmla="*/ 12804 w 54242"/>
                        <a:gd name="connsiteY8" fmla="*/ 12314 h 93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242" h="93104">
                          <a:moveTo>
                            <a:pt x="12804" y="12314"/>
                          </a:moveTo>
                          <a:cubicBezTo>
                            <a:pt x="8422" y="15267"/>
                            <a:pt x="3945" y="18410"/>
                            <a:pt x="1660" y="23554"/>
                          </a:cubicBezTo>
                          <a:cubicBezTo>
                            <a:pt x="-2722" y="33460"/>
                            <a:pt x="2136" y="48605"/>
                            <a:pt x="9660" y="61559"/>
                          </a:cubicBezTo>
                          <a:cubicBezTo>
                            <a:pt x="15947" y="72322"/>
                            <a:pt x="24329" y="82990"/>
                            <a:pt x="34616" y="89181"/>
                          </a:cubicBezTo>
                          <a:cubicBezTo>
                            <a:pt x="42236" y="93848"/>
                            <a:pt x="51570" y="95087"/>
                            <a:pt x="53761" y="88800"/>
                          </a:cubicBezTo>
                          <a:cubicBezTo>
                            <a:pt x="55095" y="84895"/>
                            <a:pt x="53380" y="79466"/>
                            <a:pt x="51952" y="74417"/>
                          </a:cubicBezTo>
                          <a:cubicBezTo>
                            <a:pt x="48522" y="62606"/>
                            <a:pt x="47379" y="50795"/>
                            <a:pt x="47951" y="40032"/>
                          </a:cubicBezTo>
                          <a:cubicBezTo>
                            <a:pt x="48427" y="30698"/>
                            <a:pt x="52523" y="11743"/>
                            <a:pt x="40807" y="2599"/>
                          </a:cubicBezTo>
                          <a:cubicBezTo>
                            <a:pt x="30235" y="-5688"/>
                            <a:pt x="18900" y="8123"/>
                            <a:pt x="12804" y="1231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9" name="Forme libre : forme 14438">
                      <a:extLst>
                        <a:ext uri="{FF2B5EF4-FFF2-40B4-BE49-F238E27FC236}">
                          <a16:creationId xmlns:a16="http://schemas.microsoft.com/office/drawing/2014/main" id="{15FB8E29-DEDC-4C0E-A1A3-5B296E0259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0729" y="3060740"/>
                      <a:ext cx="27006" cy="18933"/>
                    </a:xfrm>
                    <a:custGeom>
                      <a:avLst/>
                      <a:gdLst>
                        <a:gd name="connsiteX0" fmla="*/ 5007 w 27006"/>
                        <a:gd name="connsiteY0" fmla="*/ 23 h 18933"/>
                        <a:gd name="connsiteX1" fmla="*/ 1197 w 27006"/>
                        <a:gd name="connsiteY1" fmla="*/ 880 h 18933"/>
                        <a:gd name="connsiteX2" fmla="*/ 244 w 27006"/>
                        <a:gd name="connsiteY2" fmla="*/ 4881 h 18933"/>
                        <a:gd name="connsiteX3" fmla="*/ 3388 w 27006"/>
                        <a:gd name="connsiteY3" fmla="*/ 8786 h 18933"/>
                        <a:gd name="connsiteX4" fmla="*/ 13484 w 27006"/>
                        <a:gd name="connsiteY4" fmla="*/ 16310 h 18933"/>
                        <a:gd name="connsiteX5" fmla="*/ 17866 w 27006"/>
                        <a:gd name="connsiteY5" fmla="*/ 18501 h 18933"/>
                        <a:gd name="connsiteX6" fmla="*/ 24248 w 27006"/>
                        <a:gd name="connsiteY6" fmla="*/ 8976 h 18933"/>
                        <a:gd name="connsiteX7" fmla="*/ 5007 w 27006"/>
                        <a:gd name="connsiteY7" fmla="*/ 23 h 1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006" h="18933">
                          <a:moveTo>
                            <a:pt x="5007" y="23"/>
                          </a:moveTo>
                          <a:cubicBezTo>
                            <a:pt x="3578" y="-73"/>
                            <a:pt x="2150" y="118"/>
                            <a:pt x="1197" y="880"/>
                          </a:cubicBezTo>
                          <a:cubicBezTo>
                            <a:pt x="149" y="1642"/>
                            <a:pt x="-327" y="3166"/>
                            <a:pt x="244" y="4881"/>
                          </a:cubicBezTo>
                          <a:cubicBezTo>
                            <a:pt x="816" y="6405"/>
                            <a:pt x="2150" y="7643"/>
                            <a:pt x="3388" y="8786"/>
                          </a:cubicBezTo>
                          <a:cubicBezTo>
                            <a:pt x="6626" y="11643"/>
                            <a:pt x="9960" y="14120"/>
                            <a:pt x="13484" y="16310"/>
                          </a:cubicBezTo>
                          <a:cubicBezTo>
                            <a:pt x="14913" y="17168"/>
                            <a:pt x="16342" y="18025"/>
                            <a:pt x="17866" y="18501"/>
                          </a:cubicBezTo>
                          <a:cubicBezTo>
                            <a:pt x="23962" y="20311"/>
                            <a:pt x="31010" y="16310"/>
                            <a:pt x="24248" y="8976"/>
                          </a:cubicBezTo>
                          <a:cubicBezTo>
                            <a:pt x="18914" y="3356"/>
                            <a:pt x="10722" y="213"/>
                            <a:pt x="5007" y="2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40" name="Forme libre : forme 14439">
                      <a:extLst>
                        <a:ext uri="{FF2B5EF4-FFF2-40B4-BE49-F238E27FC236}">
                          <a16:creationId xmlns:a16="http://schemas.microsoft.com/office/drawing/2014/main" id="{12478D0E-D008-40C6-BAFD-33E0CFA66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3165" y="3148774"/>
                      <a:ext cx="53816" cy="16443"/>
                    </a:xfrm>
                    <a:custGeom>
                      <a:avLst/>
                      <a:gdLst>
                        <a:gd name="connsiteX0" fmla="*/ 53816 w 53816"/>
                        <a:gd name="connsiteY0" fmla="*/ 10287 h 16443"/>
                        <a:gd name="connsiteX1" fmla="*/ 40672 w 53816"/>
                        <a:gd name="connsiteY1" fmla="*/ 16193 h 16443"/>
                        <a:gd name="connsiteX2" fmla="*/ 23813 w 53816"/>
                        <a:gd name="connsiteY2" fmla="*/ 14097 h 16443"/>
                        <a:gd name="connsiteX3" fmla="*/ 0 w 53816"/>
                        <a:gd name="connsiteY3" fmla="*/ 0 h 16443"/>
                        <a:gd name="connsiteX4" fmla="*/ 17716 w 53816"/>
                        <a:gd name="connsiteY4" fmla="*/ 9525 h 16443"/>
                        <a:gd name="connsiteX5" fmla="*/ 53816 w 53816"/>
                        <a:gd name="connsiteY5" fmla="*/ 10287 h 16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3816" h="16443">
                          <a:moveTo>
                            <a:pt x="53816" y="10287"/>
                          </a:moveTo>
                          <a:cubicBezTo>
                            <a:pt x="53816" y="10287"/>
                            <a:pt x="49625" y="14954"/>
                            <a:pt x="40672" y="16193"/>
                          </a:cubicBezTo>
                          <a:cubicBezTo>
                            <a:pt x="36195" y="16764"/>
                            <a:pt x="30480" y="16478"/>
                            <a:pt x="23813" y="14097"/>
                          </a:cubicBezTo>
                          <a:cubicBezTo>
                            <a:pt x="17145" y="11716"/>
                            <a:pt x="8858" y="7525"/>
                            <a:pt x="0" y="0"/>
                          </a:cubicBezTo>
                          <a:cubicBezTo>
                            <a:pt x="0" y="0"/>
                            <a:pt x="7144" y="5525"/>
                            <a:pt x="17716" y="9525"/>
                          </a:cubicBezTo>
                          <a:cubicBezTo>
                            <a:pt x="28004" y="13716"/>
                            <a:pt x="41624" y="16097"/>
                            <a:pt x="53816" y="1028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41" name="Forme libre : forme 14440">
                      <a:extLst>
                        <a:ext uri="{FF2B5EF4-FFF2-40B4-BE49-F238E27FC236}">
                          <a16:creationId xmlns:a16="http://schemas.microsoft.com/office/drawing/2014/main" id="{3D1962E6-AFFC-4758-94B2-FE609D50D2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0781" y="3031898"/>
                      <a:ext cx="54101" cy="22388"/>
                    </a:xfrm>
                    <a:custGeom>
                      <a:avLst/>
                      <a:gdLst>
                        <a:gd name="connsiteX0" fmla="*/ 54102 w 54101"/>
                        <a:gd name="connsiteY0" fmla="*/ 22388 h 22388"/>
                        <a:gd name="connsiteX1" fmla="*/ 37624 w 54101"/>
                        <a:gd name="connsiteY1" fmla="*/ 7624 h 22388"/>
                        <a:gd name="connsiteX2" fmla="*/ 0 w 54101"/>
                        <a:gd name="connsiteY2" fmla="*/ 3814 h 22388"/>
                        <a:gd name="connsiteX3" fmla="*/ 16954 w 54101"/>
                        <a:gd name="connsiteY3" fmla="*/ 2672 h 22388"/>
                        <a:gd name="connsiteX4" fmla="*/ 54102 w 54101"/>
                        <a:gd name="connsiteY4" fmla="*/ 22388 h 2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101" h="22388">
                          <a:moveTo>
                            <a:pt x="54102" y="22388"/>
                          </a:moveTo>
                          <a:cubicBezTo>
                            <a:pt x="54102" y="22388"/>
                            <a:pt x="47625" y="14197"/>
                            <a:pt x="37624" y="7624"/>
                          </a:cubicBezTo>
                          <a:cubicBezTo>
                            <a:pt x="27622" y="1148"/>
                            <a:pt x="14097" y="-3710"/>
                            <a:pt x="0" y="3814"/>
                          </a:cubicBezTo>
                          <a:cubicBezTo>
                            <a:pt x="0" y="3814"/>
                            <a:pt x="6858" y="1433"/>
                            <a:pt x="16954" y="2672"/>
                          </a:cubicBezTo>
                          <a:cubicBezTo>
                            <a:pt x="27146" y="3719"/>
                            <a:pt x="40672" y="8672"/>
                            <a:pt x="54102" y="223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42" name="Forme libre : forme 14441">
                      <a:extLst>
                        <a:ext uri="{FF2B5EF4-FFF2-40B4-BE49-F238E27FC236}">
                          <a16:creationId xmlns:a16="http://schemas.microsoft.com/office/drawing/2014/main" id="{B14D7801-DE6A-40AA-A124-91DF61DD61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3893" y="3097658"/>
                      <a:ext cx="15884" cy="23271"/>
                    </a:xfrm>
                    <a:custGeom>
                      <a:avLst/>
                      <a:gdLst>
                        <a:gd name="connsiteX0" fmla="*/ 13656 w 15884"/>
                        <a:gd name="connsiteY0" fmla="*/ 23208 h 23271"/>
                        <a:gd name="connsiteX1" fmla="*/ 2322 w 15884"/>
                        <a:gd name="connsiteY1" fmla="*/ 12826 h 23271"/>
                        <a:gd name="connsiteX2" fmla="*/ 2322 w 15884"/>
                        <a:gd name="connsiteY2" fmla="*/ 62 h 23271"/>
                        <a:gd name="connsiteX3" fmla="*/ 13466 w 15884"/>
                        <a:gd name="connsiteY3" fmla="*/ 10445 h 23271"/>
                        <a:gd name="connsiteX4" fmla="*/ 13656 w 15884"/>
                        <a:gd name="connsiteY4" fmla="*/ 23208 h 23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4" h="23271">
                          <a:moveTo>
                            <a:pt x="13656" y="23208"/>
                          </a:moveTo>
                          <a:cubicBezTo>
                            <a:pt x="10609" y="23875"/>
                            <a:pt x="5465" y="19208"/>
                            <a:pt x="2322" y="12826"/>
                          </a:cubicBezTo>
                          <a:cubicBezTo>
                            <a:pt x="-821" y="6349"/>
                            <a:pt x="-726" y="634"/>
                            <a:pt x="2322" y="62"/>
                          </a:cubicBezTo>
                          <a:cubicBezTo>
                            <a:pt x="5465" y="-604"/>
                            <a:pt x="10228" y="4158"/>
                            <a:pt x="13466" y="10445"/>
                          </a:cubicBezTo>
                          <a:cubicBezTo>
                            <a:pt x="16609" y="16731"/>
                            <a:pt x="16705" y="22446"/>
                            <a:pt x="13656" y="2320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43" name="Forme libre : forme 14442">
                      <a:extLst>
                        <a:ext uri="{FF2B5EF4-FFF2-40B4-BE49-F238E27FC236}">
                          <a16:creationId xmlns:a16="http://schemas.microsoft.com/office/drawing/2014/main" id="{CE8EB496-9C86-4E73-B1E6-B710839E81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5805" y="3116846"/>
                      <a:ext cx="5776" cy="6324"/>
                    </a:xfrm>
                    <a:custGeom>
                      <a:avLst/>
                      <a:gdLst>
                        <a:gd name="connsiteX0" fmla="*/ 5174 w 5776"/>
                        <a:gd name="connsiteY0" fmla="*/ 5924 h 6324"/>
                        <a:gd name="connsiteX1" fmla="*/ 1079 w 5776"/>
                        <a:gd name="connsiteY1" fmla="*/ 4686 h 6324"/>
                        <a:gd name="connsiteX2" fmla="*/ 602 w 5776"/>
                        <a:gd name="connsiteY2" fmla="*/ 400 h 6324"/>
                        <a:gd name="connsiteX3" fmla="*/ 4698 w 5776"/>
                        <a:gd name="connsiteY3" fmla="*/ 1638 h 6324"/>
                        <a:gd name="connsiteX4" fmla="*/ 5174 w 5776"/>
                        <a:gd name="connsiteY4" fmla="*/ 5924 h 63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6" h="6324">
                          <a:moveTo>
                            <a:pt x="5174" y="5924"/>
                          </a:moveTo>
                          <a:cubicBezTo>
                            <a:pt x="4222" y="6782"/>
                            <a:pt x="2317" y="6210"/>
                            <a:pt x="1079" y="4686"/>
                          </a:cubicBezTo>
                          <a:cubicBezTo>
                            <a:pt x="-160" y="3162"/>
                            <a:pt x="-350" y="1257"/>
                            <a:pt x="602" y="400"/>
                          </a:cubicBezTo>
                          <a:cubicBezTo>
                            <a:pt x="1650" y="-458"/>
                            <a:pt x="3460" y="114"/>
                            <a:pt x="4698" y="1638"/>
                          </a:cubicBezTo>
                          <a:cubicBezTo>
                            <a:pt x="5936" y="3162"/>
                            <a:pt x="6127" y="5067"/>
                            <a:pt x="5174" y="59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44" name="Forme libre : forme 14443">
                      <a:extLst>
                        <a:ext uri="{FF2B5EF4-FFF2-40B4-BE49-F238E27FC236}">
                          <a16:creationId xmlns:a16="http://schemas.microsoft.com/office/drawing/2014/main" id="{DC5EBA1F-A67E-46C3-9BEA-56696A9746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3215" y="3081900"/>
                      <a:ext cx="29067" cy="67780"/>
                    </a:xfrm>
                    <a:custGeom>
                      <a:avLst/>
                      <a:gdLst>
                        <a:gd name="connsiteX0" fmla="*/ 28053 w 29067"/>
                        <a:gd name="connsiteY0" fmla="*/ 48205 h 67780"/>
                        <a:gd name="connsiteX1" fmla="*/ 16147 w 29067"/>
                        <a:gd name="connsiteY1" fmla="*/ 65826 h 67780"/>
                        <a:gd name="connsiteX2" fmla="*/ 8050 w 29067"/>
                        <a:gd name="connsiteY2" fmla="*/ 66302 h 67780"/>
                        <a:gd name="connsiteX3" fmla="*/ 5955 w 29067"/>
                        <a:gd name="connsiteY3" fmla="*/ 57730 h 67780"/>
                        <a:gd name="connsiteX4" fmla="*/ 10146 w 29067"/>
                        <a:gd name="connsiteY4" fmla="*/ 33441 h 67780"/>
                        <a:gd name="connsiteX5" fmla="*/ 2621 w 29067"/>
                        <a:gd name="connsiteY5" fmla="*/ 14391 h 67780"/>
                        <a:gd name="connsiteX6" fmla="*/ 2907 w 29067"/>
                        <a:gd name="connsiteY6" fmla="*/ 9 h 67780"/>
                        <a:gd name="connsiteX7" fmla="*/ 27100 w 29067"/>
                        <a:gd name="connsiteY7" fmla="*/ 28965 h 67780"/>
                        <a:gd name="connsiteX8" fmla="*/ 28053 w 29067"/>
                        <a:gd name="connsiteY8" fmla="*/ 48205 h 67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067" h="67780">
                          <a:moveTo>
                            <a:pt x="28053" y="48205"/>
                          </a:moveTo>
                          <a:cubicBezTo>
                            <a:pt x="26053" y="55634"/>
                            <a:pt x="21576" y="61159"/>
                            <a:pt x="16147" y="65826"/>
                          </a:cubicBezTo>
                          <a:cubicBezTo>
                            <a:pt x="14242" y="67541"/>
                            <a:pt x="10908" y="68969"/>
                            <a:pt x="8050" y="66302"/>
                          </a:cubicBezTo>
                          <a:cubicBezTo>
                            <a:pt x="5383" y="63921"/>
                            <a:pt x="5383" y="60302"/>
                            <a:pt x="5955" y="57730"/>
                          </a:cubicBezTo>
                          <a:cubicBezTo>
                            <a:pt x="7765" y="49824"/>
                            <a:pt x="11956" y="42776"/>
                            <a:pt x="10146" y="33441"/>
                          </a:cubicBezTo>
                          <a:cubicBezTo>
                            <a:pt x="9670" y="30489"/>
                            <a:pt x="5479" y="22011"/>
                            <a:pt x="2621" y="14391"/>
                          </a:cubicBezTo>
                          <a:cubicBezTo>
                            <a:pt x="-236" y="6676"/>
                            <a:pt x="-1570" y="-277"/>
                            <a:pt x="2907" y="9"/>
                          </a:cubicBezTo>
                          <a:cubicBezTo>
                            <a:pt x="11861" y="675"/>
                            <a:pt x="24433" y="21630"/>
                            <a:pt x="27100" y="28965"/>
                          </a:cubicBezTo>
                          <a:cubicBezTo>
                            <a:pt x="29482" y="35823"/>
                            <a:pt x="29577" y="42585"/>
                            <a:pt x="28053" y="4820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46" name="Graphique 1">
                    <a:extLst>
                      <a:ext uri="{FF2B5EF4-FFF2-40B4-BE49-F238E27FC236}">
                        <a16:creationId xmlns:a16="http://schemas.microsoft.com/office/drawing/2014/main" id="{5DC25DCF-3AF5-4C56-BE59-2A38A4517282}"/>
                      </a:ext>
                    </a:extLst>
                  </p:cNvPr>
                  <p:cNvGrpSpPr/>
                  <p:nvPr/>
                </p:nvGrpSpPr>
                <p:grpSpPr>
                  <a:xfrm>
                    <a:off x="3240893" y="3142059"/>
                    <a:ext cx="142950" cy="126932"/>
                    <a:chOff x="3240893" y="3142059"/>
                    <a:chExt cx="142950" cy="126932"/>
                  </a:xfrm>
                  <a:solidFill>
                    <a:schemeClr val="accent1"/>
                  </a:solidFill>
                </p:grpSpPr>
                <p:sp>
                  <p:nvSpPr>
                    <p:cNvPr id="14421" name="Forme libre : forme 14420">
                      <a:extLst>
                        <a:ext uri="{FF2B5EF4-FFF2-40B4-BE49-F238E27FC236}">
                          <a16:creationId xmlns:a16="http://schemas.microsoft.com/office/drawing/2014/main" id="{DB6D6CA0-8CDE-43DC-9700-CE4B2EA631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0893" y="3142059"/>
                      <a:ext cx="142950" cy="126932"/>
                    </a:xfrm>
                    <a:custGeom>
                      <a:avLst/>
                      <a:gdLst>
                        <a:gd name="connsiteX0" fmla="*/ 72192 w 142950"/>
                        <a:gd name="connsiteY0" fmla="*/ 116824 h 126932"/>
                        <a:gd name="connsiteX1" fmla="*/ 46093 w 142950"/>
                        <a:gd name="connsiteY1" fmla="*/ 99203 h 126932"/>
                        <a:gd name="connsiteX2" fmla="*/ 21804 w 142950"/>
                        <a:gd name="connsiteY2" fmla="*/ 79962 h 126932"/>
                        <a:gd name="connsiteX3" fmla="*/ 8279 w 142950"/>
                        <a:gd name="connsiteY3" fmla="*/ 64818 h 126932"/>
                        <a:gd name="connsiteX4" fmla="*/ 1135 w 142950"/>
                        <a:gd name="connsiteY4" fmla="*/ 48816 h 126932"/>
                        <a:gd name="connsiteX5" fmla="*/ 6755 w 142950"/>
                        <a:gd name="connsiteY5" fmla="*/ 22908 h 126932"/>
                        <a:gd name="connsiteX6" fmla="*/ 23995 w 142950"/>
                        <a:gd name="connsiteY6" fmla="*/ 6429 h 126932"/>
                        <a:gd name="connsiteX7" fmla="*/ 49141 w 142950"/>
                        <a:gd name="connsiteY7" fmla="*/ 619 h 126932"/>
                        <a:gd name="connsiteX8" fmla="*/ 63810 w 142950"/>
                        <a:gd name="connsiteY8" fmla="*/ 5572 h 126932"/>
                        <a:gd name="connsiteX9" fmla="*/ 77811 w 142950"/>
                        <a:gd name="connsiteY9" fmla="*/ 15002 h 126932"/>
                        <a:gd name="connsiteX10" fmla="*/ 97052 w 142950"/>
                        <a:gd name="connsiteY10" fmla="*/ 30813 h 126932"/>
                        <a:gd name="connsiteX11" fmla="*/ 117054 w 142950"/>
                        <a:gd name="connsiteY11" fmla="*/ 44910 h 126932"/>
                        <a:gd name="connsiteX12" fmla="*/ 129627 w 142950"/>
                        <a:gd name="connsiteY12" fmla="*/ 55102 h 126932"/>
                        <a:gd name="connsiteX13" fmla="*/ 138391 w 142950"/>
                        <a:gd name="connsiteY13" fmla="*/ 67008 h 126932"/>
                        <a:gd name="connsiteX14" fmla="*/ 141248 w 142950"/>
                        <a:gd name="connsiteY14" fmla="*/ 92154 h 126932"/>
                        <a:gd name="connsiteX15" fmla="*/ 132294 w 142950"/>
                        <a:gd name="connsiteY15" fmla="*/ 113395 h 126932"/>
                        <a:gd name="connsiteX16" fmla="*/ 109816 w 142950"/>
                        <a:gd name="connsiteY16" fmla="*/ 126730 h 126932"/>
                        <a:gd name="connsiteX17" fmla="*/ 91623 w 142950"/>
                        <a:gd name="connsiteY17" fmla="*/ 125016 h 126932"/>
                        <a:gd name="connsiteX18" fmla="*/ 72192 w 142950"/>
                        <a:gd name="connsiteY18" fmla="*/ 116824 h 1269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42950" h="126932">
                          <a:moveTo>
                            <a:pt x="72192" y="116824"/>
                          </a:moveTo>
                          <a:cubicBezTo>
                            <a:pt x="63524" y="111014"/>
                            <a:pt x="54380" y="105490"/>
                            <a:pt x="46093" y="99203"/>
                          </a:cubicBezTo>
                          <a:cubicBezTo>
                            <a:pt x="37807" y="92916"/>
                            <a:pt x="29329" y="86725"/>
                            <a:pt x="21804" y="79962"/>
                          </a:cubicBezTo>
                          <a:cubicBezTo>
                            <a:pt x="16375" y="75200"/>
                            <a:pt x="11517" y="70247"/>
                            <a:pt x="8279" y="64818"/>
                          </a:cubicBezTo>
                          <a:cubicBezTo>
                            <a:pt x="4945" y="59388"/>
                            <a:pt x="2469" y="53959"/>
                            <a:pt x="1135" y="48816"/>
                          </a:cubicBezTo>
                          <a:cubicBezTo>
                            <a:pt x="-1532" y="38433"/>
                            <a:pt x="564" y="28813"/>
                            <a:pt x="6755" y="22908"/>
                          </a:cubicBezTo>
                          <a:lnTo>
                            <a:pt x="23995" y="6429"/>
                          </a:lnTo>
                          <a:cubicBezTo>
                            <a:pt x="30282" y="429"/>
                            <a:pt x="39330" y="-1000"/>
                            <a:pt x="49141" y="619"/>
                          </a:cubicBezTo>
                          <a:cubicBezTo>
                            <a:pt x="53999" y="1381"/>
                            <a:pt x="58952" y="3096"/>
                            <a:pt x="63810" y="5572"/>
                          </a:cubicBezTo>
                          <a:cubicBezTo>
                            <a:pt x="68572" y="8239"/>
                            <a:pt x="73430" y="11001"/>
                            <a:pt x="77811" y="15002"/>
                          </a:cubicBezTo>
                          <a:cubicBezTo>
                            <a:pt x="84003" y="20812"/>
                            <a:pt x="90575" y="25670"/>
                            <a:pt x="97052" y="30813"/>
                          </a:cubicBezTo>
                          <a:cubicBezTo>
                            <a:pt x="103529" y="36052"/>
                            <a:pt x="110387" y="40148"/>
                            <a:pt x="117054" y="44910"/>
                          </a:cubicBezTo>
                          <a:cubicBezTo>
                            <a:pt x="121912" y="47863"/>
                            <a:pt x="126103" y="51197"/>
                            <a:pt x="129627" y="55102"/>
                          </a:cubicBezTo>
                          <a:cubicBezTo>
                            <a:pt x="133057" y="59103"/>
                            <a:pt x="136200" y="62913"/>
                            <a:pt x="138391" y="67008"/>
                          </a:cubicBezTo>
                          <a:cubicBezTo>
                            <a:pt x="142867" y="75295"/>
                            <a:pt x="144486" y="84439"/>
                            <a:pt x="141248" y="92154"/>
                          </a:cubicBezTo>
                          <a:lnTo>
                            <a:pt x="132294" y="113395"/>
                          </a:lnTo>
                          <a:cubicBezTo>
                            <a:pt x="129056" y="121110"/>
                            <a:pt x="120960" y="125778"/>
                            <a:pt x="109816" y="126730"/>
                          </a:cubicBezTo>
                          <a:cubicBezTo>
                            <a:pt x="104291" y="127207"/>
                            <a:pt x="97909" y="126921"/>
                            <a:pt x="91623" y="125016"/>
                          </a:cubicBezTo>
                          <a:cubicBezTo>
                            <a:pt x="85336" y="123206"/>
                            <a:pt x="78574" y="120539"/>
                            <a:pt x="72192" y="116824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22" name="Forme libre : forme 14421">
                      <a:extLst>
                        <a:ext uri="{FF2B5EF4-FFF2-40B4-BE49-F238E27FC236}">
                          <a16:creationId xmlns:a16="http://schemas.microsoft.com/office/drawing/2014/main" id="{96E857BE-3C90-4442-AB22-DA674F752D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0988" y="3157823"/>
                      <a:ext cx="132580" cy="111168"/>
                    </a:xfrm>
                    <a:custGeom>
                      <a:avLst/>
                      <a:gdLst>
                        <a:gd name="connsiteX0" fmla="*/ 47903 w 132580"/>
                        <a:gd name="connsiteY0" fmla="*/ 49530 h 111168"/>
                        <a:gd name="connsiteX1" fmla="*/ 23329 w 132580"/>
                        <a:gd name="connsiteY1" fmla="*/ 26765 h 111168"/>
                        <a:gd name="connsiteX2" fmla="*/ 14185 w 132580"/>
                        <a:gd name="connsiteY2" fmla="*/ 0 h 111168"/>
                        <a:gd name="connsiteX3" fmla="*/ 6755 w 132580"/>
                        <a:gd name="connsiteY3" fmla="*/ 7144 h 111168"/>
                        <a:gd name="connsiteX4" fmla="*/ 1135 w 132580"/>
                        <a:gd name="connsiteY4" fmla="*/ 33052 h 111168"/>
                        <a:gd name="connsiteX5" fmla="*/ 8279 w 132580"/>
                        <a:gd name="connsiteY5" fmla="*/ 49054 h 111168"/>
                        <a:gd name="connsiteX6" fmla="*/ 21805 w 132580"/>
                        <a:gd name="connsiteY6" fmla="*/ 64198 h 111168"/>
                        <a:gd name="connsiteX7" fmla="*/ 46093 w 132580"/>
                        <a:gd name="connsiteY7" fmla="*/ 83439 h 111168"/>
                        <a:gd name="connsiteX8" fmla="*/ 72192 w 132580"/>
                        <a:gd name="connsiteY8" fmla="*/ 101060 h 111168"/>
                        <a:gd name="connsiteX9" fmla="*/ 91623 w 132580"/>
                        <a:gd name="connsiteY9" fmla="*/ 109252 h 111168"/>
                        <a:gd name="connsiteX10" fmla="*/ 109815 w 132580"/>
                        <a:gd name="connsiteY10" fmla="*/ 110966 h 111168"/>
                        <a:gd name="connsiteX11" fmla="*/ 132295 w 132580"/>
                        <a:gd name="connsiteY11" fmla="*/ 97631 h 111168"/>
                        <a:gd name="connsiteX12" fmla="*/ 132580 w 132580"/>
                        <a:gd name="connsiteY12" fmla="*/ 96964 h 111168"/>
                        <a:gd name="connsiteX13" fmla="*/ 110101 w 132580"/>
                        <a:gd name="connsiteY13" fmla="*/ 87059 h 111168"/>
                        <a:gd name="connsiteX14" fmla="*/ 89051 w 132580"/>
                        <a:gd name="connsiteY14" fmla="*/ 75057 h 111168"/>
                        <a:gd name="connsiteX15" fmla="*/ 68763 w 132580"/>
                        <a:gd name="connsiteY15" fmla="*/ 62198 h 111168"/>
                        <a:gd name="connsiteX16" fmla="*/ 47903 w 132580"/>
                        <a:gd name="connsiteY16" fmla="*/ 49530 h 1111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32580" h="111168">
                          <a:moveTo>
                            <a:pt x="47903" y="49530"/>
                          </a:moveTo>
                          <a:cubicBezTo>
                            <a:pt x="38092" y="43434"/>
                            <a:pt x="28948" y="35719"/>
                            <a:pt x="23329" y="26765"/>
                          </a:cubicBezTo>
                          <a:cubicBezTo>
                            <a:pt x="17328" y="18002"/>
                            <a:pt x="13994" y="8668"/>
                            <a:pt x="14185" y="0"/>
                          </a:cubicBezTo>
                          <a:lnTo>
                            <a:pt x="6755" y="7144"/>
                          </a:lnTo>
                          <a:cubicBezTo>
                            <a:pt x="564" y="13049"/>
                            <a:pt x="-1532" y="22574"/>
                            <a:pt x="1135" y="33052"/>
                          </a:cubicBezTo>
                          <a:cubicBezTo>
                            <a:pt x="2469" y="38195"/>
                            <a:pt x="4850" y="43720"/>
                            <a:pt x="8279" y="49054"/>
                          </a:cubicBezTo>
                          <a:cubicBezTo>
                            <a:pt x="11518" y="54483"/>
                            <a:pt x="16471" y="59531"/>
                            <a:pt x="21805" y="64198"/>
                          </a:cubicBezTo>
                          <a:cubicBezTo>
                            <a:pt x="29424" y="71056"/>
                            <a:pt x="37902" y="77153"/>
                            <a:pt x="46093" y="83439"/>
                          </a:cubicBezTo>
                          <a:cubicBezTo>
                            <a:pt x="54285" y="89726"/>
                            <a:pt x="63429" y="95250"/>
                            <a:pt x="72192" y="101060"/>
                          </a:cubicBezTo>
                          <a:cubicBezTo>
                            <a:pt x="78574" y="104775"/>
                            <a:pt x="85336" y="107442"/>
                            <a:pt x="91623" y="109252"/>
                          </a:cubicBezTo>
                          <a:cubicBezTo>
                            <a:pt x="97909" y="111157"/>
                            <a:pt x="104291" y="111443"/>
                            <a:pt x="109815" y="110966"/>
                          </a:cubicBezTo>
                          <a:cubicBezTo>
                            <a:pt x="120960" y="110014"/>
                            <a:pt x="129056" y="105346"/>
                            <a:pt x="132295" y="97631"/>
                          </a:cubicBezTo>
                          <a:lnTo>
                            <a:pt x="132580" y="96964"/>
                          </a:lnTo>
                          <a:cubicBezTo>
                            <a:pt x="124960" y="93821"/>
                            <a:pt x="117436" y="90583"/>
                            <a:pt x="110101" y="87059"/>
                          </a:cubicBezTo>
                          <a:cubicBezTo>
                            <a:pt x="103053" y="83058"/>
                            <a:pt x="96099" y="79057"/>
                            <a:pt x="89051" y="75057"/>
                          </a:cubicBezTo>
                          <a:cubicBezTo>
                            <a:pt x="82383" y="70580"/>
                            <a:pt x="75621" y="66294"/>
                            <a:pt x="68763" y="62198"/>
                          </a:cubicBezTo>
                          <a:cubicBezTo>
                            <a:pt x="62000" y="57721"/>
                            <a:pt x="55142" y="53435"/>
                            <a:pt x="47903" y="4953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23" name="Forme libre : forme 14422">
                      <a:extLst>
                        <a:ext uri="{FF2B5EF4-FFF2-40B4-BE49-F238E27FC236}">
                          <a16:creationId xmlns:a16="http://schemas.microsoft.com/office/drawing/2014/main" id="{670F2693-4108-4362-8604-A34C4EDE54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0087" y="3190234"/>
                      <a:ext cx="59705" cy="47503"/>
                    </a:xfrm>
                    <a:custGeom>
                      <a:avLst/>
                      <a:gdLst>
                        <a:gd name="connsiteX0" fmla="*/ 58716 w 59705"/>
                        <a:gd name="connsiteY0" fmla="*/ 42646 h 47503"/>
                        <a:gd name="connsiteX1" fmla="*/ 44143 w 59705"/>
                        <a:gd name="connsiteY1" fmla="*/ 47313 h 47503"/>
                        <a:gd name="connsiteX2" fmla="*/ 20140 w 59705"/>
                        <a:gd name="connsiteY2" fmla="*/ 37502 h 47503"/>
                        <a:gd name="connsiteX3" fmla="*/ 2614 w 59705"/>
                        <a:gd name="connsiteY3" fmla="*/ 18547 h 47503"/>
                        <a:gd name="connsiteX4" fmla="*/ 2043 w 59705"/>
                        <a:gd name="connsiteY4" fmla="*/ 3212 h 47503"/>
                        <a:gd name="connsiteX5" fmla="*/ 16997 w 59705"/>
                        <a:gd name="connsiteY5" fmla="*/ 736 h 47503"/>
                        <a:gd name="connsiteX6" fmla="*/ 38619 w 59705"/>
                        <a:gd name="connsiteY6" fmla="*/ 11118 h 47503"/>
                        <a:gd name="connsiteX7" fmla="*/ 55668 w 59705"/>
                        <a:gd name="connsiteY7" fmla="*/ 27882 h 47503"/>
                        <a:gd name="connsiteX8" fmla="*/ 58716 w 59705"/>
                        <a:gd name="connsiteY8" fmla="*/ 42646 h 47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9705" h="47503">
                          <a:moveTo>
                            <a:pt x="58716" y="42646"/>
                          </a:moveTo>
                          <a:cubicBezTo>
                            <a:pt x="56621" y="46551"/>
                            <a:pt x="51287" y="48075"/>
                            <a:pt x="44143" y="47313"/>
                          </a:cubicBezTo>
                          <a:cubicBezTo>
                            <a:pt x="36809" y="46837"/>
                            <a:pt x="28617" y="42931"/>
                            <a:pt x="20140" y="37502"/>
                          </a:cubicBezTo>
                          <a:cubicBezTo>
                            <a:pt x="11758" y="31978"/>
                            <a:pt x="6043" y="24643"/>
                            <a:pt x="2614" y="18547"/>
                          </a:cubicBezTo>
                          <a:cubicBezTo>
                            <a:pt x="-719" y="12451"/>
                            <a:pt x="-815" y="6546"/>
                            <a:pt x="2043" y="3212"/>
                          </a:cubicBezTo>
                          <a:cubicBezTo>
                            <a:pt x="4996" y="-312"/>
                            <a:pt x="10330" y="-598"/>
                            <a:pt x="16997" y="736"/>
                          </a:cubicBezTo>
                          <a:cubicBezTo>
                            <a:pt x="23664" y="2069"/>
                            <a:pt x="31094" y="6070"/>
                            <a:pt x="38619" y="11118"/>
                          </a:cubicBezTo>
                          <a:cubicBezTo>
                            <a:pt x="46239" y="16071"/>
                            <a:pt x="51763" y="22643"/>
                            <a:pt x="55668" y="27882"/>
                          </a:cubicBezTo>
                          <a:cubicBezTo>
                            <a:pt x="59478" y="33311"/>
                            <a:pt x="60812" y="38740"/>
                            <a:pt x="58716" y="4264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24" name="Forme libre : forme 14423">
                      <a:extLst>
                        <a:ext uri="{FF2B5EF4-FFF2-40B4-BE49-F238E27FC236}">
                          <a16:creationId xmlns:a16="http://schemas.microsoft.com/office/drawing/2014/main" id="{974C3628-6E86-4F1D-80F5-1A2DF64443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0087" y="3190113"/>
                      <a:ext cx="34618" cy="45148"/>
                    </a:xfrm>
                    <a:custGeom>
                      <a:avLst/>
                      <a:gdLst>
                        <a:gd name="connsiteX0" fmla="*/ 22140 w 34618"/>
                        <a:gd name="connsiteY0" fmla="*/ 2286 h 45148"/>
                        <a:gd name="connsiteX1" fmla="*/ 10139 w 34618"/>
                        <a:gd name="connsiteY1" fmla="*/ 0 h 45148"/>
                        <a:gd name="connsiteX2" fmla="*/ 2043 w 34618"/>
                        <a:gd name="connsiteY2" fmla="*/ 3238 h 45148"/>
                        <a:gd name="connsiteX3" fmla="*/ 2614 w 34618"/>
                        <a:gd name="connsiteY3" fmla="*/ 18574 h 45148"/>
                        <a:gd name="connsiteX4" fmla="*/ 20140 w 34618"/>
                        <a:gd name="connsiteY4" fmla="*/ 37528 h 45148"/>
                        <a:gd name="connsiteX5" fmla="*/ 34618 w 34618"/>
                        <a:gd name="connsiteY5" fmla="*/ 45148 h 45148"/>
                        <a:gd name="connsiteX6" fmla="*/ 27760 w 34618"/>
                        <a:gd name="connsiteY6" fmla="*/ 39243 h 45148"/>
                        <a:gd name="connsiteX7" fmla="*/ 18045 w 34618"/>
                        <a:gd name="connsiteY7" fmla="*/ 18859 h 45148"/>
                        <a:gd name="connsiteX8" fmla="*/ 22140 w 34618"/>
                        <a:gd name="connsiteY8" fmla="*/ 2286 h 45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4618" h="45148">
                          <a:moveTo>
                            <a:pt x="22140" y="2286"/>
                          </a:moveTo>
                          <a:cubicBezTo>
                            <a:pt x="17759" y="667"/>
                            <a:pt x="13568" y="95"/>
                            <a:pt x="10139" y="0"/>
                          </a:cubicBezTo>
                          <a:cubicBezTo>
                            <a:pt x="6710" y="0"/>
                            <a:pt x="3852" y="1048"/>
                            <a:pt x="2043" y="3238"/>
                          </a:cubicBezTo>
                          <a:cubicBezTo>
                            <a:pt x="-815" y="6572"/>
                            <a:pt x="-719" y="12478"/>
                            <a:pt x="2614" y="18574"/>
                          </a:cubicBezTo>
                          <a:cubicBezTo>
                            <a:pt x="5948" y="24670"/>
                            <a:pt x="11758" y="32004"/>
                            <a:pt x="20140" y="37528"/>
                          </a:cubicBezTo>
                          <a:cubicBezTo>
                            <a:pt x="24998" y="40767"/>
                            <a:pt x="29951" y="43339"/>
                            <a:pt x="34618" y="45148"/>
                          </a:cubicBezTo>
                          <a:cubicBezTo>
                            <a:pt x="32142" y="43434"/>
                            <a:pt x="29856" y="41434"/>
                            <a:pt x="27760" y="39243"/>
                          </a:cubicBezTo>
                          <a:cubicBezTo>
                            <a:pt x="22426" y="32861"/>
                            <a:pt x="18997" y="25622"/>
                            <a:pt x="18045" y="18859"/>
                          </a:cubicBezTo>
                          <a:cubicBezTo>
                            <a:pt x="16997" y="12192"/>
                            <a:pt x="18331" y="6286"/>
                            <a:pt x="22140" y="2286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25" name="Forme libre : forme 14424">
                      <a:extLst>
                        <a:ext uri="{FF2B5EF4-FFF2-40B4-BE49-F238E27FC236}">
                          <a16:creationId xmlns:a16="http://schemas.microsoft.com/office/drawing/2014/main" id="{9F121043-285A-4F9F-94FE-60F7361470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0508" y="3195097"/>
                      <a:ext cx="60624" cy="47459"/>
                    </a:xfrm>
                    <a:custGeom>
                      <a:avLst/>
                      <a:gdLst>
                        <a:gd name="connsiteX0" fmla="*/ 59724 w 60624"/>
                        <a:gd name="connsiteY0" fmla="*/ 42545 h 47459"/>
                        <a:gd name="connsiteX1" fmla="*/ 45151 w 60624"/>
                        <a:gd name="connsiteY1" fmla="*/ 47308 h 47459"/>
                        <a:gd name="connsiteX2" fmla="*/ 33340 w 60624"/>
                        <a:gd name="connsiteY2" fmla="*/ 44450 h 47459"/>
                        <a:gd name="connsiteX3" fmla="*/ 20767 w 60624"/>
                        <a:gd name="connsiteY3" fmla="*/ 37592 h 47459"/>
                        <a:gd name="connsiteX4" fmla="*/ 2860 w 60624"/>
                        <a:gd name="connsiteY4" fmla="*/ 18637 h 47459"/>
                        <a:gd name="connsiteX5" fmla="*/ 1908 w 60624"/>
                        <a:gd name="connsiteY5" fmla="*/ 3302 h 47459"/>
                        <a:gd name="connsiteX6" fmla="*/ 16957 w 60624"/>
                        <a:gd name="connsiteY6" fmla="*/ 730 h 47459"/>
                        <a:gd name="connsiteX7" fmla="*/ 38865 w 60624"/>
                        <a:gd name="connsiteY7" fmla="*/ 11112 h 47459"/>
                        <a:gd name="connsiteX8" fmla="*/ 48961 w 60624"/>
                        <a:gd name="connsiteY8" fmla="*/ 19399 h 47459"/>
                        <a:gd name="connsiteX9" fmla="*/ 56391 w 60624"/>
                        <a:gd name="connsiteY9" fmla="*/ 27781 h 47459"/>
                        <a:gd name="connsiteX10" fmla="*/ 59724 w 60624"/>
                        <a:gd name="connsiteY10" fmla="*/ 42545 h 474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0624" h="47459">
                          <a:moveTo>
                            <a:pt x="59724" y="42545"/>
                          </a:moveTo>
                          <a:cubicBezTo>
                            <a:pt x="57629" y="46450"/>
                            <a:pt x="52295" y="47974"/>
                            <a:pt x="45151" y="47308"/>
                          </a:cubicBezTo>
                          <a:cubicBezTo>
                            <a:pt x="41627" y="46927"/>
                            <a:pt x="37436" y="46165"/>
                            <a:pt x="33340" y="44450"/>
                          </a:cubicBezTo>
                          <a:cubicBezTo>
                            <a:pt x="29245" y="42735"/>
                            <a:pt x="24958" y="40450"/>
                            <a:pt x="20767" y="37592"/>
                          </a:cubicBezTo>
                          <a:cubicBezTo>
                            <a:pt x="12195" y="32163"/>
                            <a:pt x="6289" y="24828"/>
                            <a:pt x="2860" y="18637"/>
                          </a:cubicBezTo>
                          <a:cubicBezTo>
                            <a:pt x="-569" y="12446"/>
                            <a:pt x="-950" y="6826"/>
                            <a:pt x="1908" y="3302"/>
                          </a:cubicBezTo>
                          <a:cubicBezTo>
                            <a:pt x="4765" y="-127"/>
                            <a:pt x="10290" y="-698"/>
                            <a:pt x="16957" y="730"/>
                          </a:cubicBezTo>
                          <a:cubicBezTo>
                            <a:pt x="23720" y="2064"/>
                            <a:pt x="31054" y="6160"/>
                            <a:pt x="38865" y="11112"/>
                          </a:cubicBezTo>
                          <a:cubicBezTo>
                            <a:pt x="42675" y="13684"/>
                            <a:pt x="46104" y="16542"/>
                            <a:pt x="48961" y="19399"/>
                          </a:cubicBezTo>
                          <a:cubicBezTo>
                            <a:pt x="51819" y="22352"/>
                            <a:pt x="54486" y="24924"/>
                            <a:pt x="56391" y="27781"/>
                          </a:cubicBezTo>
                          <a:cubicBezTo>
                            <a:pt x="60296" y="33306"/>
                            <a:pt x="61725" y="38735"/>
                            <a:pt x="59724" y="4254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26" name="Forme libre : forme 14425">
                      <a:extLst>
                        <a:ext uri="{FF2B5EF4-FFF2-40B4-BE49-F238E27FC236}">
                          <a16:creationId xmlns:a16="http://schemas.microsoft.com/office/drawing/2014/main" id="{A7FFDAFE-BE1C-4B58-BA7A-AFBEE808B1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9666" y="3160099"/>
                      <a:ext cx="68947" cy="86927"/>
                    </a:xfrm>
                    <a:custGeom>
                      <a:avLst/>
                      <a:gdLst>
                        <a:gd name="connsiteX0" fmla="*/ 9223 w 68947"/>
                        <a:gd name="connsiteY0" fmla="*/ 15154 h 86927"/>
                        <a:gd name="connsiteX1" fmla="*/ 460 w 68947"/>
                        <a:gd name="connsiteY1" fmla="*/ 27727 h 86927"/>
                        <a:gd name="connsiteX2" fmla="*/ 17319 w 68947"/>
                        <a:gd name="connsiteY2" fmla="*/ 64208 h 86927"/>
                        <a:gd name="connsiteX3" fmla="*/ 32845 w 68947"/>
                        <a:gd name="connsiteY3" fmla="*/ 77257 h 86927"/>
                        <a:gd name="connsiteX4" fmla="*/ 50656 w 68947"/>
                        <a:gd name="connsiteY4" fmla="*/ 85639 h 86927"/>
                        <a:gd name="connsiteX5" fmla="*/ 68944 w 68947"/>
                        <a:gd name="connsiteY5" fmla="*/ 80210 h 86927"/>
                        <a:gd name="connsiteX6" fmla="*/ 62372 w 68947"/>
                        <a:gd name="connsiteY6" fmla="*/ 67065 h 86927"/>
                        <a:gd name="connsiteX7" fmla="*/ 53704 w 68947"/>
                        <a:gd name="connsiteY7" fmla="*/ 51349 h 86927"/>
                        <a:gd name="connsiteX8" fmla="*/ 48847 w 68947"/>
                        <a:gd name="connsiteY8" fmla="*/ 35442 h 86927"/>
                        <a:gd name="connsiteX9" fmla="*/ 34369 w 68947"/>
                        <a:gd name="connsiteY9" fmla="*/ 1438 h 86927"/>
                        <a:gd name="connsiteX10" fmla="*/ 9223 w 68947"/>
                        <a:gd name="connsiteY10" fmla="*/ 15154 h 86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8947" h="86927">
                          <a:moveTo>
                            <a:pt x="9223" y="15154"/>
                          </a:moveTo>
                          <a:cubicBezTo>
                            <a:pt x="5508" y="18678"/>
                            <a:pt x="1698" y="22298"/>
                            <a:pt x="460" y="27727"/>
                          </a:cubicBezTo>
                          <a:cubicBezTo>
                            <a:pt x="-2112" y="38205"/>
                            <a:pt x="6461" y="52587"/>
                            <a:pt x="17319" y="64208"/>
                          </a:cubicBezTo>
                          <a:cubicBezTo>
                            <a:pt x="21986" y="68875"/>
                            <a:pt x="27320" y="73352"/>
                            <a:pt x="32845" y="77257"/>
                          </a:cubicBezTo>
                          <a:cubicBezTo>
                            <a:pt x="38369" y="81162"/>
                            <a:pt x="44656" y="83829"/>
                            <a:pt x="50656" y="85639"/>
                          </a:cubicBezTo>
                          <a:cubicBezTo>
                            <a:pt x="59610" y="88401"/>
                            <a:pt x="69135" y="86782"/>
                            <a:pt x="68944" y="80210"/>
                          </a:cubicBezTo>
                          <a:cubicBezTo>
                            <a:pt x="68754" y="76305"/>
                            <a:pt x="65325" y="71447"/>
                            <a:pt x="62372" y="67065"/>
                          </a:cubicBezTo>
                          <a:cubicBezTo>
                            <a:pt x="58943" y="61827"/>
                            <a:pt x="55895" y="56778"/>
                            <a:pt x="53704" y="51349"/>
                          </a:cubicBezTo>
                          <a:cubicBezTo>
                            <a:pt x="51514" y="45920"/>
                            <a:pt x="49894" y="40586"/>
                            <a:pt x="48847" y="35442"/>
                          </a:cubicBezTo>
                          <a:cubicBezTo>
                            <a:pt x="46751" y="26679"/>
                            <a:pt x="47037" y="7629"/>
                            <a:pt x="34369" y="1438"/>
                          </a:cubicBezTo>
                          <a:cubicBezTo>
                            <a:pt x="23129" y="-4658"/>
                            <a:pt x="14366" y="10296"/>
                            <a:pt x="9223" y="1515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27" name="Forme libre : forme 14426">
                      <a:extLst>
                        <a:ext uri="{FF2B5EF4-FFF2-40B4-BE49-F238E27FC236}">
                          <a16:creationId xmlns:a16="http://schemas.microsoft.com/office/drawing/2014/main" id="{625F82B4-7D1E-4A15-9167-05C8851D7B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8579" y="3172435"/>
                      <a:ext cx="28032" cy="15211"/>
                    </a:xfrm>
                    <a:custGeom>
                      <a:avLst/>
                      <a:gdLst>
                        <a:gd name="connsiteX0" fmla="*/ 4217 w 28032"/>
                        <a:gd name="connsiteY0" fmla="*/ 247 h 15211"/>
                        <a:gd name="connsiteX1" fmla="*/ 693 w 28032"/>
                        <a:gd name="connsiteY1" fmla="*/ 1771 h 15211"/>
                        <a:gd name="connsiteX2" fmla="*/ 597 w 28032"/>
                        <a:gd name="connsiteY2" fmla="*/ 5676 h 15211"/>
                        <a:gd name="connsiteX3" fmla="*/ 4407 w 28032"/>
                        <a:gd name="connsiteY3" fmla="*/ 8819 h 15211"/>
                        <a:gd name="connsiteX4" fmla="*/ 15552 w 28032"/>
                        <a:gd name="connsiteY4" fmla="*/ 14153 h 15211"/>
                        <a:gd name="connsiteX5" fmla="*/ 20219 w 28032"/>
                        <a:gd name="connsiteY5" fmla="*/ 15201 h 15211"/>
                        <a:gd name="connsiteX6" fmla="*/ 24124 w 28032"/>
                        <a:gd name="connsiteY6" fmla="*/ 4914 h 15211"/>
                        <a:gd name="connsiteX7" fmla="*/ 4217 w 28032"/>
                        <a:gd name="connsiteY7" fmla="*/ 247 h 15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032" h="15211">
                          <a:moveTo>
                            <a:pt x="4217" y="247"/>
                          </a:moveTo>
                          <a:cubicBezTo>
                            <a:pt x="2883" y="437"/>
                            <a:pt x="1454" y="818"/>
                            <a:pt x="693" y="1771"/>
                          </a:cubicBezTo>
                          <a:cubicBezTo>
                            <a:pt x="-165" y="2723"/>
                            <a:pt x="-260" y="4247"/>
                            <a:pt x="597" y="5676"/>
                          </a:cubicBezTo>
                          <a:cubicBezTo>
                            <a:pt x="1454" y="7009"/>
                            <a:pt x="2978" y="7962"/>
                            <a:pt x="4407" y="8819"/>
                          </a:cubicBezTo>
                          <a:cubicBezTo>
                            <a:pt x="8122" y="10915"/>
                            <a:pt x="11837" y="12725"/>
                            <a:pt x="15552" y="14153"/>
                          </a:cubicBezTo>
                          <a:cubicBezTo>
                            <a:pt x="17076" y="14820"/>
                            <a:pt x="18695" y="15106"/>
                            <a:pt x="20219" y="15201"/>
                          </a:cubicBezTo>
                          <a:cubicBezTo>
                            <a:pt x="26505" y="15487"/>
                            <a:pt x="32030" y="9962"/>
                            <a:pt x="24124" y="4914"/>
                          </a:cubicBezTo>
                          <a:cubicBezTo>
                            <a:pt x="18123" y="723"/>
                            <a:pt x="9836" y="-610"/>
                            <a:pt x="4217" y="24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28" name="Forme libre : forme 14427">
                      <a:extLst>
                        <a:ext uri="{FF2B5EF4-FFF2-40B4-BE49-F238E27FC236}">
                          <a16:creationId xmlns:a16="http://schemas.microsoft.com/office/drawing/2014/main" id="{B76B47A4-A3D7-49AE-845E-092209768C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4990" y="3250406"/>
                      <a:ext cx="55244" cy="13811"/>
                    </a:xfrm>
                    <a:custGeom>
                      <a:avLst/>
                      <a:gdLst>
                        <a:gd name="connsiteX0" fmla="*/ 55245 w 55244"/>
                        <a:gd name="connsiteY0" fmla="*/ 0 h 13811"/>
                        <a:gd name="connsiteX1" fmla="*/ 45529 w 55244"/>
                        <a:gd name="connsiteY1" fmla="*/ 9906 h 13811"/>
                        <a:gd name="connsiteX2" fmla="*/ 28575 w 55244"/>
                        <a:gd name="connsiteY2" fmla="*/ 13811 h 13811"/>
                        <a:gd name="connsiteX3" fmla="*/ 0 w 55244"/>
                        <a:gd name="connsiteY3" fmla="*/ 7525 h 13811"/>
                        <a:gd name="connsiteX4" fmla="*/ 20955 w 55244"/>
                        <a:gd name="connsiteY4" fmla="*/ 11430 h 13811"/>
                        <a:gd name="connsiteX5" fmla="*/ 55245 w 55244"/>
                        <a:gd name="connsiteY5" fmla="*/ 0 h 13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244" h="13811">
                          <a:moveTo>
                            <a:pt x="55245" y="0"/>
                          </a:moveTo>
                          <a:cubicBezTo>
                            <a:pt x="55245" y="0"/>
                            <a:pt x="53340" y="5810"/>
                            <a:pt x="45529" y="9906"/>
                          </a:cubicBezTo>
                          <a:cubicBezTo>
                            <a:pt x="41624" y="12002"/>
                            <a:pt x="36195" y="13621"/>
                            <a:pt x="28575" y="13811"/>
                          </a:cubicBezTo>
                          <a:cubicBezTo>
                            <a:pt x="21146" y="13811"/>
                            <a:pt x="11811" y="11906"/>
                            <a:pt x="0" y="7525"/>
                          </a:cubicBezTo>
                          <a:cubicBezTo>
                            <a:pt x="0" y="7525"/>
                            <a:pt x="9430" y="10668"/>
                            <a:pt x="20955" y="11430"/>
                          </a:cubicBezTo>
                          <a:cubicBezTo>
                            <a:pt x="32480" y="12382"/>
                            <a:pt x="46672" y="9335"/>
                            <a:pt x="5524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29" name="Forme libre : forme 14428">
                      <a:extLst>
                        <a:ext uri="{FF2B5EF4-FFF2-40B4-BE49-F238E27FC236}">
                          <a16:creationId xmlns:a16="http://schemas.microsoft.com/office/drawing/2014/main" id="{0AE72202-5253-46C9-A611-9CF4D90707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4793" y="3146393"/>
                      <a:ext cx="54197" cy="14287"/>
                    </a:xfrm>
                    <a:custGeom>
                      <a:avLst/>
                      <a:gdLst>
                        <a:gd name="connsiteX0" fmla="*/ 54197 w 54197"/>
                        <a:gd name="connsiteY0" fmla="*/ 14288 h 14287"/>
                        <a:gd name="connsiteX1" fmla="*/ 49149 w 54197"/>
                        <a:gd name="connsiteY1" fmla="*/ 10668 h 14287"/>
                        <a:gd name="connsiteX2" fmla="*/ 36386 w 54197"/>
                        <a:gd name="connsiteY2" fmla="*/ 3905 h 14287"/>
                        <a:gd name="connsiteX3" fmla="*/ 19050 w 54197"/>
                        <a:gd name="connsiteY3" fmla="*/ 0 h 14287"/>
                        <a:gd name="connsiteX4" fmla="*/ 0 w 54197"/>
                        <a:gd name="connsiteY4" fmla="*/ 5810 h 14287"/>
                        <a:gd name="connsiteX5" fmla="*/ 16097 w 54197"/>
                        <a:gd name="connsiteY5" fmla="*/ 2572 h 14287"/>
                        <a:gd name="connsiteX6" fmla="*/ 33242 w 54197"/>
                        <a:gd name="connsiteY6" fmla="*/ 4667 h 14287"/>
                        <a:gd name="connsiteX7" fmla="*/ 54197 w 54197"/>
                        <a:gd name="connsiteY7" fmla="*/ 14288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197" h="14287">
                          <a:moveTo>
                            <a:pt x="54197" y="14288"/>
                          </a:moveTo>
                          <a:cubicBezTo>
                            <a:pt x="54197" y="14288"/>
                            <a:pt x="52388" y="12764"/>
                            <a:pt x="49149" y="10668"/>
                          </a:cubicBezTo>
                          <a:cubicBezTo>
                            <a:pt x="46006" y="8573"/>
                            <a:pt x="41434" y="6191"/>
                            <a:pt x="36386" y="3905"/>
                          </a:cubicBezTo>
                          <a:cubicBezTo>
                            <a:pt x="31242" y="1715"/>
                            <a:pt x="25337" y="0"/>
                            <a:pt x="19050" y="0"/>
                          </a:cubicBezTo>
                          <a:cubicBezTo>
                            <a:pt x="12763" y="0"/>
                            <a:pt x="6382" y="1334"/>
                            <a:pt x="0" y="5810"/>
                          </a:cubicBezTo>
                          <a:cubicBezTo>
                            <a:pt x="0" y="5810"/>
                            <a:pt x="6287" y="2858"/>
                            <a:pt x="16097" y="2572"/>
                          </a:cubicBezTo>
                          <a:cubicBezTo>
                            <a:pt x="21050" y="2381"/>
                            <a:pt x="26956" y="2858"/>
                            <a:pt x="33242" y="4667"/>
                          </a:cubicBezTo>
                          <a:cubicBezTo>
                            <a:pt x="39719" y="6668"/>
                            <a:pt x="46863" y="9335"/>
                            <a:pt x="54197" y="142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0" name="Forme libre : forme 14429">
                      <a:extLst>
                        <a:ext uri="{FF2B5EF4-FFF2-40B4-BE49-F238E27FC236}">
                          <a16:creationId xmlns:a16="http://schemas.microsoft.com/office/drawing/2014/main" id="{101B707D-9A8B-4A02-B03D-F5C688AABF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9244" y="3202931"/>
                      <a:ext cx="19948" cy="19327"/>
                    </a:xfrm>
                    <a:custGeom>
                      <a:avLst/>
                      <a:gdLst>
                        <a:gd name="connsiteX0" fmla="*/ 18796 w 19948"/>
                        <a:gd name="connsiteY0" fmla="*/ 18900 h 19327"/>
                        <a:gd name="connsiteX1" fmla="*/ 5080 w 19948"/>
                        <a:gd name="connsiteY1" fmla="*/ 12233 h 19327"/>
                        <a:gd name="connsiteX2" fmla="*/ 1365 w 19948"/>
                        <a:gd name="connsiteY2" fmla="*/ 326 h 19327"/>
                        <a:gd name="connsiteX3" fmla="*/ 14796 w 19948"/>
                        <a:gd name="connsiteY3" fmla="*/ 6994 h 19327"/>
                        <a:gd name="connsiteX4" fmla="*/ 18796 w 19948"/>
                        <a:gd name="connsiteY4" fmla="*/ 18900 h 19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48" h="19327">
                          <a:moveTo>
                            <a:pt x="18796" y="18900"/>
                          </a:moveTo>
                          <a:cubicBezTo>
                            <a:pt x="16129" y="20520"/>
                            <a:pt x="9938" y="17376"/>
                            <a:pt x="5080" y="12233"/>
                          </a:cubicBezTo>
                          <a:cubicBezTo>
                            <a:pt x="127" y="7089"/>
                            <a:pt x="-1397" y="1755"/>
                            <a:pt x="1365" y="326"/>
                          </a:cubicBezTo>
                          <a:cubicBezTo>
                            <a:pt x="4032" y="-1007"/>
                            <a:pt x="10128" y="1850"/>
                            <a:pt x="14796" y="6994"/>
                          </a:cubicBezTo>
                          <a:cubicBezTo>
                            <a:pt x="19463" y="12137"/>
                            <a:pt x="21368" y="17376"/>
                            <a:pt x="18796" y="1890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1" name="Forme libre : forme 14430">
                      <a:extLst>
                        <a:ext uri="{FF2B5EF4-FFF2-40B4-BE49-F238E27FC236}">
                          <a16:creationId xmlns:a16="http://schemas.microsoft.com/office/drawing/2014/main" id="{1760F82D-B24C-4CA9-84A4-9C17CA0E76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5690" y="3217961"/>
                      <a:ext cx="6483" cy="5385"/>
                    </a:xfrm>
                    <a:custGeom>
                      <a:avLst/>
                      <a:gdLst>
                        <a:gd name="connsiteX0" fmla="*/ 6256 w 6483"/>
                        <a:gd name="connsiteY0" fmla="*/ 4537 h 5385"/>
                        <a:gd name="connsiteX1" fmla="*/ 1969 w 6483"/>
                        <a:gd name="connsiteY1" fmla="*/ 4727 h 5385"/>
                        <a:gd name="connsiteX2" fmla="*/ 255 w 6483"/>
                        <a:gd name="connsiteY2" fmla="*/ 822 h 5385"/>
                        <a:gd name="connsiteX3" fmla="*/ 4446 w 6483"/>
                        <a:gd name="connsiteY3" fmla="*/ 822 h 5385"/>
                        <a:gd name="connsiteX4" fmla="*/ 6256 w 6483"/>
                        <a:gd name="connsiteY4" fmla="*/ 4537 h 53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83" h="5385">
                          <a:moveTo>
                            <a:pt x="6256" y="4537"/>
                          </a:moveTo>
                          <a:cubicBezTo>
                            <a:pt x="5589" y="5584"/>
                            <a:pt x="3684" y="5680"/>
                            <a:pt x="1969" y="4727"/>
                          </a:cubicBezTo>
                          <a:cubicBezTo>
                            <a:pt x="255" y="3775"/>
                            <a:pt x="-412" y="1870"/>
                            <a:pt x="255" y="822"/>
                          </a:cubicBezTo>
                          <a:cubicBezTo>
                            <a:pt x="922" y="-321"/>
                            <a:pt x="2731" y="-226"/>
                            <a:pt x="4446" y="822"/>
                          </a:cubicBezTo>
                          <a:cubicBezTo>
                            <a:pt x="6065" y="1774"/>
                            <a:pt x="6922" y="3489"/>
                            <a:pt x="6256" y="45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2" name="Forme libre : forme 14431">
                      <a:extLst>
                        <a:ext uri="{FF2B5EF4-FFF2-40B4-BE49-F238E27FC236}">
                          <a16:creationId xmlns:a16="http://schemas.microsoft.com/office/drawing/2014/main" id="{7DB92504-C80B-41E1-9E6E-935D5657C4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3175" y="3183560"/>
                      <a:ext cx="39203" cy="59316"/>
                    </a:xfrm>
                    <a:custGeom>
                      <a:avLst/>
                      <a:gdLst>
                        <a:gd name="connsiteX0" fmla="*/ 38964 w 39203"/>
                        <a:gd name="connsiteY0" fmla="*/ 35509 h 59316"/>
                        <a:gd name="connsiteX1" fmla="*/ 34773 w 39203"/>
                        <a:gd name="connsiteY1" fmla="*/ 55607 h 59316"/>
                        <a:gd name="connsiteX2" fmla="*/ 27534 w 39203"/>
                        <a:gd name="connsiteY2" fmla="*/ 58940 h 59316"/>
                        <a:gd name="connsiteX3" fmla="*/ 22296 w 39203"/>
                        <a:gd name="connsiteY3" fmla="*/ 52082 h 59316"/>
                        <a:gd name="connsiteX4" fmla="*/ 18009 w 39203"/>
                        <a:gd name="connsiteY4" fmla="*/ 28365 h 59316"/>
                        <a:gd name="connsiteX5" fmla="*/ 12866 w 39203"/>
                        <a:gd name="connsiteY5" fmla="*/ 22364 h 59316"/>
                        <a:gd name="connsiteX6" fmla="*/ 5532 w 39203"/>
                        <a:gd name="connsiteY6" fmla="*/ 13220 h 59316"/>
                        <a:gd name="connsiteX7" fmla="*/ 2007 w 39203"/>
                        <a:gd name="connsiteY7" fmla="*/ 171 h 59316"/>
                        <a:gd name="connsiteX8" fmla="*/ 18200 w 39203"/>
                        <a:gd name="connsiteY8" fmla="*/ 6743 h 59316"/>
                        <a:gd name="connsiteX9" fmla="*/ 31821 w 39203"/>
                        <a:gd name="connsiteY9" fmla="*/ 18840 h 59316"/>
                        <a:gd name="connsiteX10" fmla="*/ 38964 w 39203"/>
                        <a:gd name="connsiteY10" fmla="*/ 35509 h 593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9203" h="59316">
                          <a:moveTo>
                            <a:pt x="38964" y="35509"/>
                          </a:moveTo>
                          <a:cubicBezTo>
                            <a:pt x="39917" y="42843"/>
                            <a:pt x="37917" y="49510"/>
                            <a:pt x="34773" y="55607"/>
                          </a:cubicBezTo>
                          <a:cubicBezTo>
                            <a:pt x="33630" y="57797"/>
                            <a:pt x="31249" y="60274"/>
                            <a:pt x="27534" y="58940"/>
                          </a:cubicBezTo>
                          <a:cubicBezTo>
                            <a:pt x="24105" y="57702"/>
                            <a:pt x="22676" y="54654"/>
                            <a:pt x="22296" y="52082"/>
                          </a:cubicBezTo>
                          <a:cubicBezTo>
                            <a:pt x="21152" y="44081"/>
                            <a:pt x="22581" y="36271"/>
                            <a:pt x="18009" y="28365"/>
                          </a:cubicBezTo>
                          <a:cubicBezTo>
                            <a:pt x="17343" y="27127"/>
                            <a:pt x="15247" y="25031"/>
                            <a:pt x="12866" y="22364"/>
                          </a:cubicBezTo>
                          <a:cubicBezTo>
                            <a:pt x="10580" y="19602"/>
                            <a:pt x="7818" y="16364"/>
                            <a:pt x="5532" y="13220"/>
                          </a:cubicBezTo>
                          <a:cubicBezTo>
                            <a:pt x="769" y="7029"/>
                            <a:pt x="-2184" y="1123"/>
                            <a:pt x="2007" y="171"/>
                          </a:cubicBezTo>
                          <a:cubicBezTo>
                            <a:pt x="6198" y="-782"/>
                            <a:pt x="12485" y="2362"/>
                            <a:pt x="18200" y="6743"/>
                          </a:cubicBezTo>
                          <a:cubicBezTo>
                            <a:pt x="23820" y="11315"/>
                            <a:pt x="29630" y="15697"/>
                            <a:pt x="31821" y="18840"/>
                          </a:cubicBezTo>
                          <a:cubicBezTo>
                            <a:pt x="35821" y="24174"/>
                            <a:pt x="38202" y="30080"/>
                            <a:pt x="38964" y="3550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47" name="Graphique 1">
                    <a:extLst>
                      <a:ext uri="{FF2B5EF4-FFF2-40B4-BE49-F238E27FC236}">
                        <a16:creationId xmlns:a16="http://schemas.microsoft.com/office/drawing/2014/main" id="{85D35041-473D-4D52-9B3B-E823C15FC656}"/>
                      </a:ext>
                    </a:extLst>
                  </p:cNvPr>
                  <p:cNvGrpSpPr/>
                  <p:nvPr/>
                </p:nvGrpSpPr>
                <p:grpSpPr>
                  <a:xfrm>
                    <a:off x="3371788" y="3216938"/>
                    <a:ext cx="156546" cy="90237"/>
                    <a:chOff x="3371788" y="3216938"/>
                    <a:chExt cx="156546" cy="90237"/>
                  </a:xfrm>
                  <a:solidFill>
                    <a:schemeClr val="accent1"/>
                  </a:solidFill>
                </p:grpSpPr>
                <p:sp>
                  <p:nvSpPr>
                    <p:cNvPr id="14409" name="Forme libre : forme 14408">
                      <a:extLst>
                        <a:ext uri="{FF2B5EF4-FFF2-40B4-BE49-F238E27FC236}">
                          <a16:creationId xmlns:a16="http://schemas.microsoft.com/office/drawing/2014/main" id="{4571A5EA-14FF-4F0B-9A54-DA16B86AEC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1788" y="3216938"/>
                      <a:ext cx="156546" cy="90142"/>
                    </a:xfrm>
                    <a:custGeom>
                      <a:avLst/>
                      <a:gdLst>
                        <a:gd name="connsiteX0" fmla="*/ 105507 w 156546"/>
                        <a:gd name="connsiteY0" fmla="*/ 90142 h 90142"/>
                        <a:gd name="connsiteX1" fmla="*/ 73598 w 156546"/>
                        <a:gd name="connsiteY1" fmla="*/ 88047 h 90142"/>
                        <a:gd name="connsiteX2" fmla="*/ 41975 w 156546"/>
                        <a:gd name="connsiteY2" fmla="*/ 82808 h 90142"/>
                        <a:gd name="connsiteX3" fmla="*/ 22068 w 156546"/>
                        <a:gd name="connsiteY3" fmla="*/ 75188 h 90142"/>
                        <a:gd name="connsiteX4" fmla="*/ 7876 w 156546"/>
                        <a:gd name="connsiteY4" fmla="*/ 63663 h 90142"/>
                        <a:gd name="connsiteX5" fmla="*/ 1399 w 156546"/>
                        <a:gd name="connsiteY5" fmla="*/ 38516 h 90142"/>
                        <a:gd name="connsiteX6" fmla="*/ 10352 w 156546"/>
                        <a:gd name="connsiteY6" fmla="*/ 17276 h 90142"/>
                        <a:gd name="connsiteX7" fmla="*/ 30164 w 156546"/>
                        <a:gd name="connsiteY7" fmla="*/ 1845 h 90142"/>
                        <a:gd name="connsiteX8" fmla="*/ 44547 w 156546"/>
                        <a:gd name="connsiteY8" fmla="*/ 35 h 90142"/>
                        <a:gd name="connsiteX9" fmla="*/ 60359 w 156546"/>
                        <a:gd name="connsiteY9" fmla="*/ 1940 h 90142"/>
                        <a:gd name="connsiteX10" fmla="*/ 83790 w 156546"/>
                        <a:gd name="connsiteY10" fmla="*/ 6322 h 90142"/>
                        <a:gd name="connsiteX11" fmla="*/ 107698 w 156546"/>
                        <a:gd name="connsiteY11" fmla="*/ 8322 h 90142"/>
                        <a:gd name="connsiteX12" fmla="*/ 122843 w 156546"/>
                        <a:gd name="connsiteY12" fmla="*/ 10608 h 90142"/>
                        <a:gd name="connsiteX13" fmla="*/ 135892 w 156546"/>
                        <a:gd name="connsiteY13" fmla="*/ 15752 h 90142"/>
                        <a:gd name="connsiteX14" fmla="*/ 146084 w 156546"/>
                        <a:gd name="connsiteY14" fmla="*/ 23467 h 90142"/>
                        <a:gd name="connsiteX15" fmla="*/ 151703 w 156546"/>
                        <a:gd name="connsiteY15" fmla="*/ 34040 h 90142"/>
                        <a:gd name="connsiteX16" fmla="*/ 156180 w 156546"/>
                        <a:gd name="connsiteY16" fmla="*/ 55852 h 90142"/>
                        <a:gd name="connsiteX17" fmla="*/ 154370 w 156546"/>
                        <a:gd name="connsiteY17" fmla="*/ 67758 h 90142"/>
                        <a:gd name="connsiteX18" fmla="*/ 144464 w 156546"/>
                        <a:gd name="connsiteY18" fmla="*/ 78998 h 90142"/>
                        <a:gd name="connsiteX19" fmla="*/ 127415 w 156546"/>
                        <a:gd name="connsiteY19" fmla="*/ 87189 h 90142"/>
                        <a:gd name="connsiteX20" fmla="*/ 105507 w 156546"/>
                        <a:gd name="connsiteY20" fmla="*/ 90142 h 90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6546" h="90142">
                          <a:moveTo>
                            <a:pt x="105507" y="90142"/>
                          </a:moveTo>
                          <a:cubicBezTo>
                            <a:pt x="94744" y="89856"/>
                            <a:pt x="84266" y="88808"/>
                            <a:pt x="73598" y="88047"/>
                          </a:cubicBezTo>
                          <a:cubicBezTo>
                            <a:pt x="63026" y="86427"/>
                            <a:pt x="52453" y="84903"/>
                            <a:pt x="41975" y="82808"/>
                          </a:cubicBezTo>
                          <a:cubicBezTo>
                            <a:pt x="34641" y="80998"/>
                            <a:pt x="27878" y="78331"/>
                            <a:pt x="22068" y="75188"/>
                          </a:cubicBezTo>
                          <a:cubicBezTo>
                            <a:pt x="16163" y="72330"/>
                            <a:pt x="11495" y="67758"/>
                            <a:pt x="7876" y="63663"/>
                          </a:cubicBezTo>
                          <a:cubicBezTo>
                            <a:pt x="637" y="55185"/>
                            <a:pt x="-1840" y="46327"/>
                            <a:pt x="1399" y="38516"/>
                          </a:cubicBezTo>
                          <a:lnTo>
                            <a:pt x="10352" y="17276"/>
                          </a:lnTo>
                          <a:cubicBezTo>
                            <a:pt x="13591" y="9656"/>
                            <a:pt x="21211" y="4322"/>
                            <a:pt x="30164" y="1845"/>
                          </a:cubicBezTo>
                          <a:cubicBezTo>
                            <a:pt x="34736" y="416"/>
                            <a:pt x="39403" y="416"/>
                            <a:pt x="44547" y="35"/>
                          </a:cubicBezTo>
                          <a:cubicBezTo>
                            <a:pt x="49691" y="-155"/>
                            <a:pt x="55025" y="416"/>
                            <a:pt x="60359" y="1940"/>
                          </a:cubicBezTo>
                          <a:cubicBezTo>
                            <a:pt x="68074" y="3560"/>
                            <a:pt x="75980" y="4893"/>
                            <a:pt x="83790" y="6322"/>
                          </a:cubicBezTo>
                          <a:cubicBezTo>
                            <a:pt x="91791" y="6893"/>
                            <a:pt x="99887" y="7941"/>
                            <a:pt x="107698" y="8322"/>
                          </a:cubicBezTo>
                          <a:cubicBezTo>
                            <a:pt x="113032" y="8227"/>
                            <a:pt x="118080" y="9275"/>
                            <a:pt x="122843" y="10608"/>
                          </a:cubicBezTo>
                          <a:cubicBezTo>
                            <a:pt x="127510" y="11656"/>
                            <a:pt x="131986" y="13466"/>
                            <a:pt x="135892" y="15752"/>
                          </a:cubicBezTo>
                          <a:cubicBezTo>
                            <a:pt x="139892" y="18038"/>
                            <a:pt x="143321" y="20419"/>
                            <a:pt x="146084" y="23467"/>
                          </a:cubicBezTo>
                          <a:cubicBezTo>
                            <a:pt x="148846" y="26515"/>
                            <a:pt x="150846" y="30039"/>
                            <a:pt x="151703" y="34040"/>
                          </a:cubicBezTo>
                          <a:lnTo>
                            <a:pt x="156180" y="55852"/>
                          </a:lnTo>
                          <a:cubicBezTo>
                            <a:pt x="157037" y="59757"/>
                            <a:pt x="156370" y="63853"/>
                            <a:pt x="154370" y="67758"/>
                          </a:cubicBezTo>
                          <a:cubicBezTo>
                            <a:pt x="152370" y="71664"/>
                            <a:pt x="149036" y="75759"/>
                            <a:pt x="144464" y="78998"/>
                          </a:cubicBezTo>
                          <a:cubicBezTo>
                            <a:pt x="139892" y="82141"/>
                            <a:pt x="134082" y="84998"/>
                            <a:pt x="127415" y="87189"/>
                          </a:cubicBezTo>
                          <a:cubicBezTo>
                            <a:pt x="120747" y="89189"/>
                            <a:pt x="113318" y="89951"/>
                            <a:pt x="105507" y="90142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0" name="Forme libre : forme 14409">
                      <a:extLst>
                        <a:ext uri="{FF2B5EF4-FFF2-40B4-BE49-F238E27FC236}">
                          <a16:creationId xmlns:a16="http://schemas.microsoft.com/office/drawing/2014/main" id="{1DBEB550-5E2A-4F91-890F-808ED1A2BF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1825" y="3246310"/>
                      <a:ext cx="156468" cy="60864"/>
                    </a:xfrm>
                    <a:custGeom>
                      <a:avLst/>
                      <a:gdLst>
                        <a:gd name="connsiteX0" fmla="*/ 58227 w 156468"/>
                        <a:gd name="connsiteY0" fmla="*/ 28765 h 60864"/>
                        <a:gd name="connsiteX1" fmla="*/ 49369 w 156468"/>
                        <a:gd name="connsiteY1" fmla="*/ 28194 h 60864"/>
                        <a:gd name="connsiteX2" fmla="*/ 40891 w 156468"/>
                        <a:gd name="connsiteY2" fmla="*/ 26194 h 60864"/>
                        <a:gd name="connsiteX3" fmla="*/ 25270 w 156468"/>
                        <a:gd name="connsiteY3" fmla="*/ 20193 h 60864"/>
                        <a:gd name="connsiteX4" fmla="*/ 5268 w 156468"/>
                        <a:gd name="connsiteY4" fmla="*/ 0 h 60864"/>
                        <a:gd name="connsiteX5" fmla="*/ 1458 w 156468"/>
                        <a:gd name="connsiteY5" fmla="*/ 9239 h 60864"/>
                        <a:gd name="connsiteX6" fmla="*/ 7935 w 156468"/>
                        <a:gd name="connsiteY6" fmla="*/ 34385 h 60864"/>
                        <a:gd name="connsiteX7" fmla="*/ 22127 w 156468"/>
                        <a:gd name="connsiteY7" fmla="*/ 45911 h 60864"/>
                        <a:gd name="connsiteX8" fmla="*/ 42034 w 156468"/>
                        <a:gd name="connsiteY8" fmla="*/ 53530 h 60864"/>
                        <a:gd name="connsiteX9" fmla="*/ 73657 w 156468"/>
                        <a:gd name="connsiteY9" fmla="*/ 58769 h 60864"/>
                        <a:gd name="connsiteX10" fmla="*/ 105566 w 156468"/>
                        <a:gd name="connsiteY10" fmla="*/ 60865 h 60864"/>
                        <a:gd name="connsiteX11" fmla="*/ 127378 w 156468"/>
                        <a:gd name="connsiteY11" fmla="*/ 58007 h 60864"/>
                        <a:gd name="connsiteX12" fmla="*/ 144428 w 156468"/>
                        <a:gd name="connsiteY12" fmla="*/ 49816 h 60864"/>
                        <a:gd name="connsiteX13" fmla="*/ 154334 w 156468"/>
                        <a:gd name="connsiteY13" fmla="*/ 38576 h 60864"/>
                        <a:gd name="connsiteX14" fmla="*/ 156144 w 156468"/>
                        <a:gd name="connsiteY14" fmla="*/ 26670 h 60864"/>
                        <a:gd name="connsiteX15" fmla="*/ 155953 w 156468"/>
                        <a:gd name="connsiteY15" fmla="*/ 26003 h 60864"/>
                        <a:gd name="connsiteX16" fmla="*/ 143761 w 156468"/>
                        <a:gd name="connsiteY16" fmla="*/ 28765 h 60864"/>
                        <a:gd name="connsiteX17" fmla="*/ 131379 w 156468"/>
                        <a:gd name="connsiteY17" fmla="*/ 30099 h 60864"/>
                        <a:gd name="connsiteX18" fmla="*/ 106900 w 156468"/>
                        <a:gd name="connsiteY18" fmla="*/ 30861 h 60864"/>
                        <a:gd name="connsiteX19" fmla="*/ 82802 w 156468"/>
                        <a:gd name="connsiteY19" fmla="*/ 29813 h 60864"/>
                        <a:gd name="connsiteX20" fmla="*/ 58227 w 156468"/>
                        <a:gd name="connsiteY20" fmla="*/ 28765 h 60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6468" h="60864">
                          <a:moveTo>
                            <a:pt x="58227" y="28765"/>
                          </a:moveTo>
                          <a:cubicBezTo>
                            <a:pt x="55274" y="28670"/>
                            <a:pt x="52321" y="28575"/>
                            <a:pt x="49369" y="28194"/>
                          </a:cubicBezTo>
                          <a:cubicBezTo>
                            <a:pt x="46511" y="27622"/>
                            <a:pt x="43654" y="26956"/>
                            <a:pt x="40891" y="26194"/>
                          </a:cubicBezTo>
                          <a:cubicBezTo>
                            <a:pt x="35367" y="24574"/>
                            <a:pt x="30033" y="22574"/>
                            <a:pt x="25270" y="20193"/>
                          </a:cubicBezTo>
                          <a:cubicBezTo>
                            <a:pt x="15936" y="14573"/>
                            <a:pt x="8792" y="7620"/>
                            <a:pt x="5268" y="0"/>
                          </a:cubicBezTo>
                          <a:lnTo>
                            <a:pt x="1458" y="9239"/>
                          </a:lnTo>
                          <a:cubicBezTo>
                            <a:pt x="-1876" y="17050"/>
                            <a:pt x="601" y="25908"/>
                            <a:pt x="7935" y="34385"/>
                          </a:cubicBezTo>
                          <a:cubicBezTo>
                            <a:pt x="11554" y="38481"/>
                            <a:pt x="16222" y="42958"/>
                            <a:pt x="22127" y="45911"/>
                          </a:cubicBezTo>
                          <a:cubicBezTo>
                            <a:pt x="27937" y="49054"/>
                            <a:pt x="34795" y="51625"/>
                            <a:pt x="42034" y="53530"/>
                          </a:cubicBezTo>
                          <a:cubicBezTo>
                            <a:pt x="52512" y="55626"/>
                            <a:pt x="63180" y="57245"/>
                            <a:pt x="73657" y="58769"/>
                          </a:cubicBezTo>
                          <a:cubicBezTo>
                            <a:pt x="84325" y="59531"/>
                            <a:pt x="94708" y="60484"/>
                            <a:pt x="105566" y="60865"/>
                          </a:cubicBezTo>
                          <a:cubicBezTo>
                            <a:pt x="113377" y="60674"/>
                            <a:pt x="120806" y="59912"/>
                            <a:pt x="127378" y="58007"/>
                          </a:cubicBezTo>
                          <a:cubicBezTo>
                            <a:pt x="134046" y="55816"/>
                            <a:pt x="139761" y="53054"/>
                            <a:pt x="144428" y="49816"/>
                          </a:cubicBezTo>
                          <a:cubicBezTo>
                            <a:pt x="149000" y="46577"/>
                            <a:pt x="152334" y="42481"/>
                            <a:pt x="154334" y="38576"/>
                          </a:cubicBezTo>
                          <a:cubicBezTo>
                            <a:pt x="156334" y="34576"/>
                            <a:pt x="156906" y="30575"/>
                            <a:pt x="156144" y="26670"/>
                          </a:cubicBezTo>
                          <a:lnTo>
                            <a:pt x="155953" y="26003"/>
                          </a:lnTo>
                          <a:cubicBezTo>
                            <a:pt x="151858" y="26956"/>
                            <a:pt x="147762" y="27813"/>
                            <a:pt x="143761" y="28765"/>
                          </a:cubicBezTo>
                          <a:cubicBezTo>
                            <a:pt x="139666" y="29242"/>
                            <a:pt x="135475" y="29718"/>
                            <a:pt x="131379" y="30099"/>
                          </a:cubicBezTo>
                          <a:cubicBezTo>
                            <a:pt x="123187" y="31242"/>
                            <a:pt x="114996" y="30671"/>
                            <a:pt x="106900" y="30861"/>
                          </a:cubicBezTo>
                          <a:cubicBezTo>
                            <a:pt x="98803" y="30766"/>
                            <a:pt x="90898" y="29908"/>
                            <a:pt x="82802" y="29813"/>
                          </a:cubicBezTo>
                          <a:cubicBezTo>
                            <a:pt x="74610" y="29908"/>
                            <a:pt x="66609" y="28575"/>
                            <a:pt x="58227" y="28765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1" name="Forme libre : forme 14410">
                      <a:extLst>
                        <a:ext uri="{FF2B5EF4-FFF2-40B4-BE49-F238E27FC236}">
                          <a16:creationId xmlns:a16="http://schemas.microsoft.com/office/drawing/2014/main" id="{A8F1C30F-3FD9-4C76-9F0E-2731727AF3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883" y="3251214"/>
                      <a:ext cx="69040" cy="31430"/>
                    </a:xfrm>
                    <a:custGeom>
                      <a:avLst/>
                      <a:gdLst>
                        <a:gd name="connsiteX0" fmla="*/ 69034 w 69040"/>
                        <a:gd name="connsiteY0" fmla="*/ 16718 h 31430"/>
                        <a:gd name="connsiteX1" fmla="*/ 58937 w 69040"/>
                        <a:gd name="connsiteY1" fmla="*/ 27767 h 31430"/>
                        <a:gd name="connsiteX2" fmla="*/ 47222 w 69040"/>
                        <a:gd name="connsiteY2" fmla="*/ 31005 h 31430"/>
                        <a:gd name="connsiteX3" fmla="*/ 33029 w 69040"/>
                        <a:gd name="connsiteY3" fmla="*/ 31196 h 31430"/>
                        <a:gd name="connsiteX4" fmla="*/ 19123 w 69040"/>
                        <a:gd name="connsiteY4" fmla="*/ 28624 h 31430"/>
                        <a:gd name="connsiteX5" fmla="*/ 8264 w 69040"/>
                        <a:gd name="connsiteY5" fmla="*/ 23385 h 31430"/>
                        <a:gd name="connsiteX6" fmla="*/ 168 w 69040"/>
                        <a:gd name="connsiteY6" fmla="*/ 10812 h 31430"/>
                        <a:gd name="connsiteX7" fmla="*/ 12075 w 69040"/>
                        <a:gd name="connsiteY7" fmla="*/ 1668 h 31430"/>
                        <a:gd name="connsiteX8" fmla="*/ 22933 w 69040"/>
                        <a:gd name="connsiteY8" fmla="*/ 144 h 31430"/>
                        <a:gd name="connsiteX9" fmla="*/ 35792 w 69040"/>
                        <a:gd name="connsiteY9" fmla="*/ 239 h 31430"/>
                        <a:gd name="connsiteX10" fmla="*/ 48460 w 69040"/>
                        <a:gd name="connsiteY10" fmla="*/ 2526 h 31430"/>
                        <a:gd name="connsiteX11" fmla="*/ 58842 w 69040"/>
                        <a:gd name="connsiteY11" fmla="*/ 5954 h 31430"/>
                        <a:gd name="connsiteX12" fmla="*/ 69034 w 69040"/>
                        <a:gd name="connsiteY12" fmla="*/ 16718 h 31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9040" h="31430">
                          <a:moveTo>
                            <a:pt x="69034" y="16718"/>
                          </a:moveTo>
                          <a:cubicBezTo>
                            <a:pt x="69225" y="21004"/>
                            <a:pt x="65510" y="24814"/>
                            <a:pt x="58937" y="27767"/>
                          </a:cubicBezTo>
                          <a:cubicBezTo>
                            <a:pt x="55699" y="29100"/>
                            <a:pt x="51603" y="30624"/>
                            <a:pt x="47222" y="31005"/>
                          </a:cubicBezTo>
                          <a:cubicBezTo>
                            <a:pt x="42840" y="31482"/>
                            <a:pt x="38078" y="31577"/>
                            <a:pt x="33029" y="31196"/>
                          </a:cubicBezTo>
                          <a:cubicBezTo>
                            <a:pt x="27981" y="30720"/>
                            <a:pt x="23219" y="30243"/>
                            <a:pt x="19123" y="28624"/>
                          </a:cubicBezTo>
                          <a:cubicBezTo>
                            <a:pt x="14932" y="27100"/>
                            <a:pt x="11217" y="25386"/>
                            <a:pt x="8264" y="23385"/>
                          </a:cubicBezTo>
                          <a:cubicBezTo>
                            <a:pt x="2359" y="19480"/>
                            <a:pt x="-784" y="15003"/>
                            <a:pt x="168" y="10812"/>
                          </a:cubicBezTo>
                          <a:cubicBezTo>
                            <a:pt x="1121" y="6621"/>
                            <a:pt x="5693" y="3383"/>
                            <a:pt x="12075" y="1668"/>
                          </a:cubicBezTo>
                          <a:cubicBezTo>
                            <a:pt x="15313" y="811"/>
                            <a:pt x="18932" y="239"/>
                            <a:pt x="22933" y="144"/>
                          </a:cubicBezTo>
                          <a:cubicBezTo>
                            <a:pt x="26934" y="144"/>
                            <a:pt x="31315" y="-237"/>
                            <a:pt x="35792" y="239"/>
                          </a:cubicBezTo>
                          <a:cubicBezTo>
                            <a:pt x="40268" y="620"/>
                            <a:pt x="44555" y="1383"/>
                            <a:pt x="48460" y="2526"/>
                          </a:cubicBezTo>
                          <a:cubicBezTo>
                            <a:pt x="52365" y="3764"/>
                            <a:pt x="55794" y="4526"/>
                            <a:pt x="58842" y="5954"/>
                          </a:cubicBezTo>
                          <a:cubicBezTo>
                            <a:pt x="64843" y="8621"/>
                            <a:pt x="68843" y="12432"/>
                            <a:pt x="69034" y="16718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2" name="Forme libre : forme 14411">
                      <a:extLst>
                        <a:ext uri="{FF2B5EF4-FFF2-40B4-BE49-F238E27FC236}">
                          <a16:creationId xmlns:a16="http://schemas.microsoft.com/office/drawing/2014/main" id="{23C950A5-044F-426E-BE1C-91ACA5629A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883" y="3251739"/>
                      <a:ext cx="49412" cy="30839"/>
                    </a:xfrm>
                    <a:custGeom>
                      <a:avLst/>
                      <a:gdLst>
                        <a:gd name="connsiteX0" fmla="*/ 17218 w 49412"/>
                        <a:gd name="connsiteY0" fmla="*/ 0 h 30839"/>
                        <a:gd name="connsiteX1" fmla="*/ 168 w 49412"/>
                        <a:gd name="connsiteY1" fmla="*/ 10192 h 30839"/>
                        <a:gd name="connsiteX2" fmla="*/ 8264 w 49412"/>
                        <a:gd name="connsiteY2" fmla="*/ 22765 h 30839"/>
                        <a:gd name="connsiteX3" fmla="*/ 19123 w 49412"/>
                        <a:gd name="connsiteY3" fmla="*/ 28003 h 30839"/>
                        <a:gd name="connsiteX4" fmla="*/ 33029 w 49412"/>
                        <a:gd name="connsiteY4" fmla="*/ 30575 h 30839"/>
                        <a:gd name="connsiteX5" fmla="*/ 49412 w 49412"/>
                        <a:gd name="connsiteY5" fmla="*/ 30194 h 30839"/>
                        <a:gd name="connsiteX6" fmla="*/ 40554 w 49412"/>
                        <a:gd name="connsiteY6" fmla="*/ 28480 h 30839"/>
                        <a:gd name="connsiteX7" fmla="*/ 21790 w 49412"/>
                        <a:gd name="connsiteY7" fmla="*/ 16192 h 30839"/>
                        <a:gd name="connsiteX8" fmla="*/ 17218 w 49412"/>
                        <a:gd name="connsiteY8" fmla="*/ 0 h 30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412" h="30839">
                          <a:moveTo>
                            <a:pt x="17218" y="0"/>
                          </a:moveTo>
                          <a:cubicBezTo>
                            <a:pt x="8169" y="1238"/>
                            <a:pt x="1311" y="4953"/>
                            <a:pt x="168" y="10192"/>
                          </a:cubicBezTo>
                          <a:cubicBezTo>
                            <a:pt x="-784" y="14383"/>
                            <a:pt x="2359" y="18955"/>
                            <a:pt x="8264" y="22765"/>
                          </a:cubicBezTo>
                          <a:cubicBezTo>
                            <a:pt x="11217" y="24670"/>
                            <a:pt x="14932" y="26479"/>
                            <a:pt x="19123" y="28003"/>
                          </a:cubicBezTo>
                          <a:cubicBezTo>
                            <a:pt x="23314" y="29623"/>
                            <a:pt x="28076" y="30099"/>
                            <a:pt x="33029" y="30575"/>
                          </a:cubicBezTo>
                          <a:cubicBezTo>
                            <a:pt x="38935" y="31051"/>
                            <a:pt x="44460" y="30861"/>
                            <a:pt x="49412" y="30194"/>
                          </a:cubicBezTo>
                          <a:cubicBezTo>
                            <a:pt x="46364" y="29908"/>
                            <a:pt x="43412" y="29337"/>
                            <a:pt x="40554" y="28480"/>
                          </a:cubicBezTo>
                          <a:cubicBezTo>
                            <a:pt x="32744" y="25432"/>
                            <a:pt x="26076" y="21336"/>
                            <a:pt x="21790" y="16192"/>
                          </a:cubicBezTo>
                          <a:cubicBezTo>
                            <a:pt x="17599" y="10763"/>
                            <a:pt x="15885" y="5048"/>
                            <a:pt x="17218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3" name="Forme libre : forme 14412">
                      <a:extLst>
                        <a:ext uri="{FF2B5EF4-FFF2-40B4-BE49-F238E27FC236}">
                          <a16:creationId xmlns:a16="http://schemas.microsoft.com/office/drawing/2014/main" id="{DE7FC339-35AD-425F-BCA7-2D7F3B2CFE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8579" y="3254743"/>
                      <a:ext cx="70163" cy="31409"/>
                    </a:xfrm>
                    <a:custGeom>
                      <a:avLst/>
                      <a:gdLst>
                        <a:gd name="connsiteX0" fmla="*/ 70148 w 70163"/>
                        <a:gd name="connsiteY0" fmla="*/ 16237 h 31409"/>
                        <a:gd name="connsiteX1" fmla="*/ 60051 w 70163"/>
                        <a:gd name="connsiteY1" fmla="*/ 27476 h 31409"/>
                        <a:gd name="connsiteX2" fmla="*/ 48145 w 70163"/>
                        <a:gd name="connsiteY2" fmla="*/ 30906 h 31409"/>
                        <a:gd name="connsiteX3" fmla="*/ 33762 w 70163"/>
                        <a:gd name="connsiteY3" fmla="*/ 31191 h 31409"/>
                        <a:gd name="connsiteX4" fmla="*/ 19570 w 70163"/>
                        <a:gd name="connsiteY4" fmla="*/ 28905 h 31409"/>
                        <a:gd name="connsiteX5" fmla="*/ 8521 w 70163"/>
                        <a:gd name="connsiteY5" fmla="*/ 23762 h 31409"/>
                        <a:gd name="connsiteX6" fmla="*/ 139 w 70163"/>
                        <a:gd name="connsiteY6" fmla="*/ 11093 h 31409"/>
                        <a:gd name="connsiteX7" fmla="*/ 12045 w 70163"/>
                        <a:gd name="connsiteY7" fmla="*/ 1950 h 31409"/>
                        <a:gd name="connsiteX8" fmla="*/ 22999 w 70163"/>
                        <a:gd name="connsiteY8" fmla="*/ 426 h 31409"/>
                        <a:gd name="connsiteX9" fmla="*/ 36048 w 70163"/>
                        <a:gd name="connsiteY9" fmla="*/ 235 h 31409"/>
                        <a:gd name="connsiteX10" fmla="*/ 48907 w 70163"/>
                        <a:gd name="connsiteY10" fmla="*/ 2426 h 31409"/>
                        <a:gd name="connsiteX11" fmla="*/ 59480 w 70163"/>
                        <a:gd name="connsiteY11" fmla="*/ 5664 h 31409"/>
                        <a:gd name="connsiteX12" fmla="*/ 70148 w 70163"/>
                        <a:gd name="connsiteY12" fmla="*/ 16237 h 314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163" h="31409">
                          <a:moveTo>
                            <a:pt x="70148" y="16237"/>
                          </a:moveTo>
                          <a:cubicBezTo>
                            <a:pt x="70433" y="20523"/>
                            <a:pt x="66719" y="24714"/>
                            <a:pt x="60051" y="27476"/>
                          </a:cubicBezTo>
                          <a:cubicBezTo>
                            <a:pt x="56717" y="28905"/>
                            <a:pt x="52717" y="30143"/>
                            <a:pt x="48145" y="30906"/>
                          </a:cubicBezTo>
                          <a:cubicBezTo>
                            <a:pt x="43668" y="31572"/>
                            <a:pt x="38906" y="31477"/>
                            <a:pt x="33762" y="31191"/>
                          </a:cubicBezTo>
                          <a:cubicBezTo>
                            <a:pt x="28714" y="30810"/>
                            <a:pt x="23856" y="30048"/>
                            <a:pt x="19570" y="28905"/>
                          </a:cubicBezTo>
                          <a:cubicBezTo>
                            <a:pt x="15284" y="27572"/>
                            <a:pt x="11569" y="25667"/>
                            <a:pt x="8521" y="23762"/>
                          </a:cubicBezTo>
                          <a:cubicBezTo>
                            <a:pt x="2425" y="19857"/>
                            <a:pt x="-718" y="15380"/>
                            <a:pt x="139" y="11093"/>
                          </a:cubicBezTo>
                          <a:cubicBezTo>
                            <a:pt x="996" y="6807"/>
                            <a:pt x="5568" y="3664"/>
                            <a:pt x="12045" y="1950"/>
                          </a:cubicBezTo>
                          <a:cubicBezTo>
                            <a:pt x="15284" y="1092"/>
                            <a:pt x="18998" y="616"/>
                            <a:pt x="22999" y="426"/>
                          </a:cubicBezTo>
                          <a:cubicBezTo>
                            <a:pt x="27095" y="-51"/>
                            <a:pt x="31476" y="-146"/>
                            <a:pt x="36048" y="235"/>
                          </a:cubicBezTo>
                          <a:cubicBezTo>
                            <a:pt x="40620" y="616"/>
                            <a:pt x="44906" y="1473"/>
                            <a:pt x="48907" y="2426"/>
                          </a:cubicBezTo>
                          <a:cubicBezTo>
                            <a:pt x="52812" y="3188"/>
                            <a:pt x="56432" y="4235"/>
                            <a:pt x="59480" y="5664"/>
                          </a:cubicBezTo>
                          <a:cubicBezTo>
                            <a:pt x="65671" y="8617"/>
                            <a:pt x="69767" y="12141"/>
                            <a:pt x="70148" y="1623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4" name="Forme libre : forme 14413">
                      <a:extLst>
                        <a:ext uri="{FF2B5EF4-FFF2-40B4-BE49-F238E27FC236}">
                          <a16:creationId xmlns:a16="http://schemas.microsoft.com/office/drawing/2014/main" id="{1D852862-BFC8-4D3C-90BF-41CFEFBF0C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4443" y="3233636"/>
                      <a:ext cx="87982" cy="65436"/>
                    </a:xfrm>
                    <a:custGeom>
                      <a:avLst/>
                      <a:gdLst>
                        <a:gd name="connsiteX0" fmla="*/ 2653 w 87982"/>
                        <a:gd name="connsiteY0" fmla="*/ 22676 h 65436"/>
                        <a:gd name="connsiteX1" fmla="*/ 462 w 87982"/>
                        <a:gd name="connsiteY1" fmla="*/ 37440 h 65436"/>
                        <a:gd name="connsiteX2" fmla="*/ 12178 w 87982"/>
                        <a:gd name="connsiteY2" fmla="*/ 51346 h 65436"/>
                        <a:gd name="connsiteX3" fmla="*/ 22179 w 87982"/>
                        <a:gd name="connsiteY3" fmla="*/ 57251 h 65436"/>
                        <a:gd name="connsiteX4" fmla="*/ 33609 w 87982"/>
                        <a:gd name="connsiteY4" fmla="*/ 61347 h 65436"/>
                        <a:gd name="connsiteX5" fmla="*/ 53992 w 87982"/>
                        <a:gd name="connsiteY5" fmla="*/ 65348 h 65436"/>
                        <a:gd name="connsiteX6" fmla="*/ 73804 w 87982"/>
                        <a:gd name="connsiteY6" fmla="*/ 63824 h 65436"/>
                        <a:gd name="connsiteX7" fmla="*/ 87044 w 87982"/>
                        <a:gd name="connsiteY7" fmla="*/ 50393 h 65436"/>
                        <a:gd name="connsiteX8" fmla="*/ 74566 w 87982"/>
                        <a:gd name="connsiteY8" fmla="*/ 42678 h 65436"/>
                        <a:gd name="connsiteX9" fmla="*/ 47039 w 87982"/>
                        <a:gd name="connsiteY9" fmla="*/ 22485 h 65436"/>
                        <a:gd name="connsiteX10" fmla="*/ 35609 w 87982"/>
                        <a:gd name="connsiteY10" fmla="*/ 8960 h 65436"/>
                        <a:gd name="connsiteX11" fmla="*/ 18845 w 87982"/>
                        <a:gd name="connsiteY11" fmla="*/ 6 h 65436"/>
                        <a:gd name="connsiteX12" fmla="*/ 7034 w 87982"/>
                        <a:gd name="connsiteY12" fmla="*/ 8865 h 65436"/>
                        <a:gd name="connsiteX13" fmla="*/ 2653 w 87982"/>
                        <a:gd name="connsiteY13" fmla="*/ 22676 h 65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7982" h="65436">
                          <a:moveTo>
                            <a:pt x="2653" y="22676"/>
                          </a:moveTo>
                          <a:cubicBezTo>
                            <a:pt x="938" y="27248"/>
                            <a:pt x="-872" y="32010"/>
                            <a:pt x="462" y="37440"/>
                          </a:cubicBezTo>
                          <a:cubicBezTo>
                            <a:pt x="1795" y="42392"/>
                            <a:pt x="6177" y="47060"/>
                            <a:pt x="12178" y="51346"/>
                          </a:cubicBezTo>
                          <a:cubicBezTo>
                            <a:pt x="15130" y="53442"/>
                            <a:pt x="18559" y="55442"/>
                            <a:pt x="22179" y="57251"/>
                          </a:cubicBezTo>
                          <a:cubicBezTo>
                            <a:pt x="25798" y="58966"/>
                            <a:pt x="29704" y="60204"/>
                            <a:pt x="33609" y="61347"/>
                          </a:cubicBezTo>
                          <a:cubicBezTo>
                            <a:pt x="40181" y="63157"/>
                            <a:pt x="47039" y="65062"/>
                            <a:pt x="53992" y="65348"/>
                          </a:cubicBezTo>
                          <a:cubicBezTo>
                            <a:pt x="60850" y="65634"/>
                            <a:pt x="67708" y="65252"/>
                            <a:pt x="73804" y="63824"/>
                          </a:cubicBezTo>
                          <a:cubicBezTo>
                            <a:pt x="82853" y="62014"/>
                            <a:pt x="90759" y="55442"/>
                            <a:pt x="87044" y="50393"/>
                          </a:cubicBezTo>
                          <a:cubicBezTo>
                            <a:pt x="84758" y="47250"/>
                            <a:pt x="79329" y="45155"/>
                            <a:pt x="74566" y="42678"/>
                          </a:cubicBezTo>
                          <a:cubicBezTo>
                            <a:pt x="63327" y="37154"/>
                            <a:pt x="53897" y="30772"/>
                            <a:pt x="47039" y="22485"/>
                          </a:cubicBezTo>
                          <a:cubicBezTo>
                            <a:pt x="44086" y="19151"/>
                            <a:pt x="40276" y="13436"/>
                            <a:pt x="35609" y="8960"/>
                          </a:cubicBezTo>
                          <a:cubicBezTo>
                            <a:pt x="30942" y="4102"/>
                            <a:pt x="25703" y="-184"/>
                            <a:pt x="18845" y="6"/>
                          </a:cubicBezTo>
                          <a:cubicBezTo>
                            <a:pt x="12559" y="197"/>
                            <a:pt x="9225" y="4007"/>
                            <a:pt x="7034" y="8865"/>
                          </a:cubicBezTo>
                          <a:cubicBezTo>
                            <a:pt x="4748" y="13627"/>
                            <a:pt x="3891" y="19437"/>
                            <a:pt x="2653" y="2267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5" name="Forme libre : forme 14414">
                      <a:extLst>
                        <a:ext uri="{FF2B5EF4-FFF2-40B4-BE49-F238E27FC236}">
                          <a16:creationId xmlns:a16="http://schemas.microsoft.com/office/drawing/2014/main" id="{60360ED5-4BC5-41D1-88F7-F4CFD2C2D7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4645" y="3238757"/>
                      <a:ext cx="28053" cy="12620"/>
                    </a:xfrm>
                    <a:custGeom>
                      <a:avLst/>
                      <a:gdLst>
                        <a:gd name="connsiteX0" fmla="*/ 2453 w 28053"/>
                        <a:gd name="connsiteY0" fmla="*/ 4886 h 12620"/>
                        <a:gd name="connsiteX1" fmla="*/ 71 w 28053"/>
                        <a:gd name="connsiteY1" fmla="*/ 7743 h 12620"/>
                        <a:gd name="connsiteX2" fmla="*/ 1786 w 28053"/>
                        <a:gd name="connsiteY2" fmla="*/ 11268 h 12620"/>
                        <a:gd name="connsiteX3" fmla="*/ 6548 w 28053"/>
                        <a:gd name="connsiteY3" fmla="*/ 12411 h 12620"/>
                        <a:gd name="connsiteX4" fmla="*/ 18740 w 28053"/>
                        <a:gd name="connsiteY4" fmla="*/ 11744 h 12620"/>
                        <a:gd name="connsiteX5" fmla="*/ 23312 w 28053"/>
                        <a:gd name="connsiteY5" fmla="*/ 10506 h 12620"/>
                        <a:gd name="connsiteX6" fmla="*/ 21788 w 28053"/>
                        <a:gd name="connsiteY6" fmla="*/ 28 h 12620"/>
                        <a:gd name="connsiteX7" fmla="*/ 2453 w 28053"/>
                        <a:gd name="connsiteY7" fmla="*/ 4886 h 12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053" h="12620">
                          <a:moveTo>
                            <a:pt x="2453" y="4886"/>
                          </a:moveTo>
                          <a:cubicBezTo>
                            <a:pt x="1405" y="5648"/>
                            <a:pt x="357" y="6600"/>
                            <a:pt x="71" y="7743"/>
                          </a:cubicBezTo>
                          <a:cubicBezTo>
                            <a:pt x="-214" y="8886"/>
                            <a:pt x="357" y="10315"/>
                            <a:pt x="1786" y="11268"/>
                          </a:cubicBezTo>
                          <a:cubicBezTo>
                            <a:pt x="3119" y="12125"/>
                            <a:pt x="4929" y="12316"/>
                            <a:pt x="6548" y="12411"/>
                          </a:cubicBezTo>
                          <a:cubicBezTo>
                            <a:pt x="10644" y="12887"/>
                            <a:pt x="14835" y="12506"/>
                            <a:pt x="18740" y="11744"/>
                          </a:cubicBezTo>
                          <a:cubicBezTo>
                            <a:pt x="20359" y="11458"/>
                            <a:pt x="21979" y="11173"/>
                            <a:pt x="23312" y="10506"/>
                          </a:cubicBezTo>
                          <a:cubicBezTo>
                            <a:pt x="28837" y="7934"/>
                            <a:pt x="30932" y="600"/>
                            <a:pt x="21788" y="28"/>
                          </a:cubicBezTo>
                          <a:cubicBezTo>
                            <a:pt x="14454" y="-258"/>
                            <a:pt x="6929" y="1648"/>
                            <a:pt x="2453" y="488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6" name="Forme libre : forme 14415">
                      <a:extLst>
                        <a:ext uri="{FF2B5EF4-FFF2-40B4-BE49-F238E27FC236}">
                          <a16:creationId xmlns:a16="http://schemas.microsoft.com/office/drawing/2014/main" id="{71E42CD4-C7F7-40D9-9C3C-F80358CE5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8534" y="3270599"/>
                      <a:ext cx="44305" cy="34766"/>
                    </a:xfrm>
                    <a:custGeom>
                      <a:avLst/>
                      <a:gdLst>
                        <a:gd name="connsiteX0" fmla="*/ 44005 w 44305"/>
                        <a:gd name="connsiteY0" fmla="*/ 0 h 34766"/>
                        <a:gd name="connsiteX1" fmla="*/ 41338 w 44305"/>
                        <a:gd name="connsiteY1" fmla="*/ 13430 h 34766"/>
                        <a:gd name="connsiteX2" fmla="*/ 28861 w 44305"/>
                        <a:gd name="connsiteY2" fmla="*/ 25337 h 34766"/>
                        <a:gd name="connsiteX3" fmla="*/ 16859 w 44305"/>
                        <a:gd name="connsiteY3" fmla="*/ 30956 h 34766"/>
                        <a:gd name="connsiteX4" fmla="*/ 0 w 44305"/>
                        <a:gd name="connsiteY4" fmla="*/ 34766 h 34766"/>
                        <a:gd name="connsiteX5" fmla="*/ 6382 w 44305"/>
                        <a:gd name="connsiteY5" fmla="*/ 33147 h 34766"/>
                        <a:gd name="connsiteX6" fmla="*/ 20764 w 44305"/>
                        <a:gd name="connsiteY6" fmla="*/ 27622 h 34766"/>
                        <a:gd name="connsiteX7" fmla="*/ 35719 w 44305"/>
                        <a:gd name="connsiteY7" fmla="*/ 16478 h 34766"/>
                        <a:gd name="connsiteX8" fmla="*/ 44005 w 44305"/>
                        <a:gd name="connsiteY8" fmla="*/ 0 h 34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305" h="34766">
                          <a:moveTo>
                            <a:pt x="44005" y="0"/>
                          </a:moveTo>
                          <a:cubicBezTo>
                            <a:pt x="44005" y="0"/>
                            <a:pt x="45625" y="5620"/>
                            <a:pt x="41338" y="13430"/>
                          </a:cubicBezTo>
                          <a:cubicBezTo>
                            <a:pt x="39148" y="17431"/>
                            <a:pt x="35338" y="21336"/>
                            <a:pt x="28861" y="25337"/>
                          </a:cubicBezTo>
                          <a:cubicBezTo>
                            <a:pt x="25622" y="27242"/>
                            <a:pt x="21622" y="29432"/>
                            <a:pt x="16859" y="30956"/>
                          </a:cubicBezTo>
                          <a:cubicBezTo>
                            <a:pt x="12097" y="32385"/>
                            <a:pt x="6572" y="33719"/>
                            <a:pt x="0" y="34766"/>
                          </a:cubicBezTo>
                          <a:cubicBezTo>
                            <a:pt x="0" y="34766"/>
                            <a:pt x="2477" y="34290"/>
                            <a:pt x="6382" y="33147"/>
                          </a:cubicBezTo>
                          <a:cubicBezTo>
                            <a:pt x="10287" y="32004"/>
                            <a:pt x="15430" y="30480"/>
                            <a:pt x="20764" y="27622"/>
                          </a:cubicBezTo>
                          <a:cubicBezTo>
                            <a:pt x="26099" y="24670"/>
                            <a:pt x="31433" y="20955"/>
                            <a:pt x="35719" y="16478"/>
                          </a:cubicBezTo>
                          <a:cubicBezTo>
                            <a:pt x="40005" y="12002"/>
                            <a:pt x="43053" y="6096"/>
                            <a:pt x="4400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7" name="Forme libre : forme 14416">
                      <a:extLst>
                        <a:ext uri="{FF2B5EF4-FFF2-40B4-BE49-F238E27FC236}">
                          <a16:creationId xmlns:a16="http://schemas.microsoft.com/office/drawing/2014/main" id="{7144614C-164B-42C2-A493-524D6AE547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3569" y="3220460"/>
                      <a:ext cx="50387" cy="17087"/>
                    </a:xfrm>
                    <a:custGeom>
                      <a:avLst/>
                      <a:gdLst>
                        <a:gd name="connsiteX0" fmla="*/ 50387 w 50387"/>
                        <a:gd name="connsiteY0" fmla="*/ 1371 h 17087"/>
                        <a:gd name="connsiteX1" fmla="*/ 44577 w 50387"/>
                        <a:gd name="connsiteY1" fmla="*/ 418 h 17087"/>
                        <a:gd name="connsiteX2" fmla="*/ 30861 w 50387"/>
                        <a:gd name="connsiteY2" fmla="*/ 323 h 17087"/>
                        <a:gd name="connsiteX3" fmla="*/ 14478 w 50387"/>
                        <a:gd name="connsiteY3" fmla="*/ 4133 h 17087"/>
                        <a:gd name="connsiteX4" fmla="*/ 0 w 50387"/>
                        <a:gd name="connsiteY4" fmla="*/ 17087 h 17087"/>
                        <a:gd name="connsiteX5" fmla="*/ 13049 w 50387"/>
                        <a:gd name="connsiteY5" fmla="*/ 7562 h 17087"/>
                        <a:gd name="connsiteX6" fmla="*/ 28670 w 50387"/>
                        <a:gd name="connsiteY6" fmla="*/ 2419 h 17087"/>
                        <a:gd name="connsiteX7" fmla="*/ 50387 w 50387"/>
                        <a:gd name="connsiteY7" fmla="*/ 1371 h 17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0387" h="17087">
                          <a:moveTo>
                            <a:pt x="50387" y="1371"/>
                          </a:moveTo>
                          <a:cubicBezTo>
                            <a:pt x="50387" y="1371"/>
                            <a:pt x="48101" y="895"/>
                            <a:pt x="44577" y="418"/>
                          </a:cubicBezTo>
                          <a:cubicBezTo>
                            <a:pt x="41053" y="37"/>
                            <a:pt x="36195" y="-248"/>
                            <a:pt x="30861" y="323"/>
                          </a:cubicBezTo>
                          <a:cubicBezTo>
                            <a:pt x="25527" y="1085"/>
                            <a:pt x="19907" y="1466"/>
                            <a:pt x="14478" y="4133"/>
                          </a:cubicBezTo>
                          <a:cubicBezTo>
                            <a:pt x="9049" y="6610"/>
                            <a:pt x="3810" y="10610"/>
                            <a:pt x="0" y="17087"/>
                          </a:cubicBezTo>
                          <a:cubicBezTo>
                            <a:pt x="0" y="17087"/>
                            <a:pt x="4477" y="11849"/>
                            <a:pt x="13049" y="7562"/>
                          </a:cubicBezTo>
                          <a:cubicBezTo>
                            <a:pt x="17336" y="5372"/>
                            <a:pt x="22479" y="3657"/>
                            <a:pt x="28670" y="2419"/>
                          </a:cubicBezTo>
                          <a:cubicBezTo>
                            <a:pt x="34957" y="895"/>
                            <a:pt x="42101" y="418"/>
                            <a:pt x="50387" y="13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8" name="Forme libre : forme 14417">
                      <a:extLst>
                        <a:ext uri="{FF2B5EF4-FFF2-40B4-BE49-F238E27FC236}">
                          <a16:creationId xmlns:a16="http://schemas.microsoft.com/office/drawing/2014/main" id="{AA473F4F-2F0C-489F-83BB-44092C842C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5278" y="3254761"/>
                      <a:ext cx="25054" cy="11614"/>
                    </a:xfrm>
                    <a:custGeom>
                      <a:avLst/>
                      <a:gdLst>
                        <a:gd name="connsiteX0" fmla="*/ 24780 w 25054"/>
                        <a:gd name="connsiteY0" fmla="*/ 9171 h 11614"/>
                        <a:gd name="connsiteX1" fmla="*/ 9540 w 25054"/>
                        <a:gd name="connsiteY1" fmla="*/ 10314 h 11614"/>
                        <a:gd name="connsiteX2" fmla="*/ 396 w 25054"/>
                        <a:gd name="connsiteY2" fmla="*/ 2122 h 11614"/>
                        <a:gd name="connsiteX3" fmla="*/ 15255 w 25054"/>
                        <a:gd name="connsiteY3" fmla="*/ 1360 h 11614"/>
                        <a:gd name="connsiteX4" fmla="*/ 24780 w 25054"/>
                        <a:gd name="connsiteY4" fmla="*/ 9171 h 11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054" h="11614">
                          <a:moveTo>
                            <a:pt x="24780" y="9171"/>
                          </a:moveTo>
                          <a:cubicBezTo>
                            <a:pt x="23351" y="11933"/>
                            <a:pt x="16398" y="12409"/>
                            <a:pt x="9540" y="10314"/>
                          </a:cubicBezTo>
                          <a:cubicBezTo>
                            <a:pt x="2682" y="8218"/>
                            <a:pt x="-1318" y="4599"/>
                            <a:pt x="396" y="2122"/>
                          </a:cubicBezTo>
                          <a:cubicBezTo>
                            <a:pt x="2110" y="-354"/>
                            <a:pt x="8683" y="-735"/>
                            <a:pt x="15255" y="1360"/>
                          </a:cubicBezTo>
                          <a:cubicBezTo>
                            <a:pt x="21923" y="3551"/>
                            <a:pt x="26209" y="6504"/>
                            <a:pt x="24780" y="917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9" name="Forme libre : forme 14418">
                      <a:extLst>
                        <a:ext uri="{FF2B5EF4-FFF2-40B4-BE49-F238E27FC236}">
                          <a16:creationId xmlns:a16="http://schemas.microsoft.com/office/drawing/2014/main" id="{A62597CD-0C58-4DEC-A231-DBD7D75541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6720" y="3260407"/>
                      <a:ext cx="6957" cy="4476"/>
                    </a:xfrm>
                    <a:custGeom>
                      <a:avLst/>
                      <a:gdLst>
                        <a:gd name="connsiteX0" fmla="*/ 6958 w 6957"/>
                        <a:gd name="connsiteY0" fmla="*/ 2191 h 4476"/>
                        <a:gd name="connsiteX1" fmla="*/ 3433 w 6957"/>
                        <a:gd name="connsiteY1" fmla="*/ 4477 h 4476"/>
                        <a:gd name="connsiteX2" fmla="*/ 4 w 6957"/>
                        <a:gd name="connsiteY2" fmla="*/ 2286 h 4476"/>
                        <a:gd name="connsiteX3" fmla="*/ 3528 w 6957"/>
                        <a:gd name="connsiteY3" fmla="*/ 0 h 4476"/>
                        <a:gd name="connsiteX4" fmla="*/ 6958 w 6957"/>
                        <a:gd name="connsiteY4" fmla="*/ 2191 h 4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57" h="4476">
                          <a:moveTo>
                            <a:pt x="6958" y="2191"/>
                          </a:moveTo>
                          <a:cubicBezTo>
                            <a:pt x="6958" y="3429"/>
                            <a:pt x="5338" y="4382"/>
                            <a:pt x="3433" y="4477"/>
                          </a:cubicBezTo>
                          <a:cubicBezTo>
                            <a:pt x="1433" y="4477"/>
                            <a:pt x="-91" y="3524"/>
                            <a:pt x="4" y="2286"/>
                          </a:cubicBezTo>
                          <a:cubicBezTo>
                            <a:pt x="4" y="1048"/>
                            <a:pt x="1624" y="95"/>
                            <a:pt x="3528" y="0"/>
                          </a:cubicBezTo>
                          <a:cubicBezTo>
                            <a:pt x="5434" y="0"/>
                            <a:pt x="6958" y="953"/>
                            <a:pt x="6958" y="21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20" name="Forme libre : forme 14419">
                      <a:extLst>
                        <a:ext uri="{FF2B5EF4-FFF2-40B4-BE49-F238E27FC236}">
                          <a16:creationId xmlns:a16="http://schemas.microsoft.com/office/drawing/2014/main" id="{52EEDF8F-289D-4823-BE0A-FF20628496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7438" y="3230745"/>
                      <a:ext cx="57157" cy="38876"/>
                    </a:xfrm>
                    <a:custGeom>
                      <a:avLst/>
                      <a:gdLst>
                        <a:gd name="connsiteX0" fmla="*/ 49670 w 57157"/>
                        <a:gd name="connsiteY0" fmla="*/ 13755 h 38876"/>
                        <a:gd name="connsiteX1" fmla="*/ 57100 w 57157"/>
                        <a:gd name="connsiteY1" fmla="*/ 32329 h 38876"/>
                        <a:gd name="connsiteX2" fmla="*/ 52814 w 57157"/>
                        <a:gd name="connsiteY2" fmla="*/ 38710 h 38876"/>
                        <a:gd name="connsiteX3" fmla="*/ 44622 w 57157"/>
                        <a:gd name="connsiteY3" fmla="*/ 35662 h 38876"/>
                        <a:gd name="connsiteX4" fmla="*/ 28620 w 57157"/>
                        <a:gd name="connsiteY4" fmla="*/ 18518 h 38876"/>
                        <a:gd name="connsiteX5" fmla="*/ 21286 w 57157"/>
                        <a:gd name="connsiteY5" fmla="*/ 16041 h 38876"/>
                        <a:gd name="connsiteX6" fmla="*/ 10427 w 57157"/>
                        <a:gd name="connsiteY6" fmla="*/ 11945 h 38876"/>
                        <a:gd name="connsiteX7" fmla="*/ 902 w 57157"/>
                        <a:gd name="connsiteY7" fmla="*/ 2611 h 38876"/>
                        <a:gd name="connsiteX8" fmla="*/ 18047 w 57157"/>
                        <a:gd name="connsiteY8" fmla="*/ 515 h 38876"/>
                        <a:gd name="connsiteX9" fmla="*/ 35192 w 57157"/>
                        <a:gd name="connsiteY9" fmla="*/ 3849 h 38876"/>
                        <a:gd name="connsiteX10" fmla="*/ 49670 w 57157"/>
                        <a:gd name="connsiteY10" fmla="*/ 13755 h 38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157" h="38876">
                          <a:moveTo>
                            <a:pt x="49670" y="13755"/>
                          </a:moveTo>
                          <a:cubicBezTo>
                            <a:pt x="54338" y="19375"/>
                            <a:pt x="56338" y="25757"/>
                            <a:pt x="57100" y="32329"/>
                          </a:cubicBezTo>
                          <a:cubicBezTo>
                            <a:pt x="57386" y="34805"/>
                            <a:pt x="56719" y="37949"/>
                            <a:pt x="52814" y="38710"/>
                          </a:cubicBezTo>
                          <a:cubicBezTo>
                            <a:pt x="49289" y="39472"/>
                            <a:pt x="46336" y="37472"/>
                            <a:pt x="44622" y="35662"/>
                          </a:cubicBezTo>
                          <a:cubicBezTo>
                            <a:pt x="39383" y="30043"/>
                            <a:pt x="36526" y="22994"/>
                            <a:pt x="28620" y="18518"/>
                          </a:cubicBezTo>
                          <a:cubicBezTo>
                            <a:pt x="27382" y="17851"/>
                            <a:pt x="24619" y="16993"/>
                            <a:pt x="21286" y="16041"/>
                          </a:cubicBezTo>
                          <a:cubicBezTo>
                            <a:pt x="17952" y="15088"/>
                            <a:pt x="13952" y="13374"/>
                            <a:pt x="10427" y="11945"/>
                          </a:cubicBezTo>
                          <a:cubicBezTo>
                            <a:pt x="3284" y="8897"/>
                            <a:pt x="-2241" y="5468"/>
                            <a:pt x="902" y="2611"/>
                          </a:cubicBezTo>
                          <a:cubicBezTo>
                            <a:pt x="4045" y="-247"/>
                            <a:pt x="10999" y="-437"/>
                            <a:pt x="18047" y="515"/>
                          </a:cubicBezTo>
                          <a:cubicBezTo>
                            <a:pt x="25001" y="1182"/>
                            <a:pt x="31763" y="2420"/>
                            <a:pt x="35192" y="3849"/>
                          </a:cubicBezTo>
                          <a:cubicBezTo>
                            <a:pt x="41193" y="5944"/>
                            <a:pt x="46146" y="9469"/>
                            <a:pt x="49670" y="1375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48" name="Graphique 1">
                    <a:extLst>
                      <a:ext uri="{FF2B5EF4-FFF2-40B4-BE49-F238E27FC236}">
                        <a16:creationId xmlns:a16="http://schemas.microsoft.com/office/drawing/2014/main" id="{C358D797-A157-4FCC-B2E7-CF3F3F3F11D9}"/>
                      </a:ext>
                    </a:extLst>
                  </p:cNvPr>
                  <p:cNvGrpSpPr/>
                  <p:nvPr/>
                </p:nvGrpSpPr>
                <p:grpSpPr>
                  <a:xfrm>
                    <a:off x="3522993" y="3173240"/>
                    <a:ext cx="143947" cy="117064"/>
                    <a:chOff x="3522993" y="3173240"/>
                    <a:chExt cx="143947" cy="117064"/>
                  </a:xfrm>
                  <a:solidFill>
                    <a:schemeClr val="accent1"/>
                  </a:solidFill>
                </p:grpSpPr>
                <p:sp>
                  <p:nvSpPr>
                    <p:cNvPr id="14397" name="Forme libre : forme 14396">
                      <a:extLst>
                        <a:ext uri="{FF2B5EF4-FFF2-40B4-BE49-F238E27FC236}">
                          <a16:creationId xmlns:a16="http://schemas.microsoft.com/office/drawing/2014/main" id="{6AC3D331-1AF2-4497-A441-B625B5CC4E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2993" y="3173240"/>
                      <a:ext cx="143703" cy="117064"/>
                    </a:xfrm>
                    <a:custGeom>
                      <a:avLst/>
                      <a:gdLst>
                        <a:gd name="connsiteX0" fmla="*/ 119180 w 143703"/>
                        <a:gd name="connsiteY0" fmla="*/ 76118 h 117064"/>
                        <a:gd name="connsiteX1" fmla="*/ 106512 w 143703"/>
                        <a:gd name="connsiteY1" fmla="*/ 85548 h 117064"/>
                        <a:gd name="connsiteX2" fmla="*/ 93177 w 143703"/>
                        <a:gd name="connsiteY2" fmla="*/ 94406 h 117064"/>
                        <a:gd name="connsiteX3" fmla="*/ 64506 w 143703"/>
                        <a:gd name="connsiteY3" fmla="*/ 110027 h 117064"/>
                        <a:gd name="connsiteX4" fmla="*/ 43552 w 143703"/>
                        <a:gd name="connsiteY4" fmla="*/ 116409 h 117064"/>
                        <a:gd name="connsiteX5" fmla="*/ 24787 w 143703"/>
                        <a:gd name="connsiteY5" fmla="*/ 115933 h 117064"/>
                        <a:gd name="connsiteX6" fmla="*/ 4880 w 143703"/>
                        <a:gd name="connsiteY6" fmla="*/ 99645 h 117064"/>
                        <a:gd name="connsiteX7" fmla="*/ 403 w 143703"/>
                        <a:gd name="connsiteY7" fmla="*/ 77833 h 117064"/>
                        <a:gd name="connsiteX8" fmla="*/ 7642 w 143703"/>
                        <a:gd name="connsiteY8" fmla="*/ 54878 h 117064"/>
                        <a:gd name="connsiteX9" fmla="*/ 17739 w 143703"/>
                        <a:gd name="connsiteY9" fmla="*/ 45257 h 117064"/>
                        <a:gd name="connsiteX10" fmla="*/ 30883 w 143703"/>
                        <a:gd name="connsiteY10" fmla="*/ 37542 h 117064"/>
                        <a:gd name="connsiteX11" fmla="*/ 51553 w 143703"/>
                        <a:gd name="connsiteY11" fmla="*/ 26874 h 117064"/>
                        <a:gd name="connsiteX12" fmla="*/ 61649 w 143703"/>
                        <a:gd name="connsiteY12" fmla="*/ 20492 h 117064"/>
                        <a:gd name="connsiteX13" fmla="*/ 71555 w 143703"/>
                        <a:gd name="connsiteY13" fmla="*/ 13444 h 117064"/>
                        <a:gd name="connsiteX14" fmla="*/ 85938 w 143703"/>
                        <a:gd name="connsiteY14" fmla="*/ 5062 h 117064"/>
                        <a:gd name="connsiteX15" fmla="*/ 100416 w 143703"/>
                        <a:gd name="connsiteY15" fmla="*/ 585 h 117064"/>
                        <a:gd name="connsiteX16" fmla="*/ 123847 w 143703"/>
                        <a:gd name="connsiteY16" fmla="*/ 6014 h 117064"/>
                        <a:gd name="connsiteX17" fmla="*/ 138706 w 143703"/>
                        <a:gd name="connsiteY17" fmla="*/ 21445 h 117064"/>
                        <a:gd name="connsiteX18" fmla="*/ 141754 w 143703"/>
                        <a:gd name="connsiteY18" fmla="*/ 46019 h 117064"/>
                        <a:gd name="connsiteX19" fmla="*/ 133563 w 143703"/>
                        <a:gd name="connsiteY19" fmla="*/ 61545 h 117064"/>
                        <a:gd name="connsiteX20" fmla="*/ 119180 w 143703"/>
                        <a:gd name="connsiteY20" fmla="*/ 76118 h 117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703" h="117064">
                          <a:moveTo>
                            <a:pt x="119180" y="76118"/>
                          </a:moveTo>
                          <a:cubicBezTo>
                            <a:pt x="114989" y="79261"/>
                            <a:pt x="110798" y="82500"/>
                            <a:pt x="106512" y="85548"/>
                          </a:cubicBezTo>
                          <a:lnTo>
                            <a:pt x="93177" y="94406"/>
                          </a:lnTo>
                          <a:cubicBezTo>
                            <a:pt x="83938" y="99931"/>
                            <a:pt x="74603" y="105455"/>
                            <a:pt x="64506" y="110027"/>
                          </a:cubicBezTo>
                          <a:cubicBezTo>
                            <a:pt x="57648" y="113552"/>
                            <a:pt x="50314" y="115361"/>
                            <a:pt x="43552" y="116409"/>
                          </a:cubicBezTo>
                          <a:cubicBezTo>
                            <a:pt x="36884" y="117552"/>
                            <a:pt x="30312" y="117076"/>
                            <a:pt x="24787" y="115933"/>
                          </a:cubicBezTo>
                          <a:cubicBezTo>
                            <a:pt x="13738" y="113837"/>
                            <a:pt x="6499" y="107455"/>
                            <a:pt x="4880" y="99645"/>
                          </a:cubicBezTo>
                          <a:lnTo>
                            <a:pt x="403" y="77833"/>
                          </a:lnTo>
                          <a:cubicBezTo>
                            <a:pt x="-1216" y="69927"/>
                            <a:pt x="2213" y="62117"/>
                            <a:pt x="7642" y="54878"/>
                          </a:cubicBezTo>
                          <a:cubicBezTo>
                            <a:pt x="10404" y="51353"/>
                            <a:pt x="13929" y="48401"/>
                            <a:pt x="17739" y="45257"/>
                          </a:cubicBezTo>
                          <a:cubicBezTo>
                            <a:pt x="21644" y="42304"/>
                            <a:pt x="26121" y="39923"/>
                            <a:pt x="30883" y="37542"/>
                          </a:cubicBezTo>
                          <a:cubicBezTo>
                            <a:pt x="37932" y="34589"/>
                            <a:pt x="44695" y="30684"/>
                            <a:pt x="51553" y="26874"/>
                          </a:cubicBezTo>
                          <a:lnTo>
                            <a:pt x="61649" y="20492"/>
                          </a:lnTo>
                          <a:lnTo>
                            <a:pt x="71555" y="13444"/>
                          </a:lnTo>
                          <a:cubicBezTo>
                            <a:pt x="76222" y="10205"/>
                            <a:pt x="80985" y="7062"/>
                            <a:pt x="85938" y="5062"/>
                          </a:cubicBezTo>
                          <a:cubicBezTo>
                            <a:pt x="90796" y="2966"/>
                            <a:pt x="95748" y="1252"/>
                            <a:pt x="100416" y="585"/>
                          </a:cubicBezTo>
                          <a:cubicBezTo>
                            <a:pt x="109846" y="-939"/>
                            <a:pt x="118418" y="395"/>
                            <a:pt x="123847" y="6014"/>
                          </a:cubicBezTo>
                          <a:lnTo>
                            <a:pt x="138706" y="21445"/>
                          </a:lnTo>
                          <a:cubicBezTo>
                            <a:pt x="144040" y="26969"/>
                            <a:pt x="145183" y="36018"/>
                            <a:pt x="141754" y="46019"/>
                          </a:cubicBezTo>
                          <a:cubicBezTo>
                            <a:pt x="140040" y="50972"/>
                            <a:pt x="137373" y="56402"/>
                            <a:pt x="133563" y="61545"/>
                          </a:cubicBezTo>
                          <a:cubicBezTo>
                            <a:pt x="129753" y="66498"/>
                            <a:pt x="125181" y="71737"/>
                            <a:pt x="119180" y="7611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98" name="Forme libre : forme 14397">
                      <a:extLst>
                        <a:ext uri="{FF2B5EF4-FFF2-40B4-BE49-F238E27FC236}">
                          <a16:creationId xmlns:a16="http://schemas.microsoft.com/office/drawing/2014/main" id="{13C3F804-915A-434F-AF9D-D26B9FEC22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6064" y="3194113"/>
                      <a:ext cx="140877" cy="96191"/>
                    </a:xfrm>
                    <a:custGeom>
                      <a:avLst/>
                      <a:gdLst>
                        <a:gd name="connsiteX0" fmla="*/ 59912 w 140877"/>
                        <a:gd name="connsiteY0" fmla="*/ 60770 h 96191"/>
                        <a:gd name="connsiteX1" fmla="*/ 44482 w 140877"/>
                        <a:gd name="connsiteY1" fmla="*/ 69437 h 96191"/>
                        <a:gd name="connsiteX2" fmla="*/ 28099 w 140877"/>
                        <a:gd name="connsiteY2" fmla="*/ 73819 h 96191"/>
                        <a:gd name="connsiteX3" fmla="*/ 0 w 140877"/>
                        <a:gd name="connsiteY3" fmla="*/ 69342 h 96191"/>
                        <a:gd name="connsiteX4" fmla="*/ 2000 w 140877"/>
                        <a:gd name="connsiteY4" fmla="*/ 78772 h 96191"/>
                        <a:gd name="connsiteX5" fmla="*/ 21907 w 140877"/>
                        <a:gd name="connsiteY5" fmla="*/ 95060 h 96191"/>
                        <a:gd name="connsiteX6" fmla="*/ 40672 w 140877"/>
                        <a:gd name="connsiteY6" fmla="*/ 95536 h 96191"/>
                        <a:gd name="connsiteX7" fmla="*/ 61626 w 140877"/>
                        <a:gd name="connsiteY7" fmla="*/ 89154 h 96191"/>
                        <a:gd name="connsiteX8" fmla="*/ 90297 w 140877"/>
                        <a:gd name="connsiteY8" fmla="*/ 73533 h 96191"/>
                        <a:gd name="connsiteX9" fmla="*/ 103632 w 140877"/>
                        <a:gd name="connsiteY9" fmla="*/ 64675 h 96191"/>
                        <a:gd name="connsiteX10" fmla="*/ 116300 w 140877"/>
                        <a:gd name="connsiteY10" fmla="*/ 55245 h 96191"/>
                        <a:gd name="connsiteX11" fmla="*/ 130778 w 140877"/>
                        <a:gd name="connsiteY11" fmla="*/ 40577 h 96191"/>
                        <a:gd name="connsiteX12" fmla="*/ 138970 w 140877"/>
                        <a:gd name="connsiteY12" fmla="*/ 25051 h 96191"/>
                        <a:gd name="connsiteX13" fmla="*/ 135922 w 140877"/>
                        <a:gd name="connsiteY13" fmla="*/ 476 h 96191"/>
                        <a:gd name="connsiteX14" fmla="*/ 135445 w 140877"/>
                        <a:gd name="connsiteY14" fmla="*/ 0 h 96191"/>
                        <a:gd name="connsiteX15" fmla="*/ 99346 w 140877"/>
                        <a:gd name="connsiteY15" fmla="*/ 31909 h 96191"/>
                        <a:gd name="connsiteX16" fmla="*/ 79915 w 140877"/>
                        <a:gd name="connsiteY16" fmla="*/ 46196 h 96191"/>
                        <a:gd name="connsiteX17" fmla="*/ 59912 w 140877"/>
                        <a:gd name="connsiteY17" fmla="*/ 60770 h 96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0877" h="96191">
                          <a:moveTo>
                            <a:pt x="59912" y="60770"/>
                          </a:moveTo>
                          <a:cubicBezTo>
                            <a:pt x="55054" y="64103"/>
                            <a:pt x="49720" y="66961"/>
                            <a:pt x="44482" y="69437"/>
                          </a:cubicBezTo>
                          <a:cubicBezTo>
                            <a:pt x="39052" y="71533"/>
                            <a:pt x="33433" y="72962"/>
                            <a:pt x="28099" y="73819"/>
                          </a:cubicBezTo>
                          <a:cubicBezTo>
                            <a:pt x="17145" y="74962"/>
                            <a:pt x="7239" y="73914"/>
                            <a:pt x="0" y="69342"/>
                          </a:cubicBezTo>
                          <a:lnTo>
                            <a:pt x="2000" y="78772"/>
                          </a:lnTo>
                          <a:cubicBezTo>
                            <a:pt x="3619" y="86582"/>
                            <a:pt x="10858" y="92964"/>
                            <a:pt x="21907" y="95060"/>
                          </a:cubicBezTo>
                          <a:cubicBezTo>
                            <a:pt x="27432" y="96203"/>
                            <a:pt x="33909" y="96679"/>
                            <a:pt x="40672" y="95536"/>
                          </a:cubicBezTo>
                          <a:cubicBezTo>
                            <a:pt x="47434" y="94488"/>
                            <a:pt x="54769" y="92678"/>
                            <a:pt x="61626" y="89154"/>
                          </a:cubicBezTo>
                          <a:cubicBezTo>
                            <a:pt x="71723" y="84582"/>
                            <a:pt x="81058" y="79058"/>
                            <a:pt x="90297" y="73533"/>
                          </a:cubicBezTo>
                          <a:lnTo>
                            <a:pt x="103632" y="64675"/>
                          </a:lnTo>
                          <a:cubicBezTo>
                            <a:pt x="107918" y="61627"/>
                            <a:pt x="112109" y="58388"/>
                            <a:pt x="116300" y="55245"/>
                          </a:cubicBezTo>
                          <a:cubicBezTo>
                            <a:pt x="122301" y="50863"/>
                            <a:pt x="126873" y="45625"/>
                            <a:pt x="130778" y="40577"/>
                          </a:cubicBezTo>
                          <a:cubicBezTo>
                            <a:pt x="134588" y="35433"/>
                            <a:pt x="137255" y="30099"/>
                            <a:pt x="138970" y="25051"/>
                          </a:cubicBezTo>
                          <a:cubicBezTo>
                            <a:pt x="142303" y="15050"/>
                            <a:pt x="141256" y="6001"/>
                            <a:pt x="135922" y="476"/>
                          </a:cubicBezTo>
                          <a:lnTo>
                            <a:pt x="135445" y="0"/>
                          </a:lnTo>
                          <a:cubicBezTo>
                            <a:pt x="124396" y="12002"/>
                            <a:pt x="111919" y="22098"/>
                            <a:pt x="99346" y="31909"/>
                          </a:cubicBezTo>
                          <a:cubicBezTo>
                            <a:pt x="92964" y="36767"/>
                            <a:pt x="86582" y="41529"/>
                            <a:pt x="79915" y="46196"/>
                          </a:cubicBezTo>
                          <a:cubicBezTo>
                            <a:pt x="73342" y="51149"/>
                            <a:pt x="66484" y="55531"/>
                            <a:pt x="59912" y="6077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99" name="Forme libre : forme 14398">
                      <a:extLst>
                        <a:ext uri="{FF2B5EF4-FFF2-40B4-BE49-F238E27FC236}">
                          <a16:creationId xmlns:a16="http://schemas.microsoft.com/office/drawing/2014/main" id="{E8C2A834-5292-4C48-8318-205F33C9C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4143" y="3206247"/>
                      <a:ext cx="59960" cy="45912"/>
                    </a:xfrm>
                    <a:custGeom>
                      <a:avLst/>
                      <a:gdLst>
                        <a:gd name="connsiteX0" fmla="*/ 58315 w 59960"/>
                        <a:gd name="connsiteY0" fmla="*/ 2820 h 45912"/>
                        <a:gd name="connsiteX1" fmla="*/ 56981 w 59960"/>
                        <a:gd name="connsiteY1" fmla="*/ 17489 h 45912"/>
                        <a:gd name="connsiteX2" fmla="*/ 49837 w 59960"/>
                        <a:gd name="connsiteY2" fmla="*/ 26918 h 45912"/>
                        <a:gd name="connsiteX3" fmla="*/ 38979 w 59960"/>
                        <a:gd name="connsiteY3" fmla="*/ 36062 h 45912"/>
                        <a:gd name="connsiteX4" fmla="*/ 14785 w 59960"/>
                        <a:gd name="connsiteY4" fmla="*/ 45683 h 45912"/>
                        <a:gd name="connsiteX5" fmla="*/ 688 w 59960"/>
                        <a:gd name="connsiteY5" fmla="*/ 40920 h 45912"/>
                        <a:gd name="connsiteX6" fmla="*/ 4689 w 59960"/>
                        <a:gd name="connsiteY6" fmla="*/ 26918 h 45912"/>
                        <a:gd name="connsiteX7" fmla="*/ 22405 w 59960"/>
                        <a:gd name="connsiteY7" fmla="*/ 11202 h 45912"/>
                        <a:gd name="connsiteX8" fmla="*/ 33550 w 59960"/>
                        <a:gd name="connsiteY8" fmla="*/ 4820 h 45912"/>
                        <a:gd name="connsiteX9" fmla="*/ 43932 w 59960"/>
                        <a:gd name="connsiteY9" fmla="*/ 1010 h 45912"/>
                        <a:gd name="connsiteX10" fmla="*/ 58315 w 59960"/>
                        <a:gd name="connsiteY10" fmla="*/ 2820 h 45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9960" h="45912">
                          <a:moveTo>
                            <a:pt x="58315" y="2820"/>
                          </a:moveTo>
                          <a:cubicBezTo>
                            <a:pt x="60982" y="5963"/>
                            <a:pt x="60315" y="11297"/>
                            <a:pt x="56981" y="17489"/>
                          </a:cubicBezTo>
                          <a:cubicBezTo>
                            <a:pt x="55362" y="20632"/>
                            <a:pt x="52790" y="23680"/>
                            <a:pt x="49837" y="26918"/>
                          </a:cubicBezTo>
                          <a:cubicBezTo>
                            <a:pt x="46789" y="30062"/>
                            <a:pt x="43265" y="33395"/>
                            <a:pt x="38979" y="36062"/>
                          </a:cubicBezTo>
                          <a:cubicBezTo>
                            <a:pt x="30692" y="41777"/>
                            <a:pt x="21739" y="44921"/>
                            <a:pt x="14785" y="45683"/>
                          </a:cubicBezTo>
                          <a:cubicBezTo>
                            <a:pt x="7832" y="46635"/>
                            <a:pt x="2403" y="44540"/>
                            <a:pt x="688" y="40920"/>
                          </a:cubicBezTo>
                          <a:cubicBezTo>
                            <a:pt x="-1121" y="37015"/>
                            <a:pt x="783" y="32443"/>
                            <a:pt x="4689" y="26918"/>
                          </a:cubicBezTo>
                          <a:cubicBezTo>
                            <a:pt x="8689" y="21680"/>
                            <a:pt x="14881" y="16250"/>
                            <a:pt x="22405" y="11202"/>
                          </a:cubicBezTo>
                          <a:cubicBezTo>
                            <a:pt x="26215" y="8821"/>
                            <a:pt x="29930" y="6535"/>
                            <a:pt x="33550" y="4820"/>
                          </a:cubicBezTo>
                          <a:cubicBezTo>
                            <a:pt x="37169" y="3011"/>
                            <a:pt x="40789" y="1963"/>
                            <a:pt x="43932" y="1010"/>
                          </a:cubicBezTo>
                          <a:cubicBezTo>
                            <a:pt x="50314" y="-704"/>
                            <a:pt x="55648" y="-323"/>
                            <a:pt x="58315" y="2820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0" name="Forme libre : forme 14399">
                      <a:extLst>
                        <a:ext uri="{FF2B5EF4-FFF2-40B4-BE49-F238E27FC236}">
                          <a16:creationId xmlns:a16="http://schemas.microsoft.com/office/drawing/2014/main" id="{F160FDCC-C941-4B25-BCDF-E19F7A751B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4060" y="3229165"/>
                      <a:ext cx="51349" cy="22898"/>
                    </a:xfrm>
                    <a:custGeom>
                      <a:avLst/>
                      <a:gdLst>
                        <a:gd name="connsiteX0" fmla="*/ 8106 w 51349"/>
                        <a:gd name="connsiteY0" fmla="*/ 0 h 22898"/>
                        <a:gd name="connsiteX1" fmla="*/ 1248 w 51349"/>
                        <a:gd name="connsiteY1" fmla="*/ 9716 h 22898"/>
                        <a:gd name="connsiteX2" fmla="*/ 677 w 51349"/>
                        <a:gd name="connsiteY2" fmla="*/ 17907 h 22898"/>
                        <a:gd name="connsiteX3" fmla="*/ 14774 w 51349"/>
                        <a:gd name="connsiteY3" fmla="*/ 22670 h 22898"/>
                        <a:gd name="connsiteX4" fmla="*/ 38967 w 51349"/>
                        <a:gd name="connsiteY4" fmla="*/ 13049 h 22898"/>
                        <a:gd name="connsiteX5" fmla="*/ 51350 w 51349"/>
                        <a:gd name="connsiteY5" fmla="*/ 2286 h 22898"/>
                        <a:gd name="connsiteX6" fmla="*/ 43539 w 51349"/>
                        <a:gd name="connsiteY6" fmla="*/ 6763 h 22898"/>
                        <a:gd name="connsiteX7" fmla="*/ 21346 w 51349"/>
                        <a:gd name="connsiteY7" fmla="*/ 9049 h 22898"/>
                        <a:gd name="connsiteX8" fmla="*/ 8106 w 51349"/>
                        <a:gd name="connsiteY8" fmla="*/ 0 h 22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349" h="22898">
                          <a:moveTo>
                            <a:pt x="8106" y="0"/>
                          </a:moveTo>
                          <a:cubicBezTo>
                            <a:pt x="4963" y="3238"/>
                            <a:pt x="2677" y="6858"/>
                            <a:pt x="1248" y="9716"/>
                          </a:cubicBezTo>
                          <a:cubicBezTo>
                            <a:pt x="-85" y="12668"/>
                            <a:pt x="-466" y="15526"/>
                            <a:pt x="677" y="17907"/>
                          </a:cubicBezTo>
                          <a:cubicBezTo>
                            <a:pt x="2391" y="21527"/>
                            <a:pt x="7820" y="23622"/>
                            <a:pt x="14774" y="22670"/>
                          </a:cubicBezTo>
                          <a:cubicBezTo>
                            <a:pt x="21822" y="21908"/>
                            <a:pt x="30680" y="18764"/>
                            <a:pt x="38967" y="13049"/>
                          </a:cubicBezTo>
                          <a:cubicBezTo>
                            <a:pt x="44015" y="9906"/>
                            <a:pt x="47921" y="6001"/>
                            <a:pt x="51350" y="2286"/>
                          </a:cubicBezTo>
                          <a:cubicBezTo>
                            <a:pt x="48873" y="4001"/>
                            <a:pt x="46302" y="5525"/>
                            <a:pt x="43539" y="6763"/>
                          </a:cubicBezTo>
                          <a:cubicBezTo>
                            <a:pt x="35634" y="9430"/>
                            <a:pt x="27632" y="10192"/>
                            <a:pt x="21346" y="9049"/>
                          </a:cubicBezTo>
                          <a:cubicBezTo>
                            <a:pt x="14869" y="7811"/>
                            <a:pt x="10106" y="4667"/>
                            <a:pt x="8106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1" name="Forme libre : forme 14400">
                      <a:extLst>
                        <a:ext uri="{FF2B5EF4-FFF2-40B4-BE49-F238E27FC236}">
                          <a16:creationId xmlns:a16="http://schemas.microsoft.com/office/drawing/2014/main" id="{CDF4B160-226F-465D-A9B4-52960D2C47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8684" y="3206596"/>
                      <a:ext cx="60181" cy="46649"/>
                    </a:xfrm>
                    <a:custGeom>
                      <a:avLst/>
                      <a:gdLst>
                        <a:gd name="connsiteX0" fmla="*/ 58536 w 60181"/>
                        <a:gd name="connsiteY0" fmla="*/ 2757 h 46649"/>
                        <a:gd name="connsiteX1" fmla="*/ 57203 w 60181"/>
                        <a:gd name="connsiteY1" fmla="*/ 17426 h 46649"/>
                        <a:gd name="connsiteX2" fmla="*/ 50154 w 60181"/>
                        <a:gd name="connsiteY2" fmla="*/ 27046 h 46649"/>
                        <a:gd name="connsiteX3" fmla="*/ 39296 w 60181"/>
                        <a:gd name="connsiteY3" fmla="*/ 36380 h 46649"/>
                        <a:gd name="connsiteX4" fmla="*/ 14912 w 60181"/>
                        <a:gd name="connsiteY4" fmla="*/ 46382 h 46649"/>
                        <a:gd name="connsiteX5" fmla="*/ 719 w 60181"/>
                        <a:gd name="connsiteY5" fmla="*/ 42000 h 46649"/>
                        <a:gd name="connsiteX6" fmla="*/ 4625 w 60181"/>
                        <a:gd name="connsiteY6" fmla="*/ 27808 h 46649"/>
                        <a:gd name="connsiteX7" fmla="*/ 22436 w 60181"/>
                        <a:gd name="connsiteY7" fmla="*/ 11711 h 46649"/>
                        <a:gd name="connsiteX8" fmla="*/ 33676 w 60181"/>
                        <a:gd name="connsiteY8" fmla="*/ 5043 h 46649"/>
                        <a:gd name="connsiteX9" fmla="*/ 44058 w 60181"/>
                        <a:gd name="connsiteY9" fmla="*/ 1043 h 46649"/>
                        <a:gd name="connsiteX10" fmla="*/ 58536 w 60181"/>
                        <a:gd name="connsiteY10" fmla="*/ 2757 h 46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0181" h="46649">
                          <a:moveTo>
                            <a:pt x="58536" y="2757"/>
                          </a:moveTo>
                          <a:cubicBezTo>
                            <a:pt x="61203" y="5900"/>
                            <a:pt x="60536" y="11234"/>
                            <a:pt x="57203" y="17426"/>
                          </a:cubicBezTo>
                          <a:cubicBezTo>
                            <a:pt x="55584" y="20569"/>
                            <a:pt x="53202" y="23903"/>
                            <a:pt x="50154" y="27046"/>
                          </a:cubicBezTo>
                          <a:cubicBezTo>
                            <a:pt x="47106" y="30189"/>
                            <a:pt x="43582" y="33523"/>
                            <a:pt x="39296" y="36380"/>
                          </a:cubicBezTo>
                          <a:cubicBezTo>
                            <a:pt x="30819" y="42095"/>
                            <a:pt x="22151" y="45620"/>
                            <a:pt x="14912" y="46382"/>
                          </a:cubicBezTo>
                          <a:cubicBezTo>
                            <a:pt x="7863" y="47334"/>
                            <a:pt x="2529" y="45715"/>
                            <a:pt x="719" y="42000"/>
                          </a:cubicBezTo>
                          <a:cubicBezTo>
                            <a:pt x="-1090" y="38381"/>
                            <a:pt x="624" y="33237"/>
                            <a:pt x="4625" y="27808"/>
                          </a:cubicBezTo>
                          <a:cubicBezTo>
                            <a:pt x="8720" y="22664"/>
                            <a:pt x="14817" y="16759"/>
                            <a:pt x="22436" y="11711"/>
                          </a:cubicBezTo>
                          <a:cubicBezTo>
                            <a:pt x="26247" y="9139"/>
                            <a:pt x="29961" y="6758"/>
                            <a:pt x="33676" y="5043"/>
                          </a:cubicBezTo>
                          <a:cubicBezTo>
                            <a:pt x="37391" y="3329"/>
                            <a:pt x="40915" y="1900"/>
                            <a:pt x="44058" y="1043"/>
                          </a:cubicBezTo>
                          <a:cubicBezTo>
                            <a:pt x="50535" y="-672"/>
                            <a:pt x="55965" y="-386"/>
                            <a:pt x="58536" y="275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2" name="Forme libre : forme 14401">
                      <a:extLst>
                        <a:ext uri="{FF2B5EF4-FFF2-40B4-BE49-F238E27FC236}">
                          <a16:creationId xmlns:a16="http://schemas.microsoft.com/office/drawing/2014/main" id="{83F55838-9B61-4ED7-A947-BC4FDBB44C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3096" y="3229215"/>
                      <a:ext cx="91851" cy="47404"/>
                    </a:xfrm>
                    <a:custGeom>
                      <a:avLst/>
                      <a:gdLst>
                        <a:gd name="connsiteX0" fmla="*/ 5066 w 91851"/>
                        <a:gd name="connsiteY0" fmla="*/ 30906 h 47404"/>
                        <a:gd name="connsiteX1" fmla="*/ 11829 w 91851"/>
                        <a:gd name="connsiteY1" fmla="*/ 43479 h 47404"/>
                        <a:gd name="connsiteX2" fmla="*/ 29735 w 91851"/>
                        <a:gd name="connsiteY2" fmla="*/ 47384 h 47404"/>
                        <a:gd name="connsiteX3" fmla="*/ 53167 w 91851"/>
                        <a:gd name="connsiteY3" fmla="*/ 41860 h 47404"/>
                        <a:gd name="connsiteX4" fmla="*/ 86314 w 91851"/>
                        <a:gd name="connsiteY4" fmla="*/ 18619 h 47404"/>
                        <a:gd name="connsiteX5" fmla="*/ 88314 w 91851"/>
                        <a:gd name="connsiteY5" fmla="*/ 426 h 47404"/>
                        <a:gd name="connsiteX6" fmla="*/ 74027 w 91851"/>
                        <a:gd name="connsiteY6" fmla="*/ 2331 h 47404"/>
                        <a:gd name="connsiteX7" fmla="*/ 40213 w 91851"/>
                        <a:gd name="connsiteY7" fmla="*/ 4236 h 47404"/>
                        <a:gd name="connsiteX8" fmla="*/ 22973 w 91851"/>
                        <a:gd name="connsiteY8" fmla="*/ 712 h 47404"/>
                        <a:gd name="connsiteX9" fmla="*/ 4590 w 91851"/>
                        <a:gd name="connsiteY9" fmla="*/ 3855 h 47404"/>
                        <a:gd name="connsiteX10" fmla="*/ 5066 w 91851"/>
                        <a:gd name="connsiteY10" fmla="*/ 30906 h 47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1851" h="47404">
                          <a:moveTo>
                            <a:pt x="5066" y="30906"/>
                          </a:moveTo>
                          <a:cubicBezTo>
                            <a:pt x="6304" y="35478"/>
                            <a:pt x="7638" y="40336"/>
                            <a:pt x="11829" y="43479"/>
                          </a:cubicBezTo>
                          <a:cubicBezTo>
                            <a:pt x="15829" y="46432"/>
                            <a:pt x="22211" y="47575"/>
                            <a:pt x="29735" y="47384"/>
                          </a:cubicBezTo>
                          <a:cubicBezTo>
                            <a:pt x="37070" y="47003"/>
                            <a:pt x="45357" y="44813"/>
                            <a:pt x="53167" y="41860"/>
                          </a:cubicBezTo>
                          <a:cubicBezTo>
                            <a:pt x="65931" y="36716"/>
                            <a:pt x="78694" y="28620"/>
                            <a:pt x="86314" y="18619"/>
                          </a:cubicBezTo>
                          <a:cubicBezTo>
                            <a:pt x="92029" y="11189"/>
                            <a:pt x="94315" y="2331"/>
                            <a:pt x="88314" y="426"/>
                          </a:cubicBezTo>
                          <a:cubicBezTo>
                            <a:pt x="84600" y="-812"/>
                            <a:pt x="79075" y="902"/>
                            <a:pt x="74027" y="2331"/>
                          </a:cubicBezTo>
                          <a:cubicBezTo>
                            <a:pt x="62025" y="5284"/>
                            <a:pt x="50500" y="6141"/>
                            <a:pt x="40213" y="4236"/>
                          </a:cubicBezTo>
                          <a:cubicBezTo>
                            <a:pt x="35927" y="3569"/>
                            <a:pt x="29545" y="1855"/>
                            <a:pt x="22973" y="712"/>
                          </a:cubicBezTo>
                          <a:cubicBezTo>
                            <a:pt x="16496" y="-145"/>
                            <a:pt x="10019" y="140"/>
                            <a:pt x="4590" y="3855"/>
                          </a:cubicBezTo>
                          <a:cubicBezTo>
                            <a:pt x="-5031" y="11094"/>
                            <a:pt x="3161" y="24429"/>
                            <a:pt x="5066" y="3090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3" name="Forme libre : forme 14402">
                      <a:extLst>
                        <a:ext uri="{FF2B5EF4-FFF2-40B4-BE49-F238E27FC236}">
                          <a16:creationId xmlns:a16="http://schemas.microsoft.com/office/drawing/2014/main" id="{E4A4878D-9F36-4340-BFF4-2C2A09E704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6459" y="3221658"/>
                      <a:ext cx="21135" cy="22392"/>
                    </a:xfrm>
                    <a:custGeom>
                      <a:avLst/>
                      <a:gdLst>
                        <a:gd name="connsiteX0" fmla="*/ 466 w 21135"/>
                        <a:gd name="connsiteY0" fmla="*/ 17128 h 22392"/>
                        <a:gd name="connsiteX1" fmla="*/ 180 w 21135"/>
                        <a:gd name="connsiteY1" fmla="*/ 20652 h 22392"/>
                        <a:gd name="connsiteX2" fmla="*/ 3609 w 21135"/>
                        <a:gd name="connsiteY2" fmla="*/ 22366 h 22392"/>
                        <a:gd name="connsiteX3" fmla="*/ 7991 w 21135"/>
                        <a:gd name="connsiteY3" fmla="*/ 20271 h 22392"/>
                        <a:gd name="connsiteX4" fmla="*/ 17230 w 21135"/>
                        <a:gd name="connsiteY4" fmla="*/ 12555 h 22392"/>
                        <a:gd name="connsiteX5" fmla="*/ 20087 w 21135"/>
                        <a:gd name="connsiteY5" fmla="*/ 8841 h 22392"/>
                        <a:gd name="connsiteX6" fmla="*/ 12562 w 21135"/>
                        <a:gd name="connsiteY6" fmla="*/ 1888 h 22392"/>
                        <a:gd name="connsiteX7" fmla="*/ 466 w 21135"/>
                        <a:gd name="connsiteY7" fmla="*/ 17128 h 22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135" h="22392">
                          <a:moveTo>
                            <a:pt x="466" y="17128"/>
                          </a:moveTo>
                          <a:cubicBezTo>
                            <a:pt x="85" y="18366"/>
                            <a:pt x="-201" y="19604"/>
                            <a:pt x="180" y="20652"/>
                          </a:cubicBezTo>
                          <a:cubicBezTo>
                            <a:pt x="656" y="21700"/>
                            <a:pt x="1894" y="22557"/>
                            <a:pt x="3609" y="22366"/>
                          </a:cubicBezTo>
                          <a:cubicBezTo>
                            <a:pt x="5228" y="22271"/>
                            <a:pt x="6657" y="21223"/>
                            <a:pt x="7991" y="20271"/>
                          </a:cubicBezTo>
                          <a:cubicBezTo>
                            <a:pt x="11419" y="17794"/>
                            <a:pt x="14467" y="15222"/>
                            <a:pt x="17230" y="12555"/>
                          </a:cubicBezTo>
                          <a:cubicBezTo>
                            <a:pt x="18373" y="11508"/>
                            <a:pt x="19420" y="10079"/>
                            <a:pt x="20087" y="8841"/>
                          </a:cubicBezTo>
                          <a:cubicBezTo>
                            <a:pt x="22850" y="3412"/>
                            <a:pt x="20087" y="-3351"/>
                            <a:pt x="12562" y="1888"/>
                          </a:cubicBezTo>
                          <a:cubicBezTo>
                            <a:pt x="6562" y="5317"/>
                            <a:pt x="2180" y="12270"/>
                            <a:pt x="466" y="1712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4" name="Forme libre : forme 14403">
                      <a:extLst>
                        <a:ext uri="{FF2B5EF4-FFF2-40B4-BE49-F238E27FC236}">
                          <a16:creationId xmlns:a16="http://schemas.microsoft.com/office/drawing/2014/main" id="{C18F2504-BCFD-46B0-A549-808072AFA9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078" y="3195542"/>
                      <a:ext cx="19237" cy="51816"/>
                    </a:xfrm>
                    <a:custGeom>
                      <a:avLst/>
                      <a:gdLst>
                        <a:gd name="connsiteX0" fmla="*/ 14192 w 19237"/>
                        <a:gd name="connsiteY0" fmla="*/ 0 h 51816"/>
                        <a:gd name="connsiteX1" fmla="*/ 19145 w 19237"/>
                        <a:gd name="connsiteY1" fmla="*/ 12097 h 51816"/>
                        <a:gd name="connsiteX2" fmla="*/ 16097 w 19237"/>
                        <a:gd name="connsiteY2" fmla="*/ 28289 h 51816"/>
                        <a:gd name="connsiteX3" fmla="*/ 0 w 19237"/>
                        <a:gd name="connsiteY3" fmla="*/ 51816 h 51816"/>
                        <a:gd name="connsiteX4" fmla="*/ 3810 w 19237"/>
                        <a:gd name="connsiteY4" fmla="*/ 46958 h 51816"/>
                        <a:gd name="connsiteX5" fmla="*/ 11239 w 19237"/>
                        <a:gd name="connsiteY5" fmla="*/ 34385 h 51816"/>
                        <a:gd name="connsiteX6" fmla="*/ 14192 w 19237"/>
                        <a:gd name="connsiteY6" fmla="*/ 0 h 51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237" h="51816">
                          <a:moveTo>
                            <a:pt x="14192" y="0"/>
                          </a:moveTo>
                          <a:cubicBezTo>
                            <a:pt x="14192" y="0"/>
                            <a:pt x="18479" y="3715"/>
                            <a:pt x="19145" y="12097"/>
                          </a:cubicBezTo>
                          <a:cubicBezTo>
                            <a:pt x="19526" y="16288"/>
                            <a:pt x="18764" y="21622"/>
                            <a:pt x="16097" y="28289"/>
                          </a:cubicBezTo>
                          <a:cubicBezTo>
                            <a:pt x="13525" y="34957"/>
                            <a:pt x="8477" y="42767"/>
                            <a:pt x="0" y="51816"/>
                          </a:cubicBezTo>
                          <a:cubicBezTo>
                            <a:pt x="0" y="51816"/>
                            <a:pt x="1714" y="50102"/>
                            <a:pt x="3810" y="46958"/>
                          </a:cubicBezTo>
                          <a:cubicBezTo>
                            <a:pt x="6001" y="43815"/>
                            <a:pt x="8763" y="39434"/>
                            <a:pt x="11239" y="34385"/>
                          </a:cubicBezTo>
                          <a:cubicBezTo>
                            <a:pt x="16002" y="24098"/>
                            <a:pt x="19145" y="11240"/>
                            <a:pt x="1419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5" name="Forme libre : forme 14404">
                      <a:extLst>
                        <a:ext uri="{FF2B5EF4-FFF2-40B4-BE49-F238E27FC236}">
                          <a16:creationId xmlns:a16="http://schemas.microsoft.com/office/drawing/2014/main" id="{7C1DB01D-08F4-4E44-87DF-A95CFD572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6398" y="3211830"/>
                      <a:ext cx="30716" cy="41147"/>
                    </a:xfrm>
                    <a:custGeom>
                      <a:avLst/>
                      <a:gdLst>
                        <a:gd name="connsiteX0" fmla="*/ 30717 w 30716"/>
                        <a:gd name="connsiteY0" fmla="*/ 0 h 41147"/>
                        <a:gd name="connsiteX1" fmla="*/ 25859 w 30716"/>
                        <a:gd name="connsiteY1" fmla="*/ 2857 h 41147"/>
                        <a:gd name="connsiteX2" fmla="*/ 15191 w 30716"/>
                        <a:gd name="connsiteY2" fmla="*/ 10573 h 41147"/>
                        <a:gd name="connsiteX3" fmla="*/ 4523 w 30716"/>
                        <a:gd name="connsiteY3" fmla="*/ 22955 h 41147"/>
                        <a:gd name="connsiteX4" fmla="*/ 46 w 30716"/>
                        <a:gd name="connsiteY4" fmla="*/ 41148 h 41147"/>
                        <a:gd name="connsiteX5" fmla="*/ 5190 w 30716"/>
                        <a:gd name="connsiteY5" fmla="*/ 26479 h 41147"/>
                        <a:gd name="connsiteX6" fmla="*/ 14429 w 30716"/>
                        <a:gd name="connsiteY6" fmla="*/ 13525 h 41147"/>
                        <a:gd name="connsiteX7" fmla="*/ 30717 w 30716"/>
                        <a:gd name="connsiteY7" fmla="*/ 0 h 41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716" h="41147">
                          <a:moveTo>
                            <a:pt x="30717" y="0"/>
                          </a:moveTo>
                          <a:cubicBezTo>
                            <a:pt x="30717" y="0"/>
                            <a:pt x="28717" y="952"/>
                            <a:pt x="25859" y="2857"/>
                          </a:cubicBezTo>
                          <a:cubicBezTo>
                            <a:pt x="23002" y="4953"/>
                            <a:pt x="19001" y="7048"/>
                            <a:pt x="15191" y="10573"/>
                          </a:cubicBezTo>
                          <a:cubicBezTo>
                            <a:pt x="11381" y="14192"/>
                            <a:pt x="7476" y="17812"/>
                            <a:pt x="4523" y="22955"/>
                          </a:cubicBezTo>
                          <a:cubicBezTo>
                            <a:pt x="1666" y="28099"/>
                            <a:pt x="-334" y="34099"/>
                            <a:pt x="46" y="41148"/>
                          </a:cubicBezTo>
                          <a:cubicBezTo>
                            <a:pt x="46" y="41148"/>
                            <a:pt x="904" y="34861"/>
                            <a:pt x="5190" y="26479"/>
                          </a:cubicBezTo>
                          <a:cubicBezTo>
                            <a:pt x="7286" y="22288"/>
                            <a:pt x="10429" y="18192"/>
                            <a:pt x="14429" y="13525"/>
                          </a:cubicBezTo>
                          <a:cubicBezTo>
                            <a:pt x="18620" y="8858"/>
                            <a:pt x="23859" y="4667"/>
                            <a:pt x="3071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6" name="Forme libre : forme 14405">
                      <a:extLst>
                        <a:ext uri="{FF2B5EF4-FFF2-40B4-BE49-F238E27FC236}">
                          <a16:creationId xmlns:a16="http://schemas.microsoft.com/office/drawing/2014/main" id="{90D8F200-0328-4BC8-9F94-50E4CC835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4924" y="3213222"/>
                      <a:ext cx="23457" cy="14267"/>
                    </a:xfrm>
                    <a:custGeom>
                      <a:avLst/>
                      <a:gdLst>
                        <a:gd name="connsiteX0" fmla="*/ 23437 w 23457"/>
                        <a:gd name="connsiteY0" fmla="*/ 2036 h 14267"/>
                        <a:gd name="connsiteX1" fmla="*/ 12292 w 23457"/>
                        <a:gd name="connsiteY1" fmla="*/ 12514 h 14267"/>
                        <a:gd name="connsiteX2" fmla="*/ 5 w 23457"/>
                        <a:gd name="connsiteY2" fmla="*/ 11847 h 14267"/>
                        <a:gd name="connsiteX3" fmla="*/ 11150 w 23457"/>
                        <a:gd name="connsiteY3" fmla="*/ 2036 h 14267"/>
                        <a:gd name="connsiteX4" fmla="*/ 23437 w 23457"/>
                        <a:gd name="connsiteY4" fmla="*/ 2036 h 14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457" h="14267">
                          <a:moveTo>
                            <a:pt x="23437" y="2036"/>
                          </a:moveTo>
                          <a:cubicBezTo>
                            <a:pt x="23818" y="4894"/>
                            <a:pt x="18865" y="9656"/>
                            <a:pt x="12292" y="12514"/>
                          </a:cubicBezTo>
                          <a:cubicBezTo>
                            <a:pt x="5625" y="15085"/>
                            <a:pt x="196" y="14800"/>
                            <a:pt x="5" y="11847"/>
                          </a:cubicBezTo>
                          <a:cubicBezTo>
                            <a:pt x="-185" y="8799"/>
                            <a:pt x="4958" y="4894"/>
                            <a:pt x="11150" y="2036"/>
                          </a:cubicBezTo>
                          <a:cubicBezTo>
                            <a:pt x="17626" y="-631"/>
                            <a:pt x="23056" y="-726"/>
                            <a:pt x="23437" y="203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7" name="Forme libre : forme 14406">
                      <a:extLst>
                        <a:ext uri="{FF2B5EF4-FFF2-40B4-BE49-F238E27FC236}">
                          <a16:creationId xmlns:a16="http://schemas.microsoft.com/office/drawing/2014/main" id="{C27F90C7-3327-4A7F-95E3-58D4FA2FEA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4674" y="3211535"/>
                      <a:ext cx="6192" cy="5380"/>
                    </a:xfrm>
                    <a:custGeom>
                      <a:avLst/>
                      <a:gdLst>
                        <a:gd name="connsiteX0" fmla="*/ 5878 w 6192"/>
                        <a:gd name="connsiteY0" fmla="*/ 580 h 5380"/>
                        <a:gd name="connsiteX1" fmla="*/ 4354 w 6192"/>
                        <a:gd name="connsiteY1" fmla="*/ 4390 h 5380"/>
                        <a:gd name="connsiteX2" fmla="*/ 258 w 6192"/>
                        <a:gd name="connsiteY2" fmla="*/ 4771 h 5380"/>
                        <a:gd name="connsiteX3" fmla="*/ 1782 w 6192"/>
                        <a:gd name="connsiteY3" fmla="*/ 961 h 5380"/>
                        <a:gd name="connsiteX4" fmla="*/ 5878 w 6192"/>
                        <a:gd name="connsiteY4" fmla="*/ 580 h 5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2" h="5380">
                          <a:moveTo>
                            <a:pt x="5878" y="580"/>
                          </a:moveTo>
                          <a:cubicBezTo>
                            <a:pt x="6640" y="1532"/>
                            <a:pt x="5973" y="3247"/>
                            <a:pt x="4354" y="4390"/>
                          </a:cubicBezTo>
                          <a:cubicBezTo>
                            <a:pt x="2735" y="5533"/>
                            <a:pt x="925" y="5724"/>
                            <a:pt x="258" y="4771"/>
                          </a:cubicBezTo>
                          <a:cubicBezTo>
                            <a:pt x="-409" y="3819"/>
                            <a:pt x="258" y="2104"/>
                            <a:pt x="1782" y="961"/>
                          </a:cubicBezTo>
                          <a:cubicBezTo>
                            <a:pt x="3401" y="-87"/>
                            <a:pt x="5116" y="-372"/>
                            <a:pt x="5878" y="58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8" name="Forme libre : forme 14407">
                      <a:extLst>
                        <a:ext uri="{FF2B5EF4-FFF2-40B4-BE49-F238E27FC236}">
                          <a16:creationId xmlns:a16="http://schemas.microsoft.com/office/drawing/2014/main" id="{A4D7FE98-84FD-4DCF-91C9-8A9F8D8907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2866" y="3182793"/>
                      <a:ext cx="64241" cy="25945"/>
                    </a:xfrm>
                    <a:custGeom>
                      <a:avLst/>
                      <a:gdLst>
                        <a:gd name="connsiteX0" fmla="*/ 46449 w 64241"/>
                        <a:gd name="connsiteY0" fmla="*/ 652 h 25945"/>
                        <a:gd name="connsiteX1" fmla="*/ 62641 w 64241"/>
                        <a:gd name="connsiteY1" fmla="*/ 11034 h 25945"/>
                        <a:gd name="connsiteX2" fmla="*/ 62641 w 64241"/>
                        <a:gd name="connsiteY2" fmla="*/ 18654 h 25945"/>
                        <a:gd name="connsiteX3" fmla="*/ 54450 w 64241"/>
                        <a:gd name="connsiteY3" fmla="*/ 21035 h 25945"/>
                        <a:gd name="connsiteX4" fmla="*/ 31590 w 64241"/>
                        <a:gd name="connsiteY4" fmla="*/ 17606 h 25945"/>
                        <a:gd name="connsiteX5" fmla="*/ 13206 w 64241"/>
                        <a:gd name="connsiteY5" fmla="*/ 24274 h 25945"/>
                        <a:gd name="connsiteX6" fmla="*/ 62 w 64241"/>
                        <a:gd name="connsiteY6" fmla="*/ 23035 h 25945"/>
                        <a:gd name="connsiteX7" fmla="*/ 12159 w 64241"/>
                        <a:gd name="connsiteY7" fmla="*/ 10653 h 25945"/>
                        <a:gd name="connsiteX8" fmla="*/ 28446 w 64241"/>
                        <a:gd name="connsiteY8" fmla="*/ 1985 h 25945"/>
                        <a:gd name="connsiteX9" fmla="*/ 46449 w 64241"/>
                        <a:gd name="connsiteY9" fmla="*/ 652 h 2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4241" h="25945">
                          <a:moveTo>
                            <a:pt x="46449" y="652"/>
                          </a:moveTo>
                          <a:cubicBezTo>
                            <a:pt x="53402" y="2176"/>
                            <a:pt x="58546" y="6271"/>
                            <a:pt x="62641" y="11034"/>
                          </a:cubicBezTo>
                          <a:cubicBezTo>
                            <a:pt x="64165" y="12844"/>
                            <a:pt x="65308" y="15701"/>
                            <a:pt x="62641" y="18654"/>
                          </a:cubicBezTo>
                          <a:cubicBezTo>
                            <a:pt x="60260" y="21321"/>
                            <a:pt x="56831" y="21511"/>
                            <a:pt x="54450" y="21035"/>
                          </a:cubicBezTo>
                          <a:cubicBezTo>
                            <a:pt x="47020" y="19702"/>
                            <a:pt x="40448" y="15796"/>
                            <a:pt x="31590" y="17606"/>
                          </a:cubicBezTo>
                          <a:cubicBezTo>
                            <a:pt x="28923" y="18273"/>
                            <a:pt x="20446" y="21892"/>
                            <a:pt x="13206" y="24274"/>
                          </a:cubicBezTo>
                          <a:cubicBezTo>
                            <a:pt x="5682" y="26369"/>
                            <a:pt x="-700" y="27036"/>
                            <a:pt x="62" y="23035"/>
                          </a:cubicBezTo>
                          <a:cubicBezTo>
                            <a:pt x="729" y="18940"/>
                            <a:pt x="6158" y="14844"/>
                            <a:pt x="12159" y="10653"/>
                          </a:cubicBezTo>
                          <a:cubicBezTo>
                            <a:pt x="18255" y="6843"/>
                            <a:pt x="24922" y="3128"/>
                            <a:pt x="28446" y="1985"/>
                          </a:cubicBezTo>
                          <a:cubicBezTo>
                            <a:pt x="34923" y="-15"/>
                            <a:pt x="41210" y="-587"/>
                            <a:pt x="46449" y="65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49" name="Graphique 1">
                    <a:extLst>
                      <a:ext uri="{FF2B5EF4-FFF2-40B4-BE49-F238E27FC236}">
                        <a16:creationId xmlns:a16="http://schemas.microsoft.com/office/drawing/2014/main" id="{5466FA18-C987-489F-A42B-297F7C5AAF0A}"/>
                      </a:ext>
                    </a:extLst>
                  </p:cNvPr>
                  <p:cNvGrpSpPr/>
                  <p:nvPr/>
                </p:nvGrpSpPr>
                <p:grpSpPr>
                  <a:xfrm>
                    <a:off x="3641548" y="3063969"/>
                    <a:ext cx="128323" cy="135981"/>
                    <a:chOff x="3641548" y="3063969"/>
                    <a:chExt cx="128323" cy="135981"/>
                  </a:xfrm>
                  <a:solidFill>
                    <a:schemeClr val="accent1"/>
                  </a:solidFill>
                </p:grpSpPr>
                <p:sp>
                  <p:nvSpPr>
                    <p:cNvPr id="14385" name="Forme libre : forme 14384">
                      <a:extLst>
                        <a:ext uri="{FF2B5EF4-FFF2-40B4-BE49-F238E27FC236}">
                          <a16:creationId xmlns:a16="http://schemas.microsoft.com/office/drawing/2014/main" id="{4B21D6A6-8325-4C44-84DD-44EC0BDD74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1548" y="3063969"/>
                      <a:ext cx="128323" cy="135981"/>
                    </a:xfrm>
                    <a:custGeom>
                      <a:avLst/>
                      <a:gdLst>
                        <a:gd name="connsiteX0" fmla="*/ 111306 w 128323"/>
                        <a:gd name="connsiteY0" fmla="*/ 72517 h 135981"/>
                        <a:gd name="connsiteX1" fmla="*/ 74253 w 128323"/>
                        <a:gd name="connsiteY1" fmla="*/ 114523 h 135981"/>
                        <a:gd name="connsiteX2" fmla="*/ 44440 w 128323"/>
                        <a:gd name="connsiteY2" fmla="*/ 134430 h 135981"/>
                        <a:gd name="connsiteX3" fmla="*/ 20247 w 128323"/>
                        <a:gd name="connsiteY3" fmla="*/ 130525 h 135981"/>
                        <a:gd name="connsiteX4" fmla="*/ 5387 w 128323"/>
                        <a:gd name="connsiteY4" fmla="*/ 115094 h 135981"/>
                        <a:gd name="connsiteX5" fmla="*/ 1006 w 128323"/>
                        <a:gd name="connsiteY5" fmla="*/ 91472 h 135981"/>
                        <a:gd name="connsiteX6" fmla="*/ 17389 w 128323"/>
                        <a:gd name="connsiteY6" fmla="*/ 62611 h 135981"/>
                        <a:gd name="connsiteX7" fmla="*/ 55108 w 128323"/>
                        <a:gd name="connsiteY7" fmla="*/ 21368 h 135981"/>
                        <a:gd name="connsiteX8" fmla="*/ 85588 w 128323"/>
                        <a:gd name="connsiteY8" fmla="*/ 1556 h 135981"/>
                        <a:gd name="connsiteX9" fmla="*/ 109591 w 128323"/>
                        <a:gd name="connsiteY9" fmla="*/ 5366 h 135981"/>
                        <a:gd name="connsiteX10" fmla="*/ 123498 w 128323"/>
                        <a:gd name="connsiteY10" fmla="*/ 20606 h 135981"/>
                        <a:gd name="connsiteX11" fmla="*/ 127212 w 128323"/>
                        <a:gd name="connsiteY11" fmla="*/ 43657 h 135981"/>
                        <a:gd name="connsiteX12" fmla="*/ 111306 w 128323"/>
                        <a:gd name="connsiteY12" fmla="*/ 72517 h 135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28323" h="135981">
                          <a:moveTo>
                            <a:pt x="111306" y="72517"/>
                          </a:moveTo>
                          <a:lnTo>
                            <a:pt x="74253" y="114523"/>
                          </a:lnTo>
                          <a:cubicBezTo>
                            <a:pt x="65300" y="124524"/>
                            <a:pt x="54441" y="131572"/>
                            <a:pt x="44440" y="134430"/>
                          </a:cubicBezTo>
                          <a:cubicBezTo>
                            <a:pt x="34629" y="137383"/>
                            <a:pt x="25581" y="136144"/>
                            <a:pt x="20247" y="130525"/>
                          </a:cubicBezTo>
                          <a:lnTo>
                            <a:pt x="5387" y="115094"/>
                          </a:lnTo>
                          <a:cubicBezTo>
                            <a:pt x="-42" y="109475"/>
                            <a:pt x="-1090" y="100997"/>
                            <a:pt x="1006" y="91472"/>
                          </a:cubicBezTo>
                          <a:cubicBezTo>
                            <a:pt x="3197" y="82138"/>
                            <a:pt x="8721" y="71851"/>
                            <a:pt x="17389" y="62611"/>
                          </a:cubicBezTo>
                          <a:lnTo>
                            <a:pt x="55108" y="21368"/>
                          </a:lnTo>
                          <a:cubicBezTo>
                            <a:pt x="64347" y="11462"/>
                            <a:pt x="75396" y="4414"/>
                            <a:pt x="85588" y="1556"/>
                          </a:cubicBezTo>
                          <a:cubicBezTo>
                            <a:pt x="95684" y="-1397"/>
                            <a:pt x="104543" y="-158"/>
                            <a:pt x="109591" y="5366"/>
                          </a:cubicBezTo>
                          <a:lnTo>
                            <a:pt x="123498" y="20606"/>
                          </a:lnTo>
                          <a:cubicBezTo>
                            <a:pt x="128450" y="26131"/>
                            <a:pt x="129403" y="34513"/>
                            <a:pt x="127212" y="43657"/>
                          </a:cubicBezTo>
                          <a:cubicBezTo>
                            <a:pt x="125022" y="52896"/>
                            <a:pt x="119687" y="63183"/>
                            <a:pt x="111306" y="72517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6" name="Forme libre : forme 14385">
                      <a:extLst>
                        <a:ext uri="{FF2B5EF4-FFF2-40B4-BE49-F238E27FC236}">
                          <a16:creationId xmlns:a16="http://schemas.microsoft.com/office/drawing/2014/main" id="{E163C25D-9588-4E05-B781-0B4BC6431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5318" y="3084194"/>
                      <a:ext cx="114554" cy="115756"/>
                    </a:xfrm>
                    <a:custGeom>
                      <a:avLst/>
                      <a:gdLst>
                        <a:gd name="connsiteX0" fmla="*/ 48482 w 114554"/>
                        <a:gd name="connsiteY0" fmla="*/ 69818 h 115756"/>
                        <a:gd name="connsiteX1" fmla="*/ 0 w 114554"/>
                        <a:gd name="connsiteY1" fmla="*/ 103632 h 115756"/>
                        <a:gd name="connsiteX2" fmla="*/ 6477 w 114554"/>
                        <a:gd name="connsiteY2" fmla="*/ 110300 h 115756"/>
                        <a:gd name="connsiteX3" fmla="*/ 30671 w 114554"/>
                        <a:gd name="connsiteY3" fmla="*/ 114205 h 115756"/>
                        <a:gd name="connsiteX4" fmla="*/ 60484 w 114554"/>
                        <a:gd name="connsiteY4" fmla="*/ 94298 h 115756"/>
                        <a:gd name="connsiteX5" fmla="*/ 97536 w 114554"/>
                        <a:gd name="connsiteY5" fmla="*/ 52292 h 115756"/>
                        <a:gd name="connsiteX6" fmla="*/ 113443 w 114554"/>
                        <a:gd name="connsiteY6" fmla="*/ 23527 h 115756"/>
                        <a:gd name="connsiteX7" fmla="*/ 109728 w 114554"/>
                        <a:gd name="connsiteY7" fmla="*/ 476 h 115756"/>
                        <a:gd name="connsiteX8" fmla="*/ 109252 w 114554"/>
                        <a:gd name="connsiteY8" fmla="*/ 0 h 115756"/>
                        <a:gd name="connsiteX9" fmla="*/ 48482 w 114554"/>
                        <a:gd name="connsiteY9" fmla="*/ 69818 h 115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4554" h="115756">
                          <a:moveTo>
                            <a:pt x="48482" y="69818"/>
                          </a:moveTo>
                          <a:cubicBezTo>
                            <a:pt x="36195" y="88773"/>
                            <a:pt x="16574" y="102965"/>
                            <a:pt x="0" y="103632"/>
                          </a:cubicBezTo>
                          <a:lnTo>
                            <a:pt x="6477" y="110300"/>
                          </a:lnTo>
                          <a:cubicBezTo>
                            <a:pt x="11811" y="115919"/>
                            <a:pt x="20860" y="117158"/>
                            <a:pt x="30671" y="114205"/>
                          </a:cubicBezTo>
                          <a:cubicBezTo>
                            <a:pt x="40672" y="111347"/>
                            <a:pt x="51530" y="104299"/>
                            <a:pt x="60484" y="94298"/>
                          </a:cubicBezTo>
                          <a:lnTo>
                            <a:pt x="97536" y="52292"/>
                          </a:lnTo>
                          <a:cubicBezTo>
                            <a:pt x="105918" y="42958"/>
                            <a:pt x="111252" y="32671"/>
                            <a:pt x="113443" y="23527"/>
                          </a:cubicBezTo>
                          <a:cubicBezTo>
                            <a:pt x="115634" y="14383"/>
                            <a:pt x="114681" y="5906"/>
                            <a:pt x="109728" y="476"/>
                          </a:cubicBezTo>
                          <a:lnTo>
                            <a:pt x="109252" y="0"/>
                          </a:lnTo>
                          <a:cubicBezTo>
                            <a:pt x="87725" y="22003"/>
                            <a:pt x="65913" y="43148"/>
                            <a:pt x="48482" y="6981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7" name="Forme libre : forme 14386">
                      <a:extLst>
                        <a:ext uri="{FF2B5EF4-FFF2-40B4-BE49-F238E27FC236}">
                          <a16:creationId xmlns:a16="http://schemas.microsoft.com/office/drawing/2014/main" id="{177C4347-3445-4BE8-B747-0DC8368462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746" y="3098219"/>
                      <a:ext cx="50684" cy="54685"/>
                    </a:xfrm>
                    <a:custGeom>
                      <a:avLst/>
                      <a:gdLst>
                        <a:gd name="connsiteX0" fmla="*/ 48487 w 50684"/>
                        <a:gd name="connsiteY0" fmla="*/ 1883 h 54685"/>
                        <a:gd name="connsiteX1" fmla="*/ 36104 w 50684"/>
                        <a:gd name="connsiteY1" fmla="*/ 36840 h 54685"/>
                        <a:gd name="connsiteX2" fmla="*/ 2386 w 50684"/>
                        <a:gd name="connsiteY2" fmla="*/ 52841 h 54685"/>
                        <a:gd name="connsiteX3" fmla="*/ 14578 w 50684"/>
                        <a:gd name="connsiteY3" fmla="*/ 17599 h 54685"/>
                        <a:gd name="connsiteX4" fmla="*/ 48487 w 50684"/>
                        <a:gd name="connsiteY4" fmla="*/ 1883 h 54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84" h="54685">
                          <a:moveTo>
                            <a:pt x="48487" y="1883"/>
                          </a:moveTo>
                          <a:cubicBezTo>
                            <a:pt x="54106" y="7312"/>
                            <a:pt x="48582" y="22742"/>
                            <a:pt x="36104" y="36840"/>
                          </a:cubicBezTo>
                          <a:cubicBezTo>
                            <a:pt x="23626" y="51032"/>
                            <a:pt x="8291" y="58366"/>
                            <a:pt x="2386" y="52841"/>
                          </a:cubicBezTo>
                          <a:cubicBezTo>
                            <a:pt x="-3520" y="47412"/>
                            <a:pt x="1909" y="31791"/>
                            <a:pt x="14578" y="17599"/>
                          </a:cubicBezTo>
                          <a:cubicBezTo>
                            <a:pt x="27341" y="3407"/>
                            <a:pt x="42772" y="-3642"/>
                            <a:pt x="48487" y="1883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8" name="Forme libre : forme 14387">
                      <a:extLst>
                        <a:ext uri="{FF2B5EF4-FFF2-40B4-BE49-F238E27FC236}">
                          <a16:creationId xmlns:a16="http://schemas.microsoft.com/office/drawing/2014/main" id="{AD0E7B17-E337-4DA2-A911-A746C7A524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731" y="3122580"/>
                      <a:ext cx="45167" cy="30285"/>
                    </a:xfrm>
                    <a:custGeom>
                      <a:avLst/>
                      <a:gdLst>
                        <a:gd name="connsiteX0" fmla="*/ 3544 w 45167"/>
                        <a:gd name="connsiteY0" fmla="*/ 9239 h 30285"/>
                        <a:gd name="connsiteX1" fmla="*/ 2401 w 45167"/>
                        <a:gd name="connsiteY1" fmla="*/ 28480 h 30285"/>
                        <a:gd name="connsiteX2" fmla="*/ 36119 w 45167"/>
                        <a:gd name="connsiteY2" fmla="*/ 12478 h 30285"/>
                        <a:gd name="connsiteX3" fmla="*/ 45168 w 45167"/>
                        <a:gd name="connsiteY3" fmla="*/ 0 h 30285"/>
                        <a:gd name="connsiteX4" fmla="*/ 38786 w 45167"/>
                        <a:gd name="connsiteY4" fmla="*/ 5620 h 30285"/>
                        <a:gd name="connsiteX5" fmla="*/ 3544 w 45167"/>
                        <a:gd name="connsiteY5" fmla="*/ 9239 h 30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5167" h="30285">
                          <a:moveTo>
                            <a:pt x="3544" y="9239"/>
                          </a:moveTo>
                          <a:cubicBezTo>
                            <a:pt x="-552" y="17717"/>
                            <a:pt x="-1314" y="25146"/>
                            <a:pt x="2401" y="28480"/>
                          </a:cubicBezTo>
                          <a:cubicBezTo>
                            <a:pt x="8306" y="33909"/>
                            <a:pt x="23642" y="26670"/>
                            <a:pt x="36119" y="12478"/>
                          </a:cubicBezTo>
                          <a:cubicBezTo>
                            <a:pt x="39834" y="8287"/>
                            <a:pt x="42882" y="4096"/>
                            <a:pt x="45168" y="0"/>
                          </a:cubicBezTo>
                          <a:cubicBezTo>
                            <a:pt x="43168" y="2096"/>
                            <a:pt x="41072" y="4001"/>
                            <a:pt x="38786" y="5620"/>
                          </a:cubicBezTo>
                          <a:cubicBezTo>
                            <a:pt x="25451" y="14002"/>
                            <a:pt x="10116" y="16669"/>
                            <a:pt x="3544" y="9239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9" name="Forme libre : forme 14388">
                      <a:extLst>
                        <a:ext uri="{FF2B5EF4-FFF2-40B4-BE49-F238E27FC236}">
                          <a16:creationId xmlns:a16="http://schemas.microsoft.com/office/drawing/2014/main" id="{848E6D4B-9D2D-4065-82C9-45CFC611C3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3493" y="3097869"/>
                      <a:ext cx="50590" cy="54699"/>
                    </a:xfrm>
                    <a:custGeom>
                      <a:avLst/>
                      <a:gdLst>
                        <a:gd name="connsiteX0" fmla="*/ 48407 w 50590"/>
                        <a:gd name="connsiteY0" fmla="*/ 1947 h 54699"/>
                        <a:gd name="connsiteX1" fmla="*/ 36025 w 50590"/>
                        <a:gd name="connsiteY1" fmla="*/ 36808 h 54699"/>
                        <a:gd name="connsiteX2" fmla="*/ 2401 w 50590"/>
                        <a:gd name="connsiteY2" fmla="*/ 52906 h 54699"/>
                        <a:gd name="connsiteX3" fmla="*/ 14593 w 50590"/>
                        <a:gd name="connsiteY3" fmla="*/ 17568 h 54699"/>
                        <a:gd name="connsiteX4" fmla="*/ 48407 w 50590"/>
                        <a:gd name="connsiteY4" fmla="*/ 1947 h 546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590" h="54699">
                          <a:moveTo>
                            <a:pt x="48407" y="1947"/>
                          </a:moveTo>
                          <a:cubicBezTo>
                            <a:pt x="54027" y="7471"/>
                            <a:pt x="48407" y="22616"/>
                            <a:pt x="36025" y="36808"/>
                          </a:cubicBezTo>
                          <a:cubicBezTo>
                            <a:pt x="23547" y="51001"/>
                            <a:pt x="8307" y="58335"/>
                            <a:pt x="2401" y="52906"/>
                          </a:cubicBezTo>
                          <a:cubicBezTo>
                            <a:pt x="-3504" y="47476"/>
                            <a:pt x="1830" y="31760"/>
                            <a:pt x="14593" y="17568"/>
                          </a:cubicBezTo>
                          <a:cubicBezTo>
                            <a:pt x="27357" y="3280"/>
                            <a:pt x="42787" y="-3673"/>
                            <a:pt x="48407" y="194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90" name="Forme libre : forme 14389">
                      <a:extLst>
                        <a:ext uri="{FF2B5EF4-FFF2-40B4-BE49-F238E27FC236}">
                          <a16:creationId xmlns:a16="http://schemas.microsoft.com/office/drawing/2014/main" id="{DC441973-244E-4F02-9019-BDCF735462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9273" y="3119740"/>
                      <a:ext cx="84303" cy="62030"/>
                    </a:xfrm>
                    <a:custGeom>
                      <a:avLst/>
                      <a:gdLst>
                        <a:gd name="connsiteX0" fmla="*/ 13381 w 84303"/>
                        <a:gd name="connsiteY0" fmla="*/ 54085 h 62030"/>
                        <a:gd name="connsiteX1" fmla="*/ 24811 w 84303"/>
                        <a:gd name="connsiteY1" fmla="*/ 61800 h 62030"/>
                        <a:gd name="connsiteX2" fmla="*/ 59291 w 84303"/>
                        <a:gd name="connsiteY2" fmla="*/ 45513 h 62030"/>
                        <a:gd name="connsiteX3" fmla="*/ 81770 w 84303"/>
                        <a:gd name="connsiteY3" fmla="*/ 17223 h 62030"/>
                        <a:gd name="connsiteX4" fmla="*/ 79865 w 84303"/>
                        <a:gd name="connsiteY4" fmla="*/ 78 h 62030"/>
                        <a:gd name="connsiteX5" fmla="*/ 66911 w 84303"/>
                        <a:gd name="connsiteY5" fmla="*/ 4364 h 62030"/>
                        <a:gd name="connsiteX6" fmla="*/ 35479 w 84303"/>
                        <a:gd name="connsiteY6" fmla="*/ 15604 h 62030"/>
                        <a:gd name="connsiteX7" fmla="*/ 1665 w 84303"/>
                        <a:gd name="connsiteY7" fmla="*/ 30654 h 62030"/>
                        <a:gd name="connsiteX8" fmla="*/ 13381 w 84303"/>
                        <a:gd name="connsiteY8" fmla="*/ 54085 h 62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303" h="62030">
                          <a:moveTo>
                            <a:pt x="13381" y="54085"/>
                          </a:moveTo>
                          <a:cubicBezTo>
                            <a:pt x="16524" y="57419"/>
                            <a:pt x="19762" y="60848"/>
                            <a:pt x="24811" y="61800"/>
                          </a:cubicBezTo>
                          <a:cubicBezTo>
                            <a:pt x="34431" y="63515"/>
                            <a:pt x="48242" y="55419"/>
                            <a:pt x="59291" y="45513"/>
                          </a:cubicBezTo>
                          <a:cubicBezTo>
                            <a:pt x="68530" y="37321"/>
                            <a:pt x="77103" y="27415"/>
                            <a:pt x="81770" y="17223"/>
                          </a:cubicBezTo>
                          <a:cubicBezTo>
                            <a:pt x="85199" y="9508"/>
                            <a:pt x="85675" y="936"/>
                            <a:pt x="79865" y="78"/>
                          </a:cubicBezTo>
                          <a:cubicBezTo>
                            <a:pt x="76246" y="-493"/>
                            <a:pt x="71388" y="2174"/>
                            <a:pt x="66911" y="4364"/>
                          </a:cubicBezTo>
                          <a:cubicBezTo>
                            <a:pt x="56243" y="9698"/>
                            <a:pt x="45670" y="13699"/>
                            <a:pt x="35479" y="15604"/>
                          </a:cubicBezTo>
                          <a:cubicBezTo>
                            <a:pt x="26811" y="17319"/>
                            <a:pt x="8808" y="18176"/>
                            <a:pt x="1665" y="30654"/>
                          </a:cubicBezTo>
                          <a:cubicBezTo>
                            <a:pt x="-4717" y="42084"/>
                            <a:pt x="8999" y="49513"/>
                            <a:pt x="13381" y="5408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91" name="Forme libre : forme 14390">
                      <a:extLst>
                        <a:ext uri="{FF2B5EF4-FFF2-40B4-BE49-F238E27FC236}">
                          <a16:creationId xmlns:a16="http://schemas.microsoft.com/office/drawing/2014/main" id="{AF3B82EC-355A-4FEE-9DA4-EE648B7FDE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1560" y="3127733"/>
                      <a:ext cx="16104" cy="27351"/>
                    </a:xfrm>
                    <a:custGeom>
                      <a:avLst/>
                      <a:gdLst>
                        <a:gd name="connsiteX0" fmla="*/ 45 w 16104"/>
                        <a:gd name="connsiteY0" fmla="*/ 23422 h 27351"/>
                        <a:gd name="connsiteX1" fmla="*/ 1188 w 16104"/>
                        <a:gd name="connsiteY1" fmla="*/ 26756 h 27351"/>
                        <a:gd name="connsiteX2" fmla="*/ 4998 w 16104"/>
                        <a:gd name="connsiteY2" fmla="*/ 26661 h 27351"/>
                        <a:gd name="connsiteX3" fmla="*/ 8332 w 16104"/>
                        <a:gd name="connsiteY3" fmla="*/ 22946 h 27351"/>
                        <a:gd name="connsiteX4" fmla="*/ 14333 w 16104"/>
                        <a:gd name="connsiteY4" fmla="*/ 11992 h 27351"/>
                        <a:gd name="connsiteX5" fmla="*/ 15952 w 16104"/>
                        <a:gd name="connsiteY5" fmla="*/ 7516 h 27351"/>
                        <a:gd name="connsiteX6" fmla="*/ 6522 w 16104"/>
                        <a:gd name="connsiteY6" fmla="*/ 3991 h 27351"/>
                        <a:gd name="connsiteX7" fmla="*/ 45 w 16104"/>
                        <a:gd name="connsiteY7" fmla="*/ 23422 h 27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104" h="27351">
                          <a:moveTo>
                            <a:pt x="45" y="23422"/>
                          </a:moveTo>
                          <a:cubicBezTo>
                            <a:pt x="141" y="24756"/>
                            <a:pt x="426" y="25994"/>
                            <a:pt x="1188" y="26756"/>
                          </a:cubicBezTo>
                          <a:cubicBezTo>
                            <a:pt x="1950" y="27518"/>
                            <a:pt x="3474" y="27613"/>
                            <a:pt x="4998" y="26661"/>
                          </a:cubicBezTo>
                          <a:cubicBezTo>
                            <a:pt x="6332" y="25803"/>
                            <a:pt x="7380" y="24280"/>
                            <a:pt x="8332" y="22946"/>
                          </a:cubicBezTo>
                          <a:cubicBezTo>
                            <a:pt x="10618" y="19326"/>
                            <a:pt x="12618" y="15707"/>
                            <a:pt x="14333" y="11992"/>
                          </a:cubicBezTo>
                          <a:cubicBezTo>
                            <a:pt x="15000" y="10468"/>
                            <a:pt x="15666" y="8944"/>
                            <a:pt x="15952" y="7516"/>
                          </a:cubicBezTo>
                          <a:cubicBezTo>
                            <a:pt x="17000" y="1515"/>
                            <a:pt x="12523" y="-4010"/>
                            <a:pt x="6522" y="3991"/>
                          </a:cubicBezTo>
                          <a:cubicBezTo>
                            <a:pt x="1665" y="9992"/>
                            <a:pt x="-336" y="18088"/>
                            <a:pt x="45" y="2342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92" name="Forme libre : forme 14391">
                      <a:extLst>
                        <a:ext uri="{FF2B5EF4-FFF2-40B4-BE49-F238E27FC236}">
                          <a16:creationId xmlns:a16="http://schemas.microsoft.com/office/drawing/2014/main" id="{31BDC571-773F-4BF0-AF42-AB640B714D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2377" y="3085433"/>
                      <a:ext cx="12506" cy="49244"/>
                    </a:xfrm>
                    <a:custGeom>
                      <a:avLst/>
                      <a:gdLst>
                        <a:gd name="connsiteX0" fmla="*/ 7334 w 12506"/>
                        <a:gd name="connsiteY0" fmla="*/ 0 h 49244"/>
                        <a:gd name="connsiteX1" fmla="*/ 12287 w 12506"/>
                        <a:gd name="connsiteY1" fmla="*/ 11525 h 49244"/>
                        <a:gd name="connsiteX2" fmla="*/ 0 w 12506"/>
                        <a:gd name="connsiteY2" fmla="*/ 49244 h 49244"/>
                        <a:gd name="connsiteX3" fmla="*/ 7144 w 12506"/>
                        <a:gd name="connsiteY3" fmla="*/ 32480 h 49244"/>
                        <a:gd name="connsiteX4" fmla="*/ 7334 w 12506"/>
                        <a:gd name="connsiteY4" fmla="*/ 0 h 49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06" h="49244">
                          <a:moveTo>
                            <a:pt x="7334" y="0"/>
                          </a:moveTo>
                          <a:cubicBezTo>
                            <a:pt x="7334" y="0"/>
                            <a:pt x="11335" y="3715"/>
                            <a:pt x="12287" y="11525"/>
                          </a:cubicBezTo>
                          <a:cubicBezTo>
                            <a:pt x="13240" y="19431"/>
                            <a:pt x="11430" y="31052"/>
                            <a:pt x="0" y="49244"/>
                          </a:cubicBezTo>
                          <a:cubicBezTo>
                            <a:pt x="0" y="49244"/>
                            <a:pt x="4191" y="42005"/>
                            <a:pt x="7144" y="32480"/>
                          </a:cubicBezTo>
                          <a:cubicBezTo>
                            <a:pt x="10001" y="22765"/>
                            <a:pt x="11906" y="10859"/>
                            <a:pt x="733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93" name="Forme libre : forme 14392">
                      <a:extLst>
                        <a:ext uri="{FF2B5EF4-FFF2-40B4-BE49-F238E27FC236}">
                          <a16:creationId xmlns:a16="http://schemas.microsoft.com/office/drawing/2014/main" id="{34BA0576-BA5F-46D4-900B-A4E14A9182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5789" y="3126105"/>
                      <a:ext cx="16767" cy="52863"/>
                    </a:xfrm>
                    <a:custGeom>
                      <a:avLst/>
                      <a:gdLst>
                        <a:gd name="connsiteX0" fmla="*/ 16767 w 16767"/>
                        <a:gd name="connsiteY0" fmla="*/ 0 h 52863"/>
                        <a:gd name="connsiteX1" fmla="*/ 4957 w 16767"/>
                        <a:gd name="connsiteY1" fmla="*/ 18192 h 52863"/>
                        <a:gd name="connsiteX2" fmla="*/ 4766 w 16767"/>
                        <a:gd name="connsiteY2" fmla="*/ 52864 h 52863"/>
                        <a:gd name="connsiteX3" fmla="*/ 2385 w 16767"/>
                        <a:gd name="connsiteY3" fmla="*/ 37719 h 52863"/>
                        <a:gd name="connsiteX4" fmla="*/ 16767 w 16767"/>
                        <a:gd name="connsiteY4" fmla="*/ 0 h 52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67" h="52863">
                          <a:moveTo>
                            <a:pt x="16767" y="0"/>
                          </a:moveTo>
                          <a:cubicBezTo>
                            <a:pt x="16767" y="0"/>
                            <a:pt x="9814" y="7906"/>
                            <a:pt x="4957" y="18192"/>
                          </a:cubicBezTo>
                          <a:cubicBezTo>
                            <a:pt x="3" y="28480"/>
                            <a:pt x="-3044" y="41529"/>
                            <a:pt x="4766" y="52864"/>
                          </a:cubicBezTo>
                          <a:cubicBezTo>
                            <a:pt x="4766" y="52864"/>
                            <a:pt x="2194" y="47149"/>
                            <a:pt x="2385" y="37719"/>
                          </a:cubicBezTo>
                          <a:cubicBezTo>
                            <a:pt x="2575" y="28194"/>
                            <a:pt x="5528" y="15430"/>
                            <a:pt x="1676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94" name="Forme libre : forme 14393">
                      <a:extLst>
                        <a:ext uri="{FF2B5EF4-FFF2-40B4-BE49-F238E27FC236}">
                          <a16:creationId xmlns:a16="http://schemas.microsoft.com/office/drawing/2014/main" id="{DA87C051-CC80-462B-913C-8947C811EC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3587" y="3106962"/>
                      <a:ext cx="20881" cy="18258"/>
                    </a:xfrm>
                    <a:custGeom>
                      <a:avLst/>
                      <a:gdLst>
                        <a:gd name="connsiteX0" fmla="*/ 20787 w 20881"/>
                        <a:gd name="connsiteY0" fmla="*/ 1426 h 18258"/>
                        <a:gd name="connsiteX1" fmla="*/ 11929 w 20881"/>
                        <a:gd name="connsiteY1" fmla="*/ 13999 h 18258"/>
                        <a:gd name="connsiteX2" fmla="*/ 118 w 20881"/>
                        <a:gd name="connsiteY2" fmla="*/ 16856 h 18258"/>
                        <a:gd name="connsiteX3" fmla="*/ 8976 w 20881"/>
                        <a:gd name="connsiteY3" fmla="*/ 4283 h 18258"/>
                        <a:gd name="connsiteX4" fmla="*/ 20787 w 20881"/>
                        <a:gd name="connsiteY4" fmla="*/ 1426 h 182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881" h="18258">
                          <a:moveTo>
                            <a:pt x="20787" y="1426"/>
                          </a:moveTo>
                          <a:cubicBezTo>
                            <a:pt x="21549" y="4093"/>
                            <a:pt x="17644" y="9712"/>
                            <a:pt x="11929" y="13999"/>
                          </a:cubicBezTo>
                          <a:cubicBezTo>
                            <a:pt x="6214" y="18285"/>
                            <a:pt x="975" y="19523"/>
                            <a:pt x="118" y="16856"/>
                          </a:cubicBezTo>
                          <a:cubicBezTo>
                            <a:pt x="-739" y="14189"/>
                            <a:pt x="3166" y="8474"/>
                            <a:pt x="8976" y="4283"/>
                          </a:cubicBezTo>
                          <a:cubicBezTo>
                            <a:pt x="14691" y="-98"/>
                            <a:pt x="19930" y="-1241"/>
                            <a:pt x="20787" y="142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95" name="Forme libre : forme 14394">
                      <a:extLst>
                        <a:ext uri="{FF2B5EF4-FFF2-40B4-BE49-F238E27FC236}">
                          <a16:creationId xmlns:a16="http://schemas.microsoft.com/office/drawing/2014/main" id="{0D599E0A-4C06-4BE7-AC68-4599F74264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678" y="3104525"/>
                      <a:ext cx="5746" cy="5915"/>
                    </a:xfrm>
                    <a:custGeom>
                      <a:avLst/>
                      <a:gdLst>
                        <a:gd name="connsiteX0" fmla="*/ 5316 w 5746"/>
                        <a:gd name="connsiteY0" fmla="*/ 339 h 5915"/>
                        <a:gd name="connsiteX1" fmla="*/ 4363 w 5746"/>
                        <a:gd name="connsiteY1" fmla="*/ 4339 h 5915"/>
                        <a:gd name="connsiteX2" fmla="*/ 458 w 5746"/>
                        <a:gd name="connsiteY2" fmla="*/ 5577 h 5915"/>
                        <a:gd name="connsiteX3" fmla="*/ 1315 w 5746"/>
                        <a:gd name="connsiteY3" fmla="*/ 1577 h 5915"/>
                        <a:gd name="connsiteX4" fmla="*/ 5316 w 5746"/>
                        <a:gd name="connsiteY4" fmla="*/ 339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46" h="5915">
                          <a:moveTo>
                            <a:pt x="5316" y="339"/>
                          </a:moveTo>
                          <a:cubicBezTo>
                            <a:pt x="6173" y="1100"/>
                            <a:pt x="5697" y="2910"/>
                            <a:pt x="4363" y="4339"/>
                          </a:cubicBezTo>
                          <a:cubicBezTo>
                            <a:pt x="3030" y="5768"/>
                            <a:pt x="1315" y="6339"/>
                            <a:pt x="458" y="5577"/>
                          </a:cubicBezTo>
                          <a:cubicBezTo>
                            <a:pt x="-400" y="4815"/>
                            <a:pt x="-18" y="3006"/>
                            <a:pt x="1315" y="1577"/>
                          </a:cubicBezTo>
                          <a:cubicBezTo>
                            <a:pt x="2744" y="148"/>
                            <a:pt x="4458" y="-423"/>
                            <a:pt x="5316" y="3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96" name="Forme libre : forme 14395">
                      <a:extLst>
                        <a:ext uri="{FF2B5EF4-FFF2-40B4-BE49-F238E27FC236}">
                          <a16:creationId xmlns:a16="http://schemas.microsoft.com/office/drawing/2014/main" id="{057CCFDE-BD96-4DA1-B6C0-E7A4A76E1D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316" y="3074828"/>
                      <a:ext cx="63553" cy="36249"/>
                    </a:xfrm>
                    <a:custGeom>
                      <a:avLst/>
                      <a:gdLst>
                        <a:gd name="connsiteX0" fmla="*/ 45630 w 63553"/>
                        <a:gd name="connsiteY0" fmla="*/ 127 h 36249"/>
                        <a:gd name="connsiteX1" fmla="*/ 61918 w 63553"/>
                        <a:gd name="connsiteY1" fmla="*/ 9176 h 36249"/>
                        <a:gd name="connsiteX2" fmla="*/ 62108 w 63553"/>
                        <a:gd name="connsiteY2" fmla="*/ 16605 h 36249"/>
                        <a:gd name="connsiteX3" fmla="*/ 54203 w 63553"/>
                        <a:gd name="connsiteY3" fmla="*/ 19653 h 36249"/>
                        <a:gd name="connsiteX4" fmla="*/ 31247 w 63553"/>
                        <a:gd name="connsiteY4" fmla="*/ 19749 h 36249"/>
                        <a:gd name="connsiteX5" fmla="*/ 5 w 63553"/>
                        <a:gd name="connsiteY5" fmla="*/ 34227 h 36249"/>
                        <a:gd name="connsiteX6" fmla="*/ 26866 w 63553"/>
                        <a:gd name="connsiteY6" fmla="*/ 4604 h 36249"/>
                        <a:gd name="connsiteX7" fmla="*/ 45630 w 63553"/>
                        <a:gd name="connsiteY7" fmla="*/ 127 h 36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3553" h="36249">
                          <a:moveTo>
                            <a:pt x="45630" y="127"/>
                          </a:moveTo>
                          <a:cubicBezTo>
                            <a:pt x="52869" y="889"/>
                            <a:pt x="57822" y="4699"/>
                            <a:pt x="61918" y="9176"/>
                          </a:cubicBezTo>
                          <a:cubicBezTo>
                            <a:pt x="63442" y="10890"/>
                            <a:pt x="64585" y="13653"/>
                            <a:pt x="62108" y="16605"/>
                          </a:cubicBezTo>
                          <a:cubicBezTo>
                            <a:pt x="59917" y="19272"/>
                            <a:pt x="56584" y="19844"/>
                            <a:pt x="54203" y="19653"/>
                          </a:cubicBezTo>
                          <a:cubicBezTo>
                            <a:pt x="46868" y="19082"/>
                            <a:pt x="40106" y="16224"/>
                            <a:pt x="31247" y="19749"/>
                          </a:cubicBezTo>
                          <a:cubicBezTo>
                            <a:pt x="25532" y="21939"/>
                            <a:pt x="196" y="42704"/>
                            <a:pt x="5" y="34227"/>
                          </a:cubicBezTo>
                          <a:cubicBezTo>
                            <a:pt x="-376" y="25749"/>
                            <a:pt x="19436" y="8604"/>
                            <a:pt x="26866" y="4604"/>
                          </a:cubicBezTo>
                          <a:cubicBezTo>
                            <a:pt x="33724" y="889"/>
                            <a:pt x="40296" y="-444"/>
                            <a:pt x="45630" y="12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50" name="Graphique 1">
                    <a:extLst>
                      <a:ext uri="{FF2B5EF4-FFF2-40B4-BE49-F238E27FC236}">
                        <a16:creationId xmlns:a16="http://schemas.microsoft.com/office/drawing/2014/main" id="{E5E4D15B-D7AE-4E46-A40B-D8DE4784B53B}"/>
                      </a:ext>
                    </a:extLst>
                  </p:cNvPr>
                  <p:cNvGrpSpPr/>
                  <p:nvPr/>
                </p:nvGrpSpPr>
                <p:grpSpPr>
                  <a:xfrm>
                    <a:off x="3747016" y="3002625"/>
                    <a:ext cx="156731" cy="88271"/>
                    <a:chOff x="3747016" y="3002625"/>
                    <a:chExt cx="156731" cy="88271"/>
                  </a:xfrm>
                  <a:solidFill>
                    <a:schemeClr val="accent1"/>
                  </a:solidFill>
                </p:grpSpPr>
                <p:sp>
                  <p:nvSpPr>
                    <p:cNvPr id="14373" name="Forme libre : forme 14372">
                      <a:extLst>
                        <a:ext uri="{FF2B5EF4-FFF2-40B4-BE49-F238E27FC236}">
                          <a16:creationId xmlns:a16="http://schemas.microsoft.com/office/drawing/2014/main" id="{A4E28788-152C-4D2D-A24D-405023BBB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7016" y="3002625"/>
                      <a:ext cx="156731" cy="88271"/>
                    </a:xfrm>
                    <a:custGeom>
                      <a:avLst/>
                      <a:gdLst>
                        <a:gd name="connsiteX0" fmla="*/ 96802 w 156731"/>
                        <a:gd name="connsiteY0" fmla="*/ 73949 h 88271"/>
                        <a:gd name="connsiteX1" fmla="*/ 89277 w 156731"/>
                        <a:gd name="connsiteY1" fmla="*/ 73378 h 88271"/>
                        <a:gd name="connsiteX2" fmla="*/ 85657 w 156731"/>
                        <a:gd name="connsiteY2" fmla="*/ 73378 h 88271"/>
                        <a:gd name="connsiteX3" fmla="*/ 81943 w 156731"/>
                        <a:gd name="connsiteY3" fmla="*/ 74045 h 88271"/>
                        <a:gd name="connsiteX4" fmla="*/ 66227 w 156731"/>
                        <a:gd name="connsiteY4" fmla="*/ 79569 h 88271"/>
                        <a:gd name="connsiteX5" fmla="*/ 53654 w 156731"/>
                        <a:gd name="connsiteY5" fmla="*/ 84998 h 88271"/>
                        <a:gd name="connsiteX6" fmla="*/ 40223 w 156731"/>
                        <a:gd name="connsiteY6" fmla="*/ 88046 h 88271"/>
                        <a:gd name="connsiteX7" fmla="*/ 27746 w 156731"/>
                        <a:gd name="connsiteY7" fmla="*/ 87475 h 88271"/>
                        <a:gd name="connsiteX8" fmla="*/ 18030 w 156731"/>
                        <a:gd name="connsiteY8" fmla="*/ 82046 h 88271"/>
                        <a:gd name="connsiteX9" fmla="*/ 4124 w 156731"/>
                        <a:gd name="connsiteY9" fmla="*/ 66805 h 88271"/>
                        <a:gd name="connsiteX10" fmla="*/ 28 w 156731"/>
                        <a:gd name="connsiteY10" fmla="*/ 56328 h 88271"/>
                        <a:gd name="connsiteX11" fmla="*/ 3076 w 156731"/>
                        <a:gd name="connsiteY11" fmla="*/ 42517 h 88271"/>
                        <a:gd name="connsiteX12" fmla="*/ 13839 w 156731"/>
                        <a:gd name="connsiteY12" fmla="*/ 27277 h 88271"/>
                        <a:gd name="connsiteX13" fmla="*/ 32794 w 156731"/>
                        <a:gd name="connsiteY13" fmla="*/ 13465 h 88271"/>
                        <a:gd name="connsiteX14" fmla="*/ 70037 w 156731"/>
                        <a:gd name="connsiteY14" fmla="*/ 1464 h 88271"/>
                        <a:gd name="connsiteX15" fmla="*/ 80228 w 156731"/>
                        <a:gd name="connsiteY15" fmla="*/ 130 h 88271"/>
                        <a:gd name="connsiteX16" fmla="*/ 90611 w 156731"/>
                        <a:gd name="connsiteY16" fmla="*/ 35 h 88271"/>
                        <a:gd name="connsiteX17" fmla="*/ 110804 w 156731"/>
                        <a:gd name="connsiteY17" fmla="*/ 2226 h 88271"/>
                        <a:gd name="connsiteX18" fmla="*/ 123567 w 156731"/>
                        <a:gd name="connsiteY18" fmla="*/ 6227 h 88271"/>
                        <a:gd name="connsiteX19" fmla="*/ 134330 w 156731"/>
                        <a:gd name="connsiteY19" fmla="*/ 11751 h 88271"/>
                        <a:gd name="connsiteX20" fmla="*/ 150237 w 156731"/>
                        <a:gd name="connsiteY20" fmla="*/ 26134 h 88271"/>
                        <a:gd name="connsiteX21" fmla="*/ 156714 w 156731"/>
                        <a:gd name="connsiteY21" fmla="*/ 41755 h 88271"/>
                        <a:gd name="connsiteX22" fmla="*/ 152809 w 156731"/>
                        <a:gd name="connsiteY22" fmla="*/ 52328 h 88271"/>
                        <a:gd name="connsiteX23" fmla="*/ 138331 w 156731"/>
                        <a:gd name="connsiteY23" fmla="*/ 65853 h 88271"/>
                        <a:gd name="connsiteX24" fmla="*/ 129187 w 156731"/>
                        <a:gd name="connsiteY24" fmla="*/ 70996 h 88271"/>
                        <a:gd name="connsiteX25" fmla="*/ 119567 w 156731"/>
                        <a:gd name="connsiteY25" fmla="*/ 74140 h 88271"/>
                        <a:gd name="connsiteX26" fmla="*/ 114709 w 156731"/>
                        <a:gd name="connsiteY26" fmla="*/ 75188 h 88271"/>
                        <a:gd name="connsiteX27" fmla="*/ 108422 w 156731"/>
                        <a:gd name="connsiteY27" fmla="*/ 75188 h 88271"/>
                        <a:gd name="connsiteX28" fmla="*/ 102422 w 156731"/>
                        <a:gd name="connsiteY28" fmla="*/ 74806 h 88271"/>
                        <a:gd name="connsiteX29" fmla="*/ 96802 w 156731"/>
                        <a:gd name="connsiteY29" fmla="*/ 73949 h 88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56731" h="88271">
                          <a:moveTo>
                            <a:pt x="96802" y="73949"/>
                          </a:moveTo>
                          <a:cubicBezTo>
                            <a:pt x="94230" y="73854"/>
                            <a:pt x="91658" y="72902"/>
                            <a:pt x="89277" y="73378"/>
                          </a:cubicBezTo>
                          <a:cubicBezTo>
                            <a:pt x="88039" y="73473"/>
                            <a:pt x="86801" y="73473"/>
                            <a:pt x="85657" y="73378"/>
                          </a:cubicBezTo>
                          <a:cubicBezTo>
                            <a:pt x="84419" y="73473"/>
                            <a:pt x="83181" y="73854"/>
                            <a:pt x="81943" y="74045"/>
                          </a:cubicBezTo>
                          <a:cubicBezTo>
                            <a:pt x="77085" y="74616"/>
                            <a:pt x="71846" y="76997"/>
                            <a:pt x="66227" y="79569"/>
                          </a:cubicBezTo>
                          <a:cubicBezTo>
                            <a:pt x="62321" y="81950"/>
                            <a:pt x="58130" y="83284"/>
                            <a:pt x="53654" y="84998"/>
                          </a:cubicBezTo>
                          <a:cubicBezTo>
                            <a:pt x="49272" y="86237"/>
                            <a:pt x="44700" y="87570"/>
                            <a:pt x="40223" y="88046"/>
                          </a:cubicBezTo>
                          <a:cubicBezTo>
                            <a:pt x="35747" y="88332"/>
                            <a:pt x="31556" y="88522"/>
                            <a:pt x="27746" y="87475"/>
                          </a:cubicBezTo>
                          <a:cubicBezTo>
                            <a:pt x="23936" y="86522"/>
                            <a:pt x="20602" y="84808"/>
                            <a:pt x="18030" y="82046"/>
                          </a:cubicBezTo>
                          <a:lnTo>
                            <a:pt x="4124" y="66805"/>
                          </a:lnTo>
                          <a:cubicBezTo>
                            <a:pt x="1647" y="64043"/>
                            <a:pt x="218" y="60519"/>
                            <a:pt x="28" y="56328"/>
                          </a:cubicBezTo>
                          <a:cubicBezTo>
                            <a:pt x="-163" y="52232"/>
                            <a:pt x="599" y="47374"/>
                            <a:pt x="3076" y="42517"/>
                          </a:cubicBezTo>
                          <a:cubicBezTo>
                            <a:pt x="5457" y="37564"/>
                            <a:pt x="8696" y="32230"/>
                            <a:pt x="13839" y="27277"/>
                          </a:cubicBezTo>
                          <a:cubicBezTo>
                            <a:pt x="18506" y="22133"/>
                            <a:pt x="25364" y="17561"/>
                            <a:pt x="32794" y="13465"/>
                          </a:cubicBezTo>
                          <a:cubicBezTo>
                            <a:pt x="44129" y="8227"/>
                            <a:pt x="56321" y="3369"/>
                            <a:pt x="70037" y="1464"/>
                          </a:cubicBezTo>
                          <a:cubicBezTo>
                            <a:pt x="73466" y="988"/>
                            <a:pt x="76799" y="416"/>
                            <a:pt x="80228" y="130"/>
                          </a:cubicBezTo>
                          <a:lnTo>
                            <a:pt x="90611" y="35"/>
                          </a:lnTo>
                          <a:cubicBezTo>
                            <a:pt x="97564" y="-251"/>
                            <a:pt x="104136" y="1273"/>
                            <a:pt x="110804" y="2226"/>
                          </a:cubicBezTo>
                          <a:cubicBezTo>
                            <a:pt x="115566" y="2893"/>
                            <a:pt x="119567" y="4703"/>
                            <a:pt x="123567" y="6227"/>
                          </a:cubicBezTo>
                          <a:cubicBezTo>
                            <a:pt x="127663" y="7750"/>
                            <a:pt x="131282" y="9560"/>
                            <a:pt x="134330" y="11751"/>
                          </a:cubicBezTo>
                          <a:cubicBezTo>
                            <a:pt x="140617" y="16037"/>
                            <a:pt x="145570" y="20228"/>
                            <a:pt x="150237" y="26134"/>
                          </a:cubicBezTo>
                          <a:cubicBezTo>
                            <a:pt x="154428" y="31658"/>
                            <a:pt x="156428" y="37278"/>
                            <a:pt x="156714" y="41755"/>
                          </a:cubicBezTo>
                          <a:cubicBezTo>
                            <a:pt x="156905" y="46327"/>
                            <a:pt x="155476" y="49851"/>
                            <a:pt x="152809" y="52328"/>
                          </a:cubicBezTo>
                          <a:lnTo>
                            <a:pt x="138331" y="65853"/>
                          </a:lnTo>
                          <a:cubicBezTo>
                            <a:pt x="135664" y="68329"/>
                            <a:pt x="132425" y="69854"/>
                            <a:pt x="129187" y="70996"/>
                          </a:cubicBezTo>
                          <a:cubicBezTo>
                            <a:pt x="125853" y="72235"/>
                            <a:pt x="122615" y="73187"/>
                            <a:pt x="119567" y="74140"/>
                          </a:cubicBezTo>
                          <a:cubicBezTo>
                            <a:pt x="117757" y="74616"/>
                            <a:pt x="117090" y="75092"/>
                            <a:pt x="114709" y="75188"/>
                          </a:cubicBezTo>
                          <a:cubicBezTo>
                            <a:pt x="112613" y="75378"/>
                            <a:pt x="110518" y="75378"/>
                            <a:pt x="108422" y="75188"/>
                          </a:cubicBezTo>
                          <a:cubicBezTo>
                            <a:pt x="106327" y="74806"/>
                            <a:pt x="104327" y="74806"/>
                            <a:pt x="102422" y="74806"/>
                          </a:cubicBezTo>
                          <a:cubicBezTo>
                            <a:pt x="100517" y="74806"/>
                            <a:pt x="98516" y="74045"/>
                            <a:pt x="96802" y="73949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4" name="Forme libre : forme 14373">
                      <a:extLst>
                        <a:ext uri="{FF2B5EF4-FFF2-40B4-BE49-F238E27FC236}">
                          <a16:creationId xmlns:a16="http://schemas.microsoft.com/office/drawing/2014/main" id="{0DEB2066-22F7-4CF9-9DF6-E306843F16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9045" y="3049047"/>
                      <a:ext cx="126777" cy="41821"/>
                    </a:xfrm>
                    <a:custGeom>
                      <a:avLst/>
                      <a:gdLst>
                        <a:gd name="connsiteX0" fmla="*/ 51149 w 126777"/>
                        <a:gd name="connsiteY0" fmla="*/ 7906 h 41821"/>
                        <a:gd name="connsiteX1" fmla="*/ 25527 w 126777"/>
                        <a:gd name="connsiteY1" fmla="*/ 21908 h 41821"/>
                        <a:gd name="connsiteX2" fmla="*/ 0 w 126777"/>
                        <a:gd name="connsiteY2" fmla="*/ 29051 h 41821"/>
                        <a:gd name="connsiteX3" fmla="*/ 6001 w 126777"/>
                        <a:gd name="connsiteY3" fmla="*/ 35624 h 41821"/>
                        <a:gd name="connsiteX4" fmla="*/ 15716 w 126777"/>
                        <a:gd name="connsiteY4" fmla="*/ 41053 h 41821"/>
                        <a:gd name="connsiteX5" fmla="*/ 28194 w 126777"/>
                        <a:gd name="connsiteY5" fmla="*/ 41624 h 41821"/>
                        <a:gd name="connsiteX6" fmla="*/ 41624 w 126777"/>
                        <a:gd name="connsiteY6" fmla="*/ 38576 h 41821"/>
                        <a:gd name="connsiteX7" fmla="*/ 54197 w 126777"/>
                        <a:gd name="connsiteY7" fmla="*/ 33147 h 41821"/>
                        <a:gd name="connsiteX8" fmla="*/ 69913 w 126777"/>
                        <a:gd name="connsiteY8" fmla="*/ 27623 h 41821"/>
                        <a:gd name="connsiteX9" fmla="*/ 73628 w 126777"/>
                        <a:gd name="connsiteY9" fmla="*/ 26956 h 41821"/>
                        <a:gd name="connsiteX10" fmla="*/ 77248 w 126777"/>
                        <a:gd name="connsiteY10" fmla="*/ 26956 h 41821"/>
                        <a:gd name="connsiteX11" fmla="*/ 84772 w 126777"/>
                        <a:gd name="connsiteY11" fmla="*/ 27527 h 41821"/>
                        <a:gd name="connsiteX12" fmla="*/ 90392 w 126777"/>
                        <a:gd name="connsiteY12" fmla="*/ 28385 h 41821"/>
                        <a:gd name="connsiteX13" fmla="*/ 96393 w 126777"/>
                        <a:gd name="connsiteY13" fmla="*/ 28766 h 41821"/>
                        <a:gd name="connsiteX14" fmla="*/ 102679 w 126777"/>
                        <a:gd name="connsiteY14" fmla="*/ 28766 h 41821"/>
                        <a:gd name="connsiteX15" fmla="*/ 107537 w 126777"/>
                        <a:gd name="connsiteY15" fmla="*/ 27718 h 41821"/>
                        <a:gd name="connsiteX16" fmla="*/ 117157 w 126777"/>
                        <a:gd name="connsiteY16" fmla="*/ 24575 h 41821"/>
                        <a:gd name="connsiteX17" fmla="*/ 126301 w 126777"/>
                        <a:gd name="connsiteY17" fmla="*/ 19431 h 41821"/>
                        <a:gd name="connsiteX18" fmla="*/ 126778 w 126777"/>
                        <a:gd name="connsiteY18" fmla="*/ 18955 h 41821"/>
                        <a:gd name="connsiteX19" fmla="*/ 110204 w 126777"/>
                        <a:gd name="connsiteY19" fmla="*/ 8096 h 41821"/>
                        <a:gd name="connsiteX20" fmla="*/ 90392 w 126777"/>
                        <a:gd name="connsiteY20" fmla="*/ 1238 h 41821"/>
                        <a:gd name="connsiteX21" fmla="*/ 80296 w 126777"/>
                        <a:gd name="connsiteY21" fmla="*/ 0 h 41821"/>
                        <a:gd name="connsiteX22" fmla="*/ 70199 w 126777"/>
                        <a:gd name="connsiteY22" fmla="*/ 667 h 41821"/>
                        <a:gd name="connsiteX23" fmla="*/ 60388 w 126777"/>
                        <a:gd name="connsiteY23" fmla="*/ 3239 h 41821"/>
                        <a:gd name="connsiteX24" fmla="*/ 51149 w 126777"/>
                        <a:gd name="connsiteY24" fmla="*/ 7906 h 41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26777" h="41821">
                          <a:moveTo>
                            <a:pt x="51149" y="7906"/>
                          </a:moveTo>
                          <a:cubicBezTo>
                            <a:pt x="42767" y="12954"/>
                            <a:pt x="34290" y="18002"/>
                            <a:pt x="25527" y="21908"/>
                          </a:cubicBezTo>
                          <a:cubicBezTo>
                            <a:pt x="16859" y="25908"/>
                            <a:pt x="8001" y="28670"/>
                            <a:pt x="0" y="29051"/>
                          </a:cubicBezTo>
                          <a:lnTo>
                            <a:pt x="6001" y="35624"/>
                          </a:lnTo>
                          <a:cubicBezTo>
                            <a:pt x="8477" y="38386"/>
                            <a:pt x="11906" y="40196"/>
                            <a:pt x="15716" y="41053"/>
                          </a:cubicBezTo>
                          <a:cubicBezTo>
                            <a:pt x="19526" y="42005"/>
                            <a:pt x="23813" y="41910"/>
                            <a:pt x="28194" y="41624"/>
                          </a:cubicBezTo>
                          <a:cubicBezTo>
                            <a:pt x="32671" y="41243"/>
                            <a:pt x="37147" y="39815"/>
                            <a:pt x="41624" y="38576"/>
                          </a:cubicBezTo>
                          <a:cubicBezTo>
                            <a:pt x="46101" y="36862"/>
                            <a:pt x="50292" y="35528"/>
                            <a:pt x="54197" y="33147"/>
                          </a:cubicBezTo>
                          <a:cubicBezTo>
                            <a:pt x="59722" y="30575"/>
                            <a:pt x="64961" y="28289"/>
                            <a:pt x="69913" y="27623"/>
                          </a:cubicBezTo>
                          <a:cubicBezTo>
                            <a:pt x="71152" y="27432"/>
                            <a:pt x="72390" y="27051"/>
                            <a:pt x="73628" y="26956"/>
                          </a:cubicBezTo>
                          <a:cubicBezTo>
                            <a:pt x="74866" y="26956"/>
                            <a:pt x="76105" y="26956"/>
                            <a:pt x="77248" y="26956"/>
                          </a:cubicBezTo>
                          <a:cubicBezTo>
                            <a:pt x="79629" y="26480"/>
                            <a:pt x="82201" y="27527"/>
                            <a:pt x="84772" y="27527"/>
                          </a:cubicBezTo>
                          <a:cubicBezTo>
                            <a:pt x="86582" y="27623"/>
                            <a:pt x="88487" y="28385"/>
                            <a:pt x="90392" y="28385"/>
                          </a:cubicBezTo>
                          <a:cubicBezTo>
                            <a:pt x="92297" y="28480"/>
                            <a:pt x="94297" y="28480"/>
                            <a:pt x="96393" y="28766"/>
                          </a:cubicBezTo>
                          <a:cubicBezTo>
                            <a:pt x="98488" y="28956"/>
                            <a:pt x="100584" y="28956"/>
                            <a:pt x="102679" y="28766"/>
                          </a:cubicBezTo>
                          <a:cubicBezTo>
                            <a:pt x="105156" y="28670"/>
                            <a:pt x="105728" y="28194"/>
                            <a:pt x="107537" y="27718"/>
                          </a:cubicBezTo>
                          <a:cubicBezTo>
                            <a:pt x="110585" y="26766"/>
                            <a:pt x="113824" y="25908"/>
                            <a:pt x="117157" y="24575"/>
                          </a:cubicBezTo>
                          <a:cubicBezTo>
                            <a:pt x="120396" y="23432"/>
                            <a:pt x="123634" y="21812"/>
                            <a:pt x="126301" y="19431"/>
                          </a:cubicBezTo>
                          <a:lnTo>
                            <a:pt x="126778" y="18955"/>
                          </a:lnTo>
                          <a:cubicBezTo>
                            <a:pt x="121920" y="14192"/>
                            <a:pt x="116967" y="10763"/>
                            <a:pt x="110204" y="8096"/>
                          </a:cubicBezTo>
                          <a:cubicBezTo>
                            <a:pt x="103727" y="4858"/>
                            <a:pt x="97060" y="2762"/>
                            <a:pt x="90392" y="1238"/>
                          </a:cubicBezTo>
                          <a:cubicBezTo>
                            <a:pt x="86963" y="858"/>
                            <a:pt x="83629" y="191"/>
                            <a:pt x="80296" y="0"/>
                          </a:cubicBezTo>
                          <a:cubicBezTo>
                            <a:pt x="76962" y="191"/>
                            <a:pt x="73533" y="95"/>
                            <a:pt x="70199" y="667"/>
                          </a:cubicBezTo>
                          <a:cubicBezTo>
                            <a:pt x="66865" y="1524"/>
                            <a:pt x="63627" y="2000"/>
                            <a:pt x="60388" y="3239"/>
                          </a:cubicBezTo>
                          <a:cubicBezTo>
                            <a:pt x="57245" y="4858"/>
                            <a:pt x="54102" y="5906"/>
                            <a:pt x="51149" y="7906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5" name="Forme libre : forme 14374">
                      <a:extLst>
                        <a:ext uri="{FF2B5EF4-FFF2-40B4-BE49-F238E27FC236}">
                          <a16:creationId xmlns:a16="http://schemas.microsoft.com/office/drawing/2014/main" id="{A35E4CE4-F74D-4481-8276-92595BC2DF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9900" y="3027205"/>
                      <a:ext cx="66419" cy="28037"/>
                    </a:xfrm>
                    <a:custGeom>
                      <a:avLst/>
                      <a:gdLst>
                        <a:gd name="connsiteX0" fmla="*/ 66016 w 66419"/>
                        <a:gd name="connsiteY0" fmla="*/ 19747 h 28037"/>
                        <a:gd name="connsiteX1" fmla="*/ 54014 w 66419"/>
                        <a:gd name="connsiteY1" fmla="*/ 26129 h 28037"/>
                        <a:gd name="connsiteX2" fmla="*/ 44394 w 66419"/>
                        <a:gd name="connsiteY2" fmla="*/ 27176 h 28037"/>
                        <a:gd name="connsiteX3" fmla="*/ 33535 w 66419"/>
                        <a:gd name="connsiteY3" fmla="*/ 27748 h 28037"/>
                        <a:gd name="connsiteX4" fmla="*/ 22677 w 66419"/>
                        <a:gd name="connsiteY4" fmla="*/ 27938 h 28037"/>
                        <a:gd name="connsiteX5" fmla="*/ 12961 w 66419"/>
                        <a:gd name="connsiteY5" fmla="*/ 27557 h 28037"/>
                        <a:gd name="connsiteX6" fmla="*/ 5151 w 66419"/>
                        <a:gd name="connsiteY6" fmla="*/ 25938 h 28037"/>
                        <a:gd name="connsiteX7" fmla="*/ 579 w 66419"/>
                        <a:gd name="connsiteY7" fmla="*/ 22033 h 28037"/>
                        <a:gd name="connsiteX8" fmla="*/ 865 w 66419"/>
                        <a:gd name="connsiteY8" fmla="*/ 15937 h 28037"/>
                        <a:gd name="connsiteX9" fmla="*/ 6484 w 66419"/>
                        <a:gd name="connsiteY9" fmla="*/ 8888 h 28037"/>
                        <a:gd name="connsiteX10" fmla="*/ 17438 w 66419"/>
                        <a:gd name="connsiteY10" fmla="*/ 2792 h 28037"/>
                        <a:gd name="connsiteX11" fmla="*/ 32583 w 66419"/>
                        <a:gd name="connsiteY11" fmla="*/ 30 h 28037"/>
                        <a:gd name="connsiteX12" fmla="*/ 47823 w 66419"/>
                        <a:gd name="connsiteY12" fmla="*/ 2030 h 28037"/>
                        <a:gd name="connsiteX13" fmla="*/ 59157 w 66419"/>
                        <a:gd name="connsiteY13" fmla="*/ 7364 h 28037"/>
                        <a:gd name="connsiteX14" fmla="*/ 66016 w 66419"/>
                        <a:gd name="connsiteY14" fmla="*/ 19747 h 28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6419" h="28037">
                          <a:moveTo>
                            <a:pt x="66016" y="19747"/>
                          </a:moveTo>
                          <a:cubicBezTo>
                            <a:pt x="64682" y="23080"/>
                            <a:pt x="59919" y="25176"/>
                            <a:pt x="54014" y="26129"/>
                          </a:cubicBezTo>
                          <a:cubicBezTo>
                            <a:pt x="51061" y="26414"/>
                            <a:pt x="47823" y="26891"/>
                            <a:pt x="44394" y="27176"/>
                          </a:cubicBezTo>
                          <a:cubicBezTo>
                            <a:pt x="40965" y="27176"/>
                            <a:pt x="37345" y="27557"/>
                            <a:pt x="33535" y="27748"/>
                          </a:cubicBezTo>
                          <a:cubicBezTo>
                            <a:pt x="29725" y="27462"/>
                            <a:pt x="26201" y="28319"/>
                            <a:pt x="22677" y="27938"/>
                          </a:cubicBezTo>
                          <a:cubicBezTo>
                            <a:pt x="19248" y="27938"/>
                            <a:pt x="16009" y="28129"/>
                            <a:pt x="12961" y="27557"/>
                          </a:cubicBezTo>
                          <a:cubicBezTo>
                            <a:pt x="9913" y="27081"/>
                            <a:pt x="7341" y="26891"/>
                            <a:pt x="5151" y="25938"/>
                          </a:cubicBezTo>
                          <a:cubicBezTo>
                            <a:pt x="2960" y="25081"/>
                            <a:pt x="1341" y="23747"/>
                            <a:pt x="579" y="22033"/>
                          </a:cubicBezTo>
                          <a:cubicBezTo>
                            <a:pt x="-279" y="20318"/>
                            <a:pt x="-183" y="18223"/>
                            <a:pt x="865" y="15937"/>
                          </a:cubicBezTo>
                          <a:cubicBezTo>
                            <a:pt x="1912" y="13746"/>
                            <a:pt x="3627" y="10984"/>
                            <a:pt x="6484" y="8888"/>
                          </a:cubicBezTo>
                          <a:cubicBezTo>
                            <a:pt x="9342" y="6793"/>
                            <a:pt x="12961" y="4316"/>
                            <a:pt x="17438" y="2792"/>
                          </a:cubicBezTo>
                          <a:cubicBezTo>
                            <a:pt x="21915" y="1554"/>
                            <a:pt x="27058" y="-256"/>
                            <a:pt x="32583" y="30"/>
                          </a:cubicBezTo>
                          <a:cubicBezTo>
                            <a:pt x="38107" y="-65"/>
                            <a:pt x="43346" y="411"/>
                            <a:pt x="47823" y="2030"/>
                          </a:cubicBezTo>
                          <a:cubicBezTo>
                            <a:pt x="52395" y="3269"/>
                            <a:pt x="56300" y="5078"/>
                            <a:pt x="59157" y="7364"/>
                          </a:cubicBezTo>
                          <a:cubicBezTo>
                            <a:pt x="65063" y="11555"/>
                            <a:pt x="67444" y="16127"/>
                            <a:pt x="66016" y="1974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6" name="Forme libre : forme 14375">
                      <a:extLst>
                        <a:ext uri="{FF2B5EF4-FFF2-40B4-BE49-F238E27FC236}">
                          <a16:creationId xmlns:a16="http://schemas.microsoft.com/office/drawing/2014/main" id="{DAB9B723-256E-449F-BA3A-F67E535894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9998" y="3032950"/>
                      <a:ext cx="46105" cy="22292"/>
                    </a:xfrm>
                    <a:custGeom>
                      <a:avLst/>
                      <a:gdLst>
                        <a:gd name="connsiteX0" fmla="*/ 11339 w 46105"/>
                        <a:gd name="connsiteY0" fmla="*/ 0 h 22292"/>
                        <a:gd name="connsiteX1" fmla="*/ 1719 w 46105"/>
                        <a:gd name="connsiteY1" fmla="*/ 8477 h 22292"/>
                        <a:gd name="connsiteX2" fmla="*/ 576 w 46105"/>
                        <a:gd name="connsiteY2" fmla="*/ 16288 h 22292"/>
                        <a:gd name="connsiteX3" fmla="*/ 5148 w 46105"/>
                        <a:gd name="connsiteY3" fmla="*/ 20193 h 22292"/>
                        <a:gd name="connsiteX4" fmla="*/ 12959 w 46105"/>
                        <a:gd name="connsiteY4" fmla="*/ 21812 h 22292"/>
                        <a:gd name="connsiteX5" fmla="*/ 22674 w 46105"/>
                        <a:gd name="connsiteY5" fmla="*/ 22193 h 22292"/>
                        <a:gd name="connsiteX6" fmla="*/ 33533 w 46105"/>
                        <a:gd name="connsiteY6" fmla="*/ 22003 h 22292"/>
                        <a:gd name="connsiteX7" fmla="*/ 40010 w 46105"/>
                        <a:gd name="connsiteY7" fmla="*/ 21526 h 22292"/>
                        <a:gd name="connsiteX8" fmla="*/ 46106 w 46105"/>
                        <a:gd name="connsiteY8" fmla="*/ 21336 h 22292"/>
                        <a:gd name="connsiteX9" fmla="*/ 39153 w 46105"/>
                        <a:gd name="connsiteY9" fmla="*/ 19526 h 22292"/>
                        <a:gd name="connsiteX10" fmla="*/ 30008 w 46105"/>
                        <a:gd name="connsiteY10" fmla="*/ 15621 h 22292"/>
                        <a:gd name="connsiteX11" fmla="*/ 21436 w 46105"/>
                        <a:gd name="connsiteY11" fmla="*/ 11430 h 22292"/>
                        <a:gd name="connsiteX12" fmla="*/ 11339 w 46105"/>
                        <a:gd name="connsiteY12" fmla="*/ 0 h 22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105" h="22292">
                          <a:moveTo>
                            <a:pt x="11339" y="0"/>
                          </a:moveTo>
                          <a:cubicBezTo>
                            <a:pt x="6767" y="2572"/>
                            <a:pt x="3434" y="5429"/>
                            <a:pt x="1719" y="8477"/>
                          </a:cubicBezTo>
                          <a:cubicBezTo>
                            <a:pt x="-90" y="11430"/>
                            <a:pt x="-471" y="14097"/>
                            <a:pt x="576" y="16288"/>
                          </a:cubicBezTo>
                          <a:cubicBezTo>
                            <a:pt x="1433" y="18002"/>
                            <a:pt x="3053" y="19336"/>
                            <a:pt x="5148" y="20193"/>
                          </a:cubicBezTo>
                          <a:cubicBezTo>
                            <a:pt x="7339" y="21146"/>
                            <a:pt x="9911" y="21336"/>
                            <a:pt x="12959" y="21812"/>
                          </a:cubicBezTo>
                          <a:cubicBezTo>
                            <a:pt x="16007" y="22288"/>
                            <a:pt x="19245" y="22098"/>
                            <a:pt x="22674" y="22193"/>
                          </a:cubicBezTo>
                          <a:cubicBezTo>
                            <a:pt x="26198" y="22574"/>
                            <a:pt x="29723" y="21717"/>
                            <a:pt x="33533" y="22003"/>
                          </a:cubicBezTo>
                          <a:cubicBezTo>
                            <a:pt x="35723" y="22003"/>
                            <a:pt x="37914" y="21812"/>
                            <a:pt x="40010" y="21526"/>
                          </a:cubicBezTo>
                          <a:cubicBezTo>
                            <a:pt x="42105" y="21622"/>
                            <a:pt x="44105" y="21526"/>
                            <a:pt x="46106" y="21336"/>
                          </a:cubicBezTo>
                          <a:cubicBezTo>
                            <a:pt x="43724" y="21050"/>
                            <a:pt x="41438" y="20193"/>
                            <a:pt x="39153" y="19526"/>
                          </a:cubicBezTo>
                          <a:cubicBezTo>
                            <a:pt x="36105" y="18574"/>
                            <a:pt x="32961" y="17145"/>
                            <a:pt x="30008" y="15621"/>
                          </a:cubicBezTo>
                          <a:cubicBezTo>
                            <a:pt x="27056" y="14478"/>
                            <a:pt x="24103" y="13049"/>
                            <a:pt x="21436" y="11430"/>
                          </a:cubicBezTo>
                          <a:cubicBezTo>
                            <a:pt x="16102" y="8001"/>
                            <a:pt x="12006" y="4763"/>
                            <a:pt x="11339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7" name="Forme libre : forme 14376">
                      <a:extLst>
                        <a:ext uri="{FF2B5EF4-FFF2-40B4-BE49-F238E27FC236}">
                          <a16:creationId xmlns:a16="http://schemas.microsoft.com/office/drawing/2014/main" id="{A9C0B3CA-2292-4103-904D-E99A9C6699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356" y="3030343"/>
                      <a:ext cx="64014" cy="27657"/>
                    </a:xfrm>
                    <a:custGeom>
                      <a:avLst/>
                      <a:gdLst>
                        <a:gd name="connsiteX0" fmla="*/ 63559 w 64014"/>
                        <a:gd name="connsiteY0" fmla="*/ 20799 h 27657"/>
                        <a:gd name="connsiteX1" fmla="*/ 51653 w 64014"/>
                        <a:gd name="connsiteY1" fmla="*/ 26800 h 27657"/>
                        <a:gd name="connsiteX2" fmla="*/ 42223 w 64014"/>
                        <a:gd name="connsiteY2" fmla="*/ 27467 h 27657"/>
                        <a:gd name="connsiteX3" fmla="*/ 31841 w 64014"/>
                        <a:gd name="connsiteY3" fmla="*/ 27657 h 27657"/>
                        <a:gd name="connsiteX4" fmla="*/ 26602 w 64014"/>
                        <a:gd name="connsiteY4" fmla="*/ 27372 h 27657"/>
                        <a:gd name="connsiteX5" fmla="*/ 21554 w 64014"/>
                        <a:gd name="connsiteY5" fmla="*/ 27372 h 27657"/>
                        <a:gd name="connsiteX6" fmla="*/ 12315 w 64014"/>
                        <a:gd name="connsiteY6" fmla="*/ 26514 h 27657"/>
                        <a:gd name="connsiteX7" fmla="*/ 504 w 64014"/>
                        <a:gd name="connsiteY7" fmla="*/ 20323 h 27657"/>
                        <a:gd name="connsiteX8" fmla="*/ 6600 w 64014"/>
                        <a:gd name="connsiteY8" fmla="*/ 7655 h 27657"/>
                        <a:gd name="connsiteX9" fmla="*/ 17363 w 64014"/>
                        <a:gd name="connsiteY9" fmla="*/ 2130 h 27657"/>
                        <a:gd name="connsiteX10" fmla="*/ 24316 w 64014"/>
                        <a:gd name="connsiteY10" fmla="*/ 321 h 27657"/>
                        <a:gd name="connsiteX11" fmla="*/ 32032 w 64014"/>
                        <a:gd name="connsiteY11" fmla="*/ 35 h 27657"/>
                        <a:gd name="connsiteX12" fmla="*/ 46700 w 64014"/>
                        <a:gd name="connsiteY12" fmla="*/ 2512 h 27657"/>
                        <a:gd name="connsiteX13" fmla="*/ 57368 w 64014"/>
                        <a:gd name="connsiteY13" fmla="*/ 8227 h 27657"/>
                        <a:gd name="connsiteX14" fmla="*/ 63559 w 64014"/>
                        <a:gd name="connsiteY14" fmla="*/ 20799 h 27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4014" h="27657">
                          <a:moveTo>
                            <a:pt x="63559" y="20799"/>
                          </a:moveTo>
                          <a:cubicBezTo>
                            <a:pt x="62035" y="24419"/>
                            <a:pt x="57464" y="25562"/>
                            <a:pt x="51653" y="26800"/>
                          </a:cubicBezTo>
                          <a:cubicBezTo>
                            <a:pt x="48796" y="27467"/>
                            <a:pt x="45557" y="26991"/>
                            <a:pt x="42223" y="27467"/>
                          </a:cubicBezTo>
                          <a:cubicBezTo>
                            <a:pt x="38890" y="27848"/>
                            <a:pt x="35460" y="27277"/>
                            <a:pt x="31841" y="27657"/>
                          </a:cubicBezTo>
                          <a:cubicBezTo>
                            <a:pt x="30031" y="27657"/>
                            <a:pt x="28317" y="27562"/>
                            <a:pt x="26602" y="27372"/>
                          </a:cubicBezTo>
                          <a:cubicBezTo>
                            <a:pt x="24888" y="27467"/>
                            <a:pt x="23269" y="27467"/>
                            <a:pt x="21554" y="27372"/>
                          </a:cubicBezTo>
                          <a:cubicBezTo>
                            <a:pt x="18316" y="26991"/>
                            <a:pt x="15172" y="26896"/>
                            <a:pt x="12315" y="26514"/>
                          </a:cubicBezTo>
                          <a:cubicBezTo>
                            <a:pt x="6600" y="25371"/>
                            <a:pt x="2028" y="23943"/>
                            <a:pt x="504" y="20323"/>
                          </a:cubicBezTo>
                          <a:cubicBezTo>
                            <a:pt x="-1020" y="16894"/>
                            <a:pt x="885" y="11751"/>
                            <a:pt x="6600" y="7655"/>
                          </a:cubicBezTo>
                          <a:cubicBezTo>
                            <a:pt x="9362" y="5464"/>
                            <a:pt x="12982" y="3273"/>
                            <a:pt x="17363" y="2130"/>
                          </a:cubicBezTo>
                          <a:cubicBezTo>
                            <a:pt x="19554" y="1464"/>
                            <a:pt x="21935" y="797"/>
                            <a:pt x="24316" y="321"/>
                          </a:cubicBezTo>
                          <a:cubicBezTo>
                            <a:pt x="26793" y="130"/>
                            <a:pt x="29365" y="35"/>
                            <a:pt x="32032" y="35"/>
                          </a:cubicBezTo>
                          <a:cubicBezTo>
                            <a:pt x="37366" y="-251"/>
                            <a:pt x="42319" y="1273"/>
                            <a:pt x="46700" y="2512"/>
                          </a:cubicBezTo>
                          <a:cubicBezTo>
                            <a:pt x="51082" y="3654"/>
                            <a:pt x="54510" y="6321"/>
                            <a:pt x="57368" y="8227"/>
                          </a:cubicBezTo>
                          <a:cubicBezTo>
                            <a:pt x="63083" y="12227"/>
                            <a:pt x="64988" y="17466"/>
                            <a:pt x="63559" y="2079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8" name="Forme libre : forme 14377">
                      <a:extLst>
                        <a:ext uri="{FF2B5EF4-FFF2-40B4-BE49-F238E27FC236}">
                          <a16:creationId xmlns:a16="http://schemas.microsoft.com/office/drawing/2014/main" id="{08E481EE-66FA-4717-994F-6D0BCF2353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7325" y="3033075"/>
                      <a:ext cx="83186" cy="43296"/>
                    </a:xfrm>
                    <a:custGeom>
                      <a:avLst/>
                      <a:gdLst>
                        <a:gd name="connsiteX0" fmla="*/ 9818 w 83186"/>
                        <a:gd name="connsiteY0" fmla="*/ 32641 h 43296"/>
                        <a:gd name="connsiteX1" fmla="*/ 19438 w 83186"/>
                        <a:gd name="connsiteY1" fmla="*/ 41785 h 43296"/>
                        <a:gd name="connsiteX2" fmla="*/ 50394 w 83186"/>
                        <a:gd name="connsiteY2" fmla="*/ 39975 h 43296"/>
                        <a:gd name="connsiteX3" fmla="*/ 72683 w 83186"/>
                        <a:gd name="connsiteY3" fmla="*/ 34736 h 43296"/>
                        <a:gd name="connsiteX4" fmla="*/ 80303 w 83186"/>
                        <a:gd name="connsiteY4" fmla="*/ 30355 h 43296"/>
                        <a:gd name="connsiteX5" fmla="*/ 82970 w 83186"/>
                        <a:gd name="connsiteY5" fmla="*/ 23783 h 43296"/>
                        <a:gd name="connsiteX6" fmla="*/ 73921 w 83186"/>
                        <a:gd name="connsiteY6" fmla="*/ 15782 h 43296"/>
                        <a:gd name="connsiteX7" fmla="*/ 44108 w 83186"/>
                        <a:gd name="connsiteY7" fmla="*/ 3971 h 43296"/>
                        <a:gd name="connsiteX8" fmla="*/ 36012 w 83186"/>
                        <a:gd name="connsiteY8" fmla="*/ 1399 h 43296"/>
                        <a:gd name="connsiteX9" fmla="*/ 25534 w 83186"/>
                        <a:gd name="connsiteY9" fmla="*/ 66 h 43296"/>
                        <a:gd name="connsiteX10" fmla="*/ 14104 w 83186"/>
                        <a:gd name="connsiteY10" fmla="*/ 1685 h 43296"/>
                        <a:gd name="connsiteX11" fmla="*/ 3912 w 83186"/>
                        <a:gd name="connsiteY11" fmla="*/ 7876 h 43296"/>
                        <a:gd name="connsiteX12" fmla="*/ 1912 w 83186"/>
                        <a:gd name="connsiteY12" fmla="*/ 22354 h 43296"/>
                        <a:gd name="connsiteX13" fmla="*/ 9818 w 83186"/>
                        <a:gd name="connsiteY13" fmla="*/ 32641 h 43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3186" h="43296">
                          <a:moveTo>
                            <a:pt x="9818" y="32641"/>
                          </a:moveTo>
                          <a:cubicBezTo>
                            <a:pt x="12294" y="36356"/>
                            <a:pt x="14866" y="39975"/>
                            <a:pt x="19438" y="41785"/>
                          </a:cubicBezTo>
                          <a:cubicBezTo>
                            <a:pt x="28011" y="45405"/>
                            <a:pt x="40679" y="41594"/>
                            <a:pt x="50394" y="39975"/>
                          </a:cubicBezTo>
                          <a:cubicBezTo>
                            <a:pt x="58586" y="38547"/>
                            <a:pt x="65444" y="37594"/>
                            <a:pt x="72683" y="34736"/>
                          </a:cubicBezTo>
                          <a:cubicBezTo>
                            <a:pt x="75350" y="33975"/>
                            <a:pt x="78207" y="32355"/>
                            <a:pt x="80303" y="30355"/>
                          </a:cubicBezTo>
                          <a:cubicBezTo>
                            <a:pt x="82398" y="28641"/>
                            <a:pt x="83732" y="26450"/>
                            <a:pt x="82970" y="23783"/>
                          </a:cubicBezTo>
                          <a:cubicBezTo>
                            <a:pt x="82017" y="20354"/>
                            <a:pt x="77921" y="18258"/>
                            <a:pt x="73921" y="15782"/>
                          </a:cubicBezTo>
                          <a:cubicBezTo>
                            <a:pt x="64587" y="11210"/>
                            <a:pt x="54204" y="6828"/>
                            <a:pt x="44108" y="3971"/>
                          </a:cubicBezTo>
                          <a:cubicBezTo>
                            <a:pt x="42012" y="3304"/>
                            <a:pt x="39155" y="2256"/>
                            <a:pt x="36012" y="1399"/>
                          </a:cubicBezTo>
                          <a:cubicBezTo>
                            <a:pt x="32963" y="732"/>
                            <a:pt x="29344" y="161"/>
                            <a:pt x="25534" y="66"/>
                          </a:cubicBezTo>
                          <a:cubicBezTo>
                            <a:pt x="21629" y="-220"/>
                            <a:pt x="17819" y="447"/>
                            <a:pt x="14104" y="1685"/>
                          </a:cubicBezTo>
                          <a:cubicBezTo>
                            <a:pt x="10294" y="2923"/>
                            <a:pt x="6675" y="4828"/>
                            <a:pt x="3912" y="7876"/>
                          </a:cubicBezTo>
                          <a:cubicBezTo>
                            <a:pt x="-1327" y="13210"/>
                            <a:pt x="-564" y="18068"/>
                            <a:pt x="1912" y="22354"/>
                          </a:cubicBezTo>
                          <a:cubicBezTo>
                            <a:pt x="4198" y="26640"/>
                            <a:pt x="8103" y="30069"/>
                            <a:pt x="9818" y="3264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9" name="Forme libre : forme 14378">
                      <a:extLst>
                        <a:ext uri="{FF2B5EF4-FFF2-40B4-BE49-F238E27FC236}">
                          <a16:creationId xmlns:a16="http://schemas.microsoft.com/office/drawing/2014/main" id="{09D7CE64-1FFE-475F-AC41-DB130390BD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1449" y="3024954"/>
                      <a:ext cx="25994" cy="23043"/>
                    </a:xfrm>
                    <a:custGeom>
                      <a:avLst/>
                      <a:gdLst>
                        <a:gd name="connsiteX0" fmla="*/ 361 w 25994"/>
                        <a:gd name="connsiteY0" fmla="*/ 18569 h 23043"/>
                        <a:gd name="connsiteX1" fmla="*/ 361 w 25994"/>
                        <a:gd name="connsiteY1" fmla="*/ 21998 h 23043"/>
                        <a:gd name="connsiteX2" fmla="*/ 4171 w 25994"/>
                        <a:gd name="connsiteY2" fmla="*/ 22855 h 23043"/>
                        <a:gd name="connsiteX3" fmla="*/ 8743 w 25994"/>
                        <a:gd name="connsiteY3" fmla="*/ 20188 h 23043"/>
                        <a:gd name="connsiteX4" fmla="*/ 19316 w 25994"/>
                        <a:gd name="connsiteY4" fmla="*/ 11997 h 23043"/>
                        <a:gd name="connsiteX5" fmla="*/ 23221 w 25994"/>
                        <a:gd name="connsiteY5" fmla="*/ 8568 h 23043"/>
                        <a:gd name="connsiteX6" fmla="*/ 25697 w 25994"/>
                        <a:gd name="connsiteY6" fmla="*/ 1614 h 23043"/>
                        <a:gd name="connsiteX7" fmla="*/ 16077 w 25994"/>
                        <a:gd name="connsiteY7" fmla="*/ 1710 h 23043"/>
                        <a:gd name="connsiteX8" fmla="*/ 361 w 25994"/>
                        <a:gd name="connsiteY8" fmla="*/ 18569 h 23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994" h="23043">
                          <a:moveTo>
                            <a:pt x="361" y="18569"/>
                          </a:moveTo>
                          <a:cubicBezTo>
                            <a:pt x="-20" y="19807"/>
                            <a:pt x="-211" y="21141"/>
                            <a:pt x="361" y="21998"/>
                          </a:cubicBezTo>
                          <a:cubicBezTo>
                            <a:pt x="932" y="22855"/>
                            <a:pt x="2361" y="23331"/>
                            <a:pt x="4171" y="22855"/>
                          </a:cubicBezTo>
                          <a:cubicBezTo>
                            <a:pt x="5790" y="22379"/>
                            <a:pt x="7314" y="21236"/>
                            <a:pt x="8743" y="20188"/>
                          </a:cubicBezTo>
                          <a:cubicBezTo>
                            <a:pt x="12172" y="17236"/>
                            <a:pt x="15982" y="14854"/>
                            <a:pt x="19316" y="11997"/>
                          </a:cubicBezTo>
                          <a:cubicBezTo>
                            <a:pt x="20744" y="10854"/>
                            <a:pt x="22078" y="9615"/>
                            <a:pt x="23221" y="8568"/>
                          </a:cubicBezTo>
                          <a:cubicBezTo>
                            <a:pt x="25507" y="6282"/>
                            <a:pt x="26554" y="3329"/>
                            <a:pt x="25697" y="1614"/>
                          </a:cubicBezTo>
                          <a:cubicBezTo>
                            <a:pt x="24840" y="-5"/>
                            <a:pt x="21506" y="-1053"/>
                            <a:pt x="16077" y="1710"/>
                          </a:cubicBezTo>
                          <a:cubicBezTo>
                            <a:pt x="7409" y="5615"/>
                            <a:pt x="1790" y="13330"/>
                            <a:pt x="361" y="1856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0" name="Forme libre : forme 14379">
                      <a:extLst>
                        <a:ext uri="{FF2B5EF4-FFF2-40B4-BE49-F238E27FC236}">
                          <a16:creationId xmlns:a16="http://schemas.microsoft.com/office/drawing/2014/main" id="{E14DEB48-378F-45B3-9DA0-9F60A0318C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4770" y="3063716"/>
                      <a:ext cx="39909" cy="11454"/>
                    </a:xfrm>
                    <a:custGeom>
                      <a:avLst/>
                      <a:gdLst>
                        <a:gd name="connsiteX0" fmla="*/ 39910 w 39909"/>
                        <a:gd name="connsiteY0" fmla="*/ 0 h 11454"/>
                        <a:gd name="connsiteX1" fmla="*/ 37433 w 39909"/>
                        <a:gd name="connsiteY1" fmla="*/ 2286 h 11454"/>
                        <a:gd name="connsiteX2" fmla="*/ 29908 w 39909"/>
                        <a:gd name="connsiteY2" fmla="*/ 6477 h 11454"/>
                        <a:gd name="connsiteX3" fmla="*/ 24765 w 39909"/>
                        <a:gd name="connsiteY3" fmla="*/ 8572 h 11454"/>
                        <a:gd name="connsiteX4" fmla="*/ 18479 w 39909"/>
                        <a:gd name="connsiteY4" fmla="*/ 10382 h 11454"/>
                        <a:gd name="connsiteX5" fmla="*/ 9715 w 39909"/>
                        <a:gd name="connsiteY5" fmla="*/ 10954 h 11454"/>
                        <a:gd name="connsiteX6" fmla="*/ 0 w 39909"/>
                        <a:gd name="connsiteY6" fmla="*/ 11430 h 11454"/>
                        <a:gd name="connsiteX7" fmla="*/ 3524 w 39909"/>
                        <a:gd name="connsiteY7" fmla="*/ 11049 h 11454"/>
                        <a:gd name="connsiteX8" fmla="*/ 13049 w 39909"/>
                        <a:gd name="connsiteY8" fmla="*/ 9430 h 11454"/>
                        <a:gd name="connsiteX9" fmla="*/ 25908 w 39909"/>
                        <a:gd name="connsiteY9" fmla="*/ 6096 h 11454"/>
                        <a:gd name="connsiteX10" fmla="*/ 39910 w 39909"/>
                        <a:gd name="connsiteY10" fmla="*/ 0 h 11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9909" h="11454">
                          <a:moveTo>
                            <a:pt x="39910" y="0"/>
                          </a:moveTo>
                          <a:cubicBezTo>
                            <a:pt x="39910" y="0"/>
                            <a:pt x="39148" y="1048"/>
                            <a:pt x="37433" y="2286"/>
                          </a:cubicBezTo>
                          <a:cubicBezTo>
                            <a:pt x="35719" y="3524"/>
                            <a:pt x="33147" y="5144"/>
                            <a:pt x="29908" y="6477"/>
                          </a:cubicBezTo>
                          <a:cubicBezTo>
                            <a:pt x="28289" y="7144"/>
                            <a:pt x="26479" y="7811"/>
                            <a:pt x="24765" y="8572"/>
                          </a:cubicBezTo>
                          <a:cubicBezTo>
                            <a:pt x="22670" y="9335"/>
                            <a:pt x="21526" y="9906"/>
                            <a:pt x="18479" y="10382"/>
                          </a:cubicBezTo>
                          <a:cubicBezTo>
                            <a:pt x="15716" y="10859"/>
                            <a:pt x="12859" y="11049"/>
                            <a:pt x="9715" y="10954"/>
                          </a:cubicBezTo>
                          <a:cubicBezTo>
                            <a:pt x="6572" y="11335"/>
                            <a:pt x="3334" y="11525"/>
                            <a:pt x="0" y="11430"/>
                          </a:cubicBezTo>
                          <a:cubicBezTo>
                            <a:pt x="0" y="11335"/>
                            <a:pt x="1333" y="11239"/>
                            <a:pt x="3524" y="11049"/>
                          </a:cubicBezTo>
                          <a:cubicBezTo>
                            <a:pt x="5810" y="10859"/>
                            <a:pt x="9049" y="9716"/>
                            <a:pt x="13049" y="9430"/>
                          </a:cubicBezTo>
                          <a:cubicBezTo>
                            <a:pt x="16954" y="8858"/>
                            <a:pt x="22193" y="7811"/>
                            <a:pt x="25908" y="6096"/>
                          </a:cubicBezTo>
                          <a:cubicBezTo>
                            <a:pt x="30194" y="4286"/>
                            <a:pt x="34766" y="2858"/>
                            <a:pt x="3991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1" name="Forme libre : forme 14380">
                      <a:extLst>
                        <a:ext uri="{FF2B5EF4-FFF2-40B4-BE49-F238E27FC236}">
                          <a16:creationId xmlns:a16="http://schemas.microsoft.com/office/drawing/2014/main" id="{8F6A03D5-F470-4823-BC3D-7BB86B8EB1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1511" y="3016472"/>
                      <a:ext cx="32775" cy="52768"/>
                    </a:xfrm>
                    <a:custGeom>
                      <a:avLst/>
                      <a:gdLst>
                        <a:gd name="connsiteX0" fmla="*/ 32775 w 32775"/>
                        <a:gd name="connsiteY0" fmla="*/ 0 h 52768"/>
                        <a:gd name="connsiteX1" fmla="*/ 25155 w 32775"/>
                        <a:gd name="connsiteY1" fmla="*/ 4477 h 52768"/>
                        <a:gd name="connsiteX2" fmla="*/ 10773 w 32775"/>
                        <a:gd name="connsiteY2" fmla="*/ 17050 h 52768"/>
                        <a:gd name="connsiteX3" fmla="*/ 866 w 32775"/>
                        <a:gd name="connsiteY3" fmla="*/ 34576 h 52768"/>
                        <a:gd name="connsiteX4" fmla="*/ 3248 w 32775"/>
                        <a:gd name="connsiteY4" fmla="*/ 52769 h 52768"/>
                        <a:gd name="connsiteX5" fmla="*/ 2390 w 32775"/>
                        <a:gd name="connsiteY5" fmla="*/ 48673 h 52768"/>
                        <a:gd name="connsiteX6" fmla="*/ 2772 w 32775"/>
                        <a:gd name="connsiteY6" fmla="*/ 37338 h 52768"/>
                        <a:gd name="connsiteX7" fmla="*/ 10201 w 32775"/>
                        <a:gd name="connsiteY7" fmla="*/ 20193 h 52768"/>
                        <a:gd name="connsiteX8" fmla="*/ 32775 w 32775"/>
                        <a:gd name="connsiteY8" fmla="*/ 0 h 52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775" h="52768">
                          <a:moveTo>
                            <a:pt x="32775" y="0"/>
                          </a:moveTo>
                          <a:cubicBezTo>
                            <a:pt x="32775" y="0"/>
                            <a:pt x="29346" y="1429"/>
                            <a:pt x="25155" y="4477"/>
                          </a:cubicBezTo>
                          <a:cubicBezTo>
                            <a:pt x="20774" y="7429"/>
                            <a:pt x="15154" y="11716"/>
                            <a:pt x="10773" y="17050"/>
                          </a:cubicBezTo>
                          <a:cubicBezTo>
                            <a:pt x="6010" y="22193"/>
                            <a:pt x="2676" y="28480"/>
                            <a:pt x="866" y="34576"/>
                          </a:cubicBezTo>
                          <a:cubicBezTo>
                            <a:pt x="-753" y="40767"/>
                            <a:pt x="-181" y="47054"/>
                            <a:pt x="3248" y="52769"/>
                          </a:cubicBezTo>
                          <a:cubicBezTo>
                            <a:pt x="3248" y="52769"/>
                            <a:pt x="2676" y="51340"/>
                            <a:pt x="2390" y="48673"/>
                          </a:cubicBezTo>
                          <a:cubicBezTo>
                            <a:pt x="2105" y="46006"/>
                            <a:pt x="1724" y="42100"/>
                            <a:pt x="2772" y="37338"/>
                          </a:cubicBezTo>
                          <a:cubicBezTo>
                            <a:pt x="3914" y="32575"/>
                            <a:pt x="5629" y="26575"/>
                            <a:pt x="10201" y="20193"/>
                          </a:cubicBezTo>
                          <a:cubicBezTo>
                            <a:pt x="14678" y="13621"/>
                            <a:pt x="21536" y="6382"/>
                            <a:pt x="3277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2" name="Forme libre : forme 14381">
                      <a:extLst>
                        <a:ext uri="{FF2B5EF4-FFF2-40B4-BE49-F238E27FC236}">
                          <a16:creationId xmlns:a16="http://schemas.microsoft.com/office/drawing/2014/main" id="{A9BF118D-A874-424D-871B-54B79B0569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6366" y="3030001"/>
                      <a:ext cx="26924" cy="10433"/>
                    </a:xfrm>
                    <a:custGeom>
                      <a:avLst/>
                      <a:gdLst>
                        <a:gd name="connsiteX0" fmla="*/ 26405 w 26924"/>
                        <a:gd name="connsiteY0" fmla="*/ 9045 h 10433"/>
                        <a:gd name="connsiteX1" fmla="*/ 10879 w 26924"/>
                        <a:gd name="connsiteY1" fmla="*/ 9141 h 10433"/>
                        <a:gd name="connsiteX2" fmla="*/ 2497 w 26924"/>
                        <a:gd name="connsiteY2" fmla="*/ 6283 h 10433"/>
                        <a:gd name="connsiteX3" fmla="*/ 211 w 26924"/>
                        <a:gd name="connsiteY3" fmla="*/ 2854 h 10433"/>
                        <a:gd name="connsiteX4" fmla="*/ 16880 w 26924"/>
                        <a:gd name="connsiteY4" fmla="*/ 949 h 10433"/>
                        <a:gd name="connsiteX5" fmla="*/ 26405 w 26924"/>
                        <a:gd name="connsiteY5" fmla="*/ 9045 h 10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924" h="10433">
                          <a:moveTo>
                            <a:pt x="26405" y="9045"/>
                          </a:moveTo>
                          <a:cubicBezTo>
                            <a:pt x="24405" y="11331"/>
                            <a:pt x="17737" y="10379"/>
                            <a:pt x="10879" y="9141"/>
                          </a:cubicBezTo>
                          <a:cubicBezTo>
                            <a:pt x="7450" y="8474"/>
                            <a:pt x="4402" y="7426"/>
                            <a:pt x="2497" y="6283"/>
                          </a:cubicBezTo>
                          <a:cubicBezTo>
                            <a:pt x="497" y="5331"/>
                            <a:pt x="-456" y="4187"/>
                            <a:pt x="211" y="2854"/>
                          </a:cubicBezTo>
                          <a:cubicBezTo>
                            <a:pt x="1354" y="-4"/>
                            <a:pt x="9260" y="-861"/>
                            <a:pt x="16880" y="949"/>
                          </a:cubicBezTo>
                          <a:cubicBezTo>
                            <a:pt x="24500" y="3425"/>
                            <a:pt x="28405" y="7045"/>
                            <a:pt x="26405" y="904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3" name="Forme libre : forme 14382">
                      <a:extLst>
                        <a:ext uri="{FF2B5EF4-FFF2-40B4-BE49-F238E27FC236}">
                          <a16:creationId xmlns:a16="http://schemas.microsoft.com/office/drawing/2014/main" id="{5BEE38CC-6121-4813-90AF-7E4113C9BB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9420" y="3035932"/>
                      <a:ext cx="7294" cy="4174"/>
                    </a:xfrm>
                    <a:custGeom>
                      <a:avLst/>
                      <a:gdLst>
                        <a:gd name="connsiteX0" fmla="*/ 7256 w 7294"/>
                        <a:gd name="connsiteY0" fmla="*/ 3019 h 4174"/>
                        <a:gd name="connsiteX1" fmla="*/ 3255 w 7294"/>
                        <a:gd name="connsiteY1" fmla="*/ 3972 h 4174"/>
                        <a:gd name="connsiteX2" fmla="*/ 17 w 7294"/>
                        <a:gd name="connsiteY2" fmla="*/ 1495 h 4174"/>
                        <a:gd name="connsiteX3" fmla="*/ 4113 w 7294"/>
                        <a:gd name="connsiteY3" fmla="*/ 66 h 4174"/>
                        <a:gd name="connsiteX4" fmla="*/ 7256 w 7294"/>
                        <a:gd name="connsiteY4" fmla="*/ 3019 h 4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94" h="4174">
                          <a:moveTo>
                            <a:pt x="7256" y="3019"/>
                          </a:moveTo>
                          <a:cubicBezTo>
                            <a:pt x="6970" y="4067"/>
                            <a:pt x="5256" y="4448"/>
                            <a:pt x="3255" y="3972"/>
                          </a:cubicBezTo>
                          <a:cubicBezTo>
                            <a:pt x="1255" y="3686"/>
                            <a:pt x="-173" y="2543"/>
                            <a:pt x="17" y="1495"/>
                          </a:cubicBezTo>
                          <a:cubicBezTo>
                            <a:pt x="207" y="447"/>
                            <a:pt x="2017" y="-219"/>
                            <a:pt x="4113" y="66"/>
                          </a:cubicBezTo>
                          <a:cubicBezTo>
                            <a:pt x="6208" y="638"/>
                            <a:pt x="7542" y="1971"/>
                            <a:pt x="7256" y="30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4" name="Forme libre : forme 14383">
                      <a:extLst>
                        <a:ext uri="{FF2B5EF4-FFF2-40B4-BE49-F238E27FC236}">
                          <a16:creationId xmlns:a16="http://schemas.microsoft.com/office/drawing/2014/main" id="{0AB0FA51-34E2-4481-9DB0-CA03A8C1AB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3595" y="3008185"/>
                      <a:ext cx="66230" cy="47835"/>
                    </a:xfrm>
                    <a:custGeom>
                      <a:avLst/>
                      <a:gdLst>
                        <a:gd name="connsiteX0" fmla="*/ 65467 w 66230"/>
                        <a:gd name="connsiteY0" fmla="*/ 27813 h 47835"/>
                        <a:gd name="connsiteX1" fmla="*/ 61180 w 66230"/>
                        <a:gd name="connsiteY1" fmla="*/ 45434 h 47835"/>
                        <a:gd name="connsiteX2" fmla="*/ 54132 w 66230"/>
                        <a:gd name="connsiteY2" fmla="*/ 47244 h 47835"/>
                        <a:gd name="connsiteX3" fmla="*/ 48988 w 66230"/>
                        <a:gd name="connsiteY3" fmla="*/ 40862 h 47835"/>
                        <a:gd name="connsiteX4" fmla="*/ 38797 w 66230"/>
                        <a:gd name="connsiteY4" fmla="*/ 20003 h 47835"/>
                        <a:gd name="connsiteX5" fmla="*/ 30224 w 66230"/>
                        <a:gd name="connsiteY5" fmla="*/ 15526 h 47835"/>
                        <a:gd name="connsiteX6" fmla="*/ 15936 w 66230"/>
                        <a:gd name="connsiteY6" fmla="*/ 10763 h 47835"/>
                        <a:gd name="connsiteX7" fmla="*/ 3268 w 66230"/>
                        <a:gd name="connsiteY7" fmla="*/ 7334 h 47835"/>
                        <a:gd name="connsiteX8" fmla="*/ 887 w 66230"/>
                        <a:gd name="connsiteY8" fmla="*/ 3620 h 47835"/>
                        <a:gd name="connsiteX9" fmla="*/ 11269 w 66230"/>
                        <a:gd name="connsiteY9" fmla="*/ 381 h 47835"/>
                        <a:gd name="connsiteX10" fmla="*/ 18889 w 66230"/>
                        <a:gd name="connsiteY10" fmla="*/ 0 h 47835"/>
                        <a:gd name="connsiteX11" fmla="*/ 27081 w 66230"/>
                        <a:gd name="connsiteY11" fmla="*/ 1143 h 47835"/>
                        <a:gd name="connsiteX12" fmla="*/ 35177 w 66230"/>
                        <a:gd name="connsiteY12" fmla="*/ 2857 h 47835"/>
                        <a:gd name="connsiteX13" fmla="*/ 42226 w 66230"/>
                        <a:gd name="connsiteY13" fmla="*/ 5524 h 47835"/>
                        <a:gd name="connsiteX14" fmla="*/ 52227 w 66230"/>
                        <a:gd name="connsiteY14" fmla="*/ 10573 h 47835"/>
                        <a:gd name="connsiteX15" fmla="*/ 60894 w 66230"/>
                        <a:gd name="connsiteY15" fmla="*/ 19145 h 47835"/>
                        <a:gd name="connsiteX16" fmla="*/ 63561 w 66230"/>
                        <a:gd name="connsiteY16" fmla="*/ 23336 h 47835"/>
                        <a:gd name="connsiteX17" fmla="*/ 65467 w 66230"/>
                        <a:gd name="connsiteY17" fmla="*/ 27813 h 47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66230" h="47835">
                          <a:moveTo>
                            <a:pt x="65467" y="27813"/>
                          </a:moveTo>
                          <a:cubicBezTo>
                            <a:pt x="67657" y="35338"/>
                            <a:pt x="64800" y="40767"/>
                            <a:pt x="61180" y="45434"/>
                          </a:cubicBezTo>
                          <a:cubicBezTo>
                            <a:pt x="59847" y="47054"/>
                            <a:pt x="57370" y="48768"/>
                            <a:pt x="54132" y="47244"/>
                          </a:cubicBezTo>
                          <a:cubicBezTo>
                            <a:pt x="51369" y="45720"/>
                            <a:pt x="49560" y="43243"/>
                            <a:pt x="48988" y="40862"/>
                          </a:cubicBezTo>
                          <a:cubicBezTo>
                            <a:pt x="46893" y="34099"/>
                            <a:pt x="47274" y="26384"/>
                            <a:pt x="38797" y="20003"/>
                          </a:cubicBezTo>
                          <a:cubicBezTo>
                            <a:pt x="37463" y="19145"/>
                            <a:pt x="34415" y="16954"/>
                            <a:pt x="30224" y="15526"/>
                          </a:cubicBezTo>
                          <a:cubicBezTo>
                            <a:pt x="25938" y="14097"/>
                            <a:pt x="20890" y="11906"/>
                            <a:pt x="15936" y="10763"/>
                          </a:cubicBezTo>
                          <a:cubicBezTo>
                            <a:pt x="10984" y="9620"/>
                            <a:pt x="6221" y="8382"/>
                            <a:pt x="3268" y="7334"/>
                          </a:cubicBezTo>
                          <a:cubicBezTo>
                            <a:pt x="316" y="6477"/>
                            <a:pt x="-1018" y="5239"/>
                            <a:pt x="887" y="3620"/>
                          </a:cubicBezTo>
                          <a:cubicBezTo>
                            <a:pt x="2792" y="1810"/>
                            <a:pt x="6602" y="953"/>
                            <a:pt x="11269" y="381"/>
                          </a:cubicBezTo>
                          <a:cubicBezTo>
                            <a:pt x="13651" y="95"/>
                            <a:pt x="16222" y="0"/>
                            <a:pt x="18889" y="0"/>
                          </a:cubicBezTo>
                          <a:cubicBezTo>
                            <a:pt x="21556" y="190"/>
                            <a:pt x="24318" y="667"/>
                            <a:pt x="27081" y="1143"/>
                          </a:cubicBezTo>
                          <a:cubicBezTo>
                            <a:pt x="29843" y="1619"/>
                            <a:pt x="32605" y="2191"/>
                            <a:pt x="35177" y="2857"/>
                          </a:cubicBezTo>
                          <a:cubicBezTo>
                            <a:pt x="37749" y="3620"/>
                            <a:pt x="40035" y="4667"/>
                            <a:pt x="42226" y="5524"/>
                          </a:cubicBezTo>
                          <a:cubicBezTo>
                            <a:pt x="46512" y="7429"/>
                            <a:pt x="50226" y="9049"/>
                            <a:pt x="52227" y="10573"/>
                          </a:cubicBezTo>
                          <a:cubicBezTo>
                            <a:pt x="55846" y="13335"/>
                            <a:pt x="58704" y="16288"/>
                            <a:pt x="60894" y="19145"/>
                          </a:cubicBezTo>
                          <a:cubicBezTo>
                            <a:pt x="61942" y="20574"/>
                            <a:pt x="62895" y="22003"/>
                            <a:pt x="63561" y="23336"/>
                          </a:cubicBezTo>
                          <a:cubicBezTo>
                            <a:pt x="64419" y="24860"/>
                            <a:pt x="64990" y="26384"/>
                            <a:pt x="65467" y="2781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51" name="Graphique 1">
                    <a:extLst>
                      <a:ext uri="{FF2B5EF4-FFF2-40B4-BE49-F238E27FC236}">
                        <a16:creationId xmlns:a16="http://schemas.microsoft.com/office/drawing/2014/main" id="{5D469B3A-62D1-4261-808E-166DDB629565}"/>
                      </a:ext>
                    </a:extLst>
                  </p:cNvPr>
                  <p:cNvGrpSpPr/>
                  <p:nvPr/>
                </p:nvGrpSpPr>
                <p:grpSpPr>
                  <a:xfrm>
                    <a:off x="3875345" y="3051868"/>
                    <a:ext cx="74688" cy="157595"/>
                    <a:chOff x="3875345" y="3051868"/>
                    <a:chExt cx="74688" cy="157595"/>
                  </a:xfrm>
                  <a:solidFill>
                    <a:schemeClr val="accent1"/>
                  </a:solidFill>
                </p:grpSpPr>
                <p:sp>
                  <p:nvSpPr>
                    <p:cNvPr id="14361" name="Forme libre : forme 14360">
                      <a:extLst>
                        <a:ext uri="{FF2B5EF4-FFF2-40B4-BE49-F238E27FC236}">
                          <a16:creationId xmlns:a16="http://schemas.microsoft.com/office/drawing/2014/main" id="{92AE251F-E8A0-4859-AAB4-0CAFB27A7E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5345" y="3051868"/>
                      <a:ext cx="74688" cy="157595"/>
                    </a:xfrm>
                    <a:custGeom>
                      <a:avLst/>
                      <a:gdLst>
                        <a:gd name="connsiteX0" fmla="*/ 3810 w 74688"/>
                        <a:gd name="connsiteY0" fmla="*/ 106240 h 157595"/>
                        <a:gd name="connsiteX1" fmla="*/ 1524 w 74688"/>
                        <a:gd name="connsiteY1" fmla="*/ 59377 h 157595"/>
                        <a:gd name="connsiteX2" fmla="*/ 0 w 74688"/>
                        <a:gd name="connsiteY2" fmla="*/ 46423 h 157595"/>
                        <a:gd name="connsiteX3" fmla="*/ 190 w 74688"/>
                        <a:gd name="connsiteY3" fmla="*/ 40803 h 157595"/>
                        <a:gd name="connsiteX4" fmla="*/ 953 w 74688"/>
                        <a:gd name="connsiteY4" fmla="*/ 35565 h 157595"/>
                        <a:gd name="connsiteX5" fmla="*/ 4096 w 74688"/>
                        <a:gd name="connsiteY5" fmla="*/ 25563 h 157595"/>
                        <a:gd name="connsiteX6" fmla="*/ 9811 w 74688"/>
                        <a:gd name="connsiteY6" fmla="*/ 16800 h 157595"/>
                        <a:gd name="connsiteX7" fmla="*/ 24289 w 74688"/>
                        <a:gd name="connsiteY7" fmla="*/ 3275 h 157595"/>
                        <a:gd name="connsiteX8" fmla="*/ 35052 w 74688"/>
                        <a:gd name="connsiteY8" fmla="*/ 132 h 157595"/>
                        <a:gd name="connsiteX9" fmla="*/ 49721 w 74688"/>
                        <a:gd name="connsiteY9" fmla="*/ 6990 h 157595"/>
                        <a:gd name="connsiteX10" fmla="*/ 57055 w 74688"/>
                        <a:gd name="connsiteY10" fmla="*/ 14229 h 157595"/>
                        <a:gd name="connsiteX11" fmla="*/ 63437 w 74688"/>
                        <a:gd name="connsiteY11" fmla="*/ 23563 h 157595"/>
                        <a:gd name="connsiteX12" fmla="*/ 71438 w 74688"/>
                        <a:gd name="connsiteY12" fmla="*/ 46233 h 157595"/>
                        <a:gd name="connsiteX13" fmla="*/ 73723 w 74688"/>
                        <a:gd name="connsiteY13" fmla="*/ 110907 h 157595"/>
                        <a:gd name="connsiteX14" fmla="*/ 42386 w 74688"/>
                        <a:gd name="connsiteY14" fmla="*/ 157389 h 157595"/>
                        <a:gd name="connsiteX15" fmla="*/ 23622 w 74688"/>
                        <a:gd name="connsiteY15" fmla="*/ 154151 h 157595"/>
                        <a:gd name="connsiteX16" fmla="*/ 3810 w 74688"/>
                        <a:gd name="connsiteY16" fmla="*/ 106240 h 157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74688" h="157595">
                          <a:moveTo>
                            <a:pt x="3810" y="106240"/>
                          </a:moveTo>
                          <a:cubicBezTo>
                            <a:pt x="4667" y="89571"/>
                            <a:pt x="4286" y="73093"/>
                            <a:pt x="1524" y="59377"/>
                          </a:cubicBezTo>
                          <a:cubicBezTo>
                            <a:pt x="571" y="54615"/>
                            <a:pt x="190" y="50138"/>
                            <a:pt x="0" y="46423"/>
                          </a:cubicBezTo>
                          <a:cubicBezTo>
                            <a:pt x="0" y="44423"/>
                            <a:pt x="95" y="42518"/>
                            <a:pt x="190" y="40803"/>
                          </a:cubicBezTo>
                          <a:cubicBezTo>
                            <a:pt x="381" y="38994"/>
                            <a:pt x="667" y="37184"/>
                            <a:pt x="953" y="35565"/>
                          </a:cubicBezTo>
                          <a:cubicBezTo>
                            <a:pt x="1714" y="32040"/>
                            <a:pt x="2572" y="28897"/>
                            <a:pt x="4096" y="25563"/>
                          </a:cubicBezTo>
                          <a:cubicBezTo>
                            <a:pt x="5525" y="22230"/>
                            <a:pt x="7144" y="19372"/>
                            <a:pt x="9811" y="16800"/>
                          </a:cubicBezTo>
                          <a:lnTo>
                            <a:pt x="24289" y="3275"/>
                          </a:lnTo>
                          <a:cubicBezTo>
                            <a:pt x="26861" y="894"/>
                            <a:pt x="30671" y="-440"/>
                            <a:pt x="35052" y="132"/>
                          </a:cubicBezTo>
                          <a:cubicBezTo>
                            <a:pt x="39338" y="703"/>
                            <a:pt x="44768" y="2894"/>
                            <a:pt x="49721" y="6990"/>
                          </a:cubicBezTo>
                          <a:cubicBezTo>
                            <a:pt x="52388" y="8990"/>
                            <a:pt x="54769" y="11466"/>
                            <a:pt x="57055" y="14229"/>
                          </a:cubicBezTo>
                          <a:cubicBezTo>
                            <a:pt x="59436" y="17086"/>
                            <a:pt x="61627" y="20229"/>
                            <a:pt x="63437" y="23563"/>
                          </a:cubicBezTo>
                          <a:cubicBezTo>
                            <a:pt x="67342" y="30421"/>
                            <a:pt x="70009" y="38136"/>
                            <a:pt x="71438" y="46233"/>
                          </a:cubicBezTo>
                          <a:cubicBezTo>
                            <a:pt x="75438" y="69188"/>
                            <a:pt x="75152" y="90429"/>
                            <a:pt x="73723" y="110907"/>
                          </a:cubicBezTo>
                          <a:cubicBezTo>
                            <a:pt x="71438" y="139768"/>
                            <a:pt x="55721" y="159866"/>
                            <a:pt x="42386" y="157389"/>
                          </a:cubicBezTo>
                          <a:lnTo>
                            <a:pt x="23622" y="154151"/>
                          </a:lnTo>
                          <a:cubicBezTo>
                            <a:pt x="10001" y="151674"/>
                            <a:pt x="2477" y="129576"/>
                            <a:pt x="3810" y="10624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62" name="Forme libre : forme 14361">
                      <a:extLst>
                        <a:ext uri="{FF2B5EF4-FFF2-40B4-BE49-F238E27FC236}">
                          <a16:creationId xmlns:a16="http://schemas.microsoft.com/office/drawing/2014/main" id="{B2AE13D4-1427-4662-B1D7-5C9E9AE16B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5536" y="3062763"/>
                      <a:ext cx="29858" cy="143256"/>
                    </a:xfrm>
                    <a:custGeom>
                      <a:avLst/>
                      <a:gdLst>
                        <a:gd name="connsiteX0" fmla="*/ 25813 w 29858"/>
                        <a:gd name="connsiteY0" fmla="*/ 53150 h 143256"/>
                        <a:gd name="connsiteX1" fmla="*/ 19431 w 29858"/>
                        <a:gd name="connsiteY1" fmla="*/ 24670 h 143256"/>
                        <a:gd name="connsiteX2" fmla="*/ 16097 w 29858"/>
                        <a:gd name="connsiteY2" fmla="*/ 0 h 143256"/>
                        <a:gd name="connsiteX3" fmla="*/ 9811 w 29858"/>
                        <a:gd name="connsiteY3" fmla="*/ 5810 h 143256"/>
                        <a:gd name="connsiteX4" fmla="*/ 4096 w 29858"/>
                        <a:gd name="connsiteY4" fmla="*/ 14573 h 143256"/>
                        <a:gd name="connsiteX5" fmla="*/ 953 w 29858"/>
                        <a:gd name="connsiteY5" fmla="*/ 24575 h 143256"/>
                        <a:gd name="connsiteX6" fmla="*/ 191 w 29858"/>
                        <a:gd name="connsiteY6" fmla="*/ 29813 h 143256"/>
                        <a:gd name="connsiteX7" fmla="*/ 0 w 29858"/>
                        <a:gd name="connsiteY7" fmla="*/ 35433 h 143256"/>
                        <a:gd name="connsiteX8" fmla="*/ 1524 w 29858"/>
                        <a:gd name="connsiteY8" fmla="*/ 48387 h 143256"/>
                        <a:gd name="connsiteX9" fmla="*/ 3810 w 29858"/>
                        <a:gd name="connsiteY9" fmla="*/ 95250 h 143256"/>
                        <a:gd name="connsiteX10" fmla="*/ 23622 w 29858"/>
                        <a:gd name="connsiteY10" fmla="*/ 143161 h 143256"/>
                        <a:gd name="connsiteX11" fmla="*/ 24194 w 29858"/>
                        <a:gd name="connsiteY11" fmla="*/ 143256 h 143256"/>
                        <a:gd name="connsiteX12" fmla="*/ 29433 w 29858"/>
                        <a:gd name="connsiteY12" fmla="*/ 97441 h 143256"/>
                        <a:gd name="connsiteX13" fmla="*/ 29623 w 29858"/>
                        <a:gd name="connsiteY13" fmla="*/ 74962 h 143256"/>
                        <a:gd name="connsiteX14" fmla="*/ 25813 w 29858"/>
                        <a:gd name="connsiteY14" fmla="*/ 53150 h 143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9858" h="143256">
                          <a:moveTo>
                            <a:pt x="25813" y="53150"/>
                          </a:moveTo>
                          <a:cubicBezTo>
                            <a:pt x="23051" y="43053"/>
                            <a:pt x="20955" y="33433"/>
                            <a:pt x="19431" y="24670"/>
                          </a:cubicBezTo>
                          <a:cubicBezTo>
                            <a:pt x="17907" y="15907"/>
                            <a:pt x="16574" y="7906"/>
                            <a:pt x="16097" y="0"/>
                          </a:cubicBezTo>
                          <a:lnTo>
                            <a:pt x="9811" y="5810"/>
                          </a:lnTo>
                          <a:cubicBezTo>
                            <a:pt x="7144" y="8287"/>
                            <a:pt x="5525" y="11240"/>
                            <a:pt x="4096" y="14573"/>
                          </a:cubicBezTo>
                          <a:cubicBezTo>
                            <a:pt x="2667" y="17907"/>
                            <a:pt x="1810" y="21050"/>
                            <a:pt x="953" y="24575"/>
                          </a:cubicBezTo>
                          <a:cubicBezTo>
                            <a:pt x="667" y="26194"/>
                            <a:pt x="381" y="28004"/>
                            <a:pt x="191" y="29813"/>
                          </a:cubicBezTo>
                          <a:cubicBezTo>
                            <a:pt x="95" y="31528"/>
                            <a:pt x="0" y="33433"/>
                            <a:pt x="0" y="35433"/>
                          </a:cubicBezTo>
                          <a:cubicBezTo>
                            <a:pt x="95" y="39243"/>
                            <a:pt x="572" y="43625"/>
                            <a:pt x="1524" y="48387"/>
                          </a:cubicBezTo>
                          <a:cubicBezTo>
                            <a:pt x="4286" y="62103"/>
                            <a:pt x="4667" y="78581"/>
                            <a:pt x="3810" y="95250"/>
                          </a:cubicBezTo>
                          <a:cubicBezTo>
                            <a:pt x="2477" y="118682"/>
                            <a:pt x="10001" y="140779"/>
                            <a:pt x="23622" y="143161"/>
                          </a:cubicBezTo>
                          <a:lnTo>
                            <a:pt x="24194" y="143256"/>
                          </a:lnTo>
                          <a:cubicBezTo>
                            <a:pt x="26194" y="127635"/>
                            <a:pt x="28385" y="112490"/>
                            <a:pt x="29433" y="97441"/>
                          </a:cubicBezTo>
                          <a:cubicBezTo>
                            <a:pt x="29909" y="89916"/>
                            <a:pt x="30004" y="82391"/>
                            <a:pt x="29623" y="74962"/>
                          </a:cubicBezTo>
                          <a:cubicBezTo>
                            <a:pt x="28956" y="67628"/>
                            <a:pt x="27908" y="60198"/>
                            <a:pt x="25813" y="5315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63" name="Forme libre : forme 14362">
                      <a:extLst>
                        <a:ext uri="{FF2B5EF4-FFF2-40B4-BE49-F238E27FC236}">
                          <a16:creationId xmlns:a16="http://schemas.microsoft.com/office/drawing/2014/main" id="{F14F3329-9227-4EE5-868D-4C7EFBBE5A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823" y="3108323"/>
                      <a:ext cx="26588" cy="68298"/>
                    </a:xfrm>
                    <a:custGeom>
                      <a:avLst/>
                      <a:gdLst>
                        <a:gd name="connsiteX0" fmla="*/ 11241 w 26588"/>
                        <a:gd name="connsiteY0" fmla="*/ 68264 h 68298"/>
                        <a:gd name="connsiteX1" fmla="*/ 2 w 26588"/>
                        <a:gd name="connsiteY1" fmla="*/ 33974 h 68298"/>
                        <a:gd name="connsiteX2" fmla="*/ 11051 w 26588"/>
                        <a:gd name="connsiteY2" fmla="*/ 65 h 68298"/>
                        <a:gd name="connsiteX3" fmla="*/ 21719 w 26588"/>
                        <a:gd name="connsiteY3" fmla="*/ 9018 h 68298"/>
                        <a:gd name="connsiteX4" fmla="*/ 26576 w 26588"/>
                        <a:gd name="connsiteY4" fmla="*/ 34164 h 68298"/>
                        <a:gd name="connsiteX5" fmla="*/ 11241 w 26588"/>
                        <a:gd name="connsiteY5" fmla="*/ 68264 h 68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588" h="68298">
                          <a:moveTo>
                            <a:pt x="11241" y="68264"/>
                          </a:moveTo>
                          <a:cubicBezTo>
                            <a:pt x="4002" y="67406"/>
                            <a:pt x="-94" y="51881"/>
                            <a:pt x="2" y="33974"/>
                          </a:cubicBezTo>
                          <a:cubicBezTo>
                            <a:pt x="287" y="16162"/>
                            <a:pt x="3716" y="1589"/>
                            <a:pt x="11051" y="65"/>
                          </a:cubicBezTo>
                          <a:cubicBezTo>
                            <a:pt x="14670" y="-507"/>
                            <a:pt x="18671" y="2732"/>
                            <a:pt x="21719" y="9018"/>
                          </a:cubicBezTo>
                          <a:cubicBezTo>
                            <a:pt x="24671" y="15209"/>
                            <a:pt x="26767" y="24258"/>
                            <a:pt x="26576" y="34164"/>
                          </a:cubicBezTo>
                          <a:cubicBezTo>
                            <a:pt x="26386" y="54167"/>
                            <a:pt x="18480" y="69121"/>
                            <a:pt x="11241" y="68264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64" name="Forme libre : forme 14363">
                      <a:extLst>
                        <a:ext uri="{FF2B5EF4-FFF2-40B4-BE49-F238E27FC236}">
                          <a16:creationId xmlns:a16="http://schemas.microsoft.com/office/drawing/2014/main" id="{B5B7055D-F8E4-4136-819D-4D2686388B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920" y="3108317"/>
                      <a:ext cx="23812" cy="48743"/>
                    </a:xfrm>
                    <a:custGeom>
                      <a:avLst/>
                      <a:gdLst>
                        <a:gd name="connsiteX0" fmla="*/ 23813 w 23812"/>
                        <a:gd name="connsiteY0" fmla="*/ 14168 h 48743"/>
                        <a:gd name="connsiteX1" fmla="*/ 11049 w 23812"/>
                        <a:gd name="connsiteY1" fmla="*/ 71 h 48743"/>
                        <a:gd name="connsiteX2" fmla="*/ 0 w 23812"/>
                        <a:gd name="connsiteY2" fmla="*/ 33980 h 48743"/>
                        <a:gd name="connsiteX3" fmla="*/ 952 w 23812"/>
                        <a:gd name="connsiteY3" fmla="*/ 48744 h 48743"/>
                        <a:gd name="connsiteX4" fmla="*/ 2286 w 23812"/>
                        <a:gd name="connsiteY4" fmla="*/ 40647 h 48743"/>
                        <a:gd name="connsiteX5" fmla="*/ 23813 w 23812"/>
                        <a:gd name="connsiteY5" fmla="*/ 14168 h 48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812" h="48743">
                          <a:moveTo>
                            <a:pt x="23813" y="14168"/>
                          </a:moveTo>
                          <a:cubicBezTo>
                            <a:pt x="20859" y="4738"/>
                            <a:pt x="15526" y="-691"/>
                            <a:pt x="11049" y="71"/>
                          </a:cubicBezTo>
                          <a:cubicBezTo>
                            <a:pt x="3715" y="1595"/>
                            <a:pt x="286" y="16168"/>
                            <a:pt x="0" y="33980"/>
                          </a:cubicBezTo>
                          <a:cubicBezTo>
                            <a:pt x="95" y="39219"/>
                            <a:pt x="286" y="44267"/>
                            <a:pt x="952" y="48744"/>
                          </a:cubicBezTo>
                          <a:cubicBezTo>
                            <a:pt x="1143" y="45981"/>
                            <a:pt x="1524" y="43219"/>
                            <a:pt x="2286" y="40647"/>
                          </a:cubicBezTo>
                          <a:cubicBezTo>
                            <a:pt x="6763" y="26360"/>
                            <a:pt x="14764" y="13882"/>
                            <a:pt x="23813" y="14168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65" name="Forme libre : forme 14364">
                      <a:extLst>
                        <a:ext uri="{FF2B5EF4-FFF2-40B4-BE49-F238E27FC236}">
                          <a16:creationId xmlns:a16="http://schemas.microsoft.com/office/drawing/2014/main" id="{377B2706-ED33-4F47-881D-7E77EAAF19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865" y="3112230"/>
                      <a:ext cx="26596" cy="67543"/>
                    </a:xfrm>
                    <a:custGeom>
                      <a:avLst/>
                      <a:gdLst>
                        <a:gd name="connsiteX0" fmla="*/ 10961 w 26596"/>
                        <a:gd name="connsiteY0" fmla="*/ 67500 h 67543"/>
                        <a:gd name="connsiteX1" fmla="*/ 2674 w 26596"/>
                        <a:gd name="connsiteY1" fmla="*/ 56737 h 67543"/>
                        <a:gd name="connsiteX2" fmla="*/ 7 w 26596"/>
                        <a:gd name="connsiteY2" fmla="*/ 33401 h 67543"/>
                        <a:gd name="connsiteX3" fmla="*/ 3150 w 26596"/>
                        <a:gd name="connsiteY3" fmla="*/ 10636 h 67543"/>
                        <a:gd name="connsiteX4" fmla="*/ 11532 w 26596"/>
                        <a:gd name="connsiteY4" fmla="*/ 63 h 67543"/>
                        <a:gd name="connsiteX5" fmla="*/ 22010 w 26596"/>
                        <a:gd name="connsiteY5" fmla="*/ 9017 h 67543"/>
                        <a:gd name="connsiteX6" fmla="*/ 26582 w 26596"/>
                        <a:gd name="connsiteY6" fmla="*/ 33877 h 67543"/>
                        <a:gd name="connsiteX7" fmla="*/ 10961 w 26596"/>
                        <a:gd name="connsiteY7" fmla="*/ 67500 h 67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596" h="67543">
                          <a:moveTo>
                            <a:pt x="10961" y="67500"/>
                          </a:moveTo>
                          <a:cubicBezTo>
                            <a:pt x="7341" y="67119"/>
                            <a:pt x="4484" y="62928"/>
                            <a:pt x="2674" y="56737"/>
                          </a:cubicBezTo>
                          <a:cubicBezTo>
                            <a:pt x="769" y="50546"/>
                            <a:pt x="-88" y="42259"/>
                            <a:pt x="7" y="33401"/>
                          </a:cubicBezTo>
                          <a:cubicBezTo>
                            <a:pt x="102" y="24542"/>
                            <a:pt x="1340" y="16541"/>
                            <a:pt x="3150" y="10636"/>
                          </a:cubicBezTo>
                          <a:cubicBezTo>
                            <a:pt x="5150" y="4635"/>
                            <a:pt x="7818" y="635"/>
                            <a:pt x="11532" y="63"/>
                          </a:cubicBezTo>
                          <a:cubicBezTo>
                            <a:pt x="15152" y="-508"/>
                            <a:pt x="19248" y="2825"/>
                            <a:pt x="22010" y="9017"/>
                          </a:cubicBezTo>
                          <a:cubicBezTo>
                            <a:pt x="25058" y="15208"/>
                            <a:pt x="26772" y="24066"/>
                            <a:pt x="26582" y="33877"/>
                          </a:cubicBezTo>
                          <a:cubicBezTo>
                            <a:pt x="26296" y="53594"/>
                            <a:pt x="18105" y="68453"/>
                            <a:pt x="10961" y="6750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66" name="Forme libre : forme 14365">
                      <a:extLst>
                        <a:ext uri="{FF2B5EF4-FFF2-40B4-BE49-F238E27FC236}">
                          <a16:creationId xmlns:a16="http://schemas.microsoft.com/office/drawing/2014/main" id="{4BCA44EA-32BF-4B62-ADCA-E634CEC80A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4442" y="3075523"/>
                      <a:ext cx="44754" cy="87433"/>
                    </a:xfrm>
                    <a:custGeom>
                      <a:avLst/>
                      <a:gdLst>
                        <a:gd name="connsiteX0" fmla="*/ 16907 w 44754"/>
                        <a:gd name="connsiteY0" fmla="*/ 6100 h 87433"/>
                        <a:gd name="connsiteX1" fmla="*/ 6239 w 44754"/>
                        <a:gd name="connsiteY1" fmla="*/ 12958 h 87433"/>
                        <a:gd name="connsiteX2" fmla="*/ 47 w 44754"/>
                        <a:gd name="connsiteY2" fmla="*/ 43628 h 87433"/>
                        <a:gd name="connsiteX3" fmla="*/ 2809 w 44754"/>
                        <a:gd name="connsiteY3" fmla="*/ 75252 h 87433"/>
                        <a:gd name="connsiteX4" fmla="*/ 14144 w 44754"/>
                        <a:gd name="connsiteY4" fmla="*/ 86777 h 87433"/>
                        <a:gd name="connsiteX5" fmla="*/ 21002 w 44754"/>
                        <a:gd name="connsiteY5" fmla="*/ 75537 h 87433"/>
                        <a:gd name="connsiteX6" fmla="*/ 35194 w 44754"/>
                        <a:gd name="connsiteY6" fmla="*/ 46105 h 87433"/>
                        <a:gd name="connsiteX7" fmla="*/ 43195 w 44754"/>
                        <a:gd name="connsiteY7" fmla="*/ 29817 h 87433"/>
                        <a:gd name="connsiteX8" fmla="*/ 41481 w 44754"/>
                        <a:gd name="connsiteY8" fmla="*/ 6767 h 87433"/>
                        <a:gd name="connsiteX9" fmla="*/ 28051 w 44754"/>
                        <a:gd name="connsiteY9" fmla="*/ 576 h 87433"/>
                        <a:gd name="connsiteX10" fmla="*/ 16907 w 44754"/>
                        <a:gd name="connsiteY10" fmla="*/ 6100 h 87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4754" h="87433">
                          <a:moveTo>
                            <a:pt x="16907" y="6100"/>
                          </a:moveTo>
                          <a:cubicBezTo>
                            <a:pt x="12906" y="7624"/>
                            <a:pt x="8906" y="9434"/>
                            <a:pt x="6239" y="12958"/>
                          </a:cubicBezTo>
                          <a:cubicBezTo>
                            <a:pt x="1000" y="20006"/>
                            <a:pt x="333" y="31341"/>
                            <a:pt x="47" y="43628"/>
                          </a:cubicBezTo>
                          <a:cubicBezTo>
                            <a:pt x="-143" y="53725"/>
                            <a:pt x="142" y="65250"/>
                            <a:pt x="2809" y="75252"/>
                          </a:cubicBezTo>
                          <a:cubicBezTo>
                            <a:pt x="4905" y="82681"/>
                            <a:pt x="9286" y="89634"/>
                            <a:pt x="14144" y="86777"/>
                          </a:cubicBezTo>
                          <a:cubicBezTo>
                            <a:pt x="17192" y="84967"/>
                            <a:pt x="19097" y="80109"/>
                            <a:pt x="21002" y="75537"/>
                          </a:cubicBezTo>
                          <a:cubicBezTo>
                            <a:pt x="25384" y="64869"/>
                            <a:pt x="30242" y="55059"/>
                            <a:pt x="35194" y="46105"/>
                          </a:cubicBezTo>
                          <a:cubicBezTo>
                            <a:pt x="37385" y="42295"/>
                            <a:pt x="41005" y="36675"/>
                            <a:pt x="43195" y="29817"/>
                          </a:cubicBezTo>
                          <a:cubicBezTo>
                            <a:pt x="45291" y="22959"/>
                            <a:pt x="45767" y="14482"/>
                            <a:pt x="41481" y="6767"/>
                          </a:cubicBezTo>
                          <a:cubicBezTo>
                            <a:pt x="37576" y="-187"/>
                            <a:pt x="32527" y="-758"/>
                            <a:pt x="28051" y="576"/>
                          </a:cubicBezTo>
                          <a:cubicBezTo>
                            <a:pt x="23765" y="2099"/>
                            <a:pt x="19669" y="5052"/>
                            <a:pt x="16907" y="610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67" name="Forme libre : forme 14366">
                      <a:extLst>
                        <a:ext uri="{FF2B5EF4-FFF2-40B4-BE49-F238E27FC236}">
                          <a16:creationId xmlns:a16="http://schemas.microsoft.com/office/drawing/2014/main" id="{6338F215-A19E-4E78-BBB4-8A888E651B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6112" y="3091159"/>
                      <a:ext cx="17078" cy="28935"/>
                    </a:xfrm>
                    <a:custGeom>
                      <a:avLst/>
                      <a:gdLst>
                        <a:gd name="connsiteX0" fmla="*/ 4953 w 17078"/>
                        <a:gd name="connsiteY0" fmla="*/ 1036 h 28935"/>
                        <a:gd name="connsiteX1" fmla="*/ 1714 w 17078"/>
                        <a:gd name="connsiteY1" fmla="*/ 84 h 28935"/>
                        <a:gd name="connsiteX2" fmla="*/ 0 w 17078"/>
                        <a:gd name="connsiteY2" fmla="*/ 3418 h 28935"/>
                        <a:gd name="connsiteX3" fmla="*/ 1334 w 17078"/>
                        <a:gd name="connsiteY3" fmla="*/ 8561 h 28935"/>
                        <a:gd name="connsiteX4" fmla="*/ 6191 w 17078"/>
                        <a:gd name="connsiteY4" fmla="*/ 20753 h 28935"/>
                        <a:gd name="connsiteX5" fmla="*/ 8477 w 17078"/>
                        <a:gd name="connsiteY5" fmla="*/ 25230 h 28935"/>
                        <a:gd name="connsiteX6" fmla="*/ 14573 w 17078"/>
                        <a:gd name="connsiteY6" fmla="*/ 28849 h 28935"/>
                        <a:gd name="connsiteX7" fmla="*/ 16669 w 17078"/>
                        <a:gd name="connsiteY7" fmla="*/ 20277 h 28935"/>
                        <a:gd name="connsiteX8" fmla="*/ 4953 w 17078"/>
                        <a:gd name="connsiteY8" fmla="*/ 1036 h 28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078" h="28935">
                          <a:moveTo>
                            <a:pt x="4953" y="1036"/>
                          </a:moveTo>
                          <a:cubicBezTo>
                            <a:pt x="3810" y="274"/>
                            <a:pt x="2667" y="-202"/>
                            <a:pt x="1714" y="84"/>
                          </a:cubicBezTo>
                          <a:cubicBezTo>
                            <a:pt x="762" y="370"/>
                            <a:pt x="0" y="1608"/>
                            <a:pt x="0" y="3418"/>
                          </a:cubicBezTo>
                          <a:cubicBezTo>
                            <a:pt x="95" y="5132"/>
                            <a:pt x="762" y="6846"/>
                            <a:pt x="1334" y="8561"/>
                          </a:cubicBezTo>
                          <a:cubicBezTo>
                            <a:pt x="2953" y="12752"/>
                            <a:pt x="4572" y="16848"/>
                            <a:pt x="6191" y="20753"/>
                          </a:cubicBezTo>
                          <a:cubicBezTo>
                            <a:pt x="6858" y="22372"/>
                            <a:pt x="7620" y="23991"/>
                            <a:pt x="8477" y="25230"/>
                          </a:cubicBezTo>
                          <a:cubicBezTo>
                            <a:pt x="10192" y="27802"/>
                            <a:pt x="12668" y="29325"/>
                            <a:pt x="14573" y="28849"/>
                          </a:cubicBezTo>
                          <a:cubicBezTo>
                            <a:pt x="16383" y="28373"/>
                            <a:pt x="17812" y="25801"/>
                            <a:pt x="16669" y="20277"/>
                          </a:cubicBezTo>
                          <a:cubicBezTo>
                            <a:pt x="14954" y="11609"/>
                            <a:pt x="9620" y="3894"/>
                            <a:pt x="4953" y="103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68" name="Forme libre : forme 14367">
                      <a:extLst>
                        <a:ext uri="{FF2B5EF4-FFF2-40B4-BE49-F238E27FC236}">
                          <a16:creationId xmlns:a16="http://schemas.microsoft.com/office/drawing/2014/main" id="{3756A36E-C504-4BF4-8718-29C48F8955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0679" y="3159061"/>
                      <a:ext cx="21812" cy="42862"/>
                    </a:xfrm>
                    <a:custGeom>
                      <a:avLst/>
                      <a:gdLst>
                        <a:gd name="connsiteX0" fmla="*/ 21812 w 21812"/>
                        <a:gd name="connsiteY0" fmla="*/ 42863 h 42862"/>
                        <a:gd name="connsiteX1" fmla="*/ 11811 w 21812"/>
                        <a:gd name="connsiteY1" fmla="*/ 36766 h 42862"/>
                        <a:gd name="connsiteX2" fmla="*/ 0 w 21812"/>
                        <a:gd name="connsiteY2" fmla="*/ 0 h 42862"/>
                        <a:gd name="connsiteX3" fmla="*/ 4191 w 21812"/>
                        <a:gd name="connsiteY3" fmla="*/ 16954 h 42862"/>
                        <a:gd name="connsiteX4" fmla="*/ 21812 w 21812"/>
                        <a:gd name="connsiteY4" fmla="*/ 42863 h 42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812" h="42862">
                          <a:moveTo>
                            <a:pt x="21812" y="42863"/>
                          </a:moveTo>
                          <a:cubicBezTo>
                            <a:pt x="21812" y="42863"/>
                            <a:pt x="16764" y="42481"/>
                            <a:pt x="11811" y="36766"/>
                          </a:cubicBezTo>
                          <a:cubicBezTo>
                            <a:pt x="6668" y="31147"/>
                            <a:pt x="1810" y="20098"/>
                            <a:pt x="0" y="0"/>
                          </a:cubicBezTo>
                          <a:cubicBezTo>
                            <a:pt x="0" y="0"/>
                            <a:pt x="1143" y="7715"/>
                            <a:pt x="4191" y="16954"/>
                          </a:cubicBezTo>
                          <a:cubicBezTo>
                            <a:pt x="7334" y="26289"/>
                            <a:pt x="12383" y="37243"/>
                            <a:pt x="21812" y="428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69" name="Forme libre : forme 14368">
                      <a:extLst>
                        <a:ext uri="{FF2B5EF4-FFF2-40B4-BE49-F238E27FC236}">
                          <a16:creationId xmlns:a16="http://schemas.microsoft.com/office/drawing/2014/main" id="{07F589C1-1F35-4309-9ED3-84328034A3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0396" y="3056800"/>
                      <a:ext cx="45148" cy="45206"/>
                    </a:xfrm>
                    <a:custGeom>
                      <a:avLst/>
                      <a:gdLst>
                        <a:gd name="connsiteX0" fmla="*/ 45148 w 45148"/>
                        <a:gd name="connsiteY0" fmla="*/ 45206 h 45206"/>
                        <a:gd name="connsiteX1" fmla="*/ 43053 w 45148"/>
                        <a:gd name="connsiteY1" fmla="*/ 37015 h 45206"/>
                        <a:gd name="connsiteX2" fmla="*/ 34862 w 45148"/>
                        <a:gd name="connsiteY2" fmla="*/ 18917 h 45206"/>
                        <a:gd name="connsiteX3" fmla="*/ 18669 w 45148"/>
                        <a:gd name="connsiteY3" fmla="*/ 2915 h 45206"/>
                        <a:gd name="connsiteX4" fmla="*/ 0 w 45148"/>
                        <a:gd name="connsiteY4" fmla="*/ 2058 h 45206"/>
                        <a:gd name="connsiteX5" fmla="*/ 4096 w 45148"/>
                        <a:gd name="connsiteY5" fmla="*/ 1677 h 45206"/>
                        <a:gd name="connsiteX6" fmla="*/ 15812 w 45148"/>
                        <a:gd name="connsiteY6" fmla="*/ 4439 h 45206"/>
                        <a:gd name="connsiteX7" fmla="*/ 32004 w 45148"/>
                        <a:gd name="connsiteY7" fmla="*/ 17488 h 45206"/>
                        <a:gd name="connsiteX8" fmla="*/ 45148 w 45148"/>
                        <a:gd name="connsiteY8" fmla="*/ 45206 h 45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148" h="45206">
                          <a:moveTo>
                            <a:pt x="45148" y="45206"/>
                          </a:moveTo>
                          <a:cubicBezTo>
                            <a:pt x="45148" y="45206"/>
                            <a:pt x="44482" y="41872"/>
                            <a:pt x="43053" y="37015"/>
                          </a:cubicBezTo>
                          <a:cubicBezTo>
                            <a:pt x="41529" y="32062"/>
                            <a:pt x="39053" y="25394"/>
                            <a:pt x="34862" y="18917"/>
                          </a:cubicBezTo>
                          <a:cubicBezTo>
                            <a:pt x="30861" y="12535"/>
                            <a:pt x="25051" y="6344"/>
                            <a:pt x="18669" y="2915"/>
                          </a:cubicBezTo>
                          <a:cubicBezTo>
                            <a:pt x="12478" y="-609"/>
                            <a:pt x="5524" y="-990"/>
                            <a:pt x="0" y="2058"/>
                          </a:cubicBezTo>
                          <a:cubicBezTo>
                            <a:pt x="0" y="2058"/>
                            <a:pt x="1429" y="1582"/>
                            <a:pt x="4096" y="1677"/>
                          </a:cubicBezTo>
                          <a:cubicBezTo>
                            <a:pt x="6668" y="1772"/>
                            <a:pt x="11049" y="2058"/>
                            <a:pt x="15812" y="4439"/>
                          </a:cubicBezTo>
                          <a:cubicBezTo>
                            <a:pt x="20764" y="6630"/>
                            <a:pt x="26575" y="10725"/>
                            <a:pt x="32004" y="17488"/>
                          </a:cubicBezTo>
                          <a:cubicBezTo>
                            <a:pt x="37338" y="24251"/>
                            <a:pt x="42100" y="33490"/>
                            <a:pt x="45148" y="452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0" name="Forme libre : forme 14369">
                      <a:extLst>
                        <a:ext uri="{FF2B5EF4-FFF2-40B4-BE49-F238E27FC236}">
                          <a16:creationId xmlns:a16="http://schemas.microsoft.com/office/drawing/2014/main" id="{945D2C21-318A-47BD-9A95-9434A9E06A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4070" y="3136416"/>
                      <a:ext cx="9644" cy="26034"/>
                    </a:xfrm>
                    <a:custGeom>
                      <a:avLst/>
                      <a:gdLst>
                        <a:gd name="connsiteX0" fmla="*/ 1852 w 9644"/>
                        <a:gd name="connsiteY0" fmla="*/ 25693 h 26034"/>
                        <a:gd name="connsiteX1" fmla="*/ 899 w 9644"/>
                        <a:gd name="connsiteY1" fmla="*/ 10358 h 26034"/>
                        <a:gd name="connsiteX2" fmla="*/ 7376 w 9644"/>
                        <a:gd name="connsiteY2" fmla="*/ 262 h 26034"/>
                        <a:gd name="connsiteX3" fmla="*/ 8805 w 9644"/>
                        <a:gd name="connsiteY3" fmla="*/ 15883 h 26034"/>
                        <a:gd name="connsiteX4" fmla="*/ 1852 w 9644"/>
                        <a:gd name="connsiteY4" fmla="*/ 25693 h 26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44" h="26034">
                          <a:moveTo>
                            <a:pt x="1852" y="25693"/>
                          </a:moveTo>
                          <a:cubicBezTo>
                            <a:pt x="-149" y="24074"/>
                            <a:pt x="-625" y="17311"/>
                            <a:pt x="899" y="10358"/>
                          </a:cubicBezTo>
                          <a:cubicBezTo>
                            <a:pt x="2233" y="3405"/>
                            <a:pt x="5186" y="-1167"/>
                            <a:pt x="7376" y="262"/>
                          </a:cubicBezTo>
                          <a:cubicBezTo>
                            <a:pt x="9567" y="1690"/>
                            <a:pt x="10424" y="8834"/>
                            <a:pt x="8805" y="15883"/>
                          </a:cubicBezTo>
                          <a:cubicBezTo>
                            <a:pt x="7281" y="23026"/>
                            <a:pt x="4042" y="27313"/>
                            <a:pt x="1852" y="2569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1" name="Forme libre : forme 14370">
                      <a:extLst>
                        <a:ext uri="{FF2B5EF4-FFF2-40B4-BE49-F238E27FC236}">
                          <a16:creationId xmlns:a16="http://schemas.microsoft.com/office/drawing/2014/main" id="{C5B95C88-8A2A-423B-B4CE-664B609392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130" y="3158771"/>
                      <a:ext cx="3868" cy="7152"/>
                    </a:xfrm>
                    <a:custGeom>
                      <a:avLst/>
                      <a:gdLst>
                        <a:gd name="connsiteX0" fmla="*/ 1649 w 3868"/>
                        <a:gd name="connsiteY0" fmla="*/ 7148 h 7152"/>
                        <a:gd name="connsiteX1" fmla="*/ 29 w 3868"/>
                        <a:gd name="connsiteY1" fmla="*/ 3433 h 7152"/>
                        <a:gd name="connsiteX2" fmla="*/ 2220 w 3868"/>
                        <a:gd name="connsiteY2" fmla="*/ 4 h 7152"/>
                        <a:gd name="connsiteX3" fmla="*/ 3839 w 3868"/>
                        <a:gd name="connsiteY3" fmla="*/ 3719 h 7152"/>
                        <a:gd name="connsiteX4" fmla="*/ 1649 w 3868"/>
                        <a:gd name="connsiteY4" fmla="*/ 7148 h 7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68" h="7152">
                          <a:moveTo>
                            <a:pt x="1649" y="7148"/>
                          </a:moveTo>
                          <a:cubicBezTo>
                            <a:pt x="601" y="7053"/>
                            <a:pt x="-161" y="5434"/>
                            <a:pt x="29" y="3433"/>
                          </a:cubicBezTo>
                          <a:cubicBezTo>
                            <a:pt x="220" y="1433"/>
                            <a:pt x="1172" y="-91"/>
                            <a:pt x="2220" y="4"/>
                          </a:cubicBezTo>
                          <a:cubicBezTo>
                            <a:pt x="3268" y="100"/>
                            <a:pt x="4030" y="1719"/>
                            <a:pt x="3839" y="3719"/>
                          </a:cubicBezTo>
                          <a:cubicBezTo>
                            <a:pt x="3649" y="5719"/>
                            <a:pt x="2696" y="7243"/>
                            <a:pt x="1649" y="71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2" name="Forme libre : forme 14371">
                      <a:extLst>
                        <a:ext uri="{FF2B5EF4-FFF2-40B4-BE49-F238E27FC236}">
                          <a16:creationId xmlns:a16="http://schemas.microsoft.com/office/drawing/2014/main" id="{661CDED5-D8D3-4296-8438-8DC1564AA6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6767" y="3135901"/>
                      <a:ext cx="37795" cy="61358"/>
                    </a:xfrm>
                    <a:custGeom>
                      <a:avLst/>
                      <a:gdLst>
                        <a:gd name="connsiteX0" fmla="*/ 21347 w 37795"/>
                        <a:gd name="connsiteY0" fmla="*/ 58021 h 61358"/>
                        <a:gd name="connsiteX1" fmla="*/ 4297 w 37795"/>
                        <a:gd name="connsiteY1" fmla="*/ 60783 h 61358"/>
                        <a:gd name="connsiteX2" fmla="*/ 10 w 37795"/>
                        <a:gd name="connsiteY2" fmla="*/ 55068 h 61358"/>
                        <a:gd name="connsiteX3" fmla="*/ 4297 w 37795"/>
                        <a:gd name="connsiteY3" fmla="*/ 47925 h 61358"/>
                        <a:gd name="connsiteX4" fmla="*/ 21156 w 37795"/>
                        <a:gd name="connsiteY4" fmla="*/ 33637 h 61358"/>
                        <a:gd name="connsiteX5" fmla="*/ 27538 w 37795"/>
                        <a:gd name="connsiteY5" fmla="*/ 13063 h 61358"/>
                        <a:gd name="connsiteX6" fmla="*/ 34967 w 37795"/>
                        <a:gd name="connsiteY6" fmla="*/ 871 h 61358"/>
                        <a:gd name="connsiteX7" fmla="*/ 37444 w 37795"/>
                        <a:gd name="connsiteY7" fmla="*/ 21826 h 61358"/>
                        <a:gd name="connsiteX8" fmla="*/ 32872 w 37795"/>
                        <a:gd name="connsiteY8" fmla="*/ 43162 h 61358"/>
                        <a:gd name="connsiteX9" fmla="*/ 21347 w 37795"/>
                        <a:gd name="connsiteY9" fmla="*/ 58021 h 61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795" h="61358">
                          <a:moveTo>
                            <a:pt x="21347" y="58021"/>
                          </a:moveTo>
                          <a:cubicBezTo>
                            <a:pt x="15631" y="61736"/>
                            <a:pt x="9821" y="61831"/>
                            <a:pt x="4297" y="60783"/>
                          </a:cubicBezTo>
                          <a:cubicBezTo>
                            <a:pt x="2297" y="60402"/>
                            <a:pt x="-180" y="58878"/>
                            <a:pt x="10" y="55068"/>
                          </a:cubicBezTo>
                          <a:cubicBezTo>
                            <a:pt x="201" y="51544"/>
                            <a:pt x="2392" y="49163"/>
                            <a:pt x="4297" y="47925"/>
                          </a:cubicBezTo>
                          <a:cubicBezTo>
                            <a:pt x="10012" y="43829"/>
                            <a:pt x="16584" y="42019"/>
                            <a:pt x="21156" y="33637"/>
                          </a:cubicBezTo>
                          <a:cubicBezTo>
                            <a:pt x="22585" y="31065"/>
                            <a:pt x="25061" y="21445"/>
                            <a:pt x="27538" y="13063"/>
                          </a:cubicBezTo>
                          <a:cubicBezTo>
                            <a:pt x="29824" y="4681"/>
                            <a:pt x="32300" y="-2558"/>
                            <a:pt x="34967" y="871"/>
                          </a:cubicBezTo>
                          <a:cubicBezTo>
                            <a:pt x="37634" y="4205"/>
                            <a:pt x="38301" y="13063"/>
                            <a:pt x="37444" y="21826"/>
                          </a:cubicBezTo>
                          <a:cubicBezTo>
                            <a:pt x="36587" y="30589"/>
                            <a:pt x="34491" y="39257"/>
                            <a:pt x="32872" y="43162"/>
                          </a:cubicBezTo>
                          <a:cubicBezTo>
                            <a:pt x="29919" y="50115"/>
                            <a:pt x="25633" y="55164"/>
                            <a:pt x="21347" y="580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52" name="Graphique 1">
                    <a:extLst>
                      <a:ext uri="{FF2B5EF4-FFF2-40B4-BE49-F238E27FC236}">
                        <a16:creationId xmlns:a16="http://schemas.microsoft.com/office/drawing/2014/main" id="{1F55CB1E-1B89-4E14-B87B-D6F9065BB0E9}"/>
                      </a:ext>
                    </a:extLst>
                  </p:cNvPr>
                  <p:cNvGrpSpPr/>
                  <p:nvPr/>
                </p:nvGrpSpPr>
                <p:grpSpPr>
                  <a:xfrm>
                    <a:off x="3848848" y="3205758"/>
                    <a:ext cx="85668" cy="151545"/>
                    <a:chOff x="3848848" y="3205758"/>
                    <a:chExt cx="85668" cy="151545"/>
                  </a:xfrm>
                  <a:solidFill>
                    <a:schemeClr val="accent1"/>
                  </a:solidFill>
                </p:grpSpPr>
                <p:sp>
                  <p:nvSpPr>
                    <p:cNvPr id="14349" name="Forme libre : forme 14348">
                      <a:extLst>
                        <a:ext uri="{FF2B5EF4-FFF2-40B4-BE49-F238E27FC236}">
                          <a16:creationId xmlns:a16="http://schemas.microsoft.com/office/drawing/2014/main" id="{BE7D078B-E6B2-49C0-BD22-1C674D30B9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8848" y="3205853"/>
                      <a:ext cx="85668" cy="151450"/>
                    </a:xfrm>
                    <a:custGeom>
                      <a:avLst/>
                      <a:gdLst>
                        <a:gd name="connsiteX0" fmla="*/ 3352 w 85668"/>
                        <a:gd name="connsiteY0" fmla="*/ 93130 h 151450"/>
                        <a:gd name="connsiteX1" fmla="*/ 16687 w 85668"/>
                        <a:gd name="connsiteY1" fmla="*/ 40552 h 151450"/>
                        <a:gd name="connsiteX2" fmla="*/ 50120 w 85668"/>
                        <a:gd name="connsiteY2" fmla="*/ 166 h 151450"/>
                        <a:gd name="connsiteX3" fmla="*/ 68884 w 85668"/>
                        <a:gd name="connsiteY3" fmla="*/ 3404 h 151450"/>
                        <a:gd name="connsiteX4" fmla="*/ 83171 w 85668"/>
                        <a:gd name="connsiteY4" fmla="*/ 56268 h 151450"/>
                        <a:gd name="connsiteX5" fmla="*/ 67931 w 85668"/>
                        <a:gd name="connsiteY5" fmla="*/ 111894 h 151450"/>
                        <a:gd name="connsiteX6" fmla="*/ 30307 w 85668"/>
                        <a:gd name="connsiteY6" fmla="*/ 150851 h 151450"/>
                        <a:gd name="connsiteX7" fmla="*/ 12877 w 85668"/>
                        <a:gd name="connsiteY7" fmla="*/ 145232 h 151450"/>
                        <a:gd name="connsiteX8" fmla="*/ 3352 w 85668"/>
                        <a:gd name="connsiteY8" fmla="*/ 93130 h 1514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5668" h="151450">
                          <a:moveTo>
                            <a:pt x="3352" y="93130"/>
                          </a:moveTo>
                          <a:cubicBezTo>
                            <a:pt x="8210" y="75604"/>
                            <a:pt x="12781" y="58078"/>
                            <a:pt x="16687" y="40552"/>
                          </a:cubicBezTo>
                          <a:cubicBezTo>
                            <a:pt x="22306" y="16073"/>
                            <a:pt x="36404" y="-1930"/>
                            <a:pt x="50120" y="166"/>
                          </a:cubicBezTo>
                          <a:lnTo>
                            <a:pt x="68884" y="3404"/>
                          </a:lnTo>
                          <a:cubicBezTo>
                            <a:pt x="82505" y="5500"/>
                            <a:pt x="89839" y="29789"/>
                            <a:pt x="83171" y="56268"/>
                          </a:cubicBezTo>
                          <a:cubicBezTo>
                            <a:pt x="78599" y="75033"/>
                            <a:pt x="73456" y="93606"/>
                            <a:pt x="67931" y="111894"/>
                          </a:cubicBezTo>
                          <a:cubicBezTo>
                            <a:pt x="60121" y="137612"/>
                            <a:pt x="42785" y="154947"/>
                            <a:pt x="30307" y="150851"/>
                          </a:cubicBezTo>
                          <a:lnTo>
                            <a:pt x="12877" y="145232"/>
                          </a:lnTo>
                          <a:cubicBezTo>
                            <a:pt x="399" y="141041"/>
                            <a:pt x="-3506" y="117609"/>
                            <a:pt x="3352" y="9313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0" name="Forme libre : forme 14349">
                      <a:extLst>
                        <a:ext uri="{FF2B5EF4-FFF2-40B4-BE49-F238E27FC236}">
                          <a16:creationId xmlns:a16="http://schemas.microsoft.com/office/drawing/2014/main" id="{23F508E8-99F9-4E1E-B4D3-1DF98839CA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8851" y="3205758"/>
                      <a:ext cx="58212" cy="145327"/>
                    </a:xfrm>
                    <a:custGeom>
                      <a:avLst/>
                      <a:gdLst>
                        <a:gd name="connsiteX0" fmla="*/ 36305 w 58212"/>
                        <a:gd name="connsiteY0" fmla="*/ 55316 h 145327"/>
                        <a:gd name="connsiteX1" fmla="*/ 58212 w 58212"/>
                        <a:gd name="connsiteY1" fmla="*/ 1595 h 145327"/>
                        <a:gd name="connsiteX2" fmla="*/ 50116 w 58212"/>
                        <a:gd name="connsiteY2" fmla="*/ 166 h 145327"/>
                        <a:gd name="connsiteX3" fmla="*/ 16683 w 58212"/>
                        <a:gd name="connsiteY3" fmla="*/ 40552 h 145327"/>
                        <a:gd name="connsiteX4" fmla="*/ 3348 w 58212"/>
                        <a:gd name="connsiteY4" fmla="*/ 93130 h 145327"/>
                        <a:gd name="connsiteX5" fmla="*/ 12969 w 58212"/>
                        <a:gd name="connsiteY5" fmla="*/ 145136 h 145327"/>
                        <a:gd name="connsiteX6" fmla="*/ 13540 w 58212"/>
                        <a:gd name="connsiteY6" fmla="*/ 145327 h 145327"/>
                        <a:gd name="connsiteX7" fmla="*/ 36305 w 58212"/>
                        <a:gd name="connsiteY7" fmla="*/ 55316 h 145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8212" h="145327">
                          <a:moveTo>
                            <a:pt x="36305" y="55316"/>
                          </a:moveTo>
                          <a:cubicBezTo>
                            <a:pt x="38591" y="33313"/>
                            <a:pt x="46687" y="12167"/>
                            <a:pt x="58212" y="1595"/>
                          </a:cubicBezTo>
                          <a:lnTo>
                            <a:pt x="50116" y="166"/>
                          </a:lnTo>
                          <a:cubicBezTo>
                            <a:pt x="36400" y="-1930"/>
                            <a:pt x="22303" y="16073"/>
                            <a:pt x="16683" y="40552"/>
                          </a:cubicBezTo>
                          <a:cubicBezTo>
                            <a:pt x="12683" y="58078"/>
                            <a:pt x="8206" y="75604"/>
                            <a:pt x="3348" y="93130"/>
                          </a:cubicBezTo>
                          <a:cubicBezTo>
                            <a:pt x="-3510" y="117609"/>
                            <a:pt x="396" y="141041"/>
                            <a:pt x="12969" y="145136"/>
                          </a:cubicBezTo>
                          <a:lnTo>
                            <a:pt x="13540" y="145327"/>
                          </a:lnTo>
                          <a:cubicBezTo>
                            <a:pt x="21922" y="114847"/>
                            <a:pt x="33066" y="86463"/>
                            <a:pt x="36305" y="55316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1" name="Forme libre : forme 14350">
                      <a:extLst>
                        <a:ext uri="{FF2B5EF4-FFF2-40B4-BE49-F238E27FC236}">
                          <a16:creationId xmlns:a16="http://schemas.microsoft.com/office/drawing/2014/main" id="{9488E862-ADC6-4190-AF46-6410F8775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2442" y="3257227"/>
                      <a:ext cx="30652" cy="66627"/>
                    </a:xfrm>
                    <a:custGeom>
                      <a:avLst/>
                      <a:gdLst>
                        <a:gd name="connsiteX0" fmla="*/ 5856 w 30652"/>
                        <a:gd name="connsiteY0" fmla="*/ 66426 h 66627"/>
                        <a:gd name="connsiteX1" fmla="*/ 3093 w 30652"/>
                        <a:gd name="connsiteY1" fmla="*/ 30041 h 66627"/>
                        <a:gd name="connsiteX2" fmla="*/ 23953 w 30652"/>
                        <a:gd name="connsiteY2" fmla="*/ 132 h 66627"/>
                        <a:gd name="connsiteX3" fmla="*/ 27763 w 30652"/>
                        <a:gd name="connsiteY3" fmla="*/ 36803 h 66627"/>
                        <a:gd name="connsiteX4" fmla="*/ 5856 w 30652"/>
                        <a:gd name="connsiteY4" fmla="*/ 66426 h 66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652" h="66627">
                          <a:moveTo>
                            <a:pt x="5856" y="66426"/>
                          </a:moveTo>
                          <a:cubicBezTo>
                            <a:pt x="-812" y="64331"/>
                            <a:pt x="-1860" y="48138"/>
                            <a:pt x="3093" y="30041"/>
                          </a:cubicBezTo>
                          <a:cubicBezTo>
                            <a:pt x="8047" y="11943"/>
                            <a:pt x="17000" y="-1487"/>
                            <a:pt x="23953" y="132"/>
                          </a:cubicBezTo>
                          <a:cubicBezTo>
                            <a:pt x="30906" y="1751"/>
                            <a:pt x="32907" y="18325"/>
                            <a:pt x="27763" y="36803"/>
                          </a:cubicBezTo>
                          <a:cubicBezTo>
                            <a:pt x="22620" y="55282"/>
                            <a:pt x="12523" y="68426"/>
                            <a:pt x="5856" y="6642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2" name="Forme libre : forme 14351">
                      <a:extLst>
                        <a:ext uri="{FF2B5EF4-FFF2-40B4-BE49-F238E27FC236}">
                          <a16:creationId xmlns:a16="http://schemas.microsoft.com/office/drawing/2014/main" id="{81DD406B-5047-4B9C-92DC-E3B0B4059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2774" y="3257227"/>
                      <a:ext cx="30292" cy="45185"/>
                    </a:xfrm>
                    <a:custGeom>
                      <a:avLst/>
                      <a:gdLst>
                        <a:gd name="connsiteX0" fmla="*/ 30289 w 30292"/>
                        <a:gd name="connsiteY0" fmla="*/ 17468 h 45185"/>
                        <a:gd name="connsiteX1" fmla="*/ 23622 w 30292"/>
                        <a:gd name="connsiteY1" fmla="*/ 132 h 45185"/>
                        <a:gd name="connsiteX2" fmla="*/ 2762 w 30292"/>
                        <a:gd name="connsiteY2" fmla="*/ 30041 h 45185"/>
                        <a:gd name="connsiteX3" fmla="*/ 0 w 30292"/>
                        <a:gd name="connsiteY3" fmla="*/ 45185 h 45185"/>
                        <a:gd name="connsiteX4" fmla="*/ 3143 w 30292"/>
                        <a:gd name="connsiteY4" fmla="*/ 37280 h 45185"/>
                        <a:gd name="connsiteX5" fmla="*/ 30289 w 30292"/>
                        <a:gd name="connsiteY5" fmla="*/ 17468 h 45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292" h="45185">
                          <a:moveTo>
                            <a:pt x="30289" y="17468"/>
                          </a:moveTo>
                          <a:cubicBezTo>
                            <a:pt x="30385" y="7943"/>
                            <a:pt x="27908" y="1180"/>
                            <a:pt x="23622" y="132"/>
                          </a:cubicBezTo>
                          <a:cubicBezTo>
                            <a:pt x="16669" y="-1487"/>
                            <a:pt x="7620" y="11943"/>
                            <a:pt x="2762" y="30041"/>
                          </a:cubicBezTo>
                          <a:cubicBezTo>
                            <a:pt x="1333" y="35375"/>
                            <a:pt x="381" y="40423"/>
                            <a:pt x="0" y="45185"/>
                          </a:cubicBezTo>
                          <a:cubicBezTo>
                            <a:pt x="857" y="42423"/>
                            <a:pt x="1810" y="39756"/>
                            <a:pt x="3143" y="37280"/>
                          </a:cubicBezTo>
                          <a:cubicBezTo>
                            <a:pt x="10858" y="23754"/>
                            <a:pt x="22288" y="14229"/>
                            <a:pt x="30289" y="17468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3" name="Forme libre : forme 14352">
                      <a:extLst>
                        <a:ext uri="{FF2B5EF4-FFF2-40B4-BE49-F238E27FC236}">
                          <a16:creationId xmlns:a16="http://schemas.microsoft.com/office/drawing/2014/main" id="{D67A8956-4BC7-42E0-8D29-E5C07988D6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8863" y="3259879"/>
                      <a:ext cx="30643" cy="66470"/>
                    </a:xfrm>
                    <a:custGeom>
                      <a:avLst/>
                      <a:gdLst>
                        <a:gd name="connsiteX0" fmla="*/ 5815 w 30643"/>
                        <a:gd name="connsiteY0" fmla="*/ 66251 h 66470"/>
                        <a:gd name="connsiteX1" fmla="*/ 3053 w 30643"/>
                        <a:gd name="connsiteY1" fmla="*/ 29866 h 66470"/>
                        <a:gd name="connsiteX2" fmla="*/ 24008 w 30643"/>
                        <a:gd name="connsiteY2" fmla="*/ 148 h 66470"/>
                        <a:gd name="connsiteX3" fmla="*/ 27723 w 30643"/>
                        <a:gd name="connsiteY3" fmla="*/ 36724 h 66470"/>
                        <a:gd name="connsiteX4" fmla="*/ 5815 w 30643"/>
                        <a:gd name="connsiteY4" fmla="*/ 66251 h 66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643" h="66470">
                          <a:moveTo>
                            <a:pt x="5815" y="66251"/>
                          </a:moveTo>
                          <a:cubicBezTo>
                            <a:pt x="-852" y="64156"/>
                            <a:pt x="-1805" y="47963"/>
                            <a:pt x="3053" y="29866"/>
                          </a:cubicBezTo>
                          <a:cubicBezTo>
                            <a:pt x="7911" y="11863"/>
                            <a:pt x="17055" y="-1567"/>
                            <a:pt x="24008" y="148"/>
                          </a:cubicBezTo>
                          <a:cubicBezTo>
                            <a:pt x="30961" y="1767"/>
                            <a:pt x="32866" y="18245"/>
                            <a:pt x="27723" y="36724"/>
                          </a:cubicBezTo>
                          <a:cubicBezTo>
                            <a:pt x="22484" y="55202"/>
                            <a:pt x="12483" y="68347"/>
                            <a:pt x="5815" y="6625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4" name="Forme libre : forme 14353">
                      <a:extLst>
                        <a:ext uri="{FF2B5EF4-FFF2-40B4-BE49-F238E27FC236}">
                          <a16:creationId xmlns:a16="http://schemas.microsoft.com/office/drawing/2014/main" id="{12B87361-E5FB-4AB7-9569-6DE6889DDE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1629" y="3227345"/>
                      <a:ext cx="58864" cy="80214"/>
                    </a:xfrm>
                    <a:custGeom>
                      <a:avLst/>
                      <a:gdLst>
                        <a:gd name="connsiteX0" fmla="*/ 39434 w 58864"/>
                        <a:gd name="connsiteY0" fmla="*/ 1248 h 80214"/>
                        <a:gd name="connsiteX1" fmla="*/ 27146 w 58864"/>
                        <a:gd name="connsiteY1" fmla="*/ 1058 h 80214"/>
                        <a:gd name="connsiteX2" fmla="*/ 7239 w 58864"/>
                        <a:gd name="connsiteY2" fmla="*/ 31157 h 80214"/>
                        <a:gd name="connsiteX3" fmla="*/ 0 w 58864"/>
                        <a:gd name="connsiteY3" fmla="*/ 65733 h 80214"/>
                        <a:gd name="connsiteX4" fmla="*/ 7906 w 58864"/>
                        <a:gd name="connsiteY4" fmla="*/ 79925 h 80214"/>
                        <a:gd name="connsiteX5" fmla="*/ 16859 w 58864"/>
                        <a:gd name="connsiteY5" fmla="*/ 70114 h 80214"/>
                        <a:gd name="connsiteX6" fmla="*/ 38100 w 58864"/>
                        <a:gd name="connsiteY6" fmla="*/ 45444 h 80214"/>
                        <a:gd name="connsiteX7" fmla="*/ 58864 w 58864"/>
                        <a:gd name="connsiteY7" fmla="*/ 14583 h 80214"/>
                        <a:gd name="connsiteX8" fmla="*/ 39434 w 58864"/>
                        <a:gd name="connsiteY8" fmla="*/ 1248 h 80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864" h="80214">
                          <a:moveTo>
                            <a:pt x="39434" y="1248"/>
                          </a:moveTo>
                          <a:cubicBezTo>
                            <a:pt x="35528" y="201"/>
                            <a:pt x="31433" y="-847"/>
                            <a:pt x="27146" y="1058"/>
                          </a:cubicBezTo>
                          <a:cubicBezTo>
                            <a:pt x="19050" y="4677"/>
                            <a:pt x="12002" y="17917"/>
                            <a:pt x="7239" y="31157"/>
                          </a:cubicBezTo>
                          <a:cubicBezTo>
                            <a:pt x="3143" y="42206"/>
                            <a:pt x="0" y="54588"/>
                            <a:pt x="0" y="65733"/>
                          </a:cubicBezTo>
                          <a:cubicBezTo>
                            <a:pt x="95" y="74019"/>
                            <a:pt x="2762" y="81830"/>
                            <a:pt x="7906" y="79925"/>
                          </a:cubicBezTo>
                          <a:cubicBezTo>
                            <a:pt x="11049" y="78686"/>
                            <a:pt x="14097" y="74210"/>
                            <a:pt x="16859" y="70114"/>
                          </a:cubicBezTo>
                          <a:cubicBezTo>
                            <a:pt x="23527" y="60494"/>
                            <a:pt x="30766" y="52112"/>
                            <a:pt x="38100" y="45444"/>
                          </a:cubicBezTo>
                          <a:cubicBezTo>
                            <a:pt x="44387" y="39825"/>
                            <a:pt x="58674" y="29728"/>
                            <a:pt x="58864" y="14583"/>
                          </a:cubicBezTo>
                          <a:cubicBezTo>
                            <a:pt x="58960" y="962"/>
                            <a:pt x="44863" y="2677"/>
                            <a:pt x="39434" y="124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5" name="Forme libre : forme 14354">
                      <a:extLst>
                        <a:ext uri="{FF2B5EF4-FFF2-40B4-BE49-F238E27FC236}">
                          <a16:creationId xmlns:a16="http://schemas.microsoft.com/office/drawing/2014/main" id="{0CA8C00D-6B56-476D-8223-084C28FD53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5254" y="3244945"/>
                      <a:ext cx="10016" cy="29577"/>
                    </a:xfrm>
                    <a:custGeom>
                      <a:avLst/>
                      <a:gdLst>
                        <a:gd name="connsiteX0" fmla="*/ 6667 w 10016"/>
                        <a:gd name="connsiteY0" fmla="*/ 2318 h 29577"/>
                        <a:gd name="connsiteX1" fmla="*/ 4382 w 10016"/>
                        <a:gd name="connsiteY1" fmla="*/ 32 h 29577"/>
                        <a:gd name="connsiteX2" fmla="*/ 1429 w 10016"/>
                        <a:gd name="connsiteY2" fmla="*/ 2127 h 29577"/>
                        <a:gd name="connsiteX3" fmla="*/ 381 w 10016"/>
                        <a:gd name="connsiteY3" fmla="*/ 7080 h 29577"/>
                        <a:gd name="connsiteX4" fmla="*/ 95 w 10016"/>
                        <a:gd name="connsiteY4" fmla="*/ 19653 h 29577"/>
                        <a:gd name="connsiteX5" fmla="*/ 572 w 10016"/>
                        <a:gd name="connsiteY5" fmla="*/ 24416 h 29577"/>
                        <a:gd name="connsiteX6" fmla="*/ 9525 w 10016"/>
                        <a:gd name="connsiteY6" fmla="*/ 22796 h 29577"/>
                        <a:gd name="connsiteX7" fmla="*/ 6667 w 10016"/>
                        <a:gd name="connsiteY7" fmla="*/ 2318 h 29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016" h="29577">
                          <a:moveTo>
                            <a:pt x="6667" y="2318"/>
                          </a:moveTo>
                          <a:cubicBezTo>
                            <a:pt x="6001" y="1270"/>
                            <a:pt x="5334" y="317"/>
                            <a:pt x="4382" y="32"/>
                          </a:cubicBezTo>
                          <a:cubicBezTo>
                            <a:pt x="3429" y="-159"/>
                            <a:pt x="2191" y="508"/>
                            <a:pt x="1429" y="2127"/>
                          </a:cubicBezTo>
                          <a:cubicBezTo>
                            <a:pt x="762" y="3556"/>
                            <a:pt x="572" y="5461"/>
                            <a:pt x="381" y="7080"/>
                          </a:cubicBezTo>
                          <a:cubicBezTo>
                            <a:pt x="0" y="11366"/>
                            <a:pt x="-95" y="15557"/>
                            <a:pt x="95" y="19653"/>
                          </a:cubicBezTo>
                          <a:cubicBezTo>
                            <a:pt x="191" y="21368"/>
                            <a:pt x="191" y="22987"/>
                            <a:pt x="572" y="24416"/>
                          </a:cubicBezTo>
                          <a:cubicBezTo>
                            <a:pt x="2096" y="30226"/>
                            <a:pt x="7810" y="32893"/>
                            <a:pt x="9525" y="22796"/>
                          </a:cubicBezTo>
                          <a:cubicBezTo>
                            <a:pt x="10858" y="14891"/>
                            <a:pt x="9334" y="6699"/>
                            <a:pt x="6667" y="231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6" name="Forme libre : forme 14355">
                      <a:extLst>
                        <a:ext uri="{FF2B5EF4-FFF2-40B4-BE49-F238E27FC236}">
                          <a16:creationId xmlns:a16="http://schemas.microsoft.com/office/drawing/2014/main" id="{21C991B5-B153-4ECC-A28C-73F8EC07C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2105" y="3300412"/>
                      <a:ext cx="13620" cy="47053"/>
                    </a:xfrm>
                    <a:custGeom>
                      <a:avLst/>
                      <a:gdLst>
                        <a:gd name="connsiteX0" fmla="*/ 13620 w 13620"/>
                        <a:gd name="connsiteY0" fmla="*/ 47054 h 47053"/>
                        <a:gd name="connsiteX1" fmla="*/ 5048 w 13620"/>
                        <a:gd name="connsiteY1" fmla="*/ 39624 h 47053"/>
                        <a:gd name="connsiteX2" fmla="*/ 1142 w 13620"/>
                        <a:gd name="connsiteY2" fmla="*/ 0 h 47053"/>
                        <a:gd name="connsiteX3" fmla="*/ 1428 w 13620"/>
                        <a:gd name="connsiteY3" fmla="*/ 18383 h 47053"/>
                        <a:gd name="connsiteX4" fmla="*/ 13620 w 13620"/>
                        <a:gd name="connsiteY4" fmla="*/ 47054 h 47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20" h="47053">
                          <a:moveTo>
                            <a:pt x="13620" y="47054"/>
                          </a:moveTo>
                          <a:cubicBezTo>
                            <a:pt x="13620" y="47054"/>
                            <a:pt x="8953" y="46006"/>
                            <a:pt x="5048" y="39624"/>
                          </a:cubicBezTo>
                          <a:cubicBezTo>
                            <a:pt x="1238" y="33242"/>
                            <a:pt x="-1715" y="21431"/>
                            <a:pt x="1142" y="0"/>
                          </a:cubicBezTo>
                          <a:cubicBezTo>
                            <a:pt x="1142" y="0"/>
                            <a:pt x="381" y="8382"/>
                            <a:pt x="1428" y="18383"/>
                          </a:cubicBezTo>
                          <a:cubicBezTo>
                            <a:pt x="2666" y="28385"/>
                            <a:pt x="5619" y="40100"/>
                            <a:pt x="13620" y="470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7" name="Forme libre : forme 14356">
                      <a:extLst>
                        <a:ext uri="{FF2B5EF4-FFF2-40B4-BE49-F238E27FC236}">
                          <a16:creationId xmlns:a16="http://schemas.microsoft.com/office/drawing/2014/main" id="{2B52FB3C-4B8D-47A2-8668-657B5C7C71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160" y="3211544"/>
                      <a:ext cx="16182" cy="52958"/>
                    </a:xfrm>
                    <a:custGeom>
                      <a:avLst/>
                      <a:gdLst>
                        <a:gd name="connsiteX0" fmla="*/ 14192 w 16182"/>
                        <a:gd name="connsiteY0" fmla="*/ 52959 h 52958"/>
                        <a:gd name="connsiteX1" fmla="*/ 16097 w 16182"/>
                        <a:gd name="connsiteY1" fmla="*/ 29908 h 52958"/>
                        <a:gd name="connsiteX2" fmla="*/ 0 w 16182"/>
                        <a:gd name="connsiteY2" fmla="*/ 0 h 52958"/>
                        <a:gd name="connsiteX3" fmla="*/ 9144 w 16182"/>
                        <a:gd name="connsiteY3" fmla="*/ 11239 h 52958"/>
                        <a:gd name="connsiteX4" fmla="*/ 14192 w 16182"/>
                        <a:gd name="connsiteY4" fmla="*/ 52959 h 52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82" h="52958">
                          <a:moveTo>
                            <a:pt x="14192" y="52959"/>
                          </a:moveTo>
                          <a:cubicBezTo>
                            <a:pt x="14192" y="52959"/>
                            <a:pt x="16669" y="42100"/>
                            <a:pt x="16097" y="29908"/>
                          </a:cubicBezTo>
                          <a:cubicBezTo>
                            <a:pt x="15430" y="17716"/>
                            <a:pt x="11621" y="4381"/>
                            <a:pt x="0" y="0"/>
                          </a:cubicBezTo>
                          <a:cubicBezTo>
                            <a:pt x="0" y="0"/>
                            <a:pt x="4858" y="3048"/>
                            <a:pt x="9144" y="11239"/>
                          </a:cubicBezTo>
                          <a:cubicBezTo>
                            <a:pt x="13526" y="19431"/>
                            <a:pt x="17240" y="32956"/>
                            <a:pt x="14192" y="529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8" name="Forme libre : forme 14357">
                      <a:extLst>
                        <a:ext uri="{FF2B5EF4-FFF2-40B4-BE49-F238E27FC236}">
                          <a16:creationId xmlns:a16="http://schemas.microsoft.com/office/drawing/2014/main" id="{9E91A5CA-502F-4BB5-A512-078CA58493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5088" y="3286664"/>
                      <a:ext cx="12698" cy="24300"/>
                    </a:xfrm>
                    <a:custGeom>
                      <a:avLst/>
                      <a:gdLst>
                        <a:gd name="connsiteX0" fmla="*/ 735 w 12698"/>
                        <a:gd name="connsiteY0" fmla="*/ 23749 h 24300"/>
                        <a:gd name="connsiteX1" fmla="*/ 3307 w 12698"/>
                        <a:gd name="connsiteY1" fmla="*/ 8604 h 24300"/>
                        <a:gd name="connsiteX2" fmla="*/ 11879 w 12698"/>
                        <a:gd name="connsiteY2" fmla="*/ 508 h 24300"/>
                        <a:gd name="connsiteX3" fmla="*/ 9403 w 12698"/>
                        <a:gd name="connsiteY3" fmla="*/ 15748 h 24300"/>
                        <a:gd name="connsiteX4" fmla="*/ 735 w 12698"/>
                        <a:gd name="connsiteY4" fmla="*/ 23749 h 2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98" h="24300">
                          <a:moveTo>
                            <a:pt x="735" y="23749"/>
                          </a:moveTo>
                          <a:cubicBezTo>
                            <a:pt x="-884" y="21749"/>
                            <a:pt x="259" y="14986"/>
                            <a:pt x="3307" y="8604"/>
                          </a:cubicBezTo>
                          <a:cubicBezTo>
                            <a:pt x="6355" y="2222"/>
                            <a:pt x="10165" y="-1397"/>
                            <a:pt x="11879" y="508"/>
                          </a:cubicBezTo>
                          <a:cubicBezTo>
                            <a:pt x="13594" y="2508"/>
                            <a:pt x="12546" y="9271"/>
                            <a:pt x="9403" y="15748"/>
                          </a:cubicBezTo>
                          <a:cubicBezTo>
                            <a:pt x="6260" y="22130"/>
                            <a:pt x="2354" y="25749"/>
                            <a:pt x="735" y="2374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9" name="Forme libre : forme 14358">
                      <a:extLst>
                        <a:ext uri="{FF2B5EF4-FFF2-40B4-BE49-F238E27FC236}">
                          <a16:creationId xmlns:a16="http://schemas.microsoft.com/office/drawing/2014/main" id="{85C464A8-B868-44FE-A558-D265D23747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4697" y="3307327"/>
                      <a:ext cx="4061" cy="6935"/>
                    </a:xfrm>
                    <a:custGeom>
                      <a:avLst/>
                      <a:gdLst>
                        <a:gd name="connsiteX0" fmla="*/ 1030 w 4061"/>
                        <a:gd name="connsiteY0" fmla="*/ 6897 h 6935"/>
                        <a:gd name="connsiteX1" fmla="*/ 269 w 4061"/>
                        <a:gd name="connsiteY1" fmla="*/ 2991 h 6935"/>
                        <a:gd name="connsiteX2" fmla="*/ 3031 w 4061"/>
                        <a:gd name="connsiteY2" fmla="*/ 39 h 6935"/>
                        <a:gd name="connsiteX3" fmla="*/ 3793 w 4061"/>
                        <a:gd name="connsiteY3" fmla="*/ 3944 h 6935"/>
                        <a:gd name="connsiteX4" fmla="*/ 1030 w 4061"/>
                        <a:gd name="connsiteY4" fmla="*/ 6897 h 6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61" h="6935">
                          <a:moveTo>
                            <a:pt x="1030" y="6897"/>
                          </a:moveTo>
                          <a:cubicBezTo>
                            <a:pt x="78" y="6611"/>
                            <a:pt x="-303" y="4896"/>
                            <a:pt x="269" y="2991"/>
                          </a:cubicBezTo>
                          <a:cubicBezTo>
                            <a:pt x="840" y="1086"/>
                            <a:pt x="2078" y="-247"/>
                            <a:pt x="3031" y="39"/>
                          </a:cubicBezTo>
                          <a:cubicBezTo>
                            <a:pt x="3983" y="324"/>
                            <a:pt x="4364" y="2039"/>
                            <a:pt x="3793" y="3944"/>
                          </a:cubicBezTo>
                          <a:cubicBezTo>
                            <a:pt x="3317" y="5849"/>
                            <a:pt x="2078" y="7182"/>
                            <a:pt x="1030" y="68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60" name="Forme libre : forme 14359">
                      <a:extLst>
                        <a:ext uri="{FF2B5EF4-FFF2-40B4-BE49-F238E27FC236}">
                          <a16:creationId xmlns:a16="http://schemas.microsoft.com/office/drawing/2014/main" id="{7E47171F-D023-4CFF-80D2-9A2ED5D1F1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1521" y="3291271"/>
                      <a:ext cx="45012" cy="53772"/>
                    </a:xfrm>
                    <a:custGeom>
                      <a:avLst/>
                      <a:gdLst>
                        <a:gd name="connsiteX0" fmla="*/ 19921 w 45012"/>
                        <a:gd name="connsiteY0" fmla="*/ 52003 h 53772"/>
                        <a:gd name="connsiteX1" fmla="*/ 3252 w 45012"/>
                        <a:gd name="connsiteY1" fmla="*/ 52099 h 53772"/>
                        <a:gd name="connsiteX2" fmla="*/ 204 w 45012"/>
                        <a:gd name="connsiteY2" fmla="*/ 45812 h 53772"/>
                        <a:gd name="connsiteX3" fmla="*/ 5443 w 45012"/>
                        <a:gd name="connsiteY3" fmla="*/ 39335 h 53772"/>
                        <a:gd name="connsiteX4" fmla="*/ 24112 w 45012"/>
                        <a:gd name="connsiteY4" fmla="*/ 28477 h 53772"/>
                        <a:gd name="connsiteX5" fmla="*/ 44305 w 45012"/>
                        <a:gd name="connsiteY5" fmla="*/ 1140 h 53772"/>
                        <a:gd name="connsiteX6" fmla="*/ 33351 w 45012"/>
                        <a:gd name="connsiteY6" fmla="*/ 39526 h 53772"/>
                        <a:gd name="connsiteX7" fmla="*/ 19921 w 45012"/>
                        <a:gd name="connsiteY7" fmla="*/ 52003 h 53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012" h="53772">
                          <a:moveTo>
                            <a:pt x="19921" y="52003"/>
                          </a:moveTo>
                          <a:cubicBezTo>
                            <a:pt x="13920" y="54670"/>
                            <a:pt x="8301" y="54003"/>
                            <a:pt x="3252" y="52099"/>
                          </a:cubicBezTo>
                          <a:cubicBezTo>
                            <a:pt x="1347" y="51432"/>
                            <a:pt x="-653" y="49622"/>
                            <a:pt x="204" y="45812"/>
                          </a:cubicBezTo>
                          <a:cubicBezTo>
                            <a:pt x="966" y="42383"/>
                            <a:pt x="3443" y="40383"/>
                            <a:pt x="5443" y="39335"/>
                          </a:cubicBezTo>
                          <a:cubicBezTo>
                            <a:pt x="11730" y="36287"/>
                            <a:pt x="18207" y="35620"/>
                            <a:pt x="24112" y="28477"/>
                          </a:cubicBezTo>
                          <a:cubicBezTo>
                            <a:pt x="27922" y="24095"/>
                            <a:pt x="40971" y="-6194"/>
                            <a:pt x="44305" y="1140"/>
                          </a:cubicBezTo>
                          <a:cubicBezTo>
                            <a:pt x="47734" y="8665"/>
                            <a:pt x="37828" y="32858"/>
                            <a:pt x="33351" y="39526"/>
                          </a:cubicBezTo>
                          <a:cubicBezTo>
                            <a:pt x="29256" y="45717"/>
                            <a:pt x="24398" y="49908"/>
                            <a:pt x="19921" y="5200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53" name="Graphique 1">
                    <a:extLst>
                      <a:ext uri="{FF2B5EF4-FFF2-40B4-BE49-F238E27FC236}">
                        <a16:creationId xmlns:a16="http://schemas.microsoft.com/office/drawing/2014/main" id="{13E6A28F-EA1B-41A6-AA22-DBB202997FB3}"/>
                      </a:ext>
                    </a:extLst>
                  </p:cNvPr>
                  <p:cNvGrpSpPr/>
                  <p:nvPr/>
                </p:nvGrpSpPr>
                <p:grpSpPr>
                  <a:xfrm>
                    <a:off x="3800415" y="3350397"/>
                    <a:ext cx="90882" cy="149507"/>
                    <a:chOff x="3800415" y="3350397"/>
                    <a:chExt cx="90882" cy="149507"/>
                  </a:xfrm>
                  <a:solidFill>
                    <a:schemeClr val="accent1"/>
                  </a:solidFill>
                </p:grpSpPr>
                <p:sp>
                  <p:nvSpPr>
                    <p:cNvPr id="14337" name="Forme libre : forme 14336">
                      <a:extLst>
                        <a:ext uri="{FF2B5EF4-FFF2-40B4-BE49-F238E27FC236}">
                          <a16:creationId xmlns:a16="http://schemas.microsoft.com/office/drawing/2014/main" id="{44E8F81E-56E8-4505-85B4-5D63342D03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0422" y="3350397"/>
                      <a:ext cx="90875" cy="149507"/>
                    </a:xfrm>
                    <a:custGeom>
                      <a:avLst/>
                      <a:gdLst>
                        <a:gd name="connsiteX0" fmla="*/ 5486 w 90875"/>
                        <a:gd name="connsiteY0" fmla="*/ 89747 h 149507"/>
                        <a:gd name="connsiteX1" fmla="*/ 23965 w 90875"/>
                        <a:gd name="connsiteY1" fmla="*/ 37645 h 149507"/>
                        <a:gd name="connsiteX2" fmla="*/ 61398 w 90875"/>
                        <a:gd name="connsiteY2" fmla="*/ 593 h 149507"/>
                        <a:gd name="connsiteX3" fmla="*/ 78829 w 90875"/>
                        <a:gd name="connsiteY3" fmla="*/ 6213 h 149507"/>
                        <a:gd name="connsiteX4" fmla="*/ 85782 w 90875"/>
                        <a:gd name="connsiteY4" fmla="*/ 59362 h 149507"/>
                        <a:gd name="connsiteX5" fmla="*/ 65970 w 90875"/>
                        <a:gd name="connsiteY5" fmla="*/ 112416 h 149507"/>
                        <a:gd name="connsiteX6" fmla="*/ 26822 w 90875"/>
                        <a:gd name="connsiteY6" fmla="*/ 148707 h 149507"/>
                        <a:gd name="connsiteX7" fmla="*/ 10535 w 90875"/>
                        <a:gd name="connsiteY7" fmla="*/ 142230 h 149507"/>
                        <a:gd name="connsiteX8" fmla="*/ 5486 w 90875"/>
                        <a:gd name="connsiteY8" fmla="*/ 89747 h 149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0875" h="149507">
                          <a:moveTo>
                            <a:pt x="5486" y="89747"/>
                          </a:moveTo>
                          <a:cubicBezTo>
                            <a:pt x="11773" y="72412"/>
                            <a:pt x="17964" y="55076"/>
                            <a:pt x="23965" y="37645"/>
                          </a:cubicBezTo>
                          <a:cubicBezTo>
                            <a:pt x="32251" y="13261"/>
                            <a:pt x="48730" y="-3407"/>
                            <a:pt x="61398" y="593"/>
                          </a:cubicBezTo>
                          <a:lnTo>
                            <a:pt x="78829" y="6213"/>
                          </a:lnTo>
                          <a:cubicBezTo>
                            <a:pt x="91402" y="10213"/>
                            <a:pt x="94831" y="34312"/>
                            <a:pt x="85782" y="59362"/>
                          </a:cubicBezTo>
                          <a:cubicBezTo>
                            <a:pt x="79400" y="77174"/>
                            <a:pt x="72733" y="94890"/>
                            <a:pt x="65970" y="112416"/>
                          </a:cubicBezTo>
                          <a:cubicBezTo>
                            <a:pt x="56350" y="137181"/>
                            <a:pt x="38538" y="153374"/>
                            <a:pt x="26822" y="148707"/>
                          </a:cubicBezTo>
                          <a:lnTo>
                            <a:pt x="10535" y="142230"/>
                          </a:lnTo>
                          <a:cubicBezTo>
                            <a:pt x="-1372" y="137563"/>
                            <a:pt x="-3372" y="113940"/>
                            <a:pt x="5486" y="89747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38" name="Forme libre : forme 14337">
                      <a:extLst>
                        <a:ext uri="{FF2B5EF4-FFF2-40B4-BE49-F238E27FC236}">
                          <a16:creationId xmlns:a16="http://schemas.microsoft.com/office/drawing/2014/main" id="{191378CB-F8D3-4752-92DC-4D14E8A21F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0415" y="3350397"/>
                      <a:ext cx="68929" cy="142515"/>
                    </a:xfrm>
                    <a:custGeom>
                      <a:avLst/>
                      <a:gdLst>
                        <a:gd name="connsiteX0" fmla="*/ 41021 w 68929"/>
                        <a:gd name="connsiteY0" fmla="*/ 54123 h 142515"/>
                        <a:gd name="connsiteX1" fmla="*/ 68930 w 68929"/>
                        <a:gd name="connsiteY1" fmla="*/ 3070 h 142515"/>
                        <a:gd name="connsiteX2" fmla="*/ 61405 w 68929"/>
                        <a:gd name="connsiteY2" fmla="*/ 593 h 142515"/>
                        <a:gd name="connsiteX3" fmla="*/ 23972 w 68929"/>
                        <a:gd name="connsiteY3" fmla="*/ 37645 h 142515"/>
                        <a:gd name="connsiteX4" fmla="*/ 5493 w 68929"/>
                        <a:gd name="connsiteY4" fmla="*/ 89747 h 142515"/>
                        <a:gd name="connsiteX5" fmla="*/ 10446 w 68929"/>
                        <a:gd name="connsiteY5" fmla="*/ 142325 h 142515"/>
                        <a:gd name="connsiteX6" fmla="*/ 11018 w 68929"/>
                        <a:gd name="connsiteY6" fmla="*/ 142515 h 142515"/>
                        <a:gd name="connsiteX7" fmla="*/ 41021 w 68929"/>
                        <a:gd name="connsiteY7" fmla="*/ 54123 h 142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929" h="142515">
                          <a:moveTo>
                            <a:pt x="41021" y="54123"/>
                          </a:moveTo>
                          <a:cubicBezTo>
                            <a:pt x="45689" y="32311"/>
                            <a:pt x="56357" y="11928"/>
                            <a:pt x="68930" y="3070"/>
                          </a:cubicBezTo>
                          <a:lnTo>
                            <a:pt x="61405" y="593"/>
                          </a:lnTo>
                          <a:cubicBezTo>
                            <a:pt x="48737" y="-3407"/>
                            <a:pt x="32258" y="13261"/>
                            <a:pt x="23972" y="37645"/>
                          </a:cubicBezTo>
                          <a:cubicBezTo>
                            <a:pt x="18066" y="55076"/>
                            <a:pt x="11875" y="72412"/>
                            <a:pt x="5493" y="89747"/>
                          </a:cubicBezTo>
                          <a:cubicBezTo>
                            <a:pt x="-3365" y="114036"/>
                            <a:pt x="-1365" y="137658"/>
                            <a:pt x="10446" y="142325"/>
                          </a:cubicBezTo>
                          <a:lnTo>
                            <a:pt x="11018" y="142515"/>
                          </a:lnTo>
                          <a:cubicBezTo>
                            <a:pt x="21305" y="112416"/>
                            <a:pt x="34545" y="84889"/>
                            <a:pt x="41021" y="5412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39" name="Forme libre : forme 14338">
                      <a:extLst>
                        <a:ext uri="{FF2B5EF4-FFF2-40B4-BE49-F238E27FC236}">
                          <a16:creationId xmlns:a16="http://schemas.microsoft.com/office/drawing/2014/main" id="{295107DB-E09D-41D3-A31C-916152FBC3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4356" y="3401491"/>
                      <a:ext cx="33058" cy="65137"/>
                    </a:xfrm>
                    <a:custGeom>
                      <a:avLst/>
                      <a:gdLst>
                        <a:gd name="connsiteX0" fmla="*/ 4507 w 33058"/>
                        <a:gd name="connsiteY0" fmla="*/ 64846 h 65137"/>
                        <a:gd name="connsiteX1" fmla="*/ 5079 w 33058"/>
                        <a:gd name="connsiteY1" fmla="*/ 28365 h 65137"/>
                        <a:gd name="connsiteX2" fmla="*/ 28225 w 33058"/>
                        <a:gd name="connsiteY2" fmla="*/ 267 h 65137"/>
                        <a:gd name="connsiteX3" fmla="*/ 28034 w 33058"/>
                        <a:gd name="connsiteY3" fmla="*/ 36843 h 65137"/>
                        <a:gd name="connsiteX4" fmla="*/ 4507 w 33058"/>
                        <a:gd name="connsiteY4" fmla="*/ 64846 h 65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058" h="65137">
                          <a:moveTo>
                            <a:pt x="4507" y="64846"/>
                          </a:moveTo>
                          <a:cubicBezTo>
                            <a:pt x="-1779" y="62465"/>
                            <a:pt x="-1398" y="46177"/>
                            <a:pt x="5079" y="28365"/>
                          </a:cubicBezTo>
                          <a:cubicBezTo>
                            <a:pt x="11556" y="10649"/>
                            <a:pt x="21747" y="-2019"/>
                            <a:pt x="28225" y="267"/>
                          </a:cubicBezTo>
                          <a:cubicBezTo>
                            <a:pt x="34702" y="2553"/>
                            <a:pt x="34702" y="18936"/>
                            <a:pt x="28034" y="36843"/>
                          </a:cubicBezTo>
                          <a:cubicBezTo>
                            <a:pt x="21462" y="54749"/>
                            <a:pt x="10794" y="67227"/>
                            <a:pt x="4507" y="6484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0" name="Forme libre : forme 14339">
                      <a:extLst>
                        <a:ext uri="{FF2B5EF4-FFF2-40B4-BE49-F238E27FC236}">
                          <a16:creationId xmlns:a16="http://schemas.microsoft.com/office/drawing/2014/main" id="{152F2557-9E89-420E-9C15-56DC45ECB2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5339" y="3401491"/>
                      <a:ext cx="32133" cy="43224"/>
                    </a:xfrm>
                    <a:custGeom>
                      <a:avLst/>
                      <a:gdLst>
                        <a:gd name="connsiteX0" fmla="*/ 31813 w 32133"/>
                        <a:gd name="connsiteY0" fmla="*/ 17983 h 43224"/>
                        <a:gd name="connsiteX1" fmla="*/ 27242 w 32133"/>
                        <a:gd name="connsiteY1" fmla="*/ 267 h 43224"/>
                        <a:gd name="connsiteX2" fmla="*/ 4096 w 32133"/>
                        <a:gd name="connsiteY2" fmla="*/ 28365 h 43224"/>
                        <a:gd name="connsiteX3" fmla="*/ 0 w 32133"/>
                        <a:gd name="connsiteY3" fmla="*/ 43224 h 43224"/>
                        <a:gd name="connsiteX4" fmla="*/ 3715 w 32133"/>
                        <a:gd name="connsiteY4" fmla="*/ 35509 h 43224"/>
                        <a:gd name="connsiteX5" fmla="*/ 31813 w 32133"/>
                        <a:gd name="connsiteY5" fmla="*/ 17983 h 432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133" h="43224">
                          <a:moveTo>
                            <a:pt x="31813" y="17983"/>
                          </a:moveTo>
                          <a:cubicBezTo>
                            <a:pt x="32861" y="8553"/>
                            <a:pt x="31337" y="1695"/>
                            <a:pt x="27242" y="267"/>
                          </a:cubicBezTo>
                          <a:cubicBezTo>
                            <a:pt x="20764" y="-2019"/>
                            <a:pt x="10478" y="10649"/>
                            <a:pt x="4096" y="28365"/>
                          </a:cubicBezTo>
                          <a:cubicBezTo>
                            <a:pt x="2191" y="33509"/>
                            <a:pt x="857" y="38652"/>
                            <a:pt x="0" y="43224"/>
                          </a:cubicBezTo>
                          <a:cubicBezTo>
                            <a:pt x="1048" y="40557"/>
                            <a:pt x="2286" y="37986"/>
                            <a:pt x="3715" y="35509"/>
                          </a:cubicBezTo>
                          <a:cubicBezTo>
                            <a:pt x="12573" y="22746"/>
                            <a:pt x="24384" y="14078"/>
                            <a:pt x="31813" y="17983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1" name="Forme libre : forme 14340">
                      <a:extLst>
                        <a:ext uri="{FF2B5EF4-FFF2-40B4-BE49-F238E27FC236}">
                          <a16:creationId xmlns:a16="http://schemas.microsoft.com/office/drawing/2014/main" id="{0EA75588-CDEF-44DD-91C3-6A61004DB5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0676" y="3403891"/>
                      <a:ext cx="33024" cy="65025"/>
                    </a:xfrm>
                    <a:custGeom>
                      <a:avLst/>
                      <a:gdLst>
                        <a:gd name="connsiteX0" fmla="*/ 4473 w 33024"/>
                        <a:gd name="connsiteY0" fmla="*/ 64732 h 65025"/>
                        <a:gd name="connsiteX1" fmla="*/ 5045 w 33024"/>
                        <a:gd name="connsiteY1" fmla="*/ 28346 h 65025"/>
                        <a:gd name="connsiteX2" fmla="*/ 28190 w 33024"/>
                        <a:gd name="connsiteY2" fmla="*/ 248 h 65025"/>
                        <a:gd name="connsiteX3" fmla="*/ 28000 w 33024"/>
                        <a:gd name="connsiteY3" fmla="*/ 36824 h 65025"/>
                        <a:gd name="connsiteX4" fmla="*/ 4473 w 33024"/>
                        <a:gd name="connsiteY4" fmla="*/ 64732 h 650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024" h="65025">
                          <a:moveTo>
                            <a:pt x="4473" y="64732"/>
                          </a:moveTo>
                          <a:cubicBezTo>
                            <a:pt x="-1814" y="62351"/>
                            <a:pt x="-1337" y="46063"/>
                            <a:pt x="5045" y="28346"/>
                          </a:cubicBezTo>
                          <a:cubicBezTo>
                            <a:pt x="11521" y="10630"/>
                            <a:pt x="21713" y="-1943"/>
                            <a:pt x="28190" y="248"/>
                          </a:cubicBezTo>
                          <a:cubicBezTo>
                            <a:pt x="34667" y="2534"/>
                            <a:pt x="34667" y="18917"/>
                            <a:pt x="28000" y="36824"/>
                          </a:cubicBezTo>
                          <a:cubicBezTo>
                            <a:pt x="21428" y="54731"/>
                            <a:pt x="10760" y="67113"/>
                            <a:pt x="4473" y="6473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2" name="Forme libre : forme 14341">
                      <a:extLst>
                        <a:ext uri="{FF2B5EF4-FFF2-40B4-BE49-F238E27FC236}">
                          <a16:creationId xmlns:a16="http://schemas.microsoft.com/office/drawing/2014/main" id="{50DA5265-4EEC-43CD-BCE9-7AB65A5D53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5462" y="3371563"/>
                      <a:ext cx="62222" cy="78030"/>
                    </a:xfrm>
                    <a:custGeom>
                      <a:avLst/>
                      <a:gdLst>
                        <a:gd name="connsiteX0" fmla="*/ 45120 w 62222"/>
                        <a:gd name="connsiteY0" fmla="*/ 2097 h 78030"/>
                        <a:gd name="connsiteX1" fmla="*/ 33404 w 62222"/>
                        <a:gd name="connsiteY1" fmla="*/ 573 h 78030"/>
                        <a:gd name="connsiteX2" fmla="*/ 10639 w 62222"/>
                        <a:gd name="connsiteY2" fmla="*/ 28957 h 78030"/>
                        <a:gd name="connsiteX3" fmla="*/ 162 w 62222"/>
                        <a:gd name="connsiteY3" fmla="*/ 63152 h 78030"/>
                        <a:gd name="connsiteX4" fmla="*/ 6448 w 62222"/>
                        <a:gd name="connsiteY4" fmla="*/ 77821 h 78030"/>
                        <a:gd name="connsiteX5" fmla="*/ 15973 w 62222"/>
                        <a:gd name="connsiteY5" fmla="*/ 68581 h 78030"/>
                        <a:gd name="connsiteX6" fmla="*/ 38738 w 62222"/>
                        <a:gd name="connsiteY6" fmla="*/ 45626 h 78030"/>
                        <a:gd name="connsiteX7" fmla="*/ 62074 w 62222"/>
                        <a:gd name="connsiteY7" fmla="*/ 17241 h 78030"/>
                        <a:gd name="connsiteX8" fmla="*/ 45120 w 62222"/>
                        <a:gd name="connsiteY8" fmla="*/ 2097 h 78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2222" h="78030">
                          <a:moveTo>
                            <a:pt x="45120" y="2097"/>
                          </a:moveTo>
                          <a:cubicBezTo>
                            <a:pt x="41500" y="668"/>
                            <a:pt x="37785" y="-856"/>
                            <a:pt x="33404" y="573"/>
                          </a:cubicBezTo>
                          <a:cubicBezTo>
                            <a:pt x="25213" y="3335"/>
                            <a:pt x="16830" y="16003"/>
                            <a:pt x="10639" y="28957"/>
                          </a:cubicBezTo>
                          <a:cubicBezTo>
                            <a:pt x="5496" y="39816"/>
                            <a:pt x="1209" y="52008"/>
                            <a:pt x="162" y="63152"/>
                          </a:cubicBezTo>
                          <a:cubicBezTo>
                            <a:pt x="-600" y="71439"/>
                            <a:pt x="1305" y="79440"/>
                            <a:pt x="6448" y="77821"/>
                          </a:cubicBezTo>
                          <a:cubicBezTo>
                            <a:pt x="9591" y="76773"/>
                            <a:pt x="12925" y="72486"/>
                            <a:pt x="15973" y="68581"/>
                          </a:cubicBezTo>
                          <a:cubicBezTo>
                            <a:pt x="23307" y="59437"/>
                            <a:pt x="31023" y="51627"/>
                            <a:pt x="38738" y="45626"/>
                          </a:cubicBezTo>
                          <a:cubicBezTo>
                            <a:pt x="45310" y="40578"/>
                            <a:pt x="60074" y="32005"/>
                            <a:pt x="62074" y="17241"/>
                          </a:cubicBezTo>
                          <a:cubicBezTo>
                            <a:pt x="63789" y="4097"/>
                            <a:pt x="50168" y="4192"/>
                            <a:pt x="45120" y="209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3" name="Forme libre : forme 14342">
                      <a:extLst>
                        <a:ext uri="{FF2B5EF4-FFF2-40B4-BE49-F238E27FC236}">
                          <a16:creationId xmlns:a16="http://schemas.microsoft.com/office/drawing/2014/main" id="{35870A3F-5BAF-4ED0-B871-3A810F25E0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0376" y="3390733"/>
                      <a:ext cx="10087" cy="29073"/>
                    </a:xfrm>
                    <a:custGeom>
                      <a:avLst/>
                      <a:gdLst>
                        <a:gd name="connsiteX0" fmla="*/ 8301 w 10087"/>
                        <a:gd name="connsiteY0" fmla="*/ 2548 h 29073"/>
                        <a:gd name="connsiteX1" fmla="*/ 6397 w 10087"/>
                        <a:gd name="connsiteY1" fmla="*/ 71 h 29073"/>
                        <a:gd name="connsiteX2" fmla="*/ 3348 w 10087"/>
                        <a:gd name="connsiteY2" fmla="*/ 1786 h 29073"/>
                        <a:gd name="connsiteX3" fmla="*/ 1824 w 10087"/>
                        <a:gd name="connsiteY3" fmla="*/ 6549 h 29073"/>
                        <a:gd name="connsiteX4" fmla="*/ 110 w 10087"/>
                        <a:gd name="connsiteY4" fmla="*/ 18931 h 29073"/>
                        <a:gd name="connsiteX5" fmla="*/ 110 w 10087"/>
                        <a:gd name="connsiteY5" fmla="*/ 23598 h 29073"/>
                        <a:gd name="connsiteX6" fmla="*/ 8873 w 10087"/>
                        <a:gd name="connsiteY6" fmla="*/ 22836 h 29073"/>
                        <a:gd name="connsiteX7" fmla="*/ 8301 w 10087"/>
                        <a:gd name="connsiteY7" fmla="*/ 2548 h 29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087" h="29073">
                          <a:moveTo>
                            <a:pt x="8301" y="2548"/>
                          </a:moveTo>
                          <a:cubicBezTo>
                            <a:pt x="7825" y="1405"/>
                            <a:pt x="7254" y="453"/>
                            <a:pt x="6397" y="71"/>
                          </a:cubicBezTo>
                          <a:cubicBezTo>
                            <a:pt x="5539" y="-214"/>
                            <a:pt x="4301" y="357"/>
                            <a:pt x="3348" y="1786"/>
                          </a:cubicBezTo>
                          <a:cubicBezTo>
                            <a:pt x="2491" y="3120"/>
                            <a:pt x="2110" y="4929"/>
                            <a:pt x="1824" y="6549"/>
                          </a:cubicBezTo>
                          <a:cubicBezTo>
                            <a:pt x="1063" y="10739"/>
                            <a:pt x="491" y="14930"/>
                            <a:pt x="110" y="18931"/>
                          </a:cubicBezTo>
                          <a:cubicBezTo>
                            <a:pt x="15" y="20550"/>
                            <a:pt x="-80" y="22265"/>
                            <a:pt x="110" y="23598"/>
                          </a:cubicBezTo>
                          <a:cubicBezTo>
                            <a:pt x="967" y="29409"/>
                            <a:pt x="6111" y="32552"/>
                            <a:pt x="8873" y="22836"/>
                          </a:cubicBezTo>
                          <a:cubicBezTo>
                            <a:pt x="10873" y="15311"/>
                            <a:pt x="10206" y="7120"/>
                            <a:pt x="8301" y="254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4" name="Forme libre : forme 14343">
                      <a:extLst>
                        <a:ext uri="{FF2B5EF4-FFF2-40B4-BE49-F238E27FC236}">
                          <a16:creationId xmlns:a16="http://schemas.microsoft.com/office/drawing/2014/main" id="{E7B64A01-FC65-40B7-AF62-39C85E4AFF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069" y="3441477"/>
                      <a:ext cx="10887" cy="47815"/>
                    </a:xfrm>
                    <a:custGeom>
                      <a:avLst/>
                      <a:gdLst>
                        <a:gd name="connsiteX0" fmla="*/ 10888 w 10887"/>
                        <a:gd name="connsiteY0" fmla="*/ 47815 h 47815"/>
                        <a:gd name="connsiteX1" fmla="*/ 3268 w 10887"/>
                        <a:gd name="connsiteY1" fmla="*/ 39910 h 47815"/>
                        <a:gd name="connsiteX2" fmla="*/ 2792 w 10887"/>
                        <a:gd name="connsiteY2" fmla="*/ 0 h 47815"/>
                        <a:gd name="connsiteX3" fmla="*/ 10888 w 10887"/>
                        <a:gd name="connsiteY3" fmla="*/ 47815 h 47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887" h="47815">
                          <a:moveTo>
                            <a:pt x="10888" y="47815"/>
                          </a:moveTo>
                          <a:cubicBezTo>
                            <a:pt x="10888" y="47815"/>
                            <a:pt x="6411" y="46577"/>
                            <a:pt x="3268" y="39910"/>
                          </a:cubicBezTo>
                          <a:cubicBezTo>
                            <a:pt x="29" y="33338"/>
                            <a:pt x="-1875" y="21336"/>
                            <a:pt x="2792" y="0"/>
                          </a:cubicBezTo>
                          <a:cubicBezTo>
                            <a:pt x="2792" y="95"/>
                            <a:pt x="-3495" y="33433"/>
                            <a:pt x="10888" y="478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5" name="Forme libre : forme 14344">
                      <a:extLst>
                        <a:ext uri="{FF2B5EF4-FFF2-40B4-BE49-F238E27FC236}">
                          <a16:creationId xmlns:a16="http://schemas.microsoft.com/office/drawing/2014/main" id="{E4648026-273F-499B-9881-32CDBC4E7B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6393" y="3358610"/>
                      <a:ext cx="11516" cy="53245"/>
                    </a:xfrm>
                    <a:custGeom>
                      <a:avLst/>
                      <a:gdLst>
                        <a:gd name="connsiteX0" fmla="*/ 6953 w 11516"/>
                        <a:gd name="connsiteY0" fmla="*/ 53245 h 53245"/>
                        <a:gd name="connsiteX1" fmla="*/ 11334 w 11516"/>
                        <a:gd name="connsiteY1" fmla="*/ 31052 h 53245"/>
                        <a:gd name="connsiteX2" fmla="*/ 0 w 11516"/>
                        <a:gd name="connsiteY2" fmla="*/ 0 h 53245"/>
                        <a:gd name="connsiteX3" fmla="*/ 6953 w 11516"/>
                        <a:gd name="connsiteY3" fmla="*/ 53245 h 53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516" h="53245">
                          <a:moveTo>
                            <a:pt x="6953" y="53245"/>
                          </a:moveTo>
                          <a:cubicBezTo>
                            <a:pt x="6953" y="53245"/>
                            <a:pt x="10477" y="42958"/>
                            <a:pt x="11334" y="31052"/>
                          </a:cubicBezTo>
                          <a:cubicBezTo>
                            <a:pt x="12192" y="19241"/>
                            <a:pt x="10287" y="5810"/>
                            <a:pt x="0" y="0"/>
                          </a:cubicBezTo>
                          <a:cubicBezTo>
                            <a:pt x="0" y="0"/>
                            <a:pt x="16859" y="14669"/>
                            <a:pt x="6953" y="532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6" name="Forme libre : forme 14345">
                      <a:extLst>
                        <a:ext uri="{FF2B5EF4-FFF2-40B4-BE49-F238E27FC236}">
                          <a16:creationId xmlns:a16="http://schemas.microsoft.com/office/drawing/2014/main" id="{415AE9A1-8ADB-4E29-89DE-0202F02304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6741" y="3430753"/>
                      <a:ext cx="13866" cy="23457"/>
                    </a:xfrm>
                    <a:custGeom>
                      <a:avLst/>
                      <a:gdLst>
                        <a:gd name="connsiteX0" fmla="*/ 504 w 13866"/>
                        <a:gd name="connsiteY0" fmla="*/ 22820 h 23457"/>
                        <a:gd name="connsiteX1" fmla="*/ 4314 w 13866"/>
                        <a:gd name="connsiteY1" fmla="*/ 7961 h 23457"/>
                        <a:gd name="connsiteX2" fmla="*/ 13363 w 13866"/>
                        <a:gd name="connsiteY2" fmla="*/ 627 h 23457"/>
                        <a:gd name="connsiteX3" fmla="*/ 9553 w 13866"/>
                        <a:gd name="connsiteY3" fmla="*/ 15486 h 23457"/>
                        <a:gd name="connsiteX4" fmla="*/ 504 w 13866"/>
                        <a:gd name="connsiteY4" fmla="*/ 22820 h 23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66" h="23457">
                          <a:moveTo>
                            <a:pt x="504" y="22820"/>
                          </a:moveTo>
                          <a:cubicBezTo>
                            <a:pt x="-925" y="20725"/>
                            <a:pt x="790" y="14153"/>
                            <a:pt x="4314" y="7961"/>
                          </a:cubicBezTo>
                          <a:cubicBezTo>
                            <a:pt x="7838" y="1866"/>
                            <a:pt x="11839" y="-1468"/>
                            <a:pt x="13363" y="627"/>
                          </a:cubicBezTo>
                          <a:cubicBezTo>
                            <a:pt x="14791" y="2723"/>
                            <a:pt x="13077" y="9390"/>
                            <a:pt x="9553" y="15486"/>
                          </a:cubicBezTo>
                          <a:cubicBezTo>
                            <a:pt x="5933" y="21677"/>
                            <a:pt x="1838" y="24916"/>
                            <a:pt x="504" y="2282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7" name="Forme libre : forme 14346">
                      <a:extLst>
                        <a:ext uri="{FF2B5EF4-FFF2-40B4-BE49-F238E27FC236}">
                          <a16:creationId xmlns:a16="http://schemas.microsoft.com/office/drawing/2014/main" id="{D740EE6B-567C-40A2-89FC-95D8A3D23C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6082" y="3450675"/>
                      <a:ext cx="4040" cy="6777"/>
                    </a:xfrm>
                    <a:custGeom>
                      <a:avLst/>
                      <a:gdLst>
                        <a:gd name="connsiteX0" fmla="*/ 782 w 4040"/>
                        <a:gd name="connsiteY0" fmla="*/ 6709 h 6777"/>
                        <a:gd name="connsiteX1" fmla="*/ 401 w 4040"/>
                        <a:gd name="connsiteY1" fmla="*/ 2803 h 6777"/>
                        <a:gd name="connsiteX2" fmla="*/ 3258 w 4040"/>
                        <a:gd name="connsiteY2" fmla="*/ 41 h 6777"/>
                        <a:gd name="connsiteX3" fmla="*/ 3639 w 4040"/>
                        <a:gd name="connsiteY3" fmla="*/ 3946 h 6777"/>
                        <a:gd name="connsiteX4" fmla="*/ 782 w 4040"/>
                        <a:gd name="connsiteY4" fmla="*/ 6709 h 6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0" h="6777">
                          <a:moveTo>
                            <a:pt x="782" y="6709"/>
                          </a:moveTo>
                          <a:cubicBezTo>
                            <a:pt x="-75" y="6328"/>
                            <a:pt x="-266" y="4613"/>
                            <a:pt x="401" y="2803"/>
                          </a:cubicBezTo>
                          <a:cubicBezTo>
                            <a:pt x="1068" y="994"/>
                            <a:pt x="2401" y="-245"/>
                            <a:pt x="3258" y="41"/>
                          </a:cubicBezTo>
                          <a:cubicBezTo>
                            <a:pt x="4116" y="327"/>
                            <a:pt x="4306" y="2137"/>
                            <a:pt x="3639" y="3946"/>
                          </a:cubicBezTo>
                          <a:cubicBezTo>
                            <a:pt x="2973" y="5851"/>
                            <a:pt x="1639" y="7089"/>
                            <a:pt x="782" y="67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8" name="Forme libre : forme 14347">
                      <a:extLst>
                        <a:ext uri="{FF2B5EF4-FFF2-40B4-BE49-F238E27FC236}">
                          <a16:creationId xmlns:a16="http://schemas.microsoft.com/office/drawing/2014/main" id="{B61D1E78-A3FA-4125-8ECF-2A64CBA21F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1087" y="3436711"/>
                      <a:ext cx="46817" cy="51088"/>
                    </a:xfrm>
                    <a:custGeom>
                      <a:avLst/>
                      <a:gdLst>
                        <a:gd name="connsiteX0" fmla="*/ 18825 w 46817"/>
                        <a:gd name="connsiteY0" fmla="*/ 49724 h 51088"/>
                        <a:gd name="connsiteX1" fmla="*/ 2823 w 46817"/>
                        <a:gd name="connsiteY1" fmla="*/ 48962 h 51088"/>
                        <a:gd name="connsiteX2" fmla="*/ 347 w 46817"/>
                        <a:gd name="connsiteY2" fmla="*/ 42581 h 51088"/>
                        <a:gd name="connsiteX3" fmla="*/ 5967 w 46817"/>
                        <a:gd name="connsiteY3" fmla="*/ 36485 h 51088"/>
                        <a:gd name="connsiteX4" fmla="*/ 24731 w 46817"/>
                        <a:gd name="connsiteY4" fmla="*/ 26769 h 51088"/>
                        <a:gd name="connsiteX5" fmla="*/ 46448 w 46817"/>
                        <a:gd name="connsiteY5" fmla="*/ 1242 h 51088"/>
                        <a:gd name="connsiteX6" fmla="*/ 32637 w 46817"/>
                        <a:gd name="connsiteY6" fmla="*/ 38294 h 51088"/>
                        <a:gd name="connsiteX7" fmla="*/ 18825 w 46817"/>
                        <a:gd name="connsiteY7" fmla="*/ 49724 h 510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6817" h="51088">
                          <a:moveTo>
                            <a:pt x="18825" y="49724"/>
                          </a:moveTo>
                          <a:cubicBezTo>
                            <a:pt x="12825" y="52106"/>
                            <a:pt x="7586" y="51058"/>
                            <a:pt x="2823" y="48962"/>
                          </a:cubicBezTo>
                          <a:cubicBezTo>
                            <a:pt x="1109" y="48200"/>
                            <a:pt x="-796" y="46295"/>
                            <a:pt x="347" y="42581"/>
                          </a:cubicBezTo>
                          <a:cubicBezTo>
                            <a:pt x="1299" y="39247"/>
                            <a:pt x="3966" y="37342"/>
                            <a:pt x="5967" y="36485"/>
                          </a:cubicBezTo>
                          <a:cubicBezTo>
                            <a:pt x="12253" y="33817"/>
                            <a:pt x="18540" y="33532"/>
                            <a:pt x="24731" y="26769"/>
                          </a:cubicBezTo>
                          <a:cubicBezTo>
                            <a:pt x="28731" y="22673"/>
                            <a:pt x="43971" y="-6283"/>
                            <a:pt x="46448" y="1242"/>
                          </a:cubicBezTo>
                          <a:cubicBezTo>
                            <a:pt x="49020" y="8862"/>
                            <a:pt x="37494" y="31913"/>
                            <a:pt x="32637" y="38294"/>
                          </a:cubicBezTo>
                          <a:cubicBezTo>
                            <a:pt x="28255" y="44200"/>
                            <a:pt x="23302" y="48010"/>
                            <a:pt x="18825" y="4972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54" name="Graphique 1">
                    <a:extLst>
                      <a:ext uri="{FF2B5EF4-FFF2-40B4-BE49-F238E27FC236}">
                        <a16:creationId xmlns:a16="http://schemas.microsoft.com/office/drawing/2014/main" id="{EEFA4E82-D74F-4E99-8654-1356197842EE}"/>
                      </a:ext>
                    </a:extLst>
                  </p:cNvPr>
                  <p:cNvGrpSpPr/>
                  <p:nvPr/>
                </p:nvGrpSpPr>
                <p:grpSpPr>
                  <a:xfrm>
                    <a:off x="3744307" y="3491817"/>
                    <a:ext cx="92812" cy="147903"/>
                    <a:chOff x="3744307" y="3491817"/>
                    <a:chExt cx="92812" cy="147903"/>
                  </a:xfrm>
                  <a:solidFill>
                    <a:schemeClr val="accent1"/>
                  </a:solidFill>
                </p:grpSpPr>
                <p:sp>
                  <p:nvSpPr>
                    <p:cNvPr id="14325" name="Forme libre : forme 14324">
                      <a:extLst>
                        <a:ext uri="{FF2B5EF4-FFF2-40B4-BE49-F238E27FC236}">
                          <a16:creationId xmlns:a16="http://schemas.microsoft.com/office/drawing/2014/main" id="{F1675CEB-A6E4-4E82-822A-1771FF1604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4316" y="3491912"/>
                      <a:ext cx="92802" cy="147808"/>
                    </a:xfrm>
                    <a:custGeom>
                      <a:avLst/>
                      <a:gdLst>
                        <a:gd name="connsiteX0" fmla="*/ 6918 w 92802"/>
                        <a:gd name="connsiteY0" fmla="*/ 87677 h 147808"/>
                        <a:gd name="connsiteX1" fmla="*/ 27873 w 92802"/>
                        <a:gd name="connsiteY1" fmla="*/ 36243 h 147808"/>
                        <a:gd name="connsiteX2" fmla="*/ 66545 w 92802"/>
                        <a:gd name="connsiteY2" fmla="*/ 809 h 147808"/>
                        <a:gd name="connsiteX3" fmla="*/ 82832 w 92802"/>
                        <a:gd name="connsiteY3" fmla="*/ 7286 h 147808"/>
                        <a:gd name="connsiteX4" fmla="*/ 86071 w 92802"/>
                        <a:gd name="connsiteY4" fmla="*/ 60150 h 147808"/>
                        <a:gd name="connsiteX5" fmla="*/ 63973 w 92802"/>
                        <a:gd name="connsiteY5" fmla="*/ 111966 h 147808"/>
                        <a:gd name="connsiteX6" fmla="*/ 24444 w 92802"/>
                        <a:gd name="connsiteY6" fmla="*/ 146923 h 147808"/>
                        <a:gd name="connsiteX7" fmla="*/ 9014 w 92802"/>
                        <a:gd name="connsiteY7" fmla="*/ 140255 h 147808"/>
                        <a:gd name="connsiteX8" fmla="*/ 6918 w 92802"/>
                        <a:gd name="connsiteY8" fmla="*/ 87677 h 147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802" h="147808">
                          <a:moveTo>
                            <a:pt x="6918" y="87677"/>
                          </a:moveTo>
                          <a:lnTo>
                            <a:pt x="27873" y="36243"/>
                          </a:lnTo>
                          <a:cubicBezTo>
                            <a:pt x="37493" y="12144"/>
                            <a:pt x="54733" y="-3858"/>
                            <a:pt x="66545" y="809"/>
                          </a:cubicBezTo>
                          <a:lnTo>
                            <a:pt x="82832" y="7286"/>
                          </a:lnTo>
                          <a:cubicBezTo>
                            <a:pt x="94643" y="11954"/>
                            <a:pt x="96263" y="35766"/>
                            <a:pt x="86071" y="60150"/>
                          </a:cubicBezTo>
                          <a:lnTo>
                            <a:pt x="63973" y="111966"/>
                          </a:lnTo>
                          <a:cubicBezTo>
                            <a:pt x="53400" y="136160"/>
                            <a:pt x="35493" y="151781"/>
                            <a:pt x="24444" y="146923"/>
                          </a:cubicBezTo>
                          <a:lnTo>
                            <a:pt x="9014" y="140255"/>
                          </a:lnTo>
                          <a:cubicBezTo>
                            <a:pt x="-2226" y="135302"/>
                            <a:pt x="-2988" y="111680"/>
                            <a:pt x="6918" y="87677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6" name="Forme libre : forme 14325">
                      <a:extLst>
                        <a:ext uri="{FF2B5EF4-FFF2-40B4-BE49-F238E27FC236}">
                          <a16:creationId xmlns:a16="http://schemas.microsoft.com/office/drawing/2014/main" id="{D023F906-70F7-467D-A8C9-469D7567BE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4307" y="3491817"/>
                      <a:ext cx="73602" cy="140350"/>
                    </a:xfrm>
                    <a:custGeom>
                      <a:avLst/>
                      <a:gdLst>
                        <a:gd name="connsiteX0" fmla="*/ 43313 w 73602"/>
                        <a:gd name="connsiteY0" fmla="*/ 53292 h 140350"/>
                        <a:gd name="connsiteX1" fmla="*/ 73603 w 73602"/>
                        <a:gd name="connsiteY1" fmla="*/ 3572 h 140350"/>
                        <a:gd name="connsiteX2" fmla="*/ 66554 w 73602"/>
                        <a:gd name="connsiteY2" fmla="*/ 809 h 140350"/>
                        <a:gd name="connsiteX3" fmla="*/ 27883 w 73602"/>
                        <a:gd name="connsiteY3" fmla="*/ 36243 h 140350"/>
                        <a:gd name="connsiteX4" fmla="*/ 6928 w 73602"/>
                        <a:gd name="connsiteY4" fmla="*/ 87677 h 140350"/>
                        <a:gd name="connsiteX5" fmla="*/ 8928 w 73602"/>
                        <a:gd name="connsiteY5" fmla="*/ 140160 h 140350"/>
                        <a:gd name="connsiteX6" fmla="*/ 9404 w 73602"/>
                        <a:gd name="connsiteY6" fmla="*/ 140351 h 140350"/>
                        <a:gd name="connsiteX7" fmla="*/ 43313 w 73602"/>
                        <a:gd name="connsiteY7" fmla="*/ 53292 h 140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602" h="140350">
                          <a:moveTo>
                            <a:pt x="43313" y="53292"/>
                          </a:moveTo>
                          <a:cubicBezTo>
                            <a:pt x="49123" y="31766"/>
                            <a:pt x="60839" y="11859"/>
                            <a:pt x="73603" y="3572"/>
                          </a:cubicBezTo>
                          <a:lnTo>
                            <a:pt x="66554" y="809"/>
                          </a:lnTo>
                          <a:cubicBezTo>
                            <a:pt x="54648" y="-3858"/>
                            <a:pt x="37503" y="12144"/>
                            <a:pt x="27883" y="36243"/>
                          </a:cubicBezTo>
                          <a:lnTo>
                            <a:pt x="6928" y="87677"/>
                          </a:lnTo>
                          <a:cubicBezTo>
                            <a:pt x="-2978" y="111681"/>
                            <a:pt x="-2216" y="135302"/>
                            <a:pt x="8928" y="140160"/>
                          </a:cubicBezTo>
                          <a:lnTo>
                            <a:pt x="9404" y="140351"/>
                          </a:lnTo>
                          <a:cubicBezTo>
                            <a:pt x="20929" y="110728"/>
                            <a:pt x="35122" y="83772"/>
                            <a:pt x="43313" y="53292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7" name="Forme libre : forme 14326">
                      <a:extLst>
                        <a:ext uri="{FF2B5EF4-FFF2-40B4-BE49-F238E27FC236}">
                          <a16:creationId xmlns:a16="http://schemas.microsoft.com/office/drawing/2014/main" id="{72E67366-7C43-4D90-8A22-A734ED1469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8253" y="3542504"/>
                      <a:ext cx="34322" cy="64100"/>
                    </a:xfrm>
                    <a:custGeom>
                      <a:avLst/>
                      <a:gdLst>
                        <a:gd name="connsiteX0" fmla="*/ 3746 w 34322"/>
                        <a:gd name="connsiteY0" fmla="*/ 63756 h 64100"/>
                        <a:gd name="connsiteX1" fmla="*/ 6318 w 34322"/>
                        <a:gd name="connsiteY1" fmla="*/ 27561 h 64100"/>
                        <a:gd name="connsiteX2" fmla="*/ 30321 w 34322"/>
                        <a:gd name="connsiteY2" fmla="*/ 319 h 64100"/>
                        <a:gd name="connsiteX3" fmla="*/ 28035 w 34322"/>
                        <a:gd name="connsiteY3" fmla="*/ 36610 h 64100"/>
                        <a:gd name="connsiteX4" fmla="*/ 3746 w 34322"/>
                        <a:gd name="connsiteY4" fmla="*/ 63756 h 64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322" h="64100">
                          <a:moveTo>
                            <a:pt x="3746" y="63756"/>
                          </a:moveTo>
                          <a:cubicBezTo>
                            <a:pt x="-2159" y="61184"/>
                            <a:pt x="-921" y="44992"/>
                            <a:pt x="6318" y="27561"/>
                          </a:cubicBezTo>
                          <a:cubicBezTo>
                            <a:pt x="13557" y="10035"/>
                            <a:pt x="24225" y="-2157"/>
                            <a:pt x="30321" y="319"/>
                          </a:cubicBezTo>
                          <a:cubicBezTo>
                            <a:pt x="36417" y="2796"/>
                            <a:pt x="35465" y="19084"/>
                            <a:pt x="28035" y="36610"/>
                          </a:cubicBezTo>
                          <a:cubicBezTo>
                            <a:pt x="20606" y="54231"/>
                            <a:pt x="9652" y="66328"/>
                            <a:pt x="3746" y="6375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8" name="Forme libre : forme 14327">
                      <a:extLst>
                        <a:ext uri="{FF2B5EF4-FFF2-40B4-BE49-F238E27FC236}">
                          <a16:creationId xmlns:a16="http://schemas.microsoft.com/office/drawing/2014/main" id="{F645FEA4-619C-4588-9414-911C0BA6AD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9808" y="3542504"/>
                      <a:ext cx="32771" cy="42229"/>
                    </a:xfrm>
                    <a:custGeom>
                      <a:avLst/>
                      <a:gdLst>
                        <a:gd name="connsiteX0" fmla="*/ 32099 w 32771"/>
                        <a:gd name="connsiteY0" fmla="*/ 18036 h 42229"/>
                        <a:gd name="connsiteX1" fmla="*/ 28765 w 32771"/>
                        <a:gd name="connsiteY1" fmla="*/ 319 h 42229"/>
                        <a:gd name="connsiteX2" fmla="*/ 4763 w 32771"/>
                        <a:gd name="connsiteY2" fmla="*/ 27561 h 42229"/>
                        <a:gd name="connsiteX3" fmla="*/ 0 w 32771"/>
                        <a:gd name="connsiteY3" fmla="*/ 42229 h 42229"/>
                        <a:gd name="connsiteX4" fmla="*/ 4000 w 32771"/>
                        <a:gd name="connsiteY4" fmla="*/ 34705 h 42229"/>
                        <a:gd name="connsiteX5" fmla="*/ 32099 w 32771"/>
                        <a:gd name="connsiteY5" fmla="*/ 18036 h 42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771" h="42229">
                          <a:moveTo>
                            <a:pt x="32099" y="18036"/>
                          </a:moveTo>
                          <a:cubicBezTo>
                            <a:pt x="33623" y="8797"/>
                            <a:pt x="32575" y="1843"/>
                            <a:pt x="28765" y="319"/>
                          </a:cubicBezTo>
                          <a:cubicBezTo>
                            <a:pt x="22669" y="-2157"/>
                            <a:pt x="12001" y="10035"/>
                            <a:pt x="4763" y="27561"/>
                          </a:cubicBezTo>
                          <a:cubicBezTo>
                            <a:pt x="2667" y="32704"/>
                            <a:pt x="1048" y="37657"/>
                            <a:pt x="0" y="42229"/>
                          </a:cubicBezTo>
                          <a:cubicBezTo>
                            <a:pt x="1143" y="39562"/>
                            <a:pt x="2476" y="37086"/>
                            <a:pt x="4000" y="34705"/>
                          </a:cubicBezTo>
                          <a:cubicBezTo>
                            <a:pt x="13144" y="22132"/>
                            <a:pt x="25146" y="13940"/>
                            <a:pt x="32099" y="18036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9" name="Forme libre : forme 14328">
                      <a:extLst>
                        <a:ext uri="{FF2B5EF4-FFF2-40B4-BE49-F238E27FC236}">
                          <a16:creationId xmlns:a16="http://schemas.microsoft.com/office/drawing/2014/main" id="{FC574F9D-5657-451B-B874-A9534FAC6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4538" y="3544695"/>
                      <a:ext cx="34322" cy="64100"/>
                    </a:xfrm>
                    <a:custGeom>
                      <a:avLst/>
                      <a:gdLst>
                        <a:gd name="connsiteX0" fmla="*/ 3746 w 34322"/>
                        <a:gd name="connsiteY0" fmla="*/ 63756 h 64100"/>
                        <a:gd name="connsiteX1" fmla="*/ 6318 w 34322"/>
                        <a:gd name="connsiteY1" fmla="*/ 27561 h 64100"/>
                        <a:gd name="connsiteX2" fmla="*/ 30321 w 34322"/>
                        <a:gd name="connsiteY2" fmla="*/ 319 h 64100"/>
                        <a:gd name="connsiteX3" fmla="*/ 28035 w 34322"/>
                        <a:gd name="connsiteY3" fmla="*/ 36610 h 64100"/>
                        <a:gd name="connsiteX4" fmla="*/ 3746 w 34322"/>
                        <a:gd name="connsiteY4" fmla="*/ 63756 h 64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322" h="64100">
                          <a:moveTo>
                            <a:pt x="3746" y="63756"/>
                          </a:moveTo>
                          <a:cubicBezTo>
                            <a:pt x="-2159" y="61184"/>
                            <a:pt x="-921" y="44992"/>
                            <a:pt x="6318" y="27561"/>
                          </a:cubicBezTo>
                          <a:cubicBezTo>
                            <a:pt x="13557" y="10035"/>
                            <a:pt x="24225" y="-2157"/>
                            <a:pt x="30321" y="319"/>
                          </a:cubicBezTo>
                          <a:cubicBezTo>
                            <a:pt x="36417" y="2796"/>
                            <a:pt x="35465" y="19084"/>
                            <a:pt x="28035" y="36610"/>
                          </a:cubicBezTo>
                          <a:cubicBezTo>
                            <a:pt x="20510" y="54231"/>
                            <a:pt x="9652" y="66328"/>
                            <a:pt x="3746" y="6375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30" name="Forme libre : forme 14329">
                      <a:extLst>
                        <a:ext uri="{FF2B5EF4-FFF2-40B4-BE49-F238E27FC236}">
                          <a16:creationId xmlns:a16="http://schemas.microsoft.com/office/drawing/2014/main" id="{9B3E2712-8150-4E96-BFF1-55F4DE9D84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435" y="3512763"/>
                      <a:ext cx="63140" cy="76730"/>
                    </a:xfrm>
                    <a:custGeom>
                      <a:avLst/>
                      <a:gdLst>
                        <a:gd name="connsiteX0" fmla="*/ 47569 w 63140"/>
                        <a:gd name="connsiteY0" fmla="*/ 2438 h 76730"/>
                        <a:gd name="connsiteX1" fmla="*/ 36424 w 63140"/>
                        <a:gd name="connsiteY1" fmla="*/ 438 h 76730"/>
                        <a:gd name="connsiteX2" fmla="*/ 12612 w 63140"/>
                        <a:gd name="connsiteY2" fmla="*/ 27965 h 76730"/>
                        <a:gd name="connsiteX3" fmla="*/ 420 w 63140"/>
                        <a:gd name="connsiteY3" fmla="*/ 61779 h 76730"/>
                        <a:gd name="connsiteX4" fmla="*/ 5659 w 63140"/>
                        <a:gd name="connsiteY4" fmla="*/ 76542 h 76730"/>
                        <a:gd name="connsiteX5" fmla="*/ 15374 w 63140"/>
                        <a:gd name="connsiteY5" fmla="*/ 67589 h 76730"/>
                        <a:gd name="connsiteX6" fmla="*/ 38615 w 63140"/>
                        <a:gd name="connsiteY6" fmla="*/ 45491 h 76730"/>
                        <a:gd name="connsiteX7" fmla="*/ 62809 w 63140"/>
                        <a:gd name="connsiteY7" fmla="*/ 18249 h 76730"/>
                        <a:gd name="connsiteX8" fmla="*/ 47569 w 63140"/>
                        <a:gd name="connsiteY8" fmla="*/ 2438 h 767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3140" h="76730">
                          <a:moveTo>
                            <a:pt x="47569" y="2438"/>
                          </a:moveTo>
                          <a:cubicBezTo>
                            <a:pt x="44140" y="819"/>
                            <a:pt x="40615" y="-801"/>
                            <a:pt x="36424" y="438"/>
                          </a:cubicBezTo>
                          <a:cubicBezTo>
                            <a:pt x="28328" y="2819"/>
                            <a:pt x="19375" y="15202"/>
                            <a:pt x="12612" y="27965"/>
                          </a:cubicBezTo>
                          <a:cubicBezTo>
                            <a:pt x="6992" y="38633"/>
                            <a:pt x="2039" y="50730"/>
                            <a:pt x="420" y="61779"/>
                          </a:cubicBezTo>
                          <a:cubicBezTo>
                            <a:pt x="-818" y="70065"/>
                            <a:pt x="610" y="78066"/>
                            <a:pt x="5659" y="76542"/>
                          </a:cubicBezTo>
                          <a:cubicBezTo>
                            <a:pt x="8802" y="75590"/>
                            <a:pt x="12136" y="71399"/>
                            <a:pt x="15374" y="67589"/>
                          </a:cubicBezTo>
                          <a:cubicBezTo>
                            <a:pt x="22899" y="58731"/>
                            <a:pt x="30805" y="51206"/>
                            <a:pt x="38615" y="45491"/>
                          </a:cubicBezTo>
                          <a:cubicBezTo>
                            <a:pt x="45283" y="40633"/>
                            <a:pt x="59951" y="32728"/>
                            <a:pt x="62809" y="18249"/>
                          </a:cubicBezTo>
                          <a:cubicBezTo>
                            <a:pt x="65380" y="5200"/>
                            <a:pt x="52331" y="4724"/>
                            <a:pt x="47569" y="243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31" name="Forme libre : forme 14330">
                      <a:extLst>
                        <a:ext uri="{FF2B5EF4-FFF2-40B4-BE49-F238E27FC236}">
                          <a16:creationId xmlns:a16="http://schemas.microsoft.com/office/drawing/2014/main" id="{DE6E5523-4235-4672-8242-C6C3696AA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5216" y="3532362"/>
                      <a:ext cx="10429" cy="28783"/>
                    </a:xfrm>
                    <a:custGeom>
                      <a:avLst/>
                      <a:gdLst>
                        <a:gd name="connsiteX0" fmla="*/ 9265 w 10429"/>
                        <a:gd name="connsiteY0" fmla="*/ 2556 h 28783"/>
                        <a:gd name="connsiteX1" fmla="*/ 7550 w 10429"/>
                        <a:gd name="connsiteY1" fmla="*/ 79 h 28783"/>
                        <a:gd name="connsiteX2" fmla="*/ 4502 w 10429"/>
                        <a:gd name="connsiteY2" fmla="*/ 1699 h 28783"/>
                        <a:gd name="connsiteX3" fmla="*/ 2692 w 10429"/>
                        <a:gd name="connsiteY3" fmla="*/ 6366 h 28783"/>
                        <a:gd name="connsiteX4" fmla="*/ 311 w 10429"/>
                        <a:gd name="connsiteY4" fmla="*/ 18558 h 28783"/>
                        <a:gd name="connsiteX5" fmla="*/ 25 w 10429"/>
                        <a:gd name="connsiteY5" fmla="*/ 23225 h 28783"/>
                        <a:gd name="connsiteX6" fmla="*/ 8502 w 10429"/>
                        <a:gd name="connsiteY6" fmla="*/ 22749 h 28783"/>
                        <a:gd name="connsiteX7" fmla="*/ 9265 w 10429"/>
                        <a:gd name="connsiteY7" fmla="*/ 2556 h 28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429" h="28783">
                          <a:moveTo>
                            <a:pt x="9265" y="2556"/>
                          </a:moveTo>
                          <a:cubicBezTo>
                            <a:pt x="8884" y="1413"/>
                            <a:pt x="8407" y="365"/>
                            <a:pt x="7550" y="79"/>
                          </a:cubicBezTo>
                          <a:cubicBezTo>
                            <a:pt x="6693" y="-207"/>
                            <a:pt x="5454" y="270"/>
                            <a:pt x="4502" y="1699"/>
                          </a:cubicBezTo>
                          <a:cubicBezTo>
                            <a:pt x="3645" y="3032"/>
                            <a:pt x="3073" y="4747"/>
                            <a:pt x="2692" y="6366"/>
                          </a:cubicBezTo>
                          <a:cubicBezTo>
                            <a:pt x="1644" y="10557"/>
                            <a:pt x="883" y="14653"/>
                            <a:pt x="311" y="18558"/>
                          </a:cubicBezTo>
                          <a:cubicBezTo>
                            <a:pt x="120" y="20177"/>
                            <a:pt x="-70" y="21796"/>
                            <a:pt x="25" y="23225"/>
                          </a:cubicBezTo>
                          <a:cubicBezTo>
                            <a:pt x="502" y="29035"/>
                            <a:pt x="5264" y="32274"/>
                            <a:pt x="8502" y="22749"/>
                          </a:cubicBezTo>
                          <a:cubicBezTo>
                            <a:pt x="10979" y="15415"/>
                            <a:pt x="10884" y="7223"/>
                            <a:pt x="9265" y="255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32" name="Forme libre : forme 14331">
                      <a:extLst>
                        <a:ext uri="{FF2B5EF4-FFF2-40B4-BE49-F238E27FC236}">
                          <a16:creationId xmlns:a16="http://schemas.microsoft.com/office/drawing/2014/main" id="{145CFB10-C2B9-4642-A5D4-442C0684D1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8046" y="3581114"/>
                      <a:ext cx="9284" cy="47720"/>
                    </a:xfrm>
                    <a:custGeom>
                      <a:avLst/>
                      <a:gdLst>
                        <a:gd name="connsiteX0" fmla="*/ 9284 w 9284"/>
                        <a:gd name="connsiteY0" fmla="*/ 47721 h 47720"/>
                        <a:gd name="connsiteX1" fmla="*/ 4045 w 9284"/>
                        <a:gd name="connsiteY1" fmla="*/ 0 h 47720"/>
                        <a:gd name="connsiteX2" fmla="*/ 9284 w 9284"/>
                        <a:gd name="connsiteY2" fmla="*/ 47721 h 47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284" h="47720">
                          <a:moveTo>
                            <a:pt x="9284" y="47721"/>
                          </a:moveTo>
                          <a:cubicBezTo>
                            <a:pt x="9284" y="47721"/>
                            <a:pt x="-7480" y="42387"/>
                            <a:pt x="4045" y="0"/>
                          </a:cubicBezTo>
                          <a:cubicBezTo>
                            <a:pt x="4045" y="-95"/>
                            <a:pt x="-3860" y="33052"/>
                            <a:pt x="9284" y="477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33" name="Forme libre : forme 14332">
                      <a:extLst>
                        <a:ext uri="{FF2B5EF4-FFF2-40B4-BE49-F238E27FC236}">
                          <a16:creationId xmlns:a16="http://schemas.microsoft.com/office/drawing/2014/main" id="{43CC986A-3F09-42D2-B55E-19CA291610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4386" y="3501008"/>
                      <a:ext cx="9408" cy="52959"/>
                    </a:xfrm>
                    <a:custGeom>
                      <a:avLst/>
                      <a:gdLst>
                        <a:gd name="connsiteX0" fmla="*/ 3143 w 9408"/>
                        <a:gd name="connsiteY0" fmla="*/ 52959 h 52959"/>
                        <a:gd name="connsiteX1" fmla="*/ 0 w 9408"/>
                        <a:gd name="connsiteY1" fmla="*/ 0 h 52959"/>
                        <a:gd name="connsiteX2" fmla="*/ 3143 w 9408"/>
                        <a:gd name="connsiteY2" fmla="*/ 52959 h 52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408" h="52959">
                          <a:moveTo>
                            <a:pt x="3143" y="52959"/>
                          </a:moveTo>
                          <a:cubicBezTo>
                            <a:pt x="3143" y="52959"/>
                            <a:pt x="19145" y="12574"/>
                            <a:pt x="0" y="0"/>
                          </a:cubicBezTo>
                          <a:cubicBezTo>
                            <a:pt x="0" y="-95"/>
                            <a:pt x="15050" y="15241"/>
                            <a:pt x="3143" y="529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34" name="Forme libre : forme 14333">
                      <a:extLst>
                        <a:ext uri="{FF2B5EF4-FFF2-40B4-BE49-F238E27FC236}">
                          <a16:creationId xmlns:a16="http://schemas.microsoft.com/office/drawing/2014/main" id="{FA8A4D60-6DCB-49B9-BB65-62275F4B7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0301" y="3571511"/>
                      <a:ext cx="14352" cy="23015"/>
                    </a:xfrm>
                    <a:custGeom>
                      <a:avLst/>
                      <a:gdLst>
                        <a:gd name="connsiteX0" fmla="*/ 366 w 14352"/>
                        <a:gd name="connsiteY0" fmla="*/ 22366 h 23015"/>
                        <a:gd name="connsiteX1" fmla="*/ 4938 w 14352"/>
                        <a:gd name="connsiteY1" fmla="*/ 7698 h 23015"/>
                        <a:gd name="connsiteX2" fmla="*/ 13986 w 14352"/>
                        <a:gd name="connsiteY2" fmla="*/ 649 h 23015"/>
                        <a:gd name="connsiteX3" fmla="*/ 9415 w 14352"/>
                        <a:gd name="connsiteY3" fmla="*/ 15318 h 23015"/>
                        <a:gd name="connsiteX4" fmla="*/ 366 w 14352"/>
                        <a:gd name="connsiteY4" fmla="*/ 22366 h 23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52" h="23015">
                          <a:moveTo>
                            <a:pt x="366" y="22366"/>
                          </a:moveTo>
                          <a:cubicBezTo>
                            <a:pt x="-873" y="20271"/>
                            <a:pt x="1128" y="13698"/>
                            <a:pt x="4938" y="7698"/>
                          </a:cubicBezTo>
                          <a:cubicBezTo>
                            <a:pt x="8748" y="1697"/>
                            <a:pt x="12748" y="-1446"/>
                            <a:pt x="13986" y="649"/>
                          </a:cubicBezTo>
                          <a:cubicBezTo>
                            <a:pt x="15225" y="2745"/>
                            <a:pt x="13225" y="9317"/>
                            <a:pt x="9415" y="15318"/>
                          </a:cubicBezTo>
                          <a:cubicBezTo>
                            <a:pt x="5700" y="21318"/>
                            <a:pt x="1604" y="24462"/>
                            <a:pt x="366" y="2236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35" name="Forme libre : forme 14334">
                      <a:extLst>
                        <a:ext uri="{FF2B5EF4-FFF2-40B4-BE49-F238E27FC236}">
                          <a16:creationId xmlns:a16="http://schemas.microsoft.com/office/drawing/2014/main" id="{01EDA869-3EAF-42B0-86EB-97D8B619EA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9388" y="3590976"/>
                      <a:ext cx="4176" cy="6684"/>
                    </a:xfrm>
                    <a:custGeom>
                      <a:avLst/>
                      <a:gdLst>
                        <a:gd name="connsiteX0" fmla="*/ 707 w 4176"/>
                        <a:gd name="connsiteY0" fmla="*/ 6616 h 6684"/>
                        <a:gd name="connsiteX1" fmla="*/ 517 w 4176"/>
                        <a:gd name="connsiteY1" fmla="*/ 2711 h 6684"/>
                        <a:gd name="connsiteX2" fmla="*/ 3470 w 4176"/>
                        <a:gd name="connsiteY2" fmla="*/ 44 h 6684"/>
                        <a:gd name="connsiteX3" fmla="*/ 3660 w 4176"/>
                        <a:gd name="connsiteY3" fmla="*/ 3949 h 6684"/>
                        <a:gd name="connsiteX4" fmla="*/ 707 w 4176"/>
                        <a:gd name="connsiteY4" fmla="*/ 6616 h 6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76" h="6684">
                          <a:moveTo>
                            <a:pt x="707" y="6616"/>
                          </a:moveTo>
                          <a:cubicBezTo>
                            <a:pt x="-150" y="6235"/>
                            <a:pt x="-245" y="4520"/>
                            <a:pt x="517" y="2711"/>
                          </a:cubicBezTo>
                          <a:cubicBezTo>
                            <a:pt x="1279" y="901"/>
                            <a:pt x="2612" y="-242"/>
                            <a:pt x="3470" y="44"/>
                          </a:cubicBezTo>
                          <a:cubicBezTo>
                            <a:pt x="4327" y="424"/>
                            <a:pt x="4422" y="2139"/>
                            <a:pt x="3660" y="3949"/>
                          </a:cubicBezTo>
                          <a:cubicBezTo>
                            <a:pt x="2898" y="5758"/>
                            <a:pt x="1564" y="6997"/>
                            <a:pt x="707" y="66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36" name="Forme libre : forme 14335">
                      <a:extLst>
                        <a:ext uri="{FF2B5EF4-FFF2-40B4-BE49-F238E27FC236}">
                          <a16:creationId xmlns:a16="http://schemas.microsoft.com/office/drawing/2014/main" id="{36CB6EB4-B9D8-4B29-B5E3-EA690F05C0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3670" y="3578034"/>
                      <a:ext cx="47409" cy="49693"/>
                    </a:xfrm>
                    <a:custGeom>
                      <a:avLst/>
                      <a:gdLst>
                        <a:gd name="connsiteX0" fmla="*/ 17949 w 47409"/>
                        <a:gd name="connsiteY0" fmla="*/ 48514 h 49693"/>
                        <a:gd name="connsiteX1" fmla="*/ 2519 w 47409"/>
                        <a:gd name="connsiteY1" fmla="*/ 47371 h 49693"/>
                        <a:gd name="connsiteX2" fmla="*/ 423 w 47409"/>
                        <a:gd name="connsiteY2" fmla="*/ 40990 h 49693"/>
                        <a:gd name="connsiteX3" fmla="*/ 6139 w 47409"/>
                        <a:gd name="connsiteY3" fmla="*/ 35084 h 49693"/>
                        <a:gd name="connsiteX4" fmla="*/ 24807 w 47409"/>
                        <a:gd name="connsiteY4" fmla="*/ 25940 h 49693"/>
                        <a:gd name="connsiteX5" fmla="*/ 47191 w 47409"/>
                        <a:gd name="connsiteY5" fmla="*/ 1270 h 49693"/>
                        <a:gd name="connsiteX6" fmla="*/ 31951 w 47409"/>
                        <a:gd name="connsiteY6" fmla="*/ 37561 h 49693"/>
                        <a:gd name="connsiteX7" fmla="*/ 17949 w 47409"/>
                        <a:gd name="connsiteY7" fmla="*/ 48514 h 49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409" h="49693">
                          <a:moveTo>
                            <a:pt x="17949" y="48514"/>
                          </a:moveTo>
                          <a:cubicBezTo>
                            <a:pt x="12044" y="50705"/>
                            <a:pt x="6996" y="49562"/>
                            <a:pt x="2519" y="47371"/>
                          </a:cubicBezTo>
                          <a:cubicBezTo>
                            <a:pt x="900" y="46609"/>
                            <a:pt x="-815" y="44609"/>
                            <a:pt x="423" y="40990"/>
                          </a:cubicBezTo>
                          <a:cubicBezTo>
                            <a:pt x="1566" y="37656"/>
                            <a:pt x="4138" y="35846"/>
                            <a:pt x="6139" y="35084"/>
                          </a:cubicBezTo>
                          <a:cubicBezTo>
                            <a:pt x="12330" y="32608"/>
                            <a:pt x="18331" y="32417"/>
                            <a:pt x="24807" y="25940"/>
                          </a:cubicBezTo>
                          <a:cubicBezTo>
                            <a:pt x="28808" y="21940"/>
                            <a:pt x="45191" y="-6255"/>
                            <a:pt x="47191" y="1270"/>
                          </a:cubicBezTo>
                          <a:cubicBezTo>
                            <a:pt x="49191" y="8890"/>
                            <a:pt x="36904" y="31369"/>
                            <a:pt x="31951" y="37561"/>
                          </a:cubicBezTo>
                          <a:cubicBezTo>
                            <a:pt x="27284" y="43180"/>
                            <a:pt x="22331" y="46800"/>
                            <a:pt x="17949" y="4851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55" name="Graphique 1">
                    <a:extLst>
                      <a:ext uri="{FF2B5EF4-FFF2-40B4-BE49-F238E27FC236}">
                        <a16:creationId xmlns:a16="http://schemas.microsoft.com/office/drawing/2014/main" id="{046ED2E8-F6CC-4773-8DBB-896F4A9458AB}"/>
                      </a:ext>
                    </a:extLst>
                  </p:cNvPr>
                  <p:cNvGrpSpPr/>
                  <p:nvPr/>
                </p:nvGrpSpPr>
                <p:grpSpPr>
                  <a:xfrm>
                    <a:off x="3684143" y="3631122"/>
                    <a:ext cx="93182" cy="146334"/>
                    <a:chOff x="3684143" y="3631122"/>
                    <a:chExt cx="93182" cy="146334"/>
                  </a:xfrm>
                  <a:solidFill>
                    <a:schemeClr val="accent1"/>
                  </a:solidFill>
                </p:grpSpPr>
                <p:sp>
                  <p:nvSpPr>
                    <p:cNvPr id="14313" name="Forme libre : forme 14312">
                      <a:extLst>
                        <a:ext uri="{FF2B5EF4-FFF2-40B4-BE49-F238E27FC236}">
                          <a16:creationId xmlns:a16="http://schemas.microsoft.com/office/drawing/2014/main" id="{4D57536A-889B-4B89-830B-3195F0167B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4143" y="3631122"/>
                      <a:ext cx="93182" cy="146334"/>
                    </a:xfrm>
                    <a:custGeom>
                      <a:avLst/>
                      <a:gdLst>
                        <a:gd name="connsiteX0" fmla="*/ 7846 w 93182"/>
                        <a:gd name="connsiteY0" fmla="*/ 86770 h 146334"/>
                        <a:gd name="connsiteX1" fmla="*/ 30135 w 93182"/>
                        <a:gd name="connsiteY1" fmla="*/ 35621 h 146334"/>
                        <a:gd name="connsiteX2" fmla="*/ 69092 w 93182"/>
                        <a:gd name="connsiteY2" fmla="*/ 855 h 146334"/>
                        <a:gd name="connsiteX3" fmla="*/ 84522 w 93182"/>
                        <a:gd name="connsiteY3" fmla="*/ 7523 h 146334"/>
                        <a:gd name="connsiteX4" fmla="*/ 85189 w 93182"/>
                        <a:gd name="connsiteY4" fmla="*/ 59910 h 146334"/>
                        <a:gd name="connsiteX5" fmla="*/ 61853 w 93182"/>
                        <a:gd name="connsiteY5" fmla="*/ 110964 h 146334"/>
                        <a:gd name="connsiteX6" fmla="*/ 22610 w 93182"/>
                        <a:gd name="connsiteY6" fmla="*/ 145444 h 146334"/>
                        <a:gd name="connsiteX7" fmla="*/ 7942 w 93182"/>
                        <a:gd name="connsiteY7" fmla="*/ 138777 h 146334"/>
                        <a:gd name="connsiteX8" fmla="*/ 7846 w 93182"/>
                        <a:gd name="connsiteY8" fmla="*/ 86770 h 146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182" h="146334">
                          <a:moveTo>
                            <a:pt x="7846" y="86770"/>
                          </a:moveTo>
                          <a:lnTo>
                            <a:pt x="30135" y="35621"/>
                          </a:lnTo>
                          <a:cubicBezTo>
                            <a:pt x="40422" y="11714"/>
                            <a:pt x="57853" y="-3908"/>
                            <a:pt x="69092" y="855"/>
                          </a:cubicBezTo>
                          <a:lnTo>
                            <a:pt x="84522" y="7523"/>
                          </a:lnTo>
                          <a:cubicBezTo>
                            <a:pt x="95762" y="12380"/>
                            <a:pt x="96143" y="36002"/>
                            <a:pt x="85189" y="59910"/>
                          </a:cubicBezTo>
                          <a:lnTo>
                            <a:pt x="61853" y="110964"/>
                          </a:lnTo>
                          <a:cubicBezTo>
                            <a:pt x="50804" y="134776"/>
                            <a:pt x="33183" y="150302"/>
                            <a:pt x="22610" y="145444"/>
                          </a:cubicBezTo>
                          <a:lnTo>
                            <a:pt x="7942" y="138777"/>
                          </a:lnTo>
                          <a:cubicBezTo>
                            <a:pt x="-2631" y="134205"/>
                            <a:pt x="-2631" y="110678"/>
                            <a:pt x="7846" y="8677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4" name="Forme libre : forme 14313">
                      <a:extLst>
                        <a:ext uri="{FF2B5EF4-FFF2-40B4-BE49-F238E27FC236}">
                          <a16:creationId xmlns:a16="http://schemas.microsoft.com/office/drawing/2014/main" id="{8CEBFC20-F5ED-4F38-9B6E-399BD1F403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4143" y="3631187"/>
                      <a:ext cx="75759" cy="139188"/>
                    </a:xfrm>
                    <a:custGeom>
                      <a:avLst/>
                      <a:gdLst>
                        <a:gd name="connsiteX0" fmla="*/ 44232 w 75759"/>
                        <a:gd name="connsiteY0" fmla="*/ 52702 h 139188"/>
                        <a:gd name="connsiteX1" fmla="*/ 75760 w 75759"/>
                        <a:gd name="connsiteY1" fmla="*/ 3743 h 139188"/>
                        <a:gd name="connsiteX2" fmla="*/ 69092 w 75759"/>
                        <a:gd name="connsiteY2" fmla="*/ 886 h 139188"/>
                        <a:gd name="connsiteX3" fmla="*/ 30135 w 75759"/>
                        <a:gd name="connsiteY3" fmla="*/ 35652 h 139188"/>
                        <a:gd name="connsiteX4" fmla="*/ 7846 w 75759"/>
                        <a:gd name="connsiteY4" fmla="*/ 86801 h 139188"/>
                        <a:gd name="connsiteX5" fmla="*/ 7942 w 75759"/>
                        <a:gd name="connsiteY5" fmla="*/ 138998 h 139188"/>
                        <a:gd name="connsiteX6" fmla="*/ 8418 w 75759"/>
                        <a:gd name="connsiteY6" fmla="*/ 139188 h 139188"/>
                        <a:gd name="connsiteX7" fmla="*/ 44232 w 75759"/>
                        <a:gd name="connsiteY7" fmla="*/ 52702 h 139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5759" h="139188">
                          <a:moveTo>
                            <a:pt x="44232" y="52702"/>
                          </a:moveTo>
                          <a:cubicBezTo>
                            <a:pt x="50804" y="31365"/>
                            <a:pt x="62996" y="11744"/>
                            <a:pt x="75760" y="3743"/>
                          </a:cubicBezTo>
                          <a:lnTo>
                            <a:pt x="69092" y="886"/>
                          </a:lnTo>
                          <a:cubicBezTo>
                            <a:pt x="57853" y="-3972"/>
                            <a:pt x="40422" y="11649"/>
                            <a:pt x="30135" y="35652"/>
                          </a:cubicBezTo>
                          <a:lnTo>
                            <a:pt x="7846" y="86801"/>
                          </a:lnTo>
                          <a:cubicBezTo>
                            <a:pt x="-2631" y="110709"/>
                            <a:pt x="-2631" y="134236"/>
                            <a:pt x="7942" y="138998"/>
                          </a:cubicBezTo>
                          <a:lnTo>
                            <a:pt x="8418" y="139188"/>
                          </a:lnTo>
                          <a:cubicBezTo>
                            <a:pt x="20419" y="109566"/>
                            <a:pt x="35088" y="82896"/>
                            <a:pt x="44232" y="52702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5" name="Forme libre : forme 14314">
                      <a:extLst>
                        <a:ext uri="{FF2B5EF4-FFF2-40B4-BE49-F238E27FC236}">
                          <a16:creationId xmlns:a16="http://schemas.microsoft.com/office/drawing/2014/main" id="{F65C4BD2-C2AC-40D1-A079-4285C48008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7730" y="3681446"/>
                      <a:ext cx="34859" cy="63442"/>
                    </a:xfrm>
                    <a:custGeom>
                      <a:avLst/>
                      <a:gdLst>
                        <a:gd name="connsiteX0" fmla="*/ 3309 w 34859"/>
                        <a:gd name="connsiteY0" fmla="*/ 63117 h 63442"/>
                        <a:gd name="connsiteX1" fmla="*/ 7119 w 34859"/>
                        <a:gd name="connsiteY1" fmla="*/ 27112 h 63442"/>
                        <a:gd name="connsiteX2" fmla="*/ 31408 w 34859"/>
                        <a:gd name="connsiteY2" fmla="*/ 347 h 63442"/>
                        <a:gd name="connsiteX3" fmla="*/ 27693 w 34859"/>
                        <a:gd name="connsiteY3" fmla="*/ 36352 h 63442"/>
                        <a:gd name="connsiteX4" fmla="*/ 3309 w 34859"/>
                        <a:gd name="connsiteY4" fmla="*/ 63117 h 634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859" h="63442">
                          <a:moveTo>
                            <a:pt x="3309" y="63117"/>
                          </a:moveTo>
                          <a:cubicBezTo>
                            <a:pt x="-2311" y="60545"/>
                            <a:pt x="-597" y="44448"/>
                            <a:pt x="7119" y="27112"/>
                          </a:cubicBezTo>
                          <a:cubicBezTo>
                            <a:pt x="14834" y="9777"/>
                            <a:pt x="25693" y="-2225"/>
                            <a:pt x="31408" y="347"/>
                          </a:cubicBezTo>
                          <a:cubicBezTo>
                            <a:pt x="37218" y="2919"/>
                            <a:pt x="35503" y="19016"/>
                            <a:pt x="27693" y="36352"/>
                          </a:cubicBezTo>
                          <a:cubicBezTo>
                            <a:pt x="19787" y="53687"/>
                            <a:pt x="8833" y="65593"/>
                            <a:pt x="3309" y="6311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6" name="Forme libre : forme 14315">
                      <a:extLst>
                        <a:ext uri="{FF2B5EF4-FFF2-40B4-BE49-F238E27FC236}">
                          <a16:creationId xmlns:a16="http://schemas.microsoft.com/office/drawing/2014/main" id="{98C92A57-6480-49D7-83D9-8DD7D7AB1C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9610" y="3681446"/>
                      <a:ext cx="32920" cy="41685"/>
                    </a:xfrm>
                    <a:custGeom>
                      <a:avLst/>
                      <a:gdLst>
                        <a:gd name="connsiteX0" fmla="*/ 31909 w 32920"/>
                        <a:gd name="connsiteY0" fmla="*/ 17968 h 41685"/>
                        <a:gd name="connsiteX1" fmla="*/ 29432 w 32920"/>
                        <a:gd name="connsiteY1" fmla="*/ 347 h 41685"/>
                        <a:gd name="connsiteX2" fmla="*/ 5144 w 32920"/>
                        <a:gd name="connsiteY2" fmla="*/ 27112 h 41685"/>
                        <a:gd name="connsiteX3" fmla="*/ 0 w 32920"/>
                        <a:gd name="connsiteY3" fmla="*/ 41686 h 41685"/>
                        <a:gd name="connsiteX4" fmla="*/ 4191 w 32920"/>
                        <a:gd name="connsiteY4" fmla="*/ 34256 h 41685"/>
                        <a:gd name="connsiteX5" fmla="*/ 31909 w 32920"/>
                        <a:gd name="connsiteY5" fmla="*/ 17968 h 41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920" h="41685">
                          <a:moveTo>
                            <a:pt x="31909" y="17968"/>
                          </a:moveTo>
                          <a:cubicBezTo>
                            <a:pt x="33814" y="8824"/>
                            <a:pt x="33052" y="1871"/>
                            <a:pt x="29432" y="347"/>
                          </a:cubicBezTo>
                          <a:cubicBezTo>
                            <a:pt x="23717" y="-2225"/>
                            <a:pt x="12859" y="9777"/>
                            <a:pt x="5144" y="27112"/>
                          </a:cubicBezTo>
                          <a:cubicBezTo>
                            <a:pt x="2857" y="32161"/>
                            <a:pt x="1143" y="37113"/>
                            <a:pt x="0" y="41686"/>
                          </a:cubicBezTo>
                          <a:cubicBezTo>
                            <a:pt x="1238" y="39114"/>
                            <a:pt x="2572" y="36542"/>
                            <a:pt x="4191" y="34256"/>
                          </a:cubicBezTo>
                          <a:cubicBezTo>
                            <a:pt x="13525" y="21778"/>
                            <a:pt x="25432" y="13777"/>
                            <a:pt x="31909" y="17968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7" name="Forme libre : forme 14316">
                      <a:extLst>
                        <a:ext uri="{FF2B5EF4-FFF2-40B4-BE49-F238E27FC236}">
                          <a16:creationId xmlns:a16="http://schemas.microsoft.com/office/drawing/2014/main" id="{B0D13EF5-4C3A-4638-985F-DF3F05D3A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4016" y="3683542"/>
                      <a:ext cx="34859" cy="63463"/>
                    </a:xfrm>
                    <a:custGeom>
                      <a:avLst/>
                      <a:gdLst>
                        <a:gd name="connsiteX0" fmla="*/ 3309 w 34859"/>
                        <a:gd name="connsiteY0" fmla="*/ 63117 h 63463"/>
                        <a:gd name="connsiteX1" fmla="*/ 7119 w 34859"/>
                        <a:gd name="connsiteY1" fmla="*/ 27112 h 63463"/>
                        <a:gd name="connsiteX2" fmla="*/ 31407 w 34859"/>
                        <a:gd name="connsiteY2" fmla="*/ 347 h 63463"/>
                        <a:gd name="connsiteX3" fmla="*/ 27693 w 34859"/>
                        <a:gd name="connsiteY3" fmla="*/ 36352 h 63463"/>
                        <a:gd name="connsiteX4" fmla="*/ 3309 w 34859"/>
                        <a:gd name="connsiteY4" fmla="*/ 63117 h 63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859" h="63463">
                          <a:moveTo>
                            <a:pt x="3309" y="63117"/>
                          </a:moveTo>
                          <a:cubicBezTo>
                            <a:pt x="-2311" y="60545"/>
                            <a:pt x="-596" y="44448"/>
                            <a:pt x="7119" y="27112"/>
                          </a:cubicBezTo>
                          <a:cubicBezTo>
                            <a:pt x="14834" y="9777"/>
                            <a:pt x="25597" y="-2225"/>
                            <a:pt x="31407" y="347"/>
                          </a:cubicBezTo>
                          <a:cubicBezTo>
                            <a:pt x="37218" y="2919"/>
                            <a:pt x="35503" y="19016"/>
                            <a:pt x="27693" y="36352"/>
                          </a:cubicBezTo>
                          <a:cubicBezTo>
                            <a:pt x="19882" y="53687"/>
                            <a:pt x="8929" y="65688"/>
                            <a:pt x="3309" y="6311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8" name="Forme libre : forme 14317">
                      <a:extLst>
                        <a:ext uri="{FF2B5EF4-FFF2-40B4-BE49-F238E27FC236}">
                          <a16:creationId xmlns:a16="http://schemas.microsoft.com/office/drawing/2014/main" id="{0BF998E3-6977-4735-8F37-1CE9004448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0788" y="3651937"/>
                      <a:ext cx="63177" cy="75932"/>
                    </a:xfrm>
                    <a:custGeom>
                      <a:avLst/>
                      <a:gdLst>
                        <a:gd name="connsiteX0" fmla="*/ 48636 w 63177"/>
                        <a:gd name="connsiteY0" fmla="*/ 2519 h 75932"/>
                        <a:gd name="connsiteX1" fmla="*/ 37969 w 63177"/>
                        <a:gd name="connsiteY1" fmla="*/ 423 h 75932"/>
                        <a:gd name="connsiteX2" fmla="*/ 13775 w 63177"/>
                        <a:gd name="connsiteY2" fmla="*/ 27474 h 75932"/>
                        <a:gd name="connsiteX3" fmla="*/ 630 w 63177"/>
                        <a:gd name="connsiteY3" fmla="*/ 61002 h 75932"/>
                        <a:gd name="connsiteX4" fmla="*/ 5107 w 63177"/>
                        <a:gd name="connsiteY4" fmla="*/ 75766 h 75932"/>
                        <a:gd name="connsiteX5" fmla="*/ 14823 w 63177"/>
                        <a:gd name="connsiteY5" fmla="*/ 66908 h 75932"/>
                        <a:gd name="connsiteX6" fmla="*/ 38159 w 63177"/>
                        <a:gd name="connsiteY6" fmla="*/ 45191 h 75932"/>
                        <a:gd name="connsiteX7" fmla="*/ 62734 w 63177"/>
                        <a:gd name="connsiteY7" fmla="*/ 18426 h 75932"/>
                        <a:gd name="connsiteX8" fmla="*/ 48636 w 63177"/>
                        <a:gd name="connsiteY8" fmla="*/ 2519 h 759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3177" h="75932">
                          <a:moveTo>
                            <a:pt x="48636" y="2519"/>
                          </a:moveTo>
                          <a:cubicBezTo>
                            <a:pt x="45398" y="900"/>
                            <a:pt x="42160" y="-815"/>
                            <a:pt x="37969" y="423"/>
                          </a:cubicBezTo>
                          <a:cubicBezTo>
                            <a:pt x="29968" y="2709"/>
                            <a:pt x="20824" y="14806"/>
                            <a:pt x="13775" y="27474"/>
                          </a:cubicBezTo>
                          <a:cubicBezTo>
                            <a:pt x="7870" y="38047"/>
                            <a:pt x="2631" y="50049"/>
                            <a:pt x="630" y="61002"/>
                          </a:cubicBezTo>
                          <a:cubicBezTo>
                            <a:pt x="-893" y="69194"/>
                            <a:pt x="250" y="77195"/>
                            <a:pt x="5107" y="75766"/>
                          </a:cubicBezTo>
                          <a:cubicBezTo>
                            <a:pt x="8155" y="74814"/>
                            <a:pt x="11584" y="70623"/>
                            <a:pt x="14823" y="66908"/>
                          </a:cubicBezTo>
                          <a:cubicBezTo>
                            <a:pt x="22443" y="58145"/>
                            <a:pt x="30349" y="50715"/>
                            <a:pt x="38159" y="45191"/>
                          </a:cubicBezTo>
                          <a:cubicBezTo>
                            <a:pt x="44731" y="40428"/>
                            <a:pt x="59304" y="32808"/>
                            <a:pt x="62734" y="18426"/>
                          </a:cubicBezTo>
                          <a:cubicBezTo>
                            <a:pt x="65686" y="5567"/>
                            <a:pt x="53113" y="4805"/>
                            <a:pt x="48636" y="251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9" name="Forme libre : forme 14318">
                      <a:extLst>
                        <a:ext uri="{FF2B5EF4-FFF2-40B4-BE49-F238E27FC236}">
                          <a16:creationId xmlns:a16="http://schemas.microsoft.com/office/drawing/2014/main" id="{9C9F5451-8CC9-4D23-8901-F8668A87A6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5025" y="3671581"/>
                      <a:ext cx="10606" cy="28644"/>
                    </a:xfrm>
                    <a:custGeom>
                      <a:avLst/>
                      <a:gdLst>
                        <a:gd name="connsiteX0" fmla="*/ 9829 w 10606"/>
                        <a:gd name="connsiteY0" fmla="*/ 2592 h 28644"/>
                        <a:gd name="connsiteX1" fmla="*/ 8305 w 10606"/>
                        <a:gd name="connsiteY1" fmla="*/ 116 h 28644"/>
                        <a:gd name="connsiteX2" fmla="*/ 5257 w 10606"/>
                        <a:gd name="connsiteY2" fmla="*/ 1640 h 28644"/>
                        <a:gd name="connsiteX3" fmla="*/ 3353 w 10606"/>
                        <a:gd name="connsiteY3" fmla="*/ 6307 h 28644"/>
                        <a:gd name="connsiteX4" fmla="*/ 495 w 10606"/>
                        <a:gd name="connsiteY4" fmla="*/ 18404 h 28644"/>
                        <a:gd name="connsiteX5" fmla="*/ 19 w 10606"/>
                        <a:gd name="connsiteY5" fmla="*/ 23071 h 28644"/>
                        <a:gd name="connsiteX6" fmla="*/ 8210 w 10606"/>
                        <a:gd name="connsiteY6" fmla="*/ 22690 h 28644"/>
                        <a:gd name="connsiteX7" fmla="*/ 9829 w 10606"/>
                        <a:gd name="connsiteY7" fmla="*/ 2592 h 28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606" h="28644">
                          <a:moveTo>
                            <a:pt x="9829" y="2592"/>
                          </a:moveTo>
                          <a:cubicBezTo>
                            <a:pt x="9544" y="1449"/>
                            <a:pt x="9067" y="402"/>
                            <a:pt x="8305" y="116"/>
                          </a:cubicBezTo>
                          <a:cubicBezTo>
                            <a:pt x="7544" y="-265"/>
                            <a:pt x="6305" y="306"/>
                            <a:pt x="5257" y="1640"/>
                          </a:cubicBezTo>
                          <a:cubicBezTo>
                            <a:pt x="4305" y="2973"/>
                            <a:pt x="3733" y="4688"/>
                            <a:pt x="3353" y="6307"/>
                          </a:cubicBezTo>
                          <a:cubicBezTo>
                            <a:pt x="2209" y="10403"/>
                            <a:pt x="1257" y="14498"/>
                            <a:pt x="495" y="18404"/>
                          </a:cubicBezTo>
                          <a:cubicBezTo>
                            <a:pt x="209" y="20023"/>
                            <a:pt x="-77" y="21642"/>
                            <a:pt x="19" y="23071"/>
                          </a:cubicBezTo>
                          <a:cubicBezTo>
                            <a:pt x="209" y="28881"/>
                            <a:pt x="4781" y="32120"/>
                            <a:pt x="8210" y="22690"/>
                          </a:cubicBezTo>
                          <a:cubicBezTo>
                            <a:pt x="10877" y="15261"/>
                            <a:pt x="11163" y="7164"/>
                            <a:pt x="9829" y="259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0" name="Forme libre : forme 14319">
                      <a:extLst>
                        <a:ext uri="{FF2B5EF4-FFF2-40B4-BE49-F238E27FC236}">
                          <a16:creationId xmlns:a16="http://schemas.microsoft.com/office/drawing/2014/main" id="{4B515925-8EE3-4120-BD32-F7D9BBA2FF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795" y="3719322"/>
                      <a:ext cx="8289" cy="47529"/>
                    </a:xfrm>
                    <a:custGeom>
                      <a:avLst/>
                      <a:gdLst>
                        <a:gd name="connsiteX0" fmla="*/ 8290 w 8289"/>
                        <a:gd name="connsiteY0" fmla="*/ 47530 h 47529"/>
                        <a:gd name="connsiteX1" fmla="*/ 4861 w 8289"/>
                        <a:gd name="connsiteY1" fmla="*/ 0 h 47529"/>
                        <a:gd name="connsiteX2" fmla="*/ 8290 w 8289"/>
                        <a:gd name="connsiteY2" fmla="*/ 47530 h 47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289" h="47529">
                          <a:moveTo>
                            <a:pt x="8290" y="47530"/>
                          </a:moveTo>
                          <a:cubicBezTo>
                            <a:pt x="8290" y="47530"/>
                            <a:pt x="-7808" y="42291"/>
                            <a:pt x="4861" y="0"/>
                          </a:cubicBezTo>
                          <a:cubicBezTo>
                            <a:pt x="4861" y="0"/>
                            <a:pt x="-3902" y="33052"/>
                            <a:pt x="8290" y="4753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1" name="Forme libre : forme 14320">
                      <a:extLst>
                        <a:ext uri="{FF2B5EF4-FFF2-40B4-BE49-F238E27FC236}">
                          <a16:creationId xmlns:a16="http://schemas.microsoft.com/office/drawing/2014/main" id="{66D4838B-7784-4F12-BFD3-6593F161BE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5903" y="3640550"/>
                      <a:ext cx="8092" cy="52578"/>
                    </a:xfrm>
                    <a:custGeom>
                      <a:avLst/>
                      <a:gdLst>
                        <a:gd name="connsiteX0" fmla="*/ 667 w 8092"/>
                        <a:gd name="connsiteY0" fmla="*/ 52578 h 52578"/>
                        <a:gd name="connsiteX1" fmla="*/ 0 w 8092"/>
                        <a:gd name="connsiteY1" fmla="*/ 0 h 52578"/>
                        <a:gd name="connsiteX2" fmla="*/ 667 w 8092"/>
                        <a:gd name="connsiteY2" fmla="*/ 52578 h 52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092" h="52578">
                          <a:moveTo>
                            <a:pt x="667" y="52578"/>
                          </a:moveTo>
                          <a:cubicBezTo>
                            <a:pt x="667" y="52578"/>
                            <a:pt x="17812" y="12954"/>
                            <a:pt x="0" y="0"/>
                          </a:cubicBezTo>
                          <a:cubicBezTo>
                            <a:pt x="0" y="0"/>
                            <a:pt x="13811" y="15526"/>
                            <a:pt x="667" y="525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2" name="Forme libre : forme 14321">
                      <a:extLst>
                        <a:ext uri="{FF2B5EF4-FFF2-40B4-BE49-F238E27FC236}">
                          <a16:creationId xmlns:a16="http://schemas.microsoft.com/office/drawing/2014/main" id="{5B25FFE6-DEB8-4CA9-A228-1F01FB33E8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9499" y="3710099"/>
                      <a:ext cx="14607" cy="22741"/>
                    </a:xfrm>
                    <a:custGeom>
                      <a:avLst/>
                      <a:gdLst>
                        <a:gd name="connsiteX0" fmla="*/ 303 w 14607"/>
                        <a:gd name="connsiteY0" fmla="*/ 22081 h 22741"/>
                        <a:gd name="connsiteX1" fmla="*/ 5256 w 14607"/>
                        <a:gd name="connsiteY1" fmla="*/ 7603 h 22741"/>
                        <a:gd name="connsiteX2" fmla="*/ 14304 w 14607"/>
                        <a:gd name="connsiteY2" fmla="*/ 650 h 22741"/>
                        <a:gd name="connsiteX3" fmla="*/ 9351 w 14607"/>
                        <a:gd name="connsiteY3" fmla="*/ 15128 h 22741"/>
                        <a:gd name="connsiteX4" fmla="*/ 303 w 14607"/>
                        <a:gd name="connsiteY4" fmla="*/ 22081 h 22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07" h="22741">
                          <a:moveTo>
                            <a:pt x="303" y="22081"/>
                          </a:moveTo>
                          <a:cubicBezTo>
                            <a:pt x="-841" y="19986"/>
                            <a:pt x="1350" y="13509"/>
                            <a:pt x="5256" y="7603"/>
                          </a:cubicBezTo>
                          <a:cubicBezTo>
                            <a:pt x="9066" y="1698"/>
                            <a:pt x="13161" y="-1446"/>
                            <a:pt x="14304" y="650"/>
                          </a:cubicBezTo>
                          <a:cubicBezTo>
                            <a:pt x="15447" y="2746"/>
                            <a:pt x="13257" y="9223"/>
                            <a:pt x="9351" y="15128"/>
                          </a:cubicBezTo>
                          <a:cubicBezTo>
                            <a:pt x="5446" y="21129"/>
                            <a:pt x="1446" y="24177"/>
                            <a:pt x="303" y="2208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3" name="Forme libre : forme 14322">
                      <a:extLst>
                        <a:ext uri="{FF2B5EF4-FFF2-40B4-BE49-F238E27FC236}">
                          <a16:creationId xmlns:a16="http://schemas.microsoft.com/office/drawing/2014/main" id="{A7C589F5-EC73-44BD-AFD0-3ABCCB0E60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8564" y="3729440"/>
                      <a:ext cx="4167" cy="6619"/>
                    </a:xfrm>
                    <a:custGeom>
                      <a:avLst/>
                      <a:gdLst>
                        <a:gd name="connsiteX0" fmla="*/ 572 w 4167"/>
                        <a:gd name="connsiteY0" fmla="*/ 6550 h 6619"/>
                        <a:gd name="connsiteX1" fmla="*/ 572 w 4167"/>
                        <a:gd name="connsiteY1" fmla="*/ 2645 h 6619"/>
                        <a:gd name="connsiteX2" fmla="*/ 3524 w 4167"/>
                        <a:gd name="connsiteY2" fmla="*/ 73 h 6619"/>
                        <a:gd name="connsiteX3" fmla="*/ 3524 w 4167"/>
                        <a:gd name="connsiteY3" fmla="*/ 3978 h 6619"/>
                        <a:gd name="connsiteX4" fmla="*/ 572 w 4167"/>
                        <a:gd name="connsiteY4" fmla="*/ 6550 h 6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7" h="6619">
                          <a:moveTo>
                            <a:pt x="572" y="6550"/>
                          </a:moveTo>
                          <a:cubicBezTo>
                            <a:pt x="-191" y="6169"/>
                            <a:pt x="-191" y="4455"/>
                            <a:pt x="572" y="2645"/>
                          </a:cubicBezTo>
                          <a:cubicBezTo>
                            <a:pt x="1333" y="835"/>
                            <a:pt x="2667" y="-308"/>
                            <a:pt x="3524" y="73"/>
                          </a:cubicBezTo>
                          <a:cubicBezTo>
                            <a:pt x="4382" y="454"/>
                            <a:pt x="4382" y="2169"/>
                            <a:pt x="3524" y="3978"/>
                          </a:cubicBezTo>
                          <a:cubicBezTo>
                            <a:pt x="2667" y="5693"/>
                            <a:pt x="1429" y="6931"/>
                            <a:pt x="572" y="655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4" name="Forme libre : forme 14323">
                      <a:extLst>
                        <a:ext uri="{FF2B5EF4-FFF2-40B4-BE49-F238E27FC236}">
                          <a16:creationId xmlns:a16="http://schemas.microsoft.com/office/drawing/2014/main" id="{35B0986E-BCCC-4849-B39E-4098E2EA49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2543" y="3716634"/>
                      <a:ext cx="47118" cy="49205"/>
                    </a:xfrm>
                    <a:custGeom>
                      <a:avLst/>
                      <a:gdLst>
                        <a:gd name="connsiteX0" fmla="*/ 17068 w 47118"/>
                        <a:gd name="connsiteY0" fmla="*/ 48026 h 49205"/>
                        <a:gd name="connsiteX1" fmla="*/ 2305 w 47118"/>
                        <a:gd name="connsiteY1" fmla="*/ 46883 h 49205"/>
                        <a:gd name="connsiteX2" fmla="*/ 495 w 47118"/>
                        <a:gd name="connsiteY2" fmla="*/ 40502 h 49205"/>
                        <a:gd name="connsiteX3" fmla="*/ 6210 w 47118"/>
                        <a:gd name="connsiteY3" fmla="*/ 34596 h 49205"/>
                        <a:gd name="connsiteX4" fmla="*/ 24498 w 47118"/>
                        <a:gd name="connsiteY4" fmla="*/ 25548 h 49205"/>
                        <a:gd name="connsiteX5" fmla="*/ 46977 w 47118"/>
                        <a:gd name="connsiteY5" fmla="*/ 1259 h 49205"/>
                        <a:gd name="connsiteX6" fmla="*/ 30975 w 47118"/>
                        <a:gd name="connsiteY6" fmla="*/ 37073 h 49205"/>
                        <a:gd name="connsiteX7" fmla="*/ 17068 w 47118"/>
                        <a:gd name="connsiteY7" fmla="*/ 48026 h 492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118" h="49205">
                          <a:moveTo>
                            <a:pt x="17068" y="48026"/>
                          </a:moveTo>
                          <a:cubicBezTo>
                            <a:pt x="11353" y="50217"/>
                            <a:pt x="6496" y="49074"/>
                            <a:pt x="2305" y="46883"/>
                          </a:cubicBezTo>
                          <a:cubicBezTo>
                            <a:pt x="781" y="46122"/>
                            <a:pt x="-839" y="44121"/>
                            <a:pt x="495" y="40502"/>
                          </a:cubicBezTo>
                          <a:cubicBezTo>
                            <a:pt x="1733" y="37168"/>
                            <a:pt x="4210" y="35358"/>
                            <a:pt x="6210" y="34596"/>
                          </a:cubicBezTo>
                          <a:cubicBezTo>
                            <a:pt x="12211" y="32120"/>
                            <a:pt x="18116" y="32024"/>
                            <a:pt x="24498" y="25548"/>
                          </a:cubicBezTo>
                          <a:cubicBezTo>
                            <a:pt x="28498" y="21547"/>
                            <a:pt x="45358" y="-6171"/>
                            <a:pt x="46977" y="1259"/>
                          </a:cubicBezTo>
                          <a:cubicBezTo>
                            <a:pt x="48596" y="8783"/>
                            <a:pt x="35928" y="30977"/>
                            <a:pt x="30975" y="37073"/>
                          </a:cubicBezTo>
                          <a:cubicBezTo>
                            <a:pt x="26308" y="42788"/>
                            <a:pt x="21355" y="46407"/>
                            <a:pt x="17068" y="4802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56" name="Graphique 1">
                    <a:extLst>
                      <a:ext uri="{FF2B5EF4-FFF2-40B4-BE49-F238E27FC236}">
                        <a16:creationId xmlns:a16="http://schemas.microsoft.com/office/drawing/2014/main" id="{7B7B836C-B793-4C89-A839-3E3E8CF58F72}"/>
                      </a:ext>
                    </a:extLst>
                  </p:cNvPr>
                  <p:cNvGrpSpPr/>
                  <p:nvPr/>
                </p:nvGrpSpPr>
                <p:grpSpPr>
                  <a:xfrm>
                    <a:off x="3623838" y="3769232"/>
                    <a:ext cx="90823" cy="146459"/>
                    <a:chOff x="3623838" y="3769232"/>
                    <a:chExt cx="90823" cy="146459"/>
                  </a:xfrm>
                  <a:solidFill>
                    <a:schemeClr val="accent1"/>
                  </a:solidFill>
                </p:grpSpPr>
                <p:sp>
                  <p:nvSpPr>
                    <p:cNvPr id="14301" name="Forme libre : forme 14300">
                      <a:extLst>
                        <a:ext uri="{FF2B5EF4-FFF2-40B4-BE49-F238E27FC236}">
                          <a16:creationId xmlns:a16="http://schemas.microsoft.com/office/drawing/2014/main" id="{A0C95AD2-A01E-4AF9-AFBA-20AEEED351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3944" y="3769327"/>
                      <a:ext cx="90716" cy="146364"/>
                    </a:xfrm>
                    <a:custGeom>
                      <a:avLst/>
                      <a:gdLst>
                        <a:gd name="connsiteX0" fmla="*/ 7656 w 90716"/>
                        <a:gd name="connsiteY0" fmla="*/ 87536 h 146364"/>
                        <a:gd name="connsiteX1" fmla="*/ 29659 w 90716"/>
                        <a:gd name="connsiteY1" fmla="*/ 35910 h 146364"/>
                        <a:gd name="connsiteX2" fmla="*/ 68235 w 90716"/>
                        <a:gd name="connsiteY2" fmla="*/ 858 h 146364"/>
                        <a:gd name="connsiteX3" fmla="*/ 82904 w 90716"/>
                        <a:gd name="connsiteY3" fmla="*/ 7525 h 146364"/>
                        <a:gd name="connsiteX4" fmla="*/ 82522 w 90716"/>
                        <a:gd name="connsiteY4" fmla="*/ 59341 h 146364"/>
                        <a:gd name="connsiteX5" fmla="*/ 59853 w 90716"/>
                        <a:gd name="connsiteY5" fmla="*/ 110300 h 146364"/>
                        <a:gd name="connsiteX6" fmla="*/ 22039 w 90716"/>
                        <a:gd name="connsiteY6" fmla="*/ 145638 h 146364"/>
                        <a:gd name="connsiteX7" fmla="*/ 7846 w 90716"/>
                        <a:gd name="connsiteY7" fmla="*/ 139542 h 146364"/>
                        <a:gd name="connsiteX8" fmla="*/ 7656 w 90716"/>
                        <a:gd name="connsiteY8" fmla="*/ 87536 h 146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0716" h="146364">
                          <a:moveTo>
                            <a:pt x="7656" y="87536"/>
                          </a:moveTo>
                          <a:lnTo>
                            <a:pt x="29659" y="35910"/>
                          </a:lnTo>
                          <a:cubicBezTo>
                            <a:pt x="40136" y="11621"/>
                            <a:pt x="57567" y="-3904"/>
                            <a:pt x="68235" y="858"/>
                          </a:cubicBezTo>
                          <a:lnTo>
                            <a:pt x="82904" y="7525"/>
                          </a:lnTo>
                          <a:cubicBezTo>
                            <a:pt x="93571" y="12288"/>
                            <a:pt x="93191" y="35720"/>
                            <a:pt x="82522" y="59341"/>
                          </a:cubicBezTo>
                          <a:lnTo>
                            <a:pt x="59853" y="110300"/>
                          </a:lnTo>
                          <a:cubicBezTo>
                            <a:pt x="49185" y="134113"/>
                            <a:pt x="32230" y="150020"/>
                            <a:pt x="22039" y="145638"/>
                          </a:cubicBezTo>
                          <a:lnTo>
                            <a:pt x="7846" y="139542"/>
                          </a:lnTo>
                          <a:cubicBezTo>
                            <a:pt x="-2536" y="135161"/>
                            <a:pt x="-2631" y="111634"/>
                            <a:pt x="7656" y="87536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02" name="Forme libre : forme 14301">
                      <a:extLst>
                        <a:ext uri="{FF2B5EF4-FFF2-40B4-BE49-F238E27FC236}">
                          <a16:creationId xmlns:a16="http://schemas.microsoft.com/office/drawing/2014/main" id="{C028DA74-0230-4DEE-A03A-B79F435F96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3838" y="3769232"/>
                      <a:ext cx="74628" cy="139732"/>
                    </a:xfrm>
                    <a:custGeom>
                      <a:avLst/>
                      <a:gdLst>
                        <a:gd name="connsiteX0" fmla="*/ 43101 w 74628"/>
                        <a:gd name="connsiteY0" fmla="*/ 52769 h 139732"/>
                        <a:gd name="connsiteX1" fmla="*/ 74628 w 74628"/>
                        <a:gd name="connsiteY1" fmla="*/ 3715 h 139732"/>
                        <a:gd name="connsiteX2" fmla="*/ 68247 w 74628"/>
                        <a:gd name="connsiteY2" fmla="*/ 858 h 139732"/>
                        <a:gd name="connsiteX3" fmla="*/ 29670 w 74628"/>
                        <a:gd name="connsiteY3" fmla="*/ 35910 h 139732"/>
                        <a:gd name="connsiteX4" fmla="*/ 7668 w 74628"/>
                        <a:gd name="connsiteY4" fmla="*/ 87536 h 139732"/>
                        <a:gd name="connsiteX5" fmla="*/ 7763 w 74628"/>
                        <a:gd name="connsiteY5" fmla="*/ 139542 h 139732"/>
                        <a:gd name="connsiteX6" fmla="*/ 8239 w 74628"/>
                        <a:gd name="connsiteY6" fmla="*/ 139733 h 139732"/>
                        <a:gd name="connsiteX7" fmla="*/ 43101 w 74628"/>
                        <a:gd name="connsiteY7" fmla="*/ 52769 h 139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4628" h="139732">
                          <a:moveTo>
                            <a:pt x="43101" y="52769"/>
                          </a:moveTo>
                          <a:cubicBezTo>
                            <a:pt x="49673" y="31243"/>
                            <a:pt x="62151" y="11621"/>
                            <a:pt x="74628" y="3715"/>
                          </a:cubicBezTo>
                          <a:lnTo>
                            <a:pt x="68247" y="858"/>
                          </a:lnTo>
                          <a:cubicBezTo>
                            <a:pt x="57579" y="-3904"/>
                            <a:pt x="40243" y="11621"/>
                            <a:pt x="29670" y="35910"/>
                          </a:cubicBezTo>
                          <a:lnTo>
                            <a:pt x="7668" y="87536"/>
                          </a:lnTo>
                          <a:cubicBezTo>
                            <a:pt x="-2619" y="111634"/>
                            <a:pt x="-2524" y="135161"/>
                            <a:pt x="7763" y="139542"/>
                          </a:cubicBezTo>
                          <a:lnTo>
                            <a:pt x="8239" y="139733"/>
                          </a:lnTo>
                          <a:cubicBezTo>
                            <a:pt x="19765" y="109919"/>
                            <a:pt x="34147" y="83059"/>
                            <a:pt x="43101" y="52769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03" name="Forme libre : forme 14302">
                      <a:extLst>
                        <a:ext uri="{FF2B5EF4-FFF2-40B4-BE49-F238E27FC236}">
                          <a16:creationId xmlns:a16="http://schemas.microsoft.com/office/drawing/2014/main" id="{AC0E77FF-3045-4AC6-AC76-6FD7BFD34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6717" y="3819284"/>
                      <a:ext cx="33836" cy="63784"/>
                    </a:xfrm>
                    <a:custGeom>
                      <a:avLst/>
                      <a:gdLst>
                        <a:gd name="connsiteX0" fmla="*/ 3172 w 33836"/>
                        <a:gd name="connsiteY0" fmla="*/ 63487 h 63784"/>
                        <a:gd name="connsiteX1" fmla="*/ 6982 w 33836"/>
                        <a:gd name="connsiteY1" fmla="*/ 27578 h 63784"/>
                        <a:gd name="connsiteX2" fmla="*/ 30604 w 33836"/>
                        <a:gd name="connsiteY2" fmla="*/ 336 h 63784"/>
                        <a:gd name="connsiteX3" fmla="*/ 26889 w 33836"/>
                        <a:gd name="connsiteY3" fmla="*/ 36245 h 63784"/>
                        <a:gd name="connsiteX4" fmla="*/ 3172 w 33836"/>
                        <a:gd name="connsiteY4" fmla="*/ 63487 h 637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836" h="63784">
                          <a:moveTo>
                            <a:pt x="3172" y="63487"/>
                          </a:moveTo>
                          <a:cubicBezTo>
                            <a:pt x="-2257" y="61106"/>
                            <a:pt x="-543" y="45009"/>
                            <a:pt x="6982" y="27578"/>
                          </a:cubicBezTo>
                          <a:cubicBezTo>
                            <a:pt x="14412" y="10242"/>
                            <a:pt x="25079" y="-2236"/>
                            <a:pt x="30604" y="336"/>
                          </a:cubicBezTo>
                          <a:cubicBezTo>
                            <a:pt x="36033" y="2813"/>
                            <a:pt x="34509" y="18719"/>
                            <a:pt x="26889" y="36245"/>
                          </a:cubicBezTo>
                          <a:cubicBezTo>
                            <a:pt x="19174" y="53676"/>
                            <a:pt x="8601" y="65868"/>
                            <a:pt x="3172" y="6348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04" name="Forme libre : forme 14303">
                      <a:extLst>
                        <a:ext uri="{FF2B5EF4-FFF2-40B4-BE49-F238E27FC236}">
                          <a16:creationId xmlns:a16="http://schemas.microsoft.com/office/drawing/2014/main" id="{72481A02-DC02-4DD1-AA58-F7D50E45D3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8650" y="3819304"/>
                      <a:ext cx="31867" cy="42225"/>
                    </a:xfrm>
                    <a:custGeom>
                      <a:avLst/>
                      <a:gdLst>
                        <a:gd name="connsiteX0" fmla="*/ 30861 w 31867"/>
                        <a:gd name="connsiteY0" fmla="*/ 17746 h 42225"/>
                        <a:gd name="connsiteX1" fmla="*/ 28670 w 31867"/>
                        <a:gd name="connsiteY1" fmla="*/ 316 h 42225"/>
                        <a:gd name="connsiteX2" fmla="*/ 5048 w 31867"/>
                        <a:gd name="connsiteY2" fmla="*/ 27557 h 42225"/>
                        <a:gd name="connsiteX3" fmla="*/ 0 w 31867"/>
                        <a:gd name="connsiteY3" fmla="*/ 42226 h 42225"/>
                        <a:gd name="connsiteX4" fmla="*/ 4096 w 31867"/>
                        <a:gd name="connsiteY4" fmla="*/ 34701 h 42225"/>
                        <a:gd name="connsiteX5" fmla="*/ 30861 w 31867"/>
                        <a:gd name="connsiteY5" fmla="*/ 17746 h 42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1867" h="42225">
                          <a:moveTo>
                            <a:pt x="30861" y="17746"/>
                          </a:moveTo>
                          <a:cubicBezTo>
                            <a:pt x="32671" y="8602"/>
                            <a:pt x="32099" y="1840"/>
                            <a:pt x="28670" y="316"/>
                          </a:cubicBezTo>
                          <a:cubicBezTo>
                            <a:pt x="23146" y="-2161"/>
                            <a:pt x="12478" y="10221"/>
                            <a:pt x="5048" y="27557"/>
                          </a:cubicBezTo>
                          <a:cubicBezTo>
                            <a:pt x="2857" y="32701"/>
                            <a:pt x="1143" y="37653"/>
                            <a:pt x="0" y="42226"/>
                          </a:cubicBezTo>
                          <a:cubicBezTo>
                            <a:pt x="1238" y="39559"/>
                            <a:pt x="2572" y="37082"/>
                            <a:pt x="4096" y="34701"/>
                          </a:cubicBezTo>
                          <a:cubicBezTo>
                            <a:pt x="13049" y="22128"/>
                            <a:pt x="24574" y="13841"/>
                            <a:pt x="30861" y="17746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05" name="Forme libre : forme 14304">
                      <a:extLst>
                        <a:ext uri="{FF2B5EF4-FFF2-40B4-BE49-F238E27FC236}">
                          <a16:creationId xmlns:a16="http://schemas.microsoft.com/office/drawing/2014/main" id="{710CAA7E-5E49-4081-994C-C41B43BE07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3192" y="3821590"/>
                      <a:ext cx="33741" cy="63741"/>
                    </a:xfrm>
                    <a:custGeom>
                      <a:avLst/>
                      <a:gdLst>
                        <a:gd name="connsiteX0" fmla="*/ 3172 w 33741"/>
                        <a:gd name="connsiteY0" fmla="*/ 63466 h 63741"/>
                        <a:gd name="connsiteX1" fmla="*/ 6982 w 33741"/>
                        <a:gd name="connsiteY1" fmla="*/ 27557 h 63741"/>
                        <a:gd name="connsiteX2" fmla="*/ 30509 w 33741"/>
                        <a:gd name="connsiteY2" fmla="*/ 316 h 63741"/>
                        <a:gd name="connsiteX3" fmla="*/ 26794 w 33741"/>
                        <a:gd name="connsiteY3" fmla="*/ 36225 h 63741"/>
                        <a:gd name="connsiteX4" fmla="*/ 3172 w 33741"/>
                        <a:gd name="connsiteY4" fmla="*/ 63466 h 63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741" h="63741">
                          <a:moveTo>
                            <a:pt x="3172" y="63466"/>
                          </a:moveTo>
                          <a:cubicBezTo>
                            <a:pt x="-2257" y="61085"/>
                            <a:pt x="-543" y="44988"/>
                            <a:pt x="6982" y="27557"/>
                          </a:cubicBezTo>
                          <a:cubicBezTo>
                            <a:pt x="14412" y="10222"/>
                            <a:pt x="24984" y="-2161"/>
                            <a:pt x="30509" y="316"/>
                          </a:cubicBezTo>
                          <a:cubicBezTo>
                            <a:pt x="35938" y="2697"/>
                            <a:pt x="34414" y="18794"/>
                            <a:pt x="26794" y="36225"/>
                          </a:cubicBezTo>
                          <a:cubicBezTo>
                            <a:pt x="19079" y="53560"/>
                            <a:pt x="8601" y="65752"/>
                            <a:pt x="3172" y="6346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06" name="Forme libre : forme 14305">
                      <a:extLst>
                        <a:ext uri="{FF2B5EF4-FFF2-40B4-BE49-F238E27FC236}">
                          <a16:creationId xmlns:a16="http://schemas.microsoft.com/office/drawing/2014/main" id="{6011FBC7-70B0-4408-BD34-662D2ED09F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9999" y="3789940"/>
                      <a:ext cx="61487" cy="76541"/>
                    </a:xfrm>
                    <a:custGeom>
                      <a:avLst/>
                      <a:gdLst>
                        <a:gd name="connsiteX0" fmla="*/ 47799 w 61487"/>
                        <a:gd name="connsiteY0" fmla="*/ 2438 h 76541"/>
                        <a:gd name="connsiteX1" fmla="*/ 37512 w 61487"/>
                        <a:gd name="connsiteY1" fmla="*/ 438 h 76541"/>
                        <a:gd name="connsiteX2" fmla="*/ 13509 w 61487"/>
                        <a:gd name="connsiteY2" fmla="*/ 27965 h 76541"/>
                        <a:gd name="connsiteX3" fmla="*/ 650 w 61487"/>
                        <a:gd name="connsiteY3" fmla="*/ 61779 h 76541"/>
                        <a:gd name="connsiteX4" fmla="*/ 4936 w 61487"/>
                        <a:gd name="connsiteY4" fmla="*/ 76352 h 76541"/>
                        <a:gd name="connsiteX5" fmla="*/ 14366 w 61487"/>
                        <a:gd name="connsiteY5" fmla="*/ 67303 h 76541"/>
                        <a:gd name="connsiteX6" fmla="*/ 36940 w 61487"/>
                        <a:gd name="connsiteY6" fmla="*/ 45110 h 76541"/>
                        <a:gd name="connsiteX7" fmla="*/ 60943 w 61487"/>
                        <a:gd name="connsiteY7" fmla="*/ 18345 h 76541"/>
                        <a:gd name="connsiteX8" fmla="*/ 47799 w 61487"/>
                        <a:gd name="connsiteY8" fmla="*/ 2438 h 76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487" h="76541">
                          <a:moveTo>
                            <a:pt x="47799" y="2438"/>
                          </a:moveTo>
                          <a:cubicBezTo>
                            <a:pt x="44751" y="819"/>
                            <a:pt x="41608" y="-801"/>
                            <a:pt x="37512" y="438"/>
                          </a:cubicBezTo>
                          <a:cubicBezTo>
                            <a:pt x="29797" y="2819"/>
                            <a:pt x="20557" y="15011"/>
                            <a:pt x="13509" y="27965"/>
                          </a:cubicBezTo>
                          <a:cubicBezTo>
                            <a:pt x="7603" y="39014"/>
                            <a:pt x="2746" y="50539"/>
                            <a:pt x="650" y="61779"/>
                          </a:cubicBezTo>
                          <a:cubicBezTo>
                            <a:pt x="-874" y="69970"/>
                            <a:pt x="174" y="77876"/>
                            <a:pt x="4936" y="76352"/>
                          </a:cubicBezTo>
                          <a:cubicBezTo>
                            <a:pt x="7889" y="75399"/>
                            <a:pt x="11223" y="71113"/>
                            <a:pt x="14366" y="67303"/>
                          </a:cubicBezTo>
                          <a:cubicBezTo>
                            <a:pt x="21796" y="58349"/>
                            <a:pt x="29416" y="50825"/>
                            <a:pt x="36940" y="45110"/>
                          </a:cubicBezTo>
                          <a:cubicBezTo>
                            <a:pt x="43322" y="40252"/>
                            <a:pt x="57324" y="32441"/>
                            <a:pt x="60943" y="18345"/>
                          </a:cubicBezTo>
                          <a:cubicBezTo>
                            <a:pt x="64182" y="5391"/>
                            <a:pt x="52085" y="4724"/>
                            <a:pt x="47799" y="243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07" name="Forme libre : forme 14306">
                      <a:extLst>
                        <a:ext uri="{FF2B5EF4-FFF2-40B4-BE49-F238E27FC236}">
                          <a16:creationId xmlns:a16="http://schemas.microsoft.com/office/drawing/2014/main" id="{C04A77DB-EC74-4ED8-9E50-EE95DAB43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2826" y="3809349"/>
                      <a:ext cx="10368" cy="28277"/>
                    </a:xfrm>
                    <a:custGeom>
                      <a:avLst/>
                      <a:gdLst>
                        <a:gd name="connsiteX0" fmla="*/ 9734 w 10368"/>
                        <a:gd name="connsiteY0" fmla="*/ 2556 h 28277"/>
                        <a:gd name="connsiteX1" fmla="*/ 8305 w 10368"/>
                        <a:gd name="connsiteY1" fmla="*/ 79 h 28277"/>
                        <a:gd name="connsiteX2" fmla="*/ 5353 w 10368"/>
                        <a:gd name="connsiteY2" fmla="*/ 1698 h 28277"/>
                        <a:gd name="connsiteX3" fmla="*/ 3353 w 10368"/>
                        <a:gd name="connsiteY3" fmla="*/ 6270 h 28277"/>
                        <a:gd name="connsiteX4" fmla="*/ 495 w 10368"/>
                        <a:gd name="connsiteY4" fmla="*/ 18272 h 28277"/>
                        <a:gd name="connsiteX5" fmla="*/ 19 w 10368"/>
                        <a:gd name="connsiteY5" fmla="*/ 22844 h 28277"/>
                        <a:gd name="connsiteX6" fmla="*/ 7924 w 10368"/>
                        <a:gd name="connsiteY6" fmla="*/ 22272 h 28277"/>
                        <a:gd name="connsiteX7" fmla="*/ 9734 w 10368"/>
                        <a:gd name="connsiteY7" fmla="*/ 2556 h 28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368" h="28277">
                          <a:moveTo>
                            <a:pt x="9734" y="2556"/>
                          </a:moveTo>
                          <a:cubicBezTo>
                            <a:pt x="9448" y="1413"/>
                            <a:pt x="9067" y="460"/>
                            <a:pt x="8305" y="79"/>
                          </a:cubicBezTo>
                          <a:cubicBezTo>
                            <a:pt x="7544" y="-207"/>
                            <a:pt x="6400" y="270"/>
                            <a:pt x="5353" y="1698"/>
                          </a:cubicBezTo>
                          <a:cubicBezTo>
                            <a:pt x="4400" y="3032"/>
                            <a:pt x="3829" y="4746"/>
                            <a:pt x="3353" y="6270"/>
                          </a:cubicBezTo>
                          <a:cubicBezTo>
                            <a:pt x="2114" y="10366"/>
                            <a:pt x="1162" y="14367"/>
                            <a:pt x="495" y="18272"/>
                          </a:cubicBezTo>
                          <a:cubicBezTo>
                            <a:pt x="209" y="19891"/>
                            <a:pt x="-77" y="21510"/>
                            <a:pt x="19" y="22844"/>
                          </a:cubicBezTo>
                          <a:cubicBezTo>
                            <a:pt x="209" y="28559"/>
                            <a:pt x="4591" y="31702"/>
                            <a:pt x="7924" y="22272"/>
                          </a:cubicBezTo>
                          <a:cubicBezTo>
                            <a:pt x="10591" y="15129"/>
                            <a:pt x="10877" y="7033"/>
                            <a:pt x="9734" y="255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08" name="Forme libre : forme 14307">
                      <a:extLst>
                        <a:ext uri="{FF2B5EF4-FFF2-40B4-BE49-F238E27FC236}">
                          <a16:creationId xmlns:a16="http://schemas.microsoft.com/office/drawing/2014/main" id="{7A1959BA-D66D-4402-8EC0-F09DF613DD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7459" y="3858196"/>
                      <a:ext cx="8046" cy="47243"/>
                    </a:xfrm>
                    <a:custGeom>
                      <a:avLst/>
                      <a:gdLst>
                        <a:gd name="connsiteX0" fmla="*/ 8047 w 8046"/>
                        <a:gd name="connsiteY0" fmla="*/ 47244 h 47243"/>
                        <a:gd name="connsiteX1" fmla="*/ 4713 w 8046"/>
                        <a:gd name="connsiteY1" fmla="*/ 0 h 47243"/>
                        <a:gd name="connsiteX2" fmla="*/ 8047 w 8046"/>
                        <a:gd name="connsiteY2" fmla="*/ 47244 h 47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046" h="47243">
                          <a:moveTo>
                            <a:pt x="8047" y="47244"/>
                          </a:moveTo>
                          <a:cubicBezTo>
                            <a:pt x="8047" y="47244"/>
                            <a:pt x="-7574" y="42577"/>
                            <a:pt x="4713" y="0"/>
                          </a:cubicBezTo>
                          <a:cubicBezTo>
                            <a:pt x="4808" y="95"/>
                            <a:pt x="-3859" y="33242"/>
                            <a:pt x="8047" y="472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09" name="Forme libre : forme 14308">
                      <a:extLst>
                        <a:ext uri="{FF2B5EF4-FFF2-40B4-BE49-F238E27FC236}">
                          <a16:creationId xmlns:a16="http://schemas.microsoft.com/office/drawing/2014/main" id="{3AC865C3-7DFB-4B3F-8B62-14D30C01B4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3609" y="3778567"/>
                      <a:ext cx="7665" cy="51911"/>
                    </a:xfrm>
                    <a:custGeom>
                      <a:avLst/>
                      <a:gdLst>
                        <a:gd name="connsiteX0" fmla="*/ 0 w 7665"/>
                        <a:gd name="connsiteY0" fmla="*/ 51911 h 51911"/>
                        <a:gd name="connsiteX1" fmla="*/ 6382 w 7665"/>
                        <a:gd name="connsiteY1" fmla="*/ 30766 h 51911"/>
                        <a:gd name="connsiteX2" fmla="*/ 381 w 7665"/>
                        <a:gd name="connsiteY2" fmla="*/ 0 h 51911"/>
                        <a:gd name="connsiteX3" fmla="*/ 0 w 7665"/>
                        <a:gd name="connsiteY3" fmla="*/ 51911 h 51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665" h="51911">
                          <a:moveTo>
                            <a:pt x="0" y="51911"/>
                          </a:moveTo>
                          <a:cubicBezTo>
                            <a:pt x="0" y="51911"/>
                            <a:pt x="4191" y="42196"/>
                            <a:pt x="6382" y="30766"/>
                          </a:cubicBezTo>
                          <a:cubicBezTo>
                            <a:pt x="8572" y="19336"/>
                            <a:pt x="8763" y="6382"/>
                            <a:pt x="381" y="0"/>
                          </a:cubicBezTo>
                          <a:cubicBezTo>
                            <a:pt x="381" y="0"/>
                            <a:pt x="13049" y="15430"/>
                            <a:pt x="0" y="519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0" name="Forme libre : forme 14309">
                      <a:extLst>
                        <a:ext uri="{FF2B5EF4-FFF2-40B4-BE49-F238E27FC236}">
                          <a16:creationId xmlns:a16="http://schemas.microsoft.com/office/drawing/2014/main" id="{0208B01E-6DA1-4443-A5D7-1B75E9163F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8192" y="3847974"/>
                      <a:ext cx="14098" cy="22956"/>
                    </a:xfrm>
                    <a:custGeom>
                      <a:avLst/>
                      <a:gdLst>
                        <a:gd name="connsiteX0" fmla="*/ 270 w 14098"/>
                        <a:gd name="connsiteY0" fmla="*/ 22318 h 22956"/>
                        <a:gd name="connsiteX1" fmla="*/ 5032 w 14098"/>
                        <a:gd name="connsiteY1" fmla="*/ 7745 h 22956"/>
                        <a:gd name="connsiteX2" fmla="*/ 13795 w 14098"/>
                        <a:gd name="connsiteY2" fmla="*/ 601 h 22956"/>
                        <a:gd name="connsiteX3" fmla="*/ 8937 w 14098"/>
                        <a:gd name="connsiteY3" fmla="*/ 15175 h 22956"/>
                        <a:gd name="connsiteX4" fmla="*/ 270 w 14098"/>
                        <a:gd name="connsiteY4" fmla="*/ 22318 h 22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98" h="22956">
                          <a:moveTo>
                            <a:pt x="270" y="22318"/>
                          </a:moveTo>
                          <a:cubicBezTo>
                            <a:pt x="-778" y="20318"/>
                            <a:pt x="1317" y="13746"/>
                            <a:pt x="5032" y="7745"/>
                          </a:cubicBezTo>
                          <a:cubicBezTo>
                            <a:pt x="8747" y="1745"/>
                            <a:pt x="12652" y="-1399"/>
                            <a:pt x="13795" y="601"/>
                          </a:cubicBezTo>
                          <a:cubicBezTo>
                            <a:pt x="14938" y="2697"/>
                            <a:pt x="12747" y="9174"/>
                            <a:pt x="8937" y="15175"/>
                          </a:cubicBezTo>
                          <a:cubicBezTo>
                            <a:pt x="5222" y="21175"/>
                            <a:pt x="1317" y="24414"/>
                            <a:pt x="270" y="2231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1" name="Forme libre : forme 14310">
                      <a:extLst>
                        <a:ext uri="{FF2B5EF4-FFF2-40B4-BE49-F238E27FC236}">
                          <a16:creationId xmlns:a16="http://schemas.microsoft.com/office/drawing/2014/main" id="{1685F299-9507-4C1E-8C1B-ABA03F8B9E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7223" y="3867392"/>
                      <a:ext cx="4000" cy="6688"/>
                    </a:xfrm>
                    <a:custGeom>
                      <a:avLst/>
                      <a:gdLst>
                        <a:gd name="connsiteX0" fmla="*/ 571 w 4000"/>
                        <a:gd name="connsiteY0" fmla="*/ 6616 h 6688"/>
                        <a:gd name="connsiteX1" fmla="*/ 571 w 4000"/>
                        <a:gd name="connsiteY1" fmla="*/ 2711 h 6688"/>
                        <a:gd name="connsiteX2" fmla="*/ 3429 w 4000"/>
                        <a:gd name="connsiteY2" fmla="*/ 44 h 6688"/>
                        <a:gd name="connsiteX3" fmla="*/ 3429 w 4000"/>
                        <a:gd name="connsiteY3" fmla="*/ 3949 h 6688"/>
                        <a:gd name="connsiteX4" fmla="*/ 571 w 4000"/>
                        <a:gd name="connsiteY4" fmla="*/ 6616 h 6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00" h="6688">
                          <a:moveTo>
                            <a:pt x="571" y="6616"/>
                          </a:moveTo>
                          <a:cubicBezTo>
                            <a:pt x="-190" y="6235"/>
                            <a:pt x="-190" y="4520"/>
                            <a:pt x="571" y="2711"/>
                          </a:cubicBezTo>
                          <a:cubicBezTo>
                            <a:pt x="1333" y="901"/>
                            <a:pt x="2667" y="-242"/>
                            <a:pt x="3429" y="44"/>
                          </a:cubicBezTo>
                          <a:cubicBezTo>
                            <a:pt x="4191" y="425"/>
                            <a:pt x="4191" y="2139"/>
                            <a:pt x="3429" y="3949"/>
                          </a:cubicBezTo>
                          <a:cubicBezTo>
                            <a:pt x="2572" y="5854"/>
                            <a:pt x="1333" y="6997"/>
                            <a:pt x="571" y="66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2" name="Forme libre : forme 14311">
                      <a:extLst>
                        <a:ext uri="{FF2B5EF4-FFF2-40B4-BE49-F238E27FC236}">
                          <a16:creationId xmlns:a16="http://schemas.microsoft.com/office/drawing/2014/main" id="{316822D0-DAA4-41D0-B82E-77C487C77C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1662" y="3854091"/>
                      <a:ext cx="45504" cy="49754"/>
                    </a:xfrm>
                    <a:custGeom>
                      <a:avLst/>
                      <a:gdLst>
                        <a:gd name="connsiteX0" fmla="*/ 16514 w 45504"/>
                        <a:gd name="connsiteY0" fmla="*/ 48396 h 49754"/>
                        <a:gd name="connsiteX1" fmla="*/ 2226 w 45504"/>
                        <a:gd name="connsiteY1" fmla="*/ 47730 h 49754"/>
                        <a:gd name="connsiteX2" fmla="*/ 511 w 45504"/>
                        <a:gd name="connsiteY2" fmla="*/ 41443 h 49754"/>
                        <a:gd name="connsiteX3" fmla="*/ 6036 w 45504"/>
                        <a:gd name="connsiteY3" fmla="*/ 35442 h 49754"/>
                        <a:gd name="connsiteX4" fmla="*/ 23657 w 45504"/>
                        <a:gd name="connsiteY4" fmla="*/ 25917 h 49754"/>
                        <a:gd name="connsiteX5" fmla="*/ 45374 w 45504"/>
                        <a:gd name="connsiteY5" fmla="*/ 1248 h 49754"/>
                        <a:gd name="connsiteX6" fmla="*/ 29849 w 45504"/>
                        <a:gd name="connsiteY6" fmla="*/ 37157 h 49754"/>
                        <a:gd name="connsiteX7" fmla="*/ 16514 w 45504"/>
                        <a:gd name="connsiteY7" fmla="*/ 48396 h 49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504" h="49754">
                          <a:moveTo>
                            <a:pt x="16514" y="48396"/>
                          </a:moveTo>
                          <a:cubicBezTo>
                            <a:pt x="10989" y="50683"/>
                            <a:pt x="6322" y="49825"/>
                            <a:pt x="2226" y="47730"/>
                          </a:cubicBezTo>
                          <a:cubicBezTo>
                            <a:pt x="702" y="46968"/>
                            <a:pt x="-822" y="45062"/>
                            <a:pt x="511" y="41443"/>
                          </a:cubicBezTo>
                          <a:cubicBezTo>
                            <a:pt x="1655" y="38109"/>
                            <a:pt x="4131" y="36204"/>
                            <a:pt x="6036" y="35442"/>
                          </a:cubicBezTo>
                          <a:cubicBezTo>
                            <a:pt x="11846" y="32775"/>
                            <a:pt x="17466" y="32490"/>
                            <a:pt x="23657" y="25917"/>
                          </a:cubicBezTo>
                          <a:cubicBezTo>
                            <a:pt x="27467" y="21822"/>
                            <a:pt x="43850" y="-6182"/>
                            <a:pt x="45374" y="1248"/>
                          </a:cubicBezTo>
                          <a:cubicBezTo>
                            <a:pt x="46898" y="8772"/>
                            <a:pt x="34611" y="30966"/>
                            <a:pt x="29849" y="37157"/>
                          </a:cubicBezTo>
                          <a:cubicBezTo>
                            <a:pt x="25467" y="42872"/>
                            <a:pt x="20705" y="46682"/>
                            <a:pt x="16514" y="4839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57" name="Graphique 1">
                    <a:extLst>
                      <a:ext uri="{FF2B5EF4-FFF2-40B4-BE49-F238E27FC236}">
                        <a16:creationId xmlns:a16="http://schemas.microsoft.com/office/drawing/2014/main" id="{1CAB0698-D542-493A-9660-939853365FD5}"/>
                      </a:ext>
                    </a:extLst>
                  </p:cNvPr>
                  <p:cNvGrpSpPr/>
                  <p:nvPr/>
                </p:nvGrpSpPr>
                <p:grpSpPr>
                  <a:xfrm>
                    <a:off x="3566573" y="3908058"/>
                    <a:ext cx="86851" cy="146827"/>
                    <a:chOff x="3566573" y="3908058"/>
                    <a:chExt cx="86851" cy="146827"/>
                  </a:xfrm>
                  <a:solidFill>
                    <a:schemeClr val="accent1"/>
                  </a:solidFill>
                </p:grpSpPr>
                <p:sp>
                  <p:nvSpPr>
                    <p:cNvPr id="14289" name="Forme libre : forme 14288">
                      <a:extLst>
                        <a:ext uri="{FF2B5EF4-FFF2-40B4-BE49-F238E27FC236}">
                          <a16:creationId xmlns:a16="http://schemas.microsoft.com/office/drawing/2014/main" id="{3F633F13-3305-45A7-9ACE-0426627919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6573" y="3908058"/>
                      <a:ext cx="86851" cy="146827"/>
                    </a:xfrm>
                    <a:custGeom>
                      <a:avLst/>
                      <a:gdLst>
                        <a:gd name="connsiteX0" fmla="*/ 7020 w 86851"/>
                        <a:gd name="connsiteY0" fmla="*/ 89108 h 146827"/>
                        <a:gd name="connsiteX1" fmla="*/ 28070 w 86851"/>
                        <a:gd name="connsiteY1" fmla="*/ 36911 h 146827"/>
                        <a:gd name="connsiteX2" fmla="*/ 65027 w 86851"/>
                        <a:gd name="connsiteY2" fmla="*/ 716 h 146827"/>
                        <a:gd name="connsiteX3" fmla="*/ 79220 w 86851"/>
                        <a:gd name="connsiteY3" fmla="*/ 6812 h 146827"/>
                        <a:gd name="connsiteX4" fmla="*/ 79124 w 86851"/>
                        <a:gd name="connsiteY4" fmla="*/ 58247 h 146827"/>
                        <a:gd name="connsiteX5" fmla="*/ 57598 w 86851"/>
                        <a:gd name="connsiteY5" fmla="*/ 109586 h 146827"/>
                        <a:gd name="connsiteX6" fmla="*/ 21593 w 86851"/>
                        <a:gd name="connsiteY6" fmla="*/ 146258 h 146827"/>
                        <a:gd name="connsiteX7" fmla="*/ 7782 w 86851"/>
                        <a:gd name="connsiteY7" fmla="*/ 140828 h 146827"/>
                        <a:gd name="connsiteX8" fmla="*/ 7020 w 86851"/>
                        <a:gd name="connsiteY8" fmla="*/ 89108 h 146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6851" h="146827">
                          <a:moveTo>
                            <a:pt x="7020" y="89108"/>
                          </a:moveTo>
                          <a:lnTo>
                            <a:pt x="28070" y="36911"/>
                          </a:lnTo>
                          <a:cubicBezTo>
                            <a:pt x="37976" y="12526"/>
                            <a:pt x="54741" y="-3666"/>
                            <a:pt x="65027" y="716"/>
                          </a:cubicBezTo>
                          <a:lnTo>
                            <a:pt x="79220" y="6812"/>
                          </a:lnTo>
                          <a:cubicBezTo>
                            <a:pt x="89507" y="11288"/>
                            <a:pt x="89316" y="34339"/>
                            <a:pt x="79124" y="58247"/>
                          </a:cubicBezTo>
                          <a:lnTo>
                            <a:pt x="57598" y="109586"/>
                          </a:lnTo>
                          <a:cubicBezTo>
                            <a:pt x="47597" y="133589"/>
                            <a:pt x="31595" y="150163"/>
                            <a:pt x="21593" y="146258"/>
                          </a:cubicBezTo>
                          <a:lnTo>
                            <a:pt x="7782" y="140828"/>
                          </a:lnTo>
                          <a:cubicBezTo>
                            <a:pt x="-2219" y="137018"/>
                            <a:pt x="-2696" y="113682"/>
                            <a:pt x="7020" y="8910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90" name="Forme libre : forme 14289">
                      <a:extLst>
                        <a:ext uri="{FF2B5EF4-FFF2-40B4-BE49-F238E27FC236}">
                          <a16:creationId xmlns:a16="http://schemas.microsoft.com/office/drawing/2014/main" id="{974A7859-0FB6-4645-B25E-68474D3EC4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6573" y="3908154"/>
                      <a:ext cx="71218" cy="141018"/>
                    </a:xfrm>
                    <a:custGeom>
                      <a:avLst/>
                      <a:gdLst>
                        <a:gd name="connsiteX0" fmla="*/ 41120 w 71218"/>
                        <a:gd name="connsiteY0" fmla="*/ 53103 h 141018"/>
                        <a:gd name="connsiteX1" fmla="*/ 71219 w 71218"/>
                        <a:gd name="connsiteY1" fmla="*/ 3383 h 141018"/>
                        <a:gd name="connsiteX2" fmla="*/ 65027 w 71218"/>
                        <a:gd name="connsiteY2" fmla="*/ 716 h 141018"/>
                        <a:gd name="connsiteX3" fmla="*/ 28070 w 71218"/>
                        <a:gd name="connsiteY3" fmla="*/ 36910 h 141018"/>
                        <a:gd name="connsiteX4" fmla="*/ 7020 w 71218"/>
                        <a:gd name="connsiteY4" fmla="*/ 89108 h 141018"/>
                        <a:gd name="connsiteX5" fmla="*/ 7782 w 71218"/>
                        <a:gd name="connsiteY5" fmla="*/ 140828 h 141018"/>
                        <a:gd name="connsiteX6" fmla="*/ 8258 w 71218"/>
                        <a:gd name="connsiteY6" fmla="*/ 141019 h 141018"/>
                        <a:gd name="connsiteX7" fmla="*/ 41120 w 71218"/>
                        <a:gd name="connsiteY7" fmla="*/ 53103 h 141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1218" h="141018">
                          <a:moveTo>
                            <a:pt x="41120" y="53103"/>
                          </a:moveTo>
                          <a:cubicBezTo>
                            <a:pt x="47311" y="31576"/>
                            <a:pt x="59217" y="11574"/>
                            <a:pt x="71219" y="3383"/>
                          </a:cubicBezTo>
                          <a:lnTo>
                            <a:pt x="65027" y="716"/>
                          </a:lnTo>
                          <a:cubicBezTo>
                            <a:pt x="54741" y="-3666"/>
                            <a:pt x="37976" y="12526"/>
                            <a:pt x="28070" y="36910"/>
                          </a:cubicBezTo>
                          <a:lnTo>
                            <a:pt x="7020" y="89108"/>
                          </a:lnTo>
                          <a:cubicBezTo>
                            <a:pt x="-2696" y="113587"/>
                            <a:pt x="-2219" y="136923"/>
                            <a:pt x="7782" y="140828"/>
                          </a:cubicBezTo>
                          <a:lnTo>
                            <a:pt x="8258" y="141019"/>
                          </a:lnTo>
                          <a:cubicBezTo>
                            <a:pt x="18831" y="110825"/>
                            <a:pt x="32357" y="83392"/>
                            <a:pt x="41120" y="5310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91" name="Forme libre : forme 14290">
                      <a:extLst>
                        <a:ext uri="{FF2B5EF4-FFF2-40B4-BE49-F238E27FC236}">
                          <a16:creationId xmlns:a16="http://schemas.microsoft.com/office/drawing/2014/main" id="{7E26A7DC-6960-4E16-9F58-7FAE0DF6E0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8448" y="3958245"/>
                      <a:ext cx="32394" cy="64201"/>
                    </a:xfrm>
                    <a:custGeom>
                      <a:avLst/>
                      <a:gdLst>
                        <a:gd name="connsiteX0" fmla="*/ 3147 w 32394"/>
                        <a:gd name="connsiteY0" fmla="*/ 63972 h 64201"/>
                        <a:gd name="connsiteX1" fmla="*/ 6481 w 32394"/>
                        <a:gd name="connsiteY1" fmla="*/ 28158 h 64201"/>
                        <a:gd name="connsiteX2" fmla="*/ 29246 w 32394"/>
                        <a:gd name="connsiteY2" fmla="*/ 250 h 64201"/>
                        <a:gd name="connsiteX3" fmla="*/ 25722 w 32394"/>
                        <a:gd name="connsiteY3" fmla="*/ 35968 h 64201"/>
                        <a:gd name="connsiteX4" fmla="*/ 3147 w 32394"/>
                        <a:gd name="connsiteY4" fmla="*/ 63972 h 64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394" h="64201">
                          <a:moveTo>
                            <a:pt x="3147" y="63972"/>
                          </a:moveTo>
                          <a:cubicBezTo>
                            <a:pt x="-2091" y="61876"/>
                            <a:pt x="-663" y="45779"/>
                            <a:pt x="6481" y="28158"/>
                          </a:cubicBezTo>
                          <a:cubicBezTo>
                            <a:pt x="13625" y="10537"/>
                            <a:pt x="23912" y="-1941"/>
                            <a:pt x="29246" y="250"/>
                          </a:cubicBezTo>
                          <a:cubicBezTo>
                            <a:pt x="34580" y="2535"/>
                            <a:pt x="32961" y="18442"/>
                            <a:pt x="25722" y="35968"/>
                          </a:cubicBezTo>
                          <a:cubicBezTo>
                            <a:pt x="18387" y="53590"/>
                            <a:pt x="8386" y="66067"/>
                            <a:pt x="3147" y="63972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92" name="Forme libre : forme 14291">
                      <a:extLst>
                        <a:ext uri="{FF2B5EF4-FFF2-40B4-BE49-F238E27FC236}">
                          <a16:creationId xmlns:a16="http://schemas.microsoft.com/office/drawing/2014/main" id="{7010B3B6-4A59-44D5-A667-972792C907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0071" y="3958243"/>
                      <a:ext cx="30701" cy="42923"/>
                    </a:xfrm>
                    <a:custGeom>
                      <a:avLst/>
                      <a:gdLst>
                        <a:gd name="connsiteX0" fmla="*/ 29718 w 30701"/>
                        <a:gd name="connsiteY0" fmla="*/ 17587 h 42923"/>
                        <a:gd name="connsiteX1" fmla="*/ 27527 w 30701"/>
                        <a:gd name="connsiteY1" fmla="*/ 251 h 42923"/>
                        <a:gd name="connsiteX2" fmla="*/ 4763 w 30701"/>
                        <a:gd name="connsiteY2" fmla="*/ 28159 h 42923"/>
                        <a:gd name="connsiteX3" fmla="*/ 0 w 30701"/>
                        <a:gd name="connsiteY3" fmla="*/ 42923 h 42923"/>
                        <a:gd name="connsiteX4" fmla="*/ 3905 w 30701"/>
                        <a:gd name="connsiteY4" fmla="*/ 35303 h 42923"/>
                        <a:gd name="connsiteX5" fmla="*/ 29718 w 30701"/>
                        <a:gd name="connsiteY5" fmla="*/ 17587 h 42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701" h="42923">
                          <a:moveTo>
                            <a:pt x="29718" y="17587"/>
                          </a:moveTo>
                          <a:cubicBezTo>
                            <a:pt x="31528" y="8443"/>
                            <a:pt x="30861" y="1680"/>
                            <a:pt x="27527" y="251"/>
                          </a:cubicBezTo>
                          <a:cubicBezTo>
                            <a:pt x="22193" y="-1940"/>
                            <a:pt x="11906" y="10443"/>
                            <a:pt x="4763" y="28159"/>
                          </a:cubicBezTo>
                          <a:cubicBezTo>
                            <a:pt x="2667" y="33303"/>
                            <a:pt x="1048" y="38351"/>
                            <a:pt x="0" y="42923"/>
                          </a:cubicBezTo>
                          <a:cubicBezTo>
                            <a:pt x="1143" y="40256"/>
                            <a:pt x="2381" y="37684"/>
                            <a:pt x="3905" y="35303"/>
                          </a:cubicBezTo>
                          <a:cubicBezTo>
                            <a:pt x="12573" y="22349"/>
                            <a:pt x="23717" y="13777"/>
                            <a:pt x="29718" y="17587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93" name="Forme libre : forme 14292">
                      <a:extLst>
                        <a:ext uri="{FF2B5EF4-FFF2-40B4-BE49-F238E27FC236}">
                          <a16:creationId xmlns:a16="http://schemas.microsoft.com/office/drawing/2014/main" id="{70E96977-F1DC-4B3E-86CF-6F0D200D5E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5013" y="3960605"/>
                      <a:ext cx="32210" cy="64221"/>
                    </a:xfrm>
                    <a:custGeom>
                      <a:avLst/>
                      <a:gdLst>
                        <a:gd name="connsiteX0" fmla="*/ 3154 w 32210"/>
                        <a:gd name="connsiteY0" fmla="*/ 63992 h 64221"/>
                        <a:gd name="connsiteX1" fmla="*/ 6392 w 32210"/>
                        <a:gd name="connsiteY1" fmla="*/ 28178 h 64221"/>
                        <a:gd name="connsiteX2" fmla="*/ 29062 w 32210"/>
                        <a:gd name="connsiteY2" fmla="*/ 270 h 64221"/>
                        <a:gd name="connsiteX3" fmla="*/ 25538 w 32210"/>
                        <a:gd name="connsiteY3" fmla="*/ 35989 h 64221"/>
                        <a:gd name="connsiteX4" fmla="*/ 3154 w 32210"/>
                        <a:gd name="connsiteY4" fmla="*/ 63992 h 64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210" h="64221">
                          <a:moveTo>
                            <a:pt x="3154" y="63992"/>
                          </a:moveTo>
                          <a:cubicBezTo>
                            <a:pt x="-2085" y="61897"/>
                            <a:pt x="-656" y="45800"/>
                            <a:pt x="6392" y="28178"/>
                          </a:cubicBezTo>
                          <a:cubicBezTo>
                            <a:pt x="13536" y="10462"/>
                            <a:pt x="23728" y="-2016"/>
                            <a:pt x="29062" y="270"/>
                          </a:cubicBezTo>
                          <a:cubicBezTo>
                            <a:pt x="34396" y="2461"/>
                            <a:pt x="32776" y="18463"/>
                            <a:pt x="25538" y="35989"/>
                          </a:cubicBezTo>
                          <a:cubicBezTo>
                            <a:pt x="18394" y="53610"/>
                            <a:pt x="8392" y="66088"/>
                            <a:pt x="3154" y="6399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94" name="Forme libre : forme 14293">
                      <a:extLst>
                        <a:ext uri="{FF2B5EF4-FFF2-40B4-BE49-F238E27FC236}">
                          <a16:creationId xmlns:a16="http://schemas.microsoft.com/office/drawing/2014/main" id="{2DDE7A5D-27E8-4DCF-B8FD-8FEA5FDF04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1914" y="3928873"/>
                      <a:ext cx="59041" cy="77319"/>
                    </a:xfrm>
                    <a:custGeom>
                      <a:avLst/>
                      <a:gdLst>
                        <a:gd name="connsiteX0" fmla="*/ 45781 w 59041"/>
                        <a:gd name="connsiteY0" fmla="*/ 2190 h 77319"/>
                        <a:gd name="connsiteX1" fmla="*/ 35875 w 59041"/>
                        <a:gd name="connsiteY1" fmla="*/ 571 h 77319"/>
                        <a:gd name="connsiteX2" fmla="*/ 12920 w 59041"/>
                        <a:gd name="connsiteY2" fmla="*/ 28669 h 77319"/>
                        <a:gd name="connsiteX3" fmla="*/ 537 w 59041"/>
                        <a:gd name="connsiteY3" fmla="*/ 62769 h 77319"/>
                        <a:gd name="connsiteX4" fmla="*/ 4824 w 59041"/>
                        <a:gd name="connsiteY4" fmla="*/ 77056 h 77319"/>
                        <a:gd name="connsiteX5" fmla="*/ 13777 w 59041"/>
                        <a:gd name="connsiteY5" fmla="*/ 67722 h 77319"/>
                        <a:gd name="connsiteX6" fmla="*/ 35494 w 59041"/>
                        <a:gd name="connsiteY6" fmla="*/ 44862 h 77319"/>
                        <a:gd name="connsiteX7" fmla="*/ 58544 w 59041"/>
                        <a:gd name="connsiteY7" fmla="*/ 17334 h 77319"/>
                        <a:gd name="connsiteX8" fmla="*/ 45781 w 59041"/>
                        <a:gd name="connsiteY8" fmla="*/ 2190 h 77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9041" h="77319">
                          <a:moveTo>
                            <a:pt x="45781" y="2190"/>
                          </a:moveTo>
                          <a:cubicBezTo>
                            <a:pt x="42828" y="666"/>
                            <a:pt x="39780" y="-858"/>
                            <a:pt x="35875" y="571"/>
                          </a:cubicBezTo>
                          <a:cubicBezTo>
                            <a:pt x="28445" y="3142"/>
                            <a:pt x="19587" y="15620"/>
                            <a:pt x="12920" y="28669"/>
                          </a:cubicBezTo>
                          <a:cubicBezTo>
                            <a:pt x="7300" y="39432"/>
                            <a:pt x="2442" y="51720"/>
                            <a:pt x="537" y="62769"/>
                          </a:cubicBezTo>
                          <a:cubicBezTo>
                            <a:pt x="-796" y="71055"/>
                            <a:pt x="251" y="78866"/>
                            <a:pt x="4824" y="77056"/>
                          </a:cubicBezTo>
                          <a:cubicBezTo>
                            <a:pt x="7681" y="75913"/>
                            <a:pt x="10824" y="71627"/>
                            <a:pt x="13777" y="67722"/>
                          </a:cubicBezTo>
                          <a:cubicBezTo>
                            <a:pt x="20825" y="58578"/>
                            <a:pt x="28255" y="50767"/>
                            <a:pt x="35494" y="44862"/>
                          </a:cubicBezTo>
                          <a:cubicBezTo>
                            <a:pt x="41685" y="39813"/>
                            <a:pt x="55211" y="31527"/>
                            <a:pt x="58544" y="17334"/>
                          </a:cubicBezTo>
                          <a:cubicBezTo>
                            <a:pt x="61592" y="4571"/>
                            <a:pt x="49782" y="4285"/>
                            <a:pt x="45781" y="219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95" name="Forme libre : forme 14294">
                      <a:extLst>
                        <a:ext uri="{FF2B5EF4-FFF2-40B4-BE49-F238E27FC236}">
                          <a16:creationId xmlns:a16="http://schemas.microsoft.com/office/drawing/2014/main" id="{9491FD0F-0DEF-4854-ADDC-FC994AE61B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2933" y="3947843"/>
                      <a:ext cx="10064" cy="28456"/>
                    </a:xfrm>
                    <a:custGeom>
                      <a:avLst/>
                      <a:gdLst>
                        <a:gd name="connsiteX0" fmla="*/ 9430 w 10064"/>
                        <a:gd name="connsiteY0" fmla="*/ 2460 h 28456"/>
                        <a:gd name="connsiteX1" fmla="*/ 8001 w 10064"/>
                        <a:gd name="connsiteY1" fmla="*/ 79 h 28456"/>
                        <a:gd name="connsiteX2" fmla="*/ 5144 w 10064"/>
                        <a:gd name="connsiteY2" fmla="*/ 1793 h 28456"/>
                        <a:gd name="connsiteX3" fmla="*/ 3238 w 10064"/>
                        <a:gd name="connsiteY3" fmla="*/ 6460 h 28456"/>
                        <a:gd name="connsiteX4" fmla="*/ 476 w 10064"/>
                        <a:gd name="connsiteY4" fmla="*/ 18557 h 28456"/>
                        <a:gd name="connsiteX5" fmla="*/ 0 w 10064"/>
                        <a:gd name="connsiteY5" fmla="*/ 23129 h 28456"/>
                        <a:gd name="connsiteX6" fmla="*/ 7620 w 10064"/>
                        <a:gd name="connsiteY6" fmla="*/ 22367 h 28456"/>
                        <a:gd name="connsiteX7" fmla="*/ 9430 w 10064"/>
                        <a:gd name="connsiteY7" fmla="*/ 2460 h 28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064" h="28456">
                          <a:moveTo>
                            <a:pt x="9430" y="2460"/>
                          </a:moveTo>
                          <a:cubicBezTo>
                            <a:pt x="9144" y="1317"/>
                            <a:pt x="8763" y="364"/>
                            <a:pt x="8001" y="79"/>
                          </a:cubicBezTo>
                          <a:cubicBezTo>
                            <a:pt x="7239" y="-207"/>
                            <a:pt x="6096" y="269"/>
                            <a:pt x="5144" y="1793"/>
                          </a:cubicBezTo>
                          <a:cubicBezTo>
                            <a:pt x="4286" y="3126"/>
                            <a:pt x="3715" y="4841"/>
                            <a:pt x="3238" y="6460"/>
                          </a:cubicBezTo>
                          <a:cubicBezTo>
                            <a:pt x="2096" y="10556"/>
                            <a:pt x="1143" y="14556"/>
                            <a:pt x="476" y="18557"/>
                          </a:cubicBezTo>
                          <a:cubicBezTo>
                            <a:pt x="190" y="20176"/>
                            <a:pt x="0" y="21796"/>
                            <a:pt x="0" y="23129"/>
                          </a:cubicBezTo>
                          <a:cubicBezTo>
                            <a:pt x="190" y="28844"/>
                            <a:pt x="4381" y="31797"/>
                            <a:pt x="7620" y="22367"/>
                          </a:cubicBezTo>
                          <a:cubicBezTo>
                            <a:pt x="10287" y="14938"/>
                            <a:pt x="10573" y="6937"/>
                            <a:pt x="9430" y="246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96" name="Forme libre : forme 14295">
                      <a:extLst>
                        <a:ext uri="{FF2B5EF4-FFF2-40B4-BE49-F238E27FC236}">
                          <a16:creationId xmlns:a16="http://schemas.microsoft.com/office/drawing/2014/main" id="{1C4E0FA5-39EC-4CAA-A2F5-61F8BDB4C5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0009" y="3998594"/>
                      <a:ext cx="8060" cy="46863"/>
                    </a:xfrm>
                    <a:custGeom>
                      <a:avLst/>
                      <a:gdLst>
                        <a:gd name="connsiteX0" fmla="*/ 8061 w 8060"/>
                        <a:gd name="connsiteY0" fmla="*/ 46863 h 46863"/>
                        <a:gd name="connsiteX1" fmla="*/ 4251 w 8060"/>
                        <a:gd name="connsiteY1" fmla="*/ 0 h 46863"/>
                        <a:gd name="connsiteX2" fmla="*/ 8061 w 8060"/>
                        <a:gd name="connsiteY2" fmla="*/ 46863 h 46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060" h="46863">
                          <a:moveTo>
                            <a:pt x="8061" y="46863"/>
                          </a:moveTo>
                          <a:cubicBezTo>
                            <a:pt x="8061" y="46863"/>
                            <a:pt x="-7179" y="42863"/>
                            <a:pt x="4251" y="0"/>
                          </a:cubicBezTo>
                          <a:cubicBezTo>
                            <a:pt x="4251" y="0"/>
                            <a:pt x="-3655" y="33433"/>
                            <a:pt x="8061" y="468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97" name="Forme libre : forme 14296">
                      <a:extLst>
                        <a:ext uri="{FF2B5EF4-FFF2-40B4-BE49-F238E27FC236}">
                          <a16:creationId xmlns:a16="http://schemas.microsoft.com/office/drawing/2014/main" id="{C27E9670-45D4-4282-8C9B-39B800C73B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3126" y="3916775"/>
                      <a:ext cx="7267" cy="51625"/>
                    </a:xfrm>
                    <a:custGeom>
                      <a:avLst/>
                      <a:gdLst>
                        <a:gd name="connsiteX0" fmla="*/ 0 w 7267"/>
                        <a:gd name="connsiteY0" fmla="*/ 51626 h 51625"/>
                        <a:gd name="connsiteX1" fmla="*/ 95 w 7267"/>
                        <a:gd name="connsiteY1" fmla="*/ 0 h 51625"/>
                        <a:gd name="connsiteX2" fmla="*/ 0 w 7267"/>
                        <a:gd name="connsiteY2" fmla="*/ 51626 h 51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267" h="51625">
                          <a:moveTo>
                            <a:pt x="0" y="51626"/>
                          </a:moveTo>
                          <a:cubicBezTo>
                            <a:pt x="0" y="51626"/>
                            <a:pt x="16288" y="12097"/>
                            <a:pt x="95" y="0"/>
                          </a:cubicBezTo>
                          <a:cubicBezTo>
                            <a:pt x="95" y="0"/>
                            <a:pt x="12383" y="14764"/>
                            <a:pt x="0" y="516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98" name="Forme libre : forme 14297">
                      <a:extLst>
                        <a:ext uri="{FF2B5EF4-FFF2-40B4-BE49-F238E27FC236}">
                          <a16:creationId xmlns:a16="http://schemas.microsoft.com/office/drawing/2014/main" id="{4BA3A044-9373-4EA6-A178-099244D0F7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413" y="3987050"/>
                      <a:ext cx="13414" cy="23043"/>
                    </a:xfrm>
                    <a:custGeom>
                      <a:avLst/>
                      <a:gdLst>
                        <a:gd name="connsiteX0" fmla="*/ 278 w 13414"/>
                        <a:gd name="connsiteY0" fmla="*/ 22498 h 23043"/>
                        <a:gd name="connsiteX1" fmla="*/ 4755 w 13414"/>
                        <a:gd name="connsiteY1" fmla="*/ 7925 h 23043"/>
                        <a:gd name="connsiteX2" fmla="*/ 13137 w 13414"/>
                        <a:gd name="connsiteY2" fmla="*/ 591 h 23043"/>
                        <a:gd name="connsiteX3" fmla="*/ 8565 w 13414"/>
                        <a:gd name="connsiteY3" fmla="*/ 15164 h 23043"/>
                        <a:gd name="connsiteX4" fmla="*/ 278 w 13414"/>
                        <a:gd name="connsiteY4" fmla="*/ 22498 h 23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14" h="23043">
                          <a:moveTo>
                            <a:pt x="278" y="22498"/>
                          </a:moveTo>
                          <a:cubicBezTo>
                            <a:pt x="-769" y="20498"/>
                            <a:pt x="1231" y="13925"/>
                            <a:pt x="4755" y="7925"/>
                          </a:cubicBezTo>
                          <a:cubicBezTo>
                            <a:pt x="8375" y="1829"/>
                            <a:pt x="12089" y="-1410"/>
                            <a:pt x="13137" y="591"/>
                          </a:cubicBezTo>
                          <a:cubicBezTo>
                            <a:pt x="14185" y="2591"/>
                            <a:pt x="12185" y="9068"/>
                            <a:pt x="8565" y="15164"/>
                          </a:cubicBezTo>
                          <a:cubicBezTo>
                            <a:pt x="5041" y="21165"/>
                            <a:pt x="1326" y="24403"/>
                            <a:pt x="278" y="2249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99" name="Forme libre : forme 14298">
                      <a:extLst>
                        <a:ext uri="{FF2B5EF4-FFF2-40B4-BE49-F238E27FC236}">
                          <a16:creationId xmlns:a16="http://schemas.microsoft.com/office/drawing/2014/main" id="{4E1A4639-006B-46AA-9594-53E65BEFBF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8549" y="4006650"/>
                      <a:ext cx="3810" cy="6654"/>
                    </a:xfrm>
                    <a:custGeom>
                      <a:avLst/>
                      <a:gdLst>
                        <a:gd name="connsiteX0" fmla="*/ 571 w 3810"/>
                        <a:gd name="connsiteY0" fmla="*/ 6613 h 6654"/>
                        <a:gd name="connsiteX1" fmla="*/ 571 w 3810"/>
                        <a:gd name="connsiteY1" fmla="*/ 2803 h 6654"/>
                        <a:gd name="connsiteX2" fmla="*/ 3238 w 3810"/>
                        <a:gd name="connsiteY2" fmla="*/ 41 h 6654"/>
                        <a:gd name="connsiteX3" fmla="*/ 3238 w 3810"/>
                        <a:gd name="connsiteY3" fmla="*/ 3851 h 6654"/>
                        <a:gd name="connsiteX4" fmla="*/ 571 w 3810"/>
                        <a:gd name="connsiteY4" fmla="*/ 6613 h 6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0" h="6654">
                          <a:moveTo>
                            <a:pt x="571" y="6613"/>
                          </a:moveTo>
                          <a:cubicBezTo>
                            <a:pt x="-190" y="6328"/>
                            <a:pt x="-190" y="4613"/>
                            <a:pt x="571" y="2803"/>
                          </a:cubicBezTo>
                          <a:cubicBezTo>
                            <a:pt x="1334" y="994"/>
                            <a:pt x="2572" y="-245"/>
                            <a:pt x="3238" y="41"/>
                          </a:cubicBezTo>
                          <a:cubicBezTo>
                            <a:pt x="4001" y="327"/>
                            <a:pt x="4001" y="2041"/>
                            <a:pt x="3238" y="3851"/>
                          </a:cubicBezTo>
                          <a:cubicBezTo>
                            <a:pt x="2477" y="5661"/>
                            <a:pt x="1334" y="6899"/>
                            <a:pt x="571" y="661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00" name="Forme libre : forme 14299">
                      <a:extLst>
                        <a:ext uri="{FF2B5EF4-FFF2-40B4-BE49-F238E27FC236}">
                          <a16:creationId xmlns:a16="http://schemas.microsoft.com/office/drawing/2014/main" id="{AC8EEE63-F371-430D-8A01-72D59C994C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3861" y="3992437"/>
                      <a:ext cx="43495" cy="50675"/>
                    </a:xfrm>
                    <a:custGeom>
                      <a:avLst/>
                      <a:gdLst>
                        <a:gd name="connsiteX0" fmla="*/ 16022 w 43495"/>
                        <a:gd name="connsiteY0" fmla="*/ 49020 h 50675"/>
                        <a:gd name="connsiteX1" fmla="*/ 2210 w 43495"/>
                        <a:gd name="connsiteY1" fmla="*/ 49020 h 50675"/>
                        <a:gd name="connsiteX2" fmla="*/ 400 w 43495"/>
                        <a:gd name="connsiteY2" fmla="*/ 42829 h 50675"/>
                        <a:gd name="connsiteX3" fmla="*/ 5639 w 43495"/>
                        <a:gd name="connsiteY3" fmla="*/ 36637 h 50675"/>
                        <a:gd name="connsiteX4" fmla="*/ 22594 w 43495"/>
                        <a:gd name="connsiteY4" fmla="*/ 26446 h 50675"/>
                        <a:gd name="connsiteX5" fmla="*/ 43358 w 43495"/>
                        <a:gd name="connsiteY5" fmla="*/ 1204 h 50675"/>
                        <a:gd name="connsiteX6" fmla="*/ 28785 w 43495"/>
                        <a:gd name="connsiteY6" fmla="*/ 37399 h 50675"/>
                        <a:gd name="connsiteX7" fmla="*/ 16022 w 43495"/>
                        <a:gd name="connsiteY7" fmla="*/ 49020 h 50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3495" h="50675">
                          <a:moveTo>
                            <a:pt x="16022" y="49020"/>
                          </a:moveTo>
                          <a:cubicBezTo>
                            <a:pt x="10687" y="51592"/>
                            <a:pt x="6211" y="50830"/>
                            <a:pt x="2210" y="49020"/>
                          </a:cubicBezTo>
                          <a:cubicBezTo>
                            <a:pt x="782" y="48353"/>
                            <a:pt x="-743" y="46544"/>
                            <a:pt x="400" y="42829"/>
                          </a:cubicBezTo>
                          <a:cubicBezTo>
                            <a:pt x="1448" y="39495"/>
                            <a:pt x="3829" y="37495"/>
                            <a:pt x="5639" y="36637"/>
                          </a:cubicBezTo>
                          <a:cubicBezTo>
                            <a:pt x="11259" y="33780"/>
                            <a:pt x="16688" y="33209"/>
                            <a:pt x="22594" y="26446"/>
                          </a:cubicBezTo>
                          <a:cubicBezTo>
                            <a:pt x="26213" y="22255"/>
                            <a:pt x="41739" y="-6130"/>
                            <a:pt x="43358" y="1204"/>
                          </a:cubicBezTo>
                          <a:cubicBezTo>
                            <a:pt x="44882" y="8539"/>
                            <a:pt x="33262" y="31018"/>
                            <a:pt x="28785" y="37399"/>
                          </a:cubicBezTo>
                          <a:cubicBezTo>
                            <a:pt x="24499" y="43210"/>
                            <a:pt x="20022" y="47115"/>
                            <a:pt x="16022" y="4902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58" name="Graphique 1">
                    <a:extLst>
                      <a:ext uri="{FF2B5EF4-FFF2-40B4-BE49-F238E27FC236}">
                        <a16:creationId xmlns:a16="http://schemas.microsoft.com/office/drawing/2014/main" id="{060F090F-D23A-4E3D-AF0A-91F964337717}"/>
                      </a:ext>
                    </a:extLst>
                  </p:cNvPr>
                  <p:cNvGrpSpPr/>
                  <p:nvPr/>
                </p:nvGrpSpPr>
                <p:grpSpPr>
                  <a:xfrm>
                    <a:off x="3513816" y="4048302"/>
                    <a:ext cx="82059" cy="147702"/>
                    <a:chOff x="3513816" y="4048302"/>
                    <a:chExt cx="82059" cy="147702"/>
                  </a:xfrm>
                  <a:solidFill>
                    <a:schemeClr val="accent1"/>
                  </a:solidFill>
                </p:grpSpPr>
                <p:sp>
                  <p:nvSpPr>
                    <p:cNvPr id="14277" name="Forme libre : forme 14276">
                      <a:extLst>
                        <a:ext uri="{FF2B5EF4-FFF2-40B4-BE49-F238E27FC236}">
                          <a16:creationId xmlns:a16="http://schemas.microsoft.com/office/drawing/2014/main" id="{EED28F21-2D4F-4964-90C1-6F29C19470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3911" y="4048302"/>
                      <a:ext cx="81964" cy="147702"/>
                    </a:xfrm>
                    <a:custGeom>
                      <a:avLst/>
                      <a:gdLst>
                        <a:gd name="connsiteX0" fmla="*/ 6057 w 81964"/>
                        <a:gd name="connsiteY0" fmla="*/ 91168 h 147702"/>
                        <a:gd name="connsiteX1" fmla="*/ 25297 w 81964"/>
                        <a:gd name="connsiteY1" fmla="*/ 38209 h 147702"/>
                        <a:gd name="connsiteX2" fmla="*/ 60444 w 81964"/>
                        <a:gd name="connsiteY2" fmla="*/ 585 h 147702"/>
                        <a:gd name="connsiteX3" fmla="*/ 74256 w 81964"/>
                        <a:gd name="connsiteY3" fmla="*/ 6014 h 147702"/>
                        <a:gd name="connsiteX4" fmla="*/ 75017 w 81964"/>
                        <a:gd name="connsiteY4" fmla="*/ 57163 h 147702"/>
                        <a:gd name="connsiteX5" fmla="*/ 55301 w 81964"/>
                        <a:gd name="connsiteY5" fmla="*/ 109075 h 147702"/>
                        <a:gd name="connsiteX6" fmla="*/ 21392 w 81964"/>
                        <a:gd name="connsiteY6" fmla="*/ 147270 h 147702"/>
                        <a:gd name="connsiteX7" fmla="*/ 7962 w 81964"/>
                        <a:gd name="connsiteY7" fmla="*/ 142603 h 147702"/>
                        <a:gd name="connsiteX8" fmla="*/ 6057 w 81964"/>
                        <a:gd name="connsiteY8" fmla="*/ 91168 h 147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1964" h="147702">
                          <a:moveTo>
                            <a:pt x="6057" y="91168"/>
                          </a:moveTo>
                          <a:lnTo>
                            <a:pt x="25297" y="38209"/>
                          </a:lnTo>
                          <a:cubicBezTo>
                            <a:pt x="34441" y="13539"/>
                            <a:pt x="50443" y="-3416"/>
                            <a:pt x="60444" y="585"/>
                          </a:cubicBezTo>
                          <a:lnTo>
                            <a:pt x="74256" y="6014"/>
                          </a:lnTo>
                          <a:cubicBezTo>
                            <a:pt x="84257" y="10015"/>
                            <a:pt x="84542" y="32970"/>
                            <a:pt x="75017" y="57163"/>
                          </a:cubicBezTo>
                          <a:lnTo>
                            <a:pt x="55301" y="109075"/>
                          </a:lnTo>
                          <a:cubicBezTo>
                            <a:pt x="46252" y="133363"/>
                            <a:pt x="31107" y="150699"/>
                            <a:pt x="21392" y="147270"/>
                          </a:cubicBezTo>
                          <a:lnTo>
                            <a:pt x="7962" y="142603"/>
                          </a:lnTo>
                          <a:cubicBezTo>
                            <a:pt x="-1754" y="139269"/>
                            <a:pt x="-2802" y="116028"/>
                            <a:pt x="6057" y="9116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78" name="Forme libre : forme 14277">
                      <a:extLst>
                        <a:ext uri="{FF2B5EF4-FFF2-40B4-BE49-F238E27FC236}">
                          <a16:creationId xmlns:a16="http://schemas.microsoft.com/office/drawing/2014/main" id="{961D368F-584E-4256-910E-8113826537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3816" y="4048302"/>
                      <a:ext cx="66444" cy="142793"/>
                    </a:xfrm>
                    <a:custGeom>
                      <a:avLst/>
                      <a:gdLst>
                        <a:gd name="connsiteX0" fmla="*/ 38251 w 66444"/>
                        <a:gd name="connsiteY0" fmla="*/ 53830 h 142793"/>
                        <a:gd name="connsiteX1" fmla="*/ 66445 w 66444"/>
                        <a:gd name="connsiteY1" fmla="*/ 2966 h 142793"/>
                        <a:gd name="connsiteX2" fmla="*/ 60444 w 66444"/>
                        <a:gd name="connsiteY2" fmla="*/ 585 h 142793"/>
                        <a:gd name="connsiteX3" fmla="*/ 25297 w 66444"/>
                        <a:gd name="connsiteY3" fmla="*/ 38209 h 142793"/>
                        <a:gd name="connsiteX4" fmla="*/ 6056 w 66444"/>
                        <a:gd name="connsiteY4" fmla="*/ 91168 h 142793"/>
                        <a:gd name="connsiteX5" fmla="*/ 7962 w 66444"/>
                        <a:gd name="connsiteY5" fmla="*/ 142603 h 142793"/>
                        <a:gd name="connsiteX6" fmla="*/ 8438 w 66444"/>
                        <a:gd name="connsiteY6" fmla="*/ 142793 h 142793"/>
                        <a:gd name="connsiteX7" fmla="*/ 38251 w 66444"/>
                        <a:gd name="connsiteY7" fmla="*/ 53830 h 142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444" h="142793">
                          <a:moveTo>
                            <a:pt x="38251" y="53830"/>
                          </a:moveTo>
                          <a:cubicBezTo>
                            <a:pt x="43871" y="32113"/>
                            <a:pt x="55015" y="11729"/>
                            <a:pt x="66445" y="2966"/>
                          </a:cubicBezTo>
                          <a:lnTo>
                            <a:pt x="60444" y="585"/>
                          </a:lnTo>
                          <a:cubicBezTo>
                            <a:pt x="50443" y="-3416"/>
                            <a:pt x="34536" y="13539"/>
                            <a:pt x="25297" y="38209"/>
                          </a:cubicBezTo>
                          <a:lnTo>
                            <a:pt x="6056" y="91168"/>
                          </a:lnTo>
                          <a:cubicBezTo>
                            <a:pt x="-2802" y="116028"/>
                            <a:pt x="-1754" y="139269"/>
                            <a:pt x="7962" y="142603"/>
                          </a:cubicBezTo>
                          <a:lnTo>
                            <a:pt x="8438" y="142793"/>
                          </a:lnTo>
                          <a:cubicBezTo>
                            <a:pt x="17963" y="112218"/>
                            <a:pt x="30440" y="84405"/>
                            <a:pt x="38251" y="5383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79" name="Forme libre : forme 14278">
                      <a:extLst>
                        <a:ext uri="{FF2B5EF4-FFF2-40B4-BE49-F238E27FC236}">
                          <a16:creationId xmlns:a16="http://schemas.microsoft.com/office/drawing/2014/main" id="{2DD9900F-4F68-4418-BEAC-A84E25A728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4620" y="4098783"/>
                      <a:ext cx="30383" cy="64953"/>
                    </a:xfrm>
                    <a:custGeom>
                      <a:avLst/>
                      <a:gdLst>
                        <a:gd name="connsiteX0" fmla="*/ 3254 w 30383"/>
                        <a:gd name="connsiteY0" fmla="*/ 64785 h 64953"/>
                        <a:gd name="connsiteX1" fmla="*/ 5731 w 30383"/>
                        <a:gd name="connsiteY1" fmla="*/ 28970 h 64953"/>
                        <a:gd name="connsiteX2" fmla="*/ 27162 w 30383"/>
                        <a:gd name="connsiteY2" fmla="*/ 205 h 64953"/>
                        <a:gd name="connsiteX3" fmla="*/ 24495 w 30383"/>
                        <a:gd name="connsiteY3" fmla="*/ 35924 h 64953"/>
                        <a:gd name="connsiteX4" fmla="*/ 3254 w 30383"/>
                        <a:gd name="connsiteY4" fmla="*/ 64785 h 64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83" h="64953">
                          <a:moveTo>
                            <a:pt x="3254" y="64785"/>
                          </a:moveTo>
                          <a:cubicBezTo>
                            <a:pt x="-1889" y="62975"/>
                            <a:pt x="-841" y="46877"/>
                            <a:pt x="5731" y="28970"/>
                          </a:cubicBezTo>
                          <a:cubicBezTo>
                            <a:pt x="12208" y="11064"/>
                            <a:pt x="21923" y="-1795"/>
                            <a:pt x="27162" y="205"/>
                          </a:cubicBezTo>
                          <a:cubicBezTo>
                            <a:pt x="32401" y="2205"/>
                            <a:pt x="31067" y="18112"/>
                            <a:pt x="24495" y="35924"/>
                          </a:cubicBezTo>
                          <a:cubicBezTo>
                            <a:pt x="17732" y="53640"/>
                            <a:pt x="8398" y="66594"/>
                            <a:pt x="3254" y="64785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80" name="Forme libre : forme 14279">
                      <a:extLst>
                        <a:ext uri="{FF2B5EF4-FFF2-40B4-BE49-F238E27FC236}">
                          <a16:creationId xmlns:a16="http://schemas.microsoft.com/office/drawing/2014/main" id="{465ADAFE-8574-4F18-909E-6A6CAFD8BC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5874" y="4098783"/>
                      <a:ext cx="28948" cy="43924"/>
                    </a:xfrm>
                    <a:custGeom>
                      <a:avLst/>
                      <a:gdLst>
                        <a:gd name="connsiteX0" fmla="*/ 28194 w 28948"/>
                        <a:gd name="connsiteY0" fmla="*/ 17255 h 43924"/>
                        <a:gd name="connsiteX1" fmla="*/ 25717 w 28948"/>
                        <a:gd name="connsiteY1" fmla="*/ 205 h 43924"/>
                        <a:gd name="connsiteX2" fmla="*/ 4286 w 28948"/>
                        <a:gd name="connsiteY2" fmla="*/ 28970 h 43924"/>
                        <a:gd name="connsiteX3" fmla="*/ 0 w 28948"/>
                        <a:gd name="connsiteY3" fmla="*/ 43925 h 43924"/>
                        <a:gd name="connsiteX4" fmla="*/ 3619 w 28948"/>
                        <a:gd name="connsiteY4" fmla="*/ 36114 h 43924"/>
                        <a:gd name="connsiteX5" fmla="*/ 28194 w 28948"/>
                        <a:gd name="connsiteY5" fmla="*/ 17255 h 43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948" h="43924">
                          <a:moveTo>
                            <a:pt x="28194" y="17255"/>
                          </a:moveTo>
                          <a:cubicBezTo>
                            <a:pt x="29718" y="8111"/>
                            <a:pt x="28956" y="1348"/>
                            <a:pt x="25717" y="205"/>
                          </a:cubicBezTo>
                          <a:cubicBezTo>
                            <a:pt x="20574" y="-1795"/>
                            <a:pt x="10858" y="11064"/>
                            <a:pt x="4286" y="28970"/>
                          </a:cubicBezTo>
                          <a:cubicBezTo>
                            <a:pt x="2381" y="34209"/>
                            <a:pt x="857" y="39258"/>
                            <a:pt x="0" y="43925"/>
                          </a:cubicBezTo>
                          <a:cubicBezTo>
                            <a:pt x="1048" y="41258"/>
                            <a:pt x="2191" y="38591"/>
                            <a:pt x="3619" y="36114"/>
                          </a:cubicBezTo>
                          <a:cubicBezTo>
                            <a:pt x="11716" y="22779"/>
                            <a:pt x="22288" y="13826"/>
                            <a:pt x="28194" y="17255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81" name="Forme libre : forme 14280">
                      <a:extLst>
                        <a:ext uri="{FF2B5EF4-FFF2-40B4-BE49-F238E27FC236}">
                          <a16:creationId xmlns:a16="http://schemas.microsoft.com/office/drawing/2014/main" id="{60ECEA2F-5CD5-4850-9135-D5E3451936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1374" y="4101277"/>
                      <a:ext cx="30200" cy="65029"/>
                    </a:xfrm>
                    <a:custGeom>
                      <a:avLst/>
                      <a:gdLst>
                        <a:gd name="connsiteX0" fmla="*/ 3262 w 30200"/>
                        <a:gd name="connsiteY0" fmla="*/ 64862 h 65029"/>
                        <a:gd name="connsiteX1" fmla="*/ 5643 w 30200"/>
                        <a:gd name="connsiteY1" fmla="*/ 29048 h 65029"/>
                        <a:gd name="connsiteX2" fmla="*/ 26979 w 30200"/>
                        <a:gd name="connsiteY2" fmla="*/ 187 h 65029"/>
                        <a:gd name="connsiteX3" fmla="*/ 24312 w 30200"/>
                        <a:gd name="connsiteY3" fmla="*/ 35906 h 65029"/>
                        <a:gd name="connsiteX4" fmla="*/ 3262 w 30200"/>
                        <a:gd name="connsiteY4" fmla="*/ 64862 h 65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200" h="65029">
                          <a:moveTo>
                            <a:pt x="3262" y="64862"/>
                          </a:moveTo>
                          <a:cubicBezTo>
                            <a:pt x="-1882" y="63052"/>
                            <a:pt x="-834" y="46955"/>
                            <a:pt x="5643" y="29048"/>
                          </a:cubicBezTo>
                          <a:cubicBezTo>
                            <a:pt x="12120" y="11141"/>
                            <a:pt x="21835" y="-1718"/>
                            <a:pt x="26979" y="187"/>
                          </a:cubicBezTo>
                          <a:cubicBezTo>
                            <a:pt x="32218" y="2187"/>
                            <a:pt x="30884" y="18094"/>
                            <a:pt x="24312" y="35906"/>
                          </a:cubicBezTo>
                          <a:cubicBezTo>
                            <a:pt x="17740" y="53622"/>
                            <a:pt x="8405" y="66671"/>
                            <a:pt x="3262" y="6486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82" name="Forme libre : forme 14281">
                      <a:extLst>
                        <a:ext uri="{FF2B5EF4-FFF2-40B4-BE49-F238E27FC236}">
                          <a16:creationId xmlns:a16="http://schemas.microsoft.com/office/drawing/2014/main" id="{459E7EB3-2872-428F-8109-10E25C2811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7948" y="4069406"/>
                      <a:ext cx="55953" cy="78574"/>
                    </a:xfrm>
                    <a:custGeom>
                      <a:avLst/>
                      <a:gdLst>
                        <a:gd name="connsiteX0" fmla="*/ 42883 w 55953"/>
                        <a:gd name="connsiteY0" fmla="*/ 1864 h 78574"/>
                        <a:gd name="connsiteX1" fmla="*/ 33263 w 55953"/>
                        <a:gd name="connsiteY1" fmla="*/ 721 h 78574"/>
                        <a:gd name="connsiteX2" fmla="*/ 11641 w 55953"/>
                        <a:gd name="connsiteY2" fmla="*/ 29677 h 78574"/>
                        <a:gd name="connsiteX3" fmla="*/ 401 w 55953"/>
                        <a:gd name="connsiteY3" fmla="*/ 64253 h 78574"/>
                        <a:gd name="connsiteX4" fmla="*/ 4878 w 55953"/>
                        <a:gd name="connsiteY4" fmla="*/ 78255 h 78574"/>
                        <a:gd name="connsiteX5" fmla="*/ 13355 w 55953"/>
                        <a:gd name="connsiteY5" fmla="*/ 68539 h 78574"/>
                        <a:gd name="connsiteX6" fmla="*/ 33834 w 55953"/>
                        <a:gd name="connsiteY6" fmla="*/ 44822 h 78574"/>
                        <a:gd name="connsiteX7" fmla="*/ 55551 w 55953"/>
                        <a:gd name="connsiteY7" fmla="*/ 16437 h 78574"/>
                        <a:gd name="connsiteX8" fmla="*/ 42883 w 55953"/>
                        <a:gd name="connsiteY8" fmla="*/ 1864 h 78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953" h="78574">
                          <a:moveTo>
                            <a:pt x="42883" y="1864"/>
                          </a:moveTo>
                          <a:cubicBezTo>
                            <a:pt x="40026" y="531"/>
                            <a:pt x="37073" y="-898"/>
                            <a:pt x="33263" y="721"/>
                          </a:cubicBezTo>
                          <a:cubicBezTo>
                            <a:pt x="26119" y="3674"/>
                            <a:pt x="17832" y="16437"/>
                            <a:pt x="11641" y="29677"/>
                          </a:cubicBezTo>
                          <a:cubicBezTo>
                            <a:pt x="6402" y="40631"/>
                            <a:pt x="1926" y="53109"/>
                            <a:pt x="401" y="64253"/>
                          </a:cubicBezTo>
                          <a:cubicBezTo>
                            <a:pt x="-741" y="72540"/>
                            <a:pt x="497" y="80255"/>
                            <a:pt x="4878" y="78255"/>
                          </a:cubicBezTo>
                          <a:cubicBezTo>
                            <a:pt x="7545" y="77016"/>
                            <a:pt x="10498" y="72540"/>
                            <a:pt x="13355" y="68539"/>
                          </a:cubicBezTo>
                          <a:cubicBezTo>
                            <a:pt x="20023" y="59109"/>
                            <a:pt x="26881" y="51013"/>
                            <a:pt x="33834" y="44822"/>
                          </a:cubicBezTo>
                          <a:cubicBezTo>
                            <a:pt x="39740" y="39488"/>
                            <a:pt x="52598" y="30725"/>
                            <a:pt x="55551" y="16437"/>
                          </a:cubicBezTo>
                          <a:cubicBezTo>
                            <a:pt x="58218" y="3483"/>
                            <a:pt x="46884" y="3674"/>
                            <a:pt x="42883" y="186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83" name="Forme libre : forme 14282">
                      <a:extLst>
                        <a:ext uri="{FF2B5EF4-FFF2-40B4-BE49-F238E27FC236}">
                          <a16:creationId xmlns:a16="http://schemas.microsoft.com/office/drawing/2014/main" id="{B1A34BF6-BD13-485B-9962-8A7F1DC679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7097" y="4087773"/>
                      <a:ext cx="9348" cy="28340"/>
                    </a:xfrm>
                    <a:custGeom>
                      <a:avLst/>
                      <a:gdLst>
                        <a:gd name="connsiteX0" fmla="*/ 8591 w 9348"/>
                        <a:gd name="connsiteY0" fmla="*/ 2357 h 28340"/>
                        <a:gd name="connsiteX1" fmla="*/ 7163 w 9348"/>
                        <a:gd name="connsiteY1" fmla="*/ 71 h 28340"/>
                        <a:gd name="connsiteX2" fmla="*/ 4496 w 9348"/>
                        <a:gd name="connsiteY2" fmla="*/ 1880 h 28340"/>
                        <a:gd name="connsiteX3" fmla="*/ 2781 w 9348"/>
                        <a:gd name="connsiteY3" fmla="*/ 6548 h 28340"/>
                        <a:gd name="connsiteX4" fmla="*/ 400 w 9348"/>
                        <a:gd name="connsiteY4" fmla="*/ 18645 h 28340"/>
                        <a:gd name="connsiteX5" fmla="*/ 19 w 9348"/>
                        <a:gd name="connsiteY5" fmla="*/ 23217 h 28340"/>
                        <a:gd name="connsiteX6" fmla="*/ 7353 w 9348"/>
                        <a:gd name="connsiteY6" fmla="*/ 22074 h 28340"/>
                        <a:gd name="connsiteX7" fmla="*/ 8591 w 9348"/>
                        <a:gd name="connsiteY7" fmla="*/ 2357 h 28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348" h="28340">
                          <a:moveTo>
                            <a:pt x="8591" y="2357"/>
                          </a:moveTo>
                          <a:cubicBezTo>
                            <a:pt x="8306" y="1309"/>
                            <a:pt x="7925" y="261"/>
                            <a:pt x="7163" y="71"/>
                          </a:cubicBezTo>
                          <a:cubicBezTo>
                            <a:pt x="6496" y="-215"/>
                            <a:pt x="5353" y="357"/>
                            <a:pt x="4496" y="1880"/>
                          </a:cubicBezTo>
                          <a:cubicBezTo>
                            <a:pt x="3638" y="3214"/>
                            <a:pt x="3162" y="5024"/>
                            <a:pt x="2781" y="6548"/>
                          </a:cubicBezTo>
                          <a:cubicBezTo>
                            <a:pt x="1733" y="10644"/>
                            <a:pt x="971" y="14739"/>
                            <a:pt x="400" y="18645"/>
                          </a:cubicBezTo>
                          <a:cubicBezTo>
                            <a:pt x="209" y="20264"/>
                            <a:pt x="-76" y="21883"/>
                            <a:pt x="19" y="23217"/>
                          </a:cubicBezTo>
                          <a:cubicBezTo>
                            <a:pt x="305" y="28836"/>
                            <a:pt x="4400" y="31599"/>
                            <a:pt x="7353" y="22074"/>
                          </a:cubicBezTo>
                          <a:cubicBezTo>
                            <a:pt x="9639" y="14644"/>
                            <a:pt x="9830" y="6738"/>
                            <a:pt x="8591" y="235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84" name="Forme libre : forme 14283">
                      <a:extLst>
                        <a:ext uri="{FF2B5EF4-FFF2-40B4-BE49-F238E27FC236}">
                          <a16:creationId xmlns:a16="http://schemas.microsoft.com/office/drawing/2014/main" id="{0EA10DEC-9725-4569-A911-E7691AE71B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7063" y="4140898"/>
                      <a:ext cx="8238" cy="46386"/>
                    </a:xfrm>
                    <a:custGeom>
                      <a:avLst/>
                      <a:gdLst>
                        <a:gd name="connsiteX0" fmla="*/ 8239 w 8238"/>
                        <a:gd name="connsiteY0" fmla="*/ 46387 h 46386"/>
                        <a:gd name="connsiteX1" fmla="*/ 3572 w 8238"/>
                        <a:gd name="connsiteY1" fmla="*/ 0 h 46386"/>
                        <a:gd name="connsiteX2" fmla="*/ 8239 w 8238"/>
                        <a:gd name="connsiteY2" fmla="*/ 46387 h 46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238" h="46386">
                          <a:moveTo>
                            <a:pt x="8239" y="46387"/>
                          </a:moveTo>
                          <a:cubicBezTo>
                            <a:pt x="8239" y="46387"/>
                            <a:pt x="-6620" y="43244"/>
                            <a:pt x="3572" y="0"/>
                          </a:cubicBezTo>
                          <a:cubicBezTo>
                            <a:pt x="3572" y="0"/>
                            <a:pt x="-3382" y="33623"/>
                            <a:pt x="8239" y="4638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85" name="Forme libre : forme 14284">
                      <a:extLst>
                        <a:ext uri="{FF2B5EF4-FFF2-40B4-BE49-F238E27FC236}">
                          <a16:creationId xmlns:a16="http://schemas.microsoft.com/office/drawing/2014/main" id="{A8C0AF2C-9D23-4DDD-BB49-0CDC3232DD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5595" y="4056316"/>
                      <a:ext cx="7298" cy="51339"/>
                    </a:xfrm>
                    <a:custGeom>
                      <a:avLst/>
                      <a:gdLst>
                        <a:gd name="connsiteX0" fmla="*/ 857 w 7298"/>
                        <a:gd name="connsiteY0" fmla="*/ 51340 h 51339"/>
                        <a:gd name="connsiteX1" fmla="*/ 0 w 7298"/>
                        <a:gd name="connsiteY1" fmla="*/ 0 h 51339"/>
                        <a:gd name="connsiteX2" fmla="*/ 857 w 7298"/>
                        <a:gd name="connsiteY2" fmla="*/ 51340 h 51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298" h="51339">
                          <a:moveTo>
                            <a:pt x="857" y="51340"/>
                          </a:moveTo>
                          <a:cubicBezTo>
                            <a:pt x="857" y="51340"/>
                            <a:pt x="15907" y="11335"/>
                            <a:pt x="0" y="0"/>
                          </a:cubicBezTo>
                          <a:cubicBezTo>
                            <a:pt x="0" y="0"/>
                            <a:pt x="12192" y="14097"/>
                            <a:pt x="857" y="513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86" name="Forme libre : forme 14285">
                      <a:extLst>
                        <a:ext uri="{FF2B5EF4-FFF2-40B4-BE49-F238E27FC236}">
                          <a16:creationId xmlns:a16="http://schemas.microsoft.com/office/drawing/2014/main" id="{769EED0E-8161-4B97-96CB-3AFCAC9E88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5093" y="4127513"/>
                      <a:ext cx="12604" cy="23522"/>
                    </a:xfrm>
                    <a:custGeom>
                      <a:avLst/>
                      <a:gdLst>
                        <a:gd name="connsiteX0" fmla="*/ 306 w 12604"/>
                        <a:gd name="connsiteY0" fmla="*/ 23005 h 23522"/>
                        <a:gd name="connsiteX1" fmla="*/ 4307 w 12604"/>
                        <a:gd name="connsiteY1" fmla="*/ 8241 h 23522"/>
                        <a:gd name="connsiteX2" fmla="*/ 12308 w 12604"/>
                        <a:gd name="connsiteY2" fmla="*/ 526 h 23522"/>
                        <a:gd name="connsiteX3" fmla="*/ 8212 w 12604"/>
                        <a:gd name="connsiteY3" fmla="*/ 15194 h 23522"/>
                        <a:gd name="connsiteX4" fmla="*/ 306 w 12604"/>
                        <a:gd name="connsiteY4" fmla="*/ 23005 h 235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04" h="23522">
                          <a:moveTo>
                            <a:pt x="306" y="23005"/>
                          </a:moveTo>
                          <a:cubicBezTo>
                            <a:pt x="-741" y="21100"/>
                            <a:pt x="973" y="14432"/>
                            <a:pt x="4307" y="8241"/>
                          </a:cubicBezTo>
                          <a:cubicBezTo>
                            <a:pt x="7641" y="2050"/>
                            <a:pt x="11165" y="-1379"/>
                            <a:pt x="12308" y="526"/>
                          </a:cubicBezTo>
                          <a:cubicBezTo>
                            <a:pt x="13356" y="2431"/>
                            <a:pt x="11546" y="9003"/>
                            <a:pt x="8212" y="15194"/>
                          </a:cubicBezTo>
                          <a:cubicBezTo>
                            <a:pt x="4878" y="21385"/>
                            <a:pt x="1354" y="24910"/>
                            <a:pt x="306" y="2300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87" name="Forme libre : forme 14286">
                      <a:extLst>
                        <a:ext uri="{FF2B5EF4-FFF2-40B4-BE49-F238E27FC236}">
                          <a16:creationId xmlns:a16="http://schemas.microsoft.com/office/drawing/2014/main" id="{E69783D5-C376-43FD-88D2-643C89D6A4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4339" y="4147527"/>
                      <a:ext cx="3644" cy="6744"/>
                    </a:xfrm>
                    <a:custGeom>
                      <a:avLst/>
                      <a:gdLst>
                        <a:gd name="connsiteX0" fmla="*/ 584 w 3644"/>
                        <a:gd name="connsiteY0" fmla="*/ 6706 h 6744"/>
                        <a:gd name="connsiteX1" fmla="*/ 489 w 3644"/>
                        <a:gd name="connsiteY1" fmla="*/ 2896 h 6744"/>
                        <a:gd name="connsiteX2" fmla="*/ 3061 w 3644"/>
                        <a:gd name="connsiteY2" fmla="*/ 39 h 6744"/>
                        <a:gd name="connsiteX3" fmla="*/ 3156 w 3644"/>
                        <a:gd name="connsiteY3" fmla="*/ 3849 h 6744"/>
                        <a:gd name="connsiteX4" fmla="*/ 584 w 3644"/>
                        <a:gd name="connsiteY4" fmla="*/ 6706 h 6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4" h="6744">
                          <a:moveTo>
                            <a:pt x="584" y="6706"/>
                          </a:moveTo>
                          <a:cubicBezTo>
                            <a:pt x="-178" y="6420"/>
                            <a:pt x="-178" y="4706"/>
                            <a:pt x="489" y="2896"/>
                          </a:cubicBezTo>
                          <a:cubicBezTo>
                            <a:pt x="1155" y="1086"/>
                            <a:pt x="2298" y="-247"/>
                            <a:pt x="3061" y="39"/>
                          </a:cubicBezTo>
                          <a:cubicBezTo>
                            <a:pt x="3822" y="324"/>
                            <a:pt x="3822" y="2039"/>
                            <a:pt x="3156" y="3849"/>
                          </a:cubicBezTo>
                          <a:cubicBezTo>
                            <a:pt x="2489" y="5658"/>
                            <a:pt x="1251" y="6992"/>
                            <a:pt x="584" y="67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88" name="Forme libre : forme 14287">
                      <a:extLst>
                        <a:ext uri="{FF2B5EF4-FFF2-40B4-BE49-F238E27FC236}">
                          <a16:creationId xmlns:a16="http://schemas.microsoft.com/office/drawing/2014/main" id="{EC6E0DE7-4921-47E0-AB36-314E79C336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0669" y="4132214"/>
                      <a:ext cx="40882" cy="51999"/>
                    </a:xfrm>
                    <a:custGeom>
                      <a:avLst/>
                      <a:gdLst>
                        <a:gd name="connsiteX0" fmla="*/ 15587 w 40882"/>
                        <a:gd name="connsiteY0" fmla="*/ 50022 h 51999"/>
                        <a:gd name="connsiteX1" fmla="*/ 2252 w 40882"/>
                        <a:gd name="connsiteY1" fmla="*/ 50689 h 51999"/>
                        <a:gd name="connsiteX2" fmla="*/ 347 w 40882"/>
                        <a:gd name="connsiteY2" fmla="*/ 44593 h 51999"/>
                        <a:gd name="connsiteX3" fmla="*/ 5205 w 40882"/>
                        <a:gd name="connsiteY3" fmla="*/ 38116 h 51999"/>
                        <a:gd name="connsiteX4" fmla="*/ 21302 w 40882"/>
                        <a:gd name="connsiteY4" fmla="*/ 27162 h 51999"/>
                        <a:gd name="connsiteX5" fmla="*/ 40733 w 40882"/>
                        <a:gd name="connsiteY5" fmla="*/ 1159 h 51999"/>
                        <a:gd name="connsiteX6" fmla="*/ 27398 w 40882"/>
                        <a:gd name="connsiteY6" fmla="*/ 37735 h 51999"/>
                        <a:gd name="connsiteX7" fmla="*/ 15587 w 40882"/>
                        <a:gd name="connsiteY7" fmla="*/ 50022 h 51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0882" h="51999">
                          <a:moveTo>
                            <a:pt x="15587" y="50022"/>
                          </a:moveTo>
                          <a:cubicBezTo>
                            <a:pt x="10539" y="52784"/>
                            <a:pt x="6157" y="52308"/>
                            <a:pt x="2252" y="50689"/>
                          </a:cubicBezTo>
                          <a:cubicBezTo>
                            <a:pt x="823" y="50117"/>
                            <a:pt x="-701" y="48403"/>
                            <a:pt x="347" y="44593"/>
                          </a:cubicBezTo>
                          <a:cubicBezTo>
                            <a:pt x="1300" y="41164"/>
                            <a:pt x="3490" y="39164"/>
                            <a:pt x="5205" y="38116"/>
                          </a:cubicBezTo>
                          <a:cubicBezTo>
                            <a:pt x="10539" y="34973"/>
                            <a:pt x="15778" y="34211"/>
                            <a:pt x="21302" y="27162"/>
                          </a:cubicBezTo>
                          <a:cubicBezTo>
                            <a:pt x="24731" y="22781"/>
                            <a:pt x="39114" y="-6080"/>
                            <a:pt x="40733" y="1159"/>
                          </a:cubicBezTo>
                          <a:cubicBezTo>
                            <a:pt x="42257" y="8303"/>
                            <a:pt x="31685" y="31258"/>
                            <a:pt x="27398" y="37735"/>
                          </a:cubicBezTo>
                          <a:cubicBezTo>
                            <a:pt x="23683" y="43831"/>
                            <a:pt x="19493" y="47927"/>
                            <a:pt x="15587" y="5002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59" name="Graphique 1">
                    <a:extLst>
                      <a:ext uri="{FF2B5EF4-FFF2-40B4-BE49-F238E27FC236}">
                        <a16:creationId xmlns:a16="http://schemas.microsoft.com/office/drawing/2014/main" id="{D23B2CF8-AB3A-4B47-B1C2-15A13C71A00B}"/>
                      </a:ext>
                    </a:extLst>
                  </p:cNvPr>
                  <p:cNvGrpSpPr/>
                  <p:nvPr/>
                </p:nvGrpSpPr>
                <p:grpSpPr>
                  <a:xfrm>
                    <a:off x="3467081" y="4190571"/>
                    <a:ext cx="76169" cy="148726"/>
                    <a:chOff x="3467081" y="4190571"/>
                    <a:chExt cx="76169" cy="148726"/>
                  </a:xfrm>
                  <a:solidFill>
                    <a:schemeClr val="accent1"/>
                  </a:solidFill>
                </p:grpSpPr>
                <p:sp>
                  <p:nvSpPr>
                    <p:cNvPr id="14265" name="Forme libre : forme 14264">
                      <a:extLst>
                        <a:ext uri="{FF2B5EF4-FFF2-40B4-BE49-F238E27FC236}">
                          <a16:creationId xmlns:a16="http://schemas.microsoft.com/office/drawing/2014/main" id="{9FE2747E-7827-42D2-BDE5-B1B452EEF1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7081" y="4190571"/>
                      <a:ext cx="76169" cy="148726"/>
                    </a:xfrm>
                    <a:custGeom>
                      <a:avLst/>
                      <a:gdLst>
                        <a:gd name="connsiteX0" fmla="*/ 4785 w 76169"/>
                        <a:gd name="connsiteY0" fmla="*/ 93488 h 148726"/>
                        <a:gd name="connsiteX1" fmla="*/ 21835 w 76169"/>
                        <a:gd name="connsiteY1" fmla="*/ 39671 h 148726"/>
                        <a:gd name="connsiteX2" fmla="*/ 54792 w 76169"/>
                        <a:gd name="connsiteY2" fmla="*/ 428 h 148726"/>
                        <a:gd name="connsiteX3" fmla="*/ 68222 w 76169"/>
                        <a:gd name="connsiteY3" fmla="*/ 5096 h 148726"/>
                        <a:gd name="connsiteX4" fmla="*/ 70317 w 76169"/>
                        <a:gd name="connsiteY4" fmla="*/ 55864 h 148726"/>
                        <a:gd name="connsiteX5" fmla="*/ 52887 w 76169"/>
                        <a:gd name="connsiteY5" fmla="*/ 108537 h 148726"/>
                        <a:gd name="connsiteX6" fmla="*/ 21549 w 76169"/>
                        <a:gd name="connsiteY6" fmla="*/ 148447 h 148726"/>
                        <a:gd name="connsiteX7" fmla="*/ 8405 w 76169"/>
                        <a:gd name="connsiteY7" fmla="*/ 144542 h 148726"/>
                        <a:gd name="connsiteX8" fmla="*/ 4785 w 76169"/>
                        <a:gd name="connsiteY8" fmla="*/ 93488 h 148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6169" h="148726">
                          <a:moveTo>
                            <a:pt x="4785" y="93488"/>
                          </a:moveTo>
                          <a:cubicBezTo>
                            <a:pt x="10310" y="75485"/>
                            <a:pt x="16025" y="57578"/>
                            <a:pt x="21835" y="39671"/>
                          </a:cubicBezTo>
                          <a:cubicBezTo>
                            <a:pt x="30027" y="14526"/>
                            <a:pt x="44981" y="-3000"/>
                            <a:pt x="54792" y="428"/>
                          </a:cubicBezTo>
                          <a:lnTo>
                            <a:pt x="68222" y="5096"/>
                          </a:lnTo>
                          <a:cubicBezTo>
                            <a:pt x="78033" y="8525"/>
                            <a:pt x="78795" y="31289"/>
                            <a:pt x="70317" y="55864"/>
                          </a:cubicBezTo>
                          <a:cubicBezTo>
                            <a:pt x="64412" y="73390"/>
                            <a:pt x="58506" y="90916"/>
                            <a:pt x="52887" y="108537"/>
                          </a:cubicBezTo>
                          <a:cubicBezTo>
                            <a:pt x="44981" y="133207"/>
                            <a:pt x="31074" y="151209"/>
                            <a:pt x="21549" y="148447"/>
                          </a:cubicBezTo>
                          <a:lnTo>
                            <a:pt x="8405" y="144542"/>
                          </a:lnTo>
                          <a:cubicBezTo>
                            <a:pt x="-1025" y="141875"/>
                            <a:pt x="-2930" y="118729"/>
                            <a:pt x="4785" y="9348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6" name="Forme libre : forme 14265">
                      <a:extLst>
                        <a:ext uri="{FF2B5EF4-FFF2-40B4-BE49-F238E27FC236}">
                          <a16:creationId xmlns:a16="http://schemas.microsoft.com/office/drawing/2014/main" id="{7ECD0978-6060-4848-963B-A30E7C8D45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7081" y="4190573"/>
                      <a:ext cx="60601" cy="144730"/>
                    </a:xfrm>
                    <a:custGeom>
                      <a:avLst/>
                      <a:gdLst>
                        <a:gd name="connsiteX0" fmla="*/ 34694 w 60601"/>
                        <a:gd name="connsiteY0" fmla="*/ 54433 h 144730"/>
                        <a:gd name="connsiteX1" fmla="*/ 60602 w 60601"/>
                        <a:gd name="connsiteY1" fmla="*/ 2427 h 144730"/>
                        <a:gd name="connsiteX2" fmla="*/ 54792 w 60601"/>
                        <a:gd name="connsiteY2" fmla="*/ 427 h 144730"/>
                        <a:gd name="connsiteX3" fmla="*/ 21835 w 60601"/>
                        <a:gd name="connsiteY3" fmla="*/ 39670 h 144730"/>
                        <a:gd name="connsiteX4" fmla="*/ 4785 w 60601"/>
                        <a:gd name="connsiteY4" fmla="*/ 93486 h 144730"/>
                        <a:gd name="connsiteX5" fmla="*/ 8405 w 60601"/>
                        <a:gd name="connsiteY5" fmla="*/ 144635 h 144730"/>
                        <a:gd name="connsiteX6" fmla="*/ 8786 w 60601"/>
                        <a:gd name="connsiteY6" fmla="*/ 144730 h 144730"/>
                        <a:gd name="connsiteX7" fmla="*/ 34694 w 60601"/>
                        <a:gd name="connsiteY7" fmla="*/ 54433 h 1447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0601" h="144730">
                          <a:moveTo>
                            <a:pt x="34694" y="54433"/>
                          </a:moveTo>
                          <a:cubicBezTo>
                            <a:pt x="39456" y="32526"/>
                            <a:pt x="49743" y="11666"/>
                            <a:pt x="60602" y="2427"/>
                          </a:cubicBezTo>
                          <a:lnTo>
                            <a:pt x="54792" y="427"/>
                          </a:lnTo>
                          <a:cubicBezTo>
                            <a:pt x="45076" y="-3002"/>
                            <a:pt x="30027" y="14619"/>
                            <a:pt x="21835" y="39670"/>
                          </a:cubicBezTo>
                          <a:cubicBezTo>
                            <a:pt x="16025" y="57577"/>
                            <a:pt x="10310" y="75484"/>
                            <a:pt x="4785" y="93486"/>
                          </a:cubicBezTo>
                          <a:cubicBezTo>
                            <a:pt x="-2930" y="118727"/>
                            <a:pt x="-1025" y="141873"/>
                            <a:pt x="8405" y="144635"/>
                          </a:cubicBezTo>
                          <a:lnTo>
                            <a:pt x="8786" y="144730"/>
                          </a:lnTo>
                          <a:cubicBezTo>
                            <a:pt x="16882" y="113679"/>
                            <a:pt x="28027" y="85294"/>
                            <a:pt x="34694" y="5443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7" name="Forme libre : forme 14266">
                      <a:extLst>
                        <a:ext uri="{FF2B5EF4-FFF2-40B4-BE49-F238E27FC236}">
                          <a16:creationId xmlns:a16="http://schemas.microsoft.com/office/drawing/2014/main" id="{AD36EC43-16B8-44A9-8F49-E4C3832AEA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6481" y="4241238"/>
                      <a:ext cx="27831" cy="65812"/>
                    </a:xfrm>
                    <a:custGeom>
                      <a:avLst/>
                      <a:gdLst>
                        <a:gd name="connsiteX0" fmla="*/ 3483 w 27831"/>
                        <a:gd name="connsiteY0" fmla="*/ 65681 h 65812"/>
                        <a:gd name="connsiteX1" fmla="*/ 4626 w 27831"/>
                        <a:gd name="connsiteY1" fmla="*/ 29962 h 65812"/>
                        <a:gd name="connsiteX2" fmla="*/ 24437 w 27831"/>
                        <a:gd name="connsiteY2" fmla="*/ 148 h 65812"/>
                        <a:gd name="connsiteX3" fmla="*/ 22914 w 27831"/>
                        <a:gd name="connsiteY3" fmla="*/ 35772 h 65812"/>
                        <a:gd name="connsiteX4" fmla="*/ 3483 w 27831"/>
                        <a:gd name="connsiteY4" fmla="*/ 65681 h 65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31" h="65812">
                          <a:moveTo>
                            <a:pt x="3483" y="65681"/>
                          </a:moveTo>
                          <a:cubicBezTo>
                            <a:pt x="-1471" y="64156"/>
                            <a:pt x="-1185" y="48059"/>
                            <a:pt x="4626" y="29962"/>
                          </a:cubicBezTo>
                          <a:cubicBezTo>
                            <a:pt x="10341" y="11769"/>
                            <a:pt x="19389" y="-1566"/>
                            <a:pt x="24437" y="148"/>
                          </a:cubicBezTo>
                          <a:cubicBezTo>
                            <a:pt x="29581" y="1863"/>
                            <a:pt x="28724" y="17770"/>
                            <a:pt x="22914" y="35772"/>
                          </a:cubicBezTo>
                          <a:cubicBezTo>
                            <a:pt x="17008" y="53774"/>
                            <a:pt x="8531" y="67300"/>
                            <a:pt x="3483" y="65681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8" name="Forme libre : forme 14267">
                      <a:extLst>
                        <a:ext uri="{FF2B5EF4-FFF2-40B4-BE49-F238E27FC236}">
                          <a16:creationId xmlns:a16="http://schemas.microsoft.com/office/drawing/2014/main" id="{80CD0CDA-DE51-4DB2-AA91-7DFCD9479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7392" y="4241238"/>
                      <a:ext cx="26909" cy="45011"/>
                    </a:xfrm>
                    <a:custGeom>
                      <a:avLst/>
                      <a:gdLst>
                        <a:gd name="connsiteX0" fmla="*/ 26384 w 26909"/>
                        <a:gd name="connsiteY0" fmla="*/ 17008 h 45011"/>
                        <a:gd name="connsiteX1" fmla="*/ 23527 w 26909"/>
                        <a:gd name="connsiteY1" fmla="*/ 148 h 45011"/>
                        <a:gd name="connsiteX2" fmla="*/ 3715 w 26909"/>
                        <a:gd name="connsiteY2" fmla="*/ 29962 h 45011"/>
                        <a:gd name="connsiteX3" fmla="*/ 0 w 26909"/>
                        <a:gd name="connsiteY3" fmla="*/ 45011 h 45011"/>
                        <a:gd name="connsiteX4" fmla="*/ 3239 w 26909"/>
                        <a:gd name="connsiteY4" fmla="*/ 37010 h 45011"/>
                        <a:gd name="connsiteX5" fmla="*/ 26384 w 26909"/>
                        <a:gd name="connsiteY5" fmla="*/ 17008 h 45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909" h="45011">
                          <a:moveTo>
                            <a:pt x="26384" y="17008"/>
                          </a:moveTo>
                          <a:cubicBezTo>
                            <a:pt x="27623" y="7864"/>
                            <a:pt x="26670" y="1196"/>
                            <a:pt x="23527" y="148"/>
                          </a:cubicBezTo>
                          <a:cubicBezTo>
                            <a:pt x="18479" y="-1566"/>
                            <a:pt x="9430" y="11769"/>
                            <a:pt x="3715" y="29962"/>
                          </a:cubicBezTo>
                          <a:cubicBezTo>
                            <a:pt x="2000" y="35296"/>
                            <a:pt x="762" y="40439"/>
                            <a:pt x="0" y="45011"/>
                          </a:cubicBezTo>
                          <a:cubicBezTo>
                            <a:pt x="858" y="42249"/>
                            <a:pt x="2000" y="39582"/>
                            <a:pt x="3239" y="37010"/>
                          </a:cubicBezTo>
                          <a:cubicBezTo>
                            <a:pt x="10668" y="23389"/>
                            <a:pt x="20574" y="13864"/>
                            <a:pt x="26384" y="17008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9" name="Forme libre : forme 14268">
                      <a:extLst>
                        <a:ext uri="{FF2B5EF4-FFF2-40B4-BE49-F238E27FC236}">
                          <a16:creationId xmlns:a16="http://schemas.microsoft.com/office/drawing/2014/main" id="{4158D07D-B4F3-42AD-86F9-EE7440AB2A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3433" y="4243905"/>
                      <a:ext cx="27736" cy="65893"/>
                    </a:xfrm>
                    <a:custGeom>
                      <a:avLst/>
                      <a:gdLst>
                        <a:gd name="connsiteX0" fmla="*/ 3482 w 27736"/>
                        <a:gd name="connsiteY0" fmla="*/ 65776 h 65893"/>
                        <a:gd name="connsiteX1" fmla="*/ 4625 w 27736"/>
                        <a:gd name="connsiteY1" fmla="*/ 29962 h 65893"/>
                        <a:gd name="connsiteX2" fmla="*/ 24342 w 27736"/>
                        <a:gd name="connsiteY2" fmla="*/ 148 h 65893"/>
                        <a:gd name="connsiteX3" fmla="*/ 22818 w 27736"/>
                        <a:gd name="connsiteY3" fmla="*/ 35867 h 65893"/>
                        <a:gd name="connsiteX4" fmla="*/ 3482 w 27736"/>
                        <a:gd name="connsiteY4" fmla="*/ 65776 h 65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36" h="65893">
                          <a:moveTo>
                            <a:pt x="3482" y="65776"/>
                          </a:moveTo>
                          <a:cubicBezTo>
                            <a:pt x="-1470" y="64251"/>
                            <a:pt x="-1185" y="48154"/>
                            <a:pt x="4625" y="29962"/>
                          </a:cubicBezTo>
                          <a:cubicBezTo>
                            <a:pt x="10340" y="11769"/>
                            <a:pt x="19294" y="-1566"/>
                            <a:pt x="24342" y="148"/>
                          </a:cubicBezTo>
                          <a:cubicBezTo>
                            <a:pt x="29486" y="1863"/>
                            <a:pt x="28629" y="17770"/>
                            <a:pt x="22818" y="35867"/>
                          </a:cubicBezTo>
                          <a:cubicBezTo>
                            <a:pt x="17103" y="53869"/>
                            <a:pt x="8531" y="67300"/>
                            <a:pt x="3482" y="6577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70" name="Forme libre : forme 14269">
                      <a:extLst>
                        <a:ext uri="{FF2B5EF4-FFF2-40B4-BE49-F238E27FC236}">
                          <a16:creationId xmlns:a16="http://schemas.microsoft.com/office/drawing/2014/main" id="{DF6E99BE-3F09-4BC7-9ECF-0C6B5D28BF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9542" y="4211752"/>
                      <a:ext cx="52407" cy="80048"/>
                    </a:xfrm>
                    <a:custGeom>
                      <a:avLst/>
                      <a:gdLst>
                        <a:gd name="connsiteX0" fmla="*/ 39473 w 52407"/>
                        <a:gd name="connsiteY0" fmla="*/ 1536 h 80048"/>
                        <a:gd name="connsiteX1" fmla="*/ 30139 w 52407"/>
                        <a:gd name="connsiteY1" fmla="*/ 870 h 80048"/>
                        <a:gd name="connsiteX2" fmla="*/ 10041 w 52407"/>
                        <a:gd name="connsiteY2" fmla="*/ 30874 h 80048"/>
                        <a:gd name="connsiteX3" fmla="*/ 230 w 52407"/>
                        <a:gd name="connsiteY3" fmla="*/ 65926 h 80048"/>
                        <a:gd name="connsiteX4" fmla="*/ 4993 w 52407"/>
                        <a:gd name="connsiteY4" fmla="*/ 79642 h 80048"/>
                        <a:gd name="connsiteX5" fmla="*/ 12898 w 52407"/>
                        <a:gd name="connsiteY5" fmla="*/ 69450 h 80048"/>
                        <a:gd name="connsiteX6" fmla="*/ 31948 w 52407"/>
                        <a:gd name="connsiteY6" fmla="*/ 44685 h 80048"/>
                        <a:gd name="connsiteX7" fmla="*/ 52142 w 52407"/>
                        <a:gd name="connsiteY7" fmla="*/ 15348 h 80048"/>
                        <a:gd name="connsiteX8" fmla="*/ 39473 w 52407"/>
                        <a:gd name="connsiteY8" fmla="*/ 1536 h 80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407" h="80048">
                          <a:moveTo>
                            <a:pt x="39473" y="1536"/>
                          </a:moveTo>
                          <a:cubicBezTo>
                            <a:pt x="36711" y="298"/>
                            <a:pt x="33758" y="-845"/>
                            <a:pt x="30139" y="870"/>
                          </a:cubicBezTo>
                          <a:cubicBezTo>
                            <a:pt x="23376" y="4203"/>
                            <a:pt x="15661" y="17348"/>
                            <a:pt x="10041" y="30874"/>
                          </a:cubicBezTo>
                          <a:cubicBezTo>
                            <a:pt x="5279" y="42113"/>
                            <a:pt x="1373" y="54781"/>
                            <a:pt x="230" y="65926"/>
                          </a:cubicBezTo>
                          <a:cubicBezTo>
                            <a:pt x="-627" y="74212"/>
                            <a:pt x="897" y="81927"/>
                            <a:pt x="4993" y="79642"/>
                          </a:cubicBezTo>
                          <a:cubicBezTo>
                            <a:pt x="7564" y="78213"/>
                            <a:pt x="10231" y="73545"/>
                            <a:pt x="12898" y="69450"/>
                          </a:cubicBezTo>
                          <a:cubicBezTo>
                            <a:pt x="19090" y="59639"/>
                            <a:pt x="25472" y="51257"/>
                            <a:pt x="31948" y="44685"/>
                          </a:cubicBezTo>
                          <a:cubicBezTo>
                            <a:pt x="37473" y="39065"/>
                            <a:pt x="49570" y="29635"/>
                            <a:pt x="52142" y="15348"/>
                          </a:cubicBezTo>
                          <a:cubicBezTo>
                            <a:pt x="54237" y="2394"/>
                            <a:pt x="43379" y="3251"/>
                            <a:pt x="39473" y="153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71" name="Forme libre : forme 14270">
                      <a:extLst>
                        <a:ext uri="{FF2B5EF4-FFF2-40B4-BE49-F238E27FC236}">
                          <a16:creationId xmlns:a16="http://schemas.microsoft.com/office/drawing/2014/main" id="{39F99088-41E1-4459-BAD0-1C4BDF3176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6501" y="4229636"/>
                      <a:ext cx="8643" cy="28425"/>
                    </a:xfrm>
                    <a:custGeom>
                      <a:avLst/>
                      <a:gdLst>
                        <a:gd name="connsiteX0" fmla="*/ 7753 w 8643"/>
                        <a:gd name="connsiteY0" fmla="*/ 2226 h 28425"/>
                        <a:gd name="connsiteX1" fmla="*/ 6324 w 8643"/>
                        <a:gd name="connsiteY1" fmla="*/ 35 h 28425"/>
                        <a:gd name="connsiteX2" fmla="*/ 3752 w 8643"/>
                        <a:gd name="connsiteY2" fmla="*/ 1940 h 28425"/>
                        <a:gd name="connsiteX3" fmla="*/ 2228 w 8643"/>
                        <a:gd name="connsiteY3" fmla="*/ 6703 h 28425"/>
                        <a:gd name="connsiteX4" fmla="*/ 228 w 8643"/>
                        <a:gd name="connsiteY4" fmla="*/ 18895 h 28425"/>
                        <a:gd name="connsiteX5" fmla="*/ 37 w 8643"/>
                        <a:gd name="connsiteY5" fmla="*/ 23467 h 28425"/>
                        <a:gd name="connsiteX6" fmla="*/ 7086 w 8643"/>
                        <a:gd name="connsiteY6" fmla="*/ 21943 h 28425"/>
                        <a:gd name="connsiteX7" fmla="*/ 7753 w 8643"/>
                        <a:gd name="connsiteY7" fmla="*/ 2226 h 28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643" h="28425">
                          <a:moveTo>
                            <a:pt x="7753" y="2226"/>
                          </a:moveTo>
                          <a:cubicBezTo>
                            <a:pt x="7467" y="1178"/>
                            <a:pt x="6990" y="226"/>
                            <a:pt x="6324" y="35"/>
                          </a:cubicBezTo>
                          <a:cubicBezTo>
                            <a:pt x="5657" y="-155"/>
                            <a:pt x="4609" y="416"/>
                            <a:pt x="3752" y="1940"/>
                          </a:cubicBezTo>
                          <a:cubicBezTo>
                            <a:pt x="2990" y="3369"/>
                            <a:pt x="2609" y="5084"/>
                            <a:pt x="2228" y="6703"/>
                          </a:cubicBezTo>
                          <a:cubicBezTo>
                            <a:pt x="1371" y="10894"/>
                            <a:pt x="704" y="14990"/>
                            <a:pt x="228" y="18895"/>
                          </a:cubicBezTo>
                          <a:cubicBezTo>
                            <a:pt x="37" y="20514"/>
                            <a:pt x="-58" y="22133"/>
                            <a:pt x="37" y="23467"/>
                          </a:cubicBezTo>
                          <a:cubicBezTo>
                            <a:pt x="418" y="29086"/>
                            <a:pt x="4514" y="31563"/>
                            <a:pt x="7086" y="21943"/>
                          </a:cubicBezTo>
                          <a:cubicBezTo>
                            <a:pt x="9086" y="14418"/>
                            <a:pt x="8991" y="6512"/>
                            <a:pt x="7753" y="222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72" name="Forme libre : forme 14271">
                      <a:extLst>
                        <a:ext uri="{FF2B5EF4-FFF2-40B4-BE49-F238E27FC236}">
                          <a16:creationId xmlns:a16="http://schemas.microsoft.com/office/drawing/2014/main" id="{9D033212-0833-4B44-932C-EBD3AE83FA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9972" y="4285392"/>
                      <a:ext cx="8752" cy="45910"/>
                    </a:xfrm>
                    <a:custGeom>
                      <a:avLst/>
                      <a:gdLst>
                        <a:gd name="connsiteX0" fmla="*/ 8752 w 8752"/>
                        <a:gd name="connsiteY0" fmla="*/ 45911 h 45910"/>
                        <a:gd name="connsiteX1" fmla="*/ 2561 w 8752"/>
                        <a:gd name="connsiteY1" fmla="*/ 0 h 45910"/>
                        <a:gd name="connsiteX2" fmla="*/ 8752 w 8752"/>
                        <a:gd name="connsiteY2" fmla="*/ 45911 h 4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752" h="45910">
                          <a:moveTo>
                            <a:pt x="8752" y="45911"/>
                          </a:moveTo>
                          <a:cubicBezTo>
                            <a:pt x="8752" y="45911"/>
                            <a:pt x="-5726" y="43624"/>
                            <a:pt x="2561" y="0"/>
                          </a:cubicBezTo>
                          <a:cubicBezTo>
                            <a:pt x="2656" y="0"/>
                            <a:pt x="-2964" y="33909"/>
                            <a:pt x="8752" y="459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73" name="Forme libre : forme 14272">
                      <a:extLst>
                        <a:ext uri="{FF2B5EF4-FFF2-40B4-BE49-F238E27FC236}">
                          <a16:creationId xmlns:a16="http://schemas.microsoft.com/office/drawing/2014/main" id="{91AEAD5F-BE51-4056-BC89-89DAF87696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2921" y="4197762"/>
                      <a:ext cx="7450" cy="50958"/>
                    </a:xfrm>
                    <a:custGeom>
                      <a:avLst/>
                      <a:gdLst>
                        <a:gd name="connsiteX0" fmla="*/ 2191 w 7450"/>
                        <a:gd name="connsiteY0" fmla="*/ 50959 h 50958"/>
                        <a:gd name="connsiteX1" fmla="*/ 6858 w 7450"/>
                        <a:gd name="connsiteY1" fmla="*/ 29432 h 50958"/>
                        <a:gd name="connsiteX2" fmla="*/ 0 w 7450"/>
                        <a:gd name="connsiteY2" fmla="*/ 0 h 50958"/>
                        <a:gd name="connsiteX3" fmla="*/ 2191 w 7450"/>
                        <a:gd name="connsiteY3" fmla="*/ 50959 h 50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450" h="50958">
                          <a:moveTo>
                            <a:pt x="2191" y="50959"/>
                          </a:moveTo>
                          <a:cubicBezTo>
                            <a:pt x="2191" y="50959"/>
                            <a:pt x="5525" y="40862"/>
                            <a:pt x="6858" y="29432"/>
                          </a:cubicBezTo>
                          <a:cubicBezTo>
                            <a:pt x="8192" y="18002"/>
                            <a:pt x="7811" y="5239"/>
                            <a:pt x="0" y="0"/>
                          </a:cubicBezTo>
                          <a:cubicBezTo>
                            <a:pt x="0" y="0"/>
                            <a:pt x="12002" y="13430"/>
                            <a:pt x="2191" y="509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74" name="Forme libre : forme 14273">
                      <a:extLst>
                        <a:ext uri="{FF2B5EF4-FFF2-40B4-BE49-F238E27FC236}">
                          <a16:creationId xmlns:a16="http://schemas.microsoft.com/office/drawing/2014/main" id="{91D18EC4-976D-417D-8131-5F3BE75F6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6442" y="4270025"/>
                      <a:ext cx="11606" cy="23963"/>
                    </a:xfrm>
                    <a:custGeom>
                      <a:avLst/>
                      <a:gdLst>
                        <a:gd name="connsiteX0" fmla="*/ 380 w 11606"/>
                        <a:gd name="connsiteY0" fmla="*/ 23463 h 23963"/>
                        <a:gd name="connsiteX1" fmla="*/ 3808 w 11606"/>
                        <a:gd name="connsiteY1" fmla="*/ 8604 h 23963"/>
                        <a:gd name="connsiteX2" fmla="*/ 11238 w 11606"/>
                        <a:gd name="connsiteY2" fmla="*/ 508 h 23963"/>
                        <a:gd name="connsiteX3" fmla="*/ 7809 w 11606"/>
                        <a:gd name="connsiteY3" fmla="*/ 15367 h 23963"/>
                        <a:gd name="connsiteX4" fmla="*/ 380 w 11606"/>
                        <a:gd name="connsiteY4" fmla="*/ 23463 h 23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06" h="23963">
                          <a:moveTo>
                            <a:pt x="380" y="23463"/>
                          </a:moveTo>
                          <a:cubicBezTo>
                            <a:pt x="-763" y="21558"/>
                            <a:pt x="760" y="14890"/>
                            <a:pt x="3808" y="8604"/>
                          </a:cubicBezTo>
                          <a:cubicBezTo>
                            <a:pt x="6856" y="2222"/>
                            <a:pt x="10190" y="-1397"/>
                            <a:pt x="11238" y="508"/>
                          </a:cubicBezTo>
                          <a:cubicBezTo>
                            <a:pt x="12381" y="2413"/>
                            <a:pt x="10762" y="8985"/>
                            <a:pt x="7809" y="15367"/>
                          </a:cubicBezTo>
                          <a:cubicBezTo>
                            <a:pt x="4666" y="21653"/>
                            <a:pt x="1427" y="25368"/>
                            <a:pt x="380" y="2346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75" name="Forme libre : forme 14274">
                      <a:extLst>
                        <a:ext uri="{FF2B5EF4-FFF2-40B4-BE49-F238E27FC236}">
                          <a16:creationId xmlns:a16="http://schemas.microsoft.com/office/drawing/2014/main" id="{2589DD7D-7A55-49FF-ACDC-6762034223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5788" y="4290497"/>
                      <a:ext cx="3401" cy="6819"/>
                    </a:xfrm>
                    <a:custGeom>
                      <a:avLst/>
                      <a:gdLst>
                        <a:gd name="connsiteX0" fmla="*/ 653 w 3401"/>
                        <a:gd name="connsiteY0" fmla="*/ 6801 h 6819"/>
                        <a:gd name="connsiteX1" fmla="*/ 367 w 3401"/>
                        <a:gd name="connsiteY1" fmla="*/ 2991 h 6819"/>
                        <a:gd name="connsiteX2" fmla="*/ 2749 w 3401"/>
                        <a:gd name="connsiteY2" fmla="*/ 39 h 6819"/>
                        <a:gd name="connsiteX3" fmla="*/ 3034 w 3401"/>
                        <a:gd name="connsiteY3" fmla="*/ 3849 h 6819"/>
                        <a:gd name="connsiteX4" fmla="*/ 653 w 3401"/>
                        <a:gd name="connsiteY4" fmla="*/ 6801 h 6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1" h="6819">
                          <a:moveTo>
                            <a:pt x="653" y="6801"/>
                          </a:moveTo>
                          <a:cubicBezTo>
                            <a:pt x="-109" y="6611"/>
                            <a:pt x="-204" y="4896"/>
                            <a:pt x="367" y="2991"/>
                          </a:cubicBezTo>
                          <a:cubicBezTo>
                            <a:pt x="939" y="1086"/>
                            <a:pt x="1987" y="-247"/>
                            <a:pt x="2749" y="39"/>
                          </a:cubicBezTo>
                          <a:cubicBezTo>
                            <a:pt x="3510" y="229"/>
                            <a:pt x="3606" y="1943"/>
                            <a:pt x="3034" y="3849"/>
                          </a:cubicBezTo>
                          <a:cubicBezTo>
                            <a:pt x="2463" y="5658"/>
                            <a:pt x="1415" y="6992"/>
                            <a:pt x="653" y="68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76" name="Forme libre : forme 14275">
                      <a:extLst>
                        <a:ext uri="{FF2B5EF4-FFF2-40B4-BE49-F238E27FC236}">
                          <a16:creationId xmlns:a16="http://schemas.microsoft.com/office/drawing/2014/main" id="{354797A8-BFDA-4360-A08D-EB89DD542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3704" y="4274020"/>
                      <a:ext cx="37991" cy="53517"/>
                    </a:xfrm>
                    <a:custGeom>
                      <a:avLst/>
                      <a:gdLst>
                        <a:gd name="connsiteX0" fmla="*/ 15118 w 37991"/>
                        <a:gd name="connsiteY0" fmla="*/ 51091 h 53517"/>
                        <a:gd name="connsiteX1" fmla="*/ 2259 w 37991"/>
                        <a:gd name="connsiteY1" fmla="*/ 52520 h 53517"/>
                        <a:gd name="connsiteX2" fmla="*/ 259 w 37991"/>
                        <a:gd name="connsiteY2" fmla="*/ 46614 h 53517"/>
                        <a:gd name="connsiteX3" fmla="*/ 4736 w 37991"/>
                        <a:gd name="connsiteY3" fmla="*/ 39852 h 53517"/>
                        <a:gd name="connsiteX4" fmla="*/ 19880 w 37991"/>
                        <a:gd name="connsiteY4" fmla="*/ 28041 h 53517"/>
                        <a:gd name="connsiteX5" fmla="*/ 37787 w 37991"/>
                        <a:gd name="connsiteY5" fmla="*/ 1085 h 53517"/>
                        <a:gd name="connsiteX6" fmla="*/ 26167 w 37991"/>
                        <a:gd name="connsiteY6" fmla="*/ 38232 h 53517"/>
                        <a:gd name="connsiteX7" fmla="*/ 15118 w 37991"/>
                        <a:gd name="connsiteY7" fmla="*/ 51091 h 53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7991" h="53517">
                          <a:moveTo>
                            <a:pt x="15118" y="51091"/>
                          </a:moveTo>
                          <a:cubicBezTo>
                            <a:pt x="10355" y="54139"/>
                            <a:pt x="6069" y="53949"/>
                            <a:pt x="2259" y="52520"/>
                          </a:cubicBezTo>
                          <a:cubicBezTo>
                            <a:pt x="830" y="52044"/>
                            <a:pt x="-598" y="50424"/>
                            <a:pt x="259" y="46614"/>
                          </a:cubicBezTo>
                          <a:cubicBezTo>
                            <a:pt x="1021" y="43185"/>
                            <a:pt x="3116" y="40995"/>
                            <a:pt x="4736" y="39852"/>
                          </a:cubicBezTo>
                          <a:cubicBezTo>
                            <a:pt x="9784" y="36423"/>
                            <a:pt x="14832" y="35375"/>
                            <a:pt x="19880" y="28041"/>
                          </a:cubicBezTo>
                          <a:cubicBezTo>
                            <a:pt x="22928" y="23469"/>
                            <a:pt x="35978" y="-5964"/>
                            <a:pt x="37787" y="1085"/>
                          </a:cubicBezTo>
                          <a:cubicBezTo>
                            <a:pt x="39502" y="8133"/>
                            <a:pt x="29977" y="31470"/>
                            <a:pt x="26167" y="38232"/>
                          </a:cubicBezTo>
                          <a:cubicBezTo>
                            <a:pt x="22643" y="44424"/>
                            <a:pt x="18737" y="48710"/>
                            <a:pt x="15118" y="5109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60" name="Graphique 1">
                    <a:extLst>
                      <a:ext uri="{FF2B5EF4-FFF2-40B4-BE49-F238E27FC236}">
                        <a16:creationId xmlns:a16="http://schemas.microsoft.com/office/drawing/2014/main" id="{33BC7CEA-6704-4853-9B6B-1FC95EDFD391}"/>
                      </a:ext>
                    </a:extLst>
                  </p:cNvPr>
                  <p:cNvGrpSpPr/>
                  <p:nvPr/>
                </p:nvGrpSpPr>
                <p:grpSpPr>
                  <a:xfrm>
                    <a:off x="3428084" y="4334821"/>
                    <a:ext cx="69136" cy="150087"/>
                    <a:chOff x="3428084" y="4334821"/>
                    <a:chExt cx="69136" cy="150087"/>
                  </a:xfrm>
                  <a:solidFill>
                    <a:schemeClr val="accent1"/>
                  </a:solidFill>
                </p:grpSpPr>
                <p:sp>
                  <p:nvSpPr>
                    <p:cNvPr id="14253" name="Forme libre : forme 14252">
                      <a:extLst>
                        <a:ext uri="{FF2B5EF4-FFF2-40B4-BE49-F238E27FC236}">
                          <a16:creationId xmlns:a16="http://schemas.microsoft.com/office/drawing/2014/main" id="{86C9505A-2803-4CB8-809E-E6A340D243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8184" y="4334838"/>
                      <a:ext cx="69036" cy="150070"/>
                    </a:xfrm>
                    <a:custGeom>
                      <a:avLst/>
                      <a:gdLst>
                        <a:gd name="connsiteX0" fmla="*/ 3201 w 69036"/>
                        <a:gd name="connsiteY0" fmla="*/ 96382 h 150070"/>
                        <a:gd name="connsiteX1" fmla="*/ 17203 w 69036"/>
                        <a:gd name="connsiteY1" fmla="*/ 41518 h 150070"/>
                        <a:gd name="connsiteX2" fmla="*/ 47397 w 69036"/>
                        <a:gd name="connsiteY2" fmla="*/ 275 h 150070"/>
                        <a:gd name="connsiteX3" fmla="*/ 60542 w 69036"/>
                        <a:gd name="connsiteY3" fmla="*/ 4180 h 150070"/>
                        <a:gd name="connsiteX4" fmla="*/ 64733 w 69036"/>
                        <a:gd name="connsiteY4" fmla="*/ 54567 h 150070"/>
                        <a:gd name="connsiteX5" fmla="*/ 50445 w 69036"/>
                        <a:gd name="connsiteY5" fmla="*/ 108002 h 150070"/>
                        <a:gd name="connsiteX6" fmla="*/ 22537 w 69036"/>
                        <a:gd name="connsiteY6" fmla="*/ 149912 h 150070"/>
                        <a:gd name="connsiteX7" fmla="*/ 9583 w 69036"/>
                        <a:gd name="connsiteY7" fmla="*/ 147055 h 150070"/>
                        <a:gd name="connsiteX8" fmla="*/ 3201 w 69036"/>
                        <a:gd name="connsiteY8" fmla="*/ 96382 h 150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9036" h="150070">
                          <a:moveTo>
                            <a:pt x="3201" y="96382"/>
                          </a:moveTo>
                          <a:cubicBezTo>
                            <a:pt x="7678" y="77999"/>
                            <a:pt x="12250" y="59711"/>
                            <a:pt x="17203" y="41518"/>
                          </a:cubicBezTo>
                          <a:cubicBezTo>
                            <a:pt x="23966" y="15895"/>
                            <a:pt x="37872" y="-2488"/>
                            <a:pt x="47397" y="275"/>
                          </a:cubicBezTo>
                          <a:lnTo>
                            <a:pt x="60542" y="4180"/>
                          </a:lnTo>
                          <a:cubicBezTo>
                            <a:pt x="70162" y="7037"/>
                            <a:pt x="71686" y="29612"/>
                            <a:pt x="64733" y="54567"/>
                          </a:cubicBezTo>
                          <a:cubicBezTo>
                            <a:pt x="59780" y="72379"/>
                            <a:pt x="55017" y="90191"/>
                            <a:pt x="50445" y="108002"/>
                          </a:cubicBezTo>
                          <a:cubicBezTo>
                            <a:pt x="44063" y="133053"/>
                            <a:pt x="31871" y="152008"/>
                            <a:pt x="22537" y="149912"/>
                          </a:cubicBezTo>
                          <a:lnTo>
                            <a:pt x="9583" y="147055"/>
                          </a:lnTo>
                          <a:cubicBezTo>
                            <a:pt x="153" y="145054"/>
                            <a:pt x="-2990" y="122195"/>
                            <a:pt x="3201" y="96382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4" name="Forme libre : forme 14253">
                      <a:extLst>
                        <a:ext uri="{FF2B5EF4-FFF2-40B4-BE49-F238E27FC236}">
                          <a16:creationId xmlns:a16="http://schemas.microsoft.com/office/drawing/2014/main" id="{1032C8E6-2159-4A7B-A2E7-FC3E24B2C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8084" y="4334821"/>
                      <a:ext cx="53116" cy="147262"/>
                    </a:xfrm>
                    <a:custGeom>
                      <a:avLst/>
                      <a:gdLst>
                        <a:gd name="connsiteX0" fmla="*/ 30256 w 53116"/>
                        <a:gd name="connsiteY0" fmla="*/ 55441 h 147262"/>
                        <a:gd name="connsiteX1" fmla="*/ 53116 w 53116"/>
                        <a:gd name="connsiteY1" fmla="*/ 2006 h 147262"/>
                        <a:gd name="connsiteX2" fmla="*/ 47401 w 53116"/>
                        <a:gd name="connsiteY2" fmla="*/ 291 h 147262"/>
                        <a:gd name="connsiteX3" fmla="*/ 17207 w 53116"/>
                        <a:gd name="connsiteY3" fmla="*/ 41535 h 147262"/>
                        <a:gd name="connsiteX4" fmla="*/ 3205 w 53116"/>
                        <a:gd name="connsiteY4" fmla="*/ 96399 h 147262"/>
                        <a:gd name="connsiteX5" fmla="*/ 9492 w 53116"/>
                        <a:gd name="connsiteY5" fmla="*/ 147167 h 147262"/>
                        <a:gd name="connsiteX6" fmla="*/ 9873 w 53116"/>
                        <a:gd name="connsiteY6" fmla="*/ 147262 h 147262"/>
                        <a:gd name="connsiteX7" fmla="*/ 30256 w 53116"/>
                        <a:gd name="connsiteY7" fmla="*/ 55441 h 147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3116" h="147262">
                          <a:moveTo>
                            <a:pt x="30256" y="55441"/>
                          </a:moveTo>
                          <a:cubicBezTo>
                            <a:pt x="33876" y="33343"/>
                            <a:pt x="42924" y="11912"/>
                            <a:pt x="53116" y="2006"/>
                          </a:cubicBezTo>
                          <a:lnTo>
                            <a:pt x="47401" y="291"/>
                          </a:lnTo>
                          <a:cubicBezTo>
                            <a:pt x="37971" y="-2566"/>
                            <a:pt x="24065" y="15912"/>
                            <a:pt x="17207" y="41535"/>
                          </a:cubicBezTo>
                          <a:cubicBezTo>
                            <a:pt x="12349" y="59727"/>
                            <a:pt x="7682" y="78016"/>
                            <a:pt x="3205" y="96399"/>
                          </a:cubicBezTo>
                          <a:cubicBezTo>
                            <a:pt x="-2986" y="122211"/>
                            <a:pt x="157" y="145167"/>
                            <a:pt x="9492" y="147167"/>
                          </a:cubicBezTo>
                          <a:lnTo>
                            <a:pt x="9873" y="147262"/>
                          </a:lnTo>
                          <a:cubicBezTo>
                            <a:pt x="15969" y="115734"/>
                            <a:pt x="25113" y="86588"/>
                            <a:pt x="30256" y="55441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5" name="Forme libre : forme 14254">
                      <a:extLst>
                        <a:ext uri="{FF2B5EF4-FFF2-40B4-BE49-F238E27FC236}">
                          <a16:creationId xmlns:a16="http://schemas.microsoft.com/office/drawing/2014/main" id="{C0025C6D-5E5B-46EA-90DF-5B95835373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6051" y="4385971"/>
                      <a:ext cx="24696" cy="66841"/>
                    </a:xfrm>
                    <a:custGeom>
                      <a:avLst/>
                      <a:gdLst>
                        <a:gd name="connsiteX0" fmla="*/ 4004 w 24696"/>
                        <a:gd name="connsiteY0" fmla="*/ 66776 h 66841"/>
                        <a:gd name="connsiteX1" fmla="*/ 3241 w 24696"/>
                        <a:gd name="connsiteY1" fmla="*/ 31057 h 66841"/>
                        <a:gd name="connsiteX2" fmla="*/ 20958 w 24696"/>
                        <a:gd name="connsiteY2" fmla="*/ 101 h 66841"/>
                        <a:gd name="connsiteX3" fmla="*/ 21148 w 24696"/>
                        <a:gd name="connsiteY3" fmla="*/ 35629 h 66841"/>
                        <a:gd name="connsiteX4" fmla="*/ 4004 w 24696"/>
                        <a:gd name="connsiteY4" fmla="*/ 66776 h 668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696" h="66841">
                          <a:moveTo>
                            <a:pt x="4004" y="66776"/>
                          </a:moveTo>
                          <a:cubicBezTo>
                            <a:pt x="-949" y="65633"/>
                            <a:pt x="-1426" y="49631"/>
                            <a:pt x="3241" y="31057"/>
                          </a:cubicBezTo>
                          <a:cubicBezTo>
                            <a:pt x="8004" y="12579"/>
                            <a:pt x="16005" y="-1328"/>
                            <a:pt x="20958" y="101"/>
                          </a:cubicBezTo>
                          <a:cubicBezTo>
                            <a:pt x="25911" y="1434"/>
                            <a:pt x="25911" y="17341"/>
                            <a:pt x="21148" y="35629"/>
                          </a:cubicBezTo>
                          <a:cubicBezTo>
                            <a:pt x="16481" y="54013"/>
                            <a:pt x="8861" y="67919"/>
                            <a:pt x="4004" y="6677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6" name="Forme libre : forme 14255">
                      <a:extLst>
                        <a:ext uri="{FF2B5EF4-FFF2-40B4-BE49-F238E27FC236}">
                          <a16:creationId xmlns:a16="http://schemas.microsoft.com/office/drawing/2014/main" id="{458F3C89-37C8-417D-9C59-B029DF1261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6530" y="4385983"/>
                      <a:ext cx="24222" cy="46380"/>
                    </a:xfrm>
                    <a:custGeom>
                      <a:avLst/>
                      <a:gdLst>
                        <a:gd name="connsiteX0" fmla="*/ 24003 w 24222"/>
                        <a:gd name="connsiteY0" fmla="*/ 16662 h 46380"/>
                        <a:gd name="connsiteX1" fmla="*/ 20479 w 24222"/>
                        <a:gd name="connsiteY1" fmla="*/ 89 h 46380"/>
                        <a:gd name="connsiteX2" fmla="*/ 2762 w 24222"/>
                        <a:gd name="connsiteY2" fmla="*/ 31045 h 46380"/>
                        <a:gd name="connsiteX3" fmla="*/ 0 w 24222"/>
                        <a:gd name="connsiteY3" fmla="*/ 46380 h 46380"/>
                        <a:gd name="connsiteX4" fmla="*/ 2667 w 24222"/>
                        <a:gd name="connsiteY4" fmla="*/ 38189 h 46380"/>
                        <a:gd name="connsiteX5" fmla="*/ 24003 w 24222"/>
                        <a:gd name="connsiteY5" fmla="*/ 16662 h 46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222" h="46380">
                          <a:moveTo>
                            <a:pt x="24003" y="16662"/>
                          </a:moveTo>
                          <a:cubicBezTo>
                            <a:pt x="24765" y="7423"/>
                            <a:pt x="23527" y="851"/>
                            <a:pt x="20479" y="89"/>
                          </a:cubicBezTo>
                          <a:cubicBezTo>
                            <a:pt x="15526" y="-1245"/>
                            <a:pt x="7525" y="12567"/>
                            <a:pt x="2762" y="31045"/>
                          </a:cubicBezTo>
                          <a:cubicBezTo>
                            <a:pt x="1429" y="36474"/>
                            <a:pt x="476" y="41713"/>
                            <a:pt x="0" y="46380"/>
                          </a:cubicBezTo>
                          <a:cubicBezTo>
                            <a:pt x="762" y="43618"/>
                            <a:pt x="1619" y="40856"/>
                            <a:pt x="2667" y="38189"/>
                          </a:cubicBezTo>
                          <a:cubicBezTo>
                            <a:pt x="9049" y="24092"/>
                            <a:pt x="18383" y="13995"/>
                            <a:pt x="24003" y="16662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7" name="Forme libre : forme 14256">
                      <a:extLst>
                        <a:ext uri="{FF2B5EF4-FFF2-40B4-BE49-F238E27FC236}">
                          <a16:creationId xmlns:a16="http://schemas.microsoft.com/office/drawing/2014/main" id="{19046FC5-1B5B-4DAA-9D13-0154B489E1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3321" y="4388840"/>
                      <a:ext cx="24616" cy="66924"/>
                    </a:xfrm>
                    <a:custGeom>
                      <a:avLst/>
                      <a:gdLst>
                        <a:gd name="connsiteX0" fmla="*/ 3970 w 24616"/>
                        <a:gd name="connsiteY0" fmla="*/ 66859 h 66924"/>
                        <a:gd name="connsiteX1" fmla="*/ 3209 w 24616"/>
                        <a:gd name="connsiteY1" fmla="*/ 31141 h 66924"/>
                        <a:gd name="connsiteX2" fmla="*/ 20830 w 24616"/>
                        <a:gd name="connsiteY2" fmla="*/ 89 h 66924"/>
                        <a:gd name="connsiteX3" fmla="*/ 21116 w 24616"/>
                        <a:gd name="connsiteY3" fmla="*/ 35712 h 66924"/>
                        <a:gd name="connsiteX4" fmla="*/ 3970 w 24616"/>
                        <a:gd name="connsiteY4" fmla="*/ 66859 h 66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616" h="66924">
                          <a:moveTo>
                            <a:pt x="3970" y="66859"/>
                          </a:moveTo>
                          <a:cubicBezTo>
                            <a:pt x="-887" y="65716"/>
                            <a:pt x="-1459" y="49619"/>
                            <a:pt x="3209" y="31141"/>
                          </a:cubicBezTo>
                          <a:cubicBezTo>
                            <a:pt x="7876" y="12567"/>
                            <a:pt x="15877" y="-1244"/>
                            <a:pt x="20830" y="89"/>
                          </a:cubicBezTo>
                          <a:cubicBezTo>
                            <a:pt x="25878" y="1423"/>
                            <a:pt x="25783" y="17329"/>
                            <a:pt x="21116" y="35712"/>
                          </a:cubicBezTo>
                          <a:cubicBezTo>
                            <a:pt x="16353" y="54000"/>
                            <a:pt x="8924" y="68002"/>
                            <a:pt x="3970" y="6685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8" name="Forme libre : forme 14257">
                      <a:extLst>
                        <a:ext uri="{FF2B5EF4-FFF2-40B4-BE49-F238E27FC236}">
                          <a16:creationId xmlns:a16="http://schemas.microsoft.com/office/drawing/2014/main" id="{9CD4C232-4E5E-49A5-A7B8-914CED09DF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8667" y="4356404"/>
                      <a:ext cx="47845" cy="81710"/>
                    </a:xfrm>
                    <a:custGeom>
                      <a:avLst/>
                      <a:gdLst>
                        <a:gd name="connsiteX0" fmla="*/ 35009 w 47845"/>
                        <a:gd name="connsiteY0" fmla="*/ 1188 h 81710"/>
                        <a:gd name="connsiteX1" fmla="*/ 25960 w 47845"/>
                        <a:gd name="connsiteY1" fmla="*/ 1093 h 81710"/>
                        <a:gd name="connsiteX2" fmla="*/ 7862 w 47845"/>
                        <a:gd name="connsiteY2" fmla="*/ 32240 h 81710"/>
                        <a:gd name="connsiteX3" fmla="*/ 52 w 47845"/>
                        <a:gd name="connsiteY3" fmla="*/ 67863 h 81710"/>
                        <a:gd name="connsiteX4" fmla="*/ 5291 w 47845"/>
                        <a:gd name="connsiteY4" fmla="*/ 81198 h 81710"/>
                        <a:gd name="connsiteX5" fmla="*/ 12434 w 47845"/>
                        <a:gd name="connsiteY5" fmla="*/ 70530 h 81710"/>
                        <a:gd name="connsiteX6" fmla="*/ 29579 w 47845"/>
                        <a:gd name="connsiteY6" fmla="*/ 44622 h 81710"/>
                        <a:gd name="connsiteX7" fmla="*/ 47677 w 47845"/>
                        <a:gd name="connsiteY7" fmla="*/ 14142 h 81710"/>
                        <a:gd name="connsiteX8" fmla="*/ 35009 w 47845"/>
                        <a:gd name="connsiteY8" fmla="*/ 1188 h 81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7845" h="81710">
                          <a:moveTo>
                            <a:pt x="35009" y="1188"/>
                          </a:moveTo>
                          <a:cubicBezTo>
                            <a:pt x="32246" y="140"/>
                            <a:pt x="29389" y="-812"/>
                            <a:pt x="25960" y="1093"/>
                          </a:cubicBezTo>
                          <a:cubicBezTo>
                            <a:pt x="19483" y="4807"/>
                            <a:pt x="12720" y="18428"/>
                            <a:pt x="7862" y="32240"/>
                          </a:cubicBezTo>
                          <a:cubicBezTo>
                            <a:pt x="3862" y="43765"/>
                            <a:pt x="528" y="56623"/>
                            <a:pt x="52" y="67863"/>
                          </a:cubicBezTo>
                          <a:cubicBezTo>
                            <a:pt x="-329" y="76245"/>
                            <a:pt x="1385" y="83770"/>
                            <a:pt x="5291" y="81198"/>
                          </a:cubicBezTo>
                          <a:cubicBezTo>
                            <a:pt x="7672" y="79674"/>
                            <a:pt x="10148" y="74816"/>
                            <a:pt x="12434" y="70530"/>
                          </a:cubicBezTo>
                          <a:cubicBezTo>
                            <a:pt x="17768" y="60338"/>
                            <a:pt x="23674" y="51575"/>
                            <a:pt x="29579" y="44622"/>
                          </a:cubicBezTo>
                          <a:cubicBezTo>
                            <a:pt x="34532" y="38716"/>
                            <a:pt x="45962" y="28525"/>
                            <a:pt x="47677" y="14142"/>
                          </a:cubicBezTo>
                          <a:cubicBezTo>
                            <a:pt x="49296" y="1093"/>
                            <a:pt x="38819" y="2617"/>
                            <a:pt x="35009" y="118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9" name="Forme libre : forme 14258">
                      <a:extLst>
                        <a:ext uri="{FF2B5EF4-FFF2-40B4-BE49-F238E27FC236}">
                          <a16:creationId xmlns:a16="http://schemas.microsoft.com/office/drawing/2014/main" id="{32B1A570-077F-41D4-A8FA-B0F5C3830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2899" y="4373562"/>
                      <a:ext cx="7851" cy="28499"/>
                    </a:xfrm>
                    <a:custGeom>
                      <a:avLst/>
                      <a:gdLst>
                        <a:gd name="connsiteX0" fmla="*/ 6587 w 7851"/>
                        <a:gd name="connsiteY0" fmla="*/ 2127 h 28499"/>
                        <a:gd name="connsiteX1" fmla="*/ 5158 w 7851"/>
                        <a:gd name="connsiteY1" fmla="*/ 32 h 28499"/>
                        <a:gd name="connsiteX2" fmla="*/ 2777 w 7851"/>
                        <a:gd name="connsiteY2" fmla="*/ 2127 h 28499"/>
                        <a:gd name="connsiteX3" fmla="*/ 1539 w 7851"/>
                        <a:gd name="connsiteY3" fmla="*/ 6985 h 28499"/>
                        <a:gd name="connsiteX4" fmla="*/ 110 w 7851"/>
                        <a:gd name="connsiteY4" fmla="*/ 19177 h 28499"/>
                        <a:gd name="connsiteX5" fmla="*/ 110 w 7851"/>
                        <a:gd name="connsiteY5" fmla="*/ 23749 h 28499"/>
                        <a:gd name="connsiteX6" fmla="*/ 6873 w 7851"/>
                        <a:gd name="connsiteY6" fmla="*/ 21749 h 28499"/>
                        <a:gd name="connsiteX7" fmla="*/ 6587 w 7851"/>
                        <a:gd name="connsiteY7" fmla="*/ 2127 h 28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851" h="28499">
                          <a:moveTo>
                            <a:pt x="6587" y="2127"/>
                          </a:moveTo>
                          <a:cubicBezTo>
                            <a:pt x="6206" y="1079"/>
                            <a:pt x="5825" y="222"/>
                            <a:pt x="5158" y="32"/>
                          </a:cubicBezTo>
                          <a:cubicBezTo>
                            <a:pt x="4492" y="-159"/>
                            <a:pt x="3539" y="508"/>
                            <a:pt x="2777" y="2127"/>
                          </a:cubicBezTo>
                          <a:cubicBezTo>
                            <a:pt x="2110" y="3556"/>
                            <a:pt x="1729" y="5366"/>
                            <a:pt x="1539" y="6985"/>
                          </a:cubicBezTo>
                          <a:cubicBezTo>
                            <a:pt x="872" y="11176"/>
                            <a:pt x="396" y="15271"/>
                            <a:pt x="110" y="19177"/>
                          </a:cubicBezTo>
                          <a:cubicBezTo>
                            <a:pt x="15" y="20796"/>
                            <a:pt x="-81" y="22415"/>
                            <a:pt x="110" y="23749"/>
                          </a:cubicBezTo>
                          <a:cubicBezTo>
                            <a:pt x="777" y="29273"/>
                            <a:pt x="4777" y="31559"/>
                            <a:pt x="6873" y="21749"/>
                          </a:cubicBezTo>
                          <a:cubicBezTo>
                            <a:pt x="8397" y="14224"/>
                            <a:pt x="8016" y="6318"/>
                            <a:pt x="6587" y="212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0" name="Forme libre : forme 14259">
                      <a:extLst>
                        <a:ext uri="{FF2B5EF4-FFF2-40B4-BE49-F238E27FC236}">
                          <a16:creationId xmlns:a16="http://schemas.microsoft.com/office/drawing/2014/main" id="{13A2E1F5-ACE4-49AC-9586-D4EBEE84DE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0743" y="4432553"/>
                      <a:ext cx="9881" cy="45339"/>
                    </a:xfrm>
                    <a:custGeom>
                      <a:avLst/>
                      <a:gdLst>
                        <a:gd name="connsiteX0" fmla="*/ 9881 w 9881"/>
                        <a:gd name="connsiteY0" fmla="*/ 45339 h 45339"/>
                        <a:gd name="connsiteX1" fmla="*/ 3500 w 9881"/>
                        <a:gd name="connsiteY1" fmla="*/ 39243 h 45339"/>
                        <a:gd name="connsiteX2" fmla="*/ 1404 w 9881"/>
                        <a:gd name="connsiteY2" fmla="*/ 0 h 45339"/>
                        <a:gd name="connsiteX3" fmla="*/ 9881 w 9881"/>
                        <a:gd name="connsiteY3" fmla="*/ 45339 h 45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81" h="45339">
                          <a:moveTo>
                            <a:pt x="9881" y="45339"/>
                          </a:moveTo>
                          <a:cubicBezTo>
                            <a:pt x="9881" y="45339"/>
                            <a:pt x="6357" y="45054"/>
                            <a:pt x="3500" y="39243"/>
                          </a:cubicBezTo>
                          <a:cubicBezTo>
                            <a:pt x="642" y="33433"/>
                            <a:pt x="-1549" y="22098"/>
                            <a:pt x="1404" y="0"/>
                          </a:cubicBezTo>
                          <a:cubicBezTo>
                            <a:pt x="1404" y="-95"/>
                            <a:pt x="-2215" y="34195"/>
                            <a:pt x="9881" y="453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1" name="Forme libre : forme 14260">
                      <a:extLst>
                        <a:ext uri="{FF2B5EF4-FFF2-40B4-BE49-F238E27FC236}">
                          <a16:creationId xmlns:a16="http://schemas.microsoft.com/office/drawing/2014/main" id="{4A5AE005-F735-4A70-9550-32B178E8E7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6535" y="4341304"/>
                      <a:ext cx="8105" cy="50482"/>
                    </a:xfrm>
                    <a:custGeom>
                      <a:avLst/>
                      <a:gdLst>
                        <a:gd name="connsiteX0" fmla="*/ 4191 w 8105"/>
                        <a:gd name="connsiteY0" fmla="*/ 50482 h 50482"/>
                        <a:gd name="connsiteX1" fmla="*/ 7811 w 8105"/>
                        <a:gd name="connsiteY1" fmla="*/ 28765 h 50482"/>
                        <a:gd name="connsiteX2" fmla="*/ 0 w 8105"/>
                        <a:gd name="connsiteY2" fmla="*/ 0 h 50482"/>
                        <a:gd name="connsiteX3" fmla="*/ 5048 w 8105"/>
                        <a:gd name="connsiteY3" fmla="*/ 11049 h 50482"/>
                        <a:gd name="connsiteX4" fmla="*/ 4191 w 8105"/>
                        <a:gd name="connsiteY4" fmla="*/ 50482 h 50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05" h="50482">
                          <a:moveTo>
                            <a:pt x="4191" y="50482"/>
                          </a:moveTo>
                          <a:cubicBezTo>
                            <a:pt x="4191" y="50482"/>
                            <a:pt x="6953" y="40196"/>
                            <a:pt x="7811" y="28765"/>
                          </a:cubicBezTo>
                          <a:cubicBezTo>
                            <a:pt x="8763" y="17336"/>
                            <a:pt x="7715" y="4667"/>
                            <a:pt x="0" y="0"/>
                          </a:cubicBezTo>
                          <a:cubicBezTo>
                            <a:pt x="0" y="0"/>
                            <a:pt x="3048" y="3143"/>
                            <a:pt x="5048" y="11049"/>
                          </a:cubicBezTo>
                          <a:cubicBezTo>
                            <a:pt x="7049" y="18955"/>
                            <a:pt x="8001" y="31528"/>
                            <a:pt x="4191" y="504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2" name="Forme libre : forme 14261">
                      <a:extLst>
                        <a:ext uri="{FF2B5EF4-FFF2-40B4-BE49-F238E27FC236}">
                          <a16:creationId xmlns:a16="http://schemas.microsoft.com/office/drawing/2014/main" id="{3EF29940-D8DC-4F4B-A3BE-0D2334894C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5421" y="4414863"/>
                      <a:ext cx="10220" cy="24482"/>
                    </a:xfrm>
                    <a:custGeom>
                      <a:avLst/>
                      <a:gdLst>
                        <a:gd name="connsiteX0" fmla="*/ 443 w 10220"/>
                        <a:gd name="connsiteY0" fmla="*/ 24072 h 24482"/>
                        <a:gd name="connsiteX1" fmla="*/ 3015 w 10220"/>
                        <a:gd name="connsiteY1" fmla="*/ 9023 h 24482"/>
                        <a:gd name="connsiteX2" fmla="*/ 9778 w 10220"/>
                        <a:gd name="connsiteY2" fmla="*/ 450 h 24482"/>
                        <a:gd name="connsiteX3" fmla="*/ 7206 w 10220"/>
                        <a:gd name="connsiteY3" fmla="*/ 15499 h 24482"/>
                        <a:gd name="connsiteX4" fmla="*/ 443 w 10220"/>
                        <a:gd name="connsiteY4" fmla="*/ 24072 h 24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20" h="24482">
                          <a:moveTo>
                            <a:pt x="443" y="24072"/>
                          </a:moveTo>
                          <a:cubicBezTo>
                            <a:pt x="-700" y="22262"/>
                            <a:pt x="443" y="15595"/>
                            <a:pt x="3015" y="9023"/>
                          </a:cubicBezTo>
                          <a:cubicBezTo>
                            <a:pt x="5587" y="2450"/>
                            <a:pt x="8635" y="-1360"/>
                            <a:pt x="9778" y="450"/>
                          </a:cubicBezTo>
                          <a:cubicBezTo>
                            <a:pt x="10921" y="2260"/>
                            <a:pt x="9778" y="8927"/>
                            <a:pt x="7206" y="15499"/>
                          </a:cubicBezTo>
                          <a:cubicBezTo>
                            <a:pt x="4634" y="21976"/>
                            <a:pt x="1586" y="25786"/>
                            <a:pt x="443" y="2407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3" name="Forme libre : forme 14262">
                      <a:extLst>
                        <a:ext uri="{FF2B5EF4-FFF2-40B4-BE49-F238E27FC236}">
                          <a16:creationId xmlns:a16="http://schemas.microsoft.com/office/drawing/2014/main" id="{67885425-33E9-4546-AB19-41E85E6FE0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5056" y="4435680"/>
                      <a:ext cx="3072" cy="6987"/>
                    </a:xfrm>
                    <a:custGeom>
                      <a:avLst/>
                      <a:gdLst>
                        <a:gd name="connsiteX0" fmla="*/ 713 w 3072"/>
                        <a:gd name="connsiteY0" fmla="*/ 6970 h 6987"/>
                        <a:gd name="connsiteX1" fmla="*/ 236 w 3072"/>
                        <a:gd name="connsiteY1" fmla="*/ 3160 h 6987"/>
                        <a:gd name="connsiteX2" fmla="*/ 2427 w 3072"/>
                        <a:gd name="connsiteY2" fmla="*/ 17 h 6987"/>
                        <a:gd name="connsiteX3" fmla="*/ 2808 w 3072"/>
                        <a:gd name="connsiteY3" fmla="*/ 3827 h 6987"/>
                        <a:gd name="connsiteX4" fmla="*/ 713 w 3072"/>
                        <a:gd name="connsiteY4" fmla="*/ 6970 h 6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72" h="6987">
                          <a:moveTo>
                            <a:pt x="713" y="6970"/>
                          </a:moveTo>
                          <a:cubicBezTo>
                            <a:pt x="46" y="6780"/>
                            <a:pt x="-240" y="5065"/>
                            <a:pt x="236" y="3160"/>
                          </a:cubicBezTo>
                          <a:cubicBezTo>
                            <a:pt x="713" y="1255"/>
                            <a:pt x="1665" y="-173"/>
                            <a:pt x="2427" y="17"/>
                          </a:cubicBezTo>
                          <a:cubicBezTo>
                            <a:pt x="3094" y="207"/>
                            <a:pt x="3284" y="1922"/>
                            <a:pt x="2808" y="3827"/>
                          </a:cubicBezTo>
                          <a:cubicBezTo>
                            <a:pt x="2332" y="5732"/>
                            <a:pt x="1379" y="7161"/>
                            <a:pt x="713" y="697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4" name="Forme libre : forme 14263">
                      <a:extLst>
                        <a:ext uri="{FF2B5EF4-FFF2-40B4-BE49-F238E27FC236}">
                          <a16:creationId xmlns:a16="http://schemas.microsoft.com/office/drawing/2014/main" id="{AF596EB4-DFC3-446B-8058-BA87955D5C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4749" y="4417898"/>
                      <a:ext cx="34412" cy="55315"/>
                    </a:xfrm>
                    <a:custGeom>
                      <a:avLst/>
                      <a:gdLst>
                        <a:gd name="connsiteX0" fmla="*/ 14735 w 34412"/>
                        <a:gd name="connsiteY0" fmla="*/ 52279 h 55315"/>
                        <a:gd name="connsiteX1" fmla="*/ 2447 w 34412"/>
                        <a:gd name="connsiteY1" fmla="*/ 54660 h 55315"/>
                        <a:gd name="connsiteX2" fmla="*/ 161 w 34412"/>
                        <a:gd name="connsiteY2" fmla="*/ 48945 h 55315"/>
                        <a:gd name="connsiteX3" fmla="*/ 4162 w 34412"/>
                        <a:gd name="connsiteY3" fmla="*/ 41897 h 55315"/>
                        <a:gd name="connsiteX4" fmla="*/ 18164 w 34412"/>
                        <a:gd name="connsiteY4" fmla="*/ 29038 h 55315"/>
                        <a:gd name="connsiteX5" fmla="*/ 34070 w 34412"/>
                        <a:gd name="connsiteY5" fmla="*/ 1035 h 55315"/>
                        <a:gd name="connsiteX6" fmla="*/ 24831 w 34412"/>
                        <a:gd name="connsiteY6" fmla="*/ 38754 h 55315"/>
                        <a:gd name="connsiteX7" fmla="*/ 14735 w 34412"/>
                        <a:gd name="connsiteY7" fmla="*/ 52279 h 55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4412" h="55315">
                          <a:moveTo>
                            <a:pt x="14735" y="52279"/>
                          </a:moveTo>
                          <a:cubicBezTo>
                            <a:pt x="10353" y="55708"/>
                            <a:pt x="6258" y="55803"/>
                            <a:pt x="2447" y="54660"/>
                          </a:cubicBezTo>
                          <a:cubicBezTo>
                            <a:pt x="1019" y="54279"/>
                            <a:pt x="-505" y="52755"/>
                            <a:pt x="161" y="48945"/>
                          </a:cubicBezTo>
                          <a:cubicBezTo>
                            <a:pt x="733" y="45517"/>
                            <a:pt x="2638" y="43135"/>
                            <a:pt x="4162" y="41897"/>
                          </a:cubicBezTo>
                          <a:cubicBezTo>
                            <a:pt x="8829" y="38182"/>
                            <a:pt x="13592" y="36658"/>
                            <a:pt x="18164" y="29038"/>
                          </a:cubicBezTo>
                          <a:cubicBezTo>
                            <a:pt x="20926" y="24276"/>
                            <a:pt x="31975" y="-5918"/>
                            <a:pt x="34070" y="1035"/>
                          </a:cubicBezTo>
                          <a:cubicBezTo>
                            <a:pt x="36166" y="7893"/>
                            <a:pt x="28070" y="31705"/>
                            <a:pt x="24831" y="38754"/>
                          </a:cubicBezTo>
                          <a:cubicBezTo>
                            <a:pt x="21688" y="45135"/>
                            <a:pt x="18068" y="49708"/>
                            <a:pt x="14735" y="5227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61" name="Graphique 1">
                    <a:extLst>
                      <a:ext uri="{FF2B5EF4-FFF2-40B4-BE49-F238E27FC236}">
                        <a16:creationId xmlns:a16="http://schemas.microsoft.com/office/drawing/2014/main" id="{8ED0863C-8E9B-49EC-A07A-F5942FBD515C}"/>
                      </a:ext>
                    </a:extLst>
                  </p:cNvPr>
                  <p:cNvGrpSpPr/>
                  <p:nvPr/>
                </p:nvGrpSpPr>
                <p:grpSpPr>
                  <a:xfrm>
                    <a:off x="3400700" y="4481834"/>
                    <a:ext cx="59688" cy="151253"/>
                    <a:chOff x="3400700" y="4481834"/>
                    <a:chExt cx="59688" cy="151253"/>
                  </a:xfrm>
                  <a:solidFill>
                    <a:schemeClr val="accent1"/>
                  </a:solidFill>
                </p:grpSpPr>
                <p:sp>
                  <p:nvSpPr>
                    <p:cNvPr id="14241" name="Forme libre : forme 14240">
                      <a:extLst>
                        <a:ext uri="{FF2B5EF4-FFF2-40B4-BE49-F238E27FC236}">
                          <a16:creationId xmlns:a16="http://schemas.microsoft.com/office/drawing/2014/main" id="{D20E06E3-984E-4851-85C9-93CCB3960F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0811" y="4481834"/>
                      <a:ext cx="59578" cy="151253"/>
                    </a:xfrm>
                    <a:custGeom>
                      <a:avLst/>
                      <a:gdLst>
                        <a:gd name="connsiteX0" fmla="*/ 1237 w 59578"/>
                        <a:gd name="connsiteY0" fmla="*/ 99881 h 151253"/>
                        <a:gd name="connsiteX1" fmla="*/ 10476 w 59578"/>
                        <a:gd name="connsiteY1" fmla="*/ 43779 h 151253"/>
                        <a:gd name="connsiteX2" fmla="*/ 36956 w 59578"/>
                        <a:gd name="connsiteY2" fmla="*/ 154 h 151253"/>
                        <a:gd name="connsiteX3" fmla="*/ 49910 w 59578"/>
                        <a:gd name="connsiteY3" fmla="*/ 3012 h 151253"/>
                        <a:gd name="connsiteX4" fmla="*/ 57244 w 59578"/>
                        <a:gd name="connsiteY4" fmla="*/ 52637 h 151253"/>
                        <a:gd name="connsiteX5" fmla="*/ 47719 w 59578"/>
                        <a:gd name="connsiteY5" fmla="*/ 106834 h 151253"/>
                        <a:gd name="connsiteX6" fmla="*/ 24859 w 59578"/>
                        <a:gd name="connsiteY6" fmla="*/ 151221 h 151253"/>
                        <a:gd name="connsiteX7" fmla="*/ 12191 w 59578"/>
                        <a:gd name="connsiteY7" fmla="*/ 149887 h 151253"/>
                        <a:gd name="connsiteX8" fmla="*/ 1904 w 59578"/>
                        <a:gd name="connsiteY8" fmla="*/ 134457 h 151253"/>
                        <a:gd name="connsiteX9" fmla="*/ 1237 w 59578"/>
                        <a:gd name="connsiteY9" fmla="*/ 99881 h 151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578" h="151253">
                          <a:moveTo>
                            <a:pt x="1237" y="99881"/>
                          </a:moveTo>
                          <a:cubicBezTo>
                            <a:pt x="3999" y="81117"/>
                            <a:pt x="7048" y="62352"/>
                            <a:pt x="10476" y="43779"/>
                          </a:cubicBezTo>
                          <a:cubicBezTo>
                            <a:pt x="15239" y="17585"/>
                            <a:pt x="27526" y="-1941"/>
                            <a:pt x="36956" y="154"/>
                          </a:cubicBezTo>
                          <a:lnTo>
                            <a:pt x="49910" y="3012"/>
                          </a:lnTo>
                          <a:cubicBezTo>
                            <a:pt x="59244" y="5107"/>
                            <a:pt x="62102" y="27396"/>
                            <a:pt x="57244" y="52637"/>
                          </a:cubicBezTo>
                          <a:cubicBezTo>
                            <a:pt x="53625" y="70639"/>
                            <a:pt x="50482" y="88737"/>
                            <a:pt x="47719" y="106834"/>
                          </a:cubicBezTo>
                          <a:cubicBezTo>
                            <a:pt x="43719" y="132171"/>
                            <a:pt x="34003" y="152173"/>
                            <a:pt x="24859" y="151221"/>
                          </a:cubicBezTo>
                          <a:lnTo>
                            <a:pt x="12191" y="149887"/>
                          </a:lnTo>
                          <a:cubicBezTo>
                            <a:pt x="7619" y="149411"/>
                            <a:pt x="3999" y="143601"/>
                            <a:pt x="1904" y="134457"/>
                          </a:cubicBezTo>
                          <a:cubicBezTo>
                            <a:pt x="-192" y="125408"/>
                            <a:pt x="-763" y="113025"/>
                            <a:pt x="1237" y="9988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2" name="Forme libre : forme 14241">
                      <a:extLst>
                        <a:ext uri="{FF2B5EF4-FFF2-40B4-BE49-F238E27FC236}">
                          <a16:creationId xmlns:a16="http://schemas.microsoft.com/office/drawing/2014/main" id="{0DE40497-5772-4A94-8B4D-6928FD1EC1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0700" y="4481834"/>
                      <a:ext cx="42591" cy="149887"/>
                    </a:xfrm>
                    <a:custGeom>
                      <a:avLst/>
                      <a:gdLst>
                        <a:gd name="connsiteX0" fmla="*/ 24113 w 42591"/>
                        <a:gd name="connsiteY0" fmla="*/ 56447 h 149887"/>
                        <a:gd name="connsiteX1" fmla="*/ 42591 w 42591"/>
                        <a:gd name="connsiteY1" fmla="*/ 1392 h 149887"/>
                        <a:gd name="connsiteX2" fmla="*/ 36971 w 42591"/>
                        <a:gd name="connsiteY2" fmla="*/ 154 h 149887"/>
                        <a:gd name="connsiteX3" fmla="*/ 10492 w 42591"/>
                        <a:gd name="connsiteY3" fmla="*/ 43779 h 149887"/>
                        <a:gd name="connsiteX4" fmla="*/ 1252 w 42591"/>
                        <a:gd name="connsiteY4" fmla="*/ 99881 h 149887"/>
                        <a:gd name="connsiteX5" fmla="*/ 1729 w 42591"/>
                        <a:gd name="connsiteY5" fmla="*/ 134457 h 149887"/>
                        <a:gd name="connsiteX6" fmla="*/ 12016 w 42591"/>
                        <a:gd name="connsiteY6" fmla="*/ 149887 h 149887"/>
                        <a:gd name="connsiteX7" fmla="*/ 12397 w 42591"/>
                        <a:gd name="connsiteY7" fmla="*/ 149887 h 149887"/>
                        <a:gd name="connsiteX8" fmla="*/ 18112 w 42591"/>
                        <a:gd name="connsiteY8" fmla="*/ 102929 h 149887"/>
                        <a:gd name="connsiteX9" fmla="*/ 24113 w 42591"/>
                        <a:gd name="connsiteY9" fmla="*/ 56447 h 149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2591" h="149887">
                          <a:moveTo>
                            <a:pt x="24113" y="56447"/>
                          </a:moveTo>
                          <a:cubicBezTo>
                            <a:pt x="26113" y="34063"/>
                            <a:pt x="33352" y="11965"/>
                            <a:pt x="42591" y="1392"/>
                          </a:cubicBezTo>
                          <a:lnTo>
                            <a:pt x="36971" y="154"/>
                          </a:lnTo>
                          <a:cubicBezTo>
                            <a:pt x="27637" y="-1941"/>
                            <a:pt x="15349" y="17585"/>
                            <a:pt x="10492" y="43779"/>
                          </a:cubicBezTo>
                          <a:cubicBezTo>
                            <a:pt x="6967" y="62352"/>
                            <a:pt x="3920" y="81117"/>
                            <a:pt x="1252" y="99881"/>
                          </a:cubicBezTo>
                          <a:cubicBezTo>
                            <a:pt x="-748" y="113025"/>
                            <a:pt x="-176" y="125408"/>
                            <a:pt x="1729" y="134457"/>
                          </a:cubicBezTo>
                          <a:cubicBezTo>
                            <a:pt x="3824" y="143505"/>
                            <a:pt x="7444" y="149411"/>
                            <a:pt x="12016" y="149887"/>
                          </a:cubicBezTo>
                          <a:lnTo>
                            <a:pt x="12397" y="149887"/>
                          </a:lnTo>
                          <a:cubicBezTo>
                            <a:pt x="13635" y="133885"/>
                            <a:pt x="15921" y="118359"/>
                            <a:pt x="18112" y="102929"/>
                          </a:cubicBezTo>
                          <a:cubicBezTo>
                            <a:pt x="20493" y="87498"/>
                            <a:pt x="22779" y="72163"/>
                            <a:pt x="24113" y="5644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3" name="Forme libre : forme 14242">
                      <a:extLst>
                        <a:ext uri="{FF2B5EF4-FFF2-40B4-BE49-F238E27FC236}">
                          <a16:creationId xmlns:a16="http://schemas.microsoft.com/office/drawing/2014/main" id="{4B15894B-7112-41ED-8C0C-0FC40DEF44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6695" y="4533284"/>
                      <a:ext cx="20739" cy="68068"/>
                    </a:xfrm>
                    <a:custGeom>
                      <a:avLst/>
                      <a:gdLst>
                        <a:gd name="connsiteX0" fmla="*/ 5165 w 20739"/>
                        <a:gd name="connsiteY0" fmla="*/ 68053 h 68068"/>
                        <a:gd name="connsiteX1" fmla="*/ 1450 w 20739"/>
                        <a:gd name="connsiteY1" fmla="*/ 32524 h 68068"/>
                        <a:gd name="connsiteX2" fmla="*/ 16214 w 20739"/>
                        <a:gd name="connsiteY2" fmla="*/ 44 h 68068"/>
                        <a:gd name="connsiteX3" fmla="*/ 18976 w 20739"/>
                        <a:gd name="connsiteY3" fmla="*/ 35382 h 68068"/>
                        <a:gd name="connsiteX4" fmla="*/ 5165 w 20739"/>
                        <a:gd name="connsiteY4" fmla="*/ 68053 h 680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739" h="68068">
                          <a:moveTo>
                            <a:pt x="5165" y="68053"/>
                          </a:moveTo>
                          <a:cubicBezTo>
                            <a:pt x="212" y="67386"/>
                            <a:pt x="-1503" y="51479"/>
                            <a:pt x="1450" y="32524"/>
                          </a:cubicBezTo>
                          <a:cubicBezTo>
                            <a:pt x="4593" y="13665"/>
                            <a:pt x="11261" y="-908"/>
                            <a:pt x="16214" y="44"/>
                          </a:cubicBezTo>
                          <a:cubicBezTo>
                            <a:pt x="20976" y="997"/>
                            <a:pt x="22119" y="16808"/>
                            <a:pt x="18976" y="35382"/>
                          </a:cubicBezTo>
                          <a:cubicBezTo>
                            <a:pt x="15928" y="54051"/>
                            <a:pt x="9927" y="68624"/>
                            <a:pt x="5165" y="68053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4" name="Forme libre : forme 14243">
                      <a:extLst>
                        <a:ext uri="{FF2B5EF4-FFF2-40B4-BE49-F238E27FC236}">
                          <a16:creationId xmlns:a16="http://schemas.microsoft.com/office/drawing/2014/main" id="{8F2B342E-C5DD-4202-A365-B2E5836ECA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6717" y="4533284"/>
                      <a:ext cx="20764" cy="48050"/>
                    </a:xfrm>
                    <a:custGeom>
                      <a:avLst/>
                      <a:gdLst>
                        <a:gd name="connsiteX0" fmla="*/ 20764 w 20764"/>
                        <a:gd name="connsiteY0" fmla="*/ 16237 h 48050"/>
                        <a:gd name="connsiteX1" fmla="*/ 16192 w 20764"/>
                        <a:gd name="connsiteY1" fmla="*/ 44 h 48050"/>
                        <a:gd name="connsiteX2" fmla="*/ 1429 w 20764"/>
                        <a:gd name="connsiteY2" fmla="*/ 32525 h 48050"/>
                        <a:gd name="connsiteX3" fmla="*/ 0 w 20764"/>
                        <a:gd name="connsiteY3" fmla="*/ 48051 h 48050"/>
                        <a:gd name="connsiteX4" fmla="*/ 1905 w 20764"/>
                        <a:gd name="connsiteY4" fmla="*/ 39668 h 48050"/>
                        <a:gd name="connsiteX5" fmla="*/ 20764 w 20764"/>
                        <a:gd name="connsiteY5" fmla="*/ 16237 h 48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764" h="48050">
                          <a:moveTo>
                            <a:pt x="20764" y="16237"/>
                          </a:moveTo>
                          <a:cubicBezTo>
                            <a:pt x="20669" y="6998"/>
                            <a:pt x="19240" y="616"/>
                            <a:pt x="16192" y="44"/>
                          </a:cubicBezTo>
                          <a:cubicBezTo>
                            <a:pt x="11239" y="-908"/>
                            <a:pt x="4572" y="13570"/>
                            <a:pt x="1429" y="32525"/>
                          </a:cubicBezTo>
                          <a:cubicBezTo>
                            <a:pt x="571" y="38049"/>
                            <a:pt x="95" y="43383"/>
                            <a:pt x="0" y="48051"/>
                          </a:cubicBezTo>
                          <a:cubicBezTo>
                            <a:pt x="476" y="45193"/>
                            <a:pt x="1048" y="42335"/>
                            <a:pt x="1905" y="39668"/>
                          </a:cubicBezTo>
                          <a:cubicBezTo>
                            <a:pt x="6858" y="24905"/>
                            <a:pt x="15049" y="14046"/>
                            <a:pt x="20764" y="16237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5" name="Forme libre : forme 14244">
                      <a:extLst>
                        <a:ext uri="{FF2B5EF4-FFF2-40B4-BE49-F238E27FC236}">
                          <a16:creationId xmlns:a16="http://schemas.microsoft.com/office/drawing/2014/main" id="{CC619C17-E5F8-4309-80C1-9FEAA6D40F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4264" y="4536332"/>
                      <a:ext cx="20712" cy="68169"/>
                    </a:xfrm>
                    <a:custGeom>
                      <a:avLst/>
                      <a:gdLst>
                        <a:gd name="connsiteX0" fmla="*/ 5215 w 20712"/>
                        <a:gd name="connsiteY0" fmla="*/ 68148 h 68169"/>
                        <a:gd name="connsiteX1" fmla="*/ 1405 w 20712"/>
                        <a:gd name="connsiteY1" fmla="*/ 32619 h 68169"/>
                        <a:gd name="connsiteX2" fmla="*/ 16074 w 20712"/>
                        <a:gd name="connsiteY2" fmla="*/ 44 h 68169"/>
                        <a:gd name="connsiteX3" fmla="*/ 19026 w 20712"/>
                        <a:gd name="connsiteY3" fmla="*/ 35382 h 68169"/>
                        <a:gd name="connsiteX4" fmla="*/ 5215 w 20712"/>
                        <a:gd name="connsiteY4" fmla="*/ 68148 h 68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712" h="68169">
                          <a:moveTo>
                            <a:pt x="5215" y="68148"/>
                          </a:moveTo>
                          <a:cubicBezTo>
                            <a:pt x="357" y="67481"/>
                            <a:pt x="-1548" y="51574"/>
                            <a:pt x="1405" y="32619"/>
                          </a:cubicBezTo>
                          <a:cubicBezTo>
                            <a:pt x="4453" y="13665"/>
                            <a:pt x="11121" y="-908"/>
                            <a:pt x="16074" y="44"/>
                          </a:cubicBezTo>
                          <a:cubicBezTo>
                            <a:pt x="20931" y="996"/>
                            <a:pt x="22074" y="16808"/>
                            <a:pt x="19026" y="35382"/>
                          </a:cubicBezTo>
                          <a:cubicBezTo>
                            <a:pt x="15883" y="54146"/>
                            <a:pt x="9978" y="68815"/>
                            <a:pt x="5215" y="6814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6" name="Forme libre : forme 14245">
                      <a:extLst>
                        <a:ext uri="{FF2B5EF4-FFF2-40B4-BE49-F238E27FC236}">
                          <a16:creationId xmlns:a16="http://schemas.microsoft.com/office/drawing/2014/main" id="{C884BC03-4858-4780-8BCA-572069903E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8367" y="4503656"/>
                      <a:ext cx="41929" cy="83868"/>
                    </a:xfrm>
                    <a:custGeom>
                      <a:avLst/>
                      <a:gdLst>
                        <a:gd name="connsiteX0" fmla="*/ 28924 w 41929"/>
                        <a:gd name="connsiteY0" fmla="*/ 811 h 83868"/>
                        <a:gd name="connsiteX1" fmla="*/ 20256 w 41929"/>
                        <a:gd name="connsiteY1" fmla="*/ 1478 h 83868"/>
                        <a:gd name="connsiteX2" fmla="*/ 4826 w 41929"/>
                        <a:gd name="connsiteY2" fmla="*/ 34148 h 83868"/>
                        <a:gd name="connsiteX3" fmla="*/ 63 w 41929"/>
                        <a:gd name="connsiteY3" fmla="*/ 70439 h 83868"/>
                        <a:gd name="connsiteX4" fmla="*/ 6159 w 41929"/>
                        <a:gd name="connsiteY4" fmla="*/ 83202 h 83868"/>
                        <a:gd name="connsiteX5" fmla="*/ 12064 w 41929"/>
                        <a:gd name="connsiteY5" fmla="*/ 71867 h 83868"/>
                        <a:gd name="connsiteX6" fmla="*/ 26543 w 41929"/>
                        <a:gd name="connsiteY6" fmla="*/ 44531 h 83868"/>
                        <a:gd name="connsiteX7" fmla="*/ 41878 w 41929"/>
                        <a:gd name="connsiteY7" fmla="*/ 12717 h 83868"/>
                        <a:gd name="connsiteX8" fmla="*/ 28924 w 41929"/>
                        <a:gd name="connsiteY8" fmla="*/ 811 h 83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929" h="83868">
                          <a:moveTo>
                            <a:pt x="28924" y="811"/>
                          </a:moveTo>
                          <a:cubicBezTo>
                            <a:pt x="26161" y="49"/>
                            <a:pt x="23399" y="-809"/>
                            <a:pt x="20256" y="1478"/>
                          </a:cubicBezTo>
                          <a:cubicBezTo>
                            <a:pt x="14160" y="5669"/>
                            <a:pt x="8635" y="19861"/>
                            <a:pt x="4826" y="34148"/>
                          </a:cubicBezTo>
                          <a:cubicBezTo>
                            <a:pt x="1873" y="46055"/>
                            <a:pt x="-413" y="59199"/>
                            <a:pt x="63" y="70439"/>
                          </a:cubicBezTo>
                          <a:cubicBezTo>
                            <a:pt x="349" y="78821"/>
                            <a:pt x="2635" y="86155"/>
                            <a:pt x="6159" y="83202"/>
                          </a:cubicBezTo>
                          <a:cubicBezTo>
                            <a:pt x="8350" y="81392"/>
                            <a:pt x="10255" y="76344"/>
                            <a:pt x="12064" y="71867"/>
                          </a:cubicBezTo>
                          <a:cubicBezTo>
                            <a:pt x="16255" y="61199"/>
                            <a:pt x="21494" y="51960"/>
                            <a:pt x="26543" y="44531"/>
                          </a:cubicBezTo>
                          <a:cubicBezTo>
                            <a:pt x="30924" y="38149"/>
                            <a:pt x="41211" y="27100"/>
                            <a:pt x="41878" y="12717"/>
                          </a:cubicBezTo>
                          <a:cubicBezTo>
                            <a:pt x="42735" y="-427"/>
                            <a:pt x="32734" y="1858"/>
                            <a:pt x="28924" y="81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7" name="Forme libre : forme 14246">
                      <a:extLst>
                        <a:ext uri="{FF2B5EF4-FFF2-40B4-BE49-F238E27FC236}">
                          <a16:creationId xmlns:a16="http://schemas.microsoft.com/office/drawing/2014/main" id="{5D6CA198-A4F2-414D-9507-CAF87A8446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9005" y="4519985"/>
                      <a:ext cx="7104" cy="28573"/>
                    </a:xfrm>
                    <a:custGeom>
                      <a:avLst/>
                      <a:gdLst>
                        <a:gd name="connsiteX0" fmla="*/ 5048 w 7104"/>
                        <a:gd name="connsiteY0" fmla="*/ 2008 h 28573"/>
                        <a:gd name="connsiteX1" fmla="*/ 3429 w 7104"/>
                        <a:gd name="connsiteY1" fmla="*/ 8 h 28573"/>
                        <a:gd name="connsiteX2" fmla="*/ 1334 w 7104"/>
                        <a:gd name="connsiteY2" fmla="*/ 2294 h 28573"/>
                        <a:gd name="connsiteX3" fmla="*/ 476 w 7104"/>
                        <a:gd name="connsiteY3" fmla="*/ 7247 h 28573"/>
                        <a:gd name="connsiteX4" fmla="*/ 0 w 7104"/>
                        <a:gd name="connsiteY4" fmla="*/ 19534 h 28573"/>
                        <a:gd name="connsiteX5" fmla="*/ 286 w 7104"/>
                        <a:gd name="connsiteY5" fmla="*/ 24106 h 28573"/>
                        <a:gd name="connsiteX6" fmla="*/ 6668 w 7104"/>
                        <a:gd name="connsiteY6" fmla="*/ 21534 h 28573"/>
                        <a:gd name="connsiteX7" fmla="*/ 5048 w 7104"/>
                        <a:gd name="connsiteY7" fmla="*/ 2008 h 28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104" h="28573">
                          <a:moveTo>
                            <a:pt x="5048" y="2008"/>
                          </a:moveTo>
                          <a:cubicBezTo>
                            <a:pt x="4667" y="1056"/>
                            <a:pt x="4096" y="103"/>
                            <a:pt x="3429" y="8"/>
                          </a:cubicBezTo>
                          <a:cubicBezTo>
                            <a:pt x="2762" y="-87"/>
                            <a:pt x="1905" y="674"/>
                            <a:pt x="1334" y="2294"/>
                          </a:cubicBezTo>
                          <a:cubicBezTo>
                            <a:pt x="762" y="3818"/>
                            <a:pt x="571" y="5628"/>
                            <a:pt x="476" y="7247"/>
                          </a:cubicBezTo>
                          <a:cubicBezTo>
                            <a:pt x="95" y="11438"/>
                            <a:pt x="0" y="15629"/>
                            <a:pt x="0" y="19534"/>
                          </a:cubicBezTo>
                          <a:cubicBezTo>
                            <a:pt x="0" y="21153"/>
                            <a:pt x="95" y="22773"/>
                            <a:pt x="286" y="24106"/>
                          </a:cubicBezTo>
                          <a:cubicBezTo>
                            <a:pt x="1429" y="29536"/>
                            <a:pt x="5334" y="31440"/>
                            <a:pt x="6668" y="21534"/>
                          </a:cubicBezTo>
                          <a:cubicBezTo>
                            <a:pt x="7715" y="13819"/>
                            <a:pt x="6763" y="6009"/>
                            <a:pt x="5048" y="200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8" name="Forme libre : forme 14247">
                      <a:extLst>
                        <a:ext uri="{FF2B5EF4-FFF2-40B4-BE49-F238E27FC236}">
                          <a16:creationId xmlns:a16="http://schemas.microsoft.com/office/drawing/2014/main" id="{9F34C538-3365-4585-81DA-0E5F051895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615" y="4582953"/>
                      <a:ext cx="12577" cy="44291"/>
                    </a:xfrm>
                    <a:custGeom>
                      <a:avLst/>
                      <a:gdLst>
                        <a:gd name="connsiteX0" fmla="*/ 12578 w 12577"/>
                        <a:gd name="connsiteY0" fmla="*/ 44291 h 44291"/>
                        <a:gd name="connsiteX1" fmla="*/ 5815 w 12577"/>
                        <a:gd name="connsiteY1" fmla="*/ 38957 h 44291"/>
                        <a:gd name="connsiteX2" fmla="*/ 1434 w 12577"/>
                        <a:gd name="connsiteY2" fmla="*/ 25813 h 44291"/>
                        <a:gd name="connsiteX3" fmla="*/ 196 w 12577"/>
                        <a:gd name="connsiteY3" fmla="*/ 0 h 44291"/>
                        <a:gd name="connsiteX4" fmla="*/ 1529 w 12577"/>
                        <a:gd name="connsiteY4" fmla="*/ 18574 h 44291"/>
                        <a:gd name="connsiteX5" fmla="*/ 12578 w 12577"/>
                        <a:gd name="connsiteY5" fmla="*/ 44291 h 44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577" h="44291">
                          <a:moveTo>
                            <a:pt x="12578" y="44291"/>
                          </a:moveTo>
                          <a:cubicBezTo>
                            <a:pt x="12578" y="44291"/>
                            <a:pt x="9149" y="44387"/>
                            <a:pt x="5815" y="38957"/>
                          </a:cubicBezTo>
                          <a:cubicBezTo>
                            <a:pt x="4101" y="36195"/>
                            <a:pt x="2481" y="32099"/>
                            <a:pt x="1434" y="25813"/>
                          </a:cubicBezTo>
                          <a:cubicBezTo>
                            <a:pt x="386" y="19526"/>
                            <a:pt x="-376" y="11144"/>
                            <a:pt x="196" y="0"/>
                          </a:cubicBezTo>
                          <a:cubicBezTo>
                            <a:pt x="196" y="0"/>
                            <a:pt x="-90" y="8668"/>
                            <a:pt x="1529" y="18574"/>
                          </a:cubicBezTo>
                          <a:cubicBezTo>
                            <a:pt x="2958" y="28385"/>
                            <a:pt x="6196" y="39434"/>
                            <a:pt x="12578" y="442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9" name="Forme libre : forme 14248">
                      <a:extLst>
                        <a:ext uri="{FF2B5EF4-FFF2-40B4-BE49-F238E27FC236}">
                          <a16:creationId xmlns:a16="http://schemas.microsoft.com/office/drawing/2014/main" id="{36A42B25-C1D9-4139-8E27-4C0849001C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8625" y="4487132"/>
                      <a:ext cx="9337" cy="49815"/>
                    </a:xfrm>
                    <a:custGeom>
                      <a:avLst/>
                      <a:gdLst>
                        <a:gd name="connsiteX0" fmla="*/ 7429 w 9337"/>
                        <a:gd name="connsiteY0" fmla="*/ 49816 h 49815"/>
                        <a:gd name="connsiteX1" fmla="*/ 9334 w 9337"/>
                        <a:gd name="connsiteY1" fmla="*/ 28004 h 49815"/>
                        <a:gd name="connsiteX2" fmla="*/ 0 w 9337"/>
                        <a:gd name="connsiteY2" fmla="*/ 0 h 49815"/>
                        <a:gd name="connsiteX3" fmla="*/ 5524 w 9337"/>
                        <a:gd name="connsiteY3" fmla="*/ 10573 h 49815"/>
                        <a:gd name="connsiteX4" fmla="*/ 7429 w 9337"/>
                        <a:gd name="connsiteY4" fmla="*/ 49816 h 4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37" h="49815">
                          <a:moveTo>
                            <a:pt x="7429" y="49816"/>
                          </a:moveTo>
                          <a:cubicBezTo>
                            <a:pt x="7429" y="49816"/>
                            <a:pt x="9239" y="39434"/>
                            <a:pt x="9334" y="28004"/>
                          </a:cubicBezTo>
                          <a:cubicBezTo>
                            <a:pt x="9430" y="16573"/>
                            <a:pt x="7620" y="4096"/>
                            <a:pt x="0" y="0"/>
                          </a:cubicBezTo>
                          <a:cubicBezTo>
                            <a:pt x="0" y="0"/>
                            <a:pt x="3048" y="2953"/>
                            <a:pt x="5524" y="10573"/>
                          </a:cubicBezTo>
                          <a:cubicBezTo>
                            <a:pt x="8096" y="18383"/>
                            <a:pt x="9715" y="30766"/>
                            <a:pt x="7429" y="498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0" name="Forme libre : forme 14249">
                      <a:extLst>
                        <a:ext uri="{FF2B5EF4-FFF2-40B4-BE49-F238E27FC236}">
                          <a16:creationId xmlns:a16="http://schemas.microsoft.com/office/drawing/2014/main" id="{A1CF857B-B995-45C1-B0E7-7F331C84E4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557" y="4562180"/>
                      <a:ext cx="8266" cy="25127"/>
                    </a:xfrm>
                    <a:custGeom>
                      <a:avLst/>
                      <a:gdLst>
                        <a:gd name="connsiteX0" fmla="*/ 685 w 8266"/>
                        <a:gd name="connsiteY0" fmla="*/ 24774 h 25127"/>
                        <a:gd name="connsiteX1" fmla="*/ 1828 w 8266"/>
                        <a:gd name="connsiteY1" fmla="*/ 9534 h 25127"/>
                        <a:gd name="connsiteX2" fmla="*/ 7638 w 8266"/>
                        <a:gd name="connsiteY2" fmla="*/ 390 h 25127"/>
                        <a:gd name="connsiteX3" fmla="*/ 6305 w 8266"/>
                        <a:gd name="connsiteY3" fmla="*/ 15535 h 25127"/>
                        <a:gd name="connsiteX4" fmla="*/ 685 w 8266"/>
                        <a:gd name="connsiteY4" fmla="*/ 24774 h 25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66" h="25127">
                          <a:moveTo>
                            <a:pt x="685" y="24774"/>
                          </a:moveTo>
                          <a:cubicBezTo>
                            <a:pt x="-553" y="23155"/>
                            <a:pt x="-77" y="16297"/>
                            <a:pt x="1828" y="9534"/>
                          </a:cubicBezTo>
                          <a:cubicBezTo>
                            <a:pt x="3733" y="2772"/>
                            <a:pt x="6495" y="-1324"/>
                            <a:pt x="7638" y="390"/>
                          </a:cubicBezTo>
                          <a:cubicBezTo>
                            <a:pt x="8876" y="2009"/>
                            <a:pt x="8210" y="8867"/>
                            <a:pt x="6305" y="15535"/>
                          </a:cubicBezTo>
                          <a:cubicBezTo>
                            <a:pt x="4495" y="22298"/>
                            <a:pt x="1923" y="26393"/>
                            <a:pt x="685" y="2477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1" name="Forme libre : forme 14250">
                      <a:extLst>
                        <a:ext uri="{FF2B5EF4-FFF2-40B4-BE49-F238E27FC236}">
                          <a16:creationId xmlns:a16="http://schemas.microsoft.com/office/drawing/2014/main" id="{0DC30AE8-6A93-458A-A696-936C0CB6A8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574" y="4583616"/>
                      <a:ext cx="2763" cy="7057"/>
                    </a:xfrm>
                    <a:custGeom>
                      <a:avLst/>
                      <a:gdLst>
                        <a:gd name="connsiteX0" fmla="*/ 858 w 2763"/>
                        <a:gd name="connsiteY0" fmla="*/ 7053 h 7057"/>
                        <a:gd name="connsiteX1" fmla="*/ 96 w 2763"/>
                        <a:gd name="connsiteY1" fmla="*/ 3338 h 7057"/>
                        <a:gd name="connsiteX2" fmla="*/ 1906 w 2763"/>
                        <a:gd name="connsiteY2" fmla="*/ 4 h 7057"/>
                        <a:gd name="connsiteX3" fmla="*/ 2668 w 2763"/>
                        <a:gd name="connsiteY3" fmla="*/ 3719 h 7057"/>
                        <a:gd name="connsiteX4" fmla="*/ 858 w 2763"/>
                        <a:gd name="connsiteY4" fmla="*/ 7053 h 70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63" h="7057">
                          <a:moveTo>
                            <a:pt x="858" y="7053"/>
                          </a:moveTo>
                          <a:cubicBezTo>
                            <a:pt x="191" y="6958"/>
                            <a:pt x="-190" y="5338"/>
                            <a:pt x="96" y="3338"/>
                          </a:cubicBezTo>
                          <a:cubicBezTo>
                            <a:pt x="382" y="1433"/>
                            <a:pt x="1239" y="-91"/>
                            <a:pt x="1906" y="4"/>
                          </a:cubicBezTo>
                          <a:cubicBezTo>
                            <a:pt x="2572" y="100"/>
                            <a:pt x="2953" y="1719"/>
                            <a:pt x="2668" y="3719"/>
                          </a:cubicBezTo>
                          <a:cubicBezTo>
                            <a:pt x="2382" y="5719"/>
                            <a:pt x="1525" y="7148"/>
                            <a:pt x="858" y="70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2" name="Forme libre : forme 14251">
                      <a:extLst>
                        <a:ext uri="{FF2B5EF4-FFF2-40B4-BE49-F238E27FC236}">
                          <a16:creationId xmlns:a16="http://schemas.microsoft.com/office/drawing/2014/main" id="{AF022339-2D99-4185-88BF-3FB28BF4E9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8209" y="4563922"/>
                      <a:ext cx="28929" cy="57561"/>
                    </a:xfrm>
                    <a:custGeom>
                      <a:avLst/>
                      <a:gdLst>
                        <a:gd name="connsiteX0" fmla="*/ 14319 w 28929"/>
                        <a:gd name="connsiteY0" fmla="*/ 53607 h 57561"/>
                        <a:gd name="connsiteX1" fmla="*/ 2794 w 28929"/>
                        <a:gd name="connsiteY1" fmla="*/ 57322 h 57561"/>
                        <a:gd name="connsiteX2" fmla="*/ 32 w 28929"/>
                        <a:gd name="connsiteY2" fmla="*/ 51893 h 57561"/>
                        <a:gd name="connsiteX3" fmla="*/ 3175 w 28929"/>
                        <a:gd name="connsiteY3" fmla="*/ 44463 h 57561"/>
                        <a:gd name="connsiteX4" fmla="*/ 15367 w 28929"/>
                        <a:gd name="connsiteY4" fmla="*/ 30271 h 57561"/>
                        <a:gd name="connsiteX5" fmla="*/ 28321 w 28929"/>
                        <a:gd name="connsiteY5" fmla="*/ 934 h 57561"/>
                        <a:gd name="connsiteX6" fmla="*/ 22606 w 28929"/>
                        <a:gd name="connsiteY6" fmla="*/ 39129 h 57561"/>
                        <a:gd name="connsiteX7" fmla="*/ 14319 w 28929"/>
                        <a:gd name="connsiteY7" fmla="*/ 53607 h 5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929" h="57561">
                          <a:moveTo>
                            <a:pt x="14319" y="53607"/>
                          </a:moveTo>
                          <a:cubicBezTo>
                            <a:pt x="10414" y="57417"/>
                            <a:pt x="6508" y="57989"/>
                            <a:pt x="2794" y="57322"/>
                          </a:cubicBezTo>
                          <a:cubicBezTo>
                            <a:pt x="1460" y="57036"/>
                            <a:pt x="-254" y="55703"/>
                            <a:pt x="32" y="51893"/>
                          </a:cubicBezTo>
                          <a:cubicBezTo>
                            <a:pt x="317" y="48368"/>
                            <a:pt x="1936" y="45892"/>
                            <a:pt x="3175" y="44463"/>
                          </a:cubicBezTo>
                          <a:cubicBezTo>
                            <a:pt x="7270" y="40272"/>
                            <a:pt x="11747" y="38272"/>
                            <a:pt x="15367" y="30271"/>
                          </a:cubicBezTo>
                          <a:cubicBezTo>
                            <a:pt x="17653" y="25318"/>
                            <a:pt x="25749" y="-5734"/>
                            <a:pt x="28321" y="934"/>
                          </a:cubicBezTo>
                          <a:cubicBezTo>
                            <a:pt x="30797" y="7601"/>
                            <a:pt x="25082" y="31890"/>
                            <a:pt x="22606" y="39129"/>
                          </a:cubicBezTo>
                          <a:cubicBezTo>
                            <a:pt x="20415" y="45797"/>
                            <a:pt x="17367" y="50750"/>
                            <a:pt x="14319" y="5360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62" name="Graphique 1">
                    <a:extLst>
                      <a:ext uri="{FF2B5EF4-FFF2-40B4-BE49-F238E27FC236}">
                        <a16:creationId xmlns:a16="http://schemas.microsoft.com/office/drawing/2014/main" id="{E9B7ABF4-8C63-48A8-A22E-0FD8AA70A7D7}"/>
                      </a:ext>
                    </a:extLst>
                  </p:cNvPr>
                  <p:cNvGrpSpPr/>
                  <p:nvPr/>
                </p:nvGrpSpPr>
                <p:grpSpPr>
                  <a:xfrm>
                    <a:off x="3391167" y="4631683"/>
                    <a:ext cx="47253" cy="152183"/>
                    <a:chOff x="3391167" y="4631683"/>
                    <a:chExt cx="47253" cy="152183"/>
                  </a:xfrm>
                  <a:solidFill>
                    <a:schemeClr val="accent1"/>
                  </a:solidFill>
                </p:grpSpPr>
                <p:sp>
                  <p:nvSpPr>
                    <p:cNvPr id="14229" name="Forme libre : forme 14228">
                      <a:extLst>
                        <a:ext uri="{FF2B5EF4-FFF2-40B4-BE49-F238E27FC236}">
                          <a16:creationId xmlns:a16="http://schemas.microsoft.com/office/drawing/2014/main" id="{3AD32961-F8B8-4336-89AF-B531AB2F53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1167" y="4631683"/>
                      <a:ext cx="47253" cy="152087"/>
                    </a:xfrm>
                    <a:custGeom>
                      <a:avLst/>
                      <a:gdLst>
                        <a:gd name="connsiteX0" fmla="*/ 118 w 47253"/>
                        <a:gd name="connsiteY0" fmla="*/ 104432 h 152087"/>
                        <a:gd name="connsiteX1" fmla="*/ 1166 w 47253"/>
                        <a:gd name="connsiteY1" fmla="*/ 46806 h 152087"/>
                        <a:gd name="connsiteX2" fmla="*/ 21645 w 47253"/>
                        <a:gd name="connsiteY2" fmla="*/ 38 h 152087"/>
                        <a:gd name="connsiteX3" fmla="*/ 34313 w 47253"/>
                        <a:gd name="connsiteY3" fmla="*/ 1371 h 152087"/>
                        <a:gd name="connsiteX4" fmla="*/ 46981 w 47253"/>
                        <a:gd name="connsiteY4" fmla="*/ 49378 h 152087"/>
                        <a:gd name="connsiteX5" fmla="*/ 45457 w 47253"/>
                        <a:gd name="connsiteY5" fmla="*/ 103575 h 152087"/>
                        <a:gd name="connsiteX6" fmla="*/ 44600 w 47253"/>
                        <a:gd name="connsiteY6" fmla="*/ 121482 h 152087"/>
                        <a:gd name="connsiteX7" fmla="*/ 41933 w 47253"/>
                        <a:gd name="connsiteY7" fmla="*/ 136245 h 152087"/>
                        <a:gd name="connsiteX8" fmla="*/ 31551 w 47253"/>
                        <a:gd name="connsiteY8" fmla="*/ 150819 h 152087"/>
                        <a:gd name="connsiteX9" fmla="*/ 19263 w 47253"/>
                        <a:gd name="connsiteY9" fmla="*/ 152057 h 152087"/>
                        <a:gd name="connsiteX10" fmla="*/ 6595 w 47253"/>
                        <a:gd name="connsiteY10" fmla="*/ 138817 h 152087"/>
                        <a:gd name="connsiteX11" fmla="*/ 2023 w 47253"/>
                        <a:gd name="connsiteY11" fmla="*/ 123387 h 152087"/>
                        <a:gd name="connsiteX12" fmla="*/ 118 w 47253"/>
                        <a:gd name="connsiteY12" fmla="*/ 104432 h 152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7253" h="152087">
                          <a:moveTo>
                            <a:pt x="118" y="104432"/>
                          </a:moveTo>
                          <a:cubicBezTo>
                            <a:pt x="-168" y="85191"/>
                            <a:pt x="23" y="65951"/>
                            <a:pt x="1166" y="46806"/>
                          </a:cubicBezTo>
                          <a:cubicBezTo>
                            <a:pt x="2499" y="19850"/>
                            <a:pt x="12501" y="-1010"/>
                            <a:pt x="21645" y="38"/>
                          </a:cubicBezTo>
                          <a:lnTo>
                            <a:pt x="34313" y="1371"/>
                          </a:lnTo>
                          <a:cubicBezTo>
                            <a:pt x="43552" y="2419"/>
                            <a:pt x="48505" y="24041"/>
                            <a:pt x="46981" y="49378"/>
                          </a:cubicBezTo>
                          <a:cubicBezTo>
                            <a:pt x="45743" y="67475"/>
                            <a:pt x="45362" y="85572"/>
                            <a:pt x="45457" y="103575"/>
                          </a:cubicBezTo>
                          <a:cubicBezTo>
                            <a:pt x="45647" y="109861"/>
                            <a:pt x="45362" y="115862"/>
                            <a:pt x="44600" y="121482"/>
                          </a:cubicBezTo>
                          <a:cubicBezTo>
                            <a:pt x="43933" y="127006"/>
                            <a:pt x="43171" y="131959"/>
                            <a:pt x="41933" y="136245"/>
                          </a:cubicBezTo>
                          <a:cubicBezTo>
                            <a:pt x="39456" y="144818"/>
                            <a:pt x="36027" y="150438"/>
                            <a:pt x="31551" y="150819"/>
                          </a:cubicBezTo>
                          <a:lnTo>
                            <a:pt x="19263" y="152057"/>
                          </a:lnTo>
                          <a:cubicBezTo>
                            <a:pt x="14787" y="152533"/>
                            <a:pt x="10024" y="147485"/>
                            <a:pt x="6595" y="138817"/>
                          </a:cubicBezTo>
                          <a:cubicBezTo>
                            <a:pt x="4785" y="134531"/>
                            <a:pt x="3166" y="129292"/>
                            <a:pt x="2023" y="123387"/>
                          </a:cubicBezTo>
                          <a:cubicBezTo>
                            <a:pt x="1070" y="117672"/>
                            <a:pt x="309" y="111195"/>
                            <a:pt x="118" y="104432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0" name="Forme libre : forme 14229">
                      <a:extLst>
                        <a:ext uri="{FF2B5EF4-FFF2-40B4-BE49-F238E27FC236}">
                          <a16:creationId xmlns:a16="http://schemas.microsoft.com/office/drawing/2014/main" id="{D9DC29AB-B6A1-4C42-B378-FC32F6B880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1167" y="4631684"/>
                      <a:ext cx="27168" cy="152182"/>
                    </a:xfrm>
                    <a:custGeom>
                      <a:avLst/>
                      <a:gdLst>
                        <a:gd name="connsiteX0" fmla="*/ 15644 w 27168"/>
                        <a:gd name="connsiteY0" fmla="*/ 57664 h 152182"/>
                        <a:gd name="connsiteX1" fmla="*/ 18120 w 27168"/>
                        <a:gd name="connsiteY1" fmla="*/ 24993 h 152182"/>
                        <a:gd name="connsiteX2" fmla="*/ 27169 w 27168"/>
                        <a:gd name="connsiteY2" fmla="*/ 609 h 152182"/>
                        <a:gd name="connsiteX3" fmla="*/ 21645 w 27168"/>
                        <a:gd name="connsiteY3" fmla="*/ 38 h 152182"/>
                        <a:gd name="connsiteX4" fmla="*/ 1166 w 27168"/>
                        <a:gd name="connsiteY4" fmla="*/ 46805 h 152182"/>
                        <a:gd name="connsiteX5" fmla="*/ 118 w 27168"/>
                        <a:gd name="connsiteY5" fmla="*/ 104432 h 152182"/>
                        <a:gd name="connsiteX6" fmla="*/ 2118 w 27168"/>
                        <a:gd name="connsiteY6" fmla="*/ 123482 h 152182"/>
                        <a:gd name="connsiteX7" fmla="*/ 6690 w 27168"/>
                        <a:gd name="connsiteY7" fmla="*/ 138912 h 152182"/>
                        <a:gd name="connsiteX8" fmla="*/ 19359 w 27168"/>
                        <a:gd name="connsiteY8" fmla="*/ 152152 h 152182"/>
                        <a:gd name="connsiteX9" fmla="*/ 19739 w 27168"/>
                        <a:gd name="connsiteY9" fmla="*/ 152152 h 152182"/>
                        <a:gd name="connsiteX10" fmla="*/ 17549 w 27168"/>
                        <a:gd name="connsiteY10" fmla="*/ 128339 h 152182"/>
                        <a:gd name="connsiteX11" fmla="*/ 16692 w 27168"/>
                        <a:gd name="connsiteY11" fmla="*/ 104813 h 152182"/>
                        <a:gd name="connsiteX12" fmla="*/ 15644 w 27168"/>
                        <a:gd name="connsiteY12" fmla="*/ 57664 h 152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7168" h="152182">
                          <a:moveTo>
                            <a:pt x="15644" y="57664"/>
                          </a:moveTo>
                          <a:cubicBezTo>
                            <a:pt x="15358" y="46425"/>
                            <a:pt x="15929" y="34995"/>
                            <a:pt x="18120" y="24993"/>
                          </a:cubicBezTo>
                          <a:cubicBezTo>
                            <a:pt x="20120" y="14992"/>
                            <a:pt x="23169" y="6324"/>
                            <a:pt x="27169" y="609"/>
                          </a:cubicBezTo>
                          <a:lnTo>
                            <a:pt x="21645" y="38"/>
                          </a:lnTo>
                          <a:cubicBezTo>
                            <a:pt x="12501" y="-1010"/>
                            <a:pt x="2499" y="19945"/>
                            <a:pt x="1166" y="46805"/>
                          </a:cubicBezTo>
                          <a:cubicBezTo>
                            <a:pt x="23" y="65951"/>
                            <a:pt x="-168" y="85191"/>
                            <a:pt x="118" y="104432"/>
                          </a:cubicBezTo>
                          <a:cubicBezTo>
                            <a:pt x="404" y="111195"/>
                            <a:pt x="1070" y="117671"/>
                            <a:pt x="2118" y="123482"/>
                          </a:cubicBezTo>
                          <a:cubicBezTo>
                            <a:pt x="3261" y="129292"/>
                            <a:pt x="4880" y="134531"/>
                            <a:pt x="6690" y="138912"/>
                          </a:cubicBezTo>
                          <a:cubicBezTo>
                            <a:pt x="10214" y="147580"/>
                            <a:pt x="14977" y="152628"/>
                            <a:pt x="19359" y="152152"/>
                          </a:cubicBezTo>
                          <a:lnTo>
                            <a:pt x="19739" y="152152"/>
                          </a:lnTo>
                          <a:cubicBezTo>
                            <a:pt x="18501" y="144151"/>
                            <a:pt x="18216" y="136150"/>
                            <a:pt x="17549" y="128339"/>
                          </a:cubicBezTo>
                          <a:cubicBezTo>
                            <a:pt x="17072" y="120434"/>
                            <a:pt x="16977" y="112623"/>
                            <a:pt x="16692" y="104813"/>
                          </a:cubicBezTo>
                          <a:cubicBezTo>
                            <a:pt x="16501" y="89001"/>
                            <a:pt x="16501" y="73476"/>
                            <a:pt x="15644" y="57664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1" name="Forme libre : forme 14230">
                      <a:extLst>
                        <a:ext uri="{FF2B5EF4-FFF2-40B4-BE49-F238E27FC236}">
                          <a16:creationId xmlns:a16="http://schemas.microsoft.com/office/drawing/2014/main" id="{5B3DB087-E837-4756-9953-EDF8BA687D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4227" y="4683435"/>
                      <a:ext cx="17156" cy="68781"/>
                    </a:xfrm>
                    <a:custGeom>
                      <a:avLst/>
                      <a:gdLst>
                        <a:gd name="connsiteX0" fmla="*/ 9156 w 17156"/>
                        <a:gd name="connsiteY0" fmla="*/ 68777 h 68781"/>
                        <a:gd name="connsiteX1" fmla="*/ 12 w 17156"/>
                        <a:gd name="connsiteY1" fmla="*/ 34297 h 68781"/>
                        <a:gd name="connsiteX2" fmla="*/ 3060 w 17156"/>
                        <a:gd name="connsiteY2" fmla="*/ 9818 h 68781"/>
                        <a:gd name="connsiteX3" fmla="*/ 9632 w 17156"/>
                        <a:gd name="connsiteY3" fmla="*/ 7 h 68781"/>
                        <a:gd name="connsiteX4" fmla="*/ 15252 w 17156"/>
                        <a:gd name="connsiteY4" fmla="*/ 10294 h 68781"/>
                        <a:gd name="connsiteX5" fmla="*/ 17157 w 17156"/>
                        <a:gd name="connsiteY5" fmla="*/ 34487 h 68781"/>
                        <a:gd name="connsiteX6" fmla="*/ 9156 w 17156"/>
                        <a:gd name="connsiteY6" fmla="*/ 68777 h 68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156" h="68781">
                          <a:moveTo>
                            <a:pt x="9156" y="68777"/>
                          </a:moveTo>
                          <a:cubicBezTo>
                            <a:pt x="4584" y="69063"/>
                            <a:pt x="-274" y="53537"/>
                            <a:pt x="12" y="34297"/>
                          </a:cubicBezTo>
                          <a:cubicBezTo>
                            <a:pt x="-83" y="24677"/>
                            <a:pt x="1441" y="16009"/>
                            <a:pt x="3060" y="9818"/>
                          </a:cubicBezTo>
                          <a:cubicBezTo>
                            <a:pt x="4775" y="3626"/>
                            <a:pt x="7346" y="-184"/>
                            <a:pt x="9632" y="7"/>
                          </a:cubicBezTo>
                          <a:cubicBezTo>
                            <a:pt x="12109" y="102"/>
                            <a:pt x="13823" y="4103"/>
                            <a:pt x="15252" y="10294"/>
                          </a:cubicBezTo>
                          <a:cubicBezTo>
                            <a:pt x="16681" y="16580"/>
                            <a:pt x="17062" y="25057"/>
                            <a:pt x="17157" y="34487"/>
                          </a:cubicBezTo>
                          <a:cubicBezTo>
                            <a:pt x="16967" y="53156"/>
                            <a:pt x="14014" y="68492"/>
                            <a:pt x="9156" y="6877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2" name="Forme libre : forme 14231">
                      <a:extLst>
                        <a:ext uri="{FF2B5EF4-FFF2-40B4-BE49-F238E27FC236}">
                          <a16:creationId xmlns:a16="http://schemas.microsoft.com/office/drawing/2014/main" id="{BBD83C9C-710E-45AC-A2FB-715282B28D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4234" y="4683250"/>
                      <a:ext cx="16196" cy="49912"/>
                    </a:xfrm>
                    <a:custGeom>
                      <a:avLst/>
                      <a:gdLst>
                        <a:gd name="connsiteX0" fmla="*/ 16197 w 16196"/>
                        <a:gd name="connsiteY0" fmla="*/ 15432 h 49912"/>
                        <a:gd name="connsiteX1" fmla="*/ 9625 w 16196"/>
                        <a:gd name="connsiteY1" fmla="*/ 2 h 49912"/>
                        <a:gd name="connsiteX2" fmla="*/ 3053 w 16196"/>
                        <a:gd name="connsiteY2" fmla="*/ 9813 h 49912"/>
                        <a:gd name="connsiteX3" fmla="*/ 5 w 16196"/>
                        <a:gd name="connsiteY3" fmla="*/ 34292 h 49912"/>
                        <a:gd name="connsiteX4" fmla="*/ 957 w 16196"/>
                        <a:gd name="connsiteY4" fmla="*/ 49913 h 49912"/>
                        <a:gd name="connsiteX5" fmla="*/ 1529 w 16196"/>
                        <a:gd name="connsiteY5" fmla="*/ 41245 h 49912"/>
                        <a:gd name="connsiteX6" fmla="*/ 16197 w 16196"/>
                        <a:gd name="connsiteY6" fmla="*/ 15432 h 49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96" h="49912">
                          <a:moveTo>
                            <a:pt x="16197" y="15432"/>
                          </a:moveTo>
                          <a:cubicBezTo>
                            <a:pt x="14863" y="6288"/>
                            <a:pt x="12673" y="192"/>
                            <a:pt x="9625" y="2"/>
                          </a:cubicBezTo>
                          <a:cubicBezTo>
                            <a:pt x="7243" y="-93"/>
                            <a:pt x="4767" y="3621"/>
                            <a:pt x="3053" y="9813"/>
                          </a:cubicBezTo>
                          <a:cubicBezTo>
                            <a:pt x="1338" y="16004"/>
                            <a:pt x="-91" y="24671"/>
                            <a:pt x="5" y="34292"/>
                          </a:cubicBezTo>
                          <a:cubicBezTo>
                            <a:pt x="5" y="39912"/>
                            <a:pt x="386" y="45246"/>
                            <a:pt x="957" y="49913"/>
                          </a:cubicBezTo>
                          <a:cubicBezTo>
                            <a:pt x="957" y="46960"/>
                            <a:pt x="1147" y="44103"/>
                            <a:pt x="1529" y="41245"/>
                          </a:cubicBezTo>
                          <a:cubicBezTo>
                            <a:pt x="4005" y="26005"/>
                            <a:pt x="10577" y="14099"/>
                            <a:pt x="16197" y="15432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3" name="Forme libre : forme 14232">
                      <a:extLst>
                        <a:ext uri="{FF2B5EF4-FFF2-40B4-BE49-F238E27FC236}">
                          <a16:creationId xmlns:a16="http://schemas.microsoft.com/office/drawing/2014/main" id="{E2DC2965-5788-4E67-99D3-16201D8D4C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328" y="4686679"/>
                      <a:ext cx="17150" cy="69061"/>
                    </a:xfrm>
                    <a:custGeom>
                      <a:avLst/>
                      <a:gdLst>
                        <a:gd name="connsiteX0" fmla="*/ 9340 w 17150"/>
                        <a:gd name="connsiteY0" fmla="*/ 69058 h 69061"/>
                        <a:gd name="connsiteX1" fmla="*/ 5 w 17150"/>
                        <a:gd name="connsiteY1" fmla="*/ 34482 h 69061"/>
                        <a:gd name="connsiteX2" fmla="*/ 2958 w 17150"/>
                        <a:gd name="connsiteY2" fmla="*/ 9908 h 69061"/>
                        <a:gd name="connsiteX3" fmla="*/ 9435 w 17150"/>
                        <a:gd name="connsiteY3" fmla="*/ 2 h 69061"/>
                        <a:gd name="connsiteX4" fmla="*/ 15150 w 17150"/>
                        <a:gd name="connsiteY4" fmla="*/ 10289 h 69061"/>
                        <a:gd name="connsiteX5" fmla="*/ 17150 w 17150"/>
                        <a:gd name="connsiteY5" fmla="*/ 34482 h 69061"/>
                        <a:gd name="connsiteX6" fmla="*/ 9340 w 17150"/>
                        <a:gd name="connsiteY6" fmla="*/ 69058 h 69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150" h="69061">
                          <a:moveTo>
                            <a:pt x="9340" y="69058"/>
                          </a:moveTo>
                          <a:cubicBezTo>
                            <a:pt x="4863" y="69344"/>
                            <a:pt x="-185" y="53818"/>
                            <a:pt x="5" y="34482"/>
                          </a:cubicBezTo>
                          <a:cubicBezTo>
                            <a:pt x="-90" y="24767"/>
                            <a:pt x="1244" y="16099"/>
                            <a:pt x="2958" y="9908"/>
                          </a:cubicBezTo>
                          <a:cubicBezTo>
                            <a:pt x="4673" y="3621"/>
                            <a:pt x="7054" y="-94"/>
                            <a:pt x="9435" y="2"/>
                          </a:cubicBezTo>
                          <a:cubicBezTo>
                            <a:pt x="11816" y="97"/>
                            <a:pt x="13817" y="4097"/>
                            <a:pt x="15150" y="10289"/>
                          </a:cubicBezTo>
                          <a:cubicBezTo>
                            <a:pt x="16579" y="16575"/>
                            <a:pt x="17055" y="25053"/>
                            <a:pt x="17150" y="34482"/>
                          </a:cubicBezTo>
                          <a:cubicBezTo>
                            <a:pt x="16960" y="53342"/>
                            <a:pt x="14198" y="68772"/>
                            <a:pt x="9340" y="6905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4" name="Forme libre : forme 14233">
                      <a:extLst>
                        <a:ext uri="{FF2B5EF4-FFF2-40B4-BE49-F238E27FC236}">
                          <a16:creationId xmlns:a16="http://schemas.microsoft.com/office/drawing/2014/main" id="{937373B6-33C7-4095-A172-14DDEB5510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4628" y="4653760"/>
                      <a:ext cx="34178" cy="86246"/>
                    </a:xfrm>
                    <a:custGeom>
                      <a:avLst/>
                      <a:gdLst>
                        <a:gd name="connsiteX0" fmla="*/ 20183 w 34178"/>
                        <a:gd name="connsiteY0" fmla="*/ 345 h 86246"/>
                        <a:gd name="connsiteX1" fmla="*/ 11896 w 34178"/>
                        <a:gd name="connsiteY1" fmla="*/ 2059 h 86246"/>
                        <a:gd name="connsiteX2" fmla="*/ 1038 w 34178"/>
                        <a:gd name="connsiteY2" fmla="*/ 36635 h 86246"/>
                        <a:gd name="connsiteX3" fmla="*/ 1610 w 34178"/>
                        <a:gd name="connsiteY3" fmla="*/ 73592 h 86246"/>
                        <a:gd name="connsiteX4" fmla="*/ 9515 w 34178"/>
                        <a:gd name="connsiteY4" fmla="*/ 85308 h 86246"/>
                        <a:gd name="connsiteX5" fmla="*/ 13421 w 34178"/>
                        <a:gd name="connsiteY5" fmla="*/ 73116 h 86246"/>
                        <a:gd name="connsiteX6" fmla="*/ 23422 w 34178"/>
                        <a:gd name="connsiteY6" fmla="*/ 43874 h 86246"/>
                        <a:gd name="connsiteX7" fmla="*/ 34090 w 34178"/>
                        <a:gd name="connsiteY7" fmla="*/ 10441 h 86246"/>
                        <a:gd name="connsiteX8" fmla="*/ 20183 w 34178"/>
                        <a:gd name="connsiteY8" fmla="*/ 345 h 86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4178" h="86246">
                          <a:moveTo>
                            <a:pt x="20183" y="345"/>
                          </a:moveTo>
                          <a:cubicBezTo>
                            <a:pt x="17516" y="-131"/>
                            <a:pt x="14659" y="-512"/>
                            <a:pt x="11896" y="2059"/>
                          </a:cubicBezTo>
                          <a:cubicBezTo>
                            <a:pt x="6467" y="6917"/>
                            <a:pt x="2848" y="21871"/>
                            <a:pt x="1038" y="36635"/>
                          </a:cubicBezTo>
                          <a:cubicBezTo>
                            <a:pt x="-296" y="48922"/>
                            <a:pt x="-581" y="62448"/>
                            <a:pt x="1610" y="73592"/>
                          </a:cubicBezTo>
                          <a:cubicBezTo>
                            <a:pt x="3038" y="81879"/>
                            <a:pt x="6753" y="88832"/>
                            <a:pt x="9515" y="85308"/>
                          </a:cubicBezTo>
                          <a:cubicBezTo>
                            <a:pt x="11230" y="83117"/>
                            <a:pt x="12278" y="77879"/>
                            <a:pt x="13421" y="73116"/>
                          </a:cubicBezTo>
                          <a:cubicBezTo>
                            <a:pt x="15897" y="61876"/>
                            <a:pt x="19326" y="51970"/>
                            <a:pt x="23422" y="43874"/>
                          </a:cubicBezTo>
                          <a:cubicBezTo>
                            <a:pt x="26660" y="36921"/>
                            <a:pt x="35138" y="24729"/>
                            <a:pt x="34090" y="10441"/>
                          </a:cubicBezTo>
                          <a:cubicBezTo>
                            <a:pt x="33328" y="-2513"/>
                            <a:pt x="23993" y="916"/>
                            <a:pt x="20183" y="34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5" name="Forme libre : forme 14234">
                      <a:extLst>
                        <a:ext uri="{FF2B5EF4-FFF2-40B4-BE49-F238E27FC236}">
                          <a16:creationId xmlns:a16="http://schemas.microsoft.com/office/drawing/2014/main" id="{6349378D-BC29-4850-9B2D-8FCE75CF64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9584" y="4668774"/>
                      <a:ext cx="7806" cy="27997"/>
                    </a:xfrm>
                    <a:custGeom>
                      <a:avLst/>
                      <a:gdLst>
                        <a:gd name="connsiteX0" fmla="*/ 3800 w 7806"/>
                        <a:gd name="connsiteY0" fmla="*/ 1810 h 27997"/>
                        <a:gd name="connsiteX1" fmla="*/ 2085 w 7806"/>
                        <a:gd name="connsiteY1" fmla="*/ 0 h 27997"/>
                        <a:gd name="connsiteX2" fmla="*/ 276 w 7806"/>
                        <a:gd name="connsiteY2" fmla="*/ 2477 h 27997"/>
                        <a:gd name="connsiteX3" fmla="*/ 85 w 7806"/>
                        <a:gd name="connsiteY3" fmla="*/ 7429 h 27997"/>
                        <a:gd name="connsiteX4" fmla="*/ 1133 w 7806"/>
                        <a:gd name="connsiteY4" fmla="*/ 19621 h 27997"/>
                        <a:gd name="connsiteX5" fmla="*/ 2085 w 7806"/>
                        <a:gd name="connsiteY5" fmla="*/ 24003 h 27997"/>
                        <a:gd name="connsiteX6" fmla="*/ 7800 w 7806"/>
                        <a:gd name="connsiteY6" fmla="*/ 20574 h 27997"/>
                        <a:gd name="connsiteX7" fmla="*/ 3800 w 7806"/>
                        <a:gd name="connsiteY7" fmla="*/ 1810 h 27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806" h="27997">
                          <a:moveTo>
                            <a:pt x="3800" y="1810"/>
                          </a:moveTo>
                          <a:cubicBezTo>
                            <a:pt x="3324" y="857"/>
                            <a:pt x="2657" y="95"/>
                            <a:pt x="2085" y="0"/>
                          </a:cubicBezTo>
                          <a:cubicBezTo>
                            <a:pt x="1419" y="0"/>
                            <a:pt x="657" y="857"/>
                            <a:pt x="276" y="2477"/>
                          </a:cubicBezTo>
                          <a:cubicBezTo>
                            <a:pt x="-105" y="4000"/>
                            <a:pt x="-10" y="5810"/>
                            <a:pt x="85" y="7429"/>
                          </a:cubicBezTo>
                          <a:cubicBezTo>
                            <a:pt x="276" y="11621"/>
                            <a:pt x="657" y="15716"/>
                            <a:pt x="1133" y="19621"/>
                          </a:cubicBezTo>
                          <a:cubicBezTo>
                            <a:pt x="1324" y="21241"/>
                            <a:pt x="1705" y="22765"/>
                            <a:pt x="2085" y="24003"/>
                          </a:cubicBezTo>
                          <a:cubicBezTo>
                            <a:pt x="3895" y="29242"/>
                            <a:pt x="7991" y="30480"/>
                            <a:pt x="7800" y="20574"/>
                          </a:cubicBezTo>
                          <a:cubicBezTo>
                            <a:pt x="7705" y="13145"/>
                            <a:pt x="5895" y="5620"/>
                            <a:pt x="3800" y="181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6" name="Forme libre : forme 14235">
                      <a:extLst>
                        <a:ext uri="{FF2B5EF4-FFF2-40B4-BE49-F238E27FC236}">
                          <a16:creationId xmlns:a16="http://schemas.microsoft.com/office/drawing/2014/main" id="{AE088333-23C8-4AA0-A3DE-85E52EB2EC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2237" y="4737068"/>
                      <a:ext cx="19526" cy="41954"/>
                    </a:xfrm>
                    <a:custGeom>
                      <a:avLst/>
                      <a:gdLst>
                        <a:gd name="connsiteX0" fmla="*/ 19526 w 19526"/>
                        <a:gd name="connsiteY0" fmla="*/ 41910 h 41954"/>
                        <a:gd name="connsiteX1" fmla="*/ 12192 w 19526"/>
                        <a:gd name="connsiteY1" fmla="*/ 37910 h 41954"/>
                        <a:gd name="connsiteX2" fmla="*/ 5620 w 19526"/>
                        <a:gd name="connsiteY2" fmla="*/ 25622 h 41954"/>
                        <a:gd name="connsiteX3" fmla="*/ 0 w 19526"/>
                        <a:gd name="connsiteY3" fmla="*/ 0 h 41954"/>
                        <a:gd name="connsiteX4" fmla="*/ 4286 w 19526"/>
                        <a:gd name="connsiteY4" fmla="*/ 18383 h 41954"/>
                        <a:gd name="connsiteX5" fmla="*/ 19526 w 19526"/>
                        <a:gd name="connsiteY5" fmla="*/ 41910 h 41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526" h="41954">
                          <a:moveTo>
                            <a:pt x="19526" y="41910"/>
                          </a:moveTo>
                          <a:cubicBezTo>
                            <a:pt x="19526" y="41910"/>
                            <a:pt x="16288" y="42672"/>
                            <a:pt x="12192" y="37910"/>
                          </a:cubicBezTo>
                          <a:cubicBezTo>
                            <a:pt x="10096" y="35528"/>
                            <a:pt x="7811" y="31718"/>
                            <a:pt x="5620" y="25622"/>
                          </a:cubicBezTo>
                          <a:cubicBezTo>
                            <a:pt x="3238" y="19526"/>
                            <a:pt x="1524" y="11335"/>
                            <a:pt x="0" y="0"/>
                          </a:cubicBezTo>
                          <a:cubicBezTo>
                            <a:pt x="0" y="0"/>
                            <a:pt x="1334" y="8763"/>
                            <a:pt x="4286" y="18383"/>
                          </a:cubicBezTo>
                          <a:cubicBezTo>
                            <a:pt x="7620" y="28004"/>
                            <a:pt x="12668" y="38386"/>
                            <a:pt x="19526" y="4191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7" name="Forme libre : forme 14236">
                      <a:extLst>
                        <a:ext uri="{FF2B5EF4-FFF2-40B4-BE49-F238E27FC236}">
                          <a16:creationId xmlns:a16="http://schemas.microsoft.com/office/drawing/2014/main" id="{44EC8E18-F3C0-4BB8-A601-64BB19CD80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3860" y="4635531"/>
                      <a:ext cx="12824" cy="48291"/>
                    </a:xfrm>
                    <a:custGeom>
                      <a:avLst/>
                      <a:gdLst>
                        <a:gd name="connsiteX0" fmla="*/ 12763 w 12824"/>
                        <a:gd name="connsiteY0" fmla="*/ 48292 h 48291"/>
                        <a:gd name="connsiteX1" fmla="*/ 12002 w 12824"/>
                        <a:gd name="connsiteY1" fmla="*/ 26575 h 48291"/>
                        <a:gd name="connsiteX2" fmla="*/ 0 w 12824"/>
                        <a:gd name="connsiteY2" fmla="*/ 0 h 48291"/>
                        <a:gd name="connsiteX3" fmla="*/ 6477 w 12824"/>
                        <a:gd name="connsiteY3" fmla="*/ 9811 h 48291"/>
                        <a:gd name="connsiteX4" fmla="*/ 12763 w 12824"/>
                        <a:gd name="connsiteY4" fmla="*/ 48292 h 48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24" h="48291">
                          <a:moveTo>
                            <a:pt x="12763" y="48292"/>
                          </a:moveTo>
                          <a:cubicBezTo>
                            <a:pt x="12763" y="48292"/>
                            <a:pt x="13145" y="37814"/>
                            <a:pt x="12002" y="26575"/>
                          </a:cubicBezTo>
                          <a:cubicBezTo>
                            <a:pt x="10858" y="15335"/>
                            <a:pt x="7715" y="3238"/>
                            <a:pt x="0" y="0"/>
                          </a:cubicBezTo>
                          <a:cubicBezTo>
                            <a:pt x="0" y="0"/>
                            <a:pt x="3238" y="2572"/>
                            <a:pt x="6477" y="9811"/>
                          </a:cubicBezTo>
                          <a:cubicBezTo>
                            <a:pt x="9715" y="17240"/>
                            <a:pt x="12573" y="29242"/>
                            <a:pt x="12763" y="482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8" name="Forme libre : forme 14237">
                      <a:extLst>
                        <a:ext uri="{FF2B5EF4-FFF2-40B4-BE49-F238E27FC236}">
                          <a16:creationId xmlns:a16="http://schemas.microsoft.com/office/drawing/2014/main" id="{DAACBA90-8015-4C07-9EF0-CCA9726843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3626" y="4711814"/>
                      <a:ext cx="6088" cy="25709"/>
                    </a:xfrm>
                    <a:custGeom>
                      <a:avLst/>
                      <a:gdLst>
                        <a:gd name="connsiteX0" fmla="*/ 1566 w 6088"/>
                        <a:gd name="connsiteY0" fmla="*/ 25444 h 25709"/>
                        <a:gd name="connsiteX1" fmla="*/ 423 w 6088"/>
                        <a:gd name="connsiteY1" fmla="*/ 10204 h 25709"/>
                        <a:gd name="connsiteX2" fmla="*/ 4614 w 6088"/>
                        <a:gd name="connsiteY2" fmla="*/ 298 h 25709"/>
                        <a:gd name="connsiteX3" fmla="*/ 5662 w 6088"/>
                        <a:gd name="connsiteY3" fmla="*/ 15443 h 25709"/>
                        <a:gd name="connsiteX4" fmla="*/ 1566 w 6088"/>
                        <a:gd name="connsiteY4" fmla="*/ 25444 h 25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88" h="25709">
                          <a:moveTo>
                            <a:pt x="1566" y="25444"/>
                          </a:moveTo>
                          <a:cubicBezTo>
                            <a:pt x="42" y="24015"/>
                            <a:pt x="-434" y="17157"/>
                            <a:pt x="423" y="10204"/>
                          </a:cubicBezTo>
                          <a:cubicBezTo>
                            <a:pt x="1281" y="3251"/>
                            <a:pt x="3090" y="-1226"/>
                            <a:pt x="4614" y="298"/>
                          </a:cubicBezTo>
                          <a:cubicBezTo>
                            <a:pt x="6043" y="1727"/>
                            <a:pt x="6519" y="8490"/>
                            <a:pt x="5662" y="15443"/>
                          </a:cubicBezTo>
                          <a:cubicBezTo>
                            <a:pt x="4709" y="22396"/>
                            <a:pt x="3090" y="26873"/>
                            <a:pt x="1566" y="2544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9" name="Forme libre : forme 14238">
                      <a:extLst>
                        <a:ext uri="{FF2B5EF4-FFF2-40B4-BE49-F238E27FC236}">
                          <a16:creationId xmlns:a16="http://schemas.microsoft.com/office/drawing/2014/main" id="{C363B9D3-DD5E-4B77-9B51-A6560B89E8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4706" y="4733829"/>
                      <a:ext cx="2486" cy="7143"/>
                    </a:xfrm>
                    <a:custGeom>
                      <a:avLst/>
                      <a:gdLst>
                        <a:gd name="connsiteX0" fmla="*/ 1344 w 2486"/>
                        <a:gd name="connsiteY0" fmla="*/ 7144 h 7143"/>
                        <a:gd name="connsiteX1" fmla="*/ 10 w 2486"/>
                        <a:gd name="connsiteY1" fmla="*/ 3620 h 7143"/>
                        <a:gd name="connsiteX2" fmla="*/ 1153 w 2486"/>
                        <a:gd name="connsiteY2" fmla="*/ 0 h 7143"/>
                        <a:gd name="connsiteX3" fmla="*/ 2487 w 2486"/>
                        <a:gd name="connsiteY3" fmla="*/ 3524 h 7143"/>
                        <a:gd name="connsiteX4" fmla="*/ 1344 w 2486"/>
                        <a:gd name="connsiteY4" fmla="*/ 7144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86" h="7143">
                          <a:moveTo>
                            <a:pt x="1344" y="7144"/>
                          </a:moveTo>
                          <a:cubicBezTo>
                            <a:pt x="677" y="7144"/>
                            <a:pt x="105" y="5620"/>
                            <a:pt x="10" y="3620"/>
                          </a:cubicBezTo>
                          <a:cubicBezTo>
                            <a:pt x="-85" y="1619"/>
                            <a:pt x="487" y="95"/>
                            <a:pt x="1153" y="0"/>
                          </a:cubicBezTo>
                          <a:cubicBezTo>
                            <a:pt x="1820" y="0"/>
                            <a:pt x="2392" y="1524"/>
                            <a:pt x="2487" y="3524"/>
                          </a:cubicBezTo>
                          <a:cubicBezTo>
                            <a:pt x="2487" y="5525"/>
                            <a:pt x="2011" y="7144"/>
                            <a:pt x="1344" y="71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0" name="Forme libre : forme 14239">
                      <a:extLst>
                        <a:ext uri="{FF2B5EF4-FFF2-40B4-BE49-F238E27FC236}">
                          <a16:creationId xmlns:a16="http://schemas.microsoft.com/office/drawing/2014/main" id="{499EEC83-5431-40A9-AED3-BE647CF2B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2598" y="4711804"/>
                      <a:ext cx="20832" cy="60125"/>
                    </a:xfrm>
                    <a:custGeom>
                      <a:avLst/>
                      <a:gdLst>
                        <a:gd name="connsiteX0" fmla="*/ 14025 w 20832"/>
                        <a:gd name="connsiteY0" fmla="*/ 54315 h 60125"/>
                        <a:gd name="connsiteX1" fmla="*/ 3738 w 20832"/>
                        <a:gd name="connsiteY1" fmla="*/ 60125 h 60125"/>
                        <a:gd name="connsiteX2" fmla="*/ 118 w 20832"/>
                        <a:gd name="connsiteY2" fmla="*/ 55268 h 60125"/>
                        <a:gd name="connsiteX3" fmla="*/ 1738 w 20832"/>
                        <a:gd name="connsiteY3" fmla="*/ 47457 h 60125"/>
                        <a:gd name="connsiteX4" fmla="*/ 11072 w 20832"/>
                        <a:gd name="connsiteY4" fmla="*/ 31455 h 60125"/>
                        <a:gd name="connsiteX5" fmla="*/ 14120 w 20832"/>
                        <a:gd name="connsiteY5" fmla="*/ 11834 h 60125"/>
                        <a:gd name="connsiteX6" fmla="*/ 18882 w 20832"/>
                        <a:gd name="connsiteY6" fmla="*/ 785 h 60125"/>
                        <a:gd name="connsiteX7" fmla="*/ 20788 w 20832"/>
                        <a:gd name="connsiteY7" fmla="*/ 19358 h 60125"/>
                        <a:gd name="connsiteX8" fmla="*/ 19454 w 20832"/>
                        <a:gd name="connsiteY8" fmla="*/ 38885 h 60125"/>
                        <a:gd name="connsiteX9" fmla="*/ 14025 w 20832"/>
                        <a:gd name="connsiteY9" fmla="*/ 54315 h 60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832" h="60125">
                          <a:moveTo>
                            <a:pt x="14025" y="54315"/>
                          </a:moveTo>
                          <a:cubicBezTo>
                            <a:pt x="10977" y="58792"/>
                            <a:pt x="7357" y="60030"/>
                            <a:pt x="3738" y="60125"/>
                          </a:cubicBezTo>
                          <a:cubicBezTo>
                            <a:pt x="2404" y="60125"/>
                            <a:pt x="595" y="59173"/>
                            <a:pt x="118" y="55268"/>
                          </a:cubicBezTo>
                          <a:cubicBezTo>
                            <a:pt x="-358" y="51743"/>
                            <a:pt x="690" y="48981"/>
                            <a:pt x="1738" y="47457"/>
                          </a:cubicBezTo>
                          <a:cubicBezTo>
                            <a:pt x="4786" y="42599"/>
                            <a:pt x="8881" y="39837"/>
                            <a:pt x="11072" y="31455"/>
                          </a:cubicBezTo>
                          <a:cubicBezTo>
                            <a:pt x="11739" y="28788"/>
                            <a:pt x="12596" y="19644"/>
                            <a:pt x="14120" y="11834"/>
                          </a:cubicBezTo>
                          <a:cubicBezTo>
                            <a:pt x="15549" y="4023"/>
                            <a:pt x="17168" y="-2264"/>
                            <a:pt x="18882" y="785"/>
                          </a:cubicBezTo>
                          <a:cubicBezTo>
                            <a:pt x="20597" y="3832"/>
                            <a:pt x="20978" y="11548"/>
                            <a:pt x="20788" y="19358"/>
                          </a:cubicBezTo>
                          <a:cubicBezTo>
                            <a:pt x="20597" y="27169"/>
                            <a:pt x="20216" y="35170"/>
                            <a:pt x="19454" y="38885"/>
                          </a:cubicBezTo>
                          <a:cubicBezTo>
                            <a:pt x="18025" y="45647"/>
                            <a:pt x="16406" y="50981"/>
                            <a:pt x="14025" y="5431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63" name="Graphique 1">
                    <a:extLst>
                      <a:ext uri="{FF2B5EF4-FFF2-40B4-BE49-F238E27FC236}">
                        <a16:creationId xmlns:a16="http://schemas.microsoft.com/office/drawing/2014/main" id="{73011AED-D582-4246-89E0-64283810FEAF}"/>
                      </a:ext>
                    </a:extLst>
                  </p:cNvPr>
                  <p:cNvGrpSpPr/>
                  <p:nvPr/>
                </p:nvGrpSpPr>
                <p:grpSpPr>
                  <a:xfrm>
                    <a:off x="3399649" y="4782470"/>
                    <a:ext cx="70188" cy="147806"/>
                    <a:chOff x="3399649" y="4782470"/>
                    <a:chExt cx="70188" cy="147806"/>
                  </a:xfrm>
                  <a:solidFill>
                    <a:schemeClr val="accent1"/>
                  </a:solidFill>
                </p:grpSpPr>
                <p:sp>
                  <p:nvSpPr>
                    <p:cNvPr id="14217" name="Forme libre : forme 14216">
                      <a:extLst>
                        <a:ext uri="{FF2B5EF4-FFF2-40B4-BE49-F238E27FC236}">
                          <a16:creationId xmlns:a16="http://schemas.microsoft.com/office/drawing/2014/main" id="{6C96B982-27DE-4A10-B996-EE71A68DCC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9649" y="4782470"/>
                      <a:ext cx="70188" cy="147656"/>
                    </a:xfrm>
                    <a:custGeom>
                      <a:avLst/>
                      <a:gdLst>
                        <a:gd name="connsiteX0" fmla="*/ 19639 w 70188"/>
                        <a:gd name="connsiteY0" fmla="*/ 109475 h 147656"/>
                        <a:gd name="connsiteX1" fmla="*/ 9638 w 70188"/>
                        <a:gd name="connsiteY1" fmla="*/ 81090 h 147656"/>
                        <a:gd name="connsiteX2" fmla="*/ 2399 w 70188"/>
                        <a:gd name="connsiteY2" fmla="*/ 52229 h 147656"/>
                        <a:gd name="connsiteX3" fmla="*/ 18 w 70188"/>
                        <a:gd name="connsiteY3" fmla="*/ 32893 h 147656"/>
                        <a:gd name="connsiteX4" fmla="*/ 1065 w 70188"/>
                        <a:gd name="connsiteY4" fmla="*/ 16796 h 147656"/>
                        <a:gd name="connsiteX5" fmla="*/ 10876 w 70188"/>
                        <a:gd name="connsiteY5" fmla="*/ 1270 h 147656"/>
                        <a:gd name="connsiteX6" fmla="*/ 23163 w 70188"/>
                        <a:gd name="connsiteY6" fmla="*/ 32 h 147656"/>
                        <a:gd name="connsiteX7" fmla="*/ 36022 w 70188"/>
                        <a:gd name="connsiteY7" fmla="*/ 12319 h 147656"/>
                        <a:gd name="connsiteX8" fmla="*/ 41547 w 70188"/>
                        <a:gd name="connsiteY8" fmla="*/ 26131 h 147656"/>
                        <a:gd name="connsiteX9" fmla="*/ 45928 w 70188"/>
                        <a:gd name="connsiteY9" fmla="*/ 43085 h 147656"/>
                        <a:gd name="connsiteX10" fmla="*/ 52119 w 70188"/>
                        <a:gd name="connsiteY10" fmla="*/ 68612 h 147656"/>
                        <a:gd name="connsiteX11" fmla="*/ 60501 w 70188"/>
                        <a:gd name="connsiteY11" fmla="*/ 93091 h 147656"/>
                        <a:gd name="connsiteX12" fmla="*/ 66121 w 70188"/>
                        <a:gd name="connsiteY12" fmla="*/ 109093 h 147656"/>
                        <a:gd name="connsiteX13" fmla="*/ 69550 w 70188"/>
                        <a:gd name="connsiteY13" fmla="*/ 123000 h 147656"/>
                        <a:gd name="connsiteX14" fmla="*/ 66788 w 70188"/>
                        <a:gd name="connsiteY14" fmla="*/ 140145 h 147656"/>
                        <a:gd name="connsiteX15" fmla="*/ 56691 w 70188"/>
                        <a:gd name="connsiteY15" fmla="*/ 146717 h 147656"/>
                        <a:gd name="connsiteX16" fmla="*/ 39546 w 70188"/>
                        <a:gd name="connsiteY16" fmla="*/ 139954 h 147656"/>
                        <a:gd name="connsiteX17" fmla="*/ 28878 w 70188"/>
                        <a:gd name="connsiteY17" fmla="*/ 127096 h 147656"/>
                        <a:gd name="connsiteX18" fmla="*/ 19639 w 70188"/>
                        <a:gd name="connsiteY18" fmla="*/ 109475 h 147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70188" h="147656">
                          <a:moveTo>
                            <a:pt x="19639" y="109475"/>
                          </a:moveTo>
                          <a:cubicBezTo>
                            <a:pt x="15639" y="100140"/>
                            <a:pt x="12781" y="90615"/>
                            <a:pt x="9638" y="81090"/>
                          </a:cubicBezTo>
                          <a:cubicBezTo>
                            <a:pt x="7066" y="71470"/>
                            <a:pt x="4209" y="61945"/>
                            <a:pt x="2399" y="52229"/>
                          </a:cubicBezTo>
                          <a:cubicBezTo>
                            <a:pt x="970" y="45466"/>
                            <a:pt x="18" y="38894"/>
                            <a:pt x="18" y="32893"/>
                          </a:cubicBezTo>
                          <a:cubicBezTo>
                            <a:pt x="-78" y="26893"/>
                            <a:pt x="208" y="21368"/>
                            <a:pt x="1065" y="16796"/>
                          </a:cubicBezTo>
                          <a:cubicBezTo>
                            <a:pt x="2970" y="7557"/>
                            <a:pt x="6399" y="1747"/>
                            <a:pt x="10876" y="1270"/>
                          </a:cubicBezTo>
                          <a:lnTo>
                            <a:pt x="23163" y="32"/>
                          </a:lnTo>
                          <a:cubicBezTo>
                            <a:pt x="27640" y="-444"/>
                            <a:pt x="32212" y="4414"/>
                            <a:pt x="36022" y="12319"/>
                          </a:cubicBezTo>
                          <a:cubicBezTo>
                            <a:pt x="38022" y="16224"/>
                            <a:pt x="40023" y="20892"/>
                            <a:pt x="41547" y="26131"/>
                          </a:cubicBezTo>
                          <a:cubicBezTo>
                            <a:pt x="43071" y="31369"/>
                            <a:pt x="44690" y="37084"/>
                            <a:pt x="45928" y="43085"/>
                          </a:cubicBezTo>
                          <a:cubicBezTo>
                            <a:pt x="47452" y="51753"/>
                            <a:pt x="49928" y="60135"/>
                            <a:pt x="52119" y="68612"/>
                          </a:cubicBezTo>
                          <a:cubicBezTo>
                            <a:pt x="54786" y="76804"/>
                            <a:pt x="57168" y="85186"/>
                            <a:pt x="60501" y="93091"/>
                          </a:cubicBezTo>
                          <a:cubicBezTo>
                            <a:pt x="62502" y="98806"/>
                            <a:pt x="64597" y="104045"/>
                            <a:pt x="66121" y="109093"/>
                          </a:cubicBezTo>
                          <a:cubicBezTo>
                            <a:pt x="67455" y="114237"/>
                            <a:pt x="68693" y="118904"/>
                            <a:pt x="69550" y="123000"/>
                          </a:cubicBezTo>
                          <a:cubicBezTo>
                            <a:pt x="70788" y="131382"/>
                            <a:pt x="70407" y="137764"/>
                            <a:pt x="66788" y="140145"/>
                          </a:cubicBezTo>
                          <a:lnTo>
                            <a:pt x="56691" y="146717"/>
                          </a:lnTo>
                          <a:cubicBezTo>
                            <a:pt x="52977" y="149194"/>
                            <a:pt x="46500" y="146717"/>
                            <a:pt x="39546" y="139954"/>
                          </a:cubicBezTo>
                          <a:cubicBezTo>
                            <a:pt x="35927" y="136716"/>
                            <a:pt x="32117" y="132334"/>
                            <a:pt x="28878" y="127096"/>
                          </a:cubicBezTo>
                          <a:cubicBezTo>
                            <a:pt x="25449" y="122047"/>
                            <a:pt x="22020" y="116047"/>
                            <a:pt x="19639" y="109475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8" name="Forme libre : forme 14217">
                      <a:extLst>
                        <a:ext uri="{FF2B5EF4-FFF2-40B4-BE49-F238E27FC236}">
                          <a16:creationId xmlns:a16="http://schemas.microsoft.com/office/drawing/2014/main" id="{2D01EE87-0BF7-44F0-8732-E19F937100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9649" y="4783264"/>
                      <a:ext cx="56977" cy="147012"/>
                    </a:xfrm>
                    <a:custGeom>
                      <a:avLst/>
                      <a:gdLst>
                        <a:gd name="connsiteX0" fmla="*/ 18877 w 56977"/>
                        <a:gd name="connsiteY0" fmla="*/ 58388 h 147012"/>
                        <a:gd name="connsiteX1" fmla="*/ 12972 w 56977"/>
                        <a:gd name="connsiteY1" fmla="*/ 25908 h 147012"/>
                        <a:gd name="connsiteX2" fmla="*/ 16210 w 56977"/>
                        <a:gd name="connsiteY2" fmla="*/ 0 h 147012"/>
                        <a:gd name="connsiteX3" fmla="*/ 10876 w 56977"/>
                        <a:gd name="connsiteY3" fmla="*/ 571 h 147012"/>
                        <a:gd name="connsiteX4" fmla="*/ 1065 w 56977"/>
                        <a:gd name="connsiteY4" fmla="*/ 16097 h 147012"/>
                        <a:gd name="connsiteX5" fmla="*/ 18 w 56977"/>
                        <a:gd name="connsiteY5" fmla="*/ 32195 h 147012"/>
                        <a:gd name="connsiteX6" fmla="*/ 2399 w 56977"/>
                        <a:gd name="connsiteY6" fmla="*/ 51530 h 147012"/>
                        <a:gd name="connsiteX7" fmla="*/ 9638 w 56977"/>
                        <a:gd name="connsiteY7" fmla="*/ 80391 h 147012"/>
                        <a:gd name="connsiteX8" fmla="*/ 19639 w 56977"/>
                        <a:gd name="connsiteY8" fmla="*/ 108775 h 147012"/>
                        <a:gd name="connsiteX9" fmla="*/ 28878 w 56977"/>
                        <a:gd name="connsiteY9" fmla="*/ 126492 h 147012"/>
                        <a:gd name="connsiteX10" fmla="*/ 39546 w 56977"/>
                        <a:gd name="connsiteY10" fmla="*/ 139351 h 147012"/>
                        <a:gd name="connsiteX11" fmla="*/ 56691 w 56977"/>
                        <a:gd name="connsiteY11" fmla="*/ 146114 h 147012"/>
                        <a:gd name="connsiteX12" fmla="*/ 56977 w 56977"/>
                        <a:gd name="connsiteY12" fmla="*/ 145923 h 147012"/>
                        <a:gd name="connsiteX13" fmla="*/ 44499 w 56977"/>
                        <a:gd name="connsiteY13" fmla="*/ 125063 h 147012"/>
                        <a:gd name="connsiteX14" fmla="*/ 34689 w 56977"/>
                        <a:gd name="connsiteY14" fmla="*/ 103251 h 147012"/>
                        <a:gd name="connsiteX15" fmla="*/ 26402 w 56977"/>
                        <a:gd name="connsiteY15" fmla="*/ 81058 h 147012"/>
                        <a:gd name="connsiteX16" fmla="*/ 18877 w 56977"/>
                        <a:gd name="connsiteY16" fmla="*/ 58388 h 147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56977" h="147012">
                          <a:moveTo>
                            <a:pt x="18877" y="58388"/>
                          </a:moveTo>
                          <a:cubicBezTo>
                            <a:pt x="15448" y="47530"/>
                            <a:pt x="13162" y="36195"/>
                            <a:pt x="12972" y="25908"/>
                          </a:cubicBezTo>
                          <a:cubicBezTo>
                            <a:pt x="12400" y="15621"/>
                            <a:pt x="13829" y="6477"/>
                            <a:pt x="16210" y="0"/>
                          </a:cubicBezTo>
                          <a:lnTo>
                            <a:pt x="10876" y="571"/>
                          </a:lnTo>
                          <a:cubicBezTo>
                            <a:pt x="6399" y="1048"/>
                            <a:pt x="2970" y="6858"/>
                            <a:pt x="1065" y="16097"/>
                          </a:cubicBezTo>
                          <a:cubicBezTo>
                            <a:pt x="208" y="20764"/>
                            <a:pt x="-78" y="26194"/>
                            <a:pt x="18" y="32195"/>
                          </a:cubicBezTo>
                          <a:cubicBezTo>
                            <a:pt x="18" y="38195"/>
                            <a:pt x="970" y="44768"/>
                            <a:pt x="2399" y="51530"/>
                          </a:cubicBezTo>
                          <a:cubicBezTo>
                            <a:pt x="4209" y="61246"/>
                            <a:pt x="7066" y="70771"/>
                            <a:pt x="9638" y="80391"/>
                          </a:cubicBezTo>
                          <a:cubicBezTo>
                            <a:pt x="12781" y="89916"/>
                            <a:pt x="15639" y="99441"/>
                            <a:pt x="19639" y="108775"/>
                          </a:cubicBezTo>
                          <a:cubicBezTo>
                            <a:pt x="22116" y="115348"/>
                            <a:pt x="25449" y="121348"/>
                            <a:pt x="28878" y="126492"/>
                          </a:cubicBezTo>
                          <a:cubicBezTo>
                            <a:pt x="32117" y="131731"/>
                            <a:pt x="35927" y="136112"/>
                            <a:pt x="39546" y="139351"/>
                          </a:cubicBezTo>
                          <a:cubicBezTo>
                            <a:pt x="46500" y="146114"/>
                            <a:pt x="53072" y="148495"/>
                            <a:pt x="56691" y="146114"/>
                          </a:cubicBezTo>
                          <a:lnTo>
                            <a:pt x="56977" y="145923"/>
                          </a:lnTo>
                          <a:cubicBezTo>
                            <a:pt x="52215" y="139255"/>
                            <a:pt x="48309" y="132112"/>
                            <a:pt x="44499" y="125063"/>
                          </a:cubicBezTo>
                          <a:cubicBezTo>
                            <a:pt x="41070" y="117824"/>
                            <a:pt x="37451" y="110776"/>
                            <a:pt x="34689" y="103251"/>
                          </a:cubicBezTo>
                          <a:cubicBezTo>
                            <a:pt x="31641" y="95917"/>
                            <a:pt x="28974" y="88487"/>
                            <a:pt x="26402" y="81058"/>
                          </a:cubicBezTo>
                          <a:cubicBezTo>
                            <a:pt x="23640" y="73628"/>
                            <a:pt x="21735" y="65913"/>
                            <a:pt x="18877" y="5838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9" name="Forme libre : forme 14218">
                      <a:extLst>
                        <a:ext uri="{FF2B5EF4-FFF2-40B4-BE49-F238E27FC236}">
                          <a16:creationId xmlns:a16="http://schemas.microsoft.com/office/drawing/2014/main" id="{B759B61A-8A81-4B60-95F0-D01DA8D37E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127" y="4833987"/>
                      <a:ext cx="27077" cy="65486"/>
                    </a:xfrm>
                    <a:custGeom>
                      <a:avLst/>
                      <a:gdLst>
                        <a:gd name="connsiteX0" fmla="*/ 25259 w 27077"/>
                        <a:gd name="connsiteY0" fmla="*/ 65291 h 65486"/>
                        <a:gd name="connsiteX1" fmla="*/ 15639 w 27077"/>
                        <a:gd name="connsiteY1" fmla="*/ 58433 h 65486"/>
                        <a:gd name="connsiteX2" fmla="*/ 4590 w 27077"/>
                        <a:gd name="connsiteY2" fmla="*/ 35859 h 65486"/>
                        <a:gd name="connsiteX3" fmla="*/ 1066 w 27077"/>
                        <a:gd name="connsiteY3" fmla="*/ 22524 h 65486"/>
                        <a:gd name="connsiteX4" fmla="*/ 18 w 27077"/>
                        <a:gd name="connsiteY4" fmla="*/ 11285 h 65486"/>
                        <a:gd name="connsiteX5" fmla="*/ 3447 w 27077"/>
                        <a:gd name="connsiteY5" fmla="*/ 45 h 65486"/>
                        <a:gd name="connsiteX6" fmla="*/ 11543 w 27077"/>
                        <a:gd name="connsiteY6" fmla="*/ 8427 h 65486"/>
                        <a:gd name="connsiteX7" fmla="*/ 16020 w 27077"/>
                        <a:gd name="connsiteY7" fmla="*/ 18333 h 65486"/>
                        <a:gd name="connsiteX8" fmla="*/ 20497 w 27077"/>
                        <a:gd name="connsiteY8" fmla="*/ 30620 h 65486"/>
                        <a:gd name="connsiteX9" fmla="*/ 26497 w 27077"/>
                        <a:gd name="connsiteY9" fmla="*/ 53766 h 65486"/>
                        <a:gd name="connsiteX10" fmla="*/ 25259 w 27077"/>
                        <a:gd name="connsiteY10" fmla="*/ 65291 h 65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077" h="65486">
                          <a:moveTo>
                            <a:pt x="25259" y="65291"/>
                          </a:moveTo>
                          <a:cubicBezTo>
                            <a:pt x="23259" y="66244"/>
                            <a:pt x="19544" y="63672"/>
                            <a:pt x="15639" y="58433"/>
                          </a:cubicBezTo>
                          <a:cubicBezTo>
                            <a:pt x="12020" y="53099"/>
                            <a:pt x="7352" y="45289"/>
                            <a:pt x="4590" y="35859"/>
                          </a:cubicBezTo>
                          <a:cubicBezTo>
                            <a:pt x="3161" y="31192"/>
                            <a:pt x="1733" y="26715"/>
                            <a:pt x="1066" y="22524"/>
                          </a:cubicBezTo>
                          <a:cubicBezTo>
                            <a:pt x="399" y="18333"/>
                            <a:pt x="18" y="14523"/>
                            <a:pt x="18" y="11285"/>
                          </a:cubicBezTo>
                          <a:cubicBezTo>
                            <a:pt x="-172" y="4808"/>
                            <a:pt x="1161" y="521"/>
                            <a:pt x="3447" y="45"/>
                          </a:cubicBezTo>
                          <a:cubicBezTo>
                            <a:pt x="5733" y="-431"/>
                            <a:pt x="8400" y="2902"/>
                            <a:pt x="11543" y="8427"/>
                          </a:cubicBezTo>
                          <a:cubicBezTo>
                            <a:pt x="13067" y="11189"/>
                            <a:pt x="14591" y="14618"/>
                            <a:pt x="16020" y="18333"/>
                          </a:cubicBezTo>
                          <a:cubicBezTo>
                            <a:pt x="17449" y="22143"/>
                            <a:pt x="19163" y="26239"/>
                            <a:pt x="20497" y="30620"/>
                          </a:cubicBezTo>
                          <a:cubicBezTo>
                            <a:pt x="23069" y="39574"/>
                            <a:pt x="25736" y="47479"/>
                            <a:pt x="26497" y="53766"/>
                          </a:cubicBezTo>
                          <a:cubicBezTo>
                            <a:pt x="27450" y="59957"/>
                            <a:pt x="27355" y="64243"/>
                            <a:pt x="25259" y="65291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0" name="Forme libre : forme 14219">
                      <a:extLst>
                        <a:ext uri="{FF2B5EF4-FFF2-40B4-BE49-F238E27FC236}">
                          <a16:creationId xmlns:a16="http://schemas.microsoft.com/office/drawing/2014/main" id="{D04608ED-A307-48D7-AC1D-3877B2DF2F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127" y="4833895"/>
                      <a:ext cx="13734" cy="50524"/>
                    </a:xfrm>
                    <a:custGeom>
                      <a:avLst/>
                      <a:gdLst>
                        <a:gd name="connsiteX0" fmla="*/ 13734 w 13734"/>
                        <a:gd name="connsiteY0" fmla="*/ 12996 h 50524"/>
                        <a:gd name="connsiteX1" fmla="*/ 3447 w 13734"/>
                        <a:gd name="connsiteY1" fmla="*/ 42 h 50524"/>
                        <a:gd name="connsiteX2" fmla="*/ 18 w 13734"/>
                        <a:gd name="connsiteY2" fmla="*/ 11282 h 50524"/>
                        <a:gd name="connsiteX3" fmla="*/ 1066 w 13734"/>
                        <a:gd name="connsiteY3" fmla="*/ 22521 h 50524"/>
                        <a:gd name="connsiteX4" fmla="*/ 4590 w 13734"/>
                        <a:gd name="connsiteY4" fmla="*/ 35857 h 50524"/>
                        <a:gd name="connsiteX5" fmla="*/ 10781 w 13734"/>
                        <a:gd name="connsiteY5" fmla="*/ 50525 h 50524"/>
                        <a:gd name="connsiteX6" fmla="*/ 8114 w 13734"/>
                        <a:gd name="connsiteY6" fmla="*/ 42143 h 50524"/>
                        <a:gd name="connsiteX7" fmla="*/ 7638 w 13734"/>
                        <a:gd name="connsiteY7" fmla="*/ 21759 h 50524"/>
                        <a:gd name="connsiteX8" fmla="*/ 13734 w 13734"/>
                        <a:gd name="connsiteY8" fmla="*/ 12996 h 50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734" h="50524">
                          <a:moveTo>
                            <a:pt x="13734" y="12996"/>
                          </a:moveTo>
                          <a:cubicBezTo>
                            <a:pt x="9924" y="4710"/>
                            <a:pt x="6209" y="-529"/>
                            <a:pt x="3447" y="42"/>
                          </a:cubicBezTo>
                          <a:cubicBezTo>
                            <a:pt x="1161" y="519"/>
                            <a:pt x="-172" y="4805"/>
                            <a:pt x="18" y="11282"/>
                          </a:cubicBezTo>
                          <a:cubicBezTo>
                            <a:pt x="113" y="14520"/>
                            <a:pt x="494" y="18331"/>
                            <a:pt x="1066" y="22521"/>
                          </a:cubicBezTo>
                          <a:cubicBezTo>
                            <a:pt x="1733" y="26712"/>
                            <a:pt x="3066" y="31189"/>
                            <a:pt x="4590" y="35857"/>
                          </a:cubicBezTo>
                          <a:cubicBezTo>
                            <a:pt x="6209" y="41381"/>
                            <a:pt x="8400" y="46334"/>
                            <a:pt x="10781" y="50525"/>
                          </a:cubicBezTo>
                          <a:cubicBezTo>
                            <a:pt x="9734" y="47763"/>
                            <a:pt x="8781" y="45000"/>
                            <a:pt x="8114" y="42143"/>
                          </a:cubicBezTo>
                          <a:cubicBezTo>
                            <a:pt x="6971" y="34333"/>
                            <a:pt x="6686" y="27093"/>
                            <a:pt x="7638" y="21759"/>
                          </a:cubicBezTo>
                          <a:cubicBezTo>
                            <a:pt x="8781" y="16521"/>
                            <a:pt x="10877" y="13187"/>
                            <a:pt x="13734" y="12996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1" name="Forme libre : forme 14220">
                      <a:extLst>
                        <a:ext uri="{FF2B5EF4-FFF2-40B4-BE49-F238E27FC236}">
                          <a16:creationId xmlns:a16="http://schemas.microsoft.com/office/drawing/2014/main" id="{106A9677-1772-4921-A2D8-2BC452B82E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9091" y="4837701"/>
                      <a:ext cx="27884" cy="65803"/>
                    </a:xfrm>
                    <a:custGeom>
                      <a:avLst/>
                      <a:gdLst>
                        <a:gd name="connsiteX0" fmla="*/ 26105 w 27884"/>
                        <a:gd name="connsiteY0" fmla="*/ 65578 h 65803"/>
                        <a:gd name="connsiteX1" fmla="*/ 16294 w 27884"/>
                        <a:gd name="connsiteY1" fmla="*/ 58720 h 65803"/>
                        <a:gd name="connsiteX2" fmla="*/ 10389 w 27884"/>
                        <a:gd name="connsiteY2" fmla="*/ 48910 h 65803"/>
                        <a:gd name="connsiteX3" fmla="*/ 4864 w 27884"/>
                        <a:gd name="connsiteY3" fmla="*/ 36146 h 65803"/>
                        <a:gd name="connsiteX4" fmla="*/ 6 w 27884"/>
                        <a:gd name="connsiteY4" fmla="*/ 11381 h 65803"/>
                        <a:gd name="connsiteX5" fmla="*/ 3245 w 27884"/>
                        <a:gd name="connsiteY5" fmla="*/ 46 h 65803"/>
                        <a:gd name="connsiteX6" fmla="*/ 11532 w 27884"/>
                        <a:gd name="connsiteY6" fmla="*/ 8428 h 65803"/>
                        <a:gd name="connsiteX7" fmla="*/ 20676 w 27884"/>
                        <a:gd name="connsiteY7" fmla="*/ 30717 h 65803"/>
                        <a:gd name="connsiteX8" fmla="*/ 24581 w 27884"/>
                        <a:gd name="connsiteY8" fmla="*/ 43290 h 65803"/>
                        <a:gd name="connsiteX9" fmla="*/ 26962 w 27884"/>
                        <a:gd name="connsiteY9" fmla="*/ 53958 h 65803"/>
                        <a:gd name="connsiteX10" fmla="*/ 26105 w 27884"/>
                        <a:gd name="connsiteY10" fmla="*/ 65578 h 658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884" h="65803">
                          <a:moveTo>
                            <a:pt x="26105" y="65578"/>
                          </a:moveTo>
                          <a:cubicBezTo>
                            <a:pt x="24009" y="66626"/>
                            <a:pt x="20485" y="63959"/>
                            <a:pt x="16294" y="58720"/>
                          </a:cubicBezTo>
                          <a:cubicBezTo>
                            <a:pt x="14199" y="56148"/>
                            <a:pt x="12389" y="52719"/>
                            <a:pt x="10389" y="48910"/>
                          </a:cubicBezTo>
                          <a:cubicBezTo>
                            <a:pt x="8484" y="45099"/>
                            <a:pt x="6293" y="40813"/>
                            <a:pt x="4864" y="36146"/>
                          </a:cubicBezTo>
                          <a:cubicBezTo>
                            <a:pt x="1721" y="26811"/>
                            <a:pt x="6" y="18049"/>
                            <a:pt x="6" y="11381"/>
                          </a:cubicBezTo>
                          <a:cubicBezTo>
                            <a:pt x="-89" y="4809"/>
                            <a:pt x="864" y="618"/>
                            <a:pt x="3245" y="46"/>
                          </a:cubicBezTo>
                          <a:cubicBezTo>
                            <a:pt x="5436" y="-430"/>
                            <a:pt x="8484" y="2808"/>
                            <a:pt x="11532" y="8428"/>
                          </a:cubicBezTo>
                          <a:cubicBezTo>
                            <a:pt x="14389" y="14048"/>
                            <a:pt x="17723" y="21858"/>
                            <a:pt x="20676" y="30717"/>
                          </a:cubicBezTo>
                          <a:cubicBezTo>
                            <a:pt x="22009" y="35193"/>
                            <a:pt x="23629" y="39289"/>
                            <a:pt x="24581" y="43290"/>
                          </a:cubicBezTo>
                          <a:cubicBezTo>
                            <a:pt x="25724" y="47195"/>
                            <a:pt x="26296" y="50910"/>
                            <a:pt x="26962" y="53958"/>
                          </a:cubicBezTo>
                          <a:cubicBezTo>
                            <a:pt x="28391" y="60149"/>
                            <a:pt x="28200" y="64530"/>
                            <a:pt x="26105" y="6557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2" name="Forme libre : forme 14221">
                      <a:extLst>
                        <a:ext uri="{FF2B5EF4-FFF2-40B4-BE49-F238E27FC236}">
                          <a16:creationId xmlns:a16="http://schemas.microsoft.com/office/drawing/2014/main" id="{88EC5C07-5344-4653-A4F6-082C40C246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6610" y="4803947"/>
                      <a:ext cx="27719" cy="87945"/>
                    </a:xfrm>
                    <a:custGeom>
                      <a:avLst/>
                      <a:gdLst>
                        <a:gd name="connsiteX0" fmla="*/ 10583 w 27719"/>
                        <a:gd name="connsiteY0" fmla="*/ 1415 h 87945"/>
                        <a:gd name="connsiteX1" fmla="*/ 3153 w 27719"/>
                        <a:gd name="connsiteY1" fmla="*/ 4939 h 87945"/>
                        <a:gd name="connsiteX2" fmla="*/ 1820 w 27719"/>
                        <a:gd name="connsiteY2" fmla="*/ 41706 h 87945"/>
                        <a:gd name="connsiteX3" fmla="*/ 13917 w 27719"/>
                        <a:gd name="connsiteY3" fmla="*/ 77806 h 87945"/>
                        <a:gd name="connsiteX4" fmla="*/ 25347 w 27719"/>
                        <a:gd name="connsiteY4" fmla="*/ 86378 h 87945"/>
                        <a:gd name="connsiteX5" fmla="*/ 24394 w 27719"/>
                        <a:gd name="connsiteY5" fmla="*/ 73424 h 87945"/>
                        <a:gd name="connsiteX6" fmla="*/ 24585 w 27719"/>
                        <a:gd name="connsiteY6" fmla="*/ 42563 h 87945"/>
                        <a:gd name="connsiteX7" fmla="*/ 25918 w 27719"/>
                        <a:gd name="connsiteY7" fmla="*/ 7892 h 87945"/>
                        <a:gd name="connsiteX8" fmla="*/ 10583 w 27719"/>
                        <a:gd name="connsiteY8" fmla="*/ 1415 h 87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719" h="87945">
                          <a:moveTo>
                            <a:pt x="10583" y="1415"/>
                          </a:moveTo>
                          <a:cubicBezTo>
                            <a:pt x="7916" y="1606"/>
                            <a:pt x="5154" y="1796"/>
                            <a:pt x="3153" y="4939"/>
                          </a:cubicBezTo>
                          <a:cubicBezTo>
                            <a:pt x="-847" y="10940"/>
                            <a:pt x="-752" y="26656"/>
                            <a:pt x="1820" y="41706"/>
                          </a:cubicBezTo>
                          <a:cubicBezTo>
                            <a:pt x="3915" y="54184"/>
                            <a:pt x="8107" y="67614"/>
                            <a:pt x="13917" y="77806"/>
                          </a:cubicBezTo>
                          <a:cubicBezTo>
                            <a:pt x="18489" y="85330"/>
                            <a:pt x="24013" y="90760"/>
                            <a:pt x="25347" y="86378"/>
                          </a:cubicBezTo>
                          <a:cubicBezTo>
                            <a:pt x="26204" y="83711"/>
                            <a:pt x="25251" y="78282"/>
                            <a:pt x="24394" y="73424"/>
                          </a:cubicBezTo>
                          <a:cubicBezTo>
                            <a:pt x="23061" y="61804"/>
                            <a:pt x="22965" y="51421"/>
                            <a:pt x="24585" y="42563"/>
                          </a:cubicBezTo>
                          <a:cubicBezTo>
                            <a:pt x="25632" y="35038"/>
                            <a:pt x="30204" y="21322"/>
                            <a:pt x="25918" y="7892"/>
                          </a:cubicBezTo>
                          <a:cubicBezTo>
                            <a:pt x="22299" y="-4205"/>
                            <a:pt x="14298" y="1129"/>
                            <a:pt x="10583" y="141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3" name="Forme libre : forme 14222">
                      <a:extLst>
                        <a:ext uri="{FF2B5EF4-FFF2-40B4-BE49-F238E27FC236}">
                          <a16:creationId xmlns:a16="http://schemas.microsoft.com/office/drawing/2014/main" id="{EE9A36CA-8BCE-4127-87FB-7F7D9CE386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944" y="4818093"/>
                      <a:ext cx="12637" cy="26004"/>
                    </a:xfrm>
                    <a:custGeom>
                      <a:avLst/>
                      <a:gdLst>
                        <a:gd name="connsiteX0" fmla="*/ 3155 w 12637"/>
                        <a:gd name="connsiteY0" fmla="*/ 1271 h 26004"/>
                        <a:gd name="connsiteX1" fmla="*/ 1060 w 12637"/>
                        <a:gd name="connsiteY1" fmla="*/ 33 h 26004"/>
                        <a:gd name="connsiteX2" fmla="*/ 12 w 12637"/>
                        <a:gd name="connsiteY2" fmla="*/ 2891 h 26004"/>
                        <a:gd name="connsiteX3" fmla="*/ 1060 w 12637"/>
                        <a:gd name="connsiteY3" fmla="*/ 7748 h 26004"/>
                        <a:gd name="connsiteX4" fmla="*/ 5156 w 12637"/>
                        <a:gd name="connsiteY4" fmla="*/ 19178 h 26004"/>
                        <a:gd name="connsiteX5" fmla="*/ 7251 w 12637"/>
                        <a:gd name="connsiteY5" fmla="*/ 23083 h 26004"/>
                        <a:gd name="connsiteX6" fmla="*/ 11633 w 12637"/>
                        <a:gd name="connsiteY6" fmla="*/ 18321 h 26004"/>
                        <a:gd name="connsiteX7" fmla="*/ 3155 w 12637"/>
                        <a:gd name="connsiteY7" fmla="*/ 1271 h 26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637" h="26004">
                          <a:moveTo>
                            <a:pt x="3155" y="1271"/>
                          </a:moveTo>
                          <a:cubicBezTo>
                            <a:pt x="2393" y="509"/>
                            <a:pt x="1727" y="-158"/>
                            <a:pt x="1060" y="33"/>
                          </a:cubicBezTo>
                          <a:cubicBezTo>
                            <a:pt x="393" y="128"/>
                            <a:pt x="-83" y="1176"/>
                            <a:pt x="12" y="2891"/>
                          </a:cubicBezTo>
                          <a:cubicBezTo>
                            <a:pt x="107" y="4414"/>
                            <a:pt x="584" y="6224"/>
                            <a:pt x="1060" y="7748"/>
                          </a:cubicBezTo>
                          <a:cubicBezTo>
                            <a:pt x="2298" y="11749"/>
                            <a:pt x="3632" y="15654"/>
                            <a:pt x="5156" y="19178"/>
                          </a:cubicBezTo>
                          <a:cubicBezTo>
                            <a:pt x="5822" y="20607"/>
                            <a:pt x="6584" y="22036"/>
                            <a:pt x="7251" y="23083"/>
                          </a:cubicBezTo>
                          <a:cubicBezTo>
                            <a:pt x="10394" y="27560"/>
                            <a:pt x="14585" y="27560"/>
                            <a:pt x="11633" y="18321"/>
                          </a:cubicBezTo>
                          <a:cubicBezTo>
                            <a:pt x="9632" y="11177"/>
                            <a:pt x="6108" y="4414"/>
                            <a:pt x="3155" y="127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4" name="Forme libre : forme 14223">
                      <a:extLst>
                        <a:ext uri="{FF2B5EF4-FFF2-40B4-BE49-F238E27FC236}">
                          <a16:creationId xmlns:a16="http://schemas.microsoft.com/office/drawing/2014/main" id="{87282132-5E86-4E1F-99A4-595EBC02CA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431" y="4892611"/>
                      <a:ext cx="34766" cy="32596"/>
                    </a:xfrm>
                    <a:custGeom>
                      <a:avLst/>
                      <a:gdLst>
                        <a:gd name="connsiteX0" fmla="*/ 34766 w 34766"/>
                        <a:gd name="connsiteY0" fmla="*/ 31814 h 32596"/>
                        <a:gd name="connsiteX1" fmla="*/ 26575 w 34766"/>
                        <a:gd name="connsiteY1" fmla="*/ 31242 h 32596"/>
                        <a:gd name="connsiteX2" fmla="*/ 15145 w 34766"/>
                        <a:gd name="connsiteY2" fmla="*/ 22575 h 32596"/>
                        <a:gd name="connsiteX3" fmla="*/ 0 w 34766"/>
                        <a:gd name="connsiteY3" fmla="*/ 0 h 32596"/>
                        <a:gd name="connsiteX4" fmla="*/ 2953 w 34766"/>
                        <a:gd name="connsiteY4" fmla="*/ 5049 h 32596"/>
                        <a:gd name="connsiteX5" fmla="*/ 11144 w 34766"/>
                        <a:gd name="connsiteY5" fmla="*/ 16097 h 32596"/>
                        <a:gd name="connsiteX6" fmla="*/ 22670 w 34766"/>
                        <a:gd name="connsiteY6" fmla="*/ 26861 h 32596"/>
                        <a:gd name="connsiteX7" fmla="*/ 34766 w 34766"/>
                        <a:gd name="connsiteY7" fmla="*/ 31814 h 32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4766" h="32596">
                          <a:moveTo>
                            <a:pt x="34766" y="31814"/>
                          </a:moveTo>
                          <a:cubicBezTo>
                            <a:pt x="34766" y="31814"/>
                            <a:pt x="32385" y="33909"/>
                            <a:pt x="26575" y="31242"/>
                          </a:cubicBezTo>
                          <a:cubicBezTo>
                            <a:pt x="23717" y="29909"/>
                            <a:pt x="19908" y="27337"/>
                            <a:pt x="15145" y="22575"/>
                          </a:cubicBezTo>
                          <a:cubicBezTo>
                            <a:pt x="11049" y="17622"/>
                            <a:pt x="5144" y="10573"/>
                            <a:pt x="0" y="0"/>
                          </a:cubicBezTo>
                          <a:cubicBezTo>
                            <a:pt x="0" y="0"/>
                            <a:pt x="1048" y="1810"/>
                            <a:pt x="2953" y="5049"/>
                          </a:cubicBezTo>
                          <a:cubicBezTo>
                            <a:pt x="4763" y="8097"/>
                            <a:pt x="7811" y="12097"/>
                            <a:pt x="11144" y="16097"/>
                          </a:cubicBezTo>
                          <a:cubicBezTo>
                            <a:pt x="14383" y="20098"/>
                            <a:pt x="18383" y="24099"/>
                            <a:pt x="22670" y="26861"/>
                          </a:cubicBezTo>
                          <a:cubicBezTo>
                            <a:pt x="26861" y="29813"/>
                            <a:pt x="31052" y="31718"/>
                            <a:pt x="34766" y="3181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5" name="Forme libre : forme 14224">
                      <a:extLst>
                        <a:ext uri="{FF2B5EF4-FFF2-40B4-BE49-F238E27FC236}">
                          <a16:creationId xmlns:a16="http://schemas.microsoft.com/office/drawing/2014/main" id="{B0EEC82F-07D8-4B0C-B4F0-796D0F0B6A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1669" y="4785455"/>
                      <a:ext cx="23145" cy="43148"/>
                    </a:xfrm>
                    <a:custGeom>
                      <a:avLst/>
                      <a:gdLst>
                        <a:gd name="connsiteX0" fmla="*/ 23146 w 23145"/>
                        <a:gd name="connsiteY0" fmla="*/ 43148 h 43148"/>
                        <a:gd name="connsiteX1" fmla="*/ 21527 w 23145"/>
                        <a:gd name="connsiteY1" fmla="*/ 36957 h 43148"/>
                        <a:gd name="connsiteX2" fmla="*/ 17145 w 23145"/>
                        <a:gd name="connsiteY2" fmla="*/ 22955 h 43148"/>
                        <a:gd name="connsiteX3" fmla="*/ 10096 w 23145"/>
                        <a:gd name="connsiteY3" fmla="*/ 8191 h 43148"/>
                        <a:gd name="connsiteX4" fmla="*/ 0 w 23145"/>
                        <a:gd name="connsiteY4" fmla="*/ 0 h 43148"/>
                        <a:gd name="connsiteX5" fmla="*/ 8096 w 23145"/>
                        <a:gd name="connsiteY5" fmla="*/ 8191 h 43148"/>
                        <a:gd name="connsiteX6" fmla="*/ 15526 w 23145"/>
                        <a:gd name="connsiteY6" fmla="*/ 21431 h 43148"/>
                        <a:gd name="connsiteX7" fmla="*/ 23146 w 23145"/>
                        <a:gd name="connsiteY7" fmla="*/ 43148 h 43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145" h="43148">
                          <a:moveTo>
                            <a:pt x="23146" y="43148"/>
                          </a:moveTo>
                          <a:cubicBezTo>
                            <a:pt x="23146" y="43148"/>
                            <a:pt x="22574" y="40672"/>
                            <a:pt x="21527" y="36957"/>
                          </a:cubicBezTo>
                          <a:cubicBezTo>
                            <a:pt x="20479" y="33242"/>
                            <a:pt x="18860" y="28194"/>
                            <a:pt x="17145" y="22955"/>
                          </a:cubicBezTo>
                          <a:cubicBezTo>
                            <a:pt x="15335" y="17716"/>
                            <a:pt x="12859" y="12478"/>
                            <a:pt x="10096" y="8191"/>
                          </a:cubicBezTo>
                          <a:cubicBezTo>
                            <a:pt x="7334" y="3905"/>
                            <a:pt x="4001" y="762"/>
                            <a:pt x="0" y="0"/>
                          </a:cubicBezTo>
                          <a:cubicBezTo>
                            <a:pt x="0" y="0"/>
                            <a:pt x="3715" y="1810"/>
                            <a:pt x="8096" y="8191"/>
                          </a:cubicBezTo>
                          <a:cubicBezTo>
                            <a:pt x="10192" y="11430"/>
                            <a:pt x="13049" y="15621"/>
                            <a:pt x="15526" y="21431"/>
                          </a:cubicBezTo>
                          <a:cubicBezTo>
                            <a:pt x="18002" y="27146"/>
                            <a:pt x="20764" y="34290"/>
                            <a:pt x="23146" y="431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6" name="Forme libre : forme 14225">
                      <a:extLst>
                        <a:ext uri="{FF2B5EF4-FFF2-40B4-BE49-F238E27FC236}">
                          <a16:creationId xmlns:a16="http://schemas.microsoft.com/office/drawing/2014/main" id="{9F393A16-AAAF-479E-91B8-59397472BF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4174" y="4860200"/>
                      <a:ext cx="8618" cy="24698"/>
                    </a:xfrm>
                    <a:custGeom>
                      <a:avLst/>
                      <a:gdLst>
                        <a:gd name="connsiteX0" fmla="*/ 7212 w 8618"/>
                        <a:gd name="connsiteY0" fmla="*/ 24601 h 24698"/>
                        <a:gd name="connsiteX1" fmla="*/ 830 w 8618"/>
                        <a:gd name="connsiteY1" fmla="*/ 10789 h 24698"/>
                        <a:gd name="connsiteX2" fmla="*/ 1592 w 8618"/>
                        <a:gd name="connsiteY2" fmla="*/ 121 h 24698"/>
                        <a:gd name="connsiteX3" fmla="*/ 7308 w 8618"/>
                        <a:gd name="connsiteY3" fmla="*/ 14028 h 24698"/>
                        <a:gd name="connsiteX4" fmla="*/ 7212 w 8618"/>
                        <a:gd name="connsiteY4" fmla="*/ 24601 h 246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18" h="24698">
                          <a:moveTo>
                            <a:pt x="7212" y="24601"/>
                          </a:moveTo>
                          <a:cubicBezTo>
                            <a:pt x="5498" y="23743"/>
                            <a:pt x="2259" y="17647"/>
                            <a:pt x="830" y="10789"/>
                          </a:cubicBezTo>
                          <a:cubicBezTo>
                            <a:pt x="-503" y="3931"/>
                            <a:pt x="-217" y="-831"/>
                            <a:pt x="1592" y="121"/>
                          </a:cubicBezTo>
                          <a:cubicBezTo>
                            <a:pt x="3402" y="1074"/>
                            <a:pt x="5783" y="7265"/>
                            <a:pt x="7308" y="14028"/>
                          </a:cubicBezTo>
                          <a:cubicBezTo>
                            <a:pt x="9117" y="20600"/>
                            <a:pt x="9022" y="25458"/>
                            <a:pt x="7212" y="2460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7" name="Forme libre : forme 14226">
                      <a:extLst>
                        <a:ext uri="{FF2B5EF4-FFF2-40B4-BE49-F238E27FC236}">
                          <a16:creationId xmlns:a16="http://schemas.microsoft.com/office/drawing/2014/main" id="{CBCAA459-0C54-46A7-9851-3BA3C964B5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0407" y="4881333"/>
                      <a:ext cx="3393" cy="6649"/>
                    </a:xfrm>
                    <a:custGeom>
                      <a:avLst/>
                      <a:gdLst>
                        <a:gd name="connsiteX0" fmla="*/ 2979 w 3393"/>
                        <a:gd name="connsiteY0" fmla="*/ 6611 h 6649"/>
                        <a:gd name="connsiteX1" fmla="*/ 598 w 3393"/>
                        <a:gd name="connsiteY1" fmla="*/ 3753 h 6649"/>
                        <a:gd name="connsiteX2" fmla="*/ 407 w 3393"/>
                        <a:gd name="connsiteY2" fmla="*/ 39 h 6649"/>
                        <a:gd name="connsiteX3" fmla="*/ 2789 w 3393"/>
                        <a:gd name="connsiteY3" fmla="*/ 2897 h 6649"/>
                        <a:gd name="connsiteX4" fmla="*/ 2979 w 3393"/>
                        <a:gd name="connsiteY4" fmla="*/ 6611 h 6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93" h="6649">
                          <a:moveTo>
                            <a:pt x="2979" y="6611"/>
                          </a:moveTo>
                          <a:cubicBezTo>
                            <a:pt x="2408" y="6897"/>
                            <a:pt x="1265" y="5563"/>
                            <a:pt x="598" y="3753"/>
                          </a:cubicBezTo>
                          <a:cubicBezTo>
                            <a:pt x="-164" y="1944"/>
                            <a:pt x="-164" y="229"/>
                            <a:pt x="407" y="39"/>
                          </a:cubicBezTo>
                          <a:cubicBezTo>
                            <a:pt x="979" y="-247"/>
                            <a:pt x="2122" y="1087"/>
                            <a:pt x="2789" y="2897"/>
                          </a:cubicBezTo>
                          <a:cubicBezTo>
                            <a:pt x="3455" y="4706"/>
                            <a:pt x="3646" y="6421"/>
                            <a:pt x="2979" y="66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8" name="Forme libre : forme 14227">
                      <a:extLst>
                        <a:ext uri="{FF2B5EF4-FFF2-40B4-BE49-F238E27FC236}">
                          <a16:creationId xmlns:a16="http://schemas.microsoft.com/office/drawing/2014/main" id="{9BE99B01-5581-4D12-BDD5-ABFE17B5C9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6196" y="4856131"/>
                      <a:ext cx="16643" cy="60273"/>
                    </a:xfrm>
                    <a:custGeom>
                      <a:avLst/>
                      <a:gdLst>
                        <a:gd name="connsiteX0" fmla="*/ 16431 w 16643"/>
                        <a:gd name="connsiteY0" fmla="*/ 50577 h 60273"/>
                        <a:gd name="connsiteX1" fmla="*/ 9859 w 16643"/>
                        <a:gd name="connsiteY1" fmla="*/ 60007 h 60273"/>
                        <a:gd name="connsiteX2" fmla="*/ 4525 w 16643"/>
                        <a:gd name="connsiteY2" fmla="*/ 57150 h 60273"/>
                        <a:gd name="connsiteX3" fmla="*/ 2619 w 16643"/>
                        <a:gd name="connsiteY3" fmla="*/ 49339 h 60273"/>
                        <a:gd name="connsiteX4" fmla="*/ 4715 w 16643"/>
                        <a:gd name="connsiteY4" fmla="*/ 31241 h 60273"/>
                        <a:gd name="connsiteX5" fmla="*/ 3191 w 16643"/>
                        <a:gd name="connsiteY5" fmla="*/ 23526 h 60273"/>
                        <a:gd name="connsiteX6" fmla="*/ 810 w 16643"/>
                        <a:gd name="connsiteY6" fmla="*/ 12191 h 60273"/>
                        <a:gd name="connsiteX7" fmla="*/ 1858 w 16643"/>
                        <a:gd name="connsiteY7" fmla="*/ 476 h 60273"/>
                        <a:gd name="connsiteX8" fmla="*/ 9477 w 16643"/>
                        <a:gd name="connsiteY8" fmla="*/ 16763 h 60273"/>
                        <a:gd name="connsiteX9" fmla="*/ 12811 w 16643"/>
                        <a:gd name="connsiteY9" fmla="*/ 27146 h 60273"/>
                        <a:gd name="connsiteX10" fmla="*/ 15193 w 16643"/>
                        <a:gd name="connsiteY10" fmla="*/ 34670 h 60273"/>
                        <a:gd name="connsiteX11" fmla="*/ 16431 w 16643"/>
                        <a:gd name="connsiteY11" fmla="*/ 50577 h 60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6643" h="60273">
                          <a:moveTo>
                            <a:pt x="16431" y="50577"/>
                          </a:moveTo>
                          <a:cubicBezTo>
                            <a:pt x="15669" y="55721"/>
                            <a:pt x="13002" y="58483"/>
                            <a:pt x="9859" y="60007"/>
                          </a:cubicBezTo>
                          <a:cubicBezTo>
                            <a:pt x="8716" y="60578"/>
                            <a:pt x="6715" y="60483"/>
                            <a:pt x="4525" y="57150"/>
                          </a:cubicBezTo>
                          <a:cubicBezTo>
                            <a:pt x="2524" y="54197"/>
                            <a:pt x="2238" y="51244"/>
                            <a:pt x="2619" y="49339"/>
                          </a:cubicBezTo>
                          <a:cubicBezTo>
                            <a:pt x="3572" y="43529"/>
                            <a:pt x="5953" y="39623"/>
                            <a:pt x="4715" y="31241"/>
                          </a:cubicBezTo>
                          <a:cubicBezTo>
                            <a:pt x="4620" y="29908"/>
                            <a:pt x="3953" y="27050"/>
                            <a:pt x="3191" y="23526"/>
                          </a:cubicBezTo>
                          <a:cubicBezTo>
                            <a:pt x="2429" y="20002"/>
                            <a:pt x="1286" y="16002"/>
                            <a:pt x="810" y="12191"/>
                          </a:cubicBezTo>
                          <a:cubicBezTo>
                            <a:pt x="-238" y="4476"/>
                            <a:pt x="-619" y="-1810"/>
                            <a:pt x="1858" y="476"/>
                          </a:cubicBezTo>
                          <a:cubicBezTo>
                            <a:pt x="4525" y="2666"/>
                            <a:pt x="6715" y="9810"/>
                            <a:pt x="9477" y="16763"/>
                          </a:cubicBezTo>
                          <a:cubicBezTo>
                            <a:pt x="10716" y="20288"/>
                            <a:pt x="11954" y="23907"/>
                            <a:pt x="12811" y="27146"/>
                          </a:cubicBezTo>
                          <a:cubicBezTo>
                            <a:pt x="13859" y="30289"/>
                            <a:pt x="14716" y="32956"/>
                            <a:pt x="15193" y="34670"/>
                          </a:cubicBezTo>
                          <a:cubicBezTo>
                            <a:pt x="16621" y="41242"/>
                            <a:pt x="16907" y="46767"/>
                            <a:pt x="16431" y="5057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64" name="Graphique 1">
                    <a:extLst>
                      <a:ext uri="{FF2B5EF4-FFF2-40B4-BE49-F238E27FC236}">
                        <a16:creationId xmlns:a16="http://schemas.microsoft.com/office/drawing/2014/main" id="{31441E7F-B9CE-40F7-9873-FC628184146D}"/>
                      </a:ext>
                    </a:extLst>
                  </p:cNvPr>
                  <p:cNvGrpSpPr/>
                  <p:nvPr/>
                </p:nvGrpSpPr>
                <p:grpSpPr>
                  <a:xfrm>
                    <a:off x="3453366" y="4921818"/>
                    <a:ext cx="130749" cy="100428"/>
                    <a:chOff x="3453366" y="4921818"/>
                    <a:chExt cx="130749" cy="100428"/>
                  </a:xfrm>
                  <a:solidFill>
                    <a:schemeClr val="accent1"/>
                  </a:solidFill>
                </p:grpSpPr>
                <p:sp>
                  <p:nvSpPr>
                    <p:cNvPr id="14205" name="Forme libre : forme 14204">
                      <a:extLst>
                        <a:ext uri="{FF2B5EF4-FFF2-40B4-BE49-F238E27FC236}">
                          <a16:creationId xmlns:a16="http://schemas.microsoft.com/office/drawing/2014/main" id="{86903492-2D7A-4357-8F14-805E45DD98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3366" y="4921818"/>
                      <a:ext cx="130749" cy="100428"/>
                    </a:xfrm>
                    <a:custGeom>
                      <a:avLst/>
                      <a:gdLst>
                        <a:gd name="connsiteX0" fmla="*/ 75079 w 130749"/>
                        <a:gd name="connsiteY0" fmla="*/ 91284 h 100428"/>
                        <a:gd name="connsiteX1" fmla="*/ 61363 w 130749"/>
                        <a:gd name="connsiteY1" fmla="*/ 83950 h 100428"/>
                        <a:gd name="connsiteX2" fmla="*/ 48123 w 130749"/>
                        <a:gd name="connsiteY2" fmla="*/ 75758 h 100428"/>
                        <a:gd name="connsiteX3" fmla="*/ 23549 w 130749"/>
                        <a:gd name="connsiteY3" fmla="*/ 56517 h 100428"/>
                        <a:gd name="connsiteX4" fmla="*/ 10119 w 130749"/>
                        <a:gd name="connsiteY4" fmla="*/ 40992 h 100428"/>
                        <a:gd name="connsiteX5" fmla="*/ 2213 w 130749"/>
                        <a:gd name="connsiteY5" fmla="*/ 26038 h 100428"/>
                        <a:gd name="connsiteX6" fmla="*/ 2880 w 130749"/>
                        <a:gd name="connsiteY6" fmla="*/ 7559 h 100428"/>
                        <a:gd name="connsiteX7" fmla="*/ 12976 w 130749"/>
                        <a:gd name="connsiteY7" fmla="*/ 987 h 100428"/>
                        <a:gd name="connsiteX8" fmla="*/ 29549 w 130749"/>
                        <a:gd name="connsiteY8" fmla="*/ 5464 h 100428"/>
                        <a:gd name="connsiteX9" fmla="*/ 40789 w 130749"/>
                        <a:gd name="connsiteY9" fmla="*/ 13941 h 100428"/>
                        <a:gd name="connsiteX10" fmla="*/ 53076 w 130749"/>
                        <a:gd name="connsiteY10" fmla="*/ 24895 h 100428"/>
                        <a:gd name="connsiteX11" fmla="*/ 72412 w 130749"/>
                        <a:gd name="connsiteY11" fmla="*/ 40230 h 100428"/>
                        <a:gd name="connsiteX12" fmla="*/ 82890 w 130749"/>
                        <a:gd name="connsiteY12" fmla="*/ 46898 h 100428"/>
                        <a:gd name="connsiteX13" fmla="*/ 93843 w 130749"/>
                        <a:gd name="connsiteY13" fmla="*/ 52803 h 100428"/>
                        <a:gd name="connsiteX14" fmla="*/ 108607 w 130749"/>
                        <a:gd name="connsiteY14" fmla="*/ 60614 h 100428"/>
                        <a:gd name="connsiteX15" fmla="*/ 120609 w 130749"/>
                        <a:gd name="connsiteY15" fmla="*/ 68424 h 100428"/>
                        <a:gd name="connsiteX16" fmla="*/ 130610 w 130749"/>
                        <a:gd name="connsiteY16" fmla="*/ 82330 h 100428"/>
                        <a:gd name="connsiteX17" fmla="*/ 127848 w 130749"/>
                        <a:gd name="connsiteY17" fmla="*/ 93665 h 100428"/>
                        <a:gd name="connsiteX18" fmla="*/ 110798 w 130749"/>
                        <a:gd name="connsiteY18" fmla="*/ 100428 h 100428"/>
                        <a:gd name="connsiteX19" fmla="*/ 94224 w 130749"/>
                        <a:gd name="connsiteY19" fmla="*/ 98142 h 100428"/>
                        <a:gd name="connsiteX20" fmla="*/ 75079 w 130749"/>
                        <a:gd name="connsiteY20" fmla="*/ 91284 h 1004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30749" h="100428">
                          <a:moveTo>
                            <a:pt x="75079" y="91284"/>
                          </a:moveTo>
                          <a:cubicBezTo>
                            <a:pt x="70317" y="89379"/>
                            <a:pt x="65935" y="86426"/>
                            <a:pt x="61363" y="83950"/>
                          </a:cubicBezTo>
                          <a:cubicBezTo>
                            <a:pt x="56791" y="81474"/>
                            <a:pt x="52314" y="78806"/>
                            <a:pt x="48123" y="75758"/>
                          </a:cubicBezTo>
                          <a:cubicBezTo>
                            <a:pt x="39361" y="70139"/>
                            <a:pt x="31455" y="63280"/>
                            <a:pt x="23549" y="56517"/>
                          </a:cubicBezTo>
                          <a:cubicBezTo>
                            <a:pt x="18405" y="51374"/>
                            <a:pt x="13738" y="46136"/>
                            <a:pt x="10119" y="40992"/>
                          </a:cubicBezTo>
                          <a:cubicBezTo>
                            <a:pt x="6690" y="35658"/>
                            <a:pt x="4023" y="30514"/>
                            <a:pt x="2213" y="26038"/>
                          </a:cubicBezTo>
                          <a:cubicBezTo>
                            <a:pt x="-930" y="16703"/>
                            <a:pt x="-740" y="9845"/>
                            <a:pt x="2880" y="7559"/>
                          </a:cubicBezTo>
                          <a:lnTo>
                            <a:pt x="12976" y="987"/>
                          </a:lnTo>
                          <a:cubicBezTo>
                            <a:pt x="16691" y="-1394"/>
                            <a:pt x="22787" y="701"/>
                            <a:pt x="29549" y="5464"/>
                          </a:cubicBezTo>
                          <a:cubicBezTo>
                            <a:pt x="33169" y="7655"/>
                            <a:pt x="36979" y="10512"/>
                            <a:pt x="40789" y="13941"/>
                          </a:cubicBezTo>
                          <a:cubicBezTo>
                            <a:pt x="44790" y="17180"/>
                            <a:pt x="49076" y="20704"/>
                            <a:pt x="53076" y="24895"/>
                          </a:cubicBezTo>
                          <a:cubicBezTo>
                            <a:pt x="59363" y="30229"/>
                            <a:pt x="65459" y="35753"/>
                            <a:pt x="72412" y="40230"/>
                          </a:cubicBezTo>
                          <a:cubicBezTo>
                            <a:pt x="75651" y="42707"/>
                            <a:pt x="79270" y="44897"/>
                            <a:pt x="82890" y="46898"/>
                          </a:cubicBezTo>
                          <a:cubicBezTo>
                            <a:pt x="86509" y="48898"/>
                            <a:pt x="89938" y="51279"/>
                            <a:pt x="93843" y="52803"/>
                          </a:cubicBezTo>
                          <a:cubicBezTo>
                            <a:pt x="99273" y="55089"/>
                            <a:pt x="103940" y="58327"/>
                            <a:pt x="108607" y="60614"/>
                          </a:cubicBezTo>
                          <a:cubicBezTo>
                            <a:pt x="113179" y="63090"/>
                            <a:pt x="117275" y="65757"/>
                            <a:pt x="120609" y="68424"/>
                          </a:cubicBezTo>
                          <a:cubicBezTo>
                            <a:pt x="127562" y="73186"/>
                            <a:pt x="131562" y="78235"/>
                            <a:pt x="130610" y="82330"/>
                          </a:cubicBezTo>
                          <a:lnTo>
                            <a:pt x="127848" y="93665"/>
                          </a:lnTo>
                          <a:cubicBezTo>
                            <a:pt x="126895" y="97761"/>
                            <a:pt x="120513" y="100142"/>
                            <a:pt x="110798" y="100428"/>
                          </a:cubicBezTo>
                          <a:cubicBezTo>
                            <a:pt x="106036" y="100237"/>
                            <a:pt x="100416" y="99475"/>
                            <a:pt x="94224" y="98142"/>
                          </a:cubicBezTo>
                          <a:cubicBezTo>
                            <a:pt x="88033" y="97094"/>
                            <a:pt x="81747" y="94141"/>
                            <a:pt x="75079" y="91284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6" name="Forme libre : forme 14205">
                      <a:extLst>
                        <a:ext uri="{FF2B5EF4-FFF2-40B4-BE49-F238E27FC236}">
                          <a16:creationId xmlns:a16="http://schemas.microsoft.com/office/drawing/2014/main" id="{BB669FF7-3A09-4F54-A0C3-8A8FE85137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3423" y="4926520"/>
                      <a:ext cx="127980" cy="95726"/>
                    </a:xfrm>
                    <a:custGeom>
                      <a:avLst/>
                      <a:gdLst>
                        <a:gd name="connsiteX0" fmla="*/ 41208 w 127980"/>
                        <a:gd name="connsiteY0" fmla="*/ 48102 h 95726"/>
                        <a:gd name="connsiteX1" fmla="*/ 27968 w 127980"/>
                        <a:gd name="connsiteY1" fmla="*/ 36957 h 95726"/>
                        <a:gd name="connsiteX2" fmla="*/ 17491 w 127980"/>
                        <a:gd name="connsiteY2" fmla="*/ 24194 h 95726"/>
                        <a:gd name="connsiteX3" fmla="*/ 7299 w 127980"/>
                        <a:gd name="connsiteY3" fmla="*/ 0 h 95726"/>
                        <a:gd name="connsiteX4" fmla="*/ 2918 w 127980"/>
                        <a:gd name="connsiteY4" fmla="*/ 2858 h 95726"/>
                        <a:gd name="connsiteX5" fmla="*/ 2251 w 127980"/>
                        <a:gd name="connsiteY5" fmla="*/ 21336 h 95726"/>
                        <a:gd name="connsiteX6" fmla="*/ 10156 w 127980"/>
                        <a:gd name="connsiteY6" fmla="*/ 36291 h 95726"/>
                        <a:gd name="connsiteX7" fmla="*/ 23587 w 127980"/>
                        <a:gd name="connsiteY7" fmla="*/ 51816 h 95726"/>
                        <a:gd name="connsiteX8" fmla="*/ 48161 w 127980"/>
                        <a:gd name="connsiteY8" fmla="*/ 71057 h 95726"/>
                        <a:gd name="connsiteX9" fmla="*/ 61401 w 127980"/>
                        <a:gd name="connsiteY9" fmla="*/ 79248 h 95726"/>
                        <a:gd name="connsiteX10" fmla="*/ 75117 w 127980"/>
                        <a:gd name="connsiteY10" fmla="*/ 86583 h 95726"/>
                        <a:gd name="connsiteX11" fmla="*/ 94262 w 127980"/>
                        <a:gd name="connsiteY11" fmla="*/ 93441 h 95726"/>
                        <a:gd name="connsiteX12" fmla="*/ 110836 w 127980"/>
                        <a:gd name="connsiteY12" fmla="*/ 95727 h 95726"/>
                        <a:gd name="connsiteX13" fmla="*/ 127886 w 127980"/>
                        <a:gd name="connsiteY13" fmla="*/ 88964 h 95726"/>
                        <a:gd name="connsiteX14" fmla="*/ 127981 w 127980"/>
                        <a:gd name="connsiteY14" fmla="*/ 88583 h 95726"/>
                        <a:gd name="connsiteX15" fmla="*/ 104644 w 127980"/>
                        <a:gd name="connsiteY15" fmla="*/ 81915 h 95726"/>
                        <a:gd name="connsiteX16" fmla="*/ 82546 w 127980"/>
                        <a:gd name="connsiteY16" fmla="*/ 72676 h 95726"/>
                        <a:gd name="connsiteX17" fmla="*/ 61496 w 127980"/>
                        <a:gd name="connsiteY17" fmla="*/ 61341 h 95726"/>
                        <a:gd name="connsiteX18" fmla="*/ 41208 w 127980"/>
                        <a:gd name="connsiteY18" fmla="*/ 48102 h 95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27980" h="95726">
                          <a:moveTo>
                            <a:pt x="41208" y="48102"/>
                          </a:moveTo>
                          <a:cubicBezTo>
                            <a:pt x="36445" y="44768"/>
                            <a:pt x="31778" y="41148"/>
                            <a:pt x="27968" y="36957"/>
                          </a:cubicBezTo>
                          <a:cubicBezTo>
                            <a:pt x="24063" y="32861"/>
                            <a:pt x="20253" y="28766"/>
                            <a:pt x="17491" y="24194"/>
                          </a:cubicBezTo>
                          <a:cubicBezTo>
                            <a:pt x="11490" y="15526"/>
                            <a:pt x="8156" y="6763"/>
                            <a:pt x="7299" y="0"/>
                          </a:cubicBezTo>
                          <a:lnTo>
                            <a:pt x="2918" y="2858"/>
                          </a:lnTo>
                          <a:cubicBezTo>
                            <a:pt x="-702" y="5239"/>
                            <a:pt x="-988" y="12097"/>
                            <a:pt x="2251" y="21336"/>
                          </a:cubicBezTo>
                          <a:cubicBezTo>
                            <a:pt x="4061" y="25813"/>
                            <a:pt x="6728" y="30956"/>
                            <a:pt x="10156" y="36291"/>
                          </a:cubicBezTo>
                          <a:cubicBezTo>
                            <a:pt x="13776" y="41434"/>
                            <a:pt x="18443" y="46673"/>
                            <a:pt x="23587" y="51816"/>
                          </a:cubicBezTo>
                          <a:cubicBezTo>
                            <a:pt x="31493" y="58579"/>
                            <a:pt x="39398" y="65437"/>
                            <a:pt x="48161" y="71057"/>
                          </a:cubicBezTo>
                          <a:cubicBezTo>
                            <a:pt x="52352" y="74200"/>
                            <a:pt x="56829" y="76772"/>
                            <a:pt x="61401" y="79248"/>
                          </a:cubicBezTo>
                          <a:cubicBezTo>
                            <a:pt x="65973" y="81725"/>
                            <a:pt x="70354" y="84582"/>
                            <a:pt x="75117" y="86583"/>
                          </a:cubicBezTo>
                          <a:cubicBezTo>
                            <a:pt x="81785" y="89440"/>
                            <a:pt x="88071" y="92393"/>
                            <a:pt x="94262" y="93441"/>
                          </a:cubicBezTo>
                          <a:cubicBezTo>
                            <a:pt x="100358" y="94774"/>
                            <a:pt x="105978" y="95536"/>
                            <a:pt x="110836" y="95727"/>
                          </a:cubicBezTo>
                          <a:cubicBezTo>
                            <a:pt x="120551" y="95441"/>
                            <a:pt x="126933" y="93059"/>
                            <a:pt x="127886" y="88964"/>
                          </a:cubicBezTo>
                          <a:lnTo>
                            <a:pt x="127981" y="88583"/>
                          </a:lnTo>
                          <a:cubicBezTo>
                            <a:pt x="120075" y="86773"/>
                            <a:pt x="112169" y="84868"/>
                            <a:pt x="104644" y="81915"/>
                          </a:cubicBezTo>
                          <a:cubicBezTo>
                            <a:pt x="97025" y="79534"/>
                            <a:pt x="89786" y="76105"/>
                            <a:pt x="82546" y="72676"/>
                          </a:cubicBezTo>
                          <a:cubicBezTo>
                            <a:pt x="75308" y="69438"/>
                            <a:pt x="68545" y="65151"/>
                            <a:pt x="61496" y="61341"/>
                          </a:cubicBezTo>
                          <a:cubicBezTo>
                            <a:pt x="54829" y="56865"/>
                            <a:pt x="47590" y="53054"/>
                            <a:pt x="41208" y="48102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7" name="Forme libre : forme 14206">
                      <a:extLst>
                        <a:ext uri="{FF2B5EF4-FFF2-40B4-BE49-F238E27FC236}">
                          <a16:creationId xmlns:a16="http://schemas.microsoft.com/office/drawing/2014/main" id="{EDE846F1-F53C-407F-890B-8E3E13D1CA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3304" y="4964666"/>
                      <a:ext cx="59364" cy="38805"/>
                    </a:xfrm>
                    <a:custGeom>
                      <a:avLst/>
                      <a:gdLst>
                        <a:gd name="connsiteX0" fmla="*/ 59240 w 59364"/>
                        <a:gd name="connsiteY0" fmla="*/ 36816 h 38805"/>
                        <a:gd name="connsiteX1" fmla="*/ 47619 w 59364"/>
                        <a:gd name="connsiteY1" fmla="*/ 37959 h 38805"/>
                        <a:gd name="connsiteX2" fmla="*/ 36570 w 59364"/>
                        <a:gd name="connsiteY2" fmla="*/ 34720 h 38805"/>
                        <a:gd name="connsiteX3" fmla="*/ 24092 w 59364"/>
                        <a:gd name="connsiteY3" fmla="*/ 28339 h 38805"/>
                        <a:gd name="connsiteX4" fmla="*/ 12758 w 59364"/>
                        <a:gd name="connsiteY4" fmla="*/ 20052 h 38805"/>
                        <a:gd name="connsiteX5" fmla="*/ 4661 w 59364"/>
                        <a:gd name="connsiteY5" fmla="*/ 11860 h 38805"/>
                        <a:gd name="connsiteX6" fmla="*/ 566 w 59364"/>
                        <a:gd name="connsiteY6" fmla="*/ 811 h 38805"/>
                        <a:gd name="connsiteX7" fmla="*/ 11900 w 59364"/>
                        <a:gd name="connsiteY7" fmla="*/ 2907 h 38805"/>
                        <a:gd name="connsiteX8" fmla="*/ 21425 w 59364"/>
                        <a:gd name="connsiteY8" fmla="*/ 7860 h 38805"/>
                        <a:gd name="connsiteX9" fmla="*/ 32474 w 59364"/>
                        <a:gd name="connsiteY9" fmla="*/ 14432 h 38805"/>
                        <a:gd name="connsiteX10" fmla="*/ 43333 w 59364"/>
                        <a:gd name="connsiteY10" fmla="*/ 21385 h 38805"/>
                        <a:gd name="connsiteX11" fmla="*/ 52191 w 59364"/>
                        <a:gd name="connsiteY11" fmla="*/ 27386 h 38805"/>
                        <a:gd name="connsiteX12" fmla="*/ 59240 w 59364"/>
                        <a:gd name="connsiteY12" fmla="*/ 36816 h 38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9364" h="38805">
                          <a:moveTo>
                            <a:pt x="59240" y="36816"/>
                          </a:moveTo>
                          <a:cubicBezTo>
                            <a:pt x="58382" y="39007"/>
                            <a:pt x="54001" y="39388"/>
                            <a:pt x="47619" y="37959"/>
                          </a:cubicBezTo>
                          <a:cubicBezTo>
                            <a:pt x="44380" y="37292"/>
                            <a:pt x="40570" y="36245"/>
                            <a:pt x="36570" y="34720"/>
                          </a:cubicBezTo>
                          <a:cubicBezTo>
                            <a:pt x="32665" y="33006"/>
                            <a:pt x="28378" y="30815"/>
                            <a:pt x="24092" y="28339"/>
                          </a:cubicBezTo>
                          <a:cubicBezTo>
                            <a:pt x="19711" y="26053"/>
                            <a:pt x="16091" y="22814"/>
                            <a:pt x="12758" y="20052"/>
                          </a:cubicBezTo>
                          <a:cubicBezTo>
                            <a:pt x="9519" y="17195"/>
                            <a:pt x="6566" y="14623"/>
                            <a:pt x="4661" y="11860"/>
                          </a:cubicBezTo>
                          <a:cubicBezTo>
                            <a:pt x="661" y="6526"/>
                            <a:pt x="-958" y="2431"/>
                            <a:pt x="566" y="811"/>
                          </a:cubicBezTo>
                          <a:cubicBezTo>
                            <a:pt x="2090" y="-808"/>
                            <a:pt x="6376" y="49"/>
                            <a:pt x="11900" y="2907"/>
                          </a:cubicBezTo>
                          <a:cubicBezTo>
                            <a:pt x="14567" y="4431"/>
                            <a:pt x="17996" y="5860"/>
                            <a:pt x="21425" y="7860"/>
                          </a:cubicBezTo>
                          <a:cubicBezTo>
                            <a:pt x="24950" y="9670"/>
                            <a:pt x="28474" y="12337"/>
                            <a:pt x="32474" y="14432"/>
                          </a:cubicBezTo>
                          <a:cubicBezTo>
                            <a:pt x="36475" y="16718"/>
                            <a:pt x="40094" y="19099"/>
                            <a:pt x="43333" y="21385"/>
                          </a:cubicBezTo>
                          <a:cubicBezTo>
                            <a:pt x="46762" y="23481"/>
                            <a:pt x="49810" y="25481"/>
                            <a:pt x="52191" y="27386"/>
                          </a:cubicBezTo>
                          <a:cubicBezTo>
                            <a:pt x="57239" y="31482"/>
                            <a:pt x="60001" y="34816"/>
                            <a:pt x="59240" y="3681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8" name="Forme libre : forme 14207">
                      <a:extLst>
                        <a:ext uri="{FF2B5EF4-FFF2-40B4-BE49-F238E27FC236}">
                          <a16:creationId xmlns:a16="http://schemas.microsoft.com/office/drawing/2014/main" id="{84DF5AE1-6600-4C3C-8CC9-D75BE35944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3304" y="4964747"/>
                      <a:ext cx="38570" cy="35496"/>
                    </a:xfrm>
                    <a:custGeom>
                      <a:avLst/>
                      <a:gdLst>
                        <a:gd name="connsiteX0" fmla="*/ 16377 w 38570"/>
                        <a:gd name="connsiteY0" fmla="*/ 5112 h 35496"/>
                        <a:gd name="connsiteX1" fmla="*/ 6280 w 38570"/>
                        <a:gd name="connsiteY1" fmla="*/ 540 h 35496"/>
                        <a:gd name="connsiteX2" fmla="*/ 566 w 38570"/>
                        <a:gd name="connsiteY2" fmla="*/ 826 h 35496"/>
                        <a:gd name="connsiteX3" fmla="*/ 4661 w 38570"/>
                        <a:gd name="connsiteY3" fmla="*/ 11874 h 35496"/>
                        <a:gd name="connsiteX4" fmla="*/ 12758 w 38570"/>
                        <a:gd name="connsiteY4" fmla="*/ 20066 h 35496"/>
                        <a:gd name="connsiteX5" fmla="*/ 24092 w 38570"/>
                        <a:gd name="connsiteY5" fmla="*/ 28353 h 35496"/>
                        <a:gd name="connsiteX6" fmla="*/ 38570 w 38570"/>
                        <a:gd name="connsiteY6" fmla="*/ 35497 h 35496"/>
                        <a:gd name="connsiteX7" fmla="*/ 31045 w 38570"/>
                        <a:gd name="connsiteY7" fmla="*/ 30734 h 35496"/>
                        <a:gd name="connsiteX8" fmla="*/ 22663 w 38570"/>
                        <a:gd name="connsiteY8" fmla="*/ 23209 h 35496"/>
                        <a:gd name="connsiteX9" fmla="*/ 17329 w 38570"/>
                        <a:gd name="connsiteY9" fmla="*/ 15494 h 35496"/>
                        <a:gd name="connsiteX10" fmla="*/ 16377 w 38570"/>
                        <a:gd name="connsiteY10" fmla="*/ 5112 h 35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8570" h="35496">
                          <a:moveTo>
                            <a:pt x="16377" y="5112"/>
                          </a:moveTo>
                          <a:cubicBezTo>
                            <a:pt x="12376" y="3112"/>
                            <a:pt x="9043" y="1302"/>
                            <a:pt x="6280" y="540"/>
                          </a:cubicBezTo>
                          <a:cubicBezTo>
                            <a:pt x="3518" y="-222"/>
                            <a:pt x="1518" y="-222"/>
                            <a:pt x="566" y="826"/>
                          </a:cubicBezTo>
                          <a:cubicBezTo>
                            <a:pt x="-958" y="2540"/>
                            <a:pt x="661" y="6540"/>
                            <a:pt x="4661" y="11874"/>
                          </a:cubicBezTo>
                          <a:cubicBezTo>
                            <a:pt x="6566" y="14637"/>
                            <a:pt x="9519" y="17208"/>
                            <a:pt x="12758" y="20066"/>
                          </a:cubicBezTo>
                          <a:cubicBezTo>
                            <a:pt x="16091" y="22733"/>
                            <a:pt x="19616" y="26067"/>
                            <a:pt x="24092" y="28353"/>
                          </a:cubicBezTo>
                          <a:cubicBezTo>
                            <a:pt x="29141" y="31210"/>
                            <a:pt x="33998" y="33782"/>
                            <a:pt x="38570" y="35497"/>
                          </a:cubicBezTo>
                          <a:cubicBezTo>
                            <a:pt x="35903" y="34259"/>
                            <a:pt x="33427" y="32449"/>
                            <a:pt x="31045" y="30734"/>
                          </a:cubicBezTo>
                          <a:cubicBezTo>
                            <a:pt x="27902" y="28258"/>
                            <a:pt x="25045" y="25686"/>
                            <a:pt x="22663" y="23209"/>
                          </a:cubicBezTo>
                          <a:cubicBezTo>
                            <a:pt x="20377" y="20447"/>
                            <a:pt x="18568" y="17875"/>
                            <a:pt x="17329" y="15494"/>
                          </a:cubicBezTo>
                          <a:cubicBezTo>
                            <a:pt x="14758" y="10732"/>
                            <a:pt x="14282" y="7017"/>
                            <a:pt x="16377" y="5112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9" name="Forme libre : forme 14208">
                      <a:extLst>
                        <a:ext uri="{FF2B5EF4-FFF2-40B4-BE49-F238E27FC236}">
                          <a16:creationId xmlns:a16="http://schemas.microsoft.com/office/drawing/2014/main" id="{7863E4F5-387C-487D-9347-4AD691CA00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4843" y="4968430"/>
                      <a:ext cx="60507" cy="38022"/>
                    </a:xfrm>
                    <a:custGeom>
                      <a:avLst/>
                      <a:gdLst>
                        <a:gd name="connsiteX0" fmla="*/ 60367 w 60507"/>
                        <a:gd name="connsiteY0" fmla="*/ 35814 h 38022"/>
                        <a:gd name="connsiteX1" fmla="*/ 48651 w 60507"/>
                        <a:gd name="connsiteY1" fmla="*/ 37338 h 38022"/>
                        <a:gd name="connsiteX2" fmla="*/ 37506 w 60507"/>
                        <a:gd name="connsiteY2" fmla="*/ 34195 h 38022"/>
                        <a:gd name="connsiteX3" fmla="*/ 24838 w 60507"/>
                        <a:gd name="connsiteY3" fmla="*/ 28004 h 38022"/>
                        <a:gd name="connsiteX4" fmla="*/ 13218 w 60507"/>
                        <a:gd name="connsiteY4" fmla="*/ 20002 h 38022"/>
                        <a:gd name="connsiteX5" fmla="*/ 4836 w 60507"/>
                        <a:gd name="connsiteY5" fmla="*/ 12002 h 38022"/>
                        <a:gd name="connsiteX6" fmla="*/ 550 w 60507"/>
                        <a:gd name="connsiteY6" fmla="*/ 858 h 38022"/>
                        <a:gd name="connsiteX7" fmla="*/ 11884 w 60507"/>
                        <a:gd name="connsiteY7" fmla="*/ 2857 h 38022"/>
                        <a:gd name="connsiteX8" fmla="*/ 21695 w 60507"/>
                        <a:gd name="connsiteY8" fmla="*/ 7620 h 38022"/>
                        <a:gd name="connsiteX9" fmla="*/ 33030 w 60507"/>
                        <a:gd name="connsiteY9" fmla="*/ 14002 h 38022"/>
                        <a:gd name="connsiteX10" fmla="*/ 44174 w 60507"/>
                        <a:gd name="connsiteY10" fmla="*/ 20860 h 38022"/>
                        <a:gd name="connsiteX11" fmla="*/ 53223 w 60507"/>
                        <a:gd name="connsiteY11" fmla="*/ 26861 h 38022"/>
                        <a:gd name="connsiteX12" fmla="*/ 60367 w 60507"/>
                        <a:gd name="connsiteY12" fmla="*/ 35814 h 38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0507" h="38022">
                          <a:moveTo>
                            <a:pt x="60367" y="35814"/>
                          </a:moveTo>
                          <a:cubicBezTo>
                            <a:pt x="59604" y="37815"/>
                            <a:pt x="55033" y="38767"/>
                            <a:pt x="48651" y="37338"/>
                          </a:cubicBezTo>
                          <a:cubicBezTo>
                            <a:pt x="45412" y="36671"/>
                            <a:pt x="41602" y="35623"/>
                            <a:pt x="37506" y="34195"/>
                          </a:cubicBezTo>
                          <a:cubicBezTo>
                            <a:pt x="33315" y="32861"/>
                            <a:pt x="29220" y="30385"/>
                            <a:pt x="24838" y="28004"/>
                          </a:cubicBezTo>
                          <a:cubicBezTo>
                            <a:pt x="20457" y="25622"/>
                            <a:pt x="16456" y="22860"/>
                            <a:pt x="13218" y="20002"/>
                          </a:cubicBezTo>
                          <a:cubicBezTo>
                            <a:pt x="9884" y="17145"/>
                            <a:pt x="7027" y="14478"/>
                            <a:pt x="4836" y="12002"/>
                          </a:cubicBezTo>
                          <a:cubicBezTo>
                            <a:pt x="740" y="6668"/>
                            <a:pt x="-974" y="2572"/>
                            <a:pt x="550" y="858"/>
                          </a:cubicBezTo>
                          <a:cubicBezTo>
                            <a:pt x="2073" y="-857"/>
                            <a:pt x="6264" y="95"/>
                            <a:pt x="11884" y="2857"/>
                          </a:cubicBezTo>
                          <a:cubicBezTo>
                            <a:pt x="14837" y="4000"/>
                            <a:pt x="18171" y="5620"/>
                            <a:pt x="21695" y="7620"/>
                          </a:cubicBezTo>
                          <a:cubicBezTo>
                            <a:pt x="25124" y="9716"/>
                            <a:pt x="29029" y="11811"/>
                            <a:pt x="33030" y="14002"/>
                          </a:cubicBezTo>
                          <a:cubicBezTo>
                            <a:pt x="37126" y="16193"/>
                            <a:pt x="40650" y="18955"/>
                            <a:pt x="44174" y="20860"/>
                          </a:cubicBezTo>
                          <a:cubicBezTo>
                            <a:pt x="47603" y="22860"/>
                            <a:pt x="50746" y="24956"/>
                            <a:pt x="53223" y="26861"/>
                          </a:cubicBezTo>
                          <a:cubicBezTo>
                            <a:pt x="58080" y="30861"/>
                            <a:pt x="61224" y="33624"/>
                            <a:pt x="60367" y="3581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0" name="Forme libre : forme 14209">
                      <a:extLst>
                        <a:ext uri="{FF2B5EF4-FFF2-40B4-BE49-F238E27FC236}">
                          <a16:creationId xmlns:a16="http://schemas.microsoft.com/office/drawing/2014/main" id="{2F1C4069-5701-479A-9650-FBD5772424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8530" y="4939316"/>
                      <a:ext cx="68631" cy="67499"/>
                    </a:xfrm>
                    <a:custGeom>
                      <a:avLst/>
                      <a:gdLst>
                        <a:gd name="connsiteX0" fmla="*/ 4289 w 68631"/>
                        <a:gd name="connsiteY0" fmla="*/ 5777 h 67499"/>
                        <a:gd name="connsiteX1" fmla="*/ 3 w 68631"/>
                        <a:gd name="connsiteY1" fmla="*/ 12540 h 67499"/>
                        <a:gd name="connsiteX2" fmla="*/ 5908 w 68631"/>
                        <a:gd name="connsiteY2" fmla="*/ 27113 h 67499"/>
                        <a:gd name="connsiteX3" fmla="*/ 12385 w 68631"/>
                        <a:gd name="connsiteY3" fmla="*/ 35972 h 67499"/>
                        <a:gd name="connsiteX4" fmla="*/ 20672 w 68631"/>
                        <a:gd name="connsiteY4" fmla="*/ 44354 h 67499"/>
                        <a:gd name="connsiteX5" fmla="*/ 53915 w 68631"/>
                        <a:gd name="connsiteY5" fmla="*/ 65309 h 67499"/>
                        <a:gd name="connsiteX6" fmla="*/ 68297 w 68631"/>
                        <a:gd name="connsiteY6" fmla="*/ 64356 h 67499"/>
                        <a:gd name="connsiteX7" fmla="*/ 58867 w 68631"/>
                        <a:gd name="connsiteY7" fmla="*/ 55403 h 67499"/>
                        <a:gd name="connsiteX8" fmla="*/ 38865 w 68631"/>
                        <a:gd name="connsiteY8" fmla="*/ 31971 h 67499"/>
                        <a:gd name="connsiteX9" fmla="*/ 32007 w 68631"/>
                        <a:gd name="connsiteY9" fmla="*/ 18446 h 67499"/>
                        <a:gd name="connsiteX10" fmla="*/ 20291 w 68631"/>
                        <a:gd name="connsiteY10" fmla="*/ 3587 h 67499"/>
                        <a:gd name="connsiteX11" fmla="*/ 4289 w 68631"/>
                        <a:gd name="connsiteY11" fmla="*/ 5777 h 67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8631" h="67499">
                          <a:moveTo>
                            <a:pt x="4289" y="5777"/>
                          </a:moveTo>
                          <a:cubicBezTo>
                            <a:pt x="2194" y="7206"/>
                            <a:pt x="-92" y="8730"/>
                            <a:pt x="3" y="12540"/>
                          </a:cubicBezTo>
                          <a:cubicBezTo>
                            <a:pt x="-92" y="16255"/>
                            <a:pt x="2098" y="21494"/>
                            <a:pt x="5908" y="27113"/>
                          </a:cubicBezTo>
                          <a:cubicBezTo>
                            <a:pt x="7814" y="29971"/>
                            <a:pt x="9909" y="33019"/>
                            <a:pt x="12385" y="35972"/>
                          </a:cubicBezTo>
                          <a:cubicBezTo>
                            <a:pt x="14957" y="38829"/>
                            <a:pt x="17815" y="41592"/>
                            <a:pt x="20672" y="44354"/>
                          </a:cubicBezTo>
                          <a:cubicBezTo>
                            <a:pt x="30292" y="53498"/>
                            <a:pt x="42675" y="61404"/>
                            <a:pt x="53915" y="65309"/>
                          </a:cubicBezTo>
                          <a:cubicBezTo>
                            <a:pt x="62297" y="68547"/>
                            <a:pt x="70393" y="68166"/>
                            <a:pt x="68297" y="64356"/>
                          </a:cubicBezTo>
                          <a:cubicBezTo>
                            <a:pt x="67059" y="61880"/>
                            <a:pt x="62487" y="58832"/>
                            <a:pt x="58867" y="55403"/>
                          </a:cubicBezTo>
                          <a:cubicBezTo>
                            <a:pt x="49819" y="47878"/>
                            <a:pt x="43437" y="39401"/>
                            <a:pt x="38865" y="31971"/>
                          </a:cubicBezTo>
                          <a:cubicBezTo>
                            <a:pt x="37055" y="28638"/>
                            <a:pt x="35055" y="23494"/>
                            <a:pt x="32007" y="18446"/>
                          </a:cubicBezTo>
                          <a:cubicBezTo>
                            <a:pt x="28959" y="13493"/>
                            <a:pt x="25816" y="7683"/>
                            <a:pt x="20291" y="3587"/>
                          </a:cubicBezTo>
                          <a:cubicBezTo>
                            <a:pt x="11242" y="-4700"/>
                            <a:pt x="7242" y="3682"/>
                            <a:pt x="4289" y="577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1" name="Forme libre : forme 14210">
                      <a:extLst>
                        <a:ext uri="{FF2B5EF4-FFF2-40B4-BE49-F238E27FC236}">
                          <a16:creationId xmlns:a16="http://schemas.microsoft.com/office/drawing/2014/main" id="{147E463B-8857-4D4D-A1B9-0E5A9F43B1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7522" y="4950380"/>
                      <a:ext cx="23431" cy="15872"/>
                    </a:xfrm>
                    <a:custGeom>
                      <a:avLst/>
                      <a:gdLst>
                        <a:gd name="connsiteX0" fmla="*/ 2632 w 23431"/>
                        <a:gd name="connsiteY0" fmla="*/ 238 h 15872"/>
                        <a:gd name="connsiteX1" fmla="*/ 251 w 23431"/>
                        <a:gd name="connsiteY1" fmla="*/ 333 h 15872"/>
                        <a:gd name="connsiteX2" fmla="*/ 918 w 23431"/>
                        <a:gd name="connsiteY2" fmla="*/ 3191 h 15872"/>
                        <a:gd name="connsiteX3" fmla="*/ 4442 w 23431"/>
                        <a:gd name="connsiteY3" fmla="*/ 6620 h 15872"/>
                        <a:gd name="connsiteX4" fmla="*/ 14443 w 23431"/>
                        <a:gd name="connsiteY4" fmla="*/ 13287 h 15872"/>
                        <a:gd name="connsiteX5" fmla="*/ 18348 w 23431"/>
                        <a:gd name="connsiteY5" fmla="*/ 15288 h 15872"/>
                        <a:gd name="connsiteX6" fmla="*/ 19015 w 23431"/>
                        <a:gd name="connsiteY6" fmla="*/ 9001 h 15872"/>
                        <a:gd name="connsiteX7" fmla="*/ 2632 w 23431"/>
                        <a:gd name="connsiteY7" fmla="*/ 238 h 15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431" h="15872">
                          <a:moveTo>
                            <a:pt x="2632" y="238"/>
                          </a:moveTo>
                          <a:cubicBezTo>
                            <a:pt x="1680" y="-48"/>
                            <a:pt x="727" y="-143"/>
                            <a:pt x="251" y="333"/>
                          </a:cubicBezTo>
                          <a:cubicBezTo>
                            <a:pt x="-225" y="810"/>
                            <a:pt x="-35" y="1857"/>
                            <a:pt x="918" y="3191"/>
                          </a:cubicBezTo>
                          <a:cubicBezTo>
                            <a:pt x="1870" y="4429"/>
                            <a:pt x="3204" y="5667"/>
                            <a:pt x="4442" y="6620"/>
                          </a:cubicBezTo>
                          <a:cubicBezTo>
                            <a:pt x="7490" y="9382"/>
                            <a:pt x="11205" y="11287"/>
                            <a:pt x="14443" y="13287"/>
                          </a:cubicBezTo>
                          <a:cubicBezTo>
                            <a:pt x="15777" y="14050"/>
                            <a:pt x="17205" y="14812"/>
                            <a:pt x="18348" y="15288"/>
                          </a:cubicBezTo>
                          <a:cubicBezTo>
                            <a:pt x="23302" y="17098"/>
                            <a:pt x="26445" y="14621"/>
                            <a:pt x="19015" y="9001"/>
                          </a:cubicBezTo>
                          <a:cubicBezTo>
                            <a:pt x="13014" y="4810"/>
                            <a:pt x="6633" y="1286"/>
                            <a:pt x="2632" y="23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2" name="Forme libre : forme 14211">
                      <a:extLst>
                        <a:ext uri="{FF2B5EF4-FFF2-40B4-BE49-F238E27FC236}">
                          <a16:creationId xmlns:a16="http://schemas.microsoft.com/office/drawing/2014/main" id="{25937918-5CA6-4BF1-8D98-F60A87DAA6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9969" y="5012626"/>
                      <a:ext cx="47148" cy="6725"/>
                    </a:xfrm>
                    <a:custGeom>
                      <a:avLst/>
                      <a:gdLst>
                        <a:gd name="connsiteX0" fmla="*/ 47149 w 47148"/>
                        <a:gd name="connsiteY0" fmla="*/ 0 h 6725"/>
                        <a:gd name="connsiteX1" fmla="*/ 40862 w 47148"/>
                        <a:gd name="connsiteY1" fmla="*/ 5239 h 6725"/>
                        <a:gd name="connsiteX2" fmla="*/ 26765 w 47148"/>
                        <a:gd name="connsiteY2" fmla="*/ 6477 h 6725"/>
                        <a:gd name="connsiteX3" fmla="*/ 15145 w 47148"/>
                        <a:gd name="connsiteY3" fmla="*/ 4858 h 6725"/>
                        <a:gd name="connsiteX4" fmla="*/ 0 w 47148"/>
                        <a:gd name="connsiteY4" fmla="*/ 95 h 6725"/>
                        <a:gd name="connsiteX5" fmla="*/ 5715 w 47148"/>
                        <a:gd name="connsiteY5" fmla="*/ 1810 h 6725"/>
                        <a:gd name="connsiteX6" fmla="*/ 19241 w 47148"/>
                        <a:gd name="connsiteY6" fmla="*/ 4572 h 6725"/>
                        <a:gd name="connsiteX7" fmla="*/ 34957 w 47148"/>
                        <a:gd name="connsiteY7" fmla="*/ 4763 h 6725"/>
                        <a:gd name="connsiteX8" fmla="*/ 47149 w 47148"/>
                        <a:gd name="connsiteY8" fmla="*/ 0 h 6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7148" h="6725">
                          <a:moveTo>
                            <a:pt x="47149" y="0"/>
                          </a:moveTo>
                          <a:cubicBezTo>
                            <a:pt x="47149" y="0"/>
                            <a:pt x="46863" y="3143"/>
                            <a:pt x="40862" y="5239"/>
                          </a:cubicBezTo>
                          <a:cubicBezTo>
                            <a:pt x="37814" y="6382"/>
                            <a:pt x="33338" y="7144"/>
                            <a:pt x="26765" y="6477"/>
                          </a:cubicBezTo>
                          <a:cubicBezTo>
                            <a:pt x="23432" y="6191"/>
                            <a:pt x="19621" y="5715"/>
                            <a:pt x="15145" y="4858"/>
                          </a:cubicBezTo>
                          <a:cubicBezTo>
                            <a:pt x="10668" y="3810"/>
                            <a:pt x="5715" y="2191"/>
                            <a:pt x="0" y="95"/>
                          </a:cubicBezTo>
                          <a:cubicBezTo>
                            <a:pt x="0" y="95"/>
                            <a:pt x="2000" y="667"/>
                            <a:pt x="5715" y="1810"/>
                          </a:cubicBezTo>
                          <a:cubicBezTo>
                            <a:pt x="9239" y="2762"/>
                            <a:pt x="14002" y="4191"/>
                            <a:pt x="19241" y="4572"/>
                          </a:cubicBezTo>
                          <a:cubicBezTo>
                            <a:pt x="24479" y="5143"/>
                            <a:pt x="30099" y="5334"/>
                            <a:pt x="34957" y="4763"/>
                          </a:cubicBezTo>
                          <a:cubicBezTo>
                            <a:pt x="40005" y="4096"/>
                            <a:pt x="44291" y="2477"/>
                            <a:pt x="4714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3" name="Forme libre : forme 14212">
                      <a:extLst>
                        <a:ext uri="{FF2B5EF4-FFF2-40B4-BE49-F238E27FC236}">
                          <a16:creationId xmlns:a16="http://schemas.microsoft.com/office/drawing/2014/main" id="{DAEEE43A-C477-45D2-88DC-5697701012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7009" y="4925269"/>
                      <a:ext cx="40671" cy="24015"/>
                    </a:xfrm>
                    <a:custGeom>
                      <a:avLst/>
                      <a:gdLst>
                        <a:gd name="connsiteX0" fmla="*/ 40672 w 40671"/>
                        <a:gd name="connsiteY0" fmla="*/ 24016 h 24015"/>
                        <a:gd name="connsiteX1" fmla="*/ 36100 w 40671"/>
                        <a:gd name="connsiteY1" fmla="*/ 20111 h 24015"/>
                        <a:gd name="connsiteX2" fmla="*/ 25337 w 40671"/>
                        <a:gd name="connsiteY2" fmla="*/ 11443 h 24015"/>
                        <a:gd name="connsiteX3" fmla="*/ 12382 w 40671"/>
                        <a:gd name="connsiteY3" fmla="*/ 2775 h 24015"/>
                        <a:gd name="connsiteX4" fmla="*/ 0 w 40671"/>
                        <a:gd name="connsiteY4" fmla="*/ 490 h 24015"/>
                        <a:gd name="connsiteX5" fmla="*/ 10668 w 40671"/>
                        <a:gd name="connsiteY5" fmla="*/ 3823 h 24015"/>
                        <a:gd name="connsiteX6" fmla="*/ 23241 w 40671"/>
                        <a:gd name="connsiteY6" fmla="*/ 11062 h 24015"/>
                        <a:gd name="connsiteX7" fmla="*/ 31337 w 40671"/>
                        <a:gd name="connsiteY7" fmla="*/ 16777 h 24015"/>
                        <a:gd name="connsiteX8" fmla="*/ 40672 w 40671"/>
                        <a:gd name="connsiteY8" fmla="*/ 24016 h 24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0671" h="24015">
                          <a:moveTo>
                            <a:pt x="40672" y="24016"/>
                          </a:moveTo>
                          <a:cubicBezTo>
                            <a:pt x="40672" y="24016"/>
                            <a:pt x="38767" y="22588"/>
                            <a:pt x="36100" y="20111"/>
                          </a:cubicBezTo>
                          <a:cubicBezTo>
                            <a:pt x="33433" y="17634"/>
                            <a:pt x="29432" y="14586"/>
                            <a:pt x="25337" y="11443"/>
                          </a:cubicBezTo>
                          <a:cubicBezTo>
                            <a:pt x="21336" y="8109"/>
                            <a:pt x="16764" y="4966"/>
                            <a:pt x="12382" y="2775"/>
                          </a:cubicBezTo>
                          <a:cubicBezTo>
                            <a:pt x="8191" y="490"/>
                            <a:pt x="3810" y="-749"/>
                            <a:pt x="0" y="490"/>
                          </a:cubicBezTo>
                          <a:cubicBezTo>
                            <a:pt x="0" y="490"/>
                            <a:pt x="4000" y="394"/>
                            <a:pt x="10668" y="3823"/>
                          </a:cubicBezTo>
                          <a:cubicBezTo>
                            <a:pt x="14097" y="5442"/>
                            <a:pt x="18479" y="7538"/>
                            <a:pt x="23241" y="11062"/>
                          </a:cubicBezTo>
                          <a:cubicBezTo>
                            <a:pt x="25527" y="12872"/>
                            <a:pt x="28385" y="14586"/>
                            <a:pt x="31337" y="16777"/>
                          </a:cubicBezTo>
                          <a:cubicBezTo>
                            <a:pt x="34290" y="18682"/>
                            <a:pt x="37052" y="21539"/>
                            <a:pt x="40672" y="240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4" name="Forme libre : forme 14213">
                      <a:extLst>
                        <a:ext uri="{FF2B5EF4-FFF2-40B4-BE49-F238E27FC236}">
                          <a16:creationId xmlns:a16="http://schemas.microsoft.com/office/drawing/2014/main" id="{0416B58F-E649-4FFE-897B-1382750491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81" y="4978905"/>
                      <a:ext cx="21550" cy="14668"/>
                    </a:xfrm>
                    <a:custGeom>
                      <a:avLst/>
                      <a:gdLst>
                        <a:gd name="connsiteX0" fmla="*/ 20993 w 21550"/>
                        <a:gd name="connsiteY0" fmla="*/ 14576 h 14668"/>
                        <a:gd name="connsiteX1" fmla="*/ 15374 w 21550"/>
                        <a:gd name="connsiteY1" fmla="*/ 13433 h 14668"/>
                        <a:gd name="connsiteX2" fmla="*/ 7087 w 21550"/>
                        <a:gd name="connsiteY2" fmla="*/ 8385 h 14668"/>
                        <a:gd name="connsiteX3" fmla="*/ 610 w 21550"/>
                        <a:gd name="connsiteY3" fmla="*/ 3 h 14668"/>
                        <a:gd name="connsiteX4" fmla="*/ 13945 w 21550"/>
                        <a:gd name="connsiteY4" fmla="*/ 6670 h 14668"/>
                        <a:gd name="connsiteX5" fmla="*/ 20993 w 21550"/>
                        <a:gd name="connsiteY5" fmla="*/ 14576 h 14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550" h="14668">
                          <a:moveTo>
                            <a:pt x="20993" y="14576"/>
                          </a:moveTo>
                          <a:cubicBezTo>
                            <a:pt x="20041" y="14862"/>
                            <a:pt x="17945" y="14481"/>
                            <a:pt x="15374" y="13433"/>
                          </a:cubicBezTo>
                          <a:cubicBezTo>
                            <a:pt x="12897" y="12195"/>
                            <a:pt x="9944" y="10480"/>
                            <a:pt x="7087" y="8385"/>
                          </a:cubicBezTo>
                          <a:cubicBezTo>
                            <a:pt x="1372" y="4384"/>
                            <a:pt x="-1295" y="384"/>
                            <a:pt x="610" y="3"/>
                          </a:cubicBezTo>
                          <a:cubicBezTo>
                            <a:pt x="2420" y="-92"/>
                            <a:pt x="8516" y="2479"/>
                            <a:pt x="13945" y="6670"/>
                          </a:cubicBezTo>
                          <a:cubicBezTo>
                            <a:pt x="19374" y="10861"/>
                            <a:pt x="22993" y="13814"/>
                            <a:pt x="20993" y="1457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5" name="Forme libre : forme 14214">
                      <a:extLst>
                        <a:ext uri="{FF2B5EF4-FFF2-40B4-BE49-F238E27FC236}">
                          <a16:creationId xmlns:a16="http://schemas.microsoft.com/office/drawing/2014/main" id="{6DFA3C94-1A2A-4AE4-8B00-12C717D254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7069" y="4991148"/>
                      <a:ext cx="6466" cy="3522"/>
                    </a:xfrm>
                    <a:custGeom>
                      <a:avLst/>
                      <a:gdLst>
                        <a:gd name="connsiteX0" fmla="*/ 6426 w 6466"/>
                        <a:gd name="connsiteY0" fmla="*/ 3190 h 3522"/>
                        <a:gd name="connsiteX1" fmla="*/ 2711 w 6466"/>
                        <a:gd name="connsiteY1" fmla="*/ 2809 h 3522"/>
                        <a:gd name="connsiteX2" fmla="*/ 44 w 6466"/>
                        <a:gd name="connsiteY2" fmla="*/ 332 h 3522"/>
                        <a:gd name="connsiteX3" fmla="*/ 3759 w 6466"/>
                        <a:gd name="connsiteY3" fmla="*/ 714 h 3522"/>
                        <a:gd name="connsiteX4" fmla="*/ 6426 w 6466"/>
                        <a:gd name="connsiteY4" fmla="*/ 3190 h 35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66" h="3522">
                          <a:moveTo>
                            <a:pt x="6426" y="3190"/>
                          </a:moveTo>
                          <a:cubicBezTo>
                            <a:pt x="6140" y="3762"/>
                            <a:pt x="4520" y="3571"/>
                            <a:pt x="2711" y="2809"/>
                          </a:cubicBezTo>
                          <a:cubicBezTo>
                            <a:pt x="901" y="1952"/>
                            <a:pt x="-242" y="904"/>
                            <a:pt x="44" y="332"/>
                          </a:cubicBezTo>
                          <a:cubicBezTo>
                            <a:pt x="329" y="-239"/>
                            <a:pt x="1949" y="-49"/>
                            <a:pt x="3759" y="714"/>
                          </a:cubicBezTo>
                          <a:cubicBezTo>
                            <a:pt x="5473" y="1570"/>
                            <a:pt x="6711" y="2619"/>
                            <a:pt x="6426" y="31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6" name="Forme libre : forme 14215">
                      <a:extLst>
                        <a:ext uri="{FF2B5EF4-FFF2-40B4-BE49-F238E27FC236}">
                          <a16:creationId xmlns:a16="http://schemas.microsoft.com/office/drawing/2014/main" id="{66B08EB9-6D7A-4A01-84C2-E96863F093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5266" y="4968695"/>
                      <a:ext cx="47458" cy="39668"/>
                    </a:xfrm>
                    <a:custGeom>
                      <a:avLst/>
                      <a:gdLst>
                        <a:gd name="connsiteX0" fmla="*/ 44899 w 47458"/>
                        <a:gd name="connsiteY0" fmla="*/ 26595 h 39668"/>
                        <a:gd name="connsiteX1" fmla="*/ 46708 w 47458"/>
                        <a:gd name="connsiteY1" fmla="*/ 37739 h 39668"/>
                        <a:gd name="connsiteX2" fmla="*/ 40898 w 47458"/>
                        <a:gd name="connsiteY2" fmla="*/ 39264 h 39668"/>
                        <a:gd name="connsiteX3" fmla="*/ 34231 w 47458"/>
                        <a:gd name="connsiteY3" fmla="*/ 34787 h 39668"/>
                        <a:gd name="connsiteX4" fmla="*/ 23372 w 47458"/>
                        <a:gd name="connsiteY4" fmla="*/ 20404 h 39668"/>
                        <a:gd name="connsiteX5" fmla="*/ 16990 w 47458"/>
                        <a:gd name="connsiteY5" fmla="*/ 16023 h 39668"/>
                        <a:gd name="connsiteX6" fmla="*/ 7847 w 47458"/>
                        <a:gd name="connsiteY6" fmla="*/ 9164 h 39668"/>
                        <a:gd name="connsiteX7" fmla="*/ 989 w 47458"/>
                        <a:gd name="connsiteY7" fmla="*/ 2783 h 39668"/>
                        <a:gd name="connsiteX8" fmla="*/ 1084 w 47458"/>
                        <a:gd name="connsiteY8" fmla="*/ 21 h 39668"/>
                        <a:gd name="connsiteX9" fmla="*/ 16990 w 47458"/>
                        <a:gd name="connsiteY9" fmla="*/ 7164 h 39668"/>
                        <a:gd name="connsiteX10" fmla="*/ 33088 w 47458"/>
                        <a:gd name="connsiteY10" fmla="*/ 16308 h 39668"/>
                        <a:gd name="connsiteX11" fmla="*/ 44899 w 47458"/>
                        <a:gd name="connsiteY11" fmla="*/ 26595 h 39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458" h="39668">
                          <a:moveTo>
                            <a:pt x="44899" y="26595"/>
                          </a:moveTo>
                          <a:cubicBezTo>
                            <a:pt x="47851" y="30977"/>
                            <a:pt x="47947" y="34406"/>
                            <a:pt x="46708" y="37739"/>
                          </a:cubicBezTo>
                          <a:cubicBezTo>
                            <a:pt x="46328" y="38882"/>
                            <a:pt x="44708" y="40407"/>
                            <a:pt x="40898" y="39264"/>
                          </a:cubicBezTo>
                          <a:cubicBezTo>
                            <a:pt x="37469" y="38215"/>
                            <a:pt x="35279" y="36216"/>
                            <a:pt x="34231" y="34787"/>
                          </a:cubicBezTo>
                          <a:cubicBezTo>
                            <a:pt x="30897" y="30024"/>
                            <a:pt x="29754" y="26024"/>
                            <a:pt x="23372" y="20404"/>
                          </a:cubicBezTo>
                          <a:cubicBezTo>
                            <a:pt x="22324" y="19547"/>
                            <a:pt x="19943" y="17928"/>
                            <a:pt x="16990" y="16023"/>
                          </a:cubicBezTo>
                          <a:cubicBezTo>
                            <a:pt x="13942" y="14213"/>
                            <a:pt x="10799" y="11546"/>
                            <a:pt x="7847" y="9164"/>
                          </a:cubicBezTo>
                          <a:cubicBezTo>
                            <a:pt x="4894" y="6783"/>
                            <a:pt x="2322" y="4497"/>
                            <a:pt x="989" y="2783"/>
                          </a:cubicBezTo>
                          <a:cubicBezTo>
                            <a:pt x="-250" y="973"/>
                            <a:pt x="-440" y="-170"/>
                            <a:pt x="1084" y="21"/>
                          </a:cubicBezTo>
                          <a:cubicBezTo>
                            <a:pt x="4322" y="306"/>
                            <a:pt x="10799" y="3259"/>
                            <a:pt x="16990" y="7164"/>
                          </a:cubicBezTo>
                          <a:cubicBezTo>
                            <a:pt x="23563" y="10403"/>
                            <a:pt x="30040" y="14308"/>
                            <a:pt x="33088" y="16308"/>
                          </a:cubicBezTo>
                          <a:cubicBezTo>
                            <a:pt x="38612" y="19547"/>
                            <a:pt x="42613" y="23262"/>
                            <a:pt x="44899" y="2659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65" name="Graphique 1">
                    <a:extLst>
                      <a:ext uri="{FF2B5EF4-FFF2-40B4-BE49-F238E27FC236}">
                        <a16:creationId xmlns:a16="http://schemas.microsoft.com/office/drawing/2014/main" id="{28E0CC4A-3B1F-4073-B9FF-376B7925EDD7}"/>
                      </a:ext>
                    </a:extLst>
                  </p:cNvPr>
                  <p:cNvGrpSpPr/>
                  <p:nvPr/>
                </p:nvGrpSpPr>
                <p:grpSpPr>
                  <a:xfrm>
                    <a:off x="3581063" y="4995375"/>
                    <a:ext cx="153020" cy="43978"/>
                    <a:chOff x="3581063" y="4995375"/>
                    <a:chExt cx="153020" cy="43978"/>
                  </a:xfrm>
                  <a:solidFill>
                    <a:schemeClr val="accent1"/>
                  </a:solidFill>
                </p:grpSpPr>
                <p:sp>
                  <p:nvSpPr>
                    <p:cNvPr id="14193" name="Forme libre : forme 14192">
                      <a:extLst>
                        <a:ext uri="{FF2B5EF4-FFF2-40B4-BE49-F238E27FC236}">
                          <a16:creationId xmlns:a16="http://schemas.microsoft.com/office/drawing/2014/main" id="{8F956EFF-B598-4378-B04B-9374EBD3DC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1156" y="4995375"/>
                      <a:ext cx="152927" cy="43882"/>
                    </a:xfrm>
                    <a:custGeom>
                      <a:avLst/>
                      <a:gdLst>
                        <a:gd name="connsiteX0" fmla="*/ 106166 w 152927"/>
                        <a:gd name="connsiteY0" fmla="*/ 42492 h 43882"/>
                        <a:gd name="connsiteX1" fmla="*/ 91212 w 152927"/>
                        <a:gd name="connsiteY1" fmla="*/ 43540 h 43882"/>
                        <a:gd name="connsiteX2" fmla="*/ 76353 w 152927"/>
                        <a:gd name="connsiteY2" fmla="*/ 43825 h 43882"/>
                        <a:gd name="connsiteX3" fmla="*/ 46825 w 152927"/>
                        <a:gd name="connsiteY3" fmla="*/ 42873 h 43882"/>
                        <a:gd name="connsiteX4" fmla="*/ 27394 w 152927"/>
                        <a:gd name="connsiteY4" fmla="*/ 39634 h 43882"/>
                        <a:gd name="connsiteX5" fmla="*/ 12059 w 152927"/>
                        <a:gd name="connsiteY5" fmla="*/ 33729 h 43882"/>
                        <a:gd name="connsiteX6" fmla="*/ 153 w 152927"/>
                        <a:gd name="connsiteY6" fmla="*/ 20108 h 43882"/>
                        <a:gd name="connsiteX7" fmla="*/ 2915 w 152927"/>
                        <a:gd name="connsiteY7" fmla="*/ 8773 h 43882"/>
                        <a:gd name="connsiteX8" fmla="*/ 18250 w 152927"/>
                        <a:gd name="connsiteY8" fmla="*/ 963 h 43882"/>
                        <a:gd name="connsiteX9" fmla="*/ 32728 w 152927"/>
                        <a:gd name="connsiteY9" fmla="*/ 106 h 43882"/>
                        <a:gd name="connsiteX10" fmla="*/ 50064 w 152927"/>
                        <a:gd name="connsiteY10" fmla="*/ 773 h 43882"/>
                        <a:gd name="connsiteX11" fmla="*/ 76448 w 152927"/>
                        <a:gd name="connsiteY11" fmla="*/ 1820 h 43882"/>
                        <a:gd name="connsiteX12" fmla="*/ 89592 w 152927"/>
                        <a:gd name="connsiteY12" fmla="*/ 1725 h 43882"/>
                        <a:gd name="connsiteX13" fmla="*/ 102547 w 152927"/>
                        <a:gd name="connsiteY13" fmla="*/ 867 h 43882"/>
                        <a:gd name="connsiteX14" fmla="*/ 119691 w 152927"/>
                        <a:gd name="connsiteY14" fmla="*/ 11 h 43882"/>
                        <a:gd name="connsiteX15" fmla="*/ 134074 w 152927"/>
                        <a:gd name="connsiteY15" fmla="*/ 582 h 43882"/>
                        <a:gd name="connsiteX16" fmla="*/ 144552 w 152927"/>
                        <a:gd name="connsiteY16" fmla="*/ 2963 h 43882"/>
                        <a:gd name="connsiteX17" fmla="*/ 149600 w 152927"/>
                        <a:gd name="connsiteY17" fmla="*/ 7630 h 43882"/>
                        <a:gd name="connsiteX18" fmla="*/ 152743 w 152927"/>
                        <a:gd name="connsiteY18" fmla="*/ 18679 h 43882"/>
                        <a:gd name="connsiteX19" fmla="*/ 150553 w 152927"/>
                        <a:gd name="connsiteY19" fmla="*/ 25347 h 43882"/>
                        <a:gd name="connsiteX20" fmla="*/ 141123 w 152927"/>
                        <a:gd name="connsiteY20" fmla="*/ 32586 h 43882"/>
                        <a:gd name="connsiteX21" fmla="*/ 125788 w 152927"/>
                        <a:gd name="connsiteY21" fmla="*/ 38873 h 43882"/>
                        <a:gd name="connsiteX22" fmla="*/ 106166 w 152927"/>
                        <a:gd name="connsiteY22" fmla="*/ 42492 h 43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52927" h="43882">
                          <a:moveTo>
                            <a:pt x="106166" y="42492"/>
                          </a:moveTo>
                          <a:lnTo>
                            <a:pt x="91212" y="43540"/>
                          </a:lnTo>
                          <a:cubicBezTo>
                            <a:pt x="86259" y="43730"/>
                            <a:pt x="81306" y="43730"/>
                            <a:pt x="76353" y="43825"/>
                          </a:cubicBezTo>
                          <a:cubicBezTo>
                            <a:pt x="66447" y="44111"/>
                            <a:pt x="56636" y="43254"/>
                            <a:pt x="46825" y="42873"/>
                          </a:cubicBezTo>
                          <a:cubicBezTo>
                            <a:pt x="39872" y="42206"/>
                            <a:pt x="33300" y="41063"/>
                            <a:pt x="27394" y="39634"/>
                          </a:cubicBezTo>
                          <a:cubicBezTo>
                            <a:pt x="21489" y="38206"/>
                            <a:pt x="16250" y="35825"/>
                            <a:pt x="12059" y="33729"/>
                          </a:cubicBezTo>
                          <a:cubicBezTo>
                            <a:pt x="3487" y="29538"/>
                            <a:pt x="-895" y="24204"/>
                            <a:pt x="153" y="20108"/>
                          </a:cubicBezTo>
                          <a:lnTo>
                            <a:pt x="2915" y="8773"/>
                          </a:lnTo>
                          <a:cubicBezTo>
                            <a:pt x="3963" y="4678"/>
                            <a:pt x="9773" y="2392"/>
                            <a:pt x="18250" y="963"/>
                          </a:cubicBezTo>
                          <a:cubicBezTo>
                            <a:pt x="22537" y="201"/>
                            <a:pt x="27299" y="296"/>
                            <a:pt x="32728" y="106"/>
                          </a:cubicBezTo>
                          <a:cubicBezTo>
                            <a:pt x="38157" y="-85"/>
                            <a:pt x="43968" y="106"/>
                            <a:pt x="50064" y="773"/>
                          </a:cubicBezTo>
                          <a:cubicBezTo>
                            <a:pt x="58827" y="1154"/>
                            <a:pt x="67685" y="2010"/>
                            <a:pt x="76448" y="1820"/>
                          </a:cubicBezTo>
                          <a:cubicBezTo>
                            <a:pt x="80830" y="1725"/>
                            <a:pt x="85211" y="1820"/>
                            <a:pt x="89592" y="1725"/>
                          </a:cubicBezTo>
                          <a:lnTo>
                            <a:pt x="102547" y="867"/>
                          </a:lnTo>
                          <a:cubicBezTo>
                            <a:pt x="108642" y="487"/>
                            <a:pt x="114357" y="-85"/>
                            <a:pt x="119691" y="11"/>
                          </a:cubicBezTo>
                          <a:cubicBezTo>
                            <a:pt x="125025" y="106"/>
                            <a:pt x="129788" y="11"/>
                            <a:pt x="134074" y="582"/>
                          </a:cubicBezTo>
                          <a:cubicBezTo>
                            <a:pt x="138361" y="1249"/>
                            <a:pt x="141885" y="1820"/>
                            <a:pt x="144552" y="2963"/>
                          </a:cubicBezTo>
                          <a:cubicBezTo>
                            <a:pt x="147219" y="4106"/>
                            <a:pt x="149029" y="5630"/>
                            <a:pt x="149600" y="7630"/>
                          </a:cubicBezTo>
                          <a:lnTo>
                            <a:pt x="152743" y="18679"/>
                          </a:lnTo>
                          <a:cubicBezTo>
                            <a:pt x="153315" y="20680"/>
                            <a:pt x="152553" y="22966"/>
                            <a:pt x="150553" y="25347"/>
                          </a:cubicBezTo>
                          <a:cubicBezTo>
                            <a:pt x="148552" y="27728"/>
                            <a:pt x="145409" y="30395"/>
                            <a:pt x="141123" y="32586"/>
                          </a:cubicBezTo>
                          <a:cubicBezTo>
                            <a:pt x="136932" y="34776"/>
                            <a:pt x="131693" y="37253"/>
                            <a:pt x="125788" y="38873"/>
                          </a:cubicBezTo>
                          <a:cubicBezTo>
                            <a:pt x="119787" y="40396"/>
                            <a:pt x="113119" y="42016"/>
                            <a:pt x="106166" y="42492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4" name="Forme libre : forme 14193">
                      <a:extLst>
                        <a:ext uri="{FF2B5EF4-FFF2-40B4-BE49-F238E27FC236}">
                          <a16:creationId xmlns:a16="http://schemas.microsoft.com/office/drawing/2014/main" id="{74C2B305-9C6F-4F18-8DC0-10B7B11BF0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1063" y="5010626"/>
                      <a:ext cx="152830" cy="28727"/>
                    </a:xfrm>
                    <a:custGeom>
                      <a:avLst/>
                      <a:gdLst>
                        <a:gd name="connsiteX0" fmla="*/ 58062 w 152830"/>
                        <a:gd name="connsiteY0" fmla="*/ 14288 h 28727"/>
                        <a:gd name="connsiteX1" fmla="*/ 25106 w 152830"/>
                        <a:gd name="connsiteY1" fmla="*/ 10954 h 28727"/>
                        <a:gd name="connsiteX2" fmla="*/ 1389 w 152830"/>
                        <a:gd name="connsiteY2" fmla="*/ 0 h 28727"/>
                        <a:gd name="connsiteX3" fmla="*/ 150 w 152830"/>
                        <a:gd name="connsiteY3" fmla="*/ 4953 h 28727"/>
                        <a:gd name="connsiteX4" fmla="*/ 12057 w 152830"/>
                        <a:gd name="connsiteY4" fmla="*/ 18574 h 28727"/>
                        <a:gd name="connsiteX5" fmla="*/ 27392 w 152830"/>
                        <a:gd name="connsiteY5" fmla="*/ 24479 h 28727"/>
                        <a:gd name="connsiteX6" fmla="*/ 46823 w 152830"/>
                        <a:gd name="connsiteY6" fmla="*/ 27718 h 28727"/>
                        <a:gd name="connsiteX7" fmla="*/ 76350 w 152830"/>
                        <a:gd name="connsiteY7" fmla="*/ 28670 h 28727"/>
                        <a:gd name="connsiteX8" fmla="*/ 91209 w 152830"/>
                        <a:gd name="connsiteY8" fmla="*/ 28385 h 28727"/>
                        <a:gd name="connsiteX9" fmla="*/ 106164 w 152830"/>
                        <a:gd name="connsiteY9" fmla="*/ 27337 h 28727"/>
                        <a:gd name="connsiteX10" fmla="*/ 125690 w 152830"/>
                        <a:gd name="connsiteY10" fmla="*/ 23717 h 28727"/>
                        <a:gd name="connsiteX11" fmla="*/ 141025 w 152830"/>
                        <a:gd name="connsiteY11" fmla="*/ 17431 h 28727"/>
                        <a:gd name="connsiteX12" fmla="*/ 150455 w 152830"/>
                        <a:gd name="connsiteY12" fmla="*/ 10192 h 28727"/>
                        <a:gd name="connsiteX13" fmla="*/ 152646 w 152830"/>
                        <a:gd name="connsiteY13" fmla="*/ 3524 h 28727"/>
                        <a:gd name="connsiteX14" fmla="*/ 152550 w 152830"/>
                        <a:gd name="connsiteY14" fmla="*/ 3143 h 28727"/>
                        <a:gd name="connsiteX15" fmla="*/ 129024 w 152830"/>
                        <a:gd name="connsiteY15" fmla="*/ 8858 h 28727"/>
                        <a:gd name="connsiteX16" fmla="*/ 105402 w 152830"/>
                        <a:gd name="connsiteY16" fmla="*/ 12002 h 28727"/>
                        <a:gd name="connsiteX17" fmla="*/ 81780 w 152830"/>
                        <a:gd name="connsiteY17" fmla="*/ 13525 h 28727"/>
                        <a:gd name="connsiteX18" fmla="*/ 69873 w 152830"/>
                        <a:gd name="connsiteY18" fmla="*/ 14097 h 28727"/>
                        <a:gd name="connsiteX19" fmla="*/ 58062 w 152830"/>
                        <a:gd name="connsiteY19" fmla="*/ 14288 h 28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52830" h="28727">
                          <a:moveTo>
                            <a:pt x="58062" y="14288"/>
                          </a:moveTo>
                          <a:cubicBezTo>
                            <a:pt x="46728" y="14954"/>
                            <a:pt x="35107" y="13145"/>
                            <a:pt x="25106" y="10954"/>
                          </a:cubicBezTo>
                          <a:cubicBezTo>
                            <a:pt x="15105" y="7906"/>
                            <a:pt x="6627" y="4763"/>
                            <a:pt x="1389" y="0"/>
                          </a:cubicBezTo>
                          <a:lnTo>
                            <a:pt x="150" y="4953"/>
                          </a:lnTo>
                          <a:cubicBezTo>
                            <a:pt x="-897" y="9049"/>
                            <a:pt x="3579" y="14478"/>
                            <a:pt x="12057" y="18574"/>
                          </a:cubicBezTo>
                          <a:cubicBezTo>
                            <a:pt x="16343" y="20669"/>
                            <a:pt x="21487" y="23050"/>
                            <a:pt x="27392" y="24479"/>
                          </a:cubicBezTo>
                          <a:cubicBezTo>
                            <a:pt x="33297" y="25908"/>
                            <a:pt x="39870" y="27051"/>
                            <a:pt x="46823" y="27718"/>
                          </a:cubicBezTo>
                          <a:cubicBezTo>
                            <a:pt x="56729" y="28099"/>
                            <a:pt x="66445" y="28956"/>
                            <a:pt x="76350" y="28670"/>
                          </a:cubicBezTo>
                          <a:cubicBezTo>
                            <a:pt x="81304" y="28575"/>
                            <a:pt x="86256" y="28670"/>
                            <a:pt x="91209" y="28385"/>
                          </a:cubicBezTo>
                          <a:lnTo>
                            <a:pt x="106164" y="27337"/>
                          </a:lnTo>
                          <a:cubicBezTo>
                            <a:pt x="113117" y="26861"/>
                            <a:pt x="119784" y="25241"/>
                            <a:pt x="125690" y="23717"/>
                          </a:cubicBezTo>
                          <a:cubicBezTo>
                            <a:pt x="131596" y="22098"/>
                            <a:pt x="136834" y="19621"/>
                            <a:pt x="141025" y="17431"/>
                          </a:cubicBezTo>
                          <a:cubicBezTo>
                            <a:pt x="145216" y="15240"/>
                            <a:pt x="148455" y="12573"/>
                            <a:pt x="150455" y="10192"/>
                          </a:cubicBezTo>
                          <a:cubicBezTo>
                            <a:pt x="152455" y="7811"/>
                            <a:pt x="153217" y="5525"/>
                            <a:pt x="152646" y="3524"/>
                          </a:cubicBezTo>
                          <a:lnTo>
                            <a:pt x="152550" y="3143"/>
                          </a:lnTo>
                          <a:cubicBezTo>
                            <a:pt x="144740" y="5715"/>
                            <a:pt x="136834" y="7334"/>
                            <a:pt x="129024" y="8858"/>
                          </a:cubicBezTo>
                          <a:cubicBezTo>
                            <a:pt x="121118" y="10192"/>
                            <a:pt x="113307" y="11239"/>
                            <a:pt x="105402" y="12002"/>
                          </a:cubicBezTo>
                          <a:cubicBezTo>
                            <a:pt x="97496" y="12478"/>
                            <a:pt x="89685" y="13431"/>
                            <a:pt x="81780" y="13525"/>
                          </a:cubicBezTo>
                          <a:cubicBezTo>
                            <a:pt x="77874" y="13716"/>
                            <a:pt x="73969" y="13907"/>
                            <a:pt x="69873" y="14097"/>
                          </a:cubicBezTo>
                          <a:cubicBezTo>
                            <a:pt x="66159" y="14097"/>
                            <a:pt x="62254" y="14192"/>
                            <a:pt x="58062" y="1428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5" name="Forme libre : forme 14194">
                      <a:extLst>
                        <a:ext uri="{FF2B5EF4-FFF2-40B4-BE49-F238E27FC236}">
                          <a16:creationId xmlns:a16="http://schemas.microsoft.com/office/drawing/2014/main" id="{671E0293-F801-45ED-80F5-FC13CABA44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3027" y="5010941"/>
                      <a:ext cx="68978" cy="15996"/>
                    </a:xfrm>
                    <a:custGeom>
                      <a:avLst/>
                      <a:gdLst>
                        <a:gd name="connsiteX0" fmla="*/ 68963 w 68978"/>
                        <a:gd name="connsiteY0" fmla="*/ 5018 h 15996"/>
                        <a:gd name="connsiteX1" fmla="*/ 59533 w 68978"/>
                        <a:gd name="connsiteY1" fmla="*/ 11877 h 15996"/>
                        <a:gd name="connsiteX2" fmla="*/ 48484 w 68978"/>
                        <a:gd name="connsiteY2" fmla="*/ 14543 h 15996"/>
                        <a:gd name="connsiteX3" fmla="*/ 34768 w 68978"/>
                        <a:gd name="connsiteY3" fmla="*/ 15972 h 15996"/>
                        <a:gd name="connsiteX4" fmla="*/ 21052 w 68978"/>
                        <a:gd name="connsiteY4" fmla="*/ 15496 h 15996"/>
                        <a:gd name="connsiteX5" fmla="*/ 9908 w 68978"/>
                        <a:gd name="connsiteY5" fmla="*/ 13496 h 15996"/>
                        <a:gd name="connsiteX6" fmla="*/ 2 w 68978"/>
                        <a:gd name="connsiteY6" fmla="*/ 7399 h 15996"/>
                        <a:gd name="connsiteX7" fmla="*/ 10289 w 68978"/>
                        <a:gd name="connsiteY7" fmla="*/ 2256 h 15996"/>
                        <a:gd name="connsiteX8" fmla="*/ 21052 w 68978"/>
                        <a:gd name="connsiteY8" fmla="*/ 923 h 15996"/>
                        <a:gd name="connsiteX9" fmla="*/ 34197 w 68978"/>
                        <a:gd name="connsiteY9" fmla="*/ 160 h 15996"/>
                        <a:gd name="connsiteX10" fmla="*/ 47341 w 68978"/>
                        <a:gd name="connsiteY10" fmla="*/ 66 h 15996"/>
                        <a:gd name="connsiteX11" fmla="*/ 58200 w 68978"/>
                        <a:gd name="connsiteY11" fmla="*/ 827 h 15996"/>
                        <a:gd name="connsiteX12" fmla="*/ 68963 w 68978"/>
                        <a:gd name="connsiteY12" fmla="*/ 5018 h 15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8978" h="15996">
                          <a:moveTo>
                            <a:pt x="68963" y="5018"/>
                          </a:moveTo>
                          <a:cubicBezTo>
                            <a:pt x="69249" y="7209"/>
                            <a:pt x="65724" y="9685"/>
                            <a:pt x="59533" y="11877"/>
                          </a:cubicBezTo>
                          <a:cubicBezTo>
                            <a:pt x="56485" y="13115"/>
                            <a:pt x="52675" y="13782"/>
                            <a:pt x="48484" y="14543"/>
                          </a:cubicBezTo>
                          <a:cubicBezTo>
                            <a:pt x="44293" y="15210"/>
                            <a:pt x="39626" y="15972"/>
                            <a:pt x="34768" y="15972"/>
                          </a:cubicBezTo>
                          <a:cubicBezTo>
                            <a:pt x="29910" y="16068"/>
                            <a:pt x="25243" y="15877"/>
                            <a:pt x="21052" y="15496"/>
                          </a:cubicBezTo>
                          <a:cubicBezTo>
                            <a:pt x="16861" y="15210"/>
                            <a:pt x="13051" y="14258"/>
                            <a:pt x="9908" y="13496"/>
                          </a:cubicBezTo>
                          <a:cubicBezTo>
                            <a:pt x="3621" y="11781"/>
                            <a:pt x="-94" y="9591"/>
                            <a:pt x="2" y="7399"/>
                          </a:cubicBezTo>
                          <a:cubicBezTo>
                            <a:pt x="192" y="5209"/>
                            <a:pt x="4097" y="3399"/>
                            <a:pt x="10289" y="2256"/>
                          </a:cubicBezTo>
                          <a:cubicBezTo>
                            <a:pt x="13432" y="1589"/>
                            <a:pt x="17052" y="1399"/>
                            <a:pt x="21052" y="923"/>
                          </a:cubicBezTo>
                          <a:cubicBezTo>
                            <a:pt x="25053" y="446"/>
                            <a:pt x="29529" y="256"/>
                            <a:pt x="34197" y="160"/>
                          </a:cubicBezTo>
                          <a:cubicBezTo>
                            <a:pt x="38864" y="160"/>
                            <a:pt x="43245" y="-125"/>
                            <a:pt x="47341" y="66"/>
                          </a:cubicBezTo>
                          <a:cubicBezTo>
                            <a:pt x="51342" y="160"/>
                            <a:pt x="55056" y="637"/>
                            <a:pt x="58200" y="827"/>
                          </a:cubicBezTo>
                          <a:cubicBezTo>
                            <a:pt x="64486" y="1494"/>
                            <a:pt x="68582" y="2923"/>
                            <a:pt x="68963" y="5018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6" name="Forme libre : forme 14195">
                      <a:extLst>
                        <a:ext uri="{FF2B5EF4-FFF2-40B4-BE49-F238E27FC236}">
                          <a16:creationId xmlns:a16="http://schemas.microsoft.com/office/drawing/2014/main" id="{A19B99FB-8E79-4B7C-907B-8405F88930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3118" y="5012435"/>
                      <a:ext cx="50584" cy="14502"/>
                    </a:xfrm>
                    <a:custGeom>
                      <a:avLst/>
                      <a:gdLst>
                        <a:gd name="connsiteX0" fmla="*/ 15342 w 50584"/>
                        <a:gd name="connsiteY0" fmla="*/ 0 h 14502"/>
                        <a:gd name="connsiteX1" fmla="*/ 7 w 50584"/>
                        <a:gd name="connsiteY1" fmla="*/ 5905 h 14502"/>
                        <a:gd name="connsiteX2" fmla="*/ 9913 w 50584"/>
                        <a:gd name="connsiteY2" fmla="*/ 12002 h 14502"/>
                        <a:gd name="connsiteX3" fmla="*/ 21057 w 50584"/>
                        <a:gd name="connsiteY3" fmla="*/ 14002 h 14502"/>
                        <a:gd name="connsiteX4" fmla="*/ 34773 w 50584"/>
                        <a:gd name="connsiteY4" fmla="*/ 14478 h 14502"/>
                        <a:gd name="connsiteX5" fmla="*/ 50585 w 50584"/>
                        <a:gd name="connsiteY5" fmla="*/ 12668 h 14502"/>
                        <a:gd name="connsiteX6" fmla="*/ 41821 w 50584"/>
                        <a:gd name="connsiteY6" fmla="*/ 12764 h 14502"/>
                        <a:gd name="connsiteX7" fmla="*/ 22200 w 50584"/>
                        <a:gd name="connsiteY7" fmla="*/ 7715 h 14502"/>
                        <a:gd name="connsiteX8" fmla="*/ 15342 w 50584"/>
                        <a:gd name="connsiteY8" fmla="*/ 0 h 14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0584" h="14502">
                          <a:moveTo>
                            <a:pt x="15342" y="0"/>
                          </a:moveTo>
                          <a:cubicBezTo>
                            <a:pt x="6293" y="1048"/>
                            <a:pt x="197" y="3143"/>
                            <a:pt x="7" y="5905"/>
                          </a:cubicBezTo>
                          <a:cubicBezTo>
                            <a:pt x="-184" y="8097"/>
                            <a:pt x="3626" y="10287"/>
                            <a:pt x="9913" y="12002"/>
                          </a:cubicBezTo>
                          <a:cubicBezTo>
                            <a:pt x="13056" y="12764"/>
                            <a:pt x="16771" y="13716"/>
                            <a:pt x="21057" y="14002"/>
                          </a:cubicBezTo>
                          <a:cubicBezTo>
                            <a:pt x="25248" y="14383"/>
                            <a:pt x="29915" y="14574"/>
                            <a:pt x="34773" y="14478"/>
                          </a:cubicBezTo>
                          <a:cubicBezTo>
                            <a:pt x="40488" y="14383"/>
                            <a:pt x="45822" y="13525"/>
                            <a:pt x="50585" y="12668"/>
                          </a:cubicBezTo>
                          <a:cubicBezTo>
                            <a:pt x="47632" y="12859"/>
                            <a:pt x="44679" y="12859"/>
                            <a:pt x="41821" y="12764"/>
                          </a:cubicBezTo>
                          <a:cubicBezTo>
                            <a:pt x="34011" y="12097"/>
                            <a:pt x="26962" y="9906"/>
                            <a:pt x="22200" y="7715"/>
                          </a:cubicBezTo>
                          <a:cubicBezTo>
                            <a:pt x="17342" y="5620"/>
                            <a:pt x="14675" y="2667"/>
                            <a:pt x="15342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7" name="Forme libre : forme 14196">
                      <a:extLst>
                        <a:ext uri="{FF2B5EF4-FFF2-40B4-BE49-F238E27FC236}">
                          <a16:creationId xmlns:a16="http://schemas.microsoft.com/office/drawing/2014/main" id="{ED2E1F8A-3D19-40D2-88A9-9E9D9A843A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6361" y="5012414"/>
                      <a:ext cx="69371" cy="16223"/>
                    </a:xfrm>
                    <a:custGeom>
                      <a:avLst/>
                      <a:gdLst>
                        <a:gd name="connsiteX0" fmla="*/ 69344 w 69371"/>
                        <a:gd name="connsiteY0" fmla="*/ 4879 h 16223"/>
                        <a:gd name="connsiteX1" fmla="*/ 59914 w 69371"/>
                        <a:gd name="connsiteY1" fmla="*/ 11737 h 16223"/>
                        <a:gd name="connsiteX2" fmla="*/ 35054 w 69371"/>
                        <a:gd name="connsiteY2" fmla="*/ 16214 h 16223"/>
                        <a:gd name="connsiteX3" fmla="*/ 10003 w 69371"/>
                        <a:gd name="connsiteY3" fmla="*/ 13928 h 16223"/>
                        <a:gd name="connsiteX4" fmla="*/ 2 w 69371"/>
                        <a:gd name="connsiteY4" fmla="*/ 7832 h 16223"/>
                        <a:gd name="connsiteX5" fmla="*/ 10289 w 69371"/>
                        <a:gd name="connsiteY5" fmla="*/ 2688 h 16223"/>
                        <a:gd name="connsiteX6" fmla="*/ 34292 w 69371"/>
                        <a:gd name="connsiteY6" fmla="*/ 307 h 16223"/>
                        <a:gd name="connsiteX7" fmla="*/ 58390 w 69371"/>
                        <a:gd name="connsiteY7" fmla="*/ 592 h 16223"/>
                        <a:gd name="connsiteX8" fmla="*/ 69344 w 69371"/>
                        <a:gd name="connsiteY8" fmla="*/ 4879 h 16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9371" h="16223">
                          <a:moveTo>
                            <a:pt x="69344" y="4879"/>
                          </a:moveTo>
                          <a:cubicBezTo>
                            <a:pt x="69725" y="7069"/>
                            <a:pt x="66105" y="9546"/>
                            <a:pt x="59914" y="11737"/>
                          </a:cubicBezTo>
                          <a:cubicBezTo>
                            <a:pt x="53723" y="14213"/>
                            <a:pt x="44864" y="15451"/>
                            <a:pt x="35054" y="16214"/>
                          </a:cubicBezTo>
                          <a:cubicBezTo>
                            <a:pt x="25243" y="16309"/>
                            <a:pt x="16385" y="15737"/>
                            <a:pt x="10003" y="13928"/>
                          </a:cubicBezTo>
                          <a:cubicBezTo>
                            <a:pt x="3716" y="12213"/>
                            <a:pt x="-94" y="10022"/>
                            <a:pt x="2" y="7832"/>
                          </a:cubicBezTo>
                          <a:cubicBezTo>
                            <a:pt x="97" y="5641"/>
                            <a:pt x="4097" y="3831"/>
                            <a:pt x="10289" y="2688"/>
                          </a:cubicBezTo>
                          <a:cubicBezTo>
                            <a:pt x="16480" y="1640"/>
                            <a:pt x="24957" y="402"/>
                            <a:pt x="34292" y="307"/>
                          </a:cubicBezTo>
                          <a:cubicBezTo>
                            <a:pt x="43626" y="-360"/>
                            <a:pt x="52104" y="212"/>
                            <a:pt x="58390" y="592"/>
                          </a:cubicBezTo>
                          <a:cubicBezTo>
                            <a:pt x="64867" y="1259"/>
                            <a:pt x="68963" y="2688"/>
                            <a:pt x="69344" y="487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8" name="Forme libre : forme 14197">
                      <a:extLst>
                        <a:ext uri="{FF2B5EF4-FFF2-40B4-BE49-F238E27FC236}">
                          <a16:creationId xmlns:a16="http://schemas.microsoft.com/office/drawing/2014/main" id="{94EB59C9-DC19-4F12-A7DF-B5E8BE20ED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3309" y="5004137"/>
                      <a:ext cx="87246" cy="32015"/>
                    </a:xfrm>
                    <a:custGeom>
                      <a:avLst/>
                      <a:gdLst>
                        <a:gd name="connsiteX0" fmla="*/ 573 w 87246"/>
                        <a:gd name="connsiteY0" fmla="*/ 12013 h 32015"/>
                        <a:gd name="connsiteX1" fmla="*/ 1812 w 87246"/>
                        <a:gd name="connsiteY1" fmla="*/ 19824 h 32015"/>
                        <a:gd name="connsiteX2" fmla="*/ 15432 w 87246"/>
                        <a:gd name="connsiteY2" fmla="*/ 26777 h 32015"/>
                        <a:gd name="connsiteX3" fmla="*/ 25720 w 87246"/>
                        <a:gd name="connsiteY3" fmla="*/ 29539 h 32015"/>
                        <a:gd name="connsiteX4" fmla="*/ 36864 w 87246"/>
                        <a:gd name="connsiteY4" fmla="*/ 31063 h 32015"/>
                        <a:gd name="connsiteX5" fmla="*/ 56199 w 87246"/>
                        <a:gd name="connsiteY5" fmla="*/ 31920 h 32015"/>
                        <a:gd name="connsiteX6" fmla="*/ 74678 w 87246"/>
                        <a:gd name="connsiteY6" fmla="*/ 29730 h 32015"/>
                        <a:gd name="connsiteX7" fmla="*/ 86203 w 87246"/>
                        <a:gd name="connsiteY7" fmla="*/ 21824 h 32015"/>
                        <a:gd name="connsiteX8" fmla="*/ 73630 w 87246"/>
                        <a:gd name="connsiteY8" fmla="*/ 18966 h 32015"/>
                        <a:gd name="connsiteX9" fmla="*/ 44007 w 87246"/>
                        <a:gd name="connsiteY9" fmla="*/ 10680 h 32015"/>
                        <a:gd name="connsiteX10" fmla="*/ 30101 w 87246"/>
                        <a:gd name="connsiteY10" fmla="*/ 4203 h 32015"/>
                        <a:gd name="connsiteX11" fmla="*/ 11146 w 87246"/>
                        <a:gd name="connsiteY11" fmla="*/ 12 h 32015"/>
                        <a:gd name="connsiteX12" fmla="*/ 1431 w 87246"/>
                        <a:gd name="connsiteY12" fmla="*/ 4679 h 32015"/>
                        <a:gd name="connsiteX13" fmla="*/ 573 w 87246"/>
                        <a:gd name="connsiteY13" fmla="*/ 12013 h 32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7246" h="32015">
                          <a:moveTo>
                            <a:pt x="573" y="12013"/>
                          </a:moveTo>
                          <a:cubicBezTo>
                            <a:pt x="-93" y="14490"/>
                            <a:pt x="-665" y="16966"/>
                            <a:pt x="1812" y="19824"/>
                          </a:cubicBezTo>
                          <a:cubicBezTo>
                            <a:pt x="4193" y="22586"/>
                            <a:pt x="9146" y="24682"/>
                            <a:pt x="15432" y="26777"/>
                          </a:cubicBezTo>
                          <a:cubicBezTo>
                            <a:pt x="18576" y="27730"/>
                            <a:pt x="22100" y="28682"/>
                            <a:pt x="25720" y="29539"/>
                          </a:cubicBezTo>
                          <a:cubicBezTo>
                            <a:pt x="29339" y="30206"/>
                            <a:pt x="33149" y="30682"/>
                            <a:pt x="36864" y="31063"/>
                          </a:cubicBezTo>
                          <a:cubicBezTo>
                            <a:pt x="43150" y="31825"/>
                            <a:pt x="49722" y="32206"/>
                            <a:pt x="56199" y="31920"/>
                          </a:cubicBezTo>
                          <a:cubicBezTo>
                            <a:pt x="62676" y="31730"/>
                            <a:pt x="68963" y="31254"/>
                            <a:pt x="74678" y="29730"/>
                          </a:cubicBezTo>
                          <a:cubicBezTo>
                            <a:pt x="83155" y="27824"/>
                            <a:pt x="89918" y="24110"/>
                            <a:pt x="86203" y="21824"/>
                          </a:cubicBezTo>
                          <a:cubicBezTo>
                            <a:pt x="83917" y="20300"/>
                            <a:pt x="78488" y="19633"/>
                            <a:pt x="73630" y="18966"/>
                          </a:cubicBezTo>
                          <a:cubicBezTo>
                            <a:pt x="62200" y="17347"/>
                            <a:pt x="52104" y="14204"/>
                            <a:pt x="44007" y="10680"/>
                          </a:cubicBezTo>
                          <a:cubicBezTo>
                            <a:pt x="40578" y="9060"/>
                            <a:pt x="35721" y="6393"/>
                            <a:pt x="30101" y="4203"/>
                          </a:cubicBezTo>
                          <a:cubicBezTo>
                            <a:pt x="24481" y="2012"/>
                            <a:pt x="18195" y="-179"/>
                            <a:pt x="11146" y="12"/>
                          </a:cubicBezTo>
                          <a:cubicBezTo>
                            <a:pt x="4764" y="298"/>
                            <a:pt x="2383" y="2012"/>
                            <a:pt x="1431" y="4679"/>
                          </a:cubicBezTo>
                          <a:cubicBezTo>
                            <a:pt x="478" y="7251"/>
                            <a:pt x="954" y="10299"/>
                            <a:pt x="573" y="1201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9" name="Forme libre : forme 14198">
                      <a:extLst>
                        <a:ext uri="{FF2B5EF4-FFF2-40B4-BE49-F238E27FC236}">
                          <a16:creationId xmlns:a16="http://schemas.microsoft.com/office/drawing/2014/main" id="{26E538B4-C60D-4932-9398-628DF66258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8830" y="5006149"/>
                      <a:ext cx="27848" cy="6900"/>
                    </a:xfrm>
                    <a:custGeom>
                      <a:avLst/>
                      <a:gdLst>
                        <a:gd name="connsiteX0" fmla="*/ 1817 w 27848"/>
                        <a:gd name="connsiteY0" fmla="*/ 3143 h 6900"/>
                        <a:gd name="connsiteX1" fmla="*/ 7 w 27848"/>
                        <a:gd name="connsiteY1" fmla="*/ 4667 h 6900"/>
                        <a:gd name="connsiteX2" fmla="*/ 2484 w 27848"/>
                        <a:gd name="connsiteY2" fmla="*/ 6382 h 6900"/>
                        <a:gd name="connsiteX3" fmla="*/ 7437 w 27848"/>
                        <a:gd name="connsiteY3" fmla="*/ 6858 h 6900"/>
                        <a:gd name="connsiteX4" fmla="*/ 19533 w 27848"/>
                        <a:gd name="connsiteY4" fmla="*/ 6096 h 6900"/>
                        <a:gd name="connsiteX5" fmla="*/ 23915 w 27848"/>
                        <a:gd name="connsiteY5" fmla="*/ 5334 h 6900"/>
                        <a:gd name="connsiteX6" fmla="*/ 20581 w 27848"/>
                        <a:gd name="connsiteY6" fmla="*/ 0 h 6900"/>
                        <a:gd name="connsiteX7" fmla="*/ 1817 w 27848"/>
                        <a:gd name="connsiteY7" fmla="*/ 3143 h 6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848" h="6900">
                          <a:moveTo>
                            <a:pt x="1817" y="3143"/>
                          </a:moveTo>
                          <a:cubicBezTo>
                            <a:pt x="864" y="3620"/>
                            <a:pt x="103" y="4096"/>
                            <a:pt x="7" y="4667"/>
                          </a:cubicBezTo>
                          <a:cubicBezTo>
                            <a:pt x="-88" y="5239"/>
                            <a:pt x="769" y="6001"/>
                            <a:pt x="2484" y="6382"/>
                          </a:cubicBezTo>
                          <a:cubicBezTo>
                            <a:pt x="4008" y="6762"/>
                            <a:pt x="5817" y="6858"/>
                            <a:pt x="7437" y="6858"/>
                          </a:cubicBezTo>
                          <a:cubicBezTo>
                            <a:pt x="11628" y="7048"/>
                            <a:pt x="15723" y="6572"/>
                            <a:pt x="19533" y="6096"/>
                          </a:cubicBezTo>
                          <a:cubicBezTo>
                            <a:pt x="21153" y="5905"/>
                            <a:pt x="22677" y="5619"/>
                            <a:pt x="23915" y="5334"/>
                          </a:cubicBezTo>
                          <a:cubicBezTo>
                            <a:pt x="29058" y="3810"/>
                            <a:pt x="30297" y="0"/>
                            <a:pt x="20581" y="0"/>
                          </a:cubicBezTo>
                          <a:cubicBezTo>
                            <a:pt x="12961" y="95"/>
                            <a:pt x="5627" y="1333"/>
                            <a:pt x="1817" y="314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0" name="Forme libre : forme 14199">
                      <a:extLst>
                        <a:ext uri="{FF2B5EF4-FFF2-40B4-BE49-F238E27FC236}">
                          <a16:creationId xmlns:a16="http://schemas.microsoft.com/office/drawing/2014/main" id="{0B91420E-836E-4BA5-8459-03EC28A082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369" y="5013674"/>
                      <a:ext cx="40556" cy="23145"/>
                    </a:xfrm>
                    <a:custGeom>
                      <a:avLst/>
                      <a:gdLst>
                        <a:gd name="connsiteX0" fmla="*/ 40386 w 40556"/>
                        <a:gd name="connsiteY0" fmla="*/ 0 h 23145"/>
                        <a:gd name="connsiteX1" fmla="*/ 37433 w 40556"/>
                        <a:gd name="connsiteY1" fmla="*/ 7525 h 23145"/>
                        <a:gd name="connsiteX2" fmla="*/ 25813 w 40556"/>
                        <a:gd name="connsiteY2" fmla="*/ 15335 h 23145"/>
                        <a:gd name="connsiteX3" fmla="*/ 0 w 40556"/>
                        <a:gd name="connsiteY3" fmla="*/ 23146 h 23145"/>
                        <a:gd name="connsiteX4" fmla="*/ 5620 w 40556"/>
                        <a:gd name="connsiteY4" fmla="*/ 21717 h 23145"/>
                        <a:gd name="connsiteX5" fmla="*/ 18479 w 40556"/>
                        <a:gd name="connsiteY5" fmla="*/ 17336 h 23145"/>
                        <a:gd name="connsiteX6" fmla="*/ 32099 w 40556"/>
                        <a:gd name="connsiteY6" fmla="*/ 9716 h 23145"/>
                        <a:gd name="connsiteX7" fmla="*/ 40386 w 40556"/>
                        <a:gd name="connsiteY7" fmla="*/ 0 h 23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0556" h="23145">
                          <a:moveTo>
                            <a:pt x="40386" y="0"/>
                          </a:moveTo>
                          <a:cubicBezTo>
                            <a:pt x="40386" y="0"/>
                            <a:pt x="41624" y="2762"/>
                            <a:pt x="37433" y="7525"/>
                          </a:cubicBezTo>
                          <a:cubicBezTo>
                            <a:pt x="35243" y="9811"/>
                            <a:pt x="31718" y="12382"/>
                            <a:pt x="25813" y="15335"/>
                          </a:cubicBezTo>
                          <a:cubicBezTo>
                            <a:pt x="19907" y="18479"/>
                            <a:pt x="11525" y="20860"/>
                            <a:pt x="0" y="23146"/>
                          </a:cubicBezTo>
                          <a:cubicBezTo>
                            <a:pt x="0" y="23146"/>
                            <a:pt x="2191" y="22860"/>
                            <a:pt x="5620" y="21717"/>
                          </a:cubicBezTo>
                          <a:cubicBezTo>
                            <a:pt x="9049" y="20669"/>
                            <a:pt x="13716" y="19241"/>
                            <a:pt x="18479" y="17336"/>
                          </a:cubicBezTo>
                          <a:cubicBezTo>
                            <a:pt x="23241" y="15430"/>
                            <a:pt x="28099" y="12573"/>
                            <a:pt x="32099" y="9716"/>
                          </a:cubicBezTo>
                          <a:cubicBezTo>
                            <a:pt x="36195" y="7048"/>
                            <a:pt x="39148" y="3524"/>
                            <a:pt x="4038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1" name="Forme libre : forme 14200">
                      <a:extLst>
                        <a:ext uri="{FF2B5EF4-FFF2-40B4-BE49-F238E27FC236}">
                          <a16:creationId xmlns:a16="http://schemas.microsoft.com/office/drawing/2014/main" id="{F689CF0A-2A78-4311-BCDA-C57209326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6357" y="4997166"/>
                      <a:ext cx="47434" cy="8888"/>
                    </a:xfrm>
                    <a:custGeom>
                      <a:avLst/>
                      <a:gdLst>
                        <a:gd name="connsiteX0" fmla="*/ 47435 w 47434"/>
                        <a:gd name="connsiteY0" fmla="*/ 411 h 8888"/>
                        <a:gd name="connsiteX1" fmla="*/ 41053 w 47434"/>
                        <a:gd name="connsiteY1" fmla="*/ 125 h 8888"/>
                        <a:gd name="connsiteX2" fmla="*/ 26575 w 47434"/>
                        <a:gd name="connsiteY2" fmla="*/ 315 h 8888"/>
                        <a:gd name="connsiteX3" fmla="*/ 10763 w 47434"/>
                        <a:gd name="connsiteY3" fmla="*/ 2221 h 8888"/>
                        <a:gd name="connsiteX4" fmla="*/ 0 w 47434"/>
                        <a:gd name="connsiteY4" fmla="*/ 8888 h 8888"/>
                        <a:gd name="connsiteX5" fmla="*/ 10192 w 47434"/>
                        <a:gd name="connsiteY5" fmla="*/ 4030 h 8888"/>
                        <a:gd name="connsiteX6" fmla="*/ 24670 w 47434"/>
                        <a:gd name="connsiteY6" fmla="*/ 1458 h 8888"/>
                        <a:gd name="connsiteX7" fmla="*/ 47435 w 47434"/>
                        <a:gd name="connsiteY7" fmla="*/ 411 h 8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434" h="8888">
                          <a:moveTo>
                            <a:pt x="47435" y="411"/>
                          </a:moveTo>
                          <a:cubicBezTo>
                            <a:pt x="47435" y="411"/>
                            <a:pt x="44863" y="315"/>
                            <a:pt x="41053" y="125"/>
                          </a:cubicBezTo>
                          <a:cubicBezTo>
                            <a:pt x="37243" y="-65"/>
                            <a:pt x="32004" y="-65"/>
                            <a:pt x="26575" y="315"/>
                          </a:cubicBezTo>
                          <a:cubicBezTo>
                            <a:pt x="21146" y="601"/>
                            <a:pt x="15621" y="887"/>
                            <a:pt x="10763" y="2221"/>
                          </a:cubicBezTo>
                          <a:cubicBezTo>
                            <a:pt x="5905" y="3554"/>
                            <a:pt x="1905" y="5649"/>
                            <a:pt x="0" y="8888"/>
                          </a:cubicBezTo>
                          <a:cubicBezTo>
                            <a:pt x="0" y="8888"/>
                            <a:pt x="2857" y="6412"/>
                            <a:pt x="10192" y="4030"/>
                          </a:cubicBezTo>
                          <a:cubicBezTo>
                            <a:pt x="13906" y="2887"/>
                            <a:pt x="18669" y="1840"/>
                            <a:pt x="24670" y="1458"/>
                          </a:cubicBezTo>
                          <a:cubicBezTo>
                            <a:pt x="30861" y="506"/>
                            <a:pt x="38290" y="220"/>
                            <a:pt x="47435" y="4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2" name="Forme libre : forme 14201">
                      <a:extLst>
                        <a:ext uri="{FF2B5EF4-FFF2-40B4-BE49-F238E27FC236}">
                          <a16:creationId xmlns:a16="http://schemas.microsoft.com/office/drawing/2014/main" id="{7A07D134-46A2-43DA-A245-18B772C327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1461" y="5012669"/>
                      <a:ext cx="25710" cy="5246"/>
                    </a:xfrm>
                    <a:custGeom>
                      <a:avLst/>
                      <a:gdLst>
                        <a:gd name="connsiteX0" fmla="*/ 25480 w 25710"/>
                        <a:gd name="connsiteY0" fmla="*/ 3101 h 5246"/>
                        <a:gd name="connsiteX1" fmla="*/ 10335 w 25710"/>
                        <a:gd name="connsiteY1" fmla="*/ 5196 h 5246"/>
                        <a:gd name="connsiteX2" fmla="*/ 238 w 25710"/>
                        <a:gd name="connsiteY2" fmla="*/ 1577 h 5246"/>
                        <a:gd name="connsiteX3" fmla="*/ 15193 w 25710"/>
                        <a:gd name="connsiteY3" fmla="*/ 53 h 5246"/>
                        <a:gd name="connsiteX4" fmla="*/ 25480 w 25710"/>
                        <a:gd name="connsiteY4" fmla="*/ 3101 h 5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710" h="5246">
                          <a:moveTo>
                            <a:pt x="25480" y="3101"/>
                          </a:moveTo>
                          <a:cubicBezTo>
                            <a:pt x="24146" y="4529"/>
                            <a:pt x="17383" y="5482"/>
                            <a:pt x="10335" y="5196"/>
                          </a:cubicBezTo>
                          <a:cubicBezTo>
                            <a:pt x="3287" y="4720"/>
                            <a:pt x="-1095" y="2910"/>
                            <a:pt x="238" y="1577"/>
                          </a:cubicBezTo>
                          <a:cubicBezTo>
                            <a:pt x="1667" y="148"/>
                            <a:pt x="8335" y="-138"/>
                            <a:pt x="15193" y="53"/>
                          </a:cubicBezTo>
                          <a:cubicBezTo>
                            <a:pt x="22241" y="243"/>
                            <a:pt x="26813" y="1672"/>
                            <a:pt x="25480" y="310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3" name="Forme libre : forme 14202">
                      <a:extLst>
                        <a:ext uri="{FF2B5EF4-FFF2-40B4-BE49-F238E27FC236}">
                          <a16:creationId xmlns:a16="http://schemas.microsoft.com/office/drawing/2014/main" id="{A3708682-8F5A-4DB0-B151-ED1F8559D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508" y="5013985"/>
                      <a:ext cx="7056" cy="2275"/>
                    </a:xfrm>
                    <a:custGeom>
                      <a:avLst/>
                      <a:gdLst>
                        <a:gd name="connsiteX0" fmla="*/ 7052 w 7056"/>
                        <a:gd name="connsiteY0" fmla="*/ 737 h 2275"/>
                        <a:gd name="connsiteX1" fmla="*/ 3623 w 7056"/>
                        <a:gd name="connsiteY1" fmla="*/ 2261 h 2275"/>
                        <a:gd name="connsiteX2" fmla="*/ 4 w 7056"/>
                        <a:gd name="connsiteY2" fmla="*/ 1403 h 2275"/>
                        <a:gd name="connsiteX3" fmla="*/ 3433 w 7056"/>
                        <a:gd name="connsiteY3" fmla="*/ 70 h 2275"/>
                        <a:gd name="connsiteX4" fmla="*/ 7052 w 7056"/>
                        <a:gd name="connsiteY4" fmla="*/ 737 h 22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56" h="2275">
                          <a:moveTo>
                            <a:pt x="7052" y="737"/>
                          </a:moveTo>
                          <a:cubicBezTo>
                            <a:pt x="7148" y="1308"/>
                            <a:pt x="5624" y="2166"/>
                            <a:pt x="3623" y="2261"/>
                          </a:cubicBezTo>
                          <a:cubicBezTo>
                            <a:pt x="1623" y="2356"/>
                            <a:pt x="4" y="1975"/>
                            <a:pt x="4" y="1403"/>
                          </a:cubicBezTo>
                          <a:cubicBezTo>
                            <a:pt x="-91" y="737"/>
                            <a:pt x="1528" y="165"/>
                            <a:pt x="3433" y="70"/>
                          </a:cubicBezTo>
                          <a:cubicBezTo>
                            <a:pt x="5338" y="-120"/>
                            <a:pt x="6957" y="70"/>
                            <a:pt x="7052" y="7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4" name="Forme libre : forme 14203">
                      <a:extLst>
                        <a:ext uri="{FF2B5EF4-FFF2-40B4-BE49-F238E27FC236}">
                          <a16:creationId xmlns:a16="http://schemas.microsoft.com/office/drawing/2014/main" id="{59CBACA0-2D39-4ED9-B756-39A3F013EF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0876" y="4999116"/>
                      <a:ext cx="60285" cy="16228"/>
                    </a:xfrm>
                    <a:custGeom>
                      <a:avLst/>
                      <a:gdLst>
                        <a:gd name="connsiteX0" fmla="*/ 53306 w 60285"/>
                        <a:gd name="connsiteY0" fmla="*/ 3127 h 16228"/>
                        <a:gd name="connsiteX1" fmla="*/ 60259 w 60285"/>
                        <a:gd name="connsiteY1" fmla="*/ 11795 h 16228"/>
                        <a:gd name="connsiteX2" fmla="*/ 55878 w 60285"/>
                        <a:gd name="connsiteY2" fmla="*/ 15796 h 16228"/>
                        <a:gd name="connsiteX3" fmla="*/ 47877 w 60285"/>
                        <a:gd name="connsiteY3" fmla="*/ 15415 h 16228"/>
                        <a:gd name="connsiteX4" fmla="*/ 31208 w 60285"/>
                        <a:gd name="connsiteY4" fmla="*/ 8557 h 16228"/>
                        <a:gd name="connsiteX5" fmla="*/ 11777 w 60285"/>
                        <a:gd name="connsiteY5" fmla="*/ 7128 h 16228"/>
                        <a:gd name="connsiteX6" fmla="*/ 2252 w 60285"/>
                        <a:gd name="connsiteY6" fmla="*/ 5318 h 16228"/>
                        <a:gd name="connsiteX7" fmla="*/ 728 w 60285"/>
                        <a:gd name="connsiteY7" fmla="*/ 3032 h 16228"/>
                        <a:gd name="connsiteX8" fmla="*/ 18635 w 60285"/>
                        <a:gd name="connsiteY8" fmla="*/ 460 h 16228"/>
                        <a:gd name="connsiteX9" fmla="*/ 37590 w 60285"/>
                        <a:gd name="connsiteY9" fmla="*/ 79 h 16228"/>
                        <a:gd name="connsiteX10" fmla="*/ 53306 w 60285"/>
                        <a:gd name="connsiteY10" fmla="*/ 3127 h 16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0285" h="16228">
                          <a:moveTo>
                            <a:pt x="53306" y="3127"/>
                          </a:moveTo>
                          <a:cubicBezTo>
                            <a:pt x="57973" y="5318"/>
                            <a:pt x="59783" y="8461"/>
                            <a:pt x="60259" y="11795"/>
                          </a:cubicBezTo>
                          <a:cubicBezTo>
                            <a:pt x="60450" y="13034"/>
                            <a:pt x="59688" y="14748"/>
                            <a:pt x="55878" y="15796"/>
                          </a:cubicBezTo>
                          <a:cubicBezTo>
                            <a:pt x="52448" y="16653"/>
                            <a:pt x="49591" y="16082"/>
                            <a:pt x="47877" y="15415"/>
                          </a:cubicBezTo>
                          <a:cubicBezTo>
                            <a:pt x="42733" y="13224"/>
                            <a:pt x="39590" y="9699"/>
                            <a:pt x="31208" y="8557"/>
                          </a:cubicBezTo>
                          <a:cubicBezTo>
                            <a:pt x="28636" y="8366"/>
                            <a:pt x="19397" y="7890"/>
                            <a:pt x="11777" y="7128"/>
                          </a:cubicBezTo>
                          <a:cubicBezTo>
                            <a:pt x="7967" y="6842"/>
                            <a:pt x="4443" y="5985"/>
                            <a:pt x="2252" y="5318"/>
                          </a:cubicBezTo>
                          <a:cubicBezTo>
                            <a:pt x="61" y="4556"/>
                            <a:pt x="-701" y="3794"/>
                            <a:pt x="728" y="3032"/>
                          </a:cubicBezTo>
                          <a:cubicBezTo>
                            <a:pt x="3681" y="1508"/>
                            <a:pt x="11110" y="937"/>
                            <a:pt x="18635" y="460"/>
                          </a:cubicBezTo>
                          <a:cubicBezTo>
                            <a:pt x="26255" y="365"/>
                            <a:pt x="33970" y="-206"/>
                            <a:pt x="37590" y="79"/>
                          </a:cubicBezTo>
                          <a:cubicBezTo>
                            <a:pt x="44543" y="651"/>
                            <a:pt x="49781" y="1317"/>
                            <a:pt x="53306" y="312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66" name="Graphique 1">
                    <a:extLst>
                      <a:ext uri="{FF2B5EF4-FFF2-40B4-BE49-F238E27FC236}">
                        <a16:creationId xmlns:a16="http://schemas.microsoft.com/office/drawing/2014/main" id="{2B1949D9-E4D0-43F6-A46E-54C3F5105342}"/>
                      </a:ext>
                    </a:extLst>
                  </p:cNvPr>
                  <p:cNvGrpSpPr/>
                  <p:nvPr/>
                </p:nvGrpSpPr>
                <p:grpSpPr>
                  <a:xfrm>
                    <a:off x="3730279" y="4916380"/>
                    <a:ext cx="127558" cy="103523"/>
                    <a:chOff x="3730279" y="4916380"/>
                    <a:chExt cx="127558" cy="103523"/>
                  </a:xfrm>
                  <a:solidFill>
                    <a:schemeClr val="accent1"/>
                  </a:solidFill>
                </p:grpSpPr>
                <p:sp>
                  <p:nvSpPr>
                    <p:cNvPr id="14181" name="Forme libre : forme 14180">
                      <a:extLst>
                        <a:ext uri="{FF2B5EF4-FFF2-40B4-BE49-F238E27FC236}">
                          <a16:creationId xmlns:a16="http://schemas.microsoft.com/office/drawing/2014/main" id="{4CC48C5E-C3FB-41D8-B7D0-30F131C125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0279" y="4916380"/>
                      <a:ext cx="127367" cy="103523"/>
                    </a:xfrm>
                    <a:custGeom>
                      <a:avLst/>
                      <a:gdLst>
                        <a:gd name="connsiteX0" fmla="*/ 104871 w 127367"/>
                        <a:gd name="connsiteY0" fmla="*/ 55193 h 103523"/>
                        <a:gd name="connsiteX1" fmla="*/ 81725 w 127367"/>
                        <a:gd name="connsiteY1" fmla="*/ 75481 h 103523"/>
                        <a:gd name="connsiteX2" fmla="*/ 69056 w 127367"/>
                        <a:gd name="connsiteY2" fmla="*/ 84339 h 103523"/>
                        <a:gd name="connsiteX3" fmla="*/ 55817 w 127367"/>
                        <a:gd name="connsiteY3" fmla="*/ 92340 h 103523"/>
                        <a:gd name="connsiteX4" fmla="*/ 46387 w 127367"/>
                        <a:gd name="connsiteY4" fmla="*/ 97103 h 103523"/>
                        <a:gd name="connsiteX5" fmla="*/ 37053 w 127367"/>
                        <a:gd name="connsiteY5" fmla="*/ 100341 h 103523"/>
                        <a:gd name="connsiteX6" fmla="*/ 20574 w 127367"/>
                        <a:gd name="connsiteY6" fmla="*/ 103389 h 103523"/>
                        <a:gd name="connsiteX7" fmla="*/ 3334 w 127367"/>
                        <a:gd name="connsiteY7" fmla="*/ 97769 h 103523"/>
                        <a:gd name="connsiteX8" fmla="*/ 191 w 127367"/>
                        <a:gd name="connsiteY8" fmla="*/ 86721 h 103523"/>
                        <a:gd name="connsiteX9" fmla="*/ 9621 w 127367"/>
                        <a:gd name="connsiteY9" fmla="*/ 72624 h 103523"/>
                        <a:gd name="connsiteX10" fmla="*/ 21336 w 127367"/>
                        <a:gd name="connsiteY10" fmla="*/ 64623 h 103523"/>
                        <a:gd name="connsiteX11" fmla="*/ 28289 w 127367"/>
                        <a:gd name="connsiteY11" fmla="*/ 60622 h 103523"/>
                        <a:gd name="connsiteX12" fmla="*/ 35719 w 127367"/>
                        <a:gd name="connsiteY12" fmla="*/ 56336 h 103523"/>
                        <a:gd name="connsiteX13" fmla="*/ 46482 w 127367"/>
                        <a:gd name="connsiteY13" fmla="*/ 49954 h 103523"/>
                        <a:gd name="connsiteX14" fmla="*/ 56769 w 127367"/>
                        <a:gd name="connsiteY14" fmla="*/ 42811 h 103523"/>
                        <a:gd name="connsiteX15" fmla="*/ 75724 w 127367"/>
                        <a:gd name="connsiteY15" fmla="*/ 26332 h 103523"/>
                        <a:gd name="connsiteX16" fmla="*/ 87916 w 127367"/>
                        <a:gd name="connsiteY16" fmla="*/ 14807 h 103523"/>
                        <a:gd name="connsiteX17" fmla="*/ 99060 w 127367"/>
                        <a:gd name="connsiteY17" fmla="*/ 5854 h 103523"/>
                        <a:gd name="connsiteX18" fmla="*/ 115253 w 127367"/>
                        <a:gd name="connsiteY18" fmla="*/ 805 h 103523"/>
                        <a:gd name="connsiteX19" fmla="*/ 124683 w 127367"/>
                        <a:gd name="connsiteY19" fmla="*/ 6997 h 103523"/>
                        <a:gd name="connsiteX20" fmla="*/ 124968 w 127367"/>
                        <a:gd name="connsiteY20" fmla="*/ 24904 h 103523"/>
                        <a:gd name="connsiteX21" fmla="*/ 117444 w 127367"/>
                        <a:gd name="connsiteY21" fmla="*/ 39667 h 103523"/>
                        <a:gd name="connsiteX22" fmla="*/ 104871 w 127367"/>
                        <a:gd name="connsiteY22" fmla="*/ 55193 h 103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27367" h="103523">
                          <a:moveTo>
                            <a:pt x="104871" y="55193"/>
                          </a:moveTo>
                          <a:cubicBezTo>
                            <a:pt x="97631" y="62432"/>
                            <a:pt x="90012" y="69385"/>
                            <a:pt x="81725" y="75481"/>
                          </a:cubicBezTo>
                          <a:cubicBezTo>
                            <a:pt x="77724" y="78719"/>
                            <a:pt x="73438" y="81672"/>
                            <a:pt x="69056" y="84339"/>
                          </a:cubicBezTo>
                          <a:cubicBezTo>
                            <a:pt x="64770" y="87197"/>
                            <a:pt x="60389" y="89959"/>
                            <a:pt x="55817" y="92340"/>
                          </a:cubicBezTo>
                          <a:cubicBezTo>
                            <a:pt x="52673" y="94055"/>
                            <a:pt x="49530" y="95674"/>
                            <a:pt x="46387" y="97103"/>
                          </a:cubicBezTo>
                          <a:cubicBezTo>
                            <a:pt x="43244" y="98341"/>
                            <a:pt x="40101" y="99389"/>
                            <a:pt x="37053" y="100341"/>
                          </a:cubicBezTo>
                          <a:cubicBezTo>
                            <a:pt x="31147" y="102342"/>
                            <a:pt x="25432" y="103103"/>
                            <a:pt x="20574" y="103389"/>
                          </a:cubicBezTo>
                          <a:cubicBezTo>
                            <a:pt x="10954" y="104152"/>
                            <a:pt x="4477" y="101580"/>
                            <a:pt x="3334" y="97769"/>
                          </a:cubicBezTo>
                          <a:lnTo>
                            <a:pt x="191" y="86721"/>
                          </a:lnTo>
                          <a:cubicBezTo>
                            <a:pt x="-952" y="82625"/>
                            <a:pt x="3144" y="78053"/>
                            <a:pt x="9621" y="72624"/>
                          </a:cubicBezTo>
                          <a:cubicBezTo>
                            <a:pt x="12954" y="69957"/>
                            <a:pt x="16955" y="67575"/>
                            <a:pt x="21336" y="64623"/>
                          </a:cubicBezTo>
                          <a:cubicBezTo>
                            <a:pt x="23527" y="63194"/>
                            <a:pt x="25908" y="61861"/>
                            <a:pt x="28289" y="60622"/>
                          </a:cubicBezTo>
                          <a:cubicBezTo>
                            <a:pt x="30671" y="59193"/>
                            <a:pt x="33147" y="57670"/>
                            <a:pt x="35719" y="56336"/>
                          </a:cubicBezTo>
                          <a:cubicBezTo>
                            <a:pt x="39434" y="54431"/>
                            <a:pt x="42958" y="52240"/>
                            <a:pt x="46482" y="49954"/>
                          </a:cubicBezTo>
                          <a:cubicBezTo>
                            <a:pt x="50006" y="47763"/>
                            <a:pt x="53531" y="45477"/>
                            <a:pt x="56769" y="42811"/>
                          </a:cubicBezTo>
                          <a:cubicBezTo>
                            <a:pt x="63532" y="37857"/>
                            <a:pt x="69723" y="32237"/>
                            <a:pt x="75724" y="26332"/>
                          </a:cubicBezTo>
                          <a:cubicBezTo>
                            <a:pt x="79915" y="22141"/>
                            <a:pt x="84106" y="18331"/>
                            <a:pt x="87916" y="14807"/>
                          </a:cubicBezTo>
                          <a:cubicBezTo>
                            <a:pt x="91917" y="11378"/>
                            <a:pt x="95631" y="8330"/>
                            <a:pt x="99060" y="5854"/>
                          </a:cubicBezTo>
                          <a:cubicBezTo>
                            <a:pt x="106109" y="1091"/>
                            <a:pt x="111824" y="-1386"/>
                            <a:pt x="115253" y="805"/>
                          </a:cubicBezTo>
                          <a:lnTo>
                            <a:pt x="124683" y="6997"/>
                          </a:lnTo>
                          <a:cubicBezTo>
                            <a:pt x="128016" y="9187"/>
                            <a:pt x="128397" y="16045"/>
                            <a:pt x="124968" y="24904"/>
                          </a:cubicBezTo>
                          <a:cubicBezTo>
                            <a:pt x="123349" y="29475"/>
                            <a:pt x="120968" y="34524"/>
                            <a:pt x="117444" y="39667"/>
                          </a:cubicBezTo>
                          <a:cubicBezTo>
                            <a:pt x="114300" y="44810"/>
                            <a:pt x="110014" y="50049"/>
                            <a:pt x="104871" y="5519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2" name="Forme libre : forme 14181">
                      <a:extLst>
                        <a:ext uri="{FF2B5EF4-FFF2-40B4-BE49-F238E27FC236}">
                          <a16:creationId xmlns:a16="http://schemas.microsoft.com/office/drawing/2014/main" id="{4F85C535-331B-4195-B54C-9EB31C9E23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2375" y="4922901"/>
                      <a:ext cx="125462" cy="96938"/>
                    </a:xfrm>
                    <a:custGeom>
                      <a:avLst/>
                      <a:gdLst>
                        <a:gd name="connsiteX0" fmla="*/ 56102 w 125462"/>
                        <a:gd name="connsiteY0" fmla="*/ 68770 h 96938"/>
                        <a:gd name="connsiteX1" fmla="*/ 26099 w 125462"/>
                        <a:gd name="connsiteY1" fmla="*/ 83820 h 96938"/>
                        <a:gd name="connsiteX2" fmla="*/ 0 w 125462"/>
                        <a:gd name="connsiteY2" fmla="*/ 86391 h 96938"/>
                        <a:gd name="connsiteX3" fmla="*/ 1334 w 125462"/>
                        <a:gd name="connsiteY3" fmla="*/ 91154 h 96938"/>
                        <a:gd name="connsiteX4" fmla="*/ 18574 w 125462"/>
                        <a:gd name="connsiteY4" fmla="*/ 96774 h 96938"/>
                        <a:gd name="connsiteX5" fmla="*/ 35052 w 125462"/>
                        <a:gd name="connsiteY5" fmla="*/ 93726 h 96938"/>
                        <a:gd name="connsiteX6" fmla="*/ 44387 w 125462"/>
                        <a:gd name="connsiteY6" fmla="*/ 90488 h 96938"/>
                        <a:gd name="connsiteX7" fmla="*/ 53816 w 125462"/>
                        <a:gd name="connsiteY7" fmla="*/ 85725 h 96938"/>
                        <a:gd name="connsiteX8" fmla="*/ 67056 w 125462"/>
                        <a:gd name="connsiteY8" fmla="*/ 77724 h 96938"/>
                        <a:gd name="connsiteX9" fmla="*/ 79724 w 125462"/>
                        <a:gd name="connsiteY9" fmla="*/ 68866 h 96938"/>
                        <a:gd name="connsiteX10" fmla="*/ 102870 w 125462"/>
                        <a:gd name="connsiteY10" fmla="*/ 48577 h 96938"/>
                        <a:gd name="connsiteX11" fmla="*/ 115538 w 125462"/>
                        <a:gd name="connsiteY11" fmla="*/ 32861 h 96938"/>
                        <a:gd name="connsiteX12" fmla="*/ 123063 w 125462"/>
                        <a:gd name="connsiteY12" fmla="*/ 18097 h 96938"/>
                        <a:gd name="connsiteX13" fmla="*/ 122777 w 125462"/>
                        <a:gd name="connsiteY13" fmla="*/ 190 h 96938"/>
                        <a:gd name="connsiteX14" fmla="*/ 122492 w 125462"/>
                        <a:gd name="connsiteY14" fmla="*/ 0 h 96938"/>
                        <a:gd name="connsiteX15" fmla="*/ 108585 w 125462"/>
                        <a:gd name="connsiteY15" fmla="*/ 19812 h 96938"/>
                        <a:gd name="connsiteX16" fmla="*/ 92583 w 125462"/>
                        <a:gd name="connsiteY16" fmla="*/ 37623 h 96938"/>
                        <a:gd name="connsiteX17" fmla="*/ 84011 w 125462"/>
                        <a:gd name="connsiteY17" fmla="*/ 45910 h 96938"/>
                        <a:gd name="connsiteX18" fmla="*/ 75057 w 125462"/>
                        <a:gd name="connsiteY18" fmla="*/ 53816 h 96938"/>
                        <a:gd name="connsiteX19" fmla="*/ 65818 w 125462"/>
                        <a:gd name="connsiteY19" fmla="*/ 61436 h 96938"/>
                        <a:gd name="connsiteX20" fmla="*/ 56102 w 125462"/>
                        <a:gd name="connsiteY20" fmla="*/ 68770 h 9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25462" h="96938">
                          <a:moveTo>
                            <a:pt x="56102" y="68770"/>
                          </a:moveTo>
                          <a:cubicBezTo>
                            <a:pt x="46863" y="75629"/>
                            <a:pt x="36100" y="80772"/>
                            <a:pt x="26099" y="83820"/>
                          </a:cubicBezTo>
                          <a:cubicBezTo>
                            <a:pt x="16002" y="86582"/>
                            <a:pt x="6858" y="87725"/>
                            <a:pt x="0" y="86391"/>
                          </a:cubicBezTo>
                          <a:lnTo>
                            <a:pt x="1334" y="91154"/>
                          </a:lnTo>
                          <a:cubicBezTo>
                            <a:pt x="2381" y="95059"/>
                            <a:pt x="8954" y="97631"/>
                            <a:pt x="18574" y="96774"/>
                          </a:cubicBezTo>
                          <a:cubicBezTo>
                            <a:pt x="23432" y="96488"/>
                            <a:pt x="29051" y="95726"/>
                            <a:pt x="35052" y="93726"/>
                          </a:cubicBezTo>
                          <a:cubicBezTo>
                            <a:pt x="38005" y="92773"/>
                            <a:pt x="41148" y="91725"/>
                            <a:pt x="44387" y="90488"/>
                          </a:cubicBezTo>
                          <a:cubicBezTo>
                            <a:pt x="47530" y="89154"/>
                            <a:pt x="50673" y="87439"/>
                            <a:pt x="53816" y="85725"/>
                          </a:cubicBezTo>
                          <a:cubicBezTo>
                            <a:pt x="58388" y="83344"/>
                            <a:pt x="62770" y="80581"/>
                            <a:pt x="67056" y="77724"/>
                          </a:cubicBezTo>
                          <a:cubicBezTo>
                            <a:pt x="71438" y="74962"/>
                            <a:pt x="75629" y="72104"/>
                            <a:pt x="79724" y="68866"/>
                          </a:cubicBezTo>
                          <a:cubicBezTo>
                            <a:pt x="88011" y="62769"/>
                            <a:pt x="95631" y="55816"/>
                            <a:pt x="102870" y="48577"/>
                          </a:cubicBezTo>
                          <a:cubicBezTo>
                            <a:pt x="107918" y="43434"/>
                            <a:pt x="112300" y="38195"/>
                            <a:pt x="115538" y="32861"/>
                          </a:cubicBezTo>
                          <a:cubicBezTo>
                            <a:pt x="119063" y="27717"/>
                            <a:pt x="121444" y="22574"/>
                            <a:pt x="123063" y="18097"/>
                          </a:cubicBezTo>
                          <a:cubicBezTo>
                            <a:pt x="126492" y="9144"/>
                            <a:pt x="126111" y="2286"/>
                            <a:pt x="122777" y="190"/>
                          </a:cubicBezTo>
                          <a:lnTo>
                            <a:pt x="122492" y="0"/>
                          </a:lnTo>
                          <a:cubicBezTo>
                            <a:pt x="118396" y="7048"/>
                            <a:pt x="113443" y="13430"/>
                            <a:pt x="108585" y="19812"/>
                          </a:cubicBezTo>
                          <a:cubicBezTo>
                            <a:pt x="103442" y="26003"/>
                            <a:pt x="98298" y="32004"/>
                            <a:pt x="92583" y="37623"/>
                          </a:cubicBezTo>
                          <a:cubicBezTo>
                            <a:pt x="89916" y="40576"/>
                            <a:pt x="86963" y="43243"/>
                            <a:pt x="84011" y="45910"/>
                          </a:cubicBezTo>
                          <a:cubicBezTo>
                            <a:pt x="81058" y="48482"/>
                            <a:pt x="78296" y="51435"/>
                            <a:pt x="75057" y="53816"/>
                          </a:cubicBezTo>
                          <a:cubicBezTo>
                            <a:pt x="72009" y="56292"/>
                            <a:pt x="68961" y="58864"/>
                            <a:pt x="65818" y="61436"/>
                          </a:cubicBezTo>
                          <a:cubicBezTo>
                            <a:pt x="62675" y="63817"/>
                            <a:pt x="59436" y="66198"/>
                            <a:pt x="56102" y="6877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3" name="Forme libre : forme 14182">
                      <a:extLst>
                        <a:ext uri="{FF2B5EF4-FFF2-40B4-BE49-F238E27FC236}">
                          <a16:creationId xmlns:a16="http://schemas.microsoft.com/office/drawing/2014/main" id="{C695C251-337C-4AAE-BC61-E5B3A62F7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9468" y="4945051"/>
                      <a:ext cx="53759" cy="46044"/>
                    </a:xfrm>
                    <a:custGeom>
                      <a:avLst/>
                      <a:gdLst>
                        <a:gd name="connsiteX0" fmla="*/ 53014 w 53759"/>
                        <a:gd name="connsiteY0" fmla="*/ 519 h 46044"/>
                        <a:gd name="connsiteX1" fmla="*/ 50252 w 53759"/>
                        <a:gd name="connsiteY1" fmla="*/ 11854 h 46044"/>
                        <a:gd name="connsiteX2" fmla="*/ 43585 w 53759"/>
                        <a:gd name="connsiteY2" fmla="*/ 21189 h 46044"/>
                        <a:gd name="connsiteX3" fmla="*/ 33583 w 53759"/>
                        <a:gd name="connsiteY3" fmla="*/ 30904 h 46044"/>
                        <a:gd name="connsiteX4" fmla="*/ 22153 w 53759"/>
                        <a:gd name="connsiteY4" fmla="*/ 39000 h 46044"/>
                        <a:gd name="connsiteX5" fmla="*/ 11866 w 53759"/>
                        <a:gd name="connsiteY5" fmla="*/ 44048 h 46044"/>
                        <a:gd name="connsiteX6" fmla="*/ 246 w 53759"/>
                        <a:gd name="connsiteY6" fmla="*/ 44715 h 46044"/>
                        <a:gd name="connsiteX7" fmla="*/ 5866 w 53759"/>
                        <a:gd name="connsiteY7" fmla="*/ 34714 h 46044"/>
                        <a:gd name="connsiteX8" fmla="*/ 13676 w 53759"/>
                        <a:gd name="connsiteY8" fmla="*/ 27379 h 46044"/>
                        <a:gd name="connsiteX9" fmla="*/ 23487 w 53759"/>
                        <a:gd name="connsiteY9" fmla="*/ 18997 h 46044"/>
                        <a:gd name="connsiteX10" fmla="*/ 33583 w 53759"/>
                        <a:gd name="connsiteY10" fmla="*/ 10806 h 46044"/>
                        <a:gd name="connsiteX11" fmla="*/ 42156 w 53759"/>
                        <a:gd name="connsiteY11" fmla="*/ 4329 h 46044"/>
                        <a:gd name="connsiteX12" fmla="*/ 53014 w 53759"/>
                        <a:gd name="connsiteY12" fmla="*/ 519 h 46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759" h="46044">
                          <a:moveTo>
                            <a:pt x="53014" y="519"/>
                          </a:moveTo>
                          <a:cubicBezTo>
                            <a:pt x="54538" y="1852"/>
                            <a:pt x="53777" y="6330"/>
                            <a:pt x="50252" y="11854"/>
                          </a:cubicBezTo>
                          <a:cubicBezTo>
                            <a:pt x="48538" y="14616"/>
                            <a:pt x="46252" y="17760"/>
                            <a:pt x="43585" y="21189"/>
                          </a:cubicBezTo>
                          <a:cubicBezTo>
                            <a:pt x="40632" y="24331"/>
                            <a:pt x="37298" y="27665"/>
                            <a:pt x="33583" y="30904"/>
                          </a:cubicBezTo>
                          <a:cubicBezTo>
                            <a:pt x="29773" y="34142"/>
                            <a:pt x="25773" y="36714"/>
                            <a:pt x="22153" y="39000"/>
                          </a:cubicBezTo>
                          <a:cubicBezTo>
                            <a:pt x="18629" y="41381"/>
                            <a:pt x="14914" y="42810"/>
                            <a:pt x="11866" y="44048"/>
                          </a:cubicBezTo>
                          <a:cubicBezTo>
                            <a:pt x="5770" y="46429"/>
                            <a:pt x="1389" y="46715"/>
                            <a:pt x="246" y="44715"/>
                          </a:cubicBezTo>
                          <a:cubicBezTo>
                            <a:pt x="-802" y="42905"/>
                            <a:pt x="1579" y="39286"/>
                            <a:pt x="5866" y="34714"/>
                          </a:cubicBezTo>
                          <a:cubicBezTo>
                            <a:pt x="7961" y="32428"/>
                            <a:pt x="10819" y="30237"/>
                            <a:pt x="13676" y="27379"/>
                          </a:cubicBezTo>
                          <a:cubicBezTo>
                            <a:pt x="16534" y="24617"/>
                            <a:pt x="20058" y="21950"/>
                            <a:pt x="23487" y="18997"/>
                          </a:cubicBezTo>
                          <a:cubicBezTo>
                            <a:pt x="26916" y="15950"/>
                            <a:pt x="30345" y="13187"/>
                            <a:pt x="33583" y="10806"/>
                          </a:cubicBezTo>
                          <a:cubicBezTo>
                            <a:pt x="36631" y="8235"/>
                            <a:pt x="39584" y="6044"/>
                            <a:pt x="42156" y="4329"/>
                          </a:cubicBezTo>
                          <a:cubicBezTo>
                            <a:pt x="47680" y="996"/>
                            <a:pt x="51300" y="-1005"/>
                            <a:pt x="53014" y="519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4" name="Forme libre : forme 14183">
                      <a:extLst>
                        <a:ext uri="{FF2B5EF4-FFF2-40B4-BE49-F238E27FC236}">
                          <a16:creationId xmlns:a16="http://schemas.microsoft.com/office/drawing/2014/main" id="{7F63963F-BD81-442B-B0CA-D8E79599D0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9581" y="4964525"/>
                      <a:ext cx="44900" cy="26530"/>
                    </a:xfrm>
                    <a:custGeom>
                      <a:avLst/>
                      <a:gdLst>
                        <a:gd name="connsiteX0" fmla="*/ 9467 w 44900"/>
                        <a:gd name="connsiteY0" fmla="*/ 11811 h 26530"/>
                        <a:gd name="connsiteX1" fmla="*/ 228 w 44900"/>
                        <a:gd name="connsiteY1" fmla="*/ 25241 h 26530"/>
                        <a:gd name="connsiteX2" fmla="*/ 11849 w 44900"/>
                        <a:gd name="connsiteY2" fmla="*/ 24574 h 26530"/>
                        <a:gd name="connsiteX3" fmla="*/ 22135 w 44900"/>
                        <a:gd name="connsiteY3" fmla="*/ 19526 h 26530"/>
                        <a:gd name="connsiteX4" fmla="*/ 33566 w 44900"/>
                        <a:gd name="connsiteY4" fmla="*/ 11430 h 26530"/>
                        <a:gd name="connsiteX5" fmla="*/ 44900 w 44900"/>
                        <a:gd name="connsiteY5" fmla="*/ 0 h 26530"/>
                        <a:gd name="connsiteX6" fmla="*/ 38042 w 44900"/>
                        <a:gd name="connsiteY6" fmla="*/ 5619 h 26530"/>
                        <a:gd name="connsiteX7" fmla="*/ 19469 w 44900"/>
                        <a:gd name="connsiteY7" fmla="*/ 13906 h 26530"/>
                        <a:gd name="connsiteX8" fmla="*/ 9467 w 44900"/>
                        <a:gd name="connsiteY8" fmla="*/ 11811 h 26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900" h="26530">
                          <a:moveTo>
                            <a:pt x="9467" y="11811"/>
                          </a:moveTo>
                          <a:cubicBezTo>
                            <a:pt x="2895" y="17812"/>
                            <a:pt x="-1010" y="23050"/>
                            <a:pt x="228" y="25241"/>
                          </a:cubicBezTo>
                          <a:cubicBezTo>
                            <a:pt x="1371" y="27146"/>
                            <a:pt x="5752" y="26955"/>
                            <a:pt x="11849" y="24574"/>
                          </a:cubicBezTo>
                          <a:cubicBezTo>
                            <a:pt x="14897" y="23336"/>
                            <a:pt x="18611" y="22003"/>
                            <a:pt x="22135" y="19526"/>
                          </a:cubicBezTo>
                          <a:cubicBezTo>
                            <a:pt x="25755" y="17240"/>
                            <a:pt x="29756" y="14668"/>
                            <a:pt x="33566" y="11430"/>
                          </a:cubicBezTo>
                          <a:cubicBezTo>
                            <a:pt x="37852" y="7525"/>
                            <a:pt x="41852" y="3810"/>
                            <a:pt x="44900" y="0"/>
                          </a:cubicBezTo>
                          <a:cubicBezTo>
                            <a:pt x="42900" y="2191"/>
                            <a:pt x="40328" y="3905"/>
                            <a:pt x="38042" y="5619"/>
                          </a:cubicBezTo>
                          <a:cubicBezTo>
                            <a:pt x="31470" y="10192"/>
                            <a:pt x="24612" y="12859"/>
                            <a:pt x="19469" y="13906"/>
                          </a:cubicBezTo>
                          <a:cubicBezTo>
                            <a:pt x="14230" y="15049"/>
                            <a:pt x="10420" y="14192"/>
                            <a:pt x="9467" y="11811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5" name="Forme libre : forme 14184">
                      <a:extLst>
                        <a:ext uri="{FF2B5EF4-FFF2-40B4-BE49-F238E27FC236}">
                          <a16:creationId xmlns:a16="http://schemas.microsoft.com/office/drawing/2014/main" id="{515FEFE7-004F-4935-8586-AE435B714B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3327" y="4943501"/>
                      <a:ext cx="53548" cy="47059"/>
                    </a:xfrm>
                    <a:custGeom>
                      <a:avLst/>
                      <a:gdLst>
                        <a:gd name="connsiteX0" fmla="*/ 52775 w 53548"/>
                        <a:gd name="connsiteY0" fmla="*/ 449 h 47059"/>
                        <a:gd name="connsiteX1" fmla="*/ 50203 w 53548"/>
                        <a:gd name="connsiteY1" fmla="*/ 11879 h 47059"/>
                        <a:gd name="connsiteX2" fmla="*/ 43440 w 53548"/>
                        <a:gd name="connsiteY2" fmla="*/ 21214 h 47059"/>
                        <a:gd name="connsiteX3" fmla="*/ 33535 w 53548"/>
                        <a:gd name="connsiteY3" fmla="*/ 31215 h 47059"/>
                        <a:gd name="connsiteX4" fmla="*/ 22200 w 53548"/>
                        <a:gd name="connsiteY4" fmla="*/ 39597 h 47059"/>
                        <a:gd name="connsiteX5" fmla="*/ 11913 w 53548"/>
                        <a:gd name="connsiteY5" fmla="*/ 44931 h 47059"/>
                        <a:gd name="connsiteX6" fmla="*/ 292 w 53548"/>
                        <a:gd name="connsiteY6" fmla="*/ 45884 h 47059"/>
                        <a:gd name="connsiteX7" fmla="*/ 5817 w 53548"/>
                        <a:gd name="connsiteY7" fmla="*/ 35787 h 47059"/>
                        <a:gd name="connsiteX8" fmla="*/ 13532 w 53548"/>
                        <a:gd name="connsiteY8" fmla="*/ 28167 h 47059"/>
                        <a:gd name="connsiteX9" fmla="*/ 23343 w 53548"/>
                        <a:gd name="connsiteY9" fmla="*/ 19499 h 47059"/>
                        <a:gd name="connsiteX10" fmla="*/ 33344 w 53548"/>
                        <a:gd name="connsiteY10" fmla="*/ 11117 h 47059"/>
                        <a:gd name="connsiteX11" fmla="*/ 42012 w 53548"/>
                        <a:gd name="connsiteY11" fmla="*/ 4545 h 47059"/>
                        <a:gd name="connsiteX12" fmla="*/ 52775 w 53548"/>
                        <a:gd name="connsiteY12" fmla="*/ 449 h 470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548" h="47059">
                          <a:moveTo>
                            <a:pt x="52775" y="449"/>
                          </a:moveTo>
                          <a:cubicBezTo>
                            <a:pt x="54394" y="1783"/>
                            <a:pt x="53442" y="6069"/>
                            <a:pt x="50203" y="11879"/>
                          </a:cubicBezTo>
                          <a:cubicBezTo>
                            <a:pt x="48489" y="14641"/>
                            <a:pt x="46203" y="17880"/>
                            <a:pt x="43440" y="21214"/>
                          </a:cubicBezTo>
                          <a:cubicBezTo>
                            <a:pt x="40869" y="24738"/>
                            <a:pt x="37249" y="27881"/>
                            <a:pt x="33535" y="31215"/>
                          </a:cubicBezTo>
                          <a:cubicBezTo>
                            <a:pt x="29915" y="34644"/>
                            <a:pt x="25915" y="37311"/>
                            <a:pt x="22200" y="39597"/>
                          </a:cubicBezTo>
                          <a:cubicBezTo>
                            <a:pt x="18580" y="41978"/>
                            <a:pt x="15151" y="43788"/>
                            <a:pt x="11913" y="44931"/>
                          </a:cubicBezTo>
                          <a:cubicBezTo>
                            <a:pt x="5722" y="47312"/>
                            <a:pt x="1340" y="47789"/>
                            <a:pt x="292" y="45884"/>
                          </a:cubicBezTo>
                          <a:cubicBezTo>
                            <a:pt x="-851" y="44074"/>
                            <a:pt x="1435" y="40264"/>
                            <a:pt x="5817" y="35787"/>
                          </a:cubicBezTo>
                          <a:cubicBezTo>
                            <a:pt x="8579" y="33120"/>
                            <a:pt x="11151" y="30549"/>
                            <a:pt x="13532" y="28167"/>
                          </a:cubicBezTo>
                          <a:cubicBezTo>
                            <a:pt x="16866" y="25215"/>
                            <a:pt x="20009" y="22357"/>
                            <a:pt x="23343" y="19499"/>
                          </a:cubicBezTo>
                          <a:cubicBezTo>
                            <a:pt x="26772" y="16356"/>
                            <a:pt x="30391" y="13784"/>
                            <a:pt x="33344" y="11117"/>
                          </a:cubicBezTo>
                          <a:cubicBezTo>
                            <a:pt x="36392" y="8546"/>
                            <a:pt x="39345" y="6259"/>
                            <a:pt x="42012" y="4545"/>
                          </a:cubicBezTo>
                          <a:cubicBezTo>
                            <a:pt x="47155" y="831"/>
                            <a:pt x="51061" y="-884"/>
                            <a:pt x="52775" y="44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6" name="Forme libre : forme 14185">
                      <a:extLst>
                        <a:ext uri="{FF2B5EF4-FFF2-40B4-BE49-F238E27FC236}">
                          <a16:creationId xmlns:a16="http://schemas.microsoft.com/office/drawing/2014/main" id="{9A1FBADB-5AD5-4EB8-B4E1-9FC4AE6B66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850" y="4960945"/>
                      <a:ext cx="80512" cy="48743"/>
                    </a:xfrm>
                    <a:custGeom>
                      <a:avLst/>
                      <a:gdLst>
                        <a:gd name="connsiteX0" fmla="*/ 2956 w 80512"/>
                        <a:gd name="connsiteY0" fmla="*/ 42537 h 48743"/>
                        <a:gd name="connsiteX1" fmla="*/ 7909 w 80512"/>
                        <a:gd name="connsiteY1" fmla="*/ 48347 h 48743"/>
                        <a:gd name="connsiteX2" fmla="*/ 23435 w 80512"/>
                        <a:gd name="connsiteY2" fmla="*/ 47014 h 48743"/>
                        <a:gd name="connsiteX3" fmla="*/ 44199 w 80512"/>
                        <a:gd name="connsiteY3" fmla="*/ 38250 h 48743"/>
                        <a:gd name="connsiteX4" fmla="*/ 74489 w 80512"/>
                        <a:gd name="connsiteY4" fmla="*/ 13676 h 48743"/>
                        <a:gd name="connsiteX5" fmla="*/ 80108 w 80512"/>
                        <a:gd name="connsiteY5" fmla="*/ 3960 h 48743"/>
                        <a:gd name="connsiteX6" fmla="*/ 78394 w 80512"/>
                        <a:gd name="connsiteY6" fmla="*/ 55 h 48743"/>
                        <a:gd name="connsiteX7" fmla="*/ 66964 w 80512"/>
                        <a:gd name="connsiteY7" fmla="*/ 6151 h 48743"/>
                        <a:gd name="connsiteX8" fmla="*/ 38579 w 80512"/>
                        <a:gd name="connsiteY8" fmla="*/ 17772 h 48743"/>
                        <a:gd name="connsiteX9" fmla="*/ 5813 w 80512"/>
                        <a:gd name="connsiteY9" fmla="*/ 26915 h 48743"/>
                        <a:gd name="connsiteX10" fmla="*/ 2956 w 80512"/>
                        <a:gd name="connsiteY10" fmla="*/ 42537 h 48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0512" h="48743">
                          <a:moveTo>
                            <a:pt x="2956" y="42537"/>
                          </a:moveTo>
                          <a:cubicBezTo>
                            <a:pt x="3623" y="44822"/>
                            <a:pt x="4385" y="47394"/>
                            <a:pt x="7909" y="48347"/>
                          </a:cubicBezTo>
                          <a:cubicBezTo>
                            <a:pt x="11243" y="49204"/>
                            <a:pt x="16862" y="48633"/>
                            <a:pt x="23435" y="47014"/>
                          </a:cubicBezTo>
                          <a:cubicBezTo>
                            <a:pt x="29816" y="44918"/>
                            <a:pt x="37436" y="42346"/>
                            <a:pt x="44199" y="38250"/>
                          </a:cubicBezTo>
                          <a:cubicBezTo>
                            <a:pt x="55820" y="32155"/>
                            <a:pt x="67154" y="22915"/>
                            <a:pt x="74489" y="13676"/>
                          </a:cubicBezTo>
                          <a:cubicBezTo>
                            <a:pt x="77346" y="10342"/>
                            <a:pt x="79251" y="6532"/>
                            <a:pt x="80108" y="3960"/>
                          </a:cubicBezTo>
                          <a:cubicBezTo>
                            <a:pt x="80965" y="1293"/>
                            <a:pt x="80489" y="-326"/>
                            <a:pt x="78394" y="55"/>
                          </a:cubicBezTo>
                          <a:cubicBezTo>
                            <a:pt x="75632" y="436"/>
                            <a:pt x="71345" y="3770"/>
                            <a:pt x="66964" y="6151"/>
                          </a:cubicBezTo>
                          <a:cubicBezTo>
                            <a:pt x="56963" y="12247"/>
                            <a:pt x="47152" y="15962"/>
                            <a:pt x="38579" y="17772"/>
                          </a:cubicBezTo>
                          <a:cubicBezTo>
                            <a:pt x="31055" y="19391"/>
                            <a:pt x="17434" y="19962"/>
                            <a:pt x="5813" y="26915"/>
                          </a:cubicBezTo>
                          <a:cubicBezTo>
                            <a:pt x="-4569" y="33488"/>
                            <a:pt x="1908" y="39108"/>
                            <a:pt x="2956" y="4253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7" name="Forme libre : forme 14186">
                      <a:extLst>
                        <a:ext uri="{FF2B5EF4-FFF2-40B4-BE49-F238E27FC236}">
                          <a16:creationId xmlns:a16="http://schemas.microsoft.com/office/drawing/2014/main" id="{30481ADA-6962-4DBA-83E9-C08FF99FC9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3817" y="4973553"/>
                      <a:ext cx="21668" cy="18244"/>
                    </a:xfrm>
                    <a:custGeom>
                      <a:avLst/>
                      <a:gdLst>
                        <a:gd name="connsiteX0" fmla="*/ 848 w 21668"/>
                        <a:gd name="connsiteY0" fmla="*/ 15546 h 18244"/>
                        <a:gd name="connsiteX1" fmla="*/ 85 w 21668"/>
                        <a:gd name="connsiteY1" fmla="*/ 17737 h 18244"/>
                        <a:gd name="connsiteX2" fmla="*/ 3038 w 21668"/>
                        <a:gd name="connsiteY2" fmla="*/ 17928 h 18244"/>
                        <a:gd name="connsiteX3" fmla="*/ 7324 w 21668"/>
                        <a:gd name="connsiteY3" fmla="*/ 15546 h 18244"/>
                        <a:gd name="connsiteX4" fmla="*/ 16945 w 21668"/>
                        <a:gd name="connsiteY4" fmla="*/ 8308 h 18244"/>
                        <a:gd name="connsiteX5" fmla="*/ 19993 w 21668"/>
                        <a:gd name="connsiteY5" fmla="*/ 5164 h 18244"/>
                        <a:gd name="connsiteX6" fmla="*/ 14373 w 21668"/>
                        <a:gd name="connsiteY6" fmla="*/ 2783 h 18244"/>
                        <a:gd name="connsiteX7" fmla="*/ 848 w 21668"/>
                        <a:gd name="connsiteY7" fmla="*/ 15546 h 18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668" h="18244">
                          <a:moveTo>
                            <a:pt x="848" y="15546"/>
                          </a:moveTo>
                          <a:cubicBezTo>
                            <a:pt x="276" y="16404"/>
                            <a:pt x="-200" y="17166"/>
                            <a:pt x="85" y="17737"/>
                          </a:cubicBezTo>
                          <a:cubicBezTo>
                            <a:pt x="371" y="18214"/>
                            <a:pt x="1419" y="18499"/>
                            <a:pt x="3038" y="17928"/>
                          </a:cubicBezTo>
                          <a:cubicBezTo>
                            <a:pt x="4467" y="17356"/>
                            <a:pt x="5991" y="16404"/>
                            <a:pt x="7324" y="15546"/>
                          </a:cubicBezTo>
                          <a:cubicBezTo>
                            <a:pt x="10754" y="13165"/>
                            <a:pt x="14087" y="10975"/>
                            <a:pt x="16945" y="8308"/>
                          </a:cubicBezTo>
                          <a:cubicBezTo>
                            <a:pt x="18088" y="7260"/>
                            <a:pt x="19231" y="6117"/>
                            <a:pt x="19993" y="5164"/>
                          </a:cubicBezTo>
                          <a:cubicBezTo>
                            <a:pt x="23231" y="973"/>
                            <a:pt x="21993" y="-2741"/>
                            <a:pt x="14373" y="2783"/>
                          </a:cubicBezTo>
                          <a:cubicBezTo>
                            <a:pt x="8372" y="6879"/>
                            <a:pt x="3038" y="11927"/>
                            <a:pt x="848" y="1554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8" name="Forme libre : forme 14187">
                      <a:extLst>
                        <a:ext uri="{FF2B5EF4-FFF2-40B4-BE49-F238E27FC236}">
                          <a16:creationId xmlns:a16="http://schemas.microsoft.com/office/drawing/2014/main" id="{12E0025A-8039-4B0C-9CD7-8C77A07720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5435" y="4926139"/>
                      <a:ext cx="18403" cy="44005"/>
                    </a:xfrm>
                    <a:custGeom>
                      <a:avLst/>
                      <a:gdLst>
                        <a:gd name="connsiteX0" fmla="*/ 15812 w 18403"/>
                        <a:gd name="connsiteY0" fmla="*/ 0 h 44005"/>
                        <a:gd name="connsiteX1" fmla="*/ 18383 w 18403"/>
                        <a:gd name="connsiteY1" fmla="*/ 7430 h 44005"/>
                        <a:gd name="connsiteX2" fmla="*/ 14859 w 18403"/>
                        <a:gd name="connsiteY2" fmla="*/ 21050 h 44005"/>
                        <a:gd name="connsiteX3" fmla="*/ 0 w 18403"/>
                        <a:gd name="connsiteY3" fmla="*/ 44005 h 44005"/>
                        <a:gd name="connsiteX4" fmla="*/ 3524 w 18403"/>
                        <a:gd name="connsiteY4" fmla="*/ 39243 h 44005"/>
                        <a:gd name="connsiteX5" fmla="*/ 10478 w 18403"/>
                        <a:gd name="connsiteY5" fmla="*/ 27432 h 44005"/>
                        <a:gd name="connsiteX6" fmla="*/ 15907 w 18403"/>
                        <a:gd name="connsiteY6" fmla="*/ 12764 h 44005"/>
                        <a:gd name="connsiteX7" fmla="*/ 15812 w 18403"/>
                        <a:gd name="connsiteY7" fmla="*/ 0 h 44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403" h="44005">
                          <a:moveTo>
                            <a:pt x="15812" y="0"/>
                          </a:moveTo>
                          <a:cubicBezTo>
                            <a:pt x="15812" y="0"/>
                            <a:pt x="18669" y="1334"/>
                            <a:pt x="18383" y="7430"/>
                          </a:cubicBezTo>
                          <a:cubicBezTo>
                            <a:pt x="18193" y="10478"/>
                            <a:pt x="17336" y="14859"/>
                            <a:pt x="14859" y="21050"/>
                          </a:cubicBezTo>
                          <a:cubicBezTo>
                            <a:pt x="12002" y="26956"/>
                            <a:pt x="7811" y="34862"/>
                            <a:pt x="0" y="44005"/>
                          </a:cubicBezTo>
                          <a:cubicBezTo>
                            <a:pt x="0" y="44005"/>
                            <a:pt x="1238" y="42386"/>
                            <a:pt x="3524" y="39243"/>
                          </a:cubicBezTo>
                          <a:cubicBezTo>
                            <a:pt x="5715" y="36386"/>
                            <a:pt x="8192" y="32099"/>
                            <a:pt x="10478" y="27432"/>
                          </a:cubicBezTo>
                          <a:cubicBezTo>
                            <a:pt x="12954" y="22860"/>
                            <a:pt x="14859" y="17622"/>
                            <a:pt x="15907" y="12764"/>
                          </a:cubicBezTo>
                          <a:cubicBezTo>
                            <a:pt x="16859" y="7811"/>
                            <a:pt x="17240" y="3429"/>
                            <a:pt x="1581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9" name="Forme libre : forme 14188">
                      <a:extLst>
                        <a:ext uri="{FF2B5EF4-FFF2-40B4-BE49-F238E27FC236}">
                          <a16:creationId xmlns:a16="http://schemas.microsoft.com/office/drawing/2014/main" id="{D712D82D-A31F-4BD1-B2E3-59ACB23AC2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3518" y="4972336"/>
                      <a:ext cx="35528" cy="31146"/>
                    </a:xfrm>
                    <a:custGeom>
                      <a:avLst/>
                      <a:gdLst>
                        <a:gd name="connsiteX0" fmla="*/ 35528 w 35528"/>
                        <a:gd name="connsiteY0" fmla="*/ 0 h 31146"/>
                        <a:gd name="connsiteX1" fmla="*/ 30289 w 35528"/>
                        <a:gd name="connsiteY1" fmla="*/ 3143 h 31146"/>
                        <a:gd name="connsiteX2" fmla="*/ 18478 w 35528"/>
                        <a:gd name="connsiteY2" fmla="*/ 10668 h 31146"/>
                        <a:gd name="connsiteX3" fmla="*/ 6096 w 35528"/>
                        <a:gd name="connsiteY3" fmla="*/ 20288 h 31146"/>
                        <a:gd name="connsiteX4" fmla="*/ 0 w 35528"/>
                        <a:gd name="connsiteY4" fmla="*/ 31146 h 31146"/>
                        <a:gd name="connsiteX5" fmla="*/ 1238 w 35528"/>
                        <a:gd name="connsiteY5" fmla="*/ 28670 h 31146"/>
                        <a:gd name="connsiteX6" fmla="*/ 6382 w 35528"/>
                        <a:gd name="connsiteY6" fmla="*/ 22097 h 31146"/>
                        <a:gd name="connsiteX7" fmla="*/ 17335 w 35528"/>
                        <a:gd name="connsiteY7" fmla="*/ 12572 h 31146"/>
                        <a:gd name="connsiteX8" fmla="*/ 25432 w 35528"/>
                        <a:gd name="connsiteY8" fmla="*/ 6762 h 31146"/>
                        <a:gd name="connsiteX9" fmla="*/ 35528 w 35528"/>
                        <a:gd name="connsiteY9" fmla="*/ 0 h 31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5528" h="31146">
                          <a:moveTo>
                            <a:pt x="35528" y="0"/>
                          </a:moveTo>
                          <a:cubicBezTo>
                            <a:pt x="35528" y="0"/>
                            <a:pt x="33433" y="1143"/>
                            <a:pt x="30289" y="3143"/>
                          </a:cubicBezTo>
                          <a:cubicBezTo>
                            <a:pt x="27241" y="5334"/>
                            <a:pt x="22860" y="7715"/>
                            <a:pt x="18478" y="10668"/>
                          </a:cubicBezTo>
                          <a:cubicBezTo>
                            <a:pt x="14192" y="13811"/>
                            <a:pt x="9525" y="16764"/>
                            <a:pt x="6096" y="20288"/>
                          </a:cubicBezTo>
                          <a:cubicBezTo>
                            <a:pt x="2667" y="23813"/>
                            <a:pt x="95" y="27337"/>
                            <a:pt x="0" y="31146"/>
                          </a:cubicBezTo>
                          <a:cubicBezTo>
                            <a:pt x="0" y="31146"/>
                            <a:pt x="286" y="30194"/>
                            <a:pt x="1238" y="28670"/>
                          </a:cubicBezTo>
                          <a:cubicBezTo>
                            <a:pt x="2191" y="27146"/>
                            <a:pt x="3810" y="24860"/>
                            <a:pt x="6382" y="22097"/>
                          </a:cubicBezTo>
                          <a:cubicBezTo>
                            <a:pt x="8953" y="19240"/>
                            <a:pt x="12668" y="16383"/>
                            <a:pt x="17335" y="12572"/>
                          </a:cubicBezTo>
                          <a:cubicBezTo>
                            <a:pt x="19717" y="10668"/>
                            <a:pt x="22384" y="8763"/>
                            <a:pt x="25432" y="6762"/>
                          </a:cubicBezTo>
                          <a:cubicBezTo>
                            <a:pt x="28575" y="4763"/>
                            <a:pt x="31813" y="2286"/>
                            <a:pt x="3552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0" name="Forme libre : forme 14189">
                      <a:extLst>
                        <a:ext uri="{FF2B5EF4-FFF2-40B4-BE49-F238E27FC236}">
                          <a16:creationId xmlns:a16="http://schemas.microsoft.com/office/drawing/2014/main" id="{A9916818-6949-443C-98AE-82A7C4097A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0553" y="4954357"/>
                      <a:ext cx="20405" cy="16236"/>
                    </a:xfrm>
                    <a:custGeom>
                      <a:avLst/>
                      <a:gdLst>
                        <a:gd name="connsiteX0" fmla="*/ 20405 w 20405"/>
                        <a:gd name="connsiteY0" fmla="*/ 738 h 16236"/>
                        <a:gd name="connsiteX1" fmla="*/ 10023 w 20405"/>
                        <a:gd name="connsiteY1" fmla="*/ 11883 h 16236"/>
                        <a:gd name="connsiteX2" fmla="*/ 21 w 20405"/>
                        <a:gd name="connsiteY2" fmla="*/ 15407 h 16236"/>
                        <a:gd name="connsiteX3" fmla="*/ 10689 w 20405"/>
                        <a:gd name="connsiteY3" fmla="*/ 4929 h 16236"/>
                        <a:gd name="connsiteX4" fmla="*/ 20405 w 20405"/>
                        <a:gd name="connsiteY4" fmla="*/ 738 h 162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05" h="16236">
                          <a:moveTo>
                            <a:pt x="20405" y="738"/>
                          </a:moveTo>
                          <a:cubicBezTo>
                            <a:pt x="20405" y="2739"/>
                            <a:pt x="15928" y="7977"/>
                            <a:pt x="10023" y="11883"/>
                          </a:cubicBezTo>
                          <a:cubicBezTo>
                            <a:pt x="4403" y="16074"/>
                            <a:pt x="-359" y="17217"/>
                            <a:pt x="21" y="15407"/>
                          </a:cubicBezTo>
                          <a:cubicBezTo>
                            <a:pt x="402" y="13597"/>
                            <a:pt x="5165" y="8930"/>
                            <a:pt x="10689" y="4929"/>
                          </a:cubicBezTo>
                          <a:cubicBezTo>
                            <a:pt x="16404" y="1024"/>
                            <a:pt x="20405" y="-1262"/>
                            <a:pt x="20405" y="73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1" name="Forme libre : forme 14190">
                      <a:extLst>
                        <a:ext uri="{FF2B5EF4-FFF2-40B4-BE49-F238E27FC236}">
                          <a16:creationId xmlns:a16="http://schemas.microsoft.com/office/drawing/2014/main" id="{1ABF212B-342C-4086-B2A0-C146C9858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8053" y="4951854"/>
                      <a:ext cx="5142" cy="5287"/>
                    </a:xfrm>
                    <a:custGeom>
                      <a:avLst/>
                      <a:gdLst>
                        <a:gd name="connsiteX0" fmla="*/ 5000 w 5142"/>
                        <a:gd name="connsiteY0" fmla="*/ 98 h 5287"/>
                        <a:gd name="connsiteX1" fmla="*/ 3381 w 5142"/>
                        <a:gd name="connsiteY1" fmla="*/ 3432 h 5287"/>
                        <a:gd name="connsiteX2" fmla="*/ 142 w 5142"/>
                        <a:gd name="connsiteY2" fmla="*/ 5146 h 5287"/>
                        <a:gd name="connsiteX3" fmla="*/ 1762 w 5142"/>
                        <a:gd name="connsiteY3" fmla="*/ 1813 h 5287"/>
                        <a:gd name="connsiteX4" fmla="*/ 5000 w 5142"/>
                        <a:gd name="connsiteY4" fmla="*/ 98 h 5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42" h="5287">
                          <a:moveTo>
                            <a:pt x="5000" y="98"/>
                          </a:moveTo>
                          <a:cubicBezTo>
                            <a:pt x="5476" y="479"/>
                            <a:pt x="4715" y="2003"/>
                            <a:pt x="3381" y="3432"/>
                          </a:cubicBezTo>
                          <a:cubicBezTo>
                            <a:pt x="2048" y="4861"/>
                            <a:pt x="524" y="5622"/>
                            <a:pt x="142" y="5146"/>
                          </a:cubicBezTo>
                          <a:cubicBezTo>
                            <a:pt x="-334" y="4670"/>
                            <a:pt x="428" y="3241"/>
                            <a:pt x="1762" y="1813"/>
                          </a:cubicBezTo>
                          <a:cubicBezTo>
                            <a:pt x="3095" y="479"/>
                            <a:pt x="4619" y="-283"/>
                            <a:pt x="5000" y="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2" name="Forme libre : forme 14191">
                      <a:extLst>
                        <a:ext uri="{FF2B5EF4-FFF2-40B4-BE49-F238E27FC236}">
                          <a16:creationId xmlns:a16="http://schemas.microsoft.com/office/drawing/2014/main" id="{D823D384-A131-4715-9217-BE2DA88921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3240" y="4926582"/>
                      <a:ext cx="51232" cy="35086"/>
                    </a:xfrm>
                    <a:custGeom>
                      <a:avLst/>
                      <a:gdLst>
                        <a:gd name="connsiteX0" fmla="*/ 39624 w 51232"/>
                        <a:gd name="connsiteY0" fmla="*/ 700 h 35086"/>
                        <a:gd name="connsiteX1" fmla="*/ 50387 w 51232"/>
                        <a:gd name="connsiteY1" fmla="*/ 2414 h 35086"/>
                        <a:gd name="connsiteX2" fmla="*/ 49720 w 51232"/>
                        <a:gd name="connsiteY2" fmla="*/ 8320 h 35086"/>
                        <a:gd name="connsiteX3" fmla="*/ 43529 w 51232"/>
                        <a:gd name="connsiteY3" fmla="*/ 13273 h 35086"/>
                        <a:gd name="connsiteX4" fmla="*/ 26669 w 51232"/>
                        <a:gd name="connsiteY4" fmla="*/ 19083 h 35086"/>
                        <a:gd name="connsiteX5" fmla="*/ 11049 w 51232"/>
                        <a:gd name="connsiteY5" fmla="*/ 30228 h 35086"/>
                        <a:gd name="connsiteX6" fmla="*/ 190 w 51232"/>
                        <a:gd name="connsiteY6" fmla="*/ 33752 h 35086"/>
                        <a:gd name="connsiteX7" fmla="*/ 12287 w 51232"/>
                        <a:gd name="connsiteY7" fmla="*/ 20988 h 35086"/>
                        <a:gd name="connsiteX8" fmla="*/ 26098 w 51232"/>
                        <a:gd name="connsiteY8" fmla="*/ 8606 h 35086"/>
                        <a:gd name="connsiteX9" fmla="*/ 39624 w 51232"/>
                        <a:gd name="connsiteY9" fmla="*/ 700 h 350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1232" h="35086">
                          <a:moveTo>
                            <a:pt x="39624" y="700"/>
                          </a:moveTo>
                          <a:cubicBezTo>
                            <a:pt x="44481" y="-824"/>
                            <a:pt x="47815" y="319"/>
                            <a:pt x="50387" y="2414"/>
                          </a:cubicBezTo>
                          <a:cubicBezTo>
                            <a:pt x="51339" y="3176"/>
                            <a:pt x="51911" y="4986"/>
                            <a:pt x="49720" y="8320"/>
                          </a:cubicBezTo>
                          <a:cubicBezTo>
                            <a:pt x="47815" y="11272"/>
                            <a:pt x="45339" y="12797"/>
                            <a:pt x="43529" y="13273"/>
                          </a:cubicBezTo>
                          <a:cubicBezTo>
                            <a:pt x="38004" y="14892"/>
                            <a:pt x="33813" y="14606"/>
                            <a:pt x="26669" y="19083"/>
                          </a:cubicBezTo>
                          <a:cubicBezTo>
                            <a:pt x="24288" y="20321"/>
                            <a:pt x="17621" y="26417"/>
                            <a:pt x="11049" y="30228"/>
                          </a:cubicBezTo>
                          <a:cubicBezTo>
                            <a:pt x="4762" y="34419"/>
                            <a:pt x="-1143" y="36705"/>
                            <a:pt x="190" y="33752"/>
                          </a:cubicBezTo>
                          <a:cubicBezTo>
                            <a:pt x="1619" y="30989"/>
                            <a:pt x="6572" y="25751"/>
                            <a:pt x="12287" y="20988"/>
                          </a:cubicBezTo>
                          <a:cubicBezTo>
                            <a:pt x="17526" y="15749"/>
                            <a:pt x="23431" y="10987"/>
                            <a:pt x="26098" y="8606"/>
                          </a:cubicBezTo>
                          <a:cubicBezTo>
                            <a:pt x="31242" y="4510"/>
                            <a:pt x="36004" y="1843"/>
                            <a:pt x="39624" y="70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67" name="Graphique 1">
                    <a:extLst>
                      <a:ext uri="{FF2B5EF4-FFF2-40B4-BE49-F238E27FC236}">
                        <a16:creationId xmlns:a16="http://schemas.microsoft.com/office/drawing/2014/main" id="{AD22DD6A-3C21-4A7F-9B0B-D696FCD30651}"/>
                      </a:ext>
                    </a:extLst>
                  </p:cNvPr>
                  <p:cNvGrpSpPr/>
                  <p:nvPr/>
                </p:nvGrpSpPr>
                <p:grpSpPr>
                  <a:xfrm>
                    <a:off x="3842888" y="4778226"/>
                    <a:ext cx="73407" cy="145656"/>
                    <a:chOff x="3842888" y="4778226"/>
                    <a:chExt cx="73407" cy="145656"/>
                  </a:xfrm>
                  <a:solidFill>
                    <a:schemeClr val="accent1"/>
                  </a:solidFill>
                </p:grpSpPr>
                <p:sp>
                  <p:nvSpPr>
                    <p:cNvPr id="14169" name="Forme libre : forme 14168">
                      <a:extLst>
                        <a:ext uri="{FF2B5EF4-FFF2-40B4-BE49-F238E27FC236}">
                          <a16:creationId xmlns:a16="http://schemas.microsoft.com/office/drawing/2014/main" id="{A636E8DC-3F95-40B9-8D65-DFC894312B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2888" y="4778226"/>
                      <a:ext cx="73407" cy="145656"/>
                    </a:xfrm>
                    <a:custGeom>
                      <a:avLst/>
                      <a:gdLst>
                        <a:gd name="connsiteX0" fmla="*/ 68557 w 73407"/>
                        <a:gd name="connsiteY0" fmla="*/ 53140 h 145656"/>
                        <a:gd name="connsiteX1" fmla="*/ 59698 w 73407"/>
                        <a:gd name="connsiteY1" fmla="*/ 80953 h 145656"/>
                        <a:gd name="connsiteX2" fmla="*/ 48744 w 73407"/>
                        <a:gd name="connsiteY2" fmla="*/ 108290 h 145656"/>
                        <a:gd name="connsiteX3" fmla="*/ 39315 w 73407"/>
                        <a:gd name="connsiteY3" fmla="*/ 125435 h 145656"/>
                        <a:gd name="connsiteX4" fmla="*/ 28837 w 73407"/>
                        <a:gd name="connsiteY4" fmla="*/ 138008 h 145656"/>
                        <a:gd name="connsiteX5" fmla="*/ 12359 w 73407"/>
                        <a:gd name="connsiteY5" fmla="*/ 144865 h 145656"/>
                        <a:gd name="connsiteX6" fmla="*/ 2929 w 73407"/>
                        <a:gd name="connsiteY6" fmla="*/ 138674 h 145656"/>
                        <a:gd name="connsiteX7" fmla="*/ 1119 w 73407"/>
                        <a:gd name="connsiteY7" fmla="*/ 121815 h 145656"/>
                        <a:gd name="connsiteX8" fmla="*/ 5215 w 73407"/>
                        <a:gd name="connsiteY8" fmla="*/ 107813 h 145656"/>
                        <a:gd name="connsiteX9" fmla="*/ 11692 w 73407"/>
                        <a:gd name="connsiteY9" fmla="*/ 91621 h 145656"/>
                        <a:gd name="connsiteX10" fmla="*/ 21693 w 73407"/>
                        <a:gd name="connsiteY10" fmla="*/ 67142 h 145656"/>
                        <a:gd name="connsiteX11" fmla="*/ 29980 w 73407"/>
                        <a:gd name="connsiteY11" fmla="*/ 41710 h 145656"/>
                        <a:gd name="connsiteX12" fmla="*/ 42363 w 73407"/>
                        <a:gd name="connsiteY12" fmla="*/ 11325 h 145656"/>
                        <a:gd name="connsiteX13" fmla="*/ 55412 w 73407"/>
                        <a:gd name="connsiteY13" fmla="*/ 85 h 145656"/>
                        <a:gd name="connsiteX14" fmla="*/ 66270 w 73407"/>
                        <a:gd name="connsiteY14" fmla="*/ 2276 h 145656"/>
                        <a:gd name="connsiteX15" fmla="*/ 73319 w 73407"/>
                        <a:gd name="connsiteY15" fmla="*/ 18373 h 145656"/>
                        <a:gd name="connsiteX16" fmla="*/ 68557 w 73407"/>
                        <a:gd name="connsiteY16" fmla="*/ 53140 h 14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73407" h="145656">
                          <a:moveTo>
                            <a:pt x="68557" y="53140"/>
                          </a:moveTo>
                          <a:cubicBezTo>
                            <a:pt x="65985" y="62474"/>
                            <a:pt x="62746" y="71713"/>
                            <a:pt x="59698" y="80953"/>
                          </a:cubicBezTo>
                          <a:cubicBezTo>
                            <a:pt x="56269" y="90097"/>
                            <a:pt x="52840" y="99336"/>
                            <a:pt x="48744" y="108290"/>
                          </a:cubicBezTo>
                          <a:cubicBezTo>
                            <a:pt x="46077" y="114671"/>
                            <a:pt x="42553" y="120386"/>
                            <a:pt x="39315" y="125435"/>
                          </a:cubicBezTo>
                          <a:cubicBezTo>
                            <a:pt x="36076" y="130578"/>
                            <a:pt x="32171" y="134674"/>
                            <a:pt x="28837" y="138008"/>
                          </a:cubicBezTo>
                          <a:cubicBezTo>
                            <a:pt x="22075" y="144675"/>
                            <a:pt x="15598" y="147056"/>
                            <a:pt x="12359" y="144865"/>
                          </a:cubicBezTo>
                          <a:lnTo>
                            <a:pt x="2929" y="138674"/>
                          </a:lnTo>
                          <a:cubicBezTo>
                            <a:pt x="-595" y="136388"/>
                            <a:pt x="-595" y="130197"/>
                            <a:pt x="1119" y="121815"/>
                          </a:cubicBezTo>
                          <a:cubicBezTo>
                            <a:pt x="1882" y="117529"/>
                            <a:pt x="3596" y="113052"/>
                            <a:pt x="5215" y="107813"/>
                          </a:cubicBezTo>
                          <a:cubicBezTo>
                            <a:pt x="6930" y="102670"/>
                            <a:pt x="9311" y="97336"/>
                            <a:pt x="11692" y="91621"/>
                          </a:cubicBezTo>
                          <a:cubicBezTo>
                            <a:pt x="15407" y="83620"/>
                            <a:pt x="18455" y="75333"/>
                            <a:pt x="21693" y="67142"/>
                          </a:cubicBezTo>
                          <a:cubicBezTo>
                            <a:pt x="24551" y="58760"/>
                            <a:pt x="27504" y="50377"/>
                            <a:pt x="29980" y="41710"/>
                          </a:cubicBezTo>
                          <a:cubicBezTo>
                            <a:pt x="33505" y="29708"/>
                            <a:pt x="37981" y="18945"/>
                            <a:pt x="42363" y="11325"/>
                          </a:cubicBezTo>
                          <a:cubicBezTo>
                            <a:pt x="46840" y="3705"/>
                            <a:pt x="51507" y="-677"/>
                            <a:pt x="55412" y="85"/>
                          </a:cubicBezTo>
                          <a:lnTo>
                            <a:pt x="66270" y="2276"/>
                          </a:lnTo>
                          <a:cubicBezTo>
                            <a:pt x="70271" y="3038"/>
                            <a:pt x="72652" y="9134"/>
                            <a:pt x="73319" y="18373"/>
                          </a:cubicBezTo>
                          <a:cubicBezTo>
                            <a:pt x="73795" y="27613"/>
                            <a:pt x="72367" y="39995"/>
                            <a:pt x="68557" y="5314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0" name="Forme libre : forme 14169">
                      <a:extLst>
                        <a:ext uri="{FF2B5EF4-FFF2-40B4-BE49-F238E27FC236}">
                          <a16:creationId xmlns:a16="http://schemas.microsoft.com/office/drawing/2014/main" id="{4E94F47A-DC93-4648-BE10-C41894D4E4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1057" y="4780502"/>
                      <a:ext cx="64967" cy="143367"/>
                    </a:xfrm>
                    <a:custGeom>
                      <a:avLst/>
                      <a:gdLst>
                        <a:gd name="connsiteX0" fmla="*/ 32290 w 64967"/>
                        <a:gd name="connsiteY0" fmla="*/ 91249 h 143367"/>
                        <a:gd name="connsiteX1" fmla="*/ 26003 w 64967"/>
                        <a:gd name="connsiteY1" fmla="*/ 106966 h 143367"/>
                        <a:gd name="connsiteX2" fmla="*/ 18002 w 64967"/>
                        <a:gd name="connsiteY2" fmla="*/ 121062 h 143367"/>
                        <a:gd name="connsiteX3" fmla="*/ 0 w 64967"/>
                        <a:gd name="connsiteY3" fmla="*/ 139922 h 143367"/>
                        <a:gd name="connsiteX4" fmla="*/ 4096 w 64967"/>
                        <a:gd name="connsiteY4" fmla="*/ 142589 h 143367"/>
                        <a:gd name="connsiteX5" fmla="*/ 20574 w 64967"/>
                        <a:gd name="connsiteY5" fmla="*/ 135731 h 143367"/>
                        <a:gd name="connsiteX6" fmla="*/ 31051 w 64967"/>
                        <a:gd name="connsiteY6" fmla="*/ 123158 h 143367"/>
                        <a:gd name="connsiteX7" fmla="*/ 40481 w 64967"/>
                        <a:gd name="connsiteY7" fmla="*/ 106013 h 143367"/>
                        <a:gd name="connsiteX8" fmla="*/ 51435 w 64967"/>
                        <a:gd name="connsiteY8" fmla="*/ 78676 h 143367"/>
                        <a:gd name="connsiteX9" fmla="*/ 60293 w 64967"/>
                        <a:gd name="connsiteY9" fmla="*/ 50863 h 143367"/>
                        <a:gd name="connsiteX10" fmla="*/ 64770 w 64967"/>
                        <a:gd name="connsiteY10" fmla="*/ 16192 h 143367"/>
                        <a:gd name="connsiteX11" fmla="*/ 57721 w 64967"/>
                        <a:gd name="connsiteY11" fmla="*/ 95 h 143367"/>
                        <a:gd name="connsiteX12" fmla="*/ 57340 w 64967"/>
                        <a:gd name="connsiteY12" fmla="*/ 0 h 143367"/>
                        <a:gd name="connsiteX13" fmla="*/ 46196 w 64967"/>
                        <a:gd name="connsiteY13" fmla="*/ 46101 h 143367"/>
                        <a:gd name="connsiteX14" fmla="*/ 39338 w 64967"/>
                        <a:gd name="connsiteY14" fmla="*/ 68580 h 143367"/>
                        <a:gd name="connsiteX15" fmla="*/ 32290 w 64967"/>
                        <a:gd name="connsiteY15" fmla="*/ 91249 h 143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64967" h="143367">
                          <a:moveTo>
                            <a:pt x="32290" y="91249"/>
                          </a:moveTo>
                          <a:cubicBezTo>
                            <a:pt x="30385" y="96584"/>
                            <a:pt x="28384" y="101918"/>
                            <a:pt x="26003" y="106966"/>
                          </a:cubicBezTo>
                          <a:cubicBezTo>
                            <a:pt x="23431" y="111919"/>
                            <a:pt x="20764" y="116777"/>
                            <a:pt x="18002" y="121062"/>
                          </a:cubicBezTo>
                          <a:cubicBezTo>
                            <a:pt x="12097" y="129540"/>
                            <a:pt x="5810" y="136303"/>
                            <a:pt x="0" y="139922"/>
                          </a:cubicBezTo>
                          <a:lnTo>
                            <a:pt x="4096" y="142589"/>
                          </a:lnTo>
                          <a:cubicBezTo>
                            <a:pt x="7429" y="144780"/>
                            <a:pt x="13811" y="142304"/>
                            <a:pt x="20574" y="135731"/>
                          </a:cubicBezTo>
                          <a:cubicBezTo>
                            <a:pt x="23908" y="132397"/>
                            <a:pt x="27813" y="128301"/>
                            <a:pt x="31051" y="123158"/>
                          </a:cubicBezTo>
                          <a:cubicBezTo>
                            <a:pt x="34290" y="118110"/>
                            <a:pt x="37909" y="112395"/>
                            <a:pt x="40481" y="106013"/>
                          </a:cubicBezTo>
                          <a:cubicBezTo>
                            <a:pt x="44577" y="97060"/>
                            <a:pt x="48006" y="87820"/>
                            <a:pt x="51435" y="78676"/>
                          </a:cubicBezTo>
                          <a:cubicBezTo>
                            <a:pt x="54578" y="69437"/>
                            <a:pt x="57721" y="60198"/>
                            <a:pt x="60293" y="50863"/>
                          </a:cubicBezTo>
                          <a:cubicBezTo>
                            <a:pt x="64103" y="37814"/>
                            <a:pt x="65532" y="25432"/>
                            <a:pt x="64770" y="16192"/>
                          </a:cubicBezTo>
                          <a:cubicBezTo>
                            <a:pt x="64103" y="6953"/>
                            <a:pt x="61722" y="952"/>
                            <a:pt x="57721" y="95"/>
                          </a:cubicBezTo>
                          <a:lnTo>
                            <a:pt x="57340" y="0"/>
                          </a:lnTo>
                          <a:cubicBezTo>
                            <a:pt x="54388" y="15811"/>
                            <a:pt x="50578" y="31051"/>
                            <a:pt x="46196" y="46101"/>
                          </a:cubicBezTo>
                          <a:cubicBezTo>
                            <a:pt x="44101" y="53626"/>
                            <a:pt x="41720" y="61150"/>
                            <a:pt x="39338" y="68580"/>
                          </a:cubicBezTo>
                          <a:cubicBezTo>
                            <a:pt x="37243" y="75819"/>
                            <a:pt x="34862" y="83153"/>
                            <a:pt x="32290" y="91249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1" name="Forme libre : forme 14170">
                      <a:extLst>
                        <a:ext uri="{FF2B5EF4-FFF2-40B4-BE49-F238E27FC236}">
                          <a16:creationId xmlns:a16="http://schemas.microsoft.com/office/drawing/2014/main" id="{DC54745B-0DA8-4AFA-979B-F7C00C25AA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3617" y="4809974"/>
                      <a:ext cx="26425" cy="65364"/>
                    </a:xfrm>
                    <a:custGeom>
                      <a:avLst/>
                      <a:gdLst>
                        <a:gd name="connsiteX0" fmla="*/ 23731 w 26425"/>
                        <a:gd name="connsiteY0" fmla="*/ 55 h 65364"/>
                        <a:gd name="connsiteX1" fmla="*/ 21255 w 26425"/>
                        <a:gd name="connsiteY1" fmla="*/ 35488 h 65364"/>
                        <a:gd name="connsiteX2" fmla="*/ 10682 w 26425"/>
                        <a:gd name="connsiteY2" fmla="*/ 57967 h 65364"/>
                        <a:gd name="connsiteX3" fmla="*/ 1728 w 26425"/>
                        <a:gd name="connsiteY3" fmla="*/ 65206 h 65364"/>
                        <a:gd name="connsiteX4" fmla="*/ 586 w 26425"/>
                        <a:gd name="connsiteY4" fmla="*/ 53872 h 65364"/>
                        <a:gd name="connsiteX5" fmla="*/ 6681 w 26425"/>
                        <a:gd name="connsiteY5" fmla="*/ 30535 h 65364"/>
                        <a:gd name="connsiteX6" fmla="*/ 23731 w 26425"/>
                        <a:gd name="connsiteY6" fmla="*/ 55 h 65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425" h="65364">
                          <a:moveTo>
                            <a:pt x="23731" y="55"/>
                          </a:moveTo>
                          <a:cubicBezTo>
                            <a:pt x="27827" y="1103"/>
                            <a:pt x="27446" y="17105"/>
                            <a:pt x="21255" y="35488"/>
                          </a:cubicBezTo>
                          <a:cubicBezTo>
                            <a:pt x="18302" y="44727"/>
                            <a:pt x="14206" y="52633"/>
                            <a:pt x="10682" y="57967"/>
                          </a:cubicBezTo>
                          <a:cubicBezTo>
                            <a:pt x="7062" y="63397"/>
                            <a:pt x="3634" y="66064"/>
                            <a:pt x="1728" y="65206"/>
                          </a:cubicBezTo>
                          <a:cubicBezTo>
                            <a:pt x="-272" y="64349"/>
                            <a:pt x="-367" y="60158"/>
                            <a:pt x="586" y="53872"/>
                          </a:cubicBezTo>
                          <a:cubicBezTo>
                            <a:pt x="1538" y="47585"/>
                            <a:pt x="3824" y="39489"/>
                            <a:pt x="6681" y="30535"/>
                          </a:cubicBezTo>
                          <a:cubicBezTo>
                            <a:pt x="12682" y="13009"/>
                            <a:pt x="19636" y="-992"/>
                            <a:pt x="23731" y="55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2" name="Forme libre : forme 14171">
                      <a:extLst>
                        <a:ext uri="{FF2B5EF4-FFF2-40B4-BE49-F238E27FC236}">
                          <a16:creationId xmlns:a16="http://schemas.microsoft.com/office/drawing/2014/main" id="{A5A10E11-44B4-49C1-8DB8-D5932F08E4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3641" y="4830317"/>
                      <a:ext cx="25135" cy="45112"/>
                    </a:xfrm>
                    <a:custGeom>
                      <a:avLst/>
                      <a:gdLst>
                        <a:gd name="connsiteX0" fmla="*/ 1514 w 25135"/>
                        <a:gd name="connsiteY0" fmla="*/ 28575 h 45112"/>
                        <a:gd name="connsiteX1" fmla="*/ 1704 w 25135"/>
                        <a:gd name="connsiteY1" fmla="*/ 44958 h 45112"/>
                        <a:gd name="connsiteX2" fmla="*/ 10658 w 25135"/>
                        <a:gd name="connsiteY2" fmla="*/ 37719 h 45112"/>
                        <a:gd name="connsiteX3" fmla="*/ 21231 w 25135"/>
                        <a:gd name="connsiteY3" fmla="*/ 15240 h 45112"/>
                        <a:gd name="connsiteX4" fmla="*/ 25136 w 25135"/>
                        <a:gd name="connsiteY4" fmla="*/ 0 h 45112"/>
                        <a:gd name="connsiteX5" fmla="*/ 22183 w 25135"/>
                        <a:gd name="connsiteY5" fmla="*/ 8096 h 45112"/>
                        <a:gd name="connsiteX6" fmla="*/ 10944 w 25135"/>
                        <a:gd name="connsiteY6" fmla="*/ 24765 h 45112"/>
                        <a:gd name="connsiteX7" fmla="*/ 1514 w 25135"/>
                        <a:gd name="connsiteY7" fmla="*/ 28575 h 45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135" h="45112">
                          <a:moveTo>
                            <a:pt x="1514" y="28575"/>
                          </a:moveTo>
                          <a:cubicBezTo>
                            <a:pt x="-296" y="37529"/>
                            <a:pt x="-772" y="43815"/>
                            <a:pt x="1704" y="44958"/>
                          </a:cubicBezTo>
                          <a:cubicBezTo>
                            <a:pt x="3609" y="45815"/>
                            <a:pt x="7038" y="43053"/>
                            <a:pt x="10658" y="37719"/>
                          </a:cubicBezTo>
                          <a:cubicBezTo>
                            <a:pt x="14182" y="32290"/>
                            <a:pt x="18278" y="24479"/>
                            <a:pt x="21231" y="15240"/>
                          </a:cubicBezTo>
                          <a:cubicBezTo>
                            <a:pt x="23136" y="9906"/>
                            <a:pt x="24374" y="4667"/>
                            <a:pt x="25136" y="0"/>
                          </a:cubicBezTo>
                          <a:cubicBezTo>
                            <a:pt x="24279" y="2762"/>
                            <a:pt x="23326" y="5525"/>
                            <a:pt x="22183" y="8096"/>
                          </a:cubicBezTo>
                          <a:cubicBezTo>
                            <a:pt x="18564" y="15050"/>
                            <a:pt x="14754" y="21050"/>
                            <a:pt x="10944" y="24765"/>
                          </a:cubicBezTo>
                          <a:cubicBezTo>
                            <a:pt x="7038" y="28480"/>
                            <a:pt x="3705" y="30099"/>
                            <a:pt x="1514" y="28575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3" name="Forme libre : forme 14172">
                      <a:extLst>
                        <a:ext uri="{FF2B5EF4-FFF2-40B4-BE49-F238E27FC236}">
                          <a16:creationId xmlns:a16="http://schemas.microsoft.com/office/drawing/2014/main" id="{C685A6BC-190F-498B-B06D-5998D70406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6477" y="4807013"/>
                      <a:ext cx="26064" cy="65936"/>
                    </a:xfrm>
                    <a:custGeom>
                      <a:avLst/>
                      <a:gdLst>
                        <a:gd name="connsiteX0" fmla="*/ 23347 w 26064"/>
                        <a:gd name="connsiteY0" fmla="*/ 63 h 65936"/>
                        <a:gd name="connsiteX1" fmla="*/ 26014 w 26064"/>
                        <a:gd name="connsiteY1" fmla="*/ 11303 h 65936"/>
                        <a:gd name="connsiteX2" fmla="*/ 21062 w 26064"/>
                        <a:gd name="connsiteY2" fmla="*/ 35687 h 65936"/>
                        <a:gd name="connsiteX3" fmla="*/ 10584 w 26064"/>
                        <a:gd name="connsiteY3" fmla="*/ 58356 h 65936"/>
                        <a:gd name="connsiteX4" fmla="*/ 1726 w 26064"/>
                        <a:gd name="connsiteY4" fmla="*/ 65786 h 65936"/>
                        <a:gd name="connsiteX5" fmla="*/ 488 w 26064"/>
                        <a:gd name="connsiteY5" fmla="*/ 54356 h 65936"/>
                        <a:gd name="connsiteX6" fmla="*/ 6488 w 26064"/>
                        <a:gd name="connsiteY6" fmla="*/ 30925 h 65936"/>
                        <a:gd name="connsiteX7" fmla="*/ 15537 w 26064"/>
                        <a:gd name="connsiteY7" fmla="*/ 8445 h 65936"/>
                        <a:gd name="connsiteX8" fmla="*/ 23347 w 26064"/>
                        <a:gd name="connsiteY8" fmla="*/ 63 h 65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064" h="65936">
                          <a:moveTo>
                            <a:pt x="23347" y="63"/>
                          </a:moveTo>
                          <a:cubicBezTo>
                            <a:pt x="25348" y="540"/>
                            <a:pt x="26300" y="4826"/>
                            <a:pt x="26014" y="11303"/>
                          </a:cubicBezTo>
                          <a:cubicBezTo>
                            <a:pt x="25633" y="17780"/>
                            <a:pt x="24109" y="26448"/>
                            <a:pt x="21062" y="35687"/>
                          </a:cubicBezTo>
                          <a:cubicBezTo>
                            <a:pt x="18109" y="44926"/>
                            <a:pt x="14299" y="52927"/>
                            <a:pt x="10584" y="58356"/>
                          </a:cubicBezTo>
                          <a:cubicBezTo>
                            <a:pt x="7060" y="63786"/>
                            <a:pt x="3726" y="66643"/>
                            <a:pt x="1726" y="65786"/>
                          </a:cubicBezTo>
                          <a:cubicBezTo>
                            <a:pt x="-179" y="64929"/>
                            <a:pt x="-370" y="60738"/>
                            <a:pt x="488" y="54356"/>
                          </a:cubicBezTo>
                          <a:cubicBezTo>
                            <a:pt x="1535" y="48069"/>
                            <a:pt x="3631" y="39878"/>
                            <a:pt x="6488" y="30925"/>
                          </a:cubicBezTo>
                          <a:cubicBezTo>
                            <a:pt x="9441" y="21971"/>
                            <a:pt x="12584" y="14065"/>
                            <a:pt x="15537" y="8445"/>
                          </a:cubicBezTo>
                          <a:cubicBezTo>
                            <a:pt x="18490" y="2826"/>
                            <a:pt x="21347" y="-508"/>
                            <a:pt x="23347" y="6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4" name="Forme libre : forme 14173">
                      <a:extLst>
                        <a:ext uri="{FF2B5EF4-FFF2-40B4-BE49-F238E27FC236}">
                          <a16:creationId xmlns:a16="http://schemas.microsoft.com/office/drawing/2014/main" id="{5EAC6EB8-56B3-4AC6-8379-630C417B99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4921" y="4824562"/>
                      <a:ext cx="50141" cy="79406"/>
                    </a:xfrm>
                    <a:custGeom>
                      <a:avLst/>
                      <a:gdLst>
                        <a:gd name="connsiteX0" fmla="*/ 8518 w 50141"/>
                        <a:gd name="connsiteY0" fmla="*/ 77479 h 79406"/>
                        <a:gd name="connsiteX1" fmla="*/ 15947 w 50141"/>
                        <a:gd name="connsiteY1" fmla="*/ 78812 h 79406"/>
                        <a:gd name="connsiteX2" fmla="*/ 38045 w 50141"/>
                        <a:gd name="connsiteY2" fmla="*/ 49475 h 79406"/>
                        <a:gd name="connsiteX3" fmla="*/ 49666 w 50141"/>
                        <a:gd name="connsiteY3" fmla="*/ 13852 h 79406"/>
                        <a:gd name="connsiteX4" fmla="*/ 46427 w 50141"/>
                        <a:gd name="connsiteY4" fmla="*/ 517 h 79406"/>
                        <a:gd name="connsiteX5" fmla="*/ 39569 w 50141"/>
                        <a:gd name="connsiteY5" fmla="*/ 11185 h 79406"/>
                        <a:gd name="connsiteX6" fmla="*/ 21853 w 50141"/>
                        <a:gd name="connsiteY6" fmla="*/ 36140 h 79406"/>
                        <a:gd name="connsiteX7" fmla="*/ 11280 w 50141"/>
                        <a:gd name="connsiteY7" fmla="*/ 47094 h 79406"/>
                        <a:gd name="connsiteX8" fmla="*/ 1088 w 50141"/>
                        <a:gd name="connsiteY8" fmla="*/ 63668 h 79406"/>
                        <a:gd name="connsiteX9" fmla="*/ 8518 w 50141"/>
                        <a:gd name="connsiteY9" fmla="*/ 77479 h 794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0141" h="79406">
                          <a:moveTo>
                            <a:pt x="8518" y="77479"/>
                          </a:moveTo>
                          <a:cubicBezTo>
                            <a:pt x="10518" y="78812"/>
                            <a:pt x="12613" y="80241"/>
                            <a:pt x="15947" y="78812"/>
                          </a:cubicBezTo>
                          <a:cubicBezTo>
                            <a:pt x="22234" y="76050"/>
                            <a:pt x="31473" y="63192"/>
                            <a:pt x="38045" y="49475"/>
                          </a:cubicBezTo>
                          <a:cubicBezTo>
                            <a:pt x="43475" y="38045"/>
                            <a:pt x="48046" y="25091"/>
                            <a:pt x="49666" y="13852"/>
                          </a:cubicBezTo>
                          <a:cubicBezTo>
                            <a:pt x="50809" y="5374"/>
                            <a:pt x="49952" y="-2055"/>
                            <a:pt x="46427" y="517"/>
                          </a:cubicBezTo>
                          <a:cubicBezTo>
                            <a:pt x="44237" y="2136"/>
                            <a:pt x="41855" y="6899"/>
                            <a:pt x="39569" y="11185"/>
                          </a:cubicBezTo>
                          <a:cubicBezTo>
                            <a:pt x="33854" y="21186"/>
                            <a:pt x="27949" y="29759"/>
                            <a:pt x="21853" y="36140"/>
                          </a:cubicBezTo>
                          <a:cubicBezTo>
                            <a:pt x="19376" y="38903"/>
                            <a:pt x="15376" y="42617"/>
                            <a:pt x="11280" y="47094"/>
                          </a:cubicBezTo>
                          <a:cubicBezTo>
                            <a:pt x="7375" y="51666"/>
                            <a:pt x="3470" y="57095"/>
                            <a:pt x="1088" y="63668"/>
                          </a:cubicBezTo>
                          <a:cubicBezTo>
                            <a:pt x="-3007" y="75574"/>
                            <a:pt x="5565" y="75574"/>
                            <a:pt x="8518" y="7747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5" name="Forme libre : forme 14174">
                      <a:extLst>
                        <a:ext uri="{FF2B5EF4-FFF2-40B4-BE49-F238E27FC236}">
                          <a16:creationId xmlns:a16="http://schemas.microsoft.com/office/drawing/2014/main" id="{DD1C4130-ADEC-436B-B3F1-2C98BEE961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2938" y="4859376"/>
                      <a:ext cx="9559" cy="27020"/>
                    </a:xfrm>
                    <a:custGeom>
                      <a:avLst/>
                      <a:gdLst>
                        <a:gd name="connsiteX0" fmla="*/ 25 w 9559"/>
                        <a:gd name="connsiteY0" fmla="*/ 24758 h 27020"/>
                        <a:gd name="connsiteX1" fmla="*/ 787 w 9559"/>
                        <a:gd name="connsiteY1" fmla="*/ 26949 h 27020"/>
                        <a:gd name="connsiteX2" fmla="*/ 3264 w 9559"/>
                        <a:gd name="connsiteY2" fmla="*/ 25234 h 27020"/>
                        <a:gd name="connsiteX3" fmla="*/ 5359 w 9559"/>
                        <a:gd name="connsiteY3" fmla="*/ 20757 h 27020"/>
                        <a:gd name="connsiteX4" fmla="*/ 8788 w 9559"/>
                        <a:gd name="connsiteY4" fmla="*/ 9137 h 27020"/>
                        <a:gd name="connsiteX5" fmla="*/ 9550 w 9559"/>
                        <a:gd name="connsiteY5" fmla="*/ 4755 h 27020"/>
                        <a:gd name="connsiteX6" fmla="*/ 3645 w 9559"/>
                        <a:gd name="connsiteY6" fmla="*/ 6184 h 27020"/>
                        <a:gd name="connsiteX7" fmla="*/ 25 w 9559"/>
                        <a:gd name="connsiteY7" fmla="*/ 24758 h 27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59" h="27020">
                          <a:moveTo>
                            <a:pt x="25" y="24758"/>
                          </a:moveTo>
                          <a:cubicBezTo>
                            <a:pt x="120" y="25806"/>
                            <a:pt x="216" y="26663"/>
                            <a:pt x="787" y="26949"/>
                          </a:cubicBezTo>
                          <a:cubicBezTo>
                            <a:pt x="1359" y="27235"/>
                            <a:pt x="2311" y="26663"/>
                            <a:pt x="3264" y="25234"/>
                          </a:cubicBezTo>
                          <a:cubicBezTo>
                            <a:pt x="4121" y="23996"/>
                            <a:pt x="4883" y="22281"/>
                            <a:pt x="5359" y="20757"/>
                          </a:cubicBezTo>
                          <a:cubicBezTo>
                            <a:pt x="6693" y="16757"/>
                            <a:pt x="7836" y="12851"/>
                            <a:pt x="8788" y="9137"/>
                          </a:cubicBezTo>
                          <a:cubicBezTo>
                            <a:pt x="9169" y="7613"/>
                            <a:pt x="9550" y="6089"/>
                            <a:pt x="9550" y="4755"/>
                          </a:cubicBezTo>
                          <a:cubicBezTo>
                            <a:pt x="9741" y="-674"/>
                            <a:pt x="6788" y="-2960"/>
                            <a:pt x="3645" y="6184"/>
                          </a:cubicBezTo>
                          <a:cubicBezTo>
                            <a:pt x="692" y="13042"/>
                            <a:pt x="-165" y="20662"/>
                            <a:pt x="25" y="2475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6" name="Forme libre : forme 14175">
                      <a:extLst>
                        <a:ext uri="{FF2B5EF4-FFF2-40B4-BE49-F238E27FC236}">
                          <a16:creationId xmlns:a16="http://schemas.microsoft.com/office/drawing/2014/main" id="{74973418-AB08-4A52-AA82-A36C1DBFDB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6397" y="4784788"/>
                      <a:ext cx="7334" cy="45243"/>
                    </a:xfrm>
                    <a:custGeom>
                      <a:avLst/>
                      <a:gdLst>
                        <a:gd name="connsiteX0" fmla="*/ 0 w 7334"/>
                        <a:gd name="connsiteY0" fmla="*/ 0 h 45243"/>
                        <a:gd name="connsiteX1" fmla="*/ 5143 w 7334"/>
                        <a:gd name="connsiteY1" fmla="*/ 5810 h 45243"/>
                        <a:gd name="connsiteX2" fmla="*/ 7334 w 7334"/>
                        <a:gd name="connsiteY2" fmla="*/ 19240 h 45243"/>
                        <a:gd name="connsiteX3" fmla="*/ 4477 w 7334"/>
                        <a:gd name="connsiteY3" fmla="*/ 45244 h 45243"/>
                        <a:gd name="connsiteX4" fmla="*/ 6191 w 7334"/>
                        <a:gd name="connsiteY4" fmla="*/ 26575 h 45243"/>
                        <a:gd name="connsiteX5" fmla="*/ 0 w 7334"/>
                        <a:gd name="connsiteY5" fmla="*/ 0 h 45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334" h="45243">
                          <a:moveTo>
                            <a:pt x="0" y="0"/>
                          </a:moveTo>
                          <a:cubicBezTo>
                            <a:pt x="0" y="0"/>
                            <a:pt x="2953" y="95"/>
                            <a:pt x="5143" y="5810"/>
                          </a:cubicBezTo>
                          <a:cubicBezTo>
                            <a:pt x="6191" y="8668"/>
                            <a:pt x="7144" y="12954"/>
                            <a:pt x="7334" y="19240"/>
                          </a:cubicBezTo>
                          <a:cubicBezTo>
                            <a:pt x="7239" y="25527"/>
                            <a:pt x="6953" y="34100"/>
                            <a:pt x="4477" y="45244"/>
                          </a:cubicBezTo>
                          <a:cubicBezTo>
                            <a:pt x="4477" y="45244"/>
                            <a:pt x="6191" y="36576"/>
                            <a:pt x="6191" y="26575"/>
                          </a:cubicBezTo>
                          <a:cubicBezTo>
                            <a:pt x="6477" y="16573"/>
                            <a:pt x="4763" y="523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7" name="Forme libre : forme 14176">
                      <a:extLst>
                        <a:ext uri="{FF2B5EF4-FFF2-40B4-BE49-F238E27FC236}">
                          <a16:creationId xmlns:a16="http://schemas.microsoft.com/office/drawing/2014/main" id="{166ED1D4-C990-4BB8-BDB8-EECD684200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5761" y="4867846"/>
                      <a:ext cx="10915" cy="47529"/>
                    </a:xfrm>
                    <a:custGeom>
                      <a:avLst/>
                      <a:gdLst>
                        <a:gd name="connsiteX0" fmla="*/ 10915 w 10915"/>
                        <a:gd name="connsiteY0" fmla="*/ 0 h 47529"/>
                        <a:gd name="connsiteX1" fmla="*/ 8629 w 10915"/>
                        <a:gd name="connsiteY1" fmla="*/ 6001 h 47529"/>
                        <a:gd name="connsiteX2" fmla="*/ 3771 w 10915"/>
                        <a:gd name="connsiteY2" fmla="*/ 19717 h 47529"/>
                        <a:gd name="connsiteX3" fmla="*/ 152 w 10915"/>
                        <a:gd name="connsiteY3" fmla="*/ 35338 h 47529"/>
                        <a:gd name="connsiteX4" fmla="*/ 2438 w 10915"/>
                        <a:gd name="connsiteY4" fmla="*/ 47530 h 47529"/>
                        <a:gd name="connsiteX5" fmla="*/ 1581 w 10915"/>
                        <a:gd name="connsiteY5" fmla="*/ 36481 h 47529"/>
                        <a:gd name="connsiteX6" fmla="*/ 4057 w 10915"/>
                        <a:gd name="connsiteY6" fmla="*/ 21907 h 47529"/>
                        <a:gd name="connsiteX7" fmla="*/ 10915 w 10915"/>
                        <a:gd name="connsiteY7" fmla="*/ 0 h 47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915" h="47529">
                          <a:moveTo>
                            <a:pt x="10915" y="0"/>
                          </a:moveTo>
                          <a:cubicBezTo>
                            <a:pt x="10915" y="0"/>
                            <a:pt x="10058" y="2191"/>
                            <a:pt x="8629" y="6001"/>
                          </a:cubicBezTo>
                          <a:cubicBezTo>
                            <a:pt x="7296" y="9716"/>
                            <a:pt x="5296" y="14478"/>
                            <a:pt x="3771" y="19717"/>
                          </a:cubicBezTo>
                          <a:cubicBezTo>
                            <a:pt x="2247" y="24955"/>
                            <a:pt x="533" y="30289"/>
                            <a:pt x="152" y="35338"/>
                          </a:cubicBezTo>
                          <a:cubicBezTo>
                            <a:pt x="-229" y="40291"/>
                            <a:pt x="-38" y="44577"/>
                            <a:pt x="2438" y="47530"/>
                          </a:cubicBezTo>
                          <a:cubicBezTo>
                            <a:pt x="2438" y="47530"/>
                            <a:pt x="1104" y="44101"/>
                            <a:pt x="1581" y="36481"/>
                          </a:cubicBezTo>
                          <a:cubicBezTo>
                            <a:pt x="1771" y="32671"/>
                            <a:pt x="2533" y="27908"/>
                            <a:pt x="4057" y="21907"/>
                          </a:cubicBezTo>
                          <a:cubicBezTo>
                            <a:pt x="5391" y="15811"/>
                            <a:pt x="7867" y="8763"/>
                            <a:pt x="1091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8" name="Forme libre : forme 14177">
                      <a:extLst>
                        <a:ext uri="{FF2B5EF4-FFF2-40B4-BE49-F238E27FC236}">
                          <a16:creationId xmlns:a16="http://schemas.microsoft.com/office/drawing/2014/main" id="{49EFA1D0-495F-41F7-A738-E70F8D87C8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1076" y="4823334"/>
                      <a:ext cx="10577" cy="24014"/>
                    </a:xfrm>
                    <a:custGeom>
                      <a:avLst/>
                      <a:gdLst>
                        <a:gd name="connsiteX0" fmla="*/ 10367 w 10577"/>
                        <a:gd name="connsiteY0" fmla="*/ 411 h 24014"/>
                        <a:gd name="connsiteX1" fmla="*/ 6843 w 10577"/>
                        <a:gd name="connsiteY1" fmla="*/ 15270 h 24014"/>
                        <a:gd name="connsiteX2" fmla="*/ 175 w 10577"/>
                        <a:gd name="connsiteY2" fmla="*/ 23557 h 24014"/>
                        <a:gd name="connsiteX3" fmla="*/ 3985 w 10577"/>
                        <a:gd name="connsiteY3" fmla="*/ 8888 h 24014"/>
                        <a:gd name="connsiteX4" fmla="*/ 10367 w 10577"/>
                        <a:gd name="connsiteY4" fmla="*/ 411 h 24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77" h="24014">
                          <a:moveTo>
                            <a:pt x="10367" y="411"/>
                          </a:moveTo>
                          <a:cubicBezTo>
                            <a:pt x="11129" y="2125"/>
                            <a:pt x="9795" y="8888"/>
                            <a:pt x="6843" y="15270"/>
                          </a:cubicBezTo>
                          <a:cubicBezTo>
                            <a:pt x="3890" y="21652"/>
                            <a:pt x="937" y="25366"/>
                            <a:pt x="175" y="23557"/>
                          </a:cubicBezTo>
                          <a:cubicBezTo>
                            <a:pt x="-587" y="21747"/>
                            <a:pt x="1223" y="15270"/>
                            <a:pt x="3985" y="8888"/>
                          </a:cubicBezTo>
                          <a:cubicBezTo>
                            <a:pt x="6747" y="2506"/>
                            <a:pt x="9510" y="-1304"/>
                            <a:pt x="10367" y="41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9" name="Forme libre : forme 14178">
                      <a:extLst>
                        <a:ext uri="{FF2B5EF4-FFF2-40B4-BE49-F238E27FC236}">
                          <a16:creationId xmlns:a16="http://schemas.microsoft.com/office/drawing/2014/main" id="{D1E22D27-A6C5-4FBB-8C4A-B747C2D339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9395" y="4820026"/>
                      <a:ext cx="2952" cy="6867"/>
                    </a:xfrm>
                    <a:custGeom>
                      <a:avLst/>
                      <a:gdLst>
                        <a:gd name="connsiteX0" fmla="*/ 2524 w 2952"/>
                        <a:gd name="connsiteY0" fmla="*/ 5 h 6867"/>
                        <a:gd name="connsiteX1" fmla="*/ 2524 w 2952"/>
                        <a:gd name="connsiteY1" fmla="*/ 3719 h 6867"/>
                        <a:gd name="connsiteX2" fmla="*/ 429 w 2952"/>
                        <a:gd name="connsiteY2" fmla="*/ 6863 h 6867"/>
                        <a:gd name="connsiteX3" fmla="*/ 429 w 2952"/>
                        <a:gd name="connsiteY3" fmla="*/ 3148 h 6867"/>
                        <a:gd name="connsiteX4" fmla="*/ 2524 w 2952"/>
                        <a:gd name="connsiteY4" fmla="*/ 5 h 6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6867">
                          <a:moveTo>
                            <a:pt x="2524" y="5"/>
                          </a:moveTo>
                          <a:cubicBezTo>
                            <a:pt x="3096" y="195"/>
                            <a:pt x="3096" y="1815"/>
                            <a:pt x="2524" y="3719"/>
                          </a:cubicBezTo>
                          <a:cubicBezTo>
                            <a:pt x="1953" y="5625"/>
                            <a:pt x="1000" y="6958"/>
                            <a:pt x="429" y="6863"/>
                          </a:cubicBezTo>
                          <a:cubicBezTo>
                            <a:pt x="-143" y="6767"/>
                            <a:pt x="-143" y="5053"/>
                            <a:pt x="429" y="3148"/>
                          </a:cubicBezTo>
                          <a:cubicBezTo>
                            <a:pt x="1000" y="1243"/>
                            <a:pt x="1953" y="-91"/>
                            <a:pt x="2524" y="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0" name="Forme libre : forme 14179">
                      <a:extLst>
                        <a:ext uri="{FF2B5EF4-FFF2-40B4-BE49-F238E27FC236}">
                          <a16:creationId xmlns:a16="http://schemas.microsoft.com/office/drawing/2014/main" id="{8A6A1597-8485-4828-B0C2-09DF9B7E49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0116" y="4789821"/>
                      <a:ext cx="32277" cy="54019"/>
                    </a:xfrm>
                    <a:custGeom>
                      <a:avLst/>
                      <a:gdLst>
                        <a:gd name="connsiteX0" fmla="*/ 19993 w 32277"/>
                        <a:gd name="connsiteY0" fmla="*/ 3254 h 54019"/>
                        <a:gd name="connsiteX1" fmla="*/ 30376 w 32277"/>
                        <a:gd name="connsiteY1" fmla="*/ 492 h 54019"/>
                        <a:gd name="connsiteX2" fmla="*/ 32090 w 32277"/>
                        <a:gd name="connsiteY2" fmla="*/ 6111 h 54019"/>
                        <a:gd name="connsiteX3" fmla="*/ 28471 w 32277"/>
                        <a:gd name="connsiteY3" fmla="*/ 13160 h 54019"/>
                        <a:gd name="connsiteX4" fmla="*/ 15993 w 32277"/>
                        <a:gd name="connsiteY4" fmla="*/ 26018 h 54019"/>
                        <a:gd name="connsiteX5" fmla="*/ 7611 w 32277"/>
                        <a:gd name="connsiteY5" fmla="*/ 43926 h 54019"/>
                        <a:gd name="connsiteX6" fmla="*/ 86 w 32277"/>
                        <a:gd name="connsiteY6" fmla="*/ 52974 h 54019"/>
                        <a:gd name="connsiteX7" fmla="*/ 4087 w 32277"/>
                        <a:gd name="connsiteY7" fmla="*/ 34972 h 54019"/>
                        <a:gd name="connsiteX8" fmla="*/ 10849 w 32277"/>
                        <a:gd name="connsiteY8" fmla="*/ 16684 h 54019"/>
                        <a:gd name="connsiteX9" fmla="*/ 19993 w 32277"/>
                        <a:gd name="connsiteY9" fmla="*/ 3254 h 54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2277" h="54019">
                          <a:moveTo>
                            <a:pt x="19993" y="3254"/>
                          </a:moveTo>
                          <a:cubicBezTo>
                            <a:pt x="23803" y="-271"/>
                            <a:pt x="27328" y="-461"/>
                            <a:pt x="30376" y="492"/>
                          </a:cubicBezTo>
                          <a:cubicBezTo>
                            <a:pt x="31519" y="872"/>
                            <a:pt x="32757" y="2301"/>
                            <a:pt x="32090" y="6111"/>
                          </a:cubicBezTo>
                          <a:cubicBezTo>
                            <a:pt x="31519" y="9635"/>
                            <a:pt x="29804" y="12017"/>
                            <a:pt x="28471" y="13160"/>
                          </a:cubicBezTo>
                          <a:cubicBezTo>
                            <a:pt x="24280" y="16970"/>
                            <a:pt x="20184" y="18589"/>
                            <a:pt x="15993" y="26018"/>
                          </a:cubicBezTo>
                          <a:cubicBezTo>
                            <a:pt x="14564" y="28304"/>
                            <a:pt x="11135" y="36877"/>
                            <a:pt x="7611" y="43926"/>
                          </a:cubicBezTo>
                          <a:cubicBezTo>
                            <a:pt x="3991" y="50879"/>
                            <a:pt x="562" y="56403"/>
                            <a:pt x="86" y="52974"/>
                          </a:cubicBezTo>
                          <a:cubicBezTo>
                            <a:pt x="-485" y="49545"/>
                            <a:pt x="1896" y="42401"/>
                            <a:pt x="4087" y="34972"/>
                          </a:cubicBezTo>
                          <a:cubicBezTo>
                            <a:pt x="6563" y="27543"/>
                            <a:pt x="9421" y="20113"/>
                            <a:pt x="10849" y="16684"/>
                          </a:cubicBezTo>
                          <a:cubicBezTo>
                            <a:pt x="13897" y="10493"/>
                            <a:pt x="17231" y="5921"/>
                            <a:pt x="19993" y="325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68" name="Graphique 1">
                    <a:extLst>
                      <a:ext uri="{FF2B5EF4-FFF2-40B4-BE49-F238E27FC236}">
                        <a16:creationId xmlns:a16="http://schemas.microsoft.com/office/drawing/2014/main" id="{E22E85D5-70FB-4293-A541-BBA3E34B3631}"/>
                      </a:ext>
                    </a:extLst>
                  </p:cNvPr>
                  <p:cNvGrpSpPr/>
                  <p:nvPr/>
                </p:nvGrpSpPr>
                <p:grpSpPr>
                  <a:xfrm>
                    <a:off x="3889959" y="4629335"/>
                    <a:ext cx="48390" cy="151362"/>
                    <a:chOff x="3889959" y="4629335"/>
                    <a:chExt cx="48390" cy="151362"/>
                  </a:xfrm>
                  <a:solidFill>
                    <a:schemeClr val="accent1"/>
                  </a:solidFill>
                </p:grpSpPr>
                <p:sp>
                  <p:nvSpPr>
                    <p:cNvPr id="14157" name="Forme libre : forme 14156">
                      <a:extLst>
                        <a:ext uri="{FF2B5EF4-FFF2-40B4-BE49-F238E27FC236}">
                          <a16:creationId xmlns:a16="http://schemas.microsoft.com/office/drawing/2014/main" id="{835B01D8-9D2C-4CB3-9DD9-B6D725BCFA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9959" y="4629335"/>
                      <a:ext cx="48327" cy="151344"/>
                    </a:xfrm>
                    <a:custGeom>
                      <a:avLst/>
                      <a:gdLst>
                        <a:gd name="connsiteX0" fmla="*/ 47775 w 48327"/>
                        <a:gd name="connsiteY0" fmla="*/ 49345 h 151344"/>
                        <a:gd name="connsiteX1" fmla="*/ 41393 w 48327"/>
                        <a:gd name="connsiteY1" fmla="*/ 106018 h 151344"/>
                        <a:gd name="connsiteX2" fmla="*/ 31678 w 48327"/>
                        <a:gd name="connsiteY2" fmla="*/ 139261 h 151344"/>
                        <a:gd name="connsiteX3" fmla="*/ 18914 w 48327"/>
                        <a:gd name="connsiteY3" fmla="*/ 151262 h 151344"/>
                        <a:gd name="connsiteX4" fmla="*/ 8056 w 48327"/>
                        <a:gd name="connsiteY4" fmla="*/ 149072 h 151344"/>
                        <a:gd name="connsiteX5" fmla="*/ 1674 w 48327"/>
                        <a:gd name="connsiteY5" fmla="*/ 100494 h 151344"/>
                        <a:gd name="connsiteX6" fmla="*/ 7961 w 48327"/>
                        <a:gd name="connsiteY6" fmla="*/ 46011 h 151344"/>
                        <a:gd name="connsiteX7" fmla="*/ 25677 w 48327"/>
                        <a:gd name="connsiteY7" fmla="*/ 5 h 151344"/>
                        <a:gd name="connsiteX8" fmla="*/ 36631 w 48327"/>
                        <a:gd name="connsiteY8" fmla="*/ 577 h 151344"/>
                        <a:gd name="connsiteX9" fmla="*/ 47775 w 48327"/>
                        <a:gd name="connsiteY9" fmla="*/ 49345 h 151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327" h="151344">
                          <a:moveTo>
                            <a:pt x="47775" y="49345"/>
                          </a:moveTo>
                          <a:cubicBezTo>
                            <a:pt x="46156" y="68204"/>
                            <a:pt x="44156" y="87159"/>
                            <a:pt x="41393" y="106018"/>
                          </a:cubicBezTo>
                          <a:cubicBezTo>
                            <a:pt x="39584" y="119258"/>
                            <a:pt x="35869" y="131069"/>
                            <a:pt x="31678" y="139261"/>
                          </a:cubicBezTo>
                          <a:cubicBezTo>
                            <a:pt x="27392" y="147452"/>
                            <a:pt x="22820" y="152024"/>
                            <a:pt x="18914" y="151262"/>
                          </a:cubicBezTo>
                          <a:lnTo>
                            <a:pt x="8056" y="149072"/>
                          </a:lnTo>
                          <a:cubicBezTo>
                            <a:pt x="150" y="147357"/>
                            <a:pt x="-1850" y="125735"/>
                            <a:pt x="1674" y="100494"/>
                          </a:cubicBezTo>
                          <a:cubicBezTo>
                            <a:pt x="4341" y="82492"/>
                            <a:pt x="6341" y="64299"/>
                            <a:pt x="7961" y="46011"/>
                          </a:cubicBezTo>
                          <a:cubicBezTo>
                            <a:pt x="10247" y="20389"/>
                            <a:pt x="17771" y="-376"/>
                            <a:pt x="25677" y="5"/>
                          </a:cubicBezTo>
                          <a:lnTo>
                            <a:pt x="36631" y="577"/>
                          </a:lnTo>
                          <a:cubicBezTo>
                            <a:pt x="44536" y="862"/>
                            <a:pt x="50156" y="22865"/>
                            <a:pt x="47775" y="49345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8" name="Forme libre : forme 14157">
                      <a:extLst>
                        <a:ext uri="{FF2B5EF4-FFF2-40B4-BE49-F238E27FC236}">
                          <a16:creationId xmlns:a16="http://schemas.microsoft.com/office/drawing/2014/main" id="{D9FAEA2A-CECB-4427-80D7-CEA302BF83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301" y="4629721"/>
                      <a:ext cx="34048" cy="150976"/>
                    </a:xfrm>
                    <a:custGeom>
                      <a:avLst/>
                      <a:gdLst>
                        <a:gd name="connsiteX0" fmla="*/ 15430 w 34048"/>
                        <a:gd name="connsiteY0" fmla="*/ 93917 h 150976"/>
                        <a:gd name="connsiteX1" fmla="*/ 10287 w 34048"/>
                        <a:gd name="connsiteY1" fmla="*/ 126206 h 150976"/>
                        <a:gd name="connsiteX2" fmla="*/ 0 w 34048"/>
                        <a:gd name="connsiteY2" fmla="*/ 149923 h 150976"/>
                        <a:gd name="connsiteX3" fmla="*/ 4667 w 34048"/>
                        <a:gd name="connsiteY3" fmla="*/ 150876 h 150976"/>
                        <a:gd name="connsiteX4" fmla="*/ 17431 w 34048"/>
                        <a:gd name="connsiteY4" fmla="*/ 138875 h 150976"/>
                        <a:gd name="connsiteX5" fmla="*/ 27146 w 34048"/>
                        <a:gd name="connsiteY5" fmla="*/ 105632 h 150976"/>
                        <a:gd name="connsiteX6" fmla="*/ 33528 w 34048"/>
                        <a:gd name="connsiteY6" fmla="*/ 48959 h 150976"/>
                        <a:gd name="connsiteX7" fmla="*/ 22384 w 34048"/>
                        <a:gd name="connsiteY7" fmla="*/ 0 h 150976"/>
                        <a:gd name="connsiteX8" fmla="*/ 22003 w 34048"/>
                        <a:gd name="connsiteY8" fmla="*/ 0 h 150976"/>
                        <a:gd name="connsiteX9" fmla="*/ 15430 w 34048"/>
                        <a:gd name="connsiteY9" fmla="*/ 93917 h 150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048" h="150976">
                          <a:moveTo>
                            <a:pt x="15430" y="93917"/>
                          </a:moveTo>
                          <a:cubicBezTo>
                            <a:pt x="14764" y="105061"/>
                            <a:pt x="13049" y="116396"/>
                            <a:pt x="10287" y="126206"/>
                          </a:cubicBezTo>
                          <a:cubicBezTo>
                            <a:pt x="7715" y="136017"/>
                            <a:pt x="3810" y="144399"/>
                            <a:pt x="0" y="149923"/>
                          </a:cubicBezTo>
                          <a:lnTo>
                            <a:pt x="4667" y="150876"/>
                          </a:lnTo>
                          <a:cubicBezTo>
                            <a:pt x="8572" y="151733"/>
                            <a:pt x="13240" y="147066"/>
                            <a:pt x="17431" y="138875"/>
                          </a:cubicBezTo>
                          <a:cubicBezTo>
                            <a:pt x="21526" y="130683"/>
                            <a:pt x="25337" y="118872"/>
                            <a:pt x="27146" y="105632"/>
                          </a:cubicBezTo>
                          <a:cubicBezTo>
                            <a:pt x="29908" y="86773"/>
                            <a:pt x="31813" y="67818"/>
                            <a:pt x="33528" y="48959"/>
                          </a:cubicBezTo>
                          <a:cubicBezTo>
                            <a:pt x="35814" y="22384"/>
                            <a:pt x="30289" y="381"/>
                            <a:pt x="22384" y="0"/>
                          </a:cubicBezTo>
                          <a:lnTo>
                            <a:pt x="22003" y="0"/>
                          </a:lnTo>
                          <a:cubicBezTo>
                            <a:pt x="21050" y="32099"/>
                            <a:pt x="16954" y="62294"/>
                            <a:pt x="15430" y="9391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9" name="Forme libre : forme 14158">
                      <a:extLst>
                        <a:ext uri="{FF2B5EF4-FFF2-40B4-BE49-F238E27FC236}">
                          <a16:creationId xmlns:a16="http://schemas.microsoft.com/office/drawing/2014/main" id="{36D1793D-9C0B-4055-AFBD-79F4F2AAEB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666" y="4660670"/>
                      <a:ext cx="16644" cy="68507"/>
                    </a:xfrm>
                    <a:custGeom>
                      <a:avLst/>
                      <a:gdLst>
                        <a:gd name="connsiteX0" fmla="*/ 11447 w 16644"/>
                        <a:gd name="connsiteY0" fmla="*/ 7 h 68507"/>
                        <a:gd name="connsiteX1" fmla="*/ 15924 w 16644"/>
                        <a:gd name="connsiteY1" fmla="*/ 35059 h 68507"/>
                        <a:gd name="connsiteX2" fmla="*/ 4303 w 16644"/>
                        <a:gd name="connsiteY2" fmla="*/ 68492 h 68507"/>
                        <a:gd name="connsiteX3" fmla="*/ 874 w 16644"/>
                        <a:gd name="connsiteY3" fmla="*/ 33535 h 68507"/>
                        <a:gd name="connsiteX4" fmla="*/ 11447 w 16644"/>
                        <a:gd name="connsiteY4" fmla="*/ 7 h 68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44" h="68507">
                          <a:moveTo>
                            <a:pt x="11447" y="7"/>
                          </a:moveTo>
                          <a:cubicBezTo>
                            <a:pt x="15543" y="293"/>
                            <a:pt x="17924" y="16009"/>
                            <a:pt x="15924" y="35059"/>
                          </a:cubicBezTo>
                          <a:cubicBezTo>
                            <a:pt x="14019" y="54109"/>
                            <a:pt x="8494" y="69063"/>
                            <a:pt x="4303" y="68492"/>
                          </a:cubicBezTo>
                          <a:cubicBezTo>
                            <a:pt x="207" y="67920"/>
                            <a:pt x="-1031" y="52299"/>
                            <a:pt x="874" y="33535"/>
                          </a:cubicBezTo>
                          <a:cubicBezTo>
                            <a:pt x="2874" y="14771"/>
                            <a:pt x="7256" y="-374"/>
                            <a:pt x="11447" y="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0" name="Forme libre : forme 14159">
                      <a:extLst>
                        <a:ext uri="{FF2B5EF4-FFF2-40B4-BE49-F238E27FC236}">
                          <a16:creationId xmlns:a16="http://schemas.microsoft.com/office/drawing/2014/main" id="{F0E0CF72-6A1D-4AE5-8397-125BB5BA0E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683" y="4680203"/>
                      <a:ext cx="16632" cy="48974"/>
                    </a:xfrm>
                    <a:custGeom>
                      <a:avLst/>
                      <a:gdLst>
                        <a:gd name="connsiteX0" fmla="*/ 0 w 16632"/>
                        <a:gd name="connsiteY0" fmla="*/ 33147 h 48974"/>
                        <a:gd name="connsiteX1" fmla="*/ 4286 w 16632"/>
                        <a:gd name="connsiteY1" fmla="*/ 48959 h 48974"/>
                        <a:gd name="connsiteX2" fmla="*/ 15907 w 16632"/>
                        <a:gd name="connsiteY2" fmla="*/ 15526 h 48974"/>
                        <a:gd name="connsiteX3" fmla="*/ 16573 w 16632"/>
                        <a:gd name="connsiteY3" fmla="*/ 0 h 48974"/>
                        <a:gd name="connsiteX4" fmla="*/ 15240 w 16632"/>
                        <a:gd name="connsiteY4" fmla="*/ 8477 h 48974"/>
                        <a:gd name="connsiteX5" fmla="*/ 0 w 16632"/>
                        <a:gd name="connsiteY5" fmla="*/ 33147 h 48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632" h="48974">
                          <a:moveTo>
                            <a:pt x="0" y="33147"/>
                          </a:moveTo>
                          <a:cubicBezTo>
                            <a:pt x="286" y="42291"/>
                            <a:pt x="1714" y="48578"/>
                            <a:pt x="4286" y="48959"/>
                          </a:cubicBezTo>
                          <a:cubicBezTo>
                            <a:pt x="8477" y="49530"/>
                            <a:pt x="14002" y="34576"/>
                            <a:pt x="15907" y="15526"/>
                          </a:cubicBezTo>
                          <a:cubicBezTo>
                            <a:pt x="16478" y="9906"/>
                            <a:pt x="16764" y="4667"/>
                            <a:pt x="16573" y="0"/>
                          </a:cubicBezTo>
                          <a:cubicBezTo>
                            <a:pt x="16288" y="2858"/>
                            <a:pt x="15812" y="5715"/>
                            <a:pt x="15240" y="8477"/>
                          </a:cubicBezTo>
                          <a:cubicBezTo>
                            <a:pt x="11525" y="23432"/>
                            <a:pt x="4858" y="34957"/>
                            <a:pt x="0" y="33147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1" name="Forme libre : forme 14160">
                      <a:extLst>
                        <a:ext uri="{FF2B5EF4-FFF2-40B4-BE49-F238E27FC236}">
                          <a16:creationId xmlns:a16="http://schemas.microsoft.com/office/drawing/2014/main" id="{F7B4EC6E-F4D2-449E-8834-07F3DF8DA6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0669" y="4657244"/>
                      <a:ext cx="16599" cy="68694"/>
                    </a:xfrm>
                    <a:custGeom>
                      <a:avLst/>
                      <a:gdLst>
                        <a:gd name="connsiteX0" fmla="*/ 11349 w 16599"/>
                        <a:gd name="connsiteY0" fmla="*/ 4 h 68694"/>
                        <a:gd name="connsiteX1" fmla="*/ 15921 w 16599"/>
                        <a:gd name="connsiteY1" fmla="*/ 35151 h 68694"/>
                        <a:gd name="connsiteX2" fmla="*/ 4396 w 16599"/>
                        <a:gd name="connsiteY2" fmla="*/ 68679 h 68694"/>
                        <a:gd name="connsiteX3" fmla="*/ 871 w 16599"/>
                        <a:gd name="connsiteY3" fmla="*/ 33627 h 68694"/>
                        <a:gd name="connsiteX4" fmla="*/ 11349 w 16599"/>
                        <a:gd name="connsiteY4" fmla="*/ 4 h 68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99" h="68694">
                          <a:moveTo>
                            <a:pt x="11349" y="4"/>
                          </a:moveTo>
                          <a:cubicBezTo>
                            <a:pt x="15540" y="290"/>
                            <a:pt x="17826" y="16006"/>
                            <a:pt x="15921" y="35151"/>
                          </a:cubicBezTo>
                          <a:cubicBezTo>
                            <a:pt x="14016" y="54296"/>
                            <a:pt x="8587" y="69251"/>
                            <a:pt x="4396" y="68679"/>
                          </a:cubicBezTo>
                          <a:cubicBezTo>
                            <a:pt x="205" y="68108"/>
                            <a:pt x="-1034" y="52487"/>
                            <a:pt x="871" y="33627"/>
                          </a:cubicBezTo>
                          <a:cubicBezTo>
                            <a:pt x="2776" y="14863"/>
                            <a:pt x="7253" y="-282"/>
                            <a:pt x="11349" y="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2" name="Forme libre : forme 14161">
                      <a:extLst>
                        <a:ext uri="{FF2B5EF4-FFF2-40B4-BE49-F238E27FC236}">
                          <a16:creationId xmlns:a16="http://schemas.microsoft.com/office/drawing/2014/main" id="{C3BA7EDE-D8F5-4925-9921-47453A4ADF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8368" y="4673732"/>
                      <a:ext cx="34325" cy="84968"/>
                    </a:xfrm>
                    <a:custGeom>
                      <a:avLst/>
                      <a:gdLst>
                        <a:gd name="connsiteX0" fmla="*/ 11077 w 34325"/>
                        <a:gd name="connsiteY0" fmla="*/ 84386 h 84968"/>
                        <a:gd name="connsiteX1" fmla="*/ 18411 w 34325"/>
                        <a:gd name="connsiteY1" fmla="*/ 83243 h 84968"/>
                        <a:gd name="connsiteX2" fmla="*/ 31079 w 34325"/>
                        <a:gd name="connsiteY2" fmla="*/ 49620 h 84968"/>
                        <a:gd name="connsiteX3" fmla="*/ 34127 w 34325"/>
                        <a:gd name="connsiteY3" fmla="*/ 13044 h 84968"/>
                        <a:gd name="connsiteX4" fmla="*/ 28412 w 34325"/>
                        <a:gd name="connsiteY4" fmla="*/ 757 h 84968"/>
                        <a:gd name="connsiteX5" fmla="*/ 23840 w 34325"/>
                        <a:gd name="connsiteY5" fmla="*/ 12472 h 84968"/>
                        <a:gd name="connsiteX6" fmla="*/ 12410 w 34325"/>
                        <a:gd name="connsiteY6" fmla="*/ 40762 h 84968"/>
                        <a:gd name="connsiteX7" fmla="*/ 28 w 34325"/>
                        <a:gd name="connsiteY7" fmla="*/ 73433 h 84968"/>
                        <a:gd name="connsiteX8" fmla="*/ 11077 w 34325"/>
                        <a:gd name="connsiteY8" fmla="*/ 84386 h 84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4325" h="84968">
                          <a:moveTo>
                            <a:pt x="11077" y="84386"/>
                          </a:moveTo>
                          <a:cubicBezTo>
                            <a:pt x="13362" y="85053"/>
                            <a:pt x="15744" y="85625"/>
                            <a:pt x="18411" y="83243"/>
                          </a:cubicBezTo>
                          <a:cubicBezTo>
                            <a:pt x="23554" y="78671"/>
                            <a:pt x="28221" y="64098"/>
                            <a:pt x="31079" y="49620"/>
                          </a:cubicBezTo>
                          <a:cubicBezTo>
                            <a:pt x="33365" y="37523"/>
                            <a:pt x="34889" y="24284"/>
                            <a:pt x="34127" y="13044"/>
                          </a:cubicBezTo>
                          <a:cubicBezTo>
                            <a:pt x="33651" y="4757"/>
                            <a:pt x="31270" y="-2387"/>
                            <a:pt x="28412" y="757"/>
                          </a:cubicBezTo>
                          <a:cubicBezTo>
                            <a:pt x="26602" y="2662"/>
                            <a:pt x="25269" y="7901"/>
                            <a:pt x="23840" y="12472"/>
                          </a:cubicBezTo>
                          <a:cubicBezTo>
                            <a:pt x="20506" y="23426"/>
                            <a:pt x="16601" y="33046"/>
                            <a:pt x="12410" y="40762"/>
                          </a:cubicBezTo>
                          <a:cubicBezTo>
                            <a:pt x="8886" y="47429"/>
                            <a:pt x="504" y="59145"/>
                            <a:pt x="28" y="73433"/>
                          </a:cubicBezTo>
                          <a:cubicBezTo>
                            <a:pt x="-544" y="86387"/>
                            <a:pt x="7933" y="83529"/>
                            <a:pt x="11077" y="8438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3" name="Forme libre : forme 14162">
                      <a:extLst>
                        <a:ext uri="{FF2B5EF4-FFF2-40B4-BE49-F238E27FC236}">
                          <a16:creationId xmlns:a16="http://schemas.microsoft.com/office/drawing/2014/main" id="{B8B97A9D-05CC-4D34-8593-1F37F6A8B2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1664" y="4714816"/>
                      <a:ext cx="6008" cy="28259"/>
                    </a:xfrm>
                    <a:custGeom>
                      <a:avLst/>
                      <a:gdLst>
                        <a:gd name="connsiteX0" fmla="*/ 1970 w 6008"/>
                        <a:gd name="connsiteY0" fmla="*/ 26348 h 28259"/>
                        <a:gd name="connsiteX1" fmla="*/ 3304 w 6008"/>
                        <a:gd name="connsiteY1" fmla="*/ 28253 h 28259"/>
                        <a:gd name="connsiteX2" fmla="*/ 5114 w 6008"/>
                        <a:gd name="connsiteY2" fmla="*/ 25871 h 28259"/>
                        <a:gd name="connsiteX3" fmla="*/ 5780 w 6008"/>
                        <a:gd name="connsiteY3" fmla="*/ 20918 h 28259"/>
                        <a:gd name="connsiteX4" fmla="*/ 5971 w 6008"/>
                        <a:gd name="connsiteY4" fmla="*/ 8726 h 28259"/>
                        <a:gd name="connsiteX5" fmla="*/ 5590 w 6008"/>
                        <a:gd name="connsiteY5" fmla="*/ 4250 h 28259"/>
                        <a:gd name="connsiteX6" fmla="*/ 256 w 6008"/>
                        <a:gd name="connsiteY6" fmla="*/ 7202 h 28259"/>
                        <a:gd name="connsiteX7" fmla="*/ 1970 w 6008"/>
                        <a:gd name="connsiteY7" fmla="*/ 26348 h 28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008" h="28259">
                          <a:moveTo>
                            <a:pt x="1970" y="26348"/>
                          </a:moveTo>
                          <a:cubicBezTo>
                            <a:pt x="2352" y="27300"/>
                            <a:pt x="2732" y="28158"/>
                            <a:pt x="3304" y="28253"/>
                          </a:cubicBezTo>
                          <a:cubicBezTo>
                            <a:pt x="3876" y="28348"/>
                            <a:pt x="4637" y="27491"/>
                            <a:pt x="5114" y="25871"/>
                          </a:cubicBezTo>
                          <a:cubicBezTo>
                            <a:pt x="5590" y="24347"/>
                            <a:pt x="5685" y="22538"/>
                            <a:pt x="5780" y="20918"/>
                          </a:cubicBezTo>
                          <a:cubicBezTo>
                            <a:pt x="5971" y="16727"/>
                            <a:pt x="6066" y="12632"/>
                            <a:pt x="5971" y="8726"/>
                          </a:cubicBezTo>
                          <a:cubicBezTo>
                            <a:pt x="5971" y="7107"/>
                            <a:pt x="5780" y="5488"/>
                            <a:pt x="5590" y="4250"/>
                          </a:cubicBezTo>
                          <a:cubicBezTo>
                            <a:pt x="4542" y="-1084"/>
                            <a:pt x="1018" y="-2704"/>
                            <a:pt x="256" y="7202"/>
                          </a:cubicBezTo>
                          <a:cubicBezTo>
                            <a:pt x="-506" y="14822"/>
                            <a:pt x="542" y="22442"/>
                            <a:pt x="1970" y="2634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4" name="Forme libre : forme 14163">
                      <a:extLst>
                        <a:ext uri="{FF2B5EF4-FFF2-40B4-BE49-F238E27FC236}">
                          <a16:creationId xmlns:a16="http://schemas.microsoft.com/office/drawing/2014/main" id="{E8185DE0-A78E-4B4E-9C81-8F1A97AF66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4780" y="4634290"/>
                      <a:ext cx="12193" cy="43341"/>
                    </a:xfrm>
                    <a:custGeom>
                      <a:avLst/>
                      <a:gdLst>
                        <a:gd name="connsiteX0" fmla="*/ 0 w 12193"/>
                        <a:gd name="connsiteY0" fmla="*/ 3 h 43341"/>
                        <a:gd name="connsiteX1" fmla="*/ 6001 w 12193"/>
                        <a:gd name="connsiteY1" fmla="*/ 4956 h 43341"/>
                        <a:gd name="connsiteX2" fmla="*/ 12192 w 12193"/>
                        <a:gd name="connsiteY2" fmla="*/ 43341 h 43341"/>
                        <a:gd name="connsiteX3" fmla="*/ 10382 w 12193"/>
                        <a:gd name="connsiteY3" fmla="*/ 24958 h 43341"/>
                        <a:gd name="connsiteX4" fmla="*/ 0 w 12193"/>
                        <a:gd name="connsiteY4" fmla="*/ 3 h 43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93" h="43341">
                          <a:moveTo>
                            <a:pt x="0" y="3"/>
                          </a:moveTo>
                          <a:cubicBezTo>
                            <a:pt x="0" y="3"/>
                            <a:pt x="2857" y="-283"/>
                            <a:pt x="6001" y="4956"/>
                          </a:cubicBezTo>
                          <a:cubicBezTo>
                            <a:pt x="8954" y="10194"/>
                            <a:pt x="12287" y="20958"/>
                            <a:pt x="12192" y="43341"/>
                          </a:cubicBezTo>
                          <a:cubicBezTo>
                            <a:pt x="12192" y="43341"/>
                            <a:pt x="12002" y="34674"/>
                            <a:pt x="10382" y="24958"/>
                          </a:cubicBezTo>
                          <a:cubicBezTo>
                            <a:pt x="8763" y="15243"/>
                            <a:pt x="5715" y="4480"/>
                            <a:pt x="0" y="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5" name="Forme libre : forme 14164">
                      <a:extLst>
                        <a:ext uri="{FF2B5EF4-FFF2-40B4-BE49-F238E27FC236}">
                          <a16:creationId xmlns:a16="http://schemas.microsoft.com/office/drawing/2014/main" id="{FC820BD6-2ECF-4627-BEB9-028204ACB9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1919" y="4727066"/>
                      <a:ext cx="7810" cy="48863"/>
                    </a:xfrm>
                    <a:custGeom>
                      <a:avLst/>
                      <a:gdLst>
                        <a:gd name="connsiteX0" fmla="*/ 1334 w 7810"/>
                        <a:gd name="connsiteY0" fmla="*/ 0 h 48863"/>
                        <a:gd name="connsiteX1" fmla="*/ 667 w 7810"/>
                        <a:gd name="connsiteY1" fmla="*/ 6668 h 48863"/>
                        <a:gd name="connsiteX2" fmla="*/ 0 w 7810"/>
                        <a:gd name="connsiteY2" fmla="*/ 21717 h 48863"/>
                        <a:gd name="connsiteX3" fmla="*/ 7811 w 7810"/>
                        <a:gd name="connsiteY3" fmla="*/ 48863 h 48863"/>
                        <a:gd name="connsiteX4" fmla="*/ 3239 w 7810"/>
                        <a:gd name="connsiteY4" fmla="*/ 38671 h 48863"/>
                        <a:gd name="connsiteX5" fmla="*/ 1334 w 7810"/>
                        <a:gd name="connsiteY5" fmla="*/ 0 h 48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810" h="48863">
                          <a:moveTo>
                            <a:pt x="1334" y="0"/>
                          </a:moveTo>
                          <a:cubicBezTo>
                            <a:pt x="1334" y="0"/>
                            <a:pt x="1048" y="2477"/>
                            <a:pt x="667" y="6668"/>
                          </a:cubicBezTo>
                          <a:cubicBezTo>
                            <a:pt x="381" y="10668"/>
                            <a:pt x="95" y="16097"/>
                            <a:pt x="0" y="21717"/>
                          </a:cubicBezTo>
                          <a:cubicBezTo>
                            <a:pt x="95" y="32956"/>
                            <a:pt x="1334" y="45148"/>
                            <a:pt x="7811" y="48863"/>
                          </a:cubicBezTo>
                          <a:cubicBezTo>
                            <a:pt x="7811" y="48863"/>
                            <a:pt x="5239" y="46101"/>
                            <a:pt x="3239" y="38671"/>
                          </a:cubicBezTo>
                          <a:cubicBezTo>
                            <a:pt x="1238" y="31147"/>
                            <a:pt x="-190" y="19050"/>
                            <a:pt x="133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6" name="Forme libre : forme 14165">
                      <a:extLst>
                        <a:ext uri="{FF2B5EF4-FFF2-40B4-BE49-F238E27FC236}">
                          <a16:creationId xmlns:a16="http://schemas.microsoft.com/office/drawing/2014/main" id="{A934DF26-AD85-4BE6-BB2B-D91A11B08C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121" y="4674943"/>
                      <a:ext cx="6527" cy="25414"/>
                    </a:xfrm>
                    <a:custGeom>
                      <a:avLst/>
                      <a:gdLst>
                        <a:gd name="connsiteX0" fmla="*/ 5754 w 6527"/>
                        <a:gd name="connsiteY0" fmla="*/ 308 h 25414"/>
                        <a:gd name="connsiteX1" fmla="*/ 5277 w 6527"/>
                        <a:gd name="connsiteY1" fmla="*/ 15548 h 25414"/>
                        <a:gd name="connsiteX2" fmla="*/ 705 w 6527"/>
                        <a:gd name="connsiteY2" fmla="*/ 25073 h 25414"/>
                        <a:gd name="connsiteX3" fmla="*/ 1277 w 6527"/>
                        <a:gd name="connsiteY3" fmla="*/ 9833 h 25414"/>
                        <a:gd name="connsiteX4" fmla="*/ 5754 w 6527"/>
                        <a:gd name="connsiteY4" fmla="*/ 308 h 254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27" h="25414">
                          <a:moveTo>
                            <a:pt x="5754" y="308"/>
                          </a:moveTo>
                          <a:cubicBezTo>
                            <a:pt x="6897" y="1832"/>
                            <a:pt x="6801" y="8690"/>
                            <a:pt x="5277" y="15548"/>
                          </a:cubicBezTo>
                          <a:cubicBezTo>
                            <a:pt x="3849" y="22406"/>
                            <a:pt x="1753" y="26692"/>
                            <a:pt x="705" y="25073"/>
                          </a:cubicBezTo>
                          <a:cubicBezTo>
                            <a:pt x="-438" y="23453"/>
                            <a:pt x="-152" y="16691"/>
                            <a:pt x="1277" y="9833"/>
                          </a:cubicBezTo>
                          <a:cubicBezTo>
                            <a:pt x="2706" y="3070"/>
                            <a:pt x="4610" y="-1216"/>
                            <a:pt x="5754" y="30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7" name="Forme libre : forme 14166">
                      <a:extLst>
                        <a:ext uri="{FF2B5EF4-FFF2-40B4-BE49-F238E27FC236}">
                          <a16:creationId xmlns:a16="http://schemas.microsoft.com/office/drawing/2014/main" id="{C295665A-F631-4BEA-BCFD-3370673D15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205" y="4671532"/>
                      <a:ext cx="2194" cy="7056"/>
                    </a:xfrm>
                    <a:custGeom>
                      <a:avLst/>
                      <a:gdLst>
                        <a:gd name="connsiteX0" fmla="*/ 1383 w 2194"/>
                        <a:gd name="connsiteY0" fmla="*/ 4 h 7056"/>
                        <a:gd name="connsiteX1" fmla="*/ 2145 w 2194"/>
                        <a:gd name="connsiteY1" fmla="*/ 3623 h 7056"/>
                        <a:gd name="connsiteX2" fmla="*/ 811 w 2194"/>
                        <a:gd name="connsiteY2" fmla="*/ 7052 h 7056"/>
                        <a:gd name="connsiteX3" fmla="*/ 50 w 2194"/>
                        <a:gd name="connsiteY3" fmla="*/ 3433 h 7056"/>
                        <a:gd name="connsiteX4" fmla="*/ 1383 w 2194"/>
                        <a:gd name="connsiteY4" fmla="*/ 4 h 7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4" h="7056">
                          <a:moveTo>
                            <a:pt x="1383" y="4"/>
                          </a:moveTo>
                          <a:cubicBezTo>
                            <a:pt x="1955" y="99"/>
                            <a:pt x="2335" y="1718"/>
                            <a:pt x="2145" y="3623"/>
                          </a:cubicBezTo>
                          <a:cubicBezTo>
                            <a:pt x="1955" y="5528"/>
                            <a:pt x="1383" y="7148"/>
                            <a:pt x="811" y="7052"/>
                          </a:cubicBezTo>
                          <a:cubicBezTo>
                            <a:pt x="240" y="6957"/>
                            <a:pt x="-141" y="5338"/>
                            <a:pt x="50" y="3433"/>
                          </a:cubicBezTo>
                          <a:cubicBezTo>
                            <a:pt x="145" y="1528"/>
                            <a:pt x="811" y="-91"/>
                            <a:pt x="1383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8" name="Forme libre : forme 14167">
                      <a:extLst>
                        <a:ext uri="{FF2B5EF4-FFF2-40B4-BE49-F238E27FC236}">
                          <a16:creationId xmlns:a16="http://schemas.microsoft.com/office/drawing/2014/main" id="{1B15C0FC-9C50-4585-A8A1-402C7E9617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686" y="4640588"/>
                      <a:ext cx="22902" cy="58945"/>
                    </a:xfrm>
                    <a:custGeom>
                      <a:avLst/>
                      <a:gdLst>
                        <a:gd name="connsiteX0" fmla="*/ 10521 w 22902"/>
                        <a:gd name="connsiteY0" fmla="*/ 4564 h 58945"/>
                        <a:gd name="connsiteX1" fmla="*/ 20331 w 22902"/>
                        <a:gd name="connsiteY1" fmla="*/ 87 h 58945"/>
                        <a:gd name="connsiteX2" fmla="*/ 22903 w 22902"/>
                        <a:gd name="connsiteY2" fmla="*/ 5326 h 58945"/>
                        <a:gd name="connsiteX3" fmla="*/ 20522 w 22902"/>
                        <a:gd name="connsiteY3" fmla="*/ 12946 h 58945"/>
                        <a:gd name="connsiteX4" fmla="*/ 10616 w 22902"/>
                        <a:gd name="connsiteY4" fmla="*/ 27900 h 58945"/>
                        <a:gd name="connsiteX5" fmla="*/ 710 w 22902"/>
                        <a:gd name="connsiteY5" fmla="*/ 58094 h 58945"/>
                        <a:gd name="connsiteX6" fmla="*/ 4044 w 22902"/>
                        <a:gd name="connsiteY6" fmla="*/ 19613 h 58945"/>
                        <a:gd name="connsiteX7" fmla="*/ 10521 w 22902"/>
                        <a:gd name="connsiteY7" fmla="*/ 4564 h 58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02" h="58945">
                          <a:moveTo>
                            <a:pt x="10521" y="4564"/>
                          </a:moveTo>
                          <a:cubicBezTo>
                            <a:pt x="13759" y="468"/>
                            <a:pt x="17093" y="-294"/>
                            <a:pt x="20331" y="87"/>
                          </a:cubicBezTo>
                          <a:cubicBezTo>
                            <a:pt x="21474" y="278"/>
                            <a:pt x="22903" y="1421"/>
                            <a:pt x="22903" y="5326"/>
                          </a:cubicBezTo>
                          <a:cubicBezTo>
                            <a:pt x="22808" y="8850"/>
                            <a:pt x="21570" y="11422"/>
                            <a:pt x="20522" y="12946"/>
                          </a:cubicBezTo>
                          <a:cubicBezTo>
                            <a:pt x="17188" y="17422"/>
                            <a:pt x="13473" y="19708"/>
                            <a:pt x="10616" y="27900"/>
                          </a:cubicBezTo>
                          <a:cubicBezTo>
                            <a:pt x="8996" y="33044"/>
                            <a:pt x="3186" y="64476"/>
                            <a:pt x="710" y="58094"/>
                          </a:cubicBezTo>
                          <a:cubicBezTo>
                            <a:pt x="-1576" y="51713"/>
                            <a:pt x="2234" y="27043"/>
                            <a:pt x="4044" y="19613"/>
                          </a:cubicBezTo>
                          <a:cubicBezTo>
                            <a:pt x="5758" y="12755"/>
                            <a:pt x="8139" y="7612"/>
                            <a:pt x="10521" y="456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69" name="Graphique 1">
                    <a:extLst>
                      <a:ext uri="{FF2B5EF4-FFF2-40B4-BE49-F238E27FC236}">
                        <a16:creationId xmlns:a16="http://schemas.microsoft.com/office/drawing/2014/main" id="{5D2DBCC3-0EFA-473E-A0FB-F3E79B97D6E6}"/>
                      </a:ext>
                    </a:extLst>
                  </p:cNvPr>
                  <p:cNvGrpSpPr/>
                  <p:nvPr/>
                </p:nvGrpSpPr>
                <p:grpSpPr>
                  <a:xfrm>
                    <a:off x="3903196" y="4478369"/>
                    <a:ext cx="40444" cy="151455"/>
                    <a:chOff x="3903196" y="4478369"/>
                    <a:chExt cx="40444" cy="151455"/>
                  </a:xfrm>
                  <a:solidFill>
                    <a:schemeClr val="accent1"/>
                  </a:solidFill>
                </p:grpSpPr>
                <p:sp>
                  <p:nvSpPr>
                    <p:cNvPr id="14145" name="Forme libre : forme 14144">
                      <a:extLst>
                        <a:ext uri="{FF2B5EF4-FFF2-40B4-BE49-F238E27FC236}">
                          <a16:creationId xmlns:a16="http://schemas.microsoft.com/office/drawing/2014/main" id="{D515C7CA-DC51-4982-B79F-51EB15A5C8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3196" y="4478463"/>
                      <a:ext cx="40444" cy="151361"/>
                    </a:xfrm>
                    <a:custGeom>
                      <a:avLst/>
                      <a:gdLst>
                        <a:gd name="connsiteX0" fmla="*/ 40443 w 40444"/>
                        <a:gd name="connsiteY0" fmla="*/ 47626 h 151361"/>
                        <a:gd name="connsiteX1" fmla="*/ 39681 w 40444"/>
                        <a:gd name="connsiteY1" fmla="*/ 104014 h 151361"/>
                        <a:gd name="connsiteX2" fmla="*/ 23489 w 40444"/>
                        <a:gd name="connsiteY2" fmla="*/ 151354 h 151361"/>
                        <a:gd name="connsiteX3" fmla="*/ 12535 w 40444"/>
                        <a:gd name="connsiteY3" fmla="*/ 150782 h 151361"/>
                        <a:gd name="connsiteX4" fmla="*/ 57 w 40444"/>
                        <a:gd name="connsiteY4" fmla="*/ 102966 h 151361"/>
                        <a:gd name="connsiteX5" fmla="*/ 914 w 40444"/>
                        <a:gd name="connsiteY5" fmla="*/ 47531 h 151361"/>
                        <a:gd name="connsiteX6" fmla="*/ 15011 w 40444"/>
                        <a:gd name="connsiteY6" fmla="*/ 97 h 151361"/>
                        <a:gd name="connsiteX7" fmla="*/ 25870 w 40444"/>
                        <a:gd name="connsiteY7" fmla="*/ 1 h 151361"/>
                        <a:gd name="connsiteX8" fmla="*/ 40443 w 40444"/>
                        <a:gd name="connsiteY8" fmla="*/ 47626 h 151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0444" h="151361">
                          <a:moveTo>
                            <a:pt x="40443" y="47626"/>
                          </a:moveTo>
                          <a:cubicBezTo>
                            <a:pt x="40348" y="66391"/>
                            <a:pt x="40157" y="85250"/>
                            <a:pt x="39681" y="104014"/>
                          </a:cubicBezTo>
                          <a:cubicBezTo>
                            <a:pt x="39110" y="130494"/>
                            <a:pt x="31394" y="151830"/>
                            <a:pt x="23489" y="151354"/>
                          </a:cubicBezTo>
                          <a:lnTo>
                            <a:pt x="12535" y="150782"/>
                          </a:lnTo>
                          <a:cubicBezTo>
                            <a:pt x="4629" y="150306"/>
                            <a:pt x="-610" y="128875"/>
                            <a:pt x="57" y="102966"/>
                          </a:cubicBezTo>
                          <a:cubicBezTo>
                            <a:pt x="628" y="84488"/>
                            <a:pt x="819" y="66009"/>
                            <a:pt x="914" y="47531"/>
                          </a:cubicBezTo>
                          <a:cubicBezTo>
                            <a:pt x="1010" y="21528"/>
                            <a:pt x="7106" y="192"/>
                            <a:pt x="15011" y="97"/>
                          </a:cubicBezTo>
                          <a:lnTo>
                            <a:pt x="25870" y="1"/>
                          </a:lnTo>
                          <a:cubicBezTo>
                            <a:pt x="33776" y="-189"/>
                            <a:pt x="40538" y="21242"/>
                            <a:pt x="40443" y="47626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6" name="Forme libre : forme 14145">
                      <a:extLst>
                        <a:ext uri="{FF2B5EF4-FFF2-40B4-BE49-F238E27FC236}">
                          <a16:creationId xmlns:a16="http://schemas.microsoft.com/office/drawing/2014/main" id="{C5ED4A1E-7313-43F9-817E-783D255FAC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1923" y="4478369"/>
                      <a:ext cx="21716" cy="151455"/>
                    </a:xfrm>
                    <a:custGeom>
                      <a:avLst/>
                      <a:gdLst>
                        <a:gd name="connsiteX0" fmla="*/ 8191 w 21716"/>
                        <a:gd name="connsiteY0" fmla="*/ 93821 h 151455"/>
                        <a:gd name="connsiteX1" fmla="*/ 0 w 21716"/>
                        <a:gd name="connsiteY1" fmla="*/ 151162 h 151455"/>
                        <a:gd name="connsiteX2" fmla="*/ 4763 w 21716"/>
                        <a:gd name="connsiteY2" fmla="*/ 151448 h 151455"/>
                        <a:gd name="connsiteX3" fmla="*/ 20955 w 21716"/>
                        <a:gd name="connsiteY3" fmla="*/ 104109 h 151455"/>
                        <a:gd name="connsiteX4" fmla="*/ 21717 w 21716"/>
                        <a:gd name="connsiteY4" fmla="*/ 47720 h 151455"/>
                        <a:gd name="connsiteX5" fmla="*/ 7144 w 21716"/>
                        <a:gd name="connsiteY5" fmla="*/ 0 h 151455"/>
                        <a:gd name="connsiteX6" fmla="*/ 6763 w 21716"/>
                        <a:gd name="connsiteY6" fmla="*/ 0 h 151455"/>
                        <a:gd name="connsiteX7" fmla="*/ 8191 w 21716"/>
                        <a:gd name="connsiteY7" fmla="*/ 93821 h 151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716" h="151455">
                          <a:moveTo>
                            <a:pt x="8191" y="93821"/>
                          </a:moveTo>
                          <a:cubicBezTo>
                            <a:pt x="9430" y="116110"/>
                            <a:pt x="6286" y="139160"/>
                            <a:pt x="0" y="151162"/>
                          </a:cubicBezTo>
                          <a:lnTo>
                            <a:pt x="4763" y="151448"/>
                          </a:lnTo>
                          <a:cubicBezTo>
                            <a:pt x="12668" y="151924"/>
                            <a:pt x="20383" y="130588"/>
                            <a:pt x="20955" y="104109"/>
                          </a:cubicBezTo>
                          <a:cubicBezTo>
                            <a:pt x="21526" y="85249"/>
                            <a:pt x="21622" y="66485"/>
                            <a:pt x="21717" y="47720"/>
                          </a:cubicBezTo>
                          <a:cubicBezTo>
                            <a:pt x="21717" y="21336"/>
                            <a:pt x="14954" y="-95"/>
                            <a:pt x="7144" y="0"/>
                          </a:cubicBezTo>
                          <a:lnTo>
                            <a:pt x="6763" y="0"/>
                          </a:lnTo>
                          <a:cubicBezTo>
                            <a:pt x="8001" y="31909"/>
                            <a:pt x="6286" y="62389"/>
                            <a:pt x="8191" y="93821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7" name="Forme libre : forme 14146">
                      <a:extLst>
                        <a:ext uri="{FF2B5EF4-FFF2-40B4-BE49-F238E27FC236}">
                          <a16:creationId xmlns:a16="http://schemas.microsoft.com/office/drawing/2014/main" id="{D10F2A2A-8504-4ABA-868C-C1DD816AEC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7237" y="4509516"/>
                      <a:ext cx="14974" cy="68866"/>
                    </a:xfrm>
                    <a:custGeom>
                      <a:avLst/>
                      <a:gdLst>
                        <a:gd name="connsiteX0" fmla="*/ 7543 w 14974"/>
                        <a:gd name="connsiteY0" fmla="*/ 0 h 68866"/>
                        <a:gd name="connsiteX1" fmla="*/ 14973 w 14974"/>
                        <a:gd name="connsiteY1" fmla="*/ 34480 h 68866"/>
                        <a:gd name="connsiteX2" fmla="*/ 6877 w 14974"/>
                        <a:gd name="connsiteY2" fmla="*/ 68866 h 68866"/>
                        <a:gd name="connsiteX3" fmla="*/ 19 w 14974"/>
                        <a:gd name="connsiteY3" fmla="*/ 34385 h 68866"/>
                        <a:gd name="connsiteX4" fmla="*/ 7543 w 14974"/>
                        <a:gd name="connsiteY4" fmla="*/ 0 h 68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74" h="68866">
                          <a:moveTo>
                            <a:pt x="7543" y="0"/>
                          </a:moveTo>
                          <a:cubicBezTo>
                            <a:pt x="11639" y="0"/>
                            <a:pt x="15068" y="15430"/>
                            <a:pt x="14973" y="34480"/>
                          </a:cubicBezTo>
                          <a:cubicBezTo>
                            <a:pt x="14782" y="53530"/>
                            <a:pt x="11068" y="68961"/>
                            <a:pt x="6877" y="68866"/>
                          </a:cubicBezTo>
                          <a:cubicBezTo>
                            <a:pt x="2781" y="68771"/>
                            <a:pt x="-267" y="53340"/>
                            <a:pt x="19" y="34385"/>
                          </a:cubicBezTo>
                          <a:cubicBezTo>
                            <a:pt x="114" y="15430"/>
                            <a:pt x="3352" y="0"/>
                            <a:pt x="7543" y="0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8" name="Forme libre : forme 14147">
                      <a:extLst>
                        <a:ext uri="{FF2B5EF4-FFF2-40B4-BE49-F238E27FC236}">
                          <a16:creationId xmlns:a16="http://schemas.microsoft.com/office/drawing/2014/main" id="{06F755E4-4FDE-4910-AD35-D21C30BFEE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112" y="4528470"/>
                      <a:ext cx="14001" cy="49911"/>
                    </a:xfrm>
                    <a:custGeom>
                      <a:avLst/>
                      <a:gdLst>
                        <a:gd name="connsiteX0" fmla="*/ 0 w 14001"/>
                        <a:gd name="connsiteY0" fmla="*/ 34671 h 49911"/>
                        <a:gd name="connsiteX1" fmla="*/ 5906 w 14001"/>
                        <a:gd name="connsiteY1" fmla="*/ 49911 h 49911"/>
                        <a:gd name="connsiteX2" fmla="*/ 14002 w 14001"/>
                        <a:gd name="connsiteY2" fmla="*/ 15526 h 49911"/>
                        <a:gd name="connsiteX3" fmla="*/ 13335 w 14001"/>
                        <a:gd name="connsiteY3" fmla="*/ 0 h 49911"/>
                        <a:gd name="connsiteX4" fmla="*/ 12764 w 14001"/>
                        <a:gd name="connsiteY4" fmla="*/ 8572 h 49911"/>
                        <a:gd name="connsiteX5" fmla="*/ 0 w 14001"/>
                        <a:gd name="connsiteY5" fmla="*/ 34671 h 49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001" h="49911">
                          <a:moveTo>
                            <a:pt x="0" y="34671"/>
                          </a:moveTo>
                          <a:cubicBezTo>
                            <a:pt x="1238" y="43815"/>
                            <a:pt x="3334" y="49816"/>
                            <a:pt x="5906" y="49911"/>
                          </a:cubicBezTo>
                          <a:cubicBezTo>
                            <a:pt x="10096" y="50006"/>
                            <a:pt x="13811" y="34671"/>
                            <a:pt x="14002" y="15526"/>
                          </a:cubicBezTo>
                          <a:cubicBezTo>
                            <a:pt x="14002" y="9906"/>
                            <a:pt x="13811" y="4667"/>
                            <a:pt x="13335" y="0"/>
                          </a:cubicBezTo>
                          <a:cubicBezTo>
                            <a:pt x="13240" y="2858"/>
                            <a:pt x="13145" y="5715"/>
                            <a:pt x="12764" y="8572"/>
                          </a:cubicBezTo>
                          <a:cubicBezTo>
                            <a:pt x="10383" y="23813"/>
                            <a:pt x="5048" y="35909"/>
                            <a:pt x="0" y="34671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9" name="Forme libre : forme 14148">
                      <a:extLst>
                        <a:ext uri="{FF2B5EF4-FFF2-40B4-BE49-F238E27FC236}">
                          <a16:creationId xmlns:a16="http://schemas.microsoft.com/office/drawing/2014/main" id="{7B24A7BA-96D8-4097-A623-2BFFB91CEB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866" y="4506086"/>
                      <a:ext cx="14970" cy="68866"/>
                    </a:xfrm>
                    <a:custGeom>
                      <a:avLst/>
                      <a:gdLst>
                        <a:gd name="connsiteX0" fmla="*/ 7533 w 14970"/>
                        <a:gd name="connsiteY0" fmla="*/ 0 h 68866"/>
                        <a:gd name="connsiteX1" fmla="*/ 14963 w 14970"/>
                        <a:gd name="connsiteY1" fmla="*/ 34481 h 68866"/>
                        <a:gd name="connsiteX2" fmla="*/ 6962 w 14970"/>
                        <a:gd name="connsiteY2" fmla="*/ 68866 h 68866"/>
                        <a:gd name="connsiteX3" fmla="*/ 8 w 14970"/>
                        <a:gd name="connsiteY3" fmla="*/ 34385 h 68866"/>
                        <a:gd name="connsiteX4" fmla="*/ 7533 w 14970"/>
                        <a:gd name="connsiteY4" fmla="*/ 0 h 68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70" h="68866">
                          <a:moveTo>
                            <a:pt x="7533" y="0"/>
                          </a:moveTo>
                          <a:cubicBezTo>
                            <a:pt x="11629" y="0"/>
                            <a:pt x="15153" y="15431"/>
                            <a:pt x="14963" y="34481"/>
                          </a:cubicBezTo>
                          <a:cubicBezTo>
                            <a:pt x="14772" y="53531"/>
                            <a:pt x="11153" y="68961"/>
                            <a:pt x="6962" y="68866"/>
                          </a:cubicBezTo>
                          <a:cubicBezTo>
                            <a:pt x="2866" y="68771"/>
                            <a:pt x="-182" y="53340"/>
                            <a:pt x="8" y="34385"/>
                          </a:cubicBezTo>
                          <a:cubicBezTo>
                            <a:pt x="199" y="15335"/>
                            <a:pt x="3342" y="0"/>
                            <a:pt x="7533" y="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0" name="Forme libre : forme 14149">
                      <a:extLst>
                        <a:ext uri="{FF2B5EF4-FFF2-40B4-BE49-F238E27FC236}">
                          <a16:creationId xmlns:a16="http://schemas.microsoft.com/office/drawing/2014/main" id="{865E7338-8CB8-478E-93B0-A9B8E6A5E9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755" y="4521799"/>
                      <a:ext cx="28742" cy="86016"/>
                    </a:xfrm>
                    <a:custGeom>
                      <a:avLst/>
                      <a:gdLst>
                        <a:gd name="connsiteX0" fmla="*/ 12358 w 28742"/>
                        <a:gd name="connsiteY0" fmla="*/ 85729 h 86016"/>
                        <a:gd name="connsiteX1" fmla="*/ 19407 w 28742"/>
                        <a:gd name="connsiteY1" fmla="*/ 83634 h 86016"/>
                        <a:gd name="connsiteX2" fmla="*/ 27979 w 28742"/>
                        <a:gd name="connsiteY2" fmla="*/ 48963 h 86016"/>
                        <a:gd name="connsiteX3" fmla="*/ 27503 w 28742"/>
                        <a:gd name="connsiteY3" fmla="*/ 12577 h 86016"/>
                        <a:gd name="connsiteX4" fmla="*/ 20835 w 28742"/>
                        <a:gd name="connsiteY4" fmla="*/ 861 h 86016"/>
                        <a:gd name="connsiteX5" fmla="*/ 17216 w 28742"/>
                        <a:gd name="connsiteY5" fmla="*/ 12958 h 86016"/>
                        <a:gd name="connsiteX6" fmla="*/ 8643 w 28742"/>
                        <a:gd name="connsiteY6" fmla="*/ 42200 h 86016"/>
                        <a:gd name="connsiteX7" fmla="*/ 166 w 28742"/>
                        <a:gd name="connsiteY7" fmla="*/ 76204 h 86016"/>
                        <a:gd name="connsiteX8" fmla="*/ 12358 w 28742"/>
                        <a:gd name="connsiteY8" fmla="*/ 85729 h 86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8742" h="86016">
                          <a:moveTo>
                            <a:pt x="12358" y="85729"/>
                          </a:moveTo>
                          <a:cubicBezTo>
                            <a:pt x="14739" y="86015"/>
                            <a:pt x="17121" y="86301"/>
                            <a:pt x="19407" y="83634"/>
                          </a:cubicBezTo>
                          <a:cubicBezTo>
                            <a:pt x="23884" y="78490"/>
                            <a:pt x="26646" y="63631"/>
                            <a:pt x="27979" y="48963"/>
                          </a:cubicBezTo>
                          <a:cubicBezTo>
                            <a:pt x="28932" y="36866"/>
                            <a:pt x="29218" y="23626"/>
                            <a:pt x="27503" y="12577"/>
                          </a:cubicBezTo>
                          <a:cubicBezTo>
                            <a:pt x="26265" y="4386"/>
                            <a:pt x="23407" y="-2472"/>
                            <a:pt x="20835" y="861"/>
                          </a:cubicBezTo>
                          <a:cubicBezTo>
                            <a:pt x="19216" y="2957"/>
                            <a:pt x="18264" y="8196"/>
                            <a:pt x="17216" y="12958"/>
                          </a:cubicBezTo>
                          <a:cubicBezTo>
                            <a:pt x="14930" y="24103"/>
                            <a:pt x="11977" y="34008"/>
                            <a:pt x="8643" y="42200"/>
                          </a:cubicBezTo>
                          <a:cubicBezTo>
                            <a:pt x="5881" y="49153"/>
                            <a:pt x="-1167" y="61821"/>
                            <a:pt x="166" y="76204"/>
                          </a:cubicBezTo>
                          <a:cubicBezTo>
                            <a:pt x="1214" y="89349"/>
                            <a:pt x="9120" y="85348"/>
                            <a:pt x="12358" y="8572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1" name="Forme libre : forme 14150">
                      <a:extLst>
                        <a:ext uri="{FF2B5EF4-FFF2-40B4-BE49-F238E27FC236}">
                          <a16:creationId xmlns:a16="http://schemas.microsoft.com/office/drawing/2014/main" id="{26C3A883-EACC-4777-88A6-67B7EDDD0F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295" y="4564966"/>
                      <a:ext cx="7151" cy="28178"/>
                    </a:xfrm>
                    <a:custGeom>
                      <a:avLst/>
                      <a:gdLst>
                        <a:gd name="connsiteX0" fmla="*/ 4008 w 7151"/>
                        <a:gd name="connsiteY0" fmla="*/ 26465 h 28178"/>
                        <a:gd name="connsiteX1" fmla="*/ 5532 w 7151"/>
                        <a:gd name="connsiteY1" fmla="*/ 28179 h 28178"/>
                        <a:gd name="connsiteX2" fmla="*/ 6961 w 7151"/>
                        <a:gd name="connsiteY2" fmla="*/ 25607 h 28178"/>
                        <a:gd name="connsiteX3" fmla="*/ 7056 w 7151"/>
                        <a:gd name="connsiteY3" fmla="*/ 20559 h 28178"/>
                        <a:gd name="connsiteX4" fmla="*/ 5818 w 7151"/>
                        <a:gd name="connsiteY4" fmla="*/ 8367 h 28178"/>
                        <a:gd name="connsiteX5" fmla="*/ 4960 w 7151"/>
                        <a:gd name="connsiteY5" fmla="*/ 3985 h 28178"/>
                        <a:gd name="connsiteX6" fmla="*/ 7 w 7151"/>
                        <a:gd name="connsiteY6" fmla="*/ 7510 h 28178"/>
                        <a:gd name="connsiteX7" fmla="*/ 4008 w 7151"/>
                        <a:gd name="connsiteY7" fmla="*/ 26465 h 281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151" h="28178">
                          <a:moveTo>
                            <a:pt x="4008" y="26465"/>
                          </a:moveTo>
                          <a:cubicBezTo>
                            <a:pt x="4484" y="27417"/>
                            <a:pt x="4960" y="28179"/>
                            <a:pt x="5532" y="28179"/>
                          </a:cubicBezTo>
                          <a:cubicBezTo>
                            <a:pt x="6103" y="28179"/>
                            <a:pt x="6675" y="27322"/>
                            <a:pt x="6961" y="25607"/>
                          </a:cubicBezTo>
                          <a:cubicBezTo>
                            <a:pt x="7247" y="24083"/>
                            <a:pt x="7151" y="22273"/>
                            <a:pt x="7056" y="20559"/>
                          </a:cubicBezTo>
                          <a:cubicBezTo>
                            <a:pt x="6770" y="16368"/>
                            <a:pt x="6389" y="12272"/>
                            <a:pt x="5818" y="8367"/>
                          </a:cubicBezTo>
                          <a:cubicBezTo>
                            <a:pt x="5627" y="6748"/>
                            <a:pt x="5341" y="5224"/>
                            <a:pt x="4960" y="3985"/>
                          </a:cubicBezTo>
                          <a:cubicBezTo>
                            <a:pt x="3341" y="-1253"/>
                            <a:pt x="-183" y="-2492"/>
                            <a:pt x="7" y="7510"/>
                          </a:cubicBezTo>
                          <a:cubicBezTo>
                            <a:pt x="198" y="15225"/>
                            <a:pt x="2103" y="22750"/>
                            <a:pt x="4008" y="2646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2" name="Forme libre : forme 14151">
                      <a:extLst>
                        <a:ext uri="{FF2B5EF4-FFF2-40B4-BE49-F238E27FC236}">
                          <a16:creationId xmlns:a16="http://schemas.microsoft.com/office/drawing/2014/main" id="{1369BB6C-A446-4C7A-B47F-4C1E21867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7542" y="4482927"/>
                      <a:ext cx="15335" cy="42019"/>
                    </a:xfrm>
                    <a:custGeom>
                      <a:avLst/>
                      <a:gdLst>
                        <a:gd name="connsiteX0" fmla="*/ 0 w 15335"/>
                        <a:gd name="connsiteY0" fmla="*/ 14 h 42019"/>
                        <a:gd name="connsiteX1" fmla="*/ 15335 w 15335"/>
                        <a:gd name="connsiteY1" fmla="*/ 42019 h 42019"/>
                        <a:gd name="connsiteX2" fmla="*/ 0 w 15335"/>
                        <a:gd name="connsiteY2" fmla="*/ 14 h 42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335" h="42019">
                          <a:moveTo>
                            <a:pt x="0" y="14"/>
                          </a:moveTo>
                          <a:cubicBezTo>
                            <a:pt x="0" y="14"/>
                            <a:pt x="11621" y="-1986"/>
                            <a:pt x="15335" y="42019"/>
                          </a:cubicBezTo>
                          <a:cubicBezTo>
                            <a:pt x="15335" y="42115"/>
                            <a:pt x="11716" y="8110"/>
                            <a:pt x="0" y="1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3" name="Forme libre : forme 14152">
                      <a:extLst>
                        <a:ext uri="{FF2B5EF4-FFF2-40B4-BE49-F238E27FC236}">
                          <a16:creationId xmlns:a16="http://schemas.microsoft.com/office/drawing/2014/main" id="{971F7F94-9283-452E-9818-1069F1640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490" y="4578572"/>
                      <a:ext cx="12669" cy="47910"/>
                    </a:xfrm>
                    <a:custGeom>
                      <a:avLst/>
                      <a:gdLst>
                        <a:gd name="connsiteX0" fmla="*/ 1 w 12669"/>
                        <a:gd name="connsiteY0" fmla="*/ 0 h 47910"/>
                        <a:gd name="connsiteX1" fmla="*/ 1335 w 12669"/>
                        <a:gd name="connsiteY1" fmla="*/ 21907 h 47910"/>
                        <a:gd name="connsiteX2" fmla="*/ 12670 w 12669"/>
                        <a:gd name="connsiteY2" fmla="*/ 47911 h 47910"/>
                        <a:gd name="connsiteX3" fmla="*/ 1 w 12669"/>
                        <a:gd name="connsiteY3" fmla="*/ 0 h 47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669" h="47910">
                          <a:moveTo>
                            <a:pt x="1" y="0"/>
                          </a:moveTo>
                          <a:cubicBezTo>
                            <a:pt x="1" y="0"/>
                            <a:pt x="-94" y="10668"/>
                            <a:pt x="1335" y="21907"/>
                          </a:cubicBezTo>
                          <a:cubicBezTo>
                            <a:pt x="2764" y="33242"/>
                            <a:pt x="5812" y="45148"/>
                            <a:pt x="12670" y="47911"/>
                          </a:cubicBezTo>
                          <a:cubicBezTo>
                            <a:pt x="12574" y="47911"/>
                            <a:pt x="1049" y="38671"/>
                            <a:pt x="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4" name="Forme libre : forme 14153">
                      <a:extLst>
                        <a:ext uri="{FF2B5EF4-FFF2-40B4-BE49-F238E27FC236}">
                          <a16:creationId xmlns:a16="http://schemas.microsoft.com/office/drawing/2014/main" id="{2084A815-31F9-461B-8E4D-6E054BAFFE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673" y="4524109"/>
                      <a:ext cx="5356" cy="25772"/>
                    </a:xfrm>
                    <a:custGeom>
                      <a:avLst/>
                      <a:gdLst>
                        <a:gd name="connsiteX0" fmla="*/ 4107 w 5356"/>
                        <a:gd name="connsiteY0" fmla="*/ 266 h 25772"/>
                        <a:gd name="connsiteX1" fmla="*/ 4964 w 5356"/>
                        <a:gd name="connsiteY1" fmla="*/ 15506 h 25772"/>
                        <a:gd name="connsiteX2" fmla="*/ 1249 w 5356"/>
                        <a:gd name="connsiteY2" fmla="*/ 25507 h 25772"/>
                        <a:gd name="connsiteX3" fmla="*/ 392 w 5356"/>
                        <a:gd name="connsiteY3" fmla="*/ 10267 h 25772"/>
                        <a:gd name="connsiteX4" fmla="*/ 4107 w 5356"/>
                        <a:gd name="connsiteY4" fmla="*/ 266 h 25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56" h="25772">
                          <a:moveTo>
                            <a:pt x="4107" y="266"/>
                          </a:moveTo>
                          <a:cubicBezTo>
                            <a:pt x="5345" y="1694"/>
                            <a:pt x="5726" y="8552"/>
                            <a:pt x="4964" y="15506"/>
                          </a:cubicBezTo>
                          <a:cubicBezTo>
                            <a:pt x="4202" y="22459"/>
                            <a:pt x="2488" y="26936"/>
                            <a:pt x="1249" y="25507"/>
                          </a:cubicBezTo>
                          <a:cubicBezTo>
                            <a:pt x="11" y="24078"/>
                            <a:pt x="-370" y="17220"/>
                            <a:pt x="392" y="10267"/>
                          </a:cubicBezTo>
                          <a:cubicBezTo>
                            <a:pt x="1249" y="3314"/>
                            <a:pt x="2869" y="-1163"/>
                            <a:pt x="4107" y="26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5" name="Forme libre : forme 14154">
                      <a:extLst>
                        <a:ext uri="{FF2B5EF4-FFF2-40B4-BE49-F238E27FC236}">
                          <a16:creationId xmlns:a16="http://schemas.microsoft.com/office/drawing/2014/main" id="{089A634C-3E9F-474A-9AEC-C441160D31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0970" y="4520660"/>
                      <a:ext cx="2190" cy="7048"/>
                    </a:xfrm>
                    <a:custGeom>
                      <a:avLst/>
                      <a:gdLst>
                        <a:gd name="connsiteX0" fmla="*/ 1143 w 2190"/>
                        <a:gd name="connsiteY0" fmla="*/ 0 h 7048"/>
                        <a:gd name="connsiteX1" fmla="*/ 2191 w 2190"/>
                        <a:gd name="connsiteY1" fmla="*/ 3524 h 7048"/>
                        <a:gd name="connsiteX2" fmla="*/ 1048 w 2190"/>
                        <a:gd name="connsiteY2" fmla="*/ 7049 h 7048"/>
                        <a:gd name="connsiteX3" fmla="*/ 0 w 2190"/>
                        <a:gd name="connsiteY3" fmla="*/ 3524 h 7048"/>
                        <a:gd name="connsiteX4" fmla="*/ 1143 w 2190"/>
                        <a:gd name="connsiteY4" fmla="*/ 0 h 7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0" h="7048">
                          <a:moveTo>
                            <a:pt x="1143" y="0"/>
                          </a:moveTo>
                          <a:cubicBezTo>
                            <a:pt x="1714" y="0"/>
                            <a:pt x="2191" y="1619"/>
                            <a:pt x="2191" y="3524"/>
                          </a:cubicBezTo>
                          <a:cubicBezTo>
                            <a:pt x="2191" y="5525"/>
                            <a:pt x="1714" y="7049"/>
                            <a:pt x="1048" y="7049"/>
                          </a:cubicBezTo>
                          <a:cubicBezTo>
                            <a:pt x="476" y="7049"/>
                            <a:pt x="0" y="5429"/>
                            <a:pt x="0" y="3524"/>
                          </a:cubicBezTo>
                          <a:cubicBezTo>
                            <a:pt x="95" y="1619"/>
                            <a:pt x="571" y="0"/>
                            <a:pt x="114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6" name="Forme libre : forme 14155">
                      <a:extLst>
                        <a:ext uri="{FF2B5EF4-FFF2-40B4-BE49-F238E27FC236}">
                          <a16:creationId xmlns:a16="http://schemas.microsoft.com/office/drawing/2014/main" id="{2569A1C2-9722-479C-A9DD-04D7D71EA3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6831" y="4489681"/>
                      <a:ext cx="19305" cy="60366"/>
                    </a:xfrm>
                    <a:custGeom>
                      <a:avLst/>
                      <a:gdLst>
                        <a:gd name="connsiteX0" fmla="*/ 6995 w 19305"/>
                        <a:gd name="connsiteY0" fmla="*/ 5166 h 60366"/>
                        <a:gd name="connsiteX1" fmla="*/ 16329 w 19305"/>
                        <a:gd name="connsiteY1" fmla="*/ 23 h 60366"/>
                        <a:gd name="connsiteX2" fmla="*/ 19282 w 19305"/>
                        <a:gd name="connsiteY2" fmla="*/ 5071 h 60366"/>
                        <a:gd name="connsiteX3" fmla="*/ 17473 w 19305"/>
                        <a:gd name="connsiteY3" fmla="*/ 12786 h 60366"/>
                        <a:gd name="connsiteX4" fmla="*/ 8805 w 19305"/>
                        <a:gd name="connsiteY4" fmla="*/ 28503 h 60366"/>
                        <a:gd name="connsiteX5" fmla="*/ 1661 w 19305"/>
                        <a:gd name="connsiteY5" fmla="*/ 59554 h 60366"/>
                        <a:gd name="connsiteX6" fmla="*/ 1661 w 19305"/>
                        <a:gd name="connsiteY6" fmla="*/ 20597 h 60366"/>
                        <a:gd name="connsiteX7" fmla="*/ 6995 w 19305"/>
                        <a:gd name="connsiteY7" fmla="*/ 5166 h 60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305" h="60366">
                          <a:moveTo>
                            <a:pt x="6995" y="5166"/>
                          </a:moveTo>
                          <a:cubicBezTo>
                            <a:pt x="9853" y="785"/>
                            <a:pt x="13186" y="-168"/>
                            <a:pt x="16329" y="23"/>
                          </a:cubicBezTo>
                          <a:cubicBezTo>
                            <a:pt x="17473" y="118"/>
                            <a:pt x="18996" y="1166"/>
                            <a:pt x="19282" y="5071"/>
                          </a:cubicBezTo>
                          <a:cubicBezTo>
                            <a:pt x="19473" y="8595"/>
                            <a:pt x="18425" y="11262"/>
                            <a:pt x="17473" y="12786"/>
                          </a:cubicBezTo>
                          <a:cubicBezTo>
                            <a:pt x="14425" y="17549"/>
                            <a:pt x="10900" y="20121"/>
                            <a:pt x="8805" y="28503"/>
                          </a:cubicBezTo>
                          <a:cubicBezTo>
                            <a:pt x="7567" y="33741"/>
                            <a:pt x="4709" y="65840"/>
                            <a:pt x="1661" y="59554"/>
                          </a:cubicBezTo>
                          <a:cubicBezTo>
                            <a:pt x="-1292" y="53363"/>
                            <a:pt x="328" y="28217"/>
                            <a:pt x="1661" y="20597"/>
                          </a:cubicBezTo>
                          <a:cubicBezTo>
                            <a:pt x="2899" y="13739"/>
                            <a:pt x="4900" y="8405"/>
                            <a:pt x="6995" y="516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70" name="Graphique 1">
                    <a:extLst>
                      <a:ext uri="{FF2B5EF4-FFF2-40B4-BE49-F238E27FC236}">
                        <a16:creationId xmlns:a16="http://schemas.microsoft.com/office/drawing/2014/main" id="{607ACD54-F744-462E-9613-0F96FD33807B}"/>
                      </a:ext>
                    </a:extLst>
                  </p:cNvPr>
                  <p:cNvGrpSpPr/>
                  <p:nvPr/>
                </p:nvGrpSpPr>
                <p:grpSpPr>
                  <a:xfrm>
                    <a:off x="3901566" y="4327014"/>
                    <a:ext cx="41062" cy="151450"/>
                    <a:chOff x="3901566" y="4327014"/>
                    <a:chExt cx="41062" cy="151450"/>
                  </a:xfrm>
                  <a:solidFill>
                    <a:schemeClr val="accent1"/>
                  </a:solidFill>
                </p:grpSpPr>
                <p:sp>
                  <p:nvSpPr>
                    <p:cNvPr id="14133" name="Forme libre : forme 14132">
                      <a:extLst>
                        <a:ext uri="{FF2B5EF4-FFF2-40B4-BE49-F238E27FC236}">
                          <a16:creationId xmlns:a16="http://schemas.microsoft.com/office/drawing/2014/main" id="{E05F7312-F8C2-40AA-A900-427B50836D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1566" y="4327016"/>
                      <a:ext cx="41062" cy="151448"/>
                    </a:xfrm>
                    <a:custGeom>
                      <a:avLst/>
                      <a:gdLst>
                        <a:gd name="connsiteX0" fmla="*/ 39502 w 41062"/>
                        <a:gd name="connsiteY0" fmla="*/ 47244 h 151448"/>
                        <a:gd name="connsiteX1" fmla="*/ 41026 w 41062"/>
                        <a:gd name="connsiteY1" fmla="*/ 103347 h 151448"/>
                        <a:gd name="connsiteX2" fmla="*/ 27500 w 41062"/>
                        <a:gd name="connsiteY2" fmla="*/ 151353 h 151448"/>
                        <a:gd name="connsiteX3" fmla="*/ 16642 w 41062"/>
                        <a:gd name="connsiteY3" fmla="*/ 151448 h 151448"/>
                        <a:gd name="connsiteX4" fmla="*/ 1497 w 41062"/>
                        <a:gd name="connsiteY4" fmla="*/ 104204 h 151448"/>
                        <a:gd name="connsiteX5" fmla="*/ 68 w 41062"/>
                        <a:gd name="connsiteY5" fmla="*/ 48387 h 151448"/>
                        <a:gd name="connsiteX6" fmla="*/ 12832 w 41062"/>
                        <a:gd name="connsiteY6" fmla="*/ 381 h 151448"/>
                        <a:gd name="connsiteX7" fmla="*/ 23690 w 41062"/>
                        <a:gd name="connsiteY7" fmla="*/ 0 h 151448"/>
                        <a:gd name="connsiteX8" fmla="*/ 39502 w 41062"/>
                        <a:gd name="connsiteY8" fmla="*/ 47244 h 151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062" h="151448">
                          <a:moveTo>
                            <a:pt x="39502" y="47244"/>
                          </a:moveTo>
                          <a:lnTo>
                            <a:pt x="41026" y="103347"/>
                          </a:lnTo>
                          <a:cubicBezTo>
                            <a:pt x="41597" y="129636"/>
                            <a:pt x="35406" y="151257"/>
                            <a:pt x="27500" y="151353"/>
                          </a:cubicBezTo>
                          <a:lnTo>
                            <a:pt x="16642" y="151448"/>
                          </a:lnTo>
                          <a:cubicBezTo>
                            <a:pt x="8736" y="151543"/>
                            <a:pt x="2068" y="130302"/>
                            <a:pt x="1497" y="104204"/>
                          </a:cubicBezTo>
                          <a:lnTo>
                            <a:pt x="68" y="48387"/>
                          </a:lnTo>
                          <a:cubicBezTo>
                            <a:pt x="-694" y="22289"/>
                            <a:pt x="5021" y="667"/>
                            <a:pt x="12832" y="381"/>
                          </a:cubicBezTo>
                          <a:lnTo>
                            <a:pt x="23690" y="0"/>
                          </a:lnTo>
                          <a:cubicBezTo>
                            <a:pt x="31501" y="-95"/>
                            <a:pt x="38644" y="21050"/>
                            <a:pt x="39502" y="47244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4" name="Forme libre : forme 14133">
                      <a:extLst>
                        <a:ext uri="{FF2B5EF4-FFF2-40B4-BE49-F238E27FC236}">
                          <a16:creationId xmlns:a16="http://schemas.microsoft.com/office/drawing/2014/main" id="{E61754E9-3405-4C5C-93EC-DD1E1FB303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4399" y="4327014"/>
                      <a:ext cx="18229" cy="151355"/>
                    </a:xfrm>
                    <a:custGeom>
                      <a:avLst/>
                      <a:gdLst>
                        <a:gd name="connsiteX0" fmla="*/ 4953 w 18229"/>
                        <a:gd name="connsiteY0" fmla="*/ 93729 h 151355"/>
                        <a:gd name="connsiteX1" fmla="*/ 0 w 18229"/>
                        <a:gd name="connsiteY1" fmla="*/ 151355 h 151355"/>
                        <a:gd name="connsiteX2" fmla="*/ 4667 w 18229"/>
                        <a:gd name="connsiteY2" fmla="*/ 151260 h 151355"/>
                        <a:gd name="connsiteX3" fmla="*/ 18193 w 18229"/>
                        <a:gd name="connsiteY3" fmla="*/ 103254 h 151355"/>
                        <a:gd name="connsiteX4" fmla="*/ 16669 w 18229"/>
                        <a:gd name="connsiteY4" fmla="*/ 47152 h 151355"/>
                        <a:gd name="connsiteX5" fmla="*/ 857 w 18229"/>
                        <a:gd name="connsiteY5" fmla="*/ 3 h 151355"/>
                        <a:gd name="connsiteX6" fmla="*/ 476 w 18229"/>
                        <a:gd name="connsiteY6" fmla="*/ 3 h 151355"/>
                        <a:gd name="connsiteX7" fmla="*/ 4953 w 18229"/>
                        <a:gd name="connsiteY7" fmla="*/ 93729 h 151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229" h="151355">
                          <a:moveTo>
                            <a:pt x="4953" y="93729"/>
                          </a:moveTo>
                          <a:cubicBezTo>
                            <a:pt x="7239" y="115922"/>
                            <a:pt x="5334" y="138973"/>
                            <a:pt x="0" y="151355"/>
                          </a:cubicBezTo>
                          <a:lnTo>
                            <a:pt x="4667" y="151260"/>
                          </a:lnTo>
                          <a:cubicBezTo>
                            <a:pt x="12573" y="151165"/>
                            <a:pt x="18764" y="129543"/>
                            <a:pt x="18193" y="103254"/>
                          </a:cubicBezTo>
                          <a:lnTo>
                            <a:pt x="16669" y="47152"/>
                          </a:lnTo>
                          <a:cubicBezTo>
                            <a:pt x="15907" y="20958"/>
                            <a:pt x="8668" y="-283"/>
                            <a:pt x="857" y="3"/>
                          </a:cubicBezTo>
                          <a:lnTo>
                            <a:pt x="476" y="3"/>
                          </a:lnTo>
                          <a:cubicBezTo>
                            <a:pt x="2286" y="32007"/>
                            <a:pt x="1619" y="62487"/>
                            <a:pt x="4953" y="93729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5" name="Forme libre : forme 14134">
                      <a:extLst>
                        <a:ext uri="{FF2B5EF4-FFF2-40B4-BE49-F238E27FC236}">
                          <a16:creationId xmlns:a16="http://schemas.microsoft.com/office/drawing/2014/main" id="{208EB20A-5732-46AB-AF40-A20FD96691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202" y="4358448"/>
                      <a:ext cx="15076" cy="68771"/>
                    </a:xfrm>
                    <a:custGeom>
                      <a:avLst/>
                      <a:gdLst>
                        <a:gd name="connsiteX0" fmla="*/ 6530 w 15076"/>
                        <a:gd name="connsiteY0" fmla="*/ 0 h 68771"/>
                        <a:gd name="connsiteX1" fmla="*/ 15008 w 15076"/>
                        <a:gd name="connsiteY1" fmla="*/ 34195 h 68771"/>
                        <a:gd name="connsiteX2" fmla="*/ 8435 w 15076"/>
                        <a:gd name="connsiteY2" fmla="*/ 68771 h 68771"/>
                        <a:gd name="connsiteX3" fmla="*/ 53 w 15076"/>
                        <a:gd name="connsiteY3" fmla="*/ 34576 h 68771"/>
                        <a:gd name="connsiteX4" fmla="*/ 6530 w 15076"/>
                        <a:gd name="connsiteY4" fmla="*/ 0 h 68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76" h="68771">
                          <a:moveTo>
                            <a:pt x="6530" y="0"/>
                          </a:moveTo>
                          <a:cubicBezTo>
                            <a:pt x="10626" y="-95"/>
                            <a:pt x="14531" y="15145"/>
                            <a:pt x="15008" y="34195"/>
                          </a:cubicBezTo>
                          <a:cubicBezTo>
                            <a:pt x="15579" y="53245"/>
                            <a:pt x="12531" y="68676"/>
                            <a:pt x="8435" y="68771"/>
                          </a:cubicBezTo>
                          <a:cubicBezTo>
                            <a:pt x="4244" y="68866"/>
                            <a:pt x="625" y="53531"/>
                            <a:pt x="53" y="34576"/>
                          </a:cubicBezTo>
                          <a:cubicBezTo>
                            <a:pt x="-423" y="15622"/>
                            <a:pt x="2339" y="96"/>
                            <a:pt x="6530" y="0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6" name="Forme libre : forme 14135">
                      <a:extLst>
                        <a:ext uri="{FF2B5EF4-FFF2-40B4-BE49-F238E27FC236}">
                          <a16:creationId xmlns:a16="http://schemas.microsoft.com/office/drawing/2014/main" id="{EB2E6633-3474-420F-AB7A-EFFCED84AF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7065" y="4377118"/>
                      <a:ext cx="13213" cy="50007"/>
                    </a:xfrm>
                    <a:custGeom>
                      <a:avLst/>
                      <a:gdLst>
                        <a:gd name="connsiteX0" fmla="*/ 0 w 13213"/>
                        <a:gd name="connsiteY0" fmla="*/ 35052 h 50007"/>
                        <a:gd name="connsiteX1" fmla="*/ 6572 w 13213"/>
                        <a:gd name="connsiteY1" fmla="*/ 50006 h 50007"/>
                        <a:gd name="connsiteX2" fmla="*/ 13145 w 13213"/>
                        <a:gd name="connsiteY2" fmla="*/ 15430 h 50007"/>
                        <a:gd name="connsiteX3" fmla="*/ 11906 w 13213"/>
                        <a:gd name="connsiteY3" fmla="*/ 0 h 50007"/>
                        <a:gd name="connsiteX4" fmla="*/ 11621 w 13213"/>
                        <a:gd name="connsiteY4" fmla="*/ 8572 h 50007"/>
                        <a:gd name="connsiteX5" fmla="*/ 0 w 13213"/>
                        <a:gd name="connsiteY5" fmla="*/ 35052 h 50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213" h="50007">
                          <a:moveTo>
                            <a:pt x="0" y="35052"/>
                          </a:moveTo>
                          <a:cubicBezTo>
                            <a:pt x="1524" y="44101"/>
                            <a:pt x="4000" y="50101"/>
                            <a:pt x="6572" y="50006"/>
                          </a:cubicBezTo>
                          <a:cubicBezTo>
                            <a:pt x="10668" y="49911"/>
                            <a:pt x="13716" y="34385"/>
                            <a:pt x="13145" y="15430"/>
                          </a:cubicBezTo>
                          <a:cubicBezTo>
                            <a:pt x="12954" y="9906"/>
                            <a:pt x="12573" y="4667"/>
                            <a:pt x="11906" y="0"/>
                          </a:cubicBezTo>
                          <a:cubicBezTo>
                            <a:pt x="12002" y="2857"/>
                            <a:pt x="11906" y="5715"/>
                            <a:pt x="11621" y="8572"/>
                          </a:cubicBezTo>
                          <a:cubicBezTo>
                            <a:pt x="9811" y="23908"/>
                            <a:pt x="5048" y="36100"/>
                            <a:pt x="0" y="35052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7" name="Forme libre : forme 14136">
                      <a:extLst>
                        <a:ext uri="{FF2B5EF4-FFF2-40B4-BE49-F238E27FC236}">
                          <a16:creationId xmlns:a16="http://schemas.microsoft.com/office/drawing/2014/main" id="{325AC4BA-0F19-4033-A6C6-0C69AF59FA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6727" y="4354829"/>
                      <a:ext cx="15075" cy="68771"/>
                    </a:xfrm>
                    <a:custGeom>
                      <a:avLst/>
                      <a:gdLst>
                        <a:gd name="connsiteX0" fmla="*/ 6529 w 15075"/>
                        <a:gd name="connsiteY0" fmla="*/ 0 h 68771"/>
                        <a:gd name="connsiteX1" fmla="*/ 15006 w 15075"/>
                        <a:gd name="connsiteY1" fmla="*/ 34195 h 68771"/>
                        <a:gd name="connsiteX2" fmla="*/ 8434 w 15075"/>
                        <a:gd name="connsiteY2" fmla="*/ 68771 h 68771"/>
                        <a:gd name="connsiteX3" fmla="*/ 52 w 15075"/>
                        <a:gd name="connsiteY3" fmla="*/ 34576 h 68771"/>
                        <a:gd name="connsiteX4" fmla="*/ 6529 w 15075"/>
                        <a:gd name="connsiteY4" fmla="*/ 0 h 68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75" h="68771">
                          <a:moveTo>
                            <a:pt x="6529" y="0"/>
                          </a:moveTo>
                          <a:cubicBezTo>
                            <a:pt x="10624" y="-95"/>
                            <a:pt x="14530" y="15145"/>
                            <a:pt x="15006" y="34195"/>
                          </a:cubicBezTo>
                          <a:cubicBezTo>
                            <a:pt x="15578" y="53245"/>
                            <a:pt x="12530" y="68771"/>
                            <a:pt x="8434" y="68771"/>
                          </a:cubicBezTo>
                          <a:cubicBezTo>
                            <a:pt x="4243" y="68866"/>
                            <a:pt x="623" y="53531"/>
                            <a:pt x="52" y="34576"/>
                          </a:cubicBezTo>
                          <a:cubicBezTo>
                            <a:pt x="-425" y="15717"/>
                            <a:pt x="2433" y="191"/>
                            <a:pt x="6529" y="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8" name="Forme libre : forme 14137">
                      <a:extLst>
                        <a:ext uri="{FF2B5EF4-FFF2-40B4-BE49-F238E27FC236}">
                          <a16:creationId xmlns:a16="http://schemas.microsoft.com/office/drawing/2014/main" id="{60A04224-9EA2-44A6-86CF-9BB3AB37CC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077" y="4370585"/>
                      <a:ext cx="26889" cy="86309"/>
                    </a:xfrm>
                    <a:custGeom>
                      <a:avLst/>
                      <a:gdLst>
                        <a:gd name="connsiteX0" fmla="*/ 13179 w 26889"/>
                        <a:gd name="connsiteY0" fmla="*/ 85780 h 86309"/>
                        <a:gd name="connsiteX1" fmla="*/ 20037 w 26889"/>
                        <a:gd name="connsiteY1" fmla="*/ 83304 h 86309"/>
                        <a:gd name="connsiteX2" fmla="*/ 26705 w 26889"/>
                        <a:gd name="connsiteY2" fmla="*/ 48443 h 86309"/>
                        <a:gd name="connsiteX3" fmla="*/ 24800 w 26889"/>
                        <a:gd name="connsiteY3" fmla="*/ 12343 h 86309"/>
                        <a:gd name="connsiteX4" fmla="*/ 17751 w 26889"/>
                        <a:gd name="connsiteY4" fmla="*/ 913 h 86309"/>
                        <a:gd name="connsiteX5" fmla="*/ 14608 w 26889"/>
                        <a:gd name="connsiteY5" fmla="*/ 13010 h 86309"/>
                        <a:gd name="connsiteX6" fmla="*/ 7179 w 26889"/>
                        <a:gd name="connsiteY6" fmla="*/ 42632 h 86309"/>
                        <a:gd name="connsiteX7" fmla="*/ 416 w 26889"/>
                        <a:gd name="connsiteY7" fmla="*/ 77113 h 86309"/>
                        <a:gd name="connsiteX8" fmla="*/ 13179 w 26889"/>
                        <a:gd name="connsiteY8" fmla="*/ 85780 h 863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889" h="86309">
                          <a:moveTo>
                            <a:pt x="13179" y="85780"/>
                          </a:moveTo>
                          <a:cubicBezTo>
                            <a:pt x="15560" y="85971"/>
                            <a:pt x="17942" y="86162"/>
                            <a:pt x="20037" y="83304"/>
                          </a:cubicBezTo>
                          <a:cubicBezTo>
                            <a:pt x="24133" y="77970"/>
                            <a:pt x="26229" y="63016"/>
                            <a:pt x="26705" y="48443"/>
                          </a:cubicBezTo>
                          <a:cubicBezTo>
                            <a:pt x="27181" y="36346"/>
                            <a:pt x="26800" y="23201"/>
                            <a:pt x="24800" y="12343"/>
                          </a:cubicBezTo>
                          <a:cubicBezTo>
                            <a:pt x="23276" y="4246"/>
                            <a:pt x="20228" y="-2516"/>
                            <a:pt x="17751" y="913"/>
                          </a:cubicBezTo>
                          <a:cubicBezTo>
                            <a:pt x="16227" y="3008"/>
                            <a:pt x="15465" y="8342"/>
                            <a:pt x="14608" y="13010"/>
                          </a:cubicBezTo>
                          <a:cubicBezTo>
                            <a:pt x="12703" y="24249"/>
                            <a:pt x="10227" y="34250"/>
                            <a:pt x="7179" y="42632"/>
                          </a:cubicBezTo>
                          <a:cubicBezTo>
                            <a:pt x="4702" y="49776"/>
                            <a:pt x="-1680" y="62730"/>
                            <a:pt x="416" y="77113"/>
                          </a:cubicBezTo>
                          <a:cubicBezTo>
                            <a:pt x="2226" y="89971"/>
                            <a:pt x="9846" y="85495"/>
                            <a:pt x="13179" y="8578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9" name="Forme libre : forme 14138">
                      <a:extLst>
                        <a:ext uri="{FF2B5EF4-FFF2-40B4-BE49-F238E27FC236}">
                          <a16:creationId xmlns:a16="http://schemas.microsoft.com/office/drawing/2014/main" id="{11C283AD-F4CF-4C3F-9317-DD0CEA8078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555" y="4414253"/>
                      <a:ext cx="7970" cy="28015"/>
                    </a:xfrm>
                    <a:custGeom>
                      <a:avLst/>
                      <a:gdLst>
                        <a:gd name="connsiteX0" fmla="*/ 4939 w 7970"/>
                        <a:gd name="connsiteY0" fmla="*/ 26396 h 28015"/>
                        <a:gd name="connsiteX1" fmla="*/ 6558 w 7970"/>
                        <a:gd name="connsiteY1" fmla="*/ 28016 h 28015"/>
                        <a:gd name="connsiteX2" fmla="*/ 7892 w 7970"/>
                        <a:gd name="connsiteY2" fmla="*/ 25349 h 28015"/>
                        <a:gd name="connsiteX3" fmla="*/ 7701 w 7970"/>
                        <a:gd name="connsiteY3" fmla="*/ 20301 h 28015"/>
                        <a:gd name="connsiteX4" fmla="*/ 5891 w 7970"/>
                        <a:gd name="connsiteY4" fmla="*/ 8204 h 28015"/>
                        <a:gd name="connsiteX5" fmla="*/ 4843 w 7970"/>
                        <a:gd name="connsiteY5" fmla="*/ 3822 h 28015"/>
                        <a:gd name="connsiteX6" fmla="*/ 81 w 7970"/>
                        <a:gd name="connsiteY6" fmla="*/ 7632 h 28015"/>
                        <a:gd name="connsiteX7" fmla="*/ 4939 w 7970"/>
                        <a:gd name="connsiteY7" fmla="*/ 26396 h 28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970" h="28015">
                          <a:moveTo>
                            <a:pt x="4939" y="26396"/>
                          </a:moveTo>
                          <a:cubicBezTo>
                            <a:pt x="5415" y="27254"/>
                            <a:pt x="5986" y="28016"/>
                            <a:pt x="6558" y="28016"/>
                          </a:cubicBezTo>
                          <a:cubicBezTo>
                            <a:pt x="7129" y="28016"/>
                            <a:pt x="7701" y="27063"/>
                            <a:pt x="7892" y="25349"/>
                          </a:cubicBezTo>
                          <a:cubicBezTo>
                            <a:pt x="8082" y="23825"/>
                            <a:pt x="7892" y="22015"/>
                            <a:pt x="7701" y="20301"/>
                          </a:cubicBezTo>
                          <a:cubicBezTo>
                            <a:pt x="7225" y="16110"/>
                            <a:pt x="6653" y="12014"/>
                            <a:pt x="5891" y="8204"/>
                          </a:cubicBezTo>
                          <a:cubicBezTo>
                            <a:pt x="5606" y="6585"/>
                            <a:pt x="5225" y="5061"/>
                            <a:pt x="4843" y="3822"/>
                          </a:cubicBezTo>
                          <a:cubicBezTo>
                            <a:pt x="3034" y="-1321"/>
                            <a:pt x="-586" y="-2369"/>
                            <a:pt x="81" y="7632"/>
                          </a:cubicBezTo>
                          <a:cubicBezTo>
                            <a:pt x="748" y="15347"/>
                            <a:pt x="2843" y="22777"/>
                            <a:pt x="4939" y="2639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0" name="Forme libre : forme 14139">
                      <a:extLst>
                        <a:ext uri="{FF2B5EF4-FFF2-40B4-BE49-F238E27FC236}">
                          <a16:creationId xmlns:a16="http://schemas.microsoft.com/office/drawing/2014/main" id="{CF162541-8551-407A-8D52-6F7C380C9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3827" y="4331759"/>
                      <a:ext cx="16383" cy="41454"/>
                    </a:xfrm>
                    <a:custGeom>
                      <a:avLst/>
                      <a:gdLst>
                        <a:gd name="connsiteX0" fmla="*/ 0 w 16383"/>
                        <a:gd name="connsiteY0" fmla="*/ 20 h 41454"/>
                        <a:gd name="connsiteX1" fmla="*/ 16383 w 16383"/>
                        <a:gd name="connsiteY1" fmla="*/ 41454 h 41454"/>
                        <a:gd name="connsiteX2" fmla="*/ 0 w 16383"/>
                        <a:gd name="connsiteY2" fmla="*/ 20 h 41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6383" h="41454">
                          <a:moveTo>
                            <a:pt x="0" y="20"/>
                          </a:moveTo>
                          <a:cubicBezTo>
                            <a:pt x="0" y="20"/>
                            <a:pt x="11335" y="-2265"/>
                            <a:pt x="16383" y="41454"/>
                          </a:cubicBezTo>
                          <a:cubicBezTo>
                            <a:pt x="16383" y="41550"/>
                            <a:pt x="11811" y="7831"/>
                            <a:pt x="0" y="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1" name="Forme libre : forme 14140">
                      <a:extLst>
                        <a:ext uri="{FF2B5EF4-FFF2-40B4-BE49-F238E27FC236}">
                          <a16:creationId xmlns:a16="http://schemas.microsoft.com/office/drawing/2014/main" id="{6AF2BBCD-3AB5-4F5F-9A4F-8E2932935C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111" y="4428363"/>
                      <a:ext cx="15240" cy="47339"/>
                    </a:xfrm>
                    <a:custGeom>
                      <a:avLst/>
                      <a:gdLst>
                        <a:gd name="connsiteX0" fmla="*/ 0 w 15240"/>
                        <a:gd name="connsiteY0" fmla="*/ 0 h 47339"/>
                        <a:gd name="connsiteX1" fmla="*/ 15240 w 15240"/>
                        <a:gd name="connsiteY1" fmla="*/ 47339 h 47339"/>
                        <a:gd name="connsiteX2" fmla="*/ 0 w 15240"/>
                        <a:gd name="connsiteY2" fmla="*/ 0 h 47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240" h="47339">
                          <a:moveTo>
                            <a:pt x="0" y="0"/>
                          </a:moveTo>
                          <a:cubicBezTo>
                            <a:pt x="0" y="0"/>
                            <a:pt x="1334" y="42767"/>
                            <a:pt x="15240" y="47339"/>
                          </a:cubicBezTo>
                          <a:cubicBezTo>
                            <a:pt x="15240" y="47339"/>
                            <a:pt x="3048" y="3876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2" name="Forme libre : forme 14141">
                      <a:extLst>
                        <a:ext uri="{FF2B5EF4-FFF2-40B4-BE49-F238E27FC236}">
                          <a16:creationId xmlns:a16="http://schemas.microsoft.com/office/drawing/2014/main" id="{B7587589-4406-4421-BA2A-86770E58D0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6708" y="4373046"/>
                      <a:ext cx="5094" cy="25859"/>
                    </a:xfrm>
                    <a:custGeom>
                      <a:avLst/>
                      <a:gdLst>
                        <a:gd name="connsiteX0" fmla="*/ 3499 w 5094"/>
                        <a:gd name="connsiteY0" fmla="*/ 262 h 25859"/>
                        <a:gd name="connsiteX1" fmla="*/ 4928 w 5094"/>
                        <a:gd name="connsiteY1" fmla="*/ 15501 h 25859"/>
                        <a:gd name="connsiteX2" fmla="*/ 1595 w 5094"/>
                        <a:gd name="connsiteY2" fmla="*/ 25598 h 25859"/>
                        <a:gd name="connsiteX3" fmla="*/ 166 w 5094"/>
                        <a:gd name="connsiteY3" fmla="*/ 10358 h 25859"/>
                        <a:gd name="connsiteX4" fmla="*/ 3499 w 5094"/>
                        <a:gd name="connsiteY4" fmla="*/ 262 h 25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94" h="25859">
                          <a:moveTo>
                            <a:pt x="3499" y="262"/>
                          </a:moveTo>
                          <a:cubicBezTo>
                            <a:pt x="4833" y="1690"/>
                            <a:pt x="5405" y="8453"/>
                            <a:pt x="4928" y="15501"/>
                          </a:cubicBezTo>
                          <a:cubicBezTo>
                            <a:pt x="4357" y="22455"/>
                            <a:pt x="2928" y="27027"/>
                            <a:pt x="1595" y="25598"/>
                          </a:cubicBezTo>
                          <a:cubicBezTo>
                            <a:pt x="261" y="24169"/>
                            <a:pt x="-310" y="17407"/>
                            <a:pt x="166" y="10358"/>
                          </a:cubicBezTo>
                          <a:cubicBezTo>
                            <a:pt x="737" y="3405"/>
                            <a:pt x="2166" y="-1167"/>
                            <a:pt x="3499" y="26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3" name="Forme libre : forme 14142">
                      <a:extLst>
                        <a:ext uri="{FF2B5EF4-FFF2-40B4-BE49-F238E27FC236}">
                          <a16:creationId xmlns:a16="http://schemas.microsoft.com/office/drawing/2014/main" id="{20CC661B-A9A3-42C2-964B-06D1DF288E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493" y="4369593"/>
                      <a:ext cx="2107" cy="7143"/>
                    </a:xfrm>
                    <a:custGeom>
                      <a:avLst/>
                      <a:gdLst>
                        <a:gd name="connsiteX0" fmla="*/ 953 w 2107"/>
                        <a:gd name="connsiteY0" fmla="*/ 0 h 7143"/>
                        <a:gd name="connsiteX1" fmla="*/ 2096 w 2107"/>
                        <a:gd name="connsiteY1" fmla="*/ 3524 h 7143"/>
                        <a:gd name="connsiteX2" fmla="*/ 1143 w 2107"/>
                        <a:gd name="connsiteY2" fmla="*/ 7144 h 7143"/>
                        <a:gd name="connsiteX3" fmla="*/ 0 w 2107"/>
                        <a:gd name="connsiteY3" fmla="*/ 3620 h 7143"/>
                        <a:gd name="connsiteX4" fmla="*/ 953 w 2107"/>
                        <a:gd name="connsiteY4" fmla="*/ 0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07" h="7143">
                          <a:moveTo>
                            <a:pt x="953" y="0"/>
                          </a:moveTo>
                          <a:cubicBezTo>
                            <a:pt x="1524" y="0"/>
                            <a:pt x="2096" y="1524"/>
                            <a:pt x="2096" y="3524"/>
                          </a:cubicBezTo>
                          <a:cubicBezTo>
                            <a:pt x="2191" y="5524"/>
                            <a:pt x="1714" y="7144"/>
                            <a:pt x="1143" y="7144"/>
                          </a:cubicBezTo>
                          <a:cubicBezTo>
                            <a:pt x="571" y="7144"/>
                            <a:pt x="0" y="5620"/>
                            <a:pt x="0" y="3620"/>
                          </a:cubicBezTo>
                          <a:cubicBezTo>
                            <a:pt x="0" y="1619"/>
                            <a:pt x="381" y="0"/>
                            <a:pt x="95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4" name="Forme libre : forme 14143">
                      <a:extLst>
                        <a:ext uri="{FF2B5EF4-FFF2-40B4-BE49-F238E27FC236}">
                          <a16:creationId xmlns:a16="http://schemas.microsoft.com/office/drawing/2014/main" id="{FAD8696D-69BB-4E48-9314-DA6BEF1E1E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627" y="4338536"/>
                      <a:ext cx="18108" cy="60968"/>
                    </a:xfrm>
                    <a:custGeom>
                      <a:avLst/>
                      <a:gdLst>
                        <a:gd name="connsiteX0" fmla="*/ 5865 w 18108"/>
                        <a:gd name="connsiteY0" fmla="*/ 5435 h 60968"/>
                        <a:gd name="connsiteX1" fmla="*/ 15009 w 18108"/>
                        <a:gd name="connsiteY1" fmla="*/ 5 h 60968"/>
                        <a:gd name="connsiteX2" fmla="*/ 18057 w 18108"/>
                        <a:gd name="connsiteY2" fmla="*/ 4959 h 60968"/>
                        <a:gd name="connsiteX3" fmla="*/ 16438 w 18108"/>
                        <a:gd name="connsiteY3" fmla="*/ 12769 h 60968"/>
                        <a:gd name="connsiteX4" fmla="*/ 8247 w 18108"/>
                        <a:gd name="connsiteY4" fmla="*/ 28771 h 60968"/>
                        <a:gd name="connsiteX5" fmla="*/ 2246 w 18108"/>
                        <a:gd name="connsiteY5" fmla="*/ 60203 h 60968"/>
                        <a:gd name="connsiteX6" fmla="*/ 912 w 18108"/>
                        <a:gd name="connsiteY6" fmla="*/ 21151 h 60968"/>
                        <a:gd name="connsiteX7" fmla="*/ 5865 w 18108"/>
                        <a:gd name="connsiteY7" fmla="*/ 5435 h 60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108" h="60968">
                          <a:moveTo>
                            <a:pt x="5865" y="5435"/>
                          </a:moveTo>
                          <a:cubicBezTo>
                            <a:pt x="8628" y="1053"/>
                            <a:pt x="11866" y="-90"/>
                            <a:pt x="15009" y="5"/>
                          </a:cubicBezTo>
                          <a:cubicBezTo>
                            <a:pt x="16152" y="101"/>
                            <a:pt x="17676" y="1148"/>
                            <a:pt x="18057" y="4959"/>
                          </a:cubicBezTo>
                          <a:cubicBezTo>
                            <a:pt x="18343" y="8483"/>
                            <a:pt x="17390" y="11150"/>
                            <a:pt x="16438" y="12769"/>
                          </a:cubicBezTo>
                          <a:cubicBezTo>
                            <a:pt x="13581" y="17627"/>
                            <a:pt x="10152" y="20198"/>
                            <a:pt x="8247" y="28771"/>
                          </a:cubicBezTo>
                          <a:cubicBezTo>
                            <a:pt x="7104" y="34105"/>
                            <a:pt x="5484" y="66300"/>
                            <a:pt x="2246" y="60203"/>
                          </a:cubicBezTo>
                          <a:cubicBezTo>
                            <a:pt x="-897" y="54108"/>
                            <a:pt x="-135" y="28771"/>
                            <a:pt x="912" y="21151"/>
                          </a:cubicBezTo>
                          <a:cubicBezTo>
                            <a:pt x="1960" y="14102"/>
                            <a:pt x="3770" y="8768"/>
                            <a:pt x="5865" y="543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71" name="Graphique 1">
                    <a:extLst>
                      <a:ext uri="{FF2B5EF4-FFF2-40B4-BE49-F238E27FC236}">
                        <a16:creationId xmlns:a16="http://schemas.microsoft.com/office/drawing/2014/main" id="{A6E17274-1BDC-4C23-B2DC-8B6C7A586215}"/>
                      </a:ext>
                    </a:extLst>
                  </p:cNvPr>
                  <p:cNvGrpSpPr/>
                  <p:nvPr/>
                </p:nvGrpSpPr>
                <p:grpSpPr>
                  <a:xfrm>
                    <a:off x="3896520" y="4176139"/>
                    <a:ext cx="41394" cy="151356"/>
                    <a:chOff x="3896520" y="4176139"/>
                    <a:chExt cx="41394" cy="151356"/>
                  </a:xfrm>
                  <a:solidFill>
                    <a:schemeClr val="accent1"/>
                  </a:solidFill>
                </p:grpSpPr>
                <p:sp>
                  <p:nvSpPr>
                    <p:cNvPr id="14121" name="Forme libre : forme 14120">
                      <a:extLst>
                        <a:ext uri="{FF2B5EF4-FFF2-40B4-BE49-F238E27FC236}">
                          <a16:creationId xmlns:a16="http://schemas.microsoft.com/office/drawing/2014/main" id="{BD63D52C-8796-4DE0-86BF-0ABA0BFC5B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520" y="4176139"/>
                      <a:ext cx="41394" cy="151356"/>
                    </a:xfrm>
                    <a:custGeom>
                      <a:avLst/>
                      <a:gdLst>
                        <a:gd name="connsiteX0" fmla="*/ 39595 w 41394"/>
                        <a:gd name="connsiteY0" fmla="*/ 47150 h 151356"/>
                        <a:gd name="connsiteX1" fmla="*/ 41309 w 41394"/>
                        <a:gd name="connsiteY1" fmla="*/ 102967 h 151356"/>
                        <a:gd name="connsiteX2" fmla="*/ 28641 w 41394"/>
                        <a:gd name="connsiteY2" fmla="*/ 150973 h 151356"/>
                        <a:gd name="connsiteX3" fmla="*/ 17783 w 41394"/>
                        <a:gd name="connsiteY3" fmla="*/ 151353 h 151356"/>
                        <a:gd name="connsiteX4" fmla="*/ 1876 w 41394"/>
                        <a:gd name="connsiteY4" fmla="*/ 104300 h 151356"/>
                        <a:gd name="connsiteX5" fmla="*/ 66 w 41394"/>
                        <a:gd name="connsiteY5" fmla="*/ 48293 h 151356"/>
                        <a:gd name="connsiteX6" fmla="*/ 13115 w 41394"/>
                        <a:gd name="connsiteY6" fmla="*/ 287 h 151356"/>
                        <a:gd name="connsiteX7" fmla="*/ 23974 w 41394"/>
                        <a:gd name="connsiteY7" fmla="*/ 1 h 151356"/>
                        <a:gd name="connsiteX8" fmla="*/ 39595 w 41394"/>
                        <a:gd name="connsiteY8" fmla="*/ 47150 h 1513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394" h="151356">
                          <a:moveTo>
                            <a:pt x="39595" y="47150"/>
                          </a:moveTo>
                          <a:lnTo>
                            <a:pt x="41309" y="102967"/>
                          </a:lnTo>
                          <a:cubicBezTo>
                            <a:pt x="42167" y="129160"/>
                            <a:pt x="36452" y="150782"/>
                            <a:pt x="28641" y="150973"/>
                          </a:cubicBezTo>
                          <a:lnTo>
                            <a:pt x="17783" y="151353"/>
                          </a:lnTo>
                          <a:cubicBezTo>
                            <a:pt x="9972" y="151639"/>
                            <a:pt x="2733" y="130399"/>
                            <a:pt x="1876" y="104300"/>
                          </a:cubicBezTo>
                          <a:lnTo>
                            <a:pt x="66" y="48293"/>
                          </a:lnTo>
                          <a:cubicBezTo>
                            <a:pt x="-696" y="22099"/>
                            <a:pt x="5210" y="382"/>
                            <a:pt x="13115" y="287"/>
                          </a:cubicBezTo>
                          <a:lnTo>
                            <a:pt x="23974" y="1"/>
                          </a:lnTo>
                          <a:cubicBezTo>
                            <a:pt x="31975" y="-189"/>
                            <a:pt x="38833" y="20956"/>
                            <a:pt x="39595" y="4715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2" name="Forme libre : forme 14121">
                      <a:extLst>
                        <a:ext uri="{FF2B5EF4-FFF2-40B4-BE49-F238E27FC236}">
                          <a16:creationId xmlns:a16="http://schemas.microsoft.com/office/drawing/2014/main" id="{09951057-13F5-42CF-BA5B-DC210665EC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0208" y="4176140"/>
                      <a:ext cx="17706" cy="151162"/>
                    </a:xfrm>
                    <a:custGeom>
                      <a:avLst/>
                      <a:gdLst>
                        <a:gd name="connsiteX0" fmla="*/ 4382 w 17706"/>
                        <a:gd name="connsiteY0" fmla="*/ 93441 h 151162"/>
                        <a:gd name="connsiteX1" fmla="*/ 286 w 17706"/>
                        <a:gd name="connsiteY1" fmla="*/ 151162 h 151162"/>
                        <a:gd name="connsiteX2" fmla="*/ 4953 w 17706"/>
                        <a:gd name="connsiteY2" fmla="*/ 150972 h 151162"/>
                        <a:gd name="connsiteX3" fmla="*/ 17621 w 17706"/>
                        <a:gd name="connsiteY3" fmla="*/ 102966 h 151162"/>
                        <a:gd name="connsiteX4" fmla="*/ 15907 w 17706"/>
                        <a:gd name="connsiteY4" fmla="*/ 47149 h 151162"/>
                        <a:gd name="connsiteX5" fmla="*/ 381 w 17706"/>
                        <a:gd name="connsiteY5" fmla="*/ 0 h 151162"/>
                        <a:gd name="connsiteX6" fmla="*/ 0 w 17706"/>
                        <a:gd name="connsiteY6" fmla="*/ 0 h 151162"/>
                        <a:gd name="connsiteX7" fmla="*/ 4382 w 17706"/>
                        <a:gd name="connsiteY7" fmla="*/ 93441 h 151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706" h="151162">
                          <a:moveTo>
                            <a:pt x="4382" y="93441"/>
                          </a:moveTo>
                          <a:cubicBezTo>
                            <a:pt x="6858" y="115539"/>
                            <a:pt x="5334" y="138589"/>
                            <a:pt x="286" y="151162"/>
                          </a:cubicBezTo>
                          <a:lnTo>
                            <a:pt x="4953" y="150972"/>
                          </a:lnTo>
                          <a:cubicBezTo>
                            <a:pt x="12763" y="150686"/>
                            <a:pt x="18479" y="129064"/>
                            <a:pt x="17621" y="102966"/>
                          </a:cubicBezTo>
                          <a:lnTo>
                            <a:pt x="15907" y="47149"/>
                          </a:lnTo>
                          <a:cubicBezTo>
                            <a:pt x="15145" y="21050"/>
                            <a:pt x="8192" y="-95"/>
                            <a:pt x="381" y="0"/>
                          </a:cubicBezTo>
                          <a:lnTo>
                            <a:pt x="0" y="0"/>
                          </a:lnTo>
                          <a:cubicBezTo>
                            <a:pt x="1524" y="31814"/>
                            <a:pt x="857" y="62294"/>
                            <a:pt x="4382" y="93441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3" name="Forme libre : forme 14122">
                      <a:extLst>
                        <a:ext uri="{FF2B5EF4-FFF2-40B4-BE49-F238E27FC236}">
                          <a16:creationId xmlns:a16="http://schemas.microsoft.com/office/drawing/2014/main" id="{33E52CF9-0A8E-4236-9E79-7E901455AA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0324" y="4207382"/>
                      <a:ext cx="15101" cy="68771"/>
                    </a:xfrm>
                    <a:custGeom>
                      <a:avLst/>
                      <a:gdLst>
                        <a:gd name="connsiteX0" fmla="*/ 6550 w 15101"/>
                        <a:gd name="connsiteY0" fmla="*/ 0 h 68771"/>
                        <a:gd name="connsiteX1" fmla="*/ 15027 w 15101"/>
                        <a:gd name="connsiteY1" fmla="*/ 34195 h 68771"/>
                        <a:gd name="connsiteX2" fmla="*/ 8645 w 15101"/>
                        <a:gd name="connsiteY2" fmla="*/ 68771 h 68771"/>
                        <a:gd name="connsiteX3" fmla="*/ 73 w 15101"/>
                        <a:gd name="connsiteY3" fmla="*/ 34576 h 68771"/>
                        <a:gd name="connsiteX4" fmla="*/ 6550 w 15101"/>
                        <a:gd name="connsiteY4" fmla="*/ 0 h 68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01" h="68771">
                          <a:moveTo>
                            <a:pt x="6550" y="0"/>
                          </a:moveTo>
                          <a:cubicBezTo>
                            <a:pt x="10646" y="-95"/>
                            <a:pt x="14456" y="15145"/>
                            <a:pt x="15027" y="34195"/>
                          </a:cubicBezTo>
                          <a:cubicBezTo>
                            <a:pt x="15598" y="53150"/>
                            <a:pt x="12836" y="68676"/>
                            <a:pt x="8645" y="68771"/>
                          </a:cubicBezTo>
                          <a:cubicBezTo>
                            <a:pt x="4549" y="68866"/>
                            <a:pt x="644" y="53626"/>
                            <a:pt x="73" y="34576"/>
                          </a:cubicBezTo>
                          <a:cubicBezTo>
                            <a:pt x="-499" y="15621"/>
                            <a:pt x="2359" y="96"/>
                            <a:pt x="6550" y="0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4" name="Forme libre : forme 14123">
                      <a:extLst>
                        <a:ext uri="{FF2B5EF4-FFF2-40B4-BE49-F238E27FC236}">
                          <a16:creationId xmlns:a16="http://schemas.microsoft.com/office/drawing/2014/main" id="{B7C104D2-20C3-4816-BA51-0E74594D25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302" y="4226147"/>
                      <a:ext cx="13121" cy="50007"/>
                    </a:xfrm>
                    <a:custGeom>
                      <a:avLst/>
                      <a:gdLst>
                        <a:gd name="connsiteX0" fmla="*/ 0 w 13121"/>
                        <a:gd name="connsiteY0" fmla="*/ 35052 h 50007"/>
                        <a:gd name="connsiteX1" fmla="*/ 6668 w 13121"/>
                        <a:gd name="connsiteY1" fmla="*/ 50006 h 50007"/>
                        <a:gd name="connsiteX2" fmla="*/ 13049 w 13121"/>
                        <a:gd name="connsiteY2" fmla="*/ 15430 h 50007"/>
                        <a:gd name="connsiteX3" fmla="*/ 11811 w 13121"/>
                        <a:gd name="connsiteY3" fmla="*/ 0 h 50007"/>
                        <a:gd name="connsiteX4" fmla="*/ 11525 w 13121"/>
                        <a:gd name="connsiteY4" fmla="*/ 8572 h 50007"/>
                        <a:gd name="connsiteX5" fmla="*/ 0 w 13121"/>
                        <a:gd name="connsiteY5" fmla="*/ 35052 h 50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121" h="50007">
                          <a:moveTo>
                            <a:pt x="0" y="35052"/>
                          </a:moveTo>
                          <a:cubicBezTo>
                            <a:pt x="1619" y="44101"/>
                            <a:pt x="4096" y="50102"/>
                            <a:pt x="6668" y="50006"/>
                          </a:cubicBezTo>
                          <a:cubicBezTo>
                            <a:pt x="10763" y="49911"/>
                            <a:pt x="13621" y="34385"/>
                            <a:pt x="13049" y="15430"/>
                          </a:cubicBezTo>
                          <a:cubicBezTo>
                            <a:pt x="12859" y="9906"/>
                            <a:pt x="12382" y="4667"/>
                            <a:pt x="11811" y="0"/>
                          </a:cubicBezTo>
                          <a:cubicBezTo>
                            <a:pt x="11811" y="2857"/>
                            <a:pt x="11811" y="5715"/>
                            <a:pt x="11525" y="8572"/>
                          </a:cubicBezTo>
                          <a:cubicBezTo>
                            <a:pt x="9715" y="23717"/>
                            <a:pt x="5048" y="36100"/>
                            <a:pt x="0" y="35052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5" name="Forme libre : forme 14124">
                      <a:extLst>
                        <a:ext uri="{FF2B5EF4-FFF2-40B4-BE49-F238E27FC236}">
                          <a16:creationId xmlns:a16="http://schemas.microsoft.com/office/drawing/2014/main" id="{7B88FF94-8E02-4047-8375-9CC6D06FA4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850" y="4203858"/>
                      <a:ext cx="15099" cy="68771"/>
                    </a:xfrm>
                    <a:custGeom>
                      <a:avLst/>
                      <a:gdLst>
                        <a:gd name="connsiteX0" fmla="*/ 6548 w 15099"/>
                        <a:gd name="connsiteY0" fmla="*/ 0 h 68771"/>
                        <a:gd name="connsiteX1" fmla="*/ 15025 w 15099"/>
                        <a:gd name="connsiteY1" fmla="*/ 34195 h 68771"/>
                        <a:gd name="connsiteX2" fmla="*/ 8643 w 15099"/>
                        <a:gd name="connsiteY2" fmla="*/ 68771 h 68771"/>
                        <a:gd name="connsiteX3" fmla="*/ 71 w 15099"/>
                        <a:gd name="connsiteY3" fmla="*/ 34576 h 68771"/>
                        <a:gd name="connsiteX4" fmla="*/ 6548 w 15099"/>
                        <a:gd name="connsiteY4" fmla="*/ 0 h 68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99" h="68771">
                          <a:moveTo>
                            <a:pt x="6548" y="0"/>
                          </a:moveTo>
                          <a:cubicBezTo>
                            <a:pt x="10644" y="-95"/>
                            <a:pt x="14454" y="15145"/>
                            <a:pt x="15025" y="34195"/>
                          </a:cubicBezTo>
                          <a:cubicBezTo>
                            <a:pt x="15597" y="53150"/>
                            <a:pt x="12834" y="68676"/>
                            <a:pt x="8643" y="68771"/>
                          </a:cubicBezTo>
                          <a:cubicBezTo>
                            <a:pt x="4548" y="68866"/>
                            <a:pt x="642" y="53626"/>
                            <a:pt x="71" y="34576"/>
                          </a:cubicBezTo>
                          <a:cubicBezTo>
                            <a:pt x="-501" y="15526"/>
                            <a:pt x="2452" y="95"/>
                            <a:pt x="6548" y="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6" name="Forme libre : forme 14125">
                      <a:extLst>
                        <a:ext uri="{FF2B5EF4-FFF2-40B4-BE49-F238E27FC236}">
                          <a16:creationId xmlns:a16="http://schemas.microsoft.com/office/drawing/2014/main" id="{9F40766A-451F-4647-AFE7-1A892CF41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709" y="4219424"/>
                      <a:ext cx="26536" cy="86412"/>
                    </a:xfrm>
                    <a:custGeom>
                      <a:avLst/>
                      <a:gdLst>
                        <a:gd name="connsiteX0" fmla="*/ 13261 w 26536"/>
                        <a:gd name="connsiteY0" fmla="*/ 85781 h 86412"/>
                        <a:gd name="connsiteX1" fmla="*/ 20119 w 26536"/>
                        <a:gd name="connsiteY1" fmla="*/ 83209 h 86412"/>
                        <a:gd name="connsiteX2" fmla="*/ 26406 w 26536"/>
                        <a:gd name="connsiteY2" fmla="*/ 48347 h 86412"/>
                        <a:gd name="connsiteX3" fmla="*/ 24310 w 26536"/>
                        <a:gd name="connsiteY3" fmla="*/ 12343 h 86412"/>
                        <a:gd name="connsiteX4" fmla="*/ 17262 w 26536"/>
                        <a:gd name="connsiteY4" fmla="*/ 913 h 86412"/>
                        <a:gd name="connsiteX5" fmla="*/ 14118 w 26536"/>
                        <a:gd name="connsiteY5" fmla="*/ 13010 h 86412"/>
                        <a:gd name="connsiteX6" fmla="*/ 6879 w 26536"/>
                        <a:gd name="connsiteY6" fmla="*/ 42632 h 86412"/>
                        <a:gd name="connsiteX7" fmla="*/ 498 w 26536"/>
                        <a:gd name="connsiteY7" fmla="*/ 77208 h 86412"/>
                        <a:gd name="connsiteX8" fmla="*/ 13261 w 26536"/>
                        <a:gd name="connsiteY8" fmla="*/ 85781 h 86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536" h="86412">
                          <a:moveTo>
                            <a:pt x="13261" y="85781"/>
                          </a:moveTo>
                          <a:cubicBezTo>
                            <a:pt x="15642" y="85971"/>
                            <a:pt x="18024" y="86066"/>
                            <a:pt x="20119" y="83209"/>
                          </a:cubicBezTo>
                          <a:cubicBezTo>
                            <a:pt x="24120" y="77780"/>
                            <a:pt x="25929" y="62825"/>
                            <a:pt x="26406" y="48347"/>
                          </a:cubicBezTo>
                          <a:cubicBezTo>
                            <a:pt x="26787" y="36251"/>
                            <a:pt x="26406" y="23202"/>
                            <a:pt x="24310" y="12343"/>
                          </a:cubicBezTo>
                          <a:cubicBezTo>
                            <a:pt x="22786" y="4247"/>
                            <a:pt x="19738" y="-2516"/>
                            <a:pt x="17262" y="913"/>
                          </a:cubicBezTo>
                          <a:cubicBezTo>
                            <a:pt x="15737" y="3008"/>
                            <a:pt x="14880" y="8342"/>
                            <a:pt x="14118" y="13010"/>
                          </a:cubicBezTo>
                          <a:cubicBezTo>
                            <a:pt x="12213" y="24249"/>
                            <a:pt x="9737" y="34250"/>
                            <a:pt x="6879" y="42632"/>
                          </a:cubicBezTo>
                          <a:cubicBezTo>
                            <a:pt x="4403" y="49776"/>
                            <a:pt x="-1788" y="62825"/>
                            <a:pt x="498" y="77208"/>
                          </a:cubicBezTo>
                          <a:cubicBezTo>
                            <a:pt x="2498" y="90162"/>
                            <a:pt x="10023" y="85590"/>
                            <a:pt x="13261" y="8578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7" name="Forme libre : forme 14126">
                      <a:extLst>
                        <a:ext uri="{FF2B5EF4-FFF2-40B4-BE49-F238E27FC236}">
                          <a16:creationId xmlns:a16="http://schemas.microsoft.com/office/drawing/2014/main" id="{128DCCCC-1770-4F59-AD74-A6C298B4D8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6937" y="4263282"/>
                      <a:ext cx="8111" cy="28015"/>
                    </a:xfrm>
                    <a:custGeom>
                      <a:avLst/>
                      <a:gdLst>
                        <a:gd name="connsiteX0" fmla="*/ 5079 w 8111"/>
                        <a:gd name="connsiteY0" fmla="*/ 26396 h 28015"/>
                        <a:gd name="connsiteX1" fmla="*/ 6699 w 8111"/>
                        <a:gd name="connsiteY1" fmla="*/ 28016 h 28015"/>
                        <a:gd name="connsiteX2" fmla="*/ 8032 w 8111"/>
                        <a:gd name="connsiteY2" fmla="*/ 25349 h 28015"/>
                        <a:gd name="connsiteX3" fmla="*/ 7842 w 8111"/>
                        <a:gd name="connsiteY3" fmla="*/ 20300 h 28015"/>
                        <a:gd name="connsiteX4" fmla="*/ 5937 w 8111"/>
                        <a:gd name="connsiteY4" fmla="*/ 8204 h 28015"/>
                        <a:gd name="connsiteX5" fmla="*/ 4794 w 8111"/>
                        <a:gd name="connsiteY5" fmla="*/ 3822 h 28015"/>
                        <a:gd name="connsiteX6" fmla="*/ 127 w 8111"/>
                        <a:gd name="connsiteY6" fmla="*/ 7632 h 28015"/>
                        <a:gd name="connsiteX7" fmla="*/ 5079 w 8111"/>
                        <a:gd name="connsiteY7" fmla="*/ 26396 h 28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111" h="28015">
                          <a:moveTo>
                            <a:pt x="5079" y="26396"/>
                          </a:moveTo>
                          <a:cubicBezTo>
                            <a:pt x="5556" y="27254"/>
                            <a:pt x="6127" y="28016"/>
                            <a:pt x="6699" y="28016"/>
                          </a:cubicBezTo>
                          <a:cubicBezTo>
                            <a:pt x="7270" y="28016"/>
                            <a:pt x="7842" y="27063"/>
                            <a:pt x="8032" y="25349"/>
                          </a:cubicBezTo>
                          <a:cubicBezTo>
                            <a:pt x="8223" y="23825"/>
                            <a:pt x="8032" y="22015"/>
                            <a:pt x="7842" y="20300"/>
                          </a:cubicBezTo>
                          <a:cubicBezTo>
                            <a:pt x="7365" y="16109"/>
                            <a:pt x="6699" y="12014"/>
                            <a:pt x="5937" y="8204"/>
                          </a:cubicBezTo>
                          <a:cubicBezTo>
                            <a:pt x="5651" y="6584"/>
                            <a:pt x="5270" y="5060"/>
                            <a:pt x="4794" y="3822"/>
                          </a:cubicBezTo>
                          <a:cubicBezTo>
                            <a:pt x="2984" y="-1321"/>
                            <a:pt x="-731" y="-2369"/>
                            <a:pt x="127" y="7632"/>
                          </a:cubicBezTo>
                          <a:cubicBezTo>
                            <a:pt x="698" y="15348"/>
                            <a:pt x="2984" y="22777"/>
                            <a:pt x="5079" y="2639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8" name="Forme libre : forme 14127">
                      <a:extLst>
                        <a:ext uri="{FF2B5EF4-FFF2-40B4-BE49-F238E27FC236}">
                          <a16:creationId xmlns:a16="http://schemas.microsoft.com/office/drawing/2014/main" id="{4EFE6C76-70D2-4873-8F23-45DB82FB96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065" y="4180792"/>
                      <a:ext cx="16192" cy="41449"/>
                    </a:xfrm>
                    <a:custGeom>
                      <a:avLst/>
                      <a:gdLst>
                        <a:gd name="connsiteX0" fmla="*/ 0 w 16192"/>
                        <a:gd name="connsiteY0" fmla="*/ 16 h 41449"/>
                        <a:gd name="connsiteX1" fmla="*/ 16193 w 16192"/>
                        <a:gd name="connsiteY1" fmla="*/ 41450 h 41449"/>
                        <a:gd name="connsiteX2" fmla="*/ 0 w 16192"/>
                        <a:gd name="connsiteY2" fmla="*/ 16 h 41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6192" h="41449">
                          <a:moveTo>
                            <a:pt x="0" y="16"/>
                          </a:moveTo>
                          <a:cubicBezTo>
                            <a:pt x="0" y="16"/>
                            <a:pt x="11335" y="-2079"/>
                            <a:pt x="16193" y="41450"/>
                          </a:cubicBezTo>
                          <a:cubicBezTo>
                            <a:pt x="16193" y="41450"/>
                            <a:pt x="11811" y="7922"/>
                            <a:pt x="0" y="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9" name="Forme libre : forme 14128">
                      <a:extLst>
                        <a:ext uri="{FF2B5EF4-FFF2-40B4-BE49-F238E27FC236}">
                          <a16:creationId xmlns:a16="http://schemas.microsoft.com/office/drawing/2014/main" id="{D452673E-D168-4E5B-A4FC-E047C3CC4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539" y="4277486"/>
                      <a:ext cx="15906" cy="47244"/>
                    </a:xfrm>
                    <a:custGeom>
                      <a:avLst/>
                      <a:gdLst>
                        <a:gd name="connsiteX0" fmla="*/ 0 w 15906"/>
                        <a:gd name="connsiteY0" fmla="*/ 0 h 47244"/>
                        <a:gd name="connsiteX1" fmla="*/ 15907 w 15906"/>
                        <a:gd name="connsiteY1" fmla="*/ 47244 h 47244"/>
                        <a:gd name="connsiteX2" fmla="*/ 0 w 15906"/>
                        <a:gd name="connsiteY2" fmla="*/ 0 h 47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906" h="47244">
                          <a:moveTo>
                            <a:pt x="0" y="0"/>
                          </a:moveTo>
                          <a:cubicBezTo>
                            <a:pt x="0" y="0"/>
                            <a:pt x="1905" y="42958"/>
                            <a:pt x="15907" y="47244"/>
                          </a:cubicBezTo>
                          <a:cubicBezTo>
                            <a:pt x="15907" y="47244"/>
                            <a:pt x="3524" y="3895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0" name="Forme libre : forme 14129">
                      <a:extLst>
                        <a:ext uri="{FF2B5EF4-FFF2-40B4-BE49-F238E27FC236}">
                          <a16:creationId xmlns:a16="http://schemas.microsoft.com/office/drawing/2014/main" id="{1F7E8CF4-1DF0-497C-9AA3-55B6587E0C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851" y="4221980"/>
                      <a:ext cx="4999" cy="25859"/>
                    </a:xfrm>
                    <a:custGeom>
                      <a:avLst/>
                      <a:gdLst>
                        <a:gd name="connsiteX0" fmla="*/ 3404 w 4999"/>
                        <a:gd name="connsiteY0" fmla="*/ 262 h 25859"/>
                        <a:gd name="connsiteX1" fmla="*/ 4833 w 4999"/>
                        <a:gd name="connsiteY1" fmla="*/ 15502 h 25859"/>
                        <a:gd name="connsiteX2" fmla="*/ 1595 w 4999"/>
                        <a:gd name="connsiteY2" fmla="*/ 25598 h 25859"/>
                        <a:gd name="connsiteX3" fmla="*/ 166 w 4999"/>
                        <a:gd name="connsiteY3" fmla="*/ 10358 h 25859"/>
                        <a:gd name="connsiteX4" fmla="*/ 3404 w 4999"/>
                        <a:gd name="connsiteY4" fmla="*/ 262 h 25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99" h="25859">
                          <a:moveTo>
                            <a:pt x="3404" y="262"/>
                          </a:moveTo>
                          <a:cubicBezTo>
                            <a:pt x="4738" y="1690"/>
                            <a:pt x="5310" y="8453"/>
                            <a:pt x="4833" y="15502"/>
                          </a:cubicBezTo>
                          <a:cubicBezTo>
                            <a:pt x="4357" y="22455"/>
                            <a:pt x="2833" y="27027"/>
                            <a:pt x="1595" y="25598"/>
                          </a:cubicBezTo>
                          <a:cubicBezTo>
                            <a:pt x="261" y="24169"/>
                            <a:pt x="-310" y="17406"/>
                            <a:pt x="166" y="10358"/>
                          </a:cubicBezTo>
                          <a:cubicBezTo>
                            <a:pt x="642" y="3405"/>
                            <a:pt x="2166" y="-1167"/>
                            <a:pt x="3404" y="26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1" name="Forme libre : forme 14130">
                      <a:extLst>
                        <a:ext uri="{FF2B5EF4-FFF2-40B4-BE49-F238E27FC236}">
                          <a16:creationId xmlns:a16="http://schemas.microsoft.com/office/drawing/2014/main" id="{45A7384D-CDC9-43F4-9C52-A351B04A90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636" y="4218527"/>
                      <a:ext cx="2107" cy="7143"/>
                    </a:xfrm>
                    <a:custGeom>
                      <a:avLst/>
                      <a:gdLst>
                        <a:gd name="connsiteX0" fmla="*/ 953 w 2107"/>
                        <a:gd name="connsiteY0" fmla="*/ 0 h 7143"/>
                        <a:gd name="connsiteX1" fmla="*/ 2096 w 2107"/>
                        <a:gd name="connsiteY1" fmla="*/ 3524 h 7143"/>
                        <a:gd name="connsiteX2" fmla="*/ 1143 w 2107"/>
                        <a:gd name="connsiteY2" fmla="*/ 7144 h 7143"/>
                        <a:gd name="connsiteX3" fmla="*/ 0 w 2107"/>
                        <a:gd name="connsiteY3" fmla="*/ 3619 h 7143"/>
                        <a:gd name="connsiteX4" fmla="*/ 953 w 2107"/>
                        <a:gd name="connsiteY4" fmla="*/ 0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07" h="7143">
                          <a:moveTo>
                            <a:pt x="953" y="0"/>
                          </a:moveTo>
                          <a:cubicBezTo>
                            <a:pt x="1524" y="0"/>
                            <a:pt x="2096" y="1524"/>
                            <a:pt x="2096" y="3524"/>
                          </a:cubicBezTo>
                          <a:cubicBezTo>
                            <a:pt x="2191" y="5524"/>
                            <a:pt x="1715" y="7144"/>
                            <a:pt x="1143" y="7144"/>
                          </a:cubicBezTo>
                          <a:cubicBezTo>
                            <a:pt x="572" y="7144"/>
                            <a:pt x="0" y="5620"/>
                            <a:pt x="0" y="3619"/>
                          </a:cubicBezTo>
                          <a:cubicBezTo>
                            <a:pt x="0" y="1619"/>
                            <a:pt x="286" y="95"/>
                            <a:pt x="95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2" name="Forme libre : forme 14131">
                      <a:extLst>
                        <a:ext uri="{FF2B5EF4-FFF2-40B4-BE49-F238E27FC236}">
                          <a16:creationId xmlns:a16="http://schemas.microsoft.com/office/drawing/2014/main" id="{530CDC1D-E113-46B6-8212-04C57759C3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874" y="4187455"/>
                      <a:ext cx="18095" cy="61170"/>
                    </a:xfrm>
                    <a:custGeom>
                      <a:avLst/>
                      <a:gdLst>
                        <a:gd name="connsiteX0" fmla="*/ 5761 w 18095"/>
                        <a:gd name="connsiteY0" fmla="*/ 5354 h 61170"/>
                        <a:gd name="connsiteX1" fmla="*/ 15000 w 18095"/>
                        <a:gd name="connsiteY1" fmla="*/ 20 h 61170"/>
                        <a:gd name="connsiteX2" fmla="*/ 18048 w 18095"/>
                        <a:gd name="connsiteY2" fmla="*/ 5068 h 61170"/>
                        <a:gd name="connsiteX3" fmla="*/ 16429 w 18095"/>
                        <a:gd name="connsiteY3" fmla="*/ 12879 h 61170"/>
                        <a:gd name="connsiteX4" fmla="*/ 8237 w 18095"/>
                        <a:gd name="connsiteY4" fmla="*/ 28881 h 61170"/>
                        <a:gd name="connsiteX5" fmla="*/ 2332 w 18095"/>
                        <a:gd name="connsiteY5" fmla="*/ 60408 h 61170"/>
                        <a:gd name="connsiteX6" fmla="*/ 903 w 18095"/>
                        <a:gd name="connsiteY6" fmla="*/ 21165 h 61170"/>
                        <a:gd name="connsiteX7" fmla="*/ 5761 w 18095"/>
                        <a:gd name="connsiteY7" fmla="*/ 5354 h 61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095" h="61170">
                          <a:moveTo>
                            <a:pt x="5761" y="5354"/>
                          </a:moveTo>
                          <a:cubicBezTo>
                            <a:pt x="8523" y="972"/>
                            <a:pt x="11761" y="-171"/>
                            <a:pt x="15000" y="20"/>
                          </a:cubicBezTo>
                          <a:cubicBezTo>
                            <a:pt x="16143" y="115"/>
                            <a:pt x="17667" y="1163"/>
                            <a:pt x="18048" y="5068"/>
                          </a:cubicBezTo>
                          <a:cubicBezTo>
                            <a:pt x="18334" y="8592"/>
                            <a:pt x="17286" y="11259"/>
                            <a:pt x="16429" y="12879"/>
                          </a:cubicBezTo>
                          <a:cubicBezTo>
                            <a:pt x="13571" y="17641"/>
                            <a:pt x="10047" y="20308"/>
                            <a:pt x="8237" y="28881"/>
                          </a:cubicBezTo>
                          <a:cubicBezTo>
                            <a:pt x="6999" y="34215"/>
                            <a:pt x="5475" y="66504"/>
                            <a:pt x="2332" y="60408"/>
                          </a:cubicBezTo>
                          <a:cubicBezTo>
                            <a:pt x="-907" y="54312"/>
                            <a:pt x="-145" y="28881"/>
                            <a:pt x="903" y="21165"/>
                          </a:cubicBezTo>
                          <a:cubicBezTo>
                            <a:pt x="1855" y="14117"/>
                            <a:pt x="3665" y="8688"/>
                            <a:pt x="5761" y="535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72" name="Graphique 1">
                    <a:extLst>
                      <a:ext uri="{FF2B5EF4-FFF2-40B4-BE49-F238E27FC236}">
                        <a16:creationId xmlns:a16="http://schemas.microsoft.com/office/drawing/2014/main" id="{D434AC6F-0EF1-4E5E-A610-15B408F1D2F0}"/>
                      </a:ext>
                    </a:extLst>
                  </p:cNvPr>
                  <p:cNvGrpSpPr/>
                  <p:nvPr/>
                </p:nvGrpSpPr>
                <p:grpSpPr>
                  <a:xfrm>
                    <a:off x="3894179" y="4025073"/>
                    <a:ext cx="39857" cy="151354"/>
                    <a:chOff x="3894179" y="4025073"/>
                    <a:chExt cx="39857" cy="151354"/>
                  </a:xfrm>
                  <a:solidFill>
                    <a:schemeClr val="accent1"/>
                  </a:solidFill>
                </p:grpSpPr>
                <p:sp>
                  <p:nvSpPr>
                    <p:cNvPr id="14109" name="Forme libre : forme 14108">
                      <a:extLst>
                        <a:ext uri="{FF2B5EF4-FFF2-40B4-BE49-F238E27FC236}">
                          <a16:creationId xmlns:a16="http://schemas.microsoft.com/office/drawing/2014/main" id="{07D77DFF-B285-4632-9097-1151870E6D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4179" y="4025073"/>
                      <a:ext cx="39857" cy="151354"/>
                    </a:xfrm>
                    <a:custGeom>
                      <a:avLst/>
                      <a:gdLst>
                        <a:gd name="connsiteX0" fmla="*/ 39554 w 39857"/>
                        <a:gd name="connsiteY0" fmla="*/ 47722 h 151354"/>
                        <a:gd name="connsiteX1" fmla="*/ 39840 w 39857"/>
                        <a:gd name="connsiteY1" fmla="*/ 103348 h 151354"/>
                        <a:gd name="connsiteX2" fmla="*/ 26410 w 39857"/>
                        <a:gd name="connsiteY2" fmla="*/ 151068 h 151354"/>
                        <a:gd name="connsiteX3" fmla="*/ 15551 w 39857"/>
                        <a:gd name="connsiteY3" fmla="*/ 151354 h 151354"/>
                        <a:gd name="connsiteX4" fmla="*/ 311 w 39857"/>
                        <a:gd name="connsiteY4" fmla="*/ 103919 h 151354"/>
                        <a:gd name="connsiteX5" fmla="*/ 25 w 39857"/>
                        <a:gd name="connsiteY5" fmla="*/ 47626 h 151354"/>
                        <a:gd name="connsiteX6" fmla="*/ 14979 w 39857"/>
                        <a:gd name="connsiteY6" fmla="*/ 1 h 151354"/>
                        <a:gd name="connsiteX7" fmla="*/ 25933 w 39857"/>
                        <a:gd name="connsiteY7" fmla="*/ 287 h 151354"/>
                        <a:gd name="connsiteX8" fmla="*/ 39554 w 39857"/>
                        <a:gd name="connsiteY8" fmla="*/ 47722 h 151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9857" h="151354">
                          <a:moveTo>
                            <a:pt x="39554" y="47722"/>
                          </a:moveTo>
                          <a:cubicBezTo>
                            <a:pt x="39459" y="66200"/>
                            <a:pt x="39649" y="84774"/>
                            <a:pt x="39840" y="103348"/>
                          </a:cubicBezTo>
                          <a:cubicBezTo>
                            <a:pt x="40221" y="129351"/>
                            <a:pt x="34220" y="150878"/>
                            <a:pt x="26410" y="151068"/>
                          </a:cubicBezTo>
                          <a:lnTo>
                            <a:pt x="15551" y="151354"/>
                          </a:lnTo>
                          <a:cubicBezTo>
                            <a:pt x="7645" y="151544"/>
                            <a:pt x="692" y="130208"/>
                            <a:pt x="311" y="103919"/>
                          </a:cubicBezTo>
                          <a:cubicBezTo>
                            <a:pt x="120" y="85155"/>
                            <a:pt x="-70" y="66391"/>
                            <a:pt x="25" y="47626"/>
                          </a:cubicBezTo>
                          <a:cubicBezTo>
                            <a:pt x="25" y="21242"/>
                            <a:pt x="7074" y="-189"/>
                            <a:pt x="14979" y="1"/>
                          </a:cubicBezTo>
                          <a:lnTo>
                            <a:pt x="25933" y="287"/>
                          </a:lnTo>
                          <a:cubicBezTo>
                            <a:pt x="33744" y="382"/>
                            <a:pt x="39649" y="21718"/>
                            <a:pt x="39554" y="47722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0" name="Forme libre : forme 14109">
                      <a:extLst>
                        <a:ext uri="{FF2B5EF4-FFF2-40B4-BE49-F238E27FC236}">
                          <a16:creationId xmlns:a16="http://schemas.microsoft.com/office/drawing/2014/main" id="{A6795741-4186-4930-AEC4-5D6BC3638B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922" y="4025265"/>
                      <a:ext cx="18114" cy="150971"/>
                    </a:xfrm>
                    <a:custGeom>
                      <a:avLst/>
                      <a:gdLst>
                        <a:gd name="connsiteX0" fmla="*/ 5048 w 18114"/>
                        <a:gd name="connsiteY0" fmla="*/ 93440 h 150971"/>
                        <a:gd name="connsiteX1" fmla="*/ 0 w 18114"/>
                        <a:gd name="connsiteY1" fmla="*/ 150971 h 150971"/>
                        <a:gd name="connsiteX2" fmla="*/ 4667 w 18114"/>
                        <a:gd name="connsiteY2" fmla="*/ 150876 h 150971"/>
                        <a:gd name="connsiteX3" fmla="*/ 18097 w 18114"/>
                        <a:gd name="connsiteY3" fmla="*/ 103156 h 150971"/>
                        <a:gd name="connsiteX4" fmla="*/ 17812 w 18114"/>
                        <a:gd name="connsiteY4" fmla="*/ 47530 h 150971"/>
                        <a:gd name="connsiteX5" fmla="*/ 4096 w 18114"/>
                        <a:gd name="connsiteY5" fmla="*/ 0 h 150971"/>
                        <a:gd name="connsiteX6" fmla="*/ 3715 w 18114"/>
                        <a:gd name="connsiteY6" fmla="*/ 0 h 150971"/>
                        <a:gd name="connsiteX7" fmla="*/ 5048 w 18114"/>
                        <a:gd name="connsiteY7" fmla="*/ 93440 h 150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114" h="150971">
                          <a:moveTo>
                            <a:pt x="5048" y="93440"/>
                          </a:moveTo>
                          <a:cubicBezTo>
                            <a:pt x="6953" y="115538"/>
                            <a:pt x="5239" y="138494"/>
                            <a:pt x="0" y="150971"/>
                          </a:cubicBezTo>
                          <a:lnTo>
                            <a:pt x="4667" y="150876"/>
                          </a:lnTo>
                          <a:cubicBezTo>
                            <a:pt x="12573" y="150686"/>
                            <a:pt x="18479" y="129159"/>
                            <a:pt x="18097" y="103156"/>
                          </a:cubicBezTo>
                          <a:cubicBezTo>
                            <a:pt x="17907" y="84582"/>
                            <a:pt x="17716" y="66008"/>
                            <a:pt x="17812" y="47530"/>
                          </a:cubicBezTo>
                          <a:cubicBezTo>
                            <a:pt x="17907" y="21526"/>
                            <a:pt x="12001" y="190"/>
                            <a:pt x="4096" y="0"/>
                          </a:cubicBezTo>
                          <a:lnTo>
                            <a:pt x="3715" y="0"/>
                          </a:lnTo>
                          <a:cubicBezTo>
                            <a:pt x="3810" y="31813"/>
                            <a:pt x="2191" y="62198"/>
                            <a:pt x="5048" y="9344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1" name="Forme libre : forme 14110">
                      <a:extLst>
                        <a:ext uri="{FF2B5EF4-FFF2-40B4-BE49-F238E27FC236}">
                          <a16:creationId xmlns:a16="http://schemas.microsoft.com/office/drawing/2014/main" id="{8E906977-1247-4831-BA5B-180F6F1C2B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443" y="4056221"/>
                      <a:ext cx="14956" cy="68770"/>
                    </a:xfrm>
                    <a:custGeom>
                      <a:avLst/>
                      <a:gdLst>
                        <a:gd name="connsiteX0" fmla="*/ 7527 w 14956"/>
                        <a:gd name="connsiteY0" fmla="*/ 0 h 68770"/>
                        <a:gd name="connsiteX1" fmla="*/ 14956 w 14956"/>
                        <a:gd name="connsiteY1" fmla="*/ 34385 h 68770"/>
                        <a:gd name="connsiteX2" fmla="*/ 7717 w 14956"/>
                        <a:gd name="connsiteY2" fmla="*/ 68771 h 68770"/>
                        <a:gd name="connsiteX3" fmla="*/ 2 w 14956"/>
                        <a:gd name="connsiteY3" fmla="*/ 34385 h 68770"/>
                        <a:gd name="connsiteX4" fmla="*/ 7527 w 14956"/>
                        <a:gd name="connsiteY4" fmla="*/ 0 h 68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56" h="68770">
                          <a:moveTo>
                            <a:pt x="7527" y="0"/>
                          </a:moveTo>
                          <a:cubicBezTo>
                            <a:pt x="11622" y="95"/>
                            <a:pt x="14861" y="15430"/>
                            <a:pt x="14956" y="34385"/>
                          </a:cubicBezTo>
                          <a:cubicBezTo>
                            <a:pt x="14956" y="53340"/>
                            <a:pt x="11908" y="68771"/>
                            <a:pt x="7717" y="68771"/>
                          </a:cubicBezTo>
                          <a:cubicBezTo>
                            <a:pt x="3621" y="68866"/>
                            <a:pt x="2" y="53435"/>
                            <a:pt x="2" y="34385"/>
                          </a:cubicBezTo>
                          <a:cubicBezTo>
                            <a:pt x="-93" y="15430"/>
                            <a:pt x="3336" y="0"/>
                            <a:pt x="7527" y="0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2" name="Forme libre : forme 14111">
                      <a:extLst>
                        <a:ext uri="{FF2B5EF4-FFF2-40B4-BE49-F238E27FC236}">
                          <a16:creationId xmlns:a16="http://schemas.microsoft.com/office/drawing/2014/main" id="{4DB4D3BA-C57A-45F1-B148-C169107E9B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778" y="4075175"/>
                      <a:ext cx="13620" cy="49816"/>
                    </a:xfrm>
                    <a:custGeom>
                      <a:avLst/>
                      <a:gdLst>
                        <a:gd name="connsiteX0" fmla="*/ 0 w 13620"/>
                        <a:gd name="connsiteY0" fmla="*/ 34766 h 49816"/>
                        <a:gd name="connsiteX1" fmla="*/ 6382 w 13620"/>
                        <a:gd name="connsiteY1" fmla="*/ 49816 h 49816"/>
                        <a:gd name="connsiteX2" fmla="*/ 13621 w 13620"/>
                        <a:gd name="connsiteY2" fmla="*/ 15430 h 49816"/>
                        <a:gd name="connsiteX3" fmla="*/ 12859 w 13620"/>
                        <a:gd name="connsiteY3" fmla="*/ 0 h 49816"/>
                        <a:gd name="connsiteX4" fmla="*/ 12287 w 13620"/>
                        <a:gd name="connsiteY4" fmla="*/ 8477 h 49816"/>
                        <a:gd name="connsiteX5" fmla="*/ 0 w 13620"/>
                        <a:gd name="connsiteY5" fmla="*/ 34766 h 49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620" h="49816">
                          <a:moveTo>
                            <a:pt x="0" y="34766"/>
                          </a:moveTo>
                          <a:cubicBezTo>
                            <a:pt x="1429" y="43910"/>
                            <a:pt x="3810" y="49911"/>
                            <a:pt x="6382" y="49816"/>
                          </a:cubicBezTo>
                          <a:cubicBezTo>
                            <a:pt x="10573" y="49721"/>
                            <a:pt x="13621" y="34385"/>
                            <a:pt x="13621" y="15430"/>
                          </a:cubicBezTo>
                          <a:cubicBezTo>
                            <a:pt x="13621" y="9906"/>
                            <a:pt x="13335" y="4667"/>
                            <a:pt x="12859" y="0"/>
                          </a:cubicBezTo>
                          <a:cubicBezTo>
                            <a:pt x="12859" y="2858"/>
                            <a:pt x="12668" y="5715"/>
                            <a:pt x="12287" y="8477"/>
                          </a:cubicBezTo>
                          <a:cubicBezTo>
                            <a:pt x="10001" y="23717"/>
                            <a:pt x="5048" y="35909"/>
                            <a:pt x="0" y="34766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3" name="Forme libre : forme 14112">
                      <a:extLst>
                        <a:ext uri="{FF2B5EF4-FFF2-40B4-BE49-F238E27FC236}">
                          <a16:creationId xmlns:a16="http://schemas.microsoft.com/office/drawing/2014/main" id="{EC9DA739-9F0C-42C6-9806-5EBA993A6B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9062" y="4052791"/>
                      <a:ext cx="14956" cy="68771"/>
                    </a:xfrm>
                    <a:custGeom>
                      <a:avLst/>
                      <a:gdLst>
                        <a:gd name="connsiteX0" fmla="*/ 7622 w 14956"/>
                        <a:gd name="connsiteY0" fmla="*/ 0 h 68771"/>
                        <a:gd name="connsiteX1" fmla="*/ 14956 w 14956"/>
                        <a:gd name="connsiteY1" fmla="*/ 34386 h 68771"/>
                        <a:gd name="connsiteX2" fmla="*/ 7717 w 14956"/>
                        <a:gd name="connsiteY2" fmla="*/ 68771 h 68771"/>
                        <a:gd name="connsiteX3" fmla="*/ 2 w 14956"/>
                        <a:gd name="connsiteY3" fmla="*/ 34386 h 68771"/>
                        <a:gd name="connsiteX4" fmla="*/ 7622 w 14956"/>
                        <a:gd name="connsiteY4" fmla="*/ 0 h 68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56" h="68771">
                          <a:moveTo>
                            <a:pt x="7622" y="0"/>
                          </a:moveTo>
                          <a:cubicBezTo>
                            <a:pt x="11717" y="96"/>
                            <a:pt x="14956" y="15431"/>
                            <a:pt x="14956" y="34386"/>
                          </a:cubicBezTo>
                          <a:cubicBezTo>
                            <a:pt x="14956" y="53340"/>
                            <a:pt x="11813" y="68676"/>
                            <a:pt x="7717" y="68771"/>
                          </a:cubicBezTo>
                          <a:cubicBezTo>
                            <a:pt x="3621" y="68866"/>
                            <a:pt x="2" y="53436"/>
                            <a:pt x="2" y="34386"/>
                          </a:cubicBezTo>
                          <a:cubicBezTo>
                            <a:pt x="-93" y="15336"/>
                            <a:pt x="3431" y="-95"/>
                            <a:pt x="7622" y="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4" name="Forme libre : forme 14113">
                      <a:extLst>
                        <a:ext uri="{FF2B5EF4-FFF2-40B4-BE49-F238E27FC236}">
                          <a16:creationId xmlns:a16="http://schemas.microsoft.com/office/drawing/2014/main" id="{701214DA-664A-4013-9976-37A04A4EB9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3510" y="4068694"/>
                      <a:ext cx="27273" cy="86062"/>
                    </a:xfrm>
                    <a:custGeom>
                      <a:avLst/>
                      <a:gdLst>
                        <a:gd name="connsiteX0" fmla="*/ 13079 w 27273"/>
                        <a:gd name="connsiteY0" fmla="*/ 85539 h 86062"/>
                        <a:gd name="connsiteX1" fmla="*/ 19937 w 27273"/>
                        <a:gd name="connsiteY1" fmla="*/ 83063 h 86062"/>
                        <a:gd name="connsiteX2" fmla="*/ 26890 w 27273"/>
                        <a:gd name="connsiteY2" fmla="*/ 48392 h 86062"/>
                        <a:gd name="connsiteX3" fmla="*/ 25747 w 27273"/>
                        <a:gd name="connsiteY3" fmla="*/ 12483 h 86062"/>
                        <a:gd name="connsiteX4" fmla="*/ 19079 w 27273"/>
                        <a:gd name="connsiteY4" fmla="*/ 862 h 86062"/>
                        <a:gd name="connsiteX5" fmla="*/ 15555 w 27273"/>
                        <a:gd name="connsiteY5" fmla="*/ 12864 h 86062"/>
                        <a:gd name="connsiteX6" fmla="*/ 7459 w 27273"/>
                        <a:gd name="connsiteY6" fmla="*/ 42296 h 86062"/>
                        <a:gd name="connsiteX7" fmla="*/ 410 w 27273"/>
                        <a:gd name="connsiteY7" fmla="*/ 76776 h 86062"/>
                        <a:gd name="connsiteX8" fmla="*/ 13079 w 27273"/>
                        <a:gd name="connsiteY8" fmla="*/ 85539 h 86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73" h="86062">
                          <a:moveTo>
                            <a:pt x="13079" y="85539"/>
                          </a:moveTo>
                          <a:cubicBezTo>
                            <a:pt x="15460" y="85730"/>
                            <a:pt x="17841" y="85825"/>
                            <a:pt x="19937" y="83063"/>
                          </a:cubicBezTo>
                          <a:cubicBezTo>
                            <a:pt x="24033" y="77729"/>
                            <a:pt x="26128" y="62870"/>
                            <a:pt x="26890" y="48392"/>
                          </a:cubicBezTo>
                          <a:cubicBezTo>
                            <a:pt x="27557" y="36390"/>
                            <a:pt x="27461" y="23341"/>
                            <a:pt x="25747" y="12483"/>
                          </a:cubicBezTo>
                          <a:cubicBezTo>
                            <a:pt x="24509" y="4386"/>
                            <a:pt x="21651" y="-2472"/>
                            <a:pt x="19079" y="862"/>
                          </a:cubicBezTo>
                          <a:cubicBezTo>
                            <a:pt x="17460" y="2958"/>
                            <a:pt x="16508" y="8196"/>
                            <a:pt x="15555" y="12864"/>
                          </a:cubicBezTo>
                          <a:cubicBezTo>
                            <a:pt x="13269" y="24008"/>
                            <a:pt x="10602" y="34009"/>
                            <a:pt x="7459" y="42296"/>
                          </a:cubicBezTo>
                          <a:cubicBezTo>
                            <a:pt x="4792" y="49344"/>
                            <a:pt x="-1685" y="62298"/>
                            <a:pt x="410" y="76776"/>
                          </a:cubicBezTo>
                          <a:cubicBezTo>
                            <a:pt x="2220" y="89730"/>
                            <a:pt x="9840" y="85253"/>
                            <a:pt x="13079" y="8553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5" name="Forme libre : forme 14114">
                      <a:extLst>
                        <a:ext uri="{FF2B5EF4-FFF2-40B4-BE49-F238E27FC236}">
                          <a16:creationId xmlns:a16="http://schemas.microsoft.com/office/drawing/2014/main" id="{A3D23B6F-1BE8-4805-98AB-739202B38F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3098" y="4111889"/>
                      <a:ext cx="7854" cy="28152"/>
                    </a:xfrm>
                    <a:custGeom>
                      <a:avLst/>
                      <a:gdLst>
                        <a:gd name="connsiteX0" fmla="*/ 4823 w 7854"/>
                        <a:gd name="connsiteY0" fmla="*/ 26533 h 28152"/>
                        <a:gd name="connsiteX1" fmla="*/ 6442 w 7854"/>
                        <a:gd name="connsiteY1" fmla="*/ 28152 h 28152"/>
                        <a:gd name="connsiteX2" fmla="*/ 7776 w 7854"/>
                        <a:gd name="connsiteY2" fmla="*/ 25485 h 28152"/>
                        <a:gd name="connsiteX3" fmla="*/ 7585 w 7854"/>
                        <a:gd name="connsiteY3" fmla="*/ 20437 h 28152"/>
                        <a:gd name="connsiteX4" fmla="*/ 5871 w 7854"/>
                        <a:gd name="connsiteY4" fmla="*/ 8245 h 28152"/>
                        <a:gd name="connsiteX5" fmla="*/ 4823 w 7854"/>
                        <a:gd name="connsiteY5" fmla="*/ 3863 h 28152"/>
                        <a:gd name="connsiteX6" fmla="*/ 61 w 7854"/>
                        <a:gd name="connsiteY6" fmla="*/ 7578 h 28152"/>
                        <a:gd name="connsiteX7" fmla="*/ 4823 w 7854"/>
                        <a:gd name="connsiteY7" fmla="*/ 26533 h 28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854" h="28152">
                          <a:moveTo>
                            <a:pt x="4823" y="26533"/>
                          </a:moveTo>
                          <a:cubicBezTo>
                            <a:pt x="5299" y="27390"/>
                            <a:pt x="5871" y="28152"/>
                            <a:pt x="6442" y="28152"/>
                          </a:cubicBezTo>
                          <a:cubicBezTo>
                            <a:pt x="7014" y="28152"/>
                            <a:pt x="7585" y="27200"/>
                            <a:pt x="7776" y="25485"/>
                          </a:cubicBezTo>
                          <a:cubicBezTo>
                            <a:pt x="7966" y="23961"/>
                            <a:pt x="7776" y="22056"/>
                            <a:pt x="7585" y="20437"/>
                          </a:cubicBezTo>
                          <a:cubicBezTo>
                            <a:pt x="7109" y="16246"/>
                            <a:pt x="6633" y="12150"/>
                            <a:pt x="5871" y="8245"/>
                          </a:cubicBezTo>
                          <a:cubicBezTo>
                            <a:pt x="5585" y="6626"/>
                            <a:pt x="5299" y="5102"/>
                            <a:pt x="4823" y="3863"/>
                          </a:cubicBezTo>
                          <a:cubicBezTo>
                            <a:pt x="3108" y="-1280"/>
                            <a:pt x="-511" y="-2423"/>
                            <a:pt x="61" y="7578"/>
                          </a:cubicBezTo>
                          <a:cubicBezTo>
                            <a:pt x="632" y="15389"/>
                            <a:pt x="2728" y="22913"/>
                            <a:pt x="4823" y="2653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6" name="Forme libre : forme 14115">
                      <a:extLst>
                        <a:ext uri="{FF2B5EF4-FFF2-40B4-BE49-F238E27FC236}">
                          <a16:creationId xmlns:a16="http://schemas.microsoft.com/office/drawing/2014/main" id="{6329A7A3-98D6-4A31-BEE3-9C1891F214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303" y="4029830"/>
                      <a:ext cx="14668" cy="41916"/>
                    </a:xfrm>
                    <a:custGeom>
                      <a:avLst/>
                      <a:gdLst>
                        <a:gd name="connsiteX0" fmla="*/ 0 w 14668"/>
                        <a:gd name="connsiteY0" fmla="*/ 7 h 41916"/>
                        <a:gd name="connsiteX1" fmla="*/ 14668 w 14668"/>
                        <a:gd name="connsiteY1" fmla="*/ 41917 h 41916"/>
                        <a:gd name="connsiteX2" fmla="*/ 0 w 14668"/>
                        <a:gd name="connsiteY2" fmla="*/ 7 h 41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4668" h="41916">
                          <a:moveTo>
                            <a:pt x="0" y="7"/>
                          </a:moveTo>
                          <a:cubicBezTo>
                            <a:pt x="0" y="7"/>
                            <a:pt x="11335" y="-1517"/>
                            <a:pt x="14668" y="41917"/>
                          </a:cubicBezTo>
                          <a:cubicBezTo>
                            <a:pt x="14668" y="41917"/>
                            <a:pt x="11430" y="8389"/>
                            <a:pt x="0" y="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7" name="Forme libre : forme 14116">
                      <a:extLst>
                        <a:ext uri="{FF2B5EF4-FFF2-40B4-BE49-F238E27FC236}">
                          <a16:creationId xmlns:a16="http://schemas.microsoft.com/office/drawing/2014/main" id="{F5C072CA-C5ED-4B55-98D4-4C296AFEA8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5634" y="4125944"/>
                      <a:ext cx="15240" cy="47625"/>
                    </a:xfrm>
                    <a:custGeom>
                      <a:avLst/>
                      <a:gdLst>
                        <a:gd name="connsiteX0" fmla="*/ 0 w 15240"/>
                        <a:gd name="connsiteY0" fmla="*/ 0 h 47625"/>
                        <a:gd name="connsiteX1" fmla="*/ 15240 w 15240"/>
                        <a:gd name="connsiteY1" fmla="*/ 47625 h 47625"/>
                        <a:gd name="connsiteX2" fmla="*/ 0 w 15240"/>
                        <a:gd name="connsiteY2" fmla="*/ 0 h 47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240" h="47625">
                          <a:moveTo>
                            <a:pt x="0" y="0"/>
                          </a:moveTo>
                          <a:cubicBezTo>
                            <a:pt x="0" y="0"/>
                            <a:pt x="1238" y="43148"/>
                            <a:pt x="15240" y="47625"/>
                          </a:cubicBezTo>
                          <a:cubicBezTo>
                            <a:pt x="15240" y="47625"/>
                            <a:pt x="2762" y="3924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8" name="Forme libre : forme 14117">
                      <a:extLst>
                        <a:ext uri="{FF2B5EF4-FFF2-40B4-BE49-F238E27FC236}">
                          <a16:creationId xmlns:a16="http://schemas.microsoft.com/office/drawing/2014/main" id="{A416CE49-439B-4C46-9036-3813A53CAA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952" y="4070814"/>
                      <a:ext cx="5198" cy="25772"/>
                    </a:xfrm>
                    <a:custGeom>
                      <a:avLst/>
                      <a:gdLst>
                        <a:gd name="connsiteX0" fmla="*/ 3921 w 5198"/>
                        <a:gd name="connsiteY0" fmla="*/ 266 h 25772"/>
                        <a:gd name="connsiteX1" fmla="*/ 4874 w 5198"/>
                        <a:gd name="connsiteY1" fmla="*/ 15506 h 25772"/>
                        <a:gd name="connsiteX2" fmla="*/ 1350 w 5198"/>
                        <a:gd name="connsiteY2" fmla="*/ 25507 h 25772"/>
                        <a:gd name="connsiteX3" fmla="*/ 302 w 5198"/>
                        <a:gd name="connsiteY3" fmla="*/ 10267 h 25772"/>
                        <a:gd name="connsiteX4" fmla="*/ 3921 w 5198"/>
                        <a:gd name="connsiteY4" fmla="*/ 266 h 25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98" h="25772">
                          <a:moveTo>
                            <a:pt x="3921" y="266"/>
                          </a:moveTo>
                          <a:cubicBezTo>
                            <a:pt x="5160" y="1694"/>
                            <a:pt x="5541" y="8552"/>
                            <a:pt x="4874" y="15506"/>
                          </a:cubicBezTo>
                          <a:cubicBezTo>
                            <a:pt x="4207" y="22459"/>
                            <a:pt x="2588" y="26936"/>
                            <a:pt x="1350" y="25507"/>
                          </a:cubicBezTo>
                          <a:cubicBezTo>
                            <a:pt x="112" y="24078"/>
                            <a:pt x="-365" y="17220"/>
                            <a:pt x="302" y="10267"/>
                          </a:cubicBezTo>
                          <a:cubicBezTo>
                            <a:pt x="1064" y="3314"/>
                            <a:pt x="2683" y="-1163"/>
                            <a:pt x="3921" y="26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9" name="Forme libre : forme 14118">
                      <a:extLst>
                        <a:ext uri="{FF2B5EF4-FFF2-40B4-BE49-F238E27FC236}">
                          <a16:creationId xmlns:a16="http://schemas.microsoft.com/office/drawing/2014/main" id="{C0CA5FED-1962-450A-A402-802D2986CF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244" y="4067365"/>
                      <a:ext cx="2105" cy="7048"/>
                    </a:xfrm>
                    <a:custGeom>
                      <a:avLst/>
                      <a:gdLst>
                        <a:gd name="connsiteX0" fmla="*/ 1058 w 2105"/>
                        <a:gd name="connsiteY0" fmla="*/ 0 h 7048"/>
                        <a:gd name="connsiteX1" fmla="*/ 2106 w 2105"/>
                        <a:gd name="connsiteY1" fmla="*/ 3524 h 7048"/>
                        <a:gd name="connsiteX2" fmla="*/ 1058 w 2105"/>
                        <a:gd name="connsiteY2" fmla="*/ 7049 h 7048"/>
                        <a:gd name="connsiteX3" fmla="*/ 10 w 2105"/>
                        <a:gd name="connsiteY3" fmla="*/ 3524 h 7048"/>
                        <a:gd name="connsiteX4" fmla="*/ 1058 w 2105"/>
                        <a:gd name="connsiteY4" fmla="*/ 0 h 7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05" h="7048">
                          <a:moveTo>
                            <a:pt x="1058" y="0"/>
                          </a:moveTo>
                          <a:cubicBezTo>
                            <a:pt x="1630" y="0"/>
                            <a:pt x="2106" y="1619"/>
                            <a:pt x="2106" y="3524"/>
                          </a:cubicBezTo>
                          <a:cubicBezTo>
                            <a:pt x="2106" y="5525"/>
                            <a:pt x="1630" y="7049"/>
                            <a:pt x="1058" y="7049"/>
                          </a:cubicBezTo>
                          <a:cubicBezTo>
                            <a:pt x="487" y="7049"/>
                            <a:pt x="10" y="5429"/>
                            <a:pt x="10" y="3524"/>
                          </a:cubicBezTo>
                          <a:cubicBezTo>
                            <a:pt x="-85" y="1619"/>
                            <a:pt x="487" y="0"/>
                            <a:pt x="105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0" name="Forme libre : forme 14119">
                      <a:extLst>
                        <a:ext uri="{FF2B5EF4-FFF2-40B4-BE49-F238E27FC236}">
                          <a16:creationId xmlns:a16="http://schemas.microsoft.com/office/drawing/2014/main" id="{185D009F-7A9B-4269-A9EE-19F94E6070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7058" y="4036267"/>
                      <a:ext cx="19632" cy="60837"/>
                    </a:xfrm>
                    <a:custGeom>
                      <a:avLst/>
                      <a:gdLst>
                        <a:gd name="connsiteX0" fmla="*/ 7244 w 19632"/>
                        <a:gd name="connsiteY0" fmla="*/ 5000 h 60837"/>
                        <a:gd name="connsiteX1" fmla="*/ 16769 w 19632"/>
                        <a:gd name="connsiteY1" fmla="*/ 47 h 60837"/>
                        <a:gd name="connsiteX2" fmla="*/ 19626 w 19632"/>
                        <a:gd name="connsiteY2" fmla="*/ 5190 h 60837"/>
                        <a:gd name="connsiteX3" fmla="*/ 17626 w 19632"/>
                        <a:gd name="connsiteY3" fmla="*/ 12905 h 60837"/>
                        <a:gd name="connsiteX4" fmla="*/ 8768 w 19632"/>
                        <a:gd name="connsiteY4" fmla="*/ 28622 h 60837"/>
                        <a:gd name="connsiteX5" fmla="*/ 1814 w 19632"/>
                        <a:gd name="connsiteY5" fmla="*/ 60054 h 60837"/>
                        <a:gd name="connsiteX6" fmla="*/ 1624 w 19632"/>
                        <a:gd name="connsiteY6" fmla="*/ 20716 h 60837"/>
                        <a:gd name="connsiteX7" fmla="*/ 7244 w 19632"/>
                        <a:gd name="connsiteY7" fmla="*/ 5000 h 60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632" h="60837">
                          <a:moveTo>
                            <a:pt x="7244" y="5000"/>
                          </a:moveTo>
                          <a:cubicBezTo>
                            <a:pt x="10197" y="713"/>
                            <a:pt x="13530" y="-239"/>
                            <a:pt x="16769" y="47"/>
                          </a:cubicBezTo>
                          <a:cubicBezTo>
                            <a:pt x="17912" y="142"/>
                            <a:pt x="19436" y="1285"/>
                            <a:pt x="19626" y="5190"/>
                          </a:cubicBezTo>
                          <a:cubicBezTo>
                            <a:pt x="19722" y="8714"/>
                            <a:pt x="18674" y="11381"/>
                            <a:pt x="17626" y="12905"/>
                          </a:cubicBezTo>
                          <a:cubicBezTo>
                            <a:pt x="14578" y="17573"/>
                            <a:pt x="10958" y="20144"/>
                            <a:pt x="8768" y="28622"/>
                          </a:cubicBezTo>
                          <a:cubicBezTo>
                            <a:pt x="7339" y="33860"/>
                            <a:pt x="4863" y="66245"/>
                            <a:pt x="1814" y="60054"/>
                          </a:cubicBezTo>
                          <a:cubicBezTo>
                            <a:pt x="-1329" y="53863"/>
                            <a:pt x="290" y="28336"/>
                            <a:pt x="1624" y="20716"/>
                          </a:cubicBezTo>
                          <a:cubicBezTo>
                            <a:pt x="2957" y="13572"/>
                            <a:pt x="5053" y="8238"/>
                            <a:pt x="7244" y="500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73" name="Graphique 1">
                    <a:extLst>
                      <a:ext uri="{FF2B5EF4-FFF2-40B4-BE49-F238E27FC236}">
                        <a16:creationId xmlns:a16="http://schemas.microsoft.com/office/drawing/2014/main" id="{A8D442B3-53FC-4C0A-8345-38B897DC7A8B}"/>
                      </a:ext>
                    </a:extLst>
                  </p:cNvPr>
                  <p:cNvGrpSpPr/>
                  <p:nvPr/>
                </p:nvGrpSpPr>
                <p:grpSpPr>
                  <a:xfrm>
                    <a:off x="3896067" y="3873589"/>
                    <a:ext cx="44176" cy="151677"/>
                    <a:chOff x="3896067" y="3873589"/>
                    <a:chExt cx="44176" cy="151677"/>
                  </a:xfrm>
                  <a:solidFill>
                    <a:schemeClr val="accent1"/>
                  </a:solidFill>
                </p:grpSpPr>
                <p:sp>
                  <p:nvSpPr>
                    <p:cNvPr id="14097" name="Forme libre : forme 14096">
                      <a:extLst>
                        <a:ext uri="{FF2B5EF4-FFF2-40B4-BE49-F238E27FC236}">
                          <a16:creationId xmlns:a16="http://schemas.microsoft.com/office/drawing/2014/main" id="{A15360A2-F6BE-4890-830A-C2D50632C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067" y="3873589"/>
                      <a:ext cx="44088" cy="151677"/>
                    </a:xfrm>
                    <a:custGeom>
                      <a:avLst/>
                      <a:gdLst>
                        <a:gd name="connsiteX0" fmla="*/ 43477 w 44088"/>
                        <a:gd name="connsiteY0" fmla="*/ 49758 h 151677"/>
                        <a:gd name="connsiteX1" fmla="*/ 39953 w 44088"/>
                        <a:gd name="connsiteY1" fmla="*/ 104908 h 151677"/>
                        <a:gd name="connsiteX2" fmla="*/ 23951 w 44088"/>
                        <a:gd name="connsiteY2" fmla="*/ 151676 h 151677"/>
                        <a:gd name="connsiteX3" fmla="*/ 12997 w 44088"/>
                        <a:gd name="connsiteY3" fmla="*/ 151390 h 151677"/>
                        <a:gd name="connsiteX4" fmla="*/ 138 w 44088"/>
                        <a:gd name="connsiteY4" fmla="*/ 103003 h 151677"/>
                        <a:gd name="connsiteX5" fmla="*/ 3662 w 44088"/>
                        <a:gd name="connsiteY5" fmla="*/ 46425 h 151677"/>
                        <a:gd name="connsiteX6" fmla="*/ 22903 w 44088"/>
                        <a:gd name="connsiteY6" fmla="*/ 38 h 151677"/>
                        <a:gd name="connsiteX7" fmla="*/ 33857 w 44088"/>
                        <a:gd name="connsiteY7" fmla="*/ 1371 h 151677"/>
                        <a:gd name="connsiteX8" fmla="*/ 43477 w 44088"/>
                        <a:gd name="connsiteY8" fmla="*/ 49758 h 151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51677">
                          <a:moveTo>
                            <a:pt x="43477" y="49758"/>
                          </a:moveTo>
                          <a:cubicBezTo>
                            <a:pt x="42048" y="68046"/>
                            <a:pt x="40715" y="86430"/>
                            <a:pt x="39953" y="104908"/>
                          </a:cubicBezTo>
                          <a:cubicBezTo>
                            <a:pt x="38714" y="130721"/>
                            <a:pt x="31856" y="151866"/>
                            <a:pt x="23951" y="151676"/>
                          </a:cubicBezTo>
                          <a:lnTo>
                            <a:pt x="12997" y="151390"/>
                          </a:lnTo>
                          <a:cubicBezTo>
                            <a:pt x="5091" y="151200"/>
                            <a:pt x="-1005" y="129483"/>
                            <a:pt x="138" y="103003"/>
                          </a:cubicBezTo>
                          <a:cubicBezTo>
                            <a:pt x="900" y="84144"/>
                            <a:pt x="2234" y="65284"/>
                            <a:pt x="3662" y="46425"/>
                          </a:cubicBezTo>
                          <a:cubicBezTo>
                            <a:pt x="5853" y="19850"/>
                            <a:pt x="14997" y="-1010"/>
                            <a:pt x="22903" y="38"/>
                          </a:cubicBezTo>
                          <a:lnTo>
                            <a:pt x="33857" y="1371"/>
                          </a:lnTo>
                          <a:cubicBezTo>
                            <a:pt x="41858" y="2514"/>
                            <a:pt x="45668" y="24136"/>
                            <a:pt x="43477" y="4975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8" name="Forme libre : forme 14097">
                      <a:extLst>
                        <a:ext uri="{FF2B5EF4-FFF2-40B4-BE49-F238E27FC236}">
                          <a16:creationId xmlns:a16="http://schemas.microsoft.com/office/drawing/2014/main" id="{B520CFD0-9785-463E-8175-654D54599E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350" y="3875055"/>
                      <a:ext cx="24892" cy="150210"/>
                    </a:xfrm>
                    <a:custGeom>
                      <a:avLst/>
                      <a:gdLst>
                        <a:gd name="connsiteX0" fmla="*/ 8096 w 24892"/>
                        <a:gd name="connsiteY0" fmla="*/ 92964 h 150210"/>
                        <a:gd name="connsiteX1" fmla="*/ 0 w 24892"/>
                        <a:gd name="connsiteY1" fmla="*/ 150114 h 150210"/>
                        <a:gd name="connsiteX2" fmla="*/ 4763 w 24892"/>
                        <a:gd name="connsiteY2" fmla="*/ 150209 h 150210"/>
                        <a:gd name="connsiteX3" fmla="*/ 20764 w 24892"/>
                        <a:gd name="connsiteY3" fmla="*/ 103442 h 150210"/>
                        <a:gd name="connsiteX4" fmla="*/ 24289 w 24892"/>
                        <a:gd name="connsiteY4" fmla="*/ 48292 h 150210"/>
                        <a:gd name="connsiteX5" fmla="*/ 14764 w 24892"/>
                        <a:gd name="connsiteY5" fmla="*/ 0 h 150210"/>
                        <a:gd name="connsiteX6" fmla="*/ 14383 w 24892"/>
                        <a:gd name="connsiteY6" fmla="*/ 0 h 150210"/>
                        <a:gd name="connsiteX7" fmla="*/ 8096 w 24892"/>
                        <a:gd name="connsiteY7" fmla="*/ 92964 h 150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4892" h="150210">
                          <a:moveTo>
                            <a:pt x="8096" y="92964"/>
                          </a:moveTo>
                          <a:cubicBezTo>
                            <a:pt x="8763" y="115158"/>
                            <a:pt x="5715" y="137922"/>
                            <a:pt x="0" y="150114"/>
                          </a:cubicBezTo>
                          <a:lnTo>
                            <a:pt x="4763" y="150209"/>
                          </a:lnTo>
                          <a:cubicBezTo>
                            <a:pt x="12668" y="150400"/>
                            <a:pt x="19526" y="129254"/>
                            <a:pt x="20764" y="103442"/>
                          </a:cubicBezTo>
                          <a:cubicBezTo>
                            <a:pt x="21526" y="84963"/>
                            <a:pt x="22860" y="66675"/>
                            <a:pt x="24289" y="48292"/>
                          </a:cubicBezTo>
                          <a:cubicBezTo>
                            <a:pt x="26479" y="22670"/>
                            <a:pt x="22574" y="1048"/>
                            <a:pt x="14764" y="0"/>
                          </a:cubicBezTo>
                          <a:lnTo>
                            <a:pt x="14383" y="0"/>
                          </a:lnTo>
                          <a:cubicBezTo>
                            <a:pt x="11239" y="31528"/>
                            <a:pt x="7144" y="61627"/>
                            <a:pt x="8096" y="92964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9" name="Forme libre : forme 14098">
                      <a:extLst>
                        <a:ext uri="{FF2B5EF4-FFF2-40B4-BE49-F238E27FC236}">
                          <a16:creationId xmlns:a16="http://schemas.microsoft.com/office/drawing/2014/main" id="{A9BF871C-917C-4074-9345-DC44D8C5A8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385" y="3905429"/>
                      <a:ext cx="15827" cy="68592"/>
                    </a:xfrm>
                    <a:custGeom>
                      <a:avLst/>
                      <a:gdLst>
                        <a:gd name="connsiteX0" fmla="*/ 10728 w 15827"/>
                        <a:gd name="connsiteY0" fmla="*/ 11 h 68592"/>
                        <a:gd name="connsiteX1" fmla="*/ 15395 w 15827"/>
                        <a:gd name="connsiteY1" fmla="*/ 34777 h 68592"/>
                        <a:gd name="connsiteX2" fmla="*/ 5870 w 15827"/>
                        <a:gd name="connsiteY2" fmla="*/ 68591 h 68592"/>
                        <a:gd name="connsiteX3" fmla="*/ 346 w 15827"/>
                        <a:gd name="connsiteY3" fmla="*/ 33730 h 68592"/>
                        <a:gd name="connsiteX4" fmla="*/ 10728 w 15827"/>
                        <a:gd name="connsiteY4" fmla="*/ 11 h 68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27" h="68592">
                          <a:moveTo>
                            <a:pt x="10728" y="11"/>
                          </a:moveTo>
                          <a:cubicBezTo>
                            <a:pt x="14919" y="392"/>
                            <a:pt x="16729" y="16013"/>
                            <a:pt x="15395" y="34777"/>
                          </a:cubicBezTo>
                          <a:cubicBezTo>
                            <a:pt x="14062" y="53637"/>
                            <a:pt x="9966" y="68781"/>
                            <a:pt x="5870" y="68591"/>
                          </a:cubicBezTo>
                          <a:cubicBezTo>
                            <a:pt x="1679" y="68401"/>
                            <a:pt x="-988" y="52780"/>
                            <a:pt x="346" y="33730"/>
                          </a:cubicBezTo>
                          <a:cubicBezTo>
                            <a:pt x="1679" y="14680"/>
                            <a:pt x="6537" y="-465"/>
                            <a:pt x="10728" y="11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0" name="Forme libre : forme 14099">
                      <a:extLst>
                        <a:ext uri="{FF2B5EF4-FFF2-40B4-BE49-F238E27FC236}">
                          <a16:creationId xmlns:a16="http://schemas.microsoft.com/office/drawing/2014/main" id="{57B57E1B-BD8A-4BF5-AC31-023B704ED8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826" y="3924681"/>
                      <a:ext cx="15369" cy="49245"/>
                    </a:xfrm>
                    <a:custGeom>
                      <a:avLst/>
                      <a:gdLst>
                        <a:gd name="connsiteX0" fmla="*/ 0 w 15369"/>
                        <a:gd name="connsiteY0" fmla="*/ 33814 h 49245"/>
                        <a:gd name="connsiteX1" fmla="*/ 5429 w 15369"/>
                        <a:gd name="connsiteY1" fmla="*/ 49244 h 49245"/>
                        <a:gd name="connsiteX2" fmla="*/ 14954 w 15369"/>
                        <a:gd name="connsiteY2" fmla="*/ 15430 h 49245"/>
                        <a:gd name="connsiteX3" fmla="*/ 15335 w 15369"/>
                        <a:gd name="connsiteY3" fmla="*/ 0 h 49245"/>
                        <a:gd name="connsiteX4" fmla="*/ 14192 w 15369"/>
                        <a:gd name="connsiteY4" fmla="*/ 8382 h 49245"/>
                        <a:gd name="connsiteX5" fmla="*/ 0 w 15369"/>
                        <a:gd name="connsiteY5" fmla="*/ 33814 h 49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369" h="49245">
                          <a:moveTo>
                            <a:pt x="0" y="33814"/>
                          </a:moveTo>
                          <a:cubicBezTo>
                            <a:pt x="762" y="43053"/>
                            <a:pt x="2857" y="49149"/>
                            <a:pt x="5429" y="49244"/>
                          </a:cubicBezTo>
                          <a:cubicBezTo>
                            <a:pt x="9525" y="49435"/>
                            <a:pt x="13621" y="34290"/>
                            <a:pt x="14954" y="15430"/>
                          </a:cubicBezTo>
                          <a:cubicBezTo>
                            <a:pt x="15335" y="9906"/>
                            <a:pt x="15430" y="4667"/>
                            <a:pt x="15335" y="0"/>
                          </a:cubicBezTo>
                          <a:cubicBezTo>
                            <a:pt x="15049" y="2857"/>
                            <a:pt x="14764" y="5715"/>
                            <a:pt x="14192" y="8382"/>
                          </a:cubicBezTo>
                          <a:cubicBezTo>
                            <a:pt x="10573" y="23431"/>
                            <a:pt x="5048" y="35338"/>
                            <a:pt x="0" y="33814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1" name="Forme libre : forme 14100">
                      <a:extLst>
                        <a:ext uri="{FF2B5EF4-FFF2-40B4-BE49-F238E27FC236}">
                          <a16:creationId xmlns:a16="http://schemas.microsoft.com/office/drawing/2014/main" id="{54E10EED-CC91-4D33-B6C7-66909CDCE5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282" y="3902099"/>
                      <a:ext cx="15807" cy="68493"/>
                    </a:xfrm>
                    <a:custGeom>
                      <a:avLst/>
                      <a:gdLst>
                        <a:gd name="connsiteX0" fmla="*/ 10736 w 15807"/>
                        <a:gd name="connsiteY0" fmla="*/ 7 h 68493"/>
                        <a:gd name="connsiteX1" fmla="*/ 15403 w 15807"/>
                        <a:gd name="connsiteY1" fmla="*/ 34773 h 68493"/>
                        <a:gd name="connsiteX2" fmla="*/ 5783 w 15807"/>
                        <a:gd name="connsiteY2" fmla="*/ 68492 h 68493"/>
                        <a:gd name="connsiteX3" fmla="*/ 354 w 15807"/>
                        <a:gd name="connsiteY3" fmla="*/ 33630 h 68493"/>
                        <a:gd name="connsiteX4" fmla="*/ 10736 w 15807"/>
                        <a:gd name="connsiteY4" fmla="*/ 7 h 68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07" h="68493">
                          <a:moveTo>
                            <a:pt x="10736" y="7"/>
                          </a:moveTo>
                          <a:cubicBezTo>
                            <a:pt x="15022" y="483"/>
                            <a:pt x="16642" y="15914"/>
                            <a:pt x="15403" y="34773"/>
                          </a:cubicBezTo>
                          <a:cubicBezTo>
                            <a:pt x="14070" y="53538"/>
                            <a:pt x="9879" y="68682"/>
                            <a:pt x="5783" y="68492"/>
                          </a:cubicBezTo>
                          <a:cubicBezTo>
                            <a:pt x="1592" y="68301"/>
                            <a:pt x="-980" y="52680"/>
                            <a:pt x="354" y="33630"/>
                          </a:cubicBezTo>
                          <a:cubicBezTo>
                            <a:pt x="1687" y="14675"/>
                            <a:pt x="6736" y="-374"/>
                            <a:pt x="10736" y="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2" name="Forme libre : forme 14101">
                      <a:extLst>
                        <a:ext uri="{FF2B5EF4-FFF2-40B4-BE49-F238E27FC236}">
                          <a16:creationId xmlns:a16="http://schemas.microsoft.com/office/drawing/2014/main" id="{F68328A9-9D4E-4550-B3D9-0E8DD8F6DF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730" y="3918582"/>
                      <a:ext cx="30107" cy="84863"/>
                    </a:xfrm>
                    <a:custGeom>
                      <a:avLst/>
                      <a:gdLst>
                        <a:gd name="connsiteX0" fmla="*/ 12335 w 30107"/>
                        <a:gd name="connsiteY0" fmla="*/ 84585 h 84863"/>
                        <a:gd name="connsiteX1" fmla="*/ 19383 w 30107"/>
                        <a:gd name="connsiteY1" fmla="*/ 82489 h 84863"/>
                        <a:gd name="connsiteX2" fmla="*/ 28337 w 30107"/>
                        <a:gd name="connsiteY2" fmla="*/ 48485 h 84863"/>
                        <a:gd name="connsiteX3" fmla="*/ 29765 w 30107"/>
                        <a:gd name="connsiteY3" fmla="*/ 12766 h 84863"/>
                        <a:gd name="connsiteX4" fmla="*/ 23955 w 30107"/>
                        <a:gd name="connsiteY4" fmla="*/ 765 h 84863"/>
                        <a:gd name="connsiteX5" fmla="*/ 19478 w 30107"/>
                        <a:gd name="connsiteY5" fmla="*/ 12385 h 84863"/>
                        <a:gd name="connsiteX6" fmla="*/ 9287 w 30107"/>
                        <a:gd name="connsiteY6" fmla="*/ 41151 h 84863"/>
                        <a:gd name="connsiteX7" fmla="*/ 143 w 30107"/>
                        <a:gd name="connsiteY7" fmla="*/ 75250 h 84863"/>
                        <a:gd name="connsiteX8" fmla="*/ 12335 w 30107"/>
                        <a:gd name="connsiteY8" fmla="*/ 84585 h 84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0107" h="84863">
                          <a:moveTo>
                            <a:pt x="12335" y="84585"/>
                          </a:moveTo>
                          <a:cubicBezTo>
                            <a:pt x="14716" y="84870"/>
                            <a:pt x="17097" y="85156"/>
                            <a:pt x="19383" y="82489"/>
                          </a:cubicBezTo>
                          <a:cubicBezTo>
                            <a:pt x="23669" y="77345"/>
                            <a:pt x="26717" y="62677"/>
                            <a:pt x="28337" y="48485"/>
                          </a:cubicBezTo>
                          <a:cubicBezTo>
                            <a:pt x="29765" y="36579"/>
                            <a:pt x="30622" y="23625"/>
                            <a:pt x="29765" y="12766"/>
                          </a:cubicBezTo>
                          <a:cubicBezTo>
                            <a:pt x="29003" y="4670"/>
                            <a:pt x="26812" y="-2379"/>
                            <a:pt x="23955" y="765"/>
                          </a:cubicBezTo>
                          <a:cubicBezTo>
                            <a:pt x="22145" y="2670"/>
                            <a:pt x="20812" y="7813"/>
                            <a:pt x="19478" y="12385"/>
                          </a:cubicBezTo>
                          <a:cubicBezTo>
                            <a:pt x="16335" y="23244"/>
                            <a:pt x="12906" y="33054"/>
                            <a:pt x="9287" y="41151"/>
                          </a:cubicBezTo>
                          <a:cubicBezTo>
                            <a:pt x="6048" y="48009"/>
                            <a:pt x="-1096" y="60582"/>
                            <a:pt x="143" y="75250"/>
                          </a:cubicBezTo>
                          <a:cubicBezTo>
                            <a:pt x="1190" y="88299"/>
                            <a:pt x="9096" y="84108"/>
                            <a:pt x="12335" y="8458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3" name="Forme libre : forme 14102">
                      <a:extLst>
                        <a:ext uri="{FF2B5EF4-FFF2-40B4-BE49-F238E27FC236}">
                          <a16:creationId xmlns:a16="http://schemas.microsoft.com/office/drawing/2014/main" id="{A2D9A5A3-1103-4B51-8A70-DDDA57C997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5635" y="3960206"/>
                      <a:ext cx="6819" cy="28482"/>
                    </a:xfrm>
                    <a:custGeom>
                      <a:avLst/>
                      <a:gdLst>
                        <a:gd name="connsiteX0" fmla="*/ 3524 w 6819"/>
                        <a:gd name="connsiteY0" fmla="*/ 26768 h 28482"/>
                        <a:gd name="connsiteX1" fmla="*/ 5048 w 6819"/>
                        <a:gd name="connsiteY1" fmla="*/ 28483 h 28482"/>
                        <a:gd name="connsiteX2" fmla="*/ 6572 w 6819"/>
                        <a:gd name="connsiteY2" fmla="*/ 25911 h 28482"/>
                        <a:gd name="connsiteX3" fmla="*/ 6763 w 6819"/>
                        <a:gd name="connsiteY3" fmla="*/ 20863 h 28482"/>
                        <a:gd name="connsiteX4" fmla="*/ 5810 w 6819"/>
                        <a:gd name="connsiteY4" fmla="*/ 8576 h 28482"/>
                        <a:gd name="connsiteX5" fmla="*/ 5048 w 6819"/>
                        <a:gd name="connsiteY5" fmla="*/ 4099 h 28482"/>
                        <a:gd name="connsiteX6" fmla="*/ 0 w 6819"/>
                        <a:gd name="connsiteY6" fmla="*/ 7528 h 28482"/>
                        <a:gd name="connsiteX7" fmla="*/ 3524 w 6819"/>
                        <a:gd name="connsiteY7" fmla="*/ 26768 h 28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19" h="28482">
                          <a:moveTo>
                            <a:pt x="3524" y="26768"/>
                          </a:moveTo>
                          <a:cubicBezTo>
                            <a:pt x="4001" y="27721"/>
                            <a:pt x="4477" y="28483"/>
                            <a:pt x="5048" y="28483"/>
                          </a:cubicBezTo>
                          <a:cubicBezTo>
                            <a:pt x="5620" y="28483"/>
                            <a:pt x="6287" y="27626"/>
                            <a:pt x="6572" y="25911"/>
                          </a:cubicBezTo>
                          <a:cubicBezTo>
                            <a:pt x="6858" y="24387"/>
                            <a:pt x="6858" y="22577"/>
                            <a:pt x="6763" y="20863"/>
                          </a:cubicBezTo>
                          <a:cubicBezTo>
                            <a:pt x="6572" y="16577"/>
                            <a:pt x="6191" y="12481"/>
                            <a:pt x="5810" y="8576"/>
                          </a:cubicBezTo>
                          <a:cubicBezTo>
                            <a:pt x="5620" y="6956"/>
                            <a:pt x="5429" y="5337"/>
                            <a:pt x="5048" y="4099"/>
                          </a:cubicBezTo>
                          <a:cubicBezTo>
                            <a:pt x="3715" y="-1235"/>
                            <a:pt x="95" y="-2569"/>
                            <a:pt x="0" y="7528"/>
                          </a:cubicBezTo>
                          <a:cubicBezTo>
                            <a:pt x="0" y="15338"/>
                            <a:pt x="1715" y="23054"/>
                            <a:pt x="3524" y="2676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4" name="Forme libre : forme 14103">
                      <a:extLst>
                        <a:ext uri="{FF2B5EF4-FFF2-40B4-BE49-F238E27FC236}">
                          <a16:creationId xmlns:a16="http://schemas.microsoft.com/office/drawing/2014/main" id="{03DDD633-3A89-4F07-9A7A-65934856B7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7828" y="3879437"/>
                      <a:ext cx="11049" cy="42862"/>
                    </a:xfrm>
                    <a:custGeom>
                      <a:avLst/>
                      <a:gdLst>
                        <a:gd name="connsiteX0" fmla="*/ 0 w 11049"/>
                        <a:gd name="connsiteY0" fmla="*/ 0 h 42862"/>
                        <a:gd name="connsiteX1" fmla="*/ 5715 w 11049"/>
                        <a:gd name="connsiteY1" fmla="*/ 5239 h 42862"/>
                        <a:gd name="connsiteX2" fmla="*/ 11049 w 11049"/>
                        <a:gd name="connsiteY2" fmla="*/ 42863 h 42862"/>
                        <a:gd name="connsiteX3" fmla="*/ 9430 w 11049"/>
                        <a:gd name="connsiteY3" fmla="*/ 24956 h 42862"/>
                        <a:gd name="connsiteX4" fmla="*/ 0 w 11049"/>
                        <a:gd name="connsiteY4" fmla="*/ 0 h 42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49" h="42862">
                          <a:moveTo>
                            <a:pt x="0" y="0"/>
                          </a:moveTo>
                          <a:cubicBezTo>
                            <a:pt x="0" y="0"/>
                            <a:pt x="2953" y="-95"/>
                            <a:pt x="5715" y="5239"/>
                          </a:cubicBezTo>
                          <a:cubicBezTo>
                            <a:pt x="8572" y="10573"/>
                            <a:pt x="11049" y="21241"/>
                            <a:pt x="11049" y="42863"/>
                          </a:cubicBezTo>
                          <a:cubicBezTo>
                            <a:pt x="11049" y="42863"/>
                            <a:pt x="10954" y="34481"/>
                            <a:pt x="9430" y="24956"/>
                          </a:cubicBezTo>
                          <a:cubicBezTo>
                            <a:pt x="8001" y="15431"/>
                            <a:pt x="5429" y="476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5" name="Forme libre : forme 14104">
                      <a:extLst>
                        <a:ext uri="{FF2B5EF4-FFF2-40B4-BE49-F238E27FC236}">
                          <a16:creationId xmlns:a16="http://schemas.microsoft.com/office/drawing/2014/main" id="{FCDB38DE-E50B-4531-902B-8DB00EDF53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7468" y="3973734"/>
                      <a:ext cx="12834" cy="48482"/>
                    </a:xfrm>
                    <a:custGeom>
                      <a:avLst/>
                      <a:gdLst>
                        <a:gd name="connsiteX0" fmla="*/ 71 w 12834"/>
                        <a:gd name="connsiteY0" fmla="*/ 0 h 48482"/>
                        <a:gd name="connsiteX1" fmla="*/ 1118 w 12834"/>
                        <a:gd name="connsiteY1" fmla="*/ 22384 h 48482"/>
                        <a:gd name="connsiteX2" fmla="*/ 12834 w 12834"/>
                        <a:gd name="connsiteY2" fmla="*/ 48482 h 48482"/>
                        <a:gd name="connsiteX3" fmla="*/ 71 w 12834"/>
                        <a:gd name="connsiteY3" fmla="*/ 0 h 48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834" h="48482">
                          <a:moveTo>
                            <a:pt x="71" y="0"/>
                          </a:moveTo>
                          <a:cubicBezTo>
                            <a:pt x="71" y="0"/>
                            <a:pt x="-406" y="10858"/>
                            <a:pt x="1118" y="22384"/>
                          </a:cubicBezTo>
                          <a:cubicBezTo>
                            <a:pt x="2547" y="33909"/>
                            <a:pt x="5881" y="46006"/>
                            <a:pt x="12834" y="48482"/>
                          </a:cubicBezTo>
                          <a:cubicBezTo>
                            <a:pt x="12929" y="48482"/>
                            <a:pt x="642" y="39529"/>
                            <a:pt x="7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6" name="Forme libre : forme 14105">
                      <a:extLst>
                        <a:ext uri="{FF2B5EF4-FFF2-40B4-BE49-F238E27FC236}">
                          <a16:creationId xmlns:a16="http://schemas.microsoft.com/office/drawing/2014/main" id="{DA8EB25B-3519-4008-97C6-D8E546AC30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361" y="3919706"/>
                      <a:ext cx="6181" cy="25565"/>
                    </a:xfrm>
                    <a:custGeom>
                      <a:avLst/>
                      <a:gdLst>
                        <a:gd name="connsiteX0" fmla="*/ 5418 w 6181"/>
                        <a:gd name="connsiteY0" fmla="*/ 307 h 25565"/>
                        <a:gd name="connsiteX1" fmla="*/ 5227 w 6181"/>
                        <a:gd name="connsiteY1" fmla="*/ 15548 h 25565"/>
                        <a:gd name="connsiteX2" fmla="*/ 846 w 6181"/>
                        <a:gd name="connsiteY2" fmla="*/ 25263 h 25565"/>
                        <a:gd name="connsiteX3" fmla="*/ 941 w 6181"/>
                        <a:gd name="connsiteY3" fmla="*/ 9928 h 25565"/>
                        <a:gd name="connsiteX4" fmla="*/ 5418 w 6181"/>
                        <a:gd name="connsiteY4" fmla="*/ 307 h 25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81" h="25565">
                          <a:moveTo>
                            <a:pt x="5418" y="307"/>
                          </a:moveTo>
                          <a:cubicBezTo>
                            <a:pt x="6466" y="1831"/>
                            <a:pt x="6466" y="8690"/>
                            <a:pt x="5227" y="15548"/>
                          </a:cubicBezTo>
                          <a:cubicBezTo>
                            <a:pt x="3989" y="22406"/>
                            <a:pt x="2084" y="26787"/>
                            <a:pt x="846" y="25263"/>
                          </a:cubicBezTo>
                          <a:cubicBezTo>
                            <a:pt x="-297" y="23739"/>
                            <a:pt x="-297" y="16881"/>
                            <a:pt x="941" y="9928"/>
                          </a:cubicBezTo>
                          <a:cubicBezTo>
                            <a:pt x="2179" y="3070"/>
                            <a:pt x="4275" y="-1216"/>
                            <a:pt x="5418" y="30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7" name="Forme libre : forme 14106">
                      <a:extLst>
                        <a:ext uri="{FF2B5EF4-FFF2-40B4-BE49-F238E27FC236}">
                          <a16:creationId xmlns:a16="http://schemas.microsoft.com/office/drawing/2014/main" id="{D7EF08D1-BDC6-42BB-B729-A76179E1D4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6920" y="3916294"/>
                      <a:ext cx="2289" cy="7056"/>
                    </a:xfrm>
                    <a:custGeom>
                      <a:avLst/>
                      <a:gdLst>
                        <a:gd name="connsiteX0" fmla="*/ 1478 w 2289"/>
                        <a:gd name="connsiteY0" fmla="*/ 4 h 7056"/>
                        <a:gd name="connsiteX1" fmla="*/ 2240 w 2289"/>
                        <a:gd name="connsiteY1" fmla="*/ 3624 h 7056"/>
                        <a:gd name="connsiteX2" fmla="*/ 812 w 2289"/>
                        <a:gd name="connsiteY2" fmla="*/ 7053 h 7056"/>
                        <a:gd name="connsiteX3" fmla="*/ 50 w 2289"/>
                        <a:gd name="connsiteY3" fmla="*/ 3433 h 7056"/>
                        <a:gd name="connsiteX4" fmla="*/ 1478 w 2289"/>
                        <a:gd name="connsiteY4" fmla="*/ 4 h 7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9" h="7056">
                          <a:moveTo>
                            <a:pt x="1478" y="4"/>
                          </a:moveTo>
                          <a:cubicBezTo>
                            <a:pt x="2050" y="100"/>
                            <a:pt x="2431" y="1719"/>
                            <a:pt x="2240" y="3624"/>
                          </a:cubicBezTo>
                          <a:cubicBezTo>
                            <a:pt x="2050" y="5624"/>
                            <a:pt x="1478" y="7148"/>
                            <a:pt x="812" y="7053"/>
                          </a:cubicBezTo>
                          <a:cubicBezTo>
                            <a:pt x="240" y="6958"/>
                            <a:pt x="-141" y="5338"/>
                            <a:pt x="50" y="3433"/>
                          </a:cubicBezTo>
                          <a:cubicBezTo>
                            <a:pt x="335" y="1433"/>
                            <a:pt x="907" y="-91"/>
                            <a:pt x="1478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8" name="Forme libre : forme 14107">
                      <a:extLst>
                        <a:ext uri="{FF2B5EF4-FFF2-40B4-BE49-F238E27FC236}">
                          <a16:creationId xmlns:a16="http://schemas.microsoft.com/office/drawing/2014/main" id="{7E25A7A9-DAC3-4AF6-97A2-EDE5EA7659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1818" y="3885307"/>
                      <a:ext cx="23264" cy="59565"/>
                    </a:xfrm>
                    <a:custGeom>
                      <a:avLst/>
                      <a:gdLst>
                        <a:gd name="connsiteX0" fmla="*/ 10865 w 23264"/>
                        <a:gd name="connsiteY0" fmla="*/ 4226 h 59565"/>
                        <a:gd name="connsiteX1" fmla="*/ 20866 w 23264"/>
                        <a:gd name="connsiteY1" fmla="*/ 225 h 59565"/>
                        <a:gd name="connsiteX2" fmla="*/ 23247 w 23264"/>
                        <a:gd name="connsiteY2" fmla="*/ 5559 h 59565"/>
                        <a:gd name="connsiteX3" fmla="*/ 20580 w 23264"/>
                        <a:gd name="connsiteY3" fmla="*/ 12989 h 59565"/>
                        <a:gd name="connsiteX4" fmla="*/ 10389 w 23264"/>
                        <a:gd name="connsiteY4" fmla="*/ 27848 h 59565"/>
                        <a:gd name="connsiteX5" fmla="*/ 959 w 23264"/>
                        <a:gd name="connsiteY5" fmla="*/ 58709 h 59565"/>
                        <a:gd name="connsiteX6" fmla="*/ 3912 w 23264"/>
                        <a:gd name="connsiteY6" fmla="*/ 19180 h 59565"/>
                        <a:gd name="connsiteX7" fmla="*/ 10865 w 23264"/>
                        <a:gd name="connsiteY7" fmla="*/ 4226 h 59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64" h="59565">
                          <a:moveTo>
                            <a:pt x="10865" y="4226"/>
                          </a:moveTo>
                          <a:cubicBezTo>
                            <a:pt x="14294" y="225"/>
                            <a:pt x="17628" y="-442"/>
                            <a:pt x="20866" y="225"/>
                          </a:cubicBezTo>
                          <a:cubicBezTo>
                            <a:pt x="22009" y="416"/>
                            <a:pt x="23438" y="1749"/>
                            <a:pt x="23247" y="5559"/>
                          </a:cubicBezTo>
                          <a:cubicBezTo>
                            <a:pt x="23057" y="9083"/>
                            <a:pt x="21723" y="11655"/>
                            <a:pt x="20580" y="12989"/>
                          </a:cubicBezTo>
                          <a:cubicBezTo>
                            <a:pt x="17056" y="17370"/>
                            <a:pt x="13341" y="19561"/>
                            <a:pt x="10389" y="27848"/>
                          </a:cubicBezTo>
                          <a:cubicBezTo>
                            <a:pt x="8388" y="32991"/>
                            <a:pt x="3626" y="65186"/>
                            <a:pt x="959" y="58709"/>
                          </a:cubicBezTo>
                          <a:cubicBezTo>
                            <a:pt x="-1708" y="52232"/>
                            <a:pt x="1816" y="26705"/>
                            <a:pt x="3912" y="19180"/>
                          </a:cubicBezTo>
                          <a:cubicBezTo>
                            <a:pt x="5721" y="12417"/>
                            <a:pt x="8388" y="7274"/>
                            <a:pt x="10865" y="422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74" name="Graphique 1">
                    <a:extLst>
                      <a:ext uri="{FF2B5EF4-FFF2-40B4-BE49-F238E27FC236}">
                        <a16:creationId xmlns:a16="http://schemas.microsoft.com/office/drawing/2014/main" id="{97B90F62-38A3-4678-8E94-F266696C95FB}"/>
                      </a:ext>
                    </a:extLst>
                  </p:cNvPr>
                  <p:cNvGrpSpPr/>
                  <p:nvPr/>
                </p:nvGrpSpPr>
                <p:grpSpPr>
                  <a:xfrm>
                    <a:off x="3909874" y="3726407"/>
                    <a:ext cx="63362" cy="148680"/>
                    <a:chOff x="3909874" y="3726407"/>
                    <a:chExt cx="63362" cy="148680"/>
                  </a:xfrm>
                  <a:solidFill>
                    <a:schemeClr val="accent1"/>
                  </a:solidFill>
                </p:grpSpPr>
                <p:sp>
                  <p:nvSpPr>
                    <p:cNvPr id="14085" name="Forme libre : forme 14084">
                      <a:extLst>
                        <a:ext uri="{FF2B5EF4-FFF2-40B4-BE49-F238E27FC236}">
                          <a16:creationId xmlns:a16="http://schemas.microsoft.com/office/drawing/2014/main" id="{58F66BB6-AC28-4A16-A095-C60A9CD2C1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9874" y="3726407"/>
                      <a:ext cx="63356" cy="148680"/>
                    </a:xfrm>
                    <a:custGeom>
                      <a:avLst/>
                      <a:gdLst>
                        <a:gd name="connsiteX0" fmla="*/ 56149 w 63356"/>
                        <a:gd name="connsiteY0" fmla="*/ 53303 h 148680"/>
                        <a:gd name="connsiteX1" fmla="*/ 41862 w 63356"/>
                        <a:gd name="connsiteY1" fmla="*/ 105214 h 148680"/>
                        <a:gd name="connsiteX2" fmla="*/ 32051 w 63356"/>
                        <a:gd name="connsiteY2" fmla="*/ 136265 h 148680"/>
                        <a:gd name="connsiteX3" fmla="*/ 20145 w 63356"/>
                        <a:gd name="connsiteY3" fmla="*/ 148648 h 148680"/>
                        <a:gd name="connsiteX4" fmla="*/ 9191 w 63356"/>
                        <a:gd name="connsiteY4" fmla="*/ 147314 h 148680"/>
                        <a:gd name="connsiteX5" fmla="*/ 809 w 63356"/>
                        <a:gd name="connsiteY5" fmla="*/ 131979 h 148680"/>
                        <a:gd name="connsiteX6" fmla="*/ 2619 w 63356"/>
                        <a:gd name="connsiteY6" fmla="*/ 96832 h 148680"/>
                        <a:gd name="connsiteX7" fmla="*/ 17859 w 63356"/>
                        <a:gd name="connsiteY7" fmla="*/ 40825 h 148680"/>
                        <a:gd name="connsiteX8" fmla="*/ 33480 w 63356"/>
                        <a:gd name="connsiteY8" fmla="*/ 9678 h 148680"/>
                        <a:gd name="connsiteX9" fmla="*/ 48434 w 63356"/>
                        <a:gd name="connsiteY9" fmla="*/ 344 h 148680"/>
                        <a:gd name="connsiteX10" fmla="*/ 58721 w 63356"/>
                        <a:gd name="connsiteY10" fmla="*/ 4630 h 148680"/>
                        <a:gd name="connsiteX11" fmla="*/ 63198 w 63356"/>
                        <a:gd name="connsiteY11" fmla="*/ 21204 h 148680"/>
                        <a:gd name="connsiteX12" fmla="*/ 56149 w 63356"/>
                        <a:gd name="connsiteY12" fmla="*/ 53303 h 1486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3356" h="148680">
                          <a:moveTo>
                            <a:pt x="56149" y="53303"/>
                          </a:moveTo>
                          <a:cubicBezTo>
                            <a:pt x="50434" y="70448"/>
                            <a:pt x="45672" y="87783"/>
                            <a:pt x="41862" y="105214"/>
                          </a:cubicBezTo>
                          <a:cubicBezTo>
                            <a:pt x="39195" y="117501"/>
                            <a:pt x="35766" y="128264"/>
                            <a:pt x="32051" y="136265"/>
                          </a:cubicBezTo>
                          <a:cubicBezTo>
                            <a:pt x="28336" y="144362"/>
                            <a:pt x="24050" y="149124"/>
                            <a:pt x="20145" y="148648"/>
                          </a:cubicBezTo>
                          <a:lnTo>
                            <a:pt x="9191" y="147314"/>
                          </a:lnTo>
                          <a:cubicBezTo>
                            <a:pt x="5191" y="146838"/>
                            <a:pt x="2333" y="141028"/>
                            <a:pt x="809" y="131979"/>
                          </a:cubicBezTo>
                          <a:cubicBezTo>
                            <a:pt x="-620" y="122835"/>
                            <a:pt x="-239" y="110167"/>
                            <a:pt x="2619" y="96832"/>
                          </a:cubicBezTo>
                          <a:cubicBezTo>
                            <a:pt x="6715" y="77782"/>
                            <a:pt x="11763" y="59113"/>
                            <a:pt x="17859" y="40825"/>
                          </a:cubicBezTo>
                          <a:cubicBezTo>
                            <a:pt x="22050" y="27966"/>
                            <a:pt x="27860" y="17013"/>
                            <a:pt x="33480" y="9678"/>
                          </a:cubicBezTo>
                          <a:cubicBezTo>
                            <a:pt x="39290" y="2439"/>
                            <a:pt x="44719" y="-1180"/>
                            <a:pt x="48434" y="344"/>
                          </a:cubicBezTo>
                          <a:lnTo>
                            <a:pt x="58721" y="4630"/>
                          </a:lnTo>
                          <a:cubicBezTo>
                            <a:pt x="62436" y="6154"/>
                            <a:pt x="63865" y="12440"/>
                            <a:pt x="63198" y="21204"/>
                          </a:cubicBezTo>
                          <a:cubicBezTo>
                            <a:pt x="62626" y="30062"/>
                            <a:pt x="60150" y="41301"/>
                            <a:pt x="56149" y="5330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6" name="Forme libre : forme 14085">
                      <a:extLst>
                        <a:ext uri="{FF2B5EF4-FFF2-40B4-BE49-F238E27FC236}">
                          <a16:creationId xmlns:a16="http://schemas.microsoft.com/office/drawing/2014/main" id="{D4A15F3D-DDAF-47AC-8FB0-9AF4DF0897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5351" y="3730942"/>
                      <a:ext cx="47884" cy="144145"/>
                    </a:xfrm>
                    <a:custGeom>
                      <a:avLst/>
                      <a:gdLst>
                        <a:gd name="connsiteX0" fmla="*/ 15716 w 47884"/>
                        <a:gd name="connsiteY0" fmla="*/ 88392 h 144145"/>
                        <a:gd name="connsiteX1" fmla="*/ 0 w 47884"/>
                        <a:gd name="connsiteY1" fmla="*/ 143542 h 144145"/>
                        <a:gd name="connsiteX2" fmla="*/ 4763 w 47884"/>
                        <a:gd name="connsiteY2" fmla="*/ 144113 h 144145"/>
                        <a:gd name="connsiteX3" fmla="*/ 16669 w 47884"/>
                        <a:gd name="connsiteY3" fmla="*/ 131731 h 144145"/>
                        <a:gd name="connsiteX4" fmla="*/ 26479 w 47884"/>
                        <a:gd name="connsiteY4" fmla="*/ 100679 h 144145"/>
                        <a:gd name="connsiteX5" fmla="*/ 40767 w 47884"/>
                        <a:gd name="connsiteY5" fmla="*/ 48768 h 144145"/>
                        <a:gd name="connsiteX6" fmla="*/ 47720 w 47884"/>
                        <a:gd name="connsiteY6" fmla="*/ 16669 h 144145"/>
                        <a:gd name="connsiteX7" fmla="*/ 43244 w 47884"/>
                        <a:gd name="connsiteY7" fmla="*/ 95 h 144145"/>
                        <a:gd name="connsiteX8" fmla="*/ 42958 w 47884"/>
                        <a:gd name="connsiteY8" fmla="*/ 0 h 144145"/>
                        <a:gd name="connsiteX9" fmla="*/ 15716 w 47884"/>
                        <a:gd name="connsiteY9" fmla="*/ 88392 h 144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7884" h="144145">
                          <a:moveTo>
                            <a:pt x="15716" y="88392"/>
                          </a:moveTo>
                          <a:cubicBezTo>
                            <a:pt x="12287" y="110014"/>
                            <a:pt x="6953" y="131826"/>
                            <a:pt x="0" y="143542"/>
                          </a:cubicBezTo>
                          <a:lnTo>
                            <a:pt x="4763" y="144113"/>
                          </a:lnTo>
                          <a:cubicBezTo>
                            <a:pt x="8763" y="144589"/>
                            <a:pt x="12954" y="139732"/>
                            <a:pt x="16669" y="131731"/>
                          </a:cubicBezTo>
                          <a:cubicBezTo>
                            <a:pt x="20384" y="123730"/>
                            <a:pt x="23813" y="112966"/>
                            <a:pt x="26479" y="100679"/>
                          </a:cubicBezTo>
                          <a:cubicBezTo>
                            <a:pt x="30289" y="83248"/>
                            <a:pt x="35052" y="65913"/>
                            <a:pt x="40767" y="48768"/>
                          </a:cubicBezTo>
                          <a:cubicBezTo>
                            <a:pt x="44672" y="36766"/>
                            <a:pt x="47244" y="25432"/>
                            <a:pt x="47720" y="16669"/>
                          </a:cubicBezTo>
                          <a:cubicBezTo>
                            <a:pt x="48387" y="7906"/>
                            <a:pt x="47054" y="1619"/>
                            <a:pt x="43244" y="95"/>
                          </a:cubicBezTo>
                          <a:lnTo>
                            <a:pt x="42958" y="0"/>
                          </a:lnTo>
                          <a:cubicBezTo>
                            <a:pt x="31623" y="29432"/>
                            <a:pt x="20384" y="57626"/>
                            <a:pt x="15716" y="88392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7" name="Forme libre : forme 14086">
                      <a:extLst>
                        <a:ext uri="{FF2B5EF4-FFF2-40B4-BE49-F238E27FC236}">
                          <a16:creationId xmlns:a16="http://schemas.microsoft.com/office/drawing/2014/main" id="{69340C42-3E7E-41B2-8EBD-5912655608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0873" y="3758079"/>
                      <a:ext cx="24284" cy="65967"/>
                    </a:xfrm>
                    <a:custGeom>
                      <a:avLst/>
                      <a:gdLst>
                        <a:gd name="connsiteX0" fmla="*/ 22196 w 24284"/>
                        <a:gd name="connsiteY0" fmla="*/ 104 h 65967"/>
                        <a:gd name="connsiteX1" fmla="*/ 18863 w 24284"/>
                        <a:gd name="connsiteY1" fmla="*/ 34870 h 65967"/>
                        <a:gd name="connsiteX2" fmla="*/ 2956 w 24284"/>
                        <a:gd name="connsiteY2" fmla="*/ 65922 h 65967"/>
                        <a:gd name="connsiteX3" fmla="*/ 4289 w 24284"/>
                        <a:gd name="connsiteY3" fmla="*/ 30584 h 65967"/>
                        <a:gd name="connsiteX4" fmla="*/ 22196 w 24284"/>
                        <a:gd name="connsiteY4" fmla="*/ 104 h 65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284" h="65967">
                          <a:moveTo>
                            <a:pt x="22196" y="104"/>
                          </a:moveTo>
                          <a:cubicBezTo>
                            <a:pt x="26197" y="1628"/>
                            <a:pt x="24101" y="16963"/>
                            <a:pt x="18863" y="34870"/>
                          </a:cubicBezTo>
                          <a:cubicBezTo>
                            <a:pt x="13529" y="52777"/>
                            <a:pt x="7052" y="66874"/>
                            <a:pt x="2956" y="65922"/>
                          </a:cubicBezTo>
                          <a:cubicBezTo>
                            <a:pt x="-1140" y="65065"/>
                            <a:pt x="-1235" y="49063"/>
                            <a:pt x="4289" y="30584"/>
                          </a:cubicBezTo>
                          <a:cubicBezTo>
                            <a:pt x="9719" y="12106"/>
                            <a:pt x="18291" y="-1325"/>
                            <a:pt x="22196" y="104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8" name="Forme libre : forme 14087">
                      <a:extLst>
                        <a:ext uri="{FF2B5EF4-FFF2-40B4-BE49-F238E27FC236}">
                          <a16:creationId xmlns:a16="http://schemas.microsoft.com/office/drawing/2014/main" id="{5223111F-0F97-4DB7-AA4D-F7D1A9AE61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0869" y="3778281"/>
                      <a:ext cx="22581" cy="45852"/>
                    </a:xfrm>
                    <a:custGeom>
                      <a:avLst/>
                      <a:gdLst>
                        <a:gd name="connsiteX0" fmla="*/ 388 w 22581"/>
                        <a:gd name="connsiteY0" fmla="*/ 29527 h 45852"/>
                        <a:gd name="connsiteX1" fmla="*/ 2960 w 22581"/>
                        <a:gd name="connsiteY1" fmla="*/ 45815 h 45852"/>
                        <a:gd name="connsiteX2" fmla="*/ 18867 w 22581"/>
                        <a:gd name="connsiteY2" fmla="*/ 14764 h 45852"/>
                        <a:gd name="connsiteX3" fmla="*/ 22582 w 22581"/>
                        <a:gd name="connsiteY3" fmla="*/ 0 h 45852"/>
                        <a:gd name="connsiteX4" fmla="*/ 19534 w 22581"/>
                        <a:gd name="connsiteY4" fmla="*/ 7906 h 45852"/>
                        <a:gd name="connsiteX5" fmla="*/ 388 w 22581"/>
                        <a:gd name="connsiteY5" fmla="*/ 29527 h 45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581" h="45852">
                          <a:moveTo>
                            <a:pt x="388" y="29527"/>
                          </a:moveTo>
                          <a:cubicBezTo>
                            <a:pt x="-659" y="38767"/>
                            <a:pt x="484" y="45244"/>
                            <a:pt x="2960" y="45815"/>
                          </a:cubicBezTo>
                          <a:cubicBezTo>
                            <a:pt x="7056" y="46672"/>
                            <a:pt x="13533" y="32575"/>
                            <a:pt x="18867" y="14764"/>
                          </a:cubicBezTo>
                          <a:cubicBezTo>
                            <a:pt x="20296" y="9525"/>
                            <a:pt x="21725" y="4477"/>
                            <a:pt x="22582" y="0"/>
                          </a:cubicBezTo>
                          <a:cubicBezTo>
                            <a:pt x="21725" y="2667"/>
                            <a:pt x="20677" y="5334"/>
                            <a:pt x="19534" y="7906"/>
                          </a:cubicBezTo>
                          <a:cubicBezTo>
                            <a:pt x="12961" y="21431"/>
                            <a:pt x="5056" y="31909"/>
                            <a:pt x="388" y="29527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9" name="Forme libre : forme 14088">
                      <a:extLst>
                        <a:ext uri="{FF2B5EF4-FFF2-40B4-BE49-F238E27FC236}">
                          <a16:creationId xmlns:a16="http://schemas.microsoft.com/office/drawing/2014/main" id="{B0D0C53D-C34F-486D-8BE0-43873B961C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3306" y="3755399"/>
                      <a:ext cx="24562" cy="65695"/>
                    </a:xfrm>
                    <a:custGeom>
                      <a:avLst/>
                      <a:gdLst>
                        <a:gd name="connsiteX0" fmla="*/ 22525 w 24562"/>
                        <a:gd name="connsiteY0" fmla="*/ 118 h 65695"/>
                        <a:gd name="connsiteX1" fmla="*/ 19001 w 24562"/>
                        <a:gd name="connsiteY1" fmla="*/ 34789 h 65695"/>
                        <a:gd name="connsiteX2" fmla="*/ 2904 w 24562"/>
                        <a:gd name="connsiteY2" fmla="*/ 65650 h 65695"/>
                        <a:gd name="connsiteX3" fmla="*/ 4428 w 24562"/>
                        <a:gd name="connsiteY3" fmla="*/ 30407 h 65695"/>
                        <a:gd name="connsiteX4" fmla="*/ 22525 w 24562"/>
                        <a:gd name="connsiteY4" fmla="*/ 118 h 65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562" h="65695">
                          <a:moveTo>
                            <a:pt x="22525" y="118"/>
                          </a:moveTo>
                          <a:cubicBezTo>
                            <a:pt x="26431" y="1642"/>
                            <a:pt x="24430" y="16977"/>
                            <a:pt x="19001" y="34789"/>
                          </a:cubicBezTo>
                          <a:cubicBezTo>
                            <a:pt x="13572" y="52601"/>
                            <a:pt x="7000" y="66602"/>
                            <a:pt x="2904" y="65650"/>
                          </a:cubicBezTo>
                          <a:cubicBezTo>
                            <a:pt x="-1192" y="64793"/>
                            <a:pt x="-1192" y="48791"/>
                            <a:pt x="4428" y="30407"/>
                          </a:cubicBezTo>
                          <a:cubicBezTo>
                            <a:pt x="10048" y="12024"/>
                            <a:pt x="18620" y="-1406"/>
                            <a:pt x="22525" y="11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0" name="Forme libre : forme 14089">
                      <a:extLst>
                        <a:ext uri="{FF2B5EF4-FFF2-40B4-BE49-F238E27FC236}">
                          <a16:creationId xmlns:a16="http://schemas.microsoft.com/office/drawing/2014/main" id="{1D6E2506-3E87-40CB-B564-F41523735F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370" y="3772714"/>
                      <a:ext cx="41497" cy="80651"/>
                    </a:xfrm>
                    <a:custGeom>
                      <a:avLst/>
                      <a:gdLst>
                        <a:gd name="connsiteX0" fmla="*/ 11077 w 41497"/>
                        <a:gd name="connsiteY0" fmla="*/ 80148 h 80651"/>
                        <a:gd name="connsiteX1" fmla="*/ 18411 w 41497"/>
                        <a:gd name="connsiteY1" fmla="*/ 78910 h 80651"/>
                        <a:gd name="connsiteX2" fmla="*/ 32508 w 41497"/>
                        <a:gd name="connsiteY2" fmla="*/ 47382 h 80651"/>
                        <a:gd name="connsiteX3" fmla="*/ 40986 w 41497"/>
                        <a:gd name="connsiteY3" fmla="*/ 13378 h 80651"/>
                        <a:gd name="connsiteX4" fmla="*/ 37937 w 41497"/>
                        <a:gd name="connsiteY4" fmla="*/ 424 h 80651"/>
                        <a:gd name="connsiteX5" fmla="*/ 30889 w 41497"/>
                        <a:gd name="connsiteY5" fmla="*/ 10616 h 80651"/>
                        <a:gd name="connsiteX6" fmla="*/ 14887 w 41497"/>
                        <a:gd name="connsiteY6" fmla="*/ 36524 h 80651"/>
                        <a:gd name="connsiteX7" fmla="*/ 28 w 41497"/>
                        <a:gd name="connsiteY7" fmla="*/ 69004 h 80651"/>
                        <a:gd name="connsiteX8" fmla="*/ 11077 w 41497"/>
                        <a:gd name="connsiteY8" fmla="*/ 80148 h 806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497" h="80651">
                          <a:moveTo>
                            <a:pt x="11077" y="80148"/>
                          </a:moveTo>
                          <a:cubicBezTo>
                            <a:pt x="13363" y="80720"/>
                            <a:pt x="15744" y="81291"/>
                            <a:pt x="18411" y="78910"/>
                          </a:cubicBezTo>
                          <a:cubicBezTo>
                            <a:pt x="23269" y="74433"/>
                            <a:pt x="28317" y="60812"/>
                            <a:pt x="32508" y="47382"/>
                          </a:cubicBezTo>
                          <a:cubicBezTo>
                            <a:pt x="36128" y="36238"/>
                            <a:pt x="39461" y="24046"/>
                            <a:pt x="40986" y="13378"/>
                          </a:cubicBezTo>
                          <a:cubicBezTo>
                            <a:pt x="42128" y="5472"/>
                            <a:pt x="41462" y="-1862"/>
                            <a:pt x="37937" y="424"/>
                          </a:cubicBezTo>
                          <a:cubicBezTo>
                            <a:pt x="35747" y="1853"/>
                            <a:pt x="33270" y="6520"/>
                            <a:pt x="30889" y="10616"/>
                          </a:cubicBezTo>
                          <a:cubicBezTo>
                            <a:pt x="25460" y="20522"/>
                            <a:pt x="20030" y="29285"/>
                            <a:pt x="14887" y="36524"/>
                          </a:cubicBezTo>
                          <a:cubicBezTo>
                            <a:pt x="10410" y="42620"/>
                            <a:pt x="980" y="53954"/>
                            <a:pt x="28" y="69004"/>
                          </a:cubicBezTo>
                          <a:cubicBezTo>
                            <a:pt x="-544" y="82529"/>
                            <a:pt x="7838" y="79291"/>
                            <a:pt x="11077" y="8014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1" name="Forme libre : forme 14090">
                      <a:extLst>
                        <a:ext uri="{FF2B5EF4-FFF2-40B4-BE49-F238E27FC236}">
                          <a16:creationId xmlns:a16="http://schemas.microsoft.com/office/drawing/2014/main" id="{F93C327F-103B-4109-9448-3D31E37137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2521" y="3808713"/>
                      <a:ext cx="6489" cy="28933"/>
                    </a:xfrm>
                    <a:custGeom>
                      <a:avLst/>
                      <a:gdLst>
                        <a:gd name="connsiteX0" fmla="*/ 1211 w 6489"/>
                        <a:gd name="connsiteY0" fmla="*/ 26909 h 28933"/>
                        <a:gd name="connsiteX1" fmla="*/ 2449 w 6489"/>
                        <a:gd name="connsiteY1" fmla="*/ 28909 h 28933"/>
                        <a:gd name="connsiteX2" fmla="*/ 4354 w 6489"/>
                        <a:gd name="connsiteY2" fmla="*/ 26528 h 28933"/>
                        <a:gd name="connsiteX3" fmla="*/ 5211 w 6489"/>
                        <a:gd name="connsiteY3" fmla="*/ 21575 h 28933"/>
                        <a:gd name="connsiteX4" fmla="*/ 6354 w 6489"/>
                        <a:gd name="connsiteY4" fmla="*/ 9192 h 28933"/>
                        <a:gd name="connsiteX5" fmla="*/ 6450 w 6489"/>
                        <a:gd name="connsiteY5" fmla="*/ 4621 h 28933"/>
                        <a:gd name="connsiteX6" fmla="*/ 830 w 6489"/>
                        <a:gd name="connsiteY6" fmla="*/ 7097 h 28933"/>
                        <a:gd name="connsiteX7" fmla="*/ 1211 w 6489"/>
                        <a:gd name="connsiteY7" fmla="*/ 26909 h 2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489" h="28933">
                          <a:moveTo>
                            <a:pt x="1211" y="26909"/>
                          </a:moveTo>
                          <a:cubicBezTo>
                            <a:pt x="1497" y="27862"/>
                            <a:pt x="1877" y="28719"/>
                            <a:pt x="2449" y="28909"/>
                          </a:cubicBezTo>
                          <a:cubicBezTo>
                            <a:pt x="3020" y="29100"/>
                            <a:pt x="3783" y="28147"/>
                            <a:pt x="4354" y="26528"/>
                          </a:cubicBezTo>
                          <a:cubicBezTo>
                            <a:pt x="4830" y="25004"/>
                            <a:pt x="5116" y="23194"/>
                            <a:pt x="5211" y="21575"/>
                          </a:cubicBezTo>
                          <a:cubicBezTo>
                            <a:pt x="5687" y="17289"/>
                            <a:pt x="6164" y="13193"/>
                            <a:pt x="6354" y="9192"/>
                          </a:cubicBezTo>
                          <a:cubicBezTo>
                            <a:pt x="6450" y="7573"/>
                            <a:pt x="6545" y="5954"/>
                            <a:pt x="6450" y="4621"/>
                          </a:cubicBezTo>
                          <a:cubicBezTo>
                            <a:pt x="6164" y="-904"/>
                            <a:pt x="2735" y="-3000"/>
                            <a:pt x="830" y="7097"/>
                          </a:cubicBezTo>
                          <a:cubicBezTo>
                            <a:pt x="-504" y="15003"/>
                            <a:pt x="-123" y="22908"/>
                            <a:pt x="1211" y="2690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2" name="Forme libre : forme 14091">
                      <a:extLst>
                        <a:ext uri="{FF2B5EF4-FFF2-40B4-BE49-F238E27FC236}">
                          <a16:creationId xmlns:a16="http://schemas.microsoft.com/office/drawing/2014/main" id="{D5DBB69B-762D-4475-8F16-F291101898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5357" y="3734657"/>
                      <a:ext cx="4870" cy="43910"/>
                    </a:xfrm>
                    <a:custGeom>
                      <a:avLst/>
                      <a:gdLst>
                        <a:gd name="connsiteX0" fmla="*/ 0 w 4870"/>
                        <a:gd name="connsiteY0" fmla="*/ 0 h 43910"/>
                        <a:gd name="connsiteX1" fmla="*/ 4191 w 4870"/>
                        <a:gd name="connsiteY1" fmla="*/ 6572 h 43910"/>
                        <a:gd name="connsiteX2" fmla="*/ 190 w 4870"/>
                        <a:gd name="connsiteY2" fmla="*/ 43910 h 43910"/>
                        <a:gd name="connsiteX3" fmla="*/ 2857 w 4870"/>
                        <a:gd name="connsiteY3" fmla="*/ 26384 h 43910"/>
                        <a:gd name="connsiteX4" fmla="*/ 0 w 4870"/>
                        <a:gd name="connsiteY4" fmla="*/ 0 h 43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70" h="43910">
                          <a:moveTo>
                            <a:pt x="0" y="0"/>
                          </a:moveTo>
                          <a:cubicBezTo>
                            <a:pt x="0" y="0"/>
                            <a:pt x="2857" y="667"/>
                            <a:pt x="4191" y="6572"/>
                          </a:cubicBezTo>
                          <a:cubicBezTo>
                            <a:pt x="5524" y="12383"/>
                            <a:pt x="5239" y="23336"/>
                            <a:pt x="190" y="43910"/>
                          </a:cubicBezTo>
                          <a:cubicBezTo>
                            <a:pt x="190" y="43910"/>
                            <a:pt x="2000" y="35909"/>
                            <a:pt x="2857" y="26384"/>
                          </a:cubicBezTo>
                          <a:cubicBezTo>
                            <a:pt x="3810" y="16954"/>
                            <a:pt x="3905" y="6001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3" name="Forme libre : forme 14092">
                      <a:extLst>
                        <a:ext uri="{FF2B5EF4-FFF2-40B4-BE49-F238E27FC236}">
                          <a16:creationId xmlns:a16="http://schemas.microsoft.com/office/drawing/2014/main" id="{8A01079A-24BE-4B59-9EF8-25456DCAEE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918" y="3820477"/>
                      <a:ext cx="8766" cy="50673"/>
                    </a:xfrm>
                    <a:custGeom>
                      <a:avLst/>
                      <a:gdLst>
                        <a:gd name="connsiteX0" fmla="*/ 2480 w 8766"/>
                        <a:gd name="connsiteY0" fmla="*/ 0 h 50673"/>
                        <a:gd name="connsiteX1" fmla="*/ 1241 w 8766"/>
                        <a:gd name="connsiteY1" fmla="*/ 6953 h 50673"/>
                        <a:gd name="connsiteX2" fmla="*/ 3 w 8766"/>
                        <a:gd name="connsiteY2" fmla="*/ 22955 h 50673"/>
                        <a:gd name="connsiteX3" fmla="*/ 8766 w 8766"/>
                        <a:gd name="connsiteY3" fmla="*/ 50673 h 50673"/>
                        <a:gd name="connsiteX4" fmla="*/ 3622 w 8766"/>
                        <a:gd name="connsiteY4" fmla="*/ 40576 h 50673"/>
                        <a:gd name="connsiteX5" fmla="*/ 956 w 8766"/>
                        <a:gd name="connsiteY5" fmla="*/ 25051 h 50673"/>
                        <a:gd name="connsiteX6" fmla="*/ 2480 w 8766"/>
                        <a:gd name="connsiteY6" fmla="*/ 0 h 50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66" h="50673">
                          <a:moveTo>
                            <a:pt x="2480" y="0"/>
                          </a:moveTo>
                          <a:cubicBezTo>
                            <a:pt x="2480" y="0"/>
                            <a:pt x="1813" y="2762"/>
                            <a:pt x="1241" y="6953"/>
                          </a:cubicBezTo>
                          <a:cubicBezTo>
                            <a:pt x="765" y="11239"/>
                            <a:pt x="3" y="16954"/>
                            <a:pt x="3" y="22955"/>
                          </a:cubicBezTo>
                          <a:cubicBezTo>
                            <a:pt x="-92" y="35052"/>
                            <a:pt x="2098" y="47434"/>
                            <a:pt x="8766" y="50673"/>
                          </a:cubicBezTo>
                          <a:cubicBezTo>
                            <a:pt x="8766" y="50673"/>
                            <a:pt x="6004" y="48101"/>
                            <a:pt x="3622" y="40576"/>
                          </a:cubicBezTo>
                          <a:cubicBezTo>
                            <a:pt x="2384" y="36862"/>
                            <a:pt x="1432" y="31718"/>
                            <a:pt x="956" y="25051"/>
                          </a:cubicBezTo>
                          <a:cubicBezTo>
                            <a:pt x="479" y="18288"/>
                            <a:pt x="765" y="10001"/>
                            <a:pt x="248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4" name="Forme libre : forme 14093">
                      <a:extLst>
                        <a:ext uri="{FF2B5EF4-FFF2-40B4-BE49-F238E27FC236}">
                          <a16:creationId xmlns:a16="http://schemas.microsoft.com/office/drawing/2014/main" id="{A4B3B3E6-8E51-425B-A03A-0B5E3370CB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6189" y="3771157"/>
                      <a:ext cx="10305" cy="24387"/>
                    </a:xfrm>
                    <a:custGeom>
                      <a:avLst/>
                      <a:gdLst>
                        <a:gd name="connsiteX0" fmla="*/ 10117 w 10305"/>
                        <a:gd name="connsiteY0" fmla="*/ 457 h 24387"/>
                        <a:gd name="connsiteX1" fmla="*/ 6498 w 10305"/>
                        <a:gd name="connsiteY1" fmla="*/ 15316 h 24387"/>
                        <a:gd name="connsiteX2" fmla="*/ 211 w 10305"/>
                        <a:gd name="connsiteY2" fmla="*/ 23983 h 24387"/>
                        <a:gd name="connsiteX3" fmla="*/ 3640 w 10305"/>
                        <a:gd name="connsiteY3" fmla="*/ 9029 h 24387"/>
                        <a:gd name="connsiteX4" fmla="*/ 10117 w 10305"/>
                        <a:gd name="connsiteY4" fmla="*/ 457 h 24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05" h="24387">
                          <a:moveTo>
                            <a:pt x="10117" y="457"/>
                          </a:moveTo>
                          <a:cubicBezTo>
                            <a:pt x="10879" y="2266"/>
                            <a:pt x="9260" y="8839"/>
                            <a:pt x="6498" y="15316"/>
                          </a:cubicBezTo>
                          <a:cubicBezTo>
                            <a:pt x="3831" y="21793"/>
                            <a:pt x="1069" y="25698"/>
                            <a:pt x="211" y="23983"/>
                          </a:cubicBezTo>
                          <a:cubicBezTo>
                            <a:pt x="-551" y="22269"/>
                            <a:pt x="783" y="15411"/>
                            <a:pt x="3640" y="9029"/>
                          </a:cubicBezTo>
                          <a:cubicBezTo>
                            <a:pt x="6498" y="2362"/>
                            <a:pt x="9355" y="-1353"/>
                            <a:pt x="10117" y="45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5" name="Forme libre : forme 14094">
                      <a:extLst>
                        <a:ext uri="{FF2B5EF4-FFF2-40B4-BE49-F238E27FC236}">
                          <a16:creationId xmlns:a16="http://schemas.microsoft.com/office/drawing/2014/main" id="{F9578C6E-113A-4F9D-B27C-0C88A7C119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4354" y="3767881"/>
                      <a:ext cx="3003" cy="6799"/>
                    </a:xfrm>
                    <a:custGeom>
                      <a:avLst/>
                      <a:gdLst>
                        <a:gd name="connsiteX0" fmla="*/ 2619 w 3003"/>
                        <a:gd name="connsiteY0" fmla="*/ 18 h 6799"/>
                        <a:gd name="connsiteX1" fmla="*/ 2524 w 3003"/>
                        <a:gd name="connsiteY1" fmla="*/ 3733 h 6799"/>
                        <a:gd name="connsiteX2" fmla="*/ 429 w 3003"/>
                        <a:gd name="connsiteY2" fmla="*/ 6781 h 6799"/>
                        <a:gd name="connsiteX3" fmla="*/ 429 w 3003"/>
                        <a:gd name="connsiteY3" fmla="*/ 3066 h 6799"/>
                        <a:gd name="connsiteX4" fmla="*/ 2619 w 3003"/>
                        <a:gd name="connsiteY4" fmla="*/ 18 h 6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03" h="6799">
                          <a:moveTo>
                            <a:pt x="2619" y="18"/>
                          </a:moveTo>
                          <a:cubicBezTo>
                            <a:pt x="3191" y="209"/>
                            <a:pt x="3096" y="1828"/>
                            <a:pt x="2524" y="3733"/>
                          </a:cubicBezTo>
                          <a:cubicBezTo>
                            <a:pt x="1953" y="5638"/>
                            <a:pt x="1000" y="6971"/>
                            <a:pt x="429" y="6781"/>
                          </a:cubicBezTo>
                          <a:cubicBezTo>
                            <a:pt x="-143" y="6590"/>
                            <a:pt x="-143" y="4876"/>
                            <a:pt x="429" y="3066"/>
                          </a:cubicBezTo>
                          <a:cubicBezTo>
                            <a:pt x="1000" y="1161"/>
                            <a:pt x="2048" y="-172"/>
                            <a:pt x="2619" y="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6" name="Forme libre : forme 14095">
                      <a:extLst>
                        <a:ext uri="{FF2B5EF4-FFF2-40B4-BE49-F238E27FC236}">
                          <a16:creationId xmlns:a16="http://schemas.microsoft.com/office/drawing/2014/main" id="{39810218-3DAF-409B-B287-1A80CFD7FD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5150" y="3738042"/>
                      <a:ext cx="34935" cy="54659"/>
                    </a:xfrm>
                    <a:custGeom>
                      <a:avLst/>
                      <a:gdLst>
                        <a:gd name="connsiteX0" fmla="*/ 22775 w 34935"/>
                        <a:gd name="connsiteY0" fmla="*/ 2330 h 54659"/>
                        <a:gd name="connsiteX1" fmla="*/ 33539 w 34935"/>
                        <a:gd name="connsiteY1" fmla="*/ 996 h 54659"/>
                        <a:gd name="connsiteX2" fmla="*/ 34396 w 34935"/>
                        <a:gd name="connsiteY2" fmla="*/ 6806 h 54659"/>
                        <a:gd name="connsiteX3" fmla="*/ 29919 w 34935"/>
                        <a:gd name="connsiteY3" fmla="*/ 13379 h 54659"/>
                        <a:gd name="connsiteX4" fmla="*/ 16298 w 34935"/>
                        <a:gd name="connsiteY4" fmla="*/ 25285 h 54659"/>
                        <a:gd name="connsiteX5" fmla="*/ 7345 w 34935"/>
                        <a:gd name="connsiteY5" fmla="*/ 43668 h 54659"/>
                        <a:gd name="connsiteX6" fmla="*/ 106 w 34935"/>
                        <a:gd name="connsiteY6" fmla="*/ 53669 h 54659"/>
                        <a:gd name="connsiteX7" fmla="*/ 4011 w 34935"/>
                        <a:gd name="connsiteY7" fmla="*/ 34429 h 54659"/>
                        <a:gd name="connsiteX8" fmla="*/ 12107 w 34935"/>
                        <a:gd name="connsiteY8" fmla="*/ 15379 h 54659"/>
                        <a:gd name="connsiteX9" fmla="*/ 22775 w 34935"/>
                        <a:gd name="connsiteY9" fmla="*/ 2330 h 54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935" h="54659">
                          <a:moveTo>
                            <a:pt x="22775" y="2330"/>
                          </a:moveTo>
                          <a:cubicBezTo>
                            <a:pt x="27062" y="-718"/>
                            <a:pt x="30681" y="-337"/>
                            <a:pt x="33539" y="996"/>
                          </a:cubicBezTo>
                          <a:cubicBezTo>
                            <a:pt x="34681" y="1568"/>
                            <a:pt x="35539" y="3092"/>
                            <a:pt x="34396" y="6806"/>
                          </a:cubicBezTo>
                          <a:cubicBezTo>
                            <a:pt x="33348" y="10140"/>
                            <a:pt x="31348" y="12236"/>
                            <a:pt x="29919" y="13379"/>
                          </a:cubicBezTo>
                          <a:cubicBezTo>
                            <a:pt x="25347" y="16713"/>
                            <a:pt x="21156" y="17951"/>
                            <a:pt x="16298" y="25285"/>
                          </a:cubicBezTo>
                          <a:cubicBezTo>
                            <a:pt x="14679" y="27571"/>
                            <a:pt x="10869" y="36334"/>
                            <a:pt x="7345" y="43668"/>
                          </a:cubicBezTo>
                          <a:cubicBezTo>
                            <a:pt x="3916" y="51098"/>
                            <a:pt x="772" y="57098"/>
                            <a:pt x="106" y="53669"/>
                          </a:cubicBezTo>
                          <a:cubicBezTo>
                            <a:pt x="-466" y="50145"/>
                            <a:pt x="1344" y="42239"/>
                            <a:pt x="4011" y="34429"/>
                          </a:cubicBezTo>
                          <a:cubicBezTo>
                            <a:pt x="6583" y="26523"/>
                            <a:pt x="10202" y="18808"/>
                            <a:pt x="12107" y="15379"/>
                          </a:cubicBezTo>
                          <a:cubicBezTo>
                            <a:pt x="15631" y="8997"/>
                            <a:pt x="19537" y="4616"/>
                            <a:pt x="22775" y="233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75" name="Graphique 1">
                    <a:extLst>
                      <a:ext uri="{FF2B5EF4-FFF2-40B4-BE49-F238E27FC236}">
                        <a16:creationId xmlns:a16="http://schemas.microsoft.com/office/drawing/2014/main" id="{9BF67F22-1871-4884-AAB7-D0ED2E36645D}"/>
                      </a:ext>
                    </a:extLst>
                  </p:cNvPr>
                  <p:cNvGrpSpPr/>
                  <p:nvPr/>
                </p:nvGrpSpPr>
                <p:grpSpPr>
                  <a:xfrm>
                    <a:off x="3954000" y="3594091"/>
                    <a:ext cx="91999" cy="137209"/>
                    <a:chOff x="3954000" y="3594091"/>
                    <a:chExt cx="91999" cy="137209"/>
                  </a:xfrm>
                  <a:solidFill>
                    <a:schemeClr val="accent1"/>
                  </a:solidFill>
                </p:grpSpPr>
                <p:sp>
                  <p:nvSpPr>
                    <p:cNvPr id="14073" name="Forme libre : forme 14072">
                      <a:extLst>
                        <a:ext uri="{FF2B5EF4-FFF2-40B4-BE49-F238E27FC236}">
                          <a16:creationId xmlns:a16="http://schemas.microsoft.com/office/drawing/2014/main" id="{9E4DDA91-D5CA-4752-A4EF-2E3E6A230A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4000" y="3594091"/>
                      <a:ext cx="91903" cy="137209"/>
                    </a:xfrm>
                    <a:custGeom>
                      <a:avLst/>
                      <a:gdLst>
                        <a:gd name="connsiteX0" fmla="*/ 74412 w 91903"/>
                        <a:gd name="connsiteY0" fmla="*/ 54270 h 137209"/>
                        <a:gd name="connsiteX1" fmla="*/ 47456 w 91903"/>
                        <a:gd name="connsiteY1" fmla="*/ 100752 h 137209"/>
                        <a:gd name="connsiteX2" fmla="*/ 14595 w 91903"/>
                        <a:gd name="connsiteY2" fmla="*/ 136852 h 137209"/>
                        <a:gd name="connsiteX3" fmla="*/ 4307 w 91903"/>
                        <a:gd name="connsiteY3" fmla="*/ 132565 h 137209"/>
                        <a:gd name="connsiteX4" fmla="*/ 11261 w 91903"/>
                        <a:gd name="connsiteY4" fmla="*/ 82273 h 137209"/>
                        <a:gd name="connsiteX5" fmla="*/ 40217 w 91903"/>
                        <a:gd name="connsiteY5" fmla="*/ 31886 h 137209"/>
                        <a:gd name="connsiteX6" fmla="*/ 64029 w 91903"/>
                        <a:gd name="connsiteY6" fmla="*/ 5787 h 137209"/>
                        <a:gd name="connsiteX7" fmla="*/ 81270 w 91903"/>
                        <a:gd name="connsiteY7" fmla="*/ 1215 h 137209"/>
                        <a:gd name="connsiteX8" fmla="*/ 89842 w 91903"/>
                        <a:gd name="connsiteY8" fmla="*/ 8550 h 137209"/>
                        <a:gd name="connsiteX9" fmla="*/ 89366 w 91903"/>
                        <a:gd name="connsiteY9" fmla="*/ 25599 h 137209"/>
                        <a:gd name="connsiteX10" fmla="*/ 74412 w 91903"/>
                        <a:gd name="connsiteY10" fmla="*/ 54270 h 137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1903" h="137209">
                          <a:moveTo>
                            <a:pt x="74412" y="54270"/>
                          </a:moveTo>
                          <a:cubicBezTo>
                            <a:pt x="64601" y="69129"/>
                            <a:pt x="55743" y="84750"/>
                            <a:pt x="47456" y="100752"/>
                          </a:cubicBezTo>
                          <a:cubicBezTo>
                            <a:pt x="36026" y="123135"/>
                            <a:pt x="22119" y="139899"/>
                            <a:pt x="14595" y="136852"/>
                          </a:cubicBezTo>
                          <a:lnTo>
                            <a:pt x="4307" y="132565"/>
                          </a:lnTo>
                          <a:cubicBezTo>
                            <a:pt x="-3122" y="129612"/>
                            <a:pt x="-1026" y="106562"/>
                            <a:pt x="11261" y="82273"/>
                          </a:cubicBezTo>
                          <a:cubicBezTo>
                            <a:pt x="20024" y="65033"/>
                            <a:pt x="29644" y="48269"/>
                            <a:pt x="40217" y="31886"/>
                          </a:cubicBezTo>
                          <a:cubicBezTo>
                            <a:pt x="47646" y="20361"/>
                            <a:pt x="56505" y="11217"/>
                            <a:pt x="64029" y="5787"/>
                          </a:cubicBezTo>
                          <a:cubicBezTo>
                            <a:pt x="71840" y="358"/>
                            <a:pt x="78126" y="-1452"/>
                            <a:pt x="81270" y="1215"/>
                          </a:cubicBezTo>
                          <a:lnTo>
                            <a:pt x="89842" y="8550"/>
                          </a:lnTo>
                          <a:cubicBezTo>
                            <a:pt x="92890" y="11121"/>
                            <a:pt x="92414" y="17598"/>
                            <a:pt x="89366" y="25599"/>
                          </a:cubicBezTo>
                          <a:cubicBezTo>
                            <a:pt x="86604" y="33886"/>
                            <a:pt x="81174" y="43792"/>
                            <a:pt x="74412" y="5427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4" name="Forme libre : forme 14073">
                      <a:extLst>
                        <a:ext uri="{FF2B5EF4-FFF2-40B4-BE49-F238E27FC236}">
                          <a16:creationId xmlns:a16="http://schemas.microsoft.com/office/drawing/2014/main" id="{28B34B7B-BDD3-4094-8607-F6A575222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4118" y="3602450"/>
                      <a:ext cx="81881" cy="128850"/>
                    </a:xfrm>
                    <a:custGeom>
                      <a:avLst/>
                      <a:gdLst>
                        <a:gd name="connsiteX0" fmla="*/ 30004 w 81881"/>
                        <a:gd name="connsiteY0" fmla="*/ 77724 h 128850"/>
                        <a:gd name="connsiteX1" fmla="*/ 15430 w 81881"/>
                        <a:gd name="connsiteY1" fmla="*/ 106299 h 128850"/>
                        <a:gd name="connsiteX2" fmla="*/ 0 w 81881"/>
                        <a:gd name="connsiteY2" fmla="*/ 126683 h 128850"/>
                        <a:gd name="connsiteX3" fmla="*/ 4477 w 81881"/>
                        <a:gd name="connsiteY3" fmla="*/ 128492 h 128850"/>
                        <a:gd name="connsiteX4" fmla="*/ 37338 w 81881"/>
                        <a:gd name="connsiteY4" fmla="*/ 92393 h 128850"/>
                        <a:gd name="connsiteX5" fmla="*/ 64294 w 81881"/>
                        <a:gd name="connsiteY5" fmla="*/ 45911 h 128850"/>
                        <a:gd name="connsiteX6" fmla="*/ 79343 w 81881"/>
                        <a:gd name="connsiteY6" fmla="*/ 17240 h 128850"/>
                        <a:gd name="connsiteX7" fmla="*/ 79820 w 81881"/>
                        <a:gd name="connsiteY7" fmla="*/ 191 h 128850"/>
                        <a:gd name="connsiteX8" fmla="*/ 79534 w 81881"/>
                        <a:gd name="connsiteY8" fmla="*/ 0 h 128850"/>
                        <a:gd name="connsiteX9" fmla="*/ 52102 w 81881"/>
                        <a:gd name="connsiteY9" fmla="*/ 37338 h 128850"/>
                        <a:gd name="connsiteX10" fmla="*/ 30004 w 81881"/>
                        <a:gd name="connsiteY10" fmla="*/ 77724 h 128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1881" h="128850">
                          <a:moveTo>
                            <a:pt x="30004" y="77724"/>
                          </a:moveTo>
                          <a:cubicBezTo>
                            <a:pt x="25622" y="87821"/>
                            <a:pt x="20574" y="97727"/>
                            <a:pt x="15430" y="106299"/>
                          </a:cubicBezTo>
                          <a:cubicBezTo>
                            <a:pt x="10192" y="114871"/>
                            <a:pt x="5048" y="122111"/>
                            <a:pt x="0" y="126683"/>
                          </a:cubicBezTo>
                          <a:lnTo>
                            <a:pt x="4477" y="128492"/>
                          </a:lnTo>
                          <a:cubicBezTo>
                            <a:pt x="12002" y="131540"/>
                            <a:pt x="25908" y="114776"/>
                            <a:pt x="37338" y="92393"/>
                          </a:cubicBezTo>
                          <a:cubicBezTo>
                            <a:pt x="45529" y="76391"/>
                            <a:pt x="54483" y="60770"/>
                            <a:pt x="64294" y="45911"/>
                          </a:cubicBezTo>
                          <a:cubicBezTo>
                            <a:pt x="71056" y="35433"/>
                            <a:pt x="76486" y="25432"/>
                            <a:pt x="79343" y="17240"/>
                          </a:cubicBezTo>
                          <a:cubicBezTo>
                            <a:pt x="82391" y="9239"/>
                            <a:pt x="82867" y="2762"/>
                            <a:pt x="79820" y="191"/>
                          </a:cubicBezTo>
                          <a:lnTo>
                            <a:pt x="79534" y="0"/>
                          </a:lnTo>
                          <a:cubicBezTo>
                            <a:pt x="69723" y="12192"/>
                            <a:pt x="60484" y="24479"/>
                            <a:pt x="52102" y="37338"/>
                          </a:cubicBezTo>
                          <a:cubicBezTo>
                            <a:pt x="43624" y="50102"/>
                            <a:pt x="36195" y="63437"/>
                            <a:pt x="30004" y="77724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5" name="Forme libre : forme 14074">
                      <a:extLst>
                        <a:ext uri="{FF2B5EF4-FFF2-40B4-BE49-F238E27FC236}">
                          <a16:creationId xmlns:a16="http://schemas.microsoft.com/office/drawing/2014/main" id="{5D8B2C14-0BF0-44BA-9363-A593D9C2C8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4548" y="3623788"/>
                      <a:ext cx="37789" cy="59347"/>
                    </a:xfrm>
                    <a:custGeom>
                      <a:avLst/>
                      <a:gdLst>
                        <a:gd name="connsiteX0" fmla="*/ 36816 w 37789"/>
                        <a:gd name="connsiteY0" fmla="*/ 379 h 59347"/>
                        <a:gd name="connsiteX1" fmla="*/ 24719 w 37789"/>
                        <a:gd name="connsiteY1" fmla="*/ 33145 h 59347"/>
                        <a:gd name="connsiteX2" fmla="*/ 1383 w 37789"/>
                        <a:gd name="connsiteY2" fmla="*/ 59148 h 59347"/>
                        <a:gd name="connsiteX3" fmla="*/ 11479 w 37789"/>
                        <a:gd name="connsiteY3" fmla="*/ 25239 h 59347"/>
                        <a:gd name="connsiteX4" fmla="*/ 36816 w 37789"/>
                        <a:gd name="connsiteY4" fmla="*/ 379 h 59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89" h="59347">
                          <a:moveTo>
                            <a:pt x="36816" y="379"/>
                          </a:moveTo>
                          <a:cubicBezTo>
                            <a:pt x="40245" y="2951"/>
                            <a:pt x="34244" y="17143"/>
                            <a:pt x="24719" y="33145"/>
                          </a:cubicBezTo>
                          <a:cubicBezTo>
                            <a:pt x="15098" y="49052"/>
                            <a:pt x="5193" y="61053"/>
                            <a:pt x="1383" y="59148"/>
                          </a:cubicBezTo>
                          <a:cubicBezTo>
                            <a:pt x="-2332" y="57243"/>
                            <a:pt x="1573" y="41717"/>
                            <a:pt x="11479" y="25239"/>
                          </a:cubicBezTo>
                          <a:cubicBezTo>
                            <a:pt x="21385" y="8571"/>
                            <a:pt x="33387" y="-2193"/>
                            <a:pt x="36816" y="379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6" name="Forme libre : forme 14075">
                      <a:extLst>
                        <a:ext uri="{FF2B5EF4-FFF2-40B4-BE49-F238E27FC236}">
                          <a16:creationId xmlns:a16="http://schemas.microsoft.com/office/drawing/2014/main" id="{2669A20E-07AB-4F94-A9D0-8ABDE972B7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4506" y="3643502"/>
                      <a:ext cx="32095" cy="39537"/>
                    </a:xfrm>
                    <a:custGeom>
                      <a:avLst/>
                      <a:gdLst>
                        <a:gd name="connsiteX0" fmla="*/ 2949 w 32095"/>
                        <a:gd name="connsiteY0" fmla="*/ 22955 h 39537"/>
                        <a:gd name="connsiteX1" fmla="*/ 1425 w 32095"/>
                        <a:gd name="connsiteY1" fmla="*/ 39338 h 39537"/>
                        <a:gd name="connsiteX2" fmla="*/ 24761 w 32095"/>
                        <a:gd name="connsiteY2" fmla="*/ 13335 h 39537"/>
                        <a:gd name="connsiteX3" fmla="*/ 32096 w 32095"/>
                        <a:gd name="connsiteY3" fmla="*/ 0 h 39537"/>
                        <a:gd name="connsiteX4" fmla="*/ 27142 w 32095"/>
                        <a:gd name="connsiteY4" fmla="*/ 6763 h 39537"/>
                        <a:gd name="connsiteX5" fmla="*/ 2949 w 32095"/>
                        <a:gd name="connsiteY5" fmla="*/ 22955 h 39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095" h="39537">
                          <a:moveTo>
                            <a:pt x="2949" y="22955"/>
                          </a:moveTo>
                          <a:cubicBezTo>
                            <a:pt x="-290" y="31718"/>
                            <a:pt x="-956" y="38195"/>
                            <a:pt x="1425" y="39338"/>
                          </a:cubicBezTo>
                          <a:cubicBezTo>
                            <a:pt x="5235" y="41243"/>
                            <a:pt x="15141" y="29242"/>
                            <a:pt x="24761" y="13335"/>
                          </a:cubicBezTo>
                          <a:cubicBezTo>
                            <a:pt x="27524" y="8668"/>
                            <a:pt x="30000" y="4096"/>
                            <a:pt x="32096" y="0"/>
                          </a:cubicBezTo>
                          <a:cubicBezTo>
                            <a:pt x="30572" y="2381"/>
                            <a:pt x="28857" y="4572"/>
                            <a:pt x="27142" y="6763"/>
                          </a:cubicBezTo>
                          <a:cubicBezTo>
                            <a:pt x="17236" y="18288"/>
                            <a:pt x="6949" y="26479"/>
                            <a:pt x="2949" y="22955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7" name="Forme libre : forme 14076">
                      <a:extLst>
                        <a:ext uri="{FF2B5EF4-FFF2-40B4-BE49-F238E27FC236}">
                          <a16:creationId xmlns:a16="http://schemas.microsoft.com/office/drawing/2014/main" id="{47BC8E74-68F3-4D37-85F6-4C41F1B9E3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7599" y="3621903"/>
                      <a:ext cx="38062" cy="58947"/>
                    </a:xfrm>
                    <a:custGeom>
                      <a:avLst/>
                      <a:gdLst>
                        <a:gd name="connsiteX0" fmla="*/ 37098 w 38062"/>
                        <a:gd name="connsiteY0" fmla="*/ 359 h 58947"/>
                        <a:gd name="connsiteX1" fmla="*/ 24811 w 38062"/>
                        <a:gd name="connsiteY1" fmla="*/ 32934 h 58947"/>
                        <a:gd name="connsiteX2" fmla="*/ 1380 w 38062"/>
                        <a:gd name="connsiteY2" fmla="*/ 58747 h 58947"/>
                        <a:gd name="connsiteX3" fmla="*/ 11667 w 38062"/>
                        <a:gd name="connsiteY3" fmla="*/ 24933 h 58947"/>
                        <a:gd name="connsiteX4" fmla="*/ 37098 w 38062"/>
                        <a:gd name="connsiteY4" fmla="*/ 359 h 58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62" h="58947">
                          <a:moveTo>
                            <a:pt x="37098" y="359"/>
                          </a:moveTo>
                          <a:cubicBezTo>
                            <a:pt x="40527" y="2931"/>
                            <a:pt x="34431" y="17028"/>
                            <a:pt x="24811" y="32934"/>
                          </a:cubicBezTo>
                          <a:cubicBezTo>
                            <a:pt x="15096" y="48746"/>
                            <a:pt x="5190" y="60652"/>
                            <a:pt x="1380" y="58747"/>
                          </a:cubicBezTo>
                          <a:cubicBezTo>
                            <a:pt x="-2335" y="56842"/>
                            <a:pt x="1570" y="41316"/>
                            <a:pt x="11667" y="24933"/>
                          </a:cubicBezTo>
                          <a:cubicBezTo>
                            <a:pt x="21668" y="8455"/>
                            <a:pt x="33765" y="-2118"/>
                            <a:pt x="37098" y="35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8" name="Forme libre : forme 14077">
                      <a:extLst>
                        <a:ext uri="{FF2B5EF4-FFF2-40B4-BE49-F238E27FC236}">
                          <a16:creationId xmlns:a16="http://schemas.microsoft.com/office/drawing/2014/main" id="{34FB0E7F-BDF1-406D-9AEB-86B3154A87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5114" y="3639363"/>
                      <a:ext cx="57859" cy="71735"/>
                    </a:xfrm>
                    <a:custGeom>
                      <a:avLst/>
                      <a:gdLst>
                        <a:gd name="connsiteX0" fmla="*/ 8910 w 57859"/>
                        <a:gd name="connsiteY0" fmla="*/ 70148 h 71735"/>
                        <a:gd name="connsiteX1" fmla="*/ 16340 w 57859"/>
                        <a:gd name="connsiteY1" fmla="*/ 71005 h 71735"/>
                        <a:gd name="connsiteX2" fmla="*/ 38343 w 57859"/>
                        <a:gd name="connsiteY2" fmla="*/ 44145 h 71735"/>
                        <a:gd name="connsiteX3" fmla="*/ 55011 w 57859"/>
                        <a:gd name="connsiteY3" fmla="*/ 13379 h 71735"/>
                        <a:gd name="connsiteX4" fmla="*/ 55297 w 57859"/>
                        <a:gd name="connsiteY4" fmla="*/ 139 h 71735"/>
                        <a:gd name="connsiteX5" fmla="*/ 45772 w 57859"/>
                        <a:gd name="connsiteY5" fmla="*/ 8140 h 71735"/>
                        <a:gd name="connsiteX6" fmla="*/ 23674 w 57859"/>
                        <a:gd name="connsiteY6" fmla="*/ 29095 h 71735"/>
                        <a:gd name="connsiteX7" fmla="*/ 1004 w 57859"/>
                        <a:gd name="connsiteY7" fmla="*/ 56527 h 71735"/>
                        <a:gd name="connsiteX8" fmla="*/ 8910 w 57859"/>
                        <a:gd name="connsiteY8" fmla="*/ 70148 h 71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7859" h="71735">
                          <a:moveTo>
                            <a:pt x="8910" y="70148"/>
                          </a:moveTo>
                          <a:cubicBezTo>
                            <a:pt x="11006" y="71386"/>
                            <a:pt x="13196" y="72529"/>
                            <a:pt x="16340" y="71005"/>
                          </a:cubicBezTo>
                          <a:cubicBezTo>
                            <a:pt x="22436" y="68052"/>
                            <a:pt x="30722" y="55956"/>
                            <a:pt x="38343" y="44145"/>
                          </a:cubicBezTo>
                          <a:cubicBezTo>
                            <a:pt x="44534" y="34143"/>
                            <a:pt x="51011" y="23285"/>
                            <a:pt x="55011" y="13379"/>
                          </a:cubicBezTo>
                          <a:cubicBezTo>
                            <a:pt x="58154" y="6140"/>
                            <a:pt x="59297" y="-1099"/>
                            <a:pt x="55297" y="139"/>
                          </a:cubicBezTo>
                          <a:cubicBezTo>
                            <a:pt x="52820" y="901"/>
                            <a:pt x="49201" y="4711"/>
                            <a:pt x="45772" y="8140"/>
                          </a:cubicBezTo>
                          <a:cubicBezTo>
                            <a:pt x="37962" y="16236"/>
                            <a:pt x="30532" y="23475"/>
                            <a:pt x="23674" y="29095"/>
                          </a:cubicBezTo>
                          <a:cubicBezTo>
                            <a:pt x="17864" y="33858"/>
                            <a:pt x="5672" y="42335"/>
                            <a:pt x="1004" y="56527"/>
                          </a:cubicBezTo>
                          <a:cubicBezTo>
                            <a:pt x="-2996" y="69195"/>
                            <a:pt x="6053" y="68433"/>
                            <a:pt x="8910" y="7014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9" name="Forme libre : forme 14078">
                      <a:extLst>
                        <a:ext uri="{FF2B5EF4-FFF2-40B4-BE49-F238E27FC236}">
                          <a16:creationId xmlns:a16="http://schemas.microsoft.com/office/drawing/2014/main" id="{080D73E1-B4BB-4235-93D8-32C67A2E91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3055" y="3666173"/>
                      <a:ext cx="11067" cy="27502"/>
                    </a:xfrm>
                    <a:custGeom>
                      <a:avLst/>
                      <a:gdLst>
                        <a:gd name="connsiteX0" fmla="*/ 17 w 11067"/>
                        <a:gd name="connsiteY0" fmla="*/ 25240 h 27502"/>
                        <a:gd name="connsiteX1" fmla="*/ 779 w 11067"/>
                        <a:gd name="connsiteY1" fmla="*/ 27431 h 27502"/>
                        <a:gd name="connsiteX2" fmla="*/ 3255 w 11067"/>
                        <a:gd name="connsiteY2" fmla="*/ 25621 h 27502"/>
                        <a:gd name="connsiteX3" fmla="*/ 5446 w 11067"/>
                        <a:gd name="connsiteY3" fmla="*/ 21049 h 27502"/>
                        <a:gd name="connsiteX4" fmla="*/ 9637 w 11067"/>
                        <a:gd name="connsiteY4" fmla="*/ 9429 h 27502"/>
                        <a:gd name="connsiteX5" fmla="*/ 10875 w 11067"/>
                        <a:gd name="connsiteY5" fmla="*/ 5047 h 27502"/>
                        <a:gd name="connsiteX6" fmla="*/ 4779 w 11067"/>
                        <a:gd name="connsiteY6" fmla="*/ 6000 h 27502"/>
                        <a:gd name="connsiteX7" fmla="*/ 17 w 11067"/>
                        <a:gd name="connsiteY7" fmla="*/ 25240 h 27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067" h="27502">
                          <a:moveTo>
                            <a:pt x="17" y="25240"/>
                          </a:moveTo>
                          <a:cubicBezTo>
                            <a:pt x="112" y="26288"/>
                            <a:pt x="207" y="27241"/>
                            <a:pt x="779" y="27431"/>
                          </a:cubicBezTo>
                          <a:cubicBezTo>
                            <a:pt x="1255" y="27717"/>
                            <a:pt x="2303" y="27145"/>
                            <a:pt x="3255" y="25621"/>
                          </a:cubicBezTo>
                          <a:cubicBezTo>
                            <a:pt x="4112" y="24288"/>
                            <a:pt x="4874" y="22573"/>
                            <a:pt x="5446" y="21049"/>
                          </a:cubicBezTo>
                          <a:cubicBezTo>
                            <a:pt x="6970" y="17049"/>
                            <a:pt x="8399" y="13144"/>
                            <a:pt x="9637" y="9429"/>
                          </a:cubicBezTo>
                          <a:cubicBezTo>
                            <a:pt x="10113" y="7905"/>
                            <a:pt x="10589" y="6286"/>
                            <a:pt x="10875" y="5047"/>
                          </a:cubicBezTo>
                          <a:cubicBezTo>
                            <a:pt x="11828" y="-382"/>
                            <a:pt x="9161" y="-3239"/>
                            <a:pt x="4779" y="6000"/>
                          </a:cubicBezTo>
                          <a:cubicBezTo>
                            <a:pt x="1255" y="13239"/>
                            <a:pt x="-174" y="21049"/>
                            <a:pt x="17" y="2524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0" name="Forme libre : forme 14079">
                      <a:extLst>
                        <a:ext uri="{FF2B5EF4-FFF2-40B4-BE49-F238E27FC236}">
                          <a16:creationId xmlns:a16="http://schemas.microsoft.com/office/drawing/2014/main" id="{C89FA691-CBCD-48E2-B464-511EC55DCA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8221" y="3605117"/>
                      <a:ext cx="13754" cy="42005"/>
                    </a:xfrm>
                    <a:custGeom>
                      <a:avLst/>
                      <a:gdLst>
                        <a:gd name="connsiteX0" fmla="*/ 11525 w 13754"/>
                        <a:gd name="connsiteY0" fmla="*/ 0 h 42005"/>
                        <a:gd name="connsiteX1" fmla="*/ 13716 w 13754"/>
                        <a:gd name="connsiteY1" fmla="*/ 7525 h 42005"/>
                        <a:gd name="connsiteX2" fmla="*/ 0 w 13754"/>
                        <a:gd name="connsiteY2" fmla="*/ 42005 h 42005"/>
                        <a:gd name="connsiteX3" fmla="*/ 2191 w 13754"/>
                        <a:gd name="connsiteY3" fmla="*/ 37243 h 42005"/>
                        <a:gd name="connsiteX4" fmla="*/ 6953 w 13754"/>
                        <a:gd name="connsiteY4" fmla="*/ 26003 h 42005"/>
                        <a:gd name="connsiteX5" fmla="*/ 11525 w 13754"/>
                        <a:gd name="connsiteY5" fmla="*/ 0 h 42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754" h="42005">
                          <a:moveTo>
                            <a:pt x="11525" y="0"/>
                          </a:moveTo>
                          <a:cubicBezTo>
                            <a:pt x="11525" y="0"/>
                            <a:pt x="14097" y="1524"/>
                            <a:pt x="13716" y="7525"/>
                          </a:cubicBezTo>
                          <a:cubicBezTo>
                            <a:pt x="13335" y="13430"/>
                            <a:pt x="10097" y="23622"/>
                            <a:pt x="0" y="42005"/>
                          </a:cubicBezTo>
                          <a:cubicBezTo>
                            <a:pt x="0" y="42005"/>
                            <a:pt x="762" y="40386"/>
                            <a:pt x="2191" y="37243"/>
                          </a:cubicBezTo>
                          <a:cubicBezTo>
                            <a:pt x="3524" y="34385"/>
                            <a:pt x="5334" y="30385"/>
                            <a:pt x="6953" y="26003"/>
                          </a:cubicBezTo>
                          <a:cubicBezTo>
                            <a:pt x="10383" y="17240"/>
                            <a:pt x="13526" y="6858"/>
                            <a:pt x="1152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1" name="Forme libre : forme 14080">
                      <a:extLst>
                        <a:ext uri="{FF2B5EF4-FFF2-40B4-BE49-F238E27FC236}">
                          <a16:creationId xmlns:a16="http://schemas.microsoft.com/office/drawing/2014/main" id="{4754E914-724D-4A3E-A31D-0DE08E2E4A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6700" y="3674268"/>
                      <a:ext cx="11038" cy="50291"/>
                    </a:xfrm>
                    <a:custGeom>
                      <a:avLst/>
                      <a:gdLst>
                        <a:gd name="connsiteX0" fmla="*/ 11038 w 11038"/>
                        <a:gd name="connsiteY0" fmla="*/ 0 h 50291"/>
                        <a:gd name="connsiteX1" fmla="*/ 2846 w 11038"/>
                        <a:gd name="connsiteY1" fmla="*/ 21336 h 50291"/>
                        <a:gd name="connsiteX2" fmla="*/ 3799 w 11038"/>
                        <a:gd name="connsiteY2" fmla="*/ 50292 h 50291"/>
                        <a:gd name="connsiteX3" fmla="*/ 1513 w 11038"/>
                        <a:gd name="connsiteY3" fmla="*/ 39148 h 50291"/>
                        <a:gd name="connsiteX4" fmla="*/ 11038 w 11038"/>
                        <a:gd name="connsiteY4" fmla="*/ 0 h 50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38" h="50291">
                          <a:moveTo>
                            <a:pt x="11038" y="0"/>
                          </a:moveTo>
                          <a:cubicBezTo>
                            <a:pt x="11038" y="0"/>
                            <a:pt x="6085" y="10001"/>
                            <a:pt x="2846" y="21336"/>
                          </a:cubicBezTo>
                          <a:cubicBezTo>
                            <a:pt x="-487" y="32671"/>
                            <a:pt x="-1725" y="45434"/>
                            <a:pt x="3799" y="50292"/>
                          </a:cubicBezTo>
                          <a:cubicBezTo>
                            <a:pt x="3799" y="50292"/>
                            <a:pt x="1799" y="47054"/>
                            <a:pt x="1513" y="39148"/>
                          </a:cubicBezTo>
                          <a:cubicBezTo>
                            <a:pt x="1227" y="31242"/>
                            <a:pt x="2942" y="18574"/>
                            <a:pt x="1103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2" name="Forme libre : forme 14081">
                      <a:extLst>
                        <a:ext uri="{FF2B5EF4-FFF2-40B4-BE49-F238E27FC236}">
                          <a16:creationId xmlns:a16="http://schemas.microsoft.com/office/drawing/2014/main" id="{3453E8D8-76EE-41E3-9FDE-21C4F6E58A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5519" y="3634626"/>
                      <a:ext cx="15775" cy="21265"/>
                    </a:xfrm>
                    <a:custGeom>
                      <a:avLst/>
                      <a:gdLst>
                        <a:gd name="connsiteX0" fmla="*/ 15747 w 15775"/>
                        <a:gd name="connsiteY0" fmla="*/ 589 h 21265"/>
                        <a:gd name="connsiteX1" fmla="*/ 8413 w 15775"/>
                        <a:gd name="connsiteY1" fmla="*/ 14020 h 21265"/>
                        <a:gd name="connsiteX2" fmla="*/ 31 w 15775"/>
                        <a:gd name="connsiteY2" fmla="*/ 20687 h 21265"/>
                        <a:gd name="connsiteX3" fmla="*/ 7175 w 15775"/>
                        <a:gd name="connsiteY3" fmla="*/ 7066 h 21265"/>
                        <a:gd name="connsiteX4" fmla="*/ 15747 w 15775"/>
                        <a:gd name="connsiteY4" fmla="*/ 589 h 21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75" h="21265">
                          <a:moveTo>
                            <a:pt x="15747" y="589"/>
                          </a:moveTo>
                          <a:cubicBezTo>
                            <a:pt x="16129" y="2590"/>
                            <a:pt x="12604" y="8400"/>
                            <a:pt x="8413" y="14020"/>
                          </a:cubicBezTo>
                          <a:cubicBezTo>
                            <a:pt x="4222" y="19639"/>
                            <a:pt x="412" y="22592"/>
                            <a:pt x="31" y="20687"/>
                          </a:cubicBezTo>
                          <a:cubicBezTo>
                            <a:pt x="-350" y="18782"/>
                            <a:pt x="2794" y="12591"/>
                            <a:pt x="7175" y="7066"/>
                          </a:cubicBezTo>
                          <a:cubicBezTo>
                            <a:pt x="11652" y="1542"/>
                            <a:pt x="15462" y="-1315"/>
                            <a:pt x="15747" y="58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3" name="Forme libre : forme 14082">
                      <a:extLst>
                        <a:ext uri="{FF2B5EF4-FFF2-40B4-BE49-F238E27FC236}">
                          <a16:creationId xmlns:a16="http://schemas.microsoft.com/office/drawing/2014/main" id="{47FAD278-3962-4643-882B-2057ED369E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8685" y="3631713"/>
                      <a:ext cx="4290" cy="6148"/>
                    </a:xfrm>
                    <a:custGeom>
                      <a:avLst/>
                      <a:gdLst>
                        <a:gd name="connsiteX0" fmla="*/ 4106 w 4290"/>
                        <a:gd name="connsiteY0" fmla="*/ 74 h 6148"/>
                        <a:gd name="connsiteX1" fmla="*/ 3058 w 4290"/>
                        <a:gd name="connsiteY1" fmla="*/ 3693 h 6148"/>
                        <a:gd name="connsiteX2" fmla="*/ 200 w 4290"/>
                        <a:gd name="connsiteY2" fmla="*/ 6074 h 6148"/>
                        <a:gd name="connsiteX3" fmla="*/ 1248 w 4290"/>
                        <a:gd name="connsiteY3" fmla="*/ 2455 h 6148"/>
                        <a:gd name="connsiteX4" fmla="*/ 4106 w 4290"/>
                        <a:gd name="connsiteY4" fmla="*/ 74 h 6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90" h="6148">
                          <a:moveTo>
                            <a:pt x="4106" y="74"/>
                          </a:moveTo>
                          <a:cubicBezTo>
                            <a:pt x="4582" y="359"/>
                            <a:pt x="4106" y="2074"/>
                            <a:pt x="3058" y="3693"/>
                          </a:cubicBezTo>
                          <a:cubicBezTo>
                            <a:pt x="2010" y="5312"/>
                            <a:pt x="677" y="6455"/>
                            <a:pt x="200" y="6074"/>
                          </a:cubicBezTo>
                          <a:cubicBezTo>
                            <a:pt x="-276" y="5789"/>
                            <a:pt x="105" y="4169"/>
                            <a:pt x="1248" y="2455"/>
                          </a:cubicBezTo>
                          <a:cubicBezTo>
                            <a:pt x="2296" y="836"/>
                            <a:pt x="3534" y="-307"/>
                            <a:pt x="4106" y="7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4" name="Forme libre : forme 14083">
                      <a:extLst>
                        <a:ext uri="{FF2B5EF4-FFF2-40B4-BE49-F238E27FC236}">
                          <a16:creationId xmlns:a16="http://schemas.microsoft.com/office/drawing/2014/main" id="{86D1FEAA-1217-495F-9F0F-76F03B780F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5537" y="3604643"/>
                      <a:ext cx="47356" cy="45734"/>
                    </a:xfrm>
                    <a:custGeom>
                      <a:avLst/>
                      <a:gdLst>
                        <a:gd name="connsiteX0" fmla="*/ 35731 w 47356"/>
                        <a:gd name="connsiteY0" fmla="*/ 759 h 45734"/>
                        <a:gd name="connsiteX1" fmla="*/ 46590 w 47356"/>
                        <a:gd name="connsiteY1" fmla="*/ 2664 h 45734"/>
                        <a:gd name="connsiteX2" fmla="*/ 45828 w 47356"/>
                        <a:gd name="connsiteY2" fmla="*/ 8474 h 45734"/>
                        <a:gd name="connsiteX3" fmla="*/ 39637 w 47356"/>
                        <a:gd name="connsiteY3" fmla="*/ 13428 h 45734"/>
                        <a:gd name="connsiteX4" fmla="*/ 23158 w 47356"/>
                        <a:gd name="connsiteY4" fmla="*/ 21238 h 45734"/>
                        <a:gd name="connsiteX5" fmla="*/ 9633 w 47356"/>
                        <a:gd name="connsiteY5" fmla="*/ 36764 h 45734"/>
                        <a:gd name="connsiteX6" fmla="*/ 12 w 47356"/>
                        <a:gd name="connsiteY6" fmla="*/ 44574 h 45734"/>
                        <a:gd name="connsiteX7" fmla="*/ 8775 w 47356"/>
                        <a:gd name="connsiteY7" fmla="*/ 26858 h 45734"/>
                        <a:gd name="connsiteX8" fmla="*/ 21729 w 47356"/>
                        <a:gd name="connsiteY8" fmla="*/ 10380 h 45734"/>
                        <a:gd name="connsiteX9" fmla="*/ 35731 w 47356"/>
                        <a:gd name="connsiteY9" fmla="*/ 759 h 45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7356" h="45734">
                          <a:moveTo>
                            <a:pt x="35731" y="759"/>
                          </a:moveTo>
                          <a:cubicBezTo>
                            <a:pt x="40779" y="-955"/>
                            <a:pt x="44208" y="473"/>
                            <a:pt x="46590" y="2664"/>
                          </a:cubicBezTo>
                          <a:cubicBezTo>
                            <a:pt x="47542" y="3522"/>
                            <a:pt x="47923" y="5331"/>
                            <a:pt x="45828" y="8474"/>
                          </a:cubicBezTo>
                          <a:cubicBezTo>
                            <a:pt x="43923" y="11332"/>
                            <a:pt x="41351" y="12856"/>
                            <a:pt x="39637" y="13428"/>
                          </a:cubicBezTo>
                          <a:cubicBezTo>
                            <a:pt x="34303" y="15332"/>
                            <a:pt x="29921" y="15332"/>
                            <a:pt x="23158" y="21238"/>
                          </a:cubicBezTo>
                          <a:cubicBezTo>
                            <a:pt x="20967" y="23048"/>
                            <a:pt x="14967" y="30477"/>
                            <a:pt x="9633" y="36764"/>
                          </a:cubicBezTo>
                          <a:cubicBezTo>
                            <a:pt x="4394" y="43050"/>
                            <a:pt x="-273" y="48098"/>
                            <a:pt x="12" y="44574"/>
                          </a:cubicBezTo>
                          <a:cubicBezTo>
                            <a:pt x="394" y="41050"/>
                            <a:pt x="4013" y="33716"/>
                            <a:pt x="8775" y="26858"/>
                          </a:cubicBezTo>
                          <a:cubicBezTo>
                            <a:pt x="13347" y="19905"/>
                            <a:pt x="18872" y="13237"/>
                            <a:pt x="21729" y="10380"/>
                          </a:cubicBezTo>
                          <a:cubicBezTo>
                            <a:pt x="26873" y="5236"/>
                            <a:pt x="31921" y="2093"/>
                            <a:pt x="35731" y="75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76" name="Graphique 1">
                    <a:extLst>
                      <a:ext uri="{FF2B5EF4-FFF2-40B4-BE49-F238E27FC236}">
                        <a16:creationId xmlns:a16="http://schemas.microsoft.com/office/drawing/2014/main" id="{D539450F-3728-4875-B75C-6386EDC88FFE}"/>
                      </a:ext>
                    </a:extLst>
                  </p:cNvPr>
                  <p:cNvGrpSpPr/>
                  <p:nvPr/>
                </p:nvGrpSpPr>
                <p:grpSpPr>
                  <a:xfrm>
                    <a:off x="4033485" y="3525297"/>
                    <a:ext cx="139707" cy="78669"/>
                    <a:chOff x="4033485" y="3525297"/>
                    <a:chExt cx="139707" cy="78669"/>
                  </a:xfrm>
                  <a:solidFill>
                    <a:schemeClr val="accent1"/>
                  </a:solidFill>
                </p:grpSpPr>
                <p:sp>
                  <p:nvSpPr>
                    <p:cNvPr id="14061" name="Forme libre : forme 14060">
                      <a:extLst>
                        <a:ext uri="{FF2B5EF4-FFF2-40B4-BE49-F238E27FC236}">
                          <a16:creationId xmlns:a16="http://schemas.microsoft.com/office/drawing/2014/main" id="{E6160782-197A-4E90-BF4E-29DCD0FC5A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3485" y="3525297"/>
                      <a:ext cx="139707" cy="78669"/>
                    </a:xfrm>
                    <a:custGeom>
                      <a:avLst/>
                      <a:gdLst>
                        <a:gd name="connsiteX0" fmla="*/ 91320 w 139707"/>
                        <a:gd name="connsiteY0" fmla="*/ 41434 h 78669"/>
                        <a:gd name="connsiteX1" fmla="*/ 72461 w 139707"/>
                        <a:gd name="connsiteY1" fmla="*/ 45625 h 78669"/>
                        <a:gd name="connsiteX2" fmla="*/ 52744 w 139707"/>
                        <a:gd name="connsiteY2" fmla="*/ 57245 h 78669"/>
                        <a:gd name="connsiteX3" fmla="*/ 39409 w 139707"/>
                        <a:gd name="connsiteY3" fmla="*/ 66866 h 78669"/>
                        <a:gd name="connsiteX4" fmla="*/ 27217 w 139707"/>
                        <a:gd name="connsiteY4" fmla="*/ 74391 h 78669"/>
                        <a:gd name="connsiteX5" fmla="*/ 17216 w 139707"/>
                        <a:gd name="connsiteY5" fmla="*/ 78391 h 78669"/>
                        <a:gd name="connsiteX6" fmla="*/ 10453 w 139707"/>
                        <a:gd name="connsiteY6" fmla="*/ 77343 h 78669"/>
                        <a:gd name="connsiteX7" fmla="*/ 1880 w 139707"/>
                        <a:gd name="connsiteY7" fmla="*/ 70009 h 78669"/>
                        <a:gd name="connsiteX8" fmla="*/ 71 w 139707"/>
                        <a:gd name="connsiteY8" fmla="*/ 63341 h 78669"/>
                        <a:gd name="connsiteX9" fmla="*/ 3786 w 139707"/>
                        <a:gd name="connsiteY9" fmla="*/ 52197 h 78669"/>
                        <a:gd name="connsiteX10" fmla="*/ 13120 w 139707"/>
                        <a:gd name="connsiteY10" fmla="*/ 38481 h 78669"/>
                        <a:gd name="connsiteX11" fmla="*/ 28074 w 139707"/>
                        <a:gd name="connsiteY11" fmla="*/ 24289 h 78669"/>
                        <a:gd name="connsiteX12" fmla="*/ 56363 w 139707"/>
                        <a:gd name="connsiteY12" fmla="*/ 7620 h 78669"/>
                        <a:gd name="connsiteX13" fmla="*/ 91797 w 139707"/>
                        <a:gd name="connsiteY13" fmla="*/ 0 h 78669"/>
                        <a:gd name="connsiteX14" fmla="*/ 104941 w 139707"/>
                        <a:gd name="connsiteY14" fmla="*/ 1619 h 78669"/>
                        <a:gd name="connsiteX15" fmla="*/ 116467 w 139707"/>
                        <a:gd name="connsiteY15" fmla="*/ 5715 h 78669"/>
                        <a:gd name="connsiteX16" fmla="*/ 133230 w 139707"/>
                        <a:gd name="connsiteY16" fmla="*/ 18574 h 78669"/>
                        <a:gd name="connsiteX17" fmla="*/ 139707 w 139707"/>
                        <a:gd name="connsiteY17" fmla="*/ 33528 h 78669"/>
                        <a:gd name="connsiteX18" fmla="*/ 136374 w 139707"/>
                        <a:gd name="connsiteY18" fmla="*/ 40672 h 78669"/>
                        <a:gd name="connsiteX19" fmla="*/ 125420 w 139707"/>
                        <a:gd name="connsiteY19" fmla="*/ 44196 h 78669"/>
                        <a:gd name="connsiteX20" fmla="*/ 119134 w 139707"/>
                        <a:gd name="connsiteY20" fmla="*/ 44387 h 78669"/>
                        <a:gd name="connsiteX21" fmla="*/ 112466 w 139707"/>
                        <a:gd name="connsiteY21" fmla="*/ 44006 h 78669"/>
                        <a:gd name="connsiteX22" fmla="*/ 102750 w 139707"/>
                        <a:gd name="connsiteY22" fmla="*/ 42482 h 78669"/>
                        <a:gd name="connsiteX23" fmla="*/ 97130 w 139707"/>
                        <a:gd name="connsiteY23" fmla="*/ 41815 h 78669"/>
                        <a:gd name="connsiteX24" fmla="*/ 91320 w 139707"/>
                        <a:gd name="connsiteY24" fmla="*/ 41434 h 78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39707" h="78669">
                          <a:moveTo>
                            <a:pt x="91320" y="41434"/>
                          </a:moveTo>
                          <a:cubicBezTo>
                            <a:pt x="85510" y="41434"/>
                            <a:pt x="79033" y="42958"/>
                            <a:pt x="72461" y="45625"/>
                          </a:cubicBezTo>
                          <a:cubicBezTo>
                            <a:pt x="65888" y="48292"/>
                            <a:pt x="59221" y="52578"/>
                            <a:pt x="52744" y="57245"/>
                          </a:cubicBezTo>
                          <a:cubicBezTo>
                            <a:pt x="48267" y="60770"/>
                            <a:pt x="43695" y="63818"/>
                            <a:pt x="39409" y="66866"/>
                          </a:cubicBezTo>
                          <a:cubicBezTo>
                            <a:pt x="35028" y="69628"/>
                            <a:pt x="31027" y="72485"/>
                            <a:pt x="27217" y="74391"/>
                          </a:cubicBezTo>
                          <a:cubicBezTo>
                            <a:pt x="23407" y="76295"/>
                            <a:pt x="20073" y="77915"/>
                            <a:pt x="17216" y="78391"/>
                          </a:cubicBezTo>
                          <a:cubicBezTo>
                            <a:pt x="14359" y="78962"/>
                            <a:pt x="11977" y="78677"/>
                            <a:pt x="10453" y="77343"/>
                          </a:cubicBezTo>
                          <a:lnTo>
                            <a:pt x="1880" y="70009"/>
                          </a:lnTo>
                          <a:cubicBezTo>
                            <a:pt x="357" y="68675"/>
                            <a:pt x="-215" y="66389"/>
                            <a:pt x="71" y="63341"/>
                          </a:cubicBezTo>
                          <a:cubicBezTo>
                            <a:pt x="452" y="60293"/>
                            <a:pt x="1500" y="56388"/>
                            <a:pt x="3786" y="52197"/>
                          </a:cubicBezTo>
                          <a:cubicBezTo>
                            <a:pt x="6072" y="48006"/>
                            <a:pt x="8929" y="43149"/>
                            <a:pt x="13120" y="38481"/>
                          </a:cubicBezTo>
                          <a:cubicBezTo>
                            <a:pt x="17025" y="33624"/>
                            <a:pt x="22264" y="28861"/>
                            <a:pt x="28074" y="24289"/>
                          </a:cubicBezTo>
                          <a:cubicBezTo>
                            <a:pt x="36647" y="18002"/>
                            <a:pt x="45791" y="12097"/>
                            <a:pt x="56363" y="7620"/>
                          </a:cubicBezTo>
                          <a:cubicBezTo>
                            <a:pt x="67032" y="3239"/>
                            <a:pt x="78938" y="0"/>
                            <a:pt x="91797" y="0"/>
                          </a:cubicBezTo>
                          <a:cubicBezTo>
                            <a:pt x="96273" y="286"/>
                            <a:pt x="100750" y="667"/>
                            <a:pt x="104941" y="1619"/>
                          </a:cubicBezTo>
                          <a:cubicBezTo>
                            <a:pt x="109037" y="2858"/>
                            <a:pt x="113037" y="3905"/>
                            <a:pt x="116467" y="5715"/>
                          </a:cubicBezTo>
                          <a:cubicBezTo>
                            <a:pt x="123229" y="9239"/>
                            <a:pt x="128944" y="13145"/>
                            <a:pt x="133230" y="18574"/>
                          </a:cubicBezTo>
                          <a:cubicBezTo>
                            <a:pt x="137517" y="23527"/>
                            <a:pt x="139612" y="29623"/>
                            <a:pt x="139707" y="33528"/>
                          </a:cubicBezTo>
                          <a:cubicBezTo>
                            <a:pt x="139707" y="37719"/>
                            <a:pt x="138279" y="40005"/>
                            <a:pt x="136374" y="40672"/>
                          </a:cubicBezTo>
                          <a:lnTo>
                            <a:pt x="125420" y="44196"/>
                          </a:lnTo>
                          <a:cubicBezTo>
                            <a:pt x="123420" y="44863"/>
                            <a:pt x="121229" y="44577"/>
                            <a:pt x="119134" y="44387"/>
                          </a:cubicBezTo>
                          <a:cubicBezTo>
                            <a:pt x="116752" y="44196"/>
                            <a:pt x="114466" y="44101"/>
                            <a:pt x="112466" y="44006"/>
                          </a:cubicBezTo>
                          <a:cubicBezTo>
                            <a:pt x="110180" y="43625"/>
                            <a:pt x="106560" y="43244"/>
                            <a:pt x="102750" y="42482"/>
                          </a:cubicBezTo>
                          <a:cubicBezTo>
                            <a:pt x="100941" y="42101"/>
                            <a:pt x="99036" y="42196"/>
                            <a:pt x="97130" y="41815"/>
                          </a:cubicBezTo>
                          <a:cubicBezTo>
                            <a:pt x="95321" y="41624"/>
                            <a:pt x="93321" y="41720"/>
                            <a:pt x="91320" y="41434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2" name="Forme libre : forme 14061">
                      <a:extLst>
                        <a:ext uri="{FF2B5EF4-FFF2-40B4-BE49-F238E27FC236}">
                          <a16:creationId xmlns:a16="http://schemas.microsoft.com/office/drawing/2014/main" id="{267522A1-0502-4D2D-88D8-60E738A425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0223" y="3551396"/>
                      <a:ext cx="119157" cy="52475"/>
                    </a:xfrm>
                    <a:custGeom>
                      <a:avLst/>
                      <a:gdLst>
                        <a:gd name="connsiteX0" fmla="*/ 45625 w 119157"/>
                        <a:gd name="connsiteY0" fmla="*/ 14859 h 52475"/>
                        <a:gd name="connsiteX1" fmla="*/ 21241 w 119157"/>
                        <a:gd name="connsiteY1" fmla="*/ 34099 h 52475"/>
                        <a:gd name="connsiteX2" fmla="*/ 0 w 119157"/>
                        <a:gd name="connsiteY2" fmla="*/ 48006 h 52475"/>
                        <a:gd name="connsiteX3" fmla="*/ 3715 w 119157"/>
                        <a:gd name="connsiteY3" fmla="*/ 51149 h 52475"/>
                        <a:gd name="connsiteX4" fmla="*/ 10478 w 119157"/>
                        <a:gd name="connsiteY4" fmla="*/ 52197 h 52475"/>
                        <a:gd name="connsiteX5" fmla="*/ 20479 w 119157"/>
                        <a:gd name="connsiteY5" fmla="*/ 48196 h 52475"/>
                        <a:gd name="connsiteX6" fmla="*/ 32671 w 119157"/>
                        <a:gd name="connsiteY6" fmla="*/ 40672 h 52475"/>
                        <a:gd name="connsiteX7" fmla="*/ 46006 w 119157"/>
                        <a:gd name="connsiteY7" fmla="*/ 31051 h 52475"/>
                        <a:gd name="connsiteX8" fmla="*/ 65722 w 119157"/>
                        <a:gd name="connsiteY8" fmla="*/ 19431 h 52475"/>
                        <a:gd name="connsiteX9" fmla="*/ 84582 w 119157"/>
                        <a:gd name="connsiteY9" fmla="*/ 15240 h 52475"/>
                        <a:gd name="connsiteX10" fmla="*/ 90488 w 119157"/>
                        <a:gd name="connsiteY10" fmla="*/ 15621 h 52475"/>
                        <a:gd name="connsiteX11" fmla="*/ 96107 w 119157"/>
                        <a:gd name="connsiteY11" fmla="*/ 16288 h 52475"/>
                        <a:gd name="connsiteX12" fmla="*/ 105823 w 119157"/>
                        <a:gd name="connsiteY12" fmla="*/ 17812 h 52475"/>
                        <a:gd name="connsiteX13" fmla="*/ 112490 w 119157"/>
                        <a:gd name="connsiteY13" fmla="*/ 18193 h 52475"/>
                        <a:gd name="connsiteX14" fmla="*/ 118777 w 119157"/>
                        <a:gd name="connsiteY14" fmla="*/ 18002 h 52475"/>
                        <a:gd name="connsiteX15" fmla="*/ 119158 w 119157"/>
                        <a:gd name="connsiteY15" fmla="*/ 17907 h 52475"/>
                        <a:gd name="connsiteX16" fmla="*/ 105537 w 119157"/>
                        <a:gd name="connsiteY16" fmla="*/ 5048 h 52475"/>
                        <a:gd name="connsiteX17" fmla="*/ 85344 w 119157"/>
                        <a:gd name="connsiteY17" fmla="*/ 0 h 52475"/>
                        <a:gd name="connsiteX18" fmla="*/ 64579 w 119157"/>
                        <a:gd name="connsiteY18" fmla="*/ 4000 h 52475"/>
                        <a:gd name="connsiteX19" fmla="*/ 45625 w 119157"/>
                        <a:gd name="connsiteY19" fmla="*/ 14859 h 52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19157" h="52475">
                          <a:moveTo>
                            <a:pt x="45625" y="14859"/>
                          </a:moveTo>
                          <a:cubicBezTo>
                            <a:pt x="36767" y="21907"/>
                            <a:pt x="29909" y="27241"/>
                            <a:pt x="21241" y="34099"/>
                          </a:cubicBezTo>
                          <a:cubicBezTo>
                            <a:pt x="13526" y="40100"/>
                            <a:pt x="6191" y="45244"/>
                            <a:pt x="0" y="48006"/>
                          </a:cubicBezTo>
                          <a:lnTo>
                            <a:pt x="3715" y="51149"/>
                          </a:lnTo>
                          <a:cubicBezTo>
                            <a:pt x="5239" y="52483"/>
                            <a:pt x="7620" y="52769"/>
                            <a:pt x="10478" y="52197"/>
                          </a:cubicBezTo>
                          <a:cubicBezTo>
                            <a:pt x="13430" y="51721"/>
                            <a:pt x="16669" y="50101"/>
                            <a:pt x="20479" y="48196"/>
                          </a:cubicBezTo>
                          <a:cubicBezTo>
                            <a:pt x="24289" y="46291"/>
                            <a:pt x="28289" y="43529"/>
                            <a:pt x="32671" y="40672"/>
                          </a:cubicBezTo>
                          <a:cubicBezTo>
                            <a:pt x="36957" y="37624"/>
                            <a:pt x="41529" y="34576"/>
                            <a:pt x="46006" y="31051"/>
                          </a:cubicBezTo>
                          <a:cubicBezTo>
                            <a:pt x="52483" y="26384"/>
                            <a:pt x="59150" y="22098"/>
                            <a:pt x="65722" y="19431"/>
                          </a:cubicBezTo>
                          <a:cubicBezTo>
                            <a:pt x="72295" y="16764"/>
                            <a:pt x="78772" y="15240"/>
                            <a:pt x="84582" y="15240"/>
                          </a:cubicBezTo>
                          <a:cubicBezTo>
                            <a:pt x="86582" y="15526"/>
                            <a:pt x="88583" y="15430"/>
                            <a:pt x="90488" y="15621"/>
                          </a:cubicBezTo>
                          <a:cubicBezTo>
                            <a:pt x="92297" y="16097"/>
                            <a:pt x="94297" y="15907"/>
                            <a:pt x="96107" y="16288"/>
                          </a:cubicBezTo>
                          <a:cubicBezTo>
                            <a:pt x="99822" y="17050"/>
                            <a:pt x="103537" y="17431"/>
                            <a:pt x="105823" y="17812"/>
                          </a:cubicBezTo>
                          <a:cubicBezTo>
                            <a:pt x="107823" y="17907"/>
                            <a:pt x="110109" y="18097"/>
                            <a:pt x="112490" y="18193"/>
                          </a:cubicBezTo>
                          <a:cubicBezTo>
                            <a:pt x="114586" y="18383"/>
                            <a:pt x="116777" y="18669"/>
                            <a:pt x="118777" y="18002"/>
                          </a:cubicBezTo>
                          <a:lnTo>
                            <a:pt x="119158" y="17907"/>
                          </a:lnTo>
                          <a:cubicBezTo>
                            <a:pt x="117158" y="12287"/>
                            <a:pt x="112014" y="8001"/>
                            <a:pt x="105537" y="5048"/>
                          </a:cubicBezTo>
                          <a:cubicBezTo>
                            <a:pt x="99251" y="1810"/>
                            <a:pt x="92297" y="476"/>
                            <a:pt x="85344" y="0"/>
                          </a:cubicBezTo>
                          <a:cubicBezTo>
                            <a:pt x="78391" y="286"/>
                            <a:pt x="71247" y="1048"/>
                            <a:pt x="64579" y="4000"/>
                          </a:cubicBezTo>
                          <a:cubicBezTo>
                            <a:pt x="57817" y="6572"/>
                            <a:pt x="51530" y="10573"/>
                            <a:pt x="45625" y="14859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3" name="Forme libre : forme 14062">
                      <a:extLst>
                        <a:ext uri="{FF2B5EF4-FFF2-40B4-BE49-F238E27FC236}">
                          <a16:creationId xmlns:a16="http://schemas.microsoft.com/office/drawing/2014/main" id="{21C0EBB3-788F-49FC-9793-6664BC3BA8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031" y="3540082"/>
                      <a:ext cx="63985" cy="25767"/>
                    </a:xfrm>
                    <a:custGeom>
                      <a:avLst/>
                      <a:gdLst>
                        <a:gd name="connsiteX0" fmla="*/ 63872 w 63985"/>
                        <a:gd name="connsiteY0" fmla="*/ 9504 h 25767"/>
                        <a:gd name="connsiteX1" fmla="*/ 60538 w 63985"/>
                        <a:gd name="connsiteY1" fmla="*/ 11790 h 25767"/>
                        <a:gd name="connsiteX2" fmla="*/ 53585 w 63985"/>
                        <a:gd name="connsiteY2" fmla="*/ 12933 h 25767"/>
                        <a:gd name="connsiteX3" fmla="*/ 44060 w 63985"/>
                        <a:gd name="connsiteY3" fmla="*/ 14362 h 25767"/>
                        <a:gd name="connsiteX4" fmla="*/ 32725 w 63985"/>
                        <a:gd name="connsiteY4" fmla="*/ 16934 h 25767"/>
                        <a:gd name="connsiteX5" fmla="*/ 21295 w 63985"/>
                        <a:gd name="connsiteY5" fmla="*/ 20649 h 25767"/>
                        <a:gd name="connsiteX6" fmla="*/ 11580 w 63985"/>
                        <a:gd name="connsiteY6" fmla="*/ 23982 h 25767"/>
                        <a:gd name="connsiteX7" fmla="*/ 340 w 63985"/>
                        <a:gd name="connsiteY7" fmla="*/ 24744 h 25767"/>
                        <a:gd name="connsiteX8" fmla="*/ 5865 w 63985"/>
                        <a:gd name="connsiteY8" fmla="*/ 14553 h 25767"/>
                        <a:gd name="connsiteX9" fmla="*/ 15199 w 63985"/>
                        <a:gd name="connsiteY9" fmla="*/ 7695 h 25767"/>
                        <a:gd name="connsiteX10" fmla="*/ 28439 w 63985"/>
                        <a:gd name="connsiteY10" fmla="*/ 1980 h 25767"/>
                        <a:gd name="connsiteX11" fmla="*/ 43012 w 63985"/>
                        <a:gd name="connsiteY11" fmla="*/ 75 h 25767"/>
                        <a:gd name="connsiteX12" fmla="*/ 54918 w 63985"/>
                        <a:gd name="connsiteY12" fmla="*/ 2075 h 25767"/>
                        <a:gd name="connsiteX13" fmla="*/ 62062 w 63985"/>
                        <a:gd name="connsiteY13" fmla="*/ 6075 h 25767"/>
                        <a:gd name="connsiteX14" fmla="*/ 63872 w 63985"/>
                        <a:gd name="connsiteY14" fmla="*/ 9504 h 25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3985" h="25767">
                          <a:moveTo>
                            <a:pt x="63872" y="9504"/>
                          </a:moveTo>
                          <a:cubicBezTo>
                            <a:pt x="63491" y="10552"/>
                            <a:pt x="62252" y="11314"/>
                            <a:pt x="60538" y="11790"/>
                          </a:cubicBezTo>
                          <a:cubicBezTo>
                            <a:pt x="58728" y="12457"/>
                            <a:pt x="56442" y="12171"/>
                            <a:pt x="53585" y="12933"/>
                          </a:cubicBezTo>
                          <a:cubicBezTo>
                            <a:pt x="50727" y="13410"/>
                            <a:pt x="47584" y="13505"/>
                            <a:pt x="44060" y="14362"/>
                          </a:cubicBezTo>
                          <a:cubicBezTo>
                            <a:pt x="40535" y="14743"/>
                            <a:pt x="36725" y="16077"/>
                            <a:pt x="32725" y="16934"/>
                          </a:cubicBezTo>
                          <a:cubicBezTo>
                            <a:pt x="28725" y="18267"/>
                            <a:pt x="24819" y="19220"/>
                            <a:pt x="21295" y="20649"/>
                          </a:cubicBezTo>
                          <a:cubicBezTo>
                            <a:pt x="18247" y="21696"/>
                            <a:pt x="15008" y="22744"/>
                            <a:pt x="11580" y="23982"/>
                          </a:cubicBezTo>
                          <a:cubicBezTo>
                            <a:pt x="5769" y="25602"/>
                            <a:pt x="1674" y="26649"/>
                            <a:pt x="340" y="24744"/>
                          </a:cubicBezTo>
                          <a:cubicBezTo>
                            <a:pt x="-803" y="23125"/>
                            <a:pt x="911" y="18934"/>
                            <a:pt x="5865" y="14553"/>
                          </a:cubicBezTo>
                          <a:cubicBezTo>
                            <a:pt x="8246" y="12267"/>
                            <a:pt x="11294" y="9790"/>
                            <a:pt x="15199" y="7695"/>
                          </a:cubicBezTo>
                          <a:cubicBezTo>
                            <a:pt x="18914" y="5313"/>
                            <a:pt x="23486" y="3504"/>
                            <a:pt x="28439" y="1980"/>
                          </a:cubicBezTo>
                          <a:cubicBezTo>
                            <a:pt x="33487" y="837"/>
                            <a:pt x="38440" y="-306"/>
                            <a:pt x="43012" y="75"/>
                          </a:cubicBezTo>
                          <a:cubicBezTo>
                            <a:pt x="47584" y="-21"/>
                            <a:pt x="51680" y="1027"/>
                            <a:pt x="54918" y="2075"/>
                          </a:cubicBezTo>
                          <a:cubicBezTo>
                            <a:pt x="58252" y="2932"/>
                            <a:pt x="60538" y="4837"/>
                            <a:pt x="62062" y="6075"/>
                          </a:cubicBezTo>
                          <a:cubicBezTo>
                            <a:pt x="63681" y="7219"/>
                            <a:pt x="64253" y="8457"/>
                            <a:pt x="63872" y="9504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4" name="Forme libre : forme 14063">
                      <a:extLst>
                        <a:ext uri="{FF2B5EF4-FFF2-40B4-BE49-F238E27FC236}">
                          <a16:creationId xmlns:a16="http://schemas.microsoft.com/office/drawing/2014/main" id="{6EAC09FE-ADF5-40E9-9D0D-C335ECAA7F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016" y="3551015"/>
                      <a:ext cx="45788" cy="14739"/>
                    </a:xfrm>
                    <a:custGeom>
                      <a:avLst/>
                      <a:gdLst>
                        <a:gd name="connsiteX0" fmla="*/ 9975 w 45788"/>
                        <a:gd name="connsiteY0" fmla="*/ 0 h 14739"/>
                        <a:gd name="connsiteX1" fmla="*/ 1688 w 45788"/>
                        <a:gd name="connsiteY1" fmla="*/ 8287 h 14739"/>
                        <a:gd name="connsiteX2" fmla="*/ 354 w 45788"/>
                        <a:gd name="connsiteY2" fmla="*/ 13716 h 14739"/>
                        <a:gd name="connsiteX3" fmla="*/ 11594 w 45788"/>
                        <a:gd name="connsiteY3" fmla="*/ 12954 h 14739"/>
                        <a:gd name="connsiteX4" fmla="*/ 21310 w 45788"/>
                        <a:gd name="connsiteY4" fmla="*/ 9620 h 14739"/>
                        <a:gd name="connsiteX5" fmla="*/ 32740 w 45788"/>
                        <a:gd name="connsiteY5" fmla="*/ 5905 h 14739"/>
                        <a:gd name="connsiteX6" fmla="*/ 45789 w 45788"/>
                        <a:gd name="connsiteY6" fmla="*/ 3048 h 14739"/>
                        <a:gd name="connsiteX7" fmla="*/ 38359 w 45788"/>
                        <a:gd name="connsiteY7" fmla="*/ 3238 h 14739"/>
                        <a:gd name="connsiteX8" fmla="*/ 28358 w 45788"/>
                        <a:gd name="connsiteY8" fmla="*/ 3429 h 14739"/>
                        <a:gd name="connsiteX9" fmla="*/ 19595 w 45788"/>
                        <a:gd name="connsiteY9" fmla="*/ 3524 h 14739"/>
                        <a:gd name="connsiteX10" fmla="*/ 9975 w 45788"/>
                        <a:gd name="connsiteY10" fmla="*/ 0 h 14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5788" h="14739">
                          <a:moveTo>
                            <a:pt x="9975" y="0"/>
                          </a:moveTo>
                          <a:cubicBezTo>
                            <a:pt x="6260" y="3143"/>
                            <a:pt x="3212" y="5715"/>
                            <a:pt x="1688" y="8287"/>
                          </a:cubicBezTo>
                          <a:cubicBezTo>
                            <a:pt x="69" y="10763"/>
                            <a:pt x="-407" y="12668"/>
                            <a:pt x="354" y="13716"/>
                          </a:cubicBezTo>
                          <a:cubicBezTo>
                            <a:pt x="1688" y="15621"/>
                            <a:pt x="5688" y="14573"/>
                            <a:pt x="11594" y="12954"/>
                          </a:cubicBezTo>
                          <a:cubicBezTo>
                            <a:pt x="15023" y="11811"/>
                            <a:pt x="18262" y="10668"/>
                            <a:pt x="21310" y="9620"/>
                          </a:cubicBezTo>
                          <a:cubicBezTo>
                            <a:pt x="24834" y="8192"/>
                            <a:pt x="28739" y="7239"/>
                            <a:pt x="32740" y="5905"/>
                          </a:cubicBezTo>
                          <a:cubicBezTo>
                            <a:pt x="37502" y="4763"/>
                            <a:pt x="41884" y="3620"/>
                            <a:pt x="45789" y="3048"/>
                          </a:cubicBezTo>
                          <a:cubicBezTo>
                            <a:pt x="43312" y="3238"/>
                            <a:pt x="40836" y="2953"/>
                            <a:pt x="38359" y="3238"/>
                          </a:cubicBezTo>
                          <a:cubicBezTo>
                            <a:pt x="34930" y="3238"/>
                            <a:pt x="31596" y="3238"/>
                            <a:pt x="28358" y="3429"/>
                          </a:cubicBezTo>
                          <a:cubicBezTo>
                            <a:pt x="25120" y="3429"/>
                            <a:pt x="22167" y="3524"/>
                            <a:pt x="19595" y="3524"/>
                          </a:cubicBezTo>
                          <a:cubicBezTo>
                            <a:pt x="14452" y="3524"/>
                            <a:pt x="10642" y="2572"/>
                            <a:pt x="9975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5" name="Forme libre : forme 14064">
                      <a:extLst>
                        <a:ext uri="{FF2B5EF4-FFF2-40B4-BE49-F238E27FC236}">
                          <a16:creationId xmlns:a16="http://schemas.microsoft.com/office/drawing/2014/main" id="{D900FCA8-9CF3-4BB4-9D09-78D58DE9ED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0823" y="3541418"/>
                      <a:ext cx="62778" cy="23886"/>
                    </a:xfrm>
                    <a:custGeom>
                      <a:avLst/>
                      <a:gdLst>
                        <a:gd name="connsiteX0" fmla="*/ 62650 w 62778"/>
                        <a:gd name="connsiteY0" fmla="*/ 11025 h 23886"/>
                        <a:gd name="connsiteX1" fmla="*/ 59317 w 62778"/>
                        <a:gd name="connsiteY1" fmla="*/ 12930 h 23886"/>
                        <a:gd name="connsiteX2" fmla="*/ 52459 w 62778"/>
                        <a:gd name="connsiteY2" fmla="*/ 13692 h 23886"/>
                        <a:gd name="connsiteX3" fmla="*/ 43315 w 62778"/>
                        <a:gd name="connsiteY3" fmla="*/ 14549 h 23886"/>
                        <a:gd name="connsiteX4" fmla="*/ 37981 w 62778"/>
                        <a:gd name="connsiteY4" fmla="*/ 15312 h 23886"/>
                        <a:gd name="connsiteX5" fmla="*/ 32266 w 62778"/>
                        <a:gd name="connsiteY5" fmla="*/ 16550 h 23886"/>
                        <a:gd name="connsiteX6" fmla="*/ 21026 w 62778"/>
                        <a:gd name="connsiteY6" fmla="*/ 19503 h 23886"/>
                        <a:gd name="connsiteX7" fmla="*/ 11406 w 62778"/>
                        <a:gd name="connsiteY7" fmla="*/ 22455 h 23886"/>
                        <a:gd name="connsiteX8" fmla="*/ 357 w 62778"/>
                        <a:gd name="connsiteY8" fmla="*/ 22836 h 23886"/>
                        <a:gd name="connsiteX9" fmla="*/ 6072 w 62778"/>
                        <a:gd name="connsiteY9" fmla="*/ 12835 h 23886"/>
                        <a:gd name="connsiteX10" fmla="*/ 15502 w 62778"/>
                        <a:gd name="connsiteY10" fmla="*/ 6263 h 23886"/>
                        <a:gd name="connsiteX11" fmla="*/ 28837 w 62778"/>
                        <a:gd name="connsiteY11" fmla="*/ 1310 h 23886"/>
                        <a:gd name="connsiteX12" fmla="*/ 36171 w 62778"/>
                        <a:gd name="connsiteY12" fmla="*/ 72 h 23886"/>
                        <a:gd name="connsiteX13" fmla="*/ 43220 w 62778"/>
                        <a:gd name="connsiteY13" fmla="*/ 72 h 23886"/>
                        <a:gd name="connsiteX14" fmla="*/ 54649 w 62778"/>
                        <a:gd name="connsiteY14" fmla="*/ 2834 h 23886"/>
                        <a:gd name="connsiteX15" fmla="*/ 61317 w 62778"/>
                        <a:gd name="connsiteY15" fmla="*/ 7120 h 23886"/>
                        <a:gd name="connsiteX16" fmla="*/ 62650 w 62778"/>
                        <a:gd name="connsiteY16" fmla="*/ 11025 h 23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62778" h="23886">
                          <a:moveTo>
                            <a:pt x="62650" y="11025"/>
                          </a:moveTo>
                          <a:cubicBezTo>
                            <a:pt x="62270" y="12073"/>
                            <a:pt x="61031" y="12645"/>
                            <a:pt x="59317" y="12930"/>
                          </a:cubicBezTo>
                          <a:cubicBezTo>
                            <a:pt x="57507" y="13406"/>
                            <a:pt x="55126" y="13692"/>
                            <a:pt x="52459" y="13692"/>
                          </a:cubicBezTo>
                          <a:cubicBezTo>
                            <a:pt x="49792" y="13883"/>
                            <a:pt x="46649" y="14169"/>
                            <a:pt x="43315" y="14549"/>
                          </a:cubicBezTo>
                          <a:cubicBezTo>
                            <a:pt x="41600" y="14835"/>
                            <a:pt x="39886" y="15121"/>
                            <a:pt x="37981" y="15312"/>
                          </a:cubicBezTo>
                          <a:cubicBezTo>
                            <a:pt x="36171" y="15597"/>
                            <a:pt x="34266" y="16169"/>
                            <a:pt x="32266" y="16550"/>
                          </a:cubicBezTo>
                          <a:cubicBezTo>
                            <a:pt x="28360" y="17312"/>
                            <a:pt x="24550" y="18550"/>
                            <a:pt x="21026" y="19503"/>
                          </a:cubicBezTo>
                          <a:cubicBezTo>
                            <a:pt x="17597" y="20741"/>
                            <a:pt x="14168" y="21407"/>
                            <a:pt x="11406" y="22455"/>
                          </a:cubicBezTo>
                          <a:cubicBezTo>
                            <a:pt x="5691" y="23979"/>
                            <a:pt x="1500" y="24551"/>
                            <a:pt x="357" y="22836"/>
                          </a:cubicBezTo>
                          <a:cubicBezTo>
                            <a:pt x="-881" y="21027"/>
                            <a:pt x="1119" y="17216"/>
                            <a:pt x="6072" y="12835"/>
                          </a:cubicBezTo>
                          <a:cubicBezTo>
                            <a:pt x="8358" y="10454"/>
                            <a:pt x="11787" y="8549"/>
                            <a:pt x="15502" y="6263"/>
                          </a:cubicBezTo>
                          <a:cubicBezTo>
                            <a:pt x="19312" y="4358"/>
                            <a:pt x="23789" y="2357"/>
                            <a:pt x="28837" y="1310"/>
                          </a:cubicBezTo>
                          <a:cubicBezTo>
                            <a:pt x="31313" y="834"/>
                            <a:pt x="33790" y="262"/>
                            <a:pt x="36171" y="72"/>
                          </a:cubicBezTo>
                          <a:cubicBezTo>
                            <a:pt x="38648" y="-24"/>
                            <a:pt x="40933" y="-24"/>
                            <a:pt x="43220" y="72"/>
                          </a:cubicBezTo>
                          <a:cubicBezTo>
                            <a:pt x="47601" y="548"/>
                            <a:pt x="51601" y="1500"/>
                            <a:pt x="54649" y="2834"/>
                          </a:cubicBezTo>
                          <a:cubicBezTo>
                            <a:pt x="57698" y="4358"/>
                            <a:pt x="59983" y="5787"/>
                            <a:pt x="61317" y="7120"/>
                          </a:cubicBezTo>
                          <a:cubicBezTo>
                            <a:pt x="62555" y="8644"/>
                            <a:pt x="63032" y="9978"/>
                            <a:pt x="62650" y="1102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6" name="Forme libre : forme 14065">
                      <a:extLst>
                        <a:ext uri="{FF2B5EF4-FFF2-40B4-BE49-F238E27FC236}">
                          <a16:creationId xmlns:a16="http://schemas.microsoft.com/office/drawing/2014/main" id="{0CD97810-1BFB-4500-B756-9C925BA368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9896" y="3551545"/>
                      <a:ext cx="78348" cy="36264"/>
                    </a:xfrm>
                    <a:custGeom>
                      <a:avLst/>
                      <a:gdLst>
                        <a:gd name="connsiteX0" fmla="*/ 6138 w 78348"/>
                        <a:gd name="connsiteY0" fmla="*/ 32712 h 36264"/>
                        <a:gd name="connsiteX1" fmla="*/ 12806 w 78348"/>
                        <a:gd name="connsiteY1" fmla="*/ 36236 h 36264"/>
                        <a:gd name="connsiteX2" fmla="*/ 42429 w 78348"/>
                        <a:gd name="connsiteY2" fmla="*/ 22425 h 36264"/>
                        <a:gd name="connsiteX3" fmla="*/ 68908 w 78348"/>
                        <a:gd name="connsiteY3" fmla="*/ 10804 h 36264"/>
                        <a:gd name="connsiteX4" fmla="*/ 76338 w 78348"/>
                        <a:gd name="connsiteY4" fmla="*/ 7566 h 36264"/>
                        <a:gd name="connsiteX5" fmla="*/ 77766 w 78348"/>
                        <a:gd name="connsiteY5" fmla="*/ 3661 h 36264"/>
                        <a:gd name="connsiteX6" fmla="*/ 67194 w 78348"/>
                        <a:gd name="connsiteY6" fmla="*/ 327 h 36264"/>
                        <a:gd name="connsiteX7" fmla="*/ 37380 w 78348"/>
                        <a:gd name="connsiteY7" fmla="*/ 2041 h 36264"/>
                        <a:gd name="connsiteX8" fmla="*/ 3948 w 78348"/>
                        <a:gd name="connsiteY8" fmla="*/ 16996 h 36264"/>
                        <a:gd name="connsiteX9" fmla="*/ 6138 w 78348"/>
                        <a:gd name="connsiteY9" fmla="*/ 32712 h 362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8348" h="36264">
                          <a:moveTo>
                            <a:pt x="6138" y="32712"/>
                          </a:moveTo>
                          <a:cubicBezTo>
                            <a:pt x="7662" y="34617"/>
                            <a:pt x="9281" y="36522"/>
                            <a:pt x="12806" y="36236"/>
                          </a:cubicBezTo>
                          <a:cubicBezTo>
                            <a:pt x="19569" y="35951"/>
                            <a:pt x="31285" y="28140"/>
                            <a:pt x="42429" y="22425"/>
                          </a:cubicBezTo>
                          <a:cubicBezTo>
                            <a:pt x="51763" y="17472"/>
                            <a:pt x="61288" y="13567"/>
                            <a:pt x="68908" y="10804"/>
                          </a:cubicBezTo>
                          <a:cubicBezTo>
                            <a:pt x="71766" y="10138"/>
                            <a:pt x="74528" y="8519"/>
                            <a:pt x="76338" y="7566"/>
                          </a:cubicBezTo>
                          <a:cubicBezTo>
                            <a:pt x="78147" y="6518"/>
                            <a:pt x="79005" y="5185"/>
                            <a:pt x="77766" y="3661"/>
                          </a:cubicBezTo>
                          <a:cubicBezTo>
                            <a:pt x="76243" y="1565"/>
                            <a:pt x="71575" y="898"/>
                            <a:pt x="67194" y="327"/>
                          </a:cubicBezTo>
                          <a:cubicBezTo>
                            <a:pt x="56716" y="-721"/>
                            <a:pt x="46429" y="994"/>
                            <a:pt x="37380" y="2041"/>
                          </a:cubicBezTo>
                          <a:cubicBezTo>
                            <a:pt x="29760" y="2803"/>
                            <a:pt x="14044" y="5185"/>
                            <a:pt x="3948" y="16996"/>
                          </a:cubicBezTo>
                          <a:cubicBezTo>
                            <a:pt x="-5196" y="27473"/>
                            <a:pt x="4138" y="30140"/>
                            <a:pt x="6138" y="3271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7" name="Forme libre : forme 14066">
                      <a:extLst>
                        <a:ext uri="{FF2B5EF4-FFF2-40B4-BE49-F238E27FC236}">
                          <a16:creationId xmlns:a16="http://schemas.microsoft.com/office/drawing/2014/main" id="{EDE14BDA-946B-4FFA-AD1E-2401EAFE1D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1474" y="3548141"/>
                      <a:ext cx="21985" cy="21416"/>
                    </a:xfrm>
                    <a:custGeom>
                      <a:avLst/>
                      <a:gdLst>
                        <a:gd name="connsiteX0" fmla="*/ 466 w 21985"/>
                        <a:gd name="connsiteY0" fmla="*/ 18780 h 21416"/>
                        <a:gd name="connsiteX1" fmla="*/ 180 w 21985"/>
                        <a:gd name="connsiteY1" fmla="*/ 21161 h 21416"/>
                        <a:gd name="connsiteX2" fmla="*/ 3228 w 21985"/>
                        <a:gd name="connsiteY2" fmla="*/ 20590 h 21416"/>
                        <a:gd name="connsiteX3" fmla="*/ 7133 w 21985"/>
                        <a:gd name="connsiteY3" fmla="*/ 17256 h 21416"/>
                        <a:gd name="connsiteX4" fmla="*/ 16373 w 21985"/>
                        <a:gd name="connsiteY4" fmla="*/ 8588 h 21416"/>
                        <a:gd name="connsiteX5" fmla="*/ 19801 w 21985"/>
                        <a:gd name="connsiteY5" fmla="*/ 5350 h 21416"/>
                        <a:gd name="connsiteX6" fmla="*/ 13706 w 21985"/>
                        <a:gd name="connsiteY6" fmla="*/ 3159 h 21416"/>
                        <a:gd name="connsiteX7" fmla="*/ 466 w 21985"/>
                        <a:gd name="connsiteY7" fmla="*/ 18780 h 21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985" h="21416">
                          <a:moveTo>
                            <a:pt x="466" y="18780"/>
                          </a:moveTo>
                          <a:cubicBezTo>
                            <a:pt x="85" y="19732"/>
                            <a:pt x="-201" y="20685"/>
                            <a:pt x="180" y="21161"/>
                          </a:cubicBezTo>
                          <a:cubicBezTo>
                            <a:pt x="561" y="21638"/>
                            <a:pt x="1704" y="21447"/>
                            <a:pt x="3228" y="20590"/>
                          </a:cubicBezTo>
                          <a:cubicBezTo>
                            <a:pt x="4561" y="19732"/>
                            <a:pt x="5990" y="18494"/>
                            <a:pt x="7133" y="17256"/>
                          </a:cubicBezTo>
                          <a:cubicBezTo>
                            <a:pt x="10181" y="14113"/>
                            <a:pt x="13515" y="11541"/>
                            <a:pt x="16373" y="8588"/>
                          </a:cubicBezTo>
                          <a:cubicBezTo>
                            <a:pt x="17516" y="7350"/>
                            <a:pt x="18849" y="6302"/>
                            <a:pt x="19801" y="5350"/>
                          </a:cubicBezTo>
                          <a:cubicBezTo>
                            <a:pt x="23611" y="1063"/>
                            <a:pt x="22945" y="-3032"/>
                            <a:pt x="13706" y="3159"/>
                          </a:cubicBezTo>
                          <a:cubicBezTo>
                            <a:pt x="6943" y="8112"/>
                            <a:pt x="1990" y="14779"/>
                            <a:pt x="466" y="1878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8" name="Forme libre : forme 14067">
                      <a:extLst>
                        <a:ext uri="{FF2B5EF4-FFF2-40B4-BE49-F238E27FC236}">
                          <a16:creationId xmlns:a16="http://schemas.microsoft.com/office/drawing/2014/main" id="{D9C41DC9-D560-428D-AEF6-DB0ED074EC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5567" y="3564936"/>
                      <a:ext cx="33432" cy="1896"/>
                    </a:xfrm>
                    <a:custGeom>
                      <a:avLst/>
                      <a:gdLst>
                        <a:gd name="connsiteX0" fmla="*/ 33433 w 33432"/>
                        <a:gd name="connsiteY0" fmla="*/ 652 h 1896"/>
                        <a:gd name="connsiteX1" fmla="*/ 31623 w 33432"/>
                        <a:gd name="connsiteY1" fmla="*/ 1414 h 1896"/>
                        <a:gd name="connsiteX2" fmla="*/ 26384 w 33432"/>
                        <a:gd name="connsiteY2" fmla="*/ 1891 h 1896"/>
                        <a:gd name="connsiteX3" fmla="*/ 17145 w 33432"/>
                        <a:gd name="connsiteY3" fmla="*/ 1414 h 1896"/>
                        <a:gd name="connsiteX4" fmla="*/ 0 w 33432"/>
                        <a:gd name="connsiteY4" fmla="*/ 938 h 1896"/>
                        <a:gd name="connsiteX5" fmla="*/ 3524 w 33432"/>
                        <a:gd name="connsiteY5" fmla="*/ 557 h 1896"/>
                        <a:gd name="connsiteX6" fmla="*/ 7334 w 33432"/>
                        <a:gd name="connsiteY6" fmla="*/ 271 h 1896"/>
                        <a:gd name="connsiteX7" fmla="*/ 12192 w 33432"/>
                        <a:gd name="connsiteY7" fmla="*/ 81 h 1896"/>
                        <a:gd name="connsiteX8" fmla="*/ 23146 w 33432"/>
                        <a:gd name="connsiteY8" fmla="*/ 462 h 1896"/>
                        <a:gd name="connsiteX9" fmla="*/ 33433 w 33432"/>
                        <a:gd name="connsiteY9" fmla="*/ 652 h 1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3432" h="1896">
                          <a:moveTo>
                            <a:pt x="33433" y="652"/>
                          </a:moveTo>
                          <a:cubicBezTo>
                            <a:pt x="33433" y="652"/>
                            <a:pt x="32861" y="1129"/>
                            <a:pt x="31623" y="1414"/>
                          </a:cubicBezTo>
                          <a:cubicBezTo>
                            <a:pt x="30385" y="1700"/>
                            <a:pt x="28766" y="1795"/>
                            <a:pt x="26384" y="1891"/>
                          </a:cubicBezTo>
                          <a:cubicBezTo>
                            <a:pt x="24289" y="1891"/>
                            <a:pt x="21336" y="1986"/>
                            <a:pt x="17145" y="1414"/>
                          </a:cubicBezTo>
                          <a:cubicBezTo>
                            <a:pt x="12383" y="1319"/>
                            <a:pt x="7049" y="-15"/>
                            <a:pt x="0" y="938"/>
                          </a:cubicBezTo>
                          <a:cubicBezTo>
                            <a:pt x="0" y="938"/>
                            <a:pt x="1334" y="938"/>
                            <a:pt x="3524" y="557"/>
                          </a:cubicBezTo>
                          <a:cubicBezTo>
                            <a:pt x="4667" y="271"/>
                            <a:pt x="5906" y="271"/>
                            <a:pt x="7334" y="271"/>
                          </a:cubicBezTo>
                          <a:cubicBezTo>
                            <a:pt x="8763" y="367"/>
                            <a:pt x="10478" y="-205"/>
                            <a:pt x="12192" y="81"/>
                          </a:cubicBezTo>
                          <a:cubicBezTo>
                            <a:pt x="15145" y="176"/>
                            <a:pt x="18764" y="271"/>
                            <a:pt x="23146" y="462"/>
                          </a:cubicBezTo>
                          <a:cubicBezTo>
                            <a:pt x="25908" y="462"/>
                            <a:pt x="29337" y="557"/>
                            <a:pt x="33433" y="65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9" name="Forme libre : forme 14068">
                      <a:extLst>
                        <a:ext uri="{FF2B5EF4-FFF2-40B4-BE49-F238E27FC236}">
                          <a16:creationId xmlns:a16="http://schemas.microsoft.com/office/drawing/2014/main" id="{41F07ED8-6083-4BDD-B7F8-479A553C80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6873" y="3548633"/>
                      <a:ext cx="28019" cy="45434"/>
                    </a:xfrm>
                    <a:custGeom>
                      <a:avLst/>
                      <a:gdLst>
                        <a:gd name="connsiteX0" fmla="*/ 28020 w 28019"/>
                        <a:gd name="connsiteY0" fmla="*/ 0 h 45434"/>
                        <a:gd name="connsiteX1" fmla="*/ 22114 w 28019"/>
                        <a:gd name="connsiteY1" fmla="*/ 4858 h 45434"/>
                        <a:gd name="connsiteX2" fmla="*/ 10589 w 28019"/>
                        <a:gd name="connsiteY2" fmla="*/ 17145 h 45434"/>
                        <a:gd name="connsiteX3" fmla="*/ 1350 w 28019"/>
                        <a:gd name="connsiteY3" fmla="*/ 45434 h 45434"/>
                        <a:gd name="connsiteX4" fmla="*/ 2778 w 28019"/>
                        <a:gd name="connsiteY4" fmla="*/ 33909 h 45434"/>
                        <a:gd name="connsiteX5" fmla="*/ 10113 w 28019"/>
                        <a:gd name="connsiteY5" fmla="*/ 19431 h 45434"/>
                        <a:gd name="connsiteX6" fmla="*/ 28020 w 28019"/>
                        <a:gd name="connsiteY6" fmla="*/ 0 h 45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019" h="45434">
                          <a:moveTo>
                            <a:pt x="28020" y="0"/>
                          </a:moveTo>
                          <a:cubicBezTo>
                            <a:pt x="28020" y="0"/>
                            <a:pt x="25353" y="1714"/>
                            <a:pt x="22114" y="4858"/>
                          </a:cubicBezTo>
                          <a:cubicBezTo>
                            <a:pt x="18685" y="7906"/>
                            <a:pt x="14304" y="12192"/>
                            <a:pt x="10589" y="17145"/>
                          </a:cubicBezTo>
                          <a:cubicBezTo>
                            <a:pt x="2778" y="26956"/>
                            <a:pt x="-2651" y="38862"/>
                            <a:pt x="1350" y="45434"/>
                          </a:cubicBezTo>
                          <a:cubicBezTo>
                            <a:pt x="1350" y="45434"/>
                            <a:pt x="397" y="41720"/>
                            <a:pt x="2778" y="33909"/>
                          </a:cubicBezTo>
                          <a:cubicBezTo>
                            <a:pt x="4112" y="30099"/>
                            <a:pt x="6112" y="25146"/>
                            <a:pt x="10113" y="19431"/>
                          </a:cubicBezTo>
                          <a:cubicBezTo>
                            <a:pt x="13828" y="13716"/>
                            <a:pt x="19447" y="6953"/>
                            <a:pt x="2802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0" name="Forme libre : forme 14069">
                      <a:extLst>
                        <a:ext uri="{FF2B5EF4-FFF2-40B4-BE49-F238E27FC236}">
                          <a16:creationId xmlns:a16="http://schemas.microsoft.com/office/drawing/2014/main" id="{6359083B-935A-45D0-B567-33BD92E99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0586" y="3541585"/>
                      <a:ext cx="26417" cy="6394"/>
                    </a:xfrm>
                    <a:custGeom>
                      <a:avLst/>
                      <a:gdLst>
                        <a:gd name="connsiteX0" fmla="*/ 26124 w 26417"/>
                        <a:gd name="connsiteY0" fmla="*/ 3334 h 6394"/>
                        <a:gd name="connsiteX1" fmla="*/ 20600 w 26417"/>
                        <a:gd name="connsiteY1" fmla="*/ 4763 h 6394"/>
                        <a:gd name="connsiteX2" fmla="*/ 16028 w 26417"/>
                        <a:gd name="connsiteY2" fmla="*/ 5143 h 6394"/>
                        <a:gd name="connsiteX3" fmla="*/ 10979 w 26417"/>
                        <a:gd name="connsiteY3" fmla="*/ 5810 h 6394"/>
                        <a:gd name="connsiteX4" fmla="*/ 2597 w 26417"/>
                        <a:gd name="connsiteY4" fmla="*/ 6382 h 6394"/>
                        <a:gd name="connsiteX5" fmla="*/ 121 w 26417"/>
                        <a:gd name="connsiteY5" fmla="*/ 5048 h 6394"/>
                        <a:gd name="connsiteX6" fmla="*/ 5264 w 26417"/>
                        <a:gd name="connsiteY6" fmla="*/ 1905 h 6394"/>
                        <a:gd name="connsiteX7" fmla="*/ 15456 w 26417"/>
                        <a:gd name="connsiteY7" fmla="*/ 0 h 6394"/>
                        <a:gd name="connsiteX8" fmla="*/ 24314 w 26417"/>
                        <a:gd name="connsiteY8" fmla="*/ 1143 h 6394"/>
                        <a:gd name="connsiteX9" fmla="*/ 26124 w 26417"/>
                        <a:gd name="connsiteY9" fmla="*/ 3334 h 63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6417" h="6394">
                          <a:moveTo>
                            <a:pt x="26124" y="3334"/>
                          </a:moveTo>
                          <a:cubicBezTo>
                            <a:pt x="25362" y="3810"/>
                            <a:pt x="23267" y="4381"/>
                            <a:pt x="20600" y="4763"/>
                          </a:cubicBezTo>
                          <a:cubicBezTo>
                            <a:pt x="19266" y="4953"/>
                            <a:pt x="17647" y="5048"/>
                            <a:pt x="16028" y="5143"/>
                          </a:cubicBezTo>
                          <a:cubicBezTo>
                            <a:pt x="14408" y="5429"/>
                            <a:pt x="12694" y="5620"/>
                            <a:pt x="10979" y="5810"/>
                          </a:cubicBezTo>
                          <a:cubicBezTo>
                            <a:pt x="7455" y="6001"/>
                            <a:pt x="4598" y="6477"/>
                            <a:pt x="2597" y="6382"/>
                          </a:cubicBezTo>
                          <a:cubicBezTo>
                            <a:pt x="597" y="6287"/>
                            <a:pt x="-355" y="5905"/>
                            <a:pt x="121" y="5048"/>
                          </a:cubicBezTo>
                          <a:cubicBezTo>
                            <a:pt x="597" y="4191"/>
                            <a:pt x="2502" y="3048"/>
                            <a:pt x="5264" y="1905"/>
                          </a:cubicBezTo>
                          <a:cubicBezTo>
                            <a:pt x="8026" y="857"/>
                            <a:pt x="11741" y="381"/>
                            <a:pt x="15456" y="0"/>
                          </a:cubicBezTo>
                          <a:cubicBezTo>
                            <a:pt x="19266" y="95"/>
                            <a:pt x="22409" y="571"/>
                            <a:pt x="24314" y="1143"/>
                          </a:cubicBezTo>
                          <a:cubicBezTo>
                            <a:pt x="26124" y="1905"/>
                            <a:pt x="26886" y="2762"/>
                            <a:pt x="26124" y="333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1" name="Forme libre : forme 14070">
                      <a:extLst>
                        <a:ext uri="{FF2B5EF4-FFF2-40B4-BE49-F238E27FC236}">
                          <a16:creationId xmlns:a16="http://schemas.microsoft.com/office/drawing/2014/main" id="{2D18D02B-80D2-4088-8F0F-A6CA6CB184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3186" y="3543052"/>
                      <a:ext cx="7338" cy="2392"/>
                    </a:xfrm>
                    <a:custGeom>
                      <a:avLst/>
                      <a:gdLst>
                        <a:gd name="connsiteX0" fmla="*/ 7334 w 7338"/>
                        <a:gd name="connsiteY0" fmla="*/ 1581 h 2392"/>
                        <a:gd name="connsiteX1" fmla="*/ 3620 w 7338"/>
                        <a:gd name="connsiteY1" fmla="*/ 2343 h 2392"/>
                        <a:gd name="connsiteX2" fmla="*/ 0 w 7338"/>
                        <a:gd name="connsiteY2" fmla="*/ 1200 h 2392"/>
                        <a:gd name="connsiteX3" fmla="*/ 3715 w 7338"/>
                        <a:gd name="connsiteY3" fmla="*/ 57 h 2392"/>
                        <a:gd name="connsiteX4" fmla="*/ 7334 w 7338"/>
                        <a:gd name="connsiteY4" fmla="*/ 1581 h 2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38" h="2392">
                          <a:moveTo>
                            <a:pt x="7334" y="1581"/>
                          </a:moveTo>
                          <a:cubicBezTo>
                            <a:pt x="7239" y="2152"/>
                            <a:pt x="5620" y="2533"/>
                            <a:pt x="3620" y="2343"/>
                          </a:cubicBezTo>
                          <a:cubicBezTo>
                            <a:pt x="1619" y="2057"/>
                            <a:pt x="0" y="1867"/>
                            <a:pt x="0" y="1200"/>
                          </a:cubicBezTo>
                          <a:cubicBezTo>
                            <a:pt x="0" y="628"/>
                            <a:pt x="1619" y="-229"/>
                            <a:pt x="3715" y="57"/>
                          </a:cubicBezTo>
                          <a:cubicBezTo>
                            <a:pt x="5810" y="342"/>
                            <a:pt x="7429" y="1009"/>
                            <a:pt x="7334" y="158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2" name="Forme libre : forme 14071">
                      <a:extLst>
                        <a:ext uri="{FF2B5EF4-FFF2-40B4-BE49-F238E27FC236}">
                          <a16:creationId xmlns:a16="http://schemas.microsoft.com/office/drawing/2014/main" id="{4DC70719-CE11-42F5-A20C-B9FC9EC8D4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6064" y="3528658"/>
                      <a:ext cx="65816" cy="29957"/>
                    </a:xfrm>
                    <a:custGeom>
                      <a:avLst/>
                      <a:gdLst>
                        <a:gd name="connsiteX0" fmla="*/ 64460 w 65816"/>
                        <a:gd name="connsiteY0" fmla="*/ 17880 h 29957"/>
                        <a:gd name="connsiteX1" fmla="*/ 62745 w 65816"/>
                        <a:gd name="connsiteY1" fmla="*/ 29310 h 29957"/>
                        <a:gd name="connsiteX2" fmla="*/ 57030 w 65816"/>
                        <a:gd name="connsiteY2" fmla="*/ 28453 h 29957"/>
                        <a:gd name="connsiteX3" fmla="*/ 51506 w 65816"/>
                        <a:gd name="connsiteY3" fmla="*/ 23214 h 29957"/>
                        <a:gd name="connsiteX4" fmla="*/ 47219 w 65816"/>
                        <a:gd name="connsiteY4" fmla="*/ 16070 h 29957"/>
                        <a:gd name="connsiteX5" fmla="*/ 38075 w 65816"/>
                        <a:gd name="connsiteY5" fmla="*/ 9593 h 29957"/>
                        <a:gd name="connsiteX6" fmla="*/ 28836 w 65816"/>
                        <a:gd name="connsiteY6" fmla="*/ 7593 h 29957"/>
                        <a:gd name="connsiteX7" fmla="*/ 14739 w 65816"/>
                        <a:gd name="connsiteY7" fmla="*/ 7403 h 29957"/>
                        <a:gd name="connsiteX8" fmla="*/ 3119 w 65816"/>
                        <a:gd name="connsiteY8" fmla="*/ 8450 h 29957"/>
                        <a:gd name="connsiteX9" fmla="*/ 642 w 65816"/>
                        <a:gd name="connsiteY9" fmla="*/ 6926 h 29957"/>
                        <a:gd name="connsiteX10" fmla="*/ 23407 w 65816"/>
                        <a:gd name="connsiteY10" fmla="*/ 164 h 29957"/>
                        <a:gd name="connsiteX11" fmla="*/ 49220 w 65816"/>
                        <a:gd name="connsiteY11" fmla="*/ 4640 h 29957"/>
                        <a:gd name="connsiteX12" fmla="*/ 64460 w 65816"/>
                        <a:gd name="connsiteY12" fmla="*/ 17880 h 29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5816" h="29957">
                          <a:moveTo>
                            <a:pt x="64460" y="17880"/>
                          </a:moveTo>
                          <a:cubicBezTo>
                            <a:pt x="67222" y="23881"/>
                            <a:pt x="65317" y="27024"/>
                            <a:pt x="62745" y="29310"/>
                          </a:cubicBezTo>
                          <a:cubicBezTo>
                            <a:pt x="61888" y="30072"/>
                            <a:pt x="59887" y="30549"/>
                            <a:pt x="57030" y="28453"/>
                          </a:cubicBezTo>
                          <a:cubicBezTo>
                            <a:pt x="54173" y="26929"/>
                            <a:pt x="52553" y="24548"/>
                            <a:pt x="51506" y="23214"/>
                          </a:cubicBezTo>
                          <a:cubicBezTo>
                            <a:pt x="50077" y="20833"/>
                            <a:pt x="48934" y="18547"/>
                            <a:pt x="47219" y="16070"/>
                          </a:cubicBezTo>
                          <a:cubicBezTo>
                            <a:pt x="45314" y="13975"/>
                            <a:pt x="42743" y="11594"/>
                            <a:pt x="38075" y="9593"/>
                          </a:cubicBezTo>
                          <a:cubicBezTo>
                            <a:pt x="36646" y="9117"/>
                            <a:pt x="33218" y="8260"/>
                            <a:pt x="28836" y="7593"/>
                          </a:cubicBezTo>
                          <a:cubicBezTo>
                            <a:pt x="24550" y="7403"/>
                            <a:pt x="19311" y="6831"/>
                            <a:pt x="14739" y="7403"/>
                          </a:cubicBezTo>
                          <a:cubicBezTo>
                            <a:pt x="9977" y="7593"/>
                            <a:pt x="5786" y="8260"/>
                            <a:pt x="3119" y="8450"/>
                          </a:cubicBezTo>
                          <a:cubicBezTo>
                            <a:pt x="452" y="8641"/>
                            <a:pt x="-882" y="8260"/>
                            <a:pt x="642" y="6926"/>
                          </a:cubicBezTo>
                          <a:cubicBezTo>
                            <a:pt x="3500" y="4164"/>
                            <a:pt x="12739" y="545"/>
                            <a:pt x="23407" y="164"/>
                          </a:cubicBezTo>
                          <a:cubicBezTo>
                            <a:pt x="33979" y="-789"/>
                            <a:pt x="44838" y="2640"/>
                            <a:pt x="49220" y="4640"/>
                          </a:cubicBezTo>
                          <a:cubicBezTo>
                            <a:pt x="57316" y="8545"/>
                            <a:pt x="62364" y="13689"/>
                            <a:pt x="64460" y="1788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77" name="Graphique 1">
                    <a:extLst>
                      <a:ext uri="{FF2B5EF4-FFF2-40B4-BE49-F238E27FC236}">
                        <a16:creationId xmlns:a16="http://schemas.microsoft.com/office/drawing/2014/main" id="{DE059B93-41CD-46B1-A1D2-9676DB6F0255}"/>
                      </a:ext>
                    </a:extLst>
                  </p:cNvPr>
                  <p:cNvGrpSpPr/>
                  <p:nvPr/>
                </p:nvGrpSpPr>
                <p:grpSpPr>
                  <a:xfrm>
                    <a:off x="4123258" y="3565968"/>
                    <a:ext cx="58076" cy="145072"/>
                    <a:chOff x="4123258" y="3565968"/>
                    <a:chExt cx="58076" cy="145072"/>
                  </a:xfrm>
                  <a:solidFill>
                    <a:schemeClr val="accent1"/>
                  </a:solidFill>
                </p:grpSpPr>
                <p:sp>
                  <p:nvSpPr>
                    <p:cNvPr id="14049" name="Forme libre : forme 14048">
                      <a:extLst>
                        <a:ext uri="{FF2B5EF4-FFF2-40B4-BE49-F238E27FC236}">
                          <a16:creationId xmlns:a16="http://schemas.microsoft.com/office/drawing/2014/main" id="{4FE56051-320F-4006-B1CC-8FA5533AE1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3329" y="3565968"/>
                      <a:ext cx="58005" cy="145072"/>
                    </a:xfrm>
                    <a:custGeom>
                      <a:avLst/>
                      <a:gdLst>
                        <a:gd name="connsiteX0" fmla="*/ 3000 w 58005"/>
                        <a:gd name="connsiteY0" fmla="*/ 107728 h 145072"/>
                        <a:gd name="connsiteX1" fmla="*/ 1666 w 58005"/>
                        <a:gd name="connsiteY1" fmla="*/ 70010 h 145072"/>
                        <a:gd name="connsiteX2" fmla="*/ 11286 w 58005"/>
                        <a:gd name="connsiteY2" fmla="*/ 39625 h 145072"/>
                        <a:gd name="connsiteX3" fmla="*/ 19002 w 58005"/>
                        <a:gd name="connsiteY3" fmla="*/ 23527 h 145072"/>
                        <a:gd name="connsiteX4" fmla="*/ 25384 w 58005"/>
                        <a:gd name="connsiteY4" fmla="*/ 13145 h 145072"/>
                        <a:gd name="connsiteX5" fmla="*/ 30336 w 58005"/>
                        <a:gd name="connsiteY5" fmla="*/ 7335 h 145072"/>
                        <a:gd name="connsiteX6" fmla="*/ 35480 w 58005"/>
                        <a:gd name="connsiteY6" fmla="*/ 3715 h 145072"/>
                        <a:gd name="connsiteX7" fmla="*/ 46434 w 58005"/>
                        <a:gd name="connsiteY7" fmla="*/ 191 h 145072"/>
                        <a:gd name="connsiteX8" fmla="*/ 53292 w 58005"/>
                        <a:gd name="connsiteY8" fmla="*/ 3811 h 145072"/>
                        <a:gd name="connsiteX9" fmla="*/ 57864 w 58005"/>
                        <a:gd name="connsiteY9" fmla="*/ 18289 h 145072"/>
                        <a:gd name="connsiteX10" fmla="*/ 56149 w 58005"/>
                        <a:gd name="connsiteY10" fmla="*/ 36958 h 145072"/>
                        <a:gd name="connsiteX11" fmla="*/ 50244 w 58005"/>
                        <a:gd name="connsiteY11" fmla="*/ 55246 h 145072"/>
                        <a:gd name="connsiteX12" fmla="*/ 42910 w 58005"/>
                        <a:gd name="connsiteY12" fmla="*/ 78011 h 145072"/>
                        <a:gd name="connsiteX13" fmla="*/ 43386 w 58005"/>
                        <a:gd name="connsiteY13" fmla="*/ 95632 h 145072"/>
                        <a:gd name="connsiteX14" fmla="*/ 47577 w 58005"/>
                        <a:gd name="connsiteY14" fmla="*/ 106109 h 145072"/>
                        <a:gd name="connsiteX15" fmla="*/ 50244 w 58005"/>
                        <a:gd name="connsiteY15" fmla="*/ 111443 h 145072"/>
                        <a:gd name="connsiteX16" fmla="*/ 52911 w 58005"/>
                        <a:gd name="connsiteY16" fmla="*/ 116587 h 145072"/>
                        <a:gd name="connsiteX17" fmla="*/ 56721 w 58005"/>
                        <a:gd name="connsiteY17" fmla="*/ 125826 h 145072"/>
                        <a:gd name="connsiteX18" fmla="*/ 56149 w 58005"/>
                        <a:gd name="connsiteY18" fmla="*/ 132874 h 145072"/>
                        <a:gd name="connsiteX19" fmla="*/ 49482 w 58005"/>
                        <a:gd name="connsiteY19" fmla="*/ 142495 h 145072"/>
                        <a:gd name="connsiteX20" fmla="*/ 42910 w 58005"/>
                        <a:gd name="connsiteY20" fmla="*/ 145066 h 145072"/>
                        <a:gd name="connsiteX21" fmla="*/ 30718 w 58005"/>
                        <a:gd name="connsiteY21" fmla="*/ 141637 h 145072"/>
                        <a:gd name="connsiteX22" fmla="*/ 23288 w 58005"/>
                        <a:gd name="connsiteY22" fmla="*/ 137065 h 145072"/>
                        <a:gd name="connsiteX23" fmla="*/ 15477 w 58005"/>
                        <a:gd name="connsiteY23" fmla="*/ 130017 h 145072"/>
                        <a:gd name="connsiteX24" fmla="*/ 3000 w 58005"/>
                        <a:gd name="connsiteY24" fmla="*/ 107728 h 145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58005" h="145072">
                          <a:moveTo>
                            <a:pt x="3000" y="107728"/>
                          </a:moveTo>
                          <a:cubicBezTo>
                            <a:pt x="-1001" y="94870"/>
                            <a:pt x="-524" y="81344"/>
                            <a:pt x="1666" y="70010"/>
                          </a:cubicBezTo>
                          <a:cubicBezTo>
                            <a:pt x="3857" y="58484"/>
                            <a:pt x="7762" y="48673"/>
                            <a:pt x="11286" y="39625"/>
                          </a:cubicBezTo>
                          <a:cubicBezTo>
                            <a:pt x="13858" y="33338"/>
                            <a:pt x="16525" y="27909"/>
                            <a:pt x="19002" y="23527"/>
                          </a:cubicBezTo>
                          <a:cubicBezTo>
                            <a:pt x="21478" y="19051"/>
                            <a:pt x="23669" y="15622"/>
                            <a:pt x="25384" y="13145"/>
                          </a:cubicBezTo>
                          <a:cubicBezTo>
                            <a:pt x="27193" y="10573"/>
                            <a:pt x="28717" y="8859"/>
                            <a:pt x="30336" y="7335"/>
                          </a:cubicBezTo>
                          <a:cubicBezTo>
                            <a:pt x="31861" y="5811"/>
                            <a:pt x="33575" y="4287"/>
                            <a:pt x="35480" y="3715"/>
                          </a:cubicBezTo>
                          <a:lnTo>
                            <a:pt x="46434" y="191"/>
                          </a:lnTo>
                          <a:cubicBezTo>
                            <a:pt x="48434" y="-476"/>
                            <a:pt x="50911" y="572"/>
                            <a:pt x="53292" y="3811"/>
                          </a:cubicBezTo>
                          <a:cubicBezTo>
                            <a:pt x="55673" y="6954"/>
                            <a:pt x="57483" y="12383"/>
                            <a:pt x="57864" y="18289"/>
                          </a:cubicBezTo>
                          <a:cubicBezTo>
                            <a:pt x="58340" y="24385"/>
                            <a:pt x="57578" y="30766"/>
                            <a:pt x="56149" y="36958"/>
                          </a:cubicBezTo>
                          <a:cubicBezTo>
                            <a:pt x="54720" y="43244"/>
                            <a:pt x="52625" y="49340"/>
                            <a:pt x="50244" y="55246"/>
                          </a:cubicBezTo>
                          <a:cubicBezTo>
                            <a:pt x="47005" y="63532"/>
                            <a:pt x="44148" y="71248"/>
                            <a:pt x="42910" y="78011"/>
                          </a:cubicBezTo>
                          <a:cubicBezTo>
                            <a:pt x="41671" y="84869"/>
                            <a:pt x="41671" y="90584"/>
                            <a:pt x="43386" y="95632"/>
                          </a:cubicBezTo>
                          <a:cubicBezTo>
                            <a:pt x="44434" y="99156"/>
                            <a:pt x="45767" y="102585"/>
                            <a:pt x="47577" y="106109"/>
                          </a:cubicBezTo>
                          <a:cubicBezTo>
                            <a:pt x="48339" y="107919"/>
                            <a:pt x="49291" y="109634"/>
                            <a:pt x="50244" y="111443"/>
                          </a:cubicBezTo>
                          <a:cubicBezTo>
                            <a:pt x="51006" y="113253"/>
                            <a:pt x="52053" y="114968"/>
                            <a:pt x="52911" y="116587"/>
                          </a:cubicBezTo>
                          <a:cubicBezTo>
                            <a:pt x="54530" y="120016"/>
                            <a:pt x="56149" y="123064"/>
                            <a:pt x="56721" y="125826"/>
                          </a:cubicBezTo>
                          <a:cubicBezTo>
                            <a:pt x="57292" y="128588"/>
                            <a:pt x="57387" y="131160"/>
                            <a:pt x="56149" y="132874"/>
                          </a:cubicBezTo>
                          <a:lnTo>
                            <a:pt x="49482" y="142495"/>
                          </a:lnTo>
                          <a:cubicBezTo>
                            <a:pt x="48244" y="144209"/>
                            <a:pt x="46243" y="145162"/>
                            <a:pt x="42910" y="145066"/>
                          </a:cubicBezTo>
                          <a:cubicBezTo>
                            <a:pt x="39671" y="144876"/>
                            <a:pt x="35480" y="144114"/>
                            <a:pt x="30718" y="141637"/>
                          </a:cubicBezTo>
                          <a:cubicBezTo>
                            <a:pt x="28336" y="140494"/>
                            <a:pt x="25764" y="139066"/>
                            <a:pt x="23288" y="137065"/>
                          </a:cubicBezTo>
                          <a:cubicBezTo>
                            <a:pt x="20716" y="135161"/>
                            <a:pt x="18049" y="132970"/>
                            <a:pt x="15477" y="130017"/>
                          </a:cubicBezTo>
                          <a:cubicBezTo>
                            <a:pt x="10525" y="124397"/>
                            <a:pt x="5667" y="116777"/>
                            <a:pt x="3000" y="10772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0" name="Forme libre : forme 14049">
                      <a:extLst>
                        <a:ext uri="{FF2B5EF4-FFF2-40B4-BE49-F238E27FC236}">
                          <a16:creationId xmlns:a16="http://schemas.microsoft.com/office/drawing/2014/main" id="{B78B23EE-3F83-47F7-A72D-A8386F9CD8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3258" y="3567969"/>
                      <a:ext cx="49838" cy="142706"/>
                    </a:xfrm>
                    <a:custGeom>
                      <a:avLst/>
                      <a:gdLst>
                        <a:gd name="connsiteX0" fmla="*/ 20597 w 49838"/>
                        <a:gd name="connsiteY0" fmla="*/ 52197 h 142706"/>
                        <a:gd name="connsiteX1" fmla="*/ 32503 w 49838"/>
                        <a:gd name="connsiteY1" fmla="*/ 22193 h 142706"/>
                        <a:gd name="connsiteX2" fmla="*/ 40314 w 49838"/>
                        <a:gd name="connsiteY2" fmla="*/ 0 h 142706"/>
                        <a:gd name="connsiteX3" fmla="*/ 35551 w 49838"/>
                        <a:gd name="connsiteY3" fmla="*/ 1524 h 142706"/>
                        <a:gd name="connsiteX4" fmla="*/ 30408 w 49838"/>
                        <a:gd name="connsiteY4" fmla="*/ 5144 h 142706"/>
                        <a:gd name="connsiteX5" fmla="*/ 25455 w 49838"/>
                        <a:gd name="connsiteY5" fmla="*/ 10954 h 142706"/>
                        <a:gd name="connsiteX6" fmla="*/ 19073 w 49838"/>
                        <a:gd name="connsiteY6" fmla="*/ 21336 h 142706"/>
                        <a:gd name="connsiteX7" fmla="*/ 11358 w 49838"/>
                        <a:gd name="connsiteY7" fmla="*/ 37433 h 142706"/>
                        <a:gd name="connsiteX8" fmla="*/ 1737 w 49838"/>
                        <a:gd name="connsiteY8" fmla="*/ 67818 h 142706"/>
                        <a:gd name="connsiteX9" fmla="*/ 3071 w 49838"/>
                        <a:gd name="connsiteY9" fmla="*/ 105537 h 142706"/>
                        <a:gd name="connsiteX10" fmla="*/ 15644 w 49838"/>
                        <a:gd name="connsiteY10" fmla="*/ 127635 h 142706"/>
                        <a:gd name="connsiteX11" fmla="*/ 23454 w 49838"/>
                        <a:gd name="connsiteY11" fmla="*/ 134684 h 142706"/>
                        <a:gd name="connsiteX12" fmla="*/ 30884 w 49838"/>
                        <a:gd name="connsiteY12" fmla="*/ 139255 h 142706"/>
                        <a:gd name="connsiteX13" fmla="*/ 43076 w 49838"/>
                        <a:gd name="connsiteY13" fmla="*/ 142685 h 142706"/>
                        <a:gd name="connsiteX14" fmla="*/ 49648 w 49838"/>
                        <a:gd name="connsiteY14" fmla="*/ 140113 h 142706"/>
                        <a:gd name="connsiteX15" fmla="*/ 49839 w 49838"/>
                        <a:gd name="connsiteY15" fmla="*/ 139827 h 142706"/>
                        <a:gd name="connsiteX16" fmla="*/ 30789 w 49838"/>
                        <a:gd name="connsiteY16" fmla="*/ 123730 h 142706"/>
                        <a:gd name="connsiteX17" fmla="*/ 18025 w 49838"/>
                        <a:gd name="connsiteY17" fmla="*/ 101632 h 142706"/>
                        <a:gd name="connsiteX18" fmla="*/ 15644 w 49838"/>
                        <a:gd name="connsiteY18" fmla="*/ 76295 h 142706"/>
                        <a:gd name="connsiteX19" fmla="*/ 20597 w 49838"/>
                        <a:gd name="connsiteY19" fmla="*/ 52197 h 142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49838" h="142706">
                          <a:moveTo>
                            <a:pt x="20597" y="52197"/>
                          </a:moveTo>
                          <a:cubicBezTo>
                            <a:pt x="23645" y="41053"/>
                            <a:pt x="28502" y="30766"/>
                            <a:pt x="32503" y="22193"/>
                          </a:cubicBezTo>
                          <a:cubicBezTo>
                            <a:pt x="36504" y="13526"/>
                            <a:pt x="39456" y="6572"/>
                            <a:pt x="40314" y="0"/>
                          </a:cubicBezTo>
                          <a:lnTo>
                            <a:pt x="35551" y="1524"/>
                          </a:lnTo>
                          <a:cubicBezTo>
                            <a:pt x="33646" y="2096"/>
                            <a:pt x="31932" y="3715"/>
                            <a:pt x="30408" y="5144"/>
                          </a:cubicBezTo>
                          <a:cubicBezTo>
                            <a:pt x="28788" y="6668"/>
                            <a:pt x="27264" y="8382"/>
                            <a:pt x="25455" y="10954"/>
                          </a:cubicBezTo>
                          <a:cubicBezTo>
                            <a:pt x="23740" y="13430"/>
                            <a:pt x="21549" y="16954"/>
                            <a:pt x="19073" y="21336"/>
                          </a:cubicBezTo>
                          <a:cubicBezTo>
                            <a:pt x="16596" y="25718"/>
                            <a:pt x="13929" y="31147"/>
                            <a:pt x="11358" y="37433"/>
                          </a:cubicBezTo>
                          <a:cubicBezTo>
                            <a:pt x="7738" y="46482"/>
                            <a:pt x="3928" y="56293"/>
                            <a:pt x="1737" y="67818"/>
                          </a:cubicBezTo>
                          <a:cubicBezTo>
                            <a:pt x="-549" y="79153"/>
                            <a:pt x="-1025" y="92678"/>
                            <a:pt x="3071" y="105537"/>
                          </a:cubicBezTo>
                          <a:cubicBezTo>
                            <a:pt x="5738" y="114586"/>
                            <a:pt x="10500" y="122206"/>
                            <a:pt x="15644" y="127635"/>
                          </a:cubicBezTo>
                          <a:cubicBezTo>
                            <a:pt x="18120" y="130493"/>
                            <a:pt x="20787" y="132779"/>
                            <a:pt x="23454" y="134684"/>
                          </a:cubicBezTo>
                          <a:cubicBezTo>
                            <a:pt x="26026" y="136684"/>
                            <a:pt x="28502" y="138113"/>
                            <a:pt x="30884" y="139255"/>
                          </a:cubicBezTo>
                          <a:cubicBezTo>
                            <a:pt x="35551" y="141732"/>
                            <a:pt x="39837" y="142589"/>
                            <a:pt x="43076" y="142685"/>
                          </a:cubicBezTo>
                          <a:cubicBezTo>
                            <a:pt x="46409" y="142875"/>
                            <a:pt x="48410" y="141827"/>
                            <a:pt x="49648" y="140113"/>
                          </a:cubicBezTo>
                          <a:lnTo>
                            <a:pt x="49839" y="139827"/>
                          </a:lnTo>
                          <a:cubicBezTo>
                            <a:pt x="43171" y="135160"/>
                            <a:pt x="36218" y="130207"/>
                            <a:pt x="30789" y="123730"/>
                          </a:cubicBezTo>
                          <a:cubicBezTo>
                            <a:pt x="25264" y="117348"/>
                            <a:pt x="20597" y="109919"/>
                            <a:pt x="18025" y="101632"/>
                          </a:cubicBezTo>
                          <a:cubicBezTo>
                            <a:pt x="15358" y="93345"/>
                            <a:pt x="14882" y="84582"/>
                            <a:pt x="15644" y="76295"/>
                          </a:cubicBezTo>
                          <a:cubicBezTo>
                            <a:pt x="16501" y="68104"/>
                            <a:pt x="18501" y="60008"/>
                            <a:pt x="20597" y="5219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1" name="Forme libre : forme 14050">
                      <a:extLst>
                        <a:ext uri="{FF2B5EF4-FFF2-40B4-BE49-F238E27FC236}">
                          <a16:creationId xmlns:a16="http://schemas.microsoft.com/office/drawing/2014/main" id="{587E1D3B-0670-4A5F-A287-C0C4B20D55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5459" y="3616137"/>
                      <a:ext cx="18605" cy="67087"/>
                    </a:xfrm>
                    <a:custGeom>
                      <a:avLst/>
                      <a:gdLst>
                        <a:gd name="connsiteX0" fmla="*/ 17540 w 18605"/>
                        <a:gd name="connsiteY0" fmla="*/ 66704 h 67087"/>
                        <a:gd name="connsiteX1" fmla="*/ 13444 w 18605"/>
                        <a:gd name="connsiteY1" fmla="*/ 66037 h 67087"/>
                        <a:gd name="connsiteX2" fmla="*/ 7348 w 18605"/>
                        <a:gd name="connsiteY2" fmla="*/ 60132 h 67087"/>
                        <a:gd name="connsiteX3" fmla="*/ 1823 w 18605"/>
                        <a:gd name="connsiteY3" fmla="*/ 48702 h 67087"/>
                        <a:gd name="connsiteX4" fmla="*/ 14 w 18605"/>
                        <a:gd name="connsiteY4" fmla="*/ 33271 h 67087"/>
                        <a:gd name="connsiteX5" fmla="*/ 7634 w 18605"/>
                        <a:gd name="connsiteY5" fmla="*/ 7840 h 67087"/>
                        <a:gd name="connsiteX6" fmla="*/ 16397 w 18605"/>
                        <a:gd name="connsiteY6" fmla="*/ 124 h 67087"/>
                        <a:gd name="connsiteX7" fmla="*/ 18302 w 18605"/>
                        <a:gd name="connsiteY7" fmla="*/ 11459 h 67087"/>
                        <a:gd name="connsiteX8" fmla="*/ 15921 w 18605"/>
                        <a:gd name="connsiteY8" fmla="*/ 34033 h 67087"/>
                        <a:gd name="connsiteX9" fmla="*/ 16206 w 18605"/>
                        <a:gd name="connsiteY9" fmla="*/ 45749 h 67087"/>
                        <a:gd name="connsiteX10" fmla="*/ 17540 w 18605"/>
                        <a:gd name="connsiteY10" fmla="*/ 55465 h 67087"/>
                        <a:gd name="connsiteX11" fmla="*/ 18588 w 18605"/>
                        <a:gd name="connsiteY11" fmla="*/ 62704 h 67087"/>
                        <a:gd name="connsiteX12" fmla="*/ 17540 w 18605"/>
                        <a:gd name="connsiteY12" fmla="*/ 66704 h 67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8605" h="67087">
                          <a:moveTo>
                            <a:pt x="17540" y="66704"/>
                          </a:moveTo>
                          <a:cubicBezTo>
                            <a:pt x="16587" y="67371"/>
                            <a:pt x="15158" y="67180"/>
                            <a:pt x="13444" y="66037"/>
                          </a:cubicBezTo>
                          <a:cubicBezTo>
                            <a:pt x="11730" y="64894"/>
                            <a:pt x="9348" y="63084"/>
                            <a:pt x="7348" y="60132"/>
                          </a:cubicBezTo>
                          <a:cubicBezTo>
                            <a:pt x="5157" y="57274"/>
                            <a:pt x="3157" y="53369"/>
                            <a:pt x="1823" y="48702"/>
                          </a:cubicBezTo>
                          <a:cubicBezTo>
                            <a:pt x="299" y="44034"/>
                            <a:pt x="-82" y="38700"/>
                            <a:pt x="14" y="33271"/>
                          </a:cubicBezTo>
                          <a:cubicBezTo>
                            <a:pt x="585" y="22317"/>
                            <a:pt x="4300" y="13555"/>
                            <a:pt x="7634" y="7840"/>
                          </a:cubicBezTo>
                          <a:cubicBezTo>
                            <a:pt x="11063" y="2125"/>
                            <a:pt x="14397" y="-638"/>
                            <a:pt x="16397" y="124"/>
                          </a:cubicBezTo>
                          <a:cubicBezTo>
                            <a:pt x="18492" y="886"/>
                            <a:pt x="18778" y="5268"/>
                            <a:pt x="18302" y="11459"/>
                          </a:cubicBezTo>
                          <a:cubicBezTo>
                            <a:pt x="17825" y="17650"/>
                            <a:pt x="16301" y="25651"/>
                            <a:pt x="15921" y="34033"/>
                          </a:cubicBezTo>
                          <a:cubicBezTo>
                            <a:pt x="15825" y="38224"/>
                            <a:pt x="15730" y="42130"/>
                            <a:pt x="16206" y="45749"/>
                          </a:cubicBezTo>
                          <a:cubicBezTo>
                            <a:pt x="16492" y="49368"/>
                            <a:pt x="16968" y="52607"/>
                            <a:pt x="17540" y="55465"/>
                          </a:cubicBezTo>
                          <a:cubicBezTo>
                            <a:pt x="17921" y="58417"/>
                            <a:pt x="18588" y="60799"/>
                            <a:pt x="18588" y="62704"/>
                          </a:cubicBezTo>
                          <a:cubicBezTo>
                            <a:pt x="18683" y="64704"/>
                            <a:pt x="18397" y="66133"/>
                            <a:pt x="17540" y="66704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2" name="Forme libre : forme 14051">
                      <a:extLst>
                        <a:ext uri="{FF2B5EF4-FFF2-40B4-BE49-F238E27FC236}">
                          <a16:creationId xmlns:a16="http://schemas.microsoft.com/office/drawing/2014/main" id="{06A24D12-6CF7-4DC4-89A3-70F6296C57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5495" y="3616232"/>
                      <a:ext cx="18555" cy="50987"/>
                    </a:xfrm>
                    <a:custGeom>
                      <a:avLst/>
                      <a:gdLst>
                        <a:gd name="connsiteX0" fmla="*/ 17790 w 18555"/>
                        <a:gd name="connsiteY0" fmla="*/ 16317 h 50987"/>
                        <a:gd name="connsiteX1" fmla="*/ 16456 w 18555"/>
                        <a:gd name="connsiteY1" fmla="*/ 124 h 50987"/>
                        <a:gd name="connsiteX2" fmla="*/ 7693 w 18555"/>
                        <a:gd name="connsiteY2" fmla="*/ 7840 h 50987"/>
                        <a:gd name="connsiteX3" fmla="*/ 73 w 18555"/>
                        <a:gd name="connsiteY3" fmla="*/ 33271 h 50987"/>
                        <a:gd name="connsiteX4" fmla="*/ 2550 w 18555"/>
                        <a:gd name="connsiteY4" fmla="*/ 50988 h 50987"/>
                        <a:gd name="connsiteX5" fmla="*/ 1597 w 18555"/>
                        <a:gd name="connsiteY5" fmla="*/ 41177 h 50987"/>
                        <a:gd name="connsiteX6" fmla="*/ 8646 w 18555"/>
                        <a:gd name="connsiteY6" fmla="*/ 21079 h 50987"/>
                        <a:gd name="connsiteX7" fmla="*/ 17790 w 18555"/>
                        <a:gd name="connsiteY7" fmla="*/ 16317 h 50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555" h="50987">
                          <a:moveTo>
                            <a:pt x="17790" y="16317"/>
                          </a:moveTo>
                          <a:cubicBezTo>
                            <a:pt x="18933" y="7554"/>
                            <a:pt x="19028" y="1077"/>
                            <a:pt x="16456" y="124"/>
                          </a:cubicBezTo>
                          <a:cubicBezTo>
                            <a:pt x="14456" y="-638"/>
                            <a:pt x="11122" y="2125"/>
                            <a:pt x="7693" y="7840"/>
                          </a:cubicBezTo>
                          <a:cubicBezTo>
                            <a:pt x="4360" y="13554"/>
                            <a:pt x="645" y="22317"/>
                            <a:pt x="73" y="33271"/>
                          </a:cubicBezTo>
                          <a:cubicBezTo>
                            <a:pt x="-308" y="39653"/>
                            <a:pt x="835" y="45844"/>
                            <a:pt x="2550" y="50988"/>
                          </a:cubicBezTo>
                          <a:cubicBezTo>
                            <a:pt x="1978" y="47654"/>
                            <a:pt x="1407" y="44416"/>
                            <a:pt x="1597" y="41177"/>
                          </a:cubicBezTo>
                          <a:cubicBezTo>
                            <a:pt x="2169" y="32414"/>
                            <a:pt x="5407" y="25366"/>
                            <a:pt x="8646" y="21079"/>
                          </a:cubicBezTo>
                          <a:cubicBezTo>
                            <a:pt x="11980" y="16698"/>
                            <a:pt x="15409" y="14983"/>
                            <a:pt x="17790" y="16317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3" name="Forme libre : forme 14052">
                      <a:extLst>
                        <a:ext uri="{FF2B5EF4-FFF2-40B4-BE49-F238E27FC236}">
                          <a16:creationId xmlns:a16="http://schemas.microsoft.com/office/drawing/2014/main" id="{31262301-1ED0-481E-8B79-3AD7FEEF67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663" y="3618807"/>
                      <a:ext cx="20983" cy="68361"/>
                    </a:xfrm>
                    <a:custGeom>
                      <a:avLst/>
                      <a:gdLst>
                        <a:gd name="connsiteX0" fmla="*/ 20098 w 20983"/>
                        <a:gd name="connsiteY0" fmla="*/ 67939 h 68361"/>
                        <a:gd name="connsiteX1" fmla="*/ 15812 w 20983"/>
                        <a:gd name="connsiteY1" fmla="*/ 67463 h 68361"/>
                        <a:gd name="connsiteX2" fmla="*/ 9239 w 20983"/>
                        <a:gd name="connsiteY2" fmla="*/ 61748 h 68361"/>
                        <a:gd name="connsiteX3" fmla="*/ 2858 w 20983"/>
                        <a:gd name="connsiteY3" fmla="*/ 50413 h 68361"/>
                        <a:gd name="connsiteX4" fmla="*/ 0 w 20983"/>
                        <a:gd name="connsiteY4" fmla="*/ 34601 h 68361"/>
                        <a:gd name="connsiteX5" fmla="*/ 6668 w 20983"/>
                        <a:gd name="connsiteY5" fmla="*/ 8122 h 68361"/>
                        <a:gd name="connsiteX6" fmla="*/ 15335 w 20983"/>
                        <a:gd name="connsiteY6" fmla="*/ 121 h 68361"/>
                        <a:gd name="connsiteX7" fmla="*/ 17431 w 20983"/>
                        <a:gd name="connsiteY7" fmla="*/ 11456 h 68361"/>
                        <a:gd name="connsiteX8" fmla="*/ 16002 w 20983"/>
                        <a:gd name="connsiteY8" fmla="*/ 34411 h 68361"/>
                        <a:gd name="connsiteX9" fmla="*/ 17050 w 20983"/>
                        <a:gd name="connsiteY9" fmla="*/ 46412 h 68361"/>
                        <a:gd name="connsiteX10" fmla="*/ 19241 w 20983"/>
                        <a:gd name="connsiteY10" fmla="*/ 56414 h 68361"/>
                        <a:gd name="connsiteX11" fmla="*/ 20860 w 20983"/>
                        <a:gd name="connsiteY11" fmla="*/ 63843 h 68361"/>
                        <a:gd name="connsiteX12" fmla="*/ 20098 w 20983"/>
                        <a:gd name="connsiteY12" fmla="*/ 67939 h 68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0983" h="68361">
                          <a:moveTo>
                            <a:pt x="20098" y="67939"/>
                          </a:moveTo>
                          <a:cubicBezTo>
                            <a:pt x="19241" y="68606"/>
                            <a:pt x="17812" y="68510"/>
                            <a:pt x="15812" y="67463"/>
                          </a:cubicBezTo>
                          <a:cubicBezTo>
                            <a:pt x="13811" y="66606"/>
                            <a:pt x="11716" y="64510"/>
                            <a:pt x="9239" y="61748"/>
                          </a:cubicBezTo>
                          <a:cubicBezTo>
                            <a:pt x="6953" y="58890"/>
                            <a:pt x="4572" y="55080"/>
                            <a:pt x="2858" y="50413"/>
                          </a:cubicBezTo>
                          <a:cubicBezTo>
                            <a:pt x="1143" y="45746"/>
                            <a:pt x="95" y="40221"/>
                            <a:pt x="0" y="34601"/>
                          </a:cubicBezTo>
                          <a:cubicBezTo>
                            <a:pt x="0" y="23267"/>
                            <a:pt x="3429" y="14027"/>
                            <a:pt x="6668" y="8122"/>
                          </a:cubicBezTo>
                          <a:cubicBezTo>
                            <a:pt x="10001" y="2217"/>
                            <a:pt x="13335" y="-641"/>
                            <a:pt x="15335" y="121"/>
                          </a:cubicBezTo>
                          <a:cubicBezTo>
                            <a:pt x="17431" y="883"/>
                            <a:pt x="17812" y="5169"/>
                            <a:pt x="17431" y="11456"/>
                          </a:cubicBezTo>
                          <a:cubicBezTo>
                            <a:pt x="17050" y="17742"/>
                            <a:pt x="15907" y="25839"/>
                            <a:pt x="16002" y="34411"/>
                          </a:cubicBezTo>
                          <a:cubicBezTo>
                            <a:pt x="16097" y="38697"/>
                            <a:pt x="16383" y="42793"/>
                            <a:pt x="17050" y="46412"/>
                          </a:cubicBezTo>
                          <a:cubicBezTo>
                            <a:pt x="17621" y="50127"/>
                            <a:pt x="18574" y="53461"/>
                            <a:pt x="19241" y="56414"/>
                          </a:cubicBezTo>
                          <a:cubicBezTo>
                            <a:pt x="20193" y="59271"/>
                            <a:pt x="20574" y="61938"/>
                            <a:pt x="20860" y="63843"/>
                          </a:cubicBezTo>
                          <a:cubicBezTo>
                            <a:pt x="21146" y="65843"/>
                            <a:pt x="20955" y="67272"/>
                            <a:pt x="20098" y="6793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4" name="Forme libre : forme 14053">
                      <a:extLst>
                        <a:ext uri="{FF2B5EF4-FFF2-40B4-BE49-F238E27FC236}">
                          <a16:creationId xmlns:a16="http://schemas.microsoft.com/office/drawing/2014/main" id="{0A7AF685-2347-441A-824F-F502F32E4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7001" y="3587809"/>
                      <a:ext cx="44332" cy="87741"/>
                    </a:xfrm>
                    <a:custGeom>
                      <a:avLst/>
                      <a:gdLst>
                        <a:gd name="connsiteX0" fmla="*/ 34285 w 44332"/>
                        <a:gd name="connsiteY0" fmla="*/ 1020 h 87741"/>
                        <a:gd name="connsiteX1" fmla="*/ 26570 w 44332"/>
                        <a:gd name="connsiteY1" fmla="*/ 1020 h 87741"/>
                        <a:gd name="connsiteX2" fmla="*/ 6758 w 44332"/>
                        <a:gd name="connsiteY2" fmla="*/ 30547 h 87741"/>
                        <a:gd name="connsiteX3" fmla="*/ 1519 w 44332"/>
                        <a:gd name="connsiteY3" fmla="*/ 73696 h 87741"/>
                        <a:gd name="connsiteX4" fmla="*/ 7425 w 44332"/>
                        <a:gd name="connsiteY4" fmla="*/ 85792 h 87741"/>
                        <a:gd name="connsiteX5" fmla="*/ 11806 w 44332"/>
                        <a:gd name="connsiteY5" fmla="*/ 86173 h 87741"/>
                        <a:gd name="connsiteX6" fmla="*/ 12187 w 44332"/>
                        <a:gd name="connsiteY6" fmla="*/ 71886 h 87741"/>
                        <a:gd name="connsiteX7" fmla="*/ 24188 w 44332"/>
                        <a:gd name="connsiteY7" fmla="*/ 43215 h 87741"/>
                        <a:gd name="connsiteX8" fmla="*/ 43715 w 44332"/>
                        <a:gd name="connsiteY8" fmla="*/ 14164 h 87741"/>
                        <a:gd name="connsiteX9" fmla="*/ 41143 w 44332"/>
                        <a:gd name="connsiteY9" fmla="*/ 2925 h 87741"/>
                        <a:gd name="connsiteX10" fmla="*/ 34285 w 44332"/>
                        <a:gd name="connsiteY10" fmla="*/ 1020 h 87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4332" h="87741">
                          <a:moveTo>
                            <a:pt x="34285" y="1020"/>
                          </a:moveTo>
                          <a:cubicBezTo>
                            <a:pt x="31999" y="67"/>
                            <a:pt x="29522" y="-695"/>
                            <a:pt x="26570" y="1020"/>
                          </a:cubicBezTo>
                          <a:cubicBezTo>
                            <a:pt x="21141" y="4258"/>
                            <a:pt x="13235" y="15783"/>
                            <a:pt x="6758" y="30547"/>
                          </a:cubicBezTo>
                          <a:cubicBezTo>
                            <a:pt x="1424" y="42454"/>
                            <a:pt x="-2196" y="59313"/>
                            <a:pt x="1519" y="73696"/>
                          </a:cubicBezTo>
                          <a:cubicBezTo>
                            <a:pt x="2948" y="78934"/>
                            <a:pt x="5234" y="83411"/>
                            <a:pt x="7425" y="85792"/>
                          </a:cubicBezTo>
                          <a:cubicBezTo>
                            <a:pt x="9520" y="88173"/>
                            <a:pt x="11425" y="88459"/>
                            <a:pt x="11806" y="86173"/>
                          </a:cubicBezTo>
                          <a:cubicBezTo>
                            <a:pt x="12568" y="83221"/>
                            <a:pt x="11711" y="77220"/>
                            <a:pt x="12187" y="71886"/>
                          </a:cubicBezTo>
                          <a:cubicBezTo>
                            <a:pt x="13235" y="59218"/>
                            <a:pt x="18759" y="49883"/>
                            <a:pt x="24188" y="43215"/>
                          </a:cubicBezTo>
                          <a:cubicBezTo>
                            <a:pt x="28856" y="37215"/>
                            <a:pt x="39905" y="29023"/>
                            <a:pt x="43715" y="14164"/>
                          </a:cubicBezTo>
                          <a:cubicBezTo>
                            <a:pt x="45334" y="7306"/>
                            <a:pt x="43524" y="4163"/>
                            <a:pt x="41143" y="2925"/>
                          </a:cubicBezTo>
                          <a:cubicBezTo>
                            <a:pt x="38952" y="1496"/>
                            <a:pt x="35904" y="1687"/>
                            <a:pt x="34285" y="102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5" name="Forme libre : forme 14054">
                      <a:extLst>
                        <a:ext uri="{FF2B5EF4-FFF2-40B4-BE49-F238E27FC236}">
                          <a16:creationId xmlns:a16="http://schemas.microsoft.com/office/drawing/2014/main" id="{2B8C88EC-2AC3-4316-8B74-2C87CCB8BA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5761" y="3604700"/>
                      <a:ext cx="8640" cy="27314"/>
                    </a:xfrm>
                    <a:custGeom>
                      <a:avLst/>
                      <a:gdLst>
                        <a:gd name="connsiteX0" fmla="*/ 8477 w 8640"/>
                        <a:gd name="connsiteY0" fmla="*/ 2226 h 27314"/>
                        <a:gd name="connsiteX1" fmla="*/ 7525 w 8640"/>
                        <a:gd name="connsiteY1" fmla="*/ 35 h 27314"/>
                        <a:gd name="connsiteX2" fmla="*/ 5144 w 8640"/>
                        <a:gd name="connsiteY2" fmla="*/ 1940 h 27314"/>
                        <a:gd name="connsiteX3" fmla="*/ 3334 w 8640"/>
                        <a:gd name="connsiteY3" fmla="*/ 6608 h 27314"/>
                        <a:gd name="connsiteX4" fmla="*/ 476 w 8640"/>
                        <a:gd name="connsiteY4" fmla="*/ 18419 h 27314"/>
                        <a:gd name="connsiteX5" fmla="*/ 0 w 8640"/>
                        <a:gd name="connsiteY5" fmla="*/ 22800 h 27314"/>
                        <a:gd name="connsiteX6" fmla="*/ 6001 w 8640"/>
                        <a:gd name="connsiteY6" fmla="*/ 21181 h 27314"/>
                        <a:gd name="connsiteX7" fmla="*/ 8477 w 8640"/>
                        <a:gd name="connsiteY7" fmla="*/ 2226 h 27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640" h="27314">
                          <a:moveTo>
                            <a:pt x="8477" y="2226"/>
                          </a:moveTo>
                          <a:cubicBezTo>
                            <a:pt x="8287" y="1178"/>
                            <a:pt x="8096" y="226"/>
                            <a:pt x="7525" y="35"/>
                          </a:cubicBezTo>
                          <a:cubicBezTo>
                            <a:pt x="6953" y="-155"/>
                            <a:pt x="6001" y="416"/>
                            <a:pt x="5144" y="1940"/>
                          </a:cubicBezTo>
                          <a:cubicBezTo>
                            <a:pt x="4381" y="3274"/>
                            <a:pt x="3810" y="5084"/>
                            <a:pt x="3334" y="6608"/>
                          </a:cubicBezTo>
                          <a:cubicBezTo>
                            <a:pt x="2096" y="10703"/>
                            <a:pt x="1143" y="14609"/>
                            <a:pt x="476" y="18419"/>
                          </a:cubicBezTo>
                          <a:cubicBezTo>
                            <a:pt x="190" y="19943"/>
                            <a:pt x="0" y="21562"/>
                            <a:pt x="0" y="22800"/>
                          </a:cubicBezTo>
                          <a:cubicBezTo>
                            <a:pt x="190" y="28039"/>
                            <a:pt x="3429" y="30134"/>
                            <a:pt x="6001" y="21181"/>
                          </a:cubicBezTo>
                          <a:cubicBezTo>
                            <a:pt x="8096" y="14228"/>
                            <a:pt x="9049" y="6417"/>
                            <a:pt x="8477" y="222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6" name="Forme libre : forme 14055">
                      <a:extLst>
                        <a:ext uri="{FF2B5EF4-FFF2-40B4-BE49-F238E27FC236}">
                          <a16:creationId xmlns:a16="http://schemas.microsoft.com/office/drawing/2014/main" id="{757DD3F1-7F9B-4561-88EA-4124BE92FD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7662" y="3674744"/>
                      <a:ext cx="42481" cy="31771"/>
                    </a:xfrm>
                    <a:custGeom>
                      <a:avLst/>
                      <a:gdLst>
                        <a:gd name="connsiteX0" fmla="*/ 42482 w 42481"/>
                        <a:gd name="connsiteY0" fmla="*/ 29337 h 31771"/>
                        <a:gd name="connsiteX1" fmla="*/ 34576 w 42481"/>
                        <a:gd name="connsiteY1" fmla="*/ 31718 h 31771"/>
                        <a:gd name="connsiteX2" fmla="*/ 20479 w 42481"/>
                        <a:gd name="connsiteY2" fmla="*/ 25908 h 31771"/>
                        <a:gd name="connsiteX3" fmla="*/ 0 w 42481"/>
                        <a:gd name="connsiteY3" fmla="*/ 0 h 31771"/>
                        <a:gd name="connsiteX4" fmla="*/ 3429 w 42481"/>
                        <a:gd name="connsiteY4" fmla="*/ 6763 h 31771"/>
                        <a:gd name="connsiteX5" fmla="*/ 7906 w 42481"/>
                        <a:gd name="connsiteY5" fmla="*/ 13145 h 31771"/>
                        <a:gd name="connsiteX6" fmla="*/ 14097 w 42481"/>
                        <a:gd name="connsiteY6" fmla="*/ 19621 h 31771"/>
                        <a:gd name="connsiteX7" fmla="*/ 21431 w 42481"/>
                        <a:gd name="connsiteY7" fmla="*/ 24956 h 31771"/>
                        <a:gd name="connsiteX8" fmla="*/ 29146 w 42481"/>
                        <a:gd name="connsiteY8" fmla="*/ 28575 h 31771"/>
                        <a:gd name="connsiteX9" fmla="*/ 42482 w 42481"/>
                        <a:gd name="connsiteY9" fmla="*/ 29337 h 31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2481" h="31771">
                          <a:moveTo>
                            <a:pt x="42482" y="29337"/>
                          </a:moveTo>
                          <a:cubicBezTo>
                            <a:pt x="42482" y="29337"/>
                            <a:pt x="41148" y="32195"/>
                            <a:pt x="34576" y="31718"/>
                          </a:cubicBezTo>
                          <a:cubicBezTo>
                            <a:pt x="31337" y="31242"/>
                            <a:pt x="26670" y="30194"/>
                            <a:pt x="20479" y="25908"/>
                          </a:cubicBezTo>
                          <a:cubicBezTo>
                            <a:pt x="14478" y="21812"/>
                            <a:pt x="5906" y="14573"/>
                            <a:pt x="0" y="0"/>
                          </a:cubicBezTo>
                          <a:cubicBezTo>
                            <a:pt x="0" y="0"/>
                            <a:pt x="953" y="2858"/>
                            <a:pt x="3429" y="6763"/>
                          </a:cubicBezTo>
                          <a:cubicBezTo>
                            <a:pt x="4572" y="8763"/>
                            <a:pt x="6001" y="11049"/>
                            <a:pt x="7906" y="13145"/>
                          </a:cubicBezTo>
                          <a:cubicBezTo>
                            <a:pt x="9716" y="15431"/>
                            <a:pt x="11811" y="17621"/>
                            <a:pt x="14097" y="19621"/>
                          </a:cubicBezTo>
                          <a:cubicBezTo>
                            <a:pt x="16383" y="21717"/>
                            <a:pt x="18860" y="23527"/>
                            <a:pt x="21431" y="24956"/>
                          </a:cubicBezTo>
                          <a:cubicBezTo>
                            <a:pt x="23908" y="26575"/>
                            <a:pt x="26575" y="27718"/>
                            <a:pt x="29146" y="28575"/>
                          </a:cubicBezTo>
                          <a:cubicBezTo>
                            <a:pt x="34195" y="30480"/>
                            <a:pt x="38958" y="30671"/>
                            <a:pt x="42482" y="293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7" name="Forme libre : forme 14056">
                      <a:extLst>
                        <a:ext uri="{FF2B5EF4-FFF2-40B4-BE49-F238E27FC236}">
                          <a16:creationId xmlns:a16="http://schemas.microsoft.com/office/drawing/2014/main" id="{CB2770D1-E08C-4520-9B4E-CCD5492389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9382" y="3569589"/>
                      <a:ext cx="9623" cy="53625"/>
                    </a:xfrm>
                    <a:custGeom>
                      <a:avLst/>
                      <a:gdLst>
                        <a:gd name="connsiteX0" fmla="*/ 2096 w 9623"/>
                        <a:gd name="connsiteY0" fmla="*/ 53626 h 53625"/>
                        <a:gd name="connsiteX1" fmla="*/ 4191 w 9623"/>
                        <a:gd name="connsiteY1" fmla="*/ 47434 h 53625"/>
                        <a:gd name="connsiteX2" fmla="*/ 8382 w 9623"/>
                        <a:gd name="connsiteY2" fmla="*/ 31813 h 53625"/>
                        <a:gd name="connsiteX3" fmla="*/ 8858 w 9623"/>
                        <a:gd name="connsiteY3" fmla="*/ 11811 h 53625"/>
                        <a:gd name="connsiteX4" fmla="*/ 0 w 9623"/>
                        <a:gd name="connsiteY4" fmla="*/ 0 h 53625"/>
                        <a:gd name="connsiteX5" fmla="*/ 2477 w 9623"/>
                        <a:gd name="connsiteY5" fmla="*/ 2096 h 53625"/>
                        <a:gd name="connsiteX6" fmla="*/ 7049 w 9623"/>
                        <a:gd name="connsiteY6" fmla="*/ 11335 h 53625"/>
                        <a:gd name="connsiteX7" fmla="*/ 7906 w 9623"/>
                        <a:gd name="connsiteY7" fmla="*/ 29527 h 53625"/>
                        <a:gd name="connsiteX8" fmla="*/ 2096 w 9623"/>
                        <a:gd name="connsiteY8" fmla="*/ 53626 h 53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623" h="53625">
                          <a:moveTo>
                            <a:pt x="2096" y="53626"/>
                          </a:moveTo>
                          <a:cubicBezTo>
                            <a:pt x="2096" y="53626"/>
                            <a:pt x="2858" y="51340"/>
                            <a:pt x="4191" y="47434"/>
                          </a:cubicBezTo>
                          <a:cubicBezTo>
                            <a:pt x="5429" y="43624"/>
                            <a:pt x="7144" y="38100"/>
                            <a:pt x="8382" y="31813"/>
                          </a:cubicBezTo>
                          <a:cubicBezTo>
                            <a:pt x="9620" y="25527"/>
                            <a:pt x="10192" y="18193"/>
                            <a:pt x="8858" y="11811"/>
                          </a:cubicBezTo>
                          <a:cubicBezTo>
                            <a:pt x="7525" y="5334"/>
                            <a:pt x="4001" y="571"/>
                            <a:pt x="0" y="0"/>
                          </a:cubicBezTo>
                          <a:cubicBezTo>
                            <a:pt x="0" y="0"/>
                            <a:pt x="953" y="476"/>
                            <a:pt x="2477" y="2096"/>
                          </a:cubicBezTo>
                          <a:cubicBezTo>
                            <a:pt x="3810" y="3715"/>
                            <a:pt x="5810" y="6667"/>
                            <a:pt x="7049" y="11335"/>
                          </a:cubicBezTo>
                          <a:cubicBezTo>
                            <a:pt x="8287" y="15907"/>
                            <a:pt x="8763" y="22288"/>
                            <a:pt x="7906" y="29527"/>
                          </a:cubicBezTo>
                          <a:cubicBezTo>
                            <a:pt x="7049" y="36671"/>
                            <a:pt x="4953" y="44863"/>
                            <a:pt x="2096" y="536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8" name="Forme libre : forme 14057">
                      <a:extLst>
                        <a:ext uri="{FF2B5EF4-FFF2-40B4-BE49-F238E27FC236}">
                          <a16:creationId xmlns:a16="http://schemas.microsoft.com/office/drawing/2014/main" id="{2AC39B74-05A5-4D0A-A022-62B7A3D9D7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4388" y="3644383"/>
                      <a:ext cx="5415" cy="24464"/>
                    </a:xfrm>
                    <a:custGeom>
                      <a:avLst/>
                      <a:gdLst>
                        <a:gd name="connsiteX0" fmla="*/ 3753 w 5415"/>
                        <a:gd name="connsiteY0" fmla="*/ 24361 h 24464"/>
                        <a:gd name="connsiteX1" fmla="*/ 134 w 5415"/>
                        <a:gd name="connsiteY1" fmla="*/ 9788 h 24464"/>
                        <a:gd name="connsiteX2" fmla="*/ 4515 w 5415"/>
                        <a:gd name="connsiteY2" fmla="*/ 358 h 24464"/>
                        <a:gd name="connsiteX3" fmla="*/ 5372 w 5415"/>
                        <a:gd name="connsiteY3" fmla="*/ 14360 h 24464"/>
                        <a:gd name="connsiteX4" fmla="*/ 3753 w 5415"/>
                        <a:gd name="connsiteY4" fmla="*/ 24361 h 24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15" h="24464">
                          <a:moveTo>
                            <a:pt x="3753" y="24361"/>
                          </a:moveTo>
                          <a:cubicBezTo>
                            <a:pt x="2039" y="23504"/>
                            <a:pt x="-628" y="16836"/>
                            <a:pt x="134" y="9788"/>
                          </a:cubicBezTo>
                          <a:cubicBezTo>
                            <a:pt x="801" y="2739"/>
                            <a:pt x="3468" y="-1261"/>
                            <a:pt x="4515" y="358"/>
                          </a:cubicBezTo>
                          <a:cubicBezTo>
                            <a:pt x="5754" y="1882"/>
                            <a:pt x="5182" y="8073"/>
                            <a:pt x="5372" y="14360"/>
                          </a:cubicBezTo>
                          <a:cubicBezTo>
                            <a:pt x="5468" y="20646"/>
                            <a:pt x="5563" y="25218"/>
                            <a:pt x="3753" y="2436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9" name="Forme libre : forme 14058">
                      <a:extLst>
                        <a:ext uri="{FF2B5EF4-FFF2-40B4-BE49-F238E27FC236}">
                          <a16:creationId xmlns:a16="http://schemas.microsoft.com/office/drawing/2014/main" id="{E2C160FF-DE31-4594-B4B2-DB04F765BA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7343" y="3665405"/>
                      <a:ext cx="3095" cy="6502"/>
                    </a:xfrm>
                    <a:custGeom>
                      <a:avLst/>
                      <a:gdLst>
                        <a:gd name="connsiteX0" fmla="*/ 2703 w 3095"/>
                        <a:gd name="connsiteY0" fmla="*/ 6482 h 6502"/>
                        <a:gd name="connsiteX1" fmla="*/ 417 w 3095"/>
                        <a:gd name="connsiteY1" fmla="*/ 3625 h 6502"/>
                        <a:gd name="connsiteX2" fmla="*/ 513 w 3095"/>
                        <a:gd name="connsiteY2" fmla="*/ 5 h 6502"/>
                        <a:gd name="connsiteX3" fmla="*/ 2608 w 3095"/>
                        <a:gd name="connsiteY3" fmla="*/ 2863 h 6502"/>
                        <a:gd name="connsiteX4" fmla="*/ 2703 w 3095"/>
                        <a:gd name="connsiteY4" fmla="*/ 6482 h 6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95" h="6502">
                          <a:moveTo>
                            <a:pt x="2703" y="6482"/>
                          </a:moveTo>
                          <a:cubicBezTo>
                            <a:pt x="2132" y="6672"/>
                            <a:pt x="894" y="5530"/>
                            <a:pt x="417" y="3625"/>
                          </a:cubicBezTo>
                          <a:cubicBezTo>
                            <a:pt x="-154" y="1720"/>
                            <a:pt x="-154" y="100"/>
                            <a:pt x="513" y="5"/>
                          </a:cubicBezTo>
                          <a:cubicBezTo>
                            <a:pt x="1179" y="-90"/>
                            <a:pt x="2036" y="1148"/>
                            <a:pt x="2608" y="2863"/>
                          </a:cubicBezTo>
                          <a:cubicBezTo>
                            <a:pt x="3084" y="4672"/>
                            <a:pt x="3370" y="6196"/>
                            <a:pt x="2703" y="64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0" name="Forme libre : forme 14059">
                      <a:extLst>
                        <a:ext uri="{FF2B5EF4-FFF2-40B4-BE49-F238E27FC236}">
                          <a16:creationId xmlns:a16="http://schemas.microsoft.com/office/drawing/2014/main" id="{F58CEE2B-63FD-423C-A8DE-6B943743EB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5829" y="3645717"/>
                      <a:ext cx="15187" cy="51325"/>
                    </a:xfrm>
                    <a:custGeom>
                      <a:avLst/>
                      <a:gdLst>
                        <a:gd name="connsiteX0" fmla="*/ 14982 w 15187"/>
                        <a:gd name="connsiteY0" fmla="*/ 39886 h 51325"/>
                        <a:gd name="connsiteX1" fmla="*/ 11934 w 15187"/>
                        <a:gd name="connsiteY1" fmla="*/ 50554 h 51325"/>
                        <a:gd name="connsiteX2" fmla="*/ 6028 w 15187"/>
                        <a:gd name="connsiteY2" fmla="*/ 49506 h 51325"/>
                        <a:gd name="connsiteX3" fmla="*/ 1932 w 15187"/>
                        <a:gd name="connsiteY3" fmla="*/ 42458 h 51325"/>
                        <a:gd name="connsiteX4" fmla="*/ 1456 w 15187"/>
                        <a:gd name="connsiteY4" fmla="*/ 25313 h 51325"/>
                        <a:gd name="connsiteX5" fmla="*/ 313 w 15187"/>
                        <a:gd name="connsiteY5" fmla="*/ 18836 h 51325"/>
                        <a:gd name="connsiteX6" fmla="*/ 408 w 15187"/>
                        <a:gd name="connsiteY6" fmla="*/ 9311 h 51325"/>
                        <a:gd name="connsiteX7" fmla="*/ 5076 w 15187"/>
                        <a:gd name="connsiteY7" fmla="*/ 738 h 51325"/>
                        <a:gd name="connsiteX8" fmla="*/ 7266 w 15187"/>
                        <a:gd name="connsiteY8" fmla="*/ 13978 h 51325"/>
                        <a:gd name="connsiteX9" fmla="*/ 11077 w 15187"/>
                        <a:gd name="connsiteY9" fmla="*/ 26837 h 51325"/>
                        <a:gd name="connsiteX10" fmla="*/ 14982 w 15187"/>
                        <a:gd name="connsiteY10" fmla="*/ 39886 h 51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187" h="51325">
                          <a:moveTo>
                            <a:pt x="14982" y="39886"/>
                          </a:moveTo>
                          <a:cubicBezTo>
                            <a:pt x="15744" y="44744"/>
                            <a:pt x="14315" y="48077"/>
                            <a:pt x="11934" y="50554"/>
                          </a:cubicBezTo>
                          <a:cubicBezTo>
                            <a:pt x="11077" y="51506"/>
                            <a:pt x="9171" y="51983"/>
                            <a:pt x="6028" y="49506"/>
                          </a:cubicBezTo>
                          <a:cubicBezTo>
                            <a:pt x="3171" y="47220"/>
                            <a:pt x="2313" y="44267"/>
                            <a:pt x="1932" y="42458"/>
                          </a:cubicBezTo>
                          <a:cubicBezTo>
                            <a:pt x="1361" y="36743"/>
                            <a:pt x="2694" y="32552"/>
                            <a:pt x="1456" y="25313"/>
                          </a:cubicBezTo>
                          <a:cubicBezTo>
                            <a:pt x="1361" y="24170"/>
                            <a:pt x="599" y="21789"/>
                            <a:pt x="313" y="18836"/>
                          </a:cubicBezTo>
                          <a:cubicBezTo>
                            <a:pt x="-163" y="15883"/>
                            <a:pt x="-68" y="12454"/>
                            <a:pt x="408" y="9311"/>
                          </a:cubicBezTo>
                          <a:cubicBezTo>
                            <a:pt x="1361" y="3024"/>
                            <a:pt x="3837" y="-1929"/>
                            <a:pt x="5076" y="738"/>
                          </a:cubicBezTo>
                          <a:cubicBezTo>
                            <a:pt x="6409" y="3405"/>
                            <a:pt x="6314" y="8930"/>
                            <a:pt x="7266" y="13978"/>
                          </a:cubicBezTo>
                          <a:cubicBezTo>
                            <a:pt x="8028" y="19026"/>
                            <a:pt x="10219" y="24074"/>
                            <a:pt x="11077" y="26837"/>
                          </a:cubicBezTo>
                          <a:cubicBezTo>
                            <a:pt x="12981" y="31599"/>
                            <a:pt x="14505" y="36266"/>
                            <a:pt x="14982" y="3988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78" name="Graphique 1">
                    <a:extLst>
                      <a:ext uri="{FF2B5EF4-FFF2-40B4-BE49-F238E27FC236}">
                        <a16:creationId xmlns:a16="http://schemas.microsoft.com/office/drawing/2014/main" id="{FDA87148-2D31-4C96-9446-42988EDA938B}"/>
                      </a:ext>
                    </a:extLst>
                  </p:cNvPr>
                  <p:cNvGrpSpPr/>
                  <p:nvPr/>
                </p:nvGrpSpPr>
                <p:grpSpPr>
                  <a:xfrm>
                    <a:off x="4171830" y="3696359"/>
                    <a:ext cx="63429" cy="143437"/>
                    <a:chOff x="4171830" y="3696359"/>
                    <a:chExt cx="63429" cy="143437"/>
                  </a:xfrm>
                  <a:solidFill>
                    <a:schemeClr val="accent1"/>
                  </a:solidFill>
                </p:grpSpPr>
                <p:sp>
                  <p:nvSpPr>
                    <p:cNvPr id="14037" name="Forme libre : forme 14036">
                      <a:extLst>
                        <a:ext uri="{FF2B5EF4-FFF2-40B4-BE49-F238E27FC236}">
                          <a16:creationId xmlns:a16="http://schemas.microsoft.com/office/drawing/2014/main" id="{D075FCAE-29D2-42DF-ADC2-4BDA40E0E5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1830" y="3696359"/>
                      <a:ext cx="63429" cy="143437"/>
                    </a:xfrm>
                    <a:custGeom>
                      <a:avLst/>
                      <a:gdLst>
                        <a:gd name="connsiteX0" fmla="*/ 16222 w 63429"/>
                        <a:gd name="connsiteY0" fmla="*/ 89923 h 143437"/>
                        <a:gd name="connsiteX1" fmla="*/ 20508 w 63429"/>
                        <a:gd name="connsiteY1" fmla="*/ 68111 h 143437"/>
                        <a:gd name="connsiteX2" fmla="*/ 17174 w 63429"/>
                        <a:gd name="connsiteY2" fmla="*/ 50871 h 143437"/>
                        <a:gd name="connsiteX3" fmla="*/ 10983 w 63429"/>
                        <a:gd name="connsiteY3" fmla="*/ 39536 h 143437"/>
                        <a:gd name="connsiteX4" fmla="*/ 4601 w 63429"/>
                        <a:gd name="connsiteY4" fmla="*/ 28487 h 143437"/>
                        <a:gd name="connsiteX5" fmla="*/ 410 w 63429"/>
                        <a:gd name="connsiteY5" fmla="*/ 19057 h 143437"/>
                        <a:gd name="connsiteX6" fmla="*/ 1077 w 63429"/>
                        <a:gd name="connsiteY6" fmla="*/ 12104 h 143437"/>
                        <a:gd name="connsiteX7" fmla="*/ 7744 w 63429"/>
                        <a:gd name="connsiteY7" fmla="*/ 2483 h 143437"/>
                        <a:gd name="connsiteX8" fmla="*/ 14412 w 63429"/>
                        <a:gd name="connsiteY8" fmla="*/ 7 h 143437"/>
                        <a:gd name="connsiteX9" fmla="*/ 26318 w 63429"/>
                        <a:gd name="connsiteY9" fmla="*/ 3055 h 143437"/>
                        <a:gd name="connsiteX10" fmla="*/ 41367 w 63429"/>
                        <a:gd name="connsiteY10" fmla="*/ 13342 h 143437"/>
                        <a:gd name="connsiteX11" fmla="*/ 55655 w 63429"/>
                        <a:gd name="connsiteY11" fmla="*/ 32583 h 143437"/>
                        <a:gd name="connsiteX12" fmla="*/ 63370 w 63429"/>
                        <a:gd name="connsiteY12" fmla="*/ 69635 h 143437"/>
                        <a:gd name="connsiteX13" fmla="*/ 57369 w 63429"/>
                        <a:gd name="connsiteY13" fmla="*/ 102591 h 143437"/>
                        <a:gd name="connsiteX14" fmla="*/ 42510 w 63429"/>
                        <a:gd name="connsiteY14" fmla="*/ 133166 h 143437"/>
                        <a:gd name="connsiteX15" fmla="*/ 35176 w 63429"/>
                        <a:gd name="connsiteY15" fmla="*/ 141072 h 143437"/>
                        <a:gd name="connsiteX16" fmla="*/ 28318 w 63429"/>
                        <a:gd name="connsiteY16" fmla="*/ 143263 h 143437"/>
                        <a:gd name="connsiteX17" fmla="*/ 16793 w 63429"/>
                        <a:gd name="connsiteY17" fmla="*/ 140215 h 143437"/>
                        <a:gd name="connsiteX18" fmla="*/ 11840 w 63429"/>
                        <a:gd name="connsiteY18" fmla="*/ 135167 h 143437"/>
                        <a:gd name="connsiteX19" fmla="*/ 9935 w 63429"/>
                        <a:gd name="connsiteY19" fmla="*/ 123356 h 143437"/>
                        <a:gd name="connsiteX20" fmla="*/ 16222 w 63429"/>
                        <a:gd name="connsiteY20" fmla="*/ 89923 h 1434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63429" h="143437">
                          <a:moveTo>
                            <a:pt x="16222" y="89923"/>
                          </a:moveTo>
                          <a:cubicBezTo>
                            <a:pt x="18698" y="81922"/>
                            <a:pt x="20317" y="74493"/>
                            <a:pt x="20508" y="68111"/>
                          </a:cubicBezTo>
                          <a:cubicBezTo>
                            <a:pt x="20793" y="61634"/>
                            <a:pt x="19841" y="56205"/>
                            <a:pt x="17174" y="50871"/>
                          </a:cubicBezTo>
                          <a:cubicBezTo>
                            <a:pt x="15364" y="47156"/>
                            <a:pt x="13364" y="43250"/>
                            <a:pt x="10983" y="39536"/>
                          </a:cubicBezTo>
                          <a:cubicBezTo>
                            <a:pt x="9078" y="35631"/>
                            <a:pt x="6220" y="32106"/>
                            <a:pt x="4601" y="28487"/>
                          </a:cubicBezTo>
                          <a:cubicBezTo>
                            <a:pt x="2696" y="24963"/>
                            <a:pt x="1077" y="21915"/>
                            <a:pt x="410" y="19057"/>
                          </a:cubicBezTo>
                          <a:cubicBezTo>
                            <a:pt x="-257" y="16199"/>
                            <a:pt x="-161" y="13818"/>
                            <a:pt x="1077" y="12104"/>
                          </a:cubicBezTo>
                          <a:lnTo>
                            <a:pt x="7744" y="2483"/>
                          </a:lnTo>
                          <a:cubicBezTo>
                            <a:pt x="8982" y="769"/>
                            <a:pt x="11268" y="-88"/>
                            <a:pt x="14412" y="7"/>
                          </a:cubicBezTo>
                          <a:cubicBezTo>
                            <a:pt x="17555" y="198"/>
                            <a:pt x="21746" y="960"/>
                            <a:pt x="26318" y="3055"/>
                          </a:cubicBezTo>
                          <a:cubicBezTo>
                            <a:pt x="30795" y="5532"/>
                            <a:pt x="36319" y="8199"/>
                            <a:pt x="41367" y="13342"/>
                          </a:cubicBezTo>
                          <a:cubicBezTo>
                            <a:pt x="46606" y="18009"/>
                            <a:pt x="51845" y="24582"/>
                            <a:pt x="55655" y="32583"/>
                          </a:cubicBezTo>
                          <a:cubicBezTo>
                            <a:pt x="61465" y="43917"/>
                            <a:pt x="63847" y="57538"/>
                            <a:pt x="63370" y="69635"/>
                          </a:cubicBezTo>
                          <a:cubicBezTo>
                            <a:pt x="62989" y="81827"/>
                            <a:pt x="60322" y="92781"/>
                            <a:pt x="57369" y="102591"/>
                          </a:cubicBezTo>
                          <a:cubicBezTo>
                            <a:pt x="53083" y="116307"/>
                            <a:pt x="47559" y="126308"/>
                            <a:pt x="42510" y="133166"/>
                          </a:cubicBezTo>
                          <a:cubicBezTo>
                            <a:pt x="40129" y="136596"/>
                            <a:pt x="37653" y="138977"/>
                            <a:pt x="35176" y="141072"/>
                          </a:cubicBezTo>
                          <a:cubicBezTo>
                            <a:pt x="32700" y="142977"/>
                            <a:pt x="30414" y="143835"/>
                            <a:pt x="28318" y="143263"/>
                          </a:cubicBezTo>
                          <a:lnTo>
                            <a:pt x="16793" y="140215"/>
                          </a:lnTo>
                          <a:cubicBezTo>
                            <a:pt x="14698" y="139644"/>
                            <a:pt x="13078" y="137834"/>
                            <a:pt x="11840" y="135167"/>
                          </a:cubicBezTo>
                          <a:cubicBezTo>
                            <a:pt x="10602" y="132595"/>
                            <a:pt x="10030" y="128214"/>
                            <a:pt x="9935" y="123356"/>
                          </a:cubicBezTo>
                          <a:cubicBezTo>
                            <a:pt x="9935" y="113545"/>
                            <a:pt x="12697" y="101163"/>
                            <a:pt x="16222" y="8992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8" name="Forme libre : forme 14037">
                      <a:extLst>
                        <a:ext uri="{FF2B5EF4-FFF2-40B4-BE49-F238E27FC236}">
                          <a16:creationId xmlns:a16="http://schemas.microsoft.com/office/drawing/2014/main" id="{38310CE5-76CD-4CDE-ACEE-C4F3838A83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2020" y="3704272"/>
                      <a:ext cx="35719" cy="132207"/>
                    </a:xfrm>
                    <a:custGeom>
                      <a:avLst/>
                      <a:gdLst>
                        <a:gd name="connsiteX0" fmla="*/ 32700 w 35719"/>
                        <a:gd name="connsiteY0" fmla="*/ 44958 h 132207"/>
                        <a:gd name="connsiteX1" fmla="*/ 18412 w 35719"/>
                        <a:gd name="connsiteY1" fmla="*/ 20193 h 132207"/>
                        <a:gd name="connsiteX2" fmla="*/ 10316 w 35719"/>
                        <a:gd name="connsiteY2" fmla="*/ 9525 h 132207"/>
                        <a:gd name="connsiteX3" fmla="*/ 3934 w 35719"/>
                        <a:gd name="connsiteY3" fmla="*/ 0 h 132207"/>
                        <a:gd name="connsiteX4" fmla="*/ 1077 w 35719"/>
                        <a:gd name="connsiteY4" fmla="*/ 4191 h 132207"/>
                        <a:gd name="connsiteX5" fmla="*/ 410 w 35719"/>
                        <a:gd name="connsiteY5" fmla="*/ 11144 h 132207"/>
                        <a:gd name="connsiteX6" fmla="*/ 4601 w 35719"/>
                        <a:gd name="connsiteY6" fmla="*/ 20574 h 132207"/>
                        <a:gd name="connsiteX7" fmla="*/ 10983 w 35719"/>
                        <a:gd name="connsiteY7" fmla="*/ 31623 h 132207"/>
                        <a:gd name="connsiteX8" fmla="*/ 17174 w 35719"/>
                        <a:gd name="connsiteY8" fmla="*/ 42958 h 132207"/>
                        <a:gd name="connsiteX9" fmla="*/ 20508 w 35719"/>
                        <a:gd name="connsiteY9" fmla="*/ 60198 h 132207"/>
                        <a:gd name="connsiteX10" fmla="*/ 16222 w 35719"/>
                        <a:gd name="connsiteY10" fmla="*/ 82010 h 132207"/>
                        <a:gd name="connsiteX11" fmla="*/ 10030 w 35719"/>
                        <a:gd name="connsiteY11" fmla="*/ 115253 h 132207"/>
                        <a:gd name="connsiteX12" fmla="*/ 11935 w 35719"/>
                        <a:gd name="connsiteY12" fmla="*/ 127063 h 132207"/>
                        <a:gd name="connsiteX13" fmla="*/ 16888 w 35719"/>
                        <a:gd name="connsiteY13" fmla="*/ 132112 h 132207"/>
                        <a:gd name="connsiteX14" fmla="*/ 17269 w 35719"/>
                        <a:gd name="connsiteY14" fmla="*/ 132207 h 132207"/>
                        <a:gd name="connsiteX15" fmla="*/ 23746 w 35719"/>
                        <a:gd name="connsiteY15" fmla="*/ 109061 h 132207"/>
                        <a:gd name="connsiteX16" fmla="*/ 31176 w 35719"/>
                        <a:gd name="connsiteY16" fmla="*/ 87059 h 132207"/>
                        <a:gd name="connsiteX17" fmla="*/ 35653 w 35719"/>
                        <a:gd name="connsiteY17" fmla="*/ 65437 h 132207"/>
                        <a:gd name="connsiteX18" fmla="*/ 32700 w 35719"/>
                        <a:gd name="connsiteY18" fmla="*/ 44958 h 1322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5719" h="132207">
                          <a:moveTo>
                            <a:pt x="32700" y="44958"/>
                          </a:moveTo>
                          <a:cubicBezTo>
                            <a:pt x="29271" y="35909"/>
                            <a:pt x="23937" y="27813"/>
                            <a:pt x="18412" y="20193"/>
                          </a:cubicBezTo>
                          <a:cubicBezTo>
                            <a:pt x="15459" y="16574"/>
                            <a:pt x="12792" y="12859"/>
                            <a:pt x="10316" y="9525"/>
                          </a:cubicBezTo>
                          <a:cubicBezTo>
                            <a:pt x="7649" y="6287"/>
                            <a:pt x="5554" y="3048"/>
                            <a:pt x="3934" y="0"/>
                          </a:cubicBezTo>
                          <a:lnTo>
                            <a:pt x="1077" y="4191"/>
                          </a:lnTo>
                          <a:cubicBezTo>
                            <a:pt x="-161" y="5905"/>
                            <a:pt x="-257" y="8382"/>
                            <a:pt x="410" y="11144"/>
                          </a:cubicBezTo>
                          <a:cubicBezTo>
                            <a:pt x="981" y="14002"/>
                            <a:pt x="2696" y="17145"/>
                            <a:pt x="4601" y="20574"/>
                          </a:cubicBezTo>
                          <a:cubicBezTo>
                            <a:pt x="6220" y="24194"/>
                            <a:pt x="9078" y="27718"/>
                            <a:pt x="10983" y="31623"/>
                          </a:cubicBezTo>
                          <a:cubicBezTo>
                            <a:pt x="13364" y="35433"/>
                            <a:pt x="15364" y="39243"/>
                            <a:pt x="17174" y="42958"/>
                          </a:cubicBezTo>
                          <a:cubicBezTo>
                            <a:pt x="19936" y="48292"/>
                            <a:pt x="20794" y="53721"/>
                            <a:pt x="20508" y="60198"/>
                          </a:cubicBezTo>
                          <a:cubicBezTo>
                            <a:pt x="20222" y="66675"/>
                            <a:pt x="18603" y="74009"/>
                            <a:pt x="16222" y="82010"/>
                          </a:cubicBezTo>
                          <a:cubicBezTo>
                            <a:pt x="12697" y="93250"/>
                            <a:pt x="9935" y="105537"/>
                            <a:pt x="10030" y="115253"/>
                          </a:cubicBezTo>
                          <a:cubicBezTo>
                            <a:pt x="10125" y="120110"/>
                            <a:pt x="10697" y="124492"/>
                            <a:pt x="11935" y="127063"/>
                          </a:cubicBezTo>
                          <a:cubicBezTo>
                            <a:pt x="13173" y="129826"/>
                            <a:pt x="14793" y="131636"/>
                            <a:pt x="16888" y="132112"/>
                          </a:cubicBezTo>
                          <a:lnTo>
                            <a:pt x="17269" y="132207"/>
                          </a:lnTo>
                          <a:cubicBezTo>
                            <a:pt x="18984" y="124682"/>
                            <a:pt x="21270" y="116491"/>
                            <a:pt x="23746" y="109061"/>
                          </a:cubicBezTo>
                          <a:cubicBezTo>
                            <a:pt x="26318" y="101537"/>
                            <a:pt x="28890" y="94297"/>
                            <a:pt x="31176" y="87059"/>
                          </a:cubicBezTo>
                          <a:cubicBezTo>
                            <a:pt x="33271" y="79820"/>
                            <a:pt x="35272" y="72580"/>
                            <a:pt x="35653" y="65437"/>
                          </a:cubicBezTo>
                          <a:cubicBezTo>
                            <a:pt x="35938" y="58388"/>
                            <a:pt x="35367" y="51340"/>
                            <a:pt x="32700" y="4495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9" name="Forme libre : forme 14038">
                      <a:extLst>
                        <a:ext uri="{FF2B5EF4-FFF2-40B4-BE49-F238E27FC236}">
                          <a16:creationId xmlns:a16="http://schemas.microsoft.com/office/drawing/2014/main" id="{529F96B8-72AB-421C-A210-9B6E37FD4C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0182" y="3741567"/>
                      <a:ext cx="20465" cy="66430"/>
                    </a:xfrm>
                    <a:custGeom>
                      <a:avLst/>
                      <a:gdLst>
                        <a:gd name="connsiteX0" fmla="*/ 2442 w 20465"/>
                        <a:gd name="connsiteY0" fmla="*/ 66337 h 66430"/>
                        <a:gd name="connsiteX1" fmla="*/ 156 w 20465"/>
                        <a:gd name="connsiteY1" fmla="*/ 55003 h 66430"/>
                        <a:gd name="connsiteX2" fmla="*/ 3680 w 20465"/>
                        <a:gd name="connsiteY2" fmla="*/ 32143 h 66430"/>
                        <a:gd name="connsiteX3" fmla="*/ 5204 w 20465"/>
                        <a:gd name="connsiteY3" fmla="*/ 20427 h 66430"/>
                        <a:gd name="connsiteX4" fmla="*/ 5967 w 20465"/>
                        <a:gd name="connsiteY4" fmla="*/ 10807 h 66430"/>
                        <a:gd name="connsiteX5" fmla="*/ 6728 w 20465"/>
                        <a:gd name="connsiteY5" fmla="*/ 3663 h 66430"/>
                        <a:gd name="connsiteX6" fmla="*/ 8634 w 20465"/>
                        <a:gd name="connsiteY6" fmla="*/ 139 h 66430"/>
                        <a:gd name="connsiteX7" fmla="*/ 12634 w 20465"/>
                        <a:gd name="connsiteY7" fmla="*/ 1568 h 66430"/>
                        <a:gd name="connsiteX8" fmla="*/ 17206 w 20465"/>
                        <a:gd name="connsiteY8" fmla="*/ 8426 h 66430"/>
                        <a:gd name="connsiteX9" fmla="*/ 20159 w 20465"/>
                        <a:gd name="connsiteY9" fmla="*/ 20141 h 66430"/>
                        <a:gd name="connsiteX10" fmla="*/ 19778 w 20465"/>
                        <a:gd name="connsiteY10" fmla="*/ 34714 h 66430"/>
                        <a:gd name="connsiteX11" fmla="*/ 11110 w 20465"/>
                        <a:gd name="connsiteY11" fmla="*/ 58622 h 66430"/>
                        <a:gd name="connsiteX12" fmla="*/ 2442 w 20465"/>
                        <a:gd name="connsiteY12" fmla="*/ 66337 h 66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0465" h="66430">
                          <a:moveTo>
                            <a:pt x="2442" y="66337"/>
                          </a:moveTo>
                          <a:cubicBezTo>
                            <a:pt x="251" y="65576"/>
                            <a:pt x="-320" y="61289"/>
                            <a:pt x="156" y="55003"/>
                          </a:cubicBezTo>
                          <a:cubicBezTo>
                            <a:pt x="633" y="48716"/>
                            <a:pt x="2252" y="40620"/>
                            <a:pt x="3680" y="32143"/>
                          </a:cubicBezTo>
                          <a:cubicBezTo>
                            <a:pt x="4252" y="27952"/>
                            <a:pt x="4919" y="23951"/>
                            <a:pt x="5204" y="20427"/>
                          </a:cubicBezTo>
                          <a:cubicBezTo>
                            <a:pt x="5681" y="16807"/>
                            <a:pt x="5585" y="13664"/>
                            <a:pt x="5967" y="10807"/>
                          </a:cubicBezTo>
                          <a:cubicBezTo>
                            <a:pt x="5967" y="8045"/>
                            <a:pt x="6252" y="5568"/>
                            <a:pt x="6728" y="3663"/>
                          </a:cubicBezTo>
                          <a:cubicBezTo>
                            <a:pt x="7110" y="1853"/>
                            <a:pt x="7586" y="615"/>
                            <a:pt x="8634" y="139"/>
                          </a:cubicBezTo>
                          <a:cubicBezTo>
                            <a:pt x="9681" y="-242"/>
                            <a:pt x="11110" y="139"/>
                            <a:pt x="12634" y="1568"/>
                          </a:cubicBezTo>
                          <a:cubicBezTo>
                            <a:pt x="14063" y="2996"/>
                            <a:pt x="15587" y="5282"/>
                            <a:pt x="17206" y="8426"/>
                          </a:cubicBezTo>
                          <a:cubicBezTo>
                            <a:pt x="18444" y="11569"/>
                            <a:pt x="19778" y="15569"/>
                            <a:pt x="20159" y="20141"/>
                          </a:cubicBezTo>
                          <a:cubicBezTo>
                            <a:pt x="20730" y="24713"/>
                            <a:pt x="20444" y="29666"/>
                            <a:pt x="19778" y="34714"/>
                          </a:cubicBezTo>
                          <a:cubicBezTo>
                            <a:pt x="18063" y="44811"/>
                            <a:pt x="14444" y="53003"/>
                            <a:pt x="11110" y="58622"/>
                          </a:cubicBezTo>
                          <a:cubicBezTo>
                            <a:pt x="7776" y="64052"/>
                            <a:pt x="4538" y="67004"/>
                            <a:pt x="2442" y="6633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0" name="Forme libre : forme 14039">
                      <a:extLst>
                        <a:ext uri="{FF2B5EF4-FFF2-40B4-BE49-F238E27FC236}">
                          <a16:creationId xmlns:a16="http://schemas.microsoft.com/office/drawing/2014/main" id="{9A714AEF-7C41-4091-A972-4AF7105157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1386" y="3741570"/>
                      <a:ext cx="17716" cy="46331"/>
                    </a:xfrm>
                    <a:custGeom>
                      <a:avLst/>
                      <a:gdLst>
                        <a:gd name="connsiteX0" fmla="*/ 17716 w 17716"/>
                        <a:gd name="connsiteY0" fmla="*/ 13756 h 46331"/>
                        <a:gd name="connsiteX1" fmla="*/ 12478 w 17716"/>
                        <a:gd name="connsiteY1" fmla="*/ 2802 h 46331"/>
                        <a:gd name="connsiteX2" fmla="*/ 7429 w 17716"/>
                        <a:gd name="connsiteY2" fmla="*/ 135 h 46331"/>
                        <a:gd name="connsiteX3" fmla="*/ 5524 w 17716"/>
                        <a:gd name="connsiteY3" fmla="*/ 3659 h 46331"/>
                        <a:gd name="connsiteX4" fmla="*/ 4763 w 17716"/>
                        <a:gd name="connsiteY4" fmla="*/ 10803 h 46331"/>
                        <a:gd name="connsiteX5" fmla="*/ 4000 w 17716"/>
                        <a:gd name="connsiteY5" fmla="*/ 20423 h 46331"/>
                        <a:gd name="connsiteX6" fmla="*/ 2476 w 17716"/>
                        <a:gd name="connsiteY6" fmla="*/ 32139 h 46331"/>
                        <a:gd name="connsiteX7" fmla="*/ 0 w 17716"/>
                        <a:gd name="connsiteY7" fmla="*/ 46331 h 46331"/>
                        <a:gd name="connsiteX8" fmla="*/ 2572 w 17716"/>
                        <a:gd name="connsiteY8" fmla="*/ 38711 h 46331"/>
                        <a:gd name="connsiteX9" fmla="*/ 10287 w 17716"/>
                        <a:gd name="connsiteY9" fmla="*/ 21376 h 46331"/>
                        <a:gd name="connsiteX10" fmla="*/ 17716 w 17716"/>
                        <a:gd name="connsiteY10" fmla="*/ 13756 h 463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716" h="46331">
                          <a:moveTo>
                            <a:pt x="17716" y="13756"/>
                          </a:moveTo>
                          <a:cubicBezTo>
                            <a:pt x="16669" y="8803"/>
                            <a:pt x="14288" y="5088"/>
                            <a:pt x="12478" y="2802"/>
                          </a:cubicBezTo>
                          <a:cubicBezTo>
                            <a:pt x="10763" y="420"/>
                            <a:pt x="8572" y="-341"/>
                            <a:pt x="7429" y="135"/>
                          </a:cubicBezTo>
                          <a:cubicBezTo>
                            <a:pt x="6382" y="516"/>
                            <a:pt x="5810" y="1754"/>
                            <a:pt x="5524" y="3659"/>
                          </a:cubicBezTo>
                          <a:cubicBezTo>
                            <a:pt x="5048" y="5564"/>
                            <a:pt x="4763" y="7945"/>
                            <a:pt x="4763" y="10803"/>
                          </a:cubicBezTo>
                          <a:cubicBezTo>
                            <a:pt x="4381" y="13660"/>
                            <a:pt x="4477" y="16899"/>
                            <a:pt x="4000" y="20423"/>
                          </a:cubicBezTo>
                          <a:cubicBezTo>
                            <a:pt x="3715" y="23947"/>
                            <a:pt x="3048" y="27948"/>
                            <a:pt x="2476" y="32139"/>
                          </a:cubicBezTo>
                          <a:cubicBezTo>
                            <a:pt x="1619" y="36901"/>
                            <a:pt x="857" y="41378"/>
                            <a:pt x="0" y="46331"/>
                          </a:cubicBezTo>
                          <a:cubicBezTo>
                            <a:pt x="667" y="43664"/>
                            <a:pt x="1810" y="41092"/>
                            <a:pt x="2572" y="38711"/>
                          </a:cubicBezTo>
                          <a:cubicBezTo>
                            <a:pt x="5429" y="32044"/>
                            <a:pt x="8096" y="26043"/>
                            <a:pt x="10287" y="21376"/>
                          </a:cubicBezTo>
                          <a:cubicBezTo>
                            <a:pt x="12954" y="16708"/>
                            <a:pt x="14764" y="13470"/>
                            <a:pt x="17716" y="13756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1" name="Forme libre : forme 14040">
                      <a:extLst>
                        <a:ext uri="{FF2B5EF4-FFF2-40B4-BE49-F238E27FC236}">
                          <a16:creationId xmlns:a16="http://schemas.microsoft.com/office/drawing/2014/main" id="{42CE55AB-54B9-420D-90B8-F4D53EFA97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7329" y="3745400"/>
                      <a:ext cx="21485" cy="65289"/>
                    </a:xfrm>
                    <a:custGeom>
                      <a:avLst/>
                      <a:gdLst>
                        <a:gd name="connsiteX0" fmla="*/ 2438 w 21485"/>
                        <a:gd name="connsiteY0" fmla="*/ 65171 h 65289"/>
                        <a:gd name="connsiteX1" fmla="*/ 247 w 21485"/>
                        <a:gd name="connsiteY1" fmla="*/ 53836 h 65289"/>
                        <a:gd name="connsiteX2" fmla="*/ 4248 w 21485"/>
                        <a:gd name="connsiteY2" fmla="*/ 31071 h 65289"/>
                        <a:gd name="connsiteX3" fmla="*/ 6343 w 21485"/>
                        <a:gd name="connsiteY3" fmla="*/ 19546 h 65289"/>
                        <a:gd name="connsiteX4" fmla="*/ 7200 w 21485"/>
                        <a:gd name="connsiteY4" fmla="*/ 14593 h 65289"/>
                        <a:gd name="connsiteX5" fmla="*/ 7677 w 21485"/>
                        <a:gd name="connsiteY5" fmla="*/ 10212 h 65289"/>
                        <a:gd name="connsiteX6" fmla="*/ 8915 w 21485"/>
                        <a:gd name="connsiteY6" fmla="*/ 3449 h 65289"/>
                        <a:gd name="connsiteX7" fmla="*/ 11296 w 21485"/>
                        <a:gd name="connsiteY7" fmla="*/ 115 h 65289"/>
                        <a:gd name="connsiteX8" fmla="*/ 15011 w 21485"/>
                        <a:gd name="connsiteY8" fmla="*/ 1734 h 65289"/>
                        <a:gd name="connsiteX9" fmla="*/ 19106 w 21485"/>
                        <a:gd name="connsiteY9" fmla="*/ 8592 h 65289"/>
                        <a:gd name="connsiteX10" fmla="*/ 20726 w 21485"/>
                        <a:gd name="connsiteY10" fmla="*/ 13831 h 65289"/>
                        <a:gd name="connsiteX11" fmla="*/ 21392 w 21485"/>
                        <a:gd name="connsiteY11" fmla="*/ 20022 h 65289"/>
                        <a:gd name="connsiteX12" fmla="*/ 20345 w 21485"/>
                        <a:gd name="connsiteY12" fmla="*/ 34119 h 65289"/>
                        <a:gd name="connsiteX13" fmla="*/ 11296 w 21485"/>
                        <a:gd name="connsiteY13" fmla="*/ 57456 h 65289"/>
                        <a:gd name="connsiteX14" fmla="*/ 2438 w 21485"/>
                        <a:gd name="connsiteY14" fmla="*/ 65171 h 65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1485" h="65289">
                          <a:moveTo>
                            <a:pt x="2438" y="65171"/>
                          </a:moveTo>
                          <a:cubicBezTo>
                            <a:pt x="247" y="64409"/>
                            <a:pt x="-420" y="60123"/>
                            <a:pt x="247" y="53836"/>
                          </a:cubicBezTo>
                          <a:cubicBezTo>
                            <a:pt x="723" y="47549"/>
                            <a:pt x="2628" y="39358"/>
                            <a:pt x="4248" y="31071"/>
                          </a:cubicBezTo>
                          <a:cubicBezTo>
                            <a:pt x="5105" y="26880"/>
                            <a:pt x="5772" y="23070"/>
                            <a:pt x="6343" y="19546"/>
                          </a:cubicBezTo>
                          <a:cubicBezTo>
                            <a:pt x="6533" y="17831"/>
                            <a:pt x="6819" y="16117"/>
                            <a:pt x="7200" y="14593"/>
                          </a:cubicBezTo>
                          <a:cubicBezTo>
                            <a:pt x="7296" y="13069"/>
                            <a:pt x="7486" y="11640"/>
                            <a:pt x="7677" y="10212"/>
                          </a:cubicBezTo>
                          <a:cubicBezTo>
                            <a:pt x="8248" y="7449"/>
                            <a:pt x="8248" y="5163"/>
                            <a:pt x="8915" y="3449"/>
                          </a:cubicBezTo>
                          <a:cubicBezTo>
                            <a:pt x="9486" y="1734"/>
                            <a:pt x="10248" y="496"/>
                            <a:pt x="11296" y="115"/>
                          </a:cubicBezTo>
                          <a:cubicBezTo>
                            <a:pt x="12344" y="-266"/>
                            <a:pt x="13582" y="306"/>
                            <a:pt x="15011" y="1734"/>
                          </a:cubicBezTo>
                          <a:cubicBezTo>
                            <a:pt x="16344" y="3163"/>
                            <a:pt x="18154" y="5449"/>
                            <a:pt x="19106" y="8592"/>
                          </a:cubicBezTo>
                          <a:cubicBezTo>
                            <a:pt x="19678" y="10212"/>
                            <a:pt x="20249" y="11926"/>
                            <a:pt x="20726" y="13831"/>
                          </a:cubicBezTo>
                          <a:cubicBezTo>
                            <a:pt x="21012" y="15736"/>
                            <a:pt x="21202" y="17831"/>
                            <a:pt x="21392" y="20022"/>
                          </a:cubicBezTo>
                          <a:cubicBezTo>
                            <a:pt x="21678" y="24404"/>
                            <a:pt x="21297" y="29262"/>
                            <a:pt x="20345" y="34119"/>
                          </a:cubicBezTo>
                          <a:cubicBezTo>
                            <a:pt x="18440" y="43930"/>
                            <a:pt x="14725" y="52026"/>
                            <a:pt x="11296" y="57456"/>
                          </a:cubicBezTo>
                          <a:cubicBezTo>
                            <a:pt x="7772" y="62980"/>
                            <a:pt x="4533" y="65933"/>
                            <a:pt x="2438" y="6517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2" name="Forme libre : forme 14041">
                      <a:extLst>
                        <a:ext uri="{FF2B5EF4-FFF2-40B4-BE49-F238E27FC236}">
                          <a16:creationId xmlns:a16="http://schemas.microsoft.com/office/drawing/2014/main" id="{1BD62BD5-9C25-4208-B405-B406D11770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8119" y="3712473"/>
                      <a:ext cx="30464" cy="80802"/>
                    </a:xfrm>
                    <a:custGeom>
                      <a:avLst/>
                      <a:gdLst>
                        <a:gd name="connsiteX0" fmla="*/ 3742 w 30464"/>
                        <a:gd name="connsiteY0" fmla="*/ 6563 h 80802"/>
                        <a:gd name="connsiteX1" fmla="*/ 28 w 30464"/>
                        <a:gd name="connsiteY1" fmla="*/ 13326 h 80802"/>
                        <a:gd name="connsiteX2" fmla="*/ 3171 w 30464"/>
                        <a:gd name="connsiteY2" fmla="*/ 25803 h 80802"/>
                        <a:gd name="connsiteX3" fmla="*/ 5362 w 30464"/>
                        <a:gd name="connsiteY3" fmla="*/ 33137 h 80802"/>
                        <a:gd name="connsiteX4" fmla="*/ 6409 w 30464"/>
                        <a:gd name="connsiteY4" fmla="*/ 36852 h 80802"/>
                        <a:gd name="connsiteX5" fmla="*/ 6886 w 30464"/>
                        <a:gd name="connsiteY5" fmla="*/ 40567 h 80802"/>
                        <a:gd name="connsiteX6" fmla="*/ 6600 w 30464"/>
                        <a:gd name="connsiteY6" fmla="*/ 67999 h 80802"/>
                        <a:gd name="connsiteX7" fmla="*/ 10600 w 30464"/>
                        <a:gd name="connsiteY7" fmla="*/ 80382 h 80802"/>
                        <a:gd name="connsiteX8" fmla="*/ 17458 w 30464"/>
                        <a:gd name="connsiteY8" fmla="*/ 70285 h 80802"/>
                        <a:gd name="connsiteX9" fmla="*/ 28507 w 30464"/>
                        <a:gd name="connsiteY9" fmla="*/ 42091 h 80802"/>
                        <a:gd name="connsiteX10" fmla="*/ 30031 w 30464"/>
                        <a:gd name="connsiteY10" fmla="*/ 34852 h 80802"/>
                        <a:gd name="connsiteX11" fmla="*/ 30127 w 30464"/>
                        <a:gd name="connsiteY11" fmla="*/ 25136 h 80802"/>
                        <a:gd name="connsiteX12" fmla="*/ 20030 w 30464"/>
                        <a:gd name="connsiteY12" fmla="*/ 4372 h 80802"/>
                        <a:gd name="connsiteX13" fmla="*/ 8695 w 30464"/>
                        <a:gd name="connsiteY13" fmla="*/ 1038 h 80802"/>
                        <a:gd name="connsiteX14" fmla="*/ 3742 w 30464"/>
                        <a:gd name="connsiteY14" fmla="*/ 6563 h 808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464" h="80802">
                          <a:moveTo>
                            <a:pt x="3742" y="6563"/>
                          </a:moveTo>
                          <a:cubicBezTo>
                            <a:pt x="1742" y="8182"/>
                            <a:pt x="-163" y="9992"/>
                            <a:pt x="28" y="13326"/>
                          </a:cubicBezTo>
                          <a:cubicBezTo>
                            <a:pt x="-258" y="16754"/>
                            <a:pt x="1742" y="21041"/>
                            <a:pt x="3171" y="25803"/>
                          </a:cubicBezTo>
                          <a:cubicBezTo>
                            <a:pt x="3837" y="28184"/>
                            <a:pt x="4981" y="30566"/>
                            <a:pt x="5362" y="33137"/>
                          </a:cubicBezTo>
                          <a:cubicBezTo>
                            <a:pt x="5647" y="34376"/>
                            <a:pt x="6028" y="35614"/>
                            <a:pt x="6409" y="36852"/>
                          </a:cubicBezTo>
                          <a:cubicBezTo>
                            <a:pt x="6504" y="38091"/>
                            <a:pt x="6695" y="39329"/>
                            <a:pt x="6886" y="40567"/>
                          </a:cubicBezTo>
                          <a:cubicBezTo>
                            <a:pt x="8124" y="48568"/>
                            <a:pt x="7267" y="57998"/>
                            <a:pt x="6600" y="67999"/>
                          </a:cubicBezTo>
                          <a:cubicBezTo>
                            <a:pt x="6124" y="75238"/>
                            <a:pt x="6886" y="82668"/>
                            <a:pt x="10600" y="80382"/>
                          </a:cubicBezTo>
                          <a:cubicBezTo>
                            <a:pt x="12982" y="78953"/>
                            <a:pt x="15363" y="74476"/>
                            <a:pt x="17458" y="70285"/>
                          </a:cubicBezTo>
                          <a:cubicBezTo>
                            <a:pt x="22411" y="60569"/>
                            <a:pt x="26317" y="51235"/>
                            <a:pt x="28507" y="42091"/>
                          </a:cubicBezTo>
                          <a:cubicBezTo>
                            <a:pt x="29079" y="40186"/>
                            <a:pt x="29745" y="37709"/>
                            <a:pt x="30031" y="34852"/>
                          </a:cubicBezTo>
                          <a:cubicBezTo>
                            <a:pt x="30317" y="31994"/>
                            <a:pt x="30793" y="28566"/>
                            <a:pt x="30127" y="25136"/>
                          </a:cubicBezTo>
                          <a:cubicBezTo>
                            <a:pt x="29365" y="18088"/>
                            <a:pt x="26221" y="9992"/>
                            <a:pt x="20030" y="4372"/>
                          </a:cubicBezTo>
                          <a:cubicBezTo>
                            <a:pt x="14601" y="-867"/>
                            <a:pt x="11077" y="-581"/>
                            <a:pt x="8695" y="1038"/>
                          </a:cubicBezTo>
                          <a:cubicBezTo>
                            <a:pt x="6409" y="2562"/>
                            <a:pt x="5076" y="5420"/>
                            <a:pt x="3742" y="656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3" name="Forme libre : forme 14042">
                      <a:extLst>
                        <a:ext uri="{FF2B5EF4-FFF2-40B4-BE49-F238E27FC236}">
                          <a16:creationId xmlns:a16="http://schemas.microsoft.com/office/drawing/2014/main" id="{0AEBD9FC-5013-4340-994D-6C098021A1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583" y="3725020"/>
                      <a:ext cx="17691" cy="27558"/>
                    </a:xfrm>
                    <a:custGeom>
                      <a:avLst/>
                      <a:gdLst>
                        <a:gd name="connsiteX0" fmla="*/ 2709 w 17691"/>
                        <a:gd name="connsiteY0" fmla="*/ 684 h 27558"/>
                        <a:gd name="connsiteX1" fmla="*/ 328 w 17691"/>
                        <a:gd name="connsiteY1" fmla="*/ 112 h 27558"/>
                        <a:gd name="connsiteX2" fmla="*/ 613 w 17691"/>
                        <a:gd name="connsiteY2" fmla="*/ 3351 h 27558"/>
                        <a:gd name="connsiteX3" fmla="*/ 3566 w 17691"/>
                        <a:gd name="connsiteY3" fmla="*/ 7827 h 27558"/>
                        <a:gd name="connsiteX4" fmla="*/ 10138 w 17691"/>
                        <a:gd name="connsiteY4" fmla="*/ 19257 h 27558"/>
                        <a:gd name="connsiteX5" fmla="*/ 12425 w 17691"/>
                        <a:gd name="connsiteY5" fmla="*/ 23734 h 27558"/>
                        <a:gd name="connsiteX6" fmla="*/ 16615 w 17691"/>
                        <a:gd name="connsiteY6" fmla="*/ 27449 h 27558"/>
                        <a:gd name="connsiteX7" fmla="*/ 16330 w 17691"/>
                        <a:gd name="connsiteY7" fmla="*/ 18305 h 27558"/>
                        <a:gd name="connsiteX8" fmla="*/ 9948 w 17691"/>
                        <a:gd name="connsiteY8" fmla="*/ 6780 h 27558"/>
                        <a:gd name="connsiteX9" fmla="*/ 2709 w 17691"/>
                        <a:gd name="connsiteY9" fmla="*/ 684 h 27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691" h="27558">
                          <a:moveTo>
                            <a:pt x="2709" y="684"/>
                          </a:moveTo>
                          <a:cubicBezTo>
                            <a:pt x="1756" y="112"/>
                            <a:pt x="804" y="-174"/>
                            <a:pt x="328" y="112"/>
                          </a:cubicBezTo>
                          <a:cubicBezTo>
                            <a:pt x="-149" y="493"/>
                            <a:pt x="-149" y="1731"/>
                            <a:pt x="613" y="3351"/>
                          </a:cubicBezTo>
                          <a:cubicBezTo>
                            <a:pt x="1280" y="4875"/>
                            <a:pt x="2423" y="6399"/>
                            <a:pt x="3566" y="7827"/>
                          </a:cubicBezTo>
                          <a:cubicBezTo>
                            <a:pt x="5852" y="11637"/>
                            <a:pt x="8519" y="15352"/>
                            <a:pt x="10138" y="19257"/>
                          </a:cubicBezTo>
                          <a:cubicBezTo>
                            <a:pt x="10901" y="20877"/>
                            <a:pt x="11662" y="22496"/>
                            <a:pt x="12425" y="23734"/>
                          </a:cubicBezTo>
                          <a:cubicBezTo>
                            <a:pt x="14044" y="26306"/>
                            <a:pt x="15472" y="28020"/>
                            <a:pt x="16615" y="27449"/>
                          </a:cubicBezTo>
                          <a:cubicBezTo>
                            <a:pt x="17759" y="26973"/>
                            <a:pt x="18425" y="24115"/>
                            <a:pt x="16330" y="18305"/>
                          </a:cubicBezTo>
                          <a:cubicBezTo>
                            <a:pt x="15092" y="13733"/>
                            <a:pt x="12234" y="9923"/>
                            <a:pt x="9948" y="6780"/>
                          </a:cubicBezTo>
                          <a:cubicBezTo>
                            <a:pt x="7471" y="3732"/>
                            <a:pt x="4614" y="1827"/>
                            <a:pt x="2709" y="68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4" name="Forme libre : forme 14043">
                      <a:extLst>
                        <a:ext uri="{FF2B5EF4-FFF2-40B4-BE49-F238E27FC236}">
                          <a16:creationId xmlns:a16="http://schemas.microsoft.com/office/drawing/2014/main" id="{DBA2E744-74F2-4A6C-9B34-DA03A60662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4713" y="3787425"/>
                      <a:ext cx="6862" cy="45053"/>
                    </a:xfrm>
                    <a:custGeom>
                      <a:avLst/>
                      <a:gdLst>
                        <a:gd name="connsiteX0" fmla="*/ 6863 w 6862"/>
                        <a:gd name="connsiteY0" fmla="*/ 45053 h 45053"/>
                        <a:gd name="connsiteX1" fmla="*/ 1529 w 6862"/>
                        <a:gd name="connsiteY1" fmla="*/ 38767 h 45053"/>
                        <a:gd name="connsiteX2" fmla="*/ 100 w 6862"/>
                        <a:gd name="connsiteY2" fmla="*/ 24670 h 45053"/>
                        <a:gd name="connsiteX3" fmla="*/ 3910 w 6862"/>
                        <a:gd name="connsiteY3" fmla="*/ 0 h 45053"/>
                        <a:gd name="connsiteX4" fmla="*/ 1719 w 6862"/>
                        <a:gd name="connsiteY4" fmla="*/ 17526 h 45053"/>
                        <a:gd name="connsiteX5" fmla="*/ 6863 w 6862"/>
                        <a:gd name="connsiteY5" fmla="*/ 45053 h 45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862" h="45053">
                          <a:moveTo>
                            <a:pt x="6863" y="45053"/>
                          </a:moveTo>
                          <a:cubicBezTo>
                            <a:pt x="6863" y="45053"/>
                            <a:pt x="3624" y="44863"/>
                            <a:pt x="1529" y="38767"/>
                          </a:cubicBezTo>
                          <a:cubicBezTo>
                            <a:pt x="481" y="35719"/>
                            <a:pt x="-281" y="31147"/>
                            <a:pt x="100" y="24670"/>
                          </a:cubicBezTo>
                          <a:cubicBezTo>
                            <a:pt x="385" y="18288"/>
                            <a:pt x="1814" y="9811"/>
                            <a:pt x="3910" y="0"/>
                          </a:cubicBezTo>
                          <a:cubicBezTo>
                            <a:pt x="3910" y="0"/>
                            <a:pt x="2481" y="7620"/>
                            <a:pt x="1719" y="17526"/>
                          </a:cubicBezTo>
                          <a:cubicBezTo>
                            <a:pt x="862" y="27337"/>
                            <a:pt x="1624" y="39624"/>
                            <a:pt x="6863" y="450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5" name="Forme libre : forme 14044">
                      <a:extLst>
                        <a:ext uri="{FF2B5EF4-FFF2-40B4-BE49-F238E27FC236}">
                          <a16:creationId xmlns:a16="http://schemas.microsoft.com/office/drawing/2014/main" id="{8814CB53-4402-4007-8764-9A7A1652E1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1288" y="3699669"/>
                      <a:ext cx="46863" cy="33272"/>
                    </a:xfrm>
                    <a:custGeom>
                      <a:avLst/>
                      <a:gdLst>
                        <a:gd name="connsiteX0" fmla="*/ 46863 w 46863"/>
                        <a:gd name="connsiteY0" fmla="*/ 33273 h 33272"/>
                        <a:gd name="connsiteX1" fmla="*/ 42672 w 46863"/>
                        <a:gd name="connsiteY1" fmla="*/ 25177 h 33272"/>
                        <a:gd name="connsiteX2" fmla="*/ 29909 w 46863"/>
                        <a:gd name="connsiteY2" fmla="*/ 10699 h 33272"/>
                        <a:gd name="connsiteX3" fmla="*/ 13335 w 46863"/>
                        <a:gd name="connsiteY3" fmla="*/ 983 h 33272"/>
                        <a:gd name="connsiteX4" fmla="*/ 0 w 46863"/>
                        <a:gd name="connsiteY4" fmla="*/ 1840 h 33272"/>
                        <a:gd name="connsiteX5" fmla="*/ 12002 w 46863"/>
                        <a:gd name="connsiteY5" fmla="*/ 2317 h 33272"/>
                        <a:gd name="connsiteX6" fmla="*/ 27527 w 46863"/>
                        <a:gd name="connsiteY6" fmla="*/ 9937 h 33272"/>
                        <a:gd name="connsiteX7" fmla="*/ 46863 w 46863"/>
                        <a:gd name="connsiteY7" fmla="*/ 33273 h 33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6863" h="33272">
                          <a:moveTo>
                            <a:pt x="46863" y="33273"/>
                          </a:moveTo>
                          <a:cubicBezTo>
                            <a:pt x="46863" y="33273"/>
                            <a:pt x="45529" y="29844"/>
                            <a:pt x="42672" y="25177"/>
                          </a:cubicBezTo>
                          <a:cubicBezTo>
                            <a:pt x="39624" y="20700"/>
                            <a:pt x="35338" y="14985"/>
                            <a:pt x="29909" y="10699"/>
                          </a:cubicBezTo>
                          <a:cubicBezTo>
                            <a:pt x="24765" y="5841"/>
                            <a:pt x="18479" y="3079"/>
                            <a:pt x="13335" y="983"/>
                          </a:cubicBezTo>
                          <a:cubicBezTo>
                            <a:pt x="7906" y="-446"/>
                            <a:pt x="3143" y="-446"/>
                            <a:pt x="0" y="1840"/>
                          </a:cubicBezTo>
                          <a:cubicBezTo>
                            <a:pt x="0" y="1840"/>
                            <a:pt x="3620" y="507"/>
                            <a:pt x="12002" y="2317"/>
                          </a:cubicBezTo>
                          <a:cubicBezTo>
                            <a:pt x="16002" y="3555"/>
                            <a:pt x="21336" y="5555"/>
                            <a:pt x="27527" y="9937"/>
                          </a:cubicBezTo>
                          <a:cubicBezTo>
                            <a:pt x="33433" y="14509"/>
                            <a:pt x="41148" y="21176"/>
                            <a:pt x="46863" y="332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6" name="Forme libre : forme 14045">
                      <a:extLst>
                        <a:ext uri="{FF2B5EF4-FFF2-40B4-BE49-F238E27FC236}">
                          <a16:creationId xmlns:a16="http://schemas.microsoft.com/office/drawing/2014/main" id="{5405B41F-7923-4ADC-B217-87AA6A4783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9058" y="3769572"/>
                      <a:ext cx="9201" cy="25351"/>
                    </a:xfrm>
                    <a:custGeom>
                      <a:avLst/>
                      <a:gdLst>
                        <a:gd name="connsiteX0" fmla="*/ 234 w 9201"/>
                        <a:gd name="connsiteY0" fmla="*/ 24902 h 25351"/>
                        <a:gd name="connsiteX1" fmla="*/ 3092 w 9201"/>
                        <a:gd name="connsiteY1" fmla="*/ 9853 h 25351"/>
                        <a:gd name="connsiteX2" fmla="*/ 8521 w 9201"/>
                        <a:gd name="connsiteY2" fmla="*/ 328 h 25351"/>
                        <a:gd name="connsiteX3" fmla="*/ 6806 w 9201"/>
                        <a:gd name="connsiteY3" fmla="*/ 16139 h 25351"/>
                        <a:gd name="connsiteX4" fmla="*/ 234 w 9201"/>
                        <a:gd name="connsiteY4" fmla="*/ 24902 h 25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01" h="25351">
                          <a:moveTo>
                            <a:pt x="234" y="24902"/>
                          </a:moveTo>
                          <a:cubicBezTo>
                            <a:pt x="-623" y="23092"/>
                            <a:pt x="996" y="16520"/>
                            <a:pt x="3092" y="9853"/>
                          </a:cubicBezTo>
                          <a:cubicBezTo>
                            <a:pt x="5378" y="3280"/>
                            <a:pt x="7188" y="-1292"/>
                            <a:pt x="8521" y="328"/>
                          </a:cubicBezTo>
                          <a:cubicBezTo>
                            <a:pt x="9759" y="1947"/>
                            <a:pt x="9378" y="9376"/>
                            <a:pt x="6806" y="16139"/>
                          </a:cubicBezTo>
                          <a:cubicBezTo>
                            <a:pt x="4235" y="22902"/>
                            <a:pt x="1187" y="26712"/>
                            <a:pt x="234" y="2490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7" name="Forme libre : forme 14046">
                      <a:extLst>
                        <a:ext uri="{FF2B5EF4-FFF2-40B4-BE49-F238E27FC236}">
                          <a16:creationId xmlns:a16="http://schemas.microsoft.com/office/drawing/2014/main" id="{1562FF13-C669-4C97-9710-6E23726D9C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8351" y="3791312"/>
                      <a:ext cx="3168" cy="6894"/>
                    </a:xfrm>
                    <a:custGeom>
                      <a:avLst/>
                      <a:gdLst>
                        <a:gd name="connsiteX0" fmla="*/ 465 w 3168"/>
                        <a:gd name="connsiteY0" fmla="*/ 6876 h 6894"/>
                        <a:gd name="connsiteX1" fmla="*/ 465 w 3168"/>
                        <a:gd name="connsiteY1" fmla="*/ 3066 h 6894"/>
                        <a:gd name="connsiteX2" fmla="*/ 2656 w 3168"/>
                        <a:gd name="connsiteY2" fmla="*/ 18 h 6894"/>
                        <a:gd name="connsiteX3" fmla="*/ 2751 w 3168"/>
                        <a:gd name="connsiteY3" fmla="*/ 3828 h 6894"/>
                        <a:gd name="connsiteX4" fmla="*/ 465 w 3168"/>
                        <a:gd name="connsiteY4" fmla="*/ 6876 h 68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68" h="6894">
                          <a:moveTo>
                            <a:pt x="465" y="6876"/>
                          </a:moveTo>
                          <a:cubicBezTo>
                            <a:pt x="-106" y="6685"/>
                            <a:pt x="-202" y="4971"/>
                            <a:pt x="465" y="3066"/>
                          </a:cubicBezTo>
                          <a:cubicBezTo>
                            <a:pt x="1037" y="1161"/>
                            <a:pt x="1989" y="-173"/>
                            <a:pt x="2656" y="18"/>
                          </a:cubicBezTo>
                          <a:cubicBezTo>
                            <a:pt x="3322" y="209"/>
                            <a:pt x="3322" y="1923"/>
                            <a:pt x="2751" y="3828"/>
                          </a:cubicBezTo>
                          <a:cubicBezTo>
                            <a:pt x="2084" y="5733"/>
                            <a:pt x="1132" y="7067"/>
                            <a:pt x="465" y="68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8" name="Forme libre : forme 14047">
                      <a:extLst>
                        <a:ext uri="{FF2B5EF4-FFF2-40B4-BE49-F238E27FC236}">
                          <a16:creationId xmlns:a16="http://schemas.microsoft.com/office/drawing/2014/main" id="{97992B64-CB5D-4AF8-ABF4-0FD06906DF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6164" y="3770117"/>
                      <a:ext cx="34491" cy="57857"/>
                    </a:xfrm>
                    <a:custGeom>
                      <a:avLst/>
                      <a:gdLst>
                        <a:gd name="connsiteX0" fmla="*/ 13128 w 34491"/>
                        <a:gd name="connsiteY0" fmla="*/ 55313 h 57857"/>
                        <a:gd name="connsiteX1" fmla="*/ 1889 w 34491"/>
                        <a:gd name="connsiteY1" fmla="*/ 57123 h 57857"/>
                        <a:gd name="connsiteX2" fmla="*/ 365 w 34491"/>
                        <a:gd name="connsiteY2" fmla="*/ 51312 h 57857"/>
                        <a:gd name="connsiteX3" fmla="*/ 4651 w 34491"/>
                        <a:gd name="connsiteY3" fmla="*/ 44549 h 57857"/>
                        <a:gd name="connsiteX4" fmla="*/ 18748 w 34491"/>
                        <a:gd name="connsiteY4" fmla="*/ 32643 h 57857"/>
                        <a:gd name="connsiteX5" fmla="*/ 22463 w 34491"/>
                        <a:gd name="connsiteY5" fmla="*/ 25214 h 57857"/>
                        <a:gd name="connsiteX6" fmla="*/ 27416 w 34491"/>
                        <a:gd name="connsiteY6" fmla="*/ 13212 h 57857"/>
                        <a:gd name="connsiteX7" fmla="*/ 33893 w 34491"/>
                        <a:gd name="connsiteY7" fmla="*/ 1020 h 57857"/>
                        <a:gd name="connsiteX8" fmla="*/ 31607 w 34491"/>
                        <a:gd name="connsiteY8" fmla="*/ 23023 h 57857"/>
                        <a:gd name="connsiteX9" fmla="*/ 23606 w 34491"/>
                        <a:gd name="connsiteY9" fmla="*/ 42740 h 57857"/>
                        <a:gd name="connsiteX10" fmla="*/ 13128 w 34491"/>
                        <a:gd name="connsiteY10" fmla="*/ 55313 h 57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491" h="57857">
                          <a:moveTo>
                            <a:pt x="13128" y="55313"/>
                          </a:moveTo>
                          <a:cubicBezTo>
                            <a:pt x="8842" y="58361"/>
                            <a:pt x="5223" y="58266"/>
                            <a:pt x="1889" y="57123"/>
                          </a:cubicBezTo>
                          <a:cubicBezTo>
                            <a:pt x="746" y="56741"/>
                            <a:pt x="-683" y="55122"/>
                            <a:pt x="365" y="51312"/>
                          </a:cubicBezTo>
                          <a:cubicBezTo>
                            <a:pt x="1222" y="47883"/>
                            <a:pt x="3222" y="45692"/>
                            <a:pt x="4651" y="44549"/>
                          </a:cubicBezTo>
                          <a:cubicBezTo>
                            <a:pt x="9318" y="41121"/>
                            <a:pt x="13700" y="40073"/>
                            <a:pt x="18748" y="32643"/>
                          </a:cubicBezTo>
                          <a:cubicBezTo>
                            <a:pt x="19510" y="31500"/>
                            <a:pt x="20843" y="28643"/>
                            <a:pt x="22463" y="25214"/>
                          </a:cubicBezTo>
                          <a:cubicBezTo>
                            <a:pt x="23987" y="21594"/>
                            <a:pt x="25892" y="17499"/>
                            <a:pt x="27416" y="13212"/>
                          </a:cubicBezTo>
                          <a:cubicBezTo>
                            <a:pt x="30654" y="5116"/>
                            <a:pt x="32464" y="-2885"/>
                            <a:pt x="33893" y="1020"/>
                          </a:cubicBezTo>
                          <a:cubicBezTo>
                            <a:pt x="35226" y="4925"/>
                            <a:pt x="34274" y="14641"/>
                            <a:pt x="31607" y="23023"/>
                          </a:cubicBezTo>
                          <a:cubicBezTo>
                            <a:pt x="29035" y="31691"/>
                            <a:pt x="25511" y="39311"/>
                            <a:pt x="23606" y="42740"/>
                          </a:cubicBezTo>
                          <a:cubicBezTo>
                            <a:pt x="19891" y="48931"/>
                            <a:pt x="16272" y="53122"/>
                            <a:pt x="13128" y="5531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79" name="Graphique 1">
                    <a:extLst>
                      <a:ext uri="{FF2B5EF4-FFF2-40B4-BE49-F238E27FC236}">
                        <a16:creationId xmlns:a16="http://schemas.microsoft.com/office/drawing/2014/main" id="{AAD26F65-1A3B-44D3-B395-3D7E56B29E5E}"/>
                      </a:ext>
                    </a:extLst>
                  </p:cNvPr>
                  <p:cNvGrpSpPr/>
                  <p:nvPr/>
                </p:nvGrpSpPr>
                <p:grpSpPr>
                  <a:xfrm>
                    <a:off x="4156360" y="3836191"/>
                    <a:ext cx="50937" cy="151774"/>
                    <a:chOff x="4156360" y="3836191"/>
                    <a:chExt cx="50937" cy="151774"/>
                  </a:xfrm>
                  <a:solidFill>
                    <a:schemeClr val="accent1"/>
                  </a:solidFill>
                </p:grpSpPr>
                <p:sp>
                  <p:nvSpPr>
                    <p:cNvPr id="14025" name="Forme libre : forme 14024">
                      <a:extLst>
                        <a:ext uri="{FF2B5EF4-FFF2-40B4-BE49-F238E27FC236}">
                          <a16:creationId xmlns:a16="http://schemas.microsoft.com/office/drawing/2014/main" id="{B383AF2D-E216-4E17-86B5-60102B4276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6360" y="3836286"/>
                      <a:ext cx="50937" cy="151678"/>
                    </a:xfrm>
                    <a:custGeom>
                      <a:avLst/>
                      <a:gdLst>
                        <a:gd name="connsiteX0" fmla="*/ 1497 w 50937"/>
                        <a:gd name="connsiteY0" fmla="*/ 106778 h 151678"/>
                        <a:gd name="connsiteX1" fmla="*/ 449 w 50937"/>
                        <a:gd name="connsiteY1" fmla="*/ 74012 h 151678"/>
                        <a:gd name="connsiteX2" fmla="*/ 4831 w 50937"/>
                        <a:gd name="connsiteY2" fmla="*/ 43341 h 151678"/>
                        <a:gd name="connsiteX3" fmla="*/ 17880 w 50937"/>
                        <a:gd name="connsiteY3" fmla="*/ 10575 h 151678"/>
                        <a:gd name="connsiteX4" fmla="*/ 32263 w 50937"/>
                        <a:gd name="connsiteY4" fmla="*/ 193 h 151678"/>
                        <a:gd name="connsiteX5" fmla="*/ 43788 w 50937"/>
                        <a:gd name="connsiteY5" fmla="*/ 3241 h 151678"/>
                        <a:gd name="connsiteX6" fmla="*/ 50836 w 50937"/>
                        <a:gd name="connsiteY6" fmla="*/ 19814 h 151678"/>
                        <a:gd name="connsiteX7" fmla="*/ 47598 w 50937"/>
                        <a:gd name="connsiteY7" fmla="*/ 52199 h 151678"/>
                        <a:gd name="connsiteX8" fmla="*/ 44264 w 50937"/>
                        <a:gd name="connsiteY8" fmla="*/ 76964 h 151678"/>
                        <a:gd name="connsiteX9" fmla="*/ 45121 w 50937"/>
                        <a:gd name="connsiteY9" fmla="*/ 100015 h 151678"/>
                        <a:gd name="connsiteX10" fmla="*/ 46360 w 50937"/>
                        <a:gd name="connsiteY10" fmla="*/ 107349 h 151678"/>
                        <a:gd name="connsiteX11" fmla="*/ 47598 w 50937"/>
                        <a:gd name="connsiteY11" fmla="*/ 114112 h 151678"/>
                        <a:gd name="connsiteX12" fmla="*/ 49408 w 50937"/>
                        <a:gd name="connsiteY12" fmla="*/ 126209 h 151678"/>
                        <a:gd name="connsiteX13" fmla="*/ 49884 w 50937"/>
                        <a:gd name="connsiteY13" fmla="*/ 136019 h 151678"/>
                        <a:gd name="connsiteX14" fmla="*/ 46931 w 50937"/>
                        <a:gd name="connsiteY14" fmla="*/ 142592 h 151678"/>
                        <a:gd name="connsiteX15" fmla="*/ 37501 w 50937"/>
                        <a:gd name="connsiteY15" fmla="*/ 150402 h 151678"/>
                        <a:gd name="connsiteX16" fmla="*/ 30072 w 50937"/>
                        <a:gd name="connsiteY16" fmla="*/ 150973 h 151678"/>
                        <a:gd name="connsiteX17" fmla="*/ 19118 w 50937"/>
                        <a:gd name="connsiteY17" fmla="*/ 143830 h 151678"/>
                        <a:gd name="connsiteX18" fmla="*/ 8355 w 50937"/>
                        <a:gd name="connsiteY18" fmla="*/ 128495 h 151678"/>
                        <a:gd name="connsiteX19" fmla="*/ 4164 w 50937"/>
                        <a:gd name="connsiteY19" fmla="*/ 118303 h 151678"/>
                        <a:gd name="connsiteX20" fmla="*/ 1497 w 50937"/>
                        <a:gd name="connsiteY20" fmla="*/ 106778 h 151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50937" h="151678">
                          <a:moveTo>
                            <a:pt x="1497" y="106778"/>
                          </a:moveTo>
                          <a:cubicBezTo>
                            <a:pt x="-27" y="95633"/>
                            <a:pt x="-408" y="84584"/>
                            <a:pt x="449" y="74012"/>
                          </a:cubicBezTo>
                          <a:cubicBezTo>
                            <a:pt x="1021" y="63344"/>
                            <a:pt x="2830" y="53247"/>
                            <a:pt x="4831" y="43341"/>
                          </a:cubicBezTo>
                          <a:cubicBezTo>
                            <a:pt x="7784" y="29530"/>
                            <a:pt x="12832" y="18100"/>
                            <a:pt x="17880" y="10575"/>
                          </a:cubicBezTo>
                          <a:cubicBezTo>
                            <a:pt x="23024" y="3050"/>
                            <a:pt x="28167" y="-950"/>
                            <a:pt x="32263" y="193"/>
                          </a:cubicBezTo>
                          <a:lnTo>
                            <a:pt x="43788" y="3241"/>
                          </a:lnTo>
                          <a:cubicBezTo>
                            <a:pt x="47979" y="4384"/>
                            <a:pt x="50360" y="10670"/>
                            <a:pt x="50836" y="19814"/>
                          </a:cubicBezTo>
                          <a:cubicBezTo>
                            <a:pt x="51313" y="28863"/>
                            <a:pt x="50075" y="40388"/>
                            <a:pt x="47598" y="52199"/>
                          </a:cubicBezTo>
                          <a:cubicBezTo>
                            <a:pt x="45979" y="60581"/>
                            <a:pt x="44550" y="68963"/>
                            <a:pt x="44264" y="76964"/>
                          </a:cubicBezTo>
                          <a:cubicBezTo>
                            <a:pt x="43598" y="85061"/>
                            <a:pt x="44169" y="92680"/>
                            <a:pt x="45121" y="100015"/>
                          </a:cubicBezTo>
                          <a:cubicBezTo>
                            <a:pt x="45693" y="102491"/>
                            <a:pt x="46074" y="104968"/>
                            <a:pt x="46360" y="107349"/>
                          </a:cubicBezTo>
                          <a:cubicBezTo>
                            <a:pt x="46741" y="109730"/>
                            <a:pt x="47312" y="111826"/>
                            <a:pt x="47598" y="114112"/>
                          </a:cubicBezTo>
                          <a:cubicBezTo>
                            <a:pt x="47979" y="118684"/>
                            <a:pt x="49312" y="122303"/>
                            <a:pt x="49408" y="126209"/>
                          </a:cubicBezTo>
                          <a:cubicBezTo>
                            <a:pt x="49979" y="129828"/>
                            <a:pt x="50360" y="133067"/>
                            <a:pt x="49884" y="136019"/>
                          </a:cubicBezTo>
                          <a:cubicBezTo>
                            <a:pt x="49408" y="138972"/>
                            <a:pt x="48646" y="141163"/>
                            <a:pt x="46931" y="142592"/>
                          </a:cubicBezTo>
                          <a:lnTo>
                            <a:pt x="37501" y="150402"/>
                          </a:lnTo>
                          <a:cubicBezTo>
                            <a:pt x="35787" y="151831"/>
                            <a:pt x="33120" y="152117"/>
                            <a:pt x="30072" y="150973"/>
                          </a:cubicBezTo>
                          <a:cubicBezTo>
                            <a:pt x="27024" y="149830"/>
                            <a:pt x="23119" y="147545"/>
                            <a:pt x="19118" y="143830"/>
                          </a:cubicBezTo>
                          <a:cubicBezTo>
                            <a:pt x="15689" y="139829"/>
                            <a:pt x="11117" y="134876"/>
                            <a:pt x="8355" y="128495"/>
                          </a:cubicBezTo>
                          <a:cubicBezTo>
                            <a:pt x="6926" y="125351"/>
                            <a:pt x="5212" y="121922"/>
                            <a:pt x="4164" y="118303"/>
                          </a:cubicBezTo>
                          <a:cubicBezTo>
                            <a:pt x="3211" y="114493"/>
                            <a:pt x="2259" y="110683"/>
                            <a:pt x="1497" y="10677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6" name="Forme libre : forme 14025">
                      <a:extLst>
                        <a:ext uri="{FF2B5EF4-FFF2-40B4-BE49-F238E27FC236}">
                          <a16:creationId xmlns:a16="http://schemas.microsoft.com/office/drawing/2014/main" id="{F38992E0-1201-4890-A94A-01892A2B07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6382" y="3836191"/>
                      <a:ext cx="37764" cy="151583"/>
                    </a:xfrm>
                    <a:custGeom>
                      <a:avLst/>
                      <a:gdLst>
                        <a:gd name="connsiteX0" fmla="*/ 17001 w 37764"/>
                        <a:gd name="connsiteY0" fmla="*/ 56390 h 151583"/>
                        <a:gd name="connsiteX1" fmla="*/ 37289 w 37764"/>
                        <a:gd name="connsiteY1" fmla="*/ 1526 h 151583"/>
                        <a:gd name="connsiteX2" fmla="*/ 32241 w 37764"/>
                        <a:gd name="connsiteY2" fmla="*/ 193 h 151583"/>
                        <a:gd name="connsiteX3" fmla="*/ 17858 w 37764"/>
                        <a:gd name="connsiteY3" fmla="*/ 10575 h 151583"/>
                        <a:gd name="connsiteX4" fmla="*/ 4809 w 37764"/>
                        <a:gd name="connsiteY4" fmla="*/ 43341 h 151583"/>
                        <a:gd name="connsiteX5" fmla="*/ 427 w 37764"/>
                        <a:gd name="connsiteY5" fmla="*/ 74012 h 151583"/>
                        <a:gd name="connsiteX6" fmla="*/ 1475 w 37764"/>
                        <a:gd name="connsiteY6" fmla="*/ 106778 h 151583"/>
                        <a:gd name="connsiteX7" fmla="*/ 4142 w 37764"/>
                        <a:gd name="connsiteY7" fmla="*/ 118208 h 151583"/>
                        <a:gd name="connsiteX8" fmla="*/ 8333 w 37764"/>
                        <a:gd name="connsiteY8" fmla="*/ 128399 h 151583"/>
                        <a:gd name="connsiteX9" fmla="*/ 19096 w 37764"/>
                        <a:gd name="connsiteY9" fmla="*/ 143735 h 151583"/>
                        <a:gd name="connsiteX10" fmla="*/ 30050 w 37764"/>
                        <a:gd name="connsiteY10" fmla="*/ 150878 h 151583"/>
                        <a:gd name="connsiteX11" fmla="*/ 37479 w 37764"/>
                        <a:gd name="connsiteY11" fmla="*/ 150307 h 151583"/>
                        <a:gd name="connsiteX12" fmla="*/ 37765 w 37764"/>
                        <a:gd name="connsiteY12" fmla="*/ 150021 h 151583"/>
                        <a:gd name="connsiteX13" fmla="*/ 30240 w 37764"/>
                        <a:gd name="connsiteY13" fmla="*/ 139829 h 151583"/>
                        <a:gd name="connsiteX14" fmla="*/ 24335 w 37764"/>
                        <a:gd name="connsiteY14" fmla="*/ 128685 h 151583"/>
                        <a:gd name="connsiteX15" fmla="*/ 20144 w 37764"/>
                        <a:gd name="connsiteY15" fmla="*/ 116969 h 151583"/>
                        <a:gd name="connsiteX16" fmla="*/ 17477 w 37764"/>
                        <a:gd name="connsiteY16" fmla="*/ 104873 h 151583"/>
                        <a:gd name="connsiteX17" fmla="*/ 16143 w 37764"/>
                        <a:gd name="connsiteY17" fmla="*/ 92681 h 151583"/>
                        <a:gd name="connsiteX18" fmla="*/ 15762 w 37764"/>
                        <a:gd name="connsiteY18" fmla="*/ 80584 h 151583"/>
                        <a:gd name="connsiteX19" fmla="*/ 17001 w 37764"/>
                        <a:gd name="connsiteY19" fmla="*/ 56390 h 1515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7764" h="151583">
                          <a:moveTo>
                            <a:pt x="17001" y="56390"/>
                          </a:moveTo>
                          <a:cubicBezTo>
                            <a:pt x="19001" y="33245"/>
                            <a:pt x="28430" y="11718"/>
                            <a:pt x="37289" y="1526"/>
                          </a:cubicBezTo>
                          <a:lnTo>
                            <a:pt x="32241" y="193"/>
                          </a:lnTo>
                          <a:cubicBezTo>
                            <a:pt x="28050" y="-950"/>
                            <a:pt x="22906" y="3050"/>
                            <a:pt x="17858" y="10575"/>
                          </a:cubicBezTo>
                          <a:cubicBezTo>
                            <a:pt x="12810" y="18195"/>
                            <a:pt x="7666" y="29530"/>
                            <a:pt x="4809" y="43341"/>
                          </a:cubicBezTo>
                          <a:cubicBezTo>
                            <a:pt x="2808" y="53247"/>
                            <a:pt x="999" y="63344"/>
                            <a:pt x="427" y="74012"/>
                          </a:cubicBezTo>
                          <a:cubicBezTo>
                            <a:pt x="-430" y="84584"/>
                            <a:pt x="46" y="95633"/>
                            <a:pt x="1475" y="106778"/>
                          </a:cubicBezTo>
                          <a:cubicBezTo>
                            <a:pt x="2237" y="110683"/>
                            <a:pt x="3094" y="114493"/>
                            <a:pt x="4142" y="118208"/>
                          </a:cubicBezTo>
                          <a:cubicBezTo>
                            <a:pt x="5189" y="121827"/>
                            <a:pt x="6904" y="125256"/>
                            <a:pt x="8333" y="128399"/>
                          </a:cubicBezTo>
                          <a:cubicBezTo>
                            <a:pt x="11095" y="134876"/>
                            <a:pt x="15762" y="139829"/>
                            <a:pt x="19096" y="143735"/>
                          </a:cubicBezTo>
                          <a:cubicBezTo>
                            <a:pt x="23096" y="147449"/>
                            <a:pt x="27002" y="149735"/>
                            <a:pt x="30050" y="150878"/>
                          </a:cubicBezTo>
                          <a:cubicBezTo>
                            <a:pt x="33098" y="152021"/>
                            <a:pt x="35669" y="151736"/>
                            <a:pt x="37479" y="150307"/>
                          </a:cubicBezTo>
                          <a:lnTo>
                            <a:pt x="37765" y="150021"/>
                          </a:lnTo>
                          <a:cubicBezTo>
                            <a:pt x="35003" y="146783"/>
                            <a:pt x="32717" y="143258"/>
                            <a:pt x="30240" y="139829"/>
                          </a:cubicBezTo>
                          <a:cubicBezTo>
                            <a:pt x="27954" y="136305"/>
                            <a:pt x="26335" y="132400"/>
                            <a:pt x="24335" y="128685"/>
                          </a:cubicBezTo>
                          <a:cubicBezTo>
                            <a:pt x="22620" y="124875"/>
                            <a:pt x="21572" y="120875"/>
                            <a:pt x="20144" y="116969"/>
                          </a:cubicBezTo>
                          <a:cubicBezTo>
                            <a:pt x="19001" y="112969"/>
                            <a:pt x="18429" y="108873"/>
                            <a:pt x="17477" y="104873"/>
                          </a:cubicBezTo>
                          <a:cubicBezTo>
                            <a:pt x="16810" y="100872"/>
                            <a:pt x="16619" y="96776"/>
                            <a:pt x="16143" y="92681"/>
                          </a:cubicBezTo>
                          <a:cubicBezTo>
                            <a:pt x="15858" y="88680"/>
                            <a:pt x="15953" y="84584"/>
                            <a:pt x="15762" y="80584"/>
                          </a:cubicBezTo>
                          <a:cubicBezTo>
                            <a:pt x="15953" y="72583"/>
                            <a:pt x="16429" y="64487"/>
                            <a:pt x="17001" y="5639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7" name="Forme libre : forme 14026">
                      <a:extLst>
                        <a:ext uri="{FF2B5EF4-FFF2-40B4-BE49-F238E27FC236}">
                          <a16:creationId xmlns:a16="http://schemas.microsoft.com/office/drawing/2014/main" id="{7CEF3D48-EA5D-49C3-87CE-70CA96BD6C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9067" y="3887408"/>
                      <a:ext cx="16808" cy="68631"/>
                    </a:xfrm>
                    <a:custGeom>
                      <a:avLst/>
                      <a:gdLst>
                        <a:gd name="connsiteX0" fmla="*/ 13745 w 16808"/>
                        <a:gd name="connsiteY0" fmla="*/ 68514 h 68631"/>
                        <a:gd name="connsiteX1" fmla="*/ 5173 w 16808"/>
                        <a:gd name="connsiteY1" fmla="*/ 60037 h 68631"/>
                        <a:gd name="connsiteX2" fmla="*/ 1458 w 16808"/>
                        <a:gd name="connsiteY2" fmla="*/ 48702 h 68631"/>
                        <a:gd name="connsiteX3" fmla="*/ 29 w 16808"/>
                        <a:gd name="connsiteY3" fmla="*/ 34415 h 68631"/>
                        <a:gd name="connsiteX4" fmla="*/ 4411 w 16808"/>
                        <a:gd name="connsiteY4" fmla="*/ 9173 h 68631"/>
                        <a:gd name="connsiteX5" fmla="*/ 11936 w 16808"/>
                        <a:gd name="connsiteY5" fmla="*/ 29 h 68631"/>
                        <a:gd name="connsiteX6" fmla="*/ 16031 w 16808"/>
                        <a:gd name="connsiteY6" fmla="*/ 10888 h 68631"/>
                        <a:gd name="connsiteX7" fmla="*/ 16698 w 16808"/>
                        <a:gd name="connsiteY7" fmla="*/ 34415 h 68631"/>
                        <a:gd name="connsiteX8" fmla="*/ 16794 w 16808"/>
                        <a:gd name="connsiteY8" fmla="*/ 47083 h 68631"/>
                        <a:gd name="connsiteX9" fmla="*/ 16698 w 16808"/>
                        <a:gd name="connsiteY9" fmla="*/ 57561 h 68631"/>
                        <a:gd name="connsiteX10" fmla="*/ 13745 w 16808"/>
                        <a:gd name="connsiteY10" fmla="*/ 68514 h 68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808" h="68631">
                          <a:moveTo>
                            <a:pt x="13745" y="68514"/>
                          </a:moveTo>
                          <a:cubicBezTo>
                            <a:pt x="11745" y="69276"/>
                            <a:pt x="7840" y="66323"/>
                            <a:pt x="5173" y="60037"/>
                          </a:cubicBezTo>
                          <a:cubicBezTo>
                            <a:pt x="3839" y="56894"/>
                            <a:pt x="2125" y="53084"/>
                            <a:pt x="1458" y="48702"/>
                          </a:cubicBezTo>
                          <a:cubicBezTo>
                            <a:pt x="601" y="44321"/>
                            <a:pt x="-161" y="39463"/>
                            <a:pt x="29" y="34415"/>
                          </a:cubicBezTo>
                          <a:cubicBezTo>
                            <a:pt x="-66" y="24223"/>
                            <a:pt x="2030" y="15269"/>
                            <a:pt x="4411" y="9173"/>
                          </a:cubicBezTo>
                          <a:cubicBezTo>
                            <a:pt x="6697" y="2982"/>
                            <a:pt x="9745" y="-352"/>
                            <a:pt x="11936" y="29"/>
                          </a:cubicBezTo>
                          <a:cubicBezTo>
                            <a:pt x="14222" y="506"/>
                            <a:pt x="15270" y="4601"/>
                            <a:pt x="16031" y="10888"/>
                          </a:cubicBezTo>
                          <a:cubicBezTo>
                            <a:pt x="16698" y="17079"/>
                            <a:pt x="16603" y="25461"/>
                            <a:pt x="16698" y="34415"/>
                          </a:cubicBezTo>
                          <a:cubicBezTo>
                            <a:pt x="16508" y="38891"/>
                            <a:pt x="16794" y="43178"/>
                            <a:pt x="16794" y="47083"/>
                          </a:cubicBezTo>
                          <a:cubicBezTo>
                            <a:pt x="16603" y="50988"/>
                            <a:pt x="16984" y="54512"/>
                            <a:pt x="16698" y="57561"/>
                          </a:cubicBezTo>
                          <a:cubicBezTo>
                            <a:pt x="16222" y="63561"/>
                            <a:pt x="16127" y="67657"/>
                            <a:pt x="13745" y="68514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8" name="Forme libre : forme 14027">
                      <a:extLst>
                        <a:ext uri="{FF2B5EF4-FFF2-40B4-BE49-F238E27FC236}">
                          <a16:creationId xmlns:a16="http://schemas.microsoft.com/office/drawing/2014/main" id="{D143F8CA-43CD-47B6-9296-38EE0B14F9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9074" y="3887408"/>
                      <a:ext cx="16405" cy="50892"/>
                    </a:xfrm>
                    <a:custGeom>
                      <a:avLst/>
                      <a:gdLst>
                        <a:gd name="connsiteX0" fmla="*/ 16406 w 16405"/>
                        <a:gd name="connsiteY0" fmla="*/ 15841 h 50892"/>
                        <a:gd name="connsiteX1" fmla="*/ 11929 w 16405"/>
                        <a:gd name="connsiteY1" fmla="*/ 29 h 50892"/>
                        <a:gd name="connsiteX2" fmla="*/ 4404 w 16405"/>
                        <a:gd name="connsiteY2" fmla="*/ 9173 h 50892"/>
                        <a:gd name="connsiteX3" fmla="*/ 23 w 16405"/>
                        <a:gd name="connsiteY3" fmla="*/ 34415 h 50892"/>
                        <a:gd name="connsiteX4" fmla="*/ 1928 w 16405"/>
                        <a:gd name="connsiteY4" fmla="*/ 50893 h 50892"/>
                        <a:gd name="connsiteX5" fmla="*/ 1642 w 16405"/>
                        <a:gd name="connsiteY5" fmla="*/ 41749 h 50892"/>
                        <a:gd name="connsiteX6" fmla="*/ 7738 w 16405"/>
                        <a:gd name="connsiteY6" fmla="*/ 21937 h 50892"/>
                        <a:gd name="connsiteX7" fmla="*/ 16406 w 16405"/>
                        <a:gd name="connsiteY7" fmla="*/ 15841 h 50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405" h="50892">
                          <a:moveTo>
                            <a:pt x="16406" y="15841"/>
                          </a:moveTo>
                          <a:cubicBezTo>
                            <a:pt x="16024" y="6887"/>
                            <a:pt x="14786" y="506"/>
                            <a:pt x="11929" y="29"/>
                          </a:cubicBezTo>
                          <a:cubicBezTo>
                            <a:pt x="9738" y="-352"/>
                            <a:pt x="6690" y="2982"/>
                            <a:pt x="4404" y="9173"/>
                          </a:cubicBezTo>
                          <a:cubicBezTo>
                            <a:pt x="2023" y="15269"/>
                            <a:pt x="-72" y="24223"/>
                            <a:pt x="23" y="34415"/>
                          </a:cubicBezTo>
                          <a:cubicBezTo>
                            <a:pt x="-168" y="40320"/>
                            <a:pt x="880" y="46035"/>
                            <a:pt x="1928" y="50893"/>
                          </a:cubicBezTo>
                          <a:cubicBezTo>
                            <a:pt x="1642" y="47845"/>
                            <a:pt x="1547" y="44702"/>
                            <a:pt x="1642" y="41749"/>
                          </a:cubicBezTo>
                          <a:cubicBezTo>
                            <a:pt x="2594" y="33557"/>
                            <a:pt x="4785" y="26509"/>
                            <a:pt x="7738" y="21937"/>
                          </a:cubicBezTo>
                          <a:cubicBezTo>
                            <a:pt x="10500" y="17270"/>
                            <a:pt x="13643" y="14888"/>
                            <a:pt x="16406" y="15841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9" name="Forme libre : forme 14028">
                      <a:extLst>
                        <a:ext uri="{FF2B5EF4-FFF2-40B4-BE49-F238E27FC236}">
                          <a16:creationId xmlns:a16="http://schemas.microsoft.com/office/drawing/2014/main" id="{850B192F-3072-46A6-8D95-057D77B160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7286" y="3890443"/>
                      <a:ext cx="17410" cy="69622"/>
                    </a:xfrm>
                    <a:custGeom>
                      <a:avLst/>
                      <a:gdLst>
                        <a:gd name="connsiteX0" fmla="*/ 14859 w 17410"/>
                        <a:gd name="connsiteY0" fmla="*/ 69480 h 69622"/>
                        <a:gd name="connsiteX1" fmla="*/ 5905 w 17410"/>
                        <a:gd name="connsiteY1" fmla="*/ 61098 h 69622"/>
                        <a:gd name="connsiteX2" fmla="*/ 1810 w 17410"/>
                        <a:gd name="connsiteY2" fmla="*/ 49668 h 69622"/>
                        <a:gd name="connsiteX3" fmla="*/ 0 w 17410"/>
                        <a:gd name="connsiteY3" fmla="*/ 35095 h 69622"/>
                        <a:gd name="connsiteX4" fmla="*/ 953 w 17410"/>
                        <a:gd name="connsiteY4" fmla="*/ 20712 h 69622"/>
                        <a:gd name="connsiteX5" fmla="*/ 3810 w 17410"/>
                        <a:gd name="connsiteY5" fmla="*/ 9377 h 69622"/>
                        <a:gd name="connsiteX6" fmla="*/ 11144 w 17410"/>
                        <a:gd name="connsiteY6" fmla="*/ 43 h 69622"/>
                        <a:gd name="connsiteX7" fmla="*/ 15430 w 17410"/>
                        <a:gd name="connsiteY7" fmla="*/ 10901 h 69622"/>
                        <a:gd name="connsiteX8" fmla="*/ 16193 w 17410"/>
                        <a:gd name="connsiteY8" fmla="*/ 21664 h 69622"/>
                        <a:gd name="connsiteX9" fmla="*/ 16574 w 17410"/>
                        <a:gd name="connsiteY9" fmla="*/ 34618 h 69622"/>
                        <a:gd name="connsiteX10" fmla="*/ 16954 w 17410"/>
                        <a:gd name="connsiteY10" fmla="*/ 47382 h 69622"/>
                        <a:gd name="connsiteX11" fmla="*/ 17336 w 17410"/>
                        <a:gd name="connsiteY11" fmla="*/ 58050 h 69622"/>
                        <a:gd name="connsiteX12" fmla="*/ 14859 w 17410"/>
                        <a:gd name="connsiteY12" fmla="*/ 69480 h 69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410" h="69622">
                          <a:moveTo>
                            <a:pt x="14859" y="69480"/>
                          </a:moveTo>
                          <a:cubicBezTo>
                            <a:pt x="12763" y="70337"/>
                            <a:pt x="9335" y="67289"/>
                            <a:pt x="5905" y="61098"/>
                          </a:cubicBezTo>
                          <a:cubicBezTo>
                            <a:pt x="4477" y="57955"/>
                            <a:pt x="3048" y="54049"/>
                            <a:pt x="1810" y="49668"/>
                          </a:cubicBezTo>
                          <a:cubicBezTo>
                            <a:pt x="1048" y="45287"/>
                            <a:pt x="0" y="40333"/>
                            <a:pt x="0" y="35095"/>
                          </a:cubicBezTo>
                          <a:cubicBezTo>
                            <a:pt x="0" y="29951"/>
                            <a:pt x="95" y="24998"/>
                            <a:pt x="953" y="20712"/>
                          </a:cubicBezTo>
                          <a:cubicBezTo>
                            <a:pt x="1715" y="16330"/>
                            <a:pt x="2572" y="12521"/>
                            <a:pt x="3810" y="9377"/>
                          </a:cubicBezTo>
                          <a:cubicBezTo>
                            <a:pt x="6191" y="3091"/>
                            <a:pt x="8858" y="-434"/>
                            <a:pt x="11144" y="43"/>
                          </a:cubicBezTo>
                          <a:cubicBezTo>
                            <a:pt x="13335" y="424"/>
                            <a:pt x="14764" y="4615"/>
                            <a:pt x="15430" y="10901"/>
                          </a:cubicBezTo>
                          <a:cubicBezTo>
                            <a:pt x="15621" y="14045"/>
                            <a:pt x="16097" y="17664"/>
                            <a:pt x="16193" y="21664"/>
                          </a:cubicBezTo>
                          <a:cubicBezTo>
                            <a:pt x="16288" y="26046"/>
                            <a:pt x="16478" y="30237"/>
                            <a:pt x="16574" y="34618"/>
                          </a:cubicBezTo>
                          <a:cubicBezTo>
                            <a:pt x="16574" y="39190"/>
                            <a:pt x="17050" y="43477"/>
                            <a:pt x="16954" y="47382"/>
                          </a:cubicBezTo>
                          <a:cubicBezTo>
                            <a:pt x="17240" y="51287"/>
                            <a:pt x="17431" y="54907"/>
                            <a:pt x="17336" y="58050"/>
                          </a:cubicBezTo>
                          <a:cubicBezTo>
                            <a:pt x="17621" y="64241"/>
                            <a:pt x="17145" y="68623"/>
                            <a:pt x="14859" y="6948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0" name="Forme libre : forme 14029">
                      <a:extLst>
                        <a:ext uri="{FF2B5EF4-FFF2-40B4-BE49-F238E27FC236}">
                          <a16:creationId xmlns:a16="http://schemas.microsoft.com/office/drawing/2014/main" id="{EEDF9BDC-F049-4713-9D96-99831A6A1E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9947" y="3857694"/>
                      <a:ext cx="38046" cy="88090"/>
                    </a:xfrm>
                    <a:custGeom>
                      <a:avLst/>
                      <a:gdLst>
                        <a:gd name="connsiteX0" fmla="*/ 26675 w 38046"/>
                        <a:gd name="connsiteY0" fmla="*/ 978 h 88090"/>
                        <a:gd name="connsiteX1" fmla="*/ 18674 w 38046"/>
                        <a:gd name="connsiteY1" fmla="*/ 1264 h 88090"/>
                        <a:gd name="connsiteX2" fmla="*/ 2767 w 38046"/>
                        <a:gd name="connsiteY2" fmla="*/ 34792 h 88090"/>
                        <a:gd name="connsiteX3" fmla="*/ 1815 w 38046"/>
                        <a:gd name="connsiteY3" fmla="*/ 74892 h 88090"/>
                        <a:gd name="connsiteX4" fmla="*/ 6387 w 38046"/>
                        <a:gd name="connsiteY4" fmla="*/ 85941 h 88090"/>
                        <a:gd name="connsiteX5" fmla="*/ 10959 w 38046"/>
                        <a:gd name="connsiteY5" fmla="*/ 86798 h 88090"/>
                        <a:gd name="connsiteX6" fmla="*/ 13150 w 38046"/>
                        <a:gd name="connsiteY6" fmla="*/ 73559 h 88090"/>
                        <a:gd name="connsiteX7" fmla="*/ 23246 w 38046"/>
                        <a:gd name="connsiteY7" fmla="*/ 44221 h 88090"/>
                        <a:gd name="connsiteX8" fmla="*/ 37915 w 38046"/>
                        <a:gd name="connsiteY8" fmla="*/ 13075 h 88090"/>
                        <a:gd name="connsiteX9" fmla="*/ 26675 w 38046"/>
                        <a:gd name="connsiteY9" fmla="*/ 978 h 88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8046" h="88090">
                          <a:moveTo>
                            <a:pt x="26675" y="978"/>
                          </a:moveTo>
                          <a:cubicBezTo>
                            <a:pt x="24294" y="121"/>
                            <a:pt x="21722" y="-832"/>
                            <a:pt x="18674" y="1264"/>
                          </a:cubicBezTo>
                          <a:cubicBezTo>
                            <a:pt x="12864" y="5264"/>
                            <a:pt x="6292" y="19456"/>
                            <a:pt x="2767" y="34792"/>
                          </a:cubicBezTo>
                          <a:cubicBezTo>
                            <a:pt x="-376" y="47460"/>
                            <a:pt x="-1043" y="62605"/>
                            <a:pt x="1815" y="74892"/>
                          </a:cubicBezTo>
                          <a:cubicBezTo>
                            <a:pt x="3053" y="79464"/>
                            <a:pt x="4386" y="83560"/>
                            <a:pt x="6387" y="85941"/>
                          </a:cubicBezTo>
                          <a:cubicBezTo>
                            <a:pt x="8196" y="88322"/>
                            <a:pt x="9911" y="88894"/>
                            <a:pt x="10959" y="86798"/>
                          </a:cubicBezTo>
                          <a:cubicBezTo>
                            <a:pt x="12102" y="84227"/>
                            <a:pt x="12483" y="78511"/>
                            <a:pt x="13150" y="73559"/>
                          </a:cubicBezTo>
                          <a:cubicBezTo>
                            <a:pt x="14769" y="61747"/>
                            <a:pt x="18674" y="51842"/>
                            <a:pt x="23246" y="44221"/>
                          </a:cubicBezTo>
                          <a:cubicBezTo>
                            <a:pt x="27056" y="37554"/>
                            <a:pt x="36391" y="27077"/>
                            <a:pt x="37915" y="13075"/>
                          </a:cubicBezTo>
                          <a:cubicBezTo>
                            <a:pt x="39248" y="311"/>
                            <a:pt x="30104" y="2216"/>
                            <a:pt x="26675" y="97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1" name="Forme libre : forme 14030">
                      <a:extLst>
                        <a:ext uri="{FF2B5EF4-FFF2-40B4-BE49-F238E27FC236}">
                          <a16:creationId xmlns:a16="http://schemas.microsoft.com/office/drawing/2014/main" id="{FD80C961-0177-4BDF-A50A-1BBF3EDB30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6622" y="3874284"/>
                      <a:ext cx="6619" cy="27711"/>
                    </a:xfrm>
                    <a:custGeom>
                      <a:avLst/>
                      <a:gdLst>
                        <a:gd name="connsiteX0" fmla="*/ 5144 w 6619"/>
                        <a:gd name="connsiteY0" fmla="*/ 2009 h 27711"/>
                        <a:gd name="connsiteX1" fmla="*/ 3810 w 6619"/>
                        <a:gd name="connsiteY1" fmla="*/ 9 h 27711"/>
                        <a:gd name="connsiteX2" fmla="*/ 1715 w 6619"/>
                        <a:gd name="connsiteY2" fmla="*/ 2200 h 27711"/>
                        <a:gd name="connsiteX3" fmla="*/ 667 w 6619"/>
                        <a:gd name="connsiteY3" fmla="*/ 7057 h 27711"/>
                        <a:gd name="connsiteX4" fmla="*/ 0 w 6619"/>
                        <a:gd name="connsiteY4" fmla="*/ 19154 h 27711"/>
                        <a:gd name="connsiteX5" fmla="*/ 381 w 6619"/>
                        <a:gd name="connsiteY5" fmla="*/ 23536 h 27711"/>
                        <a:gd name="connsiteX6" fmla="*/ 6191 w 6619"/>
                        <a:gd name="connsiteY6" fmla="*/ 20869 h 27711"/>
                        <a:gd name="connsiteX7" fmla="*/ 5144 w 6619"/>
                        <a:gd name="connsiteY7" fmla="*/ 2009 h 27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9" h="27711">
                          <a:moveTo>
                            <a:pt x="5144" y="2009"/>
                          </a:moveTo>
                          <a:cubicBezTo>
                            <a:pt x="4858" y="1057"/>
                            <a:pt x="4382" y="104"/>
                            <a:pt x="3810" y="9"/>
                          </a:cubicBezTo>
                          <a:cubicBezTo>
                            <a:pt x="3238" y="-86"/>
                            <a:pt x="2381" y="580"/>
                            <a:pt x="1715" y="2200"/>
                          </a:cubicBezTo>
                          <a:cubicBezTo>
                            <a:pt x="1143" y="3628"/>
                            <a:pt x="857" y="5438"/>
                            <a:pt x="667" y="7057"/>
                          </a:cubicBezTo>
                          <a:cubicBezTo>
                            <a:pt x="191" y="11248"/>
                            <a:pt x="95" y="15249"/>
                            <a:pt x="0" y="19154"/>
                          </a:cubicBezTo>
                          <a:cubicBezTo>
                            <a:pt x="0" y="20773"/>
                            <a:pt x="191" y="22297"/>
                            <a:pt x="381" y="23536"/>
                          </a:cubicBezTo>
                          <a:cubicBezTo>
                            <a:pt x="1524" y="28774"/>
                            <a:pt x="5429" y="30298"/>
                            <a:pt x="6191" y="20869"/>
                          </a:cubicBezTo>
                          <a:cubicBezTo>
                            <a:pt x="7144" y="13535"/>
                            <a:pt x="6382" y="6010"/>
                            <a:pt x="5144" y="200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2" name="Forme libre : forme 14031">
                      <a:extLst>
                        <a:ext uri="{FF2B5EF4-FFF2-40B4-BE49-F238E27FC236}">
                          <a16:creationId xmlns:a16="http://schemas.microsoft.com/office/drawing/2014/main" id="{E60E2B9B-6EC5-4FE4-953C-20E3DF8A7D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9000" y="3944111"/>
                      <a:ext cx="33432" cy="38506"/>
                    </a:xfrm>
                    <a:custGeom>
                      <a:avLst/>
                      <a:gdLst>
                        <a:gd name="connsiteX0" fmla="*/ 33433 w 33432"/>
                        <a:gd name="connsiteY0" fmla="*/ 37433 h 38506"/>
                        <a:gd name="connsiteX1" fmla="*/ 24860 w 33432"/>
                        <a:gd name="connsiteY1" fmla="*/ 37338 h 38506"/>
                        <a:gd name="connsiteX2" fmla="*/ 12954 w 33432"/>
                        <a:gd name="connsiteY2" fmla="*/ 27527 h 38506"/>
                        <a:gd name="connsiteX3" fmla="*/ 6001 w 33432"/>
                        <a:gd name="connsiteY3" fmla="*/ 16478 h 38506"/>
                        <a:gd name="connsiteX4" fmla="*/ 0 w 33432"/>
                        <a:gd name="connsiteY4" fmla="*/ 0 h 38506"/>
                        <a:gd name="connsiteX5" fmla="*/ 2096 w 33432"/>
                        <a:gd name="connsiteY5" fmla="*/ 6287 h 38506"/>
                        <a:gd name="connsiteX6" fmla="*/ 8954 w 33432"/>
                        <a:gd name="connsiteY6" fmla="*/ 20003 h 38506"/>
                        <a:gd name="connsiteX7" fmla="*/ 20479 w 33432"/>
                        <a:gd name="connsiteY7" fmla="*/ 32766 h 38506"/>
                        <a:gd name="connsiteX8" fmla="*/ 33433 w 33432"/>
                        <a:gd name="connsiteY8" fmla="*/ 37433 h 38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432" h="38506">
                          <a:moveTo>
                            <a:pt x="33433" y="37433"/>
                          </a:moveTo>
                          <a:cubicBezTo>
                            <a:pt x="33433" y="37433"/>
                            <a:pt x="31242" y="39910"/>
                            <a:pt x="24860" y="37338"/>
                          </a:cubicBezTo>
                          <a:cubicBezTo>
                            <a:pt x="21527" y="36100"/>
                            <a:pt x="17621" y="33242"/>
                            <a:pt x="12954" y="27527"/>
                          </a:cubicBezTo>
                          <a:cubicBezTo>
                            <a:pt x="10382" y="24765"/>
                            <a:pt x="8287" y="21050"/>
                            <a:pt x="6001" y="16478"/>
                          </a:cubicBezTo>
                          <a:cubicBezTo>
                            <a:pt x="3429" y="11906"/>
                            <a:pt x="1810" y="6477"/>
                            <a:pt x="0" y="0"/>
                          </a:cubicBezTo>
                          <a:cubicBezTo>
                            <a:pt x="0" y="0"/>
                            <a:pt x="762" y="2477"/>
                            <a:pt x="2096" y="6287"/>
                          </a:cubicBezTo>
                          <a:cubicBezTo>
                            <a:pt x="3238" y="10097"/>
                            <a:pt x="5810" y="15050"/>
                            <a:pt x="8954" y="20003"/>
                          </a:cubicBezTo>
                          <a:cubicBezTo>
                            <a:pt x="11716" y="25051"/>
                            <a:pt x="16573" y="29433"/>
                            <a:pt x="20479" y="32766"/>
                          </a:cubicBezTo>
                          <a:cubicBezTo>
                            <a:pt x="24955" y="35909"/>
                            <a:pt x="29623" y="37529"/>
                            <a:pt x="33433" y="3743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3" name="Forme libre : forme 14032">
                      <a:extLst>
                        <a:ext uri="{FF2B5EF4-FFF2-40B4-BE49-F238E27FC236}">
                          <a16:creationId xmlns:a16="http://schemas.microsoft.com/office/drawing/2014/main" id="{573F33FF-19A8-41CC-B37E-53FFE97845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8148" y="3842003"/>
                      <a:ext cx="6840" cy="48863"/>
                    </a:xfrm>
                    <a:custGeom>
                      <a:avLst/>
                      <a:gdLst>
                        <a:gd name="connsiteX0" fmla="*/ 4191 w 6840"/>
                        <a:gd name="connsiteY0" fmla="*/ 48863 h 48863"/>
                        <a:gd name="connsiteX1" fmla="*/ 5048 w 6840"/>
                        <a:gd name="connsiteY1" fmla="*/ 42672 h 48863"/>
                        <a:gd name="connsiteX2" fmla="*/ 6572 w 6840"/>
                        <a:gd name="connsiteY2" fmla="*/ 28099 h 48863"/>
                        <a:gd name="connsiteX3" fmla="*/ 0 w 6840"/>
                        <a:gd name="connsiteY3" fmla="*/ 0 h 48863"/>
                        <a:gd name="connsiteX4" fmla="*/ 4286 w 6840"/>
                        <a:gd name="connsiteY4" fmla="*/ 10763 h 48863"/>
                        <a:gd name="connsiteX5" fmla="*/ 5715 w 6840"/>
                        <a:gd name="connsiteY5" fmla="*/ 26003 h 48863"/>
                        <a:gd name="connsiteX6" fmla="*/ 4191 w 6840"/>
                        <a:gd name="connsiteY6" fmla="*/ 48863 h 48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840" h="48863">
                          <a:moveTo>
                            <a:pt x="4191" y="48863"/>
                          </a:moveTo>
                          <a:cubicBezTo>
                            <a:pt x="4191" y="48863"/>
                            <a:pt x="4477" y="46577"/>
                            <a:pt x="5048" y="42672"/>
                          </a:cubicBezTo>
                          <a:cubicBezTo>
                            <a:pt x="5620" y="38862"/>
                            <a:pt x="6191" y="33719"/>
                            <a:pt x="6572" y="28099"/>
                          </a:cubicBezTo>
                          <a:cubicBezTo>
                            <a:pt x="7334" y="17050"/>
                            <a:pt x="6858" y="4286"/>
                            <a:pt x="0" y="0"/>
                          </a:cubicBezTo>
                          <a:cubicBezTo>
                            <a:pt x="0" y="0"/>
                            <a:pt x="2667" y="2953"/>
                            <a:pt x="4286" y="10763"/>
                          </a:cubicBezTo>
                          <a:cubicBezTo>
                            <a:pt x="5143" y="14669"/>
                            <a:pt x="5620" y="19717"/>
                            <a:pt x="5715" y="26003"/>
                          </a:cubicBezTo>
                          <a:cubicBezTo>
                            <a:pt x="5905" y="32290"/>
                            <a:pt x="5239" y="39910"/>
                            <a:pt x="4191" y="488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4" name="Forme libre : forme 14033">
                      <a:extLst>
                        <a:ext uri="{FF2B5EF4-FFF2-40B4-BE49-F238E27FC236}">
                          <a16:creationId xmlns:a16="http://schemas.microsoft.com/office/drawing/2014/main" id="{7354D7B7-F43B-4E3C-9A5D-B94E60ABE2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8575" y="3915991"/>
                      <a:ext cx="5548" cy="25244"/>
                    </a:xfrm>
                    <a:custGeom>
                      <a:avLst/>
                      <a:gdLst>
                        <a:gd name="connsiteX0" fmla="*/ 2714 w 5548"/>
                        <a:gd name="connsiteY0" fmla="*/ 25072 h 25244"/>
                        <a:gd name="connsiteX1" fmla="*/ 47 w 5548"/>
                        <a:gd name="connsiteY1" fmla="*/ 10118 h 25244"/>
                        <a:gd name="connsiteX2" fmla="*/ 4047 w 5548"/>
                        <a:gd name="connsiteY2" fmla="*/ 307 h 25244"/>
                        <a:gd name="connsiteX3" fmla="*/ 5476 w 5548"/>
                        <a:gd name="connsiteY3" fmla="*/ 14976 h 25244"/>
                        <a:gd name="connsiteX4" fmla="*/ 2714 w 5548"/>
                        <a:gd name="connsiteY4" fmla="*/ 25072 h 25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48" h="25244">
                          <a:moveTo>
                            <a:pt x="2714" y="25072"/>
                          </a:moveTo>
                          <a:cubicBezTo>
                            <a:pt x="809" y="24024"/>
                            <a:pt x="-239" y="17071"/>
                            <a:pt x="47" y="10118"/>
                          </a:cubicBezTo>
                          <a:cubicBezTo>
                            <a:pt x="809" y="3069"/>
                            <a:pt x="2618" y="-1217"/>
                            <a:pt x="4047" y="307"/>
                          </a:cubicBezTo>
                          <a:cubicBezTo>
                            <a:pt x="5571" y="1736"/>
                            <a:pt x="5666" y="8308"/>
                            <a:pt x="5476" y="14976"/>
                          </a:cubicBezTo>
                          <a:cubicBezTo>
                            <a:pt x="5095" y="21548"/>
                            <a:pt x="4333" y="26215"/>
                            <a:pt x="2714" y="2507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5" name="Forme libre : forme 14034">
                      <a:extLst>
                        <a:ext uri="{FF2B5EF4-FFF2-40B4-BE49-F238E27FC236}">
                          <a16:creationId xmlns:a16="http://schemas.microsoft.com/office/drawing/2014/main" id="{E6DCF704-A811-4CD4-A64C-96DE34FF87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0599" y="3937630"/>
                      <a:ext cx="2767" cy="6866"/>
                    </a:xfrm>
                    <a:custGeom>
                      <a:avLst/>
                      <a:gdLst>
                        <a:gd name="connsiteX0" fmla="*/ 2118 w 2767"/>
                        <a:gd name="connsiteY0" fmla="*/ 6862 h 6866"/>
                        <a:gd name="connsiteX1" fmla="*/ 213 w 2767"/>
                        <a:gd name="connsiteY1" fmla="*/ 3624 h 6866"/>
                        <a:gd name="connsiteX2" fmla="*/ 784 w 2767"/>
                        <a:gd name="connsiteY2" fmla="*/ 4 h 6866"/>
                        <a:gd name="connsiteX3" fmla="*/ 2594 w 2767"/>
                        <a:gd name="connsiteY3" fmla="*/ 3243 h 6866"/>
                        <a:gd name="connsiteX4" fmla="*/ 2118 w 2767"/>
                        <a:gd name="connsiteY4" fmla="*/ 6862 h 6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67" h="6866">
                          <a:moveTo>
                            <a:pt x="2118" y="6862"/>
                          </a:moveTo>
                          <a:cubicBezTo>
                            <a:pt x="1451" y="6958"/>
                            <a:pt x="594" y="5529"/>
                            <a:pt x="213" y="3624"/>
                          </a:cubicBezTo>
                          <a:cubicBezTo>
                            <a:pt x="-264" y="1719"/>
                            <a:pt x="118" y="100"/>
                            <a:pt x="784" y="4"/>
                          </a:cubicBezTo>
                          <a:cubicBezTo>
                            <a:pt x="1356" y="-91"/>
                            <a:pt x="2118" y="1433"/>
                            <a:pt x="2594" y="3243"/>
                          </a:cubicBezTo>
                          <a:cubicBezTo>
                            <a:pt x="2975" y="5052"/>
                            <a:pt x="2689" y="6672"/>
                            <a:pt x="2118" y="68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6" name="Forme libre : forme 14035">
                      <a:extLst>
                        <a:ext uri="{FF2B5EF4-FFF2-40B4-BE49-F238E27FC236}">
                          <a16:creationId xmlns:a16="http://schemas.microsoft.com/office/drawing/2014/main" id="{F7015785-B6C6-4211-83F5-EFE116E954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5507" y="3916207"/>
                      <a:ext cx="14582" cy="57370"/>
                    </a:xfrm>
                    <a:custGeom>
                      <a:avLst/>
                      <a:gdLst>
                        <a:gd name="connsiteX0" fmla="*/ 13879 w 14582"/>
                        <a:gd name="connsiteY0" fmla="*/ 47621 h 57370"/>
                        <a:gd name="connsiteX1" fmla="*/ 7116 w 14582"/>
                        <a:gd name="connsiteY1" fmla="*/ 57051 h 57370"/>
                        <a:gd name="connsiteX2" fmla="*/ 1782 w 14582"/>
                        <a:gd name="connsiteY2" fmla="*/ 54194 h 57370"/>
                        <a:gd name="connsiteX3" fmla="*/ 163 w 14582"/>
                        <a:gd name="connsiteY3" fmla="*/ 46288 h 57370"/>
                        <a:gd name="connsiteX4" fmla="*/ 4735 w 14582"/>
                        <a:gd name="connsiteY4" fmla="*/ 29048 h 57370"/>
                        <a:gd name="connsiteX5" fmla="*/ 4640 w 14582"/>
                        <a:gd name="connsiteY5" fmla="*/ 21713 h 57370"/>
                        <a:gd name="connsiteX6" fmla="*/ 5306 w 14582"/>
                        <a:gd name="connsiteY6" fmla="*/ 10855 h 57370"/>
                        <a:gd name="connsiteX7" fmla="*/ 9783 w 14582"/>
                        <a:gd name="connsiteY7" fmla="*/ 759 h 57370"/>
                        <a:gd name="connsiteX8" fmla="*/ 12450 w 14582"/>
                        <a:gd name="connsiteY8" fmla="*/ 17046 h 57370"/>
                        <a:gd name="connsiteX9" fmla="*/ 14355 w 14582"/>
                        <a:gd name="connsiteY9" fmla="*/ 33429 h 57370"/>
                        <a:gd name="connsiteX10" fmla="*/ 13879 w 14582"/>
                        <a:gd name="connsiteY10" fmla="*/ 47621 h 57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582" h="57370">
                          <a:moveTo>
                            <a:pt x="13879" y="47621"/>
                          </a:moveTo>
                          <a:cubicBezTo>
                            <a:pt x="12545" y="52670"/>
                            <a:pt x="10450" y="55242"/>
                            <a:pt x="7116" y="57051"/>
                          </a:cubicBezTo>
                          <a:cubicBezTo>
                            <a:pt x="5973" y="57623"/>
                            <a:pt x="3687" y="57813"/>
                            <a:pt x="1782" y="54194"/>
                          </a:cubicBezTo>
                          <a:cubicBezTo>
                            <a:pt x="-28" y="51051"/>
                            <a:pt x="-218" y="48003"/>
                            <a:pt x="163" y="46288"/>
                          </a:cubicBezTo>
                          <a:cubicBezTo>
                            <a:pt x="1592" y="40573"/>
                            <a:pt x="4259" y="36954"/>
                            <a:pt x="4735" y="29048"/>
                          </a:cubicBezTo>
                          <a:cubicBezTo>
                            <a:pt x="4830" y="27810"/>
                            <a:pt x="4735" y="25047"/>
                            <a:pt x="4640" y="21713"/>
                          </a:cubicBezTo>
                          <a:cubicBezTo>
                            <a:pt x="4735" y="18380"/>
                            <a:pt x="5021" y="14379"/>
                            <a:pt x="5306" y="10855"/>
                          </a:cubicBezTo>
                          <a:cubicBezTo>
                            <a:pt x="6545" y="3521"/>
                            <a:pt x="8164" y="-2099"/>
                            <a:pt x="9783" y="759"/>
                          </a:cubicBezTo>
                          <a:cubicBezTo>
                            <a:pt x="11593" y="3521"/>
                            <a:pt x="11688" y="10379"/>
                            <a:pt x="12450" y="17046"/>
                          </a:cubicBezTo>
                          <a:cubicBezTo>
                            <a:pt x="13022" y="23714"/>
                            <a:pt x="13879" y="30381"/>
                            <a:pt x="14355" y="33429"/>
                          </a:cubicBezTo>
                          <a:cubicBezTo>
                            <a:pt x="14546" y="39144"/>
                            <a:pt x="14927" y="43812"/>
                            <a:pt x="13879" y="476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80" name="Graphique 1">
                    <a:extLst>
                      <a:ext uri="{FF2B5EF4-FFF2-40B4-BE49-F238E27FC236}">
                        <a16:creationId xmlns:a16="http://schemas.microsoft.com/office/drawing/2014/main" id="{870D9C7B-64D7-43F6-A011-2E594849ADBD}"/>
                      </a:ext>
                    </a:extLst>
                  </p:cNvPr>
                  <p:cNvGrpSpPr/>
                  <p:nvPr/>
                </p:nvGrpSpPr>
                <p:grpSpPr>
                  <a:xfrm>
                    <a:off x="4191757" y="3976989"/>
                    <a:ext cx="147539" cy="63801"/>
                    <a:chOff x="4191757" y="3976989"/>
                    <a:chExt cx="147539" cy="63801"/>
                  </a:xfrm>
                  <a:solidFill>
                    <a:schemeClr val="accent1"/>
                  </a:solidFill>
                </p:grpSpPr>
                <p:sp>
                  <p:nvSpPr>
                    <p:cNvPr id="14013" name="Forme libre : forme 14012">
                      <a:extLst>
                        <a:ext uri="{FF2B5EF4-FFF2-40B4-BE49-F238E27FC236}">
                          <a16:creationId xmlns:a16="http://schemas.microsoft.com/office/drawing/2014/main" id="{115FACDB-32C0-4DCC-9951-EEF0BFB136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1852" y="3976989"/>
                      <a:ext cx="147349" cy="63706"/>
                    </a:xfrm>
                    <a:custGeom>
                      <a:avLst/>
                      <a:gdLst>
                        <a:gd name="connsiteX0" fmla="*/ 102403 w 147349"/>
                        <a:gd name="connsiteY0" fmla="*/ 62372 h 63706"/>
                        <a:gd name="connsiteX1" fmla="*/ 86496 w 147349"/>
                        <a:gd name="connsiteY1" fmla="*/ 63706 h 63706"/>
                        <a:gd name="connsiteX2" fmla="*/ 69637 w 147349"/>
                        <a:gd name="connsiteY2" fmla="*/ 63135 h 63706"/>
                        <a:gd name="connsiteX3" fmla="*/ 52491 w 147349"/>
                        <a:gd name="connsiteY3" fmla="*/ 60087 h 63706"/>
                        <a:gd name="connsiteX4" fmla="*/ 35918 w 147349"/>
                        <a:gd name="connsiteY4" fmla="*/ 54371 h 63706"/>
                        <a:gd name="connsiteX5" fmla="*/ 16773 w 147349"/>
                        <a:gd name="connsiteY5" fmla="*/ 42465 h 63706"/>
                        <a:gd name="connsiteX6" fmla="*/ 4771 w 147349"/>
                        <a:gd name="connsiteY6" fmla="*/ 28749 h 63706"/>
                        <a:gd name="connsiteX7" fmla="*/ 104 w 147349"/>
                        <a:gd name="connsiteY7" fmla="*/ 16653 h 63706"/>
                        <a:gd name="connsiteX8" fmla="*/ 2104 w 147349"/>
                        <a:gd name="connsiteY8" fmla="*/ 9509 h 63706"/>
                        <a:gd name="connsiteX9" fmla="*/ 11534 w 147349"/>
                        <a:gd name="connsiteY9" fmla="*/ 1698 h 63706"/>
                        <a:gd name="connsiteX10" fmla="*/ 18582 w 147349"/>
                        <a:gd name="connsiteY10" fmla="*/ 79 h 63706"/>
                        <a:gd name="connsiteX11" fmla="*/ 28203 w 147349"/>
                        <a:gd name="connsiteY11" fmla="*/ 2555 h 63706"/>
                        <a:gd name="connsiteX12" fmla="*/ 40109 w 147349"/>
                        <a:gd name="connsiteY12" fmla="*/ 7318 h 63706"/>
                        <a:gd name="connsiteX13" fmla="*/ 53349 w 147349"/>
                        <a:gd name="connsiteY13" fmla="*/ 12938 h 63706"/>
                        <a:gd name="connsiteX14" fmla="*/ 63255 w 147349"/>
                        <a:gd name="connsiteY14" fmla="*/ 16271 h 63706"/>
                        <a:gd name="connsiteX15" fmla="*/ 73637 w 147349"/>
                        <a:gd name="connsiteY15" fmla="*/ 18081 h 63706"/>
                        <a:gd name="connsiteX16" fmla="*/ 84686 w 147349"/>
                        <a:gd name="connsiteY16" fmla="*/ 18367 h 63706"/>
                        <a:gd name="connsiteX17" fmla="*/ 96592 w 147349"/>
                        <a:gd name="connsiteY17" fmla="*/ 17224 h 63706"/>
                        <a:gd name="connsiteX18" fmla="*/ 113642 w 147349"/>
                        <a:gd name="connsiteY18" fmla="*/ 15700 h 63706"/>
                        <a:gd name="connsiteX19" fmla="*/ 128977 w 147349"/>
                        <a:gd name="connsiteY19" fmla="*/ 16271 h 63706"/>
                        <a:gd name="connsiteX20" fmla="*/ 145170 w 147349"/>
                        <a:gd name="connsiteY20" fmla="*/ 25130 h 63706"/>
                        <a:gd name="connsiteX21" fmla="*/ 147265 w 147349"/>
                        <a:gd name="connsiteY21" fmla="*/ 37608 h 63706"/>
                        <a:gd name="connsiteX22" fmla="*/ 135930 w 147349"/>
                        <a:gd name="connsiteY22" fmla="*/ 51514 h 63706"/>
                        <a:gd name="connsiteX23" fmla="*/ 121643 w 147349"/>
                        <a:gd name="connsiteY23" fmla="*/ 57896 h 63706"/>
                        <a:gd name="connsiteX24" fmla="*/ 102403 w 147349"/>
                        <a:gd name="connsiteY24" fmla="*/ 62372 h 63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7349" h="63706">
                          <a:moveTo>
                            <a:pt x="102403" y="62372"/>
                          </a:moveTo>
                          <a:cubicBezTo>
                            <a:pt x="97354" y="63135"/>
                            <a:pt x="91735" y="63230"/>
                            <a:pt x="86496" y="63706"/>
                          </a:cubicBezTo>
                          <a:cubicBezTo>
                            <a:pt x="80876" y="63611"/>
                            <a:pt x="75352" y="63801"/>
                            <a:pt x="69637" y="63135"/>
                          </a:cubicBezTo>
                          <a:cubicBezTo>
                            <a:pt x="63921" y="62277"/>
                            <a:pt x="58111" y="61896"/>
                            <a:pt x="52491" y="60087"/>
                          </a:cubicBezTo>
                          <a:cubicBezTo>
                            <a:pt x="46777" y="58658"/>
                            <a:pt x="41157" y="56943"/>
                            <a:pt x="35918" y="54371"/>
                          </a:cubicBezTo>
                          <a:cubicBezTo>
                            <a:pt x="28203" y="51419"/>
                            <a:pt x="22107" y="46752"/>
                            <a:pt x="16773" y="42465"/>
                          </a:cubicBezTo>
                          <a:cubicBezTo>
                            <a:pt x="11439" y="38084"/>
                            <a:pt x="7819" y="32940"/>
                            <a:pt x="4771" y="28749"/>
                          </a:cubicBezTo>
                          <a:cubicBezTo>
                            <a:pt x="1914" y="24368"/>
                            <a:pt x="580" y="19891"/>
                            <a:pt x="104" y="16653"/>
                          </a:cubicBezTo>
                          <a:cubicBezTo>
                            <a:pt x="-277" y="13319"/>
                            <a:pt x="390" y="10938"/>
                            <a:pt x="2104" y="9509"/>
                          </a:cubicBezTo>
                          <a:lnTo>
                            <a:pt x="11534" y="1698"/>
                          </a:lnTo>
                          <a:cubicBezTo>
                            <a:pt x="13248" y="270"/>
                            <a:pt x="15725" y="-207"/>
                            <a:pt x="18582" y="79"/>
                          </a:cubicBezTo>
                          <a:cubicBezTo>
                            <a:pt x="21535" y="270"/>
                            <a:pt x="24488" y="1413"/>
                            <a:pt x="28203" y="2555"/>
                          </a:cubicBezTo>
                          <a:cubicBezTo>
                            <a:pt x="32108" y="3603"/>
                            <a:pt x="35823" y="5604"/>
                            <a:pt x="40109" y="7318"/>
                          </a:cubicBezTo>
                          <a:cubicBezTo>
                            <a:pt x="44490" y="8937"/>
                            <a:pt x="48777" y="11414"/>
                            <a:pt x="53349" y="12938"/>
                          </a:cubicBezTo>
                          <a:cubicBezTo>
                            <a:pt x="56492" y="14557"/>
                            <a:pt x="59826" y="15414"/>
                            <a:pt x="63255" y="16271"/>
                          </a:cubicBezTo>
                          <a:cubicBezTo>
                            <a:pt x="66493" y="17510"/>
                            <a:pt x="70208" y="17414"/>
                            <a:pt x="73637" y="18081"/>
                          </a:cubicBezTo>
                          <a:cubicBezTo>
                            <a:pt x="77161" y="18462"/>
                            <a:pt x="80971" y="18272"/>
                            <a:pt x="84686" y="18367"/>
                          </a:cubicBezTo>
                          <a:cubicBezTo>
                            <a:pt x="88687" y="17891"/>
                            <a:pt x="92401" y="17891"/>
                            <a:pt x="96592" y="17224"/>
                          </a:cubicBezTo>
                          <a:cubicBezTo>
                            <a:pt x="102307" y="16462"/>
                            <a:pt x="108118" y="15891"/>
                            <a:pt x="113642" y="15700"/>
                          </a:cubicBezTo>
                          <a:cubicBezTo>
                            <a:pt x="119166" y="15510"/>
                            <a:pt x="124500" y="15605"/>
                            <a:pt x="128977" y="16271"/>
                          </a:cubicBezTo>
                          <a:cubicBezTo>
                            <a:pt x="138312" y="17510"/>
                            <a:pt x="144408" y="20653"/>
                            <a:pt x="145170" y="25130"/>
                          </a:cubicBezTo>
                          <a:lnTo>
                            <a:pt x="147265" y="37608"/>
                          </a:lnTo>
                          <a:cubicBezTo>
                            <a:pt x="148027" y="42084"/>
                            <a:pt x="143550" y="47037"/>
                            <a:pt x="135930" y="51514"/>
                          </a:cubicBezTo>
                          <a:cubicBezTo>
                            <a:pt x="131930" y="53800"/>
                            <a:pt x="127263" y="55991"/>
                            <a:pt x="121643" y="57896"/>
                          </a:cubicBezTo>
                          <a:cubicBezTo>
                            <a:pt x="116119" y="59896"/>
                            <a:pt x="109641" y="61420"/>
                            <a:pt x="102403" y="62372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4" name="Forme libre : forme 14013">
                      <a:extLst>
                        <a:ext uri="{FF2B5EF4-FFF2-40B4-BE49-F238E27FC236}">
                          <a16:creationId xmlns:a16="http://schemas.microsoft.com/office/drawing/2014/main" id="{38BB3AAB-8CCD-4BB8-81A7-AE1BB11273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1757" y="3983259"/>
                      <a:ext cx="147539" cy="57531"/>
                    </a:xfrm>
                    <a:custGeom>
                      <a:avLst/>
                      <a:gdLst>
                        <a:gd name="connsiteX0" fmla="*/ 51825 w 147539"/>
                        <a:gd name="connsiteY0" fmla="*/ 38290 h 57531"/>
                        <a:gd name="connsiteX1" fmla="*/ 34775 w 147539"/>
                        <a:gd name="connsiteY1" fmla="*/ 32195 h 57531"/>
                        <a:gd name="connsiteX2" fmla="*/ 20868 w 147539"/>
                        <a:gd name="connsiteY2" fmla="*/ 22384 h 57531"/>
                        <a:gd name="connsiteX3" fmla="*/ 11058 w 147539"/>
                        <a:gd name="connsiteY3" fmla="*/ 11049 h 57531"/>
                        <a:gd name="connsiteX4" fmla="*/ 6200 w 147539"/>
                        <a:gd name="connsiteY4" fmla="*/ 0 h 57531"/>
                        <a:gd name="connsiteX5" fmla="*/ 2104 w 147539"/>
                        <a:gd name="connsiteY5" fmla="*/ 3334 h 57531"/>
                        <a:gd name="connsiteX6" fmla="*/ 104 w 147539"/>
                        <a:gd name="connsiteY6" fmla="*/ 10478 h 57531"/>
                        <a:gd name="connsiteX7" fmla="*/ 4771 w 147539"/>
                        <a:gd name="connsiteY7" fmla="*/ 22574 h 57531"/>
                        <a:gd name="connsiteX8" fmla="*/ 16773 w 147539"/>
                        <a:gd name="connsiteY8" fmla="*/ 36290 h 57531"/>
                        <a:gd name="connsiteX9" fmla="*/ 35918 w 147539"/>
                        <a:gd name="connsiteY9" fmla="*/ 48196 h 57531"/>
                        <a:gd name="connsiteX10" fmla="*/ 52491 w 147539"/>
                        <a:gd name="connsiteY10" fmla="*/ 53912 h 57531"/>
                        <a:gd name="connsiteX11" fmla="*/ 69636 w 147539"/>
                        <a:gd name="connsiteY11" fmla="*/ 56960 h 57531"/>
                        <a:gd name="connsiteX12" fmla="*/ 86495 w 147539"/>
                        <a:gd name="connsiteY12" fmla="*/ 57531 h 57531"/>
                        <a:gd name="connsiteX13" fmla="*/ 102402 w 147539"/>
                        <a:gd name="connsiteY13" fmla="*/ 56197 h 57531"/>
                        <a:gd name="connsiteX14" fmla="*/ 121833 w 147539"/>
                        <a:gd name="connsiteY14" fmla="*/ 51816 h 57531"/>
                        <a:gd name="connsiteX15" fmla="*/ 136121 w 147539"/>
                        <a:gd name="connsiteY15" fmla="*/ 45434 h 57531"/>
                        <a:gd name="connsiteX16" fmla="*/ 147456 w 147539"/>
                        <a:gd name="connsiteY16" fmla="*/ 31528 h 57531"/>
                        <a:gd name="connsiteX17" fmla="*/ 147360 w 147539"/>
                        <a:gd name="connsiteY17" fmla="*/ 31147 h 57531"/>
                        <a:gd name="connsiteX18" fmla="*/ 100878 w 147539"/>
                        <a:gd name="connsiteY18" fmla="*/ 39624 h 57531"/>
                        <a:gd name="connsiteX19" fmla="*/ 51825 w 147539"/>
                        <a:gd name="connsiteY19" fmla="*/ 38290 h 57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47539" h="57531">
                          <a:moveTo>
                            <a:pt x="51825" y="38290"/>
                          </a:moveTo>
                          <a:cubicBezTo>
                            <a:pt x="45728" y="37433"/>
                            <a:pt x="40299" y="34480"/>
                            <a:pt x="34775" y="32195"/>
                          </a:cubicBezTo>
                          <a:cubicBezTo>
                            <a:pt x="29727" y="29051"/>
                            <a:pt x="24869" y="25908"/>
                            <a:pt x="20868" y="22384"/>
                          </a:cubicBezTo>
                          <a:cubicBezTo>
                            <a:pt x="17058" y="18479"/>
                            <a:pt x="13534" y="14859"/>
                            <a:pt x="11058" y="11049"/>
                          </a:cubicBezTo>
                          <a:cubicBezTo>
                            <a:pt x="8772" y="7048"/>
                            <a:pt x="7057" y="3238"/>
                            <a:pt x="6200" y="0"/>
                          </a:cubicBezTo>
                          <a:lnTo>
                            <a:pt x="2104" y="3334"/>
                          </a:lnTo>
                          <a:cubicBezTo>
                            <a:pt x="390" y="4763"/>
                            <a:pt x="-277" y="7144"/>
                            <a:pt x="104" y="10478"/>
                          </a:cubicBezTo>
                          <a:cubicBezTo>
                            <a:pt x="580" y="13716"/>
                            <a:pt x="1914" y="18193"/>
                            <a:pt x="4771" y="22574"/>
                          </a:cubicBezTo>
                          <a:cubicBezTo>
                            <a:pt x="7724" y="26765"/>
                            <a:pt x="11439" y="31909"/>
                            <a:pt x="16773" y="36290"/>
                          </a:cubicBezTo>
                          <a:cubicBezTo>
                            <a:pt x="22107" y="40577"/>
                            <a:pt x="28203" y="45244"/>
                            <a:pt x="35918" y="48196"/>
                          </a:cubicBezTo>
                          <a:cubicBezTo>
                            <a:pt x="41157" y="50768"/>
                            <a:pt x="46776" y="52388"/>
                            <a:pt x="52491" y="53912"/>
                          </a:cubicBezTo>
                          <a:cubicBezTo>
                            <a:pt x="58111" y="55721"/>
                            <a:pt x="63921" y="56102"/>
                            <a:pt x="69636" y="56960"/>
                          </a:cubicBezTo>
                          <a:cubicBezTo>
                            <a:pt x="75351" y="57626"/>
                            <a:pt x="80876" y="57436"/>
                            <a:pt x="86495" y="57531"/>
                          </a:cubicBezTo>
                          <a:cubicBezTo>
                            <a:pt x="91830" y="57150"/>
                            <a:pt x="97354" y="56960"/>
                            <a:pt x="102402" y="56197"/>
                          </a:cubicBezTo>
                          <a:cubicBezTo>
                            <a:pt x="109641" y="55245"/>
                            <a:pt x="116214" y="53721"/>
                            <a:pt x="121833" y="51816"/>
                          </a:cubicBezTo>
                          <a:cubicBezTo>
                            <a:pt x="127548" y="49911"/>
                            <a:pt x="132216" y="47720"/>
                            <a:pt x="136121" y="45434"/>
                          </a:cubicBezTo>
                          <a:cubicBezTo>
                            <a:pt x="143741" y="40957"/>
                            <a:pt x="148218" y="35909"/>
                            <a:pt x="147456" y="31528"/>
                          </a:cubicBezTo>
                          <a:lnTo>
                            <a:pt x="147360" y="31147"/>
                          </a:lnTo>
                          <a:cubicBezTo>
                            <a:pt x="132025" y="34099"/>
                            <a:pt x="116690" y="37624"/>
                            <a:pt x="100878" y="39624"/>
                          </a:cubicBezTo>
                          <a:cubicBezTo>
                            <a:pt x="85162" y="41529"/>
                            <a:pt x="68589" y="41910"/>
                            <a:pt x="51825" y="3829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5" name="Forme libre : forme 14014">
                      <a:extLst>
                        <a:ext uri="{FF2B5EF4-FFF2-40B4-BE49-F238E27FC236}">
                          <a16:creationId xmlns:a16="http://schemas.microsoft.com/office/drawing/2014/main" id="{1858E370-7890-4FDF-A7A2-2CD588B662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9359" y="4010215"/>
                      <a:ext cx="68545" cy="17411"/>
                    </a:xfrm>
                    <a:custGeom>
                      <a:avLst/>
                      <a:gdLst>
                        <a:gd name="connsiteX0" fmla="*/ 68516 w 68545"/>
                        <a:gd name="connsiteY0" fmla="*/ 5048 h 17411"/>
                        <a:gd name="connsiteX1" fmla="*/ 59468 w 68545"/>
                        <a:gd name="connsiteY1" fmla="*/ 12763 h 17411"/>
                        <a:gd name="connsiteX2" fmla="*/ 48419 w 68545"/>
                        <a:gd name="connsiteY2" fmla="*/ 16002 h 17411"/>
                        <a:gd name="connsiteX3" fmla="*/ 34131 w 68545"/>
                        <a:gd name="connsiteY3" fmla="*/ 17336 h 17411"/>
                        <a:gd name="connsiteX4" fmla="*/ 19653 w 68545"/>
                        <a:gd name="connsiteY4" fmla="*/ 15716 h 17411"/>
                        <a:gd name="connsiteX5" fmla="*/ 8318 w 68545"/>
                        <a:gd name="connsiteY5" fmla="*/ 11716 h 17411"/>
                        <a:gd name="connsiteX6" fmla="*/ 1556 w 68545"/>
                        <a:gd name="connsiteY6" fmla="*/ 7049 h 17411"/>
                        <a:gd name="connsiteX7" fmla="*/ 127 w 68545"/>
                        <a:gd name="connsiteY7" fmla="*/ 2858 h 17411"/>
                        <a:gd name="connsiteX8" fmla="*/ 3747 w 68545"/>
                        <a:gd name="connsiteY8" fmla="*/ 762 h 17411"/>
                        <a:gd name="connsiteX9" fmla="*/ 11366 w 68545"/>
                        <a:gd name="connsiteY9" fmla="*/ 0 h 17411"/>
                        <a:gd name="connsiteX10" fmla="*/ 21749 w 68545"/>
                        <a:gd name="connsiteY10" fmla="*/ 95 h 17411"/>
                        <a:gd name="connsiteX11" fmla="*/ 34226 w 68545"/>
                        <a:gd name="connsiteY11" fmla="*/ 191 h 17411"/>
                        <a:gd name="connsiteX12" fmla="*/ 46895 w 68545"/>
                        <a:gd name="connsiteY12" fmla="*/ 191 h 17411"/>
                        <a:gd name="connsiteX13" fmla="*/ 57658 w 68545"/>
                        <a:gd name="connsiteY13" fmla="*/ 667 h 17411"/>
                        <a:gd name="connsiteX14" fmla="*/ 68516 w 68545"/>
                        <a:gd name="connsiteY14" fmla="*/ 5048 h 17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8545" h="17411">
                          <a:moveTo>
                            <a:pt x="68516" y="5048"/>
                          </a:moveTo>
                          <a:cubicBezTo>
                            <a:pt x="68898" y="7334"/>
                            <a:pt x="65564" y="10287"/>
                            <a:pt x="59468" y="12763"/>
                          </a:cubicBezTo>
                          <a:cubicBezTo>
                            <a:pt x="56420" y="13907"/>
                            <a:pt x="52705" y="15240"/>
                            <a:pt x="48419" y="16002"/>
                          </a:cubicBezTo>
                          <a:cubicBezTo>
                            <a:pt x="44037" y="16574"/>
                            <a:pt x="39370" y="17717"/>
                            <a:pt x="34131" y="17336"/>
                          </a:cubicBezTo>
                          <a:cubicBezTo>
                            <a:pt x="28988" y="17336"/>
                            <a:pt x="24035" y="16954"/>
                            <a:pt x="19653" y="15716"/>
                          </a:cubicBezTo>
                          <a:cubicBezTo>
                            <a:pt x="15176" y="14764"/>
                            <a:pt x="11366" y="13526"/>
                            <a:pt x="8318" y="11716"/>
                          </a:cubicBezTo>
                          <a:cubicBezTo>
                            <a:pt x="5270" y="10096"/>
                            <a:pt x="2984" y="8477"/>
                            <a:pt x="1556" y="7049"/>
                          </a:cubicBezTo>
                          <a:cubicBezTo>
                            <a:pt x="222" y="5429"/>
                            <a:pt x="-254" y="4001"/>
                            <a:pt x="127" y="2858"/>
                          </a:cubicBezTo>
                          <a:cubicBezTo>
                            <a:pt x="508" y="1715"/>
                            <a:pt x="1841" y="1143"/>
                            <a:pt x="3747" y="762"/>
                          </a:cubicBezTo>
                          <a:cubicBezTo>
                            <a:pt x="5747" y="286"/>
                            <a:pt x="8318" y="0"/>
                            <a:pt x="11366" y="0"/>
                          </a:cubicBezTo>
                          <a:cubicBezTo>
                            <a:pt x="14319" y="191"/>
                            <a:pt x="17843" y="95"/>
                            <a:pt x="21749" y="95"/>
                          </a:cubicBezTo>
                          <a:cubicBezTo>
                            <a:pt x="25559" y="381"/>
                            <a:pt x="29750" y="191"/>
                            <a:pt x="34226" y="191"/>
                          </a:cubicBezTo>
                          <a:cubicBezTo>
                            <a:pt x="38608" y="476"/>
                            <a:pt x="42990" y="-95"/>
                            <a:pt x="46895" y="191"/>
                          </a:cubicBezTo>
                          <a:cubicBezTo>
                            <a:pt x="50895" y="286"/>
                            <a:pt x="54515" y="191"/>
                            <a:pt x="57658" y="667"/>
                          </a:cubicBezTo>
                          <a:cubicBezTo>
                            <a:pt x="63849" y="1334"/>
                            <a:pt x="68040" y="2667"/>
                            <a:pt x="68516" y="5048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6" name="Forme libre : forme 14015">
                      <a:extLst>
                        <a:ext uri="{FF2B5EF4-FFF2-40B4-BE49-F238E27FC236}">
                          <a16:creationId xmlns:a16="http://schemas.microsoft.com/office/drawing/2014/main" id="{0566825B-4155-4CEA-A5AB-96972F120E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9264" y="4010345"/>
                      <a:ext cx="50514" cy="17226"/>
                    </a:xfrm>
                    <a:custGeom>
                      <a:avLst/>
                      <a:gdLst>
                        <a:gd name="connsiteX0" fmla="*/ 16224 w 50514"/>
                        <a:gd name="connsiteY0" fmla="*/ 156 h 17226"/>
                        <a:gd name="connsiteX1" fmla="*/ 5366 w 50514"/>
                        <a:gd name="connsiteY1" fmla="*/ 347 h 17226"/>
                        <a:gd name="connsiteX2" fmla="*/ 127 w 50514"/>
                        <a:gd name="connsiteY2" fmla="*/ 2728 h 17226"/>
                        <a:gd name="connsiteX3" fmla="*/ 1556 w 50514"/>
                        <a:gd name="connsiteY3" fmla="*/ 6919 h 17226"/>
                        <a:gd name="connsiteX4" fmla="*/ 8319 w 50514"/>
                        <a:gd name="connsiteY4" fmla="*/ 11586 h 17226"/>
                        <a:gd name="connsiteX5" fmla="*/ 19653 w 50514"/>
                        <a:gd name="connsiteY5" fmla="*/ 15587 h 17226"/>
                        <a:gd name="connsiteX6" fmla="*/ 34131 w 50514"/>
                        <a:gd name="connsiteY6" fmla="*/ 17206 h 17226"/>
                        <a:gd name="connsiteX7" fmla="*/ 50514 w 50514"/>
                        <a:gd name="connsiteY7" fmla="*/ 15396 h 17226"/>
                        <a:gd name="connsiteX8" fmla="*/ 41465 w 50514"/>
                        <a:gd name="connsiteY8" fmla="*/ 15491 h 17226"/>
                        <a:gd name="connsiteX9" fmla="*/ 30131 w 50514"/>
                        <a:gd name="connsiteY9" fmla="*/ 13110 h 17226"/>
                        <a:gd name="connsiteX10" fmla="*/ 21558 w 50514"/>
                        <a:gd name="connsiteY10" fmla="*/ 9110 h 17226"/>
                        <a:gd name="connsiteX11" fmla="*/ 16224 w 50514"/>
                        <a:gd name="connsiteY11" fmla="*/ 156 h 17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0514" h="17226">
                          <a:moveTo>
                            <a:pt x="16224" y="156"/>
                          </a:moveTo>
                          <a:cubicBezTo>
                            <a:pt x="11938" y="-34"/>
                            <a:pt x="8223" y="-130"/>
                            <a:pt x="5366" y="347"/>
                          </a:cubicBezTo>
                          <a:cubicBezTo>
                            <a:pt x="2508" y="918"/>
                            <a:pt x="698" y="1299"/>
                            <a:pt x="127" y="2728"/>
                          </a:cubicBezTo>
                          <a:cubicBezTo>
                            <a:pt x="-254" y="3776"/>
                            <a:pt x="222" y="5300"/>
                            <a:pt x="1556" y="6919"/>
                          </a:cubicBezTo>
                          <a:cubicBezTo>
                            <a:pt x="2984" y="8348"/>
                            <a:pt x="5271" y="9967"/>
                            <a:pt x="8319" y="11586"/>
                          </a:cubicBezTo>
                          <a:cubicBezTo>
                            <a:pt x="11366" y="13396"/>
                            <a:pt x="15176" y="14634"/>
                            <a:pt x="19653" y="15587"/>
                          </a:cubicBezTo>
                          <a:cubicBezTo>
                            <a:pt x="24035" y="16825"/>
                            <a:pt x="28988" y="17206"/>
                            <a:pt x="34131" y="17206"/>
                          </a:cubicBezTo>
                          <a:cubicBezTo>
                            <a:pt x="40227" y="17396"/>
                            <a:pt x="45657" y="16253"/>
                            <a:pt x="50514" y="15396"/>
                          </a:cubicBezTo>
                          <a:cubicBezTo>
                            <a:pt x="47466" y="15587"/>
                            <a:pt x="44418" y="15682"/>
                            <a:pt x="41465" y="15491"/>
                          </a:cubicBezTo>
                          <a:cubicBezTo>
                            <a:pt x="37465" y="15301"/>
                            <a:pt x="33560" y="14063"/>
                            <a:pt x="30131" y="13110"/>
                          </a:cubicBezTo>
                          <a:cubicBezTo>
                            <a:pt x="26702" y="12158"/>
                            <a:pt x="23844" y="10729"/>
                            <a:pt x="21558" y="9110"/>
                          </a:cubicBezTo>
                          <a:cubicBezTo>
                            <a:pt x="17177" y="6062"/>
                            <a:pt x="15176" y="2918"/>
                            <a:pt x="16224" y="156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7" name="Forme libre : forme 14016">
                      <a:extLst>
                        <a:ext uri="{FF2B5EF4-FFF2-40B4-BE49-F238E27FC236}">
                          <a16:creationId xmlns:a16="http://schemas.microsoft.com/office/drawing/2014/main" id="{CB91CF1E-3F5C-4A38-A890-B9B448A2A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2043" y="4011939"/>
                      <a:ext cx="69686" cy="17611"/>
                    </a:xfrm>
                    <a:custGeom>
                      <a:avLst/>
                      <a:gdLst>
                        <a:gd name="connsiteX0" fmla="*/ 69642 w 69686"/>
                        <a:gd name="connsiteY0" fmla="*/ 4562 h 17611"/>
                        <a:gd name="connsiteX1" fmla="*/ 60689 w 69686"/>
                        <a:gd name="connsiteY1" fmla="*/ 12373 h 17611"/>
                        <a:gd name="connsiteX2" fmla="*/ 35352 w 69686"/>
                        <a:gd name="connsiteY2" fmla="*/ 17611 h 17611"/>
                        <a:gd name="connsiteX3" fmla="*/ 20588 w 69686"/>
                        <a:gd name="connsiteY3" fmla="*/ 16468 h 17611"/>
                        <a:gd name="connsiteX4" fmla="*/ 8873 w 69686"/>
                        <a:gd name="connsiteY4" fmla="*/ 12849 h 17611"/>
                        <a:gd name="connsiteX5" fmla="*/ 110 w 69686"/>
                        <a:gd name="connsiteY5" fmla="*/ 4181 h 17611"/>
                        <a:gd name="connsiteX6" fmla="*/ 11445 w 69686"/>
                        <a:gd name="connsiteY6" fmla="*/ 1038 h 17611"/>
                        <a:gd name="connsiteX7" fmla="*/ 22017 w 69686"/>
                        <a:gd name="connsiteY7" fmla="*/ 752 h 17611"/>
                        <a:gd name="connsiteX8" fmla="*/ 34781 w 69686"/>
                        <a:gd name="connsiteY8" fmla="*/ 466 h 17611"/>
                        <a:gd name="connsiteX9" fmla="*/ 58593 w 69686"/>
                        <a:gd name="connsiteY9" fmla="*/ 276 h 17611"/>
                        <a:gd name="connsiteX10" fmla="*/ 69642 w 69686"/>
                        <a:gd name="connsiteY10" fmla="*/ 4562 h 17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9686" h="17611">
                          <a:moveTo>
                            <a:pt x="69642" y="4562"/>
                          </a:moveTo>
                          <a:cubicBezTo>
                            <a:pt x="70119" y="6943"/>
                            <a:pt x="66689" y="9706"/>
                            <a:pt x="60689" y="12373"/>
                          </a:cubicBezTo>
                          <a:cubicBezTo>
                            <a:pt x="54593" y="14944"/>
                            <a:pt x="45734" y="17135"/>
                            <a:pt x="35352" y="17611"/>
                          </a:cubicBezTo>
                          <a:cubicBezTo>
                            <a:pt x="30113" y="17421"/>
                            <a:pt x="25161" y="17421"/>
                            <a:pt x="20588" y="16468"/>
                          </a:cubicBezTo>
                          <a:cubicBezTo>
                            <a:pt x="16112" y="15421"/>
                            <a:pt x="12111" y="14373"/>
                            <a:pt x="8873" y="12849"/>
                          </a:cubicBezTo>
                          <a:cubicBezTo>
                            <a:pt x="2586" y="9515"/>
                            <a:pt x="-652" y="6372"/>
                            <a:pt x="110" y="4181"/>
                          </a:cubicBezTo>
                          <a:cubicBezTo>
                            <a:pt x="872" y="1990"/>
                            <a:pt x="5348" y="942"/>
                            <a:pt x="11445" y="1038"/>
                          </a:cubicBezTo>
                          <a:cubicBezTo>
                            <a:pt x="14492" y="942"/>
                            <a:pt x="18207" y="562"/>
                            <a:pt x="22017" y="752"/>
                          </a:cubicBezTo>
                          <a:cubicBezTo>
                            <a:pt x="25922" y="752"/>
                            <a:pt x="30304" y="276"/>
                            <a:pt x="34781" y="466"/>
                          </a:cubicBezTo>
                          <a:cubicBezTo>
                            <a:pt x="43829" y="-10"/>
                            <a:pt x="52212" y="-200"/>
                            <a:pt x="58593" y="276"/>
                          </a:cubicBezTo>
                          <a:cubicBezTo>
                            <a:pt x="64975" y="752"/>
                            <a:pt x="69166" y="2181"/>
                            <a:pt x="69642" y="456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8" name="Forme libre : forme 14017">
                      <a:extLst>
                        <a:ext uri="{FF2B5EF4-FFF2-40B4-BE49-F238E27FC236}">
                          <a16:creationId xmlns:a16="http://schemas.microsoft.com/office/drawing/2014/main" id="{D0E311C1-6A4B-4B4F-8B05-6605DE729C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0276" y="3991524"/>
                      <a:ext cx="86825" cy="45567"/>
                    </a:xfrm>
                    <a:custGeom>
                      <a:avLst/>
                      <a:gdLst>
                        <a:gd name="connsiteX0" fmla="*/ 3016 w 86825"/>
                        <a:gd name="connsiteY0" fmla="*/ 7928 h 45567"/>
                        <a:gd name="connsiteX1" fmla="*/ 254 w 86825"/>
                        <a:gd name="connsiteY1" fmla="*/ 15738 h 45567"/>
                        <a:gd name="connsiteX2" fmla="*/ 10350 w 86825"/>
                        <a:gd name="connsiteY2" fmla="*/ 28883 h 45567"/>
                        <a:gd name="connsiteX3" fmla="*/ 20161 w 86825"/>
                        <a:gd name="connsiteY3" fmla="*/ 35550 h 45567"/>
                        <a:gd name="connsiteX4" fmla="*/ 25781 w 86825"/>
                        <a:gd name="connsiteY4" fmla="*/ 38694 h 45567"/>
                        <a:gd name="connsiteX5" fmla="*/ 31972 w 86825"/>
                        <a:gd name="connsiteY5" fmla="*/ 40979 h 45567"/>
                        <a:gd name="connsiteX6" fmla="*/ 53784 w 86825"/>
                        <a:gd name="connsiteY6" fmla="*/ 45552 h 45567"/>
                        <a:gd name="connsiteX7" fmla="*/ 74073 w 86825"/>
                        <a:gd name="connsiteY7" fmla="*/ 43742 h 45567"/>
                        <a:gd name="connsiteX8" fmla="*/ 85693 w 86825"/>
                        <a:gd name="connsiteY8" fmla="*/ 34788 h 45567"/>
                        <a:gd name="connsiteX9" fmla="*/ 72739 w 86825"/>
                        <a:gd name="connsiteY9" fmla="*/ 32121 h 45567"/>
                        <a:gd name="connsiteX10" fmla="*/ 56451 w 86825"/>
                        <a:gd name="connsiteY10" fmla="*/ 28026 h 45567"/>
                        <a:gd name="connsiteX11" fmla="*/ 43783 w 86825"/>
                        <a:gd name="connsiteY11" fmla="*/ 21358 h 45567"/>
                        <a:gd name="connsiteX12" fmla="*/ 18161 w 86825"/>
                        <a:gd name="connsiteY12" fmla="*/ 1356 h 45567"/>
                        <a:gd name="connsiteX13" fmla="*/ 7588 w 86825"/>
                        <a:gd name="connsiteY13" fmla="*/ 1737 h 45567"/>
                        <a:gd name="connsiteX14" fmla="*/ 3016 w 86825"/>
                        <a:gd name="connsiteY14" fmla="*/ 7928 h 45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6825" h="45567">
                          <a:moveTo>
                            <a:pt x="3016" y="7928"/>
                          </a:moveTo>
                          <a:cubicBezTo>
                            <a:pt x="1207" y="9928"/>
                            <a:pt x="-699" y="11833"/>
                            <a:pt x="254" y="15738"/>
                          </a:cubicBezTo>
                          <a:cubicBezTo>
                            <a:pt x="1016" y="19644"/>
                            <a:pt x="5016" y="23835"/>
                            <a:pt x="10350" y="28883"/>
                          </a:cubicBezTo>
                          <a:cubicBezTo>
                            <a:pt x="12922" y="31550"/>
                            <a:pt x="16637" y="33264"/>
                            <a:pt x="20161" y="35550"/>
                          </a:cubicBezTo>
                          <a:cubicBezTo>
                            <a:pt x="22066" y="36598"/>
                            <a:pt x="23971" y="37646"/>
                            <a:pt x="25781" y="38694"/>
                          </a:cubicBezTo>
                          <a:cubicBezTo>
                            <a:pt x="27876" y="39456"/>
                            <a:pt x="29972" y="40218"/>
                            <a:pt x="31972" y="40979"/>
                          </a:cubicBezTo>
                          <a:cubicBezTo>
                            <a:pt x="38830" y="43742"/>
                            <a:pt x="46450" y="44694"/>
                            <a:pt x="53784" y="45552"/>
                          </a:cubicBezTo>
                          <a:cubicBezTo>
                            <a:pt x="61024" y="45647"/>
                            <a:pt x="68167" y="45361"/>
                            <a:pt x="74073" y="43742"/>
                          </a:cubicBezTo>
                          <a:cubicBezTo>
                            <a:pt x="83217" y="41837"/>
                            <a:pt x="89503" y="37074"/>
                            <a:pt x="85693" y="34788"/>
                          </a:cubicBezTo>
                          <a:cubicBezTo>
                            <a:pt x="83312" y="33360"/>
                            <a:pt x="77788" y="32979"/>
                            <a:pt x="72739" y="32121"/>
                          </a:cubicBezTo>
                          <a:cubicBezTo>
                            <a:pt x="66929" y="31454"/>
                            <a:pt x="61309" y="29645"/>
                            <a:pt x="56451" y="28026"/>
                          </a:cubicBezTo>
                          <a:cubicBezTo>
                            <a:pt x="51594" y="26120"/>
                            <a:pt x="47307" y="23644"/>
                            <a:pt x="43783" y="21358"/>
                          </a:cubicBezTo>
                          <a:cubicBezTo>
                            <a:pt x="37497" y="16405"/>
                            <a:pt x="29400" y="6975"/>
                            <a:pt x="18161" y="1356"/>
                          </a:cubicBezTo>
                          <a:cubicBezTo>
                            <a:pt x="12636" y="-645"/>
                            <a:pt x="9874" y="-359"/>
                            <a:pt x="7588" y="1737"/>
                          </a:cubicBezTo>
                          <a:cubicBezTo>
                            <a:pt x="5398" y="3546"/>
                            <a:pt x="4255" y="6594"/>
                            <a:pt x="3016" y="792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9" name="Forme libre : forme 14018">
                      <a:extLst>
                        <a:ext uri="{FF2B5EF4-FFF2-40B4-BE49-F238E27FC236}">
                          <a16:creationId xmlns:a16="http://schemas.microsoft.com/office/drawing/2014/main" id="{1AC2688E-52D4-497B-B54F-7C2FA48840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9110" y="4000118"/>
                      <a:ext cx="25747" cy="8301"/>
                    </a:xfrm>
                    <a:custGeom>
                      <a:avLst/>
                      <a:gdLst>
                        <a:gd name="connsiteX0" fmla="*/ 2280 w 25747"/>
                        <a:gd name="connsiteY0" fmla="*/ 0 h 8301"/>
                        <a:gd name="connsiteX1" fmla="*/ 89 w 25747"/>
                        <a:gd name="connsiteY1" fmla="*/ 762 h 8301"/>
                        <a:gd name="connsiteX2" fmla="*/ 1518 w 25747"/>
                        <a:gd name="connsiteY2" fmla="*/ 3429 h 8301"/>
                        <a:gd name="connsiteX3" fmla="*/ 5900 w 25747"/>
                        <a:gd name="connsiteY3" fmla="*/ 5525 h 8301"/>
                        <a:gd name="connsiteX4" fmla="*/ 17234 w 25747"/>
                        <a:gd name="connsiteY4" fmla="*/ 8192 h 8301"/>
                        <a:gd name="connsiteX5" fmla="*/ 21520 w 25747"/>
                        <a:gd name="connsiteY5" fmla="*/ 8192 h 8301"/>
                        <a:gd name="connsiteX6" fmla="*/ 19901 w 25747"/>
                        <a:gd name="connsiteY6" fmla="*/ 2096 h 8301"/>
                        <a:gd name="connsiteX7" fmla="*/ 10281 w 25747"/>
                        <a:gd name="connsiteY7" fmla="*/ 381 h 8301"/>
                        <a:gd name="connsiteX8" fmla="*/ 2280 w 25747"/>
                        <a:gd name="connsiteY8" fmla="*/ 0 h 8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747" h="8301">
                          <a:moveTo>
                            <a:pt x="2280" y="0"/>
                          </a:moveTo>
                          <a:cubicBezTo>
                            <a:pt x="1327" y="95"/>
                            <a:pt x="375" y="191"/>
                            <a:pt x="89" y="762"/>
                          </a:cubicBezTo>
                          <a:cubicBezTo>
                            <a:pt x="-197" y="1334"/>
                            <a:pt x="185" y="2381"/>
                            <a:pt x="1518" y="3429"/>
                          </a:cubicBezTo>
                          <a:cubicBezTo>
                            <a:pt x="2661" y="4477"/>
                            <a:pt x="4376" y="4953"/>
                            <a:pt x="5900" y="5525"/>
                          </a:cubicBezTo>
                          <a:cubicBezTo>
                            <a:pt x="9805" y="6572"/>
                            <a:pt x="13424" y="8096"/>
                            <a:pt x="17234" y="8192"/>
                          </a:cubicBezTo>
                          <a:cubicBezTo>
                            <a:pt x="18758" y="8287"/>
                            <a:pt x="20282" y="8382"/>
                            <a:pt x="21520" y="8192"/>
                          </a:cubicBezTo>
                          <a:cubicBezTo>
                            <a:pt x="26664" y="7620"/>
                            <a:pt x="28188" y="3810"/>
                            <a:pt x="19901" y="2096"/>
                          </a:cubicBezTo>
                          <a:cubicBezTo>
                            <a:pt x="16568" y="1715"/>
                            <a:pt x="13424" y="571"/>
                            <a:pt x="10281" y="381"/>
                          </a:cubicBezTo>
                          <a:cubicBezTo>
                            <a:pt x="7138" y="0"/>
                            <a:pt x="4280" y="0"/>
                            <a:pt x="2280" y="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0" name="Forme libre : forme 14019">
                      <a:extLst>
                        <a:ext uri="{FF2B5EF4-FFF2-40B4-BE49-F238E27FC236}">
                          <a16:creationId xmlns:a16="http://schemas.microsoft.com/office/drawing/2014/main" id="{96B85C66-D5CC-4A35-9081-7E29B82700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5112" y="4013644"/>
                      <a:ext cx="39454" cy="24574"/>
                    </a:xfrm>
                    <a:custGeom>
                      <a:avLst/>
                      <a:gdLst>
                        <a:gd name="connsiteX0" fmla="*/ 39338 w 39454"/>
                        <a:gd name="connsiteY0" fmla="*/ 0 h 24574"/>
                        <a:gd name="connsiteX1" fmla="*/ 36195 w 39454"/>
                        <a:gd name="connsiteY1" fmla="*/ 7811 h 24574"/>
                        <a:gd name="connsiteX2" fmla="*/ 25241 w 39454"/>
                        <a:gd name="connsiteY2" fmla="*/ 15812 h 24574"/>
                        <a:gd name="connsiteX3" fmla="*/ 14954 w 39454"/>
                        <a:gd name="connsiteY3" fmla="*/ 20288 h 24574"/>
                        <a:gd name="connsiteX4" fmla="*/ 0 w 39454"/>
                        <a:gd name="connsiteY4" fmla="*/ 24574 h 24574"/>
                        <a:gd name="connsiteX5" fmla="*/ 5715 w 39454"/>
                        <a:gd name="connsiteY5" fmla="*/ 22955 h 24574"/>
                        <a:gd name="connsiteX6" fmla="*/ 18193 w 39454"/>
                        <a:gd name="connsiteY6" fmla="*/ 17907 h 24574"/>
                        <a:gd name="connsiteX7" fmla="*/ 39338 w 39454"/>
                        <a:gd name="connsiteY7" fmla="*/ 0 h 24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9454" h="24574">
                          <a:moveTo>
                            <a:pt x="39338" y="0"/>
                          </a:moveTo>
                          <a:cubicBezTo>
                            <a:pt x="39338" y="0"/>
                            <a:pt x="40386" y="3143"/>
                            <a:pt x="36195" y="7811"/>
                          </a:cubicBezTo>
                          <a:cubicBezTo>
                            <a:pt x="34195" y="10096"/>
                            <a:pt x="30861" y="12859"/>
                            <a:pt x="25241" y="15812"/>
                          </a:cubicBezTo>
                          <a:cubicBezTo>
                            <a:pt x="22479" y="17336"/>
                            <a:pt x="19145" y="18764"/>
                            <a:pt x="14954" y="20288"/>
                          </a:cubicBezTo>
                          <a:cubicBezTo>
                            <a:pt x="10954" y="21812"/>
                            <a:pt x="6001" y="23336"/>
                            <a:pt x="0" y="24574"/>
                          </a:cubicBezTo>
                          <a:cubicBezTo>
                            <a:pt x="0" y="24574"/>
                            <a:pt x="2000" y="24003"/>
                            <a:pt x="5715" y="22955"/>
                          </a:cubicBezTo>
                          <a:cubicBezTo>
                            <a:pt x="9334" y="21907"/>
                            <a:pt x="13525" y="20098"/>
                            <a:pt x="18193" y="17907"/>
                          </a:cubicBezTo>
                          <a:cubicBezTo>
                            <a:pt x="27432" y="13430"/>
                            <a:pt x="36576" y="7239"/>
                            <a:pt x="3933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1" name="Forme libre : forme 14020">
                      <a:extLst>
                        <a:ext uri="{FF2B5EF4-FFF2-40B4-BE49-F238E27FC236}">
                          <a16:creationId xmlns:a16="http://schemas.microsoft.com/office/drawing/2014/main" id="{63EC8E2A-CAD3-4B28-B712-B3B8669CC7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4148" y="3980401"/>
                      <a:ext cx="42767" cy="11716"/>
                    </a:xfrm>
                    <a:custGeom>
                      <a:avLst/>
                      <a:gdLst>
                        <a:gd name="connsiteX0" fmla="*/ 42767 w 42767"/>
                        <a:gd name="connsiteY0" fmla="*/ 11717 h 11716"/>
                        <a:gd name="connsiteX1" fmla="*/ 37814 w 42767"/>
                        <a:gd name="connsiteY1" fmla="*/ 10002 h 11716"/>
                        <a:gd name="connsiteX2" fmla="*/ 26194 w 42767"/>
                        <a:gd name="connsiteY2" fmla="*/ 5621 h 11716"/>
                        <a:gd name="connsiteX3" fmla="*/ 12383 w 42767"/>
                        <a:gd name="connsiteY3" fmla="*/ 1049 h 11716"/>
                        <a:gd name="connsiteX4" fmla="*/ 0 w 42767"/>
                        <a:gd name="connsiteY4" fmla="*/ 1239 h 11716"/>
                        <a:gd name="connsiteX5" fmla="*/ 10859 w 42767"/>
                        <a:gd name="connsiteY5" fmla="*/ 2383 h 11716"/>
                        <a:gd name="connsiteX6" fmla="*/ 24098 w 42767"/>
                        <a:gd name="connsiteY6" fmla="*/ 6002 h 11716"/>
                        <a:gd name="connsiteX7" fmla="*/ 42767 w 42767"/>
                        <a:gd name="connsiteY7" fmla="*/ 11717 h 11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2767" h="11716">
                          <a:moveTo>
                            <a:pt x="42767" y="11717"/>
                          </a:moveTo>
                          <a:cubicBezTo>
                            <a:pt x="42767" y="11717"/>
                            <a:pt x="40862" y="10955"/>
                            <a:pt x="37814" y="10002"/>
                          </a:cubicBezTo>
                          <a:cubicBezTo>
                            <a:pt x="34671" y="9336"/>
                            <a:pt x="30861" y="6859"/>
                            <a:pt x="26194" y="5621"/>
                          </a:cubicBezTo>
                          <a:cubicBezTo>
                            <a:pt x="21717" y="3906"/>
                            <a:pt x="17241" y="1811"/>
                            <a:pt x="12383" y="1049"/>
                          </a:cubicBezTo>
                          <a:cubicBezTo>
                            <a:pt x="8192" y="-189"/>
                            <a:pt x="3715" y="-570"/>
                            <a:pt x="0" y="1239"/>
                          </a:cubicBezTo>
                          <a:cubicBezTo>
                            <a:pt x="0" y="1239"/>
                            <a:pt x="4096" y="573"/>
                            <a:pt x="10859" y="2383"/>
                          </a:cubicBezTo>
                          <a:cubicBezTo>
                            <a:pt x="14573" y="2954"/>
                            <a:pt x="19050" y="4002"/>
                            <a:pt x="24098" y="6002"/>
                          </a:cubicBezTo>
                          <a:cubicBezTo>
                            <a:pt x="29623" y="7240"/>
                            <a:pt x="35528" y="9812"/>
                            <a:pt x="42767" y="1171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2" name="Forme libre : forme 14021">
                      <a:extLst>
                        <a:ext uri="{FF2B5EF4-FFF2-40B4-BE49-F238E27FC236}">
                          <a16:creationId xmlns:a16="http://schemas.microsoft.com/office/drawing/2014/main" id="{FD14B829-8826-48BC-9A7A-0040202251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7687" y="4012309"/>
                      <a:ext cx="25337" cy="5694"/>
                    </a:xfrm>
                    <a:custGeom>
                      <a:avLst/>
                      <a:gdLst>
                        <a:gd name="connsiteX0" fmla="*/ 25139 w 25337"/>
                        <a:gd name="connsiteY0" fmla="*/ 3049 h 5694"/>
                        <a:gd name="connsiteX1" fmla="*/ 10089 w 25337"/>
                        <a:gd name="connsiteY1" fmla="*/ 5621 h 5694"/>
                        <a:gd name="connsiteX2" fmla="*/ 278 w 25337"/>
                        <a:gd name="connsiteY2" fmla="*/ 1430 h 5694"/>
                        <a:gd name="connsiteX3" fmla="*/ 14852 w 25337"/>
                        <a:gd name="connsiteY3" fmla="*/ 1 h 5694"/>
                        <a:gd name="connsiteX4" fmla="*/ 25139 w 25337"/>
                        <a:gd name="connsiteY4" fmla="*/ 3049 h 5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337" h="5694">
                          <a:moveTo>
                            <a:pt x="25139" y="3049"/>
                          </a:moveTo>
                          <a:cubicBezTo>
                            <a:pt x="23900" y="4859"/>
                            <a:pt x="17138" y="6002"/>
                            <a:pt x="10089" y="5621"/>
                          </a:cubicBezTo>
                          <a:cubicBezTo>
                            <a:pt x="3041" y="4859"/>
                            <a:pt x="-1150" y="2764"/>
                            <a:pt x="278" y="1430"/>
                          </a:cubicBezTo>
                          <a:cubicBezTo>
                            <a:pt x="1802" y="-94"/>
                            <a:pt x="8089" y="1"/>
                            <a:pt x="14852" y="1"/>
                          </a:cubicBezTo>
                          <a:cubicBezTo>
                            <a:pt x="21710" y="478"/>
                            <a:pt x="26377" y="1335"/>
                            <a:pt x="25139" y="304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3" name="Forme libre : forme 14022">
                      <a:extLst>
                        <a:ext uri="{FF2B5EF4-FFF2-40B4-BE49-F238E27FC236}">
                          <a16:creationId xmlns:a16="http://schemas.microsoft.com/office/drawing/2014/main" id="{FB588D50-D901-47A2-ACB8-DBE5C2A3DF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9393" y="4013300"/>
                      <a:ext cx="6961" cy="2630"/>
                    </a:xfrm>
                    <a:custGeom>
                      <a:avLst/>
                      <a:gdLst>
                        <a:gd name="connsiteX0" fmla="*/ 6958 w 6961"/>
                        <a:gd name="connsiteY0" fmla="*/ 820 h 2630"/>
                        <a:gd name="connsiteX1" fmla="*/ 3624 w 6961"/>
                        <a:gd name="connsiteY1" fmla="*/ 2534 h 2630"/>
                        <a:gd name="connsiteX2" fmla="*/ 4 w 6961"/>
                        <a:gd name="connsiteY2" fmla="*/ 1772 h 2630"/>
                        <a:gd name="connsiteX3" fmla="*/ 3338 w 6961"/>
                        <a:gd name="connsiteY3" fmla="*/ 58 h 2630"/>
                        <a:gd name="connsiteX4" fmla="*/ 6958 w 6961"/>
                        <a:gd name="connsiteY4" fmla="*/ 820 h 2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61" h="2630">
                          <a:moveTo>
                            <a:pt x="6958" y="820"/>
                          </a:moveTo>
                          <a:cubicBezTo>
                            <a:pt x="7053" y="1487"/>
                            <a:pt x="5529" y="2249"/>
                            <a:pt x="3624" y="2534"/>
                          </a:cubicBezTo>
                          <a:cubicBezTo>
                            <a:pt x="1719" y="2820"/>
                            <a:pt x="4" y="2439"/>
                            <a:pt x="4" y="1772"/>
                          </a:cubicBezTo>
                          <a:cubicBezTo>
                            <a:pt x="-91" y="1106"/>
                            <a:pt x="1433" y="344"/>
                            <a:pt x="3338" y="58"/>
                          </a:cubicBezTo>
                          <a:cubicBezTo>
                            <a:pt x="5243" y="-133"/>
                            <a:pt x="6862" y="153"/>
                            <a:pt x="6958" y="8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4" name="Forme libre : forme 14023">
                      <a:extLst>
                        <a:ext uri="{FF2B5EF4-FFF2-40B4-BE49-F238E27FC236}">
                          <a16:creationId xmlns:a16="http://schemas.microsoft.com/office/drawing/2014/main" id="{A9902786-05B1-4663-8E5D-5861D27B2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8125" y="3997071"/>
                      <a:ext cx="58922" cy="17451"/>
                    </a:xfrm>
                    <a:custGeom>
                      <a:avLst/>
                      <a:gdLst>
                        <a:gd name="connsiteX0" fmla="*/ 51847 w 58922"/>
                        <a:gd name="connsiteY0" fmla="*/ 3143 h 17451"/>
                        <a:gd name="connsiteX1" fmla="*/ 58896 w 58922"/>
                        <a:gd name="connsiteY1" fmla="*/ 12859 h 17451"/>
                        <a:gd name="connsiteX2" fmla="*/ 54514 w 58922"/>
                        <a:gd name="connsiteY2" fmla="*/ 17050 h 17451"/>
                        <a:gd name="connsiteX3" fmla="*/ 46513 w 58922"/>
                        <a:gd name="connsiteY3" fmla="*/ 16478 h 17451"/>
                        <a:gd name="connsiteX4" fmla="*/ 29464 w 58922"/>
                        <a:gd name="connsiteY4" fmla="*/ 9430 h 17451"/>
                        <a:gd name="connsiteX5" fmla="*/ 21748 w 58922"/>
                        <a:gd name="connsiteY5" fmla="*/ 9144 h 17451"/>
                        <a:gd name="connsiteX6" fmla="*/ 10604 w 58922"/>
                        <a:gd name="connsiteY6" fmla="*/ 8287 h 17451"/>
                        <a:gd name="connsiteX7" fmla="*/ 1936 w 58922"/>
                        <a:gd name="connsiteY7" fmla="*/ 6191 h 17451"/>
                        <a:gd name="connsiteX8" fmla="*/ 698 w 58922"/>
                        <a:gd name="connsiteY8" fmla="*/ 3715 h 17451"/>
                        <a:gd name="connsiteX9" fmla="*/ 7175 w 58922"/>
                        <a:gd name="connsiteY9" fmla="*/ 2095 h 17451"/>
                        <a:gd name="connsiteX10" fmla="*/ 16986 w 58922"/>
                        <a:gd name="connsiteY10" fmla="*/ 1143 h 17451"/>
                        <a:gd name="connsiteX11" fmla="*/ 35655 w 58922"/>
                        <a:gd name="connsiteY11" fmla="*/ 0 h 17451"/>
                        <a:gd name="connsiteX12" fmla="*/ 51847 w 58922"/>
                        <a:gd name="connsiteY12" fmla="*/ 3143 h 174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922" h="17451">
                          <a:moveTo>
                            <a:pt x="51847" y="3143"/>
                          </a:moveTo>
                          <a:cubicBezTo>
                            <a:pt x="56800" y="5620"/>
                            <a:pt x="58515" y="9144"/>
                            <a:pt x="58896" y="12859"/>
                          </a:cubicBezTo>
                          <a:cubicBezTo>
                            <a:pt x="59086" y="14192"/>
                            <a:pt x="58324" y="16097"/>
                            <a:pt x="54514" y="17050"/>
                          </a:cubicBezTo>
                          <a:cubicBezTo>
                            <a:pt x="51085" y="17907"/>
                            <a:pt x="48228" y="17240"/>
                            <a:pt x="46513" y="16478"/>
                          </a:cubicBezTo>
                          <a:cubicBezTo>
                            <a:pt x="41179" y="14001"/>
                            <a:pt x="37941" y="10477"/>
                            <a:pt x="29464" y="9430"/>
                          </a:cubicBezTo>
                          <a:cubicBezTo>
                            <a:pt x="28130" y="9239"/>
                            <a:pt x="25273" y="9144"/>
                            <a:pt x="21748" y="9144"/>
                          </a:cubicBezTo>
                          <a:cubicBezTo>
                            <a:pt x="18224" y="9239"/>
                            <a:pt x="14224" y="8667"/>
                            <a:pt x="10604" y="8287"/>
                          </a:cubicBezTo>
                          <a:cubicBezTo>
                            <a:pt x="6889" y="7906"/>
                            <a:pt x="3841" y="6858"/>
                            <a:pt x="1936" y="6191"/>
                          </a:cubicBezTo>
                          <a:cubicBezTo>
                            <a:pt x="31" y="5429"/>
                            <a:pt x="-635" y="4572"/>
                            <a:pt x="698" y="3715"/>
                          </a:cubicBezTo>
                          <a:cubicBezTo>
                            <a:pt x="2032" y="2857"/>
                            <a:pt x="4318" y="2381"/>
                            <a:pt x="7175" y="2095"/>
                          </a:cubicBezTo>
                          <a:cubicBezTo>
                            <a:pt x="9937" y="1809"/>
                            <a:pt x="13461" y="1238"/>
                            <a:pt x="16986" y="1143"/>
                          </a:cubicBezTo>
                          <a:cubicBezTo>
                            <a:pt x="24129" y="476"/>
                            <a:pt x="31845" y="0"/>
                            <a:pt x="35655" y="0"/>
                          </a:cubicBezTo>
                          <a:cubicBezTo>
                            <a:pt x="42418" y="190"/>
                            <a:pt x="48228" y="1238"/>
                            <a:pt x="51847" y="314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81" name="Graphique 1">
                    <a:extLst>
                      <a:ext uri="{FF2B5EF4-FFF2-40B4-BE49-F238E27FC236}">
                        <a16:creationId xmlns:a16="http://schemas.microsoft.com/office/drawing/2014/main" id="{D8660A95-2A63-4355-9413-4618FB2803C1}"/>
                      </a:ext>
                    </a:extLst>
                  </p:cNvPr>
                  <p:cNvGrpSpPr/>
                  <p:nvPr/>
                </p:nvGrpSpPr>
                <p:grpSpPr>
                  <a:xfrm>
                    <a:off x="4337136" y="3982814"/>
                    <a:ext cx="145507" cy="76602"/>
                    <a:chOff x="4337136" y="3982814"/>
                    <a:chExt cx="145507" cy="76602"/>
                  </a:xfrm>
                  <a:solidFill>
                    <a:schemeClr val="accent1"/>
                  </a:solidFill>
                </p:grpSpPr>
                <p:sp>
                  <p:nvSpPr>
                    <p:cNvPr id="14001" name="Forme libre : forme 14000">
                      <a:extLst>
                        <a:ext uri="{FF2B5EF4-FFF2-40B4-BE49-F238E27FC236}">
                          <a16:creationId xmlns:a16="http://schemas.microsoft.com/office/drawing/2014/main" id="{1AE769A2-8772-4A2C-9A9C-90ED2143D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7136" y="3982814"/>
                      <a:ext cx="145507" cy="76277"/>
                    </a:xfrm>
                    <a:custGeom>
                      <a:avLst/>
                      <a:gdLst>
                        <a:gd name="connsiteX0" fmla="*/ 89802 w 145507"/>
                        <a:gd name="connsiteY0" fmla="*/ 61881 h 76277"/>
                        <a:gd name="connsiteX1" fmla="*/ 67800 w 145507"/>
                        <a:gd name="connsiteY1" fmla="*/ 51689 h 76277"/>
                        <a:gd name="connsiteX2" fmla="*/ 56941 w 145507"/>
                        <a:gd name="connsiteY2" fmla="*/ 48356 h 76277"/>
                        <a:gd name="connsiteX3" fmla="*/ 45797 w 145507"/>
                        <a:gd name="connsiteY3" fmla="*/ 46355 h 76277"/>
                        <a:gd name="connsiteX4" fmla="*/ 30462 w 145507"/>
                        <a:gd name="connsiteY4" fmla="*/ 44355 h 76277"/>
                        <a:gd name="connsiteX5" fmla="*/ 16936 w 145507"/>
                        <a:gd name="connsiteY5" fmla="*/ 41593 h 76277"/>
                        <a:gd name="connsiteX6" fmla="*/ 6744 w 145507"/>
                        <a:gd name="connsiteY6" fmla="*/ 37592 h 76277"/>
                        <a:gd name="connsiteX7" fmla="*/ 2172 w 145507"/>
                        <a:gd name="connsiteY7" fmla="*/ 31782 h 76277"/>
                        <a:gd name="connsiteX8" fmla="*/ 77 w 145507"/>
                        <a:gd name="connsiteY8" fmla="*/ 19304 h 76277"/>
                        <a:gd name="connsiteX9" fmla="*/ 2934 w 145507"/>
                        <a:gd name="connsiteY9" fmla="*/ 12351 h 76277"/>
                        <a:gd name="connsiteX10" fmla="*/ 13031 w 145507"/>
                        <a:gd name="connsiteY10" fmla="*/ 5684 h 76277"/>
                        <a:gd name="connsiteX11" fmla="*/ 29604 w 145507"/>
                        <a:gd name="connsiteY11" fmla="*/ 921 h 76277"/>
                        <a:gd name="connsiteX12" fmla="*/ 51131 w 145507"/>
                        <a:gd name="connsiteY12" fmla="*/ 445 h 76277"/>
                        <a:gd name="connsiteX13" fmla="*/ 67514 w 145507"/>
                        <a:gd name="connsiteY13" fmla="*/ 3302 h 76277"/>
                        <a:gd name="connsiteX14" fmla="*/ 83421 w 145507"/>
                        <a:gd name="connsiteY14" fmla="*/ 7970 h 76277"/>
                        <a:gd name="connsiteX15" fmla="*/ 112281 w 145507"/>
                        <a:gd name="connsiteY15" fmla="*/ 20924 h 76277"/>
                        <a:gd name="connsiteX16" fmla="*/ 129045 w 145507"/>
                        <a:gd name="connsiteY16" fmla="*/ 32639 h 76277"/>
                        <a:gd name="connsiteX17" fmla="*/ 140094 w 145507"/>
                        <a:gd name="connsiteY17" fmla="*/ 45022 h 76277"/>
                        <a:gd name="connsiteX18" fmla="*/ 144000 w 145507"/>
                        <a:gd name="connsiteY18" fmla="*/ 63310 h 76277"/>
                        <a:gd name="connsiteX19" fmla="*/ 135903 w 145507"/>
                        <a:gd name="connsiteY19" fmla="*/ 73406 h 76277"/>
                        <a:gd name="connsiteX20" fmla="*/ 117806 w 145507"/>
                        <a:gd name="connsiteY20" fmla="*/ 74549 h 76277"/>
                        <a:gd name="connsiteX21" fmla="*/ 104280 w 145507"/>
                        <a:gd name="connsiteY21" fmla="*/ 69311 h 76277"/>
                        <a:gd name="connsiteX22" fmla="*/ 89802 w 145507"/>
                        <a:gd name="connsiteY22" fmla="*/ 61881 h 76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45507" h="76277">
                          <a:moveTo>
                            <a:pt x="89802" y="61881"/>
                          </a:moveTo>
                          <a:cubicBezTo>
                            <a:pt x="82659" y="57881"/>
                            <a:pt x="75229" y="54547"/>
                            <a:pt x="67800" y="51689"/>
                          </a:cubicBezTo>
                          <a:cubicBezTo>
                            <a:pt x="64180" y="50642"/>
                            <a:pt x="60561" y="49308"/>
                            <a:pt x="56941" y="48356"/>
                          </a:cubicBezTo>
                          <a:cubicBezTo>
                            <a:pt x="53226" y="47784"/>
                            <a:pt x="49512" y="46832"/>
                            <a:pt x="45797" y="46355"/>
                          </a:cubicBezTo>
                          <a:cubicBezTo>
                            <a:pt x="40463" y="45974"/>
                            <a:pt x="35415" y="44926"/>
                            <a:pt x="30462" y="44355"/>
                          </a:cubicBezTo>
                          <a:cubicBezTo>
                            <a:pt x="25604" y="43403"/>
                            <a:pt x="20937" y="42736"/>
                            <a:pt x="16936" y="41593"/>
                          </a:cubicBezTo>
                          <a:cubicBezTo>
                            <a:pt x="12936" y="40355"/>
                            <a:pt x="9316" y="39212"/>
                            <a:pt x="6744" y="37592"/>
                          </a:cubicBezTo>
                          <a:cubicBezTo>
                            <a:pt x="4173" y="35973"/>
                            <a:pt x="2553" y="34068"/>
                            <a:pt x="2172" y="31782"/>
                          </a:cubicBezTo>
                          <a:lnTo>
                            <a:pt x="77" y="19304"/>
                          </a:lnTo>
                          <a:cubicBezTo>
                            <a:pt x="-304" y="17018"/>
                            <a:pt x="744" y="14732"/>
                            <a:pt x="2934" y="12351"/>
                          </a:cubicBezTo>
                          <a:cubicBezTo>
                            <a:pt x="5125" y="10065"/>
                            <a:pt x="8459" y="7493"/>
                            <a:pt x="13031" y="5684"/>
                          </a:cubicBezTo>
                          <a:cubicBezTo>
                            <a:pt x="17603" y="3683"/>
                            <a:pt x="23032" y="1778"/>
                            <a:pt x="29604" y="921"/>
                          </a:cubicBezTo>
                          <a:cubicBezTo>
                            <a:pt x="36081" y="-317"/>
                            <a:pt x="43511" y="-127"/>
                            <a:pt x="51131" y="445"/>
                          </a:cubicBezTo>
                          <a:cubicBezTo>
                            <a:pt x="56560" y="1112"/>
                            <a:pt x="62085" y="2255"/>
                            <a:pt x="67514" y="3302"/>
                          </a:cubicBezTo>
                          <a:cubicBezTo>
                            <a:pt x="72848" y="4636"/>
                            <a:pt x="78182" y="6446"/>
                            <a:pt x="83421" y="7970"/>
                          </a:cubicBezTo>
                          <a:cubicBezTo>
                            <a:pt x="93517" y="11684"/>
                            <a:pt x="103042" y="15875"/>
                            <a:pt x="112281" y="20924"/>
                          </a:cubicBezTo>
                          <a:cubicBezTo>
                            <a:pt x="118663" y="24448"/>
                            <a:pt x="124378" y="28544"/>
                            <a:pt x="129045" y="32639"/>
                          </a:cubicBezTo>
                          <a:cubicBezTo>
                            <a:pt x="133618" y="36926"/>
                            <a:pt x="137523" y="41021"/>
                            <a:pt x="140094" y="45022"/>
                          </a:cubicBezTo>
                          <a:cubicBezTo>
                            <a:pt x="145524" y="52928"/>
                            <a:pt x="146952" y="59690"/>
                            <a:pt x="144000" y="63310"/>
                          </a:cubicBezTo>
                          <a:lnTo>
                            <a:pt x="135903" y="73406"/>
                          </a:lnTo>
                          <a:cubicBezTo>
                            <a:pt x="132951" y="77121"/>
                            <a:pt x="126188" y="76931"/>
                            <a:pt x="117806" y="74549"/>
                          </a:cubicBezTo>
                          <a:cubicBezTo>
                            <a:pt x="113615" y="73216"/>
                            <a:pt x="109043" y="71597"/>
                            <a:pt x="104280" y="69311"/>
                          </a:cubicBezTo>
                          <a:cubicBezTo>
                            <a:pt x="99709" y="67310"/>
                            <a:pt x="94851" y="64739"/>
                            <a:pt x="89802" y="6188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2" name="Forme libre : forme 14001">
                      <a:extLst>
                        <a:ext uri="{FF2B5EF4-FFF2-40B4-BE49-F238E27FC236}">
                          <a16:creationId xmlns:a16="http://schemas.microsoft.com/office/drawing/2014/main" id="{1A6DABE3-A822-49D1-A0D0-157CE73AB3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8451" y="4009453"/>
                      <a:ext cx="135064" cy="49963"/>
                    </a:xfrm>
                    <a:custGeom>
                      <a:avLst/>
                      <a:gdLst>
                        <a:gd name="connsiteX0" fmla="*/ 55436 w 135064"/>
                        <a:gd name="connsiteY0" fmla="*/ 6287 h 49963"/>
                        <a:gd name="connsiteX1" fmla="*/ 47720 w 135064"/>
                        <a:gd name="connsiteY1" fmla="*/ 5429 h 49963"/>
                        <a:gd name="connsiteX2" fmla="*/ 40005 w 135064"/>
                        <a:gd name="connsiteY2" fmla="*/ 4953 h 49963"/>
                        <a:gd name="connsiteX3" fmla="*/ 25051 w 135064"/>
                        <a:gd name="connsiteY3" fmla="*/ 3810 h 49963"/>
                        <a:gd name="connsiteX4" fmla="*/ 0 w 135064"/>
                        <a:gd name="connsiteY4" fmla="*/ 0 h 49963"/>
                        <a:gd name="connsiteX5" fmla="*/ 857 w 135064"/>
                        <a:gd name="connsiteY5" fmla="*/ 5334 h 49963"/>
                        <a:gd name="connsiteX6" fmla="*/ 5429 w 135064"/>
                        <a:gd name="connsiteY6" fmla="*/ 11144 h 49963"/>
                        <a:gd name="connsiteX7" fmla="*/ 15621 w 135064"/>
                        <a:gd name="connsiteY7" fmla="*/ 15145 h 49963"/>
                        <a:gd name="connsiteX8" fmla="*/ 29146 w 135064"/>
                        <a:gd name="connsiteY8" fmla="*/ 17907 h 49963"/>
                        <a:gd name="connsiteX9" fmla="*/ 44482 w 135064"/>
                        <a:gd name="connsiteY9" fmla="*/ 19907 h 49963"/>
                        <a:gd name="connsiteX10" fmla="*/ 55626 w 135064"/>
                        <a:gd name="connsiteY10" fmla="*/ 21907 h 49963"/>
                        <a:gd name="connsiteX11" fmla="*/ 66485 w 135064"/>
                        <a:gd name="connsiteY11" fmla="*/ 25241 h 49963"/>
                        <a:gd name="connsiteX12" fmla="*/ 88487 w 135064"/>
                        <a:gd name="connsiteY12" fmla="*/ 35433 h 49963"/>
                        <a:gd name="connsiteX13" fmla="*/ 103156 w 135064"/>
                        <a:gd name="connsiteY13" fmla="*/ 42958 h 49963"/>
                        <a:gd name="connsiteX14" fmla="*/ 116681 w 135064"/>
                        <a:gd name="connsiteY14" fmla="*/ 48196 h 49963"/>
                        <a:gd name="connsiteX15" fmla="*/ 134779 w 135064"/>
                        <a:gd name="connsiteY15" fmla="*/ 47054 h 49963"/>
                        <a:gd name="connsiteX16" fmla="*/ 135064 w 135064"/>
                        <a:gd name="connsiteY16" fmla="*/ 46768 h 49963"/>
                        <a:gd name="connsiteX17" fmla="*/ 116396 w 135064"/>
                        <a:gd name="connsiteY17" fmla="*/ 32861 h 49963"/>
                        <a:gd name="connsiteX18" fmla="*/ 97346 w 135064"/>
                        <a:gd name="connsiteY18" fmla="*/ 20669 h 49963"/>
                        <a:gd name="connsiteX19" fmla="*/ 87344 w 135064"/>
                        <a:gd name="connsiteY19" fmla="*/ 15526 h 49963"/>
                        <a:gd name="connsiteX20" fmla="*/ 76962 w 135064"/>
                        <a:gd name="connsiteY20" fmla="*/ 11335 h 49963"/>
                        <a:gd name="connsiteX21" fmla="*/ 66294 w 135064"/>
                        <a:gd name="connsiteY21" fmla="*/ 8191 h 49963"/>
                        <a:gd name="connsiteX22" fmla="*/ 55436 w 135064"/>
                        <a:gd name="connsiteY22" fmla="*/ 6287 h 49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35064" h="49963">
                          <a:moveTo>
                            <a:pt x="55436" y="6287"/>
                          </a:moveTo>
                          <a:cubicBezTo>
                            <a:pt x="52864" y="6096"/>
                            <a:pt x="50292" y="5810"/>
                            <a:pt x="47720" y="5429"/>
                          </a:cubicBezTo>
                          <a:cubicBezTo>
                            <a:pt x="45053" y="5239"/>
                            <a:pt x="42577" y="5144"/>
                            <a:pt x="40005" y="4953"/>
                          </a:cubicBezTo>
                          <a:cubicBezTo>
                            <a:pt x="34957" y="4286"/>
                            <a:pt x="29909" y="4381"/>
                            <a:pt x="25051" y="3810"/>
                          </a:cubicBezTo>
                          <a:cubicBezTo>
                            <a:pt x="15430" y="3048"/>
                            <a:pt x="6572" y="2096"/>
                            <a:pt x="0" y="0"/>
                          </a:cubicBezTo>
                          <a:lnTo>
                            <a:pt x="857" y="5334"/>
                          </a:lnTo>
                          <a:cubicBezTo>
                            <a:pt x="1238" y="7620"/>
                            <a:pt x="2858" y="9525"/>
                            <a:pt x="5429" y="11144"/>
                          </a:cubicBezTo>
                          <a:cubicBezTo>
                            <a:pt x="8001" y="12763"/>
                            <a:pt x="11621" y="13906"/>
                            <a:pt x="15621" y="15145"/>
                          </a:cubicBezTo>
                          <a:cubicBezTo>
                            <a:pt x="19717" y="16288"/>
                            <a:pt x="24384" y="16954"/>
                            <a:pt x="29146" y="17907"/>
                          </a:cubicBezTo>
                          <a:cubicBezTo>
                            <a:pt x="34100" y="18479"/>
                            <a:pt x="39148" y="19526"/>
                            <a:pt x="44482" y="19907"/>
                          </a:cubicBezTo>
                          <a:cubicBezTo>
                            <a:pt x="48292" y="20383"/>
                            <a:pt x="51911" y="21336"/>
                            <a:pt x="55626" y="21907"/>
                          </a:cubicBezTo>
                          <a:cubicBezTo>
                            <a:pt x="59246" y="22860"/>
                            <a:pt x="62865" y="24194"/>
                            <a:pt x="66485" y="25241"/>
                          </a:cubicBezTo>
                          <a:cubicBezTo>
                            <a:pt x="73914" y="28004"/>
                            <a:pt x="81439" y="31432"/>
                            <a:pt x="88487" y="35433"/>
                          </a:cubicBezTo>
                          <a:cubicBezTo>
                            <a:pt x="93536" y="38195"/>
                            <a:pt x="98393" y="40767"/>
                            <a:pt x="103156" y="42958"/>
                          </a:cubicBezTo>
                          <a:cubicBezTo>
                            <a:pt x="107918" y="45244"/>
                            <a:pt x="112490" y="46863"/>
                            <a:pt x="116681" y="48196"/>
                          </a:cubicBezTo>
                          <a:cubicBezTo>
                            <a:pt x="125063" y="50673"/>
                            <a:pt x="131826" y="50768"/>
                            <a:pt x="134779" y="47054"/>
                          </a:cubicBezTo>
                          <a:lnTo>
                            <a:pt x="135064" y="46768"/>
                          </a:lnTo>
                          <a:cubicBezTo>
                            <a:pt x="128778" y="42005"/>
                            <a:pt x="122682" y="37243"/>
                            <a:pt x="116396" y="32861"/>
                          </a:cubicBezTo>
                          <a:cubicBezTo>
                            <a:pt x="110204" y="28385"/>
                            <a:pt x="103822" y="24384"/>
                            <a:pt x="97346" y="20669"/>
                          </a:cubicBezTo>
                          <a:lnTo>
                            <a:pt x="87344" y="15526"/>
                          </a:lnTo>
                          <a:cubicBezTo>
                            <a:pt x="83915" y="14097"/>
                            <a:pt x="80486" y="12763"/>
                            <a:pt x="76962" y="11335"/>
                          </a:cubicBezTo>
                          <a:cubicBezTo>
                            <a:pt x="73533" y="9811"/>
                            <a:pt x="69913" y="9144"/>
                            <a:pt x="66294" y="8191"/>
                          </a:cubicBezTo>
                          <a:cubicBezTo>
                            <a:pt x="62675" y="7144"/>
                            <a:pt x="59150" y="6382"/>
                            <a:pt x="55436" y="628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3" name="Forme libre : forme 14002">
                      <a:extLst>
                        <a:ext uri="{FF2B5EF4-FFF2-40B4-BE49-F238E27FC236}">
                          <a16:creationId xmlns:a16="http://schemas.microsoft.com/office/drawing/2014/main" id="{30E63F61-BB80-45C9-A87D-7105B364E6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9094" y="4003634"/>
                      <a:ext cx="63052" cy="31489"/>
                    </a:xfrm>
                    <a:custGeom>
                      <a:avLst/>
                      <a:gdLst>
                        <a:gd name="connsiteX0" fmla="*/ 62609 w 63052"/>
                        <a:gd name="connsiteY0" fmla="*/ 30013 h 31489"/>
                        <a:gd name="connsiteX1" fmla="*/ 50893 w 63052"/>
                        <a:gd name="connsiteY1" fmla="*/ 30108 h 31489"/>
                        <a:gd name="connsiteX2" fmla="*/ 40797 w 63052"/>
                        <a:gd name="connsiteY2" fmla="*/ 26679 h 31489"/>
                        <a:gd name="connsiteX3" fmla="*/ 29081 w 63052"/>
                        <a:gd name="connsiteY3" fmla="*/ 21821 h 31489"/>
                        <a:gd name="connsiteX4" fmla="*/ 17651 w 63052"/>
                        <a:gd name="connsiteY4" fmla="*/ 16678 h 31489"/>
                        <a:gd name="connsiteX5" fmla="*/ 8412 w 63052"/>
                        <a:gd name="connsiteY5" fmla="*/ 12011 h 31489"/>
                        <a:gd name="connsiteX6" fmla="*/ 30 w 63052"/>
                        <a:gd name="connsiteY6" fmla="*/ 4200 h 31489"/>
                        <a:gd name="connsiteX7" fmla="*/ 11269 w 63052"/>
                        <a:gd name="connsiteY7" fmla="*/ 9 h 31489"/>
                        <a:gd name="connsiteX8" fmla="*/ 22794 w 63052"/>
                        <a:gd name="connsiteY8" fmla="*/ 1438 h 31489"/>
                        <a:gd name="connsiteX9" fmla="*/ 36129 w 63052"/>
                        <a:gd name="connsiteY9" fmla="*/ 5724 h 31489"/>
                        <a:gd name="connsiteX10" fmla="*/ 48416 w 63052"/>
                        <a:gd name="connsiteY10" fmla="*/ 12296 h 31489"/>
                        <a:gd name="connsiteX11" fmla="*/ 57370 w 63052"/>
                        <a:gd name="connsiteY11" fmla="*/ 19440 h 31489"/>
                        <a:gd name="connsiteX12" fmla="*/ 62609 w 63052"/>
                        <a:gd name="connsiteY12" fmla="*/ 30013 h 31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3052" h="31489">
                          <a:moveTo>
                            <a:pt x="62609" y="30013"/>
                          </a:moveTo>
                          <a:cubicBezTo>
                            <a:pt x="61275" y="32013"/>
                            <a:pt x="56798" y="31918"/>
                            <a:pt x="50893" y="30108"/>
                          </a:cubicBezTo>
                          <a:cubicBezTo>
                            <a:pt x="47940" y="29156"/>
                            <a:pt x="44511" y="28108"/>
                            <a:pt x="40797" y="26679"/>
                          </a:cubicBezTo>
                          <a:cubicBezTo>
                            <a:pt x="37177" y="25155"/>
                            <a:pt x="33272" y="23536"/>
                            <a:pt x="29081" y="21821"/>
                          </a:cubicBezTo>
                          <a:cubicBezTo>
                            <a:pt x="24985" y="20012"/>
                            <a:pt x="21175" y="18107"/>
                            <a:pt x="17651" y="16678"/>
                          </a:cubicBezTo>
                          <a:cubicBezTo>
                            <a:pt x="14127" y="15154"/>
                            <a:pt x="11079" y="13344"/>
                            <a:pt x="8412" y="12011"/>
                          </a:cubicBezTo>
                          <a:cubicBezTo>
                            <a:pt x="2982" y="9439"/>
                            <a:pt x="-352" y="6581"/>
                            <a:pt x="30" y="4200"/>
                          </a:cubicBezTo>
                          <a:cubicBezTo>
                            <a:pt x="411" y="1819"/>
                            <a:pt x="4506" y="295"/>
                            <a:pt x="11269" y="9"/>
                          </a:cubicBezTo>
                          <a:cubicBezTo>
                            <a:pt x="14603" y="-86"/>
                            <a:pt x="18508" y="581"/>
                            <a:pt x="22794" y="1438"/>
                          </a:cubicBezTo>
                          <a:cubicBezTo>
                            <a:pt x="27176" y="2105"/>
                            <a:pt x="31653" y="3819"/>
                            <a:pt x="36129" y="5724"/>
                          </a:cubicBezTo>
                          <a:cubicBezTo>
                            <a:pt x="40797" y="7534"/>
                            <a:pt x="44892" y="9820"/>
                            <a:pt x="48416" y="12296"/>
                          </a:cubicBezTo>
                          <a:cubicBezTo>
                            <a:pt x="52036" y="14678"/>
                            <a:pt x="55084" y="16964"/>
                            <a:pt x="57370" y="19440"/>
                          </a:cubicBezTo>
                          <a:cubicBezTo>
                            <a:pt x="61942" y="24107"/>
                            <a:pt x="64038" y="27918"/>
                            <a:pt x="62609" y="30013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4" name="Forme libre : forme 14003">
                      <a:extLst>
                        <a:ext uri="{FF2B5EF4-FFF2-40B4-BE49-F238E27FC236}">
                          <a16:creationId xmlns:a16="http://schemas.microsoft.com/office/drawing/2014/main" id="{808F500A-A955-485A-A68B-79E13846C4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9000" y="4003639"/>
                      <a:ext cx="42700" cy="27340"/>
                    </a:xfrm>
                    <a:custGeom>
                      <a:avLst/>
                      <a:gdLst>
                        <a:gd name="connsiteX0" fmla="*/ 16602 w 42700"/>
                        <a:gd name="connsiteY0" fmla="*/ 385 h 27340"/>
                        <a:gd name="connsiteX1" fmla="*/ 4791 w 42700"/>
                        <a:gd name="connsiteY1" fmla="*/ 861 h 27340"/>
                        <a:gd name="connsiteX2" fmla="*/ 29 w 42700"/>
                        <a:gd name="connsiteY2" fmla="*/ 4195 h 27340"/>
                        <a:gd name="connsiteX3" fmla="*/ 8411 w 42700"/>
                        <a:gd name="connsiteY3" fmla="*/ 12005 h 27340"/>
                        <a:gd name="connsiteX4" fmla="*/ 17650 w 42700"/>
                        <a:gd name="connsiteY4" fmla="*/ 16673 h 27340"/>
                        <a:gd name="connsiteX5" fmla="*/ 29080 w 42700"/>
                        <a:gd name="connsiteY5" fmla="*/ 21816 h 27340"/>
                        <a:gd name="connsiteX6" fmla="*/ 42701 w 42700"/>
                        <a:gd name="connsiteY6" fmla="*/ 27341 h 27340"/>
                        <a:gd name="connsiteX7" fmla="*/ 35748 w 42700"/>
                        <a:gd name="connsiteY7" fmla="*/ 23054 h 27340"/>
                        <a:gd name="connsiteX8" fmla="*/ 20794 w 42700"/>
                        <a:gd name="connsiteY8" fmla="*/ 10481 h 27340"/>
                        <a:gd name="connsiteX9" fmla="*/ 16602 w 42700"/>
                        <a:gd name="connsiteY9" fmla="*/ 385 h 27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2700" h="27340">
                          <a:moveTo>
                            <a:pt x="16602" y="385"/>
                          </a:moveTo>
                          <a:cubicBezTo>
                            <a:pt x="11840" y="-472"/>
                            <a:pt x="7649" y="290"/>
                            <a:pt x="4791" y="861"/>
                          </a:cubicBezTo>
                          <a:cubicBezTo>
                            <a:pt x="1934" y="1623"/>
                            <a:pt x="219" y="2766"/>
                            <a:pt x="29" y="4195"/>
                          </a:cubicBezTo>
                          <a:cubicBezTo>
                            <a:pt x="-352" y="6576"/>
                            <a:pt x="3077" y="9434"/>
                            <a:pt x="8411" y="12005"/>
                          </a:cubicBezTo>
                          <a:cubicBezTo>
                            <a:pt x="11078" y="13339"/>
                            <a:pt x="14126" y="15244"/>
                            <a:pt x="17650" y="16673"/>
                          </a:cubicBezTo>
                          <a:cubicBezTo>
                            <a:pt x="21174" y="18006"/>
                            <a:pt x="24984" y="20006"/>
                            <a:pt x="29080" y="21816"/>
                          </a:cubicBezTo>
                          <a:cubicBezTo>
                            <a:pt x="33938" y="23721"/>
                            <a:pt x="38510" y="25817"/>
                            <a:pt x="42701" y="27341"/>
                          </a:cubicBezTo>
                          <a:cubicBezTo>
                            <a:pt x="40320" y="26007"/>
                            <a:pt x="37938" y="24578"/>
                            <a:pt x="35748" y="23054"/>
                          </a:cubicBezTo>
                          <a:cubicBezTo>
                            <a:pt x="29652" y="19149"/>
                            <a:pt x="24508" y="14006"/>
                            <a:pt x="20794" y="10481"/>
                          </a:cubicBezTo>
                          <a:cubicBezTo>
                            <a:pt x="17269" y="6671"/>
                            <a:pt x="15269" y="3052"/>
                            <a:pt x="16602" y="385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5" name="Forme libre : forme 14004">
                      <a:extLst>
                        <a:ext uri="{FF2B5EF4-FFF2-40B4-BE49-F238E27FC236}">
                          <a16:creationId xmlns:a16="http://schemas.microsoft.com/office/drawing/2014/main" id="{F4FFB41B-3225-4682-9DE4-310ED3EBE4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2140" y="4006253"/>
                      <a:ext cx="61799" cy="32364"/>
                    </a:xfrm>
                    <a:custGeom>
                      <a:avLst/>
                      <a:gdLst>
                        <a:gd name="connsiteX0" fmla="*/ 61373 w 61799"/>
                        <a:gd name="connsiteY0" fmla="*/ 31013 h 32364"/>
                        <a:gd name="connsiteX1" fmla="*/ 49752 w 61799"/>
                        <a:gd name="connsiteY1" fmla="*/ 30918 h 32364"/>
                        <a:gd name="connsiteX2" fmla="*/ 39846 w 61799"/>
                        <a:gd name="connsiteY2" fmla="*/ 27298 h 32364"/>
                        <a:gd name="connsiteX3" fmla="*/ 28321 w 61799"/>
                        <a:gd name="connsiteY3" fmla="*/ 22250 h 32364"/>
                        <a:gd name="connsiteX4" fmla="*/ 17081 w 61799"/>
                        <a:gd name="connsiteY4" fmla="*/ 16821 h 32364"/>
                        <a:gd name="connsiteX5" fmla="*/ 8033 w 61799"/>
                        <a:gd name="connsiteY5" fmla="*/ 12058 h 32364"/>
                        <a:gd name="connsiteX6" fmla="*/ 1937 w 61799"/>
                        <a:gd name="connsiteY6" fmla="*/ 7867 h 32364"/>
                        <a:gd name="connsiteX7" fmla="*/ 32 w 61799"/>
                        <a:gd name="connsiteY7" fmla="*/ 4057 h 32364"/>
                        <a:gd name="connsiteX8" fmla="*/ 3270 w 61799"/>
                        <a:gd name="connsiteY8" fmla="*/ 1200 h 32364"/>
                        <a:gd name="connsiteX9" fmla="*/ 11176 w 61799"/>
                        <a:gd name="connsiteY9" fmla="*/ 57 h 32364"/>
                        <a:gd name="connsiteX10" fmla="*/ 22511 w 61799"/>
                        <a:gd name="connsiteY10" fmla="*/ 1581 h 32364"/>
                        <a:gd name="connsiteX11" fmla="*/ 35560 w 61799"/>
                        <a:gd name="connsiteY11" fmla="*/ 6153 h 32364"/>
                        <a:gd name="connsiteX12" fmla="*/ 47562 w 61799"/>
                        <a:gd name="connsiteY12" fmla="*/ 12916 h 32364"/>
                        <a:gd name="connsiteX13" fmla="*/ 56229 w 61799"/>
                        <a:gd name="connsiteY13" fmla="*/ 20155 h 32364"/>
                        <a:gd name="connsiteX14" fmla="*/ 61373 w 61799"/>
                        <a:gd name="connsiteY14" fmla="*/ 31013 h 32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1799" h="32364">
                          <a:moveTo>
                            <a:pt x="61373" y="31013"/>
                          </a:moveTo>
                          <a:cubicBezTo>
                            <a:pt x="59944" y="33013"/>
                            <a:pt x="55658" y="32632"/>
                            <a:pt x="49752" y="30918"/>
                          </a:cubicBezTo>
                          <a:cubicBezTo>
                            <a:pt x="46800" y="30061"/>
                            <a:pt x="43561" y="28632"/>
                            <a:pt x="39846" y="27298"/>
                          </a:cubicBezTo>
                          <a:cubicBezTo>
                            <a:pt x="36131" y="25965"/>
                            <a:pt x="32417" y="23965"/>
                            <a:pt x="28321" y="22250"/>
                          </a:cubicBezTo>
                          <a:cubicBezTo>
                            <a:pt x="24225" y="20631"/>
                            <a:pt x="20511" y="18440"/>
                            <a:pt x="17081" y="16821"/>
                          </a:cubicBezTo>
                          <a:cubicBezTo>
                            <a:pt x="13653" y="15297"/>
                            <a:pt x="10605" y="13678"/>
                            <a:pt x="8033" y="12058"/>
                          </a:cubicBezTo>
                          <a:cubicBezTo>
                            <a:pt x="5556" y="10249"/>
                            <a:pt x="3366" y="9296"/>
                            <a:pt x="1937" y="7867"/>
                          </a:cubicBezTo>
                          <a:cubicBezTo>
                            <a:pt x="508" y="6534"/>
                            <a:pt x="-159" y="5200"/>
                            <a:pt x="32" y="4057"/>
                          </a:cubicBezTo>
                          <a:cubicBezTo>
                            <a:pt x="222" y="2914"/>
                            <a:pt x="1365" y="1867"/>
                            <a:pt x="3270" y="1200"/>
                          </a:cubicBezTo>
                          <a:cubicBezTo>
                            <a:pt x="5175" y="629"/>
                            <a:pt x="7938" y="-229"/>
                            <a:pt x="11176" y="57"/>
                          </a:cubicBezTo>
                          <a:cubicBezTo>
                            <a:pt x="14414" y="247"/>
                            <a:pt x="18320" y="724"/>
                            <a:pt x="22511" y="1581"/>
                          </a:cubicBezTo>
                          <a:cubicBezTo>
                            <a:pt x="26702" y="2533"/>
                            <a:pt x="30988" y="4343"/>
                            <a:pt x="35560" y="6153"/>
                          </a:cubicBezTo>
                          <a:cubicBezTo>
                            <a:pt x="40132" y="7963"/>
                            <a:pt x="44037" y="10630"/>
                            <a:pt x="47562" y="12916"/>
                          </a:cubicBezTo>
                          <a:cubicBezTo>
                            <a:pt x="51181" y="15202"/>
                            <a:pt x="53943" y="17869"/>
                            <a:pt x="56229" y="20155"/>
                          </a:cubicBezTo>
                          <a:cubicBezTo>
                            <a:pt x="60897" y="24917"/>
                            <a:pt x="62706" y="29013"/>
                            <a:pt x="61373" y="3101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6" name="Forme libre : forme 14005">
                      <a:extLst>
                        <a:ext uri="{FF2B5EF4-FFF2-40B4-BE49-F238E27FC236}">
                          <a16:creationId xmlns:a16="http://schemas.microsoft.com/office/drawing/2014/main" id="{E0D3452A-D7BD-4DCB-BF2B-25FE273E1B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9345" y="3992655"/>
                      <a:ext cx="76761" cy="45276"/>
                    </a:xfrm>
                    <a:custGeom>
                      <a:avLst/>
                      <a:gdLst>
                        <a:gd name="connsiteX0" fmla="*/ 918 w 76761"/>
                        <a:gd name="connsiteY0" fmla="*/ 15274 h 45276"/>
                        <a:gd name="connsiteX1" fmla="*/ 3680 w 76761"/>
                        <a:gd name="connsiteY1" fmla="*/ 23275 h 45276"/>
                        <a:gd name="connsiteX2" fmla="*/ 33589 w 76761"/>
                        <a:gd name="connsiteY2" fmla="*/ 34229 h 45276"/>
                        <a:gd name="connsiteX3" fmla="*/ 48353 w 76761"/>
                        <a:gd name="connsiteY3" fmla="*/ 39087 h 45276"/>
                        <a:gd name="connsiteX4" fmla="*/ 63402 w 76761"/>
                        <a:gd name="connsiteY4" fmla="*/ 43945 h 45276"/>
                        <a:gd name="connsiteX5" fmla="*/ 76642 w 76761"/>
                        <a:gd name="connsiteY5" fmla="*/ 41944 h 45276"/>
                        <a:gd name="connsiteX6" fmla="*/ 68450 w 76761"/>
                        <a:gd name="connsiteY6" fmla="*/ 32896 h 45276"/>
                        <a:gd name="connsiteX7" fmla="*/ 56068 w 76761"/>
                        <a:gd name="connsiteY7" fmla="*/ 22608 h 45276"/>
                        <a:gd name="connsiteX8" fmla="*/ 44638 w 76761"/>
                        <a:gd name="connsiteY8" fmla="*/ 13465 h 45276"/>
                        <a:gd name="connsiteX9" fmla="*/ 31017 w 76761"/>
                        <a:gd name="connsiteY9" fmla="*/ 4130 h 45276"/>
                        <a:gd name="connsiteX10" fmla="*/ 21016 w 76761"/>
                        <a:gd name="connsiteY10" fmla="*/ 796 h 45276"/>
                        <a:gd name="connsiteX11" fmla="*/ 9586 w 76761"/>
                        <a:gd name="connsiteY11" fmla="*/ 415 h 45276"/>
                        <a:gd name="connsiteX12" fmla="*/ 918 w 76761"/>
                        <a:gd name="connsiteY12" fmla="*/ 15274 h 4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6761" h="45276">
                          <a:moveTo>
                            <a:pt x="918" y="15274"/>
                          </a:moveTo>
                          <a:cubicBezTo>
                            <a:pt x="823" y="18037"/>
                            <a:pt x="918" y="20704"/>
                            <a:pt x="3680" y="23275"/>
                          </a:cubicBezTo>
                          <a:cubicBezTo>
                            <a:pt x="8919" y="28038"/>
                            <a:pt x="22064" y="30133"/>
                            <a:pt x="33589" y="34229"/>
                          </a:cubicBezTo>
                          <a:cubicBezTo>
                            <a:pt x="38542" y="35467"/>
                            <a:pt x="43304" y="37848"/>
                            <a:pt x="48353" y="39087"/>
                          </a:cubicBezTo>
                          <a:cubicBezTo>
                            <a:pt x="53401" y="41278"/>
                            <a:pt x="58639" y="42516"/>
                            <a:pt x="63402" y="43945"/>
                          </a:cubicBezTo>
                          <a:cubicBezTo>
                            <a:pt x="70546" y="45849"/>
                            <a:pt x="77785" y="46135"/>
                            <a:pt x="76642" y="41944"/>
                          </a:cubicBezTo>
                          <a:cubicBezTo>
                            <a:pt x="75880" y="39373"/>
                            <a:pt x="71974" y="36039"/>
                            <a:pt x="68450" y="32896"/>
                          </a:cubicBezTo>
                          <a:cubicBezTo>
                            <a:pt x="64259" y="29181"/>
                            <a:pt x="59973" y="26133"/>
                            <a:pt x="56068" y="22608"/>
                          </a:cubicBezTo>
                          <a:cubicBezTo>
                            <a:pt x="52163" y="19370"/>
                            <a:pt x="48162" y="16513"/>
                            <a:pt x="44638" y="13465"/>
                          </a:cubicBezTo>
                          <a:cubicBezTo>
                            <a:pt x="41685" y="10607"/>
                            <a:pt x="37018" y="7464"/>
                            <a:pt x="31017" y="4130"/>
                          </a:cubicBezTo>
                          <a:cubicBezTo>
                            <a:pt x="28064" y="2415"/>
                            <a:pt x="24635" y="1558"/>
                            <a:pt x="21016" y="796"/>
                          </a:cubicBezTo>
                          <a:cubicBezTo>
                            <a:pt x="17396" y="34"/>
                            <a:pt x="13491" y="-347"/>
                            <a:pt x="9586" y="415"/>
                          </a:cubicBezTo>
                          <a:cubicBezTo>
                            <a:pt x="-4416" y="2606"/>
                            <a:pt x="1108" y="11655"/>
                            <a:pt x="918" y="1527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7" name="Forme libre : forme 14006">
                      <a:extLst>
                        <a:ext uri="{FF2B5EF4-FFF2-40B4-BE49-F238E27FC236}">
                          <a16:creationId xmlns:a16="http://schemas.microsoft.com/office/drawing/2014/main" id="{64E5DB32-D789-40E6-B6EE-0D0002BF0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4455" y="3994846"/>
                      <a:ext cx="30289" cy="7039"/>
                    </a:xfrm>
                    <a:custGeom>
                      <a:avLst/>
                      <a:gdLst>
                        <a:gd name="connsiteX0" fmla="*/ 1810 w 30289"/>
                        <a:gd name="connsiteY0" fmla="*/ 3177 h 7039"/>
                        <a:gd name="connsiteX1" fmla="*/ 0 w 30289"/>
                        <a:gd name="connsiteY1" fmla="*/ 4891 h 7039"/>
                        <a:gd name="connsiteX2" fmla="*/ 2667 w 30289"/>
                        <a:gd name="connsiteY2" fmla="*/ 6701 h 7039"/>
                        <a:gd name="connsiteX3" fmla="*/ 7811 w 30289"/>
                        <a:gd name="connsiteY3" fmla="*/ 6987 h 7039"/>
                        <a:gd name="connsiteX4" fmla="*/ 20574 w 30289"/>
                        <a:gd name="connsiteY4" fmla="*/ 6987 h 7039"/>
                        <a:gd name="connsiteX5" fmla="*/ 25337 w 30289"/>
                        <a:gd name="connsiteY5" fmla="*/ 6701 h 7039"/>
                        <a:gd name="connsiteX6" fmla="*/ 30290 w 30289"/>
                        <a:gd name="connsiteY6" fmla="*/ 4034 h 7039"/>
                        <a:gd name="connsiteX7" fmla="*/ 22574 w 30289"/>
                        <a:gd name="connsiteY7" fmla="*/ 510 h 7039"/>
                        <a:gd name="connsiteX8" fmla="*/ 1810 w 30289"/>
                        <a:gd name="connsiteY8" fmla="*/ 3177 h 70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0289" h="7039">
                          <a:moveTo>
                            <a:pt x="1810" y="3177"/>
                          </a:moveTo>
                          <a:cubicBezTo>
                            <a:pt x="857" y="3653"/>
                            <a:pt x="0" y="4225"/>
                            <a:pt x="0" y="4891"/>
                          </a:cubicBezTo>
                          <a:cubicBezTo>
                            <a:pt x="0" y="5558"/>
                            <a:pt x="953" y="6320"/>
                            <a:pt x="2667" y="6701"/>
                          </a:cubicBezTo>
                          <a:cubicBezTo>
                            <a:pt x="4286" y="7082"/>
                            <a:pt x="6096" y="7082"/>
                            <a:pt x="7811" y="6987"/>
                          </a:cubicBezTo>
                          <a:cubicBezTo>
                            <a:pt x="12192" y="6701"/>
                            <a:pt x="16478" y="6892"/>
                            <a:pt x="20574" y="6987"/>
                          </a:cubicBezTo>
                          <a:cubicBezTo>
                            <a:pt x="22288" y="6987"/>
                            <a:pt x="24003" y="6987"/>
                            <a:pt x="25337" y="6701"/>
                          </a:cubicBezTo>
                          <a:cubicBezTo>
                            <a:pt x="28289" y="6129"/>
                            <a:pt x="30290" y="5368"/>
                            <a:pt x="30290" y="4034"/>
                          </a:cubicBezTo>
                          <a:cubicBezTo>
                            <a:pt x="30290" y="2701"/>
                            <a:pt x="28194" y="1081"/>
                            <a:pt x="22574" y="510"/>
                          </a:cubicBezTo>
                          <a:cubicBezTo>
                            <a:pt x="14192" y="-1014"/>
                            <a:pt x="5715" y="1176"/>
                            <a:pt x="1810" y="317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8" name="Forme libre : forme 14007">
                      <a:extLst>
                        <a:ext uri="{FF2B5EF4-FFF2-40B4-BE49-F238E27FC236}">
                          <a16:creationId xmlns:a16="http://schemas.microsoft.com/office/drawing/2014/main" id="{6813D76A-A325-47FF-8CA1-884C746B65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8271" y="4044315"/>
                      <a:ext cx="42576" cy="10789"/>
                    </a:xfrm>
                    <a:custGeom>
                      <a:avLst/>
                      <a:gdLst>
                        <a:gd name="connsiteX0" fmla="*/ 42577 w 42576"/>
                        <a:gd name="connsiteY0" fmla="*/ 7715 h 10789"/>
                        <a:gd name="connsiteX1" fmla="*/ 34481 w 42576"/>
                        <a:gd name="connsiteY1" fmla="*/ 10763 h 10789"/>
                        <a:gd name="connsiteX2" fmla="*/ 21527 w 42576"/>
                        <a:gd name="connsiteY2" fmla="*/ 8477 h 10789"/>
                        <a:gd name="connsiteX3" fmla="*/ 0 w 42576"/>
                        <a:gd name="connsiteY3" fmla="*/ 0 h 10789"/>
                        <a:gd name="connsiteX4" fmla="*/ 4572 w 42576"/>
                        <a:gd name="connsiteY4" fmla="*/ 1714 h 10789"/>
                        <a:gd name="connsiteX5" fmla="*/ 15716 w 42576"/>
                        <a:gd name="connsiteY5" fmla="*/ 5334 h 10789"/>
                        <a:gd name="connsiteX6" fmla="*/ 29623 w 42576"/>
                        <a:gd name="connsiteY6" fmla="*/ 8572 h 10789"/>
                        <a:gd name="connsiteX7" fmla="*/ 42577 w 42576"/>
                        <a:gd name="connsiteY7" fmla="*/ 7715 h 10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2576" h="10789">
                          <a:moveTo>
                            <a:pt x="42577" y="7715"/>
                          </a:moveTo>
                          <a:cubicBezTo>
                            <a:pt x="42577" y="7715"/>
                            <a:pt x="40767" y="10573"/>
                            <a:pt x="34481" y="10763"/>
                          </a:cubicBezTo>
                          <a:cubicBezTo>
                            <a:pt x="31337" y="10954"/>
                            <a:pt x="27146" y="10096"/>
                            <a:pt x="21527" y="8477"/>
                          </a:cubicBezTo>
                          <a:cubicBezTo>
                            <a:pt x="15907" y="6667"/>
                            <a:pt x="8858" y="3905"/>
                            <a:pt x="0" y="0"/>
                          </a:cubicBezTo>
                          <a:cubicBezTo>
                            <a:pt x="0" y="0"/>
                            <a:pt x="1810" y="571"/>
                            <a:pt x="4572" y="1714"/>
                          </a:cubicBezTo>
                          <a:cubicBezTo>
                            <a:pt x="7334" y="2857"/>
                            <a:pt x="11335" y="3905"/>
                            <a:pt x="15716" y="5334"/>
                          </a:cubicBezTo>
                          <a:cubicBezTo>
                            <a:pt x="20098" y="6763"/>
                            <a:pt x="24956" y="7811"/>
                            <a:pt x="29623" y="8572"/>
                          </a:cubicBezTo>
                          <a:cubicBezTo>
                            <a:pt x="34290" y="9239"/>
                            <a:pt x="38862" y="9144"/>
                            <a:pt x="42577" y="77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9" name="Forme libre : forme 14008">
                      <a:extLst>
                        <a:ext uri="{FF2B5EF4-FFF2-40B4-BE49-F238E27FC236}">
                          <a16:creationId xmlns:a16="http://schemas.microsoft.com/office/drawing/2014/main" id="{979EBF51-F0EA-4412-9AB9-89202FA536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0165" y="3984572"/>
                      <a:ext cx="51435" cy="18499"/>
                    </a:xfrm>
                    <a:custGeom>
                      <a:avLst/>
                      <a:gdLst>
                        <a:gd name="connsiteX0" fmla="*/ 51435 w 51435"/>
                        <a:gd name="connsiteY0" fmla="*/ 497 h 18499"/>
                        <a:gd name="connsiteX1" fmla="*/ 49244 w 51435"/>
                        <a:gd name="connsiteY1" fmla="*/ 211 h 18499"/>
                        <a:gd name="connsiteX2" fmla="*/ 43434 w 51435"/>
                        <a:gd name="connsiteY2" fmla="*/ 21 h 18499"/>
                        <a:gd name="connsiteX3" fmla="*/ 25813 w 51435"/>
                        <a:gd name="connsiteY3" fmla="*/ 1545 h 18499"/>
                        <a:gd name="connsiteX4" fmla="*/ 8477 w 51435"/>
                        <a:gd name="connsiteY4" fmla="*/ 7831 h 18499"/>
                        <a:gd name="connsiteX5" fmla="*/ 0 w 51435"/>
                        <a:gd name="connsiteY5" fmla="*/ 18499 h 18499"/>
                        <a:gd name="connsiteX6" fmla="*/ 1619 w 51435"/>
                        <a:gd name="connsiteY6" fmla="*/ 15927 h 18499"/>
                        <a:gd name="connsiteX7" fmla="*/ 8382 w 51435"/>
                        <a:gd name="connsiteY7" fmla="*/ 9831 h 18499"/>
                        <a:gd name="connsiteX8" fmla="*/ 23717 w 51435"/>
                        <a:gd name="connsiteY8" fmla="*/ 2974 h 18499"/>
                        <a:gd name="connsiteX9" fmla="*/ 51435 w 51435"/>
                        <a:gd name="connsiteY9" fmla="*/ 497 h 18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1435" h="18499">
                          <a:moveTo>
                            <a:pt x="51435" y="497"/>
                          </a:moveTo>
                          <a:cubicBezTo>
                            <a:pt x="51435" y="497"/>
                            <a:pt x="50673" y="402"/>
                            <a:pt x="49244" y="211"/>
                          </a:cubicBezTo>
                          <a:cubicBezTo>
                            <a:pt x="47911" y="211"/>
                            <a:pt x="45911" y="116"/>
                            <a:pt x="43434" y="21"/>
                          </a:cubicBezTo>
                          <a:cubicBezTo>
                            <a:pt x="38576" y="-75"/>
                            <a:pt x="32195" y="116"/>
                            <a:pt x="25813" y="1545"/>
                          </a:cubicBezTo>
                          <a:cubicBezTo>
                            <a:pt x="19336" y="2592"/>
                            <a:pt x="13240" y="5069"/>
                            <a:pt x="8477" y="7831"/>
                          </a:cubicBezTo>
                          <a:cubicBezTo>
                            <a:pt x="3715" y="10689"/>
                            <a:pt x="667" y="14403"/>
                            <a:pt x="0" y="18499"/>
                          </a:cubicBezTo>
                          <a:cubicBezTo>
                            <a:pt x="0" y="18499"/>
                            <a:pt x="381" y="17547"/>
                            <a:pt x="1619" y="15927"/>
                          </a:cubicBezTo>
                          <a:cubicBezTo>
                            <a:pt x="2858" y="14403"/>
                            <a:pt x="4858" y="12117"/>
                            <a:pt x="8382" y="9831"/>
                          </a:cubicBezTo>
                          <a:cubicBezTo>
                            <a:pt x="11906" y="7641"/>
                            <a:pt x="16669" y="4783"/>
                            <a:pt x="23717" y="2974"/>
                          </a:cubicBezTo>
                          <a:cubicBezTo>
                            <a:pt x="30766" y="973"/>
                            <a:pt x="39910" y="-265"/>
                            <a:pt x="51435" y="4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0" name="Forme libre : forme 14009">
                      <a:extLst>
                        <a:ext uri="{FF2B5EF4-FFF2-40B4-BE49-F238E27FC236}">
                          <a16:creationId xmlns:a16="http://schemas.microsoft.com/office/drawing/2014/main" id="{EFC00649-DEB6-4789-98A6-604353B8D5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7882" y="4010084"/>
                      <a:ext cx="23038" cy="13943"/>
                    </a:xfrm>
                    <a:custGeom>
                      <a:avLst/>
                      <a:gdLst>
                        <a:gd name="connsiteX0" fmla="*/ 22390 w 23038"/>
                        <a:gd name="connsiteY0" fmla="*/ 13847 h 13943"/>
                        <a:gd name="connsiteX1" fmla="*/ 8198 w 23038"/>
                        <a:gd name="connsiteY1" fmla="*/ 7941 h 13943"/>
                        <a:gd name="connsiteX2" fmla="*/ 483 w 23038"/>
                        <a:gd name="connsiteY2" fmla="*/ 131 h 13943"/>
                        <a:gd name="connsiteX3" fmla="*/ 15247 w 23038"/>
                        <a:gd name="connsiteY3" fmla="*/ 5370 h 13943"/>
                        <a:gd name="connsiteX4" fmla="*/ 22390 w 23038"/>
                        <a:gd name="connsiteY4" fmla="*/ 13847 h 13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038" h="13943">
                          <a:moveTo>
                            <a:pt x="22390" y="13847"/>
                          </a:moveTo>
                          <a:cubicBezTo>
                            <a:pt x="20295" y="14513"/>
                            <a:pt x="14199" y="11656"/>
                            <a:pt x="8198" y="7941"/>
                          </a:cubicBezTo>
                          <a:cubicBezTo>
                            <a:pt x="2102" y="4417"/>
                            <a:pt x="-1327" y="893"/>
                            <a:pt x="483" y="131"/>
                          </a:cubicBezTo>
                          <a:cubicBezTo>
                            <a:pt x="2293" y="-536"/>
                            <a:pt x="9246" y="1369"/>
                            <a:pt x="15247" y="5370"/>
                          </a:cubicBezTo>
                          <a:cubicBezTo>
                            <a:pt x="21343" y="9465"/>
                            <a:pt x="24486" y="13180"/>
                            <a:pt x="22390" y="1384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1" name="Forme libre : forme 14010">
                      <a:extLst>
                        <a:ext uri="{FF2B5EF4-FFF2-40B4-BE49-F238E27FC236}">
                          <a16:creationId xmlns:a16="http://schemas.microsoft.com/office/drawing/2014/main" id="{65296764-D10A-4D06-B6BE-86073C633E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7562" y="4021324"/>
                      <a:ext cx="6377" cy="4156"/>
                    </a:xfrm>
                    <a:custGeom>
                      <a:avLst/>
                      <a:gdLst>
                        <a:gd name="connsiteX0" fmla="*/ 6330 w 6377"/>
                        <a:gd name="connsiteY0" fmla="*/ 3846 h 4156"/>
                        <a:gd name="connsiteX1" fmla="*/ 2615 w 6377"/>
                        <a:gd name="connsiteY1" fmla="*/ 3084 h 4156"/>
                        <a:gd name="connsiteX2" fmla="*/ 44 w 6377"/>
                        <a:gd name="connsiteY2" fmla="*/ 321 h 4156"/>
                        <a:gd name="connsiteX3" fmla="*/ 3854 w 6377"/>
                        <a:gd name="connsiteY3" fmla="*/ 893 h 4156"/>
                        <a:gd name="connsiteX4" fmla="*/ 6330 w 6377"/>
                        <a:gd name="connsiteY4" fmla="*/ 3846 h 4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7" h="4156">
                          <a:moveTo>
                            <a:pt x="6330" y="3846"/>
                          </a:moveTo>
                          <a:cubicBezTo>
                            <a:pt x="5949" y="4513"/>
                            <a:pt x="4330" y="4036"/>
                            <a:pt x="2615" y="3084"/>
                          </a:cubicBezTo>
                          <a:cubicBezTo>
                            <a:pt x="901" y="2131"/>
                            <a:pt x="-242" y="893"/>
                            <a:pt x="44" y="321"/>
                          </a:cubicBezTo>
                          <a:cubicBezTo>
                            <a:pt x="329" y="-250"/>
                            <a:pt x="2044" y="-60"/>
                            <a:pt x="3854" y="893"/>
                          </a:cubicBezTo>
                          <a:cubicBezTo>
                            <a:pt x="5568" y="1846"/>
                            <a:pt x="6616" y="3274"/>
                            <a:pt x="6330" y="3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2" name="Forme libre : forme 14011">
                      <a:extLst>
                        <a:ext uri="{FF2B5EF4-FFF2-40B4-BE49-F238E27FC236}">
                          <a16:creationId xmlns:a16="http://schemas.microsoft.com/office/drawing/2014/main" id="{C2787792-8996-41F9-9D0D-5B18C990C9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2327" y="3997632"/>
                      <a:ext cx="49685" cy="47234"/>
                    </a:xfrm>
                    <a:custGeom>
                      <a:avLst/>
                      <a:gdLst>
                        <a:gd name="connsiteX0" fmla="*/ 49093 w 49685"/>
                        <a:gd name="connsiteY0" fmla="*/ 34205 h 47234"/>
                        <a:gd name="connsiteX1" fmla="*/ 46521 w 49685"/>
                        <a:gd name="connsiteY1" fmla="*/ 46206 h 47234"/>
                        <a:gd name="connsiteX2" fmla="*/ 40425 w 49685"/>
                        <a:gd name="connsiteY2" fmla="*/ 45825 h 47234"/>
                        <a:gd name="connsiteX3" fmla="*/ 35472 w 49685"/>
                        <a:gd name="connsiteY3" fmla="*/ 39539 h 47234"/>
                        <a:gd name="connsiteX4" fmla="*/ 27662 w 49685"/>
                        <a:gd name="connsiteY4" fmla="*/ 22203 h 47234"/>
                        <a:gd name="connsiteX5" fmla="*/ 21090 w 49685"/>
                        <a:gd name="connsiteY5" fmla="*/ 16774 h 47234"/>
                        <a:gd name="connsiteX6" fmla="*/ 10612 w 49685"/>
                        <a:gd name="connsiteY6" fmla="*/ 9250 h 47234"/>
                        <a:gd name="connsiteX7" fmla="*/ 1182 w 49685"/>
                        <a:gd name="connsiteY7" fmla="*/ 10 h 47234"/>
                        <a:gd name="connsiteX8" fmla="*/ 21185 w 49685"/>
                        <a:gd name="connsiteY8" fmla="*/ 6868 h 47234"/>
                        <a:gd name="connsiteX9" fmla="*/ 39377 w 49685"/>
                        <a:gd name="connsiteY9" fmla="*/ 19441 h 47234"/>
                        <a:gd name="connsiteX10" fmla="*/ 49093 w 49685"/>
                        <a:gd name="connsiteY10" fmla="*/ 34205 h 47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9685" h="47234">
                          <a:moveTo>
                            <a:pt x="49093" y="34205"/>
                          </a:moveTo>
                          <a:cubicBezTo>
                            <a:pt x="50617" y="39729"/>
                            <a:pt x="48998" y="43349"/>
                            <a:pt x="46521" y="46206"/>
                          </a:cubicBezTo>
                          <a:cubicBezTo>
                            <a:pt x="45569" y="47254"/>
                            <a:pt x="43664" y="48016"/>
                            <a:pt x="40425" y="45825"/>
                          </a:cubicBezTo>
                          <a:cubicBezTo>
                            <a:pt x="37568" y="43825"/>
                            <a:pt x="36044" y="41444"/>
                            <a:pt x="35472" y="39539"/>
                          </a:cubicBezTo>
                          <a:cubicBezTo>
                            <a:pt x="33662" y="33919"/>
                            <a:pt x="33948" y="28871"/>
                            <a:pt x="27662" y="22203"/>
                          </a:cubicBezTo>
                          <a:cubicBezTo>
                            <a:pt x="26614" y="21251"/>
                            <a:pt x="24328" y="18965"/>
                            <a:pt x="21090" y="16774"/>
                          </a:cubicBezTo>
                          <a:cubicBezTo>
                            <a:pt x="17946" y="14488"/>
                            <a:pt x="14232" y="11917"/>
                            <a:pt x="10612" y="9250"/>
                          </a:cubicBezTo>
                          <a:cubicBezTo>
                            <a:pt x="3373" y="4677"/>
                            <a:pt x="-2628" y="391"/>
                            <a:pt x="1182" y="10"/>
                          </a:cubicBezTo>
                          <a:cubicBezTo>
                            <a:pt x="4897" y="-180"/>
                            <a:pt x="13469" y="2296"/>
                            <a:pt x="21185" y="6868"/>
                          </a:cubicBezTo>
                          <a:cubicBezTo>
                            <a:pt x="29186" y="10964"/>
                            <a:pt x="36139" y="16679"/>
                            <a:pt x="39377" y="19441"/>
                          </a:cubicBezTo>
                          <a:cubicBezTo>
                            <a:pt x="44711" y="24966"/>
                            <a:pt x="48045" y="30109"/>
                            <a:pt x="49093" y="3420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82" name="Graphique 1">
                    <a:extLst>
                      <a:ext uri="{FF2B5EF4-FFF2-40B4-BE49-F238E27FC236}">
                        <a16:creationId xmlns:a16="http://schemas.microsoft.com/office/drawing/2014/main" id="{2E1A2418-B655-4753-B724-D60E8D2C48E6}"/>
                      </a:ext>
                    </a:extLst>
                  </p:cNvPr>
                  <p:cNvGrpSpPr/>
                  <p:nvPr/>
                </p:nvGrpSpPr>
                <p:grpSpPr>
                  <a:xfrm>
                    <a:off x="4471667" y="4043431"/>
                    <a:ext cx="141718" cy="86417"/>
                    <a:chOff x="4471667" y="4043431"/>
                    <a:chExt cx="141718" cy="86417"/>
                  </a:xfrm>
                  <a:solidFill>
                    <a:schemeClr val="accent1"/>
                  </a:solidFill>
                </p:grpSpPr>
                <p:sp>
                  <p:nvSpPr>
                    <p:cNvPr id="13989" name="Forme libre : forme 13988">
                      <a:extLst>
                        <a:ext uri="{FF2B5EF4-FFF2-40B4-BE49-F238E27FC236}">
                          <a16:creationId xmlns:a16="http://schemas.microsoft.com/office/drawing/2014/main" id="{81E1352A-1DCA-476B-A473-273C6D5E9B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71667" y="4043431"/>
                      <a:ext cx="141623" cy="86136"/>
                    </a:xfrm>
                    <a:custGeom>
                      <a:avLst/>
                      <a:gdLst>
                        <a:gd name="connsiteX0" fmla="*/ 87955 w 141623"/>
                        <a:gd name="connsiteY0" fmla="*/ 83846 h 86136"/>
                        <a:gd name="connsiteX1" fmla="*/ 72238 w 141623"/>
                        <a:gd name="connsiteY1" fmla="*/ 79179 h 86136"/>
                        <a:gd name="connsiteX2" fmla="*/ 57093 w 141623"/>
                        <a:gd name="connsiteY2" fmla="*/ 72892 h 86136"/>
                        <a:gd name="connsiteX3" fmla="*/ 42806 w 141623"/>
                        <a:gd name="connsiteY3" fmla="*/ 65272 h 86136"/>
                        <a:gd name="connsiteX4" fmla="*/ 29566 w 141623"/>
                        <a:gd name="connsiteY4" fmla="*/ 56795 h 86136"/>
                        <a:gd name="connsiteX5" fmla="*/ 14421 w 141623"/>
                        <a:gd name="connsiteY5" fmla="*/ 43746 h 86136"/>
                        <a:gd name="connsiteX6" fmla="*/ 4706 w 141623"/>
                        <a:gd name="connsiteY6" fmla="*/ 31077 h 86136"/>
                        <a:gd name="connsiteX7" fmla="*/ 1563 w 141623"/>
                        <a:gd name="connsiteY7" fmla="*/ 12885 h 86136"/>
                        <a:gd name="connsiteX8" fmla="*/ 9659 w 141623"/>
                        <a:gd name="connsiteY8" fmla="*/ 2788 h 86136"/>
                        <a:gd name="connsiteX9" fmla="*/ 28233 w 141623"/>
                        <a:gd name="connsiteY9" fmla="*/ 2217 h 86136"/>
                        <a:gd name="connsiteX10" fmla="*/ 42044 w 141623"/>
                        <a:gd name="connsiteY10" fmla="*/ 8598 h 86136"/>
                        <a:gd name="connsiteX11" fmla="*/ 56617 w 141623"/>
                        <a:gd name="connsiteY11" fmla="*/ 17552 h 86136"/>
                        <a:gd name="connsiteX12" fmla="*/ 66904 w 141623"/>
                        <a:gd name="connsiteY12" fmla="*/ 24029 h 86136"/>
                        <a:gd name="connsiteX13" fmla="*/ 77381 w 141623"/>
                        <a:gd name="connsiteY13" fmla="*/ 29458 h 86136"/>
                        <a:gd name="connsiteX14" fmla="*/ 88145 w 141623"/>
                        <a:gd name="connsiteY14" fmla="*/ 33744 h 86136"/>
                        <a:gd name="connsiteX15" fmla="*/ 99194 w 141623"/>
                        <a:gd name="connsiteY15" fmla="*/ 36888 h 86136"/>
                        <a:gd name="connsiteX16" fmla="*/ 114243 w 141623"/>
                        <a:gd name="connsiteY16" fmla="*/ 40888 h 86136"/>
                        <a:gd name="connsiteX17" fmla="*/ 127293 w 141623"/>
                        <a:gd name="connsiteY17" fmla="*/ 45365 h 86136"/>
                        <a:gd name="connsiteX18" fmla="*/ 136056 w 141623"/>
                        <a:gd name="connsiteY18" fmla="*/ 50794 h 86136"/>
                        <a:gd name="connsiteX19" fmla="*/ 139961 w 141623"/>
                        <a:gd name="connsiteY19" fmla="*/ 57366 h 86136"/>
                        <a:gd name="connsiteX20" fmla="*/ 141580 w 141623"/>
                        <a:gd name="connsiteY20" fmla="*/ 70701 h 86136"/>
                        <a:gd name="connsiteX21" fmla="*/ 138056 w 141623"/>
                        <a:gd name="connsiteY21" fmla="*/ 77845 h 86136"/>
                        <a:gd name="connsiteX22" fmla="*/ 126340 w 141623"/>
                        <a:gd name="connsiteY22" fmla="*/ 83560 h 86136"/>
                        <a:gd name="connsiteX23" fmla="*/ 109195 w 141623"/>
                        <a:gd name="connsiteY23" fmla="*/ 86132 h 86136"/>
                        <a:gd name="connsiteX24" fmla="*/ 87955 w 141623"/>
                        <a:gd name="connsiteY24" fmla="*/ 83846 h 86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1623" h="86136">
                          <a:moveTo>
                            <a:pt x="87955" y="83846"/>
                          </a:moveTo>
                          <a:cubicBezTo>
                            <a:pt x="82621" y="82608"/>
                            <a:pt x="77381" y="81179"/>
                            <a:pt x="72238" y="79179"/>
                          </a:cubicBezTo>
                          <a:cubicBezTo>
                            <a:pt x="67000" y="77369"/>
                            <a:pt x="61951" y="75369"/>
                            <a:pt x="57093" y="72892"/>
                          </a:cubicBezTo>
                          <a:cubicBezTo>
                            <a:pt x="52045" y="70701"/>
                            <a:pt x="47378" y="68034"/>
                            <a:pt x="42806" y="65272"/>
                          </a:cubicBezTo>
                          <a:cubicBezTo>
                            <a:pt x="38043" y="62700"/>
                            <a:pt x="33852" y="59652"/>
                            <a:pt x="29566" y="56795"/>
                          </a:cubicBezTo>
                          <a:cubicBezTo>
                            <a:pt x="23566" y="52699"/>
                            <a:pt x="18612" y="48127"/>
                            <a:pt x="14421" y="43746"/>
                          </a:cubicBezTo>
                          <a:cubicBezTo>
                            <a:pt x="10326" y="39364"/>
                            <a:pt x="6992" y="34983"/>
                            <a:pt x="4706" y="31077"/>
                          </a:cubicBezTo>
                          <a:cubicBezTo>
                            <a:pt x="-57" y="23076"/>
                            <a:pt x="-1390" y="16599"/>
                            <a:pt x="1563" y="12885"/>
                          </a:cubicBezTo>
                          <a:lnTo>
                            <a:pt x="9659" y="2788"/>
                          </a:lnTo>
                          <a:cubicBezTo>
                            <a:pt x="12516" y="-927"/>
                            <a:pt x="19660" y="-736"/>
                            <a:pt x="28233" y="2217"/>
                          </a:cubicBezTo>
                          <a:cubicBezTo>
                            <a:pt x="32614" y="3741"/>
                            <a:pt x="37282" y="5836"/>
                            <a:pt x="42044" y="8598"/>
                          </a:cubicBezTo>
                          <a:cubicBezTo>
                            <a:pt x="46902" y="11170"/>
                            <a:pt x="51759" y="14313"/>
                            <a:pt x="56617" y="17552"/>
                          </a:cubicBezTo>
                          <a:cubicBezTo>
                            <a:pt x="60046" y="19838"/>
                            <a:pt x="63475" y="22219"/>
                            <a:pt x="66904" y="24029"/>
                          </a:cubicBezTo>
                          <a:cubicBezTo>
                            <a:pt x="70333" y="26124"/>
                            <a:pt x="73857" y="27934"/>
                            <a:pt x="77381" y="29458"/>
                          </a:cubicBezTo>
                          <a:cubicBezTo>
                            <a:pt x="80811" y="31268"/>
                            <a:pt x="84430" y="32601"/>
                            <a:pt x="88145" y="33744"/>
                          </a:cubicBezTo>
                          <a:cubicBezTo>
                            <a:pt x="91669" y="35173"/>
                            <a:pt x="95479" y="36030"/>
                            <a:pt x="99194" y="36888"/>
                          </a:cubicBezTo>
                          <a:cubicBezTo>
                            <a:pt x="104337" y="38412"/>
                            <a:pt x="109671" y="39174"/>
                            <a:pt x="114243" y="40888"/>
                          </a:cubicBezTo>
                          <a:cubicBezTo>
                            <a:pt x="118911" y="42412"/>
                            <a:pt x="123483" y="43555"/>
                            <a:pt x="127293" y="45365"/>
                          </a:cubicBezTo>
                          <a:cubicBezTo>
                            <a:pt x="131293" y="47270"/>
                            <a:pt x="133865" y="48794"/>
                            <a:pt x="136056" y="50794"/>
                          </a:cubicBezTo>
                          <a:cubicBezTo>
                            <a:pt x="138246" y="52794"/>
                            <a:pt x="139675" y="54985"/>
                            <a:pt x="139961" y="57366"/>
                          </a:cubicBezTo>
                          <a:lnTo>
                            <a:pt x="141580" y="70701"/>
                          </a:lnTo>
                          <a:cubicBezTo>
                            <a:pt x="141866" y="73178"/>
                            <a:pt x="140723" y="75655"/>
                            <a:pt x="138056" y="77845"/>
                          </a:cubicBezTo>
                          <a:cubicBezTo>
                            <a:pt x="135389" y="80036"/>
                            <a:pt x="131007" y="82322"/>
                            <a:pt x="126340" y="83560"/>
                          </a:cubicBezTo>
                          <a:cubicBezTo>
                            <a:pt x="121482" y="84798"/>
                            <a:pt x="115767" y="86227"/>
                            <a:pt x="109195" y="86132"/>
                          </a:cubicBezTo>
                          <a:cubicBezTo>
                            <a:pt x="102718" y="86132"/>
                            <a:pt x="95384" y="86037"/>
                            <a:pt x="87955" y="83846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0" name="Forme libre : forme 13989">
                      <a:extLst>
                        <a:ext uri="{FF2B5EF4-FFF2-40B4-BE49-F238E27FC236}">
                          <a16:creationId xmlns:a16="http://schemas.microsoft.com/office/drawing/2014/main" id="{14D965DC-EF0C-4AF7-8FF8-116CC7EEA1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71804" y="4052030"/>
                      <a:ext cx="141580" cy="77819"/>
                    </a:xfrm>
                    <a:custGeom>
                      <a:avLst/>
                      <a:gdLst>
                        <a:gd name="connsiteX0" fmla="*/ 46954 w 141580"/>
                        <a:gd name="connsiteY0" fmla="*/ 41053 h 77819"/>
                        <a:gd name="connsiteX1" fmla="*/ 20189 w 141580"/>
                        <a:gd name="connsiteY1" fmla="*/ 21146 h 77819"/>
                        <a:gd name="connsiteX2" fmla="*/ 5044 w 141580"/>
                        <a:gd name="connsiteY2" fmla="*/ 0 h 77819"/>
                        <a:gd name="connsiteX3" fmla="*/ 1520 w 141580"/>
                        <a:gd name="connsiteY3" fmla="*/ 4381 h 77819"/>
                        <a:gd name="connsiteX4" fmla="*/ 4664 w 141580"/>
                        <a:gd name="connsiteY4" fmla="*/ 22574 h 77819"/>
                        <a:gd name="connsiteX5" fmla="*/ 14379 w 141580"/>
                        <a:gd name="connsiteY5" fmla="*/ 35242 h 77819"/>
                        <a:gd name="connsiteX6" fmla="*/ 29524 w 141580"/>
                        <a:gd name="connsiteY6" fmla="*/ 48292 h 77819"/>
                        <a:gd name="connsiteX7" fmla="*/ 42763 w 141580"/>
                        <a:gd name="connsiteY7" fmla="*/ 56769 h 77819"/>
                        <a:gd name="connsiteX8" fmla="*/ 57051 w 141580"/>
                        <a:gd name="connsiteY8" fmla="*/ 64389 h 77819"/>
                        <a:gd name="connsiteX9" fmla="*/ 72196 w 141580"/>
                        <a:gd name="connsiteY9" fmla="*/ 70675 h 77819"/>
                        <a:gd name="connsiteX10" fmla="*/ 87912 w 141580"/>
                        <a:gd name="connsiteY10" fmla="*/ 75343 h 77819"/>
                        <a:gd name="connsiteX11" fmla="*/ 109153 w 141580"/>
                        <a:gd name="connsiteY11" fmla="*/ 77819 h 77819"/>
                        <a:gd name="connsiteX12" fmla="*/ 126298 w 141580"/>
                        <a:gd name="connsiteY12" fmla="*/ 75247 h 77819"/>
                        <a:gd name="connsiteX13" fmla="*/ 138013 w 141580"/>
                        <a:gd name="connsiteY13" fmla="*/ 69532 h 77819"/>
                        <a:gd name="connsiteX14" fmla="*/ 141538 w 141580"/>
                        <a:gd name="connsiteY14" fmla="*/ 62389 h 77819"/>
                        <a:gd name="connsiteX15" fmla="*/ 141443 w 141580"/>
                        <a:gd name="connsiteY15" fmla="*/ 62008 h 77819"/>
                        <a:gd name="connsiteX16" fmla="*/ 116487 w 141580"/>
                        <a:gd name="connsiteY16" fmla="*/ 62294 h 77819"/>
                        <a:gd name="connsiteX17" fmla="*/ 104390 w 141580"/>
                        <a:gd name="connsiteY17" fmla="*/ 60770 h 77819"/>
                        <a:gd name="connsiteX18" fmla="*/ 92484 w 141580"/>
                        <a:gd name="connsiteY18" fmla="*/ 58483 h 77819"/>
                        <a:gd name="connsiteX19" fmla="*/ 69243 w 141580"/>
                        <a:gd name="connsiteY19" fmla="*/ 51340 h 77819"/>
                        <a:gd name="connsiteX20" fmla="*/ 57908 w 141580"/>
                        <a:gd name="connsiteY20" fmla="*/ 46577 h 77819"/>
                        <a:gd name="connsiteX21" fmla="*/ 46954 w 141580"/>
                        <a:gd name="connsiteY21" fmla="*/ 41053 h 77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41580" h="77819">
                          <a:moveTo>
                            <a:pt x="46954" y="41053"/>
                          </a:moveTo>
                          <a:cubicBezTo>
                            <a:pt x="36668" y="35719"/>
                            <a:pt x="27238" y="28575"/>
                            <a:pt x="20189" y="21146"/>
                          </a:cubicBezTo>
                          <a:cubicBezTo>
                            <a:pt x="12950" y="13811"/>
                            <a:pt x="7807" y="6382"/>
                            <a:pt x="5044" y="0"/>
                          </a:cubicBezTo>
                          <a:lnTo>
                            <a:pt x="1520" y="4381"/>
                          </a:lnTo>
                          <a:cubicBezTo>
                            <a:pt x="-1337" y="8096"/>
                            <a:pt x="-99" y="14573"/>
                            <a:pt x="4664" y="22574"/>
                          </a:cubicBezTo>
                          <a:cubicBezTo>
                            <a:pt x="6950" y="26479"/>
                            <a:pt x="10283" y="30861"/>
                            <a:pt x="14379" y="35242"/>
                          </a:cubicBezTo>
                          <a:cubicBezTo>
                            <a:pt x="18570" y="39624"/>
                            <a:pt x="23523" y="44196"/>
                            <a:pt x="29524" y="48292"/>
                          </a:cubicBezTo>
                          <a:cubicBezTo>
                            <a:pt x="33810" y="51245"/>
                            <a:pt x="38001" y="54197"/>
                            <a:pt x="42763" y="56769"/>
                          </a:cubicBezTo>
                          <a:cubicBezTo>
                            <a:pt x="47336" y="59531"/>
                            <a:pt x="52003" y="62103"/>
                            <a:pt x="57051" y="64389"/>
                          </a:cubicBezTo>
                          <a:cubicBezTo>
                            <a:pt x="61909" y="66865"/>
                            <a:pt x="66957" y="68866"/>
                            <a:pt x="72196" y="70675"/>
                          </a:cubicBezTo>
                          <a:cubicBezTo>
                            <a:pt x="77339" y="72676"/>
                            <a:pt x="82578" y="74104"/>
                            <a:pt x="87912" y="75343"/>
                          </a:cubicBezTo>
                          <a:cubicBezTo>
                            <a:pt x="95342" y="77533"/>
                            <a:pt x="102581" y="77629"/>
                            <a:pt x="109153" y="77819"/>
                          </a:cubicBezTo>
                          <a:cubicBezTo>
                            <a:pt x="115725" y="77819"/>
                            <a:pt x="121535" y="76486"/>
                            <a:pt x="126298" y="75247"/>
                          </a:cubicBezTo>
                          <a:cubicBezTo>
                            <a:pt x="130965" y="74009"/>
                            <a:pt x="135347" y="71819"/>
                            <a:pt x="138013" y="69532"/>
                          </a:cubicBezTo>
                          <a:cubicBezTo>
                            <a:pt x="140681" y="67342"/>
                            <a:pt x="141824" y="64865"/>
                            <a:pt x="141538" y="62389"/>
                          </a:cubicBezTo>
                          <a:lnTo>
                            <a:pt x="141443" y="62008"/>
                          </a:lnTo>
                          <a:cubicBezTo>
                            <a:pt x="132775" y="63246"/>
                            <a:pt x="124583" y="62674"/>
                            <a:pt x="116487" y="62294"/>
                          </a:cubicBezTo>
                          <a:cubicBezTo>
                            <a:pt x="112391" y="62198"/>
                            <a:pt x="108391" y="61246"/>
                            <a:pt x="104390" y="60770"/>
                          </a:cubicBezTo>
                          <a:cubicBezTo>
                            <a:pt x="100390" y="60293"/>
                            <a:pt x="96389" y="59531"/>
                            <a:pt x="92484" y="58483"/>
                          </a:cubicBezTo>
                          <a:cubicBezTo>
                            <a:pt x="84578" y="56769"/>
                            <a:pt x="76863" y="54102"/>
                            <a:pt x="69243" y="51340"/>
                          </a:cubicBezTo>
                          <a:cubicBezTo>
                            <a:pt x="65528" y="49816"/>
                            <a:pt x="61813" y="48196"/>
                            <a:pt x="57908" y="46577"/>
                          </a:cubicBezTo>
                          <a:cubicBezTo>
                            <a:pt x="54480" y="44672"/>
                            <a:pt x="50765" y="42863"/>
                            <a:pt x="46954" y="4105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1" name="Forme libre : forme 13990">
                      <a:extLst>
                        <a:ext uri="{FF2B5EF4-FFF2-40B4-BE49-F238E27FC236}">
                          <a16:creationId xmlns:a16="http://schemas.microsoft.com/office/drawing/2014/main" id="{4C502AB8-B27A-4A94-96AC-2B4B7AF6E9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6810" y="4082206"/>
                      <a:ext cx="64544" cy="30607"/>
                    </a:xfrm>
                    <a:custGeom>
                      <a:avLst/>
                      <a:gdLst>
                        <a:gd name="connsiteX0" fmla="*/ 64528 w 64544"/>
                        <a:gd name="connsiteY0" fmla="*/ 25735 h 30607"/>
                        <a:gd name="connsiteX1" fmla="*/ 53289 w 64544"/>
                        <a:gd name="connsiteY1" fmla="*/ 30593 h 30607"/>
                        <a:gd name="connsiteX2" fmla="*/ 41573 w 64544"/>
                        <a:gd name="connsiteY2" fmla="*/ 29736 h 30607"/>
                        <a:gd name="connsiteX3" fmla="*/ 27762 w 64544"/>
                        <a:gd name="connsiteY3" fmla="*/ 25925 h 30607"/>
                        <a:gd name="connsiteX4" fmla="*/ 14903 w 64544"/>
                        <a:gd name="connsiteY4" fmla="*/ 19544 h 30607"/>
                        <a:gd name="connsiteX5" fmla="*/ 5759 w 64544"/>
                        <a:gd name="connsiteY5" fmla="*/ 12305 h 30607"/>
                        <a:gd name="connsiteX6" fmla="*/ 425 w 64544"/>
                        <a:gd name="connsiteY6" fmla="*/ 1446 h 30607"/>
                        <a:gd name="connsiteX7" fmla="*/ 12236 w 64544"/>
                        <a:gd name="connsiteY7" fmla="*/ 1351 h 30607"/>
                        <a:gd name="connsiteX8" fmla="*/ 22333 w 64544"/>
                        <a:gd name="connsiteY8" fmla="*/ 4685 h 30607"/>
                        <a:gd name="connsiteX9" fmla="*/ 34239 w 64544"/>
                        <a:gd name="connsiteY9" fmla="*/ 9066 h 30607"/>
                        <a:gd name="connsiteX10" fmla="*/ 46050 w 64544"/>
                        <a:gd name="connsiteY10" fmla="*/ 13638 h 30607"/>
                        <a:gd name="connsiteX11" fmla="*/ 55766 w 64544"/>
                        <a:gd name="connsiteY11" fmla="*/ 18020 h 30607"/>
                        <a:gd name="connsiteX12" fmla="*/ 64528 w 64544"/>
                        <a:gd name="connsiteY12" fmla="*/ 25735 h 306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4544" h="30607">
                          <a:moveTo>
                            <a:pt x="64528" y="25735"/>
                          </a:moveTo>
                          <a:cubicBezTo>
                            <a:pt x="64243" y="28212"/>
                            <a:pt x="60052" y="29926"/>
                            <a:pt x="53289" y="30593"/>
                          </a:cubicBezTo>
                          <a:cubicBezTo>
                            <a:pt x="49955" y="30688"/>
                            <a:pt x="45954" y="30307"/>
                            <a:pt x="41573" y="29736"/>
                          </a:cubicBezTo>
                          <a:cubicBezTo>
                            <a:pt x="37096" y="29355"/>
                            <a:pt x="32524" y="27545"/>
                            <a:pt x="27762" y="25925"/>
                          </a:cubicBezTo>
                          <a:cubicBezTo>
                            <a:pt x="22904" y="24402"/>
                            <a:pt x="18808" y="21639"/>
                            <a:pt x="14903" y="19544"/>
                          </a:cubicBezTo>
                          <a:cubicBezTo>
                            <a:pt x="11093" y="17353"/>
                            <a:pt x="8141" y="14591"/>
                            <a:pt x="5759" y="12305"/>
                          </a:cubicBezTo>
                          <a:cubicBezTo>
                            <a:pt x="901" y="7733"/>
                            <a:pt x="-908" y="3447"/>
                            <a:pt x="425" y="1446"/>
                          </a:cubicBezTo>
                          <a:cubicBezTo>
                            <a:pt x="1854" y="-744"/>
                            <a:pt x="6140" y="-173"/>
                            <a:pt x="12236" y="1351"/>
                          </a:cubicBezTo>
                          <a:cubicBezTo>
                            <a:pt x="15284" y="2018"/>
                            <a:pt x="18522" y="3542"/>
                            <a:pt x="22333" y="4685"/>
                          </a:cubicBezTo>
                          <a:cubicBezTo>
                            <a:pt x="26143" y="5828"/>
                            <a:pt x="29953" y="7828"/>
                            <a:pt x="34239" y="9066"/>
                          </a:cubicBezTo>
                          <a:cubicBezTo>
                            <a:pt x="38525" y="10495"/>
                            <a:pt x="42335" y="12495"/>
                            <a:pt x="46050" y="13638"/>
                          </a:cubicBezTo>
                          <a:cubicBezTo>
                            <a:pt x="49765" y="14972"/>
                            <a:pt x="53003" y="16591"/>
                            <a:pt x="55766" y="18020"/>
                          </a:cubicBezTo>
                          <a:cubicBezTo>
                            <a:pt x="61290" y="20401"/>
                            <a:pt x="64814" y="23163"/>
                            <a:pt x="64528" y="25735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2" name="Forme libre : forme 13991">
                      <a:extLst>
                        <a:ext uri="{FF2B5EF4-FFF2-40B4-BE49-F238E27FC236}">
                          <a16:creationId xmlns:a16="http://schemas.microsoft.com/office/drawing/2014/main" id="{B196EF6F-AFE8-4F76-9499-E92359F537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6714" y="4082119"/>
                      <a:ext cx="43763" cy="30013"/>
                    </a:xfrm>
                    <a:custGeom>
                      <a:avLst/>
                      <a:gdLst>
                        <a:gd name="connsiteX0" fmla="*/ 16999 w 43763"/>
                        <a:gd name="connsiteY0" fmla="*/ 2772 h 30013"/>
                        <a:gd name="connsiteX1" fmla="*/ 425 w 43763"/>
                        <a:gd name="connsiteY1" fmla="*/ 1438 h 30013"/>
                        <a:gd name="connsiteX2" fmla="*/ 5759 w 43763"/>
                        <a:gd name="connsiteY2" fmla="*/ 12297 h 30013"/>
                        <a:gd name="connsiteX3" fmla="*/ 14903 w 43763"/>
                        <a:gd name="connsiteY3" fmla="*/ 19536 h 30013"/>
                        <a:gd name="connsiteX4" fmla="*/ 27762 w 43763"/>
                        <a:gd name="connsiteY4" fmla="*/ 25917 h 30013"/>
                        <a:gd name="connsiteX5" fmla="*/ 43764 w 43763"/>
                        <a:gd name="connsiteY5" fmla="*/ 30013 h 30013"/>
                        <a:gd name="connsiteX6" fmla="*/ 35192 w 43763"/>
                        <a:gd name="connsiteY6" fmla="*/ 26870 h 30013"/>
                        <a:gd name="connsiteX7" fmla="*/ 25571 w 43763"/>
                        <a:gd name="connsiteY7" fmla="*/ 20584 h 30013"/>
                        <a:gd name="connsiteX8" fmla="*/ 19094 w 43763"/>
                        <a:gd name="connsiteY8" fmla="*/ 13535 h 30013"/>
                        <a:gd name="connsiteX9" fmla="*/ 16999 w 43763"/>
                        <a:gd name="connsiteY9" fmla="*/ 2772 h 300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3763" h="30013">
                          <a:moveTo>
                            <a:pt x="16999" y="2772"/>
                          </a:moveTo>
                          <a:cubicBezTo>
                            <a:pt x="8521" y="9"/>
                            <a:pt x="2140" y="-1133"/>
                            <a:pt x="425" y="1438"/>
                          </a:cubicBezTo>
                          <a:cubicBezTo>
                            <a:pt x="-908" y="3438"/>
                            <a:pt x="901" y="7725"/>
                            <a:pt x="5759" y="12297"/>
                          </a:cubicBezTo>
                          <a:cubicBezTo>
                            <a:pt x="8236" y="14583"/>
                            <a:pt x="11093" y="17345"/>
                            <a:pt x="14903" y="19536"/>
                          </a:cubicBezTo>
                          <a:cubicBezTo>
                            <a:pt x="18713" y="21726"/>
                            <a:pt x="22809" y="24393"/>
                            <a:pt x="27762" y="25917"/>
                          </a:cubicBezTo>
                          <a:cubicBezTo>
                            <a:pt x="33382" y="28013"/>
                            <a:pt x="38811" y="29632"/>
                            <a:pt x="43764" y="30013"/>
                          </a:cubicBezTo>
                          <a:cubicBezTo>
                            <a:pt x="40811" y="29156"/>
                            <a:pt x="37858" y="28394"/>
                            <a:pt x="35192" y="26870"/>
                          </a:cubicBezTo>
                          <a:cubicBezTo>
                            <a:pt x="31572" y="24870"/>
                            <a:pt x="28333" y="22679"/>
                            <a:pt x="25571" y="20584"/>
                          </a:cubicBezTo>
                          <a:cubicBezTo>
                            <a:pt x="22904" y="18202"/>
                            <a:pt x="20714" y="15821"/>
                            <a:pt x="19094" y="13535"/>
                          </a:cubicBezTo>
                          <a:cubicBezTo>
                            <a:pt x="15856" y="9344"/>
                            <a:pt x="15094" y="5153"/>
                            <a:pt x="16999" y="2772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3" name="Forme libre : forme 13992">
                      <a:extLst>
                        <a:ext uri="{FF2B5EF4-FFF2-40B4-BE49-F238E27FC236}">
                          <a16:creationId xmlns:a16="http://schemas.microsoft.com/office/drawing/2014/main" id="{A7049D75-CFB0-40EF-B25E-020B77EA18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8556" y="4085771"/>
                      <a:ext cx="66036" cy="29815"/>
                    </a:xfrm>
                    <a:custGeom>
                      <a:avLst/>
                      <a:gdLst>
                        <a:gd name="connsiteX0" fmla="*/ 66021 w 66036"/>
                        <a:gd name="connsiteY0" fmla="*/ 24647 h 29815"/>
                        <a:gd name="connsiteX1" fmla="*/ 54781 w 66036"/>
                        <a:gd name="connsiteY1" fmla="*/ 29600 h 29815"/>
                        <a:gd name="connsiteX2" fmla="*/ 42875 w 66036"/>
                        <a:gd name="connsiteY2" fmla="*/ 29124 h 29815"/>
                        <a:gd name="connsiteX3" fmla="*/ 28778 w 66036"/>
                        <a:gd name="connsiteY3" fmla="*/ 25600 h 29815"/>
                        <a:gd name="connsiteX4" fmla="*/ 21729 w 66036"/>
                        <a:gd name="connsiteY4" fmla="*/ 22837 h 29815"/>
                        <a:gd name="connsiteX5" fmla="*/ 15633 w 66036"/>
                        <a:gd name="connsiteY5" fmla="*/ 19408 h 29815"/>
                        <a:gd name="connsiteX6" fmla="*/ 6108 w 66036"/>
                        <a:gd name="connsiteY6" fmla="*/ 12360 h 29815"/>
                        <a:gd name="connsiteX7" fmla="*/ 393 w 66036"/>
                        <a:gd name="connsiteY7" fmla="*/ 1501 h 29815"/>
                        <a:gd name="connsiteX8" fmla="*/ 12300 w 66036"/>
                        <a:gd name="connsiteY8" fmla="*/ 1215 h 29815"/>
                        <a:gd name="connsiteX9" fmla="*/ 22681 w 66036"/>
                        <a:gd name="connsiteY9" fmla="*/ 4359 h 29815"/>
                        <a:gd name="connsiteX10" fmla="*/ 28492 w 66036"/>
                        <a:gd name="connsiteY10" fmla="*/ 6454 h 29815"/>
                        <a:gd name="connsiteX11" fmla="*/ 34778 w 66036"/>
                        <a:gd name="connsiteY11" fmla="*/ 8550 h 29815"/>
                        <a:gd name="connsiteX12" fmla="*/ 46875 w 66036"/>
                        <a:gd name="connsiteY12" fmla="*/ 12931 h 29815"/>
                        <a:gd name="connsiteX13" fmla="*/ 56876 w 66036"/>
                        <a:gd name="connsiteY13" fmla="*/ 17027 h 29815"/>
                        <a:gd name="connsiteX14" fmla="*/ 66021 w 66036"/>
                        <a:gd name="connsiteY14" fmla="*/ 24647 h 2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6036" h="29815">
                          <a:moveTo>
                            <a:pt x="66021" y="24647"/>
                          </a:moveTo>
                          <a:cubicBezTo>
                            <a:pt x="65735" y="27123"/>
                            <a:pt x="61639" y="28838"/>
                            <a:pt x="54781" y="29600"/>
                          </a:cubicBezTo>
                          <a:cubicBezTo>
                            <a:pt x="51352" y="30076"/>
                            <a:pt x="47351" y="29695"/>
                            <a:pt x="42875" y="29124"/>
                          </a:cubicBezTo>
                          <a:cubicBezTo>
                            <a:pt x="38398" y="28552"/>
                            <a:pt x="33540" y="27504"/>
                            <a:pt x="28778" y="25600"/>
                          </a:cubicBezTo>
                          <a:cubicBezTo>
                            <a:pt x="26301" y="24742"/>
                            <a:pt x="24015" y="23790"/>
                            <a:pt x="21729" y="22837"/>
                          </a:cubicBezTo>
                          <a:cubicBezTo>
                            <a:pt x="19539" y="21694"/>
                            <a:pt x="17538" y="20551"/>
                            <a:pt x="15633" y="19408"/>
                          </a:cubicBezTo>
                          <a:cubicBezTo>
                            <a:pt x="11728" y="17122"/>
                            <a:pt x="8489" y="14836"/>
                            <a:pt x="6108" y="12360"/>
                          </a:cubicBezTo>
                          <a:cubicBezTo>
                            <a:pt x="1155" y="7693"/>
                            <a:pt x="-940" y="3692"/>
                            <a:pt x="393" y="1501"/>
                          </a:cubicBezTo>
                          <a:cubicBezTo>
                            <a:pt x="1727" y="-499"/>
                            <a:pt x="6203" y="-404"/>
                            <a:pt x="12300" y="1215"/>
                          </a:cubicBezTo>
                          <a:cubicBezTo>
                            <a:pt x="15252" y="2168"/>
                            <a:pt x="18872" y="3120"/>
                            <a:pt x="22681" y="4359"/>
                          </a:cubicBezTo>
                          <a:cubicBezTo>
                            <a:pt x="24587" y="5026"/>
                            <a:pt x="26492" y="5692"/>
                            <a:pt x="28492" y="6454"/>
                          </a:cubicBezTo>
                          <a:cubicBezTo>
                            <a:pt x="30587" y="7026"/>
                            <a:pt x="32683" y="7788"/>
                            <a:pt x="34778" y="8550"/>
                          </a:cubicBezTo>
                          <a:cubicBezTo>
                            <a:pt x="38969" y="10264"/>
                            <a:pt x="43065" y="11598"/>
                            <a:pt x="46875" y="12931"/>
                          </a:cubicBezTo>
                          <a:cubicBezTo>
                            <a:pt x="50019" y="14169"/>
                            <a:pt x="53257" y="15598"/>
                            <a:pt x="56876" y="17027"/>
                          </a:cubicBezTo>
                          <a:cubicBezTo>
                            <a:pt x="62687" y="19313"/>
                            <a:pt x="66306" y="22075"/>
                            <a:pt x="66021" y="2464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4" name="Forme libre : forme 13993">
                      <a:extLst>
                        <a:ext uri="{FF2B5EF4-FFF2-40B4-BE49-F238E27FC236}">
                          <a16:creationId xmlns:a16="http://schemas.microsoft.com/office/drawing/2014/main" id="{E10B1AD3-5EB4-410C-B0B4-476D52FBD8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9513" y="4058662"/>
                      <a:ext cx="77207" cy="61306"/>
                    </a:xfrm>
                    <a:custGeom>
                      <a:avLst/>
                      <a:gdLst>
                        <a:gd name="connsiteX0" fmla="*/ 3433 w 77207"/>
                        <a:gd name="connsiteY0" fmla="*/ 8322 h 61306"/>
                        <a:gd name="connsiteX1" fmla="*/ 99 w 77207"/>
                        <a:gd name="connsiteY1" fmla="*/ 16323 h 61306"/>
                        <a:gd name="connsiteX2" fmla="*/ 24579 w 77207"/>
                        <a:gd name="connsiteY2" fmla="*/ 45088 h 61306"/>
                        <a:gd name="connsiteX3" fmla="*/ 62107 w 77207"/>
                        <a:gd name="connsiteY3" fmla="*/ 61090 h 61306"/>
                        <a:gd name="connsiteX4" fmla="*/ 76585 w 77207"/>
                        <a:gd name="connsiteY4" fmla="*/ 56328 h 61306"/>
                        <a:gd name="connsiteX5" fmla="*/ 65346 w 77207"/>
                        <a:gd name="connsiteY5" fmla="*/ 48994 h 61306"/>
                        <a:gd name="connsiteX6" fmla="*/ 42105 w 77207"/>
                        <a:gd name="connsiteY6" fmla="*/ 28134 h 61306"/>
                        <a:gd name="connsiteX7" fmla="*/ 19721 w 77207"/>
                        <a:gd name="connsiteY7" fmla="*/ 2131 h 61306"/>
                        <a:gd name="connsiteX8" fmla="*/ 3433 w 77207"/>
                        <a:gd name="connsiteY8" fmla="*/ 8322 h 61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7207" h="61306">
                          <a:moveTo>
                            <a:pt x="3433" y="8322"/>
                          </a:moveTo>
                          <a:cubicBezTo>
                            <a:pt x="1528" y="10322"/>
                            <a:pt x="-472" y="12513"/>
                            <a:pt x="99" y="16323"/>
                          </a:cubicBezTo>
                          <a:cubicBezTo>
                            <a:pt x="1052" y="23562"/>
                            <a:pt x="11434" y="35563"/>
                            <a:pt x="24579" y="45088"/>
                          </a:cubicBezTo>
                          <a:cubicBezTo>
                            <a:pt x="35342" y="53185"/>
                            <a:pt x="49725" y="59185"/>
                            <a:pt x="62107" y="61090"/>
                          </a:cubicBezTo>
                          <a:cubicBezTo>
                            <a:pt x="71537" y="61948"/>
                            <a:pt x="79538" y="60233"/>
                            <a:pt x="76585" y="56328"/>
                          </a:cubicBezTo>
                          <a:cubicBezTo>
                            <a:pt x="74871" y="53852"/>
                            <a:pt x="69727" y="51470"/>
                            <a:pt x="65346" y="48994"/>
                          </a:cubicBezTo>
                          <a:cubicBezTo>
                            <a:pt x="55059" y="42707"/>
                            <a:pt x="47248" y="35468"/>
                            <a:pt x="42105" y="28134"/>
                          </a:cubicBezTo>
                          <a:cubicBezTo>
                            <a:pt x="37437" y="21943"/>
                            <a:pt x="31913" y="8894"/>
                            <a:pt x="19721" y="2131"/>
                          </a:cubicBezTo>
                          <a:cubicBezTo>
                            <a:pt x="8672" y="-4251"/>
                            <a:pt x="6100" y="5464"/>
                            <a:pt x="3433" y="832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5" name="Forme libre : forme 13994">
                      <a:extLst>
                        <a:ext uri="{FF2B5EF4-FFF2-40B4-BE49-F238E27FC236}">
                          <a16:creationId xmlns:a16="http://schemas.microsoft.com/office/drawing/2014/main" id="{B697B96A-B799-45C6-B112-F593328891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8980" y="4068666"/>
                      <a:ext cx="25518" cy="12712"/>
                    </a:xfrm>
                    <a:custGeom>
                      <a:avLst/>
                      <a:gdLst>
                        <a:gd name="connsiteX0" fmla="*/ 2636 w 25518"/>
                        <a:gd name="connsiteY0" fmla="*/ 32 h 12712"/>
                        <a:gd name="connsiteX1" fmla="*/ 159 w 25518"/>
                        <a:gd name="connsiteY1" fmla="*/ 604 h 12712"/>
                        <a:gd name="connsiteX2" fmla="*/ 1207 w 25518"/>
                        <a:gd name="connsiteY2" fmla="*/ 3461 h 12712"/>
                        <a:gd name="connsiteX3" fmla="*/ 5207 w 25518"/>
                        <a:gd name="connsiteY3" fmla="*/ 6319 h 12712"/>
                        <a:gd name="connsiteX4" fmla="*/ 16066 w 25518"/>
                        <a:gd name="connsiteY4" fmla="*/ 11462 h 12712"/>
                        <a:gd name="connsiteX5" fmla="*/ 20352 w 25518"/>
                        <a:gd name="connsiteY5" fmla="*/ 12605 h 12712"/>
                        <a:gd name="connsiteX6" fmla="*/ 20352 w 25518"/>
                        <a:gd name="connsiteY6" fmla="*/ 5938 h 12712"/>
                        <a:gd name="connsiteX7" fmla="*/ 2636 w 25518"/>
                        <a:gd name="connsiteY7" fmla="*/ 32 h 127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518" h="12712">
                          <a:moveTo>
                            <a:pt x="2636" y="32"/>
                          </a:moveTo>
                          <a:cubicBezTo>
                            <a:pt x="1588" y="-63"/>
                            <a:pt x="636" y="32"/>
                            <a:pt x="159" y="604"/>
                          </a:cubicBezTo>
                          <a:cubicBezTo>
                            <a:pt x="-222" y="1175"/>
                            <a:pt x="64" y="2223"/>
                            <a:pt x="1207" y="3461"/>
                          </a:cubicBezTo>
                          <a:cubicBezTo>
                            <a:pt x="2255" y="4604"/>
                            <a:pt x="3778" y="5557"/>
                            <a:pt x="5207" y="6319"/>
                          </a:cubicBezTo>
                          <a:cubicBezTo>
                            <a:pt x="8922" y="8319"/>
                            <a:pt x="12542" y="9938"/>
                            <a:pt x="16066" y="11462"/>
                          </a:cubicBezTo>
                          <a:cubicBezTo>
                            <a:pt x="17494" y="12034"/>
                            <a:pt x="19019" y="12415"/>
                            <a:pt x="20352" y="12605"/>
                          </a:cubicBezTo>
                          <a:cubicBezTo>
                            <a:pt x="25686" y="13367"/>
                            <a:pt x="28639" y="9938"/>
                            <a:pt x="20352" y="5938"/>
                          </a:cubicBezTo>
                          <a:cubicBezTo>
                            <a:pt x="14161" y="2413"/>
                            <a:pt x="6922" y="413"/>
                            <a:pt x="2636" y="3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6" name="Forme libre : forme 13995">
                      <a:extLst>
                        <a:ext uri="{FF2B5EF4-FFF2-40B4-BE49-F238E27FC236}">
                          <a16:creationId xmlns:a16="http://schemas.microsoft.com/office/drawing/2014/main" id="{A899E81A-0B98-433E-A26C-DA5DAE93CF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1145" y="4112704"/>
                      <a:ext cx="47113" cy="14792"/>
                    </a:xfrm>
                    <a:custGeom>
                      <a:avLst/>
                      <a:gdLst>
                        <a:gd name="connsiteX0" fmla="*/ 47054 w 47113"/>
                        <a:gd name="connsiteY0" fmla="*/ 0 h 14792"/>
                        <a:gd name="connsiteX1" fmla="*/ 42291 w 47113"/>
                        <a:gd name="connsiteY1" fmla="*/ 7811 h 14792"/>
                        <a:gd name="connsiteX2" fmla="*/ 28670 w 47113"/>
                        <a:gd name="connsiteY2" fmla="*/ 13335 h 14792"/>
                        <a:gd name="connsiteX3" fmla="*/ 16573 w 47113"/>
                        <a:gd name="connsiteY3" fmla="*/ 14764 h 14792"/>
                        <a:gd name="connsiteX4" fmla="*/ 0 w 47113"/>
                        <a:gd name="connsiteY4" fmla="*/ 13811 h 14792"/>
                        <a:gd name="connsiteX5" fmla="*/ 6286 w 47113"/>
                        <a:gd name="connsiteY5" fmla="*/ 14383 h 14792"/>
                        <a:gd name="connsiteX6" fmla="*/ 20764 w 47113"/>
                        <a:gd name="connsiteY6" fmla="*/ 13430 h 14792"/>
                        <a:gd name="connsiteX7" fmla="*/ 36481 w 47113"/>
                        <a:gd name="connsiteY7" fmla="*/ 8763 h 14792"/>
                        <a:gd name="connsiteX8" fmla="*/ 47054 w 47113"/>
                        <a:gd name="connsiteY8" fmla="*/ 0 h 14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7113" h="14792">
                          <a:moveTo>
                            <a:pt x="47054" y="0"/>
                          </a:moveTo>
                          <a:cubicBezTo>
                            <a:pt x="47054" y="0"/>
                            <a:pt x="48006" y="3524"/>
                            <a:pt x="42291" y="7811"/>
                          </a:cubicBezTo>
                          <a:cubicBezTo>
                            <a:pt x="39529" y="9811"/>
                            <a:pt x="35338" y="11716"/>
                            <a:pt x="28670" y="13335"/>
                          </a:cubicBezTo>
                          <a:cubicBezTo>
                            <a:pt x="25336" y="14288"/>
                            <a:pt x="21336" y="14764"/>
                            <a:pt x="16573" y="14764"/>
                          </a:cubicBezTo>
                          <a:cubicBezTo>
                            <a:pt x="11811" y="14764"/>
                            <a:pt x="6286" y="15049"/>
                            <a:pt x="0" y="13811"/>
                          </a:cubicBezTo>
                          <a:cubicBezTo>
                            <a:pt x="0" y="13811"/>
                            <a:pt x="2477" y="14192"/>
                            <a:pt x="6286" y="14383"/>
                          </a:cubicBezTo>
                          <a:cubicBezTo>
                            <a:pt x="10096" y="14383"/>
                            <a:pt x="15335" y="14097"/>
                            <a:pt x="20764" y="13430"/>
                          </a:cubicBezTo>
                          <a:cubicBezTo>
                            <a:pt x="26194" y="12763"/>
                            <a:pt x="31718" y="10859"/>
                            <a:pt x="36481" y="8763"/>
                          </a:cubicBezTo>
                          <a:cubicBezTo>
                            <a:pt x="40957" y="6858"/>
                            <a:pt x="45148" y="3715"/>
                            <a:pt x="4705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7" name="Forme libre : forme 13996">
                      <a:extLst>
                        <a:ext uri="{FF2B5EF4-FFF2-40B4-BE49-F238E27FC236}">
                          <a16:creationId xmlns:a16="http://schemas.microsoft.com/office/drawing/2014/main" id="{164191DC-0B46-4DA9-A910-67D3E441F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2659" y="4046973"/>
                      <a:ext cx="47053" cy="16677"/>
                    </a:xfrm>
                    <a:custGeom>
                      <a:avLst/>
                      <a:gdLst>
                        <a:gd name="connsiteX0" fmla="*/ 47054 w 47053"/>
                        <a:gd name="connsiteY0" fmla="*/ 16678 h 16677"/>
                        <a:gd name="connsiteX1" fmla="*/ 41815 w 47053"/>
                        <a:gd name="connsiteY1" fmla="*/ 13630 h 16677"/>
                        <a:gd name="connsiteX2" fmla="*/ 29146 w 47053"/>
                        <a:gd name="connsiteY2" fmla="*/ 6581 h 16677"/>
                        <a:gd name="connsiteX3" fmla="*/ 0 w 47053"/>
                        <a:gd name="connsiteY3" fmla="*/ 2199 h 16677"/>
                        <a:gd name="connsiteX4" fmla="*/ 12001 w 47053"/>
                        <a:gd name="connsiteY4" fmla="*/ 2104 h 16677"/>
                        <a:gd name="connsiteX5" fmla="*/ 26861 w 47053"/>
                        <a:gd name="connsiteY5" fmla="*/ 6581 h 16677"/>
                        <a:gd name="connsiteX6" fmla="*/ 47054 w 47053"/>
                        <a:gd name="connsiteY6" fmla="*/ 16678 h 1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053" h="16677">
                          <a:moveTo>
                            <a:pt x="47054" y="16678"/>
                          </a:moveTo>
                          <a:cubicBezTo>
                            <a:pt x="47054" y="16678"/>
                            <a:pt x="45148" y="15535"/>
                            <a:pt x="41815" y="13630"/>
                          </a:cubicBezTo>
                          <a:cubicBezTo>
                            <a:pt x="38576" y="11534"/>
                            <a:pt x="34100" y="9248"/>
                            <a:pt x="29146" y="6581"/>
                          </a:cubicBezTo>
                          <a:cubicBezTo>
                            <a:pt x="19241" y="1723"/>
                            <a:pt x="7144" y="-2849"/>
                            <a:pt x="0" y="2199"/>
                          </a:cubicBezTo>
                          <a:cubicBezTo>
                            <a:pt x="0" y="2199"/>
                            <a:pt x="4000" y="771"/>
                            <a:pt x="12001" y="2104"/>
                          </a:cubicBezTo>
                          <a:cubicBezTo>
                            <a:pt x="16002" y="2771"/>
                            <a:pt x="20955" y="4200"/>
                            <a:pt x="26861" y="6581"/>
                          </a:cubicBezTo>
                          <a:cubicBezTo>
                            <a:pt x="32671" y="9057"/>
                            <a:pt x="39338" y="12487"/>
                            <a:pt x="47054" y="166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8" name="Forme libre : forme 13997">
                      <a:extLst>
                        <a:ext uri="{FF2B5EF4-FFF2-40B4-BE49-F238E27FC236}">
                          <a16:creationId xmlns:a16="http://schemas.microsoft.com/office/drawing/2014/main" id="{9FBB0E56-85B7-4E61-AECE-26B3BB0FC3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4115" y="4092292"/>
                      <a:ext cx="23442" cy="11124"/>
                    </a:xfrm>
                    <a:custGeom>
                      <a:avLst/>
                      <a:gdLst>
                        <a:gd name="connsiteX0" fmla="*/ 23031 w 23442"/>
                        <a:gd name="connsiteY0" fmla="*/ 10696 h 11124"/>
                        <a:gd name="connsiteX1" fmla="*/ 8172 w 23442"/>
                        <a:gd name="connsiteY1" fmla="*/ 7648 h 11124"/>
                        <a:gd name="connsiteX2" fmla="*/ 552 w 23442"/>
                        <a:gd name="connsiteY2" fmla="*/ 123 h 11124"/>
                        <a:gd name="connsiteX3" fmla="*/ 14744 w 23442"/>
                        <a:gd name="connsiteY3" fmla="*/ 4124 h 11124"/>
                        <a:gd name="connsiteX4" fmla="*/ 23031 w 23442"/>
                        <a:gd name="connsiteY4" fmla="*/ 10696 h 11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442" h="11124">
                          <a:moveTo>
                            <a:pt x="23031" y="10696"/>
                          </a:moveTo>
                          <a:cubicBezTo>
                            <a:pt x="21412" y="11648"/>
                            <a:pt x="14363" y="11172"/>
                            <a:pt x="8172" y="7648"/>
                          </a:cubicBezTo>
                          <a:cubicBezTo>
                            <a:pt x="1790" y="4600"/>
                            <a:pt x="-1353" y="981"/>
                            <a:pt x="552" y="123"/>
                          </a:cubicBezTo>
                          <a:cubicBezTo>
                            <a:pt x="2362" y="-448"/>
                            <a:pt x="8743" y="981"/>
                            <a:pt x="14744" y="4124"/>
                          </a:cubicBezTo>
                          <a:cubicBezTo>
                            <a:pt x="20935" y="6600"/>
                            <a:pt x="24745" y="9553"/>
                            <a:pt x="23031" y="1069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9" name="Forme libre : forme 13998">
                      <a:extLst>
                        <a:ext uri="{FF2B5EF4-FFF2-40B4-BE49-F238E27FC236}">
                          <a16:creationId xmlns:a16="http://schemas.microsoft.com/office/drawing/2014/main" id="{52CE30D0-9815-4A70-A5FF-D34F1C2B37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3986" y="4100794"/>
                      <a:ext cx="6880" cy="2960"/>
                    </a:xfrm>
                    <a:custGeom>
                      <a:avLst/>
                      <a:gdLst>
                        <a:gd name="connsiteX0" fmla="*/ 6875 w 6880"/>
                        <a:gd name="connsiteY0" fmla="*/ 2290 h 2960"/>
                        <a:gd name="connsiteX1" fmla="*/ 3160 w 6880"/>
                        <a:gd name="connsiteY1" fmla="*/ 2766 h 2960"/>
                        <a:gd name="connsiteX2" fmla="*/ 17 w 6880"/>
                        <a:gd name="connsiteY2" fmla="*/ 670 h 2960"/>
                        <a:gd name="connsiteX3" fmla="*/ 3732 w 6880"/>
                        <a:gd name="connsiteY3" fmla="*/ 194 h 2960"/>
                        <a:gd name="connsiteX4" fmla="*/ 6875 w 6880"/>
                        <a:gd name="connsiteY4" fmla="*/ 2290 h 2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80" h="2960">
                          <a:moveTo>
                            <a:pt x="6875" y="2290"/>
                          </a:moveTo>
                          <a:cubicBezTo>
                            <a:pt x="6780" y="2956"/>
                            <a:pt x="5066" y="3147"/>
                            <a:pt x="3160" y="2766"/>
                          </a:cubicBezTo>
                          <a:cubicBezTo>
                            <a:pt x="1255" y="2385"/>
                            <a:pt x="-173" y="1337"/>
                            <a:pt x="17" y="670"/>
                          </a:cubicBezTo>
                          <a:cubicBezTo>
                            <a:pt x="208" y="4"/>
                            <a:pt x="1827" y="-187"/>
                            <a:pt x="3732" y="194"/>
                          </a:cubicBezTo>
                          <a:cubicBezTo>
                            <a:pt x="5637" y="575"/>
                            <a:pt x="6971" y="1623"/>
                            <a:pt x="6875" y="22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0" name="Forme libre : forme 13999">
                      <a:extLst>
                        <a:ext uri="{FF2B5EF4-FFF2-40B4-BE49-F238E27FC236}">
                          <a16:creationId xmlns:a16="http://schemas.microsoft.com/office/drawing/2014/main" id="{E600B73F-1D83-4CF9-A433-89E40F826D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9396" y="4079712"/>
                      <a:ext cx="51988" cy="31091"/>
                    </a:xfrm>
                    <a:custGeom>
                      <a:avLst/>
                      <a:gdLst>
                        <a:gd name="connsiteX0" fmla="*/ 47277 w 51988"/>
                        <a:gd name="connsiteY0" fmla="*/ 16038 h 31091"/>
                        <a:gd name="connsiteX1" fmla="*/ 51945 w 51988"/>
                        <a:gd name="connsiteY1" fmla="*/ 27754 h 31091"/>
                        <a:gd name="connsiteX2" fmla="*/ 46801 w 51988"/>
                        <a:gd name="connsiteY2" fmla="*/ 31087 h 31091"/>
                        <a:gd name="connsiteX3" fmla="*/ 39181 w 51988"/>
                        <a:gd name="connsiteY3" fmla="*/ 28420 h 31091"/>
                        <a:gd name="connsiteX4" fmla="*/ 25465 w 51988"/>
                        <a:gd name="connsiteY4" fmla="*/ 16038 h 31091"/>
                        <a:gd name="connsiteX5" fmla="*/ 18607 w 51988"/>
                        <a:gd name="connsiteY5" fmla="*/ 12990 h 31091"/>
                        <a:gd name="connsiteX6" fmla="*/ 8701 w 51988"/>
                        <a:gd name="connsiteY6" fmla="*/ 8227 h 31091"/>
                        <a:gd name="connsiteX7" fmla="*/ 1081 w 51988"/>
                        <a:gd name="connsiteY7" fmla="*/ 131 h 31091"/>
                        <a:gd name="connsiteX8" fmla="*/ 17274 w 51988"/>
                        <a:gd name="connsiteY8" fmla="*/ 3370 h 31091"/>
                        <a:gd name="connsiteX9" fmla="*/ 26799 w 51988"/>
                        <a:gd name="connsiteY9" fmla="*/ 6322 h 31091"/>
                        <a:gd name="connsiteX10" fmla="*/ 33942 w 51988"/>
                        <a:gd name="connsiteY10" fmla="*/ 8513 h 31091"/>
                        <a:gd name="connsiteX11" fmla="*/ 47277 w 51988"/>
                        <a:gd name="connsiteY11" fmla="*/ 16038 h 31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1988" h="31091">
                          <a:moveTo>
                            <a:pt x="47277" y="16038"/>
                          </a:moveTo>
                          <a:cubicBezTo>
                            <a:pt x="51183" y="19753"/>
                            <a:pt x="52230" y="23848"/>
                            <a:pt x="51945" y="27754"/>
                          </a:cubicBezTo>
                          <a:cubicBezTo>
                            <a:pt x="51849" y="29182"/>
                            <a:pt x="50706" y="30992"/>
                            <a:pt x="46801" y="31087"/>
                          </a:cubicBezTo>
                          <a:cubicBezTo>
                            <a:pt x="43181" y="31183"/>
                            <a:pt x="40610" y="29658"/>
                            <a:pt x="39181" y="28420"/>
                          </a:cubicBezTo>
                          <a:cubicBezTo>
                            <a:pt x="34799" y="24515"/>
                            <a:pt x="32799" y="19562"/>
                            <a:pt x="25465" y="16038"/>
                          </a:cubicBezTo>
                          <a:cubicBezTo>
                            <a:pt x="23941" y="15371"/>
                            <a:pt x="21465" y="14323"/>
                            <a:pt x="18607" y="12990"/>
                          </a:cubicBezTo>
                          <a:cubicBezTo>
                            <a:pt x="15464" y="11561"/>
                            <a:pt x="11749" y="10228"/>
                            <a:pt x="8701" y="8227"/>
                          </a:cubicBezTo>
                          <a:cubicBezTo>
                            <a:pt x="2319" y="4608"/>
                            <a:pt x="-2158" y="703"/>
                            <a:pt x="1081" y="131"/>
                          </a:cubicBezTo>
                          <a:cubicBezTo>
                            <a:pt x="4320" y="-536"/>
                            <a:pt x="10606" y="1465"/>
                            <a:pt x="17274" y="3370"/>
                          </a:cubicBezTo>
                          <a:cubicBezTo>
                            <a:pt x="20607" y="4227"/>
                            <a:pt x="23846" y="5465"/>
                            <a:pt x="26799" y="6322"/>
                          </a:cubicBezTo>
                          <a:cubicBezTo>
                            <a:pt x="29751" y="7084"/>
                            <a:pt x="32323" y="7846"/>
                            <a:pt x="33942" y="8513"/>
                          </a:cubicBezTo>
                          <a:cubicBezTo>
                            <a:pt x="39562" y="10990"/>
                            <a:pt x="44324" y="13085"/>
                            <a:pt x="47277" y="1603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83" name="Graphique 1">
                    <a:extLst>
                      <a:ext uri="{FF2B5EF4-FFF2-40B4-BE49-F238E27FC236}">
                        <a16:creationId xmlns:a16="http://schemas.microsoft.com/office/drawing/2014/main" id="{C829F8FB-56E6-47ED-B33B-4FFBD6922BC5}"/>
                      </a:ext>
                    </a:extLst>
                  </p:cNvPr>
                  <p:cNvGrpSpPr/>
                  <p:nvPr/>
                </p:nvGrpSpPr>
                <p:grpSpPr>
                  <a:xfrm>
                    <a:off x="4611673" y="4000806"/>
                    <a:ext cx="111778" cy="122375"/>
                    <a:chOff x="4611673" y="4000806"/>
                    <a:chExt cx="111778" cy="122375"/>
                  </a:xfrm>
                  <a:solidFill>
                    <a:schemeClr val="accent1"/>
                  </a:solidFill>
                </p:grpSpPr>
                <p:sp>
                  <p:nvSpPr>
                    <p:cNvPr id="13977" name="Forme libre : forme 13976">
                      <a:extLst>
                        <a:ext uri="{FF2B5EF4-FFF2-40B4-BE49-F238E27FC236}">
                          <a16:creationId xmlns:a16="http://schemas.microsoft.com/office/drawing/2014/main" id="{A695A011-04A0-4575-A262-815ED19BC6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1673" y="4000806"/>
                      <a:ext cx="111778" cy="122375"/>
                    </a:xfrm>
                    <a:custGeom>
                      <a:avLst/>
                      <a:gdLst>
                        <a:gd name="connsiteX0" fmla="*/ 101587 w 111778"/>
                        <a:gd name="connsiteY0" fmla="*/ 57891 h 122375"/>
                        <a:gd name="connsiteX1" fmla="*/ 58915 w 111778"/>
                        <a:gd name="connsiteY1" fmla="*/ 108088 h 122375"/>
                        <a:gd name="connsiteX2" fmla="*/ 49009 w 111778"/>
                        <a:gd name="connsiteY2" fmla="*/ 114469 h 122375"/>
                        <a:gd name="connsiteX3" fmla="*/ 38817 w 111778"/>
                        <a:gd name="connsiteY3" fmla="*/ 118946 h 122375"/>
                        <a:gd name="connsiteX4" fmla="*/ 20053 w 111778"/>
                        <a:gd name="connsiteY4" fmla="*/ 122375 h 122375"/>
                        <a:gd name="connsiteX5" fmla="*/ 6813 w 111778"/>
                        <a:gd name="connsiteY5" fmla="*/ 119708 h 122375"/>
                        <a:gd name="connsiteX6" fmla="*/ 1669 w 111778"/>
                        <a:gd name="connsiteY6" fmla="*/ 113612 h 122375"/>
                        <a:gd name="connsiteX7" fmla="*/ 50 w 111778"/>
                        <a:gd name="connsiteY7" fmla="*/ 100277 h 122375"/>
                        <a:gd name="connsiteX8" fmla="*/ 2336 w 111778"/>
                        <a:gd name="connsiteY8" fmla="*/ 92943 h 122375"/>
                        <a:gd name="connsiteX9" fmla="*/ 9004 w 111778"/>
                        <a:gd name="connsiteY9" fmla="*/ 85609 h 122375"/>
                        <a:gd name="connsiteX10" fmla="*/ 13386 w 111778"/>
                        <a:gd name="connsiteY10" fmla="*/ 81799 h 122375"/>
                        <a:gd name="connsiteX11" fmla="*/ 18243 w 111778"/>
                        <a:gd name="connsiteY11" fmla="*/ 77798 h 122375"/>
                        <a:gd name="connsiteX12" fmla="*/ 23577 w 111778"/>
                        <a:gd name="connsiteY12" fmla="*/ 73607 h 122375"/>
                        <a:gd name="connsiteX13" fmla="*/ 29387 w 111778"/>
                        <a:gd name="connsiteY13" fmla="*/ 69130 h 122375"/>
                        <a:gd name="connsiteX14" fmla="*/ 58058 w 111778"/>
                        <a:gd name="connsiteY14" fmla="*/ 34174 h 122375"/>
                        <a:gd name="connsiteX15" fmla="*/ 65963 w 111778"/>
                        <a:gd name="connsiteY15" fmla="*/ 20553 h 122375"/>
                        <a:gd name="connsiteX16" fmla="*/ 74060 w 111778"/>
                        <a:gd name="connsiteY16" fmla="*/ 9409 h 122375"/>
                        <a:gd name="connsiteX17" fmla="*/ 89586 w 111778"/>
                        <a:gd name="connsiteY17" fmla="*/ 169 h 122375"/>
                        <a:gd name="connsiteX18" fmla="*/ 103111 w 111778"/>
                        <a:gd name="connsiteY18" fmla="*/ 3122 h 122375"/>
                        <a:gd name="connsiteX19" fmla="*/ 111778 w 111778"/>
                        <a:gd name="connsiteY19" fmla="*/ 20934 h 122375"/>
                        <a:gd name="connsiteX20" fmla="*/ 109588 w 111778"/>
                        <a:gd name="connsiteY20" fmla="*/ 38269 h 122375"/>
                        <a:gd name="connsiteX21" fmla="*/ 101587 w 111778"/>
                        <a:gd name="connsiteY21" fmla="*/ 57891 h 122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11778" h="122375">
                          <a:moveTo>
                            <a:pt x="101587" y="57891"/>
                          </a:moveTo>
                          <a:cubicBezTo>
                            <a:pt x="91109" y="76750"/>
                            <a:pt x="77203" y="94276"/>
                            <a:pt x="58915" y="108088"/>
                          </a:cubicBezTo>
                          <a:cubicBezTo>
                            <a:pt x="55677" y="110469"/>
                            <a:pt x="52438" y="112659"/>
                            <a:pt x="49009" y="114469"/>
                          </a:cubicBezTo>
                          <a:cubicBezTo>
                            <a:pt x="45675" y="116374"/>
                            <a:pt x="42246" y="117898"/>
                            <a:pt x="38817" y="118946"/>
                          </a:cubicBezTo>
                          <a:cubicBezTo>
                            <a:pt x="32149" y="121423"/>
                            <a:pt x="25482" y="122375"/>
                            <a:pt x="20053" y="122375"/>
                          </a:cubicBezTo>
                          <a:cubicBezTo>
                            <a:pt x="14528" y="122375"/>
                            <a:pt x="9956" y="121423"/>
                            <a:pt x="6813" y="119708"/>
                          </a:cubicBezTo>
                          <a:cubicBezTo>
                            <a:pt x="3670" y="118089"/>
                            <a:pt x="1955" y="115993"/>
                            <a:pt x="1669" y="113612"/>
                          </a:cubicBezTo>
                          <a:lnTo>
                            <a:pt x="50" y="100277"/>
                          </a:lnTo>
                          <a:cubicBezTo>
                            <a:pt x="-235" y="97896"/>
                            <a:pt x="717" y="95324"/>
                            <a:pt x="2336" y="92943"/>
                          </a:cubicBezTo>
                          <a:cubicBezTo>
                            <a:pt x="3956" y="90657"/>
                            <a:pt x="6242" y="88085"/>
                            <a:pt x="9004" y="85609"/>
                          </a:cubicBezTo>
                          <a:cubicBezTo>
                            <a:pt x="10528" y="84275"/>
                            <a:pt x="11957" y="82942"/>
                            <a:pt x="13386" y="81799"/>
                          </a:cubicBezTo>
                          <a:cubicBezTo>
                            <a:pt x="14909" y="80560"/>
                            <a:pt x="16528" y="79227"/>
                            <a:pt x="18243" y="77798"/>
                          </a:cubicBezTo>
                          <a:cubicBezTo>
                            <a:pt x="19958" y="76465"/>
                            <a:pt x="21768" y="75131"/>
                            <a:pt x="23577" y="73607"/>
                          </a:cubicBezTo>
                          <a:cubicBezTo>
                            <a:pt x="25482" y="72274"/>
                            <a:pt x="27387" y="70654"/>
                            <a:pt x="29387" y="69130"/>
                          </a:cubicBezTo>
                          <a:cubicBezTo>
                            <a:pt x="40818" y="60367"/>
                            <a:pt x="50723" y="47985"/>
                            <a:pt x="58058" y="34174"/>
                          </a:cubicBezTo>
                          <a:cubicBezTo>
                            <a:pt x="60724" y="29316"/>
                            <a:pt x="63392" y="24744"/>
                            <a:pt x="65963" y="20553"/>
                          </a:cubicBezTo>
                          <a:cubicBezTo>
                            <a:pt x="68726" y="16457"/>
                            <a:pt x="71202" y="12552"/>
                            <a:pt x="74060" y="9409"/>
                          </a:cubicBezTo>
                          <a:cubicBezTo>
                            <a:pt x="79298" y="3027"/>
                            <a:pt x="84728" y="-878"/>
                            <a:pt x="89586" y="169"/>
                          </a:cubicBezTo>
                          <a:lnTo>
                            <a:pt x="103111" y="3122"/>
                          </a:lnTo>
                          <a:cubicBezTo>
                            <a:pt x="108064" y="4170"/>
                            <a:pt x="111302" y="10742"/>
                            <a:pt x="111778" y="20934"/>
                          </a:cubicBezTo>
                          <a:cubicBezTo>
                            <a:pt x="111778" y="25982"/>
                            <a:pt x="111398" y="31983"/>
                            <a:pt x="109588" y="38269"/>
                          </a:cubicBezTo>
                          <a:cubicBezTo>
                            <a:pt x="107969" y="44461"/>
                            <a:pt x="105301" y="51223"/>
                            <a:pt x="101587" y="5789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8" name="Forme libre : forme 13977">
                      <a:extLst>
                        <a:ext uri="{FF2B5EF4-FFF2-40B4-BE49-F238E27FC236}">
                          <a16:creationId xmlns:a16="http://schemas.microsoft.com/office/drawing/2014/main" id="{C84E8B39-EE47-4B87-9C1D-CB9AEF935B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2580" y="4003452"/>
                      <a:ext cx="110680" cy="119443"/>
                    </a:xfrm>
                    <a:custGeom>
                      <a:avLst/>
                      <a:gdLst>
                        <a:gd name="connsiteX0" fmla="*/ 56483 w 110680"/>
                        <a:gd name="connsiteY0" fmla="*/ 85725 h 119443"/>
                        <a:gd name="connsiteX1" fmla="*/ 27241 w 110680"/>
                        <a:gd name="connsiteY1" fmla="*/ 104680 h 119443"/>
                        <a:gd name="connsiteX2" fmla="*/ 0 w 110680"/>
                        <a:gd name="connsiteY2" fmla="*/ 104965 h 119443"/>
                        <a:gd name="connsiteX3" fmla="*/ 667 w 110680"/>
                        <a:gd name="connsiteY3" fmla="*/ 110680 h 119443"/>
                        <a:gd name="connsiteX4" fmla="*/ 5810 w 110680"/>
                        <a:gd name="connsiteY4" fmla="*/ 116777 h 119443"/>
                        <a:gd name="connsiteX5" fmla="*/ 19050 w 110680"/>
                        <a:gd name="connsiteY5" fmla="*/ 119444 h 119443"/>
                        <a:gd name="connsiteX6" fmla="*/ 37814 w 110680"/>
                        <a:gd name="connsiteY6" fmla="*/ 116014 h 119443"/>
                        <a:gd name="connsiteX7" fmla="*/ 48006 w 110680"/>
                        <a:gd name="connsiteY7" fmla="*/ 111538 h 119443"/>
                        <a:gd name="connsiteX8" fmla="*/ 57912 w 110680"/>
                        <a:gd name="connsiteY8" fmla="*/ 105156 h 119443"/>
                        <a:gd name="connsiteX9" fmla="*/ 100584 w 110680"/>
                        <a:gd name="connsiteY9" fmla="*/ 54959 h 119443"/>
                        <a:gd name="connsiteX10" fmla="*/ 108489 w 110680"/>
                        <a:gd name="connsiteY10" fmla="*/ 35243 h 119443"/>
                        <a:gd name="connsiteX11" fmla="*/ 110680 w 110680"/>
                        <a:gd name="connsiteY11" fmla="*/ 17907 h 119443"/>
                        <a:gd name="connsiteX12" fmla="*/ 102012 w 110680"/>
                        <a:gd name="connsiteY12" fmla="*/ 95 h 119443"/>
                        <a:gd name="connsiteX13" fmla="*/ 101536 w 110680"/>
                        <a:gd name="connsiteY13" fmla="*/ 0 h 119443"/>
                        <a:gd name="connsiteX14" fmla="*/ 94964 w 110680"/>
                        <a:gd name="connsiteY14" fmla="*/ 23717 h 119443"/>
                        <a:gd name="connsiteX15" fmla="*/ 84772 w 110680"/>
                        <a:gd name="connsiteY15" fmla="*/ 45815 h 119443"/>
                        <a:gd name="connsiteX16" fmla="*/ 71914 w 110680"/>
                        <a:gd name="connsiteY16" fmla="*/ 66389 h 119443"/>
                        <a:gd name="connsiteX17" fmla="*/ 56483 w 110680"/>
                        <a:gd name="connsiteY17" fmla="*/ 85725 h 119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10680" h="119443">
                          <a:moveTo>
                            <a:pt x="56483" y="85725"/>
                          </a:moveTo>
                          <a:cubicBezTo>
                            <a:pt x="48482" y="94583"/>
                            <a:pt x="37814" y="101441"/>
                            <a:pt x="27241" y="104680"/>
                          </a:cubicBezTo>
                          <a:cubicBezTo>
                            <a:pt x="16669" y="107918"/>
                            <a:pt x="6572" y="107537"/>
                            <a:pt x="0" y="104965"/>
                          </a:cubicBezTo>
                          <a:lnTo>
                            <a:pt x="667" y="110680"/>
                          </a:lnTo>
                          <a:cubicBezTo>
                            <a:pt x="952" y="113062"/>
                            <a:pt x="2667" y="115157"/>
                            <a:pt x="5810" y="116777"/>
                          </a:cubicBezTo>
                          <a:cubicBezTo>
                            <a:pt x="8954" y="118491"/>
                            <a:pt x="13430" y="119444"/>
                            <a:pt x="19050" y="119444"/>
                          </a:cubicBezTo>
                          <a:cubicBezTo>
                            <a:pt x="24574" y="119444"/>
                            <a:pt x="31146" y="118491"/>
                            <a:pt x="37814" y="116014"/>
                          </a:cubicBezTo>
                          <a:cubicBezTo>
                            <a:pt x="41243" y="114871"/>
                            <a:pt x="44672" y="113443"/>
                            <a:pt x="48006" y="111538"/>
                          </a:cubicBezTo>
                          <a:cubicBezTo>
                            <a:pt x="51435" y="109823"/>
                            <a:pt x="54769" y="107632"/>
                            <a:pt x="57912" y="105156"/>
                          </a:cubicBezTo>
                          <a:cubicBezTo>
                            <a:pt x="76200" y="91345"/>
                            <a:pt x="90106" y="73819"/>
                            <a:pt x="100584" y="54959"/>
                          </a:cubicBezTo>
                          <a:cubicBezTo>
                            <a:pt x="104298" y="48292"/>
                            <a:pt x="106966" y="41624"/>
                            <a:pt x="108489" y="35243"/>
                          </a:cubicBezTo>
                          <a:cubicBezTo>
                            <a:pt x="110204" y="28956"/>
                            <a:pt x="110680" y="22955"/>
                            <a:pt x="110680" y="17907"/>
                          </a:cubicBezTo>
                          <a:cubicBezTo>
                            <a:pt x="110299" y="7715"/>
                            <a:pt x="106966" y="1143"/>
                            <a:pt x="102012" y="95"/>
                          </a:cubicBezTo>
                          <a:lnTo>
                            <a:pt x="101536" y="0"/>
                          </a:lnTo>
                          <a:cubicBezTo>
                            <a:pt x="100107" y="8192"/>
                            <a:pt x="97631" y="16002"/>
                            <a:pt x="94964" y="23717"/>
                          </a:cubicBezTo>
                          <a:cubicBezTo>
                            <a:pt x="92011" y="31337"/>
                            <a:pt x="88773" y="38671"/>
                            <a:pt x="84772" y="45815"/>
                          </a:cubicBezTo>
                          <a:cubicBezTo>
                            <a:pt x="80963" y="52959"/>
                            <a:pt x="76581" y="59722"/>
                            <a:pt x="71914" y="66389"/>
                          </a:cubicBezTo>
                          <a:cubicBezTo>
                            <a:pt x="67342" y="73152"/>
                            <a:pt x="62198" y="79534"/>
                            <a:pt x="56483" y="85725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9" name="Forme libre : forme 13978">
                      <a:extLst>
                        <a:ext uri="{FF2B5EF4-FFF2-40B4-BE49-F238E27FC236}">
                          <a16:creationId xmlns:a16="http://schemas.microsoft.com/office/drawing/2014/main" id="{870B0933-1EBA-4E81-930B-4C5CF0160E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58704" y="4032121"/>
                      <a:ext cx="43391" cy="56943"/>
                    </a:xfrm>
                    <a:custGeom>
                      <a:avLst/>
                      <a:gdLst>
                        <a:gd name="connsiteX0" fmla="*/ 40934 w 43391"/>
                        <a:gd name="connsiteY0" fmla="*/ 192 h 56943"/>
                        <a:gd name="connsiteX1" fmla="*/ 42649 w 43391"/>
                        <a:gd name="connsiteY1" fmla="*/ 12384 h 56943"/>
                        <a:gd name="connsiteX2" fmla="*/ 31791 w 43391"/>
                        <a:gd name="connsiteY2" fmla="*/ 35911 h 56943"/>
                        <a:gd name="connsiteX3" fmla="*/ 22266 w 43391"/>
                        <a:gd name="connsiteY3" fmla="*/ 46674 h 56943"/>
                        <a:gd name="connsiteX4" fmla="*/ 12836 w 43391"/>
                        <a:gd name="connsiteY4" fmla="*/ 53818 h 56943"/>
                        <a:gd name="connsiteX5" fmla="*/ 644 w 43391"/>
                        <a:gd name="connsiteY5" fmla="*/ 55818 h 56943"/>
                        <a:gd name="connsiteX6" fmla="*/ 16550 w 43391"/>
                        <a:gd name="connsiteY6" fmla="*/ 24957 h 56943"/>
                        <a:gd name="connsiteX7" fmla="*/ 30743 w 43391"/>
                        <a:gd name="connsiteY7" fmla="*/ 6384 h 56943"/>
                        <a:gd name="connsiteX8" fmla="*/ 40934 w 43391"/>
                        <a:gd name="connsiteY8" fmla="*/ 192 h 56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3391" h="56943">
                          <a:moveTo>
                            <a:pt x="40934" y="192"/>
                          </a:moveTo>
                          <a:cubicBezTo>
                            <a:pt x="43411" y="1240"/>
                            <a:pt x="44078" y="5717"/>
                            <a:pt x="42649" y="12384"/>
                          </a:cubicBezTo>
                          <a:cubicBezTo>
                            <a:pt x="41316" y="18957"/>
                            <a:pt x="37696" y="27529"/>
                            <a:pt x="31791" y="35911"/>
                          </a:cubicBezTo>
                          <a:cubicBezTo>
                            <a:pt x="28838" y="40102"/>
                            <a:pt x="25599" y="43722"/>
                            <a:pt x="22266" y="46674"/>
                          </a:cubicBezTo>
                          <a:cubicBezTo>
                            <a:pt x="19122" y="49818"/>
                            <a:pt x="15598" y="52008"/>
                            <a:pt x="12836" y="53818"/>
                          </a:cubicBezTo>
                          <a:cubicBezTo>
                            <a:pt x="6835" y="57152"/>
                            <a:pt x="2263" y="57819"/>
                            <a:pt x="644" y="55818"/>
                          </a:cubicBezTo>
                          <a:cubicBezTo>
                            <a:pt x="-2500" y="51627"/>
                            <a:pt x="6359" y="39626"/>
                            <a:pt x="16550" y="24957"/>
                          </a:cubicBezTo>
                          <a:cubicBezTo>
                            <a:pt x="21694" y="17623"/>
                            <a:pt x="26647" y="11051"/>
                            <a:pt x="30743" y="6384"/>
                          </a:cubicBezTo>
                          <a:cubicBezTo>
                            <a:pt x="35029" y="1907"/>
                            <a:pt x="38648" y="-760"/>
                            <a:pt x="40934" y="192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0" name="Forme libre : forme 13979">
                      <a:extLst>
                        <a:ext uri="{FF2B5EF4-FFF2-40B4-BE49-F238E27FC236}">
                          <a16:creationId xmlns:a16="http://schemas.microsoft.com/office/drawing/2014/main" id="{35110697-EC66-4D4D-AA21-BB9B28382F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58719" y="4053649"/>
                      <a:ext cx="39871" cy="35390"/>
                    </a:xfrm>
                    <a:custGeom>
                      <a:avLst/>
                      <a:gdLst>
                        <a:gd name="connsiteX0" fmla="*/ 6249 w 39871"/>
                        <a:gd name="connsiteY0" fmla="*/ 18574 h 35390"/>
                        <a:gd name="connsiteX1" fmla="*/ 724 w 39871"/>
                        <a:gd name="connsiteY1" fmla="*/ 34290 h 35390"/>
                        <a:gd name="connsiteX2" fmla="*/ 12916 w 39871"/>
                        <a:gd name="connsiteY2" fmla="*/ 32290 h 35390"/>
                        <a:gd name="connsiteX3" fmla="*/ 22346 w 39871"/>
                        <a:gd name="connsiteY3" fmla="*/ 25146 h 35390"/>
                        <a:gd name="connsiteX4" fmla="*/ 31871 w 39871"/>
                        <a:gd name="connsiteY4" fmla="*/ 14383 h 35390"/>
                        <a:gd name="connsiteX5" fmla="*/ 39872 w 39871"/>
                        <a:gd name="connsiteY5" fmla="*/ 0 h 35390"/>
                        <a:gd name="connsiteX6" fmla="*/ 34633 w 39871"/>
                        <a:gd name="connsiteY6" fmla="*/ 7334 h 35390"/>
                        <a:gd name="connsiteX7" fmla="*/ 17584 w 39871"/>
                        <a:gd name="connsiteY7" fmla="*/ 19526 h 35390"/>
                        <a:gd name="connsiteX8" fmla="*/ 6249 w 39871"/>
                        <a:gd name="connsiteY8" fmla="*/ 18574 h 35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9871" h="35390">
                          <a:moveTo>
                            <a:pt x="6249" y="18574"/>
                          </a:moveTo>
                          <a:cubicBezTo>
                            <a:pt x="1581" y="26099"/>
                            <a:pt x="-1466" y="31718"/>
                            <a:pt x="724" y="34290"/>
                          </a:cubicBezTo>
                          <a:cubicBezTo>
                            <a:pt x="2343" y="36291"/>
                            <a:pt x="6820" y="35528"/>
                            <a:pt x="12916" y="32290"/>
                          </a:cubicBezTo>
                          <a:cubicBezTo>
                            <a:pt x="15774" y="30480"/>
                            <a:pt x="19298" y="28289"/>
                            <a:pt x="22346" y="25146"/>
                          </a:cubicBezTo>
                          <a:cubicBezTo>
                            <a:pt x="25680" y="22193"/>
                            <a:pt x="28919" y="18479"/>
                            <a:pt x="31871" y="14383"/>
                          </a:cubicBezTo>
                          <a:cubicBezTo>
                            <a:pt x="35300" y="9525"/>
                            <a:pt x="38158" y="4572"/>
                            <a:pt x="39872" y="0"/>
                          </a:cubicBezTo>
                          <a:cubicBezTo>
                            <a:pt x="38444" y="2667"/>
                            <a:pt x="36538" y="5144"/>
                            <a:pt x="34633" y="7334"/>
                          </a:cubicBezTo>
                          <a:cubicBezTo>
                            <a:pt x="29109" y="13335"/>
                            <a:pt x="22822" y="17621"/>
                            <a:pt x="17584" y="19526"/>
                          </a:cubicBezTo>
                          <a:cubicBezTo>
                            <a:pt x="12345" y="21527"/>
                            <a:pt x="8059" y="21146"/>
                            <a:pt x="6249" y="18574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1" name="Forme libre : forme 13980">
                      <a:extLst>
                        <a:ext uri="{FF2B5EF4-FFF2-40B4-BE49-F238E27FC236}">
                          <a16:creationId xmlns:a16="http://schemas.microsoft.com/office/drawing/2014/main" id="{EACD6E51-1D77-49A2-ABF0-DA90DEB04C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2648" y="4029654"/>
                      <a:ext cx="42900" cy="58558"/>
                    </a:xfrm>
                    <a:custGeom>
                      <a:avLst/>
                      <a:gdLst>
                        <a:gd name="connsiteX0" fmla="*/ 40324 w 42900"/>
                        <a:gd name="connsiteY0" fmla="*/ 183 h 58558"/>
                        <a:gd name="connsiteX1" fmla="*/ 42229 w 42900"/>
                        <a:gd name="connsiteY1" fmla="*/ 12470 h 58558"/>
                        <a:gd name="connsiteX2" fmla="*/ 31751 w 42900"/>
                        <a:gd name="connsiteY2" fmla="*/ 36473 h 58558"/>
                        <a:gd name="connsiteX3" fmla="*/ 22417 w 42900"/>
                        <a:gd name="connsiteY3" fmla="*/ 47617 h 58558"/>
                        <a:gd name="connsiteX4" fmla="*/ 12987 w 42900"/>
                        <a:gd name="connsiteY4" fmla="*/ 55047 h 58558"/>
                        <a:gd name="connsiteX5" fmla="*/ 700 w 42900"/>
                        <a:gd name="connsiteY5" fmla="*/ 57523 h 58558"/>
                        <a:gd name="connsiteX6" fmla="*/ 3558 w 42900"/>
                        <a:gd name="connsiteY6" fmla="*/ 45807 h 58558"/>
                        <a:gd name="connsiteX7" fmla="*/ 9082 w 42900"/>
                        <a:gd name="connsiteY7" fmla="*/ 36568 h 58558"/>
                        <a:gd name="connsiteX8" fmla="*/ 16226 w 42900"/>
                        <a:gd name="connsiteY8" fmla="*/ 25900 h 58558"/>
                        <a:gd name="connsiteX9" fmla="*/ 30132 w 42900"/>
                        <a:gd name="connsiteY9" fmla="*/ 6755 h 58558"/>
                        <a:gd name="connsiteX10" fmla="*/ 40324 w 42900"/>
                        <a:gd name="connsiteY10" fmla="*/ 183 h 58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2900" h="58558">
                          <a:moveTo>
                            <a:pt x="40324" y="183"/>
                          </a:moveTo>
                          <a:cubicBezTo>
                            <a:pt x="42705" y="1135"/>
                            <a:pt x="43658" y="5803"/>
                            <a:pt x="42229" y="12470"/>
                          </a:cubicBezTo>
                          <a:cubicBezTo>
                            <a:pt x="40991" y="19233"/>
                            <a:pt x="37467" y="27900"/>
                            <a:pt x="31751" y="36473"/>
                          </a:cubicBezTo>
                          <a:cubicBezTo>
                            <a:pt x="28703" y="40664"/>
                            <a:pt x="25751" y="44569"/>
                            <a:pt x="22417" y="47617"/>
                          </a:cubicBezTo>
                          <a:cubicBezTo>
                            <a:pt x="19178" y="50761"/>
                            <a:pt x="16036" y="53332"/>
                            <a:pt x="12987" y="55047"/>
                          </a:cubicBezTo>
                          <a:cubicBezTo>
                            <a:pt x="7177" y="58762"/>
                            <a:pt x="2320" y="59428"/>
                            <a:pt x="700" y="57523"/>
                          </a:cubicBezTo>
                          <a:cubicBezTo>
                            <a:pt x="-1015" y="55523"/>
                            <a:pt x="605" y="51427"/>
                            <a:pt x="3558" y="45807"/>
                          </a:cubicBezTo>
                          <a:cubicBezTo>
                            <a:pt x="5177" y="43140"/>
                            <a:pt x="6987" y="39997"/>
                            <a:pt x="9082" y="36568"/>
                          </a:cubicBezTo>
                          <a:cubicBezTo>
                            <a:pt x="11368" y="33330"/>
                            <a:pt x="13559" y="29520"/>
                            <a:pt x="16226" y="25900"/>
                          </a:cubicBezTo>
                          <a:cubicBezTo>
                            <a:pt x="21274" y="18280"/>
                            <a:pt x="26132" y="11613"/>
                            <a:pt x="30132" y="6755"/>
                          </a:cubicBezTo>
                          <a:cubicBezTo>
                            <a:pt x="34419" y="2088"/>
                            <a:pt x="37752" y="-770"/>
                            <a:pt x="40324" y="18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2" name="Forme libre : forme 13981">
                      <a:extLst>
                        <a:ext uri="{FF2B5EF4-FFF2-40B4-BE49-F238E27FC236}">
                          <a16:creationId xmlns:a16="http://schemas.microsoft.com/office/drawing/2014/main" id="{38A7EE0B-3316-4579-AD8B-834F7542A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0885" y="4048597"/>
                      <a:ext cx="75238" cy="63048"/>
                    </a:xfrm>
                    <a:custGeom>
                      <a:avLst/>
                      <a:gdLst>
                        <a:gd name="connsiteX0" fmla="*/ 3698 w 75238"/>
                        <a:gd name="connsiteY0" fmla="*/ 55535 h 63048"/>
                        <a:gd name="connsiteX1" fmla="*/ 9413 w 75238"/>
                        <a:gd name="connsiteY1" fmla="*/ 62488 h 63048"/>
                        <a:gd name="connsiteX2" fmla="*/ 47513 w 75238"/>
                        <a:gd name="connsiteY2" fmla="*/ 48105 h 63048"/>
                        <a:gd name="connsiteX3" fmla="*/ 72755 w 75238"/>
                        <a:gd name="connsiteY3" fmla="*/ 15435 h 63048"/>
                        <a:gd name="connsiteX4" fmla="*/ 75231 w 75238"/>
                        <a:gd name="connsiteY4" fmla="*/ 3909 h 63048"/>
                        <a:gd name="connsiteX5" fmla="*/ 71706 w 75238"/>
                        <a:gd name="connsiteY5" fmla="*/ 195 h 63048"/>
                        <a:gd name="connsiteX6" fmla="*/ 61515 w 75238"/>
                        <a:gd name="connsiteY6" fmla="*/ 8958 h 63048"/>
                        <a:gd name="connsiteX7" fmla="*/ 35321 w 75238"/>
                        <a:gd name="connsiteY7" fmla="*/ 26007 h 63048"/>
                        <a:gd name="connsiteX8" fmla="*/ 4746 w 75238"/>
                        <a:gd name="connsiteY8" fmla="*/ 37723 h 63048"/>
                        <a:gd name="connsiteX9" fmla="*/ 174 w 75238"/>
                        <a:gd name="connsiteY9" fmla="*/ 47534 h 63048"/>
                        <a:gd name="connsiteX10" fmla="*/ 3698 w 75238"/>
                        <a:gd name="connsiteY10" fmla="*/ 55535 h 63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5238" h="63048">
                          <a:moveTo>
                            <a:pt x="3698" y="55535"/>
                          </a:moveTo>
                          <a:cubicBezTo>
                            <a:pt x="4555" y="58297"/>
                            <a:pt x="5413" y="61155"/>
                            <a:pt x="9413" y="62488"/>
                          </a:cubicBezTo>
                          <a:cubicBezTo>
                            <a:pt x="16843" y="64965"/>
                            <a:pt x="34369" y="59059"/>
                            <a:pt x="47513" y="48105"/>
                          </a:cubicBezTo>
                          <a:cubicBezTo>
                            <a:pt x="58562" y="39247"/>
                            <a:pt x="68182" y="27055"/>
                            <a:pt x="72755" y="15435"/>
                          </a:cubicBezTo>
                          <a:cubicBezTo>
                            <a:pt x="74564" y="11148"/>
                            <a:pt x="75326" y="6767"/>
                            <a:pt x="75231" y="3909"/>
                          </a:cubicBezTo>
                          <a:cubicBezTo>
                            <a:pt x="75136" y="957"/>
                            <a:pt x="73993" y="-567"/>
                            <a:pt x="71706" y="195"/>
                          </a:cubicBezTo>
                          <a:cubicBezTo>
                            <a:pt x="68754" y="1147"/>
                            <a:pt x="65229" y="5529"/>
                            <a:pt x="61515" y="8958"/>
                          </a:cubicBezTo>
                          <a:cubicBezTo>
                            <a:pt x="53038" y="17340"/>
                            <a:pt x="43703" y="23055"/>
                            <a:pt x="35321" y="26007"/>
                          </a:cubicBezTo>
                          <a:cubicBezTo>
                            <a:pt x="27987" y="28865"/>
                            <a:pt x="14366" y="30389"/>
                            <a:pt x="4746" y="37723"/>
                          </a:cubicBezTo>
                          <a:cubicBezTo>
                            <a:pt x="269" y="41247"/>
                            <a:pt x="-397" y="44486"/>
                            <a:pt x="174" y="47534"/>
                          </a:cubicBezTo>
                          <a:cubicBezTo>
                            <a:pt x="936" y="50868"/>
                            <a:pt x="3127" y="53630"/>
                            <a:pt x="3698" y="5553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3" name="Forme libre : forme 13982">
                      <a:extLst>
                        <a:ext uri="{FF2B5EF4-FFF2-40B4-BE49-F238E27FC236}">
                          <a16:creationId xmlns:a16="http://schemas.microsoft.com/office/drawing/2014/main" id="{F5F81CA2-B274-4613-B915-40BC411BCC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3071" y="4069687"/>
                      <a:ext cx="18069" cy="21246"/>
                    </a:xfrm>
                    <a:custGeom>
                      <a:avLst/>
                      <a:gdLst>
                        <a:gd name="connsiteX0" fmla="*/ 466 w 18069"/>
                        <a:gd name="connsiteY0" fmla="*/ 18252 h 21246"/>
                        <a:gd name="connsiteX1" fmla="*/ 180 w 18069"/>
                        <a:gd name="connsiteY1" fmla="*/ 20729 h 21246"/>
                        <a:gd name="connsiteX2" fmla="*/ 3228 w 18069"/>
                        <a:gd name="connsiteY2" fmla="*/ 20824 h 21246"/>
                        <a:gd name="connsiteX3" fmla="*/ 7228 w 18069"/>
                        <a:gd name="connsiteY3" fmla="*/ 18062 h 21246"/>
                        <a:gd name="connsiteX4" fmla="*/ 15134 w 18069"/>
                        <a:gd name="connsiteY4" fmla="*/ 9299 h 21246"/>
                        <a:gd name="connsiteX5" fmla="*/ 17420 w 18069"/>
                        <a:gd name="connsiteY5" fmla="*/ 5679 h 21246"/>
                        <a:gd name="connsiteX6" fmla="*/ 17135 w 18069"/>
                        <a:gd name="connsiteY6" fmla="*/ 250 h 21246"/>
                        <a:gd name="connsiteX7" fmla="*/ 10848 w 18069"/>
                        <a:gd name="connsiteY7" fmla="*/ 3489 h 21246"/>
                        <a:gd name="connsiteX8" fmla="*/ 466 w 18069"/>
                        <a:gd name="connsiteY8" fmla="*/ 18252 h 21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069" h="21246">
                          <a:moveTo>
                            <a:pt x="466" y="18252"/>
                          </a:moveTo>
                          <a:cubicBezTo>
                            <a:pt x="84" y="19205"/>
                            <a:pt x="-201" y="20157"/>
                            <a:pt x="180" y="20729"/>
                          </a:cubicBezTo>
                          <a:cubicBezTo>
                            <a:pt x="561" y="21300"/>
                            <a:pt x="1704" y="21491"/>
                            <a:pt x="3228" y="20824"/>
                          </a:cubicBezTo>
                          <a:cubicBezTo>
                            <a:pt x="4657" y="20253"/>
                            <a:pt x="6085" y="19205"/>
                            <a:pt x="7228" y="18062"/>
                          </a:cubicBezTo>
                          <a:cubicBezTo>
                            <a:pt x="10181" y="15299"/>
                            <a:pt x="12944" y="12442"/>
                            <a:pt x="15134" y="9299"/>
                          </a:cubicBezTo>
                          <a:cubicBezTo>
                            <a:pt x="16086" y="8060"/>
                            <a:pt x="16944" y="6822"/>
                            <a:pt x="17420" y="5679"/>
                          </a:cubicBezTo>
                          <a:cubicBezTo>
                            <a:pt x="18373" y="3203"/>
                            <a:pt x="18278" y="1012"/>
                            <a:pt x="17135" y="250"/>
                          </a:cubicBezTo>
                          <a:cubicBezTo>
                            <a:pt x="15896" y="-512"/>
                            <a:pt x="14087" y="440"/>
                            <a:pt x="10848" y="3489"/>
                          </a:cubicBezTo>
                          <a:cubicBezTo>
                            <a:pt x="6085" y="8632"/>
                            <a:pt x="2085" y="14347"/>
                            <a:pt x="466" y="1825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4" name="Forme libre : forme 13983">
                      <a:extLst>
                        <a:ext uri="{FF2B5EF4-FFF2-40B4-BE49-F238E27FC236}">
                          <a16:creationId xmlns:a16="http://schemas.microsoft.com/office/drawing/2014/main" id="{774D387C-D4F0-42E9-88F1-BAAE682DCC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11735" y="4007929"/>
                      <a:ext cx="8365" cy="49149"/>
                    </a:xfrm>
                    <a:custGeom>
                      <a:avLst/>
                      <a:gdLst>
                        <a:gd name="connsiteX0" fmla="*/ 0 w 8365"/>
                        <a:gd name="connsiteY0" fmla="*/ 0 h 49149"/>
                        <a:gd name="connsiteX1" fmla="*/ 6287 w 8365"/>
                        <a:gd name="connsiteY1" fmla="*/ 6572 h 49149"/>
                        <a:gd name="connsiteX2" fmla="*/ 8287 w 8365"/>
                        <a:gd name="connsiteY2" fmla="*/ 21336 h 49149"/>
                        <a:gd name="connsiteX3" fmla="*/ 1238 w 8365"/>
                        <a:gd name="connsiteY3" fmla="*/ 49149 h 49149"/>
                        <a:gd name="connsiteX4" fmla="*/ 6287 w 8365"/>
                        <a:gd name="connsiteY4" fmla="*/ 29051 h 49149"/>
                        <a:gd name="connsiteX5" fmla="*/ 0 w 8365"/>
                        <a:gd name="connsiteY5" fmla="*/ 0 h 49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365" h="49149">
                          <a:moveTo>
                            <a:pt x="0" y="0"/>
                          </a:moveTo>
                          <a:cubicBezTo>
                            <a:pt x="0" y="0"/>
                            <a:pt x="3715" y="286"/>
                            <a:pt x="6287" y="6572"/>
                          </a:cubicBezTo>
                          <a:cubicBezTo>
                            <a:pt x="7620" y="9715"/>
                            <a:pt x="8668" y="14383"/>
                            <a:pt x="8287" y="21336"/>
                          </a:cubicBezTo>
                          <a:cubicBezTo>
                            <a:pt x="7906" y="28289"/>
                            <a:pt x="6191" y="37529"/>
                            <a:pt x="1238" y="49149"/>
                          </a:cubicBezTo>
                          <a:cubicBezTo>
                            <a:pt x="1238" y="49149"/>
                            <a:pt x="5049" y="40005"/>
                            <a:pt x="6287" y="29051"/>
                          </a:cubicBezTo>
                          <a:cubicBezTo>
                            <a:pt x="7715" y="18193"/>
                            <a:pt x="6096" y="571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5" name="Forme libre : forme 13984">
                      <a:extLst>
                        <a:ext uri="{FF2B5EF4-FFF2-40B4-BE49-F238E27FC236}">
                          <a16:creationId xmlns:a16="http://schemas.microsoft.com/office/drawing/2014/main" id="{BA9D5220-506B-4E11-9D57-CEC01AC0F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4390" y="4069460"/>
                      <a:ext cx="29241" cy="32575"/>
                    </a:xfrm>
                    <a:custGeom>
                      <a:avLst/>
                      <a:gdLst>
                        <a:gd name="connsiteX0" fmla="*/ 29241 w 29241"/>
                        <a:gd name="connsiteY0" fmla="*/ 0 h 32575"/>
                        <a:gd name="connsiteX1" fmla="*/ 25146 w 29241"/>
                        <a:gd name="connsiteY1" fmla="*/ 3524 h 32575"/>
                        <a:gd name="connsiteX2" fmla="*/ 16002 w 29241"/>
                        <a:gd name="connsiteY2" fmla="*/ 11430 h 32575"/>
                        <a:gd name="connsiteX3" fmla="*/ 10858 w 29241"/>
                        <a:gd name="connsiteY3" fmla="*/ 16097 h 32575"/>
                        <a:gd name="connsiteX4" fmla="*/ 6001 w 29241"/>
                        <a:gd name="connsiteY4" fmla="*/ 21050 h 32575"/>
                        <a:gd name="connsiteX5" fmla="*/ 0 w 29241"/>
                        <a:gd name="connsiteY5" fmla="*/ 32576 h 32575"/>
                        <a:gd name="connsiteX6" fmla="*/ 1428 w 29241"/>
                        <a:gd name="connsiteY6" fmla="*/ 29909 h 32575"/>
                        <a:gd name="connsiteX7" fmla="*/ 6382 w 29241"/>
                        <a:gd name="connsiteY7" fmla="*/ 23146 h 32575"/>
                        <a:gd name="connsiteX8" fmla="*/ 15430 w 29241"/>
                        <a:gd name="connsiteY8" fmla="*/ 13430 h 32575"/>
                        <a:gd name="connsiteX9" fmla="*/ 29241 w 29241"/>
                        <a:gd name="connsiteY9" fmla="*/ 0 h 32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241" h="32575">
                          <a:moveTo>
                            <a:pt x="29241" y="0"/>
                          </a:moveTo>
                          <a:cubicBezTo>
                            <a:pt x="29241" y="0"/>
                            <a:pt x="27527" y="1238"/>
                            <a:pt x="25146" y="3524"/>
                          </a:cubicBezTo>
                          <a:cubicBezTo>
                            <a:pt x="22670" y="5620"/>
                            <a:pt x="19431" y="8573"/>
                            <a:pt x="16002" y="11430"/>
                          </a:cubicBezTo>
                          <a:cubicBezTo>
                            <a:pt x="14478" y="12763"/>
                            <a:pt x="12763" y="14288"/>
                            <a:pt x="10858" y="16097"/>
                          </a:cubicBezTo>
                          <a:cubicBezTo>
                            <a:pt x="9144" y="17812"/>
                            <a:pt x="7525" y="19431"/>
                            <a:pt x="6001" y="21050"/>
                          </a:cubicBezTo>
                          <a:cubicBezTo>
                            <a:pt x="3047" y="24575"/>
                            <a:pt x="476" y="28099"/>
                            <a:pt x="0" y="32576"/>
                          </a:cubicBezTo>
                          <a:cubicBezTo>
                            <a:pt x="0" y="32576"/>
                            <a:pt x="381" y="31528"/>
                            <a:pt x="1428" y="29909"/>
                          </a:cubicBezTo>
                          <a:cubicBezTo>
                            <a:pt x="2476" y="28385"/>
                            <a:pt x="4096" y="26003"/>
                            <a:pt x="6382" y="23146"/>
                          </a:cubicBezTo>
                          <a:cubicBezTo>
                            <a:pt x="8763" y="20479"/>
                            <a:pt x="11716" y="17145"/>
                            <a:pt x="15430" y="13430"/>
                          </a:cubicBezTo>
                          <a:cubicBezTo>
                            <a:pt x="19145" y="9620"/>
                            <a:pt x="23622" y="5334"/>
                            <a:pt x="2924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6" name="Forme libre : forme 13985">
                      <a:extLst>
                        <a:ext uri="{FF2B5EF4-FFF2-40B4-BE49-F238E27FC236}">
                          <a16:creationId xmlns:a16="http://schemas.microsoft.com/office/drawing/2014/main" id="{D5220069-331D-4CAE-9211-F8DC2E10C6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4941" y="4044046"/>
                      <a:ext cx="16224" cy="20402"/>
                    </a:xfrm>
                    <a:custGeom>
                      <a:avLst/>
                      <a:gdLst>
                        <a:gd name="connsiteX0" fmla="*/ 16126 w 16224"/>
                        <a:gd name="connsiteY0" fmla="*/ 650 h 20402"/>
                        <a:gd name="connsiteX1" fmla="*/ 9363 w 16224"/>
                        <a:gd name="connsiteY1" fmla="*/ 14271 h 20402"/>
                        <a:gd name="connsiteX2" fmla="*/ 3076 w 16224"/>
                        <a:gd name="connsiteY2" fmla="*/ 19700 h 20402"/>
                        <a:gd name="connsiteX3" fmla="*/ 28 w 16224"/>
                        <a:gd name="connsiteY3" fmla="*/ 19605 h 20402"/>
                        <a:gd name="connsiteX4" fmla="*/ 7363 w 16224"/>
                        <a:gd name="connsiteY4" fmla="*/ 6841 h 20402"/>
                        <a:gd name="connsiteX5" fmla="*/ 13078 w 16224"/>
                        <a:gd name="connsiteY5" fmla="*/ 1031 h 20402"/>
                        <a:gd name="connsiteX6" fmla="*/ 16126 w 16224"/>
                        <a:gd name="connsiteY6" fmla="*/ 650 h 204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224" h="20402">
                          <a:moveTo>
                            <a:pt x="16126" y="650"/>
                          </a:moveTo>
                          <a:cubicBezTo>
                            <a:pt x="16792" y="2650"/>
                            <a:pt x="14030" y="9032"/>
                            <a:pt x="9363" y="14271"/>
                          </a:cubicBezTo>
                          <a:cubicBezTo>
                            <a:pt x="7172" y="16938"/>
                            <a:pt x="4695" y="18747"/>
                            <a:pt x="3076" y="19700"/>
                          </a:cubicBezTo>
                          <a:cubicBezTo>
                            <a:pt x="1362" y="20652"/>
                            <a:pt x="219" y="20652"/>
                            <a:pt x="28" y="19605"/>
                          </a:cubicBezTo>
                          <a:cubicBezTo>
                            <a:pt x="-353" y="17509"/>
                            <a:pt x="3172" y="12080"/>
                            <a:pt x="7363" y="6841"/>
                          </a:cubicBezTo>
                          <a:cubicBezTo>
                            <a:pt x="9649" y="4269"/>
                            <a:pt x="11458" y="2174"/>
                            <a:pt x="13078" y="1031"/>
                          </a:cubicBezTo>
                          <a:cubicBezTo>
                            <a:pt x="14601" y="-112"/>
                            <a:pt x="15744" y="-398"/>
                            <a:pt x="16126" y="65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7" name="Forme libre : forme 13986">
                      <a:extLst>
                        <a:ext uri="{FF2B5EF4-FFF2-40B4-BE49-F238E27FC236}">
                          <a16:creationId xmlns:a16="http://schemas.microsoft.com/office/drawing/2014/main" id="{ABFCD1D8-CBFB-44DE-B184-A801EC7B38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8317" y="4041003"/>
                      <a:ext cx="4124" cy="6311"/>
                    </a:xfrm>
                    <a:custGeom>
                      <a:avLst/>
                      <a:gdLst>
                        <a:gd name="connsiteX0" fmla="*/ 3702 w 4124"/>
                        <a:gd name="connsiteY0" fmla="*/ 73 h 6311"/>
                        <a:gd name="connsiteX1" fmla="*/ 3226 w 4124"/>
                        <a:gd name="connsiteY1" fmla="*/ 3788 h 6311"/>
                        <a:gd name="connsiteX2" fmla="*/ 369 w 4124"/>
                        <a:gd name="connsiteY2" fmla="*/ 6265 h 6311"/>
                        <a:gd name="connsiteX3" fmla="*/ 845 w 4124"/>
                        <a:gd name="connsiteY3" fmla="*/ 2550 h 6311"/>
                        <a:gd name="connsiteX4" fmla="*/ 3702 w 4124"/>
                        <a:gd name="connsiteY4" fmla="*/ 73 h 63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24" h="6311">
                          <a:moveTo>
                            <a:pt x="3702" y="73"/>
                          </a:moveTo>
                          <a:cubicBezTo>
                            <a:pt x="4369" y="359"/>
                            <a:pt x="4274" y="2169"/>
                            <a:pt x="3226" y="3788"/>
                          </a:cubicBezTo>
                          <a:cubicBezTo>
                            <a:pt x="2274" y="5502"/>
                            <a:pt x="940" y="6550"/>
                            <a:pt x="369" y="6265"/>
                          </a:cubicBezTo>
                          <a:cubicBezTo>
                            <a:pt x="-298" y="5884"/>
                            <a:pt x="-13" y="4264"/>
                            <a:pt x="845" y="2550"/>
                          </a:cubicBezTo>
                          <a:cubicBezTo>
                            <a:pt x="1892" y="835"/>
                            <a:pt x="3035" y="-308"/>
                            <a:pt x="3702" y="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8" name="Forme libre : forme 13987">
                      <a:extLst>
                        <a:ext uri="{FF2B5EF4-FFF2-40B4-BE49-F238E27FC236}">
                          <a16:creationId xmlns:a16="http://schemas.microsoft.com/office/drawing/2014/main" id="{1010E34E-A7B2-486C-B3C9-47EE3B7881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3730" y="4012065"/>
                      <a:ext cx="43186" cy="43960"/>
                    </a:xfrm>
                    <a:custGeom>
                      <a:avLst/>
                      <a:gdLst>
                        <a:gd name="connsiteX0" fmla="*/ 28099 w 43186"/>
                        <a:gd name="connsiteY0" fmla="*/ 2150 h 43960"/>
                        <a:gd name="connsiteX1" fmla="*/ 40862 w 43186"/>
                        <a:gd name="connsiteY1" fmla="*/ 912 h 43960"/>
                        <a:gd name="connsiteX2" fmla="*/ 42863 w 43186"/>
                        <a:gd name="connsiteY2" fmla="*/ 6818 h 43960"/>
                        <a:gd name="connsiteX3" fmla="*/ 38100 w 43186"/>
                        <a:gd name="connsiteY3" fmla="*/ 13390 h 43960"/>
                        <a:gd name="connsiteX4" fmla="*/ 22003 w 43186"/>
                        <a:gd name="connsiteY4" fmla="*/ 23106 h 43960"/>
                        <a:gd name="connsiteX5" fmla="*/ 9906 w 43186"/>
                        <a:gd name="connsiteY5" fmla="*/ 37393 h 43960"/>
                        <a:gd name="connsiteX6" fmla="*/ 2953 w 43186"/>
                        <a:gd name="connsiteY6" fmla="*/ 43203 h 43960"/>
                        <a:gd name="connsiteX7" fmla="*/ 0 w 43186"/>
                        <a:gd name="connsiteY7" fmla="*/ 42632 h 43960"/>
                        <a:gd name="connsiteX8" fmla="*/ 7334 w 43186"/>
                        <a:gd name="connsiteY8" fmla="*/ 27677 h 43960"/>
                        <a:gd name="connsiteX9" fmla="*/ 16859 w 43186"/>
                        <a:gd name="connsiteY9" fmla="*/ 12818 h 43960"/>
                        <a:gd name="connsiteX10" fmla="*/ 28099 w 43186"/>
                        <a:gd name="connsiteY10" fmla="*/ 2150 h 43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3186" h="43960">
                          <a:moveTo>
                            <a:pt x="28099" y="2150"/>
                          </a:moveTo>
                          <a:cubicBezTo>
                            <a:pt x="32861" y="-517"/>
                            <a:pt x="36957" y="-421"/>
                            <a:pt x="40862" y="912"/>
                          </a:cubicBezTo>
                          <a:cubicBezTo>
                            <a:pt x="42196" y="1388"/>
                            <a:pt x="43910" y="3103"/>
                            <a:pt x="42863" y="6818"/>
                          </a:cubicBezTo>
                          <a:cubicBezTo>
                            <a:pt x="41910" y="10247"/>
                            <a:pt x="39719" y="12437"/>
                            <a:pt x="38100" y="13390"/>
                          </a:cubicBezTo>
                          <a:cubicBezTo>
                            <a:pt x="32671" y="16343"/>
                            <a:pt x="28004" y="17200"/>
                            <a:pt x="22003" y="23106"/>
                          </a:cubicBezTo>
                          <a:cubicBezTo>
                            <a:pt x="20193" y="25010"/>
                            <a:pt x="15240" y="32250"/>
                            <a:pt x="9906" y="37393"/>
                          </a:cubicBezTo>
                          <a:cubicBezTo>
                            <a:pt x="7429" y="40060"/>
                            <a:pt x="4763" y="42060"/>
                            <a:pt x="2953" y="43203"/>
                          </a:cubicBezTo>
                          <a:cubicBezTo>
                            <a:pt x="1143" y="44251"/>
                            <a:pt x="0" y="44346"/>
                            <a:pt x="0" y="42632"/>
                          </a:cubicBezTo>
                          <a:cubicBezTo>
                            <a:pt x="190" y="39298"/>
                            <a:pt x="3714" y="33678"/>
                            <a:pt x="7334" y="27677"/>
                          </a:cubicBezTo>
                          <a:cubicBezTo>
                            <a:pt x="10953" y="21772"/>
                            <a:pt x="14764" y="15581"/>
                            <a:pt x="16859" y="12818"/>
                          </a:cubicBezTo>
                          <a:cubicBezTo>
                            <a:pt x="20669" y="7866"/>
                            <a:pt x="24479" y="4151"/>
                            <a:pt x="28099" y="215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84" name="Graphique 1">
                    <a:extLst>
                      <a:ext uri="{FF2B5EF4-FFF2-40B4-BE49-F238E27FC236}">
                        <a16:creationId xmlns:a16="http://schemas.microsoft.com/office/drawing/2014/main" id="{A878C66B-D2EC-4187-BD53-F6AEF20AA055}"/>
                      </a:ext>
                    </a:extLst>
                  </p:cNvPr>
                  <p:cNvGrpSpPr/>
                  <p:nvPr/>
                </p:nvGrpSpPr>
                <p:grpSpPr>
                  <a:xfrm>
                    <a:off x="4658577" y="3856648"/>
                    <a:ext cx="78183" cy="147237"/>
                    <a:chOff x="4658577" y="3856648"/>
                    <a:chExt cx="78183" cy="147237"/>
                  </a:xfrm>
                  <a:solidFill>
                    <a:schemeClr val="accent1"/>
                  </a:solidFill>
                </p:grpSpPr>
                <p:sp>
                  <p:nvSpPr>
                    <p:cNvPr id="13965" name="Forme libre : forme 13964">
                      <a:extLst>
                        <a:ext uri="{FF2B5EF4-FFF2-40B4-BE49-F238E27FC236}">
                          <a16:creationId xmlns:a16="http://schemas.microsoft.com/office/drawing/2014/main" id="{F2855D78-A355-40B8-A93E-AFF7E8E9AA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58577" y="3856648"/>
                      <a:ext cx="78088" cy="147144"/>
                    </a:xfrm>
                    <a:custGeom>
                      <a:avLst/>
                      <a:gdLst>
                        <a:gd name="connsiteX0" fmla="*/ 59350 w 78088"/>
                        <a:gd name="connsiteY0" fmla="*/ 32790 h 147144"/>
                        <a:gd name="connsiteX1" fmla="*/ 77828 w 78088"/>
                        <a:gd name="connsiteY1" fmla="*/ 96131 h 147144"/>
                        <a:gd name="connsiteX2" fmla="*/ 76780 w 78088"/>
                        <a:gd name="connsiteY2" fmla="*/ 117562 h 147144"/>
                        <a:gd name="connsiteX3" fmla="*/ 71446 w 78088"/>
                        <a:gd name="connsiteY3" fmla="*/ 134326 h 147144"/>
                        <a:gd name="connsiteX4" fmla="*/ 56111 w 78088"/>
                        <a:gd name="connsiteY4" fmla="*/ 146995 h 147144"/>
                        <a:gd name="connsiteX5" fmla="*/ 42586 w 78088"/>
                        <a:gd name="connsiteY5" fmla="*/ 144042 h 147144"/>
                        <a:gd name="connsiteX6" fmla="*/ 32108 w 78088"/>
                        <a:gd name="connsiteY6" fmla="*/ 129183 h 147144"/>
                        <a:gd name="connsiteX7" fmla="*/ 29155 w 78088"/>
                        <a:gd name="connsiteY7" fmla="*/ 115848 h 147144"/>
                        <a:gd name="connsiteX8" fmla="*/ 27251 w 78088"/>
                        <a:gd name="connsiteY8" fmla="*/ 100417 h 147144"/>
                        <a:gd name="connsiteX9" fmla="*/ 14202 w 78088"/>
                        <a:gd name="connsiteY9" fmla="*/ 57269 h 147144"/>
                        <a:gd name="connsiteX10" fmla="*/ 10582 w 78088"/>
                        <a:gd name="connsiteY10" fmla="*/ 50507 h 147144"/>
                        <a:gd name="connsiteX11" fmla="*/ 7343 w 78088"/>
                        <a:gd name="connsiteY11" fmla="*/ 44029 h 147144"/>
                        <a:gd name="connsiteX12" fmla="*/ 2295 w 78088"/>
                        <a:gd name="connsiteY12" fmla="*/ 31933 h 147144"/>
                        <a:gd name="connsiteX13" fmla="*/ 9 w 78088"/>
                        <a:gd name="connsiteY13" fmla="*/ 21550 h 147144"/>
                        <a:gd name="connsiteX14" fmla="*/ 2295 w 78088"/>
                        <a:gd name="connsiteY14" fmla="*/ 13740 h 147144"/>
                        <a:gd name="connsiteX15" fmla="*/ 11534 w 78088"/>
                        <a:gd name="connsiteY15" fmla="*/ 2786 h 147144"/>
                        <a:gd name="connsiteX16" fmla="*/ 19345 w 78088"/>
                        <a:gd name="connsiteY16" fmla="*/ 24 h 147144"/>
                        <a:gd name="connsiteX17" fmla="*/ 31823 w 78088"/>
                        <a:gd name="connsiteY17" fmla="*/ 3834 h 147144"/>
                        <a:gd name="connsiteX18" fmla="*/ 46301 w 78088"/>
                        <a:gd name="connsiteY18" fmla="*/ 14788 h 147144"/>
                        <a:gd name="connsiteX19" fmla="*/ 53254 w 78088"/>
                        <a:gd name="connsiteY19" fmla="*/ 22979 h 147144"/>
                        <a:gd name="connsiteX20" fmla="*/ 59350 w 78088"/>
                        <a:gd name="connsiteY20" fmla="*/ 32790 h 14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78088" h="147144">
                          <a:moveTo>
                            <a:pt x="59350" y="32790"/>
                          </a:moveTo>
                          <a:cubicBezTo>
                            <a:pt x="70113" y="52507"/>
                            <a:pt x="76019" y="74414"/>
                            <a:pt x="77828" y="96131"/>
                          </a:cubicBezTo>
                          <a:cubicBezTo>
                            <a:pt x="78400" y="103751"/>
                            <a:pt x="78019" y="111085"/>
                            <a:pt x="76780" y="117562"/>
                          </a:cubicBezTo>
                          <a:cubicBezTo>
                            <a:pt x="75637" y="124040"/>
                            <a:pt x="73637" y="129754"/>
                            <a:pt x="71446" y="134326"/>
                          </a:cubicBezTo>
                          <a:cubicBezTo>
                            <a:pt x="66874" y="143566"/>
                            <a:pt x="60969" y="148042"/>
                            <a:pt x="56111" y="146995"/>
                          </a:cubicBezTo>
                          <a:lnTo>
                            <a:pt x="42586" y="144042"/>
                          </a:lnTo>
                          <a:cubicBezTo>
                            <a:pt x="37633" y="142994"/>
                            <a:pt x="34394" y="137089"/>
                            <a:pt x="32108" y="129183"/>
                          </a:cubicBezTo>
                          <a:cubicBezTo>
                            <a:pt x="30965" y="125182"/>
                            <a:pt x="30013" y="120706"/>
                            <a:pt x="29155" y="115848"/>
                          </a:cubicBezTo>
                          <a:cubicBezTo>
                            <a:pt x="28394" y="110990"/>
                            <a:pt x="27632" y="105847"/>
                            <a:pt x="27251" y="100417"/>
                          </a:cubicBezTo>
                          <a:cubicBezTo>
                            <a:pt x="25726" y="85082"/>
                            <a:pt x="21535" y="70223"/>
                            <a:pt x="14202" y="57269"/>
                          </a:cubicBezTo>
                          <a:cubicBezTo>
                            <a:pt x="13058" y="54888"/>
                            <a:pt x="11820" y="52697"/>
                            <a:pt x="10582" y="50507"/>
                          </a:cubicBezTo>
                          <a:cubicBezTo>
                            <a:pt x="9439" y="48316"/>
                            <a:pt x="8486" y="46030"/>
                            <a:pt x="7343" y="44029"/>
                          </a:cubicBezTo>
                          <a:cubicBezTo>
                            <a:pt x="5343" y="39743"/>
                            <a:pt x="3628" y="35743"/>
                            <a:pt x="2295" y="31933"/>
                          </a:cubicBezTo>
                          <a:cubicBezTo>
                            <a:pt x="1152" y="28027"/>
                            <a:pt x="104" y="24694"/>
                            <a:pt x="9" y="21550"/>
                          </a:cubicBezTo>
                          <a:cubicBezTo>
                            <a:pt x="-86" y="18407"/>
                            <a:pt x="580" y="15740"/>
                            <a:pt x="2295" y="13740"/>
                          </a:cubicBezTo>
                          <a:lnTo>
                            <a:pt x="11534" y="2786"/>
                          </a:lnTo>
                          <a:cubicBezTo>
                            <a:pt x="13249" y="786"/>
                            <a:pt x="15821" y="-167"/>
                            <a:pt x="19345" y="24"/>
                          </a:cubicBezTo>
                          <a:cubicBezTo>
                            <a:pt x="22774" y="215"/>
                            <a:pt x="27251" y="1167"/>
                            <a:pt x="31823" y="3834"/>
                          </a:cubicBezTo>
                          <a:cubicBezTo>
                            <a:pt x="36490" y="6215"/>
                            <a:pt x="41538" y="9930"/>
                            <a:pt x="46301" y="14788"/>
                          </a:cubicBezTo>
                          <a:cubicBezTo>
                            <a:pt x="48872" y="17169"/>
                            <a:pt x="51063" y="19931"/>
                            <a:pt x="53254" y="22979"/>
                          </a:cubicBezTo>
                          <a:cubicBezTo>
                            <a:pt x="55540" y="26027"/>
                            <a:pt x="57635" y="29266"/>
                            <a:pt x="59350" y="3279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66" name="Forme libre : forme 13965">
                      <a:extLst>
                        <a:ext uri="{FF2B5EF4-FFF2-40B4-BE49-F238E27FC236}">
                          <a16:creationId xmlns:a16="http://schemas.microsoft.com/office/drawing/2014/main" id="{CC3BB03F-8239-439E-B962-DEFFCDFA01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9825" y="3856855"/>
                      <a:ext cx="66935" cy="147029"/>
                    </a:xfrm>
                    <a:custGeom>
                      <a:avLst/>
                      <a:gdLst>
                        <a:gd name="connsiteX0" fmla="*/ 48769 w 66935"/>
                        <a:gd name="connsiteY0" fmla="*/ 86970 h 147029"/>
                        <a:gd name="connsiteX1" fmla="*/ 49911 w 66935"/>
                        <a:gd name="connsiteY1" fmla="*/ 121165 h 147029"/>
                        <a:gd name="connsiteX2" fmla="*/ 39148 w 66935"/>
                        <a:gd name="connsiteY2" fmla="*/ 145644 h 147029"/>
                        <a:gd name="connsiteX3" fmla="*/ 44958 w 66935"/>
                        <a:gd name="connsiteY3" fmla="*/ 146882 h 147029"/>
                        <a:gd name="connsiteX4" fmla="*/ 60293 w 66935"/>
                        <a:gd name="connsiteY4" fmla="*/ 134214 h 147029"/>
                        <a:gd name="connsiteX5" fmla="*/ 65627 w 66935"/>
                        <a:gd name="connsiteY5" fmla="*/ 117450 h 147029"/>
                        <a:gd name="connsiteX6" fmla="*/ 66675 w 66935"/>
                        <a:gd name="connsiteY6" fmla="*/ 96019 h 147029"/>
                        <a:gd name="connsiteX7" fmla="*/ 48197 w 66935"/>
                        <a:gd name="connsiteY7" fmla="*/ 32678 h 147029"/>
                        <a:gd name="connsiteX8" fmla="*/ 42006 w 66935"/>
                        <a:gd name="connsiteY8" fmla="*/ 22962 h 147029"/>
                        <a:gd name="connsiteX9" fmla="*/ 35053 w 66935"/>
                        <a:gd name="connsiteY9" fmla="*/ 14771 h 147029"/>
                        <a:gd name="connsiteX10" fmla="*/ 20574 w 66935"/>
                        <a:gd name="connsiteY10" fmla="*/ 3817 h 147029"/>
                        <a:gd name="connsiteX11" fmla="*/ 8097 w 66935"/>
                        <a:gd name="connsiteY11" fmla="*/ 7 h 147029"/>
                        <a:gd name="connsiteX12" fmla="*/ 286 w 66935"/>
                        <a:gd name="connsiteY12" fmla="*/ 2769 h 147029"/>
                        <a:gd name="connsiteX13" fmla="*/ 0 w 66935"/>
                        <a:gd name="connsiteY13" fmla="*/ 3150 h 147029"/>
                        <a:gd name="connsiteX14" fmla="*/ 17622 w 66935"/>
                        <a:gd name="connsiteY14" fmla="*/ 20676 h 147029"/>
                        <a:gd name="connsiteX15" fmla="*/ 31338 w 66935"/>
                        <a:gd name="connsiteY15" fmla="*/ 41060 h 147029"/>
                        <a:gd name="connsiteX16" fmla="*/ 36767 w 66935"/>
                        <a:gd name="connsiteY16" fmla="*/ 52014 h 147029"/>
                        <a:gd name="connsiteX17" fmla="*/ 41434 w 66935"/>
                        <a:gd name="connsiteY17" fmla="*/ 63348 h 147029"/>
                        <a:gd name="connsiteX18" fmla="*/ 48769 w 66935"/>
                        <a:gd name="connsiteY18" fmla="*/ 86970 h 147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66935" h="147029">
                          <a:moveTo>
                            <a:pt x="48769" y="86970"/>
                          </a:moveTo>
                          <a:cubicBezTo>
                            <a:pt x="51626" y="98496"/>
                            <a:pt x="51816" y="110688"/>
                            <a:pt x="49911" y="121165"/>
                          </a:cubicBezTo>
                          <a:cubicBezTo>
                            <a:pt x="47816" y="131642"/>
                            <a:pt x="43911" y="140406"/>
                            <a:pt x="39148" y="145644"/>
                          </a:cubicBezTo>
                          <a:lnTo>
                            <a:pt x="44958" y="146882"/>
                          </a:lnTo>
                          <a:cubicBezTo>
                            <a:pt x="49816" y="147930"/>
                            <a:pt x="55722" y="143358"/>
                            <a:pt x="60293" y="134214"/>
                          </a:cubicBezTo>
                          <a:cubicBezTo>
                            <a:pt x="62579" y="129642"/>
                            <a:pt x="64484" y="123927"/>
                            <a:pt x="65627" y="117450"/>
                          </a:cubicBezTo>
                          <a:cubicBezTo>
                            <a:pt x="66866" y="110973"/>
                            <a:pt x="67247" y="103639"/>
                            <a:pt x="66675" y="96019"/>
                          </a:cubicBezTo>
                          <a:cubicBezTo>
                            <a:pt x="64770" y="74302"/>
                            <a:pt x="58960" y="52395"/>
                            <a:pt x="48197" y="32678"/>
                          </a:cubicBezTo>
                          <a:cubicBezTo>
                            <a:pt x="46387" y="29154"/>
                            <a:pt x="44291" y="25915"/>
                            <a:pt x="42006" y="22962"/>
                          </a:cubicBezTo>
                          <a:cubicBezTo>
                            <a:pt x="39815" y="20009"/>
                            <a:pt x="37624" y="17152"/>
                            <a:pt x="35053" y="14771"/>
                          </a:cubicBezTo>
                          <a:cubicBezTo>
                            <a:pt x="30290" y="9818"/>
                            <a:pt x="25241" y="6198"/>
                            <a:pt x="20574" y="3817"/>
                          </a:cubicBezTo>
                          <a:cubicBezTo>
                            <a:pt x="16097" y="1245"/>
                            <a:pt x="11525" y="198"/>
                            <a:pt x="8097" y="7"/>
                          </a:cubicBezTo>
                          <a:cubicBezTo>
                            <a:pt x="4572" y="-88"/>
                            <a:pt x="2000" y="769"/>
                            <a:pt x="286" y="2769"/>
                          </a:cubicBezTo>
                          <a:lnTo>
                            <a:pt x="0" y="3150"/>
                          </a:lnTo>
                          <a:cubicBezTo>
                            <a:pt x="6478" y="8484"/>
                            <a:pt x="12383" y="14295"/>
                            <a:pt x="17622" y="20676"/>
                          </a:cubicBezTo>
                          <a:cubicBezTo>
                            <a:pt x="22765" y="27058"/>
                            <a:pt x="27432" y="33916"/>
                            <a:pt x="31338" y="41060"/>
                          </a:cubicBezTo>
                          <a:cubicBezTo>
                            <a:pt x="33338" y="44584"/>
                            <a:pt x="35243" y="48204"/>
                            <a:pt x="36767" y="52014"/>
                          </a:cubicBezTo>
                          <a:cubicBezTo>
                            <a:pt x="38577" y="55728"/>
                            <a:pt x="40005" y="59538"/>
                            <a:pt x="41434" y="63348"/>
                          </a:cubicBezTo>
                          <a:cubicBezTo>
                            <a:pt x="44387" y="70968"/>
                            <a:pt x="46577" y="78874"/>
                            <a:pt x="48769" y="8697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67" name="Forme libre : forme 13966">
                      <a:extLst>
                        <a:ext uri="{FF2B5EF4-FFF2-40B4-BE49-F238E27FC236}">
                          <a16:creationId xmlns:a16="http://schemas.microsoft.com/office/drawing/2014/main" id="{BE1F0592-F2AC-4A75-A6FD-346AE320A7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6065" y="3886476"/>
                      <a:ext cx="31273" cy="64700"/>
                    </a:xfrm>
                    <a:custGeom>
                      <a:avLst/>
                      <a:gdLst>
                        <a:gd name="connsiteX0" fmla="*/ 1573 w 31273"/>
                        <a:gd name="connsiteY0" fmla="*/ 581 h 64700"/>
                        <a:gd name="connsiteX1" fmla="*/ 13098 w 31273"/>
                        <a:gd name="connsiteY1" fmla="*/ 5439 h 64700"/>
                        <a:gd name="connsiteX2" fmla="*/ 27004 w 31273"/>
                        <a:gd name="connsiteY2" fmla="*/ 27632 h 64700"/>
                        <a:gd name="connsiteX3" fmla="*/ 31100 w 31273"/>
                        <a:gd name="connsiteY3" fmla="*/ 53445 h 64700"/>
                        <a:gd name="connsiteX4" fmla="*/ 25861 w 31273"/>
                        <a:gd name="connsiteY4" fmla="*/ 64685 h 64700"/>
                        <a:gd name="connsiteX5" fmla="*/ 17670 w 31273"/>
                        <a:gd name="connsiteY5" fmla="*/ 55826 h 64700"/>
                        <a:gd name="connsiteX6" fmla="*/ 8811 w 31273"/>
                        <a:gd name="connsiteY6" fmla="*/ 34395 h 64700"/>
                        <a:gd name="connsiteX7" fmla="*/ 1287 w 31273"/>
                        <a:gd name="connsiteY7" fmla="*/ 12583 h 64700"/>
                        <a:gd name="connsiteX8" fmla="*/ 1573 w 31273"/>
                        <a:gd name="connsiteY8" fmla="*/ 581 h 64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273" h="64700">
                          <a:moveTo>
                            <a:pt x="1573" y="581"/>
                          </a:moveTo>
                          <a:cubicBezTo>
                            <a:pt x="3859" y="-1038"/>
                            <a:pt x="7954" y="772"/>
                            <a:pt x="13098" y="5439"/>
                          </a:cubicBezTo>
                          <a:cubicBezTo>
                            <a:pt x="18051" y="10106"/>
                            <a:pt x="23385" y="18012"/>
                            <a:pt x="27004" y="27632"/>
                          </a:cubicBezTo>
                          <a:cubicBezTo>
                            <a:pt x="30529" y="37348"/>
                            <a:pt x="31767" y="46682"/>
                            <a:pt x="31100" y="53445"/>
                          </a:cubicBezTo>
                          <a:cubicBezTo>
                            <a:pt x="30719" y="60208"/>
                            <a:pt x="28433" y="64494"/>
                            <a:pt x="25861" y="64685"/>
                          </a:cubicBezTo>
                          <a:cubicBezTo>
                            <a:pt x="23099" y="64970"/>
                            <a:pt x="20623" y="61351"/>
                            <a:pt x="17670" y="55826"/>
                          </a:cubicBezTo>
                          <a:cubicBezTo>
                            <a:pt x="15003" y="50206"/>
                            <a:pt x="11955" y="42682"/>
                            <a:pt x="8811" y="34395"/>
                          </a:cubicBezTo>
                          <a:cubicBezTo>
                            <a:pt x="5668" y="26108"/>
                            <a:pt x="2906" y="18584"/>
                            <a:pt x="1287" y="12583"/>
                          </a:cubicBezTo>
                          <a:cubicBezTo>
                            <a:pt x="-428" y="6772"/>
                            <a:pt x="-523" y="2105"/>
                            <a:pt x="1573" y="581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68" name="Forme libre : forme 13967">
                      <a:extLst>
                        <a:ext uri="{FF2B5EF4-FFF2-40B4-BE49-F238E27FC236}">
                          <a16:creationId xmlns:a16="http://schemas.microsoft.com/office/drawing/2014/main" id="{08749C69-4DC9-421B-BCDC-E4B88364FB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1734" y="3899344"/>
                      <a:ext cx="15603" cy="51929"/>
                    </a:xfrm>
                    <a:custGeom>
                      <a:avLst/>
                      <a:gdLst>
                        <a:gd name="connsiteX0" fmla="*/ 0 w 15603"/>
                        <a:gd name="connsiteY0" fmla="*/ 38576 h 51929"/>
                        <a:gd name="connsiteX1" fmla="*/ 10192 w 15603"/>
                        <a:gd name="connsiteY1" fmla="*/ 51911 h 51929"/>
                        <a:gd name="connsiteX2" fmla="*/ 15430 w 15603"/>
                        <a:gd name="connsiteY2" fmla="*/ 40672 h 51929"/>
                        <a:gd name="connsiteX3" fmla="*/ 11335 w 15603"/>
                        <a:gd name="connsiteY3" fmla="*/ 14859 h 51929"/>
                        <a:gd name="connsiteX4" fmla="*/ 3620 w 15603"/>
                        <a:gd name="connsiteY4" fmla="*/ 0 h 51929"/>
                        <a:gd name="connsiteX5" fmla="*/ 6953 w 15603"/>
                        <a:gd name="connsiteY5" fmla="*/ 8572 h 51929"/>
                        <a:gd name="connsiteX6" fmla="*/ 8382 w 15603"/>
                        <a:gd name="connsiteY6" fmla="*/ 20098 h 51929"/>
                        <a:gd name="connsiteX7" fmla="*/ 7334 w 15603"/>
                        <a:gd name="connsiteY7" fmla="*/ 29718 h 51929"/>
                        <a:gd name="connsiteX8" fmla="*/ 0 w 15603"/>
                        <a:gd name="connsiteY8" fmla="*/ 38576 h 51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603" h="51929">
                          <a:moveTo>
                            <a:pt x="0" y="38576"/>
                          </a:moveTo>
                          <a:cubicBezTo>
                            <a:pt x="3429" y="46672"/>
                            <a:pt x="6953" y="52292"/>
                            <a:pt x="10192" y="51911"/>
                          </a:cubicBezTo>
                          <a:cubicBezTo>
                            <a:pt x="12763" y="51625"/>
                            <a:pt x="15050" y="47434"/>
                            <a:pt x="15430" y="40672"/>
                          </a:cubicBezTo>
                          <a:cubicBezTo>
                            <a:pt x="16097" y="33909"/>
                            <a:pt x="14859" y="24574"/>
                            <a:pt x="11335" y="14859"/>
                          </a:cubicBezTo>
                          <a:cubicBezTo>
                            <a:pt x="9144" y="9239"/>
                            <a:pt x="6668" y="4096"/>
                            <a:pt x="3620" y="0"/>
                          </a:cubicBezTo>
                          <a:cubicBezTo>
                            <a:pt x="5143" y="2762"/>
                            <a:pt x="6096" y="5620"/>
                            <a:pt x="6953" y="8572"/>
                          </a:cubicBezTo>
                          <a:cubicBezTo>
                            <a:pt x="8001" y="12573"/>
                            <a:pt x="8382" y="16478"/>
                            <a:pt x="8382" y="20098"/>
                          </a:cubicBezTo>
                          <a:cubicBezTo>
                            <a:pt x="8477" y="23717"/>
                            <a:pt x="8096" y="26956"/>
                            <a:pt x="7334" y="29718"/>
                          </a:cubicBezTo>
                          <a:cubicBezTo>
                            <a:pt x="5810" y="35147"/>
                            <a:pt x="3334" y="38386"/>
                            <a:pt x="0" y="38576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69" name="Forme libre : forme 13968">
                      <a:extLst>
                        <a:ext uri="{FF2B5EF4-FFF2-40B4-BE49-F238E27FC236}">
                          <a16:creationId xmlns:a16="http://schemas.microsoft.com/office/drawing/2014/main" id="{53EE5412-7FBD-4A7B-92E0-43A2DFA957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5766" y="3882337"/>
                      <a:ext cx="32820" cy="65124"/>
                    </a:xfrm>
                    <a:custGeom>
                      <a:avLst/>
                      <a:gdLst>
                        <a:gd name="connsiteX0" fmla="*/ 1395 w 32820"/>
                        <a:gd name="connsiteY0" fmla="*/ 624 h 65124"/>
                        <a:gd name="connsiteX1" fmla="*/ 13111 w 32820"/>
                        <a:gd name="connsiteY1" fmla="*/ 5291 h 65124"/>
                        <a:gd name="connsiteX2" fmla="*/ 27875 w 32820"/>
                        <a:gd name="connsiteY2" fmla="*/ 27485 h 65124"/>
                        <a:gd name="connsiteX3" fmla="*/ 32733 w 32820"/>
                        <a:gd name="connsiteY3" fmla="*/ 53583 h 65124"/>
                        <a:gd name="connsiteX4" fmla="*/ 27779 w 32820"/>
                        <a:gd name="connsiteY4" fmla="*/ 65108 h 65124"/>
                        <a:gd name="connsiteX5" fmla="*/ 19397 w 32820"/>
                        <a:gd name="connsiteY5" fmla="*/ 56345 h 65124"/>
                        <a:gd name="connsiteX6" fmla="*/ 9872 w 32820"/>
                        <a:gd name="connsiteY6" fmla="*/ 34819 h 65124"/>
                        <a:gd name="connsiteX7" fmla="*/ 1490 w 32820"/>
                        <a:gd name="connsiteY7" fmla="*/ 12816 h 65124"/>
                        <a:gd name="connsiteX8" fmla="*/ 1395 w 32820"/>
                        <a:gd name="connsiteY8" fmla="*/ 624 h 65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820" h="65124">
                          <a:moveTo>
                            <a:pt x="1395" y="624"/>
                          </a:moveTo>
                          <a:cubicBezTo>
                            <a:pt x="3491" y="-995"/>
                            <a:pt x="8158" y="529"/>
                            <a:pt x="13111" y="5291"/>
                          </a:cubicBezTo>
                          <a:cubicBezTo>
                            <a:pt x="18445" y="9863"/>
                            <a:pt x="23874" y="17769"/>
                            <a:pt x="27875" y="27485"/>
                          </a:cubicBezTo>
                          <a:cubicBezTo>
                            <a:pt x="31780" y="37200"/>
                            <a:pt x="33209" y="46725"/>
                            <a:pt x="32733" y="53583"/>
                          </a:cubicBezTo>
                          <a:cubicBezTo>
                            <a:pt x="32351" y="60536"/>
                            <a:pt x="30541" y="64822"/>
                            <a:pt x="27779" y="65108"/>
                          </a:cubicBezTo>
                          <a:cubicBezTo>
                            <a:pt x="25208" y="65394"/>
                            <a:pt x="22255" y="61965"/>
                            <a:pt x="19397" y="56345"/>
                          </a:cubicBezTo>
                          <a:cubicBezTo>
                            <a:pt x="16445" y="50726"/>
                            <a:pt x="13207" y="43201"/>
                            <a:pt x="9872" y="34819"/>
                          </a:cubicBezTo>
                          <a:cubicBezTo>
                            <a:pt x="6348" y="26532"/>
                            <a:pt x="3491" y="18817"/>
                            <a:pt x="1490" y="12816"/>
                          </a:cubicBezTo>
                          <a:cubicBezTo>
                            <a:pt x="-129" y="6720"/>
                            <a:pt x="-796" y="2339"/>
                            <a:pt x="1395" y="62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0" name="Forme libre : forme 13969">
                      <a:extLst>
                        <a:ext uri="{FF2B5EF4-FFF2-40B4-BE49-F238E27FC236}">
                          <a16:creationId xmlns:a16="http://schemas.microsoft.com/office/drawing/2014/main" id="{C1D18CC0-65CA-4385-B117-639BA0741C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7649" y="3891288"/>
                      <a:ext cx="33231" cy="89764"/>
                    </a:xfrm>
                    <a:custGeom>
                      <a:avLst/>
                      <a:gdLst>
                        <a:gd name="connsiteX0" fmla="*/ 15991 w 33231"/>
                        <a:gd name="connsiteY0" fmla="*/ 89399 h 89764"/>
                        <a:gd name="connsiteX1" fmla="*/ 25040 w 33231"/>
                        <a:gd name="connsiteY1" fmla="*/ 87590 h 89764"/>
                        <a:gd name="connsiteX2" fmla="*/ 32851 w 33231"/>
                        <a:gd name="connsiteY2" fmla="*/ 48918 h 89764"/>
                        <a:gd name="connsiteX3" fmla="*/ 19706 w 33231"/>
                        <a:gd name="connsiteY3" fmla="*/ 9580 h 89764"/>
                        <a:gd name="connsiteX4" fmla="*/ 11133 w 33231"/>
                        <a:gd name="connsiteY4" fmla="*/ 1007 h 89764"/>
                        <a:gd name="connsiteX5" fmla="*/ 5990 w 33231"/>
                        <a:gd name="connsiteY5" fmla="*/ 2055 h 89764"/>
                        <a:gd name="connsiteX6" fmla="*/ 7800 w 33231"/>
                        <a:gd name="connsiteY6" fmla="*/ 15581 h 89764"/>
                        <a:gd name="connsiteX7" fmla="*/ 7038 w 33231"/>
                        <a:gd name="connsiteY7" fmla="*/ 47013 h 89764"/>
                        <a:gd name="connsiteX8" fmla="*/ 370 w 33231"/>
                        <a:gd name="connsiteY8" fmla="*/ 79969 h 89764"/>
                        <a:gd name="connsiteX9" fmla="*/ 7133 w 33231"/>
                        <a:gd name="connsiteY9" fmla="*/ 89018 h 89764"/>
                        <a:gd name="connsiteX10" fmla="*/ 15991 w 33231"/>
                        <a:gd name="connsiteY10" fmla="*/ 89399 h 89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3231" h="89764">
                          <a:moveTo>
                            <a:pt x="15991" y="89399"/>
                          </a:moveTo>
                          <a:cubicBezTo>
                            <a:pt x="18944" y="89875"/>
                            <a:pt x="21992" y="90352"/>
                            <a:pt x="25040" y="87590"/>
                          </a:cubicBezTo>
                          <a:cubicBezTo>
                            <a:pt x="30755" y="82351"/>
                            <a:pt x="34470" y="65587"/>
                            <a:pt x="32851" y="48918"/>
                          </a:cubicBezTo>
                          <a:cubicBezTo>
                            <a:pt x="31707" y="35107"/>
                            <a:pt x="27135" y="20057"/>
                            <a:pt x="19706" y="9580"/>
                          </a:cubicBezTo>
                          <a:cubicBezTo>
                            <a:pt x="17134" y="5579"/>
                            <a:pt x="13610" y="2531"/>
                            <a:pt x="11133" y="1007"/>
                          </a:cubicBezTo>
                          <a:cubicBezTo>
                            <a:pt x="8561" y="-517"/>
                            <a:pt x="6562" y="-422"/>
                            <a:pt x="5990" y="2055"/>
                          </a:cubicBezTo>
                          <a:cubicBezTo>
                            <a:pt x="5133" y="5103"/>
                            <a:pt x="7038" y="10532"/>
                            <a:pt x="7800" y="15581"/>
                          </a:cubicBezTo>
                          <a:cubicBezTo>
                            <a:pt x="10181" y="27391"/>
                            <a:pt x="9228" y="38345"/>
                            <a:pt x="7038" y="47013"/>
                          </a:cubicBezTo>
                          <a:cubicBezTo>
                            <a:pt x="5037" y="54728"/>
                            <a:pt x="-1630" y="67111"/>
                            <a:pt x="370" y="79969"/>
                          </a:cubicBezTo>
                          <a:cubicBezTo>
                            <a:pt x="1418" y="85875"/>
                            <a:pt x="3894" y="88161"/>
                            <a:pt x="7133" y="89018"/>
                          </a:cubicBezTo>
                          <a:cubicBezTo>
                            <a:pt x="10276" y="89780"/>
                            <a:pt x="13895" y="89114"/>
                            <a:pt x="15991" y="8939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1" name="Forme libre : forme 13970">
                      <a:extLst>
                        <a:ext uri="{FF2B5EF4-FFF2-40B4-BE49-F238E27FC236}">
                          <a16:creationId xmlns:a16="http://schemas.microsoft.com/office/drawing/2014/main" id="{D8022577-5932-4EFA-864D-8731EEA454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5609" y="3940621"/>
                      <a:ext cx="11535" cy="25683"/>
                    </a:xfrm>
                    <a:custGeom>
                      <a:avLst/>
                      <a:gdLst>
                        <a:gd name="connsiteX0" fmla="*/ 7744 w 11535"/>
                        <a:gd name="connsiteY0" fmla="*/ 24159 h 25683"/>
                        <a:gd name="connsiteX1" fmla="*/ 9840 w 11535"/>
                        <a:gd name="connsiteY1" fmla="*/ 25684 h 25683"/>
                        <a:gd name="connsiteX2" fmla="*/ 11459 w 11535"/>
                        <a:gd name="connsiteY2" fmla="*/ 23112 h 25683"/>
                        <a:gd name="connsiteX3" fmla="*/ 11173 w 11535"/>
                        <a:gd name="connsiteY3" fmla="*/ 18254 h 25683"/>
                        <a:gd name="connsiteX4" fmla="*/ 8030 w 11535"/>
                        <a:gd name="connsiteY4" fmla="*/ 6824 h 25683"/>
                        <a:gd name="connsiteX5" fmla="*/ 6125 w 11535"/>
                        <a:gd name="connsiteY5" fmla="*/ 2919 h 25683"/>
                        <a:gd name="connsiteX6" fmla="*/ 601 w 11535"/>
                        <a:gd name="connsiteY6" fmla="*/ 7300 h 25683"/>
                        <a:gd name="connsiteX7" fmla="*/ 7744 w 11535"/>
                        <a:gd name="connsiteY7" fmla="*/ 24159 h 25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535" h="25683">
                          <a:moveTo>
                            <a:pt x="7744" y="24159"/>
                          </a:moveTo>
                          <a:cubicBezTo>
                            <a:pt x="8411" y="25017"/>
                            <a:pt x="9173" y="25684"/>
                            <a:pt x="9840" y="25684"/>
                          </a:cubicBezTo>
                          <a:cubicBezTo>
                            <a:pt x="10602" y="25684"/>
                            <a:pt x="11268" y="24731"/>
                            <a:pt x="11459" y="23112"/>
                          </a:cubicBezTo>
                          <a:cubicBezTo>
                            <a:pt x="11650" y="21588"/>
                            <a:pt x="11459" y="19873"/>
                            <a:pt x="11173" y="18254"/>
                          </a:cubicBezTo>
                          <a:cubicBezTo>
                            <a:pt x="10602" y="14158"/>
                            <a:pt x="9173" y="10348"/>
                            <a:pt x="8030" y="6824"/>
                          </a:cubicBezTo>
                          <a:cubicBezTo>
                            <a:pt x="7459" y="5395"/>
                            <a:pt x="6792" y="3967"/>
                            <a:pt x="6125" y="2919"/>
                          </a:cubicBezTo>
                          <a:cubicBezTo>
                            <a:pt x="3077" y="-1558"/>
                            <a:pt x="-1685" y="-1463"/>
                            <a:pt x="601" y="7300"/>
                          </a:cubicBezTo>
                          <a:cubicBezTo>
                            <a:pt x="2125" y="14063"/>
                            <a:pt x="5078" y="20731"/>
                            <a:pt x="7744" y="2415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2" name="Forme libre : forme 13971">
                      <a:extLst>
                        <a:ext uri="{FF2B5EF4-FFF2-40B4-BE49-F238E27FC236}">
                          <a16:creationId xmlns:a16="http://schemas.microsoft.com/office/drawing/2014/main" id="{61E0CEA5-6D05-44A6-AEA5-E3D4593CA5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2302" y="3861653"/>
                      <a:ext cx="44196" cy="27213"/>
                    </a:xfrm>
                    <a:custGeom>
                      <a:avLst/>
                      <a:gdLst>
                        <a:gd name="connsiteX0" fmla="*/ 0 w 44196"/>
                        <a:gd name="connsiteY0" fmla="*/ 2735 h 27213"/>
                        <a:gd name="connsiteX1" fmla="*/ 9144 w 44196"/>
                        <a:gd name="connsiteY1" fmla="*/ 68 h 27213"/>
                        <a:gd name="connsiteX2" fmla="*/ 23432 w 44196"/>
                        <a:gd name="connsiteY2" fmla="*/ 5783 h 27213"/>
                        <a:gd name="connsiteX3" fmla="*/ 33338 w 44196"/>
                        <a:gd name="connsiteY3" fmla="*/ 13879 h 27213"/>
                        <a:gd name="connsiteX4" fmla="*/ 44196 w 44196"/>
                        <a:gd name="connsiteY4" fmla="*/ 27214 h 27213"/>
                        <a:gd name="connsiteX5" fmla="*/ 40196 w 44196"/>
                        <a:gd name="connsiteY5" fmla="*/ 22070 h 27213"/>
                        <a:gd name="connsiteX6" fmla="*/ 29242 w 44196"/>
                        <a:gd name="connsiteY6" fmla="*/ 11783 h 27213"/>
                        <a:gd name="connsiteX7" fmla="*/ 22098 w 44196"/>
                        <a:gd name="connsiteY7" fmla="*/ 6926 h 27213"/>
                        <a:gd name="connsiteX8" fmla="*/ 14288 w 44196"/>
                        <a:gd name="connsiteY8" fmla="*/ 3497 h 27213"/>
                        <a:gd name="connsiteX9" fmla="*/ 0 w 44196"/>
                        <a:gd name="connsiteY9" fmla="*/ 2735 h 27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4196" h="27213">
                          <a:moveTo>
                            <a:pt x="0" y="2735"/>
                          </a:moveTo>
                          <a:cubicBezTo>
                            <a:pt x="0" y="2735"/>
                            <a:pt x="2096" y="-504"/>
                            <a:pt x="9144" y="68"/>
                          </a:cubicBezTo>
                          <a:cubicBezTo>
                            <a:pt x="12668" y="353"/>
                            <a:pt x="17240" y="2068"/>
                            <a:pt x="23432" y="5783"/>
                          </a:cubicBezTo>
                          <a:cubicBezTo>
                            <a:pt x="26384" y="7783"/>
                            <a:pt x="29623" y="10450"/>
                            <a:pt x="33338" y="13879"/>
                          </a:cubicBezTo>
                          <a:cubicBezTo>
                            <a:pt x="36576" y="17499"/>
                            <a:pt x="40672" y="21690"/>
                            <a:pt x="44196" y="27214"/>
                          </a:cubicBezTo>
                          <a:cubicBezTo>
                            <a:pt x="44196" y="27214"/>
                            <a:pt x="42863" y="25023"/>
                            <a:pt x="40196" y="22070"/>
                          </a:cubicBezTo>
                          <a:cubicBezTo>
                            <a:pt x="37433" y="19213"/>
                            <a:pt x="34004" y="15117"/>
                            <a:pt x="29242" y="11783"/>
                          </a:cubicBezTo>
                          <a:cubicBezTo>
                            <a:pt x="26956" y="10069"/>
                            <a:pt x="24575" y="8354"/>
                            <a:pt x="22098" y="6926"/>
                          </a:cubicBezTo>
                          <a:cubicBezTo>
                            <a:pt x="19527" y="5592"/>
                            <a:pt x="16859" y="4449"/>
                            <a:pt x="14288" y="3497"/>
                          </a:cubicBezTo>
                          <a:cubicBezTo>
                            <a:pt x="9240" y="1592"/>
                            <a:pt x="4096" y="1401"/>
                            <a:pt x="0" y="27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3" name="Forme libre : forme 13972">
                      <a:extLst>
                        <a:ext uri="{FF2B5EF4-FFF2-40B4-BE49-F238E27FC236}">
                          <a16:creationId xmlns:a16="http://schemas.microsoft.com/office/drawing/2014/main" id="{866133FB-A4C5-4942-A70E-15DC3FCD76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7066" y="3954589"/>
                      <a:ext cx="16192" cy="43910"/>
                    </a:xfrm>
                    <a:custGeom>
                      <a:avLst/>
                      <a:gdLst>
                        <a:gd name="connsiteX0" fmla="*/ 0 w 16192"/>
                        <a:gd name="connsiteY0" fmla="*/ 0 h 43910"/>
                        <a:gd name="connsiteX1" fmla="*/ 857 w 16192"/>
                        <a:gd name="connsiteY1" fmla="*/ 5620 h 43910"/>
                        <a:gd name="connsiteX2" fmla="*/ 3238 w 16192"/>
                        <a:gd name="connsiteY2" fmla="*/ 18669 h 43910"/>
                        <a:gd name="connsiteX3" fmla="*/ 7429 w 16192"/>
                        <a:gd name="connsiteY3" fmla="*/ 33433 h 43910"/>
                        <a:gd name="connsiteX4" fmla="*/ 16192 w 16192"/>
                        <a:gd name="connsiteY4" fmla="*/ 43910 h 43910"/>
                        <a:gd name="connsiteX5" fmla="*/ 9620 w 16192"/>
                        <a:gd name="connsiteY5" fmla="*/ 34004 h 43910"/>
                        <a:gd name="connsiteX6" fmla="*/ 4763 w 16192"/>
                        <a:gd name="connsiteY6" fmla="*/ 20384 h 43910"/>
                        <a:gd name="connsiteX7" fmla="*/ 0 w 16192"/>
                        <a:gd name="connsiteY7" fmla="*/ 0 h 43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192" h="43910">
                          <a:moveTo>
                            <a:pt x="0" y="0"/>
                          </a:moveTo>
                          <a:cubicBezTo>
                            <a:pt x="0" y="0"/>
                            <a:pt x="476" y="2191"/>
                            <a:pt x="857" y="5620"/>
                          </a:cubicBezTo>
                          <a:cubicBezTo>
                            <a:pt x="1428" y="9049"/>
                            <a:pt x="2191" y="13716"/>
                            <a:pt x="3238" y="18669"/>
                          </a:cubicBezTo>
                          <a:cubicBezTo>
                            <a:pt x="4190" y="23622"/>
                            <a:pt x="5619" y="28861"/>
                            <a:pt x="7429" y="33433"/>
                          </a:cubicBezTo>
                          <a:cubicBezTo>
                            <a:pt x="9430" y="38005"/>
                            <a:pt x="12096" y="41910"/>
                            <a:pt x="16192" y="43910"/>
                          </a:cubicBezTo>
                          <a:cubicBezTo>
                            <a:pt x="16192" y="43910"/>
                            <a:pt x="12954" y="41053"/>
                            <a:pt x="9620" y="34004"/>
                          </a:cubicBezTo>
                          <a:cubicBezTo>
                            <a:pt x="8096" y="30480"/>
                            <a:pt x="6191" y="26003"/>
                            <a:pt x="4763" y="20384"/>
                          </a:cubicBezTo>
                          <a:cubicBezTo>
                            <a:pt x="3047" y="14764"/>
                            <a:pt x="1714" y="8001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4" name="Forme libre : forme 13973">
                      <a:extLst>
                        <a:ext uri="{FF2B5EF4-FFF2-40B4-BE49-F238E27FC236}">
                          <a16:creationId xmlns:a16="http://schemas.microsoft.com/office/drawing/2014/main" id="{29B3E3CA-F23D-478F-B536-387FA9BB7C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2005" y="3900942"/>
                      <a:ext cx="10054" cy="23954"/>
                    </a:xfrm>
                    <a:custGeom>
                      <a:avLst/>
                      <a:gdLst>
                        <a:gd name="connsiteX0" fmla="*/ 1348 w 10054"/>
                        <a:gd name="connsiteY0" fmla="*/ 21 h 23954"/>
                        <a:gd name="connsiteX1" fmla="*/ 9063 w 10054"/>
                        <a:gd name="connsiteY1" fmla="*/ 13070 h 23954"/>
                        <a:gd name="connsiteX2" fmla="*/ 10015 w 10054"/>
                        <a:gd name="connsiteY2" fmla="*/ 21357 h 23954"/>
                        <a:gd name="connsiteX3" fmla="*/ 8205 w 10054"/>
                        <a:gd name="connsiteY3" fmla="*/ 23833 h 23954"/>
                        <a:gd name="connsiteX4" fmla="*/ 1729 w 10054"/>
                        <a:gd name="connsiteY4" fmla="*/ 10689 h 23954"/>
                        <a:gd name="connsiteX5" fmla="*/ 14 w 10054"/>
                        <a:gd name="connsiteY5" fmla="*/ 2783 h 23954"/>
                        <a:gd name="connsiteX6" fmla="*/ 1348 w 10054"/>
                        <a:gd name="connsiteY6" fmla="*/ 21 h 23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054" h="23954">
                          <a:moveTo>
                            <a:pt x="1348" y="21"/>
                          </a:moveTo>
                          <a:cubicBezTo>
                            <a:pt x="3443" y="402"/>
                            <a:pt x="7349" y="6212"/>
                            <a:pt x="9063" y="13070"/>
                          </a:cubicBezTo>
                          <a:cubicBezTo>
                            <a:pt x="10111" y="16404"/>
                            <a:pt x="10111" y="19452"/>
                            <a:pt x="10015" y="21357"/>
                          </a:cubicBezTo>
                          <a:cubicBezTo>
                            <a:pt x="9825" y="23357"/>
                            <a:pt x="9158" y="24310"/>
                            <a:pt x="8205" y="23833"/>
                          </a:cubicBezTo>
                          <a:cubicBezTo>
                            <a:pt x="6206" y="22976"/>
                            <a:pt x="3729" y="17070"/>
                            <a:pt x="1729" y="10689"/>
                          </a:cubicBezTo>
                          <a:cubicBezTo>
                            <a:pt x="967" y="7355"/>
                            <a:pt x="14" y="4783"/>
                            <a:pt x="14" y="2783"/>
                          </a:cubicBezTo>
                          <a:cubicBezTo>
                            <a:pt x="-81" y="973"/>
                            <a:pt x="300" y="-170"/>
                            <a:pt x="1348" y="2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5" name="Forme libre : forme 13974">
                      <a:extLst>
                        <a:ext uri="{FF2B5EF4-FFF2-40B4-BE49-F238E27FC236}">
                          <a16:creationId xmlns:a16="http://schemas.microsoft.com/office/drawing/2014/main" id="{5A99E47A-6795-40D6-9971-52DA8D021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0554" y="3898123"/>
                      <a:ext cx="4145" cy="6342"/>
                    </a:xfrm>
                    <a:custGeom>
                      <a:avLst/>
                      <a:gdLst>
                        <a:gd name="connsiteX0" fmla="*/ 321 w 4145"/>
                        <a:gd name="connsiteY0" fmla="*/ 78 h 6342"/>
                        <a:gd name="connsiteX1" fmla="*/ 3274 w 4145"/>
                        <a:gd name="connsiteY1" fmla="*/ 2459 h 6342"/>
                        <a:gd name="connsiteX2" fmla="*/ 3750 w 4145"/>
                        <a:gd name="connsiteY2" fmla="*/ 6269 h 6342"/>
                        <a:gd name="connsiteX3" fmla="*/ 893 w 4145"/>
                        <a:gd name="connsiteY3" fmla="*/ 3888 h 6342"/>
                        <a:gd name="connsiteX4" fmla="*/ 321 w 4145"/>
                        <a:gd name="connsiteY4" fmla="*/ 78 h 6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45" h="6342">
                          <a:moveTo>
                            <a:pt x="321" y="78"/>
                          </a:moveTo>
                          <a:cubicBezTo>
                            <a:pt x="988" y="-303"/>
                            <a:pt x="2322" y="745"/>
                            <a:pt x="3274" y="2459"/>
                          </a:cubicBezTo>
                          <a:cubicBezTo>
                            <a:pt x="4227" y="4174"/>
                            <a:pt x="4417" y="5888"/>
                            <a:pt x="3750" y="6269"/>
                          </a:cubicBezTo>
                          <a:cubicBezTo>
                            <a:pt x="3083" y="6650"/>
                            <a:pt x="1750" y="5507"/>
                            <a:pt x="893" y="3888"/>
                          </a:cubicBezTo>
                          <a:cubicBezTo>
                            <a:pt x="-59" y="2078"/>
                            <a:pt x="-250" y="459"/>
                            <a:pt x="321" y="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6" name="Forme libre : forme 13975">
                      <a:extLst>
                        <a:ext uri="{FF2B5EF4-FFF2-40B4-BE49-F238E27FC236}">
                          <a16:creationId xmlns:a16="http://schemas.microsoft.com/office/drawing/2014/main" id="{0B87993C-1706-468D-8D91-C2D4E6882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7635" y="3872285"/>
                      <a:ext cx="20789" cy="57452"/>
                    </a:xfrm>
                    <a:custGeom>
                      <a:avLst/>
                      <a:gdLst>
                        <a:gd name="connsiteX0" fmla="*/ 0 w 20789"/>
                        <a:gd name="connsiteY0" fmla="*/ 12867 h 57452"/>
                        <a:gd name="connsiteX1" fmla="*/ 5620 w 20789"/>
                        <a:gd name="connsiteY1" fmla="*/ 866 h 57452"/>
                        <a:gd name="connsiteX2" fmla="*/ 11811 w 20789"/>
                        <a:gd name="connsiteY2" fmla="*/ 2009 h 57452"/>
                        <a:gd name="connsiteX3" fmla="*/ 15145 w 20789"/>
                        <a:gd name="connsiteY3" fmla="*/ 9533 h 57452"/>
                        <a:gd name="connsiteX4" fmla="*/ 14764 w 20789"/>
                        <a:gd name="connsiteY4" fmla="*/ 28393 h 57452"/>
                        <a:gd name="connsiteX5" fmla="*/ 17050 w 20789"/>
                        <a:gd name="connsiteY5" fmla="*/ 35441 h 57452"/>
                        <a:gd name="connsiteX6" fmla="*/ 19908 w 20789"/>
                        <a:gd name="connsiteY6" fmla="*/ 46014 h 57452"/>
                        <a:gd name="connsiteX7" fmla="*/ 18479 w 20789"/>
                        <a:gd name="connsiteY7" fmla="*/ 57063 h 57452"/>
                        <a:gd name="connsiteX8" fmla="*/ 14478 w 20789"/>
                        <a:gd name="connsiteY8" fmla="*/ 51634 h 57452"/>
                        <a:gd name="connsiteX9" fmla="*/ 10287 w 20789"/>
                        <a:gd name="connsiteY9" fmla="*/ 43157 h 57452"/>
                        <a:gd name="connsiteX10" fmla="*/ 3239 w 20789"/>
                        <a:gd name="connsiteY10" fmla="*/ 27821 h 57452"/>
                        <a:gd name="connsiteX11" fmla="*/ 0 w 20789"/>
                        <a:gd name="connsiteY11" fmla="*/ 12867 h 57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0789" h="57452">
                          <a:moveTo>
                            <a:pt x="0" y="12867"/>
                          </a:moveTo>
                          <a:cubicBezTo>
                            <a:pt x="95" y="7438"/>
                            <a:pt x="2477" y="3628"/>
                            <a:pt x="5620" y="866"/>
                          </a:cubicBezTo>
                          <a:cubicBezTo>
                            <a:pt x="6763" y="-182"/>
                            <a:pt x="8954" y="-754"/>
                            <a:pt x="11811" y="2009"/>
                          </a:cubicBezTo>
                          <a:cubicBezTo>
                            <a:pt x="14478" y="4485"/>
                            <a:pt x="15240" y="7438"/>
                            <a:pt x="15145" y="9533"/>
                          </a:cubicBezTo>
                          <a:cubicBezTo>
                            <a:pt x="14954" y="15725"/>
                            <a:pt x="13049" y="20297"/>
                            <a:pt x="14764" y="28393"/>
                          </a:cubicBezTo>
                          <a:cubicBezTo>
                            <a:pt x="15145" y="29631"/>
                            <a:pt x="16097" y="32203"/>
                            <a:pt x="17050" y="35441"/>
                          </a:cubicBezTo>
                          <a:cubicBezTo>
                            <a:pt x="18193" y="38584"/>
                            <a:pt x="19241" y="42394"/>
                            <a:pt x="19908" y="46014"/>
                          </a:cubicBezTo>
                          <a:cubicBezTo>
                            <a:pt x="21336" y="53062"/>
                            <a:pt x="21146" y="59063"/>
                            <a:pt x="18479" y="57063"/>
                          </a:cubicBezTo>
                          <a:cubicBezTo>
                            <a:pt x="17050" y="56110"/>
                            <a:pt x="15812" y="54110"/>
                            <a:pt x="14478" y="51634"/>
                          </a:cubicBezTo>
                          <a:cubicBezTo>
                            <a:pt x="12954" y="49252"/>
                            <a:pt x="11716" y="46205"/>
                            <a:pt x="10287" y="43157"/>
                          </a:cubicBezTo>
                          <a:cubicBezTo>
                            <a:pt x="7430" y="37156"/>
                            <a:pt x="4382" y="30965"/>
                            <a:pt x="3239" y="27821"/>
                          </a:cubicBezTo>
                          <a:cubicBezTo>
                            <a:pt x="953" y="22201"/>
                            <a:pt x="95" y="16867"/>
                            <a:pt x="0" y="1286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85" name="Graphique 1">
                    <a:extLst>
                      <a:ext uri="{FF2B5EF4-FFF2-40B4-BE49-F238E27FC236}">
                        <a16:creationId xmlns:a16="http://schemas.microsoft.com/office/drawing/2014/main" id="{791E2D0C-AEF1-498A-AE94-5FB7BF65C61E}"/>
                      </a:ext>
                    </a:extLst>
                  </p:cNvPr>
                  <p:cNvGrpSpPr/>
                  <p:nvPr/>
                </p:nvGrpSpPr>
                <p:grpSpPr>
                  <a:xfrm>
                    <a:off x="4563416" y="3740034"/>
                    <a:ext cx="108732" cy="133713"/>
                    <a:chOff x="4563416" y="3740034"/>
                    <a:chExt cx="108732" cy="133713"/>
                  </a:xfrm>
                  <a:solidFill>
                    <a:schemeClr val="accent1"/>
                  </a:solidFill>
                </p:grpSpPr>
                <p:sp>
                  <p:nvSpPr>
                    <p:cNvPr id="13953" name="Forme libre : forme 13952">
                      <a:extLst>
                        <a:ext uri="{FF2B5EF4-FFF2-40B4-BE49-F238E27FC236}">
                          <a16:creationId xmlns:a16="http://schemas.microsoft.com/office/drawing/2014/main" id="{58B14C93-3DED-4CA6-B9C2-4352E75738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3416" y="3740034"/>
                      <a:ext cx="108732" cy="133713"/>
                    </a:xfrm>
                    <a:custGeom>
                      <a:avLst/>
                      <a:gdLst>
                        <a:gd name="connsiteX0" fmla="*/ 54594 w 108732"/>
                        <a:gd name="connsiteY0" fmla="*/ 37580 h 133713"/>
                        <a:gd name="connsiteX1" fmla="*/ 60309 w 108732"/>
                        <a:gd name="connsiteY1" fmla="*/ 46534 h 133713"/>
                        <a:gd name="connsiteX2" fmla="*/ 67548 w 108732"/>
                        <a:gd name="connsiteY2" fmla="*/ 55868 h 133713"/>
                        <a:gd name="connsiteX3" fmla="*/ 75834 w 108732"/>
                        <a:gd name="connsiteY3" fmla="*/ 65203 h 133713"/>
                        <a:gd name="connsiteX4" fmla="*/ 84978 w 108732"/>
                        <a:gd name="connsiteY4" fmla="*/ 74442 h 133713"/>
                        <a:gd name="connsiteX5" fmla="*/ 96694 w 108732"/>
                        <a:gd name="connsiteY5" fmla="*/ 87587 h 133713"/>
                        <a:gd name="connsiteX6" fmla="*/ 104981 w 108732"/>
                        <a:gd name="connsiteY6" fmla="*/ 100350 h 133713"/>
                        <a:gd name="connsiteX7" fmla="*/ 106791 w 108732"/>
                        <a:gd name="connsiteY7" fmla="*/ 119590 h 133713"/>
                        <a:gd name="connsiteX8" fmla="*/ 97551 w 108732"/>
                        <a:gd name="connsiteY8" fmla="*/ 130544 h 133713"/>
                        <a:gd name="connsiteX9" fmla="*/ 78216 w 108732"/>
                        <a:gd name="connsiteY9" fmla="*/ 131497 h 133713"/>
                        <a:gd name="connsiteX10" fmla="*/ 63737 w 108732"/>
                        <a:gd name="connsiteY10" fmla="*/ 124258 h 133713"/>
                        <a:gd name="connsiteX11" fmla="*/ 48402 w 108732"/>
                        <a:gd name="connsiteY11" fmla="*/ 112161 h 133713"/>
                        <a:gd name="connsiteX12" fmla="*/ 37734 w 108732"/>
                        <a:gd name="connsiteY12" fmla="*/ 101588 h 133713"/>
                        <a:gd name="connsiteX13" fmla="*/ 27352 w 108732"/>
                        <a:gd name="connsiteY13" fmla="*/ 90158 h 133713"/>
                        <a:gd name="connsiteX14" fmla="*/ 17351 w 108732"/>
                        <a:gd name="connsiteY14" fmla="*/ 77490 h 133713"/>
                        <a:gd name="connsiteX15" fmla="*/ 8016 w 108732"/>
                        <a:gd name="connsiteY15" fmla="*/ 62917 h 133713"/>
                        <a:gd name="connsiteX16" fmla="*/ 2872 w 108732"/>
                        <a:gd name="connsiteY16" fmla="*/ 50820 h 133713"/>
                        <a:gd name="connsiteX17" fmla="*/ 301 w 108732"/>
                        <a:gd name="connsiteY17" fmla="*/ 37675 h 133713"/>
                        <a:gd name="connsiteX18" fmla="*/ 968 w 108732"/>
                        <a:gd name="connsiteY18" fmla="*/ 24626 h 133713"/>
                        <a:gd name="connsiteX19" fmla="*/ 4587 w 108732"/>
                        <a:gd name="connsiteY19" fmla="*/ 13577 h 133713"/>
                        <a:gd name="connsiteX20" fmla="*/ 15636 w 108732"/>
                        <a:gd name="connsiteY20" fmla="*/ 1480 h 133713"/>
                        <a:gd name="connsiteX21" fmla="*/ 24399 w 108732"/>
                        <a:gd name="connsiteY21" fmla="*/ 1099 h 133713"/>
                        <a:gd name="connsiteX22" fmla="*/ 36687 w 108732"/>
                        <a:gd name="connsiteY22" fmla="*/ 9291 h 133713"/>
                        <a:gd name="connsiteX23" fmla="*/ 41925 w 108732"/>
                        <a:gd name="connsiteY23" fmla="*/ 15578 h 133713"/>
                        <a:gd name="connsiteX24" fmla="*/ 45830 w 108732"/>
                        <a:gd name="connsiteY24" fmla="*/ 22436 h 133713"/>
                        <a:gd name="connsiteX25" fmla="*/ 47831 w 108732"/>
                        <a:gd name="connsiteY25" fmla="*/ 25293 h 133713"/>
                        <a:gd name="connsiteX26" fmla="*/ 49831 w 108732"/>
                        <a:gd name="connsiteY26" fmla="*/ 28246 h 133713"/>
                        <a:gd name="connsiteX27" fmla="*/ 52117 w 108732"/>
                        <a:gd name="connsiteY27" fmla="*/ 32246 h 133713"/>
                        <a:gd name="connsiteX28" fmla="*/ 54594 w 108732"/>
                        <a:gd name="connsiteY28" fmla="*/ 37580 h 133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108732" h="133713">
                          <a:moveTo>
                            <a:pt x="54594" y="37580"/>
                          </a:moveTo>
                          <a:cubicBezTo>
                            <a:pt x="56594" y="40533"/>
                            <a:pt x="58023" y="43486"/>
                            <a:pt x="60309" y="46534"/>
                          </a:cubicBezTo>
                          <a:cubicBezTo>
                            <a:pt x="62785" y="49582"/>
                            <a:pt x="64880" y="52725"/>
                            <a:pt x="67548" y="55868"/>
                          </a:cubicBezTo>
                          <a:lnTo>
                            <a:pt x="75834" y="65203"/>
                          </a:lnTo>
                          <a:lnTo>
                            <a:pt x="84978" y="74442"/>
                          </a:lnTo>
                          <a:cubicBezTo>
                            <a:pt x="89169" y="78823"/>
                            <a:pt x="93455" y="83110"/>
                            <a:pt x="96694" y="87587"/>
                          </a:cubicBezTo>
                          <a:cubicBezTo>
                            <a:pt x="99932" y="92063"/>
                            <a:pt x="102885" y="96254"/>
                            <a:pt x="104981" y="100350"/>
                          </a:cubicBezTo>
                          <a:cubicBezTo>
                            <a:pt x="109076" y="108446"/>
                            <a:pt x="110029" y="115495"/>
                            <a:pt x="106791" y="119590"/>
                          </a:cubicBezTo>
                          <a:lnTo>
                            <a:pt x="97551" y="130544"/>
                          </a:lnTo>
                          <a:cubicBezTo>
                            <a:pt x="94408" y="134545"/>
                            <a:pt x="87169" y="134640"/>
                            <a:pt x="78216" y="131497"/>
                          </a:cubicBezTo>
                          <a:cubicBezTo>
                            <a:pt x="73739" y="129878"/>
                            <a:pt x="68786" y="127591"/>
                            <a:pt x="63737" y="124258"/>
                          </a:cubicBezTo>
                          <a:cubicBezTo>
                            <a:pt x="58689" y="120924"/>
                            <a:pt x="53355" y="117209"/>
                            <a:pt x="48402" y="112161"/>
                          </a:cubicBezTo>
                          <a:lnTo>
                            <a:pt x="37734" y="101588"/>
                          </a:lnTo>
                          <a:lnTo>
                            <a:pt x="27352" y="90158"/>
                          </a:lnTo>
                          <a:cubicBezTo>
                            <a:pt x="23923" y="86253"/>
                            <a:pt x="20684" y="81681"/>
                            <a:pt x="17351" y="77490"/>
                          </a:cubicBezTo>
                          <a:cubicBezTo>
                            <a:pt x="14112" y="73108"/>
                            <a:pt x="11064" y="67774"/>
                            <a:pt x="8016" y="62917"/>
                          </a:cubicBezTo>
                          <a:cubicBezTo>
                            <a:pt x="6016" y="58916"/>
                            <a:pt x="4397" y="54821"/>
                            <a:pt x="2872" y="50820"/>
                          </a:cubicBezTo>
                          <a:cubicBezTo>
                            <a:pt x="1444" y="46915"/>
                            <a:pt x="873" y="41771"/>
                            <a:pt x="301" y="37675"/>
                          </a:cubicBezTo>
                          <a:cubicBezTo>
                            <a:pt x="-461" y="33580"/>
                            <a:pt x="396" y="28627"/>
                            <a:pt x="968" y="24626"/>
                          </a:cubicBezTo>
                          <a:cubicBezTo>
                            <a:pt x="1349" y="20530"/>
                            <a:pt x="2872" y="16816"/>
                            <a:pt x="4587" y="13577"/>
                          </a:cubicBezTo>
                          <a:cubicBezTo>
                            <a:pt x="7540" y="6910"/>
                            <a:pt x="12017" y="3386"/>
                            <a:pt x="15636" y="1480"/>
                          </a:cubicBezTo>
                          <a:cubicBezTo>
                            <a:pt x="19256" y="-425"/>
                            <a:pt x="22113" y="-425"/>
                            <a:pt x="24399" y="1099"/>
                          </a:cubicBezTo>
                          <a:lnTo>
                            <a:pt x="36687" y="9291"/>
                          </a:lnTo>
                          <a:cubicBezTo>
                            <a:pt x="38877" y="10720"/>
                            <a:pt x="40592" y="13196"/>
                            <a:pt x="41925" y="15578"/>
                          </a:cubicBezTo>
                          <a:cubicBezTo>
                            <a:pt x="43259" y="17959"/>
                            <a:pt x="44116" y="20530"/>
                            <a:pt x="45830" y="22436"/>
                          </a:cubicBezTo>
                          <a:cubicBezTo>
                            <a:pt x="46402" y="23388"/>
                            <a:pt x="46878" y="24245"/>
                            <a:pt x="47831" y="25293"/>
                          </a:cubicBezTo>
                          <a:cubicBezTo>
                            <a:pt x="48783" y="26341"/>
                            <a:pt x="48688" y="26912"/>
                            <a:pt x="49831" y="28246"/>
                          </a:cubicBezTo>
                          <a:cubicBezTo>
                            <a:pt x="50879" y="29484"/>
                            <a:pt x="50974" y="30532"/>
                            <a:pt x="52117" y="32246"/>
                          </a:cubicBezTo>
                          <a:cubicBezTo>
                            <a:pt x="52879" y="33961"/>
                            <a:pt x="53736" y="35675"/>
                            <a:pt x="54594" y="3758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4" name="Forme libre : forme 13953">
                      <a:extLst>
                        <a:ext uri="{FF2B5EF4-FFF2-40B4-BE49-F238E27FC236}">
                          <a16:creationId xmlns:a16="http://schemas.microsoft.com/office/drawing/2014/main" id="{1EA0F4AC-1330-48AE-8950-02963DD00F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4578" y="3748944"/>
                      <a:ext cx="77475" cy="115347"/>
                    </a:xfrm>
                    <a:custGeom>
                      <a:avLst/>
                      <a:gdLst>
                        <a:gd name="connsiteX0" fmla="*/ 34861 w 77475"/>
                        <a:gd name="connsiteY0" fmla="*/ 71152 h 115347"/>
                        <a:gd name="connsiteX1" fmla="*/ 57626 w 77475"/>
                        <a:gd name="connsiteY1" fmla="*/ 93345 h 115347"/>
                        <a:gd name="connsiteX2" fmla="*/ 71533 w 77475"/>
                        <a:gd name="connsiteY2" fmla="*/ 115348 h 115347"/>
                        <a:gd name="connsiteX3" fmla="*/ 75533 w 77475"/>
                        <a:gd name="connsiteY3" fmla="*/ 110585 h 115347"/>
                        <a:gd name="connsiteX4" fmla="*/ 73723 w 77475"/>
                        <a:gd name="connsiteY4" fmla="*/ 91345 h 115347"/>
                        <a:gd name="connsiteX5" fmla="*/ 65437 w 77475"/>
                        <a:gd name="connsiteY5" fmla="*/ 78581 h 115347"/>
                        <a:gd name="connsiteX6" fmla="*/ 53721 w 77475"/>
                        <a:gd name="connsiteY6" fmla="*/ 65437 h 115347"/>
                        <a:gd name="connsiteX7" fmla="*/ 44577 w 77475"/>
                        <a:gd name="connsiteY7" fmla="*/ 56197 h 115347"/>
                        <a:gd name="connsiteX8" fmla="*/ 36290 w 77475"/>
                        <a:gd name="connsiteY8" fmla="*/ 46863 h 115347"/>
                        <a:gd name="connsiteX9" fmla="*/ 29051 w 77475"/>
                        <a:gd name="connsiteY9" fmla="*/ 37529 h 115347"/>
                        <a:gd name="connsiteX10" fmla="*/ 23336 w 77475"/>
                        <a:gd name="connsiteY10" fmla="*/ 28575 h 115347"/>
                        <a:gd name="connsiteX11" fmla="*/ 20574 w 77475"/>
                        <a:gd name="connsiteY11" fmla="*/ 23241 h 115347"/>
                        <a:gd name="connsiteX12" fmla="*/ 18288 w 77475"/>
                        <a:gd name="connsiteY12" fmla="*/ 19240 h 115347"/>
                        <a:gd name="connsiteX13" fmla="*/ 16288 w 77475"/>
                        <a:gd name="connsiteY13" fmla="*/ 16288 h 115347"/>
                        <a:gd name="connsiteX14" fmla="*/ 14288 w 77475"/>
                        <a:gd name="connsiteY14" fmla="*/ 13430 h 115347"/>
                        <a:gd name="connsiteX15" fmla="*/ 10382 w 77475"/>
                        <a:gd name="connsiteY15" fmla="*/ 6572 h 115347"/>
                        <a:gd name="connsiteX16" fmla="*/ 5143 w 77475"/>
                        <a:gd name="connsiteY16" fmla="*/ 286 h 115347"/>
                        <a:gd name="connsiteX17" fmla="*/ 4763 w 77475"/>
                        <a:gd name="connsiteY17" fmla="*/ 0 h 115347"/>
                        <a:gd name="connsiteX18" fmla="*/ 2667 w 77475"/>
                        <a:gd name="connsiteY18" fmla="*/ 4477 h 115347"/>
                        <a:gd name="connsiteX19" fmla="*/ 1048 w 77475"/>
                        <a:gd name="connsiteY19" fmla="*/ 8954 h 115347"/>
                        <a:gd name="connsiteX20" fmla="*/ 0 w 77475"/>
                        <a:gd name="connsiteY20" fmla="*/ 13526 h 115347"/>
                        <a:gd name="connsiteX21" fmla="*/ 191 w 77475"/>
                        <a:gd name="connsiteY21" fmla="*/ 18288 h 115347"/>
                        <a:gd name="connsiteX22" fmla="*/ 1905 w 77475"/>
                        <a:gd name="connsiteY22" fmla="*/ 27908 h 115347"/>
                        <a:gd name="connsiteX23" fmla="*/ 6001 w 77475"/>
                        <a:gd name="connsiteY23" fmla="*/ 37529 h 115347"/>
                        <a:gd name="connsiteX24" fmla="*/ 11716 w 77475"/>
                        <a:gd name="connsiteY24" fmla="*/ 46672 h 115347"/>
                        <a:gd name="connsiteX25" fmla="*/ 18574 w 77475"/>
                        <a:gd name="connsiteY25" fmla="*/ 55340 h 115347"/>
                        <a:gd name="connsiteX26" fmla="*/ 34861 w 77475"/>
                        <a:gd name="connsiteY26" fmla="*/ 71152 h 115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77475" h="115347">
                          <a:moveTo>
                            <a:pt x="34861" y="71152"/>
                          </a:moveTo>
                          <a:cubicBezTo>
                            <a:pt x="43243" y="78105"/>
                            <a:pt x="51149" y="85725"/>
                            <a:pt x="57626" y="93345"/>
                          </a:cubicBezTo>
                          <a:cubicBezTo>
                            <a:pt x="64198" y="100965"/>
                            <a:pt x="69247" y="108490"/>
                            <a:pt x="71533" y="115348"/>
                          </a:cubicBezTo>
                          <a:lnTo>
                            <a:pt x="75533" y="110585"/>
                          </a:lnTo>
                          <a:cubicBezTo>
                            <a:pt x="78772" y="106489"/>
                            <a:pt x="77819" y="99441"/>
                            <a:pt x="73723" y="91345"/>
                          </a:cubicBezTo>
                          <a:cubicBezTo>
                            <a:pt x="71628" y="87344"/>
                            <a:pt x="68770" y="83058"/>
                            <a:pt x="65437" y="78581"/>
                          </a:cubicBezTo>
                          <a:cubicBezTo>
                            <a:pt x="62198" y="74104"/>
                            <a:pt x="57912" y="69818"/>
                            <a:pt x="53721" y="65437"/>
                          </a:cubicBezTo>
                          <a:lnTo>
                            <a:pt x="44577" y="56197"/>
                          </a:lnTo>
                          <a:lnTo>
                            <a:pt x="36290" y="46863"/>
                          </a:lnTo>
                          <a:cubicBezTo>
                            <a:pt x="33623" y="43720"/>
                            <a:pt x="31528" y="40577"/>
                            <a:pt x="29051" y="37529"/>
                          </a:cubicBezTo>
                          <a:cubicBezTo>
                            <a:pt x="26765" y="34480"/>
                            <a:pt x="25336" y="31528"/>
                            <a:pt x="23336" y="28575"/>
                          </a:cubicBezTo>
                          <a:cubicBezTo>
                            <a:pt x="22479" y="26670"/>
                            <a:pt x="21717" y="24955"/>
                            <a:pt x="20574" y="23241"/>
                          </a:cubicBezTo>
                          <a:cubicBezTo>
                            <a:pt x="19431" y="21527"/>
                            <a:pt x="19335" y="20574"/>
                            <a:pt x="18288" y="19240"/>
                          </a:cubicBezTo>
                          <a:cubicBezTo>
                            <a:pt x="17145" y="17907"/>
                            <a:pt x="17240" y="17336"/>
                            <a:pt x="16288" y="16288"/>
                          </a:cubicBezTo>
                          <a:cubicBezTo>
                            <a:pt x="15335" y="15240"/>
                            <a:pt x="14859" y="14383"/>
                            <a:pt x="14288" y="13430"/>
                          </a:cubicBezTo>
                          <a:cubicBezTo>
                            <a:pt x="12573" y="11430"/>
                            <a:pt x="11716" y="8954"/>
                            <a:pt x="10382" y="6572"/>
                          </a:cubicBezTo>
                          <a:cubicBezTo>
                            <a:pt x="8954" y="4191"/>
                            <a:pt x="7239" y="1714"/>
                            <a:pt x="5143" y="286"/>
                          </a:cubicBezTo>
                          <a:lnTo>
                            <a:pt x="4763" y="0"/>
                          </a:lnTo>
                          <a:lnTo>
                            <a:pt x="2667" y="4477"/>
                          </a:lnTo>
                          <a:cubicBezTo>
                            <a:pt x="1810" y="5905"/>
                            <a:pt x="1238" y="7334"/>
                            <a:pt x="1048" y="8954"/>
                          </a:cubicBezTo>
                          <a:lnTo>
                            <a:pt x="0" y="13526"/>
                          </a:lnTo>
                          <a:lnTo>
                            <a:pt x="191" y="18288"/>
                          </a:lnTo>
                          <a:cubicBezTo>
                            <a:pt x="-191" y="21431"/>
                            <a:pt x="1428" y="24670"/>
                            <a:pt x="1905" y="27908"/>
                          </a:cubicBezTo>
                          <a:cubicBezTo>
                            <a:pt x="2953" y="31147"/>
                            <a:pt x="4667" y="34290"/>
                            <a:pt x="6001" y="37529"/>
                          </a:cubicBezTo>
                          <a:lnTo>
                            <a:pt x="11716" y="46672"/>
                          </a:lnTo>
                          <a:cubicBezTo>
                            <a:pt x="13811" y="49625"/>
                            <a:pt x="16288" y="52483"/>
                            <a:pt x="18574" y="55340"/>
                          </a:cubicBezTo>
                          <a:cubicBezTo>
                            <a:pt x="23432" y="60960"/>
                            <a:pt x="28956" y="66294"/>
                            <a:pt x="34861" y="71152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5" name="Forme libre : forme 13954">
                      <a:extLst>
                        <a:ext uri="{FF2B5EF4-FFF2-40B4-BE49-F238E27FC236}">
                          <a16:creationId xmlns:a16="http://schemas.microsoft.com/office/drawing/2014/main" id="{983AF0D1-2AF5-438B-A09F-D2F44931A3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6179" y="3774589"/>
                      <a:ext cx="43104" cy="56391"/>
                    </a:xfrm>
                    <a:custGeom>
                      <a:avLst/>
                      <a:gdLst>
                        <a:gd name="connsiteX0" fmla="*/ 3732 w 43104"/>
                        <a:gd name="connsiteY0" fmla="*/ 73 h 56391"/>
                        <a:gd name="connsiteX1" fmla="*/ 8113 w 43104"/>
                        <a:gd name="connsiteY1" fmla="*/ 1502 h 56391"/>
                        <a:gd name="connsiteX2" fmla="*/ 13447 w 43104"/>
                        <a:gd name="connsiteY2" fmla="*/ 6550 h 56391"/>
                        <a:gd name="connsiteX3" fmla="*/ 19830 w 43104"/>
                        <a:gd name="connsiteY3" fmla="*/ 14170 h 56391"/>
                        <a:gd name="connsiteX4" fmla="*/ 27354 w 43104"/>
                        <a:gd name="connsiteY4" fmla="*/ 23790 h 56391"/>
                        <a:gd name="connsiteX5" fmla="*/ 34689 w 43104"/>
                        <a:gd name="connsiteY5" fmla="*/ 34077 h 56391"/>
                        <a:gd name="connsiteX6" fmla="*/ 40118 w 43104"/>
                        <a:gd name="connsiteY6" fmla="*/ 43411 h 56391"/>
                        <a:gd name="connsiteX7" fmla="*/ 42118 w 43104"/>
                        <a:gd name="connsiteY7" fmla="*/ 55413 h 56391"/>
                        <a:gd name="connsiteX8" fmla="*/ 29926 w 43104"/>
                        <a:gd name="connsiteY8" fmla="*/ 53222 h 56391"/>
                        <a:gd name="connsiteX9" fmla="*/ 20782 w 43104"/>
                        <a:gd name="connsiteY9" fmla="*/ 46269 h 56391"/>
                        <a:gd name="connsiteX10" fmla="*/ 11352 w 43104"/>
                        <a:gd name="connsiteY10" fmla="*/ 35982 h 56391"/>
                        <a:gd name="connsiteX11" fmla="*/ 3922 w 43104"/>
                        <a:gd name="connsiteY11" fmla="*/ 23790 h 56391"/>
                        <a:gd name="connsiteX12" fmla="*/ 398 w 43104"/>
                        <a:gd name="connsiteY12" fmla="*/ 12360 h 56391"/>
                        <a:gd name="connsiteX13" fmla="*/ 684 w 43104"/>
                        <a:gd name="connsiteY13" fmla="*/ 3883 h 56391"/>
                        <a:gd name="connsiteX14" fmla="*/ 3732 w 43104"/>
                        <a:gd name="connsiteY14" fmla="*/ 73 h 56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43104" h="56391">
                          <a:moveTo>
                            <a:pt x="3732" y="73"/>
                          </a:moveTo>
                          <a:cubicBezTo>
                            <a:pt x="5065" y="-213"/>
                            <a:pt x="6590" y="359"/>
                            <a:pt x="8113" y="1502"/>
                          </a:cubicBezTo>
                          <a:cubicBezTo>
                            <a:pt x="9447" y="2740"/>
                            <a:pt x="11352" y="4359"/>
                            <a:pt x="13447" y="6550"/>
                          </a:cubicBezTo>
                          <a:cubicBezTo>
                            <a:pt x="15353" y="8741"/>
                            <a:pt x="17258" y="11312"/>
                            <a:pt x="19830" y="14170"/>
                          </a:cubicBezTo>
                          <a:cubicBezTo>
                            <a:pt x="22211" y="17122"/>
                            <a:pt x="24497" y="20361"/>
                            <a:pt x="27354" y="23790"/>
                          </a:cubicBezTo>
                          <a:cubicBezTo>
                            <a:pt x="30021" y="27314"/>
                            <a:pt x="32307" y="30838"/>
                            <a:pt x="34689" y="34077"/>
                          </a:cubicBezTo>
                          <a:cubicBezTo>
                            <a:pt x="36975" y="37316"/>
                            <a:pt x="38784" y="40459"/>
                            <a:pt x="40118" y="43411"/>
                          </a:cubicBezTo>
                          <a:cubicBezTo>
                            <a:pt x="43071" y="48936"/>
                            <a:pt x="44023" y="53413"/>
                            <a:pt x="42118" y="55413"/>
                          </a:cubicBezTo>
                          <a:cubicBezTo>
                            <a:pt x="40213" y="57318"/>
                            <a:pt x="35736" y="56366"/>
                            <a:pt x="29926" y="53222"/>
                          </a:cubicBezTo>
                          <a:cubicBezTo>
                            <a:pt x="27163" y="51508"/>
                            <a:pt x="24021" y="49127"/>
                            <a:pt x="20782" y="46269"/>
                          </a:cubicBezTo>
                          <a:cubicBezTo>
                            <a:pt x="17448" y="43507"/>
                            <a:pt x="14400" y="39887"/>
                            <a:pt x="11352" y="35982"/>
                          </a:cubicBezTo>
                          <a:cubicBezTo>
                            <a:pt x="8209" y="32172"/>
                            <a:pt x="5828" y="27791"/>
                            <a:pt x="3922" y="23790"/>
                          </a:cubicBezTo>
                          <a:cubicBezTo>
                            <a:pt x="1827" y="19885"/>
                            <a:pt x="875" y="15789"/>
                            <a:pt x="398" y="12360"/>
                          </a:cubicBezTo>
                          <a:cubicBezTo>
                            <a:pt x="-173" y="8931"/>
                            <a:pt x="-173" y="6074"/>
                            <a:pt x="684" y="3883"/>
                          </a:cubicBezTo>
                          <a:cubicBezTo>
                            <a:pt x="1351" y="1597"/>
                            <a:pt x="2399" y="359"/>
                            <a:pt x="3732" y="73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6" name="Forme libre : forme 13955">
                      <a:extLst>
                        <a:ext uri="{FF2B5EF4-FFF2-40B4-BE49-F238E27FC236}">
                          <a16:creationId xmlns:a16="http://schemas.microsoft.com/office/drawing/2014/main" id="{8944BD46-8833-43A3-9016-76ABC17985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4770" y="3787140"/>
                      <a:ext cx="24513" cy="43786"/>
                    </a:xfrm>
                    <a:custGeom>
                      <a:avLst/>
                      <a:gdLst>
                        <a:gd name="connsiteX0" fmla="*/ 6953 w 24513"/>
                        <a:gd name="connsiteY0" fmla="*/ 37529 h 43786"/>
                        <a:gd name="connsiteX1" fmla="*/ 23526 w 24513"/>
                        <a:gd name="connsiteY1" fmla="*/ 42767 h 43786"/>
                        <a:gd name="connsiteX2" fmla="*/ 21527 w 24513"/>
                        <a:gd name="connsiteY2" fmla="*/ 30766 h 43786"/>
                        <a:gd name="connsiteX3" fmla="*/ 16097 w 24513"/>
                        <a:gd name="connsiteY3" fmla="*/ 21431 h 43786"/>
                        <a:gd name="connsiteX4" fmla="*/ 8763 w 24513"/>
                        <a:gd name="connsiteY4" fmla="*/ 11144 h 43786"/>
                        <a:gd name="connsiteX5" fmla="*/ 0 w 24513"/>
                        <a:gd name="connsiteY5" fmla="*/ 0 h 43786"/>
                        <a:gd name="connsiteX6" fmla="*/ 3429 w 24513"/>
                        <a:gd name="connsiteY6" fmla="*/ 6953 h 43786"/>
                        <a:gd name="connsiteX7" fmla="*/ 9430 w 24513"/>
                        <a:gd name="connsiteY7" fmla="*/ 25717 h 43786"/>
                        <a:gd name="connsiteX8" fmla="*/ 6953 w 24513"/>
                        <a:gd name="connsiteY8" fmla="*/ 37529 h 43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513" h="43786">
                          <a:moveTo>
                            <a:pt x="6953" y="37529"/>
                          </a:moveTo>
                          <a:cubicBezTo>
                            <a:pt x="14573" y="43339"/>
                            <a:pt x="21241" y="45148"/>
                            <a:pt x="23526" y="42767"/>
                          </a:cubicBezTo>
                          <a:cubicBezTo>
                            <a:pt x="25432" y="40767"/>
                            <a:pt x="24479" y="36386"/>
                            <a:pt x="21527" y="30766"/>
                          </a:cubicBezTo>
                          <a:cubicBezTo>
                            <a:pt x="20193" y="27908"/>
                            <a:pt x="18383" y="24765"/>
                            <a:pt x="16097" y="21431"/>
                          </a:cubicBezTo>
                          <a:cubicBezTo>
                            <a:pt x="13716" y="18193"/>
                            <a:pt x="11430" y="14669"/>
                            <a:pt x="8763" y="11144"/>
                          </a:cubicBezTo>
                          <a:cubicBezTo>
                            <a:pt x="5334" y="7144"/>
                            <a:pt x="2857" y="3238"/>
                            <a:pt x="0" y="0"/>
                          </a:cubicBezTo>
                          <a:cubicBezTo>
                            <a:pt x="1334" y="2286"/>
                            <a:pt x="2477" y="4572"/>
                            <a:pt x="3429" y="6953"/>
                          </a:cubicBezTo>
                          <a:cubicBezTo>
                            <a:pt x="6382" y="13430"/>
                            <a:pt x="8287" y="20383"/>
                            <a:pt x="9430" y="25717"/>
                          </a:cubicBezTo>
                          <a:cubicBezTo>
                            <a:pt x="10382" y="31337"/>
                            <a:pt x="9810" y="35719"/>
                            <a:pt x="6953" y="37529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7" name="Forme libre : forme 13956">
                      <a:extLst>
                        <a:ext uri="{FF2B5EF4-FFF2-40B4-BE49-F238E27FC236}">
                          <a16:creationId xmlns:a16="http://schemas.microsoft.com/office/drawing/2014/main" id="{5DA9F3AD-F5D2-4CDB-96A3-982AA3F2C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6942" y="3771010"/>
                      <a:ext cx="41462" cy="56007"/>
                    </a:xfrm>
                    <a:custGeom>
                      <a:avLst/>
                      <a:gdLst>
                        <a:gd name="connsiteX0" fmla="*/ 4397 w 41462"/>
                        <a:gd name="connsiteY0" fmla="*/ 32 h 56007"/>
                        <a:gd name="connsiteX1" fmla="*/ 8874 w 41462"/>
                        <a:gd name="connsiteY1" fmla="*/ 1651 h 56007"/>
                        <a:gd name="connsiteX2" fmla="*/ 13541 w 41462"/>
                        <a:gd name="connsiteY2" fmla="*/ 6605 h 56007"/>
                        <a:gd name="connsiteX3" fmla="*/ 19352 w 41462"/>
                        <a:gd name="connsiteY3" fmla="*/ 14034 h 56007"/>
                        <a:gd name="connsiteX4" fmla="*/ 26400 w 41462"/>
                        <a:gd name="connsiteY4" fmla="*/ 23559 h 56007"/>
                        <a:gd name="connsiteX5" fmla="*/ 33354 w 41462"/>
                        <a:gd name="connsiteY5" fmla="*/ 33751 h 56007"/>
                        <a:gd name="connsiteX6" fmla="*/ 38688 w 41462"/>
                        <a:gd name="connsiteY6" fmla="*/ 42990 h 56007"/>
                        <a:gd name="connsiteX7" fmla="*/ 40402 w 41462"/>
                        <a:gd name="connsiteY7" fmla="*/ 54991 h 56007"/>
                        <a:gd name="connsiteX8" fmla="*/ 28305 w 41462"/>
                        <a:gd name="connsiteY8" fmla="*/ 52610 h 56007"/>
                        <a:gd name="connsiteX9" fmla="*/ 19256 w 41462"/>
                        <a:gd name="connsiteY9" fmla="*/ 45752 h 56007"/>
                        <a:gd name="connsiteX10" fmla="*/ 10017 w 41462"/>
                        <a:gd name="connsiteY10" fmla="*/ 35370 h 56007"/>
                        <a:gd name="connsiteX11" fmla="*/ 3064 w 41462"/>
                        <a:gd name="connsiteY11" fmla="*/ 23083 h 56007"/>
                        <a:gd name="connsiteX12" fmla="*/ 111 w 41462"/>
                        <a:gd name="connsiteY12" fmla="*/ 11653 h 56007"/>
                        <a:gd name="connsiteX13" fmla="*/ 1064 w 41462"/>
                        <a:gd name="connsiteY13" fmla="*/ 3366 h 56007"/>
                        <a:gd name="connsiteX14" fmla="*/ 4397 w 41462"/>
                        <a:gd name="connsiteY14" fmla="*/ 32 h 56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41462" h="56007">
                          <a:moveTo>
                            <a:pt x="4397" y="32"/>
                          </a:moveTo>
                          <a:cubicBezTo>
                            <a:pt x="5731" y="-158"/>
                            <a:pt x="7350" y="508"/>
                            <a:pt x="8874" y="1651"/>
                          </a:cubicBezTo>
                          <a:cubicBezTo>
                            <a:pt x="10493" y="2795"/>
                            <a:pt x="11732" y="4509"/>
                            <a:pt x="13541" y="6605"/>
                          </a:cubicBezTo>
                          <a:cubicBezTo>
                            <a:pt x="15542" y="8700"/>
                            <a:pt x="17256" y="11176"/>
                            <a:pt x="19352" y="14034"/>
                          </a:cubicBezTo>
                          <a:cubicBezTo>
                            <a:pt x="21828" y="16796"/>
                            <a:pt x="23733" y="20130"/>
                            <a:pt x="26400" y="23559"/>
                          </a:cubicBezTo>
                          <a:cubicBezTo>
                            <a:pt x="29067" y="26988"/>
                            <a:pt x="31258" y="30512"/>
                            <a:pt x="33354" y="33751"/>
                          </a:cubicBezTo>
                          <a:cubicBezTo>
                            <a:pt x="35544" y="36989"/>
                            <a:pt x="37354" y="40132"/>
                            <a:pt x="38688" y="42990"/>
                          </a:cubicBezTo>
                          <a:cubicBezTo>
                            <a:pt x="41259" y="48705"/>
                            <a:pt x="42497" y="52991"/>
                            <a:pt x="40402" y="54991"/>
                          </a:cubicBezTo>
                          <a:cubicBezTo>
                            <a:pt x="38497" y="56897"/>
                            <a:pt x="33830" y="56134"/>
                            <a:pt x="28305" y="52610"/>
                          </a:cubicBezTo>
                          <a:cubicBezTo>
                            <a:pt x="25543" y="50896"/>
                            <a:pt x="22495" y="48514"/>
                            <a:pt x="19256" y="45752"/>
                          </a:cubicBezTo>
                          <a:cubicBezTo>
                            <a:pt x="16113" y="42895"/>
                            <a:pt x="13065" y="39180"/>
                            <a:pt x="10017" y="35370"/>
                          </a:cubicBezTo>
                          <a:cubicBezTo>
                            <a:pt x="6969" y="31465"/>
                            <a:pt x="4969" y="26988"/>
                            <a:pt x="3064" y="23083"/>
                          </a:cubicBezTo>
                          <a:cubicBezTo>
                            <a:pt x="1349" y="18987"/>
                            <a:pt x="588" y="14891"/>
                            <a:pt x="111" y="11653"/>
                          </a:cubicBezTo>
                          <a:cubicBezTo>
                            <a:pt x="-270" y="8319"/>
                            <a:pt x="397" y="5271"/>
                            <a:pt x="1064" y="3366"/>
                          </a:cubicBezTo>
                          <a:cubicBezTo>
                            <a:pt x="1921" y="1366"/>
                            <a:pt x="2969" y="223"/>
                            <a:pt x="4397" y="3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8" name="Forme libre : forme 13957">
                      <a:extLst>
                        <a:ext uri="{FF2B5EF4-FFF2-40B4-BE49-F238E27FC236}">
                          <a16:creationId xmlns:a16="http://schemas.microsoft.com/office/drawing/2014/main" id="{3EA1227C-AB77-40F5-9152-B804380BA6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2913" y="3780600"/>
                      <a:ext cx="51771" cy="77061"/>
                    </a:xfrm>
                    <a:custGeom>
                      <a:avLst/>
                      <a:gdLst>
                        <a:gd name="connsiteX0" fmla="*/ 47482 w 51771"/>
                        <a:gd name="connsiteY0" fmla="*/ 68261 h 77061"/>
                        <a:gd name="connsiteX1" fmla="*/ 51768 w 51771"/>
                        <a:gd name="connsiteY1" fmla="*/ 59879 h 77061"/>
                        <a:gd name="connsiteX2" fmla="*/ 34528 w 51771"/>
                        <a:gd name="connsiteY2" fmla="*/ 29685 h 77061"/>
                        <a:gd name="connsiteX3" fmla="*/ 23669 w 51771"/>
                        <a:gd name="connsiteY3" fmla="*/ 16731 h 77061"/>
                        <a:gd name="connsiteX4" fmla="*/ 13287 w 51771"/>
                        <a:gd name="connsiteY4" fmla="*/ 5682 h 77061"/>
                        <a:gd name="connsiteX5" fmla="*/ 5762 w 51771"/>
                        <a:gd name="connsiteY5" fmla="*/ 538 h 77061"/>
                        <a:gd name="connsiteX6" fmla="*/ 619 w 51771"/>
                        <a:gd name="connsiteY6" fmla="*/ 1777 h 77061"/>
                        <a:gd name="connsiteX7" fmla="*/ 1953 w 51771"/>
                        <a:gd name="connsiteY7" fmla="*/ 13492 h 77061"/>
                        <a:gd name="connsiteX8" fmla="*/ 11478 w 51771"/>
                        <a:gd name="connsiteY8" fmla="*/ 42925 h 77061"/>
                        <a:gd name="connsiteX9" fmla="*/ 29575 w 51771"/>
                        <a:gd name="connsiteY9" fmla="*/ 74547 h 77061"/>
                        <a:gd name="connsiteX10" fmla="*/ 47482 w 51771"/>
                        <a:gd name="connsiteY10" fmla="*/ 68261 h 77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1771" h="77061">
                          <a:moveTo>
                            <a:pt x="47482" y="68261"/>
                          </a:moveTo>
                          <a:cubicBezTo>
                            <a:pt x="49672" y="66070"/>
                            <a:pt x="51863" y="63880"/>
                            <a:pt x="51768" y="59879"/>
                          </a:cubicBezTo>
                          <a:cubicBezTo>
                            <a:pt x="51577" y="52259"/>
                            <a:pt x="43005" y="40258"/>
                            <a:pt x="34528" y="29685"/>
                          </a:cubicBezTo>
                          <a:cubicBezTo>
                            <a:pt x="31004" y="25303"/>
                            <a:pt x="27575" y="20731"/>
                            <a:pt x="23669" y="16731"/>
                          </a:cubicBezTo>
                          <a:cubicBezTo>
                            <a:pt x="20526" y="12540"/>
                            <a:pt x="16335" y="8825"/>
                            <a:pt x="13287" y="5682"/>
                          </a:cubicBezTo>
                          <a:cubicBezTo>
                            <a:pt x="11001" y="3396"/>
                            <a:pt x="7763" y="1396"/>
                            <a:pt x="5762" y="538"/>
                          </a:cubicBezTo>
                          <a:cubicBezTo>
                            <a:pt x="3667" y="-319"/>
                            <a:pt x="1667" y="-319"/>
                            <a:pt x="619" y="1777"/>
                          </a:cubicBezTo>
                          <a:cubicBezTo>
                            <a:pt x="-905" y="4348"/>
                            <a:pt x="714" y="9015"/>
                            <a:pt x="1953" y="13492"/>
                          </a:cubicBezTo>
                          <a:cubicBezTo>
                            <a:pt x="5191" y="23970"/>
                            <a:pt x="8906" y="33971"/>
                            <a:pt x="11478" y="42925"/>
                          </a:cubicBezTo>
                          <a:cubicBezTo>
                            <a:pt x="13573" y="50545"/>
                            <a:pt x="16812" y="66451"/>
                            <a:pt x="29575" y="74547"/>
                          </a:cubicBezTo>
                          <a:cubicBezTo>
                            <a:pt x="41005" y="81882"/>
                            <a:pt x="44434" y="71119"/>
                            <a:pt x="47482" y="682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9" name="Forme libre : forme 13958">
                      <a:extLst>
                        <a:ext uri="{FF2B5EF4-FFF2-40B4-BE49-F238E27FC236}">
                          <a16:creationId xmlns:a16="http://schemas.microsoft.com/office/drawing/2014/main" id="{B442D740-A593-4C83-AA7E-D0FEB13C30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8800" y="3828987"/>
                      <a:ext cx="25291" cy="17352"/>
                    </a:xfrm>
                    <a:custGeom>
                      <a:avLst/>
                      <a:gdLst>
                        <a:gd name="connsiteX0" fmla="*/ 22354 w 25291"/>
                        <a:gd name="connsiteY0" fmla="*/ 17303 h 17352"/>
                        <a:gd name="connsiteX1" fmla="*/ 25021 w 25291"/>
                        <a:gd name="connsiteY1" fmla="*/ 16922 h 17352"/>
                        <a:gd name="connsiteX2" fmla="*/ 24259 w 25291"/>
                        <a:gd name="connsiteY2" fmla="*/ 13779 h 17352"/>
                        <a:gd name="connsiteX3" fmla="*/ 20450 w 25291"/>
                        <a:gd name="connsiteY3" fmla="*/ 10445 h 17352"/>
                        <a:gd name="connsiteX4" fmla="*/ 10258 w 25291"/>
                        <a:gd name="connsiteY4" fmla="*/ 3206 h 17352"/>
                        <a:gd name="connsiteX5" fmla="*/ 6162 w 25291"/>
                        <a:gd name="connsiteY5" fmla="*/ 920 h 17352"/>
                        <a:gd name="connsiteX6" fmla="*/ 4257 w 25291"/>
                        <a:gd name="connsiteY6" fmla="*/ 8064 h 17352"/>
                        <a:gd name="connsiteX7" fmla="*/ 22354 w 25291"/>
                        <a:gd name="connsiteY7" fmla="*/ 17303 h 17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291" h="17352">
                          <a:moveTo>
                            <a:pt x="22354" y="17303"/>
                          </a:moveTo>
                          <a:cubicBezTo>
                            <a:pt x="23498" y="17398"/>
                            <a:pt x="24545" y="17398"/>
                            <a:pt x="25021" y="16922"/>
                          </a:cubicBezTo>
                          <a:cubicBezTo>
                            <a:pt x="25498" y="16350"/>
                            <a:pt x="25402" y="15112"/>
                            <a:pt x="24259" y="13779"/>
                          </a:cubicBezTo>
                          <a:cubicBezTo>
                            <a:pt x="23307" y="12540"/>
                            <a:pt x="21783" y="11397"/>
                            <a:pt x="20450" y="10445"/>
                          </a:cubicBezTo>
                          <a:cubicBezTo>
                            <a:pt x="17020" y="7778"/>
                            <a:pt x="13591" y="5397"/>
                            <a:pt x="10258" y="3206"/>
                          </a:cubicBezTo>
                          <a:cubicBezTo>
                            <a:pt x="8829" y="2348"/>
                            <a:pt x="7400" y="1396"/>
                            <a:pt x="6162" y="920"/>
                          </a:cubicBezTo>
                          <a:cubicBezTo>
                            <a:pt x="923" y="-1557"/>
                            <a:pt x="-3649" y="1015"/>
                            <a:pt x="4257" y="8064"/>
                          </a:cubicBezTo>
                          <a:cubicBezTo>
                            <a:pt x="10353" y="13302"/>
                            <a:pt x="17687" y="16922"/>
                            <a:pt x="22354" y="1730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60" name="Forme libre : forme 13959">
                      <a:extLst>
                        <a:ext uri="{FF2B5EF4-FFF2-40B4-BE49-F238E27FC236}">
                          <a16:creationId xmlns:a16="http://schemas.microsoft.com/office/drawing/2014/main" id="{A6653B92-5803-4016-9D00-28B7428598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6197" y="3751707"/>
                      <a:ext cx="20478" cy="25812"/>
                    </a:xfrm>
                    <a:custGeom>
                      <a:avLst/>
                      <a:gdLst>
                        <a:gd name="connsiteX0" fmla="*/ 0 w 20478"/>
                        <a:gd name="connsiteY0" fmla="*/ 0 h 25812"/>
                        <a:gd name="connsiteX1" fmla="*/ 2096 w 20478"/>
                        <a:gd name="connsiteY1" fmla="*/ 1429 h 25812"/>
                        <a:gd name="connsiteX2" fmla="*/ 6001 w 20478"/>
                        <a:gd name="connsiteY2" fmla="*/ 6382 h 25812"/>
                        <a:gd name="connsiteX3" fmla="*/ 8763 w 20478"/>
                        <a:gd name="connsiteY3" fmla="*/ 10001 h 25812"/>
                        <a:gd name="connsiteX4" fmla="*/ 10001 w 20478"/>
                        <a:gd name="connsiteY4" fmla="*/ 11811 h 25812"/>
                        <a:gd name="connsiteX5" fmla="*/ 11716 w 20478"/>
                        <a:gd name="connsiteY5" fmla="*/ 13811 h 25812"/>
                        <a:gd name="connsiteX6" fmla="*/ 13145 w 20478"/>
                        <a:gd name="connsiteY6" fmla="*/ 15812 h 25812"/>
                        <a:gd name="connsiteX7" fmla="*/ 15335 w 20478"/>
                        <a:gd name="connsiteY7" fmla="*/ 18479 h 25812"/>
                        <a:gd name="connsiteX8" fmla="*/ 20479 w 20478"/>
                        <a:gd name="connsiteY8" fmla="*/ 25813 h 25812"/>
                        <a:gd name="connsiteX9" fmla="*/ 18288 w 20478"/>
                        <a:gd name="connsiteY9" fmla="*/ 23050 h 25812"/>
                        <a:gd name="connsiteX10" fmla="*/ 15621 w 20478"/>
                        <a:gd name="connsiteY10" fmla="*/ 20193 h 25812"/>
                        <a:gd name="connsiteX11" fmla="*/ 12859 w 20478"/>
                        <a:gd name="connsiteY11" fmla="*/ 17145 h 25812"/>
                        <a:gd name="connsiteX12" fmla="*/ 9906 w 20478"/>
                        <a:gd name="connsiteY12" fmla="*/ 13811 h 25812"/>
                        <a:gd name="connsiteX13" fmla="*/ 8097 w 20478"/>
                        <a:gd name="connsiteY13" fmla="*/ 11906 h 25812"/>
                        <a:gd name="connsiteX14" fmla="*/ 6763 w 20478"/>
                        <a:gd name="connsiteY14" fmla="*/ 9906 h 25812"/>
                        <a:gd name="connsiteX15" fmla="*/ 3334 w 20478"/>
                        <a:gd name="connsiteY15" fmla="*/ 5144 h 25812"/>
                        <a:gd name="connsiteX16" fmla="*/ 0 w 20478"/>
                        <a:gd name="connsiteY16" fmla="*/ 0 h 25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0478" h="25812">
                          <a:moveTo>
                            <a:pt x="0" y="0"/>
                          </a:moveTo>
                          <a:cubicBezTo>
                            <a:pt x="0" y="0"/>
                            <a:pt x="953" y="381"/>
                            <a:pt x="2096" y="1429"/>
                          </a:cubicBezTo>
                          <a:cubicBezTo>
                            <a:pt x="3239" y="2477"/>
                            <a:pt x="4763" y="4191"/>
                            <a:pt x="6001" y="6382"/>
                          </a:cubicBezTo>
                          <a:cubicBezTo>
                            <a:pt x="6953" y="7525"/>
                            <a:pt x="7906" y="8763"/>
                            <a:pt x="8763" y="10001"/>
                          </a:cubicBezTo>
                          <a:cubicBezTo>
                            <a:pt x="9240" y="10573"/>
                            <a:pt x="9620" y="11239"/>
                            <a:pt x="10001" y="11811"/>
                          </a:cubicBezTo>
                          <a:cubicBezTo>
                            <a:pt x="10478" y="12478"/>
                            <a:pt x="11239" y="13145"/>
                            <a:pt x="11716" y="13811"/>
                          </a:cubicBezTo>
                          <a:cubicBezTo>
                            <a:pt x="12288" y="14478"/>
                            <a:pt x="12764" y="15145"/>
                            <a:pt x="13145" y="15812"/>
                          </a:cubicBezTo>
                          <a:cubicBezTo>
                            <a:pt x="13811" y="16573"/>
                            <a:pt x="14669" y="17526"/>
                            <a:pt x="15335" y="18479"/>
                          </a:cubicBezTo>
                          <a:cubicBezTo>
                            <a:pt x="16193" y="20193"/>
                            <a:pt x="18765" y="22860"/>
                            <a:pt x="20479" y="25813"/>
                          </a:cubicBezTo>
                          <a:cubicBezTo>
                            <a:pt x="20479" y="25813"/>
                            <a:pt x="19717" y="24670"/>
                            <a:pt x="18288" y="23050"/>
                          </a:cubicBezTo>
                          <a:cubicBezTo>
                            <a:pt x="17622" y="22288"/>
                            <a:pt x="16383" y="21146"/>
                            <a:pt x="15621" y="20193"/>
                          </a:cubicBezTo>
                          <a:cubicBezTo>
                            <a:pt x="14954" y="19240"/>
                            <a:pt x="14002" y="18288"/>
                            <a:pt x="12859" y="17145"/>
                          </a:cubicBezTo>
                          <a:cubicBezTo>
                            <a:pt x="11430" y="15907"/>
                            <a:pt x="11144" y="15145"/>
                            <a:pt x="9906" y="13811"/>
                          </a:cubicBezTo>
                          <a:cubicBezTo>
                            <a:pt x="9334" y="13240"/>
                            <a:pt x="8763" y="12573"/>
                            <a:pt x="8097" y="11906"/>
                          </a:cubicBezTo>
                          <a:cubicBezTo>
                            <a:pt x="7715" y="11239"/>
                            <a:pt x="7239" y="10573"/>
                            <a:pt x="6763" y="9906"/>
                          </a:cubicBezTo>
                          <a:cubicBezTo>
                            <a:pt x="5715" y="8477"/>
                            <a:pt x="4572" y="6858"/>
                            <a:pt x="3334" y="5144"/>
                          </a:cubicBezTo>
                          <a:cubicBezTo>
                            <a:pt x="2477" y="3429"/>
                            <a:pt x="1334" y="161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61" name="Forme libre : forme 13960">
                      <a:extLst>
                        <a:ext uri="{FF2B5EF4-FFF2-40B4-BE49-F238E27FC236}">
                          <a16:creationId xmlns:a16="http://schemas.microsoft.com/office/drawing/2014/main" id="{93703B70-A8AA-4E3D-870C-30D8A020B9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0485" y="3848861"/>
                      <a:ext cx="49244" cy="21065"/>
                    </a:xfrm>
                    <a:custGeom>
                      <a:avLst/>
                      <a:gdLst>
                        <a:gd name="connsiteX0" fmla="*/ 0 w 49244"/>
                        <a:gd name="connsiteY0" fmla="*/ 0 h 21065"/>
                        <a:gd name="connsiteX1" fmla="*/ 5429 w 49244"/>
                        <a:gd name="connsiteY1" fmla="*/ 4763 h 21065"/>
                        <a:gd name="connsiteX2" fmla="*/ 18765 w 49244"/>
                        <a:gd name="connsiteY2" fmla="*/ 13811 h 21065"/>
                        <a:gd name="connsiteX3" fmla="*/ 49244 w 49244"/>
                        <a:gd name="connsiteY3" fmla="*/ 18574 h 21065"/>
                        <a:gd name="connsiteX4" fmla="*/ 36766 w 49244"/>
                        <a:gd name="connsiteY4" fmla="*/ 18860 h 21065"/>
                        <a:gd name="connsiteX5" fmla="*/ 21241 w 49244"/>
                        <a:gd name="connsiteY5" fmla="*/ 13907 h 21065"/>
                        <a:gd name="connsiteX6" fmla="*/ 0 w 49244"/>
                        <a:gd name="connsiteY6" fmla="*/ 0 h 21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244" h="21065">
                          <a:moveTo>
                            <a:pt x="0" y="0"/>
                          </a:moveTo>
                          <a:cubicBezTo>
                            <a:pt x="0" y="0"/>
                            <a:pt x="2096" y="2000"/>
                            <a:pt x="5429" y="4763"/>
                          </a:cubicBezTo>
                          <a:cubicBezTo>
                            <a:pt x="8858" y="7429"/>
                            <a:pt x="13525" y="10763"/>
                            <a:pt x="18765" y="13811"/>
                          </a:cubicBezTo>
                          <a:cubicBezTo>
                            <a:pt x="29146" y="19908"/>
                            <a:pt x="41624" y="23908"/>
                            <a:pt x="49244" y="18574"/>
                          </a:cubicBezTo>
                          <a:cubicBezTo>
                            <a:pt x="49244" y="18574"/>
                            <a:pt x="45053" y="20193"/>
                            <a:pt x="36766" y="18860"/>
                          </a:cubicBezTo>
                          <a:cubicBezTo>
                            <a:pt x="32671" y="18098"/>
                            <a:pt x="27337" y="16859"/>
                            <a:pt x="21241" y="13907"/>
                          </a:cubicBezTo>
                          <a:cubicBezTo>
                            <a:pt x="15145" y="10954"/>
                            <a:pt x="7906" y="704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62" name="Forme libre : forme 13961">
                      <a:extLst>
                        <a:ext uri="{FF2B5EF4-FFF2-40B4-BE49-F238E27FC236}">
                          <a16:creationId xmlns:a16="http://schemas.microsoft.com/office/drawing/2014/main" id="{3427A2F6-563D-4C9A-BC3F-B9B4639196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1087" y="3789477"/>
                      <a:ext cx="14136" cy="23380"/>
                    </a:xfrm>
                    <a:custGeom>
                      <a:avLst/>
                      <a:gdLst>
                        <a:gd name="connsiteX0" fmla="*/ 1491 w 14136"/>
                        <a:gd name="connsiteY0" fmla="*/ 43 h 23380"/>
                        <a:gd name="connsiteX1" fmla="*/ 10635 w 14136"/>
                        <a:gd name="connsiteY1" fmla="*/ 12426 h 23380"/>
                        <a:gd name="connsiteX2" fmla="*/ 13016 w 14136"/>
                        <a:gd name="connsiteY2" fmla="*/ 23379 h 23380"/>
                        <a:gd name="connsiteX3" fmla="*/ 2634 w 14136"/>
                        <a:gd name="connsiteY3" fmla="*/ 11378 h 23380"/>
                        <a:gd name="connsiteX4" fmla="*/ 1491 w 14136"/>
                        <a:gd name="connsiteY4" fmla="*/ 43 h 2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36" h="23380">
                          <a:moveTo>
                            <a:pt x="1491" y="43"/>
                          </a:moveTo>
                          <a:cubicBezTo>
                            <a:pt x="3491" y="710"/>
                            <a:pt x="7587" y="6044"/>
                            <a:pt x="10635" y="12426"/>
                          </a:cubicBezTo>
                          <a:cubicBezTo>
                            <a:pt x="14064" y="18522"/>
                            <a:pt x="15207" y="23475"/>
                            <a:pt x="13016" y="23379"/>
                          </a:cubicBezTo>
                          <a:cubicBezTo>
                            <a:pt x="10921" y="23189"/>
                            <a:pt x="5682" y="18236"/>
                            <a:pt x="2634" y="11378"/>
                          </a:cubicBezTo>
                          <a:cubicBezTo>
                            <a:pt x="-604" y="4615"/>
                            <a:pt x="-700" y="-528"/>
                            <a:pt x="1491" y="4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63" name="Forme libre : forme 13962">
                      <a:extLst>
                        <a:ext uri="{FF2B5EF4-FFF2-40B4-BE49-F238E27FC236}">
                          <a16:creationId xmlns:a16="http://schemas.microsoft.com/office/drawing/2014/main" id="{3FC964FC-5530-4519-8D3C-117BBDDBE8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9775" y="3786334"/>
                      <a:ext cx="4141" cy="6603"/>
                    </a:xfrm>
                    <a:custGeom>
                      <a:avLst/>
                      <a:gdLst>
                        <a:gd name="connsiteX0" fmla="*/ 517 w 4141"/>
                        <a:gd name="connsiteY0" fmla="*/ 44 h 6603"/>
                        <a:gd name="connsiteX1" fmla="*/ 3279 w 4141"/>
                        <a:gd name="connsiteY1" fmla="*/ 2711 h 6603"/>
                        <a:gd name="connsiteX2" fmla="*/ 3756 w 4141"/>
                        <a:gd name="connsiteY2" fmla="*/ 6521 h 6603"/>
                        <a:gd name="connsiteX3" fmla="*/ 707 w 4141"/>
                        <a:gd name="connsiteY3" fmla="*/ 3949 h 6603"/>
                        <a:gd name="connsiteX4" fmla="*/ 517 w 4141"/>
                        <a:gd name="connsiteY4" fmla="*/ 44 h 6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41" h="6603">
                          <a:moveTo>
                            <a:pt x="517" y="44"/>
                          </a:moveTo>
                          <a:cubicBezTo>
                            <a:pt x="1279" y="-242"/>
                            <a:pt x="2517" y="901"/>
                            <a:pt x="3279" y="2711"/>
                          </a:cubicBezTo>
                          <a:cubicBezTo>
                            <a:pt x="4041" y="4616"/>
                            <a:pt x="4517" y="6140"/>
                            <a:pt x="3756" y="6521"/>
                          </a:cubicBezTo>
                          <a:cubicBezTo>
                            <a:pt x="3089" y="6902"/>
                            <a:pt x="1469" y="5949"/>
                            <a:pt x="707" y="3949"/>
                          </a:cubicBezTo>
                          <a:cubicBezTo>
                            <a:pt x="-150" y="2139"/>
                            <a:pt x="-245" y="329"/>
                            <a:pt x="517" y="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64" name="Forme libre : forme 13963">
                      <a:extLst>
                        <a:ext uri="{FF2B5EF4-FFF2-40B4-BE49-F238E27FC236}">
                          <a16:creationId xmlns:a16="http://schemas.microsoft.com/office/drawing/2014/main" id="{241F7CCB-6174-4D7C-ACDC-EE2B031F8B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8633" y="3754149"/>
                      <a:ext cx="25128" cy="68230"/>
                    </a:xfrm>
                    <a:custGeom>
                      <a:avLst/>
                      <a:gdLst>
                        <a:gd name="connsiteX0" fmla="*/ 5848 w 25128"/>
                        <a:gd name="connsiteY0" fmla="*/ 4225 h 68230"/>
                        <a:gd name="connsiteX1" fmla="*/ 19564 w 25128"/>
                        <a:gd name="connsiteY1" fmla="*/ 987 h 68230"/>
                        <a:gd name="connsiteX2" fmla="*/ 22231 w 25128"/>
                        <a:gd name="connsiteY2" fmla="*/ 6606 h 68230"/>
                        <a:gd name="connsiteX3" fmla="*/ 19564 w 25128"/>
                        <a:gd name="connsiteY3" fmla="*/ 13750 h 68230"/>
                        <a:gd name="connsiteX4" fmla="*/ 14325 w 25128"/>
                        <a:gd name="connsiteY4" fmla="*/ 21370 h 68230"/>
                        <a:gd name="connsiteX5" fmla="*/ 12420 w 25128"/>
                        <a:gd name="connsiteY5" fmla="*/ 33086 h 68230"/>
                        <a:gd name="connsiteX6" fmla="*/ 14801 w 25128"/>
                        <a:gd name="connsiteY6" fmla="*/ 42230 h 68230"/>
                        <a:gd name="connsiteX7" fmla="*/ 20135 w 25128"/>
                        <a:gd name="connsiteY7" fmla="*/ 54803 h 68230"/>
                        <a:gd name="connsiteX8" fmla="*/ 23469 w 25128"/>
                        <a:gd name="connsiteY8" fmla="*/ 68043 h 68230"/>
                        <a:gd name="connsiteX9" fmla="*/ 8801 w 25128"/>
                        <a:gd name="connsiteY9" fmla="*/ 51374 h 68230"/>
                        <a:gd name="connsiteX10" fmla="*/ 2704 w 25128"/>
                        <a:gd name="connsiteY10" fmla="*/ 37848 h 68230"/>
                        <a:gd name="connsiteX11" fmla="*/ 228 w 25128"/>
                        <a:gd name="connsiteY11" fmla="*/ 26419 h 68230"/>
                        <a:gd name="connsiteX12" fmla="*/ 37 w 25128"/>
                        <a:gd name="connsiteY12" fmla="*/ 19370 h 68230"/>
                        <a:gd name="connsiteX13" fmla="*/ 1466 w 25128"/>
                        <a:gd name="connsiteY13" fmla="*/ 12893 h 68230"/>
                        <a:gd name="connsiteX14" fmla="*/ 5848 w 25128"/>
                        <a:gd name="connsiteY14" fmla="*/ 4225 h 682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5128" h="68230">
                          <a:moveTo>
                            <a:pt x="5848" y="4225"/>
                          </a:moveTo>
                          <a:cubicBezTo>
                            <a:pt x="10991" y="-1014"/>
                            <a:pt x="15563" y="-442"/>
                            <a:pt x="19564" y="987"/>
                          </a:cubicBezTo>
                          <a:cubicBezTo>
                            <a:pt x="21088" y="1558"/>
                            <a:pt x="22802" y="3177"/>
                            <a:pt x="22231" y="6606"/>
                          </a:cubicBezTo>
                          <a:cubicBezTo>
                            <a:pt x="21850" y="9750"/>
                            <a:pt x="20992" y="12226"/>
                            <a:pt x="19564" y="13750"/>
                          </a:cubicBezTo>
                          <a:cubicBezTo>
                            <a:pt x="17373" y="16227"/>
                            <a:pt x="15754" y="18418"/>
                            <a:pt x="14325" y="21370"/>
                          </a:cubicBezTo>
                          <a:cubicBezTo>
                            <a:pt x="13086" y="24133"/>
                            <a:pt x="11563" y="28228"/>
                            <a:pt x="12420" y="33086"/>
                          </a:cubicBezTo>
                          <a:cubicBezTo>
                            <a:pt x="12610" y="34610"/>
                            <a:pt x="13468" y="38134"/>
                            <a:pt x="14801" y="42230"/>
                          </a:cubicBezTo>
                          <a:cubicBezTo>
                            <a:pt x="16420" y="46040"/>
                            <a:pt x="18230" y="50421"/>
                            <a:pt x="20135" y="54803"/>
                          </a:cubicBezTo>
                          <a:cubicBezTo>
                            <a:pt x="24040" y="62518"/>
                            <a:pt x="27184" y="69471"/>
                            <a:pt x="23469" y="68043"/>
                          </a:cubicBezTo>
                          <a:cubicBezTo>
                            <a:pt x="19754" y="66423"/>
                            <a:pt x="13563" y="60232"/>
                            <a:pt x="8801" y="51374"/>
                          </a:cubicBezTo>
                          <a:cubicBezTo>
                            <a:pt x="6229" y="47469"/>
                            <a:pt x="4228" y="42325"/>
                            <a:pt x="2704" y="37848"/>
                          </a:cubicBezTo>
                          <a:cubicBezTo>
                            <a:pt x="990" y="33658"/>
                            <a:pt x="419" y="29181"/>
                            <a:pt x="228" y="26419"/>
                          </a:cubicBezTo>
                          <a:cubicBezTo>
                            <a:pt x="37" y="23942"/>
                            <a:pt x="-58" y="21561"/>
                            <a:pt x="37" y="19370"/>
                          </a:cubicBezTo>
                          <a:cubicBezTo>
                            <a:pt x="323" y="17084"/>
                            <a:pt x="895" y="14798"/>
                            <a:pt x="1466" y="12893"/>
                          </a:cubicBezTo>
                          <a:cubicBezTo>
                            <a:pt x="2609" y="9178"/>
                            <a:pt x="3752" y="6226"/>
                            <a:pt x="5848" y="422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86" name="Graphique 1">
                    <a:extLst>
                      <a:ext uri="{FF2B5EF4-FFF2-40B4-BE49-F238E27FC236}">
                        <a16:creationId xmlns:a16="http://schemas.microsoft.com/office/drawing/2014/main" id="{F9EB8A78-3304-4F38-BABC-D03EF61F1870}"/>
                      </a:ext>
                    </a:extLst>
                  </p:cNvPr>
                  <p:cNvGrpSpPr/>
                  <p:nvPr/>
                </p:nvGrpSpPr>
                <p:grpSpPr>
                  <a:xfrm>
                    <a:off x="4584190" y="3643320"/>
                    <a:ext cx="132336" cy="108305"/>
                    <a:chOff x="4584190" y="3643320"/>
                    <a:chExt cx="132336" cy="108305"/>
                  </a:xfrm>
                  <a:solidFill>
                    <a:schemeClr val="accent1"/>
                  </a:solidFill>
                </p:grpSpPr>
                <p:sp>
                  <p:nvSpPr>
                    <p:cNvPr id="13941" name="Forme libre : forme 13940">
                      <a:extLst>
                        <a:ext uri="{FF2B5EF4-FFF2-40B4-BE49-F238E27FC236}">
                          <a16:creationId xmlns:a16="http://schemas.microsoft.com/office/drawing/2014/main" id="{1978A06A-6224-4A4A-80A6-2AE4AA764B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4190" y="3643320"/>
                      <a:ext cx="132336" cy="108209"/>
                    </a:xfrm>
                    <a:custGeom>
                      <a:avLst/>
                      <a:gdLst>
                        <a:gd name="connsiteX0" fmla="*/ 114305 w 132336"/>
                        <a:gd name="connsiteY0" fmla="*/ 62571 h 108209"/>
                        <a:gd name="connsiteX1" fmla="*/ 85540 w 132336"/>
                        <a:gd name="connsiteY1" fmla="*/ 85240 h 108209"/>
                        <a:gd name="connsiteX2" fmla="*/ 77348 w 132336"/>
                        <a:gd name="connsiteY2" fmla="*/ 89336 h 108209"/>
                        <a:gd name="connsiteX3" fmla="*/ 70490 w 132336"/>
                        <a:gd name="connsiteY3" fmla="*/ 92479 h 108209"/>
                        <a:gd name="connsiteX4" fmla="*/ 59060 w 132336"/>
                        <a:gd name="connsiteY4" fmla="*/ 97623 h 108209"/>
                        <a:gd name="connsiteX5" fmla="*/ 44868 w 132336"/>
                        <a:gd name="connsiteY5" fmla="*/ 103814 h 108209"/>
                        <a:gd name="connsiteX6" fmla="*/ 38487 w 132336"/>
                        <a:gd name="connsiteY6" fmla="*/ 105814 h 108209"/>
                        <a:gd name="connsiteX7" fmla="*/ 33153 w 132336"/>
                        <a:gd name="connsiteY7" fmla="*/ 107243 h 108209"/>
                        <a:gd name="connsiteX8" fmla="*/ 23722 w 132336"/>
                        <a:gd name="connsiteY8" fmla="*/ 108195 h 108209"/>
                        <a:gd name="connsiteX9" fmla="*/ 15626 w 132336"/>
                        <a:gd name="connsiteY9" fmla="*/ 106005 h 108209"/>
                        <a:gd name="connsiteX10" fmla="*/ 3339 w 132336"/>
                        <a:gd name="connsiteY10" fmla="*/ 97813 h 108209"/>
                        <a:gd name="connsiteX11" fmla="*/ 5 w 132336"/>
                        <a:gd name="connsiteY11" fmla="*/ 89812 h 108209"/>
                        <a:gd name="connsiteX12" fmla="*/ 4482 w 132336"/>
                        <a:gd name="connsiteY12" fmla="*/ 75906 h 108209"/>
                        <a:gd name="connsiteX13" fmla="*/ 9816 w 132336"/>
                        <a:gd name="connsiteY13" fmla="*/ 68095 h 108209"/>
                        <a:gd name="connsiteX14" fmla="*/ 16865 w 132336"/>
                        <a:gd name="connsiteY14" fmla="*/ 61047 h 108209"/>
                        <a:gd name="connsiteX15" fmla="*/ 34676 w 132336"/>
                        <a:gd name="connsiteY15" fmla="*/ 48855 h 108209"/>
                        <a:gd name="connsiteX16" fmla="*/ 48678 w 132336"/>
                        <a:gd name="connsiteY16" fmla="*/ 42283 h 108209"/>
                        <a:gd name="connsiteX17" fmla="*/ 52203 w 132336"/>
                        <a:gd name="connsiteY17" fmla="*/ 40663 h 108209"/>
                        <a:gd name="connsiteX18" fmla="*/ 54488 w 132336"/>
                        <a:gd name="connsiteY18" fmla="*/ 39520 h 108209"/>
                        <a:gd name="connsiteX19" fmla="*/ 58775 w 132336"/>
                        <a:gd name="connsiteY19" fmla="*/ 37330 h 108209"/>
                        <a:gd name="connsiteX20" fmla="*/ 73634 w 132336"/>
                        <a:gd name="connsiteY20" fmla="*/ 25233 h 108209"/>
                        <a:gd name="connsiteX21" fmla="*/ 82777 w 132336"/>
                        <a:gd name="connsiteY21" fmla="*/ 15517 h 108209"/>
                        <a:gd name="connsiteX22" fmla="*/ 91826 w 132336"/>
                        <a:gd name="connsiteY22" fmla="*/ 7040 h 108209"/>
                        <a:gd name="connsiteX23" fmla="*/ 109257 w 132336"/>
                        <a:gd name="connsiteY23" fmla="*/ 373 h 108209"/>
                        <a:gd name="connsiteX24" fmla="*/ 124021 w 132336"/>
                        <a:gd name="connsiteY24" fmla="*/ 4564 h 108209"/>
                        <a:gd name="connsiteX25" fmla="*/ 130402 w 132336"/>
                        <a:gd name="connsiteY25" fmla="*/ 10755 h 108209"/>
                        <a:gd name="connsiteX26" fmla="*/ 132212 w 132336"/>
                        <a:gd name="connsiteY26" fmla="*/ 24185 h 108209"/>
                        <a:gd name="connsiteX27" fmla="*/ 127545 w 132336"/>
                        <a:gd name="connsiteY27" fmla="*/ 42664 h 108209"/>
                        <a:gd name="connsiteX28" fmla="*/ 114305 w 132336"/>
                        <a:gd name="connsiteY28" fmla="*/ 62571 h 108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132336" h="108209">
                          <a:moveTo>
                            <a:pt x="114305" y="62571"/>
                          </a:moveTo>
                          <a:cubicBezTo>
                            <a:pt x="106018" y="71429"/>
                            <a:pt x="96398" y="79335"/>
                            <a:pt x="85540" y="85240"/>
                          </a:cubicBezTo>
                          <a:cubicBezTo>
                            <a:pt x="82873" y="86860"/>
                            <a:pt x="80111" y="88002"/>
                            <a:pt x="77348" y="89336"/>
                          </a:cubicBezTo>
                          <a:lnTo>
                            <a:pt x="70490" y="92479"/>
                          </a:lnTo>
                          <a:cubicBezTo>
                            <a:pt x="66680" y="94194"/>
                            <a:pt x="62775" y="95813"/>
                            <a:pt x="59060" y="97623"/>
                          </a:cubicBezTo>
                          <a:cubicBezTo>
                            <a:pt x="54298" y="100290"/>
                            <a:pt x="48773" y="102100"/>
                            <a:pt x="44868" y="103814"/>
                          </a:cubicBezTo>
                          <a:cubicBezTo>
                            <a:pt x="42772" y="104671"/>
                            <a:pt x="40582" y="105243"/>
                            <a:pt x="38487" y="105814"/>
                          </a:cubicBezTo>
                          <a:cubicBezTo>
                            <a:pt x="36772" y="106481"/>
                            <a:pt x="34962" y="106957"/>
                            <a:pt x="33153" y="107243"/>
                          </a:cubicBezTo>
                          <a:cubicBezTo>
                            <a:pt x="29247" y="107910"/>
                            <a:pt x="26770" y="108291"/>
                            <a:pt x="23722" y="108195"/>
                          </a:cubicBezTo>
                          <a:cubicBezTo>
                            <a:pt x="20770" y="108100"/>
                            <a:pt x="17912" y="107529"/>
                            <a:pt x="15626" y="106005"/>
                          </a:cubicBezTo>
                          <a:lnTo>
                            <a:pt x="3339" y="97813"/>
                          </a:lnTo>
                          <a:cubicBezTo>
                            <a:pt x="1148" y="96289"/>
                            <a:pt x="-90" y="93718"/>
                            <a:pt x="5" y="89812"/>
                          </a:cubicBezTo>
                          <a:cubicBezTo>
                            <a:pt x="100" y="86098"/>
                            <a:pt x="1529" y="80573"/>
                            <a:pt x="4482" y="75906"/>
                          </a:cubicBezTo>
                          <a:cubicBezTo>
                            <a:pt x="5911" y="73429"/>
                            <a:pt x="7720" y="70762"/>
                            <a:pt x="9816" y="68095"/>
                          </a:cubicBezTo>
                          <a:cubicBezTo>
                            <a:pt x="11911" y="65809"/>
                            <a:pt x="14197" y="63428"/>
                            <a:pt x="16865" y="61047"/>
                          </a:cubicBezTo>
                          <a:cubicBezTo>
                            <a:pt x="22103" y="55999"/>
                            <a:pt x="28104" y="52665"/>
                            <a:pt x="34676" y="48855"/>
                          </a:cubicBezTo>
                          <a:cubicBezTo>
                            <a:pt x="39343" y="46474"/>
                            <a:pt x="44011" y="44473"/>
                            <a:pt x="48678" y="42283"/>
                          </a:cubicBezTo>
                          <a:lnTo>
                            <a:pt x="52203" y="40663"/>
                          </a:lnTo>
                          <a:lnTo>
                            <a:pt x="54488" y="39520"/>
                          </a:lnTo>
                          <a:cubicBezTo>
                            <a:pt x="55917" y="38758"/>
                            <a:pt x="57441" y="38187"/>
                            <a:pt x="58775" y="37330"/>
                          </a:cubicBezTo>
                          <a:cubicBezTo>
                            <a:pt x="64394" y="34282"/>
                            <a:pt x="69252" y="29995"/>
                            <a:pt x="73634" y="25233"/>
                          </a:cubicBezTo>
                          <a:cubicBezTo>
                            <a:pt x="76777" y="21899"/>
                            <a:pt x="79635" y="18565"/>
                            <a:pt x="82777" y="15517"/>
                          </a:cubicBezTo>
                          <a:cubicBezTo>
                            <a:pt x="85730" y="12469"/>
                            <a:pt x="88874" y="9612"/>
                            <a:pt x="91826" y="7040"/>
                          </a:cubicBezTo>
                          <a:cubicBezTo>
                            <a:pt x="97827" y="2182"/>
                            <a:pt x="103923" y="-1151"/>
                            <a:pt x="109257" y="373"/>
                          </a:cubicBezTo>
                          <a:lnTo>
                            <a:pt x="124021" y="4564"/>
                          </a:lnTo>
                          <a:cubicBezTo>
                            <a:pt x="126688" y="5326"/>
                            <a:pt x="128879" y="7421"/>
                            <a:pt x="130402" y="10755"/>
                          </a:cubicBezTo>
                          <a:cubicBezTo>
                            <a:pt x="131736" y="14089"/>
                            <a:pt x="132688" y="18756"/>
                            <a:pt x="132212" y="24185"/>
                          </a:cubicBezTo>
                          <a:cubicBezTo>
                            <a:pt x="131927" y="29710"/>
                            <a:pt x="130402" y="35996"/>
                            <a:pt x="127545" y="42664"/>
                          </a:cubicBezTo>
                          <a:cubicBezTo>
                            <a:pt x="124402" y="49426"/>
                            <a:pt x="120211" y="56380"/>
                            <a:pt x="114305" y="6257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2" name="Forme libre : forme 13941">
                      <a:extLst>
                        <a:ext uri="{FF2B5EF4-FFF2-40B4-BE49-F238E27FC236}">
                          <a16:creationId xmlns:a16="http://schemas.microsoft.com/office/drawing/2014/main" id="{917D26D1-5EB1-4EA1-98E2-E78858DE72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4483" y="3647979"/>
                      <a:ext cx="121854" cy="103646"/>
                    </a:xfrm>
                    <a:custGeom>
                      <a:avLst/>
                      <a:gdLst>
                        <a:gd name="connsiteX0" fmla="*/ 49435 w 121854"/>
                        <a:gd name="connsiteY0" fmla="*/ 72962 h 103646"/>
                        <a:gd name="connsiteX1" fmla="*/ 35528 w 121854"/>
                        <a:gd name="connsiteY1" fmla="*/ 80677 h 103646"/>
                        <a:gd name="connsiteX2" fmla="*/ 22289 w 121854"/>
                        <a:gd name="connsiteY2" fmla="*/ 87344 h 103646"/>
                        <a:gd name="connsiteX3" fmla="*/ 10383 w 121854"/>
                        <a:gd name="connsiteY3" fmla="*/ 93059 h 103646"/>
                        <a:gd name="connsiteX4" fmla="*/ 0 w 121854"/>
                        <a:gd name="connsiteY4" fmla="*/ 97917 h 103646"/>
                        <a:gd name="connsiteX5" fmla="*/ 5334 w 121854"/>
                        <a:gd name="connsiteY5" fmla="*/ 101441 h 103646"/>
                        <a:gd name="connsiteX6" fmla="*/ 13430 w 121854"/>
                        <a:gd name="connsiteY6" fmla="*/ 103632 h 103646"/>
                        <a:gd name="connsiteX7" fmla="*/ 22860 w 121854"/>
                        <a:gd name="connsiteY7" fmla="*/ 102679 h 103646"/>
                        <a:gd name="connsiteX8" fmla="*/ 28194 w 121854"/>
                        <a:gd name="connsiteY8" fmla="*/ 101251 h 103646"/>
                        <a:gd name="connsiteX9" fmla="*/ 34576 w 121854"/>
                        <a:gd name="connsiteY9" fmla="*/ 99251 h 103646"/>
                        <a:gd name="connsiteX10" fmla="*/ 48768 w 121854"/>
                        <a:gd name="connsiteY10" fmla="*/ 93059 h 103646"/>
                        <a:gd name="connsiteX11" fmla="*/ 60198 w 121854"/>
                        <a:gd name="connsiteY11" fmla="*/ 87916 h 103646"/>
                        <a:gd name="connsiteX12" fmla="*/ 67056 w 121854"/>
                        <a:gd name="connsiteY12" fmla="*/ 84773 h 103646"/>
                        <a:gd name="connsiteX13" fmla="*/ 75248 w 121854"/>
                        <a:gd name="connsiteY13" fmla="*/ 80677 h 103646"/>
                        <a:gd name="connsiteX14" fmla="*/ 104013 w 121854"/>
                        <a:gd name="connsiteY14" fmla="*/ 58007 h 103646"/>
                        <a:gd name="connsiteX15" fmla="*/ 117062 w 121854"/>
                        <a:gd name="connsiteY15" fmla="*/ 38195 h 103646"/>
                        <a:gd name="connsiteX16" fmla="*/ 121730 w 121854"/>
                        <a:gd name="connsiteY16" fmla="*/ 19717 h 103646"/>
                        <a:gd name="connsiteX17" fmla="*/ 119920 w 121854"/>
                        <a:gd name="connsiteY17" fmla="*/ 6287 h 103646"/>
                        <a:gd name="connsiteX18" fmla="*/ 113538 w 121854"/>
                        <a:gd name="connsiteY18" fmla="*/ 95 h 103646"/>
                        <a:gd name="connsiteX19" fmla="*/ 113062 w 121854"/>
                        <a:gd name="connsiteY19" fmla="*/ 0 h 103646"/>
                        <a:gd name="connsiteX20" fmla="*/ 89345 w 121854"/>
                        <a:gd name="connsiteY20" fmla="*/ 43910 h 103646"/>
                        <a:gd name="connsiteX21" fmla="*/ 70390 w 121854"/>
                        <a:gd name="connsiteY21" fmla="*/ 60484 h 103646"/>
                        <a:gd name="connsiteX22" fmla="*/ 49435 w 121854"/>
                        <a:gd name="connsiteY22" fmla="*/ 72962 h 103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21854" h="103646">
                          <a:moveTo>
                            <a:pt x="49435" y="72962"/>
                          </a:moveTo>
                          <a:cubicBezTo>
                            <a:pt x="44386" y="75724"/>
                            <a:pt x="39910" y="78200"/>
                            <a:pt x="35528" y="80677"/>
                          </a:cubicBezTo>
                          <a:cubicBezTo>
                            <a:pt x="31242" y="82772"/>
                            <a:pt x="27051" y="84963"/>
                            <a:pt x="22289" y="87344"/>
                          </a:cubicBezTo>
                          <a:cubicBezTo>
                            <a:pt x="17716" y="89154"/>
                            <a:pt x="14478" y="91535"/>
                            <a:pt x="10383" y="93059"/>
                          </a:cubicBezTo>
                          <a:cubicBezTo>
                            <a:pt x="6763" y="94869"/>
                            <a:pt x="3524" y="96679"/>
                            <a:pt x="0" y="97917"/>
                          </a:cubicBezTo>
                          <a:lnTo>
                            <a:pt x="5334" y="101441"/>
                          </a:lnTo>
                          <a:cubicBezTo>
                            <a:pt x="7525" y="102965"/>
                            <a:pt x="10477" y="103537"/>
                            <a:pt x="13430" y="103632"/>
                          </a:cubicBezTo>
                          <a:cubicBezTo>
                            <a:pt x="16478" y="103727"/>
                            <a:pt x="19050" y="103346"/>
                            <a:pt x="22860" y="102679"/>
                          </a:cubicBezTo>
                          <a:cubicBezTo>
                            <a:pt x="24670" y="102299"/>
                            <a:pt x="26384" y="101822"/>
                            <a:pt x="28194" y="101251"/>
                          </a:cubicBezTo>
                          <a:cubicBezTo>
                            <a:pt x="30289" y="100679"/>
                            <a:pt x="32480" y="100013"/>
                            <a:pt x="34576" y="99251"/>
                          </a:cubicBezTo>
                          <a:cubicBezTo>
                            <a:pt x="38481" y="97536"/>
                            <a:pt x="44005" y="95726"/>
                            <a:pt x="48768" y="93059"/>
                          </a:cubicBezTo>
                          <a:cubicBezTo>
                            <a:pt x="52483" y="91250"/>
                            <a:pt x="56388" y="89630"/>
                            <a:pt x="60198" y="87916"/>
                          </a:cubicBezTo>
                          <a:lnTo>
                            <a:pt x="67056" y="84773"/>
                          </a:lnTo>
                          <a:cubicBezTo>
                            <a:pt x="69818" y="83439"/>
                            <a:pt x="72676" y="82296"/>
                            <a:pt x="75248" y="80677"/>
                          </a:cubicBezTo>
                          <a:cubicBezTo>
                            <a:pt x="86106" y="74867"/>
                            <a:pt x="95726" y="66961"/>
                            <a:pt x="104013" y="58007"/>
                          </a:cubicBezTo>
                          <a:cubicBezTo>
                            <a:pt x="109918" y="51816"/>
                            <a:pt x="114109" y="44863"/>
                            <a:pt x="117062" y="38195"/>
                          </a:cubicBezTo>
                          <a:cubicBezTo>
                            <a:pt x="119920" y="31528"/>
                            <a:pt x="121444" y="25241"/>
                            <a:pt x="121730" y="19717"/>
                          </a:cubicBezTo>
                          <a:cubicBezTo>
                            <a:pt x="122206" y="14288"/>
                            <a:pt x="121253" y="9620"/>
                            <a:pt x="119920" y="6287"/>
                          </a:cubicBezTo>
                          <a:cubicBezTo>
                            <a:pt x="118491" y="2953"/>
                            <a:pt x="116205" y="762"/>
                            <a:pt x="113538" y="95"/>
                          </a:cubicBezTo>
                          <a:lnTo>
                            <a:pt x="113062" y="0"/>
                          </a:lnTo>
                          <a:cubicBezTo>
                            <a:pt x="108871" y="16383"/>
                            <a:pt x="100679" y="31623"/>
                            <a:pt x="89345" y="43910"/>
                          </a:cubicBezTo>
                          <a:cubicBezTo>
                            <a:pt x="83820" y="50197"/>
                            <a:pt x="77248" y="55626"/>
                            <a:pt x="70390" y="60484"/>
                          </a:cubicBezTo>
                          <a:cubicBezTo>
                            <a:pt x="63818" y="65246"/>
                            <a:pt x="55531" y="69056"/>
                            <a:pt x="49435" y="72962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3" name="Forme libre : forme 13942">
                      <a:extLst>
                        <a:ext uri="{FF2B5EF4-FFF2-40B4-BE49-F238E27FC236}">
                          <a16:creationId xmlns:a16="http://schemas.microsoft.com/office/drawing/2014/main" id="{AF853CAE-007E-41F4-B1FF-2B84D11CEA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4451" y="3674360"/>
                      <a:ext cx="56592" cy="44575"/>
                    </a:xfrm>
                    <a:custGeom>
                      <a:avLst/>
                      <a:gdLst>
                        <a:gd name="connsiteX0" fmla="*/ 54711 w 56592"/>
                        <a:gd name="connsiteY0" fmla="*/ 575 h 44575"/>
                        <a:gd name="connsiteX1" fmla="*/ 54615 w 56592"/>
                        <a:gd name="connsiteY1" fmla="*/ 13529 h 44575"/>
                        <a:gd name="connsiteX2" fmla="*/ 48234 w 56592"/>
                        <a:gd name="connsiteY2" fmla="*/ 24006 h 44575"/>
                        <a:gd name="connsiteX3" fmla="*/ 37184 w 56592"/>
                        <a:gd name="connsiteY3" fmla="*/ 34293 h 44575"/>
                        <a:gd name="connsiteX4" fmla="*/ 23850 w 56592"/>
                        <a:gd name="connsiteY4" fmla="*/ 41437 h 44575"/>
                        <a:gd name="connsiteX5" fmla="*/ 12420 w 56592"/>
                        <a:gd name="connsiteY5" fmla="*/ 44295 h 44575"/>
                        <a:gd name="connsiteX6" fmla="*/ 323 w 56592"/>
                        <a:gd name="connsiteY6" fmla="*/ 41723 h 44575"/>
                        <a:gd name="connsiteX7" fmla="*/ 6514 w 56592"/>
                        <a:gd name="connsiteY7" fmla="*/ 30864 h 44575"/>
                        <a:gd name="connsiteX8" fmla="*/ 15087 w 56592"/>
                        <a:gd name="connsiteY8" fmla="*/ 24387 h 44575"/>
                        <a:gd name="connsiteX9" fmla="*/ 24897 w 56592"/>
                        <a:gd name="connsiteY9" fmla="*/ 17339 h 44575"/>
                        <a:gd name="connsiteX10" fmla="*/ 34613 w 56592"/>
                        <a:gd name="connsiteY10" fmla="*/ 10195 h 44575"/>
                        <a:gd name="connsiteX11" fmla="*/ 42900 w 56592"/>
                        <a:gd name="connsiteY11" fmla="*/ 4099 h 44575"/>
                        <a:gd name="connsiteX12" fmla="*/ 54711 w 56592"/>
                        <a:gd name="connsiteY12" fmla="*/ 575 h 44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6592" h="44575">
                          <a:moveTo>
                            <a:pt x="54711" y="575"/>
                          </a:moveTo>
                          <a:cubicBezTo>
                            <a:pt x="57092" y="2099"/>
                            <a:pt x="57378" y="6956"/>
                            <a:pt x="54615" y="13529"/>
                          </a:cubicBezTo>
                          <a:cubicBezTo>
                            <a:pt x="53377" y="16863"/>
                            <a:pt x="50996" y="20292"/>
                            <a:pt x="48234" y="24006"/>
                          </a:cubicBezTo>
                          <a:cubicBezTo>
                            <a:pt x="45186" y="27531"/>
                            <a:pt x="41661" y="31245"/>
                            <a:pt x="37184" y="34293"/>
                          </a:cubicBezTo>
                          <a:cubicBezTo>
                            <a:pt x="32899" y="37532"/>
                            <a:pt x="28231" y="39818"/>
                            <a:pt x="23850" y="41437"/>
                          </a:cubicBezTo>
                          <a:cubicBezTo>
                            <a:pt x="19373" y="42961"/>
                            <a:pt x="15372" y="44009"/>
                            <a:pt x="12420" y="44295"/>
                          </a:cubicBezTo>
                          <a:cubicBezTo>
                            <a:pt x="6133" y="45056"/>
                            <a:pt x="1561" y="44295"/>
                            <a:pt x="323" y="41723"/>
                          </a:cubicBezTo>
                          <a:cubicBezTo>
                            <a:pt x="-916" y="39151"/>
                            <a:pt x="1466" y="35246"/>
                            <a:pt x="6514" y="30864"/>
                          </a:cubicBezTo>
                          <a:cubicBezTo>
                            <a:pt x="9181" y="28673"/>
                            <a:pt x="12039" y="26483"/>
                            <a:pt x="15087" y="24387"/>
                          </a:cubicBezTo>
                          <a:cubicBezTo>
                            <a:pt x="18134" y="22197"/>
                            <a:pt x="21564" y="19911"/>
                            <a:pt x="24897" y="17339"/>
                          </a:cubicBezTo>
                          <a:cubicBezTo>
                            <a:pt x="28422" y="14957"/>
                            <a:pt x="31470" y="12290"/>
                            <a:pt x="34613" y="10195"/>
                          </a:cubicBezTo>
                          <a:cubicBezTo>
                            <a:pt x="37470" y="7814"/>
                            <a:pt x="40518" y="6004"/>
                            <a:pt x="42900" y="4099"/>
                          </a:cubicBezTo>
                          <a:cubicBezTo>
                            <a:pt x="48138" y="956"/>
                            <a:pt x="52234" y="-1045"/>
                            <a:pt x="54711" y="575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4" name="Forme libre : forme 13943">
                      <a:extLst>
                        <a:ext uri="{FF2B5EF4-FFF2-40B4-BE49-F238E27FC236}">
                          <a16:creationId xmlns:a16="http://schemas.microsoft.com/office/drawing/2014/main" id="{9621C6B4-D43F-4EDE-913F-3962849AED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4439" y="3696461"/>
                      <a:ext cx="49674" cy="22474"/>
                    </a:xfrm>
                    <a:custGeom>
                      <a:avLst/>
                      <a:gdLst>
                        <a:gd name="connsiteX0" fmla="*/ 10717 w 49674"/>
                        <a:gd name="connsiteY0" fmla="*/ 5525 h 22474"/>
                        <a:gd name="connsiteX1" fmla="*/ 335 w 49674"/>
                        <a:gd name="connsiteY1" fmla="*/ 19622 h 22474"/>
                        <a:gd name="connsiteX2" fmla="*/ 12432 w 49674"/>
                        <a:gd name="connsiteY2" fmla="*/ 22193 h 22474"/>
                        <a:gd name="connsiteX3" fmla="*/ 23862 w 49674"/>
                        <a:gd name="connsiteY3" fmla="*/ 19336 h 22474"/>
                        <a:gd name="connsiteX4" fmla="*/ 37196 w 49674"/>
                        <a:gd name="connsiteY4" fmla="*/ 12192 h 22474"/>
                        <a:gd name="connsiteX5" fmla="*/ 49674 w 49674"/>
                        <a:gd name="connsiteY5" fmla="*/ 0 h 22474"/>
                        <a:gd name="connsiteX6" fmla="*/ 42245 w 49674"/>
                        <a:gd name="connsiteY6" fmla="*/ 6001 h 22474"/>
                        <a:gd name="connsiteX7" fmla="*/ 21195 w 49674"/>
                        <a:gd name="connsiteY7" fmla="*/ 11621 h 22474"/>
                        <a:gd name="connsiteX8" fmla="*/ 10717 w 49674"/>
                        <a:gd name="connsiteY8" fmla="*/ 5525 h 22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674" h="22474">
                          <a:moveTo>
                            <a:pt x="10717" y="5525"/>
                          </a:moveTo>
                          <a:cubicBezTo>
                            <a:pt x="3097" y="11049"/>
                            <a:pt x="-1284" y="16478"/>
                            <a:pt x="335" y="19622"/>
                          </a:cubicBezTo>
                          <a:cubicBezTo>
                            <a:pt x="1573" y="22193"/>
                            <a:pt x="6145" y="22955"/>
                            <a:pt x="12432" y="22193"/>
                          </a:cubicBezTo>
                          <a:cubicBezTo>
                            <a:pt x="15384" y="21908"/>
                            <a:pt x="19385" y="20860"/>
                            <a:pt x="23862" y="19336"/>
                          </a:cubicBezTo>
                          <a:cubicBezTo>
                            <a:pt x="28148" y="17717"/>
                            <a:pt x="32815" y="15431"/>
                            <a:pt x="37196" y="12192"/>
                          </a:cubicBezTo>
                          <a:cubicBezTo>
                            <a:pt x="42340" y="8573"/>
                            <a:pt x="46531" y="4191"/>
                            <a:pt x="49674" y="0"/>
                          </a:cubicBezTo>
                          <a:cubicBezTo>
                            <a:pt x="47484" y="2381"/>
                            <a:pt x="44817" y="4191"/>
                            <a:pt x="42245" y="6001"/>
                          </a:cubicBezTo>
                          <a:cubicBezTo>
                            <a:pt x="34720" y="10287"/>
                            <a:pt x="26910" y="12002"/>
                            <a:pt x="21195" y="11621"/>
                          </a:cubicBezTo>
                          <a:cubicBezTo>
                            <a:pt x="15289" y="11144"/>
                            <a:pt x="11574" y="8954"/>
                            <a:pt x="10717" y="5525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5" name="Forme libre : forme 13944">
                      <a:extLst>
                        <a:ext uri="{FF2B5EF4-FFF2-40B4-BE49-F238E27FC236}">
                          <a16:creationId xmlns:a16="http://schemas.microsoft.com/office/drawing/2014/main" id="{08D54BA6-B334-4300-9717-99F75D86A5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8554" y="3672640"/>
                      <a:ext cx="56417" cy="47044"/>
                    </a:xfrm>
                    <a:custGeom>
                      <a:avLst/>
                      <a:gdLst>
                        <a:gd name="connsiteX0" fmla="*/ 54513 w 56417"/>
                        <a:gd name="connsiteY0" fmla="*/ 485 h 47044"/>
                        <a:gd name="connsiteX1" fmla="*/ 56418 w 56417"/>
                        <a:gd name="connsiteY1" fmla="*/ 4962 h 47044"/>
                        <a:gd name="connsiteX2" fmla="*/ 54608 w 56417"/>
                        <a:gd name="connsiteY2" fmla="*/ 13534 h 47044"/>
                        <a:gd name="connsiteX3" fmla="*/ 48417 w 56417"/>
                        <a:gd name="connsiteY3" fmla="*/ 24393 h 47044"/>
                        <a:gd name="connsiteX4" fmla="*/ 37558 w 56417"/>
                        <a:gd name="connsiteY4" fmla="*/ 35442 h 47044"/>
                        <a:gd name="connsiteX5" fmla="*/ 24223 w 56417"/>
                        <a:gd name="connsiteY5" fmla="*/ 43348 h 47044"/>
                        <a:gd name="connsiteX6" fmla="*/ 12222 w 56417"/>
                        <a:gd name="connsiteY6" fmla="*/ 46777 h 47044"/>
                        <a:gd name="connsiteX7" fmla="*/ 315 w 56417"/>
                        <a:gd name="connsiteY7" fmla="*/ 44110 h 47044"/>
                        <a:gd name="connsiteX8" fmla="*/ 6507 w 56417"/>
                        <a:gd name="connsiteY8" fmla="*/ 33251 h 47044"/>
                        <a:gd name="connsiteX9" fmla="*/ 14794 w 56417"/>
                        <a:gd name="connsiteY9" fmla="*/ 26679 h 47044"/>
                        <a:gd name="connsiteX10" fmla="*/ 24605 w 56417"/>
                        <a:gd name="connsiteY10" fmla="*/ 19059 h 47044"/>
                        <a:gd name="connsiteX11" fmla="*/ 34225 w 56417"/>
                        <a:gd name="connsiteY11" fmla="*/ 11248 h 47044"/>
                        <a:gd name="connsiteX12" fmla="*/ 42512 w 56417"/>
                        <a:gd name="connsiteY12" fmla="*/ 4771 h 47044"/>
                        <a:gd name="connsiteX13" fmla="*/ 49274 w 56417"/>
                        <a:gd name="connsiteY13" fmla="*/ 676 h 47044"/>
                        <a:gd name="connsiteX14" fmla="*/ 54513 w 56417"/>
                        <a:gd name="connsiteY14" fmla="*/ 485 h 47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6417" h="47044">
                          <a:moveTo>
                            <a:pt x="54513" y="485"/>
                          </a:moveTo>
                          <a:cubicBezTo>
                            <a:pt x="55751" y="1247"/>
                            <a:pt x="56418" y="2771"/>
                            <a:pt x="56418" y="4962"/>
                          </a:cubicBezTo>
                          <a:cubicBezTo>
                            <a:pt x="56418" y="7152"/>
                            <a:pt x="56037" y="10201"/>
                            <a:pt x="54608" y="13534"/>
                          </a:cubicBezTo>
                          <a:cubicBezTo>
                            <a:pt x="53275" y="16868"/>
                            <a:pt x="51274" y="20678"/>
                            <a:pt x="48417" y="24393"/>
                          </a:cubicBezTo>
                          <a:cubicBezTo>
                            <a:pt x="45654" y="28298"/>
                            <a:pt x="41845" y="31918"/>
                            <a:pt x="37558" y="35442"/>
                          </a:cubicBezTo>
                          <a:cubicBezTo>
                            <a:pt x="33272" y="38871"/>
                            <a:pt x="28605" y="41443"/>
                            <a:pt x="24223" y="43348"/>
                          </a:cubicBezTo>
                          <a:cubicBezTo>
                            <a:pt x="19937" y="45157"/>
                            <a:pt x="15460" y="46205"/>
                            <a:pt x="12222" y="46777"/>
                          </a:cubicBezTo>
                          <a:cubicBezTo>
                            <a:pt x="6031" y="47539"/>
                            <a:pt x="1554" y="46681"/>
                            <a:pt x="315" y="44110"/>
                          </a:cubicBezTo>
                          <a:cubicBezTo>
                            <a:pt x="-922" y="41538"/>
                            <a:pt x="1554" y="37633"/>
                            <a:pt x="6507" y="33251"/>
                          </a:cubicBezTo>
                          <a:cubicBezTo>
                            <a:pt x="8888" y="31060"/>
                            <a:pt x="11745" y="29060"/>
                            <a:pt x="14794" y="26679"/>
                          </a:cubicBezTo>
                          <a:cubicBezTo>
                            <a:pt x="17842" y="24298"/>
                            <a:pt x="21175" y="21821"/>
                            <a:pt x="24605" y="19059"/>
                          </a:cubicBezTo>
                          <a:cubicBezTo>
                            <a:pt x="27938" y="16297"/>
                            <a:pt x="31367" y="13820"/>
                            <a:pt x="34225" y="11248"/>
                          </a:cubicBezTo>
                          <a:cubicBezTo>
                            <a:pt x="37272" y="8867"/>
                            <a:pt x="40035" y="6581"/>
                            <a:pt x="42512" y="4771"/>
                          </a:cubicBezTo>
                          <a:cubicBezTo>
                            <a:pt x="45178" y="3057"/>
                            <a:pt x="47274" y="1438"/>
                            <a:pt x="49274" y="676"/>
                          </a:cubicBezTo>
                          <a:cubicBezTo>
                            <a:pt x="51560" y="-86"/>
                            <a:pt x="53275" y="-277"/>
                            <a:pt x="54513" y="48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6" name="Forme libre : forme 13945">
                      <a:extLst>
                        <a:ext uri="{FF2B5EF4-FFF2-40B4-BE49-F238E27FC236}">
                          <a16:creationId xmlns:a16="http://schemas.microsoft.com/office/drawing/2014/main" id="{C4769AA4-1770-4C0E-8EA0-F1048506EC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3908" y="3692814"/>
                      <a:ext cx="88565" cy="45960"/>
                    </a:xfrm>
                    <a:custGeom>
                      <a:avLst/>
                      <a:gdLst>
                        <a:gd name="connsiteX0" fmla="*/ 6767 w 88565"/>
                        <a:gd name="connsiteY0" fmla="*/ 38985 h 45960"/>
                        <a:gd name="connsiteX1" fmla="*/ 14196 w 88565"/>
                        <a:gd name="connsiteY1" fmla="*/ 45462 h 45960"/>
                        <a:gd name="connsiteX2" fmla="*/ 46677 w 88565"/>
                        <a:gd name="connsiteY2" fmla="*/ 39557 h 45960"/>
                        <a:gd name="connsiteX3" fmla="*/ 65917 w 88565"/>
                        <a:gd name="connsiteY3" fmla="*/ 30889 h 45960"/>
                        <a:gd name="connsiteX4" fmla="*/ 75157 w 88565"/>
                        <a:gd name="connsiteY4" fmla="*/ 24126 h 45960"/>
                        <a:gd name="connsiteX5" fmla="*/ 82586 w 88565"/>
                        <a:gd name="connsiteY5" fmla="*/ 16316 h 45960"/>
                        <a:gd name="connsiteX6" fmla="*/ 88397 w 88565"/>
                        <a:gd name="connsiteY6" fmla="*/ 4791 h 45960"/>
                        <a:gd name="connsiteX7" fmla="*/ 85539 w 88565"/>
                        <a:gd name="connsiteY7" fmla="*/ 28 h 45960"/>
                        <a:gd name="connsiteX8" fmla="*/ 72680 w 88565"/>
                        <a:gd name="connsiteY8" fmla="*/ 6124 h 45960"/>
                        <a:gd name="connsiteX9" fmla="*/ 41629 w 88565"/>
                        <a:gd name="connsiteY9" fmla="*/ 12506 h 45960"/>
                        <a:gd name="connsiteX10" fmla="*/ 25055 w 88565"/>
                        <a:gd name="connsiteY10" fmla="*/ 11744 h 45960"/>
                        <a:gd name="connsiteX11" fmla="*/ 4862 w 88565"/>
                        <a:gd name="connsiteY11" fmla="*/ 19650 h 45960"/>
                        <a:gd name="connsiteX12" fmla="*/ 6767 w 88565"/>
                        <a:gd name="connsiteY12" fmla="*/ 38985 h 45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8565" h="45960">
                          <a:moveTo>
                            <a:pt x="6767" y="38985"/>
                          </a:moveTo>
                          <a:cubicBezTo>
                            <a:pt x="8482" y="41652"/>
                            <a:pt x="10387" y="44414"/>
                            <a:pt x="14196" y="45462"/>
                          </a:cubicBezTo>
                          <a:cubicBezTo>
                            <a:pt x="21436" y="47367"/>
                            <a:pt x="33533" y="43462"/>
                            <a:pt x="46677" y="39557"/>
                          </a:cubicBezTo>
                          <a:cubicBezTo>
                            <a:pt x="51058" y="38128"/>
                            <a:pt x="59440" y="35080"/>
                            <a:pt x="65917" y="30889"/>
                          </a:cubicBezTo>
                          <a:cubicBezTo>
                            <a:pt x="69251" y="28889"/>
                            <a:pt x="72395" y="26698"/>
                            <a:pt x="75157" y="24126"/>
                          </a:cubicBezTo>
                          <a:cubicBezTo>
                            <a:pt x="78014" y="21745"/>
                            <a:pt x="80491" y="19078"/>
                            <a:pt x="82586" y="16316"/>
                          </a:cubicBezTo>
                          <a:cubicBezTo>
                            <a:pt x="85825" y="12411"/>
                            <a:pt x="87825" y="7934"/>
                            <a:pt x="88397" y="4791"/>
                          </a:cubicBezTo>
                          <a:cubicBezTo>
                            <a:pt x="88968" y="1647"/>
                            <a:pt x="88111" y="-258"/>
                            <a:pt x="85539" y="28"/>
                          </a:cubicBezTo>
                          <a:cubicBezTo>
                            <a:pt x="82205" y="314"/>
                            <a:pt x="77538" y="3838"/>
                            <a:pt x="72680" y="6124"/>
                          </a:cubicBezTo>
                          <a:cubicBezTo>
                            <a:pt x="61536" y="11839"/>
                            <a:pt x="50487" y="13458"/>
                            <a:pt x="41629" y="12506"/>
                          </a:cubicBezTo>
                          <a:cubicBezTo>
                            <a:pt x="37628" y="12220"/>
                            <a:pt x="31723" y="11363"/>
                            <a:pt x="25055" y="11744"/>
                          </a:cubicBezTo>
                          <a:cubicBezTo>
                            <a:pt x="18483" y="12315"/>
                            <a:pt x="11054" y="14220"/>
                            <a:pt x="4862" y="19650"/>
                          </a:cubicBezTo>
                          <a:cubicBezTo>
                            <a:pt x="-6092" y="29555"/>
                            <a:pt x="4577" y="35080"/>
                            <a:pt x="6767" y="3898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7" name="Forme libre : forme 13946">
                      <a:extLst>
                        <a:ext uri="{FF2B5EF4-FFF2-40B4-BE49-F238E27FC236}">
                          <a16:creationId xmlns:a16="http://schemas.microsoft.com/office/drawing/2014/main" id="{DB366BAC-3318-4DFF-BFB2-871889A40D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7473" y="3697058"/>
                      <a:ext cx="24117" cy="19808"/>
                    </a:xfrm>
                    <a:custGeom>
                      <a:avLst/>
                      <a:gdLst>
                        <a:gd name="connsiteX0" fmla="*/ 632 w 24117"/>
                        <a:gd name="connsiteY0" fmla="*/ 16358 h 19808"/>
                        <a:gd name="connsiteX1" fmla="*/ 155 w 24117"/>
                        <a:gd name="connsiteY1" fmla="*/ 19121 h 19808"/>
                        <a:gd name="connsiteX2" fmla="*/ 3490 w 24117"/>
                        <a:gd name="connsiteY2" fmla="*/ 19502 h 19808"/>
                        <a:gd name="connsiteX3" fmla="*/ 7966 w 24117"/>
                        <a:gd name="connsiteY3" fmla="*/ 16930 h 19808"/>
                        <a:gd name="connsiteX4" fmla="*/ 18253 w 24117"/>
                        <a:gd name="connsiteY4" fmla="*/ 9596 h 19808"/>
                        <a:gd name="connsiteX5" fmla="*/ 21873 w 24117"/>
                        <a:gd name="connsiteY5" fmla="*/ 6547 h 19808"/>
                        <a:gd name="connsiteX6" fmla="*/ 15681 w 24117"/>
                        <a:gd name="connsiteY6" fmla="*/ 2071 h 19808"/>
                        <a:gd name="connsiteX7" fmla="*/ 632 w 24117"/>
                        <a:gd name="connsiteY7" fmla="*/ 16358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4117" h="19808">
                          <a:moveTo>
                            <a:pt x="632" y="16358"/>
                          </a:moveTo>
                          <a:cubicBezTo>
                            <a:pt x="155" y="17406"/>
                            <a:pt x="-225" y="18454"/>
                            <a:pt x="155" y="19121"/>
                          </a:cubicBezTo>
                          <a:cubicBezTo>
                            <a:pt x="537" y="19787"/>
                            <a:pt x="1775" y="20073"/>
                            <a:pt x="3490" y="19502"/>
                          </a:cubicBezTo>
                          <a:cubicBezTo>
                            <a:pt x="5013" y="19026"/>
                            <a:pt x="6632" y="17978"/>
                            <a:pt x="7966" y="16930"/>
                          </a:cubicBezTo>
                          <a:cubicBezTo>
                            <a:pt x="11109" y="14644"/>
                            <a:pt x="14538" y="12167"/>
                            <a:pt x="18253" y="9596"/>
                          </a:cubicBezTo>
                          <a:cubicBezTo>
                            <a:pt x="19587" y="8548"/>
                            <a:pt x="20920" y="7595"/>
                            <a:pt x="21873" y="6547"/>
                          </a:cubicBezTo>
                          <a:cubicBezTo>
                            <a:pt x="25778" y="2261"/>
                            <a:pt x="25111" y="-2978"/>
                            <a:pt x="15681" y="2071"/>
                          </a:cubicBezTo>
                          <a:cubicBezTo>
                            <a:pt x="8442" y="5595"/>
                            <a:pt x="2632" y="12167"/>
                            <a:pt x="632" y="1635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8" name="Forme libre : forme 13947">
                      <a:extLst>
                        <a:ext uri="{FF2B5EF4-FFF2-40B4-BE49-F238E27FC236}">
                          <a16:creationId xmlns:a16="http://schemas.microsoft.com/office/drawing/2014/main" id="{5CEF076F-0F09-497B-914B-6E071EDD15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8496" y="3652075"/>
                      <a:ext cx="13835" cy="52101"/>
                    </a:xfrm>
                    <a:custGeom>
                      <a:avLst/>
                      <a:gdLst>
                        <a:gd name="connsiteX0" fmla="*/ 6001 w 13835"/>
                        <a:gd name="connsiteY0" fmla="*/ 0 h 52101"/>
                        <a:gd name="connsiteX1" fmla="*/ 12573 w 13835"/>
                        <a:gd name="connsiteY1" fmla="*/ 7525 h 52101"/>
                        <a:gd name="connsiteX2" fmla="*/ 13145 w 13835"/>
                        <a:gd name="connsiteY2" fmla="*/ 23527 h 52101"/>
                        <a:gd name="connsiteX3" fmla="*/ 0 w 13835"/>
                        <a:gd name="connsiteY3" fmla="*/ 52102 h 52101"/>
                        <a:gd name="connsiteX4" fmla="*/ 3715 w 13835"/>
                        <a:gd name="connsiteY4" fmla="*/ 46196 h 52101"/>
                        <a:gd name="connsiteX5" fmla="*/ 9811 w 13835"/>
                        <a:gd name="connsiteY5" fmla="*/ 31528 h 52101"/>
                        <a:gd name="connsiteX6" fmla="*/ 11621 w 13835"/>
                        <a:gd name="connsiteY6" fmla="*/ 13811 h 52101"/>
                        <a:gd name="connsiteX7" fmla="*/ 6001 w 13835"/>
                        <a:gd name="connsiteY7" fmla="*/ 0 h 52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835" h="52101">
                          <a:moveTo>
                            <a:pt x="6001" y="0"/>
                          </a:moveTo>
                          <a:cubicBezTo>
                            <a:pt x="6001" y="0"/>
                            <a:pt x="10096" y="667"/>
                            <a:pt x="12573" y="7525"/>
                          </a:cubicBezTo>
                          <a:cubicBezTo>
                            <a:pt x="13811" y="10954"/>
                            <a:pt x="14383" y="16097"/>
                            <a:pt x="13145" y="23527"/>
                          </a:cubicBezTo>
                          <a:cubicBezTo>
                            <a:pt x="11906" y="30861"/>
                            <a:pt x="8382" y="40767"/>
                            <a:pt x="0" y="52102"/>
                          </a:cubicBezTo>
                          <a:cubicBezTo>
                            <a:pt x="0" y="52102"/>
                            <a:pt x="1810" y="50006"/>
                            <a:pt x="3715" y="46196"/>
                          </a:cubicBezTo>
                          <a:cubicBezTo>
                            <a:pt x="5811" y="42481"/>
                            <a:pt x="8192" y="37242"/>
                            <a:pt x="9811" y="31528"/>
                          </a:cubicBezTo>
                          <a:cubicBezTo>
                            <a:pt x="11335" y="25717"/>
                            <a:pt x="12288" y="19526"/>
                            <a:pt x="11621" y="13811"/>
                          </a:cubicBezTo>
                          <a:cubicBezTo>
                            <a:pt x="11239" y="8191"/>
                            <a:pt x="9144" y="3238"/>
                            <a:pt x="600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9" name="Forme libre : forme 13948">
                      <a:extLst>
                        <a:ext uri="{FF2B5EF4-FFF2-40B4-BE49-F238E27FC236}">
                          <a16:creationId xmlns:a16="http://schemas.microsoft.com/office/drawing/2014/main" id="{3B7A1A35-B147-4A69-A686-8C429851B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8332" y="3692175"/>
                      <a:ext cx="34154" cy="47434"/>
                    </a:xfrm>
                    <a:custGeom>
                      <a:avLst/>
                      <a:gdLst>
                        <a:gd name="connsiteX0" fmla="*/ 34154 w 34154"/>
                        <a:gd name="connsiteY0" fmla="*/ 0 h 47434"/>
                        <a:gd name="connsiteX1" fmla="*/ 27582 w 34154"/>
                        <a:gd name="connsiteY1" fmla="*/ 3905 h 47434"/>
                        <a:gd name="connsiteX2" fmla="*/ 13485 w 34154"/>
                        <a:gd name="connsiteY2" fmla="*/ 14954 h 47434"/>
                        <a:gd name="connsiteX3" fmla="*/ 6627 w 34154"/>
                        <a:gd name="connsiteY3" fmla="*/ 22765 h 47434"/>
                        <a:gd name="connsiteX4" fmla="*/ 1674 w 34154"/>
                        <a:gd name="connsiteY4" fmla="*/ 31718 h 47434"/>
                        <a:gd name="connsiteX5" fmla="*/ 2436 w 34154"/>
                        <a:gd name="connsiteY5" fmla="*/ 47434 h 47434"/>
                        <a:gd name="connsiteX6" fmla="*/ 1769 w 34154"/>
                        <a:gd name="connsiteY6" fmla="*/ 44101 h 47434"/>
                        <a:gd name="connsiteX7" fmla="*/ 3103 w 34154"/>
                        <a:gd name="connsiteY7" fmla="*/ 33623 h 47434"/>
                        <a:gd name="connsiteX8" fmla="*/ 12532 w 34154"/>
                        <a:gd name="connsiteY8" fmla="*/ 17621 h 47434"/>
                        <a:gd name="connsiteX9" fmla="*/ 34154 w 34154"/>
                        <a:gd name="connsiteY9" fmla="*/ 0 h 47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154" h="47434">
                          <a:moveTo>
                            <a:pt x="34154" y="0"/>
                          </a:moveTo>
                          <a:cubicBezTo>
                            <a:pt x="34154" y="0"/>
                            <a:pt x="31487" y="1238"/>
                            <a:pt x="27582" y="3905"/>
                          </a:cubicBezTo>
                          <a:cubicBezTo>
                            <a:pt x="23677" y="6572"/>
                            <a:pt x="18438" y="9811"/>
                            <a:pt x="13485" y="14954"/>
                          </a:cubicBezTo>
                          <a:cubicBezTo>
                            <a:pt x="11008" y="17431"/>
                            <a:pt x="8627" y="19812"/>
                            <a:pt x="6627" y="22765"/>
                          </a:cubicBezTo>
                          <a:cubicBezTo>
                            <a:pt x="4627" y="25813"/>
                            <a:pt x="2912" y="28861"/>
                            <a:pt x="1674" y="31718"/>
                          </a:cubicBezTo>
                          <a:cubicBezTo>
                            <a:pt x="-802" y="37529"/>
                            <a:pt x="-517" y="43910"/>
                            <a:pt x="2436" y="47434"/>
                          </a:cubicBezTo>
                          <a:cubicBezTo>
                            <a:pt x="2436" y="47434"/>
                            <a:pt x="1960" y="46387"/>
                            <a:pt x="1769" y="44101"/>
                          </a:cubicBezTo>
                          <a:cubicBezTo>
                            <a:pt x="1674" y="42005"/>
                            <a:pt x="1483" y="37909"/>
                            <a:pt x="3103" y="33623"/>
                          </a:cubicBezTo>
                          <a:cubicBezTo>
                            <a:pt x="4627" y="29337"/>
                            <a:pt x="7484" y="23050"/>
                            <a:pt x="12532" y="17621"/>
                          </a:cubicBezTo>
                          <a:cubicBezTo>
                            <a:pt x="17676" y="11430"/>
                            <a:pt x="24724" y="5715"/>
                            <a:pt x="3415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0" name="Forme libre : forme 13949">
                      <a:extLst>
                        <a:ext uri="{FF2B5EF4-FFF2-40B4-BE49-F238E27FC236}">
                          <a16:creationId xmlns:a16="http://schemas.microsoft.com/office/drawing/2014/main" id="{7782FB21-EBDD-4546-999E-FFA1A3EE23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57431" y="3684130"/>
                      <a:ext cx="20705" cy="15380"/>
                    </a:xfrm>
                    <a:custGeom>
                      <a:avLst/>
                      <a:gdLst>
                        <a:gd name="connsiteX0" fmla="*/ 20682 w 20705"/>
                        <a:gd name="connsiteY0" fmla="*/ 997 h 15380"/>
                        <a:gd name="connsiteX1" fmla="*/ 18205 w 20705"/>
                        <a:gd name="connsiteY1" fmla="*/ 6236 h 15380"/>
                        <a:gd name="connsiteX2" fmla="*/ 10775 w 20705"/>
                        <a:gd name="connsiteY2" fmla="*/ 12427 h 15380"/>
                        <a:gd name="connsiteX3" fmla="*/ 12 w 20705"/>
                        <a:gd name="connsiteY3" fmla="*/ 13951 h 15380"/>
                        <a:gd name="connsiteX4" fmla="*/ 10490 w 20705"/>
                        <a:gd name="connsiteY4" fmla="*/ 4331 h 15380"/>
                        <a:gd name="connsiteX5" fmla="*/ 20682 w 20705"/>
                        <a:gd name="connsiteY5" fmla="*/ 997 h 15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705" h="15380">
                          <a:moveTo>
                            <a:pt x="20682" y="997"/>
                          </a:moveTo>
                          <a:cubicBezTo>
                            <a:pt x="20872" y="2140"/>
                            <a:pt x="19919" y="4045"/>
                            <a:pt x="18205" y="6236"/>
                          </a:cubicBezTo>
                          <a:cubicBezTo>
                            <a:pt x="16395" y="8236"/>
                            <a:pt x="13728" y="10617"/>
                            <a:pt x="10775" y="12427"/>
                          </a:cubicBezTo>
                          <a:cubicBezTo>
                            <a:pt x="4584" y="15951"/>
                            <a:pt x="-273" y="16142"/>
                            <a:pt x="12" y="13951"/>
                          </a:cubicBezTo>
                          <a:cubicBezTo>
                            <a:pt x="298" y="11760"/>
                            <a:pt x="5156" y="7950"/>
                            <a:pt x="10490" y="4331"/>
                          </a:cubicBezTo>
                          <a:cubicBezTo>
                            <a:pt x="15919" y="807"/>
                            <a:pt x="20205" y="-1384"/>
                            <a:pt x="20682" y="99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1" name="Forme libre : forme 13950">
                      <a:extLst>
                        <a:ext uri="{FF2B5EF4-FFF2-40B4-BE49-F238E27FC236}">
                          <a16:creationId xmlns:a16="http://schemas.microsoft.com/office/drawing/2014/main" id="{D8B7359F-6467-4BD7-8498-D921AFEA0F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4922" y="3681613"/>
                      <a:ext cx="5109" cy="5527"/>
                    </a:xfrm>
                    <a:custGeom>
                      <a:avLst/>
                      <a:gdLst>
                        <a:gd name="connsiteX0" fmla="*/ 4810 w 5109"/>
                        <a:gd name="connsiteY0" fmla="*/ 180 h 5527"/>
                        <a:gd name="connsiteX1" fmla="*/ 3667 w 5109"/>
                        <a:gd name="connsiteY1" fmla="*/ 3799 h 5527"/>
                        <a:gd name="connsiteX2" fmla="*/ 238 w 5109"/>
                        <a:gd name="connsiteY2" fmla="*/ 5323 h 5527"/>
                        <a:gd name="connsiteX3" fmla="*/ 1476 w 5109"/>
                        <a:gd name="connsiteY3" fmla="*/ 1799 h 5527"/>
                        <a:gd name="connsiteX4" fmla="*/ 4810 w 5109"/>
                        <a:gd name="connsiteY4" fmla="*/ 180 h 5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09" h="5527">
                          <a:moveTo>
                            <a:pt x="4810" y="180"/>
                          </a:moveTo>
                          <a:cubicBezTo>
                            <a:pt x="5477" y="656"/>
                            <a:pt x="5001" y="2371"/>
                            <a:pt x="3667" y="3799"/>
                          </a:cubicBezTo>
                          <a:cubicBezTo>
                            <a:pt x="2333" y="5228"/>
                            <a:pt x="810" y="5895"/>
                            <a:pt x="238" y="5323"/>
                          </a:cubicBezTo>
                          <a:cubicBezTo>
                            <a:pt x="-334" y="4752"/>
                            <a:pt x="143" y="3133"/>
                            <a:pt x="1476" y="1799"/>
                          </a:cubicBezTo>
                          <a:cubicBezTo>
                            <a:pt x="2809" y="466"/>
                            <a:pt x="4238" y="-392"/>
                            <a:pt x="4810" y="18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2" name="Forme libre : forme 13951">
                      <a:extLst>
                        <a:ext uri="{FF2B5EF4-FFF2-40B4-BE49-F238E27FC236}">
                          <a16:creationId xmlns:a16="http://schemas.microsoft.com/office/drawing/2014/main" id="{7B0D88BA-46CD-4C4D-8000-B2F19E3F8F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8950" y="3654469"/>
                      <a:ext cx="49735" cy="32003"/>
                    </a:xfrm>
                    <a:custGeom>
                      <a:avLst/>
                      <a:gdLst>
                        <a:gd name="connsiteX0" fmla="*/ 33448 w 49735"/>
                        <a:gd name="connsiteY0" fmla="*/ 1035 h 32003"/>
                        <a:gd name="connsiteX1" fmla="*/ 47546 w 49735"/>
                        <a:gd name="connsiteY1" fmla="*/ 1797 h 32003"/>
                        <a:gd name="connsiteX2" fmla="*/ 49165 w 49735"/>
                        <a:gd name="connsiteY2" fmla="*/ 8083 h 32003"/>
                        <a:gd name="connsiteX3" fmla="*/ 43355 w 49735"/>
                        <a:gd name="connsiteY3" fmla="*/ 13989 h 32003"/>
                        <a:gd name="connsiteX4" fmla="*/ 34591 w 49735"/>
                        <a:gd name="connsiteY4" fmla="*/ 16084 h 32003"/>
                        <a:gd name="connsiteX5" fmla="*/ 25161 w 49735"/>
                        <a:gd name="connsiteY5" fmla="*/ 19799 h 32003"/>
                        <a:gd name="connsiteX6" fmla="*/ 19447 w 49735"/>
                        <a:gd name="connsiteY6" fmla="*/ 23990 h 32003"/>
                        <a:gd name="connsiteX7" fmla="*/ 10684 w 49735"/>
                        <a:gd name="connsiteY7" fmla="*/ 29419 h 32003"/>
                        <a:gd name="connsiteX8" fmla="*/ 111 w 49735"/>
                        <a:gd name="connsiteY8" fmla="*/ 30086 h 32003"/>
                        <a:gd name="connsiteX9" fmla="*/ 9731 w 49735"/>
                        <a:gd name="connsiteY9" fmla="*/ 19323 h 32003"/>
                        <a:gd name="connsiteX10" fmla="*/ 20780 w 49735"/>
                        <a:gd name="connsiteY10" fmla="*/ 8655 h 32003"/>
                        <a:gd name="connsiteX11" fmla="*/ 33448 w 49735"/>
                        <a:gd name="connsiteY11" fmla="*/ 1035 h 32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9735" h="32003">
                          <a:moveTo>
                            <a:pt x="33448" y="1035"/>
                          </a:moveTo>
                          <a:cubicBezTo>
                            <a:pt x="38687" y="-775"/>
                            <a:pt x="43450" y="-13"/>
                            <a:pt x="47546" y="1797"/>
                          </a:cubicBezTo>
                          <a:cubicBezTo>
                            <a:pt x="49069" y="2463"/>
                            <a:pt x="50594" y="4273"/>
                            <a:pt x="49165" y="8083"/>
                          </a:cubicBezTo>
                          <a:cubicBezTo>
                            <a:pt x="48022" y="11512"/>
                            <a:pt x="45164" y="13227"/>
                            <a:pt x="43355" y="13989"/>
                          </a:cubicBezTo>
                          <a:cubicBezTo>
                            <a:pt x="40402" y="15132"/>
                            <a:pt x="37544" y="15513"/>
                            <a:pt x="34591" y="16084"/>
                          </a:cubicBezTo>
                          <a:cubicBezTo>
                            <a:pt x="31638" y="16751"/>
                            <a:pt x="28686" y="17799"/>
                            <a:pt x="25161" y="19799"/>
                          </a:cubicBezTo>
                          <a:cubicBezTo>
                            <a:pt x="24114" y="20466"/>
                            <a:pt x="22113" y="22180"/>
                            <a:pt x="19447" y="23990"/>
                          </a:cubicBezTo>
                          <a:cubicBezTo>
                            <a:pt x="16970" y="25990"/>
                            <a:pt x="13637" y="27800"/>
                            <a:pt x="10684" y="29419"/>
                          </a:cubicBezTo>
                          <a:cubicBezTo>
                            <a:pt x="4492" y="32277"/>
                            <a:pt x="-842" y="33134"/>
                            <a:pt x="111" y="30086"/>
                          </a:cubicBezTo>
                          <a:cubicBezTo>
                            <a:pt x="1064" y="27133"/>
                            <a:pt x="5255" y="23228"/>
                            <a:pt x="9731" y="19323"/>
                          </a:cubicBezTo>
                          <a:cubicBezTo>
                            <a:pt x="13637" y="15513"/>
                            <a:pt x="18018" y="11417"/>
                            <a:pt x="20780" y="8655"/>
                          </a:cubicBezTo>
                          <a:cubicBezTo>
                            <a:pt x="25161" y="5130"/>
                            <a:pt x="29543" y="2368"/>
                            <a:pt x="33448" y="103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87" name="Graphique 1">
                    <a:extLst>
                      <a:ext uri="{FF2B5EF4-FFF2-40B4-BE49-F238E27FC236}">
                        <a16:creationId xmlns:a16="http://schemas.microsoft.com/office/drawing/2014/main" id="{2767D6D7-4DE1-453F-A2E7-63B2864A9579}"/>
                      </a:ext>
                    </a:extLst>
                  </p:cNvPr>
                  <p:cNvGrpSpPr/>
                  <p:nvPr/>
                </p:nvGrpSpPr>
                <p:grpSpPr>
                  <a:xfrm>
                    <a:off x="4642771" y="3506689"/>
                    <a:ext cx="90353" cy="141691"/>
                    <a:chOff x="4642771" y="3506689"/>
                    <a:chExt cx="90353" cy="141691"/>
                  </a:xfrm>
                  <a:solidFill>
                    <a:schemeClr val="accent1"/>
                  </a:solidFill>
                </p:grpSpPr>
                <p:sp>
                  <p:nvSpPr>
                    <p:cNvPr id="13929" name="Forme libre : forme 13928">
                      <a:extLst>
                        <a:ext uri="{FF2B5EF4-FFF2-40B4-BE49-F238E27FC236}">
                          <a16:creationId xmlns:a16="http://schemas.microsoft.com/office/drawing/2014/main" id="{910E81E1-8DAD-4BBE-A6D8-FE0F73B0B1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2771" y="3506689"/>
                      <a:ext cx="90353" cy="141612"/>
                    </a:xfrm>
                    <a:custGeom>
                      <a:avLst/>
                      <a:gdLst>
                        <a:gd name="connsiteX0" fmla="*/ 63535 w 90353"/>
                        <a:gd name="connsiteY0" fmla="*/ 22513 h 141612"/>
                        <a:gd name="connsiteX1" fmla="*/ 89919 w 90353"/>
                        <a:gd name="connsiteY1" fmla="*/ 88903 h 141612"/>
                        <a:gd name="connsiteX2" fmla="*/ 89062 w 90353"/>
                        <a:gd name="connsiteY2" fmla="*/ 111572 h 141612"/>
                        <a:gd name="connsiteX3" fmla="*/ 82871 w 90353"/>
                        <a:gd name="connsiteY3" fmla="*/ 129098 h 141612"/>
                        <a:gd name="connsiteX4" fmla="*/ 74108 w 90353"/>
                        <a:gd name="connsiteY4" fmla="*/ 139385 h 141612"/>
                        <a:gd name="connsiteX5" fmla="*/ 65440 w 90353"/>
                        <a:gd name="connsiteY5" fmla="*/ 141290 h 141612"/>
                        <a:gd name="connsiteX6" fmla="*/ 50676 w 90353"/>
                        <a:gd name="connsiteY6" fmla="*/ 137099 h 141612"/>
                        <a:gd name="connsiteX7" fmla="*/ 44009 w 90353"/>
                        <a:gd name="connsiteY7" fmla="*/ 131765 h 141612"/>
                        <a:gd name="connsiteX8" fmla="*/ 39437 w 90353"/>
                        <a:gd name="connsiteY8" fmla="*/ 122050 h 141612"/>
                        <a:gd name="connsiteX9" fmla="*/ 36198 w 90353"/>
                        <a:gd name="connsiteY9" fmla="*/ 109477 h 141612"/>
                        <a:gd name="connsiteX10" fmla="*/ 33912 w 90353"/>
                        <a:gd name="connsiteY10" fmla="*/ 95189 h 141612"/>
                        <a:gd name="connsiteX11" fmla="*/ 19625 w 90353"/>
                        <a:gd name="connsiteY11" fmla="*/ 59089 h 141612"/>
                        <a:gd name="connsiteX12" fmla="*/ 12672 w 90353"/>
                        <a:gd name="connsiteY12" fmla="*/ 50517 h 141612"/>
                        <a:gd name="connsiteX13" fmla="*/ 6671 w 90353"/>
                        <a:gd name="connsiteY13" fmla="*/ 42420 h 141612"/>
                        <a:gd name="connsiteX14" fmla="*/ 4004 w 90353"/>
                        <a:gd name="connsiteY14" fmla="*/ 38230 h 141612"/>
                        <a:gd name="connsiteX15" fmla="*/ 1718 w 90353"/>
                        <a:gd name="connsiteY15" fmla="*/ 34134 h 141612"/>
                        <a:gd name="connsiteX16" fmla="*/ 99 w 90353"/>
                        <a:gd name="connsiteY16" fmla="*/ 25561 h 141612"/>
                        <a:gd name="connsiteX17" fmla="*/ 2385 w 90353"/>
                        <a:gd name="connsiteY17" fmla="*/ 9750 h 141612"/>
                        <a:gd name="connsiteX18" fmla="*/ 8195 w 90353"/>
                        <a:gd name="connsiteY18" fmla="*/ 2606 h 141612"/>
                        <a:gd name="connsiteX19" fmla="*/ 14482 w 90353"/>
                        <a:gd name="connsiteY19" fmla="*/ 415 h 141612"/>
                        <a:gd name="connsiteX20" fmla="*/ 22864 w 90353"/>
                        <a:gd name="connsiteY20" fmla="*/ 34 h 141612"/>
                        <a:gd name="connsiteX21" fmla="*/ 43628 w 90353"/>
                        <a:gd name="connsiteY21" fmla="*/ 6035 h 141612"/>
                        <a:gd name="connsiteX22" fmla="*/ 63535 w 90353"/>
                        <a:gd name="connsiteY22" fmla="*/ 22513 h 1416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90353" h="141612">
                          <a:moveTo>
                            <a:pt x="63535" y="22513"/>
                          </a:moveTo>
                          <a:cubicBezTo>
                            <a:pt x="79823" y="42706"/>
                            <a:pt x="87538" y="66138"/>
                            <a:pt x="89919" y="88903"/>
                          </a:cubicBezTo>
                          <a:cubicBezTo>
                            <a:pt x="90776" y="96903"/>
                            <a:pt x="90300" y="104714"/>
                            <a:pt x="89062" y="111572"/>
                          </a:cubicBezTo>
                          <a:cubicBezTo>
                            <a:pt x="87729" y="118430"/>
                            <a:pt x="85442" y="124431"/>
                            <a:pt x="82871" y="129098"/>
                          </a:cubicBezTo>
                          <a:cubicBezTo>
                            <a:pt x="80108" y="133765"/>
                            <a:pt x="77156" y="137290"/>
                            <a:pt x="74108" y="139385"/>
                          </a:cubicBezTo>
                          <a:cubicBezTo>
                            <a:pt x="71060" y="141481"/>
                            <a:pt x="68107" y="142052"/>
                            <a:pt x="65440" y="141290"/>
                          </a:cubicBezTo>
                          <a:lnTo>
                            <a:pt x="50676" y="137099"/>
                          </a:lnTo>
                          <a:cubicBezTo>
                            <a:pt x="48009" y="136337"/>
                            <a:pt x="45819" y="134432"/>
                            <a:pt x="44009" y="131765"/>
                          </a:cubicBezTo>
                          <a:cubicBezTo>
                            <a:pt x="42199" y="129193"/>
                            <a:pt x="40580" y="125764"/>
                            <a:pt x="39437" y="122050"/>
                          </a:cubicBezTo>
                          <a:cubicBezTo>
                            <a:pt x="38103" y="118240"/>
                            <a:pt x="37056" y="114049"/>
                            <a:pt x="36198" y="109477"/>
                          </a:cubicBezTo>
                          <a:cubicBezTo>
                            <a:pt x="35246" y="105000"/>
                            <a:pt x="34579" y="100142"/>
                            <a:pt x="33912" y="95189"/>
                          </a:cubicBezTo>
                          <a:cubicBezTo>
                            <a:pt x="32389" y="80997"/>
                            <a:pt x="27054" y="67757"/>
                            <a:pt x="19625" y="59089"/>
                          </a:cubicBezTo>
                          <a:cubicBezTo>
                            <a:pt x="17053" y="55946"/>
                            <a:pt x="14767" y="53374"/>
                            <a:pt x="12672" y="50517"/>
                          </a:cubicBezTo>
                          <a:cubicBezTo>
                            <a:pt x="10576" y="47850"/>
                            <a:pt x="8576" y="45183"/>
                            <a:pt x="6671" y="42420"/>
                          </a:cubicBezTo>
                          <a:cubicBezTo>
                            <a:pt x="5718" y="41087"/>
                            <a:pt x="4766" y="39658"/>
                            <a:pt x="4004" y="38230"/>
                          </a:cubicBezTo>
                          <a:cubicBezTo>
                            <a:pt x="3147" y="36896"/>
                            <a:pt x="2385" y="35563"/>
                            <a:pt x="1718" y="34134"/>
                          </a:cubicBezTo>
                          <a:cubicBezTo>
                            <a:pt x="480" y="31276"/>
                            <a:pt x="-283" y="28324"/>
                            <a:pt x="99" y="25561"/>
                          </a:cubicBezTo>
                          <a:lnTo>
                            <a:pt x="2385" y="9750"/>
                          </a:lnTo>
                          <a:cubicBezTo>
                            <a:pt x="2765" y="6892"/>
                            <a:pt x="4671" y="4416"/>
                            <a:pt x="8195" y="2606"/>
                          </a:cubicBezTo>
                          <a:cubicBezTo>
                            <a:pt x="9909" y="1653"/>
                            <a:pt x="12005" y="987"/>
                            <a:pt x="14482" y="415"/>
                          </a:cubicBezTo>
                          <a:cubicBezTo>
                            <a:pt x="16958" y="34"/>
                            <a:pt x="19720" y="-61"/>
                            <a:pt x="22864" y="34"/>
                          </a:cubicBezTo>
                          <a:cubicBezTo>
                            <a:pt x="29055" y="320"/>
                            <a:pt x="36294" y="2320"/>
                            <a:pt x="43628" y="6035"/>
                          </a:cubicBezTo>
                          <a:cubicBezTo>
                            <a:pt x="50676" y="9845"/>
                            <a:pt x="57916" y="15465"/>
                            <a:pt x="63535" y="2251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0" name="Forme libre : forme 13929">
                      <a:extLst>
                        <a:ext uri="{FF2B5EF4-FFF2-40B4-BE49-F238E27FC236}">
                          <a16:creationId xmlns:a16="http://schemas.microsoft.com/office/drawing/2014/main" id="{73EBAE8D-6AA6-4CA3-BD23-E189F6B72B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4870" y="3506689"/>
                      <a:ext cx="88225" cy="141691"/>
                    </a:xfrm>
                    <a:custGeom>
                      <a:avLst/>
                      <a:gdLst>
                        <a:gd name="connsiteX0" fmla="*/ 67723 w 88225"/>
                        <a:gd name="connsiteY0" fmla="*/ 80425 h 141691"/>
                        <a:gd name="connsiteX1" fmla="*/ 69342 w 88225"/>
                        <a:gd name="connsiteY1" fmla="*/ 115287 h 141691"/>
                        <a:gd name="connsiteX2" fmla="*/ 56865 w 88225"/>
                        <a:gd name="connsiteY2" fmla="*/ 139576 h 141691"/>
                        <a:gd name="connsiteX3" fmla="*/ 63246 w 88225"/>
                        <a:gd name="connsiteY3" fmla="*/ 141385 h 141691"/>
                        <a:gd name="connsiteX4" fmla="*/ 71914 w 88225"/>
                        <a:gd name="connsiteY4" fmla="*/ 139480 h 141691"/>
                        <a:gd name="connsiteX5" fmla="*/ 80677 w 88225"/>
                        <a:gd name="connsiteY5" fmla="*/ 129193 h 141691"/>
                        <a:gd name="connsiteX6" fmla="*/ 86868 w 88225"/>
                        <a:gd name="connsiteY6" fmla="*/ 111667 h 141691"/>
                        <a:gd name="connsiteX7" fmla="*/ 87725 w 88225"/>
                        <a:gd name="connsiteY7" fmla="*/ 88998 h 141691"/>
                        <a:gd name="connsiteX8" fmla="*/ 61341 w 88225"/>
                        <a:gd name="connsiteY8" fmla="*/ 22609 h 141691"/>
                        <a:gd name="connsiteX9" fmla="*/ 41339 w 88225"/>
                        <a:gd name="connsiteY9" fmla="*/ 6035 h 141691"/>
                        <a:gd name="connsiteX10" fmla="*/ 20574 w 88225"/>
                        <a:gd name="connsiteY10" fmla="*/ 34 h 141691"/>
                        <a:gd name="connsiteX11" fmla="*/ 12192 w 88225"/>
                        <a:gd name="connsiteY11" fmla="*/ 415 h 141691"/>
                        <a:gd name="connsiteX12" fmla="*/ 5905 w 88225"/>
                        <a:gd name="connsiteY12" fmla="*/ 2606 h 141691"/>
                        <a:gd name="connsiteX13" fmla="*/ 95 w 88225"/>
                        <a:gd name="connsiteY13" fmla="*/ 9750 h 141691"/>
                        <a:gd name="connsiteX14" fmla="*/ 0 w 88225"/>
                        <a:gd name="connsiteY14" fmla="*/ 10226 h 141691"/>
                        <a:gd name="connsiteX15" fmla="*/ 25051 w 88225"/>
                        <a:gd name="connsiteY15" fmla="*/ 18513 h 141691"/>
                        <a:gd name="connsiteX16" fmla="*/ 44768 w 88225"/>
                        <a:gd name="connsiteY16" fmla="*/ 35372 h 141691"/>
                        <a:gd name="connsiteX17" fmla="*/ 58388 w 88225"/>
                        <a:gd name="connsiteY17" fmla="*/ 56708 h 141691"/>
                        <a:gd name="connsiteX18" fmla="*/ 67723 w 88225"/>
                        <a:gd name="connsiteY18" fmla="*/ 80425 h 141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88225" h="141691">
                          <a:moveTo>
                            <a:pt x="67723" y="80425"/>
                          </a:moveTo>
                          <a:cubicBezTo>
                            <a:pt x="71343" y="92046"/>
                            <a:pt x="71628" y="104619"/>
                            <a:pt x="69342" y="115287"/>
                          </a:cubicBezTo>
                          <a:cubicBezTo>
                            <a:pt x="66961" y="125955"/>
                            <a:pt x="62389" y="134718"/>
                            <a:pt x="56865" y="139576"/>
                          </a:cubicBezTo>
                          <a:lnTo>
                            <a:pt x="63246" y="141385"/>
                          </a:lnTo>
                          <a:cubicBezTo>
                            <a:pt x="65913" y="142147"/>
                            <a:pt x="68866" y="141481"/>
                            <a:pt x="71914" y="139480"/>
                          </a:cubicBezTo>
                          <a:cubicBezTo>
                            <a:pt x="75057" y="137480"/>
                            <a:pt x="77915" y="133956"/>
                            <a:pt x="80677" y="129193"/>
                          </a:cubicBezTo>
                          <a:cubicBezTo>
                            <a:pt x="83249" y="124431"/>
                            <a:pt x="85535" y="118525"/>
                            <a:pt x="86868" y="111667"/>
                          </a:cubicBezTo>
                          <a:cubicBezTo>
                            <a:pt x="88202" y="104809"/>
                            <a:pt x="88678" y="97094"/>
                            <a:pt x="87725" y="88998"/>
                          </a:cubicBezTo>
                          <a:cubicBezTo>
                            <a:pt x="85344" y="66233"/>
                            <a:pt x="77629" y="42802"/>
                            <a:pt x="61341" y="22609"/>
                          </a:cubicBezTo>
                          <a:cubicBezTo>
                            <a:pt x="55722" y="15560"/>
                            <a:pt x="48483" y="9940"/>
                            <a:pt x="41339" y="6035"/>
                          </a:cubicBezTo>
                          <a:cubicBezTo>
                            <a:pt x="34004" y="2320"/>
                            <a:pt x="26765" y="320"/>
                            <a:pt x="20574" y="34"/>
                          </a:cubicBezTo>
                          <a:cubicBezTo>
                            <a:pt x="17431" y="-61"/>
                            <a:pt x="14669" y="34"/>
                            <a:pt x="12192" y="415"/>
                          </a:cubicBezTo>
                          <a:cubicBezTo>
                            <a:pt x="9716" y="987"/>
                            <a:pt x="7620" y="1749"/>
                            <a:pt x="5905" y="2606"/>
                          </a:cubicBezTo>
                          <a:cubicBezTo>
                            <a:pt x="2477" y="4416"/>
                            <a:pt x="571" y="6892"/>
                            <a:pt x="95" y="9750"/>
                          </a:cubicBezTo>
                          <a:lnTo>
                            <a:pt x="0" y="10226"/>
                          </a:lnTo>
                          <a:cubicBezTo>
                            <a:pt x="8763" y="11369"/>
                            <a:pt x="17336" y="14227"/>
                            <a:pt x="25051" y="18513"/>
                          </a:cubicBezTo>
                          <a:cubicBezTo>
                            <a:pt x="32766" y="22894"/>
                            <a:pt x="39243" y="28800"/>
                            <a:pt x="44768" y="35372"/>
                          </a:cubicBezTo>
                          <a:cubicBezTo>
                            <a:pt x="50388" y="41849"/>
                            <a:pt x="54769" y="49183"/>
                            <a:pt x="58388" y="56708"/>
                          </a:cubicBezTo>
                          <a:cubicBezTo>
                            <a:pt x="62294" y="64328"/>
                            <a:pt x="65247" y="72234"/>
                            <a:pt x="67723" y="80425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1" name="Forme libre : forme 13930">
                      <a:extLst>
                        <a:ext uri="{FF2B5EF4-FFF2-40B4-BE49-F238E27FC236}">
                          <a16:creationId xmlns:a16="http://schemas.microsoft.com/office/drawing/2014/main" id="{0088D0F9-CEA3-41AD-AB8B-031514CC2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2440" y="3533500"/>
                      <a:ext cx="38628" cy="61453"/>
                    </a:xfrm>
                    <a:custGeom>
                      <a:avLst/>
                      <a:gdLst>
                        <a:gd name="connsiteX0" fmla="*/ 815 w 38628"/>
                        <a:gd name="connsiteY0" fmla="*/ 1608 h 61453"/>
                        <a:gd name="connsiteX1" fmla="*/ 13959 w 38628"/>
                        <a:gd name="connsiteY1" fmla="*/ 2941 h 61453"/>
                        <a:gd name="connsiteX2" fmla="*/ 23769 w 38628"/>
                        <a:gd name="connsiteY2" fmla="*/ 10847 h 61453"/>
                        <a:gd name="connsiteX3" fmla="*/ 32438 w 38628"/>
                        <a:gd name="connsiteY3" fmla="*/ 23420 h 61453"/>
                        <a:gd name="connsiteX4" fmla="*/ 37486 w 38628"/>
                        <a:gd name="connsiteY4" fmla="*/ 37612 h 61453"/>
                        <a:gd name="connsiteX5" fmla="*/ 38628 w 38628"/>
                        <a:gd name="connsiteY5" fmla="*/ 49709 h 61453"/>
                        <a:gd name="connsiteX6" fmla="*/ 33104 w 38628"/>
                        <a:gd name="connsiteY6" fmla="*/ 61425 h 61453"/>
                        <a:gd name="connsiteX7" fmla="*/ 23865 w 38628"/>
                        <a:gd name="connsiteY7" fmla="*/ 53138 h 61453"/>
                        <a:gd name="connsiteX8" fmla="*/ 18816 w 38628"/>
                        <a:gd name="connsiteY8" fmla="*/ 43994 h 61453"/>
                        <a:gd name="connsiteX9" fmla="*/ 13292 w 38628"/>
                        <a:gd name="connsiteY9" fmla="*/ 33136 h 61453"/>
                        <a:gd name="connsiteX10" fmla="*/ 3100 w 38628"/>
                        <a:gd name="connsiteY10" fmla="*/ 13609 h 61453"/>
                        <a:gd name="connsiteX11" fmla="*/ 815 w 38628"/>
                        <a:gd name="connsiteY11" fmla="*/ 1608 h 61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8628" h="61453">
                          <a:moveTo>
                            <a:pt x="815" y="1608"/>
                          </a:moveTo>
                          <a:cubicBezTo>
                            <a:pt x="2434" y="-678"/>
                            <a:pt x="7672" y="-773"/>
                            <a:pt x="13959" y="2941"/>
                          </a:cubicBezTo>
                          <a:cubicBezTo>
                            <a:pt x="17293" y="4656"/>
                            <a:pt x="20436" y="7513"/>
                            <a:pt x="23769" y="10847"/>
                          </a:cubicBezTo>
                          <a:cubicBezTo>
                            <a:pt x="26913" y="14371"/>
                            <a:pt x="29961" y="18657"/>
                            <a:pt x="32438" y="23420"/>
                          </a:cubicBezTo>
                          <a:cubicBezTo>
                            <a:pt x="34819" y="28278"/>
                            <a:pt x="36533" y="33040"/>
                            <a:pt x="37486" y="37612"/>
                          </a:cubicBezTo>
                          <a:cubicBezTo>
                            <a:pt x="38533" y="42089"/>
                            <a:pt x="38628" y="46280"/>
                            <a:pt x="38628" y="49709"/>
                          </a:cubicBezTo>
                          <a:cubicBezTo>
                            <a:pt x="38152" y="56757"/>
                            <a:pt x="36057" y="61044"/>
                            <a:pt x="33104" y="61425"/>
                          </a:cubicBezTo>
                          <a:cubicBezTo>
                            <a:pt x="30246" y="61806"/>
                            <a:pt x="27008" y="58377"/>
                            <a:pt x="23865" y="53138"/>
                          </a:cubicBezTo>
                          <a:cubicBezTo>
                            <a:pt x="22150" y="50566"/>
                            <a:pt x="20626" y="47328"/>
                            <a:pt x="18816" y="43994"/>
                          </a:cubicBezTo>
                          <a:cubicBezTo>
                            <a:pt x="16912" y="40279"/>
                            <a:pt x="15197" y="36755"/>
                            <a:pt x="13292" y="33136"/>
                          </a:cubicBezTo>
                          <a:cubicBezTo>
                            <a:pt x="10053" y="26849"/>
                            <a:pt x="6910" y="20848"/>
                            <a:pt x="3100" y="13609"/>
                          </a:cubicBezTo>
                          <a:cubicBezTo>
                            <a:pt x="624" y="8275"/>
                            <a:pt x="-1091" y="4179"/>
                            <a:pt x="815" y="1608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2" name="Forme libre : forme 13931">
                      <a:extLst>
                        <a:ext uri="{FF2B5EF4-FFF2-40B4-BE49-F238E27FC236}">
                          <a16:creationId xmlns:a16="http://schemas.microsoft.com/office/drawing/2014/main" id="{AFCD8945-57D5-4195-8E98-81F68E0B31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3733" y="3542728"/>
                      <a:ext cx="17268" cy="52321"/>
                    </a:xfrm>
                    <a:custGeom>
                      <a:avLst/>
                      <a:gdLst>
                        <a:gd name="connsiteX0" fmla="*/ 0 w 17268"/>
                        <a:gd name="connsiteY0" fmla="*/ 39719 h 52321"/>
                        <a:gd name="connsiteX1" fmla="*/ 11716 w 17268"/>
                        <a:gd name="connsiteY1" fmla="*/ 52292 h 52321"/>
                        <a:gd name="connsiteX2" fmla="*/ 17240 w 17268"/>
                        <a:gd name="connsiteY2" fmla="*/ 40577 h 52321"/>
                        <a:gd name="connsiteX3" fmla="*/ 16097 w 17268"/>
                        <a:gd name="connsiteY3" fmla="*/ 28480 h 52321"/>
                        <a:gd name="connsiteX4" fmla="*/ 11049 w 17268"/>
                        <a:gd name="connsiteY4" fmla="*/ 14288 h 52321"/>
                        <a:gd name="connsiteX5" fmla="*/ 762 w 17268"/>
                        <a:gd name="connsiteY5" fmla="*/ 0 h 52321"/>
                        <a:gd name="connsiteX6" fmla="*/ 5620 w 17268"/>
                        <a:gd name="connsiteY6" fmla="*/ 8382 h 52321"/>
                        <a:gd name="connsiteX7" fmla="*/ 7715 w 17268"/>
                        <a:gd name="connsiteY7" fmla="*/ 30194 h 52321"/>
                        <a:gd name="connsiteX8" fmla="*/ 0 w 17268"/>
                        <a:gd name="connsiteY8" fmla="*/ 39719 h 52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268" h="52321">
                          <a:moveTo>
                            <a:pt x="0" y="39719"/>
                          </a:moveTo>
                          <a:cubicBezTo>
                            <a:pt x="4191" y="47339"/>
                            <a:pt x="8097" y="52769"/>
                            <a:pt x="11716" y="52292"/>
                          </a:cubicBezTo>
                          <a:cubicBezTo>
                            <a:pt x="14669" y="51911"/>
                            <a:pt x="16764" y="47530"/>
                            <a:pt x="17240" y="40577"/>
                          </a:cubicBezTo>
                          <a:cubicBezTo>
                            <a:pt x="17336" y="37147"/>
                            <a:pt x="17240" y="32956"/>
                            <a:pt x="16097" y="28480"/>
                          </a:cubicBezTo>
                          <a:cubicBezTo>
                            <a:pt x="15240" y="24003"/>
                            <a:pt x="13431" y="19145"/>
                            <a:pt x="11049" y="14288"/>
                          </a:cubicBezTo>
                          <a:cubicBezTo>
                            <a:pt x="8097" y="8668"/>
                            <a:pt x="4572" y="3810"/>
                            <a:pt x="762" y="0"/>
                          </a:cubicBezTo>
                          <a:cubicBezTo>
                            <a:pt x="2858" y="2572"/>
                            <a:pt x="4286" y="5524"/>
                            <a:pt x="5620" y="8382"/>
                          </a:cubicBezTo>
                          <a:cubicBezTo>
                            <a:pt x="8477" y="16669"/>
                            <a:pt x="9144" y="24479"/>
                            <a:pt x="7715" y="30194"/>
                          </a:cubicBezTo>
                          <a:cubicBezTo>
                            <a:pt x="6572" y="35814"/>
                            <a:pt x="3524" y="39338"/>
                            <a:pt x="0" y="39719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3" name="Forme libre : forme 13932">
                      <a:extLst>
                        <a:ext uri="{FF2B5EF4-FFF2-40B4-BE49-F238E27FC236}">
                          <a16:creationId xmlns:a16="http://schemas.microsoft.com/office/drawing/2014/main" id="{A9E32689-1C08-43BE-B664-864562C437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1026" y="3529274"/>
                      <a:ext cx="41293" cy="61884"/>
                    </a:xfrm>
                    <a:custGeom>
                      <a:avLst/>
                      <a:gdLst>
                        <a:gd name="connsiteX0" fmla="*/ 609 w 41293"/>
                        <a:gd name="connsiteY0" fmla="*/ 1833 h 61884"/>
                        <a:gd name="connsiteX1" fmla="*/ 14231 w 41293"/>
                        <a:gd name="connsiteY1" fmla="*/ 2690 h 61884"/>
                        <a:gd name="connsiteX2" fmla="*/ 24613 w 41293"/>
                        <a:gd name="connsiteY2" fmla="*/ 10501 h 61884"/>
                        <a:gd name="connsiteX3" fmla="*/ 34042 w 41293"/>
                        <a:gd name="connsiteY3" fmla="*/ 23074 h 61884"/>
                        <a:gd name="connsiteX4" fmla="*/ 39758 w 41293"/>
                        <a:gd name="connsiteY4" fmla="*/ 37361 h 61884"/>
                        <a:gd name="connsiteX5" fmla="*/ 41281 w 41293"/>
                        <a:gd name="connsiteY5" fmla="*/ 49744 h 61884"/>
                        <a:gd name="connsiteX6" fmla="*/ 36233 w 41293"/>
                        <a:gd name="connsiteY6" fmla="*/ 61840 h 61884"/>
                        <a:gd name="connsiteX7" fmla="*/ 26613 w 41293"/>
                        <a:gd name="connsiteY7" fmla="*/ 53649 h 61884"/>
                        <a:gd name="connsiteX8" fmla="*/ 21184 w 41293"/>
                        <a:gd name="connsiteY8" fmla="*/ 44505 h 61884"/>
                        <a:gd name="connsiteX9" fmla="*/ 15088 w 41293"/>
                        <a:gd name="connsiteY9" fmla="*/ 33647 h 61884"/>
                        <a:gd name="connsiteX10" fmla="*/ 8897 w 41293"/>
                        <a:gd name="connsiteY10" fmla="*/ 22979 h 61884"/>
                        <a:gd name="connsiteX11" fmla="*/ 3657 w 41293"/>
                        <a:gd name="connsiteY11" fmla="*/ 13930 h 61884"/>
                        <a:gd name="connsiteX12" fmla="*/ 609 w 41293"/>
                        <a:gd name="connsiteY12" fmla="*/ 1833 h 61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1293" h="61884">
                          <a:moveTo>
                            <a:pt x="609" y="1833"/>
                          </a:moveTo>
                          <a:cubicBezTo>
                            <a:pt x="2324" y="-739"/>
                            <a:pt x="7372" y="-739"/>
                            <a:pt x="14231" y="2690"/>
                          </a:cubicBezTo>
                          <a:cubicBezTo>
                            <a:pt x="17469" y="4500"/>
                            <a:pt x="21279" y="6977"/>
                            <a:pt x="24613" y="10501"/>
                          </a:cubicBezTo>
                          <a:cubicBezTo>
                            <a:pt x="28137" y="13930"/>
                            <a:pt x="31376" y="18216"/>
                            <a:pt x="34042" y="23074"/>
                          </a:cubicBezTo>
                          <a:cubicBezTo>
                            <a:pt x="36805" y="27932"/>
                            <a:pt x="38615" y="32885"/>
                            <a:pt x="39758" y="37361"/>
                          </a:cubicBezTo>
                          <a:cubicBezTo>
                            <a:pt x="40901" y="41933"/>
                            <a:pt x="41377" y="46124"/>
                            <a:pt x="41281" y="49744"/>
                          </a:cubicBezTo>
                          <a:cubicBezTo>
                            <a:pt x="41186" y="56888"/>
                            <a:pt x="38995" y="61364"/>
                            <a:pt x="36233" y="61840"/>
                          </a:cubicBezTo>
                          <a:cubicBezTo>
                            <a:pt x="33185" y="62317"/>
                            <a:pt x="30137" y="58888"/>
                            <a:pt x="26613" y="53649"/>
                          </a:cubicBezTo>
                          <a:cubicBezTo>
                            <a:pt x="24993" y="50982"/>
                            <a:pt x="23089" y="47839"/>
                            <a:pt x="21184" y="44505"/>
                          </a:cubicBezTo>
                          <a:cubicBezTo>
                            <a:pt x="19279" y="41171"/>
                            <a:pt x="17373" y="37361"/>
                            <a:pt x="15088" y="33647"/>
                          </a:cubicBezTo>
                          <a:cubicBezTo>
                            <a:pt x="12992" y="29837"/>
                            <a:pt x="10897" y="26217"/>
                            <a:pt x="8897" y="22979"/>
                          </a:cubicBezTo>
                          <a:cubicBezTo>
                            <a:pt x="7087" y="19645"/>
                            <a:pt x="5086" y="16787"/>
                            <a:pt x="3657" y="13930"/>
                          </a:cubicBezTo>
                          <a:cubicBezTo>
                            <a:pt x="800" y="8691"/>
                            <a:pt x="-1010" y="4310"/>
                            <a:pt x="609" y="183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4" name="Forme libre : forme 13933">
                      <a:extLst>
                        <a:ext uri="{FF2B5EF4-FFF2-40B4-BE49-F238E27FC236}">
                          <a16:creationId xmlns:a16="http://schemas.microsoft.com/office/drawing/2014/main" id="{F0F94AE6-6B19-42A6-8645-0CDB3C12AC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9672" y="3533887"/>
                      <a:ext cx="36710" cy="91133"/>
                    </a:xfrm>
                    <a:custGeom>
                      <a:avLst/>
                      <a:gdLst>
                        <a:gd name="connsiteX0" fmla="*/ 17873 w 36710"/>
                        <a:gd name="connsiteY0" fmla="*/ 90661 h 91133"/>
                        <a:gd name="connsiteX1" fmla="*/ 27874 w 36710"/>
                        <a:gd name="connsiteY1" fmla="*/ 89041 h 91133"/>
                        <a:gd name="connsiteX2" fmla="*/ 35970 w 36710"/>
                        <a:gd name="connsiteY2" fmla="*/ 48751 h 91133"/>
                        <a:gd name="connsiteX3" fmla="*/ 18063 w 36710"/>
                        <a:gd name="connsiteY3" fmla="*/ 8174 h 91133"/>
                        <a:gd name="connsiteX4" fmla="*/ 1775 w 36710"/>
                        <a:gd name="connsiteY4" fmla="*/ 2745 h 91133"/>
                        <a:gd name="connsiteX5" fmla="*/ 5966 w 36710"/>
                        <a:gd name="connsiteY5" fmla="*/ 16651 h 91133"/>
                        <a:gd name="connsiteX6" fmla="*/ 7205 w 36710"/>
                        <a:gd name="connsiteY6" fmla="*/ 48655 h 91133"/>
                        <a:gd name="connsiteX7" fmla="*/ 442 w 36710"/>
                        <a:gd name="connsiteY7" fmla="*/ 81040 h 91133"/>
                        <a:gd name="connsiteX8" fmla="*/ 17873 w 36710"/>
                        <a:gd name="connsiteY8" fmla="*/ 90661 h 91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710" h="91133">
                          <a:moveTo>
                            <a:pt x="17873" y="90661"/>
                          </a:moveTo>
                          <a:cubicBezTo>
                            <a:pt x="21207" y="91232"/>
                            <a:pt x="24540" y="91804"/>
                            <a:pt x="27874" y="89041"/>
                          </a:cubicBezTo>
                          <a:cubicBezTo>
                            <a:pt x="34446" y="83803"/>
                            <a:pt x="38447" y="66277"/>
                            <a:pt x="35970" y="48751"/>
                          </a:cubicBezTo>
                          <a:cubicBezTo>
                            <a:pt x="34351" y="34272"/>
                            <a:pt x="27969" y="18366"/>
                            <a:pt x="18063" y="8174"/>
                          </a:cubicBezTo>
                          <a:cubicBezTo>
                            <a:pt x="10824" y="364"/>
                            <a:pt x="1680" y="-2684"/>
                            <a:pt x="1775" y="2745"/>
                          </a:cubicBezTo>
                          <a:cubicBezTo>
                            <a:pt x="1585" y="6174"/>
                            <a:pt x="4443" y="11508"/>
                            <a:pt x="5966" y="16651"/>
                          </a:cubicBezTo>
                          <a:cubicBezTo>
                            <a:pt x="9872" y="28653"/>
                            <a:pt x="9586" y="39797"/>
                            <a:pt x="7205" y="48655"/>
                          </a:cubicBezTo>
                          <a:cubicBezTo>
                            <a:pt x="5395" y="56561"/>
                            <a:pt x="-1844" y="68753"/>
                            <a:pt x="442" y="81040"/>
                          </a:cubicBezTo>
                          <a:cubicBezTo>
                            <a:pt x="2252" y="92566"/>
                            <a:pt x="13206" y="90089"/>
                            <a:pt x="17873" y="906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5" name="Forme libre : forme 13934">
                      <a:extLst>
                        <a:ext uri="{FF2B5EF4-FFF2-40B4-BE49-F238E27FC236}">
                          <a16:creationId xmlns:a16="http://schemas.microsoft.com/office/drawing/2014/main" id="{16D1190B-7035-419A-AD18-7E3BD0BF50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7310" y="3585559"/>
                      <a:ext cx="13056" cy="24701"/>
                    </a:xfrm>
                    <a:custGeom>
                      <a:avLst/>
                      <a:gdLst>
                        <a:gd name="connsiteX0" fmla="*/ 8804 w 13056"/>
                        <a:gd name="connsiteY0" fmla="*/ 23177 h 24701"/>
                        <a:gd name="connsiteX1" fmla="*/ 11090 w 13056"/>
                        <a:gd name="connsiteY1" fmla="*/ 24701 h 24701"/>
                        <a:gd name="connsiteX2" fmla="*/ 12995 w 13056"/>
                        <a:gd name="connsiteY2" fmla="*/ 22129 h 24701"/>
                        <a:gd name="connsiteX3" fmla="*/ 12614 w 13056"/>
                        <a:gd name="connsiteY3" fmla="*/ 17367 h 24701"/>
                        <a:gd name="connsiteX4" fmla="*/ 8900 w 13056"/>
                        <a:gd name="connsiteY4" fmla="*/ 6223 h 24701"/>
                        <a:gd name="connsiteX5" fmla="*/ 6709 w 13056"/>
                        <a:gd name="connsiteY5" fmla="*/ 2508 h 24701"/>
                        <a:gd name="connsiteX6" fmla="*/ 1375 w 13056"/>
                        <a:gd name="connsiteY6" fmla="*/ 222 h 24701"/>
                        <a:gd name="connsiteX7" fmla="*/ 613 w 13056"/>
                        <a:gd name="connsiteY7" fmla="*/ 7175 h 24701"/>
                        <a:gd name="connsiteX8" fmla="*/ 8804 w 13056"/>
                        <a:gd name="connsiteY8" fmla="*/ 23177 h 2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056" h="24701">
                          <a:moveTo>
                            <a:pt x="8804" y="23177"/>
                          </a:moveTo>
                          <a:cubicBezTo>
                            <a:pt x="9471" y="24034"/>
                            <a:pt x="10233" y="24701"/>
                            <a:pt x="11090" y="24701"/>
                          </a:cubicBezTo>
                          <a:cubicBezTo>
                            <a:pt x="11852" y="24701"/>
                            <a:pt x="12805" y="23749"/>
                            <a:pt x="12995" y="22129"/>
                          </a:cubicBezTo>
                          <a:cubicBezTo>
                            <a:pt x="13186" y="20605"/>
                            <a:pt x="12900" y="18891"/>
                            <a:pt x="12614" y="17367"/>
                          </a:cubicBezTo>
                          <a:cubicBezTo>
                            <a:pt x="11757" y="13366"/>
                            <a:pt x="10519" y="9652"/>
                            <a:pt x="8900" y="6223"/>
                          </a:cubicBezTo>
                          <a:cubicBezTo>
                            <a:pt x="8233" y="4794"/>
                            <a:pt x="7566" y="3460"/>
                            <a:pt x="6709" y="2508"/>
                          </a:cubicBezTo>
                          <a:cubicBezTo>
                            <a:pt x="5090" y="412"/>
                            <a:pt x="2709" y="-445"/>
                            <a:pt x="1375" y="222"/>
                          </a:cubicBezTo>
                          <a:cubicBezTo>
                            <a:pt x="41" y="889"/>
                            <a:pt x="-530" y="2984"/>
                            <a:pt x="613" y="7175"/>
                          </a:cubicBezTo>
                          <a:cubicBezTo>
                            <a:pt x="2518" y="13462"/>
                            <a:pt x="5756" y="19843"/>
                            <a:pt x="8804" y="2317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6" name="Forme libre : forme 13935">
                      <a:extLst>
                        <a:ext uri="{FF2B5EF4-FFF2-40B4-BE49-F238E27FC236}">
                          <a16:creationId xmlns:a16="http://schemas.microsoft.com/office/drawing/2014/main" id="{3D64AC34-9B76-43D1-9DD2-96E186489E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9728" y="3510687"/>
                      <a:ext cx="54864" cy="18134"/>
                    </a:xfrm>
                    <a:custGeom>
                      <a:avLst/>
                      <a:gdLst>
                        <a:gd name="connsiteX0" fmla="*/ 0 w 54864"/>
                        <a:gd name="connsiteY0" fmla="*/ 9086 h 18134"/>
                        <a:gd name="connsiteX1" fmla="*/ 1048 w 54864"/>
                        <a:gd name="connsiteY1" fmla="*/ 6514 h 18134"/>
                        <a:gd name="connsiteX2" fmla="*/ 7430 w 54864"/>
                        <a:gd name="connsiteY2" fmla="*/ 1561 h 18134"/>
                        <a:gd name="connsiteX3" fmla="*/ 24955 w 54864"/>
                        <a:gd name="connsiteY3" fmla="*/ 894 h 18134"/>
                        <a:gd name="connsiteX4" fmla="*/ 54864 w 54864"/>
                        <a:gd name="connsiteY4" fmla="*/ 18134 h 18134"/>
                        <a:gd name="connsiteX5" fmla="*/ 49054 w 54864"/>
                        <a:gd name="connsiteY5" fmla="*/ 13372 h 18134"/>
                        <a:gd name="connsiteX6" fmla="*/ 33719 w 54864"/>
                        <a:gd name="connsiteY6" fmla="*/ 5085 h 18134"/>
                        <a:gd name="connsiteX7" fmla="*/ 14383 w 54864"/>
                        <a:gd name="connsiteY7" fmla="*/ 2323 h 18134"/>
                        <a:gd name="connsiteX8" fmla="*/ 0 w 54864"/>
                        <a:gd name="connsiteY8" fmla="*/ 9086 h 181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864" h="18134">
                          <a:moveTo>
                            <a:pt x="0" y="9086"/>
                          </a:moveTo>
                          <a:cubicBezTo>
                            <a:pt x="0" y="9086"/>
                            <a:pt x="95" y="8038"/>
                            <a:pt x="1048" y="6514"/>
                          </a:cubicBezTo>
                          <a:cubicBezTo>
                            <a:pt x="2000" y="5085"/>
                            <a:pt x="3810" y="2990"/>
                            <a:pt x="7430" y="1561"/>
                          </a:cubicBezTo>
                          <a:cubicBezTo>
                            <a:pt x="11049" y="227"/>
                            <a:pt x="16669" y="-820"/>
                            <a:pt x="24955" y="894"/>
                          </a:cubicBezTo>
                          <a:cubicBezTo>
                            <a:pt x="33052" y="2704"/>
                            <a:pt x="44101" y="7371"/>
                            <a:pt x="54864" y="18134"/>
                          </a:cubicBezTo>
                          <a:cubicBezTo>
                            <a:pt x="54864" y="18134"/>
                            <a:pt x="52864" y="16039"/>
                            <a:pt x="49054" y="13372"/>
                          </a:cubicBezTo>
                          <a:cubicBezTo>
                            <a:pt x="45434" y="10610"/>
                            <a:pt x="39910" y="7371"/>
                            <a:pt x="33719" y="5085"/>
                          </a:cubicBezTo>
                          <a:cubicBezTo>
                            <a:pt x="27432" y="2799"/>
                            <a:pt x="20479" y="1751"/>
                            <a:pt x="14383" y="2323"/>
                          </a:cubicBezTo>
                          <a:cubicBezTo>
                            <a:pt x="8097" y="3180"/>
                            <a:pt x="3048" y="5276"/>
                            <a:pt x="0" y="90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7" name="Forme libre : forme 13936">
                      <a:extLst>
                        <a:ext uri="{FF2B5EF4-FFF2-40B4-BE49-F238E27FC236}">
                          <a16:creationId xmlns:a16="http://schemas.microsoft.com/office/drawing/2014/main" id="{DD2CFC29-E5DB-4D35-BB64-8E99A4628B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7922" y="3599497"/>
                      <a:ext cx="17716" cy="42195"/>
                    </a:xfrm>
                    <a:custGeom>
                      <a:avLst/>
                      <a:gdLst>
                        <a:gd name="connsiteX0" fmla="*/ 0 w 17716"/>
                        <a:gd name="connsiteY0" fmla="*/ 0 h 42195"/>
                        <a:gd name="connsiteX1" fmla="*/ 3715 w 17716"/>
                        <a:gd name="connsiteY1" fmla="*/ 17336 h 42195"/>
                        <a:gd name="connsiteX2" fmla="*/ 17716 w 17716"/>
                        <a:gd name="connsiteY2" fmla="*/ 42196 h 42195"/>
                        <a:gd name="connsiteX3" fmla="*/ 10763 w 17716"/>
                        <a:gd name="connsiteY3" fmla="*/ 32004 h 42195"/>
                        <a:gd name="connsiteX4" fmla="*/ 5334 w 17716"/>
                        <a:gd name="connsiteY4" fmla="*/ 18860 h 42195"/>
                        <a:gd name="connsiteX5" fmla="*/ 0 w 17716"/>
                        <a:gd name="connsiteY5" fmla="*/ 0 h 42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716" h="42195">
                          <a:moveTo>
                            <a:pt x="0" y="0"/>
                          </a:moveTo>
                          <a:cubicBezTo>
                            <a:pt x="0" y="0"/>
                            <a:pt x="1524" y="8096"/>
                            <a:pt x="3715" y="17336"/>
                          </a:cubicBezTo>
                          <a:cubicBezTo>
                            <a:pt x="6096" y="26575"/>
                            <a:pt x="8954" y="37433"/>
                            <a:pt x="17716" y="42196"/>
                          </a:cubicBezTo>
                          <a:cubicBezTo>
                            <a:pt x="17716" y="42196"/>
                            <a:pt x="14192" y="38957"/>
                            <a:pt x="10763" y="32004"/>
                          </a:cubicBezTo>
                          <a:cubicBezTo>
                            <a:pt x="8954" y="28575"/>
                            <a:pt x="7239" y="24194"/>
                            <a:pt x="5334" y="18860"/>
                          </a:cubicBezTo>
                          <a:cubicBezTo>
                            <a:pt x="3620" y="13621"/>
                            <a:pt x="1810" y="7334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8" name="Forme libre : forme 13937">
                      <a:extLst>
                        <a:ext uri="{FF2B5EF4-FFF2-40B4-BE49-F238E27FC236}">
                          <a16:creationId xmlns:a16="http://schemas.microsoft.com/office/drawing/2014/main" id="{B7FE3A6A-AD3F-4714-B0C5-1E813010F6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0870" y="3547295"/>
                      <a:ext cx="12722" cy="22543"/>
                    </a:xfrm>
                    <a:custGeom>
                      <a:avLst/>
                      <a:gdLst>
                        <a:gd name="connsiteX0" fmla="*/ 1243 w 12722"/>
                        <a:gd name="connsiteY0" fmla="*/ 5 h 22543"/>
                        <a:gd name="connsiteX1" fmla="*/ 6101 w 12722"/>
                        <a:gd name="connsiteY1" fmla="*/ 3148 h 22543"/>
                        <a:gd name="connsiteX2" fmla="*/ 11054 w 12722"/>
                        <a:gd name="connsiteY2" fmla="*/ 11530 h 22543"/>
                        <a:gd name="connsiteX3" fmla="*/ 10768 w 12722"/>
                        <a:gd name="connsiteY3" fmla="*/ 22484 h 22543"/>
                        <a:gd name="connsiteX4" fmla="*/ 2767 w 12722"/>
                        <a:gd name="connsiteY4" fmla="*/ 10673 h 22543"/>
                        <a:gd name="connsiteX5" fmla="*/ 1243 w 12722"/>
                        <a:gd name="connsiteY5" fmla="*/ 5 h 22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722" h="22543">
                          <a:moveTo>
                            <a:pt x="1243" y="5"/>
                          </a:moveTo>
                          <a:cubicBezTo>
                            <a:pt x="2386" y="-90"/>
                            <a:pt x="4196" y="1148"/>
                            <a:pt x="6101" y="3148"/>
                          </a:cubicBezTo>
                          <a:cubicBezTo>
                            <a:pt x="7815" y="5339"/>
                            <a:pt x="9911" y="8101"/>
                            <a:pt x="11054" y="11530"/>
                          </a:cubicBezTo>
                          <a:cubicBezTo>
                            <a:pt x="13721" y="18103"/>
                            <a:pt x="12863" y="23151"/>
                            <a:pt x="10768" y="22484"/>
                          </a:cubicBezTo>
                          <a:cubicBezTo>
                            <a:pt x="8578" y="21913"/>
                            <a:pt x="5530" y="16483"/>
                            <a:pt x="2767" y="10673"/>
                          </a:cubicBezTo>
                          <a:cubicBezTo>
                            <a:pt x="196" y="4768"/>
                            <a:pt x="-1138" y="291"/>
                            <a:pt x="1243" y="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9" name="Forme libre : forme 13938">
                      <a:extLst>
                        <a:ext uri="{FF2B5EF4-FFF2-40B4-BE49-F238E27FC236}">
                          <a16:creationId xmlns:a16="http://schemas.microsoft.com/office/drawing/2014/main" id="{246E0DAD-156D-48F9-AA0B-9D4687694C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8721" y="3545068"/>
                      <a:ext cx="5122" cy="5661"/>
                    </a:xfrm>
                    <a:custGeom>
                      <a:avLst/>
                      <a:gdLst>
                        <a:gd name="connsiteX0" fmla="*/ 249 w 5122"/>
                        <a:gd name="connsiteY0" fmla="*/ 232 h 5661"/>
                        <a:gd name="connsiteX1" fmla="*/ 3773 w 5122"/>
                        <a:gd name="connsiteY1" fmla="*/ 1756 h 5661"/>
                        <a:gd name="connsiteX2" fmla="*/ 4821 w 5122"/>
                        <a:gd name="connsiteY2" fmla="*/ 5471 h 5661"/>
                        <a:gd name="connsiteX3" fmla="*/ 1487 w 5122"/>
                        <a:gd name="connsiteY3" fmla="*/ 3851 h 5661"/>
                        <a:gd name="connsiteX4" fmla="*/ 249 w 5122"/>
                        <a:gd name="connsiteY4" fmla="*/ 232 h 5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22" h="5661">
                          <a:moveTo>
                            <a:pt x="249" y="232"/>
                          </a:moveTo>
                          <a:cubicBezTo>
                            <a:pt x="820" y="-340"/>
                            <a:pt x="2535" y="137"/>
                            <a:pt x="3773" y="1756"/>
                          </a:cubicBezTo>
                          <a:cubicBezTo>
                            <a:pt x="5011" y="3280"/>
                            <a:pt x="5487" y="4899"/>
                            <a:pt x="4821" y="5471"/>
                          </a:cubicBezTo>
                          <a:cubicBezTo>
                            <a:pt x="4154" y="6042"/>
                            <a:pt x="2630" y="5280"/>
                            <a:pt x="1487" y="3851"/>
                          </a:cubicBezTo>
                          <a:cubicBezTo>
                            <a:pt x="344" y="2232"/>
                            <a:pt x="-418" y="803"/>
                            <a:pt x="249" y="2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0" name="Forme libre : forme 13939">
                      <a:extLst>
                        <a:ext uri="{FF2B5EF4-FFF2-40B4-BE49-F238E27FC236}">
                          <a16:creationId xmlns:a16="http://schemas.microsoft.com/office/drawing/2014/main" id="{5DD72403-C6E1-4547-BEF1-117A97517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53136" y="3525173"/>
                      <a:ext cx="25875" cy="51211"/>
                    </a:xfrm>
                    <a:custGeom>
                      <a:avLst/>
                      <a:gdLst>
                        <a:gd name="connsiteX0" fmla="*/ 878 w 25875"/>
                        <a:gd name="connsiteY0" fmla="*/ 16888 h 51211"/>
                        <a:gd name="connsiteX1" fmla="*/ 1545 w 25875"/>
                        <a:gd name="connsiteY1" fmla="*/ 2601 h 51211"/>
                        <a:gd name="connsiteX2" fmla="*/ 7926 w 25875"/>
                        <a:gd name="connsiteY2" fmla="*/ 410 h 51211"/>
                        <a:gd name="connsiteX3" fmla="*/ 13832 w 25875"/>
                        <a:gd name="connsiteY3" fmla="*/ 6411 h 51211"/>
                        <a:gd name="connsiteX4" fmla="*/ 17737 w 25875"/>
                        <a:gd name="connsiteY4" fmla="*/ 25080 h 51211"/>
                        <a:gd name="connsiteX5" fmla="*/ 20880 w 25875"/>
                        <a:gd name="connsiteY5" fmla="*/ 31080 h 51211"/>
                        <a:gd name="connsiteX6" fmla="*/ 24595 w 25875"/>
                        <a:gd name="connsiteY6" fmla="*/ 40320 h 51211"/>
                        <a:gd name="connsiteX7" fmla="*/ 23452 w 25875"/>
                        <a:gd name="connsiteY7" fmla="*/ 50988 h 51211"/>
                        <a:gd name="connsiteX8" fmla="*/ 14403 w 25875"/>
                        <a:gd name="connsiteY8" fmla="*/ 40129 h 51211"/>
                        <a:gd name="connsiteX9" fmla="*/ 6498 w 25875"/>
                        <a:gd name="connsiteY9" fmla="*/ 29080 h 51211"/>
                        <a:gd name="connsiteX10" fmla="*/ 3164 w 25875"/>
                        <a:gd name="connsiteY10" fmla="*/ 22889 h 51211"/>
                        <a:gd name="connsiteX11" fmla="*/ 878 w 25875"/>
                        <a:gd name="connsiteY11" fmla="*/ 16888 h 51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5875" h="51211">
                          <a:moveTo>
                            <a:pt x="878" y="16888"/>
                          </a:moveTo>
                          <a:cubicBezTo>
                            <a:pt x="-551" y="11745"/>
                            <a:pt x="-170" y="6982"/>
                            <a:pt x="1545" y="2601"/>
                          </a:cubicBezTo>
                          <a:cubicBezTo>
                            <a:pt x="2116" y="982"/>
                            <a:pt x="3926" y="-828"/>
                            <a:pt x="7926" y="410"/>
                          </a:cubicBezTo>
                          <a:cubicBezTo>
                            <a:pt x="11355" y="1839"/>
                            <a:pt x="13356" y="4315"/>
                            <a:pt x="13832" y="6411"/>
                          </a:cubicBezTo>
                          <a:cubicBezTo>
                            <a:pt x="15642" y="12697"/>
                            <a:pt x="14689" y="18031"/>
                            <a:pt x="17737" y="25080"/>
                          </a:cubicBezTo>
                          <a:cubicBezTo>
                            <a:pt x="18118" y="26223"/>
                            <a:pt x="19642" y="28223"/>
                            <a:pt x="20880" y="31080"/>
                          </a:cubicBezTo>
                          <a:cubicBezTo>
                            <a:pt x="22309" y="33748"/>
                            <a:pt x="23643" y="37176"/>
                            <a:pt x="24595" y="40320"/>
                          </a:cubicBezTo>
                          <a:cubicBezTo>
                            <a:pt x="26500" y="46797"/>
                            <a:pt x="26405" y="52417"/>
                            <a:pt x="23452" y="50988"/>
                          </a:cubicBezTo>
                          <a:cubicBezTo>
                            <a:pt x="20499" y="49654"/>
                            <a:pt x="17451" y="44701"/>
                            <a:pt x="14403" y="40129"/>
                          </a:cubicBezTo>
                          <a:cubicBezTo>
                            <a:pt x="11641" y="36224"/>
                            <a:pt x="8498" y="31938"/>
                            <a:pt x="6498" y="29080"/>
                          </a:cubicBezTo>
                          <a:cubicBezTo>
                            <a:pt x="5260" y="26890"/>
                            <a:pt x="4021" y="25080"/>
                            <a:pt x="3164" y="22889"/>
                          </a:cubicBezTo>
                          <a:cubicBezTo>
                            <a:pt x="2116" y="20984"/>
                            <a:pt x="1354" y="18984"/>
                            <a:pt x="878" y="1688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88" name="Graphique 1">
                    <a:extLst>
                      <a:ext uri="{FF2B5EF4-FFF2-40B4-BE49-F238E27FC236}">
                        <a16:creationId xmlns:a16="http://schemas.microsoft.com/office/drawing/2014/main" id="{0D7D81B5-1247-4723-8972-8D950BA8FD35}"/>
                      </a:ext>
                    </a:extLst>
                  </p:cNvPr>
                  <p:cNvGrpSpPr/>
                  <p:nvPr/>
                </p:nvGrpSpPr>
                <p:grpSpPr>
                  <a:xfrm>
                    <a:off x="4491041" y="3496507"/>
                    <a:ext cx="154285" cy="61097"/>
                    <a:chOff x="4491041" y="3496507"/>
                    <a:chExt cx="154285" cy="61097"/>
                  </a:xfrm>
                  <a:solidFill>
                    <a:schemeClr val="accent1"/>
                  </a:solidFill>
                </p:grpSpPr>
                <p:sp>
                  <p:nvSpPr>
                    <p:cNvPr id="13917" name="Forme libre : forme 13916">
                      <a:extLst>
                        <a:ext uri="{FF2B5EF4-FFF2-40B4-BE49-F238E27FC236}">
                          <a16:creationId xmlns:a16="http://schemas.microsoft.com/office/drawing/2014/main" id="{25EE1293-153E-4D55-8D02-9F8D4D49F3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1041" y="3496653"/>
                      <a:ext cx="154285" cy="60951"/>
                    </a:xfrm>
                    <a:custGeom>
                      <a:avLst/>
                      <a:gdLst>
                        <a:gd name="connsiteX0" fmla="*/ 53721 w 154285"/>
                        <a:gd name="connsiteY0" fmla="*/ 736 h 60951"/>
                        <a:gd name="connsiteX1" fmla="*/ 76581 w 154285"/>
                        <a:gd name="connsiteY1" fmla="*/ 1593 h 60951"/>
                        <a:gd name="connsiteX2" fmla="*/ 103346 w 154285"/>
                        <a:gd name="connsiteY2" fmla="*/ 260 h 60951"/>
                        <a:gd name="connsiteX3" fmla="*/ 121920 w 154285"/>
                        <a:gd name="connsiteY3" fmla="*/ 736 h 60951"/>
                        <a:gd name="connsiteX4" fmla="*/ 138017 w 154285"/>
                        <a:gd name="connsiteY4" fmla="*/ 4355 h 60951"/>
                        <a:gd name="connsiteX5" fmla="*/ 150781 w 154285"/>
                        <a:gd name="connsiteY5" fmla="*/ 11404 h 60951"/>
                        <a:gd name="connsiteX6" fmla="*/ 154210 w 154285"/>
                        <a:gd name="connsiteY6" fmla="*/ 19977 h 60951"/>
                        <a:gd name="connsiteX7" fmla="*/ 151924 w 154285"/>
                        <a:gd name="connsiteY7" fmla="*/ 35788 h 60951"/>
                        <a:gd name="connsiteX8" fmla="*/ 147828 w 154285"/>
                        <a:gd name="connsiteY8" fmla="*/ 43598 h 60951"/>
                        <a:gd name="connsiteX9" fmla="*/ 140112 w 154285"/>
                        <a:gd name="connsiteY9" fmla="*/ 50171 h 60951"/>
                        <a:gd name="connsiteX10" fmla="*/ 126016 w 154285"/>
                        <a:gd name="connsiteY10" fmla="*/ 55695 h 60951"/>
                        <a:gd name="connsiteX11" fmla="*/ 107728 w 154285"/>
                        <a:gd name="connsiteY11" fmla="*/ 58838 h 60951"/>
                        <a:gd name="connsiteX12" fmla="*/ 78677 w 154285"/>
                        <a:gd name="connsiteY12" fmla="*/ 60744 h 60951"/>
                        <a:gd name="connsiteX13" fmla="*/ 45625 w 154285"/>
                        <a:gd name="connsiteY13" fmla="*/ 59696 h 60951"/>
                        <a:gd name="connsiteX14" fmla="*/ 32195 w 154285"/>
                        <a:gd name="connsiteY14" fmla="*/ 56553 h 60951"/>
                        <a:gd name="connsiteX15" fmla="*/ 28860 w 154285"/>
                        <a:gd name="connsiteY15" fmla="*/ 55410 h 60951"/>
                        <a:gd name="connsiteX16" fmla="*/ 24955 w 154285"/>
                        <a:gd name="connsiteY16" fmla="*/ 53504 h 60951"/>
                        <a:gd name="connsiteX17" fmla="*/ 17716 w 154285"/>
                        <a:gd name="connsiteY17" fmla="*/ 49313 h 60951"/>
                        <a:gd name="connsiteX18" fmla="*/ 6763 w 154285"/>
                        <a:gd name="connsiteY18" fmla="*/ 38455 h 60951"/>
                        <a:gd name="connsiteX19" fmla="*/ 1238 w 154285"/>
                        <a:gd name="connsiteY19" fmla="*/ 26549 h 60951"/>
                        <a:gd name="connsiteX20" fmla="*/ 0 w 154285"/>
                        <a:gd name="connsiteY20" fmla="*/ 16071 h 60951"/>
                        <a:gd name="connsiteX21" fmla="*/ 2000 w 154285"/>
                        <a:gd name="connsiteY21" fmla="*/ 8737 h 60951"/>
                        <a:gd name="connsiteX22" fmla="*/ 9239 w 154285"/>
                        <a:gd name="connsiteY22" fmla="*/ 2450 h 60951"/>
                        <a:gd name="connsiteX23" fmla="*/ 25622 w 154285"/>
                        <a:gd name="connsiteY23" fmla="*/ 260 h 60951"/>
                        <a:gd name="connsiteX24" fmla="*/ 34480 w 154285"/>
                        <a:gd name="connsiteY24" fmla="*/ 1307 h 60951"/>
                        <a:gd name="connsiteX25" fmla="*/ 38385 w 154285"/>
                        <a:gd name="connsiteY25" fmla="*/ 2546 h 60951"/>
                        <a:gd name="connsiteX26" fmla="*/ 41910 w 154285"/>
                        <a:gd name="connsiteY26" fmla="*/ 2641 h 60951"/>
                        <a:gd name="connsiteX27" fmla="*/ 46577 w 154285"/>
                        <a:gd name="connsiteY27" fmla="*/ 927 h 60951"/>
                        <a:gd name="connsiteX28" fmla="*/ 47244 w 154285"/>
                        <a:gd name="connsiteY28" fmla="*/ 450 h 60951"/>
                        <a:gd name="connsiteX29" fmla="*/ 47530 w 154285"/>
                        <a:gd name="connsiteY29" fmla="*/ 260 h 60951"/>
                        <a:gd name="connsiteX30" fmla="*/ 48577 w 154285"/>
                        <a:gd name="connsiteY30" fmla="*/ 260 h 60951"/>
                        <a:gd name="connsiteX31" fmla="*/ 53721 w 154285"/>
                        <a:gd name="connsiteY31" fmla="*/ 736 h 60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154285" h="60951">
                          <a:moveTo>
                            <a:pt x="53721" y="736"/>
                          </a:moveTo>
                          <a:cubicBezTo>
                            <a:pt x="59627" y="1784"/>
                            <a:pt x="68294" y="1688"/>
                            <a:pt x="76581" y="1593"/>
                          </a:cubicBezTo>
                          <a:cubicBezTo>
                            <a:pt x="85249" y="1307"/>
                            <a:pt x="94202" y="831"/>
                            <a:pt x="103346" y="260"/>
                          </a:cubicBezTo>
                          <a:cubicBezTo>
                            <a:pt x="109823" y="-217"/>
                            <a:pt x="116014" y="-26"/>
                            <a:pt x="121920" y="736"/>
                          </a:cubicBezTo>
                          <a:cubicBezTo>
                            <a:pt x="127921" y="1498"/>
                            <a:pt x="132493" y="2546"/>
                            <a:pt x="138017" y="4355"/>
                          </a:cubicBezTo>
                          <a:cubicBezTo>
                            <a:pt x="143732" y="6070"/>
                            <a:pt x="148018" y="8451"/>
                            <a:pt x="150781" y="11404"/>
                          </a:cubicBezTo>
                          <a:cubicBezTo>
                            <a:pt x="153543" y="14166"/>
                            <a:pt x="154591" y="17119"/>
                            <a:pt x="154210" y="19977"/>
                          </a:cubicBezTo>
                          <a:lnTo>
                            <a:pt x="151924" y="35788"/>
                          </a:lnTo>
                          <a:cubicBezTo>
                            <a:pt x="151543" y="38645"/>
                            <a:pt x="149923" y="41312"/>
                            <a:pt x="147828" y="43598"/>
                          </a:cubicBezTo>
                          <a:cubicBezTo>
                            <a:pt x="145828" y="45789"/>
                            <a:pt x="143065" y="48170"/>
                            <a:pt x="140112" y="50171"/>
                          </a:cubicBezTo>
                          <a:cubicBezTo>
                            <a:pt x="136970" y="52171"/>
                            <a:pt x="131254" y="54266"/>
                            <a:pt x="126016" y="55695"/>
                          </a:cubicBezTo>
                          <a:cubicBezTo>
                            <a:pt x="120491" y="57219"/>
                            <a:pt x="114205" y="58362"/>
                            <a:pt x="107728" y="58838"/>
                          </a:cubicBezTo>
                          <a:cubicBezTo>
                            <a:pt x="98298" y="59600"/>
                            <a:pt x="88678" y="60267"/>
                            <a:pt x="78677" y="60744"/>
                          </a:cubicBezTo>
                          <a:cubicBezTo>
                            <a:pt x="68294" y="60934"/>
                            <a:pt x="58198" y="61410"/>
                            <a:pt x="45625" y="59696"/>
                          </a:cubicBezTo>
                          <a:cubicBezTo>
                            <a:pt x="41624" y="59410"/>
                            <a:pt x="36576" y="57981"/>
                            <a:pt x="32195" y="56553"/>
                          </a:cubicBezTo>
                          <a:cubicBezTo>
                            <a:pt x="31052" y="56171"/>
                            <a:pt x="30099" y="55886"/>
                            <a:pt x="28860" y="55410"/>
                          </a:cubicBezTo>
                          <a:cubicBezTo>
                            <a:pt x="27527" y="54743"/>
                            <a:pt x="26289" y="54171"/>
                            <a:pt x="24955" y="53504"/>
                          </a:cubicBezTo>
                          <a:cubicBezTo>
                            <a:pt x="22384" y="52171"/>
                            <a:pt x="20002" y="50742"/>
                            <a:pt x="17716" y="49313"/>
                          </a:cubicBezTo>
                          <a:cubicBezTo>
                            <a:pt x="13430" y="45980"/>
                            <a:pt x="9525" y="42265"/>
                            <a:pt x="6763" y="38455"/>
                          </a:cubicBezTo>
                          <a:cubicBezTo>
                            <a:pt x="4286" y="34264"/>
                            <a:pt x="2191" y="30454"/>
                            <a:pt x="1238" y="26549"/>
                          </a:cubicBezTo>
                          <a:cubicBezTo>
                            <a:pt x="381" y="22644"/>
                            <a:pt x="0" y="19024"/>
                            <a:pt x="0" y="16071"/>
                          </a:cubicBezTo>
                          <a:cubicBezTo>
                            <a:pt x="190" y="13119"/>
                            <a:pt x="1143" y="10737"/>
                            <a:pt x="2000" y="8737"/>
                          </a:cubicBezTo>
                          <a:cubicBezTo>
                            <a:pt x="3810" y="4832"/>
                            <a:pt x="6286" y="2831"/>
                            <a:pt x="9239" y="2450"/>
                          </a:cubicBezTo>
                          <a:lnTo>
                            <a:pt x="25622" y="260"/>
                          </a:lnTo>
                          <a:cubicBezTo>
                            <a:pt x="28575" y="-121"/>
                            <a:pt x="31623" y="545"/>
                            <a:pt x="34480" y="1307"/>
                          </a:cubicBezTo>
                          <a:cubicBezTo>
                            <a:pt x="35909" y="1688"/>
                            <a:pt x="37147" y="2355"/>
                            <a:pt x="38385" y="2546"/>
                          </a:cubicBezTo>
                          <a:cubicBezTo>
                            <a:pt x="39719" y="2641"/>
                            <a:pt x="40862" y="2736"/>
                            <a:pt x="41910" y="2641"/>
                          </a:cubicBezTo>
                          <a:cubicBezTo>
                            <a:pt x="44386" y="2260"/>
                            <a:pt x="45529" y="1784"/>
                            <a:pt x="46577" y="927"/>
                          </a:cubicBezTo>
                          <a:lnTo>
                            <a:pt x="47244" y="450"/>
                          </a:lnTo>
                          <a:lnTo>
                            <a:pt x="47530" y="260"/>
                          </a:lnTo>
                          <a:cubicBezTo>
                            <a:pt x="47720" y="260"/>
                            <a:pt x="48292" y="260"/>
                            <a:pt x="48577" y="260"/>
                          </a:cubicBezTo>
                          <a:cubicBezTo>
                            <a:pt x="50006" y="164"/>
                            <a:pt x="51149" y="641"/>
                            <a:pt x="53721" y="736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8" name="Forme libre : forme 13917">
                      <a:extLst>
                        <a:ext uri="{FF2B5EF4-FFF2-40B4-BE49-F238E27FC236}">
                          <a16:creationId xmlns:a16="http://schemas.microsoft.com/office/drawing/2014/main" id="{333939CB-2FCB-40CA-A4D9-0E1158797A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5711" y="3496507"/>
                      <a:ext cx="129425" cy="26885"/>
                    </a:xfrm>
                    <a:custGeom>
                      <a:avLst/>
                      <a:gdLst>
                        <a:gd name="connsiteX0" fmla="*/ 70199 w 129425"/>
                        <a:gd name="connsiteY0" fmla="*/ 20313 h 26885"/>
                        <a:gd name="connsiteX1" fmla="*/ 102489 w 129425"/>
                        <a:gd name="connsiteY1" fmla="*/ 18504 h 26885"/>
                        <a:gd name="connsiteX2" fmla="*/ 128302 w 129425"/>
                        <a:gd name="connsiteY2" fmla="*/ 26886 h 26885"/>
                        <a:gd name="connsiteX3" fmla="*/ 129350 w 129425"/>
                        <a:gd name="connsiteY3" fmla="*/ 20028 h 26885"/>
                        <a:gd name="connsiteX4" fmla="*/ 125921 w 129425"/>
                        <a:gd name="connsiteY4" fmla="*/ 11455 h 26885"/>
                        <a:gd name="connsiteX5" fmla="*/ 113157 w 129425"/>
                        <a:gd name="connsiteY5" fmla="*/ 4406 h 26885"/>
                        <a:gd name="connsiteX6" fmla="*/ 97060 w 129425"/>
                        <a:gd name="connsiteY6" fmla="*/ 787 h 26885"/>
                        <a:gd name="connsiteX7" fmla="*/ 78486 w 129425"/>
                        <a:gd name="connsiteY7" fmla="*/ 311 h 26885"/>
                        <a:gd name="connsiteX8" fmla="*/ 51721 w 129425"/>
                        <a:gd name="connsiteY8" fmla="*/ 1644 h 26885"/>
                        <a:gd name="connsiteX9" fmla="*/ 28861 w 129425"/>
                        <a:gd name="connsiteY9" fmla="*/ 787 h 26885"/>
                        <a:gd name="connsiteX10" fmla="*/ 23527 w 129425"/>
                        <a:gd name="connsiteY10" fmla="*/ 120 h 26885"/>
                        <a:gd name="connsiteX11" fmla="*/ 22479 w 129425"/>
                        <a:gd name="connsiteY11" fmla="*/ 120 h 26885"/>
                        <a:gd name="connsiteX12" fmla="*/ 22193 w 129425"/>
                        <a:gd name="connsiteY12" fmla="*/ 311 h 26885"/>
                        <a:gd name="connsiteX13" fmla="*/ 21527 w 129425"/>
                        <a:gd name="connsiteY13" fmla="*/ 787 h 26885"/>
                        <a:gd name="connsiteX14" fmla="*/ 16859 w 129425"/>
                        <a:gd name="connsiteY14" fmla="*/ 2502 h 26885"/>
                        <a:gd name="connsiteX15" fmla="*/ 13335 w 129425"/>
                        <a:gd name="connsiteY15" fmla="*/ 2406 h 26885"/>
                        <a:gd name="connsiteX16" fmla="*/ 9430 w 129425"/>
                        <a:gd name="connsiteY16" fmla="*/ 1168 h 26885"/>
                        <a:gd name="connsiteX17" fmla="*/ 571 w 129425"/>
                        <a:gd name="connsiteY17" fmla="*/ 120 h 26885"/>
                        <a:gd name="connsiteX18" fmla="*/ 0 w 129425"/>
                        <a:gd name="connsiteY18" fmla="*/ 215 h 26885"/>
                        <a:gd name="connsiteX19" fmla="*/ 7906 w 129425"/>
                        <a:gd name="connsiteY19" fmla="*/ 15741 h 26885"/>
                        <a:gd name="connsiteX20" fmla="*/ 15430 w 129425"/>
                        <a:gd name="connsiteY20" fmla="*/ 19932 h 26885"/>
                        <a:gd name="connsiteX21" fmla="*/ 25241 w 129425"/>
                        <a:gd name="connsiteY21" fmla="*/ 22123 h 26885"/>
                        <a:gd name="connsiteX22" fmla="*/ 36005 w 129425"/>
                        <a:gd name="connsiteY22" fmla="*/ 22980 h 26885"/>
                        <a:gd name="connsiteX23" fmla="*/ 47149 w 129425"/>
                        <a:gd name="connsiteY23" fmla="*/ 22790 h 26885"/>
                        <a:gd name="connsiteX24" fmla="*/ 70199 w 129425"/>
                        <a:gd name="connsiteY24" fmla="*/ 20313 h 26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29425" h="26885">
                          <a:moveTo>
                            <a:pt x="70199" y="20313"/>
                          </a:moveTo>
                          <a:cubicBezTo>
                            <a:pt x="81058" y="18313"/>
                            <a:pt x="92297" y="17646"/>
                            <a:pt x="102489" y="18504"/>
                          </a:cubicBezTo>
                          <a:cubicBezTo>
                            <a:pt x="112300" y="19075"/>
                            <a:pt x="122968" y="21933"/>
                            <a:pt x="128302" y="26886"/>
                          </a:cubicBezTo>
                          <a:lnTo>
                            <a:pt x="129350" y="20028"/>
                          </a:lnTo>
                          <a:cubicBezTo>
                            <a:pt x="129730" y="17170"/>
                            <a:pt x="128683" y="14312"/>
                            <a:pt x="125921" y="11455"/>
                          </a:cubicBezTo>
                          <a:cubicBezTo>
                            <a:pt x="123158" y="8502"/>
                            <a:pt x="118872" y="6216"/>
                            <a:pt x="113157" y="4406"/>
                          </a:cubicBezTo>
                          <a:cubicBezTo>
                            <a:pt x="107633" y="2692"/>
                            <a:pt x="103156" y="1549"/>
                            <a:pt x="97060" y="787"/>
                          </a:cubicBezTo>
                          <a:cubicBezTo>
                            <a:pt x="91250" y="120"/>
                            <a:pt x="85058" y="-70"/>
                            <a:pt x="78486" y="311"/>
                          </a:cubicBezTo>
                          <a:cubicBezTo>
                            <a:pt x="69342" y="882"/>
                            <a:pt x="60389" y="1359"/>
                            <a:pt x="51721" y="1644"/>
                          </a:cubicBezTo>
                          <a:cubicBezTo>
                            <a:pt x="43434" y="1739"/>
                            <a:pt x="34766" y="1835"/>
                            <a:pt x="28861" y="787"/>
                          </a:cubicBezTo>
                          <a:cubicBezTo>
                            <a:pt x="26289" y="596"/>
                            <a:pt x="25146" y="120"/>
                            <a:pt x="23527" y="120"/>
                          </a:cubicBezTo>
                          <a:cubicBezTo>
                            <a:pt x="23146" y="120"/>
                            <a:pt x="22670" y="120"/>
                            <a:pt x="22479" y="120"/>
                          </a:cubicBezTo>
                          <a:lnTo>
                            <a:pt x="22193" y="311"/>
                          </a:lnTo>
                          <a:lnTo>
                            <a:pt x="21527" y="787"/>
                          </a:lnTo>
                          <a:cubicBezTo>
                            <a:pt x="20479" y="1644"/>
                            <a:pt x="19336" y="2121"/>
                            <a:pt x="16859" y="2502"/>
                          </a:cubicBezTo>
                          <a:cubicBezTo>
                            <a:pt x="15812" y="2597"/>
                            <a:pt x="14669" y="2502"/>
                            <a:pt x="13335" y="2406"/>
                          </a:cubicBezTo>
                          <a:cubicBezTo>
                            <a:pt x="12097" y="2216"/>
                            <a:pt x="10859" y="1454"/>
                            <a:pt x="9430" y="1168"/>
                          </a:cubicBezTo>
                          <a:cubicBezTo>
                            <a:pt x="6668" y="311"/>
                            <a:pt x="3524" y="-261"/>
                            <a:pt x="571" y="120"/>
                          </a:cubicBezTo>
                          <a:lnTo>
                            <a:pt x="0" y="215"/>
                          </a:lnTo>
                          <a:cubicBezTo>
                            <a:pt x="1143" y="6883"/>
                            <a:pt x="3524" y="11931"/>
                            <a:pt x="7906" y="15741"/>
                          </a:cubicBezTo>
                          <a:cubicBezTo>
                            <a:pt x="10096" y="17646"/>
                            <a:pt x="12668" y="18789"/>
                            <a:pt x="15430" y="19932"/>
                          </a:cubicBezTo>
                          <a:cubicBezTo>
                            <a:pt x="18574" y="20694"/>
                            <a:pt x="21717" y="21837"/>
                            <a:pt x="25241" y="22123"/>
                          </a:cubicBezTo>
                          <a:cubicBezTo>
                            <a:pt x="28766" y="22599"/>
                            <a:pt x="32290" y="22980"/>
                            <a:pt x="36005" y="22980"/>
                          </a:cubicBezTo>
                          <a:cubicBezTo>
                            <a:pt x="39624" y="23171"/>
                            <a:pt x="43339" y="23076"/>
                            <a:pt x="47149" y="22790"/>
                          </a:cubicBezTo>
                          <a:cubicBezTo>
                            <a:pt x="54959" y="22695"/>
                            <a:pt x="62579" y="21647"/>
                            <a:pt x="70199" y="2031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9" name="Forme libre : forme 13918">
                      <a:extLst>
                        <a:ext uri="{FF2B5EF4-FFF2-40B4-BE49-F238E27FC236}">
                          <a16:creationId xmlns:a16="http://schemas.microsoft.com/office/drawing/2014/main" id="{E2EDCF75-6434-4AB0-897D-7DE9622C3A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5043" y="3515366"/>
                      <a:ext cx="67637" cy="22313"/>
                    </a:xfrm>
                    <a:custGeom>
                      <a:avLst/>
                      <a:gdLst>
                        <a:gd name="connsiteX0" fmla="*/ 384 w 67637"/>
                        <a:gd name="connsiteY0" fmla="*/ 5931 h 22313"/>
                        <a:gd name="connsiteX1" fmla="*/ 4384 w 67637"/>
                        <a:gd name="connsiteY1" fmla="*/ 2883 h 22313"/>
                        <a:gd name="connsiteX2" fmla="*/ 11337 w 67637"/>
                        <a:gd name="connsiteY2" fmla="*/ 1168 h 22313"/>
                        <a:gd name="connsiteX3" fmla="*/ 21053 w 67637"/>
                        <a:gd name="connsiteY3" fmla="*/ 311 h 22313"/>
                        <a:gd name="connsiteX4" fmla="*/ 33436 w 67637"/>
                        <a:gd name="connsiteY4" fmla="*/ 25 h 22313"/>
                        <a:gd name="connsiteX5" fmla="*/ 67630 w 67637"/>
                        <a:gd name="connsiteY5" fmla="*/ 9645 h 22313"/>
                        <a:gd name="connsiteX6" fmla="*/ 33340 w 67637"/>
                        <a:gd name="connsiteY6" fmla="*/ 22314 h 22313"/>
                        <a:gd name="connsiteX7" fmla="*/ 19148 w 67637"/>
                        <a:gd name="connsiteY7" fmla="*/ 20885 h 22313"/>
                        <a:gd name="connsiteX8" fmla="*/ 7718 w 67637"/>
                        <a:gd name="connsiteY8" fmla="*/ 16694 h 22313"/>
                        <a:gd name="connsiteX9" fmla="*/ 1050 w 67637"/>
                        <a:gd name="connsiteY9" fmla="*/ 10979 h 22313"/>
                        <a:gd name="connsiteX10" fmla="*/ 384 w 67637"/>
                        <a:gd name="connsiteY10" fmla="*/ 5931 h 22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637" h="22313">
                          <a:moveTo>
                            <a:pt x="384" y="5931"/>
                          </a:moveTo>
                          <a:cubicBezTo>
                            <a:pt x="1050" y="4597"/>
                            <a:pt x="2574" y="3645"/>
                            <a:pt x="4384" y="2883"/>
                          </a:cubicBezTo>
                          <a:cubicBezTo>
                            <a:pt x="6004" y="2311"/>
                            <a:pt x="8575" y="1549"/>
                            <a:pt x="11337" y="1168"/>
                          </a:cubicBezTo>
                          <a:cubicBezTo>
                            <a:pt x="13909" y="978"/>
                            <a:pt x="17528" y="311"/>
                            <a:pt x="21053" y="311"/>
                          </a:cubicBezTo>
                          <a:cubicBezTo>
                            <a:pt x="24767" y="120"/>
                            <a:pt x="28959" y="-70"/>
                            <a:pt x="33436" y="25"/>
                          </a:cubicBezTo>
                          <a:cubicBezTo>
                            <a:pt x="51437" y="25"/>
                            <a:pt x="67249" y="3454"/>
                            <a:pt x="67630" y="9645"/>
                          </a:cubicBezTo>
                          <a:cubicBezTo>
                            <a:pt x="68011" y="15646"/>
                            <a:pt x="53152" y="22123"/>
                            <a:pt x="33340" y="22314"/>
                          </a:cubicBezTo>
                          <a:cubicBezTo>
                            <a:pt x="28387" y="22219"/>
                            <a:pt x="23529" y="21837"/>
                            <a:pt x="19148" y="20885"/>
                          </a:cubicBezTo>
                          <a:cubicBezTo>
                            <a:pt x="14671" y="19742"/>
                            <a:pt x="10861" y="18694"/>
                            <a:pt x="7718" y="16694"/>
                          </a:cubicBezTo>
                          <a:cubicBezTo>
                            <a:pt x="4575" y="14884"/>
                            <a:pt x="2289" y="13170"/>
                            <a:pt x="1050" y="10979"/>
                          </a:cubicBezTo>
                          <a:cubicBezTo>
                            <a:pt x="-93" y="8979"/>
                            <a:pt x="-283" y="7264"/>
                            <a:pt x="384" y="5931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0" name="Forme libre : forme 13919">
                      <a:extLst>
                        <a:ext uri="{FF2B5EF4-FFF2-40B4-BE49-F238E27FC236}">
                          <a16:creationId xmlns:a16="http://schemas.microsoft.com/office/drawing/2014/main" id="{6D017972-46EF-4429-86C4-96DA8EBE0B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4381" y="3515442"/>
                      <a:ext cx="48397" cy="19761"/>
                    </a:xfrm>
                    <a:custGeom>
                      <a:avLst/>
                      <a:gdLst>
                        <a:gd name="connsiteX0" fmla="*/ 33814 w 48397"/>
                        <a:gd name="connsiteY0" fmla="*/ 19761 h 19761"/>
                        <a:gd name="connsiteX1" fmla="*/ 48387 w 48397"/>
                        <a:gd name="connsiteY1" fmla="*/ 9665 h 19761"/>
                        <a:gd name="connsiteX2" fmla="*/ 14192 w 48397"/>
                        <a:gd name="connsiteY2" fmla="*/ 45 h 19761"/>
                        <a:gd name="connsiteX3" fmla="*/ 0 w 48397"/>
                        <a:gd name="connsiteY3" fmla="*/ 426 h 19761"/>
                        <a:gd name="connsiteX4" fmla="*/ 7715 w 48397"/>
                        <a:gd name="connsiteY4" fmla="*/ 1759 h 19761"/>
                        <a:gd name="connsiteX5" fmla="*/ 26384 w 48397"/>
                        <a:gd name="connsiteY5" fmla="*/ 9379 h 19761"/>
                        <a:gd name="connsiteX6" fmla="*/ 33814 w 48397"/>
                        <a:gd name="connsiteY6" fmla="*/ 19761 h 197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397" h="19761">
                          <a:moveTo>
                            <a:pt x="33814" y="19761"/>
                          </a:moveTo>
                          <a:cubicBezTo>
                            <a:pt x="42958" y="17285"/>
                            <a:pt x="48673" y="13380"/>
                            <a:pt x="48387" y="9665"/>
                          </a:cubicBezTo>
                          <a:cubicBezTo>
                            <a:pt x="48006" y="3474"/>
                            <a:pt x="32099" y="-51"/>
                            <a:pt x="14192" y="45"/>
                          </a:cubicBezTo>
                          <a:cubicBezTo>
                            <a:pt x="9049" y="-146"/>
                            <a:pt x="4000" y="330"/>
                            <a:pt x="0" y="426"/>
                          </a:cubicBezTo>
                          <a:cubicBezTo>
                            <a:pt x="2477" y="902"/>
                            <a:pt x="5049" y="1188"/>
                            <a:pt x="7715" y="1759"/>
                          </a:cubicBezTo>
                          <a:cubicBezTo>
                            <a:pt x="14669" y="3950"/>
                            <a:pt x="21527" y="6236"/>
                            <a:pt x="26384" y="9379"/>
                          </a:cubicBezTo>
                          <a:cubicBezTo>
                            <a:pt x="31242" y="12427"/>
                            <a:pt x="34195" y="15951"/>
                            <a:pt x="33814" y="19761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1" name="Forme libre : forme 13920">
                      <a:extLst>
                        <a:ext uri="{FF2B5EF4-FFF2-40B4-BE49-F238E27FC236}">
                          <a16:creationId xmlns:a16="http://schemas.microsoft.com/office/drawing/2014/main" id="{C113C757-2E28-46F8-AEFC-641C2738E6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200" y="3512735"/>
                      <a:ext cx="66051" cy="22472"/>
                    </a:xfrm>
                    <a:custGeom>
                      <a:avLst/>
                      <a:gdLst>
                        <a:gd name="connsiteX0" fmla="*/ 703 w 66051"/>
                        <a:gd name="connsiteY0" fmla="*/ 4942 h 22472"/>
                        <a:gd name="connsiteX1" fmla="*/ 4894 w 66051"/>
                        <a:gd name="connsiteY1" fmla="*/ 2180 h 22472"/>
                        <a:gd name="connsiteX2" fmla="*/ 11180 w 66051"/>
                        <a:gd name="connsiteY2" fmla="*/ 751 h 22472"/>
                        <a:gd name="connsiteX3" fmla="*/ 20325 w 66051"/>
                        <a:gd name="connsiteY3" fmla="*/ 85 h 22472"/>
                        <a:gd name="connsiteX4" fmla="*/ 32231 w 66051"/>
                        <a:gd name="connsiteY4" fmla="*/ 85 h 22472"/>
                        <a:gd name="connsiteX5" fmla="*/ 66045 w 66051"/>
                        <a:gd name="connsiteY5" fmla="*/ 10086 h 22472"/>
                        <a:gd name="connsiteX6" fmla="*/ 31754 w 66051"/>
                        <a:gd name="connsiteY6" fmla="*/ 22468 h 22472"/>
                        <a:gd name="connsiteX7" fmla="*/ 17753 w 66051"/>
                        <a:gd name="connsiteY7" fmla="*/ 20659 h 22472"/>
                        <a:gd name="connsiteX8" fmla="*/ 6704 w 66051"/>
                        <a:gd name="connsiteY8" fmla="*/ 16087 h 22472"/>
                        <a:gd name="connsiteX9" fmla="*/ 798 w 66051"/>
                        <a:gd name="connsiteY9" fmla="*/ 9991 h 22472"/>
                        <a:gd name="connsiteX10" fmla="*/ 703 w 66051"/>
                        <a:gd name="connsiteY10" fmla="*/ 4942 h 224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6051" h="22472">
                          <a:moveTo>
                            <a:pt x="703" y="4942"/>
                          </a:moveTo>
                          <a:cubicBezTo>
                            <a:pt x="1560" y="3704"/>
                            <a:pt x="2989" y="2942"/>
                            <a:pt x="4894" y="2180"/>
                          </a:cubicBezTo>
                          <a:cubicBezTo>
                            <a:pt x="6894" y="1418"/>
                            <a:pt x="8418" y="1228"/>
                            <a:pt x="11180" y="751"/>
                          </a:cubicBezTo>
                          <a:cubicBezTo>
                            <a:pt x="13943" y="370"/>
                            <a:pt x="16610" y="370"/>
                            <a:pt x="20325" y="85"/>
                          </a:cubicBezTo>
                          <a:cubicBezTo>
                            <a:pt x="23754" y="85"/>
                            <a:pt x="27849" y="-106"/>
                            <a:pt x="32231" y="85"/>
                          </a:cubicBezTo>
                          <a:cubicBezTo>
                            <a:pt x="49757" y="370"/>
                            <a:pt x="65663" y="3800"/>
                            <a:pt x="66045" y="10086"/>
                          </a:cubicBezTo>
                          <a:cubicBezTo>
                            <a:pt x="66425" y="15991"/>
                            <a:pt x="51566" y="22659"/>
                            <a:pt x="31754" y="22468"/>
                          </a:cubicBezTo>
                          <a:cubicBezTo>
                            <a:pt x="26802" y="22278"/>
                            <a:pt x="22039" y="21897"/>
                            <a:pt x="17753" y="20659"/>
                          </a:cubicBezTo>
                          <a:cubicBezTo>
                            <a:pt x="13466" y="19801"/>
                            <a:pt x="9657" y="17801"/>
                            <a:pt x="6704" y="16087"/>
                          </a:cubicBezTo>
                          <a:cubicBezTo>
                            <a:pt x="3751" y="14372"/>
                            <a:pt x="1751" y="11705"/>
                            <a:pt x="798" y="9991"/>
                          </a:cubicBezTo>
                          <a:cubicBezTo>
                            <a:pt x="-345" y="8086"/>
                            <a:pt x="-154" y="6276"/>
                            <a:pt x="703" y="494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2" name="Forme libre : forme 13921">
                      <a:extLst>
                        <a:ext uri="{FF2B5EF4-FFF2-40B4-BE49-F238E27FC236}">
                          <a16:creationId xmlns:a16="http://schemas.microsoft.com/office/drawing/2014/main" id="{D274930B-6EB2-43AF-A49E-50F3C7E9EB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9482" y="3502619"/>
                      <a:ext cx="83339" cy="38857"/>
                    </a:xfrm>
                    <a:custGeom>
                      <a:avLst/>
                      <a:gdLst>
                        <a:gd name="connsiteX0" fmla="*/ 82338 w 83339"/>
                        <a:gd name="connsiteY0" fmla="*/ 18868 h 38857"/>
                        <a:gd name="connsiteX1" fmla="*/ 79290 w 83339"/>
                        <a:gd name="connsiteY1" fmla="*/ 8867 h 38857"/>
                        <a:gd name="connsiteX2" fmla="*/ 44143 w 83339"/>
                        <a:gd name="connsiteY2" fmla="*/ 199 h 38857"/>
                        <a:gd name="connsiteX3" fmla="*/ 10996 w 83339"/>
                        <a:gd name="connsiteY3" fmla="*/ 2104 h 38857"/>
                        <a:gd name="connsiteX4" fmla="*/ 2518 w 83339"/>
                        <a:gd name="connsiteY4" fmla="*/ 5533 h 38857"/>
                        <a:gd name="connsiteX5" fmla="*/ 328 w 83339"/>
                        <a:gd name="connsiteY5" fmla="*/ 11058 h 38857"/>
                        <a:gd name="connsiteX6" fmla="*/ 10520 w 83339"/>
                        <a:gd name="connsiteY6" fmla="*/ 17344 h 38857"/>
                        <a:gd name="connsiteX7" fmla="*/ 39666 w 83339"/>
                        <a:gd name="connsiteY7" fmla="*/ 29250 h 38857"/>
                        <a:gd name="connsiteX8" fmla="*/ 74813 w 83339"/>
                        <a:gd name="connsiteY8" fmla="*/ 37918 h 38857"/>
                        <a:gd name="connsiteX9" fmla="*/ 82338 w 83339"/>
                        <a:gd name="connsiteY9" fmla="*/ 18868 h 38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3339" h="38857">
                          <a:moveTo>
                            <a:pt x="82338" y="18868"/>
                          </a:moveTo>
                          <a:cubicBezTo>
                            <a:pt x="82338" y="15439"/>
                            <a:pt x="82243" y="11820"/>
                            <a:pt x="79290" y="8867"/>
                          </a:cubicBezTo>
                          <a:cubicBezTo>
                            <a:pt x="73575" y="3056"/>
                            <a:pt x="58240" y="770"/>
                            <a:pt x="44143" y="199"/>
                          </a:cubicBezTo>
                          <a:cubicBezTo>
                            <a:pt x="32427" y="-372"/>
                            <a:pt x="19949" y="294"/>
                            <a:pt x="10996" y="2104"/>
                          </a:cubicBezTo>
                          <a:cubicBezTo>
                            <a:pt x="7376" y="2961"/>
                            <a:pt x="4710" y="3914"/>
                            <a:pt x="2518" y="5533"/>
                          </a:cubicBezTo>
                          <a:cubicBezTo>
                            <a:pt x="328" y="7152"/>
                            <a:pt x="-530" y="8867"/>
                            <a:pt x="328" y="11058"/>
                          </a:cubicBezTo>
                          <a:cubicBezTo>
                            <a:pt x="1756" y="13534"/>
                            <a:pt x="6043" y="15820"/>
                            <a:pt x="10520" y="17344"/>
                          </a:cubicBezTo>
                          <a:cubicBezTo>
                            <a:pt x="20902" y="21345"/>
                            <a:pt x="31189" y="24869"/>
                            <a:pt x="39666" y="29250"/>
                          </a:cubicBezTo>
                          <a:cubicBezTo>
                            <a:pt x="46905" y="32965"/>
                            <a:pt x="60621" y="41728"/>
                            <a:pt x="74813" y="37918"/>
                          </a:cubicBezTo>
                          <a:cubicBezTo>
                            <a:pt x="87386" y="34679"/>
                            <a:pt x="82338" y="23630"/>
                            <a:pt x="82338" y="1886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3" name="Forme libre : forme 13922">
                      <a:extLst>
                        <a:ext uri="{FF2B5EF4-FFF2-40B4-BE49-F238E27FC236}">
                          <a16:creationId xmlns:a16="http://schemas.microsoft.com/office/drawing/2014/main" id="{AD6F0FA7-4584-428D-870B-67FF6F16AA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0471" y="3530666"/>
                      <a:ext cx="27918" cy="12484"/>
                    </a:xfrm>
                    <a:custGeom>
                      <a:avLst/>
                      <a:gdLst>
                        <a:gd name="connsiteX0" fmla="*/ 26394 w 27918"/>
                        <a:gd name="connsiteY0" fmla="*/ 4347 h 12484"/>
                        <a:gd name="connsiteX1" fmla="*/ 27918 w 27918"/>
                        <a:gd name="connsiteY1" fmla="*/ 1870 h 12484"/>
                        <a:gd name="connsiteX2" fmla="*/ 25155 w 27918"/>
                        <a:gd name="connsiteY2" fmla="*/ 61 h 12484"/>
                        <a:gd name="connsiteX3" fmla="*/ 20108 w 27918"/>
                        <a:gd name="connsiteY3" fmla="*/ 537 h 12484"/>
                        <a:gd name="connsiteX4" fmla="*/ 8106 w 27918"/>
                        <a:gd name="connsiteY4" fmla="*/ 3680 h 12484"/>
                        <a:gd name="connsiteX5" fmla="*/ 3724 w 27918"/>
                        <a:gd name="connsiteY5" fmla="*/ 5395 h 12484"/>
                        <a:gd name="connsiteX6" fmla="*/ 7915 w 27918"/>
                        <a:gd name="connsiteY6" fmla="*/ 12253 h 12484"/>
                        <a:gd name="connsiteX7" fmla="*/ 26394 w 27918"/>
                        <a:gd name="connsiteY7" fmla="*/ 4347 h 124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918" h="12484">
                          <a:moveTo>
                            <a:pt x="26394" y="4347"/>
                          </a:moveTo>
                          <a:cubicBezTo>
                            <a:pt x="27251" y="3585"/>
                            <a:pt x="27918" y="2728"/>
                            <a:pt x="27918" y="1870"/>
                          </a:cubicBezTo>
                          <a:cubicBezTo>
                            <a:pt x="27918" y="1013"/>
                            <a:pt x="26870" y="251"/>
                            <a:pt x="25155" y="61"/>
                          </a:cubicBezTo>
                          <a:cubicBezTo>
                            <a:pt x="23536" y="-130"/>
                            <a:pt x="21727" y="156"/>
                            <a:pt x="20108" y="537"/>
                          </a:cubicBezTo>
                          <a:cubicBezTo>
                            <a:pt x="15916" y="1394"/>
                            <a:pt x="11916" y="2442"/>
                            <a:pt x="8106" y="3680"/>
                          </a:cubicBezTo>
                          <a:cubicBezTo>
                            <a:pt x="6487" y="4156"/>
                            <a:pt x="4963" y="4728"/>
                            <a:pt x="3724" y="5395"/>
                          </a:cubicBezTo>
                          <a:cubicBezTo>
                            <a:pt x="-1419" y="8157"/>
                            <a:pt x="-2277" y="13681"/>
                            <a:pt x="7915" y="12253"/>
                          </a:cubicBezTo>
                          <a:cubicBezTo>
                            <a:pt x="15726" y="11205"/>
                            <a:pt x="22965" y="7585"/>
                            <a:pt x="26394" y="434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4" name="Forme libre : forme 13923">
                      <a:extLst>
                        <a:ext uri="{FF2B5EF4-FFF2-40B4-BE49-F238E27FC236}">
                          <a16:creationId xmlns:a16="http://schemas.microsoft.com/office/drawing/2014/main" id="{0C268269-3ECD-45F3-BD40-99CE7C2B73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4854" y="3498616"/>
                      <a:ext cx="28955" cy="4393"/>
                    </a:xfrm>
                    <a:custGeom>
                      <a:avLst/>
                      <a:gdLst>
                        <a:gd name="connsiteX0" fmla="*/ 0 w 28955"/>
                        <a:gd name="connsiteY0" fmla="*/ 2488 h 4393"/>
                        <a:gd name="connsiteX1" fmla="*/ 2762 w 28955"/>
                        <a:gd name="connsiteY1" fmla="*/ 2107 h 4393"/>
                        <a:gd name="connsiteX2" fmla="*/ 9715 w 28955"/>
                        <a:gd name="connsiteY2" fmla="*/ 2774 h 4393"/>
                        <a:gd name="connsiteX3" fmla="*/ 14001 w 28955"/>
                        <a:gd name="connsiteY3" fmla="*/ 3060 h 4393"/>
                        <a:gd name="connsiteX4" fmla="*/ 18288 w 28955"/>
                        <a:gd name="connsiteY4" fmla="*/ 2583 h 4393"/>
                        <a:gd name="connsiteX5" fmla="*/ 28956 w 28955"/>
                        <a:gd name="connsiteY5" fmla="*/ 12 h 4393"/>
                        <a:gd name="connsiteX6" fmla="*/ 25622 w 28955"/>
                        <a:gd name="connsiteY6" fmla="*/ 488 h 4393"/>
                        <a:gd name="connsiteX7" fmla="*/ 22384 w 28955"/>
                        <a:gd name="connsiteY7" fmla="*/ 1250 h 4393"/>
                        <a:gd name="connsiteX8" fmla="*/ 20193 w 28955"/>
                        <a:gd name="connsiteY8" fmla="*/ 2679 h 4393"/>
                        <a:gd name="connsiteX9" fmla="*/ 16859 w 28955"/>
                        <a:gd name="connsiteY9" fmla="*/ 3917 h 4393"/>
                        <a:gd name="connsiteX10" fmla="*/ 12192 w 28955"/>
                        <a:gd name="connsiteY10" fmla="*/ 4393 h 4393"/>
                        <a:gd name="connsiteX11" fmla="*/ 0 w 28955"/>
                        <a:gd name="connsiteY11" fmla="*/ 2488 h 4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8955" h="4393">
                          <a:moveTo>
                            <a:pt x="0" y="2488"/>
                          </a:moveTo>
                          <a:cubicBezTo>
                            <a:pt x="0" y="2488"/>
                            <a:pt x="1048" y="2107"/>
                            <a:pt x="2762" y="2107"/>
                          </a:cubicBezTo>
                          <a:cubicBezTo>
                            <a:pt x="4572" y="1917"/>
                            <a:pt x="6762" y="2679"/>
                            <a:pt x="9715" y="2774"/>
                          </a:cubicBezTo>
                          <a:cubicBezTo>
                            <a:pt x="11144" y="2869"/>
                            <a:pt x="12573" y="2964"/>
                            <a:pt x="14001" y="3060"/>
                          </a:cubicBezTo>
                          <a:cubicBezTo>
                            <a:pt x="15526" y="3060"/>
                            <a:pt x="17240" y="2679"/>
                            <a:pt x="18288" y="2583"/>
                          </a:cubicBezTo>
                          <a:cubicBezTo>
                            <a:pt x="21621" y="2012"/>
                            <a:pt x="21145" y="-179"/>
                            <a:pt x="28956" y="12"/>
                          </a:cubicBezTo>
                          <a:cubicBezTo>
                            <a:pt x="28956" y="12"/>
                            <a:pt x="27813" y="202"/>
                            <a:pt x="25622" y="488"/>
                          </a:cubicBezTo>
                          <a:cubicBezTo>
                            <a:pt x="24765" y="679"/>
                            <a:pt x="23336" y="869"/>
                            <a:pt x="22384" y="1250"/>
                          </a:cubicBezTo>
                          <a:cubicBezTo>
                            <a:pt x="21907" y="1726"/>
                            <a:pt x="21145" y="2203"/>
                            <a:pt x="20193" y="2679"/>
                          </a:cubicBezTo>
                          <a:cubicBezTo>
                            <a:pt x="19335" y="3155"/>
                            <a:pt x="18192" y="3631"/>
                            <a:pt x="16859" y="3917"/>
                          </a:cubicBezTo>
                          <a:cubicBezTo>
                            <a:pt x="15716" y="4012"/>
                            <a:pt x="14097" y="4298"/>
                            <a:pt x="12192" y="4393"/>
                          </a:cubicBezTo>
                          <a:cubicBezTo>
                            <a:pt x="8858" y="4298"/>
                            <a:pt x="4476" y="3345"/>
                            <a:pt x="0" y="24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5" name="Forme libre : forme 13924">
                      <a:extLst>
                        <a:ext uri="{FF2B5EF4-FFF2-40B4-BE49-F238E27FC236}">
                          <a16:creationId xmlns:a16="http://schemas.microsoft.com/office/drawing/2014/main" id="{B665D9D5-4331-4199-9847-E3116237D9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5530" y="3530250"/>
                      <a:ext cx="45053" cy="23621"/>
                    </a:xfrm>
                    <a:custGeom>
                      <a:avLst/>
                      <a:gdLst>
                        <a:gd name="connsiteX0" fmla="*/ 0 w 45053"/>
                        <a:gd name="connsiteY0" fmla="*/ 23622 h 23621"/>
                        <a:gd name="connsiteX1" fmla="*/ 21907 w 45053"/>
                        <a:gd name="connsiteY1" fmla="*/ 18955 h 23621"/>
                        <a:gd name="connsiteX2" fmla="*/ 30099 w 45053"/>
                        <a:gd name="connsiteY2" fmla="*/ 15716 h 23621"/>
                        <a:gd name="connsiteX3" fmla="*/ 33909 w 45053"/>
                        <a:gd name="connsiteY3" fmla="*/ 13716 h 23621"/>
                        <a:gd name="connsiteX4" fmla="*/ 36672 w 45053"/>
                        <a:gd name="connsiteY4" fmla="*/ 11621 h 23621"/>
                        <a:gd name="connsiteX5" fmla="*/ 45054 w 45053"/>
                        <a:gd name="connsiteY5" fmla="*/ 0 h 23621"/>
                        <a:gd name="connsiteX6" fmla="*/ 43053 w 45053"/>
                        <a:gd name="connsiteY6" fmla="*/ 2667 h 23621"/>
                        <a:gd name="connsiteX7" fmla="*/ 36862 w 45053"/>
                        <a:gd name="connsiteY7" fmla="*/ 9049 h 23621"/>
                        <a:gd name="connsiteX8" fmla="*/ 23622 w 45053"/>
                        <a:gd name="connsiteY8" fmla="*/ 17050 h 23621"/>
                        <a:gd name="connsiteX9" fmla="*/ 0 w 45053"/>
                        <a:gd name="connsiteY9" fmla="*/ 23622 h 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5053" h="23621">
                          <a:moveTo>
                            <a:pt x="0" y="23622"/>
                          </a:moveTo>
                          <a:cubicBezTo>
                            <a:pt x="0" y="23622"/>
                            <a:pt x="10859" y="22574"/>
                            <a:pt x="21907" y="18955"/>
                          </a:cubicBezTo>
                          <a:cubicBezTo>
                            <a:pt x="24670" y="18097"/>
                            <a:pt x="27432" y="16954"/>
                            <a:pt x="30099" y="15716"/>
                          </a:cubicBezTo>
                          <a:cubicBezTo>
                            <a:pt x="31432" y="15049"/>
                            <a:pt x="32671" y="14383"/>
                            <a:pt x="33909" y="13716"/>
                          </a:cubicBezTo>
                          <a:cubicBezTo>
                            <a:pt x="34957" y="13049"/>
                            <a:pt x="35719" y="12382"/>
                            <a:pt x="36672" y="11621"/>
                          </a:cubicBezTo>
                          <a:cubicBezTo>
                            <a:pt x="40196" y="8477"/>
                            <a:pt x="43339" y="4953"/>
                            <a:pt x="45054" y="0"/>
                          </a:cubicBezTo>
                          <a:cubicBezTo>
                            <a:pt x="45054" y="0"/>
                            <a:pt x="44387" y="1048"/>
                            <a:pt x="43053" y="2667"/>
                          </a:cubicBezTo>
                          <a:cubicBezTo>
                            <a:pt x="41720" y="4191"/>
                            <a:pt x="39624" y="6477"/>
                            <a:pt x="36862" y="9049"/>
                          </a:cubicBezTo>
                          <a:cubicBezTo>
                            <a:pt x="34576" y="11430"/>
                            <a:pt x="29623" y="14383"/>
                            <a:pt x="23622" y="17050"/>
                          </a:cubicBezTo>
                          <a:cubicBezTo>
                            <a:pt x="17526" y="19621"/>
                            <a:pt x="9811" y="22098"/>
                            <a:pt x="0" y="236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6" name="Forme libre : forme 13925">
                      <a:extLst>
                        <a:ext uri="{FF2B5EF4-FFF2-40B4-BE49-F238E27FC236}">
                          <a16:creationId xmlns:a16="http://schemas.microsoft.com/office/drawing/2014/main" id="{CBF36E1E-75D8-4B7B-B603-B99A2EFDCA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8370" y="3527082"/>
                      <a:ext cx="26179" cy="8332"/>
                    </a:xfrm>
                    <a:custGeom>
                      <a:avLst/>
                      <a:gdLst>
                        <a:gd name="connsiteX0" fmla="*/ 391 w 26179"/>
                        <a:gd name="connsiteY0" fmla="*/ 1168 h 8332"/>
                        <a:gd name="connsiteX1" fmla="*/ 15822 w 26179"/>
                        <a:gd name="connsiteY1" fmla="*/ 977 h 8332"/>
                        <a:gd name="connsiteX2" fmla="*/ 25918 w 26179"/>
                        <a:gd name="connsiteY2" fmla="*/ 6311 h 8332"/>
                        <a:gd name="connsiteX3" fmla="*/ 10202 w 26179"/>
                        <a:gd name="connsiteY3" fmla="*/ 7550 h 8332"/>
                        <a:gd name="connsiteX4" fmla="*/ 1915 w 26179"/>
                        <a:gd name="connsiteY4" fmla="*/ 4311 h 8332"/>
                        <a:gd name="connsiteX5" fmla="*/ 391 w 26179"/>
                        <a:gd name="connsiteY5" fmla="*/ 1168 h 8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179" h="8332">
                          <a:moveTo>
                            <a:pt x="391" y="1168"/>
                          </a:moveTo>
                          <a:cubicBezTo>
                            <a:pt x="2201" y="-547"/>
                            <a:pt x="8868" y="-165"/>
                            <a:pt x="15822" y="977"/>
                          </a:cubicBezTo>
                          <a:cubicBezTo>
                            <a:pt x="22775" y="2311"/>
                            <a:pt x="27347" y="4407"/>
                            <a:pt x="25918" y="6311"/>
                          </a:cubicBezTo>
                          <a:cubicBezTo>
                            <a:pt x="24489" y="8217"/>
                            <a:pt x="17441" y="9074"/>
                            <a:pt x="10202" y="7550"/>
                          </a:cubicBezTo>
                          <a:cubicBezTo>
                            <a:pt x="6582" y="6978"/>
                            <a:pt x="3629" y="5454"/>
                            <a:pt x="1915" y="4311"/>
                          </a:cubicBezTo>
                          <a:cubicBezTo>
                            <a:pt x="105" y="3168"/>
                            <a:pt x="-466" y="2025"/>
                            <a:pt x="391" y="116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7" name="Forme libre : forme 13926">
                      <a:extLst>
                        <a:ext uri="{FF2B5EF4-FFF2-40B4-BE49-F238E27FC236}">
                          <a16:creationId xmlns:a16="http://schemas.microsoft.com/office/drawing/2014/main" id="{AC2E271C-F647-4887-B91F-22FA9CDE9D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4840" y="3527503"/>
                      <a:ext cx="7271" cy="3298"/>
                    </a:xfrm>
                    <a:custGeom>
                      <a:avLst/>
                      <a:gdLst>
                        <a:gd name="connsiteX0" fmla="*/ 16 w 7271"/>
                        <a:gd name="connsiteY0" fmla="*/ 938 h 3298"/>
                        <a:gd name="connsiteX1" fmla="*/ 3922 w 7271"/>
                        <a:gd name="connsiteY1" fmla="*/ 81 h 3298"/>
                        <a:gd name="connsiteX2" fmla="*/ 7255 w 7271"/>
                        <a:gd name="connsiteY2" fmla="*/ 2081 h 3298"/>
                        <a:gd name="connsiteX3" fmla="*/ 3350 w 7271"/>
                        <a:gd name="connsiteY3" fmla="*/ 3224 h 3298"/>
                        <a:gd name="connsiteX4" fmla="*/ 16 w 7271"/>
                        <a:gd name="connsiteY4" fmla="*/ 938 h 3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71" h="3298">
                          <a:moveTo>
                            <a:pt x="16" y="938"/>
                          </a:moveTo>
                          <a:cubicBezTo>
                            <a:pt x="207" y="-15"/>
                            <a:pt x="1921" y="-110"/>
                            <a:pt x="3922" y="81"/>
                          </a:cubicBezTo>
                          <a:cubicBezTo>
                            <a:pt x="5921" y="366"/>
                            <a:pt x="7446" y="1224"/>
                            <a:pt x="7255" y="2081"/>
                          </a:cubicBezTo>
                          <a:cubicBezTo>
                            <a:pt x="7160" y="2938"/>
                            <a:pt x="5445" y="3510"/>
                            <a:pt x="3350" y="3224"/>
                          </a:cubicBezTo>
                          <a:cubicBezTo>
                            <a:pt x="1350" y="3033"/>
                            <a:pt x="-174" y="1795"/>
                            <a:pt x="16" y="9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8" name="Forme libre : forme 13927">
                      <a:extLst>
                        <a:ext uri="{FF2B5EF4-FFF2-40B4-BE49-F238E27FC236}">
                          <a16:creationId xmlns:a16="http://schemas.microsoft.com/office/drawing/2014/main" id="{A820B045-476F-48AA-9403-AC5CDD2A69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1329" y="3508640"/>
                      <a:ext cx="63974" cy="44072"/>
                    </a:xfrm>
                    <a:custGeom>
                      <a:avLst/>
                      <a:gdLst>
                        <a:gd name="connsiteX0" fmla="*/ 0 w 63974"/>
                        <a:gd name="connsiteY0" fmla="*/ 13038 h 44072"/>
                        <a:gd name="connsiteX1" fmla="*/ 9239 w 63974"/>
                        <a:gd name="connsiteY1" fmla="*/ 370 h 44072"/>
                        <a:gd name="connsiteX2" fmla="*/ 15240 w 63974"/>
                        <a:gd name="connsiteY2" fmla="*/ 2465 h 44072"/>
                        <a:gd name="connsiteX3" fmla="*/ 18002 w 63974"/>
                        <a:gd name="connsiteY3" fmla="*/ 9514 h 44072"/>
                        <a:gd name="connsiteX4" fmla="*/ 20002 w 63974"/>
                        <a:gd name="connsiteY4" fmla="*/ 19039 h 44072"/>
                        <a:gd name="connsiteX5" fmla="*/ 28670 w 63974"/>
                        <a:gd name="connsiteY5" fmla="*/ 28469 h 44072"/>
                        <a:gd name="connsiteX6" fmla="*/ 37623 w 63974"/>
                        <a:gd name="connsiteY6" fmla="*/ 31993 h 44072"/>
                        <a:gd name="connsiteX7" fmla="*/ 44196 w 63974"/>
                        <a:gd name="connsiteY7" fmla="*/ 33898 h 44072"/>
                        <a:gd name="connsiteX8" fmla="*/ 50863 w 63974"/>
                        <a:gd name="connsiteY8" fmla="*/ 35422 h 44072"/>
                        <a:gd name="connsiteX9" fmla="*/ 63150 w 63974"/>
                        <a:gd name="connsiteY9" fmla="*/ 41518 h 44072"/>
                        <a:gd name="connsiteX10" fmla="*/ 41434 w 63974"/>
                        <a:gd name="connsiteY10" fmla="*/ 43613 h 44072"/>
                        <a:gd name="connsiteX11" fmla="*/ 26384 w 63974"/>
                        <a:gd name="connsiteY11" fmla="*/ 40375 h 44072"/>
                        <a:gd name="connsiteX12" fmla="*/ 19812 w 63974"/>
                        <a:gd name="connsiteY12" fmla="*/ 37898 h 44072"/>
                        <a:gd name="connsiteX13" fmla="*/ 14288 w 63974"/>
                        <a:gd name="connsiteY13" fmla="*/ 34755 h 44072"/>
                        <a:gd name="connsiteX14" fmla="*/ 3143 w 63974"/>
                        <a:gd name="connsiteY14" fmla="*/ 23515 h 44072"/>
                        <a:gd name="connsiteX15" fmla="*/ 0 w 63974"/>
                        <a:gd name="connsiteY15" fmla="*/ 13038 h 44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63974" h="44072">
                          <a:moveTo>
                            <a:pt x="0" y="13038"/>
                          </a:moveTo>
                          <a:cubicBezTo>
                            <a:pt x="95" y="5227"/>
                            <a:pt x="4953" y="2179"/>
                            <a:pt x="9239" y="370"/>
                          </a:cubicBezTo>
                          <a:cubicBezTo>
                            <a:pt x="11049" y="-392"/>
                            <a:pt x="13049" y="-106"/>
                            <a:pt x="15240" y="2465"/>
                          </a:cubicBezTo>
                          <a:cubicBezTo>
                            <a:pt x="17335" y="4751"/>
                            <a:pt x="17526" y="7704"/>
                            <a:pt x="18002" y="9514"/>
                          </a:cubicBezTo>
                          <a:cubicBezTo>
                            <a:pt x="18478" y="12562"/>
                            <a:pt x="18478" y="16086"/>
                            <a:pt x="20002" y="19039"/>
                          </a:cubicBezTo>
                          <a:cubicBezTo>
                            <a:pt x="21336" y="22087"/>
                            <a:pt x="24193" y="25992"/>
                            <a:pt x="28670" y="28469"/>
                          </a:cubicBezTo>
                          <a:cubicBezTo>
                            <a:pt x="30099" y="29326"/>
                            <a:pt x="33623" y="30945"/>
                            <a:pt x="37623" y="31993"/>
                          </a:cubicBezTo>
                          <a:cubicBezTo>
                            <a:pt x="39719" y="32564"/>
                            <a:pt x="41910" y="33231"/>
                            <a:pt x="44196" y="33898"/>
                          </a:cubicBezTo>
                          <a:cubicBezTo>
                            <a:pt x="46387" y="34374"/>
                            <a:pt x="48577" y="34945"/>
                            <a:pt x="50863" y="35422"/>
                          </a:cubicBezTo>
                          <a:cubicBezTo>
                            <a:pt x="59626" y="37517"/>
                            <a:pt x="66389" y="39136"/>
                            <a:pt x="63150" y="41518"/>
                          </a:cubicBezTo>
                          <a:cubicBezTo>
                            <a:pt x="59912" y="43899"/>
                            <a:pt x="51244" y="44661"/>
                            <a:pt x="41434" y="43613"/>
                          </a:cubicBezTo>
                          <a:cubicBezTo>
                            <a:pt x="36290" y="42851"/>
                            <a:pt x="31432" y="42185"/>
                            <a:pt x="26384" y="40375"/>
                          </a:cubicBezTo>
                          <a:cubicBezTo>
                            <a:pt x="23907" y="39518"/>
                            <a:pt x="21907" y="38851"/>
                            <a:pt x="19812" y="37898"/>
                          </a:cubicBezTo>
                          <a:cubicBezTo>
                            <a:pt x="17526" y="36755"/>
                            <a:pt x="15621" y="35612"/>
                            <a:pt x="14288" y="34755"/>
                          </a:cubicBezTo>
                          <a:cubicBezTo>
                            <a:pt x="9048" y="31707"/>
                            <a:pt x="5619" y="27135"/>
                            <a:pt x="3143" y="23515"/>
                          </a:cubicBezTo>
                          <a:cubicBezTo>
                            <a:pt x="762" y="19896"/>
                            <a:pt x="190" y="15895"/>
                            <a:pt x="0" y="1303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89" name="Graphique 1">
                    <a:extLst>
                      <a:ext uri="{FF2B5EF4-FFF2-40B4-BE49-F238E27FC236}">
                        <a16:creationId xmlns:a16="http://schemas.microsoft.com/office/drawing/2014/main" id="{0CCF086B-56CA-4F2A-998E-389408AC6AFA}"/>
                      </a:ext>
                    </a:extLst>
                  </p:cNvPr>
                  <p:cNvGrpSpPr/>
                  <p:nvPr/>
                </p:nvGrpSpPr>
                <p:grpSpPr>
                  <a:xfrm>
                    <a:off x="4467454" y="3349384"/>
                    <a:ext cx="76700" cy="149786"/>
                    <a:chOff x="4467454" y="3349384"/>
                    <a:chExt cx="76700" cy="149786"/>
                  </a:xfrm>
                  <a:solidFill>
                    <a:schemeClr val="accent1"/>
                  </a:solidFill>
                </p:grpSpPr>
                <p:sp>
                  <p:nvSpPr>
                    <p:cNvPr id="13905" name="Forme libre : forme 13904">
                      <a:extLst>
                        <a:ext uri="{FF2B5EF4-FFF2-40B4-BE49-F238E27FC236}">
                          <a16:creationId xmlns:a16="http://schemas.microsoft.com/office/drawing/2014/main" id="{C74D9753-324A-473B-AF3F-7102FF3D38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7454" y="3349630"/>
                      <a:ext cx="76636" cy="149541"/>
                    </a:xfrm>
                    <a:custGeom>
                      <a:avLst/>
                      <a:gdLst>
                        <a:gd name="connsiteX0" fmla="*/ 65211 w 76636"/>
                        <a:gd name="connsiteY0" fmla="*/ 32888 h 149541"/>
                        <a:gd name="connsiteX1" fmla="*/ 72164 w 76636"/>
                        <a:gd name="connsiteY1" fmla="*/ 51081 h 149541"/>
                        <a:gd name="connsiteX2" fmla="*/ 75784 w 76636"/>
                        <a:gd name="connsiteY2" fmla="*/ 69369 h 149541"/>
                        <a:gd name="connsiteX3" fmla="*/ 75403 w 76636"/>
                        <a:gd name="connsiteY3" fmla="*/ 104707 h 149541"/>
                        <a:gd name="connsiteX4" fmla="*/ 73117 w 76636"/>
                        <a:gd name="connsiteY4" fmla="*/ 116136 h 149541"/>
                        <a:gd name="connsiteX5" fmla="*/ 71783 w 76636"/>
                        <a:gd name="connsiteY5" fmla="*/ 120518 h 149541"/>
                        <a:gd name="connsiteX6" fmla="*/ 70450 w 76636"/>
                        <a:gd name="connsiteY6" fmla="*/ 124042 h 149541"/>
                        <a:gd name="connsiteX7" fmla="*/ 64164 w 76636"/>
                        <a:gd name="connsiteY7" fmla="*/ 135758 h 149541"/>
                        <a:gd name="connsiteX8" fmla="*/ 57115 w 76636"/>
                        <a:gd name="connsiteY8" fmla="*/ 143473 h 149541"/>
                        <a:gd name="connsiteX9" fmla="*/ 48923 w 76636"/>
                        <a:gd name="connsiteY9" fmla="*/ 147283 h 149541"/>
                        <a:gd name="connsiteX10" fmla="*/ 32540 w 76636"/>
                        <a:gd name="connsiteY10" fmla="*/ 149474 h 149541"/>
                        <a:gd name="connsiteX11" fmla="*/ 23777 w 76636"/>
                        <a:gd name="connsiteY11" fmla="*/ 145855 h 149541"/>
                        <a:gd name="connsiteX12" fmla="*/ 16824 w 76636"/>
                        <a:gd name="connsiteY12" fmla="*/ 133091 h 149541"/>
                        <a:gd name="connsiteX13" fmla="*/ 14157 w 76636"/>
                        <a:gd name="connsiteY13" fmla="*/ 114803 h 149541"/>
                        <a:gd name="connsiteX14" fmla="*/ 14252 w 76636"/>
                        <a:gd name="connsiteY14" fmla="*/ 109755 h 149541"/>
                        <a:gd name="connsiteX15" fmla="*/ 14443 w 76636"/>
                        <a:gd name="connsiteY15" fmla="*/ 105183 h 149541"/>
                        <a:gd name="connsiteX16" fmla="*/ 15014 w 76636"/>
                        <a:gd name="connsiteY16" fmla="*/ 97753 h 149541"/>
                        <a:gd name="connsiteX17" fmla="*/ 15014 w 76636"/>
                        <a:gd name="connsiteY17" fmla="*/ 77274 h 149541"/>
                        <a:gd name="connsiteX18" fmla="*/ 13109 w 76636"/>
                        <a:gd name="connsiteY18" fmla="*/ 68226 h 149541"/>
                        <a:gd name="connsiteX19" fmla="*/ 9966 w 76636"/>
                        <a:gd name="connsiteY19" fmla="*/ 60415 h 149541"/>
                        <a:gd name="connsiteX20" fmla="*/ 5870 w 76636"/>
                        <a:gd name="connsiteY20" fmla="*/ 51271 h 149541"/>
                        <a:gd name="connsiteX21" fmla="*/ 4346 w 76636"/>
                        <a:gd name="connsiteY21" fmla="*/ 46890 h 149541"/>
                        <a:gd name="connsiteX22" fmla="*/ 2822 w 76636"/>
                        <a:gd name="connsiteY22" fmla="*/ 42699 h 149541"/>
                        <a:gd name="connsiteX23" fmla="*/ 441 w 76636"/>
                        <a:gd name="connsiteY23" fmla="*/ 33555 h 149541"/>
                        <a:gd name="connsiteX24" fmla="*/ 632 w 76636"/>
                        <a:gd name="connsiteY24" fmla="*/ 24315 h 149541"/>
                        <a:gd name="connsiteX25" fmla="*/ 5680 w 76636"/>
                        <a:gd name="connsiteY25" fmla="*/ 7932 h 149541"/>
                        <a:gd name="connsiteX26" fmla="*/ 12919 w 76636"/>
                        <a:gd name="connsiteY26" fmla="*/ 1170 h 149541"/>
                        <a:gd name="connsiteX27" fmla="*/ 28730 w 76636"/>
                        <a:gd name="connsiteY27" fmla="*/ 1170 h 149541"/>
                        <a:gd name="connsiteX28" fmla="*/ 38827 w 76636"/>
                        <a:gd name="connsiteY28" fmla="*/ 4884 h 149541"/>
                        <a:gd name="connsiteX29" fmla="*/ 48923 w 76636"/>
                        <a:gd name="connsiteY29" fmla="*/ 11742 h 149541"/>
                        <a:gd name="connsiteX30" fmla="*/ 65211 w 76636"/>
                        <a:gd name="connsiteY30" fmla="*/ 32888 h 149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76636" h="149541">
                          <a:moveTo>
                            <a:pt x="65211" y="32888"/>
                          </a:moveTo>
                          <a:cubicBezTo>
                            <a:pt x="68545" y="38889"/>
                            <a:pt x="70069" y="44985"/>
                            <a:pt x="72164" y="51081"/>
                          </a:cubicBezTo>
                          <a:cubicBezTo>
                            <a:pt x="73783" y="57177"/>
                            <a:pt x="74927" y="63273"/>
                            <a:pt x="75784" y="69369"/>
                          </a:cubicBezTo>
                          <a:cubicBezTo>
                            <a:pt x="77022" y="81465"/>
                            <a:pt x="76927" y="93276"/>
                            <a:pt x="75403" y="104707"/>
                          </a:cubicBezTo>
                          <a:cubicBezTo>
                            <a:pt x="74832" y="108612"/>
                            <a:pt x="74069" y="112517"/>
                            <a:pt x="73117" y="116136"/>
                          </a:cubicBezTo>
                          <a:cubicBezTo>
                            <a:pt x="72640" y="118232"/>
                            <a:pt x="72260" y="119375"/>
                            <a:pt x="71783" y="120518"/>
                          </a:cubicBezTo>
                          <a:cubicBezTo>
                            <a:pt x="71307" y="121661"/>
                            <a:pt x="70926" y="122804"/>
                            <a:pt x="70450" y="124042"/>
                          </a:cubicBezTo>
                          <a:cubicBezTo>
                            <a:pt x="68259" y="128805"/>
                            <a:pt x="66449" y="132424"/>
                            <a:pt x="64164" y="135758"/>
                          </a:cubicBezTo>
                          <a:cubicBezTo>
                            <a:pt x="61687" y="139282"/>
                            <a:pt x="59877" y="141282"/>
                            <a:pt x="57115" y="143473"/>
                          </a:cubicBezTo>
                          <a:cubicBezTo>
                            <a:pt x="54448" y="145569"/>
                            <a:pt x="51781" y="146902"/>
                            <a:pt x="48923" y="147283"/>
                          </a:cubicBezTo>
                          <a:lnTo>
                            <a:pt x="32540" y="149474"/>
                          </a:lnTo>
                          <a:cubicBezTo>
                            <a:pt x="29492" y="149855"/>
                            <a:pt x="26444" y="148617"/>
                            <a:pt x="23777" y="145855"/>
                          </a:cubicBezTo>
                          <a:cubicBezTo>
                            <a:pt x="21206" y="143188"/>
                            <a:pt x="18158" y="138234"/>
                            <a:pt x="16824" y="133091"/>
                          </a:cubicBezTo>
                          <a:cubicBezTo>
                            <a:pt x="15205" y="127757"/>
                            <a:pt x="14062" y="121185"/>
                            <a:pt x="14157" y="114803"/>
                          </a:cubicBezTo>
                          <a:cubicBezTo>
                            <a:pt x="14157" y="113089"/>
                            <a:pt x="14252" y="111374"/>
                            <a:pt x="14252" y="109755"/>
                          </a:cubicBezTo>
                          <a:cubicBezTo>
                            <a:pt x="14348" y="107945"/>
                            <a:pt x="14443" y="106135"/>
                            <a:pt x="14443" y="105183"/>
                          </a:cubicBezTo>
                          <a:cubicBezTo>
                            <a:pt x="14443" y="102706"/>
                            <a:pt x="14633" y="100230"/>
                            <a:pt x="15014" y="97753"/>
                          </a:cubicBezTo>
                          <a:cubicBezTo>
                            <a:pt x="15872" y="90609"/>
                            <a:pt x="15681" y="83751"/>
                            <a:pt x="15014" y="77274"/>
                          </a:cubicBezTo>
                          <a:cubicBezTo>
                            <a:pt x="14443" y="74131"/>
                            <a:pt x="13776" y="71083"/>
                            <a:pt x="13109" y="68226"/>
                          </a:cubicBezTo>
                          <a:cubicBezTo>
                            <a:pt x="11871" y="65654"/>
                            <a:pt x="11490" y="62511"/>
                            <a:pt x="9966" y="60415"/>
                          </a:cubicBezTo>
                          <a:cubicBezTo>
                            <a:pt x="8347" y="56986"/>
                            <a:pt x="6918" y="54224"/>
                            <a:pt x="5870" y="51271"/>
                          </a:cubicBezTo>
                          <a:cubicBezTo>
                            <a:pt x="5204" y="49938"/>
                            <a:pt x="4727" y="48509"/>
                            <a:pt x="4346" y="46890"/>
                          </a:cubicBezTo>
                          <a:cubicBezTo>
                            <a:pt x="3775" y="45651"/>
                            <a:pt x="3203" y="44223"/>
                            <a:pt x="2822" y="42699"/>
                          </a:cubicBezTo>
                          <a:cubicBezTo>
                            <a:pt x="2060" y="39365"/>
                            <a:pt x="822" y="36984"/>
                            <a:pt x="441" y="33555"/>
                          </a:cubicBezTo>
                          <a:cubicBezTo>
                            <a:pt x="-35" y="30221"/>
                            <a:pt x="-321" y="27268"/>
                            <a:pt x="632" y="24315"/>
                          </a:cubicBezTo>
                          <a:lnTo>
                            <a:pt x="5680" y="7932"/>
                          </a:lnTo>
                          <a:cubicBezTo>
                            <a:pt x="6537" y="4980"/>
                            <a:pt x="9014" y="2408"/>
                            <a:pt x="12919" y="1170"/>
                          </a:cubicBezTo>
                          <a:cubicBezTo>
                            <a:pt x="16729" y="122"/>
                            <a:pt x="22539" y="-831"/>
                            <a:pt x="28730" y="1170"/>
                          </a:cubicBezTo>
                          <a:cubicBezTo>
                            <a:pt x="31874" y="2027"/>
                            <a:pt x="35303" y="3265"/>
                            <a:pt x="38827" y="4884"/>
                          </a:cubicBezTo>
                          <a:cubicBezTo>
                            <a:pt x="42066" y="6790"/>
                            <a:pt x="45494" y="9075"/>
                            <a:pt x="48923" y="11742"/>
                          </a:cubicBezTo>
                          <a:cubicBezTo>
                            <a:pt x="55210" y="17076"/>
                            <a:pt x="61306" y="24411"/>
                            <a:pt x="65211" y="3288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6" name="Forme libre : forme 13905">
                      <a:extLst>
                        <a:ext uri="{FF2B5EF4-FFF2-40B4-BE49-F238E27FC236}">
                          <a16:creationId xmlns:a16="http://schemas.microsoft.com/office/drawing/2014/main" id="{388CB9D0-DBB8-4D23-9253-500353F79B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72944" y="3349384"/>
                      <a:ext cx="71210" cy="148386"/>
                    </a:xfrm>
                    <a:custGeom>
                      <a:avLst/>
                      <a:gdLst>
                        <a:gd name="connsiteX0" fmla="*/ 50959 w 71210"/>
                        <a:gd name="connsiteY0" fmla="*/ 91903 h 148386"/>
                        <a:gd name="connsiteX1" fmla="*/ 49911 w 71210"/>
                        <a:gd name="connsiteY1" fmla="*/ 109905 h 148386"/>
                        <a:gd name="connsiteX2" fmla="*/ 46006 w 71210"/>
                        <a:gd name="connsiteY2" fmla="*/ 125050 h 148386"/>
                        <a:gd name="connsiteX3" fmla="*/ 41339 w 71210"/>
                        <a:gd name="connsiteY3" fmla="*/ 137718 h 148386"/>
                        <a:gd name="connsiteX4" fmla="*/ 36481 w 71210"/>
                        <a:gd name="connsiteY4" fmla="*/ 148386 h 148386"/>
                        <a:gd name="connsiteX5" fmla="*/ 43529 w 71210"/>
                        <a:gd name="connsiteY5" fmla="*/ 147434 h 148386"/>
                        <a:gd name="connsiteX6" fmla="*/ 51721 w 71210"/>
                        <a:gd name="connsiteY6" fmla="*/ 143624 h 148386"/>
                        <a:gd name="connsiteX7" fmla="*/ 58769 w 71210"/>
                        <a:gd name="connsiteY7" fmla="*/ 135909 h 148386"/>
                        <a:gd name="connsiteX8" fmla="*/ 65056 w 71210"/>
                        <a:gd name="connsiteY8" fmla="*/ 124193 h 148386"/>
                        <a:gd name="connsiteX9" fmla="*/ 66390 w 71210"/>
                        <a:gd name="connsiteY9" fmla="*/ 120668 h 148386"/>
                        <a:gd name="connsiteX10" fmla="*/ 67723 w 71210"/>
                        <a:gd name="connsiteY10" fmla="*/ 116287 h 148386"/>
                        <a:gd name="connsiteX11" fmla="*/ 70009 w 71210"/>
                        <a:gd name="connsiteY11" fmla="*/ 104857 h 148386"/>
                        <a:gd name="connsiteX12" fmla="*/ 70390 w 71210"/>
                        <a:gd name="connsiteY12" fmla="*/ 69519 h 148386"/>
                        <a:gd name="connsiteX13" fmla="*/ 66770 w 71210"/>
                        <a:gd name="connsiteY13" fmla="*/ 51231 h 148386"/>
                        <a:gd name="connsiteX14" fmla="*/ 59817 w 71210"/>
                        <a:gd name="connsiteY14" fmla="*/ 33038 h 148386"/>
                        <a:gd name="connsiteX15" fmla="*/ 43434 w 71210"/>
                        <a:gd name="connsiteY15" fmla="*/ 11702 h 148386"/>
                        <a:gd name="connsiteX16" fmla="*/ 33338 w 71210"/>
                        <a:gd name="connsiteY16" fmla="*/ 4844 h 148386"/>
                        <a:gd name="connsiteX17" fmla="*/ 23241 w 71210"/>
                        <a:gd name="connsiteY17" fmla="*/ 1130 h 148386"/>
                        <a:gd name="connsiteX18" fmla="*/ 7429 w 71210"/>
                        <a:gd name="connsiteY18" fmla="*/ 1130 h 148386"/>
                        <a:gd name="connsiteX19" fmla="*/ 191 w 71210"/>
                        <a:gd name="connsiteY19" fmla="*/ 7892 h 148386"/>
                        <a:gd name="connsiteX20" fmla="*/ 0 w 71210"/>
                        <a:gd name="connsiteY20" fmla="*/ 8464 h 148386"/>
                        <a:gd name="connsiteX21" fmla="*/ 12668 w 71210"/>
                        <a:gd name="connsiteY21" fmla="*/ 13608 h 148386"/>
                        <a:gd name="connsiteX22" fmla="*/ 23622 w 71210"/>
                        <a:gd name="connsiteY22" fmla="*/ 21609 h 148386"/>
                        <a:gd name="connsiteX23" fmla="*/ 32481 w 71210"/>
                        <a:gd name="connsiteY23" fmla="*/ 31515 h 148386"/>
                        <a:gd name="connsiteX24" fmla="*/ 36290 w 71210"/>
                        <a:gd name="connsiteY24" fmla="*/ 36849 h 148386"/>
                        <a:gd name="connsiteX25" fmla="*/ 39243 w 71210"/>
                        <a:gd name="connsiteY25" fmla="*/ 42659 h 148386"/>
                        <a:gd name="connsiteX26" fmla="*/ 44196 w 71210"/>
                        <a:gd name="connsiteY26" fmla="*/ 54565 h 148386"/>
                        <a:gd name="connsiteX27" fmla="*/ 47625 w 71210"/>
                        <a:gd name="connsiteY27" fmla="*/ 66852 h 148386"/>
                        <a:gd name="connsiteX28" fmla="*/ 49816 w 71210"/>
                        <a:gd name="connsiteY28" fmla="*/ 79330 h 148386"/>
                        <a:gd name="connsiteX29" fmla="*/ 50959 w 71210"/>
                        <a:gd name="connsiteY29" fmla="*/ 91903 h 148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71210" h="148386">
                          <a:moveTo>
                            <a:pt x="50959" y="91903"/>
                          </a:moveTo>
                          <a:cubicBezTo>
                            <a:pt x="51625" y="97999"/>
                            <a:pt x="50959" y="104095"/>
                            <a:pt x="49911" y="109905"/>
                          </a:cubicBezTo>
                          <a:cubicBezTo>
                            <a:pt x="48863" y="116096"/>
                            <a:pt x="47625" y="120287"/>
                            <a:pt x="46006" y="125050"/>
                          </a:cubicBezTo>
                          <a:cubicBezTo>
                            <a:pt x="44387" y="129622"/>
                            <a:pt x="43244" y="133813"/>
                            <a:pt x="41339" y="137718"/>
                          </a:cubicBezTo>
                          <a:cubicBezTo>
                            <a:pt x="40005" y="141528"/>
                            <a:pt x="38195" y="145148"/>
                            <a:pt x="36481" y="148386"/>
                          </a:cubicBezTo>
                          <a:lnTo>
                            <a:pt x="43529" y="147434"/>
                          </a:lnTo>
                          <a:cubicBezTo>
                            <a:pt x="46482" y="147053"/>
                            <a:pt x="49149" y="145719"/>
                            <a:pt x="51721" y="143624"/>
                          </a:cubicBezTo>
                          <a:cubicBezTo>
                            <a:pt x="54388" y="141433"/>
                            <a:pt x="56198" y="139433"/>
                            <a:pt x="58769" y="135909"/>
                          </a:cubicBezTo>
                          <a:cubicBezTo>
                            <a:pt x="61056" y="132670"/>
                            <a:pt x="62865" y="128955"/>
                            <a:pt x="65056" y="124193"/>
                          </a:cubicBezTo>
                          <a:cubicBezTo>
                            <a:pt x="65532" y="122954"/>
                            <a:pt x="66008" y="121811"/>
                            <a:pt x="66390" y="120668"/>
                          </a:cubicBezTo>
                          <a:cubicBezTo>
                            <a:pt x="66770" y="119525"/>
                            <a:pt x="67246" y="118383"/>
                            <a:pt x="67723" y="116287"/>
                          </a:cubicBezTo>
                          <a:cubicBezTo>
                            <a:pt x="68580" y="112667"/>
                            <a:pt x="69342" y="108762"/>
                            <a:pt x="70009" y="104857"/>
                          </a:cubicBezTo>
                          <a:cubicBezTo>
                            <a:pt x="71438" y="93522"/>
                            <a:pt x="71628" y="81616"/>
                            <a:pt x="70390" y="69519"/>
                          </a:cubicBezTo>
                          <a:cubicBezTo>
                            <a:pt x="69532" y="63423"/>
                            <a:pt x="68389" y="57327"/>
                            <a:pt x="66770" y="51231"/>
                          </a:cubicBezTo>
                          <a:cubicBezTo>
                            <a:pt x="64580" y="45135"/>
                            <a:pt x="63151" y="38944"/>
                            <a:pt x="59817" y="33038"/>
                          </a:cubicBezTo>
                          <a:cubicBezTo>
                            <a:pt x="55912" y="24561"/>
                            <a:pt x="49816" y="17227"/>
                            <a:pt x="43434" y="11702"/>
                          </a:cubicBezTo>
                          <a:cubicBezTo>
                            <a:pt x="40005" y="9035"/>
                            <a:pt x="36576" y="6750"/>
                            <a:pt x="33338" y="4844"/>
                          </a:cubicBezTo>
                          <a:cubicBezTo>
                            <a:pt x="29813" y="3225"/>
                            <a:pt x="26384" y="1987"/>
                            <a:pt x="23241" y="1130"/>
                          </a:cubicBezTo>
                          <a:cubicBezTo>
                            <a:pt x="17050" y="-775"/>
                            <a:pt x="11240" y="82"/>
                            <a:pt x="7429" y="1130"/>
                          </a:cubicBezTo>
                          <a:cubicBezTo>
                            <a:pt x="3524" y="2273"/>
                            <a:pt x="1143" y="4940"/>
                            <a:pt x="191" y="7892"/>
                          </a:cubicBezTo>
                          <a:lnTo>
                            <a:pt x="0" y="8464"/>
                          </a:lnTo>
                          <a:cubicBezTo>
                            <a:pt x="4382" y="9607"/>
                            <a:pt x="8573" y="11607"/>
                            <a:pt x="12668" y="13608"/>
                          </a:cubicBezTo>
                          <a:cubicBezTo>
                            <a:pt x="16383" y="16275"/>
                            <a:pt x="20574" y="18275"/>
                            <a:pt x="23622" y="21609"/>
                          </a:cubicBezTo>
                          <a:cubicBezTo>
                            <a:pt x="26861" y="24657"/>
                            <a:pt x="30099" y="27800"/>
                            <a:pt x="32481" y="31515"/>
                          </a:cubicBezTo>
                          <a:cubicBezTo>
                            <a:pt x="33719" y="33324"/>
                            <a:pt x="35147" y="35039"/>
                            <a:pt x="36290" y="36849"/>
                          </a:cubicBezTo>
                          <a:lnTo>
                            <a:pt x="39243" y="42659"/>
                          </a:lnTo>
                          <a:cubicBezTo>
                            <a:pt x="41434" y="46469"/>
                            <a:pt x="42767" y="50469"/>
                            <a:pt x="44196" y="54565"/>
                          </a:cubicBezTo>
                          <a:cubicBezTo>
                            <a:pt x="45815" y="58566"/>
                            <a:pt x="46577" y="62661"/>
                            <a:pt x="47625" y="66852"/>
                          </a:cubicBezTo>
                          <a:cubicBezTo>
                            <a:pt x="48768" y="70948"/>
                            <a:pt x="49149" y="75139"/>
                            <a:pt x="49816" y="79330"/>
                          </a:cubicBezTo>
                          <a:cubicBezTo>
                            <a:pt x="50482" y="83426"/>
                            <a:pt x="50768" y="87617"/>
                            <a:pt x="50959" y="9190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7" name="Forme libre : forme 13906">
                      <a:extLst>
                        <a:ext uri="{FF2B5EF4-FFF2-40B4-BE49-F238E27FC236}">
                          <a16:creationId xmlns:a16="http://schemas.microsoft.com/office/drawing/2014/main" id="{21845179-A9FD-47C4-8922-CFC3FE6508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5288" y="3380414"/>
                      <a:ext cx="29893" cy="66804"/>
                    </a:xfrm>
                    <a:custGeom>
                      <a:avLst/>
                      <a:gdLst>
                        <a:gd name="connsiteX0" fmla="*/ 1945 w 29893"/>
                        <a:gd name="connsiteY0" fmla="*/ 960 h 66804"/>
                        <a:gd name="connsiteX1" fmla="*/ 14994 w 29893"/>
                        <a:gd name="connsiteY1" fmla="*/ 4961 h 66804"/>
                        <a:gd name="connsiteX2" fmla="*/ 22900 w 29893"/>
                        <a:gd name="connsiteY2" fmla="*/ 15058 h 66804"/>
                        <a:gd name="connsiteX3" fmla="*/ 28329 w 29893"/>
                        <a:gd name="connsiteY3" fmla="*/ 29535 h 66804"/>
                        <a:gd name="connsiteX4" fmla="*/ 29758 w 29893"/>
                        <a:gd name="connsiteY4" fmla="*/ 44585 h 66804"/>
                        <a:gd name="connsiteX5" fmla="*/ 27758 w 29893"/>
                        <a:gd name="connsiteY5" fmla="*/ 56682 h 66804"/>
                        <a:gd name="connsiteX6" fmla="*/ 19185 w 29893"/>
                        <a:gd name="connsiteY6" fmla="*/ 66778 h 66804"/>
                        <a:gd name="connsiteX7" fmla="*/ 11470 w 29893"/>
                        <a:gd name="connsiteY7" fmla="*/ 56491 h 66804"/>
                        <a:gd name="connsiteX8" fmla="*/ 8517 w 29893"/>
                        <a:gd name="connsiteY8" fmla="*/ 46490 h 66804"/>
                        <a:gd name="connsiteX9" fmla="*/ 5755 w 29893"/>
                        <a:gd name="connsiteY9" fmla="*/ 34774 h 66804"/>
                        <a:gd name="connsiteX10" fmla="*/ 3088 w 29893"/>
                        <a:gd name="connsiteY10" fmla="*/ 23249 h 66804"/>
                        <a:gd name="connsiteX11" fmla="*/ 897 w 29893"/>
                        <a:gd name="connsiteY11" fmla="*/ 13438 h 66804"/>
                        <a:gd name="connsiteX12" fmla="*/ 1945 w 29893"/>
                        <a:gd name="connsiteY12" fmla="*/ 960 h 66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9893" h="66804">
                          <a:moveTo>
                            <a:pt x="1945" y="960"/>
                          </a:moveTo>
                          <a:cubicBezTo>
                            <a:pt x="4326" y="-1135"/>
                            <a:pt x="9088" y="199"/>
                            <a:pt x="14994" y="4961"/>
                          </a:cubicBezTo>
                          <a:cubicBezTo>
                            <a:pt x="17471" y="7533"/>
                            <a:pt x="20328" y="10962"/>
                            <a:pt x="22900" y="15058"/>
                          </a:cubicBezTo>
                          <a:cubicBezTo>
                            <a:pt x="24805" y="19344"/>
                            <a:pt x="27377" y="24201"/>
                            <a:pt x="28329" y="29535"/>
                          </a:cubicBezTo>
                          <a:cubicBezTo>
                            <a:pt x="29377" y="34869"/>
                            <a:pt x="30234" y="40013"/>
                            <a:pt x="29758" y="44585"/>
                          </a:cubicBezTo>
                          <a:cubicBezTo>
                            <a:pt x="29377" y="49252"/>
                            <a:pt x="29187" y="53348"/>
                            <a:pt x="27758" y="56682"/>
                          </a:cubicBezTo>
                          <a:cubicBezTo>
                            <a:pt x="25376" y="63444"/>
                            <a:pt x="22328" y="67159"/>
                            <a:pt x="19185" y="66778"/>
                          </a:cubicBezTo>
                          <a:cubicBezTo>
                            <a:pt x="16042" y="66492"/>
                            <a:pt x="13280" y="62397"/>
                            <a:pt x="11470" y="56491"/>
                          </a:cubicBezTo>
                          <a:cubicBezTo>
                            <a:pt x="10708" y="53538"/>
                            <a:pt x="9279" y="50205"/>
                            <a:pt x="8517" y="46490"/>
                          </a:cubicBezTo>
                          <a:cubicBezTo>
                            <a:pt x="7850" y="42775"/>
                            <a:pt x="6517" y="38965"/>
                            <a:pt x="5755" y="34774"/>
                          </a:cubicBezTo>
                          <a:cubicBezTo>
                            <a:pt x="4993" y="30583"/>
                            <a:pt x="3564" y="26964"/>
                            <a:pt x="3088" y="23249"/>
                          </a:cubicBezTo>
                          <a:cubicBezTo>
                            <a:pt x="2135" y="19820"/>
                            <a:pt x="1278" y="16582"/>
                            <a:pt x="897" y="13438"/>
                          </a:cubicBezTo>
                          <a:cubicBezTo>
                            <a:pt x="-436" y="8104"/>
                            <a:pt x="-436" y="3151"/>
                            <a:pt x="1945" y="960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8" name="Forme libre : forme 13907">
                      <a:extLst>
                        <a:ext uri="{FF2B5EF4-FFF2-40B4-BE49-F238E27FC236}">
                          <a16:creationId xmlns:a16="http://schemas.microsoft.com/office/drawing/2014/main" id="{985018B3-6F67-4B3A-BB31-DF7076CB1F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5424" y="3393566"/>
                      <a:ext cx="19946" cy="53736"/>
                    </a:xfrm>
                    <a:custGeom>
                      <a:avLst/>
                      <a:gdLst>
                        <a:gd name="connsiteX0" fmla="*/ 0 w 19946"/>
                        <a:gd name="connsiteY0" fmla="*/ 38767 h 53736"/>
                        <a:gd name="connsiteX1" fmla="*/ 3905 w 19946"/>
                        <a:gd name="connsiteY1" fmla="*/ 49244 h 53736"/>
                        <a:gd name="connsiteX2" fmla="*/ 9239 w 19946"/>
                        <a:gd name="connsiteY2" fmla="*/ 53721 h 53736"/>
                        <a:gd name="connsiteX3" fmla="*/ 17812 w 19946"/>
                        <a:gd name="connsiteY3" fmla="*/ 43624 h 53736"/>
                        <a:gd name="connsiteX4" fmla="*/ 19812 w 19946"/>
                        <a:gd name="connsiteY4" fmla="*/ 31528 h 53736"/>
                        <a:gd name="connsiteX5" fmla="*/ 18383 w 19946"/>
                        <a:gd name="connsiteY5" fmla="*/ 16478 h 53736"/>
                        <a:gd name="connsiteX6" fmla="*/ 15526 w 19946"/>
                        <a:gd name="connsiteY6" fmla="*/ 7620 h 53736"/>
                        <a:gd name="connsiteX7" fmla="*/ 11620 w 19946"/>
                        <a:gd name="connsiteY7" fmla="*/ 0 h 53736"/>
                        <a:gd name="connsiteX8" fmla="*/ 14288 w 19946"/>
                        <a:gd name="connsiteY8" fmla="*/ 9430 h 53736"/>
                        <a:gd name="connsiteX9" fmla="*/ 13906 w 19946"/>
                        <a:gd name="connsiteY9" fmla="*/ 21717 h 53736"/>
                        <a:gd name="connsiteX10" fmla="*/ 10763 w 19946"/>
                        <a:gd name="connsiteY10" fmla="*/ 31337 h 53736"/>
                        <a:gd name="connsiteX11" fmla="*/ 0 w 19946"/>
                        <a:gd name="connsiteY11" fmla="*/ 38767 h 537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946" h="53736">
                          <a:moveTo>
                            <a:pt x="0" y="38767"/>
                          </a:moveTo>
                          <a:cubicBezTo>
                            <a:pt x="1428" y="42958"/>
                            <a:pt x="2286" y="46577"/>
                            <a:pt x="3905" y="49244"/>
                          </a:cubicBezTo>
                          <a:cubicBezTo>
                            <a:pt x="5429" y="51911"/>
                            <a:pt x="7239" y="53530"/>
                            <a:pt x="9239" y="53721"/>
                          </a:cubicBezTo>
                          <a:cubicBezTo>
                            <a:pt x="12382" y="54007"/>
                            <a:pt x="15430" y="50292"/>
                            <a:pt x="17812" y="43624"/>
                          </a:cubicBezTo>
                          <a:cubicBezTo>
                            <a:pt x="19240" y="40291"/>
                            <a:pt x="19431" y="36100"/>
                            <a:pt x="19812" y="31528"/>
                          </a:cubicBezTo>
                          <a:cubicBezTo>
                            <a:pt x="20288" y="26861"/>
                            <a:pt x="19431" y="21717"/>
                            <a:pt x="18383" y="16478"/>
                          </a:cubicBezTo>
                          <a:cubicBezTo>
                            <a:pt x="17907" y="13335"/>
                            <a:pt x="16669" y="10382"/>
                            <a:pt x="15526" y="7620"/>
                          </a:cubicBezTo>
                          <a:cubicBezTo>
                            <a:pt x="14288" y="4858"/>
                            <a:pt x="13335" y="2191"/>
                            <a:pt x="11620" y="0"/>
                          </a:cubicBezTo>
                          <a:cubicBezTo>
                            <a:pt x="13049" y="3048"/>
                            <a:pt x="13621" y="6287"/>
                            <a:pt x="14288" y="9430"/>
                          </a:cubicBezTo>
                          <a:cubicBezTo>
                            <a:pt x="15049" y="13811"/>
                            <a:pt x="14478" y="18002"/>
                            <a:pt x="13906" y="21717"/>
                          </a:cubicBezTo>
                          <a:cubicBezTo>
                            <a:pt x="13335" y="25432"/>
                            <a:pt x="12382" y="28670"/>
                            <a:pt x="10763" y="31337"/>
                          </a:cubicBezTo>
                          <a:cubicBezTo>
                            <a:pt x="7620" y="36576"/>
                            <a:pt x="3905" y="39243"/>
                            <a:pt x="0" y="38767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9" name="Forme libre : forme 13908">
                      <a:extLst>
                        <a:ext uri="{FF2B5EF4-FFF2-40B4-BE49-F238E27FC236}">
                          <a16:creationId xmlns:a16="http://schemas.microsoft.com/office/drawing/2014/main" id="{D6980295-83DD-4A35-A02F-64070D0891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5186" y="3375915"/>
                      <a:ext cx="32241" cy="68045"/>
                    </a:xfrm>
                    <a:custGeom>
                      <a:avLst/>
                      <a:gdLst>
                        <a:gd name="connsiteX0" fmla="*/ 1380 w 32241"/>
                        <a:gd name="connsiteY0" fmla="*/ 1173 h 68045"/>
                        <a:gd name="connsiteX1" fmla="*/ 6905 w 32241"/>
                        <a:gd name="connsiteY1" fmla="*/ 221 h 68045"/>
                        <a:gd name="connsiteX2" fmla="*/ 15001 w 32241"/>
                        <a:gd name="connsiteY2" fmla="*/ 4792 h 68045"/>
                        <a:gd name="connsiteX3" fmla="*/ 23669 w 32241"/>
                        <a:gd name="connsiteY3" fmla="*/ 14889 h 68045"/>
                        <a:gd name="connsiteX4" fmla="*/ 30146 w 32241"/>
                        <a:gd name="connsiteY4" fmla="*/ 29557 h 68045"/>
                        <a:gd name="connsiteX5" fmla="*/ 32241 w 32241"/>
                        <a:gd name="connsiteY5" fmla="*/ 44988 h 68045"/>
                        <a:gd name="connsiteX6" fmla="*/ 30622 w 32241"/>
                        <a:gd name="connsiteY6" fmla="*/ 57466 h 68045"/>
                        <a:gd name="connsiteX7" fmla="*/ 22145 w 32241"/>
                        <a:gd name="connsiteY7" fmla="*/ 68038 h 68045"/>
                        <a:gd name="connsiteX8" fmla="*/ 14334 w 32241"/>
                        <a:gd name="connsiteY8" fmla="*/ 57847 h 68045"/>
                        <a:gd name="connsiteX9" fmla="*/ 11096 w 32241"/>
                        <a:gd name="connsiteY9" fmla="*/ 47655 h 68045"/>
                        <a:gd name="connsiteX10" fmla="*/ 7762 w 32241"/>
                        <a:gd name="connsiteY10" fmla="*/ 35749 h 68045"/>
                        <a:gd name="connsiteX11" fmla="*/ 4238 w 32241"/>
                        <a:gd name="connsiteY11" fmla="*/ 24128 h 68045"/>
                        <a:gd name="connsiteX12" fmla="*/ 1380 w 32241"/>
                        <a:gd name="connsiteY12" fmla="*/ 14222 h 68045"/>
                        <a:gd name="connsiteX13" fmla="*/ 47 w 32241"/>
                        <a:gd name="connsiteY13" fmla="*/ 6221 h 68045"/>
                        <a:gd name="connsiteX14" fmla="*/ 1380 w 32241"/>
                        <a:gd name="connsiteY14" fmla="*/ 1173 h 68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2241" h="68045">
                          <a:moveTo>
                            <a:pt x="1380" y="1173"/>
                          </a:moveTo>
                          <a:cubicBezTo>
                            <a:pt x="2523" y="30"/>
                            <a:pt x="4428" y="-256"/>
                            <a:pt x="6905" y="221"/>
                          </a:cubicBezTo>
                          <a:cubicBezTo>
                            <a:pt x="9286" y="792"/>
                            <a:pt x="11953" y="2411"/>
                            <a:pt x="15001" y="4792"/>
                          </a:cubicBezTo>
                          <a:cubicBezTo>
                            <a:pt x="18239" y="7079"/>
                            <a:pt x="20811" y="10698"/>
                            <a:pt x="23669" y="14889"/>
                          </a:cubicBezTo>
                          <a:cubicBezTo>
                            <a:pt x="26717" y="18985"/>
                            <a:pt x="28146" y="24223"/>
                            <a:pt x="30146" y="29557"/>
                          </a:cubicBezTo>
                          <a:cubicBezTo>
                            <a:pt x="31384" y="34987"/>
                            <a:pt x="32146" y="40321"/>
                            <a:pt x="32241" y="44988"/>
                          </a:cubicBezTo>
                          <a:cubicBezTo>
                            <a:pt x="32051" y="49750"/>
                            <a:pt x="31479" y="53941"/>
                            <a:pt x="30622" y="57466"/>
                          </a:cubicBezTo>
                          <a:cubicBezTo>
                            <a:pt x="28431" y="64419"/>
                            <a:pt x="25193" y="68229"/>
                            <a:pt x="22145" y="68038"/>
                          </a:cubicBezTo>
                          <a:cubicBezTo>
                            <a:pt x="18906" y="67848"/>
                            <a:pt x="16334" y="63752"/>
                            <a:pt x="14334" y="57847"/>
                          </a:cubicBezTo>
                          <a:cubicBezTo>
                            <a:pt x="13096" y="54894"/>
                            <a:pt x="11953" y="51465"/>
                            <a:pt x="11096" y="47655"/>
                          </a:cubicBezTo>
                          <a:cubicBezTo>
                            <a:pt x="9953" y="43940"/>
                            <a:pt x="8714" y="39940"/>
                            <a:pt x="7762" y="35749"/>
                          </a:cubicBezTo>
                          <a:cubicBezTo>
                            <a:pt x="6143" y="31748"/>
                            <a:pt x="5667" y="27557"/>
                            <a:pt x="4238" y="24128"/>
                          </a:cubicBezTo>
                          <a:cubicBezTo>
                            <a:pt x="3000" y="20604"/>
                            <a:pt x="2428" y="16984"/>
                            <a:pt x="1380" y="14222"/>
                          </a:cubicBezTo>
                          <a:cubicBezTo>
                            <a:pt x="523" y="11269"/>
                            <a:pt x="142" y="8507"/>
                            <a:pt x="47" y="6221"/>
                          </a:cubicBezTo>
                          <a:cubicBezTo>
                            <a:pt x="-144" y="4126"/>
                            <a:pt x="237" y="2316"/>
                            <a:pt x="1380" y="117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0" name="Forme libre : forme 13909">
                      <a:extLst>
                        <a:ext uri="{FF2B5EF4-FFF2-40B4-BE49-F238E27FC236}">
                          <a16:creationId xmlns:a16="http://schemas.microsoft.com/office/drawing/2014/main" id="{075C1133-63A5-4155-844E-AD2D1727A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4280" y="3384463"/>
                      <a:ext cx="45131" cy="92486"/>
                    </a:xfrm>
                    <a:custGeom>
                      <a:avLst/>
                      <a:gdLst>
                        <a:gd name="connsiteX0" fmla="*/ 17335 w 45131"/>
                        <a:gd name="connsiteY0" fmla="*/ 91876 h 92486"/>
                        <a:gd name="connsiteX1" fmla="*/ 28194 w 45131"/>
                        <a:gd name="connsiteY1" fmla="*/ 91019 h 92486"/>
                        <a:gd name="connsiteX2" fmla="*/ 37910 w 45131"/>
                        <a:gd name="connsiteY2" fmla="*/ 79398 h 92486"/>
                        <a:gd name="connsiteX3" fmla="*/ 44482 w 45131"/>
                        <a:gd name="connsiteY3" fmla="*/ 55490 h 92486"/>
                        <a:gd name="connsiteX4" fmla="*/ 44101 w 45131"/>
                        <a:gd name="connsiteY4" fmla="*/ 32630 h 92486"/>
                        <a:gd name="connsiteX5" fmla="*/ 36481 w 45131"/>
                        <a:gd name="connsiteY5" fmla="*/ 11199 h 92486"/>
                        <a:gd name="connsiteX6" fmla="*/ 27242 w 45131"/>
                        <a:gd name="connsiteY6" fmla="*/ 1103 h 92486"/>
                        <a:gd name="connsiteX7" fmla="*/ 21146 w 45131"/>
                        <a:gd name="connsiteY7" fmla="*/ 2341 h 92486"/>
                        <a:gd name="connsiteX8" fmla="*/ 21717 w 45131"/>
                        <a:gd name="connsiteY8" fmla="*/ 17105 h 92486"/>
                        <a:gd name="connsiteX9" fmla="*/ 14669 w 45131"/>
                        <a:gd name="connsiteY9" fmla="*/ 48632 h 92486"/>
                        <a:gd name="connsiteX10" fmla="*/ 5905 w 45131"/>
                        <a:gd name="connsiteY10" fmla="*/ 61682 h 92486"/>
                        <a:gd name="connsiteX11" fmla="*/ 1619 w 45131"/>
                        <a:gd name="connsiteY11" fmla="*/ 69683 h 92486"/>
                        <a:gd name="connsiteX12" fmla="*/ 476 w 45131"/>
                        <a:gd name="connsiteY12" fmla="*/ 74064 h 92486"/>
                        <a:gd name="connsiteX13" fmla="*/ 0 w 45131"/>
                        <a:gd name="connsiteY13" fmla="*/ 79779 h 92486"/>
                        <a:gd name="connsiteX14" fmla="*/ 17335 w 45131"/>
                        <a:gd name="connsiteY14" fmla="*/ 91876 h 92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45131" h="92486">
                          <a:moveTo>
                            <a:pt x="17335" y="91876"/>
                          </a:moveTo>
                          <a:cubicBezTo>
                            <a:pt x="20859" y="92543"/>
                            <a:pt x="24384" y="93114"/>
                            <a:pt x="28194" y="91019"/>
                          </a:cubicBezTo>
                          <a:cubicBezTo>
                            <a:pt x="31813" y="88828"/>
                            <a:pt x="34957" y="85494"/>
                            <a:pt x="37910" y="79398"/>
                          </a:cubicBezTo>
                          <a:cubicBezTo>
                            <a:pt x="40958" y="72731"/>
                            <a:pt x="43624" y="64349"/>
                            <a:pt x="44482" y="55490"/>
                          </a:cubicBezTo>
                          <a:cubicBezTo>
                            <a:pt x="45720" y="48347"/>
                            <a:pt x="44958" y="40250"/>
                            <a:pt x="44101" y="32630"/>
                          </a:cubicBezTo>
                          <a:cubicBezTo>
                            <a:pt x="42577" y="24915"/>
                            <a:pt x="40386" y="17486"/>
                            <a:pt x="36481" y="11199"/>
                          </a:cubicBezTo>
                          <a:cubicBezTo>
                            <a:pt x="34004" y="6532"/>
                            <a:pt x="30194" y="2817"/>
                            <a:pt x="27242" y="1103"/>
                          </a:cubicBezTo>
                          <a:cubicBezTo>
                            <a:pt x="24194" y="-612"/>
                            <a:pt x="21908" y="-421"/>
                            <a:pt x="21146" y="2341"/>
                          </a:cubicBezTo>
                          <a:cubicBezTo>
                            <a:pt x="20098" y="5770"/>
                            <a:pt x="21717" y="11675"/>
                            <a:pt x="21717" y="17105"/>
                          </a:cubicBezTo>
                          <a:cubicBezTo>
                            <a:pt x="22765" y="29868"/>
                            <a:pt x="19050" y="40727"/>
                            <a:pt x="14669" y="48632"/>
                          </a:cubicBezTo>
                          <a:cubicBezTo>
                            <a:pt x="12763" y="52062"/>
                            <a:pt x="8668" y="56633"/>
                            <a:pt x="5905" y="61682"/>
                          </a:cubicBezTo>
                          <a:cubicBezTo>
                            <a:pt x="4286" y="64158"/>
                            <a:pt x="2572" y="66825"/>
                            <a:pt x="1619" y="69683"/>
                          </a:cubicBezTo>
                          <a:cubicBezTo>
                            <a:pt x="1143" y="71112"/>
                            <a:pt x="667" y="72540"/>
                            <a:pt x="476" y="74064"/>
                          </a:cubicBezTo>
                          <a:cubicBezTo>
                            <a:pt x="190" y="75874"/>
                            <a:pt x="0" y="77874"/>
                            <a:pt x="0" y="79779"/>
                          </a:cubicBezTo>
                          <a:cubicBezTo>
                            <a:pt x="0" y="94162"/>
                            <a:pt x="12573" y="90828"/>
                            <a:pt x="17335" y="9187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1" name="Forme libre : forme 13910">
                      <a:extLst>
                        <a:ext uri="{FF2B5EF4-FFF2-40B4-BE49-F238E27FC236}">
                          <a16:creationId xmlns:a16="http://schemas.microsoft.com/office/drawing/2014/main" id="{061F3E11-DBCC-423C-A331-84E4B188D7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6633" y="3434147"/>
                      <a:ext cx="10141" cy="26313"/>
                    </a:xfrm>
                    <a:custGeom>
                      <a:avLst/>
                      <a:gdLst>
                        <a:gd name="connsiteX0" fmla="*/ 4886 w 10141"/>
                        <a:gd name="connsiteY0" fmla="*/ 24285 h 26313"/>
                        <a:gd name="connsiteX1" fmla="*/ 7077 w 10141"/>
                        <a:gd name="connsiteY1" fmla="*/ 26285 h 26313"/>
                        <a:gd name="connsiteX2" fmla="*/ 9553 w 10141"/>
                        <a:gd name="connsiteY2" fmla="*/ 24189 h 26313"/>
                        <a:gd name="connsiteX3" fmla="*/ 10125 w 10141"/>
                        <a:gd name="connsiteY3" fmla="*/ 19427 h 26313"/>
                        <a:gd name="connsiteX4" fmla="*/ 8886 w 10141"/>
                        <a:gd name="connsiteY4" fmla="*/ 7711 h 26313"/>
                        <a:gd name="connsiteX5" fmla="*/ 7553 w 10141"/>
                        <a:gd name="connsiteY5" fmla="*/ 3520 h 26313"/>
                        <a:gd name="connsiteX6" fmla="*/ 29 w 10141"/>
                        <a:gd name="connsiteY6" fmla="*/ 6568 h 26313"/>
                        <a:gd name="connsiteX7" fmla="*/ 4886 w 10141"/>
                        <a:gd name="connsiteY7" fmla="*/ 24285 h 26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141" h="26313">
                          <a:moveTo>
                            <a:pt x="4886" y="24285"/>
                          </a:moveTo>
                          <a:cubicBezTo>
                            <a:pt x="5553" y="25237"/>
                            <a:pt x="6220" y="26094"/>
                            <a:pt x="7077" y="26285"/>
                          </a:cubicBezTo>
                          <a:cubicBezTo>
                            <a:pt x="7934" y="26476"/>
                            <a:pt x="8982" y="25713"/>
                            <a:pt x="9553" y="24189"/>
                          </a:cubicBezTo>
                          <a:cubicBezTo>
                            <a:pt x="10125" y="22761"/>
                            <a:pt x="10125" y="20951"/>
                            <a:pt x="10125" y="19427"/>
                          </a:cubicBezTo>
                          <a:cubicBezTo>
                            <a:pt x="10220" y="15331"/>
                            <a:pt x="9935" y="11426"/>
                            <a:pt x="8886" y="7711"/>
                          </a:cubicBezTo>
                          <a:cubicBezTo>
                            <a:pt x="8506" y="6187"/>
                            <a:pt x="8125" y="4759"/>
                            <a:pt x="7553" y="3520"/>
                          </a:cubicBezTo>
                          <a:cubicBezTo>
                            <a:pt x="5172" y="-1338"/>
                            <a:pt x="-448" y="-1909"/>
                            <a:pt x="29" y="6568"/>
                          </a:cubicBezTo>
                          <a:cubicBezTo>
                            <a:pt x="790" y="13236"/>
                            <a:pt x="2219" y="20379"/>
                            <a:pt x="4886" y="2428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2" name="Forme libre : forme 13911">
                      <a:extLst>
                        <a:ext uri="{FF2B5EF4-FFF2-40B4-BE49-F238E27FC236}">
                          <a16:creationId xmlns:a16="http://schemas.microsoft.com/office/drawing/2014/main" id="{15924AD2-C677-4303-9BDD-63945CECD8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77135" y="3354373"/>
                      <a:ext cx="53816" cy="27477"/>
                    </a:xfrm>
                    <a:custGeom>
                      <a:avLst/>
                      <a:gdLst>
                        <a:gd name="connsiteX0" fmla="*/ 0 w 53816"/>
                        <a:gd name="connsiteY0" fmla="*/ 7094 h 27477"/>
                        <a:gd name="connsiteX1" fmla="*/ 1524 w 53816"/>
                        <a:gd name="connsiteY1" fmla="*/ 4618 h 27477"/>
                        <a:gd name="connsiteX2" fmla="*/ 9049 w 53816"/>
                        <a:gd name="connsiteY2" fmla="*/ 522 h 27477"/>
                        <a:gd name="connsiteX3" fmla="*/ 27432 w 53816"/>
                        <a:gd name="connsiteY3" fmla="*/ 3189 h 27477"/>
                        <a:gd name="connsiteX4" fmla="*/ 53816 w 53816"/>
                        <a:gd name="connsiteY4" fmla="*/ 27478 h 27477"/>
                        <a:gd name="connsiteX5" fmla="*/ 49244 w 53816"/>
                        <a:gd name="connsiteY5" fmla="*/ 21286 h 27477"/>
                        <a:gd name="connsiteX6" fmla="*/ 35433 w 53816"/>
                        <a:gd name="connsiteY6" fmla="*/ 9476 h 27477"/>
                        <a:gd name="connsiteX7" fmla="*/ 26003 w 53816"/>
                        <a:gd name="connsiteY7" fmla="*/ 4808 h 27477"/>
                        <a:gd name="connsiteX8" fmla="*/ 16002 w 53816"/>
                        <a:gd name="connsiteY8" fmla="*/ 2713 h 27477"/>
                        <a:gd name="connsiteX9" fmla="*/ 0 w 53816"/>
                        <a:gd name="connsiteY9" fmla="*/ 7094 h 27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3816" h="27477">
                          <a:moveTo>
                            <a:pt x="0" y="7094"/>
                          </a:moveTo>
                          <a:cubicBezTo>
                            <a:pt x="0" y="7094"/>
                            <a:pt x="286" y="5951"/>
                            <a:pt x="1524" y="4618"/>
                          </a:cubicBezTo>
                          <a:cubicBezTo>
                            <a:pt x="2762" y="3189"/>
                            <a:pt x="4858" y="1475"/>
                            <a:pt x="9049" y="522"/>
                          </a:cubicBezTo>
                          <a:cubicBezTo>
                            <a:pt x="13240" y="-621"/>
                            <a:pt x="18955" y="46"/>
                            <a:pt x="27432" y="3189"/>
                          </a:cubicBezTo>
                          <a:cubicBezTo>
                            <a:pt x="35147" y="6904"/>
                            <a:pt x="45815" y="14048"/>
                            <a:pt x="53816" y="27478"/>
                          </a:cubicBezTo>
                          <a:cubicBezTo>
                            <a:pt x="53816" y="27478"/>
                            <a:pt x="52197" y="24906"/>
                            <a:pt x="49244" y="21286"/>
                          </a:cubicBezTo>
                          <a:cubicBezTo>
                            <a:pt x="45815" y="17858"/>
                            <a:pt x="41339" y="13095"/>
                            <a:pt x="35433" y="9476"/>
                          </a:cubicBezTo>
                          <a:cubicBezTo>
                            <a:pt x="32385" y="7666"/>
                            <a:pt x="29242" y="6046"/>
                            <a:pt x="26003" y="4808"/>
                          </a:cubicBezTo>
                          <a:cubicBezTo>
                            <a:pt x="22670" y="3665"/>
                            <a:pt x="19145" y="3094"/>
                            <a:pt x="16002" y="2713"/>
                          </a:cubicBezTo>
                          <a:cubicBezTo>
                            <a:pt x="9716" y="1760"/>
                            <a:pt x="3620" y="3951"/>
                            <a:pt x="0" y="709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3" name="Forme libre : forme 13912">
                      <a:extLst>
                        <a:ext uri="{FF2B5EF4-FFF2-40B4-BE49-F238E27FC236}">
                          <a16:creationId xmlns:a16="http://schemas.microsoft.com/office/drawing/2014/main" id="{F3EB8B28-935A-4C36-8C8E-65C6A3EB57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4374" y="3445097"/>
                      <a:ext cx="17240" cy="50577"/>
                    </a:xfrm>
                    <a:custGeom>
                      <a:avLst/>
                      <a:gdLst>
                        <a:gd name="connsiteX0" fmla="*/ 381 w 17240"/>
                        <a:gd name="connsiteY0" fmla="*/ 0 h 50577"/>
                        <a:gd name="connsiteX1" fmla="*/ 0 w 17240"/>
                        <a:gd name="connsiteY1" fmla="*/ 5429 h 50577"/>
                        <a:gd name="connsiteX2" fmla="*/ 95 w 17240"/>
                        <a:gd name="connsiteY2" fmla="*/ 11144 h 50577"/>
                        <a:gd name="connsiteX3" fmla="*/ 286 w 17240"/>
                        <a:gd name="connsiteY3" fmla="*/ 20479 h 50577"/>
                        <a:gd name="connsiteX4" fmla="*/ 4763 w 17240"/>
                        <a:gd name="connsiteY4" fmla="*/ 39814 h 50577"/>
                        <a:gd name="connsiteX5" fmla="*/ 17240 w 17240"/>
                        <a:gd name="connsiteY5" fmla="*/ 50578 h 50577"/>
                        <a:gd name="connsiteX6" fmla="*/ 14192 w 17240"/>
                        <a:gd name="connsiteY6" fmla="*/ 48578 h 50577"/>
                        <a:gd name="connsiteX7" fmla="*/ 7334 w 17240"/>
                        <a:gd name="connsiteY7" fmla="*/ 40196 h 50577"/>
                        <a:gd name="connsiteX8" fmla="*/ 1714 w 17240"/>
                        <a:gd name="connsiteY8" fmla="*/ 22765 h 50577"/>
                        <a:gd name="connsiteX9" fmla="*/ 667 w 17240"/>
                        <a:gd name="connsiteY9" fmla="*/ 10668 h 50577"/>
                        <a:gd name="connsiteX10" fmla="*/ 381 w 17240"/>
                        <a:gd name="connsiteY10" fmla="*/ 0 h 50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240" h="50577">
                          <a:moveTo>
                            <a:pt x="381" y="0"/>
                          </a:moveTo>
                          <a:cubicBezTo>
                            <a:pt x="381" y="0"/>
                            <a:pt x="95" y="2096"/>
                            <a:pt x="0" y="5429"/>
                          </a:cubicBezTo>
                          <a:cubicBezTo>
                            <a:pt x="0" y="7048"/>
                            <a:pt x="0" y="9049"/>
                            <a:pt x="95" y="11144"/>
                          </a:cubicBezTo>
                          <a:cubicBezTo>
                            <a:pt x="95" y="13811"/>
                            <a:pt x="0" y="17336"/>
                            <a:pt x="286" y="20479"/>
                          </a:cubicBezTo>
                          <a:cubicBezTo>
                            <a:pt x="476" y="26861"/>
                            <a:pt x="2096" y="34290"/>
                            <a:pt x="4763" y="39814"/>
                          </a:cubicBezTo>
                          <a:cubicBezTo>
                            <a:pt x="7620" y="45625"/>
                            <a:pt x="12097" y="49816"/>
                            <a:pt x="17240" y="50578"/>
                          </a:cubicBezTo>
                          <a:cubicBezTo>
                            <a:pt x="17240" y="50578"/>
                            <a:pt x="16097" y="50102"/>
                            <a:pt x="14192" y="48578"/>
                          </a:cubicBezTo>
                          <a:cubicBezTo>
                            <a:pt x="12382" y="47149"/>
                            <a:pt x="9715" y="44387"/>
                            <a:pt x="7334" y="40196"/>
                          </a:cubicBezTo>
                          <a:cubicBezTo>
                            <a:pt x="5239" y="36290"/>
                            <a:pt x="2572" y="30004"/>
                            <a:pt x="1714" y="22765"/>
                          </a:cubicBezTo>
                          <a:cubicBezTo>
                            <a:pt x="1143" y="19240"/>
                            <a:pt x="953" y="14573"/>
                            <a:pt x="667" y="10668"/>
                          </a:cubicBezTo>
                          <a:cubicBezTo>
                            <a:pt x="286" y="7429"/>
                            <a:pt x="190" y="3905"/>
                            <a:pt x="38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4" name="Forme libre : forme 13913">
                      <a:extLst>
                        <a:ext uri="{FF2B5EF4-FFF2-40B4-BE49-F238E27FC236}">
                          <a16:creationId xmlns:a16="http://schemas.microsoft.com/office/drawing/2014/main" id="{E402F4C9-C7BF-458A-BFFB-E40DAE60D0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0852" y="3395452"/>
                      <a:ext cx="9266" cy="24246"/>
                    </a:xfrm>
                    <a:custGeom>
                      <a:avLst/>
                      <a:gdLst>
                        <a:gd name="connsiteX0" fmla="*/ 2000 w 9266"/>
                        <a:gd name="connsiteY0" fmla="*/ 19 h 24246"/>
                        <a:gd name="connsiteX1" fmla="*/ 6287 w 9266"/>
                        <a:gd name="connsiteY1" fmla="*/ 4115 h 24246"/>
                        <a:gd name="connsiteX2" fmla="*/ 9049 w 9266"/>
                        <a:gd name="connsiteY2" fmla="*/ 13450 h 24246"/>
                        <a:gd name="connsiteX3" fmla="*/ 8382 w 9266"/>
                        <a:gd name="connsiteY3" fmla="*/ 21831 h 24246"/>
                        <a:gd name="connsiteX4" fmla="*/ 5715 w 9266"/>
                        <a:gd name="connsiteY4" fmla="*/ 24118 h 24246"/>
                        <a:gd name="connsiteX5" fmla="*/ 667 w 9266"/>
                        <a:gd name="connsiteY5" fmla="*/ 10878 h 24246"/>
                        <a:gd name="connsiteX6" fmla="*/ 0 w 9266"/>
                        <a:gd name="connsiteY6" fmla="*/ 2972 h 24246"/>
                        <a:gd name="connsiteX7" fmla="*/ 2000 w 9266"/>
                        <a:gd name="connsiteY7" fmla="*/ 19 h 24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266" h="24246">
                          <a:moveTo>
                            <a:pt x="2000" y="19"/>
                          </a:moveTo>
                          <a:cubicBezTo>
                            <a:pt x="3143" y="210"/>
                            <a:pt x="4762" y="1734"/>
                            <a:pt x="6287" y="4115"/>
                          </a:cubicBezTo>
                          <a:cubicBezTo>
                            <a:pt x="7429" y="6592"/>
                            <a:pt x="8477" y="9925"/>
                            <a:pt x="9049" y="13450"/>
                          </a:cubicBezTo>
                          <a:cubicBezTo>
                            <a:pt x="9620" y="16878"/>
                            <a:pt x="8953" y="19927"/>
                            <a:pt x="8382" y="21831"/>
                          </a:cubicBezTo>
                          <a:cubicBezTo>
                            <a:pt x="7715" y="23736"/>
                            <a:pt x="6763" y="24594"/>
                            <a:pt x="5715" y="24118"/>
                          </a:cubicBezTo>
                          <a:cubicBezTo>
                            <a:pt x="3429" y="23070"/>
                            <a:pt x="2000" y="17069"/>
                            <a:pt x="667" y="10878"/>
                          </a:cubicBezTo>
                          <a:cubicBezTo>
                            <a:pt x="286" y="7639"/>
                            <a:pt x="0" y="4877"/>
                            <a:pt x="0" y="2972"/>
                          </a:cubicBezTo>
                          <a:cubicBezTo>
                            <a:pt x="95" y="1067"/>
                            <a:pt x="762" y="-171"/>
                            <a:pt x="2000" y="1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5" name="Forme libre : forme 13914">
                      <a:extLst>
                        <a:ext uri="{FF2B5EF4-FFF2-40B4-BE49-F238E27FC236}">
                          <a16:creationId xmlns:a16="http://schemas.microsoft.com/office/drawing/2014/main" id="{8A9735B0-2543-4B05-923A-EB1F74F052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9720" y="3392689"/>
                      <a:ext cx="4300" cy="6289"/>
                    </a:xfrm>
                    <a:custGeom>
                      <a:avLst/>
                      <a:gdLst>
                        <a:gd name="connsiteX0" fmla="*/ 560 w 4300"/>
                        <a:gd name="connsiteY0" fmla="*/ 115 h 6289"/>
                        <a:gd name="connsiteX1" fmla="*/ 3608 w 4300"/>
                        <a:gd name="connsiteY1" fmla="*/ 2401 h 6289"/>
                        <a:gd name="connsiteX2" fmla="*/ 3703 w 4300"/>
                        <a:gd name="connsiteY2" fmla="*/ 6211 h 6289"/>
                        <a:gd name="connsiteX3" fmla="*/ 655 w 4300"/>
                        <a:gd name="connsiteY3" fmla="*/ 3925 h 6289"/>
                        <a:gd name="connsiteX4" fmla="*/ 560 w 4300"/>
                        <a:gd name="connsiteY4" fmla="*/ 115 h 6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0" h="6289">
                          <a:moveTo>
                            <a:pt x="560" y="115"/>
                          </a:moveTo>
                          <a:cubicBezTo>
                            <a:pt x="1322" y="-361"/>
                            <a:pt x="2751" y="687"/>
                            <a:pt x="3608" y="2401"/>
                          </a:cubicBezTo>
                          <a:cubicBezTo>
                            <a:pt x="4466" y="4116"/>
                            <a:pt x="4561" y="5830"/>
                            <a:pt x="3703" y="6211"/>
                          </a:cubicBezTo>
                          <a:cubicBezTo>
                            <a:pt x="2846" y="6592"/>
                            <a:pt x="1513" y="5544"/>
                            <a:pt x="655" y="3925"/>
                          </a:cubicBezTo>
                          <a:cubicBezTo>
                            <a:pt x="-202" y="2306"/>
                            <a:pt x="-202" y="591"/>
                            <a:pt x="560" y="1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6" name="Forme libre : forme 13915">
                      <a:extLst>
                        <a:ext uri="{FF2B5EF4-FFF2-40B4-BE49-F238E27FC236}">
                          <a16:creationId xmlns:a16="http://schemas.microsoft.com/office/drawing/2014/main" id="{8C7D420D-86DC-4982-903B-C30ECE4142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76373" y="3368557"/>
                      <a:ext cx="17048" cy="54184"/>
                    </a:xfrm>
                    <a:custGeom>
                      <a:avLst/>
                      <a:gdLst>
                        <a:gd name="connsiteX0" fmla="*/ 0 w 17048"/>
                        <a:gd name="connsiteY0" fmla="*/ 16913 h 54184"/>
                        <a:gd name="connsiteX1" fmla="*/ 4191 w 17048"/>
                        <a:gd name="connsiteY1" fmla="*/ 1959 h 54184"/>
                        <a:gd name="connsiteX2" fmla="*/ 10858 w 17048"/>
                        <a:gd name="connsiteY2" fmla="*/ 1006 h 54184"/>
                        <a:gd name="connsiteX3" fmla="*/ 14383 w 17048"/>
                        <a:gd name="connsiteY3" fmla="*/ 4340 h 54184"/>
                        <a:gd name="connsiteX4" fmla="*/ 15335 w 17048"/>
                        <a:gd name="connsiteY4" fmla="*/ 8150 h 54184"/>
                        <a:gd name="connsiteX5" fmla="*/ 14573 w 17048"/>
                        <a:gd name="connsiteY5" fmla="*/ 17485 h 54184"/>
                        <a:gd name="connsiteX6" fmla="*/ 14288 w 17048"/>
                        <a:gd name="connsiteY6" fmla="*/ 27581 h 54184"/>
                        <a:gd name="connsiteX7" fmla="*/ 15716 w 17048"/>
                        <a:gd name="connsiteY7" fmla="*/ 34153 h 54184"/>
                        <a:gd name="connsiteX8" fmla="*/ 16954 w 17048"/>
                        <a:gd name="connsiteY8" fmla="*/ 43869 h 54184"/>
                        <a:gd name="connsiteX9" fmla="*/ 15907 w 17048"/>
                        <a:gd name="connsiteY9" fmla="*/ 52060 h 54184"/>
                        <a:gd name="connsiteX10" fmla="*/ 12859 w 17048"/>
                        <a:gd name="connsiteY10" fmla="*/ 53775 h 54184"/>
                        <a:gd name="connsiteX11" fmla="*/ 9430 w 17048"/>
                        <a:gd name="connsiteY11" fmla="*/ 48726 h 54184"/>
                        <a:gd name="connsiteX12" fmla="*/ 6572 w 17048"/>
                        <a:gd name="connsiteY12" fmla="*/ 41583 h 54184"/>
                        <a:gd name="connsiteX13" fmla="*/ 3905 w 17048"/>
                        <a:gd name="connsiteY13" fmla="*/ 34630 h 54184"/>
                        <a:gd name="connsiteX14" fmla="*/ 2000 w 17048"/>
                        <a:gd name="connsiteY14" fmla="*/ 29676 h 54184"/>
                        <a:gd name="connsiteX15" fmla="*/ 0 w 17048"/>
                        <a:gd name="connsiteY15" fmla="*/ 16913 h 54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7048" h="54184">
                          <a:moveTo>
                            <a:pt x="0" y="16913"/>
                          </a:moveTo>
                          <a:cubicBezTo>
                            <a:pt x="0" y="11389"/>
                            <a:pt x="1524" y="6150"/>
                            <a:pt x="4191" y="1959"/>
                          </a:cubicBezTo>
                          <a:cubicBezTo>
                            <a:pt x="5144" y="340"/>
                            <a:pt x="7239" y="-994"/>
                            <a:pt x="10858" y="1006"/>
                          </a:cubicBezTo>
                          <a:cubicBezTo>
                            <a:pt x="12478" y="1959"/>
                            <a:pt x="13621" y="3197"/>
                            <a:pt x="14383" y="4340"/>
                          </a:cubicBezTo>
                          <a:cubicBezTo>
                            <a:pt x="15049" y="5769"/>
                            <a:pt x="15240" y="7102"/>
                            <a:pt x="15335" y="8150"/>
                          </a:cubicBezTo>
                          <a:cubicBezTo>
                            <a:pt x="15430" y="11579"/>
                            <a:pt x="14859" y="14532"/>
                            <a:pt x="14573" y="17485"/>
                          </a:cubicBezTo>
                          <a:cubicBezTo>
                            <a:pt x="14002" y="20628"/>
                            <a:pt x="13621" y="23962"/>
                            <a:pt x="14288" y="27581"/>
                          </a:cubicBezTo>
                          <a:cubicBezTo>
                            <a:pt x="14573" y="28629"/>
                            <a:pt x="14954" y="31296"/>
                            <a:pt x="15716" y="34153"/>
                          </a:cubicBezTo>
                          <a:cubicBezTo>
                            <a:pt x="16669" y="36916"/>
                            <a:pt x="16669" y="40726"/>
                            <a:pt x="16954" y="43869"/>
                          </a:cubicBezTo>
                          <a:cubicBezTo>
                            <a:pt x="17336" y="47012"/>
                            <a:pt x="16478" y="50251"/>
                            <a:pt x="15907" y="52060"/>
                          </a:cubicBezTo>
                          <a:cubicBezTo>
                            <a:pt x="15240" y="53965"/>
                            <a:pt x="14288" y="54727"/>
                            <a:pt x="12859" y="53775"/>
                          </a:cubicBezTo>
                          <a:cubicBezTo>
                            <a:pt x="11430" y="52822"/>
                            <a:pt x="10287" y="51013"/>
                            <a:pt x="9430" y="48726"/>
                          </a:cubicBezTo>
                          <a:cubicBezTo>
                            <a:pt x="8382" y="46631"/>
                            <a:pt x="7239" y="44250"/>
                            <a:pt x="6572" y="41583"/>
                          </a:cubicBezTo>
                          <a:cubicBezTo>
                            <a:pt x="5429" y="39297"/>
                            <a:pt x="4572" y="36820"/>
                            <a:pt x="3905" y="34630"/>
                          </a:cubicBezTo>
                          <a:cubicBezTo>
                            <a:pt x="2953" y="32725"/>
                            <a:pt x="2286" y="30915"/>
                            <a:pt x="2000" y="29676"/>
                          </a:cubicBezTo>
                          <a:cubicBezTo>
                            <a:pt x="476" y="25581"/>
                            <a:pt x="95" y="20818"/>
                            <a:pt x="0" y="1691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90" name="Graphique 1">
                    <a:extLst>
                      <a:ext uri="{FF2B5EF4-FFF2-40B4-BE49-F238E27FC236}">
                        <a16:creationId xmlns:a16="http://schemas.microsoft.com/office/drawing/2014/main" id="{C7CAEE6D-D0D7-48B5-8033-C42BBD07CF01}"/>
                      </a:ext>
                    </a:extLst>
                  </p:cNvPr>
                  <p:cNvGrpSpPr/>
                  <p:nvPr/>
                </p:nvGrpSpPr>
                <p:grpSpPr>
                  <a:xfrm>
                    <a:off x="4330164" y="3334988"/>
                    <a:ext cx="143290" cy="104298"/>
                    <a:chOff x="4330164" y="3334988"/>
                    <a:chExt cx="143290" cy="104298"/>
                  </a:xfrm>
                  <a:solidFill>
                    <a:schemeClr val="accent1"/>
                  </a:solidFill>
                </p:grpSpPr>
                <p:sp>
                  <p:nvSpPr>
                    <p:cNvPr id="13893" name="Forme libre : forme 13892">
                      <a:extLst>
                        <a:ext uri="{FF2B5EF4-FFF2-40B4-BE49-F238E27FC236}">
                          <a16:creationId xmlns:a16="http://schemas.microsoft.com/office/drawing/2014/main" id="{384F200D-73B6-4373-9197-00A0AE76E8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0164" y="3335083"/>
                      <a:ext cx="143100" cy="104203"/>
                    </a:xfrm>
                    <a:custGeom>
                      <a:avLst/>
                      <a:gdLst>
                        <a:gd name="connsiteX0" fmla="*/ 28575 w 143100"/>
                        <a:gd name="connsiteY0" fmla="*/ 37338 h 104203"/>
                        <a:gd name="connsiteX1" fmla="*/ 51912 w 143100"/>
                        <a:gd name="connsiteY1" fmla="*/ 21812 h 104203"/>
                        <a:gd name="connsiteX2" fmla="*/ 58008 w 143100"/>
                        <a:gd name="connsiteY2" fmla="*/ 17812 h 104203"/>
                        <a:gd name="connsiteX3" fmla="*/ 65628 w 143100"/>
                        <a:gd name="connsiteY3" fmla="*/ 13335 h 104203"/>
                        <a:gd name="connsiteX4" fmla="*/ 73343 w 143100"/>
                        <a:gd name="connsiteY4" fmla="*/ 9049 h 104203"/>
                        <a:gd name="connsiteX5" fmla="*/ 81820 w 143100"/>
                        <a:gd name="connsiteY5" fmla="*/ 5429 h 104203"/>
                        <a:gd name="connsiteX6" fmla="*/ 106299 w 143100"/>
                        <a:gd name="connsiteY6" fmla="*/ 0 h 104203"/>
                        <a:gd name="connsiteX7" fmla="*/ 127826 w 143100"/>
                        <a:gd name="connsiteY7" fmla="*/ 3715 h 104203"/>
                        <a:gd name="connsiteX8" fmla="*/ 135446 w 143100"/>
                        <a:gd name="connsiteY8" fmla="*/ 7715 h 104203"/>
                        <a:gd name="connsiteX9" fmla="*/ 140494 w 143100"/>
                        <a:gd name="connsiteY9" fmla="*/ 12763 h 104203"/>
                        <a:gd name="connsiteX10" fmla="*/ 142685 w 143100"/>
                        <a:gd name="connsiteY10" fmla="*/ 22288 h 104203"/>
                        <a:gd name="connsiteX11" fmla="*/ 137637 w 143100"/>
                        <a:gd name="connsiteY11" fmla="*/ 38671 h 104203"/>
                        <a:gd name="connsiteX12" fmla="*/ 132588 w 143100"/>
                        <a:gd name="connsiteY12" fmla="*/ 46482 h 104203"/>
                        <a:gd name="connsiteX13" fmla="*/ 129064 w 143100"/>
                        <a:gd name="connsiteY13" fmla="*/ 49530 h 104203"/>
                        <a:gd name="connsiteX14" fmla="*/ 125159 w 143100"/>
                        <a:gd name="connsiteY14" fmla="*/ 52768 h 104203"/>
                        <a:gd name="connsiteX15" fmla="*/ 116586 w 143100"/>
                        <a:gd name="connsiteY15" fmla="*/ 58198 h 104203"/>
                        <a:gd name="connsiteX16" fmla="*/ 111538 w 143100"/>
                        <a:gd name="connsiteY16" fmla="*/ 60960 h 104203"/>
                        <a:gd name="connsiteX17" fmla="*/ 105823 w 143100"/>
                        <a:gd name="connsiteY17" fmla="*/ 63627 h 104203"/>
                        <a:gd name="connsiteX18" fmla="*/ 101442 w 143100"/>
                        <a:gd name="connsiteY18" fmla="*/ 65532 h 104203"/>
                        <a:gd name="connsiteX19" fmla="*/ 97060 w 143100"/>
                        <a:gd name="connsiteY19" fmla="*/ 68199 h 104203"/>
                        <a:gd name="connsiteX20" fmla="*/ 92583 w 143100"/>
                        <a:gd name="connsiteY20" fmla="*/ 70866 h 104203"/>
                        <a:gd name="connsiteX21" fmla="*/ 87059 w 143100"/>
                        <a:gd name="connsiteY21" fmla="*/ 74581 h 104203"/>
                        <a:gd name="connsiteX22" fmla="*/ 64104 w 143100"/>
                        <a:gd name="connsiteY22" fmla="*/ 90488 h 104203"/>
                        <a:gd name="connsiteX23" fmla="*/ 31147 w 143100"/>
                        <a:gd name="connsiteY23" fmla="*/ 103917 h 104203"/>
                        <a:gd name="connsiteX24" fmla="*/ 10287 w 143100"/>
                        <a:gd name="connsiteY24" fmla="*/ 97059 h 104203"/>
                        <a:gd name="connsiteX25" fmla="*/ 1620 w 143100"/>
                        <a:gd name="connsiteY25" fmla="*/ 81534 h 104203"/>
                        <a:gd name="connsiteX26" fmla="*/ 4858 w 143100"/>
                        <a:gd name="connsiteY26" fmla="*/ 60579 h 104203"/>
                        <a:gd name="connsiteX27" fmla="*/ 28575 w 143100"/>
                        <a:gd name="connsiteY27" fmla="*/ 37338 h 104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43100" h="104203">
                          <a:moveTo>
                            <a:pt x="28575" y="37338"/>
                          </a:moveTo>
                          <a:lnTo>
                            <a:pt x="51912" y="21812"/>
                          </a:lnTo>
                          <a:lnTo>
                            <a:pt x="58008" y="17812"/>
                          </a:lnTo>
                          <a:lnTo>
                            <a:pt x="65628" y="13335"/>
                          </a:lnTo>
                          <a:cubicBezTo>
                            <a:pt x="68199" y="11906"/>
                            <a:pt x="70676" y="10382"/>
                            <a:pt x="73343" y="9049"/>
                          </a:cubicBezTo>
                          <a:lnTo>
                            <a:pt x="81820" y="5429"/>
                          </a:lnTo>
                          <a:cubicBezTo>
                            <a:pt x="89535" y="1809"/>
                            <a:pt x="98584" y="571"/>
                            <a:pt x="106299" y="0"/>
                          </a:cubicBezTo>
                          <a:cubicBezTo>
                            <a:pt x="114586" y="95"/>
                            <a:pt x="121825" y="952"/>
                            <a:pt x="127826" y="3715"/>
                          </a:cubicBezTo>
                          <a:cubicBezTo>
                            <a:pt x="130779" y="4953"/>
                            <a:pt x="133350" y="6191"/>
                            <a:pt x="135446" y="7715"/>
                          </a:cubicBezTo>
                          <a:cubicBezTo>
                            <a:pt x="137541" y="9430"/>
                            <a:pt x="139256" y="11144"/>
                            <a:pt x="140494" y="12763"/>
                          </a:cubicBezTo>
                          <a:cubicBezTo>
                            <a:pt x="142971" y="16097"/>
                            <a:pt x="143638" y="19336"/>
                            <a:pt x="142685" y="22288"/>
                          </a:cubicBezTo>
                          <a:lnTo>
                            <a:pt x="137637" y="38671"/>
                          </a:lnTo>
                          <a:cubicBezTo>
                            <a:pt x="136684" y="41624"/>
                            <a:pt x="134779" y="44291"/>
                            <a:pt x="132588" y="46482"/>
                          </a:cubicBezTo>
                          <a:cubicBezTo>
                            <a:pt x="131445" y="47625"/>
                            <a:pt x="130302" y="48673"/>
                            <a:pt x="129064" y="49530"/>
                          </a:cubicBezTo>
                          <a:cubicBezTo>
                            <a:pt x="127826" y="50578"/>
                            <a:pt x="126397" y="51816"/>
                            <a:pt x="125159" y="52768"/>
                          </a:cubicBezTo>
                          <a:cubicBezTo>
                            <a:pt x="122587" y="54388"/>
                            <a:pt x="119634" y="56769"/>
                            <a:pt x="116586" y="58198"/>
                          </a:cubicBezTo>
                          <a:cubicBezTo>
                            <a:pt x="115063" y="59055"/>
                            <a:pt x="113348" y="60293"/>
                            <a:pt x="111538" y="60960"/>
                          </a:cubicBezTo>
                          <a:cubicBezTo>
                            <a:pt x="109824" y="61531"/>
                            <a:pt x="107919" y="62674"/>
                            <a:pt x="105823" y="63627"/>
                          </a:cubicBezTo>
                          <a:lnTo>
                            <a:pt x="101442" y="65532"/>
                          </a:lnTo>
                          <a:cubicBezTo>
                            <a:pt x="100013" y="66294"/>
                            <a:pt x="98489" y="67342"/>
                            <a:pt x="97060" y="68199"/>
                          </a:cubicBezTo>
                          <a:lnTo>
                            <a:pt x="92583" y="70866"/>
                          </a:lnTo>
                          <a:cubicBezTo>
                            <a:pt x="90964" y="71914"/>
                            <a:pt x="88869" y="73342"/>
                            <a:pt x="87059" y="74581"/>
                          </a:cubicBezTo>
                          <a:lnTo>
                            <a:pt x="64104" y="90488"/>
                          </a:lnTo>
                          <a:cubicBezTo>
                            <a:pt x="53055" y="98012"/>
                            <a:pt x="41148" y="102775"/>
                            <a:pt x="31147" y="103917"/>
                          </a:cubicBezTo>
                          <a:cubicBezTo>
                            <a:pt x="21146" y="105061"/>
                            <a:pt x="13431" y="102775"/>
                            <a:pt x="10287" y="97059"/>
                          </a:cubicBezTo>
                          <a:lnTo>
                            <a:pt x="1620" y="81534"/>
                          </a:lnTo>
                          <a:cubicBezTo>
                            <a:pt x="-1524" y="76009"/>
                            <a:pt x="96" y="68294"/>
                            <a:pt x="4858" y="60579"/>
                          </a:cubicBezTo>
                          <a:cubicBezTo>
                            <a:pt x="9906" y="52673"/>
                            <a:pt x="17907" y="44386"/>
                            <a:pt x="28575" y="3733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4" name="Forme libre : forme 13893">
                      <a:extLst>
                        <a:ext uri="{FF2B5EF4-FFF2-40B4-BE49-F238E27FC236}">
                          <a16:creationId xmlns:a16="http://schemas.microsoft.com/office/drawing/2014/main" id="{F29972DA-79B3-4280-8C74-B9EE63E3AE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0545" y="3334988"/>
                      <a:ext cx="142909" cy="81819"/>
                    </a:xfrm>
                    <a:custGeom>
                      <a:avLst/>
                      <a:gdLst>
                        <a:gd name="connsiteX0" fmla="*/ 79534 w 142909"/>
                        <a:gd name="connsiteY0" fmla="*/ 29242 h 81819"/>
                        <a:gd name="connsiteX1" fmla="*/ 96108 w 142909"/>
                        <a:gd name="connsiteY1" fmla="*/ 21050 h 81819"/>
                        <a:gd name="connsiteX2" fmla="*/ 114015 w 142909"/>
                        <a:gd name="connsiteY2" fmla="*/ 18479 h 81819"/>
                        <a:gd name="connsiteX3" fmla="*/ 140304 w 142909"/>
                        <a:gd name="connsiteY3" fmla="*/ 29432 h 81819"/>
                        <a:gd name="connsiteX4" fmla="*/ 142494 w 142909"/>
                        <a:gd name="connsiteY4" fmla="*/ 22288 h 81819"/>
                        <a:gd name="connsiteX5" fmla="*/ 140304 w 142909"/>
                        <a:gd name="connsiteY5" fmla="*/ 12763 h 81819"/>
                        <a:gd name="connsiteX6" fmla="*/ 135255 w 142909"/>
                        <a:gd name="connsiteY6" fmla="*/ 7715 h 81819"/>
                        <a:gd name="connsiteX7" fmla="*/ 127635 w 142909"/>
                        <a:gd name="connsiteY7" fmla="*/ 3715 h 81819"/>
                        <a:gd name="connsiteX8" fmla="*/ 106109 w 142909"/>
                        <a:gd name="connsiteY8" fmla="*/ 0 h 81819"/>
                        <a:gd name="connsiteX9" fmla="*/ 81630 w 142909"/>
                        <a:gd name="connsiteY9" fmla="*/ 5429 h 81819"/>
                        <a:gd name="connsiteX10" fmla="*/ 73152 w 142909"/>
                        <a:gd name="connsiteY10" fmla="*/ 9049 h 81819"/>
                        <a:gd name="connsiteX11" fmla="*/ 65437 w 142909"/>
                        <a:gd name="connsiteY11" fmla="*/ 13335 h 81819"/>
                        <a:gd name="connsiteX12" fmla="*/ 57817 w 142909"/>
                        <a:gd name="connsiteY12" fmla="*/ 17812 h 81819"/>
                        <a:gd name="connsiteX13" fmla="*/ 51721 w 142909"/>
                        <a:gd name="connsiteY13" fmla="*/ 21812 h 81819"/>
                        <a:gd name="connsiteX14" fmla="*/ 28385 w 142909"/>
                        <a:gd name="connsiteY14" fmla="*/ 37338 h 81819"/>
                        <a:gd name="connsiteX15" fmla="*/ 4858 w 142909"/>
                        <a:gd name="connsiteY15" fmla="*/ 60388 h 81819"/>
                        <a:gd name="connsiteX16" fmla="*/ 1620 w 142909"/>
                        <a:gd name="connsiteY16" fmla="*/ 81344 h 81819"/>
                        <a:gd name="connsiteX17" fmla="*/ 1905 w 142909"/>
                        <a:gd name="connsiteY17" fmla="*/ 81820 h 81819"/>
                        <a:gd name="connsiteX18" fmla="*/ 41053 w 142909"/>
                        <a:gd name="connsiteY18" fmla="*/ 57055 h 81819"/>
                        <a:gd name="connsiteX19" fmla="*/ 60008 w 142909"/>
                        <a:gd name="connsiteY19" fmla="*/ 43720 h 81819"/>
                        <a:gd name="connsiteX20" fmla="*/ 69342 w 142909"/>
                        <a:gd name="connsiteY20" fmla="*/ 36576 h 81819"/>
                        <a:gd name="connsiteX21" fmla="*/ 79534 w 142909"/>
                        <a:gd name="connsiteY21" fmla="*/ 29242 h 81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42909" h="81819">
                          <a:moveTo>
                            <a:pt x="79534" y="29242"/>
                          </a:moveTo>
                          <a:cubicBezTo>
                            <a:pt x="84487" y="25717"/>
                            <a:pt x="90393" y="23146"/>
                            <a:pt x="96108" y="21050"/>
                          </a:cubicBezTo>
                          <a:cubicBezTo>
                            <a:pt x="102204" y="19526"/>
                            <a:pt x="108109" y="18002"/>
                            <a:pt x="114015" y="18479"/>
                          </a:cubicBezTo>
                          <a:cubicBezTo>
                            <a:pt x="125730" y="18288"/>
                            <a:pt x="135636" y="23717"/>
                            <a:pt x="140304" y="29432"/>
                          </a:cubicBezTo>
                          <a:lnTo>
                            <a:pt x="142494" y="22288"/>
                          </a:lnTo>
                          <a:cubicBezTo>
                            <a:pt x="143447" y="19336"/>
                            <a:pt x="142780" y="16097"/>
                            <a:pt x="140304" y="12763"/>
                          </a:cubicBezTo>
                          <a:cubicBezTo>
                            <a:pt x="139066" y="11049"/>
                            <a:pt x="137351" y="9334"/>
                            <a:pt x="135255" y="7715"/>
                          </a:cubicBezTo>
                          <a:cubicBezTo>
                            <a:pt x="133160" y="6191"/>
                            <a:pt x="130588" y="4953"/>
                            <a:pt x="127635" y="3715"/>
                          </a:cubicBezTo>
                          <a:cubicBezTo>
                            <a:pt x="121539" y="953"/>
                            <a:pt x="114396" y="190"/>
                            <a:pt x="106109" y="0"/>
                          </a:cubicBezTo>
                          <a:cubicBezTo>
                            <a:pt x="98394" y="571"/>
                            <a:pt x="89250" y="1810"/>
                            <a:pt x="81630" y="5429"/>
                          </a:cubicBezTo>
                          <a:lnTo>
                            <a:pt x="73152" y="9049"/>
                          </a:lnTo>
                          <a:cubicBezTo>
                            <a:pt x="70485" y="10382"/>
                            <a:pt x="68009" y="11906"/>
                            <a:pt x="65437" y="13335"/>
                          </a:cubicBezTo>
                          <a:lnTo>
                            <a:pt x="57817" y="17812"/>
                          </a:lnTo>
                          <a:lnTo>
                            <a:pt x="51721" y="21812"/>
                          </a:lnTo>
                          <a:lnTo>
                            <a:pt x="28385" y="37338"/>
                          </a:lnTo>
                          <a:cubicBezTo>
                            <a:pt x="17717" y="44387"/>
                            <a:pt x="9716" y="52673"/>
                            <a:pt x="4858" y="60388"/>
                          </a:cubicBezTo>
                          <a:cubicBezTo>
                            <a:pt x="96" y="68199"/>
                            <a:pt x="-1524" y="75819"/>
                            <a:pt x="1620" y="81344"/>
                          </a:cubicBezTo>
                          <a:lnTo>
                            <a:pt x="1905" y="81820"/>
                          </a:lnTo>
                          <a:cubicBezTo>
                            <a:pt x="15145" y="73628"/>
                            <a:pt x="28290" y="65722"/>
                            <a:pt x="41053" y="57055"/>
                          </a:cubicBezTo>
                          <a:cubicBezTo>
                            <a:pt x="47435" y="52769"/>
                            <a:pt x="53721" y="48292"/>
                            <a:pt x="60008" y="43720"/>
                          </a:cubicBezTo>
                          <a:cubicBezTo>
                            <a:pt x="63056" y="41338"/>
                            <a:pt x="66199" y="39053"/>
                            <a:pt x="69342" y="36576"/>
                          </a:cubicBezTo>
                          <a:cubicBezTo>
                            <a:pt x="72486" y="34290"/>
                            <a:pt x="75915" y="31813"/>
                            <a:pt x="79534" y="29242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5" name="Forme libre : forme 13894">
                      <a:extLst>
                        <a:ext uri="{FF2B5EF4-FFF2-40B4-BE49-F238E27FC236}">
                          <a16:creationId xmlns:a16="http://schemas.microsoft.com/office/drawing/2014/main" id="{76C6A43F-C7BE-4ED1-A8E6-89D41C6E6C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1341" y="3366237"/>
                      <a:ext cx="59133" cy="43128"/>
                    </a:xfrm>
                    <a:custGeom>
                      <a:avLst/>
                      <a:gdLst>
                        <a:gd name="connsiteX0" fmla="*/ 732 w 59133"/>
                        <a:gd name="connsiteY0" fmla="*/ 40570 h 43128"/>
                        <a:gd name="connsiteX1" fmla="*/ 22449 w 59133"/>
                        <a:gd name="connsiteY1" fmla="*/ 11423 h 43128"/>
                        <a:gd name="connsiteX2" fmla="*/ 34165 w 59133"/>
                        <a:gd name="connsiteY2" fmla="*/ 4660 h 43128"/>
                        <a:gd name="connsiteX3" fmla="*/ 45499 w 59133"/>
                        <a:gd name="connsiteY3" fmla="*/ 755 h 43128"/>
                        <a:gd name="connsiteX4" fmla="*/ 54167 w 59133"/>
                        <a:gd name="connsiteY4" fmla="*/ 279 h 43128"/>
                        <a:gd name="connsiteX5" fmla="*/ 58739 w 59133"/>
                        <a:gd name="connsiteY5" fmla="*/ 3327 h 43128"/>
                        <a:gd name="connsiteX6" fmla="*/ 58263 w 59133"/>
                        <a:gd name="connsiteY6" fmla="*/ 8565 h 43128"/>
                        <a:gd name="connsiteX7" fmla="*/ 53881 w 59133"/>
                        <a:gd name="connsiteY7" fmla="*/ 15423 h 43128"/>
                        <a:gd name="connsiteX8" fmla="*/ 46357 w 59133"/>
                        <a:gd name="connsiteY8" fmla="*/ 23043 h 43128"/>
                        <a:gd name="connsiteX9" fmla="*/ 35879 w 59133"/>
                        <a:gd name="connsiteY9" fmla="*/ 31330 h 43128"/>
                        <a:gd name="connsiteX10" fmla="*/ 732 w 59133"/>
                        <a:gd name="connsiteY10" fmla="*/ 40570 h 43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9133" h="43128">
                          <a:moveTo>
                            <a:pt x="732" y="40570"/>
                          </a:moveTo>
                          <a:cubicBezTo>
                            <a:pt x="-2793" y="34950"/>
                            <a:pt x="6732" y="22186"/>
                            <a:pt x="22449" y="11423"/>
                          </a:cubicBezTo>
                          <a:cubicBezTo>
                            <a:pt x="26449" y="8756"/>
                            <a:pt x="30450" y="6470"/>
                            <a:pt x="34165" y="4660"/>
                          </a:cubicBezTo>
                          <a:cubicBezTo>
                            <a:pt x="37784" y="2850"/>
                            <a:pt x="42261" y="1517"/>
                            <a:pt x="45499" y="755"/>
                          </a:cubicBezTo>
                          <a:cubicBezTo>
                            <a:pt x="49024" y="88"/>
                            <a:pt x="51786" y="-293"/>
                            <a:pt x="54167" y="279"/>
                          </a:cubicBezTo>
                          <a:cubicBezTo>
                            <a:pt x="56453" y="850"/>
                            <a:pt x="58072" y="1898"/>
                            <a:pt x="58739" y="3327"/>
                          </a:cubicBezTo>
                          <a:cubicBezTo>
                            <a:pt x="59406" y="4851"/>
                            <a:pt x="59215" y="6660"/>
                            <a:pt x="58263" y="8565"/>
                          </a:cubicBezTo>
                          <a:cubicBezTo>
                            <a:pt x="57310" y="10471"/>
                            <a:pt x="55882" y="13042"/>
                            <a:pt x="53881" y="15423"/>
                          </a:cubicBezTo>
                          <a:cubicBezTo>
                            <a:pt x="51881" y="17995"/>
                            <a:pt x="49500" y="20091"/>
                            <a:pt x="46357" y="23043"/>
                          </a:cubicBezTo>
                          <a:cubicBezTo>
                            <a:pt x="43308" y="25806"/>
                            <a:pt x="39784" y="28663"/>
                            <a:pt x="35879" y="31330"/>
                          </a:cubicBezTo>
                          <a:cubicBezTo>
                            <a:pt x="20449" y="42093"/>
                            <a:pt x="4446" y="46284"/>
                            <a:pt x="732" y="40570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6" name="Forme libre : forme 13895">
                      <a:extLst>
                        <a:ext uri="{FF2B5EF4-FFF2-40B4-BE49-F238E27FC236}">
                          <a16:creationId xmlns:a16="http://schemas.microsoft.com/office/drawing/2014/main" id="{F301BF60-7B14-4A8C-9A08-621CE60F71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884" y="3366332"/>
                      <a:ext cx="48691" cy="21138"/>
                    </a:xfrm>
                    <a:custGeom>
                      <a:avLst/>
                      <a:gdLst>
                        <a:gd name="connsiteX0" fmla="*/ 40196 w 48691"/>
                        <a:gd name="connsiteY0" fmla="*/ 19043 h 21138"/>
                        <a:gd name="connsiteX1" fmla="*/ 47054 w 48691"/>
                        <a:gd name="connsiteY1" fmla="*/ 10090 h 21138"/>
                        <a:gd name="connsiteX2" fmla="*/ 48292 w 48691"/>
                        <a:gd name="connsiteY2" fmla="*/ 3327 h 21138"/>
                        <a:gd name="connsiteX3" fmla="*/ 43720 w 48691"/>
                        <a:gd name="connsiteY3" fmla="*/ 279 h 21138"/>
                        <a:gd name="connsiteX4" fmla="*/ 35052 w 48691"/>
                        <a:gd name="connsiteY4" fmla="*/ 755 h 21138"/>
                        <a:gd name="connsiteX5" fmla="*/ 23717 w 48691"/>
                        <a:gd name="connsiteY5" fmla="*/ 4660 h 21138"/>
                        <a:gd name="connsiteX6" fmla="*/ 12002 w 48691"/>
                        <a:gd name="connsiteY6" fmla="*/ 11423 h 21138"/>
                        <a:gd name="connsiteX7" fmla="*/ 0 w 48691"/>
                        <a:gd name="connsiteY7" fmla="*/ 21139 h 21138"/>
                        <a:gd name="connsiteX8" fmla="*/ 7525 w 48691"/>
                        <a:gd name="connsiteY8" fmla="*/ 17043 h 21138"/>
                        <a:gd name="connsiteX9" fmla="*/ 28099 w 48691"/>
                        <a:gd name="connsiteY9" fmla="*/ 13137 h 21138"/>
                        <a:gd name="connsiteX10" fmla="*/ 40196 w 48691"/>
                        <a:gd name="connsiteY10" fmla="*/ 19043 h 21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8691" h="21138">
                          <a:moveTo>
                            <a:pt x="40196" y="19043"/>
                          </a:moveTo>
                          <a:cubicBezTo>
                            <a:pt x="43244" y="15995"/>
                            <a:pt x="45625" y="12852"/>
                            <a:pt x="47054" y="10090"/>
                          </a:cubicBezTo>
                          <a:cubicBezTo>
                            <a:pt x="48578" y="7518"/>
                            <a:pt x="49149" y="5232"/>
                            <a:pt x="48292" y="3327"/>
                          </a:cubicBezTo>
                          <a:cubicBezTo>
                            <a:pt x="47625" y="1803"/>
                            <a:pt x="46006" y="755"/>
                            <a:pt x="43720" y="279"/>
                          </a:cubicBezTo>
                          <a:cubicBezTo>
                            <a:pt x="41338" y="-293"/>
                            <a:pt x="38576" y="88"/>
                            <a:pt x="35052" y="755"/>
                          </a:cubicBezTo>
                          <a:cubicBezTo>
                            <a:pt x="31718" y="1517"/>
                            <a:pt x="27337" y="2850"/>
                            <a:pt x="23717" y="4660"/>
                          </a:cubicBezTo>
                          <a:cubicBezTo>
                            <a:pt x="19907" y="6470"/>
                            <a:pt x="15907" y="8756"/>
                            <a:pt x="12002" y="11423"/>
                          </a:cubicBezTo>
                          <a:cubicBezTo>
                            <a:pt x="7429" y="14566"/>
                            <a:pt x="3334" y="17900"/>
                            <a:pt x="0" y="21139"/>
                          </a:cubicBezTo>
                          <a:cubicBezTo>
                            <a:pt x="2381" y="19615"/>
                            <a:pt x="4953" y="18186"/>
                            <a:pt x="7525" y="17043"/>
                          </a:cubicBezTo>
                          <a:cubicBezTo>
                            <a:pt x="14859" y="14281"/>
                            <a:pt x="22193" y="12852"/>
                            <a:pt x="28099" y="13137"/>
                          </a:cubicBezTo>
                          <a:cubicBezTo>
                            <a:pt x="34004" y="13137"/>
                            <a:pt x="38576" y="15328"/>
                            <a:pt x="40196" y="19043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7" name="Forme libre : forme 13896">
                      <a:extLst>
                        <a:ext uri="{FF2B5EF4-FFF2-40B4-BE49-F238E27FC236}">
                          <a16:creationId xmlns:a16="http://schemas.microsoft.com/office/drawing/2014/main" id="{981F230C-8920-4EA5-877F-2C80AD4205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6964" y="3365822"/>
                      <a:ext cx="59194" cy="43204"/>
                    </a:xfrm>
                    <a:custGeom>
                      <a:avLst/>
                      <a:gdLst>
                        <a:gd name="connsiteX0" fmla="*/ 727 w 59194"/>
                        <a:gd name="connsiteY0" fmla="*/ 40603 h 43204"/>
                        <a:gd name="connsiteX1" fmla="*/ 22444 w 59194"/>
                        <a:gd name="connsiteY1" fmla="*/ 11647 h 43204"/>
                        <a:gd name="connsiteX2" fmla="*/ 34160 w 59194"/>
                        <a:gd name="connsiteY2" fmla="*/ 4884 h 43204"/>
                        <a:gd name="connsiteX3" fmla="*/ 45304 w 59194"/>
                        <a:gd name="connsiteY3" fmla="*/ 884 h 43204"/>
                        <a:gd name="connsiteX4" fmla="*/ 58734 w 59194"/>
                        <a:gd name="connsiteY4" fmla="*/ 2884 h 43204"/>
                        <a:gd name="connsiteX5" fmla="*/ 54162 w 59194"/>
                        <a:gd name="connsiteY5" fmla="*/ 15362 h 43204"/>
                        <a:gd name="connsiteX6" fmla="*/ 36065 w 59194"/>
                        <a:gd name="connsiteY6" fmla="*/ 31554 h 43204"/>
                        <a:gd name="connsiteX7" fmla="*/ 727 w 59194"/>
                        <a:gd name="connsiteY7" fmla="*/ 40603 h 43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194" h="43204">
                          <a:moveTo>
                            <a:pt x="727" y="40603"/>
                          </a:moveTo>
                          <a:cubicBezTo>
                            <a:pt x="-2798" y="34983"/>
                            <a:pt x="6823" y="22315"/>
                            <a:pt x="22444" y="11647"/>
                          </a:cubicBezTo>
                          <a:cubicBezTo>
                            <a:pt x="26349" y="8980"/>
                            <a:pt x="30350" y="6694"/>
                            <a:pt x="34160" y="4884"/>
                          </a:cubicBezTo>
                          <a:cubicBezTo>
                            <a:pt x="37874" y="3074"/>
                            <a:pt x="41589" y="1741"/>
                            <a:pt x="45304" y="884"/>
                          </a:cubicBezTo>
                          <a:cubicBezTo>
                            <a:pt x="52448" y="-736"/>
                            <a:pt x="57210" y="-164"/>
                            <a:pt x="58734" y="2884"/>
                          </a:cubicBezTo>
                          <a:cubicBezTo>
                            <a:pt x="60163" y="5741"/>
                            <a:pt x="58163" y="10504"/>
                            <a:pt x="54162" y="15362"/>
                          </a:cubicBezTo>
                          <a:cubicBezTo>
                            <a:pt x="50162" y="20029"/>
                            <a:pt x="43875" y="26315"/>
                            <a:pt x="36065" y="31554"/>
                          </a:cubicBezTo>
                          <a:cubicBezTo>
                            <a:pt x="20444" y="42317"/>
                            <a:pt x="4346" y="46318"/>
                            <a:pt x="727" y="4060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8" name="Forme libre : forme 13897">
                      <a:extLst>
                        <a:ext uri="{FF2B5EF4-FFF2-40B4-BE49-F238E27FC236}">
                          <a16:creationId xmlns:a16="http://schemas.microsoft.com/office/drawing/2014/main" id="{D7F38D70-D53E-4507-83FC-04AAC12575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3722" y="3345292"/>
                      <a:ext cx="86075" cy="44036"/>
                    </a:xfrm>
                    <a:custGeom>
                      <a:avLst/>
                      <a:gdLst>
                        <a:gd name="connsiteX0" fmla="*/ 84837 w 86075"/>
                        <a:gd name="connsiteY0" fmla="*/ 15032 h 44036"/>
                        <a:gd name="connsiteX1" fmla="*/ 81218 w 86075"/>
                        <a:gd name="connsiteY1" fmla="*/ 4364 h 44036"/>
                        <a:gd name="connsiteX2" fmla="*/ 37593 w 86075"/>
                        <a:gd name="connsiteY2" fmla="*/ 6364 h 44036"/>
                        <a:gd name="connsiteX3" fmla="*/ 27592 w 86075"/>
                        <a:gd name="connsiteY3" fmla="*/ 11413 h 44036"/>
                        <a:gd name="connsiteX4" fmla="*/ 19496 w 86075"/>
                        <a:gd name="connsiteY4" fmla="*/ 16651 h 44036"/>
                        <a:gd name="connsiteX5" fmla="*/ 6066 w 86075"/>
                        <a:gd name="connsiteY5" fmla="*/ 28367 h 44036"/>
                        <a:gd name="connsiteX6" fmla="*/ 2637 w 86075"/>
                        <a:gd name="connsiteY6" fmla="*/ 43702 h 44036"/>
                        <a:gd name="connsiteX7" fmla="*/ 15781 w 86075"/>
                        <a:gd name="connsiteY7" fmla="*/ 41702 h 44036"/>
                        <a:gd name="connsiteX8" fmla="*/ 47500 w 86075"/>
                        <a:gd name="connsiteY8" fmla="*/ 36463 h 44036"/>
                        <a:gd name="connsiteX9" fmla="*/ 63216 w 86075"/>
                        <a:gd name="connsiteY9" fmla="*/ 37892 h 44036"/>
                        <a:gd name="connsiteX10" fmla="*/ 71788 w 86075"/>
                        <a:gd name="connsiteY10" fmla="*/ 37797 h 44036"/>
                        <a:gd name="connsiteX11" fmla="*/ 79789 w 86075"/>
                        <a:gd name="connsiteY11" fmla="*/ 35606 h 44036"/>
                        <a:gd name="connsiteX12" fmla="*/ 86076 w 86075"/>
                        <a:gd name="connsiteY12" fmla="*/ 25700 h 44036"/>
                        <a:gd name="connsiteX13" fmla="*/ 84837 w 86075"/>
                        <a:gd name="connsiteY13" fmla="*/ 15032 h 44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6075" h="44036">
                          <a:moveTo>
                            <a:pt x="84837" y="15032"/>
                          </a:moveTo>
                          <a:cubicBezTo>
                            <a:pt x="84742" y="11317"/>
                            <a:pt x="84837" y="7507"/>
                            <a:pt x="81218" y="4364"/>
                          </a:cubicBezTo>
                          <a:cubicBezTo>
                            <a:pt x="74074" y="-2399"/>
                            <a:pt x="53977" y="-970"/>
                            <a:pt x="37593" y="6364"/>
                          </a:cubicBezTo>
                          <a:cubicBezTo>
                            <a:pt x="34260" y="7888"/>
                            <a:pt x="30926" y="9603"/>
                            <a:pt x="27592" y="11413"/>
                          </a:cubicBezTo>
                          <a:cubicBezTo>
                            <a:pt x="24449" y="13222"/>
                            <a:pt x="22068" y="14841"/>
                            <a:pt x="19496" y="16651"/>
                          </a:cubicBezTo>
                          <a:cubicBezTo>
                            <a:pt x="14352" y="20271"/>
                            <a:pt x="9780" y="24176"/>
                            <a:pt x="6066" y="28367"/>
                          </a:cubicBezTo>
                          <a:cubicBezTo>
                            <a:pt x="541" y="34654"/>
                            <a:pt x="-2507" y="42083"/>
                            <a:pt x="2637" y="43702"/>
                          </a:cubicBezTo>
                          <a:cubicBezTo>
                            <a:pt x="5780" y="44750"/>
                            <a:pt x="11019" y="43131"/>
                            <a:pt x="15781" y="41702"/>
                          </a:cubicBezTo>
                          <a:cubicBezTo>
                            <a:pt x="27021" y="38559"/>
                            <a:pt x="37879" y="36273"/>
                            <a:pt x="47500" y="36463"/>
                          </a:cubicBezTo>
                          <a:cubicBezTo>
                            <a:pt x="51595" y="36844"/>
                            <a:pt x="57310" y="37035"/>
                            <a:pt x="63216" y="37892"/>
                          </a:cubicBezTo>
                          <a:cubicBezTo>
                            <a:pt x="66168" y="38178"/>
                            <a:pt x="69026" y="38178"/>
                            <a:pt x="71788" y="37797"/>
                          </a:cubicBezTo>
                          <a:cubicBezTo>
                            <a:pt x="74551" y="37797"/>
                            <a:pt x="77218" y="37130"/>
                            <a:pt x="79789" y="35606"/>
                          </a:cubicBezTo>
                          <a:cubicBezTo>
                            <a:pt x="84361" y="33606"/>
                            <a:pt x="85885" y="29891"/>
                            <a:pt x="86076" y="25700"/>
                          </a:cubicBezTo>
                          <a:cubicBezTo>
                            <a:pt x="86076" y="21795"/>
                            <a:pt x="84837" y="17604"/>
                            <a:pt x="84837" y="1503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9" name="Forme libre : forme 13898">
                      <a:extLst>
                        <a:ext uri="{FF2B5EF4-FFF2-40B4-BE49-F238E27FC236}">
                          <a16:creationId xmlns:a16="http://schemas.microsoft.com/office/drawing/2014/main" id="{82075E9C-9B79-4637-A614-665CD52DD5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6287" y="3371754"/>
                      <a:ext cx="20606" cy="18899"/>
                    </a:xfrm>
                    <a:custGeom>
                      <a:avLst/>
                      <a:gdLst>
                        <a:gd name="connsiteX0" fmla="*/ 19795 w 20606"/>
                        <a:gd name="connsiteY0" fmla="*/ 4382 h 18899"/>
                        <a:gd name="connsiteX1" fmla="*/ 20557 w 20606"/>
                        <a:gd name="connsiteY1" fmla="*/ 1524 h 18899"/>
                        <a:gd name="connsiteX2" fmla="*/ 17604 w 20606"/>
                        <a:gd name="connsiteY2" fmla="*/ 0 h 18899"/>
                        <a:gd name="connsiteX3" fmla="*/ 13223 w 20606"/>
                        <a:gd name="connsiteY3" fmla="*/ 1524 h 18899"/>
                        <a:gd name="connsiteX4" fmla="*/ 3888 w 20606"/>
                        <a:gd name="connsiteY4" fmla="*/ 8382 h 18899"/>
                        <a:gd name="connsiteX5" fmla="*/ 1126 w 20606"/>
                        <a:gd name="connsiteY5" fmla="*/ 11811 h 18899"/>
                        <a:gd name="connsiteX6" fmla="*/ 7603 w 20606"/>
                        <a:gd name="connsiteY6" fmla="*/ 16859 h 18899"/>
                        <a:gd name="connsiteX7" fmla="*/ 19795 w 20606"/>
                        <a:gd name="connsiteY7" fmla="*/ 4382 h 18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606" h="18899">
                          <a:moveTo>
                            <a:pt x="19795" y="4382"/>
                          </a:moveTo>
                          <a:cubicBezTo>
                            <a:pt x="20366" y="3429"/>
                            <a:pt x="20747" y="2381"/>
                            <a:pt x="20557" y="1524"/>
                          </a:cubicBezTo>
                          <a:cubicBezTo>
                            <a:pt x="20366" y="667"/>
                            <a:pt x="19223" y="0"/>
                            <a:pt x="17604" y="0"/>
                          </a:cubicBezTo>
                          <a:cubicBezTo>
                            <a:pt x="16080" y="95"/>
                            <a:pt x="14461" y="667"/>
                            <a:pt x="13223" y="1524"/>
                          </a:cubicBezTo>
                          <a:cubicBezTo>
                            <a:pt x="9794" y="3715"/>
                            <a:pt x="6555" y="5810"/>
                            <a:pt x="3888" y="8382"/>
                          </a:cubicBezTo>
                          <a:cubicBezTo>
                            <a:pt x="2840" y="9525"/>
                            <a:pt x="1793" y="10668"/>
                            <a:pt x="1126" y="11811"/>
                          </a:cubicBezTo>
                          <a:cubicBezTo>
                            <a:pt x="-1636" y="16574"/>
                            <a:pt x="745" y="21908"/>
                            <a:pt x="7603" y="16859"/>
                          </a:cubicBezTo>
                          <a:cubicBezTo>
                            <a:pt x="13032" y="13811"/>
                            <a:pt x="17509" y="8001"/>
                            <a:pt x="19795" y="438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0" name="Forme libre : forme 13899">
                      <a:extLst>
                        <a:ext uri="{FF2B5EF4-FFF2-40B4-BE49-F238E27FC236}">
                          <a16:creationId xmlns:a16="http://schemas.microsoft.com/office/drawing/2014/main" id="{5CE68F2E-37DA-4AB8-965D-E6873A9B1B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5553" y="3374135"/>
                      <a:ext cx="23185" cy="42386"/>
                    </a:xfrm>
                    <a:custGeom>
                      <a:avLst/>
                      <a:gdLst>
                        <a:gd name="connsiteX0" fmla="*/ 1659 w 23185"/>
                        <a:gd name="connsiteY0" fmla="*/ 42386 h 42386"/>
                        <a:gd name="connsiteX1" fmla="*/ 421 w 23185"/>
                        <a:gd name="connsiteY1" fmla="*/ 31433 h 42386"/>
                        <a:gd name="connsiteX2" fmla="*/ 23186 w 23185"/>
                        <a:gd name="connsiteY2" fmla="*/ 0 h 42386"/>
                        <a:gd name="connsiteX3" fmla="*/ 11470 w 23185"/>
                        <a:gd name="connsiteY3" fmla="*/ 13811 h 42386"/>
                        <a:gd name="connsiteX4" fmla="*/ 1659 w 23185"/>
                        <a:gd name="connsiteY4" fmla="*/ 42386 h 42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185" h="42386">
                          <a:moveTo>
                            <a:pt x="1659" y="42386"/>
                          </a:moveTo>
                          <a:cubicBezTo>
                            <a:pt x="1659" y="42386"/>
                            <a:pt x="-1008" y="38576"/>
                            <a:pt x="421" y="31433"/>
                          </a:cubicBezTo>
                          <a:cubicBezTo>
                            <a:pt x="1850" y="24289"/>
                            <a:pt x="6993" y="14288"/>
                            <a:pt x="23186" y="0"/>
                          </a:cubicBezTo>
                          <a:cubicBezTo>
                            <a:pt x="23186" y="0"/>
                            <a:pt x="17090" y="5810"/>
                            <a:pt x="11470" y="13811"/>
                          </a:cubicBezTo>
                          <a:cubicBezTo>
                            <a:pt x="5850" y="21908"/>
                            <a:pt x="421" y="32099"/>
                            <a:pt x="1659" y="423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1" name="Forme libre : forme 13900">
                      <a:extLst>
                        <a:ext uri="{FF2B5EF4-FFF2-40B4-BE49-F238E27FC236}">
                          <a16:creationId xmlns:a16="http://schemas.microsoft.com/office/drawing/2014/main" id="{80411FAB-3DC7-4E57-ADB8-F50BC956BE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3606" y="3371373"/>
                      <a:ext cx="32479" cy="26384"/>
                    </a:xfrm>
                    <a:custGeom>
                      <a:avLst/>
                      <a:gdLst>
                        <a:gd name="connsiteX0" fmla="*/ 0 w 32479"/>
                        <a:gd name="connsiteY0" fmla="*/ 26384 h 26384"/>
                        <a:gd name="connsiteX1" fmla="*/ 4191 w 32479"/>
                        <a:gd name="connsiteY1" fmla="*/ 24003 h 26384"/>
                        <a:gd name="connsiteX2" fmla="*/ 13144 w 32479"/>
                        <a:gd name="connsiteY2" fmla="*/ 18669 h 26384"/>
                        <a:gd name="connsiteX3" fmla="*/ 18192 w 32479"/>
                        <a:gd name="connsiteY3" fmla="*/ 15240 h 26384"/>
                        <a:gd name="connsiteX4" fmla="*/ 23241 w 32479"/>
                        <a:gd name="connsiteY4" fmla="*/ 11430 h 26384"/>
                        <a:gd name="connsiteX5" fmla="*/ 32480 w 32479"/>
                        <a:gd name="connsiteY5" fmla="*/ 0 h 26384"/>
                        <a:gd name="connsiteX6" fmla="*/ 30194 w 32479"/>
                        <a:gd name="connsiteY6" fmla="*/ 2572 h 26384"/>
                        <a:gd name="connsiteX7" fmla="*/ 23622 w 32479"/>
                        <a:gd name="connsiteY7" fmla="*/ 8667 h 26384"/>
                        <a:gd name="connsiteX8" fmla="*/ 19145 w 32479"/>
                        <a:gd name="connsiteY8" fmla="*/ 12382 h 26384"/>
                        <a:gd name="connsiteX9" fmla="*/ 13906 w 32479"/>
                        <a:gd name="connsiteY9" fmla="*/ 16669 h 26384"/>
                        <a:gd name="connsiteX10" fmla="*/ 7715 w 32479"/>
                        <a:gd name="connsiteY10" fmla="*/ 21241 h 26384"/>
                        <a:gd name="connsiteX11" fmla="*/ 0 w 32479"/>
                        <a:gd name="connsiteY11" fmla="*/ 26384 h 26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2479" h="26384">
                          <a:moveTo>
                            <a:pt x="0" y="26384"/>
                          </a:moveTo>
                          <a:cubicBezTo>
                            <a:pt x="0" y="26384"/>
                            <a:pt x="1714" y="25622"/>
                            <a:pt x="4191" y="24003"/>
                          </a:cubicBezTo>
                          <a:cubicBezTo>
                            <a:pt x="6667" y="22574"/>
                            <a:pt x="9811" y="20955"/>
                            <a:pt x="13144" y="18669"/>
                          </a:cubicBezTo>
                          <a:cubicBezTo>
                            <a:pt x="14764" y="17812"/>
                            <a:pt x="16478" y="16669"/>
                            <a:pt x="18192" y="15240"/>
                          </a:cubicBezTo>
                          <a:cubicBezTo>
                            <a:pt x="19907" y="14002"/>
                            <a:pt x="21526" y="12954"/>
                            <a:pt x="23241" y="11430"/>
                          </a:cubicBezTo>
                          <a:cubicBezTo>
                            <a:pt x="26765" y="8096"/>
                            <a:pt x="30004" y="5239"/>
                            <a:pt x="32480" y="0"/>
                          </a:cubicBezTo>
                          <a:cubicBezTo>
                            <a:pt x="32480" y="0"/>
                            <a:pt x="31718" y="1048"/>
                            <a:pt x="30194" y="2572"/>
                          </a:cubicBezTo>
                          <a:cubicBezTo>
                            <a:pt x="28480" y="4191"/>
                            <a:pt x="26194" y="6382"/>
                            <a:pt x="23622" y="8667"/>
                          </a:cubicBezTo>
                          <a:cubicBezTo>
                            <a:pt x="22193" y="9906"/>
                            <a:pt x="20764" y="11239"/>
                            <a:pt x="19145" y="12382"/>
                          </a:cubicBezTo>
                          <a:cubicBezTo>
                            <a:pt x="17526" y="13716"/>
                            <a:pt x="15716" y="15430"/>
                            <a:pt x="13906" y="16669"/>
                          </a:cubicBezTo>
                          <a:cubicBezTo>
                            <a:pt x="12097" y="17812"/>
                            <a:pt x="10001" y="19717"/>
                            <a:pt x="7715" y="21241"/>
                          </a:cubicBezTo>
                          <a:cubicBezTo>
                            <a:pt x="5524" y="22574"/>
                            <a:pt x="2953" y="24670"/>
                            <a:pt x="0" y="263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2" name="Forme libre : forme 13901">
                      <a:extLst>
                        <a:ext uri="{FF2B5EF4-FFF2-40B4-BE49-F238E27FC236}">
                          <a16:creationId xmlns:a16="http://schemas.microsoft.com/office/drawing/2014/main" id="{E4E17729-BAE3-4C20-969E-283FFFBD5A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6264" y="3388980"/>
                      <a:ext cx="23243" cy="13975"/>
                    </a:xfrm>
                    <a:custGeom>
                      <a:avLst/>
                      <a:gdLst>
                        <a:gd name="connsiteX0" fmla="*/ 1 w 23243"/>
                        <a:gd name="connsiteY0" fmla="*/ 12302 h 13975"/>
                        <a:gd name="connsiteX1" fmla="*/ 11717 w 23243"/>
                        <a:gd name="connsiteY1" fmla="*/ 2491 h 13975"/>
                        <a:gd name="connsiteX2" fmla="*/ 23242 w 23243"/>
                        <a:gd name="connsiteY2" fmla="*/ 1634 h 13975"/>
                        <a:gd name="connsiteX3" fmla="*/ 11526 w 23243"/>
                        <a:gd name="connsiteY3" fmla="*/ 11540 h 13975"/>
                        <a:gd name="connsiteX4" fmla="*/ 1 w 23243"/>
                        <a:gd name="connsiteY4" fmla="*/ 12302 h 13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243" h="13975">
                          <a:moveTo>
                            <a:pt x="1" y="12302"/>
                          </a:moveTo>
                          <a:cubicBezTo>
                            <a:pt x="97" y="9825"/>
                            <a:pt x="5335" y="5444"/>
                            <a:pt x="11717" y="2491"/>
                          </a:cubicBezTo>
                          <a:cubicBezTo>
                            <a:pt x="18099" y="-462"/>
                            <a:pt x="23338" y="-843"/>
                            <a:pt x="23242" y="1634"/>
                          </a:cubicBezTo>
                          <a:cubicBezTo>
                            <a:pt x="23147" y="4110"/>
                            <a:pt x="18004" y="8492"/>
                            <a:pt x="11526" y="11540"/>
                          </a:cubicBezTo>
                          <a:cubicBezTo>
                            <a:pt x="5145" y="14493"/>
                            <a:pt x="-94" y="14778"/>
                            <a:pt x="1" y="1230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3" name="Forme libre : forme 13902">
                      <a:extLst>
                        <a:ext uri="{FF2B5EF4-FFF2-40B4-BE49-F238E27FC236}">
                          <a16:creationId xmlns:a16="http://schemas.microsoft.com/office/drawing/2014/main" id="{451BA5CB-08B4-4BCB-B334-14ED683DFA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3526" y="3399708"/>
                      <a:ext cx="6203" cy="4929"/>
                    </a:xfrm>
                    <a:custGeom>
                      <a:avLst/>
                      <a:gdLst>
                        <a:gd name="connsiteX0" fmla="*/ 167 w 6203"/>
                        <a:gd name="connsiteY0" fmla="*/ 4431 h 4929"/>
                        <a:gd name="connsiteX1" fmla="*/ 2167 w 6203"/>
                        <a:gd name="connsiteY1" fmla="*/ 1002 h 4929"/>
                        <a:gd name="connsiteX2" fmla="*/ 6072 w 6203"/>
                        <a:gd name="connsiteY2" fmla="*/ 430 h 4929"/>
                        <a:gd name="connsiteX3" fmla="*/ 4072 w 6203"/>
                        <a:gd name="connsiteY3" fmla="*/ 3859 h 4929"/>
                        <a:gd name="connsiteX4" fmla="*/ 167 w 6203"/>
                        <a:gd name="connsiteY4" fmla="*/ 4431 h 4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03" h="4929">
                          <a:moveTo>
                            <a:pt x="167" y="4431"/>
                          </a:moveTo>
                          <a:cubicBezTo>
                            <a:pt x="-405" y="3669"/>
                            <a:pt x="548" y="2145"/>
                            <a:pt x="2167" y="1002"/>
                          </a:cubicBezTo>
                          <a:cubicBezTo>
                            <a:pt x="3786" y="-46"/>
                            <a:pt x="5596" y="-331"/>
                            <a:pt x="6072" y="430"/>
                          </a:cubicBezTo>
                          <a:cubicBezTo>
                            <a:pt x="6548" y="1192"/>
                            <a:pt x="5691" y="2716"/>
                            <a:pt x="4072" y="3859"/>
                          </a:cubicBezTo>
                          <a:cubicBezTo>
                            <a:pt x="2453" y="5003"/>
                            <a:pt x="738" y="5288"/>
                            <a:pt x="167" y="44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4" name="Forme libre : forme 13903">
                      <a:extLst>
                        <a:ext uri="{FF2B5EF4-FFF2-40B4-BE49-F238E27FC236}">
                          <a16:creationId xmlns:a16="http://schemas.microsoft.com/office/drawing/2014/main" id="{841D9B88-F0DC-4EA2-8F3F-2182AD3DCC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5805" y="3403690"/>
                      <a:ext cx="63936" cy="26774"/>
                    </a:xfrm>
                    <a:custGeom>
                      <a:avLst/>
                      <a:gdLst>
                        <a:gd name="connsiteX0" fmla="*/ 13029 w 63936"/>
                        <a:gd name="connsiteY0" fmla="*/ 25976 h 26774"/>
                        <a:gd name="connsiteX1" fmla="*/ 646 w 63936"/>
                        <a:gd name="connsiteY1" fmla="*/ 15594 h 26774"/>
                        <a:gd name="connsiteX2" fmla="*/ 2551 w 63936"/>
                        <a:gd name="connsiteY2" fmla="*/ 9022 h 26774"/>
                        <a:gd name="connsiteX3" fmla="*/ 10648 w 63936"/>
                        <a:gd name="connsiteY3" fmla="*/ 7498 h 26774"/>
                        <a:gd name="connsiteX4" fmla="*/ 31602 w 63936"/>
                        <a:gd name="connsiteY4" fmla="*/ 10641 h 26774"/>
                        <a:gd name="connsiteX5" fmla="*/ 63797 w 63936"/>
                        <a:gd name="connsiteY5" fmla="*/ 2164 h 26774"/>
                        <a:gd name="connsiteX6" fmla="*/ 31222 w 63936"/>
                        <a:gd name="connsiteY6" fmla="*/ 24738 h 26774"/>
                        <a:gd name="connsiteX7" fmla="*/ 13029 w 63936"/>
                        <a:gd name="connsiteY7" fmla="*/ 25976 h 26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3936" h="26774">
                          <a:moveTo>
                            <a:pt x="13029" y="25976"/>
                          </a:moveTo>
                          <a:cubicBezTo>
                            <a:pt x="6647" y="24262"/>
                            <a:pt x="3123" y="20166"/>
                            <a:pt x="646" y="15594"/>
                          </a:cubicBezTo>
                          <a:cubicBezTo>
                            <a:pt x="-306" y="13879"/>
                            <a:pt x="-592" y="11212"/>
                            <a:pt x="2551" y="9022"/>
                          </a:cubicBezTo>
                          <a:cubicBezTo>
                            <a:pt x="5409" y="7021"/>
                            <a:pt x="8552" y="6926"/>
                            <a:pt x="10648" y="7498"/>
                          </a:cubicBezTo>
                          <a:cubicBezTo>
                            <a:pt x="17220" y="9022"/>
                            <a:pt x="22554" y="12546"/>
                            <a:pt x="31602" y="10641"/>
                          </a:cubicBezTo>
                          <a:cubicBezTo>
                            <a:pt x="37413" y="9402"/>
                            <a:pt x="66178" y="-5457"/>
                            <a:pt x="63797" y="2164"/>
                          </a:cubicBezTo>
                          <a:cubicBezTo>
                            <a:pt x="61606" y="9593"/>
                            <a:pt x="39127" y="22261"/>
                            <a:pt x="31222" y="24738"/>
                          </a:cubicBezTo>
                          <a:cubicBezTo>
                            <a:pt x="24173" y="27024"/>
                            <a:pt x="17886" y="27310"/>
                            <a:pt x="13029" y="2597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91" name="Graphique 1">
                    <a:extLst>
                      <a:ext uri="{FF2B5EF4-FFF2-40B4-BE49-F238E27FC236}">
                        <a16:creationId xmlns:a16="http://schemas.microsoft.com/office/drawing/2014/main" id="{5FC5CF1B-9BFE-49F1-B9DB-625E79BB6D0F}"/>
                      </a:ext>
                    </a:extLst>
                  </p:cNvPr>
                  <p:cNvGrpSpPr/>
                  <p:nvPr/>
                </p:nvGrpSpPr>
                <p:grpSpPr>
                  <a:xfrm>
                    <a:off x="4187415" y="3407802"/>
                    <a:ext cx="154785" cy="73279"/>
                    <a:chOff x="4187415" y="3407802"/>
                    <a:chExt cx="154785" cy="73279"/>
                  </a:xfrm>
                  <a:solidFill>
                    <a:schemeClr val="accent1"/>
                  </a:solidFill>
                </p:grpSpPr>
                <p:sp>
                  <p:nvSpPr>
                    <p:cNvPr id="13881" name="Forme libre : forme 13880">
                      <a:extLst>
                        <a:ext uri="{FF2B5EF4-FFF2-40B4-BE49-F238E27FC236}">
                          <a16:creationId xmlns:a16="http://schemas.microsoft.com/office/drawing/2014/main" id="{CDF7BD13-BA13-42CD-B293-B5E91A6AE7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7415" y="3407802"/>
                      <a:ext cx="154785" cy="73279"/>
                    </a:xfrm>
                    <a:custGeom>
                      <a:avLst/>
                      <a:gdLst>
                        <a:gd name="connsiteX0" fmla="*/ 58834 w 154785"/>
                        <a:gd name="connsiteY0" fmla="*/ 5577 h 73279"/>
                        <a:gd name="connsiteX1" fmla="*/ 67311 w 154785"/>
                        <a:gd name="connsiteY1" fmla="*/ 7196 h 73279"/>
                        <a:gd name="connsiteX2" fmla="*/ 76360 w 154785"/>
                        <a:gd name="connsiteY2" fmla="*/ 7482 h 73279"/>
                        <a:gd name="connsiteX3" fmla="*/ 96267 w 154785"/>
                        <a:gd name="connsiteY3" fmla="*/ 4053 h 73279"/>
                        <a:gd name="connsiteX4" fmla="*/ 111031 w 154785"/>
                        <a:gd name="connsiteY4" fmla="*/ 1005 h 73279"/>
                        <a:gd name="connsiteX5" fmla="*/ 125223 w 154785"/>
                        <a:gd name="connsiteY5" fmla="*/ 148 h 73279"/>
                        <a:gd name="connsiteX6" fmla="*/ 144654 w 154785"/>
                        <a:gd name="connsiteY6" fmla="*/ 8625 h 73279"/>
                        <a:gd name="connsiteX7" fmla="*/ 153322 w 154785"/>
                        <a:gd name="connsiteY7" fmla="*/ 24151 h 73279"/>
                        <a:gd name="connsiteX8" fmla="*/ 148083 w 154785"/>
                        <a:gd name="connsiteY8" fmla="*/ 45772 h 73279"/>
                        <a:gd name="connsiteX9" fmla="*/ 134748 w 154785"/>
                        <a:gd name="connsiteY9" fmla="*/ 57583 h 73279"/>
                        <a:gd name="connsiteX10" fmla="*/ 114650 w 154785"/>
                        <a:gd name="connsiteY10" fmla="*/ 66727 h 73279"/>
                        <a:gd name="connsiteX11" fmla="*/ 79598 w 154785"/>
                        <a:gd name="connsiteY11" fmla="*/ 73109 h 73279"/>
                        <a:gd name="connsiteX12" fmla="*/ 60739 w 154785"/>
                        <a:gd name="connsiteY12" fmla="*/ 72728 h 73279"/>
                        <a:gd name="connsiteX13" fmla="*/ 41784 w 154785"/>
                        <a:gd name="connsiteY13" fmla="*/ 69394 h 73279"/>
                        <a:gd name="connsiteX14" fmla="*/ 19020 w 154785"/>
                        <a:gd name="connsiteY14" fmla="*/ 58631 h 73279"/>
                        <a:gd name="connsiteX15" fmla="*/ 5113 w 154785"/>
                        <a:gd name="connsiteY15" fmla="*/ 44153 h 73279"/>
                        <a:gd name="connsiteX16" fmla="*/ 65 w 154785"/>
                        <a:gd name="connsiteY16" fmla="*/ 30723 h 73279"/>
                        <a:gd name="connsiteX17" fmla="*/ 3208 w 154785"/>
                        <a:gd name="connsiteY17" fmla="*/ 20912 h 73279"/>
                        <a:gd name="connsiteX18" fmla="*/ 15686 w 154785"/>
                        <a:gd name="connsiteY18" fmla="*/ 7291 h 73279"/>
                        <a:gd name="connsiteX19" fmla="*/ 24449 w 154785"/>
                        <a:gd name="connsiteY19" fmla="*/ 2529 h 73279"/>
                        <a:gd name="connsiteX20" fmla="*/ 35688 w 154785"/>
                        <a:gd name="connsiteY20" fmla="*/ 1481 h 73279"/>
                        <a:gd name="connsiteX21" fmla="*/ 47499 w 154785"/>
                        <a:gd name="connsiteY21" fmla="*/ 2815 h 73279"/>
                        <a:gd name="connsiteX22" fmla="*/ 58834 w 154785"/>
                        <a:gd name="connsiteY22" fmla="*/ 5577 h 732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54785" h="73279">
                          <a:moveTo>
                            <a:pt x="58834" y="5577"/>
                          </a:moveTo>
                          <a:cubicBezTo>
                            <a:pt x="61501" y="6625"/>
                            <a:pt x="64549" y="6529"/>
                            <a:pt x="67311" y="7196"/>
                          </a:cubicBezTo>
                          <a:cubicBezTo>
                            <a:pt x="70169" y="7863"/>
                            <a:pt x="73312" y="7291"/>
                            <a:pt x="76360" y="7482"/>
                          </a:cubicBezTo>
                          <a:cubicBezTo>
                            <a:pt x="82647" y="7196"/>
                            <a:pt x="89219" y="6149"/>
                            <a:pt x="96267" y="4053"/>
                          </a:cubicBezTo>
                          <a:cubicBezTo>
                            <a:pt x="101125" y="3005"/>
                            <a:pt x="106173" y="1291"/>
                            <a:pt x="111031" y="1005"/>
                          </a:cubicBezTo>
                          <a:cubicBezTo>
                            <a:pt x="115984" y="148"/>
                            <a:pt x="120747" y="-233"/>
                            <a:pt x="125223" y="148"/>
                          </a:cubicBezTo>
                          <a:cubicBezTo>
                            <a:pt x="134081" y="338"/>
                            <a:pt x="141416" y="3005"/>
                            <a:pt x="144654" y="8625"/>
                          </a:cubicBezTo>
                          <a:lnTo>
                            <a:pt x="153322" y="24151"/>
                          </a:lnTo>
                          <a:cubicBezTo>
                            <a:pt x="156465" y="29770"/>
                            <a:pt x="154465" y="37581"/>
                            <a:pt x="148083" y="45772"/>
                          </a:cubicBezTo>
                          <a:cubicBezTo>
                            <a:pt x="144654" y="49678"/>
                            <a:pt x="140273" y="53774"/>
                            <a:pt x="134748" y="57583"/>
                          </a:cubicBezTo>
                          <a:cubicBezTo>
                            <a:pt x="128843" y="61012"/>
                            <a:pt x="122556" y="64727"/>
                            <a:pt x="114650" y="66727"/>
                          </a:cubicBezTo>
                          <a:cubicBezTo>
                            <a:pt x="103792" y="70061"/>
                            <a:pt x="91981" y="72347"/>
                            <a:pt x="79598" y="73109"/>
                          </a:cubicBezTo>
                          <a:cubicBezTo>
                            <a:pt x="73312" y="73109"/>
                            <a:pt x="67121" y="73681"/>
                            <a:pt x="60739" y="72728"/>
                          </a:cubicBezTo>
                          <a:cubicBezTo>
                            <a:pt x="54357" y="71680"/>
                            <a:pt x="47880" y="71299"/>
                            <a:pt x="41784" y="69394"/>
                          </a:cubicBezTo>
                          <a:cubicBezTo>
                            <a:pt x="33212" y="66632"/>
                            <a:pt x="24925" y="63584"/>
                            <a:pt x="19020" y="58631"/>
                          </a:cubicBezTo>
                          <a:cubicBezTo>
                            <a:pt x="12828" y="54059"/>
                            <a:pt x="7780" y="49392"/>
                            <a:pt x="5113" y="44153"/>
                          </a:cubicBezTo>
                          <a:cubicBezTo>
                            <a:pt x="2160" y="39200"/>
                            <a:pt x="446" y="34628"/>
                            <a:pt x="65" y="30723"/>
                          </a:cubicBezTo>
                          <a:cubicBezTo>
                            <a:pt x="-316" y="26913"/>
                            <a:pt x="1017" y="23293"/>
                            <a:pt x="3208" y="20912"/>
                          </a:cubicBezTo>
                          <a:lnTo>
                            <a:pt x="15686" y="7291"/>
                          </a:lnTo>
                          <a:cubicBezTo>
                            <a:pt x="17972" y="4720"/>
                            <a:pt x="20829" y="3577"/>
                            <a:pt x="24449" y="2529"/>
                          </a:cubicBezTo>
                          <a:cubicBezTo>
                            <a:pt x="27973" y="1576"/>
                            <a:pt x="31878" y="1195"/>
                            <a:pt x="35688" y="1481"/>
                          </a:cubicBezTo>
                          <a:cubicBezTo>
                            <a:pt x="39498" y="2053"/>
                            <a:pt x="43594" y="2053"/>
                            <a:pt x="47499" y="2815"/>
                          </a:cubicBezTo>
                          <a:cubicBezTo>
                            <a:pt x="51119" y="4053"/>
                            <a:pt x="55119" y="3958"/>
                            <a:pt x="58834" y="5577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2" name="Forme libre : forme 13881">
                      <a:extLst>
                        <a:ext uri="{FF2B5EF4-FFF2-40B4-BE49-F238E27FC236}">
                          <a16:creationId xmlns:a16="http://schemas.microsoft.com/office/drawing/2014/main" id="{1EAC42AC-5F0C-4680-B99B-5DE6F52BE6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2529" y="3407802"/>
                      <a:ext cx="133254" cy="31389"/>
                    </a:xfrm>
                    <a:custGeom>
                      <a:avLst/>
                      <a:gdLst>
                        <a:gd name="connsiteX0" fmla="*/ 78391 w 133254"/>
                        <a:gd name="connsiteY0" fmla="*/ 27103 h 31389"/>
                        <a:gd name="connsiteX1" fmla="*/ 107156 w 133254"/>
                        <a:gd name="connsiteY1" fmla="*/ 17959 h 31389"/>
                        <a:gd name="connsiteX2" fmla="*/ 133255 w 133254"/>
                        <a:gd name="connsiteY2" fmla="*/ 15388 h 31389"/>
                        <a:gd name="connsiteX3" fmla="*/ 129540 w 133254"/>
                        <a:gd name="connsiteY3" fmla="*/ 8625 h 31389"/>
                        <a:gd name="connsiteX4" fmla="*/ 110109 w 133254"/>
                        <a:gd name="connsiteY4" fmla="*/ 148 h 31389"/>
                        <a:gd name="connsiteX5" fmla="*/ 95917 w 133254"/>
                        <a:gd name="connsiteY5" fmla="*/ 1005 h 31389"/>
                        <a:gd name="connsiteX6" fmla="*/ 81153 w 133254"/>
                        <a:gd name="connsiteY6" fmla="*/ 4053 h 31389"/>
                        <a:gd name="connsiteX7" fmla="*/ 61246 w 133254"/>
                        <a:gd name="connsiteY7" fmla="*/ 7482 h 31389"/>
                        <a:gd name="connsiteX8" fmla="*/ 52197 w 133254"/>
                        <a:gd name="connsiteY8" fmla="*/ 7196 h 31389"/>
                        <a:gd name="connsiteX9" fmla="*/ 43720 w 133254"/>
                        <a:gd name="connsiteY9" fmla="*/ 5577 h 31389"/>
                        <a:gd name="connsiteX10" fmla="*/ 32195 w 133254"/>
                        <a:gd name="connsiteY10" fmla="*/ 2815 h 31389"/>
                        <a:gd name="connsiteX11" fmla="*/ 20383 w 133254"/>
                        <a:gd name="connsiteY11" fmla="*/ 1481 h 31389"/>
                        <a:gd name="connsiteX12" fmla="*/ 9144 w 133254"/>
                        <a:gd name="connsiteY12" fmla="*/ 2529 h 31389"/>
                        <a:gd name="connsiteX13" fmla="*/ 381 w 133254"/>
                        <a:gd name="connsiteY13" fmla="*/ 7291 h 31389"/>
                        <a:gd name="connsiteX14" fmla="*/ 0 w 133254"/>
                        <a:gd name="connsiteY14" fmla="*/ 7768 h 31389"/>
                        <a:gd name="connsiteX15" fmla="*/ 8763 w 133254"/>
                        <a:gd name="connsiteY15" fmla="*/ 14435 h 31389"/>
                        <a:gd name="connsiteX16" fmla="*/ 17716 w 133254"/>
                        <a:gd name="connsiteY16" fmla="*/ 20436 h 31389"/>
                        <a:gd name="connsiteX17" fmla="*/ 27051 w 133254"/>
                        <a:gd name="connsiteY17" fmla="*/ 25484 h 31389"/>
                        <a:gd name="connsiteX18" fmla="*/ 36957 w 133254"/>
                        <a:gd name="connsiteY18" fmla="*/ 28818 h 31389"/>
                        <a:gd name="connsiteX19" fmla="*/ 47149 w 133254"/>
                        <a:gd name="connsiteY19" fmla="*/ 30723 h 31389"/>
                        <a:gd name="connsiteX20" fmla="*/ 52292 w 133254"/>
                        <a:gd name="connsiteY20" fmla="*/ 31390 h 31389"/>
                        <a:gd name="connsiteX21" fmla="*/ 57531 w 133254"/>
                        <a:gd name="connsiteY21" fmla="*/ 31104 h 31389"/>
                        <a:gd name="connsiteX22" fmla="*/ 78391 w 133254"/>
                        <a:gd name="connsiteY22" fmla="*/ 27103 h 31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33254" h="31389">
                          <a:moveTo>
                            <a:pt x="78391" y="27103"/>
                          </a:moveTo>
                          <a:cubicBezTo>
                            <a:pt x="87916" y="23293"/>
                            <a:pt x="97727" y="20341"/>
                            <a:pt x="107156" y="17959"/>
                          </a:cubicBezTo>
                          <a:cubicBezTo>
                            <a:pt x="116586" y="15674"/>
                            <a:pt x="125635" y="14435"/>
                            <a:pt x="133255" y="15388"/>
                          </a:cubicBezTo>
                          <a:lnTo>
                            <a:pt x="129540" y="8625"/>
                          </a:lnTo>
                          <a:cubicBezTo>
                            <a:pt x="126397" y="3005"/>
                            <a:pt x="118967" y="338"/>
                            <a:pt x="110109" y="148"/>
                          </a:cubicBezTo>
                          <a:cubicBezTo>
                            <a:pt x="105632" y="-233"/>
                            <a:pt x="100870" y="148"/>
                            <a:pt x="95917" y="1005"/>
                          </a:cubicBezTo>
                          <a:cubicBezTo>
                            <a:pt x="91059" y="1291"/>
                            <a:pt x="86011" y="3005"/>
                            <a:pt x="81153" y="4053"/>
                          </a:cubicBezTo>
                          <a:cubicBezTo>
                            <a:pt x="74200" y="6053"/>
                            <a:pt x="67532" y="7101"/>
                            <a:pt x="61246" y="7482"/>
                          </a:cubicBezTo>
                          <a:cubicBezTo>
                            <a:pt x="58293" y="7196"/>
                            <a:pt x="55054" y="7863"/>
                            <a:pt x="52197" y="7196"/>
                          </a:cubicBezTo>
                          <a:cubicBezTo>
                            <a:pt x="49435" y="6434"/>
                            <a:pt x="46387" y="6625"/>
                            <a:pt x="43720" y="5577"/>
                          </a:cubicBezTo>
                          <a:cubicBezTo>
                            <a:pt x="40005" y="4053"/>
                            <a:pt x="36004" y="4053"/>
                            <a:pt x="32195" y="2815"/>
                          </a:cubicBezTo>
                          <a:cubicBezTo>
                            <a:pt x="28289" y="2053"/>
                            <a:pt x="24194" y="2148"/>
                            <a:pt x="20383" y="1481"/>
                          </a:cubicBezTo>
                          <a:cubicBezTo>
                            <a:pt x="16478" y="1195"/>
                            <a:pt x="12668" y="1576"/>
                            <a:pt x="9144" y="2529"/>
                          </a:cubicBezTo>
                          <a:cubicBezTo>
                            <a:pt x="5620" y="3577"/>
                            <a:pt x="2762" y="4815"/>
                            <a:pt x="381" y="7291"/>
                          </a:cubicBezTo>
                          <a:lnTo>
                            <a:pt x="0" y="7768"/>
                          </a:lnTo>
                          <a:cubicBezTo>
                            <a:pt x="2667" y="10339"/>
                            <a:pt x="5905" y="12149"/>
                            <a:pt x="8763" y="14435"/>
                          </a:cubicBezTo>
                          <a:cubicBezTo>
                            <a:pt x="11716" y="16626"/>
                            <a:pt x="14478" y="19007"/>
                            <a:pt x="17716" y="20436"/>
                          </a:cubicBezTo>
                          <a:lnTo>
                            <a:pt x="27051" y="25484"/>
                          </a:lnTo>
                          <a:lnTo>
                            <a:pt x="36957" y="28818"/>
                          </a:lnTo>
                          <a:cubicBezTo>
                            <a:pt x="40196" y="30247"/>
                            <a:pt x="43815" y="30056"/>
                            <a:pt x="47149" y="30723"/>
                          </a:cubicBezTo>
                          <a:cubicBezTo>
                            <a:pt x="48863" y="30913"/>
                            <a:pt x="50578" y="31199"/>
                            <a:pt x="52292" y="31390"/>
                          </a:cubicBezTo>
                          <a:lnTo>
                            <a:pt x="57531" y="31104"/>
                          </a:lnTo>
                          <a:cubicBezTo>
                            <a:pt x="64579" y="31199"/>
                            <a:pt x="71628" y="29199"/>
                            <a:pt x="78391" y="2710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3" name="Forme libre : forme 13882">
                      <a:extLst>
                        <a:ext uri="{FF2B5EF4-FFF2-40B4-BE49-F238E27FC236}">
                          <a16:creationId xmlns:a16="http://schemas.microsoft.com/office/drawing/2014/main" id="{5D9CCA33-6A70-4D68-B7A3-8931435C8C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2508" y="3433356"/>
                      <a:ext cx="66635" cy="25742"/>
                    </a:xfrm>
                    <a:custGeom>
                      <a:avLst/>
                      <a:gdLst>
                        <a:gd name="connsiteX0" fmla="*/ 500 w 66635"/>
                        <a:gd name="connsiteY0" fmla="*/ 4787 h 25742"/>
                        <a:gd name="connsiteX1" fmla="*/ 4881 w 66635"/>
                        <a:gd name="connsiteY1" fmla="*/ 1549 h 25742"/>
                        <a:gd name="connsiteX2" fmla="*/ 12597 w 66635"/>
                        <a:gd name="connsiteY2" fmla="*/ 120 h 25742"/>
                        <a:gd name="connsiteX3" fmla="*/ 22312 w 66635"/>
                        <a:gd name="connsiteY3" fmla="*/ 215 h 25742"/>
                        <a:gd name="connsiteX4" fmla="*/ 33647 w 66635"/>
                        <a:gd name="connsiteY4" fmla="*/ 882 h 25742"/>
                        <a:gd name="connsiteX5" fmla="*/ 45172 w 66635"/>
                        <a:gd name="connsiteY5" fmla="*/ 1739 h 25742"/>
                        <a:gd name="connsiteX6" fmla="*/ 55269 w 66635"/>
                        <a:gd name="connsiteY6" fmla="*/ 2977 h 25742"/>
                        <a:gd name="connsiteX7" fmla="*/ 62793 w 66635"/>
                        <a:gd name="connsiteY7" fmla="*/ 5358 h 25742"/>
                        <a:gd name="connsiteX8" fmla="*/ 66508 w 66635"/>
                        <a:gd name="connsiteY8" fmla="*/ 9359 h 25742"/>
                        <a:gd name="connsiteX9" fmla="*/ 65079 w 66635"/>
                        <a:gd name="connsiteY9" fmla="*/ 14693 h 25742"/>
                        <a:gd name="connsiteX10" fmla="*/ 58412 w 66635"/>
                        <a:gd name="connsiteY10" fmla="*/ 20217 h 25742"/>
                        <a:gd name="connsiteX11" fmla="*/ 47077 w 66635"/>
                        <a:gd name="connsiteY11" fmla="*/ 24599 h 25742"/>
                        <a:gd name="connsiteX12" fmla="*/ 32218 w 66635"/>
                        <a:gd name="connsiteY12" fmla="*/ 25742 h 25742"/>
                        <a:gd name="connsiteX13" fmla="*/ 17454 w 66635"/>
                        <a:gd name="connsiteY13" fmla="*/ 22789 h 25742"/>
                        <a:gd name="connsiteX14" fmla="*/ 6691 w 66635"/>
                        <a:gd name="connsiteY14" fmla="*/ 16884 h 25742"/>
                        <a:gd name="connsiteX15" fmla="*/ 881 w 66635"/>
                        <a:gd name="connsiteY15" fmla="*/ 10502 h 25742"/>
                        <a:gd name="connsiteX16" fmla="*/ 500 w 66635"/>
                        <a:gd name="connsiteY16" fmla="*/ 4787 h 2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66635" h="25742">
                          <a:moveTo>
                            <a:pt x="500" y="4787"/>
                          </a:moveTo>
                          <a:cubicBezTo>
                            <a:pt x="1262" y="3263"/>
                            <a:pt x="2786" y="2215"/>
                            <a:pt x="4881" y="1549"/>
                          </a:cubicBezTo>
                          <a:cubicBezTo>
                            <a:pt x="6882" y="1072"/>
                            <a:pt x="9644" y="215"/>
                            <a:pt x="12597" y="120"/>
                          </a:cubicBezTo>
                          <a:cubicBezTo>
                            <a:pt x="15645" y="-261"/>
                            <a:pt x="18788" y="406"/>
                            <a:pt x="22312" y="215"/>
                          </a:cubicBezTo>
                          <a:cubicBezTo>
                            <a:pt x="25932" y="24"/>
                            <a:pt x="29646" y="596"/>
                            <a:pt x="33647" y="882"/>
                          </a:cubicBezTo>
                          <a:cubicBezTo>
                            <a:pt x="37743" y="787"/>
                            <a:pt x="41553" y="1263"/>
                            <a:pt x="45172" y="1739"/>
                          </a:cubicBezTo>
                          <a:cubicBezTo>
                            <a:pt x="48792" y="1834"/>
                            <a:pt x="52221" y="2215"/>
                            <a:pt x="55269" y="2977"/>
                          </a:cubicBezTo>
                          <a:cubicBezTo>
                            <a:pt x="58317" y="3834"/>
                            <a:pt x="60888" y="4311"/>
                            <a:pt x="62793" y="5358"/>
                          </a:cubicBezTo>
                          <a:cubicBezTo>
                            <a:pt x="64794" y="6406"/>
                            <a:pt x="66127" y="7740"/>
                            <a:pt x="66508" y="9359"/>
                          </a:cubicBezTo>
                          <a:cubicBezTo>
                            <a:pt x="66889" y="10978"/>
                            <a:pt x="66413" y="12788"/>
                            <a:pt x="65079" y="14693"/>
                          </a:cubicBezTo>
                          <a:cubicBezTo>
                            <a:pt x="63651" y="16598"/>
                            <a:pt x="61555" y="18694"/>
                            <a:pt x="58412" y="20217"/>
                          </a:cubicBezTo>
                          <a:cubicBezTo>
                            <a:pt x="55364" y="21837"/>
                            <a:pt x="51459" y="23266"/>
                            <a:pt x="47077" y="24599"/>
                          </a:cubicBezTo>
                          <a:cubicBezTo>
                            <a:pt x="42601" y="25456"/>
                            <a:pt x="37552" y="25742"/>
                            <a:pt x="32218" y="25742"/>
                          </a:cubicBezTo>
                          <a:cubicBezTo>
                            <a:pt x="26884" y="25456"/>
                            <a:pt x="21931" y="24028"/>
                            <a:pt x="17454" y="22789"/>
                          </a:cubicBezTo>
                          <a:cubicBezTo>
                            <a:pt x="13073" y="21551"/>
                            <a:pt x="9549" y="18789"/>
                            <a:pt x="6691" y="16884"/>
                          </a:cubicBezTo>
                          <a:cubicBezTo>
                            <a:pt x="3929" y="14693"/>
                            <a:pt x="1738" y="12788"/>
                            <a:pt x="881" y="10502"/>
                          </a:cubicBezTo>
                          <a:cubicBezTo>
                            <a:pt x="-167" y="8311"/>
                            <a:pt x="-262" y="6311"/>
                            <a:pt x="500" y="478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4" name="Forme libre : forme 13883">
                      <a:extLst>
                        <a:ext uri="{FF2B5EF4-FFF2-40B4-BE49-F238E27FC236}">
                          <a16:creationId xmlns:a16="http://schemas.microsoft.com/office/drawing/2014/main" id="{A4807D7E-6B90-48AA-BB8E-8232E1D964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3010" y="3433675"/>
                      <a:ext cx="46125" cy="22280"/>
                    </a:xfrm>
                    <a:custGeom>
                      <a:avLst/>
                      <a:gdLst>
                        <a:gd name="connsiteX0" fmla="*/ 32766 w 46125"/>
                        <a:gd name="connsiteY0" fmla="*/ 22280 h 22280"/>
                        <a:gd name="connsiteX1" fmla="*/ 43339 w 46125"/>
                        <a:gd name="connsiteY1" fmla="*/ 15899 h 22280"/>
                        <a:gd name="connsiteX2" fmla="*/ 46006 w 46125"/>
                        <a:gd name="connsiteY2" fmla="*/ 9136 h 22280"/>
                        <a:gd name="connsiteX3" fmla="*/ 42291 w 46125"/>
                        <a:gd name="connsiteY3" fmla="*/ 5135 h 22280"/>
                        <a:gd name="connsiteX4" fmla="*/ 34766 w 46125"/>
                        <a:gd name="connsiteY4" fmla="*/ 2754 h 22280"/>
                        <a:gd name="connsiteX5" fmla="*/ 24670 w 46125"/>
                        <a:gd name="connsiteY5" fmla="*/ 1516 h 22280"/>
                        <a:gd name="connsiteX6" fmla="*/ 13145 w 46125"/>
                        <a:gd name="connsiteY6" fmla="*/ 659 h 22280"/>
                        <a:gd name="connsiteX7" fmla="*/ 0 w 46125"/>
                        <a:gd name="connsiteY7" fmla="*/ 87 h 22280"/>
                        <a:gd name="connsiteX8" fmla="*/ 7048 w 46125"/>
                        <a:gd name="connsiteY8" fmla="*/ 2087 h 22280"/>
                        <a:gd name="connsiteX9" fmla="*/ 11621 w 46125"/>
                        <a:gd name="connsiteY9" fmla="*/ 4469 h 22280"/>
                        <a:gd name="connsiteX10" fmla="*/ 16192 w 46125"/>
                        <a:gd name="connsiteY10" fmla="*/ 6469 h 22280"/>
                        <a:gd name="connsiteX11" fmla="*/ 24384 w 46125"/>
                        <a:gd name="connsiteY11" fmla="*/ 11327 h 22280"/>
                        <a:gd name="connsiteX12" fmla="*/ 32766 w 46125"/>
                        <a:gd name="connsiteY12" fmla="*/ 22280 h 22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125" h="22280">
                          <a:moveTo>
                            <a:pt x="32766" y="22280"/>
                          </a:moveTo>
                          <a:cubicBezTo>
                            <a:pt x="37529" y="20471"/>
                            <a:pt x="41243" y="18470"/>
                            <a:pt x="43339" y="15899"/>
                          </a:cubicBezTo>
                          <a:cubicBezTo>
                            <a:pt x="45529" y="13517"/>
                            <a:pt x="46482" y="11136"/>
                            <a:pt x="46006" y="9136"/>
                          </a:cubicBezTo>
                          <a:cubicBezTo>
                            <a:pt x="45529" y="7517"/>
                            <a:pt x="44196" y="6183"/>
                            <a:pt x="42291" y="5135"/>
                          </a:cubicBezTo>
                          <a:cubicBezTo>
                            <a:pt x="40291" y="4088"/>
                            <a:pt x="37719" y="3611"/>
                            <a:pt x="34766" y="2754"/>
                          </a:cubicBezTo>
                          <a:cubicBezTo>
                            <a:pt x="31718" y="2087"/>
                            <a:pt x="28385" y="1611"/>
                            <a:pt x="24670" y="1516"/>
                          </a:cubicBezTo>
                          <a:cubicBezTo>
                            <a:pt x="21050" y="1040"/>
                            <a:pt x="17240" y="563"/>
                            <a:pt x="13145" y="659"/>
                          </a:cubicBezTo>
                          <a:cubicBezTo>
                            <a:pt x="8477" y="278"/>
                            <a:pt x="4191" y="-199"/>
                            <a:pt x="0" y="87"/>
                          </a:cubicBezTo>
                          <a:cubicBezTo>
                            <a:pt x="2477" y="468"/>
                            <a:pt x="4763" y="1135"/>
                            <a:pt x="7048" y="2087"/>
                          </a:cubicBezTo>
                          <a:cubicBezTo>
                            <a:pt x="8572" y="2850"/>
                            <a:pt x="10096" y="3611"/>
                            <a:pt x="11621" y="4469"/>
                          </a:cubicBezTo>
                          <a:cubicBezTo>
                            <a:pt x="13145" y="5040"/>
                            <a:pt x="14669" y="5707"/>
                            <a:pt x="16192" y="6469"/>
                          </a:cubicBezTo>
                          <a:cubicBezTo>
                            <a:pt x="19145" y="7898"/>
                            <a:pt x="21907" y="9612"/>
                            <a:pt x="24384" y="11327"/>
                          </a:cubicBezTo>
                          <a:cubicBezTo>
                            <a:pt x="29337" y="14375"/>
                            <a:pt x="32766" y="17994"/>
                            <a:pt x="32766" y="2228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5" name="Forme libre : forme 13884">
                      <a:extLst>
                        <a:ext uri="{FF2B5EF4-FFF2-40B4-BE49-F238E27FC236}">
                          <a16:creationId xmlns:a16="http://schemas.microsoft.com/office/drawing/2014/main" id="{FBCB5178-3260-458C-A388-59AC8A38F2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0706" y="3429860"/>
                      <a:ext cx="64430" cy="26419"/>
                    </a:xfrm>
                    <a:custGeom>
                      <a:avLst/>
                      <a:gdLst>
                        <a:gd name="connsiteX0" fmla="*/ 588 w 64430"/>
                        <a:gd name="connsiteY0" fmla="*/ 4188 h 26419"/>
                        <a:gd name="connsiteX1" fmla="*/ 5064 w 64430"/>
                        <a:gd name="connsiteY1" fmla="*/ 1045 h 26419"/>
                        <a:gd name="connsiteX2" fmla="*/ 12494 w 64430"/>
                        <a:gd name="connsiteY2" fmla="*/ 92 h 26419"/>
                        <a:gd name="connsiteX3" fmla="*/ 21924 w 64430"/>
                        <a:gd name="connsiteY3" fmla="*/ 473 h 26419"/>
                        <a:gd name="connsiteX4" fmla="*/ 32782 w 64430"/>
                        <a:gd name="connsiteY4" fmla="*/ 1330 h 26419"/>
                        <a:gd name="connsiteX5" fmla="*/ 43831 w 64430"/>
                        <a:gd name="connsiteY5" fmla="*/ 2568 h 26419"/>
                        <a:gd name="connsiteX6" fmla="*/ 53451 w 64430"/>
                        <a:gd name="connsiteY6" fmla="*/ 4188 h 26419"/>
                        <a:gd name="connsiteX7" fmla="*/ 60786 w 64430"/>
                        <a:gd name="connsiteY7" fmla="*/ 7045 h 26419"/>
                        <a:gd name="connsiteX8" fmla="*/ 64310 w 64430"/>
                        <a:gd name="connsiteY8" fmla="*/ 11046 h 26419"/>
                        <a:gd name="connsiteX9" fmla="*/ 56118 w 64430"/>
                        <a:gd name="connsiteY9" fmla="*/ 21523 h 26419"/>
                        <a:gd name="connsiteX10" fmla="*/ 44974 w 64430"/>
                        <a:gd name="connsiteY10" fmla="*/ 25429 h 26419"/>
                        <a:gd name="connsiteX11" fmla="*/ 30496 w 64430"/>
                        <a:gd name="connsiteY11" fmla="*/ 26190 h 26419"/>
                        <a:gd name="connsiteX12" fmla="*/ 16304 w 64430"/>
                        <a:gd name="connsiteY12" fmla="*/ 22762 h 26419"/>
                        <a:gd name="connsiteX13" fmla="*/ 6017 w 64430"/>
                        <a:gd name="connsiteY13" fmla="*/ 16570 h 26419"/>
                        <a:gd name="connsiteX14" fmla="*/ 778 w 64430"/>
                        <a:gd name="connsiteY14" fmla="*/ 9807 h 26419"/>
                        <a:gd name="connsiteX15" fmla="*/ 588 w 64430"/>
                        <a:gd name="connsiteY15" fmla="*/ 4188 h 26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64430" h="26419">
                          <a:moveTo>
                            <a:pt x="588" y="4188"/>
                          </a:moveTo>
                          <a:cubicBezTo>
                            <a:pt x="1445" y="2664"/>
                            <a:pt x="2969" y="1616"/>
                            <a:pt x="5064" y="1045"/>
                          </a:cubicBezTo>
                          <a:cubicBezTo>
                            <a:pt x="7160" y="378"/>
                            <a:pt x="9541" y="568"/>
                            <a:pt x="12494" y="92"/>
                          </a:cubicBezTo>
                          <a:cubicBezTo>
                            <a:pt x="15447" y="-99"/>
                            <a:pt x="18590" y="-3"/>
                            <a:pt x="21924" y="473"/>
                          </a:cubicBezTo>
                          <a:cubicBezTo>
                            <a:pt x="25353" y="759"/>
                            <a:pt x="29067" y="664"/>
                            <a:pt x="32782" y="1330"/>
                          </a:cubicBezTo>
                          <a:cubicBezTo>
                            <a:pt x="36592" y="1902"/>
                            <a:pt x="40402" y="1807"/>
                            <a:pt x="43831" y="2568"/>
                          </a:cubicBezTo>
                          <a:cubicBezTo>
                            <a:pt x="47260" y="3521"/>
                            <a:pt x="50594" y="3331"/>
                            <a:pt x="53451" y="4188"/>
                          </a:cubicBezTo>
                          <a:cubicBezTo>
                            <a:pt x="56309" y="4855"/>
                            <a:pt x="58881" y="5998"/>
                            <a:pt x="60786" y="7045"/>
                          </a:cubicBezTo>
                          <a:cubicBezTo>
                            <a:pt x="62691" y="8093"/>
                            <a:pt x="63929" y="9426"/>
                            <a:pt x="64310" y="11046"/>
                          </a:cubicBezTo>
                          <a:cubicBezTo>
                            <a:pt x="65072" y="14380"/>
                            <a:pt x="62214" y="18571"/>
                            <a:pt x="56118" y="21523"/>
                          </a:cubicBezTo>
                          <a:cubicBezTo>
                            <a:pt x="53071" y="22952"/>
                            <a:pt x="49356" y="24952"/>
                            <a:pt x="44974" y="25429"/>
                          </a:cubicBezTo>
                          <a:cubicBezTo>
                            <a:pt x="40593" y="25905"/>
                            <a:pt x="35640" y="26857"/>
                            <a:pt x="30496" y="26190"/>
                          </a:cubicBezTo>
                          <a:cubicBezTo>
                            <a:pt x="25353" y="25333"/>
                            <a:pt x="20400" y="24571"/>
                            <a:pt x="16304" y="22762"/>
                          </a:cubicBezTo>
                          <a:cubicBezTo>
                            <a:pt x="12208" y="20761"/>
                            <a:pt x="8684" y="18666"/>
                            <a:pt x="6017" y="16570"/>
                          </a:cubicBezTo>
                          <a:cubicBezTo>
                            <a:pt x="3255" y="14665"/>
                            <a:pt x="1731" y="11808"/>
                            <a:pt x="778" y="9807"/>
                          </a:cubicBezTo>
                          <a:cubicBezTo>
                            <a:pt x="-174" y="7617"/>
                            <a:pt x="-270" y="5712"/>
                            <a:pt x="588" y="418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6" name="Forme libre : forme 13885">
                      <a:extLst>
                        <a:ext uri="{FF2B5EF4-FFF2-40B4-BE49-F238E27FC236}">
                          <a16:creationId xmlns:a16="http://schemas.microsoft.com/office/drawing/2014/main" id="{E637B628-265E-4081-A297-321A95EE84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8750" y="3418963"/>
                      <a:ext cx="82036" cy="39760"/>
                    </a:xfrm>
                    <a:custGeom>
                      <a:avLst/>
                      <a:gdLst>
                        <a:gd name="connsiteX0" fmla="*/ 76651 w 82036"/>
                        <a:gd name="connsiteY0" fmla="*/ 12418 h 39760"/>
                        <a:gd name="connsiteX1" fmla="*/ 69888 w 82036"/>
                        <a:gd name="connsiteY1" fmla="*/ 2988 h 39760"/>
                        <a:gd name="connsiteX2" fmla="*/ 37598 w 82036"/>
                        <a:gd name="connsiteY2" fmla="*/ 797 h 39760"/>
                        <a:gd name="connsiteX3" fmla="*/ 30645 w 82036"/>
                        <a:gd name="connsiteY3" fmla="*/ 988 h 39760"/>
                        <a:gd name="connsiteX4" fmla="*/ 27216 w 82036"/>
                        <a:gd name="connsiteY4" fmla="*/ 1369 h 39760"/>
                        <a:gd name="connsiteX5" fmla="*/ 23977 w 82036"/>
                        <a:gd name="connsiteY5" fmla="*/ 1369 h 39760"/>
                        <a:gd name="connsiteX6" fmla="*/ 17500 w 82036"/>
                        <a:gd name="connsiteY6" fmla="*/ 2131 h 39760"/>
                        <a:gd name="connsiteX7" fmla="*/ 11404 w 82036"/>
                        <a:gd name="connsiteY7" fmla="*/ 2797 h 39760"/>
                        <a:gd name="connsiteX8" fmla="*/ 6928 w 82036"/>
                        <a:gd name="connsiteY8" fmla="*/ 4226 h 39760"/>
                        <a:gd name="connsiteX9" fmla="*/ 3118 w 82036"/>
                        <a:gd name="connsiteY9" fmla="*/ 5846 h 39760"/>
                        <a:gd name="connsiteX10" fmla="*/ 165 w 82036"/>
                        <a:gd name="connsiteY10" fmla="*/ 11656 h 39760"/>
                        <a:gd name="connsiteX11" fmla="*/ 3308 w 82036"/>
                        <a:gd name="connsiteY11" fmla="*/ 16323 h 39760"/>
                        <a:gd name="connsiteX12" fmla="*/ 8928 w 82036"/>
                        <a:gd name="connsiteY12" fmla="*/ 19847 h 39760"/>
                        <a:gd name="connsiteX13" fmla="*/ 15977 w 82036"/>
                        <a:gd name="connsiteY13" fmla="*/ 23943 h 39760"/>
                        <a:gd name="connsiteX14" fmla="*/ 23215 w 82036"/>
                        <a:gd name="connsiteY14" fmla="*/ 27181 h 39760"/>
                        <a:gd name="connsiteX15" fmla="*/ 30454 w 82036"/>
                        <a:gd name="connsiteY15" fmla="*/ 30611 h 39760"/>
                        <a:gd name="connsiteX16" fmla="*/ 37503 w 82036"/>
                        <a:gd name="connsiteY16" fmla="*/ 33468 h 39760"/>
                        <a:gd name="connsiteX17" fmla="*/ 44837 w 82036"/>
                        <a:gd name="connsiteY17" fmla="*/ 36706 h 39760"/>
                        <a:gd name="connsiteX18" fmla="*/ 54457 w 82036"/>
                        <a:gd name="connsiteY18" fmla="*/ 39183 h 39760"/>
                        <a:gd name="connsiteX19" fmla="*/ 76270 w 82036"/>
                        <a:gd name="connsiteY19" fmla="*/ 35373 h 39760"/>
                        <a:gd name="connsiteX20" fmla="*/ 81508 w 82036"/>
                        <a:gd name="connsiteY20" fmla="*/ 22895 h 39760"/>
                        <a:gd name="connsiteX21" fmla="*/ 76651 w 82036"/>
                        <a:gd name="connsiteY21" fmla="*/ 12418 h 39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82036" h="39760">
                          <a:moveTo>
                            <a:pt x="76651" y="12418"/>
                          </a:moveTo>
                          <a:cubicBezTo>
                            <a:pt x="75222" y="8798"/>
                            <a:pt x="73698" y="5179"/>
                            <a:pt x="69888" y="2988"/>
                          </a:cubicBezTo>
                          <a:cubicBezTo>
                            <a:pt x="62554" y="-1012"/>
                            <a:pt x="48933" y="-155"/>
                            <a:pt x="37598" y="797"/>
                          </a:cubicBezTo>
                          <a:cubicBezTo>
                            <a:pt x="35217" y="797"/>
                            <a:pt x="32931" y="797"/>
                            <a:pt x="30645" y="988"/>
                          </a:cubicBezTo>
                          <a:lnTo>
                            <a:pt x="27216" y="1369"/>
                          </a:lnTo>
                          <a:cubicBezTo>
                            <a:pt x="26073" y="1273"/>
                            <a:pt x="25025" y="1273"/>
                            <a:pt x="23977" y="1369"/>
                          </a:cubicBezTo>
                          <a:cubicBezTo>
                            <a:pt x="21787" y="1464"/>
                            <a:pt x="19691" y="1655"/>
                            <a:pt x="17500" y="2131"/>
                          </a:cubicBezTo>
                          <a:cubicBezTo>
                            <a:pt x="15500" y="2226"/>
                            <a:pt x="13500" y="2321"/>
                            <a:pt x="11404" y="2797"/>
                          </a:cubicBezTo>
                          <a:cubicBezTo>
                            <a:pt x="9880" y="3083"/>
                            <a:pt x="8356" y="3560"/>
                            <a:pt x="6928" y="4226"/>
                          </a:cubicBezTo>
                          <a:cubicBezTo>
                            <a:pt x="5499" y="4703"/>
                            <a:pt x="4261" y="5084"/>
                            <a:pt x="3118" y="5846"/>
                          </a:cubicBezTo>
                          <a:cubicBezTo>
                            <a:pt x="927" y="7179"/>
                            <a:pt x="-502" y="9084"/>
                            <a:pt x="165" y="11656"/>
                          </a:cubicBezTo>
                          <a:cubicBezTo>
                            <a:pt x="546" y="13180"/>
                            <a:pt x="1784" y="14704"/>
                            <a:pt x="3308" y="16323"/>
                          </a:cubicBezTo>
                          <a:cubicBezTo>
                            <a:pt x="4927" y="17656"/>
                            <a:pt x="6928" y="18704"/>
                            <a:pt x="8928" y="19847"/>
                          </a:cubicBezTo>
                          <a:cubicBezTo>
                            <a:pt x="11214" y="21181"/>
                            <a:pt x="13595" y="22514"/>
                            <a:pt x="15977" y="23943"/>
                          </a:cubicBezTo>
                          <a:cubicBezTo>
                            <a:pt x="18358" y="24991"/>
                            <a:pt x="20739" y="26038"/>
                            <a:pt x="23215" y="27181"/>
                          </a:cubicBezTo>
                          <a:cubicBezTo>
                            <a:pt x="25597" y="28229"/>
                            <a:pt x="28073" y="29658"/>
                            <a:pt x="30454" y="30611"/>
                          </a:cubicBezTo>
                          <a:cubicBezTo>
                            <a:pt x="32740" y="31563"/>
                            <a:pt x="35122" y="32515"/>
                            <a:pt x="37503" y="33468"/>
                          </a:cubicBezTo>
                          <a:cubicBezTo>
                            <a:pt x="39503" y="34325"/>
                            <a:pt x="42075" y="35468"/>
                            <a:pt x="44837" y="36706"/>
                          </a:cubicBezTo>
                          <a:cubicBezTo>
                            <a:pt x="47695" y="37754"/>
                            <a:pt x="50933" y="38516"/>
                            <a:pt x="54457" y="39183"/>
                          </a:cubicBezTo>
                          <a:cubicBezTo>
                            <a:pt x="61601" y="40517"/>
                            <a:pt x="69412" y="39659"/>
                            <a:pt x="76270" y="35373"/>
                          </a:cubicBezTo>
                          <a:cubicBezTo>
                            <a:pt x="82365" y="31468"/>
                            <a:pt x="82652" y="26801"/>
                            <a:pt x="81508" y="22895"/>
                          </a:cubicBezTo>
                          <a:cubicBezTo>
                            <a:pt x="80461" y="18609"/>
                            <a:pt x="77603" y="14894"/>
                            <a:pt x="76651" y="1241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7" name="Forme libre : forme 13886">
                      <a:extLst>
                        <a:ext uri="{FF2B5EF4-FFF2-40B4-BE49-F238E27FC236}">
                          <a16:creationId xmlns:a16="http://schemas.microsoft.com/office/drawing/2014/main" id="{6196DB9A-E641-47D3-B82A-8BF59C4BAE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8756" y="3446070"/>
                      <a:ext cx="27786" cy="18098"/>
                    </a:xfrm>
                    <a:custGeom>
                      <a:avLst/>
                      <a:gdLst>
                        <a:gd name="connsiteX0" fmla="*/ 26928 w 27786"/>
                        <a:gd name="connsiteY0" fmla="*/ 4265 h 18098"/>
                        <a:gd name="connsiteX1" fmla="*/ 27691 w 27786"/>
                        <a:gd name="connsiteY1" fmla="*/ 1218 h 18098"/>
                        <a:gd name="connsiteX2" fmla="*/ 24357 w 27786"/>
                        <a:gd name="connsiteY2" fmla="*/ 74 h 18098"/>
                        <a:gd name="connsiteX3" fmla="*/ 19499 w 27786"/>
                        <a:gd name="connsiteY3" fmla="*/ 1979 h 18098"/>
                        <a:gd name="connsiteX4" fmla="*/ 7783 w 27786"/>
                        <a:gd name="connsiteY4" fmla="*/ 7790 h 18098"/>
                        <a:gd name="connsiteX5" fmla="*/ 3497 w 27786"/>
                        <a:gd name="connsiteY5" fmla="*/ 10266 h 18098"/>
                        <a:gd name="connsiteX6" fmla="*/ 163 w 27786"/>
                        <a:gd name="connsiteY6" fmla="*/ 16172 h 18098"/>
                        <a:gd name="connsiteX7" fmla="*/ 9117 w 27786"/>
                        <a:gd name="connsiteY7" fmla="*/ 17315 h 18098"/>
                        <a:gd name="connsiteX8" fmla="*/ 26928 w 27786"/>
                        <a:gd name="connsiteY8" fmla="*/ 4265 h 18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786" h="18098">
                          <a:moveTo>
                            <a:pt x="26928" y="4265"/>
                          </a:moveTo>
                          <a:cubicBezTo>
                            <a:pt x="27595" y="3122"/>
                            <a:pt x="27976" y="2075"/>
                            <a:pt x="27691" y="1218"/>
                          </a:cubicBezTo>
                          <a:cubicBezTo>
                            <a:pt x="27405" y="360"/>
                            <a:pt x="26071" y="-211"/>
                            <a:pt x="24357" y="74"/>
                          </a:cubicBezTo>
                          <a:cubicBezTo>
                            <a:pt x="22737" y="265"/>
                            <a:pt x="21023" y="1218"/>
                            <a:pt x="19499" y="1979"/>
                          </a:cubicBezTo>
                          <a:cubicBezTo>
                            <a:pt x="15403" y="3694"/>
                            <a:pt x="11498" y="5694"/>
                            <a:pt x="7783" y="7790"/>
                          </a:cubicBezTo>
                          <a:cubicBezTo>
                            <a:pt x="6259" y="8742"/>
                            <a:pt x="4735" y="9504"/>
                            <a:pt x="3497" y="10266"/>
                          </a:cubicBezTo>
                          <a:cubicBezTo>
                            <a:pt x="925" y="12076"/>
                            <a:pt x="-504" y="14457"/>
                            <a:pt x="163" y="16172"/>
                          </a:cubicBezTo>
                          <a:cubicBezTo>
                            <a:pt x="735" y="17791"/>
                            <a:pt x="3592" y="18934"/>
                            <a:pt x="9117" y="17315"/>
                          </a:cubicBezTo>
                          <a:cubicBezTo>
                            <a:pt x="17499" y="14457"/>
                            <a:pt x="24547" y="8933"/>
                            <a:pt x="26928" y="426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8" name="Forme libre : forme 13887">
                      <a:extLst>
                        <a:ext uri="{FF2B5EF4-FFF2-40B4-BE49-F238E27FC236}">
                          <a16:creationId xmlns:a16="http://schemas.microsoft.com/office/drawing/2014/main" id="{5D94DAA4-8737-4838-9604-F80C21DEF6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4434" y="3413329"/>
                      <a:ext cx="40767" cy="6717"/>
                    </a:xfrm>
                    <a:custGeom>
                      <a:avLst/>
                      <a:gdLst>
                        <a:gd name="connsiteX0" fmla="*/ 0 w 40767"/>
                        <a:gd name="connsiteY0" fmla="*/ 6717 h 6717"/>
                        <a:gd name="connsiteX1" fmla="*/ 9811 w 40767"/>
                        <a:gd name="connsiteY1" fmla="*/ 1098 h 6717"/>
                        <a:gd name="connsiteX2" fmla="*/ 22670 w 40767"/>
                        <a:gd name="connsiteY2" fmla="*/ 50 h 6717"/>
                        <a:gd name="connsiteX3" fmla="*/ 31052 w 40767"/>
                        <a:gd name="connsiteY3" fmla="*/ 431 h 6717"/>
                        <a:gd name="connsiteX4" fmla="*/ 40767 w 40767"/>
                        <a:gd name="connsiteY4" fmla="*/ 1193 h 6717"/>
                        <a:gd name="connsiteX5" fmla="*/ 37148 w 40767"/>
                        <a:gd name="connsiteY5" fmla="*/ 1193 h 6717"/>
                        <a:gd name="connsiteX6" fmla="*/ 32957 w 40767"/>
                        <a:gd name="connsiteY6" fmla="*/ 1574 h 6717"/>
                        <a:gd name="connsiteX7" fmla="*/ 27718 w 40767"/>
                        <a:gd name="connsiteY7" fmla="*/ 1479 h 6717"/>
                        <a:gd name="connsiteX8" fmla="*/ 14478 w 40767"/>
                        <a:gd name="connsiteY8" fmla="*/ 2431 h 6717"/>
                        <a:gd name="connsiteX9" fmla="*/ 0 w 40767"/>
                        <a:gd name="connsiteY9" fmla="*/ 6717 h 6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0767" h="6717">
                          <a:moveTo>
                            <a:pt x="0" y="6717"/>
                          </a:moveTo>
                          <a:cubicBezTo>
                            <a:pt x="0" y="6717"/>
                            <a:pt x="2953" y="2907"/>
                            <a:pt x="9811" y="1098"/>
                          </a:cubicBezTo>
                          <a:cubicBezTo>
                            <a:pt x="13240" y="50"/>
                            <a:pt x="17431" y="50"/>
                            <a:pt x="22670" y="50"/>
                          </a:cubicBezTo>
                          <a:cubicBezTo>
                            <a:pt x="25337" y="-45"/>
                            <a:pt x="28099" y="-45"/>
                            <a:pt x="31052" y="431"/>
                          </a:cubicBezTo>
                          <a:cubicBezTo>
                            <a:pt x="33909" y="1193"/>
                            <a:pt x="37433" y="431"/>
                            <a:pt x="40767" y="1193"/>
                          </a:cubicBezTo>
                          <a:cubicBezTo>
                            <a:pt x="40767" y="1193"/>
                            <a:pt x="39434" y="1098"/>
                            <a:pt x="37148" y="1193"/>
                          </a:cubicBezTo>
                          <a:cubicBezTo>
                            <a:pt x="36005" y="1288"/>
                            <a:pt x="34576" y="1383"/>
                            <a:pt x="32957" y="1574"/>
                          </a:cubicBezTo>
                          <a:cubicBezTo>
                            <a:pt x="31433" y="1574"/>
                            <a:pt x="29623" y="1383"/>
                            <a:pt x="27718" y="1479"/>
                          </a:cubicBezTo>
                          <a:cubicBezTo>
                            <a:pt x="23908" y="1574"/>
                            <a:pt x="19050" y="2336"/>
                            <a:pt x="14478" y="2431"/>
                          </a:cubicBezTo>
                          <a:cubicBezTo>
                            <a:pt x="9811" y="2907"/>
                            <a:pt x="4763" y="4146"/>
                            <a:pt x="0" y="671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9" name="Forme libre : forme 13888">
                      <a:extLst>
                        <a:ext uri="{FF2B5EF4-FFF2-40B4-BE49-F238E27FC236}">
                          <a16:creationId xmlns:a16="http://schemas.microsoft.com/office/drawing/2014/main" id="{921C1B87-5494-4C03-9306-FFEFBFD30F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8065" y="3431666"/>
                      <a:ext cx="39832" cy="42100"/>
                    </a:xfrm>
                    <a:custGeom>
                      <a:avLst/>
                      <a:gdLst>
                        <a:gd name="connsiteX0" fmla="*/ 0 w 39832"/>
                        <a:gd name="connsiteY0" fmla="*/ 42101 h 42100"/>
                        <a:gd name="connsiteX1" fmla="*/ 7811 w 39832"/>
                        <a:gd name="connsiteY1" fmla="*/ 39434 h 42100"/>
                        <a:gd name="connsiteX2" fmla="*/ 23431 w 39832"/>
                        <a:gd name="connsiteY2" fmla="*/ 30480 h 42100"/>
                        <a:gd name="connsiteX3" fmla="*/ 36576 w 39832"/>
                        <a:gd name="connsiteY3" fmla="*/ 16478 h 42100"/>
                        <a:gd name="connsiteX4" fmla="*/ 39053 w 39832"/>
                        <a:gd name="connsiteY4" fmla="*/ 0 h 42100"/>
                        <a:gd name="connsiteX5" fmla="*/ 35433 w 39832"/>
                        <a:gd name="connsiteY5" fmla="*/ 13811 h 42100"/>
                        <a:gd name="connsiteX6" fmla="*/ 24479 w 39832"/>
                        <a:gd name="connsiteY6" fmla="*/ 27813 h 42100"/>
                        <a:gd name="connsiteX7" fmla="*/ 14288 w 39832"/>
                        <a:gd name="connsiteY7" fmla="*/ 35243 h 42100"/>
                        <a:gd name="connsiteX8" fmla="*/ 7811 w 39832"/>
                        <a:gd name="connsiteY8" fmla="*/ 38957 h 42100"/>
                        <a:gd name="connsiteX9" fmla="*/ 0 w 39832"/>
                        <a:gd name="connsiteY9" fmla="*/ 42101 h 42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9832" h="42100">
                          <a:moveTo>
                            <a:pt x="0" y="42101"/>
                          </a:moveTo>
                          <a:cubicBezTo>
                            <a:pt x="0" y="42101"/>
                            <a:pt x="3143" y="41148"/>
                            <a:pt x="7811" y="39434"/>
                          </a:cubicBezTo>
                          <a:cubicBezTo>
                            <a:pt x="12192" y="37338"/>
                            <a:pt x="18002" y="34290"/>
                            <a:pt x="23431" y="30480"/>
                          </a:cubicBezTo>
                          <a:cubicBezTo>
                            <a:pt x="28575" y="26384"/>
                            <a:pt x="33528" y="21622"/>
                            <a:pt x="36576" y="16478"/>
                          </a:cubicBezTo>
                          <a:cubicBezTo>
                            <a:pt x="39529" y="11144"/>
                            <a:pt x="40767" y="5620"/>
                            <a:pt x="39053" y="0"/>
                          </a:cubicBezTo>
                          <a:cubicBezTo>
                            <a:pt x="39053" y="0"/>
                            <a:pt x="39529" y="5334"/>
                            <a:pt x="35433" y="13811"/>
                          </a:cubicBezTo>
                          <a:cubicBezTo>
                            <a:pt x="33338" y="17907"/>
                            <a:pt x="29813" y="22670"/>
                            <a:pt x="24479" y="27813"/>
                          </a:cubicBezTo>
                          <a:cubicBezTo>
                            <a:pt x="21812" y="30480"/>
                            <a:pt x="18288" y="32766"/>
                            <a:pt x="14288" y="35243"/>
                          </a:cubicBezTo>
                          <a:cubicBezTo>
                            <a:pt x="12287" y="36481"/>
                            <a:pt x="10096" y="37719"/>
                            <a:pt x="7811" y="38957"/>
                          </a:cubicBezTo>
                          <a:cubicBezTo>
                            <a:pt x="5524" y="40100"/>
                            <a:pt x="2857" y="41053"/>
                            <a:pt x="0" y="421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0" name="Forme libre : forme 13889">
                      <a:extLst>
                        <a:ext uri="{FF2B5EF4-FFF2-40B4-BE49-F238E27FC236}">
                          <a16:creationId xmlns:a16="http://schemas.microsoft.com/office/drawing/2014/main" id="{D72B5F77-6A0D-45A5-8B32-EF5A8BF742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5095" y="3446022"/>
                      <a:ext cx="26291" cy="10556"/>
                    </a:xfrm>
                    <a:custGeom>
                      <a:avLst/>
                      <a:gdLst>
                        <a:gd name="connsiteX0" fmla="*/ 581 w 26291"/>
                        <a:gd name="connsiteY0" fmla="*/ 599 h 10556"/>
                        <a:gd name="connsiteX1" fmla="*/ 6487 w 26291"/>
                        <a:gd name="connsiteY1" fmla="*/ 123 h 10556"/>
                        <a:gd name="connsiteX2" fmla="*/ 16012 w 26291"/>
                        <a:gd name="connsiteY2" fmla="*/ 2028 h 10556"/>
                        <a:gd name="connsiteX3" fmla="*/ 24108 w 26291"/>
                        <a:gd name="connsiteY3" fmla="*/ 5076 h 10556"/>
                        <a:gd name="connsiteX4" fmla="*/ 26013 w 26291"/>
                        <a:gd name="connsiteY4" fmla="*/ 8410 h 10556"/>
                        <a:gd name="connsiteX5" fmla="*/ 20012 w 26291"/>
                        <a:gd name="connsiteY5" fmla="*/ 10505 h 10556"/>
                        <a:gd name="connsiteX6" fmla="*/ 9630 w 26291"/>
                        <a:gd name="connsiteY6" fmla="*/ 8790 h 10556"/>
                        <a:gd name="connsiteX7" fmla="*/ 1629 w 26291"/>
                        <a:gd name="connsiteY7" fmla="*/ 4504 h 10556"/>
                        <a:gd name="connsiteX8" fmla="*/ 581 w 26291"/>
                        <a:gd name="connsiteY8" fmla="*/ 599 h 105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291" h="10556">
                          <a:moveTo>
                            <a:pt x="581" y="599"/>
                          </a:moveTo>
                          <a:cubicBezTo>
                            <a:pt x="1629" y="-258"/>
                            <a:pt x="3629" y="28"/>
                            <a:pt x="6487" y="123"/>
                          </a:cubicBezTo>
                          <a:cubicBezTo>
                            <a:pt x="9249" y="218"/>
                            <a:pt x="12582" y="885"/>
                            <a:pt x="16012" y="2028"/>
                          </a:cubicBezTo>
                          <a:cubicBezTo>
                            <a:pt x="19345" y="3361"/>
                            <a:pt x="22298" y="3933"/>
                            <a:pt x="24108" y="5076"/>
                          </a:cubicBezTo>
                          <a:cubicBezTo>
                            <a:pt x="25917" y="6123"/>
                            <a:pt x="26775" y="7362"/>
                            <a:pt x="26013" y="8410"/>
                          </a:cubicBezTo>
                          <a:cubicBezTo>
                            <a:pt x="25251" y="9457"/>
                            <a:pt x="22965" y="10219"/>
                            <a:pt x="20012" y="10505"/>
                          </a:cubicBezTo>
                          <a:cubicBezTo>
                            <a:pt x="16964" y="10791"/>
                            <a:pt x="13249" y="9838"/>
                            <a:pt x="9630" y="8790"/>
                          </a:cubicBezTo>
                          <a:cubicBezTo>
                            <a:pt x="6010" y="7552"/>
                            <a:pt x="3153" y="6314"/>
                            <a:pt x="1629" y="4504"/>
                          </a:cubicBezTo>
                          <a:cubicBezTo>
                            <a:pt x="-86" y="2695"/>
                            <a:pt x="-467" y="1361"/>
                            <a:pt x="581" y="59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1" name="Forme libre : forme 13890">
                      <a:extLst>
                        <a:ext uri="{FF2B5EF4-FFF2-40B4-BE49-F238E27FC236}">
                          <a16:creationId xmlns:a16="http://schemas.microsoft.com/office/drawing/2014/main" id="{AA7D8B36-4E18-4215-8F00-CE20C8D0A2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1706" y="3445400"/>
                      <a:ext cx="7056" cy="4155"/>
                    </a:xfrm>
                    <a:custGeom>
                      <a:avLst/>
                      <a:gdLst>
                        <a:gd name="connsiteX0" fmla="*/ 65 w 7056"/>
                        <a:gd name="connsiteY0" fmla="*/ 935 h 4155"/>
                        <a:gd name="connsiteX1" fmla="*/ 4065 w 7056"/>
                        <a:gd name="connsiteY1" fmla="*/ 363 h 4155"/>
                        <a:gd name="connsiteX2" fmla="*/ 7018 w 7056"/>
                        <a:gd name="connsiteY2" fmla="*/ 3221 h 4155"/>
                        <a:gd name="connsiteX3" fmla="*/ 3018 w 7056"/>
                        <a:gd name="connsiteY3" fmla="*/ 3792 h 4155"/>
                        <a:gd name="connsiteX4" fmla="*/ 65 w 7056"/>
                        <a:gd name="connsiteY4" fmla="*/ 935 h 4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56" h="4155">
                          <a:moveTo>
                            <a:pt x="65" y="935"/>
                          </a:moveTo>
                          <a:cubicBezTo>
                            <a:pt x="351" y="-18"/>
                            <a:pt x="2161" y="-303"/>
                            <a:pt x="4065" y="363"/>
                          </a:cubicBezTo>
                          <a:cubicBezTo>
                            <a:pt x="5970" y="1030"/>
                            <a:pt x="7304" y="2268"/>
                            <a:pt x="7018" y="3221"/>
                          </a:cubicBezTo>
                          <a:cubicBezTo>
                            <a:pt x="6828" y="4173"/>
                            <a:pt x="5018" y="4459"/>
                            <a:pt x="3018" y="3792"/>
                          </a:cubicBezTo>
                          <a:cubicBezTo>
                            <a:pt x="1017" y="3221"/>
                            <a:pt x="-316" y="1887"/>
                            <a:pt x="65" y="9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2" name="Forme libre : forme 13891">
                      <a:extLst>
                        <a:ext uri="{FF2B5EF4-FFF2-40B4-BE49-F238E27FC236}">
                          <a16:creationId xmlns:a16="http://schemas.microsoft.com/office/drawing/2014/main" id="{DA2DB7E3-D48E-471E-B21A-881B66F3A2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9873" y="3427893"/>
                      <a:ext cx="62108" cy="47873"/>
                    </a:xfrm>
                    <a:custGeom>
                      <a:avLst/>
                      <a:gdLst>
                        <a:gd name="connsiteX0" fmla="*/ 275 w 62108"/>
                        <a:gd name="connsiteY0" fmla="*/ 18061 h 47873"/>
                        <a:gd name="connsiteX1" fmla="*/ 5133 w 62108"/>
                        <a:gd name="connsiteY1" fmla="*/ 1868 h 47873"/>
                        <a:gd name="connsiteX2" fmla="*/ 11896 w 62108"/>
                        <a:gd name="connsiteY2" fmla="*/ 1011 h 47873"/>
                        <a:gd name="connsiteX3" fmla="*/ 16658 w 62108"/>
                        <a:gd name="connsiteY3" fmla="*/ 7583 h 47873"/>
                        <a:gd name="connsiteX4" fmla="*/ 18849 w 62108"/>
                        <a:gd name="connsiteY4" fmla="*/ 17679 h 47873"/>
                        <a:gd name="connsiteX5" fmla="*/ 25707 w 62108"/>
                        <a:gd name="connsiteY5" fmla="*/ 27871 h 47873"/>
                        <a:gd name="connsiteX6" fmla="*/ 33994 w 62108"/>
                        <a:gd name="connsiteY6" fmla="*/ 32729 h 47873"/>
                        <a:gd name="connsiteX7" fmla="*/ 47519 w 62108"/>
                        <a:gd name="connsiteY7" fmla="*/ 37968 h 47873"/>
                        <a:gd name="connsiteX8" fmla="*/ 59235 w 62108"/>
                        <a:gd name="connsiteY8" fmla="*/ 41873 h 47873"/>
                        <a:gd name="connsiteX9" fmla="*/ 61140 w 62108"/>
                        <a:gd name="connsiteY9" fmla="*/ 45493 h 47873"/>
                        <a:gd name="connsiteX10" fmla="*/ 51234 w 62108"/>
                        <a:gd name="connsiteY10" fmla="*/ 47874 h 47873"/>
                        <a:gd name="connsiteX11" fmla="*/ 36280 w 62108"/>
                        <a:gd name="connsiteY11" fmla="*/ 46064 h 47873"/>
                        <a:gd name="connsiteX12" fmla="*/ 21802 w 62108"/>
                        <a:gd name="connsiteY12" fmla="*/ 40825 h 47873"/>
                        <a:gd name="connsiteX13" fmla="*/ 12277 w 62108"/>
                        <a:gd name="connsiteY13" fmla="*/ 35301 h 47873"/>
                        <a:gd name="connsiteX14" fmla="*/ 275 w 62108"/>
                        <a:gd name="connsiteY14" fmla="*/ 18061 h 47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2108" h="47873">
                          <a:moveTo>
                            <a:pt x="275" y="18061"/>
                          </a:moveTo>
                          <a:cubicBezTo>
                            <a:pt x="-868" y="11012"/>
                            <a:pt x="1704" y="6059"/>
                            <a:pt x="5133" y="1868"/>
                          </a:cubicBezTo>
                          <a:cubicBezTo>
                            <a:pt x="6371" y="344"/>
                            <a:pt x="8848" y="-989"/>
                            <a:pt x="11896" y="1011"/>
                          </a:cubicBezTo>
                          <a:cubicBezTo>
                            <a:pt x="14658" y="3011"/>
                            <a:pt x="16087" y="5392"/>
                            <a:pt x="16658" y="7583"/>
                          </a:cubicBezTo>
                          <a:cubicBezTo>
                            <a:pt x="17420" y="10917"/>
                            <a:pt x="17801" y="14155"/>
                            <a:pt x="18849" y="17679"/>
                          </a:cubicBezTo>
                          <a:cubicBezTo>
                            <a:pt x="19897" y="21204"/>
                            <a:pt x="21516" y="24823"/>
                            <a:pt x="25707" y="27871"/>
                          </a:cubicBezTo>
                          <a:cubicBezTo>
                            <a:pt x="26945" y="28919"/>
                            <a:pt x="30089" y="30634"/>
                            <a:pt x="33994" y="32729"/>
                          </a:cubicBezTo>
                          <a:cubicBezTo>
                            <a:pt x="37899" y="34920"/>
                            <a:pt x="42947" y="36063"/>
                            <a:pt x="47519" y="37968"/>
                          </a:cubicBezTo>
                          <a:cubicBezTo>
                            <a:pt x="52186" y="39873"/>
                            <a:pt x="56473" y="40825"/>
                            <a:pt x="59235" y="41873"/>
                          </a:cubicBezTo>
                          <a:cubicBezTo>
                            <a:pt x="61997" y="43016"/>
                            <a:pt x="63045" y="44159"/>
                            <a:pt x="61140" y="45493"/>
                          </a:cubicBezTo>
                          <a:cubicBezTo>
                            <a:pt x="59140" y="46731"/>
                            <a:pt x="55615" y="47683"/>
                            <a:pt x="51234" y="47874"/>
                          </a:cubicBezTo>
                          <a:cubicBezTo>
                            <a:pt x="46757" y="47778"/>
                            <a:pt x="41518" y="47112"/>
                            <a:pt x="36280" y="46064"/>
                          </a:cubicBezTo>
                          <a:cubicBezTo>
                            <a:pt x="31041" y="45111"/>
                            <a:pt x="26088" y="42635"/>
                            <a:pt x="21802" y="40825"/>
                          </a:cubicBezTo>
                          <a:cubicBezTo>
                            <a:pt x="17420" y="39016"/>
                            <a:pt x="14086" y="37015"/>
                            <a:pt x="12277" y="35301"/>
                          </a:cubicBezTo>
                          <a:cubicBezTo>
                            <a:pt x="5228" y="29205"/>
                            <a:pt x="847" y="23585"/>
                            <a:pt x="275" y="180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92" name="Graphique 1">
                    <a:extLst>
                      <a:ext uri="{FF2B5EF4-FFF2-40B4-BE49-F238E27FC236}">
                        <a16:creationId xmlns:a16="http://schemas.microsoft.com/office/drawing/2014/main" id="{2D20D167-4586-4846-A234-CF672432E639}"/>
                      </a:ext>
                    </a:extLst>
                  </p:cNvPr>
                  <p:cNvGrpSpPr/>
                  <p:nvPr/>
                </p:nvGrpSpPr>
                <p:grpSpPr>
                  <a:xfrm>
                    <a:off x="4115074" y="3283928"/>
                    <a:ext cx="92330" cy="148779"/>
                    <a:chOff x="4115074" y="3283928"/>
                    <a:chExt cx="92330" cy="148779"/>
                  </a:xfrm>
                  <a:solidFill>
                    <a:schemeClr val="accent1"/>
                  </a:solidFill>
                </p:grpSpPr>
                <p:sp>
                  <p:nvSpPr>
                    <p:cNvPr id="13869" name="Forme libre : forme 13868">
                      <a:extLst>
                        <a:ext uri="{FF2B5EF4-FFF2-40B4-BE49-F238E27FC236}">
                          <a16:creationId xmlns:a16="http://schemas.microsoft.com/office/drawing/2014/main" id="{AD45F081-6F2D-4621-9D4F-E5BFC9F272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5074" y="3283928"/>
                      <a:ext cx="92330" cy="148779"/>
                    </a:xfrm>
                    <a:custGeom>
                      <a:avLst/>
                      <a:gdLst>
                        <a:gd name="connsiteX0" fmla="*/ 69166 w 92330"/>
                        <a:gd name="connsiteY0" fmla="*/ 40963 h 148779"/>
                        <a:gd name="connsiteX1" fmla="*/ 74786 w 92330"/>
                        <a:gd name="connsiteY1" fmla="*/ 64013 h 148779"/>
                        <a:gd name="connsiteX2" fmla="*/ 83073 w 92330"/>
                        <a:gd name="connsiteY2" fmla="*/ 84968 h 148779"/>
                        <a:gd name="connsiteX3" fmla="*/ 86121 w 92330"/>
                        <a:gd name="connsiteY3" fmla="*/ 91731 h 148779"/>
                        <a:gd name="connsiteX4" fmla="*/ 88502 w 92330"/>
                        <a:gd name="connsiteY4" fmla="*/ 98113 h 148779"/>
                        <a:gd name="connsiteX5" fmla="*/ 91550 w 92330"/>
                        <a:gd name="connsiteY5" fmla="*/ 110305 h 148779"/>
                        <a:gd name="connsiteX6" fmla="*/ 87931 w 92330"/>
                        <a:gd name="connsiteY6" fmla="*/ 131165 h 148779"/>
                        <a:gd name="connsiteX7" fmla="*/ 75453 w 92330"/>
                        <a:gd name="connsiteY7" fmla="*/ 144785 h 148779"/>
                        <a:gd name="connsiteX8" fmla="*/ 52212 w 92330"/>
                        <a:gd name="connsiteY8" fmla="*/ 145738 h 148779"/>
                        <a:gd name="connsiteX9" fmla="*/ 36210 w 92330"/>
                        <a:gd name="connsiteY9" fmla="*/ 134403 h 148779"/>
                        <a:gd name="connsiteX10" fmla="*/ 28876 w 92330"/>
                        <a:gd name="connsiteY10" fmla="*/ 125831 h 148779"/>
                        <a:gd name="connsiteX11" fmla="*/ 22684 w 92330"/>
                        <a:gd name="connsiteY11" fmla="*/ 115829 h 148779"/>
                        <a:gd name="connsiteX12" fmla="*/ 9826 w 92330"/>
                        <a:gd name="connsiteY12" fmla="*/ 85064 h 148779"/>
                        <a:gd name="connsiteX13" fmla="*/ 1634 w 92330"/>
                        <a:gd name="connsiteY13" fmla="*/ 54012 h 148779"/>
                        <a:gd name="connsiteX14" fmla="*/ 3825 w 92330"/>
                        <a:gd name="connsiteY14" fmla="*/ 16103 h 148779"/>
                        <a:gd name="connsiteX15" fmla="*/ 20780 w 92330"/>
                        <a:gd name="connsiteY15" fmla="*/ 482 h 148779"/>
                        <a:gd name="connsiteX16" fmla="*/ 39925 w 92330"/>
                        <a:gd name="connsiteY16" fmla="*/ 5 h 148779"/>
                        <a:gd name="connsiteX17" fmla="*/ 58213 w 92330"/>
                        <a:gd name="connsiteY17" fmla="*/ 12293 h 148779"/>
                        <a:gd name="connsiteX18" fmla="*/ 69166 w 92330"/>
                        <a:gd name="connsiteY18" fmla="*/ 40963 h 148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92330" h="148779">
                          <a:moveTo>
                            <a:pt x="69166" y="40963"/>
                          </a:moveTo>
                          <a:cubicBezTo>
                            <a:pt x="70595" y="48869"/>
                            <a:pt x="72500" y="56679"/>
                            <a:pt x="74786" y="64013"/>
                          </a:cubicBezTo>
                          <a:cubicBezTo>
                            <a:pt x="77072" y="71443"/>
                            <a:pt x="79930" y="78396"/>
                            <a:pt x="83073" y="84968"/>
                          </a:cubicBezTo>
                          <a:cubicBezTo>
                            <a:pt x="84311" y="87159"/>
                            <a:pt x="85264" y="89445"/>
                            <a:pt x="86121" y="91731"/>
                          </a:cubicBezTo>
                          <a:cubicBezTo>
                            <a:pt x="87073" y="93827"/>
                            <a:pt x="87931" y="95922"/>
                            <a:pt x="88502" y="98113"/>
                          </a:cubicBezTo>
                          <a:cubicBezTo>
                            <a:pt x="90026" y="102209"/>
                            <a:pt x="90503" y="106304"/>
                            <a:pt x="91550" y="110305"/>
                          </a:cubicBezTo>
                          <a:cubicBezTo>
                            <a:pt x="93170" y="118306"/>
                            <a:pt x="92407" y="126212"/>
                            <a:pt x="87931" y="131165"/>
                          </a:cubicBezTo>
                          <a:lnTo>
                            <a:pt x="75453" y="144785"/>
                          </a:lnTo>
                          <a:cubicBezTo>
                            <a:pt x="70976" y="149738"/>
                            <a:pt x="62690" y="150119"/>
                            <a:pt x="52212" y="145738"/>
                          </a:cubicBezTo>
                          <a:cubicBezTo>
                            <a:pt x="46973" y="143833"/>
                            <a:pt x="41544" y="139451"/>
                            <a:pt x="36210" y="134403"/>
                          </a:cubicBezTo>
                          <a:cubicBezTo>
                            <a:pt x="33733" y="131831"/>
                            <a:pt x="31257" y="128974"/>
                            <a:pt x="28876" y="125831"/>
                          </a:cubicBezTo>
                          <a:cubicBezTo>
                            <a:pt x="26685" y="122687"/>
                            <a:pt x="24685" y="119354"/>
                            <a:pt x="22684" y="115829"/>
                          </a:cubicBezTo>
                          <a:cubicBezTo>
                            <a:pt x="17541" y="105733"/>
                            <a:pt x="13159" y="95446"/>
                            <a:pt x="9826" y="85064"/>
                          </a:cubicBezTo>
                          <a:cubicBezTo>
                            <a:pt x="6302" y="74777"/>
                            <a:pt x="3634" y="64394"/>
                            <a:pt x="1634" y="54012"/>
                          </a:cubicBezTo>
                          <a:cubicBezTo>
                            <a:pt x="-1319" y="39439"/>
                            <a:pt x="-80" y="25723"/>
                            <a:pt x="3825" y="16103"/>
                          </a:cubicBezTo>
                          <a:cubicBezTo>
                            <a:pt x="7635" y="6387"/>
                            <a:pt x="13826" y="577"/>
                            <a:pt x="20780" y="482"/>
                          </a:cubicBezTo>
                          <a:lnTo>
                            <a:pt x="39925" y="5"/>
                          </a:lnTo>
                          <a:cubicBezTo>
                            <a:pt x="46878" y="-185"/>
                            <a:pt x="53165" y="4768"/>
                            <a:pt x="58213" y="12293"/>
                          </a:cubicBezTo>
                          <a:cubicBezTo>
                            <a:pt x="63261" y="19817"/>
                            <a:pt x="67071" y="29914"/>
                            <a:pt x="69166" y="4096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0" name="Forme libre : forme 13869">
                      <a:extLst>
                        <a:ext uri="{FF2B5EF4-FFF2-40B4-BE49-F238E27FC236}">
                          <a16:creationId xmlns:a16="http://schemas.microsoft.com/office/drawing/2014/main" id="{7034D413-010A-44A3-9C66-53BCD7FA34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4523" y="3283932"/>
                      <a:ext cx="52881" cy="137066"/>
                    </a:xfrm>
                    <a:custGeom>
                      <a:avLst/>
                      <a:gdLst>
                        <a:gd name="connsiteX0" fmla="*/ 19907 w 52881"/>
                        <a:gd name="connsiteY0" fmla="*/ 86870 h 137066"/>
                        <a:gd name="connsiteX1" fmla="*/ 34195 w 52881"/>
                        <a:gd name="connsiteY1" fmla="*/ 112968 h 137066"/>
                        <a:gd name="connsiteX2" fmla="*/ 43148 w 52881"/>
                        <a:gd name="connsiteY2" fmla="*/ 137066 h 137066"/>
                        <a:gd name="connsiteX3" fmla="*/ 48482 w 52881"/>
                        <a:gd name="connsiteY3" fmla="*/ 131161 h 137066"/>
                        <a:gd name="connsiteX4" fmla="*/ 52102 w 52881"/>
                        <a:gd name="connsiteY4" fmla="*/ 110301 h 137066"/>
                        <a:gd name="connsiteX5" fmla="*/ 49054 w 52881"/>
                        <a:gd name="connsiteY5" fmla="*/ 98109 h 137066"/>
                        <a:gd name="connsiteX6" fmla="*/ 46672 w 52881"/>
                        <a:gd name="connsiteY6" fmla="*/ 91727 h 137066"/>
                        <a:gd name="connsiteX7" fmla="*/ 43625 w 52881"/>
                        <a:gd name="connsiteY7" fmla="*/ 84965 h 137066"/>
                        <a:gd name="connsiteX8" fmla="*/ 35338 w 52881"/>
                        <a:gd name="connsiteY8" fmla="*/ 64009 h 137066"/>
                        <a:gd name="connsiteX9" fmla="*/ 29718 w 52881"/>
                        <a:gd name="connsiteY9" fmla="*/ 40959 h 137066"/>
                        <a:gd name="connsiteX10" fmla="*/ 18860 w 52881"/>
                        <a:gd name="connsiteY10" fmla="*/ 12289 h 137066"/>
                        <a:gd name="connsiteX11" fmla="*/ 571 w 52881"/>
                        <a:gd name="connsiteY11" fmla="*/ 1 h 137066"/>
                        <a:gd name="connsiteX12" fmla="*/ 0 w 52881"/>
                        <a:gd name="connsiteY12" fmla="*/ 1 h 137066"/>
                        <a:gd name="connsiteX13" fmla="*/ 1810 w 52881"/>
                        <a:gd name="connsiteY13" fmla="*/ 22862 h 137066"/>
                        <a:gd name="connsiteX14" fmla="*/ 4953 w 52881"/>
                        <a:gd name="connsiteY14" fmla="*/ 45150 h 137066"/>
                        <a:gd name="connsiteX15" fmla="*/ 19907 w 52881"/>
                        <a:gd name="connsiteY15" fmla="*/ 86870 h 1370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52881" h="137066">
                          <a:moveTo>
                            <a:pt x="19907" y="86870"/>
                          </a:moveTo>
                          <a:cubicBezTo>
                            <a:pt x="25241" y="95918"/>
                            <a:pt x="30289" y="104586"/>
                            <a:pt x="34195" y="112968"/>
                          </a:cubicBezTo>
                          <a:cubicBezTo>
                            <a:pt x="38005" y="121445"/>
                            <a:pt x="42196" y="129160"/>
                            <a:pt x="43148" y="137066"/>
                          </a:cubicBezTo>
                          <a:lnTo>
                            <a:pt x="48482" y="131161"/>
                          </a:lnTo>
                          <a:cubicBezTo>
                            <a:pt x="52959" y="126208"/>
                            <a:pt x="53721" y="118207"/>
                            <a:pt x="52102" y="110301"/>
                          </a:cubicBezTo>
                          <a:cubicBezTo>
                            <a:pt x="51054" y="106300"/>
                            <a:pt x="50578" y="102205"/>
                            <a:pt x="49054" y="98109"/>
                          </a:cubicBezTo>
                          <a:cubicBezTo>
                            <a:pt x="48387" y="95918"/>
                            <a:pt x="47625" y="93823"/>
                            <a:pt x="46672" y="91727"/>
                          </a:cubicBezTo>
                          <a:cubicBezTo>
                            <a:pt x="45815" y="89441"/>
                            <a:pt x="44863" y="87155"/>
                            <a:pt x="43625" y="84965"/>
                          </a:cubicBezTo>
                          <a:cubicBezTo>
                            <a:pt x="40481" y="78392"/>
                            <a:pt x="37529" y="71439"/>
                            <a:pt x="35338" y="64009"/>
                          </a:cubicBezTo>
                          <a:cubicBezTo>
                            <a:pt x="32956" y="56675"/>
                            <a:pt x="31147" y="48865"/>
                            <a:pt x="29718" y="40959"/>
                          </a:cubicBezTo>
                          <a:cubicBezTo>
                            <a:pt x="27718" y="29815"/>
                            <a:pt x="23813" y="19814"/>
                            <a:pt x="18860" y="12289"/>
                          </a:cubicBezTo>
                          <a:cubicBezTo>
                            <a:pt x="13811" y="4764"/>
                            <a:pt x="7525" y="-94"/>
                            <a:pt x="571" y="1"/>
                          </a:cubicBezTo>
                          <a:lnTo>
                            <a:pt x="0" y="1"/>
                          </a:lnTo>
                          <a:cubicBezTo>
                            <a:pt x="476" y="7717"/>
                            <a:pt x="1048" y="15337"/>
                            <a:pt x="1810" y="22862"/>
                          </a:cubicBezTo>
                          <a:cubicBezTo>
                            <a:pt x="2477" y="30386"/>
                            <a:pt x="3524" y="37816"/>
                            <a:pt x="4953" y="45150"/>
                          </a:cubicBezTo>
                          <a:cubicBezTo>
                            <a:pt x="7620" y="59914"/>
                            <a:pt x="12097" y="74297"/>
                            <a:pt x="19907" y="8687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1" name="Forme libre : forme 13870">
                      <a:extLst>
                        <a:ext uri="{FF2B5EF4-FFF2-40B4-BE49-F238E27FC236}">
                          <a16:creationId xmlns:a16="http://schemas.microsoft.com/office/drawing/2014/main" id="{2AD35614-4161-4F24-A8A5-0F2F6832FC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1133" y="3315043"/>
                      <a:ext cx="31016" cy="66057"/>
                    </a:xfrm>
                    <a:custGeom>
                      <a:avLst/>
                      <a:gdLst>
                        <a:gd name="connsiteX0" fmla="*/ 8246 w 31016"/>
                        <a:gd name="connsiteY0" fmla="*/ 38 h 66057"/>
                        <a:gd name="connsiteX1" fmla="*/ 27392 w 31016"/>
                        <a:gd name="connsiteY1" fmla="*/ 30137 h 66057"/>
                        <a:gd name="connsiteX2" fmla="*/ 31011 w 31016"/>
                        <a:gd name="connsiteY2" fmla="*/ 52997 h 66057"/>
                        <a:gd name="connsiteX3" fmla="*/ 26725 w 31016"/>
                        <a:gd name="connsiteY3" fmla="*/ 65570 h 66057"/>
                        <a:gd name="connsiteX4" fmla="*/ 14247 w 31016"/>
                        <a:gd name="connsiteY4" fmla="*/ 59950 h 66057"/>
                        <a:gd name="connsiteX5" fmla="*/ 2436 w 31016"/>
                        <a:gd name="connsiteY5" fmla="*/ 37090 h 66057"/>
                        <a:gd name="connsiteX6" fmla="*/ 8246 w 31016"/>
                        <a:gd name="connsiteY6" fmla="*/ 38 h 660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016" h="66057">
                          <a:moveTo>
                            <a:pt x="8246" y="38"/>
                          </a:moveTo>
                          <a:cubicBezTo>
                            <a:pt x="15581" y="-820"/>
                            <a:pt x="22820" y="13087"/>
                            <a:pt x="27392" y="30137"/>
                          </a:cubicBezTo>
                          <a:cubicBezTo>
                            <a:pt x="29678" y="38709"/>
                            <a:pt x="31011" y="46615"/>
                            <a:pt x="31011" y="52997"/>
                          </a:cubicBezTo>
                          <a:cubicBezTo>
                            <a:pt x="31107" y="59188"/>
                            <a:pt x="29868" y="63950"/>
                            <a:pt x="26725" y="65570"/>
                          </a:cubicBezTo>
                          <a:cubicBezTo>
                            <a:pt x="23582" y="67093"/>
                            <a:pt x="18915" y="64998"/>
                            <a:pt x="14247" y="59950"/>
                          </a:cubicBezTo>
                          <a:cubicBezTo>
                            <a:pt x="9675" y="54806"/>
                            <a:pt x="5103" y="46710"/>
                            <a:pt x="2436" y="37090"/>
                          </a:cubicBezTo>
                          <a:cubicBezTo>
                            <a:pt x="-2898" y="17468"/>
                            <a:pt x="1198" y="799"/>
                            <a:pt x="8246" y="38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2" name="Forme libre : forme 13871">
                      <a:extLst>
                        <a:ext uri="{FF2B5EF4-FFF2-40B4-BE49-F238E27FC236}">
                          <a16:creationId xmlns:a16="http://schemas.microsoft.com/office/drawing/2014/main" id="{13AF5252-A9D7-4D74-B0DC-9E781B8ED1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1951" y="3331273"/>
                      <a:ext cx="20116" cy="49734"/>
                    </a:xfrm>
                    <a:custGeom>
                      <a:avLst/>
                      <a:gdLst>
                        <a:gd name="connsiteX0" fmla="*/ 0 w 20116"/>
                        <a:gd name="connsiteY0" fmla="*/ 39243 h 49734"/>
                        <a:gd name="connsiteX1" fmla="*/ 15812 w 20116"/>
                        <a:gd name="connsiteY1" fmla="*/ 49244 h 49734"/>
                        <a:gd name="connsiteX2" fmla="*/ 20098 w 20116"/>
                        <a:gd name="connsiteY2" fmla="*/ 36671 h 49734"/>
                        <a:gd name="connsiteX3" fmla="*/ 16478 w 20116"/>
                        <a:gd name="connsiteY3" fmla="*/ 13811 h 49734"/>
                        <a:gd name="connsiteX4" fmla="*/ 11811 w 20116"/>
                        <a:gd name="connsiteY4" fmla="*/ 0 h 49734"/>
                        <a:gd name="connsiteX5" fmla="*/ 12668 w 20116"/>
                        <a:gd name="connsiteY5" fmla="*/ 8096 h 49734"/>
                        <a:gd name="connsiteX6" fmla="*/ 9239 w 20116"/>
                        <a:gd name="connsiteY6" fmla="*/ 28385 h 49734"/>
                        <a:gd name="connsiteX7" fmla="*/ 0 w 20116"/>
                        <a:gd name="connsiteY7" fmla="*/ 39243 h 49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116" h="49734">
                          <a:moveTo>
                            <a:pt x="0" y="39243"/>
                          </a:moveTo>
                          <a:cubicBezTo>
                            <a:pt x="5429" y="47435"/>
                            <a:pt x="12097" y="51149"/>
                            <a:pt x="15812" y="49244"/>
                          </a:cubicBezTo>
                          <a:cubicBezTo>
                            <a:pt x="19050" y="47625"/>
                            <a:pt x="20288" y="42958"/>
                            <a:pt x="20098" y="36671"/>
                          </a:cubicBezTo>
                          <a:cubicBezTo>
                            <a:pt x="20098" y="30290"/>
                            <a:pt x="18764" y="22384"/>
                            <a:pt x="16478" y="13811"/>
                          </a:cubicBezTo>
                          <a:cubicBezTo>
                            <a:pt x="15240" y="8763"/>
                            <a:pt x="13430" y="4096"/>
                            <a:pt x="11811" y="0"/>
                          </a:cubicBezTo>
                          <a:cubicBezTo>
                            <a:pt x="12287" y="2667"/>
                            <a:pt x="12478" y="5429"/>
                            <a:pt x="12668" y="8096"/>
                          </a:cubicBezTo>
                          <a:cubicBezTo>
                            <a:pt x="12382" y="15621"/>
                            <a:pt x="11335" y="22670"/>
                            <a:pt x="9239" y="28385"/>
                          </a:cubicBezTo>
                          <a:cubicBezTo>
                            <a:pt x="7239" y="34100"/>
                            <a:pt x="4286" y="38291"/>
                            <a:pt x="0" y="39243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3" name="Forme libre : forme 13872">
                      <a:extLst>
                        <a:ext uri="{FF2B5EF4-FFF2-40B4-BE49-F238E27FC236}">
                          <a16:creationId xmlns:a16="http://schemas.microsoft.com/office/drawing/2014/main" id="{D673184A-2C77-4F71-A131-AADA99C17E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3252" y="3311241"/>
                      <a:ext cx="30421" cy="65438"/>
                    </a:xfrm>
                    <a:custGeom>
                      <a:avLst/>
                      <a:gdLst>
                        <a:gd name="connsiteX0" fmla="*/ 8604 w 30421"/>
                        <a:gd name="connsiteY0" fmla="*/ 30 h 65438"/>
                        <a:gd name="connsiteX1" fmla="*/ 19081 w 30421"/>
                        <a:gd name="connsiteY1" fmla="*/ 8411 h 65438"/>
                        <a:gd name="connsiteX2" fmla="*/ 27273 w 30421"/>
                        <a:gd name="connsiteY2" fmla="*/ 30033 h 65438"/>
                        <a:gd name="connsiteX3" fmla="*/ 30416 w 30421"/>
                        <a:gd name="connsiteY3" fmla="*/ 52607 h 65438"/>
                        <a:gd name="connsiteX4" fmla="*/ 25749 w 30421"/>
                        <a:gd name="connsiteY4" fmla="*/ 64990 h 65438"/>
                        <a:gd name="connsiteX5" fmla="*/ 13462 w 30421"/>
                        <a:gd name="connsiteY5" fmla="*/ 59275 h 65438"/>
                        <a:gd name="connsiteX6" fmla="*/ 2222 w 30421"/>
                        <a:gd name="connsiteY6" fmla="*/ 36510 h 65438"/>
                        <a:gd name="connsiteX7" fmla="*/ 889 w 30421"/>
                        <a:gd name="connsiteY7" fmla="*/ 11269 h 65438"/>
                        <a:gd name="connsiteX8" fmla="*/ 8604 w 30421"/>
                        <a:gd name="connsiteY8" fmla="*/ 30 h 65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0421" h="65438">
                          <a:moveTo>
                            <a:pt x="8604" y="30"/>
                          </a:moveTo>
                          <a:cubicBezTo>
                            <a:pt x="12128" y="-352"/>
                            <a:pt x="15747" y="2982"/>
                            <a:pt x="19081" y="8411"/>
                          </a:cubicBezTo>
                          <a:cubicBezTo>
                            <a:pt x="22224" y="13936"/>
                            <a:pt x="25082" y="21556"/>
                            <a:pt x="27273" y="30033"/>
                          </a:cubicBezTo>
                          <a:cubicBezTo>
                            <a:pt x="29368" y="38606"/>
                            <a:pt x="30511" y="46416"/>
                            <a:pt x="30416" y="52607"/>
                          </a:cubicBezTo>
                          <a:cubicBezTo>
                            <a:pt x="30130" y="58894"/>
                            <a:pt x="29082" y="63466"/>
                            <a:pt x="25749" y="64990"/>
                          </a:cubicBezTo>
                          <a:cubicBezTo>
                            <a:pt x="22606" y="66419"/>
                            <a:pt x="17748" y="64418"/>
                            <a:pt x="13462" y="59275"/>
                          </a:cubicBezTo>
                          <a:cubicBezTo>
                            <a:pt x="8985" y="54227"/>
                            <a:pt x="4603" y="46131"/>
                            <a:pt x="2222" y="36510"/>
                          </a:cubicBezTo>
                          <a:cubicBezTo>
                            <a:pt x="-350" y="26985"/>
                            <a:pt x="-540" y="17936"/>
                            <a:pt x="889" y="11269"/>
                          </a:cubicBezTo>
                          <a:cubicBezTo>
                            <a:pt x="2127" y="4601"/>
                            <a:pt x="4984" y="410"/>
                            <a:pt x="8604" y="3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4" name="Forme libre : forme 13873">
                      <a:extLst>
                        <a:ext uri="{FF2B5EF4-FFF2-40B4-BE49-F238E27FC236}">
                          <a16:creationId xmlns:a16="http://schemas.microsoft.com/office/drawing/2014/main" id="{1805A8FD-D914-4CB3-A06E-434560C6A5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3285" y="3324379"/>
                      <a:ext cx="40118" cy="88672"/>
                    </a:xfrm>
                    <a:custGeom>
                      <a:avLst/>
                      <a:gdLst>
                        <a:gd name="connsiteX0" fmla="*/ 31052 w 40118"/>
                        <a:gd name="connsiteY0" fmla="*/ 79569 h 88672"/>
                        <a:gd name="connsiteX1" fmla="*/ 39053 w 40118"/>
                        <a:gd name="connsiteY1" fmla="*/ 70616 h 88672"/>
                        <a:gd name="connsiteX2" fmla="*/ 35719 w 40118"/>
                        <a:gd name="connsiteY2" fmla="*/ 38707 h 88672"/>
                        <a:gd name="connsiteX3" fmla="*/ 24860 w 40118"/>
                        <a:gd name="connsiteY3" fmla="*/ 9370 h 88672"/>
                        <a:gd name="connsiteX4" fmla="*/ 11335 w 40118"/>
                        <a:gd name="connsiteY4" fmla="*/ 1274 h 88672"/>
                        <a:gd name="connsiteX5" fmla="*/ 7620 w 40118"/>
                        <a:gd name="connsiteY5" fmla="*/ 13752 h 88672"/>
                        <a:gd name="connsiteX6" fmla="*/ 2572 w 40118"/>
                        <a:gd name="connsiteY6" fmla="*/ 45756 h 88672"/>
                        <a:gd name="connsiteX7" fmla="*/ 0 w 40118"/>
                        <a:gd name="connsiteY7" fmla="*/ 63472 h 88672"/>
                        <a:gd name="connsiteX8" fmla="*/ 8096 w 40118"/>
                        <a:gd name="connsiteY8" fmla="*/ 84523 h 88672"/>
                        <a:gd name="connsiteX9" fmla="*/ 22003 w 40118"/>
                        <a:gd name="connsiteY9" fmla="*/ 87094 h 88672"/>
                        <a:gd name="connsiteX10" fmla="*/ 31052 w 40118"/>
                        <a:gd name="connsiteY10" fmla="*/ 79569 h 88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0118" h="88672">
                          <a:moveTo>
                            <a:pt x="31052" y="79569"/>
                          </a:moveTo>
                          <a:cubicBezTo>
                            <a:pt x="34290" y="77284"/>
                            <a:pt x="37624" y="74807"/>
                            <a:pt x="39053" y="70616"/>
                          </a:cubicBezTo>
                          <a:cubicBezTo>
                            <a:pt x="41815" y="62615"/>
                            <a:pt x="38671" y="50709"/>
                            <a:pt x="35719" y="38707"/>
                          </a:cubicBezTo>
                          <a:cubicBezTo>
                            <a:pt x="33052" y="28801"/>
                            <a:pt x="30004" y="18133"/>
                            <a:pt x="24860" y="9370"/>
                          </a:cubicBezTo>
                          <a:cubicBezTo>
                            <a:pt x="21336" y="2798"/>
                            <a:pt x="15145" y="-2536"/>
                            <a:pt x="11335" y="1274"/>
                          </a:cubicBezTo>
                          <a:cubicBezTo>
                            <a:pt x="9049" y="3655"/>
                            <a:pt x="8287" y="8894"/>
                            <a:pt x="7620" y="13752"/>
                          </a:cubicBezTo>
                          <a:cubicBezTo>
                            <a:pt x="6382" y="25086"/>
                            <a:pt x="4477" y="35850"/>
                            <a:pt x="2572" y="45756"/>
                          </a:cubicBezTo>
                          <a:cubicBezTo>
                            <a:pt x="1524" y="50042"/>
                            <a:pt x="0" y="56328"/>
                            <a:pt x="0" y="63472"/>
                          </a:cubicBezTo>
                          <a:cubicBezTo>
                            <a:pt x="191" y="70521"/>
                            <a:pt x="2096" y="78522"/>
                            <a:pt x="8096" y="84523"/>
                          </a:cubicBezTo>
                          <a:cubicBezTo>
                            <a:pt x="13335" y="89952"/>
                            <a:pt x="18383" y="89190"/>
                            <a:pt x="22003" y="87094"/>
                          </a:cubicBezTo>
                          <a:cubicBezTo>
                            <a:pt x="25718" y="84808"/>
                            <a:pt x="28766" y="81094"/>
                            <a:pt x="31052" y="7956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5" name="Forme libre : forme 13874">
                      <a:extLst>
                        <a:ext uri="{FF2B5EF4-FFF2-40B4-BE49-F238E27FC236}">
                          <a16:creationId xmlns:a16="http://schemas.microsoft.com/office/drawing/2014/main" id="{F11BA23D-66F8-4FCC-9D11-3F28DE6AB7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5022" y="3374394"/>
                      <a:ext cx="22234" cy="24598"/>
                    </a:xfrm>
                    <a:custGeom>
                      <a:avLst/>
                      <a:gdLst>
                        <a:gd name="connsiteX0" fmla="*/ 18074 w 22234"/>
                        <a:gd name="connsiteY0" fmla="*/ 24220 h 24598"/>
                        <a:gd name="connsiteX1" fmla="*/ 21407 w 22234"/>
                        <a:gd name="connsiteY1" fmla="*/ 24316 h 24598"/>
                        <a:gd name="connsiteX2" fmla="*/ 21979 w 22234"/>
                        <a:gd name="connsiteY2" fmla="*/ 20696 h 24598"/>
                        <a:gd name="connsiteX3" fmla="*/ 19407 w 22234"/>
                        <a:gd name="connsiteY3" fmla="*/ 16124 h 24598"/>
                        <a:gd name="connsiteX4" fmla="*/ 11406 w 22234"/>
                        <a:gd name="connsiteY4" fmla="*/ 5837 h 24598"/>
                        <a:gd name="connsiteX5" fmla="*/ 7977 w 22234"/>
                        <a:gd name="connsiteY5" fmla="*/ 2218 h 24598"/>
                        <a:gd name="connsiteX6" fmla="*/ 1310 w 22234"/>
                        <a:gd name="connsiteY6" fmla="*/ 408 h 24598"/>
                        <a:gd name="connsiteX7" fmla="*/ 1976 w 22234"/>
                        <a:gd name="connsiteY7" fmla="*/ 9076 h 24598"/>
                        <a:gd name="connsiteX8" fmla="*/ 18074 w 22234"/>
                        <a:gd name="connsiteY8" fmla="*/ 24220 h 24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234" h="24598">
                          <a:moveTo>
                            <a:pt x="18074" y="24220"/>
                          </a:moveTo>
                          <a:cubicBezTo>
                            <a:pt x="19312" y="24601"/>
                            <a:pt x="20550" y="24792"/>
                            <a:pt x="21407" y="24316"/>
                          </a:cubicBezTo>
                          <a:cubicBezTo>
                            <a:pt x="22265" y="23744"/>
                            <a:pt x="22455" y="22506"/>
                            <a:pt x="21979" y="20696"/>
                          </a:cubicBezTo>
                          <a:cubicBezTo>
                            <a:pt x="21503" y="19077"/>
                            <a:pt x="20455" y="17553"/>
                            <a:pt x="19407" y="16124"/>
                          </a:cubicBezTo>
                          <a:cubicBezTo>
                            <a:pt x="16931" y="12981"/>
                            <a:pt x="14264" y="9552"/>
                            <a:pt x="11406" y="5837"/>
                          </a:cubicBezTo>
                          <a:cubicBezTo>
                            <a:pt x="10263" y="4503"/>
                            <a:pt x="9120" y="3170"/>
                            <a:pt x="7977" y="2218"/>
                          </a:cubicBezTo>
                          <a:cubicBezTo>
                            <a:pt x="5691" y="217"/>
                            <a:pt x="2929" y="-545"/>
                            <a:pt x="1310" y="408"/>
                          </a:cubicBezTo>
                          <a:cubicBezTo>
                            <a:pt x="-214" y="1360"/>
                            <a:pt x="-881" y="4218"/>
                            <a:pt x="1976" y="9076"/>
                          </a:cubicBezTo>
                          <a:cubicBezTo>
                            <a:pt x="5882" y="16981"/>
                            <a:pt x="13311" y="22601"/>
                            <a:pt x="18074" y="2422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6" name="Forme libre : forme 13875">
                      <a:extLst>
                        <a:ext uri="{FF2B5EF4-FFF2-40B4-BE49-F238E27FC236}">
                          <a16:creationId xmlns:a16="http://schemas.microsoft.com/office/drawing/2014/main" id="{FA49F1CF-E98B-476C-8801-2B81A37A30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2332" y="3288577"/>
                      <a:ext cx="30289" cy="35743"/>
                    </a:xfrm>
                    <a:custGeom>
                      <a:avLst/>
                      <a:gdLst>
                        <a:gd name="connsiteX0" fmla="*/ 0 w 30289"/>
                        <a:gd name="connsiteY0" fmla="*/ 24 h 35743"/>
                        <a:gd name="connsiteX1" fmla="*/ 11049 w 30289"/>
                        <a:gd name="connsiteY1" fmla="*/ 3834 h 35743"/>
                        <a:gd name="connsiteX2" fmla="*/ 30289 w 30289"/>
                        <a:gd name="connsiteY2" fmla="*/ 35743 h 35743"/>
                        <a:gd name="connsiteX3" fmla="*/ 28194 w 30289"/>
                        <a:gd name="connsiteY3" fmla="*/ 31266 h 35743"/>
                        <a:gd name="connsiteX4" fmla="*/ 22384 w 30289"/>
                        <a:gd name="connsiteY4" fmla="*/ 20884 h 35743"/>
                        <a:gd name="connsiteX5" fmla="*/ 13144 w 30289"/>
                        <a:gd name="connsiteY5" fmla="*/ 8787 h 35743"/>
                        <a:gd name="connsiteX6" fmla="*/ 0 w 30289"/>
                        <a:gd name="connsiteY6" fmla="*/ 24 h 35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289" h="35743">
                          <a:moveTo>
                            <a:pt x="0" y="24"/>
                          </a:moveTo>
                          <a:cubicBezTo>
                            <a:pt x="0" y="24"/>
                            <a:pt x="4953" y="-547"/>
                            <a:pt x="11049" y="3834"/>
                          </a:cubicBezTo>
                          <a:cubicBezTo>
                            <a:pt x="17240" y="8216"/>
                            <a:pt x="23908" y="17550"/>
                            <a:pt x="30289" y="35743"/>
                          </a:cubicBezTo>
                          <a:cubicBezTo>
                            <a:pt x="30289" y="35743"/>
                            <a:pt x="29527" y="34219"/>
                            <a:pt x="28194" y="31266"/>
                          </a:cubicBezTo>
                          <a:cubicBezTo>
                            <a:pt x="26956" y="28504"/>
                            <a:pt x="24860" y="24885"/>
                            <a:pt x="22384" y="20884"/>
                          </a:cubicBezTo>
                          <a:cubicBezTo>
                            <a:pt x="20002" y="16884"/>
                            <a:pt x="16669" y="12597"/>
                            <a:pt x="13144" y="8787"/>
                          </a:cubicBezTo>
                          <a:cubicBezTo>
                            <a:pt x="9620" y="5073"/>
                            <a:pt x="5143" y="1834"/>
                            <a:pt x="0" y="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7" name="Forme libre : forme 13876">
                      <a:extLst>
                        <a:ext uri="{FF2B5EF4-FFF2-40B4-BE49-F238E27FC236}">
                          <a16:creationId xmlns:a16="http://schemas.microsoft.com/office/drawing/2014/main" id="{BE9A3124-F4FA-40D2-8D19-28876DE44A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8045" y="3395852"/>
                      <a:ext cx="51815" cy="32570"/>
                    </a:xfrm>
                    <a:custGeom>
                      <a:avLst/>
                      <a:gdLst>
                        <a:gd name="connsiteX0" fmla="*/ 0 w 51815"/>
                        <a:gd name="connsiteY0" fmla="*/ 0 h 32570"/>
                        <a:gd name="connsiteX1" fmla="*/ 4286 w 51815"/>
                        <a:gd name="connsiteY1" fmla="*/ 7049 h 32570"/>
                        <a:gd name="connsiteX2" fmla="*/ 16669 w 51815"/>
                        <a:gd name="connsiteY2" fmla="*/ 21431 h 32570"/>
                        <a:gd name="connsiteX3" fmla="*/ 34766 w 51815"/>
                        <a:gd name="connsiteY3" fmla="*/ 31718 h 32570"/>
                        <a:gd name="connsiteX4" fmla="*/ 51816 w 51815"/>
                        <a:gd name="connsiteY4" fmla="*/ 29432 h 32570"/>
                        <a:gd name="connsiteX5" fmla="*/ 37052 w 51815"/>
                        <a:gd name="connsiteY5" fmla="*/ 29909 h 32570"/>
                        <a:gd name="connsiteX6" fmla="*/ 19526 w 51815"/>
                        <a:gd name="connsiteY6" fmla="*/ 22098 h 32570"/>
                        <a:gd name="connsiteX7" fmla="*/ 9525 w 51815"/>
                        <a:gd name="connsiteY7" fmla="*/ 13145 h 32570"/>
                        <a:gd name="connsiteX8" fmla="*/ 0 w 51815"/>
                        <a:gd name="connsiteY8" fmla="*/ 0 h 325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815" h="32570">
                          <a:moveTo>
                            <a:pt x="0" y="0"/>
                          </a:moveTo>
                          <a:cubicBezTo>
                            <a:pt x="0" y="0"/>
                            <a:pt x="1429" y="2858"/>
                            <a:pt x="4286" y="7049"/>
                          </a:cubicBezTo>
                          <a:cubicBezTo>
                            <a:pt x="6953" y="11240"/>
                            <a:pt x="11430" y="16574"/>
                            <a:pt x="16669" y="21431"/>
                          </a:cubicBezTo>
                          <a:cubicBezTo>
                            <a:pt x="22193" y="26099"/>
                            <a:pt x="28480" y="30480"/>
                            <a:pt x="34766" y="31718"/>
                          </a:cubicBezTo>
                          <a:cubicBezTo>
                            <a:pt x="41053" y="33242"/>
                            <a:pt x="46958" y="32861"/>
                            <a:pt x="51816" y="29432"/>
                          </a:cubicBezTo>
                          <a:cubicBezTo>
                            <a:pt x="51816" y="29432"/>
                            <a:pt x="46767" y="31718"/>
                            <a:pt x="37052" y="29909"/>
                          </a:cubicBezTo>
                          <a:cubicBezTo>
                            <a:pt x="32099" y="29146"/>
                            <a:pt x="26289" y="26765"/>
                            <a:pt x="19526" y="22098"/>
                          </a:cubicBezTo>
                          <a:cubicBezTo>
                            <a:pt x="16288" y="19717"/>
                            <a:pt x="13049" y="16764"/>
                            <a:pt x="9525" y="13145"/>
                          </a:cubicBezTo>
                          <a:cubicBezTo>
                            <a:pt x="6382" y="9335"/>
                            <a:pt x="3048" y="504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8" name="Forme libre : forme 13877">
                      <a:extLst>
                        <a:ext uri="{FF2B5EF4-FFF2-40B4-BE49-F238E27FC236}">
                          <a16:creationId xmlns:a16="http://schemas.microsoft.com/office/drawing/2014/main" id="{92504407-CCA9-4EF3-84D4-3E7840C4A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4301" y="3330086"/>
                      <a:ext cx="9055" cy="26217"/>
                    </a:xfrm>
                    <a:custGeom>
                      <a:avLst/>
                      <a:gdLst>
                        <a:gd name="connsiteX0" fmla="*/ 4030 w 9055"/>
                        <a:gd name="connsiteY0" fmla="*/ 140 h 26217"/>
                        <a:gd name="connsiteX1" fmla="*/ 8983 w 9055"/>
                        <a:gd name="connsiteY1" fmla="*/ 14713 h 26217"/>
                        <a:gd name="connsiteX2" fmla="*/ 5745 w 9055"/>
                        <a:gd name="connsiteY2" fmla="*/ 26143 h 26217"/>
                        <a:gd name="connsiteX3" fmla="*/ 30 w 9055"/>
                        <a:gd name="connsiteY3" fmla="*/ 11379 h 26217"/>
                        <a:gd name="connsiteX4" fmla="*/ 4030 w 9055"/>
                        <a:gd name="connsiteY4" fmla="*/ 140 h 26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5" h="26217">
                          <a:moveTo>
                            <a:pt x="4030" y="140"/>
                          </a:moveTo>
                          <a:cubicBezTo>
                            <a:pt x="6602" y="1187"/>
                            <a:pt x="8317" y="7665"/>
                            <a:pt x="8983" y="14713"/>
                          </a:cubicBezTo>
                          <a:cubicBezTo>
                            <a:pt x="9364" y="21761"/>
                            <a:pt x="8221" y="26905"/>
                            <a:pt x="5745" y="26143"/>
                          </a:cubicBezTo>
                          <a:cubicBezTo>
                            <a:pt x="3078" y="25381"/>
                            <a:pt x="601" y="18713"/>
                            <a:pt x="30" y="11379"/>
                          </a:cubicBezTo>
                          <a:cubicBezTo>
                            <a:pt x="-256" y="4045"/>
                            <a:pt x="1554" y="-908"/>
                            <a:pt x="4030" y="14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9" name="Forme libre : forme 13878">
                      <a:extLst>
                        <a:ext uri="{FF2B5EF4-FFF2-40B4-BE49-F238E27FC236}">
                          <a16:creationId xmlns:a16="http://schemas.microsoft.com/office/drawing/2014/main" id="{58D378B4-F25B-438D-9C0C-942C41D33D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5202" y="3326779"/>
                      <a:ext cx="3926" cy="7177"/>
                    </a:xfrm>
                    <a:custGeom>
                      <a:avLst/>
                      <a:gdLst>
                        <a:gd name="connsiteX0" fmla="*/ 1320 w 3926"/>
                        <a:gd name="connsiteY0" fmla="*/ 17 h 7177"/>
                        <a:gd name="connsiteX1" fmla="*/ 3797 w 3926"/>
                        <a:gd name="connsiteY1" fmla="*/ 3255 h 7177"/>
                        <a:gd name="connsiteX2" fmla="*/ 2654 w 3926"/>
                        <a:gd name="connsiteY2" fmla="*/ 7161 h 7177"/>
                        <a:gd name="connsiteX3" fmla="*/ 82 w 3926"/>
                        <a:gd name="connsiteY3" fmla="*/ 4018 h 7177"/>
                        <a:gd name="connsiteX4" fmla="*/ 1320 w 3926"/>
                        <a:gd name="connsiteY4" fmla="*/ 17 h 7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26" h="7177">
                          <a:moveTo>
                            <a:pt x="1320" y="17"/>
                          </a:moveTo>
                          <a:cubicBezTo>
                            <a:pt x="2273" y="-173"/>
                            <a:pt x="3415" y="1255"/>
                            <a:pt x="3797" y="3255"/>
                          </a:cubicBezTo>
                          <a:cubicBezTo>
                            <a:pt x="4177" y="5161"/>
                            <a:pt x="3701" y="6970"/>
                            <a:pt x="2654" y="7161"/>
                          </a:cubicBezTo>
                          <a:cubicBezTo>
                            <a:pt x="1606" y="7351"/>
                            <a:pt x="463" y="5923"/>
                            <a:pt x="82" y="4018"/>
                          </a:cubicBezTo>
                          <a:cubicBezTo>
                            <a:pt x="-204" y="1922"/>
                            <a:pt x="272" y="208"/>
                            <a:pt x="1320" y="1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0" name="Forme libre : forme 13879">
                      <a:extLst>
                        <a:ext uri="{FF2B5EF4-FFF2-40B4-BE49-F238E27FC236}">
                          <a16:creationId xmlns:a16="http://schemas.microsoft.com/office/drawing/2014/main" id="{C176E69C-26A3-46D0-85CF-B5F893D529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1224" y="3295554"/>
                      <a:ext cx="29296" cy="66796"/>
                    </a:xfrm>
                    <a:custGeom>
                      <a:avLst/>
                      <a:gdLst>
                        <a:gd name="connsiteX0" fmla="*/ 7772 w 29296"/>
                        <a:gd name="connsiteY0" fmla="*/ 6382 h 66796"/>
                        <a:gd name="connsiteX1" fmla="*/ 23869 w 29296"/>
                        <a:gd name="connsiteY1" fmla="*/ 0 h 66796"/>
                        <a:gd name="connsiteX2" fmla="*/ 29203 w 29296"/>
                        <a:gd name="connsiteY2" fmla="*/ 4667 h 66796"/>
                        <a:gd name="connsiteX3" fmla="*/ 26727 w 29296"/>
                        <a:gd name="connsiteY3" fmla="*/ 12573 h 66796"/>
                        <a:gd name="connsiteX4" fmla="*/ 13868 w 29296"/>
                        <a:gd name="connsiteY4" fmla="*/ 30575 h 66796"/>
                        <a:gd name="connsiteX5" fmla="*/ 13392 w 29296"/>
                        <a:gd name="connsiteY5" fmla="*/ 52388 h 66796"/>
                        <a:gd name="connsiteX6" fmla="*/ 9868 w 29296"/>
                        <a:gd name="connsiteY6" fmla="*/ 66294 h 66796"/>
                        <a:gd name="connsiteX7" fmla="*/ 1581 w 29296"/>
                        <a:gd name="connsiteY7" fmla="*/ 46387 h 66796"/>
                        <a:gd name="connsiteX8" fmla="*/ 247 w 29296"/>
                        <a:gd name="connsiteY8" fmla="*/ 24003 h 66796"/>
                        <a:gd name="connsiteX9" fmla="*/ 7772 w 29296"/>
                        <a:gd name="connsiteY9" fmla="*/ 6382 h 66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296" h="66796">
                          <a:moveTo>
                            <a:pt x="7772" y="6382"/>
                          </a:moveTo>
                          <a:cubicBezTo>
                            <a:pt x="12535" y="1429"/>
                            <a:pt x="18250" y="95"/>
                            <a:pt x="23869" y="0"/>
                          </a:cubicBezTo>
                          <a:cubicBezTo>
                            <a:pt x="25965" y="0"/>
                            <a:pt x="28632" y="953"/>
                            <a:pt x="29203" y="4667"/>
                          </a:cubicBezTo>
                          <a:cubicBezTo>
                            <a:pt x="29679" y="8096"/>
                            <a:pt x="28251" y="10859"/>
                            <a:pt x="26727" y="12573"/>
                          </a:cubicBezTo>
                          <a:cubicBezTo>
                            <a:pt x="21964" y="17812"/>
                            <a:pt x="16154" y="21146"/>
                            <a:pt x="13868" y="30575"/>
                          </a:cubicBezTo>
                          <a:cubicBezTo>
                            <a:pt x="13106" y="33528"/>
                            <a:pt x="13296" y="43529"/>
                            <a:pt x="13392" y="52388"/>
                          </a:cubicBezTo>
                          <a:cubicBezTo>
                            <a:pt x="13392" y="61151"/>
                            <a:pt x="13487" y="68866"/>
                            <a:pt x="9868" y="66294"/>
                          </a:cubicBezTo>
                          <a:cubicBezTo>
                            <a:pt x="6153" y="63722"/>
                            <a:pt x="3200" y="55245"/>
                            <a:pt x="1581" y="46387"/>
                          </a:cubicBezTo>
                          <a:cubicBezTo>
                            <a:pt x="-134" y="37529"/>
                            <a:pt x="-229" y="28289"/>
                            <a:pt x="247" y="24003"/>
                          </a:cubicBezTo>
                          <a:cubicBezTo>
                            <a:pt x="1390" y="16097"/>
                            <a:pt x="4153" y="10096"/>
                            <a:pt x="7772" y="638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93" name="Graphique 1">
                    <a:extLst>
                      <a:ext uri="{FF2B5EF4-FFF2-40B4-BE49-F238E27FC236}">
                        <a16:creationId xmlns:a16="http://schemas.microsoft.com/office/drawing/2014/main" id="{35701343-662A-44A2-9F7E-270BC9F93849}"/>
                      </a:ext>
                    </a:extLst>
                  </p:cNvPr>
                  <p:cNvGrpSpPr/>
                  <p:nvPr/>
                </p:nvGrpSpPr>
                <p:grpSpPr>
                  <a:xfrm>
                    <a:off x="4112406" y="3131774"/>
                    <a:ext cx="85563" cy="152735"/>
                    <a:chOff x="4112406" y="3131774"/>
                    <a:chExt cx="85563" cy="152735"/>
                  </a:xfrm>
                  <a:solidFill>
                    <a:schemeClr val="accent1"/>
                  </a:solidFill>
                </p:grpSpPr>
                <p:sp>
                  <p:nvSpPr>
                    <p:cNvPr id="13857" name="Forme libre : forme 13856">
                      <a:extLst>
                        <a:ext uri="{FF2B5EF4-FFF2-40B4-BE49-F238E27FC236}">
                          <a16:creationId xmlns:a16="http://schemas.microsoft.com/office/drawing/2014/main" id="{DC7C544A-24E7-43D3-932D-C7B8E5BE4B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2406" y="3131774"/>
                      <a:ext cx="85563" cy="152735"/>
                    </a:xfrm>
                    <a:custGeom>
                      <a:avLst/>
                      <a:gdLst>
                        <a:gd name="connsiteX0" fmla="*/ 81169 w 85563"/>
                        <a:gd name="connsiteY0" fmla="*/ 61577 h 152735"/>
                        <a:gd name="connsiteX1" fmla="*/ 74597 w 85563"/>
                        <a:gd name="connsiteY1" fmla="*/ 84913 h 152735"/>
                        <a:gd name="connsiteX2" fmla="*/ 70216 w 85563"/>
                        <a:gd name="connsiteY2" fmla="*/ 109297 h 152735"/>
                        <a:gd name="connsiteX3" fmla="*/ 60500 w 85563"/>
                        <a:gd name="connsiteY3" fmla="*/ 139015 h 152735"/>
                        <a:gd name="connsiteX4" fmla="*/ 42688 w 85563"/>
                        <a:gd name="connsiteY4" fmla="*/ 152255 h 152735"/>
                        <a:gd name="connsiteX5" fmla="*/ 23543 w 85563"/>
                        <a:gd name="connsiteY5" fmla="*/ 152731 h 152735"/>
                        <a:gd name="connsiteX6" fmla="*/ 5636 w 85563"/>
                        <a:gd name="connsiteY6" fmla="*/ 137967 h 152735"/>
                        <a:gd name="connsiteX7" fmla="*/ 493 w 85563"/>
                        <a:gd name="connsiteY7" fmla="*/ 100629 h 152735"/>
                        <a:gd name="connsiteX8" fmla="*/ 5541 w 85563"/>
                        <a:gd name="connsiteY8" fmla="*/ 69864 h 152735"/>
                        <a:gd name="connsiteX9" fmla="*/ 13637 w 85563"/>
                        <a:gd name="connsiteY9" fmla="*/ 39288 h 152735"/>
                        <a:gd name="connsiteX10" fmla="*/ 35164 w 85563"/>
                        <a:gd name="connsiteY10" fmla="*/ 6522 h 152735"/>
                        <a:gd name="connsiteX11" fmla="*/ 58690 w 85563"/>
                        <a:gd name="connsiteY11" fmla="*/ 2046 h 152735"/>
                        <a:gd name="connsiteX12" fmla="*/ 75550 w 85563"/>
                        <a:gd name="connsiteY12" fmla="*/ 12523 h 152735"/>
                        <a:gd name="connsiteX13" fmla="*/ 85360 w 85563"/>
                        <a:gd name="connsiteY13" fmla="*/ 32335 h 152735"/>
                        <a:gd name="connsiteX14" fmla="*/ 84884 w 85563"/>
                        <a:gd name="connsiteY14" fmla="*/ 46146 h 152735"/>
                        <a:gd name="connsiteX15" fmla="*/ 81169 w 85563"/>
                        <a:gd name="connsiteY15" fmla="*/ 61577 h 152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85563" h="152735">
                          <a:moveTo>
                            <a:pt x="81169" y="61577"/>
                          </a:moveTo>
                          <a:cubicBezTo>
                            <a:pt x="78502" y="69101"/>
                            <a:pt x="76407" y="77007"/>
                            <a:pt x="74597" y="84913"/>
                          </a:cubicBezTo>
                          <a:cubicBezTo>
                            <a:pt x="72787" y="92914"/>
                            <a:pt x="71359" y="101010"/>
                            <a:pt x="70216" y="109297"/>
                          </a:cubicBezTo>
                          <a:cubicBezTo>
                            <a:pt x="68787" y="120822"/>
                            <a:pt x="65072" y="131205"/>
                            <a:pt x="60500" y="139015"/>
                          </a:cubicBezTo>
                          <a:cubicBezTo>
                            <a:pt x="55642" y="146825"/>
                            <a:pt x="49642" y="152064"/>
                            <a:pt x="42688" y="152255"/>
                          </a:cubicBezTo>
                          <a:lnTo>
                            <a:pt x="23543" y="152731"/>
                          </a:lnTo>
                          <a:cubicBezTo>
                            <a:pt x="16685" y="152922"/>
                            <a:pt x="10018" y="147492"/>
                            <a:pt x="5636" y="137967"/>
                          </a:cubicBezTo>
                          <a:cubicBezTo>
                            <a:pt x="1064" y="128538"/>
                            <a:pt x="-1032" y="115107"/>
                            <a:pt x="493" y="100629"/>
                          </a:cubicBezTo>
                          <a:cubicBezTo>
                            <a:pt x="1731" y="90342"/>
                            <a:pt x="3350" y="80055"/>
                            <a:pt x="5541" y="69864"/>
                          </a:cubicBezTo>
                          <a:cubicBezTo>
                            <a:pt x="7732" y="59672"/>
                            <a:pt x="10208" y="49385"/>
                            <a:pt x="13637" y="39288"/>
                          </a:cubicBezTo>
                          <a:cubicBezTo>
                            <a:pt x="18114" y="25001"/>
                            <a:pt x="26401" y="13190"/>
                            <a:pt x="35164" y="6522"/>
                          </a:cubicBezTo>
                          <a:cubicBezTo>
                            <a:pt x="43736" y="-241"/>
                            <a:pt x="52785" y="-1765"/>
                            <a:pt x="58690" y="2046"/>
                          </a:cubicBezTo>
                          <a:lnTo>
                            <a:pt x="75550" y="12523"/>
                          </a:lnTo>
                          <a:cubicBezTo>
                            <a:pt x="81645" y="16428"/>
                            <a:pt x="84408" y="23667"/>
                            <a:pt x="85360" y="32335"/>
                          </a:cubicBezTo>
                          <a:cubicBezTo>
                            <a:pt x="85646" y="36526"/>
                            <a:pt x="85741" y="41384"/>
                            <a:pt x="84884" y="46146"/>
                          </a:cubicBezTo>
                          <a:cubicBezTo>
                            <a:pt x="84217" y="51099"/>
                            <a:pt x="82884" y="56148"/>
                            <a:pt x="81169" y="61577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8" name="Forme libre : forme 13857">
                      <a:extLst>
                        <a:ext uri="{FF2B5EF4-FFF2-40B4-BE49-F238E27FC236}">
                          <a16:creationId xmlns:a16="http://schemas.microsoft.com/office/drawing/2014/main" id="{537F5B90-15BD-4702-A3F3-F8B1947426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6712" y="3143916"/>
                      <a:ext cx="51066" cy="140303"/>
                    </a:xfrm>
                    <a:custGeom>
                      <a:avLst/>
                      <a:gdLst>
                        <a:gd name="connsiteX0" fmla="*/ 14288 w 51066"/>
                        <a:gd name="connsiteY0" fmla="*/ 84868 h 140303"/>
                        <a:gd name="connsiteX1" fmla="*/ 10478 w 51066"/>
                        <a:gd name="connsiteY1" fmla="*/ 115919 h 140303"/>
                        <a:gd name="connsiteX2" fmla="*/ 0 w 51066"/>
                        <a:gd name="connsiteY2" fmla="*/ 140303 h 140303"/>
                        <a:gd name="connsiteX3" fmla="*/ 8287 w 51066"/>
                        <a:gd name="connsiteY3" fmla="*/ 140113 h 140303"/>
                        <a:gd name="connsiteX4" fmla="*/ 26099 w 51066"/>
                        <a:gd name="connsiteY4" fmla="*/ 126873 h 140303"/>
                        <a:gd name="connsiteX5" fmla="*/ 35814 w 51066"/>
                        <a:gd name="connsiteY5" fmla="*/ 97155 h 140303"/>
                        <a:gd name="connsiteX6" fmla="*/ 40196 w 51066"/>
                        <a:gd name="connsiteY6" fmla="*/ 72771 h 140303"/>
                        <a:gd name="connsiteX7" fmla="*/ 46768 w 51066"/>
                        <a:gd name="connsiteY7" fmla="*/ 49435 h 140303"/>
                        <a:gd name="connsiteX8" fmla="*/ 50387 w 51066"/>
                        <a:gd name="connsiteY8" fmla="*/ 34004 h 140303"/>
                        <a:gd name="connsiteX9" fmla="*/ 50864 w 51066"/>
                        <a:gd name="connsiteY9" fmla="*/ 20193 h 140303"/>
                        <a:gd name="connsiteX10" fmla="*/ 41053 w 51066"/>
                        <a:gd name="connsiteY10" fmla="*/ 381 h 140303"/>
                        <a:gd name="connsiteX11" fmla="*/ 40481 w 51066"/>
                        <a:gd name="connsiteY11" fmla="*/ 0 h 140303"/>
                        <a:gd name="connsiteX12" fmla="*/ 30290 w 51066"/>
                        <a:gd name="connsiteY12" fmla="*/ 20003 h 140303"/>
                        <a:gd name="connsiteX13" fmla="*/ 22098 w 51066"/>
                        <a:gd name="connsiteY13" fmla="*/ 40767 h 140303"/>
                        <a:gd name="connsiteX14" fmla="*/ 14288 w 51066"/>
                        <a:gd name="connsiteY14" fmla="*/ 84868 h 140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1066" h="140303">
                          <a:moveTo>
                            <a:pt x="14288" y="84868"/>
                          </a:moveTo>
                          <a:cubicBezTo>
                            <a:pt x="14192" y="95631"/>
                            <a:pt x="12764" y="106299"/>
                            <a:pt x="10478" y="115919"/>
                          </a:cubicBezTo>
                          <a:cubicBezTo>
                            <a:pt x="8096" y="125539"/>
                            <a:pt x="4667" y="134017"/>
                            <a:pt x="0" y="140303"/>
                          </a:cubicBezTo>
                          <a:lnTo>
                            <a:pt x="8287" y="140113"/>
                          </a:lnTo>
                          <a:cubicBezTo>
                            <a:pt x="15335" y="139922"/>
                            <a:pt x="21241" y="134683"/>
                            <a:pt x="26099" y="126873"/>
                          </a:cubicBezTo>
                          <a:cubicBezTo>
                            <a:pt x="30766" y="119063"/>
                            <a:pt x="34481" y="108680"/>
                            <a:pt x="35814" y="97155"/>
                          </a:cubicBezTo>
                          <a:cubicBezTo>
                            <a:pt x="36957" y="88963"/>
                            <a:pt x="38386" y="80772"/>
                            <a:pt x="40196" y="72771"/>
                          </a:cubicBezTo>
                          <a:cubicBezTo>
                            <a:pt x="42005" y="64770"/>
                            <a:pt x="44101" y="56864"/>
                            <a:pt x="46768" y="49435"/>
                          </a:cubicBezTo>
                          <a:cubicBezTo>
                            <a:pt x="48483" y="44005"/>
                            <a:pt x="49911" y="39053"/>
                            <a:pt x="50387" y="34004"/>
                          </a:cubicBezTo>
                          <a:cubicBezTo>
                            <a:pt x="51245" y="29242"/>
                            <a:pt x="51149" y="24384"/>
                            <a:pt x="50864" y="20193"/>
                          </a:cubicBezTo>
                          <a:cubicBezTo>
                            <a:pt x="49911" y="11525"/>
                            <a:pt x="47149" y="4286"/>
                            <a:pt x="41053" y="381"/>
                          </a:cubicBezTo>
                          <a:lnTo>
                            <a:pt x="40481" y="0"/>
                          </a:lnTo>
                          <a:cubicBezTo>
                            <a:pt x="36767" y="6572"/>
                            <a:pt x="33338" y="13145"/>
                            <a:pt x="30290" y="20003"/>
                          </a:cubicBezTo>
                          <a:cubicBezTo>
                            <a:pt x="27146" y="26765"/>
                            <a:pt x="24384" y="33718"/>
                            <a:pt x="22098" y="40767"/>
                          </a:cubicBezTo>
                          <a:cubicBezTo>
                            <a:pt x="17526" y="54864"/>
                            <a:pt x="14478" y="69628"/>
                            <a:pt x="14288" y="8486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9" name="Forme libre : forme 13858">
                      <a:extLst>
                        <a:ext uri="{FF2B5EF4-FFF2-40B4-BE49-F238E27FC236}">
                          <a16:creationId xmlns:a16="http://schemas.microsoft.com/office/drawing/2014/main" id="{B60DA967-EE8C-4F4F-9893-D1DB51B2EF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1219" y="3166931"/>
                      <a:ext cx="31187" cy="66565"/>
                    </a:xfrm>
                    <a:custGeom>
                      <a:avLst/>
                      <a:gdLst>
                        <a:gd name="connsiteX0" fmla="*/ 25686 w 31187"/>
                        <a:gd name="connsiteY0" fmla="*/ 417 h 66565"/>
                        <a:gd name="connsiteX1" fmla="*/ 31115 w 31187"/>
                        <a:gd name="connsiteY1" fmla="*/ 12990 h 66565"/>
                        <a:gd name="connsiteX2" fmla="*/ 28068 w 31187"/>
                        <a:gd name="connsiteY2" fmla="*/ 36231 h 66565"/>
                        <a:gd name="connsiteX3" fmla="*/ 19400 w 31187"/>
                        <a:gd name="connsiteY3" fmla="*/ 58138 h 66565"/>
                        <a:gd name="connsiteX4" fmla="*/ 8637 w 31187"/>
                        <a:gd name="connsiteY4" fmla="*/ 66521 h 66565"/>
                        <a:gd name="connsiteX5" fmla="*/ 826 w 31187"/>
                        <a:gd name="connsiteY5" fmla="*/ 55090 h 66565"/>
                        <a:gd name="connsiteX6" fmla="*/ 2064 w 31187"/>
                        <a:gd name="connsiteY6" fmla="*/ 29659 h 66565"/>
                        <a:gd name="connsiteX7" fmla="*/ 13113 w 31187"/>
                        <a:gd name="connsiteY7" fmla="*/ 6608 h 66565"/>
                        <a:gd name="connsiteX8" fmla="*/ 25686 w 31187"/>
                        <a:gd name="connsiteY8" fmla="*/ 417 h 66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7" h="66565">
                          <a:moveTo>
                            <a:pt x="25686" y="417"/>
                          </a:moveTo>
                          <a:cubicBezTo>
                            <a:pt x="29115" y="1846"/>
                            <a:pt x="30925" y="6608"/>
                            <a:pt x="31115" y="12990"/>
                          </a:cubicBezTo>
                          <a:cubicBezTo>
                            <a:pt x="31496" y="19467"/>
                            <a:pt x="30354" y="27563"/>
                            <a:pt x="28068" y="36231"/>
                          </a:cubicBezTo>
                          <a:cubicBezTo>
                            <a:pt x="25877" y="44899"/>
                            <a:pt x="22829" y="52614"/>
                            <a:pt x="19400" y="58138"/>
                          </a:cubicBezTo>
                          <a:cubicBezTo>
                            <a:pt x="15971" y="63663"/>
                            <a:pt x="12256" y="66997"/>
                            <a:pt x="8637" y="66521"/>
                          </a:cubicBezTo>
                          <a:cubicBezTo>
                            <a:pt x="5017" y="66044"/>
                            <a:pt x="2160" y="61758"/>
                            <a:pt x="826" y="55090"/>
                          </a:cubicBezTo>
                          <a:cubicBezTo>
                            <a:pt x="-507" y="48423"/>
                            <a:pt x="-317" y="39279"/>
                            <a:pt x="2064" y="29659"/>
                          </a:cubicBezTo>
                          <a:cubicBezTo>
                            <a:pt x="4541" y="20038"/>
                            <a:pt x="8732" y="11847"/>
                            <a:pt x="13113" y="6608"/>
                          </a:cubicBezTo>
                          <a:cubicBezTo>
                            <a:pt x="17685" y="1274"/>
                            <a:pt x="22257" y="-1012"/>
                            <a:pt x="25686" y="41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0" name="Forme libre : forme 13859">
                      <a:extLst>
                        <a:ext uri="{FF2B5EF4-FFF2-40B4-BE49-F238E27FC236}">
                          <a16:creationId xmlns:a16="http://schemas.microsoft.com/office/drawing/2014/main" id="{179808EF-41B4-4D9B-A8F3-ACF37374AD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1378" y="3188684"/>
                      <a:ext cx="30670" cy="44717"/>
                    </a:xfrm>
                    <a:custGeom>
                      <a:avLst/>
                      <a:gdLst>
                        <a:gd name="connsiteX0" fmla="*/ 0 w 30670"/>
                        <a:gd name="connsiteY0" fmla="*/ 27813 h 44717"/>
                        <a:gd name="connsiteX1" fmla="*/ 8477 w 30670"/>
                        <a:gd name="connsiteY1" fmla="*/ 44672 h 44717"/>
                        <a:gd name="connsiteX2" fmla="*/ 19241 w 30670"/>
                        <a:gd name="connsiteY2" fmla="*/ 36290 h 44717"/>
                        <a:gd name="connsiteX3" fmla="*/ 27908 w 30670"/>
                        <a:gd name="connsiteY3" fmla="*/ 14383 h 44717"/>
                        <a:gd name="connsiteX4" fmla="*/ 30671 w 30670"/>
                        <a:gd name="connsiteY4" fmla="*/ 0 h 44717"/>
                        <a:gd name="connsiteX5" fmla="*/ 27432 w 30670"/>
                        <a:gd name="connsiteY5" fmla="*/ 7429 h 44717"/>
                        <a:gd name="connsiteX6" fmla="*/ 0 w 30670"/>
                        <a:gd name="connsiteY6" fmla="*/ 27813 h 44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670" h="44717">
                          <a:moveTo>
                            <a:pt x="0" y="27813"/>
                          </a:moveTo>
                          <a:cubicBezTo>
                            <a:pt x="571" y="37529"/>
                            <a:pt x="4001" y="44101"/>
                            <a:pt x="8477" y="44672"/>
                          </a:cubicBezTo>
                          <a:cubicBezTo>
                            <a:pt x="12192" y="45149"/>
                            <a:pt x="15907" y="41815"/>
                            <a:pt x="19241" y="36290"/>
                          </a:cubicBezTo>
                          <a:cubicBezTo>
                            <a:pt x="22670" y="30766"/>
                            <a:pt x="25718" y="23051"/>
                            <a:pt x="27908" y="14383"/>
                          </a:cubicBezTo>
                          <a:cubicBezTo>
                            <a:pt x="29337" y="9335"/>
                            <a:pt x="30004" y="4382"/>
                            <a:pt x="30671" y="0"/>
                          </a:cubicBezTo>
                          <a:cubicBezTo>
                            <a:pt x="29718" y="2572"/>
                            <a:pt x="28670" y="5048"/>
                            <a:pt x="27432" y="7429"/>
                          </a:cubicBezTo>
                          <a:cubicBezTo>
                            <a:pt x="19336" y="20193"/>
                            <a:pt x="8573" y="30575"/>
                            <a:pt x="0" y="27813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1" name="Forme libre : forme 13860">
                      <a:extLst>
                        <a:ext uri="{FF2B5EF4-FFF2-40B4-BE49-F238E27FC236}">
                          <a16:creationId xmlns:a16="http://schemas.microsoft.com/office/drawing/2014/main" id="{DE6412E8-CAE4-4EFE-9A81-2C44EEE352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4813" y="3164872"/>
                      <a:ext cx="31447" cy="65501"/>
                    </a:xfrm>
                    <a:custGeom>
                      <a:avLst/>
                      <a:gdLst>
                        <a:gd name="connsiteX0" fmla="*/ 26189 w 31447"/>
                        <a:gd name="connsiteY0" fmla="*/ 476 h 65501"/>
                        <a:gd name="connsiteX1" fmla="*/ 31427 w 31447"/>
                        <a:gd name="connsiteY1" fmla="*/ 12953 h 65501"/>
                        <a:gd name="connsiteX2" fmla="*/ 28189 w 31447"/>
                        <a:gd name="connsiteY2" fmla="*/ 35813 h 65501"/>
                        <a:gd name="connsiteX3" fmla="*/ 19331 w 31447"/>
                        <a:gd name="connsiteY3" fmla="*/ 57340 h 65501"/>
                        <a:gd name="connsiteX4" fmla="*/ 8472 w 31447"/>
                        <a:gd name="connsiteY4" fmla="*/ 65436 h 65501"/>
                        <a:gd name="connsiteX5" fmla="*/ 757 w 31447"/>
                        <a:gd name="connsiteY5" fmla="*/ 54006 h 65501"/>
                        <a:gd name="connsiteX6" fmla="*/ 2281 w 31447"/>
                        <a:gd name="connsiteY6" fmla="*/ 28860 h 65501"/>
                        <a:gd name="connsiteX7" fmla="*/ 13616 w 31447"/>
                        <a:gd name="connsiteY7" fmla="*/ 6286 h 65501"/>
                        <a:gd name="connsiteX8" fmla="*/ 26189 w 31447"/>
                        <a:gd name="connsiteY8" fmla="*/ 476 h 65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447" h="65501">
                          <a:moveTo>
                            <a:pt x="26189" y="476"/>
                          </a:moveTo>
                          <a:cubicBezTo>
                            <a:pt x="29522" y="1904"/>
                            <a:pt x="31237" y="6667"/>
                            <a:pt x="31427" y="12953"/>
                          </a:cubicBezTo>
                          <a:cubicBezTo>
                            <a:pt x="31618" y="19240"/>
                            <a:pt x="30475" y="27241"/>
                            <a:pt x="28189" y="35813"/>
                          </a:cubicBezTo>
                          <a:cubicBezTo>
                            <a:pt x="25808" y="44386"/>
                            <a:pt x="22664" y="51911"/>
                            <a:pt x="19331" y="57340"/>
                          </a:cubicBezTo>
                          <a:cubicBezTo>
                            <a:pt x="15806" y="62769"/>
                            <a:pt x="12092" y="66008"/>
                            <a:pt x="8472" y="65436"/>
                          </a:cubicBezTo>
                          <a:cubicBezTo>
                            <a:pt x="4852" y="64960"/>
                            <a:pt x="1995" y="60578"/>
                            <a:pt x="757" y="54006"/>
                          </a:cubicBezTo>
                          <a:cubicBezTo>
                            <a:pt x="-577" y="47339"/>
                            <a:pt x="-196" y="38290"/>
                            <a:pt x="2281" y="28860"/>
                          </a:cubicBezTo>
                          <a:cubicBezTo>
                            <a:pt x="4757" y="19335"/>
                            <a:pt x="9043" y="11334"/>
                            <a:pt x="13616" y="6286"/>
                          </a:cubicBezTo>
                          <a:cubicBezTo>
                            <a:pt x="18092" y="1143"/>
                            <a:pt x="22664" y="-1048"/>
                            <a:pt x="26189" y="47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2" name="Forme libre : forme 13861">
                      <a:extLst>
                        <a:ext uri="{FF2B5EF4-FFF2-40B4-BE49-F238E27FC236}">
                          <a16:creationId xmlns:a16="http://schemas.microsoft.com/office/drawing/2014/main" id="{44E733EE-28FB-44DC-965C-52A19BF91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7158" y="3183938"/>
                      <a:ext cx="56609" cy="78652"/>
                    </a:xfrm>
                    <a:custGeom>
                      <a:avLst/>
                      <a:gdLst>
                        <a:gd name="connsiteX0" fmla="*/ 21840 w 56609"/>
                        <a:gd name="connsiteY0" fmla="*/ 78374 h 78652"/>
                        <a:gd name="connsiteX1" fmla="*/ 34223 w 56609"/>
                        <a:gd name="connsiteY1" fmla="*/ 76660 h 78652"/>
                        <a:gd name="connsiteX2" fmla="*/ 50891 w 56609"/>
                        <a:gd name="connsiteY2" fmla="*/ 45989 h 78652"/>
                        <a:gd name="connsiteX3" fmla="*/ 56606 w 56609"/>
                        <a:gd name="connsiteY3" fmla="*/ 13890 h 78652"/>
                        <a:gd name="connsiteX4" fmla="*/ 48320 w 56609"/>
                        <a:gd name="connsiteY4" fmla="*/ 174 h 78652"/>
                        <a:gd name="connsiteX5" fmla="*/ 38795 w 56609"/>
                        <a:gd name="connsiteY5" fmla="*/ 9127 h 78652"/>
                        <a:gd name="connsiteX6" fmla="*/ 17840 w 56609"/>
                        <a:gd name="connsiteY6" fmla="*/ 34178 h 78652"/>
                        <a:gd name="connsiteX7" fmla="*/ 218 w 56609"/>
                        <a:gd name="connsiteY7" fmla="*/ 67897 h 78652"/>
                        <a:gd name="connsiteX8" fmla="*/ 21840 w 56609"/>
                        <a:gd name="connsiteY8" fmla="*/ 78374 h 78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09" h="78652">
                          <a:moveTo>
                            <a:pt x="21840" y="78374"/>
                          </a:moveTo>
                          <a:cubicBezTo>
                            <a:pt x="25936" y="78755"/>
                            <a:pt x="30222" y="79136"/>
                            <a:pt x="34223" y="76660"/>
                          </a:cubicBezTo>
                          <a:cubicBezTo>
                            <a:pt x="41843" y="71897"/>
                            <a:pt x="47081" y="58657"/>
                            <a:pt x="50891" y="45989"/>
                          </a:cubicBezTo>
                          <a:cubicBezTo>
                            <a:pt x="54130" y="35416"/>
                            <a:pt x="56702" y="24082"/>
                            <a:pt x="56606" y="13890"/>
                          </a:cubicBezTo>
                          <a:cubicBezTo>
                            <a:pt x="56511" y="6365"/>
                            <a:pt x="53749" y="-1255"/>
                            <a:pt x="48320" y="174"/>
                          </a:cubicBezTo>
                          <a:cubicBezTo>
                            <a:pt x="45081" y="1127"/>
                            <a:pt x="41652" y="5222"/>
                            <a:pt x="38795" y="9127"/>
                          </a:cubicBezTo>
                          <a:cubicBezTo>
                            <a:pt x="31937" y="18367"/>
                            <a:pt x="24793" y="26844"/>
                            <a:pt x="17840" y="34178"/>
                          </a:cubicBezTo>
                          <a:cubicBezTo>
                            <a:pt x="11648" y="40179"/>
                            <a:pt x="-1877" y="52180"/>
                            <a:pt x="218" y="67897"/>
                          </a:cubicBezTo>
                          <a:cubicBezTo>
                            <a:pt x="2219" y="81898"/>
                            <a:pt x="16125" y="77707"/>
                            <a:pt x="21840" y="7837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3" name="Forme libre : forme 13862">
                      <a:extLst>
                        <a:ext uri="{FF2B5EF4-FFF2-40B4-BE49-F238E27FC236}">
                          <a16:creationId xmlns:a16="http://schemas.microsoft.com/office/drawing/2014/main" id="{CBD85652-7BE0-4FA8-A610-6876E0FF12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9778" y="3217140"/>
                      <a:ext cx="11291" cy="30129"/>
                    </a:xfrm>
                    <a:custGeom>
                      <a:avLst/>
                      <a:gdLst>
                        <a:gd name="connsiteX0" fmla="*/ 5505 w 11291"/>
                        <a:gd name="connsiteY0" fmla="*/ 28122 h 30129"/>
                        <a:gd name="connsiteX1" fmla="*/ 8172 w 11291"/>
                        <a:gd name="connsiteY1" fmla="*/ 30123 h 30129"/>
                        <a:gd name="connsiteX2" fmla="*/ 10839 w 11291"/>
                        <a:gd name="connsiteY2" fmla="*/ 27646 h 30129"/>
                        <a:gd name="connsiteX3" fmla="*/ 11220 w 11291"/>
                        <a:gd name="connsiteY3" fmla="*/ 22503 h 30129"/>
                        <a:gd name="connsiteX4" fmla="*/ 10172 w 11291"/>
                        <a:gd name="connsiteY4" fmla="*/ 9739 h 30129"/>
                        <a:gd name="connsiteX5" fmla="*/ 9124 w 11291"/>
                        <a:gd name="connsiteY5" fmla="*/ 4977 h 30129"/>
                        <a:gd name="connsiteX6" fmla="*/ 75 w 11291"/>
                        <a:gd name="connsiteY6" fmla="*/ 7453 h 30129"/>
                        <a:gd name="connsiteX7" fmla="*/ 5505 w 11291"/>
                        <a:gd name="connsiteY7" fmla="*/ 28122 h 30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291" h="30129">
                          <a:moveTo>
                            <a:pt x="5505" y="28122"/>
                          </a:moveTo>
                          <a:cubicBezTo>
                            <a:pt x="6267" y="29170"/>
                            <a:pt x="7124" y="30028"/>
                            <a:pt x="8172" y="30123"/>
                          </a:cubicBezTo>
                          <a:cubicBezTo>
                            <a:pt x="9124" y="30218"/>
                            <a:pt x="10267" y="29361"/>
                            <a:pt x="10839" y="27646"/>
                          </a:cubicBezTo>
                          <a:cubicBezTo>
                            <a:pt x="11410" y="26122"/>
                            <a:pt x="11315" y="24217"/>
                            <a:pt x="11220" y="22503"/>
                          </a:cubicBezTo>
                          <a:cubicBezTo>
                            <a:pt x="10934" y="18121"/>
                            <a:pt x="10743" y="13930"/>
                            <a:pt x="10172" y="9739"/>
                          </a:cubicBezTo>
                          <a:cubicBezTo>
                            <a:pt x="9981" y="8025"/>
                            <a:pt x="9600" y="6310"/>
                            <a:pt x="9124" y="4977"/>
                          </a:cubicBezTo>
                          <a:cubicBezTo>
                            <a:pt x="7219" y="-833"/>
                            <a:pt x="933" y="-3310"/>
                            <a:pt x="75" y="7453"/>
                          </a:cubicBezTo>
                          <a:cubicBezTo>
                            <a:pt x="-496" y="15740"/>
                            <a:pt x="2266" y="24122"/>
                            <a:pt x="5505" y="2812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4" name="Forme libre : forme 13863">
                      <a:extLst>
                        <a:ext uri="{FF2B5EF4-FFF2-40B4-BE49-F238E27FC236}">
                          <a16:creationId xmlns:a16="http://schemas.microsoft.com/office/drawing/2014/main" id="{2A4E3568-15E5-4EA6-B5FF-D03E5041C6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3098" y="3146488"/>
                      <a:ext cx="11016" cy="45529"/>
                    </a:xfrm>
                    <a:custGeom>
                      <a:avLst/>
                      <a:gdLst>
                        <a:gd name="connsiteX0" fmla="*/ 0 w 11016"/>
                        <a:gd name="connsiteY0" fmla="*/ 0 h 45529"/>
                        <a:gd name="connsiteX1" fmla="*/ 7715 w 11016"/>
                        <a:gd name="connsiteY1" fmla="*/ 9144 h 45529"/>
                        <a:gd name="connsiteX2" fmla="*/ 9335 w 11016"/>
                        <a:gd name="connsiteY2" fmla="*/ 45529 h 45529"/>
                        <a:gd name="connsiteX3" fmla="*/ 9620 w 11016"/>
                        <a:gd name="connsiteY3" fmla="*/ 40672 h 45529"/>
                        <a:gd name="connsiteX4" fmla="*/ 9430 w 11016"/>
                        <a:gd name="connsiteY4" fmla="*/ 29051 h 45529"/>
                        <a:gd name="connsiteX5" fmla="*/ 7048 w 11016"/>
                        <a:gd name="connsiteY5" fmla="*/ 14383 h 45529"/>
                        <a:gd name="connsiteX6" fmla="*/ 0 w 11016"/>
                        <a:gd name="connsiteY6" fmla="*/ 0 h 45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016" h="45529">
                          <a:moveTo>
                            <a:pt x="0" y="0"/>
                          </a:moveTo>
                          <a:cubicBezTo>
                            <a:pt x="0" y="0"/>
                            <a:pt x="4572" y="2286"/>
                            <a:pt x="7715" y="9144"/>
                          </a:cubicBezTo>
                          <a:cubicBezTo>
                            <a:pt x="10954" y="16097"/>
                            <a:pt x="12383" y="26670"/>
                            <a:pt x="9335" y="45529"/>
                          </a:cubicBezTo>
                          <a:cubicBezTo>
                            <a:pt x="9335" y="45529"/>
                            <a:pt x="9525" y="43625"/>
                            <a:pt x="9620" y="40672"/>
                          </a:cubicBezTo>
                          <a:cubicBezTo>
                            <a:pt x="9811" y="37719"/>
                            <a:pt x="9811" y="33623"/>
                            <a:pt x="9430" y="29051"/>
                          </a:cubicBezTo>
                          <a:cubicBezTo>
                            <a:pt x="9239" y="24575"/>
                            <a:pt x="8382" y="19336"/>
                            <a:pt x="7048" y="14383"/>
                          </a:cubicBezTo>
                          <a:cubicBezTo>
                            <a:pt x="5715" y="9335"/>
                            <a:pt x="3429" y="428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5" name="Forme libre : forme 13864">
                      <a:extLst>
                        <a:ext uri="{FF2B5EF4-FFF2-40B4-BE49-F238E27FC236}">
                          <a16:creationId xmlns:a16="http://schemas.microsoft.com/office/drawing/2014/main" id="{2E6BAAF0-D8FA-47E9-8CCA-A9AC5FD58D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4947" y="3229451"/>
                      <a:ext cx="23002" cy="52101"/>
                    </a:xfrm>
                    <a:custGeom>
                      <a:avLst/>
                      <a:gdLst>
                        <a:gd name="connsiteX0" fmla="*/ 333 w 23002"/>
                        <a:gd name="connsiteY0" fmla="*/ 0 h 52101"/>
                        <a:gd name="connsiteX1" fmla="*/ 1667 w 23002"/>
                        <a:gd name="connsiteY1" fmla="*/ 24479 h 52101"/>
                        <a:gd name="connsiteX2" fmla="*/ 23003 w 23002"/>
                        <a:gd name="connsiteY2" fmla="*/ 52102 h 52101"/>
                        <a:gd name="connsiteX3" fmla="*/ 11764 w 23002"/>
                        <a:gd name="connsiteY3" fmla="*/ 42482 h 52101"/>
                        <a:gd name="connsiteX4" fmla="*/ 3667 w 23002"/>
                        <a:gd name="connsiteY4" fmla="*/ 26575 h 52101"/>
                        <a:gd name="connsiteX5" fmla="*/ 333 w 23002"/>
                        <a:gd name="connsiteY5" fmla="*/ 0 h 52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002" h="52101">
                          <a:moveTo>
                            <a:pt x="333" y="0"/>
                          </a:moveTo>
                          <a:cubicBezTo>
                            <a:pt x="333" y="0"/>
                            <a:pt x="-1000" y="11906"/>
                            <a:pt x="1667" y="24479"/>
                          </a:cubicBezTo>
                          <a:cubicBezTo>
                            <a:pt x="4143" y="37052"/>
                            <a:pt x="10716" y="50006"/>
                            <a:pt x="23003" y="52102"/>
                          </a:cubicBezTo>
                          <a:cubicBezTo>
                            <a:pt x="23003" y="52102"/>
                            <a:pt x="17478" y="50006"/>
                            <a:pt x="11764" y="42482"/>
                          </a:cubicBezTo>
                          <a:cubicBezTo>
                            <a:pt x="8906" y="38671"/>
                            <a:pt x="5858" y="33528"/>
                            <a:pt x="3667" y="26575"/>
                          </a:cubicBezTo>
                          <a:cubicBezTo>
                            <a:pt x="1476" y="19717"/>
                            <a:pt x="48" y="10859"/>
                            <a:pt x="33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6" name="Forme libre : forme 13865">
                      <a:extLst>
                        <a:ext uri="{FF2B5EF4-FFF2-40B4-BE49-F238E27FC236}">
                          <a16:creationId xmlns:a16="http://schemas.microsoft.com/office/drawing/2014/main" id="{714A356D-321D-4F2E-9DBA-0240F15B42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5977" y="3179393"/>
                      <a:ext cx="13169" cy="24546"/>
                    </a:xfrm>
                    <a:custGeom>
                      <a:avLst/>
                      <a:gdLst>
                        <a:gd name="connsiteX0" fmla="*/ 12451 w 13169"/>
                        <a:gd name="connsiteY0" fmla="*/ 623 h 24546"/>
                        <a:gd name="connsiteX1" fmla="*/ 9689 w 13169"/>
                        <a:gd name="connsiteY1" fmla="*/ 15768 h 24546"/>
                        <a:gd name="connsiteX2" fmla="*/ 1021 w 13169"/>
                        <a:gd name="connsiteY2" fmla="*/ 24055 h 24546"/>
                        <a:gd name="connsiteX3" fmla="*/ 3212 w 13169"/>
                        <a:gd name="connsiteY3" fmla="*/ 8434 h 24546"/>
                        <a:gd name="connsiteX4" fmla="*/ 12451 w 13169"/>
                        <a:gd name="connsiteY4" fmla="*/ 623 h 24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69" h="24546">
                          <a:moveTo>
                            <a:pt x="12451" y="623"/>
                          </a:moveTo>
                          <a:cubicBezTo>
                            <a:pt x="14165" y="2719"/>
                            <a:pt x="12641" y="9386"/>
                            <a:pt x="9689" y="15768"/>
                          </a:cubicBezTo>
                          <a:cubicBezTo>
                            <a:pt x="6450" y="22150"/>
                            <a:pt x="2926" y="25960"/>
                            <a:pt x="1021" y="24055"/>
                          </a:cubicBezTo>
                          <a:cubicBezTo>
                            <a:pt x="-979" y="22054"/>
                            <a:pt x="69" y="15006"/>
                            <a:pt x="3212" y="8434"/>
                          </a:cubicBezTo>
                          <a:cubicBezTo>
                            <a:pt x="6450" y="1862"/>
                            <a:pt x="10737" y="-1472"/>
                            <a:pt x="12451" y="62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7" name="Forme libre : forme 13866">
                      <a:extLst>
                        <a:ext uri="{FF2B5EF4-FFF2-40B4-BE49-F238E27FC236}">
                          <a16:creationId xmlns:a16="http://schemas.microsoft.com/office/drawing/2014/main" id="{C84FAF1A-3412-42E0-A07D-0DBD87113F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5212" y="3176042"/>
                      <a:ext cx="4336" cy="6967"/>
                    </a:xfrm>
                    <a:custGeom>
                      <a:avLst/>
                      <a:gdLst>
                        <a:gd name="connsiteX0" fmla="*/ 3311 w 4336"/>
                        <a:gd name="connsiteY0" fmla="*/ 69 h 6967"/>
                        <a:gd name="connsiteX1" fmla="*/ 3978 w 4336"/>
                        <a:gd name="connsiteY1" fmla="*/ 4069 h 6967"/>
                        <a:gd name="connsiteX2" fmla="*/ 1025 w 4336"/>
                        <a:gd name="connsiteY2" fmla="*/ 6927 h 6967"/>
                        <a:gd name="connsiteX3" fmla="*/ 359 w 4336"/>
                        <a:gd name="connsiteY3" fmla="*/ 2926 h 6967"/>
                        <a:gd name="connsiteX4" fmla="*/ 3311 w 4336"/>
                        <a:gd name="connsiteY4" fmla="*/ 69 h 6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967">
                          <a:moveTo>
                            <a:pt x="3311" y="69"/>
                          </a:moveTo>
                          <a:cubicBezTo>
                            <a:pt x="4359" y="450"/>
                            <a:pt x="4645" y="2259"/>
                            <a:pt x="3978" y="4069"/>
                          </a:cubicBezTo>
                          <a:cubicBezTo>
                            <a:pt x="3407" y="5974"/>
                            <a:pt x="2073" y="7212"/>
                            <a:pt x="1025" y="6927"/>
                          </a:cubicBezTo>
                          <a:cubicBezTo>
                            <a:pt x="-22" y="6641"/>
                            <a:pt x="-308" y="4831"/>
                            <a:pt x="359" y="2926"/>
                          </a:cubicBezTo>
                          <a:cubicBezTo>
                            <a:pt x="930" y="926"/>
                            <a:pt x="2264" y="-312"/>
                            <a:pt x="3311" y="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8" name="Forme libre : forme 13867">
                      <a:extLst>
                        <a:ext uri="{FF2B5EF4-FFF2-40B4-BE49-F238E27FC236}">
                          <a16:creationId xmlns:a16="http://schemas.microsoft.com/office/drawing/2014/main" id="{B6FE3F87-5645-4DDD-A198-E981CD6E7D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6181" y="3144503"/>
                      <a:ext cx="49606" cy="55270"/>
                    </a:xfrm>
                    <a:custGeom>
                      <a:avLst/>
                      <a:gdLst>
                        <a:gd name="connsiteX0" fmla="*/ 29199 w 49606"/>
                        <a:gd name="connsiteY0" fmla="*/ 747 h 55270"/>
                        <a:gd name="connsiteX1" fmla="*/ 46820 w 49606"/>
                        <a:gd name="connsiteY1" fmla="*/ 3795 h 55270"/>
                        <a:gd name="connsiteX2" fmla="*/ 49106 w 49606"/>
                        <a:gd name="connsiteY2" fmla="*/ 10653 h 55270"/>
                        <a:gd name="connsiteX3" fmla="*/ 42820 w 49606"/>
                        <a:gd name="connsiteY3" fmla="*/ 16082 h 55270"/>
                        <a:gd name="connsiteX4" fmla="*/ 22246 w 49606"/>
                        <a:gd name="connsiteY4" fmla="*/ 25226 h 55270"/>
                        <a:gd name="connsiteX5" fmla="*/ 11006 w 49606"/>
                        <a:gd name="connsiteY5" fmla="*/ 43991 h 55270"/>
                        <a:gd name="connsiteX6" fmla="*/ 910 w 49606"/>
                        <a:gd name="connsiteY6" fmla="*/ 54087 h 55270"/>
                        <a:gd name="connsiteX7" fmla="*/ 3291 w 49606"/>
                        <a:gd name="connsiteY7" fmla="*/ 32846 h 55270"/>
                        <a:gd name="connsiteX8" fmla="*/ 13292 w 49606"/>
                        <a:gd name="connsiteY8" fmla="*/ 12463 h 55270"/>
                        <a:gd name="connsiteX9" fmla="*/ 29199 w 49606"/>
                        <a:gd name="connsiteY9" fmla="*/ 747 h 552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9606" h="55270">
                          <a:moveTo>
                            <a:pt x="29199" y="747"/>
                          </a:moveTo>
                          <a:cubicBezTo>
                            <a:pt x="36152" y="-1158"/>
                            <a:pt x="41772" y="842"/>
                            <a:pt x="46820" y="3795"/>
                          </a:cubicBezTo>
                          <a:cubicBezTo>
                            <a:pt x="48630" y="4843"/>
                            <a:pt x="50535" y="7129"/>
                            <a:pt x="49106" y="10653"/>
                          </a:cubicBezTo>
                          <a:cubicBezTo>
                            <a:pt x="47773" y="13796"/>
                            <a:pt x="45106" y="15511"/>
                            <a:pt x="42820" y="16082"/>
                          </a:cubicBezTo>
                          <a:cubicBezTo>
                            <a:pt x="35866" y="18178"/>
                            <a:pt x="29008" y="18083"/>
                            <a:pt x="22246" y="25226"/>
                          </a:cubicBezTo>
                          <a:cubicBezTo>
                            <a:pt x="20150" y="27417"/>
                            <a:pt x="15197" y="36275"/>
                            <a:pt x="11006" y="43991"/>
                          </a:cubicBezTo>
                          <a:cubicBezTo>
                            <a:pt x="6625" y="51610"/>
                            <a:pt x="2910" y="57992"/>
                            <a:pt x="910" y="54087"/>
                          </a:cubicBezTo>
                          <a:cubicBezTo>
                            <a:pt x="-1091" y="50182"/>
                            <a:pt x="433" y="41419"/>
                            <a:pt x="3291" y="32846"/>
                          </a:cubicBezTo>
                          <a:cubicBezTo>
                            <a:pt x="6148" y="24274"/>
                            <a:pt x="10625" y="15987"/>
                            <a:pt x="13292" y="12463"/>
                          </a:cubicBezTo>
                          <a:cubicBezTo>
                            <a:pt x="18340" y="6081"/>
                            <a:pt x="24056" y="2081"/>
                            <a:pt x="29199" y="74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94" name="Graphique 1">
                    <a:extLst>
                      <a:ext uri="{FF2B5EF4-FFF2-40B4-BE49-F238E27FC236}">
                        <a16:creationId xmlns:a16="http://schemas.microsoft.com/office/drawing/2014/main" id="{0D4D85D3-C591-4DDD-833C-E974DF47D6CA}"/>
                      </a:ext>
                    </a:extLst>
                  </p:cNvPr>
                  <p:cNvGrpSpPr/>
                  <p:nvPr/>
                </p:nvGrpSpPr>
                <p:grpSpPr>
                  <a:xfrm>
                    <a:off x="4163917" y="3053090"/>
                    <a:ext cx="151646" cy="93707"/>
                    <a:chOff x="4163917" y="3053090"/>
                    <a:chExt cx="151646" cy="93707"/>
                  </a:xfrm>
                  <a:solidFill>
                    <a:schemeClr val="accent1"/>
                  </a:solidFill>
                </p:grpSpPr>
                <p:sp>
                  <p:nvSpPr>
                    <p:cNvPr id="13845" name="Forme libre : forme 13844">
                      <a:extLst>
                        <a:ext uri="{FF2B5EF4-FFF2-40B4-BE49-F238E27FC236}">
                          <a16:creationId xmlns:a16="http://schemas.microsoft.com/office/drawing/2014/main" id="{2464749A-0090-4590-9E38-955B328CAF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3917" y="3053090"/>
                      <a:ext cx="151646" cy="93707"/>
                    </a:xfrm>
                    <a:custGeom>
                      <a:avLst/>
                      <a:gdLst>
                        <a:gd name="connsiteX0" fmla="*/ 100620 w 151646"/>
                        <a:gd name="connsiteY0" fmla="*/ 73871 h 93707"/>
                        <a:gd name="connsiteX1" fmla="*/ 90047 w 151646"/>
                        <a:gd name="connsiteY1" fmla="*/ 74443 h 93707"/>
                        <a:gd name="connsiteX2" fmla="*/ 84713 w 151646"/>
                        <a:gd name="connsiteY2" fmla="*/ 74729 h 93707"/>
                        <a:gd name="connsiteX3" fmla="*/ 81284 w 151646"/>
                        <a:gd name="connsiteY3" fmla="*/ 75395 h 93707"/>
                        <a:gd name="connsiteX4" fmla="*/ 67949 w 151646"/>
                        <a:gd name="connsiteY4" fmla="*/ 81206 h 93707"/>
                        <a:gd name="connsiteX5" fmla="*/ 57662 w 151646"/>
                        <a:gd name="connsiteY5" fmla="*/ 87016 h 93707"/>
                        <a:gd name="connsiteX6" fmla="*/ 46042 w 151646"/>
                        <a:gd name="connsiteY6" fmla="*/ 91588 h 93707"/>
                        <a:gd name="connsiteX7" fmla="*/ 24039 w 151646"/>
                        <a:gd name="connsiteY7" fmla="*/ 91112 h 93707"/>
                        <a:gd name="connsiteX8" fmla="*/ 7179 w 151646"/>
                        <a:gd name="connsiteY8" fmla="*/ 80634 h 93707"/>
                        <a:gd name="connsiteX9" fmla="*/ 893 w 151646"/>
                        <a:gd name="connsiteY9" fmla="*/ 57012 h 93707"/>
                        <a:gd name="connsiteX10" fmla="*/ 9180 w 151646"/>
                        <a:gd name="connsiteY10" fmla="*/ 38819 h 93707"/>
                        <a:gd name="connsiteX11" fmla="*/ 27087 w 151646"/>
                        <a:gd name="connsiteY11" fmla="*/ 20912 h 93707"/>
                        <a:gd name="connsiteX12" fmla="*/ 64425 w 151646"/>
                        <a:gd name="connsiteY12" fmla="*/ 4053 h 93707"/>
                        <a:gd name="connsiteX13" fmla="*/ 74712 w 151646"/>
                        <a:gd name="connsiteY13" fmla="*/ 1957 h 93707"/>
                        <a:gd name="connsiteX14" fmla="*/ 83379 w 151646"/>
                        <a:gd name="connsiteY14" fmla="*/ 1100 h 93707"/>
                        <a:gd name="connsiteX15" fmla="*/ 100715 w 151646"/>
                        <a:gd name="connsiteY15" fmla="*/ 53 h 93707"/>
                        <a:gd name="connsiteX16" fmla="*/ 123670 w 151646"/>
                        <a:gd name="connsiteY16" fmla="*/ 3482 h 93707"/>
                        <a:gd name="connsiteX17" fmla="*/ 140910 w 151646"/>
                        <a:gd name="connsiteY17" fmla="*/ 12340 h 93707"/>
                        <a:gd name="connsiteX18" fmla="*/ 150912 w 151646"/>
                        <a:gd name="connsiteY18" fmla="*/ 34914 h 93707"/>
                        <a:gd name="connsiteX19" fmla="*/ 144244 w 151646"/>
                        <a:gd name="connsiteY19" fmla="*/ 54345 h 93707"/>
                        <a:gd name="connsiteX20" fmla="*/ 127385 w 151646"/>
                        <a:gd name="connsiteY20" fmla="*/ 69204 h 93707"/>
                        <a:gd name="connsiteX21" fmla="*/ 114812 w 151646"/>
                        <a:gd name="connsiteY21" fmla="*/ 72728 h 93707"/>
                        <a:gd name="connsiteX22" fmla="*/ 100620 w 151646"/>
                        <a:gd name="connsiteY22" fmla="*/ 73871 h 93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51646" h="93707">
                          <a:moveTo>
                            <a:pt x="100620" y="73871"/>
                          </a:moveTo>
                          <a:cubicBezTo>
                            <a:pt x="97191" y="73586"/>
                            <a:pt x="93571" y="74348"/>
                            <a:pt x="90047" y="74443"/>
                          </a:cubicBezTo>
                          <a:lnTo>
                            <a:pt x="84713" y="74729"/>
                          </a:lnTo>
                          <a:cubicBezTo>
                            <a:pt x="83475" y="75014"/>
                            <a:pt x="82427" y="75205"/>
                            <a:pt x="81284" y="75395"/>
                          </a:cubicBezTo>
                          <a:cubicBezTo>
                            <a:pt x="76807" y="76538"/>
                            <a:pt x="72331" y="77967"/>
                            <a:pt x="67949" y="81206"/>
                          </a:cubicBezTo>
                          <a:cubicBezTo>
                            <a:pt x="64806" y="83301"/>
                            <a:pt x="61282" y="85111"/>
                            <a:pt x="57662" y="87016"/>
                          </a:cubicBezTo>
                          <a:cubicBezTo>
                            <a:pt x="53852" y="88540"/>
                            <a:pt x="50137" y="90635"/>
                            <a:pt x="46042" y="91588"/>
                          </a:cubicBezTo>
                          <a:cubicBezTo>
                            <a:pt x="38231" y="94160"/>
                            <a:pt x="30040" y="94826"/>
                            <a:pt x="24039" y="91112"/>
                          </a:cubicBezTo>
                          <a:lnTo>
                            <a:pt x="7179" y="80634"/>
                          </a:lnTo>
                          <a:cubicBezTo>
                            <a:pt x="988" y="76824"/>
                            <a:pt x="-1488" y="68347"/>
                            <a:pt x="893" y="57012"/>
                          </a:cubicBezTo>
                          <a:cubicBezTo>
                            <a:pt x="2417" y="51488"/>
                            <a:pt x="4608" y="45106"/>
                            <a:pt x="9180" y="38819"/>
                          </a:cubicBezTo>
                          <a:cubicBezTo>
                            <a:pt x="13371" y="32533"/>
                            <a:pt x="19467" y="26246"/>
                            <a:pt x="27087" y="20912"/>
                          </a:cubicBezTo>
                          <a:cubicBezTo>
                            <a:pt x="37755" y="13197"/>
                            <a:pt x="50899" y="7387"/>
                            <a:pt x="64425" y="4053"/>
                          </a:cubicBezTo>
                          <a:cubicBezTo>
                            <a:pt x="67854" y="3291"/>
                            <a:pt x="71378" y="2529"/>
                            <a:pt x="74712" y="1957"/>
                          </a:cubicBezTo>
                          <a:lnTo>
                            <a:pt x="83379" y="1100"/>
                          </a:lnTo>
                          <a:cubicBezTo>
                            <a:pt x="89190" y="719"/>
                            <a:pt x="94809" y="-233"/>
                            <a:pt x="100715" y="53"/>
                          </a:cubicBezTo>
                          <a:cubicBezTo>
                            <a:pt x="108907" y="433"/>
                            <a:pt x="116812" y="910"/>
                            <a:pt x="123670" y="3482"/>
                          </a:cubicBezTo>
                          <a:cubicBezTo>
                            <a:pt x="130528" y="5958"/>
                            <a:pt x="136434" y="8720"/>
                            <a:pt x="140910" y="12340"/>
                          </a:cubicBezTo>
                          <a:cubicBezTo>
                            <a:pt x="149864" y="19865"/>
                            <a:pt x="153293" y="27961"/>
                            <a:pt x="150912" y="34914"/>
                          </a:cubicBezTo>
                          <a:lnTo>
                            <a:pt x="144244" y="54345"/>
                          </a:lnTo>
                          <a:cubicBezTo>
                            <a:pt x="141768" y="61298"/>
                            <a:pt x="135005" y="66442"/>
                            <a:pt x="127385" y="69204"/>
                          </a:cubicBezTo>
                          <a:cubicBezTo>
                            <a:pt x="123480" y="70633"/>
                            <a:pt x="119193" y="72252"/>
                            <a:pt x="114812" y="72728"/>
                          </a:cubicBezTo>
                          <a:cubicBezTo>
                            <a:pt x="110240" y="73205"/>
                            <a:pt x="105477" y="74348"/>
                            <a:pt x="100620" y="7387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6" name="Forme libre : forme 13845">
                      <a:extLst>
                        <a:ext uri="{FF2B5EF4-FFF2-40B4-BE49-F238E27FC236}">
                          <a16:creationId xmlns:a16="http://schemas.microsoft.com/office/drawing/2014/main" id="{5C21C7D7-931A-45D4-BFD1-8D33ED7575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0526" y="3099904"/>
                      <a:ext cx="127349" cy="46893"/>
                    </a:xfrm>
                    <a:custGeom>
                      <a:avLst/>
                      <a:gdLst>
                        <a:gd name="connsiteX0" fmla="*/ 45053 w 127349"/>
                        <a:gd name="connsiteY0" fmla="*/ 10293 h 46893"/>
                        <a:gd name="connsiteX1" fmla="*/ 22574 w 127349"/>
                        <a:gd name="connsiteY1" fmla="*/ 26962 h 46893"/>
                        <a:gd name="connsiteX2" fmla="*/ 0 w 127349"/>
                        <a:gd name="connsiteY2" fmla="*/ 39726 h 46893"/>
                        <a:gd name="connsiteX3" fmla="*/ 7239 w 127349"/>
                        <a:gd name="connsiteY3" fmla="*/ 44298 h 46893"/>
                        <a:gd name="connsiteX4" fmla="*/ 29242 w 127349"/>
                        <a:gd name="connsiteY4" fmla="*/ 44774 h 46893"/>
                        <a:gd name="connsiteX5" fmla="*/ 40862 w 127349"/>
                        <a:gd name="connsiteY5" fmla="*/ 40202 h 46893"/>
                        <a:gd name="connsiteX6" fmla="*/ 51149 w 127349"/>
                        <a:gd name="connsiteY6" fmla="*/ 34392 h 46893"/>
                        <a:gd name="connsiteX7" fmla="*/ 64484 w 127349"/>
                        <a:gd name="connsiteY7" fmla="*/ 28582 h 46893"/>
                        <a:gd name="connsiteX8" fmla="*/ 67913 w 127349"/>
                        <a:gd name="connsiteY8" fmla="*/ 27915 h 46893"/>
                        <a:gd name="connsiteX9" fmla="*/ 73247 w 127349"/>
                        <a:gd name="connsiteY9" fmla="*/ 27629 h 46893"/>
                        <a:gd name="connsiteX10" fmla="*/ 83820 w 127349"/>
                        <a:gd name="connsiteY10" fmla="*/ 27058 h 46893"/>
                        <a:gd name="connsiteX11" fmla="*/ 97726 w 127349"/>
                        <a:gd name="connsiteY11" fmla="*/ 26010 h 46893"/>
                        <a:gd name="connsiteX12" fmla="*/ 110299 w 127349"/>
                        <a:gd name="connsiteY12" fmla="*/ 22485 h 46893"/>
                        <a:gd name="connsiteX13" fmla="*/ 127159 w 127349"/>
                        <a:gd name="connsiteY13" fmla="*/ 7626 h 46893"/>
                        <a:gd name="connsiteX14" fmla="*/ 127349 w 127349"/>
                        <a:gd name="connsiteY14" fmla="*/ 6960 h 46893"/>
                        <a:gd name="connsiteX15" fmla="*/ 105823 w 127349"/>
                        <a:gd name="connsiteY15" fmla="*/ 2102 h 46893"/>
                        <a:gd name="connsiteX16" fmla="*/ 84201 w 127349"/>
                        <a:gd name="connsiteY16" fmla="*/ 7 h 46893"/>
                        <a:gd name="connsiteX17" fmla="*/ 62770 w 127349"/>
                        <a:gd name="connsiteY17" fmla="*/ 2007 h 46893"/>
                        <a:gd name="connsiteX18" fmla="*/ 53340 w 127349"/>
                        <a:gd name="connsiteY18" fmla="*/ 5245 h 46893"/>
                        <a:gd name="connsiteX19" fmla="*/ 48863 w 127349"/>
                        <a:gd name="connsiteY19" fmla="*/ 7436 h 46893"/>
                        <a:gd name="connsiteX20" fmla="*/ 45053 w 127349"/>
                        <a:gd name="connsiteY20" fmla="*/ 10293 h 46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27349" h="46893">
                          <a:moveTo>
                            <a:pt x="45053" y="10293"/>
                          </a:moveTo>
                          <a:cubicBezTo>
                            <a:pt x="37529" y="16009"/>
                            <a:pt x="30194" y="21724"/>
                            <a:pt x="22574" y="26962"/>
                          </a:cubicBezTo>
                          <a:cubicBezTo>
                            <a:pt x="15240" y="32487"/>
                            <a:pt x="7429" y="37059"/>
                            <a:pt x="0" y="39726"/>
                          </a:cubicBezTo>
                          <a:lnTo>
                            <a:pt x="7239" y="44298"/>
                          </a:lnTo>
                          <a:cubicBezTo>
                            <a:pt x="13240" y="48012"/>
                            <a:pt x="21431" y="47346"/>
                            <a:pt x="29242" y="44774"/>
                          </a:cubicBezTo>
                          <a:cubicBezTo>
                            <a:pt x="33338" y="43821"/>
                            <a:pt x="37052" y="41726"/>
                            <a:pt x="40862" y="40202"/>
                          </a:cubicBezTo>
                          <a:cubicBezTo>
                            <a:pt x="44577" y="38297"/>
                            <a:pt x="48006" y="36487"/>
                            <a:pt x="51149" y="34392"/>
                          </a:cubicBezTo>
                          <a:cubicBezTo>
                            <a:pt x="55626" y="31153"/>
                            <a:pt x="60103" y="29725"/>
                            <a:pt x="64484" y="28582"/>
                          </a:cubicBezTo>
                          <a:cubicBezTo>
                            <a:pt x="65627" y="28391"/>
                            <a:pt x="66675" y="28105"/>
                            <a:pt x="67913" y="27915"/>
                          </a:cubicBezTo>
                          <a:lnTo>
                            <a:pt x="73247" y="27629"/>
                          </a:lnTo>
                          <a:cubicBezTo>
                            <a:pt x="76771" y="27534"/>
                            <a:pt x="80391" y="26772"/>
                            <a:pt x="83820" y="27058"/>
                          </a:cubicBezTo>
                          <a:cubicBezTo>
                            <a:pt x="88678" y="27534"/>
                            <a:pt x="93345" y="26391"/>
                            <a:pt x="97726" y="26010"/>
                          </a:cubicBezTo>
                          <a:cubicBezTo>
                            <a:pt x="102108" y="25534"/>
                            <a:pt x="106394" y="23914"/>
                            <a:pt x="110299" y="22485"/>
                          </a:cubicBezTo>
                          <a:cubicBezTo>
                            <a:pt x="118015" y="19723"/>
                            <a:pt x="124778" y="14580"/>
                            <a:pt x="127159" y="7626"/>
                          </a:cubicBezTo>
                          <a:lnTo>
                            <a:pt x="127349" y="6960"/>
                          </a:lnTo>
                          <a:cubicBezTo>
                            <a:pt x="120015" y="5341"/>
                            <a:pt x="113062" y="2864"/>
                            <a:pt x="105823" y="2102"/>
                          </a:cubicBezTo>
                          <a:cubicBezTo>
                            <a:pt x="98679" y="483"/>
                            <a:pt x="91440" y="387"/>
                            <a:pt x="84201" y="7"/>
                          </a:cubicBezTo>
                          <a:cubicBezTo>
                            <a:pt x="77057" y="-89"/>
                            <a:pt x="69628" y="864"/>
                            <a:pt x="62770" y="2007"/>
                          </a:cubicBezTo>
                          <a:cubicBezTo>
                            <a:pt x="59531" y="2959"/>
                            <a:pt x="56293" y="3531"/>
                            <a:pt x="53340" y="5245"/>
                          </a:cubicBezTo>
                          <a:cubicBezTo>
                            <a:pt x="51911" y="6007"/>
                            <a:pt x="50387" y="6674"/>
                            <a:pt x="48863" y="7436"/>
                          </a:cubicBezTo>
                          <a:cubicBezTo>
                            <a:pt x="47815" y="8388"/>
                            <a:pt x="46482" y="9341"/>
                            <a:pt x="45053" y="1029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7" name="Forme libre : forme 13846">
                      <a:extLst>
                        <a:ext uri="{FF2B5EF4-FFF2-40B4-BE49-F238E27FC236}">
                          <a16:creationId xmlns:a16="http://schemas.microsoft.com/office/drawing/2014/main" id="{27AA392D-DDE9-46AC-895F-3C12CF3E55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4177" y="3078776"/>
                      <a:ext cx="66595" cy="29135"/>
                    </a:xfrm>
                    <a:custGeom>
                      <a:avLst/>
                      <a:gdLst>
                        <a:gd name="connsiteX0" fmla="*/ 66552 w 66595"/>
                        <a:gd name="connsiteY0" fmla="*/ 13896 h 29135"/>
                        <a:gd name="connsiteX1" fmla="*/ 56170 w 66595"/>
                        <a:gd name="connsiteY1" fmla="*/ 23135 h 29135"/>
                        <a:gd name="connsiteX2" fmla="*/ 46168 w 66595"/>
                        <a:gd name="connsiteY2" fmla="*/ 25897 h 29135"/>
                        <a:gd name="connsiteX3" fmla="*/ 34167 w 66595"/>
                        <a:gd name="connsiteY3" fmla="*/ 27897 h 29135"/>
                        <a:gd name="connsiteX4" fmla="*/ 28356 w 66595"/>
                        <a:gd name="connsiteY4" fmla="*/ 28469 h 29135"/>
                        <a:gd name="connsiteX5" fmla="*/ 23118 w 66595"/>
                        <a:gd name="connsiteY5" fmla="*/ 28755 h 29135"/>
                        <a:gd name="connsiteX6" fmla="*/ 13688 w 66595"/>
                        <a:gd name="connsiteY6" fmla="*/ 29136 h 29135"/>
                        <a:gd name="connsiteX7" fmla="*/ 925 w 66595"/>
                        <a:gd name="connsiteY7" fmla="*/ 24945 h 29135"/>
                        <a:gd name="connsiteX8" fmla="*/ 5592 w 66595"/>
                        <a:gd name="connsiteY8" fmla="*/ 11419 h 29135"/>
                        <a:gd name="connsiteX9" fmla="*/ 16069 w 66595"/>
                        <a:gd name="connsiteY9" fmla="*/ 4275 h 29135"/>
                        <a:gd name="connsiteX10" fmla="*/ 30833 w 66595"/>
                        <a:gd name="connsiteY10" fmla="*/ 370 h 29135"/>
                        <a:gd name="connsiteX11" fmla="*/ 45311 w 66595"/>
                        <a:gd name="connsiteY11" fmla="*/ 275 h 29135"/>
                        <a:gd name="connsiteX12" fmla="*/ 56931 w 66595"/>
                        <a:gd name="connsiteY12" fmla="*/ 3418 h 29135"/>
                        <a:gd name="connsiteX13" fmla="*/ 66552 w 66595"/>
                        <a:gd name="connsiteY13" fmla="*/ 13896 h 29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66595" h="29135">
                          <a:moveTo>
                            <a:pt x="66552" y="13896"/>
                          </a:moveTo>
                          <a:cubicBezTo>
                            <a:pt x="66076" y="17610"/>
                            <a:pt x="61980" y="20849"/>
                            <a:pt x="56170" y="23135"/>
                          </a:cubicBezTo>
                          <a:cubicBezTo>
                            <a:pt x="53217" y="24373"/>
                            <a:pt x="49883" y="24945"/>
                            <a:pt x="46168" y="25897"/>
                          </a:cubicBezTo>
                          <a:cubicBezTo>
                            <a:pt x="42454" y="26945"/>
                            <a:pt x="38453" y="27612"/>
                            <a:pt x="34167" y="27897"/>
                          </a:cubicBezTo>
                          <a:cubicBezTo>
                            <a:pt x="31881" y="27993"/>
                            <a:pt x="30071" y="28183"/>
                            <a:pt x="28356" y="28469"/>
                          </a:cubicBezTo>
                          <a:cubicBezTo>
                            <a:pt x="26642" y="28659"/>
                            <a:pt x="24832" y="28659"/>
                            <a:pt x="23118" y="28755"/>
                          </a:cubicBezTo>
                          <a:cubicBezTo>
                            <a:pt x="19879" y="29326"/>
                            <a:pt x="16450" y="28945"/>
                            <a:pt x="13688" y="29136"/>
                          </a:cubicBezTo>
                          <a:cubicBezTo>
                            <a:pt x="7878" y="29040"/>
                            <a:pt x="2925" y="28088"/>
                            <a:pt x="925" y="24945"/>
                          </a:cubicBezTo>
                          <a:cubicBezTo>
                            <a:pt x="-1171" y="21611"/>
                            <a:pt x="258" y="16563"/>
                            <a:pt x="5592" y="11419"/>
                          </a:cubicBezTo>
                          <a:cubicBezTo>
                            <a:pt x="8068" y="8657"/>
                            <a:pt x="11878" y="6561"/>
                            <a:pt x="16069" y="4275"/>
                          </a:cubicBezTo>
                          <a:cubicBezTo>
                            <a:pt x="20356" y="2561"/>
                            <a:pt x="25880" y="656"/>
                            <a:pt x="30833" y="370"/>
                          </a:cubicBezTo>
                          <a:cubicBezTo>
                            <a:pt x="35977" y="-106"/>
                            <a:pt x="40834" y="-106"/>
                            <a:pt x="45311" y="275"/>
                          </a:cubicBezTo>
                          <a:cubicBezTo>
                            <a:pt x="49693" y="656"/>
                            <a:pt x="53693" y="2180"/>
                            <a:pt x="56931" y="3418"/>
                          </a:cubicBezTo>
                          <a:cubicBezTo>
                            <a:pt x="63599" y="6180"/>
                            <a:pt x="67028" y="9895"/>
                            <a:pt x="66552" y="1389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8" name="Forme libre : forme 13847">
                      <a:extLst>
                        <a:ext uri="{FF2B5EF4-FFF2-40B4-BE49-F238E27FC236}">
                          <a16:creationId xmlns:a16="http://schemas.microsoft.com/office/drawing/2014/main" id="{79EF1FD3-1980-4BD1-A902-37B51DC891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4397" y="3086385"/>
                      <a:ext cx="47949" cy="21431"/>
                    </a:xfrm>
                    <a:custGeom>
                      <a:avLst/>
                      <a:gdLst>
                        <a:gd name="connsiteX0" fmla="*/ 10135 w 47949"/>
                        <a:gd name="connsiteY0" fmla="*/ 0 h 21431"/>
                        <a:gd name="connsiteX1" fmla="*/ 1182 w 47949"/>
                        <a:gd name="connsiteY1" fmla="*/ 9430 h 21431"/>
                        <a:gd name="connsiteX2" fmla="*/ 896 w 47949"/>
                        <a:gd name="connsiteY2" fmla="*/ 17240 h 21431"/>
                        <a:gd name="connsiteX3" fmla="*/ 13659 w 47949"/>
                        <a:gd name="connsiteY3" fmla="*/ 21431 h 21431"/>
                        <a:gd name="connsiteX4" fmla="*/ 23089 w 47949"/>
                        <a:gd name="connsiteY4" fmla="*/ 21050 h 21431"/>
                        <a:gd name="connsiteX5" fmla="*/ 28328 w 47949"/>
                        <a:gd name="connsiteY5" fmla="*/ 20764 h 21431"/>
                        <a:gd name="connsiteX6" fmla="*/ 34138 w 47949"/>
                        <a:gd name="connsiteY6" fmla="*/ 20193 h 21431"/>
                        <a:gd name="connsiteX7" fmla="*/ 47949 w 47949"/>
                        <a:gd name="connsiteY7" fmla="*/ 17621 h 21431"/>
                        <a:gd name="connsiteX8" fmla="*/ 40139 w 47949"/>
                        <a:gd name="connsiteY8" fmla="*/ 17240 h 21431"/>
                        <a:gd name="connsiteX9" fmla="*/ 29852 w 47949"/>
                        <a:gd name="connsiteY9" fmla="*/ 14002 h 21431"/>
                        <a:gd name="connsiteX10" fmla="*/ 21089 w 47949"/>
                        <a:gd name="connsiteY10" fmla="*/ 10192 h 21431"/>
                        <a:gd name="connsiteX11" fmla="*/ 10135 w 47949"/>
                        <a:gd name="connsiteY11" fmla="*/ 0 h 21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949" h="21431">
                          <a:moveTo>
                            <a:pt x="10135" y="0"/>
                          </a:moveTo>
                          <a:cubicBezTo>
                            <a:pt x="5658" y="2762"/>
                            <a:pt x="2896" y="6572"/>
                            <a:pt x="1182" y="9430"/>
                          </a:cubicBezTo>
                          <a:cubicBezTo>
                            <a:pt x="-343" y="12382"/>
                            <a:pt x="-343" y="15335"/>
                            <a:pt x="896" y="17240"/>
                          </a:cubicBezTo>
                          <a:cubicBezTo>
                            <a:pt x="2896" y="20384"/>
                            <a:pt x="7754" y="21336"/>
                            <a:pt x="13659" y="21431"/>
                          </a:cubicBezTo>
                          <a:cubicBezTo>
                            <a:pt x="16517" y="21241"/>
                            <a:pt x="19850" y="21622"/>
                            <a:pt x="23089" y="21050"/>
                          </a:cubicBezTo>
                          <a:cubicBezTo>
                            <a:pt x="24804" y="20955"/>
                            <a:pt x="26518" y="20955"/>
                            <a:pt x="28328" y="20764"/>
                          </a:cubicBezTo>
                          <a:cubicBezTo>
                            <a:pt x="30042" y="20574"/>
                            <a:pt x="31852" y="20288"/>
                            <a:pt x="34138" y="20193"/>
                          </a:cubicBezTo>
                          <a:cubicBezTo>
                            <a:pt x="39091" y="19812"/>
                            <a:pt x="43758" y="18955"/>
                            <a:pt x="47949" y="17621"/>
                          </a:cubicBezTo>
                          <a:cubicBezTo>
                            <a:pt x="45378" y="17717"/>
                            <a:pt x="42711" y="17717"/>
                            <a:pt x="40139" y="17240"/>
                          </a:cubicBezTo>
                          <a:cubicBezTo>
                            <a:pt x="36615" y="16478"/>
                            <a:pt x="33090" y="15240"/>
                            <a:pt x="29852" y="14002"/>
                          </a:cubicBezTo>
                          <a:cubicBezTo>
                            <a:pt x="26804" y="12954"/>
                            <a:pt x="23851" y="11716"/>
                            <a:pt x="21089" y="10192"/>
                          </a:cubicBezTo>
                          <a:cubicBezTo>
                            <a:pt x="15659" y="7906"/>
                            <a:pt x="11183" y="4572"/>
                            <a:pt x="10135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9" name="Forme libre : forme 13848">
                      <a:extLst>
                        <a:ext uri="{FF2B5EF4-FFF2-40B4-BE49-F238E27FC236}">
                          <a16:creationId xmlns:a16="http://schemas.microsoft.com/office/drawing/2014/main" id="{70DA2AC0-7F29-4CB3-9A72-C8FE423B7E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8896" y="3081467"/>
                      <a:ext cx="64927" cy="28482"/>
                    </a:xfrm>
                    <a:custGeom>
                      <a:avLst/>
                      <a:gdLst>
                        <a:gd name="connsiteX0" fmla="*/ 64881 w 64927"/>
                        <a:gd name="connsiteY0" fmla="*/ 14824 h 28482"/>
                        <a:gd name="connsiteX1" fmla="*/ 54499 w 64927"/>
                        <a:gd name="connsiteY1" fmla="*/ 23682 h 28482"/>
                        <a:gd name="connsiteX2" fmla="*/ 44688 w 64927"/>
                        <a:gd name="connsiteY2" fmla="*/ 26254 h 28482"/>
                        <a:gd name="connsiteX3" fmla="*/ 32973 w 64927"/>
                        <a:gd name="connsiteY3" fmla="*/ 28064 h 28482"/>
                        <a:gd name="connsiteX4" fmla="*/ 26877 w 64927"/>
                        <a:gd name="connsiteY4" fmla="*/ 28254 h 28482"/>
                        <a:gd name="connsiteX5" fmla="*/ 22019 w 64927"/>
                        <a:gd name="connsiteY5" fmla="*/ 28445 h 28482"/>
                        <a:gd name="connsiteX6" fmla="*/ 12970 w 64927"/>
                        <a:gd name="connsiteY6" fmla="*/ 28064 h 28482"/>
                        <a:gd name="connsiteX7" fmla="*/ 5541 w 64927"/>
                        <a:gd name="connsiteY7" fmla="*/ 26730 h 28482"/>
                        <a:gd name="connsiteX8" fmla="*/ 778 w 64927"/>
                        <a:gd name="connsiteY8" fmla="*/ 23111 h 28482"/>
                        <a:gd name="connsiteX9" fmla="*/ 588 w 64927"/>
                        <a:gd name="connsiteY9" fmla="*/ 17205 h 28482"/>
                        <a:gd name="connsiteX10" fmla="*/ 5636 w 64927"/>
                        <a:gd name="connsiteY10" fmla="*/ 9966 h 28482"/>
                        <a:gd name="connsiteX11" fmla="*/ 16113 w 64927"/>
                        <a:gd name="connsiteY11" fmla="*/ 3585 h 28482"/>
                        <a:gd name="connsiteX12" fmla="*/ 23067 w 64927"/>
                        <a:gd name="connsiteY12" fmla="*/ 1299 h 28482"/>
                        <a:gd name="connsiteX13" fmla="*/ 30401 w 64927"/>
                        <a:gd name="connsiteY13" fmla="*/ 346 h 28482"/>
                        <a:gd name="connsiteX14" fmla="*/ 44593 w 64927"/>
                        <a:gd name="connsiteY14" fmla="*/ 441 h 28482"/>
                        <a:gd name="connsiteX15" fmla="*/ 55928 w 64927"/>
                        <a:gd name="connsiteY15" fmla="*/ 3870 h 28482"/>
                        <a:gd name="connsiteX16" fmla="*/ 64881 w 64927"/>
                        <a:gd name="connsiteY16" fmla="*/ 14824 h 28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64927" h="28482">
                          <a:moveTo>
                            <a:pt x="64881" y="14824"/>
                          </a:moveTo>
                          <a:cubicBezTo>
                            <a:pt x="64310" y="18825"/>
                            <a:pt x="60309" y="21206"/>
                            <a:pt x="54499" y="23682"/>
                          </a:cubicBezTo>
                          <a:cubicBezTo>
                            <a:pt x="51642" y="24825"/>
                            <a:pt x="48308" y="25683"/>
                            <a:pt x="44688" y="26254"/>
                          </a:cubicBezTo>
                          <a:cubicBezTo>
                            <a:pt x="41069" y="26921"/>
                            <a:pt x="37164" y="27873"/>
                            <a:pt x="32973" y="28064"/>
                          </a:cubicBezTo>
                          <a:cubicBezTo>
                            <a:pt x="30877" y="28254"/>
                            <a:pt x="28782" y="28254"/>
                            <a:pt x="26877" y="28254"/>
                          </a:cubicBezTo>
                          <a:cubicBezTo>
                            <a:pt x="25257" y="28445"/>
                            <a:pt x="23543" y="28540"/>
                            <a:pt x="22019" y="28445"/>
                          </a:cubicBezTo>
                          <a:cubicBezTo>
                            <a:pt x="18780" y="28159"/>
                            <a:pt x="15828" y="28635"/>
                            <a:pt x="12970" y="28064"/>
                          </a:cubicBezTo>
                          <a:cubicBezTo>
                            <a:pt x="10113" y="27778"/>
                            <a:pt x="7731" y="27588"/>
                            <a:pt x="5541" y="26730"/>
                          </a:cubicBezTo>
                          <a:cubicBezTo>
                            <a:pt x="3445" y="25968"/>
                            <a:pt x="1731" y="24730"/>
                            <a:pt x="778" y="23111"/>
                          </a:cubicBezTo>
                          <a:cubicBezTo>
                            <a:pt x="-174" y="21492"/>
                            <a:pt x="-270" y="19491"/>
                            <a:pt x="588" y="17205"/>
                          </a:cubicBezTo>
                          <a:cubicBezTo>
                            <a:pt x="1445" y="15015"/>
                            <a:pt x="3064" y="12348"/>
                            <a:pt x="5636" y="9966"/>
                          </a:cubicBezTo>
                          <a:cubicBezTo>
                            <a:pt x="8303" y="7871"/>
                            <a:pt x="11732" y="5013"/>
                            <a:pt x="16113" y="3585"/>
                          </a:cubicBezTo>
                          <a:cubicBezTo>
                            <a:pt x="18304" y="2727"/>
                            <a:pt x="20590" y="1965"/>
                            <a:pt x="23067" y="1299"/>
                          </a:cubicBezTo>
                          <a:cubicBezTo>
                            <a:pt x="25448" y="822"/>
                            <a:pt x="27829" y="632"/>
                            <a:pt x="30401" y="346"/>
                          </a:cubicBezTo>
                          <a:cubicBezTo>
                            <a:pt x="35449" y="-35"/>
                            <a:pt x="40212" y="-225"/>
                            <a:pt x="44593" y="441"/>
                          </a:cubicBezTo>
                          <a:cubicBezTo>
                            <a:pt x="48975" y="1299"/>
                            <a:pt x="52785" y="2441"/>
                            <a:pt x="55928" y="3870"/>
                          </a:cubicBezTo>
                          <a:cubicBezTo>
                            <a:pt x="62119" y="6537"/>
                            <a:pt x="65358" y="11109"/>
                            <a:pt x="64881" y="1482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0" name="Forme libre : forme 13849">
                      <a:extLst>
                        <a:ext uri="{FF2B5EF4-FFF2-40B4-BE49-F238E27FC236}">
                          <a16:creationId xmlns:a16="http://schemas.microsoft.com/office/drawing/2014/main" id="{D396A5B1-B26E-426B-9F22-20465D0364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2218" y="3088634"/>
                      <a:ext cx="85768" cy="42033"/>
                    </a:xfrm>
                    <a:custGeom>
                      <a:avLst/>
                      <a:gdLst>
                        <a:gd name="connsiteX0" fmla="*/ 12881 w 85768"/>
                        <a:gd name="connsiteY0" fmla="*/ 34899 h 42033"/>
                        <a:gd name="connsiteX1" fmla="*/ 23739 w 85768"/>
                        <a:gd name="connsiteY1" fmla="*/ 41662 h 42033"/>
                        <a:gd name="connsiteX2" fmla="*/ 52314 w 85768"/>
                        <a:gd name="connsiteY2" fmla="*/ 36804 h 42033"/>
                        <a:gd name="connsiteX3" fmla="*/ 57648 w 85768"/>
                        <a:gd name="connsiteY3" fmla="*/ 35470 h 42033"/>
                        <a:gd name="connsiteX4" fmla="*/ 60220 w 85768"/>
                        <a:gd name="connsiteY4" fmla="*/ 34709 h 42033"/>
                        <a:gd name="connsiteX5" fmla="*/ 62792 w 85768"/>
                        <a:gd name="connsiteY5" fmla="*/ 34232 h 42033"/>
                        <a:gd name="connsiteX6" fmla="*/ 65269 w 85768"/>
                        <a:gd name="connsiteY6" fmla="*/ 33375 h 42033"/>
                        <a:gd name="connsiteX7" fmla="*/ 68697 w 85768"/>
                        <a:gd name="connsiteY7" fmla="*/ 32613 h 42033"/>
                        <a:gd name="connsiteX8" fmla="*/ 75460 w 85768"/>
                        <a:gd name="connsiteY8" fmla="*/ 30327 h 42033"/>
                        <a:gd name="connsiteX9" fmla="*/ 80032 w 85768"/>
                        <a:gd name="connsiteY9" fmla="*/ 27660 h 42033"/>
                        <a:gd name="connsiteX10" fmla="*/ 83652 w 85768"/>
                        <a:gd name="connsiteY10" fmla="*/ 24802 h 42033"/>
                        <a:gd name="connsiteX11" fmla="*/ 85080 w 85768"/>
                        <a:gd name="connsiteY11" fmla="*/ 17659 h 42033"/>
                        <a:gd name="connsiteX12" fmla="*/ 73936 w 85768"/>
                        <a:gd name="connsiteY12" fmla="*/ 11372 h 42033"/>
                        <a:gd name="connsiteX13" fmla="*/ 42599 w 85768"/>
                        <a:gd name="connsiteY13" fmla="*/ 1943 h 42033"/>
                        <a:gd name="connsiteX14" fmla="*/ 34312 w 85768"/>
                        <a:gd name="connsiteY14" fmla="*/ 418 h 42033"/>
                        <a:gd name="connsiteX15" fmla="*/ 23549 w 85768"/>
                        <a:gd name="connsiteY15" fmla="*/ 323 h 42033"/>
                        <a:gd name="connsiteX16" fmla="*/ 2689 w 85768"/>
                        <a:gd name="connsiteY16" fmla="*/ 12039 h 42033"/>
                        <a:gd name="connsiteX17" fmla="*/ 3070 w 85768"/>
                        <a:gd name="connsiteY17" fmla="*/ 26708 h 42033"/>
                        <a:gd name="connsiteX18" fmla="*/ 12881 w 85768"/>
                        <a:gd name="connsiteY18" fmla="*/ 34899 h 42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85768" h="42033">
                          <a:moveTo>
                            <a:pt x="12881" y="34899"/>
                          </a:moveTo>
                          <a:cubicBezTo>
                            <a:pt x="15929" y="37947"/>
                            <a:pt x="19263" y="40900"/>
                            <a:pt x="23739" y="41662"/>
                          </a:cubicBezTo>
                          <a:cubicBezTo>
                            <a:pt x="32598" y="43376"/>
                            <a:pt x="43647" y="38709"/>
                            <a:pt x="52314" y="36804"/>
                          </a:cubicBezTo>
                          <a:cubicBezTo>
                            <a:pt x="54124" y="36233"/>
                            <a:pt x="55934" y="35756"/>
                            <a:pt x="57648" y="35470"/>
                          </a:cubicBezTo>
                          <a:cubicBezTo>
                            <a:pt x="58506" y="35280"/>
                            <a:pt x="59363" y="34994"/>
                            <a:pt x="60220" y="34709"/>
                          </a:cubicBezTo>
                          <a:cubicBezTo>
                            <a:pt x="61078" y="34613"/>
                            <a:pt x="61935" y="34423"/>
                            <a:pt x="62792" y="34232"/>
                          </a:cubicBezTo>
                          <a:cubicBezTo>
                            <a:pt x="63649" y="34042"/>
                            <a:pt x="64506" y="33756"/>
                            <a:pt x="65269" y="33375"/>
                          </a:cubicBezTo>
                          <a:cubicBezTo>
                            <a:pt x="66412" y="33089"/>
                            <a:pt x="67554" y="32899"/>
                            <a:pt x="68697" y="32613"/>
                          </a:cubicBezTo>
                          <a:cubicBezTo>
                            <a:pt x="70984" y="32042"/>
                            <a:pt x="73270" y="31279"/>
                            <a:pt x="75460" y="30327"/>
                          </a:cubicBezTo>
                          <a:cubicBezTo>
                            <a:pt x="77079" y="29565"/>
                            <a:pt x="78604" y="28708"/>
                            <a:pt x="80032" y="27660"/>
                          </a:cubicBezTo>
                          <a:cubicBezTo>
                            <a:pt x="81461" y="26803"/>
                            <a:pt x="82699" y="25850"/>
                            <a:pt x="83652" y="24802"/>
                          </a:cubicBezTo>
                          <a:cubicBezTo>
                            <a:pt x="85557" y="22707"/>
                            <a:pt x="86509" y="20135"/>
                            <a:pt x="85080" y="17659"/>
                          </a:cubicBezTo>
                          <a:cubicBezTo>
                            <a:pt x="83271" y="14516"/>
                            <a:pt x="78508" y="12515"/>
                            <a:pt x="73936" y="11372"/>
                          </a:cubicBezTo>
                          <a:cubicBezTo>
                            <a:pt x="63173" y="7753"/>
                            <a:pt x="53077" y="3848"/>
                            <a:pt x="42599" y="1943"/>
                          </a:cubicBezTo>
                          <a:cubicBezTo>
                            <a:pt x="40313" y="1276"/>
                            <a:pt x="37646" y="895"/>
                            <a:pt x="34312" y="418"/>
                          </a:cubicBezTo>
                          <a:cubicBezTo>
                            <a:pt x="31074" y="37"/>
                            <a:pt x="27264" y="-248"/>
                            <a:pt x="23549" y="323"/>
                          </a:cubicBezTo>
                          <a:cubicBezTo>
                            <a:pt x="15929" y="1181"/>
                            <a:pt x="7547" y="4800"/>
                            <a:pt x="2689" y="12039"/>
                          </a:cubicBezTo>
                          <a:cubicBezTo>
                            <a:pt x="-1788" y="18516"/>
                            <a:pt x="22" y="23278"/>
                            <a:pt x="3070" y="26708"/>
                          </a:cubicBezTo>
                          <a:cubicBezTo>
                            <a:pt x="6309" y="30327"/>
                            <a:pt x="10690" y="32803"/>
                            <a:pt x="12881" y="3489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1" name="Forme libre : forme 13850">
                      <a:extLst>
                        <a:ext uri="{FF2B5EF4-FFF2-40B4-BE49-F238E27FC236}">
                          <a16:creationId xmlns:a16="http://schemas.microsoft.com/office/drawing/2014/main" id="{FA34E2C3-DBAA-438D-A5D2-9CB5017EE6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5847" y="3079034"/>
                      <a:ext cx="24276" cy="26012"/>
                    </a:xfrm>
                    <a:custGeom>
                      <a:avLst/>
                      <a:gdLst>
                        <a:gd name="connsiteX0" fmla="*/ 110 w 24276"/>
                        <a:gd name="connsiteY0" fmla="*/ 21924 h 26012"/>
                        <a:gd name="connsiteX1" fmla="*/ 586 w 24276"/>
                        <a:gd name="connsiteY1" fmla="*/ 25354 h 26012"/>
                        <a:gd name="connsiteX2" fmla="*/ 4491 w 24276"/>
                        <a:gd name="connsiteY2" fmla="*/ 25449 h 26012"/>
                        <a:gd name="connsiteX3" fmla="*/ 8587 w 24276"/>
                        <a:gd name="connsiteY3" fmla="*/ 21924 h 26012"/>
                        <a:gd name="connsiteX4" fmla="*/ 18302 w 24276"/>
                        <a:gd name="connsiteY4" fmla="*/ 12399 h 26012"/>
                        <a:gd name="connsiteX5" fmla="*/ 22017 w 24276"/>
                        <a:gd name="connsiteY5" fmla="*/ 8589 h 26012"/>
                        <a:gd name="connsiteX6" fmla="*/ 23827 w 24276"/>
                        <a:gd name="connsiteY6" fmla="*/ 1255 h 26012"/>
                        <a:gd name="connsiteX7" fmla="*/ 14111 w 24276"/>
                        <a:gd name="connsiteY7" fmla="*/ 2589 h 26012"/>
                        <a:gd name="connsiteX8" fmla="*/ 110 w 24276"/>
                        <a:gd name="connsiteY8" fmla="*/ 21924 h 26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276" h="26012">
                          <a:moveTo>
                            <a:pt x="110" y="21924"/>
                          </a:moveTo>
                          <a:cubicBezTo>
                            <a:pt x="-81" y="23258"/>
                            <a:pt x="-81" y="24496"/>
                            <a:pt x="586" y="25354"/>
                          </a:cubicBezTo>
                          <a:cubicBezTo>
                            <a:pt x="1252" y="26115"/>
                            <a:pt x="2777" y="26306"/>
                            <a:pt x="4491" y="25449"/>
                          </a:cubicBezTo>
                          <a:cubicBezTo>
                            <a:pt x="6015" y="24687"/>
                            <a:pt x="7349" y="23258"/>
                            <a:pt x="8587" y="21924"/>
                          </a:cubicBezTo>
                          <a:cubicBezTo>
                            <a:pt x="11920" y="18876"/>
                            <a:pt x="15064" y="15352"/>
                            <a:pt x="18302" y="12399"/>
                          </a:cubicBezTo>
                          <a:cubicBezTo>
                            <a:pt x="19636" y="11161"/>
                            <a:pt x="21065" y="9923"/>
                            <a:pt x="22017" y="8589"/>
                          </a:cubicBezTo>
                          <a:cubicBezTo>
                            <a:pt x="24017" y="5827"/>
                            <a:pt x="24875" y="2874"/>
                            <a:pt x="23827" y="1255"/>
                          </a:cubicBezTo>
                          <a:cubicBezTo>
                            <a:pt x="22684" y="-555"/>
                            <a:pt x="19636" y="-650"/>
                            <a:pt x="14111" y="2589"/>
                          </a:cubicBezTo>
                          <a:cubicBezTo>
                            <a:pt x="5634" y="7827"/>
                            <a:pt x="776" y="16495"/>
                            <a:pt x="110" y="2192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2" name="Forme libre : forme 13851">
                      <a:extLst>
                        <a:ext uri="{FF2B5EF4-FFF2-40B4-BE49-F238E27FC236}">
                          <a16:creationId xmlns:a16="http://schemas.microsoft.com/office/drawing/2014/main" id="{92240D16-B007-41F4-99F0-379553374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5394" y="3103435"/>
                      <a:ext cx="39338" cy="21907"/>
                    </a:xfrm>
                    <a:custGeom>
                      <a:avLst/>
                      <a:gdLst>
                        <a:gd name="connsiteX0" fmla="*/ 39338 w 39338"/>
                        <a:gd name="connsiteY0" fmla="*/ 0 h 21907"/>
                        <a:gd name="connsiteX1" fmla="*/ 32099 w 39338"/>
                        <a:gd name="connsiteY1" fmla="*/ 10001 h 21907"/>
                        <a:gd name="connsiteX2" fmla="*/ 20002 w 39338"/>
                        <a:gd name="connsiteY2" fmla="*/ 16764 h 21907"/>
                        <a:gd name="connsiteX3" fmla="*/ 11144 w 39338"/>
                        <a:gd name="connsiteY3" fmla="*/ 19336 h 21907"/>
                        <a:gd name="connsiteX4" fmla="*/ 0 w 39338"/>
                        <a:gd name="connsiteY4" fmla="*/ 21907 h 21907"/>
                        <a:gd name="connsiteX5" fmla="*/ 4096 w 39338"/>
                        <a:gd name="connsiteY5" fmla="*/ 20764 h 21907"/>
                        <a:gd name="connsiteX6" fmla="*/ 14192 w 39338"/>
                        <a:gd name="connsiteY6" fmla="*/ 17050 h 21907"/>
                        <a:gd name="connsiteX7" fmla="*/ 27146 w 39338"/>
                        <a:gd name="connsiteY7" fmla="*/ 10573 h 21907"/>
                        <a:gd name="connsiteX8" fmla="*/ 39338 w 39338"/>
                        <a:gd name="connsiteY8" fmla="*/ 0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9338" h="21907">
                          <a:moveTo>
                            <a:pt x="39338" y="0"/>
                          </a:moveTo>
                          <a:cubicBezTo>
                            <a:pt x="39338" y="0"/>
                            <a:pt x="38005" y="5239"/>
                            <a:pt x="32099" y="10001"/>
                          </a:cubicBezTo>
                          <a:cubicBezTo>
                            <a:pt x="29146" y="12382"/>
                            <a:pt x="25241" y="14478"/>
                            <a:pt x="20002" y="16764"/>
                          </a:cubicBezTo>
                          <a:cubicBezTo>
                            <a:pt x="17335" y="17812"/>
                            <a:pt x="14478" y="18764"/>
                            <a:pt x="11144" y="19336"/>
                          </a:cubicBezTo>
                          <a:cubicBezTo>
                            <a:pt x="7810" y="20383"/>
                            <a:pt x="4096" y="21336"/>
                            <a:pt x="0" y="21907"/>
                          </a:cubicBezTo>
                          <a:cubicBezTo>
                            <a:pt x="0" y="21907"/>
                            <a:pt x="1619" y="21622"/>
                            <a:pt x="4096" y="20764"/>
                          </a:cubicBezTo>
                          <a:cubicBezTo>
                            <a:pt x="6667" y="20098"/>
                            <a:pt x="10192" y="18288"/>
                            <a:pt x="14192" y="17050"/>
                          </a:cubicBezTo>
                          <a:cubicBezTo>
                            <a:pt x="18193" y="15621"/>
                            <a:pt x="22670" y="13240"/>
                            <a:pt x="27146" y="10573"/>
                          </a:cubicBezTo>
                          <a:cubicBezTo>
                            <a:pt x="31432" y="8096"/>
                            <a:pt x="35814" y="4667"/>
                            <a:pt x="3933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3" name="Forme libre : forme 13852">
                      <a:extLst>
                        <a:ext uri="{FF2B5EF4-FFF2-40B4-BE49-F238E27FC236}">
                          <a16:creationId xmlns:a16="http://schemas.microsoft.com/office/drawing/2014/main" id="{29D8FFD6-9BC4-4EBF-A51F-BD5168C517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8224" y="3073622"/>
                      <a:ext cx="27351" cy="58864"/>
                    </a:xfrm>
                    <a:custGeom>
                      <a:avLst/>
                      <a:gdLst>
                        <a:gd name="connsiteX0" fmla="*/ 27352 w 27351"/>
                        <a:gd name="connsiteY0" fmla="*/ 0 h 58864"/>
                        <a:gd name="connsiteX1" fmla="*/ 19827 w 27351"/>
                        <a:gd name="connsiteY1" fmla="*/ 5810 h 58864"/>
                        <a:gd name="connsiteX2" fmla="*/ 6778 w 27351"/>
                        <a:gd name="connsiteY2" fmla="*/ 21622 h 58864"/>
                        <a:gd name="connsiteX3" fmla="*/ 15 w 27351"/>
                        <a:gd name="connsiteY3" fmla="*/ 41815 h 58864"/>
                        <a:gd name="connsiteX4" fmla="*/ 6206 w 27351"/>
                        <a:gd name="connsiteY4" fmla="*/ 58864 h 58864"/>
                        <a:gd name="connsiteX5" fmla="*/ 2491 w 27351"/>
                        <a:gd name="connsiteY5" fmla="*/ 44005 h 58864"/>
                        <a:gd name="connsiteX6" fmla="*/ 6778 w 27351"/>
                        <a:gd name="connsiteY6" fmla="*/ 24955 h 58864"/>
                        <a:gd name="connsiteX7" fmla="*/ 27352 w 27351"/>
                        <a:gd name="connsiteY7" fmla="*/ 0 h 58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351" h="58864">
                          <a:moveTo>
                            <a:pt x="27352" y="0"/>
                          </a:moveTo>
                          <a:cubicBezTo>
                            <a:pt x="27352" y="0"/>
                            <a:pt x="24113" y="2096"/>
                            <a:pt x="19827" y="5810"/>
                          </a:cubicBezTo>
                          <a:cubicBezTo>
                            <a:pt x="15731" y="9715"/>
                            <a:pt x="10492" y="15145"/>
                            <a:pt x="6778" y="21622"/>
                          </a:cubicBezTo>
                          <a:cubicBezTo>
                            <a:pt x="2872" y="28004"/>
                            <a:pt x="396" y="35243"/>
                            <a:pt x="15" y="41815"/>
                          </a:cubicBezTo>
                          <a:cubicBezTo>
                            <a:pt x="-176" y="48482"/>
                            <a:pt x="1444" y="54293"/>
                            <a:pt x="6206" y="58864"/>
                          </a:cubicBezTo>
                          <a:cubicBezTo>
                            <a:pt x="6206" y="58864"/>
                            <a:pt x="2682" y="54102"/>
                            <a:pt x="2491" y="44005"/>
                          </a:cubicBezTo>
                          <a:cubicBezTo>
                            <a:pt x="2301" y="38957"/>
                            <a:pt x="3539" y="32575"/>
                            <a:pt x="6778" y="24955"/>
                          </a:cubicBezTo>
                          <a:cubicBezTo>
                            <a:pt x="10302" y="17336"/>
                            <a:pt x="16112" y="8287"/>
                            <a:pt x="2735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4" name="Forme libre : forme 13853">
                      <a:extLst>
                        <a:ext uri="{FF2B5EF4-FFF2-40B4-BE49-F238E27FC236}">
                          <a16:creationId xmlns:a16="http://schemas.microsoft.com/office/drawing/2014/main" id="{5030A22C-3AA0-4D4E-959A-EB1BC6662C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9625" y="3081534"/>
                      <a:ext cx="26823" cy="9233"/>
                    </a:xfrm>
                    <a:custGeom>
                      <a:avLst/>
                      <a:gdLst>
                        <a:gd name="connsiteX0" fmla="*/ 26531 w 26823"/>
                        <a:gd name="connsiteY0" fmla="*/ 6566 h 9233"/>
                        <a:gd name="connsiteX1" fmla="*/ 11291 w 26823"/>
                        <a:gd name="connsiteY1" fmla="*/ 9042 h 9233"/>
                        <a:gd name="connsiteX2" fmla="*/ 2719 w 26823"/>
                        <a:gd name="connsiteY2" fmla="*/ 6852 h 9233"/>
                        <a:gd name="connsiteX3" fmla="*/ 147 w 26823"/>
                        <a:gd name="connsiteY3" fmla="*/ 3613 h 9233"/>
                        <a:gd name="connsiteX4" fmla="*/ 15959 w 26823"/>
                        <a:gd name="connsiteY4" fmla="*/ 184 h 9233"/>
                        <a:gd name="connsiteX5" fmla="*/ 26531 w 26823"/>
                        <a:gd name="connsiteY5" fmla="*/ 6566 h 9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823" h="9233">
                          <a:moveTo>
                            <a:pt x="26531" y="6566"/>
                          </a:moveTo>
                          <a:cubicBezTo>
                            <a:pt x="25007" y="8566"/>
                            <a:pt x="18340" y="9709"/>
                            <a:pt x="11291" y="9042"/>
                          </a:cubicBezTo>
                          <a:cubicBezTo>
                            <a:pt x="7767" y="8661"/>
                            <a:pt x="4719" y="7709"/>
                            <a:pt x="2719" y="6852"/>
                          </a:cubicBezTo>
                          <a:cubicBezTo>
                            <a:pt x="719" y="6090"/>
                            <a:pt x="-424" y="4947"/>
                            <a:pt x="147" y="3613"/>
                          </a:cubicBezTo>
                          <a:cubicBezTo>
                            <a:pt x="1385" y="660"/>
                            <a:pt x="8529" y="-483"/>
                            <a:pt x="15959" y="184"/>
                          </a:cubicBezTo>
                          <a:cubicBezTo>
                            <a:pt x="23483" y="756"/>
                            <a:pt x="28055" y="4470"/>
                            <a:pt x="26531" y="656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5" name="Forme libre : forme 13854">
                      <a:extLst>
                        <a:ext uri="{FF2B5EF4-FFF2-40B4-BE49-F238E27FC236}">
                          <a16:creationId xmlns:a16="http://schemas.microsoft.com/office/drawing/2014/main" id="{9B5E726F-7880-45FD-941A-1CCCB0299F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2727" y="3084949"/>
                      <a:ext cx="7238" cy="4016"/>
                    </a:xfrm>
                    <a:custGeom>
                      <a:avLst/>
                      <a:gdLst>
                        <a:gd name="connsiteX0" fmla="*/ 7239 w 7238"/>
                        <a:gd name="connsiteY0" fmla="*/ 2199 h 4016"/>
                        <a:gd name="connsiteX1" fmla="*/ 3619 w 7238"/>
                        <a:gd name="connsiteY1" fmla="*/ 4008 h 4016"/>
                        <a:gd name="connsiteX2" fmla="*/ 0 w 7238"/>
                        <a:gd name="connsiteY2" fmla="*/ 1818 h 4016"/>
                        <a:gd name="connsiteX3" fmla="*/ 3619 w 7238"/>
                        <a:gd name="connsiteY3" fmla="*/ 8 h 4016"/>
                        <a:gd name="connsiteX4" fmla="*/ 7239 w 7238"/>
                        <a:gd name="connsiteY4" fmla="*/ 2199 h 4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38" h="4016">
                          <a:moveTo>
                            <a:pt x="7239" y="2199"/>
                          </a:moveTo>
                          <a:cubicBezTo>
                            <a:pt x="7239" y="3342"/>
                            <a:pt x="5524" y="4104"/>
                            <a:pt x="3619" y="4008"/>
                          </a:cubicBezTo>
                          <a:cubicBezTo>
                            <a:pt x="1619" y="3913"/>
                            <a:pt x="0" y="2961"/>
                            <a:pt x="0" y="1818"/>
                          </a:cubicBezTo>
                          <a:cubicBezTo>
                            <a:pt x="0" y="675"/>
                            <a:pt x="1619" y="-87"/>
                            <a:pt x="3619" y="8"/>
                          </a:cubicBezTo>
                          <a:cubicBezTo>
                            <a:pt x="5620" y="103"/>
                            <a:pt x="7239" y="1056"/>
                            <a:pt x="7239" y="219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6" name="Forme libre : forme 13855">
                      <a:extLst>
                        <a:ext uri="{FF2B5EF4-FFF2-40B4-BE49-F238E27FC236}">
                          <a16:creationId xmlns:a16="http://schemas.microsoft.com/office/drawing/2014/main" id="{BED11292-6DEB-4609-B10A-672CCBD980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5484" y="3058858"/>
                      <a:ext cx="66644" cy="38855"/>
                    </a:xfrm>
                    <a:custGeom>
                      <a:avLst/>
                      <a:gdLst>
                        <a:gd name="connsiteX0" fmla="*/ 64105 w 66644"/>
                        <a:gd name="connsiteY0" fmla="*/ 16288 h 38855"/>
                        <a:gd name="connsiteX1" fmla="*/ 65248 w 66644"/>
                        <a:gd name="connsiteY1" fmla="*/ 34861 h 38855"/>
                        <a:gd name="connsiteX2" fmla="*/ 59152 w 66644"/>
                        <a:gd name="connsiteY2" fmla="*/ 38767 h 38855"/>
                        <a:gd name="connsiteX3" fmla="*/ 52294 w 66644"/>
                        <a:gd name="connsiteY3" fmla="*/ 34099 h 38855"/>
                        <a:gd name="connsiteX4" fmla="*/ 37625 w 66644"/>
                        <a:gd name="connsiteY4" fmla="*/ 16288 h 38855"/>
                        <a:gd name="connsiteX5" fmla="*/ 28767 w 66644"/>
                        <a:gd name="connsiteY5" fmla="*/ 13716 h 38855"/>
                        <a:gd name="connsiteX6" fmla="*/ 15242 w 66644"/>
                        <a:gd name="connsiteY6" fmla="*/ 11525 h 38855"/>
                        <a:gd name="connsiteX7" fmla="*/ 3526 w 66644"/>
                        <a:gd name="connsiteY7" fmla="*/ 9049 h 38855"/>
                        <a:gd name="connsiteX8" fmla="*/ 859 w 66644"/>
                        <a:gd name="connsiteY8" fmla="*/ 5524 h 38855"/>
                        <a:gd name="connsiteX9" fmla="*/ 23624 w 66644"/>
                        <a:gd name="connsiteY9" fmla="*/ 0 h 38855"/>
                        <a:gd name="connsiteX10" fmla="*/ 47722 w 66644"/>
                        <a:gd name="connsiteY10" fmla="*/ 3619 h 38855"/>
                        <a:gd name="connsiteX11" fmla="*/ 64105 w 66644"/>
                        <a:gd name="connsiteY11" fmla="*/ 16288 h 388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6644" h="38855">
                          <a:moveTo>
                            <a:pt x="64105" y="16288"/>
                          </a:moveTo>
                          <a:cubicBezTo>
                            <a:pt x="67629" y="22765"/>
                            <a:pt x="66962" y="29146"/>
                            <a:pt x="65248" y="34861"/>
                          </a:cubicBezTo>
                          <a:cubicBezTo>
                            <a:pt x="64581" y="37052"/>
                            <a:pt x="62867" y="39338"/>
                            <a:pt x="59152" y="38767"/>
                          </a:cubicBezTo>
                          <a:cubicBezTo>
                            <a:pt x="55723" y="38576"/>
                            <a:pt x="53532" y="36100"/>
                            <a:pt x="52294" y="34099"/>
                          </a:cubicBezTo>
                          <a:cubicBezTo>
                            <a:pt x="48579" y="27908"/>
                            <a:pt x="46769" y="20383"/>
                            <a:pt x="37625" y="16288"/>
                          </a:cubicBezTo>
                          <a:cubicBezTo>
                            <a:pt x="36197" y="15621"/>
                            <a:pt x="32863" y="14764"/>
                            <a:pt x="28767" y="13716"/>
                          </a:cubicBezTo>
                          <a:cubicBezTo>
                            <a:pt x="24671" y="12573"/>
                            <a:pt x="19814" y="12382"/>
                            <a:pt x="15242" y="11525"/>
                          </a:cubicBezTo>
                          <a:cubicBezTo>
                            <a:pt x="10669" y="10858"/>
                            <a:pt x="6574" y="9906"/>
                            <a:pt x="3526" y="9049"/>
                          </a:cubicBezTo>
                          <a:cubicBezTo>
                            <a:pt x="383" y="8382"/>
                            <a:pt x="-1046" y="7334"/>
                            <a:pt x="859" y="5524"/>
                          </a:cubicBezTo>
                          <a:cubicBezTo>
                            <a:pt x="4859" y="1714"/>
                            <a:pt x="13717" y="571"/>
                            <a:pt x="23624" y="0"/>
                          </a:cubicBezTo>
                          <a:cubicBezTo>
                            <a:pt x="33434" y="95"/>
                            <a:pt x="43435" y="2095"/>
                            <a:pt x="47722" y="3619"/>
                          </a:cubicBezTo>
                          <a:cubicBezTo>
                            <a:pt x="55913" y="7048"/>
                            <a:pt x="61438" y="11716"/>
                            <a:pt x="64105" y="1628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95" name="Graphique 1">
                    <a:extLst>
                      <a:ext uri="{FF2B5EF4-FFF2-40B4-BE49-F238E27FC236}">
                        <a16:creationId xmlns:a16="http://schemas.microsoft.com/office/drawing/2014/main" id="{A20A3424-99BB-4506-8D80-A6EB0C5D72A8}"/>
                      </a:ext>
                    </a:extLst>
                  </p:cNvPr>
                  <p:cNvGrpSpPr/>
                  <p:nvPr/>
                </p:nvGrpSpPr>
                <p:grpSpPr>
                  <a:xfrm>
                    <a:off x="4306862" y="3076128"/>
                    <a:ext cx="134680" cy="126820"/>
                    <a:chOff x="4306862" y="3076128"/>
                    <a:chExt cx="134680" cy="126820"/>
                  </a:xfrm>
                  <a:solidFill>
                    <a:schemeClr val="accent1"/>
                  </a:solidFill>
                </p:grpSpPr>
                <p:sp>
                  <p:nvSpPr>
                    <p:cNvPr id="13833" name="Forme libre : forme 13832">
                      <a:extLst>
                        <a:ext uri="{FF2B5EF4-FFF2-40B4-BE49-F238E27FC236}">
                          <a16:creationId xmlns:a16="http://schemas.microsoft.com/office/drawing/2014/main" id="{967B289E-795D-402F-901D-08D72AF287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06862" y="3076128"/>
                      <a:ext cx="134680" cy="126820"/>
                    </a:xfrm>
                    <a:custGeom>
                      <a:avLst/>
                      <a:gdLst>
                        <a:gd name="connsiteX0" fmla="*/ 61116 w 134680"/>
                        <a:gd name="connsiteY0" fmla="*/ 106650 h 126820"/>
                        <a:gd name="connsiteX1" fmla="*/ 52353 w 134680"/>
                        <a:gd name="connsiteY1" fmla="*/ 97696 h 126820"/>
                        <a:gd name="connsiteX2" fmla="*/ 43399 w 134680"/>
                        <a:gd name="connsiteY2" fmla="*/ 89314 h 126820"/>
                        <a:gd name="connsiteX3" fmla="*/ 25016 w 134680"/>
                        <a:gd name="connsiteY3" fmla="*/ 74455 h 126820"/>
                        <a:gd name="connsiteX4" fmla="*/ 13491 w 134680"/>
                        <a:gd name="connsiteY4" fmla="*/ 64645 h 126820"/>
                        <a:gd name="connsiteX5" fmla="*/ 5204 w 134680"/>
                        <a:gd name="connsiteY5" fmla="*/ 53786 h 126820"/>
                        <a:gd name="connsiteX6" fmla="*/ 918 w 134680"/>
                        <a:gd name="connsiteY6" fmla="*/ 31402 h 126820"/>
                        <a:gd name="connsiteX7" fmla="*/ 7585 w 134680"/>
                        <a:gd name="connsiteY7" fmla="*/ 11971 h 126820"/>
                        <a:gd name="connsiteX8" fmla="*/ 29207 w 134680"/>
                        <a:gd name="connsiteY8" fmla="*/ 65 h 126820"/>
                        <a:gd name="connsiteX9" fmla="*/ 47971 w 134680"/>
                        <a:gd name="connsiteY9" fmla="*/ 2923 h 126820"/>
                        <a:gd name="connsiteX10" fmla="*/ 67878 w 134680"/>
                        <a:gd name="connsiteY10" fmla="*/ 12543 h 126820"/>
                        <a:gd name="connsiteX11" fmla="*/ 93310 w 134680"/>
                        <a:gd name="connsiteY11" fmla="*/ 32355 h 126820"/>
                        <a:gd name="connsiteX12" fmla="*/ 104931 w 134680"/>
                        <a:gd name="connsiteY12" fmla="*/ 42928 h 126820"/>
                        <a:gd name="connsiteX13" fmla="*/ 115885 w 134680"/>
                        <a:gd name="connsiteY13" fmla="*/ 53786 h 126820"/>
                        <a:gd name="connsiteX14" fmla="*/ 133887 w 134680"/>
                        <a:gd name="connsiteY14" fmla="*/ 85504 h 126820"/>
                        <a:gd name="connsiteX15" fmla="*/ 128077 w 134680"/>
                        <a:gd name="connsiteY15" fmla="*/ 109031 h 126820"/>
                        <a:gd name="connsiteX16" fmla="*/ 111789 w 134680"/>
                        <a:gd name="connsiteY16" fmla="*/ 122652 h 126820"/>
                        <a:gd name="connsiteX17" fmla="*/ 87881 w 134680"/>
                        <a:gd name="connsiteY17" fmla="*/ 124843 h 126820"/>
                        <a:gd name="connsiteX18" fmla="*/ 61116 w 134680"/>
                        <a:gd name="connsiteY18" fmla="*/ 106650 h 126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4680" h="126820">
                          <a:moveTo>
                            <a:pt x="61116" y="106650"/>
                          </a:moveTo>
                          <a:cubicBezTo>
                            <a:pt x="58258" y="103507"/>
                            <a:pt x="55306" y="100459"/>
                            <a:pt x="52353" y="97696"/>
                          </a:cubicBezTo>
                          <a:cubicBezTo>
                            <a:pt x="49400" y="94839"/>
                            <a:pt x="46447" y="91791"/>
                            <a:pt x="43399" y="89314"/>
                          </a:cubicBezTo>
                          <a:cubicBezTo>
                            <a:pt x="37399" y="83790"/>
                            <a:pt x="31207" y="79027"/>
                            <a:pt x="25016" y="74455"/>
                          </a:cubicBezTo>
                          <a:cubicBezTo>
                            <a:pt x="20539" y="71693"/>
                            <a:pt x="16920" y="67788"/>
                            <a:pt x="13491" y="64645"/>
                          </a:cubicBezTo>
                          <a:cubicBezTo>
                            <a:pt x="10157" y="61406"/>
                            <a:pt x="7490" y="57215"/>
                            <a:pt x="5204" y="53786"/>
                          </a:cubicBezTo>
                          <a:cubicBezTo>
                            <a:pt x="823" y="46642"/>
                            <a:pt x="-1368" y="38260"/>
                            <a:pt x="918" y="31402"/>
                          </a:cubicBezTo>
                          <a:lnTo>
                            <a:pt x="7585" y="11971"/>
                          </a:lnTo>
                          <a:cubicBezTo>
                            <a:pt x="9967" y="4828"/>
                            <a:pt x="17682" y="637"/>
                            <a:pt x="29207" y="65"/>
                          </a:cubicBezTo>
                          <a:cubicBezTo>
                            <a:pt x="35017" y="-316"/>
                            <a:pt x="41113" y="1018"/>
                            <a:pt x="47971" y="2923"/>
                          </a:cubicBezTo>
                          <a:cubicBezTo>
                            <a:pt x="54829" y="4828"/>
                            <a:pt x="61211" y="8447"/>
                            <a:pt x="67878" y="12543"/>
                          </a:cubicBezTo>
                          <a:cubicBezTo>
                            <a:pt x="76832" y="18829"/>
                            <a:pt x="85500" y="25402"/>
                            <a:pt x="93310" y="32355"/>
                          </a:cubicBezTo>
                          <a:cubicBezTo>
                            <a:pt x="97406" y="35784"/>
                            <a:pt x="101121" y="39308"/>
                            <a:pt x="104931" y="42928"/>
                          </a:cubicBezTo>
                          <a:cubicBezTo>
                            <a:pt x="108741" y="46452"/>
                            <a:pt x="112456" y="50071"/>
                            <a:pt x="115885" y="53786"/>
                          </a:cubicBezTo>
                          <a:cubicBezTo>
                            <a:pt x="125981" y="63978"/>
                            <a:pt x="131887" y="75599"/>
                            <a:pt x="133887" y="85504"/>
                          </a:cubicBezTo>
                          <a:cubicBezTo>
                            <a:pt x="135982" y="95506"/>
                            <a:pt x="133887" y="104078"/>
                            <a:pt x="128077" y="109031"/>
                          </a:cubicBezTo>
                          <a:lnTo>
                            <a:pt x="111789" y="122652"/>
                          </a:lnTo>
                          <a:cubicBezTo>
                            <a:pt x="105883" y="127605"/>
                            <a:pt x="97120" y="127891"/>
                            <a:pt x="87881" y="124843"/>
                          </a:cubicBezTo>
                          <a:cubicBezTo>
                            <a:pt x="78832" y="121795"/>
                            <a:pt x="69307" y="115222"/>
                            <a:pt x="61116" y="10665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4" name="Forme libre : forme 13833">
                      <a:extLst>
                        <a:ext uri="{FF2B5EF4-FFF2-40B4-BE49-F238E27FC236}">
                          <a16:creationId xmlns:a16="http://schemas.microsoft.com/office/drawing/2014/main" id="{CEAA62E9-775D-45E1-B6E1-4B73DD328C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06942" y="3099053"/>
                      <a:ext cx="112471" cy="103829"/>
                    </a:xfrm>
                    <a:custGeom>
                      <a:avLst/>
                      <a:gdLst>
                        <a:gd name="connsiteX0" fmla="*/ 46558 w 112471"/>
                        <a:gd name="connsiteY0" fmla="*/ 36767 h 103829"/>
                        <a:gd name="connsiteX1" fmla="*/ 39795 w 112471"/>
                        <a:gd name="connsiteY1" fmla="*/ 32671 h 103829"/>
                        <a:gd name="connsiteX2" fmla="*/ 33223 w 112471"/>
                        <a:gd name="connsiteY2" fmla="*/ 28575 h 103829"/>
                        <a:gd name="connsiteX3" fmla="*/ 27223 w 112471"/>
                        <a:gd name="connsiteY3" fmla="*/ 24099 h 103829"/>
                        <a:gd name="connsiteX4" fmla="*/ 21412 w 112471"/>
                        <a:gd name="connsiteY4" fmla="*/ 19717 h 103829"/>
                        <a:gd name="connsiteX5" fmla="*/ 3791 w 112471"/>
                        <a:gd name="connsiteY5" fmla="*/ 0 h 103829"/>
                        <a:gd name="connsiteX6" fmla="*/ 934 w 112471"/>
                        <a:gd name="connsiteY6" fmla="*/ 8382 h 103829"/>
                        <a:gd name="connsiteX7" fmla="*/ 5220 w 112471"/>
                        <a:gd name="connsiteY7" fmla="*/ 30766 h 103829"/>
                        <a:gd name="connsiteX8" fmla="*/ 13507 w 112471"/>
                        <a:gd name="connsiteY8" fmla="*/ 41624 h 103829"/>
                        <a:gd name="connsiteX9" fmla="*/ 25032 w 112471"/>
                        <a:gd name="connsiteY9" fmla="*/ 51435 h 103829"/>
                        <a:gd name="connsiteX10" fmla="*/ 43415 w 112471"/>
                        <a:gd name="connsiteY10" fmla="*/ 66294 h 103829"/>
                        <a:gd name="connsiteX11" fmla="*/ 52369 w 112471"/>
                        <a:gd name="connsiteY11" fmla="*/ 74676 h 103829"/>
                        <a:gd name="connsiteX12" fmla="*/ 61132 w 112471"/>
                        <a:gd name="connsiteY12" fmla="*/ 83630 h 103829"/>
                        <a:gd name="connsiteX13" fmla="*/ 88087 w 112471"/>
                        <a:gd name="connsiteY13" fmla="*/ 101822 h 103829"/>
                        <a:gd name="connsiteX14" fmla="*/ 111995 w 112471"/>
                        <a:gd name="connsiteY14" fmla="*/ 99632 h 103829"/>
                        <a:gd name="connsiteX15" fmla="*/ 112471 w 112471"/>
                        <a:gd name="connsiteY15" fmla="*/ 99155 h 103829"/>
                        <a:gd name="connsiteX16" fmla="*/ 81610 w 112471"/>
                        <a:gd name="connsiteY16" fmla="*/ 64580 h 103829"/>
                        <a:gd name="connsiteX17" fmla="*/ 65227 w 112471"/>
                        <a:gd name="connsiteY17" fmla="*/ 49054 h 103829"/>
                        <a:gd name="connsiteX18" fmla="*/ 46558 w 112471"/>
                        <a:gd name="connsiteY18" fmla="*/ 36767 h 103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12471" h="103829">
                          <a:moveTo>
                            <a:pt x="46558" y="36767"/>
                          </a:moveTo>
                          <a:cubicBezTo>
                            <a:pt x="44272" y="35528"/>
                            <a:pt x="41986" y="34195"/>
                            <a:pt x="39795" y="32671"/>
                          </a:cubicBezTo>
                          <a:cubicBezTo>
                            <a:pt x="37510" y="31433"/>
                            <a:pt x="35319" y="30099"/>
                            <a:pt x="33223" y="28575"/>
                          </a:cubicBezTo>
                          <a:cubicBezTo>
                            <a:pt x="31128" y="27146"/>
                            <a:pt x="29128" y="25622"/>
                            <a:pt x="27223" y="24099"/>
                          </a:cubicBezTo>
                          <a:cubicBezTo>
                            <a:pt x="25222" y="22765"/>
                            <a:pt x="23317" y="21241"/>
                            <a:pt x="21412" y="19717"/>
                          </a:cubicBezTo>
                          <a:cubicBezTo>
                            <a:pt x="14269" y="13240"/>
                            <a:pt x="7792" y="7334"/>
                            <a:pt x="3791" y="0"/>
                          </a:cubicBezTo>
                          <a:lnTo>
                            <a:pt x="934" y="8382"/>
                          </a:lnTo>
                          <a:cubicBezTo>
                            <a:pt x="-1352" y="15240"/>
                            <a:pt x="743" y="23622"/>
                            <a:pt x="5220" y="30766"/>
                          </a:cubicBezTo>
                          <a:cubicBezTo>
                            <a:pt x="7506" y="34195"/>
                            <a:pt x="10078" y="38386"/>
                            <a:pt x="13507" y="41624"/>
                          </a:cubicBezTo>
                          <a:cubicBezTo>
                            <a:pt x="16840" y="44768"/>
                            <a:pt x="20555" y="48768"/>
                            <a:pt x="25032" y="51435"/>
                          </a:cubicBezTo>
                          <a:cubicBezTo>
                            <a:pt x="31223" y="56007"/>
                            <a:pt x="37414" y="60770"/>
                            <a:pt x="43415" y="66294"/>
                          </a:cubicBezTo>
                          <a:cubicBezTo>
                            <a:pt x="46463" y="68866"/>
                            <a:pt x="49416" y="71819"/>
                            <a:pt x="52369" y="74676"/>
                          </a:cubicBezTo>
                          <a:cubicBezTo>
                            <a:pt x="55321" y="77534"/>
                            <a:pt x="58274" y="80486"/>
                            <a:pt x="61132" y="83630"/>
                          </a:cubicBezTo>
                          <a:cubicBezTo>
                            <a:pt x="69323" y="92107"/>
                            <a:pt x="78848" y="98679"/>
                            <a:pt x="88087" y="101822"/>
                          </a:cubicBezTo>
                          <a:cubicBezTo>
                            <a:pt x="97327" y="104870"/>
                            <a:pt x="106090" y="104680"/>
                            <a:pt x="111995" y="99632"/>
                          </a:cubicBezTo>
                          <a:lnTo>
                            <a:pt x="112471" y="99155"/>
                          </a:lnTo>
                          <a:cubicBezTo>
                            <a:pt x="101708" y="87440"/>
                            <a:pt x="92088" y="75438"/>
                            <a:pt x="81610" y="64580"/>
                          </a:cubicBezTo>
                          <a:cubicBezTo>
                            <a:pt x="76467" y="58960"/>
                            <a:pt x="70847" y="54007"/>
                            <a:pt x="65227" y="49054"/>
                          </a:cubicBezTo>
                          <a:cubicBezTo>
                            <a:pt x="59227" y="44768"/>
                            <a:pt x="53321" y="40100"/>
                            <a:pt x="46558" y="3676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5" name="Forme libre : forme 13834">
                      <a:extLst>
                        <a:ext uri="{FF2B5EF4-FFF2-40B4-BE49-F238E27FC236}">
                          <a16:creationId xmlns:a16="http://schemas.microsoft.com/office/drawing/2014/main" id="{E15A92CB-133C-4393-BA8E-4CC6351941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4044" y="3120200"/>
                      <a:ext cx="53730" cy="51223"/>
                    </a:xfrm>
                    <a:custGeom>
                      <a:avLst/>
                      <a:gdLst>
                        <a:gd name="connsiteX0" fmla="*/ 51367 w 53730"/>
                        <a:gd name="connsiteY0" fmla="*/ 49434 h 51223"/>
                        <a:gd name="connsiteX1" fmla="*/ 17649 w 53730"/>
                        <a:gd name="connsiteY1" fmla="*/ 35337 h 51223"/>
                        <a:gd name="connsiteX2" fmla="*/ 8981 w 53730"/>
                        <a:gd name="connsiteY2" fmla="*/ 26002 h 51223"/>
                        <a:gd name="connsiteX3" fmla="*/ 2980 w 53730"/>
                        <a:gd name="connsiteY3" fmla="*/ 16953 h 51223"/>
                        <a:gd name="connsiteX4" fmla="*/ 1266 w 53730"/>
                        <a:gd name="connsiteY4" fmla="*/ 2952 h 51223"/>
                        <a:gd name="connsiteX5" fmla="*/ 15458 w 53730"/>
                        <a:gd name="connsiteY5" fmla="*/ 1047 h 51223"/>
                        <a:gd name="connsiteX6" fmla="*/ 26126 w 53730"/>
                        <a:gd name="connsiteY6" fmla="*/ 5905 h 51223"/>
                        <a:gd name="connsiteX7" fmla="*/ 37270 w 53730"/>
                        <a:gd name="connsiteY7" fmla="*/ 14382 h 51223"/>
                        <a:gd name="connsiteX8" fmla="*/ 51367 w 53730"/>
                        <a:gd name="connsiteY8" fmla="*/ 49434 h 51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730" h="51223">
                          <a:moveTo>
                            <a:pt x="51367" y="49434"/>
                          </a:moveTo>
                          <a:cubicBezTo>
                            <a:pt x="45367" y="54768"/>
                            <a:pt x="30698" y="47624"/>
                            <a:pt x="17649" y="35337"/>
                          </a:cubicBezTo>
                          <a:cubicBezTo>
                            <a:pt x="14410" y="32098"/>
                            <a:pt x="11458" y="29146"/>
                            <a:pt x="8981" y="26002"/>
                          </a:cubicBezTo>
                          <a:cubicBezTo>
                            <a:pt x="6505" y="22859"/>
                            <a:pt x="4600" y="19716"/>
                            <a:pt x="2980" y="16953"/>
                          </a:cubicBezTo>
                          <a:cubicBezTo>
                            <a:pt x="-68" y="11334"/>
                            <a:pt x="-1020" y="6190"/>
                            <a:pt x="1266" y="2952"/>
                          </a:cubicBezTo>
                          <a:cubicBezTo>
                            <a:pt x="3552" y="-287"/>
                            <a:pt x="8695" y="-763"/>
                            <a:pt x="15458" y="1047"/>
                          </a:cubicBezTo>
                          <a:cubicBezTo>
                            <a:pt x="18887" y="1904"/>
                            <a:pt x="22412" y="3618"/>
                            <a:pt x="26126" y="5905"/>
                          </a:cubicBezTo>
                          <a:cubicBezTo>
                            <a:pt x="29841" y="8190"/>
                            <a:pt x="33746" y="10857"/>
                            <a:pt x="37270" y="14382"/>
                          </a:cubicBezTo>
                          <a:cubicBezTo>
                            <a:pt x="51939" y="27907"/>
                            <a:pt x="57273" y="44195"/>
                            <a:pt x="51367" y="49434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6" name="Forme libre : forme 13835">
                      <a:extLst>
                        <a:ext uri="{FF2B5EF4-FFF2-40B4-BE49-F238E27FC236}">
                          <a16:creationId xmlns:a16="http://schemas.microsoft.com/office/drawing/2014/main" id="{A4983F7C-0B02-484B-97B1-282FE29754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4044" y="3120187"/>
                      <a:ext cx="29269" cy="44684"/>
                    </a:xfrm>
                    <a:custGeom>
                      <a:avLst/>
                      <a:gdLst>
                        <a:gd name="connsiteX0" fmla="*/ 20697 w 29269"/>
                        <a:gd name="connsiteY0" fmla="*/ 2965 h 44684"/>
                        <a:gd name="connsiteX1" fmla="*/ 1266 w 29269"/>
                        <a:gd name="connsiteY1" fmla="*/ 2965 h 44684"/>
                        <a:gd name="connsiteX2" fmla="*/ 2980 w 29269"/>
                        <a:gd name="connsiteY2" fmla="*/ 16966 h 44684"/>
                        <a:gd name="connsiteX3" fmla="*/ 8981 w 29269"/>
                        <a:gd name="connsiteY3" fmla="*/ 26015 h 44684"/>
                        <a:gd name="connsiteX4" fmla="*/ 17649 w 29269"/>
                        <a:gd name="connsiteY4" fmla="*/ 35350 h 44684"/>
                        <a:gd name="connsiteX5" fmla="*/ 29270 w 29269"/>
                        <a:gd name="connsiteY5" fmla="*/ 44684 h 44684"/>
                        <a:gd name="connsiteX6" fmla="*/ 24221 w 29269"/>
                        <a:gd name="connsiteY6" fmla="*/ 38112 h 44684"/>
                        <a:gd name="connsiteX7" fmla="*/ 17173 w 29269"/>
                        <a:gd name="connsiteY7" fmla="*/ 18110 h 44684"/>
                        <a:gd name="connsiteX8" fmla="*/ 20697 w 29269"/>
                        <a:gd name="connsiteY8" fmla="*/ 2965 h 44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269" h="44684">
                          <a:moveTo>
                            <a:pt x="20697" y="2965"/>
                          </a:moveTo>
                          <a:cubicBezTo>
                            <a:pt x="11553" y="-940"/>
                            <a:pt x="4028" y="-1036"/>
                            <a:pt x="1266" y="2965"/>
                          </a:cubicBezTo>
                          <a:cubicBezTo>
                            <a:pt x="-1020" y="6203"/>
                            <a:pt x="-68" y="11347"/>
                            <a:pt x="2980" y="16966"/>
                          </a:cubicBezTo>
                          <a:cubicBezTo>
                            <a:pt x="4600" y="19729"/>
                            <a:pt x="6505" y="22872"/>
                            <a:pt x="8981" y="26015"/>
                          </a:cubicBezTo>
                          <a:cubicBezTo>
                            <a:pt x="11458" y="29159"/>
                            <a:pt x="14410" y="32111"/>
                            <a:pt x="17649" y="35350"/>
                          </a:cubicBezTo>
                          <a:cubicBezTo>
                            <a:pt x="21459" y="39064"/>
                            <a:pt x="25459" y="42017"/>
                            <a:pt x="29270" y="44684"/>
                          </a:cubicBezTo>
                          <a:cubicBezTo>
                            <a:pt x="27460" y="42589"/>
                            <a:pt x="25745" y="40398"/>
                            <a:pt x="24221" y="38112"/>
                          </a:cubicBezTo>
                          <a:cubicBezTo>
                            <a:pt x="20602" y="31444"/>
                            <a:pt x="18125" y="24301"/>
                            <a:pt x="17173" y="18110"/>
                          </a:cubicBezTo>
                          <a:cubicBezTo>
                            <a:pt x="16315" y="11823"/>
                            <a:pt x="17173" y="6298"/>
                            <a:pt x="20697" y="2965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7" name="Forme libre : forme 13836">
                      <a:extLst>
                        <a:ext uri="{FF2B5EF4-FFF2-40B4-BE49-F238E27FC236}">
                          <a16:creationId xmlns:a16="http://schemas.microsoft.com/office/drawing/2014/main" id="{08BE108E-AFD6-4678-9C25-8C7207FA4B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4886" y="3124798"/>
                      <a:ext cx="52878" cy="51279"/>
                    </a:xfrm>
                    <a:custGeom>
                      <a:avLst/>
                      <a:gdLst>
                        <a:gd name="connsiteX0" fmla="*/ 50430 w 52878"/>
                        <a:gd name="connsiteY0" fmla="*/ 49504 h 51279"/>
                        <a:gd name="connsiteX1" fmla="*/ 16997 w 52878"/>
                        <a:gd name="connsiteY1" fmla="*/ 35216 h 51279"/>
                        <a:gd name="connsiteX2" fmla="*/ 2805 w 52878"/>
                        <a:gd name="connsiteY2" fmla="*/ 16738 h 51279"/>
                        <a:gd name="connsiteX3" fmla="*/ 1376 w 52878"/>
                        <a:gd name="connsiteY3" fmla="*/ 2926 h 51279"/>
                        <a:gd name="connsiteX4" fmla="*/ 15569 w 52878"/>
                        <a:gd name="connsiteY4" fmla="*/ 1021 h 51279"/>
                        <a:gd name="connsiteX5" fmla="*/ 37000 w 52878"/>
                        <a:gd name="connsiteY5" fmla="*/ 14451 h 51279"/>
                        <a:gd name="connsiteX6" fmla="*/ 50430 w 52878"/>
                        <a:gd name="connsiteY6" fmla="*/ 49504 h 512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2878" h="51279">
                          <a:moveTo>
                            <a:pt x="50430" y="49504"/>
                          </a:moveTo>
                          <a:cubicBezTo>
                            <a:pt x="44334" y="54838"/>
                            <a:pt x="29761" y="47598"/>
                            <a:pt x="16997" y="35216"/>
                          </a:cubicBezTo>
                          <a:cubicBezTo>
                            <a:pt x="10711" y="28834"/>
                            <a:pt x="5567" y="22643"/>
                            <a:pt x="2805" y="16738"/>
                          </a:cubicBezTo>
                          <a:cubicBezTo>
                            <a:pt x="-147" y="11213"/>
                            <a:pt x="-1005" y="6070"/>
                            <a:pt x="1376" y="2926"/>
                          </a:cubicBezTo>
                          <a:cubicBezTo>
                            <a:pt x="3758" y="-217"/>
                            <a:pt x="8901" y="-788"/>
                            <a:pt x="15569" y="1021"/>
                          </a:cubicBezTo>
                          <a:cubicBezTo>
                            <a:pt x="21950" y="3212"/>
                            <a:pt x="30047" y="7593"/>
                            <a:pt x="37000" y="14451"/>
                          </a:cubicBezTo>
                          <a:cubicBezTo>
                            <a:pt x="51192" y="28072"/>
                            <a:pt x="56431" y="44265"/>
                            <a:pt x="50430" y="4950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8" name="Forme libre : forme 13837">
                      <a:extLst>
                        <a:ext uri="{FF2B5EF4-FFF2-40B4-BE49-F238E27FC236}">
                          <a16:creationId xmlns:a16="http://schemas.microsoft.com/office/drawing/2014/main" id="{88F77272-A630-4062-9296-EF624767AF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25757" y="3092464"/>
                      <a:ext cx="60134" cy="81753"/>
                    </a:xfrm>
                    <a:custGeom>
                      <a:avLst/>
                      <a:gdLst>
                        <a:gd name="connsiteX0" fmla="*/ 4121 w 60134"/>
                        <a:gd name="connsiteY0" fmla="*/ 17257 h 81753"/>
                        <a:gd name="connsiteX1" fmla="*/ 25 w 60134"/>
                        <a:gd name="connsiteY1" fmla="*/ 30021 h 81753"/>
                        <a:gd name="connsiteX2" fmla="*/ 17837 w 60134"/>
                        <a:gd name="connsiteY2" fmla="*/ 58596 h 81753"/>
                        <a:gd name="connsiteX3" fmla="*/ 43078 w 60134"/>
                        <a:gd name="connsiteY3" fmla="*/ 78789 h 81753"/>
                        <a:gd name="connsiteX4" fmla="*/ 59938 w 60134"/>
                        <a:gd name="connsiteY4" fmla="*/ 77646 h 81753"/>
                        <a:gd name="connsiteX5" fmla="*/ 56699 w 60134"/>
                        <a:gd name="connsiteY5" fmla="*/ 64501 h 81753"/>
                        <a:gd name="connsiteX6" fmla="*/ 45650 w 60134"/>
                        <a:gd name="connsiteY6" fmla="*/ 33164 h 81753"/>
                        <a:gd name="connsiteX7" fmla="*/ 39935 w 60134"/>
                        <a:gd name="connsiteY7" fmla="*/ 15733 h 81753"/>
                        <a:gd name="connsiteX8" fmla="*/ 23742 w 60134"/>
                        <a:gd name="connsiteY8" fmla="*/ 684 h 81753"/>
                        <a:gd name="connsiteX9" fmla="*/ 4121 w 60134"/>
                        <a:gd name="connsiteY9" fmla="*/ 17257 h 81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134" h="81753">
                          <a:moveTo>
                            <a:pt x="4121" y="17257"/>
                          </a:moveTo>
                          <a:cubicBezTo>
                            <a:pt x="1930" y="21067"/>
                            <a:pt x="-261" y="25163"/>
                            <a:pt x="25" y="30021"/>
                          </a:cubicBezTo>
                          <a:cubicBezTo>
                            <a:pt x="692" y="39260"/>
                            <a:pt x="9169" y="49166"/>
                            <a:pt x="17837" y="58596"/>
                          </a:cubicBezTo>
                          <a:cubicBezTo>
                            <a:pt x="25171" y="66120"/>
                            <a:pt x="33648" y="74121"/>
                            <a:pt x="43078" y="78789"/>
                          </a:cubicBezTo>
                          <a:cubicBezTo>
                            <a:pt x="50031" y="82408"/>
                            <a:pt x="58509" y="83456"/>
                            <a:pt x="59938" y="77646"/>
                          </a:cubicBezTo>
                          <a:cubicBezTo>
                            <a:pt x="60795" y="74121"/>
                            <a:pt x="58699" y="69073"/>
                            <a:pt x="56699" y="64501"/>
                          </a:cubicBezTo>
                          <a:cubicBezTo>
                            <a:pt x="52127" y="53738"/>
                            <a:pt x="48317" y="43356"/>
                            <a:pt x="45650" y="33164"/>
                          </a:cubicBezTo>
                          <a:cubicBezTo>
                            <a:pt x="44507" y="28973"/>
                            <a:pt x="43078" y="22305"/>
                            <a:pt x="39935" y="15733"/>
                          </a:cubicBezTo>
                          <a:cubicBezTo>
                            <a:pt x="36697" y="9351"/>
                            <a:pt x="31458" y="3255"/>
                            <a:pt x="23742" y="684"/>
                          </a:cubicBezTo>
                          <a:cubicBezTo>
                            <a:pt x="9360" y="-3412"/>
                            <a:pt x="7264" y="12018"/>
                            <a:pt x="4121" y="1725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9" name="Forme libre : forme 13838">
                      <a:extLst>
                        <a:ext uri="{FF2B5EF4-FFF2-40B4-BE49-F238E27FC236}">
                          <a16:creationId xmlns:a16="http://schemas.microsoft.com/office/drawing/2014/main" id="{03E8D4AC-670C-4109-831A-067018DDD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8456" y="3103488"/>
                      <a:ext cx="29835" cy="14890"/>
                    </a:xfrm>
                    <a:custGeom>
                      <a:avLst/>
                      <a:gdLst>
                        <a:gd name="connsiteX0" fmla="*/ 3330 w 29835"/>
                        <a:gd name="connsiteY0" fmla="*/ 423 h 14890"/>
                        <a:gd name="connsiteX1" fmla="*/ 282 w 29835"/>
                        <a:gd name="connsiteY1" fmla="*/ 2043 h 14890"/>
                        <a:gd name="connsiteX2" fmla="*/ 1235 w 29835"/>
                        <a:gd name="connsiteY2" fmla="*/ 5757 h 14890"/>
                        <a:gd name="connsiteX3" fmla="*/ 5616 w 29835"/>
                        <a:gd name="connsiteY3" fmla="*/ 8520 h 14890"/>
                        <a:gd name="connsiteX4" fmla="*/ 17618 w 29835"/>
                        <a:gd name="connsiteY4" fmla="*/ 13473 h 14890"/>
                        <a:gd name="connsiteX5" fmla="*/ 22380 w 29835"/>
                        <a:gd name="connsiteY5" fmla="*/ 14806 h 14890"/>
                        <a:gd name="connsiteX6" fmla="*/ 24857 w 29835"/>
                        <a:gd name="connsiteY6" fmla="*/ 5090 h 14890"/>
                        <a:gd name="connsiteX7" fmla="*/ 3330 w 29835"/>
                        <a:gd name="connsiteY7" fmla="*/ 423 h 14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835" h="14890">
                          <a:moveTo>
                            <a:pt x="3330" y="423"/>
                          </a:moveTo>
                          <a:cubicBezTo>
                            <a:pt x="1997" y="709"/>
                            <a:pt x="854" y="1090"/>
                            <a:pt x="282" y="2043"/>
                          </a:cubicBezTo>
                          <a:cubicBezTo>
                            <a:pt x="-289" y="2995"/>
                            <a:pt x="-3" y="4424"/>
                            <a:pt x="1235" y="5757"/>
                          </a:cubicBezTo>
                          <a:cubicBezTo>
                            <a:pt x="2378" y="6996"/>
                            <a:pt x="4092" y="7758"/>
                            <a:pt x="5616" y="8520"/>
                          </a:cubicBezTo>
                          <a:cubicBezTo>
                            <a:pt x="9807" y="10234"/>
                            <a:pt x="13713" y="11948"/>
                            <a:pt x="17618" y="13473"/>
                          </a:cubicBezTo>
                          <a:cubicBezTo>
                            <a:pt x="19237" y="14044"/>
                            <a:pt x="20856" y="14615"/>
                            <a:pt x="22380" y="14806"/>
                          </a:cubicBezTo>
                          <a:cubicBezTo>
                            <a:pt x="28667" y="15568"/>
                            <a:pt x="34191" y="11091"/>
                            <a:pt x="24857" y="5090"/>
                          </a:cubicBezTo>
                          <a:cubicBezTo>
                            <a:pt x="17903" y="328"/>
                            <a:pt x="8569" y="-720"/>
                            <a:pt x="3330" y="42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0" name="Forme libre : forme 13839">
                      <a:extLst>
                        <a:ext uri="{FF2B5EF4-FFF2-40B4-BE49-F238E27FC236}">
                          <a16:creationId xmlns:a16="http://schemas.microsoft.com/office/drawing/2014/main" id="{3E02E1D6-A91B-4A79-9130-60BC61315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9788" y="3182302"/>
                      <a:ext cx="48482" cy="15273"/>
                    </a:xfrm>
                    <a:custGeom>
                      <a:avLst/>
                      <a:gdLst>
                        <a:gd name="connsiteX0" fmla="*/ 48482 w 48482"/>
                        <a:gd name="connsiteY0" fmla="*/ 10954 h 15273"/>
                        <a:gd name="connsiteX1" fmla="*/ 36386 w 48482"/>
                        <a:gd name="connsiteY1" fmla="*/ 15240 h 15273"/>
                        <a:gd name="connsiteX2" fmla="*/ 21241 w 48482"/>
                        <a:gd name="connsiteY2" fmla="*/ 12382 h 15273"/>
                        <a:gd name="connsiteX3" fmla="*/ 0 w 48482"/>
                        <a:gd name="connsiteY3" fmla="*/ 0 h 15273"/>
                        <a:gd name="connsiteX4" fmla="*/ 15716 w 48482"/>
                        <a:gd name="connsiteY4" fmla="*/ 8191 h 15273"/>
                        <a:gd name="connsiteX5" fmla="*/ 48482 w 48482"/>
                        <a:gd name="connsiteY5" fmla="*/ 10954 h 15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482" h="15273">
                          <a:moveTo>
                            <a:pt x="48482" y="10954"/>
                          </a:moveTo>
                          <a:cubicBezTo>
                            <a:pt x="48482" y="10954"/>
                            <a:pt x="44482" y="14859"/>
                            <a:pt x="36386" y="15240"/>
                          </a:cubicBezTo>
                          <a:cubicBezTo>
                            <a:pt x="32290" y="15430"/>
                            <a:pt x="27241" y="14859"/>
                            <a:pt x="21241" y="12382"/>
                          </a:cubicBezTo>
                          <a:cubicBezTo>
                            <a:pt x="15145" y="10192"/>
                            <a:pt x="8191" y="5905"/>
                            <a:pt x="0" y="0"/>
                          </a:cubicBezTo>
                          <a:cubicBezTo>
                            <a:pt x="0" y="0"/>
                            <a:pt x="6477" y="4286"/>
                            <a:pt x="15716" y="8191"/>
                          </a:cubicBezTo>
                          <a:cubicBezTo>
                            <a:pt x="25051" y="11906"/>
                            <a:pt x="37243" y="15145"/>
                            <a:pt x="48482" y="109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1" name="Forme libre : forme 13840">
                      <a:extLst>
                        <a:ext uri="{FF2B5EF4-FFF2-40B4-BE49-F238E27FC236}">
                          <a16:creationId xmlns:a16="http://schemas.microsoft.com/office/drawing/2014/main" id="{6DDD7B1C-9687-4639-AA25-7946226570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16639" y="3080142"/>
                      <a:ext cx="59816" cy="12244"/>
                    </a:xfrm>
                    <a:custGeom>
                      <a:avLst/>
                      <a:gdLst>
                        <a:gd name="connsiteX0" fmla="*/ 59817 w 59816"/>
                        <a:gd name="connsiteY0" fmla="*/ 12244 h 12244"/>
                        <a:gd name="connsiteX1" fmla="*/ 52864 w 59816"/>
                        <a:gd name="connsiteY1" fmla="*/ 8339 h 12244"/>
                        <a:gd name="connsiteX2" fmla="*/ 35814 w 59816"/>
                        <a:gd name="connsiteY2" fmla="*/ 1767 h 12244"/>
                        <a:gd name="connsiteX3" fmla="*/ 15335 w 59816"/>
                        <a:gd name="connsiteY3" fmla="*/ 814 h 12244"/>
                        <a:gd name="connsiteX4" fmla="*/ 0 w 59816"/>
                        <a:gd name="connsiteY4" fmla="*/ 11101 h 12244"/>
                        <a:gd name="connsiteX5" fmla="*/ 13716 w 59816"/>
                        <a:gd name="connsiteY5" fmla="*/ 3767 h 12244"/>
                        <a:gd name="connsiteX6" fmla="*/ 32766 w 59816"/>
                        <a:gd name="connsiteY6" fmla="*/ 2815 h 12244"/>
                        <a:gd name="connsiteX7" fmla="*/ 59817 w 59816"/>
                        <a:gd name="connsiteY7" fmla="*/ 12244 h 12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816" h="12244">
                          <a:moveTo>
                            <a:pt x="59817" y="12244"/>
                          </a:moveTo>
                          <a:cubicBezTo>
                            <a:pt x="59817" y="12244"/>
                            <a:pt x="57245" y="10434"/>
                            <a:pt x="52864" y="8339"/>
                          </a:cubicBezTo>
                          <a:cubicBezTo>
                            <a:pt x="48387" y="6243"/>
                            <a:pt x="42767" y="3195"/>
                            <a:pt x="35814" y="1767"/>
                          </a:cubicBezTo>
                          <a:cubicBezTo>
                            <a:pt x="28956" y="243"/>
                            <a:pt x="22003" y="-805"/>
                            <a:pt x="15335" y="814"/>
                          </a:cubicBezTo>
                          <a:cubicBezTo>
                            <a:pt x="8763" y="2243"/>
                            <a:pt x="3429" y="5386"/>
                            <a:pt x="0" y="11101"/>
                          </a:cubicBezTo>
                          <a:cubicBezTo>
                            <a:pt x="0" y="11101"/>
                            <a:pt x="3905" y="6529"/>
                            <a:pt x="13716" y="3767"/>
                          </a:cubicBezTo>
                          <a:cubicBezTo>
                            <a:pt x="18764" y="2243"/>
                            <a:pt x="24955" y="1767"/>
                            <a:pt x="32766" y="2815"/>
                          </a:cubicBezTo>
                          <a:cubicBezTo>
                            <a:pt x="40767" y="3576"/>
                            <a:pt x="49625" y="6815"/>
                            <a:pt x="59817" y="122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2" name="Forme libre : forme 13841">
                      <a:extLst>
                        <a:ext uri="{FF2B5EF4-FFF2-40B4-BE49-F238E27FC236}">
                          <a16:creationId xmlns:a16="http://schemas.microsoft.com/office/drawing/2014/main" id="{174E90BF-88AF-4221-8F3B-911A0DB1D8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1951" y="3134472"/>
                      <a:ext cx="17761" cy="21701"/>
                    </a:xfrm>
                    <a:custGeom>
                      <a:avLst/>
                      <a:gdLst>
                        <a:gd name="connsiteX0" fmla="*/ 16126 w 17761"/>
                        <a:gd name="connsiteY0" fmla="*/ 21636 h 21701"/>
                        <a:gd name="connsiteX1" fmla="*/ 4029 w 17761"/>
                        <a:gd name="connsiteY1" fmla="*/ 12111 h 21701"/>
                        <a:gd name="connsiteX2" fmla="*/ 1457 w 17761"/>
                        <a:gd name="connsiteY2" fmla="*/ 109 h 21701"/>
                        <a:gd name="connsiteX3" fmla="*/ 14031 w 17761"/>
                        <a:gd name="connsiteY3" fmla="*/ 9539 h 21701"/>
                        <a:gd name="connsiteX4" fmla="*/ 16126 w 17761"/>
                        <a:gd name="connsiteY4" fmla="*/ 21636 h 21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761" h="21701">
                          <a:moveTo>
                            <a:pt x="16126" y="21636"/>
                          </a:moveTo>
                          <a:cubicBezTo>
                            <a:pt x="13364" y="22303"/>
                            <a:pt x="8220" y="17826"/>
                            <a:pt x="4029" y="12111"/>
                          </a:cubicBezTo>
                          <a:cubicBezTo>
                            <a:pt x="29" y="6300"/>
                            <a:pt x="-1305" y="871"/>
                            <a:pt x="1457" y="109"/>
                          </a:cubicBezTo>
                          <a:cubicBezTo>
                            <a:pt x="4220" y="-748"/>
                            <a:pt x="9840" y="3538"/>
                            <a:pt x="14031" y="9539"/>
                          </a:cubicBezTo>
                          <a:cubicBezTo>
                            <a:pt x="18126" y="15540"/>
                            <a:pt x="18888" y="20969"/>
                            <a:pt x="16126" y="2163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3" name="Forme libre : forme 13842">
                      <a:extLst>
                        <a:ext uri="{FF2B5EF4-FFF2-40B4-BE49-F238E27FC236}">
                          <a16:creationId xmlns:a16="http://schemas.microsoft.com/office/drawing/2014/main" id="{6846ABC5-916B-4DF0-902C-330D78CE80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6195" y="3152414"/>
                      <a:ext cx="5817" cy="5864"/>
                    </a:xfrm>
                    <a:custGeom>
                      <a:avLst/>
                      <a:gdLst>
                        <a:gd name="connsiteX0" fmla="*/ 5406 w 5817"/>
                        <a:gd name="connsiteY0" fmla="*/ 5504 h 5864"/>
                        <a:gd name="connsiteX1" fmla="*/ 1406 w 5817"/>
                        <a:gd name="connsiteY1" fmla="*/ 4361 h 5864"/>
                        <a:gd name="connsiteX2" fmla="*/ 453 w 5817"/>
                        <a:gd name="connsiteY2" fmla="*/ 360 h 5864"/>
                        <a:gd name="connsiteX3" fmla="*/ 4454 w 5817"/>
                        <a:gd name="connsiteY3" fmla="*/ 1503 h 5864"/>
                        <a:gd name="connsiteX4" fmla="*/ 5406 w 5817"/>
                        <a:gd name="connsiteY4" fmla="*/ 5504 h 5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17" h="5864">
                          <a:moveTo>
                            <a:pt x="5406" y="5504"/>
                          </a:moveTo>
                          <a:cubicBezTo>
                            <a:pt x="4549" y="6266"/>
                            <a:pt x="2835" y="5790"/>
                            <a:pt x="1406" y="4361"/>
                          </a:cubicBezTo>
                          <a:cubicBezTo>
                            <a:pt x="-23" y="2932"/>
                            <a:pt x="-404" y="1122"/>
                            <a:pt x="453" y="360"/>
                          </a:cubicBezTo>
                          <a:cubicBezTo>
                            <a:pt x="1311" y="-401"/>
                            <a:pt x="3025" y="75"/>
                            <a:pt x="4454" y="1503"/>
                          </a:cubicBezTo>
                          <a:cubicBezTo>
                            <a:pt x="5882" y="2932"/>
                            <a:pt x="6168" y="4742"/>
                            <a:pt x="5406" y="55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4" name="Forme libre : forme 13843">
                      <a:extLst>
                        <a:ext uri="{FF2B5EF4-FFF2-40B4-BE49-F238E27FC236}">
                          <a16:creationId xmlns:a16="http://schemas.microsoft.com/office/drawing/2014/main" id="{8F894638-D1BD-42F9-9B42-6FEED60CB6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6164" y="3118483"/>
                      <a:ext cx="35326" cy="65656"/>
                    </a:xfrm>
                    <a:custGeom>
                      <a:avLst/>
                      <a:gdLst>
                        <a:gd name="connsiteX0" fmla="*/ 34870 w 35326"/>
                        <a:gd name="connsiteY0" fmla="*/ 48483 h 65656"/>
                        <a:gd name="connsiteX1" fmla="*/ 24392 w 35326"/>
                        <a:gd name="connsiteY1" fmla="*/ 64200 h 65656"/>
                        <a:gd name="connsiteX2" fmla="*/ 16868 w 35326"/>
                        <a:gd name="connsiteY2" fmla="*/ 64009 h 65656"/>
                        <a:gd name="connsiteX3" fmla="*/ 14582 w 35326"/>
                        <a:gd name="connsiteY3" fmla="*/ 55818 h 65656"/>
                        <a:gd name="connsiteX4" fmla="*/ 16296 w 35326"/>
                        <a:gd name="connsiteY4" fmla="*/ 32767 h 65656"/>
                        <a:gd name="connsiteX5" fmla="*/ 5533 w 35326"/>
                        <a:gd name="connsiteY5" fmla="*/ 14098 h 65656"/>
                        <a:gd name="connsiteX6" fmla="*/ 2009 w 35326"/>
                        <a:gd name="connsiteY6" fmla="*/ 1 h 65656"/>
                        <a:gd name="connsiteX7" fmla="*/ 19344 w 35326"/>
                        <a:gd name="connsiteY7" fmla="*/ 11907 h 65656"/>
                        <a:gd name="connsiteX8" fmla="*/ 31917 w 35326"/>
                        <a:gd name="connsiteY8" fmla="*/ 29529 h 65656"/>
                        <a:gd name="connsiteX9" fmla="*/ 34870 w 35326"/>
                        <a:gd name="connsiteY9" fmla="*/ 48483 h 6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5326" h="65656">
                          <a:moveTo>
                            <a:pt x="34870" y="48483"/>
                          </a:moveTo>
                          <a:cubicBezTo>
                            <a:pt x="33441" y="55532"/>
                            <a:pt x="29250" y="60389"/>
                            <a:pt x="24392" y="64200"/>
                          </a:cubicBezTo>
                          <a:cubicBezTo>
                            <a:pt x="22583" y="65628"/>
                            <a:pt x="19630" y="66676"/>
                            <a:pt x="16868" y="64009"/>
                          </a:cubicBezTo>
                          <a:cubicBezTo>
                            <a:pt x="14296" y="61628"/>
                            <a:pt x="14201" y="58199"/>
                            <a:pt x="14582" y="55818"/>
                          </a:cubicBezTo>
                          <a:cubicBezTo>
                            <a:pt x="15820" y="48483"/>
                            <a:pt x="19249" y="42006"/>
                            <a:pt x="16296" y="32767"/>
                          </a:cubicBezTo>
                          <a:cubicBezTo>
                            <a:pt x="15249" y="30005"/>
                            <a:pt x="10105" y="21528"/>
                            <a:pt x="5533" y="14098"/>
                          </a:cubicBezTo>
                          <a:cubicBezTo>
                            <a:pt x="1151" y="6573"/>
                            <a:pt x="-2373" y="-94"/>
                            <a:pt x="2009" y="1"/>
                          </a:cubicBezTo>
                          <a:cubicBezTo>
                            <a:pt x="6486" y="96"/>
                            <a:pt x="13344" y="5526"/>
                            <a:pt x="19344" y="11907"/>
                          </a:cubicBezTo>
                          <a:cubicBezTo>
                            <a:pt x="25250" y="18384"/>
                            <a:pt x="30298" y="25623"/>
                            <a:pt x="31917" y="29529"/>
                          </a:cubicBezTo>
                          <a:cubicBezTo>
                            <a:pt x="35251" y="36577"/>
                            <a:pt x="35918" y="43245"/>
                            <a:pt x="34870" y="4848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96" name="Graphique 1">
                    <a:extLst>
                      <a:ext uri="{FF2B5EF4-FFF2-40B4-BE49-F238E27FC236}">
                        <a16:creationId xmlns:a16="http://schemas.microsoft.com/office/drawing/2014/main" id="{E63E9BEA-EC89-4EC9-8ACC-7F1B9EC9E054}"/>
                      </a:ext>
                    </a:extLst>
                  </p:cNvPr>
                  <p:cNvGrpSpPr/>
                  <p:nvPr/>
                </p:nvGrpSpPr>
                <p:grpSpPr>
                  <a:xfrm>
                    <a:off x="4412071" y="3181123"/>
                    <a:ext cx="137429" cy="126684"/>
                    <a:chOff x="4412071" y="3181123"/>
                    <a:chExt cx="137429" cy="126684"/>
                  </a:xfrm>
                  <a:solidFill>
                    <a:schemeClr val="accent1"/>
                  </a:solidFill>
                </p:grpSpPr>
                <p:sp>
                  <p:nvSpPr>
                    <p:cNvPr id="13821" name="Forme libre : forme 13820">
                      <a:extLst>
                        <a:ext uri="{FF2B5EF4-FFF2-40B4-BE49-F238E27FC236}">
                          <a16:creationId xmlns:a16="http://schemas.microsoft.com/office/drawing/2014/main" id="{2780AA06-8ECD-4C4B-A16E-73F8A02F9C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2071" y="3181123"/>
                      <a:ext cx="137429" cy="126684"/>
                    </a:xfrm>
                    <a:custGeom>
                      <a:avLst/>
                      <a:gdLst>
                        <a:gd name="connsiteX0" fmla="*/ 68112 w 137429"/>
                        <a:gd name="connsiteY0" fmla="*/ 115003 h 126684"/>
                        <a:gd name="connsiteX1" fmla="*/ 54967 w 137429"/>
                        <a:gd name="connsiteY1" fmla="*/ 105669 h 126684"/>
                        <a:gd name="connsiteX2" fmla="*/ 42299 w 137429"/>
                        <a:gd name="connsiteY2" fmla="*/ 95667 h 126684"/>
                        <a:gd name="connsiteX3" fmla="*/ 18772 w 137429"/>
                        <a:gd name="connsiteY3" fmla="*/ 73760 h 126684"/>
                        <a:gd name="connsiteX4" fmla="*/ 6009 w 137429"/>
                        <a:gd name="connsiteY4" fmla="*/ 57091 h 126684"/>
                        <a:gd name="connsiteX5" fmla="*/ 580 w 137429"/>
                        <a:gd name="connsiteY5" fmla="*/ 41184 h 126684"/>
                        <a:gd name="connsiteX6" fmla="*/ 6771 w 137429"/>
                        <a:gd name="connsiteY6" fmla="*/ 17753 h 126684"/>
                        <a:gd name="connsiteX7" fmla="*/ 23059 w 137429"/>
                        <a:gd name="connsiteY7" fmla="*/ 4132 h 126684"/>
                        <a:gd name="connsiteX8" fmla="*/ 47252 w 137429"/>
                        <a:gd name="connsiteY8" fmla="*/ 2132 h 126684"/>
                        <a:gd name="connsiteX9" fmla="*/ 61349 w 137429"/>
                        <a:gd name="connsiteY9" fmla="*/ 9276 h 126684"/>
                        <a:gd name="connsiteX10" fmla="*/ 74303 w 137429"/>
                        <a:gd name="connsiteY10" fmla="*/ 19182 h 126684"/>
                        <a:gd name="connsiteX11" fmla="*/ 91924 w 137429"/>
                        <a:gd name="connsiteY11" fmla="*/ 34993 h 126684"/>
                        <a:gd name="connsiteX12" fmla="*/ 101354 w 137429"/>
                        <a:gd name="connsiteY12" fmla="*/ 42137 h 126684"/>
                        <a:gd name="connsiteX13" fmla="*/ 111070 w 137429"/>
                        <a:gd name="connsiteY13" fmla="*/ 48804 h 126684"/>
                        <a:gd name="connsiteX14" fmla="*/ 123547 w 137429"/>
                        <a:gd name="connsiteY14" fmla="*/ 58615 h 126684"/>
                        <a:gd name="connsiteX15" fmla="*/ 128310 w 137429"/>
                        <a:gd name="connsiteY15" fmla="*/ 64521 h 126684"/>
                        <a:gd name="connsiteX16" fmla="*/ 132406 w 137429"/>
                        <a:gd name="connsiteY16" fmla="*/ 70140 h 126684"/>
                        <a:gd name="connsiteX17" fmla="*/ 135930 w 137429"/>
                        <a:gd name="connsiteY17" fmla="*/ 93762 h 126684"/>
                        <a:gd name="connsiteX18" fmla="*/ 127548 w 137429"/>
                        <a:gd name="connsiteY18" fmla="*/ 114051 h 126684"/>
                        <a:gd name="connsiteX19" fmla="*/ 105450 w 137429"/>
                        <a:gd name="connsiteY19" fmla="*/ 126528 h 126684"/>
                        <a:gd name="connsiteX20" fmla="*/ 96687 w 137429"/>
                        <a:gd name="connsiteY20" fmla="*/ 126338 h 126684"/>
                        <a:gd name="connsiteX21" fmla="*/ 87543 w 137429"/>
                        <a:gd name="connsiteY21" fmla="*/ 123957 h 126684"/>
                        <a:gd name="connsiteX22" fmla="*/ 68112 w 137429"/>
                        <a:gd name="connsiteY22" fmla="*/ 115003 h 126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37429" h="126684">
                          <a:moveTo>
                            <a:pt x="68112" y="115003"/>
                          </a:moveTo>
                          <a:cubicBezTo>
                            <a:pt x="63349" y="112431"/>
                            <a:pt x="59254" y="109003"/>
                            <a:pt x="54967" y="105669"/>
                          </a:cubicBezTo>
                          <a:lnTo>
                            <a:pt x="42299" y="95667"/>
                          </a:lnTo>
                          <a:cubicBezTo>
                            <a:pt x="33536" y="89381"/>
                            <a:pt x="26297" y="81380"/>
                            <a:pt x="18772" y="73760"/>
                          </a:cubicBezTo>
                          <a:cubicBezTo>
                            <a:pt x="13629" y="68426"/>
                            <a:pt x="8771" y="62616"/>
                            <a:pt x="6009" y="57091"/>
                          </a:cubicBezTo>
                          <a:cubicBezTo>
                            <a:pt x="3247" y="51567"/>
                            <a:pt x="1342" y="46137"/>
                            <a:pt x="580" y="41184"/>
                          </a:cubicBezTo>
                          <a:cubicBezTo>
                            <a:pt x="-1135" y="31183"/>
                            <a:pt x="961" y="22706"/>
                            <a:pt x="6771" y="17753"/>
                          </a:cubicBezTo>
                          <a:lnTo>
                            <a:pt x="23059" y="4132"/>
                          </a:lnTo>
                          <a:cubicBezTo>
                            <a:pt x="28964" y="-821"/>
                            <a:pt x="37822" y="-1107"/>
                            <a:pt x="47252" y="2132"/>
                          </a:cubicBezTo>
                          <a:cubicBezTo>
                            <a:pt x="52015" y="3846"/>
                            <a:pt x="56777" y="6132"/>
                            <a:pt x="61349" y="9276"/>
                          </a:cubicBezTo>
                          <a:cubicBezTo>
                            <a:pt x="66016" y="12419"/>
                            <a:pt x="70303" y="15086"/>
                            <a:pt x="74303" y="19182"/>
                          </a:cubicBezTo>
                          <a:cubicBezTo>
                            <a:pt x="80018" y="24706"/>
                            <a:pt x="85257" y="30612"/>
                            <a:pt x="91924" y="34993"/>
                          </a:cubicBezTo>
                          <a:lnTo>
                            <a:pt x="101354" y="42137"/>
                          </a:lnTo>
                          <a:cubicBezTo>
                            <a:pt x="104497" y="44518"/>
                            <a:pt x="107546" y="47090"/>
                            <a:pt x="111070" y="48804"/>
                          </a:cubicBezTo>
                          <a:cubicBezTo>
                            <a:pt x="115928" y="51567"/>
                            <a:pt x="120023" y="54900"/>
                            <a:pt x="123547" y="58615"/>
                          </a:cubicBezTo>
                          <a:cubicBezTo>
                            <a:pt x="125262" y="60520"/>
                            <a:pt x="126881" y="62425"/>
                            <a:pt x="128310" y="64521"/>
                          </a:cubicBezTo>
                          <a:cubicBezTo>
                            <a:pt x="129834" y="66426"/>
                            <a:pt x="131263" y="68140"/>
                            <a:pt x="132406" y="70140"/>
                          </a:cubicBezTo>
                          <a:cubicBezTo>
                            <a:pt x="137168" y="77761"/>
                            <a:pt x="138978" y="86428"/>
                            <a:pt x="135930" y="93762"/>
                          </a:cubicBezTo>
                          <a:lnTo>
                            <a:pt x="127548" y="114051"/>
                          </a:lnTo>
                          <a:cubicBezTo>
                            <a:pt x="124500" y="121385"/>
                            <a:pt x="116499" y="125766"/>
                            <a:pt x="105450" y="126528"/>
                          </a:cubicBezTo>
                          <a:cubicBezTo>
                            <a:pt x="102688" y="126719"/>
                            <a:pt x="99735" y="126814"/>
                            <a:pt x="96687" y="126338"/>
                          </a:cubicBezTo>
                          <a:cubicBezTo>
                            <a:pt x="93734" y="125766"/>
                            <a:pt x="90686" y="125004"/>
                            <a:pt x="87543" y="123957"/>
                          </a:cubicBezTo>
                          <a:cubicBezTo>
                            <a:pt x="81161" y="121861"/>
                            <a:pt x="74589" y="118908"/>
                            <a:pt x="68112" y="11500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2" name="Forme libre : forme 13821">
                      <a:extLst>
                        <a:ext uri="{FF2B5EF4-FFF2-40B4-BE49-F238E27FC236}">
                          <a16:creationId xmlns:a16="http://schemas.microsoft.com/office/drawing/2014/main" id="{15313A45-929F-4DC5-85AB-C50E3D03C6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2155" y="3192970"/>
                      <a:ext cx="127750" cy="114766"/>
                    </a:xfrm>
                    <a:custGeom>
                      <a:avLst/>
                      <a:gdLst>
                        <a:gd name="connsiteX0" fmla="*/ 44311 w 127750"/>
                        <a:gd name="connsiteY0" fmla="*/ 51340 h 114766"/>
                        <a:gd name="connsiteX1" fmla="*/ 21356 w 127750"/>
                        <a:gd name="connsiteY1" fmla="*/ 26479 h 114766"/>
                        <a:gd name="connsiteX2" fmla="*/ 13831 w 127750"/>
                        <a:gd name="connsiteY2" fmla="*/ 0 h 114766"/>
                        <a:gd name="connsiteX3" fmla="*/ 6782 w 127750"/>
                        <a:gd name="connsiteY3" fmla="*/ 5905 h 114766"/>
                        <a:gd name="connsiteX4" fmla="*/ 591 w 127750"/>
                        <a:gd name="connsiteY4" fmla="*/ 29337 h 114766"/>
                        <a:gd name="connsiteX5" fmla="*/ 6020 w 127750"/>
                        <a:gd name="connsiteY5" fmla="*/ 45244 h 114766"/>
                        <a:gd name="connsiteX6" fmla="*/ 18784 w 127750"/>
                        <a:gd name="connsiteY6" fmla="*/ 61913 h 114766"/>
                        <a:gd name="connsiteX7" fmla="*/ 42311 w 127750"/>
                        <a:gd name="connsiteY7" fmla="*/ 83820 h 114766"/>
                        <a:gd name="connsiteX8" fmla="*/ 54979 w 127750"/>
                        <a:gd name="connsiteY8" fmla="*/ 93821 h 114766"/>
                        <a:gd name="connsiteX9" fmla="*/ 68123 w 127750"/>
                        <a:gd name="connsiteY9" fmla="*/ 103156 h 114766"/>
                        <a:gd name="connsiteX10" fmla="*/ 87459 w 127750"/>
                        <a:gd name="connsiteY10" fmla="*/ 112109 h 114766"/>
                        <a:gd name="connsiteX11" fmla="*/ 96603 w 127750"/>
                        <a:gd name="connsiteY11" fmla="*/ 114490 h 114766"/>
                        <a:gd name="connsiteX12" fmla="*/ 105366 w 127750"/>
                        <a:gd name="connsiteY12" fmla="*/ 114681 h 114766"/>
                        <a:gd name="connsiteX13" fmla="*/ 127464 w 127750"/>
                        <a:gd name="connsiteY13" fmla="*/ 102203 h 114766"/>
                        <a:gd name="connsiteX14" fmla="*/ 127750 w 127750"/>
                        <a:gd name="connsiteY14" fmla="*/ 101537 h 114766"/>
                        <a:gd name="connsiteX15" fmla="*/ 105176 w 127750"/>
                        <a:gd name="connsiteY15" fmla="*/ 91726 h 114766"/>
                        <a:gd name="connsiteX16" fmla="*/ 84316 w 127750"/>
                        <a:gd name="connsiteY16" fmla="*/ 79248 h 114766"/>
                        <a:gd name="connsiteX17" fmla="*/ 79077 w 127750"/>
                        <a:gd name="connsiteY17" fmla="*/ 76200 h 114766"/>
                        <a:gd name="connsiteX18" fmla="*/ 74219 w 127750"/>
                        <a:gd name="connsiteY18" fmla="*/ 72580 h 114766"/>
                        <a:gd name="connsiteX19" fmla="*/ 64409 w 127750"/>
                        <a:gd name="connsiteY19" fmla="*/ 65532 h 114766"/>
                        <a:gd name="connsiteX20" fmla="*/ 44311 w 127750"/>
                        <a:gd name="connsiteY20" fmla="*/ 51340 h 114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27750" h="114766">
                          <a:moveTo>
                            <a:pt x="44311" y="51340"/>
                          </a:moveTo>
                          <a:cubicBezTo>
                            <a:pt x="35167" y="44196"/>
                            <a:pt x="26118" y="35719"/>
                            <a:pt x="21356" y="26479"/>
                          </a:cubicBezTo>
                          <a:cubicBezTo>
                            <a:pt x="16212" y="17336"/>
                            <a:pt x="13640" y="8096"/>
                            <a:pt x="13831" y="0"/>
                          </a:cubicBezTo>
                          <a:lnTo>
                            <a:pt x="6782" y="5905"/>
                          </a:lnTo>
                          <a:cubicBezTo>
                            <a:pt x="877" y="10858"/>
                            <a:pt x="-1123" y="19336"/>
                            <a:pt x="591" y="29337"/>
                          </a:cubicBezTo>
                          <a:cubicBezTo>
                            <a:pt x="1353" y="34290"/>
                            <a:pt x="3258" y="39719"/>
                            <a:pt x="6020" y="45244"/>
                          </a:cubicBezTo>
                          <a:cubicBezTo>
                            <a:pt x="8783" y="50768"/>
                            <a:pt x="13640" y="56579"/>
                            <a:pt x="18784" y="61913"/>
                          </a:cubicBezTo>
                          <a:cubicBezTo>
                            <a:pt x="26309" y="69532"/>
                            <a:pt x="33548" y="77533"/>
                            <a:pt x="42311" y="83820"/>
                          </a:cubicBezTo>
                          <a:lnTo>
                            <a:pt x="54979" y="93821"/>
                          </a:lnTo>
                          <a:cubicBezTo>
                            <a:pt x="59265" y="97155"/>
                            <a:pt x="63361" y="100584"/>
                            <a:pt x="68123" y="103156"/>
                          </a:cubicBezTo>
                          <a:cubicBezTo>
                            <a:pt x="74600" y="107061"/>
                            <a:pt x="81173" y="110109"/>
                            <a:pt x="87459" y="112109"/>
                          </a:cubicBezTo>
                          <a:cubicBezTo>
                            <a:pt x="90602" y="113157"/>
                            <a:pt x="93650" y="113919"/>
                            <a:pt x="96603" y="114490"/>
                          </a:cubicBezTo>
                          <a:cubicBezTo>
                            <a:pt x="99651" y="114871"/>
                            <a:pt x="102604" y="114776"/>
                            <a:pt x="105366" y="114681"/>
                          </a:cubicBezTo>
                          <a:cubicBezTo>
                            <a:pt x="116415" y="113919"/>
                            <a:pt x="124416" y="109538"/>
                            <a:pt x="127464" y="102203"/>
                          </a:cubicBezTo>
                          <a:lnTo>
                            <a:pt x="127750" y="101537"/>
                          </a:lnTo>
                          <a:cubicBezTo>
                            <a:pt x="120130" y="98393"/>
                            <a:pt x="112224" y="95726"/>
                            <a:pt x="105176" y="91726"/>
                          </a:cubicBezTo>
                          <a:cubicBezTo>
                            <a:pt x="98222" y="87535"/>
                            <a:pt x="91269" y="83439"/>
                            <a:pt x="84316" y="79248"/>
                          </a:cubicBezTo>
                          <a:lnTo>
                            <a:pt x="79077" y="76200"/>
                          </a:lnTo>
                          <a:lnTo>
                            <a:pt x="74219" y="72580"/>
                          </a:lnTo>
                          <a:cubicBezTo>
                            <a:pt x="70981" y="70199"/>
                            <a:pt x="67742" y="67913"/>
                            <a:pt x="64409" y="65532"/>
                          </a:cubicBezTo>
                          <a:cubicBezTo>
                            <a:pt x="57836" y="60674"/>
                            <a:pt x="50598" y="56579"/>
                            <a:pt x="44311" y="5134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3" name="Forme libre : forme 13822">
                      <a:extLst>
                        <a:ext uri="{FF2B5EF4-FFF2-40B4-BE49-F238E27FC236}">
                          <a16:creationId xmlns:a16="http://schemas.microsoft.com/office/drawing/2014/main" id="{983443B2-6C51-4CC9-A38E-BF246E1DC0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7833" y="3229091"/>
                      <a:ext cx="58021" cy="48058"/>
                    </a:xfrm>
                    <a:custGeom>
                      <a:avLst/>
                      <a:gdLst>
                        <a:gd name="connsiteX0" fmla="*/ 57116 w 58021"/>
                        <a:gd name="connsiteY0" fmla="*/ 43889 h 48058"/>
                        <a:gd name="connsiteX1" fmla="*/ 42828 w 58021"/>
                        <a:gd name="connsiteY1" fmla="*/ 47699 h 48058"/>
                        <a:gd name="connsiteX2" fmla="*/ 31208 w 58021"/>
                        <a:gd name="connsiteY2" fmla="*/ 44460 h 48058"/>
                        <a:gd name="connsiteX3" fmla="*/ 19206 w 58021"/>
                        <a:gd name="connsiteY3" fmla="*/ 36745 h 48058"/>
                        <a:gd name="connsiteX4" fmla="*/ 8729 w 58021"/>
                        <a:gd name="connsiteY4" fmla="*/ 27030 h 48058"/>
                        <a:gd name="connsiteX5" fmla="*/ 2156 w 58021"/>
                        <a:gd name="connsiteY5" fmla="*/ 17124 h 48058"/>
                        <a:gd name="connsiteX6" fmla="*/ 2061 w 58021"/>
                        <a:gd name="connsiteY6" fmla="*/ 2169 h 48058"/>
                        <a:gd name="connsiteX7" fmla="*/ 16254 w 58021"/>
                        <a:gd name="connsiteY7" fmla="*/ 1693 h 48058"/>
                        <a:gd name="connsiteX8" fmla="*/ 26350 w 58021"/>
                        <a:gd name="connsiteY8" fmla="*/ 6075 h 48058"/>
                        <a:gd name="connsiteX9" fmla="*/ 37208 w 58021"/>
                        <a:gd name="connsiteY9" fmla="*/ 12933 h 48058"/>
                        <a:gd name="connsiteX10" fmla="*/ 46638 w 58021"/>
                        <a:gd name="connsiteY10" fmla="*/ 21601 h 48058"/>
                        <a:gd name="connsiteX11" fmla="*/ 53972 w 58021"/>
                        <a:gd name="connsiteY11" fmla="*/ 29601 h 48058"/>
                        <a:gd name="connsiteX12" fmla="*/ 57116 w 58021"/>
                        <a:gd name="connsiteY12" fmla="*/ 43889 h 480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021" h="48058">
                          <a:moveTo>
                            <a:pt x="57116" y="43889"/>
                          </a:moveTo>
                          <a:cubicBezTo>
                            <a:pt x="55115" y="47509"/>
                            <a:pt x="49877" y="48747"/>
                            <a:pt x="42828" y="47699"/>
                          </a:cubicBezTo>
                          <a:cubicBezTo>
                            <a:pt x="39304" y="47223"/>
                            <a:pt x="35399" y="46080"/>
                            <a:pt x="31208" y="44460"/>
                          </a:cubicBezTo>
                          <a:cubicBezTo>
                            <a:pt x="27207" y="42556"/>
                            <a:pt x="23207" y="39793"/>
                            <a:pt x="19206" y="36745"/>
                          </a:cubicBezTo>
                          <a:cubicBezTo>
                            <a:pt x="15206" y="33602"/>
                            <a:pt x="11681" y="30364"/>
                            <a:pt x="8729" y="27030"/>
                          </a:cubicBezTo>
                          <a:cubicBezTo>
                            <a:pt x="5681" y="23791"/>
                            <a:pt x="3395" y="20553"/>
                            <a:pt x="2156" y="17124"/>
                          </a:cubicBezTo>
                          <a:cubicBezTo>
                            <a:pt x="-606" y="10551"/>
                            <a:pt x="-796" y="5122"/>
                            <a:pt x="2061" y="2169"/>
                          </a:cubicBezTo>
                          <a:cubicBezTo>
                            <a:pt x="4919" y="-688"/>
                            <a:pt x="10253" y="-593"/>
                            <a:pt x="16254" y="1693"/>
                          </a:cubicBezTo>
                          <a:cubicBezTo>
                            <a:pt x="19206" y="2932"/>
                            <a:pt x="22635" y="4360"/>
                            <a:pt x="26350" y="6075"/>
                          </a:cubicBezTo>
                          <a:cubicBezTo>
                            <a:pt x="29969" y="7885"/>
                            <a:pt x="33589" y="10170"/>
                            <a:pt x="37208" y="12933"/>
                          </a:cubicBezTo>
                          <a:cubicBezTo>
                            <a:pt x="40828" y="15695"/>
                            <a:pt x="43876" y="18743"/>
                            <a:pt x="46638" y="21601"/>
                          </a:cubicBezTo>
                          <a:cubicBezTo>
                            <a:pt x="49591" y="24172"/>
                            <a:pt x="52067" y="26935"/>
                            <a:pt x="53972" y="29601"/>
                          </a:cubicBezTo>
                          <a:cubicBezTo>
                            <a:pt x="57687" y="35031"/>
                            <a:pt x="59116" y="40269"/>
                            <a:pt x="57116" y="43889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4" name="Forme libre : forme 13823">
                      <a:extLst>
                        <a:ext uri="{FF2B5EF4-FFF2-40B4-BE49-F238E27FC236}">
                          <a16:creationId xmlns:a16="http://schemas.microsoft.com/office/drawing/2014/main" id="{5A10DE5A-9863-4CEB-B65D-F6AEA798A2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7833" y="3229145"/>
                      <a:ext cx="33303" cy="45263"/>
                    </a:xfrm>
                    <a:custGeom>
                      <a:avLst/>
                      <a:gdLst>
                        <a:gd name="connsiteX0" fmla="*/ 20921 w 33303"/>
                        <a:gd name="connsiteY0" fmla="*/ 3735 h 45263"/>
                        <a:gd name="connsiteX1" fmla="*/ 2061 w 33303"/>
                        <a:gd name="connsiteY1" fmla="*/ 2211 h 45263"/>
                        <a:gd name="connsiteX2" fmla="*/ 2156 w 33303"/>
                        <a:gd name="connsiteY2" fmla="*/ 17165 h 45263"/>
                        <a:gd name="connsiteX3" fmla="*/ 8729 w 33303"/>
                        <a:gd name="connsiteY3" fmla="*/ 27071 h 45263"/>
                        <a:gd name="connsiteX4" fmla="*/ 19206 w 33303"/>
                        <a:gd name="connsiteY4" fmla="*/ 36786 h 45263"/>
                        <a:gd name="connsiteX5" fmla="*/ 33303 w 33303"/>
                        <a:gd name="connsiteY5" fmla="*/ 45264 h 45263"/>
                        <a:gd name="connsiteX6" fmla="*/ 26540 w 33303"/>
                        <a:gd name="connsiteY6" fmla="*/ 39168 h 45263"/>
                        <a:gd name="connsiteX7" fmla="*/ 20921 w 33303"/>
                        <a:gd name="connsiteY7" fmla="*/ 3735 h 45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3303" h="45263">
                          <a:moveTo>
                            <a:pt x="20921" y="3735"/>
                          </a:moveTo>
                          <a:cubicBezTo>
                            <a:pt x="12920" y="-361"/>
                            <a:pt x="5681" y="-1409"/>
                            <a:pt x="2061" y="2211"/>
                          </a:cubicBezTo>
                          <a:cubicBezTo>
                            <a:pt x="-796" y="5068"/>
                            <a:pt x="-606" y="10497"/>
                            <a:pt x="2156" y="17165"/>
                          </a:cubicBezTo>
                          <a:cubicBezTo>
                            <a:pt x="3395" y="20594"/>
                            <a:pt x="5776" y="23832"/>
                            <a:pt x="8729" y="27071"/>
                          </a:cubicBezTo>
                          <a:cubicBezTo>
                            <a:pt x="11681" y="30310"/>
                            <a:pt x="15206" y="33643"/>
                            <a:pt x="19206" y="36786"/>
                          </a:cubicBezTo>
                          <a:cubicBezTo>
                            <a:pt x="23969" y="40311"/>
                            <a:pt x="28446" y="43644"/>
                            <a:pt x="33303" y="45264"/>
                          </a:cubicBezTo>
                          <a:cubicBezTo>
                            <a:pt x="30636" y="43740"/>
                            <a:pt x="28541" y="41454"/>
                            <a:pt x="26540" y="39168"/>
                          </a:cubicBezTo>
                          <a:cubicBezTo>
                            <a:pt x="16444" y="25452"/>
                            <a:pt x="13396" y="10402"/>
                            <a:pt x="20921" y="3735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5" name="Forme libre : forme 13824">
                      <a:extLst>
                        <a:ext uri="{FF2B5EF4-FFF2-40B4-BE49-F238E27FC236}">
                          <a16:creationId xmlns:a16="http://schemas.microsoft.com/office/drawing/2014/main" id="{E1D7E36A-FB3F-413D-8392-13CF413C48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7984" y="3233864"/>
                      <a:ext cx="59270" cy="47991"/>
                    </a:xfrm>
                    <a:custGeom>
                      <a:avLst/>
                      <a:gdLst>
                        <a:gd name="connsiteX0" fmla="*/ 58393 w 59270"/>
                        <a:gd name="connsiteY0" fmla="*/ 43783 h 47991"/>
                        <a:gd name="connsiteX1" fmla="*/ 44106 w 59270"/>
                        <a:gd name="connsiteY1" fmla="*/ 47593 h 47991"/>
                        <a:gd name="connsiteX2" fmla="*/ 32390 w 59270"/>
                        <a:gd name="connsiteY2" fmla="*/ 44355 h 47991"/>
                        <a:gd name="connsiteX3" fmla="*/ 20008 w 59270"/>
                        <a:gd name="connsiteY3" fmla="*/ 36925 h 47991"/>
                        <a:gd name="connsiteX4" fmla="*/ 2291 w 59270"/>
                        <a:gd name="connsiteY4" fmla="*/ 17399 h 47991"/>
                        <a:gd name="connsiteX5" fmla="*/ 2006 w 59270"/>
                        <a:gd name="connsiteY5" fmla="*/ 2254 h 47991"/>
                        <a:gd name="connsiteX6" fmla="*/ 16198 w 59270"/>
                        <a:gd name="connsiteY6" fmla="*/ 1683 h 47991"/>
                        <a:gd name="connsiteX7" fmla="*/ 37534 w 59270"/>
                        <a:gd name="connsiteY7" fmla="*/ 12827 h 47991"/>
                        <a:gd name="connsiteX8" fmla="*/ 47345 w 59270"/>
                        <a:gd name="connsiteY8" fmla="*/ 21304 h 47991"/>
                        <a:gd name="connsiteX9" fmla="*/ 54869 w 59270"/>
                        <a:gd name="connsiteY9" fmla="*/ 29401 h 47991"/>
                        <a:gd name="connsiteX10" fmla="*/ 58393 w 59270"/>
                        <a:gd name="connsiteY10" fmla="*/ 43783 h 47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9270" h="47991">
                          <a:moveTo>
                            <a:pt x="58393" y="43783"/>
                          </a:moveTo>
                          <a:cubicBezTo>
                            <a:pt x="56393" y="47403"/>
                            <a:pt x="51250" y="48736"/>
                            <a:pt x="44106" y="47593"/>
                          </a:cubicBezTo>
                          <a:cubicBezTo>
                            <a:pt x="40582" y="47117"/>
                            <a:pt x="36581" y="45974"/>
                            <a:pt x="32390" y="44355"/>
                          </a:cubicBezTo>
                          <a:cubicBezTo>
                            <a:pt x="28009" y="42926"/>
                            <a:pt x="24104" y="39973"/>
                            <a:pt x="20008" y="36925"/>
                          </a:cubicBezTo>
                          <a:cubicBezTo>
                            <a:pt x="11912" y="30639"/>
                            <a:pt x="5530" y="23686"/>
                            <a:pt x="2291" y="17399"/>
                          </a:cubicBezTo>
                          <a:cubicBezTo>
                            <a:pt x="-566" y="10732"/>
                            <a:pt x="-852" y="5207"/>
                            <a:pt x="2006" y="2254"/>
                          </a:cubicBezTo>
                          <a:cubicBezTo>
                            <a:pt x="4863" y="-698"/>
                            <a:pt x="10102" y="-603"/>
                            <a:pt x="16198" y="1683"/>
                          </a:cubicBezTo>
                          <a:cubicBezTo>
                            <a:pt x="22675" y="3588"/>
                            <a:pt x="30390" y="7207"/>
                            <a:pt x="37534" y="12827"/>
                          </a:cubicBezTo>
                          <a:cubicBezTo>
                            <a:pt x="41153" y="15589"/>
                            <a:pt x="44201" y="18828"/>
                            <a:pt x="47345" y="21304"/>
                          </a:cubicBezTo>
                          <a:cubicBezTo>
                            <a:pt x="50393" y="23971"/>
                            <a:pt x="52869" y="26734"/>
                            <a:pt x="54869" y="29401"/>
                          </a:cubicBezTo>
                          <a:cubicBezTo>
                            <a:pt x="58869" y="34830"/>
                            <a:pt x="60394" y="40164"/>
                            <a:pt x="58393" y="4378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6" name="Forme libre : forme 13825">
                      <a:extLst>
                        <a:ext uri="{FF2B5EF4-FFF2-40B4-BE49-F238E27FC236}">
                          <a16:creationId xmlns:a16="http://schemas.microsoft.com/office/drawing/2014/main" id="{ED6AEEDF-2EBD-4431-8EA5-810E1D3B11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8798" y="3199746"/>
                      <a:ext cx="66532" cy="85473"/>
                    </a:xfrm>
                    <a:custGeom>
                      <a:avLst/>
                      <a:gdLst>
                        <a:gd name="connsiteX0" fmla="*/ 9475 w 66532"/>
                        <a:gd name="connsiteY0" fmla="*/ 11607 h 85473"/>
                        <a:gd name="connsiteX1" fmla="*/ 712 w 66532"/>
                        <a:gd name="connsiteY1" fmla="*/ 22275 h 85473"/>
                        <a:gd name="connsiteX2" fmla="*/ 15952 w 66532"/>
                        <a:gd name="connsiteY2" fmla="*/ 59613 h 85473"/>
                        <a:gd name="connsiteX3" fmla="*/ 31097 w 66532"/>
                        <a:gd name="connsiteY3" fmla="*/ 73901 h 85473"/>
                        <a:gd name="connsiteX4" fmla="*/ 48432 w 66532"/>
                        <a:gd name="connsiteY4" fmla="*/ 83807 h 85473"/>
                        <a:gd name="connsiteX5" fmla="*/ 61005 w 66532"/>
                        <a:gd name="connsiteY5" fmla="*/ 85140 h 85473"/>
                        <a:gd name="connsiteX6" fmla="*/ 66530 w 66532"/>
                        <a:gd name="connsiteY6" fmla="*/ 79521 h 85473"/>
                        <a:gd name="connsiteX7" fmla="*/ 59767 w 66532"/>
                        <a:gd name="connsiteY7" fmla="*/ 66852 h 85473"/>
                        <a:gd name="connsiteX8" fmla="*/ 46432 w 66532"/>
                        <a:gd name="connsiteY8" fmla="*/ 35896 h 85473"/>
                        <a:gd name="connsiteX9" fmla="*/ 33954 w 66532"/>
                        <a:gd name="connsiteY9" fmla="*/ 2368 h 85473"/>
                        <a:gd name="connsiteX10" fmla="*/ 9475 w 66532"/>
                        <a:gd name="connsiteY10" fmla="*/ 11607 h 85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6532" h="85473">
                          <a:moveTo>
                            <a:pt x="9475" y="11607"/>
                          </a:moveTo>
                          <a:cubicBezTo>
                            <a:pt x="5855" y="14370"/>
                            <a:pt x="2045" y="17322"/>
                            <a:pt x="712" y="22275"/>
                          </a:cubicBezTo>
                          <a:cubicBezTo>
                            <a:pt x="-2527" y="31705"/>
                            <a:pt x="5760" y="46564"/>
                            <a:pt x="15952" y="59613"/>
                          </a:cubicBezTo>
                          <a:cubicBezTo>
                            <a:pt x="19953" y="65233"/>
                            <a:pt x="25477" y="69710"/>
                            <a:pt x="31097" y="73901"/>
                          </a:cubicBezTo>
                          <a:cubicBezTo>
                            <a:pt x="36716" y="77997"/>
                            <a:pt x="42622" y="81521"/>
                            <a:pt x="48432" y="83807"/>
                          </a:cubicBezTo>
                          <a:cubicBezTo>
                            <a:pt x="52623" y="85712"/>
                            <a:pt x="57576" y="85712"/>
                            <a:pt x="61005" y="85140"/>
                          </a:cubicBezTo>
                          <a:cubicBezTo>
                            <a:pt x="64434" y="84474"/>
                            <a:pt x="66625" y="82569"/>
                            <a:pt x="66530" y="79521"/>
                          </a:cubicBezTo>
                          <a:cubicBezTo>
                            <a:pt x="66435" y="75520"/>
                            <a:pt x="62434" y="71615"/>
                            <a:pt x="59767" y="66852"/>
                          </a:cubicBezTo>
                          <a:cubicBezTo>
                            <a:pt x="53195" y="56089"/>
                            <a:pt x="48623" y="45612"/>
                            <a:pt x="46432" y="35896"/>
                          </a:cubicBezTo>
                          <a:cubicBezTo>
                            <a:pt x="45003" y="26752"/>
                            <a:pt x="45861" y="9321"/>
                            <a:pt x="33954" y="2368"/>
                          </a:cubicBezTo>
                          <a:cubicBezTo>
                            <a:pt x="23381" y="-5252"/>
                            <a:pt x="14523" y="7607"/>
                            <a:pt x="9475" y="1160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7" name="Forme libre : forme 13826">
                      <a:extLst>
                        <a:ext uri="{FF2B5EF4-FFF2-40B4-BE49-F238E27FC236}">
                          <a16:creationId xmlns:a16="http://schemas.microsoft.com/office/drawing/2014/main" id="{36CE888F-5FD9-498F-9632-7243704A6F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7053" y="3212103"/>
                      <a:ext cx="26280" cy="15875"/>
                    </a:xfrm>
                    <a:custGeom>
                      <a:avLst/>
                      <a:gdLst>
                        <a:gd name="connsiteX0" fmla="*/ 4175 w 26280"/>
                        <a:gd name="connsiteY0" fmla="*/ 12 h 15875"/>
                        <a:gd name="connsiteX1" fmla="*/ 746 w 26280"/>
                        <a:gd name="connsiteY1" fmla="*/ 964 h 15875"/>
                        <a:gd name="connsiteX2" fmla="*/ 556 w 26280"/>
                        <a:gd name="connsiteY2" fmla="*/ 4584 h 15875"/>
                        <a:gd name="connsiteX3" fmla="*/ 4080 w 26280"/>
                        <a:gd name="connsiteY3" fmla="*/ 7918 h 15875"/>
                        <a:gd name="connsiteX4" fmla="*/ 14557 w 26280"/>
                        <a:gd name="connsiteY4" fmla="*/ 14109 h 15875"/>
                        <a:gd name="connsiteX5" fmla="*/ 18843 w 26280"/>
                        <a:gd name="connsiteY5" fmla="*/ 15728 h 15875"/>
                        <a:gd name="connsiteX6" fmla="*/ 22939 w 26280"/>
                        <a:gd name="connsiteY6" fmla="*/ 6298 h 15875"/>
                        <a:gd name="connsiteX7" fmla="*/ 4175 w 26280"/>
                        <a:gd name="connsiteY7" fmla="*/ 12 h 158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280" h="15875">
                          <a:moveTo>
                            <a:pt x="4175" y="12"/>
                          </a:moveTo>
                          <a:cubicBezTo>
                            <a:pt x="2841" y="107"/>
                            <a:pt x="1508" y="298"/>
                            <a:pt x="746" y="964"/>
                          </a:cubicBezTo>
                          <a:cubicBezTo>
                            <a:pt x="-111" y="1726"/>
                            <a:pt x="-302" y="3155"/>
                            <a:pt x="556" y="4584"/>
                          </a:cubicBezTo>
                          <a:cubicBezTo>
                            <a:pt x="1317" y="5917"/>
                            <a:pt x="2746" y="7060"/>
                            <a:pt x="4080" y="7918"/>
                          </a:cubicBezTo>
                          <a:cubicBezTo>
                            <a:pt x="7509" y="10299"/>
                            <a:pt x="11033" y="12394"/>
                            <a:pt x="14557" y="14109"/>
                          </a:cubicBezTo>
                          <a:cubicBezTo>
                            <a:pt x="15986" y="14776"/>
                            <a:pt x="17415" y="15442"/>
                            <a:pt x="18843" y="15728"/>
                          </a:cubicBezTo>
                          <a:cubicBezTo>
                            <a:pt x="24558" y="16776"/>
                            <a:pt x="29988" y="12109"/>
                            <a:pt x="22939" y="6298"/>
                          </a:cubicBezTo>
                          <a:cubicBezTo>
                            <a:pt x="17320" y="1917"/>
                            <a:pt x="9509" y="-179"/>
                            <a:pt x="4175" y="1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8" name="Forme libre : forme 13827">
                      <a:extLst>
                        <a:ext uri="{FF2B5EF4-FFF2-40B4-BE49-F238E27FC236}">
                          <a16:creationId xmlns:a16="http://schemas.microsoft.com/office/drawing/2014/main" id="{2A234C41-644D-4170-904E-D96AE7456B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2183" y="3290220"/>
                      <a:ext cx="54292" cy="12873"/>
                    </a:xfrm>
                    <a:custGeom>
                      <a:avLst/>
                      <a:gdLst>
                        <a:gd name="connsiteX0" fmla="*/ 54292 w 54292"/>
                        <a:gd name="connsiteY0" fmla="*/ 0 h 12873"/>
                        <a:gd name="connsiteX1" fmla="*/ 44863 w 54292"/>
                        <a:gd name="connsiteY1" fmla="*/ 9430 h 12873"/>
                        <a:gd name="connsiteX2" fmla="*/ 28194 w 54292"/>
                        <a:gd name="connsiteY2" fmla="*/ 12859 h 12873"/>
                        <a:gd name="connsiteX3" fmla="*/ 0 w 54292"/>
                        <a:gd name="connsiteY3" fmla="*/ 5144 h 12873"/>
                        <a:gd name="connsiteX4" fmla="*/ 20669 w 54292"/>
                        <a:gd name="connsiteY4" fmla="*/ 10096 h 12873"/>
                        <a:gd name="connsiteX5" fmla="*/ 38576 w 54292"/>
                        <a:gd name="connsiteY5" fmla="*/ 9049 h 12873"/>
                        <a:gd name="connsiteX6" fmla="*/ 54292 w 54292"/>
                        <a:gd name="connsiteY6" fmla="*/ 0 h 12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292" h="12873">
                          <a:moveTo>
                            <a:pt x="54292" y="0"/>
                          </a:moveTo>
                          <a:cubicBezTo>
                            <a:pt x="54292" y="0"/>
                            <a:pt x="52483" y="5525"/>
                            <a:pt x="44863" y="9430"/>
                          </a:cubicBezTo>
                          <a:cubicBezTo>
                            <a:pt x="41053" y="11335"/>
                            <a:pt x="35528" y="13049"/>
                            <a:pt x="28194" y="12859"/>
                          </a:cubicBezTo>
                          <a:cubicBezTo>
                            <a:pt x="20955" y="12287"/>
                            <a:pt x="11716" y="10096"/>
                            <a:pt x="0" y="5144"/>
                          </a:cubicBezTo>
                          <a:cubicBezTo>
                            <a:pt x="0" y="5144"/>
                            <a:pt x="9335" y="8763"/>
                            <a:pt x="20669" y="10096"/>
                          </a:cubicBezTo>
                          <a:cubicBezTo>
                            <a:pt x="26289" y="10859"/>
                            <a:pt x="32480" y="10859"/>
                            <a:pt x="38576" y="9049"/>
                          </a:cubicBezTo>
                          <a:cubicBezTo>
                            <a:pt x="44577" y="7334"/>
                            <a:pt x="50007" y="4477"/>
                            <a:pt x="5429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9" name="Forme libre : forme 13828">
                      <a:extLst>
                        <a:ext uri="{FF2B5EF4-FFF2-40B4-BE49-F238E27FC236}">
                          <a16:creationId xmlns:a16="http://schemas.microsoft.com/office/drawing/2014/main" id="{7A42268E-836E-49CE-8E3A-A5A19449EE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5129" y="3185372"/>
                      <a:ext cx="51339" cy="18170"/>
                    </a:xfrm>
                    <a:custGeom>
                      <a:avLst/>
                      <a:gdLst>
                        <a:gd name="connsiteX0" fmla="*/ 51340 w 51339"/>
                        <a:gd name="connsiteY0" fmla="*/ 18171 h 18170"/>
                        <a:gd name="connsiteX1" fmla="*/ 46768 w 51339"/>
                        <a:gd name="connsiteY1" fmla="*/ 14456 h 18170"/>
                        <a:gd name="connsiteX2" fmla="*/ 34862 w 51339"/>
                        <a:gd name="connsiteY2" fmla="*/ 7027 h 18170"/>
                        <a:gd name="connsiteX3" fmla="*/ 0 w 51339"/>
                        <a:gd name="connsiteY3" fmla="*/ 3407 h 18170"/>
                        <a:gd name="connsiteX4" fmla="*/ 15431 w 51339"/>
                        <a:gd name="connsiteY4" fmla="*/ 2550 h 18170"/>
                        <a:gd name="connsiteX5" fmla="*/ 31909 w 51339"/>
                        <a:gd name="connsiteY5" fmla="*/ 7313 h 18170"/>
                        <a:gd name="connsiteX6" fmla="*/ 51340 w 51339"/>
                        <a:gd name="connsiteY6" fmla="*/ 18171 h 18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1339" h="18170">
                          <a:moveTo>
                            <a:pt x="51340" y="18171"/>
                          </a:moveTo>
                          <a:cubicBezTo>
                            <a:pt x="51340" y="18171"/>
                            <a:pt x="49625" y="16552"/>
                            <a:pt x="46768" y="14456"/>
                          </a:cubicBezTo>
                          <a:cubicBezTo>
                            <a:pt x="43910" y="12170"/>
                            <a:pt x="39719" y="10075"/>
                            <a:pt x="34862" y="7027"/>
                          </a:cubicBezTo>
                          <a:cubicBezTo>
                            <a:pt x="25051" y="1407"/>
                            <a:pt x="11906" y="-3546"/>
                            <a:pt x="0" y="3407"/>
                          </a:cubicBezTo>
                          <a:cubicBezTo>
                            <a:pt x="0" y="3407"/>
                            <a:pt x="6001" y="1312"/>
                            <a:pt x="15431" y="2550"/>
                          </a:cubicBezTo>
                          <a:cubicBezTo>
                            <a:pt x="20193" y="3122"/>
                            <a:pt x="25813" y="4646"/>
                            <a:pt x="31909" y="7313"/>
                          </a:cubicBezTo>
                          <a:cubicBezTo>
                            <a:pt x="38005" y="10456"/>
                            <a:pt x="44672" y="12932"/>
                            <a:pt x="51340" y="181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0" name="Forme libre : forme 13829">
                      <a:extLst>
                        <a:ext uri="{FF2B5EF4-FFF2-40B4-BE49-F238E27FC236}">
                          <a16:creationId xmlns:a16="http://schemas.microsoft.com/office/drawing/2014/main" id="{CF73A7AB-3AD3-4808-BE27-460A403DE1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5827" y="3243161"/>
                      <a:ext cx="19484" cy="19219"/>
                    </a:xfrm>
                    <a:custGeom>
                      <a:avLst/>
                      <a:gdLst>
                        <a:gd name="connsiteX0" fmla="*/ 18359 w 19484"/>
                        <a:gd name="connsiteY0" fmla="*/ 18865 h 19219"/>
                        <a:gd name="connsiteX1" fmla="*/ 12263 w 19484"/>
                        <a:gd name="connsiteY1" fmla="*/ 18104 h 19219"/>
                        <a:gd name="connsiteX2" fmla="*/ 4833 w 19484"/>
                        <a:gd name="connsiteY2" fmla="*/ 11912 h 19219"/>
                        <a:gd name="connsiteX3" fmla="*/ 1309 w 19484"/>
                        <a:gd name="connsiteY3" fmla="*/ 197 h 19219"/>
                        <a:gd name="connsiteX4" fmla="*/ 14072 w 19484"/>
                        <a:gd name="connsiteY4" fmla="*/ 7626 h 19219"/>
                        <a:gd name="connsiteX5" fmla="*/ 18930 w 19484"/>
                        <a:gd name="connsiteY5" fmla="*/ 14579 h 19219"/>
                        <a:gd name="connsiteX6" fmla="*/ 18359 w 19484"/>
                        <a:gd name="connsiteY6" fmla="*/ 18865 h 19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484" h="19219">
                          <a:moveTo>
                            <a:pt x="18359" y="18865"/>
                          </a:moveTo>
                          <a:cubicBezTo>
                            <a:pt x="17025" y="19532"/>
                            <a:pt x="14834" y="19247"/>
                            <a:pt x="12263" y="18104"/>
                          </a:cubicBezTo>
                          <a:cubicBezTo>
                            <a:pt x="9691" y="16960"/>
                            <a:pt x="7214" y="14579"/>
                            <a:pt x="4833" y="11912"/>
                          </a:cubicBezTo>
                          <a:cubicBezTo>
                            <a:pt x="166" y="6483"/>
                            <a:pt x="-1358" y="1244"/>
                            <a:pt x="1309" y="197"/>
                          </a:cubicBezTo>
                          <a:cubicBezTo>
                            <a:pt x="3976" y="-851"/>
                            <a:pt x="9596" y="2387"/>
                            <a:pt x="14072" y="7626"/>
                          </a:cubicBezTo>
                          <a:cubicBezTo>
                            <a:pt x="16263" y="10388"/>
                            <a:pt x="18168" y="12579"/>
                            <a:pt x="18930" y="14579"/>
                          </a:cubicBezTo>
                          <a:cubicBezTo>
                            <a:pt x="19787" y="16580"/>
                            <a:pt x="19692" y="18199"/>
                            <a:pt x="18359" y="1886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1" name="Forme libre : forme 13830">
                      <a:extLst>
                        <a:ext uri="{FF2B5EF4-FFF2-40B4-BE49-F238E27FC236}">
                          <a16:creationId xmlns:a16="http://schemas.microsoft.com/office/drawing/2014/main" id="{CBABC0A0-1A5E-43E7-9A58-30A2A62B64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1674" y="3258454"/>
                      <a:ext cx="6548" cy="5119"/>
                    </a:xfrm>
                    <a:custGeom>
                      <a:avLst/>
                      <a:gdLst>
                        <a:gd name="connsiteX0" fmla="*/ 6322 w 6548"/>
                        <a:gd name="connsiteY0" fmla="*/ 4334 h 5119"/>
                        <a:gd name="connsiteX1" fmla="*/ 2131 w 6548"/>
                        <a:gd name="connsiteY1" fmla="*/ 4334 h 5119"/>
                        <a:gd name="connsiteX2" fmla="*/ 226 w 6548"/>
                        <a:gd name="connsiteY2" fmla="*/ 714 h 5119"/>
                        <a:gd name="connsiteX3" fmla="*/ 4417 w 6548"/>
                        <a:gd name="connsiteY3" fmla="*/ 714 h 5119"/>
                        <a:gd name="connsiteX4" fmla="*/ 6322 w 6548"/>
                        <a:gd name="connsiteY4" fmla="*/ 4334 h 5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48" h="5119">
                          <a:moveTo>
                            <a:pt x="6322" y="4334"/>
                          </a:moveTo>
                          <a:cubicBezTo>
                            <a:pt x="5655" y="5382"/>
                            <a:pt x="3845" y="5382"/>
                            <a:pt x="2131" y="4334"/>
                          </a:cubicBezTo>
                          <a:cubicBezTo>
                            <a:pt x="416" y="3286"/>
                            <a:pt x="-440" y="1762"/>
                            <a:pt x="226" y="714"/>
                          </a:cubicBezTo>
                          <a:cubicBezTo>
                            <a:pt x="893" y="-238"/>
                            <a:pt x="2702" y="-238"/>
                            <a:pt x="4417" y="714"/>
                          </a:cubicBezTo>
                          <a:cubicBezTo>
                            <a:pt x="6132" y="1762"/>
                            <a:pt x="6989" y="3381"/>
                            <a:pt x="6322" y="433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2" name="Forme libre : forme 13831">
                      <a:extLst>
                        <a:ext uri="{FF2B5EF4-FFF2-40B4-BE49-F238E27FC236}">
                          <a16:creationId xmlns:a16="http://schemas.microsoft.com/office/drawing/2014/main" id="{13E3EE34-02BF-4139-9420-54B8A5FC71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9321" y="3225539"/>
                      <a:ext cx="38548" cy="57506"/>
                    </a:xfrm>
                    <a:custGeom>
                      <a:avLst/>
                      <a:gdLst>
                        <a:gd name="connsiteX0" fmla="*/ 38202 w 38548"/>
                        <a:gd name="connsiteY0" fmla="*/ 35059 h 57506"/>
                        <a:gd name="connsiteX1" fmla="*/ 34583 w 38548"/>
                        <a:gd name="connsiteY1" fmla="*/ 54013 h 57506"/>
                        <a:gd name="connsiteX2" fmla="*/ 27439 w 38548"/>
                        <a:gd name="connsiteY2" fmla="*/ 57157 h 57506"/>
                        <a:gd name="connsiteX3" fmla="*/ 22201 w 38548"/>
                        <a:gd name="connsiteY3" fmla="*/ 50299 h 57506"/>
                        <a:gd name="connsiteX4" fmla="*/ 17533 w 38548"/>
                        <a:gd name="connsiteY4" fmla="*/ 27439 h 57506"/>
                        <a:gd name="connsiteX5" fmla="*/ 12390 w 38548"/>
                        <a:gd name="connsiteY5" fmla="*/ 21628 h 57506"/>
                        <a:gd name="connsiteX6" fmla="*/ 5150 w 38548"/>
                        <a:gd name="connsiteY6" fmla="*/ 12770 h 57506"/>
                        <a:gd name="connsiteX7" fmla="*/ 1912 w 38548"/>
                        <a:gd name="connsiteY7" fmla="*/ 102 h 57506"/>
                        <a:gd name="connsiteX8" fmla="*/ 17247 w 38548"/>
                        <a:gd name="connsiteY8" fmla="*/ 7436 h 57506"/>
                        <a:gd name="connsiteX9" fmla="*/ 30963 w 38548"/>
                        <a:gd name="connsiteY9" fmla="*/ 18771 h 57506"/>
                        <a:gd name="connsiteX10" fmla="*/ 38202 w 38548"/>
                        <a:gd name="connsiteY10" fmla="*/ 35059 h 57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8548" h="57506">
                          <a:moveTo>
                            <a:pt x="38202" y="35059"/>
                          </a:moveTo>
                          <a:cubicBezTo>
                            <a:pt x="39345" y="41917"/>
                            <a:pt x="37536" y="48298"/>
                            <a:pt x="34583" y="54013"/>
                          </a:cubicBezTo>
                          <a:cubicBezTo>
                            <a:pt x="33535" y="56109"/>
                            <a:pt x="31154" y="58395"/>
                            <a:pt x="27439" y="57157"/>
                          </a:cubicBezTo>
                          <a:cubicBezTo>
                            <a:pt x="23915" y="56204"/>
                            <a:pt x="22581" y="52870"/>
                            <a:pt x="22201" y="50299"/>
                          </a:cubicBezTo>
                          <a:cubicBezTo>
                            <a:pt x="20962" y="42583"/>
                            <a:pt x="22201" y="35154"/>
                            <a:pt x="17533" y="27439"/>
                          </a:cubicBezTo>
                          <a:cubicBezTo>
                            <a:pt x="16771" y="26296"/>
                            <a:pt x="14771" y="24105"/>
                            <a:pt x="12390" y="21628"/>
                          </a:cubicBezTo>
                          <a:cubicBezTo>
                            <a:pt x="9818" y="19342"/>
                            <a:pt x="7246" y="16009"/>
                            <a:pt x="5150" y="12770"/>
                          </a:cubicBezTo>
                          <a:cubicBezTo>
                            <a:pt x="769" y="6388"/>
                            <a:pt x="-2088" y="769"/>
                            <a:pt x="1912" y="102"/>
                          </a:cubicBezTo>
                          <a:cubicBezTo>
                            <a:pt x="6008" y="-660"/>
                            <a:pt x="11818" y="2959"/>
                            <a:pt x="17247" y="7436"/>
                          </a:cubicBezTo>
                          <a:cubicBezTo>
                            <a:pt x="23153" y="11151"/>
                            <a:pt x="28677" y="16009"/>
                            <a:pt x="30963" y="18771"/>
                          </a:cubicBezTo>
                          <a:cubicBezTo>
                            <a:pt x="35059" y="24010"/>
                            <a:pt x="37250" y="30105"/>
                            <a:pt x="38202" y="3505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97" name="Graphique 1">
                    <a:extLst>
                      <a:ext uri="{FF2B5EF4-FFF2-40B4-BE49-F238E27FC236}">
                        <a16:creationId xmlns:a16="http://schemas.microsoft.com/office/drawing/2014/main" id="{A9BEC4B0-F5E5-4A04-9B10-14E553FEB27E}"/>
                      </a:ext>
                    </a:extLst>
                  </p:cNvPr>
                  <p:cNvGrpSpPr/>
                  <p:nvPr/>
                </p:nvGrpSpPr>
                <p:grpSpPr>
                  <a:xfrm>
                    <a:off x="4538217" y="3258177"/>
                    <a:ext cx="155509" cy="88509"/>
                    <a:chOff x="4538217" y="3258177"/>
                    <a:chExt cx="155509" cy="88509"/>
                  </a:xfrm>
                  <a:solidFill>
                    <a:schemeClr val="accent1"/>
                  </a:solidFill>
                </p:grpSpPr>
                <p:sp>
                  <p:nvSpPr>
                    <p:cNvPr id="13809" name="Forme libre : forme 13808">
                      <a:extLst>
                        <a:ext uri="{FF2B5EF4-FFF2-40B4-BE49-F238E27FC236}">
                          <a16:creationId xmlns:a16="http://schemas.microsoft.com/office/drawing/2014/main" id="{BF943A51-755E-4724-A4CA-27656DFAE7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8312" y="3258177"/>
                      <a:ext cx="155414" cy="88478"/>
                    </a:xfrm>
                    <a:custGeom>
                      <a:avLst/>
                      <a:gdLst>
                        <a:gd name="connsiteX0" fmla="*/ 105510 w 155414"/>
                        <a:gd name="connsiteY0" fmla="*/ 88336 h 88478"/>
                        <a:gd name="connsiteX1" fmla="*/ 73601 w 155414"/>
                        <a:gd name="connsiteY1" fmla="*/ 86241 h 88478"/>
                        <a:gd name="connsiteX2" fmla="*/ 42073 w 155414"/>
                        <a:gd name="connsiteY2" fmla="*/ 80526 h 88478"/>
                        <a:gd name="connsiteX3" fmla="*/ 22261 w 155414"/>
                        <a:gd name="connsiteY3" fmla="*/ 72620 h 88478"/>
                        <a:gd name="connsiteX4" fmla="*/ 7878 w 155414"/>
                        <a:gd name="connsiteY4" fmla="*/ 61666 h 88478"/>
                        <a:gd name="connsiteX5" fmla="*/ 735 w 155414"/>
                        <a:gd name="connsiteY5" fmla="*/ 48807 h 88478"/>
                        <a:gd name="connsiteX6" fmla="*/ 1306 w 155414"/>
                        <a:gd name="connsiteY6" fmla="*/ 36806 h 88478"/>
                        <a:gd name="connsiteX7" fmla="*/ 9688 w 155414"/>
                        <a:gd name="connsiteY7" fmla="*/ 16518 h 88478"/>
                        <a:gd name="connsiteX8" fmla="*/ 17118 w 155414"/>
                        <a:gd name="connsiteY8" fmla="*/ 7564 h 88478"/>
                        <a:gd name="connsiteX9" fmla="*/ 28834 w 155414"/>
                        <a:gd name="connsiteY9" fmla="*/ 2325 h 88478"/>
                        <a:gd name="connsiteX10" fmla="*/ 43407 w 155414"/>
                        <a:gd name="connsiteY10" fmla="*/ 39 h 88478"/>
                        <a:gd name="connsiteX11" fmla="*/ 59218 w 155414"/>
                        <a:gd name="connsiteY11" fmla="*/ 1849 h 88478"/>
                        <a:gd name="connsiteX12" fmla="*/ 82840 w 155414"/>
                        <a:gd name="connsiteY12" fmla="*/ 5755 h 88478"/>
                        <a:gd name="connsiteX13" fmla="*/ 106748 w 155414"/>
                        <a:gd name="connsiteY13" fmla="*/ 6897 h 88478"/>
                        <a:gd name="connsiteX14" fmla="*/ 122655 w 155414"/>
                        <a:gd name="connsiteY14" fmla="*/ 8612 h 88478"/>
                        <a:gd name="connsiteX15" fmla="*/ 136371 w 155414"/>
                        <a:gd name="connsiteY15" fmla="*/ 14136 h 88478"/>
                        <a:gd name="connsiteX16" fmla="*/ 146658 w 155414"/>
                        <a:gd name="connsiteY16" fmla="*/ 22233 h 88478"/>
                        <a:gd name="connsiteX17" fmla="*/ 151801 w 155414"/>
                        <a:gd name="connsiteY17" fmla="*/ 33091 h 88478"/>
                        <a:gd name="connsiteX18" fmla="*/ 155231 w 155414"/>
                        <a:gd name="connsiteY18" fmla="*/ 55475 h 88478"/>
                        <a:gd name="connsiteX19" fmla="*/ 152944 w 155414"/>
                        <a:gd name="connsiteY19" fmla="*/ 67572 h 88478"/>
                        <a:gd name="connsiteX20" fmla="*/ 142943 w 155414"/>
                        <a:gd name="connsiteY20" fmla="*/ 78335 h 88478"/>
                        <a:gd name="connsiteX21" fmla="*/ 126465 w 155414"/>
                        <a:gd name="connsiteY21" fmla="*/ 85574 h 88478"/>
                        <a:gd name="connsiteX22" fmla="*/ 105510 w 155414"/>
                        <a:gd name="connsiteY22" fmla="*/ 88336 h 88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55414" h="88478">
                          <a:moveTo>
                            <a:pt x="105510" y="88336"/>
                          </a:moveTo>
                          <a:lnTo>
                            <a:pt x="73601" y="86241"/>
                          </a:lnTo>
                          <a:lnTo>
                            <a:pt x="42073" y="80526"/>
                          </a:lnTo>
                          <a:cubicBezTo>
                            <a:pt x="34644" y="79288"/>
                            <a:pt x="28167" y="75763"/>
                            <a:pt x="22261" y="72620"/>
                          </a:cubicBezTo>
                          <a:cubicBezTo>
                            <a:pt x="16451" y="69286"/>
                            <a:pt x="11593" y="65572"/>
                            <a:pt x="7878" y="61666"/>
                          </a:cubicBezTo>
                          <a:cubicBezTo>
                            <a:pt x="4164" y="57761"/>
                            <a:pt x="1878" y="52998"/>
                            <a:pt x="735" y="48807"/>
                          </a:cubicBezTo>
                          <a:cubicBezTo>
                            <a:pt x="-408" y="44521"/>
                            <a:pt x="-218" y="40521"/>
                            <a:pt x="1306" y="36806"/>
                          </a:cubicBezTo>
                          <a:lnTo>
                            <a:pt x="9688" y="16518"/>
                          </a:lnTo>
                          <a:cubicBezTo>
                            <a:pt x="11213" y="12898"/>
                            <a:pt x="13784" y="9850"/>
                            <a:pt x="17118" y="7564"/>
                          </a:cubicBezTo>
                          <a:cubicBezTo>
                            <a:pt x="20452" y="5088"/>
                            <a:pt x="24357" y="3849"/>
                            <a:pt x="28834" y="2325"/>
                          </a:cubicBezTo>
                          <a:cubicBezTo>
                            <a:pt x="33405" y="897"/>
                            <a:pt x="38359" y="39"/>
                            <a:pt x="43407" y="39"/>
                          </a:cubicBezTo>
                          <a:cubicBezTo>
                            <a:pt x="48550" y="-246"/>
                            <a:pt x="53694" y="1087"/>
                            <a:pt x="59218" y="1849"/>
                          </a:cubicBezTo>
                          <a:lnTo>
                            <a:pt x="82840" y="5755"/>
                          </a:lnTo>
                          <a:lnTo>
                            <a:pt x="106748" y="6897"/>
                          </a:lnTo>
                          <a:cubicBezTo>
                            <a:pt x="112368" y="7469"/>
                            <a:pt x="117702" y="7183"/>
                            <a:pt x="122655" y="8612"/>
                          </a:cubicBezTo>
                          <a:cubicBezTo>
                            <a:pt x="127608" y="9755"/>
                            <a:pt x="132275" y="11660"/>
                            <a:pt x="136371" y="14136"/>
                          </a:cubicBezTo>
                          <a:cubicBezTo>
                            <a:pt x="140466" y="16803"/>
                            <a:pt x="143896" y="18994"/>
                            <a:pt x="146658" y="22233"/>
                          </a:cubicBezTo>
                          <a:cubicBezTo>
                            <a:pt x="149325" y="25376"/>
                            <a:pt x="151135" y="28995"/>
                            <a:pt x="151801" y="33091"/>
                          </a:cubicBezTo>
                          <a:lnTo>
                            <a:pt x="155231" y="55475"/>
                          </a:lnTo>
                          <a:cubicBezTo>
                            <a:pt x="155802" y="59571"/>
                            <a:pt x="155040" y="63571"/>
                            <a:pt x="152944" y="67572"/>
                          </a:cubicBezTo>
                          <a:cubicBezTo>
                            <a:pt x="150849" y="71382"/>
                            <a:pt x="147515" y="75668"/>
                            <a:pt x="142943" y="78335"/>
                          </a:cubicBezTo>
                          <a:cubicBezTo>
                            <a:pt x="138466" y="81288"/>
                            <a:pt x="132846" y="83764"/>
                            <a:pt x="126465" y="85574"/>
                          </a:cubicBezTo>
                          <a:cubicBezTo>
                            <a:pt x="120179" y="87193"/>
                            <a:pt x="113035" y="89003"/>
                            <a:pt x="105510" y="88336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0" name="Forme libre : forme 13809">
                      <a:extLst>
                        <a:ext uri="{FF2B5EF4-FFF2-40B4-BE49-F238E27FC236}">
                          <a16:creationId xmlns:a16="http://schemas.microsoft.com/office/drawing/2014/main" id="{0BB5C15E-DBE4-4258-80D6-D0691787E7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8217" y="3286220"/>
                      <a:ext cx="155414" cy="60466"/>
                    </a:xfrm>
                    <a:custGeom>
                      <a:avLst/>
                      <a:gdLst>
                        <a:gd name="connsiteX0" fmla="*/ 58075 w 155414"/>
                        <a:gd name="connsiteY0" fmla="*/ 28384 h 60466"/>
                        <a:gd name="connsiteX1" fmla="*/ 40740 w 155414"/>
                        <a:gd name="connsiteY1" fmla="*/ 26098 h 60466"/>
                        <a:gd name="connsiteX2" fmla="*/ 25214 w 155414"/>
                        <a:gd name="connsiteY2" fmla="*/ 19621 h 60466"/>
                        <a:gd name="connsiteX3" fmla="*/ 12736 w 155414"/>
                        <a:gd name="connsiteY3" fmla="*/ 11049 h 60466"/>
                        <a:gd name="connsiteX4" fmla="*/ 4926 w 155414"/>
                        <a:gd name="connsiteY4" fmla="*/ 0 h 60466"/>
                        <a:gd name="connsiteX5" fmla="*/ 1306 w 155414"/>
                        <a:gd name="connsiteY5" fmla="*/ 8763 h 60466"/>
                        <a:gd name="connsiteX6" fmla="*/ 735 w 155414"/>
                        <a:gd name="connsiteY6" fmla="*/ 20764 h 60466"/>
                        <a:gd name="connsiteX7" fmla="*/ 7878 w 155414"/>
                        <a:gd name="connsiteY7" fmla="*/ 33623 h 60466"/>
                        <a:gd name="connsiteX8" fmla="*/ 22261 w 155414"/>
                        <a:gd name="connsiteY8" fmla="*/ 44577 h 60466"/>
                        <a:gd name="connsiteX9" fmla="*/ 42073 w 155414"/>
                        <a:gd name="connsiteY9" fmla="*/ 52483 h 60466"/>
                        <a:gd name="connsiteX10" fmla="*/ 73601 w 155414"/>
                        <a:gd name="connsiteY10" fmla="*/ 58198 h 60466"/>
                        <a:gd name="connsiteX11" fmla="*/ 105510 w 155414"/>
                        <a:gd name="connsiteY11" fmla="*/ 60293 h 60466"/>
                        <a:gd name="connsiteX12" fmla="*/ 126465 w 155414"/>
                        <a:gd name="connsiteY12" fmla="*/ 57531 h 60466"/>
                        <a:gd name="connsiteX13" fmla="*/ 142943 w 155414"/>
                        <a:gd name="connsiteY13" fmla="*/ 50292 h 60466"/>
                        <a:gd name="connsiteX14" fmla="*/ 152945 w 155414"/>
                        <a:gd name="connsiteY14" fmla="*/ 39529 h 60466"/>
                        <a:gd name="connsiteX15" fmla="*/ 155231 w 155414"/>
                        <a:gd name="connsiteY15" fmla="*/ 27432 h 60466"/>
                        <a:gd name="connsiteX16" fmla="*/ 155135 w 155414"/>
                        <a:gd name="connsiteY16" fmla="*/ 26670 h 60466"/>
                        <a:gd name="connsiteX17" fmla="*/ 143038 w 155414"/>
                        <a:gd name="connsiteY17" fmla="*/ 28956 h 60466"/>
                        <a:gd name="connsiteX18" fmla="*/ 130847 w 155414"/>
                        <a:gd name="connsiteY18" fmla="*/ 29718 h 60466"/>
                        <a:gd name="connsiteX19" fmla="*/ 106653 w 155414"/>
                        <a:gd name="connsiteY19" fmla="*/ 30480 h 60466"/>
                        <a:gd name="connsiteX20" fmla="*/ 82555 w 155414"/>
                        <a:gd name="connsiteY20" fmla="*/ 29623 h 60466"/>
                        <a:gd name="connsiteX21" fmla="*/ 58075 w 155414"/>
                        <a:gd name="connsiteY21" fmla="*/ 28384 h 60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55414" h="60466">
                          <a:moveTo>
                            <a:pt x="58075" y="28384"/>
                          </a:moveTo>
                          <a:cubicBezTo>
                            <a:pt x="52170" y="28099"/>
                            <a:pt x="46169" y="27908"/>
                            <a:pt x="40740" y="26098"/>
                          </a:cubicBezTo>
                          <a:cubicBezTo>
                            <a:pt x="35215" y="24384"/>
                            <a:pt x="29977" y="22193"/>
                            <a:pt x="25214" y="19621"/>
                          </a:cubicBezTo>
                          <a:cubicBezTo>
                            <a:pt x="20452" y="17050"/>
                            <a:pt x="16165" y="14288"/>
                            <a:pt x="12736" y="11049"/>
                          </a:cubicBezTo>
                          <a:cubicBezTo>
                            <a:pt x="9403" y="7525"/>
                            <a:pt x="6735" y="3810"/>
                            <a:pt x="4926" y="0"/>
                          </a:cubicBezTo>
                          <a:lnTo>
                            <a:pt x="1306" y="8763"/>
                          </a:lnTo>
                          <a:cubicBezTo>
                            <a:pt x="-218" y="12382"/>
                            <a:pt x="-408" y="16478"/>
                            <a:pt x="735" y="20764"/>
                          </a:cubicBezTo>
                          <a:cubicBezTo>
                            <a:pt x="1878" y="24860"/>
                            <a:pt x="4164" y="29718"/>
                            <a:pt x="7878" y="33623"/>
                          </a:cubicBezTo>
                          <a:cubicBezTo>
                            <a:pt x="11593" y="37529"/>
                            <a:pt x="16451" y="41243"/>
                            <a:pt x="22261" y="44577"/>
                          </a:cubicBezTo>
                          <a:cubicBezTo>
                            <a:pt x="28071" y="47720"/>
                            <a:pt x="34644" y="51149"/>
                            <a:pt x="42073" y="52483"/>
                          </a:cubicBezTo>
                          <a:lnTo>
                            <a:pt x="73601" y="58198"/>
                          </a:lnTo>
                          <a:lnTo>
                            <a:pt x="105510" y="60293"/>
                          </a:lnTo>
                          <a:cubicBezTo>
                            <a:pt x="113035" y="61055"/>
                            <a:pt x="120083" y="59150"/>
                            <a:pt x="126465" y="57531"/>
                          </a:cubicBezTo>
                          <a:cubicBezTo>
                            <a:pt x="132846" y="55721"/>
                            <a:pt x="138466" y="53245"/>
                            <a:pt x="142943" y="50292"/>
                          </a:cubicBezTo>
                          <a:cubicBezTo>
                            <a:pt x="147515" y="47530"/>
                            <a:pt x="150849" y="43339"/>
                            <a:pt x="152945" y="39529"/>
                          </a:cubicBezTo>
                          <a:cubicBezTo>
                            <a:pt x="155040" y="35623"/>
                            <a:pt x="155802" y="31528"/>
                            <a:pt x="155231" y="27432"/>
                          </a:cubicBezTo>
                          <a:lnTo>
                            <a:pt x="155135" y="26670"/>
                          </a:lnTo>
                          <a:cubicBezTo>
                            <a:pt x="151039" y="27527"/>
                            <a:pt x="147039" y="28480"/>
                            <a:pt x="143038" y="28956"/>
                          </a:cubicBezTo>
                          <a:cubicBezTo>
                            <a:pt x="138943" y="29242"/>
                            <a:pt x="134847" y="29432"/>
                            <a:pt x="130847" y="29718"/>
                          </a:cubicBezTo>
                          <a:cubicBezTo>
                            <a:pt x="122750" y="29908"/>
                            <a:pt x="114654" y="30956"/>
                            <a:pt x="106653" y="30480"/>
                          </a:cubicBezTo>
                          <a:cubicBezTo>
                            <a:pt x="98652" y="30004"/>
                            <a:pt x="90555" y="29623"/>
                            <a:pt x="82555" y="29623"/>
                          </a:cubicBezTo>
                          <a:cubicBezTo>
                            <a:pt x="74458" y="29813"/>
                            <a:pt x="66457" y="28384"/>
                            <a:pt x="58075" y="28384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1" name="Forme libre : forme 13810">
                      <a:extLst>
                        <a:ext uri="{FF2B5EF4-FFF2-40B4-BE49-F238E27FC236}">
                          <a16:creationId xmlns:a16="http://schemas.microsoft.com/office/drawing/2014/main" id="{5C3C74C1-00D8-4FA8-B9E5-B7356B17ED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2054" y="3291326"/>
                      <a:ext cx="69014" cy="30746"/>
                    </a:xfrm>
                    <a:custGeom>
                      <a:avLst/>
                      <a:gdLst>
                        <a:gd name="connsiteX0" fmla="*/ 69008 w 69014"/>
                        <a:gd name="connsiteY0" fmla="*/ 15944 h 30746"/>
                        <a:gd name="connsiteX1" fmla="*/ 58912 w 69014"/>
                        <a:gd name="connsiteY1" fmla="*/ 27374 h 30746"/>
                        <a:gd name="connsiteX2" fmla="*/ 47387 w 69014"/>
                        <a:gd name="connsiteY2" fmla="*/ 30232 h 30746"/>
                        <a:gd name="connsiteX3" fmla="*/ 33194 w 69014"/>
                        <a:gd name="connsiteY3" fmla="*/ 30613 h 30746"/>
                        <a:gd name="connsiteX4" fmla="*/ 19192 w 69014"/>
                        <a:gd name="connsiteY4" fmla="*/ 28136 h 30746"/>
                        <a:gd name="connsiteX5" fmla="*/ 8334 w 69014"/>
                        <a:gd name="connsiteY5" fmla="*/ 22897 h 30746"/>
                        <a:gd name="connsiteX6" fmla="*/ 142 w 69014"/>
                        <a:gd name="connsiteY6" fmla="*/ 10515 h 30746"/>
                        <a:gd name="connsiteX7" fmla="*/ 11953 w 69014"/>
                        <a:gd name="connsiteY7" fmla="*/ 1657 h 30746"/>
                        <a:gd name="connsiteX8" fmla="*/ 22812 w 69014"/>
                        <a:gd name="connsiteY8" fmla="*/ 228 h 30746"/>
                        <a:gd name="connsiteX9" fmla="*/ 35671 w 69014"/>
                        <a:gd name="connsiteY9" fmla="*/ 133 h 30746"/>
                        <a:gd name="connsiteX10" fmla="*/ 48339 w 69014"/>
                        <a:gd name="connsiteY10" fmla="*/ 2038 h 30746"/>
                        <a:gd name="connsiteX11" fmla="*/ 58816 w 69014"/>
                        <a:gd name="connsiteY11" fmla="*/ 5752 h 30746"/>
                        <a:gd name="connsiteX12" fmla="*/ 69008 w 69014"/>
                        <a:gd name="connsiteY12" fmla="*/ 15944 h 30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9014" h="30746">
                          <a:moveTo>
                            <a:pt x="69008" y="15944"/>
                          </a:moveTo>
                          <a:cubicBezTo>
                            <a:pt x="69199" y="20230"/>
                            <a:pt x="65389" y="24326"/>
                            <a:pt x="58912" y="27374"/>
                          </a:cubicBezTo>
                          <a:cubicBezTo>
                            <a:pt x="55673" y="28993"/>
                            <a:pt x="51768" y="29565"/>
                            <a:pt x="47387" y="30232"/>
                          </a:cubicBezTo>
                          <a:cubicBezTo>
                            <a:pt x="43005" y="30708"/>
                            <a:pt x="38147" y="30898"/>
                            <a:pt x="33194" y="30613"/>
                          </a:cubicBezTo>
                          <a:cubicBezTo>
                            <a:pt x="28146" y="30232"/>
                            <a:pt x="23384" y="29851"/>
                            <a:pt x="19192" y="28136"/>
                          </a:cubicBezTo>
                          <a:cubicBezTo>
                            <a:pt x="15001" y="26612"/>
                            <a:pt x="11287" y="24802"/>
                            <a:pt x="8334" y="22897"/>
                          </a:cubicBezTo>
                          <a:cubicBezTo>
                            <a:pt x="2333" y="19087"/>
                            <a:pt x="-715" y="14610"/>
                            <a:pt x="142" y="10515"/>
                          </a:cubicBezTo>
                          <a:cubicBezTo>
                            <a:pt x="999" y="6419"/>
                            <a:pt x="5572" y="3276"/>
                            <a:pt x="11953" y="1657"/>
                          </a:cubicBezTo>
                          <a:cubicBezTo>
                            <a:pt x="15192" y="799"/>
                            <a:pt x="18812" y="323"/>
                            <a:pt x="22812" y="228"/>
                          </a:cubicBezTo>
                          <a:cubicBezTo>
                            <a:pt x="26717" y="323"/>
                            <a:pt x="31194" y="-249"/>
                            <a:pt x="35671" y="133"/>
                          </a:cubicBezTo>
                          <a:cubicBezTo>
                            <a:pt x="40148" y="418"/>
                            <a:pt x="44433" y="990"/>
                            <a:pt x="48339" y="2038"/>
                          </a:cubicBezTo>
                          <a:cubicBezTo>
                            <a:pt x="52244" y="2895"/>
                            <a:pt x="55768" y="4609"/>
                            <a:pt x="58816" y="5752"/>
                          </a:cubicBezTo>
                          <a:cubicBezTo>
                            <a:pt x="64817" y="8038"/>
                            <a:pt x="68818" y="11658"/>
                            <a:pt x="69008" y="15944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2" name="Forme libre : forme 13811">
                      <a:extLst>
                        <a:ext uri="{FF2B5EF4-FFF2-40B4-BE49-F238E27FC236}">
                          <a16:creationId xmlns:a16="http://schemas.microsoft.com/office/drawing/2014/main" id="{62C1441E-B4AA-4D07-81AC-726F9E834B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2150" y="3291935"/>
                      <a:ext cx="49577" cy="30171"/>
                    </a:xfrm>
                    <a:custGeom>
                      <a:avLst/>
                      <a:gdLst>
                        <a:gd name="connsiteX0" fmla="*/ 17001 w 49577"/>
                        <a:gd name="connsiteY0" fmla="*/ 0 h 30171"/>
                        <a:gd name="connsiteX1" fmla="*/ 142 w 49577"/>
                        <a:gd name="connsiteY1" fmla="*/ 9906 h 30171"/>
                        <a:gd name="connsiteX2" fmla="*/ 8334 w 49577"/>
                        <a:gd name="connsiteY2" fmla="*/ 22289 h 30171"/>
                        <a:gd name="connsiteX3" fmla="*/ 19192 w 49577"/>
                        <a:gd name="connsiteY3" fmla="*/ 27527 h 30171"/>
                        <a:gd name="connsiteX4" fmla="*/ 33194 w 49577"/>
                        <a:gd name="connsiteY4" fmla="*/ 30004 h 30171"/>
                        <a:gd name="connsiteX5" fmla="*/ 49577 w 49577"/>
                        <a:gd name="connsiteY5" fmla="*/ 29337 h 30171"/>
                        <a:gd name="connsiteX6" fmla="*/ 40624 w 49577"/>
                        <a:gd name="connsiteY6" fmla="*/ 27718 h 30171"/>
                        <a:gd name="connsiteX7" fmla="*/ 21764 w 49577"/>
                        <a:gd name="connsiteY7" fmla="*/ 15716 h 30171"/>
                        <a:gd name="connsiteX8" fmla="*/ 17001 w 49577"/>
                        <a:gd name="connsiteY8" fmla="*/ 0 h 30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577" h="30171">
                          <a:moveTo>
                            <a:pt x="17001" y="0"/>
                          </a:moveTo>
                          <a:cubicBezTo>
                            <a:pt x="7953" y="1238"/>
                            <a:pt x="1190" y="4763"/>
                            <a:pt x="142" y="9906"/>
                          </a:cubicBezTo>
                          <a:cubicBezTo>
                            <a:pt x="-715" y="14002"/>
                            <a:pt x="2333" y="18383"/>
                            <a:pt x="8334" y="22289"/>
                          </a:cubicBezTo>
                          <a:cubicBezTo>
                            <a:pt x="11287" y="24194"/>
                            <a:pt x="15001" y="26003"/>
                            <a:pt x="19192" y="27527"/>
                          </a:cubicBezTo>
                          <a:cubicBezTo>
                            <a:pt x="23384" y="29242"/>
                            <a:pt x="28146" y="29623"/>
                            <a:pt x="33194" y="30004"/>
                          </a:cubicBezTo>
                          <a:cubicBezTo>
                            <a:pt x="39099" y="30385"/>
                            <a:pt x="44719" y="30099"/>
                            <a:pt x="49577" y="29337"/>
                          </a:cubicBezTo>
                          <a:cubicBezTo>
                            <a:pt x="46529" y="29051"/>
                            <a:pt x="43576" y="28575"/>
                            <a:pt x="40624" y="27718"/>
                          </a:cubicBezTo>
                          <a:cubicBezTo>
                            <a:pt x="32813" y="24765"/>
                            <a:pt x="25955" y="21050"/>
                            <a:pt x="21764" y="15716"/>
                          </a:cubicBezTo>
                          <a:cubicBezTo>
                            <a:pt x="17478" y="10478"/>
                            <a:pt x="15668" y="4953"/>
                            <a:pt x="17001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3" name="Forme libre : forme 13812">
                      <a:extLst>
                        <a:ext uri="{FF2B5EF4-FFF2-40B4-BE49-F238E27FC236}">
                          <a16:creationId xmlns:a16="http://schemas.microsoft.com/office/drawing/2014/main" id="{E4D18BA2-5115-4309-9610-447BFC8C54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4847" y="3294869"/>
                      <a:ext cx="69945" cy="30823"/>
                    </a:xfrm>
                    <a:custGeom>
                      <a:avLst/>
                      <a:gdLst>
                        <a:gd name="connsiteX0" fmla="*/ 69931 w 69945"/>
                        <a:gd name="connsiteY0" fmla="*/ 15640 h 30823"/>
                        <a:gd name="connsiteX1" fmla="*/ 59834 w 69945"/>
                        <a:gd name="connsiteY1" fmla="*/ 27070 h 30823"/>
                        <a:gd name="connsiteX2" fmla="*/ 48213 w 69945"/>
                        <a:gd name="connsiteY2" fmla="*/ 30308 h 30823"/>
                        <a:gd name="connsiteX3" fmla="*/ 33831 w 69945"/>
                        <a:gd name="connsiteY3" fmla="*/ 30689 h 30823"/>
                        <a:gd name="connsiteX4" fmla="*/ 19638 w 69945"/>
                        <a:gd name="connsiteY4" fmla="*/ 28594 h 30823"/>
                        <a:gd name="connsiteX5" fmla="*/ 8590 w 69945"/>
                        <a:gd name="connsiteY5" fmla="*/ 23355 h 30823"/>
                        <a:gd name="connsiteX6" fmla="*/ 112 w 69945"/>
                        <a:gd name="connsiteY6" fmla="*/ 10877 h 30823"/>
                        <a:gd name="connsiteX7" fmla="*/ 11923 w 69945"/>
                        <a:gd name="connsiteY7" fmla="*/ 2019 h 30823"/>
                        <a:gd name="connsiteX8" fmla="*/ 22877 w 69945"/>
                        <a:gd name="connsiteY8" fmla="*/ 590 h 30823"/>
                        <a:gd name="connsiteX9" fmla="*/ 35926 w 69945"/>
                        <a:gd name="connsiteY9" fmla="*/ 114 h 30823"/>
                        <a:gd name="connsiteX10" fmla="*/ 48785 w 69945"/>
                        <a:gd name="connsiteY10" fmla="*/ 2019 h 30823"/>
                        <a:gd name="connsiteX11" fmla="*/ 59453 w 69945"/>
                        <a:gd name="connsiteY11" fmla="*/ 5353 h 30823"/>
                        <a:gd name="connsiteX12" fmla="*/ 69931 w 69945"/>
                        <a:gd name="connsiteY12" fmla="*/ 15640 h 308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9945" h="30823">
                          <a:moveTo>
                            <a:pt x="69931" y="15640"/>
                          </a:moveTo>
                          <a:cubicBezTo>
                            <a:pt x="70216" y="19926"/>
                            <a:pt x="66407" y="24022"/>
                            <a:pt x="59834" y="27070"/>
                          </a:cubicBezTo>
                          <a:cubicBezTo>
                            <a:pt x="56595" y="28784"/>
                            <a:pt x="52595" y="29927"/>
                            <a:pt x="48213" y="30308"/>
                          </a:cubicBezTo>
                          <a:cubicBezTo>
                            <a:pt x="43832" y="30785"/>
                            <a:pt x="38974" y="30975"/>
                            <a:pt x="33831" y="30689"/>
                          </a:cubicBezTo>
                          <a:cubicBezTo>
                            <a:pt x="28783" y="30403"/>
                            <a:pt x="23925" y="29642"/>
                            <a:pt x="19638" y="28594"/>
                          </a:cubicBezTo>
                          <a:cubicBezTo>
                            <a:pt x="15353" y="27070"/>
                            <a:pt x="11638" y="25260"/>
                            <a:pt x="8590" y="23355"/>
                          </a:cubicBezTo>
                          <a:cubicBezTo>
                            <a:pt x="2494" y="19450"/>
                            <a:pt x="-649" y="15068"/>
                            <a:pt x="112" y="10877"/>
                          </a:cubicBezTo>
                          <a:cubicBezTo>
                            <a:pt x="874" y="6782"/>
                            <a:pt x="5446" y="3638"/>
                            <a:pt x="11923" y="2019"/>
                          </a:cubicBezTo>
                          <a:cubicBezTo>
                            <a:pt x="15162" y="1162"/>
                            <a:pt x="18877" y="685"/>
                            <a:pt x="22877" y="590"/>
                          </a:cubicBezTo>
                          <a:cubicBezTo>
                            <a:pt x="26973" y="114"/>
                            <a:pt x="31355" y="-172"/>
                            <a:pt x="35926" y="114"/>
                          </a:cubicBezTo>
                          <a:cubicBezTo>
                            <a:pt x="40498" y="400"/>
                            <a:pt x="44785" y="1067"/>
                            <a:pt x="48785" y="2019"/>
                          </a:cubicBezTo>
                          <a:cubicBezTo>
                            <a:pt x="52786" y="3162"/>
                            <a:pt x="56310" y="4210"/>
                            <a:pt x="59453" y="5353"/>
                          </a:cubicBezTo>
                          <a:cubicBezTo>
                            <a:pt x="65549" y="7734"/>
                            <a:pt x="69645" y="11353"/>
                            <a:pt x="69931" y="1564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4" name="Forme libre : forme 13813">
                      <a:extLst>
                        <a:ext uri="{FF2B5EF4-FFF2-40B4-BE49-F238E27FC236}">
                          <a16:creationId xmlns:a16="http://schemas.microsoft.com/office/drawing/2014/main" id="{C976EB6F-E52B-4690-A56D-BB3F6D9262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0761" y="3274405"/>
                      <a:ext cx="87718" cy="64152"/>
                    </a:xfrm>
                    <a:custGeom>
                      <a:avLst/>
                      <a:gdLst>
                        <a:gd name="connsiteX0" fmla="*/ 2480 w 87718"/>
                        <a:gd name="connsiteY0" fmla="*/ 21816 h 64152"/>
                        <a:gd name="connsiteX1" fmla="*/ 575 w 87718"/>
                        <a:gd name="connsiteY1" fmla="*/ 35913 h 64152"/>
                        <a:gd name="connsiteX2" fmla="*/ 33722 w 87718"/>
                        <a:gd name="connsiteY2" fmla="*/ 59726 h 64152"/>
                        <a:gd name="connsiteX3" fmla="*/ 54010 w 87718"/>
                        <a:gd name="connsiteY3" fmla="*/ 64107 h 64152"/>
                        <a:gd name="connsiteX4" fmla="*/ 73822 w 87718"/>
                        <a:gd name="connsiteY4" fmla="*/ 62488 h 64152"/>
                        <a:gd name="connsiteX5" fmla="*/ 86776 w 87718"/>
                        <a:gd name="connsiteY5" fmla="*/ 49439 h 64152"/>
                        <a:gd name="connsiteX6" fmla="*/ 74394 w 87718"/>
                        <a:gd name="connsiteY6" fmla="*/ 41533 h 64152"/>
                        <a:gd name="connsiteX7" fmla="*/ 58868 w 87718"/>
                        <a:gd name="connsiteY7" fmla="*/ 32865 h 64152"/>
                        <a:gd name="connsiteX8" fmla="*/ 46676 w 87718"/>
                        <a:gd name="connsiteY8" fmla="*/ 21816 h 64152"/>
                        <a:gd name="connsiteX9" fmla="*/ 18101 w 87718"/>
                        <a:gd name="connsiteY9" fmla="*/ 4 h 64152"/>
                        <a:gd name="connsiteX10" fmla="*/ 2480 w 87718"/>
                        <a:gd name="connsiteY10" fmla="*/ 21816 h 64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7718" h="64152">
                          <a:moveTo>
                            <a:pt x="2480" y="21816"/>
                          </a:moveTo>
                          <a:cubicBezTo>
                            <a:pt x="860" y="26293"/>
                            <a:pt x="-949" y="30865"/>
                            <a:pt x="575" y="35913"/>
                          </a:cubicBezTo>
                          <a:cubicBezTo>
                            <a:pt x="3432" y="45438"/>
                            <a:pt x="17911" y="55630"/>
                            <a:pt x="33722" y="59726"/>
                          </a:cubicBezTo>
                          <a:cubicBezTo>
                            <a:pt x="40199" y="61631"/>
                            <a:pt x="47152" y="63536"/>
                            <a:pt x="54010" y="64107"/>
                          </a:cubicBezTo>
                          <a:cubicBezTo>
                            <a:pt x="60963" y="64298"/>
                            <a:pt x="67726" y="63917"/>
                            <a:pt x="73822" y="62488"/>
                          </a:cubicBezTo>
                          <a:cubicBezTo>
                            <a:pt x="83061" y="60392"/>
                            <a:pt x="90396" y="54963"/>
                            <a:pt x="86776" y="49439"/>
                          </a:cubicBezTo>
                          <a:cubicBezTo>
                            <a:pt x="84586" y="46010"/>
                            <a:pt x="79156" y="43724"/>
                            <a:pt x="74394" y="41533"/>
                          </a:cubicBezTo>
                          <a:cubicBezTo>
                            <a:pt x="68774" y="38866"/>
                            <a:pt x="63535" y="36008"/>
                            <a:pt x="58868" y="32865"/>
                          </a:cubicBezTo>
                          <a:cubicBezTo>
                            <a:pt x="54201" y="29912"/>
                            <a:pt x="50200" y="25626"/>
                            <a:pt x="46676" y="21816"/>
                          </a:cubicBezTo>
                          <a:cubicBezTo>
                            <a:pt x="40580" y="14863"/>
                            <a:pt x="31436" y="861"/>
                            <a:pt x="18101" y="4"/>
                          </a:cubicBezTo>
                          <a:cubicBezTo>
                            <a:pt x="5814" y="-282"/>
                            <a:pt x="4671" y="15530"/>
                            <a:pt x="2480" y="2181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5" name="Forme libre : forme 13814">
                      <a:extLst>
                        <a:ext uri="{FF2B5EF4-FFF2-40B4-BE49-F238E27FC236}">
                          <a16:creationId xmlns:a16="http://schemas.microsoft.com/office/drawing/2014/main" id="{8180C266-8279-4992-BDBC-DCF6551B54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0505" y="3279056"/>
                      <a:ext cx="27956" cy="12592"/>
                    </a:xfrm>
                    <a:custGeom>
                      <a:avLst/>
                      <a:gdLst>
                        <a:gd name="connsiteX0" fmla="*/ 2453 w 27956"/>
                        <a:gd name="connsiteY0" fmla="*/ 5258 h 12592"/>
                        <a:gd name="connsiteX1" fmla="*/ 71 w 27956"/>
                        <a:gd name="connsiteY1" fmla="*/ 7925 h 12592"/>
                        <a:gd name="connsiteX2" fmla="*/ 1786 w 27956"/>
                        <a:gd name="connsiteY2" fmla="*/ 11355 h 12592"/>
                        <a:gd name="connsiteX3" fmla="*/ 6549 w 27956"/>
                        <a:gd name="connsiteY3" fmla="*/ 12593 h 12592"/>
                        <a:gd name="connsiteX4" fmla="*/ 18836 w 27956"/>
                        <a:gd name="connsiteY4" fmla="*/ 11545 h 12592"/>
                        <a:gd name="connsiteX5" fmla="*/ 23312 w 27956"/>
                        <a:gd name="connsiteY5" fmla="*/ 10307 h 12592"/>
                        <a:gd name="connsiteX6" fmla="*/ 21598 w 27956"/>
                        <a:gd name="connsiteY6" fmla="*/ 20 h 12592"/>
                        <a:gd name="connsiteX7" fmla="*/ 2453 w 27956"/>
                        <a:gd name="connsiteY7" fmla="*/ 5258 h 12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956" h="12592">
                          <a:moveTo>
                            <a:pt x="2453" y="5258"/>
                          </a:moveTo>
                          <a:cubicBezTo>
                            <a:pt x="1405" y="6021"/>
                            <a:pt x="357" y="6878"/>
                            <a:pt x="71" y="7925"/>
                          </a:cubicBezTo>
                          <a:cubicBezTo>
                            <a:pt x="-214" y="9068"/>
                            <a:pt x="357" y="10497"/>
                            <a:pt x="1786" y="11355"/>
                          </a:cubicBezTo>
                          <a:cubicBezTo>
                            <a:pt x="3119" y="12212"/>
                            <a:pt x="4929" y="12498"/>
                            <a:pt x="6549" y="12593"/>
                          </a:cubicBezTo>
                          <a:cubicBezTo>
                            <a:pt x="10739" y="12498"/>
                            <a:pt x="14930" y="12212"/>
                            <a:pt x="18836" y="11545"/>
                          </a:cubicBezTo>
                          <a:cubicBezTo>
                            <a:pt x="20455" y="11259"/>
                            <a:pt x="22074" y="10973"/>
                            <a:pt x="23312" y="10307"/>
                          </a:cubicBezTo>
                          <a:cubicBezTo>
                            <a:pt x="28742" y="7735"/>
                            <a:pt x="30837" y="591"/>
                            <a:pt x="21598" y="20"/>
                          </a:cubicBezTo>
                          <a:cubicBezTo>
                            <a:pt x="14549" y="-266"/>
                            <a:pt x="6739" y="2591"/>
                            <a:pt x="2453" y="525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6" name="Forme libre : forme 13815">
                      <a:extLst>
                        <a:ext uri="{FF2B5EF4-FFF2-40B4-BE49-F238E27FC236}">
                          <a16:creationId xmlns:a16="http://schemas.microsoft.com/office/drawing/2014/main" id="{C4F13760-215B-4922-B44F-7677B18070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4965" y="3311175"/>
                      <a:ext cx="43619" cy="33718"/>
                    </a:xfrm>
                    <a:custGeom>
                      <a:avLst/>
                      <a:gdLst>
                        <a:gd name="connsiteX0" fmla="*/ 43434 w 43619"/>
                        <a:gd name="connsiteY0" fmla="*/ 0 h 33718"/>
                        <a:gd name="connsiteX1" fmla="*/ 40291 w 43619"/>
                        <a:gd name="connsiteY1" fmla="*/ 13525 h 33718"/>
                        <a:gd name="connsiteX2" fmla="*/ 27813 w 43619"/>
                        <a:gd name="connsiteY2" fmla="*/ 24765 h 33718"/>
                        <a:gd name="connsiteX3" fmla="*/ 0 w 43619"/>
                        <a:gd name="connsiteY3" fmla="*/ 33719 h 33718"/>
                        <a:gd name="connsiteX4" fmla="*/ 1714 w 43619"/>
                        <a:gd name="connsiteY4" fmla="*/ 33433 h 33718"/>
                        <a:gd name="connsiteX5" fmla="*/ 6191 w 43619"/>
                        <a:gd name="connsiteY5" fmla="*/ 32290 h 33718"/>
                        <a:gd name="connsiteX6" fmla="*/ 20098 w 43619"/>
                        <a:gd name="connsiteY6" fmla="*/ 26575 h 33718"/>
                        <a:gd name="connsiteX7" fmla="*/ 34766 w 43619"/>
                        <a:gd name="connsiteY7" fmla="*/ 16192 h 33718"/>
                        <a:gd name="connsiteX8" fmla="*/ 43434 w 43619"/>
                        <a:gd name="connsiteY8" fmla="*/ 0 h 33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3619" h="33718">
                          <a:moveTo>
                            <a:pt x="43434" y="0"/>
                          </a:moveTo>
                          <a:cubicBezTo>
                            <a:pt x="43434" y="0"/>
                            <a:pt x="44768" y="5810"/>
                            <a:pt x="40291" y="13525"/>
                          </a:cubicBezTo>
                          <a:cubicBezTo>
                            <a:pt x="38100" y="17431"/>
                            <a:pt x="34195" y="21050"/>
                            <a:pt x="27813" y="24765"/>
                          </a:cubicBezTo>
                          <a:cubicBezTo>
                            <a:pt x="21431" y="28194"/>
                            <a:pt x="12478" y="32099"/>
                            <a:pt x="0" y="33719"/>
                          </a:cubicBezTo>
                          <a:cubicBezTo>
                            <a:pt x="0" y="33719"/>
                            <a:pt x="571" y="33623"/>
                            <a:pt x="1714" y="33433"/>
                          </a:cubicBezTo>
                          <a:cubicBezTo>
                            <a:pt x="2763" y="33242"/>
                            <a:pt x="4286" y="32956"/>
                            <a:pt x="6191" y="32290"/>
                          </a:cubicBezTo>
                          <a:cubicBezTo>
                            <a:pt x="9906" y="31052"/>
                            <a:pt x="14954" y="29242"/>
                            <a:pt x="20098" y="26575"/>
                          </a:cubicBezTo>
                          <a:cubicBezTo>
                            <a:pt x="25241" y="23908"/>
                            <a:pt x="30480" y="20479"/>
                            <a:pt x="34766" y="16192"/>
                          </a:cubicBezTo>
                          <a:cubicBezTo>
                            <a:pt x="39053" y="12097"/>
                            <a:pt x="42196" y="6191"/>
                            <a:pt x="4343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7" name="Forme libre : forme 13816">
                      <a:extLst>
                        <a:ext uri="{FF2B5EF4-FFF2-40B4-BE49-F238E27FC236}">
                          <a16:creationId xmlns:a16="http://schemas.microsoft.com/office/drawing/2014/main" id="{3CA3C6EE-C4F9-408C-A574-E9159C0E3B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9525" y="3261776"/>
                      <a:ext cx="50101" cy="16252"/>
                    </a:xfrm>
                    <a:custGeom>
                      <a:avLst/>
                      <a:gdLst>
                        <a:gd name="connsiteX0" fmla="*/ 50101 w 50101"/>
                        <a:gd name="connsiteY0" fmla="*/ 1013 h 16252"/>
                        <a:gd name="connsiteX1" fmla="*/ 44196 w 50101"/>
                        <a:gd name="connsiteY1" fmla="*/ 632 h 16252"/>
                        <a:gd name="connsiteX2" fmla="*/ 30575 w 50101"/>
                        <a:gd name="connsiteY2" fmla="*/ 155 h 16252"/>
                        <a:gd name="connsiteX3" fmla="*/ 14001 w 50101"/>
                        <a:gd name="connsiteY3" fmla="*/ 4442 h 16252"/>
                        <a:gd name="connsiteX4" fmla="*/ 0 w 50101"/>
                        <a:gd name="connsiteY4" fmla="*/ 16253 h 16252"/>
                        <a:gd name="connsiteX5" fmla="*/ 12572 w 50101"/>
                        <a:gd name="connsiteY5" fmla="*/ 7680 h 16252"/>
                        <a:gd name="connsiteX6" fmla="*/ 28289 w 50101"/>
                        <a:gd name="connsiteY6" fmla="*/ 2061 h 16252"/>
                        <a:gd name="connsiteX7" fmla="*/ 38290 w 50101"/>
                        <a:gd name="connsiteY7" fmla="*/ 918 h 16252"/>
                        <a:gd name="connsiteX8" fmla="*/ 43910 w 50101"/>
                        <a:gd name="connsiteY8" fmla="*/ 1013 h 16252"/>
                        <a:gd name="connsiteX9" fmla="*/ 50101 w 50101"/>
                        <a:gd name="connsiteY9" fmla="*/ 1013 h 16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0101" h="16252">
                          <a:moveTo>
                            <a:pt x="50101" y="1013"/>
                          </a:moveTo>
                          <a:cubicBezTo>
                            <a:pt x="50101" y="1013"/>
                            <a:pt x="47815" y="727"/>
                            <a:pt x="44196" y="632"/>
                          </a:cubicBezTo>
                          <a:cubicBezTo>
                            <a:pt x="40671" y="155"/>
                            <a:pt x="35909" y="-225"/>
                            <a:pt x="30575" y="155"/>
                          </a:cubicBezTo>
                          <a:cubicBezTo>
                            <a:pt x="25241" y="536"/>
                            <a:pt x="19431" y="1775"/>
                            <a:pt x="14001" y="4442"/>
                          </a:cubicBezTo>
                          <a:cubicBezTo>
                            <a:pt x="8667" y="6633"/>
                            <a:pt x="3714" y="10157"/>
                            <a:pt x="0" y="16253"/>
                          </a:cubicBezTo>
                          <a:cubicBezTo>
                            <a:pt x="0" y="16253"/>
                            <a:pt x="4286" y="11490"/>
                            <a:pt x="12572" y="7680"/>
                          </a:cubicBezTo>
                          <a:cubicBezTo>
                            <a:pt x="16859" y="5394"/>
                            <a:pt x="22097" y="3299"/>
                            <a:pt x="28289" y="2061"/>
                          </a:cubicBezTo>
                          <a:cubicBezTo>
                            <a:pt x="31432" y="1394"/>
                            <a:pt x="34766" y="1013"/>
                            <a:pt x="38290" y="918"/>
                          </a:cubicBezTo>
                          <a:cubicBezTo>
                            <a:pt x="40100" y="822"/>
                            <a:pt x="41910" y="918"/>
                            <a:pt x="43910" y="1013"/>
                          </a:cubicBezTo>
                          <a:cubicBezTo>
                            <a:pt x="45910" y="1013"/>
                            <a:pt x="48006" y="918"/>
                            <a:pt x="50101" y="101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8" name="Forme libre : forme 13817">
                      <a:extLst>
                        <a:ext uri="{FF2B5EF4-FFF2-40B4-BE49-F238E27FC236}">
                          <a16:creationId xmlns:a16="http://schemas.microsoft.com/office/drawing/2014/main" id="{C103BA72-B2AD-45D4-A9BD-DD5C441F21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1334" y="3294611"/>
                      <a:ext cx="25139" cy="11316"/>
                    </a:xfrm>
                    <a:custGeom>
                      <a:avLst/>
                      <a:gdLst>
                        <a:gd name="connsiteX0" fmla="*/ 24869 w 25139"/>
                        <a:gd name="connsiteY0" fmla="*/ 9040 h 11316"/>
                        <a:gd name="connsiteX1" fmla="*/ 9629 w 25139"/>
                        <a:gd name="connsiteY1" fmla="*/ 10183 h 11316"/>
                        <a:gd name="connsiteX2" fmla="*/ 390 w 25139"/>
                        <a:gd name="connsiteY2" fmla="*/ 2277 h 11316"/>
                        <a:gd name="connsiteX3" fmla="*/ 15249 w 25139"/>
                        <a:gd name="connsiteY3" fmla="*/ 1134 h 11316"/>
                        <a:gd name="connsiteX4" fmla="*/ 24869 w 25139"/>
                        <a:gd name="connsiteY4" fmla="*/ 9040 h 113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139" h="11316">
                          <a:moveTo>
                            <a:pt x="24869" y="9040"/>
                          </a:moveTo>
                          <a:cubicBezTo>
                            <a:pt x="23441" y="11516"/>
                            <a:pt x="16487" y="12088"/>
                            <a:pt x="9629" y="10183"/>
                          </a:cubicBezTo>
                          <a:cubicBezTo>
                            <a:pt x="2771" y="8278"/>
                            <a:pt x="-1325" y="4754"/>
                            <a:pt x="390" y="2277"/>
                          </a:cubicBezTo>
                          <a:cubicBezTo>
                            <a:pt x="2104" y="-200"/>
                            <a:pt x="8677" y="-771"/>
                            <a:pt x="15249" y="1134"/>
                          </a:cubicBezTo>
                          <a:cubicBezTo>
                            <a:pt x="21916" y="2944"/>
                            <a:pt x="26298" y="6563"/>
                            <a:pt x="24869" y="904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9" name="Forme libre : forme 13818">
                      <a:extLst>
                        <a:ext uri="{FF2B5EF4-FFF2-40B4-BE49-F238E27FC236}">
                          <a16:creationId xmlns:a16="http://schemas.microsoft.com/office/drawing/2014/main" id="{92AEB89A-A82D-4AF2-BD67-6B097C0F73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2775" y="3300214"/>
                      <a:ext cx="7048" cy="4411"/>
                    </a:xfrm>
                    <a:custGeom>
                      <a:avLst/>
                      <a:gdLst>
                        <a:gd name="connsiteX0" fmla="*/ 7048 w 7048"/>
                        <a:gd name="connsiteY0" fmla="*/ 2293 h 4411"/>
                        <a:gd name="connsiteX1" fmla="*/ 3524 w 7048"/>
                        <a:gd name="connsiteY1" fmla="*/ 4389 h 4411"/>
                        <a:gd name="connsiteX2" fmla="*/ 0 w 7048"/>
                        <a:gd name="connsiteY2" fmla="*/ 2007 h 4411"/>
                        <a:gd name="connsiteX3" fmla="*/ 3524 w 7048"/>
                        <a:gd name="connsiteY3" fmla="*/ 7 h 4411"/>
                        <a:gd name="connsiteX4" fmla="*/ 7048 w 7048"/>
                        <a:gd name="connsiteY4" fmla="*/ 2293 h 4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48" h="4411">
                          <a:moveTo>
                            <a:pt x="7048" y="2293"/>
                          </a:moveTo>
                          <a:cubicBezTo>
                            <a:pt x="7048" y="3531"/>
                            <a:pt x="5429" y="4579"/>
                            <a:pt x="3524" y="4389"/>
                          </a:cubicBezTo>
                          <a:cubicBezTo>
                            <a:pt x="1524" y="4293"/>
                            <a:pt x="0" y="3246"/>
                            <a:pt x="0" y="2007"/>
                          </a:cubicBezTo>
                          <a:cubicBezTo>
                            <a:pt x="0" y="769"/>
                            <a:pt x="1619" y="-88"/>
                            <a:pt x="3524" y="7"/>
                          </a:cubicBezTo>
                          <a:cubicBezTo>
                            <a:pt x="5525" y="102"/>
                            <a:pt x="7048" y="1150"/>
                            <a:pt x="7048" y="229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0" name="Forme libre : forme 13819">
                      <a:extLst>
                        <a:ext uri="{FF2B5EF4-FFF2-40B4-BE49-F238E27FC236}">
                          <a16:creationId xmlns:a16="http://schemas.microsoft.com/office/drawing/2014/main" id="{A083511D-C614-41D3-92EA-8ED142DE63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3248" y="3270619"/>
                      <a:ext cx="57462" cy="38841"/>
                    </a:xfrm>
                    <a:custGeom>
                      <a:avLst/>
                      <a:gdLst>
                        <a:gd name="connsiteX0" fmla="*/ 50578 w 57462"/>
                        <a:gd name="connsiteY0" fmla="*/ 13505 h 38841"/>
                        <a:gd name="connsiteX1" fmla="*/ 57435 w 57462"/>
                        <a:gd name="connsiteY1" fmla="*/ 32555 h 38841"/>
                        <a:gd name="connsiteX2" fmla="*/ 52959 w 57462"/>
                        <a:gd name="connsiteY2" fmla="*/ 38746 h 38841"/>
                        <a:gd name="connsiteX3" fmla="*/ 44862 w 57462"/>
                        <a:gd name="connsiteY3" fmla="*/ 35317 h 38841"/>
                        <a:gd name="connsiteX4" fmla="*/ 28860 w 57462"/>
                        <a:gd name="connsiteY4" fmla="*/ 18362 h 38841"/>
                        <a:gd name="connsiteX5" fmla="*/ 21431 w 57462"/>
                        <a:gd name="connsiteY5" fmla="*/ 15791 h 38841"/>
                        <a:gd name="connsiteX6" fmla="*/ 10477 w 57462"/>
                        <a:gd name="connsiteY6" fmla="*/ 11886 h 38841"/>
                        <a:gd name="connsiteX7" fmla="*/ 857 w 57462"/>
                        <a:gd name="connsiteY7" fmla="*/ 3027 h 38841"/>
                        <a:gd name="connsiteX8" fmla="*/ 17907 w 57462"/>
                        <a:gd name="connsiteY8" fmla="*/ 265 h 38841"/>
                        <a:gd name="connsiteX9" fmla="*/ 35623 w 57462"/>
                        <a:gd name="connsiteY9" fmla="*/ 3218 h 38841"/>
                        <a:gd name="connsiteX10" fmla="*/ 50578 w 57462"/>
                        <a:gd name="connsiteY10" fmla="*/ 13505 h 388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462" h="38841">
                          <a:moveTo>
                            <a:pt x="50578" y="13505"/>
                          </a:moveTo>
                          <a:cubicBezTo>
                            <a:pt x="55149" y="19315"/>
                            <a:pt x="56959" y="25983"/>
                            <a:pt x="57435" y="32555"/>
                          </a:cubicBezTo>
                          <a:cubicBezTo>
                            <a:pt x="57626" y="35031"/>
                            <a:pt x="56864" y="38175"/>
                            <a:pt x="52959" y="38746"/>
                          </a:cubicBezTo>
                          <a:cubicBezTo>
                            <a:pt x="49435" y="39318"/>
                            <a:pt x="46482" y="37222"/>
                            <a:pt x="44862" y="35317"/>
                          </a:cubicBezTo>
                          <a:cubicBezTo>
                            <a:pt x="39719" y="29411"/>
                            <a:pt x="36957" y="22268"/>
                            <a:pt x="28860" y="18362"/>
                          </a:cubicBezTo>
                          <a:cubicBezTo>
                            <a:pt x="27622" y="17886"/>
                            <a:pt x="24765" y="17124"/>
                            <a:pt x="21431" y="15791"/>
                          </a:cubicBezTo>
                          <a:cubicBezTo>
                            <a:pt x="18002" y="14648"/>
                            <a:pt x="14097" y="13314"/>
                            <a:pt x="10477" y="11886"/>
                          </a:cubicBezTo>
                          <a:cubicBezTo>
                            <a:pt x="3333" y="9123"/>
                            <a:pt x="-2191" y="5980"/>
                            <a:pt x="857" y="3027"/>
                          </a:cubicBezTo>
                          <a:cubicBezTo>
                            <a:pt x="3905" y="75"/>
                            <a:pt x="10858" y="-402"/>
                            <a:pt x="17907" y="265"/>
                          </a:cubicBezTo>
                          <a:cubicBezTo>
                            <a:pt x="24955" y="1313"/>
                            <a:pt x="32194" y="2075"/>
                            <a:pt x="35623" y="3218"/>
                          </a:cubicBezTo>
                          <a:cubicBezTo>
                            <a:pt x="42005" y="5313"/>
                            <a:pt x="47149" y="9123"/>
                            <a:pt x="50578" y="1350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98" name="Graphique 1">
                    <a:extLst>
                      <a:ext uri="{FF2B5EF4-FFF2-40B4-BE49-F238E27FC236}">
                        <a16:creationId xmlns:a16="http://schemas.microsoft.com/office/drawing/2014/main" id="{F49E8B26-E5E1-46CD-A9B3-6680C11803E1}"/>
                      </a:ext>
                    </a:extLst>
                  </p:cNvPr>
                  <p:cNvGrpSpPr/>
                  <p:nvPr/>
                </p:nvGrpSpPr>
                <p:grpSpPr>
                  <a:xfrm>
                    <a:off x="4689885" y="3223924"/>
                    <a:ext cx="150407" cy="110640"/>
                    <a:chOff x="4689885" y="3223924"/>
                    <a:chExt cx="150407" cy="110640"/>
                  </a:xfrm>
                  <a:solidFill>
                    <a:schemeClr val="accent1"/>
                  </a:solidFill>
                </p:grpSpPr>
                <p:sp>
                  <p:nvSpPr>
                    <p:cNvPr id="13797" name="Forme libre : forme 13796">
                      <a:extLst>
                        <a:ext uri="{FF2B5EF4-FFF2-40B4-BE49-F238E27FC236}">
                          <a16:creationId xmlns:a16="http://schemas.microsoft.com/office/drawing/2014/main" id="{FC6214AE-6C99-4718-BF90-449984E859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9885" y="3223924"/>
                      <a:ext cx="150216" cy="110640"/>
                    </a:xfrm>
                    <a:custGeom>
                      <a:avLst/>
                      <a:gdLst>
                        <a:gd name="connsiteX0" fmla="*/ 119862 w 150216"/>
                        <a:gd name="connsiteY0" fmla="*/ 81441 h 110640"/>
                        <a:gd name="connsiteX1" fmla="*/ 105766 w 150216"/>
                        <a:gd name="connsiteY1" fmla="*/ 89251 h 110640"/>
                        <a:gd name="connsiteX2" fmla="*/ 91097 w 150216"/>
                        <a:gd name="connsiteY2" fmla="*/ 95728 h 110640"/>
                        <a:gd name="connsiteX3" fmla="*/ 76238 w 150216"/>
                        <a:gd name="connsiteY3" fmla="*/ 101824 h 110640"/>
                        <a:gd name="connsiteX4" fmla="*/ 68809 w 150216"/>
                        <a:gd name="connsiteY4" fmla="*/ 104873 h 110640"/>
                        <a:gd name="connsiteX5" fmla="*/ 61093 w 150216"/>
                        <a:gd name="connsiteY5" fmla="*/ 107158 h 110640"/>
                        <a:gd name="connsiteX6" fmla="*/ 40138 w 150216"/>
                        <a:gd name="connsiteY6" fmla="*/ 110587 h 110640"/>
                        <a:gd name="connsiteX7" fmla="*/ 30709 w 150216"/>
                        <a:gd name="connsiteY7" fmla="*/ 110302 h 110640"/>
                        <a:gd name="connsiteX8" fmla="*/ 22136 w 150216"/>
                        <a:gd name="connsiteY8" fmla="*/ 108016 h 110640"/>
                        <a:gd name="connsiteX9" fmla="*/ 3658 w 150216"/>
                        <a:gd name="connsiteY9" fmla="*/ 89728 h 110640"/>
                        <a:gd name="connsiteX10" fmla="*/ 228 w 150216"/>
                        <a:gd name="connsiteY10" fmla="*/ 67344 h 110640"/>
                        <a:gd name="connsiteX11" fmla="*/ 9277 w 150216"/>
                        <a:gd name="connsiteY11" fmla="*/ 44389 h 110640"/>
                        <a:gd name="connsiteX12" fmla="*/ 14611 w 150216"/>
                        <a:gd name="connsiteY12" fmla="*/ 39722 h 110640"/>
                        <a:gd name="connsiteX13" fmla="*/ 20707 w 150216"/>
                        <a:gd name="connsiteY13" fmla="*/ 35054 h 110640"/>
                        <a:gd name="connsiteX14" fmla="*/ 35281 w 150216"/>
                        <a:gd name="connsiteY14" fmla="*/ 28196 h 110640"/>
                        <a:gd name="connsiteX15" fmla="*/ 40996 w 150216"/>
                        <a:gd name="connsiteY15" fmla="*/ 26482 h 110640"/>
                        <a:gd name="connsiteX16" fmla="*/ 46425 w 150216"/>
                        <a:gd name="connsiteY16" fmla="*/ 24100 h 110640"/>
                        <a:gd name="connsiteX17" fmla="*/ 57378 w 150216"/>
                        <a:gd name="connsiteY17" fmla="*/ 19338 h 110640"/>
                        <a:gd name="connsiteX18" fmla="*/ 68237 w 150216"/>
                        <a:gd name="connsiteY18" fmla="*/ 14480 h 110640"/>
                        <a:gd name="connsiteX19" fmla="*/ 78524 w 150216"/>
                        <a:gd name="connsiteY19" fmla="*/ 8479 h 110640"/>
                        <a:gd name="connsiteX20" fmla="*/ 93383 w 150216"/>
                        <a:gd name="connsiteY20" fmla="*/ 2574 h 110640"/>
                        <a:gd name="connsiteX21" fmla="*/ 107671 w 150216"/>
                        <a:gd name="connsiteY21" fmla="*/ 2 h 110640"/>
                        <a:gd name="connsiteX22" fmla="*/ 131197 w 150216"/>
                        <a:gd name="connsiteY22" fmla="*/ 9432 h 110640"/>
                        <a:gd name="connsiteX23" fmla="*/ 145961 w 150216"/>
                        <a:gd name="connsiteY23" fmla="*/ 27529 h 110640"/>
                        <a:gd name="connsiteX24" fmla="*/ 147009 w 150216"/>
                        <a:gd name="connsiteY24" fmla="*/ 53533 h 110640"/>
                        <a:gd name="connsiteX25" fmla="*/ 136913 w 150216"/>
                        <a:gd name="connsiteY25" fmla="*/ 68963 h 110640"/>
                        <a:gd name="connsiteX26" fmla="*/ 119862 w 150216"/>
                        <a:gd name="connsiteY26" fmla="*/ 81441 h 110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50216" h="110640">
                          <a:moveTo>
                            <a:pt x="119862" y="81441"/>
                          </a:moveTo>
                          <a:lnTo>
                            <a:pt x="105766" y="89251"/>
                          </a:lnTo>
                          <a:cubicBezTo>
                            <a:pt x="101098" y="91823"/>
                            <a:pt x="95955" y="93538"/>
                            <a:pt x="91097" y="95728"/>
                          </a:cubicBezTo>
                          <a:lnTo>
                            <a:pt x="76238" y="101824"/>
                          </a:lnTo>
                          <a:lnTo>
                            <a:pt x="68809" y="104873"/>
                          </a:lnTo>
                          <a:lnTo>
                            <a:pt x="61093" y="107158"/>
                          </a:lnTo>
                          <a:cubicBezTo>
                            <a:pt x="53854" y="109254"/>
                            <a:pt x="46711" y="110397"/>
                            <a:pt x="40138" y="110587"/>
                          </a:cubicBezTo>
                          <a:cubicBezTo>
                            <a:pt x="36805" y="110683"/>
                            <a:pt x="33661" y="110683"/>
                            <a:pt x="30709" y="110302"/>
                          </a:cubicBezTo>
                          <a:cubicBezTo>
                            <a:pt x="27661" y="109730"/>
                            <a:pt x="24803" y="108968"/>
                            <a:pt x="22136" y="108016"/>
                          </a:cubicBezTo>
                          <a:cubicBezTo>
                            <a:pt x="11563" y="104301"/>
                            <a:pt x="4801" y="97824"/>
                            <a:pt x="3658" y="89728"/>
                          </a:cubicBezTo>
                          <a:lnTo>
                            <a:pt x="228" y="67344"/>
                          </a:lnTo>
                          <a:cubicBezTo>
                            <a:pt x="-1010" y="59248"/>
                            <a:pt x="2896" y="50961"/>
                            <a:pt x="9277" y="44389"/>
                          </a:cubicBezTo>
                          <a:cubicBezTo>
                            <a:pt x="10896" y="42769"/>
                            <a:pt x="12706" y="41150"/>
                            <a:pt x="14611" y="39722"/>
                          </a:cubicBezTo>
                          <a:cubicBezTo>
                            <a:pt x="16516" y="38198"/>
                            <a:pt x="18517" y="36483"/>
                            <a:pt x="20707" y="35054"/>
                          </a:cubicBezTo>
                          <a:cubicBezTo>
                            <a:pt x="24994" y="32101"/>
                            <a:pt x="29852" y="29815"/>
                            <a:pt x="35281" y="28196"/>
                          </a:cubicBezTo>
                          <a:lnTo>
                            <a:pt x="40996" y="26482"/>
                          </a:lnTo>
                          <a:lnTo>
                            <a:pt x="46425" y="24100"/>
                          </a:lnTo>
                          <a:lnTo>
                            <a:pt x="57378" y="19338"/>
                          </a:lnTo>
                          <a:cubicBezTo>
                            <a:pt x="60998" y="17623"/>
                            <a:pt x="64808" y="16481"/>
                            <a:pt x="68237" y="14480"/>
                          </a:cubicBezTo>
                          <a:lnTo>
                            <a:pt x="78524" y="8479"/>
                          </a:lnTo>
                          <a:cubicBezTo>
                            <a:pt x="83287" y="5622"/>
                            <a:pt x="88430" y="3907"/>
                            <a:pt x="93383" y="2574"/>
                          </a:cubicBezTo>
                          <a:cubicBezTo>
                            <a:pt x="98146" y="859"/>
                            <a:pt x="102908" y="98"/>
                            <a:pt x="107671" y="2"/>
                          </a:cubicBezTo>
                          <a:cubicBezTo>
                            <a:pt x="117005" y="-93"/>
                            <a:pt x="125863" y="2955"/>
                            <a:pt x="131197" y="9432"/>
                          </a:cubicBezTo>
                          <a:lnTo>
                            <a:pt x="145961" y="27529"/>
                          </a:lnTo>
                          <a:cubicBezTo>
                            <a:pt x="151295" y="34102"/>
                            <a:pt x="151581" y="43436"/>
                            <a:pt x="147009" y="53533"/>
                          </a:cubicBezTo>
                          <a:cubicBezTo>
                            <a:pt x="144723" y="58581"/>
                            <a:pt x="141294" y="63820"/>
                            <a:pt x="136913" y="68963"/>
                          </a:cubicBezTo>
                          <a:cubicBezTo>
                            <a:pt x="132436" y="73726"/>
                            <a:pt x="126435" y="77726"/>
                            <a:pt x="119862" y="8144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8" name="Forme libre : forme 13797">
                      <a:extLst>
                        <a:ext uri="{FF2B5EF4-FFF2-40B4-BE49-F238E27FC236}">
                          <a16:creationId xmlns:a16="http://schemas.microsoft.com/office/drawing/2014/main" id="{13AF2343-F38F-49A0-ADE9-ECB226CB2D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2209" y="3250691"/>
                      <a:ext cx="148082" cy="83802"/>
                    </a:xfrm>
                    <a:custGeom>
                      <a:avLst/>
                      <a:gdLst>
                        <a:gd name="connsiteX0" fmla="*/ 60293 w 148082"/>
                        <a:gd name="connsiteY0" fmla="*/ 51054 h 83802"/>
                        <a:gd name="connsiteX1" fmla="*/ 27527 w 148082"/>
                        <a:gd name="connsiteY1" fmla="*/ 60198 h 83802"/>
                        <a:gd name="connsiteX2" fmla="*/ 0 w 148082"/>
                        <a:gd name="connsiteY2" fmla="*/ 53149 h 83802"/>
                        <a:gd name="connsiteX3" fmla="*/ 1428 w 148082"/>
                        <a:gd name="connsiteY3" fmla="*/ 62865 h 83802"/>
                        <a:gd name="connsiteX4" fmla="*/ 19907 w 148082"/>
                        <a:gd name="connsiteY4" fmla="*/ 81153 h 83802"/>
                        <a:gd name="connsiteX5" fmla="*/ 28480 w 148082"/>
                        <a:gd name="connsiteY5" fmla="*/ 83439 h 83802"/>
                        <a:gd name="connsiteX6" fmla="*/ 37909 w 148082"/>
                        <a:gd name="connsiteY6" fmla="*/ 83725 h 83802"/>
                        <a:gd name="connsiteX7" fmla="*/ 58864 w 148082"/>
                        <a:gd name="connsiteY7" fmla="*/ 80296 h 83802"/>
                        <a:gd name="connsiteX8" fmla="*/ 66580 w 148082"/>
                        <a:gd name="connsiteY8" fmla="*/ 78010 h 83802"/>
                        <a:gd name="connsiteX9" fmla="*/ 74009 w 148082"/>
                        <a:gd name="connsiteY9" fmla="*/ 74962 h 83802"/>
                        <a:gd name="connsiteX10" fmla="*/ 88868 w 148082"/>
                        <a:gd name="connsiteY10" fmla="*/ 68866 h 83802"/>
                        <a:gd name="connsiteX11" fmla="*/ 103537 w 148082"/>
                        <a:gd name="connsiteY11" fmla="*/ 62389 h 83802"/>
                        <a:gd name="connsiteX12" fmla="*/ 117634 w 148082"/>
                        <a:gd name="connsiteY12" fmla="*/ 54578 h 83802"/>
                        <a:gd name="connsiteX13" fmla="*/ 134778 w 148082"/>
                        <a:gd name="connsiteY13" fmla="*/ 42005 h 83802"/>
                        <a:gd name="connsiteX14" fmla="*/ 144875 w 148082"/>
                        <a:gd name="connsiteY14" fmla="*/ 26575 h 83802"/>
                        <a:gd name="connsiteX15" fmla="*/ 143827 w 148082"/>
                        <a:gd name="connsiteY15" fmla="*/ 571 h 83802"/>
                        <a:gd name="connsiteX16" fmla="*/ 143351 w 148082"/>
                        <a:gd name="connsiteY16" fmla="*/ 0 h 83802"/>
                        <a:gd name="connsiteX17" fmla="*/ 123825 w 148082"/>
                        <a:gd name="connsiteY17" fmla="*/ 14954 h 83802"/>
                        <a:gd name="connsiteX18" fmla="*/ 103061 w 148082"/>
                        <a:gd name="connsiteY18" fmla="*/ 27527 h 83802"/>
                        <a:gd name="connsiteX19" fmla="*/ 81915 w 148082"/>
                        <a:gd name="connsiteY19" fmla="*/ 39243 h 83802"/>
                        <a:gd name="connsiteX20" fmla="*/ 60293 w 148082"/>
                        <a:gd name="connsiteY20" fmla="*/ 51054 h 838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8082" h="83802">
                          <a:moveTo>
                            <a:pt x="60293" y="51054"/>
                          </a:moveTo>
                          <a:cubicBezTo>
                            <a:pt x="50006" y="56674"/>
                            <a:pt x="38100" y="59341"/>
                            <a:pt x="27527" y="60198"/>
                          </a:cubicBezTo>
                          <a:cubicBezTo>
                            <a:pt x="16764" y="60579"/>
                            <a:pt x="6858" y="57626"/>
                            <a:pt x="0" y="53149"/>
                          </a:cubicBezTo>
                          <a:lnTo>
                            <a:pt x="1428" y="62865"/>
                          </a:lnTo>
                          <a:cubicBezTo>
                            <a:pt x="2667" y="70961"/>
                            <a:pt x="9334" y="77438"/>
                            <a:pt x="19907" y="81153"/>
                          </a:cubicBezTo>
                          <a:cubicBezTo>
                            <a:pt x="22574" y="82105"/>
                            <a:pt x="25432" y="82868"/>
                            <a:pt x="28480" y="83439"/>
                          </a:cubicBezTo>
                          <a:cubicBezTo>
                            <a:pt x="31528" y="83915"/>
                            <a:pt x="34671" y="83820"/>
                            <a:pt x="37909" y="83725"/>
                          </a:cubicBezTo>
                          <a:cubicBezTo>
                            <a:pt x="44482" y="83439"/>
                            <a:pt x="51625" y="82296"/>
                            <a:pt x="58864" y="80296"/>
                          </a:cubicBezTo>
                          <a:lnTo>
                            <a:pt x="66580" y="78010"/>
                          </a:lnTo>
                          <a:lnTo>
                            <a:pt x="74009" y="74962"/>
                          </a:lnTo>
                          <a:lnTo>
                            <a:pt x="88868" y="68866"/>
                          </a:lnTo>
                          <a:cubicBezTo>
                            <a:pt x="93726" y="66675"/>
                            <a:pt x="98870" y="64961"/>
                            <a:pt x="103537" y="62389"/>
                          </a:cubicBezTo>
                          <a:lnTo>
                            <a:pt x="117634" y="54578"/>
                          </a:lnTo>
                          <a:cubicBezTo>
                            <a:pt x="124206" y="50863"/>
                            <a:pt x="130111" y="46768"/>
                            <a:pt x="134778" y="42005"/>
                          </a:cubicBezTo>
                          <a:cubicBezTo>
                            <a:pt x="139160" y="36957"/>
                            <a:pt x="142684" y="31718"/>
                            <a:pt x="144875" y="26575"/>
                          </a:cubicBezTo>
                          <a:cubicBezTo>
                            <a:pt x="149447" y="16383"/>
                            <a:pt x="149161" y="7048"/>
                            <a:pt x="143827" y="571"/>
                          </a:cubicBezTo>
                          <a:lnTo>
                            <a:pt x="143351" y="0"/>
                          </a:lnTo>
                          <a:cubicBezTo>
                            <a:pt x="136970" y="5239"/>
                            <a:pt x="130397" y="10192"/>
                            <a:pt x="123825" y="14954"/>
                          </a:cubicBezTo>
                          <a:cubicBezTo>
                            <a:pt x="117443" y="20098"/>
                            <a:pt x="110014" y="23336"/>
                            <a:pt x="103061" y="27527"/>
                          </a:cubicBezTo>
                          <a:cubicBezTo>
                            <a:pt x="95917" y="31242"/>
                            <a:pt x="89345" y="36100"/>
                            <a:pt x="81915" y="39243"/>
                          </a:cubicBezTo>
                          <a:cubicBezTo>
                            <a:pt x="74581" y="42863"/>
                            <a:pt x="67437" y="46672"/>
                            <a:pt x="60293" y="51054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9" name="Forme libre : forme 13798">
                      <a:extLst>
                        <a:ext uri="{FF2B5EF4-FFF2-40B4-BE49-F238E27FC236}">
                          <a16:creationId xmlns:a16="http://schemas.microsoft.com/office/drawing/2014/main" id="{268A5B47-32CA-46F6-A844-B67DC3D902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1847" y="3257585"/>
                      <a:ext cx="63862" cy="41601"/>
                    </a:xfrm>
                    <a:custGeom>
                      <a:avLst/>
                      <a:gdLst>
                        <a:gd name="connsiteX0" fmla="*/ 62662 w 63862"/>
                        <a:gd name="connsiteY0" fmla="*/ 4822 h 41601"/>
                        <a:gd name="connsiteX1" fmla="*/ 59614 w 63862"/>
                        <a:gd name="connsiteY1" fmla="*/ 19490 h 41601"/>
                        <a:gd name="connsiteX2" fmla="*/ 51232 w 63862"/>
                        <a:gd name="connsiteY2" fmla="*/ 28063 h 41601"/>
                        <a:gd name="connsiteX3" fmla="*/ 39326 w 63862"/>
                        <a:gd name="connsiteY3" fmla="*/ 35969 h 41601"/>
                        <a:gd name="connsiteX4" fmla="*/ 13799 w 63862"/>
                        <a:gd name="connsiteY4" fmla="*/ 41589 h 41601"/>
                        <a:gd name="connsiteX5" fmla="*/ 369 w 63862"/>
                        <a:gd name="connsiteY5" fmla="*/ 34730 h 41601"/>
                        <a:gd name="connsiteX6" fmla="*/ 5894 w 63862"/>
                        <a:gd name="connsiteY6" fmla="*/ 20729 h 41601"/>
                        <a:gd name="connsiteX7" fmla="*/ 25515 w 63862"/>
                        <a:gd name="connsiteY7" fmla="*/ 7394 h 41601"/>
                        <a:gd name="connsiteX8" fmla="*/ 37231 w 63862"/>
                        <a:gd name="connsiteY8" fmla="*/ 2346 h 41601"/>
                        <a:gd name="connsiteX9" fmla="*/ 48089 w 63862"/>
                        <a:gd name="connsiteY9" fmla="*/ 60 h 41601"/>
                        <a:gd name="connsiteX10" fmla="*/ 62662 w 63862"/>
                        <a:gd name="connsiteY10" fmla="*/ 4822 h 41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3862" h="41601">
                          <a:moveTo>
                            <a:pt x="62662" y="4822"/>
                          </a:moveTo>
                          <a:cubicBezTo>
                            <a:pt x="65044" y="8537"/>
                            <a:pt x="63805" y="13776"/>
                            <a:pt x="59614" y="19490"/>
                          </a:cubicBezTo>
                          <a:cubicBezTo>
                            <a:pt x="57519" y="22348"/>
                            <a:pt x="54662" y="25301"/>
                            <a:pt x="51232" y="28063"/>
                          </a:cubicBezTo>
                          <a:cubicBezTo>
                            <a:pt x="47803" y="30825"/>
                            <a:pt x="43898" y="33873"/>
                            <a:pt x="39326" y="35969"/>
                          </a:cubicBezTo>
                          <a:cubicBezTo>
                            <a:pt x="29992" y="39874"/>
                            <a:pt x="20847" y="41779"/>
                            <a:pt x="13799" y="41589"/>
                          </a:cubicBezTo>
                          <a:cubicBezTo>
                            <a:pt x="6846" y="41589"/>
                            <a:pt x="1797" y="38922"/>
                            <a:pt x="369" y="34730"/>
                          </a:cubicBezTo>
                          <a:cubicBezTo>
                            <a:pt x="-965" y="30635"/>
                            <a:pt x="1417" y="25968"/>
                            <a:pt x="5894" y="20729"/>
                          </a:cubicBezTo>
                          <a:cubicBezTo>
                            <a:pt x="10466" y="15680"/>
                            <a:pt x="17228" y="10918"/>
                            <a:pt x="25515" y="7394"/>
                          </a:cubicBezTo>
                          <a:cubicBezTo>
                            <a:pt x="29611" y="5489"/>
                            <a:pt x="33421" y="3488"/>
                            <a:pt x="37231" y="2346"/>
                          </a:cubicBezTo>
                          <a:cubicBezTo>
                            <a:pt x="41041" y="1107"/>
                            <a:pt x="44660" y="345"/>
                            <a:pt x="48089" y="60"/>
                          </a:cubicBezTo>
                          <a:cubicBezTo>
                            <a:pt x="54757" y="-321"/>
                            <a:pt x="60281" y="1107"/>
                            <a:pt x="62662" y="4822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0" name="Forme libre : forme 13799">
                      <a:extLst>
                        <a:ext uri="{FF2B5EF4-FFF2-40B4-BE49-F238E27FC236}">
                          <a16:creationId xmlns:a16="http://schemas.microsoft.com/office/drawing/2014/main" id="{3939799A-C5CA-4B81-A9CC-49B14646BE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1893" y="3274694"/>
                      <a:ext cx="52995" cy="24492"/>
                    </a:xfrm>
                    <a:custGeom>
                      <a:avLst/>
                      <a:gdLst>
                        <a:gd name="connsiteX0" fmla="*/ 9657 w 52995"/>
                        <a:gd name="connsiteY0" fmla="*/ 0 h 24492"/>
                        <a:gd name="connsiteX1" fmla="*/ 1846 w 52995"/>
                        <a:gd name="connsiteY1" fmla="*/ 9335 h 24492"/>
                        <a:gd name="connsiteX2" fmla="*/ 418 w 52995"/>
                        <a:gd name="connsiteY2" fmla="*/ 17621 h 24492"/>
                        <a:gd name="connsiteX3" fmla="*/ 13848 w 52995"/>
                        <a:gd name="connsiteY3" fmla="*/ 24479 h 24492"/>
                        <a:gd name="connsiteX4" fmla="*/ 39375 w 52995"/>
                        <a:gd name="connsiteY4" fmla="*/ 18860 h 24492"/>
                        <a:gd name="connsiteX5" fmla="*/ 52995 w 52995"/>
                        <a:gd name="connsiteY5" fmla="*/ 9525 h 24492"/>
                        <a:gd name="connsiteX6" fmla="*/ 44613 w 52995"/>
                        <a:gd name="connsiteY6" fmla="*/ 12954 h 24492"/>
                        <a:gd name="connsiteX7" fmla="*/ 32612 w 52995"/>
                        <a:gd name="connsiteY7" fmla="*/ 13716 h 24492"/>
                        <a:gd name="connsiteX8" fmla="*/ 21944 w 52995"/>
                        <a:gd name="connsiteY8" fmla="*/ 11430 h 24492"/>
                        <a:gd name="connsiteX9" fmla="*/ 9657 w 52995"/>
                        <a:gd name="connsiteY9" fmla="*/ 0 h 24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2995" h="24492">
                          <a:moveTo>
                            <a:pt x="9657" y="0"/>
                          </a:moveTo>
                          <a:cubicBezTo>
                            <a:pt x="6132" y="3048"/>
                            <a:pt x="3466" y="6287"/>
                            <a:pt x="1846" y="9335"/>
                          </a:cubicBezTo>
                          <a:cubicBezTo>
                            <a:pt x="227" y="12383"/>
                            <a:pt x="-535" y="15050"/>
                            <a:pt x="418" y="17621"/>
                          </a:cubicBezTo>
                          <a:cubicBezTo>
                            <a:pt x="1846" y="21812"/>
                            <a:pt x="6895" y="24479"/>
                            <a:pt x="13848" y="24479"/>
                          </a:cubicBezTo>
                          <a:cubicBezTo>
                            <a:pt x="20896" y="24670"/>
                            <a:pt x="30040" y="22765"/>
                            <a:pt x="39375" y="18860"/>
                          </a:cubicBezTo>
                          <a:cubicBezTo>
                            <a:pt x="44709" y="16383"/>
                            <a:pt x="49186" y="12859"/>
                            <a:pt x="52995" y="9525"/>
                          </a:cubicBezTo>
                          <a:cubicBezTo>
                            <a:pt x="50329" y="10954"/>
                            <a:pt x="47471" y="12097"/>
                            <a:pt x="44613" y="12954"/>
                          </a:cubicBezTo>
                          <a:cubicBezTo>
                            <a:pt x="40613" y="14002"/>
                            <a:pt x="36517" y="14097"/>
                            <a:pt x="32612" y="13716"/>
                          </a:cubicBezTo>
                          <a:cubicBezTo>
                            <a:pt x="28707" y="13335"/>
                            <a:pt x="25087" y="12573"/>
                            <a:pt x="21944" y="11430"/>
                          </a:cubicBezTo>
                          <a:cubicBezTo>
                            <a:pt x="15467" y="9049"/>
                            <a:pt x="11086" y="5144"/>
                            <a:pt x="9657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1" name="Forme libre : forme 13800">
                      <a:extLst>
                        <a:ext uri="{FF2B5EF4-FFF2-40B4-BE49-F238E27FC236}">
                          <a16:creationId xmlns:a16="http://schemas.microsoft.com/office/drawing/2014/main" id="{0CAF9AAE-AEF3-4778-921D-43100AA3C8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6459" y="3258963"/>
                      <a:ext cx="64249" cy="41936"/>
                    </a:xfrm>
                    <a:custGeom>
                      <a:avLst/>
                      <a:gdLst>
                        <a:gd name="connsiteX0" fmla="*/ 62908 w 64249"/>
                        <a:gd name="connsiteY0" fmla="*/ 4301 h 41936"/>
                        <a:gd name="connsiteX1" fmla="*/ 64051 w 64249"/>
                        <a:gd name="connsiteY1" fmla="*/ 11159 h 41936"/>
                        <a:gd name="connsiteX2" fmla="*/ 60050 w 64249"/>
                        <a:gd name="connsiteY2" fmla="*/ 19256 h 41936"/>
                        <a:gd name="connsiteX3" fmla="*/ 39667 w 64249"/>
                        <a:gd name="connsiteY3" fmla="*/ 36019 h 41936"/>
                        <a:gd name="connsiteX4" fmla="*/ 25951 w 64249"/>
                        <a:gd name="connsiteY4" fmla="*/ 40592 h 41936"/>
                        <a:gd name="connsiteX5" fmla="*/ 13949 w 64249"/>
                        <a:gd name="connsiteY5" fmla="*/ 41925 h 41936"/>
                        <a:gd name="connsiteX6" fmla="*/ 424 w 64249"/>
                        <a:gd name="connsiteY6" fmla="*/ 35543 h 41936"/>
                        <a:gd name="connsiteX7" fmla="*/ 5758 w 64249"/>
                        <a:gd name="connsiteY7" fmla="*/ 21256 h 41936"/>
                        <a:gd name="connsiteX8" fmla="*/ 14235 w 64249"/>
                        <a:gd name="connsiteY8" fmla="*/ 14017 h 41936"/>
                        <a:gd name="connsiteX9" fmla="*/ 25570 w 64249"/>
                        <a:gd name="connsiteY9" fmla="*/ 7730 h 41936"/>
                        <a:gd name="connsiteX10" fmla="*/ 48335 w 64249"/>
                        <a:gd name="connsiteY10" fmla="*/ 110 h 41936"/>
                        <a:gd name="connsiteX11" fmla="*/ 57383 w 64249"/>
                        <a:gd name="connsiteY11" fmla="*/ 777 h 41936"/>
                        <a:gd name="connsiteX12" fmla="*/ 62908 w 64249"/>
                        <a:gd name="connsiteY12" fmla="*/ 4301 h 41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4249" h="41936">
                          <a:moveTo>
                            <a:pt x="62908" y="4301"/>
                          </a:moveTo>
                          <a:cubicBezTo>
                            <a:pt x="64146" y="6111"/>
                            <a:pt x="64527" y="8492"/>
                            <a:pt x="64051" y="11159"/>
                          </a:cubicBezTo>
                          <a:cubicBezTo>
                            <a:pt x="63479" y="13636"/>
                            <a:pt x="62146" y="16398"/>
                            <a:pt x="60050" y="19256"/>
                          </a:cubicBezTo>
                          <a:cubicBezTo>
                            <a:pt x="55859" y="24970"/>
                            <a:pt x="48620" y="31067"/>
                            <a:pt x="39667" y="36019"/>
                          </a:cubicBezTo>
                          <a:cubicBezTo>
                            <a:pt x="35095" y="38401"/>
                            <a:pt x="30332" y="39544"/>
                            <a:pt x="25951" y="40592"/>
                          </a:cubicBezTo>
                          <a:cubicBezTo>
                            <a:pt x="21570" y="41544"/>
                            <a:pt x="17473" y="42020"/>
                            <a:pt x="13949" y="41925"/>
                          </a:cubicBezTo>
                          <a:cubicBezTo>
                            <a:pt x="6805" y="41830"/>
                            <a:pt x="1853" y="39639"/>
                            <a:pt x="424" y="35543"/>
                          </a:cubicBezTo>
                          <a:cubicBezTo>
                            <a:pt x="-1005" y="31448"/>
                            <a:pt x="1281" y="26209"/>
                            <a:pt x="5758" y="21256"/>
                          </a:cubicBezTo>
                          <a:cubicBezTo>
                            <a:pt x="8044" y="18779"/>
                            <a:pt x="10901" y="16303"/>
                            <a:pt x="14235" y="14017"/>
                          </a:cubicBezTo>
                          <a:cubicBezTo>
                            <a:pt x="17569" y="11635"/>
                            <a:pt x="21474" y="9826"/>
                            <a:pt x="25570" y="7730"/>
                          </a:cubicBezTo>
                          <a:cubicBezTo>
                            <a:pt x="33476" y="3158"/>
                            <a:pt x="41572" y="682"/>
                            <a:pt x="48335" y="110"/>
                          </a:cubicBezTo>
                          <a:cubicBezTo>
                            <a:pt x="51764" y="-175"/>
                            <a:pt x="54812" y="110"/>
                            <a:pt x="57383" y="777"/>
                          </a:cubicBezTo>
                          <a:cubicBezTo>
                            <a:pt x="59670" y="1349"/>
                            <a:pt x="61669" y="2492"/>
                            <a:pt x="62908" y="430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2" name="Forme libre : forme 13801">
                      <a:extLst>
                        <a:ext uri="{FF2B5EF4-FFF2-40B4-BE49-F238E27FC236}">
                          <a16:creationId xmlns:a16="http://schemas.microsoft.com/office/drawing/2014/main" id="{B888DB51-8779-49C2-A360-06DF842195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10861" y="3272025"/>
                      <a:ext cx="93347" cy="50133"/>
                    </a:xfrm>
                    <a:custGeom>
                      <a:avLst/>
                      <a:gdLst>
                        <a:gd name="connsiteX0" fmla="*/ 3636 w 93347"/>
                        <a:gd name="connsiteY0" fmla="*/ 30578 h 50133"/>
                        <a:gd name="connsiteX1" fmla="*/ 9352 w 93347"/>
                        <a:gd name="connsiteY1" fmla="*/ 44008 h 50133"/>
                        <a:gd name="connsiteX2" fmla="*/ 50119 w 93347"/>
                        <a:gd name="connsiteY2" fmla="*/ 48008 h 50133"/>
                        <a:gd name="connsiteX3" fmla="*/ 69645 w 93347"/>
                        <a:gd name="connsiteY3" fmla="*/ 40960 h 50133"/>
                        <a:gd name="connsiteX4" fmla="*/ 78694 w 93347"/>
                        <a:gd name="connsiteY4" fmla="*/ 36197 h 50133"/>
                        <a:gd name="connsiteX5" fmla="*/ 86123 w 93347"/>
                        <a:gd name="connsiteY5" fmla="*/ 29816 h 50133"/>
                        <a:gd name="connsiteX6" fmla="*/ 90314 w 93347"/>
                        <a:gd name="connsiteY6" fmla="*/ 11147 h 50133"/>
                        <a:gd name="connsiteX7" fmla="*/ 75645 w 93347"/>
                        <a:gd name="connsiteY7" fmla="*/ 10861 h 50133"/>
                        <a:gd name="connsiteX8" fmla="*/ 66597 w 93347"/>
                        <a:gd name="connsiteY8" fmla="*/ 11528 h 50133"/>
                        <a:gd name="connsiteX9" fmla="*/ 57644 w 93347"/>
                        <a:gd name="connsiteY9" fmla="*/ 10766 h 50133"/>
                        <a:gd name="connsiteX10" fmla="*/ 41546 w 93347"/>
                        <a:gd name="connsiteY10" fmla="*/ 7337 h 50133"/>
                        <a:gd name="connsiteX11" fmla="*/ 24782 w 93347"/>
                        <a:gd name="connsiteY11" fmla="*/ 1622 h 50133"/>
                        <a:gd name="connsiteX12" fmla="*/ 5732 w 93347"/>
                        <a:gd name="connsiteY12" fmla="*/ 2669 h 50133"/>
                        <a:gd name="connsiteX13" fmla="*/ 3636 w 93347"/>
                        <a:gd name="connsiteY13" fmla="*/ 30578 h 50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3347" h="50133">
                          <a:moveTo>
                            <a:pt x="3636" y="30578"/>
                          </a:moveTo>
                          <a:cubicBezTo>
                            <a:pt x="4494" y="35435"/>
                            <a:pt x="5446" y="40388"/>
                            <a:pt x="9352" y="44008"/>
                          </a:cubicBezTo>
                          <a:cubicBezTo>
                            <a:pt x="16686" y="50675"/>
                            <a:pt x="34117" y="51723"/>
                            <a:pt x="50119" y="48008"/>
                          </a:cubicBezTo>
                          <a:cubicBezTo>
                            <a:pt x="56691" y="46199"/>
                            <a:pt x="63358" y="43913"/>
                            <a:pt x="69645" y="40960"/>
                          </a:cubicBezTo>
                          <a:cubicBezTo>
                            <a:pt x="72788" y="39531"/>
                            <a:pt x="75836" y="37912"/>
                            <a:pt x="78694" y="36197"/>
                          </a:cubicBezTo>
                          <a:cubicBezTo>
                            <a:pt x="81456" y="34292"/>
                            <a:pt x="83933" y="32006"/>
                            <a:pt x="86123" y="29816"/>
                          </a:cubicBezTo>
                          <a:cubicBezTo>
                            <a:pt x="92791" y="22958"/>
                            <a:pt x="96220" y="14099"/>
                            <a:pt x="90314" y="11147"/>
                          </a:cubicBezTo>
                          <a:cubicBezTo>
                            <a:pt x="86695" y="9337"/>
                            <a:pt x="80885" y="10194"/>
                            <a:pt x="75645" y="10861"/>
                          </a:cubicBezTo>
                          <a:cubicBezTo>
                            <a:pt x="72598" y="11147"/>
                            <a:pt x="69550" y="11528"/>
                            <a:pt x="66597" y="11528"/>
                          </a:cubicBezTo>
                          <a:cubicBezTo>
                            <a:pt x="63549" y="11337"/>
                            <a:pt x="60501" y="11147"/>
                            <a:pt x="57644" y="10766"/>
                          </a:cubicBezTo>
                          <a:cubicBezTo>
                            <a:pt x="51833" y="10004"/>
                            <a:pt x="46499" y="8861"/>
                            <a:pt x="41546" y="7337"/>
                          </a:cubicBezTo>
                          <a:cubicBezTo>
                            <a:pt x="37260" y="5813"/>
                            <a:pt x="31259" y="3717"/>
                            <a:pt x="24782" y="1622"/>
                          </a:cubicBezTo>
                          <a:cubicBezTo>
                            <a:pt x="18210" y="-379"/>
                            <a:pt x="11638" y="-1045"/>
                            <a:pt x="5732" y="2669"/>
                          </a:cubicBezTo>
                          <a:cubicBezTo>
                            <a:pt x="-4936" y="9337"/>
                            <a:pt x="2303" y="23910"/>
                            <a:pt x="3636" y="3057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3" name="Forme libre : forme 13802">
                      <a:extLst>
                        <a:ext uri="{FF2B5EF4-FFF2-40B4-BE49-F238E27FC236}">
                          <a16:creationId xmlns:a16="http://schemas.microsoft.com/office/drawing/2014/main" id="{A555C82D-47D5-40DF-8302-AB17D8B55B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24346" y="3265698"/>
                      <a:ext cx="23032" cy="21188"/>
                    </a:xfrm>
                    <a:custGeom>
                      <a:avLst/>
                      <a:gdLst>
                        <a:gd name="connsiteX0" fmla="*/ 725 w 23032"/>
                        <a:gd name="connsiteY0" fmla="*/ 15474 h 21188"/>
                        <a:gd name="connsiteX1" fmla="*/ 154 w 23032"/>
                        <a:gd name="connsiteY1" fmla="*/ 19093 h 21188"/>
                        <a:gd name="connsiteX2" fmla="*/ 3392 w 23032"/>
                        <a:gd name="connsiteY2" fmla="*/ 21188 h 21188"/>
                        <a:gd name="connsiteX3" fmla="*/ 8059 w 23032"/>
                        <a:gd name="connsiteY3" fmla="*/ 19665 h 21188"/>
                        <a:gd name="connsiteX4" fmla="*/ 18251 w 23032"/>
                        <a:gd name="connsiteY4" fmla="*/ 13092 h 21188"/>
                        <a:gd name="connsiteX5" fmla="*/ 21489 w 23032"/>
                        <a:gd name="connsiteY5" fmla="*/ 9568 h 21188"/>
                        <a:gd name="connsiteX6" fmla="*/ 14822 w 23032"/>
                        <a:gd name="connsiteY6" fmla="*/ 1377 h 21188"/>
                        <a:gd name="connsiteX7" fmla="*/ 725 w 23032"/>
                        <a:gd name="connsiteY7" fmla="*/ 15474 h 21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032" h="21188">
                          <a:moveTo>
                            <a:pt x="725" y="15474"/>
                          </a:moveTo>
                          <a:cubicBezTo>
                            <a:pt x="154" y="16712"/>
                            <a:pt x="-228" y="18045"/>
                            <a:pt x="154" y="19093"/>
                          </a:cubicBezTo>
                          <a:cubicBezTo>
                            <a:pt x="439" y="20236"/>
                            <a:pt x="1677" y="21188"/>
                            <a:pt x="3392" y="21188"/>
                          </a:cubicBezTo>
                          <a:cubicBezTo>
                            <a:pt x="5011" y="21188"/>
                            <a:pt x="6630" y="20427"/>
                            <a:pt x="8059" y="19665"/>
                          </a:cubicBezTo>
                          <a:cubicBezTo>
                            <a:pt x="11774" y="17664"/>
                            <a:pt x="15298" y="15759"/>
                            <a:pt x="18251" y="13092"/>
                          </a:cubicBezTo>
                          <a:cubicBezTo>
                            <a:pt x="19489" y="11949"/>
                            <a:pt x="20632" y="10806"/>
                            <a:pt x="21489" y="9568"/>
                          </a:cubicBezTo>
                          <a:cubicBezTo>
                            <a:pt x="24823" y="4329"/>
                            <a:pt x="22823" y="-3100"/>
                            <a:pt x="14822" y="1377"/>
                          </a:cubicBezTo>
                          <a:cubicBezTo>
                            <a:pt x="8440" y="4710"/>
                            <a:pt x="2916" y="10330"/>
                            <a:pt x="725" y="1547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4" name="Forme libre : forme 13803">
                      <a:extLst>
                        <a:ext uri="{FF2B5EF4-FFF2-40B4-BE49-F238E27FC236}">
                          <a16:creationId xmlns:a16="http://schemas.microsoft.com/office/drawing/2014/main" id="{E0A17852-7540-4AB5-AC6A-DCB26ED0A4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09843" y="3251549"/>
                      <a:ext cx="24290" cy="51625"/>
                    </a:xfrm>
                    <a:custGeom>
                      <a:avLst/>
                      <a:gdLst>
                        <a:gd name="connsiteX0" fmla="*/ 20098 w 24290"/>
                        <a:gd name="connsiteY0" fmla="*/ 0 h 51625"/>
                        <a:gd name="connsiteX1" fmla="*/ 24289 w 24290"/>
                        <a:gd name="connsiteY1" fmla="*/ 13240 h 51625"/>
                        <a:gd name="connsiteX2" fmla="*/ 19621 w 24290"/>
                        <a:gd name="connsiteY2" fmla="*/ 29909 h 51625"/>
                        <a:gd name="connsiteX3" fmla="*/ 12382 w 24290"/>
                        <a:gd name="connsiteY3" fmla="*/ 40577 h 51625"/>
                        <a:gd name="connsiteX4" fmla="*/ 0 w 24290"/>
                        <a:gd name="connsiteY4" fmla="*/ 51626 h 51625"/>
                        <a:gd name="connsiteX5" fmla="*/ 4572 w 24290"/>
                        <a:gd name="connsiteY5" fmla="*/ 47244 h 51625"/>
                        <a:gd name="connsiteX6" fmla="*/ 13907 w 24290"/>
                        <a:gd name="connsiteY6" fmla="*/ 35719 h 51625"/>
                        <a:gd name="connsiteX7" fmla="*/ 20098 w 24290"/>
                        <a:gd name="connsiteY7" fmla="*/ 0 h 51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4290" h="51625">
                          <a:moveTo>
                            <a:pt x="20098" y="0"/>
                          </a:moveTo>
                          <a:cubicBezTo>
                            <a:pt x="20098" y="0"/>
                            <a:pt x="24384" y="4477"/>
                            <a:pt x="24289" y="13240"/>
                          </a:cubicBezTo>
                          <a:cubicBezTo>
                            <a:pt x="24289" y="17621"/>
                            <a:pt x="23146" y="23146"/>
                            <a:pt x="19621" y="29909"/>
                          </a:cubicBezTo>
                          <a:cubicBezTo>
                            <a:pt x="17812" y="33147"/>
                            <a:pt x="15716" y="37052"/>
                            <a:pt x="12382" y="40577"/>
                          </a:cubicBezTo>
                          <a:cubicBezTo>
                            <a:pt x="9049" y="44101"/>
                            <a:pt x="4953" y="47816"/>
                            <a:pt x="0" y="51626"/>
                          </a:cubicBezTo>
                          <a:cubicBezTo>
                            <a:pt x="0" y="51626"/>
                            <a:pt x="1905" y="50006"/>
                            <a:pt x="4572" y="47244"/>
                          </a:cubicBezTo>
                          <a:cubicBezTo>
                            <a:pt x="7239" y="44387"/>
                            <a:pt x="10954" y="40672"/>
                            <a:pt x="13907" y="35719"/>
                          </a:cubicBezTo>
                          <a:cubicBezTo>
                            <a:pt x="20003" y="25527"/>
                            <a:pt x="24479" y="12192"/>
                            <a:pt x="2009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5" name="Forme libre : forme 13804">
                      <a:extLst>
                        <a:ext uri="{FF2B5EF4-FFF2-40B4-BE49-F238E27FC236}">
                          <a16:creationId xmlns:a16="http://schemas.microsoft.com/office/drawing/2014/main" id="{00D6B146-1164-46E7-876A-01D29B7368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3257" y="3253740"/>
                      <a:ext cx="35147" cy="39528"/>
                    </a:xfrm>
                    <a:custGeom>
                      <a:avLst/>
                      <a:gdLst>
                        <a:gd name="connsiteX0" fmla="*/ 35147 w 35147"/>
                        <a:gd name="connsiteY0" fmla="*/ 0 h 39528"/>
                        <a:gd name="connsiteX1" fmla="*/ 17907 w 35147"/>
                        <a:gd name="connsiteY1" fmla="*/ 9525 h 39528"/>
                        <a:gd name="connsiteX2" fmla="*/ 5810 w 35147"/>
                        <a:gd name="connsiteY2" fmla="*/ 21431 h 39528"/>
                        <a:gd name="connsiteX3" fmla="*/ 0 w 35147"/>
                        <a:gd name="connsiteY3" fmla="*/ 39529 h 39528"/>
                        <a:gd name="connsiteX4" fmla="*/ 6287 w 35147"/>
                        <a:gd name="connsiteY4" fmla="*/ 25051 h 39528"/>
                        <a:gd name="connsiteX5" fmla="*/ 16955 w 35147"/>
                        <a:gd name="connsiteY5" fmla="*/ 12382 h 39528"/>
                        <a:gd name="connsiteX6" fmla="*/ 35147 w 35147"/>
                        <a:gd name="connsiteY6" fmla="*/ 0 h 39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147" h="39528">
                          <a:moveTo>
                            <a:pt x="35147" y="0"/>
                          </a:moveTo>
                          <a:cubicBezTo>
                            <a:pt x="35147" y="0"/>
                            <a:pt x="26480" y="2857"/>
                            <a:pt x="17907" y="9525"/>
                          </a:cubicBezTo>
                          <a:cubicBezTo>
                            <a:pt x="13716" y="13145"/>
                            <a:pt x="9240" y="16669"/>
                            <a:pt x="5810" y="21431"/>
                          </a:cubicBezTo>
                          <a:cubicBezTo>
                            <a:pt x="2381" y="26289"/>
                            <a:pt x="0" y="32290"/>
                            <a:pt x="0" y="39529"/>
                          </a:cubicBezTo>
                          <a:cubicBezTo>
                            <a:pt x="0" y="39529"/>
                            <a:pt x="1143" y="32956"/>
                            <a:pt x="6287" y="25051"/>
                          </a:cubicBezTo>
                          <a:cubicBezTo>
                            <a:pt x="8763" y="20955"/>
                            <a:pt x="12478" y="17240"/>
                            <a:pt x="16955" y="12382"/>
                          </a:cubicBezTo>
                          <a:cubicBezTo>
                            <a:pt x="21622" y="7811"/>
                            <a:pt x="27432" y="3429"/>
                            <a:pt x="3514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6" name="Forme libre : forme 13805">
                      <a:extLst>
                        <a:ext uri="{FF2B5EF4-FFF2-40B4-BE49-F238E27FC236}">
                          <a16:creationId xmlns:a16="http://schemas.microsoft.com/office/drawing/2014/main" id="{0BA63F0E-90B9-49F7-94BB-5C7B7B28B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5070" y="3263202"/>
                      <a:ext cx="24390" cy="13052"/>
                    </a:xfrm>
                    <a:custGeom>
                      <a:avLst/>
                      <a:gdLst>
                        <a:gd name="connsiteX0" fmla="*/ 24389 w 24390"/>
                        <a:gd name="connsiteY0" fmla="*/ 2920 h 13052"/>
                        <a:gd name="connsiteX1" fmla="*/ 12197 w 24390"/>
                        <a:gd name="connsiteY1" fmla="*/ 12254 h 13052"/>
                        <a:gd name="connsiteX2" fmla="*/ 3434 w 24390"/>
                        <a:gd name="connsiteY2" fmla="*/ 12636 h 13052"/>
                        <a:gd name="connsiteX3" fmla="*/ 5 w 24390"/>
                        <a:gd name="connsiteY3" fmla="*/ 9492 h 13052"/>
                        <a:gd name="connsiteX4" fmla="*/ 12292 w 24390"/>
                        <a:gd name="connsiteY4" fmla="*/ 1110 h 13052"/>
                        <a:gd name="connsiteX5" fmla="*/ 24389 w 24390"/>
                        <a:gd name="connsiteY5" fmla="*/ 2920 h 13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390" h="13052">
                          <a:moveTo>
                            <a:pt x="24389" y="2920"/>
                          </a:moveTo>
                          <a:cubicBezTo>
                            <a:pt x="24484" y="5968"/>
                            <a:pt x="18960" y="10159"/>
                            <a:pt x="12197" y="12254"/>
                          </a:cubicBezTo>
                          <a:cubicBezTo>
                            <a:pt x="8863" y="13397"/>
                            <a:pt x="5529" y="13112"/>
                            <a:pt x="3434" y="12636"/>
                          </a:cubicBezTo>
                          <a:cubicBezTo>
                            <a:pt x="1243" y="12064"/>
                            <a:pt x="-90" y="11016"/>
                            <a:pt x="5" y="9492"/>
                          </a:cubicBezTo>
                          <a:cubicBezTo>
                            <a:pt x="195" y="6539"/>
                            <a:pt x="5911" y="3396"/>
                            <a:pt x="12292" y="1110"/>
                          </a:cubicBezTo>
                          <a:cubicBezTo>
                            <a:pt x="18769" y="-890"/>
                            <a:pt x="24294" y="-128"/>
                            <a:pt x="24389" y="292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7" name="Forme libre : forme 13806">
                      <a:extLst>
                        <a:ext uri="{FF2B5EF4-FFF2-40B4-BE49-F238E27FC236}">
                          <a16:creationId xmlns:a16="http://schemas.microsoft.com/office/drawing/2014/main" id="{E294BC75-D18F-4732-9983-44B4DC5CFD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85663" y="3262234"/>
                      <a:ext cx="6499" cy="5299"/>
                    </a:xfrm>
                    <a:custGeom>
                      <a:avLst/>
                      <a:gdLst>
                        <a:gd name="connsiteX0" fmla="*/ 6273 w 6499"/>
                        <a:gd name="connsiteY0" fmla="*/ 935 h 5299"/>
                        <a:gd name="connsiteX1" fmla="*/ 4368 w 6499"/>
                        <a:gd name="connsiteY1" fmla="*/ 4650 h 5299"/>
                        <a:gd name="connsiteX2" fmla="*/ 177 w 6499"/>
                        <a:gd name="connsiteY2" fmla="*/ 4364 h 5299"/>
                        <a:gd name="connsiteX3" fmla="*/ 2082 w 6499"/>
                        <a:gd name="connsiteY3" fmla="*/ 649 h 5299"/>
                        <a:gd name="connsiteX4" fmla="*/ 6273 w 6499"/>
                        <a:gd name="connsiteY4" fmla="*/ 935 h 5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9" h="5299">
                          <a:moveTo>
                            <a:pt x="6273" y="935"/>
                          </a:moveTo>
                          <a:cubicBezTo>
                            <a:pt x="6940" y="1983"/>
                            <a:pt x="6083" y="3698"/>
                            <a:pt x="4368" y="4650"/>
                          </a:cubicBezTo>
                          <a:cubicBezTo>
                            <a:pt x="2653" y="5602"/>
                            <a:pt x="749" y="5507"/>
                            <a:pt x="177" y="4364"/>
                          </a:cubicBezTo>
                          <a:cubicBezTo>
                            <a:pt x="-394" y="3221"/>
                            <a:pt x="463" y="1602"/>
                            <a:pt x="2082" y="649"/>
                          </a:cubicBezTo>
                          <a:cubicBezTo>
                            <a:pt x="3797" y="-303"/>
                            <a:pt x="5606" y="-208"/>
                            <a:pt x="6273" y="9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8" name="Forme libre : forme 13807">
                      <a:extLst>
                        <a:ext uri="{FF2B5EF4-FFF2-40B4-BE49-F238E27FC236}">
                          <a16:creationId xmlns:a16="http://schemas.microsoft.com/office/drawing/2014/main" id="{1D058923-6FAD-42D5-B761-00546BF32C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54999" y="3232959"/>
                      <a:ext cx="65305" cy="25082"/>
                    </a:xfrm>
                    <a:custGeom>
                      <a:avLst/>
                      <a:gdLst>
                        <a:gd name="connsiteX0" fmla="*/ 48082 w 65305"/>
                        <a:gd name="connsiteY0" fmla="*/ 1921 h 25082"/>
                        <a:gd name="connsiteX1" fmla="*/ 63893 w 65305"/>
                        <a:gd name="connsiteY1" fmla="*/ 15161 h 25082"/>
                        <a:gd name="connsiteX2" fmla="*/ 63417 w 65305"/>
                        <a:gd name="connsiteY2" fmla="*/ 23162 h 25082"/>
                        <a:gd name="connsiteX3" fmla="*/ 54844 w 65305"/>
                        <a:gd name="connsiteY3" fmla="*/ 24495 h 25082"/>
                        <a:gd name="connsiteX4" fmla="*/ 44272 w 65305"/>
                        <a:gd name="connsiteY4" fmla="*/ 20018 h 25082"/>
                        <a:gd name="connsiteX5" fmla="*/ 32080 w 65305"/>
                        <a:gd name="connsiteY5" fmla="*/ 17161 h 25082"/>
                        <a:gd name="connsiteX6" fmla="*/ 13125 w 65305"/>
                        <a:gd name="connsiteY6" fmla="*/ 21162 h 25082"/>
                        <a:gd name="connsiteX7" fmla="*/ 3314 w 65305"/>
                        <a:gd name="connsiteY7" fmla="*/ 21447 h 25082"/>
                        <a:gd name="connsiteX8" fmla="*/ 171 w 65305"/>
                        <a:gd name="connsiteY8" fmla="*/ 17828 h 25082"/>
                        <a:gd name="connsiteX9" fmla="*/ 5029 w 65305"/>
                        <a:gd name="connsiteY9" fmla="*/ 12303 h 25082"/>
                        <a:gd name="connsiteX10" fmla="*/ 13411 w 65305"/>
                        <a:gd name="connsiteY10" fmla="*/ 6779 h 25082"/>
                        <a:gd name="connsiteX11" fmla="*/ 30365 w 65305"/>
                        <a:gd name="connsiteY11" fmla="*/ 778 h 25082"/>
                        <a:gd name="connsiteX12" fmla="*/ 48082 w 65305"/>
                        <a:gd name="connsiteY12" fmla="*/ 1921 h 25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5305" h="25082">
                          <a:moveTo>
                            <a:pt x="48082" y="1921"/>
                          </a:moveTo>
                          <a:cubicBezTo>
                            <a:pt x="54940" y="4588"/>
                            <a:pt x="59988" y="9541"/>
                            <a:pt x="63893" y="15161"/>
                          </a:cubicBezTo>
                          <a:cubicBezTo>
                            <a:pt x="65322" y="17256"/>
                            <a:pt x="66370" y="20495"/>
                            <a:pt x="63417" y="23162"/>
                          </a:cubicBezTo>
                          <a:cubicBezTo>
                            <a:pt x="60750" y="25543"/>
                            <a:pt x="57226" y="25352"/>
                            <a:pt x="54844" y="24495"/>
                          </a:cubicBezTo>
                          <a:cubicBezTo>
                            <a:pt x="51130" y="23257"/>
                            <a:pt x="47796" y="21447"/>
                            <a:pt x="44272" y="20018"/>
                          </a:cubicBezTo>
                          <a:cubicBezTo>
                            <a:pt x="40557" y="18399"/>
                            <a:pt x="36652" y="17161"/>
                            <a:pt x="32080" y="17161"/>
                          </a:cubicBezTo>
                          <a:cubicBezTo>
                            <a:pt x="29222" y="17161"/>
                            <a:pt x="20555" y="19733"/>
                            <a:pt x="13125" y="21162"/>
                          </a:cubicBezTo>
                          <a:cubicBezTo>
                            <a:pt x="9505" y="22019"/>
                            <a:pt x="5791" y="21923"/>
                            <a:pt x="3314" y="21447"/>
                          </a:cubicBezTo>
                          <a:cubicBezTo>
                            <a:pt x="838" y="20876"/>
                            <a:pt x="-496" y="19828"/>
                            <a:pt x="171" y="17828"/>
                          </a:cubicBezTo>
                          <a:cubicBezTo>
                            <a:pt x="742" y="15827"/>
                            <a:pt x="2552" y="14018"/>
                            <a:pt x="5029" y="12303"/>
                          </a:cubicBezTo>
                          <a:cubicBezTo>
                            <a:pt x="7315" y="10303"/>
                            <a:pt x="10267" y="8398"/>
                            <a:pt x="13411" y="6779"/>
                          </a:cubicBezTo>
                          <a:cubicBezTo>
                            <a:pt x="19697" y="3540"/>
                            <a:pt x="26651" y="1254"/>
                            <a:pt x="30365" y="778"/>
                          </a:cubicBezTo>
                          <a:cubicBezTo>
                            <a:pt x="36747" y="-556"/>
                            <a:pt x="42843" y="-175"/>
                            <a:pt x="48082" y="19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99" name="Graphique 1">
                    <a:extLst>
                      <a:ext uri="{FF2B5EF4-FFF2-40B4-BE49-F238E27FC236}">
                        <a16:creationId xmlns:a16="http://schemas.microsoft.com/office/drawing/2014/main" id="{98C8A634-5130-4256-9DE9-E2CD6E799E54}"/>
                      </a:ext>
                    </a:extLst>
                  </p:cNvPr>
                  <p:cNvGrpSpPr/>
                  <p:nvPr/>
                </p:nvGrpSpPr>
                <p:grpSpPr>
                  <a:xfrm>
                    <a:off x="4815899" y="3114035"/>
                    <a:ext cx="126182" cy="144806"/>
                    <a:chOff x="4815899" y="3114035"/>
                    <a:chExt cx="126182" cy="144806"/>
                  </a:xfrm>
                  <a:solidFill>
                    <a:schemeClr val="accent1"/>
                  </a:solidFill>
                </p:grpSpPr>
                <p:sp>
                  <p:nvSpPr>
                    <p:cNvPr id="13785" name="Forme libre : forme 13784">
                      <a:extLst>
                        <a:ext uri="{FF2B5EF4-FFF2-40B4-BE49-F238E27FC236}">
                          <a16:creationId xmlns:a16="http://schemas.microsoft.com/office/drawing/2014/main" id="{F2CE8C26-0AC9-41ED-B668-B2FE62B41D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15899" y="3114035"/>
                      <a:ext cx="126182" cy="144806"/>
                    </a:xfrm>
                    <a:custGeom>
                      <a:avLst/>
                      <a:gdLst>
                        <a:gd name="connsiteX0" fmla="*/ 116626 w 126182"/>
                        <a:gd name="connsiteY0" fmla="*/ 71696 h 144806"/>
                        <a:gd name="connsiteX1" fmla="*/ 99195 w 126182"/>
                        <a:gd name="connsiteY1" fmla="*/ 98557 h 144806"/>
                        <a:gd name="connsiteX2" fmla="*/ 78812 w 126182"/>
                        <a:gd name="connsiteY2" fmla="*/ 123322 h 144806"/>
                        <a:gd name="connsiteX3" fmla="*/ 71287 w 126182"/>
                        <a:gd name="connsiteY3" fmla="*/ 131227 h 144806"/>
                        <a:gd name="connsiteX4" fmla="*/ 62524 w 126182"/>
                        <a:gd name="connsiteY4" fmla="*/ 136942 h 144806"/>
                        <a:gd name="connsiteX5" fmla="*/ 45475 w 126182"/>
                        <a:gd name="connsiteY5" fmla="*/ 143800 h 144806"/>
                        <a:gd name="connsiteX6" fmla="*/ 30806 w 126182"/>
                        <a:gd name="connsiteY6" fmla="*/ 144086 h 144806"/>
                        <a:gd name="connsiteX7" fmla="*/ 20043 w 126182"/>
                        <a:gd name="connsiteY7" fmla="*/ 137324 h 144806"/>
                        <a:gd name="connsiteX8" fmla="*/ 5279 w 126182"/>
                        <a:gd name="connsiteY8" fmla="*/ 119226 h 144806"/>
                        <a:gd name="connsiteX9" fmla="*/ 517 w 126182"/>
                        <a:gd name="connsiteY9" fmla="*/ 107891 h 144806"/>
                        <a:gd name="connsiteX10" fmla="*/ 707 w 126182"/>
                        <a:gd name="connsiteY10" fmla="*/ 94080 h 144806"/>
                        <a:gd name="connsiteX11" fmla="*/ 5660 w 126182"/>
                        <a:gd name="connsiteY11" fmla="*/ 80173 h 144806"/>
                        <a:gd name="connsiteX12" fmla="*/ 9851 w 126182"/>
                        <a:gd name="connsiteY12" fmla="*/ 73697 h 144806"/>
                        <a:gd name="connsiteX13" fmla="*/ 14519 w 126182"/>
                        <a:gd name="connsiteY13" fmla="*/ 66934 h 144806"/>
                        <a:gd name="connsiteX14" fmla="*/ 29378 w 126182"/>
                        <a:gd name="connsiteY14" fmla="*/ 48360 h 144806"/>
                        <a:gd name="connsiteX15" fmla="*/ 42045 w 126182"/>
                        <a:gd name="connsiteY15" fmla="*/ 27976 h 144806"/>
                        <a:gd name="connsiteX16" fmla="*/ 52714 w 126182"/>
                        <a:gd name="connsiteY16" fmla="*/ 14165 h 144806"/>
                        <a:gd name="connsiteX17" fmla="*/ 65668 w 126182"/>
                        <a:gd name="connsiteY17" fmla="*/ 4259 h 144806"/>
                        <a:gd name="connsiteX18" fmla="*/ 91862 w 126182"/>
                        <a:gd name="connsiteY18" fmla="*/ 2545 h 144806"/>
                        <a:gd name="connsiteX19" fmla="*/ 113102 w 126182"/>
                        <a:gd name="connsiteY19" fmla="*/ 13784 h 144806"/>
                        <a:gd name="connsiteX20" fmla="*/ 126056 w 126182"/>
                        <a:gd name="connsiteY20" fmla="*/ 36644 h 144806"/>
                        <a:gd name="connsiteX21" fmla="*/ 124532 w 126182"/>
                        <a:gd name="connsiteY21" fmla="*/ 53408 h 144806"/>
                        <a:gd name="connsiteX22" fmla="*/ 116626 w 126182"/>
                        <a:gd name="connsiteY22" fmla="*/ 71696 h 144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26182" h="144806">
                          <a:moveTo>
                            <a:pt x="116626" y="71696"/>
                          </a:moveTo>
                          <a:lnTo>
                            <a:pt x="99195" y="98557"/>
                          </a:lnTo>
                          <a:cubicBezTo>
                            <a:pt x="92814" y="107034"/>
                            <a:pt x="85670" y="115130"/>
                            <a:pt x="78812" y="123322"/>
                          </a:cubicBezTo>
                          <a:cubicBezTo>
                            <a:pt x="76431" y="126179"/>
                            <a:pt x="73859" y="128846"/>
                            <a:pt x="71287" y="131227"/>
                          </a:cubicBezTo>
                          <a:cubicBezTo>
                            <a:pt x="68430" y="133418"/>
                            <a:pt x="65477" y="135323"/>
                            <a:pt x="62524" y="136942"/>
                          </a:cubicBezTo>
                          <a:cubicBezTo>
                            <a:pt x="56714" y="140276"/>
                            <a:pt x="50904" y="142562"/>
                            <a:pt x="45475" y="143800"/>
                          </a:cubicBezTo>
                          <a:cubicBezTo>
                            <a:pt x="40046" y="145039"/>
                            <a:pt x="35092" y="145134"/>
                            <a:pt x="30806" y="144086"/>
                          </a:cubicBezTo>
                          <a:cubicBezTo>
                            <a:pt x="26425" y="142848"/>
                            <a:pt x="22710" y="140562"/>
                            <a:pt x="20043" y="137324"/>
                          </a:cubicBezTo>
                          <a:lnTo>
                            <a:pt x="5279" y="119226"/>
                          </a:lnTo>
                          <a:cubicBezTo>
                            <a:pt x="2612" y="115892"/>
                            <a:pt x="1088" y="112082"/>
                            <a:pt x="517" y="107891"/>
                          </a:cubicBezTo>
                          <a:cubicBezTo>
                            <a:pt x="-245" y="103510"/>
                            <a:pt x="-150" y="98842"/>
                            <a:pt x="707" y="94080"/>
                          </a:cubicBezTo>
                          <a:cubicBezTo>
                            <a:pt x="1564" y="89317"/>
                            <a:pt x="3184" y="84650"/>
                            <a:pt x="5660" y="80173"/>
                          </a:cubicBezTo>
                          <a:cubicBezTo>
                            <a:pt x="6899" y="77983"/>
                            <a:pt x="8327" y="75792"/>
                            <a:pt x="9851" y="73697"/>
                          </a:cubicBezTo>
                          <a:cubicBezTo>
                            <a:pt x="11184" y="71315"/>
                            <a:pt x="12709" y="69029"/>
                            <a:pt x="14519" y="66934"/>
                          </a:cubicBezTo>
                          <a:cubicBezTo>
                            <a:pt x="19376" y="60647"/>
                            <a:pt x="24710" y="54742"/>
                            <a:pt x="29378" y="48360"/>
                          </a:cubicBezTo>
                          <a:lnTo>
                            <a:pt x="42045" y="27976"/>
                          </a:lnTo>
                          <a:cubicBezTo>
                            <a:pt x="45093" y="23595"/>
                            <a:pt x="48713" y="18356"/>
                            <a:pt x="52714" y="14165"/>
                          </a:cubicBezTo>
                          <a:cubicBezTo>
                            <a:pt x="56714" y="9974"/>
                            <a:pt x="61095" y="6640"/>
                            <a:pt x="65668" y="4259"/>
                          </a:cubicBezTo>
                          <a:cubicBezTo>
                            <a:pt x="74717" y="-503"/>
                            <a:pt x="84146" y="-1551"/>
                            <a:pt x="91862" y="2545"/>
                          </a:cubicBezTo>
                          <a:lnTo>
                            <a:pt x="113102" y="13784"/>
                          </a:lnTo>
                          <a:cubicBezTo>
                            <a:pt x="120722" y="17880"/>
                            <a:pt x="125294" y="26262"/>
                            <a:pt x="126056" y="36644"/>
                          </a:cubicBezTo>
                          <a:cubicBezTo>
                            <a:pt x="126437" y="41883"/>
                            <a:pt x="125961" y="47503"/>
                            <a:pt x="124532" y="53408"/>
                          </a:cubicBezTo>
                          <a:cubicBezTo>
                            <a:pt x="123008" y="59409"/>
                            <a:pt x="121008" y="65219"/>
                            <a:pt x="116626" y="71696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6" name="Forme libre : forme 13785">
                      <a:extLst>
                        <a:ext uri="{FF2B5EF4-FFF2-40B4-BE49-F238E27FC236}">
                          <a16:creationId xmlns:a16="http://schemas.microsoft.com/office/drawing/2014/main" id="{6534AC38-BE0C-45B0-B54A-4A11B2FF5A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29464" y="3127533"/>
                      <a:ext cx="112425" cy="131308"/>
                    </a:xfrm>
                    <a:custGeom>
                      <a:avLst/>
                      <a:gdLst>
                        <a:gd name="connsiteX0" fmla="*/ 50768 w 112425"/>
                        <a:gd name="connsiteY0" fmla="*/ 83248 h 131308"/>
                        <a:gd name="connsiteX1" fmla="*/ 40481 w 112425"/>
                        <a:gd name="connsiteY1" fmla="*/ 97536 h 131308"/>
                        <a:gd name="connsiteX2" fmla="*/ 27242 w 112425"/>
                        <a:gd name="connsiteY2" fmla="*/ 107918 h 131308"/>
                        <a:gd name="connsiteX3" fmla="*/ 0 w 112425"/>
                        <a:gd name="connsiteY3" fmla="*/ 116014 h 131308"/>
                        <a:gd name="connsiteX4" fmla="*/ 6382 w 112425"/>
                        <a:gd name="connsiteY4" fmla="*/ 123825 h 131308"/>
                        <a:gd name="connsiteX5" fmla="*/ 17145 w 112425"/>
                        <a:gd name="connsiteY5" fmla="*/ 130588 h 131308"/>
                        <a:gd name="connsiteX6" fmla="*/ 31814 w 112425"/>
                        <a:gd name="connsiteY6" fmla="*/ 130302 h 131308"/>
                        <a:gd name="connsiteX7" fmla="*/ 48863 w 112425"/>
                        <a:gd name="connsiteY7" fmla="*/ 123444 h 131308"/>
                        <a:gd name="connsiteX8" fmla="*/ 57627 w 112425"/>
                        <a:gd name="connsiteY8" fmla="*/ 117729 h 131308"/>
                        <a:gd name="connsiteX9" fmla="*/ 65151 w 112425"/>
                        <a:gd name="connsiteY9" fmla="*/ 109823 h 131308"/>
                        <a:gd name="connsiteX10" fmla="*/ 85535 w 112425"/>
                        <a:gd name="connsiteY10" fmla="*/ 85058 h 131308"/>
                        <a:gd name="connsiteX11" fmla="*/ 102965 w 112425"/>
                        <a:gd name="connsiteY11" fmla="*/ 58198 h 131308"/>
                        <a:gd name="connsiteX12" fmla="*/ 110776 w 112425"/>
                        <a:gd name="connsiteY12" fmla="*/ 40005 h 131308"/>
                        <a:gd name="connsiteX13" fmla="*/ 112300 w 112425"/>
                        <a:gd name="connsiteY13" fmla="*/ 23241 h 131308"/>
                        <a:gd name="connsiteX14" fmla="*/ 99346 w 112425"/>
                        <a:gd name="connsiteY14" fmla="*/ 381 h 131308"/>
                        <a:gd name="connsiteX15" fmla="*/ 98679 w 112425"/>
                        <a:gd name="connsiteY15" fmla="*/ 0 h 131308"/>
                        <a:gd name="connsiteX16" fmla="*/ 87821 w 112425"/>
                        <a:gd name="connsiteY16" fmla="*/ 21146 h 131308"/>
                        <a:gd name="connsiteX17" fmla="*/ 76010 w 112425"/>
                        <a:gd name="connsiteY17" fmla="*/ 41624 h 131308"/>
                        <a:gd name="connsiteX18" fmla="*/ 63437 w 112425"/>
                        <a:gd name="connsiteY18" fmla="*/ 62294 h 131308"/>
                        <a:gd name="connsiteX19" fmla="*/ 50768 w 112425"/>
                        <a:gd name="connsiteY19" fmla="*/ 83248 h 131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12425" h="131308">
                          <a:moveTo>
                            <a:pt x="50768" y="83248"/>
                          </a:moveTo>
                          <a:cubicBezTo>
                            <a:pt x="47816" y="88297"/>
                            <a:pt x="44291" y="93154"/>
                            <a:pt x="40481" y="97536"/>
                          </a:cubicBezTo>
                          <a:cubicBezTo>
                            <a:pt x="36672" y="101917"/>
                            <a:pt x="31814" y="104965"/>
                            <a:pt x="27242" y="107918"/>
                          </a:cubicBezTo>
                          <a:cubicBezTo>
                            <a:pt x="17907" y="113443"/>
                            <a:pt x="8763" y="116967"/>
                            <a:pt x="0" y="116014"/>
                          </a:cubicBezTo>
                          <a:lnTo>
                            <a:pt x="6382" y="123825"/>
                          </a:lnTo>
                          <a:cubicBezTo>
                            <a:pt x="9049" y="127063"/>
                            <a:pt x="12764" y="129445"/>
                            <a:pt x="17145" y="130588"/>
                          </a:cubicBezTo>
                          <a:cubicBezTo>
                            <a:pt x="21431" y="131636"/>
                            <a:pt x="26384" y="131540"/>
                            <a:pt x="31814" y="130302"/>
                          </a:cubicBezTo>
                          <a:cubicBezTo>
                            <a:pt x="37243" y="129064"/>
                            <a:pt x="43053" y="126778"/>
                            <a:pt x="48863" y="123444"/>
                          </a:cubicBezTo>
                          <a:cubicBezTo>
                            <a:pt x="51816" y="121729"/>
                            <a:pt x="54673" y="119824"/>
                            <a:pt x="57627" y="117729"/>
                          </a:cubicBezTo>
                          <a:cubicBezTo>
                            <a:pt x="60198" y="115348"/>
                            <a:pt x="62770" y="112681"/>
                            <a:pt x="65151" y="109823"/>
                          </a:cubicBezTo>
                          <a:cubicBezTo>
                            <a:pt x="72009" y="101632"/>
                            <a:pt x="79153" y="93536"/>
                            <a:pt x="85535" y="85058"/>
                          </a:cubicBezTo>
                          <a:lnTo>
                            <a:pt x="102965" y="58198"/>
                          </a:lnTo>
                          <a:cubicBezTo>
                            <a:pt x="107347" y="51721"/>
                            <a:pt x="109347" y="45815"/>
                            <a:pt x="110776" y="40005"/>
                          </a:cubicBezTo>
                          <a:cubicBezTo>
                            <a:pt x="112205" y="34195"/>
                            <a:pt x="112681" y="28480"/>
                            <a:pt x="112300" y="23241"/>
                          </a:cubicBezTo>
                          <a:cubicBezTo>
                            <a:pt x="111538" y="12859"/>
                            <a:pt x="106966" y="4381"/>
                            <a:pt x="99346" y="381"/>
                          </a:cubicBezTo>
                          <a:lnTo>
                            <a:pt x="98679" y="0"/>
                          </a:lnTo>
                          <a:cubicBezTo>
                            <a:pt x="95345" y="7239"/>
                            <a:pt x="91536" y="14288"/>
                            <a:pt x="87821" y="21146"/>
                          </a:cubicBezTo>
                          <a:cubicBezTo>
                            <a:pt x="83915" y="28004"/>
                            <a:pt x="80582" y="34862"/>
                            <a:pt x="76010" y="41624"/>
                          </a:cubicBezTo>
                          <a:cubicBezTo>
                            <a:pt x="71724" y="48387"/>
                            <a:pt x="67437" y="55245"/>
                            <a:pt x="63437" y="62294"/>
                          </a:cubicBezTo>
                          <a:cubicBezTo>
                            <a:pt x="59913" y="69723"/>
                            <a:pt x="54864" y="76009"/>
                            <a:pt x="50768" y="8324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7" name="Forme libre : forme 13786">
                      <a:extLst>
                        <a:ext uri="{FF2B5EF4-FFF2-40B4-BE49-F238E27FC236}">
                          <a16:creationId xmlns:a16="http://schemas.microsoft.com/office/drawing/2014/main" id="{BEB5068E-466E-42E6-842A-264249228E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63147" y="3149653"/>
                      <a:ext cx="47474" cy="60085"/>
                    </a:xfrm>
                    <a:custGeom>
                      <a:avLst/>
                      <a:gdLst>
                        <a:gd name="connsiteX0" fmla="*/ 42136 w 47474"/>
                        <a:gd name="connsiteY0" fmla="*/ 1026 h 60085"/>
                        <a:gd name="connsiteX1" fmla="*/ 47375 w 47474"/>
                        <a:gd name="connsiteY1" fmla="*/ 15504 h 60085"/>
                        <a:gd name="connsiteX2" fmla="*/ 37659 w 47474"/>
                        <a:gd name="connsiteY2" fmla="*/ 39602 h 60085"/>
                        <a:gd name="connsiteX3" fmla="*/ 28801 w 47474"/>
                        <a:gd name="connsiteY3" fmla="*/ 50651 h 60085"/>
                        <a:gd name="connsiteX4" fmla="*/ 18705 w 47474"/>
                        <a:gd name="connsiteY4" fmla="*/ 57414 h 60085"/>
                        <a:gd name="connsiteX5" fmla="*/ 3274 w 47474"/>
                        <a:gd name="connsiteY5" fmla="*/ 58080 h 60085"/>
                        <a:gd name="connsiteX6" fmla="*/ 798 w 47474"/>
                        <a:gd name="connsiteY6" fmla="*/ 43126 h 60085"/>
                        <a:gd name="connsiteX7" fmla="*/ 4703 w 47474"/>
                        <a:gd name="connsiteY7" fmla="*/ 32934 h 60085"/>
                        <a:gd name="connsiteX8" fmla="*/ 10609 w 47474"/>
                        <a:gd name="connsiteY8" fmla="*/ 21504 h 60085"/>
                        <a:gd name="connsiteX9" fmla="*/ 27182 w 47474"/>
                        <a:gd name="connsiteY9" fmla="*/ 4264 h 60085"/>
                        <a:gd name="connsiteX10" fmla="*/ 42136 w 47474"/>
                        <a:gd name="connsiteY10" fmla="*/ 1026 h 60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7474" h="60085">
                          <a:moveTo>
                            <a:pt x="42136" y="1026"/>
                          </a:moveTo>
                          <a:cubicBezTo>
                            <a:pt x="46041" y="3216"/>
                            <a:pt x="47947" y="8550"/>
                            <a:pt x="47375" y="15504"/>
                          </a:cubicBezTo>
                          <a:cubicBezTo>
                            <a:pt x="46423" y="22457"/>
                            <a:pt x="43089" y="31125"/>
                            <a:pt x="37659" y="39602"/>
                          </a:cubicBezTo>
                          <a:cubicBezTo>
                            <a:pt x="34897" y="43793"/>
                            <a:pt x="32135" y="47698"/>
                            <a:pt x="28801" y="50651"/>
                          </a:cubicBezTo>
                          <a:cubicBezTo>
                            <a:pt x="25372" y="53508"/>
                            <a:pt x="21943" y="55794"/>
                            <a:pt x="18705" y="57414"/>
                          </a:cubicBezTo>
                          <a:cubicBezTo>
                            <a:pt x="12228" y="60652"/>
                            <a:pt x="6608" y="61033"/>
                            <a:pt x="3274" y="58080"/>
                          </a:cubicBezTo>
                          <a:cubicBezTo>
                            <a:pt x="-155" y="55128"/>
                            <a:pt x="-726" y="49603"/>
                            <a:pt x="798" y="43126"/>
                          </a:cubicBezTo>
                          <a:cubicBezTo>
                            <a:pt x="1560" y="39888"/>
                            <a:pt x="2893" y="36459"/>
                            <a:pt x="4703" y="32934"/>
                          </a:cubicBezTo>
                          <a:cubicBezTo>
                            <a:pt x="6418" y="29315"/>
                            <a:pt x="8132" y="25314"/>
                            <a:pt x="10609" y="21504"/>
                          </a:cubicBezTo>
                          <a:cubicBezTo>
                            <a:pt x="15467" y="13884"/>
                            <a:pt x="21372" y="7979"/>
                            <a:pt x="27182" y="4264"/>
                          </a:cubicBezTo>
                          <a:cubicBezTo>
                            <a:pt x="32802" y="264"/>
                            <a:pt x="38231" y="-1165"/>
                            <a:pt x="42136" y="102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8" name="Forme libre : forme 13787">
                      <a:extLst>
                        <a:ext uri="{FF2B5EF4-FFF2-40B4-BE49-F238E27FC236}">
                          <a16:creationId xmlns:a16="http://schemas.microsoft.com/office/drawing/2014/main" id="{518137AF-4B64-4EB0-A144-B0BA7188D7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63148" y="3174491"/>
                      <a:ext cx="44993" cy="35119"/>
                    </a:xfrm>
                    <a:custGeom>
                      <a:avLst/>
                      <a:gdLst>
                        <a:gd name="connsiteX0" fmla="*/ 2322 w 44993"/>
                        <a:gd name="connsiteY0" fmla="*/ 13240 h 35119"/>
                        <a:gd name="connsiteX1" fmla="*/ 3274 w 44993"/>
                        <a:gd name="connsiteY1" fmla="*/ 33147 h 35119"/>
                        <a:gd name="connsiteX2" fmla="*/ 18704 w 44993"/>
                        <a:gd name="connsiteY2" fmla="*/ 32480 h 35119"/>
                        <a:gd name="connsiteX3" fmla="*/ 28801 w 44993"/>
                        <a:gd name="connsiteY3" fmla="*/ 25718 h 35119"/>
                        <a:gd name="connsiteX4" fmla="*/ 37659 w 44993"/>
                        <a:gd name="connsiteY4" fmla="*/ 14669 h 35119"/>
                        <a:gd name="connsiteX5" fmla="*/ 44993 w 44993"/>
                        <a:gd name="connsiteY5" fmla="*/ 0 h 35119"/>
                        <a:gd name="connsiteX6" fmla="*/ 39183 w 44993"/>
                        <a:gd name="connsiteY6" fmla="*/ 6953 h 35119"/>
                        <a:gd name="connsiteX7" fmla="*/ 19181 w 44993"/>
                        <a:gd name="connsiteY7" fmla="*/ 17336 h 35119"/>
                        <a:gd name="connsiteX8" fmla="*/ 2322 w 44993"/>
                        <a:gd name="connsiteY8" fmla="*/ 13240 h 35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993" h="35119">
                          <a:moveTo>
                            <a:pt x="2322" y="13240"/>
                          </a:moveTo>
                          <a:cubicBezTo>
                            <a:pt x="-917" y="21717"/>
                            <a:pt x="-917" y="29528"/>
                            <a:pt x="3274" y="33147"/>
                          </a:cubicBezTo>
                          <a:cubicBezTo>
                            <a:pt x="6703" y="36100"/>
                            <a:pt x="12227" y="35623"/>
                            <a:pt x="18704" y="32480"/>
                          </a:cubicBezTo>
                          <a:cubicBezTo>
                            <a:pt x="21943" y="30861"/>
                            <a:pt x="25372" y="28575"/>
                            <a:pt x="28801" y="25718"/>
                          </a:cubicBezTo>
                          <a:cubicBezTo>
                            <a:pt x="32135" y="22765"/>
                            <a:pt x="34897" y="18860"/>
                            <a:pt x="37659" y="14669"/>
                          </a:cubicBezTo>
                          <a:cubicBezTo>
                            <a:pt x="40898" y="9715"/>
                            <a:pt x="43374" y="4667"/>
                            <a:pt x="44993" y="0"/>
                          </a:cubicBezTo>
                          <a:cubicBezTo>
                            <a:pt x="43279" y="2572"/>
                            <a:pt x="41374" y="4858"/>
                            <a:pt x="39183" y="6953"/>
                          </a:cubicBezTo>
                          <a:cubicBezTo>
                            <a:pt x="32706" y="12287"/>
                            <a:pt x="25658" y="16097"/>
                            <a:pt x="19181" y="17336"/>
                          </a:cubicBezTo>
                          <a:cubicBezTo>
                            <a:pt x="12227" y="18288"/>
                            <a:pt x="6227" y="17050"/>
                            <a:pt x="2322" y="1324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9" name="Forme libre : forme 13788">
                      <a:extLst>
                        <a:ext uri="{FF2B5EF4-FFF2-40B4-BE49-F238E27FC236}">
                          <a16:creationId xmlns:a16="http://schemas.microsoft.com/office/drawing/2014/main" id="{E052406C-BFBF-400B-AB2F-1978BF4943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68058" y="3148320"/>
                      <a:ext cx="47469" cy="60917"/>
                    </a:xfrm>
                    <a:custGeom>
                      <a:avLst/>
                      <a:gdLst>
                        <a:gd name="connsiteX0" fmla="*/ 42083 w 47469"/>
                        <a:gd name="connsiteY0" fmla="*/ 1026 h 60917"/>
                        <a:gd name="connsiteX1" fmla="*/ 47417 w 47469"/>
                        <a:gd name="connsiteY1" fmla="*/ 15504 h 60917"/>
                        <a:gd name="connsiteX2" fmla="*/ 44465 w 47469"/>
                        <a:gd name="connsiteY2" fmla="*/ 27029 h 60917"/>
                        <a:gd name="connsiteX3" fmla="*/ 37797 w 47469"/>
                        <a:gd name="connsiteY3" fmla="*/ 39792 h 60917"/>
                        <a:gd name="connsiteX4" fmla="*/ 28939 w 47469"/>
                        <a:gd name="connsiteY4" fmla="*/ 51127 h 60917"/>
                        <a:gd name="connsiteX5" fmla="*/ 18938 w 47469"/>
                        <a:gd name="connsiteY5" fmla="*/ 58176 h 60917"/>
                        <a:gd name="connsiteX6" fmla="*/ 3317 w 47469"/>
                        <a:gd name="connsiteY6" fmla="*/ 59033 h 60917"/>
                        <a:gd name="connsiteX7" fmla="*/ 840 w 47469"/>
                        <a:gd name="connsiteY7" fmla="*/ 44079 h 60917"/>
                        <a:gd name="connsiteX8" fmla="*/ 4650 w 47469"/>
                        <a:gd name="connsiteY8" fmla="*/ 33601 h 60917"/>
                        <a:gd name="connsiteX9" fmla="*/ 10556 w 47469"/>
                        <a:gd name="connsiteY9" fmla="*/ 21981 h 60917"/>
                        <a:gd name="connsiteX10" fmla="*/ 18556 w 47469"/>
                        <a:gd name="connsiteY10" fmla="*/ 11694 h 60917"/>
                        <a:gd name="connsiteX11" fmla="*/ 27224 w 47469"/>
                        <a:gd name="connsiteY11" fmla="*/ 4264 h 60917"/>
                        <a:gd name="connsiteX12" fmla="*/ 42083 w 47469"/>
                        <a:gd name="connsiteY12" fmla="*/ 1026 h 60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7469" h="60917">
                          <a:moveTo>
                            <a:pt x="42083" y="1026"/>
                          </a:moveTo>
                          <a:cubicBezTo>
                            <a:pt x="46084" y="3216"/>
                            <a:pt x="47798" y="8550"/>
                            <a:pt x="47417" y="15504"/>
                          </a:cubicBezTo>
                          <a:cubicBezTo>
                            <a:pt x="47322" y="18932"/>
                            <a:pt x="46084" y="22933"/>
                            <a:pt x="44465" y="27029"/>
                          </a:cubicBezTo>
                          <a:cubicBezTo>
                            <a:pt x="42846" y="31124"/>
                            <a:pt x="40559" y="35506"/>
                            <a:pt x="37797" y="39792"/>
                          </a:cubicBezTo>
                          <a:cubicBezTo>
                            <a:pt x="35035" y="44079"/>
                            <a:pt x="31987" y="47889"/>
                            <a:pt x="28939" y="51127"/>
                          </a:cubicBezTo>
                          <a:cubicBezTo>
                            <a:pt x="25891" y="54365"/>
                            <a:pt x="22081" y="56461"/>
                            <a:pt x="18938" y="58176"/>
                          </a:cubicBezTo>
                          <a:cubicBezTo>
                            <a:pt x="12365" y="61414"/>
                            <a:pt x="6745" y="61890"/>
                            <a:pt x="3317" y="59033"/>
                          </a:cubicBezTo>
                          <a:cubicBezTo>
                            <a:pt x="-112" y="56175"/>
                            <a:pt x="-779" y="50556"/>
                            <a:pt x="840" y="44079"/>
                          </a:cubicBezTo>
                          <a:cubicBezTo>
                            <a:pt x="1507" y="40745"/>
                            <a:pt x="3126" y="37506"/>
                            <a:pt x="4650" y="33601"/>
                          </a:cubicBezTo>
                          <a:cubicBezTo>
                            <a:pt x="6079" y="29791"/>
                            <a:pt x="8079" y="25790"/>
                            <a:pt x="10556" y="21981"/>
                          </a:cubicBezTo>
                          <a:cubicBezTo>
                            <a:pt x="13032" y="18075"/>
                            <a:pt x="15699" y="14646"/>
                            <a:pt x="18556" y="11694"/>
                          </a:cubicBezTo>
                          <a:cubicBezTo>
                            <a:pt x="21414" y="8741"/>
                            <a:pt x="24462" y="6360"/>
                            <a:pt x="27224" y="4264"/>
                          </a:cubicBezTo>
                          <a:cubicBezTo>
                            <a:pt x="32654" y="264"/>
                            <a:pt x="38083" y="-1165"/>
                            <a:pt x="42083" y="102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0" name="Forme libre : forme 13789">
                      <a:extLst>
                        <a:ext uri="{FF2B5EF4-FFF2-40B4-BE49-F238E27FC236}">
                          <a16:creationId xmlns:a16="http://schemas.microsoft.com/office/drawing/2014/main" id="{A74CC0F3-BD6C-46BC-9D2E-DE807AB6B5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33397" y="3170583"/>
                      <a:ext cx="86872" cy="69442"/>
                    </a:xfrm>
                    <a:custGeom>
                      <a:avLst/>
                      <a:gdLst>
                        <a:gd name="connsiteX0" fmla="*/ 14260 w 86872"/>
                        <a:gd name="connsiteY0" fmla="*/ 59915 h 69442"/>
                        <a:gd name="connsiteX1" fmla="*/ 26357 w 86872"/>
                        <a:gd name="connsiteY1" fmla="*/ 68964 h 69442"/>
                        <a:gd name="connsiteX2" fmla="*/ 44931 w 86872"/>
                        <a:gd name="connsiteY2" fmla="*/ 66106 h 69442"/>
                        <a:gd name="connsiteX3" fmla="*/ 63885 w 86872"/>
                        <a:gd name="connsiteY3" fmla="*/ 52009 h 69442"/>
                        <a:gd name="connsiteX4" fmla="*/ 77601 w 86872"/>
                        <a:gd name="connsiteY4" fmla="*/ 36388 h 69442"/>
                        <a:gd name="connsiteX5" fmla="*/ 85698 w 86872"/>
                        <a:gd name="connsiteY5" fmla="*/ 18196 h 69442"/>
                        <a:gd name="connsiteX6" fmla="*/ 79888 w 86872"/>
                        <a:gd name="connsiteY6" fmla="*/ 3 h 69442"/>
                        <a:gd name="connsiteX7" fmla="*/ 66457 w 86872"/>
                        <a:gd name="connsiteY7" fmla="*/ 6671 h 69442"/>
                        <a:gd name="connsiteX8" fmla="*/ 35025 w 86872"/>
                        <a:gd name="connsiteY8" fmla="*/ 20767 h 69442"/>
                        <a:gd name="connsiteX9" fmla="*/ 17118 w 86872"/>
                        <a:gd name="connsiteY9" fmla="*/ 23911 h 69442"/>
                        <a:gd name="connsiteX10" fmla="*/ 1497 w 86872"/>
                        <a:gd name="connsiteY10" fmla="*/ 34674 h 69442"/>
                        <a:gd name="connsiteX11" fmla="*/ 14260 w 86872"/>
                        <a:gd name="connsiteY11" fmla="*/ 59915 h 694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86872" h="69442">
                          <a:moveTo>
                            <a:pt x="14260" y="59915"/>
                          </a:moveTo>
                          <a:cubicBezTo>
                            <a:pt x="17594" y="63725"/>
                            <a:pt x="20928" y="67630"/>
                            <a:pt x="26357" y="68964"/>
                          </a:cubicBezTo>
                          <a:cubicBezTo>
                            <a:pt x="31501" y="70202"/>
                            <a:pt x="38073" y="68964"/>
                            <a:pt x="44931" y="66106"/>
                          </a:cubicBezTo>
                          <a:cubicBezTo>
                            <a:pt x="51313" y="62678"/>
                            <a:pt x="57884" y="57629"/>
                            <a:pt x="63885" y="52009"/>
                          </a:cubicBezTo>
                          <a:cubicBezTo>
                            <a:pt x="68743" y="47247"/>
                            <a:pt x="74172" y="42389"/>
                            <a:pt x="77601" y="36388"/>
                          </a:cubicBezTo>
                          <a:cubicBezTo>
                            <a:pt x="81126" y="30483"/>
                            <a:pt x="84078" y="24292"/>
                            <a:pt x="85698" y="18196"/>
                          </a:cubicBezTo>
                          <a:cubicBezTo>
                            <a:pt x="88269" y="9052"/>
                            <a:pt x="86746" y="-188"/>
                            <a:pt x="79888" y="3"/>
                          </a:cubicBezTo>
                          <a:cubicBezTo>
                            <a:pt x="75697" y="98"/>
                            <a:pt x="70934" y="3718"/>
                            <a:pt x="66457" y="6671"/>
                          </a:cubicBezTo>
                          <a:cubicBezTo>
                            <a:pt x="55885" y="13719"/>
                            <a:pt x="46074" y="19053"/>
                            <a:pt x="35025" y="20767"/>
                          </a:cubicBezTo>
                          <a:cubicBezTo>
                            <a:pt x="30548" y="21625"/>
                            <a:pt x="23499" y="22196"/>
                            <a:pt x="17118" y="23911"/>
                          </a:cubicBezTo>
                          <a:cubicBezTo>
                            <a:pt x="10641" y="25625"/>
                            <a:pt x="5212" y="28959"/>
                            <a:pt x="1497" y="34674"/>
                          </a:cubicBezTo>
                          <a:cubicBezTo>
                            <a:pt x="-4600" y="45342"/>
                            <a:pt x="9593" y="54772"/>
                            <a:pt x="14260" y="5991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1" name="Forme libre : forme 13790">
                      <a:extLst>
                        <a:ext uri="{FF2B5EF4-FFF2-40B4-BE49-F238E27FC236}">
                          <a16:creationId xmlns:a16="http://schemas.microsoft.com/office/drawing/2014/main" id="{93295EA2-DC43-4491-A0C4-32D22AE6D3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45900" y="3183286"/>
                      <a:ext cx="14721" cy="27965"/>
                    </a:xfrm>
                    <a:custGeom>
                      <a:avLst/>
                      <a:gdLst>
                        <a:gd name="connsiteX0" fmla="*/ 328 w 14721"/>
                        <a:gd name="connsiteY0" fmla="*/ 23781 h 27965"/>
                        <a:gd name="connsiteX1" fmla="*/ 1662 w 14721"/>
                        <a:gd name="connsiteY1" fmla="*/ 27210 h 27965"/>
                        <a:gd name="connsiteX2" fmla="*/ 5662 w 14721"/>
                        <a:gd name="connsiteY2" fmla="*/ 27400 h 27965"/>
                        <a:gd name="connsiteX3" fmla="*/ 8710 w 14721"/>
                        <a:gd name="connsiteY3" fmla="*/ 23495 h 27965"/>
                        <a:gd name="connsiteX4" fmla="*/ 13663 w 14721"/>
                        <a:gd name="connsiteY4" fmla="*/ 12256 h 27965"/>
                        <a:gd name="connsiteX5" fmla="*/ 14711 w 14721"/>
                        <a:gd name="connsiteY5" fmla="*/ 7684 h 27965"/>
                        <a:gd name="connsiteX6" fmla="*/ 4424 w 14721"/>
                        <a:gd name="connsiteY6" fmla="*/ 3779 h 27965"/>
                        <a:gd name="connsiteX7" fmla="*/ 328 w 14721"/>
                        <a:gd name="connsiteY7" fmla="*/ 23781 h 27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721" h="27965">
                          <a:moveTo>
                            <a:pt x="328" y="23781"/>
                          </a:moveTo>
                          <a:cubicBezTo>
                            <a:pt x="519" y="25114"/>
                            <a:pt x="804" y="26353"/>
                            <a:pt x="1662" y="27210"/>
                          </a:cubicBezTo>
                          <a:cubicBezTo>
                            <a:pt x="2519" y="27972"/>
                            <a:pt x="4234" y="28353"/>
                            <a:pt x="5662" y="27400"/>
                          </a:cubicBezTo>
                          <a:cubicBezTo>
                            <a:pt x="6996" y="26543"/>
                            <a:pt x="7853" y="25019"/>
                            <a:pt x="8710" y="23495"/>
                          </a:cubicBezTo>
                          <a:cubicBezTo>
                            <a:pt x="10711" y="19781"/>
                            <a:pt x="12425" y="15971"/>
                            <a:pt x="13663" y="12256"/>
                          </a:cubicBezTo>
                          <a:cubicBezTo>
                            <a:pt x="14235" y="10732"/>
                            <a:pt x="14711" y="9113"/>
                            <a:pt x="14711" y="7684"/>
                          </a:cubicBezTo>
                          <a:cubicBezTo>
                            <a:pt x="14997" y="1588"/>
                            <a:pt x="9472" y="-3937"/>
                            <a:pt x="4424" y="3779"/>
                          </a:cubicBezTo>
                          <a:cubicBezTo>
                            <a:pt x="424" y="9779"/>
                            <a:pt x="-624" y="18066"/>
                            <a:pt x="328" y="2378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2" name="Forme libre : forme 13791">
                      <a:extLst>
                        <a:ext uri="{FF2B5EF4-FFF2-40B4-BE49-F238E27FC236}">
                          <a16:creationId xmlns:a16="http://schemas.microsoft.com/office/drawing/2014/main" id="{08EEEF6C-50EF-4C3A-A9B5-C6A19CAA4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3667" y="3130391"/>
                      <a:ext cx="13543" cy="53530"/>
                    </a:xfrm>
                    <a:custGeom>
                      <a:avLst/>
                      <a:gdLst>
                        <a:gd name="connsiteX0" fmla="*/ 0 w 13543"/>
                        <a:gd name="connsiteY0" fmla="*/ 0 h 53530"/>
                        <a:gd name="connsiteX1" fmla="*/ 9811 w 13543"/>
                        <a:gd name="connsiteY1" fmla="*/ 10478 h 53530"/>
                        <a:gd name="connsiteX2" fmla="*/ 13525 w 13543"/>
                        <a:gd name="connsiteY2" fmla="*/ 26670 h 53530"/>
                        <a:gd name="connsiteX3" fmla="*/ 12573 w 13543"/>
                        <a:gd name="connsiteY3" fmla="*/ 38481 h 53530"/>
                        <a:gd name="connsiteX4" fmla="*/ 8001 w 13543"/>
                        <a:gd name="connsiteY4" fmla="*/ 53530 h 53530"/>
                        <a:gd name="connsiteX5" fmla="*/ 9906 w 13543"/>
                        <a:gd name="connsiteY5" fmla="*/ 47530 h 53530"/>
                        <a:gd name="connsiteX6" fmla="*/ 11430 w 13543"/>
                        <a:gd name="connsiteY6" fmla="*/ 33719 h 53530"/>
                        <a:gd name="connsiteX7" fmla="*/ 0 w 13543"/>
                        <a:gd name="connsiteY7" fmla="*/ 0 h 53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543" h="53530">
                          <a:moveTo>
                            <a:pt x="0" y="0"/>
                          </a:moveTo>
                          <a:cubicBezTo>
                            <a:pt x="0" y="0"/>
                            <a:pt x="5810" y="2572"/>
                            <a:pt x="9811" y="10478"/>
                          </a:cubicBezTo>
                          <a:cubicBezTo>
                            <a:pt x="11811" y="14383"/>
                            <a:pt x="13335" y="19717"/>
                            <a:pt x="13525" y="26670"/>
                          </a:cubicBezTo>
                          <a:cubicBezTo>
                            <a:pt x="13621" y="30194"/>
                            <a:pt x="13335" y="34100"/>
                            <a:pt x="12573" y="38481"/>
                          </a:cubicBezTo>
                          <a:cubicBezTo>
                            <a:pt x="11811" y="42863"/>
                            <a:pt x="10763" y="47625"/>
                            <a:pt x="8001" y="53530"/>
                          </a:cubicBezTo>
                          <a:cubicBezTo>
                            <a:pt x="8001" y="53530"/>
                            <a:pt x="8858" y="51245"/>
                            <a:pt x="9906" y="47530"/>
                          </a:cubicBezTo>
                          <a:cubicBezTo>
                            <a:pt x="10668" y="44005"/>
                            <a:pt x="11239" y="39148"/>
                            <a:pt x="11430" y="33719"/>
                          </a:cubicBezTo>
                          <a:cubicBezTo>
                            <a:pt x="11525" y="22860"/>
                            <a:pt x="9430" y="962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3" name="Forme libre : forme 13792">
                      <a:extLst>
                        <a:ext uri="{FF2B5EF4-FFF2-40B4-BE49-F238E27FC236}">
                          <a16:creationId xmlns:a16="http://schemas.microsoft.com/office/drawing/2014/main" id="{2F920298-F15A-45AE-B845-3BD889BD76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20111" y="3180683"/>
                      <a:ext cx="13830" cy="52958"/>
                    </a:xfrm>
                    <a:custGeom>
                      <a:avLst/>
                      <a:gdLst>
                        <a:gd name="connsiteX0" fmla="*/ 13830 w 13830"/>
                        <a:gd name="connsiteY0" fmla="*/ 0 h 52958"/>
                        <a:gd name="connsiteX1" fmla="*/ 10591 w 13830"/>
                        <a:gd name="connsiteY1" fmla="*/ 4953 h 52958"/>
                        <a:gd name="connsiteX2" fmla="*/ 4114 w 13830"/>
                        <a:gd name="connsiteY2" fmla="*/ 17050 h 52958"/>
                        <a:gd name="connsiteX3" fmla="*/ 19 w 13830"/>
                        <a:gd name="connsiteY3" fmla="*/ 33719 h 52958"/>
                        <a:gd name="connsiteX4" fmla="*/ 4877 w 13830"/>
                        <a:gd name="connsiteY4" fmla="*/ 52959 h 52958"/>
                        <a:gd name="connsiteX5" fmla="*/ 3638 w 13830"/>
                        <a:gd name="connsiteY5" fmla="*/ 48578 h 52958"/>
                        <a:gd name="connsiteX6" fmla="*/ 2305 w 13830"/>
                        <a:gd name="connsiteY6" fmla="*/ 36671 h 52958"/>
                        <a:gd name="connsiteX7" fmla="*/ 4686 w 13830"/>
                        <a:gd name="connsiteY7" fmla="*/ 20003 h 52958"/>
                        <a:gd name="connsiteX8" fmla="*/ 8496 w 13830"/>
                        <a:gd name="connsiteY8" fmla="*/ 10668 h 52958"/>
                        <a:gd name="connsiteX9" fmla="*/ 13830 w 13830"/>
                        <a:gd name="connsiteY9" fmla="*/ 0 h 52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830" h="52958">
                          <a:moveTo>
                            <a:pt x="13830" y="0"/>
                          </a:moveTo>
                          <a:cubicBezTo>
                            <a:pt x="13830" y="0"/>
                            <a:pt x="12401" y="1810"/>
                            <a:pt x="10591" y="4953"/>
                          </a:cubicBezTo>
                          <a:cubicBezTo>
                            <a:pt x="8972" y="8287"/>
                            <a:pt x="6305" y="12287"/>
                            <a:pt x="4114" y="17050"/>
                          </a:cubicBezTo>
                          <a:cubicBezTo>
                            <a:pt x="1924" y="21908"/>
                            <a:pt x="209" y="27527"/>
                            <a:pt x="19" y="33719"/>
                          </a:cubicBezTo>
                          <a:cubicBezTo>
                            <a:pt x="-172" y="39814"/>
                            <a:pt x="1066" y="46577"/>
                            <a:pt x="4877" y="52959"/>
                          </a:cubicBezTo>
                          <a:cubicBezTo>
                            <a:pt x="4877" y="52959"/>
                            <a:pt x="4305" y="51435"/>
                            <a:pt x="3638" y="48578"/>
                          </a:cubicBezTo>
                          <a:cubicBezTo>
                            <a:pt x="2971" y="45720"/>
                            <a:pt x="2400" y="41624"/>
                            <a:pt x="2305" y="36671"/>
                          </a:cubicBezTo>
                          <a:cubicBezTo>
                            <a:pt x="2305" y="31718"/>
                            <a:pt x="2876" y="26099"/>
                            <a:pt x="4686" y="20003"/>
                          </a:cubicBezTo>
                          <a:cubicBezTo>
                            <a:pt x="5639" y="16954"/>
                            <a:pt x="6876" y="13811"/>
                            <a:pt x="8496" y="10668"/>
                          </a:cubicBezTo>
                          <a:cubicBezTo>
                            <a:pt x="10020" y="7334"/>
                            <a:pt x="11544" y="3620"/>
                            <a:pt x="1383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4" name="Forme libre : forme 13793">
                      <a:extLst>
                        <a:ext uri="{FF2B5EF4-FFF2-40B4-BE49-F238E27FC236}">
                          <a16:creationId xmlns:a16="http://schemas.microsoft.com/office/drawing/2014/main" id="{19D7F14C-858D-4D08-840C-863A8E6354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5527" y="3160221"/>
                      <a:ext cx="19065" cy="20347"/>
                    </a:xfrm>
                    <a:custGeom>
                      <a:avLst/>
                      <a:gdLst>
                        <a:gd name="connsiteX0" fmla="*/ 18612 w 19065"/>
                        <a:gd name="connsiteY0" fmla="*/ 1126 h 20347"/>
                        <a:gd name="connsiteX1" fmla="*/ 12230 w 19065"/>
                        <a:gd name="connsiteY1" fmla="*/ 15033 h 20347"/>
                        <a:gd name="connsiteX2" fmla="*/ 419 w 19065"/>
                        <a:gd name="connsiteY2" fmla="*/ 19033 h 20347"/>
                        <a:gd name="connsiteX3" fmla="*/ 6610 w 19065"/>
                        <a:gd name="connsiteY3" fmla="*/ 5413 h 20347"/>
                        <a:gd name="connsiteX4" fmla="*/ 18612 w 19065"/>
                        <a:gd name="connsiteY4" fmla="*/ 1126 h 20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065" h="20347">
                          <a:moveTo>
                            <a:pt x="18612" y="1126"/>
                          </a:moveTo>
                          <a:cubicBezTo>
                            <a:pt x="20231" y="3698"/>
                            <a:pt x="17374" y="9985"/>
                            <a:pt x="12230" y="15033"/>
                          </a:cubicBezTo>
                          <a:cubicBezTo>
                            <a:pt x="7182" y="20081"/>
                            <a:pt x="1943" y="21796"/>
                            <a:pt x="419" y="19033"/>
                          </a:cubicBezTo>
                          <a:cubicBezTo>
                            <a:pt x="-1105" y="16271"/>
                            <a:pt x="1657" y="10270"/>
                            <a:pt x="6610" y="5413"/>
                          </a:cubicBezTo>
                          <a:cubicBezTo>
                            <a:pt x="11564" y="555"/>
                            <a:pt x="16992" y="-1445"/>
                            <a:pt x="18612" y="112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5" name="Forme libre : forme 13794">
                      <a:extLst>
                        <a:ext uri="{FF2B5EF4-FFF2-40B4-BE49-F238E27FC236}">
                          <a16:creationId xmlns:a16="http://schemas.microsoft.com/office/drawing/2014/main" id="{A0F30DAD-58F4-48FF-99A2-98582CA62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0222" y="3157392"/>
                      <a:ext cx="5585" cy="6372"/>
                    </a:xfrm>
                    <a:custGeom>
                      <a:avLst/>
                      <a:gdLst>
                        <a:gd name="connsiteX0" fmla="*/ 4679 w 5585"/>
                        <a:gd name="connsiteY0" fmla="*/ 240 h 6372"/>
                        <a:gd name="connsiteX1" fmla="*/ 4775 w 5585"/>
                        <a:gd name="connsiteY1" fmla="*/ 4336 h 6372"/>
                        <a:gd name="connsiteX2" fmla="*/ 870 w 5585"/>
                        <a:gd name="connsiteY2" fmla="*/ 6145 h 6372"/>
                        <a:gd name="connsiteX3" fmla="*/ 774 w 5585"/>
                        <a:gd name="connsiteY3" fmla="*/ 2050 h 6372"/>
                        <a:gd name="connsiteX4" fmla="*/ 4679 w 5585"/>
                        <a:gd name="connsiteY4" fmla="*/ 240 h 6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85" h="6372">
                          <a:moveTo>
                            <a:pt x="4679" y="240"/>
                          </a:moveTo>
                          <a:cubicBezTo>
                            <a:pt x="5822" y="906"/>
                            <a:pt x="5917" y="2716"/>
                            <a:pt x="4775" y="4336"/>
                          </a:cubicBezTo>
                          <a:cubicBezTo>
                            <a:pt x="3632" y="5955"/>
                            <a:pt x="2012" y="6812"/>
                            <a:pt x="870" y="6145"/>
                          </a:cubicBezTo>
                          <a:cubicBezTo>
                            <a:pt x="-273" y="5478"/>
                            <a:pt x="-273" y="3669"/>
                            <a:pt x="774" y="2050"/>
                          </a:cubicBezTo>
                          <a:cubicBezTo>
                            <a:pt x="1822" y="335"/>
                            <a:pt x="3536" y="-427"/>
                            <a:pt x="4679" y="2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6" name="Forme libre : forme 13795">
                      <a:extLst>
                        <a:ext uri="{FF2B5EF4-FFF2-40B4-BE49-F238E27FC236}">
                          <a16:creationId xmlns:a16="http://schemas.microsoft.com/office/drawing/2014/main" id="{7C3384C5-BA81-471A-BA3A-3F2CDFC6D6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5373" y="3126161"/>
                      <a:ext cx="60259" cy="40726"/>
                    </a:xfrm>
                    <a:custGeom>
                      <a:avLst/>
                      <a:gdLst>
                        <a:gd name="connsiteX0" fmla="*/ 36099 w 60259"/>
                        <a:gd name="connsiteY0" fmla="*/ 134 h 40726"/>
                        <a:gd name="connsiteX1" fmla="*/ 56674 w 60259"/>
                        <a:gd name="connsiteY1" fmla="*/ 5468 h 40726"/>
                        <a:gd name="connsiteX2" fmla="*/ 59816 w 60259"/>
                        <a:gd name="connsiteY2" fmla="*/ 12898 h 40726"/>
                        <a:gd name="connsiteX3" fmla="*/ 52483 w 60259"/>
                        <a:gd name="connsiteY3" fmla="*/ 17756 h 40726"/>
                        <a:gd name="connsiteX4" fmla="*/ 28384 w 60259"/>
                        <a:gd name="connsiteY4" fmla="*/ 22423 h 40726"/>
                        <a:gd name="connsiteX5" fmla="*/ 285 w 60259"/>
                        <a:gd name="connsiteY5" fmla="*/ 38711 h 40726"/>
                        <a:gd name="connsiteX6" fmla="*/ 6096 w 60259"/>
                        <a:gd name="connsiteY6" fmla="*/ 22328 h 40726"/>
                        <a:gd name="connsiteX7" fmla="*/ 12668 w 60259"/>
                        <a:gd name="connsiteY7" fmla="*/ 14327 h 40726"/>
                        <a:gd name="connsiteX8" fmla="*/ 18383 w 60259"/>
                        <a:gd name="connsiteY8" fmla="*/ 8040 h 40726"/>
                        <a:gd name="connsiteX9" fmla="*/ 36099 w 60259"/>
                        <a:gd name="connsiteY9" fmla="*/ 134 h 40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259" h="40726">
                          <a:moveTo>
                            <a:pt x="36099" y="134"/>
                          </a:moveTo>
                          <a:cubicBezTo>
                            <a:pt x="43814" y="-627"/>
                            <a:pt x="50577" y="1944"/>
                            <a:pt x="56674" y="5468"/>
                          </a:cubicBezTo>
                          <a:cubicBezTo>
                            <a:pt x="58959" y="6802"/>
                            <a:pt x="61245" y="9278"/>
                            <a:pt x="59816" y="12898"/>
                          </a:cubicBezTo>
                          <a:cubicBezTo>
                            <a:pt x="58483" y="16136"/>
                            <a:pt x="55149" y="17375"/>
                            <a:pt x="52483" y="17756"/>
                          </a:cubicBezTo>
                          <a:cubicBezTo>
                            <a:pt x="44386" y="18708"/>
                            <a:pt x="36481" y="17279"/>
                            <a:pt x="28384" y="22423"/>
                          </a:cubicBezTo>
                          <a:cubicBezTo>
                            <a:pt x="23050" y="25471"/>
                            <a:pt x="2571" y="47378"/>
                            <a:pt x="285" y="38711"/>
                          </a:cubicBezTo>
                          <a:cubicBezTo>
                            <a:pt x="-953" y="34424"/>
                            <a:pt x="2000" y="28138"/>
                            <a:pt x="6096" y="22328"/>
                          </a:cubicBezTo>
                          <a:cubicBezTo>
                            <a:pt x="8096" y="19375"/>
                            <a:pt x="10477" y="16708"/>
                            <a:pt x="12668" y="14327"/>
                          </a:cubicBezTo>
                          <a:cubicBezTo>
                            <a:pt x="14859" y="11565"/>
                            <a:pt x="16859" y="9278"/>
                            <a:pt x="18383" y="8040"/>
                          </a:cubicBezTo>
                          <a:cubicBezTo>
                            <a:pt x="24002" y="3278"/>
                            <a:pt x="30289" y="706"/>
                            <a:pt x="36099" y="13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00" name="Graphique 1">
                    <a:extLst>
                      <a:ext uri="{FF2B5EF4-FFF2-40B4-BE49-F238E27FC236}">
                        <a16:creationId xmlns:a16="http://schemas.microsoft.com/office/drawing/2014/main" id="{82191FB1-14A1-4A4B-8877-AB23800A4855}"/>
                      </a:ext>
                    </a:extLst>
                  </p:cNvPr>
                  <p:cNvGrpSpPr/>
                  <p:nvPr/>
                </p:nvGrpSpPr>
                <p:grpSpPr>
                  <a:xfrm>
                    <a:off x="4894200" y="2980213"/>
                    <a:ext cx="120279" cy="150308"/>
                    <a:chOff x="4894200" y="2980213"/>
                    <a:chExt cx="120279" cy="150308"/>
                  </a:xfrm>
                  <a:solidFill>
                    <a:schemeClr val="accent1"/>
                  </a:solidFill>
                </p:grpSpPr>
                <p:sp>
                  <p:nvSpPr>
                    <p:cNvPr id="13773" name="Forme libre : forme 13772">
                      <a:extLst>
                        <a:ext uri="{FF2B5EF4-FFF2-40B4-BE49-F238E27FC236}">
                          <a16:creationId xmlns:a16="http://schemas.microsoft.com/office/drawing/2014/main" id="{AB8DBC3D-A4D0-4201-BE39-850AD0EC32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4200" y="2980213"/>
                      <a:ext cx="120279" cy="150308"/>
                    </a:xfrm>
                    <a:custGeom>
                      <a:avLst/>
                      <a:gdLst>
                        <a:gd name="connsiteX0" fmla="*/ 111858 w 120279"/>
                        <a:gd name="connsiteY0" fmla="*/ 72645 h 150308"/>
                        <a:gd name="connsiteX1" fmla="*/ 98523 w 120279"/>
                        <a:gd name="connsiteY1" fmla="*/ 96457 h 150308"/>
                        <a:gd name="connsiteX2" fmla="*/ 85283 w 120279"/>
                        <a:gd name="connsiteY2" fmla="*/ 120650 h 150308"/>
                        <a:gd name="connsiteX3" fmla="*/ 34801 w 120279"/>
                        <a:gd name="connsiteY3" fmla="*/ 147797 h 150308"/>
                        <a:gd name="connsiteX4" fmla="*/ 13560 w 120279"/>
                        <a:gd name="connsiteY4" fmla="*/ 136557 h 150308"/>
                        <a:gd name="connsiteX5" fmla="*/ 7559 w 120279"/>
                        <a:gd name="connsiteY5" fmla="*/ 79503 h 150308"/>
                        <a:gd name="connsiteX6" fmla="*/ 20799 w 120279"/>
                        <a:gd name="connsiteY6" fmla="*/ 54356 h 150308"/>
                        <a:gd name="connsiteX7" fmla="*/ 34420 w 120279"/>
                        <a:gd name="connsiteY7" fmla="*/ 29115 h 150308"/>
                        <a:gd name="connsiteX8" fmla="*/ 59947 w 120279"/>
                        <a:gd name="connsiteY8" fmla="*/ 3683 h 150308"/>
                        <a:gd name="connsiteX9" fmla="*/ 86997 w 120279"/>
                        <a:gd name="connsiteY9" fmla="*/ 3398 h 150308"/>
                        <a:gd name="connsiteX10" fmla="*/ 107953 w 120279"/>
                        <a:gd name="connsiteY10" fmla="*/ 16542 h 150308"/>
                        <a:gd name="connsiteX11" fmla="*/ 120240 w 120279"/>
                        <a:gd name="connsiteY11" fmla="*/ 40069 h 150308"/>
                        <a:gd name="connsiteX12" fmla="*/ 111858 w 120279"/>
                        <a:gd name="connsiteY12" fmla="*/ 72645 h 150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20279" h="150308">
                          <a:moveTo>
                            <a:pt x="111858" y="72645"/>
                          </a:moveTo>
                          <a:cubicBezTo>
                            <a:pt x="107286" y="80264"/>
                            <a:pt x="103000" y="88456"/>
                            <a:pt x="98523" y="96457"/>
                          </a:cubicBezTo>
                          <a:lnTo>
                            <a:pt x="85283" y="120650"/>
                          </a:lnTo>
                          <a:cubicBezTo>
                            <a:pt x="72996" y="143415"/>
                            <a:pt x="50041" y="155988"/>
                            <a:pt x="34801" y="147797"/>
                          </a:cubicBezTo>
                          <a:lnTo>
                            <a:pt x="13560" y="136557"/>
                          </a:lnTo>
                          <a:cubicBezTo>
                            <a:pt x="-1680" y="128271"/>
                            <a:pt x="-4633" y="103029"/>
                            <a:pt x="7559" y="79503"/>
                          </a:cubicBezTo>
                          <a:lnTo>
                            <a:pt x="20799" y="54356"/>
                          </a:lnTo>
                          <a:cubicBezTo>
                            <a:pt x="25371" y="45974"/>
                            <a:pt x="29562" y="37592"/>
                            <a:pt x="34420" y="29115"/>
                          </a:cubicBezTo>
                          <a:cubicBezTo>
                            <a:pt x="41182" y="17304"/>
                            <a:pt x="50041" y="8256"/>
                            <a:pt x="59947" y="3683"/>
                          </a:cubicBezTo>
                          <a:cubicBezTo>
                            <a:pt x="69662" y="-984"/>
                            <a:pt x="79378" y="-1365"/>
                            <a:pt x="86997" y="3398"/>
                          </a:cubicBezTo>
                          <a:lnTo>
                            <a:pt x="107953" y="16542"/>
                          </a:lnTo>
                          <a:cubicBezTo>
                            <a:pt x="115478" y="21305"/>
                            <a:pt x="119669" y="30068"/>
                            <a:pt x="120240" y="40069"/>
                          </a:cubicBezTo>
                          <a:cubicBezTo>
                            <a:pt x="120621" y="49880"/>
                            <a:pt x="118240" y="61881"/>
                            <a:pt x="111858" y="72645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4" name="Forme libre : forme 13773">
                      <a:extLst>
                        <a:ext uri="{FF2B5EF4-FFF2-40B4-BE49-F238E27FC236}">
                          <a16:creationId xmlns:a16="http://schemas.microsoft.com/office/drawing/2014/main" id="{5669CCB6-D564-4D24-8B82-20A4353DFA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19762" y="2996183"/>
                      <a:ext cx="94567" cy="134279"/>
                    </a:xfrm>
                    <a:custGeom>
                      <a:avLst/>
                      <a:gdLst>
                        <a:gd name="connsiteX0" fmla="*/ 38767 w 94567"/>
                        <a:gd name="connsiteY0" fmla="*/ 82391 h 134279"/>
                        <a:gd name="connsiteX1" fmla="*/ 0 w 94567"/>
                        <a:gd name="connsiteY1" fmla="*/ 126873 h 134279"/>
                        <a:gd name="connsiteX2" fmla="*/ 9144 w 94567"/>
                        <a:gd name="connsiteY2" fmla="*/ 131731 h 134279"/>
                        <a:gd name="connsiteX3" fmla="*/ 59626 w 94567"/>
                        <a:gd name="connsiteY3" fmla="*/ 104585 h 134279"/>
                        <a:gd name="connsiteX4" fmla="*/ 72866 w 94567"/>
                        <a:gd name="connsiteY4" fmla="*/ 80391 h 134279"/>
                        <a:gd name="connsiteX5" fmla="*/ 86201 w 94567"/>
                        <a:gd name="connsiteY5" fmla="*/ 56579 h 134279"/>
                        <a:gd name="connsiteX6" fmla="*/ 94488 w 94567"/>
                        <a:gd name="connsiteY6" fmla="*/ 23908 h 134279"/>
                        <a:gd name="connsiteX7" fmla="*/ 82201 w 94567"/>
                        <a:gd name="connsiteY7" fmla="*/ 381 h 134279"/>
                        <a:gd name="connsiteX8" fmla="*/ 81534 w 94567"/>
                        <a:gd name="connsiteY8" fmla="*/ 0 h 134279"/>
                        <a:gd name="connsiteX9" fmla="*/ 69723 w 94567"/>
                        <a:gd name="connsiteY9" fmla="*/ 20193 h 134279"/>
                        <a:gd name="connsiteX10" fmla="*/ 58102 w 94567"/>
                        <a:gd name="connsiteY10" fmla="*/ 40196 h 134279"/>
                        <a:gd name="connsiteX11" fmla="*/ 38767 w 94567"/>
                        <a:gd name="connsiteY11" fmla="*/ 82391 h 1342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567" h="134279">
                          <a:moveTo>
                            <a:pt x="38767" y="82391"/>
                          </a:moveTo>
                          <a:cubicBezTo>
                            <a:pt x="31813" y="103727"/>
                            <a:pt x="16478" y="121729"/>
                            <a:pt x="0" y="126873"/>
                          </a:cubicBezTo>
                          <a:lnTo>
                            <a:pt x="9144" y="131731"/>
                          </a:lnTo>
                          <a:cubicBezTo>
                            <a:pt x="24384" y="140018"/>
                            <a:pt x="47339" y="127349"/>
                            <a:pt x="59626" y="104585"/>
                          </a:cubicBezTo>
                          <a:lnTo>
                            <a:pt x="72866" y="80391"/>
                          </a:lnTo>
                          <a:cubicBezTo>
                            <a:pt x="77343" y="72485"/>
                            <a:pt x="81629" y="64294"/>
                            <a:pt x="86201" y="56579"/>
                          </a:cubicBezTo>
                          <a:cubicBezTo>
                            <a:pt x="92583" y="45720"/>
                            <a:pt x="95059" y="33814"/>
                            <a:pt x="94488" y="23908"/>
                          </a:cubicBezTo>
                          <a:cubicBezTo>
                            <a:pt x="93821" y="13906"/>
                            <a:pt x="89725" y="5144"/>
                            <a:pt x="82201" y="381"/>
                          </a:cubicBezTo>
                          <a:lnTo>
                            <a:pt x="81534" y="0"/>
                          </a:lnTo>
                          <a:cubicBezTo>
                            <a:pt x="77819" y="6953"/>
                            <a:pt x="73723" y="13526"/>
                            <a:pt x="69723" y="20193"/>
                          </a:cubicBezTo>
                          <a:cubicBezTo>
                            <a:pt x="65817" y="26861"/>
                            <a:pt x="62007" y="33528"/>
                            <a:pt x="58102" y="40196"/>
                          </a:cubicBezTo>
                          <a:cubicBezTo>
                            <a:pt x="50482" y="53530"/>
                            <a:pt x="43815" y="67342"/>
                            <a:pt x="38767" y="82391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5" name="Forme libre : forme 13774">
                      <a:extLst>
                        <a:ext uri="{FF2B5EF4-FFF2-40B4-BE49-F238E27FC236}">
                          <a16:creationId xmlns:a16="http://schemas.microsoft.com/office/drawing/2014/main" id="{8CD2759D-7815-4739-AA74-5D692E33E6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38236" y="3016629"/>
                      <a:ext cx="44359" cy="62366"/>
                    </a:xfrm>
                    <a:custGeom>
                      <a:avLst/>
                      <a:gdLst>
                        <a:gd name="connsiteX0" fmla="*/ 38961 w 44359"/>
                        <a:gd name="connsiteY0" fmla="*/ 1176 h 62366"/>
                        <a:gd name="connsiteX1" fmla="*/ 36771 w 44359"/>
                        <a:gd name="connsiteY1" fmla="*/ 39181 h 62366"/>
                        <a:gd name="connsiteX2" fmla="*/ 5719 w 44359"/>
                        <a:gd name="connsiteY2" fmla="*/ 61374 h 62366"/>
                        <a:gd name="connsiteX3" fmla="*/ 7338 w 44359"/>
                        <a:gd name="connsiteY3" fmla="*/ 23083 h 62366"/>
                        <a:gd name="connsiteX4" fmla="*/ 38961 w 44359"/>
                        <a:gd name="connsiteY4" fmla="*/ 1176 h 62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359" h="62366">
                          <a:moveTo>
                            <a:pt x="38961" y="1176"/>
                          </a:moveTo>
                          <a:cubicBezTo>
                            <a:pt x="47058" y="5938"/>
                            <a:pt x="45820" y="22702"/>
                            <a:pt x="36771" y="39181"/>
                          </a:cubicBezTo>
                          <a:cubicBezTo>
                            <a:pt x="27722" y="55659"/>
                            <a:pt x="13815" y="65660"/>
                            <a:pt x="5719" y="61374"/>
                          </a:cubicBezTo>
                          <a:cubicBezTo>
                            <a:pt x="-2472" y="57088"/>
                            <a:pt x="-1805" y="39943"/>
                            <a:pt x="7338" y="23083"/>
                          </a:cubicBezTo>
                          <a:cubicBezTo>
                            <a:pt x="16483" y="6129"/>
                            <a:pt x="31056" y="-3491"/>
                            <a:pt x="38961" y="117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6" name="Forme libre : forme 13775">
                      <a:extLst>
                        <a:ext uri="{FF2B5EF4-FFF2-40B4-BE49-F238E27FC236}">
                          <a16:creationId xmlns:a16="http://schemas.microsoft.com/office/drawing/2014/main" id="{133D7E2B-99F9-4C79-B0D4-8EFCC82C02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38357" y="3041618"/>
                      <a:ext cx="42649" cy="37372"/>
                    </a:xfrm>
                    <a:custGeom>
                      <a:avLst/>
                      <a:gdLst>
                        <a:gd name="connsiteX0" fmla="*/ 644 w 42649"/>
                        <a:gd name="connsiteY0" fmla="*/ 16478 h 37372"/>
                        <a:gd name="connsiteX1" fmla="*/ 5693 w 42649"/>
                        <a:gd name="connsiteY1" fmla="*/ 36386 h 37372"/>
                        <a:gd name="connsiteX2" fmla="*/ 36745 w 42649"/>
                        <a:gd name="connsiteY2" fmla="*/ 14192 h 37372"/>
                        <a:gd name="connsiteX3" fmla="*/ 42650 w 42649"/>
                        <a:gd name="connsiteY3" fmla="*/ 0 h 37372"/>
                        <a:gd name="connsiteX4" fmla="*/ 37506 w 42649"/>
                        <a:gd name="connsiteY4" fmla="*/ 6763 h 37372"/>
                        <a:gd name="connsiteX5" fmla="*/ 644 w 42649"/>
                        <a:gd name="connsiteY5" fmla="*/ 16478 h 37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649" h="37372">
                          <a:moveTo>
                            <a:pt x="644" y="16478"/>
                          </a:moveTo>
                          <a:cubicBezTo>
                            <a:pt x="-1070" y="26003"/>
                            <a:pt x="644" y="33719"/>
                            <a:pt x="5693" y="36386"/>
                          </a:cubicBezTo>
                          <a:cubicBezTo>
                            <a:pt x="13789" y="40672"/>
                            <a:pt x="27600" y="30575"/>
                            <a:pt x="36745" y="14192"/>
                          </a:cubicBezTo>
                          <a:cubicBezTo>
                            <a:pt x="39411" y="9335"/>
                            <a:pt x="41316" y="4477"/>
                            <a:pt x="42650" y="0"/>
                          </a:cubicBezTo>
                          <a:cubicBezTo>
                            <a:pt x="41126" y="2381"/>
                            <a:pt x="39411" y="4667"/>
                            <a:pt x="37506" y="6763"/>
                          </a:cubicBezTo>
                          <a:cubicBezTo>
                            <a:pt x="25695" y="17431"/>
                            <a:pt x="9979" y="22765"/>
                            <a:pt x="644" y="16478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7" name="Forme libre : forme 13776">
                      <a:extLst>
                        <a:ext uri="{FF2B5EF4-FFF2-40B4-BE49-F238E27FC236}">
                          <a16:creationId xmlns:a16="http://schemas.microsoft.com/office/drawing/2014/main" id="{309F35D6-34B1-470C-9485-E923E796A8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43222" y="3015445"/>
                      <a:ext cx="44337" cy="62217"/>
                    </a:xfrm>
                    <a:custGeom>
                      <a:avLst/>
                      <a:gdLst>
                        <a:gd name="connsiteX0" fmla="*/ 38929 w 44337"/>
                        <a:gd name="connsiteY0" fmla="*/ 1217 h 62217"/>
                        <a:gd name="connsiteX1" fmla="*/ 44263 w 44337"/>
                        <a:gd name="connsiteY1" fmla="*/ 15886 h 62217"/>
                        <a:gd name="connsiteX2" fmla="*/ 36738 w 44337"/>
                        <a:gd name="connsiteY2" fmla="*/ 39127 h 62217"/>
                        <a:gd name="connsiteX3" fmla="*/ 5687 w 44337"/>
                        <a:gd name="connsiteY3" fmla="*/ 61225 h 62217"/>
                        <a:gd name="connsiteX4" fmla="*/ 7306 w 44337"/>
                        <a:gd name="connsiteY4" fmla="*/ 22934 h 62217"/>
                        <a:gd name="connsiteX5" fmla="*/ 38929 w 44337"/>
                        <a:gd name="connsiteY5" fmla="*/ 1217 h 62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4337" h="62217">
                          <a:moveTo>
                            <a:pt x="38929" y="1217"/>
                          </a:moveTo>
                          <a:cubicBezTo>
                            <a:pt x="42929" y="3599"/>
                            <a:pt x="44739" y="9028"/>
                            <a:pt x="44263" y="15886"/>
                          </a:cubicBezTo>
                          <a:cubicBezTo>
                            <a:pt x="43882" y="22744"/>
                            <a:pt x="41215" y="30840"/>
                            <a:pt x="36738" y="39127"/>
                          </a:cubicBezTo>
                          <a:cubicBezTo>
                            <a:pt x="27689" y="55510"/>
                            <a:pt x="13783" y="65511"/>
                            <a:pt x="5687" y="61225"/>
                          </a:cubicBezTo>
                          <a:cubicBezTo>
                            <a:pt x="-2505" y="56939"/>
                            <a:pt x="-1743" y="39794"/>
                            <a:pt x="7306" y="22934"/>
                          </a:cubicBezTo>
                          <a:cubicBezTo>
                            <a:pt x="16545" y="6075"/>
                            <a:pt x="31023" y="-3545"/>
                            <a:pt x="38929" y="121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8" name="Forme libre : forme 13777">
                      <a:extLst>
                        <a:ext uri="{FF2B5EF4-FFF2-40B4-BE49-F238E27FC236}">
                          <a16:creationId xmlns:a16="http://schemas.microsoft.com/office/drawing/2014/main" id="{F3B80B26-C425-4643-9F8A-33B22EF83E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11631" y="3037713"/>
                      <a:ext cx="82079" cy="72114"/>
                    </a:xfrm>
                    <a:custGeom>
                      <a:avLst/>
                      <a:gdLst>
                        <a:gd name="connsiteX0" fmla="*/ 20798 w 82079"/>
                        <a:gd name="connsiteY0" fmla="*/ 67056 h 72114"/>
                        <a:gd name="connsiteX1" fmla="*/ 35467 w 82079"/>
                        <a:gd name="connsiteY1" fmla="*/ 72104 h 72114"/>
                        <a:gd name="connsiteX2" fmla="*/ 66424 w 82079"/>
                        <a:gd name="connsiteY2" fmla="*/ 49434 h 72114"/>
                        <a:gd name="connsiteX3" fmla="*/ 81663 w 82079"/>
                        <a:gd name="connsiteY3" fmla="*/ 17240 h 72114"/>
                        <a:gd name="connsiteX4" fmla="*/ 74139 w 82079"/>
                        <a:gd name="connsiteY4" fmla="*/ 0 h 72114"/>
                        <a:gd name="connsiteX5" fmla="*/ 61375 w 82079"/>
                        <a:gd name="connsiteY5" fmla="*/ 6477 h 72114"/>
                        <a:gd name="connsiteX6" fmla="*/ 31181 w 82079"/>
                        <a:gd name="connsiteY6" fmla="*/ 23431 h 72114"/>
                        <a:gd name="connsiteX7" fmla="*/ 320 w 82079"/>
                        <a:gd name="connsiteY7" fmla="*/ 46006 h 72114"/>
                        <a:gd name="connsiteX8" fmla="*/ 20798 w 82079"/>
                        <a:gd name="connsiteY8" fmla="*/ 67056 h 72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2079" h="72114">
                          <a:moveTo>
                            <a:pt x="20798" y="67056"/>
                          </a:moveTo>
                          <a:cubicBezTo>
                            <a:pt x="25275" y="69723"/>
                            <a:pt x="29943" y="72295"/>
                            <a:pt x="35467" y="72104"/>
                          </a:cubicBezTo>
                          <a:cubicBezTo>
                            <a:pt x="46135" y="71723"/>
                            <a:pt x="57755" y="61150"/>
                            <a:pt x="66424" y="49434"/>
                          </a:cubicBezTo>
                          <a:cubicBezTo>
                            <a:pt x="73663" y="39814"/>
                            <a:pt x="79854" y="28575"/>
                            <a:pt x="81663" y="17240"/>
                          </a:cubicBezTo>
                          <a:cubicBezTo>
                            <a:pt x="83092" y="9049"/>
                            <a:pt x="80901" y="0"/>
                            <a:pt x="74139" y="0"/>
                          </a:cubicBezTo>
                          <a:cubicBezTo>
                            <a:pt x="70043" y="0"/>
                            <a:pt x="65471" y="3429"/>
                            <a:pt x="61375" y="6477"/>
                          </a:cubicBezTo>
                          <a:cubicBezTo>
                            <a:pt x="51660" y="13811"/>
                            <a:pt x="41373" y="19526"/>
                            <a:pt x="31181" y="23431"/>
                          </a:cubicBezTo>
                          <a:cubicBezTo>
                            <a:pt x="22513" y="26765"/>
                            <a:pt x="3558" y="31337"/>
                            <a:pt x="320" y="46006"/>
                          </a:cubicBezTo>
                          <a:cubicBezTo>
                            <a:pt x="-2537" y="59341"/>
                            <a:pt x="14512" y="63436"/>
                            <a:pt x="20798" y="6705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9" name="Forme libre : forme 13778">
                      <a:extLst>
                        <a:ext uri="{FF2B5EF4-FFF2-40B4-BE49-F238E27FC236}">
                          <a16:creationId xmlns:a16="http://schemas.microsoft.com/office/drawing/2014/main" id="{05D05858-61CA-44A4-AA86-9726DA8816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1486" y="3055298"/>
                      <a:ext cx="13308" cy="30152"/>
                    </a:xfrm>
                    <a:custGeom>
                      <a:avLst/>
                      <a:gdLst>
                        <a:gd name="connsiteX0" fmla="*/ 1800 w 13308"/>
                        <a:gd name="connsiteY0" fmla="*/ 26706 h 30152"/>
                        <a:gd name="connsiteX1" fmla="*/ 4181 w 13308"/>
                        <a:gd name="connsiteY1" fmla="*/ 29849 h 30152"/>
                        <a:gd name="connsiteX2" fmla="*/ 8181 w 13308"/>
                        <a:gd name="connsiteY2" fmla="*/ 28897 h 30152"/>
                        <a:gd name="connsiteX3" fmla="*/ 10372 w 13308"/>
                        <a:gd name="connsiteY3" fmla="*/ 24420 h 30152"/>
                        <a:gd name="connsiteX4" fmla="*/ 13039 w 13308"/>
                        <a:gd name="connsiteY4" fmla="*/ 12037 h 30152"/>
                        <a:gd name="connsiteX5" fmla="*/ 13230 w 13308"/>
                        <a:gd name="connsiteY5" fmla="*/ 7085 h 30152"/>
                        <a:gd name="connsiteX6" fmla="*/ 1990 w 13308"/>
                        <a:gd name="connsiteY6" fmla="*/ 5275 h 30152"/>
                        <a:gd name="connsiteX7" fmla="*/ 1800 w 13308"/>
                        <a:gd name="connsiteY7" fmla="*/ 26706 h 30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308" h="30152">
                          <a:moveTo>
                            <a:pt x="1800" y="26706"/>
                          </a:moveTo>
                          <a:cubicBezTo>
                            <a:pt x="2371" y="28039"/>
                            <a:pt x="3038" y="29278"/>
                            <a:pt x="4181" y="29849"/>
                          </a:cubicBezTo>
                          <a:cubicBezTo>
                            <a:pt x="5324" y="30421"/>
                            <a:pt x="6848" y="30230"/>
                            <a:pt x="8181" y="28897"/>
                          </a:cubicBezTo>
                          <a:cubicBezTo>
                            <a:pt x="9324" y="27754"/>
                            <a:pt x="9896" y="25944"/>
                            <a:pt x="10372" y="24420"/>
                          </a:cubicBezTo>
                          <a:cubicBezTo>
                            <a:pt x="11610" y="20324"/>
                            <a:pt x="12468" y="16133"/>
                            <a:pt x="13039" y="12037"/>
                          </a:cubicBezTo>
                          <a:cubicBezTo>
                            <a:pt x="13230" y="10323"/>
                            <a:pt x="13420" y="8609"/>
                            <a:pt x="13230" y="7085"/>
                          </a:cubicBezTo>
                          <a:cubicBezTo>
                            <a:pt x="12372" y="703"/>
                            <a:pt x="5800" y="-4155"/>
                            <a:pt x="1990" y="5275"/>
                          </a:cubicBezTo>
                          <a:cubicBezTo>
                            <a:pt x="-868" y="12609"/>
                            <a:pt x="-391" y="21467"/>
                            <a:pt x="1800" y="2670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0" name="Forme libre : forme 13779">
                      <a:extLst>
                        <a:ext uri="{FF2B5EF4-FFF2-40B4-BE49-F238E27FC236}">
                          <a16:creationId xmlns:a16="http://schemas.microsoft.com/office/drawing/2014/main" id="{C905D979-5F4B-4AF2-A29F-BAB2518CA8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96533" y="2998660"/>
                      <a:ext cx="12972" cy="52482"/>
                    </a:xfrm>
                    <a:custGeom>
                      <a:avLst/>
                      <a:gdLst>
                        <a:gd name="connsiteX0" fmla="*/ 0 w 12972"/>
                        <a:gd name="connsiteY0" fmla="*/ 0 h 52482"/>
                        <a:gd name="connsiteX1" fmla="*/ 9525 w 12972"/>
                        <a:gd name="connsiteY1" fmla="*/ 11144 h 52482"/>
                        <a:gd name="connsiteX2" fmla="*/ 12954 w 12972"/>
                        <a:gd name="connsiteY2" fmla="*/ 27146 h 52482"/>
                        <a:gd name="connsiteX3" fmla="*/ 8382 w 12972"/>
                        <a:gd name="connsiteY3" fmla="*/ 52483 h 52482"/>
                        <a:gd name="connsiteX4" fmla="*/ 10858 w 12972"/>
                        <a:gd name="connsiteY4" fmla="*/ 33909 h 52482"/>
                        <a:gd name="connsiteX5" fmla="*/ 0 w 12972"/>
                        <a:gd name="connsiteY5" fmla="*/ 0 h 52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972" h="52482">
                          <a:moveTo>
                            <a:pt x="0" y="0"/>
                          </a:moveTo>
                          <a:cubicBezTo>
                            <a:pt x="0" y="0"/>
                            <a:pt x="5715" y="3048"/>
                            <a:pt x="9525" y="11144"/>
                          </a:cubicBezTo>
                          <a:cubicBezTo>
                            <a:pt x="11430" y="15145"/>
                            <a:pt x="12859" y="20479"/>
                            <a:pt x="12954" y="27146"/>
                          </a:cubicBezTo>
                          <a:cubicBezTo>
                            <a:pt x="13145" y="34004"/>
                            <a:pt x="11906" y="42386"/>
                            <a:pt x="8382" y="52483"/>
                          </a:cubicBezTo>
                          <a:cubicBezTo>
                            <a:pt x="8382" y="52483"/>
                            <a:pt x="10763" y="44482"/>
                            <a:pt x="10858" y="33909"/>
                          </a:cubicBezTo>
                          <a:cubicBezTo>
                            <a:pt x="10763" y="23146"/>
                            <a:pt x="9144" y="1047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1" name="Forme libre : forme 13780">
                      <a:extLst>
                        <a:ext uri="{FF2B5EF4-FFF2-40B4-BE49-F238E27FC236}">
                          <a16:creationId xmlns:a16="http://schemas.microsoft.com/office/drawing/2014/main" id="{2F513C2C-A88A-4F8F-8888-B0B80F6ED0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8511" y="3058191"/>
                      <a:ext cx="12868" cy="57245"/>
                    </a:xfrm>
                    <a:custGeom>
                      <a:avLst/>
                      <a:gdLst>
                        <a:gd name="connsiteX0" fmla="*/ 6868 w 12868"/>
                        <a:gd name="connsiteY0" fmla="*/ 0 h 57245"/>
                        <a:gd name="connsiteX1" fmla="*/ 486 w 12868"/>
                        <a:gd name="connsiteY1" fmla="*/ 21812 h 57245"/>
                        <a:gd name="connsiteX2" fmla="*/ 12869 w 12868"/>
                        <a:gd name="connsiteY2" fmla="*/ 57245 h 57245"/>
                        <a:gd name="connsiteX3" fmla="*/ 4772 w 12868"/>
                        <a:gd name="connsiteY3" fmla="*/ 42481 h 57245"/>
                        <a:gd name="connsiteX4" fmla="*/ 6868 w 12868"/>
                        <a:gd name="connsiteY4" fmla="*/ 0 h 57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68" h="57245">
                          <a:moveTo>
                            <a:pt x="6868" y="0"/>
                          </a:moveTo>
                          <a:cubicBezTo>
                            <a:pt x="6868" y="0"/>
                            <a:pt x="2105" y="9715"/>
                            <a:pt x="486" y="21812"/>
                          </a:cubicBezTo>
                          <a:cubicBezTo>
                            <a:pt x="-1038" y="33718"/>
                            <a:pt x="486" y="48006"/>
                            <a:pt x="12869" y="57245"/>
                          </a:cubicBezTo>
                          <a:cubicBezTo>
                            <a:pt x="12869" y="57245"/>
                            <a:pt x="8011" y="52197"/>
                            <a:pt x="4772" y="42481"/>
                          </a:cubicBezTo>
                          <a:cubicBezTo>
                            <a:pt x="1534" y="32861"/>
                            <a:pt x="-86" y="18669"/>
                            <a:pt x="686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2" name="Forme libre : forme 13781">
                      <a:extLst>
                        <a:ext uri="{FF2B5EF4-FFF2-40B4-BE49-F238E27FC236}">
                          <a16:creationId xmlns:a16="http://schemas.microsoft.com/office/drawing/2014/main" id="{6251AF0D-1332-4AF7-A352-E69B26A33B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48028" y="3027320"/>
                      <a:ext cx="18501" cy="21606"/>
                    </a:xfrm>
                    <a:custGeom>
                      <a:avLst/>
                      <a:gdLst>
                        <a:gd name="connsiteX0" fmla="*/ 17930 w 18501"/>
                        <a:gd name="connsiteY0" fmla="*/ 1154 h 21606"/>
                        <a:gd name="connsiteX1" fmla="*/ 12405 w 18501"/>
                        <a:gd name="connsiteY1" fmla="*/ 15536 h 21606"/>
                        <a:gd name="connsiteX2" fmla="*/ 595 w 18501"/>
                        <a:gd name="connsiteY2" fmla="*/ 20489 h 21606"/>
                        <a:gd name="connsiteX3" fmla="*/ 5928 w 18501"/>
                        <a:gd name="connsiteY3" fmla="*/ 6011 h 21606"/>
                        <a:gd name="connsiteX4" fmla="*/ 17930 w 18501"/>
                        <a:gd name="connsiteY4" fmla="*/ 1154 h 21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01" h="21606">
                          <a:moveTo>
                            <a:pt x="17930" y="1154"/>
                          </a:moveTo>
                          <a:cubicBezTo>
                            <a:pt x="19740" y="3821"/>
                            <a:pt x="17073" y="10107"/>
                            <a:pt x="12405" y="15536"/>
                          </a:cubicBezTo>
                          <a:cubicBezTo>
                            <a:pt x="7643" y="20870"/>
                            <a:pt x="2404" y="23156"/>
                            <a:pt x="595" y="20489"/>
                          </a:cubicBezTo>
                          <a:cubicBezTo>
                            <a:pt x="-1215" y="17822"/>
                            <a:pt x="1261" y="11345"/>
                            <a:pt x="5928" y="6011"/>
                          </a:cubicBezTo>
                          <a:cubicBezTo>
                            <a:pt x="10882" y="582"/>
                            <a:pt x="16216" y="-1513"/>
                            <a:pt x="17930" y="115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3" name="Forme libre : forme 13782">
                      <a:extLst>
                        <a:ext uri="{FF2B5EF4-FFF2-40B4-BE49-F238E27FC236}">
                          <a16:creationId xmlns:a16="http://schemas.microsoft.com/office/drawing/2014/main" id="{4AE3D4B0-94F2-4A28-A4A0-A3B0725B5A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62031" y="3024342"/>
                      <a:ext cx="5567" cy="6643"/>
                    </a:xfrm>
                    <a:custGeom>
                      <a:avLst/>
                      <a:gdLst>
                        <a:gd name="connsiteX0" fmla="*/ 4594 w 5567"/>
                        <a:gd name="connsiteY0" fmla="*/ 226 h 6643"/>
                        <a:gd name="connsiteX1" fmla="*/ 4879 w 5567"/>
                        <a:gd name="connsiteY1" fmla="*/ 4512 h 6643"/>
                        <a:gd name="connsiteX2" fmla="*/ 974 w 5567"/>
                        <a:gd name="connsiteY2" fmla="*/ 6418 h 6643"/>
                        <a:gd name="connsiteX3" fmla="*/ 688 w 5567"/>
                        <a:gd name="connsiteY3" fmla="*/ 2131 h 6643"/>
                        <a:gd name="connsiteX4" fmla="*/ 4594 w 5567"/>
                        <a:gd name="connsiteY4" fmla="*/ 226 h 6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7" h="6643">
                          <a:moveTo>
                            <a:pt x="4594" y="226"/>
                          </a:moveTo>
                          <a:cubicBezTo>
                            <a:pt x="5737" y="893"/>
                            <a:pt x="5927" y="2798"/>
                            <a:pt x="4879" y="4512"/>
                          </a:cubicBezTo>
                          <a:cubicBezTo>
                            <a:pt x="3927" y="6227"/>
                            <a:pt x="2212" y="7084"/>
                            <a:pt x="974" y="6418"/>
                          </a:cubicBezTo>
                          <a:cubicBezTo>
                            <a:pt x="-169" y="5751"/>
                            <a:pt x="-359" y="3846"/>
                            <a:pt x="688" y="2131"/>
                          </a:cubicBezTo>
                          <a:cubicBezTo>
                            <a:pt x="1641" y="417"/>
                            <a:pt x="3451" y="-440"/>
                            <a:pt x="4594" y="2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4" name="Forme libre : forme 13783">
                      <a:extLst>
                        <a:ext uri="{FF2B5EF4-FFF2-40B4-BE49-F238E27FC236}">
                          <a16:creationId xmlns:a16="http://schemas.microsoft.com/office/drawing/2014/main" id="{EFFFF308-6C4D-4065-BB4E-F48FE23FAC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5826" y="2992437"/>
                      <a:ext cx="62244" cy="44884"/>
                    </a:xfrm>
                    <a:custGeom>
                      <a:avLst/>
                      <a:gdLst>
                        <a:gd name="connsiteX0" fmla="*/ 37942 w 62244"/>
                        <a:gd name="connsiteY0" fmla="*/ 32 h 44884"/>
                        <a:gd name="connsiteX1" fmla="*/ 58801 w 62244"/>
                        <a:gd name="connsiteY1" fmla="*/ 6604 h 44884"/>
                        <a:gd name="connsiteX2" fmla="*/ 61659 w 62244"/>
                        <a:gd name="connsiteY2" fmla="*/ 14320 h 44884"/>
                        <a:gd name="connsiteX3" fmla="*/ 54039 w 62244"/>
                        <a:gd name="connsiteY3" fmla="*/ 18796 h 44884"/>
                        <a:gd name="connsiteX4" fmla="*/ 29274 w 62244"/>
                        <a:gd name="connsiteY4" fmla="*/ 22797 h 44884"/>
                        <a:gd name="connsiteX5" fmla="*/ 13843 w 62244"/>
                        <a:gd name="connsiteY5" fmla="*/ 37370 h 44884"/>
                        <a:gd name="connsiteX6" fmla="*/ 413 w 62244"/>
                        <a:gd name="connsiteY6" fmla="*/ 43085 h 44884"/>
                        <a:gd name="connsiteX7" fmla="*/ 19368 w 62244"/>
                        <a:gd name="connsiteY7" fmla="*/ 7747 h 44884"/>
                        <a:gd name="connsiteX8" fmla="*/ 37942 w 62244"/>
                        <a:gd name="connsiteY8" fmla="*/ 32 h 44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2244" h="44884">
                          <a:moveTo>
                            <a:pt x="37942" y="32"/>
                          </a:moveTo>
                          <a:cubicBezTo>
                            <a:pt x="45942" y="-349"/>
                            <a:pt x="52801" y="2699"/>
                            <a:pt x="58801" y="6604"/>
                          </a:cubicBezTo>
                          <a:cubicBezTo>
                            <a:pt x="60992" y="8033"/>
                            <a:pt x="63373" y="10795"/>
                            <a:pt x="61659" y="14320"/>
                          </a:cubicBezTo>
                          <a:cubicBezTo>
                            <a:pt x="60134" y="17463"/>
                            <a:pt x="56706" y="18510"/>
                            <a:pt x="54039" y="18796"/>
                          </a:cubicBezTo>
                          <a:cubicBezTo>
                            <a:pt x="45847" y="19463"/>
                            <a:pt x="37751" y="17653"/>
                            <a:pt x="29274" y="22797"/>
                          </a:cubicBezTo>
                          <a:cubicBezTo>
                            <a:pt x="26702" y="24416"/>
                            <a:pt x="19939" y="31560"/>
                            <a:pt x="13843" y="37370"/>
                          </a:cubicBezTo>
                          <a:cubicBezTo>
                            <a:pt x="7747" y="43180"/>
                            <a:pt x="1841" y="47467"/>
                            <a:pt x="413" y="43085"/>
                          </a:cubicBezTo>
                          <a:cubicBezTo>
                            <a:pt x="-2730" y="34227"/>
                            <a:pt x="12891" y="13081"/>
                            <a:pt x="19368" y="7747"/>
                          </a:cubicBezTo>
                          <a:cubicBezTo>
                            <a:pt x="25273" y="2794"/>
                            <a:pt x="31845" y="318"/>
                            <a:pt x="37942" y="3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01" name="Graphique 1">
                    <a:extLst>
                      <a:ext uri="{FF2B5EF4-FFF2-40B4-BE49-F238E27FC236}">
                        <a16:creationId xmlns:a16="http://schemas.microsoft.com/office/drawing/2014/main" id="{ABA06AF8-4E41-4766-B0E7-7E9CCC886083}"/>
                      </a:ext>
                    </a:extLst>
                  </p:cNvPr>
                  <p:cNvGrpSpPr/>
                  <p:nvPr/>
                </p:nvGrpSpPr>
                <p:grpSpPr>
                  <a:xfrm>
                    <a:off x="4969381" y="2856367"/>
                    <a:ext cx="133231" cy="144013"/>
                    <a:chOff x="4969381" y="2856367"/>
                    <a:chExt cx="133231" cy="144013"/>
                  </a:xfrm>
                  <a:solidFill>
                    <a:schemeClr val="accent1"/>
                  </a:solidFill>
                </p:grpSpPr>
                <p:sp>
                  <p:nvSpPr>
                    <p:cNvPr id="13761" name="Forme libre : forme 13760">
                      <a:extLst>
                        <a:ext uri="{FF2B5EF4-FFF2-40B4-BE49-F238E27FC236}">
                          <a16:creationId xmlns:a16="http://schemas.microsoft.com/office/drawing/2014/main" id="{48A6A74B-2DF5-4CBD-A419-0F074FA40A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69381" y="2856367"/>
                      <a:ext cx="133231" cy="143838"/>
                    </a:xfrm>
                    <a:custGeom>
                      <a:avLst/>
                      <a:gdLst>
                        <a:gd name="connsiteX0" fmla="*/ 117544 w 133231"/>
                        <a:gd name="connsiteY0" fmla="*/ 82667 h 143838"/>
                        <a:gd name="connsiteX1" fmla="*/ 100875 w 133231"/>
                        <a:gd name="connsiteY1" fmla="*/ 101050 h 143838"/>
                        <a:gd name="connsiteX2" fmla="*/ 85159 w 133231"/>
                        <a:gd name="connsiteY2" fmla="*/ 120957 h 143838"/>
                        <a:gd name="connsiteX3" fmla="*/ 73157 w 133231"/>
                        <a:gd name="connsiteY3" fmla="*/ 133435 h 143838"/>
                        <a:gd name="connsiteX4" fmla="*/ 59251 w 133231"/>
                        <a:gd name="connsiteY4" fmla="*/ 141151 h 143838"/>
                        <a:gd name="connsiteX5" fmla="*/ 45249 w 133231"/>
                        <a:gd name="connsiteY5" fmla="*/ 143817 h 143838"/>
                        <a:gd name="connsiteX6" fmla="*/ 32676 w 133231"/>
                        <a:gd name="connsiteY6" fmla="*/ 140198 h 143838"/>
                        <a:gd name="connsiteX7" fmla="*/ 11721 w 133231"/>
                        <a:gd name="connsiteY7" fmla="*/ 127053 h 143838"/>
                        <a:gd name="connsiteX8" fmla="*/ 3053 w 133231"/>
                        <a:gd name="connsiteY8" fmla="*/ 117052 h 143838"/>
                        <a:gd name="connsiteX9" fmla="*/ 5 w 133231"/>
                        <a:gd name="connsiteY9" fmla="*/ 102479 h 143838"/>
                        <a:gd name="connsiteX10" fmla="*/ 3149 w 133231"/>
                        <a:gd name="connsiteY10" fmla="*/ 85239 h 143838"/>
                        <a:gd name="connsiteX11" fmla="*/ 12293 w 133231"/>
                        <a:gd name="connsiteY11" fmla="*/ 67427 h 143838"/>
                        <a:gd name="connsiteX12" fmla="*/ 30866 w 133231"/>
                        <a:gd name="connsiteY12" fmla="*/ 43138 h 143838"/>
                        <a:gd name="connsiteX13" fmla="*/ 51440 w 133231"/>
                        <a:gd name="connsiteY13" fmla="*/ 19707 h 143838"/>
                        <a:gd name="connsiteX14" fmla="*/ 68014 w 133231"/>
                        <a:gd name="connsiteY14" fmla="*/ 6848 h 143838"/>
                        <a:gd name="connsiteX15" fmla="*/ 85159 w 133231"/>
                        <a:gd name="connsiteY15" fmla="*/ 561 h 143838"/>
                        <a:gd name="connsiteX16" fmla="*/ 100589 w 133231"/>
                        <a:gd name="connsiteY16" fmla="*/ 1514 h 143838"/>
                        <a:gd name="connsiteX17" fmla="*/ 111829 w 133231"/>
                        <a:gd name="connsiteY17" fmla="*/ 9229 h 143838"/>
                        <a:gd name="connsiteX18" fmla="*/ 127545 w 133231"/>
                        <a:gd name="connsiteY18" fmla="*/ 29136 h 143838"/>
                        <a:gd name="connsiteX19" fmla="*/ 132784 w 133231"/>
                        <a:gd name="connsiteY19" fmla="*/ 41328 h 143838"/>
                        <a:gd name="connsiteX20" fmla="*/ 132498 w 133231"/>
                        <a:gd name="connsiteY20" fmla="*/ 55235 h 143838"/>
                        <a:gd name="connsiteX21" fmla="*/ 127450 w 133231"/>
                        <a:gd name="connsiteY21" fmla="*/ 69522 h 143838"/>
                        <a:gd name="connsiteX22" fmla="*/ 117544 w 133231"/>
                        <a:gd name="connsiteY22" fmla="*/ 82667 h 143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33231" h="143838">
                          <a:moveTo>
                            <a:pt x="117544" y="82667"/>
                          </a:moveTo>
                          <a:cubicBezTo>
                            <a:pt x="112019" y="88858"/>
                            <a:pt x="106304" y="94764"/>
                            <a:pt x="100875" y="101050"/>
                          </a:cubicBezTo>
                          <a:lnTo>
                            <a:pt x="85159" y="120957"/>
                          </a:lnTo>
                          <a:cubicBezTo>
                            <a:pt x="81539" y="125625"/>
                            <a:pt x="77634" y="130101"/>
                            <a:pt x="73157" y="133435"/>
                          </a:cubicBezTo>
                          <a:cubicBezTo>
                            <a:pt x="68776" y="136864"/>
                            <a:pt x="64013" y="139436"/>
                            <a:pt x="59251" y="141151"/>
                          </a:cubicBezTo>
                          <a:cubicBezTo>
                            <a:pt x="54488" y="142865"/>
                            <a:pt x="49821" y="144008"/>
                            <a:pt x="45249" y="143817"/>
                          </a:cubicBezTo>
                          <a:cubicBezTo>
                            <a:pt x="40772" y="143722"/>
                            <a:pt x="36391" y="142579"/>
                            <a:pt x="32676" y="140198"/>
                          </a:cubicBezTo>
                          <a:lnTo>
                            <a:pt x="11721" y="127053"/>
                          </a:lnTo>
                          <a:cubicBezTo>
                            <a:pt x="7911" y="124672"/>
                            <a:pt x="5054" y="121243"/>
                            <a:pt x="3053" y="117052"/>
                          </a:cubicBezTo>
                          <a:cubicBezTo>
                            <a:pt x="1148" y="112861"/>
                            <a:pt x="-90" y="107813"/>
                            <a:pt x="5" y="102479"/>
                          </a:cubicBezTo>
                          <a:cubicBezTo>
                            <a:pt x="100" y="97050"/>
                            <a:pt x="1148" y="91239"/>
                            <a:pt x="3149" y="85239"/>
                          </a:cubicBezTo>
                          <a:cubicBezTo>
                            <a:pt x="5244" y="79238"/>
                            <a:pt x="8006" y="73142"/>
                            <a:pt x="12293" y="67427"/>
                          </a:cubicBezTo>
                          <a:lnTo>
                            <a:pt x="30866" y="43138"/>
                          </a:lnTo>
                          <a:cubicBezTo>
                            <a:pt x="37438" y="35232"/>
                            <a:pt x="44582" y="27517"/>
                            <a:pt x="51440" y="19707"/>
                          </a:cubicBezTo>
                          <a:cubicBezTo>
                            <a:pt x="56108" y="14087"/>
                            <a:pt x="62204" y="10086"/>
                            <a:pt x="68014" y="6848"/>
                          </a:cubicBezTo>
                          <a:cubicBezTo>
                            <a:pt x="73824" y="3609"/>
                            <a:pt x="79729" y="1514"/>
                            <a:pt x="85159" y="561"/>
                          </a:cubicBezTo>
                          <a:cubicBezTo>
                            <a:pt x="90493" y="-487"/>
                            <a:pt x="96017" y="-10"/>
                            <a:pt x="100589" y="1514"/>
                          </a:cubicBezTo>
                          <a:cubicBezTo>
                            <a:pt x="105162" y="3038"/>
                            <a:pt x="108971" y="5610"/>
                            <a:pt x="111829" y="9229"/>
                          </a:cubicBezTo>
                          <a:lnTo>
                            <a:pt x="127545" y="29136"/>
                          </a:lnTo>
                          <a:cubicBezTo>
                            <a:pt x="130402" y="32756"/>
                            <a:pt x="132117" y="36947"/>
                            <a:pt x="132784" y="41328"/>
                          </a:cubicBezTo>
                          <a:cubicBezTo>
                            <a:pt x="133546" y="45805"/>
                            <a:pt x="133260" y="50187"/>
                            <a:pt x="132498" y="55235"/>
                          </a:cubicBezTo>
                          <a:cubicBezTo>
                            <a:pt x="131641" y="60093"/>
                            <a:pt x="130022" y="64950"/>
                            <a:pt x="127450" y="69522"/>
                          </a:cubicBezTo>
                          <a:cubicBezTo>
                            <a:pt x="124878" y="74285"/>
                            <a:pt x="121259" y="78190"/>
                            <a:pt x="117544" y="82667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2" name="Forme libre : forme 13761">
                      <a:extLst>
                        <a:ext uri="{FF2B5EF4-FFF2-40B4-BE49-F238E27FC236}">
                          <a16:creationId xmlns:a16="http://schemas.microsoft.com/office/drawing/2014/main" id="{6ED97083-0611-462B-BF64-5EFBF3E4D4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92914" y="2885122"/>
                      <a:ext cx="109414" cy="115258"/>
                    </a:xfrm>
                    <a:custGeom>
                      <a:avLst/>
                      <a:gdLst>
                        <a:gd name="connsiteX0" fmla="*/ 43529 w 109414"/>
                        <a:gd name="connsiteY0" fmla="*/ 67056 h 115258"/>
                        <a:gd name="connsiteX1" fmla="*/ 24479 w 109414"/>
                        <a:gd name="connsiteY1" fmla="*/ 92297 h 115258"/>
                        <a:gd name="connsiteX2" fmla="*/ 0 w 109414"/>
                        <a:gd name="connsiteY2" fmla="*/ 105918 h 115258"/>
                        <a:gd name="connsiteX3" fmla="*/ 9049 w 109414"/>
                        <a:gd name="connsiteY3" fmla="*/ 111633 h 115258"/>
                        <a:gd name="connsiteX4" fmla="*/ 21621 w 109414"/>
                        <a:gd name="connsiteY4" fmla="*/ 115253 h 115258"/>
                        <a:gd name="connsiteX5" fmla="*/ 35623 w 109414"/>
                        <a:gd name="connsiteY5" fmla="*/ 112586 h 115258"/>
                        <a:gd name="connsiteX6" fmla="*/ 49530 w 109414"/>
                        <a:gd name="connsiteY6" fmla="*/ 104870 h 115258"/>
                        <a:gd name="connsiteX7" fmla="*/ 61531 w 109414"/>
                        <a:gd name="connsiteY7" fmla="*/ 92393 h 115258"/>
                        <a:gd name="connsiteX8" fmla="*/ 77248 w 109414"/>
                        <a:gd name="connsiteY8" fmla="*/ 72485 h 115258"/>
                        <a:gd name="connsiteX9" fmla="*/ 93916 w 109414"/>
                        <a:gd name="connsiteY9" fmla="*/ 54102 h 115258"/>
                        <a:gd name="connsiteX10" fmla="*/ 103632 w 109414"/>
                        <a:gd name="connsiteY10" fmla="*/ 41053 h 115258"/>
                        <a:gd name="connsiteX11" fmla="*/ 108680 w 109414"/>
                        <a:gd name="connsiteY11" fmla="*/ 26765 h 115258"/>
                        <a:gd name="connsiteX12" fmla="*/ 108966 w 109414"/>
                        <a:gd name="connsiteY12" fmla="*/ 12859 h 115258"/>
                        <a:gd name="connsiteX13" fmla="*/ 103727 w 109414"/>
                        <a:gd name="connsiteY13" fmla="*/ 667 h 115258"/>
                        <a:gd name="connsiteX14" fmla="*/ 103251 w 109414"/>
                        <a:gd name="connsiteY14" fmla="*/ 0 h 115258"/>
                        <a:gd name="connsiteX15" fmla="*/ 86296 w 109414"/>
                        <a:gd name="connsiteY15" fmla="*/ 15145 h 115258"/>
                        <a:gd name="connsiteX16" fmla="*/ 70009 w 109414"/>
                        <a:gd name="connsiteY16" fmla="*/ 30671 h 115258"/>
                        <a:gd name="connsiteX17" fmla="*/ 55340 w 109414"/>
                        <a:gd name="connsiteY17" fmla="*/ 47816 h 115258"/>
                        <a:gd name="connsiteX18" fmla="*/ 43529 w 109414"/>
                        <a:gd name="connsiteY18" fmla="*/ 67056 h 1152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09414" h="115258">
                          <a:moveTo>
                            <a:pt x="43529" y="67056"/>
                          </a:moveTo>
                          <a:cubicBezTo>
                            <a:pt x="38290" y="76581"/>
                            <a:pt x="32004" y="85439"/>
                            <a:pt x="24479" y="92297"/>
                          </a:cubicBezTo>
                          <a:cubicBezTo>
                            <a:pt x="16859" y="98965"/>
                            <a:pt x="8477" y="103918"/>
                            <a:pt x="0" y="105918"/>
                          </a:cubicBezTo>
                          <a:lnTo>
                            <a:pt x="9049" y="111633"/>
                          </a:lnTo>
                          <a:cubicBezTo>
                            <a:pt x="12859" y="114014"/>
                            <a:pt x="17145" y="115157"/>
                            <a:pt x="21621" y="115253"/>
                          </a:cubicBezTo>
                          <a:cubicBezTo>
                            <a:pt x="26194" y="115348"/>
                            <a:pt x="30861" y="114300"/>
                            <a:pt x="35623" y="112586"/>
                          </a:cubicBezTo>
                          <a:cubicBezTo>
                            <a:pt x="40386" y="110871"/>
                            <a:pt x="45148" y="108204"/>
                            <a:pt x="49530" y="104870"/>
                          </a:cubicBezTo>
                          <a:cubicBezTo>
                            <a:pt x="54007" y="101537"/>
                            <a:pt x="57912" y="97060"/>
                            <a:pt x="61531" y="92393"/>
                          </a:cubicBezTo>
                          <a:lnTo>
                            <a:pt x="77248" y="72485"/>
                          </a:lnTo>
                          <a:cubicBezTo>
                            <a:pt x="82677" y="66199"/>
                            <a:pt x="88392" y="60293"/>
                            <a:pt x="93916" y="54102"/>
                          </a:cubicBezTo>
                          <a:cubicBezTo>
                            <a:pt x="97631" y="49625"/>
                            <a:pt x="101251" y="45720"/>
                            <a:pt x="103632" y="41053"/>
                          </a:cubicBezTo>
                          <a:cubicBezTo>
                            <a:pt x="106109" y="36481"/>
                            <a:pt x="107823" y="31623"/>
                            <a:pt x="108680" y="26765"/>
                          </a:cubicBezTo>
                          <a:cubicBezTo>
                            <a:pt x="109442" y="21717"/>
                            <a:pt x="109728" y="17240"/>
                            <a:pt x="108966" y="12859"/>
                          </a:cubicBezTo>
                          <a:cubicBezTo>
                            <a:pt x="108204" y="8477"/>
                            <a:pt x="106489" y="4191"/>
                            <a:pt x="103727" y="667"/>
                          </a:cubicBezTo>
                          <a:lnTo>
                            <a:pt x="103251" y="0"/>
                          </a:lnTo>
                          <a:cubicBezTo>
                            <a:pt x="97250" y="4667"/>
                            <a:pt x="91821" y="10001"/>
                            <a:pt x="86296" y="15145"/>
                          </a:cubicBezTo>
                          <a:cubicBezTo>
                            <a:pt x="80867" y="20384"/>
                            <a:pt x="74866" y="24860"/>
                            <a:pt x="70009" y="30671"/>
                          </a:cubicBezTo>
                          <a:cubicBezTo>
                            <a:pt x="64961" y="36290"/>
                            <a:pt x="60007" y="41910"/>
                            <a:pt x="55340" y="47816"/>
                          </a:cubicBezTo>
                          <a:cubicBezTo>
                            <a:pt x="50863" y="53530"/>
                            <a:pt x="47149" y="60293"/>
                            <a:pt x="43529" y="67056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3" name="Forme libre : forme 13762">
                      <a:extLst>
                        <a:ext uri="{FF2B5EF4-FFF2-40B4-BE49-F238E27FC236}">
                          <a16:creationId xmlns:a16="http://schemas.microsoft.com/office/drawing/2014/main" id="{956401E8-CEDB-4259-A746-3AA0B84024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8020" y="2894480"/>
                      <a:ext cx="51699" cy="56474"/>
                    </a:xfrm>
                    <a:custGeom>
                      <a:avLst/>
                      <a:gdLst>
                        <a:gd name="connsiteX0" fmla="*/ 48903 w 51699"/>
                        <a:gd name="connsiteY0" fmla="*/ 3025 h 56474"/>
                        <a:gd name="connsiteX1" fmla="*/ 50332 w 51699"/>
                        <a:gd name="connsiteY1" fmla="*/ 18455 h 56474"/>
                        <a:gd name="connsiteX2" fmla="*/ 38426 w 51699"/>
                        <a:gd name="connsiteY2" fmla="*/ 39125 h 56474"/>
                        <a:gd name="connsiteX3" fmla="*/ 29091 w 51699"/>
                        <a:gd name="connsiteY3" fmla="*/ 47983 h 56474"/>
                        <a:gd name="connsiteX4" fmla="*/ 19756 w 51699"/>
                        <a:gd name="connsiteY4" fmla="*/ 54079 h 56474"/>
                        <a:gd name="connsiteX5" fmla="*/ 4041 w 51699"/>
                        <a:gd name="connsiteY5" fmla="*/ 54555 h 56474"/>
                        <a:gd name="connsiteX6" fmla="*/ 612 w 51699"/>
                        <a:gd name="connsiteY6" fmla="*/ 39220 h 56474"/>
                        <a:gd name="connsiteX7" fmla="*/ 4612 w 51699"/>
                        <a:gd name="connsiteY7" fmla="*/ 28076 h 56474"/>
                        <a:gd name="connsiteX8" fmla="*/ 12518 w 51699"/>
                        <a:gd name="connsiteY8" fmla="*/ 16646 h 56474"/>
                        <a:gd name="connsiteX9" fmla="*/ 32996 w 51699"/>
                        <a:gd name="connsiteY9" fmla="*/ 1406 h 56474"/>
                        <a:gd name="connsiteX10" fmla="*/ 48903 w 51699"/>
                        <a:gd name="connsiteY10" fmla="*/ 3025 h 56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1699" h="56474">
                          <a:moveTo>
                            <a:pt x="48903" y="3025"/>
                          </a:moveTo>
                          <a:cubicBezTo>
                            <a:pt x="52237" y="6454"/>
                            <a:pt x="52428" y="12169"/>
                            <a:pt x="50332" y="18455"/>
                          </a:cubicBezTo>
                          <a:cubicBezTo>
                            <a:pt x="48522" y="25028"/>
                            <a:pt x="44522" y="32457"/>
                            <a:pt x="38426" y="39125"/>
                          </a:cubicBezTo>
                          <a:cubicBezTo>
                            <a:pt x="35378" y="42458"/>
                            <a:pt x="32044" y="45316"/>
                            <a:pt x="29091" y="47983"/>
                          </a:cubicBezTo>
                          <a:cubicBezTo>
                            <a:pt x="25948" y="50555"/>
                            <a:pt x="22805" y="52650"/>
                            <a:pt x="19756" y="54079"/>
                          </a:cubicBezTo>
                          <a:cubicBezTo>
                            <a:pt x="13566" y="56936"/>
                            <a:pt x="7850" y="57413"/>
                            <a:pt x="4041" y="54555"/>
                          </a:cubicBezTo>
                          <a:cubicBezTo>
                            <a:pt x="230" y="51698"/>
                            <a:pt x="-817" y="46078"/>
                            <a:pt x="612" y="39220"/>
                          </a:cubicBezTo>
                          <a:cubicBezTo>
                            <a:pt x="1373" y="35791"/>
                            <a:pt x="2707" y="31981"/>
                            <a:pt x="4612" y="28076"/>
                          </a:cubicBezTo>
                          <a:cubicBezTo>
                            <a:pt x="6422" y="24075"/>
                            <a:pt x="9184" y="20265"/>
                            <a:pt x="12518" y="16646"/>
                          </a:cubicBezTo>
                          <a:cubicBezTo>
                            <a:pt x="19090" y="9311"/>
                            <a:pt x="26519" y="3882"/>
                            <a:pt x="32996" y="1406"/>
                          </a:cubicBezTo>
                          <a:cubicBezTo>
                            <a:pt x="39759" y="-880"/>
                            <a:pt x="45569" y="-404"/>
                            <a:pt x="48903" y="3025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4" name="Forme libre : forme 13763">
                      <a:extLst>
                        <a:ext uri="{FF2B5EF4-FFF2-40B4-BE49-F238E27FC236}">
                          <a16:creationId xmlns:a16="http://schemas.microsoft.com/office/drawing/2014/main" id="{0A51E94B-8EF1-4399-98B4-26D0A48E55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7910" y="2921412"/>
                      <a:ext cx="47012" cy="29542"/>
                    </a:xfrm>
                    <a:custGeom>
                      <a:avLst/>
                      <a:gdLst>
                        <a:gd name="connsiteX0" fmla="*/ 2149 w 47012"/>
                        <a:gd name="connsiteY0" fmla="*/ 6858 h 29542"/>
                        <a:gd name="connsiteX1" fmla="*/ 4054 w 47012"/>
                        <a:gd name="connsiteY1" fmla="*/ 27622 h 29542"/>
                        <a:gd name="connsiteX2" fmla="*/ 19771 w 47012"/>
                        <a:gd name="connsiteY2" fmla="*/ 27146 h 29542"/>
                        <a:gd name="connsiteX3" fmla="*/ 29105 w 47012"/>
                        <a:gd name="connsiteY3" fmla="*/ 21050 h 29542"/>
                        <a:gd name="connsiteX4" fmla="*/ 38440 w 47012"/>
                        <a:gd name="connsiteY4" fmla="*/ 12192 h 29542"/>
                        <a:gd name="connsiteX5" fmla="*/ 47012 w 47012"/>
                        <a:gd name="connsiteY5" fmla="*/ 0 h 29542"/>
                        <a:gd name="connsiteX6" fmla="*/ 40631 w 47012"/>
                        <a:gd name="connsiteY6" fmla="*/ 5239 h 29542"/>
                        <a:gd name="connsiteX7" fmla="*/ 19294 w 47012"/>
                        <a:gd name="connsiteY7" fmla="*/ 11621 h 29542"/>
                        <a:gd name="connsiteX8" fmla="*/ 2149 w 47012"/>
                        <a:gd name="connsiteY8" fmla="*/ 6858 h 29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7012" h="29542">
                          <a:moveTo>
                            <a:pt x="2149" y="6858"/>
                          </a:moveTo>
                          <a:cubicBezTo>
                            <a:pt x="-1184" y="16193"/>
                            <a:pt x="-708" y="24098"/>
                            <a:pt x="4054" y="27622"/>
                          </a:cubicBezTo>
                          <a:cubicBezTo>
                            <a:pt x="7865" y="30480"/>
                            <a:pt x="13579" y="30004"/>
                            <a:pt x="19771" y="27146"/>
                          </a:cubicBezTo>
                          <a:cubicBezTo>
                            <a:pt x="22818" y="25718"/>
                            <a:pt x="26057" y="23717"/>
                            <a:pt x="29105" y="21050"/>
                          </a:cubicBezTo>
                          <a:cubicBezTo>
                            <a:pt x="32153" y="18383"/>
                            <a:pt x="35391" y="15526"/>
                            <a:pt x="38440" y="12192"/>
                          </a:cubicBezTo>
                          <a:cubicBezTo>
                            <a:pt x="41964" y="8287"/>
                            <a:pt x="44821" y="4191"/>
                            <a:pt x="47012" y="0"/>
                          </a:cubicBezTo>
                          <a:cubicBezTo>
                            <a:pt x="45107" y="2000"/>
                            <a:pt x="43012" y="3810"/>
                            <a:pt x="40631" y="5239"/>
                          </a:cubicBezTo>
                          <a:cubicBezTo>
                            <a:pt x="33868" y="8954"/>
                            <a:pt x="25866" y="10859"/>
                            <a:pt x="19294" y="11621"/>
                          </a:cubicBezTo>
                          <a:cubicBezTo>
                            <a:pt x="12532" y="12287"/>
                            <a:pt x="6245" y="10859"/>
                            <a:pt x="2149" y="6858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5" name="Forme libre : forme 13764">
                      <a:extLst>
                        <a:ext uri="{FF2B5EF4-FFF2-40B4-BE49-F238E27FC236}">
                          <a16:creationId xmlns:a16="http://schemas.microsoft.com/office/drawing/2014/main" id="{45932024-BCBD-4B50-990B-8C15BBAEE4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3068" y="2894784"/>
                      <a:ext cx="51765" cy="55798"/>
                    </a:xfrm>
                    <a:custGeom>
                      <a:avLst/>
                      <a:gdLst>
                        <a:gd name="connsiteX0" fmla="*/ 48999 w 51765"/>
                        <a:gd name="connsiteY0" fmla="*/ 3196 h 55798"/>
                        <a:gd name="connsiteX1" fmla="*/ 50427 w 51765"/>
                        <a:gd name="connsiteY1" fmla="*/ 18627 h 55798"/>
                        <a:gd name="connsiteX2" fmla="*/ 38426 w 51765"/>
                        <a:gd name="connsiteY2" fmla="*/ 38915 h 55798"/>
                        <a:gd name="connsiteX3" fmla="*/ 28996 w 51765"/>
                        <a:gd name="connsiteY3" fmla="*/ 47488 h 55798"/>
                        <a:gd name="connsiteX4" fmla="*/ 19662 w 51765"/>
                        <a:gd name="connsiteY4" fmla="*/ 53488 h 55798"/>
                        <a:gd name="connsiteX5" fmla="*/ 4040 w 51765"/>
                        <a:gd name="connsiteY5" fmla="*/ 53870 h 55798"/>
                        <a:gd name="connsiteX6" fmla="*/ 612 w 51765"/>
                        <a:gd name="connsiteY6" fmla="*/ 38534 h 55798"/>
                        <a:gd name="connsiteX7" fmla="*/ 4517 w 51765"/>
                        <a:gd name="connsiteY7" fmla="*/ 27390 h 55798"/>
                        <a:gd name="connsiteX8" fmla="*/ 12518 w 51765"/>
                        <a:gd name="connsiteY8" fmla="*/ 16150 h 55798"/>
                        <a:gd name="connsiteX9" fmla="*/ 33092 w 51765"/>
                        <a:gd name="connsiteY9" fmla="*/ 1291 h 55798"/>
                        <a:gd name="connsiteX10" fmla="*/ 48999 w 51765"/>
                        <a:gd name="connsiteY10" fmla="*/ 3196 h 55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1765" h="55798">
                          <a:moveTo>
                            <a:pt x="48999" y="3196"/>
                          </a:moveTo>
                          <a:cubicBezTo>
                            <a:pt x="52237" y="6721"/>
                            <a:pt x="52523" y="12436"/>
                            <a:pt x="50427" y="18627"/>
                          </a:cubicBezTo>
                          <a:cubicBezTo>
                            <a:pt x="48237" y="24723"/>
                            <a:pt x="44522" y="32438"/>
                            <a:pt x="38426" y="38915"/>
                          </a:cubicBezTo>
                          <a:cubicBezTo>
                            <a:pt x="35473" y="42249"/>
                            <a:pt x="32139" y="44916"/>
                            <a:pt x="28996" y="47488"/>
                          </a:cubicBezTo>
                          <a:cubicBezTo>
                            <a:pt x="25948" y="50060"/>
                            <a:pt x="22710" y="52060"/>
                            <a:pt x="19662" y="53488"/>
                          </a:cubicBezTo>
                          <a:cubicBezTo>
                            <a:pt x="13565" y="56251"/>
                            <a:pt x="7851" y="56727"/>
                            <a:pt x="4040" y="53870"/>
                          </a:cubicBezTo>
                          <a:cubicBezTo>
                            <a:pt x="231" y="51012"/>
                            <a:pt x="-817" y="45392"/>
                            <a:pt x="612" y="38534"/>
                          </a:cubicBezTo>
                          <a:cubicBezTo>
                            <a:pt x="1278" y="35105"/>
                            <a:pt x="2612" y="31295"/>
                            <a:pt x="4517" y="27390"/>
                          </a:cubicBezTo>
                          <a:cubicBezTo>
                            <a:pt x="6422" y="23580"/>
                            <a:pt x="9374" y="19865"/>
                            <a:pt x="12518" y="16150"/>
                          </a:cubicBezTo>
                          <a:cubicBezTo>
                            <a:pt x="19185" y="9007"/>
                            <a:pt x="26139" y="3387"/>
                            <a:pt x="33092" y="1291"/>
                          </a:cubicBezTo>
                          <a:cubicBezTo>
                            <a:pt x="39950" y="-899"/>
                            <a:pt x="45760" y="-328"/>
                            <a:pt x="48999" y="319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6" name="Forme libre : forme 13765">
                      <a:extLst>
                        <a:ext uri="{FF2B5EF4-FFF2-40B4-BE49-F238E27FC236}">
                          <a16:creationId xmlns:a16="http://schemas.microsoft.com/office/drawing/2014/main" id="{A122B0AD-13C7-4CF1-8CB8-D3E35E4E15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87795" y="2918855"/>
                      <a:ext cx="88062" cy="62188"/>
                    </a:xfrm>
                    <a:custGeom>
                      <a:avLst/>
                      <a:gdLst>
                        <a:gd name="connsiteX0" fmla="*/ 19311 w 88062"/>
                        <a:gd name="connsiteY0" fmla="*/ 55136 h 62188"/>
                        <a:gd name="connsiteX1" fmla="*/ 33693 w 88062"/>
                        <a:gd name="connsiteY1" fmla="*/ 62089 h 62188"/>
                        <a:gd name="connsiteX2" fmla="*/ 66840 w 88062"/>
                        <a:gd name="connsiteY2" fmla="*/ 45515 h 62188"/>
                        <a:gd name="connsiteX3" fmla="*/ 78175 w 88062"/>
                        <a:gd name="connsiteY3" fmla="*/ 32752 h 62188"/>
                        <a:gd name="connsiteX4" fmla="*/ 86462 w 88062"/>
                        <a:gd name="connsiteY4" fmla="*/ 18845 h 62188"/>
                        <a:gd name="connsiteX5" fmla="*/ 82366 w 88062"/>
                        <a:gd name="connsiteY5" fmla="*/ 272 h 62188"/>
                        <a:gd name="connsiteX6" fmla="*/ 68745 w 88062"/>
                        <a:gd name="connsiteY6" fmla="*/ 3320 h 62188"/>
                        <a:gd name="connsiteX7" fmla="*/ 51886 w 88062"/>
                        <a:gd name="connsiteY7" fmla="*/ 9130 h 62188"/>
                        <a:gd name="connsiteX8" fmla="*/ 35503 w 88062"/>
                        <a:gd name="connsiteY8" fmla="*/ 13416 h 62188"/>
                        <a:gd name="connsiteX9" fmla="*/ 737 w 88062"/>
                        <a:gd name="connsiteY9" fmla="*/ 31704 h 62188"/>
                        <a:gd name="connsiteX10" fmla="*/ 19311 w 88062"/>
                        <a:gd name="connsiteY10" fmla="*/ 55136 h 62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8062" h="62188">
                          <a:moveTo>
                            <a:pt x="19311" y="55136"/>
                          </a:moveTo>
                          <a:cubicBezTo>
                            <a:pt x="23597" y="58279"/>
                            <a:pt x="28073" y="61517"/>
                            <a:pt x="33693" y="62089"/>
                          </a:cubicBezTo>
                          <a:cubicBezTo>
                            <a:pt x="44552" y="63232"/>
                            <a:pt x="56648" y="54374"/>
                            <a:pt x="66840" y="45515"/>
                          </a:cubicBezTo>
                          <a:cubicBezTo>
                            <a:pt x="71031" y="41705"/>
                            <a:pt x="74936" y="37419"/>
                            <a:pt x="78175" y="32752"/>
                          </a:cubicBezTo>
                          <a:cubicBezTo>
                            <a:pt x="81699" y="28466"/>
                            <a:pt x="84652" y="23798"/>
                            <a:pt x="86462" y="18845"/>
                          </a:cubicBezTo>
                          <a:cubicBezTo>
                            <a:pt x="89224" y="11416"/>
                            <a:pt x="88748" y="2081"/>
                            <a:pt x="82366" y="272"/>
                          </a:cubicBezTo>
                          <a:cubicBezTo>
                            <a:pt x="78366" y="-776"/>
                            <a:pt x="73412" y="1415"/>
                            <a:pt x="68745" y="3320"/>
                          </a:cubicBezTo>
                          <a:cubicBezTo>
                            <a:pt x="63221" y="5606"/>
                            <a:pt x="57506" y="7511"/>
                            <a:pt x="51886" y="9130"/>
                          </a:cubicBezTo>
                          <a:cubicBezTo>
                            <a:pt x="46266" y="10844"/>
                            <a:pt x="40932" y="12368"/>
                            <a:pt x="35503" y="13416"/>
                          </a:cubicBezTo>
                          <a:cubicBezTo>
                            <a:pt x="26454" y="15131"/>
                            <a:pt x="5595" y="16655"/>
                            <a:pt x="737" y="31704"/>
                          </a:cubicBezTo>
                          <a:cubicBezTo>
                            <a:pt x="-3740" y="44753"/>
                            <a:pt x="13405" y="50754"/>
                            <a:pt x="19311" y="5513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7" name="Forme libre : forme 13766">
                      <a:extLst>
                        <a:ext uri="{FF2B5EF4-FFF2-40B4-BE49-F238E27FC236}">
                          <a16:creationId xmlns:a16="http://schemas.microsoft.com/office/drawing/2014/main" id="{176C2E7D-949D-4981-AE97-CE1DFE6DAB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99518" y="2923539"/>
                      <a:ext cx="15498" cy="30408"/>
                    </a:xfrm>
                    <a:custGeom>
                      <a:avLst/>
                      <a:gdLst>
                        <a:gd name="connsiteX0" fmla="*/ 825 w 15498"/>
                        <a:gd name="connsiteY0" fmla="*/ 26353 h 30408"/>
                        <a:gd name="connsiteX1" fmla="*/ 2825 w 15498"/>
                        <a:gd name="connsiteY1" fmla="*/ 29877 h 30408"/>
                        <a:gd name="connsiteX2" fmla="*/ 6921 w 15498"/>
                        <a:gd name="connsiteY2" fmla="*/ 29496 h 30408"/>
                        <a:gd name="connsiteX3" fmla="*/ 9683 w 15498"/>
                        <a:gd name="connsiteY3" fmla="*/ 25210 h 30408"/>
                        <a:gd name="connsiteX4" fmla="*/ 14445 w 15498"/>
                        <a:gd name="connsiteY4" fmla="*/ 13208 h 30408"/>
                        <a:gd name="connsiteX5" fmla="*/ 15494 w 15498"/>
                        <a:gd name="connsiteY5" fmla="*/ 8255 h 30408"/>
                        <a:gd name="connsiteX6" fmla="*/ 4349 w 15498"/>
                        <a:gd name="connsiteY6" fmla="*/ 4541 h 30408"/>
                        <a:gd name="connsiteX7" fmla="*/ 825 w 15498"/>
                        <a:gd name="connsiteY7" fmla="*/ 26353 h 30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498" h="30408">
                          <a:moveTo>
                            <a:pt x="825" y="26353"/>
                          </a:moveTo>
                          <a:cubicBezTo>
                            <a:pt x="1206" y="27782"/>
                            <a:pt x="1778" y="29115"/>
                            <a:pt x="2825" y="29877"/>
                          </a:cubicBezTo>
                          <a:cubicBezTo>
                            <a:pt x="3873" y="30639"/>
                            <a:pt x="5492" y="30639"/>
                            <a:pt x="6921" y="29496"/>
                          </a:cubicBezTo>
                          <a:cubicBezTo>
                            <a:pt x="8159" y="28449"/>
                            <a:pt x="9017" y="26734"/>
                            <a:pt x="9683" y="25210"/>
                          </a:cubicBezTo>
                          <a:cubicBezTo>
                            <a:pt x="11493" y="21209"/>
                            <a:pt x="13207" y="17304"/>
                            <a:pt x="14445" y="13208"/>
                          </a:cubicBezTo>
                          <a:cubicBezTo>
                            <a:pt x="14922" y="11589"/>
                            <a:pt x="15398" y="9875"/>
                            <a:pt x="15494" y="8255"/>
                          </a:cubicBezTo>
                          <a:cubicBezTo>
                            <a:pt x="15684" y="1683"/>
                            <a:pt x="9969" y="-4508"/>
                            <a:pt x="4349" y="4541"/>
                          </a:cubicBezTo>
                          <a:cubicBezTo>
                            <a:pt x="-32" y="11589"/>
                            <a:pt x="-890" y="20638"/>
                            <a:pt x="825" y="2635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8" name="Forme libre : forme 13767">
                      <a:extLst>
                        <a:ext uri="{FF2B5EF4-FFF2-40B4-BE49-F238E27FC236}">
                          <a16:creationId xmlns:a16="http://schemas.microsoft.com/office/drawing/2014/main" id="{C31FBD92-E3F5-4240-8F59-3496C401C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6068" y="2885313"/>
                      <a:ext cx="10975" cy="51720"/>
                    </a:xfrm>
                    <a:custGeom>
                      <a:avLst/>
                      <a:gdLst>
                        <a:gd name="connsiteX0" fmla="*/ 4763 w 10975"/>
                        <a:gd name="connsiteY0" fmla="*/ 0 h 51720"/>
                        <a:gd name="connsiteX1" fmla="*/ 10478 w 10975"/>
                        <a:gd name="connsiteY1" fmla="*/ 13621 h 51720"/>
                        <a:gd name="connsiteX2" fmla="*/ 9811 w 10975"/>
                        <a:gd name="connsiteY2" fmla="*/ 30004 h 51720"/>
                        <a:gd name="connsiteX3" fmla="*/ 0 w 10975"/>
                        <a:gd name="connsiteY3" fmla="*/ 51721 h 51720"/>
                        <a:gd name="connsiteX4" fmla="*/ 2096 w 10975"/>
                        <a:gd name="connsiteY4" fmla="*/ 47053 h 51720"/>
                        <a:gd name="connsiteX5" fmla="*/ 6287 w 10975"/>
                        <a:gd name="connsiteY5" fmla="*/ 35528 h 51720"/>
                        <a:gd name="connsiteX6" fmla="*/ 8382 w 10975"/>
                        <a:gd name="connsiteY6" fmla="*/ 18955 h 51720"/>
                        <a:gd name="connsiteX7" fmla="*/ 4763 w 10975"/>
                        <a:gd name="connsiteY7" fmla="*/ 0 h 51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975" h="51720">
                          <a:moveTo>
                            <a:pt x="4763" y="0"/>
                          </a:moveTo>
                          <a:cubicBezTo>
                            <a:pt x="4763" y="0"/>
                            <a:pt x="9240" y="4953"/>
                            <a:pt x="10478" y="13621"/>
                          </a:cubicBezTo>
                          <a:cubicBezTo>
                            <a:pt x="11145" y="18097"/>
                            <a:pt x="11335" y="23717"/>
                            <a:pt x="9811" y="30004"/>
                          </a:cubicBezTo>
                          <a:cubicBezTo>
                            <a:pt x="8477" y="36576"/>
                            <a:pt x="5049" y="43148"/>
                            <a:pt x="0" y="51721"/>
                          </a:cubicBezTo>
                          <a:cubicBezTo>
                            <a:pt x="0" y="51721"/>
                            <a:pt x="858" y="49911"/>
                            <a:pt x="2096" y="47053"/>
                          </a:cubicBezTo>
                          <a:cubicBezTo>
                            <a:pt x="3429" y="44291"/>
                            <a:pt x="4953" y="40386"/>
                            <a:pt x="6287" y="35528"/>
                          </a:cubicBezTo>
                          <a:cubicBezTo>
                            <a:pt x="7525" y="30766"/>
                            <a:pt x="8477" y="25051"/>
                            <a:pt x="8382" y="18955"/>
                          </a:cubicBezTo>
                          <a:cubicBezTo>
                            <a:pt x="8287" y="12668"/>
                            <a:pt x="7430" y="6382"/>
                            <a:pt x="476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9" name="Forme libre : forme 13768">
                      <a:extLst>
                        <a:ext uri="{FF2B5EF4-FFF2-40B4-BE49-F238E27FC236}">
                          <a16:creationId xmlns:a16="http://schemas.microsoft.com/office/drawing/2014/main" id="{9F4836B2-E4DF-4537-946E-BA4B0ECABF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73880" y="2922936"/>
                      <a:ext cx="11698" cy="59721"/>
                    </a:xfrm>
                    <a:custGeom>
                      <a:avLst/>
                      <a:gdLst>
                        <a:gd name="connsiteX0" fmla="*/ 11699 w 11698"/>
                        <a:gd name="connsiteY0" fmla="*/ 0 h 59721"/>
                        <a:gd name="connsiteX1" fmla="*/ 7889 w 11698"/>
                        <a:gd name="connsiteY1" fmla="*/ 6287 h 59721"/>
                        <a:gd name="connsiteX2" fmla="*/ 1888 w 11698"/>
                        <a:gd name="connsiteY2" fmla="*/ 22003 h 59721"/>
                        <a:gd name="connsiteX3" fmla="*/ 459 w 11698"/>
                        <a:gd name="connsiteY3" fmla="*/ 41529 h 59721"/>
                        <a:gd name="connsiteX4" fmla="*/ 10937 w 11698"/>
                        <a:gd name="connsiteY4" fmla="*/ 59722 h 59721"/>
                        <a:gd name="connsiteX5" fmla="*/ 3698 w 11698"/>
                        <a:gd name="connsiteY5" fmla="*/ 43910 h 59721"/>
                        <a:gd name="connsiteX6" fmla="*/ 3031 w 11698"/>
                        <a:gd name="connsiteY6" fmla="*/ 25146 h 59721"/>
                        <a:gd name="connsiteX7" fmla="*/ 11699 w 11698"/>
                        <a:gd name="connsiteY7" fmla="*/ 0 h 597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698" h="59721">
                          <a:moveTo>
                            <a:pt x="11699" y="0"/>
                          </a:moveTo>
                          <a:cubicBezTo>
                            <a:pt x="11699" y="0"/>
                            <a:pt x="9889" y="2381"/>
                            <a:pt x="7889" y="6287"/>
                          </a:cubicBezTo>
                          <a:cubicBezTo>
                            <a:pt x="5889" y="10287"/>
                            <a:pt x="3508" y="15812"/>
                            <a:pt x="1888" y="22003"/>
                          </a:cubicBezTo>
                          <a:cubicBezTo>
                            <a:pt x="269" y="28194"/>
                            <a:pt x="-588" y="35052"/>
                            <a:pt x="459" y="41529"/>
                          </a:cubicBezTo>
                          <a:cubicBezTo>
                            <a:pt x="1698" y="48101"/>
                            <a:pt x="4841" y="54483"/>
                            <a:pt x="10937" y="59722"/>
                          </a:cubicBezTo>
                          <a:cubicBezTo>
                            <a:pt x="10937" y="59722"/>
                            <a:pt x="6270" y="54197"/>
                            <a:pt x="3698" y="43910"/>
                          </a:cubicBezTo>
                          <a:cubicBezTo>
                            <a:pt x="2555" y="38862"/>
                            <a:pt x="2079" y="32576"/>
                            <a:pt x="3031" y="25146"/>
                          </a:cubicBezTo>
                          <a:cubicBezTo>
                            <a:pt x="4270" y="17812"/>
                            <a:pt x="6270" y="9144"/>
                            <a:pt x="1169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0" name="Forme libre : forme 13769">
                      <a:extLst>
                        <a:ext uri="{FF2B5EF4-FFF2-40B4-BE49-F238E27FC236}">
                          <a16:creationId xmlns:a16="http://schemas.microsoft.com/office/drawing/2014/main" id="{B23E0E4D-DCE3-47A5-BB11-9E1EE3F8D4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31265" y="2902794"/>
                      <a:ext cx="22049" cy="18526"/>
                    </a:xfrm>
                    <a:custGeom>
                      <a:avLst/>
                      <a:gdLst>
                        <a:gd name="connsiteX0" fmla="*/ 21847 w 22049"/>
                        <a:gd name="connsiteY0" fmla="*/ 1854 h 18526"/>
                        <a:gd name="connsiteX1" fmla="*/ 13274 w 22049"/>
                        <a:gd name="connsiteY1" fmla="*/ 14713 h 18526"/>
                        <a:gd name="connsiteX2" fmla="*/ 225 w 22049"/>
                        <a:gd name="connsiteY2" fmla="*/ 16808 h 18526"/>
                        <a:gd name="connsiteX3" fmla="*/ 8988 w 22049"/>
                        <a:gd name="connsiteY3" fmla="*/ 3759 h 18526"/>
                        <a:gd name="connsiteX4" fmla="*/ 21847 w 22049"/>
                        <a:gd name="connsiteY4" fmla="*/ 1854 h 18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049" h="18526">
                          <a:moveTo>
                            <a:pt x="21847" y="1854"/>
                          </a:moveTo>
                          <a:cubicBezTo>
                            <a:pt x="22990" y="4997"/>
                            <a:pt x="19180" y="10712"/>
                            <a:pt x="13274" y="14713"/>
                          </a:cubicBezTo>
                          <a:cubicBezTo>
                            <a:pt x="7369" y="18809"/>
                            <a:pt x="1463" y="19761"/>
                            <a:pt x="225" y="16808"/>
                          </a:cubicBezTo>
                          <a:cubicBezTo>
                            <a:pt x="-1013" y="13855"/>
                            <a:pt x="2987" y="7950"/>
                            <a:pt x="8988" y="3759"/>
                          </a:cubicBezTo>
                          <a:cubicBezTo>
                            <a:pt x="14989" y="-432"/>
                            <a:pt x="20704" y="-1194"/>
                            <a:pt x="21847" y="185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1" name="Forme libre : forme 13770">
                      <a:extLst>
                        <a:ext uri="{FF2B5EF4-FFF2-40B4-BE49-F238E27FC236}">
                          <a16:creationId xmlns:a16="http://schemas.microsoft.com/office/drawing/2014/main" id="{D41C6934-A7B5-4024-A951-4D915CDC3D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49183" y="2900372"/>
                      <a:ext cx="5924" cy="6390"/>
                    </a:xfrm>
                    <a:custGeom>
                      <a:avLst/>
                      <a:gdLst>
                        <a:gd name="connsiteX0" fmla="*/ 5358 w 5924"/>
                        <a:gd name="connsiteY0" fmla="*/ 561 h 6390"/>
                        <a:gd name="connsiteX1" fmla="*/ 4786 w 5924"/>
                        <a:gd name="connsiteY1" fmla="*/ 4943 h 6390"/>
                        <a:gd name="connsiteX2" fmla="*/ 595 w 5924"/>
                        <a:gd name="connsiteY2" fmla="*/ 5895 h 6390"/>
                        <a:gd name="connsiteX3" fmla="*/ 1167 w 5924"/>
                        <a:gd name="connsiteY3" fmla="*/ 1514 h 6390"/>
                        <a:gd name="connsiteX4" fmla="*/ 5358 w 5924"/>
                        <a:gd name="connsiteY4" fmla="*/ 561 h 6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" h="6390">
                          <a:moveTo>
                            <a:pt x="5358" y="561"/>
                          </a:moveTo>
                          <a:cubicBezTo>
                            <a:pt x="6310" y="1514"/>
                            <a:pt x="6024" y="3514"/>
                            <a:pt x="4786" y="4943"/>
                          </a:cubicBezTo>
                          <a:cubicBezTo>
                            <a:pt x="3452" y="6372"/>
                            <a:pt x="1548" y="6848"/>
                            <a:pt x="595" y="5895"/>
                          </a:cubicBezTo>
                          <a:cubicBezTo>
                            <a:pt x="-357" y="4943"/>
                            <a:pt x="-166" y="3038"/>
                            <a:pt x="1167" y="1514"/>
                          </a:cubicBezTo>
                          <a:cubicBezTo>
                            <a:pt x="2500" y="-10"/>
                            <a:pt x="4405" y="-486"/>
                            <a:pt x="5358" y="5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2" name="Forme libre : forme 13771">
                      <a:extLst>
                        <a:ext uri="{FF2B5EF4-FFF2-40B4-BE49-F238E27FC236}">
                          <a16:creationId xmlns:a16="http://schemas.microsoft.com/office/drawing/2014/main" id="{2E2989E0-2FB4-4CEF-899B-ED3AD054F3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1457" y="2867846"/>
                      <a:ext cx="69750" cy="37247"/>
                    </a:xfrm>
                    <a:custGeom>
                      <a:avLst/>
                      <a:gdLst>
                        <a:gd name="connsiteX0" fmla="*/ 49656 w 69750"/>
                        <a:gd name="connsiteY0" fmla="*/ 798 h 37247"/>
                        <a:gd name="connsiteX1" fmla="*/ 67753 w 69750"/>
                        <a:gd name="connsiteY1" fmla="*/ 13752 h 37247"/>
                        <a:gd name="connsiteX2" fmla="*/ 68420 w 69750"/>
                        <a:gd name="connsiteY2" fmla="*/ 22229 h 37247"/>
                        <a:gd name="connsiteX3" fmla="*/ 59943 w 69750"/>
                        <a:gd name="connsiteY3" fmla="*/ 24229 h 37247"/>
                        <a:gd name="connsiteX4" fmla="*/ 34225 w 69750"/>
                        <a:gd name="connsiteY4" fmla="*/ 20800 h 37247"/>
                        <a:gd name="connsiteX5" fmla="*/ 15270 w 69750"/>
                        <a:gd name="connsiteY5" fmla="*/ 31945 h 37247"/>
                        <a:gd name="connsiteX6" fmla="*/ 31 w 69750"/>
                        <a:gd name="connsiteY6" fmla="*/ 34897 h 37247"/>
                        <a:gd name="connsiteX7" fmla="*/ 10889 w 69750"/>
                        <a:gd name="connsiteY7" fmla="*/ 16704 h 37247"/>
                        <a:gd name="connsiteX8" fmla="*/ 20509 w 69750"/>
                        <a:gd name="connsiteY8" fmla="*/ 8132 h 37247"/>
                        <a:gd name="connsiteX9" fmla="*/ 28891 w 69750"/>
                        <a:gd name="connsiteY9" fmla="*/ 3274 h 37247"/>
                        <a:gd name="connsiteX10" fmla="*/ 49656 w 69750"/>
                        <a:gd name="connsiteY10" fmla="*/ 798 h 37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9750" h="37247">
                          <a:moveTo>
                            <a:pt x="49656" y="798"/>
                          </a:moveTo>
                          <a:cubicBezTo>
                            <a:pt x="57466" y="2703"/>
                            <a:pt x="63086" y="7846"/>
                            <a:pt x="67753" y="13752"/>
                          </a:cubicBezTo>
                          <a:cubicBezTo>
                            <a:pt x="69468" y="15943"/>
                            <a:pt x="70897" y="19276"/>
                            <a:pt x="68420" y="22229"/>
                          </a:cubicBezTo>
                          <a:cubicBezTo>
                            <a:pt x="66134" y="24896"/>
                            <a:pt x="62609" y="24801"/>
                            <a:pt x="59943" y="24229"/>
                          </a:cubicBezTo>
                          <a:cubicBezTo>
                            <a:pt x="51751" y="22324"/>
                            <a:pt x="44226" y="18133"/>
                            <a:pt x="34225" y="20800"/>
                          </a:cubicBezTo>
                          <a:cubicBezTo>
                            <a:pt x="31082" y="21562"/>
                            <a:pt x="22986" y="27468"/>
                            <a:pt x="15270" y="31945"/>
                          </a:cubicBezTo>
                          <a:cubicBezTo>
                            <a:pt x="7651" y="36421"/>
                            <a:pt x="507" y="39660"/>
                            <a:pt x="31" y="34897"/>
                          </a:cubicBezTo>
                          <a:cubicBezTo>
                            <a:pt x="-446" y="30135"/>
                            <a:pt x="4698" y="22991"/>
                            <a:pt x="10889" y="16704"/>
                          </a:cubicBezTo>
                          <a:cubicBezTo>
                            <a:pt x="14032" y="13561"/>
                            <a:pt x="17271" y="10513"/>
                            <a:pt x="20509" y="8132"/>
                          </a:cubicBezTo>
                          <a:cubicBezTo>
                            <a:pt x="23843" y="5846"/>
                            <a:pt x="26796" y="4131"/>
                            <a:pt x="28891" y="3274"/>
                          </a:cubicBezTo>
                          <a:cubicBezTo>
                            <a:pt x="36416" y="-155"/>
                            <a:pt x="43750" y="-726"/>
                            <a:pt x="49656" y="79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02" name="Graphique 1">
                    <a:extLst>
                      <a:ext uri="{FF2B5EF4-FFF2-40B4-BE49-F238E27FC236}">
                        <a16:creationId xmlns:a16="http://schemas.microsoft.com/office/drawing/2014/main" id="{7D7D2D66-A403-440E-9A13-9361958D9372}"/>
                      </a:ext>
                    </a:extLst>
                  </p:cNvPr>
                  <p:cNvGrpSpPr/>
                  <p:nvPr/>
                </p:nvGrpSpPr>
                <p:grpSpPr>
                  <a:xfrm>
                    <a:off x="5076285" y="2779871"/>
                    <a:ext cx="152379" cy="116977"/>
                    <a:chOff x="5076285" y="2779871"/>
                    <a:chExt cx="152379" cy="116977"/>
                  </a:xfrm>
                  <a:solidFill>
                    <a:schemeClr val="accent1"/>
                  </a:solidFill>
                </p:grpSpPr>
                <p:sp>
                  <p:nvSpPr>
                    <p:cNvPr id="13749" name="Forme libre : forme 13748">
                      <a:extLst>
                        <a:ext uri="{FF2B5EF4-FFF2-40B4-BE49-F238E27FC236}">
                          <a16:creationId xmlns:a16="http://schemas.microsoft.com/office/drawing/2014/main" id="{5B8613B8-DC97-467D-9115-570E6E4D58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76285" y="2779871"/>
                      <a:ext cx="152379" cy="116882"/>
                    </a:xfrm>
                    <a:custGeom>
                      <a:avLst/>
                      <a:gdLst>
                        <a:gd name="connsiteX0" fmla="*/ 117130 w 152379"/>
                        <a:gd name="connsiteY0" fmla="*/ 93345 h 116882"/>
                        <a:gd name="connsiteX1" fmla="*/ 105986 w 152379"/>
                        <a:gd name="connsiteY1" fmla="*/ 96393 h 116882"/>
                        <a:gd name="connsiteX2" fmla="*/ 95318 w 152379"/>
                        <a:gd name="connsiteY2" fmla="*/ 100679 h 116882"/>
                        <a:gd name="connsiteX3" fmla="*/ 84745 w 152379"/>
                        <a:gd name="connsiteY3" fmla="*/ 105156 h 116882"/>
                        <a:gd name="connsiteX4" fmla="*/ 79411 w 152379"/>
                        <a:gd name="connsiteY4" fmla="*/ 107347 h 116882"/>
                        <a:gd name="connsiteX5" fmla="*/ 74363 w 152379"/>
                        <a:gd name="connsiteY5" fmla="*/ 110204 h 116882"/>
                        <a:gd name="connsiteX6" fmla="*/ 59694 w 152379"/>
                        <a:gd name="connsiteY6" fmla="*/ 115633 h 116882"/>
                        <a:gd name="connsiteX7" fmla="*/ 44930 w 152379"/>
                        <a:gd name="connsiteY7" fmla="*/ 116872 h 116882"/>
                        <a:gd name="connsiteX8" fmla="*/ 20546 w 152379"/>
                        <a:gd name="connsiteY8" fmla="*/ 105632 h 116882"/>
                        <a:gd name="connsiteX9" fmla="*/ 4830 w 152379"/>
                        <a:gd name="connsiteY9" fmla="*/ 85725 h 116882"/>
                        <a:gd name="connsiteX10" fmla="*/ 2734 w 152379"/>
                        <a:gd name="connsiteY10" fmla="*/ 57626 h 116882"/>
                        <a:gd name="connsiteX11" fmla="*/ 13022 w 152379"/>
                        <a:gd name="connsiteY11" fmla="*/ 41910 h 116882"/>
                        <a:gd name="connsiteX12" fmla="*/ 30166 w 152379"/>
                        <a:gd name="connsiteY12" fmla="*/ 28575 h 116882"/>
                        <a:gd name="connsiteX13" fmla="*/ 37310 w 152379"/>
                        <a:gd name="connsiteY13" fmla="*/ 24479 h 116882"/>
                        <a:gd name="connsiteX14" fmla="*/ 44835 w 152379"/>
                        <a:gd name="connsiteY14" fmla="*/ 21146 h 116882"/>
                        <a:gd name="connsiteX15" fmla="*/ 59884 w 152379"/>
                        <a:gd name="connsiteY15" fmla="*/ 14478 h 116882"/>
                        <a:gd name="connsiteX16" fmla="*/ 75125 w 152379"/>
                        <a:gd name="connsiteY16" fmla="*/ 8191 h 116882"/>
                        <a:gd name="connsiteX17" fmla="*/ 90841 w 152379"/>
                        <a:gd name="connsiteY17" fmla="*/ 3429 h 116882"/>
                        <a:gd name="connsiteX18" fmla="*/ 112177 w 152379"/>
                        <a:gd name="connsiteY18" fmla="*/ 0 h 116882"/>
                        <a:gd name="connsiteX19" fmla="*/ 130560 w 152379"/>
                        <a:gd name="connsiteY19" fmla="*/ 4286 h 116882"/>
                        <a:gd name="connsiteX20" fmla="*/ 149038 w 152379"/>
                        <a:gd name="connsiteY20" fmla="*/ 25717 h 116882"/>
                        <a:gd name="connsiteX21" fmla="*/ 152182 w 152379"/>
                        <a:gd name="connsiteY21" fmla="*/ 51530 h 116882"/>
                        <a:gd name="connsiteX22" fmla="*/ 143038 w 152379"/>
                        <a:gd name="connsiteY22" fmla="*/ 77343 h 116882"/>
                        <a:gd name="connsiteX23" fmla="*/ 131513 w 152379"/>
                        <a:gd name="connsiteY23" fmla="*/ 86392 h 116882"/>
                        <a:gd name="connsiteX24" fmla="*/ 117130 w 152379"/>
                        <a:gd name="connsiteY24" fmla="*/ 93345 h 116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52379" h="116882">
                          <a:moveTo>
                            <a:pt x="117130" y="93345"/>
                          </a:moveTo>
                          <a:lnTo>
                            <a:pt x="105986" y="96393"/>
                          </a:lnTo>
                          <a:cubicBezTo>
                            <a:pt x="102271" y="97346"/>
                            <a:pt x="98937" y="99346"/>
                            <a:pt x="95318" y="100679"/>
                          </a:cubicBezTo>
                          <a:lnTo>
                            <a:pt x="84745" y="105156"/>
                          </a:lnTo>
                          <a:lnTo>
                            <a:pt x="79411" y="107347"/>
                          </a:lnTo>
                          <a:cubicBezTo>
                            <a:pt x="77696" y="108204"/>
                            <a:pt x="76077" y="109252"/>
                            <a:pt x="74363" y="110204"/>
                          </a:cubicBezTo>
                          <a:cubicBezTo>
                            <a:pt x="69695" y="112966"/>
                            <a:pt x="64742" y="114681"/>
                            <a:pt x="59694" y="115633"/>
                          </a:cubicBezTo>
                          <a:cubicBezTo>
                            <a:pt x="54550" y="116396"/>
                            <a:pt x="49597" y="116967"/>
                            <a:pt x="44930" y="116872"/>
                          </a:cubicBezTo>
                          <a:cubicBezTo>
                            <a:pt x="35405" y="116491"/>
                            <a:pt x="26261" y="112871"/>
                            <a:pt x="20546" y="105632"/>
                          </a:cubicBezTo>
                          <a:lnTo>
                            <a:pt x="4830" y="85725"/>
                          </a:lnTo>
                          <a:cubicBezTo>
                            <a:pt x="-885" y="78581"/>
                            <a:pt x="-1457" y="68485"/>
                            <a:pt x="2734" y="57626"/>
                          </a:cubicBezTo>
                          <a:cubicBezTo>
                            <a:pt x="4830" y="52197"/>
                            <a:pt x="8068" y="46577"/>
                            <a:pt x="13022" y="41910"/>
                          </a:cubicBezTo>
                          <a:cubicBezTo>
                            <a:pt x="17784" y="37052"/>
                            <a:pt x="23594" y="32480"/>
                            <a:pt x="30166" y="28575"/>
                          </a:cubicBezTo>
                          <a:cubicBezTo>
                            <a:pt x="32548" y="27241"/>
                            <a:pt x="34834" y="25717"/>
                            <a:pt x="37310" y="24479"/>
                          </a:cubicBezTo>
                          <a:lnTo>
                            <a:pt x="44835" y="21146"/>
                          </a:lnTo>
                          <a:lnTo>
                            <a:pt x="59884" y="14478"/>
                          </a:lnTo>
                          <a:cubicBezTo>
                            <a:pt x="64933" y="12382"/>
                            <a:pt x="69886" y="9811"/>
                            <a:pt x="75125" y="8191"/>
                          </a:cubicBezTo>
                          <a:lnTo>
                            <a:pt x="90841" y="3429"/>
                          </a:lnTo>
                          <a:cubicBezTo>
                            <a:pt x="98175" y="1238"/>
                            <a:pt x="105509" y="0"/>
                            <a:pt x="112177" y="0"/>
                          </a:cubicBezTo>
                          <a:cubicBezTo>
                            <a:pt x="118940" y="571"/>
                            <a:pt x="125226" y="2096"/>
                            <a:pt x="130560" y="4286"/>
                          </a:cubicBezTo>
                          <a:cubicBezTo>
                            <a:pt x="141228" y="8763"/>
                            <a:pt x="147895" y="16383"/>
                            <a:pt x="149038" y="25717"/>
                          </a:cubicBezTo>
                          <a:lnTo>
                            <a:pt x="152182" y="51530"/>
                          </a:lnTo>
                          <a:cubicBezTo>
                            <a:pt x="153325" y="60865"/>
                            <a:pt x="149420" y="70199"/>
                            <a:pt x="143038" y="77343"/>
                          </a:cubicBezTo>
                          <a:cubicBezTo>
                            <a:pt x="139799" y="80963"/>
                            <a:pt x="135894" y="84106"/>
                            <a:pt x="131513" y="86392"/>
                          </a:cubicBezTo>
                          <a:cubicBezTo>
                            <a:pt x="127036" y="89440"/>
                            <a:pt x="122368" y="91916"/>
                            <a:pt x="117130" y="93345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0" name="Forme libre : forme 13749">
                      <a:extLst>
                        <a:ext uri="{FF2B5EF4-FFF2-40B4-BE49-F238E27FC236}">
                          <a16:creationId xmlns:a16="http://schemas.microsoft.com/office/drawing/2014/main" id="{834E0B81-FF98-40F4-B5D0-0C2F2E77DA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9878" y="2830830"/>
                      <a:ext cx="138310" cy="66018"/>
                    </a:xfrm>
                    <a:custGeom>
                      <a:avLst/>
                      <a:gdLst>
                        <a:gd name="connsiteX0" fmla="*/ 54388 w 138310"/>
                        <a:gd name="connsiteY0" fmla="*/ 28099 h 66018"/>
                        <a:gd name="connsiteX1" fmla="*/ 27432 w 138310"/>
                        <a:gd name="connsiteY1" fmla="*/ 42577 h 66018"/>
                        <a:gd name="connsiteX2" fmla="*/ 0 w 138310"/>
                        <a:gd name="connsiteY2" fmla="*/ 46101 h 66018"/>
                        <a:gd name="connsiteX3" fmla="*/ 6763 w 138310"/>
                        <a:gd name="connsiteY3" fmla="*/ 54769 h 66018"/>
                        <a:gd name="connsiteX4" fmla="*/ 31147 w 138310"/>
                        <a:gd name="connsiteY4" fmla="*/ 66008 h 66018"/>
                        <a:gd name="connsiteX5" fmla="*/ 45911 w 138310"/>
                        <a:gd name="connsiteY5" fmla="*/ 64770 h 66018"/>
                        <a:gd name="connsiteX6" fmla="*/ 60579 w 138310"/>
                        <a:gd name="connsiteY6" fmla="*/ 59341 h 66018"/>
                        <a:gd name="connsiteX7" fmla="*/ 65627 w 138310"/>
                        <a:gd name="connsiteY7" fmla="*/ 56483 h 66018"/>
                        <a:gd name="connsiteX8" fmla="*/ 70961 w 138310"/>
                        <a:gd name="connsiteY8" fmla="*/ 54292 h 66018"/>
                        <a:gd name="connsiteX9" fmla="*/ 81534 w 138310"/>
                        <a:gd name="connsiteY9" fmla="*/ 49816 h 66018"/>
                        <a:gd name="connsiteX10" fmla="*/ 92202 w 138310"/>
                        <a:gd name="connsiteY10" fmla="*/ 45529 h 66018"/>
                        <a:gd name="connsiteX11" fmla="*/ 103346 w 138310"/>
                        <a:gd name="connsiteY11" fmla="*/ 42481 h 66018"/>
                        <a:gd name="connsiteX12" fmla="*/ 117443 w 138310"/>
                        <a:gd name="connsiteY12" fmla="*/ 35719 h 66018"/>
                        <a:gd name="connsiteX13" fmla="*/ 128968 w 138310"/>
                        <a:gd name="connsiteY13" fmla="*/ 26670 h 66018"/>
                        <a:gd name="connsiteX14" fmla="*/ 138113 w 138310"/>
                        <a:gd name="connsiteY14" fmla="*/ 857 h 66018"/>
                        <a:gd name="connsiteX15" fmla="*/ 138017 w 138310"/>
                        <a:gd name="connsiteY15" fmla="*/ 0 h 66018"/>
                        <a:gd name="connsiteX16" fmla="*/ 115728 w 138310"/>
                        <a:gd name="connsiteY16" fmla="*/ 4096 h 66018"/>
                        <a:gd name="connsiteX17" fmla="*/ 110204 w 138310"/>
                        <a:gd name="connsiteY17" fmla="*/ 4953 h 66018"/>
                        <a:gd name="connsiteX18" fmla="*/ 104870 w 138310"/>
                        <a:gd name="connsiteY18" fmla="*/ 6477 h 66018"/>
                        <a:gd name="connsiteX19" fmla="*/ 94202 w 138310"/>
                        <a:gd name="connsiteY19" fmla="*/ 9525 h 66018"/>
                        <a:gd name="connsiteX20" fmla="*/ 83629 w 138310"/>
                        <a:gd name="connsiteY20" fmla="*/ 12763 h 66018"/>
                        <a:gd name="connsiteX21" fmla="*/ 78391 w 138310"/>
                        <a:gd name="connsiteY21" fmla="*/ 14478 h 66018"/>
                        <a:gd name="connsiteX22" fmla="*/ 73438 w 138310"/>
                        <a:gd name="connsiteY22" fmla="*/ 16954 h 66018"/>
                        <a:gd name="connsiteX23" fmla="*/ 54388 w 138310"/>
                        <a:gd name="connsiteY23" fmla="*/ 28099 h 66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38310" h="66018">
                          <a:moveTo>
                            <a:pt x="54388" y="28099"/>
                          </a:moveTo>
                          <a:cubicBezTo>
                            <a:pt x="45911" y="34480"/>
                            <a:pt x="37147" y="40005"/>
                            <a:pt x="27432" y="42577"/>
                          </a:cubicBezTo>
                          <a:cubicBezTo>
                            <a:pt x="18097" y="45720"/>
                            <a:pt x="8954" y="47530"/>
                            <a:pt x="0" y="46101"/>
                          </a:cubicBezTo>
                          <a:lnTo>
                            <a:pt x="6763" y="54769"/>
                          </a:lnTo>
                          <a:cubicBezTo>
                            <a:pt x="12478" y="61913"/>
                            <a:pt x="21622" y="65532"/>
                            <a:pt x="31147" y="66008"/>
                          </a:cubicBezTo>
                          <a:cubicBezTo>
                            <a:pt x="35909" y="66104"/>
                            <a:pt x="40767" y="65532"/>
                            <a:pt x="45911" y="64770"/>
                          </a:cubicBezTo>
                          <a:cubicBezTo>
                            <a:pt x="50959" y="63817"/>
                            <a:pt x="55912" y="62103"/>
                            <a:pt x="60579" y="59341"/>
                          </a:cubicBezTo>
                          <a:cubicBezTo>
                            <a:pt x="62293" y="58388"/>
                            <a:pt x="63913" y="57340"/>
                            <a:pt x="65627" y="56483"/>
                          </a:cubicBezTo>
                          <a:lnTo>
                            <a:pt x="70961" y="54292"/>
                          </a:lnTo>
                          <a:lnTo>
                            <a:pt x="81534" y="49816"/>
                          </a:lnTo>
                          <a:cubicBezTo>
                            <a:pt x="85154" y="48482"/>
                            <a:pt x="88487" y="46482"/>
                            <a:pt x="92202" y="45529"/>
                          </a:cubicBezTo>
                          <a:lnTo>
                            <a:pt x="103346" y="42481"/>
                          </a:lnTo>
                          <a:cubicBezTo>
                            <a:pt x="108585" y="41053"/>
                            <a:pt x="113252" y="38576"/>
                            <a:pt x="117443" y="35719"/>
                          </a:cubicBezTo>
                          <a:cubicBezTo>
                            <a:pt x="121920" y="33338"/>
                            <a:pt x="125730" y="30289"/>
                            <a:pt x="128968" y="26670"/>
                          </a:cubicBezTo>
                          <a:cubicBezTo>
                            <a:pt x="135350" y="19431"/>
                            <a:pt x="139255" y="10192"/>
                            <a:pt x="138113" y="857"/>
                          </a:cubicBezTo>
                          <a:lnTo>
                            <a:pt x="138017" y="0"/>
                          </a:lnTo>
                          <a:cubicBezTo>
                            <a:pt x="130493" y="1619"/>
                            <a:pt x="123063" y="2953"/>
                            <a:pt x="115728" y="4096"/>
                          </a:cubicBezTo>
                          <a:lnTo>
                            <a:pt x="110204" y="4953"/>
                          </a:lnTo>
                          <a:lnTo>
                            <a:pt x="104870" y="6477"/>
                          </a:lnTo>
                          <a:lnTo>
                            <a:pt x="94202" y="9525"/>
                          </a:lnTo>
                          <a:lnTo>
                            <a:pt x="83629" y="12763"/>
                          </a:lnTo>
                          <a:cubicBezTo>
                            <a:pt x="81915" y="13335"/>
                            <a:pt x="80105" y="13811"/>
                            <a:pt x="78391" y="14478"/>
                          </a:cubicBezTo>
                          <a:lnTo>
                            <a:pt x="73438" y="16954"/>
                          </a:lnTo>
                          <a:cubicBezTo>
                            <a:pt x="66960" y="20098"/>
                            <a:pt x="60484" y="23908"/>
                            <a:pt x="54388" y="28099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1" name="Forme libre : forme 13750">
                      <a:extLst>
                        <a:ext uri="{FF2B5EF4-FFF2-40B4-BE49-F238E27FC236}">
                          <a16:creationId xmlns:a16="http://schemas.microsoft.com/office/drawing/2014/main" id="{6DB7583C-EBC0-4945-8A3F-236CB064E3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1530" y="2815872"/>
                      <a:ext cx="65164" cy="40582"/>
                    </a:xfrm>
                    <a:custGeom>
                      <a:avLst/>
                      <a:gdLst>
                        <a:gd name="connsiteX0" fmla="*/ 64933 w 65164"/>
                        <a:gd name="connsiteY0" fmla="*/ 9910 h 40582"/>
                        <a:gd name="connsiteX1" fmla="*/ 58551 w 65164"/>
                        <a:gd name="connsiteY1" fmla="*/ 24864 h 40582"/>
                        <a:gd name="connsiteX2" fmla="*/ 49788 w 65164"/>
                        <a:gd name="connsiteY2" fmla="*/ 31341 h 40582"/>
                        <a:gd name="connsiteX3" fmla="*/ 38358 w 65164"/>
                        <a:gd name="connsiteY3" fmla="*/ 36199 h 40582"/>
                        <a:gd name="connsiteX4" fmla="*/ 15498 w 65164"/>
                        <a:gd name="connsiteY4" fmla="*/ 40485 h 40582"/>
                        <a:gd name="connsiteX5" fmla="*/ 1115 w 65164"/>
                        <a:gd name="connsiteY5" fmla="*/ 33532 h 40582"/>
                        <a:gd name="connsiteX6" fmla="*/ 4735 w 65164"/>
                        <a:gd name="connsiteY6" fmla="*/ 18006 h 40582"/>
                        <a:gd name="connsiteX7" fmla="*/ 26166 w 65164"/>
                        <a:gd name="connsiteY7" fmla="*/ 3052 h 40582"/>
                        <a:gd name="connsiteX8" fmla="*/ 40073 w 65164"/>
                        <a:gd name="connsiteY8" fmla="*/ 194 h 40582"/>
                        <a:gd name="connsiteX9" fmla="*/ 52074 w 65164"/>
                        <a:gd name="connsiteY9" fmla="*/ 671 h 40582"/>
                        <a:gd name="connsiteX10" fmla="*/ 64933 w 65164"/>
                        <a:gd name="connsiteY10" fmla="*/ 9910 h 40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5164" h="40582">
                          <a:moveTo>
                            <a:pt x="64933" y="9910"/>
                          </a:moveTo>
                          <a:cubicBezTo>
                            <a:pt x="65981" y="14672"/>
                            <a:pt x="63409" y="20101"/>
                            <a:pt x="58551" y="24864"/>
                          </a:cubicBezTo>
                          <a:cubicBezTo>
                            <a:pt x="56170" y="27245"/>
                            <a:pt x="53122" y="29436"/>
                            <a:pt x="49788" y="31341"/>
                          </a:cubicBezTo>
                          <a:cubicBezTo>
                            <a:pt x="46359" y="33341"/>
                            <a:pt x="42454" y="34675"/>
                            <a:pt x="38358" y="36199"/>
                          </a:cubicBezTo>
                          <a:cubicBezTo>
                            <a:pt x="30357" y="39723"/>
                            <a:pt x="22261" y="40961"/>
                            <a:pt x="15498" y="40485"/>
                          </a:cubicBezTo>
                          <a:cubicBezTo>
                            <a:pt x="8640" y="39723"/>
                            <a:pt x="3306" y="37723"/>
                            <a:pt x="1115" y="33532"/>
                          </a:cubicBezTo>
                          <a:cubicBezTo>
                            <a:pt x="-1171" y="29150"/>
                            <a:pt x="68" y="23340"/>
                            <a:pt x="4735" y="18006"/>
                          </a:cubicBezTo>
                          <a:cubicBezTo>
                            <a:pt x="9307" y="12577"/>
                            <a:pt x="16927" y="7052"/>
                            <a:pt x="26166" y="3052"/>
                          </a:cubicBezTo>
                          <a:cubicBezTo>
                            <a:pt x="30833" y="1242"/>
                            <a:pt x="35691" y="671"/>
                            <a:pt x="40073" y="194"/>
                          </a:cubicBezTo>
                          <a:cubicBezTo>
                            <a:pt x="44454" y="-187"/>
                            <a:pt x="48550" y="4"/>
                            <a:pt x="52074" y="671"/>
                          </a:cubicBezTo>
                          <a:cubicBezTo>
                            <a:pt x="59123" y="1909"/>
                            <a:pt x="63885" y="5147"/>
                            <a:pt x="64933" y="9910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2" name="Forme libre : forme 13751">
                      <a:extLst>
                        <a:ext uri="{FF2B5EF4-FFF2-40B4-BE49-F238E27FC236}">
                          <a16:creationId xmlns:a16="http://schemas.microsoft.com/office/drawing/2014/main" id="{6BF2E8CC-AECE-4285-A9CC-D98DA080E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1511" y="2829782"/>
                      <a:ext cx="51520" cy="26702"/>
                    </a:xfrm>
                    <a:custGeom>
                      <a:avLst/>
                      <a:gdLst>
                        <a:gd name="connsiteX0" fmla="*/ 8658 w 51520"/>
                        <a:gd name="connsiteY0" fmla="*/ 0 h 26702"/>
                        <a:gd name="connsiteX1" fmla="*/ 943 w 51520"/>
                        <a:gd name="connsiteY1" fmla="*/ 10192 h 26702"/>
                        <a:gd name="connsiteX2" fmla="*/ 1134 w 51520"/>
                        <a:gd name="connsiteY2" fmla="*/ 19621 h 26702"/>
                        <a:gd name="connsiteX3" fmla="*/ 15517 w 51520"/>
                        <a:gd name="connsiteY3" fmla="*/ 26575 h 26702"/>
                        <a:gd name="connsiteX4" fmla="*/ 38376 w 51520"/>
                        <a:gd name="connsiteY4" fmla="*/ 22288 h 26702"/>
                        <a:gd name="connsiteX5" fmla="*/ 51521 w 51520"/>
                        <a:gd name="connsiteY5" fmla="*/ 16383 h 26702"/>
                        <a:gd name="connsiteX6" fmla="*/ 43425 w 51520"/>
                        <a:gd name="connsiteY6" fmla="*/ 17431 h 26702"/>
                        <a:gd name="connsiteX7" fmla="*/ 37615 w 51520"/>
                        <a:gd name="connsiteY7" fmla="*/ 16669 h 26702"/>
                        <a:gd name="connsiteX8" fmla="*/ 32185 w 51520"/>
                        <a:gd name="connsiteY8" fmla="*/ 15907 h 26702"/>
                        <a:gd name="connsiteX9" fmla="*/ 21994 w 51520"/>
                        <a:gd name="connsiteY9" fmla="*/ 12763 h 26702"/>
                        <a:gd name="connsiteX10" fmla="*/ 8658 w 51520"/>
                        <a:gd name="connsiteY10" fmla="*/ 0 h 26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1520" h="26702">
                          <a:moveTo>
                            <a:pt x="8658" y="0"/>
                          </a:moveTo>
                          <a:cubicBezTo>
                            <a:pt x="4944" y="3334"/>
                            <a:pt x="2277" y="6858"/>
                            <a:pt x="943" y="10192"/>
                          </a:cubicBezTo>
                          <a:cubicBezTo>
                            <a:pt x="-390" y="13526"/>
                            <a:pt x="-295" y="16954"/>
                            <a:pt x="1134" y="19621"/>
                          </a:cubicBezTo>
                          <a:cubicBezTo>
                            <a:pt x="3324" y="23813"/>
                            <a:pt x="8658" y="25813"/>
                            <a:pt x="15517" y="26575"/>
                          </a:cubicBezTo>
                          <a:cubicBezTo>
                            <a:pt x="22280" y="27146"/>
                            <a:pt x="30376" y="25813"/>
                            <a:pt x="38376" y="22288"/>
                          </a:cubicBezTo>
                          <a:cubicBezTo>
                            <a:pt x="43234" y="20574"/>
                            <a:pt x="47711" y="18860"/>
                            <a:pt x="51521" y="16383"/>
                          </a:cubicBezTo>
                          <a:cubicBezTo>
                            <a:pt x="48950" y="17050"/>
                            <a:pt x="46187" y="17431"/>
                            <a:pt x="43425" y="17431"/>
                          </a:cubicBezTo>
                          <a:cubicBezTo>
                            <a:pt x="41520" y="17240"/>
                            <a:pt x="39520" y="17050"/>
                            <a:pt x="37615" y="16669"/>
                          </a:cubicBezTo>
                          <a:cubicBezTo>
                            <a:pt x="35805" y="16573"/>
                            <a:pt x="33900" y="16288"/>
                            <a:pt x="32185" y="15907"/>
                          </a:cubicBezTo>
                          <a:cubicBezTo>
                            <a:pt x="28566" y="15240"/>
                            <a:pt x="25137" y="14192"/>
                            <a:pt x="21994" y="12763"/>
                          </a:cubicBezTo>
                          <a:cubicBezTo>
                            <a:pt x="15612" y="9906"/>
                            <a:pt x="10564" y="5620"/>
                            <a:pt x="8658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3" name="Forme libre : forme 13752">
                      <a:extLst>
                        <a:ext uri="{FF2B5EF4-FFF2-40B4-BE49-F238E27FC236}">
                          <a16:creationId xmlns:a16="http://schemas.microsoft.com/office/drawing/2014/main" id="{5C9727B6-58FD-4F12-9E19-2CE77DE2DC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6323" y="2818524"/>
                      <a:ext cx="64522" cy="40216"/>
                    </a:xfrm>
                    <a:custGeom>
                      <a:avLst/>
                      <a:gdLst>
                        <a:gd name="connsiteX0" fmla="*/ 64331 w 64522"/>
                        <a:gd name="connsiteY0" fmla="*/ 10400 h 40216"/>
                        <a:gd name="connsiteX1" fmla="*/ 57949 w 64522"/>
                        <a:gd name="connsiteY1" fmla="*/ 25069 h 40216"/>
                        <a:gd name="connsiteX2" fmla="*/ 37851 w 64522"/>
                        <a:gd name="connsiteY2" fmla="*/ 36213 h 40216"/>
                        <a:gd name="connsiteX3" fmla="*/ 26040 w 64522"/>
                        <a:gd name="connsiteY3" fmla="*/ 39547 h 40216"/>
                        <a:gd name="connsiteX4" fmla="*/ 15277 w 64522"/>
                        <a:gd name="connsiteY4" fmla="*/ 40023 h 40216"/>
                        <a:gd name="connsiteX5" fmla="*/ 989 w 64522"/>
                        <a:gd name="connsiteY5" fmla="*/ 32593 h 40216"/>
                        <a:gd name="connsiteX6" fmla="*/ 4800 w 64522"/>
                        <a:gd name="connsiteY6" fmla="*/ 17353 h 40216"/>
                        <a:gd name="connsiteX7" fmla="*/ 13658 w 64522"/>
                        <a:gd name="connsiteY7" fmla="*/ 9352 h 40216"/>
                        <a:gd name="connsiteX8" fmla="*/ 26040 w 64522"/>
                        <a:gd name="connsiteY8" fmla="*/ 2780 h 40216"/>
                        <a:gd name="connsiteX9" fmla="*/ 51662 w 64522"/>
                        <a:gd name="connsiteY9" fmla="*/ 685 h 40216"/>
                        <a:gd name="connsiteX10" fmla="*/ 64331 w 64522"/>
                        <a:gd name="connsiteY10" fmla="*/ 10400 h 402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4522" h="40216">
                          <a:moveTo>
                            <a:pt x="64331" y="10400"/>
                          </a:moveTo>
                          <a:cubicBezTo>
                            <a:pt x="65283" y="15067"/>
                            <a:pt x="62616" y="20211"/>
                            <a:pt x="57949" y="25069"/>
                          </a:cubicBezTo>
                          <a:cubicBezTo>
                            <a:pt x="53187" y="29831"/>
                            <a:pt x="46233" y="33831"/>
                            <a:pt x="37851" y="36213"/>
                          </a:cubicBezTo>
                          <a:cubicBezTo>
                            <a:pt x="33660" y="37451"/>
                            <a:pt x="29850" y="38975"/>
                            <a:pt x="26040" y="39547"/>
                          </a:cubicBezTo>
                          <a:cubicBezTo>
                            <a:pt x="22231" y="40213"/>
                            <a:pt x="18611" y="40404"/>
                            <a:pt x="15277" y="40023"/>
                          </a:cubicBezTo>
                          <a:cubicBezTo>
                            <a:pt x="8609" y="39356"/>
                            <a:pt x="3275" y="36975"/>
                            <a:pt x="989" y="32593"/>
                          </a:cubicBezTo>
                          <a:cubicBezTo>
                            <a:pt x="-1201" y="28307"/>
                            <a:pt x="323" y="22782"/>
                            <a:pt x="4800" y="17353"/>
                          </a:cubicBezTo>
                          <a:cubicBezTo>
                            <a:pt x="7086" y="14591"/>
                            <a:pt x="10038" y="11924"/>
                            <a:pt x="13658" y="9352"/>
                          </a:cubicBezTo>
                          <a:cubicBezTo>
                            <a:pt x="17277" y="6971"/>
                            <a:pt x="21278" y="4209"/>
                            <a:pt x="26040" y="2780"/>
                          </a:cubicBezTo>
                          <a:cubicBezTo>
                            <a:pt x="35565" y="-78"/>
                            <a:pt x="44805" y="-649"/>
                            <a:pt x="51662" y="685"/>
                          </a:cubicBezTo>
                          <a:cubicBezTo>
                            <a:pt x="58616" y="1923"/>
                            <a:pt x="63283" y="5447"/>
                            <a:pt x="64331" y="1040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4" name="Forme libre : forme 13753">
                      <a:extLst>
                        <a:ext uri="{FF2B5EF4-FFF2-40B4-BE49-F238E27FC236}">
                          <a16:creationId xmlns:a16="http://schemas.microsoft.com/office/drawing/2014/main" id="{A2BA98BF-0BAA-4C6F-89A2-886418C6D6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7474" y="2829601"/>
                      <a:ext cx="93312" cy="52330"/>
                    </a:xfrm>
                    <a:custGeom>
                      <a:avLst/>
                      <a:gdLst>
                        <a:gd name="connsiteX0" fmla="*/ 11454 w 93312"/>
                        <a:gd name="connsiteY0" fmla="*/ 36375 h 52330"/>
                        <a:gd name="connsiteX1" fmla="*/ 22407 w 93312"/>
                        <a:gd name="connsiteY1" fmla="*/ 48758 h 52330"/>
                        <a:gd name="connsiteX2" fmla="*/ 39362 w 93312"/>
                        <a:gd name="connsiteY2" fmla="*/ 52282 h 52330"/>
                        <a:gd name="connsiteX3" fmla="*/ 48696 w 93312"/>
                        <a:gd name="connsiteY3" fmla="*/ 51044 h 52330"/>
                        <a:gd name="connsiteX4" fmla="*/ 58031 w 93312"/>
                        <a:gd name="connsiteY4" fmla="*/ 48853 h 52330"/>
                        <a:gd name="connsiteX5" fmla="*/ 72985 w 93312"/>
                        <a:gd name="connsiteY5" fmla="*/ 43710 h 52330"/>
                        <a:gd name="connsiteX6" fmla="*/ 79748 w 93312"/>
                        <a:gd name="connsiteY6" fmla="*/ 39709 h 52330"/>
                        <a:gd name="connsiteX7" fmla="*/ 86035 w 93312"/>
                        <a:gd name="connsiteY7" fmla="*/ 35518 h 52330"/>
                        <a:gd name="connsiteX8" fmla="*/ 91369 w 93312"/>
                        <a:gd name="connsiteY8" fmla="*/ 17421 h 52330"/>
                        <a:gd name="connsiteX9" fmla="*/ 78033 w 93312"/>
                        <a:gd name="connsiteY9" fmla="*/ 12563 h 52330"/>
                        <a:gd name="connsiteX10" fmla="*/ 69175 w 93312"/>
                        <a:gd name="connsiteY10" fmla="*/ 10753 h 52330"/>
                        <a:gd name="connsiteX11" fmla="*/ 60698 w 93312"/>
                        <a:gd name="connsiteY11" fmla="*/ 9324 h 52330"/>
                        <a:gd name="connsiteX12" fmla="*/ 44029 w 93312"/>
                        <a:gd name="connsiteY12" fmla="*/ 5133 h 52330"/>
                        <a:gd name="connsiteX13" fmla="*/ 24694 w 93312"/>
                        <a:gd name="connsiteY13" fmla="*/ 85 h 52330"/>
                        <a:gd name="connsiteX14" fmla="*/ 3643 w 93312"/>
                        <a:gd name="connsiteY14" fmla="*/ 6848 h 52330"/>
                        <a:gd name="connsiteX15" fmla="*/ 11454 w 93312"/>
                        <a:gd name="connsiteY15" fmla="*/ 36375 h 523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93312" h="52330">
                          <a:moveTo>
                            <a:pt x="11454" y="36375"/>
                          </a:moveTo>
                          <a:cubicBezTo>
                            <a:pt x="14311" y="41043"/>
                            <a:pt x="17359" y="45710"/>
                            <a:pt x="22407" y="48758"/>
                          </a:cubicBezTo>
                          <a:cubicBezTo>
                            <a:pt x="27170" y="51615"/>
                            <a:pt x="33170" y="52568"/>
                            <a:pt x="39362" y="52282"/>
                          </a:cubicBezTo>
                          <a:cubicBezTo>
                            <a:pt x="42410" y="52187"/>
                            <a:pt x="45553" y="51711"/>
                            <a:pt x="48696" y="51044"/>
                          </a:cubicBezTo>
                          <a:cubicBezTo>
                            <a:pt x="51744" y="50282"/>
                            <a:pt x="54792" y="49425"/>
                            <a:pt x="58031" y="48853"/>
                          </a:cubicBezTo>
                          <a:cubicBezTo>
                            <a:pt x="63174" y="47710"/>
                            <a:pt x="68318" y="45996"/>
                            <a:pt x="72985" y="43710"/>
                          </a:cubicBezTo>
                          <a:cubicBezTo>
                            <a:pt x="75367" y="42567"/>
                            <a:pt x="77557" y="41233"/>
                            <a:pt x="79748" y="39709"/>
                          </a:cubicBezTo>
                          <a:cubicBezTo>
                            <a:pt x="81938" y="38376"/>
                            <a:pt x="84130" y="37137"/>
                            <a:pt x="86035" y="35518"/>
                          </a:cubicBezTo>
                          <a:cubicBezTo>
                            <a:pt x="91749" y="30755"/>
                            <a:pt x="95940" y="22469"/>
                            <a:pt x="91369" y="17421"/>
                          </a:cubicBezTo>
                          <a:cubicBezTo>
                            <a:pt x="88511" y="14277"/>
                            <a:pt x="83082" y="13515"/>
                            <a:pt x="78033" y="12563"/>
                          </a:cubicBezTo>
                          <a:cubicBezTo>
                            <a:pt x="75176" y="11991"/>
                            <a:pt x="72223" y="11420"/>
                            <a:pt x="69175" y="10753"/>
                          </a:cubicBezTo>
                          <a:cubicBezTo>
                            <a:pt x="66318" y="10372"/>
                            <a:pt x="63460" y="9896"/>
                            <a:pt x="60698" y="9324"/>
                          </a:cubicBezTo>
                          <a:cubicBezTo>
                            <a:pt x="55078" y="8277"/>
                            <a:pt x="49458" y="6848"/>
                            <a:pt x="44029" y="5133"/>
                          </a:cubicBezTo>
                          <a:cubicBezTo>
                            <a:pt x="39457" y="3800"/>
                            <a:pt x="32123" y="466"/>
                            <a:pt x="24694" y="85"/>
                          </a:cubicBezTo>
                          <a:cubicBezTo>
                            <a:pt x="17359" y="-391"/>
                            <a:pt x="9358" y="1037"/>
                            <a:pt x="3643" y="6848"/>
                          </a:cubicBezTo>
                          <a:cubicBezTo>
                            <a:pt x="-6644" y="17421"/>
                            <a:pt x="7739" y="29898"/>
                            <a:pt x="11454" y="3637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5" name="Forme libre : forme 13754">
                      <a:extLst>
                        <a:ext uri="{FF2B5EF4-FFF2-40B4-BE49-F238E27FC236}">
                          <a16:creationId xmlns:a16="http://schemas.microsoft.com/office/drawing/2014/main" id="{123E276B-C1DC-4849-903A-5F0A86BCFF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12312" y="2820165"/>
                      <a:ext cx="22917" cy="26583"/>
                    </a:xfrm>
                    <a:custGeom>
                      <a:avLst/>
                      <a:gdLst>
                        <a:gd name="connsiteX0" fmla="*/ 141 w 22917"/>
                        <a:gd name="connsiteY0" fmla="*/ 20952 h 26583"/>
                        <a:gd name="connsiteX1" fmla="*/ 521 w 22917"/>
                        <a:gd name="connsiteY1" fmla="*/ 25048 h 26583"/>
                        <a:gd name="connsiteX2" fmla="*/ 4522 w 22917"/>
                        <a:gd name="connsiteY2" fmla="*/ 26476 h 26583"/>
                        <a:gd name="connsiteX3" fmla="*/ 8903 w 22917"/>
                        <a:gd name="connsiteY3" fmla="*/ 23714 h 26583"/>
                        <a:gd name="connsiteX4" fmla="*/ 18238 w 22917"/>
                        <a:gd name="connsiteY4" fmla="*/ 14284 h 26583"/>
                        <a:gd name="connsiteX5" fmla="*/ 21476 w 22917"/>
                        <a:gd name="connsiteY5" fmla="*/ 10379 h 26583"/>
                        <a:gd name="connsiteX6" fmla="*/ 12904 w 22917"/>
                        <a:gd name="connsiteY6" fmla="*/ 1807 h 26583"/>
                        <a:gd name="connsiteX7" fmla="*/ 141 w 22917"/>
                        <a:gd name="connsiteY7" fmla="*/ 20952 h 265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17" h="26583">
                          <a:moveTo>
                            <a:pt x="141" y="20952"/>
                          </a:moveTo>
                          <a:cubicBezTo>
                            <a:pt x="-50" y="22476"/>
                            <a:pt x="-146" y="23905"/>
                            <a:pt x="521" y="25048"/>
                          </a:cubicBezTo>
                          <a:cubicBezTo>
                            <a:pt x="1188" y="26190"/>
                            <a:pt x="2712" y="26857"/>
                            <a:pt x="4522" y="26476"/>
                          </a:cubicBezTo>
                          <a:cubicBezTo>
                            <a:pt x="6141" y="26095"/>
                            <a:pt x="7665" y="24857"/>
                            <a:pt x="8903" y="23714"/>
                          </a:cubicBezTo>
                          <a:cubicBezTo>
                            <a:pt x="12237" y="20857"/>
                            <a:pt x="15190" y="17332"/>
                            <a:pt x="18238" y="14284"/>
                          </a:cubicBezTo>
                          <a:cubicBezTo>
                            <a:pt x="19476" y="13046"/>
                            <a:pt x="20714" y="11808"/>
                            <a:pt x="21476" y="10379"/>
                          </a:cubicBezTo>
                          <a:cubicBezTo>
                            <a:pt x="24811" y="4664"/>
                            <a:pt x="22524" y="-3718"/>
                            <a:pt x="12904" y="1807"/>
                          </a:cubicBezTo>
                          <a:cubicBezTo>
                            <a:pt x="5570" y="6283"/>
                            <a:pt x="1093" y="15046"/>
                            <a:pt x="141" y="2095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6" name="Forme libre : forme 13755">
                      <a:extLst>
                        <a:ext uri="{FF2B5EF4-FFF2-40B4-BE49-F238E27FC236}">
                          <a16:creationId xmlns:a16="http://schemas.microsoft.com/office/drawing/2014/main" id="{624E095B-FC80-4085-BBD4-6E85FBDEAB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93796" y="2828448"/>
                      <a:ext cx="29847" cy="42671"/>
                    </a:xfrm>
                    <a:custGeom>
                      <a:avLst/>
                      <a:gdLst>
                        <a:gd name="connsiteX0" fmla="*/ 29623 w 29847"/>
                        <a:gd name="connsiteY0" fmla="*/ 0 h 42671"/>
                        <a:gd name="connsiteX1" fmla="*/ 27527 w 29847"/>
                        <a:gd name="connsiteY1" fmla="*/ 15240 h 42671"/>
                        <a:gd name="connsiteX2" fmla="*/ 18574 w 29847"/>
                        <a:gd name="connsiteY2" fmla="*/ 28670 h 42671"/>
                        <a:gd name="connsiteX3" fmla="*/ 10573 w 29847"/>
                        <a:gd name="connsiteY3" fmla="*/ 35433 h 42671"/>
                        <a:gd name="connsiteX4" fmla="*/ 0 w 29847"/>
                        <a:gd name="connsiteY4" fmla="*/ 42672 h 42671"/>
                        <a:gd name="connsiteX5" fmla="*/ 3906 w 29847"/>
                        <a:gd name="connsiteY5" fmla="*/ 39814 h 42671"/>
                        <a:gd name="connsiteX6" fmla="*/ 12764 w 29847"/>
                        <a:gd name="connsiteY6" fmla="*/ 31242 h 42671"/>
                        <a:gd name="connsiteX7" fmla="*/ 29623 w 29847"/>
                        <a:gd name="connsiteY7" fmla="*/ 0 h 42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847" h="42671">
                          <a:moveTo>
                            <a:pt x="29623" y="0"/>
                          </a:moveTo>
                          <a:cubicBezTo>
                            <a:pt x="29623" y="0"/>
                            <a:pt x="30861" y="6667"/>
                            <a:pt x="27527" y="15240"/>
                          </a:cubicBezTo>
                          <a:cubicBezTo>
                            <a:pt x="25813" y="19526"/>
                            <a:pt x="23051" y="24193"/>
                            <a:pt x="18574" y="28670"/>
                          </a:cubicBezTo>
                          <a:cubicBezTo>
                            <a:pt x="16383" y="31051"/>
                            <a:pt x="13526" y="32766"/>
                            <a:pt x="10573" y="35433"/>
                          </a:cubicBezTo>
                          <a:cubicBezTo>
                            <a:pt x="7525" y="37909"/>
                            <a:pt x="4096" y="40386"/>
                            <a:pt x="0" y="42672"/>
                          </a:cubicBezTo>
                          <a:cubicBezTo>
                            <a:pt x="0" y="42672"/>
                            <a:pt x="1524" y="41719"/>
                            <a:pt x="3906" y="39814"/>
                          </a:cubicBezTo>
                          <a:cubicBezTo>
                            <a:pt x="6287" y="37909"/>
                            <a:pt x="9335" y="34861"/>
                            <a:pt x="12764" y="31242"/>
                          </a:cubicBezTo>
                          <a:cubicBezTo>
                            <a:pt x="19621" y="24670"/>
                            <a:pt x="27527" y="14288"/>
                            <a:pt x="2962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7" name="Forme libre : forme 13756">
                      <a:extLst>
                        <a:ext uri="{FF2B5EF4-FFF2-40B4-BE49-F238E27FC236}">
                          <a16:creationId xmlns:a16="http://schemas.microsoft.com/office/drawing/2014/main" id="{18867908-2AC2-468E-8E53-C7BAB9A48A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1208" y="2809113"/>
                      <a:ext cx="29434" cy="56864"/>
                    </a:xfrm>
                    <a:custGeom>
                      <a:avLst/>
                      <a:gdLst>
                        <a:gd name="connsiteX0" fmla="*/ 29434 w 29434"/>
                        <a:gd name="connsiteY0" fmla="*/ 0 h 56864"/>
                        <a:gd name="connsiteX1" fmla="*/ 9908 w 29434"/>
                        <a:gd name="connsiteY1" fmla="*/ 17050 h 56864"/>
                        <a:gd name="connsiteX2" fmla="*/ 669 w 29434"/>
                        <a:gd name="connsiteY2" fmla="*/ 35623 h 56864"/>
                        <a:gd name="connsiteX3" fmla="*/ 3908 w 29434"/>
                        <a:gd name="connsiteY3" fmla="*/ 56864 h 56864"/>
                        <a:gd name="connsiteX4" fmla="*/ 2860 w 29434"/>
                        <a:gd name="connsiteY4" fmla="*/ 39052 h 56864"/>
                        <a:gd name="connsiteX5" fmla="*/ 9622 w 29434"/>
                        <a:gd name="connsiteY5" fmla="*/ 20383 h 56864"/>
                        <a:gd name="connsiteX6" fmla="*/ 29434 w 29434"/>
                        <a:gd name="connsiteY6" fmla="*/ 0 h 56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434" h="56864">
                          <a:moveTo>
                            <a:pt x="29434" y="0"/>
                          </a:moveTo>
                          <a:cubicBezTo>
                            <a:pt x="29434" y="0"/>
                            <a:pt x="18671" y="6667"/>
                            <a:pt x="9908" y="17050"/>
                          </a:cubicBezTo>
                          <a:cubicBezTo>
                            <a:pt x="5336" y="22003"/>
                            <a:pt x="2002" y="28765"/>
                            <a:pt x="669" y="35623"/>
                          </a:cubicBezTo>
                          <a:cubicBezTo>
                            <a:pt x="-760" y="42577"/>
                            <a:pt x="2" y="49721"/>
                            <a:pt x="3908" y="56864"/>
                          </a:cubicBezTo>
                          <a:cubicBezTo>
                            <a:pt x="3908" y="56864"/>
                            <a:pt x="1240" y="50006"/>
                            <a:pt x="2860" y="39052"/>
                          </a:cubicBezTo>
                          <a:cubicBezTo>
                            <a:pt x="3812" y="33814"/>
                            <a:pt x="5146" y="26765"/>
                            <a:pt x="9622" y="20383"/>
                          </a:cubicBezTo>
                          <a:cubicBezTo>
                            <a:pt x="13813" y="14002"/>
                            <a:pt x="20195" y="6953"/>
                            <a:pt x="2943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8" name="Forme libre : forme 13757">
                      <a:extLst>
                        <a:ext uri="{FF2B5EF4-FFF2-40B4-BE49-F238E27FC236}">
                          <a16:creationId xmlns:a16="http://schemas.microsoft.com/office/drawing/2014/main" id="{AF62658E-28E5-4AE2-BEED-06D78BC6C3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54631" y="2820172"/>
                      <a:ext cx="26442" cy="11726"/>
                    </a:xfrm>
                    <a:custGeom>
                      <a:avLst/>
                      <a:gdLst>
                        <a:gd name="connsiteX0" fmla="*/ 26401 w 26442"/>
                        <a:gd name="connsiteY0" fmla="*/ 5228 h 11726"/>
                        <a:gd name="connsiteX1" fmla="*/ 12399 w 26442"/>
                        <a:gd name="connsiteY1" fmla="*/ 11705 h 11726"/>
                        <a:gd name="connsiteX2" fmla="*/ 3446 w 26442"/>
                        <a:gd name="connsiteY2" fmla="*/ 11134 h 11726"/>
                        <a:gd name="connsiteX3" fmla="*/ 17 w 26442"/>
                        <a:gd name="connsiteY3" fmla="*/ 7514 h 11726"/>
                        <a:gd name="connsiteX4" fmla="*/ 14114 w 26442"/>
                        <a:gd name="connsiteY4" fmla="*/ 85 h 11726"/>
                        <a:gd name="connsiteX5" fmla="*/ 26401 w 26442"/>
                        <a:gd name="connsiteY5" fmla="*/ 5228 h 11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442" h="11726">
                          <a:moveTo>
                            <a:pt x="26401" y="5228"/>
                          </a:moveTo>
                          <a:cubicBezTo>
                            <a:pt x="25830" y="8467"/>
                            <a:pt x="19638" y="11324"/>
                            <a:pt x="12399" y="11705"/>
                          </a:cubicBezTo>
                          <a:cubicBezTo>
                            <a:pt x="8685" y="11705"/>
                            <a:pt x="5732" y="11896"/>
                            <a:pt x="3446" y="11134"/>
                          </a:cubicBezTo>
                          <a:cubicBezTo>
                            <a:pt x="1255" y="10467"/>
                            <a:pt x="-174" y="9134"/>
                            <a:pt x="17" y="7514"/>
                          </a:cubicBezTo>
                          <a:cubicBezTo>
                            <a:pt x="303" y="4085"/>
                            <a:pt x="6494" y="180"/>
                            <a:pt x="14114" y="85"/>
                          </a:cubicBezTo>
                          <a:cubicBezTo>
                            <a:pt x="21544" y="-487"/>
                            <a:pt x="26973" y="1895"/>
                            <a:pt x="26401" y="522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9" name="Forme libre : forme 13758">
                      <a:extLst>
                        <a:ext uri="{FF2B5EF4-FFF2-40B4-BE49-F238E27FC236}">
                          <a16:creationId xmlns:a16="http://schemas.microsoft.com/office/drawing/2014/main" id="{4B3CA391-ED96-44B6-B514-C8EDA2ED1A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7153" y="2821276"/>
                      <a:ext cx="7090" cy="5282"/>
                    </a:xfrm>
                    <a:custGeom>
                      <a:avLst/>
                      <a:gdLst>
                        <a:gd name="connsiteX0" fmla="*/ 7022 w 7090"/>
                        <a:gd name="connsiteY0" fmla="*/ 1648 h 5282"/>
                        <a:gd name="connsiteX1" fmla="*/ 4260 w 7090"/>
                        <a:gd name="connsiteY1" fmla="*/ 5077 h 5282"/>
                        <a:gd name="connsiteX2" fmla="*/ 69 w 7090"/>
                        <a:gd name="connsiteY2" fmla="*/ 3648 h 5282"/>
                        <a:gd name="connsiteX3" fmla="*/ 2831 w 7090"/>
                        <a:gd name="connsiteY3" fmla="*/ 219 h 5282"/>
                        <a:gd name="connsiteX4" fmla="*/ 7022 w 7090"/>
                        <a:gd name="connsiteY4" fmla="*/ 1648 h 5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0" h="5282">
                          <a:moveTo>
                            <a:pt x="7022" y="1648"/>
                          </a:moveTo>
                          <a:cubicBezTo>
                            <a:pt x="7403" y="2981"/>
                            <a:pt x="6165" y="4505"/>
                            <a:pt x="4260" y="5077"/>
                          </a:cubicBezTo>
                          <a:cubicBezTo>
                            <a:pt x="2355" y="5648"/>
                            <a:pt x="450" y="4981"/>
                            <a:pt x="69" y="3648"/>
                          </a:cubicBezTo>
                          <a:cubicBezTo>
                            <a:pt x="-312" y="2315"/>
                            <a:pt x="926" y="790"/>
                            <a:pt x="2831" y="219"/>
                          </a:cubicBezTo>
                          <a:cubicBezTo>
                            <a:pt x="4831" y="-352"/>
                            <a:pt x="6736" y="219"/>
                            <a:pt x="7022" y="16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0" name="Forme libre : forme 13759">
                      <a:extLst>
                        <a:ext uri="{FF2B5EF4-FFF2-40B4-BE49-F238E27FC236}">
                          <a16:creationId xmlns:a16="http://schemas.microsoft.com/office/drawing/2014/main" id="{0C912CAA-B83E-4214-B99E-D2A9B2F1C9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44649" y="2788557"/>
                      <a:ext cx="70869" cy="38413"/>
                    </a:xfrm>
                    <a:custGeom>
                      <a:avLst/>
                      <a:gdLst>
                        <a:gd name="connsiteX0" fmla="*/ 61815 w 70869"/>
                        <a:gd name="connsiteY0" fmla="*/ 9411 h 38413"/>
                        <a:gd name="connsiteX1" fmla="*/ 70769 w 70869"/>
                        <a:gd name="connsiteY1" fmla="*/ 30652 h 38413"/>
                        <a:gd name="connsiteX2" fmla="*/ 66958 w 70869"/>
                        <a:gd name="connsiteY2" fmla="*/ 38177 h 38413"/>
                        <a:gd name="connsiteX3" fmla="*/ 58576 w 70869"/>
                        <a:gd name="connsiteY3" fmla="*/ 35033 h 38413"/>
                        <a:gd name="connsiteX4" fmla="*/ 38098 w 70869"/>
                        <a:gd name="connsiteY4" fmla="*/ 18841 h 38413"/>
                        <a:gd name="connsiteX5" fmla="*/ 15428 w 70869"/>
                        <a:gd name="connsiteY5" fmla="*/ 18555 h 38413"/>
                        <a:gd name="connsiteX6" fmla="*/ 3713 w 70869"/>
                        <a:gd name="connsiteY6" fmla="*/ 18079 h 38413"/>
                        <a:gd name="connsiteX7" fmla="*/ 283 w 70869"/>
                        <a:gd name="connsiteY7" fmla="*/ 13983 h 38413"/>
                        <a:gd name="connsiteX8" fmla="*/ 7142 w 70869"/>
                        <a:gd name="connsiteY8" fmla="*/ 7316 h 38413"/>
                        <a:gd name="connsiteX9" fmla="*/ 19429 w 70869"/>
                        <a:gd name="connsiteY9" fmla="*/ 3029 h 38413"/>
                        <a:gd name="connsiteX10" fmla="*/ 42384 w 70869"/>
                        <a:gd name="connsiteY10" fmla="*/ 77 h 38413"/>
                        <a:gd name="connsiteX11" fmla="*/ 61815 w 70869"/>
                        <a:gd name="connsiteY11" fmla="*/ 9411 h 38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70869" h="38413">
                          <a:moveTo>
                            <a:pt x="61815" y="9411"/>
                          </a:moveTo>
                          <a:cubicBezTo>
                            <a:pt x="67625" y="15507"/>
                            <a:pt x="69816" y="23032"/>
                            <a:pt x="70769" y="30652"/>
                          </a:cubicBezTo>
                          <a:cubicBezTo>
                            <a:pt x="71149" y="33414"/>
                            <a:pt x="70578" y="37129"/>
                            <a:pt x="66958" y="38177"/>
                          </a:cubicBezTo>
                          <a:cubicBezTo>
                            <a:pt x="63625" y="39129"/>
                            <a:pt x="60577" y="37034"/>
                            <a:pt x="58576" y="35033"/>
                          </a:cubicBezTo>
                          <a:cubicBezTo>
                            <a:pt x="52481" y="28652"/>
                            <a:pt x="48099" y="21127"/>
                            <a:pt x="38098" y="18841"/>
                          </a:cubicBezTo>
                          <a:cubicBezTo>
                            <a:pt x="34955" y="18079"/>
                            <a:pt x="24667" y="18746"/>
                            <a:pt x="15428" y="18555"/>
                          </a:cubicBezTo>
                          <a:cubicBezTo>
                            <a:pt x="10761" y="18269"/>
                            <a:pt x="6570" y="18555"/>
                            <a:pt x="3713" y="18079"/>
                          </a:cubicBezTo>
                          <a:cubicBezTo>
                            <a:pt x="855" y="17603"/>
                            <a:pt x="-669" y="16365"/>
                            <a:pt x="283" y="13983"/>
                          </a:cubicBezTo>
                          <a:cubicBezTo>
                            <a:pt x="1236" y="11602"/>
                            <a:pt x="3713" y="9221"/>
                            <a:pt x="7142" y="7316"/>
                          </a:cubicBezTo>
                          <a:cubicBezTo>
                            <a:pt x="10571" y="5601"/>
                            <a:pt x="14952" y="4173"/>
                            <a:pt x="19429" y="3029"/>
                          </a:cubicBezTo>
                          <a:cubicBezTo>
                            <a:pt x="28382" y="743"/>
                            <a:pt x="37907" y="-304"/>
                            <a:pt x="42384" y="77"/>
                          </a:cubicBezTo>
                          <a:cubicBezTo>
                            <a:pt x="50671" y="839"/>
                            <a:pt x="57433" y="4934"/>
                            <a:pt x="61815" y="941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03" name="Graphique 1">
                    <a:extLst>
                      <a:ext uri="{FF2B5EF4-FFF2-40B4-BE49-F238E27FC236}">
                        <a16:creationId xmlns:a16="http://schemas.microsoft.com/office/drawing/2014/main" id="{FFBC38CA-FC29-453A-9BA9-812C2427BEC3}"/>
                      </a:ext>
                    </a:extLst>
                  </p:cNvPr>
                  <p:cNvGrpSpPr/>
                  <p:nvPr/>
                </p:nvGrpSpPr>
                <p:grpSpPr>
                  <a:xfrm>
                    <a:off x="5224960" y="2768250"/>
                    <a:ext cx="157449" cy="102845"/>
                    <a:chOff x="5224960" y="2768250"/>
                    <a:chExt cx="157449" cy="102845"/>
                  </a:xfrm>
                  <a:solidFill>
                    <a:schemeClr val="accent1"/>
                  </a:solidFill>
                </p:grpSpPr>
                <p:sp>
                  <p:nvSpPr>
                    <p:cNvPr id="13737" name="Forme libre : forme 13736">
                      <a:extLst>
                        <a:ext uri="{FF2B5EF4-FFF2-40B4-BE49-F238E27FC236}">
                          <a16:creationId xmlns:a16="http://schemas.microsoft.com/office/drawing/2014/main" id="{6C265D2F-6526-4DB9-A325-51EC70966E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4960" y="2768250"/>
                      <a:ext cx="157449" cy="102639"/>
                    </a:xfrm>
                    <a:custGeom>
                      <a:avLst/>
                      <a:gdLst>
                        <a:gd name="connsiteX0" fmla="*/ 93613 w 157449"/>
                        <a:gd name="connsiteY0" fmla="*/ 101155 h 102639"/>
                        <a:gd name="connsiteX1" fmla="*/ 71420 w 157449"/>
                        <a:gd name="connsiteY1" fmla="*/ 97155 h 102639"/>
                        <a:gd name="connsiteX2" fmla="*/ 48274 w 157449"/>
                        <a:gd name="connsiteY2" fmla="*/ 95250 h 102639"/>
                        <a:gd name="connsiteX3" fmla="*/ 32272 w 157449"/>
                        <a:gd name="connsiteY3" fmla="*/ 92964 h 102639"/>
                        <a:gd name="connsiteX4" fmla="*/ 18461 w 157449"/>
                        <a:gd name="connsiteY4" fmla="*/ 86011 h 102639"/>
                        <a:gd name="connsiteX5" fmla="*/ 8269 w 157449"/>
                        <a:gd name="connsiteY5" fmla="*/ 75819 h 102639"/>
                        <a:gd name="connsiteX6" fmla="*/ 3316 w 157449"/>
                        <a:gd name="connsiteY6" fmla="*/ 63151 h 102639"/>
                        <a:gd name="connsiteX7" fmla="*/ 173 w 157449"/>
                        <a:gd name="connsiteY7" fmla="*/ 37338 h 102639"/>
                        <a:gd name="connsiteX8" fmla="*/ 2554 w 157449"/>
                        <a:gd name="connsiteY8" fmla="*/ 23527 h 102639"/>
                        <a:gd name="connsiteX9" fmla="*/ 12651 w 157449"/>
                        <a:gd name="connsiteY9" fmla="*/ 11716 h 102639"/>
                        <a:gd name="connsiteX10" fmla="*/ 29129 w 157449"/>
                        <a:gd name="connsiteY10" fmla="*/ 3524 h 102639"/>
                        <a:gd name="connsiteX11" fmla="*/ 50084 w 157449"/>
                        <a:gd name="connsiteY11" fmla="*/ 0 h 102639"/>
                        <a:gd name="connsiteX12" fmla="*/ 82755 w 157449"/>
                        <a:gd name="connsiteY12" fmla="*/ 2096 h 102639"/>
                        <a:gd name="connsiteX13" fmla="*/ 115616 w 157449"/>
                        <a:gd name="connsiteY13" fmla="*/ 7525 h 102639"/>
                        <a:gd name="connsiteX14" fmla="*/ 136380 w 157449"/>
                        <a:gd name="connsiteY14" fmla="*/ 16002 h 102639"/>
                        <a:gd name="connsiteX15" fmla="*/ 150763 w 157449"/>
                        <a:gd name="connsiteY15" fmla="*/ 29146 h 102639"/>
                        <a:gd name="connsiteX16" fmla="*/ 157145 w 157449"/>
                        <a:gd name="connsiteY16" fmla="*/ 44005 h 102639"/>
                        <a:gd name="connsiteX17" fmla="*/ 155144 w 157449"/>
                        <a:gd name="connsiteY17" fmla="*/ 58007 h 102639"/>
                        <a:gd name="connsiteX18" fmla="*/ 143620 w 157449"/>
                        <a:gd name="connsiteY18" fmla="*/ 82010 h 102639"/>
                        <a:gd name="connsiteX19" fmla="*/ 134761 w 157449"/>
                        <a:gd name="connsiteY19" fmla="*/ 92869 h 102639"/>
                        <a:gd name="connsiteX20" fmla="*/ 122474 w 157449"/>
                        <a:gd name="connsiteY20" fmla="*/ 99536 h 102639"/>
                        <a:gd name="connsiteX21" fmla="*/ 108472 w 157449"/>
                        <a:gd name="connsiteY21" fmla="*/ 102298 h 102639"/>
                        <a:gd name="connsiteX22" fmla="*/ 93613 w 157449"/>
                        <a:gd name="connsiteY22" fmla="*/ 101155 h 102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57449" h="102639">
                          <a:moveTo>
                            <a:pt x="93613" y="101155"/>
                          </a:moveTo>
                          <a:cubicBezTo>
                            <a:pt x="86279" y="99727"/>
                            <a:pt x="79040" y="97917"/>
                            <a:pt x="71420" y="97155"/>
                          </a:cubicBezTo>
                          <a:cubicBezTo>
                            <a:pt x="63990" y="95821"/>
                            <a:pt x="56085" y="95821"/>
                            <a:pt x="48274" y="95250"/>
                          </a:cubicBezTo>
                          <a:cubicBezTo>
                            <a:pt x="42749" y="95250"/>
                            <a:pt x="37225" y="94679"/>
                            <a:pt x="32272" y="92964"/>
                          </a:cubicBezTo>
                          <a:cubicBezTo>
                            <a:pt x="27224" y="91345"/>
                            <a:pt x="22557" y="88963"/>
                            <a:pt x="18461" y="86011"/>
                          </a:cubicBezTo>
                          <a:cubicBezTo>
                            <a:pt x="14365" y="83058"/>
                            <a:pt x="10841" y="79343"/>
                            <a:pt x="8269" y="75819"/>
                          </a:cubicBezTo>
                          <a:cubicBezTo>
                            <a:pt x="5602" y="72104"/>
                            <a:pt x="3887" y="67818"/>
                            <a:pt x="3316" y="63151"/>
                          </a:cubicBezTo>
                          <a:lnTo>
                            <a:pt x="173" y="37338"/>
                          </a:lnTo>
                          <a:cubicBezTo>
                            <a:pt x="-398" y="32671"/>
                            <a:pt x="458" y="28004"/>
                            <a:pt x="2554" y="23527"/>
                          </a:cubicBezTo>
                          <a:cubicBezTo>
                            <a:pt x="4745" y="18859"/>
                            <a:pt x="8174" y="15049"/>
                            <a:pt x="12651" y="11716"/>
                          </a:cubicBezTo>
                          <a:cubicBezTo>
                            <a:pt x="17127" y="8382"/>
                            <a:pt x="22747" y="5620"/>
                            <a:pt x="29129" y="3524"/>
                          </a:cubicBezTo>
                          <a:cubicBezTo>
                            <a:pt x="35510" y="1524"/>
                            <a:pt x="42559" y="95"/>
                            <a:pt x="50084" y="0"/>
                          </a:cubicBezTo>
                          <a:cubicBezTo>
                            <a:pt x="60943" y="476"/>
                            <a:pt x="71706" y="571"/>
                            <a:pt x="82755" y="2096"/>
                          </a:cubicBezTo>
                          <a:cubicBezTo>
                            <a:pt x="93709" y="3048"/>
                            <a:pt x="104662" y="5334"/>
                            <a:pt x="115616" y="7525"/>
                          </a:cubicBezTo>
                          <a:cubicBezTo>
                            <a:pt x="123236" y="9430"/>
                            <a:pt x="130380" y="12478"/>
                            <a:pt x="136380" y="16002"/>
                          </a:cubicBezTo>
                          <a:cubicBezTo>
                            <a:pt x="142286" y="19907"/>
                            <a:pt x="147239" y="24479"/>
                            <a:pt x="150763" y="29146"/>
                          </a:cubicBezTo>
                          <a:cubicBezTo>
                            <a:pt x="154383" y="33814"/>
                            <a:pt x="156383" y="39148"/>
                            <a:pt x="157145" y="44005"/>
                          </a:cubicBezTo>
                          <a:cubicBezTo>
                            <a:pt x="157907" y="48958"/>
                            <a:pt x="157240" y="53721"/>
                            <a:pt x="155144" y="58007"/>
                          </a:cubicBezTo>
                          <a:lnTo>
                            <a:pt x="143620" y="82010"/>
                          </a:lnTo>
                          <a:cubicBezTo>
                            <a:pt x="141524" y="86392"/>
                            <a:pt x="138381" y="90011"/>
                            <a:pt x="134761" y="92869"/>
                          </a:cubicBezTo>
                          <a:cubicBezTo>
                            <a:pt x="131046" y="95821"/>
                            <a:pt x="126951" y="97822"/>
                            <a:pt x="122474" y="99536"/>
                          </a:cubicBezTo>
                          <a:cubicBezTo>
                            <a:pt x="117902" y="101251"/>
                            <a:pt x="113235" y="102203"/>
                            <a:pt x="108472" y="102298"/>
                          </a:cubicBezTo>
                          <a:cubicBezTo>
                            <a:pt x="103519" y="103061"/>
                            <a:pt x="98661" y="102489"/>
                            <a:pt x="93613" y="101155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8" name="Forme libre : forme 13737">
                      <a:extLst>
                        <a:ext uri="{FF2B5EF4-FFF2-40B4-BE49-F238E27FC236}">
                          <a16:creationId xmlns:a16="http://schemas.microsoft.com/office/drawing/2014/main" id="{37D41655-6FC4-4DE8-B2BA-FF6F7941B0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943" y="2820352"/>
                      <a:ext cx="142017" cy="50743"/>
                    </a:xfrm>
                    <a:custGeom>
                      <a:avLst/>
                      <a:gdLst>
                        <a:gd name="connsiteX0" fmla="*/ 56292 w 142017"/>
                        <a:gd name="connsiteY0" fmla="*/ 12382 h 50743"/>
                        <a:gd name="connsiteX1" fmla="*/ 25432 w 142017"/>
                        <a:gd name="connsiteY1" fmla="*/ 11906 h 50743"/>
                        <a:gd name="connsiteX2" fmla="*/ 0 w 142017"/>
                        <a:gd name="connsiteY2" fmla="*/ 0 h 50743"/>
                        <a:gd name="connsiteX3" fmla="*/ 1333 w 142017"/>
                        <a:gd name="connsiteY3" fmla="*/ 11144 h 50743"/>
                        <a:gd name="connsiteX4" fmla="*/ 6286 w 142017"/>
                        <a:gd name="connsiteY4" fmla="*/ 23813 h 50743"/>
                        <a:gd name="connsiteX5" fmla="*/ 16478 w 142017"/>
                        <a:gd name="connsiteY5" fmla="*/ 34004 h 50743"/>
                        <a:gd name="connsiteX6" fmla="*/ 30289 w 142017"/>
                        <a:gd name="connsiteY6" fmla="*/ 40957 h 50743"/>
                        <a:gd name="connsiteX7" fmla="*/ 46291 w 142017"/>
                        <a:gd name="connsiteY7" fmla="*/ 43244 h 50743"/>
                        <a:gd name="connsiteX8" fmla="*/ 69437 w 142017"/>
                        <a:gd name="connsiteY8" fmla="*/ 45148 h 50743"/>
                        <a:gd name="connsiteX9" fmla="*/ 91630 w 142017"/>
                        <a:gd name="connsiteY9" fmla="*/ 49149 h 50743"/>
                        <a:gd name="connsiteX10" fmla="*/ 106489 w 142017"/>
                        <a:gd name="connsiteY10" fmla="*/ 50578 h 50743"/>
                        <a:gd name="connsiteX11" fmla="*/ 120491 w 142017"/>
                        <a:gd name="connsiteY11" fmla="*/ 47815 h 50743"/>
                        <a:gd name="connsiteX12" fmla="*/ 132779 w 142017"/>
                        <a:gd name="connsiteY12" fmla="*/ 41148 h 50743"/>
                        <a:gd name="connsiteX13" fmla="*/ 141637 w 142017"/>
                        <a:gd name="connsiteY13" fmla="*/ 30289 h 50743"/>
                        <a:gd name="connsiteX14" fmla="*/ 142018 w 142017"/>
                        <a:gd name="connsiteY14" fmla="*/ 29528 h 50743"/>
                        <a:gd name="connsiteX15" fmla="*/ 131636 w 142017"/>
                        <a:gd name="connsiteY15" fmla="*/ 25241 h 50743"/>
                        <a:gd name="connsiteX16" fmla="*/ 121158 w 142017"/>
                        <a:gd name="connsiteY16" fmla="*/ 21526 h 50743"/>
                        <a:gd name="connsiteX17" fmla="*/ 100107 w 142017"/>
                        <a:gd name="connsiteY17" fmla="*/ 15049 h 50743"/>
                        <a:gd name="connsiteX18" fmla="*/ 78391 w 142017"/>
                        <a:gd name="connsiteY18" fmla="*/ 11716 h 50743"/>
                        <a:gd name="connsiteX19" fmla="*/ 56292 w 142017"/>
                        <a:gd name="connsiteY19" fmla="*/ 12382 h 50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42017" h="50743">
                          <a:moveTo>
                            <a:pt x="56292" y="12382"/>
                          </a:moveTo>
                          <a:cubicBezTo>
                            <a:pt x="45815" y="13525"/>
                            <a:pt x="35147" y="14097"/>
                            <a:pt x="25432" y="11906"/>
                          </a:cubicBezTo>
                          <a:cubicBezTo>
                            <a:pt x="15716" y="9906"/>
                            <a:pt x="6762" y="5144"/>
                            <a:pt x="0" y="0"/>
                          </a:cubicBezTo>
                          <a:lnTo>
                            <a:pt x="1333" y="11144"/>
                          </a:lnTo>
                          <a:cubicBezTo>
                            <a:pt x="1905" y="15812"/>
                            <a:pt x="3714" y="20098"/>
                            <a:pt x="6286" y="23813"/>
                          </a:cubicBezTo>
                          <a:cubicBezTo>
                            <a:pt x="8858" y="27337"/>
                            <a:pt x="12382" y="31051"/>
                            <a:pt x="16478" y="34004"/>
                          </a:cubicBezTo>
                          <a:cubicBezTo>
                            <a:pt x="20574" y="36957"/>
                            <a:pt x="25241" y="39338"/>
                            <a:pt x="30289" y="40957"/>
                          </a:cubicBezTo>
                          <a:cubicBezTo>
                            <a:pt x="35337" y="42577"/>
                            <a:pt x="40767" y="43148"/>
                            <a:pt x="46291" y="43244"/>
                          </a:cubicBezTo>
                          <a:cubicBezTo>
                            <a:pt x="54007" y="43815"/>
                            <a:pt x="61913" y="43815"/>
                            <a:pt x="69437" y="45148"/>
                          </a:cubicBezTo>
                          <a:cubicBezTo>
                            <a:pt x="77057" y="45911"/>
                            <a:pt x="84296" y="47625"/>
                            <a:pt x="91630" y="49149"/>
                          </a:cubicBezTo>
                          <a:cubicBezTo>
                            <a:pt x="96678" y="50482"/>
                            <a:pt x="101536" y="51054"/>
                            <a:pt x="106489" y="50578"/>
                          </a:cubicBezTo>
                          <a:cubicBezTo>
                            <a:pt x="111252" y="50482"/>
                            <a:pt x="116014" y="49530"/>
                            <a:pt x="120491" y="47815"/>
                          </a:cubicBezTo>
                          <a:cubicBezTo>
                            <a:pt x="125063" y="46006"/>
                            <a:pt x="129159" y="44101"/>
                            <a:pt x="132779" y="41148"/>
                          </a:cubicBezTo>
                          <a:cubicBezTo>
                            <a:pt x="136398" y="38195"/>
                            <a:pt x="139541" y="34576"/>
                            <a:pt x="141637" y="30289"/>
                          </a:cubicBezTo>
                          <a:lnTo>
                            <a:pt x="142018" y="29528"/>
                          </a:lnTo>
                          <a:cubicBezTo>
                            <a:pt x="138493" y="28099"/>
                            <a:pt x="135064" y="26670"/>
                            <a:pt x="131636" y="25241"/>
                          </a:cubicBezTo>
                          <a:cubicBezTo>
                            <a:pt x="128111" y="24003"/>
                            <a:pt x="124682" y="22765"/>
                            <a:pt x="121158" y="21526"/>
                          </a:cubicBezTo>
                          <a:cubicBezTo>
                            <a:pt x="114300" y="18764"/>
                            <a:pt x="107156" y="17145"/>
                            <a:pt x="100107" y="15049"/>
                          </a:cubicBezTo>
                          <a:cubicBezTo>
                            <a:pt x="92869" y="13811"/>
                            <a:pt x="85820" y="11906"/>
                            <a:pt x="78391" y="11716"/>
                          </a:cubicBezTo>
                          <a:cubicBezTo>
                            <a:pt x="71151" y="11144"/>
                            <a:pt x="63722" y="11049"/>
                            <a:pt x="56292" y="12382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9" name="Forme libre : forme 13738">
                      <a:extLst>
                        <a:ext uri="{FF2B5EF4-FFF2-40B4-BE49-F238E27FC236}">
                          <a16:creationId xmlns:a16="http://schemas.microsoft.com/office/drawing/2014/main" id="{89246EBD-ED96-494F-8B0C-2F75D3864B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77704" y="2802930"/>
                      <a:ext cx="67516" cy="37313"/>
                    </a:xfrm>
                    <a:custGeom>
                      <a:avLst/>
                      <a:gdLst>
                        <a:gd name="connsiteX0" fmla="*/ 67064 w 67516"/>
                        <a:gd name="connsiteY0" fmla="*/ 26185 h 37313"/>
                        <a:gd name="connsiteX1" fmla="*/ 54204 w 67516"/>
                        <a:gd name="connsiteY1" fmla="*/ 35900 h 37313"/>
                        <a:gd name="connsiteX2" fmla="*/ 31154 w 67516"/>
                        <a:gd name="connsiteY2" fmla="*/ 36281 h 37313"/>
                        <a:gd name="connsiteX3" fmla="*/ 9151 w 67516"/>
                        <a:gd name="connsiteY3" fmla="*/ 28566 h 37313"/>
                        <a:gd name="connsiteX4" fmla="*/ 7 w 67516"/>
                        <a:gd name="connsiteY4" fmla="*/ 15326 h 37313"/>
                        <a:gd name="connsiteX5" fmla="*/ 10866 w 67516"/>
                        <a:gd name="connsiteY5" fmla="*/ 3134 h 37313"/>
                        <a:gd name="connsiteX6" fmla="*/ 36869 w 67516"/>
                        <a:gd name="connsiteY6" fmla="*/ 562 h 37313"/>
                        <a:gd name="connsiteX7" fmla="*/ 60872 w 67516"/>
                        <a:gd name="connsiteY7" fmla="*/ 11135 h 37313"/>
                        <a:gd name="connsiteX8" fmla="*/ 67064 w 67516"/>
                        <a:gd name="connsiteY8" fmla="*/ 26185 h 37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7516" h="37313">
                          <a:moveTo>
                            <a:pt x="67064" y="26185"/>
                          </a:moveTo>
                          <a:cubicBezTo>
                            <a:pt x="65539" y="30947"/>
                            <a:pt x="60587" y="34281"/>
                            <a:pt x="54204" y="35900"/>
                          </a:cubicBezTo>
                          <a:cubicBezTo>
                            <a:pt x="47823" y="37234"/>
                            <a:pt x="39631" y="38091"/>
                            <a:pt x="31154" y="36281"/>
                          </a:cubicBezTo>
                          <a:cubicBezTo>
                            <a:pt x="22487" y="35329"/>
                            <a:pt x="14866" y="31900"/>
                            <a:pt x="9151" y="28566"/>
                          </a:cubicBezTo>
                          <a:cubicBezTo>
                            <a:pt x="3437" y="25042"/>
                            <a:pt x="-183" y="20279"/>
                            <a:pt x="7" y="15326"/>
                          </a:cubicBezTo>
                          <a:cubicBezTo>
                            <a:pt x="198" y="10373"/>
                            <a:pt x="4198" y="5992"/>
                            <a:pt x="10866" y="3134"/>
                          </a:cubicBezTo>
                          <a:cubicBezTo>
                            <a:pt x="17533" y="-104"/>
                            <a:pt x="26772" y="-581"/>
                            <a:pt x="36869" y="562"/>
                          </a:cubicBezTo>
                          <a:cubicBezTo>
                            <a:pt x="46775" y="2563"/>
                            <a:pt x="55538" y="5897"/>
                            <a:pt x="60872" y="11135"/>
                          </a:cubicBezTo>
                          <a:cubicBezTo>
                            <a:pt x="66206" y="15993"/>
                            <a:pt x="68587" y="21422"/>
                            <a:pt x="67064" y="26185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0" name="Forme libre : forme 13739">
                      <a:extLst>
                        <a:ext uri="{FF2B5EF4-FFF2-40B4-BE49-F238E27FC236}">
                          <a16:creationId xmlns:a16="http://schemas.microsoft.com/office/drawing/2014/main" id="{9DA7AF75-35E6-43E0-8665-E6185E0604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77609" y="2804159"/>
                      <a:ext cx="45440" cy="36167"/>
                    </a:xfrm>
                    <a:custGeom>
                      <a:avLst/>
                      <a:gdLst>
                        <a:gd name="connsiteX0" fmla="*/ 16294 w 45440"/>
                        <a:gd name="connsiteY0" fmla="*/ 0 h 36167"/>
                        <a:gd name="connsiteX1" fmla="*/ 7 w 45440"/>
                        <a:gd name="connsiteY1" fmla="*/ 14192 h 36167"/>
                        <a:gd name="connsiteX2" fmla="*/ 9151 w 45440"/>
                        <a:gd name="connsiteY2" fmla="*/ 27432 h 36167"/>
                        <a:gd name="connsiteX3" fmla="*/ 31153 w 45440"/>
                        <a:gd name="connsiteY3" fmla="*/ 35147 h 36167"/>
                        <a:gd name="connsiteX4" fmla="*/ 45441 w 45440"/>
                        <a:gd name="connsiteY4" fmla="*/ 36004 h 36167"/>
                        <a:gd name="connsiteX5" fmla="*/ 37916 w 45440"/>
                        <a:gd name="connsiteY5" fmla="*/ 33147 h 36167"/>
                        <a:gd name="connsiteX6" fmla="*/ 21533 w 45440"/>
                        <a:gd name="connsiteY6" fmla="*/ 18097 h 36167"/>
                        <a:gd name="connsiteX7" fmla="*/ 16294 w 45440"/>
                        <a:gd name="connsiteY7" fmla="*/ 0 h 361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440" h="36167">
                          <a:moveTo>
                            <a:pt x="16294" y="0"/>
                          </a:moveTo>
                          <a:cubicBezTo>
                            <a:pt x="6484" y="2762"/>
                            <a:pt x="197" y="8001"/>
                            <a:pt x="7" y="14192"/>
                          </a:cubicBezTo>
                          <a:cubicBezTo>
                            <a:pt x="-184" y="19145"/>
                            <a:pt x="3531" y="23813"/>
                            <a:pt x="9151" y="27432"/>
                          </a:cubicBezTo>
                          <a:cubicBezTo>
                            <a:pt x="14866" y="30671"/>
                            <a:pt x="22391" y="34195"/>
                            <a:pt x="31153" y="35147"/>
                          </a:cubicBezTo>
                          <a:cubicBezTo>
                            <a:pt x="36202" y="36100"/>
                            <a:pt x="40964" y="36386"/>
                            <a:pt x="45441" y="36004"/>
                          </a:cubicBezTo>
                          <a:cubicBezTo>
                            <a:pt x="42870" y="35433"/>
                            <a:pt x="40298" y="34480"/>
                            <a:pt x="37916" y="33147"/>
                          </a:cubicBezTo>
                          <a:cubicBezTo>
                            <a:pt x="31535" y="28766"/>
                            <a:pt x="25629" y="24003"/>
                            <a:pt x="21533" y="18097"/>
                          </a:cubicBezTo>
                          <a:cubicBezTo>
                            <a:pt x="17533" y="12383"/>
                            <a:pt x="15247" y="6001"/>
                            <a:pt x="16294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1" name="Forme libre : forme 13740">
                      <a:extLst>
                        <a:ext uri="{FF2B5EF4-FFF2-40B4-BE49-F238E27FC236}">
                          <a16:creationId xmlns:a16="http://schemas.microsoft.com/office/drawing/2014/main" id="{3B493547-7156-4660-A424-43AC68BDF6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81038" y="2807229"/>
                      <a:ext cx="66337" cy="37555"/>
                    </a:xfrm>
                    <a:custGeom>
                      <a:avLst/>
                      <a:gdLst>
                        <a:gd name="connsiteX0" fmla="*/ 65825 w 66337"/>
                        <a:gd name="connsiteY0" fmla="*/ 26744 h 37555"/>
                        <a:gd name="connsiteX1" fmla="*/ 52966 w 66337"/>
                        <a:gd name="connsiteY1" fmla="*/ 36364 h 37555"/>
                        <a:gd name="connsiteX2" fmla="*/ 42394 w 66337"/>
                        <a:gd name="connsiteY2" fmla="*/ 37507 h 37555"/>
                        <a:gd name="connsiteX3" fmla="*/ 30297 w 66337"/>
                        <a:gd name="connsiteY3" fmla="*/ 36459 h 37555"/>
                        <a:gd name="connsiteX4" fmla="*/ 18486 w 66337"/>
                        <a:gd name="connsiteY4" fmla="*/ 33316 h 37555"/>
                        <a:gd name="connsiteX5" fmla="*/ 8866 w 66337"/>
                        <a:gd name="connsiteY5" fmla="*/ 28363 h 37555"/>
                        <a:gd name="connsiteX6" fmla="*/ 7 w 66337"/>
                        <a:gd name="connsiteY6" fmla="*/ 15124 h 37555"/>
                        <a:gd name="connsiteX7" fmla="*/ 10866 w 66337"/>
                        <a:gd name="connsiteY7" fmla="*/ 2932 h 37555"/>
                        <a:gd name="connsiteX8" fmla="*/ 22486 w 66337"/>
                        <a:gd name="connsiteY8" fmla="*/ 265 h 37555"/>
                        <a:gd name="connsiteX9" fmla="*/ 36488 w 66337"/>
                        <a:gd name="connsiteY9" fmla="*/ 741 h 37555"/>
                        <a:gd name="connsiteX10" fmla="*/ 49918 w 66337"/>
                        <a:gd name="connsiteY10" fmla="*/ 4837 h 37555"/>
                        <a:gd name="connsiteX11" fmla="*/ 59919 w 66337"/>
                        <a:gd name="connsiteY11" fmla="*/ 11504 h 37555"/>
                        <a:gd name="connsiteX12" fmla="*/ 65825 w 66337"/>
                        <a:gd name="connsiteY12" fmla="*/ 26744 h 37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6337" h="37555">
                          <a:moveTo>
                            <a:pt x="65825" y="26744"/>
                          </a:moveTo>
                          <a:cubicBezTo>
                            <a:pt x="64301" y="31411"/>
                            <a:pt x="59253" y="34745"/>
                            <a:pt x="52966" y="36364"/>
                          </a:cubicBezTo>
                          <a:cubicBezTo>
                            <a:pt x="49728" y="37222"/>
                            <a:pt x="46299" y="37412"/>
                            <a:pt x="42394" y="37507"/>
                          </a:cubicBezTo>
                          <a:cubicBezTo>
                            <a:pt x="38488" y="37698"/>
                            <a:pt x="34488" y="37317"/>
                            <a:pt x="30297" y="36459"/>
                          </a:cubicBezTo>
                          <a:cubicBezTo>
                            <a:pt x="26106" y="35507"/>
                            <a:pt x="22105" y="34840"/>
                            <a:pt x="18486" y="33316"/>
                          </a:cubicBezTo>
                          <a:cubicBezTo>
                            <a:pt x="14866" y="31983"/>
                            <a:pt x="11628" y="30078"/>
                            <a:pt x="8866" y="28363"/>
                          </a:cubicBezTo>
                          <a:cubicBezTo>
                            <a:pt x="3341" y="24839"/>
                            <a:pt x="-183" y="20076"/>
                            <a:pt x="7" y="15124"/>
                          </a:cubicBezTo>
                          <a:cubicBezTo>
                            <a:pt x="197" y="10171"/>
                            <a:pt x="4198" y="5789"/>
                            <a:pt x="10866" y="2932"/>
                          </a:cubicBezTo>
                          <a:cubicBezTo>
                            <a:pt x="14200" y="1408"/>
                            <a:pt x="18105" y="741"/>
                            <a:pt x="22486" y="265"/>
                          </a:cubicBezTo>
                          <a:cubicBezTo>
                            <a:pt x="26868" y="-21"/>
                            <a:pt x="31630" y="-307"/>
                            <a:pt x="36488" y="741"/>
                          </a:cubicBezTo>
                          <a:cubicBezTo>
                            <a:pt x="41346" y="1693"/>
                            <a:pt x="45918" y="3122"/>
                            <a:pt x="49918" y="4837"/>
                          </a:cubicBezTo>
                          <a:cubicBezTo>
                            <a:pt x="53919" y="6551"/>
                            <a:pt x="57253" y="9123"/>
                            <a:pt x="59919" y="11504"/>
                          </a:cubicBezTo>
                          <a:cubicBezTo>
                            <a:pt x="65158" y="16552"/>
                            <a:pt x="67444" y="21886"/>
                            <a:pt x="65825" y="2674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2" name="Forme libre : forme 13741">
                      <a:extLst>
                        <a:ext uri="{FF2B5EF4-FFF2-40B4-BE49-F238E27FC236}">
                          <a16:creationId xmlns:a16="http://schemas.microsoft.com/office/drawing/2014/main" id="{8742181F-293F-49B8-A1FA-A9BD4C05E8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7637" y="2789836"/>
                      <a:ext cx="80139" cy="68694"/>
                    </a:xfrm>
                    <a:custGeom>
                      <a:avLst/>
                      <a:gdLst>
                        <a:gd name="connsiteX0" fmla="*/ 1213 w 80139"/>
                        <a:gd name="connsiteY0" fmla="*/ 31659 h 68694"/>
                        <a:gd name="connsiteX1" fmla="*/ 4356 w 80139"/>
                        <a:gd name="connsiteY1" fmla="*/ 48137 h 68694"/>
                        <a:gd name="connsiteX2" fmla="*/ 35598 w 80139"/>
                        <a:gd name="connsiteY2" fmla="*/ 65949 h 68694"/>
                        <a:gd name="connsiteX3" fmla="*/ 51219 w 80139"/>
                        <a:gd name="connsiteY3" fmla="*/ 68616 h 68694"/>
                        <a:gd name="connsiteX4" fmla="*/ 66459 w 80139"/>
                        <a:gd name="connsiteY4" fmla="*/ 67664 h 68694"/>
                        <a:gd name="connsiteX5" fmla="*/ 79985 w 80139"/>
                        <a:gd name="connsiteY5" fmla="*/ 53948 h 68694"/>
                        <a:gd name="connsiteX6" fmla="*/ 70936 w 80139"/>
                        <a:gd name="connsiteY6" fmla="*/ 43280 h 68694"/>
                        <a:gd name="connsiteX7" fmla="*/ 57315 w 80139"/>
                        <a:gd name="connsiteY7" fmla="*/ 31754 h 68694"/>
                        <a:gd name="connsiteX8" fmla="*/ 44838 w 80139"/>
                        <a:gd name="connsiteY8" fmla="*/ 19467 h 68694"/>
                        <a:gd name="connsiteX9" fmla="*/ 9214 w 80139"/>
                        <a:gd name="connsiteY9" fmla="*/ 1084 h 68694"/>
                        <a:gd name="connsiteX10" fmla="*/ 1213 w 80139"/>
                        <a:gd name="connsiteY10" fmla="*/ 31659 h 68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0139" h="68694">
                          <a:moveTo>
                            <a:pt x="1213" y="31659"/>
                          </a:moveTo>
                          <a:cubicBezTo>
                            <a:pt x="1308" y="37279"/>
                            <a:pt x="1499" y="42994"/>
                            <a:pt x="4356" y="48137"/>
                          </a:cubicBezTo>
                          <a:cubicBezTo>
                            <a:pt x="9785" y="58234"/>
                            <a:pt x="23501" y="62425"/>
                            <a:pt x="35598" y="65949"/>
                          </a:cubicBezTo>
                          <a:cubicBezTo>
                            <a:pt x="40837" y="66997"/>
                            <a:pt x="45981" y="68235"/>
                            <a:pt x="51219" y="68616"/>
                          </a:cubicBezTo>
                          <a:cubicBezTo>
                            <a:pt x="56458" y="68806"/>
                            <a:pt x="61506" y="68711"/>
                            <a:pt x="66459" y="67664"/>
                          </a:cubicBezTo>
                          <a:cubicBezTo>
                            <a:pt x="73794" y="65758"/>
                            <a:pt x="81318" y="60806"/>
                            <a:pt x="79985" y="53948"/>
                          </a:cubicBezTo>
                          <a:cubicBezTo>
                            <a:pt x="79128" y="49566"/>
                            <a:pt x="74841" y="46518"/>
                            <a:pt x="70936" y="43280"/>
                          </a:cubicBezTo>
                          <a:cubicBezTo>
                            <a:pt x="66269" y="39470"/>
                            <a:pt x="61792" y="35564"/>
                            <a:pt x="57315" y="31754"/>
                          </a:cubicBezTo>
                          <a:cubicBezTo>
                            <a:pt x="52934" y="27944"/>
                            <a:pt x="48743" y="23658"/>
                            <a:pt x="44838" y="19467"/>
                          </a:cubicBezTo>
                          <a:cubicBezTo>
                            <a:pt x="38456" y="12609"/>
                            <a:pt x="24740" y="-4441"/>
                            <a:pt x="9214" y="1084"/>
                          </a:cubicBezTo>
                          <a:cubicBezTo>
                            <a:pt x="-4597" y="5561"/>
                            <a:pt x="1213" y="23848"/>
                            <a:pt x="1213" y="3165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3" name="Forme libre : forme 13742">
                      <a:extLst>
                        <a:ext uri="{FF2B5EF4-FFF2-40B4-BE49-F238E27FC236}">
                          <a16:creationId xmlns:a16="http://schemas.microsoft.com/office/drawing/2014/main" id="{84691BE7-F828-495D-B43A-9FED5C8A06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2566" y="2790130"/>
                      <a:ext cx="30011" cy="17867"/>
                    </a:xfrm>
                    <a:custGeom>
                      <a:avLst/>
                      <a:gdLst>
                        <a:gd name="connsiteX0" fmla="*/ 1714 w 30011"/>
                        <a:gd name="connsiteY0" fmla="*/ 10505 h 17867"/>
                        <a:gd name="connsiteX1" fmla="*/ 0 w 30011"/>
                        <a:gd name="connsiteY1" fmla="*/ 14410 h 17867"/>
                        <a:gd name="connsiteX2" fmla="*/ 2762 w 30011"/>
                        <a:gd name="connsiteY2" fmla="*/ 17649 h 17867"/>
                        <a:gd name="connsiteX3" fmla="*/ 7906 w 30011"/>
                        <a:gd name="connsiteY3" fmla="*/ 17267 h 17867"/>
                        <a:gd name="connsiteX4" fmla="*/ 20574 w 30011"/>
                        <a:gd name="connsiteY4" fmla="*/ 13934 h 17867"/>
                        <a:gd name="connsiteX5" fmla="*/ 25336 w 30011"/>
                        <a:gd name="connsiteY5" fmla="*/ 11838 h 17867"/>
                        <a:gd name="connsiteX6" fmla="*/ 22098 w 30011"/>
                        <a:gd name="connsiteY6" fmla="*/ 27 h 17867"/>
                        <a:gd name="connsiteX7" fmla="*/ 10096 w 30011"/>
                        <a:gd name="connsiteY7" fmla="*/ 3361 h 17867"/>
                        <a:gd name="connsiteX8" fmla="*/ 1714 w 30011"/>
                        <a:gd name="connsiteY8" fmla="*/ 10505 h 17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0011" h="17867">
                          <a:moveTo>
                            <a:pt x="1714" y="10505"/>
                          </a:moveTo>
                          <a:cubicBezTo>
                            <a:pt x="762" y="11743"/>
                            <a:pt x="0" y="13076"/>
                            <a:pt x="0" y="14410"/>
                          </a:cubicBezTo>
                          <a:cubicBezTo>
                            <a:pt x="0" y="15743"/>
                            <a:pt x="1048" y="17172"/>
                            <a:pt x="2762" y="17649"/>
                          </a:cubicBezTo>
                          <a:cubicBezTo>
                            <a:pt x="4381" y="18125"/>
                            <a:pt x="6191" y="17744"/>
                            <a:pt x="7906" y="17267"/>
                          </a:cubicBezTo>
                          <a:cubicBezTo>
                            <a:pt x="12192" y="16125"/>
                            <a:pt x="16478" y="15363"/>
                            <a:pt x="20574" y="13934"/>
                          </a:cubicBezTo>
                          <a:cubicBezTo>
                            <a:pt x="22288" y="13362"/>
                            <a:pt x="24003" y="12791"/>
                            <a:pt x="25336" y="11838"/>
                          </a:cubicBezTo>
                          <a:cubicBezTo>
                            <a:pt x="31052" y="8028"/>
                            <a:pt x="33147" y="-544"/>
                            <a:pt x="22098" y="27"/>
                          </a:cubicBezTo>
                          <a:cubicBezTo>
                            <a:pt x="17812" y="313"/>
                            <a:pt x="13621" y="1456"/>
                            <a:pt x="10096" y="3361"/>
                          </a:cubicBezTo>
                          <a:cubicBezTo>
                            <a:pt x="6572" y="5457"/>
                            <a:pt x="3620" y="8028"/>
                            <a:pt x="1714" y="1050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4" name="Forme libre : forme 13743">
                      <a:extLst>
                        <a:ext uri="{FF2B5EF4-FFF2-40B4-BE49-F238E27FC236}">
                          <a16:creationId xmlns:a16="http://schemas.microsoft.com/office/drawing/2014/main" id="{F251E40B-7507-4DD2-8988-4C10DED63F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9812" y="2845117"/>
                      <a:ext cx="46482" cy="22532"/>
                    </a:xfrm>
                    <a:custGeom>
                      <a:avLst/>
                      <a:gdLst>
                        <a:gd name="connsiteX0" fmla="*/ 46482 w 46482"/>
                        <a:gd name="connsiteY0" fmla="*/ 0 h 22532"/>
                        <a:gd name="connsiteX1" fmla="*/ 36576 w 46482"/>
                        <a:gd name="connsiteY1" fmla="*/ 12001 h 22532"/>
                        <a:gd name="connsiteX2" fmla="*/ 22193 w 46482"/>
                        <a:gd name="connsiteY2" fmla="*/ 19526 h 22532"/>
                        <a:gd name="connsiteX3" fmla="*/ 0 w 46482"/>
                        <a:gd name="connsiteY3" fmla="*/ 22479 h 22532"/>
                        <a:gd name="connsiteX4" fmla="*/ 16097 w 46482"/>
                        <a:gd name="connsiteY4" fmla="*/ 19050 h 22532"/>
                        <a:gd name="connsiteX5" fmla="*/ 31146 w 46482"/>
                        <a:gd name="connsiteY5" fmla="*/ 12573 h 22532"/>
                        <a:gd name="connsiteX6" fmla="*/ 46482 w 46482"/>
                        <a:gd name="connsiteY6" fmla="*/ 0 h 22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482" h="22532">
                          <a:moveTo>
                            <a:pt x="46482" y="0"/>
                          </a:moveTo>
                          <a:cubicBezTo>
                            <a:pt x="46482" y="0"/>
                            <a:pt x="43910" y="6477"/>
                            <a:pt x="36576" y="12001"/>
                          </a:cubicBezTo>
                          <a:cubicBezTo>
                            <a:pt x="33051" y="14668"/>
                            <a:pt x="28098" y="17716"/>
                            <a:pt x="22193" y="19526"/>
                          </a:cubicBezTo>
                          <a:cubicBezTo>
                            <a:pt x="16287" y="21146"/>
                            <a:pt x="8858" y="22860"/>
                            <a:pt x="0" y="22479"/>
                          </a:cubicBezTo>
                          <a:cubicBezTo>
                            <a:pt x="0" y="22479"/>
                            <a:pt x="6858" y="22288"/>
                            <a:pt x="16097" y="19050"/>
                          </a:cubicBezTo>
                          <a:cubicBezTo>
                            <a:pt x="20574" y="17812"/>
                            <a:pt x="25812" y="15716"/>
                            <a:pt x="31146" y="12573"/>
                          </a:cubicBezTo>
                          <a:cubicBezTo>
                            <a:pt x="36576" y="9334"/>
                            <a:pt x="41814" y="5715"/>
                            <a:pt x="4648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5" name="Forme libre : forme 13744">
                      <a:extLst>
                        <a:ext uri="{FF2B5EF4-FFF2-40B4-BE49-F238E27FC236}">
                          <a16:creationId xmlns:a16="http://schemas.microsoft.com/office/drawing/2014/main" id="{46FAE29C-FFBE-4E42-B6D5-4AEAB397AF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8276" y="2771298"/>
                      <a:ext cx="50101" cy="36671"/>
                    </a:xfrm>
                    <a:custGeom>
                      <a:avLst/>
                      <a:gdLst>
                        <a:gd name="connsiteX0" fmla="*/ 50102 w 50101"/>
                        <a:gd name="connsiteY0" fmla="*/ 0 h 36671"/>
                        <a:gd name="connsiteX1" fmla="*/ 47911 w 50101"/>
                        <a:gd name="connsiteY1" fmla="*/ 0 h 36671"/>
                        <a:gd name="connsiteX2" fmla="*/ 42291 w 50101"/>
                        <a:gd name="connsiteY2" fmla="*/ 571 h 36671"/>
                        <a:gd name="connsiteX3" fmla="*/ 25241 w 50101"/>
                        <a:gd name="connsiteY3" fmla="*/ 5334 h 36671"/>
                        <a:gd name="connsiteX4" fmla="*/ 8097 w 50101"/>
                        <a:gd name="connsiteY4" fmla="*/ 16478 h 36671"/>
                        <a:gd name="connsiteX5" fmla="*/ 0 w 50101"/>
                        <a:gd name="connsiteY5" fmla="*/ 36671 h 36671"/>
                        <a:gd name="connsiteX6" fmla="*/ 1524 w 50101"/>
                        <a:gd name="connsiteY6" fmla="*/ 31718 h 36671"/>
                        <a:gd name="connsiteX7" fmla="*/ 8192 w 50101"/>
                        <a:gd name="connsiteY7" fmla="*/ 20574 h 36671"/>
                        <a:gd name="connsiteX8" fmla="*/ 23336 w 50101"/>
                        <a:gd name="connsiteY8" fmla="*/ 8287 h 36671"/>
                        <a:gd name="connsiteX9" fmla="*/ 50102 w 50101"/>
                        <a:gd name="connsiteY9" fmla="*/ 0 h 36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0101" h="36671">
                          <a:moveTo>
                            <a:pt x="50102" y="0"/>
                          </a:moveTo>
                          <a:cubicBezTo>
                            <a:pt x="50102" y="0"/>
                            <a:pt x="49340" y="0"/>
                            <a:pt x="47911" y="0"/>
                          </a:cubicBezTo>
                          <a:cubicBezTo>
                            <a:pt x="46577" y="0"/>
                            <a:pt x="44578" y="95"/>
                            <a:pt x="42291" y="571"/>
                          </a:cubicBezTo>
                          <a:cubicBezTo>
                            <a:pt x="37624" y="1429"/>
                            <a:pt x="31433" y="2857"/>
                            <a:pt x="25241" y="5334"/>
                          </a:cubicBezTo>
                          <a:cubicBezTo>
                            <a:pt x="19050" y="7810"/>
                            <a:pt x="12764" y="11430"/>
                            <a:pt x="8097" y="16478"/>
                          </a:cubicBezTo>
                          <a:cubicBezTo>
                            <a:pt x="3429" y="21336"/>
                            <a:pt x="286" y="28194"/>
                            <a:pt x="0" y="36671"/>
                          </a:cubicBezTo>
                          <a:cubicBezTo>
                            <a:pt x="0" y="36671"/>
                            <a:pt x="381" y="34766"/>
                            <a:pt x="1524" y="31718"/>
                          </a:cubicBezTo>
                          <a:cubicBezTo>
                            <a:pt x="2667" y="28575"/>
                            <a:pt x="4763" y="24670"/>
                            <a:pt x="8192" y="20574"/>
                          </a:cubicBezTo>
                          <a:cubicBezTo>
                            <a:pt x="11621" y="16478"/>
                            <a:pt x="16479" y="12097"/>
                            <a:pt x="23336" y="8287"/>
                          </a:cubicBezTo>
                          <a:cubicBezTo>
                            <a:pt x="30195" y="4763"/>
                            <a:pt x="38767" y="1048"/>
                            <a:pt x="5010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6" name="Forme libre : forme 13745">
                      <a:extLst>
                        <a:ext uri="{FF2B5EF4-FFF2-40B4-BE49-F238E27FC236}">
                          <a16:creationId xmlns:a16="http://schemas.microsoft.com/office/drawing/2014/main" id="{F108CAD4-9860-4C86-BDEC-FF93DCACEE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07094" y="2807374"/>
                      <a:ext cx="25365" cy="14850"/>
                    </a:xfrm>
                    <a:custGeom>
                      <a:avLst/>
                      <a:gdLst>
                        <a:gd name="connsiteX0" fmla="*/ 24718 w 25365"/>
                        <a:gd name="connsiteY0" fmla="*/ 13073 h 14850"/>
                        <a:gd name="connsiteX1" fmla="*/ 9193 w 25365"/>
                        <a:gd name="connsiteY1" fmla="*/ 12312 h 14850"/>
                        <a:gd name="connsiteX2" fmla="*/ 430 w 25365"/>
                        <a:gd name="connsiteY2" fmla="*/ 2215 h 14850"/>
                        <a:gd name="connsiteX3" fmla="*/ 16432 w 25365"/>
                        <a:gd name="connsiteY3" fmla="*/ 2501 h 14850"/>
                        <a:gd name="connsiteX4" fmla="*/ 24718 w 25365"/>
                        <a:gd name="connsiteY4" fmla="*/ 13073 h 14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365" h="14850">
                          <a:moveTo>
                            <a:pt x="24718" y="13073"/>
                          </a:moveTo>
                          <a:cubicBezTo>
                            <a:pt x="22528" y="15645"/>
                            <a:pt x="15765" y="15455"/>
                            <a:pt x="9193" y="12312"/>
                          </a:cubicBezTo>
                          <a:cubicBezTo>
                            <a:pt x="2716" y="9168"/>
                            <a:pt x="-1380" y="5168"/>
                            <a:pt x="430" y="2215"/>
                          </a:cubicBezTo>
                          <a:cubicBezTo>
                            <a:pt x="2335" y="-738"/>
                            <a:pt x="9669" y="-833"/>
                            <a:pt x="16432" y="2501"/>
                          </a:cubicBezTo>
                          <a:cubicBezTo>
                            <a:pt x="23385" y="5644"/>
                            <a:pt x="26909" y="10406"/>
                            <a:pt x="24718" y="1307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7" name="Forme libre : forme 13746">
                      <a:extLst>
                        <a:ext uri="{FF2B5EF4-FFF2-40B4-BE49-F238E27FC236}">
                          <a16:creationId xmlns:a16="http://schemas.microsoft.com/office/drawing/2014/main" id="{8C7A37A5-0BEA-4439-BCBB-16C2CDB47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28727" y="2816227"/>
                      <a:ext cx="7152" cy="5472"/>
                    </a:xfrm>
                    <a:custGeom>
                      <a:avLst/>
                      <a:gdLst>
                        <a:gd name="connsiteX0" fmla="*/ 7087 w 7152"/>
                        <a:gd name="connsiteY0" fmla="*/ 3744 h 5472"/>
                        <a:gd name="connsiteX1" fmla="*/ 2991 w 7152"/>
                        <a:gd name="connsiteY1" fmla="*/ 5268 h 5472"/>
                        <a:gd name="connsiteX2" fmla="*/ 39 w 7152"/>
                        <a:gd name="connsiteY2" fmla="*/ 1934 h 5472"/>
                        <a:gd name="connsiteX3" fmla="*/ 4230 w 7152"/>
                        <a:gd name="connsiteY3" fmla="*/ 124 h 5472"/>
                        <a:gd name="connsiteX4" fmla="*/ 7087 w 7152"/>
                        <a:gd name="connsiteY4" fmla="*/ 3744 h 54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52" h="5472">
                          <a:moveTo>
                            <a:pt x="7087" y="3744"/>
                          </a:moveTo>
                          <a:cubicBezTo>
                            <a:pt x="6706" y="5173"/>
                            <a:pt x="4896" y="5839"/>
                            <a:pt x="2991" y="5268"/>
                          </a:cubicBezTo>
                          <a:cubicBezTo>
                            <a:pt x="1086" y="4792"/>
                            <a:pt x="-247" y="3363"/>
                            <a:pt x="39" y="1934"/>
                          </a:cubicBezTo>
                          <a:cubicBezTo>
                            <a:pt x="324" y="601"/>
                            <a:pt x="2229" y="-352"/>
                            <a:pt x="4230" y="124"/>
                          </a:cubicBezTo>
                          <a:cubicBezTo>
                            <a:pt x="6134" y="791"/>
                            <a:pt x="7468" y="2411"/>
                            <a:pt x="7087" y="37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8" name="Forme libre : forme 13747">
                      <a:extLst>
                        <a:ext uri="{FF2B5EF4-FFF2-40B4-BE49-F238E27FC236}">
                          <a16:creationId xmlns:a16="http://schemas.microsoft.com/office/drawing/2014/main" id="{20C30B13-9159-49EA-BCDB-5E61998F82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0360" y="2779965"/>
                      <a:ext cx="58546" cy="57488"/>
                    </a:xfrm>
                    <a:custGeom>
                      <a:avLst/>
                      <a:gdLst>
                        <a:gd name="connsiteX0" fmla="*/ 57838 w 58546"/>
                        <a:gd name="connsiteY0" fmla="*/ 29433 h 57488"/>
                        <a:gd name="connsiteX1" fmla="*/ 54314 w 58546"/>
                        <a:gd name="connsiteY1" fmla="*/ 52579 h 57488"/>
                        <a:gd name="connsiteX2" fmla="*/ 46980 w 58546"/>
                        <a:gd name="connsiteY2" fmla="*/ 57341 h 57488"/>
                        <a:gd name="connsiteX3" fmla="*/ 41455 w 58546"/>
                        <a:gd name="connsiteY3" fmla="*/ 50483 h 57488"/>
                        <a:gd name="connsiteX4" fmla="*/ 32025 w 58546"/>
                        <a:gd name="connsiteY4" fmla="*/ 25528 h 57488"/>
                        <a:gd name="connsiteX5" fmla="*/ 24310 w 58546"/>
                        <a:gd name="connsiteY5" fmla="*/ 20479 h 57488"/>
                        <a:gd name="connsiteX6" fmla="*/ 12213 w 58546"/>
                        <a:gd name="connsiteY6" fmla="*/ 14098 h 57488"/>
                        <a:gd name="connsiteX7" fmla="*/ 1165 w 58546"/>
                        <a:gd name="connsiteY7" fmla="*/ 2382 h 57488"/>
                        <a:gd name="connsiteX8" fmla="*/ 23643 w 58546"/>
                        <a:gd name="connsiteY8" fmla="*/ 1906 h 57488"/>
                        <a:gd name="connsiteX9" fmla="*/ 45455 w 58546"/>
                        <a:gd name="connsiteY9" fmla="*/ 11240 h 57488"/>
                        <a:gd name="connsiteX10" fmla="*/ 57838 w 58546"/>
                        <a:gd name="connsiteY10" fmla="*/ 29433 h 574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8546" h="57488">
                          <a:moveTo>
                            <a:pt x="57838" y="29433"/>
                          </a:moveTo>
                          <a:cubicBezTo>
                            <a:pt x="59743" y="37720"/>
                            <a:pt x="57552" y="45435"/>
                            <a:pt x="54314" y="52579"/>
                          </a:cubicBezTo>
                          <a:cubicBezTo>
                            <a:pt x="53171" y="55150"/>
                            <a:pt x="50694" y="58198"/>
                            <a:pt x="46980" y="57341"/>
                          </a:cubicBezTo>
                          <a:cubicBezTo>
                            <a:pt x="43646" y="56579"/>
                            <a:pt x="42027" y="53245"/>
                            <a:pt x="41455" y="50483"/>
                          </a:cubicBezTo>
                          <a:cubicBezTo>
                            <a:pt x="39455" y="41815"/>
                            <a:pt x="39550" y="33052"/>
                            <a:pt x="32025" y="25528"/>
                          </a:cubicBezTo>
                          <a:cubicBezTo>
                            <a:pt x="30882" y="24385"/>
                            <a:pt x="27930" y="22480"/>
                            <a:pt x="24310" y="20479"/>
                          </a:cubicBezTo>
                          <a:cubicBezTo>
                            <a:pt x="20691" y="18574"/>
                            <a:pt x="16404" y="16383"/>
                            <a:pt x="12213" y="14098"/>
                          </a:cubicBezTo>
                          <a:cubicBezTo>
                            <a:pt x="4117" y="9430"/>
                            <a:pt x="-2836" y="5811"/>
                            <a:pt x="1165" y="2382"/>
                          </a:cubicBezTo>
                          <a:cubicBezTo>
                            <a:pt x="5165" y="-1047"/>
                            <a:pt x="14404" y="-380"/>
                            <a:pt x="23643" y="1906"/>
                          </a:cubicBezTo>
                          <a:cubicBezTo>
                            <a:pt x="32882" y="3906"/>
                            <a:pt x="41646" y="8764"/>
                            <a:pt x="45455" y="11240"/>
                          </a:cubicBezTo>
                          <a:cubicBezTo>
                            <a:pt x="52314" y="16383"/>
                            <a:pt x="56314" y="23337"/>
                            <a:pt x="57838" y="2943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04" name="Graphique 1">
                    <a:extLst>
                      <a:ext uri="{FF2B5EF4-FFF2-40B4-BE49-F238E27FC236}">
                        <a16:creationId xmlns:a16="http://schemas.microsoft.com/office/drawing/2014/main" id="{71FFD474-F69D-4615-90E7-1E940A74DEFE}"/>
                      </a:ext>
                    </a:extLst>
                  </p:cNvPr>
                  <p:cNvGrpSpPr/>
                  <p:nvPr/>
                </p:nvGrpSpPr>
                <p:grpSpPr>
                  <a:xfrm>
                    <a:off x="5365810" y="2811686"/>
                    <a:ext cx="141740" cy="141290"/>
                    <a:chOff x="5365810" y="2811686"/>
                    <a:chExt cx="141740" cy="141290"/>
                  </a:xfrm>
                  <a:solidFill>
                    <a:schemeClr val="accent1"/>
                  </a:solidFill>
                </p:grpSpPr>
                <p:sp>
                  <p:nvSpPr>
                    <p:cNvPr id="13725" name="Forme libre : forme 13724">
                      <a:extLst>
                        <a:ext uri="{FF2B5EF4-FFF2-40B4-BE49-F238E27FC236}">
                          <a16:creationId xmlns:a16="http://schemas.microsoft.com/office/drawing/2014/main" id="{BD9E2E29-2D9D-43FC-AE0C-6D7B2A41B5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6008" y="2811686"/>
                      <a:ext cx="141542" cy="141290"/>
                    </a:xfrm>
                    <a:custGeom>
                      <a:avLst/>
                      <a:gdLst>
                        <a:gd name="connsiteX0" fmla="*/ 51721 w 141542"/>
                        <a:gd name="connsiteY0" fmla="*/ 122299 h 141290"/>
                        <a:gd name="connsiteX1" fmla="*/ 35909 w 141542"/>
                        <a:gd name="connsiteY1" fmla="*/ 105154 h 141290"/>
                        <a:gd name="connsiteX2" fmla="*/ 27623 w 141542"/>
                        <a:gd name="connsiteY2" fmla="*/ 97439 h 141290"/>
                        <a:gd name="connsiteX3" fmla="*/ 19050 w 141542"/>
                        <a:gd name="connsiteY3" fmla="*/ 90295 h 141290"/>
                        <a:gd name="connsiteX4" fmla="*/ 13525 w 141542"/>
                        <a:gd name="connsiteY4" fmla="*/ 85056 h 141290"/>
                        <a:gd name="connsiteX5" fmla="*/ 8858 w 141542"/>
                        <a:gd name="connsiteY5" fmla="*/ 79436 h 141290"/>
                        <a:gd name="connsiteX6" fmla="*/ 2381 w 141542"/>
                        <a:gd name="connsiteY6" fmla="*/ 66578 h 141290"/>
                        <a:gd name="connsiteX7" fmla="*/ 0 w 141542"/>
                        <a:gd name="connsiteY7" fmla="*/ 52481 h 141290"/>
                        <a:gd name="connsiteX8" fmla="*/ 2857 w 141542"/>
                        <a:gd name="connsiteY8" fmla="*/ 38860 h 141290"/>
                        <a:gd name="connsiteX9" fmla="*/ 14383 w 141542"/>
                        <a:gd name="connsiteY9" fmla="*/ 14857 h 141290"/>
                        <a:gd name="connsiteX10" fmla="*/ 24099 w 141542"/>
                        <a:gd name="connsiteY10" fmla="*/ 4379 h 141290"/>
                        <a:gd name="connsiteX11" fmla="*/ 39719 w 141542"/>
                        <a:gd name="connsiteY11" fmla="*/ 93 h 141290"/>
                        <a:gd name="connsiteX12" fmla="*/ 59055 w 141542"/>
                        <a:gd name="connsiteY12" fmla="*/ 2855 h 141290"/>
                        <a:gd name="connsiteX13" fmla="*/ 69247 w 141542"/>
                        <a:gd name="connsiteY13" fmla="*/ 7046 h 141290"/>
                        <a:gd name="connsiteX14" fmla="*/ 78867 w 141542"/>
                        <a:gd name="connsiteY14" fmla="*/ 13333 h 141290"/>
                        <a:gd name="connsiteX15" fmla="*/ 91916 w 141542"/>
                        <a:gd name="connsiteY15" fmla="*/ 23906 h 141290"/>
                        <a:gd name="connsiteX16" fmla="*/ 104204 w 141542"/>
                        <a:gd name="connsiteY16" fmla="*/ 35050 h 141290"/>
                        <a:gd name="connsiteX17" fmla="*/ 126682 w 141542"/>
                        <a:gd name="connsiteY17" fmla="*/ 58672 h 141290"/>
                        <a:gd name="connsiteX18" fmla="*/ 137732 w 141542"/>
                        <a:gd name="connsiteY18" fmla="*/ 76769 h 141290"/>
                        <a:gd name="connsiteX19" fmla="*/ 141541 w 141542"/>
                        <a:gd name="connsiteY19" fmla="*/ 94772 h 141290"/>
                        <a:gd name="connsiteX20" fmla="*/ 129064 w 141542"/>
                        <a:gd name="connsiteY20" fmla="*/ 121251 h 141290"/>
                        <a:gd name="connsiteX21" fmla="*/ 106299 w 141542"/>
                        <a:gd name="connsiteY21" fmla="*/ 136301 h 141290"/>
                        <a:gd name="connsiteX22" fmla="*/ 78010 w 141542"/>
                        <a:gd name="connsiteY22" fmla="*/ 139729 h 141290"/>
                        <a:gd name="connsiteX23" fmla="*/ 63913 w 141542"/>
                        <a:gd name="connsiteY23" fmla="*/ 133348 h 141290"/>
                        <a:gd name="connsiteX24" fmla="*/ 51721 w 141542"/>
                        <a:gd name="connsiteY24" fmla="*/ 122299 h 141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1542" h="141290">
                          <a:moveTo>
                            <a:pt x="51721" y="122299"/>
                          </a:moveTo>
                          <a:cubicBezTo>
                            <a:pt x="46577" y="116393"/>
                            <a:pt x="41339" y="110488"/>
                            <a:pt x="35909" y="105154"/>
                          </a:cubicBezTo>
                          <a:cubicBezTo>
                            <a:pt x="33242" y="102296"/>
                            <a:pt x="30385" y="99915"/>
                            <a:pt x="27623" y="97439"/>
                          </a:cubicBezTo>
                          <a:cubicBezTo>
                            <a:pt x="24860" y="94867"/>
                            <a:pt x="22003" y="92390"/>
                            <a:pt x="19050" y="90295"/>
                          </a:cubicBezTo>
                          <a:cubicBezTo>
                            <a:pt x="16955" y="88676"/>
                            <a:pt x="15145" y="86961"/>
                            <a:pt x="13525" y="85056"/>
                          </a:cubicBezTo>
                          <a:cubicBezTo>
                            <a:pt x="11811" y="83342"/>
                            <a:pt x="10192" y="81436"/>
                            <a:pt x="8858" y="79436"/>
                          </a:cubicBezTo>
                          <a:cubicBezTo>
                            <a:pt x="6191" y="75245"/>
                            <a:pt x="3905" y="71054"/>
                            <a:pt x="2381" y="66578"/>
                          </a:cubicBezTo>
                          <a:cubicBezTo>
                            <a:pt x="858" y="62101"/>
                            <a:pt x="95" y="57053"/>
                            <a:pt x="0" y="52481"/>
                          </a:cubicBezTo>
                          <a:cubicBezTo>
                            <a:pt x="0" y="47813"/>
                            <a:pt x="762" y="43146"/>
                            <a:pt x="2857" y="38860"/>
                          </a:cubicBezTo>
                          <a:lnTo>
                            <a:pt x="14383" y="14857"/>
                          </a:lnTo>
                          <a:cubicBezTo>
                            <a:pt x="16478" y="10475"/>
                            <a:pt x="19717" y="6951"/>
                            <a:pt x="24099" y="4379"/>
                          </a:cubicBezTo>
                          <a:cubicBezTo>
                            <a:pt x="28480" y="1712"/>
                            <a:pt x="33624" y="474"/>
                            <a:pt x="39719" y="93"/>
                          </a:cubicBezTo>
                          <a:cubicBezTo>
                            <a:pt x="45720" y="-288"/>
                            <a:pt x="52483" y="474"/>
                            <a:pt x="59055" y="2855"/>
                          </a:cubicBezTo>
                          <a:cubicBezTo>
                            <a:pt x="62389" y="3998"/>
                            <a:pt x="65817" y="5332"/>
                            <a:pt x="69247" y="7046"/>
                          </a:cubicBezTo>
                          <a:cubicBezTo>
                            <a:pt x="72485" y="8856"/>
                            <a:pt x="75724" y="10952"/>
                            <a:pt x="78867" y="13333"/>
                          </a:cubicBezTo>
                          <a:cubicBezTo>
                            <a:pt x="83439" y="16667"/>
                            <a:pt x="87725" y="20191"/>
                            <a:pt x="91916" y="23906"/>
                          </a:cubicBezTo>
                          <a:cubicBezTo>
                            <a:pt x="96108" y="27525"/>
                            <a:pt x="100393" y="31144"/>
                            <a:pt x="104204" y="35050"/>
                          </a:cubicBezTo>
                          <a:cubicBezTo>
                            <a:pt x="112205" y="42575"/>
                            <a:pt x="119539" y="50576"/>
                            <a:pt x="126682" y="58672"/>
                          </a:cubicBezTo>
                          <a:cubicBezTo>
                            <a:pt x="131445" y="64482"/>
                            <a:pt x="135350" y="70578"/>
                            <a:pt x="137732" y="76769"/>
                          </a:cubicBezTo>
                          <a:cubicBezTo>
                            <a:pt x="140113" y="82961"/>
                            <a:pt x="141541" y="89057"/>
                            <a:pt x="141541" y="94772"/>
                          </a:cubicBezTo>
                          <a:cubicBezTo>
                            <a:pt x="141637" y="106202"/>
                            <a:pt x="137255" y="115822"/>
                            <a:pt x="129064" y="121251"/>
                          </a:cubicBezTo>
                          <a:lnTo>
                            <a:pt x="106299" y="136301"/>
                          </a:lnTo>
                          <a:cubicBezTo>
                            <a:pt x="98107" y="141730"/>
                            <a:pt x="87725" y="142492"/>
                            <a:pt x="78010" y="139729"/>
                          </a:cubicBezTo>
                          <a:cubicBezTo>
                            <a:pt x="73152" y="138396"/>
                            <a:pt x="68294" y="136301"/>
                            <a:pt x="63913" y="133348"/>
                          </a:cubicBezTo>
                          <a:cubicBezTo>
                            <a:pt x="59341" y="130109"/>
                            <a:pt x="55150" y="126776"/>
                            <a:pt x="51721" y="122299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6" name="Forme libre : forme 13725">
                      <a:extLst>
                        <a:ext uri="{FF2B5EF4-FFF2-40B4-BE49-F238E27FC236}">
                          <a16:creationId xmlns:a16="http://schemas.microsoft.com/office/drawing/2014/main" id="{09C3B2E1-6F9D-43F8-AF64-970A13510F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5810" y="2839974"/>
                      <a:ext cx="106973" cy="112527"/>
                    </a:xfrm>
                    <a:custGeom>
                      <a:avLst/>
                      <a:gdLst>
                        <a:gd name="connsiteX0" fmla="*/ 46013 w 106973"/>
                        <a:gd name="connsiteY0" fmla="*/ 42386 h 112527"/>
                        <a:gd name="connsiteX1" fmla="*/ 22105 w 106973"/>
                        <a:gd name="connsiteY1" fmla="*/ 23908 h 112527"/>
                        <a:gd name="connsiteX2" fmla="*/ 7818 w 106973"/>
                        <a:gd name="connsiteY2" fmla="*/ 0 h 112527"/>
                        <a:gd name="connsiteX3" fmla="*/ 2865 w 106973"/>
                        <a:gd name="connsiteY3" fmla="*/ 10382 h 112527"/>
                        <a:gd name="connsiteX4" fmla="*/ 7 w 106973"/>
                        <a:gd name="connsiteY4" fmla="*/ 24003 h 112527"/>
                        <a:gd name="connsiteX5" fmla="*/ 2388 w 106973"/>
                        <a:gd name="connsiteY5" fmla="*/ 38100 h 112527"/>
                        <a:gd name="connsiteX6" fmla="*/ 8865 w 106973"/>
                        <a:gd name="connsiteY6" fmla="*/ 50959 h 112527"/>
                        <a:gd name="connsiteX7" fmla="*/ 13533 w 106973"/>
                        <a:gd name="connsiteY7" fmla="*/ 56579 h 112527"/>
                        <a:gd name="connsiteX8" fmla="*/ 19057 w 106973"/>
                        <a:gd name="connsiteY8" fmla="*/ 61817 h 112527"/>
                        <a:gd name="connsiteX9" fmla="*/ 27630 w 106973"/>
                        <a:gd name="connsiteY9" fmla="*/ 68961 h 112527"/>
                        <a:gd name="connsiteX10" fmla="*/ 35916 w 106973"/>
                        <a:gd name="connsiteY10" fmla="*/ 76676 h 112527"/>
                        <a:gd name="connsiteX11" fmla="*/ 51728 w 106973"/>
                        <a:gd name="connsiteY11" fmla="*/ 93821 h 112527"/>
                        <a:gd name="connsiteX12" fmla="*/ 63825 w 106973"/>
                        <a:gd name="connsiteY12" fmla="*/ 104585 h 112527"/>
                        <a:gd name="connsiteX13" fmla="*/ 77921 w 106973"/>
                        <a:gd name="connsiteY13" fmla="*/ 110966 h 112527"/>
                        <a:gd name="connsiteX14" fmla="*/ 106211 w 106973"/>
                        <a:gd name="connsiteY14" fmla="*/ 107537 h 112527"/>
                        <a:gd name="connsiteX15" fmla="*/ 106973 w 106973"/>
                        <a:gd name="connsiteY15" fmla="*/ 107061 h 112527"/>
                        <a:gd name="connsiteX16" fmla="*/ 79541 w 106973"/>
                        <a:gd name="connsiteY16" fmla="*/ 70866 h 112527"/>
                        <a:gd name="connsiteX17" fmla="*/ 64015 w 106973"/>
                        <a:gd name="connsiteY17" fmla="*/ 54959 h 112527"/>
                        <a:gd name="connsiteX18" fmla="*/ 46013 w 106973"/>
                        <a:gd name="connsiteY18" fmla="*/ 42386 h 112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06973" h="112527">
                          <a:moveTo>
                            <a:pt x="46013" y="42386"/>
                          </a:moveTo>
                          <a:cubicBezTo>
                            <a:pt x="36679" y="37338"/>
                            <a:pt x="28677" y="31147"/>
                            <a:pt x="22105" y="23908"/>
                          </a:cubicBezTo>
                          <a:cubicBezTo>
                            <a:pt x="15437" y="16954"/>
                            <a:pt x="10580" y="8477"/>
                            <a:pt x="7818" y="0"/>
                          </a:cubicBezTo>
                          <a:lnTo>
                            <a:pt x="2865" y="10382"/>
                          </a:lnTo>
                          <a:cubicBezTo>
                            <a:pt x="769" y="14764"/>
                            <a:pt x="-88" y="19431"/>
                            <a:pt x="7" y="24003"/>
                          </a:cubicBezTo>
                          <a:cubicBezTo>
                            <a:pt x="102" y="28575"/>
                            <a:pt x="865" y="33623"/>
                            <a:pt x="2388" y="38100"/>
                          </a:cubicBezTo>
                          <a:cubicBezTo>
                            <a:pt x="4008" y="42577"/>
                            <a:pt x="6199" y="46863"/>
                            <a:pt x="8865" y="50959"/>
                          </a:cubicBezTo>
                          <a:cubicBezTo>
                            <a:pt x="10294" y="52959"/>
                            <a:pt x="11819" y="54864"/>
                            <a:pt x="13533" y="56579"/>
                          </a:cubicBezTo>
                          <a:cubicBezTo>
                            <a:pt x="15247" y="58483"/>
                            <a:pt x="17057" y="60293"/>
                            <a:pt x="19057" y="61817"/>
                          </a:cubicBezTo>
                          <a:cubicBezTo>
                            <a:pt x="22010" y="64008"/>
                            <a:pt x="24868" y="66389"/>
                            <a:pt x="27630" y="68961"/>
                          </a:cubicBezTo>
                          <a:cubicBezTo>
                            <a:pt x="30392" y="71438"/>
                            <a:pt x="33345" y="73914"/>
                            <a:pt x="35916" y="76676"/>
                          </a:cubicBezTo>
                          <a:cubicBezTo>
                            <a:pt x="41441" y="81915"/>
                            <a:pt x="46584" y="87821"/>
                            <a:pt x="51728" y="93821"/>
                          </a:cubicBezTo>
                          <a:cubicBezTo>
                            <a:pt x="55157" y="98298"/>
                            <a:pt x="59444" y="101632"/>
                            <a:pt x="63825" y="104585"/>
                          </a:cubicBezTo>
                          <a:cubicBezTo>
                            <a:pt x="68206" y="107537"/>
                            <a:pt x="73064" y="109538"/>
                            <a:pt x="77921" y="110966"/>
                          </a:cubicBezTo>
                          <a:cubicBezTo>
                            <a:pt x="87637" y="113729"/>
                            <a:pt x="97924" y="112966"/>
                            <a:pt x="106211" y="107537"/>
                          </a:cubicBezTo>
                          <a:lnTo>
                            <a:pt x="106973" y="107061"/>
                          </a:lnTo>
                          <a:cubicBezTo>
                            <a:pt x="97544" y="94679"/>
                            <a:pt x="89066" y="82296"/>
                            <a:pt x="79541" y="70866"/>
                          </a:cubicBezTo>
                          <a:cubicBezTo>
                            <a:pt x="74588" y="65341"/>
                            <a:pt x="69730" y="59722"/>
                            <a:pt x="64015" y="54959"/>
                          </a:cubicBezTo>
                          <a:cubicBezTo>
                            <a:pt x="58586" y="50197"/>
                            <a:pt x="52490" y="46006"/>
                            <a:pt x="46013" y="42386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7" name="Forme libre : forme 13726">
                      <a:extLst>
                        <a:ext uri="{FF2B5EF4-FFF2-40B4-BE49-F238E27FC236}">
                          <a16:creationId xmlns:a16="http://schemas.microsoft.com/office/drawing/2014/main" id="{E68CE1B7-3317-484D-B51E-633F12A9BB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13846" y="2863163"/>
                      <a:ext cx="54283" cy="55502"/>
                    </a:xfrm>
                    <a:custGeom>
                      <a:avLst/>
                      <a:gdLst>
                        <a:gd name="connsiteX0" fmla="*/ 49793 w 54283"/>
                        <a:gd name="connsiteY0" fmla="*/ 53106 h 55502"/>
                        <a:gd name="connsiteX1" fmla="*/ 33315 w 54283"/>
                        <a:gd name="connsiteY1" fmla="*/ 53677 h 55502"/>
                        <a:gd name="connsiteX2" fmla="*/ 14170 w 54283"/>
                        <a:gd name="connsiteY2" fmla="*/ 40056 h 55502"/>
                        <a:gd name="connsiteX3" fmla="*/ 1501 w 54283"/>
                        <a:gd name="connsiteY3" fmla="*/ 20530 h 55502"/>
                        <a:gd name="connsiteX4" fmla="*/ 2454 w 54283"/>
                        <a:gd name="connsiteY4" fmla="*/ 4243 h 55502"/>
                        <a:gd name="connsiteX5" fmla="*/ 18646 w 54283"/>
                        <a:gd name="connsiteY5" fmla="*/ 814 h 55502"/>
                        <a:gd name="connsiteX6" fmla="*/ 40935 w 54283"/>
                        <a:gd name="connsiteY6" fmla="*/ 14434 h 55502"/>
                        <a:gd name="connsiteX7" fmla="*/ 53698 w 54283"/>
                        <a:gd name="connsiteY7" fmla="*/ 37009 h 55502"/>
                        <a:gd name="connsiteX8" fmla="*/ 49793 w 54283"/>
                        <a:gd name="connsiteY8" fmla="*/ 53106 h 5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283" h="55502">
                          <a:moveTo>
                            <a:pt x="49793" y="53106"/>
                          </a:moveTo>
                          <a:cubicBezTo>
                            <a:pt x="45793" y="56249"/>
                            <a:pt x="39697" y="56154"/>
                            <a:pt x="33315" y="53677"/>
                          </a:cubicBezTo>
                          <a:cubicBezTo>
                            <a:pt x="27028" y="51106"/>
                            <a:pt x="20075" y="46534"/>
                            <a:pt x="14170" y="40056"/>
                          </a:cubicBezTo>
                          <a:cubicBezTo>
                            <a:pt x="7978" y="33770"/>
                            <a:pt x="3787" y="26722"/>
                            <a:pt x="1501" y="20530"/>
                          </a:cubicBezTo>
                          <a:cubicBezTo>
                            <a:pt x="-594" y="14053"/>
                            <a:pt x="-689" y="8243"/>
                            <a:pt x="2454" y="4243"/>
                          </a:cubicBezTo>
                          <a:cubicBezTo>
                            <a:pt x="5597" y="242"/>
                            <a:pt x="11598" y="-996"/>
                            <a:pt x="18646" y="814"/>
                          </a:cubicBezTo>
                          <a:cubicBezTo>
                            <a:pt x="25885" y="2433"/>
                            <a:pt x="33887" y="7290"/>
                            <a:pt x="40935" y="14434"/>
                          </a:cubicBezTo>
                          <a:cubicBezTo>
                            <a:pt x="47793" y="21769"/>
                            <a:pt x="52365" y="29865"/>
                            <a:pt x="53698" y="37009"/>
                          </a:cubicBezTo>
                          <a:cubicBezTo>
                            <a:pt x="55127" y="44057"/>
                            <a:pt x="53984" y="49963"/>
                            <a:pt x="49793" y="5310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8" name="Forme libre : forme 13727">
                      <a:extLst>
                        <a:ext uri="{FF2B5EF4-FFF2-40B4-BE49-F238E27FC236}">
                          <a16:creationId xmlns:a16="http://schemas.microsoft.com/office/drawing/2014/main" id="{6BDFBD50-92B6-4B69-AF7E-B53BA7893B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13751" y="2863097"/>
                      <a:ext cx="25313" cy="49361"/>
                    </a:xfrm>
                    <a:custGeom>
                      <a:avLst/>
                      <a:gdLst>
                        <a:gd name="connsiteX0" fmla="*/ 24171 w 25313"/>
                        <a:gd name="connsiteY0" fmla="*/ 2594 h 49361"/>
                        <a:gd name="connsiteX1" fmla="*/ 2454 w 25313"/>
                        <a:gd name="connsiteY1" fmla="*/ 4213 h 49361"/>
                        <a:gd name="connsiteX2" fmla="*/ 1501 w 25313"/>
                        <a:gd name="connsiteY2" fmla="*/ 20501 h 49361"/>
                        <a:gd name="connsiteX3" fmla="*/ 14170 w 25313"/>
                        <a:gd name="connsiteY3" fmla="*/ 40027 h 49361"/>
                        <a:gd name="connsiteX4" fmla="*/ 25314 w 25313"/>
                        <a:gd name="connsiteY4" fmla="*/ 49362 h 49361"/>
                        <a:gd name="connsiteX5" fmla="*/ 20933 w 25313"/>
                        <a:gd name="connsiteY5" fmla="*/ 42504 h 49361"/>
                        <a:gd name="connsiteX6" fmla="*/ 17122 w 25313"/>
                        <a:gd name="connsiteY6" fmla="*/ 20310 h 49361"/>
                        <a:gd name="connsiteX7" fmla="*/ 24171 w 25313"/>
                        <a:gd name="connsiteY7" fmla="*/ 2594 h 49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13" h="49361">
                          <a:moveTo>
                            <a:pt x="24171" y="2594"/>
                          </a:moveTo>
                          <a:cubicBezTo>
                            <a:pt x="14741" y="-1311"/>
                            <a:pt x="6454" y="-835"/>
                            <a:pt x="2454" y="4213"/>
                          </a:cubicBezTo>
                          <a:cubicBezTo>
                            <a:pt x="-689" y="8214"/>
                            <a:pt x="-594" y="14024"/>
                            <a:pt x="1501" y="20501"/>
                          </a:cubicBezTo>
                          <a:cubicBezTo>
                            <a:pt x="3787" y="26787"/>
                            <a:pt x="8074" y="33836"/>
                            <a:pt x="14170" y="40027"/>
                          </a:cubicBezTo>
                          <a:cubicBezTo>
                            <a:pt x="17694" y="43837"/>
                            <a:pt x="21409" y="46980"/>
                            <a:pt x="25314" y="49362"/>
                          </a:cubicBezTo>
                          <a:cubicBezTo>
                            <a:pt x="23599" y="47266"/>
                            <a:pt x="22076" y="45076"/>
                            <a:pt x="20933" y="42504"/>
                          </a:cubicBezTo>
                          <a:cubicBezTo>
                            <a:pt x="18361" y="35074"/>
                            <a:pt x="16742" y="27645"/>
                            <a:pt x="17122" y="20310"/>
                          </a:cubicBezTo>
                          <a:cubicBezTo>
                            <a:pt x="17694" y="13262"/>
                            <a:pt x="19504" y="6880"/>
                            <a:pt x="24171" y="2594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9" name="Forme libre : forme 13728">
                      <a:extLst>
                        <a:ext uri="{FF2B5EF4-FFF2-40B4-BE49-F238E27FC236}">
                          <a16:creationId xmlns:a16="http://schemas.microsoft.com/office/drawing/2014/main" id="{23E39592-D52E-4439-8AAF-F73EA0E50A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13687" y="2868515"/>
                      <a:ext cx="53470" cy="55302"/>
                    </a:xfrm>
                    <a:custGeom>
                      <a:avLst/>
                      <a:gdLst>
                        <a:gd name="connsiteX0" fmla="*/ 48809 w 53470"/>
                        <a:gd name="connsiteY0" fmla="*/ 52992 h 55302"/>
                        <a:gd name="connsiteX1" fmla="*/ 32426 w 53470"/>
                        <a:gd name="connsiteY1" fmla="*/ 53468 h 55302"/>
                        <a:gd name="connsiteX2" fmla="*/ 13566 w 53470"/>
                        <a:gd name="connsiteY2" fmla="*/ 39848 h 55302"/>
                        <a:gd name="connsiteX3" fmla="*/ 6042 w 53470"/>
                        <a:gd name="connsiteY3" fmla="*/ 30132 h 55302"/>
                        <a:gd name="connsiteX4" fmla="*/ 1375 w 53470"/>
                        <a:gd name="connsiteY4" fmla="*/ 20322 h 55302"/>
                        <a:gd name="connsiteX5" fmla="*/ 2708 w 53470"/>
                        <a:gd name="connsiteY5" fmla="*/ 4034 h 55302"/>
                        <a:gd name="connsiteX6" fmla="*/ 18805 w 53470"/>
                        <a:gd name="connsiteY6" fmla="*/ 795 h 55302"/>
                        <a:gd name="connsiteX7" fmla="*/ 29759 w 53470"/>
                        <a:gd name="connsiteY7" fmla="*/ 5558 h 55302"/>
                        <a:gd name="connsiteX8" fmla="*/ 40618 w 53470"/>
                        <a:gd name="connsiteY8" fmla="*/ 14416 h 55302"/>
                        <a:gd name="connsiteX9" fmla="*/ 52905 w 53470"/>
                        <a:gd name="connsiteY9" fmla="*/ 36895 h 55302"/>
                        <a:gd name="connsiteX10" fmla="*/ 48809 w 53470"/>
                        <a:gd name="connsiteY10" fmla="*/ 52992 h 553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3470" h="55302">
                          <a:moveTo>
                            <a:pt x="48809" y="52992"/>
                          </a:moveTo>
                          <a:cubicBezTo>
                            <a:pt x="44713" y="56135"/>
                            <a:pt x="38808" y="55850"/>
                            <a:pt x="32426" y="53468"/>
                          </a:cubicBezTo>
                          <a:cubicBezTo>
                            <a:pt x="26140" y="50897"/>
                            <a:pt x="19472" y="46230"/>
                            <a:pt x="13566" y="39848"/>
                          </a:cubicBezTo>
                          <a:cubicBezTo>
                            <a:pt x="10709" y="36609"/>
                            <a:pt x="8042" y="33466"/>
                            <a:pt x="6042" y="30132"/>
                          </a:cubicBezTo>
                          <a:cubicBezTo>
                            <a:pt x="4041" y="26703"/>
                            <a:pt x="2422" y="23465"/>
                            <a:pt x="1375" y="20322"/>
                          </a:cubicBezTo>
                          <a:cubicBezTo>
                            <a:pt x="-721" y="14035"/>
                            <a:pt x="-530" y="8034"/>
                            <a:pt x="2708" y="4034"/>
                          </a:cubicBezTo>
                          <a:cubicBezTo>
                            <a:pt x="5947" y="129"/>
                            <a:pt x="11757" y="-919"/>
                            <a:pt x="18805" y="795"/>
                          </a:cubicBezTo>
                          <a:cubicBezTo>
                            <a:pt x="22329" y="1652"/>
                            <a:pt x="26140" y="3176"/>
                            <a:pt x="29759" y="5558"/>
                          </a:cubicBezTo>
                          <a:cubicBezTo>
                            <a:pt x="33379" y="7939"/>
                            <a:pt x="37284" y="10797"/>
                            <a:pt x="40618" y="14416"/>
                          </a:cubicBezTo>
                          <a:cubicBezTo>
                            <a:pt x="47380" y="21655"/>
                            <a:pt x="51667" y="29847"/>
                            <a:pt x="52905" y="36895"/>
                          </a:cubicBezTo>
                          <a:cubicBezTo>
                            <a:pt x="54429" y="43943"/>
                            <a:pt x="52809" y="49944"/>
                            <a:pt x="48809" y="5299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0" name="Forme libre : forme 13729">
                      <a:extLst>
                        <a:ext uri="{FF2B5EF4-FFF2-40B4-BE49-F238E27FC236}">
                          <a16:creationId xmlns:a16="http://schemas.microsoft.com/office/drawing/2014/main" id="{1F2FC629-03B6-4010-813B-A9143A4CB3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4132" y="2831176"/>
                      <a:ext cx="57451" cy="92250"/>
                    </a:xfrm>
                    <a:custGeom>
                      <a:avLst/>
                      <a:gdLst>
                        <a:gd name="connsiteX0" fmla="*/ 7212 w 57451"/>
                        <a:gd name="connsiteY0" fmla="*/ 21656 h 92250"/>
                        <a:gd name="connsiteX1" fmla="*/ 163 w 57451"/>
                        <a:gd name="connsiteY1" fmla="*/ 37372 h 92250"/>
                        <a:gd name="connsiteX2" fmla="*/ 3497 w 57451"/>
                        <a:gd name="connsiteY2" fmla="*/ 54231 h 92250"/>
                        <a:gd name="connsiteX3" fmla="*/ 13403 w 57451"/>
                        <a:gd name="connsiteY3" fmla="*/ 70138 h 92250"/>
                        <a:gd name="connsiteX4" fmla="*/ 24071 w 57451"/>
                        <a:gd name="connsiteY4" fmla="*/ 81568 h 92250"/>
                        <a:gd name="connsiteX5" fmla="*/ 37025 w 57451"/>
                        <a:gd name="connsiteY5" fmla="*/ 90141 h 92250"/>
                        <a:gd name="connsiteX6" fmla="*/ 56552 w 57451"/>
                        <a:gd name="connsiteY6" fmla="*/ 87093 h 92250"/>
                        <a:gd name="connsiteX7" fmla="*/ 55694 w 57451"/>
                        <a:gd name="connsiteY7" fmla="*/ 72805 h 92250"/>
                        <a:gd name="connsiteX8" fmla="*/ 51884 w 57451"/>
                        <a:gd name="connsiteY8" fmla="*/ 55279 h 92250"/>
                        <a:gd name="connsiteX9" fmla="*/ 49503 w 57451"/>
                        <a:gd name="connsiteY9" fmla="*/ 37848 h 92250"/>
                        <a:gd name="connsiteX10" fmla="*/ 31786 w 57451"/>
                        <a:gd name="connsiteY10" fmla="*/ 701 h 92250"/>
                        <a:gd name="connsiteX11" fmla="*/ 7212 w 57451"/>
                        <a:gd name="connsiteY11" fmla="*/ 21656 h 922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7451" h="92250">
                          <a:moveTo>
                            <a:pt x="7212" y="21656"/>
                          </a:moveTo>
                          <a:cubicBezTo>
                            <a:pt x="4069" y="26418"/>
                            <a:pt x="830" y="31467"/>
                            <a:pt x="163" y="37372"/>
                          </a:cubicBezTo>
                          <a:cubicBezTo>
                            <a:pt x="-504" y="43087"/>
                            <a:pt x="925" y="48897"/>
                            <a:pt x="3497" y="54231"/>
                          </a:cubicBezTo>
                          <a:cubicBezTo>
                            <a:pt x="5879" y="60137"/>
                            <a:pt x="9688" y="65090"/>
                            <a:pt x="13403" y="70138"/>
                          </a:cubicBezTo>
                          <a:cubicBezTo>
                            <a:pt x="16546" y="74234"/>
                            <a:pt x="20261" y="77949"/>
                            <a:pt x="24071" y="81568"/>
                          </a:cubicBezTo>
                          <a:cubicBezTo>
                            <a:pt x="28071" y="84997"/>
                            <a:pt x="32358" y="87950"/>
                            <a:pt x="37025" y="90141"/>
                          </a:cubicBezTo>
                          <a:cubicBezTo>
                            <a:pt x="44169" y="93093"/>
                            <a:pt x="53504" y="93665"/>
                            <a:pt x="56552" y="87093"/>
                          </a:cubicBezTo>
                          <a:cubicBezTo>
                            <a:pt x="58456" y="82997"/>
                            <a:pt x="56932" y="77663"/>
                            <a:pt x="55694" y="72805"/>
                          </a:cubicBezTo>
                          <a:cubicBezTo>
                            <a:pt x="54265" y="66900"/>
                            <a:pt x="53027" y="60994"/>
                            <a:pt x="51884" y="55279"/>
                          </a:cubicBezTo>
                          <a:cubicBezTo>
                            <a:pt x="50836" y="49374"/>
                            <a:pt x="50169" y="43468"/>
                            <a:pt x="49503" y="37848"/>
                          </a:cubicBezTo>
                          <a:cubicBezTo>
                            <a:pt x="48836" y="28228"/>
                            <a:pt x="48170" y="6130"/>
                            <a:pt x="31786" y="701"/>
                          </a:cubicBezTo>
                          <a:cubicBezTo>
                            <a:pt x="17403" y="-3871"/>
                            <a:pt x="11784" y="15179"/>
                            <a:pt x="7212" y="2165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1" name="Forme libre : forme 13730">
                      <a:extLst>
                        <a:ext uri="{FF2B5EF4-FFF2-40B4-BE49-F238E27FC236}">
                          <a16:creationId xmlns:a16="http://schemas.microsoft.com/office/drawing/2014/main" id="{5B322AF5-99BF-4C4C-8610-CC1AB8F9AD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12045" y="2843753"/>
                      <a:ext cx="31538" cy="16536"/>
                    </a:xfrm>
                    <a:custGeom>
                      <a:avLst/>
                      <a:gdLst>
                        <a:gd name="connsiteX0" fmla="*/ 4255 w 31538"/>
                        <a:gd name="connsiteY0" fmla="*/ 792 h 16536"/>
                        <a:gd name="connsiteX1" fmla="*/ 540 w 31538"/>
                        <a:gd name="connsiteY1" fmla="*/ 2983 h 16536"/>
                        <a:gd name="connsiteX2" fmla="*/ 826 w 31538"/>
                        <a:gd name="connsiteY2" fmla="*/ 7364 h 16536"/>
                        <a:gd name="connsiteX3" fmla="*/ 5017 w 31538"/>
                        <a:gd name="connsiteY3" fmla="*/ 10412 h 16536"/>
                        <a:gd name="connsiteX4" fmla="*/ 17399 w 31538"/>
                        <a:gd name="connsiteY4" fmla="*/ 15270 h 16536"/>
                        <a:gd name="connsiteX5" fmla="*/ 22448 w 31538"/>
                        <a:gd name="connsiteY5" fmla="*/ 16508 h 16536"/>
                        <a:gd name="connsiteX6" fmla="*/ 27115 w 31538"/>
                        <a:gd name="connsiteY6" fmla="*/ 4793 h 16536"/>
                        <a:gd name="connsiteX7" fmla="*/ 4255 w 31538"/>
                        <a:gd name="connsiteY7" fmla="*/ 792 h 16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538" h="16536">
                          <a:moveTo>
                            <a:pt x="4255" y="792"/>
                          </a:moveTo>
                          <a:cubicBezTo>
                            <a:pt x="2731" y="1268"/>
                            <a:pt x="1302" y="1935"/>
                            <a:pt x="540" y="2983"/>
                          </a:cubicBezTo>
                          <a:cubicBezTo>
                            <a:pt x="-222" y="4126"/>
                            <a:pt x="-222" y="5841"/>
                            <a:pt x="826" y="7364"/>
                          </a:cubicBezTo>
                          <a:cubicBezTo>
                            <a:pt x="1778" y="8793"/>
                            <a:pt x="3493" y="9650"/>
                            <a:pt x="5017" y="10412"/>
                          </a:cubicBezTo>
                          <a:cubicBezTo>
                            <a:pt x="9018" y="12317"/>
                            <a:pt x="13303" y="13841"/>
                            <a:pt x="17399" y="15270"/>
                          </a:cubicBezTo>
                          <a:cubicBezTo>
                            <a:pt x="19114" y="15842"/>
                            <a:pt x="20828" y="16413"/>
                            <a:pt x="22448" y="16508"/>
                          </a:cubicBezTo>
                          <a:cubicBezTo>
                            <a:pt x="29305" y="16985"/>
                            <a:pt x="36354" y="11270"/>
                            <a:pt x="27115" y="4793"/>
                          </a:cubicBezTo>
                          <a:cubicBezTo>
                            <a:pt x="19971" y="30"/>
                            <a:pt x="10161" y="-922"/>
                            <a:pt x="4255" y="79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2" name="Forme libre : forme 13731">
                      <a:extLst>
                        <a:ext uri="{FF2B5EF4-FFF2-40B4-BE49-F238E27FC236}">
                          <a16:creationId xmlns:a16="http://schemas.microsoft.com/office/drawing/2014/main" id="{176BC96F-108B-4ADB-A915-641B833DF6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19824" y="2933414"/>
                      <a:ext cx="53149" cy="13646"/>
                    </a:xfrm>
                    <a:custGeom>
                      <a:avLst/>
                      <a:gdLst>
                        <a:gd name="connsiteX0" fmla="*/ 53149 w 53149"/>
                        <a:gd name="connsiteY0" fmla="*/ 8382 h 13646"/>
                        <a:gd name="connsiteX1" fmla="*/ 37909 w 53149"/>
                        <a:gd name="connsiteY1" fmla="*/ 13526 h 13646"/>
                        <a:gd name="connsiteX2" fmla="*/ 21145 w 53149"/>
                        <a:gd name="connsiteY2" fmla="*/ 11430 h 13646"/>
                        <a:gd name="connsiteX3" fmla="*/ 0 w 53149"/>
                        <a:gd name="connsiteY3" fmla="*/ 0 h 13646"/>
                        <a:gd name="connsiteX4" fmla="*/ 4286 w 53149"/>
                        <a:gd name="connsiteY4" fmla="*/ 2477 h 13646"/>
                        <a:gd name="connsiteX5" fmla="*/ 15907 w 53149"/>
                        <a:gd name="connsiteY5" fmla="*/ 7334 h 13646"/>
                        <a:gd name="connsiteX6" fmla="*/ 53149 w 53149"/>
                        <a:gd name="connsiteY6" fmla="*/ 8382 h 13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3149" h="13646">
                          <a:moveTo>
                            <a:pt x="53149" y="8382"/>
                          </a:moveTo>
                          <a:cubicBezTo>
                            <a:pt x="53149" y="8382"/>
                            <a:pt x="47434" y="12668"/>
                            <a:pt x="37909" y="13526"/>
                          </a:cubicBezTo>
                          <a:cubicBezTo>
                            <a:pt x="33147" y="13906"/>
                            <a:pt x="27527" y="13430"/>
                            <a:pt x="21145" y="11430"/>
                          </a:cubicBezTo>
                          <a:cubicBezTo>
                            <a:pt x="14859" y="9335"/>
                            <a:pt x="7715" y="5810"/>
                            <a:pt x="0" y="0"/>
                          </a:cubicBezTo>
                          <a:cubicBezTo>
                            <a:pt x="0" y="0"/>
                            <a:pt x="1524" y="1048"/>
                            <a:pt x="4286" y="2477"/>
                          </a:cubicBezTo>
                          <a:cubicBezTo>
                            <a:pt x="7048" y="4001"/>
                            <a:pt x="11144" y="5524"/>
                            <a:pt x="15907" y="7334"/>
                          </a:cubicBezTo>
                          <a:cubicBezTo>
                            <a:pt x="25622" y="10478"/>
                            <a:pt x="38862" y="13145"/>
                            <a:pt x="53149" y="83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3" name="Forme libre : forme 13732">
                      <a:extLst>
                        <a:ext uri="{FF2B5EF4-FFF2-40B4-BE49-F238E27FC236}">
                          <a16:creationId xmlns:a16="http://schemas.microsoft.com/office/drawing/2014/main" id="{5B3AEDA4-4176-41A5-A7F5-E2BF066768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1629" y="2816416"/>
                      <a:ext cx="64007" cy="13936"/>
                    </a:xfrm>
                    <a:custGeom>
                      <a:avLst/>
                      <a:gdLst>
                        <a:gd name="connsiteX0" fmla="*/ 64008 w 64007"/>
                        <a:gd name="connsiteY0" fmla="*/ 12794 h 13936"/>
                        <a:gd name="connsiteX1" fmla="*/ 57150 w 64007"/>
                        <a:gd name="connsiteY1" fmla="*/ 8507 h 13936"/>
                        <a:gd name="connsiteX2" fmla="*/ 39814 w 64007"/>
                        <a:gd name="connsiteY2" fmla="*/ 1649 h 13936"/>
                        <a:gd name="connsiteX3" fmla="*/ 18288 w 64007"/>
                        <a:gd name="connsiteY3" fmla="*/ 1173 h 13936"/>
                        <a:gd name="connsiteX4" fmla="*/ 0 w 64007"/>
                        <a:gd name="connsiteY4" fmla="*/ 13937 h 13936"/>
                        <a:gd name="connsiteX5" fmla="*/ 16002 w 64007"/>
                        <a:gd name="connsiteY5" fmla="*/ 4793 h 13936"/>
                        <a:gd name="connsiteX6" fmla="*/ 36481 w 64007"/>
                        <a:gd name="connsiteY6" fmla="*/ 2983 h 13936"/>
                        <a:gd name="connsiteX7" fmla="*/ 49625 w 64007"/>
                        <a:gd name="connsiteY7" fmla="*/ 5936 h 13936"/>
                        <a:gd name="connsiteX8" fmla="*/ 64008 w 64007"/>
                        <a:gd name="connsiteY8" fmla="*/ 12794 h 13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4007" h="13936">
                          <a:moveTo>
                            <a:pt x="64008" y="12794"/>
                          </a:moveTo>
                          <a:cubicBezTo>
                            <a:pt x="64008" y="12794"/>
                            <a:pt x="61436" y="10889"/>
                            <a:pt x="57150" y="8507"/>
                          </a:cubicBezTo>
                          <a:cubicBezTo>
                            <a:pt x="52959" y="5936"/>
                            <a:pt x="46672" y="3364"/>
                            <a:pt x="39814" y="1649"/>
                          </a:cubicBezTo>
                          <a:cubicBezTo>
                            <a:pt x="33051" y="-255"/>
                            <a:pt x="25241" y="-636"/>
                            <a:pt x="18288" y="1173"/>
                          </a:cubicBezTo>
                          <a:cubicBezTo>
                            <a:pt x="11239" y="2793"/>
                            <a:pt x="4858" y="6793"/>
                            <a:pt x="0" y="13937"/>
                          </a:cubicBezTo>
                          <a:cubicBezTo>
                            <a:pt x="0" y="13937"/>
                            <a:pt x="5239" y="8031"/>
                            <a:pt x="16002" y="4793"/>
                          </a:cubicBezTo>
                          <a:cubicBezTo>
                            <a:pt x="21336" y="3269"/>
                            <a:pt x="28480" y="1840"/>
                            <a:pt x="36481" y="2983"/>
                          </a:cubicBezTo>
                          <a:cubicBezTo>
                            <a:pt x="40577" y="3459"/>
                            <a:pt x="44958" y="4412"/>
                            <a:pt x="49625" y="5936"/>
                          </a:cubicBezTo>
                          <a:cubicBezTo>
                            <a:pt x="54197" y="7460"/>
                            <a:pt x="58960" y="9841"/>
                            <a:pt x="64008" y="1279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4" name="Forme libre : forme 13733">
                      <a:extLst>
                        <a:ext uri="{FF2B5EF4-FFF2-40B4-BE49-F238E27FC236}">
                          <a16:creationId xmlns:a16="http://schemas.microsoft.com/office/drawing/2014/main" id="{87349F8A-FCEB-48C9-881F-EF9520C9A8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3254" y="2878150"/>
                      <a:ext cx="17491" cy="23539"/>
                    </a:xfrm>
                    <a:custGeom>
                      <a:avLst/>
                      <a:gdLst>
                        <a:gd name="connsiteX0" fmla="*/ 14860 w 17491"/>
                        <a:gd name="connsiteY0" fmla="*/ 23450 h 23539"/>
                        <a:gd name="connsiteX1" fmla="*/ 2858 w 17491"/>
                        <a:gd name="connsiteY1" fmla="*/ 13640 h 23539"/>
                        <a:gd name="connsiteX2" fmla="*/ 2192 w 17491"/>
                        <a:gd name="connsiteY2" fmla="*/ 209 h 23539"/>
                        <a:gd name="connsiteX3" fmla="*/ 14765 w 17491"/>
                        <a:gd name="connsiteY3" fmla="*/ 10020 h 23539"/>
                        <a:gd name="connsiteX4" fmla="*/ 14860 w 17491"/>
                        <a:gd name="connsiteY4" fmla="*/ 23450 h 235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91" h="23539">
                          <a:moveTo>
                            <a:pt x="14860" y="23450"/>
                          </a:moveTo>
                          <a:cubicBezTo>
                            <a:pt x="11622" y="24212"/>
                            <a:pt x="6192" y="20021"/>
                            <a:pt x="2858" y="13640"/>
                          </a:cubicBezTo>
                          <a:cubicBezTo>
                            <a:pt x="-475" y="7258"/>
                            <a:pt x="-1142" y="1352"/>
                            <a:pt x="2192" y="209"/>
                          </a:cubicBezTo>
                          <a:cubicBezTo>
                            <a:pt x="5430" y="-1029"/>
                            <a:pt x="11336" y="3352"/>
                            <a:pt x="14765" y="10020"/>
                          </a:cubicBezTo>
                          <a:cubicBezTo>
                            <a:pt x="18479" y="16497"/>
                            <a:pt x="18289" y="22593"/>
                            <a:pt x="14860" y="2345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5" name="Forme libre : forme 13734">
                      <a:extLst>
                        <a:ext uri="{FF2B5EF4-FFF2-40B4-BE49-F238E27FC236}">
                          <a16:creationId xmlns:a16="http://schemas.microsoft.com/office/drawing/2014/main" id="{D1CE61F6-F7C4-469C-AF40-E598EAEF4F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6403" y="2897466"/>
                      <a:ext cx="6131" cy="6530"/>
                    </a:xfrm>
                    <a:custGeom>
                      <a:avLst/>
                      <a:gdLst>
                        <a:gd name="connsiteX0" fmla="*/ 5331 w 6131"/>
                        <a:gd name="connsiteY0" fmla="*/ 6039 h 6530"/>
                        <a:gd name="connsiteX1" fmla="*/ 1044 w 6131"/>
                        <a:gd name="connsiteY1" fmla="*/ 4991 h 6530"/>
                        <a:gd name="connsiteX2" fmla="*/ 759 w 6131"/>
                        <a:gd name="connsiteY2" fmla="*/ 515 h 6530"/>
                        <a:gd name="connsiteX3" fmla="*/ 5141 w 6131"/>
                        <a:gd name="connsiteY3" fmla="*/ 1562 h 6530"/>
                        <a:gd name="connsiteX4" fmla="*/ 5331 w 6131"/>
                        <a:gd name="connsiteY4" fmla="*/ 6039 h 6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31" h="6530">
                          <a:moveTo>
                            <a:pt x="5331" y="6039"/>
                          </a:moveTo>
                          <a:cubicBezTo>
                            <a:pt x="4188" y="6992"/>
                            <a:pt x="2283" y="6516"/>
                            <a:pt x="1044" y="4991"/>
                          </a:cubicBezTo>
                          <a:cubicBezTo>
                            <a:pt x="-193" y="3467"/>
                            <a:pt x="-384" y="1467"/>
                            <a:pt x="759" y="515"/>
                          </a:cubicBezTo>
                          <a:cubicBezTo>
                            <a:pt x="1902" y="-438"/>
                            <a:pt x="3902" y="-57"/>
                            <a:pt x="5141" y="1562"/>
                          </a:cubicBezTo>
                          <a:cubicBezTo>
                            <a:pt x="6378" y="3086"/>
                            <a:pt x="6474" y="5087"/>
                            <a:pt x="5331" y="60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6" name="Forme libre : forme 13735">
                      <a:extLst>
                        <a:ext uri="{FF2B5EF4-FFF2-40B4-BE49-F238E27FC236}">
                          <a16:creationId xmlns:a16="http://schemas.microsoft.com/office/drawing/2014/main" id="{59C6725A-5830-4568-A49A-6108B676F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62669" y="2858442"/>
                      <a:ext cx="33833" cy="73442"/>
                    </a:xfrm>
                    <a:custGeom>
                      <a:avLst/>
                      <a:gdLst>
                        <a:gd name="connsiteX0" fmla="*/ 31736 w 33833"/>
                        <a:gd name="connsiteY0" fmla="*/ 53921 h 73442"/>
                        <a:gd name="connsiteX1" fmla="*/ 15544 w 33833"/>
                        <a:gd name="connsiteY1" fmla="*/ 71733 h 73442"/>
                        <a:gd name="connsiteX2" fmla="*/ 6780 w 33833"/>
                        <a:gd name="connsiteY2" fmla="*/ 71733 h 73442"/>
                        <a:gd name="connsiteX3" fmla="*/ 5923 w 33833"/>
                        <a:gd name="connsiteY3" fmla="*/ 62875 h 73442"/>
                        <a:gd name="connsiteX4" fmla="*/ 12972 w 33833"/>
                        <a:gd name="connsiteY4" fmla="*/ 36872 h 73442"/>
                        <a:gd name="connsiteX5" fmla="*/ 4209 w 33833"/>
                        <a:gd name="connsiteY5" fmla="*/ 16107 h 73442"/>
                        <a:gd name="connsiteX6" fmla="*/ 2780 w 33833"/>
                        <a:gd name="connsiteY6" fmla="*/ 10 h 73442"/>
                        <a:gd name="connsiteX7" fmla="*/ 20782 w 33833"/>
                        <a:gd name="connsiteY7" fmla="*/ 12773 h 73442"/>
                        <a:gd name="connsiteX8" fmla="*/ 32307 w 33833"/>
                        <a:gd name="connsiteY8" fmla="*/ 32490 h 73442"/>
                        <a:gd name="connsiteX9" fmla="*/ 31736 w 33833"/>
                        <a:gd name="connsiteY9" fmla="*/ 53921 h 734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3833" h="73442">
                          <a:moveTo>
                            <a:pt x="31736" y="53921"/>
                          </a:moveTo>
                          <a:cubicBezTo>
                            <a:pt x="28402" y="61922"/>
                            <a:pt x="22211" y="67352"/>
                            <a:pt x="15544" y="71733"/>
                          </a:cubicBezTo>
                          <a:cubicBezTo>
                            <a:pt x="13067" y="73352"/>
                            <a:pt x="9352" y="74591"/>
                            <a:pt x="6780" y="71733"/>
                          </a:cubicBezTo>
                          <a:cubicBezTo>
                            <a:pt x="4399" y="69257"/>
                            <a:pt x="4971" y="65542"/>
                            <a:pt x="5923" y="62875"/>
                          </a:cubicBezTo>
                          <a:cubicBezTo>
                            <a:pt x="9066" y="54588"/>
                            <a:pt x="14591" y="47159"/>
                            <a:pt x="12972" y="36872"/>
                          </a:cubicBezTo>
                          <a:cubicBezTo>
                            <a:pt x="12591" y="33633"/>
                            <a:pt x="8019" y="24394"/>
                            <a:pt x="4209" y="16107"/>
                          </a:cubicBezTo>
                          <a:cubicBezTo>
                            <a:pt x="685" y="7725"/>
                            <a:pt x="-2459" y="296"/>
                            <a:pt x="2780" y="10"/>
                          </a:cubicBezTo>
                          <a:cubicBezTo>
                            <a:pt x="8114" y="-276"/>
                            <a:pt x="14972" y="5630"/>
                            <a:pt x="20782" y="12773"/>
                          </a:cubicBezTo>
                          <a:cubicBezTo>
                            <a:pt x="26593" y="19822"/>
                            <a:pt x="30879" y="28204"/>
                            <a:pt x="32307" y="32490"/>
                          </a:cubicBezTo>
                          <a:cubicBezTo>
                            <a:pt x="34689" y="40396"/>
                            <a:pt x="34117" y="47921"/>
                            <a:pt x="31736" y="539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05" name="Graphique 1">
                    <a:extLst>
                      <a:ext uri="{FF2B5EF4-FFF2-40B4-BE49-F238E27FC236}">
                        <a16:creationId xmlns:a16="http://schemas.microsoft.com/office/drawing/2014/main" id="{4A01973A-66CB-490E-A43D-656B7DDF8268}"/>
                      </a:ext>
                    </a:extLst>
                  </p:cNvPr>
                  <p:cNvGrpSpPr/>
                  <p:nvPr/>
                </p:nvGrpSpPr>
                <p:grpSpPr>
                  <a:xfrm>
                    <a:off x="5457529" y="2928281"/>
                    <a:ext cx="127716" cy="154226"/>
                    <a:chOff x="5457529" y="2928281"/>
                    <a:chExt cx="127716" cy="154226"/>
                  </a:xfrm>
                  <a:solidFill>
                    <a:schemeClr val="accent1"/>
                  </a:solidFill>
                </p:grpSpPr>
                <p:sp>
                  <p:nvSpPr>
                    <p:cNvPr id="13713" name="Forme libre : forme 13712">
                      <a:extLst>
                        <a:ext uri="{FF2B5EF4-FFF2-40B4-BE49-F238E27FC236}">
                          <a16:creationId xmlns:a16="http://schemas.microsoft.com/office/drawing/2014/main" id="{CB2DFA25-6977-4A0F-8BB2-BBFCFA69D7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7529" y="2928281"/>
                      <a:ext cx="127716" cy="154182"/>
                    </a:xfrm>
                    <a:custGeom>
                      <a:avLst/>
                      <a:gdLst>
                        <a:gd name="connsiteX0" fmla="*/ 31542 w 127716"/>
                        <a:gd name="connsiteY0" fmla="*/ 124767 h 154182"/>
                        <a:gd name="connsiteX1" fmla="*/ 6968 w 127716"/>
                        <a:gd name="connsiteY1" fmla="*/ 76856 h 154182"/>
                        <a:gd name="connsiteX2" fmla="*/ 396 w 127716"/>
                        <a:gd name="connsiteY2" fmla="*/ 44376 h 154182"/>
                        <a:gd name="connsiteX3" fmla="*/ 14588 w 127716"/>
                        <a:gd name="connsiteY3" fmla="*/ 19420 h 154182"/>
                        <a:gd name="connsiteX4" fmla="*/ 37353 w 127716"/>
                        <a:gd name="connsiteY4" fmla="*/ 4371 h 154182"/>
                        <a:gd name="connsiteX5" fmla="*/ 66594 w 127716"/>
                        <a:gd name="connsiteY5" fmla="*/ 3037 h 154182"/>
                        <a:gd name="connsiteX6" fmla="*/ 94026 w 127716"/>
                        <a:gd name="connsiteY6" fmla="*/ 28469 h 154182"/>
                        <a:gd name="connsiteX7" fmla="*/ 121268 w 127716"/>
                        <a:gd name="connsiteY7" fmla="*/ 79713 h 154182"/>
                        <a:gd name="connsiteX8" fmla="*/ 110123 w 127716"/>
                        <a:gd name="connsiteY8" fmla="*/ 138483 h 154182"/>
                        <a:gd name="connsiteX9" fmla="*/ 85358 w 127716"/>
                        <a:gd name="connsiteY9" fmla="*/ 151056 h 154182"/>
                        <a:gd name="connsiteX10" fmla="*/ 31542 w 127716"/>
                        <a:gd name="connsiteY10" fmla="*/ 124767 h 154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27716" h="154182">
                          <a:moveTo>
                            <a:pt x="31542" y="124767"/>
                          </a:moveTo>
                          <a:cubicBezTo>
                            <a:pt x="23446" y="108288"/>
                            <a:pt x="15350" y="92287"/>
                            <a:pt x="6968" y="76856"/>
                          </a:cubicBezTo>
                          <a:cubicBezTo>
                            <a:pt x="1062" y="66093"/>
                            <a:pt x="-938" y="54663"/>
                            <a:pt x="396" y="44376"/>
                          </a:cubicBezTo>
                          <a:cubicBezTo>
                            <a:pt x="1634" y="34184"/>
                            <a:pt x="6491" y="24850"/>
                            <a:pt x="14588" y="19420"/>
                          </a:cubicBezTo>
                          <a:lnTo>
                            <a:pt x="37353" y="4371"/>
                          </a:lnTo>
                          <a:cubicBezTo>
                            <a:pt x="45639" y="-1058"/>
                            <a:pt x="56117" y="-1344"/>
                            <a:pt x="66594" y="3037"/>
                          </a:cubicBezTo>
                          <a:cubicBezTo>
                            <a:pt x="77072" y="7419"/>
                            <a:pt x="87168" y="16372"/>
                            <a:pt x="94026" y="28469"/>
                          </a:cubicBezTo>
                          <a:cubicBezTo>
                            <a:pt x="103742" y="45709"/>
                            <a:pt x="112600" y="62854"/>
                            <a:pt x="121268" y="79713"/>
                          </a:cubicBezTo>
                          <a:cubicBezTo>
                            <a:pt x="133269" y="103336"/>
                            <a:pt x="127935" y="129244"/>
                            <a:pt x="110123" y="138483"/>
                          </a:cubicBezTo>
                          <a:lnTo>
                            <a:pt x="85358" y="151056"/>
                          </a:lnTo>
                          <a:cubicBezTo>
                            <a:pt x="67356" y="160390"/>
                            <a:pt x="42877" y="148008"/>
                            <a:pt x="31542" y="124767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4" name="Forme libre : forme 13713">
                      <a:extLst>
                        <a:ext uri="{FF2B5EF4-FFF2-40B4-BE49-F238E27FC236}">
                          <a16:creationId xmlns:a16="http://schemas.microsoft.com/office/drawing/2014/main" id="{972AFBB8-39D3-4ACF-A764-22E9A5C5EC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7624" y="2941224"/>
                      <a:ext cx="86120" cy="141282"/>
                    </a:xfrm>
                    <a:custGeom>
                      <a:avLst/>
                      <a:gdLst>
                        <a:gd name="connsiteX0" fmla="*/ 40210 w 86120"/>
                        <a:gd name="connsiteY0" fmla="*/ 56579 h 141282"/>
                        <a:gd name="connsiteX1" fmla="*/ 25256 w 86120"/>
                        <a:gd name="connsiteY1" fmla="*/ 28575 h 141282"/>
                        <a:gd name="connsiteX2" fmla="*/ 24399 w 86120"/>
                        <a:gd name="connsiteY2" fmla="*/ 0 h 141282"/>
                        <a:gd name="connsiteX3" fmla="*/ 14588 w 86120"/>
                        <a:gd name="connsiteY3" fmla="*/ 6477 h 141282"/>
                        <a:gd name="connsiteX4" fmla="*/ 395 w 86120"/>
                        <a:gd name="connsiteY4" fmla="*/ 31432 h 141282"/>
                        <a:gd name="connsiteX5" fmla="*/ 6968 w 86120"/>
                        <a:gd name="connsiteY5" fmla="*/ 63913 h 141282"/>
                        <a:gd name="connsiteX6" fmla="*/ 31542 w 86120"/>
                        <a:gd name="connsiteY6" fmla="*/ 111823 h 141282"/>
                        <a:gd name="connsiteX7" fmla="*/ 85359 w 86120"/>
                        <a:gd name="connsiteY7" fmla="*/ 138208 h 141282"/>
                        <a:gd name="connsiteX8" fmla="*/ 86120 w 86120"/>
                        <a:gd name="connsiteY8" fmla="*/ 137827 h 141282"/>
                        <a:gd name="connsiteX9" fmla="*/ 40210 w 86120"/>
                        <a:gd name="connsiteY9" fmla="*/ 56579 h 141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120" h="141282">
                          <a:moveTo>
                            <a:pt x="40210" y="56579"/>
                          </a:moveTo>
                          <a:cubicBezTo>
                            <a:pt x="33161" y="48006"/>
                            <a:pt x="28113" y="38290"/>
                            <a:pt x="25256" y="28575"/>
                          </a:cubicBezTo>
                          <a:cubicBezTo>
                            <a:pt x="22589" y="18764"/>
                            <a:pt x="21922" y="9049"/>
                            <a:pt x="24399" y="0"/>
                          </a:cubicBezTo>
                          <a:lnTo>
                            <a:pt x="14588" y="6477"/>
                          </a:lnTo>
                          <a:cubicBezTo>
                            <a:pt x="6396" y="11906"/>
                            <a:pt x="1634" y="21241"/>
                            <a:pt x="395" y="31432"/>
                          </a:cubicBezTo>
                          <a:cubicBezTo>
                            <a:pt x="-938" y="41720"/>
                            <a:pt x="1062" y="53149"/>
                            <a:pt x="6968" y="63913"/>
                          </a:cubicBezTo>
                          <a:cubicBezTo>
                            <a:pt x="15350" y="79343"/>
                            <a:pt x="23446" y="95345"/>
                            <a:pt x="31542" y="111823"/>
                          </a:cubicBezTo>
                          <a:cubicBezTo>
                            <a:pt x="42877" y="135064"/>
                            <a:pt x="67356" y="147447"/>
                            <a:pt x="85359" y="138208"/>
                          </a:cubicBezTo>
                          <a:lnTo>
                            <a:pt x="86120" y="137827"/>
                          </a:lnTo>
                          <a:cubicBezTo>
                            <a:pt x="69833" y="110109"/>
                            <a:pt x="60403" y="80772"/>
                            <a:pt x="40210" y="56579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5" name="Forme libre : forme 13714">
                      <a:extLst>
                        <a:ext uri="{FF2B5EF4-FFF2-40B4-BE49-F238E27FC236}">
                          <a16:creationId xmlns:a16="http://schemas.microsoft.com/office/drawing/2014/main" id="{FDE3081A-2D19-42C3-A3FA-46FAB67FB5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00792" y="2983991"/>
                      <a:ext cx="46003" cy="63537"/>
                    </a:xfrm>
                    <a:custGeom>
                      <a:avLst/>
                      <a:gdLst>
                        <a:gd name="connsiteX0" fmla="*/ 38475 w 46003"/>
                        <a:gd name="connsiteY0" fmla="*/ 62389 h 63537"/>
                        <a:gd name="connsiteX1" fmla="*/ 6185 w 46003"/>
                        <a:gd name="connsiteY1" fmla="*/ 40292 h 63537"/>
                        <a:gd name="connsiteX2" fmla="*/ 7043 w 46003"/>
                        <a:gd name="connsiteY2" fmla="*/ 1334 h 63537"/>
                        <a:gd name="connsiteX3" fmla="*/ 39904 w 46003"/>
                        <a:gd name="connsiteY3" fmla="*/ 23051 h 63537"/>
                        <a:gd name="connsiteX4" fmla="*/ 38475 w 46003"/>
                        <a:gd name="connsiteY4" fmla="*/ 62389 h 63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003" h="63537">
                          <a:moveTo>
                            <a:pt x="38475" y="62389"/>
                          </a:moveTo>
                          <a:cubicBezTo>
                            <a:pt x="29045" y="67057"/>
                            <a:pt x="14663" y="57055"/>
                            <a:pt x="6185" y="40292"/>
                          </a:cubicBezTo>
                          <a:cubicBezTo>
                            <a:pt x="-2292" y="23623"/>
                            <a:pt x="-2102" y="6383"/>
                            <a:pt x="7043" y="1334"/>
                          </a:cubicBezTo>
                          <a:cubicBezTo>
                            <a:pt x="16092" y="-3714"/>
                            <a:pt x="31141" y="6002"/>
                            <a:pt x="39904" y="23051"/>
                          </a:cubicBezTo>
                          <a:cubicBezTo>
                            <a:pt x="48667" y="40101"/>
                            <a:pt x="47809" y="57627"/>
                            <a:pt x="38475" y="62389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6" name="Forme libre : forme 13715">
                      <a:extLst>
                        <a:ext uri="{FF2B5EF4-FFF2-40B4-BE49-F238E27FC236}">
                          <a16:creationId xmlns:a16="http://schemas.microsoft.com/office/drawing/2014/main" id="{84102FBE-A50C-4913-A63D-D372A1B9AC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00697" y="2983895"/>
                      <a:ext cx="28092" cy="53055"/>
                    </a:xfrm>
                    <a:custGeom>
                      <a:avLst/>
                      <a:gdLst>
                        <a:gd name="connsiteX0" fmla="*/ 28093 w 28092"/>
                        <a:gd name="connsiteY0" fmla="*/ 7336 h 53055"/>
                        <a:gd name="connsiteX1" fmla="*/ 7042 w 28092"/>
                        <a:gd name="connsiteY1" fmla="*/ 1335 h 53055"/>
                        <a:gd name="connsiteX2" fmla="*/ 6185 w 28092"/>
                        <a:gd name="connsiteY2" fmla="*/ 40292 h 53055"/>
                        <a:gd name="connsiteX3" fmla="*/ 14853 w 28092"/>
                        <a:gd name="connsiteY3" fmla="*/ 53055 h 53055"/>
                        <a:gd name="connsiteX4" fmla="*/ 12281 w 28092"/>
                        <a:gd name="connsiteY4" fmla="*/ 44864 h 53055"/>
                        <a:gd name="connsiteX5" fmla="*/ 28093 w 28092"/>
                        <a:gd name="connsiteY5" fmla="*/ 7336 h 53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092" h="53055">
                          <a:moveTo>
                            <a:pt x="28093" y="7336"/>
                          </a:moveTo>
                          <a:cubicBezTo>
                            <a:pt x="20663" y="763"/>
                            <a:pt x="12757" y="-1809"/>
                            <a:pt x="7042" y="1335"/>
                          </a:cubicBezTo>
                          <a:cubicBezTo>
                            <a:pt x="-2102" y="6383"/>
                            <a:pt x="-2292" y="23623"/>
                            <a:pt x="6185" y="40292"/>
                          </a:cubicBezTo>
                          <a:cubicBezTo>
                            <a:pt x="8662" y="45245"/>
                            <a:pt x="11614" y="49531"/>
                            <a:pt x="14853" y="53055"/>
                          </a:cubicBezTo>
                          <a:cubicBezTo>
                            <a:pt x="13615" y="50484"/>
                            <a:pt x="12757" y="47721"/>
                            <a:pt x="12281" y="44864"/>
                          </a:cubicBezTo>
                          <a:cubicBezTo>
                            <a:pt x="10757" y="28862"/>
                            <a:pt x="16377" y="12288"/>
                            <a:pt x="28093" y="7336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7" name="Forme libre : forme 13716">
                      <a:extLst>
                        <a:ext uri="{FF2B5EF4-FFF2-40B4-BE49-F238E27FC236}">
                          <a16:creationId xmlns:a16="http://schemas.microsoft.com/office/drawing/2014/main" id="{DA3A2798-7D0C-4C89-B5A1-B0340720F0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98634" y="2988944"/>
                      <a:ext cx="45961" cy="63563"/>
                    </a:xfrm>
                    <a:custGeom>
                      <a:avLst/>
                      <a:gdLst>
                        <a:gd name="connsiteX0" fmla="*/ 38348 w 45961"/>
                        <a:gd name="connsiteY0" fmla="*/ 62390 h 63563"/>
                        <a:gd name="connsiteX1" fmla="*/ 6058 w 45961"/>
                        <a:gd name="connsiteY1" fmla="*/ 40292 h 63563"/>
                        <a:gd name="connsiteX2" fmla="*/ 7105 w 45961"/>
                        <a:gd name="connsiteY2" fmla="*/ 1334 h 63563"/>
                        <a:gd name="connsiteX3" fmla="*/ 39871 w 45961"/>
                        <a:gd name="connsiteY3" fmla="*/ 23051 h 63563"/>
                        <a:gd name="connsiteX4" fmla="*/ 38348 w 45961"/>
                        <a:gd name="connsiteY4" fmla="*/ 62390 h 63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961" h="63563">
                          <a:moveTo>
                            <a:pt x="38348" y="62390"/>
                          </a:moveTo>
                          <a:cubicBezTo>
                            <a:pt x="28918" y="67152"/>
                            <a:pt x="14535" y="56960"/>
                            <a:pt x="6058" y="40292"/>
                          </a:cubicBezTo>
                          <a:cubicBezTo>
                            <a:pt x="-2324" y="23623"/>
                            <a:pt x="-2038" y="6383"/>
                            <a:pt x="7105" y="1334"/>
                          </a:cubicBezTo>
                          <a:cubicBezTo>
                            <a:pt x="16250" y="-3714"/>
                            <a:pt x="31204" y="6002"/>
                            <a:pt x="39871" y="23051"/>
                          </a:cubicBezTo>
                          <a:cubicBezTo>
                            <a:pt x="48635" y="40101"/>
                            <a:pt x="47777" y="57722"/>
                            <a:pt x="38348" y="6239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8" name="Forme libre : forme 13717">
                      <a:extLst>
                        <a:ext uri="{FF2B5EF4-FFF2-40B4-BE49-F238E27FC236}">
                          <a16:creationId xmlns:a16="http://schemas.microsoft.com/office/drawing/2014/main" id="{620F1D6B-353A-482B-A536-4F31E9DF56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73376" y="2949843"/>
                      <a:ext cx="55550" cy="96724"/>
                    </a:xfrm>
                    <a:custGeom>
                      <a:avLst/>
                      <a:gdLst>
                        <a:gd name="connsiteX0" fmla="*/ 17790 w 55550"/>
                        <a:gd name="connsiteY0" fmla="*/ 11479 h 96724"/>
                        <a:gd name="connsiteX1" fmla="*/ 4074 w 55550"/>
                        <a:gd name="connsiteY1" fmla="*/ 22433 h 96724"/>
                        <a:gd name="connsiteX2" fmla="*/ 3979 w 55550"/>
                        <a:gd name="connsiteY2" fmla="*/ 60724 h 96724"/>
                        <a:gd name="connsiteX3" fmla="*/ 22076 w 55550"/>
                        <a:gd name="connsiteY3" fmla="*/ 90823 h 96724"/>
                        <a:gd name="connsiteX4" fmla="*/ 42459 w 55550"/>
                        <a:gd name="connsiteY4" fmla="*/ 93490 h 96724"/>
                        <a:gd name="connsiteX5" fmla="*/ 45031 w 55550"/>
                        <a:gd name="connsiteY5" fmla="*/ 78821 h 96724"/>
                        <a:gd name="connsiteX6" fmla="*/ 50080 w 55550"/>
                        <a:gd name="connsiteY6" fmla="*/ 43198 h 96724"/>
                        <a:gd name="connsiteX7" fmla="*/ 49603 w 55550"/>
                        <a:gd name="connsiteY7" fmla="*/ 3383 h 96724"/>
                        <a:gd name="connsiteX8" fmla="*/ 17790 w 55550"/>
                        <a:gd name="connsiteY8" fmla="*/ 11479 h 96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550" h="96724">
                          <a:moveTo>
                            <a:pt x="17790" y="11479"/>
                          </a:moveTo>
                          <a:cubicBezTo>
                            <a:pt x="12646" y="14337"/>
                            <a:pt x="7407" y="17290"/>
                            <a:pt x="4074" y="22433"/>
                          </a:cubicBezTo>
                          <a:cubicBezTo>
                            <a:pt x="-2213" y="32244"/>
                            <a:pt x="-403" y="47293"/>
                            <a:pt x="3979" y="60724"/>
                          </a:cubicBezTo>
                          <a:cubicBezTo>
                            <a:pt x="7693" y="71773"/>
                            <a:pt x="13408" y="83202"/>
                            <a:pt x="22076" y="90823"/>
                          </a:cubicBezTo>
                          <a:cubicBezTo>
                            <a:pt x="28553" y="96442"/>
                            <a:pt x="38078" y="99395"/>
                            <a:pt x="42459" y="93490"/>
                          </a:cubicBezTo>
                          <a:cubicBezTo>
                            <a:pt x="45127" y="89870"/>
                            <a:pt x="45031" y="84060"/>
                            <a:pt x="45031" y="78821"/>
                          </a:cubicBezTo>
                          <a:cubicBezTo>
                            <a:pt x="45127" y="66343"/>
                            <a:pt x="46841" y="54342"/>
                            <a:pt x="50080" y="43198"/>
                          </a:cubicBezTo>
                          <a:cubicBezTo>
                            <a:pt x="52842" y="33863"/>
                            <a:pt x="61129" y="14146"/>
                            <a:pt x="49603" y="3383"/>
                          </a:cubicBezTo>
                          <a:cubicBezTo>
                            <a:pt x="39126" y="-6333"/>
                            <a:pt x="24934" y="7574"/>
                            <a:pt x="17790" y="1147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9" name="Forme libre : forme 13718">
                      <a:extLst>
                        <a:ext uri="{FF2B5EF4-FFF2-40B4-BE49-F238E27FC236}">
                          <a16:creationId xmlns:a16="http://schemas.microsoft.com/office/drawing/2014/main" id="{4E9F09AA-F91A-4225-9D69-892A745C0E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11363" y="2964356"/>
                      <a:ext cx="27314" cy="21689"/>
                    </a:xfrm>
                    <a:custGeom>
                      <a:avLst/>
                      <a:gdLst>
                        <a:gd name="connsiteX0" fmla="*/ 6092 w 27314"/>
                        <a:gd name="connsiteY0" fmla="*/ 110 h 21689"/>
                        <a:gd name="connsiteX1" fmla="*/ 1806 w 27314"/>
                        <a:gd name="connsiteY1" fmla="*/ 586 h 21689"/>
                        <a:gd name="connsiteX2" fmla="*/ 91 w 27314"/>
                        <a:gd name="connsiteY2" fmla="*/ 4682 h 21689"/>
                        <a:gd name="connsiteX3" fmla="*/ 2758 w 27314"/>
                        <a:gd name="connsiteY3" fmla="*/ 9063 h 21689"/>
                        <a:gd name="connsiteX4" fmla="*/ 12093 w 27314"/>
                        <a:gd name="connsiteY4" fmla="*/ 18016 h 21689"/>
                        <a:gd name="connsiteX5" fmla="*/ 16379 w 27314"/>
                        <a:gd name="connsiteY5" fmla="*/ 20779 h 21689"/>
                        <a:gd name="connsiteX6" fmla="*/ 25332 w 27314"/>
                        <a:gd name="connsiteY6" fmla="*/ 11730 h 21689"/>
                        <a:gd name="connsiteX7" fmla="*/ 6092 w 27314"/>
                        <a:gd name="connsiteY7" fmla="*/ 110 h 21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314" h="21689">
                          <a:moveTo>
                            <a:pt x="6092" y="110"/>
                          </a:moveTo>
                          <a:cubicBezTo>
                            <a:pt x="4568" y="-81"/>
                            <a:pt x="3044" y="-81"/>
                            <a:pt x="1806" y="586"/>
                          </a:cubicBezTo>
                          <a:cubicBezTo>
                            <a:pt x="568" y="1253"/>
                            <a:pt x="-290" y="2872"/>
                            <a:pt x="91" y="4682"/>
                          </a:cubicBezTo>
                          <a:cubicBezTo>
                            <a:pt x="377" y="6301"/>
                            <a:pt x="1615" y="7730"/>
                            <a:pt x="2758" y="9063"/>
                          </a:cubicBezTo>
                          <a:cubicBezTo>
                            <a:pt x="5711" y="12302"/>
                            <a:pt x="8854" y="15349"/>
                            <a:pt x="12093" y="18016"/>
                          </a:cubicBezTo>
                          <a:cubicBezTo>
                            <a:pt x="13426" y="19160"/>
                            <a:pt x="14855" y="20207"/>
                            <a:pt x="16379" y="20779"/>
                          </a:cubicBezTo>
                          <a:cubicBezTo>
                            <a:pt x="22666" y="23446"/>
                            <a:pt x="31238" y="20207"/>
                            <a:pt x="25332" y="11730"/>
                          </a:cubicBezTo>
                          <a:cubicBezTo>
                            <a:pt x="20761" y="5063"/>
                            <a:pt x="12283" y="872"/>
                            <a:pt x="6092" y="11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0" name="Forme libre : forme 13719">
                      <a:extLst>
                        <a:ext uri="{FF2B5EF4-FFF2-40B4-BE49-F238E27FC236}">
                          <a16:creationId xmlns:a16="http://schemas.microsoft.com/office/drawing/2014/main" id="{E113BF37-A65B-4298-9F9A-07D823B20F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91452" y="3052952"/>
                      <a:ext cx="52958" cy="23534"/>
                    </a:xfrm>
                    <a:custGeom>
                      <a:avLst/>
                      <a:gdLst>
                        <a:gd name="connsiteX0" fmla="*/ 52959 w 52958"/>
                        <a:gd name="connsiteY0" fmla="*/ 20479 h 23534"/>
                        <a:gd name="connsiteX1" fmla="*/ 36862 w 52958"/>
                        <a:gd name="connsiteY1" fmla="*/ 23432 h 23534"/>
                        <a:gd name="connsiteX2" fmla="*/ 0 w 52958"/>
                        <a:gd name="connsiteY2" fmla="*/ 0 h 23534"/>
                        <a:gd name="connsiteX3" fmla="*/ 15145 w 52958"/>
                        <a:gd name="connsiteY3" fmla="*/ 12383 h 23534"/>
                        <a:gd name="connsiteX4" fmla="*/ 52959 w 52958"/>
                        <a:gd name="connsiteY4" fmla="*/ 20479 h 23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958" h="23534">
                          <a:moveTo>
                            <a:pt x="52959" y="20479"/>
                          </a:moveTo>
                          <a:cubicBezTo>
                            <a:pt x="52959" y="20479"/>
                            <a:pt x="46673" y="24194"/>
                            <a:pt x="36862" y="23432"/>
                          </a:cubicBezTo>
                          <a:cubicBezTo>
                            <a:pt x="27051" y="22765"/>
                            <a:pt x="13716" y="17336"/>
                            <a:pt x="0" y="0"/>
                          </a:cubicBezTo>
                          <a:cubicBezTo>
                            <a:pt x="0" y="0"/>
                            <a:pt x="5620" y="6477"/>
                            <a:pt x="15145" y="12383"/>
                          </a:cubicBezTo>
                          <a:cubicBezTo>
                            <a:pt x="24575" y="18288"/>
                            <a:pt x="37910" y="23527"/>
                            <a:pt x="52959" y="2047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1" name="Forme libre : forme 13720">
                      <a:extLst>
                        <a:ext uri="{FF2B5EF4-FFF2-40B4-BE49-F238E27FC236}">
                          <a16:creationId xmlns:a16="http://schemas.microsoft.com/office/drawing/2014/main" id="{0C3C10EC-5EE6-4E15-8029-B16EF837FB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93928" y="2933257"/>
                      <a:ext cx="56673" cy="27683"/>
                    </a:xfrm>
                    <a:custGeom>
                      <a:avLst/>
                      <a:gdLst>
                        <a:gd name="connsiteX0" fmla="*/ 56674 w 56673"/>
                        <a:gd name="connsiteY0" fmla="*/ 27684 h 27683"/>
                        <a:gd name="connsiteX1" fmla="*/ 40577 w 56673"/>
                        <a:gd name="connsiteY1" fmla="*/ 9872 h 27683"/>
                        <a:gd name="connsiteX2" fmla="*/ 0 w 56673"/>
                        <a:gd name="connsiteY2" fmla="*/ 3490 h 27683"/>
                        <a:gd name="connsiteX3" fmla="*/ 18574 w 56673"/>
                        <a:gd name="connsiteY3" fmla="*/ 2919 h 27683"/>
                        <a:gd name="connsiteX4" fmla="*/ 56674 w 56673"/>
                        <a:gd name="connsiteY4" fmla="*/ 27684 h 27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673" h="27683">
                          <a:moveTo>
                            <a:pt x="56674" y="27684"/>
                          </a:moveTo>
                          <a:cubicBezTo>
                            <a:pt x="56674" y="27684"/>
                            <a:pt x="50864" y="17873"/>
                            <a:pt x="40577" y="9872"/>
                          </a:cubicBezTo>
                          <a:cubicBezTo>
                            <a:pt x="30385" y="1776"/>
                            <a:pt x="15716" y="-4034"/>
                            <a:pt x="0" y="3490"/>
                          </a:cubicBezTo>
                          <a:cubicBezTo>
                            <a:pt x="0" y="3490"/>
                            <a:pt x="7525" y="1109"/>
                            <a:pt x="18574" y="2919"/>
                          </a:cubicBezTo>
                          <a:cubicBezTo>
                            <a:pt x="29623" y="4729"/>
                            <a:pt x="44005" y="11015"/>
                            <a:pt x="56674" y="276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2" name="Forme libre : forme 13721">
                      <a:extLst>
                        <a:ext uri="{FF2B5EF4-FFF2-40B4-BE49-F238E27FC236}">
                          <a16:creationId xmlns:a16="http://schemas.microsoft.com/office/drawing/2014/main" id="{4462B80D-6FD8-44F6-9C73-A75D6D6E2F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7534" y="3005323"/>
                      <a:ext cx="13816" cy="25533"/>
                    </a:xfrm>
                    <a:custGeom>
                      <a:avLst/>
                      <a:gdLst>
                        <a:gd name="connsiteX0" fmla="*/ 9638 w 13816"/>
                        <a:gd name="connsiteY0" fmla="*/ 25532 h 25533"/>
                        <a:gd name="connsiteX1" fmla="*/ 589 w 13816"/>
                        <a:gd name="connsiteY1" fmla="*/ 13054 h 25533"/>
                        <a:gd name="connsiteX2" fmla="*/ 4113 w 13816"/>
                        <a:gd name="connsiteY2" fmla="*/ 5 h 25533"/>
                        <a:gd name="connsiteX3" fmla="*/ 13257 w 13816"/>
                        <a:gd name="connsiteY3" fmla="*/ 12578 h 25533"/>
                        <a:gd name="connsiteX4" fmla="*/ 9638 w 13816"/>
                        <a:gd name="connsiteY4" fmla="*/ 25532 h 25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16" h="25533">
                          <a:moveTo>
                            <a:pt x="9638" y="25532"/>
                          </a:moveTo>
                          <a:cubicBezTo>
                            <a:pt x="6113" y="25627"/>
                            <a:pt x="2113" y="20103"/>
                            <a:pt x="589" y="13054"/>
                          </a:cubicBezTo>
                          <a:cubicBezTo>
                            <a:pt x="-935" y="6005"/>
                            <a:pt x="589" y="195"/>
                            <a:pt x="4113" y="5"/>
                          </a:cubicBezTo>
                          <a:cubicBezTo>
                            <a:pt x="7638" y="-186"/>
                            <a:pt x="11733" y="5434"/>
                            <a:pt x="13257" y="12578"/>
                          </a:cubicBezTo>
                          <a:cubicBezTo>
                            <a:pt x="14781" y="19531"/>
                            <a:pt x="13067" y="25341"/>
                            <a:pt x="9638" y="2553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3" name="Forme libre : forme 13722">
                      <a:extLst>
                        <a:ext uri="{FF2B5EF4-FFF2-40B4-BE49-F238E27FC236}">
                          <a16:creationId xmlns:a16="http://schemas.microsoft.com/office/drawing/2014/main" id="{3A663935-8E01-4F84-8253-4A000CD344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5762" y="3026819"/>
                      <a:ext cx="5773" cy="6832"/>
                    </a:xfrm>
                    <a:custGeom>
                      <a:avLst/>
                      <a:gdLst>
                        <a:gd name="connsiteX0" fmla="*/ 4458 w 5773"/>
                        <a:gd name="connsiteY0" fmla="*/ 6607 h 6832"/>
                        <a:gd name="connsiteX1" fmla="*/ 458 w 5773"/>
                        <a:gd name="connsiteY1" fmla="*/ 4607 h 6832"/>
                        <a:gd name="connsiteX2" fmla="*/ 1315 w 5773"/>
                        <a:gd name="connsiteY2" fmla="*/ 225 h 6832"/>
                        <a:gd name="connsiteX3" fmla="*/ 5315 w 5773"/>
                        <a:gd name="connsiteY3" fmla="*/ 2226 h 6832"/>
                        <a:gd name="connsiteX4" fmla="*/ 4458 w 5773"/>
                        <a:gd name="connsiteY4" fmla="*/ 6607 h 6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3" h="6832">
                          <a:moveTo>
                            <a:pt x="4458" y="6607"/>
                          </a:moveTo>
                          <a:cubicBezTo>
                            <a:pt x="3125" y="7274"/>
                            <a:pt x="1315" y="6417"/>
                            <a:pt x="458" y="4607"/>
                          </a:cubicBezTo>
                          <a:cubicBezTo>
                            <a:pt x="-399" y="2892"/>
                            <a:pt x="-19" y="892"/>
                            <a:pt x="1315" y="225"/>
                          </a:cubicBezTo>
                          <a:cubicBezTo>
                            <a:pt x="2648" y="-441"/>
                            <a:pt x="4458" y="416"/>
                            <a:pt x="5315" y="2226"/>
                          </a:cubicBezTo>
                          <a:cubicBezTo>
                            <a:pt x="6173" y="3940"/>
                            <a:pt x="5792" y="5940"/>
                            <a:pt x="4458" y="660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4" name="Forme libre : forme 13723">
                      <a:extLst>
                        <a:ext uri="{FF2B5EF4-FFF2-40B4-BE49-F238E27FC236}">
                          <a16:creationId xmlns:a16="http://schemas.microsoft.com/office/drawing/2014/main" id="{5C3F6FED-C334-4F19-8227-BA32E10773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1466" y="2992085"/>
                      <a:ext cx="34277" cy="71457"/>
                    </a:xfrm>
                    <a:custGeom>
                      <a:avLst/>
                      <a:gdLst>
                        <a:gd name="connsiteX0" fmla="*/ 29043 w 34277"/>
                        <a:gd name="connsiteY0" fmla="*/ 55153 h 71457"/>
                        <a:gd name="connsiteX1" fmla="*/ 9898 w 34277"/>
                        <a:gd name="connsiteY1" fmla="*/ 70393 h 71457"/>
                        <a:gd name="connsiteX2" fmla="*/ 1040 w 34277"/>
                        <a:gd name="connsiteY2" fmla="*/ 69155 h 71457"/>
                        <a:gd name="connsiteX3" fmla="*/ 1802 w 34277"/>
                        <a:gd name="connsiteY3" fmla="*/ 60106 h 71457"/>
                        <a:gd name="connsiteX4" fmla="*/ 14470 w 34277"/>
                        <a:gd name="connsiteY4" fmla="*/ 36198 h 71457"/>
                        <a:gd name="connsiteX5" fmla="*/ 15708 w 34277"/>
                        <a:gd name="connsiteY5" fmla="*/ 98 h 71457"/>
                        <a:gd name="connsiteX6" fmla="*/ 34187 w 34277"/>
                        <a:gd name="connsiteY6" fmla="*/ 35245 h 71457"/>
                        <a:gd name="connsiteX7" fmla="*/ 29043 w 34277"/>
                        <a:gd name="connsiteY7" fmla="*/ 55153 h 71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4277" h="71457">
                          <a:moveTo>
                            <a:pt x="29043" y="55153"/>
                          </a:moveTo>
                          <a:cubicBezTo>
                            <a:pt x="24376" y="62297"/>
                            <a:pt x="17327" y="66964"/>
                            <a:pt x="9898" y="70393"/>
                          </a:cubicBezTo>
                          <a:cubicBezTo>
                            <a:pt x="7136" y="71631"/>
                            <a:pt x="3231" y="72393"/>
                            <a:pt x="1040" y="69155"/>
                          </a:cubicBezTo>
                          <a:cubicBezTo>
                            <a:pt x="-960" y="66202"/>
                            <a:pt x="278" y="62582"/>
                            <a:pt x="1802" y="60106"/>
                          </a:cubicBezTo>
                          <a:cubicBezTo>
                            <a:pt x="6564" y="52486"/>
                            <a:pt x="13422" y="46199"/>
                            <a:pt x="14470" y="36198"/>
                          </a:cubicBezTo>
                          <a:cubicBezTo>
                            <a:pt x="15232" y="30007"/>
                            <a:pt x="6088" y="-1997"/>
                            <a:pt x="15708" y="98"/>
                          </a:cubicBezTo>
                          <a:cubicBezTo>
                            <a:pt x="25614" y="2289"/>
                            <a:pt x="33901" y="26959"/>
                            <a:pt x="34187" y="35245"/>
                          </a:cubicBezTo>
                          <a:cubicBezTo>
                            <a:pt x="34758" y="42770"/>
                            <a:pt x="32568" y="49819"/>
                            <a:pt x="29043" y="5515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06" name="Graphique 1">
                    <a:extLst>
                      <a:ext uri="{FF2B5EF4-FFF2-40B4-BE49-F238E27FC236}">
                        <a16:creationId xmlns:a16="http://schemas.microsoft.com/office/drawing/2014/main" id="{6F0AF453-CDDD-40D6-A68B-5E9CA992FFD3}"/>
                      </a:ext>
                    </a:extLst>
                  </p:cNvPr>
                  <p:cNvGrpSpPr/>
                  <p:nvPr/>
                </p:nvGrpSpPr>
                <p:grpSpPr>
                  <a:xfrm>
                    <a:off x="5525614" y="3063778"/>
                    <a:ext cx="134252" cy="152155"/>
                    <a:chOff x="5525614" y="3063778"/>
                    <a:chExt cx="134252" cy="152155"/>
                  </a:xfrm>
                  <a:solidFill>
                    <a:schemeClr val="accent1"/>
                  </a:solidFill>
                </p:grpSpPr>
                <p:sp>
                  <p:nvSpPr>
                    <p:cNvPr id="13701" name="Forme libre : forme 13700">
                      <a:extLst>
                        <a:ext uri="{FF2B5EF4-FFF2-40B4-BE49-F238E27FC236}">
                          <a16:creationId xmlns:a16="http://schemas.microsoft.com/office/drawing/2014/main" id="{A67ADAFD-B8DD-4691-8AAA-70B2CFF039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5652" y="3063778"/>
                      <a:ext cx="134214" cy="152155"/>
                    </a:xfrm>
                    <a:custGeom>
                      <a:avLst/>
                      <a:gdLst>
                        <a:gd name="connsiteX0" fmla="*/ 43238 w 134214"/>
                        <a:gd name="connsiteY0" fmla="*/ 129954 h 152155"/>
                        <a:gd name="connsiteX1" fmla="*/ 24093 w 134214"/>
                        <a:gd name="connsiteY1" fmla="*/ 103380 h 152155"/>
                        <a:gd name="connsiteX2" fmla="*/ 7995 w 134214"/>
                        <a:gd name="connsiteY2" fmla="*/ 76805 h 152155"/>
                        <a:gd name="connsiteX3" fmla="*/ 566 w 134214"/>
                        <a:gd name="connsiteY3" fmla="*/ 40324 h 152155"/>
                        <a:gd name="connsiteX4" fmla="*/ 17140 w 134214"/>
                        <a:gd name="connsiteY4" fmla="*/ 15749 h 152155"/>
                        <a:gd name="connsiteX5" fmla="*/ 41904 w 134214"/>
                        <a:gd name="connsiteY5" fmla="*/ 3176 h 152155"/>
                        <a:gd name="connsiteX6" fmla="*/ 71242 w 134214"/>
                        <a:gd name="connsiteY6" fmla="*/ 3557 h 152155"/>
                        <a:gd name="connsiteX7" fmla="*/ 96007 w 134214"/>
                        <a:gd name="connsiteY7" fmla="*/ 26037 h 152155"/>
                        <a:gd name="connsiteX8" fmla="*/ 109151 w 134214"/>
                        <a:gd name="connsiteY8" fmla="*/ 47087 h 152155"/>
                        <a:gd name="connsiteX9" fmla="*/ 122867 w 134214"/>
                        <a:gd name="connsiteY9" fmla="*/ 65756 h 152155"/>
                        <a:gd name="connsiteX10" fmla="*/ 130583 w 134214"/>
                        <a:gd name="connsiteY10" fmla="*/ 78805 h 152155"/>
                        <a:gd name="connsiteX11" fmla="*/ 134107 w 134214"/>
                        <a:gd name="connsiteY11" fmla="*/ 93855 h 152155"/>
                        <a:gd name="connsiteX12" fmla="*/ 125344 w 134214"/>
                        <a:gd name="connsiteY12" fmla="*/ 121858 h 152155"/>
                        <a:gd name="connsiteX13" fmla="*/ 106103 w 134214"/>
                        <a:gd name="connsiteY13" fmla="*/ 142813 h 152155"/>
                        <a:gd name="connsiteX14" fmla="*/ 77147 w 134214"/>
                        <a:gd name="connsiteY14" fmla="*/ 151576 h 152155"/>
                        <a:gd name="connsiteX15" fmla="*/ 59621 w 134214"/>
                        <a:gd name="connsiteY15" fmla="*/ 144908 h 152155"/>
                        <a:gd name="connsiteX16" fmla="*/ 43238 w 134214"/>
                        <a:gd name="connsiteY16" fmla="*/ 129954 h 15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34214" h="152155">
                          <a:moveTo>
                            <a:pt x="43238" y="129954"/>
                          </a:moveTo>
                          <a:cubicBezTo>
                            <a:pt x="36285" y="121096"/>
                            <a:pt x="29998" y="112238"/>
                            <a:pt x="24093" y="103380"/>
                          </a:cubicBezTo>
                          <a:cubicBezTo>
                            <a:pt x="18378" y="94521"/>
                            <a:pt x="12949" y="85568"/>
                            <a:pt x="7995" y="76805"/>
                          </a:cubicBezTo>
                          <a:cubicBezTo>
                            <a:pt x="947" y="64422"/>
                            <a:pt x="-1148" y="51278"/>
                            <a:pt x="566" y="40324"/>
                          </a:cubicBezTo>
                          <a:cubicBezTo>
                            <a:pt x="2471" y="29370"/>
                            <a:pt x="8186" y="20322"/>
                            <a:pt x="17140" y="15749"/>
                          </a:cubicBezTo>
                          <a:lnTo>
                            <a:pt x="41904" y="3176"/>
                          </a:lnTo>
                          <a:cubicBezTo>
                            <a:pt x="50858" y="-1395"/>
                            <a:pt x="61431" y="-824"/>
                            <a:pt x="71242" y="3557"/>
                          </a:cubicBezTo>
                          <a:cubicBezTo>
                            <a:pt x="81053" y="7844"/>
                            <a:pt x="90006" y="15749"/>
                            <a:pt x="96007" y="26037"/>
                          </a:cubicBezTo>
                          <a:cubicBezTo>
                            <a:pt x="100293" y="33371"/>
                            <a:pt x="104674" y="40419"/>
                            <a:pt x="109151" y="47087"/>
                          </a:cubicBezTo>
                          <a:cubicBezTo>
                            <a:pt x="113628" y="53754"/>
                            <a:pt x="118200" y="59946"/>
                            <a:pt x="122867" y="65756"/>
                          </a:cubicBezTo>
                          <a:cubicBezTo>
                            <a:pt x="126201" y="69566"/>
                            <a:pt x="128392" y="73947"/>
                            <a:pt x="130583" y="78805"/>
                          </a:cubicBezTo>
                          <a:cubicBezTo>
                            <a:pt x="132487" y="83663"/>
                            <a:pt x="133726" y="88711"/>
                            <a:pt x="134107" y="93855"/>
                          </a:cubicBezTo>
                          <a:cubicBezTo>
                            <a:pt x="134773" y="104141"/>
                            <a:pt x="132392" y="114238"/>
                            <a:pt x="125344" y="121858"/>
                          </a:cubicBezTo>
                          <a:lnTo>
                            <a:pt x="106103" y="142813"/>
                          </a:lnTo>
                          <a:cubicBezTo>
                            <a:pt x="99245" y="150338"/>
                            <a:pt x="88577" y="153576"/>
                            <a:pt x="77147" y="151576"/>
                          </a:cubicBezTo>
                          <a:cubicBezTo>
                            <a:pt x="71337" y="150624"/>
                            <a:pt x="65336" y="148433"/>
                            <a:pt x="59621" y="144908"/>
                          </a:cubicBezTo>
                          <a:cubicBezTo>
                            <a:pt x="54097" y="141384"/>
                            <a:pt x="48382" y="136146"/>
                            <a:pt x="43238" y="129954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2" name="Forme libre : forme 13701">
                      <a:extLst>
                        <a:ext uri="{FF2B5EF4-FFF2-40B4-BE49-F238E27FC236}">
                          <a16:creationId xmlns:a16="http://schemas.microsoft.com/office/drawing/2014/main" id="{B21D969B-58A2-4F5E-8A02-911A0D3098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5614" y="3074003"/>
                      <a:ext cx="106903" cy="141681"/>
                    </a:xfrm>
                    <a:custGeom>
                      <a:avLst/>
                      <a:gdLst>
                        <a:gd name="connsiteX0" fmla="*/ 42229 w 106903"/>
                        <a:gd name="connsiteY0" fmla="*/ 58579 h 141681"/>
                        <a:gd name="connsiteX1" fmla="*/ 27941 w 106903"/>
                        <a:gd name="connsiteY1" fmla="*/ 0 h 141681"/>
                        <a:gd name="connsiteX2" fmla="*/ 17178 w 106903"/>
                        <a:gd name="connsiteY2" fmla="*/ 5429 h 141681"/>
                        <a:gd name="connsiteX3" fmla="*/ 604 w 106903"/>
                        <a:gd name="connsiteY3" fmla="*/ 30004 h 141681"/>
                        <a:gd name="connsiteX4" fmla="*/ 8034 w 106903"/>
                        <a:gd name="connsiteY4" fmla="*/ 66484 h 141681"/>
                        <a:gd name="connsiteX5" fmla="*/ 24131 w 106903"/>
                        <a:gd name="connsiteY5" fmla="*/ 93059 h 141681"/>
                        <a:gd name="connsiteX6" fmla="*/ 43276 w 106903"/>
                        <a:gd name="connsiteY6" fmla="*/ 119634 h 141681"/>
                        <a:gd name="connsiteX7" fmla="*/ 59850 w 106903"/>
                        <a:gd name="connsiteY7" fmla="*/ 134398 h 141681"/>
                        <a:gd name="connsiteX8" fmla="*/ 77376 w 106903"/>
                        <a:gd name="connsiteY8" fmla="*/ 141065 h 141681"/>
                        <a:gd name="connsiteX9" fmla="*/ 106332 w 106903"/>
                        <a:gd name="connsiteY9" fmla="*/ 132302 h 141681"/>
                        <a:gd name="connsiteX10" fmla="*/ 106903 w 106903"/>
                        <a:gd name="connsiteY10" fmla="*/ 131635 h 141681"/>
                        <a:gd name="connsiteX11" fmla="*/ 88901 w 106903"/>
                        <a:gd name="connsiteY11" fmla="*/ 114967 h 141681"/>
                        <a:gd name="connsiteX12" fmla="*/ 80709 w 106903"/>
                        <a:gd name="connsiteY12" fmla="*/ 106013 h 141681"/>
                        <a:gd name="connsiteX13" fmla="*/ 72804 w 106903"/>
                        <a:gd name="connsiteY13" fmla="*/ 96488 h 141681"/>
                        <a:gd name="connsiteX14" fmla="*/ 57754 w 106903"/>
                        <a:gd name="connsiteY14" fmla="*/ 77343 h 141681"/>
                        <a:gd name="connsiteX15" fmla="*/ 42229 w 106903"/>
                        <a:gd name="connsiteY15" fmla="*/ 58579 h 141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06903" h="141681">
                          <a:moveTo>
                            <a:pt x="42229" y="58579"/>
                          </a:moveTo>
                          <a:cubicBezTo>
                            <a:pt x="26512" y="41053"/>
                            <a:pt x="20988" y="17240"/>
                            <a:pt x="27941" y="0"/>
                          </a:cubicBezTo>
                          <a:lnTo>
                            <a:pt x="17178" y="5429"/>
                          </a:lnTo>
                          <a:cubicBezTo>
                            <a:pt x="8224" y="10001"/>
                            <a:pt x="2510" y="18955"/>
                            <a:pt x="604" y="30004"/>
                          </a:cubicBezTo>
                          <a:cubicBezTo>
                            <a:pt x="-1205" y="40957"/>
                            <a:pt x="985" y="54102"/>
                            <a:pt x="8034" y="66484"/>
                          </a:cubicBezTo>
                          <a:cubicBezTo>
                            <a:pt x="12987" y="75343"/>
                            <a:pt x="18416" y="84201"/>
                            <a:pt x="24131" y="93059"/>
                          </a:cubicBezTo>
                          <a:cubicBezTo>
                            <a:pt x="29942" y="101917"/>
                            <a:pt x="36323" y="110871"/>
                            <a:pt x="43276" y="119634"/>
                          </a:cubicBezTo>
                          <a:cubicBezTo>
                            <a:pt x="48420" y="125825"/>
                            <a:pt x="54135" y="131159"/>
                            <a:pt x="59850" y="134398"/>
                          </a:cubicBezTo>
                          <a:cubicBezTo>
                            <a:pt x="65565" y="137922"/>
                            <a:pt x="71661" y="140113"/>
                            <a:pt x="77376" y="141065"/>
                          </a:cubicBezTo>
                          <a:cubicBezTo>
                            <a:pt x="88806" y="143161"/>
                            <a:pt x="99474" y="139827"/>
                            <a:pt x="106332" y="132302"/>
                          </a:cubicBezTo>
                          <a:lnTo>
                            <a:pt x="106903" y="131635"/>
                          </a:lnTo>
                          <a:cubicBezTo>
                            <a:pt x="100426" y="126492"/>
                            <a:pt x="94616" y="120777"/>
                            <a:pt x="88901" y="114967"/>
                          </a:cubicBezTo>
                          <a:lnTo>
                            <a:pt x="80709" y="106013"/>
                          </a:lnTo>
                          <a:lnTo>
                            <a:pt x="72804" y="96488"/>
                          </a:lnTo>
                          <a:cubicBezTo>
                            <a:pt x="67851" y="90106"/>
                            <a:pt x="62898" y="83820"/>
                            <a:pt x="57754" y="77343"/>
                          </a:cubicBezTo>
                          <a:cubicBezTo>
                            <a:pt x="52801" y="71056"/>
                            <a:pt x="47849" y="64675"/>
                            <a:pt x="42229" y="58579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3" name="Forme libre : forme 13702">
                      <a:extLst>
                        <a:ext uri="{FF2B5EF4-FFF2-40B4-BE49-F238E27FC236}">
                          <a16:creationId xmlns:a16="http://schemas.microsoft.com/office/drawing/2014/main" id="{A48A31F8-6564-4939-8233-775168DAD5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1040" y="3117799"/>
                      <a:ext cx="50948" cy="60870"/>
                    </a:xfrm>
                    <a:custGeom>
                      <a:avLst/>
                      <a:gdLst>
                        <a:gd name="connsiteX0" fmla="*/ 46809 w 50948"/>
                        <a:gd name="connsiteY0" fmla="*/ 57740 h 60870"/>
                        <a:gd name="connsiteX1" fmla="*/ 29664 w 50948"/>
                        <a:gd name="connsiteY1" fmla="*/ 58978 h 60870"/>
                        <a:gd name="connsiteX2" fmla="*/ 18996 w 50948"/>
                        <a:gd name="connsiteY2" fmla="*/ 52501 h 60870"/>
                        <a:gd name="connsiteX3" fmla="*/ 9280 w 50948"/>
                        <a:gd name="connsiteY3" fmla="*/ 41833 h 60870"/>
                        <a:gd name="connsiteX4" fmla="*/ 41 w 50948"/>
                        <a:gd name="connsiteY4" fmla="*/ 17354 h 60870"/>
                        <a:gd name="connsiteX5" fmla="*/ 6518 w 50948"/>
                        <a:gd name="connsiteY5" fmla="*/ 1542 h 60870"/>
                        <a:gd name="connsiteX6" fmla="*/ 23282 w 50948"/>
                        <a:gd name="connsiteY6" fmla="*/ 3162 h 60870"/>
                        <a:gd name="connsiteX7" fmla="*/ 40903 w 50948"/>
                        <a:gd name="connsiteY7" fmla="*/ 19640 h 60870"/>
                        <a:gd name="connsiteX8" fmla="*/ 47189 w 50948"/>
                        <a:gd name="connsiteY8" fmla="*/ 30689 h 60870"/>
                        <a:gd name="connsiteX9" fmla="*/ 50523 w 50948"/>
                        <a:gd name="connsiteY9" fmla="*/ 41262 h 60870"/>
                        <a:gd name="connsiteX10" fmla="*/ 46809 w 50948"/>
                        <a:gd name="connsiteY10" fmla="*/ 57740 h 60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0948" h="60870">
                          <a:moveTo>
                            <a:pt x="46809" y="57740"/>
                          </a:moveTo>
                          <a:cubicBezTo>
                            <a:pt x="42904" y="61359"/>
                            <a:pt x="36521" y="61931"/>
                            <a:pt x="29664" y="58978"/>
                          </a:cubicBezTo>
                          <a:cubicBezTo>
                            <a:pt x="26235" y="57550"/>
                            <a:pt x="22329" y="55454"/>
                            <a:pt x="18996" y="52501"/>
                          </a:cubicBezTo>
                          <a:cubicBezTo>
                            <a:pt x="15662" y="49549"/>
                            <a:pt x="12137" y="46024"/>
                            <a:pt x="9280" y="41833"/>
                          </a:cubicBezTo>
                          <a:cubicBezTo>
                            <a:pt x="3470" y="33547"/>
                            <a:pt x="422" y="24593"/>
                            <a:pt x="41" y="17354"/>
                          </a:cubicBezTo>
                          <a:cubicBezTo>
                            <a:pt x="-340" y="10020"/>
                            <a:pt x="1946" y="4209"/>
                            <a:pt x="6518" y="1542"/>
                          </a:cubicBezTo>
                          <a:cubicBezTo>
                            <a:pt x="11090" y="-1125"/>
                            <a:pt x="17186" y="-172"/>
                            <a:pt x="23282" y="3162"/>
                          </a:cubicBezTo>
                          <a:cubicBezTo>
                            <a:pt x="29473" y="6496"/>
                            <a:pt x="35664" y="12306"/>
                            <a:pt x="40903" y="19640"/>
                          </a:cubicBezTo>
                          <a:cubicBezTo>
                            <a:pt x="43475" y="23355"/>
                            <a:pt x="45666" y="26974"/>
                            <a:pt x="47189" y="30689"/>
                          </a:cubicBezTo>
                          <a:cubicBezTo>
                            <a:pt x="48714" y="34499"/>
                            <a:pt x="49952" y="37833"/>
                            <a:pt x="50523" y="41262"/>
                          </a:cubicBezTo>
                          <a:cubicBezTo>
                            <a:pt x="51571" y="48120"/>
                            <a:pt x="50809" y="54121"/>
                            <a:pt x="46809" y="57740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4" name="Forme libre : forme 13703">
                      <a:extLst>
                        <a:ext uri="{FF2B5EF4-FFF2-40B4-BE49-F238E27FC236}">
                          <a16:creationId xmlns:a16="http://schemas.microsoft.com/office/drawing/2014/main" id="{CC663AF3-F956-4579-848D-B8F825FCF8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1040" y="3117843"/>
                      <a:ext cx="27949" cy="53981"/>
                    </a:xfrm>
                    <a:custGeom>
                      <a:avLst/>
                      <a:gdLst>
                        <a:gd name="connsiteX0" fmla="*/ 27949 w 27949"/>
                        <a:gd name="connsiteY0" fmla="*/ 6071 h 53981"/>
                        <a:gd name="connsiteX1" fmla="*/ 6518 w 27949"/>
                        <a:gd name="connsiteY1" fmla="*/ 1594 h 53981"/>
                        <a:gd name="connsiteX2" fmla="*/ 41 w 27949"/>
                        <a:gd name="connsiteY2" fmla="*/ 17406 h 53981"/>
                        <a:gd name="connsiteX3" fmla="*/ 9280 w 27949"/>
                        <a:gd name="connsiteY3" fmla="*/ 41885 h 53981"/>
                        <a:gd name="connsiteX4" fmla="*/ 20805 w 27949"/>
                        <a:gd name="connsiteY4" fmla="*/ 53982 h 53981"/>
                        <a:gd name="connsiteX5" fmla="*/ 16424 w 27949"/>
                        <a:gd name="connsiteY5" fmla="*/ 45885 h 53981"/>
                        <a:gd name="connsiteX6" fmla="*/ 15948 w 27949"/>
                        <a:gd name="connsiteY6" fmla="*/ 21978 h 53981"/>
                        <a:gd name="connsiteX7" fmla="*/ 27949 w 27949"/>
                        <a:gd name="connsiteY7" fmla="*/ 6071 h 53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949" h="53981">
                          <a:moveTo>
                            <a:pt x="27949" y="6071"/>
                          </a:moveTo>
                          <a:cubicBezTo>
                            <a:pt x="20234" y="547"/>
                            <a:pt x="12328" y="-1835"/>
                            <a:pt x="6518" y="1594"/>
                          </a:cubicBezTo>
                          <a:cubicBezTo>
                            <a:pt x="1946" y="4261"/>
                            <a:pt x="-340" y="10072"/>
                            <a:pt x="41" y="17406"/>
                          </a:cubicBezTo>
                          <a:cubicBezTo>
                            <a:pt x="422" y="24740"/>
                            <a:pt x="3470" y="33598"/>
                            <a:pt x="9280" y="41885"/>
                          </a:cubicBezTo>
                          <a:cubicBezTo>
                            <a:pt x="12614" y="46743"/>
                            <a:pt x="16805" y="50839"/>
                            <a:pt x="20805" y="53982"/>
                          </a:cubicBezTo>
                          <a:cubicBezTo>
                            <a:pt x="18996" y="51410"/>
                            <a:pt x="17471" y="48743"/>
                            <a:pt x="16424" y="45885"/>
                          </a:cubicBezTo>
                          <a:cubicBezTo>
                            <a:pt x="13852" y="37694"/>
                            <a:pt x="14043" y="29026"/>
                            <a:pt x="15948" y="21978"/>
                          </a:cubicBezTo>
                          <a:cubicBezTo>
                            <a:pt x="18043" y="14739"/>
                            <a:pt x="22139" y="9024"/>
                            <a:pt x="27949" y="6071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5" name="Forme libre : forme 13704">
                      <a:extLst>
                        <a:ext uri="{FF2B5EF4-FFF2-40B4-BE49-F238E27FC236}">
                          <a16:creationId xmlns:a16="http://schemas.microsoft.com/office/drawing/2014/main" id="{6865D7CF-2EEC-40A9-B61B-D8CCCFEF65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69326" y="3122901"/>
                      <a:ext cx="51793" cy="61329"/>
                    </a:xfrm>
                    <a:custGeom>
                      <a:avLst/>
                      <a:gdLst>
                        <a:gd name="connsiteX0" fmla="*/ 47761 w 51793"/>
                        <a:gd name="connsiteY0" fmla="*/ 58163 h 61329"/>
                        <a:gd name="connsiteX1" fmla="*/ 30521 w 51793"/>
                        <a:gd name="connsiteY1" fmla="*/ 59592 h 61329"/>
                        <a:gd name="connsiteX2" fmla="*/ 19662 w 51793"/>
                        <a:gd name="connsiteY2" fmla="*/ 53019 h 61329"/>
                        <a:gd name="connsiteX3" fmla="*/ 9661 w 51793"/>
                        <a:gd name="connsiteY3" fmla="*/ 42256 h 61329"/>
                        <a:gd name="connsiteX4" fmla="*/ 6327 w 51793"/>
                        <a:gd name="connsiteY4" fmla="*/ 1584 h 61329"/>
                        <a:gd name="connsiteX5" fmla="*/ 40999 w 51793"/>
                        <a:gd name="connsiteY5" fmla="*/ 19587 h 61329"/>
                        <a:gd name="connsiteX6" fmla="*/ 47571 w 51793"/>
                        <a:gd name="connsiteY6" fmla="*/ 30731 h 61329"/>
                        <a:gd name="connsiteX7" fmla="*/ 51190 w 51793"/>
                        <a:gd name="connsiteY7" fmla="*/ 41399 h 61329"/>
                        <a:gd name="connsiteX8" fmla="*/ 47761 w 51793"/>
                        <a:gd name="connsiteY8" fmla="*/ 58163 h 61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793" h="61329">
                          <a:moveTo>
                            <a:pt x="47761" y="58163"/>
                          </a:moveTo>
                          <a:cubicBezTo>
                            <a:pt x="43856" y="61782"/>
                            <a:pt x="37569" y="62354"/>
                            <a:pt x="30521" y="59592"/>
                          </a:cubicBezTo>
                          <a:cubicBezTo>
                            <a:pt x="26997" y="58163"/>
                            <a:pt x="23282" y="55972"/>
                            <a:pt x="19662" y="53019"/>
                          </a:cubicBezTo>
                          <a:cubicBezTo>
                            <a:pt x="16138" y="50067"/>
                            <a:pt x="12804" y="46447"/>
                            <a:pt x="9661" y="42256"/>
                          </a:cubicBezTo>
                          <a:cubicBezTo>
                            <a:pt x="-2341" y="25302"/>
                            <a:pt x="-2817" y="6918"/>
                            <a:pt x="6327" y="1584"/>
                          </a:cubicBezTo>
                          <a:cubicBezTo>
                            <a:pt x="15566" y="-3750"/>
                            <a:pt x="30521" y="4918"/>
                            <a:pt x="40999" y="19587"/>
                          </a:cubicBezTo>
                          <a:cubicBezTo>
                            <a:pt x="43761" y="23206"/>
                            <a:pt x="45856" y="27016"/>
                            <a:pt x="47571" y="30731"/>
                          </a:cubicBezTo>
                          <a:cubicBezTo>
                            <a:pt x="49381" y="34350"/>
                            <a:pt x="50524" y="37970"/>
                            <a:pt x="51190" y="41399"/>
                          </a:cubicBezTo>
                          <a:cubicBezTo>
                            <a:pt x="52523" y="48352"/>
                            <a:pt x="51762" y="54448"/>
                            <a:pt x="47761" y="5816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6" name="Forme libre : forme 13705">
                      <a:extLst>
                        <a:ext uri="{FF2B5EF4-FFF2-40B4-BE49-F238E27FC236}">
                          <a16:creationId xmlns:a16="http://schemas.microsoft.com/office/drawing/2014/main" id="{B0537228-D2EB-467E-B870-335C1A25E4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2138" y="3084363"/>
                      <a:ext cx="56855" cy="98881"/>
                    </a:xfrm>
                    <a:custGeom>
                      <a:avLst/>
                      <a:gdLst>
                        <a:gd name="connsiteX0" fmla="*/ 18942 w 56855"/>
                        <a:gd name="connsiteY0" fmla="*/ 10595 h 98881"/>
                        <a:gd name="connsiteX1" fmla="*/ 4369 w 56855"/>
                        <a:gd name="connsiteY1" fmla="*/ 21073 h 98881"/>
                        <a:gd name="connsiteX2" fmla="*/ 5417 w 56855"/>
                        <a:gd name="connsiteY2" fmla="*/ 62316 h 98881"/>
                        <a:gd name="connsiteX3" fmla="*/ 29801 w 56855"/>
                        <a:gd name="connsiteY3" fmla="*/ 94415 h 98881"/>
                        <a:gd name="connsiteX4" fmla="*/ 51518 w 56855"/>
                        <a:gd name="connsiteY4" fmla="*/ 93844 h 98881"/>
                        <a:gd name="connsiteX5" fmla="*/ 50756 w 56855"/>
                        <a:gd name="connsiteY5" fmla="*/ 78127 h 98881"/>
                        <a:gd name="connsiteX6" fmla="*/ 51613 w 56855"/>
                        <a:gd name="connsiteY6" fmla="*/ 41647 h 98881"/>
                        <a:gd name="connsiteX7" fmla="*/ 51613 w 56855"/>
                        <a:gd name="connsiteY7" fmla="*/ 3166 h 98881"/>
                        <a:gd name="connsiteX8" fmla="*/ 18942 w 56855"/>
                        <a:gd name="connsiteY8" fmla="*/ 10595 h 98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855" h="98881">
                          <a:moveTo>
                            <a:pt x="18942" y="10595"/>
                          </a:moveTo>
                          <a:cubicBezTo>
                            <a:pt x="13513" y="13167"/>
                            <a:pt x="7989" y="15929"/>
                            <a:pt x="4369" y="21073"/>
                          </a:cubicBezTo>
                          <a:cubicBezTo>
                            <a:pt x="-2584" y="30883"/>
                            <a:pt x="-489" y="47552"/>
                            <a:pt x="5417" y="62316"/>
                          </a:cubicBezTo>
                          <a:cubicBezTo>
                            <a:pt x="10560" y="74603"/>
                            <a:pt x="18561" y="87176"/>
                            <a:pt x="29801" y="94415"/>
                          </a:cubicBezTo>
                          <a:cubicBezTo>
                            <a:pt x="37897" y="99940"/>
                            <a:pt x="48851" y="100988"/>
                            <a:pt x="51518" y="93844"/>
                          </a:cubicBezTo>
                          <a:cubicBezTo>
                            <a:pt x="53137" y="89462"/>
                            <a:pt x="51613" y="83557"/>
                            <a:pt x="50756" y="78127"/>
                          </a:cubicBezTo>
                          <a:cubicBezTo>
                            <a:pt x="48374" y="65269"/>
                            <a:pt x="48946" y="52886"/>
                            <a:pt x="51613" y="41647"/>
                          </a:cubicBezTo>
                          <a:cubicBezTo>
                            <a:pt x="53708" y="32026"/>
                            <a:pt x="62281" y="12976"/>
                            <a:pt x="51613" y="3166"/>
                          </a:cubicBezTo>
                          <a:cubicBezTo>
                            <a:pt x="41898" y="-5883"/>
                            <a:pt x="26467" y="6976"/>
                            <a:pt x="18942" y="1059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7" name="Forme libre : forme 13706">
                      <a:extLst>
                        <a:ext uri="{FF2B5EF4-FFF2-40B4-BE49-F238E27FC236}">
                          <a16:creationId xmlns:a16="http://schemas.microsoft.com/office/drawing/2014/main" id="{F8456AAE-6788-45D5-A7F7-63CCF5C1FE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81283" y="3098491"/>
                      <a:ext cx="27239" cy="20118"/>
                    </a:xfrm>
                    <a:custGeom>
                      <a:avLst/>
                      <a:gdLst>
                        <a:gd name="connsiteX0" fmla="*/ 6276 w 27239"/>
                        <a:gd name="connsiteY0" fmla="*/ 87 h 20118"/>
                        <a:gd name="connsiteX1" fmla="*/ 1895 w 27239"/>
                        <a:gd name="connsiteY1" fmla="*/ 658 h 20118"/>
                        <a:gd name="connsiteX2" fmla="*/ 85 w 27239"/>
                        <a:gd name="connsiteY2" fmla="*/ 4659 h 20118"/>
                        <a:gd name="connsiteX3" fmla="*/ 2657 w 27239"/>
                        <a:gd name="connsiteY3" fmla="*/ 8945 h 20118"/>
                        <a:gd name="connsiteX4" fmla="*/ 12087 w 27239"/>
                        <a:gd name="connsiteY4" fmla="*/ 17232 h 20118"/>
                        <a:gd name="connsiteX5" fmla="*/ 16373 w 27239"/>
                        <a:gd name="connsiteY5" fmla="*/ 19613 h 20118"/>
                        <a:gd name="connsiteX6" fmla="*/ 25231 w 27239"/>
                        <a:gd name="connsiteY6" fmla="*/ 10183 h 20118"/>
                        <a:gd name="connsiteX7" fmla="*/ 6276 w 27239"/>
                        <a:gd name="connsiteY7" fmla="*/ 87 h 201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239" h="20118">
                          <a:moveTo>
                            <a:pt x="6276" y="87"/>
                          </a:moveTo>
                          <a:cubicBezTo>
                            <a:pt x="4752" y="-104"/>
                            <a:pt x="3133" y="-9"/>
                            <a:pt x="1895" y="658"/>
                          </a:cubicBezTo>
                          <a:cubicBezTo>
                            <a:pt x="656" y="1325"/>
                            <a:pt x="-296" y="2944"/>
                            <a:pt x="85" y="4659"/>
                          </a:cubicBezTo>
                          <a:cubicBezTo>
                            <a:pt x="371" y="6278"/>
                            <a:pt x="1514" y="7707"/>
                            <a:pt x="2657" y="8945"/>
                          </a:cubicBezTo>
                          <a:cubicBezTo>
                            <a:pt x="5610" y="12088"/>
                            <a:pt x="8753" y="14850"/>
                            <a:pt x="12087" y="17232"/>
                          </a:cubicBezTo>
                          <a:cubicBezTo>
                            <a:pt x="13420" y="18184"/>
                            <a:pt x="14849" y="19137"/>
                            <a:pt x="16373" y="19613"/>
                          </a:cubicBezTo>
                          <a:cubicBezTo>
                            <a:pt x="22754" y="21613"/>
                            <a:pt x="31137" y="17518"/>
                            <a:pt x="25231" y="10183"/>
                          </a:cubicBezTo>
                          <a:cubicBezTo>
                            <a:pt x="20659" y="4373"/>
                            <a:pt x="12467" y="753"/>
                            <a:pt x="6276" y="8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8" name="Forme libre : forme 13707">
                      <a:extLst>
                        <a:ext uri="{FF2B5EF4-FFF2-40B4-BE49-F238E27FC236}">
                          <a16:creationId xmlns:a16="http://schemas.microsoft.com/office/drawing/2014/main" id="{525F1F10-635F-41DB-BA27-63F2973ACB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1367" y="3193256"/>
                      <a:ext cx="60007" cy="16240"/>
                    </a:xfrm>
                    <a:custGeom>
                      <a:avLst/>
                      <a:gdLst>
                        <a:gd name="connsiteX0" fmla="*/ 60007 w 60007"/>
                        <a:gd name="connsiteY0" fmla="*/ 6858 h 16240"/>
                        <a:gd name="connsiteX1" fmla="*/ 45434 w 60007"/>
                        <a:gd name="connsiteY1" fmla="*/ 15240 h 16240"/>
                        <a:gd name="connsiteX2" fmla="*/ 26765 w 60007"/>
                        <a:gd name="connsiteY2" fmla="*/ 14954 h 16240"/>
                        <a:gd name="connsiteX3" fmla="*/ 0 w 60007"/>
                        <a:gd name="connsiteY3" fmla="*/ 0 h 16240"/>
                        <a:gd name="connsiteX4" fmla="*/ 5620 w 60007"/>
                        <a:gd name="connsiteY4" fmla="*/ 3810 h 16240"/>
                        <a:gd name="connsiteX5" fmla="*/ 20002 w 60007"/>
                        <a:gd name="connsiteY5" fmla="*/ 10382 h 16240"/>
                        <a:gd name="connsiteX6" fmla="*/ 60007 w 60007"/>
                        <a:gd name="connsiteY6" fmla="*/ 6858 h 162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0007" h="16240">
                          <a:moveTo>
                            <a:pt x="60007" y="6858"/>
                          </a:moveTo>
                          <a:cubicBezTo>
                            <a:pt x="60007" y="6858"/>
                            <a:pt x="55245" y="12763"/>
                            <a:pt x="45434" y="15240"/>
                          </a:cubicBezTo>
                          <a:cubicBezTo>
                            <a:pt x="40577" y="16478"/>
                            <a:pt x="34385" y="16764"/>
                            <a:pt x="26765" y="14954"/>
                          </a:cubicBezTo>
                          <a:cubicBezTo>
                            <a:pt x="19241" y="12954"/>
                            <a:pt x="10383" y="9049"/>
                            <a:pt x="0" y="0"/>
                          </a:cubicBezTo>
                          <a:cubicBezTo>
                            <a:pt x="0" y="0"/>
                            <a:pt x="2096" y="1619"/>
                            <a:pt x="5620" y="3810"/>
                          </a:cubicBezTo>
                          <a:cubicBezTo>
                            <a:pt x="9144" y="6096"/>
                            <a:pt x="14192" y="8668"/>
                            <a:pt x="20002" y="10382"/>
                          </a:cubicBezTo>
                          <a:cubicBezTo>
                            <a:pt x="31623" y="14288"/>
                            <a:pt x="46673" y="15049"/>
                            <a:pt x="60007" y="68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9" name="Forme libre : forme 13708">
                      <a:extLst>
                        <a:ext uri="{FF2B5EF4-FFF2-40B4-BE49-F238E27FC236}">
                          <a16:creationId xmlns:a16="http://schemas.microsoft.com/office/drawing/2014/main" id="{076C44CC-A0E2-4253-94CE-A01F29404C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66223" y="3068293"/>
                      <a:ext cx="54387" cy="25140"/>
                    </a:xfrm>
                    <a:custGeom>
                      <a:avLst/>
                      <a:gdLst>
                        <a:gd name="connsiteX0" fmla="*/ 54387 w 54387"/>
                        <a:gd name="connsiteY0" fmla="*/ 25141 h 25140"/>
                        <a:gd name="connsiteX1" fmla="*/ 50578 w 54387"/>
                        <a:gd name="connsiteY1" fmla="*/ 20188 h 25140"/>
                        <a:gd name="connsiteX2" fmla="*/ 39814 w 54387"/>
                        <a:gd name="connsiteY2" fmla="*/ 9806 h 25140"/>
                        <a:gd name="connsiteX3" fmla="*/ 0 w 54387"/>
                        <a:gd name="connsiteY3" fmla="*/ 2376 h 25140"/>
                        <a:gd name="connsiteX4" fmla="*/ 18669 w 54387"/>
                        <a:gd name="connsiteY4" fmla="*/ 3043 h 25140"/>
                        <a:gd name="connsiteX5" fmla="*/ 54387 w 54387"/>
                        <a:gd name="connsiteY5" fmla="*/ 25141 h 25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4387" h="25140">
                          <a:moveTo>
                            <a:pt x="54387" y="25141"/>
                          </a:moveTo>
                          <a:cubicBezTo>
                            <a:pt x="54387" y="25141"/>
                            <a:pt x="53054" y="23141"/>
                            <a:pt x="50578" y="20188"/>
                          </a:cubicBezTo>
                          <a:cubicBezTo>
                            <a:pt x="48101" y="17140"/>
                            <a:pt x="44482" y="13330"/>
                            <a:pt x="39814" y="9806"/>
                          </a:cubicBezTo>
                          <a:cubicBezTo>
                            <a:pt x="30480" y="2567"/>
                            <a:pt x="16954" y="-3529"/>
                            <a:pt x="0" y="2376"/>
                          </a:cubicBezTo>
                          <a:cubicBezTo>
                            <a:pt x="0" y="2376"/>
                            <a:pt x="7905" y="757"/>
                            <a:pt x="18669" y="3043"/>
                          </a:cubicBezTo>
                          <a:cubicBezTo>
                            <a:pt x="29337" y="5234"/>
                            <a:pt x="42863" y="11235"/>
                            <a:pt x="54387" y="25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0" name="Forme libre : forme 13709">
                      <a:extLst>
                        <a:ext uri="{FF2B5EF4-FFF2-40B4-BE49-F238E27FC236}">
                          <a16:creationId xmlns:a16="http://schemas.microsoft.com/office/drawing/2014/main" id="{3EF0DD02-3946-42A7-80B2-24000A016B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99372" y="3137092"/>
                      <a:ext cx="15554" cy="24111"/>
                    </a:xfrm>
                    <a:custGeom>
                      <a:avLst/>
                      <a:gdLst>
                        <a:gd name="connsiteX0" fmla="*/ 12666 w 15554"/>
                        <a:gd name="connsiteY0" fmla="*/ 23969 h 24111"/>
                        <a:gd name="connsiteX1" fmla="*/ 1427 w 15554"/>
                        <a:gd name="connsiteY1" fmla="*/ 13492 h 24111"/>
                        <a:gd name="connsiteX2" fmla="*/ 3427 w 15554"/>
                        <a:gd name="connsiteY2" fmla="*/ 61 h 24111"/>
                        <a:gd name="connsiteX3" fmla="*/ 14000 w 15554"/>
                        <a:gd name="connsiteY3" fmla="*/ 10539 h 24111"/>
                        <a:gd name="connsiteX4" fmla="*/ 12666 w 15554"/>
                        <a:gd name="connsiteY4" fmla="*/ 23969 h 24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54" h="24111">
                          <a:moveTo>
                            <a:pt x="12666" y="23969"/>
                          </a:moveTo>
                          <a:cubicBezTo>
                            <a:pt x="9142" y="25017"/>
                            <a:pt x="4093" y="20159"/>
                            <a:pt x="1427" y="13492"/>
                          </a:cubicBezTo>
                          <a:cubicBezTo>
                            <a:pt x="-1145" y="6729"/>
                            <a:pt x="-98" y="728"/>
                            <a:pt x="3427" y="61"/>
                          </a:cubicBezTo>
                          <a:cubicBezTo>
                            <a:pt x="6951" y="-605"/>
                            <a:pt x="11428" y="4252"/>
                            <a:pt x="14000" y="10539"/>
                          </a:cubicBezTo>
                          <a:cubicBezTo>
                            <a:pt x="16381" y="17016"/>
                            <a:pt x="16095" y="22921"/>
                            <a:pt x="12666" y="2396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1" name="Forme libre : forme 13710">
                      <a:extLst>
                        <a:ext uri="{FF2B5EF4-FFF2-40B4-BE49-F238E27FC236}">
                          <a16:creationId xmlns:a16="http://schemas.microsoft.com/office/drawing/2014/main" id="{BFD9AEAF-5571-4284-A1D6-24DF5B5969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10299" y="3156827"/>
                      <a:ext cx="6170" cy="6467"/>
                    </a:xfrm>
                    <a:custGeom>
                      <a:avLst/>
                      <a:gdLst>
                        <a:gd name="connsiteX0" fmla="*/ 5359 w 6170"/>
                        <a:gd name="connsiteY0" fmla="*/ 5948 h 6467"/>
                        <a:gd name="connsiteX1" fmla="*/ 978 w 6170"/>
                        <a:gd name="connsiteY1" fmla="*/ 4996 h 6467"/>
                        <a:gd name="connsiteX2" fmla="*/ 882 w 6170"/>
                        <a:gd name="connsiteY2" fmla="*/ 519 h 6467"/>
                        <a:gd name="connsiteX3" fmla="*/ 5264 w 6170"/>
                        <a:gd name="connsiteY3" fmla="*/ 1472 h 6467"/>
                        <a:gd name="connsiteX4" fmla="*/ 5359 w 6170"/>
                        <a:gd name="connsiteY4" fmla="*/ 5948 h 6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70" h="6467">
                          <a:moveTo>
                            <a:pt x="5359" y="5948"/>
                          </a:moveTo>
                          <a:cubicBezTo>
                            <a:pt x="4217" y="6901"/>
                            <a:pt x="2216" y="6520"/>
                            <a:pt x="978" y="4996"/>
                          </a:cubicBezTo>
                          <a:cubicBezTo>
                            <a:pt x="-261" y="3472"/>
                            <a:pt x="-356" y="1567"/>
                            <a:pt x="882" y="519"/>
                          </a:cubicBezTo>
                          <a:cubicBezTo>
                            <a:pt x="2025" y="-433"/>
                            <a:pt x="4026" y="-52"/>
                            <a:pt x="5264" y="1472"/>
                          </a:cubicBezTo>
                          <a:cubicBezTo>
                            <a:pt x="6407" y="2996"/>
                            <a:pt x="6502" y="4901"/>
                            <a:pt x="5359" y="59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2" name="Forme libre : forme 13711">
                      <a:extLst>
                        <a:ext uri="{FF2B5EF4-FFF2-40B4-BE49-F238E27FC236}">
                          <a16:creationId xmlns:a16="http://schemas.microsoft.com/office/drawing/2014/main" id="{090E2646-17F7-4E49-982C-0029D12411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23160" y="3120674"/>
                      <a:ext cx="26502" cy="69396"/>
                    </a:xfrm>
                    <a:custGeom>
                      <a:avLst/>
                      <a:gdLst>
                        <a:gd name="connsiteX0" fmla="*/ 24978 w 26502"/>
                        <a:gd name="connsiteY0" fmla="*/ 45721 h 69396"/>
                        <a:gd name="connsiteX1" fmla="*/ 11358 w 26502"/>
                        <a:gd name="connsiteY1" fmla="*/ 66581 h 69396"/>
                        <a:gd name="connsiteX2" fmla="*/ 2500 w 26502"/>
                        <a:gd name="connsiteY2" fmla="*/ 68295 h 69396"/>
                        <a:gd name="connsiteX3" fmla="*/ 499 w 26502"/>
                        <a:gd name="connsiteY3" fmla="*/ 59342 h 69396"/>
                        <a:gd name="connsiteX4" fmla="*/ 6881 w 26502"/>
                        <a:gd name="connsiteY4" fmla="*/ 32957 h 69396"/>
                        <a:gd name="connsiteX5" fmla="*/ 1357 w 26502"/>
                        <a:gd name="connsiteY5" fmla="*/ 14384 h 69396"/>
                        <a:gd name="connsiteX6" fmla="*/ 4119 w 26502"/>
                        <a:gd name="connsiteY6" fmla="*/ 1 h 69396"/>
                        <a:gd name="connsiteX7" fmla="*/ 17454 w 26502"/>
                        <a:gd name="connsiteY7" fmla="*/ 10574 h 69396"/>
                        <a:gd name="connsiteX8" fmla="*/ 25359 w 26502"/>
                        <a:gd name="connsiteY8" fmla="*/ 25814 h 69396"/>
                        <a:gd name="connsiteX9" fmla="*/ 24978 w 26502"/>
                        <a:gd name="connsiteY9" fmla="*/ 45721 h 69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6502" h="69396">
                          <a:moveTo>
                            <a:pt x="24978" y="45721"/>
                          </a:moveTo>
                          <a:cubicBezTo>
                            <a:pt x="22502" y="53913"/>
                            <a:pt x="17263" y="60771"/>
                            <a:pt x="11358" y="66581"/>
                          </a:cubicBezTo>
                          <a:cubicBezTo>
                            <a:pt x="9167" y="68771"/>
                            <a:pt x="5643" y="70676"/>
                            <a:pt x="2500" y="68295"/>
                          </a:cubicBezTo>
                          <a:cubicBezTo>
                            <a:pt x="-358" y="66104"/>
                            <a:pt x="-358" y="62199"/>
                            <a:pt x="499" y="59342"/>
                          </a:cubicBezTo>
                          <a:cubicBezTo>
                            <a:pt x="3071" y="50483"/>
                            <a:pt x="7738" y="42482"/>
                            <a:pt x="6881" y="32957"/>
                          </a:cubicBezTo>
                          <a:cubicBezTo>
                            <a:pt x="6595" y="30005"/>
                            <a:pt x="3071" y="22004"/>
                            <a:pt x="1357" y="14384"/>
                          </a:cubicBezTo>
                          <a:cubicBezTo>
                            <a:pt x="-453" y="6859"/>
                            <a:pt x="-644" y="-94"/>
                            <a:pt x="4119" y="1"/>
                          </a:cubicBezTo>
                          <a:cubicBezTo>
                            <a:pt x="8881" y="191"/>
                            <a:pt x="13644" y="5049"/>
                            <a:pt x="17454" y="10574"/>
                          </a:cubicBezTo>
                          <a:cubicBezTo>
                            <a:pt x="21359" y="16098"/>
                            <a:pt x="24026" y="22099"/>
                            <a:pt x="25359" y="25814"/>
                          </a:cubicBezTo>
                          <a:cubicBezTo>
                            <a:pt x="27074" y="32481"/>
                            <a:pt x="26788" y="39625"/>
                            <a:pt x="24978" y="457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07" name="Graphique 1">
                    <a:extLst>
                      <a:ext uri="{FF2B5EF4-FFF2-40B4-BE49-F238E27FC236}">
                        <a16:creationId xmlns:a16="http://schemas.microsoft.com/office/drawing/2014/main" id="{5F4FBA63-2D48-470E-9BC7-4AADBDFABB29}"/>
                      </a:ext>
                    </a:extLst>
                  </p:cNvPr>
                  <p:cNvGrpSpPr/>
                  <p:nvPr/>
                </p:nvGrpSpPr>
                <p:grpSpPr>
                  <a:xfrm>
                    <a:off x="5624458" y="3174204"/>
                    <a:ext cx="152075" cy="135413"/>
                    <a:chOff x="5624458" y="3174204"/>
                    <a:chExt cx="152075" cy="135413"/>
                  </a:xfrm>
                  <a:solidFill>
                    <a:schemeClr val="accent1"/>
                  </a:solidFill>
                </p:grpSpPr>
                <p:sp>
                  <p:nvSpPr>
                    <p:cNvPr id="13689" name="Forme libre : forme 13688">
                      <a:extLst>
                        <a:ext uri="{FF2B5EF4-FFF2-40B4-BE49-F238E27FC236}">
                          <a16:creationId xmlns:a16="http://schemas.microsoft.com/office/drawing/2014/main" id="{596C817B-443B-40E6-8758-56A503BB8A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24458" y="3174204"/>
                      <a:ext cx="152075" cy="135222"/>
                    </a:xfrm>
                    <a:custGeom>
                      <a:avLst/>
                      <a:gdLst>
                        <a:gd name="connsiteX0" fmla="*/ 76258 w 152075"/>
                        <a:gd name="connsiteY0" fmla="*/ 127637 h 135222"/>
                        <a:gd name="connsiteX1" fmla="*/ 49302 w 152075"/>
                        <a:gd name="connsiteY1" fmla="*/ 111540 h 135222"/>
                        <a:gd name="connsiteX2" fmla="*/ 23489 w 152075"/>
                        <a:gd name="connsiteY2" fmla="*/ 93728 h 135222"/>
                        <a:gd name="connsiteX3" fmla="*/ 1201 w 152075"/>
                        <a:gd name="connsiteY3" fmla="*/ 61819 h 135222"/>
                        <a:gd name="connsiteX4" fmla="*/ 7583 w 152075"/>
                        <a:gd name="connsiteY4" fmla="*/ 32101 h 135222"/>
                        <a:gd name="connsiteX5" fmla="*/ 26823 w 152075"/>
                        <a:gd name="connsiteY5" fmla="*/ 11146 h 135222"/>
                        <a:gd name="connsiteX6" fmla="*/ 54160 w 152075"/>
                        <a:gd name="connsiteY6" fmla="*/ 2 h 135222"/>
                        <a:gd name="connsiteX7" fmla="*/ 84640 w 152075"/>
                        <a:gd name="connsiteY7" fmla="*/ 9717 h 135222"/>
                        <a:gd name="connsiteX8" fmla="*/ 105118 w 152075"/>
                        <a:gd name="connsiteY8" fmla="*/ 23433 h 135222"/>
                        <a:gd name="connsiteX9" fmla="*/ 126360 w 152075"/>
                        <a:gd name="connsiteY9" fmla="*/ 35721 h 135222"/>
                        <a:gd name="connsiteX10" fmla="*/ 139409 w 152075"/>
                        <a:gd name="connsiteY10" fmla="*/ 45722 h 135222"/>
                        <a:gd name="connsiteX11" fmla="*/ 148172 w 152075"/>
                        <a:gd name="connsiteY11" fmla="*/ 58676 h 135222"/>
                        <a:gd name="connsiteX12" fmla="*/ 149791 w 152075"/>
                        <a:gd name="connsiteY12" fmla="*/ 88394 h 135222"/>
                        <a:gd name="connsiteX13" fmla="*/ 139123 w 152075"/>
                        <a:gd name="connsiteY13" fmla="*/ 115255 h 135222"/>
                        <a:gd name="connsiteX14" fmla="*/ 114930 w 152075"/>
                        <a:gd name="connsiteY14" fmla="*/ 134209 h 135222"/>
                        <a:gd name="connsiteX15" fmla="*/ 96260 w 152075"/>
                        <a:gd name="connsiteY15" fmla="*/ 134495 h 135222"/>
                        <a:gd name="connsiteX16" fmla="*/ 76258 w 152075"/>
                        <a:gd name="connsiteY16" fmla="*/ 127637 h 135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52075" h="135222">
                          <a:moveTo>
                            <a:pt x="76258" y="127637"/>
                          </a:moveTo>
                          <a:cubicBezTo>
                            <a:pt x="67018" y="122589"/>
                            <a:pt x="58065" y="117255"/>
                            <a:pt x="49302" y="111540"/>
                          </a:cubicBezTo>
                          <a:cubicBezTo>
                            <a:pt x="40539" y="105825"/>
                            <a:pt x="31871" y="100015"/>
                            <a:pt x="23489" y="93728"/>
                          </a:cubicBezTo>
                          <a:cubicBezTo>
                            <a:pt x="11583" y="85060"/>
                            <a:pt x="3963" y="73154"/>
                            <a:pt x="1201" y="61819"/>
                          </a:cubicBezTo>
                          <a:cubicBezTo>
                            <a:pt x="-1656" y="50580"/>
                            <a:pt x="630" y="39626"/>
                            <a:pt x="7583" y="32101"/>
                          </a:cubicBezTo>
                          <a:lnTo>
                            <a:pt x="26823" y="11146"/>
                          </a:lnTo>
                          <a:cubicBezTo>
                            <a:pt x="33872" y="3526"/>
                            <a:pt x="43683" y="192"/>
                            <a:pt x="54160" y="2"/>
                          </a:cubicBezTo>
                          <a:cubicBezTo>
                            <a:pt x="64542" y="-93"/>
                            <a:pt x="75210" y="3145"/>
                            <a:pt x="84640" y="9717"/>
                          </a:cubicBezTo>
                          <a:cubicBezTo>
                            <a:pt x="91212" y="14575"/>
                            <a:pt x="98165" y="19052"/>
                            <a:pt x="105118" y="23433"/>
                          </a:cubicBezTo>
                          <a:cubicBezTo>
                            <a:pt x="112072" y="27815"/>
                            <a:pt x="119121" y="31911"/>
                            <a:pt x="126360" y="35721"/>
                          </a:cubicBezTo>
                          <a:cubicBezTo>
                            <a:pt x="131408" y="38483"/>
                            <a:pt x="135789" y="41626"/>
                            <a:pt x="139409" y="45722"/>
                          </a:cubicBezTo>
                          <a:cubicBezTo>
                            <a:pt x="143028" y="49723"/>
                            <a:pt x="146076" y="53914"/>
                            <a:pt x="148172" y="58676"/>
                          </a:cubicBezTo>
                          <a:cubicBezTo>
                            <a:pt x="152363" y="68201"/>
                            <a:pt x="153601" y="78583"/>
                            <a:pt x="149791" y="88394"/>
                          </a:cubicBezTo>
                          <a:lnTo>
                            <a:pt x="139123" y="115255"/>
                          </a:lnTo>
                          <a:cubicBezTo>
                            <a:pt x="135313" y="124875"/>
                            <a:pt x="126360" y="132018"/>
                            <a:pt x="114930" y="134209"/>
                          </a:cubicBezTo>
                          <a:cubicBezTo>
                            <a:pt x="109214" y="135352"/>
                            <a:pt x="102737" y="135638"/>
                            <a:pt x="96260" y="134495"/>
                          </a:cubicBezTo>
                          <a:cubicBezTo>
                            <a:pt x="89593" y="133352"/>
                            <a:pt x="82640" y="131257"/>
                            <a:pt x="76258" y="127637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0" name="Forme libre : forme 13689">
                      <a:extLst>
                        <a:ext uri="{FF2B5EF4-FFF2-40B4-BE49-F238E27FC236}">
                          <a16:creationId xmlns:a16="http://schemas.microsoft.com/office/drawing/2014/main" id="{8A81F954-86C7-40BB-8289-C3D97B791C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24458" y="3197351"/>
                      <a:ext cx="139313" cy="112265"/>
                    </a:xfrm>
                    <a:custGeom>
                      <a:avLst/>
                      <a:gdLst>
                        <a:gd name="connsiteX0" fmla="*/ 51969 w 139313"/>
                        <a:gd name="connsiteY0" fmla="*/ 49054 h 112265"/>
                        <a:gd name="connsiteX1" fmla="*/ 25490 w 139313"/>
                        <a:gd name="connsiteY1" fmla="*/ 28099 h 112265"/>
                        <a:gd name="connsiteX2" fmla="*/ 15869 w 139313"/>
                        <a:gd name="connsiteY2" fmla="*/ 0 h 112265"/>
                        <a:gd name="connsiteX3" fmla="*/ 7583 w 139313"/>
                        <a:gd name="connsiteY3" fmla="*/ 9049 h 112265"/>
                        <a:gd name="connsiteX4" fmla="*/ 1201 w 139313"/>
                        <a:gd name="connsiteY4" fmla="*/ 38767 h 112265"/>
                        <a:gd name="connsiteX5" fmla="*/ 23489 w 139313"/>
                        <a:gd name="connsiteY5" fmla="*/ 70676 h 112265"/>
                        <a:gd name="connsiteX6" fmla="*/ 49302 w 139313"/>
                        <a:gd name="connsiteY6" fmla="*/ 88487 h 112265"/>
                        <a:gd name="connsiteX7" fmla="*/ 76258 w 139313"/>
                        <a:gd name="connsiteY7" fmla="*/ 104585 h 112265"/>
                        <a:gd name="connsiteX8" fmla="*/ 96070 w 139313"/>
                        <a:gd name="connsiteY8" fmla="*/ 111538 h 112265"/>
                        <a:gd name="connsiteX9" fmla="*/ 114739 w 139313"/>
                        <a:gd name="connsiteY9" fmla="*/ 111252 h 112265"/>
                        <a:gd name="connsiteX10" fmla="*/ 138933 w 139313"/>
                        <a:gd name="connsiteY10" fmla="*/ 92297 h 112265"/>
                        <a:gd name="connsiteX11" fmla="*/ 139313 w 139313"/>
                        <a:gd name="connsiteY11" fmla="*/ 91440 h 112265"/>
                        <a:gd name="connsiteX12" fmla="*/ 95117 w 139313"/>
                        <a:gd name="connsiteY12" fmla="*/ 71152 h 112265"/>
                        <a:gd name="connsiteX13" fmla="*/ 51969 w 139313"/>
                        <a:gd name="connsiteY13" fmla="*/ 49054 h 112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9313" h="112265">
                          <a:moveTo>
                            <a:pt x="51969" y="49054"/>
                          </a:moveTo>
                          <a:cubicBezTo>
                            <a:pt x="41206" y="44291"/>
                            <a:pt x="31871" y="36862"/>
                            <a:pt x="25490" y="28099"/>
                          </a:cubicBezTo>
                          <a:cubicBezTo>
                            <a:pt x="19108" y="19336"/>
                            <a:pt x="15584" y="9525"/>
                            <a:pt x="15869" y="0"/>
                          </a:cubicBezTo>
                          <a:lnTo>
                            <a:pt x="7583" y="9049"/>
                          </a:lnTo>
                          <a:cubicBezTo>
                            <a:pt x="630" y="16574"/>
                            <a:pt x="-1656" y="27527"/>
                            <a:pt x="1201" y="38767"/>
                          </a:cubicBezTo>
                          <a:cubicBezTo>
                            <a:pt x="3963" y="50102"/>
                            <a:pt x="11583" y="62008"/>
                            <a:pt x="23489" y="70676"/>
                          </a:cubicBezTo>
                          <a:cubicBezTo>
                            <a:pt x="31776" y="76962"/>
                            <a:pt x="40539" y="82772"/>
                            <a:pt x="49302" y="88487"/>
                          </a:cubicBezTo>
                          <a:cubicBezTo>
                            <a:pt x="58065" y="94107"/>
                            <a:pt x="67114" y="99536"/>
                            <a:pt x="76258" y="104585"/>
                          </a:cubicBezTo>
                          <a:cubicBezTo>
                            <a:pt x="82640" y="108204"/>
                            <a:pt x="89498" y="110300"/>
                            <a:pt x="96070" y="111538"/>
                          </a:cubicBezTo>
                          <a:cubicBezTo>
                            <a:pt x="102642" y="112681"/>
                            <a:pt x="109119" y="112395"/>
                            <a:pt x="114739" y="111252"/>
                          </a:cubicBezTo>
                          <a:cubicBezTo>
                            <a:pt x="126169" y="108966"/>
                            <a:pt x="135122" y="101918"/>
                            <a:pt x="138933" y="92297"/>
                          </a:cubicBezTo>
                          <a:lnTo>
                            <a:pt x="139313" y="91440"/>
                          </a:lnTo>
                          <a:cubicBezTo>
                            <a:pt x="123502" y="86392"/>
                            <a:pt x="109214" y="78772"/>
                            <a:pt x="95117" y="71152"/>
                          </a:cubicBezTo>
                          <a:cubicBezTo>
                            <a:pt x="81021" y="63437"/>
                            <a:pt x="67209" y="55626"/>
                            <a:pt x="51969" y="49054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1" name="Forme libre : forme 13690">
                      <a:extLst>
                        <a:ext uri="{FF2B5EF4-FFF2-40B4-BE49-F238E27FC236}">
                          <a16:creationId xmlns:a16="http://schemas.microsoft.com/office/drawing/2014/main" id="{18AC9CAD-8866-44CF-85DE-6DB6D02EBA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77814" y="3224160"/>
                      <a:ext cx="62697" cy="49324"/>
                    </a:xfrm>
                    <a:custGeom>
                      <a:avLst/>
                      <a:gdLst>
                        <a:gd name="connsiteX0" fmla="*/ 61478 w 62697"/>
                        <a:gd name="connsiteY0" fmla="*/ 41485 h 49324"/>
                        <a:gd name="connsiteX1" fmla="*/ 45953 w 62697"/>
                        <a:gd name="connsiteY1" fmla="*/ 49296 h 49324"/>
                        <a:gd name="connsiteX2" fmla="*/ 33951 w 62697"/>
                        <a:gd name="connsiteY2" fmla="*/ 47486 h 49324"/>
                        <a:gd name="connsiteX3" fmla="*/ 20997 w 62697"/>
                        <a:gd name="connsiteY3" fmla="*/ 41771 h 49324"/>
                        <a:gd name="connsiteX4" fmla="*/ 2709 w 62697"/>
                        <a:gd name="connsiteY4" fmla="*/ 23102 h 49324"/>
                        <a:gd name="connsiteX5" fmla="*/ 2233 w 62697"/>
                        <a:gd name="connsiteY5" fmla="*/ 5767 h 49324"/>
                        <a:gd name="connsiteX6" fmla="*/ 18330 w 62697"/>
                        <a:gd name="connsiteY6" fmla="*/ 52 h 49324"/>
                        <a:gd name="connsiteX7" fmla="*/ 41285 w 62697"/>
                        <a:gd name="connsiteY7" fmla="*/ 7862 h 49324"/>
                        <a:gd name="connsiteX8" fmla="*/ 51667 w 62697"/>
                        <a:gd name="connsiteY8" fmla="*/ 15577 h 49324"/>
                        <a:gd name="connsiteX9" fmla="*/ 58906 w 62697"/>
                        <a:gd name="connsiteY9" fmla="*/ 24340 h 49324"/>
                        <a:gd name="connsiteX10" fmla="*/ 61478 w 62697"/>
                        <a:gd name="connsiteY10" fmla="*/ 41485 h 493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2697" h="49324">
                          <a:moveTo>
                            <a:pt x="61478" y="41485"/>
                          </a:moveTo>
                          <a:cubicBezTo>
                            <a:pt x="59097" y="46438"/>
                            <a:pt x="53382" y="49105"/>
                            <a:pt x="45953" y="49296"/>
                          </a:cubicBezTo>
                          <a:cubicBezTo>
                            <a:pt x="42238" y="49486"/>
                            <a:pt x="38142" y="48724"/>
                            <a:pt x="33951" y="47486"/>
                          </a:cubicBezTo>
                          <a:cubicBezTo>
                            <a:pt x="29760" y="46153"/>
                            <a:pt x="25188" y="44438"/>
                            <a:pt x="20997" y="41771"/>
                          </a:cubicBezTo>
                          <a:cubicBezTo>
                            <a:pt x="12424" y="36628"/>
                            <a:pt x="6043" y="29770"/>
                            <a:pt x="2709" y="23102"/>
                          </a:cubicBezTo>
                          <a:cubicBezTo>
                            <a:pt x="-720" y="16625"/>
                            <a:pt x="-910" y="10243"/>
                            <a:pt x="2233" y="5767"/>
                          </a:cubicBezTo>
                          <a:cubicBezTo>
                            <a:pt x="5376" y="1385"/>
                            <a:pt x="11281" y="-330"/>
                            <a:pt x="18330" y="52"/>
                          </a:cubicBezTo>
                          <a:cubicBezTo>
                            <a:pt x="25283" y="528"/>
                            <a:pt x="33475" y="3195"/>
                            <a:pt x="41285" y="7862"/>
                          </a:cubicBezTo>
                          <a:cubicBezTo>
                            <a:pt x="45096" y="10338"/>
                            <a:pt x="48715" y="12720"/>
                            <a:pt x="51667" y="15577"/>
                          </a:cubicBezTo>
                          <a:cubicBezTo>
                            <a:pt x="54621" y="18340"/>
                            <a:pt x="57002" y="21483"/>
                            <a:pt x="58906" y="24340"/>
                          </a:cubicBezTo>
                          <a:cubicBezTo>
                            <a:pt x="62621" y="30436"/>
                            <a:pt x="63860" y="36628"/>
                            <a:pt x="61478" y="41485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2" name="Forme libre : forme 13691">
                      <a:extLst>
                        <a:ext uri="{FF2B5EF4-FFF2-40B4-BE49-F238E27FC236}">
                          <a16:creationId xmlns:a16="http://schemas.microsoft.com/office/drawing/2014/main" id="{D6C9968B-1EB6-472D-B914-4528B6F013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77814" y="3224363"/>
                      <a:ext cx="36142" cy="48045"/>
                    </a:xfrm>
                    <a:custGeom>
                      <a:avLst/>
                      <a:gdLst>
                        <a:gd name="connsiteX0" fmla="*/ 23759 w 36142"/>
                        <a:gd name="connsiteY0" fmla="*/ 802 h 48045"/>
                        <a:gd name="connsiteX1" fmla="*/ 2233 w 36142"/>
                        <a:gd name="connsiteY1" fmla="*/ 5754 h 48045"/>
                        <a:gd name="connsiteX2" fmla="*/ 2709 w 36142"/>
                        <a:gd name="connsiteY2" fmla="*/ 23090 h 48045"/>
                        <a:gd name="connsiteX3" fmla="*/ 20997 w 36142"/>
                        <a:gd name="connsiteY3" fmla="*/ 41759 h 48045"/>
                        <a:gd name="connsiteX4" fmla="*/ 36142 w 36142"/>
                        <a:gd name="connsiteY4" fmla="*/ 48046 h 48045"/>
                        <a:gd name="connsiteX5" fmla="*/ 29093 w 36142"/>
                        <a:gd name="connsiteY5" fmla="*/ 42426 h 48045"/>
                        <a:gd name="connsiteX6" fmla="*/ 19283 w 36142"/>
                        <a:gd name="connsiteY6" fmla="*/ 20518 h 48045"/>
                        <a:gd name="connsiteX7" fmla="*/ 23759 w 36142"/>
                        <a:gd name="connsiteY7" fmla="*/ 802 h 48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6142" h="48045">
                          <a:moveTo>
                            <a:pt x="23759" y="802"/>
                          </a:moveTo>
                          <a:cubicBezTo>
                            <a:pt x="14425" y="-1104"/>
                            <a:pt x="6138" y="325"/>
                            <a:pt x="2233" y="5754"/>
                          </a:cubicBezTo>
                          <a:cubicBezTo>
                            <a:pt x="-910" y="10136"/>
                            <a:pt x="-720" y="16518"/>
                            <a:pt x="2709" y="23090"/>
                          </a:cubicBezTo>
                          <a:cubicBezTo>
                            <a:pt x="5947" y="29758"/>
                            <a:pt x="12424" y="36520"/>
                            <a:pt x="20997" y="41759"/>
                          </a:cubicBezTo>
                          <a:cubicBezTo>
                            <a:pt x="25950" y="44902"/>
                            <a:pt x="31284" y="46807"/>
                            <a:pt x="36142" y="48046"/>
                          </a:cubicBezTo>
                          <a:cubicBezTo>
                            <a:pt x="33570" y="46426"/>
                            <a:pt x="31189" y="44617"/>
                            <a:pt x="29093" y="42426"/>
                          </a:cubicBezTo>
                          <a:cubicBezTo>
                            <a:pt x="23759" y="35854"/>
                            <a:pt x="20330" y="27853"/>
                            <a:pt x="19283" y="20518"/>
                          </a:cubicBezTo>
                          <a:cubicBezTo>
                            <a:pt x="18140" y="12994"/>
                            <a:pt x="19663" y="5945"/>
                            <a:pt x="23759" y="802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3" name="Forme libre : forme 13692">
                      <a:extLst>
                        <a:ext uri="{FF2B5EF4-FFF2-40B4-BE49-F238E27FC236}">
                          <a16:creationId xmlns:a16="http://schemas.microsoft.com/office/drawing/2014/main" id="{798E2E3C-D785-488C-9412-60D92035DB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78227" y="3229760"/>
                      <a:ext cx="63488" cy="49255"/>
                    </a:xfrm>
                    <a:custGeom>
                      <a:avLst/>
                      <a:gdLst>
                        <a:gd name="connsiteX0" fmla="*/ 62303 w 63488"/>
                        <a:gd name="connsiteY0" fmla="*/ 41410 h 49255"/>
                        <a:gd name="connsiteX1" fmla="*/ 46778 w 63488"/>
                        <a:gd name="connsiteY1" fmla="*/ 49220 h 49255"/>
                        <a:gd name="connsiteX2" fmla="*/ 21441 w 63488"/>
                        <a:gd name="connsiteY2" fmla="*/ 41886 h 49255"/>
                        <a:gd name="connsiteX3" fmla="*/ 2868 w 63488"/>
                        <a:gd name="connsiteY3" fmla="*/ 23217 h 49255"/>
                        <a:gd name="connsiteX4" fmla="*/ 2105 w 63488"/>
                        <a:gd name="connsiteY4" fmla="*/ 5882 h 49255"/>
                        <a:gd name="connsiteX5" fmla="*/ 18298 w 63488"/>
                        <a:gd name="connsiteY5" fmla="*/ 71 h 49255"/>
                        <a:gd name="connsiteX6" fmla="*/ 41444 w 63488"/>
                        <a:gd name="connsiteY6" fmla="*/ 7882 h 49255"/>
                        <a:gd name="connsiteX7" fmla="*/ 59446 w 63488"/>
                        <a:gd name="connsiteY7" fmla="*/ 24360 h 49255"/>
                        <a:gd name="connsiteX8" fmla="*/ 62303 w 63488"/>
                        <a:gd name="connsiteY8" fmla="*/ 41410 h 49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3488" h="49255">
                          <a:moveTo>
                            <a:pt x="62303" y="41410"/>
                          </a:moveTo>
                          <a:cubicBezTo>
                            <a:pt x="59922" y="46363"/>
                            <a:pt x="54207" y="49030"/>
                            <a:pt x="46778" y="49220"/>
                          </a:cubicBezTo>
                          <a:cubicBezTo>
                            <a:pt x="39253" y="49601"/>
                            <a:pt x="30300" y="46839"/>
                            <a:pt x="21441" y="41886"/>
                          </a:cubicBezTo>
                          <a:cubicBezTo>
                            <a:pt x="12869" y="36552"/>
                            <a:pt x="6201" y="29980"/>
                            <a:pt x="2868" y="23217"/>
                          </a:cubicBezTo>
                          <a:cubicBezTo>
                            <a:pt x="-561" y="16550"/>
                            <a:pt x="-1038" y="10358"/>
                            <a:pt x="2105" y="5882"/>
                          </a:cubicBezTo>
                          <a:cubicBezTo>
                            <a:pt x="5249" y="1500"/>
                            <a:pt x="11250" y="-405"/>
                            <a:pt x="18298" y="71"/>
                          </a:cubicBezTo>
                          <a:cubicBezTo>
                            <a:pt x="25346" y="643"/>
                            <a:pt x="33633" y="3024"/>
                            <a:pt x="41444" y="7882"/>
                          </a:cubicBezTo>
                          <a:cubicBezTo>
                            <a:pt x="49445" y="12359"/>
                            <a:pt x="55540" y="18454"/>
                            <a:pt x="59446" y="24360"/>
                          </a:cubicBezTo>
                          <a:cubicBezTo>
                            <a:pt x="63351" y="30266"/>
                            <a:pt x="64685" y="36457"/>
                            <a:pt x="62303" y="4141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4" name="Forme libre : forme 13693">
                      <a:extLst>
                        <a:ext uri="{FF2B5EF4-FFF2-40B4-BE49-F238E27FC236}">
                          <a16:creationId xmlns:a16="http://schemas.microsoft.com/office/drawing/2014/main" id="{4DE22ED9-CF77-48B9-94E0-09F941BE3A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45024" y="3193485"/>
                      <a:ext cx="72648" cy="93959"/>
                    </a:xfrm>
                    <a:custGeom>
                      <a:avLst/>
                      <a:gdLst>
                        <a:gd name="connsiteX0" fmla="*/ 10067 w 72648"/>
                        <a:gd name="connsiteY0" fmla="*/ 20821 h 93959"/>
                        <a:gd name="connsiteX1" fmla="*/ 447 w 72648"/>
                        <a:gd name="connsiteY1" fmla="*/ 36442 h 93959"/>
                        <a:gd name="connsiteX2" fmla="*/ 18449 w 72648"/>
                        <a:gd name="connsiteY2" fmla="*/ 74542 h 93959"/>
                        <a:gd name="connsiteX3" fmla="*/ 53215 w 72648"/>
                        <a:gd name="connsiteY3" fmla="*/ 93592 h 93959"/>
                        <a:gd name="connsiteX4" fmla="*/ 72646 w 72648"/>
                        <a:gd name="connsiteY4" fmla="*/ 84162 h 93959"/>
                        <a:gd name="connsiteX5" fmla="*/ 66169 w 72648"/>
                        <a:gd name="connsiteY5" fmla="*/ 69875 h 93959"/>
                        <a:gd name="connsiteX6" fmla="*/ 52453 w 72648"/>
                        <a:gd name="connsiteY6" fmla="*/ 35871 h 93959"/>
                        <a:gd name="connsiteX7" fmla="*/ 37404 w 72648"/>
                        <a:gd name="connsiteY7" fmla="*/ 628 h 93959"/>
                        <a:gd name="connsiteX8" fmla="*/ 10067 w 72648"/>
                        <a:gd name="connsiteY8" fmla="*/ 20821 h 93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2648" h="93959">
                          <a:moveTo>
                            <a:pt x="10067" y="20821"/>
                          </a:moveTo>
                          <a:cubicBezTo>
                            <a:pt x="6067" y="25393"/>
                            <a:pt x="1780" y="30156"/>
                            <a:pt x="447" y="36442"/>
                          </a:cubicBezTo>
                          <a:cubicBezTo>
                            <a:pt x="-2125" y="48349"/>
                            <a:pt x="6733" y="63493"/>
                            <a:pt x="18449" y="74542"/>
                          </a:cubicBezTo>
                          <a:cubicBezTo>
                            <a:pt x="28165" y="83782"/>
                            <a:pt x="40547" y="91687"/>
                            <a:pt x="53215" y="93592"/>
                          </a:cubicBezTo>
                          <a:cubicBezTo>
                            <a:pt x="62645" y="95116"/>
                            <a:pt x="72646" y="91878"/>
                            <a:pt x="72646" y="84162"/>
                          </a:cubicBezTo>
                          <a:cubicBezTo>
                            <a:pt x="72742" y="79400"/>
                            <a:pt x="69217" y="74447"/>
                            <a:pt x="66169" y="69875"/>
                          </a:cubicBezTo>
                          <a:cubicBezTo>
                            <a:pt x="59121" y="58921"/>
                            <a:pt x="54454" y="47396"/>
                            <a:pt x="52453" y="35871"/>
                          </a:cubicBezTo>
                          <a:cubicBezTo>
                            <a:pt x="50453" y="25965"/>
                            <a:pt x="50739" y="5105"/>
                            <a:pt x="37404" y="628"/>
                          </a:cubicBezTo>
                          <a:cubicBezTo>
                            <a:pt x="25307" y="-3563"/>
                            <a:pt x="15687" y="14344"/>
                            <a:pt x="10067" y="208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5" name="Forme libre : forme 13694">
                      <a:extLst>
                        <a:ext uri="{FF2B5EF4-FFF2-40B4-BE49-F238E27FC236}">
                          <a16:creationId xmlns:a16="http://schemas.microsoft.com/office/drawing/2014/main" id="{63F6A2EA-6716-462A-86DB-0CF6FA87B1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76404" y="3205266"/>
                      <a:ext cx="30077" cy="15117"/>
                    </a:xfrm>
                    <a:custGeom>
                      <a:avLst/>
                      <a:gdLst>
                        <a:gd name="connsiteX0" fmla="*/ 4596 w 30077"/>
                        <a:gd name="connsiteY0" fmla="*/ 1516 h 15117"/>
                        <a:gd name="connsiteX1" fmla="*/ 785 w 30077"/>
                        <a:gd name="connsiteY1" fmla="*/ 3802 h 15117"/>
                        <a:gd name="connsiteX2" fmla="*/ 595 w 30077"/>
                        <a:gd name="connsiteY2" fmla="*/ 8278 h 15117"/>
                        <a:gd name="connsiteX3" fmla="*/ 4691 w 30077"/>
                        <a:gd name="connsiteY3" fmla="*/ 11041 h 15117"/>
                        <a:gd name="connsiteX4" fmla="*/ 16692 w 30077"/>
                        <a:gd name="connsiteY4" fmla="*/ 14755 h 15117"/>
                        <a:gd name="connsiteX5" fmla="*/ 21645 w 30077"/>
                        <a:gd name="connsiteY5" fmla="*/ 15041 h 15117"/>
                        <a:gd name="connsiteX6" fmla="*/ 25931 w 30077"/>
                        <a:gd name="connsiteY6" fmla="*/ 2659 h 15117"/>
                        <a:gd name="connsiteX7" fmla="*/ 4596 w 30077"/>
                        <a:gd name="connsiteY7" fmla="*/ 1516 h 15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077" h="15117">
                          <a:moveTo>
                            <a:pt x="4596" y="1516"/>
                          </a:moveTo>
                          <a:cubicBezTo>
                            <a:pt x="3167" y="1992"/>
                            <a:pt x="1643" y="2659"/>
                            <a:pt x="785" y="3802"/>
                          </a:cubicBezTo>
                          <a:cubicBezTo>
                            <a:pt x="-72" y="4945"/>
                            <a:pt x="-358" y="6754"/>
                            <a:pt x="595" y="8278"/>
                          </a:cubicBezTo>
                          <a:cubicBezTo>
                            <a:pt x="1452" y="9612"/>
                            <a:pt x="3167" y="10374"/>
                            <a:pt x="4691" y="11041"/>
                          </a:cubicBezTo>
                          <a:cubicBezTo>
                            <a:pt x="8596" y="12660"/>
                            <a:pt x="12596" y="13898"/>
                            <a:pt x="16692" y="14755"/>
                          </a:cubicBezTo>
                          <a:cubicBezTo>
                            <a:pt x="18407" y="15041"/>
                            <a:pt x="20121" y="15232"/>
                            <a:pt x="21645" y="15041"/>
                          </a:cubicBezTo>
                          <a:cubicBezTo>
                            <a:pt x="28313" y="14184"/>
                            <a:pt x="34409" y="6850"/>
                            <a:pt x="25931" y="2659"/>
                          </a:cubicBezTo>
                          <a:cubicBezTo>
                            <a:pt x="19454" y="-770"/>
                            <a:pt x="10596" y="-580"/>
                            <a:pt x="4596" y="151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6" name="Forme libre : forme 13695">
                      <a:extLst>
                        <a:ext uri="{FF2B5EF4-FFF2-40B4-BE49-F238E27FC236}">
                          <a16:creationId xmlns:a16="http://schemas.microsoft.com/office/drawing/2014/main" id="{C4820489-1446-4E59-A798-2A078AA286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2716" y="3283934"/>
                      <a:ext cx="57816" cy="20380"/>
                    </a:xfrm>
                    <a:custGeom>
                      <a:avLst/>
                      <a:gdLst>
                        <a:gd name="connsiteX0" fmla="*/ 57817 w 57816"/>
                        <a:gd name="connsiteY0" fmla="*/ 0 h 20380"/>
                        <a:gd name="connsiteX1" fmla="*/ 47054 w 57816"/>
                        <a:gd name="connsiteY1" fmla="*/ 13335 h 20380"/>
                        <a:gd name="connsiteX2" fmla="*/ 29433 w 57816"/>
                        <a:gd name="connsiteY2" fmla="*/ 19907 h 20380"/>
                        <a:gd name="connsiteX3" fmla="*/ 0 w 57816"/>
                        <a:gd name="connsiteY3" fmla="*/ 16574 h 20380"/>
                        <a:gd name="connsiteX4" fmla="*/ 6191 w 57816"/>
                        <a:gd name="connsiteY4" fmla="*/ 17717 h 20380"/>
                        <a:gd name="connsiteX5" fmla="*/ 21527 w 57816"/>
                        <a:gd name="connsiteY5" fmla="*/ 18193 h 20380"/>
                        <a:gd name="connsiteX6" fmla="*/ 40577 w 57816"/>
                        <a:gd name="connsiteY6" fmla="*/ 13526 h 20380"/>
                        <a:gd name="connsiteX7" fmla="*/ 57817 w 57816"/>
                        <a:gd name="connsiteY7" fmla="*/ 0 h 20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816" h="20380">
                          <a:moveTo>
                            <a:pt x="57817" y="0"/>
                          </a:moveTo>
                          <a:cubicBezTo>
                            <a:pt x="57817" y="0"/>
                            <a:pt x="55436" y="7239"/>
                            <a:pt x="47054" y="13335"/>
                          </a:cubicBezTo>
                          <a:cubicBezTo>
                            <a:pt x="42863" y="16288"/>
                            <a:pt x="37243" y="18860"/>
                            <a:pt x="29433" y="19907"/>
                          </a:cubicBezTo>
                          <a:cubicBezTo>
                            <a:pt x="21622" y="21050"/>
                            <a:pt x="12002" y="20193"/>
                            <a:pt x="0" y="16574"/>
                          </a:cubicBezTo>
                          <a:cubicBezTo>
                            <a:pt x="0" y="16574"/>
                            <a:pt x="2286" y="17240"/>
                            <a:pt x="6191" y="17717"/>
                          </a:cubicBezTo>
                          <a:cubicBezTo>
                            <a:pt x="10096" y="18193"/>
                            <a:pt x="15526" y="18574"/>
                            <a:pt x="21527" y="18193"/>
                          </a:cubicBezTo>
                          <a:cubicBezTo>
                            <a:pt x="27527" y="17812"/>
                            <a:pt x="34290" y="16288"/>
                            <a:pt x="40577" y="13526"/>
                          </a:cubicBezTo>
                          <a:cubicBezTo>
                            <a:pt x="46959" y="10668"/>
                            <a:pt x="52959" y="6382"/>
                            <a:pt x="5781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7" name="Forme libre : forme 13696">
                      <a:extLst>
                        <a:ext uri="{FF2B5EF4-FFF2-40B4-BE49-F238E27FC236}">
                          <a16:creationId xmlns:a16="http://schemas.microsoft.com/office/drawing/2014/main" id="{B25F2ACF-B004-4820-87CF-18D5CE731F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1091" y="3179095"/>
                      <a:ext cx="58292" cy="10541"/>
                    </a:xfrm>
                    <a:custGeom>
                      <a:avLst/>
                      <a:gdLst>
                        <a:gd name="connsiteX0" fmla="*/ 58293 w 58292"/>
                        <a:gd name="connsiteY0" fmla="*/ 8922 h 10541"/>
                        <a:gd name="connsiteX1" fmla="*/ 39338 w 58292"/>
                        <a:gd name="connsiteY1" fmla="*/ 1302 h 10541"/>
                        <a:gd name="connsiteX2" fmla="*/ 20764 w 58292"/>
                        <a:gd name="connsiteY2" fmla="*/ 635 h 10541"/>
                        <a:gd name="connsiteX3" fmla="*/ 0 w 58292"/>
                        <a:gd name="connsiteY3" fmla="*/ 10541 h 10541"/>
                        <a:gd name="connsiteX4" fmla="*/ 17622 w 58292"/>
                        <a:gd name="connsiteY4" fmla="*/ 3969 h 10541"/>
                        <a:gd name="connsiteX5" fmla="*/ 58293 w 58292"/>
                        <a:gd name="connsiteY5" fmla="*/ 8922 h 10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8292" h="10541">
                          <a:moveTo>
                            <a:pt x="58293" y="8922"/>
                          </a:moveTo>
                          <a:cubicBezTo>
                            <a:pt x="58293" y="8922"/>
                            <a:pt x="50292" y="3778"/>
                            <a:pt x="39338" y="1302"/>
                          </a:cubicBezTo>
                          <a:cubicBezTo>
                            <a:pt x="33719" y="159"/>
                            <a:pt x="27527" y="-603"/>
                            <a:pt x="20764" y="635"/>
                          </a:cubicBezTo>
                          <a:cubicBezTo>
                            <a:pt x="14002" y="1873"/>
                            <a:pt x="6953" y="4636"/>
                            <a:pt x="0" y="10541"/>
                          </a:cubicBezTo>
                          <a:cubicBezTo>
                            <a:pt x="0" y="10541"/>
                            <a:pt x="6858" y="6255"/>
                            <a:pt x="17622" y="3969"/>
                          </a:cubicBezTo>
                          <a:cubicBezTo>
                            <a:pt x="28384" y="1588"/>
                            <a:pt x="42482" y="1397"/>
                            <a:pt x="58293" y="89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8" name="Forme libre : forme 13697">
                      <a:extLst>
                        <a:ext uri="{FF2B5EF4-FFF2-40B4-BE49-F238E27FC236}">
                          <a16:creationId xmlns:a16="http://schemas.microsoft.com/office/drawing/2014/main" id="{FAF2DEC0-C1D4-4007-8C60-AB85278631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9026" y="3235014"/>
                      <a:ext cx="20799" cy="20031"/>
                    </a:xfrm>
                    <a:custGeom>
                      <a:avLst/>
                      <a:gdLst>
                        <a:gd name="connsiteX0" fmla="*/ 19503 w 20799"/>
                        <a:gd name="connsiteY0" fmla="*/ 19201 h 20031"/>
                        <a:gd name="connsiteX1" fmla="*/ 5025 w 20799"/>
                        <a:gd name="connsiteY1" fmla="*/ 13963 h 20031"/>
                        <a:gd name="connsiteX2" fmla="*/ 1501 w 20799"/>
                        <a:gd name="connsiteY2" fmla="*/ 723 h 20031"/>
                        <a:gd name="connsiteX3" fmla="*/ 15598 w 20799"/>
                        <a:gd name="connsiteY3" fmla="*/ 6057 h 20031"/>
                        <a:gd name="connsiteX4" fmla="*/ 19503 w 20799"/>
                        <a:gd name="connsiteY4" fmla="*/ 19201 h 200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799" h="20031">
                          <a:moveTo>
                            <a:pt x="19503" y="19201"/>
                          </a:moveTo>
                          <a:cubicBezTo>
                            <a:pt x="16646" y="21392"/>
                            <a:pt x="10169" y="19106"/>
                            <a:pt x="5025" y="13963"/>
                          </a:cubicBezTo>
                          <a:cubicBezTo>
                            <a:pt x="72" y="8724"/>
                            <a:pt x="-1452" y="2723"/>
                            <a:pt x="1501" y="723"/>
                          </a:cubicBezTo>
                          <a:cubicBezTo>
                            <a:pt x="4549" y="-1373"/>
                            <a:pt x="10549" y="1294"/>
                            <a:pt x="15598" y="6057"/>
                          </a:cubicBezTo>
                          <a:cubicBezTo>
                            <a:pt x="20455" y="11105"/>
                            <a:pt x="22265" y="17011"/>
                            <a:pt x="19503" y="1920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9" name="Forme libre : forme 13698">
                      <a:extLst>
                        <a:ext uri="{FF2B5EF4-FFF2-40B4-BE49-F238E27FC236}">
                          <a16:creationId xmlns:a16="http://schemas.microsoft.com/office/drawing/2014/main" id="{07AA6E49-6986-4E3E-BB9A-C7CE686469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6043" y="3249877"/>
                      <a:ext cx="6726" cy="5981"/>
                    </a:xfrm>
                    <a:custGeom>
                      <a:avLst/>
                      <a:gdLst>
                        <a:gd name="connsiteX0" fmla="*/ 6486 w 6726"/>
                        <a:gd name="connsiteY0" fmla="*/ 4625 h 5981"/>
                        <a:gd name="connsiteX1" fmla="*/ 2010 w 6726"/>
                        <a:gd name="connsiteY1" fmla="*/ 5482 h 5981"/>
                        <a:gd name="connsiteX2" fmla="*/ 295 w 6726"/>
                        <a:gd name="connsiteY2" fmla="*/ 1291 h 5981"/>
                        <a:gd name="connsiteX3" fmla="*/ 4677 w 6726"/>
                        <a:gd name="connsiteY3" fmla="*/ 529 h 5981"/>
                        <a:gd name="connsiteX4" fmla="*/ 6486 w 6726"/>
                        <a:gd name="connsiteY4" fmla="*/ 4625 h 5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26" h="5981">
                          <a:moveTo>
                            <a:pt x="6486" y="4625"/>
                          </a:moveTo>
                          <a:cubicBezTo>
                            <a:pt x="5725" y="5958"/>
                            <a:pt x="3724" y="6435"/>
                            <a:pt x="2010" y="5482"/>
                          </a:cubicBezTo>
                          <a:cubicBezTo>
                            <a:pt x="295" y="4530"/>
                            <a:pt x="-467" y="2625"/>
                            <a:pt x="295" y="1291"/>
                          </a:cubicBezTo>
                          <a:cubicBezTo>
                            <a:pt x="1057" y="-42"/>
                            <a:pt x="3057" y="-423"/>
                            <a:pt x="4677" y="529"/>
                          </a:cubicBezTo>
                          <a:cubicBezTo>
                            <a:pt x="6392" y="1386"/>
                            <a:pt x="7153" y="3196"/>
                            <a:pt x="6486" y="46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0" name="Forme libre : forme 13699">
                      <a:extLst>
                        <a:ext uri="{FF2B5EF4-FFF2-40B4-BE49-F238E27FC236}">
                          <a16:creationId xmlns:a16="http://schemas.microsoft.com/office/drawing/2014/main" id="{3AC9E58C-F18D-4F4D-87C9-2AA8901E9F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4279" y="3209508"/>
                      <a:ext cx="40334" cy="66094"/>
                    </a:xfrm>
                    <a:custGeom>
                      <a:avLst/>
                      <a:gdLst>
                        <a:gd name="connsiteX0" fmla="*/ 40255 w 40334"/>
                        <a:gd name="connsiteY0" fmla="*/ 36231 h 66094"/>
                        <a:gd name="connsiteX1" fmla="*/ 34730 w 40334"/>
                        <a:gd name="connsiteY1" fmla="*/ 60996 h 66094"/>
                        <a:gd name="connsiteX2" fmla="*/ 27015 w 40334"/>
                        <a:gd name="connsiteY2" fmla="*/ 65854 h 66094"/>
                        <a:gd name="connsiteX3" fmla="*/ 21966 w 40334"/>
                        <a:gd name="connsiteY3" fmla="*/ 58138 h 66094"/>
                        <a:gd name="connsiteX4" fmla="*/ 18442 w 40334"/>
                        <a:gd name="connsiteY4" fmla="*/ 30802 h 66094"/>
                        <a:gd name="connsiteX5" fmla="*/ 5584 w 40334"/>
                        <a:gd name="connsiteY5" fmla="*/ 15276 h 66094"/>
                        <a:gd name="connsiteX6" fmla="*/ 2250 w 40334"/>
                        <a:gd name="connsiteY6" fmla="*/ 607 h 66094"/>
                        <a:gd name="connsiteX7" fmla="*/ 19395 w 40334"/>
                        <a:gd name="connsiteY7" fmla="*/ 5275 h 66094"/>
                        <a:gd name="connsiteX8" fmla="*/ 33492 w 40334"/>
                        <a:gd name="connsiteY8" fmla="*/ 17181 h 66094"/>
                        <a:gd name="connsiteX9" fmla="*/ 40255 w 40334"/>
                        <a:gd name="connsiteY9" fmla="*/ 36231 h 66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0334" h="66094">
                          <a:moveTo>
                            <a:pt x="40255" y="36231"/>
                          </a:moveTo>
                          <a:cubicBezTo>
                            <a:pt x="40826" y="44994"/>
                            <a:pt x="38254" y="53376"/>
                            <a:pt x="34730" y="60996"/>
                          </a:cubicBezTo>
                          <a:cubicBezTo>
                            <a:pt x="33396" y="63853"/>
                            <a:pt x="30825" y="66997"/>
                            <a:pt x="27015" y="65854"/>
                          </a:cubicBezTo>
                          <a:cubicBezTo>
                            <a:pt x="23586" y="64806"/>
                            <a:pt x="22252" y="61091"/>
                            <a:pt x="21966" y="58138"/>
                          </a:cubicBezTo>
                          <a:cubicBezTo>
                            <a:pt x="21109" y="48994"/>
                            <a:pt x="23015" y="39374"/>
                            <a:pt x="18442" y="30802"/>
                          </a:cubicBezTo>
                          <a:cubicBezTo>
                            <a:pt x="16918" y="28230"/>
                            <a:pt x="10441" y="21562"/>
                            <a:pt x="5584" y="15276"/>
                          </a:cubicBezTo>
                          <a:cubicBezTo>
                            <a:pt x="726" y="8799"/>
                            <a:pt x="-2322" y="2512"/>
                            <a:pt x="2250" y="607"/>
                          </a:cubicBezTo>
                          <a:cubicBezTo>
                            <a:pt x="6727" y="-1298"/>
                            <a:pt x="13299" y="1560"/>
                            <a:pt x="19395" y="5275"/>
                          </a:cubicBezTo>
                          <a:cubicBezTo>
                            <a:pt x="25396" y="9275"/>
                            <a:pt x="31206" y="14038"/>
                            <a:pt x="33492" y="17181"/>
                          </a:cubicBezTo>
                          <a:cubicBezTo>
                            <a:pt x="37492" y="23086"/>
                            <a:pt x="39873" y="29659"/>
                            <a:pt x="40255" y="3623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08" name="Graphique 1">
                    <a:extLst>
                      <a:ext uri="{FF2B5EF4-FFF2-40B4-BE49-F238E27FC236}">
                        <a16:creationId xmlns:a16="http://schemas.microsoft.com/office/drawing/2014/main" id="{F445D312-4389-48F5-B6D3-7DD5BCB83B7D}"/>
                      </a:ext>
                    </a:extLst>
                  </p:cNvPr>
                  <p:cNvGrpSpPr/>
                  <p:nvPr/>
                </p:nvGrpSpPr>
                <p:grpSpPr>
                  <a:xfrm>
                    <a:off x="5761255" y="3238262"/>
                    <a:ext cx="156889" cy="114697"/>
                    <a:chOff x="5761255" y="3238262"/>
                    <a:chExt cx="156889" cy="114697"/>
                  </a:xfrm>
                  <a:solidFill>
                    <a:schemeClr val="accent1"/>
                  </a:solidFill>
                </p:grpSpPr>
                <p:sp>
                  <p:nvSpPr>
                    <p:cNvPr id="13677" name="Forme libre : forme 13676">
                      <a:extLst>
                        <a:ext uri="{FF2B5EF4-FFF2-40B4-BE49-F238E27FC236}">
                          <a16:creationId xmlns:a16="http://schemas.microsoft.com/office/drawing/2014/main" id="{427E7C25-B6A2-4AF7-9CEA-1A9FF6ED62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61373" y="3238262"/>
                      <a:ext cx="156735" cy="114697"/>
                    </a:xfrm>
                    <a:custGeom>
                      <a:avLst/>
                      <a:gdLst>
                        <a:gd name="connsiteX0" fmla="*/ 104126 w 156735"/>
                        <a:gd name="connsiteY0" fmla="*/ 114633 h 114697"/>
                        <a:gd name="connsiteX1" fmla="*/ 71550 w 156735"/>
                        <a:gd name="connsiteY1" fmla="*/ 110633 h 114697"/>
                        <a:gd name="connsiteX2" fmla="*/ 39737 w 156735"/>
                        <a:gd name="connsiteY2" fmla="*/ 103965 h 114697"/>
                        <a:gd name="connsiteX3" fmla="*/ 20115 w 156735"/>
                        <a:gd name="connsiteY3" fmla="*/ 95202 h 114697"/>
                        <a:gd name="connsiteX4" fmla="*/ 6590 w 156735"/>
                        <a:gd name="connsiteY4" fmla="*/ 81962 h 114697"/>
                        <a:gd name="connsiteX5" fmla="*/ 2018 w 156735"/>
                        <a:gd name="connsiteY5" fmla="*/ 51387 h 114697"/>
                        <a:gd name="connsiteX6" fmla="*/ 12686 w 156735"/>
                        <a:gd name="connsiteY6" fmla="*/ 24526 h 114697"/>
                        <a:gd name="connsiteX7" fmla="*/ 34307 w 156735"/>
                        <a:gd name="connsiteY7" fmla="*/ 3857 h 114697"/>
                        <a:gd name="connsiteX8" fmla="*/ 49452 w 156735"/>
                        <a:gd name="connsiteY8" fmla="*/ 238 h 114697"/>
                        <a:gd name="connsiteX9" fmla="*/ 65454 w 156735"/>
                        <a:gd name="connsiteY9" fmla="*/ 1476 h 114697"/>
                        <a:gd name="connsiteX10" fmla="*/ 88409 w 156735"/>
                        <a:gd name="connsiteY10" fmla="*/ 5953 h 114697"/>
                        <a:gd name="connsiteX11" fmla="*/ 111365 w 156735"/>
                        <a:gd name="connsiteY11" fmla="*/ 8525 h 114697"/>
                        <a:gd name="connsiteX12" fmla="*/ 126509 w 156735"/>
                        <a:gd name="connsiteY12" fmla="*/ 12049 h 114697"/>
                        <a:gd name="connsiteX13" fmla="*/ 139368 w 156735"/>
                        <a:gd name="connsiteY13" fmla="*/ 19955 h 114697"/>
                        <a:gd name="connsiteX14" fmla="*/ 149083 w 156735"/>
                        <a:gd name="connsiteY14" fmla="*/ 31575 h 114697"/>
                        <a:gd name="connsiteX15" fmla="*/ 153846 w 156735"/>
                        <a:gd name="connsiteY15" fmla="*/ 46243 h 114697"/>
                        <a:gd name="connsiteX16" fmla="*/ 156609 w 156735"/>
                        <a:gd name="connsiteY16" fmla="*/ 75581 h 114697"/>
                        <a:gd name="connsiteX17" fmla="*/ 153941 w 156735"/>
                        <a:gd name="connsiteY17" fmla="*/ 90916 h 114697"/>
                        <a:gd name="connsiteX18" fmla="*/ 143273 w 156735"/>
                        <a:gd name="connsiteY18" fmla="*/ 103965 h 114697"/>
                        <a:gd name="connsiteX19" fmla="*/ 125843 w 156735"/>
                        <a:gd name="connsiteY19" fmla="*/ 112633 h 114697"/>
                        <a:gd name="connsiteX20" fmla="*/ 104126 w 156735"/>
                        <a:gd name="connsiteY20" fmla="*/ 114633 h 1146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56735" h="114697">
                          <a:moveTo>
                            <a:pt x="104126" y="114633"/>
                          </a:moveTo>
                          <a:cubicBezTo>
                            <a:pt x="93267" y="113490"/>
                            <a:pt x="82218" y="112633"/>
                            <a:pt x="71550" y="110633"/>
                          </a:cubicBezTo>
                          <a:cubicBezTo>
                            <a:pt x="60787" y="109013"/>
                            <a:pt x="50214" y="106442"/>
                            <a:pt x="39737" y="103965"/>
                          </a:cubicBezTo>
                          <a:cubicBezTo>
                            <a:pt x="32402" y="102060"/>
                            <a:pt x="25830" y="98917"/>
                            <a:pt x="20115" y="95202"/>
                          </a:cubicBezTo>
                          <a:cubicBezTo>
                            <a:pt x="14496" y="91392"/>
                            <a:pt x="9923" y="86725"/>
                            <a:pt x="6590" y="81962"/>
                          </a:cubicBezTo>
                          <a:cubicBezTo>
                            <a:pt x="-173" y="72247"/>
                            <a:pt x="-1792" y="61007"/>
                            <a:pt x="2018" y="51387"/>
                          </a:cubicBezTo>
                          <a:lnTo>
                            <a:pt x="12686" y="24526"/>
                          </a:lnTo>
                          <a:cubicBezTo>
                            <a:pt x="16591" y="14716"/>
                            <a:pt x="24687" y="7953"/>
                            <a:pt x="34307" y="3857"/>
                          </a:cubicBezTo>
                          <a:cubicBezTo>
                            <a:pt x="39070" y="1762"/>
                            <a:pt x="44214" y="619"/>
                            <a:pt x="49452" y="238"/>
                          </a:cubicBezTo>
                          <a:cubicBezTo>
                            <a:pt x="54691" y="-334"/>
                            <a:pt x="60120" y="142"/>
                            <a:pt x="65454" y="1476"/>
                          </a:cubicBezTo>
                          <a:cubicBezTo>
                            <a:pt x="73074" y="3095"/>
                            <a:pt x="80789" y="4905"/>
                            <a:pt x="88409" y="5953"/>
                          </a:cubicBezTo>
                          <a:cubicBezTo>
                            <a:pt x="96030" y="7382"/>
                            <a:pt x="103745" y="7763"/>
                            <a:pt x="111365" y="8525"/>
                          </a:cubicBezTo>
                          <a:cubicBezTo>
                            <a:pt x="116699" y="8620"/>
                            <a:pt x="121747" y="9953"/>
                            <a:pt x="126509" y="12049"/>
                          </a:cubicBezTo>
                          <a:cubicBezTo>
                            <a:pt x="131177" y="13858"/>
                            <a:pt x="135558" y="16525"/>
                            <a:pt x="139368" y="19955"/>
                          </a:cubicBezTo>
                          <a:cubicBezTo>
                            <a:pt x="143178" y="23479"/>
                            <a:pt x="146512" y="27098"/>
                            <a:pt x="149083" y="31575"/>
                          </a:cubicBezTo>
                          <a:cubicBezTo>
                            <a:pt x="151655" y="35957"/>
                            <a:pt x="153370" y="40909"/>
                            <a:pt x="153846" y="46243"/>
                          </a:cubicBezTo>
                          <a:lnTo>
                            <a:pt x="156609" y="75581"/>
                          </a:lnTo>
                          <a:cubicBezTo>
                            <a:pt x="157085" y="80915"/>
                            <a:pt x="156227" y="86058"/>
                            <a:pt x="153941" y="90916"/>
                          </a:cubicBezTo>
                          <a:cubicBezTo>
                            <a:pt x="151655" y="95678"/>
                            <a:pt x="148036" y="100441"/>
                            <a:pt x="143273" y="103965"/>
                          </a:cubicBezTo>
                          <a:cubicBezTo>
                            <a:pt x="138511" y="107584"/>
                            <a:pt x="132605" y="110537"/>
                            <a:pt x="125843" y="112633"/>
                          </a:cubicBezTo>
                          <a:cubicBezTo>
                            <a:pt x="119271" y="114252"/>
                            <a:pt x="111841" y="114919"/>
                            <a:pt x="104126" y="11463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8" name="Forme libre : forme 13677">
                      <a:extLst>
                        <a:ext uri="{FF2B5EF4-FFF2-40B4-BE49-F238E27FC236}">
                          <a16:creationId xmlns:a16="http://schemas.microsoft.com/office/drawing/2014/main" id="{354EBD18-04DC-4024-B333-2F7AE04ECE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61255" y="3277933"/>
                      <a:ext cx="156889" cy="74962"/>
                    </a:xfrm>
                    <a:custGeom>
                      <a:avLst/>
                      <a:gdLst>
                        <a:gd name="connsiteX0" fmla="*/ 58524 w 156889"/>
                        <a:gd name="connsiteY0" fmla="*/ 32861 h 74962"/>
                        <a:gd name="connsiteX1" fmla="*/ 25758 w 156889"/>
                        <a:gd name="connsiteY1" fmla="*/ 23146 h 74962"/>
                        <a:gd name="connsiteX2" fmla="*/ 6708 w 156889"/>
                        <a:gd name="connsiteY2" fmla="*/ 0 h 74962"/>
                        <a:gd name="connsiteX3" fmla="*/ 2041 w 156889"/>
                        <a:gd name="connsiteY3" fmla="*/ 11620 h 74962"/>
                        <a:gd name="connsiteX4" fmla="*/ 6613 w 156889"/>
                        <a:gd name="connsiteY4" fmla="*/ 42196 h 74962"/>
                        <a:gd name="connsiteX5" fmla="*/ 20138 w 156889"/>
                        <a:gd name="connsiteY5" fmla="*/ 55435 h 74962"/>
                        <a:gd name="connsiteX6" fmla="*/ 39760 w 156889"/>
                        <a:gd name="connsiteY6" fmla="*/ 64198 h 74962"/>
                        <a:gd name="connsiteX7" fmla="*/ 71574 w 156889"/>
                        <a:gd name="connsiteY7" fmla="*/ 70866 h 74962"/>
                        <a:gd name="connsiteX8" fmla="*/ 104149 w 156889"/>
                        <a:gd name="connsiteY8" fmla="*/ 74866 h 74962"/>
                        <a:gd name="connsiteX9" fmla="*/ 125962 w 156889"/>
                        <a:gd name="connsiteY9" fmla="*/ 72771 h 74962"/>
                        <a:gd name="connsiteX10" fmla="*/ 143392 w 156889"/>
                        <a:gd name="connsiteY10" fmla="*/ 64103 h 74962"/>
                        <a:gd name="connsiteX11" fmla="*/ 154060 w 156889"/>
                        <a:gd name="connsiteY11" fmla="*/ 51054 h 74962"/>
                        <a:gd name="connsiteX12" fmla="*/ 156727 w 156889"/>
                        <a:gd name="connsiteY12" fmla="*/ 35719 h 74962"/>
                        <a:gd name="connsiteX13" fmla="*/ 156632 w 156889"/>
                        <a:gd name="connsiteY13" fmla="*/ 34766 h 74962"/>
                        <a:gd name="connsiteX14" fmla="*/ 131867 w 156889"/>
                        <a:gd name="connsiteY14" fmla="*/ 36766 h 74962"/>
                        <a:gd name="connsiteX15" fmla="*/ 107388 w 156889"/>
                        <a:gd name="connsiteY15" fmla="*/ 36004 h 74962"/>
                        <a:gd name="connsiteX16" fmla="*/ 83099 w 156889"/>
                        <a:gd name="connsiteY16" fmla="*/ 34099 h 74962"/>
                        <a:gd name="connsiteX17" fmla="*/ 58524 w 156889"/>
                        <a:gd name="connsiteY17" fmla="*/ 32861 h 74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56889" h="74962">
                          <a:moveTo>
                            <a:pt x="58524" y="32861"/>
                          </a:moveTo>
                          <a:cubicBezTo>
                            <a:pt x="46523" y="32766"/>
                            <a:pt x="34997" y="28956"/>
                            <a:pt x="25758" y="23146"/>
                          </a:cubicBezTo>
                          <a:cubicBezTo>
                            <a:pt x="16614" y="17145"/>
                            <a:pt x="9756" y="9239"/>
                            <a:pt x="6708" y="0"/>
                          </a:cubicBezTo>
                          <a:lnTo>
                            <a:pt x="2041" y="11620"/>
                          </a:lnTo>
                          <a:cubicBezTo>
                            <a:pt x="-1769" y="21241"/>
                            <a:pt x="-245" y="32480"/>
                            <a:pt x="6613" y="42196"/>
                          </a:cubicBezTo>
                          <a:cubicBezTo>
                            <a:pt x="10042" y="46958"/>
                            <a:pt x="14519" y="51625"/>
                            <a:pt x="20138" y="55435"/>
                          </a:cubicBezTo>
                          <a:cubicBezTo>
                            <a:pt x="25854" y="59055"/>
                            <a:pt x="32426" y="62198"/>
                            <a:pt x="39760" y="64198"/>
                          </a:cubicBezTo>
                          <a:cubicBezTo>
                            <a:pt x="50238" y="66675"/>
                            <a:pt x="60810" y="69247"/>
                            <a:pt x="71574" y="70866"/>
                          </a:cubicBezTo>
                          <a:cubicBezTo>
                            <a:pt x="82242" y="72961"/>
                            <a:pt x="93195" y="73723"/>
                            <a:pt x="104149" y="74866"/>
                          </a:cubicBezTo>
                          <a:cubicBezTo>
                            <a:pt x="111864" y="75247"/>
                            <a:pt x="119294" y="74485"/>
                            <a:pt x="125962" y="72771"/>
                          </a:cubicBezTo>
                          <a:cubicBezTo>
                            <a:pt x="132629" y="70675"/>
                            <a:pt x="138534" y="67723"/>
                            <a:pt x="143392" y="64103"/>
                          </a:cubicBezTo>
                          <a:cubicBezTo>
                            <a:pt x="148154" y="60579"/>
                            <a:pt x="151774" y="55912"/>
                            <a:pt x="154060" y="51054"/>
                          </a:cubicBezTo>
                          <a:cubicBezTo>
                            <a:pt x="156346" y="46196"/>
                            <a:pt x="157299" y="40957"/>
                            <a:pt x="156727" y="35719"/>
                          </a:cubicBezTo>
                          <a:lnTo>
                            <a:pt x="156632" y="34766"/>
                          </a:lnTo>
                          <a:cubicBezTo>
                            <a:pt x="148345" y="36290"/>
                            <a:pt x="140058" y="36671"/>
                            <a:pt x="131867" y="36766"/>
                          </a:cubicBezTo>
                          <a:cubicBezTo>
                            <a:pt x="123675" y="37242"/>
                            <a:pt x="115484" y="36195"/>
                            <a:pt x="107388" y="36004"/>
                          </a:cubicBezTo>
                          <a:cubicBezTo>
                            <a:pt x="99291" y="35338"/>
                            <a:pt x="91290" y="34766"/>
                            <a:pt x="83099" y="34099"/>
                          </a:cubicBezTo>
                          <a:cubicBezTo>
                            <a:pt x="75193" y="33242"/>
                            <a:pt x="66906" y="33242"/>
                            <a:pt x="58524" y="32861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9" name="Forme libre : forme 13678">
                      <a:extLst>
                        <a:ext uri="{FF2B5EF4-FFF2-40B4-BE49-F238E27FC236}">
                          <a16:creationId xmlns:a16="http://schemas.microsoft.com/office/drawing/2014/main" id="{45F71ACC-B7E8-4CA3-B549-A952726CC3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6528" y="3279852"/>
                      <a:ext cx="69068" cy="40895"/>
                    </a:xfrm>
                    <a:custGeom>
                      <a:avLst/>
                      <a:gdLst>
                        <a:gd name="connsiteX0" fmla="*/ 69069 w 69068"/>
                        <a:gd name="connsiteY0" fmla="*/ 23037 h 40895"/>
                        <a:gd name="connsiteX1" fmla="*/ 58210 w 69068"/>
                        <a:gd name="connsiteY1" fmla="*/ 36848 h 40895"/>
                        <a:gd name="connsiteX2" fmla="*/ 46304 w 69068"/>
                        <a:gd name="connsiteY2" fmla="*/ 40467 h 40895"/>
                        <a:gd name="connsiteX3" fmla="*/ 31826 w 69068"/>
                        <a:gd name="connsiteY3" fmla="*/ 40467 h 40895"/>
                        <a:gd name="connsiteX4" fmla="*/ 17919 w 69068"/>
                        <a:gd name="connsiteY4" fmla="*/ 36657 h 40895"/>
                        <a:gd name="connsiteX5" fmla="*/ 7347 w 69068"/>
                        <a:gd name="connsiteY5" fmla="*/ 30275 h 40895"/>
                        <a:gd name="connsiteX6" fmla="*/ 298 w 69068"/>
                        <a:gd name="connsiteY6" fmla="*/ 14178 h 40895"/>
                        <a:gd name="connsiteX7" fmla="*/ 13062 w 69068"/>
                        <a:gd name="connsiteY7" fmla="*/ 2558 h 40895"/>
                        <a:gd name="connsiteX8" fmla="*/ 24111 w 69068"/>
                        <a:gd name="connsiteY8" fmla="*/ 176 h 40895"/>
                        <a:gd name="connsiteX9" fmla="*/ 36874 w 69068"/>
                        <a:gd name="connsiteY9" fmla="*/ 557 h 40895"/>
                        <a:gd name="connsiteX10" fmla="*/ 49257 w 69068"/>
                        <a:gd name="connsiteY10" fmla="*/ 3415 h 40895"/>
                        <a:gd name="connsiteX11" fmla="*/ 59354 w 69068"/>
                        <a:gd name="connsiteY11" fmla="*/ 8368 h 40895"/>
                        <a:gd name="connsiteX12" fmla="*/ 69069 w 69068"/>
                        <a:gd name="connsiteY12" fmla="*/ 23037 h 408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9068" h="40895">
                          <a:moveTo>
                            <a:pt x="69069" y="23037"/>
                          </a:moveTo>
                          <a:cubicBezTo>
                            <a:pt x="68973" y="28561"/>
                            <a:pt x="64973" y="33514"/>
                            <a:pt x="58210" y="36848"/>
                          </a:cubicBezTo>
                          <a:cubicBezTo>
                            <a:pt x="54876" y="38467"/>
                            <a:pt x="50781" y="39991"/>
                            <a:pt x="46304" y="40467"/>
                          </a:cubicBezTo>
                          <a:cubicBezTo>
                            <a:pt x="41827" y="41039"/>
                            <a:pt x="36969" y="41039"/>
                            <a:pt x="31826" y="40467"/>
                          </a:cubicBezTo>
                          <a:cubicBezTo>
                            <a:pt x="26778" y="39896"/>
                            <a:pt x="22110" y="38372"/>
                            <a:pt x="17919" y="36657"/>
                          </a:cubicBezTo>
                          <a:cubicBezTo>
                            <a:pt x="13728" y="34943"/>
                            <a:pt x="10109" y="32847"/>
                            <a:pt x="7347" y="30275"/>
                          </a:cubicBezTo>
                          <a:cubicBezTo>
                            <a:pt x="1727" y="25323"/>
                            <a:pt x="-940" y="19512"/>
                            <a:pt x="298" y="14178"/>
                          </a:cubicBezTo>
                          <a:cubicBezTo>
                            <a:pt x="1537" y="8844"/>
                            <a:pt x="6489" y="4749"/>
                            <a:pt x="13062" y="2558"/>
                          </a:cubicBezTo>
                          <a:cubicBezTo>
                            <a:pt x="16300" y="1510"/>
                            <a:pt x="20110" y="557"/>
                            <a:pt x="24111" y="176"/>
                          </a:cubicBezTo>
                          <a:cubicBezTo>
                            <a:pt x="28111" y="-204"/>
                            <a:pt x="32398" y="81"/>
                            <a:pt x="36874" y="557"/>
                          </a:cubicBezTo>
                          <a:cubicBezTo>
                            <a:pt x="41351" y="1034"/>
                            <a:pt x="45542" y="1986"/>
                            <a:pt x="49257" y="3415"/>
                          </a:cubicBezTo>
                          <a:cubicBezTo>
                            <a:pt x="53067" y="4939"/>
                            <a:pt x="56496" y="6368"/>
                            <a:pt x="59354" y="8368"/>
                          </a:cubicBezTo>
                          <a:cubicBezTo>
                            <a:pt x="65354" y="12273"/>
                            <a:pt x="69069" y="17417"/>
                            <a:pt x="69069" y="2303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0" name="Forme libre : forme 13679">
                      <a:extLst>
                        <a:ext uri="{FF2B5EF4-FFF2-40B4-BE49-F238E27FC236}">
                          <a16:creationId xmlns:a16="http://schemas.microsoft.com/office/drawing/2014/main" id="{8EF85E55-E419-43F3-95BD-F25B12DE52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6583" y="3280981"/>
                      <a:ext cx="48534" cy="39739"/>
                    </a:xfrm>
                    <a:custGeom>
                      <a:avLst/>
                      <a:gdLst>
                        <a:gd name="connsiteX0" fmla="*/ 18340 w 48534"/>
                        <a:gd name="connsiteY0" fmla="*/ 0 h 39739"/>
                        <a:gd name="connsiteX1" fmla="*/ 338 w 48534"/>
                        <a:gd name="connsiteY1" fmla="*/ 13049 h 39739"/>
                        <a:gd name="connsiteX2" fmla="*/ 7386 w 48534"/>
                        <a:gd name="connsiteY2" fmla="*/ 29146 h 39739"/>
                        <a:gd name="connsiteX3" fmla="*/ 17959 w 48534"/>
                        <a:gd name="connsiteY3" fmla="*/ 35528 h 39739"/>
                        <a:gd name="connsiteX4" fmla="*/ 31866 w 48534"/>
                        <a:gd name="connsiteY4" fmla="*/ 39338 h 39739"/>
                        <a:gd name="connsiteX5" fmla="*/ 48534 w 48534"/>
                        <a:gd name="connsiteY5" fmla="*/ 38957 h 39739"/>
                        <a:gd name="connsiteX6" fmla="*/ 39676 w 48534"/>
                        <a:gd name="connsiteY6" fmla="*/ 36576 h 39739"/>
                        <a:gd name="connsiteX7" fmla="*/ 21769 w 48534"/>
                        <a:gd name="connsiteY7" fmla="*/ 20193 h 39739"/>
                        <a:gd name="connsiteX8" fmla="*/ 18340 w 48534"/>
                        <a:gd name="connsiteY8" fmla="*/ 0 h 39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534" h="39739">
                          <a:moveTo>
                            <a:pt x="18340" y="0"/>
                          </a:moveTo>
                          <a:cubicBezTo>
                            <a:pt x="9101" y="1810"/>
                            <a:pt x="1957" y="6287"/>
                            <a:pt x="338" y="13049"/>
                          </a:cubicBezTo>
                          <a:cubicBezTo>
                            <a:pt x="-996" y="18383"/>
                            <a:pt x="1671" y="24194"/>
                            <a:pt x="7386" y="29146"/>
                          </a:cubicBezTo>
                          <a:cubicBezTo>
                            <a:pt x="10148" y="31718"/>
                            <a:pt x="13768" y="33814"/>
                            <a:pt x="17959" y="35528"/>
                          </a:cubicBezTo>
                          <a:cubicBezTo>
                            <a:pt x="22150" y="37243"/>
                            <a:pt x="26817" y="38767"/>
                            <a:pt x="31866" y="39338"/>
                          </a:cubicBezTo>
                          <a:cubicBezTo>
                            <a:pt x="37771" y="40005"/>
                            <a:pt x="43486" y="39815"/>
                            <a:pt x="48534" y="38957"/>
                          </a:cubicBezTo>
                          <a:cubicBezTo>
                            <a:pt x="45486" y="38576"/>
                            <a:pt x="42438" y="37814"/>
                            <a:pt x="39676" y="36576"/>
                          </a:cubicBezTo>
                          <a:cubicBezTo>
                            <a:pt x="31960" y="32861"/>
                            <a:pt x="25579" y="26765"/>
                            <a:pt x="21769" y="20193"/>
                          </a:cubicBezTo>
                          <a:cubicBezTo>
                            <a:pt x="17864" y="13621"/>
                            <a:pt x="16530" y="6572"/>
                            <a:pt x="18340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1" name="Forme libre : forme 13680">
                      <a:extLst>
                        <a:ext uri="{FF2B5EF4-FFF2-40B4-BE49-F238E27FC236}">
                          <a16:creationId xmlns:a16="http://schemas.microsoft.com/office/drawing/2014/main" id="{2F91AB83-DCDC-4333-A652-A8165C0DE7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9107" y="3284783"/>
                      <a:ext cx="70013" cy="40726"/>
                    </a:xfrm>
                    <a:custGeom>
                      <a:avLst/>
                      <a:gdLst>
                        <a:gd name="connsiteX0" fmla="*/ 70014 w 70013"/>
                        <a:gd name="connsiteY0" fmla="*/ 22582 h 40726"/>
                        <a:gd name="connsiteX1" fmla="*/ 59156 w 70013"/>
                        <a:gd name="connsiteY1" fmla="*/ 36488 h 40726"/>
                        <a:gd name="connsiteX2" fmla="*/ 47154 w 70013"/>
                        <a:gd name="connsiteY2" fmla="*/ 40298 h 40726"/>
                        <a:gd name="connsiteX3" fmla="*/ 32581 w 70013"/>
                        <a:gd name="connsiteY3" fmla="*/ 40298 h 40726"/>
                        <a:gd name="connsiteX4" fmla="*/ 7625 w 70013"/>
                        <a:gd name="connsiteY4" fmla="*/ 30488 h 40726"/>
                        <a:gd name="connsiteX5" fmla="*/ 291 w 70013"/>
                        <a:gd name="connsiteY5" fmla="*/ 14295 h 40726"/>
                        <a:gd name="connsiteX6" fmla="*/ 13055 w 70013"/>
                        <a:gd name="connsiteY6" fmla="*/ 2675 h 40726"/>
                        <a:gd name="connsiteX7" fmla="*/ 37248 w 70013"/>
                        <a:gd name="connsiteY7" fmla="*/ 389 h 40726"/>
                        <a:gd name="connsiteX8" fmla="*/ 49916 w 70013"/>
                        <a:gd name="connsiteY8" fmla="*/ 3246 h 40726"/>
                        <a:gd name="connsiteX9" fmla="*/ 60299 w 70013"/>
                        <a:gd name="connsiteY9" fmla="*/ 8009 h 40726"/>
                        <a:gd name="connsiteX10" fmla="*/ 70014 w 70013"/>
                        <a:gd name="connsiteY10" fmla="*/ 22582 h 40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0013" h="40726">
                          <a:moveTo>
                            <a:pt x="70014" y="22582"/>
                          </a:moveTo>
                          <a:cubicBezTo>
                            <a:pt x="70014" y="28202"/>
                            <a:pt x="66014" y="33250"/>
                            <a:pt x="59156" y="36488"/>
                          </a:cubicBezTo>
                          <a:cubicBezTo>
                            <a:pt x="55726" y="38203"/>
                            <a:pt x="51631" y="39441"/>
                            <a:pt x="47154" y="40298"/>
                          </a:cubicBezTo>
                          <a:cubicBezTo>
                            <a:pt x="42677" y="40870"/>
                            <a:pt x="37725" y="40870"/>
                            <a:pt x="32581" y="40298"/>
                          </a:cubicBezTo>
                          <a:cubicBezTo>
                            <a:pt x="22294" y="39251"/>
                            <a:pt x="13435" y="35060"/>
                            <a:pt x="7625" y="30488"/>
                          </a:cubicBezTo>
                          <a:cubicBezTo>
                            <a:pt x="1815" y="25439"/>
                            <a:pt x="-947" y="19724"/>
                            <a:pt x="291" y="14295"/>
                          </a:cubicBezTo>
                          <a:cubicBezTo>
                            <a:pt x="1529" y="8866"/>
                            <a:pt x="6387" y="4865"/>
                            <a:pt x="13055" y="2675"/>
                          </a:cubicBezTo>
                          <a:cubicBezTo>
                            <a:pt x="19818" y="7"/>
                            <a:pt x="28200" y="-469"/>
                            <a:pt x="37248" y="389"/>
                          </a:cubicBezTo>
                          <a:cubicBezTo>
                            <a:pt x="41725" y="865"/>
                            <a:pt x="46011" y="1817"/>
                            <a:pt x="49916" y="3246"/>
                          </a:cubicBezTo>
                          <a:cubicBezTo>
                            <a:pt x="53822" y="4389"/>
                            <a:pt x="57251" y="6008"/>
                            <a:pt x="60299" y="8009"/>
                          </a:cubicBezTo>
                          <a:cubicBezTo>
                            <a:pt x="66109" y="11914"/>
                            <a:pt x="69919" y="17057"/>
                            <a:pt x="70014" y="2258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2" name="Forme libre : forme 13681">
                      <a:extLst>
                        <a:ext uri="{FF2B5EF4-FFF2-40B4-BE49-F238E27FC236}">
                          <a16:creationId xmlns:a16="http://schemas.microsoft.com/office/drawing/2014/main" id="{52D50E6B-389D-4C8B-B673-EDF131EC3C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4212" y="3259237"/>
                      <a:ext cx="87581" cy="82455"/>
                    </a:xfrm>
                    <a:custGeom>
                      <a:avLst/>
                      <a:gdLst>
                        <a:gd name="connsiteX0" fmla="*/ 3658 w 87581"/>
                        <a:gd name="connsiteY0" fmla="*/ 29269 h 82455"/>
                        <a:gd name="connsiteX1" fmla="*/ 229 w 87581"/>
                        <a:gd name="connsiteY1" fmla="*/ 47652 h 82455"/>
                        <a:gd name="connsiteX2" fmla="*/ 31757 w 87581"/>
                        <a:gd name="connsiteY2" fmla="*/ 76894 h 82455"/>
                        <a:gd name="connsiteX3" fmla="*/ 72619 w 87581"/>
                        <a:gd name="connsiteY3" fmla="*/ 80799 h 82455"/>
                        <a:gd name="connsiteX4" fmla="*/ 86811 w 87581"/>
                        <a:gd name="connsiteY4" fmla="*/ 63845 h 82455"/>
                        <a:gd name="connsiteX5" fmla="*/ 74810 w 87581"/>
                        <a:gd name="connsiteY5" fmla="*/ 53367 h 82455"/>
                        <a:gd name="connsiteX6" fmla="*/ 48711 w 87581"/>
                        <a:gd name="connsiteY6" fmla="*/ 27364 h 82455"/>
                        <a:gd name="connsiteX7" fmla="*/ 22041 w 87581"/>
                        <a:gd name="connsiteY7" fmla="*/ 27 h 82455"/>
                        <a:gd name="connsiteX8" fmla="*/ 9182 w 87581"/>
                        <a:gd name="connsiteY8" fmla="*/ 11743 h 82455"/>
                        <a:gd name="connsiteX9" fmla="*/ 3658 w 87581"/>
                        <a:gd name="connsiteY9" fmla="*/ 29269 h 82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7581" h="82455">
                          <a:moveTo>
                            <a:pt x="3658" y="29269"/>
                          </a:moveTo>
                          <a:cubicBezTo>
                            <a:pt x="1467" y="35079"/>
                            <a:pt x="-723" y="41175"/>
                            <a:pt x="229" y="47652"/>
                          </a:cubicBezTo>
                          <a:cubicBezTo>
                            <a:pt x="2134" y="59940"/>
                            <a:pt x="16135" y="70989"/>
                            <a:pt x="31757" y="76894"/>
                          </a:cubicBezTo>
                          <a:cubicBezTo>
                            <a:pt x="44616" y="81847"/>
                            <a:pt x="59760" y="84324"/>
                            <a:pt x="72619" y="80799"/>
                          </a:cubicBezTo>
                          <a:cubicBezTo>
                            <a:pt x="82144" y="78514"/>
                            <a:pt x="90145" y="70893"/>
                            <a:pt x="86811" y="63845"/>
                          </a:cubicBezTo>
                          <a:cubicBezTo>
                            <a:pt x="84811" y="59559"/>
                            <a:pt x="79477" y="56511"/>
                            <a:pt x="74810" y="53367"/>
                          </a:cubicBezTo>
                          <a:cubicBezTo>
                            <a:pt x="63760" y="46414"/>
                            <a:pt x="54998" y="36984"/>
                            <a:pt x="48711" y="27364"/>
                          </a:cubicBezTo>
                          <a:cubicBezTo>
                            <a:pt x="43091" y="18697"/>
                            <a:pt x="35852" y="-830"/>
                            <a:pt x="22041" y="27"/>
                          </a:cubicBezTo>
                          <a:cubicBezTo>
                            <a:pt x="15659" y="504"/>
                            <a:pt x="11850" y="5457"/>
                            <a:pt x="9182" y="11743"/>
                          </a:cubicBezTo>
                          <a:cubicBezTo>
                            <a:pt x="6516" y="17934"/>
                            <a:pt x="5182" y="25173"/>
                            <a:pt x="3658" y="2926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3" name="Forme libre : forme 13682">
                      <a:extLst>
                        <a:ext uri="{FF2B5EF4-FFF2-40B4-BE49-F238E27FC236}">
                          <a16:creationId xmlns:a16="http://schemas.microsoft.com/office/drawing/2014/main" id="{56907CA4-30AC-4A78-BB8D-39FCAD2E82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06496" y="3264537"/>
                      <a:ext cx="28645" cy="16286"/>
                    </a:xfrm>
                    <a:custGeom>
                      <a:avLst/>
                      <a:gdLst>
                        <a:gd name="connsiteX0" fmla="*/ 2805 w 28645"/>
                        <a:gd name="connsiteY0" fmla="*/ 7110 h 16286"/>
                        <a:gd name="connsiteX1" fmla="*/ 139 w 28645"/>
                        <a:gd name="connsiteY1" fmla="*/ 10824 h 16286"/>
                        <a:gd name="connsiteX2" fmla="*/ 1567 w 28645"/>
                        <a:gd name="connsiteY2" fmla="*/ 15111 h 16286"/>
                        <a:gd name="connsiteX3" fmla="*/ 6330 w 28645"/>
                        <a:gd name="connsiteY3" fmla="*/ 16254 h 16286"/>
                        <a:gd name="connsiteX4" fmla="*/ 18712 w 28645"/>
                        <a:gd name="connsiteY4" fmla="*/ 14920 h 16286"/>
                        <a:gd name="connsiteX5" fmla="*/ 23380 w 28645"/>
                        <a:gd name="connsiteY5" fmla="*/ 13396 h 16286"/>
                        <a:gd name="connsiteX6" fmla="*/ 22713 w 28645"/>
                        <a:gd name="connsiteY6" fmla="*/ 61 h 16286"/>
                        <a:gd name="connsiteX7" fmla="*/ 2805 w 28645"/>
                        <a:gd name="connsiteY7" fmla="*/ 7110 h 16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645" h="16286">
                          <a:moveTo>
                            <a:pt x="2805" y="7110"/>
                          </a:moveTo>
                          <a:cubicBezTo>
                            <a:pt x="1662" y="8157"/>
                            <a:pt x="519" y="9300"/>
                            <a:pt x="139" y="10824"/>
                          </a:cubicBezTo>
                          <a:cubicBezTo>
                            <a:pt x="-242" y="12253"/>
                            <a:pt x="139" y="14063"/>
                            <a:pt x="1567" y="15111"/>
                          </a:cubicBezTo>
                          <a:cubicBezTo>
                            <a:pt x="2901" y="16063"/>
                            <a:pt x="4710" y="16254"/>
                            <a:pt x="6330" y="16254"/>
                          </a:cubicBezTo>
                          <a:cubicBezTo>
                            <a:pt x="10521" y="16444"/>
                            <a:pt x="14807" y="15778"/>
                            <a:pt x="18712" y="14920"/>
                          </a:cubicBezTo>
                          <a:cubicBezTo>
                            <a:pt x="20332" y="14539"/>
                            <a:pt x="21951" y="14158"/>
                            <a:pt x="23380" y="13396"/>
                          </a:cubicBezTo>
                          <a:cubicBezTo>
                            <a:pt x="29094" y="10062"/>
                            <a:pt x="31857" y="823"/>
                            <a:pt x="22713" y="61"/>
                          </a:cubicBezTo>
                          <a:cubicBezTo>
                            <a:pt x="15664" y="-510"/>
                            <a:pt x="7663" y="3014"/>
                            <a:pt x="2805" y="711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4" name="Forme libre : forme 13683">
                      <a:extLst>
                        <a:ext uri="{FF2B5EF4-FFF2-40B4-BE49-F238E27FC236}">
                          <a16:creationId xmlns:a16="http://schemas.microsoft.com/office/drawing/2014/main" id="{795DD21D-675E-4052-B531-534706156D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6928" y="3309842"/>
                      <a:ext cx="46146" cy="40766"/>
                    </a:xfrm>
                    <a:custGeom>
                      <a:avLst/>
                      <a:gdLst>
                        <a:gd name="connsiteX0" fmla="*/ 46005 w 46146"/>
                        <a:gd name="connsiteY0" fmla="*/ 0 h 40766"/>
                        <a:gd name="connsiteX1" fmla="*/ 42386 w 46146"/>
                        <a:gd name="connsiteY1" fmla="*/ 17050 h 40766"/>
                        <a:gd name="connsiteX2" fmla="*/ 29146 w 46146"/>
                        <a:gd name="connsiteY2" fmla="*/ 30956 h 40766"/>
                        <a:gd name="connsiteX3" fmla="*/ 0 w 46146"/>
                        <a:gd name="connsiteY3" fmla="*/ 40767 h 40766"/>
                        <a:gd name="connsiteX4" fmla="*/ 21050 w 46146"/>
                        <a:gd name="connsiteY4" fmla="*/ 33052 h 40766"/>
                        <a:gd name="connsiteX5" fmla="*/ 36576 w 46146"/>
                        <a:gd name="connsiteY5" fmla="*/ 20193 h 40766"/>
                        <a:gd name="connsiteX6" fmla="*/ 46005 w 46146"/>
                        <a:gd name="connsiteY6" fmla="*/ 0 h 40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146" h="40766">
                          <a:moveTo>
                            <a:pt x="46005" y="0"/>
                          </a:moveTo>
                          <a:cubicBezTo>
                            <a:pt x="46005" y="0"/>
                            <a:pt x="47244" y="7620"/>
                            <a:pt x="42386" y="17050"/>
                          </a:cubicBezTo>
                          <a:cubicBezTo>
                            <a:pt x="39910" y="21717"/>
                            <a:pt x="35909" y="26575"/>
                            <a:pt x="29146" y="30956"/>
                          </a:cubicBezTo>
                          <a:cubicBezTo>
                            <a:pt x="22384" y="35624"/>
                            <a:pt x="12954" y="38957"/>
                            <a:pt x="0" y="40767"/>
                          </a:cubicBezTo>
                          <a:cubicBezTo>
                            <a:pt x="0" y="40767"/>
                            <a:pt x="10191" y="38957"/>
                            <a:pt x="21050" y="33052"/>
                          </a:cubicBezTo>
                          <a:cubicBezTo>
                            <a:pt x="26479" y="29813"/>
                            <a:pt x="32099" y="25622"/>
                            <a:pt x="36576" y="20193"/>
                          </a:cubicBezTo>
                          <a:cubicBezTo>
                            <a:pt x="41053" y="14954"/>
                            <a:pt x="44482" y="8001"/>
                            <a:pt x="4600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5" name="Forme libre : forme 13684">
                      <a:extLst>
                        <a:ext uri="{FF2B5EF4-FFF2-40B4-BE49-F238E27FC236}">
                          <a16:creationId xmlns:a16="http://schemas.microsoft.com/office/drawing/2014/main" id="{7C63191D-26F7-4E55-8207-D3975A3A4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75487" y="3242433"/>
                      <a:ext cx="53054" cy="24260"/>
                    </a:xfrm>
                    <a:custGeom>
                      <a:avLst/>
                      <a:gdLst>
                        <a:gd name="connsiteX0" fmla="*/ 53054 w 53054"/>
                        <a:gd name="connsiteY0" fmla="*/ 734 h 24260"/>
                        <a:gd name="connsiteX1" fmla="*/ 47244 w 53054"/>
                        <a:gd name="connsiteY1" fmla="*/ 162 h 24260"/>
                        <a:gd name="connsiteX2" fmla="*/ 33242 w 53054"/>
                        <a:gd name="connsiteY2" fmla="*/ 925 h 24260"/>
                        <a:gd name="connsiteX3" fmla="*/ 15907 w 53054"/>
                        <a:gd name="connsiteY3" fmla="*/ 7211 h 24260"/>
                        <a:gd name="connsiteX4" fmla="*/ 0 w 53054"/>
                        <a:gd name="connsiteY4" fmla="*/ 24261 h 24260"/>
                        <a:gd name="connsiteX5" fmla="*/ 14097 w 53054"/>
                        <a:gd name="connsiteY5" fmla="*/ 11497 h 24260"/>
                        <a:gd name="connsiteX6" fmla="*/ 30766 w 53054"/>
                        <a:gd name="connsiteY6" fmla="*/ 3496 h 24260"/>
                        <a:gd name="connsiteX7" fmla="*/ 53054 w 53054"/>
                        <a:gd name="connsiteY7" fmla="*/ 734 h 24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3054" h="24260">
                          <a:moveTo>
                            <a:pt x="53054" y="734"/>
                          </a:moveTo>
                          <a:cubicBezTo>
                            <a:pt x="53054" y="734"/>
                            <a:pt x="50768" y="448"/>
                            <a:pt x="47244" y="162"/>
                          </a:cubicBezTo>
                          <a:cubicBezTo>
                            <a:pt x="43625" y="-123"/>
                            <a:pt x="38767" y="-123"/>
                            <a:pt x="33242" y="925"/>
                          </a:cubicBezTo>
                          <a:cubicBezTo>
                            <a:pt x="27813" y="1782"/>
                            <a:pt x="21717" y="3496"/>
                            <a:pt x="15907" y="7211"/>
                          </a:cubicBezTo>
                          <a:cubicBezTo>
                            <a:pt x="10001" y="10926"/>
                            <a:pt x="4477" y="16069"/>
                            <a:pt x="0" y="24261"/>
                          </a:cubicBezTo>
                          <a:cubicBezTo>
                            <a:pt x="0" y="24261"/>
                            <a:pt x="4953" y="17688"/>
                            <a:pt x="14097" y="11497"/>
                          </a:cubicBezTo>
                          <a:cubicBezTo>
                            <a:pt x="18669" y="8354"/>
                            <a:pt x="24289" y="5401"/>
                            <a:pt x="30766" y="3496"/>
                          </a:cubicBezTo>
                          <a:cubicBezTo>
                            <a:pt x="37243" y="1305"/>
                            <a:pt x="44577" y="258"/>
                            <a:pt x="53054" y="73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6" name="Forme libre : forme 13685">
                      <a:extLst>
                        <a:ext uri="{FF2B5EF4-FFF2-40B4-BE49-F238E27FC236}">
                          <a16:creationId xmlns:a16="http://schemas.microsoft.com/office/drawing/2014/main" id="{9F29D90C-57AC-4E2B-9C24-4F2093D3A6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46610" y="3284832"/>
                      <a:ext cx="24672" cy="14996"/>
                    </a:xfrm>
                    <a:custGeom>
                      <a:avLst/>
                      <a:gdLst>
                        <a:gd name="connsiteX0" fmla="*/ 24318 w 24672"/>
                        <a:gd name="connsiteY0" fmla="*/ 12055 h 14996"/>
                        <a:gd name="connsiteX1" fmla="*/ 8983 w 24672"/>
                        <a:gd name="connsiteY1" fmla="*/ 13294 h 14996"/>
                        <a:gd name="connsiteX2" fmla="*/ 506 w 24672"/>
                        <a:gd name="connsiteY2" fmla="*/ 2530 h 14996"/>
                        <a:gd name="connsiteX3" fmla="*/ 15365 w 24672"/>
                        <a:gd name="connsiteY3" fmla="*/ 1673 h 14996"/>
                        <a:gd name="connsiteX4" fmla="*/ 24318 w 24672"/>
                        <a:gd name="connsiteY4" fmla="*/ 12055 h 14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672" h="14996">
                          <a:moveTo>
                            <a:pt x="24318" y="12055"/>
                          </a:moveTo>
                          <a:cubicBezTo>
                            <a:pt x="22699" y="15580"/>
                            <a:pt x="15745" y="15865"/>
                            <a:pt x="8983" y="13294"/>
                          </a:cubicBezTo>
                          <a:cubicBezTo>
                            <a:pt x="2220" y="10722"/>
                            <a:pt x="-1399" y="5578"/>
                            <a:pt x="506" y="2530"/>
                          </a:cubicBezTo>
                          <a:cubicBezTo>
                            <a:pt x="2411" y="-422"/>
                            <a:pt x="8983" y="-899"/>
                            <a:pt x="15365" y="1673"/>
                          </a:cubicBezTo>
                          <a:cubicBezTo>
                            <a:pt x="21842" y="4340"/>
                            <a:pt x="25937" y="8817"/>
                            <a:pt x="24318" y="1205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7" name="Forme libre : forme 13686">
                      <a:extLst>
                        <a:ext uri="{FF2B5EF4-FFF2-40B4-BE49-F238E27FC236}">
                          <a16:creationId xmlns:a16="http://schemas.microsoft.com/office/drawing/2014/main" id="{8DF95735-C301-47DE-9497-AFC16CAD81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7685" y="3292406"/>
                      <a:ext cx="7052" cy="5725"/>
                    </a:xfrm>
                    <a:custGeom>
                      <a:avLst/>
                      <a:gdLst>
                        <a:gd name="connsiteX0" fmla="*/ 7053 w 7052"/>
                        <a:gd name="connsiteY0" fmla="*/ 2958 h 5725"/>
                        <a:gd name="connsiteX1" fmla="*/ 3339 w 7052"/>
                        <a:gd name="connsiteY1" fmla="*/ 5720 h 5725"/>
                        <a:gd name="connsiteX2" fmla="*/ 5 w 7052"/>
                        <a:gd name="connsiteY2" fmla="*/ 2672 h 5725"/>
                        <a:gd name="connsiteX3" fmla="*/ 3719 w 7052"/>
                        <a:gd name="connsiteY3" fmla="*/ 5 h 5725"/>
                        <a:gd name="connsiteX4" fmla="*/ 7053 w 7052"/>
                        <a:gd name="connsiteY4" fmla="*/ 2958 h 5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52" h="5725">
                          <a:moveTo>
                            <a:pt x="7053" y="2958"/>
                          </a:moveTo>
                          <a:cubicBezTo>
                            <a:pt x="6958" y="4577"/>
                            <a:pt x="5338" y="5815"/>
                            <a:pt x="3339" y="5720"/>
                          </a:cubicBezTo>
                          <a:cubicBezTo>
                            <a:pt x="1338" y="5625"/>
                            <a:pt x="-91" y="4291"/>
                            <a:pt x="5" y="2672"/>
                          </a:cubicBezTo>
                          <a:cubicBezTo>
                            <a:pt x="100" y="1148"/>
                            <a:pt x="1814" y="-90"/>
                            <a:pt x="3719" y="5"/>
                          </a:cubicBezTo>
                          <a:cubicBezTo>
                            <a:pt x="5625" y="5"/>
                            <a:pt x="7053" y="1339"/>
                            <a:pt x="7053" y="29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8" name="Forme libre : forme 13687">
                      <a:extLst>
                        <a:ext uri="{FF2B5EF4-FFF2-40B4-BE49-F238E27FC236}">
                          <a16:creationId xmlns:a16="http://schemas.microsoft.com/office/drawing/2014/main" id="{47C6ADED-7342-4A43-A7A2-5E07EB7E7E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50750" y="3253681"/>
                      <a:ext cx="54664" cy="52901"/>
                    </a:xfrm>
                    <a:custGeom>
                      <a:avLst/>
                      <a:gdLst>
                        <a:gd name="connsiteX0" fmla="*/ 48657 w 54664"/>
                        <a:gd name="connsiteY0" fmla="*/ 19680 h 52901"/>
                        <a:gd name="connsiteX1" fmla="*/ 54658 w 54664"/>
                        <a:gd name="connsiteY1" fmla="*/ 44921 h 52901"/>
                        <a:gd name="connsiteX2" fmla="*/ 49896 w 54664"/>
                        <a:gd name="connsiteY2" fmla="*/ 52827 h 52901"/>
                        <a:gd name="connsiteX3" fmla="*/ 41990 w 54664"/>
                        <a:gd name="connsiteY3" fmla="*/ 47970 h 52901"/>
                        <a:gd name="connsiteX4" fmla="*/ 27226 w 54664"/>
                        <a:gd name="connsiteY4" fmla="*/ 24347 h 52901"/>
                        <a:gd name="connsiteX5" fmla="*/ 9605 w 54664"/>
                        <a:gd name="connsiteY5" fmla="*/ 15489 h 52901"/>
                        <a:gd name="connsiteX6" fmla="*/ 1509 w 54664"/>
                        <a:gd name="connsiteY6" fmla="*/ 9393 h 52901"/>
                        <a:gd name="connsiteX7" fmla="*/ 1032 w 54664"/>
                        <a:gd name="connsiteY7" fmla="*/ 3393 h 52901"/>
                        <a:gd name="connsiteX8" fmla="*/ 17892 w 54664"/>
                        <a:gd name="connsiteY8" fmla="*/ 535 h 52901"/>
                        <a:gd name="connsiteX9" fmla="*/ 34846 w 54664"/>
                        <a:gd name="connsiteY9" fmla="*/ 5393 h 52901"/>
                        <a:gd name="connsiteX10" fmla="*/ 48657 w 54664"/>
                        <a:gd name="connsiteY10" fmla="*/ 19680 h 52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4664" h="52901">
                          <a:moveTo>
                            <a:pt x="48657" y="19680"/>
                          </a:moveTo>
                          <a:cubicBezTo>
                            <a:pt x="52849" y="27491"/>
                            <a:pt x="54468" y="36254"/>
                            <a:pt x="54658" y="44921"/>
                          </a:cubicBezTo>
                          <a:cubicBezTo>
                            <a:pt x="54754" y="48065"/>
                            <a:pt x="53801" y="52161"/>
                            <a:pt x="49896" y="52827"/>
                          </a:cubicBezTo>
                          <a:cubicBezTo>
                            <a:pt x="46276" y="53399"/>
                            <a:pt x="43514" y="50541"/>
                            <a:pt x="41990" y="47970"/>
                          </a:cubicBezTo>
                          <a:cubicBezTo>
                            <a:pt x="37227" y="40064"/>
                            <a:pt x="34751" y="30444"/>
                            <a:pt x="27226" y="24347"/>
                          </a:cubicBezTo>
                          <a:cubicBezTo>
                            <a:pt x="24845" y="22538"/>
                            <a:pt x="16368" y="19585"/>
                            <a:pt x="9605" y="15489"/>
                          </a:cubicBezTo>
                          <a:cubicBezTo>
                            <a:pt x="6176" y="13489"/>
                            <a:pt x="3223" y="11679"/>
                            <a:pt x="1509" y="9393"/>
                          </a:cubicBezTo>
                          <a:cubicBezTo>
                            <a:pt x="-206" y="7203"/>
                            <a:pt x="-587" y="5202"/>
                            <a:pt x="1032" y="3393"/>
                          </a:cubicBezTo>
                          <a:cubicBezTo>
                            <a:pt x="4271" y="-37"/>
                            <a:pt x="11034" y="-608"/>
                            <a:pt x="17892" y="535"/>
                          </a:cubicBezTo>
                          <a:cubicBezTo>
                            <a:pt x="24654" y="1583"/>
                            <a:pt x="31608" y="3393"/>
                            <a:pt x="34846" y="5393"/>
                          </a:cubicBezTo>
                          <a:cubicBezTo>
                            <a:pt x="40656" y="8822"/>
                            <a:pt x="45419" y="13775"/>
                            <a:pt x="48657" y="1968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09" name="Graphique 1">
                    <a:extLst>
                      <a:ext uri="{FF2B5EF4-FFF2-40B4-BE49-F238E27FC236}">
                        <a16:creationId xmlns:a16="http://schemas.microsoft.com/office/drawing/2014/main" id="{0BB8144B-5608-45FD-8537-2770D26627E6}"/>
                      </a:ext>
                    </a:extLst>
                  </p:cNvPr>
                  <p:cNvGrpSpPr/>
                  <p:nvPr/>
                </p:nvGrpSpPr>
                <p:grpSpPr>
                  <a:xfrm>
                    <a:off x="5915174" y="3217376"/>
                    <a:ext cx="155431" cy="127380"/>
                    <a:chOff x="5915174" y="3217376"/>
                    <a:chExt cx="155431" cy="127380"/>
                  </a:xfrm>
                  <a:solidFill>
                    <a:schemeClr val="accent1"/>
                  </a:solidFill>
                </p:grpSpPr>
                <p:sp>
                  <p:nvSpPr>
                    <p:cNvPr id="13665" name="Forme libre : forme 13664">
                      <a:extLst>
                        <a:ext uri="{FF2B5EF4-FFF2-40B4-BE49-F238E27FC236}">
                          <a16:creationId xmlns:a16="http://schemas.microsoft.com/office/drawing/2014/main" id="{1BB1E61F-A6C7-4D2A-B302-2B30424280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5174" y="3217376"/>
                      <a:ext cx="155307" cy="127380"/>
                    </a:xfrm>
                    <a:custGeom>
                      <a:avLst/>
                      <a:gdLst>
                        <a:gd name="connsiteX0" fmla="*/ 124251 w 155307"/>
                        <a:gd name="connsiteY0" fmla="*/ 101990 h 127380"/>
                        <a:gd name="connsiteX1" fmla="*/ 93962 w 155307"/>
                        <a:gd name="connsiteY1" fmla="*/ 115040 h 127380"/>
                        <a:gd name="connsiteX2" fmla="*/ 62339 w 155307"/>
                        <a:gd name="connsiteY2" fmla="*/ 125231 h 127380"/>
                        <a:gd name="connsiteX3" fmla="*/ 40336 w 155307"/>
                        <a:gd name="connsiteY3" fmla="*/ 127232 h 127380"/>
                        <a:gd name="connsiteX4" fmla="*/ 21476 w 155307"/>
                        <a:gd name="connsiteY4" fmla="*/ 121802 h 127380"/>
                        <a:gd name="connsiteX5" fmla="*/ 2903 w 155307"/>
                        <a:gd name="connsiteY5" fmla="*/ 96371 h 127380"/>
                        <a:gd name="connsiteX6" fmla="*/ 140 w 155307"/>
                        <a:gd name="connsiteY6" fmla="*/ 67034 h 127380"/>
                        <a:gd name="connsiteX7" fmla="*/ 9284 w 155307"/>
                        <a:gd name="connsiteY7" fmla="*/ 38363 h 127380"/>
                        <a:gd name="connsiteX8" fmla="*/ 20333 w 155307"/>
                        <a:gd name="connsiteY8" fmla="*/ 27981 h 127380"/>
                        <a:gd name="connsiteX9" fmla="*/ 34240 w 155307"/>
                        <a:gd name="connsiteY9" fmla="*/ 21409 h 127380"/>
                        <a:gd name="connsiteX10" fmla="*/ 55766 w 155307"/>
                        <a:gd name="connsiteY10" fmla="*/ 14170 h 127380"/>
                        <a:gd name="connsiteX11" fmla="*/ 76721 w 155307"/>
                        <a:gd name="connsiteY11" fmla="*/ 4835 h 127380"/>
                        <a:gd name="connsiteX12" fmla="*/ 91770 w 155307"/>
                        <a:gd name="connsiteY12" fmla="*/ 359 h 127380"/>
                        <a:gd name="connsiteX13" fmla="*/ 107296 w 155307"/>
                        <a:gd name="connsiteY13" fmla="*/ 1026 h 127380"/>
                        <a:gd name="connsiteX14" fmla="*/ 133109 w 155307"/>
                        <a:gd name="connsiteY14" fmla="*/ 17027 h 127380"/>
                        <a:gd name="connsiteX15" fmla="*/ 149969 w 155307"/>
                        <a:gd name="connsiteY15" fmla="*/ 41793 h 127380"/>
                        <a:gd name="connsiteX16" fmla="*/ 152635 w 155307"/>
                        <a:gd name="connsiteY16" fmla="*/ 73511 h 127380"/>
                        <a:gd name="connsiteX17" fmla="*/ 141967 w 155307"/>
                        <a:gd name="connsiteY17" fmla="*/ 89418 h 127380"/>
                        <a:gd name="connsiteX18" fmla="*/ 124251 w 155307"/>
                        <a:gd name="connsiteY18" fmla="*/ 101990 h 127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55307" h="127380">
                          <a:moveTo>
                            <a:pt x="124251" y="101990"/>
                          </a:moveTo>
                          <a:cubicBezTo>
                            <a:pt x="114535" y="106943"/>
                            <a:pt x="104248" y="111039"/>
                            <a:pt x="93962" y="115040"/>
                          </a:cubicBezTo>
                          <a:cubicBezTo>
                            <a:pt x="83674" y="119040"/>
                            <a:pt x="73006" y="122088"/>
                            <a:pt x="62339" y="125231"/>
                          </a:cubicBezTo>
                          <a:cubicBezTo>
                            <a:pt x="54719" y="127041"/>
                            <a:pt x="47193" y="127708"/>
                            <a:pt x="40336" y="127232"/>
                          </a:cubicBezTo>
                          <a:cubicBezTo>
                            <a:pt x="33287" y="126374"/>
                            <a:pt x="26905" y="124565"/>
                            <a:pt x="21476" y="121802"/>
                          </a:cubicBezTo>
                          <a:cubicBezTo>
                            <a:pt x="10618" y="116468"/>
                            <a:pt x="3855" y="106848"/>
                            <a:pt x="2903" y="96371"/>
                          </a:cubicBezTo>
                          <a:lnTo>
                            <a:pt x="140" y="67034"/>
                          </a:lnTo>
                          <a:cubicBezTo>
                            <a:pt x="-812" y="56270"/>
                            <a:pt x="3188" y="46555"/>
                            <a:pt x="9284" y="38363"/>
                          </a:cubicBezTo>
                          <a:cubicBezTo>
                            <a:pt x="12428" y="34268"/>
                            <a:pt x="16142" y="30743"/>
                            <a:pt x="20333" y="27981"/>
                          </a:cubicBezTo>
                          <a:cubicBezTo>
                            <a:pt x="24429" y="24933"/>
                            <a:pt x="29096" y="22647"/>
                            <a:pt x="34240" y="21409"/>
                          </a:cubicBezTo>
                          <a:cubicBezTo>
                            <a:pt x="41479" y="19123"/>
                            <a:pt x="48718" y="17027"/>
                            <a:pt x="55766" y="14170"/>
                          </a:cubicBezTo>
                          <a:cubicBezTo>
                            <a:pt x="62815" y="11312"/>
                            <a:pt x="69958" y="8550"/>
                            <a:pt x="76721" y="4835"/>
                          </a:cubicBezTo>
                          <a:cubicBezTo>
                            <a:pt x="81579" y="2549"/>
                            <a:pt x="86722" y="1216"/>
                            <a:pt x="91770" y="359"/>
                          </a:cubicBezTo>
                          <a:cubicBezTo>
                            <a:pt x="96914" y="-308"/>
                            <a:pt x="102153" y="-22"/>
                            <a:pt x="107296" y="1026"/>
                          </a:cubicBezTo>
                          <a:cubicBezTo>
                            <a:pt x="117298" y="2835"/>
                            <a:pt x="127013" y="8169"/>
                            <a:pt x="133109" y="17027"/>
                          </a:cubicBezTo>
                          <a:lnTo>
                            <a:pt x="149969" y="41793"/>
                          </a:lnTo>
                          <a:cubicBezTo>
                            <a:pt x="156064" y="50746"/>
                            <a:pt x="156922" y="62081"/>
                            <a:pt x="152635" y="73511"/>
                          </a:cubicBezTo>
                          <a:cubicBezTo>
                            <a:pt x="150349" y="78940"/>
                            <a:pt x="146730" y="84369"/>
                            <a:pt x="141967" y="89418"/>
                          </a:cubicBezTo>
                          <a:cubicBezTo>
                            <a:pt x="137300" y="94466"/>
                            <a:pt x="131204" y="98752"/>
                            <a:pt x="124251" y="10199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6" name="Forme libre : forme 13665">
                      <a:extLst>
                        <a:ext uri="{FF2B5EF4-FFF2-40B4-BE49-F238E27FC236}">
                          <a16:creationId xmlns:a16="http://schemas.microsoft.com/office/drawing/2014/main" id="{23E6D9F1-7DA3-45BC-B053-82B7E3752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6934" y="3258311"/>
                      <a:ext cx="153672" cy="86445"/>
                    </a:xfrm>
                    <a:custGeom>
                      <a:avLst/>
                      <a:gdLst>
                        <a:gd name="connsiteX0" fmla="*/ 61436 w 153672"/>
                        <a:gd name="connsiteY0" fmla="*/ 47054 h 86445"/>
                        <a:gd name="connsiteX1" fmla="*/ 44767 w 153672"/>
                        <a:gd name="connsiteY1" fmla="*/ 53245 h 86445"/>
                        <a:gd name="connsiteX2" fmla="*/ 27813 w 153672"/>
                        <a:gd name="connsiteY2" fmla="*/ 54578 h 86445"/>
                        <a:gd name="connsiteX3" fmla="*/ 0 w 153672"/>
                        <a:gd name="connsiteY3" fmla="*/ 42767 h 86445"/>
                        <a:gd name="connsiteX4" fmla="*/ 1238 w 153672"/>
                        <a:gd name="connsiteY4" fmla="*/ 55436 h 86445"/>
                        <a:gd name="connsiteX5" fmla="*/ 19812 w 153672"/>
                        <a:gd name="connsiteY5" fmla="*/ 80867 h 86445"/>
                        <a:gd name="connsiteX6" fmla="*/ 38671 w 153672"/>
                        <a:gd name="connsiteY6" fmla="*/ 86297 h 86445"/>
                        <a:gd name="connsiteX7" fmla="*/ 60674 w 153672"/>
                        <a:gd name="connsiteY7" fmla="*/ 84296 h 86445"/>
                        <a:gd name="connsiteX8" fmla="*/ 92297 w 153672"/>
                        <a:gd name="connsiteY8" fmla="*/ 74104 h 86445"/>
                        <a:gd name="connsiteX9" fmla="*/ 122587 w 153672"/>
                        <a:gd name="connsiteY9" fmla="*/ 61055 h 86445"/>
                        <a:gd name="connsiteX10" fmla="*/ 140303 w 153672"/>
                        <a:gd name="connsiteY10" fmla="*/ 48387 h 86445"/>
                        <a:gd name="connsiteX11" fmla="*/ 150971 w 153672"/>
                        <a:gd name="connsiteY11" fmla="*/ 32480 h 86445"/>
                        <a:gd name="connsiteX12" fmla="*/ 148304 w 153672"/>
                        <a:gd name="connsiteY12" fmla="*/ 762 h 86445"/>
                        <a:gd name="connsiteX13" fmla="*/ 147732 w 153672"/>
                        <a:gd name="connsiteY13" fmla="*/ 0 h 86445"/>
                        <a:gd name="connsiteX14" fmla="*/ 127254 w 153672"/>
                        <a:gd name="connsiteY14" fmla="*/ 13716 h 86445"/>
                        <a:gd name="connsiteX15" fmla="*/ 105727 w 153672"/>
                        <a:gd name="connsiteY15" fmla="*/ 25146 h 86445"/>
                        <a:gd name="connsiteX16" fmla="*/ 94869 w 153672"/>
                        <a:gd name="connsiteY16" fmla="*/ 30575 h 86445"/>
                        <a:gd name="connsiteX17" fmla="*/ 83820 w 153672"/>
                        <a:gd name="connsiteY17" fmla="*/ 35719 h 86445"/>
                        <a:gd name="connsiteX18" fmla="*/ 61436 w 153672"/>
                        <a:gd name="connsiteY18" fmla="*/ 47054 h 86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53672" h="86445">
                          <a:moveTo>
                            <a:pt x="61436" y="47054"/>
                          </a:moveTo>
                          <a:cubicBezTo>
                            <a:pt x="56197" y="50102"/>
                            <a:pt x="50482" y="52102"/>
                            <a:pt x="44767" y="53245"/>
                          </a:cubicBezTo>
                          <a:cubicBezTo>
                            <a:pt x="39052" y="54388"/>
                            <a:pt x="33338" y="55245"/>
                            <a:pt x="27813" y="54578"/>
                          </a:cubicBezTo>
                          <a:cubicBezTo>
                            <a:pt x="16764" y="53626"/>
                            <a:pt x="6858" y="49816"/>
                            <a:pt x="0" y="42767"/>
                          </a:cubicBezTo>
                          <a:lnTo>
                            <a:pt x="1238" y="55436"/>
                          </a:lnTo>
                          <a:cubicBezTo>
                            <a:pt x="2191" y="65913"/>
                            <a:pt x="8954" y="75533"/>
                            <a:pt x="19812" y="80867"/>
                          </a:cubicBezTo>
                          <a:cubicBezTo>
                            <a:pt x="25241" y="83534"/>
                            <a:pt x="31622" y="85439"/>
                            <a:pt x="38671" y="86297"/>
                          </a:cubicBezTo>
                          <a:cubicBezTo>
                            <a:pt x="45625" y="86773"/>
                            <a:pt x="53149" y="86106"/>
                            <a:pt x="60674" y="84296"/>
                          </a:cubicBezTo>
                          <a:cubicBezTo>
                            <a:pt x="71247" y="81153"/>
                            <a:pt x="82010" y="78105"/>
                            <a:pt x="92297" y="74104"/>
                          </a:cubicBezTo>
                          <a:cubicBezTo>
                            <a:pt x="102584" y="70104"/>
                            <a:pt x="112871" y="66104"/>
                            <a:pt x="122587" y="61055"/>
                          </a:cubicBezTo>
                          <a:cubicBezTo>
                            <a:pt x="129540" y="57817"/>
                            <a:pt x="135636" y="53531"/>
                            <a:pt x="140303" y="48387"/>
                          </a:cubicBezTo>
                          <a:cubicBezTo>
                            <a:pt x="145066" y="43434"/>
                            <a:pt x="148685" y="38005"/>
                            <a:pt x="150971" y="32480"/>
                          </a:cubicBezTo>
                          <a:cubicBezTo>
                            <a:pt x="155257" y="21050"/>
                            <a:pt x="154495" y="9716"/>
                            <a:pt x="148304" y="762"/>
                          </a:cubicBezTo>
                          <a:lnTo>
                            <a:pt x="147732" y="0"/>
                          </a:lnTo>
                          <a:cubicBezTo>
                            <a:pt x="141160" y="5144"/>
                            <a:pt x="134398" y="9811"/>
                            <a:pt x="127254" y="13716"/>
                          </a:cubicBezTo>
                          <a:cubicBezTo>
                            <a:pt x="120205" y="17907"/>
                            <a:pt x="113062" y="21717"/>
                            <a:pt x="105727" y="25146"/>
                          </a:cubicBezTo>
                          <a:lnTo>
                            <a:pt x="94869" y="30575"/>
                          </a:lnTo>
                          <a:cubicBezTo>
                            <a:pt x="91154" y="32290"/>
                            <a:pt x="87535" y="34004"/>
                            <a:pt x="83820" y="35719"/>
                          </a:cubicBezTo>
                          <a:cubicBezTo>
                            <a:pt x="76390" y="39434"/>
                            <a:pt x="68961" y="42958"/>
                            <a:pt x="61436" y="47054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7" name="Forme libre : forme 13666">
                      <a:extLst>
                        <a:ext uri="{FF2B5EF4-FFF2-40B4-BE49-F238E27FC236}">
                          <a16:creationId xmlns:a16="http://schemas.microsoft.com/office/drawing/2014/main" id="{2BD7E502-A92B-4D1B-8F78-93EF2913B8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7136" y="3257071"/>
                      <a:ext cx="65871" cy="46382"/>
                    </a:xfrm>
                    <a:custGeom>
                      <a:avLst/>
                      <a:gdLst>
                        <a:gd name="connsiteX0" fmla="*/ 64289 w 65871"/>
                        <a:gd name="connsiteY0" fmla="*/ 8289 h 46382"/>
                        <a:gd name="connsiteX1" fmla="*/ 62003 w 65871"/>
                        <a:gd name="connsiteY1" fmla="*/ 26006 h 46382"/>
                        <a:gd name="connsiteX2" fmla="*/ 41048 w 65871"/>
                        <a:gd name="connsiteY2" fmla="*/ 42294 h 46382"/>
                        <a:gd name="connsiteX3" fmla="*/ 27046 w 65871"/>
                        <a:gd name="connsiteY3" fmla="*/ 46103 h 46382"/>
                        <a:gd name="connsiteX4" fmla="*/ 14568 w 65871"/>
                        <a:gd name="connsiteY4" fmla="*/ 45627 h 46382"/>
                        <a:gd name="connsiteX5" fmla="*/ 471 w 65871"/>
                        <a:gd name="connsiteY5" fmla="*/ 34959 h 46382"/>
                        <a:gd name="connsiteX6" fmla="*/ 5710 w 65871"/>
                        <a:gd name="connsiteY6" fmla="*/ 18195 h 46382"/>
                        <a:gd name="connsiteX7" fmla="*/ 14187 w 65871"/>
                        <a:gd name="connsiteY7" fmla="*/ 10766 h 46382"/>
                        <a:gd name="connsiteX8" fmla="*/ 25332 w 65871"/>
                        <a:gd name="connsiteY8" fmla="*/ 4574 h 46382"/>
                        <a:gd name="connsiteX9" fmla="*/ 48858 w 65871"/>
                        <a:gd name="connsiteY9" fmla="*/ 193 h 46382"/>
                        <a:gd name="connsiteX10" fmla="*/ 64289 w 65871"/>
                        <a:gd name="connsiteY10" fmla="*/ 8289 h 46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5871" h="46382">
                          <a:moveTo>
                            <a:pt x="64289" y="8289"/>
                          </a:moveTo>
                          <a:cubicBezTo>
                            <a:pt x="66956" y="13147"/>
                            <a:pt x="66289" y="19910"/>
                            <a:pt x="62003" y="26006"/>
                          </a:cubicBezTo>
                          <a:cubicBezTo>
                            <a:pt x="57716" y="32006"/>
                            <a:pt x="50668" y="38674"/>
                            <a:pt x="41048" y="42294"/>
                          </a:cubicBezTo>
                          <a:cubicBezTo>
                            <a:pt x="36285" y="44198"/>
                            <a:pt x="31523" y="45437"/>
                            <a:pt x="27046" y="46103"/>
                          </a:cubicBezTo>
                          <a:cubicBezTo>
                            <a:pt x="22569" y="46675"/>
                            <a:pt x="18283" y="46294"/>
                            <a:pt x="14568" y="45627"/>
                          </a:cubicBezTo>
                          <a:cubicBezTo>
                            <a:pt x="7139" y="44103"/>
                            <a:pt x="1995" y="40388"/>
                            <a:pt x="471" y="34959"/>
                          </a:cubicBezTo>
                          <a:cubicBezTo>
                            <a:pt x="-1053" y="29530"/>
                            <a:pt x="1233" y="23529"/>
                            <a:pt x="5710" y="18195"/>
                          </a:cubicBezTo>
                          <a:cubicBezTo>
                            <a:pt x="7996" y="15433"/>
                            <a:pt x="10853" y="13147"/>
                            <a:pt x="14187" y="10766"/>
                          </a:cubicBezTo>
                          <a:cubicBezTo>
                            <a:pt x="17426" y="8289"/>
                            <a:pt x="21141" y="6194"/>
                            <a:pt x="25332" y="4574"/>
                          </a:cubicBezTo>
                          <a:cubicBezTo>
                            <a:pt x="33714" y="1431"/>
                            <a:pt x="41619" y="-664"/>
                            <a:pt x="48858" y="193"/>
                          </a:cubicBezTo>
                          <a:cubicBezTo>
                            <a:pt x="55907" y="1050"/>
                            <a:pt x="61527" y="3241"/>
                            <a:pt x="64289" y="8289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8" name="Forme libre : forme 13667">
                      <a:extLst>
                        <a:ext uri="{FF2B5EF4-FFF2-40B4-BE49-F238E27FC236}">
                          <a16:creationId xmlns:a16="http://schemas.microsoft.com/office/drawing/2014/main" id="{FC1D2DF6-D1A0-43C4-833B-13802E4018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7126" y="3271456"/>
                      <a:ext cx="55249" cy="31997"/>
                    </a:xfrm>
                    <a:custGeom>
                      <a:avLst/>
                      <a:gdLst>
                        <a:gd name="connsiteX0" fmla="*/ 9530 w 55249"/>
                        <a:gd name="connsiteY0" fmla="*/ 0 h 31997"/>
                        <a:gd name="connsiteX1" fmla="*/ 481 w 55249"/>
                        <a:gd name="connsiteY1" fmla="*/ 20574 h 31997"/>
                        <a:gd name="connsiteX2" fmla="*/ 14578 w 55249"/>
                        <a:gd name="connsiteY2" fmla="*/ 31242 h 31997"/>
                        <a:gd name="connsiteX3" fmla="*/ 27056 w 55249"/>
                        <a:gd name="connsiteY3" fmla="*/ 31718 h 31997"/>
                        <a:gd name="connsiteX4" fmla="*/ 41057 w 55249"/>
                        <a:gd name="connsiteY4" fmla="*/ 27908 h 31997"/>
                        <a:gd name="connsiteX5" fmla="*/ 55249 w 55249"/>
                        <a:gd name="connsiteY5" fmla="*/ 19145 h 31997"/>
                        <a:gd name="connsiteX6" fmla="*/ 46487 w 55249"/>
                        <a:gd name="connsiteY6" fmla="*/ 21812 h 31997"/>
                        <a:gd name="connsiteX7" fmla="*/ 22579 w 55249"/>
                        <a:gd name="connsiteY7" fmla="*/ 16288 h 31997"/>
                        <a:gd name="connsiteX8" fmla="*/ 9530 w 55249"/>
                        <a:gd name="connsiteY8" fmla="*/ 0 h 31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249" h="31997">
                          <a:moveTo>
                            <a:pt x="9530" y="0"/>
                          </a:moveTo>
                          <a:cubicBezTo>
                            <a:pt x="2481" y="6096"/>
                            <a:pt x="-1424" y="13907"/>
                            <a:pt x="481" y="20574"/>
                          </a:cubicBezTo>
                          <a:cubicBezTo>
                            <a:pt x="2005" y="26003"/>
                            <a:pt x="7148" y="29718"/>
                            <a:pt x="14578" y="31242"/>
                          </a:cubicBezTo>
                          <a:cubicBezTo>
                            <a:pt x="18293" y="31909"/>
                            <a:pt x="22579" y="32290"/>
                            <a:pt x="27056" y="31718"/>
                          </a:cubicBezTo>
                          <a:cubicBezTo>
                            <a:pt x="31532" y="31052"/>
                            <a:pt x="36295" y="29813"/>
                            <a:pt x="41057" y="27908"/>
                          </a:cubicBezTo>
                          <a:cubicBezTo>
                            <a:pt x="46677" y="25813"/>
                            <a:pt x="51440" y="22574"/>
                            <a:pt x="55249" y="19145"/>
                          </a:cubicBezTo>
                          <a:cubicBezTo>
                            <a:pt x="52392" y="20384"/>
                            <a:pt x="49535" y="21336"/>
                            <a:pt x="46487" y="21812"/>
                          </a:cubicBezTo>
                          <a:cubicBezTo>
                            <a:pt x="37724" y="22003"/>
                            <a:pt x="29151" y="20003"/>
                            <a:pt x="22579" y="16288"/>
                          </a:cubicBezTo>
                          <a:cubicBezTo>
                            <a:pt x="16007" y="12478"/>
                            <a:pt x="11244" y="6572"/>
                            <a:pt x="9530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9" name="Forme libre : forme 13668">
                      <a:extLst>
                        <a:ext uri="{FF2B5EF4-FFF2-40B4-BE49-F238E27FC236}">
                          <a16:creationId xmlns:a16="http://schemas.microsoft.com/office/drawing/2014/main" id="{F3059BF2-2D1A-4146-8639-DB6F59B285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1660" y="3259632"/>
                      <a:ext cx="66701" cy="46917"/>
                    </a:xfrm>
                    <a:custGeom>
                      <a:avLst/>
                      <a:gdLst>
                        <a:gd name="connsiteX0" fmla="*/ 65098 w 66701"/>
                        <a:gd name="connsiteY0" fmla="*/ 7919 h 46917"/>
                        <a:gd name="connsiteX1" fmla="*/ 62908 w 66701"/>
                        <a:gd name="connsiteY1" fmla="*/ 25826 h 46917"/>
                        <a:gd name="connsiteX2" fmla="*/ 54335 w 66701"/>
                        <a:gd name="connsiteY2" fmla="*/ 34875 h 46917"/>
                        <a:gd name="connsiteX3" fmla="*/ 41762 w 66701"/>
                        <a:gd name="connsiteY3" fmla="*/ 42495 h 46917"/>
                        <a:gd name="connsiteX4" fmla="*/ 14997 w 66701"/>
                        <a:gd name="connsiteY4" fmla="*/ 46210 h 46917"/>
                        <a:gd name="connsiteX5" fmla="*/ 519 w 66701"/>
                        <a:gd name="connsiteY5" fmla="*/ 35637 h 46917"/>
                        <a:gd name="connsiteX6" fmla="*/ 5758 w 66701"/>
                        <a:gd name="connsiteY6" fmla="*/ 18873 h 46917"/>
                        <a:gd name="connsiteX7" fmla="*/ 25570 w 66701"/>
                        <a:gd name="connsiteY7" fmla="*/ 4871 h 46917"/>
                        <a:gd name="connsiteX8" fmla="*/ 37857 w 66701"/>
                        <a:gd name="connsiteY8" fmla="*/ 871 h 46917"/>
                        <a:gd name="connsiteX9" fmla="*/ 49382 w 66701"/>
                        <a:gd name="connsiteY9" fmla="*/ 109 h 46917"/>
                        <a:gd name="connsiteX10" fmla="*/ 65098 w 66701"/>
                        <a:gd name="connsiteY10" fmla="*/ 7919 h 46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6701" h="46917">
                          <a:moveTo>
                            <a:pt x="65098" y="7919"/>
                          </a:moveTo>
                          <a:cubicBezTo>
                            <a:pt x="67861" y="12777"/>
                            <a:pt x="67003" y="19349"/>
                            <a:pt x="62908" y="25826"/>
                          </a:cubicBezTo>
                          <a:cubicBezTo>
                            <a:pt x="60812" y="28969"/>
                            <a:pt x="57859" y="32017"/>
                            <a:pt x="54335" y="34875"/>
                          </a:cubicBezTo>
                          <a:cubicBezTo>
                            <a:pt x="50715" y="37637"/>
                            <a:pt x="46620" y="40590"/>
                            <a:pt x="41762" y="42495"/>
                          </a:cubicBezTo>
                          <a:cubicBezTo>
                            <a:pt x="32047" y="46210"/>
                            <a:pt x="22617" y="48019"/>
                            <a:pt x="14997" y="46210"/>
                          </a:cubicBezTo>
                          <a:cubicBezTo>
                            <a:pt x="7472" y="44781"/>
                            <a:pt x="2138" y="41066"/>
                            <a:pt x="519" y="35637"/>
                          </a:cubicBezTo>
                          <a:cubicBezTo>
                            <a:pt x="-1100" y="30208"/>
                            <a:pt x="1186" y="24207"/>
                            <a:pt x="5758" y="18873"/>
                          </a:cubicBezTo>
                          <a:cubicBezTo>
                            <a:pt x="10425" y="13825"/>
                            <a:pt x="17092" y="8205"/>
                            <a:pt x="25570" y="4871"/>
                          </a:cubicBezTo>
                          <a:cubicBezTo>
                            <a:pt x="29856" y="3252"/>
                            <a:pt x="33761" y="1633"/>
                            <a:pt x="37857" y="871"/>
                          </a:cubicBezTo>
                          <a:cubicBezTo>
                            <a:pt x="41857" y="109"/>
                            <a:pt x="45763" y="-177"/>
                            <a:pt x="49382" y="109"/>
                          </a:cubicBezTo>
                          <a:cubicBezTo>
                            <a:pt x="56431" y="489"/>
                            <a:pt x="62241" y="2966"/>
                            <a:pt x="65098" y="791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0" name="Forme libre : forme 13669">
                      <a:extLst>
                        <a:ext uri="{FF2B5EF4-FFF2-40B4-BE49-F238E27FC236}">
                          <a16:creationId xmlns:a16="http://schemas.microsoft.com/office/drawing/2014/main" id="{52806A11-B8D6-4B02-A7CB-F347628D4C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35797" y="3263986"/>
                      <a:ext cx="96971" cy="66701"/>
                    </a:xfrm>
                    <a:custGeom>
                      <a:avLst/>
                      <a:gdLst>
                        <a:gd name="connsiteX0" fmla="*/ 3616 w 96971"/>
                        <a:gd name="connsiteY0" fmla="*/ 37188 h 66701"/>
                        <a:gd name="connsiteX1" fmla="*/ 9426 w 96971"/>
                        <a:gd name="connsiteY1" fmla="*/ 55286 h 66701"/>
                        <a:gd name="connsiteX2" fmla="*/ 27238 w 96971"/>
                        <a:gd name="connsiteY2" fmla="*/ 65287 h 66701"/>
                        <a:gd name="connsiteX3" fmla="*/ 52003 w 96971"/>
                        <a:gd name="connsiteY3" fmla="*/ 65668 h 66701"/>
                        <a:gd name="connsiteX4" fmla="*/ 89817 w 96971"/>
                        <a:gd name="connsiteY4" fmla="*/ 48618 h 66701"/>
                        <a:gd name="connsiteX5" fmla="*/ 93437 w 96971"/>
                        <a:gd name="connsiteY5" fmla="*/ 26425 h 66701"/>
                        <a:gd name="connsiteX6" fmla="*/ 77816 w 96971"/>
                        <a:gd name="connsiteY6" fmla="*/ 23377 h 66701"/>
                        <a:gd name="connsiteX7" fmla="*/ 42001 w 96971"/>
                        <a:gd name="connsiteY7" fmla="*/ 13375 h 66701"/>
                        <a:gd name="connsiteX8" fmla="*/ 24666 w 96971"/>
                        <a:gd name="connsiteY8" fmla="*/ 3374 h 66701"/>
                        <a:gd name="connsiteX9" fmla="*/ 5711 w 96971"/>
                        <a:gd name="connsiteY9" fmla="*/ 2231 h 66701"/>
                        <a:gd name="connsiteX10" fmla="*/ 187 w 96971"/>
                        <a:gd name="connsiteY10" fmla="*/ 18805 h 66701"/>
                        <a:gd name="connsiteX11" fmla="*/ 3616 w 96971"/>
                        <a:gd name="connsiteY11" fmla="*/ 37188 h 66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6971" h="66701">
                          <a:moveTo>
                            <a:pt x="3616" y="37188"/>
                          </a:moveTo>
                          <a:cubicBezTo>
                            <a:pt x="4473" y="43474"/>
                            <a:pt x="5330" y="49952"/>
                            <a:pt x="9426" y="55286"/>
                          </a:cubicBezTo>
                          <a:cubicBezTo>
                            <a:pt x="13332" y="60524"/>
                            <a:pt x="19618" y="63667"/>
                            <a:pt x="27238" y="65287"/>
                          </a:cubicBezTo>
                          <a:cubicBezTo>
                            <a:pt x="34858" y="67001"/>
                            <a:pt x="43716" y="67192"/>
                            <a:pt x="52003" y="65668"/>
                          </a:cubicBezTo>
                          <a:cubicBezTo>
                            <a:pt x="66005" y="63858"/>
                            <a:pt x="80387" y="57857"/>
                            <a:pt x="89817" y="48618"/>
                          </a:cubicBezTo>
                          <a:cubicBezTo>
                            <a:pt x="96770" y="41379"/>
                            <a:pt x="99914" y="31187"/>
                            <a:pt x="93437" y="26425"/>
                          </a:cubicBezTo>
                          <a:cubicBezTo>
                            <a:pt x="89436" y="23472"/>
                            <a:pt x="83340" y="23567"/>
                            <a:pt x="77816" y="23377"/>
                          </a:cubicBezTo>
                          <a:cubicBezTo>
                            <a:pt x="64481" y="22329"/>
                            <a:pt x="52479" y="19186"/>
                            <a:pt x="42001" y="13375"/>
                          </a:cubicBezTo>
                          <a:cubicBezTo>
                            <a:pt x="37525" y="10899"/>
                            <a:pt x="31143" y="6327"/>
                            <a:pt x="24666" y="3374"/>
                          </a:cubicBezTo>
                          <a:cubicBezTo>
                            <a:pt x="18094" y="231"/>
                            <a:pt x="11522" y="-1769"/>
                            <a:pt x="5711" y="2231"/>
                          </a:cubicBezTo>
                          <a:cubicBezTo>
                            <a:pt x="473" y="5565"/>
                            <a:pt x="-480" y="11947"/>
                            <a:pt x="187" y="18805"/>
                          </a:cubicBezTo>
                          <a:cubicBezTo>
                            <a:pt x="759" y="25663"/>
                            <a:pt x="2949" y="32806"/>
                            <a:pt x="3616" y="3718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1" name="Forme libre : forme 13670">
                      <a:extLst>
                        <a:ext uri="{FF2B5EF4-FFF2-40B4-BE49-F238E27FC236}">
                          <a16:creationId xmlns:a16="http://schemas.microsoft.com/office/drawing/2014/main" id="{CAD2AB8D-44C3-4260-BD62-21906FA439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49316" y="3258643"/>
                      <a:ext cx="22851" cy="24748"/>
                    </a:xfrm>
                    <a:custGeom>
                      <a:avLst/>
                      <a:gdLst>
                        <a:gd name="connsiteX0" fmla="*/ 670 w 22851"/>
                        <a:gd name="connsiteY0" fmla="*/ 17099 h 24748"/>
                        <a:gd name="connsiteX1" fmla="*/ 98 w 22851"/>
                        <a:gd name="connsiteY1" fmla="*/ 21672 h 24748"/>
                        <a:gd name="connsiteX2" fmla="*/ 3432 w 22851"/>
                        <a:gd name="connsiteY2" fmla="*/ 24719 h 24748"/>
                        <a:gd name="connsiteX3" fmla="*/ 8100 w 22851"/>
                        <a:gd name="connsiteY3" fmla="*/ 23386 h 24748"/>
                        <a:gd name="connsiteX4" fmla="*/ 18196 w 22851"/>
                        <a:gd name="connsiteY4" fmla="*/ 16147 h 24748"/>
                        <a:gd name="connsiteX5" fmla="*/ 21434 w 22851"/>
                        <a:gd name="connsiteY5" fmla="*/ 12432 h 24748"/>
                        <a:gd name="connsiteX6" fmla="*/ 14290 w 22851"/>
                        <a:gd name="connsiteY6" fmla="*/ 907 h 24748"/>
                        <a:gd name="connsiteX7" fmla="*/ 670 w 22851"/>
                        <a:gd name="connsiteY7" fmla="*/ 17099 h 247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851" h="24748">
                          <a:moveTo>
                            <a:pt x="670" y="17099"/>
                          </a:moveTo>
                          <a:cubicBezTo>
                            <a:pt x="194" y="18623"/>
                            <a:pt x="-187" y="20243"/>
                            <a:pt x="98" y="21672"/>
                          </a:cubicBezTo>
                          <a:cubicBezTo>
                            <a:pt x="479" y="23195"/>
                            <a:pt x="1717" y="24529"/>
                            <a:pt x="3432" y="24719"/>
                          </a:cubicBezTo>
                          <a:cubicBezTo>
                            <a:pt x="5051" y="24910"/>
                            <a:pt x="6671" y="24148"/>
                            <a:pt x="8100" y="23386"/>
                          </a:cubicBezTo>
                          <a:cubicBezTo>
                            <a:pt x="11814" y="21576"/>
                            <a:pt x="15243" y="19004"/>
                            <a:pt x="18196" y="16147"/>
                          </a:cubicBezTo>
                          <a:cubicBezTo>
                            <a:pt x="19434" y="15004"/>
                            <a:pt x="20672" y="13766"/>
                            <a:pt x="21434" y="12432"/>
                          </a:cubicBezTo>
                          <a:cubicBezTo>
                            <a:pt x="24673" y="6622"/>
                            <a:pt x="22387" y="-2998"/>
                            <a:pt x="14290" y="907"/>
                          </a:cubicBezTo>
                          <a:cubicBezTo>
                            <a:pt x="8100" y="4241"/>
                            <a:pt x="2766" y="10908"/>
                            <a:pt x="670" y="1709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2" name="Forme libre : forme 13671">
                      <a:extLst>
                        <a:ext uri="{FF2B5EF4-FFF2-40B4-BE49-F238E27FC236}">
                          <a16:creationId xmlns:a16="http://schemas.microsoft.com/office/drawing/2014/main" id="{9BD95192-3469-497E-968B-A1E1F7A48C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39616" y="3258121"/>
                      <a:ext cx="24526" cy="58578"/>
                    </a:xfrm>
                    <a:custGeom>
                      <a:avLst/>
                      <a:gdLst>
                        <a:gd name="connsiteX0" fmla="*/ 19145 w 24526"/>
                        <a:gd name="connsiteY0" fmla="*/ 0 h 58578"/>
                        <a:gd name="connsiteX1" fmla="*/ 24479 w 24526"/>
                        <a:gd name="connsiteY1" fmla="*/ 16859 h 58578"/>
                        <a:gd name="connsiteX2" fmla="*/ 20098 w 24526"/>
                        <a:gd name="connsiteY2" fmla="*/ 35623 h 58578"/>
                        <a:gd name="connsiteX3" fmla="*/ 0 w 24526"/>
                        <a:gd name="connsiteY3" fmla="*/ 58579 h 58578"/>
                        <a:gd name="connsiteX4" fmla="*/ 4763 w 24526"/>
                        <a:gd name="connsiteY4" fmla="*/ 54102 h 58578"/>
                        <a:gd name="connsiteX5" fmla="*/ 14097 w 24526"/>
                        <a:gd name="connsiteY5" fmla="*/ 41338 h 58578"/>
                        <a:gd name="connsiteX6" fmla="*/ 21145 w 24526"/>
                        <a:gd name="connsiteY6" fmla="*/ 22574 h 58578"/>
                        <a:gd name="connsiteX7" fmla="*/ 19145 w 24526"/>
                        <a:gd name="connsiteY7" fmla="*/ 0 h 58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4526" h="58578">
                          <a:moveTo>
                            <a:pt x="19145" y="0"/>
                          </a:moveTo>
                          <a:cubicBezTo>
                            <a:pt x="19145" y="0"/>
                            <a:pt x="24003" y="6191"/>
                            <a:pt x="24479" y="16859"/>
                          </a:cubicBezTo>
                          <a:cubicBezTo>
                            <a:pt x="24765" y="22288"/>
                            <a:pt x="23813" y="28575"/>
                            <a:pt x="20098" y="35623"/>
                          </a:cubicBezTo>
                          <a:cubicBezTo>
                            <a:pt x="16383" y="42672"/>
                            <a:pt x="10573" y="50959"/>
                            <a:pt x="0" y="58579"/>
                          </a:cubicBezTo>
                          <a:cubicBezTo>
                            <a:pt x="0" y="58579"/>
                            <a:pt x="2000" y="56960"/>
                            <a:pt x="4763" y="54102"/>
                          </a:cubicBezTo>
                          <a:cubicBezTo>
                            <a:pt x="7620" y="51340"/>
                            <a:pt x="11049" y="46768"/>
                            <a:pt x="14097" y="41338"/>
                          </a:cubicBezTo>
                          <a:cubicBezTo>
                            <a:pt x="17145" y="35909"/>
                            <a:pt x="19907" y="29528"/>
                            <a:pt x="21145" y="22574"/>
                          </a:cubicBezTo>
                          <a:cubicBezTo>
                            <a:pt x="22193" y="15526"/>
                            <a:pt x="21717" y="7811"/>
                            <a:pt x="1914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3" name="Forme libre : forme 13672">
                      <a:extLst>
                        <a:ext uri="{FF2B5EF4-FFF2-40B4-BE49-F238E27FC236}">
                          <a16:creationId xmlns:a16="http://schemas.microsoft.com/office/drawing/2014/main" id="{C128005B-B654-450F-B28B-3E5E3E5DE3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8172" y="3241071"/>
                      <a:ext cx="34385" cy="46196"/>
                    </a:xfrm>
                    <a:custGeom>
                      <a:avLst/>
                      <a:gdLst>
                        <a:gd name="connsiteX0" fmla="*/ 34385 w 34385"/>
                        <a:gd name="connsiteY0" fmla="*/ 0 h 46196"/>
                        <a:gd name="connsiteX1" fmla="*/ 29146 w 34385"/>
                        <a:gd name="connsiteY1" fmla="*/ 2096 h 46196"/>
                        <a:gd name="connsiteX2" fmla="*/ 17812 w 34385"/>
                        <a:gd name="connsiteY2" fmla="*/ 9525 h 46196"/>
                        <a:gd name="connsiteX3" fmla="*/ 6000 w 34385"/>
                        <a:gd name="connsiteY3" fmla="*/ 23336 h 46196"/>
                        <a:gd name="connsiteX4" fmla="*/ 0 w 34385"/>
                        <a:gd name="connsiteY4" fmla="*/ 46196 h 46196"/>
                        <a:gd name="connsiteX5" fmla="*/ 1333 w 34385"/>
                        <a:gd name="connsiteY5" fmla="*/ 40862 h 46196"/>
                        <a:gd name="connsiteX6" fmla="*/ 6477 w 34385"/>
                        <a:gd name="connsiteY6" fmla="*/ 28194 h 46196"/>
                        <a:gd name="connsiteX7" fmla="*/ 16859 w 34385"/>
                        <a:gd name="connsiteY7" fmla="*/ 13145 h 46196"/>
                        <a:gd name="connsiteX8" fmla="*/ 34385 w 34385"/>
                        <a:gd name="connsiteY8" fmla="*/ 0 h 46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4385" h="46196">
                          <a:moveTo>
                            <a:pt x="34385" y="0"/>
                          </a:moveTo>
                          <a:cubicBezTo>
                            <a:pt x="34385" y="0"/>
                            <a:pt x="32289" y="667"/>
                            <a:pt x="29146" y="2096"/>
                          </a:cubicBezTo>
                          <a:cubicBezTo>
                            <a:pt x="26003" y="3524"/>
                            <a:pt x="21907" y="6001"/>
                            <a:pt x="17812" y="9525"/>
                          </a:cubicBezTo>
                          <a:cubicBezTo>
                            <a:pt x="13621" y="12763"/>
                            <a:pt x="9334" y="17240"/>
                            <a:pt x="6000" y="23336"/>
                          </a:cubicBezTo>
                          <a:cubicBezTo>
                            <a:pt x="2667" y="29528"/>
                            <a:pt x="190" y="36576"/>
                            <a:pt x="0" y="46196"/>
                          </a:cubicBezTo>
                          <a:cubicBezTo>
                            <a:pt x="0" y="46196"/>
                            <a:pt x="285" y="44101"/>
                            <a:pt x="1333" y="40862"/>
                          </a:cubicBezTo>
                          <a:cubicBezTo>
                            <a:pt x="2286" y="37529"/>
                            <a:pt x="4000" y="33242"/>
                            <a:pt x="6477" y="28194"/>
                          </a:cubicBezTo>
                          <a:cubicBezTo>
                            <a:pt x="8953" y="23241"/>
                            <a:pt x="12382" y="17907"/>
                            <a:pt x="16859" y="13145"/>
                          </a:cubicBezTo>
                          <a:cubicBezTo>
                            <a:pt x="21431" y="8287"/>
                            <a:pt x="26955" y="3429"/>
                            <a:pt x="3438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4" name="Forme libre : forme 13673">
                      <a:extLst>
                        <a:ext uri="{FF2B5EF4-FFF2-40B4-BE49-F238E27FC236}">
                          <a16:creationId xmlns:a16="http://schemas.microsoft.com/office/drawing/2014/main" id="{D116D2C2-1BA6-4B63-A5E8-CDBA928EED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90370" y="3262467"/>
                      <a:ext cx="25443" cy="13984"/>
                    </a:xfrm>
                    <a:custGeom>
                      <a:avLst/>
                      <a:gdLst>
                        <a:gd name="connsiteX0" fmla="*/ 25433 w 25443"/>
                        <a:gd name="connsiteY0" fmla="*/ 4893 h 13984"/>
                        <a:gd name="connsiteX1" fmla="*/ 12860 w 25443"/>
                        <a:gd name="connsiteY1" fmla="*/ 13846 h 13984"/>
                        <a:gd name="connsiteX2" fmla="*/ 1 w 25443"/>
                        <a:gd name="connsiteY2" fmla="*/ 8417 h 13984"/>
                        <a:gd name="connsiteX3" fmla="*/ 12479 w 25443"/>
                        <a:gd name="connsiteY3" fmla="*/ 321 h 13984"/>
                        <a:gd name="connsiteX4" fmla="*/ 25433 w 25443"/>
                        <a:gd name="connsiteY4" fmla="*/ 4893 h 13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43" h="13984">
                          <a:moveTo>
                            <a:pt x="25433" y="4893"/>
                          </a:moveTo>
                          <a:cubicBezTo>
                            <a:pt x="25719" y="8513"/>
                            <a:pt x="20099" y="12799"/>
                            <a:pt x="12860" y="13846"/>
                          </a:cubicBezTo>
                          <a:cubicBezTo>
                            <a:pt x="5621" y="14608"/>
                            <a:pt x="-94" y="12132"/>
                            <a:pt x="1" y="8417"/>
                          </a:cubicBezTo>
                          <a:cubicBezTo>
                            <a:pt x="1" y="4607"/>
                            <a:pt x="5621" y="1369"/>
                            <a:pt x="12479" y="321"/>
                          </a:cubicBezTo>
                          <a:cubicBezTo>
                            <a:pt x="19242" y="-822"/>
                            <a:pt x="25147" y="1178"/>
                            <a:pt x="25433" y="489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5" name="Forme libre : forme 13674">
                      <a:extLst>
                        <a:ext uri="{FF2B5EF4-FFF2-40B4-BE49-F238E27FC236}">
                          <a16:creationId xmlns:a16="http://schemas.microsoft.com/office/drawing/2014/main" id="{6E83E983-28F8-47C7-A132-ABA07FD7DD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1753" y="3262742"/>
                      <a:ext cx="6805" cy="6092"/>
                    </a:xfrm>
                    <a:custGeom>
                      <a:avLst/>
                      <a:gdLst>
                        <a:gd name="connsiteX0" fmla="*/ 6526 w 6805"/>
                        <a:gd name="connsiteY0" fmla="*/ 1475 h 6092"/>
                        <a:gd name="connsiteX1" fmla="*/ 4716 w 6805"/>
                        <a:gd name="connsiteY1" fmla="*/ 5666 h 6092"/>
                        <a:gd name="connsiteX2" fmla="*/ 240 w 6805"/>
                        <a:gd name="connsiteY2" fmla="*/ 4618 h 6092"/>
                        <a:gd name="connsiteX3" fmla="*/ 2050 w 6805"/>
                        <a:gd name="connsiteY3" fmla="*/ 427 h 6092"/>
                        <a:gd name="connsiteX4" fmla="*/ 6526 w 6805"/>
                        <a:gd name="connsiteY4" fmla="*/ 1475 h 60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05" h="6092">
                          <a:moveTo>
                            <a:pt x="6526" y="1475"/>
                          </a:moveTo>
                          <a:cubicBezTo>
                            <a:pt x="7288" y="2904"/>
                            <a:pt x="6431" y="4808"/>
                            <a:pt x="4716" y="5666"/>
                          </a:cubicBezTo>
                          <a:cubicBezTo>
                            <a:pt x="3002" y="6523"/>
                            <a:pt x="1002" y="6047"/>
                            <a:pt x="240" y="4618"/>
                          </a:cubicBezTo>
                          <a:cubicBezTo>
                            <a:pt x="-427" y="3189"/>
                            <a:pt x="335" y="1284"/>
                            <a:pt x="2050" y="427"/>
                          </a:cubicBezTo>
                          <a:cubicBezTo>
                            <a:pt x="3764" y="-430"/>
                            <a:pt x="5859" y="46"/>
                            <a:pt x="6526" y="147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6" name="Forme libre : forme 13675">
                      <a:extLst>
                        <a:ext uri="{FF2B5EF4-FFF2-40B4-BE49-F238E27FC236}">
                          <a16:creationId xmlns:a16="http://schemas.microsoft.com/office/drawing/2014/main" id="{78A060A8-659A-49B3-8F3E-22DCD7256C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8832" y="3226868"/>
                      <a:ext cx="69491" cy="35613"/>
                    </a:xfrm>
                    <a:custGeom>
                      <a:avLst/>
                      <a:gdLst>
                        <a:gd name="connsiteX0" fmla="*/ 49925 w 69491"/>
                        <a:gd name="connsiteY0" fmla="*/ 5726 h 35613"/>
                        <a:gd name="connsiteX1" fmla="*/ 67737 w 69491"/>
                        <a:gd name="connsiteY1" fmla="*/ 24966 h 35613"/>
                        <a:gd name="connsiteX2" fmla="*/ 67546 w 69491"/>
                        <a:gd name="connsiteY2" fmla="*/ 34396 h 35613"/>
                        <a:gd name="connsiteX3" fmla="*/ 58116 w 69491"/>
                        <a:gd name="connsiteY3" fmla="*/ 33920 h 35613"/>
                        <a:gd name="connsiteX4" fmla="*/ 33352 w 69491"/>
                        <a:gd name="connsiteY4" fmla="*/ 20585 h 35613"/>
                        <a:gd name="connsiteX5" fmla="*/ 13635 w 69491"/>
                        <a:gd name="connsiteY5" fmla="*/ 21633 h 35613"/>
                        <a:gd name="connsiteX6" fmla="*/ 109 w 69491"/>
                        <a:gd name="connsiteY6" fmla="*/ 15060 h 35613"/>
                        <a:gd name="connsiteX7" fmla="*/ 13159 w 69491"/>
                        <a:gd name="connsiteY7" fmla="*/ 4202 h 35613"/>
                        <a:gd name="connsiteX8" fmla="*/ 30399 w 69491"/>
                        <a:gd name="connsiteY8" fmla="*/ 11 h 35613"/>
                        <a:gd name="connsiteX9" fmla="*/ 49925 w 69491"/>
                        <a:gd name="connsiteY9" fmla="*/ 5726 h 35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9491" h="35613">
                          <a:moveTo>
                            <a:pt x="49925" y="5726"/>
                          </a:moveTo>
                          <a:cubicBezTo>
                            <a:pt x="57640" y="10584"/>
                            <a:pt x="63165" y="17347"/>
                            <a:pt x="67737" y="24966"/>
                          </a:cubicBezTo>
                          <a:cubicBezTo>
                            <a:pt x="69356" y="27729"/>
                            <a:pt x="70785" y="32015"/>
                            <a:pt x="67546" y="34396"/>
                          </a:cubicBezTo>
                          <a:cubicBezTo>
                            <a:pt x="64689" y="36587"/>
                            <a:pt x="60784" y="35444"/>
                            <a:pt x="58116" y="33920"/>
                          </a:cubicBezTo>
                          <a:cubicBezTo>
                            <a:pt x="49830" y="29062"/>
                            <a:pt x="43067" y="22204"/>
                            <a:pt x="33352" y="20585"/>
                          </a:cubicBezTo>
                          <a:cubicBezTo>
                            <a:pt x="30303" y="20014"/>
                            <a:pt x="21350" y="21538"/>
                            <a:pt x="13635" y="21633"/>
                          </a:cubicBezTo>
                          <a:cubicBezTo>
                            <a:pt x="5729" y="21347"/>
                            <a:pt x="-939" y="19918"/>
                            <a:pt x="109" y="15060"/>
                          </a:cubicBezTo>
                          <a:cubicBezTo>
                            <a:pt x="1062" y="10108"/>
                            <a:pt x="6872" y="7059"/>
                            <a:pt x="13159" y="4202"/>
                          </a:cubicBezTo>
                          <a:cubicBezTo>
                            <a:pt x="19445" y="1535"/>
                            <a:pt x="26779" y="297"/>
                            <a:pt x="30399" y="11"/>
                          </a:cubicBezTo>
                          <a:cubicBezTo>
                            <a:pt x="37352" y="-179"/>
                            <a:pt x="44210" y="2107"/>
                            <a:pt x="49925" y="572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10" name="Graphique 1">
                    <a:extLst>
                      <a:ext uri="{FF2B5EF4-FFF2-40B4-BE49-F238E27FC236}">
                        <a16:creationId xmlns:a16="http://schemas.microsoft.com/office/drawing/2014/main" id="{502F45AC-9709-45C0-B587-8112EA87595C}"/>
                      </a:ext>
                    </a:extLst>
                  </p:cNvPr>
                  <p:cNvGrpSpPr/>
                  <p:nvPr/>
                </p:nvGrpSpPr>
                <p:grpSpPr>
                  <a:xfrm>
                    <a:off x="6041909" y="3124611"/>
                    <a:ext cx="147441" cy="148563"/>
                    <a:chOff x="6041909" y="3124611"/>
                    <a:chExt cx="147441" cy="148563"/>
                  </a:xfrm>
                  <a:solidFill>
                    <a:schemeClr val="accent1"/>
                  </a:solidFill>
                </p:grpSpPr>
                <p:sp>
                  <p:nvSpPr>
                    <p:cNvPr id="13653" name="Forme libre : forme 13652">
                      <a:extLst>
                        <a:ext uri="{FF2B5EF4-FFF2-40B4-BE49-F238E27FC236}">
                          <a16:creationId xmlns:a16="http://schemas.microsoft.com/office/drawing/2014/main" id="{1CB8228B-D970-46BA-9989-E3986D455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41909" y="3124611"/>
                      <a:ext cx="147441" cy="148563"/>
                    </a:xfrm>
                    <a:custGeom>
                      <a:avLst/>
                      <a:gdLst>
                        <a:gd name="connsiteX0" fmla="*/ 132771 w 147441"/>
                        <a:gd name="connsiteY0" fmla="*/ 89695 h 148563"/>
                        <a:gd name="connsiteX1" fmla="*/ 122484 w 147441"/>
                        <a:gd name="connsiteY1" fmla="*/ 101220 h 148563"/>
                        <a:gd name="connsiteX2" fmla="*/ 111435 w 147441"/>
                        <a:gd name="connsiteY2" fmla="*/ 112269 h 148563"/>
                        <a:gd name="connsiteX3" fmla="*/ 100291 w 147441"/>
                        <a:gd name="connsiteY3" fmla="*/ 123318 h 148563"/>
                        <a:gd name="connsiteX4" fmla="*/ 88385 w 147441"/>
                        <a:gd name="connsiteY4" fmla="*/ 133796 h 148563"/>
                        <a:gd name="connsiteX5" fmla="*/ 70382 w 147441"/>
                        <a:gd name="connsiteY5" fmla="*/ 144845 h 148563"/>
                        <a:gd name="connsiteX6" fmla="*/ 51714 w 147441"/>
                        <a:gd name="connsiteY6" fmla="*/ 148559 h 148563"/>
                        <a:gd name="connsiteX7" fmla="*/ 35235 w 147441"/>
                        <a:gd name="connsiteY7" fmla="*/ 144845 h 148563"/>
                        <a:gd name="connsiteX8" fmla="*/ 23234 w 147441"/>
                        <a:gd name="connsiteY8" fmla="*/ 134462 h 148563"/>
                        <a:gd name="connsiteX9" fmla="*/ 6375 w 147441"/>
                        <a:gd name="connsiteY9" fmla="*/ 109697 h 148563"/>
                        <a:gd name="connsiteX10" fmla="*/ 564 w 147441"/>
                        <a:gd name="connsiteY10" fmla="*/ 95124 h 148563"/>
                        <a:gd name="connsiteX11" fmla="*/ 660 w 147441"/>
                        <a:gd name="connsiteY11" fmla="*/ 79598 h 148563"/>
                        <a:gd name="connsiteX12" fmla="*/ 5898 w 147441"/>
                        <a:gd name="connsiteY12" fmla="*/ 64644 h 148563"/>
                        <a:gd name="connsiteX13" fmla="*/ 15995 w 147441"/>
                        <a:gd name="connsiteY13" fmla="*/ 51785 h 148563"/>
                        <a:gd name="connsiteX14" fmla="*/ 25044 w 147441"/>
                        <a:gd name="connsiteY14" fmla="*/ 43689 h 148563"/>
                        <a:gd name="connsiteX15" fmla="*/ 33711 w 147441"/>
                        <a:gd name="connsiteY15" fmla="*/ 34926 h 148563"/>
                        <a:gd name="connsiteX16" fmla="*/ 42379 w 147441"/>
                        <a:gd name="connsiteY16" fmla="*/ 26163 h 148563"/>
                        <a:gd name="connsiteX17" fmla="*/ 50571 w 147441"/>
                        <a:gd name="connsiteY17" fmla="*/ 16733 h 148563"/>
                        <a:gd name="connsiteX18" fmla="*/ 63810 w 147441"/>
                        <a:gd name="connsiteY18" fmla="*/ 6161 h 148563"/>
                        <a:gd name="connsiteX19" fmla="*/ 79050 w 147441"/>
                        <a:gd name="connsiteY19" fmla="*/ 636 h 148563"/>
                        <a:gd name="connsiteX20" fmla="*/ 109721 w 147441"/>
                        <a:gd name="connsiteY20" fmla="*/ 7304 h 148563"/>
                        <a:gd name="connsiteX21" fmla="*/ 134105 w 147441"/>
                        <a:gd name="connsiteY21" fmla="*/ 25496 h 148563"/>
                        <a:gd name="connsiteX22" fmla="*/ 147440 w 147441"/>
                        <a:gd name="connsiteY22" fmla="*/ 54167 h 148563"/>
                        <a:gd name="connsiteX23" fmla="*/ 143916 w 147441"/>
                        <a:gd name="connsiteY23" fmla="*/ 72359 h 148563"/>
                        <a:gd name="connsiteX24" fmla="*/ 132771 w 147441"/>
                        <a:gd name="connsiteY24" fmla="*/ 89695 h 148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7441" h="148563">
                          <a:moveTo>
                            <a:pt x="132771" y="89695"/>
                          </a:moveTo>
                          <a:lnTo>
                            <a:pt x="122484" y="101220"/>
                          </a:lnTo>
                          <a:lnTo>
                            <a:pt x="111435" y="112269"/>
                          </a:lnTo>
                          <a:lnTo>
                            <a:pt x="100291" y="123318"/>
                          </a:lnTo>
                          <a:lnTo>
                            <a:pt x="88385" y="133796"/>
                          </a:lnTo>
                          <a:cubicBezTo>
                            <a:pt x="82860" y="138653"/>
                            <a:pt x="76860" y="142559"/>
                            <a:pt x="70382" y="144845"/>
                          </a:cubicBezTo>
                          <a:cubicBezTo>
                            <a:pt x="64001" y="147226"/>
                            <a:pt x="57619" y="148464"/>
                            <a:pt x="51714" y="148559"/>
                          </a:cubicBezTo>
                          <a:cubicBezTo>
                            <a:pt x="45903" y="148655"/>
                            <a:pt x="39997" y="147226"/>
                            <a:pt x="35235" y="144845"/>
                          </a:cubicBezTo>
                          <a:cubicBezTo>
                            <a:pt x="30378" y="142463"/>
                            <a:pt x="26282" y="138939"/>
                            <a:pt x="23234" y="134462"/>
                          </a:cubicBezTo>
                          <a:lnTo>
                            <a:pt x="6375" y="109697"/>
                          </a:lnTo>
                          <a:cubicBezTo>
                            <a:pt x="3326" y="105221"/>
                            <a:pt x="1421" y="100268"/>
                            <a:pt x="564" y="95124"/>
                          </a:cubicBezTo>
                          <a:cubicBezTo>
                            <a:pt x="-293" y="89980"/>
                            <a:pt x="-102" y="84932"/>
                            <a:pt x="660" y="79598"/>
                          </a:cubicBezTo>
                          <a:cubicBezTo>
                            <a:pt x="1517" y="74360"/>
                            <a:pt x="3231" y="69311"/>
                            <a:pt x="5898" y="64644"/>
                          </a:cubicBezTo>
                          <a:cubicBezTo>
                            <a:pt x="8565" y="60167"/>
                            <a:pt x="11804" y="55595"/>
                            <a:pt x="15995" y="51785"/>
                          </a:cubicBezTo>
                          <a:lnTo>
                            <a:pt x="25044" y="43689"/>
                          </a:lnTo>
                          <a:lnTo>
                            <a:pt x="33711" y="34926"/>
                          </a:lnTo>
                          <a:lnTo>
                            <a:pt x="42379" y="26163"/>
                          </a:lnTo>
                          <a:lnTo>
                            <a:pt x="50571" y="16733"/>
                          </a:lnTo>
                          <a:cubicBezTo>
                            <a:pt x="54380" y="12256"/>
                            <a:pt x="59047" y="9018"/>
                            <a:pt x="63810" y="6161"/>
                          </a:cubicBezTo>
                          <a:cubicBezTo>
                            <a:pt x="68572" y="3398"/>
                            <a:pt x="73716" y="1493"/>
                            <a:pt x="79050" y="636"/>
                          </a:cubicBezTo>
                          <a:cubicBezTo>
                            <a:pt x="89623" y="-1174"/>
                            <a:pt x="100862" y="827"/>
                            <a:pt x="109721" y="7304"/>
                          </a:cubicBezTo>
                          <a:lnTo>
                            <a:pt x="134105" y="25496"/>
                          </a:lnTo>
                          <a:cubicBezTo>
                            <a:pt x="142963" y="32069"/>
                            <a:pt x="147535" y="42355"/>
                            <a:pt x="147440" y="54167"/>
                          </a:cubicBezTo>
                          <a:cubicBezTo>
                            <a:pt x="147440" y="60072"/>
                            <a:pt x="146201" y="66263"/>
                            <a:pt x="143916" y="72359"/>
                          </a:cubicBezTo>
                          <a:cubicBezTo>
                            <a:pt x="141534" y="78551"/>
                            <a:pt x="137534" y="84266"/>
                            <a:pt x="132771" y="89695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4" name="Forme libre : forme 13653">
                      <a:extLst>
                        <a:ext uri="{FF2B5EF4-FFF2-40B4-BE49-F238E27FC236}">
                          <a16:creationId xmlns:a16="http://schemas.microsoft.com/office/drawing/2014/main" id="{320AFEA8-C295-4E6D-8CBA-A567383187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7904" y="3149536"/>
                      <a:ext cx="131446" cy="123639"/>
                    </a:xfrm>
                    <a:custGeom>
                      <a:avLst/>
                      <a:gdLst>
                        <a:gd name="connsiteX0" fmla="*/ 56388 w 131446"/>
                        <a:gd name="connsiteY0" fmla="*/ 75057 h 123639"/>
                        <a:gd name="connsiteX1" fmla="*/ 30003 w 131446"/>
                        <a:gd name="connsiteY1" fmla="*/ 96393 h 123639"/>
                        <a:gd name="connsiteX2" fmla="*/ 14859 w 131446"/>
                        <a:gd name="connsiteY2" fmla="*/ 100394 h 123639"/>
                        <a:gd name="connsiteX3" fmla="*/ 0 w 131446"/>
                        <a:gd name="connsiteY3" fmla="*/ 98870 h 123639"/>
                        <a:gd name="connsiteX4" fmla="*/ 7334 w 131446"/>
                        <a:gd name="connsiteY4" fmla="*/ 109538 h 123639"/>
                        <a:gd name="connsiteX5" fmla="*/ 19335 w 131446"/>
                        <a:gd name="connsiteY5" fmla="*/ 119920 h 123639"/>
                        <a:gd name="connsiteX6" fmla="*/ 35814 w 131446"/>
                        <a:gd name="connsiteY6" fmla="*/ 123635 h 123639"/>
                        <a:gd name="connsiteX7" fmla="*/ 54483 w 131446"/>
                        <a:gd name="connsiteY7" fmla="*/ 119920 h 123639"/>
                        <a:gd name="connsiteX8" fmla="*/ 72485 w 131446"/>
                        <a:gd name="connsiteY8" fmla="*/ 108871 h 123639"/>
                        <a:gd name="connsiteX9" fmla="*/ 84391 w 131446"/>
                        <a:gd name="connsiteY9" fmla="*/ 98393 h 123639"/>
                        <a:gd name="connsiteX10" fmla="*/ 95535 w 131446"/>
                        <a:gd name="connsiteY10" fmla="*/ 87344 h 123639"/>
                        <a:gd name="connsiteX11" fmla="*/ 106585 w 131446"/>
                        <a:gd name="connsiteY11" fmla="*/ 76295 h 123639"/>
                        <a:gd name="connsiteX12" fmla="*/ 116871 w 131446"/>
                        <a:gd name="connsiteY12" fmla="*/ 64770 h 123639"/>
                        <a:gd name="connsiteX13" fmla="*/ 127921 w 131446"/>
                        <a:gd name="connsiteY13" fmla="*/ 47435 h 123639"/>
                        <a:gd name="connsiteX14" fmla="*/ 131445 w 131446"/>
                        <a:gd name="connsiteY14" fmla="*/ 29242 h 123639"/>
                        <a:gd name="connsiteX15" fmla="*/ 118110 w 131446"/>
                        <a:gd name="connsiteY15" fmla="*/ 571 h 123639"/>
                        <a:gd name="connsiteX16" fmla="*/ 117348 w 131446"/>
                        <a:gd name="connsiteY16" fmla="*/ 0 h 123639"/>
                        <a:gd name="connsiteX17" fmla="*/ 102870 w 131446"/>
                        <a:gd name="connsiteY17" fmla="*/ 19431 h 123639"/>
                        <a:gd name="connsiteX18" fmla="*/ 87249 w 131446"/>
                        <a:gd name="connsiteY18" fmla="*/ 37624 h 123639"/>
                        <a:gd name="connsiteX19" fmla="*/ 71533 w 131446"/>
                        <a:gd name="connsiteY19" fmla="*/ 55721 h 123639"/>
                        <a:gd name="connsiteX20" fmla="*/ 56388 w 131446"/>
                        <a:gd name="connsiteY20" fmla="*/ 75057 h 123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31446" h="123639">
                          <a:moveTo>
                            <a:pt x="56388" y="75057"/>
                          </a:moveTo>
                          <a:cubicBezTo>
                            <a:pt x="49339" y="84487"/>
                            <a:pt x="40291" y="92392"/>
                            <a:pt x="30003" y="96393"/>
                          </a:cubicBezTo>
                          <a:cubicBezTo>
                            <a:pt x="24955" y="98488"/>
                            <a:pt x="19812" y="99917"/>
                            <a:pt x="14859" y="100394"/>
                          </a:cubicBezTo>
                          <a:cubicBezTo>
                            <a:pt x="9715" y="100774"/>
                            <a:pt x="4667" y="100203"/>
                            <a:pt x="0" y="98870"/>
                          </a:cubicBezTo>
                          <a:lnTo>
                            <a:pt x="7334" y="109538"/>
                          </a:lnTo>
                          <a:cubicBezTo>
                            <a:pt x="10382" y="114014"/>
                            <a:pt x="14478" y="117538"/>
                            <a:pt x="19335" y="119920"/>
                          </a:cubicBezTo>
                          <a:cubicBezTo>
                            <a:pt x="24193" y="122301"/>
                            <a:pt x="30003" y="123730"/>
                            <a:pt x="35814" y="123635"/>
                          </a:cubicBezTo>
                          <a:cubicBezTo>
                            <a:pt x="41720" y="123539"/>
                            <a:pt x="48101" y="122396"/>
                            <a:pt x="54483" y="119920"/>
                          </a:cubicBezTo>
                          <a:cubicBezTo>
                            <a:pt x="60960" y="117634"/>
                            <a:pt x="66960" y="113729"/>
                            <a:pt x="72485" y="108871"/>
                          </a:cubicBezTo>
                          <a:lnTo>
                            <a:pt x="84391" y="98393"/>
                          </a:lnTo>
                          <a:lnTo>
                            <a:pt x="95535" y="87344"/>
                          </a:lnTo>
                          <a:lnTo>
                            <a:pt x="106585" y="76295"/>
                          </a:lnTo>
                          <a:lnTo>
                            <a:pt x="116871" y="64770"/>
                          </a:lnTo>
                          <a:cubicBezTo>
                            <a:pt x="121634" y="59341"/>
                            <a:pt x="125635" y="53530"/>
                            <a:pt x="127921" y="47435"/>
                          </a:cubicBezTo>
                          <a:cubicBezTo>
                            <a:pt x="130207" y="41338"/>
                            <a:pt x="131445" y="35147"/>
                            <a:pt x="131445" y="29242"/>
                          </a:cubicBezTo>
                          <a:cubicBezTo>
                            <a:pt x="131540" y="17526"/>
                            <a:pt x="126968" y="7144"/>
                            <a:pt x="118110" y="571"/>
                          </a:cubicBezTo>
                          <a:lnTo>
                            <a:pt x="117348" y="0"/>
                          </a:lnTo>
                          <a:cubicBezTo>
                            <a:pt x="112776" y="6763"/>
                            <a:pt x="107823" y="13145"/>
                            <a:pt x="102870" y="19431"/>
                          </a:cubicBezTo>
                          <a:cubicBezTo>
                            <a:pt x="98012" y="25813"/>
                            <a:pt x="92487" y="31623"/>
                            <a:pt x="87249" y="37624"/>
                          </a:cubicBezTo>
                          <a:cubicBezTo>
                            <a:pt x="82010" y="43624"/>
                            <a:pt x="76867" y="49625"/>
                            <a:pt x="71533" y="55721"/>
                          </a:cubicBezTo>
                          <a:cubicBezTo>
                            <a:pt x="66008" y="61722"/>
                            <a:pt x="61341" y="68389"/>
                            <a:pt x="56388" y="7505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5" name="Forme libre : forme 13654">
                      <a:extLst>
                        <a:ext uri="{FF2B5EF4-FFF2-40B4-BE49-F238E27FC236}">
                          <a16:creationId xmlns:a16="http://schemas.microsoft.com/office/drawing/2014/main" id="{DF5CFDE6-4202-4CF7-A2C5-B7699AC4A8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94945" y="3163796"/>
                      <a:ext cx="56455" cy="57671"/>
                    </a:xfrm>
                    <a:custGeom>
                      <a:avLst/>
                      <a:gdLst>
                        <a:gd name="connsiteX0" fmla="*/ 51446 w 56455"/>
                        <a:gd name="connsiteY0" fmla="*/ 3266 h 57671"/>
                        <a:gd name="connsiteX1" fmla="*/ 55923 w 56455"/>
                        <a:gd name="connsiteY1" fmla="*/ 20507 h 57671"/>
                        <a:gd name="connsiteX2" fmla="*/ 51732 w 56455"/>
                        <a:gd name="connsiteY2" fmla="*/ 31937 h 57671"/>
                        <a:gd name="connsiteX3" fmla="*/ 43446 w 56455"/>
                        <a:gd name="connsiteY3" fmla="*/ 43367 h 57671"/>
                        <a:gd name="connsiteX4" fmla="*/ 21157 w 56455"/>
                        <a:gd name="connsiteY4" fmla="*/ 56988 h 57671"/>
                        <a:gd name="connsiteX5" fmla="*/ 3536 w 56455"/>
                        <a:gd name="connsiteY5" fmla="*/ 53082 h 57671"/>
                        <a:gd name="connsiteX6" fmla="*/ 1059 w 56455"/>
                        <a:gd name="connsiteY6" fmla="*/ 35651 h 57671"/>
                        <a:gd name="connsiteX7" fmla="*/ 13346 w 56455"/>
                        <a:gd name="connsiteY7" fmla="*/ 14697 h 57671"/>
                        <a:gd name="connsiteX8" fmla="*/ 23253 w 56455"/>
                        <a:gd name="connsiteY8" fmla="*/ 6219 h 57671"/>
                        <a:gd name="connsiteX9" fmla="*/ 33635 w 56455"/>
                        <a:gd name="connsiteY9" fmla="*/ 1171 h 57671"/>
                        <a:gd name="connsiteX10" fmla="*/ 51446 w 56455"/>
                        <a:gd name="connsiteY10" fmla="*/ 3266 h 57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6455" h="57671">
                          <a:moveTo>
                            <a:pt x="51446" y="3266"/>
                          </a:moveTo>
                          <a:cubicBezTo>
                            <a:pt x="55923" y="6981"/>
                            <a:pt x="57352" y="13268"/>
                            <a:pt x="55923" y="20507"/>
                          </a:cubicBezTo>
                          <a:cubicBezTo>
                            <a:pt x="55256" y="24126"/>
                            <a:pt x="53828" y="28032"/>
                            <a:pt x="51732" y="31937"/>
                          </a:cubicBezTo>
                          <a:cubicBezTo>
                            <a:pt x="49636" y="35842"/>
                            <a:pt x="47065" y="39842"/>
                            <a:pt x="43446" y="43367"/>
                          </a:cubicBezTo>
                          <a:cubicBezTo>
                            <a:pt x="36397" y="50415"/>
                            <a:pt x="28396" y="55178"/>
                            <a:pt x="21157" y="56988"/>
                          </a:cubicBezTo>
                          <a:cubicBezTo>
                            <a:pt x="13728" y="58607"/>
                            <a:pt x="7345" y="57368"/>
                            <a:pt x="3536" y="53082"/>
                          </a:cubicBezTo>
                          <a:cubicBezTo>
                            <a:pt x="-274" y="48796"/>
                            <a:pt x="-846" y="42414"/>
                            <a:pt x="1059" y="35651"/>
                          </a:cubicBezTo>
                          <a:cubicBezTo>
                            <a:pt x="2774" y="28698"/>
                            <a:pt x="6965" y="21078"/>
                            <a:pt x="13346" y="14697"/>
                          </a:cubicBezTo>
                          <a:cubicBezTo>
                            <a:pt x="16680" y="11553"/>
                            <a:pt x="19823" y="8505"/>
                            <a:pt x="23253" y="6219"/>
                          </a:cubicBezTo>
                          <a:cubicBezTo>
                            <a:pt x="26681" y="3933"/>
                            <a:pt x="30206" y="2219"/>
                            <a:pt x="33635" y="1171"/>
                          </a:cubicBezTo>
                          <a:cubicBezTo>
                            <a:pt x="40493" y="-829"/>
                            <a:pt x="47065" y="-353"/>
                            <a:pt x="51446" y="326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6" name="Forme libre : forme 13655">
                      <a:extLst>
                        <a:ext uri="{FF2B5EF4-FFF2-40B4-BE49-F238E27FC236}">
                          <a16:creationId xmlns:a16="http://schemas.microsoft.com/office/drawing/2014/main" id="{C4C9075F-1E0D-473C-A360-BAC2634D81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95015" y="3193732"/>
                      <a:ext cx="52709" cy="27735"/>
                    </a:xfrm>
                    <a:custGeom>
                      <a:avLst/>
                      <a:gdLst>
                        <a:gd name="connsiteX0" fmla="*/ 2799 w 52709"/>
                        <a:gd name="connsiteY0" fmla="*/ 476 h 27735"/>
                        <a:gd name="connsiteX1" fmla="*/ 3560 w 52709"/>
                        <a:gd name="connsiteY1" fmla="*/ 23146 h 27735"/>
                        <a:gd name="connsiteX2" fmla="*/ 21182 w 52709"/>
                        <a:gd name="connsiteY2" fmla="*/ 27051 h 27735"/>
                        <a:gd name="connsiteX3" fmla="*/ 43470 w 52709"/>
                        <a:gd name="connsiteY3" fmla="*/ 13430 h 27735"/>
                        <a:gd name="connsiteX4" fmla="*/ 52710 w 52709"/>
                        <a:gd name="connsiteY4" fmla="*/ 0 h 27735"/>
                        <a:gd name="connsiteX5" fmla="*/ 45757 w 52709"/>
                        <a:gd name="connsiteY5" fmla="*/ 5620 h 27735"/>
                        <a:gd name="connsiteX6" fmla="*/ 21658 w 52709"/>
                        <a:gd name="connsiteY6" fmla="*/ 9811 h 27735"/>
                        <a:gd name="connsiteX7" fmla="*/ 2799 w 52709"/>
                        <a:gd name="connsiteY7" fmla="*/ 476 h 27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709" h="27735">
                          <a:moveTo>
                            <a:pt x="2799" y="476"/>
                          </a:moveTo>
                          <a:cubicBezTo>
                            <a:pt x="-821" y="9430"/>
                            <a:pt x="-1297" y="17717"/>
                            <a:pt x="3560" y="23146"/>
                          </a:cubicBezTo>
                          <a:cubicBezTo>
                            <a:pt x="7371" y="27432"/>
                            <a:pt x="13752" y="28670"/>
                            <a:pt x="21182" y="27051"/>
                          </a:cubicBezTo>
                          <a:cubicBezTo>
                            <a:pt x="28326" y="25241"/>
                            <a:pt x="36327" y="20479"/>
                            <a:pt x="43470" y="13430"/>
                          </a:cubicBezTo>
                          <a:cubicBezTo>
                            <a:pt x="47661" y="9430"/>
                            <a:pt x="50519" y="4477"/>
                            <a:pt x="52710" y="0"/>
                          </a:cubicBezTo>
                          <a:cubicBezTo>
                            <a:pt x="50614" y="2191"/>
                            <a:pt x="48328" y="4096"/>
                            <a:pt x="45757" y="5620"/>
                          </a:cubicBezTo>
                          <a:cubicBezTo>
                            <a:pt x="38136" y="9335"/>
                            <a:pt x="29278" y="10573"/>
                            <a:pt x="21658" y="9811"/>
                          </a:cubicBezTo>
                          <a:cubicBezTo>
                            <a:pt x="13943" y="9049"/>
                            <a:pt x="7180" y="5906"/>
                            <a:pt x="2799" y="476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7" name="Forme libre : forme 13656">
                      <a:extLst>
                        <a:ext uri="{FF2B5EF4-FFF2-40B4-BE49-F238E27FC236}">
                          <a16:creationId xmlns:a16="http://schemas.microsoft.com/office/drawing/2014/main" id="{C5384048-20B0-4458-B072-342C8A9726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00653" y="3164192"/>
                      <a:ext cx="56652" cy="58298"/>
                    </a:xfrm>
                    <a:custGeom>
                      <a:avLst/>
                      <a:gdLst>
                        <a:gd name="connsiteX0" fmla="*/ 51453 w 56652"/>
                        <a:gd name="connsiteY0" fmla="*/ 3060 h 58298"/>
                        <a:gd name="connsiteX1" fmla="*/ 56120 w 56652"/>
                        <a:gd name="connsiteY1" fmla="*/ 20396 h 58298"/>
                        <a:gd name="connsiteX2" fmla="*/ 43643 w 56652"/>
                        <a:gd name="connsiteY2" fmla="*/ 43542 h 58298"/>
                        <a:gd name="connsiteX3" fmla="*/ 21259 w 56652"/>
                        <a:gd name="connsiteY3" fmla="*/ 57448 h 58298"/>
                        <a:gd name="connsiteX4" fmla="*/ 3542 w 56652"/>
                        <a:gd name="connsiteY4" fmla="*/ 53829 h 58298"/>
                        <a:gd name="connsiteX5" fmla="*/ 970 w 56652"/>
                        <a:gd name="connsiteY5" fmla="*/ 36303 h 58298"/>
                        <a:gd name="connsiteX6" fmla="*/ 13353 w 56652"/>
                        <a:gd name="connsiteY6" fmla="*/ 15157 h 58298"/>
                        <a:gd name="connsiteX7" fmla="*/ 33641 w 56652"/>
                        <a:gd name="connsiteY7" fmla="*/ 1346 h 58298"/>
                        <a:gd name="connsiteX8" fmla="*/ 51453 w 56652"/>
                        <a:gd name="connsiteY8" fmla="*/ 3060 h 58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52" h="58298">
                          <a:moveTo>
                            <a:pt x="51453" y="3060"/>
                          </a:moveTo>
                          <a:cubicBezTo>
                            <a:pt x="55834" y="6680"/>
                            <a:pt x="57644" y="13157"/>
                            <a:pt x="56120" y="20396"/>
                          </a:cubicBezTo>
                          <a:cubicBezTo>
                            <a:pt x="54691" y="27730"/>
                            <a:pt x="50405" y="36017"/>
                            <a:pt x="43643" y="43542"/>
                          </a:cubicBezTo>
                          <a:cubicBezTo>
                            <a:pt x="36499" y="50685"/>
                            <a:pt x="28402" y="55543"/>
                            <a:pt x="21259" y="57448"/>
                          </a:cubicBezTo>
                          <a:cubicBezTo>
                            <a:pt x="14019" y="59353"/>
                            <a:pt x="7352" y="58020"/>
                            <a:pt x="3542" y="53829"/>
                          </a:cubicBezTo>
                          <a:cubicBezTo>
                            <a:pt x="-363" y="49543"/>
                            <a:pt x="-744" y="43351"/>
                            <a:pt x="970" y="36303"/>
                          </a:cubicBezTo>
                          <a:cubicBezTo>
                            <a:pt x="2685" y="29254"/>
                            <a:pt x="6876" y="21730"/>
                            <a:pt x="13353" y="15157"/>
                          </a:cubicBezTo>
                          <a:cubicBezTo>
                            <a:pt x="19544" y="8299"/>
                            <a:pt x="26688" y="3537"/>
                            <a:pt x="33641" y="1346"/>
                          </a:cubicBezTo>
                          <a:cubicBezTo>
                            <a:pt x="40690" y="-749"/>
                            <a:pt x="46976" y="-559"/>
                            <a:pt x="51453" y="306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8" name="Forme libre : forme 13657">
                      <a:extLst>
                        <a:ext uri="{FF2B5EF4-FFF2-40B4-BE49-F238E27FC236}">
                          <a16:creationId xmlns:a16="http://schemas.microsoft.com/office/drawing/2014/main" id="{05E9FC39-74EC-4282-BF1D-493DE8CB33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61393" y="3190857"/>
                      <a:ext cx="99741" cy="63073"/>
                    </a:xfrm>
                    <a:custGeom>
                      <a:avLst/>
                      <a:gdLst>
                        <a:gd name="connsiteX0" fmla="*/ 16323 w 99741"/>
                        <a:gd name="connsiteY0" fmla="*/ 47071 h 63073"/>
                        <a:gd name="connsiteX1" fmla="*/ 30039 w 99741"/>
                        <a:gd name="connsiteY1" fmla="*/ 60691 h 63073"/>
                        <a:gd name="connsiteX2" fmla="*/ 50422 w 99741"/>
                        <a:gd name="connsiteY2" fmla="*/ 61930 h 63073"/>
                        <a:gd name="connsiteX3" fmla="*/ 72139 w 99741"/>
                        <a:gd name="connsiteY3" fmla="*/ 52024 h 63073"/>
                        <a:gd name="connsiteX4" fmla="*/ 98047 w 99741"/>
                        <a:gd name="connsiteY4" fmla="*/ 22115 h 63073"/>
                        <a:gd name="connsiteX5" fmla="*/ 92332 w 99741"/>
                        <a:gd name="connsiteY5" fmla="*/ 398 h 63073"/>
                        <a:gd name="connsiteX6" fmla="*/ 76807 w 99741"/>
                        <a:gd name="connsiteY6" fmla="*/ 3256 h 63073"/>
                        <a:gd name="connsiteX7" fmla="*/ 39850 w 99741"/>
                        <a:gd name="connsiteY7" fmla="*/ 8495 h 63073"/>
                        <a:gd name="connsiteX8" fmla="*/ 19371 w 99741"/>
                        <a:gd name="connsiteY8" fmla="*/ 6780 h 63073"/>
                        <a:gd name="connsiteX9" fmla="*/ 1559 w 99741"/>
                        <a:gd name="connsiteY9" fmla="*/ 14591 h 63073"/>
                        <a:gd name="connsiteX10" fmla="*/ 16323 w 99741"/>
                        <a:gd name="connsiteY10" fmla="*/ 47071 h 63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9741" h="63073">
                          <a:moveTo>
                            <a:pt x="16323" y="47071"/>
                          </a:moveTo>
                          <a:cubicBezTo>
                            <a:pt x="20133" y="52309"/>
                            <a:pt x="23943" y="57739"/>
                            <a:pt x="30039" y="60691"/>
                          </a:cubicBezTo>
                          <a:cubicBezTo>
                            <a:pt x="35754" y="63454"/>
                            <a:pt x="43088" y="63740"/>
                            <a:pt x="50422" y="61930"/>
                          </a:cubicBezTo>
                          <a:cubicBezTo>
                            <a:pt x="57661" y="60025"/>
                            <a:pt x="65281" y="56405"/>
                            <a:pt x="72139" y="52024"/>
                          </a:cubicBezTo>
                          <a:cubicBezTo>
                            <a:pt x="83188" y="44404"/>
                            <a:pt x="93761" y="34117"/>
                            <a:pt x="98047" y="22115"/>
                          </a:cubicBezTo>
                          <a:cubicBezTo>
                            <a:pt x="101286" y="13066"/>
                            <a:pt x="100143" y="2494"/>
                            <a:pt x="92332" y="398"/>
                          </a:cubicBezTo>
                          <a:cubicBezTo>
                            <a:pt x="87570" y="-935"/>
                            <a:pt x="81950" y="1351"/>
                            <a:pt x="76807" y="3256"/>
                          </a:cubicBezTo>
                          <a:cubicBezTo>
                            <a:pt x="64520" y="7542"/>
                            <a:pt x="51565" y="8971"/>
                            <a:pt x="39850" y="8495"/>
                          </a:cubicBezTo>
                          <a:cubicBezTo>
                            <a:pt x="34896" y="8304"/>
                            <a:pt x="26800" y="6685"/>
                            <a:pt x="19371" y="6780"/>
                          </a:cubicBezTo>
                          <a:cubicBezTo>
                            <a:pt x="11846" y="6780"/>
                            <a:pt x="5274" y="8685"/>
                            <a:pt x="1559" y="14591"/>
                          </a:cubicBezTo>
                          <a:cubicBezTo>
                            <a:pt x="-5013" y="25449"/>
                            <a:pt x="10989" y="39832"/>
                            <a:pt x="16323" y="4707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9" name="Forme libre : forme 13658">
                      <a:extLst>
                        <a:ext uri="{FF2B5EF4-FFF2-40B4-BE49-F238E27FC236}">
                          <a16:creationId xmlns:a16="http://schemas.microsoft.com/office/drawing/2014/main" id="{AC222DD6-9207-4FA6-8704-8F63165000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5065" y="3186356"/>
                      <a:ext cx="17258" cy="29777"/>
                    </a:xfrm>
                    <a:custGeom>
                      <a:avLst/>
                      <a:gdLst>
                        <a:gd name="connsiteX0" fmla="*/ 270 w 17258"/>
                        <a:gd name="connsiteY0" fmla="*/ 23854 h 29777"/>
                        <a:gd name="connsiteX1" fmla="*/ 1889 w 17258"/>
                        <a:gd name="connsiteY1" fmla="*/ 28331 h 29777"/>
                        <a:gd name="connsiteX2" fmla="*/ 6270 w 17258"/>
                        <a:gd name="connsiteY2" fmla="*/ 29569 h 29777"/>
                        <a:gd name="connsiteX3" fmla="*/ 9795 w 17258"/>
                        <a:gd name="connsiteY3" fmla="*/ 26140 h 29777"/>
                        <a:gd name="connsiteX4" fmla="*/ 15795 w 17258"/>
                        <a:gd name="connsiteY4" fmla="*/ 15091 h 29777"/>
                        <a:gd name="connsiteX5" fmla="*/ 17224 w 17258"/>
                        <a:gd name="connsiteY5" fmla="*/ 10328 h 29777"/>
                        <a:gd name="connsiteX6" fmla="*/ 13795 w 17258"/>
                        <a:gd name="connsiteY6" fmla="*/ 1280 h 29777"/>
                        <a:gd name="connsiteX7" fmla="*/ 5604 w 17258"/>
                        <a:gd name="connsiteY7" fmla="*/ 2804 h 29777"/>
                        <a:gd name="connsiteX8" fmla="*/ 270 w 17258"/>
                        <a:gd name="connsiteY8" fmla="*/ 23854 h 29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258" h="29777">
                          <a:moveTo>
                            <a:pt x="270" y="23854"/>
                          </a:moveTo>
                          <a:cubicBezTo>
                            <a:pt x="460" y="25473"/>
                            <a:pt x="936" y="27092"/>
                            <a:pt x="1889" y="28331"/>
                          </a:cubicBezTo>
                          <a:cubicBezTo>
                            <a:pt x="2936" y="29474"/>
                            <a:pt x="4651" y="30140"/>
                            <a:pt x="6270" y="29569"/>
                          </a:cubicBezTo>
                          <a:cubicBezTo>
                            <a:pt x="7794" y="28998"/>
                            <a:pt x="8937" y="27569"/>
                            <a:pt x="9795" y="26140"/>
                          </a:cubicBezTo>
                          <a:cubicBezTo>
                            <a:pt x="12176" y="22616"/>
                            <a:pt x="14176" y="18901"/>
                            <a:pt x="15795" y="15091"/>
                          </a:cubicBezTo>
                          <a:cubicBezTo>
                            <a:pt x="16462" y="13567"/>
                            <a:pt x="17033" y="11948"/>
                            <a:pt x="17224" y="10328"/>
                          </a:cubicBezTo>
                          <a:cubicBezTo>
                            <a:pt x="17510" y="6995"/>
                            <a:pt x="15986" y="3185"/>
                            <a:pt x="13795" y="1280"/>
                          </a:cubicBezTo>
                          <a:cubicBezTo>
                            <a:pt x="11604" y="-625"/>
                            <a:pt x="8651" y="-625"/>
                            <a:pt x="5604" y="2804"/>
                          </a:cubicBezTo>
                          <a:cubicBezTo>
                            <a:pt x="841" y="8328"/>
                            <a:pt x="-683" y="17282"/>
                            <a:pt x="270" y="2385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0" name="Forme libre : forme 13659">
                      <a:extLst>
                        <a:ext uri="{FF2B5EF4-FFF2-40B4-BE49-F238E27FC236}">
                          <a16:creationId xmlns:a16="http://schemas.microsoft.com/office/drawing/2014/main" id="{36CE36CC-92B9-47DA-BA20-DF8BD5F624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9441" y="3151155"/>
                      <a:ext cx="13748" cy="60769"/>
                    </a:xfrm>
                    <a:custGeom>
                      <a:avLst/>
                      <a:gdLst>
                        <a:gd name="connsiteX0" fmla="*/ 0 w 13748"/>
                        <a:gd name="connsiteY0" fmla="*/ 0 h 60769"/>
                        <a:gd name="connsiteX1" fmla="*/ 10763 w 13748"/>
                        <a:gd name="connsiteY1" fmla="*/ 14097 h 60769"/>
                        <a:gd name="connsiteX2" fmla="*/ 13621 w 13748"/>
                        <a:gd name="connsiteY2" fmla="*/ 33052 h 60769"/>
                        <a:gd name="connsiteX3" fmla="*/ 11240 w 13748"/>
                        <a:gd name="connsiteY3" fmla="*/ 45911 h 60769"/>
                        <a:gd name="connsiteX4" fmla="*/ 4382 w 13748"/>
                        <a:gd name="connsiteY4" fmla="*/ 60770 h 60769"/>
                        <a:gd name="connsiteX5" fmla="*/ 6858 w 13748"/>
                        <a:gd name="connsiteY5" fmla="*/ 54959 h 60769"/>
                        <a:gd name="connsiteX6" fmla="*/ 10478 w 13748"/>
                        <a:gd name="connsiteY6" fmla="*/ 40196 h 60769"/>
                        <a:gd name="connsiteX7" fmla="*/ 0 w 13748"/>
                        <a:gd name="connsiteY7" fmla="*/ 0 h 60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748" h="60769">
                          <a:moveTo>
                            <a:pt x="0" y="0"/>
                          </a:moveTo>
                          <a:cubicBezTo>
                            <a:pt x="0" y="0"/>
                            <a:pt x="6668" y="4382"/>
                            <a:pt x="10763" y="14097"/>
                          </a:cubicBezTo>
                          <a:cubicBezTo>
                            <a:pt x="12764" y="18955"/>
                            <a:pt x="14193" y="25241"/>
                            <a:pt x="13621" y="33052"/>
                          </a:cubicBezTo>
                          <a:cubicBezTo>
                            <a:pt x="13335" y="36957"/>
                            <a:pt x="12573" y="41243"/>
                            <a:pt x="11240" y="45911"/>
                          </a:cubicBezTo>
                          <a:cubicBezTo>
                            <a:pt x="9620" y="50483"/>
                            <a:pt x="7430" y="55436"/>
                            <a:pt x="4382" y="60770"/>
                          </a:cubicBezTo>
                          <a:cubicBezTo>
                            <a:pt x="4382" y="60770"/>
                            <a:pt x="5525" y="58674"/>
                            <a:pt x="6858" y="54959"/>
                          </a:cubicBezTo>
                          <a:cubicBezTo>
                            <a:pt x="8097" y="51245"/>
                            <a:pt x="9906" y="46292"/>
                            <a:pt x="10478" y="40196"/>
                          </a:cubicBezTo>
                          <a:cubicBezTo>
                            <a:pt x="11716" y="28194"/>
                            <a:pt x="10383" y="1304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1" name="Forme libre : forme 13660">
                      <a:extLst>
                        <a:ext uri="{FF2B5EF4-FFF2-40B4-BE49-F238E27FC236}">
                          <a16:creationId xmlns:a16="http://schemas.microsoft.com/office/drawing/2014/main" id="{E507A44B-4CF1-4471-812B-0C05A0CFF7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46564" y="3177158"/>
                      <a:ext cx="15339" cy="58483"/>
                    </a:xfrm>
                    <a:custGeom>
                      <a:avLst/>
                      <a:gdLst>
                        <a:gd name="connsiteX0" fmla="*/ 15340 w 15339"/>
                        <a:gd name="connsiteY0" fmla="*/ 0 h 58483"/>
                        <a:gd name="connsiteX1" fmla="*/ 11435 w 15339"/>
                        <a:gd name="connsiteY1" fmla="*/ 4572 h 58483"/>
                        <a:gd name="connsiteX2" fmla="*/ 4196 w 15339"/>
                        <a:gd name="connsiteY2" fmla="*/ 16859 h 58483"/>
                        <a:gd name="connsiteX3" fmla="*/ 5 w 15339"/>
                        <a:gd name="connsiteY3" fmla="*/ 35243 h 58483"/>
                        <a:gd name="connsiteX4" fmla="*/ 5719 w 15339"/>
                        <a:gd name="connsiteY4" fmla="*/ 58484 h 58483"/>
                        <a:gd name="connsiteX5" fmla="*/ 4196 w 15339"/>
                        <a:gd name="connsiteY5" fmla="*/ 53054 h 58483"/>
                        <a:gd name="connsiteX6" fmla="*/ 2671 w 15339"/>
                        <a:gd name="connsiteY6" fmla="*/ 39243 h 58483"/>
                        <a:gd name="connsiteX7" fmla="*/ 4958 w 15339"/>
                        <a:gd name="connsiteY7" fmla="*/ 20479 h 58483"/>
                        <a:gd name="connsiteX8" fmla="*/ 15340 w 15339"/>
                        <a:gd name="connsiteY8" fmla="*/ 0 h 58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339" h="58483">
                          <a:moveTo>
                            <a:pt x="15340" y="0"/>
                          </a:moveTo>
                          <a:cubicBezTo>
                            <a:pt x="15340" y="0"/>
                            <a:pt x="13625" y="1619"/>
                            <a:pt x="11435" y="4572"/>
                          </a:cubicBezTo>
                          <a:cubicBezTo>
                            <a:pt x="9244" y="7620"/>
                            <a:pt x="6577" y="11906"/>
                            <a:pt x="4196" y="16859"/>
                          </a:cubicBezTo>
                          <a:cubicBezTo>
                            <a:pt x="1910" y="21907"/>
                            <a:pt x="100" y="28099"/>
                            <a:pt x="5" y="35243"/>
                          </a:cubicBezTo>
                          <a:cubicBezTo>
                            <a:pt x="-91" y="42291"/>
                            <a:pt x="1243" y="49911"/>
                            <a:pt x="5719" y="58484"/>
                          </a:cubicBezTo>
                          <a:cubicBezTo>
                            <a:pt x="5719" y="58484"/>
                            <a:pt x="4958" y="56483"/>
                            <a:pt x="4196" y="53054"/>
                          </a:cubicBezTo>
                          <a:cubicBezTo>
                            <a:pt x="3434" y="49625"/>
                            <a:pt x="2767" y="44958"/>
                            <a:pt x="2671" y="39243"/>
                          </a:cubicBezTo>
                          <a:cubicBezTo>
                            <a:pt x="2577" y="33528"/>
                            <a:pt x="3053" y="27051"/>
                            <a:pt x="4958" y="20479"/>
                          </a:cubicBezTo>
                          <a:cubicBezTo>
                            <a:pt x="7053" y="14002"/>
                            <a:pt x="10101" y="6953"/>
                            <a:pt x="1534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2" name="Forme libre : forme 13661">
                      <a:extLst>
                        <a:ext uri="{FF2B5EF4-FFF2-40B4-BE49-F238E27FC236}">
                          <a16:creationId xmlns:a16="http://schemas.microsoft.com/office/drawing/2014/main" id="{FCCEDB50-5509-425E-B6D5-5E56E63C13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09775" y="3172322"/>
                      <a:ext cx="23033" cy="18231"/>
                    </a:xfrm>
                    <a:custGeom>
                      <a:avLst/>
                      <a:gdLst>
                        <a:gd name="connsiteX0" fmla="*/ 22614 w 23033"/>
                        <a:gd name="connsiteY0" fmla="*/ 2360 h 18231"/>
                        <a:gd name="connsiteX1" fmla="*/ 14518 w 23033"/>
                        <a:gd name="connsiteY1" fmla="*/ 15504 h 18231"/>
                        <a:gd name="connsiteX2" fmla="*/ 326 w 23033"/>
                        <a:gd name="connsiteY2" fmla="*/ 15600 h 18231"/>
                        <a:gd name="connsiteX3" fmla="*/ 8612 w 23033"/>
                        <a:gd name="connsiteY3" fmla="*/ 3027 h 18231"/>
                        <a:gd name="connsiteX4" fmla="*/ 22614 w 23033"/>
                        <a:gd name="connsiteY4" fmla="*/ 2360 h 182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033" h="18231">
                          <a:moveTo>
                            <a:pt x="22614" y="2360"/>
                          </a:moveTo>
                          <a:cubicBezTo>
                            <a:pt x="24329" y="5694"/>
                            <a:pt x="20614" y="11694"/>
                            <a:pt x="14518" y="15504"/>
                          </a:cubicBezTo>
                          <a:cubicBezTo>
                            <a:pt x="8136" y="19124"/>
                            <a:pt x="1850" y="19124"/>
                            <a:pt x="326" y="15600"/>
                          </a:cubicBezTo>
                          <a:cubicBezTo>
                            <a:pt x="-1198" y="12075"/>
                            <a:pt x="2802" y="6837"/>
                            <a:pt x="8612" y="3027"/>
                          </a:cubicBezTo>
                          <a:cubicBezTo>
                            <a:pt x="14613" y="-688"/>
                            <a:pt x="20995" y="-1069"/>
                            <a:pt x="22614" y="236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3" name="Forme libre : forme 13662">
                      <a:extLst>
                        <a:ext uri="{FF2B5EF4-FFF2-40B4-BE49-F238E27FC236}">
                          <a16:creationId xmlns:a16="http://schemas.microsoft.com/office/drawing/2014/main" id="{4BE4B8C1-FBEA-439E-A723-631EB7B0B3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27983" y="3170106"/>
                      <a:ext cx="6466" cy="6579"/>
                    </a:xfrm>
                    <a:custGeom>
                      <a:avLst/>
                      <a:gdLst>
                        <a:gd name="connsiteX0" fmla="*/ 5550 w 6466"/>
                        <a:gd name="connsiteY0" fmla="*/ 671 h 6579"/>
                        <a:gd name="connsiteX1" fmla="*/ 5454 w 6466"/>
                        <a:gd name="connsiteY1" fmla="*/ 5243 h 6579"/>
                        <a:gd name="connsiteX2" fmla="*/ 882 w 6466"/>
                        <a:gd name="connsiteY2" fmla="*/ 5909 h 6579"/>
                        <a:gd name="connsiteX3" fmla="*/ 977 w 6466"/>
                        <a:gd name="connsiteY3" fmla="*/ 1337 h 6579"/>
                        <a:gd name="connsiteX4" fmla="*/ 5550 w 6466"/>
                        <a:gd name="connsiteY4" fmla="*/ 671 h 6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66" h="6579">
                          <a:moveTo>
                            <a:pt x="5550" y="671"/>
                          </a:moveTo>
                          <a:cubicBezTo>
                            <a:pt x="6788" y="1718"/>
                            <a:pt x="6788" y="3814"/>
                            <a:pt x="5454" y="5243"/>
                          </a:cubicBezTo>
                          <a:cubicBezTo>
                            <a:pt x="4121" y="6671"/>
                            <a:pt x="2121" y="7052"/>
                            <a:pt x="882" y="5909"/>
                          </a:cubicBezTo>
                          <a:cubicBezTo>
                            <a:pt x="-356" y="4766"/>
                            <a:pt x="-260" y="2766"/>
                            <a:pt x="977" y="1337"/>
                          </a:cubicBezTo>
                          <a:cubicBezTo>
                            <a:pt x="2216" y="-91"/>
                            <a:pt x="4311" y="-473"/>
                            <a:pt x="5550" y="6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4" name="Forme libre : forme 13663">
                      <a:extLst>
                        <a:ext uri="{FF2B5EF4-FFF2-40B4-BE49-F238E27FC236}">
                          <a16:creationId xmlns:a16="http://schemas.microsoft.com/office/drawing/2014/main" id="{542E7A67-F0B1-4BC9-A42C-B19FC3FED2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87558" y="3135992"/>
                      <a:ext cx="71929" cy="32975"/>
                    </a:xfrm>
                    <a:custGeom>
                      <a:avLst/>
                      <a:gdLst>
                        <a:gd name="connsiteX0" fmla="*/ 44355 w 71929"/>
                        <a:gd name="connsiteY0" fmla="*/ 780 h 32975"/>
                        <a:gd name="connsiteX1" fmla="*/ 68072 w 71929"/>
                        <a:gd name="connsiteY1" fmla="*/ 12972 h 32975"/>
                        <a:gd name="connsiteX2" fmla="*/ 71215 w 71929"/>
                        <a:gd name="connsiteY2" fmla="*/ 21926 h 32975"/>
                        <a:gd name="connsiteX3" fmla="*/ 62357 w 71929"/>
                        <a:gd name="connsiteY3" fmla="*/ 24783 h 32975"/>
                        <a:gd name="connsiteX4" fmla="*/ 33973 w 71929"/>
                        <a:gd name="connsiteY4" fmla="*/ 21164 h 32975"/>
                        <a:gd name="connsiteX5" fmla="*/ 15685 w 71929"/>
                        <a:gd name="connsiteY5" fmla="*/ 30117 h 32975"/>
                        <a:gd name="connsiteX6" fmla="*/ 159 w 71929"/>
                        <a:gd name="connsiteY6" fmla="*/ 29736 h 32975"/>
                        <a:gd name="connsiteX7" fmla="*/ 8446 w 71929"/>
                        <a:gd name="connsiteY7" fmla="*/ 13734 h 32975"/>
                        <a:gd name="connsiteX8" fmla="*/ 23781 w 71929"/>
                        <a:gd name="connsiteY8" fmla="*/ 2685 h 32975"/>
                        <a:gd name="connsiteX9" fmla="*/ 44355 w 71929"/>
                        <a:gd name="connsiteY9" fmla="*/ 780 h 32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1929" h="32975">
                          <a:moveTo>
                            <a:pt x="44355" y="780"/>
                          </a:moveTo>
                          <a:cubicBezTo>
                            <a:pt x="53308" y="2590"/>
                            <a:pt x="61119" y="7352"/>
                            <a:pt x="68072" y="12972"/>
                          </a:cubicBezTo>
                          <a:cubicBezTo>
                            <a:pt x="70644" y="15068"/>
                            <a:pt x="73216" y="18497"/>
                            <a:pt x="71215" y="21926"/>
                          </a:cubicBezTo>
                          <a:cubicBezTo>
                            <a:pt x="69405" y="24973"/>
                            <a:pt x="65405" y="25259"/>
                            <a:pt x="62357" y="24783"/>
                          </a:cubicBezTo>
                          <a:cubicBezTo>
                            <a:pt x="52927" y="23164"/>
                            <a:pt x="43879" y="19068"/>
                            <a:pt x="33973" y="21164"/>
                          </a:cubicBezTo>
                          <a:cubicBezTo>
                            <a:pt x="30925" y="21830"/>
                            <a:pt x="22923" y="26783"/>
                            <a:pt x="15685" y="30117"/>
                          </a:cubicBezTo>
                          <a:cubicBezTo>
                            <a:pt x="8160" y="33260"/>
                            <a:pt x="1111" y="34689"/>
                            <a:pt x="159" y="29736"/>
                          </a:cubicBezTo>
                          <a:cubicBezTo>
                            <a:pt x="-889" y="24783"/>
                            <a:pt x="3397" y="19068"/>
                            <a:pt x="8446" y="13734"/>
                          </a:cubicBezTo>
                          <a:cubicBezTo>
                            <a:pt x="13589" y="8495"/>
                            <a:pt x="20066" y="4209"/>
                            <a:pt x="23781" y="2685"/>
                          </a:cubicBezTo>
                          <a:cubicBezTo>
                            <a:pt x="30258" y="-172"/>
                            <a:pt x="37688" y="-649"/>
                            <a:pt x="44355" y="78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11" name="Graphique 1">
                    <a:extLst>
                      <a:ext uri="{FF2B5EF4-FFF2-40B4-BE49-F238E27FC236}">
                        <a16:creationId xmlns:a16="http://schemas.microsoft.com/office/drawing/2014/main" id="{620E0F6F-0AB8-4BCE-B3DF-89D0EF68DEB9}"/>
                      </a:ext>
                    </a:extLst>
                  </p:cNvPr>
                  <p:cNvGrpSpPr/>
                  <p:nvPr/>
                </p:nvGrpSpPr>
                <p:grpSpPr>
                  <a:xfrm>
                    <a:off x="6137044" y="3003271"/>
                    <a:ext cx="143741" cy="153670"/>
                    <a:chOff x="6137044" y="3003271"/>
                    <a:chExt cx="143741" cy="153670"/>
                  </a:xfrm>
                  <a:solidFill>
                    <a:schemeClr val="accent1"/>
                  </a:solidFill>
                </p:grpSpPr>
                <p:sp>
                  <p:nvSpPr>
                    <p:cNvPr id="13641" name="Forme libre : forme 13640">
                      <a:extLst>
                        <a:ext uri="{FF2B5EF4-FFF2-40B4-BE49-F238E27FC236}">
                          <a16:creationId xmlns:a16="http://schemas.microsoft.com/office/drawing/2014/main" id="{39DC63B2-415B-4A86-8570-0A527A817F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37044" y="3003271"/>
                      <a:ext cx="143741" cy="153617"/>
                    </a:xfrm>
                    <a:custGeom>
                      <a:avLst/>
                      <a:gdLst>
                        <a:gd name="connsiteX0" fmla="*/ 133172 w 143741"/>
                        <a:gd name="connsiteY0" fmla="*/ 87400 h 153617"/>
                        <a:gd name="connsiteX1" fmla="*/ 99644 w 143741"/>
                        <a:gd name="connsiteY1" fmla="*/ 132453 h 153617"/>
                        <a:gd name="connsiteX2" fmla="*/ 38875 w 143741"/>
                        <a:gd name="connsiteY2" fmla="*/ 146741 h 153617"/>
                        <a:gd name="connsiteX3" fmla="*/ 14491 w 143741"/>
                        <a:gd name="connsiteY3" fmla="*/ 128548 h 153617"/>
                        <a:gd name="connsiteX4" fmla="*/ 10490 w 143741"/>
                        <a:gd name="connsiteY4" fmla="*/ 66445 h 153617"/>
                        <a:gd name="connsiteX5" fmla="*/ 43256 w 143741"/>
                        <a:gd name="connsiteY5" fmla="*/ 21392 h 153617"/>
                        <a:gd name="connsiteX6" fmla="*/ 103930 w 143741"/>
                        <a:gd name="connsiteY6" fmla="*/ 6819 h 153617"/>
                        <a:gd name="connsiteX7" fmla="*/ 128791 w 143741"/>
                        <a:gd name="connsiteY7" fmla="*/ 25011 h 153617"/>
                        <a:gd name="connsiteX8" fmla="*/ 133172 w 143741"/>
                        <a:gd name="connsiteY8" fmla="*/ 87400 h 1536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3741" h="153617">
                          <a:moveTo>
                            <a:pt x="133172" y="87400"/>
                          </a:moveTo>
                          <a:lnTo>
                            <a:pt x="99644" y="132453"/>
                          </a:lnTo>
                          <a:cubicBezTo>
                            <a:pt x="83832" y="153504"/>
                            <a:pt x="56400" y="159981"/>
                            <a:pt x="38875" y="146741"/>
                          </a:cubicBezTo>
                          <a:lnTo>
                            <a:pt x="14491" y="128548"/>
                          </a:lnTo>
                          <a:cubicBezTo>
                            <a:pt x="-3131" y="115308"/>
                            <a:pt x="-4941" y="87400"/>
                            <a:pt x="10490" y="66445"/>
                          </a:cubicBezTo>
                          <a:lnTo>
                            <a:pt x="43256" y="21392"/>
                          </a:lnTo>
                          <a:cubicBezTo>
                            <a:pt x="58591" y="246"/>
                            <a:pt x="85833" y="-6421"/>
                            <a:pt x="103930" y="6819"/>
                          </a:cubicBezTo>
                          <a:lnTo>
                            <a:pt x="128791" y="25011"/>
                          </a:lnTo>
                          <a:cubicBezTo>
                            <a:pt x="146792" y="38442"/>
                            <a:pt x="148888" y="66350"/>
                            <a:pt x="133172" y="8740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2" name="Forme libre : forme 13641">
                      <a:extLst>
                        <a:ext uri="{FF2B5EF4-FFF2-40B4-BE49-F238E27FC236}">
                          <a16:creationId xmlns:a16="http://schemas.microsoft.com/office/drawing/2014/main" id="{CFBB4807-A18D-4E57-BA6C-84B8A06AD2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5346" y="3027902"/>
                      <a:ext cx="115401" cy="129039"/>
                    </a:xfrm>
                    <a:custGeom>
                      <a:avLst/>
                      <a:gdLst>
                        <a:gd name="connsiteX0" fmla="*/ 47911 w 115401"/>
                        <a:gd name="connsiteY0" fmla="*/ 78200 h 129039"/>
                        <a:gd name="connsiteX1" fmla="*/ 0 w 115401"/>
                        <a:gd name="connsiteY1" fmla="*/ 114300 h 129039"/>
                        <a:gd name="connsiteX2" fmla="*/ 10573 w 115401"/>
                        <a:gd name="connsiteY2" fmla="*/ 122206 h 129039"/>
                        <a:gd name="connsiteX3" fmla="*/ 71342 w 115401"/>
                        <a:gd name="connsiteY3" fmla="*/ 107918 h 129039"/>
                        <a:gd name="connsiteX4" fmla="*/ 104870 w 115401"/>
                        <a:gd name="connsiteY4" fmla="*/ 62865 h 129039"/>
                        <a:gd name="connsiteX5" fmla="*/ 100489 w 115401"/>
                        <a:gd name="connsiteY5" fmla="*/ 571 h 129039"/>
                        <a:gd name="connsiteX6" fmla="*/ 99727 w 115401"/>
                        <a:gd name="connsiteY6" fmla="*/ 0 h 129039"/>
                        <a:gd name="connsiteX7" fmla="*/ 47911 w 115401"/>
                        <a:gd name="connsiteY7" fmla="*/ 78200 h 1290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5401" h="129039">
                          <a:moveTo>
                            <a:pt x="47911" y="78200"/>
                          </a:moveTo>
                          <a:cubicBezTo>
                            <a:pt x="38577" y="98965"/>
                            <a:pt x="19621" y="113633"/>
                            <a:pt x="0" y="114300"/>
                          </a:cubicBezTo>
                          <a:lnTo>
                            <a:pt x="10573" y="122206"/>
                          </a:lnTo>
                          <a:cubicBezTo>
                            <a:pt x="28194" y="135350"/>
                            <a:pt x="55531" y="128968"/>
                            <a:pt x="71342" y="107918"/>
                          </a:cubicBezTo>
                          <a:lnTo>
                            <a:pt x="104870" y="62865"/>
                          </a:lnTo>
                          <a:cubicBezTo>
                            <a:pt x="120491" y="41815"/>
                            <a:pt x="118491" y="13811"/>
                            <a:pt x="100489" y="571"/>
                          </a:cubicBezTo>
                          <a:lnTo>
                            <a:pt x="99727" y="0"/>
                          </a:lnTo>
                          <a:cubicBezTo>
                            <a:pt x="82582" y="26956"/>
                            <a:pt x="60865" y="48768"/>
                            <a:pt x="47911" y="7820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3" name="Forme libre : forme 13642">
                      <a:extLst>
                        <a:ext uri="{FF2B5EF4-FFF2-40B4-BE49-F238E27FC236}">
                          <a16:creationId xmlns:a16="http://schemas.microsoft.com/office/drawing/2014/main" id="{606D11CE-C55A-4E65-9713-6F0CA3DB37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0221" y="3043337"/>
                      <a:ext cx="53031" cy="60773"/>
                    </a:xfrm>
                    <a:custGeom>
                      <a:avLst/>
                      <a:gdLst>
                        <a:gd name="connsiteX0" fmla="*/ 46849 w 53031"/>
                        <a:gd name="connsiteY0" fmla="*/ 2662 h 60773"/>
                        <a:gd name="connsiteX1" fmla="*/ 43420 w 53031"/>
                        <a:gd name="connsiteY1" fmla="*/ 42857 h 60773"/>
                        <a:gd name="connsiteX2" fmla="*/ 6081 w 53031"/>
                        <a:gd name="connsiteY2" fmla="*/ 58097 h 60773"/>
                        <a:gd name="connsiteX3" fmla="*/ 9511 w 53031"/>
                        <a:gd name="connsiteY3" fmla="*/ 17902 h 60773"/>
                        <a:gd name="connsiteX4" fmla="*/ 46849 w 53031"/>
                        <a:gd name="connsiteY4" fmla="*/ 2662 h 60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031" h="60773">
                          <a:moveTo>
                            <a:pt x="46849" y="2662"/>
                          </a:moveTo>
                          <a:cubicBezTo>
                            <a:pt x="56278" y="9520"/>
                            <a:pt x="54754" y="27522"/>
                            <a:pt x="43420" y="42857"/>
                          </a:cubicBezTo>
                          <a:cubicBezTo>
                            <a:pt x="32085" y="58192"/>
                            <a:pt x="15416" y="64955"/>
                            <a:pt x="6081" y="58097"/>
                          </a:cubicBezTo>
                          <a:cubicBezTo>
                            <a:pt x="-3253" y="51239"/>
                            <a:pt x="-1634" y="33237"/>
                            <a:pt x="9511" y="17902"/>
                          </a:cubicBezTo>
                          <a:cubicBezTo>
                            <a:pt x="20655" y="2662"/>
                            <a:pt x="37419" y="-4196"/>
                            <a:pt x="46849" y="2662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4" name="Forme libre : forme 13643">
                      <a:extLst>
                        <a:ext uri="{FF2B5EF4-FFF2-40B4-BE49-F238E27FC236}">
                          <a16:creationId xmlns:a16="http://schemas.microsoft.com/office/drawing/2014/main" id="{9B54C1F3-08C5-4FDD-BA96-6657A85F08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0196" y="3072383"/>
                      <a:ext cx="50778" cy="31727"/>
                    </a:xfrm>
                    <a:custGeom>
                      <a:avLst/>
                      <a:gdLst>
                        <a:gd name="connsiteX0" fmla="*/ 1058 w 50778"/>
                        <a:gd name="connsiteY0" fmla="*/ 6572 h 31727"/>
                        <a:gd name="connsiteX1" fmla="*/ 6106 w 50778"/>
                        <a:gd name="connsiteY1" fmla="*/ 29051 h 31727"/>
                        <a:gd name="connsiteX2" fmla="*/ 43444 w 50778"/>
                        <a:gd name="connsiteY2" fmla="*/ 13811 h 31727"/>
                        <a:gd name="connsiteX3" fmla="*/ 50778 w 50778"/>
                        <a:gd name="connsiteY3" fmla="*/ 0 h 31727"/>
                        <a:gd name="connsiteX4" fmla="*/ 44492 w 50778"/>
                        <a:gd name="connsiteY4" fmla="*/ 6001 h 31727"/>
                        <a:gd name="connsiteX5" fmla="*/ 1058 w 50778"/>
                        <a:gd name="connsiteY5" fmla="*/ 6572 h 31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0778" h="31727">
                          <a:moveTo>
                            <a:pt x="1058" y="6572"/>
                          </a:moveTo>
                          <a:cubicBezTo>
                            <a:pt x="-1323" y="16193"/>
                            <a:pt x="296" y="24765"/>
                            <a:pt x="6106" y="29051"/>
                          </a:cubicBezTo>
                          <a:cubicBezTo>
                            <a:pt x="15441" y="35909"/>
                            <a:pt x="32204" y="29146"/>
                            <a:pt x="43444" y="13811"/>
                          </a:cubicBezTo>
                          <a:cubicBezTo>
                            <a:pt x="46778" y="9335"/>
                            <a:pt x="49255" y="4667"/>
                            <a:pt x="50778" y="0"/>
                          </a:cubicBezTo>
                          <a:cubicBezTo>
                            <a:pt x="48969" y="2286"/>
                            <a:pt x="46969" y="4286"/>
                            <a:pt x="44492" y="6001"/>
                          </a:cubicBezTo>
                          <a:cubicBezTo>
                            <a:pt x="30300" y="14478"/>
                            <a:pt x="11726" y="15907"/>
                            <a:pt x="1058" y="6572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5" name="Forme libre : forme 13644">
                      <a:extLst>
                        <a:ext uri="{FF2B5EF4-FFF2-40B4-BE49-F238E27FC236}">
                          <a16:creationId xmlns:a16="http://schemas.microsoft.com/office/drawing/2014/main" id="{E7B8163D-E8B9-49C0-AD75-ED372153F8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5905" y="3043242"/>
                      <a:ext cx="53157" cy="60814"/>
                    </a:xfrm>
                    <a:custGeom>
                      <a:avLst/>
                      <a:gdLst>
                        <a:gd name="connsiteX0" fmla="*/ 46975 w 53157"/>
                        <a:gd name="connsiteY0" fmla="*/ 2662 h 60814"/>
                        <a:gd name="connsiteX1" fmla="*/ 43546 w 53157"/>
                        <a:gd name="connsiteY1" fmla="*/ 42857 h 60814"/>
                        <a:gd name="connsiteX2" fmla="*/ 6112 w 53157"/>
                        <a:gd name="connsiteY2" fmla="*/ 58097 h 60814"/>
                        <a:gd name="connsiteX3" fmla="*/ 9541 w 53157"/>
                        <a:gd name="connsiteY3" fmla="*/ 17902 h 60814"/>
                        <a:gd name="connsiteX4" fmla="*/ 46975 w 53157"/>
                        <a:gd name="connsiteY4" fmla="*/ 2662 h 608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157" h="60814">
                          <a:moveTo>
                            <a:pt x="46975" y="2662"/>
                          </a:moveTo>
                          <a:cubicBezTo>
                            <a:pt x="56404" y="9520"/>
                            <a:pt x="54880" y="27522"/>
                            <a:pt x="43546" y="42857"/>
                          </a:cubicBezTo>
                          <a:cubicBezTo>
                            <a:pt x="32211" y="58192"/>
                            <a:pt x="15542" y="65050"/>
                            <a:pt x="6112" y="58097"/>
                          </a:cubicBezTo>
                          <a:cubicBezTo>
                            <a:pt x="-3222" y="51239"/>
                            <a:pt x="-1698" y="33237"/>
                            <a:pt x="9541" y="17902"/>
                          </a:cubicBezTo>
                          <a:cubicBezTo>
                            <a:pt x="20876" y="2662"/>
                            <a:pt x="37545" y="-4196"/>
                            <a:pt x="46975" y="266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6" name="Forme libre : forme 13645">
                      <a:extLst>
                        <a:ext uri="{FF2B5EF4-FFF2-40B4-BE49-F238E27FC236}">
                          <a16:creationId xmlns:a16="http://schemas.microsoft.com/office/drawing/2014/main" id="{B97EF932-DDD3-43B2-9423-77A4FD2321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57674" y="3069322"/>
                      <a:ext cx="98019" cy="67397"/>
                    </a:xfrm>
                    <a:custGeom>
                      <a:avLst/>
                      <a:gdLst>
                        <a:gd name="connsiteX0" fmla="*/ 23484 w 98019"/>
                        <a:gd name="connsiteY0" fmla="*/ 57163 h 67397"/>
                        <a:gd name="connsiteX1" fmla="*/ 40438 w 98019"/>
                        <a:gd name="connsiteY1" fmla="*/ 66879 h 67397"/>
                        <a:gd name="connsiteX2" fmla="*/ 78062 w 98019"/>
                        <a:gd name="connsiteY2" fmla="*/ 51449 h 67397"/>
                        <a:gd name="connsiteX3" fmla="*/ 97398 w 98019"/>
                        <a:gd name="connsiteY3" fmla="*/ 20778 h 67397"/>
                        <a:gd name="connsiteX4" fmla="*/ 89016 w 98019"/>
                        <a:gd name="connsiteY4" fmla="*/ 204 h 67397"/>
                        <a:gd name="connsiteX5" fmla="*/ 73871 w 98019"/>
                        <a:gd name="connsiteY5" fmla="*/ 4014 h 67397"/>
                        <a:gd name="connsiteX6" fmla="*/ 37866 w 98019"/>
                        <a:gd name="connsiteY6" fmla="*/ 14015 h 67397"/>
                        <a:gd name="connsiteX7" fmla="*/ 528 w 98019"/>
                        <a:gd name="connsiteY7" fmla="*/ 28969 h 67397"/>
                        <a:gd name="connsiteX8" fmla="*/ 23484 w 98019"/>
                        <a:gd name="connsiteY8" fmla="*/ 57163 h 673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8019" h="67397">
                          <a:moveTo>
                            <a:pt x="23484" y="57163"/>
                          </a:moveTo>
                          <a:cubicBezTo>
                            <a:pt x="28627" y="61259"/>
                            <a:pt x="33866" y="65450"/>
                            <a:pt x="40438" y="66879"/>
                          </a:cubicBezTo>
                          <a:cubicBezTo>
                            <a:pt x="53011" y="69546"/>
                            <a:pt x="67203" y="61545"/>
                            <a:pt x="78062" y="51449"/>
                          </a:cubicBezTo>
                          <a:cubicBezTo>
                            <a:pt x="87015" y="43067"/>
                            <a:pt x="94826" y="32399"/>
                            <a:pt x="97398" y="20778"/>
                          </a:cubicBezTo>
                          <a:cubicBezTo>
                            <a:pt x="99302" y="12110"/>
                            <a:pt x="96921" y="1823"/>
                            <a:pt x="89016" y="204"/>
                          </a:cubicBezTo>
                          <a:cubicBezTo>
                            <a:pt x="84158" y="-749"/>
                            <a:pt x="78824" y="1823"/>
                            <a:pt x="73871" y="4014"/>
                          </a:cubicBezTo>
                          <a:cubicBezTo>
                            <a:pt x="62155" y="9253"/>
                            <a:pt x="49867" y="12586"/>
                            <a:pt x="37866" y="14015"/>
                          </a:cubicBezTo>
                          <a:cubicBezTo>
                            <a:pt x="27579" y="15158"/>
                            <a:pt x="5005" y="14396"/>
                            <a:pt x="528" y="28969"/>
                          </a:cubicBezTo>
                          <a:cubicBezTo>
                            <a:pt x="-3472" y="42114"/>
                            <a:pt x="16340" y="51544"/>
                            <a:pt x="23484" y="5716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7" name="Forme libre : forme 13646">
                      <a:extLst>
                        <a:ext uri="{FF2B5EF4-FFF2-40B4-BE49-F238E27FC236}">
                          <a16:creationId xmlns:a16="http://schemas.microsoft.com/office/drawing/2014/main" id="{0C4C33C3-5FDE-4672-A1A9-73C643E754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70049" y="3073163"/>
                      <a:ext cx="16121" cy="31374"/>
                    </a:xfrm>
                    <a:custGeom>
                      <a:avLst/>
                      <a:gdLst>
                        <a:gd name="connsiteX0" fmla="*/ 1678 w 16121"/>
                        <a:gd name="connsiteY0" fmla="*/ 26557 h 31374"/>
                        <a:gd name="connsiteX1" fmla="*/ 4250 w 16121"/>
                        <a:gd name="connsiteY1" fmla="*/ 30558 h 31374"/>
                        <a:gd name="connsiteX2" fmla="*/ 8917 w 16121"/>
                        <a:gd name="connsiteY2" fmla="*/ 30749 h 31374"/>
                        <a:gd name="connsiteX3" fmla="*/ 11775 w 16121"/>
                        <a:gd name="connsiteY3" fmla="*/ 26653 h 31374"/>
                        <a:gd name="connsiteX4" fmla="*/ 15585 w 16121"/>
                        <a:gd name="connsiteY4" fmla="*/ 14366 h 31374"/>
                        <a:gd name="connsiteX5" fmla="*/ 16061 w 16121"/>
                        <a:gd name="connsiteY5" fmla="*/ 9222 h 31374"/>
                        <a:gd name="connsiteX6" fmla="*/ 3012 w 16121"/>
                        <a:gd name="connsiteY6" fmla="*/ 4174 h 31374"/>
                        <a:gd name="connsiteX7" fmla="*/ 1678 w 16121"/>
                        <a:gd name="connsiteY7" fmla="*/ 26557 h 31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121" h="31374">
                          <a:moveTo>
                            <a:pt x="1678" y="26557"/>
                          </a:moveTo>
                          <a:cubicBezTo>
                            <a:pt x="2250" y="28082"/>
                            <a:pt x="3012" y="29606"/>
                            <a:pt x="4250" y="30558"/>
                          </a:cubicBezTo>
                          <a:cubicBezTo>
                            <a:pt x="5488" y="31511"/>
                            <a:pt x="7393" y="31701"/>
                            <a:pt x="8917" y="30749"/>
                          </a:cubicBezTo>
                          <a:cubicBezTo>
                            <a:pt x="10346" y="29891"/>
                            <a:pt x="11108" y="28177"/>
                            <a:pt x="11775" y="26653"/>
                          </a:cubicBezTo>
                          <a:cubicBezTo>
                            <a:pt x="13394" y="22652"/>
                            <a:pt x="14728" y="18461"/>
                            <a:pt x="15585" y="14366"/>
                          </a:cubicBezTo>
                          <a:cubicBezTo>
                            <a:pt x="15966" y="12651"/>
                            <a:pt x="16251" y="10937"/>
                            <a:pt x="16061" y="9222"/>
                          </a:cubicBezTo>
                          <a:cubicBezTo>
                            <a:pt x="15299" y="2269"/>
                            <a:pt x="7869" y="-4684"/>
                            <a:pt x="3012" y="4174"/>
                          </a:cubicBezTo>
                          <a:cubicBezTo>
                            <a:pt x="-798" y="10937"/>
                            <a:pt x="-703" y="20271"/>
                            <a:pt x="1678" y="2655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8" name="Forme libre : forme 13647">
                      <a:extLst>
                        <a:ext uri="{FF2B5EF4-FFF2-40B4-BE49-F238E27FC236}">
                          <a16:creationId xmlns:a16="http://schemas.microsoft.com/office/drawing/2014/main" id="{643B25AC-DD87-402C-A979-906760F7E8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9453" y="3029521"/>
                      <a:ext cx="15552" cy="58959"/>
                    </a:xfrm>
                    <a:custGeom>
                      <a:avLst/>
                      <a:gdLst>
                        <a:gd name="connsiteX0" fmla="*/ 0 w 15552"/>
                        <a:gd name="connsiteY0" fmla="*/ 0 h 58959"/>
                        <a:gd name="connsiteX1" fmla="*/ 9525 w 15552"/>
                        <a:gd name="connsiteY1" fmla="*/ 58960 h 58959"/>
                        <a:gd name="connsiteX2" fmla="*/ 0 w 15552"/>
                        <a:gd name="connsiteY2" fmla="*/ 0 h 58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552" h="58959">
                          <a:moveTo>
                            <a:pt x="0" y="0"/>
                          </a:moveTo>
                          <a:cubicBezTo>
                            <a:pt x="0" y="0"/>
                            <a:pt x="27337" y="17621"/>
                            <a:pt x="9525" y="58960"/>
                          </a:cubicBezTo>
                          <a:cubicBezTo>
                            <a:pt x="9525" y="58960"/>
                            <a:pt x="21622" y="2600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9" name="Forme libre : forme 13648">
                      <a:extLst>
                        <a:ext uri="{FF2B5EF4-FFF2-40B4-BE49-F238E27FC236}">
                          <a16:creationId xmlns:a16="http://schemas.microsoft.com/office/drawing/2014/main" id="{A5CADC4F-C82D-498B-996F-B979DB50D7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42162" y="3069431"/>
                      <a:ext cx="13658" cy="62293"/>
                    </a:xfrm>
                    <a:custGeom>
                      <a:avLst/>
                      <a:gdLst>
                        <a:gd name="connsiteX0" fmla="*/ 9659 w 13658"/>
                        <a:gd name="connsiteY0" fmla="*/ 0 h 62293"/>
                        <a:gd name="connsiteX1" fmla="*/ 13659 w 13658"/>
                        <a:gd name="connsiteY1" fmla="*/ 62294 h 62293"/>
                        <a:gd name="connsiteX2" fmla="*/ 9659 w 13658"/>
                        <a:gd name="connsiteY2" fmla="*/ 0 h 62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3658" h="62293">
                          <a:moveTo>
                            <a:pt x="9659" y="0"/>
                          </a:moveTo>
                          <a:cubicBezTo>
                            <a:pt x="9659" y="0"/>
                            <a:pt x="-14535" y="35243"/>
                            <a:pt x="13659" y="62294"/>
                          </a:cubicBezTo>
                          <a:cubicBezTo>
                            <a:pt x="13659" y="62294"/>
                            <a:pt x="-8249" y="34957"/>
                            <a:pt x="965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0" name="Forme libre : forme 13649">
                      <a:extLst>
                        <a:ext uri="{FF2B5EF4-FFF2-40B4-BE49-F238E27FC236}">
                          <a16:creationId xmlns:a16="http://schemas.microsoft.com/office/drawing/2014/main" id="{0F095377-EF44-4B5D-96B1-4E0F52D639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2165" y="3052744"/>
                      <a:ext cx="22182" cy="19848"/>
                    </a:xfrm>
                    <a:custGeom>
                      <a:avLst/>
                      <a:gdLst>
                        <a:gd name="connsiteX0" fmla="*/ 21569 w 22182"/>
                        <a:gd name="connsiteY0" fmla="*/ 1923 h 19848"/>
                        <a:gd name="connsiteX1" fmla="*/ 14712 w 22182"/>
                        <a:gd name="connsiteY1" fmla="*/ 15830 h 19848"/>
                        <a:gd name="connsiteX2" fmla="*/ 614 w 22182"/>
                        <a:gd name="connsiteY2" fmla="*/ 17925 h 19848"/>
                        <a:gd name="connsiteX3" fmla="*/ 7377 w 22182"/>
                        <a:gd name="connsiteY3" fmla="*/ 4019 h 19848"/>
                        <a:gd name="connsiteX4" fmla="*/ 21569 w 22182"/>
                        <a:gd name="connsiteY4" fmla="*/ 1923 h 198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182" h="19848">
                          <a:moveTo>
                            <a:pt x="21569" y="1923"/>
                          </a:moveTo>
                          <a:cubicBezTo>
                            <a:pt x="23570" y="5162"/>
                            <a:pt x="20522" y="11448"/>
                            <a:pt x="14712" y="15830"/>
                          </a:cubicBezTo>
                          <a:cubicBezTo>
                            <a:pt x="8901" y="20211"/>
                            <a:pt x="2615" y="21164"/>
                            <a:pt x="614" y="17925"/>
                          </a:cubicBezTo>
                          <a:cubicBezTo>
                            <a:pt x="-1386" y="14687"/>
                            <a:pt x="1662" y="8400"/>
                            <a:pt x="7377" y="4019"/>
                          </a:cubicBezTo>
                          <a:cubicBezTo>
                            <a:pt x="13092" y="-363"/>
                            <a:pt x="19569" y="-1315"/>
                            <a:pt x="21569" y="192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1" name="Forme libre : forme 13650">
                      <a:extLst>
                        <a:ext uri="{FF2B5EF4-FFF2-40B4-BE49-F238E27FC236}">
                          <a16:creationId xmlns:a16="http://schemas.microsoft.com/office/drawing/2014/main" id="{473B22CA-AC31-4940-98F4-175BEF22A3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9174" y="3050110"/>
                      <a:ext cx="6453" cy="6828"/>
                    </a:xfrm>
                    <a:custGeom>
                      <a:avLst/>
                      <a:gdLst>
                        <a:gd name="connsiteX0" fmla="*/ 5322 w 6453"/>
                        <a:gd name="connsiteY0" fmla="*/ 557 h 6828"/>
                        <a:gd name="connsiteX1" fmla="*/ 5703 w 6453"/>
                        <a:gd name="connsiteY1" fmla="*/ 5224 h 6828"/>
                        <a:gd name="connsiteX2" fmla="*/ 1131 w 6453"/>
                        <a:gd name="connsiteY2" fmla="*/ 6272 h 6828"/>
                        <a:gd name="connsiteX3" fmla="*/ 751 w 6453"/>
                        <a:gd name="connsiteY3" fmla="*/ 1605 h 6828"/>
                        <a:gd name="connsiteX4" fmla="*/ 5322 w 6453"/>
                        <a:gd name="connsiteY4" fmla="*/ 557 h 6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53" h="6828">
                          <a:moveTo>
                            <a:pt x="5322" y="557"/>
                          </a:moveTo>
                          <a:cubicBezTo>
                            <a:pt x="6656" y="1509"/>
                            <a:pt x="6846" y="3605"/>
                            <a:pt x="5703" y="5224"/>
                          </a:cubicBezTo>
                          <a:cubicBezTo>
                            <a:pt x="4560" y="6843"/>
                            <a:pt x="2465" y="7319"/>
                            <a:pt x="1131" y="6272"/>
                          </a:cubicBezTo>
                          <a:cubicBezTo>
                            <a:pt x="-202" y="5224"/>
                            <a:pt x="-392" y="3224"/>
                            <a:pt x="751" y="1605"/>
                          </a:cubicBezTo>
                          <a:cubicBezTo>
                            <a:pt x="1989" y="-15"/>
                            <a:pt x="3989" y="-491"/>
                            <a:pt x="5322" y="55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2" name="Forme libre : forme 13651">
                      <a:extLst>
                        <a:ext uri="{FF2B5EF4-FFF2-40B4-BE49-F238E27FC236}">
                          <a16:creationId xmlns:a16="http://schemas.microsoft.com/office/drawing/2014/main" id="{EC1DDAD0-A815-4C9C-8248-F42E825D48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76681" y="3015598"/>
                      <a:ext cx="72925" cy="38640"/>
                    </a:xfrm>
                    <a:custGeom>
                      <a:avLst/>
                      <a:gdLst>
                        <a:gd name="connsiteX0" fmla="*/ 44386 w 72925"/>
                        <a:gd name="connsiteY0" fmla="*/ 397 h 38640"/>
                        <a:gd name="connsiteX1" fmla="*/ 68770 w 72925"/>
                        <a:gd name="connsiteY1" fmla="*/ 12018 h 38640"/>
                        <a:gd name="connsiteX2" fmla="*/ 72294 w 72925"/>
                        <a:gd name="connsiteY2" fmla="*/ 20876 h 38640"/>
                        <a:gd name="connsiteX3" fmla="*/ 63531 w 72925"/>
                        <a:gd name="connsiteY3" fmla="*/ 24019 h 38640"/>
                        <a:gd name="connsiteX4" fmla="*/ 34480 w 72925"/>
                        <a:gd name="connsiteY4" fmla="*/ 22305 h 38640"/>
                        <a:gd name="connsiteX5" fmla="*/ 381 w 72925"/>
                        <a:gd name="connsiteY5" fmla="*/ 36021 h 38640"/>
                        <a:gd name="connsiteX6" fmla="*/ 22859 w 72925"/>
                        <a:gd name="connsiteY6" fmla="*/ 4112 h 38640"/>
                        <a:gd name="connsiteX7" fmla="*/ 44386 w 72925"/>
                        <a:gd name="connsiteY7" fmla="*/ 397 h 38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2925" h="38640">
                          <a:moveTo>
                            <a:pt x="44386" y="397"/>
                          </a:moveTo>
                          <a:cubicBezTo>
                            <a:pt x="53625" y="1731"/>
                            <a:pt x="61626" y="6398"/>
                            <a:pt x="68770" y="12018"/>
                          </a:cubicBezTo>
                          <a:cubicBezTo>
                            <a:pt x="71437" y="14018"/>
                            <a:pt x="74199" y="17447"/>
                            <a:pt x="72294" y="20876"/>
                          </a:cubicBezTo>
                          <a:cubicBezTo>
                            <a:pt x="70675" y="24019"/>
                            <a:pt x="66579" y="24400"/>
                            <a:pt x="63531" y="24019"/>
                          </a:cubicBezTo>
                          <a:cubicBezTo>
                            <a:pt x="53911" y="22781"/>
                            <a:pt x="44386" y="18971"/>
                            <a:pt x="34480" y="22305"/>
                          </a:cubicBezTo>
                          <a:cubicBezTo>
                            <a:pt x="28289" y="24305"/>
                            <a:pt x="3619" y="46022"/>
                            <a:pt x="381" y="36021"/>
                          </a:cubicBezTo>
                          <a:cubicBezTo>
                            <a:pt x="-2858" y="25924"/>
                            <a:pt x="15430" y="8017"/>
                            <a:pt x="22859" y="4112"/>
                          </a:cubicBezTo>
                          <a:cubicBezTo>
                            <a:pt x="29812" y="302"/>
                            <a:pt x="37528" y="-650"/>
                            <a:pt x="44386" y="39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12" name="Graphique 1">
                    <a:extLst>
                      <a:ext uri="{FF2B5EF4-FFF2-40B4-BE49-F238E27FC236}">
                        <a16:creationId xmlns:a16="http://schemas.microsoft.com/office/drawing/2014/main" id="{1A084525-4FC5-4EA0-AB04-9A3F9EE805F2}"/>
                      </a:ext>
                    </a:extLst>
                  </p:cNvPr>
                  <p:cNvGrpSpPr/>
                  <p:nvPr/>
                </p:nvGrpSpPr>
                <p:grpSpPr>
                  <a:xfrm>
                    <a:off x="6225952" y="2880938"/>
                    <a:ext cx="144795" cy="154381"/>
                    <a:chOff x="6225952" y="2880938"/>
                    <a:chExt cx="144795" cy="154381"/>
                  </a:xfrm>
                  <a:solidFill>
                    <a:schemeClr val="accent1"/>
                  </a:solidFill>
                </p:grpSpPr>
                <p:sp>
                  <p:nvSpPr>
                    <p:cNvPr id="13629" name="Forme libre : forme 13628">
                      <a:extLst>
                        <a:ext uri="{FF2B5EF4-FFF2-40B4-BE49-F238E27FC236}">
                          <a16:creationId xmlns:a16="http://schemas.microsoft.com/office/drawing/2014/main" id="{E8CD6F21-3880-43D9-999E-8CEB3C4F1B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5952" y="2880938"/>
                      <a:ext cx="144795" cy="154381"/>
                    </a:xfrm>
                    <a:custGeom>
                      <a:avLst/>
                      <a:gdLst>
                        <a:gd name="connsiteX0" fmla="*/ 133989 w 144795"/>
                        <a:gd name="connsiteY0" fmla="*/ 89909 h 154381"/>
                        <a:gd name="connsiteX1" fmla="*/ 117416 w 144795"/>
                        <a:gd name="connsiteY1" fmla="*/ 111531 h 154381"/>
                        <a:gd name="connsiteX2" fmla="*/ 100842 w 144795"/>
                        <a:gd name="connsiteY2" fmla="*/ 133533 h 154381"/>
                        <a:gd name="connsiteX3" fmla="*/ 39882 w 144795"/>
                        <a:gd name="connsiteY3" fmla="*/ 147535 h 154381"/>
                        <a:gd name="connsiteX4" fmla="*/ 15022 w 144795"/>
                        <a:gd name="connsiteY4" fmla="*/ 129342 h 154381"/>
                        <a:gd name="connsiteX5" fmla="*/ 10450 w 144795"/>
                        <a:gd name="connsiteY5" fmla="*/ 66668 h 154381"/>
                        <a:gd name="connsiteX6" fmla="*/ 27309 w 144795"/>
                        <a:gd name="connsiteY6" fmla="*/ 43808 h 154381"/>
                        <a:gd name="connsiteX7" fmla="*/ 44550 w 144795"/>
                        <a:gd name="connsiteY7" fmla="*/ 20852 h 154381"/>
                        <a:gd name="connsiteX8" fmla="*/ 75506 w 144795"/>
                        <a:gd name="connsiteY8" fmla="*/ 850 h 154381"/>
                        <a:gd name="connsiteX9" fmla="*/ 107129 w 144795"/>
                        <a:gd name="connsiteY9" fmla="*/ 8184 h 154381"/>
                        <a:gd name="connsiteX10" fmla="*/ 131036 w 144795"/>
                        <a:gd name="connsiteY10" fmla="*/ 28282 h 154381"/>
                        <a:gd name="connsiteX11" fmla="*/ 144752 w 144795"/>
                        <a:gd name="connsiteY11" fmla="*/ 57143 h 154381"/>
                        <a:gd name="connsiteX12" fmla="*/ 133989 w 144795"/>
                        <a:gd name="connsiteY12" fmla="*/ 89909 h 1543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44795" h="154381">
                          <a:moveTo>
                            <a:pt x="133989" y="89909"/>
                          </a:moveTo>
                          <a:cubicBezTo>
                            <a:pt x="128370" y="96862"/>
                            <a:pt x="122940" y="104387"/>
                            <a:pt x="117416" y="111531"/>
                          </a:cubicBezTo>
                          <a:lnTo>
                            <a:pt x="100842" y="133533"/>
                          </a:lnTo>
                          <a:cubicBezTo>
                            <a:pt x="85316" y="154298"/>
                            <a:pt x="57884" y="160679"/>
                            <a:pt x="39882" y="147535"/>
                          </a:cubicBezTo>
                          <a:lnTo>
                            <a:pt x="15022" y="129342"/>
                          </a:lnTo>
                          <a:cubicBezTo>
                            <a:pt x="-2980" y="116198"/>
                            <a:pt x="-5171" y="88004"/>
                            <a:pt x="10450" y="66668"/>
                          </a:cubicBezTo>
                          <a:lnTo>
                            <a:pt x="27309" y="43808"/>
                          </a:lnTo>
                          <a:cubicBezTo>
                            <a:pt x="33024" y="36188"/>
                            <a:pt x="38453" y="28568"/>
                            <a:pt x="44550" y="20852"/>
                          </a:cubicBezTo>
                          <a:cubicBezTo>
                            <a:pt x="52932" y="10089"/>
                            <a:pt x="63885" y="3136"/>
                            <a:pt x="75506" y="850"/>
                          </a:cubicBezTo>
                          <a:cubicBezTo>
                            <a:pt x="87031" y="-1436"/>
                            <a:pt x="98461" y="850"/>
                            <a:pt x="107129" y="8184"/>
                          </a:cubicBezTo>
                          <a:lnTo>
                            <a:pt x="131036" y="28282"/>
                          </a:lnTo>
                          <a:cubicBezTo>
                            <a:pt x="139704" y="35521"/>
                            <a:pt x="144181" y="46189"/>
                            <a:pt x="144752" y="57143"/>
                          </a:cubicBezTo>
                          <a:cubicBezTo>
                            <a:pt x="145229" y="68001"/>
                            <a:pt x="141800" y="80098"/>
                            <a:pt x="133989" y="89909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0" name="Forme libre : forme 13629">
                      <a:extLst>
                        <a:ext uri="{FF2B5EF4-FFF2-40B4-BE49-F238E27FC236}">
                          <a16:creationId xmlns:a16="http://schemas.microsoft.com/office/drawing/2014/main" id="{E1819AD1-431D-4A64-B462-9B3F690537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5071" y="2908553"/>
                      <a:ext cx="115599" cy="126766"/>
                    </a:xfrm>
                    <a:custGeom>
                      <a:avLst/>
                      <a:gdLst>
                        <a:gd name="connsiteX0" fmla="*/ 47815 w 115599"/>
                        <a:gd name="connsiteY0" fmla="*/ 75914 h 126766"/>
                        <a:gd name="connsiteX1" fmla="*/ 0 w 115599"/>
                        <a:gd name="connsiteY1" fmla="*/ 112014 h 126766"/>
                        <a:gd name="connsiteX2" fmla="*/ 10763 w 115599"/>
                        <a:gd name="connsiteY2" fmla="*/ 119920 h 126766"/>
                        <a:gd name="connsiteX3" fmla="*/ 71723 w 115599"/>
                        <a:gd name="connsiteY3" fmla="*/ 105918 h 126766"/>
                        <a:gd name="connsiteX4" fmla="*/ 88296 w 115599"/>
                        <a:gd name="connsiteY4" fmla="*/ 83916 h 126766"/>
                        <a:gd name="connsiteX5" fmla="*/ 104870 w 115599"/>
                        <a:gd name="connsiteY5" fmla="*/ 62294 h 126766"/>
                        <a:gd name="connsiteX6" fmla="*/ 115538 w 115599"/>
                        <a:gd name="connsiteY6" fmla="*/ 29528 h 126766"/>
                        <a:gd name="connsiteX7" fmla="*/ 101822 w 115599"/>
                        <a:gd name="connsiteY7" fmla="*/ 667 h 126766"/>
                        <a:gd name="connsiteX8" fmla="*/ 101060 w 115599"/>
                        <a:gd name="connsiteY8" fmla="*/ 0 h 126766"/>
                        <a:gd name="connsiteX9" fmla="*/ 86773 w 115599"/>
                        <a:gd name="connsiteY9" fmla="*/ 18383 h 126766"/>
                        <a:gd name="connsiteX10" fmla="*/ 72390 w 115599"/>
                        <a:gd name="connsiteY10" fmla="*/ 36481 h 126766"/>
                        <a:gd name="connsiteX11" fmla="*/ 47815 w 115599"/>
                        <a:gd name="connsiteY11" fmla="*/ 75914 h 126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5599" h="126766">
                          <a:moveTo>
                            <a:pt x="47815" y="75914"/>
                          </a:moveTo>
                          <a:cubicBezTo>
                            <a:pt x="38671" y="96679"/>
                            <a:pt x="19812" y="111252"/>
                            <a:pt x="0" y="112014"/>
                          </a:cubicBezTo>
                          <a:lnTo>
                            <a:pt x="10763" y="119920"/>
                          </a:lnTo>
                          <a:cubicBezTo>
                            <a:pt x="28765" y="133064"/>
                            <a:pt x="56197" y="126683"/>
                            <a:pt x="71723" y="105918"/>
                          </a:cubicBezTo>
                          <a:lnTo>
                            <a:pt x="88296" y="83916"/>
                          </a:lnTo>
                          <a:cubicBezTo>
                            <a:pt x="93821" y="76676"/>
                            <a:pt x="99346" y="69152"/>
                            <a:pt x="104870" y="62294"/>
                          </a:cubicBezTo>
                          <a:cubicBezTo>
                            <a:pt x="112680" y="52483"/>
                            <a:pt x="116110" y="40481"/>
                            <a:pt x="115538" y="29528"/>
                          </a:cubicBezTo>
                          <a:cubicBezTo>
                            <a:pt x="114966" y="18574"/>
                            <a:pt x="110490" y="8001"/>
                            <a:pt x="101822" y="667"/>
                          </a:cubicBezTo>
                          <a:lnTo>
                            <a:pt x="101060" y="0"/>
                          </a:lnTo>
                          <a:cubicBezTo>
                            <a:pt x="96488" y="6477"/>
                            <a:pt x="91535" y="12287"/>
                            <a:pt x="86773" y="18383"/>
                          </a:cubicBezTo>
                          <a:cubicBezTo>
                            <a:pt x="81915" y="24479"/>
                            <a:pt x="77152" y="30480"/>
                            <a:pt x="72390" y="36481"/>
                          </a:cubicBezTo>
                          <a:cubicBezTo>
                            <a:pt x="62960" y="48578"/>
                            <a:pt x="54387" y="61436"/>
                            <a:pt x="47815" y="75914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1" name="Forme libre : forme 13630">
                      <a:extLst>
                        <a:ext uri="{FF2B5EF4-FFF2-40B4-BE49-F238E27FC236}">
                          <a16:creationId xmlns:a16="http://schemas.microsoft.com/office/drawing/2014/main" id="{4ED11689-FAED-407F-8939-FD0B4B5BD5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9536" y="2921879"/>
                      <a:ext cx="53743" cy="60506"/>
                    </a:xfrm>
                    <a:custGeom>
                      <a:avLst/>
                      <a:gdLst>
                        <a:gd name="connsiteX0" fmla="*/ 47830 w 53743"/>
                        <a:gd name="connsiteY0" fmla="*/ 3058 h 60506"/>
                        <a:gd name="connsiteX1" fmla="*/ 43830 w 53743"/>
                        <a:gd name="connsiteY1" fmla="*/ 43158 h 60506"/>
                        <a:gd name="connsiteX2" fmla="*/ 6206 w 53743"/>
                        <a:gd name="connsiteY2" fmla="*/ 57731 h 60506"/>
                        <a:gd name="connsiteX3" fmla="*/ 9826 w 53743"/>
                        <a:gd name="connsiteY3" fmla="*/ 17345 h 60506"/>
                        <a:gd name="connsiteX4" fmla="*/ 47830 w 53743"/>
                        <a:gd name="connsiteY4" fmla="*/ 3058 h 60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743" h="60506">
                          <a:moveTo>
                            <a:pt x="47830" y="3058"/>
                          </a:moveTo>
                          <a:cubicBezTo>
                            <a:pt x="57165" y="10487"/>
                            <a:pt x="55165" y="28109"/>
                            <a:pt x="43830" y="43158"/>
                          </a:cubicBezTo>
                          <a:cubicBezTo>
                            <a:pt x="32495" y="58112"/>
                            <a:pt x="15636" y="64684"/>
                            <a:pt x="6206" y="57731"/>
                          </a:cubicBezTo>
                          <a:cubicBezTo>
                            <a:pt x="-3319" y="50778"/>
                            <a:pt x="-1700" y="32681"/>
                            <a:pt x="9826" y="17345"/>
                          </a:cubicBezTo>
                          <a:cubicBezTo>
                            <a:pt x="21256" y="2010"/>
                            <a:pt x="38687" y="-4276"/>
                            <a:pt x="47830" y="3058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2" name="Forme libre : forme 13631">
                      <a:extLst>
                        <a:ext uri="{FF2B5EF4-FFF2-40B4-BE49-F238E27FC236}">
                          <a16:creationId xmlns:a16="http://schemas.microsoft.com/office/drawing/2014/main" id="{FDD6BD95-5796-4B26-8A56-37668302F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9596" y="2951511"/>
                      <a:ext cx="51293" cy="30874"/>
                    </a:xfrm>
                    <a:custGeom>
                      <a:avLst/>
                      <a:gdLst>
                        <a:gd name="connsiteX0" fmla="*/ 1098 w 51293"/>
                        <a:gd name="connsiteY0" fmla="*/ 5429 h 30874"/>
                        <a:gd name="connsiteX1" fmla="*/ 6241 w 51293"/>
                        <a:gd name="connsiteY1" fmla="*/ 28099 h 30874"/>
                        <a:gd name="connsiteX2" fmla="*/ 43865 w 51293"/>
                        <a:gd name="connsiteY2" fmla="*/ 13526 h 30874"/>
                        <a:gd name="connsiteX3" fmla="*/ 51294 w 51293"/>
                        <a:gd name="connsiteY3" fmla="*/ 0 h 30874"/>
                        <a:gd name="connsiteX4" fmla="*/ 44912 w 51293"/>
                        <a:gd name="connsiteY4" fmla="*/ 5810 h 30874"/>
                        <a:gd name="connsiteX5" fmla="*/ 1098 w 51293"/>
                        <a:gd name="connsiteY5" fmla="*/ 5429 h 30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1293" h="30874">
                          <a:moveTo>
                            <a:pt x="1098" y="5429"/>
                          </a:moveTo>
                          <a:cubicBezTo>
                            <a:pt x="-1379" y="15050"/>
                            <a:pt x="335" y="23717"/>
                            <a:pt x="6241" y="28099"/>
                          </a:cubicBezTo>
                          <a:cubicBezTo>
                            <a:pt x="15671" y="35052"/>
                            <a:pt x="32530" y="28480"/>
                            <a:pt x="43865" y="13526"/>
                          </a:cubicBezTo>
                          <a:cubicBezTo>
                            <a:pt x="47198" y="9144"/>
                            <a:pt x="49675" y="4381"/>
                            <a:pt x="51294" y="0"/>
                          </a:cubicBezTo>
                          <a:cubicBezTo>
                            <a:pt x="49484" y="2191"/>
                            <a:pt x="47389" y="4096"/>
                            <a:pt x="44912" y="5810"/>
                          </a:cubicBezTo>
                          <a:cubicBezTo>
                            <a:pt x="30625" y="13811"/>
                            <a:pt x="11860" y="14954"/>
                            <a:pt x="1098" y="5429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3" name="Forme libre : forme 13632">
                      <a:extLst>
                        <a:ext uri="{FF2B5EF4-FFF2-40B4-BE49-F238E27FC236}">
                          <a16:creationId xmlns:a16="http://schemas.microsoft.com/office/drawing/2014/main" id="{9B15049B-E91E-4189-8248-A1D004496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5377" y="2922048"/>
                      <a:ext cx="53683" cy="60354"/>
                    </a:xfrm>
                    <a:custGeom>
                      <a:avLst/>
                      <a:gdLst>
                        <a:gd name="connsiteX0" fmla="*/ 47799 w 53683"/>
                        <a:gd name="connsiteY0" fmla="*/ 3079 h 60354"/>
                        <a:gd name="connsiteX1" fmla="*/ 53515 w 53683"/>
                        <a:gd name="connsiteY1" fmla="*/ 20319 h 60354"/>
                        <a:gd name="connsiteX2" fmla="*/ 43799 w 53683"/>
                        <a:gd name="connsiteY2" fmla="*/ 43084 h 60354"/>
                        <a:gd name="connsiteX3" fmla="*/ 6175 w 53683"/>
                        <a:gd name="connsiteY3" fmla="*/ 57562 h 60354"/>
                        <a:gd name="connsiteX4" fmla="*/ 9795 w 53683"/>
                        <a:gd name="connsiteY4" fmla="*/ 17175 h 60354"/>
                        <a:gd name="connsiteX5" fmla="*/ 47799 w 53683"/>
                        <a:gd name="connsiteY5" fmla="*/ 3079 h 6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3683" h="60354">
                          <a:moveTo>
                            <a:pt x="47799" y="3079"/>
                          </a:moveTo>
                          <a:cubicBezTo>
                            <a:pt x="52467" y="6793"/>
                            <a:pt x="54277" y="13080"/>
                            <a:pt x="53515" y="20319"/>
                          </a:cubicBezTo>
                          <a:cubicBezTo>
                            <a:pt x="52753" y="27558"/>
                            <a:pt x="49419" y="35464"/>
                            <a:pt x="43799" y="43084"/>
                          </a:cubicBezTo>
                          <a:cubicBezTo>
                            <a:pt x="32464" y="58038"/>
                            <a:pt x="15605" y="64515"/>
                            <a:pt x="6175" y="57562"/>
                          </a:cubicBezTo>
                          <a:cubicBezTo>
                            <a:pt x="-3350" y="50513"/>
                            <a:pt x="-1635" y="32511"/>
                            <a:pt x="9795" y="17175"/>
                          </a:cubicBezTo>
                          <a:cubicBezTo>
                            <a:pt x="21416" y="1936"/>
                            <a:pt x="38656" y="-4256"/>
                            <a:pt x="47799" y="307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4" name="Forme libre : forme 13633">
                      <a:extLst>
                        <a:ext uri="{FF2B5EF4-FFF2-40B4-BE49-F238E27FC236}">
                          <a16:creationId xmlns:a16="http://schemas.microsoft.com/office/drawing/2014/main" id="{0C9C76CF-F54E-4C52-A2ED-F200CB80CC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6816" y="2948539"/>
                      <a:ext cx="98711" cy="66584"/>
                    </a:xfrm>
                    <a:custGeom>
                      <a:avLst/>
                      <a:gdLst>
                        <a:gd name="connsiteX0" fmla="*/ 23972 w 98711"/>
                        <a:gd name="connsiteY0" fmla="*/ 56217 h 66584"/>
                        <a:gd name="connsiteX1" fmla="*/ 41212 w 98711"/>
                        <a:gd name="connsiteY1" fmla="*/ 66028 h 66584"/>
                        <a:gd name="connsiteX2" fmla="*/ 78836 w 98711"/>
                        <a:gd name="connsiteY2" fmla="*/ 50978 h 66584"/>
                        <a:gd name="connsiteX3" fmla="*/ 98077 w 98711"/>
                        <a:gd name="connsiteY3" fmla="*/ 20975 h 66584"/>
                        <a:gd name="connsiteX4" fmla="*/ 89885 w 98711"/>
                        <a:gd name="connsiteY4" fmla="*/ 305 h 66584"/>
                        <a:gd name="connsiteX5" fmla="*/ 74645 w 98711"/>
                        <a:gd name="connsiteY5" fmla="*/ 3544 h 66584"/>
                        <a:gd name="connsiteX6" fmla="*/ 38259 w 98711"/>
                        <a:gd name="connsiteY6" fmla="*/ 12878 h 66584"/>
                        <a:gd name="connsiteX7" fmla="*/ 541 w 98711"/>
                        <a:gd name="connsiteY7" fmla="*/ 27833 h 66584"/>
                        <a:gd name="connsiteX8" fmla="*/ 23972 w 98711"/>
                        <a:gd name="connsiteY8" fmla="*/ 56217 h 66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8711" h="66584">
                          <a:moveTo>
                            <a:pt x="23972" y="56217"/>
                          </a:moveTo>
                          <a:cubicBezTo>
                            <a:pt x="29211" y="60313"/>
                            <a:pt x="34544" y="64504"/>
                            <a:pt x="41212" y="66028"/>
                          </a:cubicBezTo>
                          <a:cubicBezTo>
                            <a:pt x="53881" y="68790"/>
                            <a:pt x="68073" y="60884"/>
                            <a:pt x="78836" y="50978"/>
                          </a:cubicBezTo>
                          <a:cubicBezTo>
                            <a:pt x="87789" y="42882"/>
                            <a:pt x="95600" y="32595"/>
                            <a:pt x="98077" y="20975"/>
                          </a:cubicBezTo>
                          <a:cubicBezTo>
                            <a:pt x="99982" y="12497"/>
                            <a:pt x="97695" y="2305"/>
                            <a:pt x="89885" y="305"/>
                          </a:cubicBezTo>
                          <a:cubicBezTo>
                            <a:pt x="85027" y="-838"/>
                            <a:pt x="79598" y="1448"/>
                            <a:pt x="74645" y="3544"/>
                          </a:cubicBezTo>
                          <a:cubicBezTo>
                            <a:pt x="62834" y="8497"/>
                            <a:pt x="50547" y="11640"/>
                            <a:pt x="38259" y="12878"/>
                          </a:cubicBezTo>
                          <a:cubicBezTo>
                            <a:pt x="27782" y="13831"/>
                            <a:pt x="5017" y="13069"/>
                            <a:pt x="541" y="27833"/>
                          </a:cubicBezTo>
                          <a:cubicBezTo>
                            <a:pt x="-3556" y="41072"/>
                            <a:pt x="16733" y="50502"/>
                            <a:pt x="23972" y="5621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5" name="Forme libre : forme 13634">
                      <a:extLst>
                        <a:ext uri="{FF2B5EF4-FFF2-40B4-BE49-F238E27FC236}">
                          <a16:creationId xmlns:a16="http://schemas.microsoft.com/office/drawing/2014/main" id="{FA13A77F-0A99-4F20-9202-5E634B3194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9225" y="2950753"/>
                      <a:ext cx="16290" cy="31864"/>
                    </a:xfrm>
                    <a:custGeom>
                      <a:avLst/>
                      <a:gdLst>
                        <a:gd name="connsiteX0" fmla="*/ 1752 w 16290"/>
                        <a:gd name="connsiteY0" fmla="*/ 27047 h 31864"/>
                        <a:gd name="connsiteX1" fmla="*/ 4419 w 16290"/>
                        <a:gd name="connsiteY1" fmla="*/ 31048 h 31864"/>
                        <a:gd name="connsiteX2" fmla="*/ 9181 w 16290"/>
                        <a:gd name="connsiteY2" fmla="*/ 31238 h 31864"/>
                        <a:gd name="connsiteX3" fmla="*/ 12039 w 16290"/>
                        <a:gd name="connsiteY3" fmla="*/ 27047 h 31864"/>
                        <a:gd name="connsiteX4" fmla="*/ 15754 w 16290"/>
                        <a:gd name="connsiteY4" fmla="*/ 14570 h 31864"/>
                        <a:gd name="connsiteX5" fmla="*/ 16230 w 16290"/>
                        <a:gd name="connsiteY5" fmla="*/ 9426 h 31864"/>
                        <a:gd name="connsiteX6" fmla="*/ 2990 w 16290"/>
                        <a:gd name="connsiteY6" fmla="*/ 4188 h 31864"/>
                        <a:gd name="connsiteX7" fmla="*/ 1752 w 16290"/>
                        <a:gd name="connsiteY7" fmla="*/ 27047 h 31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90" h="31864">
                          <a:moveTo>
                            <a:pt x="1752" y="27047"/>
                          </a:moveTo>
                          <a:cubicBezTo>
                            <a:pt x="2324" y="28572"/>
                            <a:pt x="3085" y="30096"/>
                            <a:pt x="4419" y="31048"/>
                          </a:cubicBezTo>
                          <a:cubicBezTo>
                            <a:pt x="5752" y="32000"/>
                            <a:pt x="7658" y="32191"/>
                            <a:pt x="9181" y="31238"/>
                          </a:cubicBezTo>
                          <a:cubicBezTo>
                            <a:pt x="10610" y="30286"/>
                            <a:pt x="11372" y="28667"/>
                            <a:pt x="12039" y="27047"/>
                          </a:cubicBezTo>
                          <a:cubicBezTo>
                            <a:pt x="13658" y="22952"/>
                            <a:pt x="14897" y="18856"/>
                            <a:pt x="15754" y="14570"/>
                          </a:cubicBezTo>
                          <a:cubicBezTo>
                            <a:pt x="16135" y="12855"/>
                            <a:pt x="16420" y="11046"/>
                            <a:pt x="16230" y="9426"/>
                          </a:cubicBezTo>
                          <a:cubicBezTo>
                            <a:pt x="15563" y="2378"/>
                            <a:pt x="8038" y="-4766"/>
                            <a:pt x="2990" y="4188"/>
                          </a:cubicBezTo>
                          <a:cubicBezTo>
                            <a:pt x="-915" y="11236"/>
                            <a:pt x="-629" y="20761"/>
                            <a:pt x="1752" y="2704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6" name="Forme libre : forme 13635">
                      <a:extLst>
                        <a:ext uri="{FF2B5EF4-FFF2-40B4-BE49-F238E27FC236}">
                          <a16:creationId xmlns:a16="http://schemas.microsoft.com/office/drawing/2014/main" id="{DF5DBB03-7CD8-4491-B289-3E235343A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50512" y="2909792"/>
                      <a:ext cx="14361" cy="58769"/>
                    </a:xfrm>
                    <a:custGeom>
                      <a:avLst/>
                      <a:gdLst>
                        <a:gd name="connsiteX0" fmla="*/ 0 w 14361"/>
                        <a:gd name="connsiteY0" fmla="*/ 0 h 58769"/>
                        <a:gd name="connsiteX1" fmla="*/ 10763 w 14361"/>
                        <a:gd name="connsiteY1" fmla="*/ 14669 h 58769"/>
                        <a:gd name="connsiteX2" fmla="*/ 8097 w 14361"/>
                        <a:gd name="connsiteY2" fmla="*/ 58769 h 58769"/>
                        <a:gd name="connsiteX3" fmla="*/ 11621 w 14361"/>
                        <a:gd name="connsiteY3" fmla="*/ 39529 h 58769"/>
                        <a:gd name="connsiteX4" fmla="*/ 0 w 14361"/>
                        <a:gd name="connsiteY4" fmla="*/ 0 h 58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61" h="58769">
                          <a:moveTo>
                            <a:pt x="0" y="0"/>
                          </a:moveTo>
                          <a:cubicBezTo>
                            <a:pt x="0" y="0"/>
                            <a:pt x="6572" y="4953"/>
                            <a:pt x="10763" y="14669"/>
                          </a:cubicBezTo>
                          <a:cubicBezTo>
                            <a:pt x="14954" y="24289"/>
                            <a:pt x="17050" y="38957"/>
                            <a:pt x="8097" y="58769"/>
                          </a:cubicBezTo>
                          <a:cubicBezTo>
                            <a:pt x="8097" y="58769"/>
                            <a:pt x="11145" y="50863"/>
                            <a:pt x="11621" y="39529"/>
                          </a:cubicBezTo>
                          <a:cubicBezTo>
                            <a:pt x="12097" y="28099"/>
                            <a:pt x="10192" y="1371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7" name="Forme libre : forme 13636">
                      <a:extLst>
                        <a:ext uri="{FF2B5EF4-FFF2-40B4-BE49-F238E27FC236}">
                          <a16:creationId xmlns:a16="http://schemas.microsoft.com/office/drawing/2014/main" id="{82109930-2CCC-4A8F-A734-8BBF0125BD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31047" y="2947130"/>
                      <a:ext cx="14213" cy="62865"/>
                    </a:xfrm>
                    <a:custGeom>
                      <a:avLst/>
                      <a:gdLst>
                        <a:gd name="connsiteX0" fmla="*/ 9642 w 14213"/>
                        <a:gd name="connsiteY0" fmla="*/ 0 h 62865"/>
                        <a:gd name="connsiteX1" fmla="*/ 14214 w 14213"/>
                        <a:gd name="connsiteY1" fmla="*/ 62865 h 62865"/>
                        <a:gd name="connsiteX2" fmla="*/ 9642 w 14213"/>
                        <a:gd name="connsiteY2" fmla="*/ 0 h 62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4213" h="62865">
                          <a:moveTo>
                            <a:pt x="9642" y="0"/>
                          </a:moveTo>
                          <a:cubicBezTo>
                            <a:pt x="9642" y="0"/>
                            <a:pt x="-14837" y="35814"/>
                            <a:pt x="14214" y="62865"/>
                          </a:cubicBezTo>
                          <a:cubicBezTo>
                            <a:pt x="14214" y="62865"/>
                            <a:pt x="-8456" y="35528"/>
                            <a:pt x="964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8" name="Forme libre : forme 13637">
                      <a:extLst>
                        <a:ext uri="{FF2B5EF4-FFF2-40B4-BE49-F238E27FC236}">
                          <a16:creationId xmlns:a16="http://schemas.microsoft.com/office/drawing/2014/main" id="{B168244F-2DEF-4250-AC28-7117596D03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91902" y="2931023"/>
                      <a:ext cx="22427" cy="19765"/>
                    </a:xfrm>
                    <a:custGeom>
                      <a:avLst/>
                      <a:gdLst>
                        <a:gd name="connsiteX0" fmla="*/ 21844 w 22427"/>
                        <a:gd name="connsiteY0" fmla="*/ 2105 h 19765"/>
                        <a:gd name="connsiteX1" fmla="*/ 14795 w 22427"/>
                        <a:gd name="connsiteY1" fmla="*/ 15916 h 19765"/>
                        <a:gd name="connsiteX2" fmla="*/ 603 w 22427"/>
                        <a:gd name="connsiteY2" fmla="*/ 17726 h 19765"/>
                        <a:gd name="connsiteX3" fmla="*/ 7556 w 22427"/>
                        <a:gd name="connsiteY3" fmla="*/ 3819 h 19765"/>
                        <a:gd name="connsiteX4" fmla="*/ 21844 w 22427"/>
                        <a:gd name="connsiteY4" fmla="*/ 2105 h 19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427" h="19765">
                          <a:moveTo>
                            <a:pt x="21844" y="2105"/>
                          </a:moveTo>
                          <a:cubicBezTo>
                            <a:pt x="23844" y="5439"/>
                            <a:pt x="20510" y="11534"/>
                            <a:pt x="14795" y="15916"/>
                          </a:cubicBezTo>
                          <a:cubicBezTo>
                            <a:pt x="8985" y="20202"/>
                            <a:pt x="2603" y="21059"/>
                            <a:pt x="603" y="17726"/>
                          </a:cubicBezTo>
                          <a:cubicBezTo>
                            <a:pt x="-1397" y="14392"/>
                            <a:pt x="1746" y="8201"/>
                            <a:pt x="7556" y="3819"/>
                          </a:cubicBezTo>
                          <a:cubicBezTo>
                            <a:pt x="13462" y="-562"/>
                            <a:pt x="19939" y="-1229"/>
                            <a:pt x="21844" y="210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9" name="Forme libre : forme 13638">
                      <a:extLst>
                        <a:ext uri="{FF2B5EF4-FFF2-40B4-BE49-F238E27FC236}">
                          <a16:creationId xmlns:a16="http://schemas.microsoft.com/office/drawing/2014/main" id="{9C49529A-5A23-48BA-8F58-7C412C39E6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9029" y="2928542"/>
                      <a:ext cx="6635" cy="6767"/>
                    </a:xfrm>
                    <a:custGeom>
                      <a:avLst/>
                      <a:gdLst>
                        <a:gd name="connsiteX0" fmla="*/ 5573 w 6635"/>
                        <a:gd name="connsiteY0" fmla="*/ 586 h 6767"/>
                        <a:gd name="connsiteX1" fmla="*/ 5764 w 6635"/>
                        <a:gd name="connsiteY1" fmla="*/ 5253 h 6767"/>
                        <a:gd name="connsiteX2" fmla="*/ 1096 w 6635"/>
                        <a:gd name="connsiteY2" fmla="*/ 6206 h 6767"/>
                        <a:gd name="connsiteX3" fmla="*/ 906 w 6635"/>
                        <a:gd name="connsiteY3" fmla="*/ 1538 h 6767"/>
                        <a:gd name="connsiteX4" fmla="*/ 5573 w 6635"/>
                        <a:gd name="connsiteY4" fmla="*/ 586 h 6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35" h="6767">
                          <a:moveTo>
                            <a:pt x="5573" y="586"/>
                          </a:moveTo>
                          <a:cubicBezTo>
                            <a:pt x="6907" y="1634"/>
                            <a:pt x="7002" y="3729"/>
                            <a:pt x="5764" y="5253"/>
                          </a:cubicBezTo>
                          <a:cubicBezTo>
                            <a:pt x="4525" y="6777"/>
                            <a:pt x="2525" y="7254"/>
                            <a:pt x="1096" y="6206"/>
                          </a:cubicBezTo>
                          <a:cubicBezTo>
                            <a:pt x="-332" y="5158"/>
                            <a:pt x="-332" y="3062"/>
                            <a:pt x="906" y="1538"/>
                          </a:cubicBezTo>
                          <a:cubicBezTo>
                            <a:pt x="2144" y="-81"/>
                            <a:pt x="4240" y="-462"/>
                            <a:pt x="5573" y="5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0" name="Forme libre : forme 13639">
                      <a:extLst>
                        <a:ext uri="{FF2B5EF4-FFF2-40B4-BE49-F238E27FC236}">
                          <a16:creationId xmlns:a16="http://schemas.microsoft.com/office/drawing/2014/main" id="{AF429344-C954-4A5C-A2A9-DABB61FC94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66214" y="2893224"/>
                      <a:ext cx="74248" cy="38466"/>
                    </a:xfrm>
                    <a:custGeom>
                      <a:avLst/>
                      <a:gdLst>
                        <a:gd name="connsiteX0" fmla="*/ 46198 w 74248"/>
                        <a:gd name="connsiteY0" fmla="*/ 661 h 38466"/>
                        <a:gd name="connsiteX1" fmla="*/ 70392 w 74248"/>
                        <a:gd name="connsiteY1" fmla="*/ 13615 h 38466"/>
                        <a:gd name="connsiteX2" fmla="*/ 73534 w 74248"/>
                        <a:gd name="connsiteY2" fmla="*/ 22664 h 38466"/>
                        <a:gd name="connsiteX3" fmla="*/ 64581 w 74248"/>
                        <a:gd name="connsiteY3" fmla="*/ 25331 h 38466"/>
                        <a:gd name="connsiteX4" fmla="*/ 35340 w 74248"/>
                        <a:gd name="connsiteY4" fmla="*/ 22473 h 38466"/>
                        <a:gd name="connsiteX5" fmla="*/ 382 w 74248"/>
                        <a:gd name="connsiteY5" fmla="*/ 35713 h 38466"/>
                        <a:gd name="connsiteX6" fmla="*/ 24290 w 74248"/>
                        <a:gd name="connsiteY6" fmla="*/ 3519 h 38466"/>
                        <a:gd name="connsiteX7" fmla="*/ 46198 w 74248"/>
                        <a:gd name="connsiteY7" fmla="*/ 661 h 38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4248" h="38466">
                          <a:moveTo>
                            <a:pt x="46198" y="661"/>
                          </a:moveTo>
                          <a:cubicBezTo>
                            <a:pt x="55533" y="2471"/>
                            <a:pt x="63438" y="7710"/>
                            <a:pt x="70392" y="13615"/>
                          </a:cubicBezTo>
                          <a:cubicBezTo>
                            <a:pt x="72963" y="15806"/>
                            <a:pt x="75535" y="19425"/>
                            <a:pt x="73534" y="22664"/>
                          </a:cubicBezTo>
                          <a:cubicBezTo>
                            <a:pt x="71725" y="25617"/>
                            <a:pt x="67724" y="25902"/>
                            <a:pt x="64581" y="25331"/>
                          </a:cubicBezTo>
                          <a:cubicBezTo>
                            <a:pt x="54961" y="23712"/>
                            <a:pt x="45436" y="19425"/>
                            <a:pt x="35340" y="22473"/>
                          </a:cubicBezTo>
                          <a:cubicBezTo>
                            <a:pt x="28862" y="24283"/>
                            <a:pt x="3526" y="46000"/>
                            <a:pt x="382" y="35713"/>
                          </a:cubicBezTo>
                          <a:cubicBezTo>
                            <a:pt x="-2951" y="25426"/>
                            <a:pt x="16384" y="7329"/>
                            <a:pt x="24290" y="3519"/>
                          </a:cubicBezTo>
                          <a:cubicBezTo>
                            <a:pt x="31434" y="90"/>
                            <a:pt x="39149" y="-767"/>
                            <a:pt x="46198" y="66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13" name="Graphique 1">
                    <a:extLst>
                      <a:ext uri="{FF2B5EF4-FFF2-40B4-BE49-F238E27FC236}">
                        <a16:creationId xmlns:a16="http://schemas.microsoft.com/office/drawing/2014/main" id="{B417DFBE-52EE-4726-83A9-2043A88AE67A}"/>
                      </a:ext>
                    </a:extLst>
                  </p:cNvPr>
                  <p:cNvGrpSpPr/>
                  <p:nvPr/>
                </p:nvGrpSpPr>
                <p:grpSpPr>
                  <a:xfrm>
                    <a:off x="6320121" y="2769636"/>
                    <a:ext cx="149165" cy="148589"/>
                    <a:chOff x="6320121" y="2769636"/>
                    <a:chExt cx="149165" cy="148589"/>
                  </a:xfrm>
                  <a:solidFill>
                    <a:schemeClr val="accent1"/>
                  </a:solidFill>
                </p:grpSpPr>
                <p:sp>
                  <p:nvSpPr>
                    <p:cNvPr id="13617" name="Forme libre : forme 13616">
                      <a:extLst>
                        <a:ext uri="{FF2B5EF4-FFF2-40B4-BE49-F238E27FC236}">
                          <a16:creationId xmlns:a16="http://schemas.microsoft.com/office/drawing/2014/main" id="{EF5C1B50-4CB4-4AEE-9A89-538240D853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20121" y="2769636"/>
                      <a:ext cx="149070" cy="148589"/>
                    </a:xfrm>
                    <a:custGeom>
                      <a:avLst/>
                      <a:gdLst>
                        <a:gd name="connsiteX0" fmla="*/ 130689 w 149070"/>
                        <a:gd name="connsiteY0" fmla="*/ 106723 h 148589"/>
                        <a:gd name="connsiteX1" fmla="*/ 122307 w 149070"/>
                        <a:gd name="connsiteY1" fmla="*/ 112248 h 148589"/>
                        <a:gd name="connsiteX2" fmla="*/ 113925 w 149070"/>
                        <a:gd name="connsiteY2" fmla="*/ 119011 h 148589"/>
                        <a:gd name="connsiteX3" fmla="*/ 109734 w 149070"/>
                        <a:gd name="connsiteY3" fmla="*/ 122344 h 148589"/>
                        <a:gd name="connsiteX4" fmla="*/ 105543 w 149070"/>
                        <a:gd name="connsiteY4" fmla="*/ 126440 h 148589"/>
                        <a:gd name="connsiteX5" fmla="*/ 97066 w 149070"/>
                        <a:gd name="connsiteY5" fmla="*/ 134536 h 148589"/>
                        <a:gd name="connsiteX6" fmla="*/ 83445 w 149070"/>
                        <a:gd name="connsiteY6" fmla="*/ 144061 h 148589"/>
                        <a:gd name="connsiteX7" fmla="*/ 67538 w 149070"/>
                        <a:gd name="connsiteY7" fmla="*/ 148252 h 148589"/>
                        <a:gd name="connsiteX8" fmla="*/ 36773 w 149070"/>
                        <a:gd name="connsiteY8" fmla="*/ 139680 h 148589"/>
                        <a:gd name="connsiteX9" fmla="*/ 12865 w 149070"/>
                        <a:gd name="connsiteY9" fmla="*/ 119582 h 148589"/>
                        <a:gd name="connsiteX10" fmla="*/ 6 w 149070"/>
                        <a:gd name="connsiteY10" fmla="*/ 89578 h 148589"/>
                        <a:gd name="connsiteX11" fmla="*/ 4483 w 149070"/>
                        <a:gd name="connsiteY11" fmla="*/ 71386 h 148589"/>
                        <a:gd name="connsiteX12" fmla="*/ 16294 w 149070"/>
                        <a:gd name="connsiteY12" fmla="*/ 54050 h 148589"/>
                        <a:gd name="connsiteX13" fmla="*/ 28009 w 149070"/>
                        <a:gd name="connsiteY13" fmla="*/ 42715 h 148589"/>
                        <a:gd name="connsiteX14" fmla="*/ 33915 w 149070"/>
                        <a:gd name="connsiteY14" fmla="*/ 37096 h 148589"/>
                        <a:gd name="connsiteX15" fmla="*/ 40487 w 149070"/>
                        <a:gd name="connsiteY15" fmla="*/ 31571 h 148589"/>
                        <a:gd name="connsiteX16" fmla="*/ 68681 w 149070"/>
                        <a:gd name="connsiteY16" fmla="*/ 10521 h 148589"/>
                        <a:gd name="connsiteX17" fmla="*/ 91160 w 149070"/>
                        <a:gd name="connsiteY17" fmla="*/ 1186 h 148589"/>
                        <a:gd name="connsiteX18" fmla="*/ 112592 w 149070"/>
                        <a:gd name="connsiteY18" fmla="*/ 901 h 148589"/>
                        <a:gd name="connsiteX19" fmla="*/ 138023 w 149070"/>
                        <a:gd name="connsiteY19" fmla="*/ 23284 h 148589"/>
                        <a:gd name="connsiteX20" fmla="*/ 147167 w 149070"/>
                        <a:gd name="connsiteY20" fmla="*/ 53574 h 148589"/>
                        <a:gd name="connsiteX21" fmla="*/ 146024 w 149070"/>
                        <a:gd name="connsiteY21" fmla="*/ 84721 h 148589"/>
                        <a:gd name="connsiteX22" fmla="*/ 140119 w 149070"/>
                        <a:gd name="connsiteY22" fmla="*/ 97389 h 148589"/>
                        <a:gd name="connsiteX23" fmla="*/ 130689 w 149070"/>
                        <a:gd name="connsiteY23" fmla="*/ 106723 h 1485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9070" h="148589">
                          <a:moveTo>
                            <a:pt x="130689" y="106723"/>
                          </a:moveTo>
                          <a:cubicBezTo>
                            <a:pt x="127927" y="108628"/>
                            <a:pt x="125069" y="109771"/>
                            <a:pt x="122307" y="112248"/>
                          </a:cubicBezTo>
                          <a:lnTo>
                            <a:pt x="113925" y="119011"/>
                          </a:lnTo>
                          <a:lnTo>
                            <a:pt x="109734" y="122344"/>
                          </a:lnTo>
                          <a:lnTo>
                            <a:pt x="105543" y="126440"/>
                          </a:lnTo>
                          <a:lnTo>
                            <a:pt x="97066" y="134536"/>
                          </a:lnTo>
                          <a:cubicBezTo>
                            <a:pt x="93065" y="138061"/>
                            <a:pt x="88494" y="141871"/>
                            <a:pt x="83445" y="144061"/>
                          </a:cubicBezTo>
                          <a:cubicBezTo>
                            <a:pt x="78397" y="146443"/>
                            <a:pt x="73063" y="147776"/>
                            <a:pt x="67538" y="148252"/>
                          </a:cubicBezTo>
                          <a:cubicBezTo>
                            <a:pt x="56680" y="149586"/>
                            <a:pt x="45440" y="147014"/>
                            <a:pt x="36773" y="139680"/>
                          </a:cubicBezTo>
                          <a:lnTo>
                            <a:pt x="12865" y="119582"/>
                          </a:lnTo>
                          <a:cubicBezTo>
                            <a:pt x="4197" y="112343"/>
                            <a:pt x="-184" y="101485"/>
                            <a:pt x="6" y="89578"/>
                          </a:cubicBezTo>
                          <a:cubicBezTo>
                            <a:pt x="292" y="83673"/>
                            <a:pt x="1816" y="77482"/>
                            <a:pt x="4483" y="71386"/>
                          </a:cubicBezTo>
                          <a:cubicBezTo>
                            <a:pt x="7340" y="65385"/>
                            <a:pt x="10579" y="59384"/>
                            <a:pt x="16294" y="54050"/>
                          </a:cubicBezTo>
                          <a:lnTo>
                            <a:pt x="28009" y="42715"/>
                          </a:lnTo>
                          <a:lnTo>
                            <a:pt x="33915" y="37096"/>
                          </a:lnTo>
                          <a:lnTo>
                            <a:pt x="40487" y="31571"/>
                          </a:lnTo>
                          <a:cubicBezTo>
                            <a:pt x="49345" y="24237"/>
                            <a:pt x="58013" y="16998"/>
                            <a:pt x="68681" y="10521"/>
                          </a:cubicBezTo>
                          <a:cubicBezTo>
                            <a:pt x="75730" y="5854"/>
                            <a:pt x="83160" y="2425"/>
                            <a:pt x="91160" y="1186"/>
                          </a:cubicBezTo>
                          <a:cubicBezTo>
                            <a:pt x="98875" y="-242"/>
                            <a:pt x="106115" y="-433"/>
                            <a:pt x="112592" y="901"/>
                          </a:cubicBezTo>
                          <a:cubicBezTo>
                            <a:pt x="125831" y="4234"/>
                            <a:pt x="134785" y="12331"/>
                            <a:pt x="138023" y="23284"/>
                          </a:cubicBezTo>
                          <a:lnTo>
                            <a:pt x="147167" y="53574"/>
                          </a:lnTo>
                          <a:cubicBezTo>
                            <a:pt x="150406" y="64528"/>
                            <a:pt x="149168" y="75958"/>
                            <a:pt x="146024" y="84721"/>
                          </a:cubicBezTo>
                          <a:cubicBezTo>
                            <a:pt x="144501" y="89483"/>
                            <a:pt x="142691" y="93960"/>
                            <a:pt x="140119" y="97389"/>
                          </a:cubicBezTo>
                          <a:cubicBezTo>
                            <a:pt x="137547" y="100627"/>
                            <a:pt x="134499" y="104152"/>
                            <a:pt x="130689" y="10672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8" name="Forme libre : forme 13617">
                      <a:extLst>
                        <a:ext uri="{FF2B5EF4-FFF2-40B4-BE49-F238E27FC236}">
                          <a16:creationId xmlns:a16="http://schemas.microsoft.com/office/drawing/2014/main" id="{9D188ACC-7189-4D14-9C8E-D50BD4A0C2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6607" y="2822257"/>
                      <a:ext cx="122680" cy="95866"/>
                    </a:xfrm>
                    <a:custGeom>
                      <a:avLst/>
                      <a:gdLst>
                        <a:gd name="connsiteX0" fmla="*/ 50768 w 122680"/>
                        <a:gd name="connsiteY0" fmla="*/ 48863 h 95866"/>
                        <a:gd name="connsiteX1" fmla="*/ 40672 w 122680"/>
                        <a:gd name="connsiteY1" fmla="*/ 60960 h 95866"/>
                        <a:gd name="connsiteX2" fmla="*/ 28575 w 122680"/>
                        <a:gd name="connsiteY2" fmla="*/ 70485 h 95866"/>
                        <a:gd name="connsiteX3" fmla="*/ 0 w 122680"/>
                        <a:gd name="connsiteY3" fmla="*/ 78296 h 95866"/>
                        <a:gd name="connsiteX4" fmla="*/ 10382 w 122680"/>
                        <a:gd name="connsiteY4" fmla="*/ 86963 h 95866"/>
                        <a:gd name="connsiteX5" fmla="*/ 41148 w 122680"/>
                        <a:gd name="connsiteY5" fmla="*/ 95536 h 95866"/>
                        <a:gd name="connsiteX6" fmla="*/ 57055 w 122680"/>
                        <a:gd name="connsiteY6" fmla="*/ 91345 h 95866"/>
                        <a:gd name="connsiteX7" fmla="*/ 70675 w 122680"/>
                        <a:gd name="connsiteY7" fmla="*/ 81820 h 95866"/>
                        <a:gd name="connsiteX8" fmla="*/ 79153 w 122680"/>
                        <a:gd name="connsiteY8" fmla="*/ 73724 h 95866"/>
                        <a:gd name="connsiteX9" fmla="*/ 83344 w 122680"/>
                        <a:gd name="connsiteY9" fmla="*/ 69628 h 95866"/>
                        <a:gd name="connsiteX10" fmla="*/ 87535 w 122680"/>
                        <a:gd name="connsiteY10" fmla="*/ 66294 h 95866"/>
                        <a:gd name="connsiteX11" fmla="*/ 95917 w 122680"/>
                        <a:gd name="connsiteY11" fmla="*/ 59531 h 95866"/>
                        <a:gd name="connsiteX12" fmla="*/ 104299 w 122680"/>
                        <a:gd name="connsiteY12" fmla="*/ 54007 h 95866"/>
                        <a:gd name="connsiteX13" fmla="*/ 113729 w 122680"/>
                        <a:gd name="connsiteY13" fmla="*/ 44768 h 95866"/>
                        <a:gd name="connsiteX14" fmla="*/ 119634 w 122680"/>
                        <a:gd name="connsiteY14" fmla="*/ 32099 h 95866"/>
                        <a:gd name="connsiteX15" fmla="*/ 120777 w 122680"/>
                        <a:gd name="connsiteY15" fmla="*/ 953 h 95866"/>
                        <a:gd name="connsiteX16" fmla="*/ 120491 w 122680"/>
                        <a:gd name="connsiteY16" fmla="*/ 0 h 95866"/>
                        <a:gd name="connsiteX17" fmla="*/ 100679 w 122680"/>
                        <a:gd name="connsiteY17" fmla="*/ 8287 h 95866"/>
                        <a:gd name="connsiteX18" fmla="*/ 91059 w 122680"/>
                        <a:gd name="connsiteY18" fmla="*/ 12764 h 95866"/>
                        <a:gd name="connsiteX19" fmla="*/ 82010 w 122680"/>
                        <a:gd name="connsiteY19" fmla="*/ 18479 h 95866"/>
                        <a:gd name="connsiteX20" fmla="*/ 73152 w 122680"/>
                        <a:gd name="connsiteY20" fmla="*/ 24384 h 95866"/>
                        <a:gd name="connsiteX21" fmla="*/ 65056 w 122680"/>
                        <a:gd name="connsiteY21" fmla="*/ 31718 h 95866"/>
                        <a:gd name="connsiteX22" fmla="*/ 57435 w 122680"/>
                        <a:gd name="connsiteY22" fmla="*/ 39529 h 95866"/>
                        <a:gd name="connsiteX23" fmla="*/ 50768 w 122680"/>
                        <a:gd name="connsiteY23" fmla="*/ 48863 h 95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22680" h="95866">
                          <a:moveTo>
                            <a:pt x="50768" y="48863"/>
                          </a:moveTo>
                          <a:cubicBezTo>
                            <a:pt x="47910" y="53435"/>
                            <a:pt x="44386" y="57245"/>
                            <a:pt x="40672" y="60960"/>
                          </a:cubicBezTo>
                          <a:cubicBezTo>
                            <a:pt x="37052" y="64770"/>
                            <a:pt x="32956" y="67913"/>
                            <a:pt x="28575" y="70485"/>
                          </a:cubicBezTo>
                          <a:cubicBezTo>
                            <a:pt x="19717" y="75533"/>
                            <a:pt x="10001" y="78581"/>
                            <a:pt x="0" y="78296"/>
                          </a:cubicBezTo>
                          <a:lnTo>
                            <a:pt x="10382" y="86963"/>
                          </a:lnTo>
                          <a:cubicBezTo>
                            <a:pt x="19050" y="94202"/>
                            <a:pt x="30289" y="96869"/>
                            <a:pt x="41148" y="95536"/>
                          </a:cubicBezTo>
                          <a:cubicBezTo>
                            <a:pt x="46672" y="95060"/>
                            <a:pt x="52006" y="93726"/>
                            <a:pt x="57055" y="91345"/>
                          </a:cubicBezTo>
                          <a:cubicBezTo>
                            <a:pt x="62103" y="89154"/>
                            <a:pt x="66580" y="85344"/>
                            <a:pt x="70675" y="81820"/>
                          </a:cubicBezTo>
                          <a:lnTo>
                            <a:pt x="79153" y="73724"/>
                          </a:lnTo>
                          <a:lnTo>
                            <a:pt x="83344" y="69628"/>
                          </a:lnTo>
                          <a:lnTo>
                            <a:pt x="87535" y="66294"/>
                          </a:lnTo>
                          <a:lnTo>
                            <a:pt x="95917" y="59531"/>
                          </a:lnTo>
                          <a:cubicBezTo>
                            <a:pt x="98679" y="57055"/>
                            <a:pt x="101536" y="55912"/>
                            <a:pt x="104299" y="54007"/>
                          </a:cubicBezTo>
                          <a:cubicBezTo>
                            <a:pt x="108109" y="51435"/>
                            <a:pt x="111157" y="48006"/>
                            <a:pt x="113729" y="44768"/>
                          </a:cubicBezTo>
                          <a:cubicBezTo>
                            <a:pt x="116300" y="41339"/>
                            <a:pt x="118110" y="36767"/>
                            <a:pt x="119634" y="32099"/>
                          </a:cubicBezTo>
                          <a:cubicBezTo>
                            <a:pt x="122777" y="23336"/>
                            <a:pt x="124016" y="11906"/>
                            <a:pt x="120777" y="953"/>
                          </a:cubicBezTo>
                          <a:lnTo>
                            <a:pt x="120491" y="0"/>
                          </a:lnTo>
                          <a:cubicBezTo>
                            <a:pt x="113729" y="2858"/>
                            <a:pt x="106966" y="4858"/>
                            <a:pt x="100679" y="8287"/>
                          </a:cubicBezTo>
                          <a:lnTo>
                            <a:pt x="91059" y="12764"/>
                          </a:lnTo>
                          <a:cubicBezTo>
                            <a:pt x="87916" y="14478"/>
                            <a:pt x="84963" y="16574"/>
                            <a:pt x="82010" y="18479"/>
                          </a:cubicBezTo>
                          <a:cubicBezTo>
                            <a:pt x="79057" y="20384"/>
                            <a:pt x="76009" y="22384"/>
                            <a:pt x="73152" y="24384"/>
                          </a:cubicBezTo>
                          <a:cubicBezTo>
                            <a:pt x="70390" y="26765"/>
                            <a:pt x="67723" y="29242"/>
                            <a:pt x="65056" y="31718"/>
                          </a:cubicBezTo>
                          <a:cubicBezTo>
                            <a:pt x="62389" y="34195"/>
                            <a:pt x="59912" y="36862"/>
                            <a:pt x="57435" y="39529"/>
                          </a:cubicBezTo>
                          <a:cubicBezTo>
                            <a:pt x="54959" y="42482"/>
                            <a:pt x="52768" y="45625"/>
                            <a:pt x="50768" y="4886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9" name="Forme libre : forme 13618">
                      <a:extLst>
                        <a:ext uri="{FF2B5EF4-FFF2-40B4-BE49-F238E27FC236}">
                          <a16:creationId xmlns:a16="http://schemas.microsoft.com/office/drawing/2014/main" id="{2354A8DC-8C4A-4E59-A33B-3FCC46E795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77129" y="2813911"/>
                      <a:ext cx="59729" cy="54045"/>
                    </a:xfrm>
                    <a:custGeom>
                      <a:avLst/>
                      <a:gdLst>
                        <a:gd name="connsiteX0" fmla="*/ 58060 w 59729"/>
                        <a:gd name="connsiteY0" fmla="*/ 8251 h 54045"/>
                        <a:gd name="connsiteX1" fmla="*/ 57298 w 59729"/>
                        <a:gd name="connsiteY1" fmla="*/ 26253 h 54045"/>
                        <a:gd name="connsiteX2" fmla="*/ 51583 w 59729"/>
                        <a:gd name="connsiteY2" fmla="*/ 35492 h 54045"/>
                        <a:gd name="connsiteX3" fmla="*/ 47488 w 59729"/>
                        <a:gd name="connsiteY3" fmla="*/ 39588 h 54045"/>
                        <a:gd name="connsiteX4" fmla="*/ 42915 w 59729"/>
                        <a:gd name="connsiteY4" fmla="*/ 43874 h 54045"/>
                        <a:gd name="connsiteX5" fmla="*/ 32438 w 59729"/>
                        <a:gd name="connsiteY5" fmla="*/ 50161 h 54045"/>
                        <a:gd name="connsiteX6" fmla="*/ 21770 w 59729"/>
                        <a:gd name="connsiteY6" fmla="*/ 53590 h 54045"/>
                        <a:gd name="connsiteX7" fmla="*/ 4149 w 59729"/>
                        <a:gd name="connsiteY7" fmla="*/ 49304 h 54045"/>
                        <a:gd name="connsiteX8" fmla="*/ 1005 w 59729"/>
                        <a:gd name="connsiteY8" fmla="*/ 31206 h 54045"/>
                        <a:gd name="connsiteX9" fmla="*/ 6339 w 59729"/>
                        <a:gd name="connsiteY9" fmla="*/ 20062 h 54045"/>
                        <a:gd name="connsiteX10" fmla="*/ 16436 w 59729"/>
                        <a:gd name="connsiteY10" fmla="*/ 9680 h 54045"/>
                        <a:gd name="connsiteX11" fmla="*/ 22532 w 59729"/>
                        <a:gd name="connsiteY11" fmla="*/ 5393 h 54045"/>
                        <a:gd name="connsiteX12" fmla="*/ 29200 w 59729"/>
                        <a:gd name="connsiteY12" fmla="*/ 2536 h 54045"/>
                        <a:gd name="connsiteX13" fmla="*/ 41582 w 59729"/>
                        <a:gd name="connsiteY13" fmla="*/ 59 h 54045"/>
                        <a:gd name="connsiteX14" fmla="*/ 58060 w 59729"/>
                        <a:gd name="connsiteY14" fmla="*/ 8251 h 54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9729" h="54045">
                          <a:moveTo>
                            <a:pt x="58060" y="8251"/>
                          </a:moveTo>
                          <a:cubicBezTo>
                            <a:pt x="60822" y="13680"/>
                            <a:pt x="59870" y="19586"/>
                            <a:pt x="57298" y="26253"/>
                          </a:cubicBezTo>
                          <a:cubicBezTo>
                            <a:pt x="55965" y="29492"/>
                            <a:pt x="54060" y="32635"/>
                            <a:pt x="51583" y="35492"/>
                          </a:cubicBezTo>
                          <a:cubicBezTo>
                            <a:pt x="50345" y="36921"/>
                            <a:pt x="49011" y="38255"/>
                            <a:pt x="47488" y="39588"/>
                          </a:cubicBezTo>
                          <a:cubicBezTo>
                            <a:pt x="46059" y="41112"/>
                            <a:pt x="44535" y="42541"/>
                            <a:pt x="42915" y="43874"/>
                          </a:cubicBezTo>
                          <a:cubicBezTo>
                            <a:pt x="39582" y="46541"/>
                            <a:pt x="36057" y="48637"/>
                            <a:pt x="32438" y="50161"/>
                          </a:cubicBezTo>
                          <a:cubicBezTo>
                            <a:pt x="28723" y="51494"/>
                            <a:pt x="25294" y="53018"/>
                            <a:pt x="21770" y="53590"/>
                          </a:cubicBezTo>
                          <a:cubicBezTo>
                            <a:pt x="14817" y="54828"/>
                            <a:pt x="8340" y="53590"/>
                            <a:pt x="4149" y="49304"/>
                          </a:cubicBezTo>
                          <a:cubicBezTo>
                            <a:pt x="-42" y="45113"/>
                            <a:pt x="-995" y="38540"/>
                            <a:pt x="1005" y="31206"/>
                          </a:cubicBezTo>
                          <a:cubicBezTo>
                            <a:pt x="2053" y="27587"/>
                            <a:pt x="3577" y="23586"/>
                            <a:pt x="6339" y="20062"/>
                          </a:cubicBezTo>
                          <a:cubicBezTo>
                            <a:pt x="9006" y="16442"/>
                            <a:pt x="12436" y="12918"/>
                            <a:pt x="16436" y="9680"/>
                          </a:cubicBezTo>
                          <a:cubicBezTo>
                            <a:pt x="18436" y="8060"/>
                            <a:pt x="20436" y="6632"/>
                            <a:pt x="22532" y="5393"/>
                          </a:cubicBezTo>
                          <a:cubicBezTo>
                            <a:pt x="24723" y="4250"/>
                            <a:pt x="27009" y="3298"/>
                            <a:pt x="29200" y="2536"/>
                          </a:cubicBezTo>
                          <a:cubicBezTo>
                            <a:pt x="33581" y="1012"/>
                            <a:pt x="37772" y="155"/>
                            <a:pt x="41582" y="59"/>
                          </a:cubicBezTo>
                          <a:cubicBezTo>
                            <a:pt x="49011" y="-512"/>
                            <a:pt x="55393" y="3107"/>
                            <a:pt x="58060" y="8251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0" name="Forme libre : forme 13619">
                      <a:extLst>
                        <a:ext uri="{FF2B5EF4-FFF2-40B4-BE49-F238E27FC236}">
                          <a16:creationId xmlns:a16="http://schemas.microsoft.com/office/drawing/2014/main" id="{0E5D8EB5-9A2C-4060-A990-AEB46A0F57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77117" y="2839497"/>
                      <a:ext cx="52738" cy="28407"/>
                    </a:xfrm>
                    <a:custGeom>
                      <a:avLst/>
                      <a:gdLst>
                        <a:gd name="connsiteX0" fmla="*/ 3018 w 52738"/>
                        <a:gd name="connsiteY0" fmla="*/ 0 h 28407"/>
                        <a:gd name="connsiteX1" fmla="*/ 4161 w 52738"/>
                        <a:gd name="connsiteY1" fmla="*/ 23717 h 28407"/>
                        <a:gd name="connsiteX2" fmla="*/ 21782 w 52738"/>
                        <a:gd name="connsiteY2" fmla="*/ 28004 h 28407"/>
                        <a:gd name="connsiteX3" fmla="*/ 32450 w 52738"/>
                        <a:gd name="connsiteY3" fmla="*/ 24575 h 28407"/>
                        <a:gd name="connsiteX4" fmla="*/ 42927 w 52738"/>
                        <a:gd name="connsiteY4" fmla="*/ 18288 h 28407"/>
                        <a:gd name="connsiteX5" fmla="*/ 52738 w 52738"/>
                        <a:gd name="connsiteY5" fmla="*/ 8382 h 28407"/>
                        <a:gd name="connsiteX6" fmla="*/ 45499 w 52738"/>
                        <a:gd name="connsiteY6" fmla="*/ 11240 h 28407"/>
                        <a:gd name="connsiteX7" fmla="*/ 22068 w 52738"/>
                        <a:gd name="connsiteY7" fmla="*/ 11049 h 28407"/>
                        <a:gd name="connsiteX8" fmla="*/ 3018 w 52738"/>
                        <a:gd name="connsiteY8" fmla="*/ 0 h 28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738" h="28407">
                          <a:moveTo>
                            <a:pt x="3018" y="0"/>
                          </a:moveTo>
                          <a:cubicBezTo>
                            <a:pt x="-1268" y="9525"/>
                            <a:pt x="-1078" y="18383"/>
                            <a:pt x="4161" y="23717"/>
                          </a:cubicBezTo>
                          <a:cubicBezTo>
                            <a:pt x="8352" y="27908"/>
                            <a:pt x="14829" y="29147"/>
                            <a:pt x="21782" y="28004"/>
                          </a:cubicBezTo>
                          <a:cubicBezTo>
                            <a:pt x="25306" y="27432"/>
                            <a:pt x="28735" y="25908"/>
                            <a:pt x="32450" y="24575"/>
                          </a:cubicBezTo>
                          <a:cubicBezTo>
                            <a:pt x="36070" y="23051"/>
                            <a:pt x="39689" y="20955"/>
                            <a:pt x="42927" y="18288"/>
                          </a:cubicBezTo>
                          <a:cubicBezTo>
                            <a:pt x="46738" y="14954"/>
                            <a:pt x="50071" y="11811"/>
                            <a:pt x="52738" y="8382"/>
                          </a:cubicBezTo>
                          <a:cubicBezTo>
                            <a:pt x="50548" y="9716"/>
                            <a:pt x="48167" y="10668"/>
                            <a:pt x="45499" y="11240"/>
                          </a:cubicBezTo>
                          <a:cubicBezTo>
                            <a:pt x="38165" y="12954"/>
                            <a:pt x="29878" y="12859"/>
                            <a:pt x="22068" y="11049"/>
                          </a:cubicBezTo>
                          <a:cubicBezTo>
                            <a:pt x="14258" y="9144"/>
                            <a:pt x="7399" y="5810"/>
                            <a:pt x="3018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1" name="Forme libre : forme 13620">
                      <a:extLst>
                        <a:ext uri="{FF2B5EF4-FFF2-40B4-BE49-F238E27FC236}">
                          <a16:creationId xmlns:a16="http://schemas.microsoft.com/office/drawing/2014/main" id="{4BA3C60D-9747-4475-8D6A-382EF3F592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2865" y="2816161"/>
                      <a:ext cx="59071" cy="53063"/>
                    </a:xfrm>
                    <a:custGeom>
                      <a:avLst/>
                      <a:gdLst>
                        <a:gd name="connsiteX0" fmla="*/ 57467 w 59071"/>
                        <a:gd name="connsiteY0" fmla="*/ 8858 h 53063"/>
                        <a:gd name="connsiteX1" fmla="*/ 58992 w 59071"/>
                        <a:gd name="connsiteY1" fmla="*/ 17431 h 53063"/>
                        <a:gd name="connsiteX2" fmla="*/ 56420 w 59071"/>
                        <a:gd name="connsiteY2" fmla="*/ 26479 h 53063"/>
                        <a:gd name="connsiteX3" fmla="*/ 50895 w 59071"/>
                        <a:gd name="connsiteY3" fmla="*/ 35623 h 53063"/>
                        <a:gd name="connsiteX4" fmla="*/ 42323 w 59071"/>
                        <a:gd name="connsiteY4" fmla="*/ 43529 h 53063"/>
                        <a:gd name="connsiteX5" fmla="*/ 21463 w 59071"/>
                        <a:gd name="connsiteY5" fmla="*/ 52673 h 53063"/>
                        <a:gd name="connsiteX6" fmla="*/ 4128 w 59071"/>
                        <a:gd name="connsiteY6" fmla="*/ 48196 h 53063"/>
                        <a:gd name="connsiteX7" fmla="*/ 984 w 59071"/>
                        <a:gd name="connsiteY7" fmla="*/ 30099 h 53063"/>
                        <a:gd name="connsiteX8" fmla="*/ 16415 w 59071"/>
                        <a:gd name="connsiteY8" fmla="*/ 8954 h 53063"/>
                        <a:gd name="connsiteX9" fmla="*/ 29083 w 59071"/>
                        <a:gd name="connsiteY9" fmla="*/ 2286 h 53063"/>
                        <a:gd name="connsiteX10" fmla="*/ 41180 w 59071"/>
                        <a:gd name="connsiteY10" fmla="*/ 0 h 53063"/>
                        <a:gd name="connsiteX11" fmla="*/ 51181 w 59071"/>
                        <a:gd name="connsiteY11" fmla="*/ 2572 h 53063"/>
                        <a:gd name="connsiteX12" fmla="*/ 57467 w 59071"/>
                        <a:gd name="connsiteY12" fmla="*/ 8858 h 5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9071" h="53063">
                          <a:moveTo>
                            <a:pt x="57467" y="8858"/>
                          </a:moveTo>
                          <a:cubicBezTo>
                            <a:pt x="58801" y="11525"/>
                            <a:pt x="59277" y="14478"/>
                            <a:pt x="58992" y="17431"/>
                          </a:cubicBezTo>
                          <a:cubicBezTo>
                            <a:pt x="58801" y="20479"/>
                            <a:pt x="57753" y="23241"/>
                            <a:pt x="56420" y="26479"/>
                          </a:cubicBezTo>
                          <a:cubicBezTo>
                            <a:pt x="55086" y="29718"/>
                            <a:pt x="53276" y="32766"/>
                            <a:pt x="50895" y="35623"/>
                          </a:cubicBezTo>
                          <a:cubicBezTo>
                            <a:pt x="48609" y="38576"/>
                            <a:pt x="45561" y="40577"/>
                            <a:pt x="42323" y="43529"/>
                          </a:cubicBezTo>
                          <a:cubicBezTo>
                            <a:pt x="35941" y="48958"/>
                            <a:pt x="28226" y="51340"/>
                            <a:pt x="21463" y="52673"/>
                          </a:cubicBezTo>
                          <a:cubicBezTo>
                            <a:pt x="14605" y="53816"/>
                            <a:pt x="8223" y="52483"/>
                            <a:pt x="4128" y="48196"/>
                          </a:cubicBezTo>
                          <a:cubicBezTo>
                            <a:pt x="32" y="43910"/>
                            <a:pt x="-1016" y="37338"/>
                            <a:pt x="984" y="30099"/>
                          </a:cubicBezTo>
                          <a:cubicBezTo>
                            <a:pt x="2794" y="22670"/>
                            <a:pt x="8700" y="15430"/>
                            <a:pt x="16415" y="8954"/>
                          </a:cubicBezTo>
                          <a:cubicBezTo>
                            <a:pt x="20130" y="5620"/>
                            <a:pt x="24987" y="3810"/>
                            <a:pt x="29083" y="2286"/>
                          </a:cubicBezTo>
                          <a:cubicBezTo>
                            <a:pt x="33370" y="857"/>
                            <a:pt x="37465" y="95"/>
                            <a:pt x="41180" y="0"/>
                          </a:cubicBezTo>
                          <a:cubicBezTo>
                            <a:pt x="44895" y="0"/>
                            <a:pt x="48514" y="1143"/>
                            <a:pt x="51181" y="2572"/>
                          </a:cubicBezTo>
                          <a:cubicBezTo>
                            <a:pt x="54039" y="4000"/>
                            <a:pt x="56134" y="6096"/>
                            <a:pt x="57467" y="885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2" name="Forme libre : forme 13621">
                      <a:extLst>
                        <a:ext uri="{FF2B5EF4-FFF2-40B4-BE49-F238E27FC236}">
                          <a16:creationId xmlns:a16="http://schemas.microsoft.com/office/drawing/2014/main" id="{D43DEC4A-DF4D-4D96-AC73-FFB97D9853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1893" y="2843648"/>
                      <a:ext cx="98611" cy="55632"/>
                    </a:xfrm>
                    <a:custGeom>
                      <a:avLst/>
                      <a:gdLst>
                        <a:gd name="connsiteX0" fmla="*/ 21477 w 98611"/>
                        <a:gd name="connsiteY0" fmla="*/ 42522 h 55632"/>
                        <a:gd name="connsiteX1" fmla="*/ 37860 w 98611"/>
                        <a:gd name="connsiteY1" fmla="*/ 54143 h 55632"/>
                        <a:gd name="connsiteX2" fmla="*/ 75293 w 98611"/>
                        <a:gd name="connsiteY2" fmla="*/ 46523 h 55632"/>
                        <a:gd name="connsiteX3" fmla="*/ 81866 w 98611"/>
                        <a:gd name="connsiteY3" fmla="*/ 41951 h 55632"/>
                        <a:gd name="connsiteX4" fmla="*/ 87771 w 98611"/>
                        <a:gd name="connsiteY4" fmla="*/ 37379 h 55632"/>
                        <a:gd name="connsiteX5" fmla="*/ 96439 w 98611"/>
                        <a:gd name="connsiteY5" fmla="*/ 25377 h 55632"/>
                        <a:gd name="connsiteX6" fmla="*/ 93676 w 98611"/>
                        <a:gd name="connsiteY6" fmla="*/ 4041 h 55632"/>
                        <a:gd name="connsiteX7" fmla="*/ 79008 w 98611"/>
                        <a:gd name="connsiteY7" fmla="*/ 1374 h 55632"/>
                        <a:gd name="connsiteX8" fmla="*/ 41670 w 98611"/>
                        <a:gd name="connsiteY8" fmla="*/ 1184 h 55632"/>
                        <a:gd name="connsiteX9" fmla="*/ 20048 w 98611"/>
                        <a:gd name="connsiteY9" fmla="*/ 231 h 55632"/>
                        <a:gd name="connsiteX10" fmla="*/ 1094 w 98611"/>
                        <a:gd name="connsiteY10" fmla="*/ 11375 h 55632"/>
                        <a:gd name="connsiteX11" fmla="*/ 21477 w 98611"/>
                        <a:gd name="connsiteY11" fmla="*/ 42522 h 556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8611" h="55632">
                          <a:moveTo>
                            <a:pt x="21477" y="42522"/>
                          </a:moveTo>
                          <a:cubicBezTo>
                            <a:pt x="26335" y="47189"/>
                            <a:pt x="31383" y="51952"/>
                            <a:pt x="37860" y="54143"/>
                          </a:cubicBezTo>
                          <a:cubicBezTo>
                            <a:pt x="50148" y="58429"/>
                            <a:pt x="64340" y="52714"/>
                            <a:pt x="75293" y="46523"/>
                          </a:cubicBezTo>
                          <a:cubicBezTo>
                            <a:pt x="77579" y="45094"/>
                            <a:pt x="79770" y="43570"/>
                            <a:pt x="81866" y="41951"/>
                          </a:cubicBezTo>
                          <a:cubicBezTo>
                            <a:pt x="83961" y="40427"/>
                            <a:pt x="85961" y="39093"/>
                            <a:pt x="87771" y="37379"/>
                          </a:cubicBezTo>
                          <a:cubicBezTo>
                            <a:pt x="91486" y="34140"/>
                            <a:pt x="94343" y="29759"/>
                            <a:pt x="96439" y="25377"/>
                          </a:cubicBezTo>
                          <a:cubicBezTo>
                            <a:pt x="99487" y="19091"/>
                            <a:pt x="99963" y="8899"/>
                            <a:pt x="93676" y="4041"/>
                          </a:cubicBezTo>
                          <a:cubicBezTo>
                            <a:pt x="89771" y="1088"/>
                            <a:pt x="84247" y="1279"/>
                            <a:pt x="79008" y="1374"/>
                          </a:cubicBezTo>
                          <a:cubicBezTo>
                            <a:pt x="67007" y="2422"/>
                            <a:pt x="54053" y="2231"/>
                            <a:pt x="41670" y="1184"/>
                          </a:cubicBezTo>
                          <a:cubicBezTo>
                            <a:pt x="36432" y="803"/>
                            <a:pt x="28144" y="-531"/>
                            <a:pt x="20048" y="231"/>
                          </a:cubicBezTo>
                          <a:cubicBezTo>
                            <a:pt x="11762" y="898"/>
                            <a:pt x="4237" y="3946"/>
                            <a:pt x="1094" y="11375"/>
                          </a:cubicBezTo>
                          <a:cubicBezTo>
                            <a:pt x="-4812" y="24711"/>
                            <a:pt x="14810" y="35950"/>
                            <a:pt x="21477" y="4252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3" name="Forme libre : forme 13622">
                      <a:extLst>
                        <a:ext uri="{FF2B5EF4-FFF2-40B4-BE49-F238E27FC236}">
                          <a16:creationId xmlns:a16="http://schemas.microsoft.com/office/drawing/2014/main" id="{3DB27BD5-BF63-483B-8678-869773D747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55820" y="2830982"/>
                      <a:ext cx="18554" cy="32480"/>
                    </a:xfrm>
                    <a:custGeom>
                      <a:avLst/>
                      <a:gdLst>
                        <a:gd name="connsiteX0" fmla="*/ 692 w 18554"/>
                        <a:gd name="connsiteY0" fmla="*/ 26899 h 32480"/>
                        <a:gd name="connsiteX1" fmla="*/ 2883 w 18554"/>
                        <a:gd name="connsiteY1" fmla="*/ 31280 h 32480"/>
                        <a:gd name="connsiteX2" fmla="*/ 7646 w 18554"/>
                        <a:gd name="connsiteY2" fmla="*/ 32042 h 32480"/>
                        <a:gd name="connsiteX3" fmla="*/ 11075 w 18554"/>
                        <a:gd name="connsiteY3" fmla="*/ 28137 h 32480"/>
                        <a:gd name="connsiteX4" fmla="*/ 17076 w 18554"/>
                        <a:gd name="connsiteY4" fmla="*/ 16231 h 32480"/>
                        <a:gd name="connsiteX5" fmla="*/ 18504 w 18554"/>
                        <a:gd name="connsiteY5" fmla="*/ 10992 h 32480"/>
                        <a:gd name="connsiteX6" fmla="*/ 6122 w 18554"/>
                        <a:gd name="connsiteY6" fmla="*/ 3562 h 32480"/>
                        <a:gd name="connsiteX7" fmla="*/ 692 w 18554"/>
                        <a:gd name="connsiteY7" fmla="*/ 26899 h 32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554" h="32480">
                          <a:moveTo>
                            <a:pt x="692" y="26899"/>
                          </a:moveTo>
                          <a:cubicBezTo>
                            <a:pt x="1074" y="28613"/>
                            <a:pt x="1645" y="30233"/>
                            <a:pt x="2883" y="31280"/>
                          </a:cubicBezTo>
                          <a:cubicBezTo>
                            <a:pt x="4026" y="32423"/>
                            <a:pt x="5931" y="32900"/>
                            <a:pt x="7646" y="32042"/>
                          </a:cubicBezTo>
                          <a:cubicBezTo>
                            <a:pt x="9170" y="31280"/>
                            <a:pt x="10122" y="29661"/>
                            <a:pt x="11075" y="28137"/>
                          </a:cubicBezTo>
                          <a:cubicBezTo>
                            <a:pt x="13456" y="24327"/>
                            <a:pt x="15456" y="20327"/>
                            <a:pt x="17076" y="16231"/>
                          </a:cubicBezTo>
                          <a:cubicBezTo>
                            <a:pt x="17742" y="14516"/>
                            <a:pt x="18409" y="12802"/>
                            <a:pt x="18504" y="10992"/>
                          </a:cubicBezTo>
                          <a:cubicBezTo>
                            <a:pt x="19171" y="3658"/>
                            <a:pt x="13170" y="-5010"/>
                            <a:pt x="6122" y="3562"/>
                          </a:cubicBezTo>
                          <a:cubicBezTo>
                            <a:pt x="597" y="10325"/>
                            <a:pt x="-1118" y="20041"/>
                            <a:pt x="692" y="2689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4" name="Forme libre : forme 13623">
                      <a:extLst>
                        <a:ext uri="{FF2B5EF4-FFF2-40B4-BE49-F238E27FC236}">
                          <a16:creationId xmlns:a16="http://schemas.microsoft.com/office/drawing/2014/main" id="{666F3CCD-9AA4-4F80-9201-135D799FF6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50048" y="2820161"/>
                      <a:ext cx="14035" cy="53721"/>
                    </a:xfrm>
                    <a:custGeom>
                      <a:avLst/>
                      <a:gdLst>
                        <a:gd name="connsiteX0" fmla="*/ 11811 w 14035"/>
                        <a:gd name="connsiteY0" fmla="*/ 0 h 53721"/>
                        <a:gd name="connsiteX1" fmla="*/ 13907 w 14035"/>
                        <a:gd name="connsiteY1" fmla="*/ 18193 h 53721"/>
                        <a:gd name="connsiteX2" fmla="*/ 10477 w 14035"/>
                        <a:gd name="connsiteY2" fmla="*/ 35243 h 53721"/>
                        <a:gd name="connsiteX3" fmla="*/ 0 w 14035"/>
                        <a:gd name="connsiteY3" fmla="*/ 53721 h 53721"/>
                        <a:gd name="connsiteX4" fmla="*/ 2191 w 14035"/>
                        <a:gd name="connsiteY4" fmla="*/ 49816 h 53721"/>
                        <a:gd name="connsiteX5" fmla="*/ 6668 w 14035"/>
                        <a:gd name="connsiteY5" fmla="*/ 39338 h 53721"/>
                        <a:gd name="connsiteX6" fmla="*/ 10763 w 14035"/>
                        <a:gd name="connsiteY6" fmla="*/ 22384 h 53721"/>
                        <a:gd name="connsiteX7" fmla="*/ 11811 w 14035"/>
                        <a:gd name="connsiteY7" fmla="*/ 0 h 537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035" h="53721">
                          <a:moveTo>
                            <a:pt x="11811" y="0"/>
                          </a:moveTo>
                          <a:cubicBezTo>
                            <a:pt x="11811" y="0"/>
                            <a:pt x="14668" y="7811"/>
                            <a:pt x="13907" y="18193"/>
                          </a:cubicBezTo>
                          <a:cubicBezTo>
                            <a:pt x="13525" y="23241"/>
                            <a:pt x="12478" y="28956"/>
                            <a:pt x="10477" y="35243"/>
                          </a:cubicBezTo>
                          <a:cubicBezTo>
                            <a:pt x="8382" y="41529"/>
                            <a:pt x="5049" y="46768"/>
                            <a:pt x="0" y="53721"/>
                          </a:cubicBezTo>
                          <a:cubicBezTo>
                            <a:pt x="0" y="53721"/>
                            <a:pt x="952" y="52388"/>
                            <a:pt x="2191" y="49816"/>
                          </a:cubicBezTo>
                          <a:cubicBezTo>
                            <a:pt x="3429" y="47054"/>
                            <a:pt x="5049" y="43720"/>
                            <a:pt x="6668" y="39338"/>
                          </a:cubicBezTo>
                          <a:cubicBezTo>
                            <a:pt x="8287" y="34862"/>
                            <a:pt x="9811" y="29147"/>
                            <a:pt x="10763" y="22384"/>
                          </a:cubicBezTo>
                          <a:cubicBezTo>
                            <a:pt x="12002" y="16097"/>
                            <a:pt x="12668" y="8573"/>
                            <a:pt x="1181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5" name="Forme libre : forme 13624">
                      <a:extLst>
                        <a:ext uri="{FF2B5EF4-FFF2-40B4-BE49-F238E27FC236}">
                          <a16:creationId xmlns:a16="http://schemas.microsoft.com/office/drawing/2014/main" id="{31F15CDA-9ED1-4A8B-B84F-9BD8DD6093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25534" y="2823591"/>
                      <a:ext cx="15739" cy="65532"/>
                    </a:xfrm>
                    <a:custGeom>
                      <a:avLst/>
                      <a:gdLst>
                        <a:gd name="connsiteX0" fmla="*/ 15739 w 15739"/>
                        <a:gd name="connsiteY0" fmla="*/ 0 h 65532"/>
                        <a:gd name="connsiteX1" fmla="*/ 10690 w 15739"/>
                        <a:gd name="connsiteY1" fmla="*/ 6096 h 65532"/>
                        <a:gd name="connsiteX2" fmla="*/ 2880 w 15739"/>
                        <a:gd name="connsiteY2" fmla="*/ 21812 h 65532"/>
                        <a:gd name="connsiteX3" fmla="*/ 404 w 15739"/>
                        <a:gd name="connsiteY3" fmla="*/ 42958 h 65532"/>
                        <a:gd name="connsiteX4" fmla="*/ 11833 w 15739"/>
                        <a:gd name="connsiteY4" fmla="*/ 65532 h 65532"/>
                        <a:gd name="connsiteX5" fmla="*/ 4023 w 15739"/>
                        <a:gd name="connsiteY5" fmla="*/ 46387 h 65532"/>
                        <a:gd name="connsiteX6" fmla="*/ 4023 w 15739"/>
                        <a:gd name="connsiteY6" fmla="*/ 25527 h 65532"/>
                        <a:gd name="connsiteX7" fmla="*/ 15739 w 15739"/>
                        <a:gd name="connsiteY7" fmla="*/ 0 h 65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739" h="65532">
                          <a:moveTo>
                            <a:pt x="15739" y="0"/>
                          </a:moveTo>
                          <a:cubicBezTo>
                            <a:pt x="15739" y="0"/>
                            <a:pt x="13548" y="2191"/>
                            <a:pt x="10690" y="6096"/>
                          </a:cubicBezTo>
                          <a:cubicBezTo>
                            <a:pt x="8024" y="9906"/>
                            <a:pt x="5071" y="15430"/>
                            <a:pt x="2880" y="21812"/>
                          </a:cubicBezTo>
                          <a:cubicBezTo>
                            <a:pt x="689" y="28194"/>
                            <a:pt x="-740" y="35433"/>
                            <a:pt x="404" y="42958"/>
                          </a:cubicBezTo>
                          <a:cubicBezTo>
                            <a:pt x="1642" y="50482"/>
                            <a:pt x="5071" y="58198"/>
                            <a:pt x="11833" y="65532"/>
                          </a:cubicBezTo>
                          <a:cubicBezTo>
                            <a:pt x="11833" y="65532"/>
                            <a:pt x="6595" y="58198"/>
                            <a:pt x="4023" y="46387"/>
                          </a:cubicBezTo>
                          <a:cubicBezTo>
                            <a:pt x="2785" y="40481"/>
                            <a:pt x="2594" y="33433"/>
                            <a:pt x="4023" y="25527"/>
                          </a:cubicBezTo>
                          <a:cubicBezTo>
                            <a:pt x="5738" y="17812"/>
                            <a:pt x="8405" y="8954"/>
                            <a:pt x="1573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6" name="Forme libre : forme 13625">
                      <a:extLst>
                        <a:ext uri="{FF2B5EF4-FFF2-40B4-BE49-F238E27FC236}">
                          <a16:creationId xmlns:a16="http://schemas.microsoft.com/office/drawing/2014/main" id="{B68899BF-B668-45CA-907D-0E4406F182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93894" y="2820620"/>
                      <a:ext cx="25653" cy="16590"/>
                    </a:xfrm>
                    <a:custGeom>
                      <a:avLst/>
                      <a:gdLst>
                        <a:gd name="connsiteX0" fmla="*/ 25578 w 25653"/>
                        <a:gd name="connsiteY0" fmla="*/ 4113 h 16590"/>
                        <a:gd name="connsiteX1" fmla="*/ 14434 w 25653"/>
                        <a:gd name="connsiteY1" fmla="*/ 14972 h 16590"/>
                        <a:gd name="connsiteX2" fmla="*/ 146 w 25653"/>
                        <a:gd name="connsiteY2" fmla="*/ 13257 h 16590"/>
                        <a:gd name="connsiteX3" fmla="*/ 11100 w 25653"/>
                        <a:gd name="connsiteY3" fmla="*/ 1161 h 16590"/>
                        <a:gd name="connsiteX4" fmla="*/ 25578 w 25653"/>
                        <a:gd name="connsiteY4" fmla="*/ 4113 h 16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53" h="16590">
                          <a:moveTo>
                            <a:pt x="25578" y="4113"/>
                          </a:moveTo>
                          <a:cubicBezTo>
                            <a:pt x="26340" y="8114"/>
                            <a:pt x="21197" y="12400"/>
                            <a:pt x="14434" y="14972"/>
                          </a:cubicBezTo>
                          <a:cubicBezTo>
                            <a:pt x="7766" y="17639"/>
                            <a:pt x="1289" y="16972"/>
                            <a:pt x="146" y="13257"/>
                          </a:cubicBezTo>
                          <a:cubicBezTo>
                            <a:pt x="-901" y="9543"/>
                            <a:pt x="3766" y="3732"/>
                            <a:pt x="11100" y="1161"/>
                          </a:cubicBezTo>
                          <a:cubicBezTo>
                            <a:pt x="18530" y="-1221"/>
                            <a:pt x="24912" y="208"/>
                            <a:pt x="25578" y="411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7" name="Forme libre : forme 13626">
                      <a:extLst>
                        <a:ext uri="{FF2B5EF4-FFF2-40B4-BE49-F238E27FC236}">
                          <a16:creationId xmlns:a16="http://schemas.microsoft.com/office/drawing/2014/main" id="{C6F1AAE4-2AEA-415D-9505-1055D8D2F7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15036" y="2819818"/>
                      <a:ext cx="7020" cy="6497"/>
                    </a:xfrm>
                    <a:custGeom>
                      <a:avLst/>
                      <a:gdLst>
                        <a:gd name="connsiteX0" fmla="*/ 6627 w 7020"/>
                        <a:gd name="connsiteY0" fmla="*/ 1296 h 6497"/>
                        <a:gd name="connsiteX1" fmla="*/ 5198 w 7020"/>
                        <a:gd name="connsiteY1" fmla="*/ 5868 h 6497"/>
                        <a:gd name="connsiteX2" fmla="*/ 436 w 7020"/>
                        <a:gd name="connsiteY2" fmla="*/ 5201 h 6497"/>
                        <a:gd name="connsiteX3" fmla="*/ 1865 w 7020"/>
                        <a:gd name="connsiteY3" fmla="*/ 629 h 6497"/>
                        <a:gd name="connsiteX4" fmla="*/ 6627 w 7020"/>
                        <a:gd name="connsiteY4" fmla="*/ 1296 h 6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20" h="6497">
                          <a:moveTo>
                            <a:pt x="6627" y="1296"/>
                          </a:moveTo>
                          <a:cubicBezTo>
                            <a:pt x="7484" y="2725"/>
                            <a:pt x="6913" y="4820"/>
                            <a:pt x="5198" y="5868"/>
                          </a:cubicBezTo>
                          <a:cubicBezTo>
                            <a:pt x="3579" y="6916"/>
                            <a:pt x="1389" y="6630"/>
                            <a:pt x="436" y="5201"/>
                          </a:cubicBezTo>
                          <a:cubicBezTo>
                            <a:pt x="-516" y="3773"/>
                            <a:pt x="150" y="1677"/>
                            <a:pt x="1865" y="629"/>
                          </a:cubicBezTo>
                          <a:cubicBezTo>
                            <a:pt x="3579" y="-418"/>
                            <a:pt x="5770" y="-132"/>
                            <a:pt x="6627" y="12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8" name="Forme libre : forme 13627">
                      <a:extLst>
                        <a:ext uri="{FF2B5EF4-FFF2-40B4-BE49-F238E27FC236}">
                          <a16:creationId xmlns:a16="http://schemas.microsoft.com/office/drawing/2014/main" id="{C1896BF6-7586-4D76-B893-78C15623F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73372" y="2780845"/>
                      <a:ext cx="78937" cy="39673"/>
                    </a:xfrm>
                    <a:custGeom>
                      <a:avLst/>
                      <a:gdLst>
                        <a:gd name="connsiteX0" fmla="*/ 62865 w 78937"/>
                        <a:gd name="connsiteY0" fmla="*/ 5979 h 39673"/>
                        <a:gd name="connsiteX1" fmla="*/ 78105 w 78937"/>
                        <a:gd name="connsiteY1" fmla="*/ 29315 h 39673"/>
                        <a:gd name="connsiteX2" fmla="*/ 76485 w 78937"/>
                        <a:gd name="connsiteY2" fmla="*/ 38840 h 39673"/>
                        <a:gd name="connsiteX3" fmla="*/ 67532 w 78937"/>
                        <a:gd name="connsiteY3" fmla="*/ 37221 h 39673"/>
                        <a:gd name="connsiteX4" fmla="*/ 40957 w 78937"/>
                        <a:gd name="connsiteY4" fmla="*/ 22743 h 39673"/>
                        <a:gd name="connsiteX5" fmla="*/ 31528 w 78937"/>
                        <a:gd name="connsiteY5" fmla="*/ 24648 h 39673"/>
                        <a:gd name="connsiteX6" fmla="*/ 17431 w 78937"/>
                        <a:gd name="connsiteY6" fmla="*/ 28458 h 39673"/>
                        <a:gd name="connsiteX7" fmla="*/ 0 w 78937"/>
                        <a:gd name="connsiteY7" fmla="*/ 27315 h 39673"/>
                        <a:gd name="connsiteX8" fmla="*/ 15335 w 78937"/>
                        <a:gd name="connsiteY8" fmla="*/ 9504 h 39673"/>
                        <a:gd name="connsiteX9" fmla="*/ 39052 w 78937"/>
                        <a:gd name="connsiteY9" fmla="*/ 169 h 39673"/>
                        <a:gd name="connsiteX10" fmla="*/ 62865 w 78937"/>
                        <a:gd name="connsiteY10" fmla="*/ 5979 h 39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8937" h="39673">
                          <a:moveTo>
                            <a:pt x="62865" y="5979"/>
                          </a:moveTo>
                          <a:cubicBezTo>
                            <a:pt x="70771" y="11789"/>
                            <a:pt x="75057" y="20648"/>
                            <a:pt x="78105" y="29315"/>
                          </a:cubicBezTo>
                          <a:cubicBezTo>
                            <a:pt x="79248" y="32649"/>
                            <a:pt x="79629" y="36745"/>
                            <a:pt x="76485" y="38840"/>
                          </a:cubicBezTo>
                          <a:cubicBezTo>
                            <a:pt x="73723" y="40746"/>
                            <a:pt x="70104" y="39031"/>
                            <a:pt x="67532" y="37221"/>
                          </a:cubicBezTo>
                          <a:cubicBezTo>
                            <a:pt x="59722" y="31601"/>
                            <a:pt x="52197" y="23124"/>
                            <a:pt x="40957" y="22743"/>
                          </a:cubicBezTo>
                          <a:cubicBezTo>
                            <a:pt x="39243" y="22743"/>
                            <a:pt x="35719" y="23505"/>
                            <a:pt x="31528" y="24648"/>
                          </a:cubicBezTo>
                          <a:cubicBezTo>
                            <a:pt x="27241" y="25791"/>
                            <a:pt x="22384" y="27125"/>
                            <a:pt x="17431" y="28458"/>
                          </a:cubicBezTo>
                          <a:cubicBezTo>
                            <a:pt x="8477" y="31316"/>
                            <a:pt x="0" y="33030"/>
                            <a:pt x="0" y="27315"/>
                          </a:cubicBezTo>
                          <a:cubicBezTo>
                            <a:pt x="285" y="21696"/>
                            <a:pt x="6191" y="14456"/>
                            <a:pt x="15335" y="9504"/>
                          </a:cubicBezTo>
                          <a:cubicBezTo>
                            <a:pt x="24193" y="4455"/>
                            <a:pt x="33528" y="359"/>
                            <a:pt x="39052" y="169"/>
                          </a:cubicBezTo>
                          <a:cubicBezTo>
                            <a:pt x="48673" y="-688"/>
                            <a:pt x="57055" y="1788"/>
                            <a:pt x="62865" y="597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14" name="Graphique 1">
                    <a:extLst>
                      <a:ext uri="{FF2B5EF4-FFF2-40B4-BE49-F238E27FC236}">
                        <a16:creationId xmlns:a16="http://schemas.microsoft.com/office/drawing/2014/main" id="{9327C5E7-9E4C-414A-AD08-B83210A5B02F}"/>
                      </a:ext>
                    </a:extLst>
                  </p:cNvPr>
                  <p:cNvGrpSpPr/>
                  <p:nvPr/>
                </p:nvGrpSpPr>
                <p:grpSpPr>
                  <a:xfrm>
                    <a:off x="6456801" y="2742203"/>
                    <a:ext cx="166354" cy="118404"/>
                    <a:chOff x="6456801" y="2742203"/>
                    <a:chExt cx="166354" cy="118404"/>
                  </a:xfrm>
                  <a:solidFill>
                    <a:schemeClr val="accent1"/>
                  </a:solidFill>
                </p:grpSpPr>
                <p:sp>
                  <p:nvSpPr>
                    <p:cNvPr id="13605" name="Forme libre : forme 13604">
                      <a:extLst>
                        <a:ext uri="{FF2B5EF4-FFF2-40B4-BE49-F238E27FC236}">
                          <a16:creationId xmlns:a16="http://schemas.microsoft.com/office/drawing/2014/main" id="{ADC56A07-D9FE-48D9-A9AF-0CFE336D09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56801" y="2742203"/>
                      <a:ext cx="166354" cy="118404"/>
                    </a:xfrm>
                    <a:custGeom>
                      <a:avLst/>
                      <a:gdLst>
                        <a:gd name="connsiteX0" fmla="*/ 92593 w 166354"/>
                        <a:gd name="connsiteY0" fmla="*/ 117582 h 118404"/>
                        <a:gd name="connsiteX1" fmla="*/ 86116 w 166354"/>
                        <a:gd name="connsiteY1" fmla="*/ 116153 h 118404"/>
                        <a:gd name="connsiteX2" fmla="*/ 82687 w 166354"/>
                        <a:gd name="connsiteY2" fmla="*/ 115867 h 118404"/>
                        <a:gd name="connsiteX3" fmla="*/ 78496 w 166354"/>
                        <a:gd name="connsiteY3" fmla="*/ 115486 h 118404"/>
                        <a:gd name="connsiteX4" fmla="*/ 55827 w 166354"/>
                        <a:gd name="connsiteY4" fmla="*/ 115582 h 118404"/>
                        <a:gd name="connsiteX5" fmla="*/ 41444 w 166354"/>
                        <a:gd name="connsiteY5" fmla="*/ 113391 h 118404"/>
                        <a:gd name="connsiteX6" fmla="*/ 28966 w 166354"/>
                        <a:gd name="connsiteY6" fmla="*/ 106724 h 118404"/>
                        <a:gd name="connsiteX7" fmla="*/ 18012 w 166354"/>
                        <a:gd name="connsiteY7" fmla="*/ 95579 h 118404"/>
                        <a:gd name="connsiteX8" fmla="*/ 10487 w 166354"/>
                        <a:gd name="connsiteY8" fmla="*/ 81101 h 118404"/>
                        <a:gd name="connsiteX9" fmla="*/ 1343 w 166354"/>
                        <a:gd name="connsiteY9" fmla="*/ 50812 h 118404"/>
                        <a:gd name="connsiteX10" fmla="*/ 962 w 166354"/>
                        <a:gd name="connsiteY10" fmla="*/ 33952 h 118404"/>
                        <a:gd name="connsiteX11" fmla="*/ 9821 w 166354"/>
                        <a:gd name="connsiteY11" fmla="*/ 18236 h 118404"/>
                        <a:gd name="connsiteX12" fmla="*/ 27061 w 166354"/>
                        <a:gd name="connsiteY12" fmla="*/ 5854 h 118404"/>
                        <a:gd name="connsiteX13" fmla="*/ 49540 w 166354"/>
                        <a:gd name="connsiteY13" fmla="*/ 520 h 118404"/>
                        <a:gd name="connsiteX14" fmla="*/ 82782 w 166354"/>
                        <a:gd name="connsiteY14" fmla="*/ 139 h 118404"/>
                        <a:gd name="connsiteX15" fmla="*/ 92498 w 166354"/>
                        <a:gd name="connsiteY15" fmla="*/ 806 h 118404"/>
                        <a:gd name="connsiteX16" fmla="*/ 103071 w 166354"/>
                        <a:gd name="connsiteY16" fmla="*/ 1949 h 118404"/>
                        <a:gd name="connsiteX17" fmla="*/ 123930 w 166354"/>
                        <a:gd name="connsiteY17" fmla="*/ 6330 h 118404"/>
                        <a:gd name="connsiteX18" fmla="*/ 148505 w 166354"/>
                        <a:gd name="connsiteY18" fmla="*/ 19093 h 118404"/>
                        <a:gd name="connsiteX19" fmla="*/ 162792 w 166354"/>
                        <a:gd name="connsiteY19" fmla="*/ 37001 h 118404"/>
                        <a:gd name="connsiteX20" fmla="*/ 159935 w 166354"/>
                        <a:gd name="connsiteY20" fmla="*/ 71005 h 118404"/>
                        <a:gd name="connsiteX21" fmla="*/ 140599 w 166354"/>
                        <a:gd name="connsiteY21" fmla="*/ 96436 h 118404"/>
                        <a:gd name="connsiteX22" fmla="*/ 114691 w 166354"/>
                        <a:gd name="connsiteY22" fmla="*/ 114629 h 118404"/>
                        <a:gd name="connsiteX23" fmla="*/ 102404 w 166354"/>
                        <a:gd name="connsiteY23" fmla="*/ 118153 h 118404"/>
                        <a:gd name="connsiteX24" fmla="*/ 92593 w 166354"/>
                        <a:gd name="connsiteY24" fmla="*/ 117582 h 118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66354" h="118404">
                          <a:moveTo>
                            <a:pt x="92593" y="117582"/>
                          </a:moveTo>
                          <a:cubicBezTo>
                            <a:pt x="90402" y="117296"/>
                            <a:pt x="88307" y="116534"/>
                            <a:pt x="86116" y="116153"/>
                          </a:cubicBezTo>
                          <a:lnTo>
                            <a:pt x="82687" y="115867"/>
                          </a:lnTo>
                          <a:cubicBezTo>
                            <a:pt x="81449" y="115772"/>
                            <a:pt x="80782" y="115486"/>
                            <a:pt x="78496" y="115486"/>
                          </a:cubicBezTo>
                          <a:cubicBezTo>
                            <a:pt x="70972" y="115582"/>
                            <a:pt x="62780" y="114915"/>
                            <a:pt x="55827" y="115582"/>
                          </a:cubicBezTo>
                          <a:cubicBezTo>
                            <a:pt x="50873" y="115963"/>
                            <a:pt x="46111" y="115201"/>
                            <a:pt x="41444" y="113391"/>
                          </a:cubicBezTo>
                          <a:cubicBezTo>
                            <a:pt x="37157" y="112058"/>
                            <a:pt x="33062" y="109772"/>
                            <a:pt x="28966" y="106724"/>
                          </a:cubicBezTo>
                          <a:cubicBezTo>
                            <a:pt x="24966" y="103676"/>
                            <a:pt x="21060" y="99580"/>
                            <a:pt x="18012" y="95579"/>
                          </a:cubicBezTo>
                          <a:cubicBezTo>
                            <a:pt x="14869" y="91388"/>
                            <a:pt x="12107" y="86531"/>
                            <a:pt x="10487" y="81101"/>
                          </a:cubicBezTo>
                          <a:lnTo>
                            <a:pt x="1343" y="50812"/>
                          </a:lnTo>
                          <a:cubicBezTo>
                            <a:pt x="-276" y="45383"/>
                            <a:pt x="-466" y="39667"/>
                            <a:pt x="962" y="33952"/>
                          </a:cubicBezTo>
                          <a:cubicBezTo>
                            <a:pt x="2391" y="28047"/>
                            <a:pt x="5439" y="22999"/>
                            <a:pt x="9821" y="18236"/>
                          </a:cubicBezTo>
                          <a:cubicBezTo>
                            <a:pt x="14298" y="13474"/>
                            <a:pt x="20203" y="9092"/>
                            <a:pt x="27061" y="5854"/>
                          </a:cubicBezTo>
                          <a:cubicBezTo>
                            <a:pt x="33728" y="3092"/>
                            <a:pt x="41444" y="1186"/>
                            <a:pt x="49540" y="520"/>
                          </a:cubicBezTo>
                          <a:cubicBezTo>
                            <a:pt x="61065" y="-433"/>
                            <a:pt x="71638" y="234"/>
                            <a:pt x="82782" y="139"/>
                          </a:cubicBezTo>
                          <a:cubicBezTo>
                            <a:pt x="85164" y="43"/>
                            <a:pt x="89069" y="425"/>
                            <a:pt x="92498" y="806"/>
                          </a:cubicBezTo>
                          <a:lnTo>
                            <a:pt x="103071" y="1949"/>
                          </a:lnTo>
                          <a:cubicBezTo>
                            <a:pt x="110024" y="2901"/>
                            <a:pt x="116977" y="4711"/>
                            <a:pt x="123930" y="6330"/>
                          </a:cubicBezTo>
                          <a:cubicBezTo>
                            <a:pt x="133360" y="9378"/>
                            <a:pt x="142123" y="13378"/>
                            <a:pt x="148505" y="19093"/>
                          </a:cubicBezTo>
                          <a:cubicBezTo>
                            <a:pt x="155268" y="24427"/>
                            <a:pt x="159935" y="30714"/>
                            <a:pt x="162792" y="37001"/>
                          </a:cubicBezTo>
                          <a:cubicBezTo>
                            <a:pt x="168793" y="49478"/>
                            <a:pt x="166793" y="61956"/>
                            <a:pt x="159935" y="71005"/>
                          </a:cubicBezTo>
                          <a:lnTo>
                            <a:pt x="140599" y="96436"/>
                          </a:lnTo>
                          <a:cubicBezTo>
                            <a:pt x="133550" y="105771"/>
                            <a:pt x="123644" y="110915"/>
                            <a:pt x="114691" y="114629"/>
                          </a:cubicBezTo>
                          <a:cubicBezTo>
                            <a:pt x="110309" y="116249"/>
                            <a:pt x="106118" y="117392"/>
                            <a:pt x="102404" y="118153"/>
                          </a:cubicBezTo>
                          <a:cubicBezTo>
                            <a:pt x="98784" y="118249"/>
                            <a:pt x="95546" y="118916"/>
                            <a:pt x="92593" y="117582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6" name="Forme libre : forme 13605">
                      <a:extLst>
                        <a:ext uri="{FF2B5EF4-FFF2-40B4-BE49-F238E27FC236}">
                          <a16:creationId xmlns:a16="http://schemas.microsoft.com/office/drawing/2014/main" id="{B93B917F-A19E-42A1-852D-10D6422079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63383" y="2810256"/>
                      <a:ext cx="134873" cy="50294"/>
                    </a:xfrm>
                    <a:custGeom>
                      <a:avLst/>
                      <a:gdLst>
                        <a:gd name="connsiteX0" fmla="*/ 56388 w 134873"/>
                        <a:gd name="connsiteY0" fmla="*/ 9430 h 50294"/>
                        <a:gd name="connsiteX1" fmla="*/ 41243 w 134873"/>
                        <a:gd name="connsiteY1" fmla="*/ 11906 h 50294"/>
                        <a:gd name="connsiteX2" fmla="*/ 26670 w 134873"/>
                        <a:gd name="connsiteY2" fmla="*/ 10954 h 50294"/>
                        <a:gd name="connsiteX3" fmla="*/ 0 w 134873"/>
                        <a:gd name="connsiteY3" fmla="*/ 0 h 50294"/>
                        <a:gd name="connsiteX4" fmla="*/ 4000 w 134873"/>
                        <a:gd name="connsiteY4" fmla="*/ 13049 h 50294"/>
                        <a:gd name="connsiteX5" fmla="*/ 11525 w 134873"/>
                        <a:gd name="connsiteY5" fmla="*/ 27527 h 50294"/>
                        <a:gd name="connsiteX6" fmla="*/ 22479 w 134873"/>
                        <a:gd name="connsiteY6" fmla="*/ 38671 h 50294"/>
                        <a:gd name="connsiteX7" fmla="*/ 34957 w 134873"/>
                        <a:gd name="connsiteY7" fmla="*/ 45339 h 50294"/>
                        <a:gd name="connsiteX8" fmla="*/ 49339 w 134873"/>
                        <a:gd name="connsiteY8" fmla="*/ 47530 h 50294"/>
                        <a:gd name="connsiteX9" fmla="*/ 72009 w 134873"/>
                        <a:gd name="connsiteY9" fmla="*/ 47434 h 50294"/>
                        <a:gd name="connsiteX10" fmla="*/ 76200 w 134873"/>
                        <a:gd name="connsiteY10" fmla="*/ 47815 h 50294"/>
                        <a:gd name="connsiteX11" fmla="*/ 79629 w 134873"/>
                        <a:gd name="connsiteY11" fmla="*/ 48101 h 50294"/>
                        <a:gd name="connsiteX12" fmla="*/ 86106 w 134873"/>
                        <a:gd name="connsiteY12" fmla="*/ 49530 h 50294"/>
                        <a:gd name="connsiteX13" fmla="*/ 96012 w 134873"/>
                        <a:gd name="connsiteY13" fmla="*/ 49911 h 50294"/>
                        <a:gd name="connsiteX14" fmla="*/ 108299 w 134873"/>
                        <a:gd name="connsiteY14" fmla="*/ 46387 h 50294"/>
                        <a:gd name="connsiteX15" fmla="*/ 134207 w 134873"/>
                        <a:gd name="connsiteY15" fmla="*/ 28194 h 50294"/>
                        <a:gd name="connsiteX16" fmla="*/ 134874 w 134873"/>
                        <a:gd name="connsiteY16" fmla="*/ 27337 h 50294"/>
                        <a:gd name="connsiteX17" fmla="*/ 116777 w 134873"/>
                        <a:gd name="connsiteY17" fmla="*/ 16478 h 50294"/>
                        <a:gd name="connsiteX18" fmla="*/ 107632 w 134873"/>
                        <a:gd name="connsiteY18" fmla="*/ 12097 h 50294"/>
                        <a:gd name="connsiteX19" fmla="*/ 98203 w 134873"/>
                        <a:gd name="connsiteY19" fmla="*/ 8668 h 50294"/>
                        <a:gd name="connsiteX20" fmla="*/ 88392 w 134873"/>
                        <a:gd name="connsiteY20" fmla="*/ 6667 h 50294"/>
                        <a:gd name="connsiteX21" fmla="*/ 78391 w 134873"/>
                        <a:gd name="connsiteY21" fmla="*/ 6096 h 50294"/>
                        <a:gd name="connsiteX22" fmla="*/ 56388 w 134873"/>
                        <a:gd name="connsiteY22" fmla="*/ 9430 h 50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34873" h="50294">
                          <a:moveTo>
                            <a:pt x="56388" y="9430"/>
                          </a:moveTo>
                          <a:cubicBezTo>
                            <a:pt x="51149" y="10382"/>
                            <a:pt x="46196" y="11716"/>
                            <a:pt x="41243" y="11906"/>
                          </a:cubicBezTo>
                          <a:cubicBezTo>
                            <a:pt x="36290" y="12287"/>
                            <a:pt x="31242" y="11335"/>
                            <a:pt x="26670" y="10954"/>
                          </a:cubicBezTo>
                          <a:cubicBezTo>
                            <a:pt x="17430" y="9811"/>
                            <a:pt x="8001" y="5334"/>
                            <a:pt x="0" y="0"/>
                          </a:cubicBezTo>
                          <a:lnTo>
                            <a:pt x="4000" y="13049"/>
                          </a:lnTo>
                          <a:cubicBezTo>
                            <a:pt x="5619" y="18479"/>
                            <a:pt x="8382" y="23336"/>
                            <a:pt x="11525" y="27527"/>
                          </a:cubicBezTo>
                          <a:cubicBezTo>
                            <a:pt x="14668" y="31528"/>
                            <a:pt x="18573" y="35528"/>
                            <a:pt x="22479" y="38671"/>
                          </a:cubicBezTo>
                          <a:cubicBezTo>
                            <a:pt x="26479" y="41815"/>
                            <a:pt x="30670" y="44005"/>
                            <a:pt x="34957" y="45339"/>
                          </a:cubicBezTo>
                          <a:cubicBezTo>
                            <a:pt x="39624" y="47149"/>
                            <a:pt x="44386" y="48006"/>
                            <a:pt x="49339" y="47530"/>
                          </a:cubicBezTo>
                          <a:cubicBezTo>
                            <a:pt x="56388" y="46958"/>
                            <a:pt x="64484" y="47625"/>
                            <a:pt x="72009" y="47434"/>
                          </a:cubicBezTo>
                          <a:cubicBezTo>
                            <a:pt x="74295" y="47339"/>
                            <a:pt x="74962" y="47625"/>
                            <a:pt x="76200" y="47815"/>
                          </a:cubicBezTo>
                          <a:lnTo>
                            <a:pt x="79629" y="48101"/>
                          </a:lnTo>
                          <a:cubicBezTo>
                            <a:pt x="81819" y="48387"/>
                            <a:pt x="83915" y="49244"/>
                            <a:pt x="86106" y="49530"/>
                          </a:cubicBezTo>
                          <a:cubicBezTo>
                            <a:pt x="89059" y="50768"/>
                            <a:pt x="92297" y="50197"/>
                            <a:pt x="96012" y="49911"/>
                          </a:cubicBezTo>
                          <a:cubicBezTo>
                            <a:pt x="99726" y="49149"/>
                            <a:pt x="103917" y="48101"/>
                            <a:pt x="108299" y="46387"/>
                          </a:cubicBezTo>
                          <a:cubicBezTo>
                            <a:pt x="117157" y="42672"/>
                            <a:pt x="127063" y="37624"/>
                            <a:pt x="134207" y="28194"/>
                          </a:cubicBezTo>
                          <a:lnTo>
                            <a:pt x="134874" y="27337"/>
                          </a:lnTo>
                          <a:cubicBezTo>
                            <a:pt x="128778" y="23336"/>
                            <a:pt x="122872" y="19812"/>
                            <a:pt x="116777" y="16478"/>
                          </a:cubicBezTo>
                          <a:cubicBezTo>
                            <a:pt x="113729" y="15049"/>
                            <a:pt x="110680" y="13430"/>
                            <a:pt x="107632" y="12097"/>
                          </a:cubicBezTo>
                          <a:lnTo>
                            <a:pt x="98203" y="8668"/>
                          </a:lnTo>
                          <a:lnTo>
                            <a:pt x="88392" y="6667"/>
                          </a:lnTo>
                          <a:cubicBezTo>
                            <a:pt x="85154" y="6191"/>
                            <a:pt x="81724" y="6287"/>
                            <a:pt x="78391" y="6096"/>
                          </a:cubicBezTo>
                          <a:cubicBezTo>
                            <a:pt x="71438" y="6382"/>
                            <a:pt x="63532" y="7715"/>
                            <a:pt x="56388" y="943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7" name="Forme libre : forme 13606">
                      <a:extLst>
                        <a:ext uri="{FF2B5EF4-FFF2-40B4-BE49-F238E27FC236}">
                          <a16:creationId xmlns:a16="http://schemas.microsoft.com/office/drawing/2014/main" id="{ABBBD75B-343B-4A46-B4EE-B8B6433DA7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13279" y="2781490"/>
                      <a:ext cx="67346" cy="44002"/>
                    </a:xfrm>
                    <a:custGeom>
                      <a:avLst/>
                      <a:gdLst>
                        <a:gd name="connsiteX0" fmla="*/ 66119 w 67346"/>
                        <a:gd name="connsiteY0" fmla="*/ 30766 h 44002"/>
                        <a:gd name="connsiteX1" fmla="*/ 51927 w 67346"/>
                        <a:gd name="connsiteY1" fmla="*/ 41815 h 44002"/>
                        <a:gd name="connsiteX2" fmla="*/ 42116 w 67346"/>
                        <a:gd name="connsiteY2" fmla="*/ 43815 h 44002"/>
                        <a:gd name="connsiteX3" fmla="*/ 31448 w 67346"/>
                        <a:gd name="connsiteY3" fmla="*/ 43720 h 44002"/>
                        <a:gd name="connsiteX4" fmla="*/ 26114 w 67346"/>
                        <a:gd name="connsiteY4" fmla="*/ 42672 h 44002"/>
                        <a:gd name="connsiteX5" fmla="*/ 20304 w 67346"/>
                        <a:gd name="connsiteY5" fmla="*/ 41338 h 44002"/>
                        <a:gd name="connsiteX6" fmla="*/ 10112 w 67346"/>
                        <a:gd name="connsiteY6" fmla="*/ 36576 h 44002"/>
                        <a:gd name="connsiteX7" fmla="*/ 15 w 67346"/>
                        <a:gd name="connsiteY7" fmla="*/ 21146 h 44002"/>
                        <a:gd name="connsiteX8" fmla="*/ 9921 w 67346"/>
                        <a:gd name="connsiteY8" fmla="*/ 5715 h 44002"/>
                        <a:gd name="connsiteX9" fmla="*/ 21447 w 67346"/>
                        <a:gd name="connsiteY9" fmla="*/ 1143 h 44002"/>
                        <a:gd name="connsiteX10" fmla="*/ 28400 w 67346"/>
                        <a:gd name="connsiteY10" fmla="*/ 0 h 44002"/>
                        <a:gd name="connsiteX11" fmla="*/ 36496 w 67346"/>
                        <a:gd name="connsiteY11" fmla="*/ 381 h 44002"/>
                        <a:gd name="connsiteX12" fmla="*/ 51545 w 67346"/>
                        <a:gd name="connsiteY12" fmla="*/ 4667 h 44002"/>
                        <a:gd name="connsiteX13" fmla="*/ 62119 w 67346"/>
                        <a:gd name="connsiteY13" fmla="*/ 12573 h 44002"/>
                        <a:gd name="connsiteX14" fmla="*/ 66119 w 67346"/>
                        <a:gd name="connsiteY14" fmla="*/ 30766 h 44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7346" h="44002">
                          <a:moveTo>
                            <a:pt x="66119" y="30766"/>
                          </a:moveTo>
                          <a:cubicBezTo>
                            <a:pt x="63642" y="36195"/>
                            <a:pt x="58118" y="39624"/>
                            <a:pt x="51927" y="41815"/>
                          </a:cubicBezTo>
                          <a:cubicBezTo>
                            <a:pt x="48783" y="42767"/>
                            <a:pt x="45545" y="43244"/>
                            <a:pt x="42116" y="43815"/>
                          </a:cubicBezTo>
                          <a:cubicBezTo>
                            <a:pt x="38687" y="44196"/>
                            <a:pt x="35163" y="43910"/>
                            <a:pt x="31448" y="43720"/>
                          </a:cubicBezTo>
                          <a:cubicBezTo>
                            <a:pt x="29638" y="43529"/>
                            <a:pt x="27828" y="43148"/>
                            <a:pt x="26114" y="42672"/>
                          </a:cubicBezTo>
                          <a:cubicBezTo>
                            <a:pt x="24304" y="42196"/>
                            <a:pt x="22113" y="41910"/>
                            <a:pt x="20304" y="41338"/>
                          </a:cubicBezTo>
                          <a:cubicBezTo>
                            <a:pt x="16493" y="40196"/>
                            <a:pt x="13065" y="38576"/>
                            <a:pt x="10112" y="36576"/>
                          </a:cubicBezTo>
                          <a:cubicBezTo>
                            <a:pt x="4206" y="32576"/>
                            <a:pt x="206" y="27051"/>
                            <a:pt x="15" y="21146"/>
                          </a:cubicBezTo>
                          <a:cubicBezTo>
                            <a:pt x="-271" y="15050"/>
                            <a:pt x="3444" y="9620"/>
                            <a:pt x="9921" y="5715"/>
                          </a:cubicBezTo>
                          <a:cubicBezTo>
                            <a:pt x="13160" y="3715"/>
                            <a:pt x="17065" y="2191"/>
                            <a:pt x="21447" y="1143"/>
                          </a:cubicBezTo>
                          <a:cubicBezTo>
                            <a:pt x="23637" y="667"/>
                            <a:pt x="25828" y="95"/>
                            <a:pt x="28400" y="0"/>
                          </a:cubicBezTo>
                          <a:cubicBezTo>
                            <a:pt x="30972" y="0"/>
                            <a:pt x="33734" y="95"/>
                            <a:pt x="36496" y="381"/>
                          </a:cubicBezTo>
                          <a:cubicBezTo>
                            <a:pt x="42020" y="762"/>
                            <a:pt x="47164" y="2572"/>
                            <a:pt x="51545" y="4667"/>
                          </a:cubicBezTo>
                          <a:cubicBezTo>
                            <a:pt x="56022" y="6668"/>
                            <a:pt x="59547" y="9525"/>
                            <a:pt x="62119" y="12573"/>
                          </a:cubicBezTo>
                          <a:cubicBezTo>
                            <a:pt x="67357" y="18479"/>
                            <a:pt x="68596" y="25241"/>
                            <a:pt x="66119" y="3076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8" name="Forme libre : forme 13607">
                      <a:extLst>
                        <a:ext uri="{FF2B5EF4-FFF2-40B4-BE49-F238E27FC236}">
                          <a16:creationId xmlns:a16="http://schemas.microsoft.com/office/drawing/2014/main" id="{794A30D5-91F0-4F19-8F76-9822360012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13181" y="2784538"/>
                      <a:ext cx="43832" cy="40954"/>
                    </a:xfrm>
                    <a:custGeom>
                      <a:avLst/>
                      <a:gdLst>
                        <a:gd name="connsiteX0" fmla="*/ 15162 w 43832"/>
                        <a:gd name="connsiteY0" fmla="*/ 0 h 40954"/>
                        <a:gd name="connsiteX1" fmla="*/ 17 w 43832"/>
                        <a:gd name="connsiteY1" fmla="*/ 18097 h 40954"/>
                        <a:gd name="connsiteX2" fmla="*/ 10114 w 43832"/>
                        <a:gd name="connsiteY2" fmla="*/ 33528 h 40954"/>
                        <a:gd name="connsiteX3" fmla="*/ 20306 w 43832"/>
                        <a:gd name="connsiteY3" fmla="*/ 38290 h 40954"/>
                        <a:gd name="connsiteX4" fmla="*/ 26116 w 43832"/>
                        <a:gd name="connsiteY4" fmla="*/ 39624 h 40954"/>
                        <a:gd name="connsiteX5" fmla="*/ 31450 w 43832"/>
                        <a:gd name="connsiteY5" fmla="*/ 40672 h 40954"/>
                        <a:gd name="connsiteX6" fmla="*/ 43832 w 43832"/>
                        <a:gd name="connsiteY6" fmla="*/ 40577 h 40954"/>
                        <a:gd name="connsiteX7" fmla="*/ 37451 w 43832"/>
                        <a:gd name="connsiteY7" fmla="*/ 37529 h 40954"/>
                        <a:gd name="connsiteX8" fmla="*/ 21735 w 43832"/>
                        <a:gd name="connsiteY8" fmla="*/ 21146 h 40954"/>
                        <a:gd name="connsiteX9" fmla="*/ 15162 w 43832"/>
                        <a:gd name="connsiteY9" fmla="*/ 0 h 4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3832" h="40954">
                          <a:moveTo>
                            <a:pt x="15162" y="0"/>
                          </a:moveTo>
                          <a:cubicBezTo>
                            <a:pt x="5542" y="3905"/>
                            <a:pt x="-363" y="10382"/>
                            <a:pt x="17" y="18097"/>
                          </a:cubicBezTo>
                          <a:cubicBezTo>
                            <a:pt x="208" y="24003"/>
                            <a:pt x="4208" y="29528"/>
                            <a:pt x="10114" y="33528"/>
                          </a:cubicBezTo>
                          <a:cubicBezTo>
                            <a:pt x="13067" y="35528"/>
                            <a:pt x="16495" y="37147"/>
                            <a:pt x="20306" y="38290"/>
                          </a:cubicBezTo>
                          <a:cubicBezTo>
                            <a:pt x="22115" y="38862"/>
                            <a:pt x="24306" y="39243"/>
                            <a:pt x="26116" y="39624"/>
                          </a:cubicBezTo>
                          <a:cubicBezTo>
                            <a:pt x="27830" y="40100"/>
                            <a:pt x="29640" y="40481"/>
                            <a:pt x="31450" y="40672"/>
                          </a:cubicBezTo>
                          <a:cubicBezTo>
                            <a:pt x="35831" y="40862"/>
                            <a:pt x="39832" y="41243"/>
                            <a:pt x="43832" y="40577"/>
                          </a:cubicBezTo>
                          <a:cubicBezTo>
                            <a:pt x="41642" y="40005"/>
                            <a:pt x="39451" y="39053"/>
                            <a:pt x="37451" y="37529"/>
                          </a:cubicBezTo>
                          <a:cubicBezTo>
                            <a:pt x="31926" y="33528"/>
                            <a:pt x="26497" y="27242"/>
                            <a:pt x="21735" y="21146"/>
                          </a:cubicBezTo>
                          <a:cubicBezTo>
                            <a:pt x="17353" y="14764"/>
                            <a:pt x="14496" y="7334"/>
                            <a:pt x="15162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9" name="Forme libre : forme 13608">
                      <a:extLst>
                        <a:ext uri="{FF2B5EF4-FFF2-40B4-BE49-F238E27FC236}">
                          <a16:creationId xmlns:a16="http://schemas.microsoft.com/office/drawing/2014/main" id="{68FA78FE-DB92-4F6F-8052-CB47109CA1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16716" y="2786736"/>
                      <a:ext cx="65076" cy="44167"/>
                    </a:xfrm>
                    <a:custGeom>
                      <a:avLst/>
                      <a:gdLst>
                        <a:gd name="connsiteX0" fmla="*/ 63634 w 65076"/>
                        <a:gd name="connsiteY0" fmla="*/ 31330 h 44167"/>
                        <a:gd name="connsiteX1" fmla="*/ 49537 w 65076"/>
                        <a:gd name="connsiteY1" fmla="*/ 42093 h 44167"/>
                        <a:gd name="connsiteX2" fmla="*/ 40107 w 65076"/>
                        <a:gd name="connsiteY2" fmla="*/ 43903 h 44167"/>
                        <a:gd name="connsiteX3" fmla="*/ 30011 w 65076"/>
                        <a:gd name="connsiteY3" fmla="*/ 43617 h 44167"/>
                        <a:gd name="connsiteX4" fmla="*/ 19819 w 65076"/>
                        <a:gd name="connsiteY4" fmla="*/ 41046 h 44167"/>
                        <a:gd name="connsiteX5" fmla="*/ 9818 w 65076"/>
                        <a:gd name="connsiteY5" fmla="*/ 36283 h 44167"/>
                        <a:gd name="connsiteX6" fmla="*/ 7 w 65076"/>
                        <a:gd name="connsiteY6" fmla="*/ 20757 h 44167"/>
                        <a:gd name="connsiteX7" fmla="*/ 9913 w 65076"/>
                        <a:gd name="connsiteY7" fmla="*/ 5422 h 44167"/>
                        <a:gd name="connsiteX8" fmla="*/ 21248 w 65076"/>
                        <a:gd name="connsiteY8" fmla="*/ 850 h 44167"/>
                        <a:gd name="connsiteX9" fmla="*/ 36202 w 65076"/>
                        <a:gd name="connsiteY9" fmla="*/ 374 h 44167"/>
                        <a:gd name="connsiteX10" fmla="*/ 50585 w 65076"/>
                        <a:gd name="connsiteY10" fmla="*/ 5041 h 44167"/>
                        <a:gd name="connsiteX11" fmla="*/ 60491 w 65076"/>
                        <a:gd name="connsiteY11" fmla="*/ 13233 h 44167"/>
                        <a:gd name="connsiteX12" fmla="*/ 63634 w 65076"/>
                        <a:gd name="connsiteY12" fmla="*/ 31330 h 441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5076" h="44167">
                          <a:moveTo>
                            <a:pt x="63634" y="31330"/>
                          </a:moveTo>
                          <a:cubicBezTo>
                            <a:pt x="60967" y="36950"/>
                            <a:pt x="55538" y="39903"/>
                            <a:pt x="49537" y="42093"/>
                          </a:cubicBezTo>
                          <a:cubicBezTo>
                            <a:pt x="46489" y="43236"/>
                            <a:pt x="43346" y="43522"/>
                            <a:pt x="40107" y="43903"/>
                          </a:cubicBezTo>
                          <a:cubicBezTo>
                            <a:pt x="36773" y="44475"/>
                            <a:pt x="33535" y="43998"/>
                            <a:pt x="30011" y="43617"/>
                          </a:cubicBezTo>
                          <a:cubicBezTo>
                            <a:pt x="26391" y="43427"/>
                            <a:pt x="23629" y="42093"/>
                            <a:pt x="19819" y="41046"/>
                          </a:cubicBezTo>
                          <a:cubicBezTo>
                            <a:pt x="16104" y="39903"/>
                            <a:pt x="12675" y="38283"/>
                            <a:pt x="9818" y="36283"/>
                          </a:cubicBezTo>
                          <a:cubicBezTo>
                            <a:pt x="4103" y="32283"/>
                            <a:pt x="198" y="26758"/>
                            <a:pt x="7" y="20757"/>
                          </a:cubicBezTo>
                          <a:cubicBezTo>
                            <a:pt x="-184" y="14757"/>
                            <a:pt x="3531" y="9327"/>
                            <a:pt x="9913" y="5422"/>
                          </a:cubicBezTo>
                          <a:cubicBezTo>
                            <a:pt x="13152" y="3422"/>
                            <a:pt x="16962" y="1898"/>
                            <a:pt x="21248" y="850"/>
                          </a:cubicBezTo>
                          <a:cubicBezTo>
                            <a:pt x="25534" y="-293"/>
                            <a:pt x="30868" y="-102"/>
                            <a:pt x="36202" y="374"/>
                          </a:cubicBezTo>
                          <a:cubicBezTo>
                            <a:pt x="41536" y="1041"/>
                            <a:pt x="46394" y="3041"/>
                            <a:pt x="50585" y="5041"/>
                          </a:cubicBezTo>
                          <a:cubicBezTo>
                            <a:pt x="54776" y="7232"/>
                            <a:pt x="58015" y="10375"/>
                            <a:pt x="60491" y="13233"/>
                          </a:cubicBezTo>
                          <a:cubicBezTo>
                            <a:pt x="65444" y="19043"/>
                            <a:pt x="66206" y="26091"/>
                            <a:pt x="63634" y="3133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0" name="Forme libre : forme 13609">
                      <a:extLst>
                        <a:ext uri="{FF2B5EF4-FFF2-40B4-BE49-F238E27FC236}">
                          <a16:creationId xmlns:a16="http://schemas.microsoft.com/office/drawing/2014/main" id="{9702E0FA-6CA1-4D83-945F-E9788BFF43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81132" y="2769375"/>
                      <a:ext cx="79408" cy="79719"/>
                    </a:xfrm>
                    <a:custGeom>
                      <a:avLst/>
                      <a:gdLst>
                        <a:gd name="connsiteX0" fmla="*/ 3872 w 79408"/>
                        <a:gd name="connsiteY0" fmla="*/ 39166 h 79719"/>
                        <a:gd name="connsiteX1" fmla="*/ 9302 w 79408"/>
                        <a:gd name="connsiteY1" fmla="*/ 58692 h 79719"/>
                        <a:gd name="connsiteX2" fmla="*/ 22828 w 79408"/>
                        <a:gd name="connsiteY2" fmla="*/ 71646 h 79719"/>
                        <a:gd name="connsiteX3" fmla="*/ 40449 w 79408"/>
                        <a:gd name="connsiteY3" fmla="*/ 78123 h 79719"/>
                        <a:gd name="connsiteX4" fmla="*/ 56165 w 79408"/>
                        <a:gd name="connsiteY4" fmla="*/ 79647 h 79719"/>
                        <a:gd name="connsiteX5" fmla="*/ 66928 w 79408"/>
                        <a:gd name="connsiteY5" fmla="*/ 76980 h 79719"/>
                        <a:gd name="connsiteX6" fmla="*/ 75120 w 79408"/>
                        <a:gd name="connsiteY6" fmla="*/ 70313 h 79719"/>
                        <a:gd name="connsiteX7" fmla="*/ 79405 w 79408"/>
                        <a:gd name="connsiteY7" fmla="*/ 59931 h 79719"/>
                        <a:gd name="connsiteX8" fmla="*/ 72357 w 79408"/>
                        <a:gd name="connsiteY8" fmla="*/ 47548 h 79719"/>
                        <a:gd name="connsiteX9" fmla="*/ 59403 w 79408"/>
                        <a:gd name="connsiteY9" fmla="*/ 34785 h 79719"/>
                        <a:gd name="connsiteX10" fmla="*/ 46068 w 79408"/>
                        <a:gd name="connsiteY10" fmla="*/ 21545 h 79719"/>
                        <a:gd name="connsiteX11" fmla="*/ 30638 w 79408"/>
                        <a:gd name="connsiteY11" fmla="*/ 5638 h 79719"/>
                        <a:gd name="connsiteX12" fmla="*/ 7873 w 79408"/>
                        <a:gd name="connsiteY12" fmla="*/ 1447 h 79719"/>
                        <a:gd name="connsiteX13" fmla="*/ 158 w 79408"/>
                        <a:gd name="connsiteY13" fmla="*/ 19449 h 79719"/>
                        <a:gd name="connsiteX14" fmla="*/ 3872 w 79408"/>
                        <a:gd name="connsiteY14" fmla="*/ 39166 h 79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79408" h="79719">
                          <a:moveTo>
                            <a:pt x="3872" y="39166"/>
                          </a:moveTo>
                          <a:cubicBezTo>
                            <a:pt x="4825" y="45929"/>
                            <a:pt x="5968" y="52882"/>
                            <a:pt x="9302" y="58692"/>
                          </a:cubicBezTo>
                          <a:cubicBezTo>
                            <a:pt x="12445" y="64026"/>
                            <a:pt x="17303" y="68408"/>
                            <a:pt x="22828" y="71646"/>
                          </a:cubicBezTo>
                          <a:cubicBezTo>
                            <a:pt x="28352" y="74885"/>
                            <a:pt x="34067" y="76409"/>
                            <a:pt x="40449" y="78123"/>
                          </a:cubicBezTo>
                          <a:cubicBezTo>
                            <a:pt x="45592" y="79362"/>
                            <a:pt x="50926" y="79933"/>
                            <a:pt x="56165" y="79647"/>
                          </a:cubicBezTo>
                          <a:cubicBezTo>
                            <a:pt x="59784" y="79933"/>
                            <a:pt x="63309" y="78409"/>
                            <a:pt x="66928" y="76980"/>
                          </a:cubicBezTo>
                          <a:cubicBezTo>
                            <a:pt x="69595" y="75742"/>
                            <a:pt x="72643" y="73075"/>
                            <a:pt x="75120" y="70313"/>
                          </a:cubicBezTo>
                          <a:cubicBezTo>
                            <a:pt x="77596" y="67551"/>
                            <a:pt x="79501" y="63931"/>
                            <a:pt x="79405" y="59931"/>
                          </a:cubicBezTo>
                          <a:cubicBezTo>
                            <a:pt x="79311" y="54692"/>
                            <a:pt x="75787" y="51263"/>
                            <a:pt x="72357" y="47548"/>
                          </a:cubicBezTo>
                          <a:cubicBezTo>
                            <a:pt x="68357" y="43071"/>
                            <a:pt x="63880" y="39452"/>
                            <a:pt x="59403" y="34785"/>
                          </a:cubicBezTo>
                          <a:cubicBezTo>
                            <a:pt x="54831" y="30498"/>
                            <a:pt x="50259" y="26307"/>
                            <a:pt x="46068" y="21545"/>
                          </a:cubicBezTo>
                          <a:cubicBezTo>
                            <a:pt x="42449" y="17640"/>
                            <a:pt x="37305" y="10591"/>
                            <a:pt x="30638" y="5638"/>
                          </a:cubicBezTo>
                          <a:cubicBezTo>
                            <a:pt x="23970" y="971"/>
                            <a:pt x="15779" y="-1887"/>
                            <a:pt x="7873" y="1447"/>
                          </a:cubicBezTo>
                          <a:cubicBezTo>
                            <a:pt x="729" y="4590"/>
                            <a:pt x="-509" y="12210"/>
                            <a:pt x="158" y="19449"/>
                          </a:cubicBezTo>
                          <a:cubicBezTo>
                            <a:pt x="920" y="26879"/>
                            <a:pt x="3301" y="34499"/>
                            <a:pt x="3872" y="3916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1" name="Forme libre : forme 13610">
                      <a:extLst>
                        <a:ext uri="{FF2B5EF4-FFF2-40B4-BE49-F238E27FC236}">
                          <a16:creationId xmlns:a16="http://schemas.microsoft.com/office/drawing/2014/main" id="{23C2F6EF-CEB8-48F6-A368-51F1D8067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96688" y="2768135"/>
                      <a:ext cx="29687" cy="22884"/>
                    </a:xfrm>
                    <a:custGeom>
                      <a:avLst/>
                      <a:gdLst>
                        <a:gd name="connsiteX0" fmla="*/ 1366 w 29687"/>
                        <a:gd name="connsiteY0" fmla="*/ 14117 h 22884"/>
                        <a:gd name="connsiteX1" fmla="*/ 33 w 29687"/>
                        <a:gd name="connsiteY1" fmla="*/ 18880 h 22884"/>
                        <a:gd name="connsiteX2" fmla="*/ 3176 w 29687"/>
                        <a:gd name="connsiteY2" fmla="*/ 22690 h 22884"/>
                        <a:gd name="connsiteX3" fmla="*/ 8415 w 29687"/>
                        <a:gd name="connsiteY3" fmla="*/ 22118 h 22884"/>
                        <a:gd name="connsiteX4" fmla="*/ 20987 w 29687"/>
                        <a:gd name="connsiteY4" fmla="*/ 16974 h 22884"/>
                        <a:gd name="connsiteX5" fmla="*/ 25560 w 29687"/>
                        <a:gd name="connsiteY5" fmla="*/ 14212 h 22884"/>
                        <a:gd name="connsiteX6" fmla="*/ 21369 w 29687"/>
                        <a:gd name="connsiteY6" fmla="*/ 115 h 22884"/>
                        <a:gd name="connsiteX7" fmla="*/ 1366 w 29687"/>
                        <a:gd name="connsiteY7" fmla="*/ 14117 h 22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687" h="22884">
                          <a:moveTo>
                            <a:pt x="1366" y="14117"/>
                          </a:moveTo>
                          <a:cubicBezTo>
                            <a:pt x="509" y="15641"/>
                            <a:pt x="-158" y="17260"/>
                            <a:pt x="33" y="18880"/>
                          </a:cubicBezTo>
                          <a:cubicBezTo>
                            <a:pt x="223" y="20499"/>
                            <a:pt x="1366" y="22118"/>
                            <a:pt x="3176" y="22690"/>
                          </a:cubicBezTo>
                          <a:cubicBezTo>
                            <a:pt x="4891" y="23166"/>
                            <a:pt x="6700" y="22690"/>
                            <a:pt x="8415" y="22118"/>
                          </a:cubicBezTo>
                          <a:cubicBezTo>
                            <a:pt x="12701" y="20689"/>
                            <a:pt x="16987" y="18594"/>
                            <a:pt x="20987" y="16974"/>
                          </a:cubicBezTo>
                          <a:cubicBezTo>
                            <a:pt x="22607" y="16213"/>
                            <a:pt x="24321" y="15355"/>
                            <a:pt x="25560" y="14212"/>
                          </a:cubicBezTo>
                          <a:cubicBezTo>
                            <a:pt x="30989" y="9355"/>
                            <a:pt x="32417" y="-1218"/>
                            <a:pt x="21369" y="115"/>
                          </a:cubicBezTo>
                          <a:cubicBezTo>
                            <a:pt x="12891" y="973"/>
                            <a:pt x="4605" y="8212"/>
                            <a:pt x="1366" y="1411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2" name="Forme libre : forme 13611">
                      <a:extLst>
                        <a:ext uri="{FF2B5EF4-FFF2-40B4-BE49-F238E27FC236}">
                          <a16:creationId xmlns:a16="http://schemas.microsoft.com/office/drawing/2014/main" id="{DD8074EE-CBE5-4878-91CE-61DAF68579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50632" y="2832258"/>
                      <a:ext cx="46196" cy="25336"/>
                    </a:xfrm>
                    <a:custGeom>
                      <a:avLst/>
                      <a:gdLst>
                        <a:gd name="connsiteX0" fmla="*/ 46197 w 46196"/>
                        <a:gd name="connsiteY0" fmla="*/ 0 h 25336"/>
                        <a:gd name="connsiteX1" fmla="*/ 32766 w 46196"/>
                        <a:gd name="connsiteY1" fmla="*/ 12573 h 25336"/>
                        <a:gd name="connsiteX2" fmla="*/ 17526 w 46196"/>
                        <a:gd name="connsiteY2" fmla="*/ 20479 h 25336"/>
                        <a:gd name="connsiteX3" fmla="*/ 8858 w 46196"/>
                        <a:gd name="connsiteY3" fmla="*/ 23431 h 25336"/>
                        <a:gd name="connsiteX4" fmla="*/ 0 w 46196"/>
                        <a:gd name="connsiteY4" fmla="*/ 25337 h 25336"/>
                        <a:gd name="connsiteX5" fmla="*/ 3239 w 46196"/>
                        <a:gd name="connsiteY5" fmla="*/ 24289 h 25336"/>
                        <a:gd name="connsiteX6" fmla="*/ 12573 w 46196"/>
                        <a:gd name="connsiteY6" fmla="*/ 20288 h 25336"/>
                        <a:gd name="connsiteX7" fmla="*/ 19431 w 46196"/>
                        <a:gd name="connsiteY7" fmla="*/ 16954 h 25336"/>
                        <a:gd name="connsiteX8" fmla="*/ 27527 w 46196"/>
                        <a:gd name="connsiteY8" fmla="*/ 12954 h 25336"/>
                        <a:gd name="connsiteX9" fmla="*/ 46197 w 46196"/>
                        <a:gd name="connsiteY9" fmla="*/ 0 h 25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6196" h="25336">
                          <a:moveTo>
                            <a:pt x="46197" y="0"/>
                          </a:moveTo>
                          <a:cubicBezTo>
                            <a:pt x="46197" y="0"/>
                            <a:pt x="41434" y="6953"/>
                            <a:pt x="32766" y="12573"/>
                          </a:cubicBezTo>
                          <a:cubicBezTo>
                            <a:pt x="28384" y="15621"/>
                            <a:pt x="23146" y="18574"/>
                            <a:pt x="17526" y="20479"/>
                          </a:cubicBezTo>
                          <a:cubicBezTo>
                            <a:pt x="14668" y="21717"/>
                            <a:pt x="11811" y="22765"/>
                            <a:pt x="8858" y="23431"/>
                          </a:cubicBezTo>
                          <a:cubicBezTo>
                            <a:pt x="5905" y="24098"/>
                            <a:pt x="2953" y="25241"/>
                            <a:pt x="0" y="25337"/>
                          </a:cubicBezTo>
                          <a:cubicBezTo>
                            <a:pt x="0" y="25337"/>
                            <a:pt x="1143" y="25146"/>
                            <a:pt x="3239" y="24289"/>
                          </a:cubicBezTo>
                          <a:cubicBezTo>
                            <a:pt x="5334" y="23431"/>
                            <a:pt x="8477" y="21907"/>
                            <a:pt x="12573" y="20288"/>
                          </a:cubicBezTo>
                          <a:cubicBezTo>
                            <a:pt x="14574" y="19431"/>
                            <a:pt x="16859" y="18288"/>
                            <a:pt x="19431" y="16954"/>
                          </a:cubicBezTo>
                          <a:cubicBezTo>
                            <a:pt x="21907" y="15907"/>
                            <a:pt x="24670" y="14573"/>
                            <a:pt x="27527" y="12954"/>
                          </a:cubicBezTo>
                          <a:cubicBezTo>
                            <a:pt x="33242" y="9715"/>
                            <a:pt x="39719" y="5715"/>
                            <a:pt x="4619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3" name="Forme libre : forme 13612">
                      <a:extLst>
                        <a:ext uri="{FF2B5EF4-FFF2-40B4-BE49-F238E27FC236}">
                          <a16:creationId xmlns:a16="http://schemas.microsoft.com/office/drawing/2014/main" id="{F61A83A0-AF70-4B2E-AF93-A646E3503F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61477" y="2745771"/>
                      <a:ext cx="48673" cy="49625"/>
                    </a:xfrm>
                    <a:custGeom>
                      <a:avLst/>
                      <a:gdLst>
                        <a:gd name="connsiteX0" fmla="*/ 48674 w 48673"/>
                        <a:gd name="connsiteY0" fmla="*/ 0 h 49625"/>
                        <a:gd name="connsiteX1" fmla="*/ 22385 w 48673"/>
                        <a:gd name="connsiteY1" fmla="*/ 8096 h 49625"/>
                        <a:gd name="connsiteX2" fmla="*/ 5144 w 48673"/>
                        <a:gd name="connsiteY2" fmla="*/ 24194 h 49625"/>
                        <a:gd name="connsiteX3" fmla="*/ 573 w 48673"/>
                        <a:gd name="connsiteY3" fmla="*/ 49625 h 49625"/>
                        <a:gd name="connsiteX4" fmla="*/ 1144 w 48673"/>
                        <a:gd name="connsiteY4" fmla="*/ 43529 h 49625"/>
                        <a:gd name="connsiteX5" fmla="*/ 6097 w 48673"/>
                        <a:gd name="connsiteY5" fmla="*/ 29242 h 49625"/>
                        <a:gd name="connsiteX6" fmla="*/ 20766 w 48673"/>
                        <a:gd name="connsiteY6" fmla="*/ 12002 h 49625"/>
                        <a:gd name="connsiteX7" fmla="*/ 48674 w 48673"/>
                        <a:gd name="connsiteY7" fmla="*/ 0 h 49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673" h="49625">
                          <a:moveTo>
                            <a:pt x="48674" y="0"/>
                          </a:moveTo>
                          <a:cubicBezTo>
                            <a:pt x="48674" y="0"/>
                            <a:pt x="35339" y="1334"/>
                            <a:pt x="22385" y="8096"/>
                          </a:cubicBezTo>
                          <a:cubicBezTo>
                            <a:pt x="15717" y="12097"/>
                            <a:pt x="9335" y="17431"/>
                            <a:pt x="5144" y="24194"/>
                          </a:cubicBezTo>
                          <a:cubicBezTo>
                            <a:pt x="858" y="30766"/>
                            <a:pt x="-1046" y="39434"/>
                            <a:pt x="573" y="49625"/>
                          </a:cubicBezTo>
                          <a:cubicBezTo>
                            <a:pt x="573" y="49625"/>
                            <a:pt x="477" y="47339"/>
                            <a:pt x="1144" y="43529"/>
                          </a:cubicBezTo>
                          <a:cubicBezTo>
                            <a:pt x="1716" y="39624"/>
                            <a:pt x="3145" y="34766"/>
                            <a:pt x="6097" y="29242"/>
                          </a:cubicBezTo>
                          <a:cubicBezTo>
                            <a:pt x="9050" y="23717"/>
                            <a:pt x="13622" y="17717"/>
                            <a:pt x="20766" y="12002"/>
                          </a:cubicBezTo>
                          <a:cubicBezTo>
                            <a:pt x="27529" y="6668"/>
                            <a:pt x="36672" y="2667"/>
                            <a:pt x="4867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4" name="Forme libre : forme 13613">
                      <a:extLst>
                        <a:ext uri="{FF2B5EF4-FFF2-40B4-BE49-F238E27FC236}">
                          <a16:creationId xmlns:a16="http://schemas.microsoft.com/office/drawing/2014/main" id="{66A01A61-1BF7-471C-A7BA-409D157203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42073" y="2786453"/>
                      <a:ext cx="26304" cy="17214"/>
                    </a:xfrm>
                    <a:custGeom>
                      <a:avLst/>
                      <a:gdLst>
                        <a:gd name="connsiteX0" fmla="*/ 25419 w 26304"/>
                        <a:gd name="connsiteY0" fmla="*/ 15135 h 17214"/>
                        <a:gd name="connsiteX1" fmla="*/ 9702 w 26304"/>
                        <a:gd name="connsiteY1" fmla="*/ 14563 h 17214"/>
                        <a:gd name="connsiteX2" fmla="*/ 368 w 26304"/>
                        <a:gd name="connsiteY2" fmla="*/ 3038 h 17214"/>
                        <a:gd name="connsiteX3" fmla="*/ 17513 w 26304"/>
                        <a:gd name="connsiteY3" fmla="*/ 2466 h 17214"/>
                        <a:gd name="connsiteX4" fmla="*/ 25419 w 26304"/>
                        <a:gd name="connsiteY4" fmla="*/ 15135 h 17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304" h="17214">
                          <a:moveTo>
                            <a:pt x="25419" y="15135"/>
                          </a:moveTo>
                          <a:cubicBezTo>
                            <a:pt x="22942" y="18087"/>
                            <a:pt x="16179" y="17897"/>
                            <a:pt x="9702" y="14563"/>
                          </a:cubicBezTo>
                          <a:cubicBezTo>
                            <a:pt x="3130" y="11801"/>
                            <a:pt x="-1347" y="6562"/>
                            <a:pt x="368" y="3038"/>
                          </a:cubicBezTo>
                          <a:cubicBezTo>
                            <a:pt x="2082" y="-296"/>
                            <a:pt x="10178" y="-1439"/>
                            <a:pt x="17513" y="2466"/>
                          </a:cubicBezTo>
                          <a:cubicBezTo>
                            <a:pt x="24847" y="6086"/>
                            <a:pt x="27990" y="11991"/>
                            <a:pt x="25419" y="1513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5" name="Forme libre : forme 13614">
                      <a:extLst>
                        <a:ext uri="{FF2B5EF4-FFF2-40B4-BE49-F238E27FC236}">
                          <a16:creationId xmlns:a16="http://schemas.microsoft.com/office/drawing/2014/main" id="{4D412659-A759-417A-90D9-069A87644F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64532" y="2796679"/>
                      <a:ext cx="7291" cy="6469"/>
                    </a:xfrm>
                    <a:custGeom>
                      <a:avLst/>
                      <a:gdLst>
                        <a:gd name="connsiteX0" fmla="*/ 7151 w 7291"/>
                        <a:gd name="connsiteY0" fmla="*/ 4432 h 6469"/>
                        <a:gd name="connsiteX1" fmla="*/ 2769 w 7291"/>
                        <a:gd name="connsiteY1" fmla="*/ 6242 h 6469"/>
                        <a:gd name="connsiteX2" fmla="*/ 102 w 7291"/>
                        <a:gd name="connsiteY2" fmla="*/ 2242 h 6469"/>
                        <a:gd name="connsiteX3" fmla="*/ 4579 w 7291"/>
                        <a:gd name="connsiteY3" fmla="*/ 242 h 6469"/>
                        <a:gd name="connsiteX4" fmla="*/ 7151 w 7291"/>
                        <a:gd name="connsiteY4" fmla="*/ 4432 h 6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91" h="6469">
                          <a:moveTo>
                            <a:pt x="7151" y="4432"/>
                          </a:moveTo>
                          <a:cubicBezTo>
                            <a:pt x="6579" y="6052"/>
                            <a:pt x="4579" y="6909"/>
                            <a:pt x="2769" y="6242"/>
                          </a:cubicBezTo>
                          <a:cubicBezTo>
                            <a:pt x="864" y="5480"/>
                            <a:pt x="-374" y="4052"/>
                            <a:pt x="102" y="2242"/>
                          </a:cubicBezTo>
                          <a:cubicBezTo>
                            <a:pt x="483" y="622"/>
                            <a:pt x="2578" y="-521"/>
                            <a:pt x="4579" y="242"/>
                          </a:cubicBezTo>
                          <a:cubicBezTo>
                            <a:pt x="6484" y="908"/>
                            <a:pt x="7722" y="2718"/>
                            <a:pt x="7151" y="44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6" name="Forme libre : forme 13615">
                      <a:extLst>
                        <a:ext uri="{FF2B5EF4-FFF2-40B4-BE49-F238E27FC236}">
                          <a16:creationId xmlns:a16="http://schemas.microsoft.com/office/drawing/2014/main" id="{1881C1C4-3F3C-4384-9A10-EEFF566687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43609" y="2752910"/>
                      <a:ext cx="64841" cy="69989"/>
                    </a:xfrm>
                    <a:custGeom>
                      <a:avLst/>
                      <a:gdLst>
                        <a:gd name="connsiteX0" fmla="*/ 64840 w 64841"/>
                        <a:gd name="connsiteY0" fmla="*/ 38772 h 69989"/>
                        <a:gd name="connsiteX1" fmla="*/ 55124 w 64841"/>
                        <a:gd name="connsiteY1" fmla="*/ 65061 h 69989"/>
                        <a:gd name="connsiteX2" fmla="*/ 46457 w 64841"/>
                        <a:gd name="connsiteY2" fmla="*/ 69633 h 69989"/>
                        <a:gd name="connsiteX3" fmla="*/ 42646 w 64841"/>
                        <a:gd name="connsiteY3" fmla="*/ 61156 h 69989"/>
                        <a:gd name="connsiteX4" fmla="*/ 42456 w 64841"/>
                        <a:gd name="connsiteY4" fmla="*/ 46011 h 69989"/>
                        <a:gd name="connsiteX5" fmla="*/ 36932 w 64841"/>
                        <a:gd name="connsiteY5" fmla="*/ 31152 h 69989"/>
                        <a:gd name="connsiteX6" fmla="*/ 28740 w 64841"/>
                        <a:gd name="connsiteY6" fmla="*/ 24675 h 69989"/>
                        <a:gd name="connsiteX7" fmla="*/ 14929 w 64841"/>
                        <a:gd name="connsiteY7" fmla="*/ 16769 h 69989"/>
                        <a:gd name="connsiteX8" fmla="*/ 1213 w 64841"/>
                        <a:gd name="connsiteY8" fmla="*/ 3339 h 69989"/>
                        <a:gd name="connsiteX9" fmla="*/ 28645 w 64841"/>
                        <a:gd name="connsiteY9" fmla="*/ 2292 h 69989"/>
                        <a:gd name="connsiteX10" fmla="*/ 44171 w 64841"/>
                        <a:gd name="connsiteY10" fmla="*/ 8578 h 69989"/>
                        <a:gd name="connsiteX11" fmla="*/ 54172 w 64841"/>
                        <a:gd name="connsiteY11" fmla="*/ 15436 h 69989"/>
                        <a:gd name="connsiteX12" fmla="*/ 64840 w 64841"/>
                        <a:gd name="connsiteY12" fmla="*/ 38772 h 69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4841" h="69989">
                          <a:moveTo>
                            <a:pt x="64840" y="38772"/>
                          </a:moveTo>
                          <a:cubicBezTo>
                            <a:pt x="64935" y="48869"/>
                            <a:pt x="60458" y="57346"/>
                            <a:pt x="55124" y="65061"/>
                          </a:cubicBezTo>
                          <a:cubicBezTo>
                            <a:pt x="53124" y="67919"/>
                            <a:pt x="49790" y="71062"/>
                            <a:pt x="46457" y="69633"/>
                          </a:cubicBezTo>
                          <a:cubicBezTo>
                            <a:pt x="43409" y="68395"/>
                            <a:pt x="42742" y="64299"/>
                            <a:pt x="42646" y="61156"/>
                          </a:cubicBezTo>
                          <a:cubicBezTo>
                            <a:pt x="42551" y="56203"/>
                            <a:pt x="42933" y="51155"/>
                            <a:pt x="42456" y="46011"/>
                          </a:cubicBezTo>
                          <a:cubicBezTo>
                            <a:pt x="42075" y="40772"/>
                            <a:pt x="40741" y="35724"/>
                            <a:pt x="36932" y="31152"/>
                          </a:cubicBezTo>
                          <a:cubicBezTo>
                            <a:pt x="35693" y="29724"/>
                            <a:pt x="32741" y="27342"/>
                            <a:pt x="28740" y="24675"/>
                          </a:cubicBezTo>
                          <a:cubicBezTo>
                            <a:pt x="24549" y="22294"/>
                            <a:pt x="19691" y="19532"/>
                            <a:pt x="14929" y="16769"/>
                          </a:cubicBezTo>
                          <a:cubicBezTo>
                            <a:pt x="5404" y="12102"/>
                            <a:pt x="-3264" y="7340"/>
                            <a:pt x="1213" y="3339"/>
                          </a:cubicBezTo>
                          <a:cubicBezTo>
                            <a:pt x="5785" y="-661"/>
                            <a:pt x="17406" y="-1138"/>
                            <a:pt x="28645" y="2292"/>
                          </a:cubicBezTo>
                          <a:cubicBezTo>
                            <a:pt x="34360" y="3625"/>
                            <a:pt x="39694" y="6101"/>
                            <a:pt x="44171" y="8578"/>
                          </a:cubicBezTo>
                          <a:cubicBezTo>
                            <a:pt x="48647" y="10959"/>
                            <a:pt x="52267" y="13341"/>
                            <a:pt x="54172" y="15436"/>
                          </a:cubicBezTo>
                          <a:cubicBezTo>
                            <a:pt x="61506" y="22770"/>
                            <a:pt x="64935" y="31152"/>
                            <a:pt x="64840" y="3877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15" name="Graphique 1">
                    <a:extLst>
                      <a:ext uri="{FF2B5EF4-FFF2-40B4-BE49-F238E27FC236}">
                        <a16:creationId xmlns:a16="http://schemas.microsoft.com/office/drawing/2014/main" id="{02385641-023D-437D-82A8-BA5E794B37FD}"/>
                      </a:ext>
                    </a:extLst>
                  </p:cNvPr>
                  <p:cNvGrpSpPr/>
                  <p:nvPr/>
                </p:nvGrpSpPr>
                <p:grpSpPr>
                  <a:xfrm>
                    <a:off x="6587293" y="2800442"/>
                    <a:ext cx="144492" cy="158252"/>
                    <a:chOff x="6587293" y="2800442"/>
                    <a:chExt cx="144492" cy="158252"/>
                  </a:xfrm>
                  <a:solidFill>
                    <a:schemeClr val="accent1"/>
                  </a:solidFill>
                </p:grpSpPr>
                <p:sp>
                  <p:nvSpPr>
                    <p:cNvPr id="13593" name="Forme libre : forme 13592">
                      <a:extLst>
                        <a:ext uri="{FF2B5EF4-FFF2-40B4-BE49-F238E27FC236}">
                          <a16:creationId xmlns:a16="http://schemas.microsoft.com/office/drawing/2014/main" id="{D354B947-B18F-4706-98AA-926782A2B9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87387" y="2800442"/>
                      <a:ext cx="144398" cy="158179"/>
                    </a:xfrm>
                    <a:custGeom>
                      <a:avLst/>
                      <a:gdLst>
                        <a:gd name="connsiteX0" fmla="*/ 37635 w 144398"/>
                        <a:gd name="connsiteY0" fmla="*/ 135734 h 158179"/>
                        <a:gd name="connsiteX1" fmla="*/ 9060 w 144398"/>
                        <a:gd name="connsiteY1" fmla="*/ 96015 h 158179"/>
                        <a:gd name="connsiteX2" fmla="*/ 1917 w 144398"/>
                        <a:gd name="connsiteY2" fmla="*/ 82870 h 158179"/>
                        <a:gd name="connsiteX3" fmla="*/ 12 w 144398"/>
                        <a:gd name="connsiteY3" fmla="*/ 68392 h 158179"/>
                        <a:gd name="connsiteX4" fmla="*/ 2583 w 144398"/>
                        <a:gd name="connsiteY4" fmla="*/ 52866 h 158179"/>
                        <a:gd name="connsiteX5" fmla="*/ 10108 w 144398"/>
                        <a:gd name="connsiteY5" fmla="*/ 38103 h 158179"/>
                        <a:gd name="connsiteX6" fmla="*/ 29444 w 144398"/>
                        <a:gd name="connsiteY6" fmla="*/ 12671 h 158179"/>
                        <a:gd name="connsiteX7" fmla="*/ 61067 w 144398"/>
                        <a:gd name="connsiteY7" fmla="*/ 288 h 158179"/>
                        <a:gd name="connsiteX8" fmla="*/ 80879 w 144398"/>
                        <a:gd name="connsiteY8" fmla="*/ 6765 h 158179"/>
                        <a:gd name="connsiteX9" fmla="*/ 98310 w 144398"/>
                        <a:gd name="connsiteY9" fmla="*/ 21148 h 158179"/>
                        <a:gd name="connsiteX10" fmla="*/ 135553 w 144398"/>
                        <a:gd name="connsiteY10" fmla="*/ 71821 h 158179"/>
                        <a:gd name="connsiteX11" fmla="*/ 125646 w 144398"/>
                        <a:gd name="connsiteY11" fmla="*/ 135639 h 158179"/>
                        <a:gd name="connsiteX12" fmla="*/ 98120 w 144398"/>
                        <a:gd name="connsiteY12" fmla="*/ 152498 h 158179"/>
                        <a:gd name="connsiteX13" fmla="*/ 37635 w 144398"/>
                        <a:gd name="connsiteY13" fmla="*/ 135734 h 158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44398" h="158179">
                          <a:moveTo>
                            <a:pt x="37635" y="135734"/>
                          </a:moveTo>
                          <a:cubicBezTo>
                            <a:pt x="28206" y="121161"/>
                            <a:pt x="18681" y="107635"/>
                            <a:pt x="9060" y="96015"/>
                          </a:cubicBezTo>
                          <a:cubicBezTo>
                            <a:pt x="5727" y="91919"/>
                            <a:pt x="3346" y="87633"/>
                            <a:pt x="1917" y="82870"/>
                          </a:cubicBezTo>
                          <a:cubicBezTo>
                            <a:pt x="393" y="78489"/>
                            <a:pt x="-83" y="73155"/>
                            <a:pt x="12" y="68392"/>
                          </a:cubicBezTo>
                          <a:cubicBezTo>
                            <a:pt x="107" y="63439"/>
                            <a:pt x="964" y="58105"/>
                            <a:pt x="2583" y="52866"/>
                          </a:cubicBezTo>
                          <a:cubicBezTo>
                            <a:pt x="4203" y="47818"/>
                            <a:pt x="6584" y="42770"/>
                            <a:pt x="10108" y="38103"/>
                          </a:cubicBezTo>
                          <a:lnTo>
                            <a:pt x="29444" y="12671"/>
                          </a:lnTo>
                          <a:cubicBezTo>
                            <a:pt x="36492" y="3336"/>
                            <a:pt x="47923" y="-1236"/>
                            <a:pt x="61067" y="288"/>
                          </a:cubicBezTo>
                          <a:cubicBezTo>
                            <a:pt x="67829" y="955"/>
                            <a:pt x="74212" y="3241"/>
                            <a:pt x="80879" y="6765"/>
                          </a:cubicBezTo>
                          <a:cubicBezTo>
                            <a:pt x="87166" y="10290"/>
                            <a:pt x="93357" y="15242"/>
                            <a:pt x="98310" y="21148"/>
                          </a:cubicBezTo>
                          <a:cubicBezTo>
                            <a:pt x="112597" y="38103"/>
                            <a:pt x="124503" y="55152"/>
                            <a:pt x="135553" y="71821"/>
                          </a:cubicBezTo>
                          <a:cubicBezTo>
                            <a:pt x="150888" y="95253"/>
                            <a:pt x="145458" y="123447"/>
                            <a:pt x="125646" y="135639"/>
                          </a:cubicBezTo>
                          <a:lnTo>
                            <a:pt x="98120" y="152498"/>
                          </a:lnTo>
                          <a:cubicBezTo>
                            <a:pt x="78117" y="164785"/>
                            <a:pt x="50780" y="156213"/>
                            <a:pt x="37635" y="135734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4" name="Forme libre : forme 13593">
                      <a:extLst>
                        <a:ext uri="{FF2B5EF4-FFF2-40B4-BE49-F238E27FC236}">
                          <a16:creationId xmlns:a16="http://schemas.microsoft.com/office/drawing/2014/main" id="{EE7872DD-2C96-4BFD-9CBB-D7F337A4D4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87293" y="2827496"/>
                      <a:ext cx="98974" cy="131198"/>
                    </a:xfrm>
                    <a:custGeom>
                      <a:avLst/>
                      <a:gdLst>
                        <a:gd name="connsiteX0" fmla="*/ 44396 w 98974"/>
                        <a:gd name="connsiteY0" fmla="*/ 51530 h 131198"/>
                        <a:gd name="connsiteX1" fmla="*/ 25156 w 98974"/>
                        <a:gd name="connsiteY1" fmla="*/ 28289 h 131198"/>
                        <a:gd name="connsiteX2" fmla="*/ 20203 w 98974"/>
                        <a:gd name="connsiteY2" fmla="*/ 14669 h 131198"/>
                        <a:gd name="connsiteX3" fmla="*/ 18488 w 98974"/>
                        <a:gd name="connsiteY3" fmla="*/ 0 h 131198"/>
                        <a:gd name="connsiteX4" fmla="*/ 10107 w 98974"/>
                        <a:gd name="connsiteY4" fmla="*/ 11049 h 131198"/>
                        <a:gd name="connsiteX5" fmla="*/ 2582 w 98974"/>
                        <a:gd name="connsiteY5" fmla="*/ 25813 h 131198"/>
                        <a:gd name="connsiteX6" fmla="*/ 10 w 98974"/>
                        <a:gd name="connsiteY6" fmla="*/ 41338 h 131198"/>
                        <a:gd name="connsiteX7" fmla="*/ 1915 w 98974"/>
                        <a:gd name="connsiteY7" fmla="*/ 55816 h 131198"/>
                        <a:gd name="connsiteX8" fmla="*/ 9058 w 98974"/>
                        <a:gd name="connsiteY8" fmla="*/ 68961 h 131198"/>
                        <a:gd name="connsiteX9" fmla="*/ 37633 w 98974"/>
                        <a:gd name="connsiteY9" fmla="*/ 108680 h 131198"/>
                        <a:gd name="connsiteX10" fmla="*/ 98118 w 98974"/>
                        <a:gd name="connsiteY10" fmla="*/ 125539 h 131198"/>
                        <a:gd name="connsiteX11" fmla="*/ 98974 w 98974"/>
                        <a:gd name="connsiteY11" fmla="*/ 124968 h 131198"/>
                        <a:gd name="connsiteX12" fmla="*/ 73829 w 98974"/>
                        <a:gd name="connsiteY12" fmla="*/ 85725 h 131198"/>
                        <a:gd name="connsiteX13" fmla="*/ 44396 w 98974"/>
                        <a:gd name="connsiteY13" fmla="*/ 51530 h 131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8974" h="131198">
                          <a:moveTo>
                            <a:pt x="44396" y="51530"/>
                          </a:moveTo>
                          <a:cubicBezTo>
                            <a:pt x="35824" y="44958"/>
                            <a:pt x="29537" y="36862"/>
                            <a:pt x="25156" y="28289"/>
                          </a:cubicBezTo>
                          <a:cubicBezTo>
                            <a:pt x="22965" y="23908"/>
                            <a:pt x="21441" y="19336"/>
                            <a:pt x="20203" y="14669"/>
                          </a:cubicBezTo>
                          <a:cubicBezTo>
                            <a:pt x="19060" y="9906"/>
                            <a:pt x="18583" y="4858"/>
                            <a:pt x="18488" y="0"/>
                          </a:cubicBezTo>
                          <a:lnTo>
                            <a:pt x="10107" y="11049"/>
                          </a:lnTo>
                          <a:cubicBezTo>
                            <a:pt x="6582" y="15621"/>
                            <a:pt x="4201" y="20764"/>
                            <a:pt x="2582" y="25813"/>
                          </a:cubicBezTo>
                          <a:cubicBezTo>
                            <a:pt x="962" y="31051"/>
                            <a:pt x="105" y="36386"/>
                            <a:pt x="10" y="41338"/>
                          </a:cubicBezTo>
                          <a:cubicBezTo>
                            <a:pt x="-85" y="46101"/>
                            <a:pt x="486" y="51530"/>
                            <a:pt x="1915" y="55816"/>
                          </a:cubicBezTo>
                          <a:cubicBezTo>
                            <a:pt x="3344" y="60579"/>
                            <a:pt x="5725" y="64865"/>
                            <a:pt x="9058" y="68961"/>
                          </a:cubicBezTo>
                          <a:cubicBezTo>
                            <a:pt x="18679" y="80581"/>
                            <a:pt x="28204" y="94202"/>
                            <a:pt x="37633" y="108680"/>
                          </a:cubicBezTo>
                          <a:cubicBezTo>
                            <a:pt x="50778" y="129159"/>
                            <a:pt x="78115" y="137827"/>
                            <a:pt x="98118" y="125539"/>
                          </a:cubicBezTo>
                          <a:lnTo>
                            <a:pt x="98974" y="124968"/>
                          </a:lnTo>
                          <a:cubicBezTo>
                            <a:pt x="89640" y="112014"/>
                            <a:pt x="82116" y="98488"/>
                            <a:pt x="73829" y="85725"/>
                          </a:cubicBezTo>
                          <a:cubicBezTo>
                            <a:pt x="65542" y="72962"/>
                            <a:pt x="56398" y="60960"/>
                            <a:pt x="44396" y="5153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5" name="Forme libre : forme 13594">
                      <a:extLst>
                        <a:ext uri="{FF2B5EF4-FFF2-40B4-BE49-F238E27FC236}">
                          <a16:creationId xmlns:a16="http://schemas.microsoft.com/office/drawing/2014/main" id="{A44C5D1C-7BE8-4560-861E-82F9326603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5135" y="2860120"/>
                      <a:ext cx="53204" cy="61708"/>
                    </a:xfrm>
                    <a:custGeom>
                      <a:avLst/>
                      <a:gdLst>
                        <a:gd name="connsiteX0" fmla="*/ 45418 w 53204"/>
                        <a:gd name="connsiteY0" fmla="*/ 59387 h 61708"/>
                        <a:gd name="connsiteX1" fmla="*/ 8461 w 53204"/>
                        <a:gd name="connsiteY1" fmla="*/ 43290 h 61708"/>
                        <a:gd name="connsiteX2" fmla="*/ 6175 w 53204"/>
                        <a:gd name="connsiteY2" fmla="*/ 3380 h 61708"/>
                        <a:gd name="connsiteX3" fmla="*/ 44846 w 53204"/>
                        <a:gd name="connsiteY3" fmla="*/ 18144 h 61708"/>
                        <a:gd name="connsiteX4" fmla="*/ 45418 w 53204"/>
                        <a:gd name="connsiteY4" fmla="*/ 59387 h 61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204" h="61708">
                          <a:moveTo>
                            <a:pt x="45418" y="59387"/>
                          </a:moveTo>
                          <a:cubicBezTo>
                            <a:pt x="35035" y="65864"/>
                            <a:pt x="18652" y="58244"/>
                            <a:pt x="8461" y="43290"/>
                          </a:cubicBezTo>
                          <a:cubicBezTo>
                            <a:pt x="-1636" y="28336"/>
                            <a:pt x="-3065" y="11286"/>
                            <a:pt x="6175" y="3380"/>
                          </a:cubicBezTo>
                          <a:cubicBezTo>
                            <a:pt x="15414" y="-4526"/>
                            <a:pt x="33607" y="1856"/>
                            <a:pt x="44846" y="18144"/>
                          </a:cubicBezTo>
                          <a:cubicBezTo>
                            <a:pt x="55990" y="34432"/>
                            <a:pt x="55800" y="52910"/>
                            <a:pt x="45418" y="5938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6" name="Forme libre : forme 13595">
                      <a:extLst>
                        <a:ext uri="{FF2B5EF4-FFF2-40B4-BE49-F238E27FC236}">
                          <a16:creationId xmlns:a16="http://schemas.microsoft.com/office/drawing/2014/main" id="{ECC0697C-66EC-4F28-92D5-5D3D24886D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5040" y="2860069"/>
                      <a:ext cx="30082" cy="54294"/>
                    </a:xfrm>
                    <a:custGeom>
                      <a:avLst/>
                      <a:gdLst>
                        <a:gd name="connsiteX0" fmla="*/ 30083 w 30082"/>
                        <a:gd name="connsiteY0" fmla="*/ 4193 h 54294"/>
                        <a:gd name="connsiteX1" fmla="*/ 6175 w 30082"/>
                        <a:gd name="connsiteY1" fmla="*/ 3336 h 54294"/>
                        <a:gd name="connsiteX2" fmla="*/ 8461 w 30082"/>
                        <a:gd name="connsiteY2" fmla="*/ 43246 h 54294"/>
                        <a:gd name="connsiteX3" fmla="*/ 18748 w 30082"/>
                        <a:gd name="connsiteY3" fmla="*/ 54295 h 54294"/>
                        <a:gd name="connsiteX4" fmla="*/ 15414 w 30082"/>
                        <a:gd name="connsiteY4" fmla="*/ 46580 h 54294"/>
                        <a:gd name="connsiteX5" fmla="*/ 30083 w 30082"/>
                        <a:gd name="connsiteY5" fmla="*/ 4193 h 54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082" h="54294">
                          <a:moveTo>
                            <a:pt x="30083" y="4193"/>
                          </a:moveTo>
                          <a:cubicBezTo>
                            <a:pt x="21320" y="-1045"/>
                            <a:pt x="11985" y="-1426"/>
                            <a:pt x="6175" y="3336"/>
                          </a:cubicBezTo>
                          <a:cubicBezTo>
                            <a:pt x="-3065" y="11242"/>
                            <a:pt x="-1636" y="28292"/>
                            <a:pt x="8461" y="43246"/>
                          </a:cubicBezTo>
                          <a:cubicBezTo>
                            <a:pt x="11509" y="47627"/>
                            <a:pt x="14938" y="51438"/>
                            <a:pt x="18748" y="54295"/>
                          </a:cubicBezTo>
                          <a:cubicBezTo>
                            <a:pt x="17319" y="51914"/>
                            <a:pt x="16176" y="49342"/>
                            <a:pt x="15414" y="46580"/>
                          </a:cubicBezTo>
                          <a:cubicBezTo>
                            <a:pt x="13032" y="30768"/>
                            <a:pt x="17700" y="12290"/>
                            <a:pt x="30083" y="4193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7" name="Forme libre : forme 13596">
                      <a:extLst>
                        <a:ext uri="{FF2B5EF4-FFF2-40B4-BE49-F238E27FC236}">
                          <a16:creationId xmlns:a16="http://schemas.microsoft.com/office/drawing/2014/main" id="{C099E026-65EB-49FF-9787-7F17C7DBBD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3213" y="2865799"/>
                      <a:ext cx="52900" cy="61540"/>
                    </a:xfrm>
                    <a:custGeom>
                      <a:avLst/>
                      <a:gdLst>
                        <a:gd name="connsiteX0" fmla="*/ 45055 w 52900"/>
                        <a:gd name="connsiteY0" fmla="*/ 59233 h 61540"/>
                        <a:gd name="connsiteX1" fmla="*/ 8193 w 52900"/>
                        <a:gd name="connsiteY1" fmla="*/ 43041 h 61540"/>
                        <a:gd name="connsiteX2" fmla="*/ 6383 w 52900"/>
                        <a:gd name="connsiteY2" fmla="*/ 3321 h 61540"/>
                        <a:gd name="connsiteX3" fmla="*/ 44673 w 52900"/>
                        <a:gd name="connsiteY3" fmla="*/ 18085 h 61540"/>
                        <a:gd name="connsiteX4" fmla="*/ 45055 w 52900"/>
                        <a:gd name="connsiteY4" fmla="*/ 59233 h 615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900" h="61540">
                          <a:moveTo>
                            <a:pt x="45055" y="59233"/>
                          </a:moveTo>
                          <a:cubicBezTo>
                            <a:pt x="34672" y="65710"/>
                            <a:pt x="18289" y="57995"/>
                            <a:pt x="8193" y="43041"/>
                          </a:cubicBezTo>
                          <a:cubicBezTo>
                            <a:pt x="-1904" y="28182"/>
                            <a:pt x="-2856" y="11132"/>
                            <a:pt x="6383" y="3321"/>
                          </a:cubicBezTo>
                          <a:cubicBezTo>
                            <a:pt x="15813" y="-4489"/>
                            <a:pt x="33624" y="1893"/>
                            <a:pt x="44673" y="18085"/>
                          </a:cubicBezTo>
                          <a:cubicBezTo>
                            <a:pt x="55723" y="34373"/>
                            <a:pt x="55436" y="52756"/>
                            <a:pt x="45055" y="5923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8" name="Forme libre : forme 13597">
                      <a:extLst>
                        <a:ext uri="{FF2B5EF4-FFF2-40B4-BE49-F238E27FC236}">
                          <a16:creationId xmlns:a16="http://schemas.microsoft.com/office/drawing/2014/main" id="{2585DCAA-465E-4124-8846-C759F83C0C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04355" y="2823463"/>
                      <a:ext cx="58244" cy="102297"/>
                    </a:xfrm>
                    <a:custGeom>
                      <a:avLst/>
                      <a:gdLst>
                        <a:gd name="connsiteX0" fmla="*/ 15429 w 58244"/>
                        <a:gd name="connsiteY0" fmla="*/ 20797 h 102297"/>
                        <a:gd name="connsiteX1" fmla="*/ 2665 w 58244"/>
                        <a:gd name="connsiteY1" fmla="*/ 36894 h 102297"/>
                        <a:gd name="connsiteX2" fmla="*/ 5999 w 58244"/>
                        <a:gd name="connsiteY2" fmla="*/ 74042 h 102297"/>
                        <a:gd name="connsiteX3" fmla="*/ 27240 w 58244"/>
                        <a:gd name="connsiteY3" fmla="*/ 98997 h 102297"/>
                        <a:gd name="connsiteX4" fmla="*/ 49909 w 58244"/>
                        <a:gd name="connsiteY4" fmla="*/ 97378 h 102297"/>
                        <a:gd name="connsiteX5" fmla="*/ 52100 w 58244"/>
                        <a:gd name="connsiteY5" fmla="*/ 81852 h 102297"/>
                        <a:gd name="connsiteX6" fmla="*/ 54958 w 58244"/>
                        <a:gd name="connsiteY6" fmla="*/ 43943 h 102297"/>
                        <a:gd name="connsiteX7" fmla="*/ 48385 w 58244"/>
                        <a:gd name="connsiteY7" fmla="*/ 1556 h 102297"/>
                        <a:gd name="connsiteX8" fmla="*/ 15429 w 58244"/>
                        <a:gd name="connsiteY8" fmla="*/ 20797 h 102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244" h="102297">
                          <a:moveTo>
                            <a:pt x="15429" y="20797"/>
                          </a:moveTo>
                          <a:cubicBezTo>
                            <a:pt x="10475" y="25559"/>
                            <a:pt x="5427" y="30608"/>
                            <a:pt x="2665" y="36894"/>
                          </a:cubicBezTo>
                          <a:cubicBezTo>
                            <a:pt x="-2478" y="48705"/>
                            <a:pt x="474" y="62516"/>
                            <a:pt x="5999" y="74042"/>
                          </a:cubicBezTo>
                          <a:cubicBezTo>
                            <a:pt x="10571" y="83853"/>
                            <a:pt x="17334" y="93282"/>
                            <a:pt x="27240" y="98997"/>
                          </a:cubicBezTo>
                          <a:cubicBezTo>
                            <a:pt x="34574" y="103093"/>
                            <a:pt x="45242" y="104236"/>
                            <a:pt x="49909" y="97378"/>
                          </a:cubicBezTo>
                          <a:cubicBezTo>
                            <a:pt x="52766" y="93092"/>
                            <a:pt x="52386" y="87281"/>
                            <a:pt x="52100" y="81852"/>
                          </a:cubicBezTo>
                          <a:cubicBezTo>
                            <a:pt x="51528" y="69089"/>
                            <a:pt x="52671" y="56325"/>
                            <a:pt x="54958" y="43943"/>
                          </a:cubicBezTo>
                          <a:cubicBezTo>
                            <a:pt x="57339" y="33561"/>
                            <a:pt x="63530" y="10224"/>
                            <a:pt x="48385" y="1556"/>
                          </a:cubicBezTo>
                          <a:cubicBezTo>
                            <a:pt x="34574" y="-5683"/>
                            <a:pt x="22477" y="14320"/>
                            <a:pt x="15429" y="2079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9" name="Forme libre : forme 13598">
                      <a:extLst>
                        <a:ext uri="{FF2B5EF4-FFF2-40B4-BE49-F238E27FC236}">
                          <a16:creationId xmlns:a16="http://schemas.microsoft.com/office/drawing/2014/main" id="{9353678A-D7F9-4243-8862-83FADB6D82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2838" y="2838655"/>
                      <a:ext cx="32178" cy="19618"/>
                    </a:xfrm>
                    <a:custGeom>
                      <a:avLst/>
                      <a:gdLst>
                        <a:gd name="connsiteX0" fmla="*/ 6092 w 32178"/>
                        <a:gd name="connsiteY0" fmla="*/ 271 h 19618"/>
                        <a:gd name="connsiteX1" fmla="*/ 1425 w 32178"/>
                        <a:gd name="connsiteY1" fmla="*/ 2081 h 19618"/>
                        <a:gd name="connsiteX2" fmla="*/ 282 w 32178"/>
                        <a:gd name="connsiteY2" fmla="*/ 6843 h 19618"/>
                        <a:gd name="connsiteX3" fmla="*/ 3901 w 32178"/>
                        <a:gd name="connsiteY3" fmla="*/ 10558 h 19618"/>
                        <a:gd name="connsiteX4" fmla="*/ 15426 w 32178"/>
                        <a:gd name="connsiteY4" fmla="*/ 17511 h 19618"/>
                        <a:gd name="connsiteX5" fmla="*/ 20475 w 32178"/>
                        <a:gd name="connsiteY5" fmla="*/ 19416 h 19618"/>
                        <a:gd name="connsiteX6" fmla="*/ 29237 w 32178"/>
                        <a:gd name="connsiteY6" fmla="*/ 7605 h 19618"/>
                        <a:gd name="connsiteX7" fmla="*/ 6092 w 32178"/>
                        <a:gd name="connsiteY7" fmla="*/ 271 h 19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178" h="19618">
                          <a:moveTo>
                            <a:pt x="6092" y="271"/>
                          </a:moveTo>
                          <a:cubicBezTo>
                            <a:pt x="4377" y="557"/>
                            <a:pt x="2663" y="1033"/>
                            <a:pt x="1425" y="2081"/>
                          </a:cubicBezTo>
                          <a:cubicBezTo>
                            <a:pt x="186" y="3224"/>
                            <a:pt x="-385" y="5129"/>
                            <a:pt x="282" y="6843"/>
                          </a:cubicBezTo>
                          <a:cubicBezTo>
                            <a:pt x="948" y="8463"/>
                            <a:pt x="2472" y="9606"/>
                            <a:pt x="3901" y="10558"/>
                          </a:cubicBezTo>
                          <a:cubicBezTo>
                            <a:pt x="7521" y="13130"/>
                            <a:pt x="11426" y="15511"/>
                            <a:pt x="15426" y="17511"/>
                          </a:cubicBezTo>
                          <a:cubicBezTo>
                            <a:pt x="17141" y="18273"/>
                            <a:pt x="18856" y="19131"/>
                            <a:pt x="20475" y="19416"/>
                          </a:cubicBezTo>
                          <a:cubicBezTo>
                            <a:pt x="27618" y="20750"/>
                            <a:pt x="37048" y="15321"/>
                            <a:pt x="29237" y="7605"/>
                          </a:cubicBezTo>
                          <a:cubicBezTo>
                            <a:pt x="23047" y="1605"/>
                            <a:pt x="13140" y="-872"/>
                            <a:pt x="6092" y="27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0" name="Forme libre : forme 13599">
                      <a:extLst>
                        <a:ext uri="{FF2B5EF4-FFF2-40B4-BE49-F238E27FC236}">
                          <a16:creationId xmlns:a16="http://schemas.microsoft.com/office/drawing/2014/main" id="{A7F27458-D89B-486D-B8A2-E35DF7AF5E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27689" y="2935605"/>
                      <a:ext cx="59435" cy="16819"/>
                    </a:xfrm>
                    <a:custGeom>
                      <a:avLst/>
                      <a:gdLst>
                        <a:gd name="connsiteX0" fmla="*/ 59436 w 59435"/>
                        <a:gd name="connsiteY0" fmla="*/ 10954 h 16819"/>
                        <a:gd name="connsiteX1" fmla="*/ 41529 w 59435"/>
                        <a:gd name="connsiteY1" fmla="*/ 16669 h 16819"/>
                        <a:gd name="connsiteX2" fmla="*/ 0 w 59435"/>
                        <a:gd name="connsiteY2" fmla="*/ 0 h 16819"/>
                        <a:gd name="connsiteX3" fmla="*/ 17050 w 59435"/>
                        <a:gd name="connsiteY3" fmla="*/ 9334 h 16819"/>
                        <a:gd name="connsiteX4" fmla="*/ 59436 w 59435"/>
                        <a:gd name="connsiteY4" fmla="*/ 10954 h 16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435" h="16819">
                          <a:moveTo>
                            <a:pt x="59436" y="10954"/>
                          </a:moveTo>
                          <a:cubicBezTo>
                            <a:pt x="59436" y="10954"/>
                            <a:pt x="52483" y="15811"/>
                            <a:pt x="41529" y="16669"/>
                          </a:cubicBezTo>
                          <a:cubicBezTo>
                            <a:pt x="30575" y="17621"/>
                            <a:pt x="15621" y="14288"/>
                            <a:pt x="0" y="0"/>
                          </a:cubicBezTo>
                          <a:cubicBezTo>
                            <a:pt x="0" y="0"/>
                            <a:pt x="6382" y="5239"/>
                            <a:pt x="17050" y="9334"/>
                          </a:cubicBezTo>
                          <a:cubicBezTo>
                            <a:pt x="27717" y="13430"/>
                            <a:pt x="42672" y="16478"/>
                            <a:pt x="59436" y="109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1" name="Forme libre : forme 13600">
                      <a:extLst>
                        <a:ext uri="{FF2B5EF4-FFF2-40B4-BE49-F238E27FC236}">
                          <a16:creationId xmlns:a16="http://schemas.microsoft.com/office/drawing/2014/main" id="{5A99F9A8-E1A0-4783-BDDA-99EF12D24E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17116" y="2806163"/>
                      <a:ext cx="68103" cy="20190"/>
                    </a:xfrm>
                    <a:custGeom>
                      <a:avLst/>
                      <a:gdLst>
                        <a:gd name="connsiteX0" fmla="*/ 68104 w 68103"/>
                        <a:gd name="connsiteY0" fmla="*/ 20190 h 20190"/>
                        <a:gd name="connsiteX1" fmla="*/ 62389 w 68103"/>
                        <a:gd name="connsiteY1" fmla="*/ 14666 h 20190"/>
                        <a:gd name="connsiteX2" fmla="*/ 46292 w 68103"/>
                        <a:gd name="connsiteY2" fmla="*/ 4474 h 20190"/>
                        <a:gd name="connsiteX3" fmla="*/ 23432 w 68103"/>
                        <a:gd name="connsiteY3" fmla="*/ 188 h 20190"/>
                        <a:gd name="connsiteX4" fmla="*/ 0 w 68103"/>
                        <a:gd name="connsiteY4" fmla="*/ 11523 h 20190"/>
                        <a:gd name="connsiteX5" fmla="*/ 5239 w 68103"/>
                        <a:gd name="connsiteY5" fmla="*/ 8379 h 20190"/>
                        <a:gd name="connsiteX6" fmla="*/ 19812 w 68103"/>
                        <a:gd name="connsiteY6" fmla="*/ 3807 h 20190"/>
                        <a:gd name="connsiteX7" fmla="*/ 42196 w 68103"/>
                        <a:gd name="connsiteY7" fmla="*/ 5331 h 20190"/>
                        <a:gd name="connsiteX8" fmla="*/ 55055 w 68103"/>
                        <a:gd name="connsiteY8" fmla="*/ 10760 h 20190"/>
                        <a:gd name="connsiteX9" fmla="*/ 68104 w 68103"/>
                        <a:gd name="connsiteY9" fmla="*/ 20190 h 20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103" h="20190">
                          <a:moveTo>
                            <a:pt x="68104" y="20190"/>
                          </a:moveTo>
                          <a:cubicBezTo>
                            <a:pt x="68104" y="20190"/>
                            <a:pt x="66104" y="17809"/>
                            <a:pt x="62389" y="14666"/>
                          </a:cubicBezTo>
                          <a:cubicBezTo>
                            <a:pt x="58388" y="11523"/>
                            <a:pt x="53054" y="7522"/>
                            <a:pt x="46292" y="4474"/>
                          </a:cubicBezTo>
                          <a:cubicBezTo>
                            <a:pt x="39338" y="1521"/>
                            <a:pt x="31718" y="-669"/>
                            <a:pt x="23432" y="188"/>
                          </a:cubicBezTo>
                          <a:cubicBezTo>
                            <a:pt x="15240" y="950"/>
                            <a:pt x="7334" y="4188"/>
                            <a:pt x="0" y="11523"/>
                          </a:cubicBezTo>
                          <a:cubicBezTo>
                            <a:pt x="0" y="11523"/>
                            <a:pt x="1905" y="10094"/>
                            <a:pt x="5239" y="8379"/>
                          </a:cubicBezTo>
                          <a:cubicBezTo>
                            <a:pt x="8573" y="6760"/>
                            <a:pt x="13526" y="4760"/>
                            <a:pt x="19812" y="3807"/>
                          </a:cubicBezTo>
                          <a:cubicBezTo>
                            <a:pt x="26289" y="2759"/>
                            <a:pt x="33814" y="2950"/>
                            <a:pt x="42196" y="5331"/>
                          </a:cubicBezTo>
                          <a:cubicBezTo>
                            <a:pt x="46482" y="6474"/>
                            <a:pt x="50768" y="8284"/>
                            <a:pt x="55055" y="10760"/>
                          </a:cubicBezTo>
                          <a:cubicBezTo>
                            <a:pt x="59436" y="13237"/>
                            <a:pt x="64008" y="16285"/>
                            <a:pt x="68104" y="201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2" name="Forme libre : forme 13601">
                      <a:extLst>
                        <a:ext uri="{FF2B5EF4-FFF2-40B4-BE49-F238E27FC236}">
                          <a16:creationId xmlns:a16="http://schemas.microsoft.com/office/drawing/2014/main" id="{F734411B-37AF-4663-A718-8C1543054A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65570" y="2878244"/>
                      <a:ext cx="16221" cy="25625"/>
                    </a:xfrm>
                    <a:custGeom>
                      <a:avLst/>
                      <a:gdLst>
                        <a:gd name="connsiteX0" fmla="*/ 11935 w 16221"/>
                        <a:gd name="connsiteY0" fmla="*/ 25547 h 25625"/>
                        <a:gd name="connsiteX1" fmla="*/ 1076 w 16221"/>
                        <a:gd name="connsiteY1" fmla="*/ 14403 h 25625"/>
                        <a:gd name="connsiteX2" fmla="*/ 4029 w 16221"/>
                        <a:gd name="connsiteY2" fmla="*/ 115 h 25625"/>
                        <a:gd name="connsiteX3" fmla="*/ 15173 w 16221"/>
                        <a:gd name="connsiteY3" fmla="*/ 11355 h 25625"/>
                        <a:gd name="connsiteX4" fmla="*/ 11935 w 16221"/>
                        <a:gd name="connsiteY4" fmla="*/ 25547 h 25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21" h="25625">
                          <a:moveTo>
                            <a:pt x="11935" y="25547"/>
                          </a:moveTo>
                          <a:cubicBezTo>
                            <a:pt x="8030" y="26309"/>
                            <a:pt x="3172" y="21451"/>
                            <a:pt x="1076" y="14403"/>
                          </a:cubicBezTo>
                          <a:cubicBezTo>
                            <a:pt x="-1115" y="7450"/>
                            <a:pt x="124" y="1068"/>
                            <a:pt x="4029" y="115"/>
                          </a:cubicBezTo>
                          <a:cubicBezTo>
                            <a:pt x="7934" y="-837"/>
                            <a:pt x="13077" y="4211"/>
                            <a:pt x="15173" y="11355"/>
                          </a:cubicBezTo>
                          <a:cubicBezTo>
                            <a:pt x="17459" y="18403"/>
                            <a:pt x="15839" y="24785"/>
                            <a:pt x="11935" y="2554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3" name="Forme libre : forme 13602">
                      <a:extLst>
                        <a:ext uri="{FF2B5EF4-FFF2-40B4-BE49-F238E27FC236}">
                          <a16:creationId xmlns:a16="http://schemas.microsoft.com/office/drawing/2014/main" id="{40FFAFB7-0A43-43DA-B4ED-4CD43CB072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75923" y="2899519"/>
                      <a:ext cx="6497" cy="6925"/>
                    </a:xfrm>
                    <a:custGeom>
                      <a:avLst/>
                      <a:gdLst>
                        <a:gd name="connsiteX0" fmla="*/ 5202 w 6497"/>
                        <a:gd name="connsiteY0" fmla="*/ 6463 h 6925"/>
                        <a:gd name="connsiteX1" fmla="*/ 630 w 6497"/>
                        <a:gd name="connsiteY1" fmla="*/ 5225 h 6925"/>
                        <a:gd name="connsiteX2" fmla="*/ 1296 w 6497"/>
                        <a:gd name="connsiteY2" fmla="*/ 462 h 6925"/>
                        <a:gd name="connsiteX3" fmla="*/ 5868 w 6497"/>
                        <a:gd name="connsiteY3" fmla="*/ 1700 h 6925"/>
                        <a:gd name="connsiteX4" fmla="*/ 5202 w 6497"/>
                        <a:gd name="connsiteY4" fmla="*/ 6463 h 6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7" h="6925">
                          <a:moveTo>
                            <a:pt x="5202" y="6463"/>
                          </a:moveTo>
                          <a:cubicBezTo>
                            <a:pt x="3773" y="7416"/>
                            <a:pt x="1677" y="6844"/>
                            <a:pt x="630" y="5225"/>
                          </a:cubicBezTo>
                          <a:cubicBezTo>
                            <a:pt x="-418" y="3606"/>
                            <a:pt x="-132" y="1415"/>
                            <a:pt x="1296" y="462"/>
                          </a:cubicBezTo>
                          <a:cubicBezTo>
                            <a:pt x="2725" y="-490"/>
                            <a:pt x="4821" y="81"/>
                            <a:pt x="5868" y="1700"/>
                          </a:cubicBezTo>
                          <a:cubicBezTo>
                            <a:pt x="6916" y="3320"/>
                            <a:pt x="6631" y="5510"/>
                            <a:pt x="5202" y="64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4" name="Forme libre : forme 13603">
                      <a:extLst>
                        <a:ext uri="{FF2B5EF4-FFF2-40B4-BE49-F238E27FC236}">
                          <a16:creationId xmlns:a16="http://schemas.microsoft.com/office/drawing/2014/main" id="{CECF03F4-2C07-4BAB-BE59-7B8C75EE36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83491" y="2859211"/>
                      <a:ext cx="37352" cy="76860"/>
                    </a:xfrm>
                    <a:custGeom>
                      <a:avLst/>
                      <a:gdLst>
                        <a:gd name="connsiteX0" fmla="*/ 32114 w 37352"/>
                        <a:gd name="connsiteY0" fmla="*/ 56010 h 76860"/>
                        <a:gd name="connsiteX1" fmla="*/ 11159 w 37352"/>
                        <a:gd name="connsiteY1" fmla="*/ 74965 h 76860"/>
                        <a:gd name="connsiteX2" fmla="*/ 1253 w 37352"/>
                        <a:gd name="connsiteY2" fmla="*/ 75156 h 76860"/>
                        <a:gd name="connsiteX3" fmla="*/ 1824 w 37352"/>
                        <a:gd name="connsiteY3" fmla="*/ 65726 h 76860"/>
                        <a:gd name="connsiteX4" fmla="*/ 14969 w 37352"/>
                        <a:gd name="connsiteY4" fmla="*/ 38580 h 76860"/>
                        <a:gd name="connsiteX5" fmla="*/ 10587 w 37352"/>
                        <a:gd name="connsiteY5" fmla="*/ 16767 h 76860"/>
                        <a:gd name="connsiteX6" fmla="*/ 13635 w 37352"/>
                        <a:gd name="connsiteY6" fmla="*/ 3 h 76860"/>
                        <a:gd name="connsiteX7" fmla="*/ 29447 w 37352"/>
                        <a:gd name="connsiteY7" fmla="*/ 14005 h 76860"/>
                        <a:gd name="connsiteX8" fmla="*/ 37162 w 37352"/>
                        <a:gd name="connsiteY8" fmla="*/ 34198 h 76860"/>
                        <a:gd name="connsiteX9" fmla="*/ 32114 w 37352"/>
                        <a:gd name="connsiteY9" fmla="*/ 56010 h 76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352" h="76860">
                          <a:moveTo>
                            <a:pt x="32114" y="56010"/>
                          </a:moveTo>
                          <a:cubicBezTo>
                            <a:pt x="27065" y="64297"/>
                            <a:pt x="19350" y="70202"/>
                            <a:pt x="11159" y="74965"/>
                          </a:cubicBezTo>
                          <a:cubicBezTo>
                            <a:pt x="8111" y="76680"/>
                            <a:pt x="3825" y="78108"/>
                            <a:pt x="1253" y="75156"/>
                          </a:cubicBezTo>
                          <a:cubicBezTo>
                            <a:pt x="-1033" y="72489"/>
                            <a:pt x="205" y="68488"/>
                            <a:pt x="1824" y="65726"/>
                          </a:cubicBezTo>
                          <a:cubicBezTo>
                            <a:pt x="6872" y="56963"/>
                            <a:pt x="14398" y="49343"/>
                            <a:pt x="14969" y="38580"/>
                          </a:cubicBezTo>
                          <a:cubicBezTo>
                            <a:pt x="15254" y="35246"/>
                            <a:pt x="12397" y="25626"/>
                            <a:pt x="10587" y="16767"/>
                          </a:cubicBezTo>
                          <a:cubicBezTo>
                            <a:pt x="8873" y="7909"/>
                            <a:pt x="8015" y="-187"/>
                            <a:pt x="13635" y="3"/>
                          </a:cubicBezTo>
                          <a:cubicBezTo>
                            <a:pt x="19350" y="194"/>
                            <a:pt x="25161" y="6576"/>
                            <a:pt x="29447" y="14005"/>
                          </a:cubicBezTo>
                          <a:cubicBezTo>
                            <a:pt x="33828" y="21435"/>
                            <a:pt x="36686" y="29817"/>
                            <a:pt x="37162" y="34198"/>
                          </a:cubicBezTo>
                          <a:cubicBezTo>
                            <a:pt x="38019" y="42009"/>
                            <a:pt x="35924" y="49724"/>
                            <a:pt x="32114" y="5601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16" name="Graphique 1">
                    <a:extLst>
                      <a:ext uri="{FF2B5EF4-FFF2-40B4-BE49-F238E27FC236}">
                        <a16:creationId xmlns:a16="http://schemas.microsoft.com/office/drawing/2014/main" id="{2B89A8A5-BD0C-4CD3-A6FC-E87382832446}"/>
                      </a:ext>
                    </a:extLst>
                  </p:cNvPr>
                  <p:cNvGrpSpPr/>
                  <p:nvPr/>
                </p:nvGrpSpPr>
                <p:grpSpPr>
                  <a:xfrm>
                    <a:off x="6666537" y="2930373"/>
                    <a:ext cx="145375" cy="158846"/>
                    <a:chOff x="6666537" y="2930373"/>
                    <a:chExt cx="145375" cy="158846"/>
                  </a:xfrm>
                  <a:solidFill>
                    <a:schemeClr val="accent1"/>
                  </a:solidFill>
                </p:grpSpPr>
                <p:sp>
                  <p:nvSpPr>
                    <p:cNvPr id="13581" name="Forme libre : forme 13580">
                      <a:extLst>
                        <a:ext uri="{FF2B5EF4-FFF2-40B4-BE49-F238E27FC236}">
                          <a16:creationId xmlns:a16="http://schemas.microsoft.com/office/drawing/2014/main" id="{48A33F74-A480-4B08-9DB7-14A743F2DA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66633" y="2930373"/>
                      <a:ext cx="145280" cy="158791"/>
                    </a:xfrm>
                    <a:custGeom>
                      <a:avLst/>
                      <a:gdLst>
                        <a:gd name="connsiteX0" fmla="*/ 45257 w 145280"/>
                        <a:gd name="connsiteY0" fmla="*/ 137438 h 158791"/>
                        <a:gd name="connsiteX1" fmla="*/ 35161 w 145280"/>
                        <a:gd name="connsiteY1" fmla="*/ 124675 h 158791"/>
                        <a:gd name="connsiteX2" fmla="*/ 25827 w 145280"/>
                        <a:gd name="connsiteY2" fmla="*/ 111911 h 158791"/>
                        <a:gd name="connsiteX3" fmla="*/ 8682 w 145280"/>
                        <a:gd name="connsiteY3" fmla="*/ 86575 h 158791"/>
                        <a:gd name="connsiteX4" fmla="*/ 18874 w 145280"/>
                        <a:gd name="connsiteY4" fmla="*/ 22567 h 158791"/>
                        <a:gd name="connsiteX5" fmla="*/ 46400 w 145280"/>
                        <a:gd name="connsiteY5" fmla="*/ 5708 h 158791"/>
                        <a:gd name="connsiteX6" fmla="*/ 107170 w 145280"/>
                        <a:gd name="connsiteY6" fmla="*/ 22376 h 158791"/>
                        <a:gd name="connsiteX7" fmla="*/ 121553 w 145280"/>
                        <a:gd name="connsiteY7" fmla="*/ 43332 h 158791"/>
                        <a:gd name="connsiteX8" fmla="*/ 128792 w 145280"/>
                        <a:gd name="connsiteY8" fmla="*/ 53047 h 158791"/>
                        <a:gd name="connsiteX9" fmla="*/ 136126 w 145280"/>
                        <a:gd name="connsiteY9" fmla="*/ 62191 h 158791"/>
                        <a:gd name="connsiteX10" fmla="*/ 143365 w 145280"/>
                        <a:gd name="connsiteY10" fmla="*/ 75240 h 158791"/>
                        <a:gd name="connsiteX11" fmla="*/ 145270 w 145280"/>
                        <a:gd name="connsiteY11" fmla="*/ 89909 h 158791"/>
                        <a:gd name="connsiteX12" fmla="*/ 142413 w 145280"/>
                        <a:gd name="connsiteY12" fmla="*/ 105530 h 158791"/>
                        <a:gd name="connsiteX13" fmla="*/ 134507 w 145280"/>
                        <a:gd name="connsiteY13" fmla="*/ 120484 h 158791"/>
                        <a:gd name="connsiteX14" fmla="*/ 114409 w 145280"/>
                        <a:gd name="connsiteY14" fmla="*/ 146106 h 158791"/>
                        <a:gd name="connsiteX15" fmla="*/ 100598 w 145280"/>
                        <a:gd name="connsiteY15" fmla="*/ 156393 h 158791"/>
                        <a:gd name="connsiteX16" fmla="*/ 82405 w 145280"/>
                        <a:gd name="connsiteY16" fmla="*/ 158489 h 158791"/>
                        <a:gd name="connsiteX17" fmla="*/ 62688 w 145280"/>
                        <a:gd name="connsiteY17" fmla="*/ 151916 h 158791"/>
                        <a:gd name="connsiteX18" fmla="*/ 45257 w 145280"/>
                        <a:gd name="connsiteY18" fmla="*/ 137438 h 1587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45280" h="158791">
                          <a:moveTo>
                            <a:pt x="45257" y="137438"/>
                          </a:moveTo>
                          <a:lnTo>
                            <a:pt x="35161" y="124675"/>
                          </a:lnTo>
                          <a:lnTo>
                            <a:pt x="25827" y="111911"/>
                          </a:lnTo>
                          <a:cubicBezTo>
                            <a:pt x="19826" y="103434"/>
                            <a:pt x="14111" y="94957"/>
                            <a:pt x="8682" y="86575"/>
                          </a:cubicBezTo>
                          <a:cubicBezTo>
                            <a:pt x="-6559" y="62953"/>
                            <a:pt x="-843" y="34854"/>
                            <a:pt x="18874" y="22567"/>
                          </a:cubicBezTo>
                          <a:lnTo>
                            <a:pt x="46400" y="5708"/>
                          </a:lnTo>
                          <a:cubicBezTo>
                            <a:pt x="66308" y="-6675"/>
                            <a:pt x="93835" y="2088"/>
                            <a:pt x="107170" y="22376"/>
                          </a:cubicBezTo>
                          <a:cubicBezTo>
                            <a:pt x="111932" y="29615"/>
                            <a:pt x="116695" y="36569"/>
                            <a:pt x="121553" y="43332"/>
                          </a:cubicBezTo>
                          <a:lnTo>
                            <a:pt x="128792" y="53047"/>
                          </a:lnTo>
                          <a:lnTo>
                            <a:pt x="136126" y="62191"/>
                          </a:lnTo>
                          <a:cubicBezTo>
                            <a:pt x="139650" y="65906"/>
                            <a:pt x="141841" y="70859"/>
                            <a:pt x="143365" y="75240"/>
                          </a:cubicBezTo>
                          <a:cubicBezTo>
                            <a:pt x="144794" y="79907"/>
                            <a:pt x="145365" y="84956"/>
                            <a:pt x="145270" y="89909"/>
                          </a:cubicBezTo>
                          <a:cubicBezTo>
                            <a:pt x="145080" y="94957"/>
                            <a:pt x="144127" y="100482"/>
                            <a:pt x="142413" y="105530"/>
                          </a:cubicBezTo>
                          <a:cubicBezTo>
                            <a:pt x="140698" y="110673"/>
                            <a:pt x="138126" y="115817"/>
                            <a:pt x="134507" y="120484"/>
                          </a:cubicBezTo>
                          <a:lnTo>
                            <a:pt x="114409" y="146106"/>
                          </a:lnTo>
                          <a:cubicBezTo>
                            <a:pt x="110789" y="150773"/>
                            <a:pt x="106122" y="154298"/>
                            <a:pt x="100598" y="156393"/>
                          </a:cubicBezTo>
                          <a:cubicBezTo>
                            <a:pt x="94978" y="158584"/>
                            <a:pt x="88977" y="159251"/>
                            <a:pt x="82405" y="158489"/>
                          </a:cubicBezTo>
                          <a:cubicBezTo>
                            <a:pt x="75738" y="157822"/>
                            <a:pt x="69070" y="155536"/>
                            <a:pt x="62688" y="151916"/>
                          </a:cubicBezTo>
                          <a:cubicBezTo>
                            <a:pt x="55925" y="148392"/>
                            <a:pt x="50496" y="143439"/>
                            <a:pt x="45257" y="13743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2" name="Forme libre : forme 13581">
                      <a:extLst>
                        <a:ext uri="{FF2B5EF4-FFF2-40B4-BE49-F238E27FC236}">
                          <a16:creationId xmlns:a16="http://schemas.microsoft.com/office/drawing/2014/main" id="{274BD1CC-6F90-400B-BC0A-20C5A53C8B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66537" y="2945701"/>
                      <a:ext cx="114980" cy="143518"/>
                    </a:xfrm>
                    <a:custGeom>
                      <a:avLst/>
                      <a:gdLst>
                        <a:gd name="connsiteX0" fmla="*/ 46686 w 114980"/>
                        <a:gd name="connsiteY0" fmla="*/ 58674 h 143518"/>
                        <a:gd name="connsiteX1" fmla="*/ 30780 w 114980"/>
                        <a:gd name="connsiteY1" fmla="*/ 0 h 143518"/>
                        <a:gd name="connsiteX2" fmla="*/ 18874 w 114980"/>
                        <a:gd name="connsiteY2" fmla="*/ 7334 h 143518"/>
                        <a:gd name="connsiteX3" fmla="*/ 8682 w 114980"/>
                        <a:gd name="connsiteY3" fmla="*/ 71342 h 143518"/>
                        <a:gd name="connsiteX4" fmla="*/ 25827 w 114980"/>
                        <a:gd name="connsiteY4" fmla="*/ 96679 h 143518"/>
                        <a:gd name="connsiteX5" fmla="*/ 35161 w 114980"/>
                        <a:gd name="connsiteY5" fmla="*/ 109442 h 143518"/>
                        <a:gd name="connsiteX6" fmla="*/ 45257 w 114980"/>
                        <a:gd name="connsiteY6" fmla="*/ 122206 h 143518"/>
                        <a:gd name="connsiteX7" fmla="*/ 62593 w 114980"/>
                        <a:gd name="connsiteY7" fmla="*/ 136684 h 143518"/>
                        <a:gd name="connsiteX8" fmla="*/ 82310 w 114980"/>
                        <a:gd name="connsiteY8" fmla="*/ 143256 h 143518"/>
                        <a:gd name="connsiteX9" fmla="*/ 100503 w 114980"/>
                        <a:gd name="connsiteY9" fmla="*/ 141160 h 143518"/>
                        <a:gd name="connsiteX10" fmla="*/ 114314 w 114980"/>
                        <a:gd name="connsiteY10" fmla="*/ 130873 h 143518"/>
                        <a:gd name="connsiteX11" fmla="*/ 114980 w 114980"/>
                        <a:gd name="connsiteY11" fmla="*/ 130016 h 143518"/>
                        <a:gd name="connsiteX12" fmla="*/ 104789 w 114980"/>
                        <a:gd name="connsiteY12" fmla="*/ 122110 h 143518"/>
                        <a:gd name="connsiteX13" fmla="*/ 95550 w 114980"/>
                        <a:gd name="connsiteY13" fmla="*/ 113443 h 143518"/>
                        <a:gd name="connsiteX14" fmla="*/ 78976 w 114980"/>
                        <a:gd name="connsiteY14" fmla="*/ 95059 h 143518"/>
                        <a:gd name="connsiteX15" fmla="*/ 46686 w 114980"/>
                        <a:gd name="connsiteY15" fmla="*/ 58674 h 1435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14980" h="143518">
                          <a:moveTo>
                            <a:pt x="46686" y="58674"/>
                          </a:moveTo>
                          <a:cubicBezTo>
                            <a:pt x="29637" y="42481"/>
                            <a:pt x="23350" y="18955"/>
                            <a:pt x="30780" y="0"/>
                          </a:cubicBezTo>
                          <a:lnTo>
                            <a:pt x="18874" y="7334"/>
                          </a:lnTo>
                          <a:cubicBezTo>
                            <a:pt x="-843" y="19621"/>
                            <a:pt x="-6559" y="47625"/>
                            <a:pt x="8682" y="71342"/>
                          </a:cubicBezTo>
                          <a:cubicBezTo>
                            <a:pt x="14111" y="79724"/>
                            <a:pt x="19826" y="88201"/>
                            <a:pt x="25827" y="96679"/>
                          </a:cubicBezTo>
                          <a:lnTo>
                            <a:pt x="35161" y="109442"/>
                          </a:lnTo>
                          <a:lnTo>
                            <a:pt x="45257" y="122206"/>
                          </a:lnTo>
                          <a:cubicBezTo>
                            <a:pt x="50497" y="128206"/>
                            <a:pt x="55925" y="133159"/>
                            <a:pt x="62593" y="136684"/>
                          </a:cubicBezTo>
                          <a:cubicBezTo>
                            <a:pt x="68975" y="140303"/>
                            <a:pt x="75547" y="142494"/>
                            <a:pt x="82310" y="143256"/>
                          </a:cubicBezTo>
                          <a:cubicBezTo>
                            <a:pt x="88882" y="143923"/>
                            <a:pt x="94883" y="143351"/>
                            <a:pt x="100503" y="141160"/>
                          </a:cubicBezTo>
                          <a:cubicBezTo>
                            <a:pt x="106027" y="138970"/>
                            <a:pt x="110694" y="135446"/>
                            <a:pt x="114314" y="130873"/>
                          </a:cubicBezTo>
                          <a:lnTo>
                            <a:pt x="114980" y="130016"/>
                          </a:lnTo>
                          <a:cubicBezTo>
                            <a:pt x="111266" y="127635"/>
                            <a:pt x="107837" y="124968"/>
                            <a:pt x="104789" y="122110"/>
                          </a:cubicBezTo>
                          <a:cubicBezTo>
                            <a:pt x="101550" y="119348"/>
                            <a:pt x="98312" y="116491"/>
                            <a:pt x="95550" y="113443"/>
                          </a:cubicBezTo>
                          <a:cubicBezTo>
                            <a:pt x="89644" y="107537"/>
                            <a:pt x="84310" y="101251"/>
                            <a:pt x="78976" y="95059"/>
                          </a:cubicBezTo>
                          <a:cubicBezTo>
                            <a:pt x="68689" y="82391"/>
                            <a:pt x="58879" y="69913"/>
                            <a:pt x="46686" y="58674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3" name="Forme libre : forme 13582">
                      <a:extLst>
                        <a:ext uri="{FF2B5EF4-FFF2-40B4-BE49-F238E27FC236}">
                          <a16:creationId xmlns:a16="http://schemas.microsoft.com/office/drawing/2014/main" id="{E28D6009-4D3B-4509-B9A5-EDF5BFAA2E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6862" y="2986785"/>
                      <a:ext cx="54714" cy="61661"/>
                    </a:xfrm>
                    <a:custGeom>
                      <a:avLst/>
                      <a:gdLst>
                        <a:gd name="connsiteX0" fmla="*/ 49320 w 54714"/>
                        <a:gd name="connsiteY0" fmla="*/ 57595 h 61661"/>
                        <a:gd name="connsiteX1" fmla="*/ 30651 w 54714"/>
                        <a:gd name="connsiteY1" fmla="*/ 60357 h 61661"/>
                        <a:gd name="connsiteX2" fmla="*/ 19507 w 54714"/>
                        <a:gd name="connsiteY2" fmla="*/ 54452 h 61661"/>
                        <a:gd name="connsiteX3" fmla="*/ 9411 w 54714"/>
                        <a:gd name="connsiteY3" fmla="*/ 44260 h 61661"/>
                        <a:gd name="connsiteX4" fmla="*/ 7410 w 54714"/>
                        <a:gd name="connsiteY4" fmla="*/ 2540 h 61661"/>
                        <a:gd name="connsiteX5" fmla="*/ 45034 w 54714"/>
                        <a:gd name="connsiteY5" fmla="*/ 17495 h 61661"/>
                        <a:gd name="connsiteX6" fmla="*/ 51511 w 54714"/>
                        <a:gd name="connsiteY6" fmla="*/ 28639 h 61661"/>
                        <a:gd name="connsiteX7" fmla="*/ 54559 w 54714"/>
                        <a:gd name="connsiteY7" fmla="*/ 39688 h 61661"/>
                        <a:gd name="connsiteX8" fmla="*/ 49320 w 54714"/>
                        <a:gd name="connsiteY8" fmla="*/ 57595 h 61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714" h="61661">
                          <a:moveTo>
                            <a:pt x="49320" y="57595"/>
                          </a:moveTo>
                          <a:cubicBezTo>
                            <a:pt x="44749" y="61881"/>
                            <a:pt x="37986" y="62739"/>
                            <a:pt x="30651" y="60357"/>
                          </a:cubicBezTo>
                          <a:cubicBezTo>
                            <a:pt x="26937" y="59214"/>
                            <a:pt x="23031" y="57214"/>
                            <a:pt x="19507" y="54452"/>
                          </a:cubicBezTo>
                          <a:cubicBezTo>
                            <a:pt x="15983" y="51689"/>
                            <a:pt x="12268" y="48356"/>
                            <a:pt x="9411" y="44260"/>
                          </a:cubicBezTo>
                          <a:cubicBezTo>
                            <a:pt x="-2781" y="28067"/>
                            <a:pt x="-2781" y="9208"/>
                            <a:pt x="7410" y="2540"/>
                          </a:cubicBezTo>
                          <a:cubicBezTo>
                            <a:pt x="17697" y="-4222"/>
                            <a:pt x="34175" y="3112"/>
                            <a:pt x="45034" y="17495"/>
                          </a:cubicBezTo>
                          <a:cubicBezTo>
                            <a:pt x="47701" y="21209"/>
                            <a:pt x="49987" y="24734"/>
                            <a:pt x="51511" y="28639"/>
                          </a:cubicBezTo>
                          <a:cubicBezTo>
                            <a:pt x="53035" y="32449"/>
                            <a:pt x="54083" y="36068"/>
                            <a:pt x="54559" y="39688"/>
                          </a:cubicBezTo>
                          <a:cubicBezTo>
                            <a:pt x="55226" y="46832"/>
                            <a:pt x="53797" y="53404"/>
                            <a:pt x="49320" y="57595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4" name="Forme libre : forme 13583">
                      <a:extLst>
                        <a:ext uri="{FF2B5EF4-FFF2-40B4-BE49-F238E27FC236}">
                          <a16:creationId xmlns:a16="http://schemas.microsoft.com/office/drawing/2014/main" id="{D6C1E056-3DF5-4B52-A19C-3E3A46F1F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6730" y="2986784"/>
                      <a:ext cx="31165" cy="55785"/>
                    </a:xfrm>
                    <a:custGeom>
                      <a:avLst/>
                      <a:gdLst>
                        <a:gd name="connsiteX0" fmla="*/ 31165 w 31165"/>
                        <a:gd name="connsiteY0" fmla="*/ 4637 h 55785"/>
                        <a:gd name="connsiteX1" fmla="*/ 7448 w 31165"/>
                        <a:gd name="connsiteY1" fmla="*/ 2541 h 55785"/>
                        <a:gd name="connsiteX2" fmla="*/ 9448 w 31165"/>
                        <a:gd name="connsiteY2" fmla="*/ 44261 h 55785"/>
                        <a:gd name="connsiteX3" fmla="*/ 21449 w 31165"/>
                        <a:gd name="connsiteY3" fmla="*/ 55786 h 55785"/>
                        <a:gd name="connsiteX4" fmla="*/ 17068 w 31165"/>
                        <a:gd name="connsiteY4" fmla="*/ 47689 h 55785"/>
                        <a:gd name="connsiteX5" fmla="*/ 17544 w 31165"/>
                        <a:gd name="connsiteY5" fmla="*/ 22639 h 55785"/>
                        <a:gd name="connsiteX6" fmla="*/ 31165 w 31165"/>
                        <a:gd name="connsiteY6" fmla="*/ 4637 h 55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165" h="55785">
                          <a:moveTo>
                            <a:pt x="31165" y="4637"/>
                          </a:moveTo>
                          <a:cubicBezTo>
                            <a:pt x="22783" y="-316"/>
                            <a:pt x="13925" y="-1745"/>
                            <a:pt x="7448" y="2541"/>
                          </a:cubicBezTo>
                          <a:cubicBezTo>
                            <a:pt x="-2839" y="9209"/>
                            <a:pt x="-2744" y="28068"/>
                            <a:pt x="9448" y="44261"/>
                          </a:cubicBezTo>
                          <a:cubicBezTo>
                            <a:pt x="12877" y="49023"/>
                            <a:pt x="17258" y="52833"/>
                            <a:pt x="21449" y="55786"/>
                          </a:cubicBezTo>
                          <a:cubicBezTo>
                            <a:pt x="19640" y="53309"/>
                            <a:pt x="18116" y="50642"/>
                            <a:pt x="17068" y="47689"/>
                          </a:cubicBezTo>
                          <a:cubicBezTo>
                            <a:pt x="14782" y="39212"/>
                            <a:pt x="15163" y="30259"/>
                            <a:pt x="17544" y="22639"/>
                          </a:cubicBezTo>
                          <a:cubicBezTo>
                            <a:pt x="20020" y="14924"/>
                            <a:pt x="24688" y="8447"/>
                            <a:pt x="31165" y="4637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5" name="Forme libre : forme 13584">
                      <a:extLst>
                        <a:ext uri="{FF2B5EF4-FFF2-40B4-BE49-F238E27FC236}">
                          <a16:creationId xmlns:a16="http://schemas.microsoft.com/office/drawing/2014/main" id="{06E4875E-91FB-4CBE-8F0B-6968637B87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4901" y="2992391"/>
                      <a:ext cx="55223" cy="62070"/>
                    </a:xfrm>
                    <a:custGeom>
                      <a:avLst/>
                      <a:gdLst>
                        <a:gd name="connsiteX0" fmla="*/ 50234 w 55223"/>
                        <a:gd name="connsiteY0" fmla="*/ 57895 h 62070"/>
                        <a:gd name="connsiteX1" fmla="*/ 31374 w 55223"/>
                        <a:gd name="connsiteY1" fmla="*/ 60752 h 62070"/>
                        <a:gd name="connsiteX2" fmla="*/ 9657 w 55223"/>
                        <a:gd name="connsiteY2" fmla="*/ 44560 h 62070"/>
                        <a:gd name="connsiteX3" fmla="*/ 37 w 55223"/>
                        <a:gd name="connsiteY3" fmla="*/ 19890 h 62070"/>
                        <a:gd name="connsiteX4" fmla="*/ 7276 w 55223"/>
                        <a:gd name="connsiteY4" fmla="*/ 2554 h 62070"/>
                        <a:gd name="connsiteX5" fmla="*/ 45090 w 55223"/>
                        <a:gd name="connsiteY5" fmla="*/ 17509 h 62070"/>
                        <a:gd name="connsiteX6" fmla="*/ 54996 w 55223"/>
                        <a:gd name="connsiteY6" fmla="*/ 39797 h 62070"/>
                        <a:gd name="connsiteX7" fmla="*/ 50234 w 55223"/>
                        <a:gd name="connsiteY7" fmla="*/ 57895 h 6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23" h="62070">
                          <a:moveTo>
                            <a:pt x="50234" y="57895"/>
                          </a:moveTo>
                          <a:cubicBezTo>
                            <a:pt x="45852" y="62181"/>
                            <a:pt x="38708" y="63229"/>
                            <a:pt x="31374" y="60752"/>
                          </a:cubicBezTo>
                          <a:cubicBezTo>
                            <a:pt x="23849" y="58371"/>
                            <a:pt x="15944" y="52656"/>
                            <a:pt x="9657" y="44560"/>
                          </a:cubicBezTo>
                          <a:cubicBezTo>
                            <a:pt x="3561" y="36368"/>
                            <a:pt x="228" y="27510"/>
                            <a:pt x="37" y="19890"/>
                          </a:cubicBezTo>
                          <a:cubicBezTo>
                            <a:pt x="-344" y="12270"/>
                            <a:pt x="2228" y="5888"/>
                            <a:pt x="7276" y="2554"/>
                          </a:cubicBezTo>
                          <a:cubicBezTo>
                            <a:pt x="17563" y="-4208"/>
                            <a:pt x="34137" y="3031"/>
                            <a:pt x="45090" y="17509"/>
                          </a:cubicBezTo>
                          <a:cubicBezTo>
                            <a:pt x="50710" y="24652"/>
                            <a:pt x="53949" y="32558"/>
                            <a:pt x="54996" y="39797"/>
                          </a:cubicBezTo>
                          <a:cubicBezTo>
                            <a:pt x="55759" y="47131"/>
                            <a:pt x="54710" y="53513"/>
                            <a:pt x="50234" y="5789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6" name="Forme libre : forme 13585">
                      <a:extLst>
                        <a:ext uri="{FF2B5EF4-FFF2-40B4-BE49-F238E27FC236}">
                          <a16:creationId xmlns:a16="http://schemas.microsoft.com/office/drawing/2014/main" id="{74CB68A2-65AB-41D7-BD7B-C4B6E20540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84865" y="2951654"/>
                      <a:ext cx="63275" cy="103765"/>
                    </a:xfrm>
                    <a:custGeom>
                      <a:avLst/>
                      <a:gdLst>
                        <a:gd name="connsiteX0" fmla="*/ 21120 w 63275"/>
                        <a:gd name="connsiteY0" fmla="*/ 14622 h 103765"/>
                        <a:gd name="connsiteX1" fmla="*/ 4927 w 63275"/>
                        <a:gd name="connsiteY1" fmla="*/ 27575 h 103765"/>
                        <a:gd name="connsiteX2" fmla="*/ 5689 w 63275"/>
                        <a:gd name="connsiteY2" fmla="*/ 69866 h 103765"/>
                        <a:gd name="connsiteX3" fmla="*/ 31216 w 63275"/>
                        <a:gd name="connsiteY3" fmla="*/ 100347 h 103765"/>
                        <a:gd name="connsiteX4" fmla="*/ 54839 w 63275"/>
                        <a:gd name="connsiteY4" fmla="*/ 97584 h 103765"/>
                        <a:gd name="connsiteX5" fmla="*/ 54839 w 63275"/>
                        <a:gd name="connsiteY5" fmla="*/ 81011 h 103765"/>
                        <a:gd name="connsiteX6" fmla="*/ 57124 w 63275"/>
                        <a:gd name="connsiteY6" fmla="*/ 42625 h 103765"/>
                        <a:gd name="connsiteX7" fmla="*/ 57410 w 63275"/>
                        <a:gd name="connsiteY7" fmla="*/ 2334 h 103765"/>
                        <a:gd name="connsiteX8" fmla="*/ 21120 w 63275"/>
                        <a:gd name="connsiteY8" fmla="*/ 14622 h 103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3275" h="103765">
                          <a:moveTo>
                            <a:pt x="21120" y="14622"/>
                          </a:moveTo>
                          <a:cubicBezTo>
                            <a:pt x="15119" y="18050"/>
                            <a:pt x="8928" y="21670"/>
                            <a:pt x="4927" y="27575"/>
                          </a:cubicBezTo>
                          <a:cubicBezTo>
                            <a:pt x="-2788" y="38624"/>
                            <a:pt x="-597" y="55388"/>
                            <a:pt x="5689" y="69866"/>
                          </a:cubicBezTo>
                          <a:cubicBezTo>
                            <a:pt x="11023" y="81868"/>
                            <a:pt x="19405" y="93869"/>
                            <a:pt x="31216" y="100347"/>
                          </a:cubicBezTo>
                          <a:cubicBezTo>
                            <a:pt x="39884" y="105204"/>
                            <a:pt x="51409" y="105395"/>
                            <a:pt x="54839" y="97584"/>
                          </a:cubicBezTo>
                          <a:cubicBezTo>
                            <a:pt x="56934" y="92822"/>
                            <a:pt x="55695" y="86630"/>
                            <a:pt x="54839" y="81011"/>
                          </a:cubicBezTo>
                          <a:cubicBezTo>
                            <a:pt x="52933" y="67771"/>
                            <a:pt x="53886" y="54722"/>
                            <a:pt x="57124" y="42625"/>
                          </a:cubicBezTo>
                          <a:cubicBezTo>
                            <a:pt x="59696" y="32338"/>
                            <a:pt x="69411" y="11288"/>
                            <a:pt x="57410" y="2334"/>
                          </a:cubicBezTo>
                          <a:cubicBezTo>
                            <a:pt x="46647" y="-5857"/>
                            <a:pt x="29502" y="9764"/>
                            <a:pt x="21120" y="1462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7" name="Forme libre : forme 13586">
                      <a:extLst>
                        <a:ext uri="{FF2B5EF4-FFF2-40B4-BE49-F238E27FC236}">
                          <a16:creationId xmlns:a16="http://schemas.microsoft.com/office/drawing/2014/main" id="{A7B59D15-08C4-4FEB-8BF6-1010F3642B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8508" y="2966361"/>
                      <a:ext cx="30140" cy="19362"/>
                    </a:xfrm>
                    <a:custGeom>
                      <a:avLst/>
                      <a:gdLst>
                        <a:gd name="connsiteX0" fmla="*/ 7004 w 30140"/>
                        <a:gd name="connsiteY0" fmla="*/ 9 h 19362"/>
                        <a:gd name="connsiteX1" fmla="*/ 2146 w 30140"/>
                        <a:gd name="connsiteY1" fmla="*/ 1152 h 19362"/>
                        <a:gd name="connsiteX2" fmla="*/ 51 w 30140"/>
                        <a:gd name="connsiteY2" fmla="*/ 5534 h 19362"/>
                        <a:gd name="connsiteX3" fmla="*/ 2908 w 30140"/>
                        <a:gd name="connsiteY3" fmla="*/ 9630 h 19362"/>
                        <a:gd name="connsiteX4" fmla="*/ 13290 w 30140"/>
                        <a:gd name="connsiteY4" fmla="*/ 17154 h 19362"/>
                        <a:gd name="connsiteX5" fmla="*/ 18053 w 30140"/>
                        <a:gd name="connsiteY5" fmla="*/ 19155 h 19362"/>
                        <a:gd name="connsiteX6" fmla="*/ 27959 w 30140"/>
                        <a:gd name="connsiteY6" fmla="*/ 8201 h 19362"/>
                        <a:gd name="connsiteX7" fmla="*/ 7004 w 30140"/>
                        <a:gd name="connsiteY7" fmla="*/ 9 h 193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140" h="19362">
                          <a:moveTo>
                            <a:pt x="7004" y="9"/>
                          </a:moveTo>
                          <a:cubicBezTo>
                            <a:pt x="5289" y="9"/>
                            <a:pt x="3575" y="295"/>
                            <a:pt x="2146" y="1152"/>
                          </a:cubicBezTo>
                          <a:cubicBezTo>
                            <a:pt x="717" y="2010"/>
                            <a:pt x="-235" y="3819"/>
                            <a:pt x="51" y="5534"/>
                          </a:cubicBezTo>
                          <a:cubicBezTo>
                            <a:pt x="337" y="7153"/>
                            <a:pt x="1670" y="8487"/>
                            <a:pt x="2908" y="9630"/>
                          </a:cubicBezTo>
                          <a:cubicBezTo>
                            <a:pt x="6147" y="12487"/>
                            <a:pt x="9671" y="15059"/>
                            <a:pt x="13290" y="17154"/>
                          </a:cubicBezTo>
                          <a:cubicBezTo>
                            <a:pt x="14814" y="18012"/>
                            <a:pt x="16339" y="18869"/>
                            <a:pt x="18053" y="19155"/>
                          </a:cubicBezTo>
                          <a:cubicBezTo>
                            <a:pt x="25101" y="20488"/>
                            <a:pt x="34436" y="15249"/>
                            <a:pt x="27959" y="8201"/>
                          </a:cubicBezTo>
                          <a:cubicBezTo>
                            <a:pt x="23006" y="2581"/>
                            <a:pt x="13957" y="-181"/>
                            <a:pt x="7004" y="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8" name="Forme libre : forme 13587">
                      <a:extLst>
                        <a:ext uri="{FF2B5EF4-FFF2-40B4-BE49-F238E27FC236}">
                          <a16:creationId xmlns:a16="http://schemas.microsoft.com/office/drawing/2014/main" id="{4700BC97-5242-49DA-BA5B-24FF49E121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4557" y="3067240"/>
                      <a:ext cx="65436" cy="15049"/>
                    </a:xfrm>
                    <a:custGeom>
                      <a:avLst/>
                      <a:gdLst>
                        <a:gd name="connsiteX0" fmla="*/ 65437 w 65436"/>
                        <a:gd name="connsiteY0" fmla="*/ 2381 h 15049"/>
                        <a:gd name="connsiteX1" fmla="*/ 61531 w 65436"/>
                        <a:gd name="connsiteY1" fmla="*/ 6382 h 15049"/>
                        <a:gd name="connsiteX2" fmla="*/ 49625 w 65436"/>
                        <a:gd name="connsiteY2" fmla="*/ 13145 h 15049"/>
                        <a:gd name="connsiteX3" fmla="*/ 28670 w 65436"/>
                        <a:gd name="connsiteY3" fmla="*/ 14192 h 15049"/>
                        <a:gd name="connsiteX4" fmla="*/ 0 w 65436"/>
                        <a:gd name="connsiteY4" fmla="*/ 0 h 15049"/>
                        <a:gd name="connsiteX5" fmla="*/ 5905 w 65436"/>
                        <a:gd name="connsiteY5" fmla="*/ 3429 h 15049"/>
                        <a:gd name="connsiteX6" fmla="*/ 21336 w 65436"/>
                        <a:gd name="connsiteY6" fmla="*/ 9525 h 15049"/>
                        <a:gd name="connsiteX7" fmla="*/ 42863 w 65436"/>
                        <a:gd name="connsiteY7" fmla="*/ 11335 h 15049"/>
                        <a:gd name="connsiteX8" fmla="*/ 65437 w 65436"/>
                        <a:gd name="connsiteY8" fmla="*/ 2381 h 15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5436" h="15049">
                          <a:moveTo>
                            <a:pt x="65437" y="2381"/>
                          </a:moveTo>
                          <a:cubicBezTo>
                            <a:pt x="65437" y="2381"/>
                            <a:pt x="64198" y="4096"/>
                            <a:pt x="61531" y="6382"/>
                          </a:cubicBezTo>
                          <a:cubicBezTo>
                            <a:pt x="58864" y="8668"/>
                            <a:pt x="54959" y="11335"/>
                            <a:pt x="49625" y="13145"/>
                          </a:cubicBezTo>
                          <a:cubicBezTo>
                            <a:pt x="44291" y="14954"/>
                            <a:pt x="37147" y="15812"/>
                            <a:pt x="28670" y="14192"/>
                          </a:cubicBezTo>
                          <a:cubicBezTo>
                            <a:pt x="20288" y="12478"/>
                            <a:pt x="10382" y="8192"/>
                            <a:pt x="0" y="0"/>
                          </a:cubicBezTo>
                          <a:cubicBezTo>
                            <a:pt x="0" y="0"/>
                            <a:pt x="2191" y="1524"/>
                            <a:pt x="5905" y="3429"/>
                          </a:cubicBezTo>
                          <a:cubicBezTo>
                            <a:pt x="9620" y="5429"/>
                            <a:pt x="14764" y="7811"/>
                            <a:pt x="21336" y="9525"/>
                          </a:cubicBezTo>
                          <a:cubicBezTo>
                            <a:pt x="27813" y="11240"/>
                            <a:pt x="35052" y="12287"/>
                            <a:pt x="42863" y="11335"/>
                          </a:cubicBezTo>
                          <a:cubicBezTo>
                            <a:pt x="50578" y="10382"/>
                            <a:pt x="58102" y="7811"/>
                            <a:pt x="65437" y="238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9" name="Forme libre : forme 13588">
                      <a:extLst>
                        <a:ext uri="{FF2B5EF4-FFF2-40B4-BE49-F238E27FC236}">
                          <a16:creationId xmlns:a16="http://schemas.microsoft.com/office/drawing/2014/main" id="{016A5467-FFFC-4394-BEC8-27F794020E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1414" y="2935460"/>
                      <a:ext cx="60960" cy="21384"/>
                    </a:xfrm>
                    <a:custGeom>
                      <a:avLst/>
                      <a:gdLst>
                        <a:gd name="connsiteX0" fmla="*/ 60960 w 60960"/>
                        <a:gd name="connsiteY0" fmla="*/ 21385 h 21384"/>
                        <a:gd name="connsiteX1" fmla="*/ 56769 w 60960"/>
                        <a:gd name="connsiteY1" fmla="*/ 16622 h 21384"/>
                        <a:gd name="connsiteX2" fmla="*/ 44672 w 60960"/>
                        <a:gd name="connsiteY2" fmla="*/ 7002 h 21384"/>
                        <a:gd name="connsiteX3" fmla="*/ 0 w 60960"/>
                        <a:gd name="connsiteY3" fmla="*/ 4811 h 21384"/>
                        <a:gd name="connsiteX4" fmla="*/ 20860 w 60960"/>
                        <a:gd name="connsiteY4" fmla="*/ 2811 h 21384"/>
                        <a:gd name="connsiteX5" fmla="*/ 60960 w 60960"/>
                        <a:gd name="connsiteY5" fmla="*/ 21385 h 21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0960" h="21384">
                          <a:moveTo>
                            <a:pt x="60960" y="21385"/>
                          </a:moveTo>
                          <a:cubicBezTo>
                            <a:pt x="60960" y="21385"/>
                            <a:pt x="59531" y="19385"/>
                            <a:pt x="56769" y="16622"/>
                          </a:cubicBezTo>
                          <a:cubicBezTo>
                            <a:pt x="54007" y="13765"/>
                            <a:pt x="49911" y="10145"/>
                            <a:pt x="44672" y="7002"/>
                          </a:cubicBezTo>
                          <a:cubicBezTo>
                            <a:pt x="34195" y="620"/>
                            <a:pt x="18859" y="-3856"/>
                            <a:pt x="0" y="4811"/>
                          </a:cubicBezTo>
                          <a:cubicBezTo>
                            <a:pt x="0" y="4811"/>
                            <a:pt x="8763" y="1954"/>
                            <a:pt x="20860" y="2811"/>
                          </a:cubicBezTo>
                          <a:cubicBezTo>
                            <a:pt x="32957" y="3478"/>
                            <a:pt x="48196" y="8050"/>
                            <a:pt x="60960" y="2138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0" name="Forme libre : forme 13589">
                      <a:extLst>
                        <a:ext uri="{FF2B5EF4-FFF2-40B4-BE49-F238E27FC236}">
                          <a16:creationId xmlns:a16="http://schemas.microsoft.com/office/drawing/2014/main" id="{FD06D35A-7E45-4865-9D86-A835665BDD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7780" y="3004774"/>
                      <a:ext cx="16563" cy="24814"/>
                    </a:xfrm>
                    <a:custGeom>
                      <a:avLst/>
                      <a:gdLst>
                        <a:gd name="connsiteX0" fmla="*/ 12973 w 16563"/>
                        <a:gd name="connsiteY0" fmla="*/ 24557 h 24814"/>
                        <a:gd name="connsiteX1" fmla="*/ 1258 w 16563"/>
                        <a:gd name="connsiteY1" fmla="*/ 14555 h 24814"/>
                        <a:gd name="connsiteX2" fmla="*/ 3924 w 16563"/>
                        <a:gd name="connsiteY2" fmla="*/ 173 h 24814"/>
                        <a:gd name="connsiteX3" fmla="*/ 15164 w 16563"/>
                        <a:gd name="connsiteY3" fmla="*/ 10174 h 24814"/>
                        <a:gd name="connsiteX4" fmla="*/ 12973 w 16563"/>
                        <a:gd name="connsiteY4" fmla="*/ 24557 h 248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63" h="24814">
                          <a:moveTo>
                            <a:pt x="12973" y="24557"/>
                          </a:moveTo>
                          <a:cubicBezTo>
                            <a:pt x="9068" y="25985"/>
                            <a:pt x="3924" y="21318"/>
                            <a:pt x="1258" y="14555"/>
                          </a:cubicBezTo>
                          <a:cubicBezTo>
                            <a:pt x="-1219" y="7697"/>
                            <a:pt x="115" y="1220"/>
                            <a:pt x="3924" y="173"/>
                          </a:cubicBezTo>
                          <a:cubicBezTo>
                            <a:pt x="7830" y="-971"/>
                            <a:pt x="12592" y="3697"/>
                            <a:pt x="15164" y="10174"/>
                          </a:cubicBezTo>
                          <a:cubicBezTo>
                            <a:pt x="17640" y="16841"/>
                            <a:pt x="16783" y="23223"/>
                            <a:pt x="12973" y="2455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1" name="Forme libre : forme 13590">
                      <a:extLst>
                        <a:ext uri="{FF2B5EF4-FFF2-40B4-BE49-F238E27FC236}">
                          <a16:creationId xmlns:a16="http://schemas.microsoft.com/office/drawing/2014/main" id="{BCFB2DB6-6EE6-47EB-A584-7104039BF9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8986" y="3024850"/>
                      <a:ext cx="6684" cy="6709"/>
                    </a:xfrm>
                    <a:custGeom>
                      <a:avLst/>
                      <a:gdLst>
                        <a:gd name="connsiteX0" fmla="*/ 5673 w 6684"/>
                        <a:gd name="connsiteY0" fmla="*/ 6005 h 6709"/>
                        <a:gd name="connsiteX1" fmla="*/ 910 w 6684"/>
                        <a:gd name="connsiteY1" fmla="*/ 5433 h 6709"/>
                        <a:gd name="connsiteX2" fmla="*/ 1100 w 6684"/>
                        <a:gd name="connsiteY2" fmla="*/ 671 h 6709"/>
                        <a:gd name="connsiteX3" fmla="*/ 5767 w 6684"/>
                        <a:gd name="connsiteY3" fmla="*/ 1337 h 6709"/>
                        <a:gd name="connsiteX4" fmla="*/ 5673 w 6684"/>
                        <a:gd name="connsiteY4" fmla="*/ 6005 h 6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84" h="6709">
                          <a:moveTo>
                            <a:pt x="5673" y="6005"/>
                          </a:moveTo>
                          <a:cubicBezTo>
                            <a:pt x="4339" y="7148"/>
                            <a:pt x="2243" y="6862"/>
                            <a:pt x="910" y="5433"/>
                          </a:cubicBezTo>
                          <a:cubicBezTo>
                            <a:pt x="-424" y="4004"/>
                            <a:pt x="-233" y="1814"/>
                            <a:pt x="1100" y="671"/>
                          </a:cubicBezTo>
                          <a:cubicBezTo>
                            <a:pt x="2434" y="-473"/>
                            <a:pt x="4530" y="-91"/>
                            <a:pt x="5767" y="1337"/>
                          </a:cubicBezTo>
                          <a:cubicBezTo>
                            <a:pt x="7006" y="2766"/>
                            <a:pt x="7006" y="4861"/>
                            <a:pt x="5673" y="60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2" name="Forme libre : forme 13591">
                      <a:extLst>
                        <a:ext uri="{FF2B5EF4-FFF2-40B4-BE49-F238E27FC236}">
                          <a16:creationId xmlns:a16="http://schemas.microsoft.com/office/drawing/2014/main" id="{0F0F650D-9654-4215-96C3-5746CFA31B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1428" y="2985019"/>
                      <a:ext cx="30260" cy="73962"/>
                    </a:xfrm>
                    <a:custGeom>
                      <a:avLst/>
                      <a:gdLst>
                        <a:gd name="connsiteX0" fmla="*/ 27521 w 30260"/>
                        <a:gd name="connsiteY0" fmla="*/ 46407 h 73962"/>
                        <a:gd name="connsiteX1" fmla="*/ 12091 w 30260"/>
                        <a:gd name="connsiteY1" fmla="*/ 70220 h 73962"/>
                        <a:gd name="connsiteX2" fmla="*/ 2470 w 30260"/>
                        <a:gd name="connsiteY2" fmla="*/ 73077 h 73962"/>
                        <a:gd name="connsiteX3" fmla="*/ 756 w 30260"/>
                        <a:gd name="connsiteY3" fmla="*/ 63552 h 73962"/>
                        <a:gd name="connsiteX4" fmla="*/ 9423 w 30260"/>
                        <a:gd name="connsiteY4" fmla="*/ 34882 h 73962"/>
                        <a:gd name="connsiteX5" fmla="*/ 4280 w 30260"/>
                        <a:gd name="connsiteY5" fmla="*/ 15546 h 73962"/>
                        <a:gd name="connsiteX6" fmla="*/ 7804 w 30260"/>
                        <a:gd name="connsiteY6" fmla="*/ 21 h 73962"/>
                        <a:gd name="connsiteX7" fmla="*/ 22187 w 30260"/>
                        <a:gd name="connsiteY7" fmla="*/ 10117 h 73962"/>
                        <a:gd name="connsiteX8" fmla="*/ 29712 w 30260"/>
                        <a:gd name="connsiteY8" fmla="*/ 25833 h 73962"/>
                        <a:gd name="connsiteX9" fmla="*/ 27521 w 30260"/>
                        <a:gd name="connsiteY9" fmla="*/ 46407 h 73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0260" h="73962">
                          <a:moveTo>
                            <a:pt x="27521" y="46407"/>
                          </a:moveTo>
                          <a:cubicBezTo>
                            <a:pt x="24282" y="55266"/>
                            <a:pt x="18567" y="63266"/>
                            <a:pt x="12091" y="70220"/>
                          </a:cubicBezTo>
                          <a:cubicBezTo>
                            <a:pt x="9709" y="72791"/>
                            <a:pt x="5899" y="75363"/>
                            <a:pt x="2470" y="73077"/>
                          </a:cubicBezTo>
                          <a:cubicBezTo>
                            <a:pt x="-673" y="71077"/>
                            <a:pt x="-292" y="66696"/>
                            <a:pt x="756" y="63552"/>
                          </a:cubicBezTo>
                          <a:cubicBezTo>
                            <a:pt x="3899" y="53741"/>
                            <a:pt x="9709" y="45074"/>
                            <a:pt x="9423" y="34882"/>
                          </a:cubicBezTo>
                          <a:cubicBezTo>
                            <a:pt x="9233" y="31834"/>
                            <a:pt x="5994" y="23452"/>
                            <a:pt x="4280" y="15546"/>
                          </a:cubicBezTo>
                          <a:cubicBezTo>
                            <a:pt x="2661" y="7641"/>
                            <a:pt x="2566" y="306"/>
                            <a:pt x="7804" y="21"/>
                          </a:cubicBezTo>
                          <a:cubicBezTo>
                            <a:pt x="13138" y="-360"/>
                            <a:pt x="18187" y="4592"/>
                            <a:pt x="22187" y="10117"/>
                          </a:cubicBezTo>
                          <a:cubicBezTo>
                            <a:pt x="26092" y="15832"/>
                            <a:pt x="29045" y="22118"/>
                            <a:pt x="29712" y="25833"/>
                          </a:cubicBezTo>
                          <a:cubicBezTo>
                            <a:pt x="31045" y="32215"/>
                            <a:pt x="29807" y="39835"/>
                            <a:pt x="27521" y="4640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17" name="Graphique 1">
                    <a:extLst>
                      <a:ext uri="{FF2B5EF4-FFF2-40B4-BE49-F238E27FC236}">
                        <a16:creationId xmlns:a16="http://schemas.microsoft.com/office/drawing/2014/main" id="{87FD2C58-581C-445F-96F9-BA9404FDD311}"/>
                      </a:ext>
                    </a:extLst>
                  </p:cNvPr>
                  <p:cNvGrpSpPr/>
                  <p:nvPr/>
                </p:nvGrpSpPr>
                <p:grpSpPr>
                  <a:xfrm>
                    <a:off x="6773875" y="3029036"/>
                    <a:ext cx="173184" cy="122065"/>
                    <a:chOff x="6773875" y="3029036"/>
                    <a:chExt cx="173184" cy="122065"/>
                  </a:xfrm>
                  <a:solidFill>
                    <a:schemeClr val="accent1"/>
                  </a:solidFill>
                </p:grpSpPr>
                <p:sp>
                  <p:nvSpPr>
                    <p:cNvPr id="13569" name="Forme libre : forme 13568">
                      <a:extLst>
                        <a:ext uri="{FF2B5EF4-FFF2-40B4-BE49-F238E27FC236}">
                          <a16:creationId xmlns:a16="http://schemas.microsoft.com/office/drawing/2014/main" id="{5493AB8D-840B-440C-A22D-DD986EE14A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3875" y="3029036"/>
                      <a:ext cx="173184" cy="122065"/>
                    </a:xfrm>
                    <a:custGeom>
                      <a:avLst/>
                      <a:gdLst>
                        <a:gd name="connsiteX0" fmla="*/ 130516 w 173184"/>
                        <a:gd name="connsiteY0" fmla="*/ 116214 h 122065"/>
                        <a:gd name="connsiteX1" fmla="*/ 82605 w 173184"/>
                        <a:gd name="connsiteY1" fmla="*/ 121834 h 122065"/>
                        <a:gd name="connsiteX2" fmla="*/ 76509 w 173184"/>
                        <a:gd name="connsiteY2" fmla="*/ 121548 h 122065"/>
                        <a:gd name="connsiteX3" fmla="*/ 71270 w 173184"/>
                        <a:gd name="connsiteY3" fmla="*/ 120786 h 122065"/>
                        <a:gd name="connsiteX4" fmla="*/ 60793 w 173184"/>
                        <a:gd name="connsiteY4" fmla="*/ 119072 h 122065"/>
                        <a:gd name="connsiteX5" fmla="*/ 40314 w 173184"/>
                        <a:gd name="connsiteY5" fmla="*/ 113833 h 122065"/>
                        <a:gd name="connsiteX6" fmla="*/ 27265 w 173184"/>
                        <a:gd name="connsiteY6" fmla="*/ 107927 h 122065"/>
                        <a:gd name="connsiteX7" fmla="*/ 16501 w 173184"/>
                        <a:gd name="connsiteY7" fmla="*/ 100212 h 122065"/>
                        <a:gd name="connsiteX8" fmla="*/ 3071 w 173184"/>
                        <a:gd name="connsiteY8" fmla="*/ 81829 h 122065"/>
                        <a:gd name="connsiteX9" fmla="*/ 7072 w 173184"/>
                        <a:gd name="connsiteY9" fmla="*/ 47444 h 122065"/>
                        <a:gd name="connsiteX10" fmla="*/ 27169 w 173184"/>
                        <a:gd name="connsiteY10" fmla="*/ 21821 h 122065"/>
                        <a:gd name="connsiteX11" fmla="*/ 53840 w 173184"/>
                        <a:gd name="connsiteY11" fmla="*/ 3724 h 122065"/>
                        <a:gd name="connsiteX12" fmla="*/ 66603 w 173184"/>
                        <a:gd name="connsiteY12" fmla="*/ 390 h 122065"/>
                        <a:gd name="connsiteX13" fmla="*/ 72032 w 173184"/>
                        <a:gd name="connsiteY13" fmla="*/ 9 h 122065"/>
                        <a:gd name="connsiteX14" fmla="*/ 76795 w 173184"/>
                        <a:gd name="connsiteY14" fmla="*/ 866 h 122065"/>
                        <a:gd name="connsiteX15" fmla="*/ 83367 w 173184"/>
                        <a:gd name="connsiteY15" fmla="*/ 2486 h 122065"/>
                        <a:gd name="connsiteX16" fmla="*/ 86701 w 173184"/>
                        <a:gd name="connsiteY16" fmla="*/ 2962 h 122065"/>
                        <a:gd name="connsiteX17" fmla="*/ 88416 w 173184"/>
                        <a:gd name="connsiteY17" fmla="*/ 3248 h 122065"/>
                        <a:gd name="connsiteX18" fmla="*/ 89368 w 173184"/>
                        <a:gd name="connsiteY18" fmla="*/ 3152 h 122065"/>
                        <a:gd name="connsiteX19" fmla="*/ 96702 w 173184"/>
                        <a:gd name="connsiteY19" fmla="*/ 2105 h 122065"/>
                        <a:gd name="connsiteX20" fmla="*/ 100036 w 173184"/>
                        <a:gd name="connsiteY20" fmla="*/ 1914 h 122065"/>
                        <a:gd name="connsiteX21" fmla="*/ 104608 w 173184"/>
                        <a:gd name="connsiteY21" fmla="*/ 2390 h 122065"/>
                        <a:gd name="connsiteX22" fmla="*/ 110228 w 173184"/>
                        <a:gd name="connsiteY22" fmla="*/ 3724 h 122065"/>
                        <a:gd name="connsiteX23" fmla="*/ 116705 w 173184"/>
                        <a:gd name="connsiteY23" fmla="*/ 5819 h 122065"/>
                        <a:gd name="connsiteX24" fmla="*/ 130801 w 173184"/>
                        <a:gd name="connsiteY24" fmla="*/ 12296 h 122065"/>
                        <a:gd name="connsiteX25" fmla="*/ 143946 w 173184"/>
                        <a:gd name="connsiteY25" fmla="*/ 23155 h 122065"/>
                        <a:gd name="connsiteX26" fmla="*/ 165282 w 173184"/>
                        <a:gd name="connsiteY26" fmla="*/ 48110 h 122065"/>
                        <a:gd name="connsiteX27" fmla="*/ 172712 w 173184"/>
                        <a:gd name="connsiteY27" fmla="*/ 63732 h 122065"/>
                        <a:gd name="connsiteX28" fmla="*/ 170616 w 173184"/>
                        <a:gd name="connsiteY28" fmla="*/ 82591 h 122065"/>
                        <a:gd name="connsiteX29" fmla="*/ 165282 w 173184"/>
                        <a:gd name="connsiteY29" fmla="*/ 92402 h 122065"/>
                        <a:gd name="connsiteX30" fmla="*/ 156900 w 173184"/>
                        <a:gd name="connsiteY30" fmla="*/ 101736 h 122065"/>
                        <a:gd name="connsiteX31" fmla="*/ 145470 w 173184"/>
                        <a:gd name="connsiteY31" fmla="*/ 110023 h 122065"/>
                        <a:gd name="connsiteX32" fmla="*/ 130516 w 173184"/>
                        <a:gd name="connsiteY32" fmla="*/ 116214 h 122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173184" h="122065">
                          <a:moveTo>
                            <a:pt x="130516" y="116214"/>
                          </a:moveTo>
                          <a:cubicBezTo>
                            <a:pt x="115657" y="120786"/>
                            <a:pt x="98893" y="122786"/>
                            <a:pt x="82605" y="121834"/>
                          </a:cubicBezTo>
                          <a:lnTo>
                            <a:pt x="76509" y="121548"/>
                          </a:lnTo>
                          <a:lnTo>
                            <a:pt x="71270" y="120786"/>
                          </a:lnTo>
                          <a:lnTo>
                            <a:pt x="60793" y="119072"/>
                          </a:lnTo>
                          <a:cubicBezTo>
                            <a:pt x="53840" y="117929"/>
                            <a:pt x="47077" y="115643"/>
                            <a:pt x="40314" y="113833"/>
                          </a:cubicBezTo>
                          <a:cubicBezTo>
                            <a:pt x="35551" y="112404"/>
                            <a:pt x="31360" y="110118"/>
                            <a:pt x="27265" y="107927"/>
                          </a:cubicBezTo>
                          <a:cubicBezTo>
                            <a:pt x="23169" y="105737"/>
                            <a:pt x="19549" y="103165"/>
                            <a:pt x="16501" y="100212"/>
                          </a:cubicBezTo>
                          <a:cubicBezTo>
                            <a:pt x="10215" y="94592"/>
                            <a:pt x="5548" y="88306"/>
                            <a:pt x="3071" y="81829"/>
                          </a:cubicBezTo>
                          <a:cubicBezTo>
                            <a:pt x="-2453" y="69161"/>
                            <a:pt x="-167" y="56588"/>
                            <a:pt x="7072" y="47444"/>
                          </a:cubicBezTo>
                          <a:lnTo>
                            <a:pt x="27169" y="21821"/>
                          </a:lnTo>
                          <a:cubicBezTo>
                            <a:pt x="34504" y="12487"/>
                            <a:pt x="44696" y="7343"/>
                            <a:pt x="53840" y="3724"/>
                          </a:cubicBezTo>
                          <a:cubicBezTo>
                            <a:pt x="58412" y="2295"/>
                            <a:pt x="62793" y="962"/>
                            <a:pt x="66603" y="390"/>
                          </a:cubicBezTo>
                          <a:cubicBezTo>
                            <a:pt x="68508" y="295"/>
                            <a:pt x="70318" y="104"/>
                            <a:pt x="72032" y="9"/>
                          </a:cubicBezTo>
                          <a:cubicBezTo>
                            <a:pt x="73747" y="-86"/>
                            <a:pt x="75271" y="581"/>
                            <a:pt x="76795" y="866"/>
                          </a:cubicBezTo>
                          <a:cubicBezTo>
                            <a:pt x="79081" y="1248"/>
                            <a:pt x="81081" y="2295"/>
                            <a:pt x="83367" y="2486"/>
                          </a:cubicBezTo>
                          <a:lnTo>
                            <a:pt x="86701" y="2962"/>
                          </a:lnTo>
                          <a:lnTo>
                            <a:pt x="88416" y="3248"/>
                          </a:lnTo>
                          <a:cubicBezTo>
                            <a:pt x="88796" y="3248"/>
                            <a:pt x="88987" y="3152"/>
                            <a:pt x="89368" y="3152"/>
                          </a:cubicBezTo>
                          <a:cubicBezTo>
                            <a:pt x="91749" y="3152"/>
                            <a:pt x="93844" y="3152"/>
                            <a:pt x="96702" y="2105"/>
                          </a:cubicBezTo>
                          <a:cubicBezTo>
                            <a:pt x="97750" y="1628"/>
                            <a:pt x="98702" y="1914"/>
                            <a:pt x="100036" y="1914"/>
                          </a:cubicBezTo>
                          <a:cubicBezTo>
                            <a:pt x="101369" y="1724"/>
                            <a:pt x="102893" y="1914"/>
                            <a:pt x="104608" y="2390"/>
                          </a:cubicBezTo>
                          <a:cubicBezTo>
                            <a:pt x="106227" y="2962"/>
                            <a:pt x="108132" y="3343"/>
                            <a:pt x="110228" y="3724"/>
                          </a:cubicBezTo>
                          <a:cubicBezTo>
                            <a:pt x="112228" y="4200"/>
                            <a:pt x="114419" y="4867"/>
                            <a:pt x="116705" y="5819"/>
                          </a:cubicBezTo>
                          <a:cubicBezTo>
                            <a:pt x="121276" y="7820"/>
                            <a:pt x="126039" y="9344"/>
                            <a:pt x="130801" y="12296"/>
                          </a:cubicBezTo>
                          <a:cubicBezTo>
                            <a:pt x="135469" y="15059"/>
                            <a:pt x="140136" y="18678"/>
                            <a:pt x="143946" y="23155"/>
                          </a:cubicBezTo>
                          <a:lnTo>
                            <a:pt x="165282" y="48110"/>
                          </a:lnTo>
                          <a:cubicBezTo>
                            <a:pt x="169187" y="52587"/>
                            <a:pt x="171664" y="57921"/>
                            <a:pt x="172712" y="63732"/>
                          </a:cubicBezTo>
                          <a:cubicBezTo>
                            <a:pt x="173569" y="69542"/>
                            <a:pt x="173474" y="76209"/>
                            <a:pt x="170616" y="82591"/>
                          </a:cubicBezTo>
                          <a:cubicBezTo>
                            <a:pt x="169283" y="85829"/>
                            <a:pt x="167473" y="89163"/>
                            <a:pt x="165282" y="92402"/>
                          </a:cubicBezTo>
                          <a:cubicBezTo>
                            <a:pt x="163187" y="95735"/>
                            <a:pt x="160425" y="98879"/>
                            <a:pt x="156900" y="101736"/>
                          </a:cubicBezTo>
                          <a:cubicBezTo>
                            <a:pt x="153471" y="104689"/>
                            <a:pt x="149661" y="107451"/>
                            <a:pt x="145470" y="110023"/>
                          </a:cubicBezTo>
                          <a:cubicBezTo>
                            <a:pt x="140898" y="112690"/>
                            <a:pt x="135755" y="114500"/>
                            <a:pt x="130516" y="116214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0" name="Forme libre : forme 13569">
                      <a:extLst>
                        <a:ext uri="{FF2B5EF4-FFF2-40B4-BE49-F238E27FC236}">
                          <a16:creationId xmlns:a16="http://schemas.microsoft.com/office/drawing/2014/main" id="{292A9D96-C582-464E-9D51-DC77EFE891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3996" y="3065335"/>
                      <a:ext cx="172873" cy="85677"/>
                    </a:xfrm>
                    <a:custGeom>
                      <a:avLst/>
                      <a:gdLst>
                        <a:gd name="connsiteX0" fmla="*/ 63529 w 172873"/>
                        <a:gd name="connsiteY0" fmla="*/ 43529 h 85677"/>
                        <a:gd name="connsiteX1" fmla="*/ 28668 w 172873"/>
                        <a:gd name="connsiteY1" fmla="*/ 29146 h 85677"/>
                        <a:gd name="connsiteX2" fmla="*/ 15714 w 172873"/>
                        <a:gd name="connsiteY2" fmla="*/ 0 h 85677"/>
                        <a:gd name="connsiteX3" fmla="*/ 7046 w 172873"/>
                        <a:gd name="connsiteY3" fmla="*/ 11049 h 85677"/>
                        <a:gd name="connsiteX4" fmla="*/ 3046 w 172873"/>
                        <a:gd name="connsiteY4" fmla="*/ 45434 h 85677"/>
                        <a:gd name="connsiteX5" fmla="*/ 16476 w 172873"/>
                        <a:gd name="connsiteY5" fmla="*/ 63817 h 85677"/>
                        <a:gd name="connsiteX6" fmla="*/ 27239 w 172873"/>
                        <a:gd name="connsiteY6" fmla="*/ 71533 h 85677"/>
                        <a:gd name="connsiteX7" fmla="*/ 40288 w 172873"/>
                        <a:gd name="connsiteY7" fmla="*/ 77438 h 85677"/>
                        <a:gd name="connsiteX8" fmla="*/ 60767 w 172873"/>
                        <a:gd name="connsiteY8" fmla="*/ 82677 h 85677"/>
                        <a:gd name="connsiteX9" fmla="*/ 71245 w 172873"/>
                        <a:gd name="connsiteY9" fmla="*/ 84391 h 85677"/>
                        <a:gd name="connsiteX10" fmla="*/ 76483 w 172873"/>
                        <a:gd name="connsiteY10" fmla="*/ 85154 h 85677"/>
                        <a:gd name="connsiteX11" fmla="*/ 82579 w 172873"/>
                        <a:gd name="connsiteY11" fmla="*/ 85439 h 85677"/>
                        <a:gd name="connsiteX12" fmla="*/ 130490 w 172873"/>
                        <a:gd name="connsiteY12" fmla="*/ 79820 h 85677"/>
                        <a:gd name="connsiteX13" fmla="*/ 145159 w 172873"/>
                        <a:gd name="connsiteY13" fmla="*/ 73819 h 85677"/>
                        <a:gd name="connsiteX14" fmla="*/ 156589 w 172873"/>
                        <a:gd name="connsiteY14" fmla="*/ 65532 h 85677"/>
                        <a:gd name="connsiteX15" fmla="*/ 164971 w 172873"/>
                        <a:gd name="connsiteY15" fmla="*/ 56197 h 85677"/>
                        <a:gd name="connsiteX16" fmla="*/ 170305 w 172873"/>
                        <a:gd name="connsiteY16" fmla="*/ 46387 h 85677"/>
                        <a:gd name="connsiteX17" fmla="*/ 172400 w 172873"/>
                        <a:gd name="connsiteY17" fmla="*/ 27527 h 85677"/>
                        <a:gd name="connsiteX18" fmla="*/ 164971 w 172873"/>
                        <a:gd name="connsiteY18" fmla="*/ 11906 h 85677"/>
                        <a:gd name="connsiteX19" fmla="*/ 164304 w 172873"/>
                        <a:gd name="connsiteY19" fmla="*/ 11144 h 85677"/>
                        <a:gd name="connsiteX20" fmla="*/ 154398 w 172873"/>
                        <a:gd name="connsiteY20" fmla="*/ 19812 h 85677"/>
                        <a:gd name="connsiteX21" fmla="*/ 143349 w 172873"/>
                        <a:gd name="connsiteY21" fmla="*/ 27241 h 85677"/>
                        <a:gd name="connsiteX22" fmla="*/ 118489 w 172873"/>
                        <a:gd name="connsiteY22" fmla="*/ 38005 h 85677"/>
                        <a:gd name="connsiteX23" fmla="*/ 111917 w 172873"/>
                        <a:gd name="connsiteY23" fmla="*/ 40005 h 85677"/>
                        <a:gd name="connsiteX24" fmla="*/ 105058 w 172873"/>
                        <a:gd name="connsiteY24" fmla="*/ 41243 h 85677"/>
                        <a:gd name="connsiteX25" fmla="*/ 91247 w 172873"/>
                        <a:gd name="connsiteY25" fmla="*/ 43053 h 85677"/>
                        <a:gd name="connsiteX26" fmla="*/ 63529 w 172873"/>
                        <a:gd name="connsiteY26" fmla="*/ 43529 h 85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72873" h="85677">
                          <a:moveTo>
                            <a:pt x="63529" y="43529"/>
                          </a:moveTo>
                          <a:cubicBezTo>
                            <a:pt x="50289" y="42863"/>
                            <a:pt x="37050" y="37719"/>
                            <a:pt x="28668" y="29146"/>
                          </a:cubicBezTo>
                          <a:cubicBezTo>
                            <a:pt x="19905" y="20955"/>
                            <a:pt x="15428" y="10382"/>
                            <a:pt x="15714" y="0"/>
                          </a:cubicBezTo>
                          <a:lnTo>
                            <a:pt x="7046" y="11049"/>
                          </a:lnTo>
                          <a:cubicBezTo>
                            <a:pt x="-98" y="20193"/>
                            <a:pt x="-2479" y="32766"/>
                            <a:pt x="3046" y="45434"/>
                          </a:cubicBezTo>
                          <a:cubicBezTo>
                            <a:pt x="5522" y="51911"/>
                            <a:pt x="10190" y="58198"/>
                            <a:pt x="16476" y="63817"/>
                          </a:cubicBezTo>
                          <a:cubicBezTo>
                            <a:pt x="19524" y="66770"/>
                            <a:pt x="23143" y="69342"/>
                            <a:pt x="27239" y="71533"/>
                          </a:cubicBezTo>
                          <a:cubicBezTo>
                            <a:pt x="31335" y="73723"/>
                            <a:pt x="35526" y="76009"/>
                            <a:pt x="40288" y="77438"/>
                          </a:cubicBezTo>
                          <a:cubicBezTo>
                            <a:pt x="47051" y="79343"/>
                            <a:pt x="53814" y="81629"/>
                            <a:pt x="60767" y="82677"/>
                          </a:cubicBezTo>
                          <a:lnTo>
                            <a:pt x="71245" y="84391"/>
                          </a:lnTo>
                          <a:lnTo>
                            <a:pt x="76483" y="85154"/>
                          </a:lnTo>
                          <a:lnTo>
                            <a:pt x="82579" y="85439"/>
                          </a:lnTo>
                          <a:cubicBezTo>
                            <a:pt x="98772" y="86392"/>
                            <a:pt x="115536" y="84487"/>
                            <a:pt x="130490" y="79820"/>
                          </a:cubicBezTo>
                          <a:cubicBezTo>
                            <a:pt x="135634" y="78200"/>
                            <a:pt x="140872" y="76295"/>
                            <a:pt x="145159" y="73819"/>
                          </a:cubicBezTo>
                          <a:cubicBezTo>
                            <a:pt x="149350" y="71247"/>
                            <a:pt x="153160" y="68485"/>
                            <a:pt x="156589" y="65532"/>
                          </a:cubicBezTo>
                          <a:cubicBezTo>
                            <a:pt x="160113" y="62674"/>
                            <a:pt x="162875" y="59436"/>
                            <a:pt x="164971" y="56197"/>
                          </a:cubicBezTo>
                          <a:cubicBezTo>
                            <a:pt x="167161" y="52959"/>
                            <a:pt x="168971" y="49625"/>
                            <a:pt x="170305" y="46387"/>
                          </a:cubicBezTo>
                          <a:cubicBezTo>
                            <a:pt x="173162" y="40005"/>
                            <a:pt x="173258" y="33338"/>
                            <a:pt x="172400" y="27527"/>
                          </a:cubicBezTo>
                          <a:cubicBezTo>
                            <a:pt x="171448" y="21622"/>
                            <a:pt x="168876" y="16383"/>
                            <a:pt x="164971" y="11906"/>
                          </a:cubicBezTo>
                          <a:lnTo>
                            <a:pt x="164304" y="11144"/>
                          </a:lnTo>
                          <a:cubicBezTo>
                            <a:pt x="161065" y="14097"/>
                            <a:pt x="157922" y="17145"/>
                            <a:pt x="154398" y="19812"/>
                          </a:cubicBezTo>
                          <a:cubicBezTo>
                            <a:pt x="150779" y="22384"/>
                            <a:pt x="147064" y="24860"/>
                            <a:pt x="143349" y="27241"/>
                          </a:cubicBezTo>
                          <a:cubicBezTo>
                            <a:pt x="135443" y="31528"/>
                            <a:pt x="127442" y="35528"/>
                            <a:pt x="118489" y="38005"/>
                          </a:cubicBezTo>
                          <a:cubicBezTo>
                            <a:pt x="116298" y="38671"/>
                            <a:pt x="114202" y="39433"/>
                            <a:pt x="111917" y="40005"/>
                          </a:cubicBezTo>
                          <a:lnTo>
                            <a:pt x="105058" y="41243"/>
                          </a:lnTo>
                          <a:cubicBezTo>
                            <a:pt x="100486" y="42100"/>
                            <a:pt x="95915" y="43053"/>
                            <a:pt x="91247" y="43053"/>
                          </a:cubicBezTo>
                          <a:cubicBezTo>
                            <a:pt x="81722" y="43815"/>
                            <a:pt x="72959" y="43434"/>
                            <a:pt x="63529" y="43529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1" name="Forme libre : forme 13570">
                      <a:extLst>
                        <a:ext uri="{FF2B5EF4-FFF2-40B4-BE49-F238E27FC236}">
                          <a16:creationId xmlns:a16="http://schemas.microsoft.com/office/drawing/2014/main" id="{77F02690-12E1-4C5B-B83E-F3A9285254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4516" y="3071675"/>
                      <a:ext cx="70891" cy="45190"/>
                    </a:xfrm>
                    <a:custGeom>
                      <a:avLst/>
                      <a:gdLst>
                        <a:gd name="connsiteX0" fmla="*/ 69399 w 70891"/>
                        <a:gd name="connsiteY0" fmla="*/ 12901 h 45190"/>
                        <a:gd name="connsiteX1" fmla="*/ 70637 w 70891"/>
                        <a:gd name="connsiteY1" fmla="*/ 22044 h 45190"/>
                        <a:gd name="connsiteX2" fmla="*/ 65589 w 70891"/>
                        <a:gd name="connsiteY2" fmla="*/ 32046 h 45190"/>
                        <a:gd name="connsiteX3" fmla="*/ 54063 w 70891"/>
                        <a:gd name="connsiteY3" fmla="*/ 40809 h 45190"/>
                        <a:gd name="connsiteX4" fmla="*/ 37109 w 70891"/>
                        <a:gd name="connsiteY4" fmla="*/ 45190 h 45190"/>
                        <a:gd name="connsiteX5" fmla="*/ 19583 w 70891"/>
                        <a:gd name="connsiteY5" fmla="*/ 43190 h 45190"/>
                        <a:gd name="connsiteX6" fmla="*/ 7486 w 70891"/>
                        <a:gd name="connsiteY6" fmla="*/ 36427 h 45190"/>
                        <a:gd name="connsiteX7" fmla="*/ 1009 w 70891"/>
                        <a:gd name="connsiteY7" fmla="*/ 27569 h 45190"/>
                        <a:gd name="connsiteX8" fmla="*/ 533 w 70891"/>
                        <a:gd name="connsiteY8" fmla="*/ 18425 h 45190"/>
                        <a:gd name="connsiteX9" fmla="*/ 5390 w 70891"/>
                        <a:gd name="connsiteY9" fmla="*/ 10710 h 45190"/>
                        <a:gd name="connsiteX10" fmla="*/ 13582 w 70891"/>
                        <a:gd name="connsiteY10" fmla="*/ 5281 h 45190"/>
                        <a:gd name="connsiteX11" fmla="*/ 23678 w 70891"/>
                        <a:gd name="connsiteY11" fmla="*/ 2042 h 45190"/>
                        <a:gd name="connsiteX12" fmla="*/ 33870 w 70891"/>
                        <a:gd name="connsiteY12" fmla="*/ 423 h 45190"/>
                        <a:gd name="connsiteX13" fmla="*/ 44253 w 70891"/>
                        <a:gd name="connsiteY13" fmla="*/ 518 h 45190"/>
                        <a:gd name="connsiteX14" fmla="*/ 54254 w 70891"/>
                        <a:gd name="connsiteY14" fmla="*/ 2328 h 45190"/>
                        <a:gd name="connsiteX15" fmla="*/ 63112 w 70891"/>
                        <a:gd name="connsiteY15" fmla="*/ 6233 h 45190"/>
                        <a:gd name="connsiteX16" fmla="*/ 69399 w 70891"/>
                        <a:gd name="connsiteY16" fmla="*/ 12901 h 45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70891" h="45190">
                          <a:moveTo>
                            <a:pt x="69399" y="12901"/>
                          </a:moveTo>
                          <a:cubicBezTo>
                            <a:pt x="70827" y="15663"/>
                            <a:pt x="71209" y="18806"/>
                            <a:pt x="70637" y="22044"/>
                          </a:cubicBezTo>
                          <a:cubicBezTo>
                            <a:pt x="69970" y="25188"/>
                            <a:pt x="68541" y="29093"/>
                            <a:pt x="65589" y="32046"/>
                          </a:cubicBezTo>
                          <a:cubicBezTo>
                            <a:pt x="62731" y="35094"/>
                            <a:pt x="58826" y="38142"/>
                            <a:pt x="54063" y="40809"/>
                          </a:cubicBezTo>
                          <a:cubicBezTo>
                            <a:pt x="49110" y="42904"/>
                            <a:pt x="43300" y="44428"/>
                            <a:pt x="37109" y="45190"/>
                          </a:cubicBezTo>
                          <a:cubicBezTo>
                            <a:pt x="30822" y="45190"/>
                            <a:pt x="24822" y="44524"/>
                            <a:pt x="19583" y="43190"/>
                          </a:cubicBezTo>
                          <a:cubicBezTo>
                            <a:pt x="14820" y="41285"/>
                            <a:pt x="10724" y="38999"/>
                            <a:pt x="7486" y="36427"/>
                          </a:cubicBezTo>
                          <a:cubicBezTo>
                            <a:pt x="4247" y="33951"/>
                            <a:pt x="2152" y="30522"/>
                            <a:pt x="1009" y="27569"/>
                          </a:cubicBezTo>
                          <a:cubicBezTo>
                            <a:pt x="-134" y="24426"/>
                            <a:pt x="-324" y="21378"/>
                            <a:pt x="533" y="18425"/>
                          </a:cubicBezTo>
                          <a:cubicBezTo>
                            <a:pt x="1390" y="15472"/>
                            <a:pt x="3200" y="12901"/>
                            <a:pt x="5390" y="10710"/>
                          </a:cubicBezTo>
                          <a:cubicBezTo>
                            <a:pt x="7676" y="8424"/>
                            <a:pt x="10439" y="7090"/>
                            <a:pt x="13582" y="5281"/>
                          </a:cubicBezTo>
                          <a:cubicBezTo>
                            <a:pt x="16725" y="3661"/>
                            <a:pt x="20059" y="2518"/>
                            <a:pt x="23678" y="2042"/>
                          </a:cubicBezTo>
                          <a:cubicBezTo>
                            <a:pt x="27012" y="899"/>
                            <a:pt x="30346" y="232"/>
                            <a:pt x="33870" y="423"/>
                          </a:cubicBezTo>
                          <a:cubicBezTo>
                            <a:pt x="37394" y="-244"/>
                            <a:pt x="40824" y="-53"/>
                            <a:pt x="44253" y="518"/>
                          </a:cubicBezTo>
                          <a:cubicBezTo>
                            <a:pt x="47586" y="518"/>
                            <a:pt x="51016" y="1185"/>
                            <a:pt x="54254" y="2328"/>
                          </a:cubicBezTo>
                          <a:cubicBezTo>
                            <a:pt x="57588" y="3661"/>
                            <a:pt x="60445" y="4423"/>
                            <a:pt x="63112" y="6233"/>
                          </a:cubicBezTo>
                          <a:cubicBezTo>
                            <a:pt x="65875" y="7852"/>
                            <a:pt x="68065" y="10043"/>
                            <a:pt x="69399" y="12901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2" name="Forme libre : forme 13571">
                      <a:extLst>
                        <a:ext uri="{FF2B5EF4-FFF2-40B4-BE49-F238E27FC236}">
                          <a16:creationId xmlns:a16="http://schemas.microsoft.com/office/drawing/2014/main" id="{A4DB33AB-EFB4-4C95-9CDA-257167F8B1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4581" y="3074860"/>
                      <a:ext cx="56473" cy="41917"/>
                    </a:xfrm>
                    <a:custGeom>
                      <a:avLst/>
                      <a:gdLst>
                        <a:gd name="connsiteX0" fmla="*/ 18469 w 56473"/>
                        <a:gd name="connsiteY0" fmla="*/ 0 h 41917"/>
                        <a:gd name="connsiteX1" fmla="*/ 7230 w 56473"/>
                        <a:gd name="connsiteY1" fmla="*/ 5905 h 41917"/>
                        <a:gd name="connsiteX2" fmla="*/ 562 w 56473"/>
                        <a:gd name="connsiteY2" fmla="*/ 15145 h 41917"/>
                        <a:gd name="connsiteX3" fmla="*/ 1038 w 56473"/>
                        <a:gd name="connsiteY3" fmla="*/ 24289 h 41917"/>
                        <a:gd name="connsiteX4" fmla="*/ 7516 w 56473"/>
                        <a:gd name="connsiteY4" fmla="*/ 33147 h 41917"/>
                        <a:gd name="connsiteX5" fmla="*/ 19612 w 56473"/>
                        <a:gd name="connsiteY5" fmla="*/ 39910 h 41917"/>
                        <a:gd name="connsiteX6" fmla="*/ 37139 w 56473"/>
                        <a:gd name="connsiteY6" fmla="*/ 41910 h 41917"/>
                        <a:gd name="connsiteX7" fmla="*/ 56474 w 56473"/>
                        <a:gd name="connsiteY7" fmla="*/ 36100 h 41917"/>
                        <a:gd name="connsiteX8" fmla="*/ 45521 w 56473"/>
                        <a:gd name="connsiteY8" fmla="*/ 36671 h 41917"/>
                        <a:gd name="connsiteX9" fmla="*/ 22565 w 56473"/>
                        <a:gd name="connsiteY9" fmla="*/ 22288 h 41917"/>
                        <a:gd name="connsiteX10" fmla="*/ 18469 w 56473"/>
                        <a:gd name="connsiteY10" fmla="*/ 0 h 41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6473" h="41917">
                          <a:moveTo>
                            <a:pt x="18469" y="0"/>
                          </a:moveTo>
                          <a:cubicBezTo>
                            <a:pt x="14278" y="1429"/>
                            <a:pt x="10373" y="3620"/>
                            <a:pt x="7230" y="5905"/>
                          </a:cubicBezTo>
                          <a:cubicBezTo>
                            <a:pt x="4086" y="8287"/>
                            <a:pt x="1610" y="11430"/>
                            <a:pt x="562" y="15145"/>
                          </a:cubicBezTo>
                          <a:cubicBezTo>
                            <a:pt x="-295" y="18097"/>
                            <a:pt x="-200" y="21241"/>
                            <a:pt x="1038" y="24289"/>
                          </a:cubicBezTo>
                          <a:cubicBezTo>
                            <a:pt x="2181" y="27337"/>
                            <a:pt x="4373" y="30766"/>
                            <a:pt x="7516" y="33147"/>
                          </a:cubicBezTo>
                          <a:cubicBezTo>
                            <a:pt x="10659" y="35719"/>
                            <a:pt x="14754" y="38005"/>
                            <a:pt x="19612" y="39910"/>
                          </a:cubicBezTo>
                          <a:cubicBezTo>
                            <a:pt x="24851" y="41243"/>
                            <a:pt x="30852" y="42005"/>
                            <a:pt x="37139" y="41910"/>
                          </a:cubicBezTo>
                          <a:cubicBezTo>
                            <a:pt x="44282" y="40767"/>
                            <a:pt x="51235" y="39338"/>
                            <a:pt x="56474" y="36100"/>
                          </a:cubicBezTo>
                          <a:cubicBezTo>
                            <a:pt x="53045" y="37243"/>
                            <a:pt x="49140" y="36957"/>
                            <a:pt x="45521" y="36671"/>
                          </a:cubicBezTo>
                          <a:cubicBezTo>
                            <a:pt x="35424" y="35242"/>
                            <a:pt x="27042" y="28670"/>
                            <a:pt x="22565" y="22288"/>
                          </a:cubicBezTo>
                          <a:cubicBezTo>
                            <a:pt x="18089" y="15335"/>
                            <a:pt x="16850" y="7334"/>
                            <a:pt x="18469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3" name="Forme libre : forme 13572">
                      <a:extLst>
                        <a:ext uri="{FF2B5EF4-FFF2-40B4-BE49-F238E27FC236}">
                          <a16:creationId xmlns:a16="http://schemas.microsoft.com/office/drawing/2014/main" id="{4DE39533-5B78-4743-BC51-25F9B6E044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6919" y="3076091"/>
                      <a:ext cx="74249" cy="45555"/>
                    </a:xfrm>
                    <a:custGeom>
                      <a:avLst/>
                      <a:gdLst>
                        <a:gd name="connsiteX0" fmla="*/ 72615 w 74249"/>
                        <a:gd name="connsiteY0" fmla="*/ 11247 h 45555"/>
                        <a:gd name="connsiteX1" fmla="*/ 69091 w 74249"/>
                        <a:gd name="connsiteY1" fmla="*/ 30678 h 45555"/>
                        <a:gd name="connsiteX2" fmla="*/ 57375 w 74249"/>
                        <a:gd name="connsiteY2" fmla="*/ 39822 h 45555"/>
                        <a:gd name="connsiteX3" fmla="*/ 39944 w 74249"/>
                        <a:gd name="connsiteY3" fmla="*/ 45060 h 45555"/>
                        <a:gd name="connsiteX4" fmla="*/ 30419 w 74249"/>
                        <a:gd name="connsiteY4" fmla="*/ 45251 h 45555"/>
                        <a:gd name="connsiteX5" fmla="*/ 21561 w 74249"/>
                        <a:gd name="connsiteY5" fmla="*/ 43822 h 45555"/>
                        <a:gd name="connsiteX6" fmla="*/ 8417 w 74249"/>
                        <a:gd name="connsiteY6" fmla="*/ 37536 h 45555"/>
                        <a:gd name="connsiteX7" fmla="*/ 1273 w 74249"/>
                        <a:gd name="connsiteY7" fmla="*/ 28963 h 45555"/>
                        <a:gd name="connsiteX8" fmla="*/ 416 w 74249"/>
                        <a:gd name="connsiteY8" fmla="*/ 19724 h 45555"/>
                        <a:gd name="connsiteX9" fmla="*/ 5178 w 74249"/>
                        <a:gd name="connsiteY9" fmla="*/ 12009 h 45555"/>
                        <a:gd name="connsiteX10" fmla="*/ 13560 w 74249"/>
                        <a:gd name="connsiteY10" fmla="*/ 6294 h 45555"/>
                        <a:gd name="connsiteX11" fmla="*/ 23752 w 74249"/>
                        <a:gd name="connsiteY11" fmla="*/ 2579 h 45555"/>
                        <a:gd name="connsiteX12" fmla="*/ 29086 w 74249"/>
                        <a:gd name="connsiteY12" fmla="*/ 1341 h 45555"/>
                        <a:gd name="connsiteX13" fmla="*/ 34706 w 74249"/>
                        <a:gd name="connsiteY13" fmla="*/ 483 h 45555"/>
                        <a:gd name="connsiteX14" fmla="*/ 45945 w 74249"/>
                        <a:gd name="connsiteY14" fmla="*/ 7 h 45555"/>
                        <a:gd name="connsiteX15" fmla="*/ 56613 w 74249"/>
                        <a:gd name="connsiteY15" fmla="*/ 1436 h 45555"/>
                        <a:gd name="connsiteX16" fmla="*/ 72615 w 74249"/>
                        <a:gd name="connsiteY16" fmla="*/ 11247 h 45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74249" h="45555">
                          <a:moveTo>
                            <a:pt x="72615" y="11247"/>
                          </a:moveTo>
                          <a:cubicBezTo>
                            <a:pt x="75663" y="16676"/>
                            <a:pt x="74425" y="23629"/>
                            <a:pt x="69091" y="30678"/>
                          </a:cubicBezTo>
                          <a:cubicBezTo>
                            <a:pt x="66424" y="34107"/>
                            <a:pt x="62233" y="36964"/>
                            <a:pt x="57375" y="39822"/>
                          </a:cubicBezTo>
                          <a:cubicBezTo>
                            <a:pt x="52613" y="42870"/>
                            <a:pt x="46326" y="44013"/>
                            <a:pt x="39944" y="45060"/>
                          </a:cubicBezTo>
                          <a:cubicBezTo>
                            <a:pt x="36706" y="45632"/>
                            <a:pt x="33563" y="45727"/>
                            <a:pt x="30419" y="45251"/>
                          </a:cubicBezTo>
                          <a:cubicBezTo>
                            <a:pt x="27371" y="44965"/>
                            <a:pt x="24323" y="44489"/>
                            <a:pt x="21561" y="43822"/>
                          </a:cubicBezTo>
                          <a:cubicBezTo>
                            <a:pt x="15846" y="42774"/>
                            <a:pt x="11941" y="40012"/>
                            <a:pt x="8417" y="37536"/>
                          </a:cubicBezTo>
                          <a:cubicBezTo>
                            <a:pt x="5083" y="34869"/>
                            <a:pt x="2606" y="32202"/>
                            <a:pt x="1273" y="28963"/>
                          </a:cubicBezTo>
                          <a:cubicBezTo>
                            <a:pt x="-61" y="25820"/>
                            <a:pt x="-346" y="22677"/>
                            <a:pt x="416" y="19724"/>
                          </a:cubicBezTo>
                          <a:cubicBezTo>
                            <a:pt x="1177" y="16676"/>
                            <a:pt x="2892" y="14104"/>
                            <a:pt x="5178" y="12009"/>
                          </a:cubicBezTo>
                          <a:cubicBezTo>
                            <a:pt x="7464" y="10008"/>
                            <a:pt x="10322" y="7723"/>
                            <a:pt x="13560" y="6294"/>
                          </a:cubicBezTo>
                          <a:cubicBezTo>
                            <a:pt x="16703" y="4579"/>
                            <a:pt x="20323" y="4008"/>
                            <a:pt x="23752" y="2579"/>
                          </a:cubicBezTo>
                          <a:cubicBezTo>
                            <a:pt x="25466" y="2007"/>
                            <a:pt x="27276" y="1626"/>
                            <a:pt x="29086" y="1341"/>
                          </a:cubicBezTo>
                          <a:cubicBezTo>
                            <a:pt x="30895" y="1245"/>
                            <a:pt x="32800" y="960"/>
                            <a:pt x="34706" y="483"/>
                          </a:cubicBezTo>
                          <a:cubicBezTo>
                            <a:pt x="38516" y="-278"/>
                            <a:pt x="42325" y="388"/>
                            <a:pt x="45945" y="7"/>
                          </a:cubicBezTo>
                          <a:cubicBezTo>
                            <a:pt x="49565" y="-88"/>
                            <a:pt x="53279" y="769"/>
                            <a:pt x="56613" y="1436"/>
                          </a:cubicBezTo>
                          <a:cubicBezTo>
                            <a:pt x="63376" y="2579"/>
                            <a:pt x="69567" y="5817"/>
                            <a:pt x="72615" y="1124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4" name="Forme libre : forme 13573">
                      <a:extLst>
                        <a:ext uri="{FF2B5EF4-FFF2-40B4-BE49-F238E27FC236}">
                          <a16:creationId xmlns:a16="http://schemas.microsoft.com/office/drawing/2014/main" id="{016CFEEA-95CF-4BF1-9FE9-CACE2225D2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8534" y="3051522"/>
                      <a:ext cx="103409" cy="90393"/>
                    </a:xfrm>
                    <a:custGeom>
                      <a:avLst/>
                      <a:gdLst>
                        <a:gd name="connsiteX0" fmla="*/ 7844 w 103409"/>
                        <a:gd name="connsiteY0" fmla="*/ 29433 h 90393"/>
                        <a:gd name="connsiteX1" fmla="*/ 34 w 103409"/>
                        <a:gd name="connsiteY1" fmla="*/ 48769 h 90393"/>
                        <a:gd name="connsiteX2" fmla="*/ 34704 w 103409"/>
                        <a:gd name="connsiteY2" fmla="*/ 85726 h 90393"/>
                        <a:gd name="connsiteX3" fmla="*/ 47468 w 103409"/>
                        <a:gd name="connsiteY3" fmla="*/ 89060 h 90393"/>
                        <a:gd name="connsiteX4" fmla="*/ 54231 w 103409"/>
                        <a:gd name="connsiteY4" fmla="*/ 90203 h 90393"/>
                        <a:gd name="connsiteX5" fmla="*/ 61851 w 103409"/>
                        <a:gd name="connsiteY5" fmla="*/ 90393 h 90393"/>
                        <a:gd name="connsiteX6" fmla="*/ 76615 w 103409"/>
                        <a:gd name="connsiteY6" fmla="*/ 88965 h 90393"/>
                        <a:gd name="connsiteX7" fmla="*/ 89664 w 103409"/>
                        <a:gd name="connsiteY7" fmla="*/ 84012 h 90393"/>
                        <a:gd name="connsiteX8" fmla="*/ 102142 w 103409"/>
                        <a:gd name="connsiteY8" fmla="*/ 71915 h 90393"/>
                        <a:gd name="connsiteX9" fmla="*/ 100523 w 103409"/>
                        <a:gd name="connsiteY9" fmla="*/ 60295 h 90393"/>
                        <a:gd name="connsiteX10" fmla="*/ 83472 w 103409"/>
                        <a:gd name="connsiteY10" fmla="*/ 53913 h 90393"/>
                        <a:gd name="connsiteX11" fmla="*/ 73471 w 103409"/>
                        <a:gd name="connsiteY11" fmla="*/ 50008 h 90393"/>
                        <a:gd name="connsiteX12" fmla="*/ 64994 w 103409"/>
                        <a:gd name="connsiteY12" fmla="*/ 44197 h 90393"/>
                        <a:gd name="connsiteX13" fmla="*/ 58231 w 103409"/>
                        <a:gd name="connsiteY13" fmla="*/ 37625 h 90393"/>
                        <a:gd name="connsiteX14" fmla="*/ 52993 w 103409"/>
                        <a:gd name="connsiteY14" fmla="*/ 29815 h 90393"/>
                        <a:gd name="connsiteX15" fmla="*/ 48897 w 103409"/>
                        <a:gd name="connsiteY15" fmla="*/ 21337 h 90393"/>
                        <a:gd name="connsiteX16" fmla="*/ 44706 w 103409"/>
                        <a:gd name="connsiteY16" fmla="*/ 11146 h 90393"/>
                        <a:gd name="connsiteX17" fmla="*/ 39848 w 103409"/>
                        <a:gd name="connsiteY17" fmla="*/ 3145 h 90393"/>
                        <a:gd name="connsiteX18" fmla="*/ 32800 w 103409"/>
                        <a:gd name="connsiteY18" fmla="*/ 1 h 90393"/>
                        <a:gd name="connsiteX19" fmla="*/ 18226 w 103409"/>
                        <a:gd name="connsiteY19" fmla="*/ 11526 h 90393"/>
                        <a:gd name="connsiteX20" fmla="*/ 7844 w 103409"/>
                        <a:gd name="connsiteY20" fmla="*/ 29433 h 90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03409" h="90393">
                          <a:moveTo>
                            <a:pt x="7844" y="29433"/>
                          </a:moveTo>
                          <a:cubicBezTo>
                            <a:pt x="4225" y="35434"/>
                            <a:pt x="224" y="41530"/>
                            <a:pt x="34" y="48769"/>
                          </a:cubicBezTo>
                          <a:cubicBezTo>
                            <a:pt x="-824" y="62771"/>
                            <a:pt x="14702" y="78392"/>
                            <a:pt x="34704" y="85726"/>
                          </a:cubicBezTo>
                          <a:cubicBezTo>
                            <a:pt x="38801" y="87060"/>
                            <a:pt x="43086" y="88203"/>
                            <a:pt x="47468" y="89060"/>
                          </a:cubicBezTo>
                          <a:cubicBezTo>
                            <a:pt x="49754" y="89441"/>
                            <a:pt x="51755" y="90013"/>
                            <a:pt x="54231" y="90203"/>
                          </a:cubicBezTo>
                          <a:cubicBezTo>
                            <a:pt x="56803" y="90298"/>
                            <a:pt x="59279" y="90393"/>
                            <a:pt x="61851" y="90393"/>
                          </a:cubicBezTo>
                          <a:cubicBezTo>
                            <a:pt x="66899" y="90298"/>
                            <a:pt x="71948" y="90108"/>
                            <a:pt x="76615" y="88965"/>
                          </a:cubicBezTo>
                          <a:cubicBezTo>
                            <a:pt x="81282" y="87631"/>
                            <a:pt x="85664" y="86012"/>
                            <a:pt x="89664" y="84012"/>
                          </a:cubicBezTo>
                          <a:cubicBezTo>
                            <a:pt x="95760" y="81250"/>
                            <a:pt x="100046" y="76201"/>
                            <a:pt x="102142" y="71915"/>
                          </a:cubicBezTo>
                          <a:cubicBezTo>
                            <a:pt x="104237" y="67438"/>
                            <a:pt x="103761" y="63342"/>
                            <a:pt x="100523" y="60295"/>
                          </a:cubicBezTo>
                          <a:cubicBezTo>
                            <a:pt x="96331" y="56389"/>
                            <a:pt x="89664" y="56199"/>
                            <a:pt x="83472" y="53913"/>
                          </a:cubicBezTo>
                          <a:cubicBezTo>
                            <a:pt x="79853" y="52770"/>
                            <a:pt x="76519" y="51436"/>
                            <a:pt x="73471" y="50008"/>
                          </a:cubicBezTo>
                          <a:cubicBezTo>
                            <a:pt x="70423" y="48483"/>
                            <a:pt x="67470" y="46198"/>
                            <a:pt x="64994" y="44197"/>
                          </a:cubicBezTo>
                          <a:cubicBezTo>
                            <a:pt x="62423" y="42102"/>
                            <a:pt x="60137" y="39911"/>
                            <a:pt x="58231" y="37625"/>
                          </a:cubicBezTo>
                          <a:cubicBezTo>
                            <a:pt x="56231" y="35053"/>
                            <a:pt x="54517" y="32386"/>
                            <a:pt x="52993" y="29815"/>
                          </a:cubicBezTo>
                          <a:cubicBezTo>
                            <a:pt x="51755" y="27529"/>
                            <a:pt x="50326" y="24576"/>
                            <a:pt x="48897" y="21337"/>
                          </a:cubicBezTo>
                          <a:cubicBezTo>
                            <a:pt x="47564" y="17908"/>
                            <a:pt x="46135" y="14289"/>
                            <a:pt x="44706" y="11146"/>
                          </a:cubicBezTo>
                          <a:cubicBezTo>
                            <a:pt x="43182" y="8098"/>
                            <a:pt x="41658" y="5335"/>
                            <a:pt x="39848" y="3145"/>
                          </a:cubicBezTo>
                          <a:cubicBezTo>
                            <a:pt x="38039" y="954"/>
                            <a:pt x="35753" y="192"/>
                            <a:pt x="32800" y="1"/>
                          </a:cubicBezTo>
                          <a:cubicBezTo>
                            <a:pt x="27466" y="-94"/>
                            <a:pt x="22417" y="5145"/>
                            <a:pt x="18226" y="11526"/>
                          </a:cubicBezTo>
                          <a:cubicBezTo>
                            <a:pt x="13559" y="17718"/>
                            <a:pt x="10320" y="25242"/>
                            <a:pt x="7844" y="2943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5" name="Forme libre : forme 13574">
                      <a:extLst>
                        <a:ext uri="{FF2B5EF4-FFF2-40B4-BE49-F238E27FC236}">
                          <a16:creationId xmlns:a16="http://schemas.microsoft.com/office/drawing/2014/main" id="{97D50955-54AC-49EF-8C51-E0D01F24F5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7298" y="3057001"/>
                      <a:ext cx="26172" cy="18110"/>
                    </a:xfrm>
                    <a:custGeom>
                      <a:avLst/>
                      <a:gdLst>
                        <a:gd name="connsiteX0" fmla="*/ 3559 w 26172"/>
                        <a:gd name="connsiteY0" fmla="*/ 7953 h 18110"/>
                        <a:gd name="connsiteX1" fmla="*/ 416 w 26172"/>
                        <a:gd name="connsiteY1" fmla="*/ 11858 h 18110"/>
                        <a:gd name="connsiteX2" fmla="*/ 988 w 26172"/>
                        <a:gd name="connsiteY2" fmla="*/ 16525 h 18110"/>
                        <a:gd name="connsiteX3" fmla="*/ 5274 w 26172"/>
                        <a:gd name="connsiteY3" fmla="*/ 18049 h 18110"/>
                        <a:gd name="connsiteX4" fmla="*/ 16990 w 26172"/>
                        <a:gd name="connsiteY4" fmla="*/ 16716 h 18110"/>
                        <a:gd name="connsiteX5" fmla="*/ 21276 w 26172"/>
                        <a:gd name="connsiteY5" fmla="*/ 14811 h 18110"/>
                        <a:gd name="connsiteX6" fmla="*/ 26133 w 26172"/>
                        <a:gd name="connsiteY6" fmla="*/ 5762 h 18110"/>
                        <a:gd name="connsiteX7" fmla="*/ 21657 w 26172"/>
                        <a:gd name="connsiteY7" fmla="*/ 47 h 18110"/>
                        <a:gd name="connsiteX8" fmla="*/ 12513 w 26172"/>
                        <a:gd name="connsiteY8" fmla="*/ 2428 h 18110"/>
                        <a:gd name="connsiteX9" fmla="*/ 3559 w 26172"/>
                        <a:gd name="connsiteY9" fmla="*/ 7953 h 18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6172" h="18110">
                          <a:moveTo>
                            <a:pt x="3559" y="7953"/>
                          </a:moveTo>
                          <a:cubicBezTo>
                            <a:pt x="2321" y="9000"/>
                            <a:pt x="1083" y="10238"/>
                            <a:pt x="416" y="11858"/>
                          </a:cubicBezTo>
                          <a:cubicBezTo>
                            <a:pt x="-251" y="13382"/>
                            <a:pt x="-155" y="15382"/>
                            <a:pt x="988" y="16525"/>
                          </a:cubicBezTo>
                          <a:cubicBezTo>
                            <a:pt x="2035" y="17668"/>
                            <a:pt x="3750" y="17954"/>
                            <a:pt x="5274" y="18049"/>
                          </a:cubicBezTo>
                          <a:cubicBezTo>
                            <a:pt x="9274" y="18335"/>
                            <a:pt x="13275" y="17573"/>
                            <a:pt x="16990" y="16716"/>
                          </a:cubicBezTo>
                          <a:cubicBezTo>
                            <a:pt x="18513" y="16335"/>
                            <a:pt x="20038" y="15858"/>
                            <a:pt x="21276" y="14811"/>
                          </a:cubicBezTo>
                          <a:cubicBezTo>
                            <a:pt x="23943" y="12620"/>
                            <a:pt x="25848" y="8905"/>
                            <a:pt x="26133" y="5762"/>
                          </a:cubicBezTo>
                          <a:cubicBezTo>
                            <a:pt x="26419" y="2523"/>
                            <a:pt x="25181" y="237"/>
                            <a:pt x="21657" y="47"/>
                          </a:cubicBezTo>
                          <a:cubicBezTo>
                            <a:pt x="18895" y="-239"/>
                            <a:pt x="15751" y="809"/>
                            <a:pt x="12513" y="2428"/>
                          </a:cubicBezTo>
                          <a:cubicBezTo>
                            <a:pt x="9370" y="3762"/>
                            <a:pt x="6226" y="5762"/>
                            <a:pt x="3559" y="795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6" name="Forme libre : forme 13575">
                      <a:extLst>
                        <a:ext uri="{FF2B5EF4-FFF2-40B4-BE49-F238E27FC236}">
                          <a16:creationId xmlns:a16="http://schemas.microsoft.com/office/drawing/2014/main" id="{A64B563B-4F69-4FF0-A712-81D2BE2594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5247" y="3076670"/>
                      <a:ext cx="34501" cy="65532"/>
                    </a:xfrm>
                    <a:custGeom>
                      <a:avLst/>
                      <a:gdLst>
                        <a:gd name="connsiteX0" fmla="*/ 26861 w 34501"/>
                        <a:gd name="connsiteY0" fmla="*/ 0 h 65532"/>
                        <a:gd name="connsiteX1" fmla="*/ 34290 w 34501"/>
                        <a:gd name="connsiteY1" fmla="*/ 17907 h 65532"/>
                        <a:gd name="connsiteX2" fmla="*/ 29528 w 34501"/>
                        <a:gd name="connsiteY2" fmla="*/ 39338 h 65532"/>
                        <a:gd name="connsiteX3" fmla="*/ 19241 w 34501"/>
                        <a:gd name="connsiteY3" fmla="*/ 52483 h 65532"/>
                        <a:gd name="connsiteX4" fmla="*/ 11145 w 34501"/>
                        <a:gd name="connsiteY4" fmla="*/ 59341 h 65532"/>
                        <a:gd name="connsiteX5" fmla="*/ 0 w 34501"/>
                        <a:gd name="connsiteY5" fmla="*/ 65532 h 65532"/>
                        <a:gd name="connsiteX6" fmla="*/ 7715 w 34501"/>
                        <a:gd name="connsiteY6" fmla="*/ 60674 h 65532"/>
                        <a:gd name="connsiteX7" fmla="*/ 21813 w 34501"/>
                        <a:gd name="connsiteY7" fmla="*/ 46101 h 65532"/>
                        <a:gd name="connsiteX8" fmla="*/ 30575 w 34501"/>
                        <a:gd name="connsiteY8" fmla="*/ 24384 h 65532"/>
                        <a:gd name="connsiteX9" fmla="*/ 26861 w 34501"/>
                        <a:gd name="connsiteY9" fmla="*/ 0 h 65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501" h="65532">
                          <a:moveTo>
                            <a:pt x="26861" y="0"/>
                          </a:moveTo>
                          <a:cubicBezTo>
                            <a:pt x="26861" y="0"/>
                            <a:pt x="32861" y="6287"/>
                            <a:pt x="34290" y="17907"/>
                          </a:cubicBezTo>
                          <a:cubicBezTo>
                            <a:pt x="35053" y="23813"/>
                            <a:pt x="33814" y="30766"/>
                            <a:pt x="29528" y="39338"/>
                          </a:cubicBezTo>
                          <a:cubicBezTo>
                            <a:pt x="27527" y="43720"/>
                            <a:pt x="24003" y="48006"/>
                            <a:pt x="19241" y="52483"/>
                          </a:cubicBezTo>
                          <a:cubicBezTo>
                            <a:pt x="16859" y="54769"/>
                            <a:pt x="14193" y="57055"/>
                            <a:pt x="11145" y="59341"/>
                          </a:cubicBezTo>
                          <a:cubicBezTo>
                            <a:pt x="7811" y="61436"/>
                            <a:pt x="4096" y="63532"/>
                            <a:pt x="0" y="65532"/>
                          </a:cubicBezTo>
                          <a:cubicBezTo>
                            <a:pt x="0" y="65532"/>
                            <a:pt x="3143" y="63817"/>
                            <a:pt x="7715" y="60674"/>
                          </a:cubicBezTo>
                          <a:cubicBezTo>
                            <a:pt x="12383" y="57626"/>
                            <a:pt x="17145" y="52197"/>
                            <a:pt x="21813" y="46101"/>
                          </a:cubicBezTo>
                          <a:cubicBezTo>
                            <a:pt x="26670" y="40100"/>
                            <a:pt x="29242" y="32099"/>
                            <a:pt x="30575" y="24384"/>
                          </a:cubicBezTo>
                          <a:cubicBezTo>
                            <a:pt x="32100" y="16764"/>
                            <a:pt x="30575" y="8191"/>
                            <a:pt x="2686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7" name="Forme libre : forme 13576">
                      <a:extLst>
                        <a:ext uri="{FF2B5EF4-FFF2-40B4-BE49-F238E27FC236}">
                          <a16:creationId xmlns:a16="http://schemas.microsoft.com/office/drawing/2014/main" id="{1375164F-F1A7-4A07-B659-283BE895C7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0759" y="3033370"/>
                      <a:ext cx="50291" cy="21869"/>
                    </a:xfrm>
                    <a:custGeom>
                      <a:avLst/>
                      <a:gdLst>
                        <a:gd name="connsiteX0" fmla="*/ 50292 w 50291"/>
                        <a:gd name="connsiteY0" fmla="*/ 247 h 21869"/>
                        <a:gd name="connsiteX1" fmla="*/ 46577 w 50291"/>
                        <a:gd name="connsiteY1" fmla="*/ 57 h 21869"/>
                        <a:gd name="connsiteX2" fmla="*/ 36576 w 50291"/>
                        <a:gd name="connsiteY2" fmla="*/ 1200 h 21869"/>
                        <a:gd name="connsiteX3" fmla="*/ 29242 w 50291"/>
                        <a:gd name="connsiteY3" fmla="*/ 3295 h 21869"/>
                        <a:gd name="connsiteX4" fmla="*/ 20574 w 50291"/>
                        <a:gd name="connsiteY4" fmla="*/ 6724 h 21869"/>
                        <a:gd name="connsiteX5" fmla="*/ 0 w 50291"/>
                        <a:gd name="connsiteY5" fmla="*/ 21869 h 21869"/>
                        <a:gd name="connsiteX6" fmla="*/ 4858 w 50291"/>
                        <a:gd name="connsiteY6" fmla="*/ 18345 h 21869"/>
                        <a:gd name="connsiteX7" fmla="*/ 17431 w 50291"/>
                        <a:gd name="connsiteY7" fmla="*/ 11010 h 21869"/>
                        <a:gd name="connsiteX8" fmla="*/ 33814 w 50291"/>
                        <a:gd name="connsiteY8" fmla="*/ 3867 h 21869"/>
                        <a:gd name="connsiteX9" fmla="*/ 42100 w 50291"/>
                        <a:gd name="connsiteY9" fmla="*/ 1390 h 21869"/>
                        <a:gd name="connsiteX10" fmla="*/ 50292 w 50291"/>
                        <a:gd name="connsiteY10" fmla="*/ 247 h 21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0291" h="21869">
                          <a:moveTo>
                            <a:pt x="50292" y="247"/>
                          </a:moveTo>
                          <a:cubicBezTo>
                            <a:pt x="50292" y="152"/>
                            <a:pt x="48959" y="247"/>
                            <a:pt x="46577" y="57"/>
                          </a:cubicBezTo>
                          <a:cubicBezTo>
                            <a:pt x="44291" y="-229"/>
                            <a:pt x="40862" y="628"/>
                            <a:pt x="36576" y="1200"/>
                          </a:cubicBezTo>
                          <a:cubicBezTo>
                            <a:pt x="34385" y="1581"/>
                            <a:pt x="32004" y="2343"/>
                            <a:pt x="29242" y="3295"/>
                          </a:cubicBezTo>
                          <a:cubicBezTo>
                            <a:pt x="26575" y="4057"/>
                            <a:pt x="23717" y="5105"/>
                            <a:pt x="20574" y="6724"/>
                          </a:cubicBezTo>
                          <a:cubicBezTo>
                            <a:pt x="14288" y="9963"/>
                            <a:pt x="7144" y="14344"/>
                            <a:pt x="0" y="21869"/>
                          </a:cubicBezTo>
                          <a:cubicBezTo>
                            <a:pt x="0" y="21869"/>
                            <a:pt x="1810" y="20345"/>
                            <a:pt x="4858" y="18345"/>
                          </a:cubicBezTo>
                          <a:cubicBezTo>
                            <a:pt x="7906" y="16344"/>
                            <a:pt x="12382" y="13677"/>
                            <a:pt x="17431" y="11010"/>
                          </a:cubicBezTo>
                          <a:cubicBezTo>
                            <a:pt x="22479" y="8343"/>
                            <a:pt x="28194" y="6058"/>
                            <a:pt x="33814" y="3867"/>
                          </a:cubicBezTo>
                          <a:cubicBezTo>
                            <a:pt x="36576" y="2914"/>
                            <a:pt x="39434" y="2248"/>
                            <a:pt x="42100" y="1390"/>
                          </a:cubicBezTo>
                          <a:cubicBezTo>
                            <a:pt x="45053" y="628"/>
                            <a:pt x="47625" y="628"/>
                            <a:pt x="50292" y="24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8" name="Forme libre : forme 13577">
                      <a:extLst>
                        <a:ext uri="{FF2B5EF4-FFF2-40B4-BE49-F238E27FC236}">
                          <a16:creationId xmlns:a16="http://schemas.microsoft.com/office/drawing/2014/main" id="{BB912D7A-7111-490E-9EA2-436D17B29E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3940" y="3076016"/>
                      <a:ext cx="24071" cy="14921"/>
                    </a:xfrm>
                    <a:custGeom>
                      <a:avLst/>
                      <a:gdLst>
                        <a:gd name="connsiteX0" fmla="*/ 24067 w 24071"/>
                        <a:gd name="connsiteY0" fmla="*/ 8560 h 14921"/>
                        <a:gd name="connsiteX1" fmla="*/ 19876 w 24071"/>
                        <a:gd name="connsiteY1" fmla="*/ 13799 h 14921"/>
                        <a:gd name="connsiteX2" fmla="*/ 10161 w 24071"/>
                        <a:gd name="connsiteY2" fmla="*/ 14656 h 14921"/>
                        <a:gd name="connsiteX3" fmla="*/ 1969 w 24071"/>
                        <a:gd name="connsiteY3" fmla="*/ 10465 h 14921"/>
                        <a:gd name="connsiteX4" fmla="*/ 254 w 24071"/>
                        <a:gd name="connsiteY4" fmla="*/ 4464 h 14921"/>
                        <a:gd name="connsiteX5" fmla="*/ 4732 w 24071"/>
                        <a:gd name="connsiteY5" fmla="*/ 845 h 14921"/>
                        <a:gd name="connsiteX6" fmla="*/ 12637 w 24071"/>
                        <a:gd name="connsiteY6" fmla="*/ 368 h 14921"/>
                        <a:gd name="connsiteX7" fmla="*/ 20543 w 24071"/>
                        <a:gd name="connsiteY7" fmla="*/ 3321 h 14921"/>
                        <a:gd name="connsiteX8" fmla="*/ 24067 w 24071"/>
                        <a:gd name="connsiteY8" fmla="*/ 8560 h 149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071" h="14921">
                          <a:moveTo>
                            <a:pt x="24067" y="8560"/>
                          </a:moveTo>
                          <a:cubicBezTo>
                            <a:pt x="23972" y="10560"/>
                            <a:pt x="22353" y="12465"/>
                            <a:pt x="19876" y="13799"/>
                          </a:cubicBezTo>
                          <a:cubicBezTo>
                            <a:pt x="17305" y="15037"/>
                            <a:pt x="13780" y="15132"/>
                            <a:pt x="10161" y="14656"/>
                          </a:cubicBezTo>
                          <a:cubicBezTo>
                            <a:pt x="6637" y="14275"/>
                            <a:pt x="3684" y="12560"/>
                            <a:pt x="1969" y="10465"/>
                          </a:cubicBezTo>
                          <a:cubicBezTo>
                            <a:pt x="254" y="8464"/>
                            <a:pt x="-412" y="6274"/>
                            <a:pt x="254" y="4464"/>
                          </a:cubicBezTo>
                          <a:cubicBezTo>
                            <a:pt x="921" y="2559"/>
                            <a:pt x="2541" y="1321"/>
                            <a:pt x="4732" y="845"/>
                          </a:cubicBezTo>
                          <a:cubicBezTo>
                            <a:pt x="6922" y="-13"/>
                            <a:pt x="9589" y="-298"/>
                            <a:pt x="12637" y="368"/>
                          </a:cubicBezTo>
                          <a:cubicBezTo>
                            <a:pt x="15685" y="1226"/>
                            <a:pt x="18448" y="1988"/>
                            <a:pt x="20543" y="3321"/>
                          </a:cubicBezTo>
                          <a:cubicBezTo>
                            <a:pt x="22829" y="4750"/>
                            <a:pt x="24162" y="6560"/>
                            <a:pt x="24067" y="856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9" name="Forme libre : forme 13578">
                      <a:extLst>
                        <a:ext uri="{FF2B5EF4-FFF2-40B4-BE49-F238E27FC236}">
                          <a16:creationId xmlns:a16="http://schemas.microsoft.com/office/drawing/2014/main" id="{01D753EE-BC32-46C6-990D-4E840B0D74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4272" y="3079551"/>
                      <a:ext cx="6699" cy="6439"/>
                    </a:xfrm>
                    <a:custGeom>
                      <a:avLst/>
                      <a:gdLst>
                        <a:gd name="connsiteX0" fmla="*/ 6498 w 6699"/>
                        <a:gd name="connsiteY0" fmla="*/ 2167 h 6439"/>
                        <a:gd name="connsiteX1" fmla="*/ 4306 w 6699"/>
                        <a:gd name="connsiteY1" fmla="*/ 6263 h 6439"/>
                        <a:gd name="connsiteX2" fmla="*/ 115 w 6699"/>
                        <a:gd name="connsiteY2" fmla="*/ 4263 h 6439"/>
                        <a:gd name="connsiteX3" fmla="*/ 2307 w 6699"/>
                        <a:gd name="connsiteY3" fmla="*/ 167 h 6439"/>
                        <a:gd name="connsiteX4" fmla="*/ 6498 w 6699"/>
                        <a:gd name="connsiteY4" fmla="*/ 2167 h 64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99" h="6439">
                          <a:moveTo>
                            <a:pt x="6498" y="2167"/>
                          </a:moveTo>
                          <a:cubicBezTo>
                            <a:pt x="7164" y="3882"/>
                            <a:pt x="6116" y="5692"/>
                            <a:pt x="4306" y="6263"/>
                          </a:cubicBezTo>
                          <a:cubicBezTo>
                            <a:pt x="2497" y="6834"/>
                            <a:pt x="592" y="5977"/>
                            <a:pt x="115" y="4263"/>
                          </a:cubicBezTo>
                          <a:cubicBezTo>
                            <a:pt x="-361" y="2548"/>
                            <a:pt x="688" y="739"/>
                            <a:pt x="2307" y="167"/>
                          </a:cubicBezTo>
                          <a:cubicBezTo>
                            <a:pt x="4021" y="-405"/>
                            <a:pt x="5926" y="548"/>
                            <a:pt x="6498" y="21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0" name="Forme libre : forme 13579">
                      <a:extLst>
                        <a:ext uri="{FF2B5EF4-FFF2-40B4-BE49-F238E27FC236}">
                          <a16:creationId xmlns:a16="http://schemas.microsoft.com/office/drawing/2014/main" id="{4B9DEA0F-6C6A-480A-B275-EFE20719BB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4127" y="3039867"/>
                      <a:ext cx="56971" cy="41948"/>
                    </a:xfrm>
                    <a:custGeom>
                      <a:avLst/>
                      <a:gdLst>
                        <a:gd name="connsiteX0" fmla="*/ 34644 w 56971"/>
                        <a:gd name="connsiteY0" fmla="*/ 9943 h 41948"/>
                        <a:gd name="connsiteX1" fmla="*/ 54647 w 56971"/>
                        <a:gd name="connsiteY1" fmla="*/ 30612 h 41948"/>
                        <a:gd name="connsiteX2" fmla="*/ 55314 w 56971"/>
                        <a:gd name="connsiteY2" fmla="*/ 40518 h 41948"/>
                        <a:gd name="connsiteX3" fmla="*/ 45693 w 56971"/>
                        <a:gd name="connsiteY3" fmla="*/ 40137 h 41948"/>
                        <a:gd name="connsiteX4" fmla="*/ 21785 w 56971"/>
                        <a:gd name="connsiteY4" fmla="*/ 22897 h 41948"/>
                        <a:gd name="connsiteX5" fmla="*/ 15309 w 56971"/>
                        <a:gd name="connsiteY5" fmla="*/ 21087 h 41948"/>
                        <a:gd name="connsiteX6" fmla="*/ 6926 w 56971"/>
                        <a:gd name="connsiteY6" fmla="*/ 18039 h 41948"/>
                        <a:gd name="connsiteX7" fmla="*/ 3498 w 56971"/>
                        <a:gd name="connsiteY7" fmla="*/ 15848 h 41948"/>
                        <a:gd name="connsiteX8" fmla="*/ 1116 w 56971"/>
                        <a:gd name="connsiteY8" fmla="*/ 12800 h 41948"/>
                        <a:gd name="connsiteX9" fmla="*/ 354 w 56971"/>
                        <a:gd name="connsiteY9" fmla="*/ 6228 h 41948"/>
                        <a:gd name="connsiteX10" fmla="*/ 7307 w 56971"/>
                        <a:gd name="connsiteY10" fmla="*/ 322 h 41948"/>
                        <a:gd name="connsiteX11" fmla="*/ 12641 w 56971"/>
                        <a:gd name="connsiteY11" fmla="*/ 322 h 41948"/>
                        <a:gd name="connsiteX12" fmla="*/ 17785 w 56971"/>
                        <a:gd name="connsiteY12" fmla="*/ 989 h 41948"/>
                        <a:gd name="connsiteX13" fmla="*/ 34644 w 56971"/>
                        <a:gd name="connsiteY13" fmla="*/ 9943 h 41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6971" h="41948">
                          <a:moveTo>
                            <a:pt x="34644" y="9943"/>
                          </a:moveTo>
                          <a:cubicBezTo>
                            <a:pt x="42359" y="15467"/>
                            <a:pt x="49122" y="22706"/>
                            <a:pt x="54647" y="30612"/>
                          </a:cubicBezTo>
                          <a:cubicBezTo>
                            <a:pt x="56647" y="33565"/>
                            <a:pt x="58361" y="37756"/>
                            <a:pt x="55314" y="40518"/>
                          </a:cubicBezTo>
                          <a:cubicBezTo>
                            <a:pt x="52456" y="42994"/>
                            <a:pt x="48360" y="41851"/>
                            <a:pt x="45693" y="40137"/>
                          </a:cubicBezTo>
                          <a:cubicBezTo>
                            <a:pt x="37025" y="34612"/>
                            <a:pt x="29881" y="26135"/>
                            <a:pt x="21785" y="22897"/>
                          </a:cubicBezTo>
                          <a:cubicBezTo>
                            <a:pt x="20547" y="22230"/>
                            <a:pt x="18071" y="21659"/>
                            <a:pt x="15309" y="21087"/>
                          </a:cubicBezTo>
                          <a:cubicBezTo>
                            <a:pt x="12546" y="20801"/>
                            <a:pt x="9498" y="19372"/>
                            <a:pt x="6926" y="18039"/>
                          </a:cubicBezTo>
                          <a:cubicBezTo>
                            <a:pt x="5688" y="17372"/>
                            <a:pt x="4450" y="16610"/>
                            <a:pt x="3498" y="15848"/>
                          </a:cubicBezTo>
                          <a:cubicBezTo>
                            <a:pt x="2545" y="14896"/>
                            <a:pt x="1688" y="13753"/>
                            <a:pt x="1116" y="12800"/>
                          </a:cubicBezTo>
                          <a:cubicBezTo>
                            <a:pt x="-27" y="10705"/>
                            <a:pt x="-313" y="8514"/>
                            <a:pt x="354" y="6228"/>
                          </a:cubicBezTo>
                          <a:cubicBezTo>
                            <a:pt x="1783" y="2132"/>
                            <a:pt x="4164" y="132"/>
                            <a:pt x="7307" y="322"/>
                          </a:cubicBezTo>
                          <a:cubicBezTo>
                            <a:pt x="8927" y="-154"/>
                            <a:pt x="10736" y="-58"/>
                            <a:pt x="12641" y="322"/>
                          </a:cubicBezTo>
                          <a:cubicBezTo>
                            <a:pt x="14546" y="608"/>
                            <a:pt x="16356" y="513"/>
                            <a:pt x="17785" y="989"/>
                          </a:cubicBezTo>
                          <a:cubicBezTo>
                            <a:pt x="22642" y="3085"/>
                            <a:pt x="28834" y="5752"/>
                            <a:pt x="34644" y="994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18" name="Graphique 1">
                    <a:extLst>
                      <a:ext uri="{FF2B5EF4-FFF2-40B4-BE49-F238E27FC236}">
                        <a16:creationId xmlns:a16="http://schemas.microsoft.com/office/drawing/2014/main" id="{22AE5397-0AA7-4F4B-A7EE-C5F57A7FA714}"/>
                      </a:ext>
                    </a:extLst>
                  </p:cNvPr>
                  <p:cNvGrpSpPr/>
                  <p:nvPr/>
                </p:nvGrpSpPr>
                <p:grpSpPr>
                  <a:xfrm>
                    <a:off x="6904932" y="2929221"/>
                    <a:ext cx="145041" cy="159666"/>
                    <a:chOff x="6904932" y="2929221"/>
                    <a:chExt cx="145041" cy="159666"/>
                  </a:xfrm>
                  <a:solidFill>
                    <a:schemeClr val="accent1"/>
                  </a:solidFill>
                </p:grpSpPr>
                <p:sp>
                  <p:nvSpPr>
                    <p:cNvPr id="13557" name="Forme libre : forme 13556">
                      <a:extLst>
                        <a:ext uri="{FF2B5EF4-FFF2-40B4-BE49-F238E27FC236}">
                          <a16:creationId xmlns:a16="http://schemas.microsoft.com/office/drawing/2014/main" id="{15851BE2-1E13-4E2C-83D3-677BFE3A1B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4932" y="2929221"/>
                      <a:ext cx="144923" cy="159517"/>
                    </a:xfrm>
                    <a:custGeom>
                      <a:avLst/>
                      <a:gdLst>
                        <a:gd name="connsiteX0" fmla="*/ 138047 w 144923"/>
                        <a:gd name="connsiteY0" fmla="*/ 81821 h 159517"/>
                        <a:gd name="connsiteX1" fmla="*/ 122045 w 144923"/>
                        <a:gd name="connsiteY1" fmla="*/ 109158 h 159517"/>
                        <a:gd name="connsiteX2" fmla="*/ 103376 w 144923"/>
                        <a:gd name="connsiteY2" fmla="*/ 136209 h 159517"/>
                        <a:gd name="connsiteX3" fmla="*/ 95661 w 144923"/>
                        <a:gd name="connsiteY3" fmla="*/ 144782 h 159517"/>
                        <a:gd name="connsiteX4" fmla="*/ 86517 w 144923"/>
                        <a:gd name="connsiteY4" fmla="*/ 151544 h 159517"/>
                        <a:gd name="connsiteX5" fmla="*/ 66896 w 144923"/>
                        <a:gd name="connsiteY5" fmla="*/ 158974 h 159517"/>
                        <a:gd name="connsiteX6" fmla="*/ 48512 w 144923"/>
                        <a:gd name="connsiteY6" fmla="*/ 157640 h 159517"/>
                        <a:gd name="connsiteX7" fmla="*/ 34034 w 144923"/>
                        <a:gd name="connsiteY7" fmla="*/ 147829 h 159517"/>
                        <a:gd name="connsiteX8" fmla="*/ 12698 w 144923"/>
                        <a:gd name="connsiteY8" fmla="*/ 122874 h 159517"/>
                        <a:gd name="connsiteX9" fmla="*/ 4030 w 144923"/>
                        <a:gd name="connsiteY9" fmla="*/ 108301 h 159517"/>
                        <a:gd name="connsiteX10" fmla="*/ 221 w 144923"/>
                        <a:gd name="connsiteY10" fmla="*/ 92680 h 159517"/>
                        <a:gd name="connsiteX11" fmla="*/ 1173 w 144923"/>
                        <a:gd name="connsiteY11" fmla="*/ 77916 h 159517"/>
                        <a:gd name="connsiteX12" fmla="*/ 3650 w 144923"/>
                        <a:gd name="connsiteY12" fmla="*/ 71153 h 159517"/>
                        <a:gd name="connsiteX13" fmla="*/ 7459 w 144923"/>
                        <a:gd name="connsiteY13" fmla="*/ 64486 h 159517"/>
                        <a:gd name="connsiteX14" fmla="*/ 20414 w 144923"/>
                        <a:gd name="connsiteY14" fmla="*/ 45436 h 159517"/>
                        <a:gd name="connsiteX15" fmla="*/ 32510 w 144923"/>
                        <a:gd name="connsiteY15" fmla="*/ 24386 h 159517"/>
                        <a:gd name="connsiteX16" fmla="*/ 43083 w 144923"/>
                        <a:gd name="connsiteY16" fmla="*/ 11336 h 159517"/>
                        <a:gd name="connsiteX17" fmla="*/ 57561 w 144923"/>
                        <a:gd name="connsiteY17" fmla="*/ 2954 h 159517"/>
                        <a:gd name="connsiteX18" fmla="*/ 91089 w 144923"/>
                        <a:gd name="connsiteY18" fmla="*/ 3621 h 159517"/>
                        <a:gd name="connsiteX19" fmla="*/ 121378 w 144923"/>
                        <a:gd name="connsiteY19" fmla="*/ 17051 h 159517"/>
                        <a:gd name="connsiteX20" fmla="*/ 143286 w 144923"/>
                        <a:gd name="connsiteY20" fmla="*/ 43150 h 159517"/>
                        <a:gd name="connsiteX21" fmla="*/ 144524 w 144923"/>
                        <a:gd name="connsiteY21" fmla="*/ 62009 h 159517"/>
                        <a:gd name="connsiteX22" fmla="*/ 138047 w 144923"/>
                        <a:gd name="connsiteY22" fmla="*/ 81821 h 159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44923" h="159517">
                          <a:moveTo>
                            <a:pt x="138047" y="81821"/>
                          </a:moveTo>
                          <a:cubicBezTo>
                            <a:pt x="133189" y="90965"/>
                            <a:pt x="127570" y="100109"/>
                            <a:pt x="122045" y="109158"/>
                          </a:cubicBezTo>
                          <a:cubicBezTo>
                            <a:pt x="116044" y="118207"/>
                            <a:pt x="110424" y="127256"/>
                            <a:pt x="103376" y="136209"/>
                          </a:cubicBezTo>
                          <a:cubicBezTo>
                            <a:pt x="100995" y="139352"/>
                            <a:pt x="98423" y="142210"/>
                            <a:pt x="95661" y="144782"/>
                          </a:cubicBezTo>
                          <a:cubicBezTo>
                            <a:pt x="92803" y="147353"/>
                            <a:pt x="89660" y="149639"/>
                            <a:pt x="86517" y="151544"/>
                          </a:cubicBezTo>
                          <a:cubicBezTo>
                            <a:pt x="80326" y="155450"/>
                            <a:pt x="73658" y="158021"/>
                            <a:pt x="66896" y="158974"/>
                          </a:cubicBezTo>
                          <a:cubicBezTo>
                            <a:pt x="60228" y="160021"/>
                            <a:pt x="54132" y="159545"/>
                            <a:pt x="48512" y="157640"/>
                          </a:cubicBezTo>
                          <a:cubicBezTo>
                            <a:pt x="42797" y="155640"/>
                            <a:pt x="37939" y="152306"/>
                            <a:pt x="34034" y="147829"/>
                          </a:cubicBezTo>
                          <a:lnTo>
                            <a:pt x="12698" y="122874"/>
                          </a:lnTo>
                          <a:cubicBezTo>
                            <a:pt x="8793" y="118397"/>
                            <a:pt x="6031" y="113254"/>
                            <a:pt x="4030" y="108301"/>
                          </a:cubicBezTo>
                          <a:cubicBezTo>
                            <a:pt x="2030" y="103157"/>
                            <a:pt x="697" y="97728"/>
                            <a:pt x="221" y="92680"/>
                          </a:cubicBezTo>
                          <a:cubicBezTo>
                            <a:pt x="-256" y="87822"/>
                            <a:pt x="30" y="82774"/>
                            <a:pt x="1173" y="77916"/>
                          </a:cubicBezTo>
                          <a:cubicBezTo>
                            <a:pt x="1744" y="75535"/>
                            <a:pt x="2602" y="73344"/>
                            <a:pt x="3650" y="71153"/>
                          </a:cubicBezTo>
                          <a:cubicBezTo>
                            <a:pt x="4697" y="68772"/>
                            <a:pt x="5935" y="66581"/>
                            <a:pt x="7459" y="64486"/>
                          </a:cubicBezTo>
                          <a:cubicBezTo>
                            <a:pt x="12032" y="58771"/>
                            <a:pt x="16127" y="51913"/>
                            <a:pt x="20414" y="45436"/>
                          </a:cubicBezTo>
                          <a:cubicBezTo>
                            <a:pt x="24509" y="38578"/>
                            <a:pt x="28700" y="31815"/>
                            <a:pt x="32510" y="24386"/>
                          </a:cubicBezTo>
                          <a:cubicBezTo>
                            <a:pt x="35273" y="19433"/>
                            <a:pt x="38892" y="14956"/>
                            <a:pt x="43083" y="11336"/>
                          </a:cubicBezTo>
                          <a:cubicBezTo>
                            <a:pt x="47274" y="7717"/>
                            <a:pt x="52322" y="4954"/>
                            <a:pt x="57561" y="2954"/>
                          </a:cubicBezTo>
                          <a:cubicBezTo>
                            <a:pt x="68039" y="-951"/>
                            <a:pt x="80135" y="-1237"/>
                            <a:pt x="91089" y="3621"/>
                          </a:cubicBezTo>
                          <a:lnTo>
                            <a:pt x="121378" y="17051"/>
                          </a:lnTo>
                          <a:cubicBezTo>
                            <a:pt x="132332" y="21909"/>
                            <a:pt x="139952" y="31434"/>
                            <a:pt x="143286" y="43150"/>
                          </a:cubicBezTo>
                          <a:cubicBezTo>
                            <a:pt x="145000" y="49055"/>
                            <a:pt x="145286" y="55437"/>
                            <a:pt x="144524" y="62009"/>
                          </a:cubicBezTo>
                          <a:cubicBezTo>
                            <a:pt x="143762" y="68677"/>
                            <a:pt x="141667" y="75440"/>
                            <a:pt x="138047" y="8182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8" name="Forme libre : forme 13557">
                      <a:extLst>
                        <a:ext uri="{FF2B5EF4-FFF2-40B4-BE49-F238E27FC236}">
                          <a16:creationId xmlns:a16="http://schemas.microsoft.com/office/drawing/2014/main" id="{6C07191B-93AC-4C71-8E92-3C2B20E614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9822" y="2946082"/>
                      <a:ext cx="120150" cy="142805"/>
                    </a:xfrm>
                    <a:custGeom>
                      <a:avLst/>
                      <a:gdLst>
                        <a:gd name="connsiteX0" fmla="*/ 53245 w 120150"/>
                        <a:gd name="connsiteY0" fmla="*/ 87344 h 142805"/>
                        <a:gd name="connsiteX1" fmla="*/ 30956 w 120150"/>
                        <a:gd name="connsiteY1" fmla="*/ 114110 h 142805"/>
                        <a:gd name="connsiteX2" fmla="*/ 15621 w 120150"/>
                        <a:gd name="connsiteY2" fmla="*/ 120396 h 142805"/>
                        <a:gd name="connsiteX3" fmla="*/ 0 w 120150"/>
                        <a:gd name="connsiteY3" fmla="*/ 120396 h 142805"/>
                        <a:gd name="connsiteX4" fmla="*/ 9240 w 120150"/>
                        <a:gd name="connsiteY4" fmla="*/ 131159 h 142805"/>
                        <a:gd name="connsiteX5" fmla="*/ 23717 w 120150"/>
                        <a:gd name="connsiteY5" fmla="*/ 140970 h 142805"/>
                        <a:gd name="connsiteX6" fmla="*/ 42100 w 120150"/>
                        <a:gd name="connsiteY6" fmla="*/ 142304 h 142805"/>
                        <a:gd name="connsiteX7" fmla="*/ 61722 w 120150"/>
                        <a:gd name="connsiteY7" fmla="*/ 134874 h 142805"/>
                        <a:gd name="connsiteX8" fmla="*/ 70866 w 120150"/>
                        <a:gd name="connsiteY8" fmla="*/ 128111 h 142805"/>
                        <a:gd name="connsiteX9" fmla="*/ 78581 w 120150"/>
                        <a:gd name="connsiteY9" fmla="*/ 119539 h 142805"/>
                        <a:gd name="connsiteX10" fmla="*/ 97250 w 120150"/>
                        <a:gd name="connsiteY10" fmla="*/ 92488 h 142805"/>
                        <a:gd name="connsiteX11" fmla="*/ 113252 w 120150"/>
                        <a:gd name="connsiteY11" fmla="*/ 65151 h 142805"/>
                        <a:gd name="connsiteX12" fmla="*/ 119729 w 120150"/>
                        <a:gd name="connsiteY12" fmla="*/ 45434 h 142805"/>
                        <a:gd name="connsiteX13" fmla="*/ 118491 w 120150"/>
                        <a:gd name="connsiteY13" fmla="*/ 26575 h 142805"/>
                        <a:gd name="connsiteX14" fmla="*/ 96584 w 120150"/>
                        <a:gd name="connsiteY14" fmla="*/ 476 h 142805"/>
                        <a:gd name="connsiteX15" fmla="*/ 95631 w 120150"/>
                        <a:gd name="connsiteY15" fmla="*/ 0 h 142805"/>
                        <a:gd name="connsiteX16" fmla="*/ 86011 w 120150"/>
                        <a:gd name="connsiteY16" fmla="*/ 22289 h 142805"/>
                        <a:gd name="connsiteX17" fmla="*/ 74866 w 120150"/>
                        <a:gd name="connsiteY17" fmla="*/ 43529 h 142805"/>
                        <a:gd name="connsiteX18" fmla="*/ 63627 w 120150"/>
                        <a:gd name="connsiteY18" fmla="*/ 64770 h 142805"/>
                        <a:gd name="connsiteX19" fmla="*/ 53245 w 120150"/>
                        <a:gd name="connsiteY19" fmla="*/ 87344 h 142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20150" h="142805">
                          <a:moveTo>
                            <a:pt x="53245" y="87344"/>
                          </a:moveTo>
                          <a:cubicBezTo>
                            <a:pt x="48578" y="98489"/>
                            <a:pt x="40672" y="108109"/>
                            <a:pt x="30956" y="114110"/>
                          </a:cubicBezTo>
                          <a:cubicBezTo>
                            <a:pt x="26384" y="117253"/>
                            <a:pt x="20860" y="119253"/>
                            <a:pt x="15621" y="120396"/>
                          </a:cubicBezTo>
                          <a:cubicBezTo>
                            <a:pt x="10478" y="121539"/>
                            <a:pt x="5144" y="121634"/>
                            <a:pt x="0" y="120396"/>
                          </a:cubicBezTo>
                          <a:lnTo>
                            <a:pt x="9240" y="131159"/>
                          </a:lnTo>
                          <a:cubicBezTo>
                            <a:pt x="13145" y="135636"/>
                            <a:pt x="17907" y="139065"/>
                            <a:pt x="23717" y="140970"/>
                          </a:cubicBezTo>
                          <a:cubicBezTo>
                            <a:pt x="29337" y="142875"/>
                            <a:pt x="35433" y="143256"/>
                            <a:pt x="42100" y="142304"/>
                          </a:cubicBezTo>
                          <a:cubicBezTo>
                            <a:pt x="48863" y="141351"/>
                            <a:pt x="55531" y="138779"/>
                            <a:pt x="61722" y="134874"/>
                          </a:cubicBezTo>
                          <a:cubicBezTo>
                            <a:pt x="64865" y="132969"/>
                            <a:pt x="68009" y="130683"/>
                            <a:pt x="70866" y="128111"/>
                          </a:cubicBezTo>
                          <a:cubicBezTo>
                            <a:pt x="73533" y="125540"/>
                            <a:pt x="76200" y="122682"/>
                            <a:pt x="78581" y="119539"/>
                          </a:cubicBezTo>
                          <a:cubicBezTo>
                            <a:pt x="85630" y="110585"/>
                            <a:pt x="91250" y="101537"/>
                            <a:pt x="97250" y="92488"/>
                          </a:cubicBezTo>
                          <a:cubicBezTo>
                            <a:pt x="102775" y="83439"/>
                            <a:pt x="108395" y="74295"/>
                            <a:pt x="113252" y="65151"/>
                          </a:cubicBezTo>
                          <a:cubicBezTo>
                            <a:pt x="116872" y="58769"/>
                            <a:pt x="118967" y="52007"/>
                            <a:pt x="119729" y="45434"/>
                          </a:cubicBezTo>
                          <a:cubicBezTo>
                            <a:pt x="120491" y="38862"/>
                            <a:pt x="120301" y="32480"/>
                            <a:pt x="118491" y="26575"/>
                          </a:cubicBezTo>
                          <a:cubicBezTo>
                            <a:pt x="115253" y="14859"/>
                            <a:pt x="107538" y="5334"/>
                            <a:pt x="96584" y="476"/>
                          </a:cubicBezTo>
                          <a:lnTo>
                            <a:pt x="95631" y="0"/>
                          </a:lnTo>
                          <a:cubicBezTo>
                            <a:pt x="92678" y="7620"/>
                            <a:pt x="89725" y="15145"/>
                            <a:pt x="86011" y="22289"/>
                          </a:cubicBezTo>
                          <a:cubicBezTo>
                            <a:pt x="82391" y="29528"/>
                            <a:pt x="78772" y="36576"/>
                            <a:pt x="74866" y="43529"/>
                          </a:cubicBezTo>
                          <a:cubicBezTo>
                            <a:pt x="71152" y="50578"/>
                            <a:pt x="67342" y="57626"/>
                            <a:pt x="63627" y="64770"/>
                          </a:cubicBezTo>
                          <a:cubicBezTo>
                            <a:pt x="60103" y="72009"/>
                            <a:pt x="56293" y="79343"/>
                            <a:pt x="53245" y="87344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9" name="Forme libre : forme 13558">
                      <a:extLst>
                        <a:ext uri="{FF2B5EF4-FFF2-40B4-BE49-F238E27FC236}">
                          <a16:creationId xmlns:a16="http://schemas.microsoft.com/office/drawing/2014/main" id="{91FFA3E1-D1AB-42F1-B2DE-B30811E3CE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7445" y="2967345"/>
                      <a:ext cx="52650" cy="63902"/>
                    </a:xfrm>
                    <a:custGeom>
                      <a:avLst/>
                      <a:gdLst>
                        <a:gd name="connsiteX0" fmla="*/ 42958 w 52650"/>
                        <a:gd name="connsiteY0" fmla="*/ 1692 h 63902"/>
                        <a:gd name="connsiteX1" fmla="*/ 52578 w 52650"/>
                        <a:gd name="connsiteY1" fmla="*/ 18170 h 63902"/>
                        <a:gd name="connsiteX2" fmla="*/ 45911 w 52650"/>
                        <a:gd name="connsiteY2" fmla="*/ 43602 h 63902"/>
                        <a:gd name="connsiteX3" fmla="*/ 26479 w 52650"/>
                        <a:gd name="connsiteY3" fmla="*/ 61700 h 63902"/>
                        <a:gd name="connsiteX4" fmla="*/ 7429 w 52650"/>
                        <a:gd name="connsiteY4" fmla="*/ 60937 h 63902"/>
                        <a:gd name="connsiteX5" fmla="*/ 0 w 52650"/>
                        <a:gd name="connsiteY5" fmla="*/ 43602 h 63902"/>
                        <a:gd name="connsiteX6" fmla="*/ 6858 w 52650"/>
                        <a:gd name="connsiteY6" fmla="*/ 20361 h 63902"/>
                        <a:gd name="connsiteX7" fmla="*/ 24098 w 52650"/>
                        <a:gd name="connsiteY7" fmla="*/ 3121 h 63902"/>
                        <a:gd name="connsiteX8" fmla="*/ 42958 w 52650"/>
                        <a:gd name="connsiteY8" fmla="*/ 1692 h 63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650" h="63902">
                          <a:moveTo>
                            <a:pt x="42958" y="1692"/>
                          </a:moveTo>
                          <a:cubicBezTo>
                            <a:pt x="48482" y="4454"/>
                            <a:pt x="52006" y="10645"/>
                            <a:pt x="52578" y="18170"/>
                          </a:cubicBezTo>
                          <a:cubicBezTo>
                            <a:pt x="53054" y="25695"/>
                            <a:pt x="51245" y="35029"/>
                            <a:pt x="45911" y="43602"/>
                          </a:cubicBezTo>
                          <a:cubicBezTo>
                            <a:pt x="40862" y="52270"/>
                            <a:pt x="33623" y="58651"/>
                            <a:pt x="26479" y="61700"/>
                          </a:cubicBezTo>
                          <a:cubicBezTo>
                            <a:pt x="19526" y="64843"/>
                            <a:pt x="12478" y="64652"/>
                            <a:pt x="7429" y="60937"/>
                          </a:cubicBezTo>
                          <a:cubicBezTo>
                            <a:pt x="2381" y="57223"/>
                            <a:pt x="190" y="50936"/>
                            <a:pt x="0" y="43602"/>
                          </a:cubicBezTo>
                          <a:cubicBezTo>
                            <a:pt x="0" y="36363"/>
                            <a:pt x="2286" y="28267"/>
                            <a:pt x="6858" y="20361"/>
                          </a:cubicBezTo>
                          <a:cubicBezTo>
                            <a:pt x="11620" y="12741"/>
                            <a:pt x="17526" y="6454"/>
                            <a:pt x="24098" y="3121"/>
                          </a:cubicBezTo>
                          <a:cubicBezTo>
                            <a:pt x="30575" y="-213"/>
                            <a:pt x="37242" y="-1166"/>
                            <a:pt x="42958" y="1692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0" name="Forme libre : forme 13559">
                      <a:extLst>
                        <a:ext uri="{FF2B5EF4-FFF2-40B4-BE49-F238E27FC236}">
                          <a16:creationId xmlns:a16="http://schemas.microsoft.com/office/drawing/2014/main" id="{B7DC4F55-4EE4-4088-8E22-036FE8614F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7441" y="2995707"/>
                      <a:ext cx="51819" cy="35635"/>
                    </a:xfrm>
                    <a:custGeom>
                      <a:avLst/>
                      <a:gdLst>
                        <a:gd name="connsiteX0" fmla="*/ 384 w 51819"/>
                        <a:gd name="connsiteY0" fmla="*/ 9715 h 35635"/>
                        <a:gd name="connsiteX1" fmla="*/ 7337 w 51819"/>
                        <a:gd name="connsiteY1" fmla="*/ 32671 h 35635"/>
                        <a:gd name="connsiteX2" fmla="*/ 26387 w 51819"/>
                        <a:gd name="connsiteY2" fmla="*/ 33433 h 35635"/>
                        <a:gd name="connsiteX3" fmla="*/ 45819 w 51819"/>
                        <a:gd name="connsiteY3" fmla="*/ 15335 h 35635"/>
                        <a:gd name="connsiteX4" fmla="*/ 51819 w 51819"/>
                        <a:gd name="connsiteY4" fmla="*/ 0 h 35635"/>
                        <a:gd name="connsiteX5" fmla="*/ 46104 w 51819"/>
                        <a:gd name="connsiteY5" fmla="*/ 7048 h 35635"/>
                        <a:gd name="connsiteX6" fmla="*/ 22482 w 51819"/>
                        <a:gd name="connsiteY6" fmla="*/ 16002 h 35635"/>
                        <a:gd name="connsiteX7" fmla="*/ 384 w 51819"/>
                        <a:gd name="connsiteY7" fmla="*/ 9715 h 356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819" h="35635">
                          <a:moveTo>
                            <a:pt x="384" y="9715"/>
                          </a:moveTo>
                          <a:cubicBezTo>
                            <a:pt x="-949" y="19240"/>
                            <a:pt x="1146" y="28099"/>
                            <a:pt x="7337" y="32671"/>
                          </a:cubicBezTo>
                          <a:cubicBezTo>
                            <a:pt x="12386" y="36385"/>
                            <a:pt x="19434" y="36576"/>
                            <a:pt x="26387" y="33433"/>
                          </a:cubicBezTo>
                          <a:cubicBezTo>
                            <a:pt x="33531" y="30385"/>
                            <a:pt x="40770" y="24003"/>
                            <a:pt x="45819" y="15335"/>
                          </a:cubicBezTo>
                          <a:cubicBezTo>
                            <a:pt x="48962" y="10287"/>
                            <a:pt x="50867" y="5048"/>
                            <a:pt x="51819" y="0"/>
                          </a:cubicBezTo>
                          <a:cubicBezTo>
                            <a:pt x="50295" y="2572"/>
                            <a:pt x="48485" y="4953"/>
                            <a:pt x="46104" y="7048"/>
                          </a:cubicBezTo>
                          <a:cubicBezTo>
                            <a:pt x="38960" y="12192"/>
                            <a:pt x="30578" y="15430"/>
                            <a:pt x="22482" y="16002"/>
                          </a:cubicBezTo>
                          <a:cubicBezTo>
                            <a:pt x="14291" y="16478"/>
                            <a:pt x="6480" y="14478"/>
                            <a:pt x="384" y="9715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1" name="Forme libre : forme 13560">
                      <a:extLst>
                        <a:ext uri="{FF2B5EF4-FFF2-40B4-BE49-F238E27FC236}">
                          <a16:creationId xmlns:a16="http://schemas.microsoft.com/office/drawing/2014/main" id="{9995273D-720C-40E4-9FC4-310BC322BE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3446" y="2966507"/>
                      <a:ext cx="52763" cy="64765"/>
                    </a:xfrm>
                    <a:custGeom>
                      <a:avLst/>
                      <a:gdLst>
                        <a:gd name="connsiteX0" fmla="*/ 42958 w 52763"/>
                        <a:gd name="connsiteY0" fmla="*/ 1673 h 64765"/>
                        <a:gd name="connsiteX1" fmla="*/ 52673 w 52763"/>
                        <a:gd name="connsiteY1" fmla="*/ 18247 h 64765"/>
                        <a:gd name="connsiteX2" fmla="*/ 51435 w 52763"/>
                        <a:gd name="connsiteY2" fmla="*/ 30629 h 64765"/>
                        <a:gd name="connsiteX3" fmla="*/ 46005 w 52763"/>
                        <a:gd name="connsiteY3" fmla="*/ 43869 h 64765"/>
                        <a:gd name="connsiteX4" fmla="*/ 26575 w 52763"/>
                        <a:gd name="connsiteY4" fmla="*/ 62347 h 64765"/>
                        <a:gd name="connsiteX5" fmla="*/ 7525 w 52763"/>
                        <a:gd name="connsiteY5" fmla="*/ 61967 h 64765"/>
                        <a:gd name="connsiteX6" fmla="*/ 0 w 52763"/>
                        <a:gd name="connsiteY6" fmla="*/ 44536 h 64765"/>
                        <a:gd name="connsiteX7" fmla="*/ 6858 w 52763"/>
                        <a:gd name="connsiteY7" fmla="*/ 21009 h 64765"/>
                        <a:gd name="connsiteX8" fmla="*/ 14764 w 52763"/>
                        <a:gd name="connsiteY8" fmla="*/ 10531 h 64765"/>
                        <a:gd name="connsiteX9" fmla="*/ 24193 w 52763"/>
                        <a:gd name="connsiteY9" fmla="*/ 3388 h 64765"/>
                        <a:gd name="connsiteX10" fmla="*/ 42958 w 52763"/>
                        <a:gd name="connsiteY10" fmla="*/ 1673 h 64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763" h="64765">
                          <a:moveTo>
                            <a:pt x="42958" y="1673"/>
                          </a:moveTo>
                          <a:cubicBezTo>
                            <a:pt x="48577" y="4436"/>
                            <a:pt x="51911" y="10531"/>
                            <a:pt x="52673" y="18247"/>
                          </a:cubicBezTo>
                          <a:cubicBezTo>
                            <a:pt x="52959" y="22057"/>
                            <a:pt x="52578" y="26248"/>
                            <a:pt x="51435" y="30629"/>
                          </a:cubicBezTo>
                          <a:cubicBezTo>
                            <a:pt x="50292" y="35011"/>
                            <a:pt x="48768" y="39583"/>
                            <a:pt x="46005" y="43869"/>
                          </a:cubicBezTo>
                          <a:cubicBezTo>
                            <a:pt x="40767" y="52632"/>
                            <a:pt x="33814" y="59204"/>
                            <a:pt x="26575" y="62347"/>
                          </a:cubicBezTo>
                          <a:cubicBezTo>
                            <a:pt x="19431" y="65586"/>
                            <a:pt x="12668" y="65681"/>
                            <a:pt x="7525" y="61967"/>
                          </a:cubicBezTo>
                          <a:cubicBezTo>
                            <a:pt x="2477" y="58347"/>
                            <a:pt x="0" y="51870"/>
                            <a:pt x="0" y="44536"/>
                          </a:cubicBezTo>
                          <a:cubicBezTo>
                            <a:pt x="95" y="37297"/>
                            <a:pt x="2191" y="28915"/>
                            <a:pt x="6858" y="21009"/>
                          </a:cubicBezTo>
                          <a:cubicBezTo>
                            <a:pt x="9334" y="17104"/>
                            <a:pt x="11811" y="13484"/>
                            <a:pt x="14764" y="10531"/>
                          </a:cubicBezTo>
                          <a:cubicBezTo>
                            <a:pt x="17716" y="7579"/>
                            <a:pt x="20860" y="5197"/>
                            <a:pt x="24193" y="3388"/>
                          </a:cubicBezTo>
                          <a:cubicBezTo>
                            <a:pt x="30575" y="-232"/>
                            <a:pt x="37338" y="-1184"/>
                            <a:pt x="42958" y="167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2" name="Forme libre : forme 13561">
                      <a:extLst>
                        <a:ext uri="{FF2B5EF4-FFF2-40B4-BE49-F238E27FC236}">
                          <a16:creationId xmlns:a16="http://schemas.microsoft.com/office/drawing/2014/main" id="{DA2F19CD-054B-446A-B6B8-A41085FE78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5091" y="2991868"/>
                      <a:ext cx="101805" cy="74648"/>
                    </a:xfrm>
                    <a:custGeom>
                      <a:avLst/>
                      <a:gdLst>
                        <a:gd name="connsiteX0" fmla="*/ 23401 w 101805"/>
                        <a:gd name="connsiteY0" fmla="*/ 61465 h 74648"/>
                        <a:gd name="connsiteX1" fmla="*/ 40546 w 101805"/>
                        <a:gd name="connsiteY1" fmla="*/ 73657 h 74648"/>
                        <a:gd name="connsiteX2" fmla="*/ 62263 w 101805"/>
                        <a:gd name="connsiteY2" fmla="*/ 71276 h 74648"/>
                        <a:gd name="connsiteX3" fmla="*/ 82646 w 101805"/>
                        <a:gd name="connsiteY3" fmla="*/ 56608 h 74648"/>
                        <a:gd name="connsiteX4" fmla="*/ 101696 w 101805"/>
                        <a:gd name="connsiteY4" fmla="*/ 20794 h 74648"/>
                        <a:gd name="connsiteX5" fmla="*/ 89790 w 101805"/>
                        <a:gd name="connsiteY5" fmla="*/ 29 h 74648"/>
                        <a:gd name="connsiteX6" fmla="*/ 74455 w 101805"/>
                        <a:gd name="connsiteY6" fmla="*/ 5935 h 74648"/>
                        <a:gd name="connsiteX7" fmla="*/ 37688 w 101805"/>
                        <a:gd name="connsiteY7" fmla="*/ 18032 h 74648"/>
                        <a:gd name="connsiteX8" fmla="*/ 445 w 101805"/>
                        <a:gd name="connsiteY8" fmla="*/ 29842 h 74648"/>
                        <a:gd name="connsiteX9" fmla="*/ 23401 w 101805"/>
                        <a:gd name="connsiteY9" fmla="*/ 61465 h 74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1805" h="74648">
                          <a:moveTo>
                            <a:pt x="23401" y="61465"/>
                          </a:moveTo>
                          <a:cubicBezTo>
                            <a:pt x="28449" y="66418"/>
                            <a:pt x="33593" y="71562"/>
                            <a:pt x="40546" y="73657"/>
                          </a:cubicBezTo>
                          <a:cubicBezTo>
                            <a:pt x="47118" y="75658"/>
                            <a:pt x="54738" y="74515"/>
                            <a:pt x="62263" y="71276"/>
                          </a:cubicBezTo>
                          <a:cubicBezTo>
                            <a:pt x="69311" y="67942"/>
                            <a:pt x="76931" y="62704"/>
                            <a:pt x="82646" y="56608"/>
                          </a:cubicBezTo>
                          <a:cubicBezTo>
                            <a:pt x="92552" y="46607"/>
                            <a:pt x="100268" y="33748"/>
                            <a:pt x="101696" y="20794"/>
                          </a:cubicBezTo>
                          <a:cubicBezTo>
                            <a:pt x="102553" y="11078"/>
                            <a:pt x="98362" y="601"/>
                            <a:pt x="89790" y="29"/>
                          </a:cubicBezTo>
                          <a:cubicBezTo>
                            <a:pt x="84456" y="-352"/>
                            <a:pt x="79312" y="3077"/>
                            <a:pt x="74455" y="5935"/>
                          </a:cubicBezTo>
                          <a:cubicBezTo>
                            <a:pt x="62644" y="12507"/>
                            <a:pt x="50357" y="16793"/>
                            <a:pt x="37688" y="18032"/>
                          </a:cubicBezTo>
                          <a:cubicBezTo>
                            <a:pt x="26925" y="19460"/>
                            <a:pt x="4160" y="17270"/>
                            <a:pt x="445" y="29842"/>
                          </a:cubicBezTo>
                          <a:cubicBezTo>
                            <a:pt x="-3174" y="41558"/>
                            <a:pt x="16257" y="54703"/>
                            <a:pt x="23401" y="6146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3" name="Forme libre : forme 13562">
                      <a:extLst>
                        <a:ext uri="{FF2B5EF4-FFF2-40B4-BE49-F238E27FC236}">
                          <a16:creationId xmlns:a16="http://schemas.microsoft.com/office/drawing/2014/main" id="{8936472E-561E-4626-AB10-36E546237F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6913" y="2999435"/>
                      <a:ext cx="16140" cy="31005"/>
                    </a:xfrm>
                    <a:custGeom>
                      <a:avLst/>
                      <a:gdLst>
                        <a:gd name="connsiteX0" fmla="*/ 2339 w 16140"/>
                        <a:gd name="connsiteY0" fmla="*/ 25705 h 31005"/>
                        <a:gd name="connsiteX1" fmla="*/ 5102 w 16140"/>
                        <a:gd name="connsiteY1" fmla="*/ 29896 h 31005"/>
                        <a:gd name="connsiteX2" fmla="*/ 9960 w 16140"/>
                        <a:gd name="connsiteY2" fmla="*/ 30562 h 31005"/>
                        <a:gd name="connsiteX3" fmla="*/ 12722 w 16140"/>
                        <a:gd name="connsiteY3" fmla="*/ 26562 h 31005"/>
                        <a:gd name="connsiteX4" fmla="*/ 15960 w 16140"/>
                        <a:gd name="connsiteY4" fmla="*/ 14465 h 31005"/>
                        <a:gd name="connsiteX5" fmla="*/ 15960 w 16140"/>
                        <a:gd name="connsiteY5" fmla="*/ 9322 h 31005"/>
                        <a:gd name="connsiteX6" fmla="*/ 2054 w 16140"/>
                        <a:gd name="connsiteY6" fmla="*/ 3797 h 31005"/>
                        <a:gd name="connsiteX7" fmla="*/ 2339 w 16140"/>
                        <a:gd name="connsiteY7" fmla="*/ 25705 h 31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140" h="31005">
                          <a:moveTo>
                            <a:pt x="2339" y="25705"/>
                          </a:moveTo>
                          <a:cubicBezTo>
                            <a:pt x="3006" y="27324"/>
                            <a:pt x="3768" y="28848"/>
                            <a:pt x="5102" y="29896"/>
                          </a:cubicBezTo>
                          <a:cubicBezTo>
                            <a:pt x="6435" y="30944"/>
                            <a:pt x="8435" y="31420"/>
                            <a:pt x="9960" y="30562"/>
                          </a:cubicBezTo>
                          <a:cubicBezTo>
                            <a:pt x="11388" y="29801"/>
                            <a:pt x="12150" y="28086"/>
                            <a:pt x="12722" y="26562"/>
                          </a:cubicBezTo>
                          <a:cubicBezTo>
                            <a:pt x="14245" y="22562"/>
                            <a:pt x="15388" y="18561"/>
                            <a:pt x="15960" y="14465"/>
                          </a:cubicBezTo>
                          <a:cubicBezTo>
                            <a:pt x="16150" y="12751"/>
                            <a:pt x="16246" y="10941"/>
                            <a:pt x="15960" y="9322"/>
                          </a:cubicBezTo>
                          <a:cubicBezTo>
                            <a:pt x="14531" y="2369"/>
                            <a:pt x="5863" y="-4489"/>
                            <a:pt x="2054" y="3797"/>
                          </a:cubicBezTo>
                          <a:cubicBezTo>
                            <a:pt x="-1090" y="10084"/>
                            <a:pt x="-328" y="19037"/>
                            <a:pt x="2339" y="2570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4" name="Forme libre : forme 13563">
                      <a:extLst>
                        <a:ext uri="{FF2B5EF4-FFF2-40B4-BE49-F238E27FC236}">
                          <a16:creationId xmlns:a16="http://schemas.microsoft.com/office/drawing/2014/main" id="{51E001F5-97FD-4A55-A128-468AB1E19B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0024" y="2948749"/>
                      <a:ext cx="24250" cy="60198"/>
                    </a:xfrm>
                    <a:custGeom>
                      <a:avLst/>
                      <a:gdLst>
                        <a:gd name="connsiteX0" fmla="*/ 0 w 24250"/>
                        <a:gd name="connsiteY0" fmla="*/ 0 h 60198"/>
                        <a:gd name="connsiteX1" fmla="*/ 15144 w 24250"/>
                        <a:gd name="connsiteY1" fmla="*/ 12097 h 60198"/>
                        <a:gd name="connsiteX2" fmla="*/ 23336 w 24250"/>
                        <a:gd name="connsiteY2" fmla="*/ 30480 h 60198"/>
                        <a:gd name="connsiteX3" fmla="*/ 21336 w 24250"/>
                        <a:gd name="connsiteY3" fmla="*/ 60198 h 60198"/>
                        <a:gd name="connsiteX4" fmla="*/ 21812 w 24250"/>
                        <a:gd name="connsiteY4" fmla="*/ 38291 h 60198"/>
                        <a:gd name="connsiteX5" fmla="*/ 0 w 24250"/>
                        <a:gd name="connsiteY5" fmla="*/ 0 h 60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250" h="60198">
                          <a:moveTo>
                            <a:pt x="0" y="0"/>
                          </a:moveTo>
                          <a:cubicBezTo>
                            <a:pt x="0" y="0"/>
                            <a:pt x="8191" y="3143"/>
                            <a:pt x="15144" y="12097"/>
                          </a:cubicBezTo>
                          <a:cubicBezTo>
                            <a:pt x="18573" y="16574"/>
                            <a:pt x="21907" y="22574"/>
                            <a:pt x="23336" y="30480"/>
                          </a:cubicBezTo>
                          <a:cubicBezTo>
                            <a:pt x="24669" y="38386"/>
                            <a:pt x="24955" y="48197"/>
                            <a:pt x="21336" y="60198"/>
                          </a:cubicBezTo>
                          <a:cubicBezTo>
                            <a:pt x="21336" y="60198"/>
                            <a:pt x="23717" y="50673"/>
                            <a:pt x="21812" y="38291"/>
                          </a:cubicBezTo>
                          <a:cubicBezTo>
                            <a:pt x="20193" y="25908"/>
                            <a:pt x="14288" y="10954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5" name="Forme libre : forme 13564">
                      <a:extLst>
                        <a:ext uri="{FF2B5EF4-FFF2-40B4-BE49-F238E27FC236}">
                          <a16:creationId xmlns:a16="http://schemas.microsoft.com/office/drawing/2014/main" id="{FCB9DC94-AAB3-47E0-B545-ED42E9860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9986" y="2993993"/>
                      <a:ext cx="12121" cy="59436"/>
                    </a:xfrm>
                    <a:custGeom>
                      <a:avLst/>
                      <a:gdLst>
                        <a:gd name="connsiteX0" fmla="*/ 6787 w 12121"/>
                        <a:gd name="connsiteY0" fmla="*/ 0 h 59436"/>
                        <a:gd name="connsiteX1" fmla="*/ 4215 w 12121"/>
                        <a:gd name="connsiteY1" fmla="*/ 4953 h 59436"/>
                        <a:gd name="connsiteX2" fmla="*/ 501 w 12121"/>
                        <a:gd name="connsiteY2" fmla="*/ 17621 h 59436"/>
                        <a:gd name="connsiteX3" fmla="*/ 24 w 12121"/>
                        <a:gd name="connsiteY3" fmla="*/ 26289 h 59436"/>
                        <a:gd name="connsiteX4" fmla="*/ 1262 w 12121"/>
                        <a:gd name="connsiteY4" fmla="*/ 35909 h 59436"/>
                        <a:gd name="connsiteX5" fmla="*/ 12121 w 12121"/>
                        <a:gd name="connsiteY5" fmla="*/ 59436 h 59436"/>
                        <a:gd name="connsiteX6" fmla="*/ 9549 w 12121"/>
                        <a:gd name="connsiteY6" fmla="*/ 53912 h 59436"/>
                        <a:gd name="connsiteX7" fmla="*/ 4787 w 12121"/>
                        <a:gd name="connsiteY7" fmla="*/ 39719 h 59436"/>
                        <a:gd name="connsiteX8" fmla="*/ 2311 w 12121"/>
                        <a:gd name="connsiteY8" fmla="*/ 21050 h 59436"/>
                        <a:gd name="connsiteX9" fmla="*/ 3358 w 12121"/>
                        <a:gd name="connsiteY9" fmla="*/ 10954 h 59436"/>
                        <a:gd name="connsiteX10" fmla="*/ 6787 w 12121"/>
                        <a:gd name="connsiteY10" fmla="*/ 0 h 59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2121" h="59436">
                          <a:moveTo>
                            <a:pt x="6787" y="0"/>
                          </a:moveTo>
                          <a:cubicBezTo>
                            <a:pt x="6787" y="0"/>
                            <a:pt x="5549" y="1810"/>
                            <a:pt x="4215" y="4953"/>
                          </a:cubicBezTo>
                          <a:cubicBezTo>
                            <a:pt x="2882" y="8287"/>
                            <a:pt x="1358" y="12478"/>
                            <a:pt x="501" y="17621"/>
                          </a:cubicBezTo>
                          <a:cubicBezTo>
                            <a:pt x="119" y="20193"/>
                            <a:pt x="-71" y="23146"/>
                            <a:pt x="24" y="26289"/>
                          </a:cubicBezTo>
                          <a:cubicBezTo>
                            <a:pt x="119" y="29242"/>
                            <a:pt x="405" y="32385"/>
                            <a:pt x="1262" y="35909"/>
                          </a:cubicBezTo>
                          <a:cubicBezTo>
                            <a:pt x="2787" y="42863"/>
                            <a:pt x="6025" y="51054"/>
                            <a:pt x="12121" y="59436"/>
                          </a:cubicBezTo>
                          <a:cubicBezTo>
                            <a:pt x="12121" y="59436"/>
                            <a:pt x="10978" y="57436"/>
                            <a:pt x="9549" y="53912"/>
                          </a:cubicBezTo>
                          <a:cubicBezTo>
                            <a:pt x="8025" y="50387"/>
                            <a:pt x="6216" y="45434"/>
                            <a:pt x="4787" y="39719"/>
                          </a:cubicBezTo>
                          <a:cubicBezTo>
                            <a:pt x="3358" y="34004"/>
                            <a:pt x="2311" y="28004"/>
                            <a:pt x="2311" y="21050"/>
                          </a:cubicBezTo>
                          <a:cubicBezTo>
                            <a:pt x="2311" y="17717"/>
                            <a:pt x="2596" y="14288"/>
                            <a:pt x="3358" y="10954"/>
                          </a:cubicBezTo>
                          <a:cubicBezTo>
                            <a:pt x="4025" y="7334"/>
                            <a:pt x="5073" y="3620"/>
                            <a:pt x="678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6" name="Forme libre : forme 13565">
                      <a:extLst>
                        <a:ext uri="{FF2B5EF4-FFF2-40B4-BE49-F238E27FC236}">
                          <a16:creationId xmlns:a16="http://schemas.microsoft.com/office/drawing/2014/main" id="{B2E978B0-5F4C-49F0-A19E-8B011A2054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7831" y="2977846"/>
                      <a:ext cx="21457" cy="20899"/>
                    </a:xfrm>
                    <a:custGeom>
                      <a:avLst/>
                      <a:gdLst>
                        <a:gd name="connsiteX0" fmla="*/ 20284 w 21457"/>
                        <a:gd name="connsiteY0" fmla="*/ 1573 h 20899"/>
                        <a:gd name="connsiteX1" fmla="*/ 15521 w 21457"/>
                        <a:gd name="connsiteY1" fmla="*/ 16242 h 20899"/>
                        <a:gd name="connsiteX2" fmla="*/ 1044 w 21457"/>
                        <a:gd name="connsiteY2" fmla="*/ 19099 h 20899"/>
                        <a:gd name="connsiteX3" fmla="*/ 5996 w 21457"/>
                        <a:gd name="connsiteY3" fmla="*/ 4907 h 20899"/>
                        <a:gd name="connsiteX4" fmla="*/ 20284 w 21457"/>
                        <a:gd name="connsiteY4" fmla="*/ 1573 h 20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457" h="20899">
                          <a:moveTo>
                            <a:pt x="20284" y="1573"/>
                          </a:moveTo>
                          <a:cubicBezTo>
                            <a:pt x="22951" y="4621"/>
                            <a:pt x="20951" y="11384"/>
                            <a:pt x="15521" y="16242"/>
                          </a:cubicBezTo>
                          <a:cubicBezTo>
                            <a:pt x="9997" y="21100"/>
                            <a:pt x="3615" y="22338"/>
                            <a:pt x="1044" y="19099"/>
                          </a:cubicBezTo>
                          <a:cubicBezTo>
                            <a:pt x="-1528" y="15861"/>
                            <a:pt x="853" y="9669"/>
                            <a:pt x="5996" y="4907"/>
                          </a:cubicBezTo>
                          <a:cubicBezTo>
                            <a:pt x="11235" y="49"/>
                            <a:pt x="17617" y="-1475"/>
                            <a:pt x="20284" y="157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7" name="Forme libre : forme 13566">
                      <a:extLst>
                        <a:ext uri="{FF2B5EF4-FFF2-40B4-BE49-F238E27FC236}">
                          <a16:creationId xmlns:a16="http://schemas.microsoft.com/office/drawing/2014/main" id="{37B97C3A-844A-4F96-89B4-B601097294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83151" y="2974951"/>
                      <a:ext cx="6689" cy="6937"/>
                    </a:xfrm>
                    <a:custGeom>
                      <a:avLst/>
                      <a:gdLst>
                        <a:gd name="connsiteX0" fmla="*/ 5059 w 6689"/>
                        <a:gd name="connsiteY0" fmla="*/ 373 h 6937"/>
                        <a:gd name="connsiteX1" fmla="*/ 6202 w 6689"/>
                        <a:gd name="connsiteY1" fmla="*/ 5040 h 6937"/>
                        <a:gd name="connsiteX2" fmla="*/ 1630 w 6689"/>
                        <a:gd name="connsiteY2" fmla="*/ 6564 h 6937"/>
                        <a:gd name="connsiteX3" fmla="*/ 488 w 6689"/>
                        <a:gd name="connsiteY3" fmla="*/ 1897 h 6937"/>
                        <a:gd name="connsiteX4" fmla="*/ 5059 w 6689"/>
                        <a:gd name="connsiteY4" fmla="*/ 373 h 6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89" h="6937">
                          <a:moveTo>
                            <a:pt x="5059" y="373"/>
                          </a:moveTo>
                          <a:cubicBezTo>
                            <a:pt x="6678" y="1230"/>
                            <a:pt x="7155" y="3326"/>
                            <a:pt x="6202" y="5040"/>
                          </a:cubicBezTo>
                          <a:cubicBezTo>
                            <a:pt x="5250" y="6755"/>
                            <a:pt x="3250" y="7421"/>
                            <a:pt x="1630" y="6564"/>
                          </a:cubicBezTo>
                          <a:cubicBezTo>
                            <a:pt x="11" y="5707"/>
                            <a:pt x="-465" y="3611"/>
                            <a:pt x="488" y="1897"/>
                          </a:cubicBezTo>
                          <a:cubicBezTo>
                            <a:pt x="1440" y="183"/>
                            <a:pt x="3536" y="-484"/>
                            <a:pt x="5059" y="3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8" name="Forme libre : forme 13567">
                      <a:extLst>
                        <a:ext uri="{FF2B5EF4-FFF2-40B4-BE49-F238E27FC236}">
                          <a16:creationId xmlns:a16="http://schemas.microsoft.com/office/drawing/2014/main" id="{EE0951C0-5DBF-432E-ADB2-24FF17CC9C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8630" y="2941605"/>
                      <a:ext cx="72434" cy="39828"/>
                    </a:xfrm>
                    <a:custGeom>
                      <a:avLst/>
                      <a:gdLst>
                        <a:gd name="connsiteX0" fmla="*/ 38532 w 72434"/>
                        <a:gd name="connsiteY0" fmla="*/ 0 h 39828"/>
                        <a:gd name="connsiteX1" fmla="*/ 66440 w 72434"/>
                        <a:gd name="connsiteY1" fmla="*/ 7620 h 39828"/>
                        <a:gd name="connsiteX2" fmla="*/ 72250 w 72434"/>
                        <a:gd name="connsiteY2" fmla="*/ 16002 h 39828"/>
                        <a:gd name="connsiteX3" fmla="*/ 63772 w 72434"/>
                        <a:gd name="connsiteY3" fmla="*/ 20574 h 39828"/>
                        <a:gd name="connsiteX4" fmla="*/ 33388 w 72434"/>
                        <a:gd name="connsiteY4" fmla="*/ 22479 h 39828"/>
                        <a:gd name="connsiteX5" fmla="*/ 16910 w 72434"/>
                        <a:gd name="connsiteY5" fmla="*/ 34862 h 39828"/>
                        <a:gd name="connsiteX6" fmla="*/ 1003 w 72434"/>
                        <a:gd name="connsiteY6" fmla="*/ 37338 h 39828"/>
                        <a:gd name="connsiteX7" fmla="*/ 4908 w 72434"/>
                        <a:gd name="connsiteY7" fmla="*/ 20003 h 39828"/>
                        <a:gd name="connsiteX8" fmla="*/ 17481 w 72434"/>
                        <a:gd name="connsiteY8" fmla="*/ 6001 h 39828"/>
                        <a:gd name="connsiteX9" fmla="*/ 38532 w 72434"/>
                        <a:gd name="connsiteY9" fmla="*/ 0 h 3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2434" h="39828">
                          <a:moveTo>
                            <a:pt x="38532" y="0"/>
                          </a:moveTo>
                          <a:cubicBezTo>
                            <a:pt x="48247" y="0"/>
                            <a:pt x="57676" y="3239"/>
                            <a:pt x="66440" y="7620"/>
                          </a:cubicBezTo>
                          <a:cubicBezTo>
                            <a:pt x="69678" y="9239"/>
                            <a:pt x="73297" y="12192"/>
                            <a:pt x="72250" y="16002"/>
                          </a:cubicBezTo>
                          <a:cubicBezTo>
                            <a:pt x="71202" y="19431"/>
                            <a:pt x="67011" y="20479"/>
                            <a:pt x="63772" y="20574"/>
                          </a:cubicBezTo>
                          <a:cubicBezTo>
                            <a:pt x="53486" y="20765"/>
                            <a:pt x="42817" y="18288"/>
                            <a:pt x="33388" y="22479"/>
                          </a:cubicBezTo>
                          <a:cubicBezTo>
                            <a:pt x="30340" y="23717"/>
                            <a:pt x="23577" y="30194"/>
                            <a:pt x="16910" y="34862"/>
                          </a:cubicBezTo>
                          <a:cubicBezTo>
                            <a:pt x="10051" y="39338"/>
                            <a:pt x="3480" y="42101"/>
                            <a:pt x="1003" y="37338"/>
                          </a:cubicBezTo>
                          <a:cubicBezTo>
                            <a:pt x="-1569" y="32480"/>
                            <a:pt x="1193" y="26289"/>
                            <a:pt x="4908" y="20003"/>
                          </a:cubicBezTo>
                          <a:cubicBezTo>
                            <a:pt x="8814" y="13907"/>
                            <a:pt x="14242" y="8382"/>
                            <a:pt x="17481" y="6001"/>
                          </a:cubicBezTo>
                          <a:cubicBezTo>
                            <a:pt x="23577" y="1810"/>
                            <a:pt x="31197" y="0"/>
                            <a:pt x="38532" y="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19" name="Graphique 1">
                    <a:extLst>
                      <a:ext uri="{FF2B5EF4-FFF2-40B4-BE49-F238E27FC236}">
                        <a16:creationId xmlns:a16="http://schemas.microsoft.com/office/drawing/2014/main" id="{2FB336C0-6E99-4075-83C0-5354FF85326A}"/>
                      </a:ext>
                    </a:extLst>
                  </p:cNvPr>
                  <p:cNvGrpSpPr/>
                  <p:nvPr/>
                </p:nvGrpSpPr>
                <p:grpSpPr>
                  <a:xfrm>
                    <a:off x="6969531" y="2791214"/>
                    <a:ext cx="138305" cy="158529"/>
                    <a:chOff x="6969531" y="2791214"/>
                    <a:chExt cx="138305" cy="158529"/>
                  </a:xfrm>
                  <a:solidFill>
                    <a:schemeClr val="accent1"/>
                  </a:solidFill>
                </p:grpSpPr>
                <p:sp>
                  <p:nvSpPr>
                    <p:cNvPr id="13545" name="Forme libre : forme 13544">
                      <a:extLst>
                        <a:ext uri="{FF2B5EF4-FFF2-40B4-BE49-F238E27FC236}">
                          <a16:creationId xmlns:a16="http://schemas.microsoft.com/office/drawing/2014/main" id="{193006F5-CD6D-4A27-A8D2-00B41745D1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9531" y="2791214"/>
                      <a:ext cx="138113" cy="158529"/>
                    </a:xfrm>
                    <a:custGeom>
                      <a:avLst/>
                      <a:gdLst>
                        <a:gd name="connsiteX0" fmla="*/ 135551 w 138113"/>
                        <a:gd name="connsiteY0" fmla="*/ 69620 h 158529"/>
                        <a:gd name="connsiteX1" fmla="*/ 126216 w 138113"/>
                        <a:gd name="connsiteY1" fmla="*/ 97718 h 158529"/>
                        <a:gd name="connsiteX2" fmla="*/ 116120 w 138113"/>
                        <a:gd name="connsiteY2" fmla="*/ 125627 h 158529"/>
                        <a:gd name="connsiteX3" fmla="*/ 90783 w 138113"/>
                        <a:gd name="connsiteY3" fmla="*/ 154106 h 158529"/>
                        <a:gd name="connsiteX4" fmla="*/ 56684 w 138113"/>
                        <a:gd name="connsiteY4" fmla="*/ 155249 h 158529"/>
                        <a:gd name="connsiteX5" fmla="*/ 26394 w 138113"/>
                        <a:gd name="connsiteY5" fmla="*/ 141819 h 158529"/>
                        <a:gd name="connsiteX6" fmla="*/ 3344 w 138113"/>
                        <a:gd name="connsiteY6" fmla="*/ 117245 h 158529"/>
                        <a:gd name="connsiteX7" fmla="*/ 2962 w 138113"/>
                        <a:gd name="connsiteY7" fmla="*/ 83240 h 158529"/>
                        <a:gd name="connsiteX8" fmla="*/ 11726 w 138113"/>
                        <a:gd name="connsiteY8" fmla="*/ 58475 h 158529"/>
                        <a:gd name="connsiteX9" fmla="*/ 19822 w 138113"/>
                        <a:gd name="connsiteY9" fmla="*/ 33329 h 158529"/>
                        <a:gd name="connsiteX10" fmla="*/ 74781 w 138113"/>
                        <a:gd name="connsiteY10" fmla="*/ 1421 h 158529"/>
                        <a:gd name="connsiteX11" fmla="*/ 107071 w 138113"/>
                        <a:gd name="connsiteY11" fmla="*/ 10183 h 158529"/>
                        <a:gd name="connsiteX12" fmla="*/ 135551 w 138113"/>
                        <a:gd name="connsiteY12" fmla="*/ 69620 h 158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8113" h="158529">
                          <a:moveTo>
                            <a:pt x="135551" y="69620"/>
                          </a:moveTo>
                          <a:cubicBezTo>
                            <a:pt x="132598" y="78954"/>
                            <a:pt x="129455" y="88384"/>
                            <a:pt x="126216" y="97718"/>
                          </a:cubicBezTo>
                          <a:cubicBezTo>
                            <a:pt x="123073" y="107053"/>
                            <a:pt x="119454" y="116387"/>
                            <a:pt x="116120" y="125627"/>
                          </a:cubicBezTo>
                          <a:cubicBezTo>
                            <a:pt x="111072" y="138676"/>
                            <a:pt x="101832" y="148772"/>
                            <a:pt x="90783" y="154106"/>
                          </a:cubicBezTo>
                          <a:cubicBezTo>
                            <a:pt x="79925" y="159440"/>
                            <a:pt x="67733" y="160107"/>
                            <a:pt x="56684" y="155249"/>
                          </a:cubicBezTo>
                          <a:lnTo>
                            <a:pt x="26394" y="141819"/>
                          </a:lnTo>
                          <a:cubicBezTo>
                            <a:pt x="15441" y="136961"/>
                            <a:pt x="7630" y="127817"/>
                            <a:pt x="3344" y="117245"/>
                          </a:cubicBezTo>
                          <a:cubicBezTo>
                            <a:pt x="-752" y="106767"/>
                            <a:pt x="-1323" y="94670"/>
                            <a:pt x="2962" y="83240"/>
                          </a:cubicBezTo>
                          <a:cubicBezTo>
                            <a:pt x="5820" y="74954"/>
                            <a:pt x="8963" y="66857"/>
                            <a:pt x="11726" y="58475"/>
                          </a:cubicBezTo>
                          <a:cubicBezTo>
                            <a:pt x="14488" y="50188"/>
                            <a:pt x="17250" y="41806"/>
                            <a:pt x="19822" y="33329"/>
                          </a:cubicBezTo>
                          <a:cubicBezTo>
                            <a:pt x="27156" y="9898"/>
                            <a:pt x="51350" y="-4771"/>
                            <a:pt x="74781" y="1421"/>
                          </a:cubicBezTo>
                          <a:lnTo>
                            <a:pt x="107071" y="10183"/>
                          </a:lnTo>
                          <a:cubicBezTo>
                            <a:pt x="130693" y="16279"/>
                            <a:pt x="144028" y="43140"/>
                            <a:pt x="135551" y="69620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6" name="Forme libre : forme 13545">
                      <a:extLst>
                        <a:ext uri="{FF2B5EF4-FFF2-40B4-BE49-F238E27FC236}">
                          <a16:creationId xmlns:a16="http://schemas.microsoft.com/office/drawing/2014/main" id="{9CA1E531-B9EF-41B5-92BD-6CC7D5A453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3261" y="2801016"/>
                      <a:ext cx="94575" cy="148631"/>
                    </a:xfrm>
                    <a:custGeom>
                      <a:avLst/>
                      <a:gdLst>
                        <a:gd name="connsiteX0" fmla="*/ 38767 w 94575"/>
                        <a:gd name="connsiteY0" fmla="*/ 92297 h 148631"/>
                        <a:gd name="connsiteX1" fmla="*/ 0 w 94575"/>
                        <a:gd name="connsiteY1" fmla="*/ 139541 h 148631"/>
                        <a:gd name="connsiteX2" fmla="*/ 13145 w 94575"/>
                        <a:gd name="connsiteY2" fmla="*/ 145351 h 148631"/>
                        <a:gd name="connsiteX3" fmla="*/ 47244 w 94575"/>
                        <a:gd name="connsiteY3" fmla="*/ 144208 h 148631"/>
                        <a:gd name="connsiteX4" fmla="*/ 72580 w 94575"/>
                        <a:gd name="connsiteY4" fmla="*/ 115729 h 148631"/>
                        <a:gd name="connsiteX5" fmla="*/ 82677 w 94575"/>
                        <a:gd name="connsiteY5" fmla="*/ 87821 h 148631"/>
                        <a:gd name="connsiteX6" fmla="*/ 92011 w 94575"/>
                        <a:gd name="connsiteY6" fmla="*/ 59722 h 148631"/>
                        <a:gd name="connsiteX7" fmla="*/ 63722 w 94575"/>
                        <a:gd name="connsiteY7" fmla="*/ 286 h 148631"/>
                        <a:gd name="connsiteX8" fmla="*/ 62675 w 94575"/>
                        <a:gd name="connsiteY8" fmla="*/ 0 h 148631"/>
                        <a:gd name="connsiteX9" fmla="*/ 49816 w 94575"/>
                        <a:gd name="connsiteY9" fmla="*/ 45911 h 148631"/>
                        <a:gd name="connsiteX10" fmla="*/ 38767 w 94575"/>
                        <a:gd name="connsiteY10" fmla="*/ 92297 h 148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4575" h="148631">
                          <a:moveTo>
                            <a:pt x="38767" y="92297"/>
                          </a:moveTo>
                          <a:cubicBezTo>
                            <a:pt x="36100" y="115538"/>
                            <a:pt x="20384" y="135064"/>
                            <a:pt x="0" y="139541"/>
                          </a:cubicBezTo>
                          <a:lnTo>
                            <a:pt x="13145" y="145351"/>
                          </a:lnTo>
                          <a:cubicBezTo>
                            <a:pt x="24099" y="150209"/>
                            <a:pt x="36386" y="149542"/>
                            <a:pt x="47244" y="144208"/>
                          </a:cubicBezTo>
                          <a:cubicBezTo>
                            <a:pt x="58198" y="138874"/>
                            <a:pt x="67437" y="128778"/>
                            <a:pt x="72580" y="115729"/>
                          </a:cubicBezTo>
                          <a:cubicBezTo>
                            <a:pt x="75914" y="106394"/>
                            <a:pt x="79534" y="97155"/>
                            <a:pt x="82677" y="87821"/>
                          </a:cubicBezTo>
                          <a:cubicBezTo>
                            <a:pt x="85916" y="78486"/>
                            <a:pt x="89059" y="69151"/>
                            <a:pt x="92011" y="59722"/>
                          </a:cubicBezTo>
                          <a:cubicBezTo>
                            <a:pt x="100489" y="33242"/>
                            <a:pt x="87154" y="6382"/>
                            <a:pt x="63722" y="286"/>
                          </a:cubicBezTo>
                          <a:lnTo>
                            <a:pt x="62675" y="0"/>
                          </a:lnTo>
                          <a:cubicBezTo>
                            <a:pt x="59627" y="15907"/>
                            <a:pt x="54578" y="30956"/>
                            <a:pt x="49816" y="45911"/>
                          </a:cubicBezTo>
                          <a:cubicBezTo>
                            <a:pt x="44958" y="60960"/>
                            <a:pt x="40672" y="76009"/>
                            <a:pt x="38767" y="9229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7" name="Forme libre : forme 13546">
                      <a:extLst>
                        <a:ext uri="{FF2B5EF4-FFF2-40B4-BE49-F238E27FC236}">
                          <a16:creationId xmlns:a16="http://schemas.microsoft.com/office/drawing/2014/main" id="{8AE6D08E-95E6-47EC-903E-127B86EA44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0118" y="2827121"/>
                      <a:ext cx="48599" cy="67079"/>
                    </a:xfrm>
                    <a:custGeom>
                      <a:avLst/>
                      <a:gdLst>
                        <a:gd name="connsiteX0" fmla="*/ 34672 w 48599"/>
                        <a:gd name="connsiteY0" fmla="*/ 661 h 67079"/>
                        <a:gd name="connsiteX1" fmla="*/ 46006 w 48599"/>
                        <a:gd name="connsiteY1" fmla="*/ 40761 h 67079"/>
                        <a:gd name="connsiteX2" fmla="*/ 12860 w 48599"/>
                        <a:gd name="connsiteY2" fmla="*/ 66098 h 67079"/>
                        <a:gd name="connsiteX3" fmla="*/ 2573 w 48599"/>
                        <a:gd name="connsiteY3" fmla="*/ 26378 h 67079"/>
                        <a:gd name="connsiteX4" fmla="*/ 34672 w 48599"/>
                        <a:gd name="connsiteY4" fmla="*/ 661 h 67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599" h="67079">
                          <a:moveTo>
                            <a:pt x="34672" y="661"/>
                          </a:moveTo>
                          <a:cubicBezTo>
                            <a:pt x="46864" y="4185"/>
                            <a:pt x="52198" y="22283"/>
                            <a:pt x="46006" y="40761"/>
                          </a:cubicBezTo>
                          <a:cubicBezTo>
                            <a:pt x="39910" y="59335"/>
                            <a:pt x="24575" y="70574"/>
                            <a:pt x="12860" y="66098"/>
                          </a:cubicBezTo>
                          <a:cubicBezTo>
                            <a:pt x="1049" y="61621"/>
                            <a:pt x="-3238" y="44000"/>
                            <a:pt x="2573" y="26378"/>
                          </a:cubicBezTo>
                          <a:cubicBezTo>
                            <a:pt x="8478" y="8662"/>
                            <a:pt x="22575" y="-2959"/>
                            <a:pt x="34672" y="661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8" name="Forme libre : forme 13547">
                      <a:extLst>
                        <a:ext uri="{FF2B5EF4-FFF2-40B4-BE49-F238E27FC236}">
                          <a16:creationId xmlns:a16="http://schemas.microsoft.com/office/drawing/2014/main" id="{6976BB49-D4AD-4CB4-BD69-427E44B379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0405" y="2852070"/>
                      <a:ext cx="48387" cy="42130"/>
                    </a:xfrm>
                    <a:custGeom>
                      <a:avLst/>
                      <a:gdLst>
                        <a:gd name="connsiteX0" fmla="*/ 0 w 48387"/>
                        <a:gd name="connsiteY0" fmla="*/ 20574 h 42130"/>
                        <a:gd name="connsiteX1" fmla="*/ 12668 w 48387"/>
                        <a:gd name="connsiteY1" fmla="*/ 41148 h 42130"/>
                        <a:gd name="connsiteX2" fmla="*/ 45815 w 48387"/>
                        <a:gd name="connsiteY2" fmla="*/ 15812 h 42130"/>
                        <a:gd name="connsiteX3" fmla="*/ 48387 w 48387"/>
                        <a:gd name="connsiteY3" fmla="*/ 0 h 42130"/>
                        <a:gd name="connsiteX4" fmla="*/ 44196 w 48387"/>
                        <a:gd name="connsiteY4" fmla="*/ 7811 h 42130"/>
                        <a:gd name="connsiteX5" fmla="*/ 0 w 48387"/>
                        <a:gd name="connsiteY5" fmla="*/ 20574 h 42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387" h="42130">
                          <a:moveTo>
                            <a:pt x="0" y="20574"/>
                          </a:moveTo>
                          <a:cubicBezTo>
                            <a:pt x="858" y="30385"/>
                            <a:pt x="5334" y="38386"/>
                            <a:pt x="12668" y="41148"/>
                          </a:cubicBezTo>
                          <a:cubicBezTo>
                            <a:pt x="24384" y="45625"/>
                            <a:pt x="39719" y="34385"/>
                            <a:pt x="45815" y="15812"/>
                          </a:cubicBezTo>
                          <a:cubicBezTo>
                            <a:pt x="47720" y="10382"/>
                            <a:pt x="48387" y="5048"/>
                            <a:pt x="48387" y="0"/>
                          </a:cubicBezTo>
                          <a:cubicBezTo>
                            <a:pt x="47434" y="2762"/>
                            <a:pt x="46101" y="5429"/>
                            <a:pt x="44196" y="7811"/>
                          </a:cubicBezTo>
                          <a:cubicBezTo>
                            <a:pt x="32575" y="20384"/>
                            <a:pt x="14097" y="26861"/>
                            <a:pt x="0" y="20574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9" name="Forme libre : forme 13548">
                      <a:extLst>
                        <a:ext uri="{FF2B5EF4-FFF2-40B4-BE49-F238E27FC236}">
                          <a16:creationId xmlns:a16="http://schemas.microsoft.com/office/drawing/2014/main" id="{FD146443-B091-4D78-B92A-093F005C68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6044" y="2825181"/>
                      <a:ext cx="48656" cy="67357"/>
                    </a:xfrm>
                    <a:custGeom>
                      <a:avLst/>
                      <a:gdLst>
                        <a:gd name="connsiteX0" fmla="*/ 34651 w 48656"/>
                        <a:gd name="connsiteY0" fmla="*/ 600 h 67357"/>
                        <a:gd name="connsiteX1" fmla="*/ 46081 w 48656"/>
                        <a:gd name="connsiteY1" fmla="*/ 40795 h 67357"/>
                        <a:gd name="connsiteX2" fmla="*/ 12935 w 48656"/>
                        <a:gd name="connsiteY2" fmla="*/ 66417 h 67357"/>
                        <a:gd name="connsiteX3" fmla="*/ 2552 w 48656"/>
                        <a:gd name="connsiteY3" fmla="*/ 26508 h 67357"/>
                        <a:gd name="connsiteX4" fmla="*/ 34651 w 48656"/>
                        <a:gd name="connsiteY4" fmla="*/ 600 h 67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656" h="67357">
                          <a:moveTo>
                            <a:pt x="34651" y="600"/>
                          </a:moveTo>
                          <a:cubicBezTo>
                            <a:pt x="46844" y="4124"/>
                            <a:pt x="52273" y="22222"/>
                            <a:pt x="46081" y="40795"/>
                          </a:cubicBezTo>
                          <a:cubicBezTo>
                            <a:pt x="39891" y="59464"/>
                            <a:pt x="24746" y="70799"/>
                            <a:pt x="12935" y="66417"/>
                          </a:cubicBezTo>
                          <a:cubicBezTo>
                            <a:pt x="1124" y="62036"/>
                            <a:pt x="-3258" y="44224"/>
                            <a:pt x="2552" y="26508"/>
                          </a:cubicBezTo>
                          <a:cubicBezTo>
                            <a:pt x="8362" y="8791"/>
                            <a:pt x="22460" y="-2829"/>
                            <a:pt x="34651" y="60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0" name="Forme libre : forme 13549">
                      <a:extLst>
                        <a:ext uri="{FF2B5EF4-FFF2-40B4-BE49-F238E27FC236}">
                          <a16:creationId xmlns:a16="http://schemas.microsoft.com/office/drawing/2014/main" id="{B9D65251-4D15-4FEF-A428-0ADFC8178E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2973" y="2847431"/>
                      <a:ext cx="96791" cy="79984"/>
                    </a:xfrm>
                    <a:custGeom>
                      <a:avLst/>
                      <a:gdLst>
                        <a:gd name="connsiteX0" fmla="*/ 32290 w 96791"/>
                        <a:gd name="connsiteY0" fmla="*/ 74172 h 79984"/>
                        <a:gd name="connsiteX1" fmla="*/ 52768 w 96791"/>
                        <a:gd name="connsiteY1" fmla="*/ 79982 h 79984"/>
                        <a:gd name="connsiteX2" fmla="*/ 86963 w 96791"/>
                        <a:gd name="connsiteY2" fmla="*/ 54360 h 79984"/>
                        <a:gd name="connsiteX3" fmla="*/ 96488 w 96791"/>
                        <a:gd name="connsiteY3" fmla="*/ 17689 h 79984"/>
                        <a:gd name="connsiteX4" fmla="*/ 80486 w 96791"/>
                        <a:gd name="connsiteY4" fmla="*/ 68 h 79984"/>
                        <a:gd name="connsiteX5" fmla="*/ 66580 w 96791"/>
                        <a:gd name="connsiteY5" fmla="*/ 8545 h 79984"/>
                        <a:gd name="connsiteX6" fmla="*/ 33338 w 96791"/>
                        <a:gd name="connsiteY6" fmla="*/ 28357 h 79984"/>
                        <a:gd name="connsiteX7" fmla="*/ 0 w 96791"/>
                        <a:gd name="connsiteY7" fmla="*/ 51693 h 79984"/>
                        <a:gd name="connsiteX8" fmla="*/ 32290 w 96791"/>
                        <a:gd name="connsiteY8" fmla="*/ 74172 h 79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6791" h="79984">
                          <a:moveTo>
                            <a:pt x="32290" y="74172"/>
                          </a:moveTo>
                          <a:cubicBezTo>
                            <a:pt x="38767" y="77125"/>
                            <a:pt x="45530" y="80078"/>
                            <a:pt x="52768" y="79982"/>
                          </a:cubicBezTo>
                          <a:cubicBezTo>
                            <a:pt x="66484" y="79697"/>
                            <a:pt x="79248" y="67790"/>
                            <a:pt x="86963" y="54360"/>
                          </a:cubicBezTo>
                          <a:cubicBezTo>
                            <a:pt x="93631" y="43311"/>
                            <a:pt x="98012" y="30072"/>
                            <a:pt x="96488" y="17689"/>
                          </a:cubicBezTo>
                          <a:cubicBezTo>
                            <a:pt x="95250" y="8355"/>
                            <a:pt x="89059" y="-885"/>
                            <a:pt x="80486" y="68"/>
                          </a:cubicBezTo>
                          <a:cubicBezTo>
                            <a:pt x="75152" y="639"/>
                            <a:pt x="70771" y="4830"/>
                            <a:pt x="66580" y="8545"/>
                          </a:cubicBezTo>
                          <a:cubicBezTo>
                            <a:pt x="56483" y="17213"/>
                            <a:pt x="45244" y="23975"/>
                            <a:pt x="33338" y="28357"/>
                          </a:cubicBezTo>
                          <a:cubicBezTo>
                            <a:pt x="23146" y="32262"/>
                            <a:pt x="95" y="36930"/>
                            <a:pt x="0" y="51693"/>
                          </a:cubicBezTo>
                          <a:cubicBezTo>
                            <a:pt x="0" y="65123"/>
                            <a:pt x="23146" y="70172"/>
                            <a:pt x="32290" y="7417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1" name="Forme libre : forme 13550">
                      <a:extLst>
                        <a:ext uri="{FF2B5EF4-FFF2-40B4-BE49-F238E27FC236}">
                          <a16:creationId xmlns:a16="http://schemas.microsoft.com/office/drawing/2014/main" id="{5134407C-560F-4422-A3FC-5158C8C571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0782" y="2870211"/>
                      <a:ext cx="17136" cy="30839"/>
                    </a:xfrm>
                    <a:custGeom>
                      <a:avLst/>
                      <a:gdLst>
                        <a:gd name="connsiteX0" fmla="*/ 6478 w 17136"/>
                        <a:gd name="connsiteY0" fmla="*/ 27294 h 30839"/>
                        <a:gd name="connsiteX1" fmla="*/ 10384 w 17136"/>
                        <a:gd name="connsiteY1" fmla="*/ 30532 h 30839"/>
                        <a:gd name="connsiteX2" fmla="*/ 15241 w 17136"/>
                        <a:gd name="connsiteY2" fmla="*/ 29675 h 30839"/>
                        <a:gd name="connsiteX3" fmla="*/ 16861 w 17136"/>
                        <a:gd name="connsiteY3" fmla="*/ 25007 h 30839"/>
                        <a:gd name="connsiteX4" fmla="*/ 16670 w 17136"/>
                        <a:gd name="connsiteY4" fmla="*/ 12148 h 30839"/>
                        <a:gd name="connsiteX5" fmla="*/ 15432 w 17136"/>
                        <a:gd name="connsiteY5" fmla="*/ 7100 h 30839"/>
                        <a:gd name="connsiteX6" fmla="*/ 382 w 17136"/>
                        <a:gd name="connsiteY6" fmla="*/ 5481 h 30839"/>
                        <a:gd name="connsiteX7" fmla="*/ 6478 w 17136"/>
                        <a:gd name="connsiteY7" fmla="*/ 27294 h 30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136" h="30839">
                          <a:moveTo>
                            <a:pt x="6478" y="27294"/>
                          </a:moveTo>
                          <a:cubicBezTo>
                            <a:pt x="7526" y="28627"/>
                            <a:pt x="8859" y="29960"/>
                            <a:pt x="10384" y="30532"/>
                          </a:cubicBezTo>
                          <a:cubicBezTo>
                            <a:pt x="11908" y="31103"/>
                            <a:pt x="14003" y="30913"/>
                            <a:pt x="15241" y="29675"/>
                          </a:cubicBezTo>
                          <a:cubicBezTo>
                            <a:pt x="16384" y="28436"/>
                            <a:pt x="16670" y="26627"/>
                            <a:pt x="16861" y="25007"/>
                          </a:cubicBezTo>
                          <a:cubicBezTo>
                            <a:pt x="17337" y="20721"/>
                            <a:pt x="17146" y="16340"/>
                            <a:pt x="16670" y="12148"/>
                          </a:cubicBezTo>
                          <a:cubicBezTo>
                            <a:pt x="16479" y="10434"/>
                            <a:pt x="16194" y="8624"/>
                            <a:pt x="15432" y="7100"/>
                          </a:cubicBezTo>
                          <a:cubicBezTo>
                            <a:pt x="12384" y="528"/>
                            <a:pt x="2287" y="-4139"/>
                            <a:pt x="382" y="5481"/>
                          </a:cubicBezTo>
                          <a:cubicBezTo>
                            <a:pt x="-1142" y="12815"/>
                            <a:pt x="2096" y="21769"/>
                            <a:pt x="6478" y="2729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2" name="Forme libre : forme 13551">
                      <a:extLst>
                        <a:ext uri="{FF2B5EF4-FFF2-40B4-BE49-F238E27FC236}">
                          <a16:creationId xmlns:a16="http://schemas.microsoft.com/office/drawing/2014/main" id="{94872784-AA43-41AF-B8D6-B4AA9E9D01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0792" y="2804541"/>
                      <a:ext cx="32378" cy="54483"/>
                    </a:xfrm>
                    <a:custGeom>
                      <a:avLst/>
                      <a:gdLst>
                        <a:gd name="connsiteX0" fmla="*/ 0 w 32378"/>
                        <a:gd name="connsiteY0" fmla="*/ 0 h 54483"/>
                        <a:gd name="connsiteX1" fmla="*/ 17050 w 32378"/>
                        <a:gd name="connsiteY1" fmla="*/ 9525 h 54483"/>
                        <a:gd name="connsiteX2" fmla="*/ 32195 w 32378"/>
                        <a:gd name="connsiteY2" fmla="*/ 54483 h 54483"/>
                        <a:gd name="connsiteX3" fmla="*/ 28290 w 32378"/>
                        <a:gd name="connsiteY3" fmla="*/ 33719 h 54483"/>
                        <a:gd name="connsiteX4" fmla="*/ 0 w 32378"/>
                        <a:gd name="connsiteY4" fmla="*/ 0 h 54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378" h="54483">
                          <a:moveTo>
                            <a:pt x="0" y="0"/>
                          </a:moveTo>
                          <a:cubicBezTo>
                            <a:pt x="0" y="0"/>
                            <a:pt x="8573" y="1810"/>
                            <a:pt x="17050" y="9525"/>
                          </a:cubicBezTo>
                          <a:cubicBezTo>
                            <a:pt x="25527" y="17240"/>
                            <a:pt x="33719" y="30766"/>
                            <a:pt x="32195" y="54483"/>
                          </a:cubicBezTo>
                          <a:cubicBezTo>
                            <a:pt x="32195" y="54483"/>
                            <a:pt x="32385" y="45244"/>
                            <a:pt x="28290" y="33719"/>
                          </a:cubicBezTo>
                          <a:cubicBezTo>
                            <a:pt x="24384" y="22288"/>
                            <a:pt x="16193" y="866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3" name="Forme libre : forme 13552">
                      <a:extLst>
                        <a:ext uri="{FF2B5EF4-FFF2-40B4-BE49-F238E27FC236}">
                          <a16:creationId xmlns:a16="http://schemas.microsoft.com/office/drawing/2014/main" id="{4FEE8952-6BE1-4034-8CF5-A1D47B66E7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74813" y="2873121"/>
                      <a:ext cx="25684" cy="58864"/>
                    </a:xfrm>
                    <a:custGeom>
                      <a:avLst/>
                      <a:gdLst>
                        <a:gd name="connsiteX0" fmla="*/ 2158 w 25684"/>
                        <a:gd name="connsiteY0" fmla="*/ 0 h 58864"/>
                        <a:gd name="connsiteX1" fmla="*/ 729 w 25684"/>
                        <a:gd name="connsiteY1" fmla="*/ 6286 h 58864"/>
                        <a:gd name="connsiteX2" fmla="*/ 349 w 25684"/>
                        <a:gd name="connsiteY2" fmla="*/ 21526 h 58864"/>
                        <a:gd name="connsiteX3" fmla="*/ 25685 w 25684"/>
                        <a:gd name="connsiteY3" fmla="*/ 58864 h 58864"/>
                        <a:gd name="connsiteX4" fmla="*/ 11397 w 25684"/>
                        <a:gd name="connsiteY4" fmla="*/ 42958 h 58864"/>
                        <a:gd name="connsiteX5" fmla="*/ 2158 w 25684"/>
                        <a:gd name="connsiteY5" fmla="*/ 0 h 58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5684" h="58864">
                          <a:moveTo>
                            <a:pt x="2158" y="0"/>
                          </a:moveTo>
                          <a:cubicBezTo>
                            <a:pt x="2158" y="0"/>
                            <a:pt x="1396" y="2476"/>
                            <a:pt x="729" y="6286"/>
                          </a:cubicBezTo>
                          <a:cubicBezTo>
                            <a:pt x="62" y="10192"/>
                            <a:pt x="-318" y="15526"/>
                            <a:pt x="349" y="21526"/>
                          </a:cubicBezTo>
                          <a:cubicBezTo>
                            <a:pt x="1682" y="33433"/>
                            <a:pt x="7302" y="48101"/>
                            <a:pt x="25685" y="58864"/>
                          </a:cubicBezTo>
                          <a:cubicBezTo>
                            <a:pt x="25685" y="58864"/>
                            <a:pt x="18065" y="53149"/>
                            <a:pt x="11397" y="42958"/>
                          </a:cubicBezTo>
                          <a:cubicBezTo>
                            <a:pt x="4825" y="32766"/>
                            <a:pt x="-1080" y="18288"/>
                            <a:pt x="215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4" name="Forme libre : forme 13553">
                      <a:extLst>
                        <a:ext uri="{FF2B5EF4-FFF2-40B4-BE49-F238E27FC236}">
                          <a16:creationId xmlns:a16="http://schemas.microsoft.com/office/drawing/2014/main" id="{0894E437-DBB9-47FB-A5FA-2F1F75A78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7355" y="2839216"/>
                      <a:ext cx="19337" cy="23358"/>
                    </a:xfrm>
                    <a:custGeom>
                      <a:avLst/>
                      <a:gdLst>
                        <a:gd name="connsiteX0" fmla="*/ 17338 w 19337"/>
                        <a:gd name="connsiteY0" fmla="*/ 948 h 23358"/>
                        <a:gd name="connsiteX1" fmla="*/ 15529 w 19337"/>
                        <a:gd name="connsiteY1" fmla="*/ 16378 h 23358"/>
                        <a:gd name="connsiteX2" fmla="*/ 1908 w 19337"/>
                        <a:gd name="connsiteY2" fmla="*/ 22379 h 23358"/>
                        <a:gd name="connsiteX3" fmla="*/ 3813 w 19337"/>
                        <a:gd name="connsiteY3" fmla="*/ 7139 h 23358"/>
                        <a:gd name="connsiteX4" fmla="*/ 17338 w 19337"/>
                        <a:gd name="connsiteY4" fmla="*/ 948 h 23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337" h="23358">
                          <a:moveTo>
                            <a:pt x="17338" y="948"/>
                          </a:moveTo>
                          <a:cubicBezTo>
                            <a:pt x="20577" y="3425"/>
                            <a:pt x="19815" y="10378"/>
                            <a:pt x="15529" y="16378"/>
                          </a:cubicBezTo>
                          <a:cubicBezTo>
                            <a:pt x="11147" y="22284"/>
                            <a:pt x="5147" y="24951"/>
                            <a:pt x="1908" y="22379"/>
                          </a:cubicBezTo>
                          <a:cubicBezTo>
                            <a:pt x="-1330" y="19808"/>
                            <a:pt x="-283" y="13045"/>
                            <a:pt x="3813" y="7139"/>
                          </a:cubicBezTo>
                          <a:cubicBezTo>
                            <a:pt x="8004" y="1234"/>
                            <a:pt x="14005" y="-1624"/>
                            <a:pt x="17338" y="94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5" name="Forme libre : forme 13554">
                      <a:extLst>
                        <a:ext uri="{FF2B5EF4-FFF2-40B4-BE49-F238E27FC236}">
                          <a16:creationId xmlns:a16="http://schemas.microsoft.com/office/drawing/2014/main" id="{F2C57ED4-29D1-4230-B041-CE4A18C2E7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39575" y="2835912"/>
                      <a:ext cx="6618" cy="7074"/>
                    </a:xfrm>
                    <a:custGeom>
                      <a:avLst/>
                      <a:gdLst>
                        <a:gd name="connsiteX0" fmla="*/ 4357 w 6618"/>
                        <a:gd name="connsiteY0" fmla="*/ 156 h 7074"/>
                        <a:gd name="connsiteX1" fmla="*/ 6453 w 6618"/>
                        <a:gd name="connsiteY1" fmla="*/ 4537 h 7074"/>
                        <a:gd name="connsiteX2" fmla="*/ 2262 w 6618"/>
                        <a:gd name="connsiteY2" fmla="*/ 6918 h 7074"/>
                        <a:gd name="connsiteX3" fmla="*/ 166 w 6618"/>
                        <a:gd name="connsiteY3" fmla="*/ 2537 h 7074"/>
                        <a:gd name="connsiteX4" fmla="*/ 4357 w 6618"/>
                        <a:gd name="connsiteY4" fmla="*/ 156 h 70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18" h="7074">
                          <a:moveTo>
                            <a:pt x="4357" y="156"/>
                          </a:moveTo>
                          <a:cubicBezTo>
                            <a:pt x="6072" y="727"/>
                            <a:pt x="7024" y="2632"/>
                            <a:pt x="6453" y="4537"/>
                          </a:cubicBezTo>
                          <a:cubicBezTo>
                            <a:pt x="5881" y="6442"/>
                            <a:pt x="3976" y="7490"/>
                            <a:pt x="2262" y="6918"/>
                          </a:cubicBezTo>
                          <a:cubicBezTo>
                            <a:pt x="547" y="6347"/>
                            <a:pt x="-406" y="4442"/>
                            <a:pt x="166" y="2537"/>
                          </a:cubicBezTo>
                          <a:cubicBezTo>
                            <a:pt x="738" y="632"/>
                            <a:pt x="2642" y="-416"/>
                            <a:pt x="4357" y="15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6" name="Forme libre : forme 13555">
                      <a:extLst>
                        <a:ext uri="{FF2B5EF4-FFF2-40B4-BE49-F238E27FC236}">
                          <a16:creationId xmlns:a16="http://schemas.microsoft.com/office/drawing/2014/main" id="{EDEEFC62-AB1F-454B-B7B7-2BA8BE4BDA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4338" y="2803820"/>
                      <a:ext cx="68966" cy="48040"/>
                    </a:xfrm>
                    <a:custGeom>
                      <a:avLst/>
                      <a:gdLst>
                        <a:gd name="connsiteX0" fmla="*/ 32734 w 68966"/>
                        <a:gd name="connsiteY0" fmla="*/ 626 h 48040"/>
                        <a:gd name="connsiteX1" fmla="*/ 61785 w 68966"/>
                        <a:gd name="connsiteY1" fmla="*/ 3578 h 48040"/>
                        <a:gd name="connsiteX2" fmla="*/ 68929 w 68966"/>
                        <a:gd name="connsiteY2" fmla="*/ 10913 h 48040"/>
                        <a:gd name="connsiteX3" fmla="*/ 61214 w 68966"/>
                        <a:gd name="connsiteY3" fmla="*/ 16723 h 48040"/>
                        <a:gd name="connsiteX4" fmla="*/ 31401 w 68966"/>
                        <a:gd name="connsiteY4" fmla="*/ 24057 h 48040"/>
                        <a:gd name="connsiteX5" fmla="*/ 17399 w 68966"/>
                        <a:gd name="connsiteY5" fmla="*/ 39964 h 48040"/>
                        <a:gd name="connsiteX6" fmla="*/ 2063 w 68966"/>
                        <a:gd name="connsiteY6" fmla="*/ 46346 h 48040"/>
                        <a:gd name="connsiteX7" fmla="*/ 12731 w 68966"/>
                        <a:gd name="connsiteY7" fmla="*/ 10341 h 48040"/>
                        <a:gd name="connsiteX8" fmla="*/ 32734 w 68966"/>
                        <a:gd name="connsiteY8" fmla="*/ 626 h 48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8966" h="48040">
                          <a:moveTo>
                            <a:pt x="32734" y="626"/>
                          </a:moveTo>
                          <a:cubicBezTo>
                            <a:pt x="42449" y="-993"/>
                            <a:pt x="52356" y="721"/>
                            <a:pt x="61785" y="3578"/>
                          </a:cubicBezTo>
                          <a:cubicBezTo>
                            <a:pt x="65214" y="4626"/>
                            <a:pt x="69405" y="7008"/>
                            <a:pt x="68929" y="10913"/>
                          </a:cubicBezTo>
                          <a:cubicBezTo>
                            <a:pt x="68453" y="14437"/>
                            <a:pt x="64547" y="16151"/>
                            <a:pt x="61214" y="16723"/>
                          </a:cubicBezTo>
                          <a:cubicBezTo>
                            <a:pt x="51022" y="18628"/>
                            <a:pt x="39973" y="18057"/>
                            <a:pt x="31401" y="24057"/>
                          </a:cubicBezTo>
                          <a:cubicBezTo>
                            <a:pt x="28638" y="25962"/>
                            <a:pt x="23114" y="33773"/>
                            <a:pt x="17399" y="39964"/>
                          </a:cubicBezTo>
                          <a:cubicBezTo>
                            <a:pt x="11493" y="46155"/>
                            <a:pt x="5493" y="50632"/>
                            <a:pt x="2063" y="46346"/>
                          </a:cubicBezTo>
                          <a:cubicBezTo>
                            <a:pt x="-4699" y="37773"/>
                            <a:pt x="6826" y="16342"/>
                            <a:pt x="12731" y="10341"/>
                          </a:cubicBezTo>
                          <a:cubicBezTo>
                            <a:pt x="18065" y="5102"/>
                            <a:pt x="25400" y="1769"/>
                            <a:pt x="32734" y="62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20" name="Graphique 1">
                    <a:extLst>
                      <a:ext uri="{FF2B5EF4-FFF2-40B4-BE49-F238E27FC236}">
                        <a16:creationId xmlns:a16="http://schemas.microsoft.com/office/drawing/2014/main" id="{91489808-C701-4A97-8E02-9A8E651CFCDC}"/>
                      </a:ext>
                    </a:extLst>
                  </p:cNvPr>
                  <p:cNvGrpSpPr/>
                  <p:nvPr/>
                </p:nvGrpSpPr>
                <p:grpSpPr>
                  <a:xfrm>
                    <a:off x="7011697" y="2646366"/>
                    <a:ext cx="132762" cy="156438"/>
                    <a:chOff x="7011697" y="2646366"/>
                    <a:chExt cx="132762" cy="156438"/>
                  </a:xfrm>
                  <a:solidFill>
                    <a:schemeClr val="accent1"/>
                  </a:solidFill>
                </p:grpSpPr>
                <p:sp>
                  <p:nvSpPr>
                    <p:cNvPr id="13533" name="Forme libre : forme 13532">
                      <a:extLst>
                        <a:ext uri="{FF2B5EF4-FFF2-40B4-BE49-F238E27FC236}">
                          <a16:creationId xmlns:a16="http://schemas.microsoft.com/office/drawing/2014/main" id="{97AC3EFA-CD22-4428-993B-DE3B2A67E4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1697" y="2646366"/>
                      <a:ext cx="132761" cy="156343"/>
                    </a:xfrm>
                    <a:custGeom>
                      <a:avLst/>
                      <a:gdLst>
                        <a:gd name="connsiteX0" fmla="*/ 131866 w 132761"/>
                        <a:gd name="connsiteY0" fmla="*/ 60543 h 156343"/>
                        <a:gd name="connsiteX1" fmla="*/ 119865 w 132761"/>
                        <a:gd name="connsiteY1" fmla="*/ 118074 h 156343"/>
                        <a:gd name="connsiteX2" fmla="*/ 65096 w 132761"/>
                        <a:gd name="connsiteY2" fmla="*/ 154936 h 156343"/>
                        <a:gd name="connsiteX3" fmla="*/ 32807 w 132761"/>
                        <a:gd name="connsiteY3" fmla="*/ 146173 h 156343"/>
                        <a:gd name="connsiteX4" fmla="*/ 1183 w 132761"/>
                        <a:gd name="connsiteY4" fmla="*/ 90737 h 156343"/>
                        <a:gd name="connsiteX5" fmla="*/ 11661 w 132761"/>
                        <a:gd name="connsiteY5" fmla="*/ 38635 h 156343"/>
                        <a:gd name="connsiteX6" fmla="*/ 29568 w 132761"/>
                        <a:gd name="connsiteY6" fmla="*/ 9394 h 156343"/>
                        <a:gd name="connsiteX7" fmla="*/ 62429 w 132761"/>
                        <a:gd name="connsiteY7" fmla="*/ 345 h 156343"/>
                        <a:gd name="connsiteX8" fmla="*/ 95862 w 132761"/>
                        <a:gd name="connsiteY8" fmla="*/ 4726 h 156343"/>
                        <a:gd name="connsiteX9" fmla="*/ 124818 w 132761"/>
                        <a:gd name="connsiteY9" fmla="*/ 23395 h 156343"/>
                        <a:gd name="connsiteX10" fmla="*/ 131866 w 132761"/>
                        <a:gd name="connsiteY10" fmla="*/ 60543 h 156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2761" h="156343">
                          <a:moveTo>
                            <a:pt x="131866" y="60543"/>
                          </a:moveTo>
                          <a:cubicBezTo>
                            <a:pt x="128342" y="79879"/>
                            <a:pt x="124151" y="99024"/>
                            <a:pt x="119865" y="118074"/>
                          </a:cubicBezTo>
                          <a:cubicBezTo>
                            <a:pt x="113578" y="144934"/>
                            <a:pt x="88432" y="161413"/>
                            <a:pt x="65096" y="154936"/>
                          </a:cubicBezTo>
                          <a:lnTo>
                            <a:pt x="32807" y="146173"/>
                          </a:lnTo>
                          <a:cubicBezTo>
                            <a:pt x="9470" y="139696"/>
                            <a:pt x="-4246" y="114931"/>
                            <a:pt x="1183" y="90737"/>
                          </a:cubicBezTo>
                          <a:cubicBezTo>
                            <a:pt x="4993" y="73402"/>
                            <a:pt x="8708" y="56066"/>
                            <a:pt x="11661" y="38635"/>
                          </a:cubicBezTo>
                          <a:cubicBezTo>
                            <a:pt x="13851" y="26443"/>
                            <a:pt x="20519" y="16252"/>
                            <a:pt x="29568" y="9394"/>
                          </a:cubicBezTo>
                          <a:cubicBezTo>
                            <a:pt x="38712" y="2440"/>
                            <a:pt x="50332" y="-1179"/>
                            <a:pt x="62429" y="345"/>
                          </a:cubicBezTo>
                          <a:lnTo>
                            <a:pt x="95862" y="4726"/>
                          </a:lnTo>
                          <a:cubicBezTo>
                            <a:pt x="107958" y="6346"/>
                            <a:pt x="118245" y="13299"/>
                            <a:pt x="124818" y="23395"/>
                          </a:cubicBezTo>
                          <a:cubicBezTo>
                            <a:pt x="131581" y="33682"/>
                            <a:pt x="134343" y="47017"/>
                            <a:pt x="131866" y="6054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4" name="Forme libre : forme 13533">
                      <a:extLst>
                        <a:ext uri="{FF2B5EF4-FFF2-40B4-BE49-F238E27FC236}">
                          <a16:creationId xmlns:a16="http://schemas.microsoft.com/office/drawing/2014/main" id="{CB09C7F7-7CC5-4636-8E54-04E8BFE872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2791" y="2651188"/>
                      <a:ext cx="81668" cy="151617"/>
                    </a:xfrm>
                    <a:custGeom>
                      <a:avLst/>
                      <a:gdLst>
                        <a:gd name="connsiteX0" fmla="*/ 31909 w 81668"/>
                        <a:gd name="connsiteY0" fmla="*/ 94488 h 151617"/>
                        <a:gd name="connsiteX1" fmla="*/ 0 w 81668"/>
                        <a:gd name="connsiteY1" fmla="*/ 146399 h 151617"/>
                        <a:gd name="connsiteX2" fmla="*/ 14001 w 81668"/>
                        <a:gd name="connsiteY2" fmla="*/ 150209 h 151617"/>
                        <a:gd name="connsiteX3" fmla="*/ 68770 w 81668"/>
                        <a:gd name="connsiteY3" fmla="*/ 113347 h 151617"/>
                        <a:gd name="connsiteX4" fmla="*/ 80772 w 81668"/>
                        <a:gd name="connsiteY4" fmla="*/ 55817 h 151617"/>
                        <a:gd name="connsiteX5" fmla="*/ 73819 w 81668"/>
                        <a:gd name="connsiteY5" fmla="*/ 18764 h 151617"/>
                        <a:gd name="connsiteX6" fmla="*/ 44862 w 81668"/>
                        <a:gd name="connsiteY6" fmla="*/ 95 h 151617"/>
                        <a:gd name="connsiteX7" fmla="*/ 43815 w 81668"/>
                        <a:gd name="connsiteY7" fmla="*/ 0 h 151617"/>
                        <a:gd name="connsiteX8" fmla="*/ 31909 w 81668"/>
                        <a:gd name="connsiteY8" fmla="*/ 94488 h 1516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1668" h="151617">
                          <a:moveTo>
                            <a:pt x="31909" y="94488"/>
                          </a:moveTo>
                          <a:cubicBezTo>
                            <a:pt x="32290" y="117729"/>
                            <a:pt x="19621" y="138970"/>
                            <a:pt x="0" y="146399"/>
                          </a:cubicBezTo>
                          <a:lnTo>
                            <a:pt x="14001" y="150209"/>
                          </a:lnTo>
                          <a:cubicBezTo>
                            <a:pt x="37242" y="156686"/>
                            <a:pt x="62484" y="140208"/>
                            <a:pt x="68770" y="113347"/>
                          </a:cubicBezTo>
                          <a:cubicBezTo>
                            <a:pt x="73152" y="94297"/>
                            <a:pt x="77343" y="75152"/>
                            <a:pt x="80772" y="55817"/>
                          </a:cubicBezTo>
                          <a:cubicBezTo>
                            <a:pt x="83248" y="42196"/>
                            <a:pt x="80486" y="28956"/>
                            <a:pt x="73819" y="18764"/>
                          </a:cubicBezTo>
                          <a:cubicBezTo>
                            <a:pt x="67246" y="8572"/>
                            <a:pt x="56959" y="1619"/>
                            <a:pt x="44862" y="95"/>
                          </a:cubicBezTo>
                          <a:lnTo>
                            <a:pt x="43815" y="0"/>
                          </a:lnTo>
                          <a:cubicBezTo>
                            <a:pt x="41815" y="32576"/>
                            <a:pt x="31146" y="61817"/>
                            <a:pt x="31909" y="9448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5" name="Forme libre : forme 13534">
                      <a:extLst>
                        <a:ext uri="{FF2B5EF4-FFF2-40B4-BE49-F238E27FC236}">
                          <a16:creationId xmlns:a16="http://schemas.microsoft.com/office/drawing/2014/main" id="{70E14D8D-82B1-4947-BBBA-3ED80AA336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9273" y="2680039"/>
                      <a:ext cx="47269" cy="68221"/>
                    </a:xfrm>
                    <a:custGeom>
                      <a:avLst/>
                      <a:gdLst>
                        <a:gd name="connsiteX0" fmla="*/ 29807 w 47269"/>
                        <a:gd name="connsiteY0" fmla="*/ 200 h 68221"/>
                        <a:gd name="connsiteX1" fmla="*/ 46285 w 47269"/>
                        <a:gd name="connsiteY1" fmla="*/ 38586 h 68221"/>
                        <a:gd name="connsiteX2" fmla="*/ 16472 w 47269"/>
                        <a:gd name="connsiteY2" fmla="*/ 67827 h 68221"/>
                        <a:gd name="connsiteX3" fmla="*/ 946 w 47269"/>
                        <a:gd name="connsiteY3" fmla="*/ 29632 h 68221"/>
                        <a:gd name="connsiteX4" fmla="*/ 29807 w 47269"/>
                        <a:gd name="connsiteY4" fmla="*/ 200 h 68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269" h="68221">
                          <a:moveTo>
                            <a:pt x="29807" y="200"/>
                          </a:moveTo>
                          <a:cubicBezTo>
                            <a:pt x="42475" y="2200"/>
                            <a:pt x="50096" y="19536"/>
                            <a:pt x="46285" y="38586"/>
                          </a:cubicBezTo>
                          <a:cubicBezTo>
                            <a:pt x="42570" y="57731"/>
                            <a:pt x="28759" y="70685"/>
                            <a:pt x="16472" y="67827"/>
                          </a:cubicBezTo>
                          <a:cubicBezTo>
                            <a:pt x="3994" y="64970"/>
                            <a:pt x="-2578" y="47920"/>
                            <a:pt x="946" y="29632"/>
                          </a:cubicBezTo>
                          <a:cubicBezTo>
                            <a:pt x="4566" y="11439"/>
                            <a:pt x="17234" y="-1801"/>
                            <a:pt x="29807" y="200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6" name="Forme libre : forme 13535">
                      <a:extLst>
                        <a:ext uri="{FF2B5EF4-FFF2-40B4-BE49-F238E27FC236}">
                          <a16:creationId xmlns:a16="http://schemas.microsoft.com/office/drawing/2014/main" id="{754B0860-6501-4421-BC6A-A21763345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0315" y="2702718"/>
                      <a:ext cx="46231" cy="45638"/>
                    </a:xfrm>
                    <a:custGeom>
                      <a:avLst/>
                      <a:gdLst>
                        <a:gd name="connsiteX0" fmla="*/ 0 w 46231"/>
                        <a:gd name="connsiteY0" fmla="*/ 26384 h 45638"/>
                        <a:gd name="connsiteX1" fmla="*/ 15430 w 46231"/>
                        <a:gd name="connsiteY1" fmla="*/ 45244 h 45638"/>
                        <a:gd name="connsiteX2" fmla="*/ 45244 w 46231"/>
                        <a:gd name="connsiteY2" fmla="*/ 16002 h 45638"/>
                        <a:gd name="connsiteX3" fmla="*/ 45815 w 46231"/>
                        <a:gd name="connsiteY3" fmla="*/ 0 h 45638"/>
                        <a:gd name="connsiteX4" fmla="*/ 42672 w 46231"/>
                        <a:gd name="connsiteY4" fmla="*/ 8287 h 45638"/>
                        <a:gd name="connsiteX5" fmla="*/ 0 w 46231"/>
                        <a:gd name="connsiteY5" fmla="*/ 26384 h 456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6231" h="45638">
                          <a:moveTo>
                            <a:pt x="0" y="26384"/>
                          </a:moveTo>
                          <a:cubicBezTo>
                            <a:pt x="2095" y="36100"/>
                            <a:pt x="7715" y="43434"/>
                            <a:pt x="15430" y="45244"/>
                          </a:cubicBezTo>
                          <a:cubicBezTo>
                            <a:pt x="27717" y="48101"/>
                            <a:pt x="41434" y="35147"/>
                            <a:pt x="45244" y="16002"/>
                          </a:cubicBezTo>
                          <a:cubicBezTo>
                            <a:pt x="46387" y="10478"/>
                            <a:pt x="46482" y="4953"/>
                            <a:pt x="45815" y="0"/>
                          </a:cubicBezTo>
                          <a:cubicBezTo>
                            <a:pt x="45148" y="2857"/>
                            <a:pt x="44196" y="5620"/>
                            <a:pt x="42672" y="8287"/>
                          </a:cubicBezTo>
                          <a:cubicBezTo>
                            <a:pt x="32671" y="22193"/>
                            <a:pt x="14954" y="30861"/>
                            <a:pt x="0" y="26384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7" name="Forme libre : forme 13536">
                      <a:extLst>
                        <a:ext uri="{FF2B5EF4-FFF2-40B4-BE49-F238E27FC236}">
                          <a16:creationId xmlns:a16="http://schemas.microsoft.com/office/drawing/2014/main" id="{846EAB6C-4AAB-4EB5-BC09-5713A0E4B8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4996" y="2677469"/>
                      <a:ext cx="47220" cy="68504"/>
                    </a:xfrm>
                    <a:custGeom>
                      <a:avLst/>
                      <a:gdLst>
                        <a:gd name="connsiteX0" fmla="*/ 29704 w 47220"/>
                        <a:gd name="connsiteY0" fmla="*/ 199 h 68504"/>
                        <a:gd name="connsiteX1" fmla="*/ 46277 w 47220"/>
                        <a:gd name="connsiteY1" fmla="*/ 38680 h 68504"/>
                        <a:gd name="connsiteX2" fmla="*/ 16464 w 47220"/>
                        <a:gd name="connsiteY2" fmla="*/ 68112 h 68504"/>
                        <a:gd name="connsiteX3" fmla="*/ 939 w 47220"/>
                        <a:gd name="connsiteY3" fmla="*/ 29822 h 68504"/>
                        <a:gd name="connsiteX4" fmla="*/ 29704 w 47220"/>
                        <a:gd name="connsiteY4" fmla="*/ 199 h 68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220" h="68504">
                          <a:moveTo>
                            <a:pt x="29704" y="199"/>
                          </a:moveTo>
                          <a:cubicBezTo>
                            <a:pt x="42372" y="2199"/>
                            <a:pt x="49992" y="19534"/>
                            <a:pt x="46277" y="38680"/>
                          </a:cubicBezTo>
                          <a:cubicBezTo>
                            <a:pt x="42468" y="57920"/>
                            <a:pt x="28847" y="70969"/>
                            <a:pt x="16464" y="68112"/>
                          </a:cubicBezTo>
                          <a:cubicBezTo>
                            <a:pt x="4082" y="65255"/>
                            <a:pt x="-2586" y="48205"/>
                            <a:pt x="939" y="29822"/>
                          </a:cubicBezTo>
                          <a:cubicBezTo>
                            <a:pt x="4463" y="11533"/>
                            <a:pt x="17035" y="-1802"/>
                            <a:pt x="29704" y="19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8" name="Forme libre : forme 13537">
                      <a:extLst>
                        <a:ext uri="{FF2B5EF4-FFF2-40B4-BE49-F238E27FC236}">
                          <a16:creationId xmlns:a16="http://schemas.microsoft.com/office/drawing/2014/main" id="{EB8392D4-BDB3-4888-8BA5-FCA1DF71D4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36461" y="2697279"/>
                      <a:ext cx="93341" cy="83020"/>
                    </a:xfrm>
                    <a:custGeom>
                      <a:avLst/>
                      <a:gdLst>
                        <a:gd name="connsiteX0" fmla="*/ 35474 w 93341"/>
                        <a:gd name="connsiteY0" fmla="*/ 79829 h 83020"/>
                        <a:gd name="connsiteX1" fmla="*/ 56715 w 93341"/>
                        <a:gd name="connsiteY1" fmla="*/ 82687 h 83020"/>
                        <a:gd name="connsiteX2" fmla="*/ 87290 w 93341"/>
                        <a:gd name="connsiteY2" fmla="*/ 53160 h 83020"/>
                        <a:gd name="connsiteX3" fmla="*/ 92052 w 93341"/>
                        <a:gd name="connsiteY3" fmla="*/ 15821 h 83020"/>
                        <a:gd name="connsiteX4" fmla="*/ 73860 w 93341"/>
                        <a:gd name="connsiteY4" fmla="*/ 296 h 83020"/>
                        <a:gd name="connsiteX5" fmla="*/ 61001 w 93341"/>
                        <a:gd name="connsiteY5" fmla="*/ 10392 h 83020"/>
                        <a:gd name="connsiteX6" fmla="*/ 30235 w 93341"/>
                        <a:gd name="connsiteY6" fmla="*/ 34205 h 83020"/>
                        <a:gd name="connsiteX7" fmla="*/ 137 w 93341"/>
                        <a:gd name="connsiteY7" fmla="*/ 61922 h 83020"/>
                        <a:gd name="connsiteX8" fmla="*/ 35474 w 93341"/>
                        <a:gd name="connsiteY8" fmla="*/ 79829 h 83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341" h="83020">
                          <a:moveTo>
                            <a:pt x="35474" y="79829"/>
                          </a:moveTo>
                          <a:cubicBezTo>
                            <a:pt x="42428" y="81830"/>
                            <a:pt x="49571" y="83830"/>
                            <a:pt x="56715" y="82687"/>
                          </a:cubicBezTo>
                          <a:cubicBezTo>
                            <a:pt x="70431" y="80592"/>
                            <a:pt x="81289" y="67352"/>
                            <a:pt x="87290" y="53160"/>
                          </a:cubicBezTo>
                          <a:cubicBezTo>
                            <a:pt x="92434" y="41444"/>
                            <a:pt x="95101" y="27918"/>
                            <a:pt x="92052" y="15821"/>
                          </a:cubicBezTo>
                          <a:cubicBezTo>
                            <a:pt x="89671" y="6773"/>
                            <a:pt x="82337" y="-1705"/>
                            <a:pt x="73860" y="296"/>
                          </a:cubicBezTo>
                          <a:cubicBezTo>
                            <a:pt x="68621" y="1534"/>
                            <a:pt x="64716" y="6201"/>
                            <a:pt x="61001" y="10392"/>
                          </a:cubicBezTo>
                          <a:cubicBezTo>
                            <a:pt x="52048" y="20203"/>
                            <a:pt x="41665" y="28299"/>
                            <a:pt x="30235" y="34205"/>
                          </a:cubicBezTo>
                          <a:cubicBezTo>
                            <a:pt x="20615" y="39348"/>
                            <a:pt x="-1959" y="47063"/>
                            <a:pt x="137" y="61922"/>
                          </a:cubicBezTo>
                          <a:cubicBezTo>
                            <a:pt x="1851" y="75353"/>
                            <a:pt x="25759" y="77162"/>
                            <a:pt x="35474" y="7982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9" name="Forme libre : forme 13538">
                      <a:extLst>
                        <a:ext uri="{FF2B5EF4-FFF2-40B4-BE49-F238E27FC236}">
                          <a16:creationId xmlns:a16="http://schemas.microsoft.com/office/drawing/2014/main" id="{5AF73887-5AB5-48B6-9801-73D558AC6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1514" y="2728462"/>
                      <a:ext cx="19115" cy="30008"/>
                    </a:xfrm>
                    <a:custGeom>
                      <a:avLst/>
                      <a:gdLst>
                        <a:gd name="connsiteX0" fmla="*/ 8990 w 19115"/>
                        <a:gd name="connsiteY0" fmla="*/ 27120 h 30008"/>
                        <a:gd name="connsiteX1" fmla="*/ 13371 w 19115"/>
                        <a:gd name="connsiteY1" fmla="*/ 29882 h 30008"/>
                        <a:gd name="connsiteX2" fmla="*/ 18134 w 19115"/>
                        <a:gd name="connsiteY2" fmla="*/ 28358 h 30008"/>
                        <a:gd name="connsiteX3" fmla="*/ 19086 w 19115"/>
                        <a:gd name="connsiteY3" fmla="*/ 23501 h 30008"/>
                        <a:gd name="connsiteX4" fmla="*/ 17182 w 19115"/>
                        <a:gd name="connsiteY4" fmla="*/ 10737 h 30008"/>
                        <a:gd name="connsiteX5" fmla="*/ 15277 w 19115"/>
                        <a:gd name="connsiteY5" fmla="*/ 5879 h 30008"/>
                        <a:gd name="connsiteX6" fmla="*/ 36 w 19115"/>
                        <a:gd name="connsiteY6" fmla="*/ 6165 h 30008"/>
                        <a:gd name="connsiteX7" fmla="*/ 8990 w 19115"/>
                        <a:gd name="connsiteY7" fmla="*/ 27120 h 30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115" h="30008">
                          <a:moveTo>
                            <a:pt x="8990" y="27120"/>
                          </a:moveTo>
                          <a:cubicBezTo>
                            <a:pt x="10228" y="28358"/>
                            <a:pt x="11657" y="29501"/>
                            <a:pt x="13371" y="29882"/>
                          </a:cubicBezTo>
                          <a:cubicBezTo>
                            <a:pt x="15086" y="30263"/>
                            <a:pt x="17086" y="29787"/>
                            <a:pt x="18134" y="28358"/>
                          </a:cubicBezTo>
                          <a:cubicBezTo>
                            <a:pt x="19086" y="27025"/>
                            <a:pt x="19182" y="25120"/>
                            <a:pt x="19086" y="23501"/>
                          </a:cubicBezTo>
                          <a:cubicBezTo>
                            <a:pt x="18896" y="19119"/>
                            <a:pt x="18325" y="14833"/>
                            <a:pt x="17182" y="10737"/>
                          </a:cubicBezTo>
                          <a:cubicBezTo>
                            <a:pt x="16705" y="9022"/>
                            <a:pt x="16229" y="7308"/>
                            <a:pt x="15277" y="5879"/>
                          </a:cubicBezTo>
                          <a:cubicBezTo>
                            <a:pt x="11276" y="-217"/>
                            <a:pt x="703" y="-3646"/>
                            <a:pt x="36" y="6165"/>
                          </a:cubicBezTo>
                          <a:cubicBezTo>
                            <a:pt x="-440" y="13690"/>
                            <a:pt x="3846" y="22262"/>
                            <a:pt x="8990" y="2712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0" name="Forme libre : forme 13539">
                      <a:extLst>
                        <a:ext uri="{FF2B5EF4-FFF2-40B4-BE49-F238E27FC236}">
                          <a16:creationId xmlns:a16="http://schemas.microsoft.com/office/drawing/2014/main" id="{F6C1640C-B19F-4256-8C6E-FF3F8E5523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2130" y="2655189"/>
                      <a:ext cx="39147" cy="50196"/>
                    </a:xfrm>
                    <a:custGeom>
                      <a:avLst/>
                      <a:gdLst>
                        <a:gd name="connsiteX0" fmla="*/ 0 w 39147"/>
                        <a:gd name="connsiteY0" fmla="*/ 0 h 50196"/>
                        <a:gd name="connsiteX1" fmla="*/ 18288 w 39147"/>
                        <a:gd name="connsiteY1" fmla="*/ 7239 h 50196"/>
                        <a:gd name="connsiteX2" fmla="*/ 39148 w 39147"/>
                        <a:gd name="connsiteY2" fmla="*/ 50197 h 50196"/>
                        <a:gd name="connsiteX3" fmla="*/ 32671 w 39147"/>
                        <a:gd name="connsiteY3" fmla="*/ 30004 h 50196"/>
                        <a:gd name="connsiteX4" fmla="*/ 0 w 39147"/>
                        <a:gd name="connsiteY4" fmla="*/ 0 h 50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47" h="50196">
                          <a:moveTo>
                            <a:pt x="0" y="0"/>
                          </a:moveTo>
                          <a:cubicBezTo>
                            <a:pt x="0" y="0"/>
                            <a:pt x="8858" y="667"/>
                            <a:pt x="18288" y="7239"/>
                          </a:cubicBezTo>
                          <a:cubicBezTo>
                            <a:pt x="27717" y="13811"/>
                            <a:pt x="37719" y="26479"/>
                            <a:pt x="39148" y="50197"/>
                          </a:cubicBezTo>
                          <a:cubicBezTo>
                            <a:pt x="39148" y="50197"/>
                            <a:pt x="38195" y="40957"/>
                            <a:pt x="32671" y="30004"/>
                          </a:cubicBezTo>
                          <a:cubicBezTo>
                            <a:pt x="27241" y="19145"/>
                            <a:pt x="17145" y="647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1" name="Forme libre : forme 13540">
                      <a:extLst>
                        <a:ext uri="{FF2B5EF4-FFF2-40B4-BE49-F238E27FC236}">
                          <a16:creationId xmlns:a16="http://schemas.microsoft.com/office/drawing/2014/main" id="{6799094F-647F-4201-B86D-B978D8F072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6349" y="2735294"/>
                      <a:ext cx="32440" cy="55721"/>
                    </a:xfrm>
                    <a:custGeom>
                      <a:avLst/>
                      <a:gdLst>
                        <a:gd name="connsiteX0" fmla="*/ 627 w 32440"/>
                        <a:gd name="connsiteY0" fmla="*/ 0 h 55721"/>
                        <a:gd name="connsiteX1" fmla="*/ 1770 w 32440"/>
                        <a:gd name="connsiteY1" fmla="*/ 22003 h 55721"/>
                        <a:gd name="connsiteX2" fmla="*/ 32441 w 32440"/>
                        <a:gd name="connsiteY2" fmla="*/ 55721 h 55721"/>
                        <a:gd name="connsiteX3" fmla="*/ 15867 w 32440"/>
                        <a:gd name="connsiteY3" fmla="*/ 42005 h 55721"/>
                        <a:gd name="connsiteX4" fmla="*/ 627 w 32440"/>
                        <a:gd name="connsiteY4" fmla="*/ 0 h 557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440" h="55721">
                          <a:moveTo>
                            <a:pt x="627" y="0"/>
                          </a:moveTo>
                          <a:cubicBezTo>
                            <a:pt x="627" y="0"/>
                            <a:pt x="-1373" y="10001"/>
                            <a:pt x="1770" y="22003"/>
                          </a:cubicBezTo>
                          <a:cubicBezTo>
                            <a:pt x="4628" y="33909"/>
                            <a:pt x="12534" y="47911"/>
                            <a:pt x="32441" y="55721"/>
                          </a:cubicBezTo>
                          <a:cubicBezTo>
                            <a:pt x="32441" y="55721"/>
                            <a:pt x="24059" y="51244"/>
                            <a:pt x="15867" y="42005"/>
                          </a:cubicBezTo>
                          <a:cubicBezTo>
                            <a:pt x="7676" y="32671"/>
                            <a:pt x="-135" y="18859"/>
                            <a:pt x="62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2" name="Forme libre : forme 13541">
                      <a:extLst>
                        <a:ext uri="{FF2B5EF4-FFF2-40B4-BE49-F238E27FC236}">
                          <a16:creationId xmlns:a16="http://schemas.microsoft.com/office/drawing/2014/main" id="{98F1BF70-3C07-4C72-B6A7-8BED8EA1B7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5232" y="2693255"/>
                      <a:ext cx="17979" cy="24412"/>
                    </a:xfrm>
                    <a:custGeom>
                      <a:avLst/>
                      <a:gdLst>
                        <a:gd name="connsiteX0" fmla="*/ 15276 w 17979"/>
                        <a:gd name="connsiteY0" fmla="*/ 605 h 24412"/>
                        <a:gd name="connsiteX1" fmla="*/ 15467 w 17979"/>
                        <a:gd name="connsiteY1" fmla="*/ 16131 h 24412"/>
                        <a:gd name="connsiteX2" fmla="*/ 2608 w 17979"/>
                        <a:gd name="connsiteY2" fmla="*/ 23751 h 24412"/>
                        <a:gd name="connsiteX3" fmla="*/ 2608 w 17979"/>
                        <a:gd name="connsiteY3" fmla="*/ 8416 h 24412"/>
                        <a:gd name="connsiteX4" fmla="*/ 15276 w 17979"/>
                        <a:gd name="connsiteY4" fmla="*/ 605 h 24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79" h="24412">
                          <a:moveTo>
                            <a:pt x="15276" y="605"/>
                          </a:moveTo>
                          <a:cubicBezTo>
                            <a:pt x="18800" y="2701"/>
                            <a:pt x="18895" y="9654"/>
                            <a:pt x="15467" y="16131"/>
                          </a:cubicBezTo>
                          <a:cubicBezTo>
                            <a:pt x="11847" y="22513"/>
                            <a:pt x="6132" y="25942"/>
                            <a:pt x="2608" y="23751"/>
                          </a:cubicBezTo>
                          <a:cubicBezTo>
                            <a:pt x="-917" y="21560"/>
                            <a:pt x="-821" y="14702"/>
                            <a:pt x="2608" y="8416"/>
                          </a:cubicBezTo>
                          <a:cubicBezTo>
                            <a:pt x="6037" y="2034"/>
                            <a:pt x="11656" y="-1490"/>
                            <a:pt x="15276" y="60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3" name="Forme libre : forme 13542">
                      <a:extLst>
                        <a:ext uri="{FF2B5EF4-FFF2-40B4-BE49-F238E27FC236}">
                          <a16:creationId xmlns:a16="http://schemas.microsoft.com/office/drawing/2014/main" id="{334D1ABE-8186-4780-9118-35409175A7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5291" y="2689821"/>
                      <a:ext cx="6623" cy="7057"/>
                    </a:xfrm>
                    <a:custGeom>
                      <a:avLst/>
                      <a:gdLst>
                        <a:gd name="connsiteX0" fmla="*/ 3978 w 6623"/>
                        <a:gd name="connsiteY0" fmla="*/ 39 h 7057"/>
                        <a:gd name="connsiteX1" fmla="*/ 6550 w 6623"/>
                        <a:gd name="connsiteY1" fmla="*/ 4134 h 7057"/>
                        <a:gd name="connsiteX2" fmla="*/ 2645 w 6623"/>
                        <a:gd name="connsiteY2" fmla="*/ 6992 h 7057"/>
                        <a:gd name="connsiteX3" fmla="*/ 73 w 6623"/>
                        <a:gd name="connsiteY3" fmla="*/ 2896 h 7057"/>
                        <a:gd name="connsiteX4" fmla="*/ 3978 w 6623"/>
                        <a:gd name="connsiteY4" fmla="*/ 39 h 70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23" h="7057">
                          <a:moveTo>
                            <a:pt x="3978" y="39"/>
                          </a:moveTo>
                          <a:cubicBezTo>
                            <a:pt x="5788" y="324"/>
                            <a:pt x="6931" y="2134"/>
                            <a:pt x="6550" y="4134"/>
                          </a:cubicBezTo>
                          <a:cubicBezTo>
                            <a:pt x="6169" y="6039"/>
                            <a:pt x="4454" y="7373"/>
                            <a:pt x="2645" y="6992"/>
                          </a:cubicBezTo>
                          <a:cubicBezTo>
                            <a:pt x="835" y="6706"/>
                            <a:pt x="-308" y="4801"/>
                            <a:pt x="73" y="2896"/>
                          </a:cubicBezTo>
                          <a:cubicBezTo>
                            <a:pt x="454" y="1087"/>
                            <a:pt x="2169" y="-247"/>
                            <a:pt x="3978" y="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4" name="Forme libre : forme 13543">
                      <a:extLst>
                        <a:ext uri="{FF2B5EF4-FFF2-40B4-BE49-F238E27FC236}">
                          <a16:creationId xmlns:a16="http://schemas.microsoft.com/office/drawing/2014/main" id="{F9205260-54EA-47F2-84A2-553543918D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30322" y="2658604"/>
                      <a:ext cx="65520" cy="52580"/>
                    </a:xfrm>
                    <a:custGeom>
                      <a:avLst/>
                      <a:gdLst>
                        <a:gd name="connsiteX0" fmla="*/ 27992 w 65520"/>
                        <a:gd name="connsiteY0" fmla="*/ 2014 h 52580"/>
                        <a:gd name="connsiteX1" fmla="*/ 57425 w 65520"/>
                        <a:gd name="connsiteY1" fmla="*/ 1347 h 52580"/>
                        <a:gd name="connsiteX2" fmla="*/ 65521 w 65520"/>
                        <a:gd name="connsiteY2" fmla="*/ 7729 h 52580"/>
                        <a:gd name="connsiteX3" fmla="*/ 58663 w 65520"/>
                        <a:gd name="connsiteY3" fmla="*/ 14492 h 52580"/>
                        <a:gd name="connsiteX4" fmla="*/ 29707 w 65520"/>
                        <a:gd name="connsiteY4" fmla="*/ 25445 h 52580"/>
                        <a:gd name="connsiteX5" fmla="*/ 3132 w 65520"/>
                        <a:gd name="connsiteY5" fmla="*/ 51258 h 52580"/>
                        <a:gd name="connsiteX6" fmla="*/ 9228 w 65520"/>
                        <a:gd name="connsiteY6" fmla="*/ 14206 h 52580"/>
                        <a:gd name="connsiteX7" fmla="*/ 27992 w 65520"/>
                        <a:gd name="connsiteY7" fmla="*/ 2014 h 52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5520" h="52580">
                          <a:moveTo>
                            <a:pt x="27992" y="2014"/>
                          </a:moveTo>
                          <a:cubicBezTo>
                            <a:pt x="37517" y="-748"/>
                            <a:pt x="47709" y="-367"/>
                            <a:pt x="57425" y="1347"/>
                          </a:cubicBezTo>
                          <a:cubicBezTo>
                            <a:pt x="61044" y="1919"/>
                            <a:pt x="65425" y="3728"/>
                            <a:pt x="65521" y="7729"/>
                          </a:cubicBezTo>
                          <a:cubicBezTo>
                            <a:pt x="65521" y="11348"/>
                            <a:pt x="61901" y="13539"/>
                            <a:pt x="58663" y="14492"/>
                          </a:cubicBezTo>
                          <a:cubicBezTo>
                            <a:pt x="48757" y="17730"/>
                            <a:pt x="37517" y="18397"/>
                            <a:pt x="29707" y="25445"/>
                          </a:cubicBezTo>
                          <a:cubicBezTo>
                            <a:pt x="24849" y="29922"/>
                            <a:pt x="11228" y="59069"/>
                            <a:pt x="3132" y="51258"/>
                          </a:cubicBezTo>
                          <a:cubicBezTo>
                            <a:pt x="-4774" y="43543"/>
                            <a:pt x="4180" y="20778"/>
                            <a:pt x="9228" y="14206"/>
                          </a:cubicBezTo>
                          <a:cubicBezTo>
                            <a:pt x="13991" y="8300"/>
                            <a:pt x="20848" y="4109"/>
                            <a:pt x="27992" y="201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21" name="Graphique 1">
                    <a:extLst>
                      <a:ext uri="{FF2B5EF4-FFF2-40B4-BE49-F238E27FC236}">
                        <a16:creationId xmlns:a16="http://schemas.microsoft.com/office/drawing/2014/main" id="{178BDCC9-EE84-471B-B460-7340AD399391}"/>
                      </a:ext>
                    </a:extLst>
                  </p:cNvPr>
                  <p:cNvGrpSpPr/>
                  <p:nvPr/>
                </p:nvGrpSpPr>
                <p:grpSpPr>
                  <a:xfrm>
                    <a:off x="7034001" y="2495767"/>
                    <a:ext cx="125536" cy="155865"/>
                    <a:chOff x="7034001" y="2495767"/>
                    <a:chExt cx="125536" cy="155865"/>
                  </a:xfrm>
                  <a:solidFill>
                    <a:schemeClr val="accent1"/>
                  </a:solidFill>
                </p:grpSpPr>
                <p:sp>
                  <p:nvSpPr>
                    <p:cNvPr id="13521" name="Forme libre : forme 13520">
                      <a:extLst>
                        <a:ext uri="{FF2B5EF4-FFF2-40B4-BE49-F238E27FC236}">
                          <a16:creationId xmlns:a16="http://schemas.microsoft.com/office/drawing/2014/main" id="{FB00A6FD-5058-42CE-91CB-B16D4737D8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34001" y="2495767"/>
                      <a:ext cx="125536" cy="155775"/>
                    </a:xfrm>
                    <a:custGeom>
                      <a:avLst/>
                      <a:gdLst>
                        <a:gd name="connsiteX0" fmla="*/ 125374 w 125536"/>
                        <a:gd name="connsiteY0" fmla="*/ 54361 h 155775"/>
                        <a:gd name="connsiteX1" fmla="*/ 123850 w 125536"/>
                        <a:gd name="connsiteY1" fmla="*/ 80555 h 155775"/>
                        <a:gd name="connsiteX2" fmla="*/ 122707 w 125536"/>
                        <a:gd name="connsiteY2" fmla="*/ 108653 h 155775"/>
                        <a:gd name="connsiteX3" fmla="*/ 106610 w 125536"/>
                        <a:gd name="connsiteY3" fmla="*/ 144753 h 155775"/>
                        <a:gd name="connsiteX4" fmla="*/ 73653 w 125536"/>
                        <a:gd name="connsiteY4" fmla="*/ 155421 h 155775"/>
                        <a:gd name="connsiteX5" fmla="*/ 40221 w 125536"/>
                        <a:gd name="connsiteY5" fmla="*/ 151040 h 155775"/>
                        <a:gd name="connsiteX6" fmla="*/ 25 w 125536"/>
                        <a:gd name="connsiteY6" fmla="*/ 103033 h 155775"/>
                        <a:gd name="connsiteX7" fmla="*/ 978 w 125536"/>
                        <a:gd name="connsiteY7" fmla="*/ 75221 h 155775"/>
                        <a:gd name="connsiteX8" fmla="*/ 2502 w 125536"/>
                        <a:gd name="connsiteY8" fmla="*/ 45598 h 155775"/>
                        <a:gd name="connsiteX9" fmla="*/ 18790 w 125536"/>
                        <a:gd name="connsiteY9" fmla="*/ 11022 h 155775"/>
                        <a:gd name="connsiteX10" fmla="*/ 51841 w 125536"/>
                        <a:gd name="connsiteY10" fmla="*/ 354 h 155775"/>
                        <a:gd name="connsiteX11" fmla="*/ 85559 w 125536"/>
                        <a:gd name="connsiteY11" fmla="*/ 4831 h 155775"/>
                        <a:gd name="connsiteX12" fmla="*/ 115373 w 125536"/>
                        <a:gd name="connsiteY12" fmla="*/ 21976 h 155775"/>
                        <a:gd name="connsiteX13" fmla="*/ 125374 w 125536"/>
                        <a:gd name="connsiteY13" fmla="*/ 54361 h 155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25536" h="155775">
                          <a:moveTo>
                            <a:pt x="125374" y="54361"/>
                          </a:moveTo>
                          <a:lnTo>
                            <a:pt x="123850" y="80555"/>
                          </a:lnTo>
                          <a:lnTo>
                            <a:pt x="122707" y="108653"/>
                          </a:lnTo>
                          <a:cubicBezTo>
                            <a:pt x="121945" y="123989"/>
                            <a:pt x="115563" y="136371"/>
                            <a:pt x="106610" y="144753"/>
                          </a:cubicBezTo>
                          <a:cubicBezTo>
                            <a:pt x="97466" y="153040"/>
                            <a:pt x="85750" y="157040"/>
                            <a:pt x="73653" y="155421"/>
                          </a:cubicBezTo>
                          <a:lnTo>
                            <a:pt x="40221" y="151040"/>
                          </a:lnTo>
                          <a:cubicBezTo>
                            <a:pt x="15932" y="147801"/>
                            <a:pt x="-737" y="124750"/>
                            <a:pt x="25" y="103033"/>
                          </a:cubicBezTo>
                          <a:lnTo>
                            <a:pt x="978" y="75221"/>
                          </a:lnTo>
                          <a:lnTo>
                            <a:pt x="2502" y="45598"/>
                          </a:lnTo>
                          <a:cubicBezTo>
                            <a:pt x="3645" y="31596"/>
                            <a:pt x="9550" y="19309"/>
                            <a:pt x="18790" y="11022"/>
                          </a:cubicBezTo>
                          <a:cubicBezTo>
                            <a:pt x="27838" y="2735"/>
                            <a:pt x="39554" y="-1265"/>
                            <a:pt x="51841" y="354"/>
                          </a:cubicBezTo>
                          <a:lnTo>
                            <a:pt x="85559" y="4831"/>
                          </a:lnTo>
                          <a:cubicBezTo>
                            <a:pt x="97656" y="6450"/>
                            <a:pt x="108229" y="13022"/>
                            <a:pt x="115373" y="21976"/>
                          </a:cubicBezTo>
                          <a:cubicBezTo>
                            <a:pt x="122326" y="30834"/>
                            <a:pt x="126422" y="42264"/>
                            <a:pt x="125374" y="5436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2" name="Forme libre : forme 13521">
                      <a:extLst>
                        <a:ext uri="{FF2B5EF4-FFF2-40B4-BE49-F238E27FC236}">
                          <a16:creationId xmlns:a16="http://schemas.microsoft.com/office/drawing/2014/main" id="{FA44942C-BD76-4E09-B42C-39A70ADA37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93176" y="2500502"/>
                      <a:ext cx="66361" cy="151129"/>
                    </a:xfrm>
                    <a:custGeom>
                      <a:avLst/>
                      <a:gdLst>
                        <a:gd name="connsiteX0" fmla="*/ 23622 w 66361"/>
                        <a:gd name="connsiteY0" fmla="*/ 91821 h 151129"/>
                        <a:gd name="connsiteX1" fmla="*/ 20574 w 66361"/>
                        <a:gd name="connsiteY1" fmla="*/ 125540 h 151129"/>
                        <a:gd name="connsiteX2" fmla="*/ 0 w 66361"/>
                        <a:gd name="connsiteY2" fmla="*/ 148876 h 151129"/>
                        <a:gd name="connsiteX3" fmla="*/ 14478 w 66361"/>
                        <a:gd name="connsiteY3" fmla="*/ 150781 h 151129"/>
                        <a:gd name="connsiteX4" fmla="*/ 47434 w 66361"/>
                        <a:gd name="connsiteY4" fmla="*/ 140113 h 151129"/>
                        <a:gd name="connsiteX5" fmla="*/ 63532 w 66361"/>
                        <a:gd name="connsiteY5" fmla="*/ 104013 h 151129"/>
                        <a:gd name="connsiteX6" fmla="*/ 64675 w 66361"/>
                        <a:gd name="connsiteY6" fmla="*/ 75914 h 151129"/>
                        <a:gd name="connsiteX7" fmla="*/ 66199 w 66361"/>
                        <a:gd name="connsiteY7" fmla="*/ 49721 h 151129"/>
                        <a:gd name="connsiteX8" fmla="*/ 56197 w 66361"/>
                        <a:gd name="connsiteY8" fmla="*/ 17336 h 151129"/>
                        <a:gd name="connsiteX9" fmla="*/ 26384 w 66361"/>
                        <a:gd name="connsiteY9" fmla="*/ 191 h 151129"/>
                        <a:gd name="connsiteX10" fmla="*/ 25336 w 66361"/>
                        <a:gd name="connsiteY10" fmla="*/ 0 h 151129"/>
                        <a:gd name="connsiteX11" fmla="*/ 23336 w 66361"/>
                        <a:gd name="connsiteY11" fmla="*/ 23051 h 151129"/>
                        <a:gd name="connsiteX12" fmla="*/ 21241 w 66361"/>
                        <a:gd name="connsiteY12" fmla="*/ 45815 h 151129"/>
                        <a:gd name="connsiteX13" fmla="*/ 23622 w 66361"/>
                        <a:gd name="connsiteY13" fmla="*/ 91821 h 151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66361" h="151129">
                          <a:moveTo>
                            <a:pt x="23622" y="91821"/>
                          </a:moveTo>
                          <a:cubicBezTo>
                            <a:pt x="26003" y="103346"/>
                            <a:pt x="24765" y="115634"/>
                            <a:pt x="20574" y="125540"/>
                          </a:cubicBezTo>
                          <a:cubicBezTo>
                            <a:pt x="16383" y="135636"/>
                            <a:pt x="9239" y="143828"/>
                            <a:pt x="0" y="148876"/>
                          </a:cubicBezTo>
                          <a:lnTo>
                            <a:pt x="14478" y="150781"/>
                          </a:lnTo>
                          <a:cubicBezTo>
                            <a:pt x="26575" y="152400"/>
                            <a:pt x="38290" y="148304"/>
                            <a:pt x="47434" y="140113"/>
                          </a:cubicBezTo>
                          <a:cubicBezTo>
                            <a:pt x="56388" y="131826"/>
                            <a:pt x="62865" y="119348"/>
                            <a:pt x="63532" y="104013"/>
                          </a:cubicBezTo>
                          <a:lnTo>
                            <a:pt x="64675" y="75914"/>
                          </a:lnTo>
                          <a:lnTo>
                            <a:pt x="66199" y="49721"/>
                          </a:lnTo>
                          <a:cubicBezTo>
                            <a:pt x="67246" y="37624"/>
                            <a:pt x="63151" y="26194"/>
                            <a:pt x="56197" y="17336"/>
                          </a:cubicBezTo>
                          <a:cubicBezTo>
                            <a:pt x="49053" y="8477"/>
                            <a:pt x="38576" y="1810"/>
                            <a:pt x="26384" y="191"/>
                          </a:cubicBezTo>
                          <a:lnTo>
                            <a:pt x="25336" y="0"/>
                          </a:lnTo>
                          <a:cubicBezTo>
                            <a:pt x="24955" y="7811"/>
                            <a:pt x="24289" y="15526"/>
                            <a:pt x="23336" y="23051"/>
                          </a:cubicBezTo>
                          <a:cubicBezTo>
                            <a:pt x="22670" y="30671"/>
                            <a:pt x="21907" y="38291"/>
                            <a:pt x="21241" y="45815"/>
                          </a:cubicBezTo>
                          <a:cubicBezTo>
                            <a:pt x="20193" y="61055"/>
                            <a:pt x="20098" y="76295"/>
                            <a:pt x="23622" y="91821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3" name="Forme libre : forme 13522">
                      <a:extLst>
                        <a:ext uri="{FF2B5EF4-FFF2-40B4-BE49-F238E27FC236}">
                          <a16:creationId xmlns:a16="http://schemas.microsoft.com/office/drawing/2014/main" id="{FE0AB450-93C3-48B6-919F-11DC0F6A90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6445" y="2529584"/>
                      <a:ext cx="46634" cy="68659"/>
                    </a:xfrm>
                    <a:custGeom>
                      <a:avLst/>
                      <a:gdLst>
                        <a:gd name="connsiteX0" fmla="*/ 25685 w 46634"/>
                        <a:gd name="connsiteY0" fmla="*/ 65 h 68659"/>
                        <a:gd name="connsiteX1" fmla="*/ 41305 w 46634"/>
                        <a:gd name="connsiteY1" fmla="*/ 11399 h 68659"/>
                        <a:gd name="connsiteX2" fmla="*/ 46544 w 46634"/>
                        <a:gd name="connsiteY2" fmla="*/ 35498 h 68659"/>
                        <a:gd name="connsiteX3" fmla="*/ 38734 w 46634"/>
                        <a:gd name="connsiteY3" fmla="*/ 59024 h 68659"/>
                        <a:gd name="connsiteX4" fmla="*/ 21874 w 46634"/>
                        <a:gd name="connsiteY4" fmla="*/ 68645 h 68659"/>
                        <a:gd name="connsiteX5" fmla="*/ 62 w 46634"/>
                        <a:gd name="connsiteY5" fmla="*/ 33116 h 68659"/>
                        <a:gd name="connsiteX6" fmla="*/ 8444 w 46634"/>
                        <a:gd name="connsiteY6" fmla="*/ 8828 h 68659"/>
                        <a:gd name="connsiteX7" fmla="*/ 25685 w 46634"/>
                        <a:gd name="connsiteY7" fmla="*/ 65 h 68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6634" h="68659">
                          <a:moveTo>
                            <a:pt x="25685" y="65"/>
                          </a:moveTo>
                          <a:cubicBezTo>
                            <a:pt x="32066" y="636"/>
                            <a:pt x="37591" y="5018"/>
                            <a:pt x="41305" y="11399"/>
                          </a:cubicBezTo>
                          <a:cubicBezTo>
                            <a:pt x="44925" y="17781"/>
                            <a:pt x="47116" y="26354"/>
                            <a:pt x="46544" y="35498"/>
                          </a:cubicBezTo>
                          <a:cubicBezTo>
                            <a:pt x="45878" y="44737"/>
                            <a:pt x="43210" y="53024"/>
                            <a:pt x="38734" y="59024"/>
                          </a:cubicBezTo>
                          <a:cubicBezTo>
                            <a:pt x="34352" y="64930"/>
                            <a:pt x="28351" y="68931"/>
                            <a:pt x="21874" y="68645"/>
                          </a:cubicBezTo>
                          <a:cubicBezTo>
                            <a:pt x="9206" y="68264"/>
                            <a:pt x="-891" y="52548"/>
                            <a:pt x="62" y="33116"/>
                          </a:cubicBezTo>
                          <a:cubicBezTo>
                            <a:pt x="634" y="23401"/>
                            <a:pt x="3682" y="14829"/>
                            <a:pt x="8444" y="8828"/>
                          </a:cubicBezTo>
                          <a:cubicBezTo>
                            <a:pt x="13207" y="2732"/>
                            <a:pt x="19302" y="-507"/>
                            <a:pt x="25685" y="65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4" name="Forme libre : forme 13523">
                      <a:extLst>
                        <a:ext uri="{FF2B5EF4-FFF2-40B4-BE49-F238E27FC236}">
                          <a16:creationId xmlns:a16="http://schemas.microsoft.com/office/drawing/2014/main" id="{AC7F6298-33CD-4F46-AF91-48AA857EE7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9650" y="2549842"/>
                      <a:ext cx="43410" cy="48305"/>
                    </a:xfrm>
                    <a:custGeom>
                      <a:avLst/>
                      <a:gdLst>
                        <a:gd name="connsiteX0" fmla="*/ 0 w 43410"/>
                        <a:gd name="connsiteY0" fmla="*/ 32480 h 48305"/>
                        <a:gd name="connsiteX1" fmla="*/ 18669 w 43410"/>
                        <a:gd name="connsiteY1" fmla="*/ 48292 h 48305"/>
                        <a:gd name="connsiteX2" fmla="*/ 35529 w 43410"/>
                        <a:gd name="connsiteY2" fmla="*/ 38671 h 48305"/>
                        <a:gd name="connsiteX3" fmla="*/ 43339 w 43410"/>
                        <a:gd name="connsiteY3" fmla="*/ 15145 h 48305"/>
                        <a:gd name="connsiteX4" fmla="*/ 41720 w 43410"/>
                        <a:gd name="connsiteY4" fmla="*/ 0 h 48305"/>
                        <a:gd name="connsiteX5" fmla="*/ 39624 w 43410"/>
                        <a:gd name="connsiteY5" fmla="*/ 8191 h 48305"/>
                        <a:gd name="connsiteX6" fmla="*/ 0 w 43410"/>
                        <a:gd name="connsiteY6" fmla="*/ 32480 h 48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410" h="48305">
                          <a:moveTo>
                            <a:pt x="0" y="32480"/>
                          </a:moveTo>
                          <a:cubicBezTo>
                            <a:pt x="3906" y="42005"/>
                            <a:pt x="10669" y="48006"/>
                            <a:pt x="18669" y="48292"/>
                          </a:cubicBezTo>
                          <a:cubicBezTo>
                            <a:pt x="25051" y="48577"/>
                            <a:pt x="31052" y="44577"/>
                            <a:pt x="35529" y="38671"/>
                          </a:cubicBezTo>
                          <a:cubicBezTo>
                            <a:pt x="40005" y="32671"/>
                            <a:pt x="42672" y="24384"/>
                            <a:pt x="43339" y="15145"/>
                          </a:cubicBezTo>
                          <a:cubicBezTo>
                            <a:pt x="43625" y="9715"/>
                            <a:pt x="43053" y="4572"/>
                            <a:pt x="41720" y="0"/>
                          </a:cubicBezTo>
                          <a:cubicBezTo>
                            <a:pt x="41434" y="2762"/>
                            <a:pt x="40767" y="5524"/>
                            <a:pt x="39624" y="8191"/>
                          </a:cubicBezTo>
                          <a:cubicBezTo>
                            <a:pt x="31528" y="22574"/>
                            <a:pt x="15621" y="34195"/>
                            <a:pt x="0" y="3248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5" name="Forme libre : forme 13524">
                      <a:extLst>
                        <a:ext uri="{FF2B5EF4-FFF2-40B4-BE49-F238E27FC236}">
                          <a16:creationId xmlns:a16="http://schemas.microsoft.com/office/drawing/2014/main" id="{99988B7E-4A7C-4B3E-B4AA-9D04E42157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1754" y="2526612"/>
                      <a:ext cx="46627" cy="68285"/>
                    </a:xfrm>
                    <a:custGeom>
                      <a:avLst/>
                      <a:gdLst>
                        <a:gd name="connsiteX0" fmla="*/ 25805 w 46627"/>
                        <a:gd name="connsiteY0" fmla="*/ 84 h 68285"/>
                        <a:gd name="connsiteX1" fmla="*/ 46569 w 46627"/>
                        <a:gd name="connsiteY1" fmla="*/ 35422 h 68285"/>
                        <a:gd name="connsiteX2" fmla="*/ 21899 w 46627"/>
                        <a:gd name="connsiteY2" fmla="*/ 68283 h 68285"/>
                        <a:gd name="connsiteX3" fmla="*/ 87 w 46627"/>
                        <a:gd name="connsiteY3" fmla="*/ 32850 h 68285"/>
                        <a:gd name="connsiteX4" fmla="*/ 25805 w 46627"/>
                        <a:gd name="connsiteY4" fmla="*/ 84 h 68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627" h="68285">
                          <a:moveTo>
                            <a:pt x="25805" y="84"/>
                          </a:moveTo>
                          <a:cubicBezTo>
                            <a:pt x="38758" y="1418"/>
                            <a:pt x="47426" y="17039"/>
                            <a:pt x="46569" y="35422"/>
                          </a:cubicBezTo>
                          <a:cubicBezTo>
                            <a:pt x="45426" y="53710"/>
                            <a:pt x="34853" y="68474"/>
                            <a:pt x="21899" y="68283"/>
                          </a:cubicBezTo>
                          <a:cubicBezTo>
                            <a:pt x="9231" y="67997"/>
                            <a:pt x="-1056" y="52186"/>
                            <a:pt x="87" y="32850"/>
                          </a:cubicBezTo>
                          <a:cubicBezTo>
                            <a:pt x="944" y="13419"/>
                            <a:pt x="13136" y="-1249"/>
                            <a:pt x="25805" y="8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6" name="Forme libre : forme 13525">
                      <a:extLst>
                        <a:ext uri="{FF2B5EF4-FFF2-40B4-BE49-F238E27FC236}">
                          <a16:creationId xmlns:a16="http://schemas.microsoft.com/office/drawing/2014/main" id="{8A89A1C7-CD28-46C4-ACCF-7D9E1AFDEE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0822" y="2544070"/>
                      <a:ext cx="87821" cy="84735"/>
                    </a:xfrm>
                    <a:custGeom>
                      <a:avLst/>
                      <a:gdLst>
                        <a:gd name="connsiteX0" fmla="*/ 38545 w 87821"/>
                        <a:gd name="connsiteY0" fmla="*/ 83687 h 84735"/>
                        <a:gd name="connsiteX1" fmla="*/ 60167 w 87821"/>
                        <a:gd name="connsiteY1" fmla="*/ 83401 h 84735"/>
                        <a:gd name="connsiteX2" fmla="*/ 76741 w 87821"/>
                        <a:gd name="connsiteY2" fmla="*/ 69875 h 84735"/>
                        <a:gd name="connsiteX3" fmla="*/ 82170 w 87821"/>
                        <a:gd name="connsiteY3" fmla="*/ 59017 h 84735"/>
                        <a:gd name="connsiteX4" fmla="*/ 85694 w 87821"/>
                        <a:gd name="connsiteY4" fmla="*/ 47587 h 84735"/>
                        <a:gd name="connsiteX5" fmla="*/ 84361 w 87821"/>
                        <a:gd name="connsiteY5" fmla="*/ 13106 h 84735"/>
                        <a:gd name="connsiteX6" fmla="*/ 64263 w 87821"/>
                        <a:gd name="connsiteY6" fmla="*/ 533 h 84735"/>
                        <a:gd name="connsiteX7" fmla="*/ 52548 w 87821"/>
                        <a:gd name="connsiteY7" fmla="*/ 11487 h 84735"/>
                        <a:gd name="connsiteX8" fmla="*/ 25592 w 87821"/>
                        <a:gd name="connsiteY8" fmla="*/ 39490 h 84735"/>
                        <a:gd name="connsiteX9" fmla="*/ 8161 w 87821"/>
                        <a:gd name="connsiteY9" fmla="*/ 53206 h 84735"/>
                        <a:gd name="connsiteX10" fmla="*/ 636 w 87821"/>
                        <a:gd name="connsiteY10" fmla="*/ 71304 h 84735"/>
                        <a:gd name="connsiteX11" fmla="*/ 38545 w 87821"/>
                        <a:gd name="connsiteY11" fmla="*/ 83687 h 84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87821" h="84735">
                          <a:moveTo>
                            <a:pt x="38545" y="83687"/>
                          </a:moveTo>
                          <a:cubicBezTo>
                            <a:pt x="45785" y="84639"/>
                            <a:pt x="53119" y="85591"/>
                            <a:pt x="60167" y="83401"/>
                          </a:cubicBezTo>
                          <a:cubicBezTo>
                            <a:pt x="66930" y="81305"/>
                            <a:pt x="72360" y="76352"/>
                            <a:pt x="76741" y="69875"/>
                          </a:cubicBezTo>
                          <a:cubicBezTo>
                            <a:pt x="78932" y="66732"/>
                            <a:pt x="80741" y="63017"/>
                            <a:pt x="82170" y="59017"/>
                          </a:cubicBezTo>
                          <a:cubicBezTo>
                            <a:pt x="83694" y="55112"/>
                            <a:pt x="84837" y="50730"/>
                            <a:pt x="85694" y="47587"/>
                          </a:cubicBezTo>
                          <a:cubicBezTo>
                            <a:pt x="88457" y="36157"/>
                            <a:pt x="89028" y="23679"/>
                            <a:pt x="84361" y="13106"/>
                          </a:cubicBezTo>
                          <a:cubicBezTo>
                            <a:pt x="80741" y="5105"/>
                            <a:pt x="72550" y="-2038"/>
                            <a:pt x="64263" y="533"/>
                          </a:cubicBezTo>
                          <a:cubicBezTo>
                            <a:pt x="59120" y="2153"/>
                            <a:pt x="55786" y="7105"/>
                            <a:pt x="52548" y="11487"/>
                          </a:cubicBezTo>
                          <a:cubicBezTo>
                            <a:pt x="44832" y="21964"/>
                            <a:pt x="35688" y="31489"/>
                            <a:pt x="25592" y="39490"/>
                          </a:cubicBezTo>
                          <a:cubicBezTo>
                            <a:pt x="21210" y="42729"/>
                            <a:pt x="13876" y="48158"/>
                            <a:pt x="8161" y="53206"/>
                          </a:cubicBezTo>
                          <a:cubicBezTo>
                            <a:pt x="2541" y="58445"/>
                            <a:pt x="-1650" y="64351"/>
                            <a:pt x="636" y="71304"/>
                          </a:cubicBezTo>
                          <a:cubicBezTo>
                            <a:pt x="4446" y="83972"/>
                            <a:pt x="28449" y="82448"/>
                            <a:pt x="38545" y="8368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7" name="Forme libre : forme 13526">
                      <a:extLst>
                        <a:ext uri="{FF2B5EF4-FFF2-40B4-BE49-F238E27FC236}">
                          <a16:creationId xmlns:a16="http://schemas.microsoft.com/office/drawing/2014/main" id="{2EBFD635-0A4F-47AB-AB03-E57A1D087E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1865" y="2583852"/>
                      <a:ext cx="22679" cy="28005"/>
                    </a:xfrm>
                    <a:custGeom>
                      <a:avLst/>
                      <a:gdLst>
                        <a:gd name="connsiteX0" fmla="*/ 12833 w 22679"/>
                        <a:gd name="connsiteY0" fmla="*/ 26092 h 28005"/>
                        <a:gd name="connsiteX1" fmla="*/ 17691 w 22679"/>
                        <a:gd name="connsiteY1" fmla="*/ 27997 h 28005"/>
                        <a:gd name="connsiteX2" fmla="*/ 22167 w 22679"/>
                        <a:gd name="connsiteY2" fmla="*/ 25711 h 28005"/>
                        <a:gd name="connsiteX3" fmla="*/ 22262 w 22679"/>
                        <a:gd name="connsiteY3" fmla="*/ 20853 h 28005"/>
                        <a:gd name="connsiteX4" fmla="*/ 17976 w 22679"/>
                        <a:gd name="connsiteY4" fmla="*/ 8852 h 28005"/>
                        <a:gd name="connsiteX5" fmla="*/ 15214 w 22679"/>
                        <a:gd name="connsiteY5" fmla="*/ 4280 h 28005"/>
                        <a:gd name="connsiteX6" fmla="*/ 69 w 22679"/>
                        <a:gd name="connsiteY6" fmla="*/ 7614 h 28005"/>
                        <a:gd name="connsiteX7" fmla="*/ 12833 w 22679"/>
                        <a:gd name="connsiteY7" fmla="*/ 26092 h 28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679" h="28005">
                          <a:moveTo>
                            <a:pt x="12833" y="26092"/>
                          </a:moveTo>
                          <a:cubicBezTo>
                            <a:pt x="14261" y="27045"/>
                            <a:pt x="15881" y="27902"/>
                            <a:pt x="17691" y="27997"/>
                          </a:cubicBezTo>
                          <a:cubicBezTo>
                            <a:pt x="19405" y="28093"/>
                            <a:pt x="21310" y="27331"/>
                            <a:pt x="22167" y="25711"/>
                          </a:cubicBezTo>
                          <a:cubicBezTo>
                            <a:pt x="22929" y="24187"/>
                            <a:pt x="22739" y="22377"/>
                            <a:pt x="22262" y="20853"/>
                          </a:cubicBezTo>
                          <a:cubicBezTo>
                            <a:pt x="21215" y="16662"/>
                            <a:pt x="19881" y="12757"/>
                            <a:pt x="17976" y="8852"/>
                          </a:cubicBezTo>
                          <a:cubicBezTo>
                            <a:pt x="17214" y="7233"/>
                            <a:pt x="16357" y="5613"/>
                            <a:pt x="15214" y="4280"/>
                          </a:cubicBezTo>
                          <a:cubicBezTo>
                            <a:pt x="10166" y="-1149"/>
                            <a:pt x="-979" y="-2768"/>
                            <a:pt x="69" y="7614"/>
                          </a:cubicBezTo>
                          <a:cubicBezTo>
                            <a:pt x="927" y="15138"/>
                            <a:pt x="7023" y="21996"/>
                            <a:pt x="12833" y="2609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8" name="Forme libre : forme 13527">
                      <a:extLst>
                        <a:ext uri="{FF2B5EF4-FFF2-40B4-BE49-F238E27FC236}">
                          <a16:creationId xmlns:a16="http://schemas.microsoft.com/office/drawing/2014/main" id="{AE723894-2222-4DD9-8932-30A634FAD7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14131" y="2504503"/>
                      <a:ext cx="42767" cy="44481"/>
                    </a:xfrm>
                    <a:custGeom>
                      <a:avLst/>
                      <a:gdLst>
                        <a:gd name="connsiteX0" fmla="*/ 0 w 42767"/>
                        <a:gd name="connsiteY0" fmla="*/ 0 h 44481"/>
                        <a:gd name="connsiteX1" fmla="*/ 18573 w 42767"/>
                        <a:gd name="connsiteY1" fmla="*/ 6763 h 44481"/>
                        <a:gd name="connsiteX2" fmla="*/ 42767 w 42767"/>
                        <a:gd name="connsiteY2" fmla="*/ 44482 h 44481"/>
                        <a:gd name="connsiteX3" fmla="*/ 34290 w 42767"/>
                        <a:gd name="connsiteY3" fmla="*/ 26956 h 44481"/>
                        <a:gd name="connsiteX4" fmla="*/ 0 w 42767"/>
                        <a:gd name="connsiteY4" fmla="*/ 0 h 4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767" h="44481">
                          <a:moveTo>
                            <a:pt x="0" y="0"/>
                          </a:moveTo>
                          <a:cubicBezTo>
                            <a:pt x="0" y="0"/>
                            <a:pt x="8858" y="762"/>
                            <a:pt x="18573" y="6763"/>
                          </a:cubicBezTo>
                          <a:cubicBezTo>
                            <a:pt x="28289" y="12763"/>
                            <a:pt x="38671" y="23813"/>
                            <a:pt x="42767" y="44482"/>
                          </a:cubicBezTo>
                          <a:cubicBezTo>
                            <a:pt x="42767" y="44482"/>
                            <a:pt x="40767" y="36481"/>
                            <a:pt x="34290" y="26956"/>
                          </a:cubicBezTo>
                          <a:cubicBezTo>
                            <a:pt x="27813" y="17431"/>
                            <a:pt x="17526" y="6382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9" name="Forme libre : forme 13528">
                      <a:extLst>
                        <a:ext uri="{FF2B5EF4-FFF2-40B4-BE49-F238E27FC236}">
                          <a16:creationId xmlns:a16="http://schemas.microsoft.com/office/drawing/2014/main" id="{33C87A1F-9384-4005-ADF1-F71623B7DD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37741" y="2596610"/>
                      <a:ext cx="40481" cy="48006"/>
                    </a:xfrm>
                    <a:custGeom>
                      <a:avLst/>
                      <a:gdLst>
                        <a:gd name="connsiteX0" fmla="*/ 0 w 40481"/>
                        <a:gd name="connsiteY0" fmla="*/ 0 h 48006"/>
                        <a:gd name="connsiteX1" fmla="*/ 667 w 40481"/>
                        <a:gd name="connsiteY1" fmla="*/ 5715 h 48006"/>
                        <a:gd name="connsiteX2" fmla="*/ 4953 w 40481"/>
                        <a:gd name="connsiteY2" fmla="*/ 19622 h 48006"/>
                        <a:gd name="connsiteX3" fmla="*/ 40481 w 40481"/>
                        <a:gd name="connsiteY3" fmla="*/ 48006 h 48006"/>
                        <a:gd name="connsiteX4" fmla="*/ 22098 w 40481"/>
                        <a:gd name="connsiteY4" fmla="*/ 36767 h 48006"/>
                        <a:gd name="connsiteX5" fmla="*/ 8572 w 40481"/>
                        <a:gd name="connsiteY5" fmla="*/ 21622 h 48006"/>
                        <a:gd name="connsiteX6" fmla="*/ 0 w 40481"/>
                        <a:gd name="connsiteY6" fmla="*/ 0 h 48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481" h="48006">
                          <a:moveTo>
                            <a:pt x="0" y="0"/>
                          </a:moveTo>
                          <a:cubicBezTo>
                            <a:pt x="0" y="0"/>
                            <a:pt x="0" y="2286"/>
                            <a:pt x="667" y="5715"/>
                          </a:cubicBezTo>
                          <a:cubicBezTo>
                            <a:pt x="1334" y="9239"/>
                            <a:pt x="2381" y="14288"/>
                            <a:pt x="4953" y="19622"/>
                          </a:cubicBezTo>
                          <a:cubicBezTo>
                            <a:pt x="9810" y="30385"/>
                            <a:pt x="19526" y="42958"/>
                            <a:pt x="40481" y="48006"/>
                          </a:cubicBezTo>
                          <a:cubicBezTo>
                            <a:pt x="40481" y="48006"/>
                            <a:pt x="31432" y="44672"/>
                            <a:pt x="22098" y="36767"/>
                          </a:cubicBezTo>
                          <a:cubicBezTo>
                            <a:pt x="17336" y="32861"/>
                            <a:pt x="12478" y="27813"/>
                            <a:pt x="8572" y="21622"/>
                          </a:cubicBezTo>
                          <a:cubicBezTo>
                            <a:pt x="4476" y="15526"/>
                            <a:pt x="1524" y="809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0" name="Forme libre : forme 13529">
                      <a:extLst>
                        <a:ext uri="{FF2B5EF4-FFF2-40B4-BE49-F238E27FC236}">
                          <a16:creationId xmlns:a16="http://schemas.microsoft.com/office/drawing/2014/main" id="{B6662251-1D98-45C6-8C95-7ACF4E0A3F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1470" y="2543515"/>
                      <a:ext cx="16814" cy="25659"/>
                    </a:xfrm>
                    <a:custGeom>
                      <a:avLst/>
                      <a:gdLst>
                        <a:gd name="connsiteX0" fmla="*/ 13230 w 16814"/>
                        <a:gd name="connsiteY0" fmla="*/ 421 h 25659"/>
                        <a:gd name="connsiteX1" fmla="*/ 15326 w 16814"/>
                        <a:gd name="connsiteY1" fmla="*/ 15852 h 25659"/>
                        <a:gd name="connsiteX2" fmla="*/ 3610 w 16814"/>
                        <a:gd name="connsiteY2" fmla="*/ 25282 h 25659"/>
                        <a:gd name="connsiteX3" fmla="*/ 1514 w 16814"/>
                        <a:gd name="connsiteY3" fmla="*/ 9661 h 25659"/>
                        <a:gd name="connsiteX4" fmla="*/ 13230 w 16814"/>
                        <a:gd name="connsiteY4" fmla="*/ 421 h 25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14" h="25659">
                          <a:moveTo>
                            <a:pt x="13230" y="421"/>
                          </a:moveTo>
                          <a:cubicBezTo>
                            <a:pt x="16945" y="2136"/>
                            <a:pt x="17993" y="8994"/>
                            <a:pt x="15326" y="15852"/>
                          </a:cubicBezTo>
                          <a:cubicBezTo>
                            <a:pt x="12659" y="22710"/>
                            <a:pt x="7420" y="26996"/>
                            <a:pt x="3610" y="25282"/>
                          </a:cubicBezTo>
                          <a:cubicBezTo>
                            <a:pt x="-200" y="23662"/>
                            <a:pt x="-1153" y="16614"/>
                            <a:pt x="1514" y="9661"/>
                          </a:cubicBezTo>
                          <a:cubicBezTo>
                            <a:pt x="4086" y="2803"/>
                            <a:pt x="9420" y="-1388"/>
                            <a:pt x="13230" y="42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1" name="Forme libre : forme 13530">
                      <a:extLst>
                        <a:ext uri="{FF2B5EF4-FFF2-40B4-BE49-F238E27FC236}">
                          <a16:creationId xmlns:a16="http://schemas.microsoft.com/office/drawing/2014/main" id="{C7099D31-31F7-4DEF-9042-D15BB386B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9444" y="2540027"/>
                      <a:ext cx="6701" cy="7152"/>
                    </a:xfrm>
                    <a:custGeom>
                      <a:avLst/>
                      <a:gdLst>
                        <a:gd name="connsiteX0" fmla="*/ 3637 w 6701"/>
                        <a:gd name="connsiteY0" fmla="*/ 5 h 7152"/>
                        <a:gd name="connsiteX1" fmla="*/ 6685 w 6701"/>
                        <a:gd name="connsiteY1" fmla="*/ 3814 h 7152"/>
                        <a:gd name="connsiteX2" fmla="*/ 3065 w 6701"/>
                        <a:gd name="connsiteY2" fmla="*/ 7148 h 7152"/>
                        <a:gd name="connsiteX3" fmla="*/ 17 w 6701"/>
                        <a:gd name="connsiteY3" fmla="*/ 3338 h 7152"/>
                        <a:gd name="connsiteX4" fmla="*/ 3637 w 6701"/>
                        <a:gd name="connsiteY4" fmla="*/ 5 h 7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01" h="7152">
                          <a:moveTo>
                            <a:pt x="3637" y="5"/>
                          </a:moveTo>
                          <a:cubicBezTo>
                            <a:pt x="5446" y="195"/>
                            <a:pt x="6875" y="1814"/>
                            <a:pt x="6685" y="3814"/>
                          </a:cubicBezTo>
                          <a:cubicBezTo>
                            <a:pt x="6494" y="5815"/>
                            <a:pt x="4970" y="7243"/>
                            <a:pt x="3065" y="7148"/>
                          </a:cubicBezTo>
                          <a:cubicBezTo>
                            <a:pt x="1255" y="7053"/>
                            <a:pt x="-174" y="5338"/>
                            <a:pt x="17" y="3338"/>
                          </a:cubicBezTo>
                          <a:cubicBezTo>
                            <a:pt x="208" y="1338"/>
                            <a:pt x="1827" y="-91"/>
                            <a:pt x="3637" y="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2" name="Forme libre : forme 13531">
                      <a:extLst>
                        <a:ext uri="{FF2B5EF4-FFF2-40B4-BE49-F238E27FC236}">
                          <a16:creationId xmlns:a16="http://schemas.microsoft.com/office/drawing/2014/main" id="{AD25FB5D-F162-46C8-B9FB-8A0659B746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5080" y="2508439"/>
                      <a:ext cx="63057" cy="59462"/>
                    </a:xfrm>
                    <a:custGeom>
                      <a:avLst/>
                      <a:gdLst>
                        <a:gd name="connsiteX0" fmla="*/ 25045 w 63057"/>
                        <a:gd name="connsiteY0" fmla="*/ 2826 h 59462"/>
                        <a:gd name="connsiteX1" fmla="*/ 54763 w 63057"/>
                        <a:gd name="connsiteY1" fmla="*/ 922 h 59462"/>
                        <a:gd name="connsiteX2" fmla="*/ 63050 w 63057"/>
                        <a:gd name="connsiteY2" fmla="*/ 6922 h 59462"/>
                        <a:gd name="connsiteX3" fmla="*/ 56382 w 63057"/>
                        <a:gd name="connsiteY3" fmla="*/ 13971 h 59462"/>
                        <a:gd name="connsiteX4" fmla="*/ 28188 w 63057"/>
                        <a:gd name="connsiteY4" fmla="*/ 27496 h 59462"/>
                        <a:gd name="connsiteX5" fmla="*/ 4662 w 63057"/>
                        <a:gd name="connsiteY5" fmla="*/ 58548 h 59462"/>
                        <a:gd name="connsiteX6" fmla="*/ 6757 w 63057"/>
                        <a:gd name="connsiteY6" fmla="*/ 17400 h 59462"/>
                        <a:gd name="connsiteX7" fmla="*/ 25045 w 63057"/>
                        <a:gd name="connsiteY7" fmla="*/ 2826 h 59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3057" h="59462">
                          <a:moveTo>
                            <a:pt x="25045" y="2826"/>
                          </a:moveTo>
                          <a:cubicBezTo>
                            <a:pt x="34570" y="-698"/>
                            <a:pt x="44857" y="-412"/>
                            <a:pt x="54763" y="922"/>
                          </a:cubicBezTo>
                          <a:cubicBezTo>
                            <a:pt x="58382" y="1398"/>
                            <a:pt x="62955" y="3112"/>
                            <a:pt x="63050" y="6922"/>
                          </a:cubicBezTo>
                          <a:cubicBezTo>
                            <a:pt x="63240" y="10447"/>
                            <a:pt x="59526" y="12732"/>
                            <a:pt x="56382" y="13971"/>
                          </a:cubicBezTo>
                          <a:cubicBezTo>
                            <a:pt x="46667" y="17781"/>
                            <a:pt x="35523" y="19305"/>
                            <a:pt x="28188" y="27496"/>
                          </a:cubicBezTo>
                          <a:cubicBezTo>
                            <a:pt x="23330" y="32544"/>
                            <a:pt x="13805" y="65310"/>
                            <a:pt x="4662" y="58548"/>
                          </a:cubicBezTo>
                          <a:cubicBezTo>
                            <a:pt x="-4482" y="51594"/>
                            <a:pt x="1804" y="25020"/>
                            <a:pt x="6757" y="17400"/>
                          </a:cubicBezTo>
                          <a:cubicBezTo>
                            <a:pt x="10948" y="10447"/>
                            <a:pt x="17806" y="5398"/>
                            <a:pt x="25045" y="282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22" name="Graphique 1">
                    <a:extLst>
                      <a:ext uri="{FF2B5EF4-FFF2-40B4-BE49-F238E27FC236}">
                        <a16:creationId xmlns:a16="http://schemas.microsoft.com/office/drawing/2014/main" id="{2031DC26-E4BB-41A1-866D-01F2704C8614}"/>
                      </a:ext>
                    </a:extLst>
                  </p:cNvPr>
                  <p:cNvGrpSpPr/>
                  <p:nvPr/>
                </p:nvGrpSpPr>
                <p:grpSpPr>
                  <a:xfrm>
                    <a:off x="7049213" y="2339335"/>
                    <a:ext cx="137962" cy="161837"/>
                    <a:chOff x="7049213" y="2339335"/>
                    <a:chExt cx="137962" cy="161837"/>
                  </a:xfrm>
                  <a:solidFill>
                    <a:schemeClr val="accent1"/>
                  </a:solidFill>
                </p:grpSpPr>
                <p:sp>
                  <p:nvSpPr>
                    <p:cNvPr id="13509" name="Forme libre : forme 13508">
                      <a:extLst>
                        <a:ext uri="{FF2B5EF4-FFF2-40B4-BE49-F238E27FC236}">
                          <a16:creationId xmlns:a16="http://schemas.microsoft.com/office/drawing/2014/main" id="{82639C22-97F1-4F56-965D-0F6DA285E8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9213" y="2339335"/>
                      <a:ext cx="137906" cy="161837"/>
                    </a:xfrm>
                    <a:custGeom>
                      <a:avLst/>
                      <a:gdLst>
                        <a:gd name="connsiteX0" fmla="*/ 135498 w 137906"/>
                        <a:gd name="connsiteY0" fmla="*/ 82301 h 161837"/>
                        <a:gd name="connsiteX1" fmla="*/ 128164 w 137906"/>
                        <a:gd name="connsiteY1" fmla="*/ 103160 h 161837"/>
                        <a:gd name="connsiteX2" fmla="*/ 122068 w 137906"/>
                        <a:gd name="connsiteY2" fmla="*/ 125830 h 161837"/>
                        <a:gd name="connsiteX3" fmla="*/ 115401 w 137906"/>
                        <a:gd name="connsiteY3" fmla="*/ 140974 h 161837"/>
                        <a:gd name="connsiteX4" fmla="*/ 103590 w 137906"/>
                        <a:gd name="connsiteY4" fmla="*/ 152881 h 161837"/>
                        <a:gd name="connsiteX5" fmla="*/ 70347 w 137906"/>
                        <a:gd name="connsiteY5" fmla="*/ 161453 h 161837"/>
                        <a:gd name="connsiteX6" fmla="*/ 36629 w 137906"/>
                        <a:gd name="connsiteY6" fmla="*/ 156976 h 161837"/>
                        <a:gd name="connsiteX7" fmla="*/ 7482 w 137906"/>
                        <a:gd name="connsiteY7" fmla="*/ 137831 h 161837"/>
                        <a:gd name="connsiteX8" fmla="*/ 719 w 137906"/>
                        <a:gd name="connsiteY8" fmla="*/ 119829 h 161837"/>
                        <a:gd name="connsiteX9" fmla="*/ 1291 w 137906"/>
                        <a:gd name="connsiteY9" fmla="*/ 98779 h 161837"/>
                        <a:gd name="connsiteX10" fmla="*/ 9483 w 137906"/>
                        <a:gd name="connsiteY10" fmla="*/ 67346 h 161837"/>
                        <a:gd name="connsiteX11" fmla="*/ 20532 w 137906"/>
                        <a:gd name="connsiteY11" fmla="*/ 35342 h 161837"/>
                        <a:gd name="connsiteX12" fmla="*/ 33485 w 137906"/>
                        <a:gd name="connsiteY12" fmla="*/ 15435 h 161837"/>
                        <a:gd name="connsiteX13" fmla="*/ 51583 w 137906"/>
                        <a:gd name="connsiteY13" fmla="*/ 3053 h 161837"/>
                        <a:gd name="connsiteX14" fmla="*/ 61013 w 137906"/>
                        <a:gd name="connsiteY14" fmla="*/ 386 h 161837"/>
                        <a:gd name="connsiteX15" fmla="*/ 70633 w 137906"/>
                        <a:gd name="connsiteY15" fmla="*/ 195 h 161837"/>
                        <a:gd name="connsiteX16" fmla="*/ 87397 w 137906"/>
                        <a:gd name="connsiteY16" fmla="*/ 7053 h 161837"/>
                        <a:gd name="connsiteX17" fmla="*/ 114734 w 137906"/>
                        <a:gd name="connsiteY17" fmla="*/ 27818 h 161837"/>
                        <a:gd name="connsiteX18" fmla="*/ 126926 w 137906"/>
                        <a:gd name="connsiteY18" fmla="*/ 40676 h 161837"/>
                        <a:gd name="connsiteX19" fmla="*/ 131212 w 137906"/>
                        <a:gd name="connsiteY19" fmla="*/ 47534 h 161837"/>
                        <a:gd name="connsiteX20" fmla="*/ 134641 w 137906"/>
                        <a:gd name="connsiteY20" fmla="*/ 54869 h 161837"/>
                        <a:gd name="connsiteX21" fmla="*/ 137784 w 137906"/>
                        <a:gd name="connsiteY21" fmla="*/ 68775 h 161837"/>
                        <a:gd name="connsiteX22" fmla="*/ 135498 w 137906"/>
                        <a:gd name="connsiteY22" fmla="*/ 82301 h 161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37906" h="161837">
                          <a:moveTo>
                            <a:pt x="135498" y="82301"/>
                          </a:moveTo>
                          <a:cubicBezTo>
                            <a:pt x="133022" y="88968"/>
                            <a:pt x="130260" y="95636"/>
                            <a:pt x="128164" y="103160"/>
                          </a:cubicBezTo>
                          <a:cubicBezTo>
                            <a:pt x="125783" y="110209"/>
                            <a:pt x="124068" y="118210"/>
                            <a:pt x="122068" y="125830"/>
                          </a:cubicBezTo>
                          <a:cubicBezTo>
                            <a:pt x="120735" y="131259"/>
                            <a:pt x="118639" y="136498"/>
                            <a:pt x="115401" y="140974"/>
                          </a:cubicBezTo>
                          <a:cubicBezTo>
                            <a:pt x="112162" y="145451"/>
                            <a:pt x="108162" y="149547"/>
                            <a:pt x="103590" y="152881"/>
                          </a:cubicBezTo>
                          <a:cubicBezTo>
                            <a:pt x="94350" y="159453"/>
                            <a:pt x="82539" y="163073"/>
                            <a:pt x="70347" y="161453"/>
                          </a:cubicBezTo>
                          <a:lnTo>
                            <a:pt x="36629" y="156976"/>
                          </a:lnTo>
                          <a:cubicBezTo>
                            <a:pt x="24437" y="155357"/>
                            <a:pt x="14150" y="148404"/>
                            <a:pt x="7482" y="137831"/>
                          </a:cubicBezTo>
                          <a:cubicBezTo>
                            <a:pt x="4149" y="132592"/>
                            <a:pt x="1672" y="126497"/>
                            <a:pt x="719" y="119829"/>
                          </a:cubicBezTo>
                          <a:cubicBezTo>
                            <a:pt x="-233" y="113162"/>
                            <a:pt x="-424" y="106113"/>
                            <a:pt x="1291" y="98779"/>
                          </a:cubicBezTo>
                          <a:cubicBezTo>
                            <a:pt x="3767" y="88301"/>
                            <a:pt x="6053" y="78014"/>
                            <a:pt x="9483" y="67346"/>
                          </a:cubicBezTo>
                          <a:cubicBezTo>
                            <a:pt x="12340" y="56869"/>
                            <a:pt x="16436" y="46010"/>
                            <a:pt x="20532" y="35342"/>
                          </a:cubicBezTo>
                          <a:cubicBezTo>
                            <a:pt x="23484" y="27818"/>
                            <a:pt x="28438" y="20864"/>
                            <a:pt x="33485" y="15435"/>
                          </a:cubicBezTo>
                          <a:cubicBezTo>
                            <a:pt x="38629" y="9911"/>
                            <a:pt x="45392" y="5624"/>
                            <a:pt x="51583" y="3053"/>
                          </a:cubicBezTo>
                          <a:cubicBezTo>
                            <a:pt x="54727" y="1719"/>
                            <a:pt x="57869" y="862"/>
                            <a:pt x="61013" y="386"/>
                          </a:cubicBezTo>
                          <a:cubicBezTo>
                            <a:pt x="64347" y="-91"/>
                            <a:pt x="67585" y="-91"/>
                            <a:pt x="70633" y="195"/>
                          </a:cubicBezTo>
                          <a:cubicBezTo>
                            <a:pt x="76825" y="862"/>
                            <a:pt x="82444" y="3243"/>
                            <a:pt x="87397" y="7053"/>
                          </a:cubicBezTo>
                          <a:lnTo>
                            <a:pt x="114734" y="27818"/>
                          </a:lnTo>
                          <a:cubicBezTo>
                            <a:pt x="119687" y="31532"/>
                            <a:pt x="123688" y="36104"/>
                            <a:pt x="126926" y="40676"/>
                          </a:cubicBezTo>
                          <a:cubicBezTo>
                            <a:pt x="128545" y="42962"/>
                            <a:pt x="129974" y="45248"/>
                            <a:pt x="131212" y="47534"/>
                          </a:cubicBezTo>
                          <a:cubicBezTo>
                            <a:pt x="132546" y="50011"/>
                            <a:pt x="133689" y="52487"/>
                            <a:pt x="134641" y="54869"/>
                          </a:cubicBezTo>
                          <a:cubicBezTo>
                            <a:pt x="136641" y="59822"/>
                            <a:pt x="137499" y="63917"/>
                            <a:pt x="137784" y="68775"/>
                          </a:cubicBezTo>
                          <a:cubicBezTo>
                            <a:pt x="138260" y="73442"/>
                            <a:pt x="137308" y="77633"/>
                            <a:pt x="135498" y="8230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0" name="Forme libre : forme 13509">
                      <a:extLst>
                        <a:ext uri="{FF2B5EF4-FFF2-40B4-BE49-F238E27FC236}">
                          <a16:creationId xmlns:a16="http://schemas.microsoft.com/office/drawing/2014/main" id="{F873882C-4099-4243-BA47-E7507D7D95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4987" y="2366105"/>
                      <a:ext cx="82188" cy="134877"/>
                    </a:xfrm>
                    <a:custGeom>
                      <a:avLst/>
                      <a:gdLst>
                        <a:gd name="connsiteX0" fmla="*/ 28860 w 82188"/>
                        <a:gd name="connsiteY0" fmla="*/ 80963 h 134877"/>
                        <a:gd name="connsiteX1" fmla="*/ 21527 w 82188"/>
                        <a:gd name="connsiteY1" fmla="*/ 111062 h 134877"/>
                        <a:gd name="connsiteX2" fmla="*/ 0 w 82188"/>
                        <a:gd name="connsiteY2" fmla="*/ 132588 h 134877"/>
                        <a:gd name="connsiteX3" fmla="*/ 14573 w 82188"/>
                        <a:gd name="connsiteY3" fmla="*/ 134493 h 134877"/>
                        <a:gd name="connsiteX4" fmla="*/ 47816 w 82188"/>
                        <a:gd name="connsiteY4" fmla="*/ 125921 h 134877"/>
                        <a:gd name="connsiteX5" fmla="*/ 59627 w 82188"/>
                        <a:gd name="connsiteY5" fmla="*/ 114014 h 134877"/>
                        <a:gd name="connsiteX6" fmla="*/ 66294 w 82188"/>
                        <a:gd name="connsiteY6" fmla="*/ 98870 h 134877"/>
                        <a:gd name="connsiteX7" fmla="*/ 72390 w 82188"/>
                        <a:gd name="connsiteY7" fmla="*/ 76200 h 134877"/>
                        <a:gd name="connsiteX8" fmla="*/ 79724 w 82188"/>
                        <a:gd name="connsiteY8" fmla="*/ 55340 h 134877"/>
                        <a:gd name="connsiteX9" fmla="*/ 82105 w 82188"/>
                        <a:gd name="connsiteY9" fmla="*/ 41624 h 134877"/>
                        <a:gd name="connsiteX10" fmla="*/ 78962 w 82188"/>
                        <a:gd name="connsiteY10" fmla="*/ 27718 h 134877"/>
                        <a:gd name="connsiteX11" fmla="*/ 75533 w 82188"/>
                        <a:gd name="connsiteY11" fmla="*/ 20383 h 134877"/>
                        <a:gd name="connsiteX12" fmla="*/ 71247 w 82188"/>
                        <a:gd name="connsiteY12" fmla="*/ 13525 h 134877"/>
                        <a:gd name="connsiteX13" fmla="*/ 59055 w 82188"/>
                        <a:gd name="connsiteY13" fmla="*/ 667 h 134877"/>
                        <a:gd name="connsiteX14" fmla="*/ 58198 w 82188"/>
                        <a:gd name="connsiteY14" fmla="*/ 0 h 134877"/>
                        <a:gd name="connsiteX15" fmla="*/ 47244 w 82188"/>
                        <a:gd name="connsiteY15" fmla="*/ 18193 h 134877"/>
                        <a:gd name="connsiteX16" fmla="*/ 37909 w 82188"/>
                        <a:gd name="connsiteY16" fmla="*/ 37529 h 134877"/>
                        <a:gd name="connsiteX17" fmla="*/ 31337 w 82188"/>
                        <a:gd name="connsiteY17" fmla="*/ 58388 h 134877"/>
                        <a:gd name="connsiteX18" fmla="*/ 28860 w 82188"/>
                        <a:gd name="connsiteY18" fmla="*/ 80963 h 134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82188" h="134877">
                          <a:moveTo>
                            <a:pt x="28860" y="80963"/>
                          </a:moveTo>
                          <a:cubicBezTo>
                            <a:pt x="28860" y="91726"/>
                            <a:pt x="26479" y="102108"/>
                            <a:pt x="21527" y="111062"/>
                          </a:cubicBezTo>
                          <a:cubicBezTo>
                            <a:pt x="16669" y="120015"/>
                            <a:pt x="9525" y="127635"/>
                            <a:pt x="0" y="132588"/>
                          </a:cubicBezTo>
                          <a:lnTo>
                            <a:pt x="14573" y="134493"/>
                          </a:lnTo>
                          <a:cubicBezTo>
                            <a:pt x="26765" y="136112"/>
                            <a:pt x="38671" y="132493"/>
                            <a:pt x="47816" y="125921"/>
                          </a:cubicBezTo>
                          <a:cubicBezTo>
                            <a:pt x="52388" y="122587"/>
                            <a:pt x="56388" y="118491"/>
                            <a:pt x="59627" y="114014"/>
                          </a:cubicBezTo>
                          <a:cubicBezTo>
                            <a:pt x="62865" y="109538"/>
                            <a:pt x="64961" y="104299"/>
                            <a:pt x="66294" y="98870"/>
                          </a:cubicBezTo>
                          <a:cubicBezTo>
                            <a:pt x="68199" y="91154"/>
                            <a:pt x="69913" y="83248"/>
                            <a:pt x="72390" y="76200"/>
                          </a:cubicBezTo>
                          <a:cubicBezTo>
                            <a:pt x="74486" y="68675"/>
                            <a:pt x="77152" y="62103"/>
                            <a:pt x="79724" y="55340"/>
                          </a:cubicBezTo>
                          <a:cubicBezTo>
                            <a:pt x="81534" y="50673"/>
                            <a:pt x="82486" y="46577"/>
                            <a:pt x="82105" y="41624"/>
                          </a:cubicBezTo>
                          <a:cubicBezTo>
                            <a:pt x="81819" y="36767"/>
                            <a:pt x="80963" y="32671"/>
                            <a:pt x="78962" y="27718"/>
                          </a:cubicBezTo>
                          <a:cubicBezTo>
                            <a:pt x="78010" y="25337"/>
                            <a:pt x="76867" y="22860"/>
                            <a:pt x="75533" y="20383"/>
                          </a:cubicBezTo>
                          <a:cubicBezTo>
                            <a:pt x="74295" y="18097"/>
                            <a:pt x="72866" y="15812"/>
                            <a:pt x="71247" y="13525"/>
                          </a:cubicBezTo>
                          <a:cubicBezTo>
                            <a:pt x="68009" y="8954"/>
                            <a:pt x="63913" y="4477"/>
                            <a:pt x="59055" y="667"/>
                          </a:cubicBezTo>
                          <a:lnTo>
                            <a:pt x="58198" y="0"/>
                          </a:lnTo>
                          <a:cubicBezTo>
                            <a:pt x="54102" y="5715"/>
                            <a:pt x="50959" y="12192"/>
                            <a:pt x="47244" y="18193"/>
                          </a:cubicBezTo>
                          <a:cubicBezTo>
                            <a:pt x="43910" y="24479"/>
                            <a:pt x="40767" y="30956"/>
                            <a:pt x="37909" y="37529"/>
                          </a:cubicBezTo>
                          <a:cubicBezTo>
                            <a:pt x="35528" y="44387"/>
                            <a:pt x="32575" y="51054"/>
                            <a:pt x="31337" y="58388"/>
                          </a:cubicBezTo>
                          <a:cubicBezTo>
                            <a:pt x="29718" y="65913"/>
                            <a:pt x="28575" y="73152"/>
                            <a:pt x="28860" y="8096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1" name="Forme libre : forme 13510">
                      <a:extLst>
                        <a:ext uri="{FF2B5EF4-FFF2-40B4-BE49-F238E27FC236}">
                          <a16:creationId xmlns:a16="http://schemas.microsoft.com/office/drawing/2014/main" id="{414F181D-D03A-4D43-AAA6-8A86B05F40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98956" y="2382686"/>
                      <a:ext cx="49513" cy="66508"/>
                    </a:xfrm>
                    <a:custGeom>
                      <a:avLst/>
                      <a:gdLst>
                        <a:gd name="connsiteX0" fmla="*/ 37654 w 49513"/>
                        <a:gd name="connsiteY0" fmla="*/ 1707 h 66508"/>
                        <a:gd name="connsiteX1" fmla="*/ 48607 w 49513"/>
                        <a:gd name="connsiteY1" fmla="*/ 17423 h 66508"/>
                        <a:gd name="connsiteX2" fmla="*/ 49465 w 49513"/>
                        <a:gd name="connsiteY2" fmla="*/ 28567 h 66508"/>
                        <a:gd name="connsiteX3" fmla="*/ 46893 w 49513"/>
                        <a:gd name="connsiteY3" fmla="*/ 40569 h 66508"/>
                        <a:gd name="connsiteX4" fmla="*/ 33939 w 49513"/>
                        <a:gd name="connsiteY4" fmla="*/ 60476 h 66508"/>
                        <a:gd name="connsiteX5" fmla="*/ 15556 w 49513"/>
                        <a:gd name="connsiteY5" fmla="*/ 66096 h 66508"/>
                        <a:gd name="connsiteX6" fmla="*/ 1840 w 49513"/>
                        <a:gd name="connsiteY6" fmla="*/ 52189 h 66508"/>
                        <a:gd name="connsiteX7" fmla="*/ 2411 w 49513"/>
                        <a:gd name="connsiteY7" fmla="*/ 25710 h 66508"/>
                        <a:gd name="connsiteX8" fmla="*/ 9079 w 49513"/>
                        <a:gd name="connsiteY8" fmla="*/ 12851 h 66508"/>
                        <a:gd name="connsiteX9" fmla="*/ 18128 w 49513"/>
                        <a:gd name="connsiteY9" fmla="*/ 3993 h 66508"/>
                        <a:gd name="connsiteX10" fmla="*/ 37654 w 49513"/>
                        <a:gd name="connsiteY10" fmla="*/ 1707 h 66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9513" h="66508">
                          <a:moveTo>
                            <a:pt x="37654" y="1707"/>
                          </a:moveTo>
                          <a:cubicBezTo>
                            <a:pt x="43464" y="4659"/>
                            <a:pt x="47179" y="10565"/>
                            <a:pt x="48607" y="17423"/>
                          </a:cubicBezTo>
                          <a:cubicBezTo>
                            <a:pt x="49274" y="20757"/>
                            <a:pt x="49655" y="24662"/>
                            <a:pt x="49465" y="28567"/>
                          </a:cubicBezTo>
                          <a:cubicBezTo>
                            <a:pt x="49274" y="32472"/>
                            <a:pt x="48417" y="36473"/>
                            <a:pt x="46893" y="40569"/>
                          </a:cubicBezTo>
                          <a:cubicBezTo>
                            <a:pt x="44512" y="48951"/>
                            <a:pt x="39273" y="55618"/>
                            <a:pt x="33939" y="60476"/>
                          </a:cubicBezTo>
                          <a:cubicBezTo>
                            <a:pt x="28414" y="65143"/>
                            <a:pt x="21842" y="67524"/>
                            <a:pt x="15556" y="66096"/>
                          </a:cubicBezTo>
                          <a:cubicBezTo>
                            <a:pt x="9269" y="64667"/>
                            <a:pt x="4412" y="59523"/>
                            <a:pt x="1840" y="52189"/>
                          </a:cubicBezTo>
                          <a:cubicBezTo>
                            <a:pt x="-922" y="44855"/>
                            <a:pt x="-446" y="35425"/>
                            <a:pt x="2411" y="25710"/>
                          </a:cubicBezTo>
                          <a:cubicBezTo>
                            <a:pt x="4030" y="20947"/>
                            <a:pt x="6507" y="16566"/>
                            <a:pt x="9079" y="12851"/>
                          </a:cubicBezTo>
                          <a:cubicBezTo>
                            <a:pt x="11746" y="9136"/>
                            <a:pt x="14604" y="6088"/>
                            <a:pt x="18128" y="3993"/>
                          </a:cubicBezTo>
                          <a:cubicBezTo>
                            <a:pt x="24890" y="-294"/>
                            <a:pt x="31844" y="-1246"/>
                            <a:pt x="37654" y="1707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2" name="Forme libre : forme 13511">
                      <a:extLst>
                        <a:ext uri="{FF2B5EF4-FFF2-40B4-BE49-F238E27FC236}">
                          <a16:creationId xmlns:a16="http://schemas.microsoft.com/office/drawing/2014/main" id="{097281BB-6BB0-4C1F-980D-02FCAD14A2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99367" y="2409158"/>
                      <a:ext cx="49053" cy="39950"/>
                    </a:xfrm>
                    <a:custGeom>
                      <a:avLst/>
                      <a:gdLst>
                        <a:gd name="connsiteX0" fmla="*/ 0 w 49053"/>
                        <a:gd name="connsiteY0" fmla="*/ 19812 h 39950"/>
                        <a:gd name="connsiteX1" fmla="*/ 15145 w 49053"/>
                        <a:gd name="connsiteY1" fmla="*/ 39529 h 39950"/>
                        <a:gd name="connsiteX2" fmla="*/ 33528 w 49053"/>
                        <a:gd name="connsiteY2" fmla="*/ 33909 h 39950"/>
                        <a:gd name="connsiteX3" fmla="*/ 46482 w 49053"/>
                        <a:gd name="connsiteY3" fmla="*/ 14002 h 39950"/>
                        <a:gd name="connsiteX4" fmla="*/ 49054 w 49053"/>
                        <a:gd name="connsiteY4" fmla="*/ 0 h 39950"/>
                        <a:gd name="connsiteX5" fmla="*/ 44768 w 49053"/>
                        <a:gd name="connsiteY5" fmla="*/ 6763 h 39950"/>
                        <a:gd name="connsiteX6" fmla="*/ 23718 w 49053"/>
                        <a:gd name="connsiteY6" fmla="*/ 19241 h 39950"/>
                        <a:gd name="connsiteX7" fmla="*/ 0 w 49053"/>
                        <a:gd name="connsiteY7" fmla="*/ 19812 h 39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9053" h="39950">
                          <a:moveTo>
                            <a:pt x="0" y="19812"/>
                          </a:moveTo>
                          <a:cubicBezTo>
                            <a:pt x="1810" y="30194"/>
                            <a:pt x="7334" y="37719"/>
                            <a:pt x="15145" y="39529"/>
                          </a:cubicBezTo>
                          <a:cubicBezTo>
                            <a:pt x="21431" y="40958"/>
                            <a:pt x="28004" y="38671"/>
                            <a:pt x="33528" y="33909"/>
                          </a:cubicBezTo>
                          <a:cubicBezTo>
                            <a:pt x="38862" y="29147"/>
                            <a:pt x="44101" y="22479"/>
                            <a:pt x="46482" y="14002"/>
                          </a:cubicBezTo>
                          <a:cubicBezTo>
                            <a:pt x="48196" y="9239"/>
                            <a:pt x="49054" y="4572"/>
                            <a:pt x="49054" y="0"/>
                          </a:cubicBezTo>
                          <a:cubicBezTo>
                            <a:pt x="48006" y="2381"/>
                            <a:pt x="46673" y="4667"/>
                            <a:pt x="44768" y="6763"/>
                          </a:cubicBezTo>
                          <a:cubicBezTo>
                            <a:pt x="38671" y="11906"/>
                            <a:pt x="31718" y="16669"/>
                            <a:pt x="23718" y="19241"/>
                          </a:cubicBezTo>
                          <a:cubicBezTo>
                            <a:pt x="15907" y="21812"/>
                            <a:pt x="7430" y="22479"/>
                            <a:pt x="0" y="19812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3" name="Forme libre : forme 13512">
                      <a:extLst>
                        <a:ext uri="{FF2B5EF4-FFF2-40B4-BE49-F238E27FC236}">
                          <a16:creationId xmlns:a16="http://schemas.microsoft.com/office/drawing/2014/main" id="{CBFB3591-B516-4B3B-A979-77354FE3A2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5071" y="2381839"/>
                      <a:ext cx="49381" cy="65126"/>
                    </a:xfrm>
                    <a:custGeom>
                      <a:avLst/>
                      <a:gdLst>
                        <a:gd name="connsiteX0" fmla="*/ 37636 w 49381"/>
                        <a:gd name="connsiteY0" fmla="*/ 1791 h 65126"/>
                        <a:gd name="connsiteX1" fmla="*/ 48589 w 49381"/>
                        <a:gd name="connsiteY1" fmla="*/ 17508 h 65126"/>
                        <a:gd name="connsiteX2" fmla="*/ 49351 w 49381"/>
                        <a:gd name="connsiteY2" fmla="*/ 28366 h 65126"/>
                        <a:gd name="connsiteX3" fmla="*/ 46875 w 49381"/>
                        <a:gd name="connsiteY3" fmla="*/ 40082 h 65126"/>
                        <a:gd name="connsiteX4" fmla="*/ 41445 w 49381"/>
                        <a:gd name="connsiteY4" fmla="*/ 51036 h 65126"/>
                        <a:gd name="connsiteX5" fmla="*/ 33730 w 49381"/>
                        <a:gd name="connsiteY5" fmla="*/ 59322 h 65126"/>
                        <a:gd name="connsiteX6" fmla="*/ 15347 w 49381"/>
                        <a:gd name="connsiteY6" fmla="*/ 64656 h 65126"/>
                        <a:gd name="connsiteX7" fmla="*/ 1631 w 49381"/>
                        <a:gd name="connsiteY7" fmla="*/ 50750 h 65126"/>
                        <a:gd name="connsiteX8" fmla="*/ 12 w 49381"/>
                        <a:gd name="connsiteY8" fmla="*/ 38558 h 65126"/>
                        <a:gd name="connsiteX9" fmla="*/ 2488 w 49381"/>
                        <a:gd name="connsiteY9" fmla="*/ 24651 h 65126"/>
                        <a:gd name="connsiteX10" fmla="*/ 9155 w 49381"/>
                        <a:gd name="connsiteY10" fmla="*/ 12078 h 65126"/>
                        <a:gd name="connsiteX11" fmla="*/ 18395 w 49381"/>
                        <a:gd name="connsiteY11" fmla="*/ 3601 h 65126"/>
                        <a:gd name="connsiteX12" fmla="*/ 37636 w 49381"/>
                        <a:gd name="connsiteY12" fmla="*/ 1791 h 651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9381" h="65126">
                          <a:moveTo>
                            <a:pt x="37636" y="1791"/>
                          </a:moveTo>
                          <a:cubicBezTo>
                            <a:pt x="43350" y="4839"/>
                            <a:pt x="47065" y="10745"/>
                            <a:pt x="48589" y="17508"/>
                          </a:cubicBezTo>
                          <a:cubicBezTo>
                            <a:pt x="49351" y="20937"/>
                            <a:pt x="49447" y="24366"/>
                            <a:pt x="49351" y="28366"/>
                          </a:cubicBezTo>
                          <a:cubicBezTo>
                            <a:pt x="49161" y="32271"/>
                            <a:pt x="48398" y="36177"/>
                            <a:pt x="46875" y="40082"/>
                          </a:cubicBezTo>
                          <a:cubicBezTo>
                            <a:pt x="45351" y="43987"/>
                            <a:pt x="43731" y="47892"/>
                            <a:pt x="41445" y="51036"/>
                          </a:cubicBezTo>
                          <a:cubicBezTo>
                            <a:pt x="39255" y="54274"/>
                            <a:pt x="36492" y="57036"/>
                            <a:pt x="33730" y="59322"/>
                          </a:cubicBezTo>
                          <a:cubicBezTo>
                            <a:pt x="28301" y="63894"/>
                            <a:pt x="21729" y="66180"/>
                            <a:pt x="15347" y="64656"/>
                          </a:cubicBezTo>
                          <a:cubicBezTo>
                            <a:pt x="8965" y="63132"/>
                            <a:pt x="4298" y="58084"/>
                            <a:pt x="1631" y="50750"/>
                          </a:cubicBezTo>
                          <a:cubicBezTo>
                            <a:pt x="393" y="47130"/>
                            <a:pt x="-84" y="43035"/>
                            <a:pt x="12" y="38558"/>
                          </a:cubicBezTo>
                          <a:cubicBezTo>
                            <a:pt x="202" y="34081"/>
                            <a:pt x="679" y="29319"/>
                            <a:pt x="2488" y="24651"/>
                          </a:cubicBezTo>
                          <a:cubicBezTo>
                            <a:pt x="4203" y="19984"/>
                            <a:pt x="6584" y="15698"/>
                            <a:pt x="9155" y="12078"/>
                          </a:cubicBezTo>
                          <a:cubicBezTo>
                            <a:pt x="11632" y="8459"/>
                            <a:pt x="15061" y="5601"/>
                            <a:pt x="18395" y="3601"/>
                          </a:cubicBezTo>
                          <a:cubicBezTo>
                            <a:pt x="24967" y="-399"/>
                            <a:pt x="31825" y="-1161"/>
                            <a:pt x="37636" y="179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4" name="Forme libre : forme 13513">
                      <a:extLst>
                        <a:ext uri="{FF2B5EF4-FFF2-40B4-BE49-F238E27FC236}">
                          <a16:creationId xmlns:a16="http://schemas.microsoft.com/office/drawing/2014/main" id="{60482883-BD3F-4E91-AAFF-3EE2D3849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4748" y="2405712"/>
                      <a:ext cx="95196" cy="73950"/>
                    </a:xfrm>
                    <a:custGeom>
                      <a:avLst/>
                      <a:gdLst>
                        <a:gd name="connsiteX0" fmla="*/ 37097 w 95196"/>
                        <a:gd name="connsiteY0" fmla="*/ 71930 h 73950"/>
                        <a:gd name="connsiteX1" fmla="*/ 58910 w 95196"/>
                        <a:gd name="connsiteY1" fmla="*/ 73359 h 73950"/>
                        <a:gd name="connsiteX2" fmla="*/ 88437 w 95196"/>
                        <a:gd name="connsiteY2" fmla="*/ 47261 h 73950"/>
                        <a:gd name="connsiteX3" fmla="*/ 94152 w 95196"/>
                        <a:gd name="connsiteY3" fmla="*/ 32402 h 73950"/>
                        <a:gd name="connsiteX4" fmla="*/ 95105 w 95196"/>
                        <a:gd name="connsiteY4" fmla="*/ 24686 h 73950"/>
                        <a:gd name="connsiteX5" fmla="*/ 94724 w 95196"/>
                        <a:gd name="connsiteY5" fmla="*/ 17162 h 73950"/>
                        <a:gd name="connsiteX6" fmla="*/ 78627 w 95196"/>
                        <a:gd name="connsiteY6" fmla="*/ 17 h 73950"/>
                        <a:gd name="connsiteX7" fmla="*/ 64434 w 95196"/>
                        <a:gd name="connsiteY7" fmla="*/ 6303 h 73950"/>
                        <a:gd name="connsiteX8" fmla="*/ 31002 w 95196"/>
                        <a:gd name="connsiteY8" fmla="*/ 26115 h 73950"/>
                        <a:gd name="connsiteX9" fmla="*/ 235 w 95196"/>
                        <a:gd name="connsiteY9" fmla="*/ 56024 h 73950"/>
                        <a:gd name="connsiteX10" fmla="*/ 37097 w 95196"/>
                        <a:gd name="connsiteY10" fmla="*/ 71930 h 73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5196" h="73950">
                          <a:moveTo>
                            <a:pt x="37097" y="71930"/>
                          </a:moveTo>
                          <a:cubicBezTo>
                            <a:pt x="44241" y="73359"/>
                            <a:pt x="51671" y="74788"/>
                            <a:pt x="58910" y="73359"/>
                          </a:cubicBezTo>
                          <a:cubicBezTo>
                            <a:pt x="72721" y="70692"/>
                            <a:pt x="82341" y="58691"/>
                            <a:pt x="88437" y="47261"/>
                          </a:cubicBezTo>
                          <a:cubicBezTo>
                            <a:pt x="90723" y="42308"/>
                            <a:pt x="93009" y="37450"/>
                            <a:pt x="94152" y="32402"/>
                          </a:cubicBezTo>
                          <a:cubicBezTo>
                            <a:pt x="94724" y="29830"/>
                            <a:pt x="95009" y="27258"/>
                            <a:pt x="95105" y="24686"/>
                          </a:cubicBezTo>
                          <a:cubicBezTo>
                            <a:pt x="95295" y="22210"/>
                            <a:pt x="95200" y="19733"/>
                            <a:pt x="94724" y="17162"/>
                          </a:cubicBezTo>
                          <a:cubicBezTo>
                            <a:pt x="93200" y="9542"/>
                            <a:pt x="87199" y="588"/>
                            <a:pt x="78627" y="17"/>
                          </a:cubicBezTo>
                          <a:cubicBezTo>
                            <a:pt x="73293" y="-269"/>
                            <a:pt x="68816" y="3160"/>
                            <a:pt x="64434" y="6303"/>
                          </a:cubicBezTo>
                          <a:cubicBezTo>
                            <a:pt x="53766" y="13542"/>
                            <a:pt x="43193" y="20686"/>
                            <a:pt x="31002" y="26115"/>
                          </a:cubicBezTo>
                          <a:cubicBezTo>
                            <a:pt x="21286" y="30592"/>
                            <a:pt x="-2622" y="39545"/>
                            <a:pt x="235" y="56024"/>
                          </a:cubicBezTo>
                          <a:cubicBezTo>
                            <a:pt x="2521" y="70502"/>
                            <a:pt x="27191" y="69835"/>
                            <a:pt x="37097" y="7193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5" name="Forme libre : forme 13514">
                      <a:extLst>
                        <a:ext uri="{FF2B5EF4-FFF2-40B4-BE49-F238E27FC236}">
                          <a16:creationId xmlns:a16="http://schemas.microsoft.com/office/drawing/2014/main" id="{3961B426-4E5F-41EC-B012-013BA9E81C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9974" y="2427593"/>
                      <a:ext cx="19302" cy="32152"/>
                    </a:xfrm>
                    <a:custGeom>
                      <a:avLst/>
                      <a:gdLst>
                        <a:gd name="connsiteX0" fmla="*/ 9107 w 19302"/>
                        <a:gd name="connsiteY0" fmla="*/ 29381 h 32152"/>
                        <a:gd name="connsiteX1" fmla="*/ 13679 w 19302"/>
                        <a:gd name="connsiteY1" fmla="*/ 32048 h 32152"/>
                        <a:gd name="connsiteX2" fmla="*/ 18441 w 19302"/>
                        <a:gd name="connsiteY2" fmla="*/ 30238 h 32152"/>
                        <a:gd name="connsiteX3" fmla="*/ 19203 w 19302"/>
                        <a:gd name="connsiteY3" fmla="*/ 25190 h 32152"/>
                        <a:gd name="connsiteX4" fmla="*/ 17489 w 19302"/>
                        <a:gd name="connsiteY4" fmla="*/ 11855 h 32152"/>
                        <a:gd name="connsiteX5" fmla="*/ 15679 w 19302"/>
                        <a:gd name="connsiteY5" fmla="*/ 6616 h 32152"/>
                        <a:gd name="connsiteX6" fmla="*/ 153 w 19302"/>
                        <a:gd name="connsiteY6" fmla="*/ 6711 h 32152"/>
                        <a:gd name="connsiteX7" fmla="*/ 9107 w 19302"/>
                        <a:gd name="connsiteY7" fmla="*/ 29381 h 32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302" h="32152">
                          <a:moveTo>
                            <a:pt x="9107" y="29381"/>
                          </a:moveTo>
                          <a:cubicBezTo>
                            <a:pt x="10440" y="30619"/>
                            <a:pt x="11964" y="31667"/>
                            <a:pt x="13679" y="32048"/>
                          </a:cubicBezTo>
                          <a:cubicBezTo>
                            <a:pt x="15393" y="32429"/>
                            <a:pt x="17393" y="31762"/>
                            <a:pt x="18441" y="30238"/>
                          </a:cubicBezTo>
                          <a:cubicBezTo>
                            <a:pt x="19393" y="28809"/>
                            <a:pt x="19393" y="26904"/>
                            <a:pt x="19203" y="25190"/>
                          </a:cubicBezTo>
                          <a:cubicBezTo>
                            <a:pt x="19013" y="20713"/>
                            <a:pt x="18441" y="16236"/>
                            <a:pt x="17489" y="11855"/>
                          </a:cubicBezTo>
                          <a:cubicBezTo>
                            <a:pt x="17107" y="10045"/>
                            <a:pt x="16631" y="8235"/>
                            <a:pt x="15679" y="6616"/>
                          </a:cubicBezTo>
                          <a:cubicBezTo>
                            <a:pt x="11869" y="44"/>
                            <a:pt x="1296" y="-4243"/>
                            <a:pt x="153" y="6711"/>
                          </a:cubicBezTo>
                          <a:cubicBezTo>
                            <a:pt x="-895" y="15284"/>
                            <a:pt x="3582" y="24428"/>
                            <a:pt x="9107" y="2938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6" name="Forme libre : forme 13515">
                      <a:extLst>
                        <a:ext uri="{FF2B5EF4-FFF2-40B4-BE49-F238E27FC236}">
                          <a16:creationId xmlns:a16="http://schemas.microsoft.com/office/drawing/2014/main" id="{C43F03E7-3618-4DFC-9B4F-30950F99D7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7375" y="2367343"/>
                      <a:ext cx="25259" cy="52578"/>
                    </a:xfrm>
                    <a:custGeom>
                      <a:avLst/>
                      <a:gdLst>
                        <a:gd name="connsiteX0" fmla="*/ 0 w 25259"/>
                        <a:gd name="connsiteY0" fmla="*/ 0 h 52578"/>
                        <a:gd name="connsiteX1" fmla="*/ 13716 w 25259"/>
                        <a:gd name="connsiteY1" fmla="*/ 14097 h 52578"/>
                        <a:gd name="connsiteX2" fmla="*/ 22288 w 25259"/>
                        <a:gd name="connsiteY2" fmla="*/ 30480 h 52578"/>
                        <a:gd name="connsiteX3" fmla="*/ 24765 w 25259"/>
                        <a:gd name="connsiteY3" fmla="*/ 40672 h 52578"/>
                        <a:gd name="connsiteX4" fmla="*/ 25146 w 25259"/>
                        <a:gd name="connsiteY4" fmla="*/ 52578 h 52578"/>
                        <a:gd name="connsiteX5" fmla="*/ 24669 w 25259"/>
                        <a:gd name="connsiteY5" fmla="*/ 48006 h 52578"/>
                        <a:gd name="connsiteX6" fmla="*/ 21717 w 25259"/>
                        <a:gd name="connsiteY6" fmla="*/ 36195 h 52578"/>
                        <a:gd name="connsiteX7" fmla="*/ 14383 w 25259"/>
                        <a:gd name="connsiteY7" fmla="*/ 19812 h 52578"/>
                        <a:gd name="connsiteX8" fmla="*/ 0 w 25259"/>
                        <a:gd name="connsiteY8" fmla="*/ 0 h 52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259" h="52578">
                          <a:moveTo>
                            <a:pt x="0" y="0"/>
                          </a:moveTo>
                          <a:cubicBezTo>
                            <a:pt x="0" y="0"/>
                            <a:pt x="7334" y="5048"/>
                            <a:pt x="13716" y="14097"/>
                          </a:cubicBezTo>
                          <a:cubicBezTo>
                            <a:pt x="17050" y="18764"/>
                            <a:pt x="20193" y="24384"/>
                            <a:pt x="22288" y="30480"/>
                          </a:cubicBezTo>
                          <a:cubicBezTo>
                            <a:pt x="23241" y="33433"/>
                            <a:pt x="24193" y="36862"/>
                            <a:pt x="24765" y="40672"/>
                          </a:cubicBezTo>
                          <a:cubicBezTo>
                            <a:pt x="25336" y="44482"/>
                            <a:pt x="25336" y="48197"/>
                            <a:pt x="25146" y="52578"/>
                          </a:cubicBezTo>
                          <a:cubicBezTo>
                            <a:pt x="25146" y="52578"/>
                            <a:pt x="25051" y="50768"/>
                            <a:pt x="24669" y="48006"/>
                          </a:cubicBezTo>
                          <a:cubicBezTo>
                            <a:pt x="24289" y="45149"/>
                            <a:pt x="23432" y="41148"/>
                            <a:pt x="21717" y="36195"/>
                          </a:cubicBezTo>
                          <a:cubicBezTo>
                            <a:pt x="20002" y="31242"/>
                            <a:pt x="17907" y="26099"/>
                            <a:pt x="14383" y="19812"/>
                          </a:cubicBezTo>
                          <a:cubicBezTo>
                            <a:pt x="10859" y="13430"/>
                            <a:pt x="6191" y="666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7" name="Forme libre : forme 13516">
                      <a:extLst>
                        <a:ext uri="{FF2B5EF4-FFF2-40B4-BE49-F238E27FC236}">
                          <a16:creationId xmlns:a16="http://schemas.microsoft.com/office/drawing/2014/main" id="{3B09DFD6-A1F8-437F-996F-7CC1CEDE0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4015" y="2435637"/>
                      <a:ext cx="36017" cy="58292"/>
                    </a:xfrm>
                    <a:custGeom>
                      <a:avLst/>
                      <a:gdLst>
                        <a:gd name="connsiteX0" fmla="*/ 870 w 36017"/>
                        <a:gd name="connsiteY0" fmla="*/ 0 h 58292"/>
                        <a:gd name="connsiteX1" fmla="*/ 14 w 36017"/>
                        <a:gd name="connsiteY1" fmla="*/ 7715 h 58292"/>
                        <a:gd name="connsiteX2" fmla="*/ 2013 w 36017"/>
                        <a:gd name="connsiteY2" fmla="*/ 25432 h 58292"/>
                        <a:gd name="connsiteX3" fmla="*/ 36018 w 36017"/>
                        <a:gd name="connsiteY3" fmla="*/ 58293 h 58292"/>
                        <a:gd name="connsiteX4" fmla="*/ 17825 w 36017"/>
                        <a:gd name="connsiteY4" fmla="*/ 46006 h 58292"/>
                        <a:gd name="connsiteX5" fmla="*/ 5442 w 36017"/>
                        <a:gd name="connsiteY5" fmla="*/ 28099 h 58292"/>
                        <a:gd name="connsiteX6" fmla="*/ 870 w 36017"/>
                        <a:gd name="connsiteY6" fmla="*/ 0 h 58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17" h="58292">
                          <a:moveTo>
                            <a:pt x="870" y="0"/>
                          </a:moveTo>
                          <a:cubicBezTo>
                            <a:pt x="870" y="0"/>
                            <a:pt x="204" y="3048"/>
                            <a:pt x="14" y="7715"/>
                          </a:cubicBezTo>
                          <a:cubicBezTo>
                            <a:pt x="-82" y="12383"/>
                            <a:pt x="299" y="18764"/>
                            <a:pt x="2013" y="25432"/>
                          </a:cubicBezTo>
                          <a:cubicBezTo>
                            <a:pt x="5348" y="38862"/>
                            <a:pt x="14967" y="53054"/>
                            <a:pt x="36018" y="58293"/>
                          </a:cubicBezTo>
                          <a:cubicBezTo>
                            <a:pt x="36018" y="58293"/>
                            <a:pt x="26969" y="54864"/>
                            <a:pt x="17825" y="46006"/>
                          </a:cubicBezTo>
                          <a:cubicBezTo>
                            <a:pt x="13348" y="41529"/>
                            <a:pt x="8490" y="35719"/>
                            <a:pt x="5442" y="28099"/>
                          </a:cubicBezTo>
                          <a:cubicBezTo>
                            <a:pt x="2299" y="20383"/>
                            <a:pt x="-177" y="11240"/>
                            <a:pt x="87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8" name="Forme libre : forme 13517">
                      <a:extLst>
                        <a:ext uri="{FF2B5EF4-FFF2-40B4-BE49-F238E27FC236}">
                          <a16:creationId xmlns:a16="http://schemas.microsoft.com/office/drawing/2014/main" id="{D71C352A-CEA6-4E71-98FD-14BC99A2B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6245" y="2394030"/>
                      <a:ext cx="20232" cy="23723"/>
                    </a:xfrm>
                    <a:custGeom>
                      <a:avLst/>
                      <a:gdLst>
                        <a:gd name="connsiteX0" fmla="*/ 18459 w 20232"/>
                        <a:gd name="connsiteY0" fmla="*/ 1221 h 23723"/>
                        <a:gd name="connsiteX1" fmla="*/ 15887 w 20232"/>
                        <a:gd name="connsiteY1" fmla="*/ 16651 h 23723"/>
                        <a:gd name="connsiteX2" fmla="*/ 2076 w 20232"/>
                        <a:gd name="connsiteY2" fmla="*/ 22747 h 23723"/>
                        <a:gd name="connsiteX3" fmla="*/ 4362 w 20232"/>
                        <a:gd name="connsiteY3" fmla="*/ 6745 h 23723"/>
                        <a:gd name="connsiteX4" fmla="*/ 18459 w 20232"/>
                        <a:gd name="connsiteY4" fmla="*/ 1221 h 237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232" h="23723">
                          <a:moveTo>
                            <a:pt x="18459" y="1221"/>
                          </a:moveTo>
                          <a:cubicBezTo>
                            <a:pt x="21603" y="4174"/>
                            <a:pt x="20459" y="10936"/>
                            <a:pt x="15887" y="16651"/>
                          </a:cubicBezTo>
                          <a:cubicBezTo>
                            <a:pt x="11315" y="22366"/>
                            <a:pt x="5505" y="25414"/>
                            <a:pt x="2076" y="22747"/>
                          </a:cubicBezTo>
                          <a:cubicBezTo>
                            <a:pt x="-1353" y="20176"/>
                            <a:pt x="-495" y="12841"/>
                            <a:pt x="4362" y="6745"/>
                          </a:cubicBezTo>
                          <a:cubicBezTo>
                            <a:pt x="9030" y="649"/>
                            <a:pt x="15316" y="-1637"/>
                            <a:pt x="18459" y="122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9" name="Forme libre : forme 13518">
                      <a:extLst>
                        <a:ext uri="{FF2B5EF4-FFF2-40B4-BE49-F238E27FC236}">
                          <a16:creationId xmlns:a16="http://schemas.microsoft.com/office/drawing/2014/main" id="{0EBD389C-ED72-4573-B771-6369DAC15B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19566" y="2390785"/>
                      <a:ext cx="6742" cy="7251"/>
                    </a:xfrm>
                    <a:custGeom>
                      <a:avLst/>
                      <a:gdLst>
                        <a:gd name="connsiteX0" fmla="*/ 4852 w 6742"/>
                        <a:gd name="connsiteY0" fmla="*/ 276 h 7251"/>
                        <a:gd name="connsiteX1" fmla="*/ 6471 w 6742"/>
                        <a:gd name="connsiteY1" fmla="*/ 4943 h 7251"/>
                        <a:gd name="connsiteX2" fmla="*/ 2090 w 6742"/>
                        <a:gd name="connsiteY2" fmla="*/ 7038 h 7251"/>
                        <a:gd name="connsiteX3" fmla="*/ 280 w 6742"/>
                        <a:gd name="connsiteY3" fmla="*/ 2371 h 7251"/>
                        <a:gd name="connsiteX4" fmla="*/ 4852 w 6742"/>
                        <a:gd name="connsiteY4" fmla="*/ 276 h 72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42" h="7251">
                          <a:moveTo>
                            <a:pt x="4852" y="276"/>
                          </a:moveTo>
                          <a:cubicBezTo>
                            <a:pt x="6566" y="1038"/>
                            <a:pt x="7138" y="3038"/>
                            <a:pt x="6471" y="4943"/>
                          </a:cubicBezTo>
                          <a:cubicBezTo>
                            <a:pt x="5805" y="6753"/>
                            <a:pt x="3804" y="7705"/>
                            <a:pt x="2090" y="7038"/>
                          </a:cubicBezTo>
                          <a:cubicBezTo>
                            <a:pt x="375" y="6372"/>
                            <a:pt x="-482" y="4276"/>
                            <a:pt x="280" y="2371"/>
                          </a:cubicBezTo>
                          <a:cubicBezTo>
                            <a:pt x="947" y="371"/>
                            <a:pt x="3137" y="-487"/>
                            <a:pt x="4852" y="2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0" name="Forme libre : forme 13519">
                      <a:extLst>
                        <a:ext uri="{FF2B5EF4-FFF2-40B4-BE49-F238E27FC236}">
                          <a16:creationId xmlns:a16="http://schemas.microsoft.com/office/drawing/2014/main" id="{A5300E11-57CF-44B0-A526-A1B656502A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2227" y="2354082"/>
                      <a:ext cx="75537" cy="53490"/>
                    </a:xfrm>
                    <a:custGeom>
                      <a:avLst/>
                      <a:gdLst>
                        <a:gd name="connsiteX0" fmla="*/ 42189 w 75537"/>
                        <a:gd name="connsiteY0" fmla="*/ 21 h 53490"/>
                        <a:gd name="connsiteX1" fmla="*/ 70098 w 75537"/>
                        <a:gd name="connsiteY1" fmla="*/ 10879 h 53490"/>
                        <a:gd name="connsiteX2" fmla="*/ 75241 w 75537"/>
                        <a:gd name="connsiteY2" fmla="*/ 19928 h 53490"/>
                        <a:gd name="connsiteX3" fmla="*/ 66288 w 75537"/>
                        <a:gd name="connsiteY3" fmla="*/ 23452 h 53490"/>
                        <a:gd name="connsiteX4" fmla="*/ 34665 w 75537"/>
                        <a:gd name="connsiteY4" fmla="*/ 26310 h 53490"/>
                        <a:gd name="connsiteX5" fmla="*/ 27616 w 75537"/>
                        <a:gd name="connsiteY5" fmla="*/ 32977 h 53490"/>
                        <a:gd name="connsiteX6" fmla="*/ 18186 w 75537"/>
                        <a:gd name="connsiteY6" fmla="*/ 43645 h 53490"/>
                        <a:gd name="connsiteX7" fmla="*/ 1994 w 75537"/>
                        <a:gd name="connsiteY7" fmla="*/ 51742 h 53490"/>
                        <a:gd name="connsiteX8" fmla="*/ 4185 w 75537"/>
                        <a:gd name="connsiteY8" fmla="*/ 28786 h 53490"/>
                        <a:gd name="connsiteX9" fmla="*/ 18377 w 75537"/>
                        <a:gd name="connsiteY9" fmla="*/ 8308 h 53490"/>
                        <a:gd name="connsiteX10" fmla="*/ 42189 w 75537"/>
                        <a:gd name="connsiteY10" fmla="*/ 21 h 534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5537" h="53490">
                          <a:moveTo>
                            <a:pt x="42189" y="21"/>
                          </a:moveTo>
                          <a:cubicBezTo>
                            <a:pt x="52667" y="402"/>
                            <a:pt x="61716" y="5259"/>
                            <a:pt x="70098" y="10879"/>
                          </a:cubicBezTo>
                          <a:cubicBezTo>
                            <a:pt x="73146" y="12975"/>
                            <a:pt x="76575" y="16499"/>
                            <a:pt x="75241" y="19928"/>
                          </a:cubicBezTo>
                          <a:cubicBezTo>
                            <a:pt x="74003" y="23071"/>
                            <a:pt x="69812" y="23643"/>
                            <a:pt x="66288" y="23452"/>
                          </a:cubicBezTo>
                          <a:cubicBezTo>
                            <a:pt x="55620" y="23071"/>
                            <a:pt x="44857" y="20595"/>
                            <a:pt x="34665" y="26310"/>
                          </a:cubicBezTo>
                          <a:cubicBezTo>
                            <a:pt x="33141" y="27262"/>
                            <a:pt x="30283" y="29739"/>
                            <a:pt x="27616" y="32977"/>
                          </a:cubicBezTo>
                          <a:cubicBezTo>
                            <a:pt x="24759" y="36216"/>
                            <a:pt x="21520" y="40121"/>
                            <a:pt x="18186" y="43645"/>
                          </a:cubicBezTo>
                          <a:cubicBezTo>
                            <a:pt x="11424" y="50789"/>
                            <a:pt x="5614" y="56504"/>
                            <a:pt x="1994" y="51742"/>
                          </a:cubicBezTo>
                          <a:cubicBezTo>
                            <a:pt x="-1721" y="46979"/>
                            <a:pt x="184" y="37740"/>
                            <a:pt x="4185" y="28786"/>
                          </a:cubicBezTo>
                          <a:cubicBezTo>
                            <a:pt x="7709" y="20023"/>
                            <a:pt x="14662" y="11546"/>
                            <a:pt x="18377" y="8308"/>
                          </a:cubicBezTo>
                          <a:cubicBezTo>
                            <a:pt x="25140" y="2402"/>
                            <a:pt x="34570" y="-265"/>
                            <a:pt x="42189" y="2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23" name="Graphique 1">
                    <a:extLst>
                      <a:ext uri="{FF2B5EF4-FFF2-40B4-BE49-F238E27FC236}">
                        <a16:creationId xmlns:a16="http://schemas.microsoft.com/office/drawing/2014/main" id="{60C7991E-2A41-4F60-8F24-C89D54069495}"/>
                      </a:ext>
                    </a:extLst>
                  </p:cNvPr>
                  <p:cNvGrpSpPr/>
                  <p:nvPr/>
                </p:nvGrpSpPr>
                <p:grpSpPr>
                  <a:xfrm>
                    <a:off x="7122855" y="2251329"/>
                    <a:ext cx="173497" cy="130738"/>
                    <a:chOff x="7122855" y="2251329"/>
                    <a:chExt cx="173497" cy="130738"/>
                  </a:xfrm>
                  <a:solidFill>
                    <a:schemeClr val="accent1"/>
                  </a:solidFill>
                </p:grpSpPr>
                <p:sp>
                  <p:nvSpPr>
                    <p:cNvPr id="13497" name="Forme libre : forme 13496">
                      <a:extLst>
                        <a:ext uri="{FF2B5EF4-FFF2-40B4-BE49-F238E27FC236}">
                          <a16:creationId xmlns:a16="http://schemas.microsoft.com/office/drawing/2014/main" id="{E5815EFA-D750-488C-9F7D-B524892A51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2855" y="2251329"/>
                      <a:ext cx="173497" cy="130738"/>
                    </a:xfrm>
                    <a:custGeom>
                      <a:avLst/>
                      <a:gdLst>
                        <a:gd name="connsiteX0" fmla="*/ 116530 w 173497"/>
                        <a:gd name="connsiteY0" fmla="*/ 125349 h 130738"/>
                        <a:gd name="connsiteX1" fmla="*/ 108910 w 173497"/>
                        <a:gd name="connsiteY1" fmla="*/ 125635 h 130738"/>
                        <a:gd name="connsiteX2" fmla="*/ 100528 w 173497"/>
                        <a:gd name="connsiteY2" fmla="*/ 126873 h 130738"/>
                        <a:gd name="connsiteX3" fmla="*/ 97670 w 173497"/>
                        <a:gd name="connsiteY3" fmla="*/ 127635 h 130738"/>
                        <a:gd name="connsiteX4" fmla="*/ 95574 w 173497"/>
                        <a:gd name="connsiteY4" fmla="*/ 128207 h 130738"/>
                        <a:gd name="connsiteX5" fmla="*/ 91574 w 173497"/>
                        <a:gd name="connsiteY5" fmla="*/ 129921 h 130738"/>
                        <a:gd name="connsiteX6" fmla="*/ 84050 w 173497"/>
                        <a:gd name="connsiteY6" fmla="*/ 130492 h 130738"/>
                        <a:gd name="connsiteX7" fmla="*/ 81382 w 173497"/>
                        <a:gd name="connsiteY7" fmla="*/ 129921 h 130738"/>
                        <a:gd name="connsiteX8" fmla="*/ 78525 w 173497"/>
                        <a:gd name="connsiteY8" fmla="*/ 129730 h 130738"/>
                        <a:gd name="connsiteX9" fmla="*/ 71953 w 173497"/>
                        <a:gd name="connsiteY9" fmla="*/ 128492 h 130738"/>
                        <a:gd name="connsiteX10" fmla="*/ 56713 w 173497"/>
                        <a:gd name="connsiteY10" fmla="*/ 124111 h 130738"/>
                        <a:gd name="connsiteX11" fmla="*/ 41092 w 173497"/>
                        <a:gd name="connsiteY11" fmla="*/ 115729 h 130738"/>
                        <a:gd name="connsiteX12" fmla="*/ 13755 w 173497"/>
                        <a:gd name="connsiteY12" fmla="*/ 94964 h 130738"/>
                        <a:gd name="connsiteX13" fmla="*/ 2611 w 173497"/>
                        <a:gd name="connsiteY13" fmla="*/ 80582 h 130738"/>
                        <a:gd name="connsiteX14" fmla="*/ 801 w 173497"/>
                        <a:gd name="connsiteY14" fmla="*/ 60865 h 130738"/>
                        <a:gd name="connsiteX15" fmla="*/ 4135 w 173497"/>
                        <a:gd name="connsiteY15" fmla="*/ 49625 h 130738"/>
                        <a:gd name="connsiteX16" fmla="*/ 6801 w 173497"/>
                        <a:gd name="connsiteY16" fmla="*/ 43815 h 130738"/>
                        <a:gd name="connsiteX17" fmla="*/ 10802 w 173497"/>
                        <a:gd name="connsiteY17" fmla="*/ 38291 h 130738"/>
                        <a:gd name="connsiteX18" fmla="*/ 34233 w 173497"/>
                        <a:gd name="connsiteY18" fmla="*/ 18859 h 130738"/>
                        <a:gd name="connsiteX19" fmla="*/ 55855 w 173497"/>
                        <a:gd name="connsiteY19" fmla="*/ 9620 h 130738"/>
                        <a:gd name="connsiteX20" fmla="*/ 67190 w 173497"/>
                        <a:gd name="connsiteY20" fmla="*/ 6287 h 130738"/>
                        <a:gd name="connsiteX21" fmla="*/ 77953 w 173497"/>
                        <a:gd name="connsiteY21" fmla="*/ 3715 h 130738"/>
                        <a:gd name="connsiteX22" fmla="*/ 97289 w 173497"/>
                        <a:gd name="connsiteY22" fmla="*/ 857 h 130738"/>
                        <a:gd name="connsiteX23" fmla="*/ 117673 w 173497"/>
                        <a:gd name="connsiteY23" fmla="*/ 0 h 130738"/>
                        <a:gd name="connsiteX24" fmla="*/ 145009 w 173497"/>
                        <a:gd name="connsiteY24" fmla="*/ 5905 h 130738"/>
                        <a:gd name="connsiteX25" fmla="*/ 164631 w 173497"/>
                        <a:gd name="connsiteY25" fmla="*/ 20479 h 130738"/>
                        <a:gd name="connsiteX26" fmla="*/ 173203 w 173497"/>
                        <a:gd name="connsiteY26" fmla="*/ 38671 h 130738"/>
                        <a:gd name="connsiteX27" fmla="*/ 170441 w 173497"/>
                        <a:gd name="connsiteY27" fmla="*/ 56864 h 130738"/>
                        <a:gd name="connsiteX28" fmla="*/ 156249 w 173497"/>
                        <a:gd name="connsiteY28" fmla="*/ 88392 h 130738"/>
                        <a:gd name="connsiteX29" fmla="*/ 146724 w 173497"/>
                        <a:gd name="connsiteY29" fmla="*/ 103346 h 130738"/>
                        <a:gd name="connsiteX30" fmla="*/ 135866 w 173497"/>
                        <a:gd name="connsiteY30" fmla="*/ 114967 h 130738"/>
                        <a:gd name="connsiteX31" fmla="*/ 126055 w 173497"/>
                        <a:gd name="connsiteY31" fmla="*/ 122587 h 130738"/>
                        <a:gd name="connsiteX32" fmla="*/ 116530 w 173497"/>
                        <a:gd name="connsiteY32" fmla="*/ 125349 h 1307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173497" h="130738">
                          <a:moveTo>
                            <a:pt x="116530" y="125349"/>
                          </a:moveTo>
                          <a:cubicBezTo>
                            <a:pt x="113958" y="125539"/>
                            <a:pt x="111482" y="125635"/>
                            <a:pt x="108910" y="125635"/>
                          </a:cubicBezTo>
                          <a:cubicBezTo>
                            <a:pt x="106148" y="126111"/>
                            <a:pt x="103385" y="126492"/>
                            <a:pt x="100528" y="126873"/>
                          </a:cubicBezTo>
                          <a:cubicBezTo>
                            <a:pt x="98813" y="126968"/>
                            <a:pt x="98432" y="127349"/>
                            <a:pt x="97670" y="127635"/>
                          </a:cubicBezTo>
                          <a:cubicBezTo>
                            <a:pt x="97003" y="127921"/>
                            <a:pt x="96241" y="128111"/>
                            <a:pt x="95574" y="128207"/>
                          </a:cubicBezTo>
                          <a:cubicBezTo>
                            <a:pt x="93955" y="128111"/>
                            <a:pt x="92908" y="129350"/>
                            <a:pt x="91574" y="129921"/>
                          </a:cubicBezTo>
                          <a:cubicBezTo>
                            <a:pt x="89574" y="130302"/>
                            <a:pt x="87383" y="131159"/>
                            <a:pt x="84050" y="130492"/>
                          </a:cubicBezTo>
                          <a:cubicBezTo>
                            <a:pt x="83192" y="130302"/>
                            <a:pt x="82335" y="130112"/>
                            <a:pt x="81382" y="129921"/>
                          </a:cubicBezTo>
                          <a:cubicBezTo>
                            <a:pt x="80525" y="129921"/>
                            <a:pt x="79573" y="129826"/>
                            <a:pt x="78525" y="129730"/>
                          </a:cubicBezTo>
                          <a:cubicBezTo>
                            <a:pt x="76524" y="129540"/>
                            <a:pt x="74334" y="129064"/>
                            <a:pt x="71953" y="128492"/>
                          </a:cubicBezTo>
                          <a:cubicBezTo>
                            <a:pt x="67190" y="127159"/>
                            <a:pt x="61951" y="126016"/>
                            <a:pt x="56713" y="124111"/>
                          </a:cubicBezTo>
                          <a:cubicBezTo>
                            <a:pt x="51474" y="122206"/>
                            <a:pt x="46045" y="119539"/>
                            <a:pt x="41092" y="115729"/>
                          </a:cubicBezTo>
                          <a:lnTo>
                            <a:pt x="13755" y="94964"/>
                          </a:lnTo>
                          <a:cubicBezTo>
                            <a:pt x="8802" y="91250"/>
                            <a:pt x="4992" y="86392"/>
                            <a:pt x="2611" y="80582"/>
                          </a:cubicBezTo>
                          <a:cubicBezTo>
                            <a:pt x="134" y="74771"/>
                            <a:pt x="-819" y="68008"/>
                            <a:pt x="801" y="60865"/>
                          </a:cubicBezTo>
                          <a:cubicBezTo>
                            <a:pt x="1467" y="57245"/>
                            <a:pt x="2611" y="53435"/>
                            <a:pt x="4135" y="49625"/>
                          </a:cubicBezTo>
                          <a:cubicBezTo>
                            <a:pt x="4897" y="47720"/>
                            <a:pt x="5849" y="45815"/>
                            <a:pt x="6801" y="43815"/>
                          </a:cubicBezTo>
                          <a:cubicBezTo>
                            <a:pt x="7945" y="41910"/>
                            <a:pt x="9373" y="40100"/>
                            <a:pt x="10802" y="38291"/>
                          </a:cubicBezTo>
                          <a:cubicBezTo>
                            <a:pt x="16708" y="31051"/>
                            <a:pt x="23947" y="23527"/>
                            <a:pt x="34233" y="18859"/>
                          </a:cubicBezTo>
                          <a:cubicBezTo>
                            <a:pt x="41282" y="15335"/>
                            <a:pt x="48235" y="11621"/>
                            <a:pt x="55855" y="9620"/>
                          </a:cubicBezTo>
                          <a:lnTo>
                            <a:pt x="67190" y="6287"/>
                          </a:lnTo>
                          <a:cubicBezTo>
                            <a:pt x="70905" y="5239"/>
                            <a:pt x="75001" y="4096"/>
                            <a:pt x="77953" y="3715"/>
                          </a:cubicBezTo>
                          <a:cubicBezTo>
                            <a:pt x="84335" y="2667"/>
                            <a:pt x="90812" y="1714"/>
                            <a:pt x="97289" y="857"/>
                          </a:cubicBezTo>
                          <a:cubicBezTo>
                            <a:pt x="104052" y="476"/>
                            <a:pt x="110910" y="191"/>
                            <a:pt x="117673" y="0"/>
                          </a:cubicBezTo>
                          <a:cubicBezTo>
                            <a:pt x="127484" y="381"/>
                            <a:pt x="136913" y="2096"/>
                            <a:pt x="145009" y="5905"/>
                          </a:cubicBezTo>
                          <a:cubicBezTo>
                            <a:pt x="153106" y="9906"/>
                            <a:pt x="159964" y="14288"/>
                            <a:pt x="164631" y="20479"/>
                          </a:cubicBezTo>
                          <a:cubicBezTo>
                            <a:pt x="169393" y="26384"/>
                            <a:pt x="172251" y="32575"/>
                            <a:pt x="173203" y="38671"/>
                          </a:cubicBezTo>
                          <a:cubicBezTo>
                            <a:pt x="174061" y="45053"/>
                            <a:pt x="173013" y="51149"/>
                            <a:pt x="170441" y="56864"/>
                          </a:cubicBezTo>
                          <a:lnTo>
                            <a:pt x="156249" y="88392"/>
                          </a:lnTo>
                          <a:cubicBezTo>
                            <a:pt x="153677" y="94107"/>
                            <a:pt x="150248" y="99060"/>
                            <a:pt x="146724" y="103346"/>
                          </a:cubicBezTo>
                          <a:cubicBezTo>
                            <a:pt x="143105" y="107918"/>
                            <a:pt x="139294" y="111824"/>
                            <a:pt x="135866" y="114967"/>
                          </a:cubicBezTo>
                          <a:cubicBezTo>
                            <a:pt x="132531" y="117824"/>
                            <a:pt x="129007" y="121158"/>
                            <a:pt x="126055" y="122587"/>
                          </a:cubicBezTo>
                          <a:cubicBezTo>
                            <a:pt x="122911" y="124301"/>
                            <a:pt x="119768" y="125730"/>
                            <a:pt x="116530" y="125349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8" name="Forme libre : forme 13497">
                      <a:extLst>
                        <a:ext uri="{FF2B5EF4-FFF2-40B4-BE49-F238E27FC236}">
                          <a16:creationId xmlns:a16="http://schemas.microsoft.com/office/drawing/2014/main" id="{6A2A1DE9-4BB3-41C0-BCFA-8776D0B5AB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2136" y="2330576"/>
                      <a:ext cx="127349" cy="51395"/>
                    </a:xfrm>
                    <a:custGeom>
                      <a:avLst/>
                      <a:gdLst>
                        <a:gd name="connsiteX0" fmla="*/ 50292 w 127349"/>
                        <a:gd name="connsiteY0" fmla="*/ 10763 h 51395"/>
                        <a:gd name="connsiteX1" fmla="*/ 39814 w 127349"/>
                        <a:gd name="connsiteY1" fmla="*/ 17907 h 51395"/>
                        <a:gd name="connsiteX2" fmla="*/ 28289 w 127349"/>
                        <a:gd name="connsiteY2" fmla="*/ 22955 h 51395"/>
                        <a:gd name="connsiteX3" fmla="*/ 15049 w 127349"/>
                        <a:gd name="connsiteY3" fmla="*/ 26384 h 51395"/>
                        <a:gd name="connsiteX4" fmla="*/ 0 w 127349"/>
                        <a:gd name="connsiteY4" fmla="*/ 27432 h 51395"/>
                        <a:gd name="connsiteX5" fmla="*/ 11811 w 127349"/>
                        <a:gd name="connsiteY5" fmla="*/ 36386 h 51395"/>
                        <a:gd name="connsiteX6" fmla="*/ 27432 w 127349"/>
                        <a:gd name="connsiteY6" fmla="*/ 44768 h 51395"/>
                        <a:gd name="connsiteX7" fmla="*/ 42672 w 127349"/>
                        <a:gd name="connsiteY7" fmla="*/ 49149 h 51395"/>
                        <a:gd name="connsiteX8" fmla="*/ 49244 w 127349"/>
                        <a:gd name="connsiteY8" fmla="*/ 50387 h 51395"/>
                        <a:gd name="connsiteX9" fmla="*/ 52101 w 127349"/>
                        <a:gd name="connsiteY9" fmla="*/ 50578 h 51395"/>
                        <a:gd name="connsiteX10" fmla="*/ 54769 w 127349"/>
                        <a:gd name="connsiteY10" fmla="*/ 51149 h 51395"/>
                        <a:gd name="connsiteX11" fmla="*/ 62293 w 127349"/>
                        <a:gd name="connsiteY11" fmla="*/ 50578 h 51395"/>
                        <a:gd name="connsiteX12" fmla="*/ 66294 w 127349"/>
                        <a:gd name="connsiteY12" fmla="*/ 48863 h 51395"/>
                        <a:gd name="connsiteX13" fmla="*/ 68389 w 127349"/>
                        <a:gd name="connsiteY13" fmla="*/ 48292 h 51395"/>
                        <a:gd name="connsiteX14" fmla="*/ 71247 w 127349"/>
                        <a:gd name="connsiteY14" fmla="*/ 47530 h 51395"/>
                        <a:gd name="connsiteX15" fmla="*/ 79629 w 127349"/>
                        <a:gd name="connsiteY15" fmla="*/ 46292 h 51395"/>
                        <a:gd name="connsiteX16" fmla="*/ 87249 w 127349"/>
                        <a:gd name="connsiteY16" fmla="*/ 46006 h 51395"/>
                        <a:gd name="connsiteX17" fmla="*/ 96678 w 127349"/>
                        <a:gd name="connsiteY17" fmla="*/ 43339 h 51395"/>
                        <a:gd name="connsiteX18" fmla="*/ 106489 w 127349"/>
                        <a:gd name="connsiteY18" fmla="*/ 35719 h 51395"/>
                        <a:gd name="connsiteX19" fmla="*/ 117348 w 127349"/>
                        <a:gd name="connsiteY19" fmla="*/ 24098 h 51395"/>
                        <a:gd name="connsiteX20" fmla="*/ 126873 w 127349"/>
                        <a:gd name="connsiteY20" fmla="*/ 9144 h 51395"/>
                        <a:gd name="connsiteX21" fmla="*/ 127349 w 127349"/>
                        <a:gd name="connsiteY21" fmla="*/ 8096 h 51395"/>
                        <a:gd name="connsiteX22" fmla="*/ 117729 w 127349"/>
                        <a:gd name="connsiteY22" fmla="*/ 5048 h 51395"/>
                        <a:gd name="connsiteX23" fmla="*/ 112966 w 127349"/>
                        <a:gd name="connsiteY23" fmla="*/ 3524 h 51395"/>
                        <a:gd name="connsiteX24" fmla="*/ 108013 w 127349"/>
                        <a:gd name="connsiteY24" fmla="*/ 2572 h 51395"/>
                        <a:gd name="connsiteX25" fmla="*/ 88202 w 127349"/>
                        <a:gd name="connsiteY25" fmla="*/ 0 h 51395"/>
                        <a:gd name="connsiteX26" fmla="*/ 67913 w 127349"/>
                        <a:gd name="connsiteY26" fmla="*/ 2477 h 51395"/>
                        <a:gd name="connsiteX27" fmla="*/ 50292 w 127349"/>
                        <a:gd name="connsiteY27" fmla="*/ 10763 h 51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27349" h="51395">
                          <a:moveTo>
                            <a:pt x="50292" y="10763"/>
                          </a:moveTo>
                          <a:cubicBezTo>
                            <a:pt x="46958" y="13811"/>
                            <a:pt x="43624" y="16288"/>
                            <a:pt x="39814" y="17907"/>
                          </a:cubicBezTo>
                          <a:cubicBezTo>
                            <a:pt x="36386" y="20288"/>
                            <a:pt x="32575" y="21908"/>
                            <a:pt x="28289" y="22955"/>
                          </a:cubicBezTo>
                          <a:cubicBezTo>
                            <a:pt x="24384" y="24670"/>
                            <a:pt x="19907" y="25813"/>
                            <a:pt x="15049" y="26384"/>
                          </a:cubicBezTo>
                          <a:cubicBezTo>
                            <a:pt x="10096" y="26956"/>
                            <a:pt x="5429" y="27718"/>
                            <a:pt x="0" y="27432"/>
                          </a:cubicBezTo>
                          <a:lnTo>
                            <a:pt x="11811" y="36386"/>
                          </a:lnTo>
                          <a:cubicBezTo>
                            <a:pt x="16764" y="40100"/>
                            <a:pt x="22193" y="42767"/>
                            <a:pt x="27432" y="44768"/>
                          </a:cubicBezTo>
                          <a:cubicBezTo>
                            <a:pt x="32671" y="46673"/>
                            <a:pt x="37909" y="47816"/>
                            <a:pt x="42672" y="49149"/>
                          </a:cubicBezTo>
                          <a:cubicBezTo>
                            <a:pt x="45053" y="49721"/>
                            <a:pt x="47244" y="50102"/>
                            <a:pt x="49244" y="50387"/>
                          </a:cubicBezTo>
                          <a:cubicBezTo>
                            <a:pt x="50292" y="50483"/>
                            <a:pt x="51245" y="50578"/>
                            <a:pt x="52101" y="50578"/>
                          </a:cubicBezTo>
                          <a:cubicBezTo>
                            <a:pt x="53054" y="50768"/>
                            <a:pt x="53911" y="50959"/>
                            <a:pt x="54769" y="51149"/>
                          </a:cubicBezTo>
                          <a:cubicBezTo>
                            <a:pt x="58102" y="51816"/>
                            <a:pt x="60388" y="50959"/>
                            <a:pt x="62293" y="50578"/>
                          </a:cubicBezTo>
                          <a:cubicBezTo>
                            <a:pt x="63627" y="50102"/>
                            <a:pt x="64675" y="48863"/>
                            <a:pt x="66294" y="48863"/>
                          </a:cubicBezTo>
                          <a:cubicBezTo>
                            <a:pt x="67056" y="48673"/>
                            <a:pt x="67723" y="48482"/>
                            <a:pt x="68389" y="48292"/>
                          </a:cubicBezTo>
                          <a:cubicBezTo>
                            <a:pt x="69152" y="48006"/>
                            <a:pt x="69532" y="47625"/>
                            <a:pt x="71247" y="47530"/>
                          </a:cubicBezTo>
                          <a:cubicBezTo>
                            <a:pt x="74009" y="47244"/>
                            <a:pt x="76867" y="46768"/>
                            <a:pt x="79629" y="46292"/>
                          </a:cubicBezTo>
                          <a:cubicBezTo>
                            <a:pt x="82201" y="46292"/>
                            <a:pt x="84677" y="46196"/>
                            <a:pt x="87249" y="46006"/>
                          </a:cubicBezTo>
                          <a:cubicBezTo>
                            <a:pt x="90488" y="46387"/>
                            <a:pt x="93630" y="45053"/>
                            <a:pt x="96678" y="43339"/>
                          </a:cubicBezTo>
                          <a:cubicBezTo>
                            <a:pt x="99631" y="41815"/>
                            <a:pt x="103155" y="38481"/>
                            <a:pt x="106489" y="35719"/>
                          </a:cubicBezTo>
                          <a:cubicBezTo>
                            <a:pt x="109918" y="32576"/>
                            <a:pt x="113633" y="28670"/>
                            <a:pt x="117348" y="24098"/>
                          </a:cubicBezTo>
                          <a:cubicBezTo>
                            <a:pt x="120872" y="19812"/>
                            <a:pt x="124301" y="14859"/>
                            <a:pt x="126873" y="9144"/>
                          </a:cubicBezTo>
                          <a:lnTo>
                            <a:pt x="127349" y="8096"/>
                          </a:lnTo>
                          <a:cubicBezTo>
                            <a:pt x="124206" y="6668"/>
                            <a:pt x="120872" y="6096"/>
                            <a:pt x="117729" y="5048"/>
                          </a:cubicBezTo>
                          <a:lnTo>
                            <a:pt x="112966" y="3524"/>
                          </a:lnTo>
                          <a:lnTo>
                            <a:pt x="108013" y="2572"/>
                          </a:lnTo>
                          <a:cubicBezTo>
                            <a:pt x="101632" y="857"/>
                            <a:pt x="94869" y="572"/>
                            <a:pt x="88202" y="0"/>
                          </a:cubicBezTo>
                          <a:cubicBezTo>
                            <a:pt x="81439" y="381"/>
                            <a:pt x="74580" y="476"/>
                            <a:pt x="67913" y="2477"/>
                          </a:cubicBezTo>
                          <a:cubicBezTo>
                            <a:pt x="60770" y="3905"/>
                            <a:pt x="55530" y="7525"/>
                            <a:pt x="50292" y="1076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9" name="Forme libre : forme 13498">
                      <a:extLst>
                        <a:ext uri="{FF2B5EF4-FFF2-40B4-BE49-F238E27FC236}">
                          <a16:creationId xmlns:a16="http://schemas.microsoft.com/office/drawing/2014/main" id="{125A53F4-6797-4E99-AB61-FC93871552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88803" y="2294207"/>
                      <a:ext cx="67325" cy="47715"/>
                    </a:xfrm>
                    <a:custGeom>
                      <a:avLst/>
                      <a:gdLst>
                        <a:gd name="connsiteX0" fmla="*/ 67155 w 67325"/>
                        <a:gd name="connsiteY0" fmla="*/ 23892 h 47715"/>
                        <a:gd name="connsiteX1" fmla="*/ 56392 w 67325"/>
                        <a:gd name="connsiteY1" fmla="*/ 39798 h 47715"/>
                        <a:gd name="connsiteX2" fmla="*/ 47248 w 67325"/>
                        <a:gd name="connsiteY2" fmla="*/ 44751 h 47715"/>
                        <a:gd name="connsiteX3" fmla="*/ 36485 w 67325"/>
                        <a:gd name="connsiteY3" fmla="*/ 47323 h 47715"/>
                        <a:gd name="connsiteX4" fmla="*/ 25150 w 67325"/>
                        <a:gd name="connsiteY4" fmla="*/ 47228 h 47715"/>
                        <a:gd name="connsiteX5" fmla="*/ 15910 w 67325"/>
                        <a:gd name="connsiteY5" fmla="*/ 44751 h 47715"/>
                        <a:gd name="connsiteX6" fmla="*/ 7528 w 67325"/>
                        <a:gd name="connsiteY6" fmla="*/ 39894 h 47715"/>
                        <a:gd name="connsiteX7" fmla="*/ 1528 w 67325"/>
                        <a:gd name="connsiteY7" fmla="*/ 32655 h 47715"/>
                        <a:gd name="connsiteX8" fmla="*/ 194 w 67325"/>
                        <a:gd name="connsiteY8" fmla="*/ 23034 h 47715"/>
                        <a:gd name="connsiteX9" fmla="*/ 5147 w 67325"/>
                        <a:gd name="connsiteY9" fmla="*/ 13128 h 47715"/>
                        <a:gd name="connsiteX10" fmla="*/ 16196 w 67325"/>
                        <a:gd name="connsiteY10" fmla="*/ 4651 h 47715"/>
                        <a:gd name="connsiteX11" fmla="*/ 30865 w 67325"/>
                        <a:gd name="connsiteY11" fmla="*/ 460 h 47715"/>
                        <a:gd name="connsiteX12" fmla="*/ 46200 w 67325"/>
                        <a:gd name="connsiteY12" fmla="*/ 1222 h 47715"/>
                        <a:gd name="connsiteX13" fmla="*/ 58392 w 67325"/>
                        <a:gd name="connsiteY13" fmla="*/ 6461 h 47715"/>
                        <a:gd name="connsiteX14" fmla="*/ 67155 w 67325"/>
                        <a:gd name="connsiteY14" fmla="*/ 23892 h 4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7325" h="47715">
                          <a:moveTo>
                            <a:pt x="67155" y="23892"/>
                          </a:moveTo>
                          <a:cubicBezTo>
                            <a:pt x="66203" y="30178"/>
                            <a:pt x="61726" y="35893"/>
                            <a:pt x="56392" y="39798"/>
                          </a:cubicBezTo>
                          <a:cubicBezTo>
                            <a:pt x="53725" y="41608"/>
                            <a:pt x="50677" y="43227"/>
                            <a:pt x="47248" y="44751"/>
                          </a:cubicBezTo>
                          <a:cubicBezTo>
                            <a:pt x="43914" y="46275"/>
                            <a:pt x="40390" y="46466"/>
                            <a:pt x="36485" y="47323"/>
                          </a:cubicBezTo>
                          <a:cubicBezTo>
                            <a:pt x="32674" y="47990"/>
                            <a:pt x="28674" y="47704"/>
                            <a:pt x="25150" y="47228"/>
                          </a:cubicBezTo>
                          <a:cubicBezTo>
                            <a:pt x="22007" y="46942"/>
                            <a:pt x="18958" y="46085"/>
                            <a:pt x="15910" y="44751"/>
                          </a:cubicBezTo>
                          <a:cubicBezTo>
                            <a:pt x="12863" y="43227"/>
                            <a:pt x="9910" y="41608"/>
                            <a:pt x="7528" y="39894"/>
                          </a:cubicBezTo>
                          <a:cubicBezTo>
                            <a:pt x="5052" y="37989"/>
                            <a:pt x="2957" y="35608"/>
                            <a:pt x="1528" y="32655"/>
                          </a:cubicBezTo>
                          <a:cubicBezTo>
                            <a:pt x="99" y="29702"/>
                            <a:pt x="-282" y="26463"/>
                            <a:pt x="194" y="23034"/>
                          </a:cubicBezTo>
                          <a:cubicBezTo>
                            <a:pt x="671" y="19510"/>
                            <a:pt x="2385" y="16081"/>
                            <a:pt x="5147" y="13128"/>
                          </a:cubicBezTo>
                          <a:cubicBezTo>
                            <a:pt x="7910" y="10080"/>
                            <a:pt x="11625" y="7128"/>
                            <a:pt x="16196" y="4651"/>
                          </a:cubicBezTo>
                          <a:cubicBezTo>
                            <a:pt x="20578" y="2460"/>
                            <a:pt x="25531" y="1222"/>
                            <a:pt x="30865" y="460"/>
                          </a:cubicBezTo>
                          <a:cubicBezTo>
                            <a:pt x="36103" y="-588"/>
                            <a:pt x="41533" y="365"/>
                            <a:pt x="46200" y="1222"/>
                          </a:cubicBezTo>
                          <a:cubicBezTo>
                            <a:pt x="50868" y="2079"/>
                            <a:pt x="55059" y="3984"/>
                            <a:pt x="58392" y="6461"/>
                          </a:cubicBezTo>
                          <a:cubicBezTo>
                            <a:pt x="65060" y="11223"/>
                            <a:pt x="68108" y="17319"/>
                            <a:pt x="67155" y="23892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0" name="Forme libre : forme 13499">
                      <a:extLst>
                        <a:ext uri="{FF2B5EF4-FFF2-40B4-BE49-F238E27FC236}">
                          <a16:creationId xmlns:a16="http://schemas.microsoft.com/office/drawing/2014/main" id="{7D7D305D-1D3C-437B-9401-4EC3049DBC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88732" y="2302859"/>
                      <a:ext cx="48938" cy="38968"/>
                    </a:xfrm>
                    <a:custGeom>
                      <a:avLst/>
                      <a:gdLst>
                        <a:gd name="connsiteX0" fmla="*/ 9981 w 48938"/>
                        <a:gd name="connsiteY0" fmla="*/ 0 h 38968"/>
                        <a:gd name="connsiteX1" fmla="*/ 837 w 48938"/>
                        <a:gd name="connsiteY1" fmla="*/ 11716 h 38968"/>
                        <a:gd name="connsiteX2" fmla="*/ 1504 w 48938"/>
                        <a:gd name="connsiteY2" fmla="*/ 23908 h 38968"/>
                        <a:gd name="connsiteX3" fmla="*/ 7505 w 48938"/>
                        <a:gd name="connsiteY3" fmla="*/ 31147 h 38968"/>
                        <a:gd name="connsiteX4" fmla="*/ 15887 w 48938"/>
                        <a:gd name="connsiteY4" fmla="*/ 36004 h 38968"/>
                        <a:gd name="connsiteX5" fmla="*/ 25126 w 48938"/>
                        <a:gd name="connsiteY5" fmla="*/ 38481 h 38968"/>
                        <a:gd name="connsiteX6" fmla="*/ 36461 w 48938"/>
                        <a:gd name="connsiteY6" fmla="*/ 38576 h 38968"/>
                        <a:gd name="connsiteX7" fmla="*/ 48939 w 48938"/>
                        <a:gd name="connsiteY7" fmla="*/ 35242 h 38968"/>
                        <a:gd name="connsiteX8" fmla="*/ 41795 w 48938"/>
                        <a:gd name="connsiteY8" fmla="*/ 33814 h 38968"/>
                        <a:gd name="connsiteX9" fmla="*/ 22269 w 48938"/>
                        <a:gd name="connsiteY9" fmla="*/ 19907 h 38968"/>
                        <a:gd name="connsiteX10" fmla="*/ 9981 w 48938"/>
                        <a:gd name="connsiteY10" fmla="*/ 0 h 38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8938" h="38968">
                          <a:moveTo>
                            <a:pt x="9981" y="0"/>
                          </a:moveTo>
                          <a:cubicBezTo>
                            <a:pt x="5409" y="3715"/>
                            <a:pt x="2076" y="7239"/>
                            <a:pt x="837" y="11716"/>
                          </a:cubicBezTo>
                          <a:cubicBezTo>
                            <a:pt x="-496" y="16097"/>
                            <a:pt x="-210" y="20193"/>
                            <a:pt x="1504" y="23908"/>
                          </a:cubicBezTo>
                          <a:cubicBezTo>
                            <a:pt x="2933" y="26860"/>
                            <a:pt x="5028" y="29242"/>
                            <a:pt x="7505" y="31147"/>
                          </a:cubicBezTo>
                          <a:cubicBezTo>
                            <a:pt x="9886" y="32956"/>
                            <a:pt x="12839" y="34576"/>
                            <a:pt x="15887" y="36004"/>
                          </a:cubicBezTo>
                          <a:cubicBezTo>
                            <a:pt x="18935" y="37338"/>
                            <a:pt x="22078" y="38290"/>
                            <a:pt x="25126" y="38481"/>
                          </a:cubicBezTo>
                          <a:cubicBezTo>
                            <a:pt x="28555" y="38957"/>
                            <a:pt x="32556" y="39243"/>
                            <a:pt x="36461" y="38576"/>
                          </a:cubicBezTo>
                          <a:cubicBezTo>
                            <a:pt x="41033" y="37719"/>
                            <a:pt x="45128" y="37243"/>
                            <a:pt x="48939" y="35242"/>
                          </a:cubicBezTo>
                          <a:cubicBezTo>
                            <a:pt x="46557" y="35242"/>
                            <a:pt x="44176" y="34861"/>
                            <a:pt x="41795" y="33814"/>
                          </a:cubicBezTo>
                          <a:cubicBezTo>
                            <a:pt x="35223" y="30575"/>
                            <a:pt x="28269" y="26194"/>
                            <a:pt x="22269" y="19907"/>
                          </a:cubicBezTo>
                          <a:cubicBezTo>
                            <a:pt x="16744" y="14573"/>
                            <a:pt x="11505" y="7810"/>
                            <a:pt x="9981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1" name="Forme libre : forme 13500">
                      <a:extLst>
                        <a:ext uri="{FF2B5EF4-FFF2-40B4-BE49-F238E27FC236}">
                          <a16:creationId xmlns:a16="http://schemas.microsoft.com/office/drawing/2014/main" id="{FCD1E4B1-9827-4B9C-815A-CF4018A3BC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93934" y="2299158"/>
                      <a:ext cx="64684" cy="47597"/>
                    </a:xfrm>
                    <a:custGeom>
                      <a:avLst/>
                      <a:gdLst>
                        <a:gd name="connsiteX0" fmla="*/ 64405 w 64684"/>
                        <a:gd name="connsiteY0" fmla="*/ 24847 h 47597"/>
                        <a:gd name="connsiteX1" fmla="*/ 60595 w 64684"/>
                        <a:gd name="connsiteY1" fmla="*/ 33514 h 47597"/>
                        <a:gd name="connsiteX2" fmla="*/ 53642 w 64684"/>
                        <a:gd name="connsiteY2" fmla="*/ 40372 h 47597"/>
                        <a:gd name="connsiteX3" fmla="*/ 44879 w 64684"/>
                        <a:gd name="connsiteY3" fmla="*/ 44944 h 47597"/>
                        <a:gd name="connsiteX4" fmla="*/ 34592 w 64684"/>
                        <a:gd name="connsiteY4" fmla="*/ 47230 h 47597"/>
                        <a:gd name="connsiteX5" fmla="*/ 23638 w 64684"/>
                        <a:gd name="connsiteY5" fmla="*/ 46945 h 47597"/>
                        <a:gd name="connsiteX6" fmla="*/ 14780 w 64684"/>
                        <a:gd name="connsiteY6" fmla="*/ 44087 h 47597"/>
                        <a:gd name="connsiteX7" fmla="*/ 6874 w 64684"/>
                        <a:gd name="connsiteY7" fmla="*/ 38467 h 47597"/>
                        <a:gd name="connsiteX8" fmla="*/ 1350 w 64684"/>
                        <a:gd name="connsiteY8" fmla="*/ 30943 h 47597"/>
                        <a:gd name="connsiteX9" fmla="*/ 302 w 64684"/>
                        <a:gd name="connsiteY9" fmla="*/ 21322 h 47597"/>
                        <a:gd name="connsiteX10" fmla="*/ 5351 w 64684"/>
                        <a:gd name="connsiteY10" fmla="*/ 11988 h 47597"/>
                        <a:gd name="connsiteX11" fmla="*/ 15923 w 64684"/>
                        <a:gd name="connsiteY11" fmla="*/ 4082 h 47597"/>
                        <a:gd name="connsiteX12" fmla="*/ 30115 w 64684"/>
                        <a:gd name="connsiteY12" fmla="*/ 82 h 47597"/>
                        <a:gd name="connsiteX13" fmla="*/ 44974 w 64684"/>
                        <a:gd name="connsiteY13" fmla="*/ 1320 h 47597"/>
                        <a:gd name="connsiteX14" fmla="*/ 56594 w 64684"/>
                        <a:gd name="connsiteY14" fmla="*/ 7035 h 47597"/>
                        <a:gd name="connsiteX15" fmla="*/ 63357 w 64684"/>
                        <a:gd name="connsiteY15" fmla="*/ 15322 h 47597"/>
                        <a:gd name="connsiteX16" fmla="*/ 64405 w 64684"/>
                        <a:gd name="connsiteY16" fmla="*/ 24847 h 475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64684" h="47597">
                          <a:moveTo>
                            <a:pt x="64405" y="24847"/>
                          </a:moveTo>
                          <a:cubicBezTo>
                            <a:pt x="63834" y="28085"/>
                            <a:pt x="62405" y="30943"/>
                            <a:pt x="60595" y="33514"/>
                          </a:cubicBezTo>
                          <a:cubicBezTo>
                            <a:pt x="58786" y="35896"/>
                            <a:pt x="56309" y="38467"/>
                            <a:pt x="53642" y="40372"/>
                          </a:cubicBezTo>
                          <a:cubicBezTo>
                            <a:pt x="50975" y="42468"/>
                            <a:pt x="48118" y="43611"/>
                            <a:pt x="44879" y="44944"/>
                          </a:cubicBezTo>
                          <a:cubicBezTo>
                            <a:pt x="41641" y="46278"/>
                            <a:pt x="38211" y="47040"/>
                            <a:pt x="34592" y="47230"/>
                          </a:cubicBezTo>
                          <a:cubicBezTo>
                            <a:pt x="30877" y="47802"/>
                            <a:pt x="27163" y="47707"/>
                            <a:pt x="23638" y="46945"/>
                          </a:cubicBezTo>
                          <a:cubicBezTo>
                            <a:pt x="19923" y="46087"/>
                            <a:pt x="17733" y="45611"/>
                            <a:pt x="14780" y="44087"/>
                          </a:cubicBezTo>
                          <a:cubicBezTo>
                            <a:pt x="12018" y="42658"/>
                            <a:pt x="9256" y="40753"/>
                            <a:pt x="6874" y="38467"/>
                          </a:cubicBezTo>
                          <a:cubicBezTo>
                            <a:pt x="4493" y="36277"/>
                            <a:pt x="2588" y="33991"/>
                            <a:pt x="1350" y="30943"/>
                          </a:cubicBezTo>
                          <a:cubicBezTo>
                            <a:pt x="111" y="27990"/>
                            <a:pt x="-365" y="24561"/>
                            <a:pt x="302" y="21322"/>
                          </a:cubicBezTo>
                          <a:cubicBezTo>
                            <a:pt x="969" y="18179"/>
                            <a:pt x="2683" y="15036"/>
                            <a:pt x="5351" y="11988"/>
                          </a:cubicBezTo>
                          <a:cubicBezTo>
                            <a:pt x="8017" y="9130"/>
                            <a:pt x="11732" y="5701"/>
                            <a:pt x="15923" y="4082"/>
                          </a:cubicBezTo>
                          <a:cubicBezTo>
                            <a:pt x="20114" y="2272"/>
                            <a:pt x="24972" y="844"/>
                            <a:pt x="30115" y="82"/>
                          </a:cubicBezTo>
                          <a:cubicBezTo>
                            <a:pt x="35354" y="-204"/>
                            <a:pt x="40497" y="272"/>
                            <a:pt x="44974" y="1320"/>
                          </a:cubicBezTo>
                          <a:cubicBezTo>
                            <a:pt x="49546" y="2368"/>
                            <a:pt x="53547" y="4749"/>
                            <a:pt x="56594" y="7035"/>
                          </a:cubicBezTo>
                          <a:cubicBezTo>
                            <a:pt x="59738" y="9511"/>
                            <a:pt x="62024" y="11988"/>
                            <a:pt x="63357" y="15322"/>
                          </a:cubicBezTo>
                          <a:cubicBezTo>
                            <a:pt x="64691" y="18370"/>
                            <a:pt x="64977" y="21608"/>
                            <a:pt x="64405" y="2484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2" name="Forme libre : forme 13501">
                      <a:extLst>
                        <a:ext uri="{FF2B5EF4-FFF2-40B4-BE49-F238E27FC236}">
                          <a16:creationId xmlns:a16="http://schemas.microsoft.com/office/drawing/2014/main" id="{07962CCE-A7A4-4E03-817E-3D79248C88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8400" y="2299144"/>
                      <a:ext cx="94249" cy="70561"/>
                    </a:xfrm>
                    <a:custGeom>
                      <a:avLst/>
                      <a:gdLst>
                        <a:gd name="connsiteX0" fmla="*/ 20595 w 94249"/>
                        <a:gd name="connsiteY0" fmla="*/ 45530 h 70561"/>
                        <a:gd name="connsiteX1" fmla="*/ 36598 w 94249"/>
                        <a:gd name="connsiteY1" fmla="*/ 60388 h 70561"/>
                        <a:gd name="connsiteX2" fmla="*/ 53076 w 94249"/>
                        <a:gd name="connsiteY2" fmla="*/ 67532 h 70561"/>
                        <a:gd name="connsiteX3" fmla="*/ 59933 w 94249"/>
                        <a:gd name="connsiteY3" fmla="*/ 69437 h 70561"/>
                        <a:gd name="connsiteX4" fmla="*/ 65553 w 94249"/>
                        <a:gd name="connsiteY4" fmla="*/ 70199 h 70561"/>
                        <a:gd name="connsiteX5" fmla="*/ 69744 w 94249"/>
                        <a:gd name="connsiteY5" fmla="*/ 70485 h 70561"/>
                        <a:gd name="connsiteX6" fmla="*/ 71650 w 94249"/>
                        <a:gd name="connsiteY6" fmla="*/ 70009 h 70561"/>
                        <a:gd name="connsiteX7" fmla="*/ 74602 w 94249"/>
                        <a:gd name="connsiteY7" fmla="*/ 69532 h 70561"/>
                        <a:gd name="connsiteX8" fmla="*/ 85651 w 94249"/>
                        <a:gd name="connsiteY8" fmla="*/ 63817 h 70561"/>
                        <a:gd name="connsiteX9" fmla="*/ 92319 w 94249"/>
                        <a:gd name="connsiteY9" fmla="*/ 54483 h 70561"/>
                        <a:gd name="connsiteX10" fmla="*/ 93748 w 94249"/>
                        <a:gd name="connsiteY10" fmla="*/ 42386 h 70561"/>
                        <a:gd name="connsiteX11" fmla="*/ 83556 w 94249"/>
                        <a:gd name="connsiteY11" fmla="*/ 31528 h 70561"/>
                        <a:gd name="connsiteX12" fmla="*/ 67649 w 94249"/>
                        <a:gd name="connsiteY12" fmla="*/ 21336 h 70561"/>
                        <a:gd name="connsiteX13" fmla="*/ 50980 w 94249"/>
                        <a:gd name="connsiteY13" fmla="*/ 10668 h 70561"/>
                        <a:gd name="connsiteX14" fmla="*/ 28787 w 94249"/>
                        <a:gd name="connsiteY14" fmla="*/ 667 h 70561"/>
                        <a:gd name="connsiteX15" fmla="*/ 14500 w 94249"/>
                        <a:gd name="connsiteY15" fmla="*/ 762 h 70561"/>
                        <a:gd name="connsiteX16" fmla="*/ 2974 w 94249"/>
                        <a:gd name="connsiteY16" fmla="*/ 8858 h 70561"/>
                        <a:gd name="connsiteX17" fmla="*/ 5641 w 94249"/>
                        <a:gd name="connsiteY17" fmla="*/ 29813 h 70561"/>
                        <a:gd name="connsiteX18" fmla="*/ 20595 w 94249"/>
                        <a:gd name="connsiteY18" fmla="*/ 45530 h 70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94249" h="70561">
                          <a:moveTo>
                            <a:pt x="20595" y="45530"/>
                          </a:moveTo>
                          <a:cubicBezTo>
                            <a:pt x="25358" y="51149"/>
                            <a:pt x="30597" y="56769"/>
                            <a:pt x="36598" y="60388"/>
                          </a:cubicBezTo>
                          <a:cubicBezTo>
                            <a:pt x="42408" y="64008"/>
                            <a:pt x="48313" y="66484"/>
                            <a:pt x="53076" y="67532"/>
                          </a:cubicBezTo>
                          <a:cubicBezTo>
                            <a:pt x="55362" y="67818"/>
                            <a:pt x="57933" y="69056"/>
                            <a:pt x="59933" y="69437"/>
                          </a:cubicBezTo>
                          <a:cubicBezTo>
                            <a:pt x="62029" y="70104"/>
                            <a:pt x="63648" y="69723"/>
                            <a:pt x="65553" y="70199"/>
                          </a:cubicBezTo>
                          <a:cubicBezTo>
                            <a:pt x="67077" y="70485"/>
                            <a:pt x="68506" y="70676"/>
                            <a:pt x="69744" y="70485"/>
                          </a:cubicBezTo>
                          <a:cubicBezTo>
                            <a:pt x="70411" y="70390"/>
                            <a:pt x="70983" y="70294"/>
                            <a:pt x="71650" y="70009"/>
                          </a:cubicBezTo>
                          <a:cubicBezTo>
                            <a:pt x="72602" y="69913"/>
                            <a:pt x="73649" y="69723"/>
                            <a:pt x="74602" y="69532"/>
                          </a:cubicBezTo>
                          <a:cubicBezTo>
                            <a:pt x="78603" y="68675"/>
                            <a:pt x="82413" y="66389"/>
                            <a:pt x="85651" y="63817"/>
                          </a:cubicBezTo>
                          <a:cubicBezTo>
                            <a:pt x="88128" y="61722"/>
                            <a:pt x="90604" y="58198"/>
                            <a:pt x="92319" y="54483"/>
                          </a:cubicBezTo>
                          <a:cubicBezTo>
                            <a:pt x="93938" y="50863"/>
                            <a:pt x="94891" y="46577"/>
                            <a:pt x="93748" y="42386"/>
                          </a:cubicBezTo>
                          <a:cubicBezTo>
                            <a:pt x="92414" y="36957"/>
                            <a:pt x="87842" y="34480"/>
                            <a:pt x="83556" y="31528"/>
                          </a:cubicBezTo>
                          <a:cubicBezTo>
                            <a:pt x="78412" y="27908"/>
                            <a:pt x="73078" y="24955"/>
                            <a:pt x="67649" y="21336"/>
                          </a:cubicBezTo>
                          <a:cubicBezTo>
                            <a:pt x="62219" y="17526"/>
                            <a:pt x="56791" y="14192"/>
                            <a:pt x="50980" y="10668"/>
                          </a:cubicBezTo>
                          <a:cubicBezTo>
                            <a:pt x="46123" y="7715"/>
                            <a:pt x="37931" y="1905"/>
                            <a:pt x="28787" y="667"/>
                          </a:cubicBezTo>
                          <a:cubicBezTo>
                            <a:pt x="24119" y="-191"/>
                            <a:pt x="19167" y="-286"/>
                            <a:pt x="14500" y="762"/>
                          </a:cubicBezTo>
                          <a:cubicBezTo>
                            <a:pt x="10022" y="2096"/>
                            <a:pt x="6022" y="4858"/>
                            <a:pt x="2974" y="8858"/>
                          </a:cubicBezTo>
                          <a:cubicBezTo>
                            <a:pt x="-2741" y="16002"/>
                            <a:pt x="688" y="23527"/>
                            <a:pt x="5641" y="29813"/>
                          </a:cubicBezTo>
                          <a:cubicBezTo>
                            <a:pt x="10689" y="36005"/>
                            <a:pt x="17262" y="41624"/>
                            <a:pt x="20595" y="4553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3" name="Forme libre : forme 13502">
                      <a:extLst>
                        <a:ext uri="{FF2B5EF4-FFF2-40B4-BE49-F238E27FC236}">
                          <a16:creationId xmlns:a16="http://schemas.microsoft.com/office/drawing/2014/main" id="{680477CF-56DF-4BDB-A2C9-BDE1577858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6128" y="2288234"/>
                      <a:ext cx="27395" cy="32560"/>
                    </a:xfrm>
                    <a:custGeom>
                      <a:avLst/>
                      <a:gdLst>
                        <a:gd name="connsiteX0" fmla="*/ 9 w 27395"/>
                        <a:gd name="connsiteY0" fmla="*/ 25198 h 32560"/>
                        <a:gd name="connsiteX1" fmla="*/ 1248 w 27395"/>
                        <a:gd name="connsiteY1" fmla="*/ 30531 h 32560"/>
                        <a:gd name="connsiteX2" fmla="*/ 6105 w 27395"/>
                        <a:gd name="connsiteY2" fmla="*/ 32436 h 32560"/>
                        <a:gd name="connsiteX3" fmla="*/ 10773 w 27395"/>
                        <a:gd name="connsiteY3" fmla="*/ 29389 h 32560"/>
                        <a:gd name="connsiteX4" fmla="*/ 21250 w 27395"/>
                        <a:gd name="connsiteY4" fmla="*/ 18816 h 32560"/>
                        <a:gd name="connsiteX5" fmla="*/ 25155 w 27395"/>
                        <a:gd name="connsiteY5" fmla="*/ 14339 h 32560"/>
                        <a:gd name="connsiteX6" fmla="*/ 15344 w 27395"/>
                        <a:gd name="connsiteY6" fmla="*/ 1480 h 32560"/>
                        <a:gd name="connsiteX7" fmla="*/ 9 w 27395"/>
                        <a:gd name="connsiteY7" fmla="*/ 25198 h 32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395" h="32560">
                          <a:moveTo>
                            <a:pt x="9" y="25198"/>
                          </a:moveTo>
                          <a:cubicBezTo>
                            <a:pt x="9" y="27102"/>
                            <a:pt x="200" y="29103"/>
                            <a:pt x="1248" y="30531"/>
                          </a:cubicBezTo>
                          <a:cubicBezTo>
                            <a:pt x="2295" y="31960"/>
                            <a:pt x="4200" y="32913"/>
                            <a:pt x="6105" y="32436"/>
                          </a:cubicBezTo>
                          <a:cubicBezTo>
                            <a:pt x="7820" y="31865"/>
                            <a:pt x="9344" y="30627"/>
                            <a:pt x="10773" y="29389"/>
                          </a:cubicBezTo>
                          <a:cubicBezTo>
                            <a:pt x="14392" y="26150"/>
                            <a:pt x="17916" y="22626"/>
                            <a:pt x="21250" y="18816"/>
                          </a:cubicBezTo>
                          <a:cubicBezTo>
                            <a:pt x="22679" y="17196"/>
                            <a:pt x="24203" y="16053"/>
                            <a:pt x="25155" y="14339"/>
                          </a:cubicBezTo>
                          <a:cubicBezTo>
                            <a:pt x="29442" y="7576"/>
                            <a:pt x="28299" y="-4140"/>
                            <a:pt x="15344" y="1480"/>
                          </a:cubicBezTo>
                          <a:cubicBezTo>
                            <a:pt x="6105" y="7290"/>
                            <a:pt x="-276" y="17006"/>
                            <a:pt x="9" y="2519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4" name="Forme libre : forme 13503">
                      <a:extLst>
                        <a:ext uri="{FF2B5EF4-FFF2-40B4-BE49-F238E27FC236}">
                          <a16:creationId xmlns:a16="http://schemas.microsoft.com/office/drawing/2014/main" id="{D7A3828A-7D6F-493A-BF99-EEA02A8B9D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051" y="2333434"/>
                      <a:ext cx="37337" cy="40576"/>
                    </a:xfrm>
                    <a:custGeom>
                      <a:avLst/>
                      <a:gdLst>
                        <a:gd name="connsiteX0" fmla="*/ 37338 w 37337"/>
                        <a:gd name="connsiteY0" fmla="*/ 0 h 40576"/>
                        <a:gd name="connsiteX1" fmla="*/ 34861 w 37337"/>
                        <a:gd name="connsiteY1" fmla="*/ 5334 h 40576"/>
                        <a:gd name="connsiteX2" fmla="*/ 26956 w 37337"/>
                        <a:gd name="connsiteY2" fmla="*/ 17240 h 40576"/>
                        <a:gd name="connsiteX3" fmla="*/ 14954 w 37337"/>
                        <a:gd name="connsiteY3" fmla="*/ 30194 h 40576"/>
                        <a:gd name="connsiteX4" fmla="*/ 8001 w 37337"/>
                        <a:gd name="connsiteY4" fmla="*/ 35814 h 40576"/>
                        <a:gd name="connsiteX5" fmla="*/ 0 w 37337"/>
                        <a:gd name="connsiteY5" fmla="*/ 40577 h 40576"/>
                        <a:gd name="connsiteX6" fmla="*/ 2857 w 37337"/>
                        <a:gd name="connsiteY6" fmla="*/ 38576 h 40576"/>
                        <a:gd name="connsiteX7" fmla="*/ 10573 w 37337"/>
                        <a:gd name="connsiteY7" fmla="*/ 31528 h 40576"/>
                        <a:gd name="connsiteX8" fmla="*/ 22384 w 37337"/>
                        <a:gd name="connsiteY8" fmla="*/ 19241 h 40576"/>
                        <a:gd name="connsiteX9" fmla="*/ 37338 w 37337"/>
                        <a:gd name="connsiteY9" fmla="*/ 0 h 40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337" h="40576">
                          <a:moveTo>
                            <a:pt x="37338" y="0"/>
                          </a:moveTo>
                          <a:cubicBezTo>
                            <a:pt x="37338" y="0"/>
                            <a:pt x="36576" y="2096"/>
                            <a:pt x="34861" y="5334"/>
                          </a:cubicBezTo>
                          <a:cubicBezTo>
                            <a:pt x="33147" y="8573"/>
                            <a:pt x="30385" y="12764"/>
                            <a:pt x="26956" y="17240"/>
                          </a:cubicBezTo>
                          <a:cubicBezTo>
                            <a:pt x="23432" y="21812"/>
                            <a:pt x="19526" y="25717"/>
                            <a:pt x="14954" y="30194"/>
                          </a:cubicBezTo>
                          <a:cubicBezTo>
                            <a:pt x="12668" y="32385"/>
                            <a:pt x="10383" y="34290"/>
                            <a:pt x="8001" y="35814"/>
                          </a:cubicBezTo>
                          <a:cubicBezTo>
                            <a:pt x="5429" y="37814"/>
                            <a:pt x="2762" y="39529"/>
                            <a:pt x="0" y="40577"/>
                          </a:cubicBezTo>
                          <a:cubicBezTo>
                            <a:pt x="0" y="40577"/>
                            <a:pt x="1048" y="40005"/>
                            <a:pt x="2857" y="38576"/>
                          </a:cubicBezTo>
                          <a:cubicBezTo>
                            <a:pt x="4572" y="37338"/>
                            <a:pt x="7430" y="34385"/>
                            <a:pt x="10573" y="31528"/>
                          </a:cubicBezTo>
                          <a:cubicBezTo>
                            <a:pt x="13716" y="28670"/>
                            <a:pt x="17907" y="23908"/>
                            <a:pt x="22384" y="19241"/>
                          </a:cubicBezTo>
                          <a:cubicBezTo>
                            <a:pt x="26861" y="14288"/>
                            <a:pt x="32099" y="8001"/>
                            <a:pt x="3733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5" name="Forme libre : forme 13504">
                      <a:extLst>
                        <a:ext uri="{FF2B5EF4-FFF2-40B4-BE49-F238E27FC236}">
                          <a16:creationId xmlns:a16="http://schemas.microsoft.com/office/drawing/2014/main" id="{E0A15B50-3FC6-4C16-AFD2-5E65D35615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9466" y="2271331"/>
                      <a:ext cx="33718" cy="74771"/>
                    </a:xfrm>
                    <a:custGeom>
                      <a:avLst/>
                      <a:gdLst>
                        <a:gd name="connsiteX0" fmla="*/ 33718 w 33718"/>
                        <a:gd name="connsiteY0" fmla="*/ 0 h 74771"/>
                        <a:gd name="connsiteX1" fmla="*/ 24193 w 33718"/>
                        <a:gd name="connsiteY1" fmla="*/ 5905 h 74771"/>
                        <a:gd name="connsiteX2" fmla="*/ 7429 w 33718"/>
                        <a:gd name="connsiteY2" fmla="*/ 23908 h 74771"/>
                        <a:gd name="connsiteX3" fmla="*/ 0 w 33718"/>
                        <a:gd name="connsiteY3" fmla="*/ 49435 h 74771"/>
                        <a:gd name="connsiteX4" fmla="*/ 12096 w 33718"/>
                        <a:gd name="connsiteY4" fmla="*/ 74771 h 74771"/>
                        <a:gd name="connsiteX5" fmla="*/ 8667 w 33718"/>
                        <a:gd name="connsiteY5" fmla="*/ 69247 h 74771"/>
                        <a:gd name="connsiteX6" fmla="*/ 3810 w 33718"/>
                        <a:gd name="connsiteY6" fmla="*/ 53435 h 74771"/>
                        <a:gd name="connsiteX7" fmla="*/ 7620 w 33718"/>
                        <a:gd name="connsiteY7" fmla="*/ 28575 h 74771"/>
                        <a:gd name="connsiteX8" fmla="*/ 33718 w 33718"/>
                        <a:gd name="connsiteY8" fmla="*/ 0 h 74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718" h="74771">
                          <a:moveTo>
                            <a:pt x="33718" y="0"/>
                          </a:moveTo>
                          <a:cubicBezTo>
                            <a:pt x="33718" y="0"/>
                            <a:pt x="29718" y="2000"/>
                            <a:pt x="24193" y="5905"/>
                          </a:cubicBezTo>
                          <a:cubicBezTo>
                            <a:pt x="18479" y="9620"/>
                            <a:pt x="12668" y="16478"/>
                            <a:pt x="7429" y="23908"/>
                          </a:cubicBezTo>
                          <a:cubicBezTo>
                            <a:pt x="2191" y="31432"/>
                            <a:pt x="0" y="40767"/>
                            <a:pt x="0" y="49435"/>
                          </a:cubicBezTo>
                          <a:cubicBezTo>
                            <a:pt x="0" y="58198"/>
                            <a:pt x="4476" y="66961"/>
                            <a:pt x="12096" y="74771"/>
                          </a:cubicBezTo>
                          <a:cubicBezTo>
                            <a:pt x="12096" y="74771"/>
                            <a:pt x="10573" y="72866"/>
                            <a:pt x="8667" y="69247"/>
                          </a:cubicBezTo>
                          <a:cubicBezTo>
                            <a:pt x="6858" y="65627"/>
                            <a:pt x="4381" y="60198"/>
                            <a:pt x="3810" y="53435"/>
                          </a:cubicBezTo>
                          <a:cubicBezTo>
                            <a:pt x="3238" y="46672"/>
                            <a:pt x="3620" y="38100"/>
                            <a:pt x="7620" y="28575"/>
                          </a:cubicBezTo>
                          <a:cubicBezTo>
                            <a:pt x="12192" y="19431"/>
                            <a:pt x="19526" y="8382"/>
                            <a:pt x="3371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6" name="Forme libre : forme 13505">
                      <a:extLst>
                        <a:ext uri="{FF2B5EF4-FFF2-40B4-BE49-F238E27FC236}">
                          <a16:creationId xmlns:a16="http://schemas.microsoft.com/office/drawing/2014/main" id="{D352839E-79F1-4D95-9B55-EAD967ECEA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14532" y="2298931"/>
                      <a:ext cx="27463" cy="16198"/>
                    </a:xfrm>
                    <a:custGeom>
                      <a:avLst/>
                      <a:gdLst>
                        <a:gd name="connsiteX0" fmla="*/ 27139 w 27463"/>
                        <a:gd name="connsiteY0" fmla="*/ 11739 h 16198"/>
                        <a:gd name="connsiteX1" fmla="*/ 11804 w 27463"/>
                        <a:gd name="connsiteY1" fmla="*/ 15358 h 16198"/>
                        <a:gd name="connsiteX2" fmla="*/ 88 w 27463"/>
                        <a:gd name="connsiteY2" fmla="*/ 5547 h 16198"/>
                        <a:gd name="connsiteX3" fmla="*/ 16281 w 27463"/>
                        <a:gd name="connsiteY3" fmla="*/ 785 h 16198"/>
                        <a:gd name="connsiteX4" fmla="*/ 27139 w 27463"/>
                        <a:gd name="connsiteY4" fmla="*/ 11739 h 16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463" h="16198">
                          <a:moveTo>
                            <a:pt x="27139" y="11739"/>
                          </a:moveTo>
                          <a:cubicBezTo>
                            <a:pt x="25520" y="15644"/>
                            <a:pt x="18947" y="17358"/>
                            <a:pt x="11804" y="15358"/>
                          </a:cubicBezTo>
                          <a:cubicBezTo>
                            <a:pt x="4755" y="13929"/>
                            <a:pt x="-770" y="9738"/>
                            <a:pt x="88" y="5547"/>
                          </a:cubicBezTo>
                          <a:cubicBezTo>
                            <a:pt x="945" y="1547"/>
                            <a:pt x="8279" y="-1501"/>
                            <a:pt x="16281" y="785"/>
                          </a:cubicBezTo>
                          <a:cubicBezTo>
                            <a:pt x="24186" y="2595"/>
                            <a:pt x="28758" y="7738"/>
                            <a:pt x="27139" y="1173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7" name="Forme libre : forme 13506">
                      <a:extLst>
                        <a:ext uri="{FF2B5EF4-FFF2-40B4-BE49-F238E27FC236}">
                          <a16:creationId xmlns:a16="http://schemas.microsoft.com/office/drawing/2014/main" id="{646EA493-FE0D-4915-8BF7-FDA2D8008A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8146" y="2305331"/>
                      <a:ext cx="7433" cy="6771"/>
                    </a:xfrm>
                    <a:custGeom>
                      <a:avLst/>
                      <a:gdLst>
                        <a:gd name="connsiteX0" fmla="*/ 7430 w 7433"/>
                        <a:gd name="connsiteY0" fmla="*/ 3623 h 6771"/>
                        <a:gd name="connsiteX1" fmla="*/ 3620 w 7433"/>
                        <a:gd name="connsiteY1" fmla="*/ 6767 h 6771"/>
                        <a:gd name="connsiteX2" fmla="*/ 0 w 7433"/>
                        <a:gd name="connsiteY2" fmla="*/ 3433 h 6771"/>
                        <a:gd name="connsiteX3" fmla="*/ 3810 w 7433"/>
                        <a:gd name="connsiteY3" fmla="*/ 4 h 6771"/>
                        <a:gd name="connsiteX4" fmla="*/ 7430 w 7433"/>
                        <a:gd name="connsiteY4" fmla="*/ 3623 h 6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33" h="6771">
                          <a:moveTo>
                            <a:pt x="7430" y="3623"/>
                          </a:moveTo>
                          <a:cubicBezTo>
                            <a:pt x="7334" y="5528"/>
                            <a:pt x="5620" y="6862"/>
                            <a:pt x="3620" y="6767"/>
                          </a:cubicBezTo>
                          <a:cubicBezTo>
                            <a:pt x="1620" y="6671"/>
                            <a:pt x="0" y="5338"/>
                            <a:pt x="0" y="3433"/>
                          </a:cubicBezTo>
                          <a:cubicBezTo>
                            <a:pt x="0" y="1623"/>
                            <a:pt x="1714" y="-91"/>
                            <a:pt x="3810" y="4"/>
                          </a:cubicBezTo>
                          <a:cubicBezTo>
                            <a:pt x="5905" y="99"/>
                            <a:pt x="7525" y="1718"/>
                            <a:pt x="7430" y="36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8" name="Forme libre : forme 13507">
                      <a:extLst>
                        <a:ext uri="{FF2B5EF4-FFF2-40B4-BE49-F238E27FC236}">
                          <a16:creationId xmlns:a16="http://schemas.microsoft.com/office/drawing/2014/main" id="{130B6976-C2C5-4550-9A35-EFA951FAA3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08629" y="2260846"/>
                      <a:ext cx="71927" cy="64734"/>
                    </a:xfrm>
                    <a:custGeom>
                      <a:avLst/>
                      <a:gdLst>
                        <a:gd name="connsiteX0" fmla="*/ 70761 w 71927"/>
                        <a:gd name="connsiteY0" fmla="*/ 27249 h 64734"/>
                        <a:gd name="connsiteX1" fmla="*/ 67522 w 71927"/>
                        <a:gd name="connsiteY1" fmla="*/ 57538 h 64734"/>
                        <a:gd name="connsiteX2" fmla="*/ 60188 w 71927"/>
                        <a:gd name="connsiteY2" fmla="*/ 64682 h 64734"/>
                        <a:gd name="connsiteX3" fmla="*/ 54377 w 71927"/>
                        <a:gd name="connsiteY3" fmla="*/ 57348 h 64734"/>
                        <a:gd name="connsiteX4" fmla="*/ 40947 w 71927"/>
                        <a:gd name="connsiteY4" fmla="*/ 27820 h 64734"/>
                        <a:gd name="connsiteX5" fmla="*/ 31327 w 71927"/>
                        <a:gd name="connsiteY5" fmla="*/ 23439 h 64734"/>
                        <a:gd name="connsiteX6" fmla="*/ 16373 w 71927"/>
                        <a:gd name="connsiteY6" fmla="*/ 18962 h 64734"/>
                        <a:gd name="connsiteX7" fmla="*/ 3609 w 71927"/>
                        <a:gd name="connsiteY7" fmla="*/ 14390 h 64734"/>
                        <a:gd name="connsiteX8" fmla="*/ 657 w 71927"/>
                        <a:gd name="connsiteY8" fmla="*/ 7913 h 64734"/>
                        <a:gd name="connsiteX9" fmla="*/ 9991 w 71927"/>
                        <a:gd name="connsiteY9" fmla="*/ 1722 h 64734"/>
                        <a:gd name="connsiteX10" fmla="*/ 25612 w 71927"/>
                        <a:gd name="connsiteY10" fmla="*/ 7 h 64734"/>
                        <a:gd name="connsiteX11" fmla="*/ 41995 w 71927"/>
                        <a:gd name="connsiteY11" fmla="*/ 2198 h 64734"/>
                        <a:gd name="connsiteX12" fmla="*/ 53616 w 71927"/>
                        <a:gd name="connsiteY12" fmla="*/ 6198 h 64734"/>
                        <a:gd name="connsiteX13" fmla="*/ 70761 w 71927"/>
                        <a:gd name="connsiteY13" fmla="*/ 27249 h 64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1927" h="64734">
                          <a:moveTo>
                            <a:pt x="70761" y="27249"/>
                          </a:moveTo>
                          <a:cubicBezTo>
                            <a:pt x="73523" y="37917"/>
                            <a:pt x="70951" y="48013"/>
                            <a:pt x="67522" y="57538"/>
                          </a:cubicBezTo>
                          <a:cubicBezTo>
                            <a:pt x="66283" y="61062"/>
                            <a:pt x="63712" y="65253"/>
                            <a:pt x="60188" y="64682"/>
                          </a:cubicBezTo>
                          <a:cubicBezTo>
                            <a:pt x="56949" y="64301"/>
                            <a:pt x="55235" y="60681"/>
                            <a:pt x="54377" y="57348"/>
                          </a:cubicBezTo>
                          <a:cubicBezTo>
                            <a:pt x="51711" y="47156"/>
                            <a:pt x="50758" y="35154"/>
                            <a:pt x="40947" y="27820"/>
                          </a:cubicBezTo>
                          <a:cubicBezTo>
                            <a:pt x="39423" y="26677"/>
                            <a:pt x="35804" y="24963"/>
                            <a:pt x="31327" y="23439"/>
                          </a:cubicBezTo>
                          <a:cubicBezTo>
                            <a:pt x="26850" y="22105"/>
                            <a:pt x="21612" y="20581"/>
                            <a:pt x="16373" y="18962"/>
                          </a:cubicBezTo>
                          <a:cubicBezTo>
                            <a:pt x="11229" y="17343"/>
                            <a:pt x="6657" y="16295"/>
                            <a:pt x="3609" y="14390"/>
                          </a:cubicBezTo>
                          <a:cubicBezTo>
                            <a:pt x="561" y="12675"/>
                            <a:pt x="-963" y="10580"/>
                            <a:pt x="657" y="7913"/>
                          </a:cubicBezTo>
                          <a:cubicBezTo>
                            <a:pt x="2276" y="5246"/>
                            <a:pt x="5705" y="3246"/>
                            <a:pt x="9991" y="1722"/>
                          </a:cubicBezTo>
                          <a:cubicBezTo>
                            <a:pt x="14373" y="293"/>
                            <a:pt x="20087" y="7"/>
                            <a:pt x="25612" y="7"/>
                          </a:cubicBezTo>
                          <a:cubicBezTo>
                            <a:pt x="31137" y="-88"/>
                            <a:pt x="36947" y="769"/>
                            <a:pt x="41995" y="2198"/>
                          </a:cubicBezTo>
                          <a:cubicBezTo>
                            <a:pt x="46948" y="3436"/>
                            <a:pt x="51044" y="4865"/>
                            <a:pt x="53616" y="6198"/>
                          </a:cubicBezTo>
                          <a:cubicBezTo>
                            <a:pt x="62950" y="11913"/>
                            <a:pt x="68665" y="19343"/>
                            <a:pt x="70761" y="2724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24" name="Graphique 1">
                    <a:extLst>
                      <a:ext uri="{FF2B5EF4-FFF2-40B4-BE49-F238E27FC236}">
                        <a16:creationId xmlns:a16="http://schemas.microsoft.com/office/drawing/2014/main" id="{1749DC3E-2C90-4186-9F1F-52DD230AFFCD}"/>
                      </a:ext>
                    </a:extLst>
                  </p:cNvPr>
                  <p:cNvGrpSpPr/>
                  <p:nvPr/>
                </p:nvGrpSpPr>
                <p:grpSpPr>
                  <a:xfrm>
                    <a:off x="7272710" y="2288361"/>
                    <a:ext cx="146385" cy="161224"/>
                    <a:chOff x="7272710" y="2288361"/>
                    <a:chExt cx="146385" cy="161224"/>
                  </a:xfrm>
                  <a:solidFill>
                    <a:schemeClr val="accent1"/>
                  </a:solidFill>
                </p:grpSpPr>
                <p:sp>
                  <p:nvSpPr>
                    <p:cNvPr id="13485" name="Forme libre : forme 13484">
                      <a:extLst>
                        <a:ext uri="{FF2B5EF4-FFF2-40B4-BE49-F238E27FC236}">
                          <a16:creationId xmlns:a16="http://schemas.microsoft.com/office/drawing/2014/main" id="{31EC47FB-59CB-453B-8507-EAA6361217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2710" y="2288361"/>
                      <a:ext cx="146385" cy="161129"/>
                    </a:xfrm>
                    <a:custGeom>
                      <a:avLst/>
                      <a:gdLst>
                        <a:gd name="connsiteX0" fmla="*/ 27920 w 146385"/>
                        <a:gd name="connsiteY0" fmla="*/ 138323 h 161129"/>
                        <a:gd name="connsiteX1" fmla="*/ 17538 w 146385"/>
                        <a:gd name="connsiteY1" fmla="*/ 120988 h 161129"/>
                        <a:gd name="connsiteX2" fmla="*/ 12014 w 146385"/>
                        <a:gd name="connsiteY2" fmla="*/ 113558 h 161129"/>
                        <a:gd name="connsiteX3" fmla="*/ 9252 w 146385"/>
                        <a:gd name="connsiteY3" fmla="*/ 110034 h 161129"/>
                        <a:gd name="connsiteX4" fmla="*/ 6394 w 146385"/>
                        <a:gd name="connsiteY4" fmla="*/ 107081 h 161129"/>
                        <a:gd name="connsiteX5" fmla="*/ 3251 w 146385"/>
                        <a:gd name="connsiteY5" fmla="*/ 102414 h 161129"/>
                        <a:gd name="connsiteX6" fmla="*/ 1250 w 146385"/>
                        <a:gd name="connsiteY6" fmla="*/ 97366 h 161129"/>
                        <a:gd name="connsiteX7" fmla="*/ 12 w 146385"/>
                        <a:gd name="connsiteY7" fmla="*/ 84507 h 161129"/>
                        <a:gd name="connsiteX8" fmla="*/ 1346 w 146385"/>
                        <a:gd name="connsiteY8" fmla="*/ 68791 h 161129"/>
                        <a:gd name="connsiteX9" fmla="*/ 6299 w 146385"/>
                        <a:gd name="connsiteY9" fmla="*/ 51550 h 161129"/>
                        <a:gd name="connsiteX10" fmla="*/ 20491 w 146385"/>
                        <a:gd name="connsiteY10" fmla="*/ 20023 h 161129"/>
                        <a:gd name="connsiteX11" fmla="*/ 32207 w 146385"/>
                        <a:gd name="connsiteY11" fmla="*/ 6021 h 161129"/>
                        <a:gd name="connsiteX12" fmla="*/ 51447 w 146385"/>
                        <a:gd name="connsiteY12" fmla="*/ 20 h 161129"/>
                        <a:gd name="connsiteX13" fmla="*/ 74974 w 146385"/>
                        <a:gd name="connsiteY13" fmla="*/ 4497 h 161129"/>
                        <a:gd name="connsiteX14" fmla="*/ 86690 w 146385"/>
                        <a:gd name="connsiteY14" fmla="*/ 10783 h 161129"/>
                        <a:gd name="connsiteX15" fmla="*/ 96976 w 146385"/>
                        <a:gd name="connsiteY15" fmla="*/ 19737 h 161129"/>
                        <a:gd name="connsiteX16" fmla="*/ 103835 w 146385"/>
                        <a:gd name="connsiteY16" fmla="*/ 26881 h 161129"/>
                        <a:gd name="connsiteX17" fmla="*/ 109836 w 146385"/>
                        <a:gd name="connsiteY17" fmla="*/ 34215 h 161129"/>
                        <a:gd name="connsiteX18" fmla="*/ 121075 w 146385"/>
                        <a:gd name="connsiteY18" fmla="*/ 49169 h 161129"/>
                        <a:gd name="connsiteX19" fmla="*/ 139649 w 146385"/>
                        <a:gd name="connsiteY19" fmla="*/ 79649 h 161129"/>
                        <a:gd name="connsiteX20" fmla="*/ 146221 w 146385"/>
                        <a:gd name="connsiteY20" fmla="*/ 101271 h 161129"/>
                        <a:gd name="connsiteX21" fmla="*/ 143840 w 146385"/>
                        <a:gd name="connsiteY21" fmla="*/ 121273 h 161129"/>
                        <a:gd name="connsiteX22" fmla="*/ 118884 w 146385"/>
                        <a:gd name="connsiteY22" fmla="*/ 146800 h 161129"/>
                        <a:gd name="connsiteX23" fmla="*/ 86023 w 146385"/>
                        <a:gd name="connsiteY23" fmla="*/ 158421 h 161129"/>
                        <a:gd name="connsiteX24" fmla="*/ 51257 w 146385"/>
                        <a:gd name="connsiteY24" fmla="*/ 157754 h 161129"/>
                        <a:gd name="connsiteX25" fmla="*/ 37350 w 146385"/>
                        <a:gd name="connsiteY25" fmla="*/ 149753 h 161129"/>
                        <a:gd name="connsiteX26" fmla="*/ 27920 w 146385"/>
                        <a:gd name="connsiteY26" fmla="*/ 138323 h 161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46385" h="161129">
                          <a:moveTo>
                            <a:pt x="27920" y="138323"/>
                          </a:moveTo>
                          <a:cubicBezTo>
                            <a:pt x="24491" y="132227"/>
                            <a:pt x="21158" y="126036"/>
                            <a:pt x="17538" y="120988"/>
                          </a:cubicBezTo>
                          <a:cubicBezTo>
                            <a:pt x="15824" y="118130"/>
                            <a:pt x="13919" y="115844"/>
                            <a:pt x="12014" y="113558"/>
                          </a:cubicBezTo>
                          <a:lnTo>
                            <a:pt x="9252" y="110034"/>
                          </a:lnTo>
                          <a:lnTo>
                            <a:pt x="6394" y="107081"/>
                          </a:lnTo>
                          <a:cubicBezTo>
                            <a:pt x="5061" y="105748"/>
                            <a:pt x="4108" y="104033"/>
                            <a:pt x="3251" y="102414"/>
                          </a:cubicBezTo>
                          <a:cubicBezTo>
                            <a:pt x="2393" y="100985"/>
                            <a:pt x="1726" y="99271"/>
                            <a:pt x="1250" y="97366"/>
                          </a:cubicBezTo>
                          <a:cubicBezTo>
                            <a:pt x="393" y="93175"/>
                            <a:pt x="-83" y="89650"/>
                            <a:pt x="12" y="84507"/>
                          </a:cubicBezTo>
                          <a:cubicBezTo>
                            <a:pt x="203" y="79363"/>
                            <a:pt x="393" y="74410"/>
                            <a:pt x="1346" y="68791"/>
                          </a:cubicBezTo>
                          <a:cubicBezTo>
                            <a:pt x="2298" y="63171"/>
                            <a:pt x="3727" y="57265"/>
                            <a:pt x="6299" y="51550"/>
                          </a:cubicBezTo>
                          <a:lnTo>
                            <a:pt x="20491" y="20023"/>
                          </a:lnTo>
                          <a:cubicBezTo>
                            <a:pt x="23062" y="14308"/>
                            <a:pt x="26968" y="9545"/>
                            <a:pt x="32207" y="6021"/>
                          </a:cubicBezTo>
                          <a:cubicBezTo>
                            <a:pt x="37445" y="2592"/>
                            <a:pt x="44304" y="115"/>
                            <a:pt x="51447" y="20"/>
                          </a:cubicBezTo>
                          <a:cubicBezTo>
                            <a:pt x="58591" y="-170"/>
                            <a:pt x="67354" y="973"/>
                            <a:pt x="74974" y="4497"/>
                          </a:cubicBezTo>
                          <a:cubicBezTo>
                            <a:pt x="78879" y="6211"/>
                            <a:pt x="82880" y="8307"/>
                            <a:pt x="86690" y="10783"/>
                          </a:cubicBezTo>
                          <a:cubicBezTo>
                            <a:pt x="90404" y="13355"/>
                            <a:pt x="93738" y="16403"/>
                            <a:pt x="96976" y="19737"/>
                          </a:cubicBezTo>
                          <a:cubicBezTo>
                            <a:pt x="99262" y="22118"/>
                            <a:pt x="101644" y="24499"/>
                            <a:pt x="103835" y="26881"/>
                          </a:cubicBezTo>
                          <a:lnTo>
                            <a:pt x="109836" y="34215"/>
                          </a:lnTo>
                          <a:cubicBezTo>
                            <a:pt x="113836" y="39168"/>
                            <a:pt x="117836" y="44121"/>
                            <a:pt x="121075" y="49169"/>
                          </a:cubicBezTo>
                          <a:cubicBezTo>
                            <a:pt x="128219" y="59266"/>
                            <a:pt x="133934" y="69362"/>
                            <a:pt x="139649" y="79649"/>
                          </a:cubicBezTo>
                          <a:cubicBezTo>
                            <a:pt x="143268" y="86793"/>
                            <a:pt x="145364" y="94222"/>
                            <a:pt x="146221" y="101271"/>
                          </a:cubicBezTo>
                          <a:cubicBezTo>
                            <a:pt x="146793" y="108415"/>
                            <a:pt x="145840" y="115177"/>
                            <a:pt x="143840" y="121273"/>
                          </a:cubicBezTo>
                          <a:cubicBezTo>
                            <a:pt x="140030" y="133465"/>
                            <a:pt x="130600" y="142609"/>
                            <a:pt x="118884" y="146800"/>
                          </a:cubicBezTo>
                          <a:lnTo>
                            <a:pt x="86023" y="158421"/>
                          </a:lnTo>
                          <a:cubicBezTo>
                            <a:pt x="74021" y="162707"/>
                            <a:pt x="61925" y="161469"/>
                            <a:pt x="51257" y="157754"/>
                          </a:cubicBezTo>
                          <a:cubicBezTo>
                            <a:pt x="46018" y="155849"/>
                            <a:pt x="41351" y="153087"/>
                            <a:pt x="37350" y="149753"/>
                          </a:cubicBezTo>
                          <a:cubicBezTo>
                            <a:pt x="33350" y="146800"/>
                            <a:pt x="30111" y="142800"/>
                            <a:pt x="27920" y="13832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6" name="Forme libre : forme 13485">
                      <a:extLst>
                        <a:ext uri="{FF2B5EF4-FFF2-40B4-BE49-F238E27FC236}">
                          <a16:creationId xmlns:a16="http://schemas.microsoft.com/office/drawing/2014/main" id="{E59376A5-37F9-44CC-80BC-72D7DDE402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2805" y="2326195"/>
                      <a:ext cx="87166" cy="123390"/>
                    </a:xfrm>
                    <a:custGeom>
                      <a:avLst/>
                      <a:gdLst>
                        <a:gd name="connsiteX0" fmla="*/ 41922 w 87166"/>
                        <a:gd name="connsiteY0" fmla="*/ 46768 h 123390"/>
                        <a:gd name="connsiteX1" fmla="*/ 30968 w 87166"/>
                        <a:gd name="connsiteY1" fmla="*/ 37624 h 123390"/>
                        <a:gd name="connsiteX2" fmla="*/ 22682 w 87166"/>
                        <a:gd name="connsiteY2" fmla="*/ 26956 h 123390"/>
                        <a:gd name="connsiteX3" fmla="*/ 16585 w 87166"/>
                        <a:gd name="connsiteY3" fmla="*/ 14478 h 123390"/>
                        <a:gd name="connsiteX4" fmla="*/ 12490 w 87166"/>
                        <a:gd name="connsiteY4" fmla="*/ 0 h 123390"/>
                        <a:gd name="connsiteX5" fmla="*/ 6298 w 87166"/>
                        <a:gd name="connsiteY5" fmla="*/ 13621 h 123390"/>
                        <a:gd name="connsiteX6" fmla="*/ 1346 w 87166"/>
                        <a:gd name="connsiteY6" fmla="*/ 30861 h 123390"/>
                        <a:gd name="connsiteX7" fmla="*/ 12 w 87166"/>
                        <a:gd name="connsiteY7" fmla="*/ 46577 h 123390"/>
                        <a:gd name="connsiteX8" fmla="*/ 1250 w 87166"/>
                        <a:gd name="connsiteY8" fmla="*/ 59436 h 123390"/>
                        <a:gd name="connsiteX9" fmla="*/ 3251 w 87166"/>
                        <a:gd name="connsiteY9" fmla="*/ 64484 h 123390"/>
                        <a:gd name="connsiteX10" fmla="*/ 6394 w 87166"/>
                        <a:gd name="connsiteY10" fmla="*/ 69151 h 123390"/>
                        <a:gd name="connsiteX11" fmla="*/ 9251 w 87166"/>
                        <a:gd name="connsiteY11" fmla="*/ 72104 h 123390"/>
                        <a:gd name="connsiteX12" fmla="*/ 12014 w 87166"/>
                        <a:gd name="connsiteY12" fmla="*/ 75629 h 123390"/>
                        <a:gd name="connsiteX13" fmla="*/ 17538 w 87166"/>
                        <a:gd name="connsiteY13" fmla="*/ 83058 h 123390"/>
                        <a:gd name="connsiteX14" fmla="*/ 27920 w 87166"/>
                        <a:gd name="connsiteY14" fmla="*/ 100393 h 123390"/>
                        <a:gd name="connsiteX15" fmla="*/ 37445 w 87166"/>
                        <a:gd name="connsiteY15" fmla="*/ 112014 h 123390"/>
                        <a:gd name="connsiteX16" fmla="*/ 51352 w 87166"/>
                        <a:gd name="connsiteY16" fmla="*/ 120015 h 123390"/>
                        <a:gd name="connsiteX17" fmla="*/ 86118 w 87166"/>
                        <a:gd name="connsiteY17" fmla="*/ 120682 h 123390"/>
                        <a:gd name="connsiteX18" fmla="*/ 87166 w 87166"/>
                        <a:gd name="connsiteY18" fmla="*/ 120301 h 123390"/>
                        <a:gd name="connsiteX19" fmla="*/ 78307 w 87166"/>
                        <a:gd name="connsiteY19" fmla="*/ 99441 h 123390"/>
                        <a:gd name="connsiteX20" fmla="*/ 69164 w 87166"/>
                        <a:gd name="connsiteY20" fmla="*/ 79343 h 123390"/>
                        <a:gd name="connsiteX21" fmla="*/ 57448 w 87166"/>
                        <a:gd name="connsiteY21" fmla="*/ 61246 h 123390"/>
                        <a:gd name="connsiteX22" fmla="*/ 50304 w 87166"/>
                        <a:gd name="connsiteY22" fmla="*/ 53245 h 123390"/>
                        <a:gd name="connsiteX23" fmla="*/ 41922 w 87166"/>
                        <a:gd name="connsiteY23" fmla="*/ 46768 h 123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87166" h="123390">
                          <a:moveTo>
                            <a:pt x="41922" y="46768"/>
                          </a:moveTo>
                          <a:cubicBezTo>
                            <a:pt x="37921" y="43720"/>
                            <a:pt x="33921" y="41243"/>
                            <a:pt x="30968" y="37624"/>
                          </a:cubicBezTo>
                          <a:cubicBezTo>
                            <a:pt x="27825" y="34290"/>
                            <a:pt x="24872" y="31051"/>
                            <a:pt x="22682" y="26956"/>
                          </a:cubicBezTo>
                          <a:cubicBezTo>
                            <a:pt x="20205" y="23241"/>
                            <a:pt x="18110" y="19241"/>
                            <a:pt x="16585" y="14478"/>
                          </a:cubicBezTo>
                          <a:cubicBezTo>
                            <a:pt x="14871" y="10001"/>
                            <a:pt x="13347" y="5334"/>
                            <a:pt x="12490" y="0"/>
                          </a:cubicBezTo>
                          <a:lnTo>
                            <a:pt x="6298" y="13621"/>
                          </a:lnTo>
                          <a:cubicBezTo>
                            <a:pt x="3727" y="19336"/>
                            <a:pt x="2298" y="25241"/>
                            <a:pt x="1346" y="30861"/>
                          </a:cubicBezTo>
                          <a:cubicBezTo>
                            <a:pt x="393" y="36576"/>
                            <a:pt x="203" y="41434"/>
                            <a:pt x="12" y="46577"/>
                          </a:cubicBezTo>
                          <a:cubicBezTo>
                            <a:pt x="-83" y="51721"/>
                            <a:pt x="393" y="55340"/>
                            <a:pt x="1250" y="59436"/>
                          </a:cubicBezTo>
                          <a:cubicBezTo>
                            <a:pt x="1726" y="61341"/>
                            <a:pt x="2298" y="63055"/>
                            <a:pt x="3251" y="64484"/>
                          </a:cubicBezTo>
                          <a:cubicBezTo>
                            <a:pt x="4108" y="66104"/>
                            <a:pt x="5061" y="67818"/>
                            <a:pt x="6394" y="69151"/>
                          </a:cubicBezTo>
                          <a:lnTo>
                            <a:pt x="9251" y="72104"/>
                          </a:lnTo>
                          <a:lnTo>
                            <a:pt x="12014" y="75629"/>
                          </a:lnTo>
                          <a:cubicBezTo>
                            <a:pt x="13823" y="77914"/>
                            <a:pt x="15823" y="80200"/>
                            <a:pt x="17538" y="83058"/>
                          </a:cubicBezTo>
                          <a:cubicBezTo>
                            <a:pt x="21253" y="88201"/>
                            <a:pt x="24491" y="94393"/>
                            <a:pt x="27920" y="100393"/>
                          </a:cubicBezTo>
                          <a:cubicBezTo>
                            <a:pt x="30111" y="104966"/>
                            <a:pt x="33350" y="108871"/>
                            <a:pt x="37445" y="112014"/>
                          </a:cubicBezTo>
                          <a:cubicBezTo>
                            <a:pt x="41351" y="115348"/>
                            <a:pt x="46018" y="118110"/>
                            <a:pt x="51352" y="120015"/>
                          </a:cubicBezTo>
                          <a:cubicBezTo>
                            <a:pt x="62020" y="123730"/>
                            <a:pt x="74117" y="124968"/>
                            <a:pt x="86118" y="120682"/>
                          </a:cubicBezTo>
                          <a:lnTo>
                            <a:pt x="87166" y="120301"/>
                          </a:lnTo>
                          <a:cubicBezTo>
                            <a:pt x="84118" y="113252"/>
                            <a:pt x="81261" y="106299"/>
                            <a:pt x="78307" y="99441"/>
                          </a:cubicBezTo>
                          <a:cubicBezTo>
                            <a:pt x="75545" y="92488"/>
                            <a:pt x="72212" y="86011"/>
                            <a:pt x="69164" y="79343"/>
                          </a:cubicBezTo>
                          <a:cubicBezTo>
                            <a:pt x="65449" y="73152"/>
                            <a:pt x="62211" y="66580"/>
                            <a:pt x="57448" y="61246"/>
                          </a:cubicBezTo>
                          <a:cubicBezTo>
                            <a:pt x="55162" y="58483"/>
                            <a:pt x="52876" y="55721"/>
                            <a:pt x="50304" y="53245"/>
                          </a:cubicBezTo>
                          <a:cubicBezTo>
                            <a:pt x="47542" y="51054"/>
                            <a:pt x="44780" y="48863"/>
                            <a:pt x="41922" y="46768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7" name="Forme libre : forme 13486">
                      <a:extLst>
                        <a:ext uri="{FF2B5EF4-FFF2-40B4-BE49-F238E27FC236}">
                          <a16:creationId xmlns:a16="http://schemas.microsoft.com/office/drawing/2014/main" id="{C437EC4B-5659-40DA-9E95-C095A82975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18157" y="2351757"/>
                      <a:ext cx="54028" cy="63208"/>
                    </a:xfrm>
                    <a:custGeom>
                      <a:avLst/>
                      <a:gdLst>
                        <a:gd name="connsiteX0" fmla="*/ 42863 w 54028"/>
                        <a:gd name="connsiteY0" fmla="*/ 61592 h 63208"/>
                        <a:gd name="connsiteX1" fmla="*/ 23431 w 54028"/>
                        <a:gd name="connsiteY1" fmla="*/ 60068 h 63208"/>
                        <a:gd name="connsiteX2" fmla="*/ 14288 w 54028"/>
                        <a:gd name="connsiteY2" fmla="*/ 53496 h 63208"/>
                        <a:gd name="connsiteX3" fmla="*/ 6762 w 54028"/>
                        <a:gd name="connsiteY3" fmla="*/ 44066 h 63208"/>
                        <a:gd name="connsiteX4" fmla="*/ 1810 w 54028"/>
                        <a:gd name="connsiteY4" fmla="*/ 33302 h 63208"/>
                        <a:gd name="connsiteX5" fmla="*/ 0 w 54028"/>
                        <a:gd name="connsiteY5" fmla="*/ 22635 h 63208"/>
                        <a:gd name="connsiteX6" fmla="*/ 6668 w 54028"/>
                        <a:gd name="connsiteY6" fmla="*/ 4442 h 63208"/>
                        <a:gd name="connsiteX7" fmla="*/ 26194 w 54028"/>
                        <a:gd name="connsiteY7" fmla="*/ 1394 h 63208"/>
                        <a:gd name="connsiteX8" fmla="*/ 37529 w 54028"/>
                        <a:gd name="connsiteY8" fmla="*/ 7776 h 63208"/>
                        <a:gd name="connsiteX9" fmla="*/ 47244 w 54028"/>
                        <a:gd name="connsiteY9" fmla="*/ 18920 h 63208"/>
                        <a:gd name="connsiteX10" fmla="*/ 52864 w 54028"/>
                        <a:gd name="connsiteY10" fmla="*/ 32445 h 63208"/>
                        <a:gd name="connsiteX11" fmla="*/ 53721 w 54028"/>
                        <a:gd name="connsiteY11" fmla="*/ 45114 h 63208"/>
                        <a:gd name="connsiteX12" fmla="*/ 42863 w 54028"/>
                        <a:gd name="connsiteY12" fmla="*/ 61592 h 63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4028" h="63208">
                          <a:moveTo>
                            <a:pt x="42863" y="61592"/>
                          </a:moveTo>
                          <a:cubicBezTo>
                            <a:pt x="36862" y="64354"/>
                            <a:pt x="29813" y="63402"/>
                            <a:pt x="23431" y="60068"/>
                          </a:cubicBezTo>
                          <a:cubicBezTo>
                            <a:pt x="20288" y="58353"/>
                            <a:pt x="17240" y="56163"/>
                            <a:pt x="14288" y="53496"/>
                          </a:cubicBezTo>
                          <a:cubicBezTo>
                            <a:pt x="11335" y="50924"/>
                            <a:pt x="8954" y="47590"/>
                            <a:pt x="6762" y="44066"/>
                          </a:cubicBezTo>
                          <a:cubicBezTo>
                            <a:pt x="4476" y="40637"/>
                            <a:pt x="2857" y="37017"/>
                            <a:pt x="1810" y="33302"/>
                          </a:cubicBezTo>
                          <a:cubicBezTo>
                            <a:pt x="762" y="29588"/>
                            <a:pt x="0" y="26254"/>
                            <a:pt x="0" y="22635"/>
                          </a:cubicBezTo>
                          <a:cubicBezTo>
                            <a:pt x="0" y="15491"/>
                            <a:pt x="1905" y="8919"/>
                            <a:pt x="6668" y="4442"/>
                          </a:cubicBezTo>
                          <a:cubicBezTo>
                            <a:pt x="11525" y="-35"/>
                            <a:pt x="18669" y="-1273"/>
                            <a:pt x="26194" y="1394"/>
                          </a:cubicBezTo>
                          <a:cubicBezTo>
                            <a:pt x="29909" y="2727"/>
                            <a:pt x="34100" y="4727"/>
                            <a:pt x="37529" y="7776"/>
                          </a:cubicBezTo>
                          <a:cubicBezTo>
                            <a:pt x="41053" y="10823"/>
                            <a:pt x="44386" y="14538"/>
                            <a:pt x="47244" y="18920"/>
                          </a:cubicBezTo>
                          <a:cubicBezTo>
                            <a:pt x="50006" y="23301"/>
                            <a:pt x="51721" y="27969"/>
                            <a:pt x="52864" y="32445"/>
                          </a:cubicBezTo>
                          <a:cubicBezTo>
                            <a:pt x="54102" y="36827"/>
                            <a:pt x="54293" y="41208"/>
                            <a:pt x="53721" y="45114"/>
                          </a:cubicBezTo>
                          <a:cubicBezTo>
                            <a:pt x="52673" y="52924"/>
                            <a:pt x="48863" y="58925"/>
                            <a:pt x="42863" y="61592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8" name="Forme libre : forme 13487">
                      <a:extLst>
                        <a:ext uri="{FF2B5EF4-FFF2-40B4-BE49-F238E27FC236}">
                          <a16:creationId xmlns:a16="http://schemas.microsoft.com/office/drawing/2014/main" id="{9D63B941-1D57-4338-8738-CF3908ED09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18157" y="2351860"/>
                      <a:ext cx="31908" cy="54821"/>
                    </a:xfrm>
                    <a:custGeom>
                      <a:avLst/>
                      <a:gdLst>
                        <a:gd name="connsiteX0" fmla="*/ 31909 w 31908"/>
                        <a:gd name="connsiteY0" fmla="*/ 3863 h 54821"/>
                        <a:gd name="connsiteX1" fmla="*/ 6668 w 31908"/>
                        <a:gd name="connsiteY1" fmla="*/ 4434 h 54821"/>
                        <a:gd name="connsiteX2" fmla="*/ 0 w 31908"/>
                        <a:gd name="connsiteY2" fmla="*/ 22627 h 54821"/>
                        <a:gd name="connsiteX3" fmla="*/ 1810 w 31908"/>
                        <a:gd name="connsiteY3" fmla="*/ 33295 h 54821"/>
                        <a:gd name="connsiteX4" fmla="*/ 6762 w 31908"/>
                        <a:gd name="connsiteY4" fmla="*/ 44058 h 54821"/>
                        <a:gd name="connsiteX5" fmla="*/ 15811 w 31908"/>
                        <a:gd name="connsiteY5" fmla="*/ 54821 h 54821"/>
                        <a:gd name="connsiteX6" fmla="*/ 13525 w 31908"/>
                        <a:gd name="connsiteY6" fmla="*/ 47297 h 54821"/>
                        <a:gd name="connsiteX7" fmla="*/ 17716 w 31908"/>
                        <a:gd name="connsiteY7" fmla="*/ 23294 h 54821"/>
                        <a:gd name="connsiteX8" fmla="*/ 31909 w 31908"/>
                        <a:gd name="connsiteY8" fmla="*/ 3863 h 54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908" h="54821">
                          <a:moveTo>
                            <a:pt x="31909" y="3863"/>
                          </a:moveTo>
                          <a:cubicBezTo>
                            <a:pt x="22288" y="-1471"/>
                            <a:pt x="12859" y="-1281"/>
                            <a:pt x="6668" y="4434"/>
                          </a:cubicBezTo>
                          <a:cubicBezTo>
                            <a:pt x="1905" y="8816"/>
                            <a:pt x="0" y="15483"/>
                            <a:pt x="0" y="22627"/>
                          </a:cubicBezTo>
                          <a:cubicBezTo>
                            <a:pt x="0" y="26246"/>
                            <a:pt x="762" y="29580"/>
                            <a:pt x="1810" y="33295"/>
                          </a:cubicBezTo>
                          <a:cubicBezTo>
                            <a:pt x="2857" y="37010"/>
                            <a:pt x="4476" y="40629"/>
                            <a:pt x="6762" y="44058"/>
                          </a:cubicBezTo>
                          <a:cubicBezTo>
                            <a:pt x="9334" y="48249"/>
                            <a:pt x="12287" y="51964"/>
                            <a:pt x="15811" y="54821"/>
                          </a:cubicBezTo>
                          <a:cubicBezTo>
                            <a:pt x="14668" y="52535"/>
                            <a:pt x="13811" y="50059"/>
                            <a:pt x="13525" y="47297"/>
                          </a:cubicBezTo>
                          <a:cubicBezTo>
                            <a:pt x="13525" y="39295"/>
                            <a:pt x="14478" y="31295"/>
                            <a:pt x="17716" y="23294"/>
                          </a:cubicBezTo>
                          <a:cubicBezTo>
                            <a:pt x="20860" y="15293"/>
                            <a:pt x="25051" y="8339"/>
                            <a:pt x="31909" y="3863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9" name="Forme libre : forme 13488">
                      <a:extLst>
                        <a:ext uri="{FF2B5EF4-FFF2-40B4-BE49-F238E27FC236}">
                          <a16:creationId xmlns:a16="http://schemas.microsoft.com/office/drawing/2014/main" id="{F41D1A3B-92A9-4509-A06F-86F27E2676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15871" y="2358001"/>
                      <a:ext cx="53256" cy="62135"/>
                    </a:xfrm>
                    <a:custGeom>
                      <a:avLst/>
                      <a:gdLst>
                        <a:gd name="connsiteX0" fmla="*/ 41814 w 53256"/>
                        <a:gd name="connsiteY0" fmla="*/ 60587 h 62135"/>
                        <a:gd name="connsiteX1" fmla="*/ 22384 w 53256"/>
                        <a:gd name="connsiteY1" fmla="*/ 59063 h 62135"/>
                        <a:gd name="connsiteX2" fmla="*/ 13430 w 53256"/>
                        <a:gd name="connsiteY2" fmla="*/ 52491 h 62135"/>
                        <a:gd name="connsiteX3" fmla="*/ 6096 w 53256"/>
                        <a:gd name="connsiteY3" fmla="*/ 43252 h 62135"/>
                        <a:gd name="connsiteX4" fmla="*/ 1428 w 53256"/>
                        <a:gd name="connsiteY4" fmla="*/ 32679 h 62135"/>
                        <a:gd name="connsiteX5" fmla="*/ 0 w 53256"/>
                        <a:gd name="connsiteY5" fmla="*/ 22106 h 62135"/>
                        <a:gd name="connsiteX6" fmla="*/ 7334 w 53256"/>
                        <a:gd name="connsiteY6" fmla="*/ 4199 h 62135"/>
                        <a:gd name="connsiteX7" fmla="*/ 26670 w 53256"/>
                        <a:gd name="connsiteY7" fmla="*/ 1341 h 62135"/>
                        <a:gd name="connsiteX8" fmla="*/ 37623 w 53256"/>
                        <a:gd name="connsiteY8" fmla="*/ 7628 h 62135"/>
                        <a:gd name="connsiteX9" fmla="*/ 47054 w 53256"/>
                        <a:gd name="connsiteY9" fmla="*/ 18582 h 62135"/>
                        <a:gd name="connsiteX10" fmla="*/ 52864 w 53256"/>
                        <a:gd name="connsiteY10" fmla="*/ 44394 h 62135"/>
                        <a:gd name="connsiteX11" fmla="*/ 41814 w 53256"/>
                        <a:gd name="connsiteY11" fmla="*/ 60587 h 62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3256" h="62135">
                          <a:moveTo>
                            <a:pt x="41814" y="60587"/>
                          </a:moveTo>
                          <a:cubicBezTo>
                            <a:pt x="35814" y="63254"/>
                            <a:pt x="28670" y="62302"/>
                            <a:pt x="22384" y="59063"/>
                          </a:cubicBezTo>
                          <a:cubicBezTo>
                            <a:pt x="19145" y="57444"/>
                            <a:pt x="16287" y="55062"/>
                            <a:pt x="13430" y="52491"/>
                          </a:cubicBezTo>
                          <a:cubicBezTo>
                            <a:pt x="10573" y="49919"/>
                            <a:pt x="8096" y="46776"/>
                            <a:pt x="6096" y="43252"/>
                          </a:cubicBezTo>
                          <a:cubicBezTo>
                            <a:pt x="4096" y="39632"/>
                            <a:pt x="2381" y="36298"/>
                            <a:pt x="1428" y="32679"/>
                          </a:cubicBezTo>
                          <a:cubicBezTo>
                            <a:pt x="571" y="28964"/>
                            <a:pt x="95" y="25440"/>
                            <a:pt x="0" y="22106"/>
                          </a:cubicBezTo>
                          <a:cubicBezTo>
                            <a:pt x="95" y="15343"/>
                            <a:pt x="2381" y="8581"/>
                            <a:pt x="7334" y="4199"/>
                          </a:cubicBezTo>
                          <a:cubicBezTo>
                            <a:pt x="12287" y="-183"/>
                            <a:pt x="19145" y="-1135"/>
                            <a:pt x="26670" y="1341"/>
                          </a:cubicBezTo>
                          <a:cubicBezTo>
                            <a:pt x="30480" y="2485"/>
                            <a:pt x="34290" y="4675"/>
                            <a:pt x="37623" y="7628"/>
                          </a:cubicBezTo>
                          <a:cubicBezTo>
                            <a:pt x="40957" y="10581"/>
                            <a:pt x="44482" y="14200"/>
                            <a:pt x="47054" y="18582"/>
                          </a:cubicBezTo>
                          <a:cubicBezTo>
                            <a:pt x="52101" y="27345"/>
                            <a:pt x="54197" y="36679"/>
                            <a:pt x="52864" y="44394"/>
                          </a:cubicBezTo>
                          <a:cubicBezTo>
                            <a:pt x="51721" y="52110"/>
                            <a:pt x="47910" y="57920"/>
                            <a:pt x="41814" y="6058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0" name="Forme libre : forme 13489">
                      <a:extLst>
                        <a:ext uri="{FF2B5EF4-FFF2-40B4-BE49-F238E27FC236}">
                          <a16:creationId xmlns:a16="http://schemas.microsoft.com/office/drawing/2014/main" id="{BD0EE3BA-349D-4638-83C6-D290824E40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7946" y="2313085"/>
                      <a:ext cx="58983" cy="104037"/>
                    </a:xfrm>
                    <a:custGeom>
                      <a:avLst/>
                      <a:gdLst>
                        <a:gd name="connsiteX0" fmla="*/ 13732 w 58983"/>
                        <a:gd name="connsiteY0" fmla="*/ 26826 h 104037"/>
                        <a:gd name="connsiteX1" fmla="*/ 2492 w 58983"/>
                        <a:gd name="connsiteY1" fmla="*/ 45780 h 104037"/>
                        <a:gd name="connsiteX2" fmla="*/ 206 w 58983"/>
                        <a:gd name="connsiteY2" fmla="*/ 64354 h 104037"/>
                        <a:gd name="connsiteX3" fmla="*/ 1540 w 58983"/>
                        <a:gd name="connsiteY3" fmla="*/ 72831 h 104037"/>
                        <a:gd name="connsiteX4" fmla="*/ 4112 w 58983"/>
                        <a:gd name="connsiteY4" fmla="*/ 80451 h 104037"/>
                        <a:gd name="connsiteX5" fmla="*/ 10779 w 58983"/>
                        <a:gd name="connsiteY5" fmla="*/ 91977 h 104037"/>
                        <a:gd name="connsiteX6" fmla="*/ 15732 w 58983"/>
                        <a:gd name="connsiteY6" fmla="*/ 96834 h 104037"/>
                        <a:gd name="connsiteX7" fmla="*/ 21733 w 58983"/>
                        <a:gd name="connsiteY7" fmla="*/ 101121 h 104037"/>
                        <a:gd name="connsiteX8" fmla="*/ 45355 w 58983"/>
                        <a:gd name="connsiteY8" fmla="*/ 99597 h 104037"/>
                        <a:gd name="connsiteX9" fmla="*/ 49927 w 58983"/>
                        <a:gd name="connsiteY9" fmla="*/ 84642 h 104037"/>
                        <a:gd name="connsiteX10" fmla="*/ 52308 w 58983"/>
                        <a:gd name="connsiteY10" fmla="*/ 65497 h 104037"/>
                        <a:gd name="connsiteX11" fmla="*/ 55832 w 58983"/>
                        <a:gd name="connsiteY11" fmla="*/ 45971 h 104037"/>
                        <a:gd name="connsiteX12" fmla="*/ 58880 w 58983"/>
                        <a:gd name="connsiteY12" fmla="*/ 22539 h 104037"/>
                        <a:gd name="connsiteX13" fmla="*/ 45736 w 58983"/>
                        <a:gd name="connsiteY13" fmla="*/ 1108 h 104037"/>
                        <a:gd name="connsiteX14" fmla="*/ 26114 w 58983"/>
                        <a:gd name="connsiteY14" fmla="*/ 8728 h 104037"/>
                        <a:gd name="connsiteX15" fmla="*/ 13732 w 58983"/>
                        <a:gd name="connsiteY15" fmla="*/ 26826 h 104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58983" h="104037">
                          <a:moveTo>
                            <a:pt x="13732" y="26826"/>
                          </a:moveTo>
                          <a:cubicBezTo>
                            <a:pt x="9255" y="32731"/>
                            <a:pt x="4779" y="39018"/>
                            <a:pt x="2492" y="45780"/>
                          </a:cubicBezTo>
                          <a:cubicBezTo>
                            <a:pt x="206" y="52448"/>
                            <a:pt x="-365" y="58925"/>
                            <a:pt x="206" y="64354"/>
                          </a:cubicBezTo>
                          <a:cubicBezTo>
                            <a:pt x="397" y="67212"/>
                            <a:pt x="873" y="70260"/>
                            <a:pt x="1540" y="72831"/>
                          </a:cubicBezTo>
                          <a:cubicBezTo>
                            <a:pt x="2302" y="75403"/>
                            <a:pt x="3159" y="77784"/>
                            <a:pt x="4112" y="80451"/>
                          </a:cubicBezTo>
                          <a:cubicBezTo>
                            <a:pt x="5826" y="84547"/>
                            <a:pt x="8112" y="88167"/>
                            <a:pt x="10779" y="91977"/>
                          </a:cubicBezTo>
                          <a:cubicBezTo>
                            <a:pt x="12208" y="93786"/>
                            <a:pt x="13827" y="95406"/>
                            <a:pt x="15732" y="96834"/>
                          </a:cubicBezTo>
                          <a:cubicBezTo>
                            <a:pt x="17542" y="98454"/>
                            <a:pt x="19447" y="99978"/>
                            <a:pt x="21733" y="101121"/>
                          </a:cubicBezTo>
                          <a:cubicBezTo>
                            <a:pt x="28591" y="104550"/>
                            <a:pt x="39354" y="105978"/>
                            <a:pt x="45355" y="99597"/>
                          </a:cubicBezTo>
                          <a:cubicBezTo>
                            <a:pt x="49165" y="95501"/>
                            <a:pt x="49451" y="89976"/>
                            <a:pt x="49927" y="84642"/>
                          </a:cubicBezTo>
                          <a:cubicBezTo>
                            <a:pt x="50594" y="78261"/>
                            <a:pt x="51355" y="71879"/>
                            <a:pt x="52308" y="65497"/>
                          </a:cubicBezTo>
                          <a:cubicBezTo>
                            <a:pt x="53260" y="59020"/>
                            <a:pt x="54689" y="52353"/>
                            <a:pt x="55832" y="45971"/>
                          </a:cubicBezTo>
                          <a:cubicBezTo>
                            <a:pt x="56785" y="40542"/>
                            <a:pt x="59547" y="31398"/>
                            <a:pt x="58880" y="22539"/>
                          </a:cubicBezTo>
                          <a:cubicBezTo>
                            <a:pt x="58214" y="13776"/>
                            <a:pt x="54880" y="4632"/>
                            <a:pt x="45736" y="1108"/>
                          </a:cubicBezTo>
                          <a:cubicBezTo>
                            <a:pt x="37830" y="-2226"/>
                            <a:pt x="31353" y="2442"/>
                            <a:pt x="26114" y="8728"/>
                          </a:cubicBezTo>
                          <a:cubicBezTo>
                            <a:pt x="21066" y="15015"/>
                            <a:pt x="16875" y="22730"/>
                            <a:pt x="13732" y="2682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1" name="Forme libre : forme 13490">
                      <a:extLst>
                        <a:ext uri="{FF2B5EF4-FFF2-40B4-BE49-F238E27FC236}">
                          <a16:creationId xmlns:a16="http://schemas.microsoft.com/office/drawing/2014/main" id="{F9D72449-CE09-4E95-8A52-C5123B83D5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5433" y="2328907"/>
                      <a:ext cx="34865" cy="20387"/>
                    </a:xfrm>
                    <a:custGeom>
                      <a:avLst/>
                      <a:gdLst>
                        <a:gd name="connsiteX0" fmla="*/ 6058 w 34865"/>
                        <a:gd name="connsiteY0" fmla="*/ 717 h 20387"/>
                        <a:gd name="connsiteX1" fmla="*/ 1201 w 34865"/>
                        <a:gd name="connsiteY1" fmla="*/ 3289 h 20387"/>
                        <a:gd name="connsiteX2" fmla="*/ 439 w 34865"/>
                        <a:gd name="connsiteY2" fmla="*/ 8433 h 20387"/>
                        <a:gd name="connsiteX3" fmla="*/ 4344 w 34865"/>
                        <a:gd name="connsiteY3" fmla="*/ 12147 h 20387"/>
                        <a:gd name="connsiteX4" fmla="*/ 17012 w 34865"/>
                        <a:gd name="connsiteY4" fmla="*/ 18434 h 20387"/>
                        <a:gd name="connsiteX5" fmla="*/ 22346 w 34865"/>
                        <a:gd name="connsiteY5" fmla="*/ 20244 h 20387"/>
                        <a:gd name="connsiteX6" fmla="*/ 31490 w 34865"/>
                        <a:gd name="connsiteY6" fmla="*/ 7099 h 20387"/>
                        <a:gd name="connsiteX7" fmla="*/ 6058 w 34865"/>
                        <a:gd name="connsiteY7" fmla="*/ 717 h 20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4865" h="20387">
                          <a:moveTo>
                            <a:pt x="6058" y="717"/>
                          </a:moveTo>
                          <a:cubicBezTo>
                            <a:pt x="4154" y="1194"/>
                            <a:pt x="2439" y="1956"/>
                            <a:pt x="1201" y="3289"/>
                          </a:cubicBezTo>
                          <a:cubicBezTo>
                            <a:pt x="58" y="4623"/>
                            <a:pt x="-419" y="6718"/>
                            <a:pt x="439" y="8433"/>
                          </a:cubicBezTo>
                          <a:cubicBezTo>
                            <a:pt x="1201" y="10147"/>
                            <a:pt x="2820" y="11195"/>
                            <a:pt x="4344" y="12147"/>
                          </a:cubicBezTo>
                          <a:cubicBezTo>
                            <a:pt x="8345" y="14624"/>
                            <a:pt x="12821" y="16529"/>
                            <a:pt x="17012" y="18434"/>
                          </a:cubicBezTo>
                          <a:cubicBezTo>
                            <a:pt x="18727" y="19291"/>
                            <a:pt x="20536" y="20053"/>
                            <a:pt x="22346" y="20244"/>
                          </a:cubicBezTo>
                          <a:cubicBezTo>
                            <a:pt x="30061" y="21387"/>
                            <a:pt x="40253" y="15576"/>
                            <a:pt x="31490" y="7099"/>
                          </a:cubicBezTo>
                          <a:cubicBezTo>
                            <a:pt x="24537" y="622"/>
                            <a:pt x="13297" y="-1188"/>
                            <a:pt x="6058" y="71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2" name="Forme libre : forme 13491">
                      <a:extLst>
                        <a:ext uri="{FF2B5EF4-FFF2-40B4-BE49-F238E27FC236}">
                          <a16:creationId xmlns:a16="http://schemas.microsoft.com/office/drawing/2014/main" id="{6D2681A1-6914-4E3A-92C3-32D1A59A5C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3298" y="2426112"/>
                      <a:ext cx="58769" cy="17780"/>
                    </a:xfrm>
                    <a:custGeom>
                      <a:avLst/>
                      <a:gdLst>
                        <a:gd name="connsiteX0" fmla="*/ 58769 w 58769"/>
                        <a:gd name="connsiteY0" fmla="*/ 14859 h 17780"/>
                        <a:gd name="connsiteX1" fmla="*/ 38862 w 58769"/>
                        <a:gd name="connsiteY1" fmla="*/ 17717 h 17780"/>
                        <a:gd name="connsiteX2" fmla="*/ 19812 w 58769"/>
                        <a:gd name="connsiteY2" fmla="*/ 13525 h 17780"/>
                        <a:gd name="connsiteX3" fmla="*/ 0 w 58769"/>
                        <a:gd name="connsiteY3" fmla="*/ 0 h 17780"/>
                        <a:gd name="connsiteX4" fmla="*/ 15430 w 58769"/>
                        <a:gd name="connsiteY4" fmla="*/ 8763 h 17780"/>
                        <a:gd name="connsiteX5" fmla="*/ 58769 w 58769"/>
                        <a:gd name="connsiteY5" fmla="*/ 14859 h 17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8769" h="17780">
                          <a:moveTo>
                            <a:pt x="58769" y="14859"/>
                          </a:moveTo>
                          <a:cubicBezTo>
                            <a:pt x="58769" y="14859"/>
                            <a:pt x="50292" y="18288"/>
                            <a:pt x="38862" y="17717"/>
                          </a:cubicBezTo>
                          <a:cubicBezTo>
                            <a:pt x="33051" y="17526"/>
                            <a:pt x="26479" y="16383"/>
                            <a:pt x="19812" y="13525"/>
                          </a:cubicBezTo>
                          <a:cubicBezTo>
                            <a:pt x="13335" y="10477"/>
                            <a:pt x="6191" y="6572"/>
                            <a:pt x="0" y="0"/>
                          </a:cubicBezTo>
                          <a:cubicBezTo>
                            <a:pt x="0" y="0"/>
                            <a:pt x="5239" y="4667"/>
                            <a:pt x="15430" y="8763"/>
                          </a:cubicBezTo>
                          <a:cubicBezTo>
                            <a:pt x="25241" y="13144"/>
                            <a:pt x="40195" y="17335"/>
                            <a:pt x="58769" y="148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3" name="Forme libre : forme 13492">
                      <a:extLst>
                        <a:ext uri="{FF2B5EF4-FFF2-40B4-BE49-F238E27FC236}">
                          <a16:creationId xmlns:a16="http://schemas.microsoft.com/office/drawing/2014/main" id="{19363C1A-5106-4984-A68C-8EEFE00160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94439" y="2294626"/>
                      <a:ext cx="75533" cy="18900"/>
                    </a:xfrm>
                    <a:custGeom>
                      <a:avLst/>
                      <a:gdLst>
                        <a:gd name="connsiteX0" fmla="*/ 75533 w 75533"/>
                        <a:gd name="connsiteY0" fmla="*/ 18901 h 18900"/>
                        <a:gd name="connsiteX1" fmla="*/ 68294 w 75533"/>
                        <a:gd name="connsiteY1" fmla="*/ 12805 h 18900"/>
                        <a:gd name="connsiteX2" fmla="*/ 48577 w 75533"/>
                        <a:gd name="connsiteY2" fmla="*/ 2613 h 18900"/>
                        <a:gd name="connsiteX3" fmla="*/ 22479 w 75533"/>
                        <a:gd name="connsiteY3" fmla="*/ 1184 h 18900"/>
                        <a:gd name="connsiteX4" fmla="*/ 0 w 75533"/>
                        <a:gd name="connsiteY4" fmla="*/ 18520 h 18900"/>
                        <a:gd name="connsiteX5" fmla="*/ 4763 w 75533"/>
                        <a:gd name="connsiteY5" fmla="*/ 14043 h 18900"/>
                        <a:gd name="connsiteX6" fmla="*/ 19431 w 75533"/>
                        <a:gd name="connsiteY6" fmla="*/ 5947 h 18900"/>
                        <a:gd name="connsiteX7" fmla="*/ 44291 w 75533"/>
                        <a:gd name="connsiteY7" fmla="*/ 4137 h 18900"/>
                        <a:gd name="connsiteX8" fmla="*/ 59721 w 75533"/>
                        <a:gd name="connsiteY8" fmla="*/ 8899 h 18900"/>
                        <a:gd name="connsiteX9" fmla="*/ 75533 w 75533"/>
                        <a:gd name="connsiteY9" fmla="*/ 18901 h 18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5533" h="18900">
                          <a:moveTo>
                            <a:pt x="75533" y="18901"/>
                          </a:moveTo>
                          <a:cubicBezTo>
                            <a:pt x="75533" y="18901"/>
                            <a:pt x="72866" y="16234"/>
                            <a:pt x="68294" y="12805"/>
                          </a:cubicBezTo>
                          <a:cubicBezTo>
                            <a:pt x="63912" y="9280"/>
                            <a:pt x="56579" y="5280"/>
                            <a:pt x="48577" y="2613"/>
                          </a:cubicBezTo>
                          <a:cubicBezTo>
                            <a:pt x="40862" y="-245"/>
                            <a:pt x="30861" y="-816"/>
                            <a:pt x="22479" y="1184"/>
                          </a:cubicBezTo>
                          <a:cubicBezTo>
                            <a:pt x="13906" y="3375"/>
                            <a:pt x="5905" y="9185"/>
                            <a:pt x="0" y="18520"/>
                          </a:cubicBezTo>
                          <a:cubicBezTo>
                            <a:pt x="0" y="18520"/>
                            <a:pt x="1524" y="16615"/>
                            <a:pt x="4763" y="14043"/>
                          </a:cubicBezTo>
                          <a:cubicBezTo>
                            <a:pt x="7905" y="11566"/>
                            <a:pt x="12954" y="8042"/>
                            <a:pt x="19431" y="5947"/>
                          </a:cubicBezTo>
                          <a:cubicBezTo>
                            <a:pt x="25812" y="3851"/>
                            <a:pt x="34480" y="2518"/>
                            <a:pt x="44291" y="4137"/>
                          </a:cubicBezTo>
                          <a:cubicBezTo>
                            <a:pt x="49053" y="4994"/>
                            <a:pt x="54197" y="6518"/>
                            <a:pt x="59721" y="8899"/>
                          </a:cubicBezTo>
                          <a:cubicBezTo>
                            <a:pt x="65055" y="11185"/>
                            <a:pt x="70104" y="14614"/>
                            <a:pt x="75533" y="189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4" name="Forme libre : forme 13493">
                      <a:extLst>
                        <a:ext uri="{FF2B5EF4-FFF2-40B4-BE49-F238E27FC236}">
                          <a16:creationId xmlns:a16="http://schemas.microsoft.com/office/drawing/2014/main" id="{7CC1DB67-FD1B-42DA-BAE6-34A4EAEB1D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49609" y="2370378"/>
                      <a:ext cx="16301" cy="26808"/>
                    </a:xfrm>
                    <a:custGeom>
                      <a:avLst/>
                      <a:gdLst>
                        <a:gd name="connsiteX0" fmla="*/ 10743 w 16301"/>
                        <a:gd name="connsiteY0" fmla="*/ 26778 h 26808"/>
                        <a:gd name="connsiteX1" fmla="*/ 551 w 16301"/>
                        <a:gd name="connsiteY1" fmla="*/ 14872 h 26808"/>
                        <a:gd name="connsiteX2" fmla="*/ 4742 w 16301"/>
                        <a:gd name="connsiteY2" fmla="*/ 108 h 26808"/>
                        <a:gd name="connsiteX3" fmla="*/ 15791 w 16301"/>
                        <a:gd name="connsiteY3" fmla="*/ 12205 h 26808"/>
                        <a:gd name="connsiteX4" fmla="*/ 10743 w 16301"/>
                        <a:gd name="connsiteY4" fmla="*/ 26778 h 26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01" h="26808">
                          <a:moveTo>
                            <a:pt x="10743" y="26778"/>
                          </a:moveTo>
                          <a:cubicBezTo>
                            <a:pt x="6552" y="27255"/>
                            <a:pt x="1980" y="22111"/>
                            <a:pt x="551" y="14872"/>
                          </a:cubicBezTo>
                          <a:cubicBezTo>
                            <a:pt x="-878" y="7633"/>
                            <a:pt x="456" y="1156"/>
                            <a:pt x="4742" y="108"/>
                          </a:cubicBezTo>
                          <a:cubicBezTo>
                            <a:pt x="8933" y="-844"/>
                            <a:pt x="14362" y="4585"/>
                            <a:pt x="15791" y="12205"/>
                          </a:cubicBezTo>
                          <a:cubicBezTo>
                            <a:pt x="17411" y="19920"/>
                            <a:pt x="15029" y="26302"/>
                            <a:pt x="10743" y="2677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5" name="Forme libre : forme 13494">
                      <a:extLst>
                        <a:ext uri="{FF2B5EF4-FFF2-40B4-BE49-F238E27FC236}">
                          <a16:creationId xmlns:a16="http://schemas.microsoft.com/office/drawing/2014/main" id="{84B0DDCD-4531-4A00-895D-A5543DA77B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8697" y="2392785"/>
                      <a:ext cx="6885" cy="7199"/>
                    </a:xfrm>
                    <a:custGeom>
                      <a:avLst/>
                      <a:gdLst>
                        <a:gd name="connsiteX0" fmla="*/ 4988 w 6885"/>
                        <a:gd name="connsiteY0" fmla="*/ 6848 h 7199"/>
                        <a:gd name="connsiteX1" fmla="*/ 417 w 6885"/>
                        <a:gd name="connsiteY1" fmla="*/ 5133 h 7199"/>
                        <a:gd name="connsiteX2" fmla="*/ 1750 w 6885"/>
                        <a:gd name="connsiteY2" fmla="*/ 371 h 7199"/>
                        <a:gd name="connsiteX3" fmla="*/ 6513 w 6885"/>
                        <a:gd name="connsiteY3" fmla="*/ 1990 h 7199"/>
                        <a:gd name="connsiteX4" fmla="*/ 4988 w 6885"/>
                        <a:gd name="connsiteY4" fmla="*/ 6848 h 71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85" h="7199">
                          <a:moveTo>
                            <a:pt x="4988" y="6848"/>
                          </a:moveTo>
                          <a:cubicBezTo>
                            <a:pt x="3274" y="7705"/>
                            <a:pt x="1274" y="6943"/>
                            <a:pt x="417" y="5133"/>
                          </a:cubicBezTo>
                          <a:cubicBezTo>
                            <a:pt x="-441" y="3323"/>
                            <a:pt x="36" y="1228"/>
                            <a:pt x="1750" y="371"/>
                          </a:cubicBezTo>
                          <a:cubicBezTo>
                            <a:pt x="3369" y="-487"/>
                            <a:pt x="5655" y="180"/>
                            <a:pt x="6513" y="1990"/>
                          </a:cubicBezTo>
                          <a:cubicBezTo>
                            <a:pt x="7370" y="3895"/>
                            <a:pt x="6703" y="6086"/>
                            <a:pt x="4988" y="68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6" name="Forme libre : forme 13495">
                      <a:extLst>
                        <a:ext uri="{FF2B5EF4-FFF2-40B4-BE49-F238E27FC236}">
                          <a16:creationId xmlns:a16="http://schemas.microsoft.com/office/drawing/2014/main" id="{8441945A-BDC0-4BD7-A755-666B320F4E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777" y="2350561"/>
                      <a:ext cx="45920" cy="80320"/>
                    </a:xfrm>
                    <a:custGeom>
                      <a:avLst/>
                      <a:gdLst>
                        <a:gd name="connsiteX0" fmla="*/ 37056 w 45920"/>
                        <a:gd name="connsiteY0" fmla="*/ 63359 h 80320"/>
                        <a:gd name="connsiteX1" fmla="*/ 11148 w 45920"/>
                        <a:gd name="connsiteY1" fmla="*/ 79266 h 80320"/>
                        <a:gd name="connsiteX2" fmla="*/ 671 w 45920"/>
                        <a:gd name="connsiteY2" fmla="*/ 77933 h 80320"/>
                        <a:gd name="connsiteX3" fmla="*/ 3243 w 45920"/>
                        <a:gd name="connsiteY3" fmla="*/ 68598 h 80320"/>
                        <a:gd name="connsiteX4" fmla="*/ 21530 w 45920"/>
                        <a:gd name="connsiteY4" fmla="*/ 42214 h 80320"/>
                        <a:gd name="connsiteX5" fmla="*/ 21150 w 45920"/>
                        <a:gd name="connsiteY5" fmla="*/ 32594 h 80320"/>
                        <a:gd name="connsiteX6" fmla="*/ 18959 w 45920"/>
                        <a:gd name="connsiteY6" fmla="*/ 18306 h 80320"/>
                        <a:gd name="connsiteX7" fmla="*/ 22864 w 45920"/>
                        <a:gd name="connsiteY7" fmla="*/ 18 h 80320"/>
                        <a:gd name="connsiteX8" fmla="*/ 32104 w 45920"/>
                        <a:gd name="connsiteY8" fmla="*/ 5448 h 80320"/>
                        <a:gd name="connsiteX9" fmla="*/ 39628 w 45920"/>
                        <a:gd name="connsiteY9" fmla="*/ 17068 h 80320"/>
                        <a:gd name="connsiteX10" fmla="*/ 45914 w 45920"/>
                        <a:gd name="connsiteY10" fmla="*/ 40499 h 80320"/>
                        <a:gd name="connsiteX11" fmla="*/ 37056 w 45920"/>
                        <a:gd name="connsiteY11" fmla="*/ 63359 h 80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5920" h="80320">
                          <a:moveTo>
                            <a:pt x="37056" y="63359"/>
                          </a:moveTo>
                          <a:cubicBezTo>
                            <a:pt x="30198" y="71170"/>
                            <a:pt x="20769" y="75837"/>
                            <a:pt x="11148" y="79266"/>
                          </a:cubicBezTo>
                          <a:cubicBezTo>
                            <a:pt x="7624" y="80504"/>
                            <a:pt x="2671" y="81266"/>
                            <a:pt x="671" y="77933"/>
                          </a:cubicBezTo>
                          <a:cubicBezTo>
                            <a:pt x="-1139" y="74980"/>
                            <a:pt x="1052" y="71170"/>
                            <a:pt x="3243" y="68598"/>
                          </a:cubicBezTo>
                          <a:cubicBezTo>
                            <a:pt x="10386" y="60407"/>
                            <a:pt x="19340" y="53549"/>
                            <a:pt x="21530" y="42214"/>
                          </a:cubicBezTo>
                          <a:cubicBezTo>
                            <a:pt x="21816" y="40499"/>
                            <a:pt x="21721" y="36880"/>
                            <a:pt x="21150" y="32594"/>
                          </a:cubicBezTo>
                          <a:cubicBezTo>
                            <a:pt x="20483" y="28307"/>
                            <a:pt x="19626" y="23259"/>
                            <a:pt x="18959" y="18306"/>
                          </a:cubicBezTo>
                          <a:cubicBezTo>
                            <a:pt x="17911" y="8495"/>
                            <a:pt x="16578" y="-458"/>
                            <a:pt x="22864" y="18"/>
                          </a:cubicBezTo>
                          <a:cubicBezTo>
                            <a:pt x="25912" y="304"/>
                            <a:pt x="29246" y="2304"/>
                            <a:pt x="32104" y="5448"/>
                          </a:cubicBezTo>
                          <a:cubicBezTo>
                            <a:pt x="34866" y="8591"/>
                            <a:pt x="37438" y="12686"/>
                            <a:pt x="39628" y="17068"/>
                          </a:cubicBezTo>
                          <a:cubicBezTo>
                            <a:pt x="44200" y="25926"/>
                            <a:pt x="45820" y="35642"/>
                            <a:pt x="45914" y="40499"/>
                          </a:cubicBezTo>
                          <a:cubicBezTo>
                            <a:pt x="46105" y="49548"/>
                            <a:pt x="42105" y="57454"/>
                            <a:pt x="37056" y="6335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25" name="Graphique 1">
                    <a:extLst>
                      <a:ext uri="{FF2B5EF4-FFF2-40B4-BE49-F238E27FC236}">
                        <a16:creationId xmlns:a16="http://schemas.microsoft.com/office/drawing/2014/main" id="{A300B876-B6A8-44E6-BAC4-5032F0743473}"/>
                      </a:ext>
                    </a:extLst>
                  </p:cNvPr>
                  <p:cNvGrpSpPr/>
                  <p:nvPr/>
                </p:nvGrpSpPr>
                <p:grpSpPr>
                  <a:xfrm>
                    <a:off x="7325952" y="2432971"/>
                    <a:ext cx="146382" cy="164901"/>
                    <a:chOff x="7325952" y="2432971"/>
                    <a:chExt cx="146382" cy="164901"/>
                  </a:xfrm>
                  <a:solidFill>
                    <a:schemeClr val="accent1"/>
                  </a:solidFill>
                </p:grpSpPr>
                <p:sp>
                  <p:nvSpPr>
                    <p:cNvPr id="13473" name="Forme libre : forme 13472">
                      <a:extLst>
                        <a:ext uri="{FF2B5EF4-FFF2-40B4-BE49-F238E27FC236}">
                          <a16:creationId xmlns:a16="http://schemas.microsoft.com/office/drawing/2014/main" id="{2A3BFF22-9972-49A5-A04D-5F1AEDB1FA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5952" y="2432971"/>
                      <a:ext cx="146382" cy="164901"/>
                    </a:xfrm>
                    <a:custGeom>
                      <a:avLst/>
                      <a:gdLst>
                        <a:gd name="connsiteX0" fmla="*/ 38305 w 146382"/>
                        <a:gd name="connsiteY0" fmla="*/ 140398 h 164901"/>
                        <a:gd name="connsiteX1" fmla="*/ 18589 w 146382"/>
                        <a:gd name="connsiteY1" fmla="*/ 108775 h 164901"/>
                        <a:gd name="connsiteX2" fmla="*/ 3634 w 146382"/>
                        <a:gd name="connsiteY2" fmla="*/ 74581 h 164901"/>
                        <a:gd name="connsiteX3" fmla="*/ 586 w 146382"/>
                        <a:gd name="connsiteY3" fmla="*/ 62103 h 164901"/>
                        <a:gd name="connsiteX4" fmla="*/ 15 w 146382"/>
                        <a:gd name="connsiteY4" fmla="*/ 56388 h 164901"/>
                        <a:gd name="connsiteX5" fmla="*/ 396 w 146382"/>
                        <a:gd name="connsiteY5" fmla="*/ 52292 h 164901"/>
                        <a:gd name="connsiteX6" fmla="*/ 6016 w 146382"/>
                        <a:gd name="connsiteY6" fmla="*/ 36481 h 164901"/>
                        <a:gd name="connsiteX7" fmla="*/ 32590 w 146382"/>
                        <a:gd name="connsiteY7" fmla="*/ 14001 h 164901"/>
                        <a:gd name="connsiteX8" fmla="*/ 65452 w 146382"/>
                        <a:gd name="connsiteY8" fmla="*/ 2381 h 164901"/>
                        <a:gd name="connsiteX9" fmla="*/ 101075 w 146382"/>
                        <a:gd name="connsiteY9" fmla="*/ 6286 h 164901"/>
                        <a:gd name="connsiteX10" fmla="*/ 115363 w 146382"/>
                        <a:gd name="connsiteY10" fmla="*/ 19526 h 164901"/>
                        <a:gd name="connsiteX11" fmla="*/ 118220 w 146382"/>
                        <a:gd name="connsiteY11" fmla="*/ 23812 h 164901"/>
                        <a:gd name="connsiteX12" fmla="*/ 120316 w 146382"/>
                        <a:gd name="connsiteY12" fmla="*/ 26765 h 164901"/>
                        <a:gd name="connsiteX13" fmla="*/ 123173 w 146382"/>
                        <a:gd name="connsiteY13" fmla="*/ 32480 h 164901"/>
                        <a:gd name="connsiteX14" fmla="*/ 130793 w 146382"/>
                        <a:gd name="connsiteY14" fmla="*/ 49434 h 164901"/>
                        <a:gd name="connsiteX15" fmla="*/ 140794 w 146382"/>
                        <a:gd name="connsiteY15" fmla="*/ 65246 h 164901"/>
                        <a:gd name="connsiteX16" fmla="*/ 145938 w 146382"/>
                        <a:gd name="connsiteY16" fmla="*/ 91344 h 164901"/>
                        <a:gd name="connsiteX17" fmla="*/ 141937 w 146382"/>
                        <a:gd name="connsiteY17" fmla="*/ 107347 h 164901"/>
                        <a:gd name="connsiteX18" fmla="*/ 133079 w 146382"/>
                        <a:gd name="connsiteY18" fmla="*/ 123348 h 164901"/>
                        <a:gd name="connsiteX19" fmla="*/ 111362 w 146382"/>
                        <a:gd name="connsiteY19" fmla="*/ 150971 h 164901"/>
                        <a:gd name="connsiteX20" fmla="*/ 96789 w 146382"/>
                        <a:gd name="connsiteY20" fmla="*/ 162115 h 164901"/>
                        <a:gd name="connsiteX21" fmla="*/ 77453 w 146382"/>
                        <a:gd name="connsiteY21" fmla="*/ 164592 h 164901"/>
                        <a:gd name="connsiteX22" fmla="*/ 38305 w 146382"/>
                        <a:gd name="connsiteY22" fmla="*/ 140398 h 164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46382" h="164901">
                          <a:moveTo>
                            <a:pt x="38305" y="140398"/>
                          </a:moveTo>
                          <a:cubicBezTo>
                            <a:pt x="30876" y="130302"/>
                            <a:pt x="24399" y="119824"/>
                            <a:pt x="18589" y="108775"/>
                          </a:cubicBezTo>
                          <a:cubicBezTo>
                            <a:pt x="12778" y="97822"/>
                            <a:pt x="7826" y="86391"/>
                            <a:pt x="3634" y="74581"/>
                          </a:cubicBezTo>
                          <a:cubicBezTo>
                            <a:pt x="2110" y="70485"/>
                            <a:pt x="1253" y="66198"/>
                            <a:pt x="586" y="62103"/>
                          </a:cubicBezTo>
                          <a:cubicBezTo>
                            <a:pt x="300" y="60198"/>
                            <a:pt x="-80" y="57626"/>
                            <a:pt x="15" y="56388"/>
                          </a:cubicBezTo>
                          <a:cubicBezTo>
                            <a:pt x="110" y="55054"/>
                            <a:pt x="205" y="53625"/>
                            <a:pt x="396" y="52292"/>
                          </a:cubicBezTo>
                          <a:cubicBezTo>
                            <a:pt x="1253" y="46863"/>
                            <a:pt x="3158" y="41529"/>
                            <a:pt x="6016" y="36481"/>
                          </a:cubicBezTo>
                          <a:cubicBezTo>
                            <a:pt x="11540" y="26670"/>
                            <a:pt x="20684" y="18192"/>
                            <a:pt x="32590" y="14001"/>
                          </a:cubicBezTo>
                          <a:lnTo>
                            <a:pt x="65452" y="2381"/>
                          </a:lnTo>
                          <a:cubicBezTo>
                            <a:pt x="77263" y="-1905"/>
                            <a:pt x="90121" y="-286"/>
                            <a:pt x="101075" y="6286"/>
                          </a:cubicBezTo>
                          <a:cubicBezTo>
                            <a:pt x="106409" y="9525"/>
                            <a:pt x="111267" y="14097"/>
                            <a:pt x="115363" y="19526"/>
                          </a:cubicBezTo>
                          <a:cubicBezTo>
                            <a:pt x="116410" y="20859"/>
                            <a:pt x="117363" y="22288"/>
                            <a:pt x="118220" y="23812"/>
                          </a:cubicBezTo>
                          <a:cubicBezTo>
                            <a:pt x="119173" y="25431"/>
                            <a:pt x="119744" y="25717"/>
                            <a:pt x="120316" y="26765"/>
                          </a:cubicBezTo>
                          <a:cubicBezTo>
                            <a:pt x="121554" y="28480"/>
                            <a:pt x="122316" y="30480"/>
                            <a:pt x="123173" y="32480"/>
                          </a:cubicBezTo>
                          <a:cubicBezTo>
                            <a:pt x="125268" y="38290"/>
                            <a:pt x="127745" y="44005"/>
                            <a:pt x="130793" y="49434"/>
                          </a:cubicBezTo>
                          <a:cubicBezTo>
                            <a:pt x="133746" y="54959"/>
                            <a:pt x="137079" y="60293"/>
                            <a:pt x="140794" y="65246"/>
                          </a:cubicBezTo>
                          <a:cubicBezTo>
                            <a:pt x="145938" y="72199"/>
                            <a:pt x="147176" y="81153"/>
                            <a:pt x="145938" y="91344"/>
                          </a:cubicBezTo>
                          <a:cubicBezTo>
                            <a:pt x="145271" y="96583"/>
                            <a:pt x="144033" y="101822"/>
                            <a:pt x="141937" y="107347"/>
                          </a:cubicBezTo>
                          <a:cubicBezTo>
                            <a:pt x="139842" y="112776"/>
                            <a:pt x="136985" y="118300"/>
                            <a:pt x="133079" y="123348"/>
                          </a:cubicBezTo>
                          <a:lnTo>
                            <a:pt x="111362" y="150971"/>
                          </a:lnTo>
                          <a:cubicBezTo>
                            <a:pt x="107457" y="156019"/>
                            <a:pt x="102504" y="159829"/>
                            <a:pt x="96789" y="162115"/>
                          </a:cubicBezTo>
                          <a:cubicBezTo>
                            <a:pt x="91074" y="164497"/>
                            <a:pt x="84311" y="165449"/>
                            <a:pt x="77453" y="164592"/>
                          </a:cubicBezTo>
                          <a:cubicBezTo>
                            <a:pt x="63642" y="163163"/>
                            <a:pt x="48592" y="154590"/>
                            <a:pt x="38305" y="140398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4" name="Forme libre : forme 13473">
                      <a:extLst>
                        <a:ext uri="{FF2B5EF4-FFF2-40B4-BE49-F238E27FC236}">
                          <a16:creationId xmlns:a16="http://schemas.microsoft.com/office/drawing/2014/main" id="{5BBE163C-E222-41E5-B8C9-824F5BD51D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142" y="2441924"/>
                      <a:ext cx="112219" cy="155935"/>
                    </a:xfrm>
                    <a:custGeom>
                      <a:avLst/>
                      <a:gdLst>
                        <a:gd name="connsiteX0" fmla="*/ 46783 w 112219"/>
                        <a:gd name="connsiteY0" fmla="*/ 62103 h 155935"/>
                        <a:gd name="connsiteX1" fmla="*/ 36782 w 112219"/>
                        <a:gd name="connsiteY1" fmla="*/ 28861 h 155935"/>
                        <a:gd name="connsiteX2" fmla="*/ 46783 w 112219"/>
                        <a:gd name="connsiteY2" fmla="*/ 0 h 155935"/>
                        <a:gd name="connsiteX3" fmla="*/ 32591 w 112219"/>
                        <a:gd name="connsiteY3" fmla="*/ 5048 h 155935"/>
                        <a:gd name="connsiteX4" fmla="*/ 6016 w 112219"/>
                        <a:gd name="connsiteY4" fmla="*/ 27527 h 155935"/>
                        <a:gd name="connsiteX5" fmla="*/ 396 w 112219"/>
                        <a:gd name="connsiteY5" fmla="*/ 43339 h 155935"/>
                        <a:gd name="connsiteX6" fmla="*/ 15 w 112219"/>
                        <a:gd name="connsiteY6" fmla="*/ 47435 h 155935"/>
                        <a:gd name="connsiteX7" fmla="*/ 586 w 112219"/>
                        <a:gd name="connsiteY7" fmla="*/ 53150 h 155935"/>
                        <a:gd name="connsiteX8" fmla="*/ 3634 w 112219"/>
                        <a:gd name="connsiteY8" fmla="*/ 65627 h 155935"/>
                        <a:gd name="connsiteX9" fmla="*/ 18589 w 112219"/>
                        <a:gd name="connsiteY9" fmla="*/ 99822 h 155935"/>
                        <a:gd name="connsiteX10" fmla="*/ 38305 w 112219"/>
                        <a:gd name="connsiteY10" fmla="*/ 131445 h 155935"/>
                        <a:gd name="connsiteX11" fmla="*/ 77644 w 112219"/>
                        <a:gd name="connsiteY11" fmla="*/ 155638 h 155935"/>
                        <a:gd name="connsiteX12" fmla="*/ 96980 w 112219"/>
                        <a:gd name="connsiteY12" fmla="*/ 153162 h 155935"/>
                        <a:gd name="connsiteX13" fmla="*/ 111553 w 112219"/>
                        <a:gd name="connsiteY13" fmla="*/ 142018 h 155935"/>
                        <a:gd name="connsiteX14" fmla="*/ 112220 w 112219"/>
                        <a:gd name="connsiteY14" fmla="*/ 141161 h 155935"/>
                        <a:gd name="connsiteX15" fmla="*/ 92503 w 112219"/>
                        <a:gd name="connsiteY15" fmla="*/ 124111 h 155935"/>
                        <a:gd name="connsiteX16" fmla="*/ 76215 w 112219"/>
                        <a:gd name="connsiteY16" fmla="*/ 104489 h 155935"/>
                        <a:gd name="connsiteX17" fmla="*/ 46783 w 112219"/>
                        <a:gd name="connsiteY17" fmla="*/ 62103 h 155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12219" h="155935">
                          <a:moveTo>
                            <a:pt x="46783" y="62103"/>
                          </a:moveTo>
                          <a:cubicBezTo>
                            <a:pt x="39544" y="52006"/>
                            <a:pt x="36020" y="38100"/>
                            <a:pt x="36782" y="28861"/>
                          </a:cubicBezTo>
                          <a:cubicBezTo>
                            <a:pt x="37353" y="18574"/>
                            <a:pt x="40591" y="8668"/>
                            <a:pt x="46783" y="0"/>
                          </a:cubicBezTo>
                          <a:lnTo>
                            <a:pt x="32591" y="5048"/>
                          </a:lnTo>
                          <a:cubicBezTo>
                            <a:pt x="20684" y="9335"/>
                            <a:pt x="11636" y="17812"/>
                            <a:pt x="6016" y="27527"/>
                          </a:cubicBezTo>
                          <a:cubicBezTo>
                            <a:pt x="3158" y="32480"/>
                            <a:pt x="1158" y="37910"/>
                            <a:pt x="396" y="43339"/>
                          </a:cubicBezTo>
                          <a:cubicBezTo>
                            <a:pt x="205" y="44672"/>
                            <a:pt x="15" y="46101"/>
                            <a:pt x="15" y="47435"/>
                          </a:cubicBezTo>
                          <a:cubicBezTo>
                            <a:pt x="-80" y="48673"/>
                            <a:pt x="301" y="51245"/>
                            <a:pt x="586" y="53150"/>
                          </a:cubicBezTo>
                          <a:cubicBezTo>
                            <a:pt x="1253" y="57245"/>
                            <a:pt x="2015" y="61531"/>
                            <a:pt x="3634" y="65627"/>
                          </a:cubicBezTo>
                          <a:cubicBezTo>
                            <a:pt x="7825" y="77438"/>
                            <a:pt x="12683" y="88868"/>
                            <a:pt x="18589" y="99822"/>
                          </a:cubicBezTo>
                          <a:cubicBezTo>
                            <a:pt x="24304" y="110776"/>
                            <a:pt x="30876" y="121348"/>
                            <a:pt x="38305" y="131445"/>
                          </a:cubicBezTo>
                          <a:cubicBezTo>
                            <a:pt x="48593" y="145637"/>
                            <a:pt x="63642" y="154210"/>
                            <a:pt x="77644" y="155638"/>
                          </a:cubicBezTo>
                          <a:cubicBezTo>
                            <a:pt x="84501" y="156496"/>
                            <a:pt x="91264" y="155448"/>
                            <a:pt x="96980" y="153162"/>
                          </a:cubicBezTo>
                          <a:cubicBezTo>
                            <a:pt x="102790" y="150781"/>
                            <a:pt x="107648" y="146971"/>
                            <a:pt x="111553" y="142018"/>
                          </a:cubicBezTo>
                          <a:lnTo>
                            <a:pt x="112220" y="141161"/>
                          </a:lnTo>
                          <a:cubicBezTo>
                            <a:pt x="104980" y="136112"/>
                            <a:pt x="98313" y="130397"/>
                            <a:pt x="92503" y="124111"/>
                          </a:cubicBezTo>
                          <a:cubicBezTo>
                            <a:pt x="86502" y="117920"/>
                            <a:pt x="81263" y="111252"/>
                            <a:pt x="76215" y="104489"/>
                          </a:cubicBezTo>
                          <a:cubicBezTo>
                            <a:pt x="66024" y="90678"/>
                            <a:pt x="57260" y="76581"/>
                            <a:pt x="46783" y="6210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5" name="Forme libre : forme 13474">
                      <a:extLst>
                        <a:ext uri="{FF2B5EF4-FFF2-40B4-BE49-F238E27FC236}">
                          <a16:creationId xmlns:a16="http://schemas.microsoft.com/office/drawing/2014/main" id="{3C50AA69-CD1C-419F-B039-15A18DF214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5983" y="2489700"/>
                      <a:ext cx="54580" cy="64959"/>
                    </a:xfrm>
                    <a:custGeom>
                      <a:avLst/>
                      <a:gdLst>
                        <a:gd name="connsiteX0" fmla="*/ 47711 w 54580"/>
                        <a:gd name="connsiteY0" fmla="*/ 60809 h 64959"/>
                        <a:gd name="connsiteX1" fmla="*/ 27803 w 54580"/>
                        <a:gd name="connsiteY1" fmla="*/ 63476 h 64959"/>
                        <a:gd name="connsiteX2" fmla="*/ 6563 w 54580"/>
                        <a:gd name="connsiteY2" fmla="*/ 44902 h 64959"/>
                        <a:gd name="connsiteX3" fmla="*/ 371 w 54580"/>
                        <a:gd name="connsiteY3" fmla="*/ 17375 h 64959"/>
                        <a:gd name="connsiteX4" fmla="*/ 12087 w 54580"/>
                        <a:gd name="connsiteY4" fmla="*/ 1087 h 64959"/>
                        <a:gd name="connsiteX5" fmla="*/ 31518 w 54580"/>
                        <a:gd name="connsiteY5" fmla="*/ 3754 h 64959"/>
                        <a:gd name="connsiteX6" fmla="*/ 47901 w 54580"/>
                        <a:gd name="connsiteY6" fmla="*/ 20137 h 64959"/>
                        <a:gd name="connsiteX7" fmla="*/ 54568 w 54580"/>
                        <a:gd name="connsiteY7" fmla="*/ 42330 h 64959"/>
                        <a:gd name="connsiteX8" fmla="*/ 47711 w 54580"/>
                        <a:gd name="connsiteY8" fmla="*/ 60809 h 64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580" h="64959">
                          <a:moveTo>
                            <a:pt x="47711" y="60809"/>
                          </a:moveTo>
                          <a:cubicBezTo>
                            <a:pt x="42758" y="65190"/>
                            <a:pt x="35614" y="66143"/>
                            <a:pt x="27803" y="63476"/>
                          </a:cubicBezTo>
                          <a:cubicBezTo>
                            <a:pt x="20183" y="60714"/>
                            <a:pt x="12087" y="54332"/>
                            <a:pt x="6563" y="44902"/>
                          </a:cubicBezTo>
                          <a:cubicBezTo>
                            <a:pt x="943" y="35663"/>
                            <a:pt x="-867" y="25471"/>
                            <a:pt x="371" y="17375"/>
                          </a:cubicBezTo>
                          <a:cubicBezTo>
                            <a:pt x="1419" y="9374"/>
                            <a:pt x="5991" y="3373"/>
                            <a:pt x="12087" y="1087"/>
                          </a:cubicBezTo>
                          <a:cubicBezTo>
                            <a:pt x="18374" y="-1199"/>
                            <a:pt x="25041" y="325"/>
                            <a:pt x="31518" y="3754"/>
                          </a:cubicBezTo>
                          <a:cubicBezTo>
                            <a:pt x="37804" y="7278"/>
                            <a:pt x="43424" y="12993"/>
                            <a:pt x="47901" y="20137"/>
                          </a:cubicBezTo>
                          <a:cubicBezTo>
                            <a:pt x="52187" y="27376"/>
                            <a:pt x="54473" y="34996"/>
                            <a:pt x="54568" y="42330"/>
                          </a:cubicBezTo>
                          <a:cubicBezTo>
                            <a:pt x="54759" y="49474"/>
                            <a:pt x="52663" y="56332"/>
                            <a:pt x="47711" y="60809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6" name="Forme libre : forme 13475">
                      <a:extLst>
                        <a:ext uri="{FF2B5EF4-FFF2-40B4-BE49-F238E27FC236}">
                          <a16:creationId xmlns:a16="http://schemas.microsoft.com/office/drawing/2014/main" id="{1BE82865-779B-455A-BB31-68FC062032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5983" y="2489776"/>
                      <a:ext cx="35994" cy="58256"/>
                    </a:xfrm>
                    <a:custGeom>
                      <a:avLst/>
                      <a:gdLst>
                        <a:gd name="connsiteX0" fmla="*/ 35995 w 35994"/>
                        <a:gd name="connsiteY0" fmla="*/ 6821 h 58256"/>
                        <a:gd name="connsiteX1" fmla="*/ 12087 w 35994"/>
                        <a:gd name="connsiteY1" fmla="*/ 1106 h 58256"/>
                        <a:gd name="connsiteX2" fmla="*/ 371 w 35994"/>
                        <a:gd name="connsiteY2" fmla="*/ 17394 h 58256"/>
                        <a:gd name="connsiteX3" fmla="*/ 6563 w 35994"/>
                        <a:gd name="connsiteY3" fmla="*/ 44921 h 58256"/>
                        <a:gd name="connsiteX4" fmla="*/ 18278 w 35994"/>
                        <a:gd name="connsiteY4" fmla="*/ 58256 h 58256"/>
                        <a:gd name="connsiteX5" fmla="*/ 14373 w 35994"/>
                        <a:gd name="connsiteY5" fmla="*/ 49303 h 58256"/>
                        <a:gd name="connsiteX6" fmla="*/ 18374 w 35994"/>
                        <a:gd name="connsiteY6" fmla="*/ 23109 h 58256"/>
                        <a:gd name="connsiteX7" fmla="*/ 35995 w 35994"/>
                        <a:gd name="connsiteY7" fmla="*/ 6821 h 58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994" h="58256">
                          <a:moveTo>
                            <a:pt x="35995" y="6821"/>
                          </a:moveTo>
                          <a:cubicBezTo>
                            <a:pt x="28565" y="1201"/>
                            <a:pt x="19802" y="-1751"/>
                            <a:pt x="12087" y="1106"/>
                          </a:cubicBezTo>
                          <a:cubicBezTo>
                            <a:pt x="5991" y="3392"/>
                            <a:pt x="1419" y="9393"/>
                            <a:pt x="371" y="17394"/>
                          </a:cubicBezTo>
                          <a:cubicBezTo>
                            <a:pt x="-867" y="25395"/>
                            <a:pt x="943" y="35587"/>
                            <a:pt x="6563" y="44921"/>
                          </a:cubicBezTo>
                          <a:cubicBezTo>
                            <a:pt x="9705" y="50446"/>
                            <a:pt x="13992" y="54827"/>
                            <a:pt x="18278" y="58256"/>
                          </a:cubicBezTo>
                          <a:cubicBezTo>
                            <a:pt x="16468" y="55494"/>
                            <a:pt x="15135" y="52541"/>
                            <a:pt x="14373" y="49303"/>
                          </a:cubicBezTo>
                          <a:cubicBezTo>
                            <a:pt x="12849" y="40159"/>
                            <a:pt x="14278" y="30729"/>
                            <a:pt x="18374" y="23109"/>
                          </a:cubicBezTo>
                          <a:cubicBezTo>
                            <a:pt x="22183" y="15489"/>
                            <a:pt x="28470" y="9679"/>
                            <a:pt x="35995" y="6821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7" name="Forme libre : forme 13476">
                      <a:extLst>
                        <a:ext uri="{FF2B5EF4-FFF2-40B4-BE49-F238E27FC236}">
                          <a16:creationId xmlns:a16="http://schemas.microsoft.com/office/drawing/2014/main" id="{3B676BC0-1E66-486D-8A8B-F048E80B28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2776" y="2494946"/>
                      <a:ext cx="55727" cy="66085"/>
                    </a:xfrm>
                    <a:custGeom>
                      <a:avLst/>
                      <a:gdLst>
                        <a:gd name="connsiteX0" fmla="*/ 49393 w 55727"/>
                        <a:gd name="connsiteY0" fmla="*/ 61754 h 66085"/>
                        <a:gd name="connsiteX1" fmla="*/ 29296 w 55727"/>
                        <a:gd name="connsiteY1" fmla="*/ 64612 h 66085"/>
                        <a:gd name="connsiteX2" fmla="*/ 7293 w 55727"/>
                        <a:gd name="connsiteY2" fmla="*/ 45943 h 66085"/>
                        <a:gd name="connsiteX3" fmla="*/ 1197 w 55727"/>
                        <a:gd name="connsiteY3" fmla="*/ 31464 h 66085"/>
                        <a:gd name="connsiteX4" fmla="*/ 244 w 55727"/>
                        <a:gd name="connsiteY4" fmla="*/ 17939 h 66085"/>
                        <a:gd name="connsiteX5" fmla="*/ 11579 w 55727"/>
                        <a:gd name="connsiteY5" fmla="*/ 1175 h 66085"/>
                        <a:gd name="connsiteX6" fmla="*/ 31201 w 55727"/>
                        <a:gd name="connsiteY6" fmla="*/ 3747 h 66085"/>
                        <a:gd name="connsiteX7" fmla="*/ 40344 w 55727"/>
                        <a:gd name="connsiteY7" fmla="*/ 10700 h 66085"/>
                        <a:gd name="connsiteX8" fmla="*/ 48155 w 55727"/>
                        <a:gd name="connsiteY8" fmla="*/ 20511 h 66085"/>
                        <a:gd name="connsiteX9" fmla="*/ 55680 w 55727"/>
                        <a:gd name="connsiteY9" fmla="*/ 43085 h 66085"/>
                        <a:gd name="connsiteX10" fmla="*/ 49393 w 55727"/>
                        <a:gd name="connsiteY10" fmla="*/ 61754 h 66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5727" h="66085">
                          <a:moveTo>
                            <a:pt x="49393" y="61754"/>
                          </a:moveTo>
                          <a:cubicBezTo>
                            <a:pt x="44440" y="66326"/>
                            <a:pt x="37202" y="67279"/>
                            <a:pt x="29296" y="64612"/>
                          </a:cubicBezTo>
                          <a:cubicBezTo>
                            <a:pt x="21390" y="61945"/>
                            <a:pt x="13198" y="55277"/>
                            <a:pt x="7293" y="45943"/>
                          </a:cubicBezTo>
                          <a:cubicBezTo>
                            <a:pt x="4530" y="41085"/>
                            <a:pt x="2244" y="36322"/>
                            <a:pt x="1197" y="31464"/>
                          </a:cubicBezTo>
                          <a:cubicBezTo>
                            <a:pt x="149" y="26607"/>
                            <a:pt x="-327" y="22130"/>
                            <a:pt x="244" y="17939"/>
                          </a:cubicBezTo>
                          <a:cubicBezTo>
                            <a:pt x="1292" y="9652"/>
                            <a:pt x="5292" y="3652"/>
                            <a:pt x="11579" y="1175"/>
                          </a:cubicBezTo>
                          <a:cubicBezTo>
                            <a:pt x="17675" y="-1206"/>
                            <a:pt x="24724" y="222"/>
                            <a:pt x="31201" y="3747"/>
                          </a:cubicBezTo>
                          <a:cubicBezTo>
                            <a:pt x="34249" y="5556"/>
                            <a:pt x="37582" y="7843"/>
                            <a:pt x="40344" y="10700"/>
                          </a:cubicBezTo>
                          <a:cubicBezTo>
                            <a:pt x="43107" y="13557"/>
                            <a:pt x="45964" y="16701"/>
                            <a:pt x="48155" y="20511"/>
                          </a:cubicBezTo>
                          <a:cubicBezTo>
                            <a:pt x="52822" y="27845"/>
                            <a:pt x="55299" y="35751"/>
                            <a:pt x="55680" y="43085"/>
                          </a:cubicBezTo>
                          <a:cubicBezTo>
                            <a:pt x="56061" y="50324"/>
                            <a:pt x="54156" y="57277"/>
                            <a:pt x="49393" y="6175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8" name="Forme libre : forme 13477">
                      <a:extLst>
                        <a:ext uri="{FF2B5EF4-FFF2-40B4-BE49-F238E27FC236}">
                          <a16:creationId xmlns:a16="http://schemas.microsoft.com/office/drawing/2014/main" id="{B71E09BF-810D-448C-ACFF-8D98F27A0A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43326" y="2456107"/>
                      <a:ext cx="76873" cy="104977"/>
                    </a:xfrm>
                    <a:custGeom>
                      <a:avLst/>
                      <a:gdLst>
                        <a:gd name="connsiteX0" fmla="*/ 32837 w 76873"/>
                        <a:gd name="connsiteY0" fmla="*/ 7629 h 104977"/>
                        <a:gd name="connsiteX1" fmla="*/ 12168 w 76873"/>
                        <a:gd name="connsiteY1" fmla="*/ 16202 h 104977"/>
                        <a:gd name="connsiteX2" fmla="*/ 5024 w 76873"/>
                        <a:gd name="connsiteY2" fmla="*/ 23727 h 104977"/>
                        <a:gd name="connsiteX3" fmla="*/ 2452 w 76873"/>
                        <a:gd name="connsiteY3" fmla="*/ 28108 h 104977"/>
                        <a:gd name="connsiteX4" fmla="*/ 929 w 76873"/>
                        <a:gd name="connsiteY4" fmla="*/ 34014 h 104977"/>
                        <a:gd name="connsiteX5" fmla="*/ 2072 w 76873"/>
                        <a:gd name="connsiteY5" fmla="*/ 61350 h 104977"/>
                        <a:gd name="connsiteX6" fmla="*/ 26360 w 76873"/>
                        <a:gd name="connsiteY6" fmla="*/ 100117 h 104977"/>
                        <a:gd name="connsiteX7" fmla="*/ 52078 w 76873"/>
                        <a:gd name="connsiteY7" fmla="*/ 98974 h 104977"/>
                        <a:gd name="connsiteX8" fmla="*/ 53507 w 76873"/>
                        <a:gd name="connsiteY8" fmla="*/ 81448 h 104977"/>
                        <a:gd name="connsiteX9" fmla="*/ 61984 w 76873"/>
                        <a:gd name="connsiteY9" fmla="*/ 42586 h 104977"/>
                        <a:gd name="connsiteX10" fmla="*/ 73128 w 76873"/>
                        <a:gd name="connsiteY10" fmla="*/ 23917 h 104977"/>
                        <a:gd name="connsiteX11" fmla="*/ 76748 w 76873"/>
                        <a:gd name="connsiteY11" fmla="*/ 14297 h 104977"/>
                        <a:gd name="connsiteX12" fmla="*/ 74176 w 76873"/>
                        <a:gd name="connsiteY12" fmla="*/ 5248 h 104977"/>
                        <a:gd name="connsiteX13" fmla="*/ 32837 w 76873"/>
                        <a:gd name="connsiteY13" fmla="*/ 7629 h 104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6873" h="104977">
                          <a:moveTo>
                            <a:pt x="32837" y="7629"/>
                          </a:moveTo>
                          <a:cubicBezTo>
                            <a:pt x="25599" y="9534"/>
                            <a:pt x="18169" y="11630"/>
                            <a:pt x="12168" y="16202"/>
                          </a:cubicBezTo>
                          <a:cubicBezTo>
                            <a:pt x="9311" y="18393"/>
                            <a:pt x="6929" y="20869"/>
                            <a:pt x="5024" y="23727"/>
                          </a:cubicBezTo>
                          <a:cubicBezTo>
                            <a:pt x="4072" y="25155"/>
                            <a:pt x="3215" y="26584"/>
                            <a:pt x="2452" y="28108"/>
                          </a:cubicBezTo>
                          <a:cubicBezTo>
                            <a:pt x="1691" y="29727"/>
                            <a:pt x="1309" y="32013"/>
                            <a:pt x="929" y="34014"/>
                          </a:cubicBezTo>
                          <a:cubicBezTo>
                            <a:pt x="-690" y="42491"/>
                            <a:pt x="-119" y="52206"/>
                            <a:pt x="2072" y="61350"/>
                          </a:cubicBezTo>
                          <a:cubicBezTo>
                            <a:pt x="5596" y="76590"/>
                            <a:pt x="14073" y="91735"/>
                            <a:pt x="26360" y="100117"/>
                          </a:cubicBezTo>
                          <a:cubicBezTo>
                            <a:pt x="35504" y="106499"/>
                            <a:pt x="47982" y="107070"/>
                            <a:pt x="52078" y="98974"/>
                          </a:cubicBezTo>
                          <a:cubicBezTo>
                            <a:pt x="54745" y="93926"/>
                            <a:pt x="53697" y="87449"/>
                            <a:pt x="53507" y="81448"/>
                          </a:cubicBezTo>
                          <a:cubicBezTo>
                            <a:pt x="52745" y="67351"/>
                            <a:pt x="55983" y="53921"/>
                            <a:pt x="61984" y="42586"/>
                          </a:cubicBezTo>
                          <a:cubicBezTo>
                            <a:pt x="64651" y="37633"/>
                            <a:pt x="69509" y="30585"/>
                            <a:pt x="73128" y="23917"/>
                          </a:cubicBezTo>
                          <a:cubicBezTo>
                            <a:pt x="74843" y="20583"/>
                            <a:pt x="76176" y="17345"/>
                            <a:pt x="76748" y="14297"/>
                          </a:cubicBezTo>
                          <a:cubicBezTo>
                            <a:pt x="77129" y="11154"/>
                            <a:pt x="76748" y="9058"/>
                            <a:pt x="74176" y="5248"/>
                          </a:cubicBezTo>
                          <a:cubicBezTo>
                            <a:pt x="65222" y="-6658"/>
                            <a:pt x="42934" y="5058"/>
                            <a:pt x="32837" y="762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9" name="Forme libre : forme 13478">
                      <a:extLst>
                        <a:ext uri="{FF2B5EF4-FFF2-40B4-BE49-F238E27FC236}">
                          <a16:creationId xmlns:a16="http://schemas.microsoft.com/office/drawing/2014/main" id="{95C9A12A-AC7C-48D2-B133-3CDD70EBC8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663" y="2471066"/>
                      <a:ext cx="28596" cy="20263"/>
                    </a:xfrm>
                    <a:custGeom>
                      <a:avLst/>
                      <a:gdLst>
                        <a:gd name="connsiteX0" fmla="*/ 8885 w 28596"/>
                        <a:gd name="connsiteY0" fmla="*/ 290 h 20263"/>
                        <a:gd name="connsiteX1" fmla="*/ 3551 w 28596"/>
                        <a:gd name="connsiteY1" fmla="*/ 290 h 20263"/>
                        <a:gd name="connsiteX2" fmla="*/ 27 w 28596"/>
                        <a:gd name="connsiteY2" fmla="*/ 3910 h 20263"/>
                        <a:gd name="connsiteX3" fmla="*/ 1646 w 28596"/>
                        <a:gd name="connsiteY3" fmla="*/ 8386 h 20263"/>
                        <a:gd name="connsiteX4" fmla="*/ 10123 w 28596"/>
                        <a:gd name="connsiteY4" fmla="*/ 17245 h 20263"/>
                        <a:gd name="connsiteX5" fmla="*/ 14505 w 28596"/>
                        <a:gd name="connsiteY5" fmla="*/ 19721 h 20263"/>
                        <a:gd name="connsiteX6" fmla="*/ 27459 w 28596"/>
                        <a:gd name="connsiteY6" fmla="*/ 10863 h 20263"/>
                        <a:gd name="connsiteX7" fmla="*/ 8885 w 28596"/>
                        <a:gd name="connsiteY7" fmla="*/ 290 h 20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96" h="20263">
                          <a:moveTo>
                            <a:pt x="8885" y="290"/>
                          </a:moveTo>
                          <a:cubicBezTo>
                            <a:pt x="7170" y="4"/>
                            <a:pt x="5265" y="-186"/>
                            <a:pt x="3551" y="290"/>
                          </a:cubicBezTo>
                          <a:cubicBezTo>
                            <a:pt x="1836" y="766"/>
                            <a:pt x="217" y="2100"/>
                            <a:pt x="27" y="3910"/>
                          </a:cubicBezTo>
                          <a:cubicBezTo>
                            <a:pt x="-163" y="5529"/>
                            <a:pt x="693" y="7053"/>
                            <a:pt x="1646" y="8386"/>
                          </a:cubicBezTo>
                          <a:cubicBezTo>
                            <a:pt x="4028" y="11815"/>
                            <a:pt x="7075" y="14768"/>
                            <a:pt x="10123" y="17245"/>
                          </a:cubicBezTo>
                          <a:cubicBezTo>
                            <a:pt x="11457" y="18292"/>
                            <a:pt x="12886" y="19245"/>
                            <a:pt x="14505" y="19721"/>
                          </a:cubicBezTo>
                          <a:cubicBezTo>
                            <a:pt x="21363" y="21817"/>
                            <a:pt x="32126" y="17626"/>
                            <a:pt x="27459" y="10863"/>
                          </a:cubicBezTo>
                          <a:cubicBezTo>
                            <a:pt x="24125" y="5434"/>
                            <a:pt x="15934" y="1624"/>
                            <a:pt x="8885" y="29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0" name="Forme libre : forme 13479">
                      <a:extLst>
                        <a:ext uri="{FF2B5EF4-FFF2-40B4-BE49-F238E27FC236}">
                          <a16:creationId xmlns:a16="http://schemas.microsoft.com/office/drawing/2014/main" id="{2506CE59-74F2-49A2-9523-3579586D44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7210" y="2572892"/>
                      <a:ext cx="69723" cy="17671"/>
                    </a:xfrm>
                    <a:custGeom>
                      <a:avLst/>
                      <a:gdLst>
                        <a:gd name="connsiteX0" fmla="*/ 69723 w 69723"/>
                        <a:gd name="connsiteY0" fmla="*/ 3715 h 17671"/>
                        <a:gd name="connsiteX1" fmla="*/ 52769 w 69723"/>
                        <a:gd name="connsiteY1" fmla="*/ 15526 h 17671"/>
                        <a:gd name="connsiteX2" fmla="*/ 30575 w 69723"/>
                        <a:gd name="connsiteY2" fmla="*/ 16669 h 17671"/>
                        <a:gd name="connsiteX3" fmla="*/ 0 w 69723"/>
                        <a:gd name="connsiteY3" fmla="*/ 0 h 17671"/>
                        <a:gd name="connsiteX4" fmla="*/ 6096 w 69723"/>
                        <a:gd name="connsiteY4" fmla="*/ 4286 h 17671"/>
                        <a:gd name="connsiteX5" fmla="*/ 22575 w 69723"/>
                        <a:gd name="connsiteY5" fmla="*/ 11621 h 17671"/>
                        <a:gd name="connsiteX6" fmla="*/ 69723 w 69723"/>
                        <a:gd name="connsiteY6" fmla="*/ 3715 h 17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723" h="17671">
                          <a:moveTo>
                            <a:pt x="69723" y="3715"/>
                          </a:moveTo>
                          <a:cubicBezTo>
                            <a:pt x="69723" y="3715"/>
                            <a:pt x="64389" y="11335"/>
                            <a:pt x="52769" y="15526"/>
                          </a:cubicBezTo>
                          <a:cubicBezTo>
                            <a:pt x="47054" y="17526"/>
                            <a:pt x="39624" y="18574"/>
                            <a:pt x="30575" y="16669"/>
                          </a:cubicBezTo>
                          <a:cubicBezTo>
                            <a:pt x="21717" y="14764"/>
                            <a:pt x="10954" y="10001"/>
                            <a:pt x="0" y="0"/>
                          </a:cubicBezTo>
                          <a:cubicBezTo>
                            <a:pt x="0" y="0"/>
                            <a:pt x="2191" y="1810"/>
                            <a:pt x="6096" y="4286"/>
                          </a:cubicBezTo>
                          <a:cubicBezTo>
                            <a:pt x="10096" y="6668"/>
                            <a:pt x="15812" y="9525"/>
                            <a:pt x="22575" y="11621"/>
                          </a:cubicBezTo>
                          <a:cubicBezTo>
                            <a:pt x="36386" y="15621"/>
                            <a:pt x="54388" y="15430"/>
                            <a:pt x="69723" y="37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1" name="Forme libre : forme 13480">
                      <a:extLst>
                        <a:ext uri="{FF2B5EF4-FFF2-40B4-BE49-F238E27FC236}">
                          <a16:creationId xmlns:a16="http://schemas.microsoft.com/office/drawing/2014/main" id="{F23C3FB6-9618-4D5B-AA61-F4E740F064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8927" y="2437759"/>
                      <a:ext cx="57626" cy="30644"/>
                    </a:xfrm>
                    <a:custGeom>
                      <a:avLst/>
                      <a:gdLst>
                        <a:gd name="connsiteX0" fmla="*/ 57626 w 57626"/>
                        <a:gd name="connsiteY0" fmla="*/ 30645 h 30644"/>
                        <a:gd name="connsiteX1" fmla="*/ 55150 w 57626"/>
                        <a:gd name="connsiteY1" fmla="*/ 26644 h 30644"/>
                        <a:gd name="connsiteX2" fmla="*/ 46196 w 57626"/>
                        <a:gd name="connsiteY2" fmla="*/ 15690 h 30644"/>
                        <a:gd name="connsiteX3" fmla="*/ 27908 w 57626"/>
                        <a:gd name="connsiteY3" fmla="*/ 2736 h 30644"/>
                        <a:gd name="connsiteX4" fmla="*/ 0 w 57626"/>
                        <a:gd name="connsiteY4" fmla="*/ 1498 h 30644"/>
                        <a:gd name="connsiteX5" fmla="*/ 22479 w 57626"/>
                        <a:gd name="connsiteY5" fmla="*/ 4260 h 30644"/>
                        <a:gd name="connsiteX6" fmla="*/ 41815 w 57626"/>
                        <a:gd name="connsiteY6" fmla="*/ 14833 h 30644"/>
                        <a:gd name="connsiteX7" fmla="*/ 46577 w 57626"/>
                        <a:gd name="connsiteY7" fmla="*/ 19215 h 30644"/>
                        <a:gd name="connsiteX8" fmla="*/ 48863 w 57626"/>
                        <a:gd name="connsiteY8" fmla="*/ 21691 h 30644"/>
                        <a:gd name="connsiteX9" fmla="*/ 50768 w 57626"/>
                        <a:gd name="connsiteY9" fmla="*/ 23215 h 30644"/>
                        <a:gd name="connsiteX10" fmla="*/ 57626 w 57626"/>
                        <a:gd name="connsiteY10" fmla="*/ 30645 h 30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626" h="30644">
                          <a:moveTo>
                            <a:pt x="57626" y="30645"/>
                          </a:moveTo>
                          <a:cubicBezTo>
                            <a:pt x="57626" y="30645"/>
                            <a:pt x="56769" y="29025"/>
                            <a:pt x="55150" y="26644"/>
                          </a:cubicBezTo>
                          <a:cubicBezTo>
                            <a:pt x="53530" y="24168"/>
                            <a:pt x="51054" y="21882"/>
                            <a:pt x="46196" y="15690"/>
                          </a:cubicBezTo>
                          <a:cubicBezTo>
                            <a:pt x="41529" y="10452"/>
                            <a:pt x="35528" y="5594"/>
                            <a:pt x="27908" y="2736"/>
                          </a:cubicBezTo>
                          <a:cubicBezTo>
                            <a:pt x="20098" y="-121"/>
                            <a:pt x="10859" y="-1074"/>
                            <a:pt x="0" y="1498"/>
                          </a:cubicBezTo>
                          <a:cubicBezTo>
                            <a:pt x="0" y="1498"/>
                            <a:pt x="9906" y="355"/>
                            <a:pt x="22479" y="4260"/>
                          </a:cubicBezTo>
                          <a:cubicBezTo>
                            <a:pt x="28670" y="6261"/>
                            <a:pt x="35433" y="9499"/>
                            <a:pt x="41815" y="14833"/>
                          </a:cubicBezTo>
                          <a:cubicBezTo>
                            <a:pt x="43434" y="16167"/>
                            <a:pt x="45053" y="17595"/>
                            <a:pt x="46577" y="19215"/>
                          </a:cubicBezTo>
                          <a:lnTo>
                            <a:pt x="48863" y="21691"/>
                          </a:lnTo>
                          <a:lnTo>
                            <a:pt x="50768" y="23215"/>
                          </a:lnTo>
                          <a:cubicBezTo>
                            <a:pt x="53435" y="25406"/>
                            <a:pt x="55531" y="27882"/>
                            <a:pt x="57626" y="306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2" name="Forme libre : forme 13481">
                      <a:extLst>
                        <a:ext uri="{FF2B5EF4-FFF2-40B4-BE49-F238E27FC236}">
                          <a16:creationId xmlns:a16="http://schemas.microsoft.com/office/drawing/2014/main" id="{1801ACE6-FBA7-4796-B322-0F83D26F0B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7657" y="2509928"/>
                      <a:ext cx="16223" cy="25206"/>
                    </a:xfrm>
                    <a:custGeom>
                      <a:avLst/>
                      <a:gdLst>
                        <a:gd name="connsiteX0" fmla="*/ 11655 w 16223"/>
                        <a:gd name="connsiteY0" fmla="*/ 24960 h 25206"/>
                        <a:gd name="connsiteX1" fmla="*/ 511 w 16223"/>
                        <a:gd name="connsiteY1" fmla="*/ 14292 h 25206"/>
                        <a:gd name="connsiteX2" fmla="*/ 5559 w 16223"/>
                        <a:gd name="connsiteY2" fmla="*/ 100 h 25206"/>
                        <a:gd name="connsiteX3" fmla="*/ 15655 w 16223"/>
                        <a:gd name="connsiteY3" fmla="*/ 10577 h 25206"/>
                        <a:gd name="connsiteX4" fmla="*/ 11655 w 16223"/>
                        <a:gd name="connsiteY4" fmla="*/ 24960 h 25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23" h="25206">
                          <a:moveTo>
                            <a:pt x="11655" y="24960"/>
                          </a:moveTo>
                          <a:cubicBezTo>
                            <a:pt x="7464" y="26389"/>
                            <a:pt x="2320" y="21436"/>
                            <a:pt x="511" y="14292"/>
                          </a:cubicBezTo>
                          <a:cubicBezTo>
                            <a:pt x="-1109" y="7053"/>
                            <a:pt x="1272" y="862"/>
                            <a:pt x="5559" y="100"/>
                          </a:cubicBezTo>
                          <a:cubicBezTo>
                            <a:pt x="9845" y="-757"/>
                            <a:pt x="13941" y="4005"/>
                            <a:pt x="15655" y="10577"/>
                          </a:cubicBezTo>
                          <a:cubicBezTo>
                            <a:pt x="17084" y="17245"/>
                            <a:pt x="15846" y="23627"/>
                            <a:pt x="11655" y="2496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3" name="Forme libre : forme 13482">
                      <a:extLst>
                        <a:ext uri="{FF2B5EF4-FFF2-40B4-BE49-F238E27FC236}">
                          <a16:creationId xmlns:a16="http://schemas.microsoft.com/office/drawing/2014/main" id="{585B9371-F756-41D2-B64A-49F7790EC6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7566" y="2530407"/>
                      <a:ext cx="6921" cy="6893"/>
                    </a:xfrm>
                    <a:custGeom>
                      <a:avLst/>
                      <a:gdLst>
                        <a:gd name="connsiteX0" fmla="*/ 5556 w 6921"/>
                        <a:gd name="connsiteY0" fmla="*/ 6195 h 6893"/>
                        <a:gd name="connsiteX1" fmla="*/ 699 w 6921"/>
                        <a:gd name="connsiteY1" fmla="*/ 5528 h 6893"/>
                        <a:gd name="connsiteX2" fmla="*/ 1365 w 6921"/>
                        <a:gd name="connsiteY2" fmla="*/ 671 h 6893"/>
                        <a:gd name="connsiteX3" fmla="*/ 6223 w 6921"/>
                        <a:gd name="connsiteY3" fmla="*/ 1337 h 6893"/>
                        <a:gd name="connsiteX4" fmla="*/ 5556 w 6921"/>
                        <a:gd name="connsiteY4" fmla="*/ 6195 h 6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21" h="6893">
                          <a:moveTo>
                            <a:pt x="5556" y="6195"/>
                          </a:moveTo>
                          <a:cubicBezTo>
                            <a:pt x="4032" y="7338"/>
                            <a:pt x="1937" y="7052"/>
                            <a:pt x="699" y="5528"/>
                          </a:cubicBezTo>
                          <a:cubicBezTo>
                            <a:pt x="-444" y="4004"/>
                            <a:pt x="-159" y="1814"/>
                            <a:pt x="1365" y="671"/>
                          </a:cubicBezTo>
                          <a:cubicBezTo>
                            <a:pt x="2889" y="-473"/>
                            <a:pt x="5080" y="-91"/>
                            <a:pt x="6223" y="1337"/>
                          </a:cubicBezTo>
                          <a:cubicBezTo>
                            <a:pt x="7366" y="2766"/>
                            <a:pt x="7080" y="5052"/>
                            <a:pt x="5556" y="619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4" name="Forme libre : forme 13483">
                      <a:extLst>
                        <a:ext uri="{FF2B5EF4-FFF2-40B4-BE49-F238E27FC236}">
                          <a16:creationId xmlns:a16="http://schemas.microsoft.com/office/drawing/2014/main" id="{590285F0-DBD3-4F4C-9F81-6990F4B245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8515" y="2492192"/>
                      <a:ext cx="34113" cy="73262"/>
                    </a:xfrm>
                    <a:custGeom>
                      <a:avLst/>
                      <a:gdLst>
                        <a:gd name="connsiteX0" fmla="*/ 29754 w 34113"/>
                        <a:gd name="connsiteY0" fmla="*/ 43935 h 73262"/>
                        <a:gd name="connsiteX1" fmla="*/ 12419 w 34113"/>
                        <a:gd name="connsiteY1" fmla="*/ 69176 h 73262"/>
                        <a:gd name="connsiteX2" fmla="*/ 2323 w 34113"/>
                        <a:gd name="connsiteY2" fmla="*/ 72414 h 73262"/>
                        <a:gd name="connsiteX3" fmla="*/ 989 w 34113"/>
                        <a:gd name="connsiteY3" fmla="*/ 62603 h 73262"/>
                        <a:gd name="connsiteX4" fmla="*/ 12324 w 34113"/>
                        <a:gd name="connsiteY4" fmla="*/ 33267 h 73262"/>
                        <a:gd name="connsiteX5" fmla="*/ 11371 w 34113"/>
                        <a:gd name="connsiteY5" fmla="*/ 25456 h 73262"/>
                        <a:gd name="connsiteX6" fmla="*/ 10038 w 34113"/>
                        <a:gd name="connsiteY6" fmla="*/ 14407 h 73262"/>
                        <a:gd name="connsiteX7" fmla="*/ 16705 w 34113"/>
                        <a:gd name="connsiteY7" fmla="*/ 24 h 73262"/>
                        <a:gd name="connsiteX8" fmla="*/ 28897 w 34113"/>
                        <a:gd name="connsiteY8" fmla="*/ 8882 h 73262"/>
                        <a:gd name="connsiteX9" fmla="*/ 34040 w 34113"/>
                        <a:gd name="connsiteY9" fmla="*/ 23360 h 73262"/>
                        <a:gd name="connsiteX10" fmla="*/ 29754 w 34113"/>
                        <a:gd name="connsiteY10" fmla="*/ 43935 h 73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113" h="73262">
                          <a:moveTo>
                            <a:pt x="29754" y="43935"/>
                          </a:moveTo>
                          <a:cubicBezTo>
                            <a:pt x="25849" y="53174"/>
                            <a:pt x="19563" y="61746"/>
                            <a:pt x="12419" y="69176"/>
                          </a:cubicBezTo>
                          <a:cubicBezTo>
                            <a:pt x="9847" y="71938"/>
                            <a:pt x="5752" y="74700"/>
                            <a:pt x="2323" y="72414"/>
                          </a:cubicBezTo>
                          <a:cubicBezTo>
                            <a:pt x="-821" y="70319"/>
                            <a:pt x="-249" y="65842"/>
                            <a:pt x="989" y="62603"/>
                          </a:cubicBezTo>
                          <a:cubicBezTo>
                            <a:pt x="4704" y="52507"/>
                            <a:pt x="11657" y="43172"/>
                            <a:pt x="12324" y="33267"/>
                          </a:cubicBezTo>
                          <a:cubicBezTo>
                            <a:pt x="12419" y="31743"/>
                            <a:pt x="11942" y="28790"/>
                            <a:pt x="11371" y="25456"/>
                          </a:cubicBezTo>
                          <a:cubicBezTo>
                            <a:pt x="10704" y="22122"/>
                            <a:pt x="10228" y="18026"/>
                            <a:pt x="10038" y="14407"/>
                          </a:cubicBezTo>
                          <a:cubicBezTo>
                            <a:pt x="9847" y="6787"/>
                            <a:pt x="11276" y="405"/>
                            <a:pt x="16705" y="24"/>
                          </a:cubicBezTo>
                          <a:cubicBezTo>
                            <a:pt x="22134" y="-357"/>
                            <a:pt x="26040" y="3834"/>
                            <a:pt x="28897" y="8882"/>
                          </a:cubicBezTo>
                          <a:cubicBezTo>
                            <a:pt x="31755" y="13835"/>
                            <a:pt x="33755" y="19836"/>
                            <a:pt x="34040" y="23360"/>
                          </a:cubicBezTo>
                          <a:cubicBezTo>
                            <a:pt x="34517" y="29647"/>
                            <a:pt x="32612" y="37172"/>
                            <a:pt x="29754" y="4393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26" name="Graphique 1">
                    <a:extLst>
                      <a:ext uri="{FF2B5EF4-FFF2-40B4-BE49-F238E27FC236}">
                        <a16:creationId xmlns:a16="http://schemas.microsoft.com/office/drawing/2014/main" id="{4BCF82B1-1E35-4512-8E1B-850BA943EE0B}"/>
                      </a:ext>
                    </a:extLst>
                  </p:cNvPr>
                  <p:cNvGrpSpPr/>
                  <p:nvPr/>
                </p:nvGrpSpPr>
                <p:grpSpPr>
                  <a:xfrm>
                    <a:off x="7429805" y="2530375"/>
                    <a:ext cx="180497" cy="129001"/>
                    <a:chOff x="7429805" y="2530375"/>
                    <a:chExt cx="180497" cy="129001"/>
                  </a:xfrm>
                  <a:solidFill>
                    <a:schemeClr val="accent1"/>
                  </a:solidFill>
                </p:grpSpPr>
                <p:sp>
                  <p:nvSpPr>
                    <p:cNvPr id="13461" name="Forme libre : forme 13460">
                      <a:extLst>
                        <a:ext uri="{FF2B5EF4-FFF2-40B4-BE49-F238E27FC236}">
                          <a16:creationId xmlns:a16="http://schemas.microsoft.com/office/drawing/2014/main" id="{D83B512F-7F76-4C5E-BD33-255364D8F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9821" y="2530375"/>
                      <a:ext cx="180481" cy="129001"/>
                    </a:xfrm>
                    <a:custGeom>
                      <a:avLst/>
                      <a:gdLst>
                        <a:gd name="connsiteX0" fmla="*/ 145892 w 180481"/>
                        <a:gd name="connsiteY0" fmla="*/ 112907 h 129001"/>
                        <a:gd name="connsiteX1" fmla="*/ 92837 w 180481"/>
                        <a:gd name="connsiteY1" fmla="*/ 128623 h 129001"/>
                        <a:gd name="connsiteX2" fmla="*/ 42926 w 180481"/>
                        <a:gd name="connsiteY2" fmla="*/ 123289 h 129001"/>
                        <a:gd name="connsiteX3" fmla="*/ 16923 w 180481"/>
                        <a:gd name="connsiteY3" fmla="*/ 109383 h 129001"/>
                        <a:gd name="connsiteX4" fmla="*/ 2921 w 180481"/>
                        <a:gd name="connsiteY4" fmla="*/ 90047 h 129001"/>
                        <a:gd name="connsiteX5" fmla="*/ 350 w 180481"/>
                        <a:gd name="connsiteY5" fmla="*/ 70425 h 129001"/>
                        <a:gd name="connsiteX6" fmla="*/ 7684 w 180481"/>
                        <a:gd name="connsiteY6" fmla="*/ 53566 h 129001"/>
                        <a:gd name="connsiteX7" fmla="*/ 29401 w 180481"/>
                        <a:gd name="connsiteY7" fmla="*/ 25944 h 129001"/>
                        <a:gd name="connsiteX8" fmla="*/ 42831 w 180481"/>
                        <a:gd name="connsiteY8" fmla="*/ 13466 h 129001"/>
                        <a:gd name="connsiteX9" fmla="*/ 57119 w 180481"/>
                        <a:gd name="connsiteY9" fmla="*/ 5465 h 129001"/>
                        <a:gd name="connsiteX10" fmla="*/ 69502 w 180481"/>
                        <a:gd name="connsiteY10" fmla="*/ 988 h 129001"/>
                        <a:gd name="connsiteX11" fmla="*/ 77883 w 180481"/>
                        <a:gd name="connsiteY11" fmla="*/ 226 h 129001"/>
                        <a:gd name="connsiteX12" fmla="*/ 83312 w 180481"/>
                        <a:gd name="connsiteY12" fmla="*/ 893 h 129001"/>
                        <a:gd name="connsiteX13" fmla="*/ 83503 w 180481"/>
                        <a:gd name="connsiteY13" fmla="*/ 893 h 129001"/>
                        <a:gd name="connsiteX14" fmla="*/ 87123 w 180481"/>
                        <a:gd name="connsiteY14" fmla="*/ 2512 h 129001"/>
                        <a:gd name="connsiteX15" fmla="*/ 98077 w 180481"/>
                        <a:gd name="connsiteY15" fmla="*/ 5084 h 129001"/>
                        <a:gd name="connsiteX16" fmla="*/ 113697 w 180481"/>
                        <a:gd name="connsiteY16" fmla="*/ 8037 h 129001"/>
                        <a:gd name="connsiteX17" fmla="*/ 130842 w 180481"/>
                        <a:gd name="connsiteY17" fmla="*/ 14133 h 129001"/>
                        <a:gd name="connsiteX18" fmla="*/ 162084 w 180481"/>
                        <a:gd name="connsiteY18" fmla="*/ 30706 h 129001"/>
                        <a:gd name="connsiteX19" fmla="*/ 175800 w 180481"/>
                        <a:gd name="connsiteY19" fmla="*/ 43470 h 129001"/>
                        <a:gd name="connsiteX20" fmla="*/ 180467 w 180481"/>
                        <a:gd name="connsiteY20" fmla="*/ 63663 h 129001"/>
                        <a:gd name="connsiteX21" fmla="*/ 171705 w 180481"/>
                        <a:gd name="connsiteY21" fmla="*/ 89095 h 129001"/>
                        <a:gd name="connsiteX22" fmla="*/ 145892 w 180481"/>
                        <a:gd name="connsiteY22" fmla="*/ 112907 h 129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80481" h="129001">
                          <a:moveTo>
                            <a:pt x="145892" y="112907"/>
                          </a:moveTo>
                          <a:cubicBezTo>
                            <a:pt x="129604" y="121956"/>
                            <a:pt x="110840" y="127385"/>
                            <a:pt x="92837" y="128623"/>
                          </a:cubicBezTo>
                          <a:cubicBezTo>
                            <a:pt x="74836" y="129957"/>
                            <a:pt x="57785" y="127671"/>
                            <a:pt x="42926" y="123289"/>
                          </a:cubicBezTo>
                          <a:cubicBezTo>
                            <a:pt x="32354" y="120241"/>
                            <a:pt x="23591" y="115193"/>
                            <a:pt x="16923" y="109383"/>
                          </a:cubicBezTo>
                          <a:cubicBezTo>
                            <a:pt x="10351" y="103477"/>
                            <a:pt x="5493" y="96810"/>
                            <a:pt x="2921" y="90047"/>
                          </a:cubicBezTo>
                          <a:cubicBezTo>
                            <a:pt x="159" y="83380"/>
                            <a:pt x="-508" y="76617"/>
                            <a:pt x="350" y="70425"/>
                          </a:cubicBezTo>
                          <a:cubicBezTo>
                            <a:pt x="1207" y="64234"/>
                            <a:pt x="3779" y="58519"/>
                            <a:pt x="7684" y="53566"/>
                          </a:cubicBezTo>
                          <a:lnTo>
                            <a:pt x="29401" y="25944"/>
                          </a:lnTo>
                          <a:cubicBezTo>
                            <a:pt x="33306" y="20991"/>
                            <a:pt x="37973" y="16895"/>
                            <a:pt x="42831" y="13466"/>
                          </a:cubicBezTo>
                          <a:cubicBezTo>
                            <a:pt x="47594" y="10132"/>
                            <a:pt x="52451" y="7656"/>
                            <a:pt x="57119" y="5465"/>
                          </a:cubicBezTo>
                          <a:cubicBezTo>
                            <a:pt x="61691" y="3560"/>
                            <a:pt x="65882" y="1846"/>
                            <a:pt x="69502" y="988"/>
                          </a:cubicBezTo>
                          <a:cubicBezTo>
                            <a:pt x="73026" y="36"/>
                            <a:pt x="75883" y="-250"/>
                            <a:pt x="77883" y="226"/>
                          </a:cubicBezTo>
                          <a:cubicBezTo>
                            <a:pt x="80931" y="1179"/>
                            <a:pt x="82741" y="988"/>
                            <a:pt x="83312" y="893"/>
                          </a:cubicBezTo>
                          <a:cubicBezTo>
                            <a:pt x="83979" y="798"/>
                            <a:pt x="83408" y="798"/>
                            <a:pt x="83503" y="893"/>
                          </a:cubicBezTo>
                          <a:cubicBezTo>
                            <a:pt x="83503" y="703"/>
                            <a:pt x="84551" y="1846"/>
                            <a:pt x="87123" y="2512"/>
                          </a:cubicBezTo>
                          <a:cubicBezTo>
                            <a:pt x="89599" y="3560"/>
                            <a:pt x="93409" y="3941"/>
                            <a:pt x="98077" y="5084"/>
                          </a:cubicBezTo>
                          <a:cubicBezTo>
                            <a:pt x="102648" y="5751"/>
                            <a:pt x="107982" y="6608"/>
                            <a:pt x="113697" y="8037"/>
                          </a:cubicBezTo>
                          <a:cubicBezTo>
                            <a:pt x="119317" y="9370"/>
                            <a:pt x="125223" y="11180"/>
                            <a:pt x="130842" y="14133"/>
                          </a:cubicBezTo>
                          <a:lnTo>
                            <a:pt x="162084" y="30706"/>
                          </a:lnTo>
                          <a:cubicBezTo>
                            <a:pt x="167704" y="33659"/>
                            <a:pt x="172467" y="37945"/>
                            <a:pt x="175800" y="43470"/>
                          </a:cubicBezTo>
                          <a:cubicBezTo>
                            <a:pt x="178944" y="48994"/>
                            <a:pt x="180658" y="55852"/>
                            <a:pt x="180467" y="63663"/>
                          </a:cubicBezTo>
                          <a:cubicBezTo>
                            <a:pt x="179801" y="71473"/>
                            <a:pt x="177515" y="80331"/>
                            <a:pt x="171705" y="89095"/>
                          </a:cubicBezTo>
                          <a:cubicBezTo>
                            <a:pt x="166180" y="97857"/>
                            <a:pt x="157226" y="106525"/>
                            <a:pt x="145892" y="112907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2" name="Forme libre : forme 13461">
                      <a:extLst>
                        <a:ext uri="{FF2B5EF4-FFF2-40B4-BE49-F238E27FC236}">
                          <a16:creationId xmlns:a16="http://schemas.microsoft.com/office/drawing/2014/main" id="{9FB2EEA9-A014-4FE9-A595-85F44F1F0F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9805" y="2560415"/>
                      <a:ext cx="180401" cy="98867"/>
                    </a:xfrm>
                    <a:custGeom>
                      <a:avLst/>
                      <a:gdLst>
                        <a:gd name="connsiteX0" fmla="*/ 66469 w 180401"/>
                        <a:gd name="connsiteY0" fmla="*/ 55436 h 98867"/>
                        <a:gd name="connsiteX1" fmla="*/ 29797 w 180401"/>
                        <a:gd name="connsiteY1" fmla="*/ 41720 h 98867"/>
                        <a:gd name="connsiteX2" fmla="*/ 17034 w 180401"/>
                        <a:gd name="connsiteY2" fmla="*/ 11430 h 98867"/>
                        <a:gd name="connsiteX3" fmla="*/ 7699 w 180401"/>
                        <a:gd name="connsiteY3" fmla="*/ 23431 h 98867"/>
                        <a:gd name="connsiteX4" fmla="*/ 365 w 180401"/>
                        <a:gd name="connsiteY4" fmla="*/ 40291 h 98867"/>
                        <a:gd name="connsiteX5" fmla="*/ 2937 w 180401"/>
                        <a:gd name="connsiteY5" fmla="*/ 59912 h 98867"/>
                        <a:gd name="connsiteX6" fmla="*/ 16939 w 180401"/>
                        <a:gd name="connsiteY6" fmla="*/ 79248 h 98867"/>
                        <a:gd name="connsiteX7" fmla="*/ 42942 w 180401"/>
                        <a:gd name="connsiteY7" fmla="*/ 93154 h 98867"/>
                        <a:gd name="connsiteX8" fmla="*/ 92853 w 180401"/>
                        <a:gd name="connsiteY8" fmla="*/ 98488 h 98867"/>
                        <a:gd name="connsiteX9" fmla="*/ 145907 w 180401"/>
                        <a:gd name="connsiteY9" fmla="*/ 82772 h 98867"/>
                        <a:gd name="connsiteX10" fmla="*/ 171625 w 180401"/>
                        <a:gd name="connsiteY10" fmla="*/ 58960 h 98867"/>
                        <a:gd name="connsiteX11" fmla="*/ 180388 w 180401"/>
                        <a:gd name="connsiteY11" fmla="*/ 33528 h 98867"/>
                        <a:gd name="connsiteX12" fmla="*/ 175720 w 180401"/>
                        <a:gd name="connsiteY12" fmla="*/ 13335 h 98867"/>
                        <a:gd name="connsiteX13" fmla="*/ 162004 w 180401"/>
                        <a:gd name="connsiteY13" fmla="*/ 571 h 98867"/>
                        <a:gd name="connsiteX14" fmla="*/ 160957 w 180401"/>
                        <a:gd name="connsiteY14" fmla="*/ 0 h 98867"/>
                        <a:gd name="connsiteX15" fmla="*/ 146002 w 180401"/>
                        <a:gd name="connsiteY15" fmla="*/ 23241 h 98867"/>
                        <a:gd name="connsiteX16" fmla="*/ 123524 w 180401"/>
                        <a:gd name="connsiteY16" fmla="*/ 41338 h 98867"/>
                        <a:gd name="connsiteX17" fmla="*/ 95996 w 180401"/>
                        <a:gd name="connsiteY17" fmla="*/ 51816 h 98867"/>
                        <a:gd name="connsiteX18" fmla="*/ 66469 w 180401"/>
                        <a:gd name="connsiteY18" fmla="*/ 55436 h 98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80401" h="98867">
                          <a:moveTo>
                            <a:pt x="66469" y="55436"/>
                          </a:moveTo>
                          <a:cubicBezTo>
                            <a:pt x="52086" y="55912"/>
                            <a:pt x="38561" y="50197"/>
                            <a:pt x="29797" y="41720"/>
                          </a:cubicBezTo>
                          <a:cubicBezTo>
                            <a:pt x="20844" y="33338"/>
                            <a:pt x="16557" y="22193"/>
                            <a:pt x="17034" y="11430"/>
                          </a:cubicBezTo>
                          <a:lnTo>
                            <a:pt x="7699" y="23431"/>
                          </a:lnTo>
                          <a:cubicBezTo>
                            <a:pt x="3794" y="28480"/>
                            <a:pt x="1222" y="34100"/>
                            <a:pt x="365" y="40291"/>
                          </a:cubicBezTo>
                          <a:cubicBezTo>
                            <a:pt x="-492" y="46482"/>
                            <a:pt x="79" y="53340"/>
                            <a:pt x="2937" y="59912"/>
                          </a:cubicBezTo>
                          <a:cubicBezTo>
                            <a:pt x="5509" y="66675"/>
                            <a:pt x="10367" y="73247"/>
                            <a:pt x="16939" y="79248"/>
                          </a:cubicBezTo>
                          <a:cubicBezTo>
                            <a:pt x="23701" y="85058"/>
                            <a:pt x="32465" y="90106"/>
                            <a:pt x="42942" y="93154"/>
                          </a:cubicBezTo>
                          <a:cubicBezTo>
                            <a:pt x="57801" y="97536"/>
                            <a:pt x="74851" y="99822"/>
                            <a:pt x="92853" y="98488"/>
                          </a:cubicBezTo>
                          <a:cubicBezTo>
                            <a:pt x="110760" y="97250"/>
                            <a:pt x="129620" y="91821"/>
                            <a:pt x="145907" y="82772"/>
                          </a:cubicBezTo>
                          <a:cubicBezTo>
                            <a:pt x="157242" y="76390"/>
                            <a:pt x="166195" y="67723"/>
                            <a:pt x="171625" y="58960"/>
                          </a:cubicBezTo>
                          <a:cubicBezTo>
                            <a:pt x="177435" y="50102"/>
                            <a:pt x="179721" y="41338"/>
                            <a:pt x="180388" y="33528"/>
                          </a:cubicBezTo>
                          <a:cubicBezTo>
                            <a:pt x="180578" y="25718"/>
                            <a:pt x="178864" y="18860"/>
                            <a:pt x="175720" y="13335"/>
                          </a:cubicBezTo>
                          <a:cubicBezTo>
                            <a:pt x="172482" y="7811"/>
                            <a:pt x="167624" y="3524"/>
                            <a:pt x="162004" y="571"/>
                          </a:cubicBezTo>
                          <a:lnTo>
                            <a:pt x="160957" y="0"/>
                          </a:lnTo>
                          <a:cubicBezTo>
                            <a:pt x="157337" y="8382"/>
                            <a:pt x="152099" y="16193"/>
                            <a:pt x="146002" y="23241"/>
                          </a:cubicBezTo>
                          <a:cubicBezTo>
                            <a:pt x="139526" y="30194"/>
                            <a:pt x="132191" y="36576"/>
                            <a:pt x="123524" y="41338"/>
                          </a:cubicBezTo>
                          <a:cubicBezTo>
                            <a:pt x="114951" y="46006"/>
                            <a:pt x="105712" y="49816"/>
                            <a:pt x="95996" y="51816"/>
                          </a:cubicBezTo>
                          <a:cubicBezTo>
                            <a:pt x="86471" y="54007"/>
                            <a:pt x="76470" y="55150"/>
                            <a:pt x="66469" y="55436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3" name="Forme libre : forme 13462">
                      <a:extLst>
                        <a:ext uri="{FF2B5EF4-FFF2-40B4-BE49-F238E27FC236}">
                          <a16:creationId xmlns:a16="http://schemas.microsoft.com/office/drawing/2014/main" id="{7FBE6AC6-E71D-4D58-906C-88D085A232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2474" y="2571559"/>
                      <a:ext cx="71367" cy="49815"/>
                    </a:xfrm>
                    <a:custGeom>
                      <a:avLst/>
                      <a:gdLst>
                        <a:gd name="connsiteX0" fmla="*/ 67236 w 71367"/>
                        <a:gd name="connsiteY0" fmla="*/ 8191 h 49815"/>
                        <a:gd name="connsiteX1" fmla="*/ 68855 w 71367"/>
                        <a:gd name="connsiteY1" fmla="*/ 28861 h 49815"/>
                        <a:gd name="connsiteX2" fmla="*/ 58569 w 71367"/>
                        <a:gd name="connsiteY2" fmla="*/ 40576 h 49815"/>
                        <a:gd name="connsiteX3" fmla="*/ 41328 w 71367"/>
                        <a:gd name="connsiteY3" fmla="*/ 48577 h 49815"/>
                        <a:gd name="connsiteX4" fmla="*/ 31613 w 71367"/>
                        <a:gd name="connsiteY4" fmla="*/ 49816 h 49815"/>
                        <a:gd name="connsiteX5" fmla="*/ 22659 w 71367"/>
                        <a:gd name="connsiteY5" fmla="*/ 48958 h 49815"/>
                        <a:gd name="connsiteX6" fmla="*/ 8657 w 71367"/>
                        <a:gd name="connsiteY6" fmla="*/ 43148 h 49815"/>
                        <a:gd name="connsiteX7" fmla="*/ 466 w 71367"/>
                        <a:gd name="connsiteY7" fmla="*/ 24193 h 49815"/>
                        <a:gd name="connsiteX8" fmla="*/ 12753 w 71367"/>
                        <a:gd name="connsiteY8" fmla="*/ 9049 h 49815"/>
                        <a:gd name="connsiteX9" fmla="*/ 21421 w 71367"/>
                        <a:gd name="connsiteY9" fmla="*/ 4286 h 49815"/>
                        <a:gd name="connsiteX10" fmla="*/ 25898 w 71367"/>
                        <a:gd name="connsiteY10" fmla="*/ 2572 h 49815"/>
                        <a:gd name="connsiteX11" fmla="*/ 30470 w 71367"/>
                        <a:gd name="connsiteY11" fmla="*/ 1238 h 49815"/>
                        <a:gd name="connsiteX12" fmla="*/ 39613 w 71367"/>
                        <a:gd name="connsiteY12" fmla="*/ 0 h 49815"/>
                        <a:gd name="connsiteX13" fmla="*/ 49234 w 71367"/>
                        <a:gd name="connsiteY13" fmla="*/ 571 h 49815"/>
                        <a:gd name="connsiteX14" fmla="*/ 67236 w 71367"/>
                        <a:gd name="connsiteY14" fmla="*/ 8191 h 4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71367" h="49815">
                          <a:moveTo>
                            <a:pt x="67236" y="8191"/>
                          </a:moveTo>
                          <a:cubicBezTo>
                            <a:pt x="71903" y="13144"/>
                            <a:pt x="72856" y="20383"/>
                            <a:pt x="68855" y="28861"/>
                          </a:cubicBezTo>
                          <a:cubicBezTo>
                            <a:pt x="66569" y="32671"/>
                            <a:pt x="63426" y="37338"/>
                            <a:pt x="58569" y="40576"/>
                          </a:cubicBezTo>
                          <a:cubicBezTo>
                            <a:pt x="53901" y="44291"/>
                            <a:pt x="47901" y="46863"/>
                            <a:pt x="41328" y="48577"/>
                          </a:cubicBezTo>
                          <a:cubicBezTo>
                            <a:pt x="37994" y="49244"/>
                            <a:pt x="34756" y="49625"/>
                            <a:pt x="31613" y="49816"/>
                          </a:cubicBezTo>
                          <a:cubicBezTo>
                            <a:pt x="28469" y="49816"/>
                            <a:pt x="25517" y="49435"/>
                            <a:pt x="22659" y="48958"/>
                          </a:cubicBezTo>
                          <a:cubicBezTo>
                            <a:pt x="17039" y="47911"/>
                            <a:pt x="12277" y="45720"/>
                            <a:pt x="8657" y="43148"/>
                          </a:cubicBezTo>
                          <a:cubicBezTo>
                            <a:pt x="1419" y="37719"/>
                            <a:pt x="-1153" y="30766"/>
                            <a:pt x="466" y="24193"/>
                          </a:cubicBezTo>
                          <a:cubicBezTo>
                            <a:pt x="2085" y="17812"/>
                            <a:pt x="7133" y="12763"/>
                            <a:pt x="12753" y="9049"/>
                          </a:cubicBezTo>
                          <a:cubicBezTo>
                            <a:pt x="15515" y="7144"/>
                            <a:pt x="18563" y="5524"/>
                            <a:pt x="21421" y="4286"/>
                          </a:cubicBezTo>
                          <a:cubicBezTo>
                            <a:pt x="22850" y="3524"/>
                            <a:pt x="24374" y="3048"/>
                            <a:pt x="25898" y="2572"/>
                          </a:cubicBezTo>
                          <a:cubicBezTo>
                            <a:pt x="27326" y="1905"/>
                            <a:pt x="28851" y="1524"/>
                            <a:pt x="30470" y="1238"/>
                          </a:cubicBezTo>
                          <a:cubicBezTo>
                            <a:pt x="33518" y="381"/>
                            <a:pt x="36566" y="190"/>
                            <a:pt x="39613" y="0"/>
                          </a:cubicBezTo>
                          <a:cubicBezTo>
                            <a:pt x="42852" y="190"/>
                            <a:pt x="45805" y="-191"/>
                            <a:pt x="49234" y="571"/>
                          </a:cubicBezTo>
                          <a:cubicBezTo>
                            <a:pt x="55616" y="1238"/>
                            <a:pt x="62760" y="3429"/>
                            <a:pt x="67236" y="8191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4" name="Forme libre : forme 13463">
                      <a:extLst>
                        <a:ext uri="{FF2B5EF4-FFF2-40B4-BE49-F238E27FC236}">
                          <a16:creationId xmlns:a16="http://schemas.microsoft.com/office/drawing/2014/main" id="{692E0B0A-F24F-4495-B313-7AC1294724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2474" y="2578036"/>
                      <a:ext cx="60949" cy="43338"/>
                    </a:xfrm>
                    <a:custGeom>
                      <a:avLst/>
                      <a:gdLst>
                        <a:gd name="connsiteX0" fmla="*/ 17039 w 60949"/>
                        <a:gd name="connsiteY0" fmla="*/ 0 h 43338"/>
                        <a:gd name="connsiteX1" fmla="*/ 6848 w 60949"/>
                        <a:gd name="connsiteY1" fmla="*/ 7334 h 43338"/>
                        <a:gd name="connsiteX2" fmla="*/ 466 w 60949"/>
                        <a:gd name="connsiteY2" fmla="*/ 17716 h 43338"/>
                        <a:gd name="connsiteX3" fmla="*/ 8657 w 60949"/>
                        <a:gd name="connsiteY3" fmla="*/ 36671 h 43338"/>
                        <a:gd name="connsiteX4" fmla="*/ 22659 w 60949"/>
                        <a:gd name="connsiteY4" fmla="*/ 42481 h 43338"/>
                        <a:gd name="connsiteX5" fmla="*/ 31613 w 60949"/>
                        <a:gd name="connsiteY5" fmla="*/ 43339 h 43338"/>
                        <a:gd name="connsiteX6" fmla="*/ 41328 w 60949"/>
                        <a:gd name="connsiteY6" fmla="*/ 42100 h 43338"/>
                        <a:gd name="connsiteX7" fmla="*/ 52186 w 60949"/>
                        <a:gd name="connsiteY7" fmla="*/ 38195 h 43338"/>
                        <a:gd name="connsiteX8" fmla="*/ 60950 w 60949"/>
                        <a:gd name="connsiteY8" fmla="*/ 32290 h 43338"/>
                        <a:gd name="connsiteX9" fmla="*/ 49520 w 60949"/>
                        <a:gd name="connsiteY9" fmla="*/ 35242 h 43338"/>
                        <a:gd name="connsiteX10" fmla="*/ 23421 w 60949"/>
                        <a:gd name="connsiteY10" fmla="*/ 23336 h 43338"/>
                        <a:gd name="connsiteX11" fmla="*/ 17039 w 60949"/>
                        <a:gd name="connsiteY11" fmla="*/ 0 h 43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0949" h="43338">
                          <a:moveTo>
                            <a:pt x="17039" y="0"/>
                          </a:moveTo>
                          <a:cubicBezTo>
                            <a:pt x="13420" y="2191"/>
                            <a:pt x="9801" y="4286"/>
                            <a:pt x="6848" y="7334"/>
                          </a:cubicBezTo>
                          <a:cubicBezTo>
                            <a:pt x="3895" y="10287"/>
                            <a:pt x="1513" y="13621"/>
                            <a:pt x="466" y="17716"/>
                          </a:cubicBezTo>
                          <a:cubicBezTo>
                            <a:pt x="-1153" y="24289"/>
                            <a:pt x="1419" y="31242"/>
                            <a:pt x="8657" y="36671"/>
                          </a:cubicBezTo>
                          <a:cubicBezTo>
                            <a:pt x="12277" y="39243"/>
                            <a:pt x="17039" y="41434"/>
                            <a:pt x="22659" y="42481"/>
                          </a:cubicBezTo>
                          <a:cubicBezTo>
                            <a:pt x="25517" y="42958"/>
                            <a:pt x="28469" y="43244"/>
                            <a:pt x="31613" y="43339"/>
                          </a:cubicBezTo>
                          <a:cubicBezTo>
                            <a:pt x="34756" y="43148"/>
                            <a:pt x="37994" y="42767"/>
                            <a:pt x="41328" y="42100"/>
                          </a:cubicBezTo>
                          <a:cubicBezTo>
                            <a:pt x="45138" y="41148"/>
                            <a:pt x="48758" y="39719"/>
                            <a:pt x="52186" y="38195"/>
                          </a:cubicBezTo>
                          <a:cubicBezTo>
                            <a:pt x="55425" y="36481"/>
                            <a:pt x="58378" y="34385"/>
                            <a:pt x="60950" y="32290"/>
                          </a:cubicBezTo>
                          <a:cubicBezTo>
                            <a:pt x="57235" y="33814"/>
                            <a:pt x="53520" y="35242"/>
                            <a:pt x="49520" y="35242"/>
                          </a:cubicBezTo>
                          <a:cubicBezTo>
                            <a:pt x="38376" y="35242"/>
                            <a:pt x="28851" y="30194"/>
                            <a:pt x="23421" y="23336"/>
                          </a:cubicBezTo>
                          <a:cubicBezTo>
                            <a:pt x="17801" y="16764"/>
                            <a:pt x="16182" y="8001"/>
                            <a:pt x="17039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5" name="Forme libre : forme 13464">
                      <a:extLst>
                        <a:ext uri="{FF2B5EF4-FFF2-40B4-BE49-F238E27FC236}">
                          <a16:creationId xmlns:a16="http://schemas.microsoft.com/office/drawing/2014/main" id="{7FF7F169-0379-46DF-B774-BBF26FC84E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5104" y="2574893"/>
                      <a:ext cx="75534" cy="51153"/>
                    </a:xfrm>
                    <a:custGeom>
                      <a:avLst/>
                      <a:gdLst>
                        <a:gd name="connsiteX0" fmla="*/ 70988 w 75534"/>
                        <a:gd name="connsiteY0" fmla="*/ 6001 h 51153"/>
                        <a:gd name="connsiteX1" fmla="*/ 75369 w 75534"/>
                        <a:gd name="connsiteY1" fmla="*/ 14954 h 51153"/>
                        <a:gd name="connsiteX2" fmla="*/ 73083 w 75534"/>
                        <a:gd name="connsiteY2" fmla="*/ 27051 h 51153"/>
                        <a:gd name="connsiteX3" fmla="*/ 62892 w 75534"/>
                        <a:gd name="connsiteY3" fmla="*/ 39910 h 51153"/>
                        <a:gd name="connsiteX4" fmla="*/ 44985 w 75534"/>
                        <a:gd name="connsiteY4" fmla="*/ 49149 h 51153"/>
                        <a:gd name="connsiteX5" fmla="*/ 34697 w 75534"/>
                        <a:gd name="connsiteY5" fmla="*/ 50959 h 51153"/>
                        <a:gd name="connsiteX6" fmla="*/ 25172 w 75534"/>
                        <a:gd name="connsiteY6" fmla="*/ 50768 h 51153"/>
                        <a:gd name="connsiteX7" fmla="*/ 10028 w 75534"/>
                        <a:gd name="connsiteY7" fmla="*/ 45625 h 51153"/>
                        <a:gd name="connsiteX8" fmla="*/ 1646 w 75534"/>
                        <a:gd name="connsiteY8" fmla="*/ 36862 h 51153"/>
                        <a:gd name="connsiteX9" fmla="*/ 312 w 75534"/>
                        <a:gd name="connsiteY9" fmla="*/ 27051 h 51153"/>
                        <a:gd name="connsiteX10" fmla="*/ 4789 w 75534"/>
                        <a:gd name="connsiteY10" fmla="*/ 18193 h 51153"/>
                        <a:gd name="connsiteX11" fmla="*/ 12599 w 75534"/>
                        <a:gd name="connsiteY11" fmla="*/ 11430 h 51153"/>
                        <a:gd name="connsiteX12" fmla="*/ 21744 w 75534"/>
                        <a:gd name="connsiteY12" fmla="*/ 6287 h 51153"/>
                        <a:gd name="connsiteX13" fmla="*/ 26601 w 75534"/>
                        <a:gd name="connsiteY13" fmla="*/ 4286 h 51153"/>
                        <a:gd name="connsiteX14" fmla="*/ 31555 w 75534"/>
                        <a:gd name="connsiteY14" fmla="*/ 2667 h 51153"/>
                        <a:gd name="connsiteX15" fmla="*/ 41746 w 75534"/>
                        <a:gd name="connsiteY15" fmla="*/ 667 h 51153"/>
                        <a:gd name="connsiteX16" fmla="*/ 52128 w 75534"/>
                        <a:gd name="connsiteY16" fmla="*/ 0 h 51153"/>
                        <a:gd name="connsiteX17" fmla="*/ 62320 w 75534"/>
                        <a:gd name="connsiteY17" fmla="*/ 1429 h 51153"/>
                        <a:gd name="connsiteX18" fmla="*/ 70988 w 75534"/>
                        <a:gd name="connsiteY18" fmla="*/ 6001 h 51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75534" h="51153">
                          <a:moveTo>
                            <a:pt x="70988" y="6001"/>
                          </a:moveTo>
                          <a:cubicBezTo>
                            <a:pt x="73369" y="8382"/>
                            <a:pt x="74893" y="11335"/>
                            <a:pt x="75369" y="14954"/>
                          </a:cubicBezTo>
                          <a:cubicBezTo>
                            <a:pt x="75941" y="18669"/>
                            <a:pt x="74989" y="22574"/>
                            <a:pt x="73083" y="27051"/>
                          </a:cubicBezTo>
                          <a:cubicBezTo>
                            <a:pt x="71274" y="31528"/>
                            <a:pt x="67463" y="35719"/>
                            <a:pt x="62892" y="39910"/>
                          </a:cubicBezTo>
                          <a:cubicBezTo>
                            <a:pt x="58034" y="43625"/>
                            <a:pt x="51938" y="47244"/>
                            <a:pt x="44985" y="49149"/>
                          </a:cubicBezTo>
                          <a:cubicBezTo>
                            <a:pt x="41556" y="50292"/>
                            <a:pt x="38127" y="50768"/>
                            <a:pt x="34697" y="50959"/>
                          </a:cubicBezTo>
                          <a:cubicBezTo>
                            <a:pt x="31364" y="51245"/>
                            <a:pt x="28125" y="51245"/>
                            <a:pt x="25172" y="50768"/>
                          </a:cubicBezTo>
                          <a:cubicBezTo>
                            <a:pt x="19077" y="50102"/>
                            <a:pt x="14028" y="48101"/>
                            <a:pt x="10028" y="45625"/>
                          </a:cubicBezTo>
                          <a:cubicBezTo>
                            <a:pt x="6027" y="43339"/>
                            <a:pt x="3360" y="39910"/>
                            <a:pt x="1646" y="36862"/>
                          </a:cubicBezTo>
                          <a:cubicBezTo>
                            <a:pt x="27" y="33623"/>
                            <a:pt x="-355" y="30385"/>
                            <a:pt x="312" y="27051"/>
                          </a:cubicBezTo>
                          <a:cubicBezTo>
                            <a:pt x="979" y="23813"/>
                            <a:pt x="2598" y="20860"/>
                            <a:pt x="4789" y="18193"/>
                          </a:cubicBezTo>
                          <a:cubicBezTo>
                            <a:pt x="6980" y="15526"/>
                            <a:pt x="9647" y="13621"/>
                            <a:pt x="12599" y="11430"/>
                          </a:cubicBezTo>
                          <a:cubicBezTo>
                            <a:pt x="15552" y="9430"/>
                            <a:pt x="18600" y="7811"/>
                            <a:pt x="21744" y="6287"/>
                          </a:cubicBezTo>
                          <a:cubicBezTo>
                            <a:pt x="23363" y="5620"/>
                            <a:pt x="24982" y="4953"/>
                            <a:pt x="26601" y="4286"/>
                          </a:cubicBezTo>
                          <a:cubicBezTo>
                            <a:pt x="28220" y="3715"/>
                            <a:pt x="29935" y="3239"/>
                            <a:pt x="31555" y="2667"/>
                          </a:cubicBezTo>
                          <a:cubicBezTo>
                            <a:pt x="34983" y="1810"/>
                            <a:pt x="38222" y="858"/>
                            <a:pt x="41746" y="667"/>
                          </a:cubicBezTo>
                          <a:cubicBezTo>
                            <a:pt x="44985" y="-95"/>
                            <a:pt x="48699" y="191"/>
                            <a:pt x="52128" y="0"/>
                          </a:cubicBezTo>
                          <a:cubicBezTo>
                            <a:pt x="55557" y="0"/>
                            <a:pt x="59272" y="667"/>
                            <a:pt x="62320" y="1429"/>
                          </a:cubicBezTo>
                          <a:cubicBezTo>
                            <a:pt x="65558" y="2191"/>
                            <a:pt x="68606" y="3620"/>
                            <a:pt x="70988" y="6001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6" name="Forme libre : forme 13465">
                      <a:extLst>
                        <a:ext uri="{FF2B5EF4-FFF2-40B4-BE49-F238E27FC236}">
                          <a16:creationId xmlns:a16="http://schemas.microsoft.com/office/drawing/2014/main" id="{B33E06C1-D990-431B-85B6-529BF3679A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5289" y="2554942"/>
                      <a:ext cx="111505" cy="94764"/>
                    </a:xfrm>
                    <a:custGeom>
                      <a:avLst/>
                      <a:gdLst>
                        <a:gd name="connsiteX0" fmla="*/ 8409 w 111505"/>
                        <a:gd name="connsiteY0" fmla="*/ 32619 h 94764"/>
                        <a:gd name="connsiteX1" fmla="*/ 27 w 111505"/>
                        <a:gd name="connsiteY1" fmla="*/ 53574 h 94764"/>
                        <a:gd name="connsiteX2" fmla="*/ 9934 w 111505"/>
                        <a:gd name="connsiteY2" fmla="*/ 75767 h 94764"/>
                        <a:gd name="connsiteX3" fmla="*/ 38318 w 111505"/>
                        <a:gd name="connsiteY3" fmla="*/ 91769 h 94764"/>
                        <a:gd name="connsiteX4" fmla="*/ 70036 w 111505"/>
                        <a:gd name="connsiteY4" fmla="*/ 94151 h 94764"/>
                        <a:gd name="connsiteX5" fmla="*/ 86038 w 111505"/>
                        <a:gd name="connsiteY5" fmla="*/ 90055 h 94764"/>
                        <a:gd name="connsiteX6" fmla="*/ 99754 w 111505"/>
                        <a:gd name="connsiteY6" fmla="*/ 82244 h 94764"/>
                        <a:gd name="connsiteX7" fmla="*/ 111089 w 111505"/>
                        <a:gd name="connsiteY7" fmla="*/ 66242 h 94764"/>
                        <a:gd name="connsiteX8" fmla="*/ 106517 w 111505"/>
                        <a:gd name="connsiteY8" fmla="*/ 54432 h 94764"/>
                        <a:gd name="connsiteX9" fmla="*/ 97373 w 111505"/>
                        <a:gd name="connsiteY9" fmla="*/ 52336 h 94764"/>
                        <a:gd name="connsiteX10" fmla="*/ 87086 w 111505"/>
                        <a:gd name="connsiteY10" fmla="*/ 51574 h 94764"/>
                        <a:gd name="connsiteX11" fmla="*/ 52892 w 111505"/>
                        <a:gd name="connsiteY11" fmla="*/ 30143 h 94764"/>
                        <a:gd name="connsiteX12" fmla="*/ 48605 w 111505"/>
                        <a:gd name="connsiteY12" fmla="*/ 21284 h 94764"/>
                        <a:gd name="connsiteX13" fmla="*/ 44605 w 111505"/>
                        <a:gd name="connsiteY13" fmla="*/ 10998 h 94764"/>
                        <a:gd name="connsiteX14" fmla="*/ 40318 w 111505"/>
                        <a:gd name="connsiteY14" fmla="*/ 2806 h 94764"/>
                        <a:gd name="connsiteX15" fmla="*/ 33746 w 111505"/>
                        <a:gd name="connsiteY15" fmla="*/ 44 h 94764"/>
                        <a:gd name="connsiteX16" fmla="*/ 18887 w 111505"/>
                        <a:gd name="connsiteY16" fmla="*/ 12998 h 94764"/>
                        <a:gd name="connsiteX17" fmla="*/ 8409 w 111505"/>
                        <a:gd name="connsiteY17" fmla="*/ 32619 h 94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11505" h="94764">
                          <a:moveTo>
                            <a:pt x="8409" y="32619"/>
                          </a:moveTo>
                          <a:cubicBezTo>
                            <a:pt x="4600" y="39096"/>
                            <a:pt x="409" y="45764"/>
                            <a:pt x="27" y="53574"/>
                          </a:cubicBezTo>
                          <a:cubicBezTo>
                            <a:pt x="-354" y="61099"/>
                            <a:pt x="3266" y="68814"/>
                            <a:pt x="9934" y="75767"/>
                          </a:cubicBezTo>
                          <a:cubicBezTo>
                            <a:pt x="16791" y="82530"/>
                            <a:pt x="26602" y="88626"/>
                            <a:pt x="38318" y="91769"/>
                          </a:cubicBezTo>
                          <a:cubicBezTo>
                            <a:pt x="47843" y="94627"/>
                            <a:pt x="59082" y="95484"/>
                            <a:pt x="70036" y="94151"/>
                          </a:cubicBezTo>
                          <a:cubicBezTo>
                            <a:pt x="75561" y="93389"/>
                            <a:pt x="80990" y="91865"/>
                            <a:pt x="86038" y="90055"/>
                          </a:cubicBezTo>
                          <a:cubicBezTo>
                            <a:pt x="91086" y="87864"/>
                            <a:pt x="95849" y="85388"/>
                            <a:pt x="99754" y="82244"/>
                          </a:cubicBezTo>
                          <a:cubicBezTo>
                            <a:pt x="105660" y="77482"/>
                            <a:pt x="110042" y="71672"/>
                            <a:pt x="111089" y="66242"/>
                          </a:cubicBezTo>
                          <a:cubicBezTo>
                            <a:pt x="112327" y="60908"/>
                            <a:pt x="110803" y="56717"/>
                            <a:pt x="106517" y="54432"/>
                          </a:cubicBezTo>
                          <a:cubicBezTo>
                            <a:pt x="103850" y="53003"/>
                            <a:pt x="100707" y="52622"/>
                            <a:pt x="97373" y="52336"/>
                          </a:cubicBezTo>
                          <a:cubicBezTo>
                            <a:pt x="93944" y="51955"/>
                            <a:pt x="90325" y="51860"/>
                            <a:pt x="87086" y="51574"/>
                          </a:cubicBezTo>
                          <a:cubicBezTo>
                            <a:pt x="71084" y="49859"/>
                            <a:pt x="59273" y="40906"/>
                            <a:pt x="52892" y="30143"/>
                          </a:cubicBezTo>
                          <a:cubicBezTo>
                            <a:pt x="51558" y="27952"/>
                            <a:pt x="50034" y="24809"/>
                            <a:pt x="48605" y="21284"/>
                          </a:cubicBezTo>
                          <a:cubicBezTo>
                            <a:pt x="47272" y="17855"/>
                            <a:pt x="45843" y="14236"/>
                            <a:pt x="44605" y="10998"/>
                          </a:cubicBezTo>
                          <a:cubicBezTo>
                            <a:pt x="43271" y="7759"/>
                            <a:pt x="42033" y="4901"/>
                            <a:pt x="40318" y="2806"/>
                          </a:cubicBezTo>
                          <a:cubicBezTo>
                            <a:pt x="38699" y="901"/>
                            <a:pt x="36699" y="-242"/>
                            <a:pt x="33746" y="44"/>
                          </a:cubicBezTo>
                          <a:cubicBezTo>
                            <a:pt x="28508" y="520"/>
                            <a:pt x="23364" y="6044"/>
                            <a:pt x="18887" y="12998"/>
                          </a:cubicBezTo>
                          <a:cubicBezTo>
                            <a:pt x="14601" y="19856"/>
                            <a:pt x="11077" y="28047"/>
                            <a:pt x="8409" y="3261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7" name="Forme libre : forme 13466">
                      <a:extLst>
                        <a:ext uri="{FF2B5EF4-FFF2-40B4-BE49-F238E27FC236}">
                          <a16:creationId xmlns:a16="http://schemas.microsoft.com/office/drawing/2014/main" id="{2C750A52-DC68-42A9-B536-1A977110A0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5058" y="2559441"/>
                      <a:ext cx="24080" cy="20595"/>
                    </a:xfrm>
                    <a:custGeom>
                      <a:avLst/>
                      <a:gdLst>
                        <a:gd name="connsiteX0" fmla="*/ 3595 w 24080"/>
                        <a:gd name="connsiteY0" fmla="*/ 10022 h 20595"/>
                        <a:gd name="connsiteX1" fmla="*/ 452 w 24080"/>
                        <a:gd name="connsiteY1" fmla="*/ 14309 h 20595"/>
                        <a:gd name="connsiteX2" fmla="*/ 929 w 24080"/>
                        <a:gd name="connsiteY2" fmla="*/ 19262 h 20595"/>
                        <a:gd name="connsiteX3" fmla="*/ 5215 w 24080"/>
                        <a:gd name="connsiteY3" fmla="*/ 20595 h 20595"/>
                        <a:gd name="connsiteX4" fmla="*/ 16454 w 24080"/>
                        <a:gd name="connsiteY4" fmla="*/ 18309 h 20595"/>
                        <a:gd name="connsiteX5" fmla="*/ 20359 w 24080"/>
                        <a:gd name="connsiteY5" fmla="*/ 15833 h 20595"/>
                        <a:gd name="connsiteX6" fmla="*/ 24074 w 24080"/>
                        <a:gd name="connsiteY6" fmla="*/ 5736 h 20595"/>
                        <a:gd name="connsiteX7" fmla="*/ 20264 w 24080"/>
                        <a:gd name="connsiteY7" fmla="*/ 21 h 20595"/>
                        <a:gd name="connsiteX8" fmla="*/ 12263 w 24080"/>
                        <a:gd name="connsiteY8" fmla="*/ 3450 h 20595"/>
                        <a:gd name="connsiteX9" fmla="*/ 3595 w 24080"/>
                        <a:gd name="connsiteY9" fmla="*/ 10022 h 20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080" h="20595">
                          <a:moveTo>
                            <a:pt x="3595" y="10022"/>
                          </a:moveTo>
                          <a:cubicBezTo>
                            <a:pt x="2358" y="11261"/>
                            <a:pt x="1119" y="12594"/>
                            <a:pt x="452" y="14309"/>
                          </a:cubicBezTo>
                          <a:cubicBezTo>
                            <a:pt x="-214" y="16023"/>
                            <a:pt x="-214" y="18118"/>
                            <a:pt x="929" y="19262"/>
                          </a:cubicBezTo>
                          <a:cubicBezTo>
                            <a:pt x="1976" y="20309"/>
                            <a:pt x="3691" y="20500"/>
                            <a:pt x="5215" y="20595"/>
                          </a:cubicBezTo>
                          <a:cubicBezTo>
                            <a:pt x="9120" y="20595"/>
                            <a:pt x="13026" y="19833"/>
                            <a:pt x="16454" y="18309"/>
                          </a:cubicBezTo>
                          <a:cubicBezTo>
                            <a:pt x="17883" y="17642"/>
                            <a:pt x="19216" y="16975"/>
                            <a:pt x="20359" y="15833"/>
                          </a:cubicBezTo>
                          <a:cubicBezTo>
                            <a:pt x="22741" y="13547"/>
                            <a:pt x="23979" y="9070"/>
                            <a:pt x="24074" y="5736"/>
                          </a:cubicBezTo>
                          <a:cubicBezTo>
                            <a:pt x="24170" y="2402"/>
                            <a:pt x="23217" y="-265"/>
                            <a:pt x="20264" y="21"/>
                          </a:cubicBezTo>
                          <a:cubicBezTo>
                            <a:pt x="17978" y="402"/>
                            <a:pt x="15216" y="1355"/>
                            <a:pt x="12263" y="3450"/>
                          </a:cubicBezTo>
                          <a:cubicBezTo>
                            <a:pt x="9311" y="5069"/>
                            <a:pt x="6167" y="7450"/>
                            <a:pt x="3595" y="1002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8" name="Forme libre : forme 13467">
                      <a:extLst>
                        <a:ext uri="{FF2B5EF4-FFF2-40B4-BE49-F238E27FC236}">
                          <a16:creationId xmlns:a16="http://schemas.microsoft.com/office/drawing/2014/main" id="{723B61BA-EEB3-465D-B30C-86DF736473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6094" y="2563082"/>
                      <a:ext cx="26411" cy="76771"/>
                    </a:xfrm>
                    <a:custGeom>
                      <a:avLst/>
                      <a:gdLst>
                        <a:gd name="connsiteX0" fmla="*/ 8763 w 26411"/>
                        <a:gd name="connsiteY0" fmla="*/ 0 h 76771"/>
                        <a:gd name="connsiteX1" fmla="*/ 13716 w 26411"/>
                        <a:gd name="connsiteY1" fmla="*/ 3429 h 76771"/>
                        <a:gd name="connsiteX2" fmla="*/ 22955 w 26411"/>
                        <a:gd name="connsiteY2" fmla="*/ 15145 h 76771"/>
                        <a:gd name="connsiteX3" fmla="*/ 25527 w 26411"/>
                        <a:gd name="connsiteY3" fmla="*/ 39053 h 76771"/>
                        <a:gd name="connsiteX4" fmla="*/ 18383 w 26411"/>
                        <a:gd name="connsiteY4" fmla="*/ 56769 h 76771"/>
                        <a:gd name="connsiteX5" fmla="*/ 0 w 26411"/>
                        <a:gd name="connsiteY5" fmla="*/ 76771 h 76771"/>
                        <a:gd name="connsiteX6" fmla="*/ 7525 w 26411"/>
                        <a:gd name="connsiteY6" fmla="*/ 69342 h 76771"/>
                        <a:gd name="connsiteX7" fmla="*/ 19240 w 26411"/>
                        <a:gd name="connsiteY7" fmla="*/ 49054 h 76771"/>
                        <a:gd name="connsiteX8" fmla="*/ 21717 w 26411"/>
                        <a:gd name="connsiteY8" fmla="*/ 23146 h 76771"/>
                        <a:gd name="connsiteX9" fmla="*/ 8763 w 26411"/>
                        <a:gd name="connsiteY9" fmla="*/ 0 h 76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6411" h="76771">
                          <a:moveTo>
                            <a:pt x="8763" y="0"/>
                          </a:moveTo>
                          <a:cubicBezTo>
                            <a:pt x="8763" y="0"/>
                            <a:pt x="10858" y="1048"/>
                            <a:pt x="13716" y="3429"/>
                          </a:cubicBezTo>
                          <a:cubicBezTo>
                            <a:pt x="16573" y="5810"/>
                            <a:pt x="20193" y="9525"/>
                            <a:pt x="22955" y="15145"/>
                          </a:cubicBezTo>
                          <a:cubicBezTo>
                            <a:pt x="25908" y="20860"/>
                            <a:pt x="27527" y="28575"/>
                            <a:pt x="25527" y="39053"/>
                          </a:cubicBezTo>
                          <a:cubicBezTo>
                            <a:pt x="24574" y="44291"/>
                            <a:pt x="22003" y="50197"/>
                            <a:pt x="18383" y="56769"/>
                          </a:cubicBezTo>
                          <a:cubicBezTo>
                            <a:pt x="14097" y="63151"/>
                            <a:pt x="8572" y="70199"/>
                            <a:pt x="0" y="76771"/>
                          </a:cubicBezTo>
                          <a:cubicBezTo>
                            <a:pt x="0" y="76771"/>
                            <a:pt x="3238" y="74104"/>
                            <a:pt x="7525" y="69342"/>
                          </a:cubicBezTo>
                          <a:cubicBezTo>
                            <a:pt x="11335" y="64389"/>
                            <a:pt x="16669" y="57340"/>
                            <a:pt x="19240" y="49054"/>
                          </a:cubicBezTo>
                          <a:cubicBezTo>
                            <a:pt x="22384" y="40862"/>
                            <a:pt x="23146" y="31718"/>
                            <a:pt x="21717" y="23146"/>
                          </a:cubicBezTo>
                          <a:cubicBezTo>
                            <a:pt x="20002" y="14669"/>
                            <a:pt x="15621" y="6668"/>
                            <a:pt x="876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9" name="Forme libre : forme 13468">
                      <a:extLst>
                        <a:ext uri="{FF2B5EF4-FFF2-40B4-BE49-F238E27FC236}">
                          <a16:creationId xmlns:a16="http://schemas.microsoft.com/office/drawing/2014/main" id="{1632037B-5A8E-4C89-B195-976113272D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8936" y="2534291"/>
                      <a:ext cx="48673" cy="26409"/>
                    </a:xfrm>
                    <a:custGeom>
                      <a:avLst/>
                      <a:gdLst>
                        <a:gd name="connsiteX0" fmla="*/ 48673 w 48673"/>
                        <a:gd name="connsiteY0" fmla="*/ 25 h 26409"/>
                        <a:gd name="connsiteX1" fmla="*/ 46006 w 48673"/>
                        <a:gd name="connsiteY1" fmla="*/ 311 h 26409"/>
                        <a:gd name="connsiteX2" fmla="*/ 42482 w 48673"/>
                        <a:gd name="connsiteY2" fmla="*/ 1073 h 26409"/>
                        <a:gd name="connsiteX3" fmla="*/ 37148 w 48673"/>
                        <a:gd name="connsiteY3" fmla="*/ 2597 h 26409"/>
                        <a:gd name="connsiteX4" fmla="*/ 21336 w 48673"/>
                        <a:gd name="connsiteY4" fmla="*/ 9455 h 26409"/>
                        <a:gd name="connsiteX5" fmla="*/ 0 w 48673"/>
                        <a:gd name="connsiteY5" fmla="*/ 26410 h 26409"/>
                        <a:gd name="connsiteX6" fmla="*/ 5144 w 48673"/>
                        <a:gd name="connsiteY6" fmla="*/ 22409 h 26409"/>
                        <a:gd name="connsiteX7" fmla="*/ 18098 w 48673"/>
                        <a:gd name="connsiteY7" fmla="*/ 14122 h 26409"/>
                        <a:gd name="connsiteX8" fmla="*/ 34480 w 48673"/>
                        <a:gd name="connsiteY8" fmla="*/ 5645 h 26409"/>
                        <a:gd name="connsiteX9" fmla="*/ 48673 w 48673"/>
                        <a:gd name="connsiteY9" fmla="*/ 25 h 264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673" h="26409">
                          <a:moveTo>
                            <a:pt x="48673" y="25"/>
                          </a:moveTo>
                          <a:cubicBezTo>
                            <a:pt x="48673" y="-70"/>
                            <a:pt x="47816" y="120"/>
                            <a:pt x="46006" y="311"/>
                          </a:cubicBezTo>
                          <a:cubicBezTo>
                            <a:pt x="45054" y="406"/>
                            <a:pt x="43911" y="692"/>
                            <a:pt x="42482" y="1073"/>
                          </a:cubicBezTo>
                          <a:cubicBezTo>
                            <a:pt x="40958" y="1359"/>
                            <a:pt x="39243" y="1835"/>
                            <a:pt x="37148" y="2597"/>
                          </a:cubicBezTo>
                          <a:cubicBezTo>
                            <a:pt x="33052" y="3835"/>
                            <a:pt x="27718" y="5931"/>
                            <a:pt x="21336" y="9455"/>
                          </a:cubicBezTo>
                          <a:cubicBezTo>
                            <a:pt x="14954" y="13170"/>
                            <a:pt x="7620" y="18027"/>
                            <a:pt x="0" y="26410"/>
                          </a:cubicBezTo>
                          <a:cubicBezTo>
                            <a:pt x="0" y="26410"/>
                            <a:pt x="1905" y="24790"/>
                            <a:pt x="5144" y="22409"/>
                          </a:cubicBezTo>
                          <a:cubicBezTo>
                            <a:pt x="8382" y="20028"/>
                            <a:pt x="12859" y="17266"/>
                            <a:pt x="18098" y="14122"/>
                          </a:cubicBezTo>
                          <a:cubicBezTo>
                            <a:pt x="23241" y="11074"/>
                            <a:pt x="29052" y="8122"/>
                            <a:pt x="34480" y="5645"/>
                          </a:cubicBezTo>
                          <a:cubicBezTo>
                            <a:pt x="39910" y="3073"/>
                            <a:pt x="45054" y="1168"/>
                            <a:pt x="48673" y="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0" name="Forme libre : forme 13469">
                      <a:extLst>
                        <a:ext uri="{FF2B5EF4-FFF2-40B4-BE49-F238E27FC236}">
                          <a16:creationId xmlns:a16="http://schemas.microsoft.com/office/drawing/2014/main" id="{C31D0DBE-B765-44DB-92D8-E9BC4C7195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0482" y="2576757"/>
                      <a:ext cx="23749" cy="15397"/>
                    </a:xfrm>
                    <a:custGeom>
                      <a:avLst/>
                      <a:gdLst>
                        <a:gd name="connsiteX0" fmla="*/ 23608 w 23749"/>
                        <a:gd name="connsiteY0" fmla="*/ 6613 h 15397"/>
                        <a:gd name="connsiteX1" fmla="*/ 11416 w 23749"/>
                        <a:gd name="connsiteY1" fmla="*/ 15376 h 15397"/>
                        <a:gd name="connsiteX2" fmla="*/ 81 w 23749"/>
                        <a:gd name="connsiteY2" fmla="*/ 6042 h 15397"/>
                        <a:gd name="connsiteX3" fmla="*/ 3701 w 23749"/>
                        <a:gd name="connsiteY3" fmla="*/ 1375 h 15397"/>
                        <a:gd name="connsiteX4" fmla="*/ 10940 w 23749"/>
                        <a:gd name="connsiteY4" fmla="*/ 41 h 15397"/>
                        <a:gd name="connsiteX5" fmla="*/ 19036 w 23749"/>
                        <a:gd name="connsiteY5" fmla="*/ 1946 h 15397"/>
                        <a:gd name="connsiteX6" fmla="*/ 23608 w 23749"/>
                        <a:gd name="connsiteY6" fmla="*/ 6613 h 153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3749" h="15397">
                          <a:moveTo>
                            <a:pt x="23608" y="6613"/>
                          </a:moveTo>
                          <a:cubicBezTo>
                            <a:pt x="24751" y="10804"/>
                            <a:pt x="18845" y="15757"/>
                            <a:pt x="11416" y="15376"/>
                          </a:cubicBezTo>
                          <a:cubicBezTo>
                            <a:pt x="3986" y="15186"/>
                            <a:pt x="-681" y="10138"/>
                            <a:pt x="81" y="6042"/>
                          </a:cubicBezTo>
                          <a:cubicBezTo>
                            <a:pt x="367" y="3946"/>
                            <a:pt x="1700" y="2232"/>
                            <a:pt x="3701" y="1375"/>
                          </a:cubicBezTo>
                          <a:cubicBezTo>
                            <a:pt x="5606" y="327"/>
                            <a:pt x="7987" y="-149"/>
                            <a:pt x="10940" y="41"/>
                          </a:cubicBezTo>
                          <a:cubicBezTo>
                            <a:pt x="13702" y="-54"/>
                            <a:pt x="16750" y="898"/>
                            <a:pt x="19036" y="1946"/>
                          </a:cubicBezTo>
                          <a:cubicBezTo>
                            <a:pt x="21226" y="2898"/>
                            <a:pt x="23132" y="4518"/>
                            <a:pt x="23608" y="6613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1" name="Forme libre : forme 13470">
                      <a:extLst>
                        <a:ext uri="{FF2B5EF4-FFF2-40B4-BE49-F238E27FC236}">
                          <a16:creationId xmlns:a16="http://schemas.microsoft.com/office/drawing/2014/main" id="{782236EC-201E-4868-B904-F7E4AA637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9853" y="2578115"/>
                      <a:ext cx="6627" cy="6919"/>
                    </a:xfrm>
                    <a:custGeom>
                      <a:avLst/>
                      <a:gdLst>
                        <a:gd name="connsiteX0" fmla="*/ 6047 w 6627"/>
                        <a:gd name="connsiteY0" fmla="*/ 1730 h 6919"/>
                        <a:gd name="connsiteX1" fmla="*/ 4999 w 6627"/>
                        <a:gd name="connsiteY1" fmla="*/ 6397 h 6919"/>
                        <a:gd name="connsiteX2" fmla="*/ 427 w 6627"/>
                        <a:gd name="connsiteY2" fmla="*/ 5064 h 6919"/>
                        <a:gd name="connsiteX3" fmla="*/ 1475 w 6627"/>
                        <a:gd name="connsiteY3" fmla="*/ 397 h 6919"/>
                        <a:gd name="connsiteX4" fmla="*/ 6047 w 6627"/>
                        <a:gd name="connsiteY4" fmla="*/ 1730 h 6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27" h="6919">
                          <a:moveTo>
                            <a:pt x="6047" y="1730"/>
                          </a:moveTo>
                          <a:cubicBezTo>
                            <a:pt x="7095" y="3349"/>
                            <a:pt x="6713" y="5445"/>
                            <a:pt x="4999" y="6397"/>
                          </a:cubicBezTo>
                          <a:cubicBezTo>
                            <a:pt x="3380" y="7445"/>
                            <a:pt x="1284" y="6874"/>
                            <a:pt x="427" y="5064"/>
                          </a:cubicBezTo>
                          <a:cubicBezTo>
                            <a:pt x="-430" y="3445"/>
                            <a:pt x="46" y="1254"/>
                            <a:pt x="1475" y="397"/>
                          </a:cubicBezTo>
                          <a:cubicBezTo>
                            <a:pt x="2904" y="-461"/>
                            <a:pt x="4999" y="111"/>
                            <a:pt x="6047" y="173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2" name="Forme libre : forme 13471">
                      <a:extLst>
                        <a:ext uri="{FF2B5EF4-FFF2-40B4-BE49-F238E27FC236}">
                          <a16:creationId xmlns:a16="http://schemas.microsoft.com/office/drawing/2014/main" id="{BC3FD401-B98C-4BE7-A6D1-BA9B6BAAA7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5419" y="2539746"/>
                      <a:ext cx="58857" cy="34378"/>
                    </a:xfrm>
                    <a:custGeom>
                      <a:avLst/>
                      <a:gdLst>
                        <a:gd name="connsiteX0" fmla="*/ 26384 w 58857"/>
                        <a:gd name="connsiteY0" fmla="*/ 7429 h 34378"/>
                        <a:gd name="connsiteX1" fmla="*/ 53626 w 58857"/>
                        <a:gd name="connsiteY1" fmla="*/ 21717 h 34378"/>
                        <a:gd name="connsiteX2" fmla="*/ 58198 w 58857"/>
                        <a:gd name="connsiteY2" fmla="*/ 31337 h 34378"/>
                        <a:gd name="connsiteX3" fmla="*/ 48387 w 58857"/>
                        <a:gd name="connsiteY3" fmla="*/ 33814 h 34378"/>
                        <a:gd name="connsiteX4" fmla="*/ 20003 w 58857"/>
                        <a:gd name="connsiteY4" fmla="*/ 21812 h 34378"/>
                        <a:gd name="connsiteX5" fmla="*/ 14097 w 58857"/>
                        <a:gd name="connsiteY5" fmla="*/ 20955 h 34378"/>
                        <a:gd name="connsiteX6" fmla="*/ 6763 w 58857"/>
                        <a:gd name="connsiteY6" fmla="*/ 18478 h 34378"/>
                        <a:gd name="connsiteX7" fmla="*/ 1524 w 58857"/>
                        <a:gd name="connsiteY7" fmla="*/ 13335 h 34378"/>
                        <a:gd name="connsiteX8" fmla="*/ 0 w 58857"/>
                        <a:gd name="connsiteY8" fmla="*/ 6477 h 34378"/>
                        <a:gd name="connsiteX9" fmla="*/ 1810 w 58857"/>
                        <a:gd name="connsiteY9" fmla="*/ 0 h 34378"/>
                        <a:gd name="connsiteX10" fmla="*/ 4572 w 58857"/>
                        <a:gd name="connsiteY10" fmla="*/ 667 h 34378"/>
                        <a:gd name="connsiteX11" fmla="*/ 8287 w 58857"/>
                        <a:gd name="connsiteY11" fmla="*/ 1619 h 34378"/>
                        <a:gd name="connsiteX12" fmla="*/ 16288 w 58857"/>
                        <a:gd name="connsiteY12" fmla="*/ 4096 h 34378"/>
                        <a:gd name="connsiteX13" fmla="*/ 26384 w 58857"/>
                        <a:gd name="connsiteY13" fmla="*/ 7429 h 34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57" h="34378">
                          <a:moveTo>
                            <a:pt x="26384" y="7429"/>
                          </a:moveTo>
                          <a:cubicBezTo>
                            <a:pt x="35814" y="11049"/>
                            <a:pt x="45149" y="15621"/>
                            <a:pt x="53626" y="21717"/>
                          </a:cubicBezTo>
                          <a:cubicBezTo>
                            <a:pt x="56674" y="23908"/>
                            <a:pt x="60389" y="27717"/>
                            <a:pt x="58198" y="31337"/>
                          </a:cubicBezTo>
                          <a:cubicBezTo>
                            <a:pt x="56293" y="34671"/>
                            <a:pt x="51816" y="34861"/>
                            <a:pt x="48387" y="33814"/>
                          </a:cubicBezTo>
                          <a:cubicBezTo>
                            <a:pt x="37910" y="30575"/>
                            <a:pt x="28290" y="24193"/>
                            <a:pt x="20003" y="21812"/>
                          </a:cubicBezTo>
                          <a:cubicBezTo>
                            <a:pt x="18765" y="21526"/>
                            <a:pt x="16383" y="21145"/>
                            <a:pt x="14097" y="20955"/>
                          </a:cubicBezTo>
                          <a:cubicBezTo>
                            <a:pt x="11621" y="20383"/>
                            <a:pt x="9049" y="19907"/>
                            <a:pt x="6763" y="18478"/>
                          </a:cubicBezTo>
                          <a:cubicBezTo>
                            <a:pt x="4572" y="17240"/>
                            <a:pt x="2667" y="15526"/>
                            <a:pt x="1524" y="13335"/>
                          </a:cubicBezTo>
                          <a:cubicBezTo>
                            <a:pt x="381" y="11334"/>
                            <a:pt x="0" y="9049"/>
                            <a:pt x="0" y="6477"/>
                          </a:cubicBezTo>
                          <a:cubicBezTo>
                            <a:pt x="191" y="1333"/>
                            <a:pt x="762" y="190"/>
                            <a:pt x="1810" y="0"/>
                          </a:cubicBezTo>
                          <a:cubicBezTo>
                            <a:pt x="2477" y="286"/>
                            <a:pt x="3239" y="0"/>
                            <a:pt x="4572" y="667"/>
                          </a:cubicBezTo>
                          <a:cubicBezTo>
                            <a:pt x="5715" y="667"/>
                            <a:pt x="7144" y="1143"/>
                            <a:pt x="8287" y="1619"/>
                          </a:cubicBezTo>
                          <a:cubicBezTo>
                            <a:pt x="10383" y="2095"/>
                            <a:pt x="13145" y="3048"/>
                            <a:pt x="16288" y="4096"/>
                          </a:cubicBezTo>
                          <a:cubicBezTo>
                            <a:pt x="19431" y="4953"/>
                            <a:pt x="22860" y="6096"/>
                            <a:pt x="26384" y="742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27" name="Graphique 1">
                    <a:extLst>
                      <a:ext uri="{FF2B5EF4-FFF2-40B4-BE49-F238E27FC236}">
                        <a16:creationId xmlns:a16="http://schemas.microsoft.com/office/drawing/2014/main" id="{83360523-1AB5-4251-BDBE-6647B25BE20E}"/>
                      </a:ext>
                    </a:extLst>
                  </p:cNvPr>
                  <p:cNvGrpSpPr/>
                  <p:nvPr/>
                </p:nvGrpSpPr>
                <p:grpSpPr>
                  <a:xfrm>
                    <a:off x="7527766" y="2402653"/>
                    <a:ext cx="138377" cy="162559"/>
                    <a:chOff x="7527766" y="2402653"/>
                    <a:chExt cx="138377" cy="162559"/>
                  </a:xfrm>
                  <a:solidFill>
                    <a:schemeClr val="accent1"/>
                  </a:solidFill>
                </p:grpSpPr>
                <p:sp>
                  <p:nvSpPr>
                    <p:cNvPr id="13449" name="Forme libre : forme 13448">
                      <a:extLst>
                        <a:ext uri="{FF2B5EF4-FFF2-40B4-BE49-F238E27FC236}">
                          <a16:creationId xmlns:a16="http://schemas.microsoft.com/office/drawing/2014/main" id="{154DAB9B-19AA-41AB-9127-328C370C78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766" y="2402653"/>
                      <a:ext cx="138377" cy="162559"/>
                    </a:xfrm>
                    <a:custGeom>
                      <a:avLst/>
                      <a:gdLst>
                        <a:gd name="connsiteX0" fmla="*/ 137672 w 138377"/>
                        <a:gd name="connsiteY0" fmla="*/ 60702 h 162559"/>
                        <a:gd name="connsiteX1" fmla="*/ 132624 w 138377"/>
                        <a:gd name="connsiteY1" fmla="*/ 89277 h 162559"/>
                        <a:gd name="connsiteX2" fmla="*/ 126909 w 138377"/>
                        <a:gd name="connsiteY2" fmla="*/ 118328 h 162559"/>
                        <a:gd name="connsiteX3" fmla="*/ 117384 w 138377"/>
                        <a:gd name="connsiteY3" fmla="*/ 140521 h 162559"/>
                        <a:gd name="connsiteX4" fmla="*/ 101191 w 138377"/>
                        <a:gd name="connsiteY4" fmla="*/ 156333 h 162559"/>
                        <a:gd name="connsiteX5" fmla="*/ 82237 w 138377"/>
                        <a:gd name="connsiteY5" fmla="*/ 162524 h 162559"/>
                        <a:gd name="connsiteX6" fmla="*/ 64044 w 138377"/>
                        <a:gd name="connsiteY6" fmla="*/ 158333 h 162559"/>
                        <a:gd name="connsiteX7" fmla="*/ 32802 w 138377"/>
                        <a:gd name="connsiteY7" fmla="*/ 141760 h 162559"/>
                        <a:gd name="connsiteX8" fmla="*/ 18038 w 138377"/>
                        <a:gd name="connsiteY8" fmla="*/ 130901 h 162559"/>
                        <a:gd name="connsiteX9" fmla="*/ 7275 w 138377"/>
                        <a:gd name="connsiteY9" fmla="*/ 118423 h 162559"/>
                        <a:gd name="connsiteX10" fmla="*/ 1083 w 138377"/>
                        <a:gd name="connsiteY10" fmla="*/ 105660 h 162559"/>
                        <a:gd name="connsiteX11" fmla="*/ 703 w 138377"/>
                        <a:gd name="connsiteY11" fmla="*/ 92135 h 162559"/>
                        <a:gd name="connsiteX12" fmla="*/ 5655 w 138377"/>
                        <a:gd name="connsiteY12" fmla="*/ 66227 h 162559"/>
                        <a:gd name="connsiteX13" fmla="*/ 10132 w 138377"/>
                        <a:gd name="connsiteY13" fmla="*/ 39652 h 162559"/>
                        <a:gd name="connsiteX14" fmla="*/ 28801 w 138377"/>
                        <a:gd name="connsiteY14" fmla="*/ 9267 h 162559"/>
                        <a:gd name="connsiteX15" fmla="*/ 63663 w 138377"/>
                        <a:gd name="connsiteY15" fmla="*/ 504 h 162559"/>
                        <a:gd name="connsiteX16" fmla="*/ 99000 w 138377"/>
                        <a:gd name="connsiteY16" fmla="*/ 5743 h 162559"/>
                        <a:gd name="connsiteX17" fmla="*/ 129671 w 138377"/>
                        <a:gd name="connsiteY17" fmla="*/ 24602 h 162559"/>
                        <a:gd name="connsiteX18" fmla="*/ 137672 w 138377"/>
                        <a:gd name="connsiteY18" fmla="*/ 60702 h 162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8377" h="162559">
                          <a:moveTo>
                            <a:pt x="137672" y="60702"/>
                          </a:moveTo>
                          <a:lnTo>
                            <a:pt x="132624" y="89277"/>
                          </a:lnTo>
                          <a:lnTo>
                            <a:pt x="126909" y="118328"/>
                          </a:lnTo>
                          <a:cubicBezTo>
                            <a:pt x="125004" y="126329"/>
                            <a:pt x="122051" y="133949"/>
                            <a:pt x="117384" y="140521"/>
                          </a:cubicBezTo>
                          <a:cubicBezTo>
                            <a:pt x="112907" y="147094"/>
                            <a:pt x="107478" y="152428"/>
                            <a:pt x="101191" y="156333"/>
                          </a:cubicBezTo>
                          <a:cubicBezTo>
                            <a:pt x="95190" y="160143"/>
                            <a:pt x="88714" y="162238"/>
                            <a:pt x="82237" y="162524"/>
                          </a:cubicBezTo>
                          <a:cubicBezTo>
                            <a:pt x="75854" y="162810"/>
                            <a:pt x="69759" y="161381"/>
                            <a:pt x="64044" y="158333"/>
                          </a:cubicBezTo>
                          <a:lnTo>
                            <a:pt x="32802" y="141760"/>
                          </a:lnTo>
                          <a:cubicBezTo>
                            <a:pt x="27182" y="138712"/>
                            <a:pt x="22229" y="134902"/>
                            <a:pt x="18038" y="130901"/>
                          </a:cubicBezTo>
                          <a:cubicBezTo>
                            <a:pt x="13847" y="126996"/>
                            <a:pt x="10228" y="122710"/>
                            <a:pt x="7275" y="118423"/>
                          </a:cubicBezTo>
                          <a:cubicBezTo>
                            <a:pt x="4512" y="114328"/>
                            <a:pt x="2226" y="109946"/>
                            <a:pt x="1083" y="105660"/>
                          </a:cubicBezTo>
                          <a:cubicBezTo>
                            <a:pt x="36" y="101469"/>
                            <a:pt x="-536" y="96802"/>
                            <a:pt x="703" y="92135"/>
                          </a:cubicBezTo>
                          <a:lnTo>
                            <a:pt x="5655" y="66227"/>
                          </a:lnTo>
                          <a:lnTo>
                            <a:pt x="10132" y="39652"/>
                          </a:lnTo>
                          <a:cubicBezTo>
                            <a:pt x="12228" y="27174"/>
                            <a:pt x="19086" y="16316"/>
                            <a:pt x="28801" y="9267"/>
                          </a:cubicBezTo>
                          <a:cubicBezTo>
                            <a:pt x="38517" y="2218"/>
                            <a:pt x="50899" y="-1401"/>
                            <a:pt x="63663" y="504"/>
                          </a:cubicBezTo>
                          <a:lnTo>
                            <a:pt x="99000" y="5743"/>
                          </a:lnTo>
                          <a:cubicBezTo>
                            <a:pt x="111764" y="7648"/>
                            <a:pt x="122623" y="14696"/>
                            <a:pt x="129671" y="24602"/>
                          </a:cubicBezTo>
                          <a:cubicBezTo>
                            <a:pt x="136529" y="34603"/>
                            <a:pt x="139958" y="47367"/>
                            <a:pt x="137672" y="60702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0" name="Forme libre : forme 13449">
                      <a:extLst>
                        <a:ext uri="{FF2B5EF4-FFF2-40B4-BE49-F238E27FC236}">
                          <a16:creationId xmlns:a16="http://schemas.microsoft.com/office/drawing/2014/main" id="{4F69F842-DFEC-415B-88BA-C7426445BA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8284" y="2408300"/>
                      <a:ext cx="87858" cy="156912"/>
                    </a:xfrm>
                    <a:custGeom>
                      <a:avLst/>
                      <a:gdLst>
                        <a:gd name="connsiteX0" fmla="*/ 36766 w 87858"/>
                        <a:gd name="connsiteY0" fmla="*/ 94107 h 156912"/>
                        <a:gd name="connsiteX1" fmla="*/ 34957 w 87858"/>
                        <a:gd name="connsiteY1" fmla="*/ 111538 h 156912"/>
                        <a:gd name="connsiteX2" fmla="*/ 27527 w 87858"/>
                        <a:gd name="connsiteY2" fmla="*/ 127826 h 156912"/>
                        <a:gd name="connsiteX3" fmla="*/ 0 w 87858"/>
                        <a:gd name="connsiteY3" fmla="*/ 145542 h 156912"/>
                        <a:gd name="connsiteX4" fmla="*/ 13525 w 87858"/>
                        <a:gd name="connsiteY4" fmla="*/ 152686 h 156912"/>
                        <a:gd name="connsiteX5" fmla="*/ 31718 w 87858"/>
                        <a:gd name="connsiteY5" fmla="*/ 156877 h 156912"/>
                        <a:gd name="connsiteX6" fmla="*/ 50673 w 87858"/>
                        <a:gd name="connsiteY6" fmla="*/ 150686 h 156912"/>
                        <a:gd name="connsiteX7" fmla="*/ 66866 w 87858"/>
                        <a:gd name="connsiteY7" fmla="*/ 134874 h 156912"/>
                        <a:gd name="connsiteX8" fmla="*/ 76391 w 87858"/>
                        <a:gd name="connsiteY8" fmla="*/ 112681 h 156912"/>
                        <a:gd name="connsiteX9" fmla="*/ 82105 w 87858"/>
                        <a:gd name="connsiteY9" fmla="*/ 83629 h 156912"/>
                        <a:gd name="connsiteX10" fmla="*/ 87153 w 87858"/>
                        <a:gd name="connsiteY10" fmla="*/ 55054 h 156912"/>
                        <a:gd name="connsiteX11" fmla="*/ 79057 w 87858"/>
                        <a:gd name="connsiteY11" fmla="*/ 19050 h 156912"/>
                        <a:gd name="connsiteX12" fmla="*/ 48387 w 87858"/>
                        <a:gd name="connsiteY12" fmla="*/ 191 h 156912"/>
                        <a:gd name="connsiteX13" fmla="*/ 47244 w 87858"/>
                        <a:gd name="connsiteY13" fmla="*/ 0 h 156912"/>
                        <a:gd name="connsiteX14" fmla="*/ 36766 w 87858"/>
                        <a:gd name="connsiteY14" fmla="*/ 94107 h 156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7858" h="156912">
                          <a:moveTo>
                            <a:pt x="36766" y="94107"/>
                          </a:moveTo>
                          <a:cubicBezTo>
                            <a:pt x="37052" y="99917"/>
                            <a:pt x="36671" y="105537"/>
                            <a:pt x="34957" y="111538"/>
                          </a:cubicBezTo>
                          <a:cubicBezTo>
                            <a:pt x="33528" y="117443"/>
                            <a:pt x="30956" y="122968"/>
                            <a:pt x="27527" y="127826"/>
                          </a:cubicBezTo>
                          <a:cubicBezTo>
                            <a:pt x="20955" y="137541"/>
                            <a:pt x="10859" y="144209"/>
                            <a:pt x="0" y="145542"/>
                          </a:cubicBezTo>
                          <a:lnTo>
                            <a:pt x="13525" y="152686"/>
                          </a:lnTo>
                          <a:cubicBezTo>
                            <a:pt x="19145" y="155734"/>
                            <a:pt x="25336" y="157163"/>
                            <a:pt x="31718" y="156877"/>
                          </a:cubicBezTo>
                          <a:cubicBezTo>
                            <a:pt x="38195" y="156591"/>
                            <a:pt x="44768" y="154400"/>
                            <a:pt x="50673" y="150686"/>
                          </a:cubicBezTo>
                          <a:cubicBezTo>
                            <a:pt x="56959" y="146876"/>
                            <a:pt x="62293" y="141446"/>
                            <a:pt x="66866" y="134874"/>
                          </a:cubicBezTo>
                          <a:cubicBezTo>
                            <a:pt x="71533" y="128302"/>
                            <a:pt x="74486" y="120587"/>
                            <a:pt x="76391" y="112681"/>
                          </a:cubicBezTo>
                          <a:lnTo>
                            <a:pt x="82105" y="83629"/>
                          </a:lnTo>
                          <a:lnTo>
                            <a:pt x="87153" y="55054"/>
                          </a:lnTo>
                          <a:cubicBezTo>
                            <a:pt x="89440" y="41720"/>
                            <a:pt x="86010" y="28956"/>
                            <a:pt x="79057" y="19050"/>
                          </a:cubicBezTo>
                          <a:cubicBezTo>
                            <a:pt x="72009" y="9049"/>
                            <a:pt x="61150" y="2096"/>
                            <a:pt x="48387" y="191"/>
                          </a:cubicBezTo>
                          <a:lnTo>
                            <a:pt x="47244" y="0"/>
                          </a:lnTo>
                          <a:cubicBezTo>
                            <a:pt x="44768" y="32004"/>
                            <a:pt x="35052" y="61246"/>
                            <a:pt x="36766" y="9410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1" name="Forme libre : forme 13450">
                      <a:extLst>
                        <a:ext uri="{FF2B5EF4-FFF2-40B4-BE49-F238E27FC236}">
                          <a16:creationId xmlns:a16="http://schemas.microsoft.com/office/drawing/2014/main" id="{F83EA05C-1470-4148-BE70-1B2E995A65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6718" y="2436755"/>
                      <a:ext cx="49637" cy="68415"/>
                    </a:xfrm>
                    <a:custGeom>
                      <a:avLst/>
                      <a:gdLst>
                        <a:gd name="connsiteX0" fmla="*/ 30427 w 49637"/>
                        <a:gd name="connsiteY0" fmla="*/ 215 h 68415"/>
                        <a:gd name="connsiteX1" fmla="*/ 48905 w 49637"/>
                        <a:gd name="connsiteY1" fmla="*/ 38411 h 68415"/>
                        <a:gd name="connsiteX2" fmla="*/ 37285 w 49637"/>
                        <a:gd name="connsiteY2" fmla="*/ 61461 h 68415"/>
                        <a:gd name="connsiteX3" fmla="*/ 18426 w 49637"/>
                        <a:gd name="connsiteY3" fmla="*/ 68033 h 68415"/>
                        <a:gd name="connsiteX4" fmla="*/ 3376 w 49637"/>
                        <a:gd name="connsiteY4" fmla="*/ 54794 h 68415"/>
                        <a:gd name="connsiteX5" fmla="*/ 709 w 49637"/>
                        <a:gd name="connsiteY5" fmla="*/ 29933 h 68415"/>
                        <a:gd name="connsiteX6" fmla="*/ 30427 w 49637"/>
                        <a:gd name="connsiteY6" fmla="*/ 215 h 684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637" h="68415">
                          <a:moveTo>
                            <a:pt x="30427" y="215"/>
                          </a:moveTo>
                          <a:cubicBezTo>
                            <a:pt x="43857" y="2311"/>
                            <a:pt x="52239" y="19361"/>
                            <a:pt x="48905" y="38411"/>
                          </a:cubicBezTo>
                          <a:cubicBezTo>
                            <a:pt x="47382" y="47936"/>
                            <a:pt x="42810" y="56127"/>
                            <a:pt x="37285" y="61461"/>
                          </a:cubicBezTo>
                          <a:cubicBezTo>
                            <a:pt x="31761" y="66795"/>
                            <a:pt x="24998" y="69462"/>
                            <a:pt x="18426" y="68033"/>
                          </a:cubicBezTo>
                          <a:cubicBezTo>
                            <a:pt x="11854" y="66605"/>
                            <a:pt x="6614" y="61652"/>
                            <a:pt x="3376" y="54794"/>
                          </a:cubicBezTo>
                          <a:cubicBezTo>
                            <a:pt x="137" y="47936"/>
                            <a:pt x="-815" y="39173"/>
                            <a:pt x="709" y="29933"/>
                          </a:cubicBezTo>
                          <a:cubicBezTo>
                            <a:pt x="3948" y="11550"/>
                            <a:pt x="17092" y="-1880"/>
                            <a:pt x="30427" y="215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2" name="Forme libre : forme 13451">
                      <a:extLst>
                        <a:ext uri="{FF2B5EF4-FFF2-40B4-BE49-F238E27FC236}">
                          <a16:creationId xmlns:a16="http://schemas.microsoft.com/office/drawing/2014/main" id="{F2F503B7-58B5-49FD-AF0E-189C37F971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8189" y="2459355"/>
                      <a:ext cx="48161" cy="45876"/>
                    </a:xfrm>
                    <a:custGeom>
                      <a:avLst/>
                      <a:gdLst>
                        <a:gd name="connsiteX0" fmla="*/ 0 w 48161"/>
                        <a:gd name="connsiteY0" fmla="*/ 26860 h 45876"/>
                        <a:gd name="connsiteX1" fmla="*/ 16955 w 48161"/>
                        <a:gd name="connsiteY1" fmla="*/ 45529 h 45876"/>
                        <a:gd name="connsiteX2" fmla="*/ 35814 w 48161"/>
                        <a:gd name="connsiteY2" fmla="*/ 38957 h 45876"/>
                        <a:gd name="connsiteX3" fmla="*/ 47434 w 48161"/>
                        <a:gd name="connsiteY3" fmla="*/ 15907 h 45876"/>
                        <a:gd name="connsiteX4" fmla="*/ 47530 w 48161"/>
                        <a:gd name="connsiteY4" fmla="*/ 0 h 45876"/>
                        <a:gd name="connsiteX5" fmla="*/ 44386 w 48161"/>
                        <a:gd name="connsiteY5" fmla="*/ 8191 h 45876"/>
                        <a:gd name="connsiteX6" fmla="*/ 0 w 48161"/>
                        <a:gd name="connsiteY6" fmla="*/ 26860 h 45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161" h="45876">
                          <a:moveTo>
                            <a:pt x="0" y="26860"/>
                          </a:moveTo>
                          <a:cubicBezTo>
                            <a:pt x="2572" y="36481"/>
                            <a:pt x="8763" y="43815"/>
                            <a:pt x="16955" y="45529"/>
                          </a:cubicBezTo>
                          <a:cubicBezTo>
                            <a:pt x="23527" y="46863"/>
                            <a:pt x="30289" y="44291"/>
                            <a:pt x="35814" y="38957"/>
                          </a:cubicBezTo>
                          <a:cubicBezTo>
                            <a:pt x="41339" y="33623"/>
                            <a:pt x="45815" y="25432"/>
                            <a:pt x="47434" y="15907"/>
                          </a:cubicBezTo>
                          <a:cubicBezTo>
                            <a:pt x="48387" y="10382"/>
                            <a:pt x="48387" y="4953"/>
                            <a:pt x="47530" y="0"/>
                          </a:cubicBezTo>
                          <a:cubicBezTo>
                            <a:pt x="46958" y="2857"/>
                            <a:pt x="45911" y="5620"/>
                            <a:pt x="44386" y="8191"/>
                          </a:cubicBezTo>
                          <a:cubicBezTo>
                            <a:pt x="34480" y="22193"/>
                            <a:pt x="15907" y="31147"/>
                            <a:pt x="0" y="2686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3" name="Forme libre : forme 13452">
                      <a:extLst>
                        <a:ext uri="{FF2B5EF4-FFF2-40B4-BE49-F238E27FC236}">
                          <a16:creationId xmlns:a16="http://schemas.microsoft.com/office/drawing/2014/main" id="{F2E4921C-B8D3-4016-8D24-2B3124B20E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2689" y="2434185"/>
                      <a:ext cx="49566" cy="68771"/>
                    </a:xfrm>
                    <a:custGeom>
                      <a:avLst/>
                      <a:gdLst>
                        <a:gd name="connsiteX0" fmla="*/ 30361 w 49566"/>
                        <a:gd name="connsiteY0" fmla="*/ 214 h 68771"/>
                        <a:gd name="connsiteX1" fmla="*/ 48840 w 49566"/>
                        <a:gd name="connsiteY1" fmla="*/ 38505 h 68771"/>
                        <a:gd name="connsiteX2" fmla="*/ 18455 w 49566"/>
                        <a:gd name="connsiteY2" fmla="*/ 68413 h 68771"/>
                        <a:gd name="connsiteX3" fmla="*/ 643 w 49566"/>
                        <a:gd name="connsiteY3" fmla="*/ 30218 h 68771"/>
                        <a:gd name="connsiteX4" fmla="*/ 30361 w 49566"/>
                        <a:gd name="connsiteY4" fmla="*/ 214 h 68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566" h="68771">
                          <a:moveTo>
                            <a:pt x="30361" y="214"/>
                          </a:moveTo>
                          <a:cubicBezTo>
                            <a:pt x="43696" y="2310"/>
                            <a:pt x="52174" y="19359"/>
                            <a:pt x="48840" y="38505"/>
                          </a:cubicBezTo>
                          <a:cubicBezTo>
                            <a:pt x="45697" y="57650"/>
                            <a:pt x="31505" y="71175"/>
                            <a:pt x="18455" y="68413"/>
                          </a:cubicBezTo>
                          <a:cubicBezTo>
                            <a:pt x="5120" y="65651"/>
                            <a:pt x="-2309" y="48696"/>
                            <a:pt x="643" y="30218"/>
                          </a:cubicBezTo>
                          <a:cubicBezTo>
                            <a:pt x="3882" y="11644"/>
                            <a:pt x="16931" y="-1881"/>
                            <a:pt x="30361" y="21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4" name="Forme libre : forme 13453">
                      <a:extLst>
                        <a:ext uri="{FF2B5EF4-FFF2-40B4-BE49-F238E27FC236}">
                          <a16:creationId xmlns:a16="http://schemas.microsoft.com/office/drawing/2014/main" id="{364B340B-0BE4-4B72-97BE-1069D0ADCA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4260" y="2453817"/>
                      <a:ext cx="97313" cy="85577"/>
                    </a:xfrm>
                    <a:custGeom>
                      <a:avLst/>
                      <a:gdLst>
                        <a:gd name="connsiteX0" fmla="*/ 36502 w 97313"/>
                        <a:gd name="connsiteY0" fmla="*/ 80689 h 85577"/>
                        <a:gd name="connsiteX1" fmla="*/ 58695 w 97313"/>
                        <a:gd name="connsiteY1" fmla="*/ 85452 h 85577"/>
                        <a:gd name="connsiteX2" fmla="*/ 78793 w 97313"/>
                        <a:gd name="connsiteY2" fmla="*/ 74022 h 85577"/>
                        <a:gd name="connsiteX3" fmla="*/ 86413 w 97313"/>
                        <a:gd name="connsiteY3" fmla="*/ 63545 h 85577"/>
                        <a:gd name="connsiteX4" fmla="*/ 91747 w 97313"/>
                        <a:gd name="connsiteY4" fmla="*/ 53067 h 85577"/>
                        <a:gd name="connsiteX5" fmla="*/ 95462 w 97313"/>
                        <a:gd name="connsiteY5" fmla="*/ 15634 h 85577"/>
                        <a:gd name="connsiteX6" fmla="*/ 75840 w 97313"/>
                        <a:gd name="connsiteY6" fmla="*/ 298 h 85577"/>
                        <a:gd name="connsiteX7" fmla="*/ 62505 w 97313"/>
                        <a:gd name="connsiteY7" fmla="*/ 10395 h 85577"/>
                        <a:gd name="connsiteX8" fmla="*/ 30882 w 97313"/>
                        <a:gd name="connsiteY8" fmla="*/ 34588 h 85577"/>
                        <a:gd name="connsiteX9" fmla="*/ 10784 w 97313"/>
                        <a:gd name="connsiteY9" fmla="*/ 45066 h 85577"/>
                        <a:gd name="connsiteX10" fmla="*/ 212 w 97313"/>
                        <a:gd name="connsiteY10" fmla="*/ 60497 h 85577"/>
                        <a:gd name="connsiteX11" fmla="*/ 15451 w 97313"/>
                        <a:gd name="connsiteY11" fmla="*/ 73641 h 85577"/>
                        <a:gd name="connsiteX12" fmla="*/ 36502 w 97313"/>
                        <a:gd name="connsiteY12" fmla="*/ 80689 h 85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97313" h="85577">
                          <a:moveTo>
                            <a:pt x="36502" y="80689"/>
                          </a:moveTo>
                          <a:cubicBezTo>
                            <a:pt x="43646" y="83356"/>
                            <a:pt x="50980" y="86214"/>
                            <a:pt x="58695" y="85452"/>
                          </a:cubicBezTo>
                          <a:cubicBezTo>
                            <a:pt x="66029" y="84690"/>
                            <a:pt x="73268" y="80308"/>
                            <a:pt x="78793" y="74022"/>
                          </a:cubicBezTo>
                          <a:cubicBezTo>
                            <a:pt x="81555" y="70974"/>
                            <a:pt x="84318" y="66973"/>
                            <a:pt x="86413" y="63545"/>
                          </a:cubicBezTo>
                          <a:cubicBezTo>
                            <a:pt x="88413" y="60211"/>
                            <a:pt x="90223" y="56687"/>
                            <a:pt x="91747" y="53067"/>
                          </a:cubicBezTo>
                          <a:cubicBezTo>
                            <a:pt x="96795" y="41065"/>
                            <a:pt x="99271" y="27635"/>
                            <a:pt x="95462" y="15634"/>
                          </a:cubicBezTo>
                          <a:cubicBezTo>
                            <a:pt x="92700" y="6680"/>
                            <a:pt x="84698" y="-1702"/>
                            <a:pt x="75840" y="298"/>
                          </a:cubicBezTo>
                          <a:cubicBezTo>
                            <a:pt x="70315" y="1537"/>
                            <a:pt x="66315" y="6204"/>
                            <a:pt x="62505" y="10395"/>
                          </a:cubicBezTo>
                          <a:cubicBezTo>
                            <a:pt x="53361" y="20206"/>
                            <a:pt x="42693" y="28492"/>
                            <a:pt x="30882" y="34588"/>
                          </a:cubicBezTo>
                          <a:cubicBezTo>
                            <a:pt x="25834" y="37160"/>
                            <a:pt x="17452" y="40494"/>
                            <a:pt x="10784" y="45066"/>
                          </a:cubicBezTo>
                          <a:cubicBezTo>
                            <a:pt x="4021" y="49924"/>
                            <a:pt x="-1122" y="53734"/>
                            <a:pt x="212" y="60497"/>
                          </a:cubicBezTo>
                          <a:cubicBezTo>
                            <a:pt x="1164" y="66212"/>
                            <a:pt x="7831" y="70403"/>
                            <a:pt x="15451" y="73641"/>
                          </a:cubicBezTo>
                          <a:cubicBezTo>
                            <a:pt x="22786" y="76784"/>
                            <a:pt x="31549" y="78785"/>
                            <a:pt x="36502" y="8068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5" name="Forme libre : forme 13454">
                      <a:extLst>
                        <a:ext uri="{FF2B5EF4-FFF2-40B4-BE49-F238E27FC236}">
                          <a16:creationId xmlns:a16="http://schemas.microsoft.com/office/drawing/2014/main" id="{68A0E293-2267-4FCF-9E10-EF9A85649F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8562" y="2485587"/>
                      <a:ext cx="20808" cy="29492"/>
                    </a:xfrm>
                    <a:custGeom>
                      <a:avLst/>
                      <a:gdLst>
                        <a:gd name="connsiteX0" fmla="*/ 10197 w 20808"/>
                        <a:gd name="connsiteY0" fmla="*/ 26536 h 29492"/>
                        <a:gd name="connsiteX1" fmla="*/ 14864 w 20808"/>
                        <a:gd name="connsiteY1" fmla="*/ 29298 h 29492"/>
                        <a:gd name="connsiteX2" fmla="*/ 19817 w 20808"/>
                        <a:gd name="connsiteY2" fmla="*/ 27964 h 29492"/>
                        <a:gd name="connsiteX3" fmla="*/ 20770 w 20808"/>
                        <a:gd name="connsiteY3" fmla="*/ 23297 h 29492"/>
                        <a:gd name="connsiteX4" fmla="*/ 18293 w 20808"/>
                        <a:gd name="connsiteY4" fmla="*/ 10629 h 29492"/>
                        <a:gd name="connsiteX5" fmla="*/ 16102 w 20808"/>
                        <a:gd name="connsiteY5" fmla="*/ 5771 h 29492"/>
                        <a:gd name="connsiteX6" fmla="*/ 5 w 20808"/>
                        <a:gd name="connsiteY6" fmla="*/ 6247 h 29492"/>
                        <a:gd name="connsiteX7" fmla="*/ 3053 w 20808"/>
                        <a:gd name="connsiteY7" fmla="*/ 17677 h 29492"/>
                        <a:gd name="connsiteX8" fmla="*/ 10197 w 20808"/>
                        <a:gd name="connsiteY8" fmla="*/ 26536 h 29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808" h="29492">
                          <a:moveTo>
                            <a:pt x="10197" y="26536"/>
                          </a:moveTo>
                          <a:cubicBezTo>
                            <a:pt x="11531" y="27678"/>
                            <a:pt x="13150" y="28822"/>
                            <a:pt x="14864" y="29298"/>
                          </a:cubicBezTo>
                          <a:cubicBezTo>
                            <a:pt x="16674" y="29774"/>
                            <a:pt x="18674" y="29393"/>
                            <a:pt x="19817" y="27964"/>
                          </a:cubicBezTo>
                          <a:cubicBezTo>
                            <a:pt x="20865" y="26726"/>
                            <a:pt x="20865" y="24916"/>
                            <a:pt x="20770" y="23297"/>
                          </a:cubicBezTo>
                          <a:cubicBezTo>
                            <a:pt x="20579" y="19201"/>
                            <a:pt x="19531" y="14725"/>
                            <a:pt x="18293" y="10629"/>
                          </a:cubicBezTo>
                          <a:cubicBezTo>
                            <a:pt x="17722" y="8914"/>
                            <a:pt x="17150" y="7200"/>
                            <a:pt x="16102" y="5771"/>
                          </a:cubicBezTo>
                          <a:cubicBezTo>
                            <a:pt x="11721" y="-325"/>
                            <a:pt x="291" y="-3564"/>
                            <a:pt x="5" y="6247"/>
                          </a:cubicBezTo>
                          <a:cubicBezTo>
                            <a:pt x="-90" y="9962"/>
                            <a:pt x="1148" y="14153"/>
                            <a:pt x="3053" y="17677"/>
                          </a:cubicBezTo>
                          <a:cubicBezTo>
                            <a:pt x="4863" y="20916"/>
                            <a:pt x="7435" y="24059"/>
                            <a:pt x="10197" y="26536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6" name="Forme libre : forme 13455">
                      <a:extLst>
                        <a:ext uri="{FF2B5EF4-FFF2-40B4-BE49-F238E27FC236}">
                          <a16:creationId xmlns:a16="http://schemas.microsoft.com/office/drawing/2014/main" id="{220FFB3D-0A0F-4D5B-83B8-C661B18311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0766" y="2412206"/>
                      <a:ext cx="42195" cy="49625"/>
                    </a:xfrm>
                    <a:custGeom>
                      <a:avLst/>
                      <a:gdLst>
                        <a:gd name="connsiteX0" fmla="*/ 0 w 42195"/>
                        <a:gd name="connsiteY0" fmla="*/ 0 h 49625"/>
                        <a:gd name="connsiteX1" fmla="*/ 19335 w 42195"/>
                        <a:gd name="connsiteY1" fmla="*/ 7525 h 49625"/>
                        <a:gd name="connsiteX2" fmla="*/ 42196 w 42195"/>
                        <a:gd name="connsiteY2" fmla="*/ 49625 h 49625"/>
                        <a:gd name="connsiteX3" fmla="*/ 34766 w 42195"/>
                        <a:gd name="connsiteY3" fmla="*/ 29909 h 49625"/>
                        <a:gd name="connsiteX4" fmla="*/ 0 w 42195"/>
                        <a:gd name="connsiteY4" fmla="*/ 0 h 49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95" h="49625">
                          <a:moveTo>
                            <a:pt x="0" y="0"/>
                          </a:moveTo>
                          <a:cubicBezTo>
                            <a:pt x="0" y="0"/>
                            <a:pt x="9334" y="953"/>
                            <a:pt x="19335" y="7525"/>
                          </a:cubicBezTo>
                          <a:cubicBezTo>
                            <a:pt x="29241" y="14192"/>
                            <a:pt x="39909" y="26479"/>
                            <a:pt x="42196" y="49625"/>
                          </a:cubicBezTo>
                          <a:cubicBezTo>
                            <a:pt x="42196" y="49625"/>
                            <a:pt x="40862" y="40577"/>
                            <a:pt x="34766" y="29909"/>
                          </a:cubicBezTo>
                          <a:cubicBezTo>
                            <a:pt x="28765" y="19241"/>
                            <a:pt x="18192" y="685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7" name="Forme libre : forme 13456">
                      <a:extLst>
                        <a:ext uri="{FF2B5EF4-FFF2-40B4-BE49-F238E27FC236}">
                          <a16:creationId xmlns:a16="http://schemas.microsoft.com/office/drawing/2014/main" id="{C9B3F37B-D1BF-490B-9CE2-FD8BD53600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2358" y="2492770"/>
                      <a:ext cx="32781" cy="51261"/>
                    </a:xfrm>
                    <a:custGeom>
                      <a:avLst/>
                      <a:gdLst>
                        <a:gd name="connsiteX0" fmla="*/ 301 w 32781"/>
                        <a:gd name="connsiteY0" fmla="*/ 17 h 51261"/>
                        <a:gd name="connsiteX1" fmla="*/ 15 w 32781"/>
                        <a:gd name="connsiteY1" fmla="*/ 5828 h 51261"/>
                        <a:gd name="connsiteX2" fmla="*/ 2587 w 32781"/>
                        <a:gd name="connsiteY2" fmla="*/ 17829 h 51261"/>
                        <a:gd name="connsiteX3" fmla="*/ 6207 w 32781"/>
                        <a:gd name="connsiteY3" fmla="*/ 25354 h 51261"/>
                        <a:gd name="connsiteX4" fmla="*/ 11922 w 32781"/>
                        <a:gd name="connsiteY4" fmla="*/ 33355 h 51261"/>
                        <a:gd name="connsiteX5" fmla="*/ 32781 w 32781"/>
                        <a:gd name="connsiteY5" fmla="*/ 51262 h 51261"/>
                        <a:gd name="connsiteX6" fmla="*/ 27923 w 32781"/>
                        <a:gd name="connsiteY6" fmla="*/ 46976 h 51261"/>
                        <a:gd name="connsiteX7" fmla="*/ 17160 w 32781"/>
                        <a:gd name="connsiteY7" fmla="*/ 35736 h 51261"/>
                        <a:gd name="connsiteX8" fmla="*/ 6016 w 32781"/>
                        <a:gd name="connsiteY8" fmla="*/ 20210 h 51261"/>
                        <a:gd name="connsiteX9" fmla="*/ 2016 w 32781"/>
                        <a:gd name="connsiteY9" fmla="*/ 11066 h 51261"/>
                        <a:gd name="connsiteX10" fmla="*/ 777 w 32781"/>
                        <a:gd name="connsiteY10" fmla="*/ 6018 h 51261"/>
                        <a:gd name="connsiteX11" fmla="*/ 396 w 32781"/>
                        <a:gd name="connsiteY11" fmla="*/ 3351 h 51261"/>
                        <a:gd name="connsiteX12" fmla="*/ 301 w 32781"/>
                        <a:gd name="connsiteY12" fmla="*/ 17 h 51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2781" h="51261">
                          <a:moveTo>
                            <a:pt x="301" y="17"/>
                          </a:moveTo>
                          <a:cubicBezTo>
                            <a:pt x="301" y="-269"/>
                            <a:pt x="-80" y="3065"/>
                            <a:pt x="15" y="5828"/>
                          </a:cubicBezTo>
                          <a:cubicBezTo>
                            <a:pt x="15" y="8780"/>
                            <a:pt x="968" y="13447"/>
                            <a:pt x="2587" y="17829"/>
                          </a:cubicBezTo>
                          <a:cubicBezTo>
                            <a:pt x="3444" y="20115"/>
                            <a:pt x="4587" y="22687"/>
                            <a:pt x="6207" y="25354"/>
                          </a:cubicBezTo>
                          <a:cubicBezTo>
                            <a:pt x="7635" y="27830"/>
                            <a:pt x="9540" y="30497"/>
                            <a:pt x="11922" y="33355"/>
                          </a:cubicBezTo>
                          <a:cubicBezTo>
                            <a:pt x="16779" y="39165"/>
                            <a:pt x="23161" y="45071"/>
                            <a:pt x="32781" y="51262"/>
                          </a:cubicBezTo>
                          <a:cubicBezTo>
                            <a:pt x="32781" y="51262"/>
                            <a:pt x="30781" y="49738"/>
                            <a:pt x="27923" y="46976"/>
                          </a:cubicBezTo>
                          <a:cubicBezTo>
                            <a:pt x="25066" y="44308"/>
                            <a:pt x="21161" y="40403"/>
                            <a:pt x="17160" y="35736"/>
                          </a:cubicBezTo>
                          <a:cubicBezTo>
                            <a:pt x="13160" y="31164"/>
                            <a:pt x="9254" y="26116"/>
                            <a:pt x="6016" y="20210"/>
                          </a:cubicBezTo>
                          <a:cubicBezTo>
                            <a:pt x="4397" y="17353"/>
                            <a:pt x="3159" y="14495"/>
                            <a:pt x="2016" y="11066"/>
                          </a:cubicBezTo>
                          <a:cubicBezTo>
                            <a:pt x="1444" y="9447"/>
                            <a:pt x="1063" y="7732"/>
                            <a:pt x="777" y="6018"/>
                          </a:cubicBezTo>
                          <a:cubicBezTo>
                            <a:pt x="587" y="5161"/>
                            <a:pt x="491" y="4399"/>
                            <a:pt x="396" y="3351"/>
                          </a:cubicBezTo>
                          <a:lnTo>
                            <a:pt x="301" y="17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8" name="Forme libre : forme 13457">
                      <a:extLst>
                        <a:ext uri="{FF2B5EF4-FFF2-40B4-BE49-F238E27FC236}">
                          <a16:creationId xmlns:a16="http://schemas.microsoft.com/office/drawing/2014/main" id="{6A6147B5-2B08-44ED-B9EF-6A2A23871B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2668" y="2449996"/>
                      <a:ext cx="18759" cy="24546"/>
                    </a:xfrm>
                    <a:custGeom>
                      <a:avLst/>
                      <a:gdLst>
                        <a:gd name="connsiteX0" fmla="*/ 15714 w 18759"/>
                        <a:gd name="connsiteY0" fmla="*/ 596 h 24546"/>
                        <a:gd name="connsiteX1" fmla="*/ 16285 w 18759"/>
                        <a:gd name="connsiteY1" fmla="*/ 16122 h 24546"/>
                        <a:gd name="connsiteX2" fmla="*/ 3045 w 18759"/>
                        <a:gd name="connsiteY2" fmla="*/ 23932 h 24546"/>
                        <a:gd name="connsiteX3" fmla="*/ 2474 w 18759"/>
                        <a:gd name="connsiteY3" fmla="*/ 8502 h 24546"/>
                        <a:gd name="connsiteX4" fmla="*/ 15714 w 18759"/>
                        <a:gd name="connsiteY4" fmla="*/ 596 h 24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759" h="24546">
                          <a:moveTo>
                            <a:pt x="15714" y="596"/>
                          </a:moveTo>
                          <a:cubicBezTo>
                            <a:pt x="19524" y="2691"/>
                            <a:pt x="19809" y="9645"/>
                            <a:pt x="16285" y="16122"/>
                          </a:cubicBezTo>
                          <a:cubicBezTo>
                            <a:pt x="12761" y="22599"/>
                            <a:pt x="6856" y="26028"/>
                            <a:pt x="3045" y="23932"/>
                          </a:cubicBezTo>
                          <a:cubicBezTo>
                            <a:pt x="-764" y="21741"/>
                            <a:pt x="-1050" y="14883"/>
                            <a:pt x="2474" y="8502"/>
                          </a:cubicBezTo>
                          <a:cubicBezTo>
                            <a:pt x="5998" y="2120"/>
                            <a:pt x="11904" y="-1500"/>
                            <a:pt x="15714" y="59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9" name="Forme libre : forme 13458">
                      <a:extLst>
                        <a:ext uri="{FF2B5EF4-FFF2-40B4-BE49-F238E27FC236}">
                          <a16:creationId xmlns:a16="http://schemas.microsoft.com/office/drawing/2014/main" id="{BF58A914-6751-499D-AFAC-1B6AFFAD71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792" y="2446621"/>
                      <a:ext cx="7083" cy="7154"/>
                    </a:xfrm>
                    <a:custGeom>
                      <a:avLst/>
                      <a:gdLst>
                        <a:gd name="connsiteX0" fmla="*/ 4161 w 7083"/>
                        <a:gd name="connsiteY0" fmla="*/ 65 h 7154"/>
                        <a:gd name="connsiteX1" fmla="*/ 7019 w 7083"/>
                        <a:gd name="connsiteY1" fmla="*/ 4161 h 7154"/>
                        <a:gd name="connsiteX2" fmla="*/ 2923 w 7083"/>
                        <a:gd name="connsiteY2" fmla="*/ 7113 h 7154"/>
                        <a:gd name="connsiteX3" fmla="*/ 65 w 7083"/>
                        <a:gd name="connsiteY3" fmla="*/ 3018 h 7154"/>
                        <a:gd name="connsiteX4" fmla="*/ 4161 w 7083"/>
                        <a:gd name="connsiteY4" fmla="*/ 65 h 7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83" h="7154">
                          <a:moveTo>
                            <a:pt x="4161" y="65"/>
                          </a:moveTo>
                          <a:cubicBezTo>
                            <a:pt x="6066" y="351"/>
                            <a:pt x="7400" y="2161"/>
                            <a:pt x="7019" y="4161"/>
                          </a:cubicBezTo>
                          <a:cubicBezTo>
                            <a:pt x="6637" y="6161"/>
                            <a:pt x="4828" y="7399"/>
                            <a:pt x="2923" y="7113"/>
                          </a:cubicBezTo>
                          <a:cubicBezTo>
                            <a:pt x="1018" y="6828"/>
                            <a:pt x="-316" y="5018"/>
                            <a:pt x="65" y="3018"/>
                          </a:cubicBezTo>
                          <a:cubicBezTo>
                            <a:pt x="446" y="1018"/>
                            <a:pt x="2256" y="-316"/>
                            <a:pt x="4161" y="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0" name="Forme libre : forme 13459">
                      <a:extLst>
                        <a:ext uri="{FF2B5EF4-FFF2-40B4-BE49-F238E27FC236}">
                          <a16:creationId xmlns:a16="http://schemas.microsoft.com/office/drawing/2014/main" id="{DEA42CAC-B4F7-4A57-9437-7991B1C751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5363" y="2415063"/>
                      <a:ext cx="68639" cy="53403"/>
                    </a:xfrm>
                    <a:custGeom>
                      <a:avLst/>
                      <a:gdLst>
                        <a:gd name="connsiteX0" fmla="*/ 29016 w 68639"/>
                        <a:gd name="connsiteY0" fmla="*/ 1906 h 53403"/>
                        <a:gd name="connsiteX1" fmla="*/ 60163 w 68639"/>
                        <a:gd name="connsiteY1" fmla="*/ 1525 h 53403"/>
                        <a:gd name="connsiteX2" fmla="*/ 68640 w 68639"/>
                        <a:gd name="connsiteY2" fmla="*/ 8002 h 53403"/>
                        <a:gd name="connsiteX3" fmla="*/ 61401 w 68639"/>
                        <a:gd name="connsiteY3" fmla="*/ 14669 h 53403"/>
                        <a:gd name="connsiteX4" fmla="*/ 31016 w 68639"/>
                        <a:gd name="connsiteY4" fmla="*/ 25718 h 53403"/>
                        <a:gd name="connsiteX5" fmla="*/ 3679 w 68639"/>
                        <a:gd name="connsiteY5" fmla="*/ 52102 h 53403"/>
                        <a:gd name="connsiteX6" fmla="*/ 9204 w 68639"/>
                        <a:gd name="connsiteY6" fmla="*/ 14288 h 53403"/>
                        <a:gd name="connsiteX7" fmla="*/ 29016 w 68639"/>
                        <a:gd name="connsiteY7" fmla="*/ 1906 h 53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639" h="53403">
                          <a:moveTo>
                            <a:pt x="29016" y="1906"/>
                          </a:moveTo>
                          <a:cubicBezTo>
                            <a:pt x="39112" y="-856"/>
                            <a:pt x="49875" y="-285"/>
                            <a:pt x="60163" y="1525"/>
                          </a:cubicBezTo>
                          <a:cubicBezTo>
                            <a:pt x="63973" y="2191"/>
                            <a:pt x="68640" y="4001"/>
                            <a:pt x="68640" y="8002"/>
                          </a:cubicBezTo>
                          <a:cubicBezTo>
                            <a:pt x="68640" y="11526"/>
                            <a:pt x="64830" y="13717"/>
                            <a:pt x="61401" y="14669"/>
                          </a:cubicBezTo>
                          <a:cubicBezTo>
                            <a:pt x="50924" y="17812"/>
                            <a:pt x="39207" y="18479"/>
                            <a:pt x="31016" y="25718"/>
                          </a:cubicBezTo>
                          <a:cubicBezTo>
                            <a:pt x="25873" y="30195"/>
                            <a:pt x="12347" y="59913"/>
                            <a:pt x="3679" y="52102"/>
                          </a:cubicBezTo>
                          <a:cubicBezTo>
                            <a:pt x="-5083" y="44387"/>
                            <a:pt x="3870" y="21146"/>
                            <a:pt x="9204" y="14288"/>
                          </a:cubicBezTo>
                          <a:cubicBezTo>
                            <a:pt x="14157" y="8192"/>
                            <a:pt x="21396" y="4001"/>
                            <a:pt x="29016" y="190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28" name="Graphique 1">
                    <a:extLst>
                      <a:ext uri="{FF2B5EF4-FFF2-40B4-BE49-F238E27FC236}">
                        <a16:creationId xmlns:a16="http://schemas.microsoft.com/office/drawing/2014/main" id="{A917A86B-B16A-42CB-A2BE-EFAE32970576}"/>
                      </a:ext>
                    </a:extLst>
                  </p:cNvPr>
                  <p:cNvGrpSpPr/>
                  <p:nvPr/>
                </p:nvGrpSpPr>
                <p:grpSpPr>
                  <a:xfrm>
                    <a:off x="7551054" y="2252823"/>
                    <a:ext cx="137903" cy="156094"/>
                    <a:chOff x="7551054" y="2252823"/>
                    <a:chExt cx="137903" cy="156094"/>
                  </a:xfrm>
                  <a:solidFill>
                    <a:schemeClr val="accent1"/>
                  </a:solidFill>
                </p:grpSpPr>
                <p:sp>
                  <p:nvSpPr>
                    <p:cNvPr id="13437" name="Forme libre : forme 13436">
                      <a:extLst>
                        <a:ext uri="{FF2B5EF4-FFF2-40B4-BE49-F238E27FC236}">
                          <a16:creationId xmlns:a16="http://schemas.microsoft.com/office/drawing/2014/main" id="{CE7E99B4-D276-43AF-9D54-D0C49735B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1054" y="2252823"/>
                      <a:ext cx="137903" cy="156094"/>
                    </a:xfrm>
                    <a:custGeom>
                      <a:avLst/>
                      <a:gdLst>
                        <a:gd name="connsiteX0" fmla="*/ 137339 w 137903"/>
                        <a:gd name="connsiteY0" fmla="*/ 60132 h 156094"/>
                        <a:gd name="connsiteX1" fmla="*/ 129148 w 137903"/>
                        <a:gd name="connsiteY1" fmla="*/ 115187 h 156094"/>
                        <a:gd name="connsiteX2" fmla="*/ 75617 w 137903"/>
                        <a:gd name="connsiteY2" fmla="*/ 155573 h 156094"/>
                        <a:gd name="connsiteX3" fmla="*/ 40280 w 137903"/>
                        <a:gd name="connsiteY3" fmla="*/ 150334 h 156094"/>
                        <a:gd name="connsiteX4" fmla="*/ 465 w 137903"/>
                        <a:gd name="connsiteY4" fmla="*/ 96517 h 156094"/>
                        <a:gd name="connsiteX5" fmla="*/ 8371 w 137903"/>
                        <a:gd name="connsiteY5" fmla="*/ 40892 h 156094"/>
                        <a:gd name="connsiteX6" fmla="*/ 62378 w 137903"/>
                        <a:gd name="connsiteY6" fmla="*/ 601 h 156094"/>
                        <a:gd name="connsiteX7" fmla="*/ 97906 w 137903"/>
                        <a:gd name="connsiteY7" fmla="*/ 6316 h 156094"/>
                        <a:gd name="connsiteX8" fmla="*/ 137339 w 137903"/>
                        <a:gd name="connsiteY8" fmla="*/ 60132 h 156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7903" h="156094">
                          <a:moveTo>
                            <a:pt x="137339" y="60132"/>
                          </a:moveTo>
                          <a:lnTo>
                            <a:pt x="129148" y="115187"/>
                          </a:lnTo>
                          <a:cubicBezTo>
                            <a:pt x="125338" y="140999"/>
                            <a:pt x="101144" y="159478"/>
                            <a:pt x="75617" y="155573"/>
                          </a:cubicBezTo>
                          <a:lnTo>
                            <a:pt x="40280" y="150334"/>
                          </a:lnTo>
                          <a:cubicBezTo>
                            <a:pt x="14753" y="146429"/>
                            <a:pt x="-3154" y="122521"/>
                            <a:pt x="465" y="96517"/>
                          </a:cubicBezTo>
                          <a:lnTo>
                            <a:pt x="8371" y="40892"/>
                          </a:lnTo>
                          <a:cubicBezTo>
                            <a:pt x="12276" y="14603"/>
                            <a:pt x="36660" y="-3590"/>
                            <a:pt x="62378" y="601"/>
                          </a:cubicBezTo>
                          <a:lnTo>
                            <a:pt x="97906" y="6316"/>
                          </a:lnTo>
                          <a:cubicBezTo>
                            <a:pt x="123623" y="10507"/>
                            <a:pt x="141340" y="34605"/>
                            <a:pt x="137339" y="60132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8" name="Forme libre : forme 13437">
                      <a:extLst>
                        <a:ext uri="{FF2B5EF4-FFF2-40B4-BE49-F238E27FC236}">
                          <a16:creationId xmlns:a16="http://schemas.microsoft.com/office/drawing/2014/main" id="{10CCAA7B-4FE1-41DA-BA0A-DDC71D7842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1336" y="2258949"/>
                      <a:ext cx="77504" cy="149968"/>
                    </a:xfrm>
                    <a:custGeom>
                      <a:avLst/>
                      <a:gdLst>
                        <a:gd name="connsiteX0" fmla="*/ 27908 w 77504"/>
                        <a:gd name="connsiteY0" fmla="*/ 93059 h 149968"/>
                        <a:gd name="connsiteX1" fmla="*/ 0 w 77504"/>
                        <a:gd name="connsiteY1" fmla="*/ 147161 h 149968"/>
                        <a:gd name="connsiteX2" fmla="*/ 15240 w 77504"/>
                        <a:gd name="connsiteY2" fmla="*/ 149447 h 149968"/>
                        <a:gd name="connsiteX3" fmla="*/ 68771 w 77504"/>
                        <a:gd name="connsiteY3" fmla="*/ 109061 h 149968"/>
                        <a:gd name="connsiteX4" fmla="*/ 76962 w 77504"/>
                        <a:gd name="connsiteY4" fmla="*/ 54007 h 149968"/>
                        <a:gd name="connsiteX5" fmla="*/ 37529 w 77504"/>
                        <a:gd name="connsiteY5" fmla="*/ 190 h 149968"/>
                        <a:gd name="connsiteX6" fmla="*/ 36386 w 77504"/>
                        <a:gd name="connsiteY6" fmla="*/ 0 h 149968"/>
                        <a:gd name="connsiteX7" fmla="*/ 27908 w 77504"/>
                        <a:gd name="connsiteY7" fmla="*/ 93059 h 149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7504" h="149968">
                          <a:moveTo>
                            <a:pt x="27908" y="93059"/>
                          </a:moveTo>
                          <a:cubicBezTo>
                            <a:pt x="30385" y="115824"/>
                            <a:pt x="19621" y="137636"/>
                            <a:pt x="0" y="147161"/>
                          </a:cubicBezTo>
                          <a:lnTo>
                            <a:pt x="15240" y="149447"/>
                          </a:lnTo>
                          <a:cubicBezTo>
                            <a:pt x="40767" y="153352"/>
                            <a:pt x="64961" y="134874"/>
                            <a:pt x="68771" y="109061"/>
                          </a:cubicBezTo>
                          <a:lnTo>
                            <a:pt x="76962" y="54007"/>
                          </a:lnTo>
                          <a:cubicBezTo>
                            <a:pt x="80868" y="28575"/>
                            <a:pt x="63246" y="4477"/>
                            <a:pt x="37529" y="190"/>
                          </a:cubicBezTo>
                          <a:lnTo>
                            <a:pt x="36386" y="0"/>
                          </a:lnTo>
                          <a:cubicBezTo>
                            <a:pt x="33909" y="31718"/>
                            <a:pt x="24289" y="60960"/>
                            <a:pt x="27908" y="93059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9" name="Forme libre : forme 13438">
                      <a:extLst>
                        <a:ext uri="{FF2B5EF4-FFF2-40B4-BE49-F238E27FC236}">
                          <a16:creationId xmlns:a16="http://schemas.microsoft.com/office/drawing/2014/main" id="{B1A797BE-C2C4-48B3-99D3-905B30871D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9302" y="2287311"/>
                      <a:ext cx="49798" cy="68493"/>
                    </a:xfrm>
                    <a:custGeom>
                      <a:avLst/>
                      <a:gdLst>
                        <a:gd name="connsiteX0" fmla="*/ 30036 w 49798"/>
                        <a:gd name="connsiteY0" fmla="*/ 213 h 68493"/>
                        <a:gd name="connsiteX1" fmla="*/ 49277 w 49798"/>
                        <a:gd name="connsiteY1" fmla="*/ 37836 h 68493"/>
                        <a:gd name="connsiteX2" fmla="*/ 19940 w 49798"/>
                        <a:gd name="connsiteY2" fmla="*/ 68316 h 68493"/>
                        <a:gd name="connsiteX3" fmla="*/ 509 w 49798"/>
                        <a:gd name="connsiteY3" fmla="*/ 30693 h 68493"/>
                        <a:gd name="connsiteX4" fmla="*/ 30036 w 49798"/>
                        <a:gd name="connsiteY4" fmla="*/ 213 h 68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798" h="68493">
                          <a:moveTo>
                            <a:pt x="30036" y="213"/>
                          </a:moveTo>
                          <a:cubicBezTo>
                            <a:pt x="43562" y="2308"/>
                            <a:pt x="52039" y="19072"/>
                            <a:pt x="49277" y="37836"/>
                          </a:cubicBezTo>
                          <a:cubicBezTo>
                            <a:pt x="46514" y="56506"/>
                            <a:pt x="33370" y="70221"/>
                            <a:pt x="19940" y="68316"/>
                          </a:cubicBezTo>
                          <a:cubicBezTo>
                            <a:pt x="6510" y="66411"/>
                            <a:pt x="-2254" y="49552"/>
                            <a:pt x="509" y="30693"/>
                          </a:cubicBezTo>
                          <a:cubicBezTo>
                            <a:pt x="3271" y="11738"/>
                            <a:pt x="16606" y="-1883"/>
                            <a:pt x="30036" y="213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0" name="Forme libre : forme 13439">
                      <a:extLst>
                        <a:ext uri="{FF2B5EF4-FFF2-40B4-BE49-F238E27FC236}">
                          <a16:creationId xmlns:a16="http://schemas.microsoft.com/office/drawing/2014/main" id="{CAE572EF-F97B-4E84-95E8-B2B22169DA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01335" y="2309431"/>
                      <a:ext cx="47879" cy="46278"/>
                    </a:xfrm>
                    <a:custGeom>
                      <a:avLst/>
                      <a:gdLst>
                        <a:gd name="connsiteX0" fmla="*/ 0 w 47879"/>
                        <a:gd name="connsiteY0" fmla="*/ 28194 h 46278"/>
                        <a:gd name="connsiteX1" fmla="*/ 18002 w 47879"/>
                        <a:gd name="connsiteY1" fmla="*/ 46101 h 46278"/>
                        <a:gd name="connsiteX2" fmla="*/ 47340 w 47879"/>
                        <a:gd name="connsiteY2" fmla="*/ 15621 h 46278"/>
                        <a:gd name="connsiteX3" fmla="*/ 46958 w 47879"/>
                        <a:gd name="connsiteY3" fmla="*/ 0 h 46278"/>
                        <a:gd name="connsiteX4" fmla="*/ 44005 w 47879"/>
                        <a:gd name="connsiteY4" fmla="*/ 8192 h 46278"/>
                        <a:gd name="connsiteX5" fmla="*/ 0 w 47879"/>
                        <a:gd name="connsiteY5" fmla="*/ 28194 h 46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7879" h="46278">
                          <a:moveTo>
                            <a:pt x="0" y="28194"/>
                          </a:moveTo>
                          <a:cubicBezTo>
                            <a:pt x="3048" y="37909"/>
                            <a:pt x="9620" y="44863"/>
                            <a:pt x="18002" y="46101"/>
                          </a:cubicBezTo>
                          <a:cubicBezTo>
                            <a:pt x="31432" y="48006"/>
                            <a:pt x="44577" y="34385"/>
                            <a:pt x="47340" y="15621"/>
                          </a:cubicBezTo>
                          <a:cubicBezTo>
                            <a:pt x="48196" y="10096"/>
                            <a:pt x="48006" y="4858"/>
                            <a:pt x="46958" y="0"/>
                          </a:cubicBezTo>
                          <a:cubicBezTo>
                            <a:pt x="46387" y="2857"/>
                            <a:pt x="45530" y="5620"/>
                            <a:pt x="44005" y="8192"/>
                          </a:cubicBezTo>
                          <a:cubicBezTo>
                            <a:pt x="34290" y="22098"/>
                            <a:pt x="16193" y="31718"/>
                            <a:pt x="0" y="28194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1" name="Forme libre : forme 13440">
                      <a:extLst>
                        <a:ext uri="{FF2B5EF4-FFF2-40B4-BE49-F238E27FC236}">
                          <a16:creationId xmlns:a16="http://schemas.microsoft.com/office/drawing/2014/main" id="{DA132D50-7C37-4B37-9F58-A4CF2CD81D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05207" y="2284644"/>
                      <a:ext cx="49798" cy="68319"/>
                    </a:xfrm>
                    <a:custGeom>
                      <a:avLst/>
                      <a:gdLst>
                        <a:gd name="connsiteX0" fmla="*/ 30036 w 49798"/>
                        <a:gd name="connsiteY0" fmla="*/ 213 h 68319"/>
                        <a:gd name="connsiteX1" fmla="*/ 49277 w 49798"/>
                        <a:gd name="connsiteY1" fmla="*/ 37741 h 68319"/>
                        <a:gd name="connsiteX2" fmla="*/ 19940 w 49798"/>
                        <a:gd name="connsiteY2" fmla="*/ 68126 h 68319"/>
                        <a:gd name="connsiteX3" fmla="*/ 509 w 49798"/>
                        <a:gd name="connsiteY3" fmla="*/ 30502 h 68319"/>
                        <a:gd name="connsiteX4" fmla="*/ 30036 w 49798"/>
                        <a:gd name="connsiteY4" fmla="*/ 213 h 68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798" h="68319">
                          <a:moveTo>
                            <a:pt x="30036" y="213"/>
                          </a:moveTo>
                          <a:cubicBezTo>
                            <a:pt x="43562" y="2308"/>
                            <a:pt x="52039" y="19072"/>
                            <a:pt x="49277" y="37741"/>
                          </a:cubicBezTo>
                          <a:cubicBezTo>
                            <a:pt x="46515" y="56410"/>
                            <a:pt x="33370" y="70126"/>
                            <a:pt x="19940" y="68126"/>
                          </a:cubicBezTo>
                          <a:cubicBezTo>
                            <a:pt x="6510" y="66221"/>
                            <a:pt x="-2254" y="49362"/>
                            <a:pt x="509" y="30502"/>
                          </a:cubicBezTo>
                          <a:cubicBezTo>
                            <a:pt x="3271" y="11738"/>
                            <a:pt x="16606" y="-1883"/>
                            <a:pt x="30036" y="21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2" name="Forme libre : forme 13441">
                      <a:extLst>
                        <a:ext uri="{FF2B5EF4-FFF2-40B4-BE49-F238E27FC236}">
                          <a16:creationId xmlns:a16="http://schemas.microsoft.com/office/drawing/2014/main" id="{AF2EE8F4-9C1E-4EE1-A897-9B4DC0CFC5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8459" y="2304073"/>
                      <a:ext cx="96509" cy="82560"/>
                    </a:xfrm>
                    <a:custGeom>
                      <a:avLst/>
                      <a:gdLst>
                        <a:gd name="connsiteX0" fmla="*/ 39926 w 96509"/>
                        <a:gd name="connsiteY0" fmla="*/ 80796 h 82560"/>
                        <a:gd name="connsiteX1" fmla="*/ 62786 w 96509"/>
                        <a:gd name="connsiteY1" fmla="*/ 81749 h 82560"/>
                        <a:gd name="connsiteX2" fmla="*/ 92123 w 96509"/>
                        <a:gd name="connsiteY2" fmla="*/ 50983 h 82560"/>
                        <a:gd name="connsiteX3" fmla="*/ 94313 w 96509"/>
                        <a:gd name="connsiteY3" fmla="*/ 14979 h 82560"/>
                        <a:gd name="connsiteX4" fmla="*/ 74120 w 96509"/>
                        <a:gd name="connsiteY4" fmla="*/ 310 h 82560"/>
                        <a:gd name="connsiteX5" fmla="*/ 60880 w 96509"/>
                        <a:gd name="connsiteY5" fmla="*/ 10502 h 82560"/>
                        <a:gd name="connsiteX6" fmla="*/ 29829 w 96509"/>
                        <a:gd name="connsiteY6" fmla="*/ 35648 h 82560"/>
                        <a:gd name="connsiteX7" fmla="*/ 397 w 96509"/>
                        <a:gd name="connsiteY7" fmla="*/ 66033 h 82560"/>
                        <a:gd name="connsiteX8" fmla="*/ 39926 w 96509"/>
                        <a:gd name="connsiteY8" fmla="*/ 80796 h 82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6509" h="82560">
                          <a:moveTo>
                            <a:pt x="39926" y="80796"/>
                          </a:moveTo>
                          <a:cubicBezTo>
                            <a:pt x="47450" y="82130"/>
                            <a:pt x="55261" y="83463"/>
                            <a:pt x="62786" y="81749"/>
                          </a:cubicBezTo>
                          <a:cubicBezTo>
                            <a:pt x="77073" y="78415"/>
                            <a:pt x="86979" y="64890"/>
                            <a:pt x="92123" y="50983"/>
                          </a:cubicBezTo>
                          <a:cubicBezTo>
                            <a:pt x="96409" y="39363"/>
                            <a:pt x="98314" y="26599"/>
                            <a:pt x="94313" y="14979"/>
                          </a:cubicBezTo>
                          <a:cubicBezTo>
                            <a:pt x="91265" y="6311"/>
                            <a:pt x="83074" y="-1690"/>
                            <a:pt x="74120" y="310"/>
                          </a:cubicBezTo>
                          <a:cubicBezTo>
                            <a:pt x="68596" y="1548"/>
                            <a:pt x="64691" y="6216"/>
                            <a:pt x="60880" y="10502"/>
                          </a:cubicBezTo>
                          <a:cubicBezTo>
                            <a:pt x="51927" y="20408"/>
                            <a:pt x="41354" y="28980"/>
                            <a:pt x="29829" y="35648"/>
                          </a:cubicBezTo>
                          <a:cubicBezTo>
                            <a:pt x="20018" y="41363"/>
                            <a:pt x="-3318" y="50888"/>
                            <a:pt x="397" y="66033"/>
                          </a:cubicBezTo>
                          <a:cubicBezTo>
                            <a:pt x="3730" y="79558"/>
                            <a:pt x="29353" y="78987"/>
                            <a:pt x="39926" y="8079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3" name="Forme libre : forme 13442">
                      <a:extLst>
                        <a:ext uri="{FF2B5EF4-FFF2-40B4-BE49-F238E27FC236}">
                          <a16:creationId xmlns:a16="http://schemas.microsoft.com/office/drawing/2014/main" id="{ECD66900-DFA3-4DCB-B4CB-F3B8A70FF3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1713" y="2337612"/>
                      <a:ext cx="22140" cy="29986"/>
                    </a:xfrm>
                    <a:custGeom>
                      <a:avLst/>
                      <a:gdLst>
                        <a:gd name="connsiteX0" fmla="*/ 11621 w 22140"/>
                        <a:gd name="connsiteY0" fmla="*/ 27541 h 29986"/>
                        <a:gd name="connsiteX1" fmla="*/ 16574 w 22140"/>
                        <a:gd name="connsiteY1" fmla="*/ 29922 h 29986"/>
                        <a:gd name="connsiteX2" fmla="*/ 21432 w 22140"/>
                        <a:gd name="connsiteY2" fmla="*/ 27922 h 29986"/>
                        <a:gd name="connsiteX3" fmla="*/ 21908 w 22140"/>
                        <a:gd name="connsiteY3" fmla="*/ 22969 h 29986"/>
                        <a:gd name="connsiteX4" fmla="*/ 18670 w 22140"/>
                        <a:gd name="connsiteY4" fmla="*/ 10205 h 29986"/>
                        <a:gd name="connsiteX5" fmla="*/ 16193 w 22140"/>
                        <a:gd name="connsiteY5" fmla="*/ 5347 h 29986"/>
                        <a:gd name="connsiteX6" fmla="*/ 1 w 22140"/>
                        <a:gd name="connsiteY6" fmla="*/ 6681 h 29986"/>
                        <a:gd name="connsiteX7" fmla="*/ 11621 w 22140"/>
                        <a:gd name="connsiteY7" fmla="*/ 27541 h 299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140" h="29986">
                          <a:moveTo>
                            <a:pt x="11621" y="27541"/>
                          </a:moveTo>
                          <a:cubicBezTo>
                            <a:pt x="13050" y="28684"/>
                            <a:pt x="14764" y="29636"/>
                            <a:pt x="16574" y="29922"/>
                          </a:cubicBezTo>
                          <a:cubicBezTo>
                            <a:pt x="18384" y="30208"/>
                            <a:pt x="20480" y="29541"/>
                            <a:pt x="21432" y="27922"/>
                          </a:cubicBezTo>
                          <a:cubicBezTo>
                            <a:pt x="22385" y="26493"/>
                            <a:pt x="22194" y="24588"/>
                            <a:pt x="21908" y="22969"/>
                          </a:cubicBezTo>
                          <a:cubicBezTo>
                            <a:pt x="21241" y="18587"/>
                            <a:pt x="20194" y="14301"/>
                            <a:pt x="18670" y="10205"/>
                          </a:cubicBezTo>
                          <a:cubicBezTo>
                            <a:pt x="18003" y="8491"/>
                            <a:pt x="17336" y="6776"/>
                            <a:pt x="16193" y="5347"/>
                          </a:cubicBezTo>
                          <a:cubicBezTo>
                            <a:pt x="11431" y="-558"/>
                            <a:pt x="-95" y="-3416"/>
                            <a:pt x="1" y="6681"/>
                          </a:cubicBezTo>
                          <a:cubicBezTo>
                            <a:pt x="96" y="14587"/>
                            <a:pt x="5621" y="22969"/>
                            <a:pt x="11621" y="2754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4" name="Forme libre : forme 13443">
                      <a:extLst>
                        <a:ext uri="{FF2B5EF4-FFF2-40B4-BE49-F238E27FC236}">
                          <a16:creationId xmlns:a16="http://schemas.microsoft.com/office/drawing/2014/main" id="{841CAB86-9441-445F-9AAF-DBB63695AC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3054" y="2262854"/>
                      <a:ext cx="42767" cy="48672"/>
                    </a:xfrm>
                    <a:custGeom>
                      <a:avLst/>
                      <a:gdLst>
                        <a:gd name="connsiteX0" fmla="*/ 0 w 42767"/>
                        <a:gd name="connsiteY0" fmla="*/ 0 h 48672"/>
                        <a:gd name="connsiteX1" fmla="*/ 42767 w 42767"/>
                        <a:gd name="connsiteY1" fmla="*/ 48673 h 48672"/>
                        <a:gd name="connsiteX2" fmla="*/ 0 w 42767"/>
                        <a:gd name="connsiteY2" fmla="*/ 0 h 48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42767" h="48672">
                          <a:moveTo>
                            <a:pt x="0" y="0"/>
                          </a:moveTo>
                          <a:cubicBezTo>
                            <a:pt x="0" y="0"/>
                            <a:pt x="37529" y="4286"/>
                            <a:pt x="42767" y="48673"/>
                          </a:cubicBezTo>
                          <a:cubicBezTo>
                            <a:pt x="42767" y="48673"/>
                            <a:pt x="36481" y="1409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5" name="Forme libre : forme 13444">
                      <a:extLst>
                        <a:ext uri="{FF2B5EF4-FFF2-40B4-BE49-F238E27FC236}">
                          <a16:creationId xmlns:a16="http://schemas.microsoft.com/office/drawing/2014/main" id="{2A6D0972-B821-4312-A70E-8B09F86E9A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5580" y="2346959"/>
                      <a:ext cx="40040" cy="53911"/>
                    </a:xfrm>
                    <a:custGeom>
                      <a:avLst/>
                      <a:gdLst>
                        <a:gd name="connsiteX0" fmla="*/ 131 w 40040"/>
                        <a:gd name="connsiteY0" fmla="*/ 0 h 53911"/>
                        <a:gd name="connsiteX1" fmla="*/ 3464 w 40040"/>
                        <a:gd name="connsiteY1" fmla="*/ 22765 h 53911"/>
                        <a:gd name="connsiteX2" fmla="*/ 40040 w 40040"/>
                        <a:gd name="connsiteY2" fmla="*/ 53912 h 53911"/>
                        <a:gd name="connsiteX3" fmla="*/ 20800 w 40040"/>
                        <a:gd name="connsiteY3" fmla="*/ 41720 h 53911"/>
                        <a:gd name="connsiteX4" fmla="*/ 131 w 40040"/>
                        <a:gd name="connsiteY4" fmla="*/ 0 h 53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040" h="53911">
                          <a:moveTo>
                            <a:pt x="131" y="0"/>
                          </a:moveTo>
                          <a:cubicBezTo>
                            <a:pt x="131" y="0"/>
                            <a:pt x="-1012" y="10668"/>
                            <a:pt x="3464" y="22765"/>
                          </a:cubicBezTo>
                          <a:cubicBezTo>
                            <a:pt x="7846" y="34766"/>
                            <a:pt x="17847" y="48197"/>
                            <a:pt x="40040" y="53912"/>
                          </a:cubicBezTo>
                          <a:cubicBezTo>
                            <a:pt x="40040" y="53912"/>
                            <a:pt x="30515" y="50292"/>
                            <a:pt x="20800" y="41720"/>
                          </a:cubicBezTo>
                          <a:cubicBezTo>
                            <a:pt x="10989" y="33338"/>
                            <a:pt x="988" y="19907"/>
                            <a:pt x="13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6" name="Forme libre : forme 13445">
                      <a:extLst>
                        <a:ext uri="{FF2B5EF4-FFF2-40B4-BE49-F238E27FC236}">
                          <a16:creationId xmlns:a16="http://schemas.microsoft.com/office/drawing/2014/main" id="{DF3BC552-BBBF-49D2-9176-5C5AD77095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05265" y="2300594"/>
                      <a:ext cx="18619" cy="24817"/>
                    </a:xfrm>
                    <a:custGeom>
                      <a:avLst/>
                      <a:gdLst>
                        <a:gd name="connsiteX0" fmla="*/ 15406 w 18619"/>
                        <a:gd name="connsiteY0" fmla="*/ 550 h 24817"/>
                        <a:gd name="connsiteX1" fmla="*/ 16358 w 18619"/>
                        <a:gd name="connsiteY1" fmla="*/ 16076 h 24817"/>
                        <a:gd name="connsiteX2" fmla="*/ 3214 w 18619"/>
                        <a:gd name="connsiteY2" fmla="*/ 24267 h 24817"/>
                        <a:gd name="connsiteX3" fmla="*/ 2262 w 18619"/>
                        <a:gd name="connsiteY3" fmla="*/ 8742 h 24817"/>
                        <a:gd name="connsiteX4" fmla="*/ 15406 w 18619"/>
                        <a:gd name="connsiteY4" fmla="*/ 550 h 24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19" h="24817">
                          <a:moveTo>
                            <a:pt x="15406" y="550"/>
                          </a:moveTo>
                          <a:cubicBezTo>
                            <a:pt x="19311" y="2550"/>
                            <a:pt x="19692" y="9504"/>
                            <a:pt x="16358" y="16076"/>
                          </a:cubicBezTo>
                          <a:cubicBezTo>
                            <a:pt x="13025" y="22648"/>
                            <a:pt x="7119" y="26267"/>
                            <a:pt x="3214" y="24267"/>
                          </a:cubicBezTo>
                          <a:cubicBezTo>
                            <a:pt x="-691" y="22267"/>
                            <a:pt x="-1073" y="15219"/>
                            <a:pt x="2262" y="8742"/>
                          </a:cubicBezTo>
                          <a:cubicBezTo>
                            <a:pt x="5595" y="2169"/>
                            <a:pt x="11501" y="-1450"/>
                            <a:pt x="15406" y="55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7" name="Forme libre : forme 13446">
                      <a:extLst>
                        <a:ext uri="{FF2B5EF4-FFF2-40B4-BE49-F238E27FC236}">
                          <a16:creationId xmlns:a16="http://schemas.microsoft.com/office/drawing/2014/main" id="{39406F45-9A43-4693-8B2A-BB9A389B99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5107" y="2297200"/>
                      <a:ext cx="7030" cy="7218"/>
                    </a:xfrm>
                    <a:custGeom>
                      <a:avLst/>
                      <a:gdLst>
                        <a:gd name="connsiteX0" fmla="*/ 4039 w 7030"/>
                        <a:gd name="connsiteY0" fmla="*/ 38 h 7218"/>
                        <a:gd name="connsiteX1" fmla="*/ 6992 w 7030"/>
                        <a:gd name="connsiteY1" fmla="*/ 4134 h 7218"/>
                        <a:gd name="connsiteX2" fmla="*/ 2991 w 7030"/>
                        <a:gd name="connsiteY2" fmla="*/ 7182 h 7218"/>
                        <a:gd name="connsiteX3" fmla="*/ 39 w 7030"/>
                        <a:gd name="connsiteY3" fmla="*/ 3087 h 7218"/>
                        <a:gd name="connsiteX4" fmla="*/ 4039 w 7030"/>
                        <a:gd name="connsiteY4" fmla="*/ 38 h 7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30" h="7218">
                          <a:moveTo>
                            <a:pt x="4039" y="38"/>
                          </a:moveTo>
                          <a:cubicBezTo>
                            <a:pt x="5944" y="324"/>
                            <a:pt x="7278" y="2134"/>
                            <a:pt x="6992" y="4134"/>
                          </a:cubicBezTo>
                          <a:cubicBezTo>
                            <a:pt x="6706" y="6039"/>
                            <a:pt x="4896" y="7468"/>
                            <a:pt x="2991" y="7182"/>
                          </a:cubicBezTo>
                          <a:cubicBezTo>
                            <a:pt x="1086" y="6897"/>
                            <a:pt x="-247" y="5087"/>
                            <a:pt x="39" y="3087"/>
                          </a:cubicBezTo>
                          <a:cubicBezTo>
                            <a:pt x="324" y="1086"/>
                            <a:pt x="2134" y="-247"/>
                            <a:pt x="4039" y="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8" name="Forme libre : forme 13447">
                      <a:extLst>
                        <a:ext uri="{FF2B5EF4-FFF2-40B4-BE49-F238E27FC236}">
                          <a16:creationId xmlns:a16="http://schemas.microsoft.com/office/drawing/2014/main" id="{171C2B2B-30C5-4996-BF8C-162BEA745F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7284" y="2265443"/>
                      <a:ext cx="68913" cy="55073"/>
                    </a:xfrm>
                    <a:custGeom>
                      <a:avLst/>
                      <a:gdLst>
                        <a:gd name="connsiteX0" fmla="*/ 29003 w 68913"/>
                        <a:gd name="connsiteY0" fmla="*/ 1887 h 55073"/>
                        <a:gd name="connsiteX1" fmla="*/ 60340 w 68913"/>
                        <a:gd name="connsiteY1" fmla="*/ 1697 h 55073"/>
                        <a:gd name="connsiteX2" fmla="*/ 68912 w 68913"/>
                        <a:gd name="connsiteY2" fmla="*/ 8174 h 55073"/>
                        <a:gd name="connsiteX3" fmla="*/ 61673 w 68913"/>
                        <a:gd name="connsiteY3" fmla="*/ 14841 h 55073"/>
                        <a:gd name="connsiteX4" fmla="*/ 31002 w 68913"/>
                        <a:gd name="connsiteY4" fmla="*/ 26081 h 55073"/>
                        <a:gd name="connsiteX5" fmla="*/ 3952 w 68913"/>
                        <a:gd name="connsiteY5" fmla="*/ 53894 h 55073"/>
                        <a:gd name="connsiteX6" fmla="*/ 9000 w 68913"/>
                        <a:gd name="connsiteY6" fmla="*/ 14746 h 55073"/>
                        <a:gd name="connsiteX7" fmla="*/ 29003 w 68913"/>
                        <a:gd name="connsiteY7" fmla="*/ 1887 h 55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913" h="55073">
                          <a:moveTo>
                            <a:pt x="29003" y="1887"/>
                          </a:moveTo>
                          <a:cubicBezTo>
                            <a:pt x="39194" y="-970"/>
                            <a:pt x="49957" y="-208"/>
                            <a:pt x="60340" y="1697"/>
                          </a:cubicBezTo>
                          <a:cubicBezTo>
                            <a:pt x="64150" y="2364"/>
                            <a:pt x="68912" y="4269"/>
                            <a:pt x="68912" y="8174"/>
                          </a:cubicBezTo>
                          <a:cubicBezTo>
                            <a:pt x="69007" y="11698"/>
                            <a:pt x="65007" y="13794"/>
                            <a:pt x="61673" y="14841"/>
                          </a:cubicBezTo>
                          <a:cubicBezTo>
                            <a:pt x="51195" y="17985"/>
                            <a:pt x="39289" y="18747"/>
                            <a:pt x="31002" y="26081"/>
                          </a:cubicBezTo>
                          <a:cubicBezTo>
                            <a:pt x="25764" y="30653"/>
                            <a:pt x="12905" y="61419"/>
                            <a:pt x="3952" y="53894"/>
                          </a:cubicBezTo>
                          <a:cubicBezTo>
                            <a:pt x="-5097" y="46274"/>
                            <a:pt x="3476" y="21699"/>
                            <a:pt x="9000" y="14746"/>
                          </a:cubicBezTo>
                          <a:cubicBezTo>
                            <a:pt x="14048" y="8365"/>
                            <a:pt x="21382" y="3983"/>
                            <a:pt x="29003" y="188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29" name="Graphique 1">
                    <a:extLst>
                      <a:ext uri="{FF2B5EF4-FFF2-40B4-BE49-F238E27FC236}">
                        <a16:creationId xmlns:a16="http://schemas.microsoft.com/office/drawing/2014/main" id="{14436D1C-537B-40B9-A465-CCDEC166B233}"/>
                      </a:ext>
                    </a:extLst>
                  </p:cNvPr>
                  <p:cNvGrpSpPr/>
                  <p:nvPr/>
                </p:nvGrpSpPr>
                <p:grpSpPr>
                  <a:xfrm>
                    <a:off x="7573963" y="2101835"/>
                    <a:ext cx="141559" cy="158019"/>
                    <a:chOff x="7573963" y="2101835"/>
                    <a:chExt cx="141559" cy="158019"/>
                  </a:xfrm>
                  <a:solidFill>
                    <a:schemeClr val="accent1"/>
                  </a:solidFill>
                </p:grpSpPr>
                <p:sp>
                  <p:nvSpPr>
                    <p:cNvPr id="13425" name="Forme libre : forme 13424">
                      <a:extLst>
                        <a:ext uri="{FF2B5EF4-FFF2-40B4-BE49-F238E27FC236}">
                          <a16:creationId xmlns:a16="http://schemas.microsoft.com/office/drawing/2014/main" id="{D124A578-DB32-4295-AA12-20E5C80DB8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3963" y="2101835"/>
                      <a:ext cx="141558" cy="157923"/>
                    </a:xfrm>
                    <a:custGeom>
                      <a:avLst/>
                      <a:gdLst>
                        <a:gd name="connsiteX0" fmla="*/ 140433 w 141558"/>
                        <a:gd name="connsiteY0" fmla="*/ 66816 h 157923"/>
                        <a:gd name="connsiteX1" fmla="*/ 134909 w 141558"/>
                        <a:gd name="connsiteY1" fmla="*/ 92915 h 157923"/>
                        <a:gd name="connsiteX2" fmla="*/ 129765 w 141558"/>
                        <a:gd name="connsiteY2" fmla="*/ 119299 h 157923"/>
                        <a:gd name="connsiteX3" fmla="*/ 74996 w 141558"/>
                        <a:gd name="connsiteY3" fmla="*/ 157304 h 157923"/>
                        <a:gd name="connsiteX4" fmla="*/ 39468 w 141558"/>
                        <a:gd name="connsiteY4" fmla="*/ 151589 h 157923"/>
                        <a:gd name="connsiteX5" fmla="*/ 797 w 141558"/>
                        <a:gd name="connsiteY5" fmla="*/ 95772 h 157923"/>
                        <a:gd name="connsiteX6" fmla="*/ 6131 w 141558"/>
                        <a:gd name="connsiteY6" fmla="*/ 67197 h 157923"/>
                        <a:gd name="connsiteX7" fmla="*/ 12036 w 141558"/>
                        <a:gd name="connsiteY7" fmla="*/ 38432 h 157923"/>
                        <a:gd name="connsiteX8" fmla="*/ 33753 w 141558"/>
                        <a:gd name="connsiteY8" fmla="*/ 7094 h 157923"/>
                        <a:gd name="connsiteX9" fmla="*/ 70138 w 141558"/>
                        <a:gd name="connsiteY9" fmla="*/ 1665 h 157923"/>
                        <a:gd name="connsiteX10" fmla="*/ 105096 w 141558"/>
                        <a:gd name="connsiteY10" fmla="*/ 11285 h 157923"/>
                        <a:gd name="connsiteX11" fmla="*/ 134147 w 141558"/>
                        <a:gd name="connsiteY11" fmla="*/ 32812 h 157923"/>
                        <a:gd name="connsiteX12" fmla="*/ 140433 w 141558"/>
                        <a:gd name="connsiteY12" fmla="*/ 66816 h 157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41558" h="157923">
                          <a:moveTo>
                            <a:pt x="140433" y="66816"/>
                          </a:moveTo>
                          <a:cubicBezTo>
                            <a:pt x="138433" y="75389"/>
                            <a:pt x="136813" y="84247"/>
                            <a:pt x="134909" y="92915"/>
                          </a:cubicBezTo>
                          <a:cubicBezTo>
                            <a:pt x="133004" y="101582"/>
                            <a:pt x="131384" y="110441"/>
                            <a:pt x="129765" y="119299"/>
                          </a:cubicBezTo>
                          <a:cubicBezTo>
                            <a:pt x="125003" y="143969"/>
                            <a:pt x="100809" y="161495"/>
                            <a:pt x="74996" y="157304"/>
                          </a:cubicBezTo>
                          <a:lnTo>
                            <a:pt x="39468" y="151589"/>
                          </a:lnTo>
                          <a:cubicBezTo>
                            <a:pt x="13846" y="147493"/>
                            <a:pt x="-4061" y="122537"/>
                            <a:pt x="797" y="95772"/>
                          </a:cubicBezTo>
                          <a:cubicBezTo>
                            <a:pt x="2416" y="86342"/>
                            <a:pt x="4130" y="76817"/>
                            <a:pt x="6131" y="67197"/>
                          </a:cubicBezTo>
                          <a:cubicBezTo>
                            <a:pt x="8131" y="57577"/>
                            <a:pt x="9846" y="48147"/>
                            <a:pt x="12036" y="38432"/>
                          </a:cubicBezTo>
                          <a:cubicBezTo>
                            <a:pt x="15180" y="24906"/>
                            <a:pt x="23085" y="13762"/>
                            <a:pt x="33753" y="7094"/>
                          </a:cubicBezTo>
                          <a:cubicBezTo>
                            <a:pt x="44516" y="332"/>
                            <a:pt x="57471" y="-1859"/>
                            <a:pt x="70138" y="1665"/>
                          </a:cubicBezTo>
                          <a:lnTo>
                            <a:pt x="105096" y="11285"/>
                          </a:lnTo>
                          <a:cubicBezTo>
                            <a:pt x="117763" y="14810"/>
                            <a:pt x="127860" y="22906"/>
                            <a:pt x="134147" y="32812"/>
                          </a:cubicBezTo>
                          <a:cubicBezTo>
                            <a:pt x="140528" y="42813"/>
                            <a:pt x="143290" y="54910"/>
                            <a:pt x="140433" y="66816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6" name="Forme libre : forme 13425">
                      <a:extLst>
                        <a:ext uri="{FF2B5EF4-FFF2-40B4-BE49-F238E27FC236}">
                          <a16:creationId xmlns:a16="http://schemas.microsoft.com/office/drawing/2014/main" id="{89ACF823-534E-4408-AD09-D4E8613E3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3625" y="2112835"/>
                      <a:ext cx="81898" cy="147019"/>
                    </a:xfrm>
                    <a:custGeom>
                      <a:avLst/>
                      <a:gdLst>
                        <a:gd name="connsiteX0" fmla="*/ 29432 w 81898"/>
                        <a:gd name="connsiteY0" fmla="*/ 90964 h 147019"/>
                        <a:gd name="connsiteX1" fmla="*/ 0 w 81898"/>
                        <a:gd name="connsiteY1" fmla="*/ 143923 h 147019"/>
                        <a:gd name="connsiteX2" fmla="*/ 15335 w 81898"/>
                        <a:gd name="connsiteY2" fmla="*/ 146399 h 147019"/>
                        <a:gd name="connsiteX3" fmla="*/ 70104 w 81898"/>
                        <a:gd name="connsiteY3" fmla="*/ 108394 h 147019"/>
                        <a:gd name="connsiteX4" fmla="*/ 75248 w 81898"/>
                        <a:gd name="connsiteY4" fmla="*/ 82010 h 147019"/>
                        <a:gd name="connsiteX5" fmla="*/ 80772 w 81898"/>
                        <a:gd name="connsiteY5" fmla="*/ 55912 h 147019"/>
                        <a:gd name="connsiteX6" fmla="*/ 74581 w 81898"/>
                        <a:gd name="connsiteY6" fmla="*/ 21812 h 147019"/>
                        <a:gd name="connsiteX7" fmla="*/ 45529 w 81898"/>
                        <a:gd name="connsiteY7" fmla="*/ 286 h 147019"/>
                        <a:gd name="connsiteX8" fmla="*/ 44386 w 81898"/>
                        <a:gd name="connsiteY8" fmla="*/ 0 h 147019"/>
                        <a:gd name="connsiteX9" fmla="*/ 39243 w 81898"/>
                        <a:gd name="connsiteY9" fmla="*/ 22669 h 147019"/>
                        <a:gd name="connsiteX10" fmla="*/ 33814 w 81898"/>
                        <a:gd name="connsiteY10" fmla="*/ 44958 h 147019"/>
                        <a:gd name="connsiteX11" fmla="*/ 30004 w 81898"/>
                        <a:gd name="connsiteY11" fmla="*/ 67627 h 147019"/>
                        <a:gd name="connsiteX12" fmla="*/ 29432 w 81898"/>
                        <a:gd name="connsiteY12" fmla="*/ 90964 h 14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1898" h="147019">
                          <a:moveTo>
                            <a:pt x="29432" y="90964"/>
                          </a:moveTo>
                          <a:cubicBezTo>
                            <a:pt x="31052" y="113538"/>
                            <a:pt x="19907" y="134588"/>
                            <a:pt x="0" y="143923"/>
                          </a:cubicBezTo>
                          <a:lnTo>
                            <a:pt x="15335" y="146399"/>
                          </a:lnTo>
                          <a:cubicBezTo>
                            <a:pt x="41148" y="150590"/>
                            <a:pt x="65341" y="133064"/>
                            <a:pt x="70104" y="108394"/>
                          </a:cubicBezTo>
                          <a:cubicBezTo>
                            <a:pt x="71723" y="99536"/>
                            <a:pt x="73343" y="90678"/>
                            <a:pt x="75248" y="82010"/>
                          </a:cubicBezTo>
                          <a:cubicBezTo>
                            <a:pt x="77057" y="73342"/>
                            <a:pt x="78772" y="64484"/>
                            <a:pt x="80772" y="55912"/>
                          </a:cubicBezTo>
                          <a:cubicBezTo>
                            <a:pt x="83629" y="44005"/>
                            <a:pt x="80867" y="31813"/>
                            <a:pt x="74581" y="21812"/>
                          </a:cubicBezTo>
                          <a:cubicBezTo>
                            <a:pt x="68389" y="11906"/>
                            <a:pt x="58198" y="3810"/>
                            <a:pt x="45529" y="286"/>
                          </a:cubicBezTo>
                          <a:lnTo>
                            <a:pt x="44386" y="0"/>
                          </a:lnTo>
                          <a:cubicBezTo>
                            <a:pt x="42958" y="7715"/>
                            <a:pt x="40862" y="15049"/>
                            <a:pt x="39243" y="22669"/>
                          </a:cubicBezTo>
                          <a:cubicBezTo>
                            <a:pt x="37433" y="30194"/>
                            <a:pt x="35623" y="37624"/>
                            <a:pt x="33814" y="44958"/>
                          </a:cubicBezTo>
                          <a:cubicBezTo>
                            <a:pt x="32004" y="52388"/>
                            <a:pt x="30861" y="60007"/>
                            <a:pt x="30004" y="67627"/>
                          </a:cubicBezTo>
                          <a:cubicBezTo>
                            <a:pt x="29242" y="75247"/>
                            <a:pt x="28766" y="82867"/>
                            <a:pt x="29432" y="90964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7" name="Forme libre : forme 13426">
                      <a:extLst>
                        <a:ext uri="{FF2B5EF4-FFF2-40B4-BE49-F238E27FC236}">
                          <a16:creationId xmlns:a16="http://schemas.microsoft.com/office/drawing/2014/main" id="{5394A1BC-8C8A-4C33-BE89-BD1A7C70DE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4130" y="2138622"/>
                      <a:ext cx="50511" cy="68032"/>
                    </a:xfrm>
                    <a:custGeom>
                      <a:avLst/>
                      <a:gdLst>
                        <a:gd name="connsiteX0" fmla="*/ 32735 w 50511"/>
                        <a:gd name="connsiteY0" fmla="*/ 502 h 68032"/>
                        <a:gd name="connsiteX1" fmla="*/ 49595 w 50511"/>
                        <a:gd name="connsiteY1" fmla="*/ 39079 h 68032"/>
                        <a:gd name="connsiteX2" fmla="*/ 18733 w 50511"/>
                        <a:gd name="connsiteY2" fmla="*/ 67749 h 68032"/>
                        <a:gd name="connsiteX3" fmla="*/ 1017 w 50511"/>
                        <a:gd name="connsiteY3" fmla="*/ 28982 h 68032"/>
                        <a:gd name="connsiteX4" fmla="*/ 32735 w 50511"/>
                        <a:gd name="connsiteY4" fmla="*/ 502 h 68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511" h="68032">
                          <a:moveTo>
                            <a:pt x="32735" y="502"/>
                          </a:moveTo>
                          <a:cubicBezTo>
                            <a:pt x="46261" y="3836"/>
                            <a:pt x="53119" y="20791"/>
                            <a:pt x="49595" y="39079"/>
                          </a:cubicBezTo>
                          <a:cubicBezTo>
                            <a:pt x="45785" y="57271"/>
                            <a:pt x="32164" y="70130"/>
                            <a:pt x="18733" y="67749"/>
                          </a:cubicBezTo>
                          <a:cubicBezTo>
                            <a:pt x="5208" y="65272"/>
                            <a:pt x="-2983" y="47937"/>
                            <a:pt x="1017" y="28982"/>
                          </a:cubicBezTo>
                          <a:cubicBezTo>
                            <a:pt x="4637" y="10027"/>
                            <a:pt x="19591" y="-2736"/>
                            <a:pt x="32735" y="502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8" name="Forme libre : forme 13427">
                      <a:extLst>
                        <a:ext uri="{FF2B5EF4-FFF2-40B4-BE49-F238E27FC236}">
                          <a16:creationId xmlns:a16="http://schemas.microsoft.com/office/drawing/2014/main" id="{7C018A5F-460B-4C5F-AEE8-33767EBC44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5433" y="2162270"/>
                      <a:ext cx="49220" cy="44404"/>
                    </a:xfrm>
                    <a:custGeom>
                      <a:avLst/>
                      <a:gdLst>
                        <a:gd name="connsiteX0" fmla="*/ 0 w 49220"/>
                        <a:gd name="connsiteY0" fmla="*/ 25337 h 44404"/>
                        <a:gd name="connsiteX1" fmla="*/ 17430 w 49220"/>
                        <a:gd name="connsiteY1" fmla="*/ 44101 h 44404"/>
                        <a:gd name="connsiteX2" fmla="*/ 48292 w 49220"/>
                        <a:gd name="connsiteY2" fmla="*/ 15431 h 44404"/>
                        <a:gd name="connsiteX3" fmla="*/ 48768 w 49220"/>
                        <a:gd name="connsiteY3" fmla="*/ 0 h 44404"/>
                        <a:gd name="connsiteX4" fmla="*/ 45339 w 49220"/>
                        <a:gd name="connsiteY4" fmla="*/ 7811 h 44404"/>
                        <a:gd name="connsiteX5" fmla="*/ 0 w 49220"/>
                        <a:gd name="connsiteY5" fmla="*/ 25337 h 44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9220" h="44404">
                          <a:moveTo>
                            <a:pt x="0" y="25337"/>
                          </a:moveTo>
                          <a:cubicBezTo>
                            <a:pt x="2571" y="35243"/>
                            <a:pt x="9048" y="42577"/>
                            <a:pt x="17430" y="44101"/>
                          </a:cubicBezTo>
                          <a:cubicBezTo>
                            <a:pt x="30861" y="46577"/>
                            <a:pt x="44482" y="33623"/>
                            <a:pt x="48292" y="15431"/>
                          </a:cubicBezTo>
                          <a:cubicBezTo>
                            <a:pt x="49435" y="10097"/>
                            <a:pt x="49435" y="4858"/>
                            <a:pt x="48768" y="0"/>
                          </a:cubicBezTo>
                          <a:cubicBezTo>
                            <a:pt x="48006" y="2762"/>
                            <a:pt x="46958" y="5429"/>
                            <a:pt x="45339" y="7811"/>
                          </a:cubicBezTo>
                          <a:cubicBezTo>
                            <a:pt x="35052" y="20860"/>
                            <a:pt x="16192" y="29623"/>
                            <a:pt x="0" y="25337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9" name="Forme libre : forme 13428">
                      <a:extLst>
                        <a:ext uri="{FF2B5EF4-FFF2-40B4-BE49-F238E27FC236}">
                          <a16:creationId xmlns:a16="http://schemas.microsoft.com/office/drawing/2014/main" id="{E65C4B29-2159-43CC-904B-ABB42334B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0314" y="2136520"/>
                      <a:ext cx="50504" cy="67754"/>
                    </a:xfrm>
                    <a:custGeom>
                      <a:avLst/>
                      <a:gdLst>
                        <a:gd name="connsiteX0" fmla="*/ 32743 w 50504"/>
                        <a:gd name="connsiteY0" fmla="*/ 508 h 67754"/>
                        <a:gd name="connsiteX1" fmla="*/ 47602 w 50504"/>
                        <a:gd name="connsiteY1" fmla="*/ 14224 h 67754"/>
                        <a:gd name="connsiteX2" fmla="*/ 49602 w 50504"/>
                        <a:gd name="connsiteY2" fmla="*/ 38989 h 67754"/>
                        <a:gd name="connsiteX3" fmla="*/ 18646 w 50504"/>
                        <a:gd name="connsiteY3" fmla="*/ 67469 h 67754"/>
                        <a:gd name="connsiteX4" fmla="*/ 1025 w 50504"/>
                        <a:gd name="connsiteY4" fmla="*/ 28797 h 67754"/>
                        <a:gd name="connsiteX5" fmla="*/ 32743 w 50504"/>
                        <a:gd name="connsiteY5" fmla="*/ 508 h 67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0504" h="67754">
                          <a:moveTo>
                            <a:pt x="32743" y="508"/>
                          </a:moveTo>
                          <a:cubicBezTo>
                            <a:pt x="39410" y="2127"/>
                            <a:pt x="44554" y="7271"/>
                            <a:pt x="47602" y="14224"/>
                          </a:cubicBezTo>
                          <a:cubicBezTo>
                            <a:pt x="50555" y="21177"/>
                            <a:pt x="51317" y="29845"/>
                            <a:pt x="49602" y="38989"/>
                          </a:cubicBezTo>
                          <a:cubicBezTo>
                            <a:pt x="45792" y="57087"/>
                            <a:pt x="31981" y="69850"/>
                            <a:pt x="18646" y="67469"/>
                          </a:cubicBezTo>
                          <a:cubicBezTo>
                            <a:pt x="5121" y="64992"/>
                            <a:pt x="-2976" y="47657"/>
                            <a:pt x="1025" y="28797"/>
                          </a:cubicBezTo>
                          <a:cubicBezTo>
                            <a:pt x="4740" y="9843"/>
                            <a:pt x="19503" y="-2730"/>
                            <a:pt x="32743" y="50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0" name="Forme libre : forme 13429">
                      <a:extLst>
                        <a:ext uri="{FF2B5EF4-FFF2-40B4-BE49-F238E27FC236}">
                          <a16:creationId xmlns:a16="http://schemas.microsoft.com/office/drawing/2014/main" id="{9DDA3EA2-6B7A-4DD5-84B6-B8B35C2370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01416" y="2157576"/>
                      <a:ext cx="98501" cy="80191"/>
                    </a:xfrm>
                    <a:custGeom>
                      <a:avLst/>
                      <a:gdLst>
                        <a:gd name="connsiteX0" fmla="*/ 39638 w 98501"/>
                        <a:gd name="connsiteY0" fmla="*/ 78037 h 80191"/>
                        <a:gd name="connsiteX1" fmla="*/ 62689 w 98501"/>
                        <a:gd name="connsiteY1" fmla="*/ 79561 h 80191"/>
                        <a:gd name="connsiteX2" fmla="*/ 93074 w 98501"/>
                        <a:gd name="connsiteY2" fmla="*/ 50605 h 80191"/>
                        <a:gd name="connsiteX3" fmla="*/ 96883 w 98501"/>
                        <a:gd name="connsiteY3" fmla="*/ 15838 h 80191"/>
                        <a:gd name="connsiteX4" fmla="*/ 77548 w 98501"/>
                        <a:gd name="connsiteY4" fmla="*/ 122 h 80191"/>
                        <a:gd name="connsiteX5" fmla="*/ 63641 w 98501"/>
                        <a:gd name="connsiteY5" fmla="*/ 9171 h 80191"/>
                        <a:gd name="connsiteX6" fmla="*/ 31066 w 98501"/>
                        <a:gd name="connsiteY6" fmla="*/ 32412 h 80191"/>
                        <a:gd name="connsiteX7" fmla="*/ 300 w 98501"/>
                        <a:gd name="connsiteY7" fmla="*/ 62130 h 80191"/>
                        <a:gd name="connsiteX8" fmla="*/ 39638 w 98501"/>
                        <a:gd name="connsiteY8" fmla="*/ 78037 h 80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8501" h="80191">
                          <a:moveTo>
                            <a:pt x="39638" y="78037"/>
                          </a:moveTo>
                          <a:cubicBezTo>
                            <a:pt x="47258" y="79561"/>
                            <a:pt x="55069" y="81085"/>
                            <a:pt x="62689" y="79561"/>
                          </a:cubicBezTo>
                          <a:cubicBezTo>
                            <a:pt x="77166" y="76703"/>
                            <a:pt x="87549" y="63844"/>
                            <a:pt x="93074" y="50605"/>
                          </a:cubicBezTo>
                          <a:cubicBezTo>
                            <a:pt x="97741" y="39556"/>
                            <a:pt x="100407" y="27364"/>
                            <a:pt x="96883" y="15838"/>
                          </a:cubicBezTo>
                          <a:cubicBezTo>
                            <a:pt x="94217" y="7266"/>
                            <a:pt x="86691" y="-1116"/>
                            <a:pt x="77548" y="122"/>
                          </a:cubicBezTo>
                          <a:cubicBezTo>
                            <a:pt x="71928" y="979"/>
                            <a:pt x="67547" y="5170"/>
                            <a:pt x="63641" y="9171"/>
                          </a:cubicBezTo>
                          <a:cubicBezTo>
                            <a:pt x="54116" y="18410"/>
                            <a:pt x="43067" y="26316"/>
                            <a:pt x="31066" y="32412"/>
                          </a:cubicBezTo>
                          <a:cubicBezTo>
                            <a:pt x="20874" y="37556"/>
                            <a:pt x="-2939" y="46509"/>
                            <a:pt x="300" y="62130"/>
                          </a:cubicBezTo>
                          <a:cubicBezTo>
                            <a:pt x="3158" y="75941"/>
                            <a:pt x="29065" y="75846"/>
                            <a:pt x="39638" y="7803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1" name="Forme libre : forme 13430">
                      <a:extLst>
                        <a:ext uri="{FF2B5EF4-FFF2-40B4-BE49-F238E27FC236}">
                          <a16:creationId xmlns:a16="http://schemas.microsoft.com/office/drawing/2014/main" id="{6256FDAA-691D-4E68-A2BC-55B966B55A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05334" y="2187052"/>
                      <a:ext cx="21652" cy="30724"/>
                    </a:xfrm>
                    <a:custGeom>
                      <a:avLst/>
                      <a:gdLst>
                        <a:gd name="connsiteX0" fmla="*/ 11051 w 21652"/>
                        <a:gd name="connsiteY0" fmla="*/ 28082 h 30724"/>
                        <a:gd name="connsiteX1" fmla="*/ 15908 w 21652"/>
                        <a:gd name="connsiteY1" fmla="*/ 30654 h 30724"/>
                        <a:gd name="connsiteX2" fmla="*/ 20861 w 21652"/>
                        <a:gd name="connsiteY2" fmla="*/ 28844 h 30724"/>
                        <a:gd name="connsiteX3" fmla="*/ 21528 w 21652"/>
                        <a:gd name="connsiteY3" fmla="*/ 23796 h 30724"/>
                        <a:gd name="connsiteX4" fmla="*/ 18670 w 21652"/>
                        <a:gd name="connsiteY4" fmla="*/ 10842 h 30724"/>
                        <a:gd name="connsiteX5" fmla="*/ 16385 w 21652"/>
                        <a:gd name="connsiteY5" fmla="*/ 5889 h 30724"/>
                        <a:gd name="connsiteX6" fmla="*/ 1 w 21652"/>
                        <a:gd name="connsiteY6" fmla="*/ 6555 h 30724"/>
                        <a:gd name="connsiteX7" fmla="*/ 11051 w 21652"/>
                        <a:gd name="connsiteY7" fmla="*/ 28082 h 30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652" h="30724">
                          <a:moveTo>
                            <a:pt x="11051" y="28082"/>
                          </a:moveTo>
                          <a:cubicBezTo>
                            <a:pt x="12479" y="29225"/>
                            <a:pt x="14099" y="30368"/>
                            <a:pt x="15908" y="30654"/>
                          </a:cubicBezTo>
                          <a:cubicBezTo>
                            <a:pt x="17718" y="30939"/>
                            <a:pt x="19813" y="30368"/>
                            <a:pt x="20861" y="28844"/>
                          </a:cubicBezTo>
                          <a:cubicBezTo>
                            <a:pt x="21814" y="27415"/>
                            <a:pt x="21719" y="25510"/>
                            <a:pt x="21528" y="23796"/>
                          </a:cubicBezTo>
                          <a:cubicBezTo>
                            <a:pt x="21052" y="19414"/>
                            <a:pt x="20099" y="15033"/>
                            <a:pt x="18670" y="10842"/>
                          </a:cubicBezTo>
                          <a:cubicBezTo>
                            <a:pt x="18099" y="9127"/>
                            <a:pt x="17432" y="7317"/>
                            <a:pt x="16385" y="5889"/>
                          </a:cubicBezTo>
                          <a:cubicBezTo>
                            <a:pt x="11907" y="-303"/>
                            <a:pt x="287" y="-3732"/>
                            <a:pt x="1" y="6555"/>
                          </a:cubicBezTo>
                          <a:cubicBezTo>
                            <a:pt x="-94" y="14556"/>
                            <a:pt x="5240" y="23319"/>
                            <a:pt x="11051" y="2808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2" name="Forme libre : forme 13431">
                      <a:extLst>
                        <a:ext uri="{FF2B5EF4-FFF2-40B4-BE49-F238E27FC236}">
                          <a16:creationId xmlns:a16="http://schemas.microsoft.com/office/drawing/2014/main" id="{769A2A0E-3590-4013-9CDE-3BAC0BA3B3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72868" y="2116074"/>
                      <a:ext cx="39052" cy="51054"/>
                    </a:xfrm>
                    <a:custGeom>
                      <a:avLst/>
                      <a:gdLst>
                        <a:gd name="connsiteX0" fmla="*/ 0 w 39052"/>
                        <a:gd name="connsiteY0" fmla="*/ 0 h 51054"/>
                        <a:gd name="connsiteX1" fmla="*/ 18669 w 39052"/>
                        <a:gd name="connsiteY1" fmla="*/ 9525 h 51054"/>
                        <a:gd name="connsiteX2" fmla="*/ 39052 w 39052"/>
                        <a:gd name="connsiteY2" fmla="*/ 51054 h 51054"/>
                        <a:gd name="connsiteX3" fmla="*/ 32575 w 39052"/>
                        <a:gd name="connsiteY3" fmla="*/ 32194 h 51054"/>
                        <a:gd name="connsiteX4" fmla="*/ 0 w 39052"/>
                        <a:gd name="connsiteY4" fmla="*/ 0 h 51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052" h="51054">
                          <a:moveTo>
                            <a:pt x="0" y="0"/>
                          </a:moveTo>
                          <a:cubicBezTo>
                            <a:pt x="0" y="0"/>
                            <a:pt x="9334" y="2096"/>
                            <a:pt x="18669" y="9525"/>
                          </a:cubicBezTo>
                          <a:cubicBezTo>
                            <a:pt x="27908" y="16859"/>
                            <a:pt x="37814" y="29718"/>
                            <a:pt x="39052" y="51054"/>
                          </a:cubicBezTo>
                          <a:cubicBezTo>
                            <a:pt x="39052" y="51054"/>
                            <a:pt x="38005" y="42767"/>
                            <a:pt x="32575" y="32194"/>
                          </a:cubicBezTo>
                          <a:cubicBezTo>
                            <a:pt x="26956" y="21622"/>
                            <a:pt x="17526" y="8954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3" name="Forme libre : forme 13432">
                      <a:extLst>
                        <a:ext uri="{FF2B5EF4-FFF2-40B4-BE49-F238E27FC236}">
                          <a16:creationId xmlns:a16="http://schemas.microsoft.com/office/drawing/2014/main" id="{E5B2FBD4-2DAC-48FC-9DAE-BC3F0E7CA3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8856" y="2195321"/>
                      <a:ext cx="39051" cy="55911"/>
                    </a:xfrm>
                    <a:custGeom>
                      <a:avLst/>
                      <a:gdLst>
                        <a:gd name="connsiteX0" fmla="*/ 285 w 39051"/>
                        <a:gd name="connsiteY0" fmla="*/ 0 h 55911"/>
                        <a:gd name="connsiteX1" fmla="*/ 2761 w 39051"/>
                        <a:gd name="connsiteY1" fmla="*/ 23527 h 55911"/>
                        <a:gd name="connsiteX2" fmla="*/ 39052 w 39051"/>
                        <a:gd name="connsiteY2" fmla="*/ 55912 h 55911"/>
                        <a:gd name="connsiteX3" fmla="*/ 19812 w 39051"/>
                        <a:gd name="connsiteY3" fmla="*/ 43339 h 55911"/>
                        <a:gd name="connsiteX4" fmla="*/ 285 w 39051"/>
                        <a:gd name="connsiteY4" fmla="*/ 0 h 55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051" h="55911">
                          <a:moveTo>
                            <a:pt x="285" y="0"/>
                          </a:moveTo>
                          <a:cubicBezTo>
                            <a:pt x="285" y="0"/>
                            <a:pt x="-1239" y="11049"/>
                            <a:pt x="2761" y="23527"/>
                          </a:cubicBezTo>
                          <a:cubicBezTo>
                            <a:pt x="6857" y="36004"/>
                            <a:pt x="16764" y="49911"/>
                            <a:pt x="39052" y="55912"/>
                          </a:cubicBezTo>
                          <a:cubicBezTo>
                            <a:pt x="39052" y="55912"/>
                            <a:pt x="29527" y="52197"/>
                            <a:pt x="19812" y="43339"/>
                          </a:cubicBezTo>
                          <a:cubicBezTo>
                            <a:pt x="10001" y="34576"/>
                            <a:pt x="285" y="20574"/>
                            <a:pt x="28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4" name="Forme libre : forme 13433">
                      <a:extLst>
                        <a:ext uri="{FF2B5EF4-FFF2-40B4-BE49-F238E27FC236}">
                          <a16:creationId xmlns:a16="http://schemas.microsoft.com/office/drawing/2014/main" id="{1FE7F6DE-4489-493A-AE77-A5E2369EF5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0374" y="2151392"/>
                      <a:ext cx="19419" cy="24542"/>
                    </a:xfrm>
                    <a:custGeom>
                      <a:avLst/>
                      <a:gdLst>
                        <a:gd name="connsiteX0" fmla="*/ 16680 w 19419"/>
                        <a:gd name="connsiteY0" fmla="*/ 781 h 24542"/>
                        <a:gd name="connsiteX1" fmla="*/ 16586 w 19419"/>
                        <a:gd name="connsiteY1" fmla="*/ 16402 h 24542"/>
                        <a:gd name="connsiteX2" fmla="*/ 2870 w 19419"/>
                        <a:gd name="connsiteY2" fmla="*/ 23832 h 24542"/>
                        <a:gd name="connsiteX3" fmla="*/ 2774 w 19419"/>
                        <a:gd name="connsiteY3" fmla="*/ 8115 h 24542"/>
                        <a:gd name="connsiteX4" fmla="*/ 16680 w 19419"/>
                        <a:gd name="connsiteY4" fmla="*/ 781 h 24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419" h="24542">
                          <a:moveTo>
                            <a:pt x="16680" y="781"/>
                          </a:moveTo>
                          <a:cubicBezTo>
                            <a:pt x="20395" y="3067"/>
                            <a:pt x="20300" y="10020"/>
                            <a:pt x="16586" y="16402"/>
                          </a:cubicBezTo>
                          <a:cubicBezTo>
                            <a:pt x="12871" y="22689"/>
                            <a:pt x="6679" y="26118"/>
                            <a:pt x="2870" y="23832"/>
                          </a:cubicBezTo>
                          <a:cubicBezTo>
                            <a:pt x="-941" y="21546"/>
                            <a:pt x="-941" y="14497"/>
                            <a:pt x="2774" y="8115"/>
                          </a:cubicBezTo>
                          <a:cubicBezTo>
                            <a:pt x="6584" y="1638"/>
                            <a:pt x="13061" y="-1600"/>
                            <a:pt x="16680" y="78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5" name="Forme libre : forme 13434">
                      <a:extLst>
                        <a:ext uri="{FF2B5EF4-FFF2-40B4-BE49-F238E27FC236}">
                          <a16:creationId xmlns:a16="http://schemas.microsoft.com/office/drawing/2014/main" id="{915E2AB4-A264-46C6-A731-FE839153B1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1523" y="2147975"/>
                      <a:ext cx="7157" cy="7157"/>
                    </a:xfrm>
                    <a:custGeom>
                      <a:avLst/>
                      <a:gdLst>
                        <a:gd name="connsiteX0" fmla="*/ 4389 w 7157"/>
                        <a:gd name="connsiteY0" fmla="*/ 102 h 7157"/>
                        <a:gd name="connsiteX1" fmla="*/ 7056 w 7157"/>
                        <a:gd name="connsiteY1" fmla="*/ 4388 h 7157"/>
                        <a:gd name="connsiteX2" fmla="*/ 2769 w 7157"/>
                        <a:gd name="connsiteY2" fmla="*/ 7055 h 7157"/>
                        <a:gd name="connsiteX3" fmla="*/ 102 w 7157"/>
                        <a:gd name="connsiteY3" fmla="*/ 2769 h 7157"/>
                        <a:gd name="connsiteX4" fmla="*/ 4389 w 7157"/>
                        <a:gd name="connsiteY4" fmla="*/ 102 h 7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57" h="7157">
                          <a:moveTo>
                            <a:pt x="4389" y="102"/>
                          </a:moveTo>
                          <a:cubicBezTo>
                            <a:pt x="6294" y="579"/>
                            <a:pt x="7532" y="2483"/>
                            <a:pt x="7056" y="4388"/>
                          </a:cubicBezTo>
                          <a:cubicBezTo>
                            <a:pt x="6580" y="6293"/>
                            <a:pt x="4675" y="7532"/>
                            <a:pt x="2769" y="7055"/>
                          </a:cubicBezTo>
                          <a:cubicBezTo>
                            <a:pt x="864" y="6675"/>
                            <a:pt x="-374" y="4769"/>
                            <a:pt x="102" y="2769"/>
                          </a:cubicBezTo>
                          <a:cubicBezTo>
                            <a:pt x="579" y="864"/>
                            <a:pt x="2483" y="-374"/>
                            <a:pt x="4389" y="1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6" name="Forme libre : forme 13435">
                      <a:extLst>
                        <a:ext uri="{FF2B5EF4-FFF2-40B4-BE49-F238E27FC236}">
                          <a16:creationId xmlns:a16="http://schemas.microsoft.com/office/drawing/2014/main" id="{AE4BCBA0-17BC-49F9-B19D-59431DEFB0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974" y="2115134"/>
                      <a:ext cx="71914" cy="53797"/>
                    </a:xfrm>
                    <a:custGeom>
                      <a:avLst/>
                      <a:gdLst>
                        <a:gd name="connsiteX0" fmla="*/ 32364 w 71914"/>
                        <a:gd name="connsiteY0" fmla="*/ 844 h 53797"/>
                        <a:gd name="connsiteX1" fmla="*/ 63987 w 71914"/>
                        <a:gd name="connsiteY1" fmla="*/ 3606 h 53797"/>
                        <a:gd name="connsiteX2" fmla="*/ 71892 w 71914"/>
                        <a:gd name="connsiteY2" fmla="*/ 10845 h 53797"/>
                        <a:gd name="connsiteX3" fmla="*/ 64082 w 71914"/>
                        <a:gd name="connsiteY3" fmla="*/ 16846 h 53797"/>
                        <a:gd name="connsiteX4" fmla="*/ 32459 w 71914"/>
                        <a:gd name="connsiteY4" fmla="*/ 25704 h 53797"/>
                        <a:gd name="connsiteX5" fmla="*/ 18933 w 71914"/>
                        <a:gd name="connsiteY5" fmla="*/ 43706 h 53797"/>
                        <a:gd name="connsiteX6" fmla="*/ 3312 w 71914"/>
                        <a:gd name="connsiteY6" fmla="*/ 52374 h 53797"/>
                        <a:gd name="connsiteX7" fmla="*/ 1598 w 71914"/>
                        <a:gd name="connsiteY7" fmla="*/ 31800 h 53797"/>
                        <a:gd name="connsiteX8" fmla="*/ 11313 w 71914"/>
                        <a:gd name="connsiteY8" fmla="*/ 12369 h 53797"/>
                        <a:gd name="connsiteX9" fmla="*/ 32364 w 71914"/>
                        <a:gd name="connsiteY9" fmla="*/ 844 h 53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1914" h="53797">
                          <a:moveTo>
                            <a:pt x="32364" y="844"/>
                          </a:moveTo>
                          <a:cubicBezTo>
                            <a:pt x="42936" y="-1156"/>
                            <a:pt x="53795" y="654"/>
                            <a:pt x="63987" y="3606"/>
                          </a:cubicBezTo>
                          <a:cubicBezTo>
                            <a:pt x="67796" y="4654"/>
                            <a:pt x="72273" y="7035"/>
                            <a:pt x="71892" y="10845"/>
                          </a:cubicBezTo>
                          <a:cubicBezTo>
                            <a:pt x="71607" y="14370"/>
                            <a:pt x="67606" y="16084"/>
                            <a:pt x="64082" y="16846"/>
                          </a:cubicBezTo>
                          <a:cubicBezTo>
                            <a:pt x="53319" y="19037"/>
                            <a:pt x="41317" y="18846"/>
                            <a:pt x="32459" y="25704"/>
                          </a:cubicBezTo>
                          <a:cubicBezTo>
                            <a:pt x="29696" y="27800"/>
                            <a:pt x="24267" y="36563"/>
                            <a:pt x="18933" y="43706"/>
                          </a:cubicBezTo>
                          <a:cubicBezTo>
                            <a:pt x="13504" y="50850"/>
                            <a:pt x="7598" y="56565"/>
                            <a:pt x="3312" y="52374"/>
                          </a:cubicBezTo>
                          <a:cubicBezTo>
                            <a:pt x="-974" y="48183"/>
                            <a:pt x="-593" y="39897"/>
                            <a:pt x="1598" y="31800"/>
                          </a:cubicBezTo>
                          <a:cubicBezTo>
                            <a:pt x="3979" y="23609"/>
                            <a:pt x="8265" y="15703"/>
                            <a:pt x="11313" y="12369"/>
                          </a:cubicBezTo>
                          <a:cubicBezTo>
                            <a:pt x="16838" y="6178"/>
                            <a:pt x="24553" y="2368"/>
                            <a:pt x="32364" y="84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30" name="Graphique 1">
                    <a:extLst>
                      <a:ext uri="{FF2B5EF4-FFF2-40B4-BE49-F238E27FC236}">
                        <a16:creationId xmlns:a16="http://schemas.microsoft.com/office/drawing/2014/main" id="{78546CF2-F81C-4248-8A3C-D8FC66F81187}"/>
                      </a:ext>
                    </a:extLst>
                  </p:cNvPr>
                  <p:cNvGrpSpPr/>
                  <p:nvPr/>
                </p:nvGrpSpPr>
                <p:grpSpPr>
                  <a:xfrm>
                    <a:off x="7610772" y="1950827"/>
                    <a:ext cx="148772" cy="164141"/>
                    <a:chOff x="7610772" y="1950827"/>
                    <a:chExt cx="148772" cy="164141"/>
                  </a:xfrm>
                  <a:solidFill>
                    <a:schemeClr val="accent1"/>
                  </a:solidFill>
                </p:grpSpPr>
                <p:sp>
                  <p:nvSpPr>
                    <p:cNvPr id="13413" name="Forme libre : forme 13412">
                      <a:extLst>
                        <a:ext uri="{FF2B5EF4-FFF2-40B4-BE49-F238E27FC236}">
                          <a16:creationId xmlns:a16="http://schemas.microsoft.com/office/drawing/2014/main" id="{83C6E1E9-BAE0-4531-979F-312695840B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0772" y="1950827"/>
                      <a:ext cx="148772" cy="164016"/>
                    </a:xfrm>
                    <a:custGeom>
                      <a:avLst/>
                      <a:gdLst>
                        <a:gd name="connsiteX0" fmla="*/ 145248 w 148772"/>
                        <a:gd name="connsiteY0" fmla="*/ 93237 h 164016"/>
                        <a:gd name="connsiteX1" fmla="*/ 135723 w 148772"/>
                        <a:gd name="connsiteY1" fmla="*/ 112478 h 164016"/>
                        <a:gd name="connsiteX2" fmla="*/ 127056 w 148772"/>
                        <a:gd name="connsiteY2" fmla="*/ 134195 h 164016"/>
                        <a:gd name="connsiteX3" fmla="*/ 118388 w 148772"/>
                        <a:gd name="connsiteY3" fmla="*/ 148577 h 164016"/>
                        <a:gd name="connsiteX4" fmla="*/ 104386 w 148772"/>
                        <a:gd name="connsiteY4" fmla="*/ 158579 h 164016"/>
                        <a:gd name="connsiteX5" fmla="*/ 68477 w 148772"/>
                        <a:gd name="connsiteY5" fmla="*/ 162198 h 164016"/>
                        <a:gd name="connsiteX6" fmla="*/ 33520 w 148772"/>
                        <a:gd name="connsiteY6" fmla="*/ 152578 h 164016"/>
                        <a:gd name="connsiteX7" fmla="*/ 4945 w 148772"/>
                        <a:gd name="connsiteY7" fmla="*/ 129242 h 164016"/>
                        <a:gd name="connsiteX8" fmla="*/ 87 w 148772"/>
                        <a:gd name="connsiteY8" fmla="*/ 110382 h 164016"/>
                        <a:gd name="connsiteX9" fmla="*/ 2850 w 148772"/>
                        <a:gd name="connsiteY9" fmla="*/ 89618 h 164016"/>
                        <a:gd name="connsiteX10" fmla="*/ 14756 w 148772"/>
                        <a:gd name="connsiteY10" fmla="*/ 59328 h 164016"/>
                        <a:gd name="connsiteX11" fmla="*/ 29900 w 148772"/>
                        <a:gd name="connsiteY11" fmla="*/ 28372 h 164016"/>
                        <a:gd name="connsiteX12" fmla="*/ 46284 w 148772"/>
                        <a:gd name="connsiteY12" fmla="*/ 9512 h 164016"/>
                        <a:gd name="connsiteX13" fmla="*/ 65238 w 148772"/>
                        <a:gd name="connsiteY13" fmla="*/ 749 h 164016"/>
                        <a:gd name="connsiteX14" fmla="*/ 101147 w 148772"/>
                        <a:gd name="connsiteY14" fmla="*/ 10179 h 164016"/>
                        <a:gd name="connsiteX15" fmla="*/ 129056 w 148772"/>
                        <a:gd name="connsiteY15" fmla="*/ 33706 h 164016"/>
                        <a:gd name="connsiteX16" fmla="*/ 147439 w 148772"/>
                        <a:gd name="connsiteY16" fmla="*/ 64948 h 164016"/>
                        <a:gd name="connsiteX17" fmla="*/ 148772 w 148772"/>
                        <a:gd name="connsiteY17" fmla="*/ 80759 h 164016"/>
                        <a:gd name="connsiteX18" fmla="*/ 145248 w 148772"/>
                        <a:gd name="connsiteY18" fmla="*/ 93237 h 164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48772" h="164016">
                          <a:moveTo>
                            <a:pt x="145248" y="93237"/>
                          </a:moveTo>
                          <a:lnTo>
                            <a:pt x="135723" y="112478"/>
                          </a:lnTo>
                          <a:lnTo>
                            <a:pt x="127056" y="134195"/>
                          </a:lnTo>
                          <a:cubicBezTo>
                            <a:pt x="125246" y="139719"/>
                            <a:pt x="122293" y="144482"/>
                            <a:pt x="118388" y="148577"/>
                          </a:cubicBezTo>
                          <a:cubicBezTo>
                            <a:pt x="114578" y="152673"/>
                            <a:pt x="109625" y="155912"/>
                            <a:pt x="104386" y="158579"/>
                          </a:cubicBezTo>
                          <a:cubicBezTo>
                            <a:pt x="93909" y="163913"/>
                            <a:pt x="81050" y="165722"/>
                            <a:pt x="68477" y="162198"/>
                          </a:cubicBezTo>
                          <a:lnTo>
                            <a:pt x="33520" y="152578"/>
                          </a:lnTo>
                          <a:cubicBezTo>
                            <a:pt x="20852" y="149149"/>
                            <a:pt x="10850" y="140576"/>
                            <a:pt x="4945" y="129242"/>
                          </a:cubicBezTo>
                          <a:cubicBezTo>
                            <a:pt x="1992" y="123622"/>
                            <a:pt x="563" y="117145"/>
                            <a:pt x="87" y="110382"/>
                          </a:cubicBezTo>
                          <a:cubicBezTo>
                            <a:pt x="-294" y="103619"/>
                            <a:pt x="563" y="96571"/>
                            <a:pt x="2850" y="89618"/>
                          </a:cubicBezTo>
                          <a:lnTo>
                            <a:pt x="14756" y="59328"/>
                          </a:lnTo>
                          <a:cubicBezTo>
                            <a:pt x="19423" y="49041"/>
                            <a:pt x="24757" y="38659"/>
                            <a:pt x="29900" y="28372"/>
                          </a:cubicBezTo>
                          <a:cubicBezTo>
                            <a:pt x="34378" y="20942"/>
                            <a:pt x="40188" y="14465"/>
                            <a:pt x="46284" y="9512"/>
                          </a:cubicBezTo>
                          <a:cubicBezTo>
                            <a:pt x="52475" y="4178"/>
                            <a:pt x="58856" y="1892"/>
                            <a:pt x="65238" y="749"/>
                          </a:cubicBezTo>
                          <a:cubicBezTo>
                            <a:pt x="78192" y="-1632"/>
                            <a:pt x="91146" y="1702"/>
                            <a:pt x="101147" y="10179"/>
                          </a:cubicBezTo>
                          <a:lnTo>
                            <a:pt x="129056" y="33706"/>
                          </a:lnTo>
                          <a:cubicBezTo>
                            <a:pt x="139153" y="42278"/>
                            <a:pt x="145153" y="53708"/>
                            <a:pt x="147439" y="64948"/>
                          </a:cubicBezTo>
                          <a:cubicBezTo>
                            <a:pt x="148582" y="70568"/>
                            <a:pt x="148487" y="76378"/>
                            <a:pt x="148772" y="80759"/>
                          </a:cubicBezTo>
                          <a:cubicBezTo>
                            <a:pt x="148772" y="85617"/>
                            <a:pt x="147629" y="89618"/>
                            <a:pt x="145248" y="93237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4" name="Forme libre : forme 13413">
                      <a:extLst>
                        <a:ext uri="{FF2B5EF4-FFF2-40B4-BE49-F238E27FC236}">
                          <a16:creationId xmlns:a16="http://schemas.microsoft.com/office/drawing/2014/main" id="{BF29B461-6409-4079-98F3-B303ABAC21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009" y="1984152"/>
                      <a:ext cx="95440" cy="130816"/>
                    </a:xfrm>
                    <a:custGeom>
                      <a:avLst/>
                      <a:gdLst>
                        <a:gd name="connsiteX0" fmla="*/ 36386 w 95440"/>
                        <a:gd name="connsiteY0" fmla="*/ 77629 h 130816"/>
                        <a:gd name="connsiteX1" fmla="*/ 25241 w 95440"/>
                        <a:gd name="connsiteY1" fmla="*/ 106585 h 130816"/>
                        <a:gd name="connsiteX2" fmla="*/ 0 w 95440"/>
                        <a:gd name="connsiteY2" fmla="*/ 124873 h 130816"/>
                        <a:gd name="connsiteX3" fmla="*/ 15144 w 95440"/>
                        <a:gd name="connsiteY3" fmla="*/ 129064 h 130816"/>
                        <a:gd name="connsiteX4" fmla="*/ 51054 w 95440"/>
                        <a:gd name="connsiteY4" fmla="*/ 125444 h 130816"/>
                        <a:gd name="connsiteX5" fmla="*/ 65056 w 95440"/>
                        <a:gd name="connsiteY5" fmla="*/ 115443 h 130816"/>
                        <a:gd name="connsiteX6" fmla="*/ 73723 w 95440"/>
                        <a:gd name="connsiteY6" fmla="*/ 101060 h 130816"/>
                        <a:gd name="connsiteX7" fmla="*/ 82391 w 95440"/>
                        <a:gd name="connsiteY7" fmla="*/ 79343 h 130816"/>
                        <a:gd name="connsiteX8" fmla="*/ 91916 w 95440"/>
                        <a:gd name="connsiteY8" fmla="*/ 60103 h 130816"/>
                        <a:gd name="connsiteX9" fmla="*/ 95441 w 95440"/>
                        <a:gd name="connsiteY9" fmla="*/ 47816 h 130816"/>
                        <a:gd name="connsiteX10" fmla="*/ 94107 w 95440"/>
                        <a:gd name="connsiteY10" fmla="*/ 32004 h 130816"/>
                        <a:gd name="connsiteX11" fmla="*/ 75724 w 95440"/>
                        <a:gd name="connsiteY11" fmla="*/ 762 h 130816"/>
                        <a:gd name="connsiteX12" fmla="*/ 74866 w 95440"/>
                        <a:gd name="connsiteY12" fmla="*/ 0 h 130816"/>
                        <a:gd name="connsiteX13" fmla="*/ 61532 w 95440"/>
                        <a:gd name="connsiteY13" fmla="*/ 18193 h 130816"/>
                        <a:gd name="connsiteX14" fmla="*/ 49911 w 95440"/>
                        <a:gd name="connsiteY14" fmla="*/ 35909 h 130816"/>
                        <a:gd name="connsiteX15" fmla="*/ 41053 w 95440"/>
                        <a:gd name="connsiteY15" fmla="*/ 55817 h 130816"/>
                        <a:gd name="connsiteX16" fmla="*/ 36386 w 95440"/>
                        <a:gd name="connsiteY16" fmla="*/ 77629 h 130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95440" h="130816">
                          <a:moveTo>
                            <a:pt x="36386" y="77629"/>
                          </a:moveTo>
                          <a:cubicBezTo>
                            <a:pt x="34957" y="88202"/>
                            <a:pt x="31718" y="98488"/>
                            <a:pt x="25241" y="106585"/>
                          </a:cubicBezTo>
                          <a:cubicBezTo>
                            <a:pt x="18764" y="114681"/>
                            <a:pt x="10573" y="121349"/>
                            <a:pt x="0" y="124873"/>
                          </a:cubicBezTo>
                          <a:lnTo>
                            <a:pt x="15144" y="129064"/>
                          </a:lnTo>
                          <a:cubicBezTo>
                            <a:pt x="27813" y="132493"/>
                            <a:pt x="40672" y="130683"/>
                            <a:pt x="51054" y="125444"/>
                          </a:cubicBezTo>
                          <a:cubicBezTo>
                            <a:pt x="56292" y="122777"/>
                            <a:pt x="61150" y="119539"/>
                            <a:pt x="65056" y="115443"/>
                          </a:cubicBezTo>
                          <a:cubicBezTo>
                            <a:pt x="68961" y="111347"/>
                            <a:pt x="71914" y="106585"/>
                            <a:pt x="73723" y="101060"/>
                          </a:cubicBezTo>
                          <a:lnTo>
                            <a:pt x="82391" y="79343"/>
                          </a:lnTo>
                          <a:lnTo>
                            <a:pt x="91916" y="60103"/>
                          </a:lnTo>
                          <a:cubicBezTo>
                            <a:pt x="94297" y="56483"/>
                            <a:pt x="95441" y="52483"/>
                            <a:pt x="95441" y="47816"/>
                          </a:cubicBezTo>
                          <a:cubicBezTo>
                            <a:pt x="95155" y="43339"/>
                            <a:pt x="95155" y="37624"/>
                            <a:pt x="94107" y="32004"/>
                          </a:cubicBezTo>
                          <a:cubicBezTo>
                            <a:pt x="91821" y="20860"/>
                            <a:pt x="85820" y="9334"/>
                            <a:pt x="75724" y="762"/>
                          </a:cubicBezTo>
                          <a:lnTo>
                            <a:pt x="74866" y="0"/>
                          </a:lnTo>
                          <a:cubicBezTo>
                            <a:pt x="70580" y="6287"/>
                            <a:pt x="65913" y="12192"/>
                            <a:pt x="61532" y="18193"/>
                          </a:cubicBezTo>
                          <a:cubicBezTo>
                            <a:pt x="57626" y="24098"/>
                            <a:pt x="53721" y="30004"/>
                            <a:pt x="49911" y="35909"/>
                          </a:cubicBezTo>
                          <a:cubicBezTo>
                            <a:pt x="46672" y="42386"/>
                            <a:pt x="43625" y="49054"/>
                            <a:pt x="41053" y="55817"/>
                          </a:cubicBezTo>
                          <a:cubicBezTo>
                            <a:pt x="38481" y="62389"/>
                            <a:pt x="37242" y="70009"/>
                            <a:pt x="36386" y="77629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5" name="Forme libre : forme 13414">
                      <a:extLst>
                        <a:ext uri="{FF2B5EF4-FFF2-40B4-BE49-F238E27FC236}">
                          <a16:creationId xmlns:a16="http://schemas.microsoft.com/office/drawing/2014/main" id="{EF849F67-8F22-4793-BE31-04122EE0CD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6207" y="1996423"/>
                      <a:ext cx="53541" cy="65309"/>
                    </a:xfrm>
                    <a:custGeom>
                      <a:avLst/>
                      <a:gdLst>
                        <a:gd name="connsiteX0" fmla="*/ 43523 w 53541"/>
                        <a:gd name="connsiteY0" fmla="*/ 3160 h 65309"/>
                        <a:gd name="connsiteX1" fmla="*/ 53334 w 53541"/>
                        <a:gd name="connsiteY1" fmla="*/ 20686 h 65309"/>
                        <a:gd name="connsiteX2" fmla="*/ 53143 w 53541"/>
                        <a:gd name="connsiteY2" fmla="*/ 31830 h 65309"/>
                        <a:gd name="connsiteX3" fmla="*/ 49523 w 53541"/>
                        <a:gd name="connsiteY3" fmla="*/ 43546 h 65309"/>
                        <a:gd name="connsiteX4" fmla="*/ 42570 w 53541"/>
                        <a:gd name="connsiteY4" fmla="*/ 53833 h 65309"/>
                        <a:gd name="connsiteX5" fmla="*/ 33807 w 53541"/>
                        <a:gd name="connsiteY5" fmla="*/ 61358 h 65309"/>
                        <a:gd name="connsiteX6" fmla="*/ 13709 w 53541"/>
                        <a:gd name="connsiteY6" fmla="*/ 64120 h 65309"/>
                        <a:gd name="connsiteX7" fmla="*/ 946 w 53541"/>
                        <a:gd name="connsiteY7" fmla="*/ 48309 h 65309"/>
                        <a:gd name="connsiteX8" fmla="*/ 184 w 53541"/>
                        <a:gd name="connsiteY8" fmla="*/ 35640 h 65309"/>
                        <a:gd name="connsiteX9" fmla="*/ 4375 w 53541"/>
                        <a:gd name="connsiteY9" fmla="*/ 21829 h 65309"/>
                        <a:gd name="connsiteX10" fmla="*/ 12566 w 53541"/>
                        <a:gd name="connsiteY10" fmla="*/ 9828 h 65309"/>
                        <a:gd name="connsiteX11" fmla="*/ 23044 w 53541"/>
                        <a:gd name="connsiteY11" fmla="*/ 2303 h 65309"/>
                        <a:gd name="connsiteX12" fmla="*/ 43523 w 53541"/>
                        <a:gd name="connsiteY12" fmla="*/ 3160 h 653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541" h="65309">
                          <a:moveTo>
                            <a:pt x="43523" y="3160"/>
                          </a:moveTo>
                          <a:cubicBezTo>
                            <a:pt x="49237" y="7065"/>
                            <a:pt x="52476" y="13638"/>
                            <a:pt x="53334" y="20686"/>
                          </a:cubicBezTo>
                          <a:cubicBezTo>
                            <a:pt x="53714" y="24115"/>
                            <a:pt x="53524" y="27735"/>
                            <a:pt x="53143" y="31830"/>
                          </a:cubicBezTo>
                          <a:cubicBezTo>
                            <a:pt x="52571" y="35736"/>
                            <a:pt x="51428" y="39736"/>
                            <a:pt x="49523" y="43546"/>
                          </a:cubicBezTo>
                          <a:cubicBezTo>
                            <a:pt x="47618" y="47356"/>
                            <a:pt x="45047" y="50690"/>
                            <a:pt x="42570" y="53833"/>
                          </a:cubicBezTo>
                          <a:cubicBezTo>
                            <a:pt x="39998" y="56881"/>
                            <a:pt x="37046" y="59453"/>
                            <a:pt x="33807" y="61358"/>
                          </a:cubicBezTo>
                          <a:cubicBezTo>
                            <a:pt x="27425" y="65168"/>
                            <a:pt x="20186" y="66501"/>
                            <a:pt x="13709" y="64120"/>
                          </a:cubicBezTo>
                          <a:cubicBezTo>
                            <a:pt x="7232" y="61739"/>
                            <a:pt x="2851" y="56024"/>
                            <a:pt x="946" y="48309"/>
                          </a:cubicBezTo>
                          <a:cubicBezTo>
                            <a:pt x="-7" y="44499"/>
                            <a:pt x="-197" y="40212"/>
                            <a:pt x="184" y="35640"/>
                          </a:cubicBezTo>
                          <a:cubicBezTo>
                            <a:pt x="469" y="31068"/>
                            <a:pt x="2089" y="26401"/>
                            <a:pt x="4375" y="21829"/>
                          </a:cubicBezTo>
                          <a:cubicBezTo>
                            <a:pt x="6661" y="17257"/>
                            <a:pt x="9423" y="13161"/>
                            <a:pt x="12566" y="9828"/>
                          </a:cubicBezTo>
                          <a:cubicBezTo>
                            <a:pt x="15519" y="6399"/>
                            <a:pt x="19329" y="3922"/>
                            <a:pt x="23044" y="2303"/>
                          </a:cubicBezTo>
                          <a:cubicBezTo>
                            <a:pt x="30473" y="-1031"/>
                            <a:pt x="37808" y="-745"/>
                            <a:pt x="43523" y="3160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6" name="Forme libre : forme 13415">
                      <a:extLst>
                        <a:ext uri="{FF2B5EF4-FFF2-40B4-BE49-F238E27FC236}">
                          <a16:creationId xmlns:a16="http://schemas.microsoft.com/office/drawing/2014/main" id="{E170D46F-20A6-4A4A-B898-9E33FEE278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6200" y="2026253"/>
                      <a:ext cx="53245" cy="35479"/>
                    </a:xfrm>
                    <a:custGeom>
                      <a:avLst/>
                      <a:gdLst>
                        <a:gd name="connsiteX0" fmla="*/ 0 w 53245"/>
                        <a:gd name="connsiteY0" fmla="*/ 12478 h 35479"/>
                        <a:gd name="connsiteX1" fmla="*/ 13621 w 53245"/>
                        <a:gd name="connsiteY1" fmla="*/ 34290 h 35479"/>
                        <a:gd name="connsiteX2" fmla="*/ 33719 w 53245"/>
                        <a:gd name="connsiteY2" fmla="*/ 31528 h 35479"/>
                        <a:gd name="connsiteX3" fmla="*/ 42482 w 53245"/>
                        <a:gd name="connsiteY3" fmla="*/ 24003 h 35479"/>
                        <a:gd name="connsiteX4" fmla="*/ 49435 w 53245"/>
                        <a:gd name="connsiteY4" fmla="*/ 13716 h 35479"/>
                        <a:gd name="connsiteX5" fmla="*/ 53245 w 53245"/>
                        <a:gd name="connsiteY5" fmla="*/ 0 h 35479"/>
                        <a:gd name="connsiteX6" fmla="*/ 48196 w 53245"/>
                        <a:gd name="connsiteY6" fmla="*/ 6191 h 35479"/>
                        <a:gd name="connsiteX7" fmla="*/ 24765 w 53245"/>
                        <a:gd name="connsiteY7" fmla="*/ 15335 h 35479"/>
                        <a:gd name="connsiteX8" fmla="*/ 0 w 53245"/>
                        <a:gd name="connsiteY8" fmla="*/ 12478 h 35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245" h="35479">
                          <a:moveTo>
                            <a:pt x="0" y="12478"/>
                          </a:moveTo>
                          <a:cubicBezTo>
                            <a:pt x="667" y="23050"/>
                            <a:pt x="5525" y="31337"/>
                            <a:pt x="13621" y="34290"/>
                          </a:cubicBezTo>
                          <a:cubicBezTo>
                            <a:pt x="20098" y="36671"/>
                            <a:pt x="27337" y="35338"/>
                            <a:pt x="33719" y="31528"/>
                          </a:cubicBezTo>
                          <a:cubicBezTo>
                            <a:pt x="36957" y="29623"/>
                            <a:pt x="39910" y="27051"/>
                            <a:pt x="42482" y="24003"/>
                          </a:cubicBezTo>
                          <a:cubicBezTo>
                            <a:pt x="44958" y="20765"/>
                            <a:pt x="47530" y="17526"/>
                            <a:pt x="49435" y="13716"/>
                          </a:cubicBezTo>
                          <a:cubicBezTo>
                            <a:pt x="51721" y="9239"/>
                            <a:pt x="52864" y="4572"/>
                            <a:pt x="53245" y="0"/>
                          </a:cubicBezTo>
                          <a:cubicBezTo>
                            <a:pt x="52007" y="2286"/>
                            <a:pt x="50388" y="4382"/>
                            <a:pt x="48196" y="6191"/>
                          </a:cubicBezTo>
                          <a:cubicBezTo>
                            <a:pt x="41815" y="10763"/>
                            <a:pt x="32957" y="13716"/>
                            <a:pt x="24765" y="15335"/>
                          </a:cubicBezTo>
                          <a:cubicBezTo>
                            <a:pt x="16383" y="16764"/>
                            <a:pt x="7525" y="16192"/>
                            <a:pt x="0" y="12478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7" name="Forme libre : forme 13416">
                      <a:extLst>
                        <a:ext uri="{FF2B5EF4-FFF2-40B4-BE49-F238E27FC236}">
                          <a16:creationId xmlns:a16="http://schemas.microsoft.com/office/drawing/2014/main" id="{B4715C36-C210-4BDD-9F08-F773DD0A98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72546" y="1996502"/>
                      <a:ext cx="53616" cy="63995"/>
                    </a:xfrm>
                    <a:custGeom>
                      <a:avLst/>
                      <a:gdLst>
                        <a:gd name="connsiteX0" fmla="*/ 43565 w 53616"/>
                        <a:gd name="connsiteY0" fmla="*/ 3366 h 63995"/>
                        <a:gd name="connsiteX1" fmla="*/ 53376 w 53616"/>
                        <a:gd name="connsiteY1" fmla="*/ 20892 h 63995"/>
                        <a:gd name="connsiteX2" fmla="*/ 52995 w 53616"/>
                        <a:gd name="connsiteY2" fmla="*/ 31560 h 63995"/>
                        <a:gd name="connsiteX3" fmla="*/ 49470 w 53616"/>
                        <a:gd name="connsiteY3" fmla="*/ 43085 h 63995"/>
                        <a:gd name="connsiteX4" fmla="*/ 42422 w 53616"/>
                        <a:gd name="connsiteY4" fmla="*/ 52896 h 63995"/>
                        <a:gd name="connsiteX5" fmla="*/ 33754 w 53616"/>
                        <a:gd name="connsiteY5" fmla="*/ 60230 h 63995"/>
                        <a:gd name="connsiteX6" fmla="*/ 13752 w 53616"/>
                        <a:gd name="connsiteY6" fmla="*/ 62707 h 63995"/>
                        <a:gd name="connsiteX7" fmla="*/ 988 w 53616"/>
                        <a:gd name="connsiteY7" fmla="*/ 46895 h 63995"/>
                        <a:gd name="connsiteX8" fmla="*/ 226 w 53616"/>
                        <a:gd name="connsiteY8" fmla="*/ 34322 h 63995"/>
                        <a:gd name="connsiteX9" fmla="*/ 4608 w 53616"/>
                        <a:gd name="connsiteY9" fmla="*/ 20797 h 63995"/>
                        <a:gd name="connsiteX10" fmla="*/ 12609 w 53616"/>
                        <a:gd name="connsiteY10" fmla="*/ 9081 h 63995"/>
                        <a:gd name="connsiteX11" fmla="*/ 23372 w 53616"/>
                        <a:gd name="connsiteY11" fmla="*/ 1937 h 63995"/>
                        <a:gd name="connsiteX12" fmla="*/ 43565 w 53616"/>
                        <a:gd name="connsiteY12" fmla="*/ 3366 h 63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616" h="63995">
                          <a:moveTo>
                            <a:pt x="43565" y="3366"/>
                          </a:moveTo>
                          <a:cubicBezTo>
                            <a:pt x="49185" y="7367"/>
                            <a:pt x="52423" y="14034"/>
                            <a:pt x="53376" y="20892"/>
                          </a:cubicBezTo>
                          <a:cubicBezTo>
                            <a:pt x="53852" y="24416"/>
                            <a:pt x="53567" y="27750"/>
                            <a:pt x="52995" y="31560"/>
                          </a:cubicBezTo>
                          <a:cubicBezTo>
                            <a:pt x="52518" y="35465"/>
                            <a:pt x="51375" y="39371"/>
                            <a:pt x="49470" y="43085"/>
                          </a:cubicBezTo>
                          <a:cubicBezTo>
                            <a:pt x="47661" y="46895"/>
                            <a:pt x="45089" y="49943"/>
                            <a:pt x="42422" y="52896"/>
                          </a:cubicBezTo>
                          <a:cubicBezTo>
                            <a:pt x="39851" y="55944"/>
                            <a:pt x="36898" y="58421"/>
                            <a:pt x="33754" y="60230"/>
                          </a:cubicBezTo>
                          <a:cubicBezTo>
                            <a:pt x="27373" y="63945"/>
                            <a:pt x="20229" y="65183"/>
                            <a:pt x="13752" y="62707"/>
                          </a:cubicBezTo>
                          <a:cubicBezTo>
                            <a:pt x="7275" y="60230"/>
                            <a:pt x="2893" y="54515"/>
                            <a:pt x="988" y="46895"/>
                          </a:cubicBezTo>
                          <a:cubicBezTo>
                            <a:pt x="36" y="43085"/>
                            <a:pt x="-250" y="38799"/>
                            <a:pt x="226" y="34322"/>
                          </a:cubicBezTo>
                          <a:cubicBezTo>
                            <a:pt x="798" y="29846"/>
                            <a:pt x="2417" y="25274"/>
                            <a:pt x="4608" y="20797"/>
                          </a:cubicBezTo>
                          <a:cubicBezTo>
                            <a:pt x="6798" y="16320"/>
                            <a:pt x="9561" y="12320"/>
                            <a:pt x="12609" y="9081"/>
                          </a:cubicBezTo>
                          <a:cubicBezTo>
                            <a:pt x="15752" y="5843"/>
                            <a:pt x="19752" y="3557"/>
                            <a:pt x="23372" y="1937"/>
                          </a:cubicBezTo>
                          <a:cubicBezTo>
                            <a:pt x="30706" y="-1015"/>
                            <a:pt x="37945" y="-634"/>
                            <a:pt x="43565" y="336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8" name="Forme libre : forme 13417">
                      <a:extLst>
                        <a:ext uri="{FF2B5EF4-FFF2-40B4-BE49-F238E27FC236}">
                          <a16:creationId xmlns:a16="http://schemas.microsoft.com/office/drawing/2014/main" id="{AEE74922-4AC0-44C3-A4E0-260A81CEA3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6464" y="2023212"/>
                      <a:ext cx="103778" cy="70515"/>
                    </a:xfrm>
                    <a:custGeom>
                      <a:avLst/>
                      <a:gdLst>
                        <a:gd name="connsiteX0" fmla="*/ 37356 w 103778"/>
                        <a:gd name="connsiteY0" fmla="*/ 65811 h 70515"/>
                        <a:gd name="connsiteX1" fmla="*/ 60120 w 103778"/>
                        <a:gd name="connsiteY1" fmla="*/ 70478 h 70515"/>
                        <a:gd name="connsiteX2" fmla="*/ 79837 w 103778"/>
                        <a:gd name="connsiteY2" fmla="*/ 63239 h 70515"/>
                        <a:gd name="connsiteX3" fmla="*/ 87552 w 103778"/>
                        <a:gd name="connsiteY3" fmla="*/ 56286 h 70515"/>
                        <a:gd name="connsiteX4" fmla="*/ 94125 w 103778"/>
                        <a:gd name="connsiteY4" fmla="*/ 48761 h 70515"/>
                        <a:gd name="connsiteX5" fmla="*/ 101459 w 103778"/>
                        <a:gd name="connsiteY5" fmla="*/ 34569 h 70515"/>
                        <a:gd name="connsiteX6" fmla="*/ 103554 w 103778"/>
                        <a:gd name="connsiteY6" fmla="*/ 19805 h 70515"/>
                        <a:gd name="connsiteX7" fmla="*/ 98887 w 103778"/>
                        <a:gd name="connsiteY7" fmla="*/ 7803 h 70515"/>
                        <a:gd name="connsiteX8" fmla="*/ 88410 w 103778"/>
                        <a:gd name="connsiteY8" fmla="*/ 374 h 70515"/>
                        <a:gd name="connsiteX9" fmla="*/ 72980 w 103778"/>
                        <a:gd name="connsiteY9" fmla="*/ 4374 h 70515"/>
                        <a:gd name="connsiteX10" fmla="*/ 54882 w 103778"/>
                        <a:gd name="connsiteY10" fmla="*/ 12471 h 70515"/>
                        <a:gd name="connsiteX11" fmla="*/ 35927 w 103778"/>
                        <a:gd name="connsiteY11" fmla="*/ 19233 h 70515"/>
                        <a:gd name="connsiteX12" fmla="*/ 13353 w 103778"/>
                        <a:gd name="connsiteY12" fmla="*/ 26663 h 70515"/>
                        <a:gd name="connsiteX13" fmla="*/ 18 w 103778"/>
                        <a:gd name="connsiteY13" fmla="*/ 44475 h 70515"/>
                        <a:gd name="connsiteX14" fmla="*/ 37356 w 103778"/>
                        <a:gd name="connsiteY14" fmla="*/ 65811 h 70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03778" h="70515">
                          <a:moveTo>
                            <a:pt x="37356" y="65811"/>
                          </a:moveTo>
                          <a:cubicBezTo>
                            <a:pt x="44690" y="68287"/>
                            <a:pt x="52405" y="70859"/>
                            <a:pt x="60120" y="70478"/>
                          </a:cubicBezTo>
                          <a:cubicBezTo>
                            <a:pt x="67550" y="70192"/>
                            <a:pt x="74217" y="67335"/>
                            <a:pt x="79837" y="63239"/>
                          </a:cubicBezTo>
                          <a:cubicBezTo>
                            <a:pt x="82695" y="61239"/>
                            <a:pt x="85267" y="58762"/>
                            <a:pt x="87552" y="56286"/>
                          </a:cubicBezTo>
                          <a:cubicBezTo>
                            <a:pt x="90029" y="53905"/>
                            <a:pt x="92220" y="51333"/>
                            <a:pt x="94125" y="48761"/>
                          </a:cubicBezTo>
                          <a:cubicBezTo>
                            <a:pt x="97268" y="44380"/>
                            <a:pt x="99840" y="39617"/>
                            <a:pt x="101459" y="34569"/>
                          </a:cubicBezTo>
                          <a:cubicBezTo>
                            <a:pt x="103364" y="29997"/>
                            <a:pt x="104221" y="25139"/>
                            <a:pt x="103554" y="19805"/>
                          </a:cubicBezTo>
                          <a:cubicBezTo>
                            <a:pt x="103174" y="15900"/>
                            <a:pt x="101364" y="11232"/>
                            <a:pt x="98887" y="7803"/>
                          </a:cubicBezTo>
                          <a:cubicBezTo>
                            <a:pt x="96411" y="4279"/>
                            <a:pt x="92982" y="1327"/>
                            <a:pt x="88410" y="374"/>
                          </a:cubicBezTo>
                          <a:cubicBezTo>
                            <a:pt x="82695" y="-1055"/>
                            <a:pt x="77837" y="1898"/>
                            <a:pt x="72980" y="4374"/>
                          </a:cubicBezTo>
                          <a:cubicBezTo>
                            <a:pt x="67264" y="7327"/>
                            <a:pt x="61263" y="9994"/>
                            <a:pt x="54882" y="12471"/>
                          </a:cubicBezTo>
                          <a:cubicBezTo>
                            <a:pt x="48596" y="14947"/>
                            <a:pt x="42499" y="17328"/>
                            <a:pt x="35927" y="19233"/>
                          </a:cubicBezTo>
                          <a:cubicBezTo>
                            <a:pt x="30402" y="20853"/>
                            <a:pt x="21258" y="22853"/>
                            <a:pt x="13353" y="26663"/>
                          </a:cubicBezTo>
                          <a:cubicBezTo>
                            <a:pt x="5447" y="30473"/>
                            <a:pt x="-363" y="36188"/>
                            <a:pt x="18" y="44475"/>
                          </a:cubicBezTo>
                          <a:cubicBezTo>
                            <a:pt x="1065" y="59143"/>
                            <a:pt x="27069" y="62191"/>
                            <a:pt x="37356" y="6581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9" name="Forme libre : forme 13418">
                      <a:extLst>
                        <a:ext uri="{FF2B5EF4-FFF2-40B4-BE49-F238E27FC236}">
                          <a16:creationId xmlns:a16="http://schemas.microsoft.com/office/drawing/2014/main" id="{D75978C1-1386-4F64-83CD-A9AAED5D84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4537" y="2035271"/>
                      <a:ext cx="18717" cy="33453"/>
                    </a:xfrm>
                    <a:custGeom>
                      <a:avLst/>
                      <a:gdLst>
                        <a:gd name="connsiteX0" fmla="*/ 7566 w 18717"/>
                        <a:gd name="connsiteY0" fmla="*/ 29844 h 33453"/>
                        <a:gd name="connsiteX1" fmla="*/ 12043 w 18717"/>
                        <a:gd name="connsiteY1" fmla="*/ 33178 h 33453"/>
                        <a:gd name="connsiteX2" fmla="*/ 17282 w 18717"/>
                        <a:gd name="connsiteY2" fmla="*/ 32035 h 33453"/>
                        <a:gd name="connsiteX3" fmla="*/ 18710 w 18717"/>
                        <a:gd name="connsiteY3" fmla="*/ 27082 h 33453"/>
                        <a:gd name="connsiteX4" fmla="*/ 18329 w 18717"/>
                        <a:gd name="connsiteY4" fmla="*/ 13556 h 33453"/>
                        <a:gd name="connsiteX5" fmla="*/ 17091 w 18717"/>
                        <a:gd name="connsiteY5" fmla="*/ 8127 h 33453"/>
                        <a:gd name="connsiteX6" fmla="*/ 613 w 18717"/>
                        <a:gd name="connsiteY6" fmla="*/ 5936 h 33453"/>
                        <a:gd name="connsiteX7" fmla="*/ 7566 w 18717"/>
                        <a:gd name="connsiteY7" fmla="*/ 29844 h 33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717" h="33453">
                          <a:moveTo>
                            <a:pt x="7566" y="29844"/>
                          </a:moveTo>
                          <a:cubicBezTo>
                            <a:pt x="8804" y="31273"/>
                            <a:pt x="10328" y="32606"/>
                            <a:pt x="12043" y="33178"/>
                          </a:cubicBezTo>
                          <a:cubicBezTo>
                            <a:pt x="13852" y="33749"/>
                            <a:pt x="15948" y="33463"/>
                            <a:pt x="17282" y="32035"/>
                          </a:cubicBezTo>
                          <a:cubicBezTo>
                            <a:pt x="18425" y="30701"/>
                            <a:pt x="18615" y="28892"/>
                            <a:pt x="18710" y="27082"/>
                          </a:cubicBezTo>
                          <a:cubicBezTo>
                            <a:pt x="18710" y="22510"/>
                            <a:pt x="18806" y="18033"/>
                            <a:pt x="18329" y="13556"/>
                          </a:cubicBezTo>
                          <a:cubicBezTo>
                            <a:pt x="18139" y="11651"/>
                            <a:pt x="17853" y="9842"/>
                            <a:pt x="17091" y="8127"/>
                          </a:cubicBezTo>
                          <a:cubicBezTo>
                            <a:pt x="13852" y="983"/>
                            <a:pt x="3280" y="-4827"/>
                            <a:pt x="613" y="5936"/>
                          </a:cubicBezTo>
                          <a:cubicBezTo>
                            <a:pt x="-1578" y="14318"/>
                            <a:pt x="2423" y="24034"/>
                            <a:pt x="7566" y="2984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0" name="Forme libre : forme 13419">
                      <a:extLst>
                        <a:ext uri="{FF2B5EF4-FFF2-40B4-BE49-F238E27FC236}">
                          <a16:creationId xmlns:a16="http://schemas.microsoft.com/office/drawing/2014/main" id="{B9163FC6-0ADC-4781-8FE9-187D960068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32875" y="1984724"/>
                      <a:ext cx="21716" cy="57340"/>
                    </a:xfrm>
                    <a:custGeom>
                      <a:avLst/>
                      <a:gdLst>
                        <a:gd name="connsiteX0" fmla="*/ 0 w 21716"/>
                        <a:gd name="connsiteY0" fmla="*/ 0 h 57340"/>
                        <a:gd name="connsiteX1" fmla="*/ 13335 w 21716"/>
                        <a:gd name="connsiteY1" fmla="*/ 16288 h 57340"/>
                        <a:gd name="connsiteX2" fmla="*/ 19812 w 21716"/>
                        <a:gd name="connsiteY2" fmla="*/ 35338 h 57340"/>
                        <a:gd name="connsiteX3" fmla="*/ 20955 w 21716"/>
                        <a:gd name="connsiteY3" fmla="*/ 57341 h 57340"/>
                        <a:gd name="connsiteX4" fmla="*/ 18765 w 21716"/>
                        <a:gd name="connsiteY4" fmla="*/ 41243 h 57340"/>
                        <a:gd name="connsiteX5" fmla="*/ 13049 w 21716"/>
                        <a:gd name="connsiteY5" fmla="*/ 22479 h 57340"/>
                        <a:gd name="connsiteX6" fmla="*/ 0 w 21716"/>
                        <a:gd name="connsiteY6" fmla="*/ 0 h 57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716" h="57340">
                          <a:moveTo>
                            <a:pt x="0" y="0"/>
                          </a:moveTo>
                          <a:cubicBezTo>
                            <a:pt x="0" y="0"/>
                            <a:pt x="7620" y="5810"/>
                            <a:pt x="13335" y="16288"/>
                          </a:cubicBezTo>
                          <a:cubicBezTo>
                            <a:pt x="16193" y="21527"/>
                            <a:pt x="18765" y="28004"/>
                            <a:pt x="19812" y="35338"/>
                          </a:cubicBezTo>
                          <a:cubicBezTo>
                            <a:pt x="21336" y="42482"/>
                            <a:pt x="22574" y="49816"/>
                            <a:pt x="20955" y="57341"/>
                          </a:cubicBezTo>
                          <a:cubicBezTo>
                            <a:pt x="20955" y="57341"/>
                            <a:pt x="21527" y="51435"/>
                            <a:pt x="18765" y="41243"/>
                          </a:cubicBezTo>
                          <a:cubicBezTo>
                            <a:pt x="17145" y="36195"/>
                            <a:pt x="15812" y="29623"/>
                            <a:pt x="13049" y="22479"/>
                          </a:cubicBezTo>
                          <a:cubicBezTo>
                            <a:pt x="10383" y="15335"/>
                            <a:pt x="6287" y="7811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1" name="Forme libre : forme 13420">
                      <a:extLst>
                        <a:ext uri="{FF2B5EF4-FFF2-40B4-BE49-F238E27FC236}">
                          <a16:creationId xmlns:a16="http://schemas.microsoft.com/office/drawing/2014/main" id="{964D4AAE-1A7E-4D3E-9B2F-6691EEA10F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6201" y="2038730"/>
                      <a:ext cx="32567" cy="63055"/>
                    </a:xfrm>
                    <a:custGeom>
                      <a:avLst/>
                      <a:gdLst>
                        <a:gd name="connsiteX0" fmla="*/ 2184 w 32567"/>
                        <a:gd name="connsiteY0" fmla="*/ 0 h 63055"/>
                        <a:gd name="connsiteX1" fmla="*/ 564 w 32567"/>
                        <a:gd name="connsiteY1" fmla="*/ 7525 h 63055"/>
                        <a:gd name="connsiteX2" fmla="*/ 659 w 32567"/>
                        <a:gd name="connsiteY2" fmla="*/ 25337 h 63055"/>
                        <a:gd name="connsiteX3" fmla="*/ 9137 w 32567"/>
                        <a:gd name="connsiteY3" fmla="*/ 46196 h 63055"/>
                        <a:gd name="connsiteX4" fmla="*/ 32568 w 32567"/>
                        <a:gd name="connsiteY4" fmla="*/ 63056 h 63055"/>
                        <a:gd name="connsiteX5" fmla="*/ 14756 w 32567"/>
                        <a:gd name="connsiteY5" fmla="*/ 48101 h 63055"/>
                        <a:gd name="connsiteX6" fmla="*/ 3898 w 32567"/>
                        <a:gd name="connsiteY6" fmla="*/ 28480 h 63055"/>
                        <a:gd name="connsiteX7" fmla="*/ 2184 w 32567"/>
                        <a:gd name="connsiteY7" fmla="*/ 0 h 63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567" h="63055">
                          <a:moveTo>
                            <a:pt x="2184" y="0"/>
                          </a:moveTo>
                          <a:cubicBezTo>
                            <a:pt x="2184" y="0"/>
                            <a:pt x="1040" y="2953"/>
                            <a:pt x="564" y="7525"/>
                          </a:cubicBezTo>
                          <a:cubicBezTo>
                            <a:pt x="-7" y="12097"/>
                            <a:pt x="-388" y="18479"/>
                            <a:pt x="659" y="25337"/>
                          </a:cubicBezTo>
                          <a:cubicBezTo>
                            <a:pt x="1707" y="32195"/>
                            <a:pt x="3898" y="39624"/>
                            <a:pt x="9137" y="46196"/>
                          </a:cubicBezTo>
                          <a:cubicBezTo>
                            <a:pt x="14185" y="52864"/>
                            <a:pt x="21710" y="58769"/>
                            <a:pt x="32568" y="63056"/>
                          </a:cubicBezTo>
                          <a:cubicBezTo>
                            <a:pt x="32568" y="63056"/>
                            <a:pt x="23424" y="58293"/>
                            <a:pt x="14756" y="48101"/>
                          </a:cubicBezTo>
                          <a:cubicBezTo>
                            <a:pt x="10280" y="43053"/>
                            <a:pt x="6374" y="36481"/>
                            <a:pt x="3898" y="28480"/>
                          </a:cubicBezTo>
                          <a:cubicBezTo>
                            <a:pt x="1422" y="20479"/>
                            <a:pt x="88" y="11049"/>
                            <a:pt x="218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2" name="Forme libre : forme 13421">
                      <a:extLst>
                        <a:ext uri="{FF2B5EF4-FFF2-40B4-BE49-F238E27FC236}">
                          <a16:creationId xmlns:a16="http://schemas.microsoft.com/office/drawing/2014/main" id="{BB4C9542-2736-40D1-AF12-1C03E7608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74970" y="2006662"/>
                      <a:ext cx="22395" cy="22576"/>
                    </a:xfrm>
                    <a:custGeom>
                      <a:avLst/>
                      <a:gdLst>
                        <a:gd name="connsiteX0" fmla="*/ 21044 w 22395"/>
                        <a:gd name="connsiteY0" fmla="*/ 1875 h 22576"/>
                        <a:gd name="connsiteX1" fmla="*/ 16948 w 22395"/>
                        <a:gd name="connsiteY1" fmla="*/ 17115 h 22576"/>
                        <a:gd name="connsiteX2" fmla="*/ 1517 w 22395"/>
                        <a:gd name="connsiteY2" fmla="*/ 21115 h 22576"/>
                        <a:gd name="connsiteX3" fmla="*/ 5709 w 22395"/>
                        <a:gd name="connsiteY3" fmla="*/ 5399 h 22576"/>
                        <a:gd name="connsiteX4" fmla="*/ 21044 w 22395"/>
                        <a:gd name="connsiteY4" fmla="*/ 1875 h 22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395" h="22576">
                          <a:moveTo>
                            <a:pt x="21044" y="1875"/>
                          </a:moveTo>
                          <a:cubicBezTo>
                            <a:pt x="23806" y="5208"/>
                            <a:pt x="22282" y="11971"/>
                            <a:pt x="16948" y="17115"/>
                          </a:cubicBezTo>
                          <a:cubicBezTo>
                            <a:pt x="11709" y="22258"/>
                            <a:pt x="4756" y="24163"/>
                            <a:pt x="1517" y="21115"/>
                          </a:cubicBezTo>
                          <a:cubicBezTo>
                            <a:pt x="-1626" y="18067"/>
                            <a:pt x="279" y="10828"/>
                            <a:pt x="5709" y="5399"/>
                          </a:cubicBezTo>
                          <a:cubicBezTo>
                            <a:pt x="11138" y="-221"/>
                            <a:pt x="18091" y="-1555"/>
                            <a:pt x="21044" y="187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3" name="Forme libre : forme 13422">
                      <a:extLst>
                        <a:ext uri="{FF2B5EF4-FFF2-40B4-BE49-F238E27FC236}">
                          <a16:creationId xmlns:a16="http://schemas.microsoft.com/office/drawing/2014/main" id="{4E59E68C-DB16-45BA-B838-21EF868E5C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90665" y="2003823"/>
                      <a:ext cx="7329" cy="7226"/>
                    </a:xfrm>
                    <a:custGeom>
                      <a:avLst/>
                      <a:gdLst>
                        <a:gd name="connsiteX0" fmla="*/ 5634 w 7329"/>
                        <a:gd name="connsiteY0" fmla="*/ 522 h 7226"/>
                        <a:gd name="connsiteX1" fmla="*/ 6777 w 7329"/>
                        <a:gd name="connsiteY1" fmla="*/ 5380 h 7226"/>
                        <a:gd name="connsiteX2" fmla="*/ 1919 w 7329"/>
                        <a:gd name="connsiteY2" fmla="*/ 6809 h 7226"/>
                        <a:gd name="connsiteX3" fmla="*/ 586 w 7329"/>
                        <a:gd name="connsiteY3" fmla="*/ 1856 h 7226"/>
                        <a:gd name="connsiteX4" fmla="*/ 5634 w 7329"/>
                        <a:gd name="connsiteY4" fmla="*/ 522 h 7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29" h="7226">
                          <a:moveTo>
                            <a:pt x="5634" y="522"/>
                          </a:moveTo>
                          <a:cubicBezTo>
                            <a:pt x="7349" y="1570"/>
                            <a:pt x="7825" y="3761"/>
                            <a:pt x="6777" y="5380"/>
                          </a:cubicBezTo>
                          <a:cubicBezTo>
                            <a:pt x="5634" y="6999"/>
                            <a:pt x="3729" y="7761"/>
                            <a:pt x="1919" y="6809"/>
                          </a:cubicBezTo>
                          <a:cubicBezTo>
                            <a:pt x="205" y="5856"/>
                            <a:pt x="-653" y="3570"/>
                            <a:pt x="586" y="1856"/>
                          </a:cubicBezTo>
                          <a:cubicBezTo>
                            <a:pt x="1633" y="46"/>
                            <a:pt x="3920" y="-526"/>
                            <a:pt x="5634" y="5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4" name="Forme libre : forme 13423">
                      <a:extLst>
                        <a:ext uri="{FF2B5EF4-FFF2-40B4-BE49-F238E27FC236}">
                          <a16:creationId xmlns:a16="http://schemas.microsoft.com/office/drawing/2014/main" id="{A52AB4AF-CBFF-4A8A-9E41-67275039B3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0690" y="1964587"/>
                      <a:ext cx="81657" cy="49455"/>
                    </a:xfrm>
                    <a:custGeom>
                      <a:avLst/>
                      <a:gdLst>
                        <a:gd name="connsiteX0" fmla="*/ 48655 w 81657"/>
                        <a:gd name="connsiteY0" fmla="*/ 896 h 49455"/>
                        <a:gd name="connsiteX1" fmla="*/ 76659 w 81657"/>
                        <a:gd name="connsiteY1" fmla="*/ 16041 h 49455"/>
                        <a:gd name="connsiteX2" fmla="*/ 81136 w 81657"/>
                        <a:gd name="connsiteY2" fmla="*/ 25947 h 49455"/>
                        <a:gd name="connsiteX3" fmla="*/ 71611 w 81657"/>
                        <a:gd name="connsiteY3" fmla="*/ 28328 h 49455"/>
                        <a:gd name="connsiteX4" fmla="*/ 38463 w 81657"/>
                        <a:gd name="connsiteY4" fmla="*/ 26233 h 49455"/>
                        <a:gd name="connsiteX5" fmla="*/ 30082 w 81657"/>
                        <a:gd name="connsiteY5" fmla="*/ 31948 h 49455"/>
                        <a:gd name="connsiteX6" fmla="*/ 19319 w 81657"/>
                        <a:gd name="connsiteY6" fmla="*/ 41378 h 49455"/>
                        <a:gd name="connsiteX7" fmla="*/ 1221 w 81657"/>
                        <a:gd name="connsiteY7" fmla="*/ 47188 h 49455"/>
                        <a:gd name="connsiteX8" fmla="*/ 6079 w 81657"/>
                        <a:gd name="connsiteY8" fmla="*/ 24232 h 49455"/>
                        <a:gd name="connsiteX9" fmla="*/ 15032 w 81657"/>
                        <a:gd name="connsiteY9" fmla="*/ 12612 h 49455"/>
                        <a:gd name="connsiteX10" fmla="*/ 23510 w 81657"/>
                        <a:gd name="connsiteY10" fmla="*/ 5278 h 49455"/>
                        <a:gd name="connsiteX11" fmla="*/ 36082 w 81657"/>
                        <a:gd name="connsiteY11" fmla="*/ 229 h 49455"/>
                        <a:gd name="connsiteX12" fmla="*/ 48655 w 81657"/>
                        <a:gd name="connsiteY12" fmla="*/ 896 h 49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1657" h="49455">
                          <a:moveTo>
                            <a:pt x="48655" y="896"/>
                          </a:moveTo>
                          <a:cubicBezTo>
                            <a:pt x="59228" y="3182"/>
                            <a:pt x="68372" y="9183"/>
                            <a:pt x="76659" y="16041"/>
                          </a:cubicBezTo>
                          <a:cubicBezTo>
                            <a:pt x="79707" y="18613"/>
                            <a:pt x="82945" y="22518"/>
                            <a:pt x="81136" y="25947"/>
                          </a:cubicBezTo>
                          <a:cubicBezTo>
                            <a:pt x="79516" y="29090"/>
                            <a:pt x="74944" y="28900"/>
                            <a:pt x="71611" y="28328"/>
                          </a:cubicBezTo>
                          <a:cubicBezTo>
                            <a:pt x="60943" y="26328"/>
                            <a:pt x="49798" y="21851"/>
                            <a:pt x="38463" y="26233"/>
                          </a:cubicBezTo>
                          <a:cubicBezTo>
                            <a:pt x="36749" y="26899"/>
                            <a:pt x="33606" y="29090"/>
                            <a:pt x="30082" y="31948"/>
                          </a:cubicBezTo>
                          <a:cubicBezTo>
                            <a:pt x="26843" y="34805"/>
                            <a:pt x="23128" y="38329"/>
                            <a:pt x="19319" y="41378"/>
                          </a:cubicBezTo>
                          <a:cubicBezTo>
                            <a:pt x="11793" y="47569"/>
                            <a:pt x="4174" y="52522"/>
                            <a:pt x="1221" y="47188"/>
                          </a:cubicBezTo>
                          <a:cubicBezTo>
                            <a:pt x="-1827" y="41854"/>
                            <a:pt x="1221" y="32710"/>
                            <a:pt x="6079" y="24232"/>
                          </a:cubicBezTo>
                          <a:cubicBezTo>
                            <a:pt x="8269" y="20041"/>
                            <a:pt x="11793" y="15946"/>
                            <a:pt x="15032" y="12612"/>
                          </a:cubicBezTo>
                          <a:cubicBezTo>
                            <a:pt x="18270" y="9278"/>
                            <a:pt x="21318" y="6611"/>
                            <a:pt x="23510" y="5278"/>
                          </a:cubicBezTo>
                          <a:cubicBezTo>
                            <a:pt x="27605" y="2706"/>
                            <a:pt x="31891" y="991"/>
                            <a:pt x="36082" y="229"/>
                          </a:cubicBezTo>
                          <a:cubicBezTo>
                            <a:pt x="40464" y="-247"/>
                            <a:pt x="44655" y="39"/>
                            <a:pt x="48655" y="89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31" name="Graphique 1">
                    <a:extLst>
                      <a:ext uri="{FF2B5EF4-FFF2-40B4-BE49-F238E27FC236}">
                        <a16:creationId xmlns:a16="http://schemas.microsoft.com/office/drawing/2014/main" id="{42FD412A-50C7-4C23-B8E9-76A411673200}"/>
                      </a:ext>
                    </a:extLst>
                  </p:cNvPr>
                  <p:cNvGrpSpPr/>
                  <p:nvPr/>
                </p:nvGrpSpPr>
                <p:grpSpPr>
                  <a:xfrm>
                    <a:off x="7696662" y="1843836"/>
                    <a:ext cx="168596" cy="154112"/>
                    <a:chOff x="7696662" y="1843836"/>
                    <a:chExt cx="168596" cy="154112"/>
                  </a:xfrm>
                  <a:solidFill>
                    <a:schemeClr val="accent1"/>
                  </a:solidFill>
                </p:grpSpPr>
                <p:sp>
                  <p:nvSpPr>
                    <p:cNvPr id="13401" name="Forme libre : forme 13400">
                      <a:extLst>
                        <a:ext uri="{FF2B5EF4-FFF2-40B4-BE49-F238E27FC236}">
                          <a16:creationId xmlns:a16="http://schemas.microsoft.com/office/drawing/2014/main" id="{3E7AF505-48F1-44BB-8241-1984B2A0A9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96662" y="1843836"/>
                      <a:ext cx="168596" cy="154112"/>
                    </a:xfrm>
                    <a:custGeom>
                      <a:avLst/>
                      <a:gdLst>
                        <a:gd name="connsiteX0" fmla="*/ 126701 w 168596"/>
                        <a:gd name="connsiteY0" fmla="*/ 132411 h 154112"/>
                        <a:gd name="connsiteX1" fmla="*/ 126511 w 168596"/>
                        <a:gd name="connsiteY1" fmla="*/ 132506 h 154112"/>
                        <a:gd name="connsiteX2" fmla="*/ 125272 w 168596"/>
                        <a:gd name="connsiteY2" fmla="*/ 132982 h 154112"/>
                        <a:gd name="connsiteX3" fmla="*/ 119462 w 168596"/>
                        <a:gd name="connsiteY3" fmla="*/ 136030 h 154112"/>
                        <a:gd name="connsiteX4" fmla="*/ 105365 w 168596"/>
                        <a:gd name="connsiteY4" fmla="*/ 146222 h 154112"/>
                        <a:gd name="connsiteX5" fmla="*/ 92792 w 168596"/>
                        <a:gd name="connsiteY5" fmla="*/ 152508 h 154112"/>
                        <a:gd name="connsiteX6" fmla="*/ 76885 w 168596"/>
                        <a:gd name="connsiteY6" fmla="*/ 154032 h 154112"/>
                        <a:gd name="connsiteX7" fmla="*/ 43167 w 168596"/>
                        <a:gd name="connsiteY7" fmla="*/ 140983 h 154112"/>
                        <a:gd name="connsiteX8" fmla="*/ 15258 w 168596"/>
                        <a:gd name="connsiteY8" fmla="*/ 117456 h 154112"/>
                        <a:gd name="connsiteX9" fmla="*/ 18 w 168596"/>
                        <a:gd name="connsiteY9" fmla="*/ 83452 h 154112"/>
                        <a:gd name="connsiteX10" fmla="*/ 5162 w 168596"/>
                        <a:gd name="connsiteY10" fmla="*/ 63164 h 154112"/>
                        <a:gd name="connsiteX11" fmla="*/ 19926 w 168596"/>
                        <a:gd name="connsiteY11" fmla="*/ 44495 h 154112"/>
                        <a:gd name="connsiteX12" fmla="*/ 51072 w 168596"/>
                        <a:gd name="connsiteY12" fmla="*/ 21921 h 154112"/>
                        <a:gd name="connsiteX13" fmla="*/ 69932 w 168596"/>
                        <a:gd name="connsiteY13" fmla="*/ 11919 h 154112"/>
                        <a:gd name="connsiteX14" fmla="*/ 81648 w 168596"/>
                        <a:gd name="connsiteY14" fmla="*/ 7062 h 154112"/>
                        <a:gd name="connsiteX15" fmla="*/ 94792 w 168596"/>
                        <a:gd name="connsiteY15" fmla="*/ 2871 h 154112"/>
                        <a:gd name="connsiteX16" fmla="*/ 130892 w 168596"/>
                        <a:gd name="connsiteY16" fmla="*/ 1632 h 154112"/>
                        <a:gd name="connsiteX17" fmla="*/ 157086 w 168596"/>
                        <a:gd name="connsiteY17" fmla="*/ 14967 h 154112"/>
                        <a:gd name="connsiteX18" fmla="*/ 168135 w 168596"/>
                        <a:gd name="connsiteY18" fmla="*/ 34970 h 154112"/>
                        <a:gd name="connsiteX19" fmla="*/ 165087 w 168596"/>
                        <a:gd name="connsiteY19" fmla="*/ 54306 h 154112"/>
                        <a:gd name="connsiteX20" fmla="*/ 148704 w 168596"/>
                        <a:gd name="connsiteY20" fmla="*/ 87738 h 154112"/>
                        <a:gd name="connsiteX21" fmla="*/ 138702 w 168596"/>
                        <a:gd name="connsiteY21" fmla="*/ 104312 h 154112"/>
                        <a:gd name="connsiteX22" fmla="*/ 130511 w 168596"/>
                        <a:gd name="connsiteY22" fmla="*/ 118123 h 154112"/>
                        <a:gd name="connsiteX23" fmla="*/ 126987 w 168596"/>
                        <a:gd name="connsiteY23" fmla="*/ 128410 h 154112"/>
                        <a:gd name="connsiteX24" fmla="*/ 126701 w 168596"/>
                        <a:gd name="connsiteY24" fmla="*/ 132411 h 154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68596" h="154112">
                          <a:moveTo>
                            <a:pt x="126701" y="132411"/>
                          </a:moveTo>
                          <a:lnTo>
                            <a:pt x="126511" y="132506"/>
                          </a:lnTo>
                          <a:cubicBezTo>
                            <a:pt x="126129" y="132696"/>
                            <a:pt x="126511" y="132315"/>
                            <a:pt x="125272" y="132982"/>
                          </a:cubicBezTo>
                          <a:cubicBezTo>
                            <a:pt x="123557" y="133744"/>
                            <a:pt x="121558" y="134887"/>
                            <a:pt x="119462" y="136030"/>
                          </a:cubicBezTo>
                          <a:cubicBezTo>
                            <a:pt x="115176" y="138602"/>
                            <a:pt x="110318" y="142126"/>
                            <a:pt x="105365" y="146222"/>
                          </a:cubicBezTo>
                          <a:cubicBezTo>
                            <a:pt x="101936" y="149079"/>
                            <a:pt x="97650" y="151175"/>
                            <a:pt x="92792" y="152508"/>
                          </a:cubicBezTo>
                          <a:cubicBezTo>
                            <a:pt x="87934" y="153842"/>
                            <a:pt x="82600" y="154318"/>
                            <a:pt x="76885" y="154032"/>
                          </a:cubicBezTo>
                          <a:cubicBezTo>
                            <a:pt x="65646" y="153366"/>
                            <a:pt x="53263" y="149460"/>
                            <a:pt x="43167" y="140983"/>
                          </a:cubicBezTo>
                          <a:lnTo>
                            <a:pt x="15258" y="117456"/>
                          </a:lnTo>
                          <a:cubicBezTo>
                            <a:pt x="5162" y="108979"/>
                            <a:pt x="-362" y="96787"/>
                            <a:pt x="18" y="83452"/>
                          </a:cubicBezTo>
                          <a:cubicBezTo>
                            <a:pt x="209" y="76785"/>
                            <a:pt x="1828" y="69831"/>
                            <a:pt x="5162" y="63164"/>
                          </a:cubicBezTo>
                          <a:cubicBezTo>
                            <a:pt x="8496" y="56496"/>
                            <a:pt x="13354" y="50019"/>
                            <a:pt x="19926" y="44495"/>
                          </a:cubicBezTo>
                          <a:cubicBezTo>
                            <a:pt x="29356" y="36684"/>
                            <a:pt x="39452" y="28969"/>
                            <a:pt x="51072" y="21921"/>
                          </a:cubicBezTo>
                          <a:cubicBezTo>
                            <a:pt x="57073" y="18396"/>
                            <a:pt x="63169" y="15063"/>
                            <a:pt x="69932" y="11919"/>
                          </a:cubicBezTo>
                          <a:cubicBezTo>
                            <a:pt x="72885" y="10395"/>
                            <a:pt x="77647" y="8586"/>
                            <a:pt x="81648" y="7062"/>
                          </a:cubicBezTo>
                          <a:cubicBezTo>
                            <a:pt x="85648" y="5442"/>
                            <a:pt x="90315" y="4109"/>
                            <a:pt x="94792" y="2871"/>
                          </a:cubicBezTo>
                          <a:cubicBezTo>
                            <a:pt x="107365" y="-558"/>
                            <a:pt x="120033" y="-844"/>
                            <a:pt x="130892" y="1632"/>
                          </a:cubicBezTo>
                          <a:cubicBezTo>
                            <a:pt x="141751" y="3918"/>
                            <a:pt x="150704" y="9157"/>
                            <a:pt x="157086" y="14967"/>
                          </a:cubicBezTo>
                          <a:cubicBezTo>
                            <a:pt x="163372" y="21159"/>
                            <a:pt x="166992" y="28112"/>
                            <a:pt x="168135" y="34970"/>
                          </a:cubicBezTo>
                          <a:cubicBezTo>
                            <a:pt x="169373" y="41733"/>
                            <a:pt x="168040" y="48400"/>
                            <a:pt x="165087" y="54306"/>
                          </a:cubicBezTo>
                          <a:lnTo>
                            <a:pt x="148704" y="87738"/>
                          </a:lnTo>
                          <a:cubicBezTo>
                            <a:pt x="145656" y="93834"/>
                            <a:pt x="142036" y="99264"/>
                            <a:pt x="138702" y="104312"/>
                          </a:cubicBezTo>
                          <a:cubicBezTo>
                            <a:pt x="135369" y="109265"/>
                            <a:pt x="132416" y="114027"/>
                            <a:pt x="130511" y="118123"/>
                          </a:cubicBezTo>
                          <a:cubicBezTo>
                            <a:pt x="128511" y="122314"/>
                            <a:pt x="127368" y="125838"/>
                            <a:pt x="126987" y="128410"/>
                          </a:cubicBezTo>
                          <a:cubicBezTo>
                            <a:pt x="126415" y="131077"/>
                            <a:pt x="126701" y="132411"/>
                            <a:pt x="126701" y="132411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2" name="Forme libre : forme 13401">
                      <a:extLst>
                        <a:ext uri="{FF2B5EF4-FFF2-40B4-BE49-F238E27FC236}">
                          <a16:creationId xmlns:a16="http://schemas.microsoft.com/office/drawing/2014/main" id="{02584D20-3824-4856-A651-61623A9A81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27732" y="1926541"/>
                      <a:ext cx="118014" cy="71312"/>
                    </a:xfrm>
                    <a:custGeom>
                      <a:avLst/>
                      <a:gdLst>
                        <a:gd name="connsiteX0" fmla="*/ 53054 w 118014"/>
                        <a:gd name="connsiteY0" fmla="*/ 24560 h 71312"/>
                        <a:gd name="connsiteX1" fmla="*/ 30480 w 118014"/>
                        <a:gd name="connsiteY1" fmla="*/ 43229 h 71312"/>
                        <a:gd name="connsiteX2" fmla="*/ 0 w 118014"/>
                        <a:gd name="connsiteY2" fmla="*/ 47991 h 71312"/>
                        <a:gd name="connsiteX3" fmla="*/ 12097 w 118014"/>
                        <a:gd name="connsiteY3" fmla="*/ 58183 h 71312"/>
                        <a:gd name="connsiteX4" fmla="*/ 45815 w 118014"/>
                        <a:gd name="connsiteY4" fmla="*/ 71232 h 71312"/>
                        <a:gd name="connsiteX5" fmla="*/ 61722 w 118014"/>
                        <a:gd name="connsiteY5" fmla="*/ 69708 h 71312"/>
                        <a:gd name="connsiteX6" fmla="*/ 74295 w 118014"/>
                        <a:gd name="connsiteY6" fmla="*/ 63422 h 71312"/>
                        <a:gd name="connsiteX7" fmla="*/ 88392 w 118014"/>
                        <a:gd name="connsiteY7" fmla="*/ 53230 h 71312"/>
                        <a:gd name="connsiteX8" fmla="*/ 94202 w 118014"/>
                        <a:gd name="connsiteY8" fmla="*/ 50182 h 71312"/>
                        <a:gd name="connsiteX9" fmla="*/ 95441 w 118014"/>
                        <a:gd name="connsiteY9" fmla="*/ 49706 h 71312"/>
                        <a:gd name="connsiteX10" fmla="*/ 95631 w 118014"/>
                        <a:gd name="connsiteY10" fmla="*/ 49611 h 71312"/>
                        <a:gd name="connsiteX11" fmla="*/ 95726 w 118014"/>
                        <a:gd name="connsiteY11" fmla="*/ 45705 h 71312"/>
                        <a:gd name="connsiteX12" fmla="*/ 99250 w 118014"/>
                        <a:gd name="connsiteY12" fmla="*/ 35418 h 71312"/>
                        <a:gd name="connsiteX13" fmla="*/ 107442 w 118014"/>
                        <a:gd name="connsiteY13" fmla="*/ 21607 h 71312"/>
                        <a:gd name="connsiteX14" fmla="*/ 117443 w 118014"/>
                        <a:gd name="connsiteY14" fmla="*/ 5034 h 71312"/>
                        <a:gd name="connsiteX15" fmla="*/ 118015 w 118014"/>
                        <a:gd name="connsiteY15" fmla="*/ 3986 h 71312"/>
                        <a:gd name="connsiteX16" fmla="*/ 84296 w 118014"/>
                        <a:gd name="connsiteY16" fmla="*/ 1986 h 71312"/>
                        <a:gd name="connsiteX17" fmla="*/ 76200 w 118014"/>
                        <a:gd name="connsiteY17" fmla="*/ 5129 h 71312"/>
                        <a:gd name="connsiteX18" fmla="*/ 67723 w 118014"/>
                        <a:gd name="connsiteY18" fmla="*/ 10082 h 71312"/>
                        <a:gd name="connsiteX19" fmla="*/ 53054 w 118014"/>
                        <a:gd name="connsiteY19" fmla="*/ 24560 h 71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18014" h="71312">
                          <a:moveTo>
                            <a:pt x="53054" y="24560"/>
                          </a:moveTo>
                          <a:cubicBezTo>
                            <a:pt x="47054" y="32751"/>
                            <a:pt x="39434" y="39038"/>
                            <a:pt x="30480" y="43229"/>
                          </a:cubicBezTo>
                          <a:cubicBezTo>
                            <a:pt x="21431" y="47325"/>
                            <a:pt x="11144" y="49325"/>
                            <a:pt x="0" y="47991"/>
                          </a:cubicBezTo>
                          <a:lnTo>
                            <a:pt x="12097" y="58183"/>
                          </a:lnTo>
                          <a:cubicBezTo>
                            <a:pt x="22193" y="66756"/>
                            <a:pt x="34576" y="70661"/>
                            <a:pt x="45815" y="71232"/>
                          </a:cubicBezTo>
                          <a:cubicBezTo>
                            <a:pt x="51435" y="71518"/>
                            <a:pt x="56864" y="71042"/>
                            <a:pt x="61722" y="69708"/>
                          </a:cubicBezTo>
                          <a:cubicBezTo>
                            <a:pt x="66580" y="68470"/>
                            <a:pt x="70771" y="66375"/>
                            <a:pt x="74295" y="63422"/>
                          </a:cubicBezTo>
                          <a:cubicBezTo>
                            <a:pt x="79248" y="59326"/>
                            <a:pt x="84106" y="55802"/>
                            <a:pt x="88392" y="53230"/>
                          </a:cubicBezTo>
                          <a:cubicBezTo>
                            <a:pt x="90488" y="52087"/>
                            <a:pt x="92487" y="50944"/>
                            <a:pt x="94202" y="50182"/>
                          </a:cubicBezTo>
                          <a:cubicBezTo>
                            <a:pt x="95441" y="49515"/>
                            <a:pt x="95059" y="49896"/>
                            <a:pt x="95441" y="49706"/>
                          </a:cubicBezTo>
                          <a:lnTo>
                            <a:pt x="95631" y="49611"/>
                          </a:lnTo>
                          <a:cubicBezTo>
                            <a:pt x="95631" y="49611"/>
                            <a:pt x="95345" y="48277"/>
                            <a:pt x="95726" y="45705"/>
                          </a:cubicBezTo>
                          <a:cubicBezTo>
                            <a:pt x="96107" y="43134"/>
                            <a:pt x="97250" y="39609"/>
                            <a:pt x="99250" y="35418"/>
                          </a:cubicBezTo>
                          <a:cubicBezTo>
                            <a:pt x="101251" y="31323"/>
                            <a:pt x="104204" y="26560"/>
                            <a:pt x="107442" y="21607"/>
                          </a:cubicBezTo>
                          <a:cubicBezTo>
                            <a:pt x="110776" y="16464"/>
                            <a:pt x="114395" y="11129"/>
                            <a:pt x="117443" y="5034"/>
                          </a:cubicBezTo>
                          <a:lnTo>
                            <a:pt x="118015" y="3986"/>
                          </a:lnTo>
                          <a:cubicBezTo>
                            <a:pt x="107061" y="-491"/>
                            <a:pt x="95250" y="-1253"/>
                            <a:pt x="84296" y="1986"/>
                          </a:cubicBezTo>
                          <a:cubicBezTo>
                            <a:pt x="81629" y="2748"/>
                            <a:pt x="78867" y="3891"/>
                            <a:pt x="76200" y="5129"/>
                          </a:cubicBezTo>
                          <a:cubicBezTo>
                            <a:pt x="73437" y="6558"/>
                            <a:pt x="70485" y="8082"/>
                            <a:pt x="67723" y="10082"/>
                          </a:cubicBezTo>
                          <a:cubicBezTo>
                            <a:pt x="62293" y="13797"/>
                            <a:pt x="57245" y="18750"/>
                            <a:pt x="53054" y="24560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3" name="Forme libre : forme 13402">
                      <a:extLst>
                        <a:ext uri="{FF2B5EF4-FFF2-40B4-BE49-F238E27FC236}">
                          <a16:creationId xmlns:a16="http://schemas.microsoft.com/office/drawing/2014/main" id="{677338E7-6106-415E-9880-95AA96D41D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894" y="1893407"/>
                      <a:ext cx="63658" cy="54254"/>
                    </a:xfrm>
                    <a:custGeom>
                      <a:avLst/>
                      <a:gdLst>
                        <a:gd name="connsiteX0" fmla="*/ 63659 w 63658"/>
                        <a:gd name="connsiteY0" fmla="*/ 18069 h 54254"/>
                        <a:gd name="connsiteX1" fmla="*/ 56800 w 63658"/>
                        <a:gd name="connsiteY1" fmla="*/ 37215 h 54254"/>
                        <a:gd name="connsiteX2" fmla="*/ 51181 w 63658"/>
                        <a:gd name="connsiteY2" fmla="*/ 44358 h 54254"/>
                        <a:gd name="connsiteX3" fmla="*/ 43466 w 63658"/>
                        <a:gd name="connsiteY3" fmla="*/ 49883 h 54254"/>
                        <a:gd name="connsiteX4" fmla="*/ 22415 w 63658"/>
                        <a:gd name="connsiteY4" fmla="*/ 54169 h 54254"/>
                        <a:gd name="connsiteX5" fmla="*/ 4127 w 63658"/>
                        <a:gd name="connsiteY5" fmla="*/ 45787 h 54254"/>
                        <a:gd name="connsiteX6" fmla="*/ 1555 w 63658"/>
                        <a:gd name="connsiteY6" fmla="*/ 25404 h 54254"/>
                        <a:gd name="connsiteX7" fmla="*/ 20987 w 63658"/>
                        <a:gd name="connsiteY7" fmla="*/ 4830 h 54254"/>
                        <a:gd name="connsiteX8" fmla="*/ 36989 w 63658"/>
                        <a:gd name="connsiteY8" fmla="*/ 162 h 54254"/>
                        <a:gd name="connsiteX9" fmla="*/ 51466 w 63658"/>
                        <a:gd name="connsiteY9" fmla="*/ 1877 h 54254"/>
                        <a:gd name="connsiteX10" fmla="*/ 60611 w 63658"/>
                        <a:gd name="connsiteY10" fmla="*/ 8544 h 54254"/>
                        <a:gd name="connsiteX11" fmla="*/ 63659 w 63658"/>
                        <a:gd name="connsiteY11" fmla="*/ 18069 h 54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3658" h="54254">
                          <a:moveTo>
                            <a:pt x="63659" y="18069"/>
                          </a:moveTo>
                          <a:cubicBezTo>
                            <a:pt x="63563" y="25118"/>
                            <a:pt x="60230" y="31785"/>
                            <a:pt x="56800" y="37215"/>
                          </a:cubicBezTo>
                          <a:cubicBezTo>
                            <a:pt x="54991" y="39882"/>
                            <a:pt x="53181" y="42358"/>
                            <a:pt x="51181" y="44358"/>
                          </a:cubicBezTo>
                          <a:cubicBezTo>
                            <a:pt x="49180" y="46549"/>
                            <a:pt x="46894" y="48168"/>
                            <a:pt x="43466" y="49883"/>
                          </a:cubicBezTo>
                          <a:cubicBezTo>
                            <a:pt x="36989" y="53121"/>
                            <a:pt x="29559" y="54645"/>
                            <a:pt x="22415" y="54169"/>
                          </a:cubicBezTo>
                          <a:cubicBezTo>
                            <a:pt x="15271" y="53693"/>
                            <a:pt x="8509" y="51216"/>
                            <a:pt x="4127" y="45787"/>
                          </a:cubicBezTo>
                          <a:cubicBezTo>
                            <a:pt x="-254" y="40453"/>
                            <a:pt x="-1207" y="33024"/>
                            <a:pt x="1555" y="25404"/>
                          </a:cubicBezTo>
                          <a:cubicBezTo>
                            <a:pt x="4318" y="17784"/>
                            <a:pt x="10985" y="9878"/>
                            <a:pt x="20987" y="4830"/>
                          </a:cubicBezTo>
                          <a:cubicBezTo>
                            <a:pt x="25844" y="2353"/>
                            <a:pt x="31655" y="734"/>
                            <a:pt x="36989" y="162"/>
                          </a:cubicBezTo>
                          <a:cubicBezTo>
                            <a:pt x="42513" y="-314"/>
                            <a:pt x="47466" y="258"/>
                            <a:pt x="51466" y="1877"/>
                          </a:cubicBezTo>
                          <a:cubicBezTo>
                            <a:pt x="55467" y="3210"/>
                            <a:pt x="58610" y="5877"/>
                            <a:pt x="60611" y="8544"/>
                          </a:cubicBezTo>
                          <a:cubicBezTo>
                            <a:pt x="62706" y="11211"/>
                            <a:pt x="63659" y="14545"/>
                            <a:pt x="63659" y="18069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4" name="Forme libre : forme 13403">
                      <a:extLst>
                        <a:ext uri="{FF2B5EF4-FFF2-40B4-BE49-F238E27FC236}">
                          <a16:creationId xmlns:a16="http://schemas.microsoft.com/office/drawing/2014/main" id="{C70999D5-ADD9-49E2-9EC4-12C887EC2C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807" y="1913096"/>
                      <a:ext cx="52125" cy="34540"/>
                    </a:xfrm>
                    <a:custGeom>
                      <a:avLst/>
                      <a:gdLst>
                        <a:gd name="connsiteX0" fmla="*/ 4310 w 52125"/>
                        <a:gd name="connsiteY0" fmla="*/ 0 h 34540"/>
                        <a:gd name="connsiteX1" fmla="*/ 4120 w 52125"/>
                        <a:gd name="connsiteY1" fmla="*/ 26098 h 34540"/>
                        <a:gd name="connsiteX2" fmla="*/ 22407 w 52125"/>
                        <a:gd name="connsiteY2" fmla="*/ 34480 h 34540"/>
                        <a:gd name="connsiteX3" fmla="*/ 43458 w 52125"/>
                        <a:gd name="connsiteY3" fmla="*/ 30194 h 34540"/>
                        <a:gd name="connsiteX4" fmla="*/ 52125 w 52125"/>
                        <a:gd name="connsiteY4" fmla="*/ 23622 h 34540"/>
                        <a:gd name="connsiteX5" fmla="*/ 46315 w 52125"/>
                        <a:gd name="connsiteY5" fmla="*/ 23908 h 34540"/>
                        <a:gd name="connsiteX6" fmla="*/ 23456 w 52125"/>
                        <a:gd name="connsiteY6" fmla="*/ 16383 h 34540"/>
                        <a:gd name="connsiteX7" fmla="*/ 4310 w 52125"/>
                        <a:gd name="connsiteY7" fmla="*/ 0 h 345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25" h="34540">
                          <a:moveTo>
                            <a:pt x="4310" y="0"/>
                          </a:moveTo>
                          <a:cubicBezTo>
                            <a:pt x="-1500" y="9525"/>
                            <a:pt x="-1310" y="19526"/>
                            <a:pt x="4120" y="26098"/>
                          </a:cubicBezTo>
                          <a:cubicBezTo>
                            <a:pt x="8501" y="31528"/>
                            <a:pt x="15359" y="34004"/>
                            <a:pt x="22407" y="34480"/>
                          </a:cubicBezTo>
                          <a:cubicBezTo>
                            <a:pt x="29551" y="34861"/>
                            <a:pt x="36981" y="33433"/>
                            <a:pt x="43458" y="30194"/>
                          </a:cubicBezTo>
                          <a:cubicBezTo>
                            <a:pt x="47458" y="28194"/>
                            <a:pt x="49840" y="26194"/>
                            <a:pt x="52125" y="23622"/>
                          </a:cubicBezTo>
                          <a:cubicBezTo>
                            <a:pt x="50411" y="23908"/>
                            <a:pt x="48506" y="24384"/>
                            <a:pt x="46315" y="23908"/>
                          </a:cubicBezTo>
                          <a:cubicBezTo>
                            <a:pt x="39553" y="22669"/>
                            <a:pt x="31171" y="20098"/>
                            <a:pt x="23456" y="16383"/>
                          </a:cubicBezTo>
                          <a:cubicBezTo>
                            <a:pt x="15835" y="12573"/>
                            <a:pt x="8597" y="7334"/>
                            <a:pt x="4310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5" name="Forme libre : forme 13404">
                      <a:extLst>
                        <a:ext uri="{FF2B5EF4-FFF2-40B4-BE49-F238E27FC236}">
                          <a16:creationId xmlns:a16="http://schemas.microsoft.com/office/drawing/2014/main" id="{690F0771-02C3-42EB-AB50-B77A555D3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65985" y="1897618"/>
                      <a:ext cx="60564" cy="52993"/>
                    </a:xfrm>
                    <a:custGeom>
                      <a:avLst/>
                      <a:gdLst>
                        <a:gd name="connsiteX0" fmla="*/ 60520 w 60564"/>
                        <a:gd name="connsiteY0" fmla="*/ 19478 h 52993"/>
                        <a:gd name="connsiteX1" fmla="*/ 53472 w 60564"/>
                        <a:gd name="connsiteY1" fmla="*/ 38147 h 52993"/>
                        <a:gd name="connsiteX2" fmla="*/ 48423 w 60564"/>
                        <a:gd name="connsiteY2" fmla="*/ 44910 h 52993"/>
                        <a:gd name="connsiteX3" fmla="*/ 45661 w 60564"/>
                        <a:gd name="connsiteY3" fmla="*/ 47482 h 52993"/>
                        <a:gd name="connsiteX4" fmla="*/ 42042 w 60564"/>
                        <a:gd name="connsiteY4" fmla="*/ 49577 h 52993"/>
                        <a:gd name="connsiteX5" fmla="*/ 21944 w 60564"/>
                        <a:gd name="connsiteY5" fmla="*/ 52815 h 52993"/>
                        <a:gd name="connsiteX6" fmla="*/ 4037 w 60564"/>
                        <a:gd name="connsiteY6" fmla="*/ 43957 h 52993"/>
                        <a:gd name="connsiteX7" fmla="*/ 1561 w 60564"/>
                        <a:gd name="connsiteY7" fmla="*/ 23669 h 52993"/>
                        <a:gd name="connsiteX8" fmla="*/ 20896 w 60564"/>
                        <a:gd name="connsiteY8" fmla="*/ 3952 h 52993"/>
                        <a:gd name="connsiteX9" fmla="*/ 36612 w 60564"/>
                        <a:gd name="connsiteY9" fmla="*/ 47 h 52993"/>
                        <a:gd name="connsiteX10" fmla="*/ 50043 w 60564"/>
                        <a:gd name="connsiteY10" fmla="*/ 2428 h 52993"/>
                        <a:gd name="connsiteX11" fmla="*/ 60520 w 60564"/>
                        <a:gd name="connsiteY11" fmla="*/ 19478 h 529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0564" h="52993">
                          <a:moveTo>
                            <a:pt x="60520" y="19478"/>
                          </a:moveTo>
                          <a:cubicBezTo>
                            <a:pt x="60044" y="26622"/>
                            <a:pt x="56710" y="33003"/>
                            <a:pt x="53472" y="38147"/>
                          </a:cubicBezTo>
                          <a:cubicBezTo>
                            <a:pt x="51852" y="40814"/>
                            <a:pt x="50138" y="43005"/>
                            <a:pt x="48423" y="44910"/>
                          </a:cubicBezTo>
                          <a:cubicBezTo>
                            <a:pt x="47566" y="45862"/>
                            <a:pt x="46709" y="46624"/>
                            <a:pt x="45661" y="47482"/>
                          </a:cubicBezTo>
                          <a:cubicBezTo>
                            <a:pt x="44614" y="48243"/>
                            <a:pt x="43661" y="48720"/>
                            <a:pt x="42042" y="49577"/>
                          </a:cubicBezTo>
                          <a:cubicBezTo>
                            <a:pt x="36041" y="52244"/>
                            <a:pt x="28897" y="53482"/>
                            <a:pt x="21944" y="52815"/>
                          </a:cubicBezTo>
                          <a:cubicBezTo>
                            <a:pt x="14991" y="52053"/>
                            <a:pt x="8324" y="49386"/>
                            <a:pt x="4037" y="43957"/>
                          </a:cubicBezTo>
                          <a:cubicBezTo>
                            <a:pt x="-249" y="38528"/>
                            <a:pt x="-1201" y="31098"/>
                            <a:pt x="1561" y="23669"/>
                          </a:cubicBezTo>
                          <a:cubicBezTo>
                            <a:pt x="4323" y="16144"/>
                            <a:pt x="10895" y="8524"/>
                            <a:pt x="20896" y="3952"/>
                          </a:cubicBezTo>
                          <a:cubicBezTo>
                            <a:pt x="25849" y="1666"/>
                            <a:pt x="31469" y="142"/>
                            <a:pt x="36612" y="47"/>
                          </a:cubicBezTo>
                          <a:cubicBezTo>
                            <a:pt x="41756" y="-239"/>
                            <a:pt x="46424" y="809"/>
                            <a:pt x="50043" y="2428"/>
                          </a:cubicBezTo>
                          <a:cubicBezTo>
                            <a:pt x="57663" y="5857"/>
                            <a:pt x="60996" y="12429"/>
                            <a:pt x="60520" y="1947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6" name="Forme libre : forme 13405">
                      <a:extLst>
                        <a:ext uri="{FF2B5EF4-FFF2-40B4-BE49-F238E27FC236}">
                          <a16:creationId xmlns:a16="http://schemas.microsoft.com/office/drawing/2014/main" id="{43EC1BD2-98E7-4927-AC2B-CE70E91452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20819" y="1914772"/>
                      <a:ext cx="97219" cy="64920"/>
                    </a:xfrm>
                    <a:custGeom>
                      <a:avLst/>
                      <a:gdLst>
                        <a:gd name="connsiteX0" fmla="*/ 24343 w 97219"/>
                        <a:gd name="connsiteY0" fmla="*/ 46330 h 64920"/>
                        <a:gd name="connsiteX1" fmla="*/ 42536 w 97219"/>
                        <a:gd name="connsiteY1" fmla="*/ 61094 h 64920"/>
                        <a:gd name="connsiteX2" fmla="*/ 80160 w 97219"/>
                        <a:gd name="connsiteY2" fmla="*/ 61284 h 64920"/>
                        <a:gd name="connsiteX3" fmla="*/ 96924 w 97219"/>
                        <a:gd name="connsiteY3" fmla="*/ 47759 h 64920"/>
                        <a:gd name="connsiteX4" fmla="*/ 97209 w 97219"/>
                        <a:gd name="connsiteY4" fmla="*/ 37377 h 64920"/>
                        <a:gd name="connsiteX5" fmla="*/ 95209 w 97219"/>
                        <a:gd name="connsiteY5" fmla="*/ 24518 h 64920"/>
                        <a:gd name="connsiteX6" fmla="*/ 84351 w 97219"/>
                        <a:gd name="connsiteY6" fmla="*/ 15755 h 64920"/>
                        <a:gd name="connsiteX7" fmla="*/ 46536 w 97219"/>
                        <a:gd name="connsiteY7" fmla="*/ 5182 h 64920"/>
                        <a:gd name="connsiteX8" fmla="*/ 22819 w 97219"/>
                        <a:gd name="connsiteY8" fmla="*/ 39 h 64920"/>
                        <a:gd name="connsiteX9" fmla="*/ 1197 w 97219"/>
                        <a:gd name="connsiteY9" fmla="*/ 9945 h 64920"/>
                        <a:gd name="connsiteX10" fmla="*/ 24343 w 97219"/>
                        <a:gd name="connsiteY10" fmla="*/ 46330 h 64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7219" h="64920">
                          <a:moveTo>
                            <a:pt x="24343" y="46330"/>
                          </a:moveTo>
                          <a:cubicBezTo>
                            <a:pt x="29772" y="51950"/>
                            <a:pt x="35583" y="57665"/>
                            <a:pt x="42536" y="61094"/>
                          </a:cubicBezTo>
                          <a:cubicBezTo>
                            <a:pt x="55871" y="67380"/>
                            <a:pt x="70159" y="64809"/>
                            <a:pt x="80160" y="61284"/>
                          </a:cubicBezTo>
                          <a:cubicBezTo>
                            <a:pt x="88351" y="58331"/>
                            <a:pt x="95495" y="54522"/>
                            <a:pt x="96924" y="47759"/>
                          </a:cubicBezTo>
                          <a:cubicBezTo>
                            <a:pt x="97305" y="45187"/>
                            <a:pt x="97209" y="41568"/>
                            <a:pt x="97209" y="37377"/>
                          </a:cubicBezTo>
                          <a:cubicBezTo>
                            <a:pt x="97114" y="33186"/>
                            <a:pt x="97019" y="28518"/>
                            <a:pt x="95209" y="24518"/>
                          </a:cubicBezTo>
                          <a:cubicBezTo>
                            <a:pt x="93114" y="19565"/>
                            <a:pt x="88923" y="17184"/>
                            <a:pt x="84351" y="15755"/>
                          </a:cubicBezTo>
                          <a:cubicBezTo>
                            <a:pt x="73302" y="11945"/>
                            <a:pt x="59681" y="9087"/>
                            <a:pt x="46536" y="5182"/>
                          </a:cubicBezTo>
                          <a:cubicBezTo>
                            <a:pt x="40822" y="3563"/>
                            <a:pt x="31868" y="420"/>
                            <a:pt x="22819" y="39"/>
                          </a:cubicBezTo>
                          <a:cubicBezTo>
                            <a:pt x="13866" y="-342"/>
                            <a:pt x="5103" y="2039"/>
                            <a:pt x="1197" y="9945"/>
                          </a:cubicBezTo>
                          <a:cubicBezTo>
                            <a:pt x="-5375" y="24042"/>
                            <a:pt x="16914" y="38329"/>
                            <a:pt x="24343" y="4633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7" name="Forme libre : forme 13406">
                      <a:extLst>
                        <a:ext uri="{FF2B5EF4-FFF2-40B4-BE49-F238E27FC236}">
                          <a16:creationId xmlns:a16="http://schemas.microsoft.com/office/drawing/2014/main" id="{00A6C727-1185-4A71-B9D5-D801CE6416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36713" y="1901248"/>
                      <a:ext cx="20839" cy="35129"/>
                    </a:xfrm>
                    <a:custGeom>
                      <a:avLst/>
                      <a:gdLst>
                        <a:gd name="connsiteX0" fmla="*/ 544 w 20839"/>
                        <a:gd name="connsiteY0" fmla="*/ 28231 h 35129"/>
                        <a:gd name="connsiteX1" fmla="*/ 2830 w 20839"/>
                        <a:gd name="connsiteY1" fmla="*/ 33374 h 35129"/>
                        <a:gd name="connsiteX2" fmla="*/ 8068 w 20839"/>
                        <a:gd name="connsiteY2" fmla="*/ 34898 h 35129"/>
                        <a:gd name="connsiteX3" fmla="*/ 11879 w 20839"/>
                        <a:gd name="connsiteY3" fmla="*/ 31279 h 35129"/>
                        <a:gd name="connsiteX4" fmla="*/ 18736 w 20839"/>
                        <a:gd name="connsiteY4" fmla="*/ 18992 h 35129"/>
                        <a:gd name="connsiteX5" fmla="*/ 20641 w 20839"/>
                        <a:gd name="connsiteY5" fmla="*/ 13467 h 35129"/>
                        <a:gd name="connsiteX6" fmla="*/ 17975 w 20839"/>
                        <a:gd name="connsiteY6" fmla="*/ 2132 h 35129"/>
                        <a:gd name="connsiteX7" fmla="*/ 7497 w 20839"/>
                        <a:gd name="connsiteY7" fmla="*/ 3085 h 35129"/>
                        <a:gd name="connsiteX8" fmla="*/ 544 w 20839"/>
                        <a:gd name="connsiteY8" fmla="*/ 28231 h 35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839" h="35129">
                          <a:moveTo>
                            <a:pt x="544" y="28231"/>
                          </a:moveTo>
                          <a:cubicBezTo>
                            <a:pt x="925" y="30136"/>
                            <a:pt x="1591" y="32041"/>
                            <a:pt x="2830" y="33374"/>
                          </a:cubicBezTo>
                          <a:cubicBezTo>
                            <a:pt x="4068" y="34708"/>
                            <a:pt x="6163" y="35565"/>
                            <a:pt x="8068" y="34898"/>
                          </a:cubicBezTo>
                          <a:cubicBezTo>
                            <a:pt x="9687" y="34327"/>
                            <a:pt x="10926" y="32708"/>
                            <a:pt x="11879" y="31279"/>
                          </a:cubicBezTo>
                          <a:cubicBezTo>
                            <a:pt x="14355" y="27374"/>
                            <a:pt x="16641" y="23278"/>
                            <a:pt x="18736" y="18992"/>
                          </a:cubicBezTo>
                          <a:cubicBezTo>
                            <a:pt x="19594" y="17182"/>
                            <a:pt x="20356" y="15372"/>
                            <a:pt x="20641" y="13467"/>
                          </a:cubicBezTo>
                          <a:cubicBezTo>
                            <a:pt x="21308" y="9562"/>
                            <a:pt x="20261" y="4799"/>
                            <a:pt x="17975" y="2132"/>
                          </a:cubicBezTo>
                          <a:cubicBezTo>
                            <a:pt x="15688" y="-535"/>
                            <a:pt x="11783" y="-1201"/>
                            <a:pt x="7497" y="3085"/>
                          </a:cubicBezTo>
                          <a:cubicBezTo>
                            <a:pt x="829" y="9752"/>
                            <a:pt x="-1075" y="20611"/>
                            <a:pt x="544" y="2823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8" name="Forme libre : forme 13407">
                      <a:extLst>
                        <a:ext uri="{FF2B5EF4-FFF2-40B4-BE49-F238E27FC236}">
                          <a16:creationId xmlns:a16="http://schemas.microsoft.com/office/drawing/2014/main" id="{5D119CF8-DC1F-4A91-8699-FE778DAD3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22696" y="1925097"/>
                      <a:ext cx="21621" cy="48387"/>
                    </a:xfrm>
                    <a:custGeom>
                      <a:avLst/>
                      <a:gdLst>
                        <a:gd name="connsiteX0" fmla="*/ 21622 w 21621"/>
                        <a:gd name="connsiteY0" fmla="*/ 0 h 48387"/>
                        <a:gd name="connsiteX1" fmla="*/ 18955 w 21621"/>
                        <a:gd name="connsiteY1" fmla="*/ 5810 h 48387"/>
                        <a:gd name="connsiteX2" fmla="*/ 11430 w 21621"/>
                        <a:gd name="connsiteY2" fmla="*/ 19050 h 48387"/>
                        <a:gd name="connsiteX3" fmla="*/ 3048 w 21621"/>
                        <a:gd name="connsiteY3" fmla="*/ 34957 h 48387"/>
                        <a:gd name="connsiteX4" fmla="*/ 95 w 21621"/>
                        <a:gd name="connsiteY4" fmla="*/ 48387 h 48387"/>
                        <a:gd name="connsiteX5" fmla="*/ 0 w 21621"/>
                        <a:gd name="connsiteY5" fmla="*/ 45910 h 48387"/>
                        <a:gd name="connsiteX6" fmla="*/ 1334 w 21621"/>
                        <a:gd name="connsiteY6" fmla="*/ 37338 h 48387"/>
                        <a:gd name="connsiteX7" fmla="*/ 8097 w 21621"/>
                        <a:gd name="connsiteY7" fmla="*/ 21908 h 48387"/>
                        <a:gd name="connsiteX8" fmla="*/ 21622 w 21621"/>
                        <a:gd name="connsiteY8" fmla="*/ 0 h 48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621" h="48387">
                          <a:moveTo>
                            <a:pt x="21622" y="0"/>
                          </a:moveTo>
                          <a:cubicBezTo>
                            <a:pt x="21622" y="0"/>
                            <a:pt x="20764" y="2286"/>
                            <a:pt x="18955" y="5810"/>
                          </a:cubicBezTo>
                          <a:cubicBezTo>
                            <a:pt x="17145" y="9334"/>
                            <a:pt x="14478" y="13811"/>
                            <a:pt x="11430" y="19050"/>
                          </a:cubicBezTo>
                          <a:cubicBezTo>
                            <a:pt x="8382" y="24098"/>
                            <a:pt x="5239" y="29623"/>
                            <a:pt x="3048" y="34957"/>
                          </a:cubicBezTo>
                          <a:cubicBezTo>
                            <a:pt x="762" y="40196"/>
                            <a:pt x="-190" y="45244"/>
                            <a:pt x="95" y="48387"/>
                          </a:cubicBezTo>
                          <a:cubicBezTo>
                            <a:pt x="95" y="48387"/>
                            <a:pt x="0" y="47625"/>
                            <a:pt x="0" y="45910"/>
                          </a:cubicBezTo>
                          <a:cubicBezTo>
                            <a:pt x="0" y="44196"/>
                            <a:pt x="191" y="41338"/>
                            <a:pt x="1334" y="37338"/>
                          </a:cubicBezTo>
                          <a:cubicBezTo>
                            <a:pt x="2477" y="33338"/>
                            <a:pt x="4572" y="28194"/>
                            <a:pt x="8097" y="21908"/>
                          </a:cubicBezTo>
                          <a:cubicBezTo>
                            <a:pt x="11335" y="15812"/>
                            <a:pt x="16288" y="8572"/>
                            <a:pt x="2162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9" name="Forme libre : forme 13408">
                      <a:extLst>
                        <a:ext uri="{FF2B5EF4-FFF2-40B4-BE49-F238E27FC236}">
                          <a16:creationId xmlns:a16="http://schemas.microsoft.com/office/drawing/2014/main" id="{E209AE7E-F509-4785-AC86-ACF9C3E34D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02683" y="1888807"/>
                      <a:ext cx="19238" cy="72770"/>
                    </a:xfrm>
                    <a:custGeom>
                      <a:avLst/>
                      <a:gdLst>
                        <a:gd name="connsiteX0" fmla="*/ 19239 w 19238"/>
                        <a:gd name="connsiteY0" fmla="*/ 0 h 72770"/>
                        <a:gd name="connsiteX1" fmla="*/ 3236 w 19238"/>
                        <a:gd name="connsiteY1" fmla="*/ 23431 h 72770"/>
                        <a:gd name="connsiteX2" fmla="*/ 14190 w 19238"/>
                        <a:gd name="connsiteY2" fmla="*/ 72771 h 72770"/>
                        <a:gd name="connsiteX3" fmla="*/ 4761 w 19238"/>
                        <a:gd name="connsiteY3" fmla="*/ 51244 h 72770"/>
                        <a:gd name="connsiteX4" fmla="*/ 4570 w 19238"/>
                        <a:gd name="connsiteY4" fmla="*/ 27908 h 72770"/>
                        <a:gd name="connsiteX5" fmla="*/ 19239 w 19238"/>
                        <a:gd name="connsiteY5" fmla="*/ 0 h 72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238" h="72770">
                          <a:moveTo>
                            <a:pt x="19239" y="0"/>
                          </a:moveTo>
                          <a:cubicBezTo>
                            <a:pt x="19239" y="0"/>
                            <a:pt x="8571" y="9334"/>
                            <a:pt x="3236" y="23431"/>
                          </a:cubicBezTo>
                          <a:cubicBezTo>
                            <a:pt x="-2288" y="37529"/>
                            <a:pt x="-2002" y="55817"/>
                            <a:pt x="14190" y="72771"/>
                          </a:cubicBezTo>
                          <a:cubicBezTo>
                            <a:pt x="14190" y="72771"/>
                            <a:pt x="7809" y="64484"/>
                            <a:pt x="4761" y="51244"/>
                          </a:cubicBezTo>
                          <a:cubicBezTo>
                            <a:pt x="3332" y="44672"/>
                            <a:pt x="2665" y="36671"/>
                            <a:pt x="4570" y="27908"/>
                          </a:cubicBezTo>
                          <a:cubicBezTo>
                            <a:pt x="6284" y="19145"/>
                            <a:pt x="10761" y="9620"/>
                            <a:pt x="1923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0" name="Forme libre : forme 13409">
                      <a:extLst>
                        <a:ext uri="{FF2B5EF4-FFF2-40B4-BE49-F238E27FC236}">
                          <a16:creationId xmlns:a16="http://schemas.microsoft.com/office/drawing/2014/main" id="{28D293D7-73E4-40D5-8C15-248A8B062C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9592" y="1899341"/>
                      <a:ext cx="28594" cy="16634"/>
                    </a:xfrm>
                    <a:custGeom>
                      <a:avLst/>
                      <a:gdLst>
                        <a:gd name="connsiteX0" fmla="*/ 28530 w 28594"/>
                        <a:gd name="connsiteY0" fmla="*/ 8040 h 16634"/>
                        <a:gd name="connsiteX1" fmla="*/ 14909 w 28594"/>
                        <a:gd name="connsiteY1" fmla="*/ 16517 h 16634"/>
                        <a:gd name="connsiteX2" fmla="*/ 51 w 28594"/>
                        <a:gd name="connsiteY2" fmla="*/ 10516 h 16634"/>
                        <a:gd name="connsiteX3" fmla="*/ 14243 w 28594"/>
                        <a:gd name="connsiteY3" fmla="*/ 134 h 16634"/>
                        <a:gd name="connsiteX4" fmla="*/ 28530 w 28594"/>
                        <a:gd name="connsiteY4" fmla="*/ 8040 h 16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94" h="16634">
                          <a:moveTo>
                            <a:pt x="28530" y="8040"/>
                          </a:moveTo>
                          <a:cubicBezTo>
                            <a:pt x="27863" y="12612"/>
                            <a:pt x="22149" y="15850"/>
                            <a:pt x="14909" y="16517"/>
                          </a:cubicBezTo>
                          <a:cubicBezTo>
                            <a:pt x="7575" y="17184"/>
                            <a:pt x="812" y="14993"/>
                            <a:pt x="51" y="10516"/>
                          </a:cubicBezTo>
                          <a:cubicBezTo>
                            <a:pt x="-616" y="6039"/>
                            <a:pt x="5384" y="991"/>
                            <a:pt x="14243" y="134"/>
                          </a:cubicBezTo>
                          <a:cubicBezTo>
                            <a:pt x="23196" y="-819"/>
                            <a:pt x="29292" y="3468"/>
                            <a:pt x="28530" y="804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1" name="Forme libre : forme 13410">
                      <a:extLst>
                        <a:ext uri="{FF2B5EF4-FFF2-40B4-BE49-F238E27FC236}">
                          <a16:creationId xmlns:a16="http://schemas.microsoft.com/office/drawing/2014/main" id="{08F64826-5EEB-42BA-82B0-CC1BD630D0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03990" y="1901564"/>
                      <a:ext cx="7600" cy="7306"/>
                    </a:xfrm>
                    <a:custGeom>
                      <a:avLst/>
                      <a:gdLst>
                        <a:gd name="connsiteX0" fmla="*/ 7562 w 7600"/>
                        <a:gd name="connsiteY0" fmla="*/ 2769 h 7306"/>
                        <a:gd name="connsiteX1" fmla="*/ 4609 w 7600"/>
                        <a:gd name="connsiteY1" fmla="*/ 7151 h 7306"/>
                        <a:gd name="connsiteX2" fmla="*/ 133 w 7600"/>
                        <a:gd name="connsiteY2" fmla="*/ 4769 h 7306"/>
                        <a:gd name="connsiteX3" fmla="*/ 3085 w 7600"/>
                        <a:gd name="connsiteY3" fmla="*/ 102 h 7306"/>
                        <a:gd name="connsiteX4" fmla="*/ 7562 w 7600"/>
                        <a:gd name="connsiteY4" fmla="*/ 2769 h 7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00" h="7306">
                          <a:moveTo>
                            <a:pt x="7562" y="2769"/>
                          </a:moveTo>
                          <a:cubicBezTo>
                            <a:pt x="7848" y="4769"/>
                            <a:pt x="6514" y="6674"/>
                            <a:pt x="4609" y="7151"/>
                          </a:cubicBezTo>
                          <a:cubicBezTo>
                            <a:pt x="2704" y="7722"/>
                            <a:pt x="704" y="6674"/>
                            <a:pt x="133" y="4769"/>
                          </a:cubicBezTo>
                          <a:cubicBezTo>
                            <a:pt x="-439" y="2865"/>
                            <a:pt x="894" y="769"/>
                            <a:pt x="3085" y="102"/>
                          </a:cubicBezTo>
                          <a:cubicBezTo>
                            <a:pt x="5276" y="-374"/>
                            <a:pt x="7276" y="864"/>
                            <a:pt x="7562" y="27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2" name="Forme libre : forme 13411">
                      <a:extLst>
                        <a:ext uri="{FF2B5EF4-FFF2-40B4-BE49-F238E27FC236}">
                          <a16:creationId xmlns:a16="http://schemas.microsoft.com/office/drawing/2014/main" id="{A42A70D7-492E-4C95-98D0-C16A454D04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60978" y="1855203"/>
                      <a:ext cx="86702" cy="61988"/>
                    </a:xfrm>
                    <a:custGeom>
                      <a:avLst/>
                      <a:gdLst>
                        <a:gd name="connsiteX0" fmla="*/ 84578 w 86702"/>
                        <a:gd name="connsiteY0" fmla="*/ 21412 h 61988"/>
                        <a:gd name="connsiteX1" fmla="*/ 82768 w 86702"/>
                        <a:gd name="connsiteY1" fmla="*/ 53511 h 61988"/>
                        <a:gd name="connsiteX2" fmla="*/ 75529 w 86702"/>
                        <a:gd name="connsiteY2" fmla="*/ 61988 h 61988"/>
                        <a:gd name="connsiteX3" fmla="*/ 69433 w 86702"/>
                        <a:gd name="connsiteY3" fmla="*/ 54750 h 61988"/>
                        <a:gd name="connsiteX4" fmla="*/ 50478 w 86702"/>
                        <a:gd name="connsiteY4" fmla="*/ 26841 h 61988"/>
                        <a:gd name="connsiteX5" fmla="*/ 38476 w 86702"/>
                        <a:gd name="connsiteY5" fmla="*/ 25413 h 61988"/>
                        <a:gd name="connsiteX6" fmla="*/ 19998 w 86702"/>
                        <a:gd name="connsiteY6" fmla="*/ 26270 h 61988"/>
                        <a:gd name="connsiteX7" fmla="*/ 91 w 86702"/>
                        <a:gd name="connsiteY7" fmla="*/ 20841 h 61988"/>
                        <a:gd name="connsiteX8" fmla="*/ 24856 w 86702"/>
                        <a:gd name="connsiteY8" fmla="*/ 3314 h 61988"/>
                        <a:gd name="connsiteX9" fmla="*/ 61146 w 86702"/>
                        <a:gd name="connsiteY9" fmla="*/ 1505 h 61988"/>
                        <a:gd name="connsiteX10" fmla="*/ 84578 w 86702"/>
                        <a:gd name="connsiteY10" fmla="*/ 21412 h 61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6702" h="61988">
                          <a:moveTo>
                            <a:pt x="84578" y="21412"/>
                          </a:moveTo>
                          <a:cubicBezTo>
                            <a:pt x="88769" y="32175"/>
                            <a:pt x="86007" y="43415"/>
                            <a:pt x="82768" y="53511"/>
                          </a:cubicBezTo>
                          <a:cubicBezTo>
                            <a:pt x="81434" y="57417"/>
                            <a:pt x="79053" y="61798"/>
                            <a:pt x="75529" y="61988"/>
                          </a:cubicBezTo>
                          <a:cubicBezTo>
                            <a:pt x="72481" y="61893"/>
                            <a:pt x="70671" y="58274"/>
                            <a:pt x="69433" y="54750"/>
                          </a:cubicBezTo>
                          <a:cubicBezTo>
                            <a:pt x="65813" y="44463"/>
                            <a:pt x="63146" y="32271"/>
                            <a:pt x="50478" y="26841"/>
                          </a:cubicBezTo>
                          <a:cubicBezTo>
                            <a:pt x="48573" y="26175"/>
                            <a:pt x="44096" y="25317"/>
                            <a:pt x="38476" y="25413"/>
                          </a:cubicBezTo>
                          <a:cubicBezTo>
                            <a:pt x="32857" y="25317"/>
                            <a:pt x="26285" y="25793"/>
                            <a:pt x="19998" y="26270"/>
                          </a:cubicBezTo>
                          <a:cubicBezTo>
                            <a:pt x="8758" y="26937"/>
                            <a:pt x="-1052" y="27413"/>
                            <a:pt x="91" y="20841"/>
                          </a:cubicBezTo>
                          <a:cubicBezTo>
                            <a:pt x="1424" y="14173"/>
                            <a:pt x="10187" y="7887"/>
                            <a:pt x="24856" y="3314"/>
                          </a:cubicBezTo>
                          <a:cubicBezTo>
                            <a:pt x="39238" y="-1162"/>
                            <a:pt x="54574" y="-400"/>
                            <a:pt x="61146" y="1505"/>
                          </a:cubicBezTo>
                          <a:cubicBezTo>
                            <a:pt x="73719" y="5220"/>
                            <a:pt x="81529" y="13221"/>
                            <a:pt x="84578" y="2141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32" name="Graphique 1">
                    <a:extLst>
                      <a:ext uri="{FF2B5EF4-FFF2-40B4-BE49-F238E27FC236}">
                        <a16:creationId xmlns:a16="http://schemas.microsoft.com/office/drawing/2014/main" id="{644EA086-8547-426F-80BB-F5943815566C}"/>
                      </a:ext>
                    </a:extLst>
                  </p:cNvPr>
                  <p:cNvGrpSpPr/>
                  <p:nvPr/>
                </p:nvGrpSpPr>
                <p:grpSpPr>
                  <a:xfrm>
                    <a:off x="7824380" y="1880572"/>
                    <a:ext cx="144466" cy="175138"/>
                    <a:chOff x="7824380" y="1880572"/>
                    <a:chExt cx="144466" cy="175138"/>
                  </a:xfrm>
                  <a:solidFill>
                    <a:schemeClr val="accent1"/>
                  </a:solidFill>
                </p:grpSpPr>
                <p:sp>
                  <p:nvSpPr>
                    <p:cNvPr id="13389" name="Forme libre : forme 13388">
                      <a:extLst>
                        <a:ext uri="{FF2B5EF4-FFF2-40B4-BE49-F238E27FC236}">
                          <a16:creationId xmlns:a16="http://schemas.microsoft.com/office/drawing/2014/main" id="{2D2CF7DD-4111-40A4-B60E-45BA613358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24544" y="1880572"/>
                      <a:ext cx="144302" cy="175097"/>
                    </a:xfrm>
                    <a:custGeom>
                      <a:avLst/>
                      <a:gdLst>
                        <a:gd name="connsiteX0" fmla="*/ 12820 w 144302"/>
                        <a:gd name="connsiteY0" fmla="*/ 138442 h 175097"/>
                        <a:gd name="connsiteX1" fmla="*/ 9391 w 144302"/>
                        <a:gd name="connsiteY1" fmla="*/ 124440 h 175097"/>
                        <a:gd name="connsiteX2" fmla="*/ 6724 w 144302"/>
                        <a:gd name="connsiteY2" fmla="*/ 114534 h 175097"/>
                        <a:gd name="connsiteX3" fmla="*/ 914 w 144302"/>
                        <a:gd name="connsiteY3" fmla="*/ 99294 h 175097"/>
                        <a:gd name="connsiteX4" fmla="*/ 1866 w 144302"/>
                        <a:gd name="connsiteY4" fmla="*/ 93198 h 175097"/>
                        <a:gd name="connsiteX5" fmla="*/ 7772 w 144302"/>
                        <a:gd name="connsiteY5" fmla="*/ 84245 h 175097"/>
                        <a:gd name="connsiteX6" fmla="*/ 20821 w 144302"/>
                        <a:gd name="connsiteY6" fmla="*/ 51002 h 175097"/>
                        <a:gd name="connsiteX7" fmla="*/ 37204 w 144302"/>
                        <a:gd name="connsiteY7" fmla="*/ 17570 h 175097"/>
                        <a:gd name="connsiteX8" fmla="*/ 50539 w 144302"/>
                        <a:gd name="connsiteY8" fmla="*/ 3568 h 175097"/>
                        <a:gd name="connsiteX9" fmla="*/ 72828 w 144302"/>
                        <a:gd name="connsiteY9" fmla="*/ 615 h 175097"/>
                        <a:gd name="connsiteX10" fmla="*/ 99497 w 144302"/>
                        <a:gd name="connsiteY10" fmla="*/ 13379 h 175097"/>
                        <a:gd name="connsiteX11" fmla="*/ 120072 w 144302"/>
                        <a:gd name="connsiteY11" fmla="*/ 38429 h 175097"/>
                        <a:gd name="connsiteX12" fmla="*/ 134835 w 144302"/>
                        <a:gd name="connsiteY12" fmla="*/ 75196 h 175097"/>
                        <a:gd name="connsiteX13" fmla="*/ 139598 w 144302"/>
                        <a:gd name="connsiteY13" fmla="*/ 92246 h 175097"/>
                        <a:gd name="connsiteX14" fmla="*/ 142931 w 144302"/>
                        <a:gd name="connsiteY14" fmla="*/ 105390 h 175097"/>
                        <a:gd name="connsiteX15" fmla="*/ 108165 w 144302"/>
                        <a:gd name="connsiteY15" fmla="*/ 162635 h 175097"/>
                        <a:gd name="connsiteX16" fmla="*/ 72637 w 144302"/>
                        <a:gd name="connsiteY16" fmla="*/ 173113 h 175097"/>
                        <a:gd name="connsiteX17" fmla="*/ 12820 w 144302"/>
                        <a:gd name="connsiteY17" fmla="*/ 138442 h 175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4302" h="175097">
                          <a:moveTo>
                            <a:pt x="12820" y="138442"/>
                          </a:moveTo>
                          <a:lnTo>
                            <a:pt x="9391" y="124440"/>
                          </a:lnTo>
                          <a:cubicBezTo>
                            <a:pt x="8343" y="120440"/>
                            <a:pt x="7676" y="117773"/>
                            <a:pt x="6724" y="114534"/>
                          </a:cubicBezTo>
                          <a:cubicBezTo>
                            <a:pt x="4914" y="108438"/>
                            <a:pt x="2818" y="103390"/>
                            <a:pt x="914" y="99294"/>
                          </a:cubicBezTo>
                          <a:cubicBezTo>
                            <a:pt x="-706" y="96246"/>
                            <a:pt x="-39" y="94913"/>
                            <a:pt x="1866" y="93198"/>
                          </a:cubicBezTo>
                          <a:cubicBezTo>
                            <a:pt x="3581" y="91388"/>
                            <a:pt x="5772" y="88340"/>
                            <a:pt x="7772" y="84245"/>
                          </a:cubicBezTo>
                          <a:cubicBezTo>
                            <a:pt x="12058" y="76053"/>
                            <a:pt x="15011" y="63385"/>
                            <a:pt x="20821" y="51002"/>
                          </a:cubicBezTo>
                          <a:lnTo>
                            <a:pt x="37204" y="17570"/>
                          </a:lnTo>
                          <a:cubicBezTo>
                            <a:pt x="40157" y="11569"/>
                            <a:pt x="44443" y="6711"/>
                            <a:pt x="50539" y="3568"/>
                          </a:cubicBezTo>
                          <a:cubicBezTo>
                            <a:pt x="56444" y="520"/>
                            <a:pt x="64255" y="-909"/>
                            <a:pt x="72828" y="615"/>
                          </a:cubicBezTo>
                          <a:cubicBezTo>
                            <a:pt x="81400" y="2044"/>
                            <a:pt x="90830" y="6140"/>
                            <a:pt x="99497" y="13379"/>
                          </a:cubicBezTo>
                          <a:cubicBezTo>
                            <a:pt x="108356" y="20522"/>
                            <a:pt x="115690" y="29952"/>
                            <a:pt x="120072" y="38429"/>
                          </a:cubicBezTo>
                          <a:cubicBezTo>
                            <a:pt x="126453" y="51098"/>
                            <a:pt x="131216" y="63385"/>
                            <a:pt x="134835" y="75196"/>
                          </a:cubicBezTo>
                          <a:cubicBezTo>
                            <a:pt x="136645" y="80911"/>
                            <a:pt x="138264" y="87293"/>
                            <a:pt x="139598" y="92246"/>
                          </a:cubicBezTo>
                          <a:lnTo>
                            <a:pt x="142931" y="105390"/>
                          </a:lnTo>
                          <a:cubicBezTo>
                            <a:pt x="149123" y="129679"/>
                            <a:pt x="133787" y="154825"/>
                            <a:pt x="108165" y="162635"/>
                          </a:cubicBezTo>
                          <a:lnTo>
                            <a:pt x="72637" y="173113"/>
                          </a:lnTo>
                          <a:cubicBezTo>
                            <a:pt x="46919" y="180923"/>
                            <a:pt x="19392" y="164921"/>
                            <a:pt x="12820" y="138442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0" name="Forme libre : forme 13389">
                      <a:extLst>
                        <a:ext uri="{FF2B5EF4-FFF2-40B4-BE49-F238E27FC236}">
                          <a16:creationId xmlns:a16="http://schemas.microsoft.com/office/drawing/2014/main" id="{A3B72D15-EA22-4D06-9E4A-94C694023C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24380" y="1917001"/>
                      <a:ext cx="73658" cy="138709"/>
                    </a:xfrm>
                    <a:custGeom>
                      <a:avLst/>
                      <a:gdLst>
                        <a:gd name="connsiteX0" fmla="*/ 43655 w 73658"/>
                        <a:gd name="connsiteY0" fmla="*/ 50387 h 138709"/>
                        <a:gd name="connsiteX1" fmla="*/ 35940 w 73658"/>
                        <a:gd name="connsiteY1" fmla="*/ 39148 h 138709"/>
                        <a:gd name="connsiteX2" fmla="*/ 32130 w 73658"/>
                        <a:gd name="connsiteY2" fmla="*/ 28575 h 138709"/>
                        <a:gd name="connsiteX3" fmla="*/ 28034 w 73658"/>
                        <a:gd name="connsiteY3" fmla="*/ 0 h 138709"/>
                        <a:gd name="connsiteX4" fmla="*/ 20795 w 73658"/>
                        <a:gd name="connsiteY4" fmla="*/ 14669 h 138709"/>
                        <a:gd name="connsiteX5" fmla="*/ 7745 w 73658"/>
                        <a:gd name="connsiteY5" fmla="*/ 47911 h 138709"/>
                        <a:gd name="connsiteX6" fmla="*/ 1840 w 73658"/>
                        <a:gd name="connsiteY6" fmla="*/ 56864 h 138709"/>
                        <a:gd name="connsiteX7" fmla="*/ 888 w 73658"/>
                        <a:gd name="connsiteY7" fmla="*/ 62960 h 138709"/>
                        <a:gd name="connsiteX8" fmla="*/ 6698 w 73658"/>
                        <a:gd name="connsiteY8" fmla="*/ 78200 h 138709"/>
                        <a:gd name="connsiteX9" fmla="*/ 9365 w 73658"/>
                        <a:gd name="connsiteY9" fmla="*/ 88106 h 138709"/>
                        <a:gd name="connsiteX10" fmla="*/ 12794 w 73658"/>
                        <a:gd name="connsiteY10" fmla="*/ 102108 h 138709"/>
                        <a:gd name="connsiteX11" fmla="*/ 72516 w 73658"/>
                        <a:gd name="connsiteY11" fmla="*/ 136684 h 138709"/>
                        <a:gd name="connsiteX12" fmla="*/ 73659 w 73658"/>
                        <a:gd name="connsiteY12" fmla="*/ 136303 h 138709"/>
                        <a:gd name="connsiteX13" fmla="*/ 60610 w 73658"/>
                        <a:gd name="connsiteY13" fmla="*/ 90488 h 138709"/>
                        <a:gd name="connsiteX14" fmla="*/ 54037 w 73658"/>
                        <a:gd name="connsiteY14" fmla="*/ 68675 h 138709"/>
                        <a:gd name="connsiteX15" fmla="*/ 43655 w 73658"/>
                        <a:gd name="connsiteY15" fmla="*/ 50387 h 138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73658" h="138709">
                          <a:moveTo>
                            <a:pt x="43655" y="50387"/>
                          </a:moveTo>
                          <a:cubicBezTo>
                            <a:pt x="40417" y="46673"/>
                            <a:pt x="37845" y="42958"/>
                            <a:pt x="35940" y="39148"/>
                          </a:cubicBezTo>
                          <a:cubicBezTo>
                            <a:pt x="34034" y="35719"/>
                            <a:pt x="32987" y="32290"/>
                            <a:pt x="32130" y="28575"/>
                          </a:cubicBezTo>
                          <a:cubicBezTo>
                            <a:pt x="30415" y="21050"/>
                            <a:pt x="29177" y="11335"/>
                            <a:pt x="28034" y="0"/>
                          </a:cubicBezTo>
                          <a:lnTo>
                            <a:pt x="20795" y="14669"/>
                          </a:lnTo>
                          <a:cubicBezTo>
                            <a:pt x="14984" y="26956"/>
                            <a:pt x="12032" y="39624"/>
                            <a:pt x="7745" y="47911"/>
                          </a:cubicBezTo>
                          <a:cubicBezTo>
                            <a:pt x="5745" y="52007"/>
                            <a:pt x="3555" y="55054"/>
                            <a:pt x="1840" y="56864"/>
                          </a:cubicBezTo>
                          <a:cubicBezTo>
                            <a:pt x="30" y="58674"/>
                            <a:pt x="-732" y="59912"/>
                            <a:pt x="888" y="62960"/>
                          </a:cubicBezTo>
                          <a:cubicBezTo>
                            <a:pt x="2793" y="67056"/>
                            <a:pt x="4983" y="72104"/>
                            <a:pt x="6698" y="78200"/>
                          </a:cubicBezTo>
                          <a:cubicBezTo>
                            <a:pt x="7651" y="81344"/>
                            <a:pt x="8317" y="84106"/>
                            <a:pt x="9365" y="88106"/>
                          </a:cubicBezTo>
                          <a:lnTo>
                            <a:pt x="12794" y="102108"/>
                          </a:lnTo>
                          <a:cubicBezTo>
                            <a:pt x="19366" y="128588"/>
                            <a:pt x="46893" y="144590"/>
                            <a:pt x="72516" y="136684"/>
                          </a:cubicBezTo>
                          <a:lnTo>
                            <a:pt x="73659" y="136303"/>
                          </a:lnTo>
                          <a:cubicBezTo>
                            <a:pt x="67849" y="121063"/>
                            <a:pt x="64419" y="105632"/>
                            <a:pt x="60610" y="90488"/>
                          </a:cubicBezTo>
                          <a:cubicBezTo>
                            <a:pt x="58704" y="83058"/>
                            <a:pt x="56609" y="75057"/>
                            <a:pt x="54037" y="68675"/>
                          </a:cubicBezTo>
                          <a:cubicBezTo>
                            <a:pt x="51656" y="61913"/>
                            <a:pt x="48132" y="55817"/>
                            <a:pt x="43655" y="50387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1" name="Forme libre : forme 13390">
                      <a:extLst>
                        <a:ext uri="{FF2B5EF4-FFF2-40B4-BE49-F238E27FC236}">
                          <a16:creationId xmlns:a16="http://schemas.microsoft.com/office/drawing/2014/main" id="{078FA2CA-7D98-4F76-A5B9-A93B2AD558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9166" y="1952236"/>
                      <a:ext cx="51984" cy="67610"/>
                    </a:xfrm>
                    <a:custGeom>
                      <a:avLst/>
                      <a:gdLst>
                        <a:gd name="connsiteX0" fmla="*/ 34397 w 51984"/>
                        <a:gd name="connsiteY0" fmla="*/ 66968 h 67610"/>
                        <a:gd name="connsiteX1" fmla="*/ 14490 w 51984"/>
                        <a:gd name="connsiteY1" fmla="*/ 61729 h 67610"/>
                        <a:gd name="connsiteX2" fmla="*/ 6489 w 51984"/>
                        <a:gd name="connsiteY2" fmla="*/ 52299 h 67610"/>
                        <a:gd name="connsiteX3" fmla="*/ 1345 w 51984"/>
                        <a:gd name="connsiteY3" fmla="*/ 40012 h 67610"/>
                        <a:gd name="connsiteX4" fmla="*/ 1917 w 51984"/>
                        <a:gd name="connsiteY4" fmla="*/ 17438 h 67610"/>
                        <a:gd name="connsiteX5" fmla="*/ 14680 w 51984"/>
                        <a:gd name="connsiteY5" fmla="*/ 1817 h 67610"/>
                        <a:gd name="connsiteX6" fmla="*/ 35254 w 51984"/>
                        <a:gd name="connsiteY6" fmla="*/ 4293 h 67610"/>
                        <a:gd name="connsiteX7" fmla="*/ 50494 w 51984"/>
                        <a:gd name="connsiteY7" fmla="*/ 27344 h 67610"/>
                        <a:gd name="connsiteX8" fmla="*/ 51923 w 51984"/>
                        <a:gd name="connsiteY8" fmla="*/ 40964 h 67610"/>
                        <a:gd name="connsiteX9" fmla="*/ 49351 w 51984"/>
                        <a:gd name="connsiteY9" fmla="*/ 52776 h 67610"/>
                        <a:gd name="connsiteX10" fmla="*/ 34397 w 51984"/>
                        <a:gd name="connsiteY10" fmla="*/ 66968 h 67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1984" h="67610">
                          <a:moveTo>
                            <a:pt x="34397" y="66968"/>
                          </a:moveTo>
                          <a:cubicBezTo>
                            <a:pt x="27634" y="68777"/>
                            <a:pt x="20491" y="66682"/>
                            <a:pt x="14490" y="61729"/>
                          </a:cubicBezTo>
                          <a:cubicBezTo>
                            <a:pt x="11537" y="59252"/>
                            <a:pt x="8775" y="56109"/>
                            <a:pt x="6489" y="52299"/>
                          </a:cubicBezTo>
                          <a:cubicBezTo>
                            <a:pt x="4298" y="48775"/>
                            <a:pt x="2393" y="43917"/>
                            <a:pt x="1345" y="40012"/>
                          </a:cubicBezTo>
                          <a:cubicBezTo>
                            <a:pt x="-750" y="31916"/>
                            <a:pt x="-274" y="24201"/>
                            <a:pt x="1917" y="17438"/>
                          </a:cubicBezTo>
                          <a:cubicBezTo>
                            <a:pt x="4298" y="10675"/>
                            <a:pt x="8298" y="4865"/>
                            <a:pt x="14680" y="1817"/>
                          </a:cubicBezTo>
                          <a:cubicBezTo>
                            <a:pt x="20871" y="-1231"/>
                            <a:pt x="28587" y="-469"/>
                            <a:pt x="35254" y="4293"/>
                          </a:cubicBezTo>
                          <a:cubicBezTo>
                            <a:pt x="42113" y="8865"/>
                            <a:pt x="47827" y="17247"/>
                            <a:pt x="50494" y="27344"/>
                          </a:cubicBezTo>
                          <a:cubicBezTo>
                            <a:pt x="51923" y="32392"/>
                            <a:pt x="52114" y="36583"/>
                            <a:pt x="51923" y="40964"/>
                          </a:cubicBezTo>
                          <a:cubicBezTo>
                            <a:pt x="51638" y="45251"/>
                            <a:pt x="50780" y="49251"/>
                            <a:pt x="49351" y="52776"/>
                          </a:cubicBezTo>
                          <a:cubicBezTo>
                            <a:pt x="46303" y="59824"/>
                            <a:pt x="41160" y="65158"/>
                            <a:pt x="34397" y="66968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2" name="Forme libre : forme 13391">
                      <a:extLst>
                        <a:ext uri="{FF2B5EF4-FFF2-40B4-BE49-F238E27FC236}">
                          <a16:creationId xmlns:a16="http://schemas.microsoft.com/office/drawing/2014/main" id="{7BCAA7CA-F311-4290-933C-DE0CC13F5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8975" y="1952292"/>
                      <a:ext cx="40207" cy="54148"/>
                    </a:xfrm>
                    <a:custGeom>
                      <a:avLst/>
                      <a:gdLst>
                        <a:gd name="connsiteX0" fmla="*/ 40207 w 40207"/>
                        <a:gd name="connsiteY0" fmla="*/ 8333 h 54148"/>
                        <a:gd name="connsiteX1" fmla="*/ 27444 w 40207"/>
                        <a:gd name="connsiteY1" fmla="*/ 618 h 54148"/>
                        <a:gd name="connsiteX2" fmla="*/ 14680 w 40207"/>
                        <a:gd name="connsiteY2" fmla="*/ 1761 h 54148"/>
                        <a:gd name="connsiteX3" fmla="*/ 1917 w 40207"/>
                        <a:gd name="connsiteY3" fmla="*/ 17382 h 54148"/>
                        <a:gd name="connsiteX4" fmla="*/ 1345 w 40207"/>
                        <a:gd name="connsiteY4" fmla="*/ 39957 h 54148"/>
                        <a:gd name="connsiteX5" fmla="*/ 7727 w 40207"/>
                        <a:gd name="connsiteY5" fmla="*/ 54149 h 54148"/>
                        <a:gd name="connsiteX6" fmla="*/ 7346 w 40207"/>
                        <a:gd name="connsiteY6" fmla="*/ 45291 h 54148"/>
                        <a:gd name="connsiteX7" fmla="*/ 11918 w 40207"/>
                        <a:gd name="connsiteY7" fmla="*/ 33575 h 54148"/>
                        <a:gd name="connsiteX8" fmla="*/ 19252 w 40207"/>
                        <a:gd name="connsiteY8" fmla="*/ 22907 h 54148"/>
                        <a:gd name="connsiteX9" fmla="*/ 40207 w 40207"/>
                        <a:gd name="connsiteY9" fmla="*/ 8333 h 54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0207" h="54148">
                          <a:moveTo>
                            <a:pt x="40207" y="8333"/>
                          </a:moveTo>
                          <a:cubicBezTo>
                            <a:pt x="36207" y="4428"/>
                            <a:pt x="32016" y="1666"/>
                            <a:pt x="27444" y="618"/>
                          </a:cubicBezTo>
                          <a:cubicBezTo>
                            <a:pt x="22967" y="-525"/>
                            <a:pt x="18681" y="-48"/>
                            <a:pt x="14680" y="1761"/>
                          </a:cubicBezTo>
                          <a:cubicBezTo>
                            <a:pt x="8299" y="4904"/>
                            <a:pt x="4298" y="10620"/>
                            <a:pt x="1917" y="17382"/>
                          </a:cubicBezTo>
                          <a:cubicBezTo>
                            <a:pt x="-274" y="24050"/>
                            <a:pt x="-750" y="31860"/>
                            <a:pt x="1345" y="39957"/>
                          </a:cubicBezTo>
                          <a:cubicBezTo>
                            <a:pt x="2679" y="44719"/>
                            <a:pt x="4869" y="50148"/>
                            <a:pt x="7727" y="54149"/>
                          </a:cubicBezTo>
                          <a:cubicBezTo>
                            <a:pt x="7156" y="51291"/>
                            <a:pt x="6965" y="48338"/>
                            <a:pt x="7346" y="45291"/>
                          </a:cubicBezTo>
                          <a:cubicBezTo>
                            <a:pt x="8299" y="40909"/>
                            <a:pt x="9918" y="37290"/>
                            <a:pt x="11918" y="33575"/>
                          </a:cubicBezTo>
                          <a:cubicBezTo>
                            <a:pt x="14014" y="29860"/>
                            <a:pt x="16490" y="26241"/>
                            <a:pt x="19252" y="22907"/>
                          </a:cubicBezTo>
                          <a:cubicBezTo>
                            <a:pt x="24968" y="16334"/>
                            <a:pt x="32016" y="10620"/>
                            <a:pt x="40207" y="8333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3" name="Forme libre : forme 13392">
                      <a:extLst>
                        <a:ext uri="{FF2B5EF4-FFF2-40B4-BE49-F238E27FC236}">
                          <a16:creationId xmlns:a16="http://schemas.microsoft.com/office/drawing/2014/main" id="{C9938332-C911-4ABF-9607-002282204A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4541" y="1957697"/>
                      <a:ext cx="51842" cy="67023"/>
                    </a:xfrm>
                    <a:custGeom>
                      <a:avLst/>
                      <a:gdLst>
                        <a:gd name="connsiteX0" fmla="*/ 34450 w 51842"/>
                        <a:gd name="connsiteY0" fmla="*/ 66365 h 67023"/>
                        <a:gd name="connsiteX1" fmla="*/ 1207 w 51842"/>
                        <a:gd name="connsiteY1" fmla="*/ 38933 h 67023"/>
                        <a:gd name="connsiteX2" fmla="*/ 64 w 51842"/>
                        <a:gd name="connsiteY2" fmla="*/ 27217 h 67023"/>
                        <a:gd name="connsiteX3" fmla="*/ 2255 w 51842"/>
                        <a:gd name="connsiteY3" fmla="*/ 16740 h 67023"/>
                        <a:gd name="connsiteX4" fmla="*/ 15495 w 51842"/>
                        <a:gd name="connsiteY4" fmla="*/ 1690 h 67023"/>
                        <a:gd name="connsiteX5" fmla="*/ 35879 w 51842"/>
                        <a:gd name="connsiteY5" fmla="*/ 4262 h 67023"/>
                        <a:gd name="connsiteX6" fmla="*/ 50451 w 51842"/>
                        <a:gd name="connsiteY6" fmla="*/ 26741 h 67023"/>
                        <a:gd name="connsiteX7" fmla="*/ 34450 w 51842"/>
                        <a:gd name="connsiteY7" fmla="*/ 66365 h 670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842" h="67023">
                          <a:moveTo>
                            <a:pt x="34450" y="66365"/>
                          </a:moveTo>
                          <a:cubicBezTo>
                            <a:pt x="20924" y="70080"/>
                            <a:pt x="5875" y="57697"/>
                            <a:pt x="1207" y="38933"/>
                          </a:cubicBezTo>
                          <a:cubicBezTo>
                            <a:pt x="64" y="34742"/>
                            <a:pt x="-126" y="31027"/>
                            <a:pt x="64" y="27217"/>
                          </a:cubicBezTo>
                          <a:cubicBezTo>
                            <a:pt x="160" y="23598"/>
                            <a:pt x="1112" y="19883"/>
                            <a:pt x="2255" y="16740"/>
                          </a:cubicBezTo>
                          <a:cubicBezTo>
                            <a:pt x="4732" y="10263"/>
                            <a:pt x="9113" y="4548"/>
                            <a:pt x="15495" y="1690"/>
                          </a:cubicBezTo>
                          <a:cubicBezTo>
                            <a:pt x="21876" y="-1263"/>
                            <a:pt x="29306" y="-310"/>
                            <a:pt x="35879" y="4262"/>
                          </a:cubicBezTo>
                          <a:cubicBezTo>
                            <a:pt x="42546" y="8739"/>
                            <a:pt x="47975" y="17026"/>
                            <a:pt x="50451" y="26741"/>
                          </a:cubicBezTo>
                          <a:cubicBezTo>
                            <a:pt x="55024" y="45029"/>
                            <a:pt x="47975" y="62650"/>
                            <a:pt x="34450" y="6636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4" name="Forme libre : forme 13393">
                      <a:extLst>
                        <a:ext uri="{FF2B5EF4-FFF2-40B4-BE49-F238E27FC236}">
                          <a16:creationId xmlns:a16="http://schemas.microsoft.com/office/drawing/2014/main" id="{7B76DE26-0373-4542-A43D-894FBD000B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38622" y="1909899"/>
                      <a:ext cx="75063" cy="105421"/>
                    </a:xfrm>
                    <a:custGeom>
                      <a:avLst/>
                      <a:gdLst>
                        <a:gd name="connsiteX0" fmla="*/ 27508 w 75063"/>
                        <a:gd name="connsiteY0" fmla="*/ 23104 h 105421"/>
                        <a:gd name="connsiteX1" fmla="*/ 11792 w 75063"/>
                        <a:gd name="connsiteY1" fmla="*/ 40820 h 105421"/>
                        <a:gd name="connsiteX2" fmla="*/ 2267 w 75063"/>
                        <a:gd name="connsiteY2" fmla="*/ 56251 h 105421"/>
                        <a:gd name="connsiteX3" fmla="*/ 76 w 75063"/>
                        <a:gd name="connsiteY3" fmla="*/ 71015 h 105421"/>
                        <a:gd name="connsiteX4" fmla="*/ 2743 w 75063"/>
                        <a:gd name="connsiteY4" fmla="*/ 83588 h 105421"/>
                        <a:gd name="connsiteX5" fmla="*/ 5887 w 75063"/>
                        <a:gd name="connsiteY5" fmla="*/ 89779 h 105421"/>
                        <a:gd name="connsiteX6" fmla="*/ 11220 w 75063"/>
                        <a:gd name="connsiteY6" fmla="*/ 97018 h 105421"/>
                        <a:gd name="connsiteX7" fmla="*/ 36176 w 75063"/>
                        <a:gd name="connsiteY7" fmla="*/ 102924 h 105421"/>
                        <a:gd name="connsiteX8" fmla="*/ 44748 w 75063"/>
                        <a:gd name="connsiteY8" fmla="*/ 88160 h 105421"/>
                        <a:gd name="connsiteX9" fmla="*/ 63227 w 75063"/>
                        <a:gd name="connsiteY9" fmla="*/ 52155 h 105421"/>
                        <a:gd name="connsiteX10" fmla="*/ 66179 w 75063"/>
                        <a:gd name="connsiteY10" fmla="*/ 3387 h 105421"/>
                        <a:gd name="connsiteX11" fmla="*/ 43605 w 75063"/>
                        <a:gd name="connsiteY11" fmla="*/ 6149 h 105421"/>
                        <a:gd name="connsiteX12" fmla="*/ 27508 w 75063"/>
                        <a:gd name="connsiteY12" fmla="*/ 23104 h 105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5063" h="105421">
                          <a:moveTo>
                            <a:pt x="27508" y="23104"/>
                          </a:moveTo>
                          <a:cubicBezTo>
                            <a:pt x="21698" y="28533"/>
                            <a:pt x="16078" y="34534"/>
                            <a:pt x="11792" y="40820"/>
                          </a:cubicBezTo>
                          <a:cubicBezTo>
                            <a:pt x="7601" y="46916"/>
                            <a:pt x="4458" y="51870"/>
                            <a:pt x="2267" y="56251"/>
                          </a:cubicBezTo>
                          <a:cubicBezTo>
                            <a:pt x="267" y="60823"/>
                            <a:pt x="-210" y="66252"/>
                            <a:pt x="76" y="71015"/>
                          </a:cubicBezTo>
                          <a:cubicBezTo>
                            <a:pt x="362" y="75110"/>
                            <a:pt x="1029" y="79492"/>
                            <a:pt x="2743" y="83588"/>
                          </a:cubicBezTo>
                          <a:cubicBezTo>
                            <a:pt x="3505" y="85778"/>
                            <a:pt x="4553" y="87874"/>
                            <a:pt x="5887" y="89779"/>
                          </a:cubicBezTo>
                          <a:cubicBezTo>
                            <a:pt x="7220" y="91684"/>
                            <a:pt x="9125" y="94922"/>
                            <a:pt x="11220" y="97018"/>
                          </a:cubicBezTo>
                          <a:cubicBezTo>
                            <a:pt x="17507" y="104066"/>
                            <a:pt x="28556" y="108448"/>
                            <a:pt x="36176" y="102924"/>
                          </a:cubicBezTo>
                          <a:cubicBezTo>
                            <a:pt x="40843" y="99495"/>
                            <a:pt x="42748" y="93589"/>
                            <a:pt x="44748" y="88160"/>
                          </a:cubicBezTo>
                          <a:cubicBezTo>
                            <a:pt x="49511" y="75396"/>
                            <a:pt x="56178" y="64347"/>
                            <a:pt x="63227" y="52155"/>
                          </a:cubicBezTo>
                          <a:cubicBezTo>
                            <a:pt x="69227" y="42440"/>
                            <a:pt x="84849" y="19008"/>
                            <a:pt x="66179" y="3387"/>
                          </a:cubicBezTo>
                          <a:cubicBezTo>
                            <a:pt x="57893" y="-2995"/>
                            <a:pt x="50082" y="625"/>
                            <a:pt x="43605" y="6149"/>
                          </a:cubicBezTo>
                          <a:cubicBezTo>
                            <a:pt x="37224" y="11864"/>
                            <a:pt x="31604" y="19294"/>
                            <a:pt x="27508" y="2310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5" name="Forme libre : forme 13394">
                      <a:extLst>
                        <a:ext uri="{FF2B5EF4-FFF2-40B4-BE49-F238E27FC236}">
                          <a16:creationId xmlns:a16="http://schemas.microsoft.com/office/drawing/2014/main" id="{26472A56-5F1A-4743-8491-E32A0F7B9F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0721" y="1929267"/>
                      <a:ext cx="33675" cy="25763"/>
                    </a:xfrm>
                    <a:custGeom>
                      <a:avLst/>
                      <a:gdLst>
                        <a:gd name="connsiteX0" fmla="*/ 7984 w 33675"/>
                        <a:gd name="connsiteY0" fmla="*/ 21 h 25763"/>
                        <a:gd name="connsiteX1" fmla="*/ 2364 w 33675"/>
                        <a:gd name="connsiteY1" fmla="*/ 1260 h 25763"/>
                        <a:gd name="connsiteX2" fmla="*/ 78 w 33675"/>
                        <a:gd name="connsiteY2" fmla="*/ 6403 h 25763"/>
                        <a:gd name="connsiteX3" fmla="*/ 3031 w 33675"/>
                        <a:gd name="connsiteY3" fmla="*/ 11166 h 25763"/>
                        <a:gd name="connsiteX4" fmla="*/ 13699 w 33675"/>
                        <a:gd name="connsiteY4" fmla="*/ 21072 h 25763"/>
                        <a:gd name="connsiteX5" fmla="*/ 18557 w 33675"/>
                        <a:gd name="connsiteY5" fmla="*/ 24405 h 25763"/>
                        <a:gd name="connsiteX6" fmla="*/ 31987 w 33675"/>
                        <a:gd name="connsiteY6" fmla="*/ 14118 h 25763"/>
                        <a:gd name="connsiteX7" fmla="*/ 7984 w 33675"/>
                        <a:gd name="connsiteY7" fmla="*/ 21 h 25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3675" h="25763">
                          <a:moveTo>
                            <a:pt x="7984" y="21"/>
                          </a:moveTo>
                          <a:cubicBezTo>
                            <a:pt x="5984" y="-74"/>
                            <a:pt x="3889" y="117"/>
                            <a:pt x="2364" y="1260"/>
                          </a:cubicBezTo>
                          <a:cubicBezTo>
                            <a:pt x="745" y="2307"/>
                            <a:pt x="-302" y="4403"/>
                            <a:pt x="78" y="6403"/>
                          </a:cubicBezTo>
                          <a:cubicBezTo>
                            <a:pt x="554" y="8308"/>
                            <a:pt x="1697" y="9832"/>
                            <a:pt x="3031" y="11166"/>
                          </a:cubicBezTo>
                          <a:cubicBezTo>
                            <a:pt x="6460" y="14595"/>
                            <a:pt x="9889" y="17928"/>
                            <a:pt x="13699" y="21072"/>
                          </a:cubicBezTo>
                          <a:cubicBezTo>
                            <a:pt x="15318" y="22310"/>
                            <a:pt x="16747" y="23643"/>
                            <a:pt x="18557" y="24405"/>
                          </a:cubicBezTo>
                          <a:cubicBezTo>
                            <a:pt x="25891" y="27739"/>
                            <a:pt x="38178" y="25167"/>
                            <a:pt x="31987" y="14118"/>
                          </a:cubicBezTo>
                          <a:cubicBezTo>
                            <a:pt x="26939" y="5451"/>
                            <a:pt x="16366" y="402"/>
                            <a:pt x="7984" y="2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6" name="Forme libre : forme 13395">
                      <a:extLst>
                        <a:ext uri="{FF2B5EF4-FFF2-40B4-BE49-F238E27FC236}">
                          <a16:creationId xmlns:a16="http://schemas.microsoft.com/office/drawing/2014/main" id="{7E90A1CA-5B28-4930-9CE0-DF4F2BD6E8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40413" y="2019395"/>
                      <a:ext cx="60578" cy="30127"/>
                    </a:xfrm>
                    <a:custGeom>
                      <a:avLst/>
                      <a:gdLst>
                        <a:gd name="connsiteX0" fmla="*/ 60579 w 60578"/>
                        <a:gd name="connsiteY0" fmla="*/ 28194 h 30127"/>
                        <a:gd name="connsiteX1" fmla="*/ 39148 w 60578"/>
                        <a:gd name="connsiteY1" fmla="*/ 29528 h 30127"/>
                        <a:gd name="connsiteX2" fmla="*/ 0 w 60578"/>
                        <a:gd name="connsiteY2" fmla="*/ 0 h 30127"/>
                        <a:gd name="connsiteX3" fmla="*/ 15144 w 60578"/>
                        <a:gd name="connsiteY3" fmla="*/ 15240 h 30127"/>
                        <a:gd name="connsiteX4" fmla="*/ 60579 w 60578"/>
                        <a:gd name="connsiteY4" fmla="*/ 28194 h 30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78" h="30127">
                          <a:moveTo>
                            <a:pt x="60579" y="28194"/>
                          </a:moveTo>
                          <a:cubicBezTo>
                            <a:pt x="60579" y="28194"/>
                            <a:pt x="51339" y="31433"/>
                            <a:pt x="39148" y="29528"/>
                          </a:cubicBezTo>
                          <a:cubicBezTo>
                            <a:pt x="26955" y="27718"/>
                            <a:pt x="11525" y="20479"/>
                            <a:pt x="0" y="0"/>
                          </a:cubicBezTo>
                          <a:cubicBezTo>
                            <a:pt x="0" y="0"/>
                            <a:pt x="5048" y="7811"/>
                            <a:pt x="15144" y="15240"/>
                          </a:cubicBezTo>
                          <a:cubicBezTo>
                            <a:pt x="25241" y="22765"/>
                            <a:pt x="40481" y="29813"/>
                            <a:pt x="60579" y="2819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7" name="Forme libre : forme 13396">
                      <a:extLst>
                        <a:ext uri="{FF2B5EF4-FFF2-40B4-BE49-F238E27FC236}">
                          <a16:creationId xmlns:a16="http://schemas.microsoft.com/office/drawing/2014/main" id="{78D967A0-0854-463F-BE0D-BEF314583F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2796" y="1887947"/>
                      <a:ext cx="80200" cy="36769"/>
                    </a:xfrm>
                    <a:custGeom>
                      <a:avLst/>
                      <a:gdLst>
                        <a:gd name="connsiteX0" fmla="*/ 80200 w 80200"/>
                        <a:gd name="connsiteY0" fmla="*/ 36770 h 36769"/>
                        <a:gd name="connsiteX1" fmla="*/ 78867 w 80200"/>
                        <a:gd name="connsiteY1" fmla="*/ 34389 h 36769"/>
                        <a:gd name="connsiteX2" fmla="*/ 74581 w 80200"/>
                        <a:gd name="connsiteY2" fmla="*/ 28197 h 36769"/>
                        <a:gd name="connsiteX3" fmla="*/ 71438 w 80200"/>
                        <a:gd name="connsiteY3" fmla="*/ 24197 h 36769"/>
                        <a:gd name="connsiteX4" fmla="*/ 66866 w 80200"/>
                        <a:gd name="connsiteY4" fmla="*/ 19244 h 36769"/>
                        <a:gd name="connsiteX5" fmla="*/ 55150 w 80200"/>
                        <a:gd name="connsiteY5" fmla="*/ 9338 h 36769"/>
                        <a:gd name="connsiteX6" fmla="*/ 25622 w 80200"/>
                        <a:gd name="connsiteY6" fmla="*/ 98 h 36769"/>
                        <a:gd name="connsiteX7" fmla="*/ 0 w 80200"/>
                        <a:gd name="connsiteY7" fmla="*/ 15624 h 36769"/>
                        <a:gd name="connsiteX8" fmla="*/ 5334 w 80200"/>
                        <a:gd name="connsiteY8" fmla="*/ 11148 h 36769"/>
                        <a:gd name="connsiteX9" fmla="*/ 21812 w 80200"/>
                        <a:gd name="connsiteY9" fmla="*/ 4670 h 36769"/>
                        <a:gd name="connsiteX10" fmla="*/ 49911 w 80200"/>
                        <a:gd name="connsiteY10" fmla="*/ 9433 h 36769"/>
                        <a:gd name="connsiteX11" fmla="*/ 80200 w 80200"/>
                        <a:gd name="connsiteY11" fmla="*/ 36770 h 36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80200" h="36769">
                          <a:moveTo>
                            <a:pt x="80200" y="36770"/>
                          </a:moveTo>
                          <a:cubicBezTo>
                            <a:pt x="80200" y="36770"/>
                            <a:pt x="79724" y="35912"/>
                            <a:pt x="78867" y="34389"/>
                          </a:cubicBezTo>
                          <a:cubicBezTo>
                            <a:pt x="77914" y="32865"/>
                            <a:pt x="76485" y="30674"/>
                            <a:pt x="74581" y="28197"/>
                          </a:cubicBezTo>
                          <a:cubicBezTo>
                            <a:pt x="73628" y="26959"/>
                            <a:pt x="72580" y="25625"/>
                            <a:pt x="71438" y="24197"/>
                          </a:cubicBezTo>
                          <a:cubicBezTo>
                            <a:pt x="70104" y="22577"/>
                            <a:pt x="68485" y="20863"/>
                            <a:pt x="66866" y="19244"/>
                          </a:cubicBezTo>
                          <a:cubicBezTo>
                            <a:pt x="63627" y="15910"/>
                            <a:pt x="59817" y="12481"/>
                            <a:pt x="55150" y="9338"/>
                          </a:cubicBezTo>
                          <a:cubicBezTo>
                            <a:pt x="46291" y="3051"/>
                            <a:pt x="35528" y="-664"/>
                            <a:pt x="25622" y="98"/>
                          </a:cubicBezTo>
                          <a:cubicBezTo>
                            <a:pt x="15526" y="861"/>
                            <a:pt x="6763" y="5909"/>
                            <a:pt x="0" y="15624"/>
                          </a:cubicBezTo>
                          <a:cubicBezTo>
                            <a:pt x="0" y="15624"/>
                            <a:pt x="1714" y="13624"/>
                            <a:pt x="5334" y="11148"/>
                          </a:cubicBezTo>
                          <a:cubicBezTo>
                            <a:pt x="8858" y="8861"/>
                            <a:pt x="14288" y="5909"/>
                            <a:pt x="21812" y="4670"/>
                          </a:cubicBezTo>
                          <a:cubicBezTo>
                            <a:pt x="29242" y="3527"/>
                            <a:pt x="39052" y="4099"/>
                            <a:pt x="49911" y="9433"/>
                          </a:cubicBezTo>
                          <a:cubicBezTo>
                            <a:pt x="61055" y="14767"/>
                            <a:pt x="72390" y="25054"/>
                            <a:pt x="80200" y="3677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8" name="Forme libre : forme 13397">
                      <a:extLst>
                        <a:ext uri="{FF2B5EF4-FFF2-40B4-BE49-F238E27FC236}">
                          <a16:creationId xmlns:a16="http://schemas.microsoft.com/office/drawing/2014/main" id="{81947B47-32F2-4144-95AB-79555CC195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9353" y="1976142"/>
                      <a:ext cx="16531" cy="27071"/>
                    </a:xfrm>
                    <a:custGeom>
                      <a:avLst/>
                      <a:gdLst>
                        <a:gd name="connsiteX0" fmla="*/ 6972 w 16531"/>
                        <a:gd name="connsiteY0" fmla="*/ 27061 h 27071"/>
                        <a:gd name="connsiteX1" fmla="*/ 114 w 16531"/>
                        <a:gd name="connsiteY1" fmla="*/ 13059 h 27071"/>
                        <a:gd name="connsiteX2" fmla="*/ 9258 w 16531"/>
                        <a:gd name="connsiteY2" fmla="*/ 10 h 27071"/>
                        <a:gd name="connsiteX3" fmla="*/ 16402 w 16531"/>
                        <a:gd name="connsiteY3" fmla="*/ 14392 h 27071"/>
                        <a:gd name="connsiteX4" fmla="*/ 6972 w 16531"/>
                        <a:gd name="connsiteY4" fmla="*/ 27061 h 270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31" h="27071">
                          <a:moveTo>
                            <a:pt x="6972" y="27061"/>
                          </a:moveTo>
                          <a:cubicBezTo>
                            <a:pt x="2495" y="26775"/>
                            <a:pt x="-648" y="20488"/>
                            <a:pt x="114" y="13059"/>
                          </a:cubicBezTo>
                          <a:cubicBezTo>
                            <a:pt x="781" y="5820"/>
                            <a:pt x="4686" y="-276"/>
                            <a:pt x="9258" y="10"/>
                          </a:cubicBezTo>
                          <a:cubicBezTo>
                            <a:pt x="13735" y="200"/>
                            <a:pt x="17259" y="7249"/>
                            <a:pt x="16402" y="14392"/>
                          </a:cubicBezTo>
                          <a:cubicBezTo>
                            <a:pt x="15640" y="21727"/>
                            <a:pt x="11449" y="27346"/>
                            <a:pt x="6972" y="2706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9" name="Forme libre : forme 13398">
                      <a:extLst>
                        <a:ext uri="{FF2B5EF4-FFF2-40B4-BE49-F238E27FC236}">
                          <a16:creationId xmlns:a16="http://schemas.microsoft.com/office/drawing/2014/main" id="{AB1A20A6-AA4B-48A7-BBA8-932AD62040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4789" y="1999189"/>
                      <a:ext cx="7263" cy="7169"/>
                    </a:xfrm>
                    <a:custGeom>
                      <a:avLst/>
                      <a:gdLst>
                        <a:gd name="connsiteX0" fmla="*/ 4489 w 7263"/>
                        <a:gd name="connsiteY0" fmla="*/ 7061 h 7169"/>
                        <a:gd name="connsiteX1" fmla="*/ 108 w 7263"/>
                        <a:gd name="connsiteY1" fmla="*/ 4489 h 7169"/>
                        <a:gd name="connsiteX2" fmla="*/ 2775 w 7263"/>
                        <a:gd name="connsiteY2" fmla="*/ 108 h 7169"/>
                        <a:gd name="connsiteX3" fmla="*/ 7156 w 7263"/>
                        <a:gd name="connsiteY3" fmla="*/ 2680 h 7169"/>
                        <a:gd name="connsiteX4" fmla="*/ 4489 w 7263"/>
                        <a:gd name="connsiteY4" fmla="*/ 7061 h 7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63" h="7169">
                          <a:moveTo>
                            <a:pt x="4489" y="7061"/>
                          </a:moveTo>
                          <a:cubicBezTo>
                            <a:pt x="2584" y="7537"/>
                            <a:pt x="584" y="6394"/>
                            <a:pt x="108" y="4489"/>
                          </a:cubicBezTo>
                          <a:cubicBezTo>
                            <a:pt x="-369" y="2585"/>
                            <a:pt x="774" y="680"/>
                            <a:pt x="2775" y="108"/>
                          </a:cubicBezTo>
                          <a:cubicBezTo>
                            <a:pt x="4680" y="-368"/>
                            <a:pt x="6680" y="775"/>
                            <a:pt x="7156" y="2680"/>
                          </a:cubicBezTo>
                          <a:cubicBezTo>
                            <a:pt x="7633" y="4585"/>
                            <a:pt x="6490" y="6490"/>
                            <a:pt x="4489" y="70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0" name="Forme libre : forme 13399">
                      <a:extLst>
                        <a:ext uri="{FF2B5EF4-FFF2-40B4-BE49-F238E27FC236}">
                          <a16:creationId xmlns:a16="http://schemas.microsoft.com/office/drawing/2014/main" id="{AFD04E16-81C7-433F-9994-B6D8A0D819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2281" y="1965461"/>
                      <a:ext cx="55356" cy="72341"/>
                    </a:xfrm>
                    <a:custGeom>
                      <a:avLst/>
                      <a:gdLst>
                        <a:gd name="connsiteX0" fmla="*/ 40526 w 55356"/>
                        <a:gd name="connsiteY0" fmla="*/ 58220 h 72341"/>
                        <a:gd name="connsiteX1" fmla="*/ 11188 w 55356"/>
                        <a:gd name="connsiteY1" fmla="*/ 71650 h 72341"/>
                        <a:gd name="connsiteX2" fmla="*/ 425 w 55356"/>
                        <a:gd name="connsiteY2" fmla="*/ 69364 h 72341"/>
                        <a:gd name="connsiteX3" fmla="*/ 4521 w 55356"/>
                        <a:gd name="connsiteY3" fmla="*/ 60220 h 72341"/>
                        <a:gd name="connsiteX4" fmla="*/ 28905 w 55356"/>
                        <a:gd name="connsiteY4" fmla="*/ 37646 h 72341"/>
                        <a:gd name="connsiteX5" fmla="*/ 33382 w 55356"/>
                        <a:gd name="connsiteY5" fmla="*/ 16310 h 72341"/>
                        <a:gd name="connsiteX6" fmla="*/ 36906 w 55356"/>
                        <a:gd name="connsiteY6" fmla="*/ 4118 h 72341"/>
                        <a:gd name="connsiteX7" fmla="*/ 43478 w 55356"/>
                        <a:gd name="connsiteY7" fmla="*/ 308 h 72341"/>
                        <a:gd name="connsiteX8" fmla="*/ 50907 w 55356"/>
                        <a:gd name="connsiteY8" fmla="*/ 8118 h 72341"/>
                        <a:gd name="connsiteX9" fmla="*/ 54432 w 55356"/>
                        <a:gd name="connsiteY9" fmla="*/ 18786 h 72341"/>
                        <a:gd name="connsiteX10" fmla="*/ 54336 w 55356"/>
                        <a:gd name="connsiteY10" fmla="*/ 38884 h 72341"/>
                        <a:gd name="connsiteX11" fmla="*/ 40526 w 55356"/>
                        <a:gd name="connsiteY11" fmla="*/ 58220 h 72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5356" h="72341">
                          <a:moveTo>
                            <a:pt x="40526" y="58220"/>
                          </a:moveTo>
                          <a:cubicBezTo>
                            <a:pt x="32143" y="64887"/>
                            <a:pt x="21666" y="68888"/>
                            <a:pt x="11188" y="71650"/>
                          </a:cubicBezTo>
                          <a:cubicBezTo>
                            <a:pt x="7283" y="72698"/>
                            <a:pt x="2140" y="72984"/>
                            <a:pt x="425" y="69364"/>
                          </a:cubicBezTo>
                          <a:cubicBezTo>
                            <a:pt x="-1099" y="66126"/>
                            <a:pt x="1759" y="62506"/>
                            <a:pt x="4521" y="60220"/>
                          </a:cubicBezTo>
                          <a:cubicBezTo>
                            <a:pt x="13093" y="52981"/>
                            <a:pt x="24047" y="47457"/>
                            <a:pt x="28905" y="37646"/>
                          </a:cubicBezTo>
                          <a:cubicBezTo>
                            <a:pt x="30429" y="34598"/>
                            <a:pt x="31286" y="24882"/>
                            <a:pt x="33382" y="16310"/>
                          </a:cubicBezTo>
                          <a:cubicBezTo>
                            <a:pt x="34525" y="12405"/>
                            <a:pt x="35286" y="7166"/>
                            <a:pt x="36906" y="4118"/>
                          </a:cubicBezTo>
                          <a:cubicBezTo>
                            <a:pt x="38430" y="975"/>
                            <a:pt x="40526" y="-740"/>
                            <a:pt x="43478" y="308"/>
                          </a:cubicBezTo>
                          <a:cubicBezTo>
                            <a:pt x="46431" y="1451"/>
                            <a:pt x="48907" y="4308"/>
                            <a:pt x="50907" y="8118"/>
                          </a:cubicBezTo>
                          <a:cubicBezTo>
                            <a:pt x="52622" y="11357"/>
                            <a:pt x="53765" y="14881"/>
                            <a:pt x="54432" y="18786"/>
                          </a:cubicBezTo>
                          <a:cubicBezTo>
                            <a:pt x="55861" y="26502"/>
                            <a:pt x="55479" y="34788"/>
                            <a:pt x="54336" y="38884"/>
                          </a:cubicBezTo>
                          <a:cubicBezTo>
                            <a:pt x="52050" y="46504"/>
                            <a:pt x="46907" y="53267"/>
                            <a:pt x="40526" y="5822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33" name="Graphique 1">
                    <a:extLst>
                      <a:ext uri="{FF2B5EF4-FFF2-40B4-BE49-F238E27FC236}">
                        <a16:creationId xmlns:a16="http://schemas.microsoft.com/office/drawing/2014/main" id="{E908F95C-3288-46F1-9C85-0F36FD3BCFBA}"/>
                      </a:ext>
                    </a:extLst>
                  </p:cNvPr>
                  <p:cNvGrpSpPr/>
                  <p:nvPr/>
                </p:nvGrpSpPr>
                <p:grpSpPr>
                  <a:xfrm>
                    <a:off x="7863384" y="2041226"/>
                    <a:ext cx="141239" cy="178465"/>
                    <a:chOff x="7863384" y="2041226"/>
                    <a:chExt cx="141239" cy="178465"/>
                  </a:xfrm>
                  <a:solidFill>
                    <a:schemeClr val="accent1"/>
                  </a:solidFill>
                </p:grpSpPr>
                <p:sp>
                  <p:nvSpPr>
                    <p:cNvPr id="13377" name="Forme libre : forme 13376">
                      <a:extLst>
                        <a:ext uri="{FF2B5EF4-FFF2-40B4-BE49-F238E27FC236}">
                          <a16:creationId xmlns:a16="http://schemas.microsoft.com/office/drawing/2014/main" id="{420DD259-27DC-4A11-943C-CCECC95609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3490" y="2041226"/>
                      <a:ext cx="141133" cy="178465"/>
                    </a:xfrm>
                    <a:custGeom>
                      <a:avLst/>
                      <a:gdLst>
                        <a:gd name="connsiteX0" fmla="*/ 40263 w 141133"/>
                        <a:gd name="connsiteY0" fmla="*/ 149333 h 178465"/>
                        <a:gd name="connsiteX1" fmla="*/ 32644 w 141133"/>
                        <a:gd name="connsiteY1" fmla="*/ 137808 h 178465"/>
                        <a:gd name="connsiteX2" fmla="*/ 25595 w 141133"/>
                        <a:gd name="connsiteY2" fmla="*/ 125807 h 178465"/>
                        <a:gd name="connsiteX3" fmla="*/ 22261 w 141133"/>
                        <a:gd name="connsiteY3" fmla="*/ 119711 h 178465"/>
                        <a:gd name="connsiteX4" fmla="*/ 20737 w 141133"/>
                        <a:gd name="connsiteY4" fmla="*/ 116853 h 178465"/>
                        <a:gd name="connsiteX5" fmla="*/ 19785 w 141133"/>
                        <a:gd name="connsiteY5" fmla="*/ 114853 h 178465"/>
                        <a:gd name="connsiteX6" fmla="*/ 15879 w 141133"/>
                        <a:gd name="connsiteY6" fmla="*/ 106757 h 178465"/>
                        <a:gd name="connsiteX7" fmla="*/ 3306 w 141133"/>
                        <a:gd name="connsiteY7" fmla="*/ 76181 h 178465"/>
                        <a:gd name="connsiteX8" fmla="*/ 33691 w 141133"/>
                        <a:gd name="connsiteY8" fmla="*/ 12554 h 178465"/>
                        <a:gd name="connsiteX9" fmla="*/ 69220 w 141133"/>
                        <a:gd name="connsiteY9" fmla="*/ 2077 h 178465"/>
                        <a:gd name="connsiteX10" fmla="*/ 129417 w 141133"/>
                        <a:gd name="connsiteY10" fmla="*/ 28842 h 178465"/>
                        <a:gd name="connsiteX11" fmla="*/ 138276 w 141133"/>
                        <a:gd name="connsiteY11" fmla="*/ 49988 h 178465"/>
                        <a:gd name="connsiteX12" fmla="*/ 141133 w 141133"/>
                        <a:gd name="connsiteY12" fmla="*/ 55798 h 178465"/>
                        <a:gd name="connsiteX13" fmla="*/ 138848 w 141133"/>
                        <a:gd name="connsiteY13" fmla="*/ 59322 h 178465"/>
                        <a:gd name="connsiteX14" fmla="*/ 135037 w 141133"/>
                        <a:gd name="connsiteY14" fmla="*/ 71228 h 178465"/>
                        <a:gd name="connsiteX15" fmla="*/ 129227 w 141133"/>
                        <a:gd name="connsiteY15" fmla="*/ 113043 h 178465"/>
                        <a:gd name="connsiteX16" fmla="*/ 120845 w 141133"/>
                        <a:gd name="connsiteY16" fmla="*/ 153048 h 178465"/>
                        <a:gd name="connsiteX17" fmla="*/ 111701 w 141133"/>
                        <a:gd name="connsiteY17" fmla="*/ 170003 h 178465"/>
                        <a:gd name="connsiteX18" fmla="*/ 103224 w 141133"/>
                        <a:gd name="connsiteY18" fmla="*/ 175622 h 178465"/>
                        <a:gd name="connsiteX19" fmla="*/ 92460 w 141133"/>
                        <a:gd name="connsiteY19" fmla="*/ 178385 h 178465"/>
                        <a:gd name="connsiteX20" fmla="*/ 79888 w 141133"/>
                        <a:gd name="connsiteY20" fmla="*/ 177527 h 178465"/>
                        <a:gd name="connsiteX21" fmla="*/ 66266 w 141133"/>
                        <a:gd name="connsiteY21" fmla="*/ 172574 h 178465"/>
                        <a:gd name="connsiteX22" fmla="*/ 52741 w 141133"/>
                        <a:gd name="connsiteY22" fmla="*/ 163144 h 178465"/>
                        <a:gd name="connsiteX23" fmla="*/ 40263 w 141133"/>
                        <a:gd name="connsiteY23" fmla="*/ 149333 h 1784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1133" h="178465">
                          <a:moveTo>
                            <a:pt x="40263" y="149333"/>
                          </a:moveTo>
                          <a:cubicBezTo>
                            <a:pt x="37406" y="145809"/>
                            <a:pt x="35120" y="141713"/>
                            <a:pt x="32644" y="137808"/>
                          </a:cubicBezTo>
                          <a:cubicBezTo>
                            <a:pt x="30072" y="133998"/>
                            <a:pt x="27786" y="129902"/>
                            <a:pt x="25595" y="125807"/>
                          </a:cubicBezTo>
                          <a:lnTo>
                            <a:pt x="22261" y="119711"/>
                          </a:lnTo>
                          <a:lnTo>
                            <a:pt x="20737" y="116853"/>
                          </a:lnTo>
                          <a:lnTo>
                            <a:pt x="19785" y="114853"/>
                          </a:lnTo>
                          <a:lnTo>
                            <a:pt x="15879" y="106757"/>
                          </a:lnTo>
                          <a:cubicBezTo>
                            <a:pt x="11117" y="96374"/>
                            <a:pt x="7021" y="86183"/>
                            <a:pt x="3306" y="76181"/>
                          </a:cubicBezTo>
                          <a:cubicBezTo>
                            <a:pt x="-7076" y="47892"/>
                            <a:pt x="8069" y="19889"/>
                            <a:pt x="33691" y="12554"/>
                          </a:cubicBezTo>
                          <a:lnTo>
                            <a:pt x="69220" y="2077"/>
                          </a:lnTo>
                          <a:cubicBezTo>
                            <a:pt x="94937" y="-5353"/>
                            <a:pt x="121607" y="7982"/>
                            <a:pt x="129417" y="28842"/>
                          </a:cubicBezTo>
                          <a:cubicBezTo>
                            <a:pt x="132275" y="36272"/>
                            <a:pt x="135228" y="43415"/>
                            <a:pt x="138276" y="49988"/>
                          </a:cubicBezTo>
                          <a:lnTo>
                            <a:pt x="141133" y="55798"/>
                          </a:lnTo>
                          <a:cubicBezTo>
                            <a:pt x="141133" y="55798"/>
                            <a:pt x="140085" y="56846"/>
                            <a:pt x="138848" y="59322"/>
                          </a:cubicBezTo>
                          <a:cubicBezTo>
                            <a:pt x="137609" y="61894"/>
                            <a:pt x="136180" y="65894"/>
                            <a:pt x="135037" y="71228"/>
                          </a:cubicBezTo>
                          <a:cubicBezTo>
                            <a:pt x="132465" y="81801"/>
                            <a:pt x="132275" y="97327"/>
                            <a:pt x="129227" y="113043"/>
                          </a:cubicBezTo>
                          <a:lnTo>
                            <a:pt x="120845" y="153048"/>
                          </a:lnTo>
                          <a:cubicBezTo>
                            <a:pt x="119511" y="159620"/>
                            <a:pt x="116463" y="165716"/>
                            <a:pt x="111701" y="170003"/>
                          </a:cubicBezTo>
                          <a:cubicBezTo>
                            <a:pt x="109320" y="172193"/>
                            <a:pt x="106462" y="174194"/>
                            <a:pt x="103224" y="175622"/>
                          </a:cubicBezTo>
                          <a:cubicBezTo>
                            <a:pt x="100081" y="176956"/>
                            <a:pt x="96461" y="177813"/>
                            <a:pt x="92460" y="178385"/>
                          </a:cubicBezTo>
                          <a:cubicBezTo>
                            <a:pt x="88651" y="178575"/>
                            <a:pt x="84269" y="178480"/>
                            <a:pt x="79888" y="177527"/>
                          </a:cubicBezTo>
                          <a:cubicBezTo>
                            <a:pt x="75601" y="176289"/>
                            <a:pt x="70744" y="175146"/>
                            <a:pt x="66266" y="172574"/>
                          </a:cubicBezTo>
                          <a:cubicBezTo>
                            <a:pt x="61695" y="170193"/>
                            <a:pt x="57028" y="167145"/>
                            <a:pt x="52741" y="163144"/>
                          </a:cubicBezTo>
                          <a:cubicBezTo>
                            <a:pt x="48074" y="159239"/>
                            <a:pt x="44169" y="154382"/>
                            <a:pt x="40263" y="149333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8" name="Forme libre : forme 13377">
                      <a:extLst>
                        <a:ext uri="{FF2B5EF4-FFF2-40B4-BE49-F238E27FC236}">
                          <a16:creationId xmlns:a16="http://schemas.microsoft.com/office/drawing/2014/main" id="{4E698E98-E882-460C-854B-8B2A37FA7E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3384" y="2049113"/>
                      <a:ext cx="121046" cy="170292"/>
                    </a:xfrm>
                    <a:custGeom>
                      <a:avLst/>
                      <a:gdLst>
                        <a:gd name="connsiteX0" fmla="*/ 48561 w 121046"/>
                        <a:gd name="connsiteY0" fmla="*/ 62293 h 170292"/>
                        <a:gd name="connsiteX1" fmla="*/ 49037 w 121046"/>
                        <a:gd name="connsiteY1" fmla="*/ 0 h 170292"/>
                        <a:gd name="connsiteX2" fmla="*/ 33702 w 121046"/>
                        <a:gd name="connsiteY2" fmla="*/ 4572 h 170292"/>
                        <a:gd name="connsiteX3" fmla="*/ 3317 w 121046"/>
                        <a:gd name="connsiteY3" fmla="*/ 68199 h 170292"/>
                        <a:gd name="connsiteX4" fmla="*/ 15890 w 121046"/>
                        <a:gd name="connsiteY4" fmla="*/ 98774 h 170292"/>
                        <a:gd name="connsiteX5" fmla="*/ 19796 w 121046"/>
                        <a:gd name="connsiteY5" fmla="*/ 106871 h 170292"/>
                        <a:gd name="connsiteX6" fmla="*/ 20748 w 121046"/>
                        <a:gd name="connsiteY6" fmla="*/ 108871 h 170292"/>
                        <a:gd name="connsiteX7" fmla="*/ 22272 w 121046"/>
                        <a:gd name="connsiteY7" fmla="*/ 111728 h 170292"/>
                        <a:gd name="connsiteX8" fmla="*/ 25606 w 121046"/>
                        <a:gd name="connsiteY8" fmla="*/ 117824 h 170292"/>
                        <a:gd name="connsiteX9" fmla="*/ 32654 w 121046"/>
                        <a:gd name="connsiteY9" fmla="*/ 129826 h 170292"/>
                        <a:gd name="connsiteX10" fmla="*/ 40274 w 121046"/>
                        <a:gd name="connsiteY10" fmla="*/ 141351 h 170292"/>
                        <a:gd name="connsiteX11" fmla="*/ 52657 w 121046"/>
                        <a:gd name="connsiteY11" fmla="*/ 154972 h 170292"/>
                        <a:gd name="connsiteX12" fmla="*/ 66182 w 121046"/>
                        <a:gd name="connsiteY12" fmla="*/ 164401 h 170292"/>
                        <a:gd name="connsiteX13" fmla="*/ 79803 w 121046"/>
                        <a:gd name="connsiteY13" fmla="*/ 169354 h 170292"/>
                        <a:gd name="connsiteX14" fmla="*/ 92376 w 121046"/>
                        <a:gd name="connsiteY14" fmla="*/ 170212 h 170292"/>
                        <a:gd name="connsiteX15" fmla="*/ 103139 w 121046"/>
                        <a:gd name="connsiteY15" fmla="*/ 167450 h 170292"/>
                        <a:gd name="connsiteX16" fmla="*/ 111616 w 121046"/>
                        <a:gd name="connsiteY16" fmla="*/ 161830 h 170292"/>
                        <a:gd name="connsiteX17" fmla="*/ 120760 w 121046"/>
                        <a:gd name="connsiteY17" fmla="*/ 144875 h 170292"/>
                        <a:gd name="connsiteX18" fmla="*/ 121046 w 121046"/>
                        <a:gd name="connsiteY18" fmla="*/ 143732 h 170292"/>
                        <a:gd name="connsiteX19" fmla="*/ 96186 w 121046"/>
                        <a:gd name="connsiteY19" fmla="*/ 129921 h 170292"/>
                        <a:gd name="connsiteX20" fmla="*/ 77422 w 121046"/>
                        <a:gd name="connsiteY20" fmla="*/ 107823 h 170292"/>
                        <a:gd name="connsiteX21" fmla="*/ 69516 w 121046"/>
                        <a:gd name="connsiteY21" fmla="*/ 95440 h 170292"/>
                        <a:gd name="connsiteX22" fmla="*/ 62372 w 121046"/>
                        <a:gd name="connsiteY22" fmla="*/ 83344 h 170292"/>
                        <a:gd name="connsiteX23" fmla="*/ 48561 w 121046"/>
                        <a:gd name="connsiteY23" fmla="*/ 62293 h 170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21046" h="170292">
                          <a:moveTo>
                            <a:pt x="48561" y="62293"/>
                          </a:moveTo>
                          <a:cubicBezTo>
                            <a:pt x="34273" y="42577"/>
                            <a:pt x="34559" y="16954"/>
                            <a:pt x="49037" y="0"/>
                          </a:cubicBezTo>
                          <a:lnTo>
                            <a:pt x="33702" y="4572"/>
                          </a:lnTo>
                          <a:cubicBezTo>
                            <a:pt x="7985" y="11906"/>
                            <a:pt x="-7065" y="39910"/>
                            <a:pt x="3317" y="68199"/>
                          </a:cubicBezTo>
                          <a:cubicBezTo>
                            <a:pt x="7032" y="78200"/>
                            <a:pt x="11223" y="88392"/>
                            <a:pt x="15890" y="98774"/>
                          </a:cubicBezTo>
                          <a:lnTo>
                            <a:pt x="19796" y="106871"/>
                          </a:lnTo>
                          <a:lnTo>
                            <a:pt x="20748" y="108871"/>
                          </a:lnTo>
                          <a:lnTo>
                            <a:pt x="22272" y="111728"/>
                          </a:lnTo>
                          <a:lnTo>
                            <a:pt x="25606" y="117824"/>
                          </a:lnTo>
                          <a:cubicBezTo>
                            <a:pt x="27796" y="121920"/>
                            <a:pt x="30082" y="126016"/>
                            <a:pt x="32654" y="129826"/>
                          </a:cubicBezTo>
                          <a:cubicBezTo>
                            <a:pt x="35226" y="133636"/>
                            <a:pt x="37417" y="137827"/>
                            <a:pt x="40274" y="141351"/>
                          </a:cubicBezTo>
                          <a:cubicBezTo>
                            <a:pt x="44084" y="146494"/>
                            <a:pt x="48085" y="151352"/>
                            <a:pt x="52657" y="154972"/>
                          </a:cubicBezTo>
                          <a:cubicBezTo>
                            <a:pt x="56943" y="158972"/>
                            <a:pt x="61515" y="162115"/>
                            <a:pt x="66182" y="164401"/>
                          </a:cubicBezTo>
                          <a:cubicBezTo>
                            <a:pt x="70659" y="166973"/>
                            <a:pt x="75517" y="168116"/>
                            <a:pt x="79803" y="169354"/>
                          </a:cubicBezTo>
                          <a:cubicBezTo>
                            <a:pt x="84185" y="170307"/>
                            <a:pt x="88566" y="170402"/>
                            <a:pt x="92376" y="170212"/>
                          </a:cubicBezTo>
                          <a:cubicBezTo>
                            <a:pt x="96376" y="169735"/>
                            <a:pt x="99996" y="168783"/>
                            <a:pt x="103139" y="167450"/>
                          </a:cubicBezTo>
                          <a:cubicBezTo>
                            <a:pt x="106377" y="166021"/>
                            <a:pt x="109235" y="164021"/>
                            <a:pt x="111616" y="161830"/>
                          </a:cubicBezTo>
                          <a:cubicBezTo>
                            <a:pt x="116379" y="157543"/>
                            <a:pt x="119427" y="151352"/>
                            <a:pt x="120760" y="144875"/>
                          </a:cubicBezTo>
                          <a:lnTo>
                            <a:pt x="121046" y="143732"/>
                          </a:lnTo>
                          <a:cubicBezTo>
                            <a:pt x="111616" y="141542"/>
                            <a:pt x="103329" y="136303"/>
                            <a:pt x="96186" y="129921"/>
                          </a:cubicBezTo>
                          <a:cubicBezTo>
                            <a:pt x="89042" y="123539"/>
                            <a:pt x="82851" y="115919"/>
                            <a:pt x="77422" y="107823"/>
                          </a:cubicBezTo>
                          <a:cubicBezTo>
                            <a:pt x="74564" y="103918"/>
                            <a:pt x="72183" y="99631"/>
                            <a:pt x="69516" y="95440"/>
                          </a:cubicBezTo>
                          <a:cubicBezTo>
                            <a:pt x="67135" y="91440"/>
                            <a:pt x="64753" y="87439"/>
                            <a:pt x="62372" y="83344"/>
                          </a:cubicBezTo>
                          <a:cubicBezTo>
                            <a:pt x="57991" y="76200"/>
                            <a:pt x="53705" y="69247"/>
                            <a:pt x="48561" y="6229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9" name="Forme libre : forme 13378">
                      <a:extLst>
                        <a:ext uri="{FF2B5EF4-FFF2-40B4-BE49-F238E27FC236}">
                          <a16:creationId xmlns:a16="http://schemas.microsoft.com/office/drawing/2014/main" id="{8804F2E3-F8A1-4E5E-96BB-BC025743FE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4497" y="2096768"/>
                      <a:ext cx="53405" cy="69868"/>
                    </a:xfrm>
                    <a:custGeom>
                      <a:avLst/>
                      <a:gdLst>
                        <a:gd name="connsiteX0" fmla="*/ 47169 w 53405"/>
                        <a:gd name="connsiteY0" fmla="*/ 63216 h 69868"/>
                        <a:gd name="connsiteX1" fmla="*/ 28404 w 53405"/>
                        <a:gd name="connsiteY1" fmla="*/ 68645 h 69868"/>
                        <a:gd name="connsiteX2" fmla="*/ 16117 w 53405"/>
                        <a:gd name="connsiteY2" fmla="*/ 60359 h 69868"/>
                        <a:gd name="connsiteX3" fmla="*/ 5163 w 53405"/>
                        <a:gd name="connsiteY3" fmla="*/ 45119 h 69868"/>
                        <a:gd name="connsiteX4" fmla="*/ 401 w 53405"/>
                        <a:gd name="connsiteY4" fmla="*/ 30545 h 69868"/>
                        <a:gd name="connsiteX5" fmla="*/ 782 w 53405"/>
                        <a:gd name="connsiteY5" fmla="*/ 17591 h 69868"/>
                        <a:gd name="connsiteX6" fmla="*/ 13736 w 53405"/>
                        <a:gd name="connsiteY6" fmla="*/ 1304 h 69868"/>
                        <a:gd name="connsiteX7" fmla="*/ 34120 w 53405"/>
                        <a:gd name="connsiteY7" fmla="*/ 3875 h 69868"/>
                        <a:gd name="connsiteX8" fmla="*/ 43263 w 53405"/>
                        <a:gd name="connsiteY8" fmla="*/ 11210 h 69868"/>
                        <a:gd name="connsiteX9" fmla="*/ 50217 w 53405"/>
                        <a:gd name="connsiteY9" fmla="*/ 21211 h 69868"/>
                        <a:gd name="connsiteX10" fmla="*/ 53265 w 53405"/>
                        <a:gd name="connsiteY10" fmla="*/ 41023 h 69868"/>
                        <a:gd name="connsiteX11" fmla="*/ 47169 w 53405"/>
                        <a:gd name="connsiteY11" fmla="*/ 63216 h 6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3405" h="69868">
                          <a:moveTo>
                            <a:pt x="47169" y="63216"/>
                          </a:moveTo>
                          <a:cubicBezTo>
                            <a:pt x="43168" y="69217"/>
                            <a:pt x="36596" y="71503"/>
                            <a:pt x="28404" y="68645"/>
                          </a:cubicBezTo>
                          <a:cubicBezTo>
                            <a:pt x="24499" y="67026"/>
                            <a:pt x="20022" y="64454"/>
                            <a:pt x="16117" y="60359"/>
                          </a:cubicBezTo>
                          <a:cubicBezTo>
                            <a:pt x="12021" y="56358"/>
                            <a:pt x="8307" y="51119"/>
                            <a:pt x="5163" y="45119"/>
                          </a:cubicBezTo>
                          <a:cubicBezTo>
                            <a:pt x="2496" y="39880"/>
                            <a:pt x="1067" y="35213"/>
                            <a:pt x="401" y="30545"/>
                          </a:cubicBezTo>
                          <a:cubicBezTo>
                            <a:pt x="-266" y="25974"/>
                            <a:pt x="-75" y="21592"/>
                            <a:pt x="782" y="17591"/>
                          </a:cubicBezTo>
                          <a:cubicBezTo>
                            <a:pt x="2496" y="9781"/>
                            <a:pt x="7164" y="3780"/>
                            <a:pt x="13736" y="1304"/>
                          </a:cubicBezTo>
                          <a:cubicBezTo>
                            <a:pt x="20308" y="-1268"/>
                            <a:pt x="27547" y="161"/>
                            <a:pt x="34120" y="3875"/>
                          </a:cubicBezTo>
                          <a:cubicBezTo>
                            <a:pt x="37358" y="5781"/>
                            <a:pt x="40501" y="8257"/>
                            <a:pt x="43263" y="11210"/>
                          </a:cubicBezTo>
                          <a:cubicBezTo>
                            <a:pt x="45930" y="14162"/>
                            <a:pt x="48597" y="17687"/>
                            <a:pt x="50217" y="21211"/>
                          </a:cubicBezTo>
                          <a:cubicBezTo>
                            <a:pt x="53074" y="26831"/>
                            <a:pt x="53741" y="33308"/>
                            <a:pt x="53265" y="41023"/>
                          </a:cubicBezTo>
                          <a:cubicBezTo>
                            <a:pt x="52788" y="48357"/>
                            <a:pt x="51169" y="57215"/>
                            <a:pt x="47169" y="63216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0" name="Forme libre : forme 13379">
                      <a:extLst>
                        <a:ext uri="{FF2B5EF4-FFF2-40B4-BE49-F238E27FC236}">
                          <a16:creationId xmlns:a16="http://schemas.microsoft.com/office/drawing/2014/main" id="{EEEC67F5-15EC-4DA0-9740-ABBCD92009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4373" y="2096765"/>
                      <a:ext cx="38910" cy="62361"/>
                    </a:xfrm>
                    <a:custGeom>
                      <a:avLst/>
                      <a:gdLst>
                        <a:gd name="connsiteX0" fmla="*/ 38911 w 38910"/>
                        <a:gd name="connsiteY0" fmla="*/ 7116 h 62361"/>
                        <a:gd name="connsiteX1" fmla="*/ 13765 w 38910"/>
                        <a:gd name="connsiteY1" fmla="*/ 1306 h 62361"/>
                        <a:gd name="connsiteX2" fmla="*/ 811 w 38910"/>
                        <a:gd name="connsiteY2" fmla="*/ 17594 h 62361"/>
                        <a:gd name="connsiteX3" fmla="*/ 430 w 38910"/>
                        <a:gd name="connsiteY3" fmla="*/ 30548 h 62361"/>
                        <a:gd name="connsiteX4" fmla="*/ 5192 w 38910"/>
                        <a:gd name="connsiteY4" fmla="*/ 45121 h 62361"/>
                        <a:gd name="connsiteX5" fmla="*/ 18242 w 38910"/>
                        <a:gd name="connsiteY5" fmla="*/ 62361 h 62361"/>
                        <a:gd name="connsiteX6" fmla="*/ 13669 w 38910"/>
                        <a:gd name="connsiteY6" fmla="*/ 51312 h 62361"/>
                        <a:gd name="connsiteX7" fmla="*/ 19194 w 38910"/>
                        <a:gd name="connsiteY7" fmla="*/ 23404 h 62361"/>
                        <a:gd name="connsiteX8" fmla="*/ 38911 w 38910"/>
                        <a:gd name="connsiteY8" fmla="*/ 7116 h 62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910" h="62361">
                          <a:moveTo>
                            <a:pt x="38911" y="7116"/>
                          </a:moveTo>
                          <a:cubicBezTo>
                            <a:pt x="31291" y="925"/>
                            <a:pt x="21956" y="-1837"/>
                            <a:pt x="13765" y="1306"/>
                          </a:cubicBezTo>
                          <a:cubicBezTo>
                            <a:pt x="7192" y="3782"/>
                            <a:pt x="2525" y="9783"/>
                            <a:pt x="811" y="17594"/>
                          </a:cubicBezTo>
                          <a:cubicBezTo>
                            <a:pt x="-142" y="21499"/>
                            <a:pt x="-237" y="25880"/>
                            <a:pt x="430" y="30548"/>
                          </a:cubicBezTo>
                          <a:cubicBezTo>
                            <a:pt x="1096" y="35215"/>
                            <a:pt x="2525" y="39882"/>
                            <a:pt x="5192" y="45121"/>
                          </a:cubicBezTo>
                          <a:cubicBezTo>
                            <a:pt x="8812" y="52169"/>
                            <a:pt x="13479" y="58075"/>
                            <a:pt x="18242" y="62361"/>
                          </a:cubicBezTo>
                          <a:cubicBezTo>
                            <a:pt x="16241" y="58837"/>
                            <a:pt x="14527" y="55217"/>
                            <a:pt x="13669" y="51312"/>
                          </a:cubicBezTo>
                          <a:cubicBezTo>
                            <a:pt x="11669" y="39596"/>
                            <a:pt x="14527" y="31024"/>
                            <a:pt x="19194" y="23404"/>
                          </a:cubicBezTo>
                          <a:cubicBezTo>
                            <a:pt x="23956" y="15784"/>
                            <a:pt x="30815" y="9974"/>
                            <a:pt x="38911" y="7116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1" name="Forme libre : forme 13380">
                      <a:extLst>
                        <a:ext uri="{FF2B5EF4-FFF2-40B4-BE49-F238E27FC236}">
                          <a16:creationId xmlns:a16="http://schemas.microsoft.com/office/drawing/2014/main" id="{933C0588-7E8B-45D3-93C9-A3C58F77E9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0800" y="2102051"/>
                      <a:ext cx="54865" cy="72492"/>
                    </a:xfrm>
                    <a:custGeom>
                      <a:avLst/>
                      <a:gdLst>
                        <a:gd name="connsiteX0" fmla="*/ 50199 w 54865"/>
                        <a:gd name="connsiteY0" fmla="*/ 65553 h 72492"/>
                        <a:gd name="connsiteX1" fmla="*/ 31244 w 54865"/>
                        <a:gd name="connsiteY1" fmla="*/ 71267 h 72492"/>
                        <a:gd name="connsiteX2" fmla="*/ 18100 w 54865"/>
                        <a:gd name="connsiteY2" fmla="*/ 62981 h 72492"/>
                        <a:gd name="connsiteX3" fmla="*/ 6289 w 54865"/>
                        <a:gd name="connsiteY3" fmla="*/ 47074 h 72492"/>
                        <a:gd name="connsiteX4" fmla="*/ 479 w 54865"/>
                        <a:gd name="connsiteY4" fmla="*/ 31072 h 72492"/>
                        <a:gd name="connsiteX5" fmla="*/ 669 w 54865"/>
                        <a:gd name="connsiteY5" fmla="*/ 17928 h 72492"/>
                        <a:gd name="connsiteX6" fmla="*/ 13432 w 54865"/>
                        <a:gd name="connsiteY6" fmla="*/ 1354 h 72492"/>
                        <a:gd name="connsiteX7" fmla="*/ 33911 w 54865"/>
                        <a:gd name="connsiteY7" fmla="*/ 3830 h 72492"/>
                        <a:gd name="connsiteX8" fmla="*/ 43150 w 54865"/>
                        <a:gd name="connsiteY8" fmla="*/ 11260 h 72492"/>
                        <a:gd name="connsiteX9" fmla="*/ 50199 w 54865"/>
                        <a:gd name="connsiteY9" fmla="*/ 20785 h 72492"/>
                        <a:gd name="connsiteX10" fmla="*/ 54866 w 54865"/>
                        <a:gd name="connsiteY10" fmla="*/ 42407 h 72492"/>
                        <a:gd name="connsiteX11" fmla="*/ 50199 w 54865"/>
                        <a:gd name="connsiteY11" fmla="*/ 65553 h 72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4865" h="72492">
                          <a:moveTo>
                            <a:pt x="50199" y="65553"/>
                          </a:moveTo>
                          <a:cubicBezTo>
                            <a:pt x="46579" y="71649"/>
                            <a:pt x="39626" y="74220"/>
                            <a:pt x="31244" y="71267"/>
                          </a:cubicBezTo>
                          <a:cubicBezTo>
                            <a:pt x="26958" y="69934"/>
                            <a:pt x="22576" y="66981"/>
                            <a:pt x="18100" y="62981"/>
                          </a:cubicBezTo>
                          <a:cubicBezTo>
                            <a:pt x="13909" y="58790"/>
                            <a:pt x="9527" y="53456"/>
                            <a:pt x="6289" y="47074"/>
                          </a:cubicBezTo>
                          <a:cubicBezTo>
                            <a:pt x="2383" y="40216"/>
                            <a:pt x="1431" y="36025"/>
                            <a:pt x="479" y="31072"/>
                          </a:cubicBezTo>
                          <a:cubicBezTo>
                            <a:pt x="-188" y="26405"/>
                            <a:pt x="-188" y="21928"/>
                            <a:pt x="669" y="17928"/>
                          </a:cubicBezTo>
                          <a:cubicBezTo>
                            <a:pt x="2383" y="9926"/>
                            <a:pt x="6765" y="3926"/>
                            <a:pt x="13432" y="1354"/>
                          </a:cubicBezTo>
                          <a:cubicBezTo>
                            <a:pt x="20005" y="-1218"/>
                            <a:pt x="27339" y="20"/>
                            <a:pt x="33911" y="3830"/>
                          </a:cubicBezTo>
                          <a:cubicBezTo>
                            <a:pt x="37245" y="5735"/>
                            <a:pt x="40388" y="8212"/>
                            <a:pt x="43150" y="11260"/>
                          </a:cubicBezTo>
                          <a:cubicBezTo>
                            <a:pt x="46008" y="14022"/>
                            <a:pt x="48580" y="18023"/>
                            <a:pt x="50199" y="20785"/>
                          </a:cubicBezTo>
                          <a:cubicBezTo>
                            <a:pt x="53532" y="26976"/>
                            <a:pt x="54581" y="34310"/>
                            <a:pt x="54866" y="42407"/>
                          </a:cubicBezTo>
                          <a:cubicBezTo>
                            <a:pt x="54771" y="50598"/>
                            <a:pt x="53914" y="59456"/>
                            <a:pt x="50199" y="65553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2" name="Forme libre : forme 13381">
                      <a:extLst>
                        <a:ext uri="{FF2B5EF4-FFF2-40B4-BE49-F238E27FC236}">
                          <a16:creationId xmlns:a16="http://schemas.microsoft.com/office/drawing/2014/main" id="{C338D4C8-C5CE-4E54-97C3-48899F0785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81088" y="2062474"/>
                      <a:ext cx="80646" cy="113133"/>
                    </a:xfrm>
                    <a:custGeom>
                      <a:avLst/>
                      <a:gdLst>
                        <a:gd name="connsiteX0" fmla="*/ 34096 w 80646"/>
                        <a:gd name="connsiteY0" fmla="*/ 9022 h 113133"/>
                        <a:gd name="connsiteX1" fmla="*/ 12378 w 80646"/>
                        <a:gd name="connsiteY1" fmla="*/ 18643 h 113133"/>
                        <a:gd name="connsiteX2" fmla="*/ 1330 w 80646"/>
                        <a:gd name="connsiteY2" fmla="*/ 62743 h 113133"/>
                        <a:gd name="connsiteX3" fmla="*/ 25809 w 80646"/>
                        <a:gd name="connsiteY3" fmla="*/ 105320 h 113133"/>
                        <a:gd name="connsiteX4" fmla="*/ 42763 w 80646"/>
                        <a:gd name="connsiteY4" fmla="*/ 113131 h 113133"/>
                        <a:gd name="connsiteX5" fmla="*/ 53527 w 80646"/>
                        <a:gd name="connsiteY5" fmla="*/ 105606 h 113133"/>
                        <a:gd name="connsiteX6" fmla="*/ 53908 w 80646"/>
                        <a:gd name="connsiteY6" fmla="*/ 84270 h 113133"/>
                        <a:gd name="connsiteX7" fmla="*/ 56765 w 80646"/>
                        <a:gd name="connsiteY7" fmla="*/ 62077 h 113133"/>
                        <a:gd name="connsiteX8" fmla="*/ 65052 w 80646"/>
                        <a:gd name="connsiteY8" fmla="*/ 43503 h 113133"/>
                        <a:gd name="connsiteX9" fmla="*/ 77530 w 80646"/>
                        <a:gd name="connsiteY9" fmla="*/ 3879 h 113133"/>
                        <a:gd name="connsiteX10" fmla="*/ 34096 w 80646"/>
                        <a:gd name="connsiteY10" fmla="*/ 9022 h 113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0646" h="113133">
                          <a:moveTo>
                            <a:pt x="34096" y="9022"/>
                          </a:moveTo>
                          <a:cubicBezTo>
                            <a:pt x="26476" y="11308"/>
                            <a:pt x="18570" y="13595"/>
                            <a:pt x="12378" y="18643"/>
                          </a:cubicBezTo>
                          <a:cubicBezTo>
                            <a:pt x="663" y="28263"/>
                            <a:pt x="-2004" y="46075"/>
                            <a:pt x="1330" y="62743"/>
                          </a:cubicBezTo>
                          <a:cubicBezTo>
                            <a:pt x="4378" y="77031"/>
                            <a:pt x="9236" y="88937"/>
                            <a:pt x="25809" y="105320"/>
                          </a:cubicBezTo>
                          <a:cubicBezTo>
                            <a:pt x="31334" y="110178"/>
                            <a:pt x="37525" y="113131"/>
                            <a:pt x="42763" y="113131"/>
                          </a:cubicBezTo>
                          <a:cubicBezTo>
                            <a:pt x="47907" y="113226"/>
                            <a:pt x="51717" y="110749"/>
                            <a:pt x="53527" y="105606"/>
                          </a:cubicBezTo>
                          <a:cubicBezTo>
                            <a:pt x="55527" y="99320"/>
                            <a:pt x="54193" y="91318"/>
                            <a:pt x="53908" y="84270"/>
                          </a:cubicBezTo>
                          <a:cubicBezTo>
                            <a:pt x="53527" y="75888"/>
                            <a:pt x="54479" y="68458"/>
                            <a:pt x="56765" y="62077"/>
                          </a:cubicBezTo>
                          <a:cubicBezTo>
                            <a:pt x="58766" y="55504"/>
                            <a:pt x="61718" y="49313"/>
                            <a:pt x="65052" y="43503"/>
                          </a:cubicBezTo>
                          <a:cubicBezTo>
                            <a:pt x="70767" y="33311"/>
                            <a:pt x="87531" y="14547"/>
                            <a:pt x="77530" y="3879"/>
                          </a:cubicBezTo>
                          <a:cubicBezTo>
                            <a:pt x="68386" y="-6027"/>
                            <a:pt x="44764" y="5784"/>
                            <a:pt x="34096" y="902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3" name="Forme libre : forme 13382">
                      <a:extLst>
                        <a:ext uri="{FF2B5EF4-FFF2-40B4-BE49-F238E27FC236}">
                          <a16:creationId xmlns:a16="http://schemas.microsoft.com/office/drawing/2014/main" id="{8BA7A886-0DD5-4BC7-824D-3A2A411E3B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8021" y="2076898"/>
                      <a:ext cx="30640" cy="21572"/>
                    </a:xfrm>
                    <a:custGeom>
                      <a:avLst/>
                      <a:gdLst>
                        <a:gd name="connsiteX0" fmla="*/ 9262 w 30640"/>
                        <a:gd name="connsiteY0" fmla="*/ 218 h 21572"/>
                        <a:gd name="connsiteX1" fmla="*/ 3642 w 30640"/>
                        <a:gd name="connsiteY1" fmla="*/ 504 h 21572"/>
                        <a:gd name="connsiteX2" fmla="*/ 23 w 30640"/>
                        <a:gd name="connsiteY2" fmla="*/ 4504 h 21572"/>
                        <a:gd name="connsiteX3" fmla="*/ 1927 w 30640"/>
                        <a:gd name="connsiteY3" fmla="*/ 9076 h 21572"/>
                        <a:gd name="connsiteX4" fmla="*/ 10976 w 30640"/>
                        <a:gd name="connsiteY4" fmla="*/ 18220 h 21572"/>
                        <a:gd name="connsiteX5" fmla="*/ 15548 w 30640"/>
                        <a:gd name="connsiteY5" fmla="*/ 20887 h 21572"/>
                        <a:gd name="connsiteX6" fmla="*/ 29455 w 30640"/>
                        <a:gd name="connsiteY6" fmla="*/ 11553 h 21572"/>
                        <a:gd name="connsiteX7" fmla="*/ 9262 w 30640"/>
                        <a:gd name="connsiteY7" fmla="*/ 218 h 21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0640" h="21572">
                          <a:moveTo>
                            <a:pt x="9262" y="218"/>
                          </a:moveTo>
                          <a:cubicBezTo>
                            <a:pt x="7356" y="-68"/>
                            <a:pt x="5357" y="-163"/>
                            <a:pt x="3642" y="504"/>
                          </a:cubicBezTo>
                          <a:cubicBezTo>
                            <a:pt x="1832" y="1170"/>
                            <a:pt x="213" y="2694"/>
                            <a:pt x="23" y="4504"/>
                          </a:cubicBezTo>
                          <a:cubicBezTo>
                            <a:pt x="-168" y="6219"/>
                            <a:pt x="880" y="7743"/>
                            <a:pt x="1927" y="9076"/>
                          </a:cubicBezTo>
                          <a:cubicBezTo>
                            <a:pt x="4499" y="12505"/>
                            <a:pt x="7643" y="15553"/>
                            <a:pt x="10976" y="18220"/>
                          </a:cubicBezTo>
                          <a:cubicBezTo>
                            <a:pt x="12405" y="19268"/>
                            <a:pt x="13833" y="20316"/>
                            <a:pt x="15548" y="20887"/>
                          </a:cubicBezTo>
                          <a:cubicBezTo>
                            <a:pt x="22692" y="23269"/>
                            <a:pt x="34408" y="19268"/>
                            <a:pt x="29455" y="11553"/>
                          </a:cubicBezTo>
                          <a:cubicBezTo>
                            <a:pt x="25835" y="5457"/>
                            <a:pt x="16881" y="1361"/>
                            <a:pt x="9262" y="21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4" name="Forme libre : forme 13383">
                      <a:extLst>
                        <a:ext uri="{FF2B5EF4-FFF2-40B4-BE49-F238E27FC236}">
                          <a16:creationId xmlns:a16="http://schemas.microsoft.com/office/drawing/2014/main" id="{7D50C9A3-AAF2-44C3-88C9-1F4014D1A8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7088" y="2186844"/>
                      <a:ext cx="73247" cy="24233"/>
                    </a:xfrm>
                    <a:custGeom>
                      <a:avLst/>
                      <a:gdLst>
                        <a:gd name="connsiteX0" fmla="*/ 73247 w 73247"/>
                        <a:gd name="connsiteY0" fmla="*/ 0 h 24233"/>
                        <a:gd name="connsiteX1" fmla="*/ 71151 w 73247"/>
                        <a:gd name="connsiteY1" fmla="*/ 5906 h 24233"/>
                        <a:gd name="connsiteX2" fmla="*/ 61817 w 73247"/>
                        <a:gd name="connsiteY2" fmla="*/ 17907 h 24233"/>
                        <a:gd name="connsiteX3" fmla="*/ 52482 w 73247"/>
                        <a:gd name="connsiteY3" fmla="*/ 22765 h 24233"/>
                        <a:gd name="connsiteX4" fmla="*/ 39052 w 73247"/>
                        <a:gd name="connsiteY4" fmla="*/ 24098 h 24233"/>
                        <a:gd name="connsiteX5" fmla="*/ 0 w 73247"/>
                        <a:gd name="connsiteY5" fmla="*/ 3238 h 24233"/>
                        <a:gd name="connsiteX6" fmla="*/ 8001 w 73247"/>
                        <a:gd name="connsiteY6" fmla="*/ 9620 h 24233"/>
                        <a:gd name="connsiteX7" fmla="*/ 28575 w 73247"/>
                        <a:gd name="connsiteY7" fmla="*/ 18764 h 24233"/>
                        <a:gd name="connsiteX8" fmla="*/ 53625 w 73247"/>
                        <a:gd name="connsiteY8" fmla="*/ 17621 h 24233"/>
                        <a:gd name="connsiteX9" fmla="*/ 73247 w 73247"/>
                        <a:gd name="connsiteY9" fmla="*/ 0 h 24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3247" h="24233">
                          <a:moveTo>
                            <a:pt x="73247" y="0"/>
                          </a:moveTo>
                          <a:cubicBezTo>
                            <a:pt x="73247" y="0"/>
                            <a:pt x="72771" y="2477"/>
                            <a:pt x="71151" y="5906"/>
                          </a:cubicBezTo>
                          <a:cubicBezTo>
                            <a:pt x="69532" y="9335"/>
                            <a:pt x="66770" y="14192"/>
                            <a:pt x="61817" y="17907"/>
                          </a:cubicBezTo>
                          <a:cubicBezTo>
                            <a:pt x="59341" y="19812"/>
                            <a:pt x="56292" y="21527"/>
                            <a:pt x="52482" y="22765"/>
                          </a:cubicBezTo>
                          <a:cubicBezTo>
                            <a:pt x="48863" y="23717"/>
                            <a:pt x="44291" y="24575"/>
                            <a:pt x="39052" y="24098"/>
                          </a:cubicBezTo>
                          <a:cubicBezTo>
                            <a:pt x="28575" y="23336"/>
                            <a:pt x="14859" y="18002"/>
                            <a:pt x="0" y="3238"/>
                          </a:cubicBezTo>
                          <a:cubicBezTo>
                            <a:pt x="0" y="3238"/>
                            <a:pt x="2953" y="6001"/>
                            <a:pt x="8001" y="9620"/>
                          </a:cubicBezTo>
                          <a:cubicBezTo>
                            <a:pt x="13239" y="12859"/>
                            <a:pt x="20383" y="16954"/>
                            <a:pt x="28575" y="18764"/>
                          </a:cubicBezTo>
                          <a:cubicBezTo>
                            <a:pt x="36766" y="20669"/>
                            <a:pt x="45720" y="20574"/>
                            <a:pt x="53625" y="17621"/>
                          </a:cubicBezTo>
                          <a:cubicBezTo>
                            <a:pt x="61722" y="14573"/>
                            <a:pt x="68485" y="8763"/>
                            <a:pt x="73247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5" name="Forme libre : forme 13384">
                      <a:extLst>
                        <a:ext uri="{FF2B5EF4-FFF2-40B4-BE49-F238E27FC236}">
                          <a16:creationId xmlns:a16="http://schemas.microsoft.com/office/drawing/2014/main" id="{54C9E66A-81B8-475B-8231-08AB19C3AB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29471" y="2045596"/>
                      <a:ext cx="60578" cy="28091"/>
                    </a:xfrm>
                    <a:custGeom>
                      <a:avLst/>
                      <a:gdLst>
                        <a:gd name="connsiteX0" fmla="*/ 60579 w 60578"/>
                        <a:gd name="connsiteY0" fmla="*/ 28092 h 28091"/>
                        <a:gd name="connsiteX1" fmla="*/ 47625 w 60578"/>
                        <a:gd name="connsiteY1" fmla="*/ 11899 h 28091"/>
                        <a:gd name="connsiteX2" fmla="*/ 0 w 60578"/>
                        <a:gd name="connsiteY2" fmla="*/ 1326 h 28091"/>
                        <a:gd name="connsiteX3" fmla="*/ 23336 w 60578"/>
                        <a:gd name="connsiteY3" fmla="*/ 3612 h 28091"/>
                        <a:gd name="connsiteX4" fmla="*/ 60579 w 60578"/>
                        <a:gd name="connsiteY4" fmla="*/ 28092 h 28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78" h="28091">
                          <a:moveTo>
                            <a:pt x="60579" y="28092"/>
                          </a:moveTo>
                          <a:cubicBezTo>
                            <a:pt x="60579" y="28092"/>
                            <a:pt x="56864" y="19709"/>
                            <a:pt x="47625" y="11899"/>
                          </a:cubicBezTo>
                          <a:cubicBezTo>
                            <a:pt x="38291" y="4184"/>
                            <a:pt x="23336" y="-3055"/>
                            <a:pt x="0" y="1326"/>
                          </a:cubicBezTo>
                          <a:cubicBezTo>
                            <a:pt x="0" y="1326"/>
                            <a:pt x="10477" y="469"/>
                            <a:pt x="23336" y="3612"/>
                          </a:cubicBezTo>
                          <a:cubicBezTo>
                            <a:pt x="36100" y="6660"/>
                            <a:pt x="51054" y="13804"/>
                            <a:pt x="60579" y="280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6" name="Forme libre : forme 13385">
                      <a:extLst>
                        <a:ext uri="{FF2B5EF4-FFF2-40B4-BE49-F238E27FC236}">
                          <a16:creationId xmlns:a16="http://schemas.microsoft.com/office/drawing/2014/main" id="{BE9FB4C6-FF0D-43FC-8C26-FB79EBFB55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47051" y="2117723"/>
                      <a:ext cx="15548" cy="25485"/>
                    </a:xfrm>
                    <a:custGeom>
                      <a:avLst/>
                      <a:gdLst>
                        <a:gd name="connsiteX0" fmla="*/ 10328 w 15548"/>
                        <a:gd name="connsiteY0" fmla="*/ 25021 h 25485"/>
                        <a:gd name="connsiteX1" fmla="*/ 231 w 15548"/>
                        <a:gd name="connsiteY1" fmla="*/ 14353 h 25485"/>
                        <a:gd name="connsiteX2" fmla="*/ 6708 w 15548"/>
                        <a:gd name="connsiteY2" fmla="*/ 65 h 25485"/>
                        <a:gd name="connsiteX3" fmla="*/ 12709 w 15548"/>
                        <a:gd name="connsiteY3" fmla="*/ 2732 h 25485"/>
                        <a:gd name="connsiteX4" fmla="*/ 15471 w 15548"/>
                        <a:gd name="connsiteY4" fmla="*/ 9686 h 25485"/>
                        <a:gd name="connsiteX5" fmla="*/ 10328 w 15548"/>
                        <a:gd name="connsiteY5" fmla="*/ 25021 h 25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548" h="25485">
                          <a:moveTo>
                            <a:pt x="10328" y="25021"/>
                          </a:moveTo>
                          <a:cubicBezTo>
                            <a:pt x="6423" y="27116"/>
                            <a:pt x="1374" y="21878"/>
                            <a:pt x="231" y="14353"/>
                          </a:cubicBezTo>
                          <a:cubicBezTo>
                            <a:pt x="-912" y="7019"/>
                            <a:pt x="2327" y="732"/>
                            <a:pt x="6708" y="65"/>
                          </a:cubicBezTo>
                          <a:cubicBezTo>
                            <a:pt x="8899" y="-315"/>
                            <a:pt x="11090" y="1018"/>
                            <a:pt x="12709" y="2732"/>
                          </a:cubicBezTo>
                          <a:cubicBezTo>
                            <a:pt x="14233" y="4256"/>
                            <a:pt x="15090" y="6638"/>
                            <a:pt x="15471" y="9686"/>
                          </a:cubicBezTo>
                          <a:cubicBezTo>
                            <a:pt x="15948" y="15686"/>
                            <a:pt x="14233" y="23021"/>
                            <a:pt x="10328" y="2502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7" name="Forme libre : forme 13386">
                      <a:extLst>
                        <a:ext uri="{FF2B5EF4-FFF2-40B4-BE49-F238E27FC236}">
                          <a16:creationId xmlns:a16="http://schemas.microsoft.com/office/drawing/2014/main" id="{A8577CE7-093D-4BC3-B3A3-DB8C4D27DA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55746" y="2137659"/>
                      <a:ext cx="6510" cy="7549"/>
                    </a:xfrm>
                    <a:custGeom>
                      <a:avLst/>
                      <a:gdLst>
                        <a:gd name="connsiteX0" fmla="*/ 5062 w 6510"/>
                        <a:gd name="connsiteY0" fmla="*/ 6418 h 7549"/>
                        <a:gd name="connsiteX1" fmla="*/ 586 w 6510"/>
                        <a:gd name="connsiteY1" fmla="*/ 6323 h 7549"/>
                        <a:gd name="connsiteX2" fmla="*/ 1538 w 6510"/>
                        <a:gd name="connsiteY2" fmla="*/ 989 h 7549"/>
                        <a:gd name="connsiteX3" fmla="*/ 6015 w 6510"/>
                        <a:gd name="connsiteY3" fmla="*/ 1084 h 7549"/>
                        <a:gd name="connsiteX4" fmla="*/ 5062 w 6510"/>
                        <a:gd name="connsiteY4" fmla="*/ 6418 h 7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10" h="7549">
                          <a:moveTo>
                            <a:pt x="5062" y="6418"/>
                          </a:moveTo>
                          <a:cubicBezTo>
                            <a:pt x="3634" y="7942"/>
                            <a:pt x="1634" y="7942"/>
                            <a:pt x="586" y="6323"/>
                          </a:cubicBezTo>
                          <a:cubicBezTo>
                            <a:pt x="-462" y="4703"/>
                            <a:pt x="-81" y="2322"/>
                            <a:pt x="1538" y="989"/>
                          </a:cubicBezTo>
                          <a:cubicBezTo>
                            <a:pt x="3063" y="-345"/>
                            <a:pt x="5062" y="-345"/>
                            <a:pt x="6015" y="1084"/>
                          </a:cubicBezTo>
                          <a:cubicBezTo>
                            <a:pt x="6968" y="2513"/>
                            <a:pt x="6491" y="4798"/>
                            <a:pt x="5062" y="64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8" name="Forme libre : forme 13387">
                      <a:extLst>
                        <a:ext uri="{FF2B5EF4-FFF2-40B4-BE49-F238E27FC236}">
                          <a16:creationId xmlns:a16="http://schemas.microsoft.com/office/drawing/2014/main" id="{2CA89A4D-99E4-4268-B861-BCC7CA19A9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7175" y="2100998"/>
                      <a:ext cx="29358" cy="74698"/>
                    </a:xfrm>
                    <a:custGeom>
                      <a:avLst/>
                      <a:gdLst>
                        <a:gd name="connsiteX0" fmla="*/ 22112 w 29358"/>
                        <a:gd name="connsiteY0" fmla="*/ 31173 h 74698"/>
                        <a:gd name="connsiteX1" fmla="*/ 11540 w 29358"/>
                        <a:gd name="connsiteY1" fmla="*/ 67749 h 74698"/>
                        <a:gd name="connsiteX2" fmla="*/ 3539 w 29358"/>
                        <a:gd name="connsiteY2" fmla="*/ 74226 h 74698"/>
                        <a:gd name="connsiteX3" fmla="*/ 205 w 29358"/>
                        <a:gd name="connsiteY3" fmla="*/ 63081 h 74698"/>
                        <a:gd name="connsiteX4" fmla="*/ 10111 w 29358"/>
                        <a:gd name="connsiteY4" fmla="*/ 27363 h 74698"/>
                        <a:gd name="connsiteX5" fmla="*/ 12111 w 29358"/>
                        <a:gd name="connsiteY5" fmla="*/ 12218 h 74698"/>
                        <a:gd name="connsiteX6" fmla="*/ 15445 w 29358"/>
                        <a:gd name="connsiteY6" fmla="*/ 4407 h 74698"/>
                        <a:gd name="connsiteX7" fmla="*/ 21541 w 29358"/>
                        <a:gd name="connsiteY7" fmla="*/ 26 h 74698"/>
                        <a:gd name="connsiteX8" fmla="*/ 27828 w 29358"/>
                        <a:gd name="connsiteY8" fmla="*/ 1359 h 74698"/>
                        <a:gd name="connsiteX9" fmla="*/ 29351 w 29358"/>
                        <a:gd name="connsiteY9" fmla="*/ 2407 h 74698"/>
                        <a:gd name="connsiteX10" fmla="*/ 27828 w 29358"/>
                        <a:gd name="connsiteY10" fmla="*/ 9456 h 74698"/>
                        <a:gd name="connsiteX11" fmla="*/ 22112 w 29358"/>
                        <a:gd name="connsiteY11" fmla="*/ 31173 h 746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9358" h="74698">
                          <a:moveTo>
                            <a:pt x="22112" y="31173"/>
                          </a:moveTo>
                          <a:cubicBezTo>
                            <a:pt x="19255" y="43079"/>
                            <a:pt x="16112" y="55938"/>
                            <a:pt x="11540" y="67749"/>
                          </a:cubicBezTo>
                          <a:cubicBezTo>
                            <a:pt x="10016" y="71940"/>
                            <a:pt x="7159" y="76131"/>
                            <a:pt x="3539" y="74226"/>
                          </a:cubicBezTo>
                          <a:cubicBezTo>
                            <a:pt x="110" y="72511"/>
                            <a:pt x="-367" y="67082"/>
                            <a:pt x="205" y="63081"/>
                          </a:cubicBezTo>
                          <a:cubicBezTo>
                            <a:pt x="2301" y="50032"/>
                            <a:pt x="8111" y="37173"/>
                            <a:pt x="10111" y="27363"/>
                          </a:cubicBezTo>
                          <a:cubicBezTo>
                            <a:pt x="10683" y="24315"/>
                            <a:pt x="10301" y="17457"/>
                            <a:pt x="12111" y="12218"/>
                          </a:cubicBezTo>
                          <a:cubicBezTo>
                            <a:pt x="12969" y="9551"/>
                            <a:pt x="14397" y="7551"/>
                            <a:pt x="15445" y="4407"/>
                          </a:cubicBezTo>
                          <a:cubicBezTo>
                            <a:pt x="16778" y="1740"/>
                            <a:pt x="18683" y="121"/>
                            <a:pt x="21541" y="26"/>
                          </a:cubicBezTo>
                          <a:cubicBezTo>
                            <a:pt x="24303" y="-260"/>
                            <a:pt x="27161" y="1931"/>
                            <a:pt x="27828" y="1359"/>
                          </a:cubicBezTo>
                          <a:cubicBezTo>
                            <a:pt x="28875" y="1359"/>
                            <a:pt x="29256" y="1740"/>
                            <a:pt x="29351" y="2407"/>
                          </a:cubicBezTo>
                          <a:cubicBezTo>
                            <a:pt x="29447" y="3741"/>
                            <a:pt x="28590" y="6789"/>
                            <a:pt x="27828" y="9456"/>
                          </a:cubicBezTo>
                          <a:cubicBezTo>
                            <a:pt x="26303" y="14218"/>
                            <a:pt x="24113" y="22314"/>
                            <a:pt x="22112" y="3117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34" name="Graphique 1">
                    <a:extLst>
                      <a:ext uri="{FF2B5EF4-FFF2-40B4-BE49-F238E27FC236}">
                        <a16:creationId xmlns:a16="http://schemas.microsoft.com/office/drawing/2014/main" id="{E777CBE0-578A-4255-B665-117ED7A18076}"/>
                      </a:ext>
                    </a:extLst>
                  </p:cNvPr>
                  <p:cNvGrpSpPr/>
                  <p:nvPr/>
                </p:nvGrpSpPr>
                <p:grpSpPr>
                  <a:xfrm>
                    <a:off x="7983262" y="2066984"/>
                    <a:ext cx="151746" cy="171432"/>
                    <a:chOff x="7983262" y="2066984"/>
                    <a:chExt cx="151746" cy="171432"/>
                  </a:xfrm>
                  <a:solidFill>
                    <a:schemeClr val="accent1"/>
                  </a:solidFill>
                </p:grpSpPr>
                <p:sp>
                  <p:nvSpPr>
                    <p:cNvPr id="13365" name="Forme libre : forme 13364">
                      <a:extLst>
                        <a:ext uri="{FF2B5EF4-FFF2-40B4-BE49-F238E27FC236}">
                          <a16:creationId xmlns:a16="http://schemas.microsoft.com/office/drawing/2014/main" id="{BD5F510B-C515-4013-AB1A-9B0DAEBC7B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3262" y="2066984"/>
                      <a:ext cx="151556" cy="171340"/>
                    </a:xfrm>
                    <a:custGeom>
                      <a:avLst/>
                      <a:gdLst>
                        <a:gd name="connsiteX0" fmla="*/ 141472 w 151556"/>
                        <a:gd name="connsiteY0" fmla="*/ 96524 h 171340"/>
                        <a:gd name="connsiteX1" fmla="*/ 130232 w 151556"/>
                        <a:gd name="connsiteY1" fmla="*/ 110812 h 171340"/>
                        <a:gd name="connsiteX2" fmla="*/ 124422 w 151556"/>
                        <a:gd name="connsiteY2" fmla="*/ 118051 h 171340"/>
                        <a:gd name="connsiteX3" fmla="*/ 121279 w 151556"/>
                        <a:gd name="connsiteY3" fmla="*/ 121765 h 171340"/>
                        <a:gd name="connsiteX4" fmla="*/ 116326 w 151556"/>
                        <a:gd name="connsiteY4" fmla="*/ 126623 h 171340"/>
                        <a:gd name="connsiteX5" fmla="*/ 96609 w 151556"/>
                        <a:gd name="connsiteY5" fmla="*/ 146054 h 171340"/>
                        <a:gd name="connsiteX6" fmla="*/ 86036 w 151556"/>
                        <a:gd name="connsiteY6" fmla="*/ 154436 h 171340"/>
                        <a:gd name="connsiteX7" fmla="*/ 74892 w 151556"/>
                        <a:gd name="connsiteY7" fmla="*/ 161866 h 171340"/>
                        <a:gd name="connsiteX8" fmla="*/ 58604 w 151556"/>
                        <a:gd name="connsiteY8" fmla="*/ 168819 h 171340"/>
                        <a:gd name="connsiteX9" fmla="*/ 42793 w 151556"/>
                        <a:gd name="connsiteY9" fmla="*/ 171295 h 171340"/>
                        <a:gd name="connsiteX10" fmla="*/ 28505 w 151556"/>
                        <a:gd name="connsiteY10" fmla="*/ 169486 h 171340"/>
                        <a:gd name="connsiteX11" fmla="*/ 16599 w 151556"/>
                        <a:gd name="connsiteY11" fmla="*/ 164152 h 171340"/>
                        <a:gd name="connsiteX12" fmla="*/ 2216 w 151556"/>
                        <a:gd name="connsiteY12" fmla="*/ 147197 h 171340"/>
                        <a:gd name="connsiteX13" fmla="*/ 787 w 151556"/>
                        <a:gd name="connsiteY13" fmla="*/ 127099 h 171340"/>
                        <a:gd name="connsiteX14" fmla="*/ 9169 w 151556"/>
                        <a:gd name="connsiteY14" fmla="*/ 87094 h 171340"/>
                        <a:gd name="connsiteX15" fmla="*/ 15361 w 151556"/>
                        <a:gd name="connsiteY15" fmla="*/ 65377 h 171340"/>
                        <a:gd name="connsiteX16" fmla="*/ 20504 w 151556"/>
                        <a:gd name="connsiteY16" fmla="*/ 47089 h 171340"/>
                        <a:gd name="connsiteX17" fmla="*/ 21742 w 151556"/>
                        <a:gd name="connsiteY17" fmla="*/ 34326 h 171340"/>
                        <a:gd name="connsiteX18" fmla="*/ 21076 w 151556"/>
                        <a:gd name="connsiteY18" fmla="*/ 29944 h 171340"/>
                        <a:gd name="connsiteX19" fmla="*/ 25171 w 151556"/>
                        <a:gd name="connsiteY19" fmla="*/ 24515 h 171340"/>
                        <a:gd name="connsiteX20" fmla="*/ 31172 w 151556"/>
                        <a:gd name="connsiteY20" fmla="*/ 16705 h 171340"/>
                        <a:gd name="connsiteX21" fmla="*/ 42983 w 151556"/>
                        <a:gd name="connsiteY21" fmla="*/ 6322 h 171340"/>
                        <a:gd name="connsiteX22" fmla="*/ 58890 w 151556"/>
                        <a:gd name="connsiteY22" fmla="*/ 703 h 171340"/>
                        <a:gd name="connsiteX23" fmla="*/ 95561 w 151556"/>
                        <a:gd name="connsiteY23" fmla="*/ 7180 h 171340"/>
                        <a:gd name="connsiteX24" fmla="*/ 128137 w 151556"/>
                        <a:gd name="connsiteY24" fmla="*/ 25753 h 171340"/>
                        <a:gd name="connsiteX25" fmla="*/ 150521 w 151556"/>
                        <a:gd name="connsiteY25" fmla="*/ 56329 h 171340"/>
                        <a:gd name="connsiteX26" fmla="*/ 150521 w 151556"/>
                        <a:gd name="connsiteY26" fmla="*/ 76426 h 171340"/>
                        <a:gd name="connsiteX27" fmla="*/ 141472 w 151556"/>
                        <a:gd name="connsiteY27" fmla="*/ 96524 h 171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51556" h="171340">
                          <a:moveTo>
                            <a:pt x="141472" y="96524"/>
                          </a:moveTo>
                          <a:cubicBezTo>
                            <a:pt x="138519" y="101001"/>
                            <a:pt x="133947" y="106049"/>
                            <a:pt x="130232" y="110812"/>
                          </a:cubicBezTo>
                          <a:lnTo>
                            <a:pt x="124422" y="118051"/>
                          </a:lnTo>
                          <a:cubicBezTo>
                            <a:pt x="123374" y="119289"/>
                            <a:pt x="122707" y="120337"/>
                            <a:pt x="121279" y="121765"/>
                          </a:cubicBezTo>
                          <a:lnTo>
                            <a:pt x="116326" y="126623"/>
                          </a:lnTo>
                          <a:lnTo>
                            <a:pt x="96609" y="146054"/>
                          </a:lnTo>
                          <a:cubicBezTo>
                            <a:pt x="93466" y="149578"/>
                            <a:pt x="89560" y="151769"/>
                            <a:pt x="86036" y="154436"/>
                          </a:cubicBezTo>
                          <a:cubicBezTo>
                            <a:pt x="82417" y="157103"/>
                            <a:pt x="78797" y="159770"/>
                            <a:pt x="74892" y="161866"/>
                          </a:cubicBezTo>
                          <a:cubicBezTo>
                            <a:pt x="69558" y="165009"/>
                            <a:pt x="64129" y="167485"/>
                            <a:pt x="58604" y="168819"/>
                          </a:cubicBezTo>
                          <a:cubicBezTo>
                            <a:pt x="53270" y="170629"/>
                            <a:pt x="47841" y="171105"/>
                            <a:pt x="42793" y="171295"/>
                          </a:cubicBezTo>
                          <a:cubicBezTo>
                            <a:pt x="37744" y="171581"/>
                            <a:pt x="32792" y="170438"/>
                            <a:pt x="28505" y="169486"/>
                          </a:cubicBezTo>
                          <a:cubicBezTo>
                            <a:pt x="24028" y="167962"/>
                            <a:pt x="20028" y="166438"/>
                            <a:pt x="16599" y="164152"/>
                          </a:cubicBezTo>
                          <a:cubicBezTo>
                            <a:pt x="9551" y="159770"/>
                            <a:pt x="4788" y="153579"/>
                            <a:pt x="2216" y="147197"/>
                          </a:cubicBezTo>
                          <a:cubicBezTo>
                            <a:pt x="-260" y="140530"/>
                            <a:pt x="-546" y="133767"/>
                            <a:pt x="787" y="127099"/>
                          </a:cubicBezTo>
                          <a:lnTo>
                            <a:pt x="9169" y="87094"/>
                          </a:lnTo>
                          <a:cubicBezTo>
                            <a:pt x="10788" y="79189"/>
                            <a:pt x="13265" y="72045"/>
                            <a:pt x="15361" y="65377"/>
                          </a:cubicBezTo>
                          <a:cubicBezTo>
                            <a:pt x="17551" y="58615"/>
                            <a:pt x="19361" y="52519"/>
                            <a:pt x="20504" y="47089"/>
                          </a:cubicBezTo>
                          <a:cubicBezTo>
                            <a:pt x="21647" y="41755"/>
                            <a:pt x="21933" y="37279"/>
                            <a:pt x="21742" y="34326"/>
                          </a:cubicBezTo>
                          <a:cubicBezTo>
                            <a:pt x="21647" y="31373"/>
                            <a:pt x="21076" y="29944"/>
                            <a:pt x="21076" y="29944"/>
                          </a:cubicBezTo>
                          <a:lnTo>
                            <a:pt x="25171" y="24515"/>
                          </a:lnTo>
                          <a:cubicBezTo>
                            <a:pt x="27172" y="21848"/>
                            <a:pt x="28982" y="20038"/>
                            <a:pt x="31172" y="16705"/>
                          </a:cubicBezTo>
                          <a:cubicBezTo>
                            <a:pt x="34125" y="12228"/>
                            <a:pt x="38220" y="8894"/>
                            <a:pt x="42983" y="6322"/>
                          </a:cubicBezTo>
                          <a:cubicBezTo>
                            <a:pt x="47651" y="3560"/>
                            <a:pt x="53079" y="1560"/>
                            <a:pt x="58890" y="703"/>
                          </a:cubicBezTo>
                          <a:cubicBezTo>
                            <a:pt x="70606" y="-1107"/>
                            <a:pt x="83750" y="417"/>
                            <a:pt x="95561" y="7180"/>
                          </a:cubicBezTo>
                          <a:lnTo>
                            <a:pt x="128137" y="25753"/>
                          </a:lnTo>
                          <a:cubicBezTo>
                            <a:pt x="139948" y="32421"/>
                            <a:pt x="148044" y="43470"/>
                            <a:pt x="150521" y="56329"/>
                          </a:cubicBezTo>
                          <a:cubicBezTo>
                            <a:pt x="151854" y="62710"/>
                            <a:pt x="151949" y="69568"/>
                            <a:pt x="150521" y="76426"/>
                          </a:cubicBezTo>
                          <a:cubicBezTo>
                            <a:pt x="148996" y="83284"/>
                            <a:pt x="145948" y="90142"/>
                            <a:pt x="141472" y="96524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6" name="Forme libre : forme 13365">
                      <a:extLst>
                        <a:ext uri="{FF2B5EF4-FFF2-40B4-BE49-F238E27FC236}">
                          <a16:creationId xmlns:a16="http://schemas.microsoft.com/office/drawing/2014/main" id="{5F9414E2-BEB3-4078-BD9A-065B15CB18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3315" y="2092261"/>
                      <a:ext cx="151693" cy="146155"/>
                    </a:xfrm>
                    <a:custGeom>
                      <a:avLst/>
                      <a:gdLst>
                        <a:gd name="connsiteX0" fmla="*/ 68075 w 151693"/>
                        <a:gd name="connsiteY0" fmla="*/ 86582 h 146155"/>
                        <a:gd name="connsiteX1" fmla="*/ 31500 w 151693"/>
                        <a:gd name="connsiteY1" fmla="*/ 105727 h 146155"/>
                        <a:gd name="connsiteX2" fmla="*/ 4163 w 151693"/>
                        <a:gd name="connsiteY2" fmla="*/ 86106 h 146155"/>
                        <a:gd name="connsiteX3" fmla="*/ 829 w 151693"/>
                        <a:gd name="connsiteY3" fmla="*/ 101917 h 146155"/>
                        <a:gd name="connsiteX4" fmla="*/ 2258 w 151693"/>
                        <a:gd name="connsiteY4" fmla="*/ 122015 h 146155"/>
                        <a:gd name="connsiteX5" fmla="*/ 16641 w 151693"/>
                        <a:gd name="connsiteY5" fmla="*/ 138970 h 146155"/>
                        <a:gd name="connsiteX6" fmla="*/ 28547 w 151693"/>
                        <a:gd name="connsiteY6" fmla="*/ 144304 h 146155"/>
                        <a:gd name="connsiteX7" fmla="*/ 42835 w 151693"/>
                        <a:gd name="connsiteY7" fmla="*/ 146113 h 146155"/>
                        <a:gd name="connsiteX8" fmla="*/ 58646 w 151693"/>
                        <a:gd name="connsiteY8" fmla="*/ 143637 h 146155"/>
                        <a:gd name="connsiteX9" fmla="*/ 74934 w 151693"/>
                        <a:gd name="connsiteY9" fmla="*/ 136684 h 146155"/>
                        <a:gd name="connsiteX10" fmla="*/ 86078 w 151693"/>
                        <a:gd name="connsiteY10" fmla="*/ 129254 h 146155"/>
                        <a:gd name="connsiteX11" fmla="*/ 96650 w 151693"/>
                        <a:gd name="connsiteY11" fmla="*/ 120872 h 146155"/>
                        <a:gd name="connsiteX12" fmla="*/ 116367 w 151693"/>
                        <a:gd name="connsiteY12" fmla="*/ 101441 h 146155"/>
                        <a:gd name="connsiteX13" fmla="*/ 121320 w 151693"/>
                        <a:gd name="connsiteY13" fmla="*/ 96583 h 146155"/>
                        <a:gd name="connsiteX14" fmla="*/ 124463 w 151693"/>
                        <a:gd name="connsiteY14" fmla="*/ 92869 h 146155"/>
                        <a:gd name="connsiteX15" fmla="*/ 130274 w 151693"/>
                        <a:gd name="connsiteY15" fmla="*/ 85630 h 146155"/>
                        <a:gd name="connsiteX16" fmla="*/ 141513 w 151693"/>
                        <a:gd name="connsiteY16" fmla="*/ 71342 h 146155"/>
                        <a:gd name="connsiteX17" fmla="*/ 150657 w 151693"/>
                        <a:gd name="connsiteY17" fmla="*/ 51244 h 146155"/>
                        <a:gd name="connsiteX18" fmla="*/ 150657 w 151693"/>
                        <a:gd name="connsiteY18" fmla="*/ 31147 h 146155"/>
                        <a:gd name="connsiteX19" fmla="*/ 128274 w 151693"/>
                        <a:gd name="connsiteY19" fmla="*/ 571 h 146155"/>
                        <a:gd name="connsiteX20" fmla="*/ 127226 w 151693"/>
                        <a:gd name="connsiteY20" fmla="*/ 0 h 146155"/>
                        <a:gd name="connsiteX21" fmla="*/ 115320 w 151693"/>
                        <a:gd name="connsiteY21" fmla="*/ 21431 h 146155"/>
                        <a:gd name="connsiteX22" fmla="*/ 101508 w 151693"/>
                        <a:gd name="connsiteY22" fmla="*/ 41624 h 146155"/>
                        <a:gd name="connsiteX23" fmla="*/ 86745 w 151693"/>
                        <a:gd name="connsiteY23" fmla="*/ 62008 h 146155"/>
                        <a:gd name="connsiteX24" fmla="*/ 68075 w 151693"/>
                        <a:gd name="connsiteY24" fmla="*/ 86582 h 146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51693" h="146155">
                          <a:moveTo>
                            <a:pt x="68075" y="86582"/>
                          </a:moveTo>
                          <a:cubicBezTo>
                            <a:pt x="58455" y="98869"/>
                            <a:pt x="44263" y="106204"/>
                            <a:pt x="31500" y="105727"/>
                          </a:cubicBezTo>
                          <a:cubicBezTo>
                            <a:pt x="18736" y="105442"/>
                            <a:pt x="8068" y="97536"/>
                            <a:pt x="4163" y="86106"/>
                          </a:cubicBezTo>
                          <a:lnTo>
                            <a:pt x="829" y="101917"/>
                          </a:lnTo>
                          <a:cubicBezTo>
                            <a:pt x="-599" y="108490"/>
                            <a:pt x="-219" y="115348"/>
                            <a:pt x="2258" y="122015"/>
                          </a:cubicBezTo>
                          <a:cubicBezTo>
                            <a:pt x="4829" y="128397"/>
                            <a:pt x="9592" y="134588"/>
                            <a:pt x="16641" y="138970"/>
                          </a:cubicBezTo>
                          <a:cubicBezTo>
                            <a:pt x="20165" y="141256"/>
                            <a:pt x="24070" y="142780"/>
                            <a:pt x="28547" y="144304"/>
                          </a:cubicBezTo>
                          <a:cubicBezTo>
                            <a:pt x="32928" y="145161"/>
                            <a:pt x="37881" y="146399"/>
                            <a:pt x="42835" y="146113"/>
                          </a:cubicBezTo>
                          <a:cubicBezTo>
                            <a:pt x="47882" y="145923"/>
                            <a:pt x="53312" y="145447"/>
                            <a:pt x="58646" y="143637"/>
                          </a:cubicBezTo>
                          <a:cubicBezTo>
                            <a:pt x="64075" y="142304"/>
                            <a:pt x="69600" y="139827"/>
                            <a:pt x="74934" y="136684"/>
                          </a:cubicBezTo>
                          <a:cubicBezTo>
                            <a:pt x="78839" y="134684"/>
                            <a:pt x="82363" y="131921"/>
                            <a:pt x="86078" y="129254"/>
                          </a:cubicBezTo>
                          <a:cubicBezTo>
                            <a:pt x="89602" y="126492"/>
                            <a:pt x="93602" y="124396"/>
                            <a:pt x="96650" y="120872"/>
                          </a:cubicBezTo>
                          <a:lnTo>
                            <a:pt x="116367" y="101441"/>
                          </a:lnTo>
                          <a:lnTo>
                            <a:pt x="121320" y="96583"/>
                          </a:lnTo>
                          <a:cubicBezTo>
                            <a:pt x="122749" y="95059"/>
                            <a:pt x="123416" y="94107"/>
                            <a:pt x="124463" y="92869"/>
                          </a:cubicBezTo>
                          <a:lnTo>
                            <a:pt x="130274" y="85630"/>
                          </a:lnTo>
                          <a:cubicBezTo>
                            <a:pt x="133988" y="80867"/>
                            <a:pt x="138465" y="75819"/>
                            <a:pt x="141513" y="71342"/>
                          </a:cubicBezTo>
                          <a:cubicBezTo>
                            <a:pt x="145990" y="64960"/>
                            <a:pt x="149038" y="58102"/>
                            <a:pt x="150657" y="51244"/>
                          </a:cubicBezTo>
                          <a:cubicBezTo>
                            <a:pt x="152086" y="44387"/>
                            <a:pt x="151991" y="37529"/>
                            <a:pt x="150657" y="31147"/>
                          </a:cubicBezTo>
                          <a:cubicBezTo>
                            <a:pt x="148181" y="18288"/>
                            <a:pt x="139989" y="7334"/>
                            <a:pt x="128274" y="571"/>
                          </a:cubicBezTo>
                          <a:lnTo>
                            <a:pt x="127226" y="0"/>
                          </a:lnTo>
                          <a:cubicBezTo>
                            <a:pt x="123892" y="7525"/>
                            <a:pt x="119415" y="14478"/>
                            <a:pt x="115320" y="21431"/>
                          </a:cubicBezTo>
                          <a:cubicBezTo>
                            <a:pt x="111129" y="28384"/>
                            <a:pt x="105985" y="34862"/>
                            <a:pt x="101508" y="41624"/>
                          </a:cubicBezTo>
                          <a:cubicBezTo>
                            <a:pt x="96841" y="48292"/>
                            <a:pt x="91316" y="54959"/>
                            <a:pt x="86745" y="62008"/>
                          </a:cubicBezTo>
                          <a:cubicBezTo>
                            <a:pt x="80744" y="69151"/>
                            <a:pt x="74552" y="77724"/>
                            <a:pt x="68075" y="86582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7" name="Forme libre : forme 13366">
                      <a:extLst>
                        <a:ext uri="{FF2B5EF4-FFF2-40B4-BE49-F238E27FC236}">
                          <a16:creationId xmlns:a16="http://schemas.microsoft.com/office/drawing/2014/main" id="{A8ED06E1-E838-4A98-9F30-D18460B05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3705" y="2108304"/>
                      <a:ext cx="57119" cy="65917"/>
                    </a:xfrm>
                    <a:custGeom>
                      <a:avLst/>
                      <a:gdLst>
                        <a:gd name="connsiteX0" fmla="*/ 47976 w 57119"/>
                        <a:gd name="connsiteY0" fmla="*/ 3388 h 65917"/>
                        <a:gd name="connsiteX1" fmla="*/ 57120 w 57119"/>
                        <a:gd name="connsiteY1" fmla="*/ 22153 h 65917"/>
                        <a:gd name="connsiteX2" fmla="*/ 54834 w 57119"/>
                        <a:gd name="connsiteY2" fmla="*/ 34916 h 65917"/>
                        <a:gd name="connsiteX3" fmla="*/ 46928 w 57119"/>
                        <a:gd name="connsiteY3" fmla="*/ 48061 h 65917"/>
                        <a:gd name="connsiteX4" fmla="*/ 41403 w 57119"/>
                        <a:gd name="connsiteY4" fmla="*/ 53966 h 65917"/>
                        <a:gd name="connsiteX5" fmla="*/ 34069 w 57119"/>
                        <a:gd name="connsiteY5" fmla="*/ 59300 h 65917"/>
                        <a:gd name="connsiteX6" fmla="*/ 20449 w 57119"/>
                        <a:gd name="connsiteY6" fmla="*/ 65491 h 65917"/>
                        <a:gd name="connsiteX7" fmla="*/ 9495 w 57119"/>
                        <a:gd name="connsiteY7" fmla="*/ 64349 h 65917"/>
                        <a:gd name="connsiteX8" fmla="*/ 2732 w 57119"/>
                        <a:gd name="connsiteY8" fmla="*/ 57205 h 65917"/>
                        <a:gd name="connsiteX9" fmla="*/ 160 w 57119"/>
                        <a:gd name="connsiteY9" fmla="*/ 46060 h 65917"/>
                        <a:gd name="connsiteX10" fmla="*/ 446 w 57119"/>
                        <a:gd name="connsiteY10" fmla="*/ 34440 h 65917"/>
                        <a:gd name="connsiteX11" fmla="*/ 2636 w 57119"/>
                        <a:gd name="connsiteY11" fmla="*/ 24153 h 65917"/>
                        <a:gd name="connsiteX12" fmla="*/ 4637 w 57119"/>
                        <a:gd name="connsiteY12" fmla="*/ 19867 h 65917"/>
                        <a:gd name="connsiteX13" fmla="*/ 7970 w 57119"/>
                        <a:gd name="connsiteY13" fmla="*/ 14818 h 65917"/>
                        <a:gd name="connsiteX14" fmla="*/ 17019 w 57119"/>
                        <a:gd name="connsiteY14" fmla="*/ 6722 h 65917"/>
                        <a:gd name="connsiteX15" fmla="*/ 27402 w 57119"/>
                        <a:gd name="connsiteY15" fmla="*/ 1483 h 65917"/>
                        <a:gd name="connsiteX16" fmla="*/ 47976 w 57119"/>
                        <a:gd name="connsiteY16" fmla="*/ 3388 h 6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57119" h="65917">
                          <a:moveTo>
                            <a:pt x="47976" y="3388"/>
                          </a:moveTo>
                          <a:cubicBezTo>
                            <a:pt x="53881" y="7294"/>
                            <a:pt x="57024" y="14057"/>
                            <a:pt x="57120" y="22153"/>
                          </a:cubicBezTo>
                          <a:cubicBezTo>
                            <a:pt x="57120" y="26153"/>
                            <a:pt x="56548" y="30535"/>
                            <a:pt x="54834" y="34916"/>
                          </a:cubicBezTo>
                          <a:cubicBezTo>
                            <a:pt x="52929" y="39298"/>
                            <a:pt x="50261" y="43774"/>
                            <a:pt x="46928" y="48061"/>
                          </a:cubicBezTo>
                          <a:cubicBezTo>
                            <a:pt x="45118" y="50251"/>
                            <a:pt x="43689" y="52061"/>
                            <a:pt x="41403" y="53966"/>
                          </a:cubicBezTo>
                          <a:cubicBezTo>
                            <a:pt x="38927" y="55966"/>
                            <a:pt x="36451" y="57776"/>
                            <a:pt x="34069" y="59300"/>
                          </a:cubicBezTo>
                          <a:cubicBezTo>
                            <a:pt x="29212" y="62443"/>
                            <a:pt x="24544" y="64539"/>
                            <a:pt x="20449" y="65491"/>
                          </a:cubicBezTo>
                          <a:cubicBezTo>
                            <a:pt x="16353" y="66444"/>
                            <a:pt x="12352" y="65682"/>
                            <a:pt x="9495" y="64349"/>
                          </a:cubicBezTo>
                          <a:cubicBezTo>
                            <a:pt x="6542" y="62920"/>
                            <a:pt x="4256" y="60443"/>
                            <a:pt x="2732" y="57205"/>
                          </a:cubicBezTo>
                          <a:cubicBezTo>
                            <a:pt x="1208" y="53966"/>
                            <a:pt x="446" y="49966"/>
                            <a:pt x="160" y="46060"/>
                          </a:cubicBezTo>
                          <a:cubicBezTo>
                            <a:pt x="-221" y="42060"/>
                            <a:pt x="160" y="38250"/>
                            <a:pt x="446" y="34440"/>
                          </a:cubicBezTo>
                          <a:cubicBezTo>
                            <a:pt x="827" y="30630"/>
                            <a:pt x="1494" y="27201"/>
                            <a:pt x="2636" y="24153"/>
                          </a:cubicBezTo>
                          <a:cubicBezTo>
                            <a:pt x="3208" y="22629"/>
                            <a:pt x="3875" y="21200"/>
                            <a:pt x="4637" y="19867"/>
                          </a:cubicBezTo>
                          <a:cubicBezTo>
                            <a:pt x="5494" y="18438"/>
                            <a:pt x="6733" y="16438"/>
                            <a:pt x="7970" y="14818"/>
                          </a:cubicBezTo>
                          <a:cubicBezTo>
                            <a:pt x="10542" y="11485"/>
                            <a:pt x="13686" y="8818"/>
                            <a:pt x="17019" y="6722"/>
                          </a:cubicBezTo>
                          <a:cubicBezTo>
                            <a:pt x="20353" y="4532"/>
                            <a:pt x="23782" y="2531"/>
                            <a:pt x="27402" y="1483"/>
                          </a:cubicBezTo>
                          <a:cubicBezTo>
                            <a:pt x="34450" y="-898"/>
                            <a:pt x="41975" y="-517"/>
                            <a:pt x="47976" y="3388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8" name="Forme libre : forme 13367">
                      <a:extLst>
                        <a:ext uri="{FF2B5EF4-FFF2-40B4-BE49-F238E27FC236}">
                          <a16:creationId xmlns:a16="http://schemas.microsoft.com/office/drawing/2014/main" id="{12F4F06E-F3AB-41D4-961B-339C49FB89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3579" y="2137314"/>
                      <a:ext cx="55721" cy="36948"/>
                    </a:xfrm>
                    <a:custGeom>
                      <a:avLst/>
                      <a:gdLst>
                        <a:gd name="connsiteX0" fmla="*/ 1238 w 55721"/>
                        <a:gd name="connsiteY0" fmla="*/ 0 h 36948"/>
                        <a:gd name="connsiteX1" fmla="*/ 0 w 55721"/>
                        <a:gd name="connsiteY1" fmla="*/ 14097 h 36948"/>
                        <a:gd name="connsiteX2" fmla="*/ 2762 w 55721"/>
                        <a:gd name="connsiteY2" fmla="*/ 28194 h 36948"/>
                        <a:gd name="connsiteX3" fmla="*/ 9525 w 55721"/>
                        <a:gd name="connsiteY3" fmla="*/ 35338 h 36948"/>
                        <a:gd name="connsiteX4" fmla="*/ 20479 w 55721"/>
                        <a:gd name="connsiteY4" fmla="*/ 36481 h 36948"/>
                        <a:gd name="connsiteX5" fmla="*/ 34100 w 55721"/>
                        <a:gd name="connsiteY5" fmla="*/ 30290 h 36948"/>
                        <a:gd name="connsiteX6" fmla="*/ 41434 w 55721"/>
                        <a:gd name="connsiteY6" fmla="*/ 24955 h 36948"/>
                        <a:gd name="connsiteX7" fmla="*/ 46958 w 55721"/>
                        <a:gd name="connsiteY7" fmla="*/ 19050 h 36948"/>
                        <a:gd name="connsiteX8" fmla="*/ 55721 w 55721"/>
                        <a:gd name="connsiteY8" fmla="*/ 3715 h 36948"/>
                        <a:gd name="connsiteX9" fmla="*/ 48387 w 55721"/>
                        <a:gd name="connsiteY9" fmla="*/ 10096 h 36948"/>
                        <a:gd name="connsiteX10" fmla="*/ 35338 w 55721"/>
                        <a:gd name="connsiteY10" fmla="*/ 14383 h 36948"/>
                        <a:gd name="connsiteX11" fmla="*/ 21527 w 55721"/>
                        <a:gd name="connsiteY11" fmla="*/ 14478 h 36948"/>
                        <a:gd name="connsiteX12" fmla="*/ 1238 w 55721"/>
                        <a:gd name="connsiteY12" fmla="*/ 0 h 36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5721" h="36948">
                          <a:moveTo>
                            <a:pt x="1238" y="0"/>
                          </a:moveTo>
                          <a:cubicBezTo>
                            <a:pt x="381" y="4382"/>
                            <a:pt x="0" y="9239"/>
                            <a:pt x="0" y="14097"/>
                          </a:cubicBezTo>
                          <a:cubicBezTo>
                            <a:pt x="95" y="18955"/>
                            <a:pt x="858" y="24193"/>
                            <a:pt x="2762" y="28194"/>
                          </a:cubicBezTo>
                          <a:cubicBezTo>
                            <a:pt x="4286" y="31433"/>
                            <a:pt x="6477" y="33909"/>
                            <a:pt x="9525" y="35338"/>
                          </a:cubicBezTo>
                          <a:cubicBezTo>
                            <a:pt x="12478" y="36671"/>
                            <a:pt x="16478" y="37529"/>
                            <a:pt x="20479" y="36481"/>
                          </a:cubicBezTo>
                          <a:cubicBezTo>
                            <a:pt x="24575" y="35528"/>
                            <a:pt x="29242" y="33433"/>
                            <a:pt x="34100" y="30290"/>
                          </a:cubicBezTo>
                          <a:cubicBezTo>
                            <a:pt x="36576" y="28766"/>
                            <a:pt x="39052" y="26956"/>
                            <a:pt x="41434" y="24955"/>
                          </a:cubicBezTo>
                          <a:cubicBezTo>
                            <a:pt x="43720" y="23050"/>
                            <a:pt x="45148" y="21241"/>
                            <a:pt x="46958" y="19050"/>
                          </a:cubicBezTo>
                          <a:cubicBezTo>
                            <a:pt x="50864" y="14097"/>
                            <a:pt x="53912" y="8858"/>
                            <a:pt x="55721" y="3715"/>
                          </a:cubicBezTo>
                          <a:cubicBezTo>
                            <a:pt x="53626" y="6191"/>
                            <a:pt x="51149" y="8382"/>
                            <a:pt x="48387" y="10096"/>
                          </a:cubicBezTo>
                          <a:cubicBezTo>
                            <a:pt x="44196" y="12192"/>
                            <a:pt x="39719" y="13621"/>
                            <a:pt x="35338" y="14383"/>
                          </a:cubicBezTo>
                          <a:cubicBezTo>
                            <a:pt x="31147" y="15145"/>
                            <a:pt x="25622" y="15335"/>
                            <a:pt x="21527" y="14478"/>
                          </a:cubicBezTo>
                          <a:cubicBezTo>
                            <a:pt x="12859" y="12954"/>
                            <a:pt x="6191" y="7334"/>
                            <a:pt x="1238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9" name="Forme libre : forme 13368">
                      <a:extLst>
                        <a:ext uri="{FF2B5EF4-FFF2-40B4-BE49-F238E27FC236}">
                          <a16:creationId xmlns:a16="http://schemas.microsoft.com/office/drawing/2014/main" id="{B02E422D-4BEB-43C6-A666-20B78E5DD5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8878" y="2108623"/>
                      <a:ext cx="58614" cy="67417"/>
                    </a:xfrm>
                    <a:custGeom>
                      <a:avLst/>
                      <a:gdLst>
                        <a:gd name="connsiteX0" fmla="*/ 49470 w 58614"/>
                        <a:gd name="connsiteY0" fmla="*/ 3259 h 67417"/>
                        <a:gd name="connsiteX1" fmla="*/ 58614 w 58614"/>
                        <a:gd name="connsiteY1" fmla="*/ 22023 h 67417"/>
                        <a:gd name="connsiteX2" fmla="*/ 56423 w 58614"/>
                        <a:gd name="connsiteY2" fmla="*/ 34882 h 67417"/>
                        <a:gd name="connsiteX3" fmla="*/ 48518 w 58614"/>
                        <a:gd name="connsiteY3" fmla="*/ 48217 h 67417"/>
                        <a:gd name="connsiteX4" fmla="*/ 36135 w 58614"/>
                        <a:gd name="connsiteY4" fmla="*/ 59552 h 67417"/>
                        <a:gd name="connsiteX5" fmla="*/ 21657 w 58614"/>
                        <a:gd name="connsiteY5" fmla="*/ 66505 h 67417"/>
                        <a:gd name="connsiteX6" fmla="*/ 2893 w 58614"/>
                        <a:gd name="connsiteY6" fmla="*/ 59456 h 67417"/>
                        <a:gd name="connsiteX7" fmla="*/ 416 w 58614"/>
                        <a:gd name="connsiteY7" fmla="*/ 36787 h 67417"/>
                        <a:gd name="connsiteX8" fmla="*/ 2988 w 58614"/>
                        <a:gd name="connsiteY8" fmla="*/ 26024 h 67417"/>
                        <a:gd name="connsiteX9" fmla="*/ 8989 w 58614"/>
                        <a:gd name="connsiteY9" fmla="*/ 15546 h 67417"/>
                        <a:gd name="connsiteX10" fmla="*/ 18228 w 58614"/>
                        <a:gd name="connsiteY10" fmla="*/ 6974 h 67417"/>
                        <a:gd name="connsiteX11" fmla="*/ 28706 w 58614"/>
                        <a:gd name="connsiteY11" fmla="*/ 1449 h 67417"/>
                        <a:gd name="connsiteX12" fmla="*/ 49470 w 58614"/>
                        <a:gd name="connsiteY12" fmla="*/ 3259 h 674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614" h="67417">
                          <a:moveTo>
                            <a:pt x="49470" y="3259"/>
                          </a:moveTo>
                          <a:cubicBezTo>
                            <a:pt x="55471" y="7164"/>
                            <a:pt x="58614" y="13927"/>
                            <a:pt x="58614" y="22023"/>
                          </a:cubicBezTo>
                          <a:cubicBezTo>
                            <a:pt x="58614" y="26119"/>
                            <a:pt x="57852" y="30501"/>
                            <a:pt x="56423" y="34882"/>
                          </a:cubicBezTo>
                          <a:cubicBezTo>
                            <a:pt x="54900" y="39359"/>
                            <a:pt x="51851" y="43931"/>
                            <a:pt x="48518" y="48217"/>
                          </a:cubicBezTo>
                          <a:cubicBezTo>
                            <a:pt x="44803" y="52694"/>
                            <a:pt x="41946" y="55837"/>
                            <a:pt x="36135" y="59552"/>
                          </a:cubicBezTo>
                          <a:cubicBezTo>
                            <a:pt x="30992" y="62885"/>
                            <a:pt x="26038" y="65267"/>
                            <a:pt x="21657" y="66505"/>
                          </a:cubicBezTo>
                          <a:cubicBezTo>
                            <a:pt x="12989" y="69172"/>
                            <a:pt x="6036" y="65743"/>
                            <a:pt x="2893" y="59456"/>
                          </a:cubicBezTo>
                          <a:cubicBezTo>
                            <a:pt x="-345" y="53075"/>
                            <a:pt x="-345" y="44598"/>
                            <a:pt x="416" y="36787"/>
                          </a:cubicBezTo>
                          <a:cubicBezTo>
                            <a:pt x="893" y="32882"/>
                            <a:pt x="1750" y="29262"/>
                            <a:pt x="2988" y="26024"/>
                          </a:cubicBezTo>
                          <a:cubicBezTo>
                            <a:pt x="4131" y="23166"/>
                            <a:pt x="6322" y="18880"/>
                            <a:pt x="8989" y="15546"/>
                          </a:cubicBezTo>
                          <a:cubicBezTo>
                            <a:pt x="11656" y="12117"/>
                            <a:pt x="14894" y="9450"/>
                            <a:pt x="18228" y="6974"/>
                          </a:cubicBezTo>
                          <a:cubicBezTo>
                            <a:pt x="21562" y="4497"/>
                            <a:pt x="25086" y="2592"/>
                            <a:pt x="28706" y="1449"/>
                          </a:cubicBezTo>
                          <a:cubicBezTo>
                            <a:pt x="35945" y="-837"/>
                            <a:pt x="43565" y="-551"/>
                            <a:pt x="49470" y="325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0" name="Forme libre : forme 13369">
                      <a:extLst>
                        <a:ext uri="{FF2B5EF4-FFF2-40B4-BE49-F238E27FC236}">
                          <a16:creationId xmlns:a16="http://schemas.microsoft.com/office/drawing/2014/main" id="{C64D422D-FE70-4066-827E-89D6D74E90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8212" y="2129635"/>
                      <a:ext cx="99102" cy="86771"/>
                    </a:xfrm>
                    <a:custGeom>
                      <a:avLst/>
                      <a:gdLst>
                        <a:gd name="connsiteX0" fmla="*/ 1936 w 99102"/>
                        <a:gd name="connsiteY0" fmla="*/ 53495 h 86771"/>
                        <a:gd name="connsiteX1" fmla="*/ 6603 w 99102"/>
                        <a:gd name="connsiteY1" fmla="*/ 76640 h 86771"/>
                        <a:gd name="connsiteX2" fmla="*/ 15557 w 99102"/>
                        <a:gd name="connsiteY2" fmla="*/ 84070 h 86771"/>
                        <a:gd name="connsiteX3" fmla="*/ 28987 w 99102"/>
                        <a:gd name="connsiteY3" fmla="*/ 86737 h 86771"/>
                        <a:gd name="connsiteX4" fmla="*/ 61944 w 99102"/>
                        <a:gd name="connsiteY4" fmla="*/ 76355 h 86771"/>
                        <a:gd name="connsiteX5" fmla="*/ 86804 w 99102"/>
                        <a:gd name="connsiteY5" fmla="*/ 53971 h 86771"/>
                        <a:gd name="connsiteX6" fmla="*/ 89470 w 99102"/>
                        <a:gd name="connsiteY6" fmla="*/ 51018 h 86771"/>
                        <a:gd name="connsiteX7" fmla="*/ 91090 w 99102"/>
                        <a:gd name="connsiteY7" fmla="*/ 48542 h 86771"/>
                        <a:gd name="connsiteX8" fmla="*/ 93947 w 99102"/>
                        <a:gd name="connsiteY8" fmla="*/ 43493 h 86771"/>
                        <a:gd name="connsiteX9" fmla="*/ 98043 w 99102"/>
                        <a:gd name="connsiteY9" fmla="*/ 32921 h 86771"/>
                        <a:gd name="connsiteX10" fmla="*/ 99091 w 99102"/>
                        <a:gd name="connsiteY10" fmla="*/ 24824 h 86771"/>
                        <a:gd name="connsiteX11" fmla="*/ 97376 w 99102"/>
                        <a:gd name="connsiteY11" fmla="*/ 17490 h 86771"/>
                        <a:gd name="connsiteX12" fmla="*/ 87566 w 99102"/>
                        <a:gd name="connsiteY12" fmla="*/ 8441 h 86771"/>
                        <a:gd name="connsiteX13" fmla="*/ 70040 w 99102"/>
                        <a:gd name="connsiteY13" fmla="*/ 11680 h 86771"/>
                        <a:gd name="connsiteX14" fmla="*/ 49751 w 99102"/>
                        <a:gd name="connsiteY14" fmla="*/ 16347 h 86771"/>
                        <a:gd name="connsiteX15" fmla="*/ 30606 w 99102"/>
                        <a:gd name="connsiteY15" fmla="*/ 14252 h 86771"/>
                        <a:gd name="connsiteX16" fmla="*/ 13461 w 99102"/>
                        <a:gd name="connsiteY16" fmla="*/ 4441 h 86771"/>
                        <a:gd name="connsiteX17" fmla="*/ 2602 w 99102"/>
                        <a:gd name="connsiteY17" fmla="*/ 2441 h 86771"/>
                        <a:gd name="connsiteX18" fmla="*/ 31 w 99102"/>
                        <a:gd name="connsiteY18" fmla="*/ 26729 h 86771"/>
                        <a:gd name="connsiteX19" fmla="*/ 1936 w 99102"/>
                        <a:gd name="connsiteY19" fmla="*/ 53495 h 86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99102" h="86771">
                          <a:moveTo>
                            <a:pt x="1936" y="53495"/>
                          </a:moveTo>
                          <a:cubicBezTo>
                            <a:pt x="2317" y="61591"/>
                            <a:pt x="2317" y="69973"/>
                            <a:pt x="6603" y="76640"/>
                          </a:cubicBezTo>
                          <a:cubicBezTo>
                            <a:pt x="8699" y="79784"/>
                            <a:pt x="11747" y="82546"/>
                            <a:pt x="15557" y="84070"/>
                          </a:cubicBezTo>
                          <a:cubicBezTo>
                            <a:pt x="19367" y="85784"/>
                            <a:pt x="23938" y="86928"/>
                            <a:pt x="28987" y="86737"/>
                          </a:cubicBezTo>
                          <a:cubicBezTo>
                            <a:pt x="39179" y="87213"/>
                            <a:pt x="50894" y="82736"/>
                            <a:pt x="61944" y="76355"/>
                          </a:cubicBezTo>
                          <a:cubicBezTo>
                            <a:pt x="70516" y="70068"/>
                            <a:pt x="79088" y="62162"/>
                            <a:pt x="86804" y="53971"/>
                          </a:cubicBezTo>
                          <a:cubicBezTo>
                            <a:pt x="87661" y="53018"/>
                            <a:pt x="88899" y="51780"/>
                            <a:pt x="89470" y="51018"/>
                          </a:cubicBezTo>
                          <a:lnTo>
                            <a:pt x="91090" y="48542"/>
                          </a:lnTo>
                          <a:cubicBezTo>
                            <a:pt x="92138" y="46922"/>
                            <a:pt x="93090" y="45208"/>
                            <a:pt x="93947" y="43493"/>
                          </a:cubicBezTo>
                          <a:cubicBezTo>
                            <a:pt x="95662" y="40064"/>
                            <a:pt x="97091" y="36540"/>
                            <a:pt x="98043" y="32921"/>
                          </a:cubicBezTo>
                          <a:cubicBezTo>
                            <a:pt x="98710" y="30254"/>
                            <a:pt x="99186" y="27491"/>
                            <a:pt x="99091" y="24824"/>
                          </a:cubicBezTo>
                          <a:cubicBezTo>
                            <a:pt x="98901" y="22253"/>
                            <a:pt x="98234" y="19681"/>
                            <a:pt x="97376" y="17490"/>
                          </a:cubicBezTo>
                          <a:cubicBezTo>
                            <a:pt x="95471" y="13013"/>
                            <a:pt x="92233" y="9489"/>
                            <a:pt x="87566" y="8441"/>
                          </a:cubicBezTo>
                          <a:cubicBezTo>
                            <a:pt x="81850" y="7108"/>
                            <a:pt x="76040" y="9775"/>
                            <a:pt x="70040" y="11680"/>
                          </a:cubicBezTo>
                          <a:cubicBezTo>
                            <a:pt x="63182" y="14061"/>
                            <a:pt x="56514" y="15585"/>
                            <a:pt x="49751" y="16347"/>
                          </a:cubicBezTo>
                          <a:cubicBezTo>
                            <a:pt x="42703" y="17014"/>
                            <a:pt x="36226" y="16252"/>
                            <a:pt x="30606" y="14252"/>
                          </a:cubicBezTo>
                          <a:cubicBezTo>
                            <a:pt x="25843" y="12728"/>
                            <a:pt x="18700" y="8251"/>
                            <a:pt x="13461" y="4441"/>
                          </a:cubicBezTo>
                          <a:cubicBezTo>
                            <a:pt x="8032" y="726"/>
                            <a:pt x="4888" y="-2322"/>
                            <a:pt x="2602" y="2441"/>
                          </a:cubicBezTo>
                          <a:cubicBezTo>
                            <a:pt x="507" y="6822"/>
                            <a:pt x="-160" y="16347"/>
                            <a:pt x="31" y="26729"/>
                          </a:cubicBezTo>
                          <a:cubicBezTo>
                            <a:pt x="126" y="37112"/>
                            <a:pt x="1650" y="48542"/>
                            <a:pt x="1936" y="5349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1" name="Forme libre : forme 13370">
                      <a:extLst>
                        <a:ext uri="{FF2B5EF4-FFF2-40B4-BE49-F238E27FC236}">
                          <a16:creationId xmlns:a16="http://schemas.microsoft.com/office/drawing/2014/main" id="{C876FDA1-35D2-42D0-8DC7-84357BE2F9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7673" y="2123796"/>
                      <a:ext cx="12623" cy="33049"/>
                    </a:xfrm>
                    <a:custGeom>
                      <a:avLst/>
                      <a:gdLst>
                        <a:gd name="connsiteX0" fmla="*/ 0 w 12623"/>
                        <a:gd name="connsiteY0" fmla="*/ 22377 h 33049"/>
                        <a:gd name="connsiteX1" fmla="*/ 476 w 12623"/>
                        <a:gd name="connsiteY1" fmla="*/ 28949 h 33049"/>
                        <a:gd name="connsiteX2" fmla="*/ 3620 w 12623"/>
                        <a:gd name="connsiteY2" fmla="*/ 33045 h 33049"/>
                        <a:gd name="connsiteX3" fmla="*/ 6953 w 12623"/>
                        <a:gd name="connsiteY3" fmla="*/ 30568 h 33049"/>
                        <a:gd name="connsiteX4" fmla="*/ 12002 w 12623"/>
                        <a:gd name="connsiteY4" fmla="*/ 19424 h 33049"/>
                        <a:gd name="connsiteX5" fmla="*/ 12573 w 12623"/>
                        <a:gd name="connsiteY5" fmla="*/ 14376 h 33049"/>
                        <a:gd name="connsiteX6" fmla="*/ 7906 w 12623"/>
                        <a:gd name="connsiteY6" fmla="*/ 3232 h 33049"/>
                        <a:gd name="connsiteX7" fmla="*/ 2286 w 12623"/>
                        <a:gd name="connsiteY7" fmla="*/ 1041 h 33049"/>
                        <a:gd name="connsiteX8" fmla="*/ 0 w 12623"/>
                        <a:gd name="connsiteY8" fmla="*/ 22377 h 33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623" h="33049">
                          <a:moveTo>
                            <a:pt x="0" y="22377"/>
                          </a:moveTo>
                          <a:cubicBezTo>
                            <a:pt x="0" y="24472"/>
                            <a:pt x="0" y="26853"/>
                            <a:pt x="476" y="28949"/>
                          </a:cubicBezTo>
                          <a:cubicBezTo>
                            <a:pt x="952" y="31045"/>
                            <a:pt x="2191" y="32949"/>
                            <a:pt x="3620" y="33045"/>
                          </a:cubicBezTo>
                          <a:cubicBezTo>
                            <a:pt x="4953" y="33140"/>
                            <a:pt x="6096" y="31902"/>
                            <a:pt x="6953" y="30568"/>
                          </a:cubicBezTo>
                          <a:cubicBezTo>
                            <a:pt x="9334" y="27235"/>
                            <a:pt x="11049" y="23424"/>
                            <a:pt x="12002" y="19424"/>
                          </a:cubicBezTo>
                          <a:cubicBezTo>
                            <a:pt x="12382" y="17805"/>
                            <a:pt x="12763" y="16186"/>
                            <a:pt x="12573" y="14376"/>
                          </a:cubicBezTo>
                          <a:cubicBezTo>
                            <a:pt x="12287" y="10566"/>
                            <a:pt x="10192" y="6089"/>
                            <a:pt x="7906" y="3232"/>
                          </a:cubicBezTo>
                          <a:cubicBezTo>
                            <a:pt x="5619" y="374"/>
                            <a:pt x="3429" y="-1150"/>
                            <a:pt x="2286" y="1041"/>
                          </a:cubicBezTo>
                          <a:cubicBezTo>
                            <a:pt x="667" y="4279"/>
                            <a:pt x="381" y="13614"/>
                            <a:pt x="0" y="2237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2" name="Forme libre : forme 13371">
                      <a:extLst>
                        <a:ext uri="{FF2B5EF4-FFF2-40B4-BE49-F238E27FC236}">
                          <a16:creationId xmlns:a16="http://schemas.microsoft.com/office/drawing/2014/main" id="{732698F9-8DF7-42D4-9CCF-C82F50F0BE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04445" y="2094166"/>
                      <a:ext cx="24097" cy="66675"/>
                    </a:xfrm>
                    <a:custGeom>
                      <a:avLst/>
                      <a:gdLst>
                        <a:gd name="connsiteX0" fmla="*/ 0 w 24097"/>
                        <a:gd name="connsiteY0" fmla="*/ 0 h 66675"/>
                        <a:gd name="connsiteX1" fmla="*/ 15907 w 24097"/>
                        <a:gd name="connsiteY1" fmla="*/ 14859 h 66675"/>
                        <a:gd name="connsiteX2" fmla="*/ 23622 w 24097"/>
                        <a:gd name="connsiteY2" fmla="*/ 35338 h 66675"/>
                        <a:gd name="connsiteX3" fmla="*/ 18765 w 24097"/>
                        <a:gd name="connsiteY3" fmla="*/ 66675 h 66675"/>
                        <a:gd name="connsiteX4" fmla="*/ 21527 w 24097"/>
                        <a:gd name="connsiteY4" fmla="*/ 43339 h 66675"/>
                        <a:gd name="connsiteX5" fmla="*/ 0 w 24097"/>
                        <a:gd name="connsiteY5" fmla="*/ 0 h 66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097" h="66675">
                          <a:moveTo>
                            <a:pt x="0" y="0"/>
                          </a:moveTo>
                          <a:cubicBezTo>
                            <a:pt x="0" y="0"/>
                            <a:pt x="8858" y="4477"/>
                            <a:pt x="15907" y="14859"/>
                          </a:cubicBezTo>
                          <a:cubicBezTo>
                            <a:pt x="19431" y="20098"/>
                            <a:pt x="22479" y="26765"/>
                            <a:pt x="23622" y="35338"/>
                          </a:cubicBezTo>
                          <a:cubicBezTo>
                            <a:pt x="24955" y="43910"/>
                            <a:pt x="23527" y="54292"/>
                            <a:pt x="18765" y="66675"/>
                          </a:cubicBezTo>
                          <a:cubicBezTo>
                            <a:pt x="18765" y="66675"/>
                            <a:pt x="22098" y="56674"/>
                            <a:pt x="21527" y="43339"/>
                          </a:cubicBezTo>
                          <a:cubicBezTo>
                            <a:pt x="20384" y="30004"/>
                            <a:pt x="15240" y="1352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3" name="Forme libre : forme 13372">
                      <a:extLst>
                        <a:ext uri="{FF2B5EF4-FFF2-40B4-BE49-F238E27FC236}">
                          <a16:creationId xmlns:a16="http://schemas.microsoft.com/office/drawing/2014/main" id="{523DE8B9-FF92-4373-98D0-D416D8ABF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93669" y="2100738"/>
                      <a:ext cx="13215" cy="58864"/>
                    </a:xfrm>
                    <a:custGeom>
                      <a:avLst/>
                      <a:gdLst>
                        <a:gd name="connsiteX0" fmla="*/ 12573 w 13215"/>
                        <a:gd name="connsiteY0" fmla="*/ 0 h 58864"/>
                        <a:gd name="connsiteX1" fmla="*/ 12573 w 13215"/>
                        <a:gd name="connsiteY1" fmla="*/ 8477 h 58864"/>
                        <a:gd name="connsiteX2" fmla="*/ 9144 w 13215"/>
                        <a:gd name="connsiteY2" fmla="*/ 26575 h 58864"/>
                        <a:gd name="connsiteX3" fmla="*/ 0 w 13215"/>
                        <a:gd name="connsiteY3" fmla="*/ 58864 h 58864"/>
                        <a:gd name="connsiteX4" fmla="*/ 2667 w 13215"/>
                        <a:gd name="connsiteY4" fmla="*/ 51340 h 58864"/>
                        <a:gd name="connsiteX5" fmla="*/ 8668 w 13215"/>
                        <a:gd name="connsiteY5" fmla="*/ 33718 h 58864"/>
                        <a:gd name="connsiteX6" fmla="*/ 12954 w 13215"/>
                        <a:gd name="connsiteY6" fmla="*/ 13335 h 58864"/>
                        <a:gd name="connsiteX7" fmla="*/ 12573 w 13215"/>
                        <a:gd name="connsiteY7" fmla="*/ 0 h 58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215" h="58864">
                          <a:moveTo>
                            <a:pt x="12573" y="0"/>
                          </a:moveTo>
                          <a:cubicBezTo>
                            <a:pt x="12382" y="95"/>
                            <a:pt x="12954" y="476"/>
                            <a:pt x="12573" y="8477"/>
                          </a:cubicBezTo>
                          <a:cubicBezTo>
                            <a:pt x="12287" y="12383"/>
                            <a:pt x="11335" y="18383"/>
                            <a:pt x="9144" y="26575"/>
                          </a:cubicBezTo>
                          <a:cubicBezTo>
                            <a:pt x="6953" y="34862"/>
                            <a:pt x="3334" y="45148"/>
                            <a:pt x="0" y="58864"/>
                          </a:cubicBezTo>
                          <a:cubicBezTo>
                            <a:pt x="0" y="58864"/>
                            <a:pt x="1048" y="55912"/>
                            <a:pt x="2667" y="51340"/>
                          </a:cubicBezTo>
                          <a:cubicBezTo>
                            <a:pt x="4382" y="46672"/>
                            <a:pt x="6668" y="40672"/>
                            <a:pt x="8668" y="33718"/>
                          </a:cubicBezTo>
                          <a:cubicBezTo>
                            <a:pt x="10763" y="27051"/>
                            <a:pt x="12382" y="19526"/>
                            <a:pt x="12954" y="13335"/>
                          </a:cubicBezTo>
                          <a:cubicBezTo>
                            <a:pt x="13525" y="7048"/>
                            <a:pt x="13049" y="2096"/>
                            <a:pt x="1257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4" name="Forme libre : forme 13373">
                      <a:extLst>
                        <a:ext uri="{FF2B5EF4-FFF2-40B4-BE49-F238E27FC236}">
                          <a16:creationId xmlns:a16="http://schemas.microsoft.com/office/drawing/2014/main" id="{E7AAB97F-D385-451D-B457-DD5A4607C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4905" y="2117524"/>
                      <a:ext cx="23756" cy="19287"/>
                    </a:xfrm>
                    <a:custGeom>
                      <a:avLst/>
                      <a:gdLst>
                        <a:gd name="connsiteX0" fmla="*/ 22678 w 23756"/>
                        <a:gd name="connsiteY0" fmla="*/ 2550 h 19287"/>
                        <a:gd name="connsiteX1" fmla="*/ 16202 w 23756"/>
                        <a:gd name="connsiteY1" fmla="*/ 16552 h 19287"/>
                        <a:gd name="connsiteX2" fmla="*/ 866 w 23756"/>
                        <a:gd name="connsiteY2" fmla="*/ 16076 h 19287"/>
                        <a:gd name="connsiteX3" fmla="*/ 7153 w 23756"/>
                        <a:gd name="connsiteY3" fmla="*/ 2836 h 19287"/>
                        <a:gd name="connsiteX4" fmla="*/ 22678 w 23756"/>
                        <a:gd name="connsiteY4" fmla="*/ 2550 h 19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756" h="19287">
                          <a:moveTo>
                            <a:pt x="22678" y="2550"/>
                          </a:moveTo>
                          <a:cubicBezTo>
                            <a:pt x="25536" y="6265"/>
                            <a:pt x="22488" y="12742"/>
                            <a:pt x="16202" y="16552"/>
                          </a:cubicBezTo>
                          <a:cubicBezTo>
                            <a:pt x="9915" y="20457"/>
                            <a:pt x="3152" y="20076"/>
                            <a:pt x="866" y="16076"/>
                          </a:cubicBezTo>
                          <a:cubicBezTo>
                            <a:pt x="-1515" y="12075"/>
                            <a:pt x="1152" y="6265"/>
                            <a:pt x="7153" y="2836"/>
                          </a:cubicBezTo>
                          <a:cubicBezTo>
                            <a:pt x="13058" y="-498"/>
                            <a:pt x="19916" y="-1260"/>
                            <a:pt x="22678" y="255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5" name="Forme libre : forme 13374">
                      <a:extLst>
                        <a:ext uri="{FF2B5EF4-FFF2-40B4-BE49-F238E27FC236}">
                          <a16:creationId xmlns:a16="http://schemas.microsoft.com/office/drawing/2014/main" id="{F55CB891-8853-49FE-80EE-6343A98DE1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62360" y="2115096"/>
                      <a:ext cx="7138" cy="7194"/>
                    </a:xfrm>
                    <a:custGeom>
                      <a:avLst/>
                      <a:gdLst>
                        <a:gd name="connsiteX0" fmla="*/ 5509 w 7138"/>
                        <a:gd name="connsiteY0" fmla="*/ 692 h 7194"/>
                        <a:gd name="connsiteX1" fmla="*/ 6558 w 7138"/>
                        <a:gd name="connsiteY1" fmla="*/ 5740 h 7194"/>
                        <a:gd name="connsiteX2" fmla="*/ 1604 w 7138"/>
                        <a:gd name="connsiteY2" fmla="*/ 6502 h 7194"/>
                        <a:gd name="connsiteX3" fmla="*/ 557 w 7138"/>
                        <a:gd name="connsiteY3" fmla="*/ 1454 h 7194"/>
                        <a:gd name="connsiteX4" fmla="*/ 5509 w 7138"/>
                        <a:gd name="connsiteY4" fmla="*/ 692 h 7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8" h="7194">
                          <a:moveTo>
                            <a:pt x="5509" y="692"/>
                          </a:moveTo>
                          <a:cubicBezTo>
                            <a:pt x="7224" y="1835"/>
                            <a:pt x="7605" y="4121"/>
                            <a:pt x="6558" y="5740"/>
                          </a:cubicBezTo>
                          <a:cubicBezTo>
                            <a:pt x="5415" y="7360"/>
                            <a:pt x="3223" y="7645"/>
                            <a:pt x="1604" y="6502"/>
                          </a:cubicBezTo>
                          <a:cubicBezTo>
                            <a:pt x="-15" y="5264"/>
                            <a:pt x="-491" y="3073"/>
                            <a:pt x="557" y="1454"/>
                          </a:cubicBezTo>
                          <a:cubicBezTo>
                            <a:pt x="1700" y="-165"/>
                            <a:pt x="3890" y="-451"/>
                            <a:pt x="5509" y="6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6" name="Forme libre : forme 13375">
                      <a:extLst>
                        <a:ext uri="{FF2B5EF4-FFF2-40B4-BE49-F238E27FC236}">
                          <a16:creationId xmlns:a16="http://schemas.microsoft.com/office/drawing/2014/main" id="{FB8530BE-23DA-445F-B21B-A42F8F1E72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5715" y="2078884"/>
                      <a:ext cx="78370" cy="32453"/>
                    </a:xfrm>
                    <a:custGeom>
                      <a:avLst/>
                      <a:gdLst>
                        <a:gd name="connsiteX0" fmla="*/ 42057 w 78370"/>
                        <a:gd name="connsiteY0" fmla="*/ 709 h 32453"/>
                        <a:gd name="connsiteX1" fmla="*/ 72252 w 78370"/>
                        <a:gd name="connsiteY1" fmla="*/ 13282 h 32453"/>
                        <a:gd name="connsiteX2" fmla="*/ 78062 w 78370"/>
                        <a:gd name="connsiteY2" fmla="*/ 22807 h 32453"/>
                        <a:gd name="connsiteX3" fmla="*/ 68537 w 78370"/>
                        <a:gd name="connsiteY3" fmla="*/ 26046 h 32453"/>
                        <a:gd name="connsiteX4" fmla="*/ 35295 w 78370"/>
                        <a:gd name="connsiteY4" fmla="*/ 22236 h 32453"/>
                        <a:gd name="connsiteX5" fmla="*/ 27770 w 78370"/>
                        <a:gd name="connsiteY5" fmla="*/ 25855 h 32453"/>
                        <a:gd name="connsiteX6" fmla="*/ 17197 w 78370"/>
                        <a:gd name="connsiteY6" fmla="*/ 30522 h 32453"/>
                        <a:gd name="connsiteX7" fmla="*/ 7291 w 78370"/>
                        <a:gd name="connsiteY7" fmla="*/ 32427 h 32453"/>
                        <a:gd name="connsiteX8" fmla="*/ 1004 w 78370"/>
                        <a:gd name="connsiteY8" fmla="*/ 28427 h 32453"/>
                        <a:gd name="connsiteX9" fmla="*/ 5101 w 78370"/>
                        <a:gd name="connsiteY9" fmla="*/ 13568 h 32453"/>
                        <a:gd name="connsiteX10" fmla="*/ 19007 w 78370"/>
                        <a:gd name="connsiteY10" fmla="*/ 2709 h 32453"/>
                        <a:gd name="connsiteX11" fmla="*/ 42057 w 78370"/>
                        <a:gd name="connsiteY11" fmla="*/ 709 h 32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78370" h="32453">
                          <a:moveTo>
                            <a:pt x="42057" y="709"/>
                          </a:moveTo>
                          <a:cubicBezTo>
                            <a:pt x="52726" y="2519"/>
                            <a:pt x="62917" y="7377"/>
                            <a:pt x="72252" y="13282"/>
                          </a:cubicBezTo>
                          <a:cubicBezTo>
                            <a:pt x="75681" y="15473"/>
                            <a:pt x="79491" y="19092"/>
                            <a:pt x="78062" y="22807"/>
                          </a:cubicBezTo>
                          <a:cubicBezTo>
                            <a:pt x="76728" y="26141"/>
                            <a:pt x="72156" y="26522"/>
                            <a:pt x="68537" y="26046"/>
                          </a:cubicBezTo>
                          <a:cubicBezTo>
                            <a:pt x="57393" y="24522"/>
                            <a:pt x="45677" y="19950"/>
                            <a:pt x="35295" y="22236"/>
                          </a:cubicBezTo>
                          <a:cubicBezTo>
                            <a:pt x="33676" y="22617"/>
                            <a:pt x="30913" y="24045"/>
                            <a:pt x="27770" y="25855"/>
                          </a:cubicBezTo>
                          <a:cubicBezTo>
                            <a:pt x="24627" y="27855"/>
                            <a:pt x="20816" y="29189"/>
                            <a:pt x="17197" y="30522"/>
                          </a:cubicBezTo>
                          <a:cubicBezTo>
                            <a:pt x="13577" y="31761"/>
                            <a:pt x="10149" y="32618"/>
                            <a:pt x="7291" y="32427"/>
                          </a:cubicBezTo>
                          <a:cubicBezTo>
                            <a:pt x="4434" y="32332"/>
                            <a:pt x="2338" y="30903"/>
                            <a:pt x="1004" y="28427"/>
                          </a:cubicBezTo>
                          <a:cubicBezTo>
                            <a:pt x="-1472" y="23093"/>
                            <a:pt x="910" y="17759"/>
                            <a:pt x="5101" y="13568"/>
                          </a:cubicBezTo>
                          <a:cubicBezTo>
                            <a:pt x="9291" y="8710"/>
                            <a:pt x="15292" y="4043"/>
                            <a:pt x="19007" y="2709"/>
                          </a:cubicBezTo>
                          <a:cubicBezTo>
                            <a:pt x="25865" y="42"/>
                            <a:pt x="34056" y="-720"/>
                            <a:pt x="42057" y="709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35" name="Graphique 1">
                    <a:extLst>
                      <a:ext uri="{FF2B5EF4-FFF2-40B4-BE49-F238E27FC236}">
                        <a16:creationId xmlns:a16="http://schemas.microsoft.com/office/drawing/2014/main" id="{60137A55-C554-492E-B0AA-4BB1A87442EC}"/>
                      </a:ext>
                    </a:extLst>
                  </p:cNvPr>
                  <p:cNvGrpSpPr/>
                  <p:nvPr/>
                </p:nvGrpSpPr>
                <p:grpSpPr>
                  <a:xfrm>
                    <a:off x="8051767" y="1936194"/>
                    <a:ext cx="113448" cy="162755"/>
                    <a:chOff x="8051767" y="1936194"/>
                    <a:chExt cx="113448" cy="162755"/>
                  </a:xfrm>
                  <a:solidFill>
                    <a:schemeClr val="accent1"/>
                  </a:solidFill>
                </p:grpSpPr>
                <p:sp>
                  <p:nvSpPr>
                    <p:cNvPr id="13354" name="Forme libre : forme 13353">
                      <a:extLst>
                        <a:ext uri="{FF2B5EF4-FFF2-40B4-BE49-F238E27FC236}">
                          <a16:creationId xmlns:a16="http://schemas.microsoft.com/office/drawing/2014/main" id="{23F6DAF7-C0EF-4DD9-91D7-A5E2CCD1A2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51767" y="1936194"/>
                      <a:ext cx="113257" cy="162755"/>
                    </a:xfrm>
                    <a:custGeom>
                      <a:avLst/>
                      <a:gdLst>
                        <a:gd name="connsiteX0" fmla="*/ 87350 w 113257"/>
                        <a:gd name="connsiteY0" fmla="*/ 3096 h 162755"/>
                        <a:gd name="connsiteX1" fmla="*/ 24770 w 113257"/>
                        <a:gd name="connsiteY1" fmla="*/ 28051 h 162755"/>
                        <a:gd name="connsiteX2" fmla="*/ 3911 w 113257"/>
                        <a:gd name="connsiteY2" fmla="*/ 75486 h 162755"/>
                        <a:gd name="connsiteX3" fmla="*/ 6 w 113257"/>
                        <a:gd name="connsiteY3" fmla="*/ 92345 h 162755"/>
                        <a:gd name="connsiteX4" fmla="*/ 3053 w 113257"/>
                        <a:gd name="connsiteY4" fmla="*/ 109585 h 162755"/>
                        <a:gd name="connsiteX5" fmla="*/ 27152 w 113257"/>
                        <a:gd name="connsiteY5" fmla="*/ 137970 h 162755"/>
                        <a:gd name="connsiteX6" fmla="*/ 59727 w 113257"/>
                        <a:gd name="connsiteY6" fmla="*/ 156544 h 162755"/>
                        <a:gd name="connsiteX7" fmla="*/ 97446 w 113257"/>
                        <a:gd name="connsiteY7" fmla="*/ 160449 h 162755"/>
                        <a:gd name="connsiteX8" fmla="*/ 113257 w 113257"/>
                        <a:gd name="connsiteY8" fmla="*/ 151686 h 162755"/>
                        <a:gd name="connsiteX9" fmla="*/ 113257 w 113257"/>
                        <a:gd name="connsiteY9" fmla="*/ 12335 h 162755"/>
                        <a:gd name="connsiteX10" fmla="*/ 87350 w 113257"/>
                        <a:gd name="connsiteY10" fmla="*/ 3096 h 162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3257" h="162755">
                          <a:moveTo>
                            <a:pt x="87350" y="3096"/>
                          </a:moveTo>
                          <a:cubicBezTo>
                            <a:pt x="61632" y="-5953"/>
                            <a:pt x="33819" y="5572"/>
                            <a:pt x="24770" y="28051"/>
                          </a:cubicBezTo>
                          <a:cubicBezTo>
                            <a:pt x="18198" y="44244"/>
                            <a:pt x="11340" y="60151"/>
                            <a:pt x="3911" y="75486"/>
                          </a:cubicBezTo>
                          <a:cubicBezTo>
                            <a:pt x="1434" y="81010"/>
                            <a:pt x="6" y="86535"/>
                            <a:pt x="6" y="92345"/>
                          </a:cubicBezTo>
                          <a:cubicBezTo>
                            <a:pt x="-90" y="98060"/>
                            <a:pt x="1053" y="104061"/>
                            <a:pt x="3053" y="109585"/>
                          </a:cubicBezTo>
                          <a:cubicBezTo>
                            <a:pt x="7149" y="120634"/>
                            <a:pt x="15436" y="131207"/>
                            <a:pt x="27152" y="137970"/>
                          </a:cubicBezTo>
                          <a:lnTo>
                            <a:pt x="59727" y="156544"/>
                          </a:lnTo>
                          <a:cubicBezTo>
                            <a:pt x="71538" y="163306"/>
                            <a:pt x="84968" y="164449"/>
                            <a:pt x="97446" y="160449"/>
                          </a:cubicBezTo>
                          <a:cubicBezTo>
                            <a:pt x="103256" y="158639"/>
                            <a:pt x="108495" y="155591"/>
                            <a:pt x="113257" y="151686"/>
                          </a:cubicBezTo>
                          <a:lnTo>
                            <a:pt x="113257" y="12335"/>
                          </a:lnTo>
                          <a:lnTo>
                            <a:pt x="87350" y="3096"/>
                          </a:ln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5" name="Forme libre : forme 13354">
                      <a:extLst>
                        <a:ext uri="{FF2B5EF4-FFF2-40B4-BE49-F238E27FC236}">
                          <a16:creationId xmlns:a16="http://schemas.microsoft.com/office/drawing/2014/main" id="{5EF2E3E9-FFEC-467D-A2B4-E17DCE08EB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97588" y="1976437"/>
                      <a:ext cx="67627" cy="122511"/>
                    </a:xfrm>
                    <a:custGeom>
                      <a:avLst/>
                      <a:gdLst>
                        <a:gd name="connsiteX0" fmla="*/ 59436 w 67627"/>
                        <a:gd name="connsiteY0" fmla="*/ 20003 h 122511"/>
                        <a:gd name="connsiteX1" fmla="*/ 45148 w 67627"/>
                        <a:gd name="connsiteY1" fmla="*/ 65722 h 122511"/>
                        <a:gd name="connsiteX2" fmla="*/ 29527 w 67627"/>
                        <a:gd name="connsiteY2" fmla="*/ 95250 h 122511"/>
                        <a:gd name="connsiteX3" fmla="*/ 0 w 67627"/>
                        <a:gd name="connsiteY3" fmla="*/ 108299 h 122511"/>
                        <a:gd name="connsiteX4" fmla="*/ 14097 w 67627"/>
                        <a:gd name="connsiteY4" fmla="*/ 116300 h 122511"/>
                        <a:gd name="connsiteX5" fmla="*/ 51816 w 67627"/>
                        <a:gd name="connsiteY5" fmla="*/ 120205 h 122511"/>
                        <a:gd name="connsiteX6" fmla="*/ 67627 w 67627"/>
                        <a:gd name="connsiteY6" fmla="*/ 111442 h 122511"/>
                        <a:gd name="connsiteX7" fmla="*/ 67627 w 67627"/>
                        <a:gd name="connsiteY7" fmla="*/ 0 h 122511"/>
                        <a:gd name="connsiteX8" fmla="*/ 59436 w 67627"/>
                        <a:gd name="connsiteY8" fmla="*/ 20003 h 122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7627" h="122511">
                          <a:moveTo>
                            <a:pt x="59436" y="20003"/>
                          </a:moveTo>
                          <a:cubicBezTo>
                            <a:pt x="53435" y="34576"/>
                            <a:pt x="48006" y="49244"/>
                            <a:pt x="45148" y="65722"/>
                          </a:cubicBezTo>
                          <a:cubicBezTo>
                            <a:pt x="43148" y="77343"/>
                            <a:pt x="37529" y="87725"/>
                            <a:pt x="29527" y="95250"/>
                          </a:cubicBezTo>
                          <a:cubicBezTo>
                            <a:pt x="21812" y="102870"/>
                            <a:pt x="11144" y="107537"/>
                            <a:pt x="0" y="108299"/>
                          </a:cubicBezTo>
                          <a:lnTo>
                            <a:pt x="14097" y="116300"/>
                          </a:lnTo>
                          <a:cubicBezTo>
                            <a:pt x="25908" y="123063"/>
                            <a:pt x="39338" y="124206"/>
                            <a:pt x="51816" y="120205"/>
                          </a:cubicBezTo>
                          <a:cubicBezTo>
                            <a:pt x="57626" y="118396"/>
                            <a:pt x="62865" y="115348"/>
                            <a:pt x="67627" y="111442"/>
                          </a:cubicBezTo>
                          <a:lnTo>
                            <a:pt x="67627" y="0"/>
                          </a:lnTo>
                          <a:cubicBezTo>
                            <a:pt x="64865" y="6763"/>
                            <a:pt x="62103" y="13430"/>
                            <a:pt x="59436" y="20003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6" name="Forme libre : forme 13355">
                      <a:extLst>
                        <a:ext uri="{FF2B5EF4-FFF2-40B4-BE49-F238E27FC236}">
                          <a16:creationId xmlns:a16="http://schemas.microsoft.com/office/drawing/2014/main" id="{DD8A3AB5-4B57-4DDD-A03B-05A39D4417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08452" y="1974600"/>
                      <a:ext cx="54771" cy="66678"/>
                    </a:xfrm>
                    <a:custGeom>
                      <a:avLst/>
                      <a:gdLst>
                        <a:gd name="connsiteX0" fmla="*/ 40379 w 54771"/>
                        <a:gd name="connsiteY0" fmla="*/ 1361 h 66678"/>
                        <a:gd name="connsiteX1" fmla="*/ 3613 w 54771"/>
                        <a:gd name="connsiteY1" fmla="*/ 23173 h 66678"/>
                        <a:gd name="connsiteX2" fmla="*/ 851 w 54771"/>
                        <a:gd name="connsiteY2" fmla="*/ 48033 h 66678"/>
                        <a:gd name="connsiteX3" fmla="*/ 13138 w 54771"/>
                        <a:gd name="connsiteY3" fmla="*/ 64797 h 66678"/>
                        <a:gd name="connsiteX4" fmla="*/ 34093 w 54771"/>
                        <a:gd name="connsiteY4" fmla="*/ 63273 h 66678"/>
                        <a:gd name="connsiteX5" fmla="*/ 51142 w 54771"/>
                        <a:gd name="connsiteY5" fmla="*/ 43557 h 66678"/>
                        <a:gd name="connsiteX6" fmla="*/ 40379 w 54771"/>
                        <a:gd name="connsiteY6" fmla="*/ 1361 h 66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771" h="66678">
                          <a:moveTo>
                            <a:pt x="40379" y="1361"/>
                          </a:moveTo>
                          <a:cubicBezTo>
                            <a:pt x="27044" y="-3783"/>
                            <a:pt x="10756" y="6123"/>
                            <a:pt x="3613" y="23173"/>
                          </a:cubicBezTo>
                          <a:cubicBezTo>
                            <a:pt x="-197" y="31650"/>
                            <a:pt x="-768" y="40509"/>
                            <a:pt x="851" y="48033"/>
                          </a:cubicBezTo>
                          <a:cubicBezTo>
                            <a:pt x="2470" y="55463"/>
                            <a:pt x="6661" y="61749"/>
                            <a:pt x="13138" y="64797"/>
                          </a:cubicBezTo>
                          <a:cubicBezTo>
                            <a:pt x="19615" y="67845"/>
                            <a:pt x="27044" y="67083"/>
                            <a:pt x="34093" y="63273"/>
                          </a:cubicBezTo>
                          <a:cubicBezTo>
                            <a:pt x="41046" y="59463"/>
                            <a:pt x="47237" y="52510"/>
                            <a:pt x="51142" y="43557"/>
                          </a:cubicBezTo>
                          <a:cubicBezTo>
                            <a:pt x="58858" y="25364"/>
                            <a:pt x="53810" y="6504"/>
                            <a:pt x="40379" y="1361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7" name="Forme libre : forme 13356">
                      <a:extLst>
                        <a:ext uri="{FF2B5EF4-FFF2-40B4-BE49-F238E27FC236}">
                          <a16:creationId xmlns:a16="http://schemas.microsoft.com/office/drawing/2014/main" id="{DAFB489E-26CD-4871-9299-5B205C2914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08541" y="2002345"/>
                      <a:ext cx="54673" cy="38837"/>
                    </a:xfrm>
                    <a:custGeom>
                      <a:avLst/>
                      <a:gdLst>
                        <a:gd name="connsiteX0" fmla="*/ 0 w 54673"/>
                        <a:gd name="connsiteY0" fmla="*/ 14383 h 38837"/>
                        <a:gd name="connsiteX1" fmla="*/ 13049 w 54673"/>
                        <a:gd name="connsiteY1" fmla="*/ 36957 h 38837"/>
                        <a:gd name="connsiteX2" fmla="*/ 34004 w 54673"/>
                        <a:gd name="connsiteY2" fmla="*/ 35433 h 38837"/>
                        <a:gd name="connsiteX3" fmla="*/ 51054 w 54673"/>
                        <a:gd name="connsiteY3" fmla="*/ 15716 h 38837"/>
                        <a:gd name="connsiteX4" fmla="*/ 54673 w 54673"/>
                        <a:gd name="connsiteY4" fmla="*/ 0 h 38837"/>
                        <a:gd name="connsiteX5" fmla="*/ 49625 w 54673"/>
                        <a:gd name="connsiteY5" fmla="*/ 7334 h 38837"/>
                        <a:gd name="connsiteX6" fmla="*/ 0 w 54673"/>
                        <a:gd name="connsiteY6" fmla="*/ 14383 h 38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673" h="38837">
                          <a:moveTo>
                            <a:pt x="0" y="14383"/>
                          </a:moveTo>
                          <a:cubicBezTo>
                            <a:pt x="571" y="24384"/>
                            <a:pt x="5049" y="33147"/>
                            <a:pt x="13049" y="36957"/>
                          </a:cubicBezTo>
                          <a:cubicBezTo>
                            <a:pt x="19526" y="40005"/>
                            <a:pt x="26956" y="39243"/>
                            <a:pt x="34004" y="35433"/>
                          </a:cubicBezTo>
                          <a:cubicBezTo>
                            <a:pt x="40957" y="31623"/>
                            <a:pt x="47149" y="24670"/>
                            <a:pt x="51054" y="15716"/>
                          </a:cubicBezTo>
                          <a:cubicBezTo>
                            <a:pt x="53245" y="10478"/>
                            <a:pt x="54388" y="5048"/>
                            <a:pt x="54673" y="0"/>
                          </a:cubicBezTo>
                          <a:cubicBezTo>
                            <a:pt x="53435" y="2667"/>
                            <a:pt x="51816" y="5143"/>
                            <a:pt x="49625" y="7334"/>
                          </a:cubicBezTo>
                          <a:cubicBezTo>
                            <a:pt x="36195" y="18764"/>
                            <a:pt x="15240" y="22670"/>
                            <a:pt x="0" y="14383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8" name="Forme libre : forme 13357">
                      <a:extLst>
                        <a:ext uri="{FF2B5EF4-FFF2-40B4-BE49-F238E27FC236}">
                          <a16:creationId xmlns:a16="http://schemas.microsoft.com/office/drawing/2014/main" id="{CB7EF0A0-9A46-4B51-AF1A-1B572EB4E2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15078" y="1973378"/>
                      <a:ext cx="49946" cy="67027"/>
                    </a:xfrm>
                    <a:custGeom>
                      <a:avLst/>
                      <a:gdLst>
                        <a:gd name="connsiteX0" fmla="*/ 40421 w 49946"/>
                        <a:gd name="connsiteY0" fmla="*/ 1345 h 67027"/>
                        <a:gd name="connsiteX1" fmla="*/ 3560 w 49946"/>
                        <a:gd name="connsiteY1" fmla="*/ 23348 h 67027"/>
                        <a:gd name="connsiteX2" fmla="*/ 13180 w 49946"/>
                        <a:gd name="connsiteY2" fmla="*/ 65162 h 67027"/>
                        <a:gd name="connsiteX3" fmla="*/ 49946 w 49946"/>
                        <a:gd name="connsiteY3" fmla="*/ 45827 h 67027"/>
                        <a:gd name="connsiteX4" fmla="*/ 49946 w 49946"/>
                        <a:gd name="connsiteY4" fmla="*/ 9346 h 67027"/>
                        <a:gd name="connsiteX5" fmla="*/ 40421 w 49946"/>
                        <a:gd name="connsiteY5" fmla="*/ 1345 h 67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9946" h="67027">
                          <a:moveTo>
                            <a:pt x="40421" y="1345"/>
                          </a:moveTo>
                          <a:cubicBezTo>
                            <a:pt x="26991" y="-3799"/>
                            <a:pt x="10799" y="6298"/>
                            <a:pt x="3560" y="23348"/>
                          </a:cubicBezTo>
                          <a:cubicBezTo>
                            <a:pt x="-3679" y="40492"/>
                            <a:pt x="416" y="59066"/>
                            <a:pt x="13180" y="65162"/>
                          </a:cubicBezTo>
                          <a:cubicBezTo>
                            <a:pt x="25562" y="71068"/>
                            <a:pt x="41755" y="62495"/>
                            <a:pt x="49946" y="45827"/>
                          </a:cubicBezTo>
                          <a:lnTo>
                            <a:pt x="49946" y="9346"/>
                          </a:lnTo>
                          <a:cubicBezTo>
                            <a:pt x="47565" y="5821"/>
                            <a:pt x="44422" y="2869"/>
                            <a:pt x="40421" y="134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9" name="Forme libre : forme 13358">
                      <a:extLst>
                        <a:ext uri="{FF2B5EF4-FFF2-40B4-BE49-F238E27FC236}">
                          <a16:creationId xmlns:a16="http://schemas.microsoft.com/office/drawing/2014/main" id="{993CE708-1FB7-4B2C-9A37-A0F868713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77096" y="1998821"/>
                      <a:ext cx="88023" cy="77446"/>
                    </a:xfrm>
                    <a:custGeom>
                      <a:avLst/>
                      <a:gdLst>
                        <a:gd name="connsiteX0" fmla="*/ 75737 w 88023"/>
                        <a:gd name="connsiteY0" fmla="*/ 6191 h 77446"/>
                        <a:gd name="connsiteX1" fmla="*/ 37922 w 88023"/>
                        <a:gd name="connsiteY1" fmla="*/ 21907 h 77446"/>
                        <a:gd name="connsiteX2" fmla="*/ 13 w 88023"/>
                        <a:gd name="connsiteY2" fmla="*/ 40672 h 77446"/>
                        <a:gd name="connsiteX3" fmla="*/ 34589 w 88023"/>
                        <a:gd name="connsiteY3" fmla="*/ 68389 h 77446"/>
                        <a:gd name="connsiteX4" fmla="*/ 56877 w 88023"/>
                        <a:gd name="connsiteY4" fmla="*/ 77248 h 77446"/>
                        <a:gd name="connsiteX5" fmla="*/ 88024 w 88023"/>
                        <a:gd name="connsiteY5" fmla="*/ 64865 h 77446"/>
                        <a:gd name="connsiteX6" fmla="*/ 88024 w 88023"/>
                        <a:gd name="connsiteY6" fmla="*/ 0 h 77446"/>
                        <a:gd name="connsiteX7" fmla="*/ 75737 w 88023"/>
                        <a:gd name="connsiteY7" fmla="*/ 6191 h 774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8023" h="77446">
                          <a:moveTo>
                            <a:pt x="75737" y="6191"/>
                          </a:moveTo>
                          <a:cubicBezTo>
                            <a:pt x="64307" y="13716"/>
                            <a:pt x="51162" y="18955"/>
                            <a:pt x="37922" y="21907"/>
                          </a:cubicBezTo>
                          <a:cubicBezTo>
                            <a:pt x="26302" y="24384"/>
                            <a:pt x="775" y="25908"/>
                            <a:pt x="13" y="40672"/>
                          </a:cubicBezTo>
                          <a:cubicBezTo>
                            <a:pt x="-654" y="54197"/>
                            <a:pt x="24683" y="62960"/>
                            <a:pt x="34589" y="68389"/>
                          </a:cubicBezTo>
                          <a:cubicBezTo>
                            <a:pt x="41637" y="72295"/>
                            <a:pt x="48876" y="76390"/>
                            <a:pt x="56877" y="77248"/>
                          </a:cubicBezTo>
                          <a:cubicBezTo>
                            <a:pt x="68212" y="78581"/>
                            <a:pt x="79261" y="73057"/>
                            <a:pt x="88024" y="64865"/>
                          </a:cubicBezTo>
                          <a:lnTo>
                            <a:pt x="88024" y="0"/>
                          </a:lnTo>
                          <a:cubicBezTo>
                            <a:pt x="83547" y="1048"/>
                            <a:pt x="79546" y="3715"/>
                            <a:pt x="75737" y="619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0" name="Forme libre : forme 13359">
                      <a:extLst>
                        <a:ext uri="{FF2B5EF4-FFF2-40B4-BE49-F238E27FC236}">
                          <a16:creationId xmlns:a16="http://schemas.microsoft.com/office/drawing/2014/main" id="{44CE4F83-0BF1-4BE1-9EE1-17E62902ED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6431" y="2012160"/>
                      <a:ext cx="18624" cy="32369"/>
                    </a:xfrm>
                    <a:custGeom>
                      <a:avLst/>
                      <a:gdLst>
                        <a:gd name="connsiteX0" fmla="*/ 6489 w 18624"/>
                        <a:gd name="connsiteY0" fmla="*/ 27809 h 32369"/>
                        <a:gd name="connsiteX1" fmla="*/ 10680 w 18624"/>
                        <a:gd name="connsiteY1" fmla="*/ 31714 h 32369"/>
                        <a:gd name="connsiteX2" fmla="*/ 16109 w 18624"/>
                        <a:gd name="connsiteY2" fmla="*/ 31523 h 32369"/>
                        <a:gd name="connsiteX3" fmla="*/ 18110 w 18624"/>
                        <a:gd name="connsiteY3" fmla="*/ 26951 h 32369"/>
                        <a:gd name="connsiteX4" fmla="*/ 18395 w 18624"/>
                        <a:gd name="connsiteY4" fmla="*/ 13807 h 32369"/>
                        <a:gd name="connsiteX5" fmla="*/ 17252 w 18624"/>
                        <a:gd name="connsiteY5" fmla="*/ 8568 h 32369"/>
                        <a:gd name="connsiteX6" fmla="*/ 584 w 18624"/>
                        <a:gd name="connsiteY6" fmla="*/ 4758 h 32369"/>
                        <a:gd name="connsiteX7" fmla="*/ 6489 w 18624"/>
                        <a:gd name="connsiteY7" fmla="*/ 27809 h 323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624" h="32369">
                          <a:moveTo>
                            <a:pt x="6489" y="27809"/>
                          </a:moveTo>
                          <a:cubicBezTo>
                            <a:pt x="7632" y="29333"/>
                            <a:pt x="8966" y="30857"/>
                            <a:pt x="10680" y="31714"/>
                          </a:cubicBezTo>
                          <a:cubicBezTo>
                            <a:pt x="12394" y="32571"/>
                            <a:pt x="14681" y="32666"/>
                            <a:pt x="16109" y="31523"/>
                          </a:cubicBezTo>
                          <a:cubicBezTo>
                            <a:pt x="17443" y="30476"/>
                            <a:pt x="17824" y="28666"/>
                            <a:pt x="18110" y="26951"/>
                          </a:cubicBezTo>
                          <a:cubicBezTo>
                            <a:pt x="18681" y="22570"/>
                            <a:pt x="18777" y="18188"/>
                            <a:pt x="18395" y="13807"/>
                          </a:cubicBezTo>
                          <a:cubicBezTo>
                            <a:pt x="18205" y="11997"/>
                            <a:pt x="18014" y="10187"/>
                            <a:pt x="17252" y="8568"/>
                          </a:cubicBezTo>
                          <a:cubicBezTo>
                            <a:pt x="14109" y="1520"/>
                            <a:pt x="3251" y="-4576"/>
                            <a:pt x="584" y="4758"/>
                          </a:cubicBezTo>
                          <a:cubicBezTo>
                            <a:pt x="-1416" y="11997"/>
                            <a:pt x="2013" y="21713"/>
                            <a:pt x="6489" y="27809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1" name="Forme libre : forme 13360">
                      <a:extLst>
                        <a:ext uri="{FF2B5EF4-FFF2-40B4-BE49-F238E27FC236}">
                          <a16:creationId xmlns:a16="http://schemas.microsoft.com/office/drawing/2014/main" id="{7737C689-C6C8-4AA6-952D-D76D768ECD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57492" y="2011013"/>
                      <a:ext cx="26379" cy="62769"/>
                    </a:xfrm>
                    <a:custGeom>
                      <a:avLst/>
                      <a:gdLst>
                        <a:gd name="connsiteX0" fmla="*/ 2948 w 26379"/>
                        <a:gd name="connsiteY0" fmla="*/ 0 h 62769"/>
                        <a:gd name="connsiteX1" fmla="*/ 1234 w 26379"/>
                        <a:gd name="connsiteY1" fmla="*/ 6096 h 62769"/>
                        <a:gd name="connsiteX2" fmla="*/ 186 w 26379"/>
                        <a:gd name="connsiteY2" fmla="*/ 21241 h 62769"/>
                        <a:gd name="connsiteX3" fmla="*/ 26380 w 26379"/>
                        <a:gd name="connsiteY3" fmla="*/ 62770 h 62769"/>
                        <a:gd name="connsiteX4" fmla="*/ 11521 w 26379"/>
                        <a:gd name="connsiteY4" fmla="*/ 44482 h 62769"/>
                        <a:gd name="connsiteX5" fmla="*/ 3139 w 26379"/>
                        <a:gd name="connsiteY5" fmla="*/ 24670 h 62769"/>
                        <a:gd name="connsiteX6" fmla="*/ 2948 w 26379"/>
                        <a:gd name="connsiteY6" fmla="*/ 0 h 62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379" h="62769">
                          <a:moveTo>
                            <a:pt x="2948" y="0"/>
                          </a:moveTo>
                          <a:cubicBezTo>
                            <a:pt x="2948" y="0"/>
                            <a:pt x="1996" y="2286"/>
                            <a:pt x="1234" y="6096"/>
                          </a:cubicBezTo>
                          <a:cubicBezTo>
                            <a:pt x="472" y="10001"/>
                            <a:pt x="-385" y="15145"/>
                            <a:pt x="186" y="21241"/>
                          </a:cubicBezTo>
                          <a:cubicBezTo>
                            <a:pt x="1329" y="33528"/>
                            <a:pt x="6663" y="48863"/>
                            <a:pt x="26380" y="62770"/>
                          </a:cubicBezTo>
                          <a:cubicBezTo>
                            <a:pt x="26380" y="62770"/>
                            <a:pt x="18379" y="55721"/>
                            <a:pt x="11521" y="44482"/>
                          </a:cubicBezTo>
                          <a:cubicBezTo>
                            <a:pt x="8187" y="38862"/>
                            <a:pt x="4949" y="32194"/>
                            <a:pt x="3139" y="24670"/>
                          </a:cubicBezTo>
                          <a:cubicBezTo>
                            <a:pt x="1234" y="17145"/>
                            <a:pt x="948" y="9049"/>
                            <a:pt x="294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2" name="Forme libre : forme 13361">
                      <a:extLst>
                        <a:ext uri="{FF2B5EF4-FFF2-40B4-BE49-F238E27FC236}">
                          <a16:creationId xmlns:a16="http://schemas.microsoft.com/office/drawing/2014/main" id="{6F037147-D021-4868-BF0E-F0A33B9996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17009" y="1985834"/>
                      <a:ext cx="22018" cy="22367"/>
                    </a:xfrm>
                    <a:custGeom>
                      <a:avLst/>
                      <a:gdLst>
                        <a:gd name="connsiteX0" fmla="*/ 20011 w 22018"/>
                        <a:gd name="connsiteY0" fmla="*/ 1367 h 22367"/>
                        <a:gd name="connsiteX1" fmla="*/ 17249 w 22018"/>
                        <a:gd name="connsiteY1" fmla="*/ 16702 h 22367"/>
                        <a:gd name="connsiteX2" fmla="*/ 1914 w 22018"/>
                        <a:gd name="connsiteY2" fmla="*/ 20893 h 22367"/>
                        <a:gd name="connsiteX3" fmla="*/ 4676 w 22018"/>
                        <a:gd name="connsiteY3" fmla="*/ 5748 h 22367"/>
                        <a:gd name="connsiteX4" fmla="*/ 20011 w 22018"/>
                        <a:gd name="connsiteY4" fmla="*/ 1367 h 22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018" h="22367">
                          <a:moveTo>
                            <a:pt x="20011" y="1367"/>
                          </a:moveTo>
                          <a:cubicBezTo>
                            <a:pt x="23536" y="4319"/>
                            <a:pt x="22297" y="11273"/>
                            <a:pt x="17249" y="16702"/>
                          </a:cubicBezTo>
                          <a:cubicBezTo>
                            <a:pt x="12296" y="22131"/>
                            <a:pt x="5248" y="23941"/>
                            <a:pt x="1914" y="20893"/>
                          </a:cubicBezTo>
                          <a:cubicBezTo>
                            <a:pt x="-1515" y="17845"/>
                            <a:pt x="-182" y="11177"/>
                            <a:pt x="4676" y="5748"/>
                          </a:cubicBezTo>
                          <a:cubicBezTo>
                            <a:pt x="9629" y="414"/>
                            <a:pt x="16487" y="-1586"/>
                            <a:pt x="20011" y="1367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3" name="Forme libre : forme 13362">
                      <a:extLst>
                        <a:ext uri="{FF2B5EF4-FFF2-40B4-BE49-F238E27FC236}">
                          <a16:creationId xmlns:a16="http://schemas.microsoft.com/office/drawing/2014/main" id="{2C3C55BD-4AAE-431D-B020-5D56AC088A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31328" y="1982636"/>
                      <a:ext cx="7384" cy="7128"/>
                    </a:xfrm>
                    <a:custGeom>
                      <a:avLst/>
                      <a:gdLst>
                        <a:gd name="connsiteX0" fmla="*/ 5025 w 7384"/>
                        <a:gd name="connsiteY0" fmla="*/ 278 h 7128"/>
                        <a:gd name="connsiteX1" fmla="*/ 7121 w 7384"/>
                        <a:gd name="connsiteY1" fmla="*/ 4946 h 7128"/>
                        <a:gd name="connsiteX2" fmla="*/ 2359 w 7384"/>
                        <a:gd name="connsiteY2" fmla="*/ 6851 h 7128"/>
                        <a:gd name="connsiteX3" fmla="*/ 263 w 7384"/>
                        <a:gd name="connsiteY3" fmla="*/ 2183 h 7128"/>
                        <a:gd name="connsiteX4" fmla="*/ 5025 w 7384"/>
                        <a:gd name="connsiteY4" fmla="*/ 278 h 7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84" h="7128">
                          <a:moveTo>
                            <a:pt x="5025" y="278"/>
                          </a:moveTo>
                          <a:cubicBezTo>
                            <a:pt x="6930" y="1040"/>
                            <a:pt x="7883" y="3136"/>
                            <a:pt x="7121" y="4946"/>
                          </a:cubicBezTo>
                          <a:cubicBezTo>
                            <a:pt x="6359" y="6755"/>
                            <a:pt x="4264" y="7613"/>
                            <a:pt x="2359" y="6851"/>
                          </a:cubicBezTo>
                          <a:cubicBezTo>
                            <a:pt x="454" y="6089"/>
                            <a:pt x="-499" y="3993"/>
                            <a:pt x="263" y="2183"/>
                          </a:cubicBezTo>
                          <a:cubicBezTo>
                            <a:pt x="1025" y="374"/>
                            <a:pt x="3121" y="-484"/>
                            <a:pt x="5025" y="2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4" name="Forme libre : forme 13363">
                      <a:extLst>
                        <a:ext uri="{FF2B5EF4-FFF2-40B4-BE49-F238E27FC236}">
                          <a16:creationId xmlns:a16="http://schemas.microsoft.com/office/drawing/2014/main" id="{B0F70C00-0D69-4EFB-9D26-7507FA8B68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0877" y="1948877"/>
                      <a:ext cx="78117" cy="44263"/>
                    </a:xfrm>
                    <a:custGeom>
                      <a:avLst/>
                      <a:gdLst>
                        <a:gd name="connsiteX0" fmla="*/ 70431 w 78117"/>
                        <a:gd name="connsiteY0" fmla="*/ 6701 h 44263"/>
                        <a:gd name="connsiteX1" fmla="*/ 38236 w 78117"/>
                        <a:gd name="connsiteY1" fmla="*/ 33 h 44263"/>
                        <a:gd name="connsiteX2" fmla="*/ 15472 w 78117"/>
                        <a:gd name="connsiteY2" fmla="*/ 7367 h 44263"/>
                        <a:gd name="connsiteX3" fmla="*/ 2042 w 78117"/>
                        <a:gd name="connsiteY3" fmla="*/ 42038 h 44263"/>
                        <a:gd name="connsiteX4" fmla="*/ 35665 w 78117"/>
                        <a:gd name="connsiteY4" fmla="*/ 23465 h 44263"/>
                        <a:gd name="connsiteX5" fmla="*/ 69288 w 78117"/>
                        <a:gd name="connsiteY5" fmla="*/ 19940 h 44263"/>
                        <a:gd name="connsiteX6" fmla="*/ 78052 w 78117"/>
                        <a:gd name="connsiteY6" fmla="*/ 14987 h 44263"/>
                        <a:gd name="connsiteX7" fmla="*/ 70431 w 78117"/>
                        <a:gd name="connsiteY7" fmla="*/ 6701 h 44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8117" h="44263">
                          <a:moveTo>
                            <a:pt x="70431" y="6701"/>
                          </a:moveTo>
                          <a:cubicBezTo>
                            <a:pt x="60144" y="2605"/>
                            <a:pt x="49190" y="-348"/>
                            <a:pt x="38236" y="33"/>
                          </a:cubicBezTo>
                          <a:cubicBezTo>
                            <a:pt x="30045" y="319"/>
                            <a:pt x="21854" y="2700"/>
                            <a:pt x="15472" y="7367"/>
                          </a:cubicBezTo>
                          <a:cubicBezTo>
                            <a:pt x="8614" y="12606"/>
                            <a:pt x="-5197" y="32609"/>
                            <a:pt x="2042" y="42038"/>
                          </a:cubicBezTo>
                          <a:cubicBezTo>
                            <a:pt x="9376" y="51754"/>
                            <a:pt x="29569" y="26703"/>
                            <a:pt x="35665" y="23465"/>
                          </a:cubicBezTo>
                          <a:cubicBezTo>
                            <a:pt x="45571" y="18512"/>
                            <a:pt x="57858" y="20607"/>
                            <a:pt x="69288" y="19940"/>
                          </a:cubicBezTo>
                          <a:cubicBezTo>
                            <a:pt x="72908" y="19750"/>
                            <a:pt x="77385" y="18512"/>
                            <a:pt x="78052" y="14987"/>
                          </a:cubicBezTo>
                          <a:cubicBezTo>
                            <a:pt x="78718" y="11082"/>
                            <a:pt x="74241" y="8225"/>
                            <a:pt x="70431" y="670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36" name="Graphique 1">
                    <a:extLst>
                      <a:ext uri="{FF2B5EF4-FFF2-40B4-BE49-F238E27FC236}">
                        <a16:creationId xmlns:a16="http://schemas.microsoft.com/office/drawing/2014/main" id="{A830B621-3D34-42BC-AA1F-D4AF179DECF6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82" y="1794714"/>
                    <a:ext cx="63037" cy="153909"/>
                    <a:chOff x="8102082" y="1794714"/>
                    <a:chExt cx="63037" cy="153909"/>
                  </a:xfrm>
                  <a:solidFill>
                    <a:schemeClr val="accent1"/>
                  </a:solidFill>
                </p:grpSpPr>
                <p:sp>
                  <p:nvSpPr>
                    <p:cNvPr id="13344" name="Forme libre : forme 13343">
                      <a:extLst>
                        <a:ext uri="{FF2B5EF4-FFF2-40B4-BE49-F238E27FC236}">
                          <a16:creationId xmlns:a16="http://schemas.microsoft.com/office/drawing/2014/main" id="{04E2B3C6-D640-4B0F-8309-2D8D1A4D95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02082" y="1794714"/>
                      <a:ext cx="62846" cy="153909"/>
                    </a:xfrm>
                    <a:custGeom>
                      <a:avLst/>
                      <a:gdLst>
                        <a:gd name="connsiteX0" fmla="*/ 61895 w 62846"/>
                        <a:gd name="connsiteY0" fmla="*/ 367 h 153909"/>
                        <a:gd name="connsiteX1" fmla="*/ 6745 w 62846"/>
                        <a:gd name="connsiteY1" fmla="*/ 41705 h 153909"/>
                        <a:gd name="connsiteX2" fmla="*/ 173 w 62846"/>
                        <a:gd name="connsiteY2" fmla="*/ 97236 h 153909"/>
                        <a:gd name="connsiteX3" fmla="*/ 268 w 62846"/>
                        <a:gd name="connsiteY3" fmla="*/ 99046 h 153909"/>
                        <a:gd name="connsiteX4" fmla="*/ 1030 w 62846"/>
                        <a:gd name="connsiteY4" fmla="*/ 99236 h 153909"/>
                        <a:gd name="connsiteX5" fmla="*/ 2173 w 62846"/>
                        <a:gd name="connsiteY5" fmla="*/ 99617 h 153909"/>
                        <a:gd name="connsiteX6" fmla="*/ 2554 w 62846"/>
                        <a:gd name="connsiteY6" fmla="*/ 101141 h 153909"/>
                        <a:gd name="connsiteX7" fmla="*/ 2744 w 62846"/>
                        <a:gd name="connsiteY7" fmla="*/ 103332 h 153909"/>
                        <a:gd name="connsiteX8" fmla="*/ 8364 w 62846"/>
                        <a:gd name="connsiteY8" fmla="*/ 120191 h 153909"/>
                        <a:gd name="connsiteX9" fmla="*/ 36939 w 62846"/>
                        <a:gd name="connsiteY9" fmla="*/ 144575 h 153909"/>
                        <a:gd name="connsiteX10" fmla="*/ 62847 w 62846"/>
                        <a:gd name="connsiteY10" fmla="*/ 153910 h 153909"/>
                        <a:gd name="connsiteX11" fmla="*/ 62847 w 62846"/>
                        <a:gd name="connsiteY11" fmla="*/ 557 h 153909"/>
                        <a:gd name="connsiteX12" fmla="*/ 61895 w 62846"/>
                        <a:gd name="connsiteY12" fmla="*/ 367 h 1539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2846" h="153909">
                          <a:moveTo>
                            <a:pt x="61895" y="367"/>
                          </a:moveTo>
                          <a:cubicBezTo>
                            <a:pt x="34653" y="-2872"/>
                            <a:pt x="9793" y="15702"/>
                            <a:pt x="6745" y="41705"/>
                          </a:cubicBezTo>
                          <a:lnTo>
                            <a:pt x="173" y="97236"/>
                          </a:lnTo>
                          <a:cubicBezTo>
                            <a:pt x="-113" y="99522"/>
                            <a:pt x="-18" y="99046"/>
                            <a:pt x="268" y="99046"/>
                          </a:cubicBezTo>
                          <a:lnTo>
                            <a:pt x="1030" y="99236"/>
                          </a:lnTo>
                          <a:cubicBezTo>
                            <a:pt x="1316" y="99331"/>
                            <a:pt x="1696" y="99522"/>
                            <a:pt x="2173" y="99617"/>
                          </a:cubicBezTo>
                          <a:cubicBezTo>
                            <a:pt x="2554" y="99427"/>
                            <a:pt x="2459" y="100570"/>
                            <a:pt x="2554" y="101141"/>
                          </a:cubicBezTo>
                          <a:lnTo>
                            <a:pt x="2744" y="103332"/>
                          </a:lnTo>
                          <a:cubicBezTo>
                            <a:pt x="3506" y="109142"/>
                            <a:pt x="5411" y="114857"/>
                            <a:pt x="8364" y="120191"/>
                          </a:cubicBezTo>
                          <a:cubicBezTo>
                            <a:pt x="14270" y="130859"/>
                            <a:pt x="24081" y="139908"/>
                            <a:pt x="36939" y="144575"/>
                          </a:cubicBezTo>
                          <a:lnTo>
                            <a:pt x="62847" y="153910"/>
                          </a:lnTo>
                          <a:lnTo>
                            <a:pt x="62847" y="557"/>
                          </a:lnTo>
                          <a:lnTo>
                            <a:pt x="61895" y="367"/>
                          </a:ln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5" name="Forme libre : forme 13344">
                      <a:extLst>
                        <a:ext uri="{FF2B5EF4-FFF2-40B4-BE49-F238E27FC236}">
                          <a16:creationId xmlns:a16="http://schemas.microsoft.com/office/drawing/2014/main" id="{C6728423-CA22-4F19-90FC-58C98D31F1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59309" y="1944624"/>
                      <a:ext cx="5810" cy="4000"/>
                    </a:xfrm>
                    <a:custGeom>
                      <a:avLst/>
                      <a:gdLst>
                        <a:gd name="connsiteX0" fmla="*/ 0 w 5810"/>
                        <a:gd name="connsiteY0" fmla="*/ 1905 h 4000"/>
                        <a:gd name="connsiteX1" fmla="*/ 5810 w 5810"/>
                        <a:gd name="connsiteY1" fmla="*/ 4000 h 4000"/>
                        <a:gd name="connsiteX2" fmla="*/ 5810 w 5810"/>
                        <a:gd name="connsiteY2" fmla="*/ 0 h 4000"/>
                        <a:gd name="connsiteX3" fmla="*/ 0 w 5810"/>
                        <a:gd name="connsiteY3" fmla="*/ 1905 h 4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10" h="4000">
                          <a:moveTo>
                            <a:pt x="0" y="1905"/>
                          </a:moveTo>
                          <a:lnTo>
                            <a:pt x="5810" y="4000"/>
                          </a:lnTo>
                          <a:lnTo>
                            <a:pt x="5810" y="0"/>
                          </a:lnTo>
                          <a:cubicBezTo>
                            <a:pt x="3905" y="667"/>
                            <a:pt x="2000" y="1429"/>
                            <a:pt x="0" y="1905"/>
                          </a:cubicBezTo>
                          <a:close/>
                        </a:path>
                      </a:pathLst>
                    </a:custGeom>
                    <a:solidFill>
                      <a:srgbClr val="EA807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6" name="Forme libre : forme 13345">
                      <a:extLst>
                        <a:ext uri="{FF2B5EF4-FFF2-40B4-BE49-F238E27FC236}">
                          <a16:creationId xmlns:a16="http://schemas.microsoft.com/office/drawing/2014/main" id="{BA3889E6-5598-49A0-9A62-C613DB883A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52041" y="1834419"/>
                      <a:ext cx="13078" cy="59054"/>
                    </a:xfrm>
                    <a:custGeom>
                      <a:avLst/>
                      <a:gdLst>
                        <a:gd name="connsiteX0" fmla="*/ 315 w 13078"/>
                        <a:gd name="connsiteY0" fmla="*/ 25241 h 59054"/>
                        <a:gd name="connsiteX1" fmla="*/ 13078 w 13078"/>
                        <a:gd name="connsiteY1" fmla="*/ 59055 h 59054"/>
                        <a:gd name="connsiteX2" fmla="*/ 13078 w 13078"/>
                        <a:gd name="connsiteY2" fmla="*/ 0 h 59054"/>
                        <a:gd name="connsiteX3" fmla="*/ 315 w 13078"/>
                        <a:gd name="connsiteY3" fmla="*/ 25241 h 59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078" h="59054">
                          <a:moveTo>
                            <a:pt x="315" y="25241"/>
                          </a:moveTo>
                          <a:cubicBezTo>
                            <a:pt x="-1400" y="39815"/>
                            <a:pt x="4029" y="52959"/>
                            <a:pt x="13078" y="59055"/>
                          </a:cubicBezTo>
                          <a:lnTo>
                            <a:pt x="13078" y="0"/>
                          </a:lnTo>
                          <a:cubicBezTo>
                            <a:pt x="6506" y="5620"/>
                            <a:pt x="1553" y="14573"/>
                            <a:pt x="315" y="25241"/>
                          </a:cubicBezTo>
                          <a:close/>
                        </a:path>
                      </a:pathLst>
                    </a:custGeom>
                    <a:solidFill>
                      <a:srgbClr val="9653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7" name="Forme libre : forme 13346">
                      <a:extLst>
                        <a:ext uri="{FF2B5EF4-FFF2-40B4-BE49-F238E27FC236}">
                          <a16:creationId xmlns:a16="http://schemas.microsoft.com/office/drawing/2014/main" id="{78449559-203A-4B95-A04A-EC4E887F8F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54451" y="1879377"/>
                      <a:ext cx="10572" cy="14192"/>
                    </a:xfrm>
                    <a:custGeom>
                      <a:avLst/>
                      <a:gdLst>
                        <a:gd name="connsiteX0" fmla="*/ 0 w 10572"/>
                        <a:gd name="connsiteY0" fmla="*/ 0 h 14192"/>
                        <a:gd name="connsiteX1" fmla="*/ 10573 w 10572"/>
                        <a:gd name="connsiteY1" fmla="*/ 14192 h 14192"/>
                        <a:gd name="connsiteX2" fmla="*/ 10573 w 10572"/>
                        <a:gd name="connsiteY2" fmla="*/ 286 h 14192"/>
                        <a:gd name="connsiteX3" fmla="*/ 0 w 10572"/>
                        <a:gd name="connsiteY3" fmla="*/ 0 h 14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572" h="14192">
                          <a:moveTo>
                            <a:pt x="0" y="0"/>
                          </a:moveTo>
                          <a:cubicBezTo>
                            <a:pt x="2286" y="6096"/>
                            <a:pt x="5905" y="11144"/>
                            <a:pt x="10573" y="14192"/>
                          </a:cubicBezTo>
                          <a:lnTo>
                            <a:pt x="10573" y="286"/>
                          </a:lnTo>
                          <a:cubicBezTo>
                            <a:pt x="7048" y="667"/>
                            <a:pt x="3524" y="66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441717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8" name="Forme libre : forme 13347">
                      <a:extLst>
                        <a:ext uri="{FF2B5EF4-FFF2-40B4-BE49-F238E27FC236}">
                          <a16:creationId xmlns:a16="http://schemas.microsoft.com/office/drawing/2014/main" id="{E1A7A9C3-9806-40AD-9EE8-2A297D3DB5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58119" y="1838420"/>
                      <a:ext cx="7000" cy="46291"/>
                    </a:xfrm>
                    <a:custGeom>
                      <a:avLst/>
                      <a:gdLst>
                        <a:gd name="connsiteX0" fmla="*/ 333 w 7000"/>
                        <a:gd name="connsiteY0" fmla="*/ 18479 h 46291"/>
                        <a:gd name="connsiteX1" fmla="*/ 7000 w 7000"/>
                        <a:gd name="connsiteY1" fmla="*/ 46292 h 46291"/>
                        <a:gd name="connsiteX2" fmla="*/ 7000 w 7000"/>
                        <a:gd name="connsiteY2" fmla="*/ 0 h 46291"/>
                        <a:gd name="connsiteX3" fmla="*/ 333 w 7000"/>
                        <a:gd name="connsiteY3" fmla="*/ 18479 h 46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000" h="46291">
                          <a:moveTo>
                            <a:pt x="333" y="18479"/>
                          </a:moveTo>
                          <a:cubicBezTo>
                            <a:pt x="-1000" y="29337"/>
                            <a:pt x="1762" y="39338"/>
                            <a:pt x="7000" y="46292"/>
                          </a:cubicBezTo>
                          <a:lnTo>
                            <a:pt x="7000" y="0"/>
                          </a:lnTo>
                          <a:cubicBezTo>
                            <a:pt x="3572" y="5144"/>
                            <a:pt x="1190" y="11525"/>
                            <a:pt x="333" y="18479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9" name="Forme libre : forme 13348">
                      <a:extLst>
                        <a:ext uri="{FF2B5EF4-FFF2-40B4-BE49-F238E27FC236}">
                          <a16:creationId xmlns:a16="http://schemas.microsoft.com/office/drawing/2014/main" id="{02C0357E-6B83-4DC0-98C6-CD58CEF4C9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31570" y="1879282"/>
                      <a:ext cx="33454" cy="46005"/>
                    </a:xfrm>
                    <a:custGeom>
                      <a:avLst/>
                      <a:gdLst>
                        <a:gd name="connsiteX0" fmla="*/ 30311 w 33454"/>
                        <a:gd name="connsiteY0" fmla="*/ 2000 h 46005"/>
                        <a:gd name="connsiteX1" fmla="*/ 9737 w 33454"/>
                        <a:gd name="connsiteY1" fmla="*/ 14002 h 46005"/>
                        <a:gd name="connsiteX2" fmla="*/ 212 w 33454"/>
                        <a:gd name="connsiteY2" fmla="*/ 25622 h 46005"/>
                        <a:gd name="connsiteX3" fmla="*/ 33454 w 33454"/>
                        <a:gd name="connsiteY3" fmla="*/ 46006 h 46005"/>
                        <a:gd name="connsiteX4" fmla="*/ 33454 w 33454"/>
                        <a:gd name="connsiteY4" fmla="*/ 0 h 46005"/>
                        <a:gd name="connsiteX5" fmla="*/ 30311 w 33454"/>
                        <a:gd name="connsiteY5" fmla="*/ 2000 h 46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454" h="46005">
                          <a:moveTo>
                            <a:pt x="30311" y="2000"/>
                          </a:moveTo>
                          <a:cubicBezTo>
                            <a:pt x="25167" y="4953"/>
                            <a:pt x="16595" y="8858"/>
                            <a:pt x="9737" y="14002"/>
                          </a:cubicBezTo>
                          <a:cubicBezTo>
                            <a:pt x="2593" y="21336"/>
                            <a:pt x="-931" y="19526"/>
                            <a:pt x="212" y="25622"/>
                          </a:cubicBezTo>
                          <a:cubicBezTo>
                            <a:pt x="1450" y="37243"/>
                            <a:pt x="21167" y="42291"/>
                            <a:pt x="33454" y="46006"/>
                          </a:cubicBezTo>
                          <a:lnTo>
                            <a:pt x="33454" y="0"/>
                          </a:lnTo>
                          <a:cubicBezTo>
                            <a:pt x="32406" y="667"/>
                            <a:pt x="31359" y="1333"/>
                            <a:pt x="30311" y="200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0" name="Forme libre : forme 13349">
                      <a:extLst>
                        <a:ext uri="{FF2B5EF4-FFF2-40B4-BE49-F238E27FC236}">
                          <a16:creationId xmlns:a16="http://schemas.microsoft.com/office/drawing/2014/main" id="{983E38A7-CD09-4A41-940A-BE5A0DB5EA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34054" y="1879645"/>
                      <a:ext cx="24087" cy="27598"/>
                    </a:xfrm>
                    <a:custGeom>
                      <a:avLst/>
                      <a:gdLst>
                        <a:gd name="connsiteX0" fmla="*/ 19826 w 24087"/>
                        <a:gd name="connsiteY0" fmla="*/ 9924 h 27598"/>
                        <a:gd name="connsiteX1" fmla="*/ 17063 w 24087"/>
                        <a:gd name="connsiteY1" fmla="*/ 5162 h 27598"/>
                        <a:gd name="connsiteX2" fmla="*/ 13 w 24087"/>
                        <a:gd name="connsiteY2" fmla="*/ 6781 h 27598"/>
                        <a:gd name="connsiteX3" fmla="*/ 4204 w 24087"/>
                        <a:gd name="connsiteY3" fmla="*/ 18402 h 27598"/>
                        <a:gd name="connsiteX4" fmla="*/ 13063 w 24087"/>
                        <a:gd name="connsiteY4" fmla="*/ 24879 h 27598"/>
                        <a:gd name="connsiteX5" fmla="*/ 18111 w 24087"/>
                        <a:gd name="connsiteY5" fmla="*/ 27355 h 27598"/>
                        <a:gd name="connsiteX6" fmla="*/ 23445 w 24087"/>
                        <a:gd name="connsiteY6" fmla="*/ 26498 h 27598"/>
                        <a:gd name="connsiteX7" fmla="*/ 23731 w 24087"/>
                        <a:gd name="connsiteY7" fmla="*/ 22402 h 27598"/>
                        <a:gd name="connsiteX8" fmla="*/ 19826 w 24087"/>
                        <a:gd name="connsiteY8" fmla="*/ 9924 h 27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087" h="27598">
                          <a:moveTo>
                            <a:pt x="19826" y="9924"/>
                          </a:moveTo>
                          <a:cubicBezTo>
                            <a:pt x="19063" y="8210"/>
                            <a:pt x="18302" y="6495"/>
                            <a:pt x="17063" y="5162"/>
                          </a:cubicBezTo>
                          <a:cubicBezTo>
                            <a:pt x="11920" y="-648"/>
                            <a:pt x="-463" y="-3315"/>
                            <a:pt x="13" y="6781"/>
                          </a:cubicBezTo>
                          <a:cubicBezTo>
                            <a:pt x="204" y="10686"/>
                            <a:pt x="1823" y="14782"/>
                            <a:pt x="4204" y="18402"/>
                          </a:cubicBezTo>
                          <a:cubicBezTo>
                            <a:pt x="6681" y="20497"/>
                            <a:pt x="10205" y="22878"/>
                            <a:pt x="13063" y="24879"/>
                          </a:cubicBezTo>
                          <a:cubicBezTo>
                            <a:pt x="14587" y="25831"/>
                            <a:pt x="16206" y="26879"/>
                            <a:pt x="18111" y="27355"/>
                          </a:cubicBezTo>
                          <a:cubicBezTo>
                            <a:pt x="20016" y="27831"/>
                            <a:pt x="22207" y="27641"/>
                            <a:pt x="23445" y="26498"/>
                          </a:cubicBezTo>
                          <a:cubicBezTo>
                            <a:pt x="24397" y="25355"/>
                            <a:pt x="24112" y="23736"/>
                            <a:pt x="23731" y="22402"/>
                          </a:cubicBezTo>
                          <a:cubicBezTo>
                            <a:pt x="22778" y="18687"/>
                            <a:pt x="21540" y="13925"/>
                            <a:pt x="19826" y="992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1" name="Forme libre : forme 13350">
                      <a:extLst>
                        <a:ext uri="{FF2B5EF4-FFF2-40B4-BE49-F238E27FC236}">
                          <a16:creationId xmlns:a16="http://schemas.microsoft.com/office/drawing/2014/main" id="{894AF06D-1A77-4697-93B3-4F4DC9C37F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06541" y="1889569"/>
                      <a:ext cx="37337" cy="48767"/>
                    </a:xfrm>
                    <a:custGeom>
                      <a:avLst/>
                      <a:gdLst>
                        <a:gd name="connsiteX0" fmla="*/ 95 w 37337"/>
                        <a:gd name="connsiteY0" fmla="*/ 0 h 48767"/>
                        <a:gd name="connsiteX1" fmla="*/ 0 w 37337"/>
                        <a:gd name="connsiteY1" fmla="*/ 1905 h 48767"/>
                        <a:gd name="connsiteX2" fmla="*/ 476 w 37337"/>
                        <a:gd name="connsiteY2" fmla="*/ 5048 h 48767"/>
                        <a:gd name="connsiteX3" fmla="*/ 2381 w 37337"/>
                        <a:gd name="connsiteY3" fmla="*/ 6096 h 48767"/>
                        <a:gd name="connsiteX4" fmla="*/ 3810 w 37337"/>
                        <a:gd name="connsiteY4" fmla="*/ 7048 h 48767"/>
                        <a:gd name="connsiteX5" fmla="*/ 4667 w 37337"/>
                        <a:gd name="connsiteY5" fmla="*/ 11430 h 48767"/>
                        <a:gd name="connsiteX6" fmla="*/ 37338 w 37337"/>
                        <a:gd name="connsiteY6" fmla="*/ 48768 h 48767"/>
                        <a:gd name="connsiteX7" fmla="*/ 19526 w 37337"/>
                        <a:gd name="connsiteY7" fmla="*/ 32956 h 48767"/>
                        <a:gd name="connsiteX8" fmla="*/ 8096 w 37337"/>
                        <a:gd name="connsiteY8" fmla="*/ 14383 h 48767"/>
                        <a:gd name="connsiteX9" fmla="*/ 6191 w 37337"/>
                        <a:gd name="connsiteY9" fmla="*/ 8763 h 48767"/>
                        <a:gd name="connsiteX10" fmla="*/ 5715 w 37337"/>
                        <a:gd name="connsiteY10" fmla="*/ 7525 h 48767"/>
                        <a:gd name="connsiteX11" fmla="*/ 4953 w 37337"/>
                        <a:gd name="connsiteY11" fmla="*/ 7144 h 48767"/>
                        <a:gd name="connsiteX12" fmla="*/ 3619 w 37337"/>
                        <a:gd name="connsiteY12" fmla="*/ 6382 h 48767"/>
                        <a:gd name="connsiteX13" fmla="*/ 95 w 37337"/>
                        <a:gd name="connsiteY13" fmla="*/ 0 h 48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37337" h="48767">
                          <a:moveTo>
                            <a:pt x="95" y="0"/>
                          </a:moveTo>
                          <a:cubicBezTo>
                            <a:pt x="95" y="0"/>
                            <a:pt x="95" y="667"/>
                            <a:pt x="0" y="1905"/>
                          </a:cubicBezTo>
                          <a:cubicBezTo>
                            <a:pt x="0" y="2953"/>
                            <a:pt x="0" y="5525"/>
                            <a:pt x="476" y="5048"/>
                          </a:cubicBezTo>
                          <a:cubicBezTo>
                            <a:pt x="952" y="5239"/>
                            <a:pt x="1619" y="5620"/>
                            <a:pt x="2381" y="6096"/>
                          </a:cubicBezTo>
                          <a:cubicBezTo>
                            <a:pt x="2762" y="6382"/>
                            <a:pt x="3334" y="6477"/>
                            <a:pt x="3810" y="7048"/>
                          </a:cubicBezTo>
                          <a:cubicBezTo>
                            <a:pt x="4000" y="8382"/>
                            <a:pt x="4286" y="9906"/>
                            <a:pt x="4667" y="11430"/>
                          </a:cubicBezTo>
                          <a:cubicBezTo>
                            <a:pt x="7525" y="23431"/>
                            <a:pt x="15430" y="38386"/>
                            <a:pt x="37338" y="48768"/>
                          </a:cubicBezTo>
                          <a:cubicBezTo>
                            <a:pt x="37338" y="48768"/>
                            <a:pt x="28194" y="43148"/>
                            <a:pt x="19526" y="32956"/>
                          </a:cubicBezTo>
                          <a:cubicBezTo>
                            <a:pt x="15144" y="27908"/>
                            <a:pt x="11049" y="21622"/>
                            <a:pt x="8096" y="14383"/>
                          </a:cubicBezTo>
                          <a:cubicBezTo>
                            <a:pt x="7334" y="12573"/>
                            <a:pt x="6762" y="10668"/>
                            <a:pt x="6191" y="8763"/>
                          </a:cubicBezTo>
                          <a:cubicBezTo>
                            <a:pt x="6000" y="8382"/>
                            <a:pt x="5905" y="7715"/>
                            <a:pt x="5715" y="7525"/>
                          </a:cubicBezTo>
                          <a:lnTo>
                            <a:pt x="4953" y="7144"/>
                          </a:lnTo>
                          <a:lnTo>
                            <a:pt x="3619" y="6382"/>
                          </a:lnTo>
                          <a:cubicBezTo>
                            <a:pt x="2095" y="4763"/>
                            <a:pt x="190" y="6763"/>
                            <a:pt x="95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2" name="Forme libre : forme 13351">
                      <a:extLst>
                        <a:ext uri="{FF2B5EF4-FFF2-40B4-BE49-F238E27FC236}">
                          <a16:creationId xmlns:a16="http://schemas.microsoft.com/office/drawing/2014/main" id="{BE36F7DC-1563-437C-BECE-AF3784DAE2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57856" y="1844801"/>
                      <a:ext cx="7167" cy="22190"/>
                    </a:xfrm>
                    <a:custGeom>
                      <a:avLst/>
                      <a:gdLst>
                        <a:gd name="connsiteX0" fmla="*/ 2120 w 7167"/>
                        <a:gd name="connsiteY0" fmla="*/ 6191 h 22190"/>
                        <a:gd name="connsiteX1" fmla="*/ 3643 w 7167"/>
                        <a:gd name="connsiteY1" fmla="*/ 21717 h 22190"/>
                        <a:gd name="connsiteX2" fmla="*/ 7168 w 7167"/>
                        <a:gd name="connsiteY2" fmla="*/ 22098 h 22190"/>
                        <a:gd name="connsiteX3" fmla="*/ 7168 w 7167"/>
                        <a:gd name="connsiteY3" fmla="*/ 0 h 22190"/>
                        <a:gd name="connsiteX4" fmla="*/ 2120 w 7167"/>
                        <a:gd name="connsiteY4" fmla="*/ 6191 h 22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67" h="22190">
                          <a:moveTo>
                            <a:pt x="2120" y="6191"/>
                          </a:moveTo>
                          <a:cubicBezTo>
                            <a:pt x="-1214" y="12764"/>
                            <a:pt x="-548" y="19812"/>
                            <a:pt x="3643" y="21717"/>
                          </a:cubicBezTo>
                          <a:cubicBezTo>
                            <a:pt x="4691" y="22193"/>
                            <a:pt x="5929" y="22289"/>
                            <a:pt x="7168" y="22098"/>
                          </a:cubicBezTo>
                          <a:lnTo>
                            <a:pt x="7168" y="0"/>
                          </a:lnTo>
                          <a:cubicBezTo>
                            <a:pt x="5262" y="1524"/>
                            <a:pt x="3453" y="3524"/>
                            <a:pt x="2120" y="6191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3" name="Forme libre : forme 13352">
                      <a:extLst>
                        <a:ext uri="{FF2B5EF4-FFF2-40B4-BE49-F238E27FC236}">
                          <a16:creationId xmlns:a16="http://schemas.microsoft.com/office/drawing/2014/main" id="{7B5280BA-F6DB-44FD-B535-E947EE9A99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17745" y="1807178"/>
                      <a:ext cx="47279" cy="55628"/>
                    </a:xfrm>
                    <a:custGeom>
                      <a:avLst/>
                      <a:gdLst>
                        <a:gd name="connsiteX0" fmla="*/ 28896 w 47279"/>
                        <a:gd name="connsiteY0" fmla="*/ 2286 h 55628"/>
                        <a:gd name="connsiteX1" fmla="*/ 8418 w 47279"/>
                        <a:gd name="connsiteY1" fmla="*/ 15526 h 55628"/>
                        <a:gd name="connsiteX2" fmla="*/ 4512 w 47279"/>
                        <a:gd name="connsiteY2" fmla="*/ 54483 h 55628"/>
                        <a:gd name="connsiteX3" fmla="*/ 32040 w 47279"/>
                        <a:gd name="connsiteY3" fmla="*/ 26289 h 55628"/>
                        <a:gd name="connsiteX4" fmla="*/ 47280 w 47279"/>
                        <a:gd name="connsiteY4" fmla="*/ 18669 h 55628"/>
                        <a:gd name="connsiteX5" fmla="*/ 47280 w 47279"/>
                        <a:gd name="connsiteY5" fmla="*/ 0 h 55628"/>
                        <a:gd name="connsiteX6" fmla="*/ 28896 w 47279"/>
                        <a:gd name="connsiteY6" fmla="*/ 2286 h 55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279" h="55628">
                          <a:moveTo>
                            <a:pt x="28896" y="2286"/>
                          </a:moveTo>
                          <a:cubicBezTo>
                            <a:pt x="20896" y="4572"/>
                            <a:pt x="13466" y="9049"/>
                            <a:pt x="8418" y="15526"/>
                          </a:cubicBezTo>
                          <a:cubicBezTo>
                            <a:pt x="2989" y="22574"/>
                            <a:pt x="-5203" y="47054"/>
                            <a:pt x="4512" y="54483"/>
                          </a:cubicBezTo>
                          <a:cubicBezTo>
                            <a:pt x="14228" y="61913"/>
                            <a:pt x="26897" y="30956"/>
                            <a:pt x="32040" y="26289"/>
                          </a:cubicBezTo>
                          <a:cubicBezTo>
                            <a:pt x="36326" y="22479"/>
                            <a:pt x="41660" y="20288"/>
                            <a:pt x="47280" y="18669"/>
                          </a:cubicBezTo>
                          <a:lnTo>
                            <a:pt x="47280" y="0"/>
                          </a:lnTo>
                          <a:cubicBezTo>
                            <a:pt x="41089" y="0"/>
                            <a:pt x="34802" y="571"/>
                            <a:pt x="28896" y="228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37" name="Graphique 1">
                    <a:extLst>
                      <a:ext uri="{FF2B5EF4-FFF2-40B4-BE49-F238E27FC236}">
                        <a16:creationId xmlns:a16="http://schemas.microsoft.com/office/drawing/2014/main" id="{8E7542BD-63B3-423C-BC29-848F82D63AE0}"/>
                      </a:ext>
                    </a:extLst>
                  </p:cNvPr>
                  <p:cNvGrpSpPr/>
                  <p:nvPr/>
                </p:nvGrpSpPr>
                <p:grpSpPr>
                  <a:xfrm>
                    <a:off x="8119661" y="1645920"/>
                    <a:ext cx="48792" cy="149256"/>
                    <a:chOff x="8119661" y="1645920"/>
                    <a:chExt cx="48792" cy="149256"/>
                  </a:xfrm>
                  <a:solidFill>
                    <a:schemeClr val="accent1"/>
                  </a:solidFill>
                </p:grpSpPr>
                <p:sp>
                  <p:nvSpPr>
                    <p:cNvPr id="13338" name="Forme libre : forme 13337">
                      <a:extLst>
                        <a:ext uri="{FF2B5EF4-FFF2-40B4-BE49-F238E27FC236}">
                          <a16:creationId xmlns:a16="http://schemas.microsoft.com/office/drawing/2014/main" id="{09C5EEE8-E9B3-4DE1-B9D5-53DB230B62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19661" y="1645920"/>
                      <a:ext cx="45362" cy="149256"/>
                    </a:xfrm>
                    <a:custGeom>
                      <a:avLst/>
                      <a:gdLst>
                        <a:gd name="connsiteX0" fmla="*/ 6882 w 45362"/>
                        <a:gd name="connsiteY0" fmla="*/ 40386 h 149256"/>
                        <a:gd name="connsiteX1" fmla="*/ 310 w 45362"/>
                        <a:gd name="connsiteY1" fmla="*/ 95917 h 149256"/>
                        <a:gd name="connsiteX2" fmla="*/ 44315 w 45362"/>
                        <a:gd name="connsiteY2" fmla="*/ 149162 h 149256"/>
                        <a:gd name="connsiteX3" fmla="*/ 45363 w 45362"/>
                        <a:gd name="connsiteY3" fmla="*/ 149257 h 149256"/>
                        <a:gd name="connsiteX4" fmla="*/ 45363 w 45362"/>
                        <a:gd name="connsiteY4" fmla="*/ 0 h 149256"/>
                        <a:gd name="connsiteX5" fmla="*/ 6882 w 45362"/>
                        <a:gd name="connsiteY5" fmla="*/ 40386 h 149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5362" h="149256">
                          <a:moveTo>
                            <a:pt x="6882" y="40386"/>
                          </a:moveTo>
                          <a:lnTo>
                            <a:pt x="310" y="95917"/>
                          </a:lnTo>
                          <a:cubicBezTo>
                            <a:pt x="-2739" y="121920"/>
                            <a:pt x="17074" y="145828"/>
                            <a:pt x="44315" y="149162"/>
                          </a:cubicBezTo>
                          <a:lnTo>
                            <a:pt x="45363" y="149257"/>
                          </a:lnTo>
                          <a:lnTo>
                            <a:pt x="45363" y="0"/>
                          </a:lnTo>
                          <a:cubicBezTo>
                            <a:pt x="25360" y="4286"/>
                            <a:pt x="9358" y="19907"/>
                            <a:pt x="6882" y="40386"/>
                          </a:cubicBezTo>
                          <a:close/>
                        </a:path>
                      </a:pathLst>
                    </a:custGeom>
                    <a:solidFill>
                      <a:srgbClr val="FC9B8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39" name="Forme libre : forme 13338">
                      <a:extLst>
                        <a:ext uri="{FF2B5EF4-FFF2-40B4-BE49-F238E27FC236}">
                          <a16:creationId xmlns:a16="http://schemas.microsoft.com/office/drawing/2014/main" id="{45185279-957C-48C3-93A3-FAB74CFAAE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9077" y="1739265"/>
                      <a:ext cx="15947" cy="33718"/>
                    </a:xfrm>
                    <a:custGeom>
                      <a:avLst/>
                      <a:gdLst>
                        <a:gd name="connsiteX0" fmla="*/ 517 w 15947"/>
                        <a:gd name="connsiteY0" fmla="*/ 22860 h 33718"/>
                        <a:gd name="connsiteX1" fmla="*/ 15947 w 15947"/>
                        <a:gd name="connsiteY1" fmla="*/ 33718 h 33718"/>
                        <a:gd name="connsiteX2" fmla="*/ 15947 w 15947"/>
                        <a:gd name="connsiteY2" fmla="*/ 0 h 33718"/>
                        <a:gd name="connsiteX3" fmla="*/ 517 w 15947"/>
                        <a:gd name="connsiteY3" fmla="*/ 22860 h 33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5947" h="33718">
                          <a:moveTo>
                            <a:pt x="517" y="22860"/>
                          </a:moveTo>
                          <a:cubicBezTo>
                            <a:pt x="2327" y="28861"/>
                            <a:pt x="8518" y="32004"/>
                            <a:pt x="15947" y="33718"/>
                          </a:cubicBezTo>
                          <a:lnTo>
                            <a:pt x="15947" y="0"/>
                          </a:lnTo>
                          <a:cubicBezTo>
                            <a:pt x="6518" y="5810"/>
                            <a:pt x="-2245" y="13335"/>
                            <a:pt x="517" y="2286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0" name="Forme libre : forme 13339">
                      <a:extLst>
                        <a:ext uri="{FF2B5EF4-FFF2-40B4-BE49-F238E27FC236}">
                          <a16:creationId xmlns:a16="http://schemas.microsoft.com/office/drawing/2014/main" id="{902C66D6-3EA0-40D9-A662-7CD0E17B71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51872" y="1729610"/>
                      <a:ext cx="13152" cy="27561"/>
                    </a:xfrm>
                    <a:custGeom>
                      <a:avLst/>
                      <a:gdLst>
                        <a:gd name="connsiteX0" fmla="*/ 8 w 13152"/>
                        <a:gd name="connsiteY0" fmla="*/ 6797 h 27561"/>
                        <a:gd name="connsiteX1" fmla="*/ 12962 w 13152"/>
                        <a:gd name="connsiteY1" fmla="*/ 27466 h 27561"/>
                        <a:gd name="connsiteX2" fmla="*/ 13152 w 13152"/>
                        <a:gd name="connsiteY2" fmla="*/ 27561 h 27561"/>
                        <a:gd name="connsiteX3" fmla="*/ 13152 w 13152"/>
                        <a:gd name="connsiteY3" fmla="*/ 2129 h 27561"/>
                        <a:gd name="connsiteX4" fmla="*/ 8 w 13152"/>
                        <a:gd name="connsiteY4" fmla="*/ 6797 h 2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52" h="27561">
                          <a:moveTo>
                            <a:pt x="8" y="6797"/>
                          </a:moveTo>
                          <a:cubicBezTo>
                            <a:pt x="294" y="14702"/>
                            <a:pt x="6485" y="22989"/>
                            <a:pt x="12962" y="27466"/>
                          </a:cubicBezTo>
                          <a:cubicBezTo>
                            <a:pt x="13057" y="27466"/>
                            <a:pt x="13057" y="27561"/>
                            <a:pt x="13152" y="27561"/>
                          </a:cubicBezTo>
                          <a:lnTo>
                            <a:pt x="13152" y="2129"/>
                          </a:lnTo>
                          <a:cubicBezTo>
                            <a:pt x="7342" y="-1204"/>
                            <a:pt x="-278" y="-1300"/>
                            <a:pt x="8" y="679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1" name="Forme libre : forme 13340">
                      <a:extLst>
                        <a:ext uri="{FF2B5EF4-FFF2-40B4-BE49-F238E27FC236}">
                          <a16:creationId xmlns:a16="http://schemas.microsoft.com/office/drawing/2014/main" id="{F3DEFF90-F5FB-4849-87CA-5C3E809263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24307" y="1739455"/>
                      <a:ext cx="40717" cy="52482"/>
                    </a:xfrm>
                    <a:custGeom>
                      <a:avLst/>
                      <a:gdLst>
                        <a:gd name="connsiteX0" fmla="*/ 46 w 40717"/>
                        <a:gd name="connsiteY0" fmla="*/ 0 h 52482"/>
                        <a:gd name="connsiteX1" fmla="*/ 40717 w 40717"/>
                        <a:gd name="connsiteY1" fmla="*/ 52483 h 52482"/>
                        <a:gd name="connsiteX2" fmla="*/ 40717 w 40717"/>
                        <a:gd name="connsiteY2" fmla="*/ 52102 h 52482"/>
                        <a:gd name="connsiteX3" fmla="*/ 46 w 40717"/>
                        <a:gd name="connsiteY3" fmla="*/ 0 h 52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717" h="52482">
                          <a:moveTo>
                            <a:pt x="46" y="0"/>
                          </a:moveTo>
                          <a:cubicBezTo>
                            <a:pt x="46" y="0"/>
                            <a:pt x="-3002" y="40672"/>
                            <a:pt x="40717" y="52483"/>
                          </a:cubicBezTo>
                          <a:lnTo>
                            <a:pt x="40717" y="52102"/>
                          </a:lnTo>
                          <a:cubicBezTo>
                            <a:pt x="30907" y="47720"/>
                            <a:pt x="2617" y="32766"/>
                            <a:pt x="46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2" name="Forme libre : forme 13341">
                      <a:extLst>
                        <a:ext uri="{FF2B5EF4-FFF2-40B4-BE49-F238E27FC236}">
                          <a16:creationId xmlns:a16="http://schemas.microsoft.com/office/drawing/2014/main" id="{2195A001-CEFF-4E59-ABA2-476AEEB206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5024" y="1791462"/>
                      <a:ext cx="3429" cy="1345"/>
                    </a:xfrm>
                    <a:custGeom>
                      <a:avLst/>
                      <a:gdLst>
                        <a:gd name="connsiteX0" fmla="*/ 0 w 3429"/>
                        <a:gd name="connsiteY0" fmla="*/ 0 h 1345"/>
                        <a:gd name="connsiteX1" fmla="*/ 0 w 3429"/>
                        <a:gd name="connsiteY1" fmla="*/ 381 h 1345"/>
                        <a:gd name="connsiteX2" fmla="*/ 3429 w 3429"/>
                        <a:gd name="connsiteY2" fmla="*/ 1333 h 1345"/>
                        <a:gd name="connsiteX3" fmla="*/ 0 w 3429"/>
                        <a:gd name="connsiteY3" fmla="*/ 0 h 13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429" h="1345">
                          <a:moveTo>
                            <a:pt x="0" y="0"/>
                          </a:moveTo>
                          <a:lnTo>
                            <a:pt x="0" y="381"/>
                          </a:lnTo>
                          <a:cubicBezTo>
                            <a:pt x="1143" y="667"/>
                            <a:pt x="2191" y="1048"/>
                            <a:pt x="3429" y="1333"/>
                          </a:cubicBezTo>
                          <a:cubicBezTo>
                            <a:pt x="3429" y="1429"/>
                            <a:pt x="2096" y="952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3" name="Forme libre : forme 13342">
                      <a:extLst>
                        <a:ext uri="{FF2B5EF4-FFF2-40B4-BE49-F238E27FC236}">
                          <a16:creationId xmlns:a16="http://schemas.microsoft.com/office/drawing/2014/main" id="{82D963BE-69CD-4035-8CB5-712A634EDA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35493" y="1659254"/>
                      <a:ext cx="29626" cy="53443"/>
                    </a:xfrm>
                    <a:custGeom>
                      <a:avLst/>
                      <a:gdLst>
                        <a:gd name="connsiteX0" fmla="*/ 29055 w 29626"/>
                        <a:gd name="connsiteY0" fmla="*/ 95 h 53443"/>
                        <a:gd name="connsiteX1" fmla="*/ 8482 w 29626"/>
                        <a:gd name="connsiteY1" fmla="*/ 13335 h 53443"/>
                        <a:gd name="connsiteX2" fmla="*/ 4576 w 29626"/>
                        <a:gd name="connsiteY2" fmla="*/ 52292 h 53443"/>
                        <a:gd name="connsiteX3" fmla="*/ 29627 w 29626"/>
                        <a:gd name="connsiteY3" fmla="*/ 27527 h 53443"/>
                        <a:gd name="connsiteX4" fmla="*/ 29627 w 29626"/>
                        <a:gd name="connsiteY4" fmla="*/ 0 h 53443"/>
                        <a:gd name="connsiteX5" fmla="*/ 29055 w 29626"/>
                        <a:gd name="connsiteY5" fmla="*/ 95 h 53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9626" h="53443">
                          <a:moveTo>
                            <a:pt x="29055" y="95"/>
                          </a:moveTo>
                          <a:cubicBezTo>
                            <a:pt x="21055" y="2381"/>
                            <a:pt x="13530" y="6858"/>
                            <a:pt x="8482" y="13335"/>
                          </a:cubicBezTo>
                          <a:cubicBezTo>
                            <a:pt x="2957" y="20383"/>
                            <a:pt x="-5234" y="44863"/>
                            <a:pt x="4576" y="52292"/>
                          </a:cubicBezTo>
                          <a:cubicBezTo>
                            <a:pt x="12958" y="58674"/>
                            <a:pt x="23436" y="36862"/>
                            <a:pt x="29627" y="27527"/>
                          </a:cubicBezTo>
                          <a:lnTo>
                            <a:pt x="29627" y="0"/>
                          </a:lnTo>
                          <a:cubicBezTo>
                            <a:pt x="29341" y="95"/>
                            <a:pt x="29151" y="95"/>
                            <a:pt x="29055" y="9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9530" name="Graphique 1">
                  <a:extLst>
                    <a:ext uri="{FF2B5EF4-FFF2-40B4-BE49-F238E27FC236}">
                      <a16:creationId xmlns:a16="http://schemas.microsoft.com/office/drawing/2014/main" id="{58544039-FF9B-4D96-ACB4-B24692B6BAF8}"/>
                    </a:ext>
                  </a:extLst>
                </p:cNvPr>
                <p:cNvGrpSpPr/>
                <p:nvPr/>
              </p:nvGrpSpPr>
              <p:grpSpPr>
                <a:xfrm>
                  <a:off x="286611" y="1645920"/>
                  <a:ext cx="7880728" cy="3393433"/>
                  <a:chOff x="286611" y="1645920"/>
                  <a:chExt cx="7880728" cy="3393433"/>
                </a:xfrm>
                <a:noFill/>
              </p:grpSpPr>
              <p:sp>
                <p:nvSpPr>
                  <p:cNvPr id="13218" name="Forme libre : forme 13217">
                    <a:extLst>
                      <a:ext uri="{FF2B5EF4-FFF2-40B4-BE49-F238E27FC236}">
                        <a16:creationId xmlns:a16="http://schemas.microsoft.com/office/drawing/2014/main" id="{818EFABC-7C9C-487A-BFA9-5E07F2A83849}"/>
                      </a:ext>
                    </a:extLst>
                  </p:cNvPr>
                  <p:cNvSpPr/>
                  <p:nvPr/>
                </p:nvSpPr>
                <p:spPr>
                  <a:xfrm>
                    <a:off x="286611" y="2977633"/>
                    <a:ext cx="136749" cy="285250"/>
                  </a:xfrm>
                  <a:custGeom>
                    <a:avLst/>
                    <a:gdLst>
                      <a:gd name="connsiteX0" fmla="*/ 122111 w 136749"/>
                      <a:gd name="connsiteY0" fmla="*/ 30266 h 285250"/>
                      <a:gd name="connsiteX1" fmla="*/ 98965 w 136749"/>
                      <a:gd name="connsiteY1" fmla="*/ 9407 h 285250"/>
                      <a:gd name="connsiteX2" fmla="*/ 66770 w 136749"/>
                      <a:gd name="connsiteY2" fmla="*/ 644 h 285250"/>
                      <a:gd name="connsiteX3" fmla="*/ 34195 w 136749"/>
                      <a:gd name="connsiteY3" fmla="*/ 21027 h 285250"/>
                      <a:gd name="connsiteX4" fmla="*/ 0 w 136749"/>
                      <a:gd name="connsiteY4" fmla="*/ 69700 h 285250"/>
                      <a:gd name="connsiteX5" fmla="*/ 0 w 136749"/>
                      <a:gd name="connsiteY5" fmla="*/ 78177 h 285250"/>
                      <a:gd name="connsiteX6" fmla="*/ 0 w 136749"/>
                      <a:gd name="connsiteY6" fmla="*/ 81320 h 285250"/>
                      <a:gd name="connsiteX7" fmla="*/ 0 w 136749"/>
                      <a:gd name="connsiteY7" fmla="*/ 109610 h 285250"/>
                      <a:gd name="connsiteX8" fmla="*/ 0 w 136749"/>
                      <a:gd name="connsiteY8" fmla="*/ 118468 h 285250"/>
                      <a:gd name="connsiteX9" fmla="*/ 0 w 136749"/>
                      <a:gd name="connsiteY9" fmla="*/ 127517 h 285250"/>
                      <a:gd name="connsiteX10" fmla="*/ 10001 w 136749"/>
                      <a:gd name="connsiteY10" fmla="*/ 135899 h 285250"/>
                      <a:gd name="connsiteX11" fmla="*/ 0 w 136749"/>
                      <a:gd name="connsiteY11" fmla="*/ 132470 h 285250"/>
                      <a:gd name="connsiteX12" fmla="*/ 0 w 136749"/>
                      <a:gd name="connsiteY12" fmla="*/ 145995 h 285250"/>
                      <a:gd name="connsiteX13" fmla="*/ 0 w 136749"/>
                      <a:gd name="connsiteY13" fmla="*/ 165712 h 285250"/>
                      <a:gd name="connsiteX14" fmla="*/ 0 w 136749"/>
                      <a:gd name="connsiteY14" fmla="*/ 171713 h 285250"/>
                      <a:gd name="connsiteX15" fmla="*/ 0 w 136749"/>
                      <a:gd name="connsiteY15" fmla="*/ 173332 h 285250"/>
                      <a:gd name="connsiteX16" fmla="*/ 0 w 136749"/>
                      <a:gd name="connsiteY16" fmla="*/ 178570 h 285250"/>
                      <a:gd name="connsiteX17" fmla="*/ 0 w 136749"/>
                      <a:gd name="connsiteY17" fmla="*/ 182666 h 285250"/>
                      <a:gd name="connsiteX18" fmla="*/ 0 w 136749"/>
                      <a:gd name="connsiteY18" fmla="*/ 184667 h 285250"/>
                      <a:gd name="connsiteX19" fmla="*/ 0 w 136749"/>
                      <a:gd name="connsiteY19" fmla="*/ 190763 h 285250"/>
                      <a:gd name="connsiteX20" fmla="*/ 0 w 136749"/>
                      <a:gd name="connsiteY20" fmla="*/ 206288 h 285250"/>
                      <a:gd name="connsiteX21" fmla="*/ 0 w 136749"/>
                      <a:gd name="connsiteY21" fmla="*/ 212956 h 285250"/>
                      <a:gd name="connsiteX22" fmla="*/ 0 w 136749"/>
                      <a:gd name="connsiteY22" fmla="*/ 226767 h 285250"/>
                      <a:gd name="connsiteX23" fmla="*/ 0 w 136749"/>
                      <a:gd name="connsiteY23" fmla="*/ 229720 h 285250"/>
                      <a:gd name="connsiteX24" fmla="*/ 0 w 136749"/>
                      <a:gd name="connsiteY24" fmla="*/ 232101 h 285250"/>
                      <a:gd name="connsiteX25" fmla="*/ 0 w 136749"/>
                      <a:gd name="connsiteY25" fmla="*/ 265058 h 285250"/>
                      <a:gd name="connsiteX26" fmla="*/ 0 w 136749"/>
                      <a:gd name="connsiteY26" fmla="*/ 285251 h 285250"/>
                      <a:gd name="connsiteX27" fmla="*/ 25527 w 136749"/>
                      <a:gd name="connsiteY27" fmla="*/ 262772 h 285250"/>
                      <a:gd name="connsiteX28" fmla="*/ 52959 w 136749"/>
                      <a:gd name="connsiteY28" fmla="*/ 214003 h 285250"/>
                      <a:gd name="connsiteX29" fmla="*/ 56864 w 136749"/>
                      <a:gd name="connsiteY29" fmla="*/ 205241 h 285250"/>
                      <a:gd name="connsiteX30" fmla="*/ 60865 w 136749"/>
                      <a:gd name="connsiteY30" fmla="*/ 192096 h 285250"/>
                      <a:gd name="connsiteX31" fmla="*/ 58483 w 136749"/>
                      <a:gd name="connsiteY31" fmla="*/ 176380 h 285250"/>
                      <a:gd name="connsiteX32" fmla="*/ 38195 w 136749"/>
                      <a:gd name="connsiteY32" fmla="*/ 150948 h 285250"/>
                      <a:gd name="connsiteX33" fmla="*/ 70771 w 136749"/>
                      <a:gd name="connsiteY33" fmla="*/ 153806 h 285250"/>
                      <a:gd name="connsiteX34" fmla="*/ 97441 w 136749"/>
                      <a:gd name="connsiteY34" fmla="*/ 133899 h 285250"/>
                      <a:gd name="connsiteX35" fmla="*/ 126873 w 136749"/>
                      <a:gd name="connsiteY35" fmla="*/ 92274 h 285250"/>
                      <a:gd name="connsiteX36" fmla="*/ 136684 w 136749"/>
                      <a:gd name="connsiteY36" fmla="*/ 60556 h 285250"/>
                      <a:gd name="connsiteX37" fmla="*/ 136684 w 136749"/>
                      <a:gd name="connsiteY37" fmla="*/ 60556 h 285250"/>
                      <a:gd name="connsiteX38" fmla="*/ 136684 w 136749"/>
                      <a:gd name="connsiteY38" fmla="*/ 60556 h 285250"/>
                      <a:gd name="connsiteX39" fmla="*/ 122968 w 136749"/>
                      <a:gd name="connsiteY39" fmla="*/ 30838 h 285250"/>
                      <a:gd name="connsiteX40" fmla="*/ 122111 w 136749"/>
                      <a:gd name="connsiteY40" fmla="*/ 30266 h 285250"/>
                      <a:gd name="connsiteX41" fmla="*/ 122111 w 136749"/>
                      <a:gd name="connsiteY41" fmla="*/ 30266 h 285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136749" h="285250">
                        <a:moveTo>
                          <a:pt x="122111" y="30266"/>
                        </a:moveTo>
                        <a:lnTo>
                          <a:pt x="98965" y="9407"/>
                        </a:lnTo>
                        <a:cubicBezTo>
                          <a:pt x="90392" y="1596"/>
                          <a:pt x="78581" y="-1452"/>
                          <a:pt x="66770" y="644"/>
                        </a:cubicBezTo>
                        <a:cubicBezTo>
                          <a:pt x="54864" y="2644"/>
                          <a:pt x="42863" y="9692"/>
                          <a:pt x="34195" y="21027"/>
                        </a:cubicBezTo>
                        <a:cubicBezTo>
                          <a:pt x="22003" y="36743"/>
                          <a:pt x="10763" y="53031"/>
                          <a:pt x="0" y="69700"/>
                        </a:cubicBezTo>
                        <a:lnTo>
                          <a:pt x="0" y="78177"/>
                        </a:lnTo>
                        <a:lnTo>
                          <a:pt x="0" y="81320"/>
                        </a:lnTo>
                        <a:lnTo>
                          <a:pt x="0" y="109610"/>
                        </a:lnTo>
                        <a:lnTo>
                          <a:pt x="0" y="118468"/>
                        </a:lnTo>
                        <a:lnTo>
                          <a:pt x="0" y="127517"/>
                        </a:lnTo>
                        <a:cubicBezTo>
                          <a:pt x="2857" y="130850"/>
                          <a:pt x="6096" y="133803"/>
                          <a:pt x="10001" y="135899"/>
                        </a:cubicBezTo>
                        <a:cubicBezTo>
                          <a:pt x="6858" y="134184"/>
                          <a:pt x="3429" y="133136"/>
                          <a:pt x="0" y="132470"/>
                        </a:cubicBezTo>
                        <a:lnTo>
                          <a:pt x="0" y="145995"/>
                        </a:lnTo>
                        <a:lnTo>
                          <a:pt x="0" y="165712"/>
                        </a:lnTo>
                        <a:lnTo>
                          <a:pt x="0" y="171713"/>
                        </a:lnTo>
                        <a:lnTo>
                          <a:pt x="0" y="173332"/>
                        </a:lnTo>
                        <a:lnTo>
                          <a:pt x="0" y="178570"/>
                        </a:lnTo>
                        <a:lnTo>
                          <a:pt x="0" y="182666"/>
                        </a:lnTo>
                        <a:lnTo>
                          <a:pt x="0" y="184667"/>
                        </a:lnTo>
                        <a:lnTo>
                          <a:pt x="0" y="190763"/>
                        </a:lnTo>
                        <a:lnTo>
                          <a:pt x="0" y="206288"/>
                        </a:lnTo>
                        <a:lnTo>
                          <a:pt x="0" y="212956"/>
                        </a:lnTo>
                        <a:lnTo>
                          <a:pt x="0" y="226767"/>
                        </a:lnTo>
                        <a:lnTo>
                          <a:pt x="0" y="229720"/>
                        </a:lnTo>
                        <a:lnTo>
                          <a:pt x="0" y="232101"/>
                        </a:lnTo>
                        <a:lnTo>
                          <a:pt x="0" y="265058"/>
                        </a:lnTo>
                        <a:lnTo>
                          <a:pt x="0" y="285251"/>
                        </a:lnTo>
                        <a:cubicBezTo>
                          <a:pt x="10192" y="281250"/>
                          <a:pt x="19431" y="273535"/>
                          <a:pt x="25527" y="262772"/>
                        </a:cubicBezTo>
                        <a:lnTo>
                          <a:pt x="52959" y="214003"/>
                        </a:lnTo>
                        <a:cubicBezTo>
                          <a:pt x="54578" y="211146"/>
                          <a:pt x="55912" y="208193"/>
                          <a:pt x="56864" y="205241"/>
                        </a:cubicBezTo>
                        <a:cubicBezTo>
                          <a:pt x="56959" y="204098"/>
                          <a:pt x="61246" y="194287"/>
                          <a:pt x="60865" y="192096"/>
                        </a:cubicBezTo>
                        <a:cubicBezTo>
                          <a:pt x="60769" y="187048"/>
                          <a:pt x="60103" y="181524"/>
                          <a:pt x="58483" y="176380"/>
                        </a:cubicBezTo>
                        <a:cubicBezTo>
                          <a:pt x="55245" y="165998"/>
                          <a:pt x="48387" y="156473"/>
                          <a:pt x="38195" y="150948"/>
                        </a:cubicBezTo>
                        <a:cubicBezTo>
                          <a:pt x="48482" y="156473"/>
                          <a:pt x="60103" y="156949"/>
                          <a:pt x="70771" y="153806"/>
                        </a:cubicBezTo>
                        <a:cubicBezTo>
                          <a:pt x="81344" y="150662"/>
                          <a:pt x="90964" y="143900"/>
                          <a:pt x="97441" y="133899"/>
                        </a:cubicBezTo>
                        <a:cubicBezTo>
                          <a:pt x="106680" y="119611"/>
                          <a:pt x="116396" y="105704"/>
                          <a:pt x="126873" y="92274"/>
                        </a:cubicBezTo>
                        <a:cubicBezTo>
                          <a:pt x="134112" y="82940"/>
                          <a:pt x="137255" y="71605"/>
                          <a:pt x="136684" y="60556"/>
                        </a:cubicBezTo>
                        <a:lnTo>
                          <a:pt x="136684" y="60556"/>
                        </a:lnTo>
                        <a:lnTo>
                          <a:pt x="136684" y="60556"/>
                        </a:lnTo>
                        <a:cubicBezTo>
                          <a:pt x="135922" y="49412"/>
                          <a:pt x="131636" y="38744"/>
                          <a:pt x="122968" y="30838"/>
                        </a:cubicBezTo>
                        <a:lnTo>
                          <a:pt x="122111" y="30266"/>
                        </a:lnTo>
                        <a:lnTo>
                          <a:pt x="122111" y="30266"/>
                        </a:lnTo>
                        <a:close/>
                      </a:path>
                    </a:pathLst>
                  </a:custGeom>
                  <a:noFill/>
                  <a:ln w="7144" cap="rnd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3219" name="Forme libre : forme 13218">
                    <a:extLst>
                      <a:ext uri="{FF2B5EF4-FFF2-40B4-BE49-F238E27FC236}">
                        <a16:creationId xmlns:a16="http://schemas.microsoft.com/office/drawing/2014/main" id="{587540BA-F56E-4F74-823F-6C864EA10946}"/>
                      </a:ext>
                    </a:extLst>
                  </p:cNvPr>
                  <p:cNvSpPr/>
                  <p:nvPr/>
                </p:nvSpPr>
                <p:spPr>
                  <a:xfrm>
                    <a:off x="371943" y="1645920"/>
                    <a:ext cx="7795397" cy="3393433"/>
                  </a:xfrm>
                  <a:custGeom>
                    <a:avLst/>
                    <a:gdLst>
                      <a:gd name="connsiteX0" fmla="*/ 7793082 w 7795397"/>
                      <a:gd name="connsiteY0" fmla="*/ 145542 h 3393433"/>
                      <a:gd name="connsiteX1" fmla="*/ 7793082 w 7795397"/>
                      <a:gd name="connsiteY1" fmla="*/ 127063 h 3393433"/>
                      <a:gd name="connsiteX2" fmla="*/ 7793082 w 7795397"/>
                      <a:gd name="connsiteY2" fmla="*/ 111157 h 3393433"/>
                      <a:gd name="connsiteX3" fmla="*/ 7793082 w 7795397"/>
                      <a:gd name="connsiteY3" fmla="*/ 93345 h 3393433"/>
                      <a:gd name="connsiteX4" fmla="*/ 7793082 w 7795397"/>
                      <a:gd name="connsiteY4" fmla="*/ 85725 h 3393433"/>
                      <a:gd name="connsiteX5" fmla="*/ 7793082 w 7795397"/>
                      <a:gd name="connsiteY5" fmla="*/ 40862 h 3393433"/>
                      <a:gd name="connsiteX6" fmla="*/ 7793082 w 7795397"/>
                      <a:gd name="connsiteY6" fmla="*/ 13335 h 3393433"/>
                      <a:gd name="connsiteX7" fmla="*/ 7793082 w 7795397"/>
                      <a:gd name="connsiteY7" fmla="*/ 0 h 3393433"/>
                      <a:gd name="connsiteX8" fmla="*/ 7754601 w 7795397"/>
                      <a:gd name="connsiteY8" fmla="*/ 40386 h 3393433"/>
                      <a:gd name="connsiteX9" fmla="*/ 7748029 w 7795397"/>
                      <a:gd name="connsiteY9" fmla="*/ 95917 h 3393433"/>
                      <a:gd name="connsiteX10" fmla="*/ 7792034 w 7795397"/>
                      <a:gd name="connsiteY10" fmla="*/ 149162 h 3393433"/>
                      <a:gd name="connsiteX11" fmla="*/ 7736885 w 7795397"/>
                      <a:gd name="connsiteY11" fmla="*/ 190500 h 3393433"/>
                      <a:gd name="connsiteX12" fmla="*/ 7730312 w 7795397"/>
                      <a:gd name="connsiteY12" fmla="*/ 246031 h 3393433"/>
                      <a:gd name="connsiteX13" fmla="*/ 7730408 w 7795397"/>
                      <a:gd name="connsiteY13" fmla="*/ 247841 h 3393433"/>
                      <a:gd name="connsiteX14" fmla="*/ 7731169 w 7795397"/>
                      <a:gd name="connsiteY14" fmla="*/ 248031 h 3393433"/>
                      <a:gd name="connsiteX15" fmla="*/ 7732312 w 7795397"/>
                      <a:gd name="connsiteY15" fmla="*/ 248412 h 3393433"/>
                      <a:gd name="connsiteX16" fmla="*/ 7732694 w 7795397"/>
                      <a:gd name="connsiteY16" fmla="*/ 249936 h 3393433"/>
                      <a:gd name="connsiteX17" fmla="*/ 7732884 w 7795397"/>
                      <a:gd name="connsiteY17" fmla="*/ 252127 h 3393433"/>
                      <a:gd name="connsiteX18" fmla="*/ 7738504 w 7795397"/>
                      <a:gd name="connsiteY18" fmla="*/ 268986 h 3393433"/>
                      <a:gd name="connsiteX19" fmla="*/ 7767079 w 7795397"/>
                      <a:gd name="connsiteY19" fmla="*/ 293370 h 3393433"/>
                      <a:gd name="connsiteX20" fmla="*/ 7704499 w 7795397"/>
                      <a:gd name="connsiteY20" fmla="*/ 318325 h 3393433"/>
                      <a:gd name="connsiteX21" fmla="*/ 7683640 w 7795397"/>
                      <a:gd name="connsiteY21" fmla="*/ 365760 h 3393433"/>
                      <a:gd name="connsiteX22" fmla="*/ 7679735 w 7795397"/>
                      <a:gd name="connsiteY22" fmla="*/ 382619 h 3393433"/>
                      <a:gd name="connsiteX23" fmla="*/ 7682783 w 7795397"/>
                      <a:gd name="connsiteY23" fmla="*/ 399859 h 3393433"/>
                      <a:gd name="connsiteX24" fmla="*/ 7706881 w 7795397"/>
                      <a:gd name="connsiteY24" fmla="*/ 428244 h 3393433"/>
                      <a:gd name="connsiteX25" fmla="*/ 7670210 w 7795397"/>
                      <a:gd name="connsiteY25" fmla="*/ 421767 h 3393433"/>
                      <a:gd name="connsiteX26" fmla="*/ 7654302 w 7795397"/>
                      <a:gd name="connsiteY26" fmla="*/ 427387 h 3393433"/>
                      <a:gd name="connsiteX27" fmla="*/ 7642491 w 7795397"/>
                      <a:gd name="connsiteY27" fmla="*/ 437769 h 3393433"/>
                      <a:gd name="connsiteX28" fmla="*/ 7636491 w 7795397"/>
                      <a:gd name="connsiteY28" fmla="*/ 445580 h 3393433"/>
                      <a:gd name="connsiteX29" fmla="*/ 7632395 w 7795397"/>
                      <a:gd name="connsiteY29" fmla="*/ 451009 h 3393433"/>
                      <a:gd name="connsiteX30" fmla="*/ 7633062 w 7795397"/>
                      <a:gd name="connsiteY30" fmla="*/ 455390 h 3393433"/>
                      <a:gd name="connsiteX31" fmla="*/ 7631823 w 7795397"/>
                      <a:gd name="connsiteY31" fmla="*/ 468154 h 3393433"/>
                      <a:gd name="connsiteX32" fmla="*/ 7626680 w 7795397"/>
                      <a:gd name="connsiteY32" fmla="*/ 486442 h 3393433"/>
                      <a:gd name="connsiteX33" fmla="*/ 7620489 w 7795397"/>
                      <a:gd name="connsiteY33" fmla="*/ 508159 h 3393433"/>
                      <a:gd name="connsiteX34" fmla="*/ 7626299 w 7795397"/>
                      <a:gd name="connsiteY34" fmla="*/ 466344 h 3393433"/>
                      <a:gd name="connsiteX35" fmla="*/ 7630109 w 7795397"/>
                      <a:gd name="connsiteY35" fmla="*/ 454438 h 3393433"/>
                      <a:gd name="connsiteX36" fmla="*/ 7632395 w 7795397"/>
                      <a:gd name="connsiteY36" fmla="*/ 450913 h 3393433"/>
                      <a:gd name="connsiteX37" fmla="*/ 7629538 w 7795397"/>
                      <a:gd name="connsiteY37" fmla="*/ 445103 h 3393433"/>
                      <a:gd name="connsiteX38" fmla="*/ 7620679 w 7795397"/>
                      <a:gd name="connsiteY38" fmla="*/ 423958 h 3393433"/>
                      <a:gd name="connsiteX39" fmla="*/ 7560481 w 7795397"/>
                      <a:gd name="connsiteY39" fmla="*/ 397192 h 3393433"/>
                      <a:gd name="connsiteX40" fmla="*/ 7595248 w 7795397"/>
                      <a:gd name="connsiteY40" fmla="*/ 339947 h 3393433"/>
                      <a:gd name="connsiteX41" fmla="*/ 7591914 w 7795397"/>
                      <a:gd name="connsiteY41" fmla="*/ 326803 h 3393433"/>
                      <a:gd name="connsiteX42" fmla="*/ 7587151 w 7795397"/>
                      <a:gd name="connsiteY42" fmla="*/ 309753 h 3393433"/>
                      <a:gd name="connsiteX43" fmla="*/ 7572388 w 7795397"/>
                      <a:gd name="connsiteY43" fmla="*/ 272987 h 3393433"/>
                      <a:gd name="connsiteX44" fmla="*/ 7551814 w 7795397"/>
                      <a:gd name="connsiteY44" fmla="*/ 247936 h 3393433"/>
                      <a:gd name="connsiteX45" fmla="*/ 7525143 w 7795397"/>
                      <a:gd name="connsiteY45" fmla="*/ 235172 h 3393433"/>
                      <a:gd name="connsiteX46" fmla="*/ 7502855 w 7795397"/>
                      <a:gd name="connsiteY46" fmla="*/ 238125 h 3393433"/>
                      <a:gd name="connsiteX47" fmla="*/ 7489520 w 7795397"/>
                      <a:gd name="connsiteY47" fmla="*/ 252127 h 3393433"/>
                      <a:gd name="connsiteX48" fmla="*/ 7492568 w 7795397"/>
                      <a:gd name="connsiteY48" fmla="*/ 232791 h 3393433"/>
                      <a:gd name="connsiteX49" fmla="*/ 7481519 w 7795397"/>
                      <a:gd name="connsiteY49" fmla="*/ 212788 h 3393433"/>
                      <a:gd name="connsiteX50" fmla="*/ 7455326 w 7795397"/>
                      <a:gd name="connsiteY50" fmla="*/ 199454 h 3393433"/>
                      <a:gd name="connsiteX51" fmla="*/ 7419225 w 7795397"/>
                      <a:gd name="connsiteY51" fmla="*/ 200692 h 3393433"/>
                      <a:gd name="connsiteX52" fmla="*/ 7406081 w 7795397"/>
                      <a:gd name="connsiteY52" fmla="*/ 204883 h 3393433"/>
                      <a:gd name="connsiteX53" fmla="*/ 7394365 w 7795397"/>
                      <a:gd name="connsiteY53" fmla="*/ 209741 h 3393433"/>
                      <a:gd name="connsiteX54" fmla="*/ 7375506 w 7795397"/>
                      <a:gd name="connsiteY54" fmla="*/ 219742 h 3393433"/>
                      <a:gd name="connsiteX55" fmla="*/ 7344359 w 7795397"/>
                      <a:gd name="connsiteY55" fmla="*/ 242316 h 3393433"/>
                      <a:gd name="connsiteX56" fmla="*/ 7329595 w 7795397"/>
                      <a:gd name="connsiteY56" fmla="*/ 260985 h 3393433"/>
                      <a:gd name="connsiteX57" fmla="*/ 7324452 w 7795397"/>
                      <a:gd name="connsiteY57" fmla="*/ 281273 h 3393433"/>
                      <a:gd name="connsiteX58" fmla="*/ 7339692 w 7795397"/>
                      <a:gd name="connsiteY58" fmla="*/ 315277 h 3393433"/>
                      <a:gd name="connsiteX59" fmla="*/ 7303782 w 7795397"/>
                      <a:gd name="connsiteY59" fmla="*/ 305848 h 3393433"/>
                      <a:gd name="connsiteX60" fmla="*/ 7284828 w 7795397"/>
                      <a:gd name="connsiteY60" fmla="*/ 314611 h 3393433"/>
                      <a:gd name="connsiteX61" fmla="*/ 7268445 w 7795397"/>
                      <a:gd name="connsiteY61" fmla="*/ 333470 h 3393433"/>
                      <a:gd name="connsiteX62" fmla="*/ 7253300 w 7795397"/>
                      <a:gd name="connsiteY62" fmla="*/ 364426 h 3393433"/>
                      <a:gd name="connsiteX63" fmla="*/ 7241394 w 7795397"/>
                      <a:gd name="connsiteY63" fmla="*/ 394716 h 3393433"/>
                      <a:gd name="connsiteX64" fmla="*/ 7238632 w 7795397"/>
                      <a:gd name="connsiteY64" fmla="*/ 415480 h 3393433"/>
                      <a:gd name="connsiteX65" fmla="*/ 7243489 w 7795397"/>
                      <a:gd name="connsiteY65" fmla="*/ 434340 h 3393433"/>
                      <a:gd name="connsiteX66" fmla="*/ 7272064 w 7795397"/>
                      <a:gd name="connsiteY66" fmla="*/ 457676 h 3393433"/>
                      <a:gd name="connsiteX67" fmla="*/ 7235679 w 7795397"/>
                      <a:gd name="connsiteY67" fmla="*/ 463105 h 3393433"/>
                      <a:gd name="connsiteX68" fmla="*/ 7213962 w 7795397"/>
                      <a:gd name="connsiteY68" fmla="*/ 494443 h 3393433"/>
                      <a:gd name="connsiteX69" fmla="*/ 7208056 w 7795397"/>
                      <a:gd name="connsiteY69" fmla="*/ 523208 h 3393433"/>
                      <a:gd name="connsiteX70" fmla="*/ 7202722 w 7795397"/>
                      <a:gd name="connsiteY70" fmla="*/ 551783 h 3393433"/>
                      <a:gd name="connsiteX71" fmla="*/ 7241394 w 7795397"/>
                      <a:gd name="connsiteY71" fmla="*/ 607600 h 3393433"/>
                      <a:gd name="connsiteX72" fmla="*/ 7187387 w 7795397"/>
                      <a:gd name="connsiteY72" fmla="*/ 647891 h 3393433"/>
                      <a:gd name="connsiteX73" fmla="*/ 7179481 w 7795397"/>
                      <a:gd name="connsiteY73" fmla="*/ 703517 h 3393433"/>
                      <a:gd name="connsiteX74" fmla="*/ 7219296 w 7795397"/>
                      <a:gd name="connsiteY74" fmla="*/ 757333 h 3393433"/>
                      <a:gd name="connsiteX75" fmla="*/ 7184435 w 7795397"/>
                      <a:gd name="connsiteY75" fmla="*/ 766096 h 3393433"/>
                      <a:gd name="connsiteX76" fmla="*/ 7165765 w 7795397"/>
                      <a:gd name="connsiteY76" fmla="*/ 796481 h 3393433"/>
                      <a:gd name="connsiteX77" fmla="*/ 7161289 w 7795397"/>
                      <a:gd name="connsiteY77" fmla="*/ 823055 h 3393433"/>
                      <a:gd name="connsiteX78" fmla="*/ 7156336 w 7795397"/>
                      <a:gd name="connsiteY78" fmla="*/ 848963 h 3393433"/>
                      <a:gd name="connsiteX79" fmla="*/ 7156716 w 7795397"/>
                      <a:gd name="connsiteY79" fmla="*/ 862489 h 3393433"/>
                      <a:gd name="connsiteX80" fmla="*/ 7162908 w 7795397"/>
                      <a:gd name="connsiteY80" fmla="*/ 875252 h 3393433"/>
                      <a:gd name="connsiteX81" fmla="*/ 7173671 w 7795397"/>
                      <a:gd name="connsiteY81" fmla="*/ 887730 h 3393433"/>
                      <a:gd name="connsiteX82" fmla="*/ 7188435 w 7795397"/>
                      <a:gd name="connsiteY82" fmla="*/ 898589 h 3393433"/>
                      <a:gd name="connsiteX83" fmla="*/ 7171290 w 7795397"/>
                      <a:gd name="connsiteY83" fmla="*/ 892493 h 3393433"/>
                      <a:gd name="connsiteX84" fmla="*/ 7155669 w 7795397"/>
                      <a:gd name="connsiteY84" fmla="*/ 889540 h 3393433"/>
                      <a:gd name="connsiteX85" fmla="*/ 7144715 w 7795397"/>
                      <a:gd name="connsiteY85" fmla="*/ 886968 h 3393433"/>
                      <a:gd name="connsiteX86" fmla="*/ 7141095 w 7795397"/>
                      <a:gd name="connsiteY86" fmla="*/ 885349 h 3393433"/>
                      <a:gd name="connsiteX87" fmla="*/ 7140905 w 7795397"/>
                      <a:gd name="connsiteY87" fmla="*/ 885349 h 3393433"/>
                      <a:gd name="connsiteX88" fmla="*/ 7135476 w 7795397"/>
                      <a:gd name="connsiteY88" fmla="*/ 884682 h 3393433"/>
                      <a:gd name="connsiteX89" fmla="*/ 7127094 w 7795397"/>
                      <a:gd name="connsiteY89" fmla="*/ 885444 h 3393433"/>
                      <a:gd name="connsiteX90" fmla="*/ 7114711 w 7795397"/>
                      <a:gd name="connsiteY90" fmla="*/ 889921 h 3393433"/>
                      <a:gd name="connsiteX91" fmla="*/ 7100424 w 7795397"/>
                      <a:gd name="connsiteY91" fmla="*/ 897922 h 3393433"/>
                      <a:gd name="connsiteX92" fmla="*/ 7086993 w 7795397"/>
                      <a:gd name="connsiteY92" fmla="*/ 910400 h 3393433"/>
                      <a:gd name="connsiteX93" fmla="*/ 7095852 w 7795397"/>
                      <a:gd name="connsiteY93" fmla="*/ 894398 h 3393433"/>
                      <a:gd name="connsiteX94" fmla="*/ 7099852 w 7795397"/>
                      <a:gd name="connsiteY94" fmla="*/ 878395 h 3393433"/>
                      <a:gd name="connsiteX95" fmla="*/ 7094709 w 7795397"/>
                      <a:gd name="connsiteY95" fmla="*/ 852297 h 3393433"/>
                      <a:gd name="connsiteX96" fmla="*/ 7084707 w 7795397"/>
                      <a:gd name="connsiteY96" fmla="*/ 836485 h 3393433"/>
                      <a:gd name="connsiteX97" fmla="*/ 7077088 w 7795397"/>
                      <a:gd name="connsiteY97" fmla="*/ 819531 h 3393433"/>
                      <a:gd name="connsiteX98" fmla="*/ 7074230 w 7795397"/>
                      <a:gd name="connsiteY98" fmla="*/ 813816 h 3393433"/>
                      <a:gd name="connsiteX99" fmla="*/ 7072134 w 7795397"/>
                      <a:gd name="connsiteY99" fmla="*/ 810863 h 3393433"/>
                      <a:gd name="connsiteX100" fmla="*/ 7069277 w 7795397"/>
                      <a:gd name="connsiteY100" fmla="*/ 806577 h 3393433"/>
                      <a:gd name="connsiteX101" fmla="*/ 7054990 w 7795397"/>
                      <a:gd name="connsiteY101" fmla="*/ 793337 h 3393433"/>
                      <a:gd name="connsiteX102" fmla="*/ 7019366 w 7795397"/>
                      <a:gd name="connsiteY102" fmla="*/ 789432 h 3393433"/>
                      <a:gd name="connsiteX103" fmla="*/ 7044322 w 7795397"/>
                      <a:gd name="connsiteY103" fmla="*/ 763905 h 3393433"/>
                      <a:gd name="connsiteX104" fmla="*/ 7046703 w 7795397"/>
                      <a:gd name="connsiteY104" fmla="*/ 743902 h 3393433"/>
                      <a:gd name="connsiteX105" fmla="*/ 7040131 w 7795397"/>
                      <a:gd name="connsiteY105" fmla="*/ 722281 h 3393433"/>
                      <a:gd name="connsiteX106" fmla="*/ 7021557 w 7795397"/>
                      <a:gd name="connsiteY106" fmla="*/ 691801 h 3393433"/>
                      <a:gd name="connsiteX107" fmla="*/ 7010317 w 7795397"/>
                      <a:gd name="connsiteY107" fmla="*/ 676847 h 3393433"/>
                      <a:gd name="connsiteX108" fmla="*/ 7004316 w 7795397"/>
                      <a:gd name="connsiteY108" fmla="*/ 669512 h 3393433"/>
                      <a:gd name="connsiteX109" fmla="*/ 6997459 w 7795397"/>
                      <a:gd name="connsiteY109" fmla="*/ 662368 h 3393433"/>
                      <a:gd name="connsiteX110" fmla="*/ 6987172 w 7795397"/>
                      <a:gd name="connsiteY110" fmla="*/ 653415 h 3393433"/>
                      <a:gd name="connsiteX111" fmla="*/ 6975456 w 7795397"/>
                      <a:gd name="connsiteY111" fmla="*/ 647129 h 3393433"/>
                      <a:gd name="connsiteX112" fmla="*/ 6951929 w 7795397"/>
                      <a:gd name="connsiteY112" fmla="*/ 642652 h 3393433"/>
                      <a:gd name="connsiteX113" fmla="*/ 6932689 w 7795397"/>
                      <a:gd name="connsiteY113" fmla="*/ 648652 h 3393433"/>
                      <a:gd name="connsiteX114" fmla="*/ 6920973 w 7795397"/>
                      <a:gd name="connsiteY114" fmla="*/ 662654 h 3393433"/>
                      <a:gd name="connsiteX115" fmla="*/ 6923735 w 7795397"/>
                      <a:gd name="connsiteY115" fmla="*/ 644462 h 3393433"/>
                      <a:gd name="connsiteX116" fmla="*/ 6915163 w 7795397"/>
                      <a:gd name="connsiteY116" fmla="*/ 626269 h 3393433"/>
                      <a:gd name="connsiteX117" fmla="*/ 6895541 w 7795397"/>
                      <a:gd name="connsiteY117" fmla="*/ 611696 h 3393433"/>
                      <a:gd name="connsiteX118" fmla="*/ 6868204 w 7795397"/>
                      <a:gd name="connsiteY118" fmla="*/ 605790 h 3393433"/>
                      <a:gd name="connsiteX119" fmla="*/ 6847821 w 7795397"/>
                      <a:gd name="connsiteY119" fmla="*/ 606647 h 3393433"/>
                      <a:gd name="connsiteX120" fmla="*/ 6828485 w 7795397"/>
                      <a:gd name="connsiteY120" fmla="*/ 609505 h 3393433"/>
                      <a:gd name="connsiteX121" fmla="*/ 6817722 w 7795397"/>
                      <a:gd name="connsiteY121" fmla="*/ 612076 h 3393433"/>
                      <a:gd name="connsiteX122" fmla="*/ 6806387 w 7795397"/>
                      <a:gd name="connsiteY122" fmla="*/ 615410 h 3393433"/>
                      <a:gd name="connsiteX123" fmla="*/ 6784765 w 7795397"/>
                      <a:gd name="connsiteY123" fmla="*/ 624650 h 3393433"/>
                      <a:gd name="connsiteX124" fmla="*/ 6761334 w 7795397"/>
                      <a:gd name="connsiteY124" fmla="*/ 644080 h 3393433"/>
                      <a:gd name="connsiteX125" fmla="*/ 6757333 w 7795397"/>
                      <a:gd name="connsiteY125" fmla="*/ 649605 h 3393433"/>
                      <a:gd name="connsiteX126" fmla="*/ 6754667 w 7795397"/>
                      <a:gd name="connsiteY126" fmla="*/ 655415 h 3393433"/>
                      <a:gd name="connsiteX127" fmla="*/ 6751332 w 7795397"/>
                      <a:gd name="connsiteY127" fmla="*/ 666655 h 3393433"/>
                      <a:gd name="connsiteX128" fmla="*/ 6753142 w 7795397"/>
                      <a:gd name="connsiteY128" fmla="*/ 686372 h 3393433"/>
                      <a:gd name="connsiteX129" fmla="*/ 6764286 w 7795397"/>
                      <a:gd name="connsiteY129" fmla="*/ 700754 h 3393433"/>
                      <a:gd name="connsiteX130" fmla="*/ 6747523 w 7795397"/>
                      <a:gd name="connsiteY130" fmla="*/ 693896 h 3393433"/>
                      <a:gd name="connsiteX131" fmla="*/ 6737902 w 7795397"/>
                      <a:gd name="connsiteY131" fmla="*/ 694087 h 3393433"/>
                      <a:gd name="connsiteX132" fmla="*/ 6728473 w 7795397"/>
                      <a:gd name="connsiteY132" fmla="*/ 696754 h 3393433"/>
                      <a:gd name="connsiteX133" fmla="*/ 6710375 w 7795397"/>
                      <a:gd name="connsiteY133" fmla="*/ 709136 h 3393433"/>
                      <a:gd name="connsiteX134" fmla="*/ 6697421 w 7795397"/>
                      <a:gd name="connsiteY134" fmla="*/ 729043 h 3393433"/>
                      <a:gd name="connsiteX135" fmla="*/ 6686372 w 7795397"/>
                      <a:gd name="connsiteY135" fmla="*/ 761047 h 3393433"/>
                      <a:gd name="connsiteX136" fmla="*/ 6678181 w 7795397"/>
                      <a:gd name="connsiteY136" fmla="*/ 792480 h 3393433"/>
                      <a:gd name="connsiteX137" fmla="*/ 6677609 w 7795397"/>
                      <a:gd name="connsiteY137" fmla="*/ 813530 h 3393433"/>
                      <a:gd name="connsiteX138" fmla="*/ 6684372 w 7795397"/>
                      <a:gd name="connsiteY138" fmla="*/ 831533 h 3393433"/>
                      <a:gd name="connsiteX139" fmla="*/ 6713519 w 7795397"/>
                      <a:gd name="connsiteY139" fmla="*/ 850678 h 3393433"/>
                      <a:gd name="connsiteX140" fmla="*/ 6680466 w 7795397"/>
                      <a:gd name="connsiteY140" fmla="*/ 861346 h 3393433"/>
                      <a:gd name="connsiteX141" fmla="*/ 6664179 w 7795397"/>
                      <a:gd name="connsiteY141" fmla="*/ 895921 h 3393433"/>
                      <a:gd name="connsiteX142" fmla="*/ 6662655 w 7795397"/>
                      <a:gd name="connsiteY142" fmla="*/ 925544 h 3393433"/>
                      <a:gd name="connsiteX143" fmla="*/ 6661702 w 7795397"/>
                      <a:gd name="connsiteY143" fmla="*/ 953357 h 3393433"/>
                      <a:gd name="connsiteX144" fmla="*/ 6701898 w 7795397"/>
                      <a:gd name="connsiteY144" fmla="*/ 1001363 h 3393433"/>
                      <a:gd name="connsiteX145" fmla="*/ 6669036 w 7795397"/>
                      <a:gd name="connsiteY145" fmla="*/ 1010412 h 3393433"/>
                      <a:gd name="connsiteX146" fmla="*/ 6651130 w 7795397"/>
                      <a:gd name="connsiteY146" fmla="*/ 1039654 h 3393433"/>
                      <a:gd name="connsiteX147" fmla="*/ 6640652 w 7795397"/>
                      <a:gd name="connsiteY147" fmla="*/ 1091756 h 3393433"/>
                      <a:gd name="connsiteX148" fmla="*/ 6672275 w 7795397"/>
                      <a:gd name="connsiteY148" fmla="*/ 1147191 h 3393433"/>
                      <a:gd name="connsiteX149" fmla="*/ 6617316 w 7795397"/>
                      <a:gd name="connsiteY149" fmla="*/ 1179100 h 3393433"/>
                      <a:gd name="connsiteX150" fmla="*/ 6609220 w 7795397"/>
                      <a:gd name="connsiteY150" fmla="*/ 1204246 h 3393433"/>
                      <a:gd name="connsiteX151" fmla="*/ 6600457 w 7795397"/>
                      <a:gd name="connsiteY151" fmla="*/ 1229011 h 3393433"/>
                      <a:gd name="connsiteX152" fmla="*/ 6600838 w 7795397"/>
                      <a:gd name="connsiteY152" fmla="*/ 1263015 h 3393433"/>
                      <a:gd name="connsiteX153" fmla="*/ 6623888 w 7795397"/>
                      <a:gd name="connsiteY153" fmla="*/ 1287590 h 3393433"/>
                      <a:gd name="connsiteX154" fmla="*/ 6590360 w 7795397"/>
                      <a:gd name="connsiteY154" fmla="*/ 1286923 h 3393433"/>
                      <a:gd name="connsiteX155" fmla="*/ 6575882 w 7795397"/>
                      <a:gd name="connsiteY155" fmla="*/ 1295305 h 3393433"/>
                      <a:gd name="connsiteX156" fmla="*/ 6565310 w 7795397"/>
                      <a:gd name="connsiteY156" fmla="*/ 1308354 h 3393433"/>
                      <a:gd name="connsiteX157" fmla="*/ 6553213 w 7795397"/>
                      <a:gd name="connsiteY157" fmla="*/ 1329404 h 3393433"/>
                      <a:gd name="connsiteX158" fmla="*/ 6540259 w 7795397"/>
                      <a:gd name="connsiteY158" fmla="*/ 1348454 h 3393433"/>
                      <a:gd name="connsiteX159" fmla="*/ 6536448 w 7795397"/>
                      <a:gd name="connsiteY159" fmla="*/ 1355122 h 3393433"/>
                      <a:gd name="connsiteX160" fmla="*/ 6533972 w 7795397"/>
                      <a:gd name="connsiteY160" fmla="*/ 1361885 h 3393433"/>
                      <a:gd name="connsiteX161" fmla="*/ 6533020 w 7795397"/>
                      <a:gd name="connsiteY161" fmla="*/ 1376648 h 3393433"/>
                      <a:gd name="connsiteX162" fmla="*/ 6536830 w 7795397"/>
                      <a:gd name="connsiteY162" fmla="*/ 1392269 h 3393433"/>
                      <a:gd name="connsiteX163" fmla="*/ 6545497 w 7795397"/>
                      <a:gd name="connsiteY163" fmla="*/ 1406843 h 3393433"/>
                      <a:gd name="connsiteX164" fmla="*/ 6532353 w 7795397"/>
                      <a:gd name="connsiteY164" fmla="*/ 1395984 h 3393433"/>
                      <a:gd name="connsiteX165" fmla="*/ 6518256 w 7795397"/>
                      <a:gd name="connsiteY165" fmla="*/ 1389507 h 3393433"/>
                      <a:gd name="connsiteX166" fmla="*/ 6511779 w 7795397"/>
                      <a:gd name="connsiteY166" fmla="*/ 1387411 h 3393433"/>
                      <a:gd name="connsiteX167" fmla="*/ 6506159 w 7795397"/>
                      <a:gd name="connsiteY167" fmla="*/ 1386078 h 3393433"/>
                      <a:gd name="connsiteX168" fmla="*/ 6501587 w 7795397"/>
                      <a:gd name="connsiteY168" fmla="*/ 1385602 h 3393433"/>
                      <a:gd name="connsiteX169" fmla="*/ 6498253 w 7795397"/>
                      <a:gd name="connsiteY169" fmla="*/ 1385792 h 3393433"/>
                      <a:gd name="connsiteX170" fmla="*/ 6490919 w 7795397"/>
                      <a:gd name="connsiteY170" fmla="*/ 1386840 h 3393433"/>
                      <a:gd name="connsiteX171" fmla="*/ 6489966 w 7795397"/>
                      <a:gd name="connsiteY171" fmla="*/ 1386935 h 3393433"/>
                      <a:gd name="connsiteX172" fmla="*/ 6488252 w 7795397"/>
                      <a:gd name="connsiteY172" fmla="*/ 1386650 h 3393433"/>
                      <a:gd name="connsiteX173" fmla="*/ 6484919 w 7795397"/>
                      <a:gd name="connsiteY173" fmla="*/ 1386173 h 3393433"/>
                      <a:gd name="connsiteX174" fmla="*/ 6478346 w 7795397"/>
                      <a:gd name="connsiteY174" fmla="*/ 1384554 h 3393433"/>
                      <a:gd name="connsiteX175" fmla="*/ 6473584 w 7795397"/>
                      <a:gd name="connsiteY175" fmla="*/ 1383697 h 3393433"/>
                      <a:gd name="connsiteX176" fmla="*/ 6468154 w 7795397"/>
                      <a:gd name="connsiteY176" fmla="*/ 1384078 h 3393433"/>
                      <a:gd name="connsiteX177" fmla="*/ 6455391 w 7795397"/>
                      <a:gd name="connsiteY177" fmla="*/ 1387411 h 3393433"/>
                      <a:gd name="connsiteX178" fmla="*/ 6428721 w 7795397"/>
                      <a:gd name="connsiteY178" fmla="*/ 1405509 h 3393433"/>
                      <a:gd name="connsiteX179" fmla="*/ 6436627 w 7795397"/>
                      <a:gd name="connsiteY179" fmla="*/ 1390555 h 3393433"/>
                      <a:gd name="connsiteX180" fmla="*/ 6439484 w 7795397"/>
                      <a:gd name="connsiteY180" fmla="*/ 1374934 h 3393433"/>
                      <a:gd name="connsiteX181" fmla="*/ 6437579 w 7795397"/>
                      <a:gd name="connsiteY181" fmla="*/ 1360265 h 3393433"/>
                      <a:gd name="connsiteX182" fmla="*/ 6430340 w 7795397"/>
                      <a:gd name="connsiteY182" fmla="*/ 1347216 h 3393433"/>
                      <a:gd name="connsiteX183" fmla="*/ 6423006 w 7795397"/>
                      <a:gd name="connsiteY183" fmla="*/ 1338072 h 3393433"/>
                      <a:gd name="connsiteX184" fmla="*/ 6415767 w 7795397"/>
                      <a:gd name="connsiteY184" fmla="*/ 1328357 h 3393433"/>
                      <a:gd name="connsiteX185" fmla="*/ 6401384 w 7795397"/>
                      <a:gd name="connsiteY185" fmla="*/ 1307402 h 3393433"/>
                      <a:gd name="connsiteX186" fmla="*/ 6340615 w 7795397"/>
                      <a:gd name="connsiteY186" fmla="*/ 1290733 h 3393433"/>
                      <a:gd name="connsiteX187" fmla="*/ 6350520 w 7795397"/>
                      <a:gd name="connsiteY187" fmla="*/ 1226915 h 3393433"/>
                      <a:gd name="connsiteX188" fmla="*/ 6313278 w 7795397"/>
                      <a:gd name="connsiteY188" fmla="*/ 1176242 h 3393433"/>
                      <a:gd name="connsiteX189" fmla="*/ 6295847 w 7795397"/>
                      <a:gd name="connsiteY189" fmla="*/ 1161860 h 3393433"/>
                      <a:gd name="connsiteX190" fmla="*/ 6276035 w 7795397"/>
                      <a:gd name="connsiteY190" fmla="*/ 1155383 h 3393433"/>
                      <a:gd name="connsiteX191" fmla="*/ 6244412 w 7795397"/>
                      <a:gd name="connsiteY191" fmla="*/ 1167765 h 3393433"/>
                      <a:gd name="connsiteX192" fmla="*/ 6247270 w 7795397"/>
                      <a:gd name="connsiteY192" fmla="*/ 1133761 h 3393433"/>
                      <a:gd name="connsiteX193" fmla="*/ 6232982 w 7795397"/>
                      <a:gd name="connsiteY193" fmla="*/ 1115854 h 3393433"/>
                      <a:gd name="connsiteX194" fmla="*/ 6208407 w 7795397"/>
                      <a:gd name="connsiteY194" fmla="*/ 1103090 h 3393433"/>
                      <a:gd name="connsiteX195" fmla="*/ 6187548 w 7795397"/>
                      <a:gd name="connsiteY195" fmla="*/ 1098709 h 3393433"/>
                      <a:gd name="connsiteX196" fmla="*/ 6176975 w 7795397"/>
                      <a:gd name="connsiteY196" fmla="*/ 1097566 h 3393433"/>
                      <a:gd name="connsiteX197" fmla="*/ 6167259 w 7795397"/>
                      <a:gd name="connsiteY197" fmla="*/ 1096899 h 3393433"/>
                      <a:gd name="connsiteX198" fmla="*/ 6134017 w 7795397"/>
                      <a:gd name="connsiteY198" fmla="*/ 1097280 h 3393433"/>
                      <a:gd name="connsiteX199" fmla="*/ 6111538 w 7795397"/>
                      <a:gd name="connsiteY199" fmla="*/ 1102614 h 3393433"/>
                      <a:gd name="connsiteX200" fmla="*/ 6094298 w 7795397"/>
                      <a:gd name="connsiteY200" fmla="*/ 1114996 h 3393433"/>
                      <a:gd name="connsiteX201" fmla="*/ 6085440 w 7795397"/>
                      <a:gd name="connsiteY201" fmla="*/ 1130713 h 3393433"/>
                      <a:gd name="connsiteX202" fmla="*/ 6085821 w 7795397"/>
                      <a:gd name="connsiteY202" fmla="*/ 1147572 h 3393433"/>
                      <a:gd name="connsiteX203" fmla="*/ 6060389 w 7795397"/>
                      <a:gd name="connsiteY203" fmla="*/ 1125188 h 3393433"/>
                      <a:gd name="connsiteX204" fmla="*/ 6038958 w 7795397"/>
                      <a:gd name="connsiteY204" fmla="*/ 1125474 h 3393433"/>
                      <a:gd name="connsiteX205" fmla="*/ 6016479 w 7795397"/>
                      <a:gd name="connsiteY205" fmla="*/ 1134809 h 3393433"/>
                      <a:gd name="connsiteX206" fmla="*/ 5988285 w 7795397"/>
                      <a:gd name="connsiteY206" fmla="*/ 1155859 h 3393433"/>
                      <a:gd name="connsiteX207" fmla="*/ 5981713 w 7795397"/>
                      <a:gd name="connsiteY207" fmla="*/ 1161383 h 3393433"/>
                      <a:gd name="connsiteX208" fmla="*/ 5975807 w 7795397"/>
                      <a:gd name="connsiteY208" fmla="*/ 1167003 h 3393433"/>
                      <a:gd name="connsiteX209" fmla="*/ 5964092 w 7795397"/>
                      <a:gd name="connsiteY209" fmla="*/ 1178338 h 3393433"/>
                      <a:gd name="connsiteX210" fmla="*/ 5952280 w 7795397"/>
                      <a:gd name="connsiteY210" fmla="*/ 1195673 h 3393433"/>
                      <a:gd name="connsiteX211" fmla="*/ 5947804 w 7795397"/>
                      <a:gd name="connsiteY211" fmla="*/ 1213866 h 3393433"/>
                      <a:gd name="connsiteX212" fmla="*/ 5960662 w 7795397"/>
                      <a:gd name="connsiteY212" fmla="*/ 1243870 h 3393433"/>
                      <a:gd name="connsiteX213" fmla="*/ 5929039 w 7795397"/>
                      <a:gd name="connsiteY213" fmla="*/ 1236535 h 3393433"/>
                      <a:gd name="connsiteX214" fmla="*/ 5898083 w 7795397"/>
                      <a:gd name="connsiteY214" fmla="*/ 1256538 h 3393433"/>
                      <a:gd name="connsiteX215" fmla="*/ 5880843 w 7795397"/>
                      <a:gd name="connsiteY215" fmla="*/ 1279493 h 3393433"/>
                      <a:gd name="connsiteX216" fmla="*/ 5863984 w 7795397"/>
                      <a:gd name="connsiteY216" fmla="*/ 1302353 h 3393433"/>
                      <a:gd name="connsiteX217" fmla="*/ 5868556 w 7795397"/>
                      <a:gd name="connsiteY217" fmla="*/ 1365028 h 3393433"/>
                      <a:gd name="connsiteX218" fmla="*/ 5807881 w 7795397"/>
                      <a:gd name="connsiteY218" fmla="*/ 1379601 h 3393433"/>
                      <a:gd name="connsiteX219" fmla="*/ 5775115 w 7795397"/>
                      <a:gd name="connsiteY219" fmla="*/ 1424654 h 3393433"/>
                      <a:gd name="connsiteX220" fmla="*/ 5779116 w 7795397"/>
                      <a:gd name="connsiteY220" fmla="*/ 1486757 h 3393433"/>
                      <a:gd name="connsiteX221" fmla="*/ 5748445 w 7795397"/>
                      <a:gd name="connsiteY221" fmla="*/ 1480090 h 3393433"/>
                      <a:gd name="connsiteX222" fmla="*/ 5733205 w 7795397"/>
                      <a:gd name="connsiteY222" fmla="*/ 1485614 h 3393433"/>
                      <a:gd name="connsiteX223" fmla="*/ 5719966 w 7795397"/>
                      <a:gd name="connsiteY223" fmla="*/ 1496187 h 3393433"/>
                      <a:gd name="connsiteX224" fmla="*/ 5711774 w 7795397"/>
                      <a:gd name="connsiteY224" fmla="*/ 1505617 h 3393433"/>
                      <a:gd name="connsiteX225" fmla="*/ 5703106 w 7795397"/>
                      <a:gd name="connsiteY225" fmla="*/ 1514380 h 3393433"/>
                      <a:gd name="connsiteX226" fmla="*/ 5694439 w 7795397"/>
                      <a:gd name="connsiteY226" fmla="*/ 1523143 h 3393433"/>
                      <a:gd name="connsiteX227" fmla="*/ 5685390 w 7795397"/>
                      <a:gd name="connsiteY227" fmla="*/ 1531239 h 3393433"/>
                      <a:gd name="connsiteX228" fmla="*/ 5675294 w 7795397"/>
                      <a:gd name="connsiteY228" fmla="*/ 1544098 h 3393433"/>
                      <a:gd name="connsiteX229" fmla="*/ 5670055 w 7795397"/>
                      <a:gd name="connsiteY229" fmla="*/ 1559052 h 3393433"/>
                      <a:gd name="connsiteX230" fmla="*/ 5669960 w 7795397"/>
                      <a:gd name="connsiteY230" fmla="*/ 1574578 h 3393433"/>
                      <a:gd name="connsiteX231" fmla="*/ 5675770 w 7795397"/>
                      <a:gd name="connsiteY231" fmla="*/ 1589151 h 3393433"/>
                      <a:gd name="connsiteX232" fmla="*/ 5649957 w 7795397"/>
                      <a:gd name="connsiteY232" fmla="*/ 1573149 h 3393433"/>
                      <a:gd name="connsiteX233" fmla="*/ 5634431 w 7795397"/>
                      <a:gd name="connsiteY233" fmla="*/ 1572482 h 3393433"/>
                      <a:gd name="connsiteX234" fmla="*/ 5619382 w 7795397"/>
                      <a:gd name="connsiteY234" fmla="*/ 1576959 h 3393433"/>
                      <a:gd name="connsiteX235" fmla="*/ 5598427 w 7795397"/>
                      <a:gd name="connsiteY235" fmla="*/ 1586293 h 3393433"/>
                      <a:gd name="connsiteX236" fmla="*/ 5576900 w 7795397"/>
                      <a:gd name="connsiteY236" fmla="*/ 1593533 h 3393433"/>
                      <a:gd name="connsiteX237" fmla="*/ 5562993 w 7795397"/>
                      <a:gd name="connsiteY237" fmla="*/ 1600105 h 3393433"/>
                      <a:gd name="connsiteX238" fmla="*/ 5551945 w 7795397"/>
                      <a:gd name="connsiteY238" fmla="*/ 1610487 h 3393433"/>
                      <a:gd name="connsiteX239" fmla="*/ 5542800 w 7795397"/>
                      <a:gd name="connsiteY239" fmla="*/ 1639157 h 3393433"/>
                      <a:gd name="connsiteX240" fmla="*/ 5538038 w 7795397"/>
                      <a:gd name="connsiteY240" fmla="*/ 1624489 h 3393433"/>
                      <a:gd name="connsiteX241" fmla="*/ 5528323 w 7795397"/>
                      <a:gd name="connsiteY241" fmla="*/ 1612868 h 3393433"/>
                      <a:gd name="connsiteX242" fmla="*/ 5515464 w 7795397"/>
                      <a:gd name="connsiteY242" fmla="*/ 1604962 h 3393433"/>
                      <a:gd name="connsiteX243" fmla="*/ 5500319 w 7795397"/>
                      <a:gd name="connsiteY243" fmla="*/ 1601438 h 3393433"/>
                      <a:gd name="connsiteX244" fmla="*/ 5477364 w 7795397"/>
                      <a:gd name="connsiteY244" fmla="*/ 1598867 h 3393433"/>
                      <a:gd name="connsiteX245" fmla="*/ 5454409 w 7795397"/>
                      <a:gd name="connsiteY245" fmla="*/ 1594390 h 3393433"/>
                      <a:gd name="connsiteX246" fmla="*/ 5438407 w 7795397"/>
                      <a:gd name="connsiteY246" fmla="*/ 1593152 h 3393433"/>
                      <a:gd name="connsiteX247" fmla="*/ 5423262 w 7795397"/>
                      <a:gd name="connsiteY247" fmla="*/ 1596771 h 3393433"/>
                      <a:gd name="connsiteX248" fmla="*/ 5401640 w 7795397"/>
                      <a:gd name="connsiteY248" fmla="*/ 1617440 h 3393433"/>
                      <a:gd name="connsiteX249" fmla="*/ 5400021 w 7795397"/>
                      <a:gd name="connsiteY249" fmla="*/ 1587722 h 3393433"/>
                      <a:gd name="connsiteX250" fmla="*/ 5391258 w 7795397"/>
                      <a:gd name="connsiteY250" fmla="*/ 1574768 h 3393433"/>
                      <a:gd name="connsiteX251" fmla="*/ 5378209 w 7795397"/>
                      <a:gd name="connsiteY251" fmla="*/ 1564767 h 3393433"/>
                      <a:gd name="connsiteX252" fmla="*/ 5356968 w 7795397"/>
                      <a:gd name="connsiteY252" fmla="*/ 1552480 h 3393433"/>
                      <a:gd name="connsiteX253" fmla="*/ 5336489 w 7795397"/>
                      <a:gd name="connsiteY253" fmla="*/ 1538764 h 3393433"/>
                      <a:gd name="connsiteX254" fmla="*/ 5306009 w 7795397"/>
                      <a:gd name="connsiteY254" fmla="*/ 1529048 h 3393433"/>
                      <a:gd name="connsiteX255" fmla="*/ 5278672 w 7795397"/>
                      <a:gd name="connsiteY255" fmla="*/ 1540193 h 3393433"/>
                      <a:gd name="connsiteX256" fmla="*/ 5287435 w 7795397"/>
                      <a:gd name="connsiteY256" fmla="*/ 1512189 h 3393433"/>
                      <a:gd name="connsiteX257" fmla="*/ 5283911 w 7795397"/>
                      <a:gd name="connsiteY257" fmla="*/ 1497140 h 3393433"/>
                      <a:gd name="connsiteX258" fmla="*/ 5276196 w 7795397"/>
                      <a:gd name="connsiteY258" fmla="*/ 1484090 h 3393433"/>
                      <a:gd name="connsiteX259" fmla="*/ 5262480 w 7795397"/>
                      <a:gd name="connsiteY259" fmla="*/ 1465421 h 3393433"/>
                      <a:gd name="connsiteX260" fmla="*/ 5249335 w 7795397"/>
                      <a:gd name="connsiteY260" fmla="*/ 1444371 h 3393433"/>
                      <a:gd name="connsiteX261" fmla="*/ 5224570 w 7795397"/>
                      <a:gd name="connsiteY261" fmla="*/ 1421892 h 3393433"/>
                      <a:gd name="connsiteX262" fmla="*/ 5195233 w 7795397"/>
                      <a:gd name="connsiteY262" fmla="*/ 1421511 h 3393433"/>
                      <a:gd name="connsiteX263" fmla="*/ 5206377 w 7795397"/>
                      <a:gd name="connsiteY263" fmla="*/ 1362742 h 3393433"/>
                      <a:gd name="connsiteX264" fmla="*/ 5179136 w 7795397"/>
                      <a:gd name="connsiteY264" fmla="*/ 1311497 h 3393433"/>
                      <a:gd name="connsiteX265" fmla="*/ 5151704 w 7795397"/>
                      <a:gd name="connsiteY265" fmla="*/ 1286066 h 3393433"/>
                      <a:gd name="connsiteX266" fmla="*/ 5122462 w 7795397"/>
                      <a:gd name="connsiteY266" fmla="*/ 1287399 h 3393433"/>
                      <a:gd name="connsiteX267" fmla="*/ 5134940 w 7795397"/>
                      <a:gd name="connsiteY267" fmla="*/ 1260919 h 3393433"/>
                      <a:gd name="connsiteX268" fmla="*/ 5131130 w 7795397"/>
                      <a:gd name="connsiteY268" fmla="*/ 1242917 h 3393433"/>
                      <a:gd name="connsiteX269" fmla="*/ 5120081 w 7795397"/>
                      <a:gd name="connsiteY269" fmla="*/ 1224820 h 3393433"/>
                      <a:gd name="connsiteX270" fmla="*/ 5097602 w 7795397"/>
                      <a:gd name="connsiteY270" fmla="*/ 1201198 h 3393433"/>
                      <a:gd name="connsiteX271" fmla="*/ 5085315 w 7795397"/>
                      <a:gd name="connsiteY271" fmla="*/ 1190053 h 3393433"/>
                      <a:gd name="connsiteX272" fmla="*/ 5072266 w 7795397"/>
                      <a:gd name="connsiteY272" fmla="*/ 1179481 h 3393433"/>
                      <a:gd name="connsiteX273" fmla="*/ 5062645 w 7795397"/>
                      <a:gd name="connsiteY273" fmla="*/ 1173194 h 3393433"/>
                      <a:gd name="connsiteX274" fmla="*/ 5052454 w 7795397"/>
                      <a:gd name="connsiteY274" fmla="*/ 1169003 h 3393433"/>
                      <a:gd name="connsiteX275" fmla="*/ 5033118 w 7795397"/>
                      <a:gd name="connsiteY275" fmla="*/ 1166241 h 3393433"/>
                      <a:gd name="connsiteX276" fmla="*/ 5017497 w 7795397"/>
                      <a:gd name="connsiteY276" fmla="*/ 1170527 h 3393433"/>
                      <a:gd name="connsiteX277" fmla="*/ 5007781 w 7795397"/>
                      <a:gd name="connsiteY277" fmla="*/ 1181005 h 3393433"/>
                      <a:gd name="connsiteX278" fmla="*/ 5009782 w 7795397"/>
                      <a:gd name="connsiteY278" fmla="*/ 1167003 h 3393433"/>
                      <a:gd name="connsiteX279" fmla="*/ 5003400 w 7795397"/>
                      <a:gd name="connsiteY279" fmla="*/ 1152144 h 3393433"/>
                      <a:gd name="connsiteX280" fmla="*/ 4989017 w 7795397"/>
                      <a:gd name="connsiteY280" fmla="*/ 1139000 h 3393433"/>
                      <a:gd name="connsiteX281" fmla="*/ 4968252 w 7795397"/>
                      <a:gd name="connsiteY281" fmla="*/ 1130522 h 3393433"/>
                      <a:gd name="connsiteX282" fmla="*/ 4935392 w 7795397"/>
                      <a:gd name="connsiteY282" fmla="*/ 1125093 h 3393433"/>
                      <a:gd name="connsiteX283" fmla="*/ 4902720 w 7795397"/>
                      <a:gd name="connsiteY283" fmla="*/ 1122998 h 3393433"/>
                      <a:gd name="connsiteX284" fmla="*/ 4881766 w 7795397"/>
                      <a:gd name="connsiteY284" fmla="*/ 1126522 h 3393433"/>
                      <a:gd name="connsiteX285" fmla="*/ 4865287 w 7795397"/>
                      <a:gd name="connsiteY285" fmla="*/ 1134713 h 3393433"/>
                      <a:gd name="connsiteX286" fmla="*/ 4855191 w 7795397"/>
                      <a:gd name="connsiteY286" fmla="*/ 1146524 h 3393433"/>
                      <a:gd name="connsiteX287" fmla="*/ 4852809 w 7795397"/>
                      <a:gd name="connsiteY287" fmla="*/ 1160335 h 3393433"/>
                      <a:gd name="connsiteX288" fmla="*/ 4834331 w 7795397"/>
                      <a:gd name="connsiteY288" fmla="*/ 1138904 h 3393433"/>
                      <a:gd name="connsiteX289" fmla="*/ 4815948 w 7795397"/>
                      <a:gd name="connsiteY289" fmla="*/ 1134618 h 3393433"/>
                      <a:gd name="connsiteX290" fmla="*/ 4794612 w 7795397"/>
                      <a:gd name="connsiteY290" fmla="*/ 1138047 h 3393433"/>
                      <a:gd name="connsiteX291" fmla="*/ 4778895 w 7795397"/>
                      <a:gd name="connsiteY291" fmla="*/ 1142810 h 3393433"/>
                      <a:gd name="connsiteX292" fmla="*/ 4763656 w 7795397"/>
                      <a:gd name="connsiteY292" fmla="*/ 1149096 h 3393433"/>
                      <a:gd name="connsiteX293" fmla="*/ 4748606 w 7795397"/>
                      <a:gd name="connsiteY293" fmla="*/ 1155764 h 3393433"/>
                      <a:gd name="connsiteX294" fmla="*/ 4741081 w 7795397"/>
                      <a:gd name="connsiteY294" fmla="*/ 1159097 h 3393433"/>
                      <a:gd name="connsiteX295" fmla="*/ 4733938 w 7795397"/>
                      <a:gd name="connsiteY295" fmla="*/ 1163193 h 3393433"/>
                      <a:gd name="connsiteX296" fmla="*/ 4716793 w 7795397"/>
                      <a:gd name="connsiteY296" fmla="*/ 1176528 h 3393433"/>
                      <a:gd name="connsiteX297" fmla="*/ 4706506 w 7795397"/>
                      <a:gd name="connsiteY297" fmla="*/ 1192244 h 3393433"/>
                      <a:gd name="connsiteX298" fmla="*/ 4708601 w 7795397"/>
                      <a:gd name="connsiteY298" fmla="*/ 1220343 h 3393433"/>
                      <a:gd name="connsiteX299" fmla="*/ 4697361 w 7795397"/>
                      <a:gd name="connsiteY299" fmla="*/ 1212628 h 3393433"/>
                      <a:gd name="connsiteX300" fmla="*/ 4681931 w 7795397"/>
                      <a:gd name="connsiteY300" fmla="*/ 1211675 h 3393433"/>
                      <a:gd name="connsiteX301" fmla="*/ 4664786 w 7795397"/>
                      <a:gd name="connsiteY301" fmla="*/ 1217962 h 3393433"/>
                      <a:gd name="connsiteX302" fmla="*/ 4648213 w 7795397"/>
                      <a:gd name="connsiteY302" fmla="*/ 1230820 h 3393433"/>
                      <a:gd name="connsiteX303" fmla="*/ 4627639 w 7795397"/>
                      <a:gd name="connsiteY303" fmla="*/ 1254252 h 3393433"/>
                      <a:gd name="connsiteX304" fmla="*/ 4609065 w 7795397"/>
                      <a:gd name="connsiteY304" fmla="*/ 1278541 h 3393433"/>
                      <a:gd name="connsiteX305" fmla="*/ 4599921 w 7795397"/>
                      <a:gd name="connsiteY305" fmla="*/ 1296352 h 3393433"/>
                      <a:gd name="connsiteX306" fmla="*/ 4596777 w 7795397"/>
                      <a:gd name="connsiteY306" fmla="*/ 1313593 h 3393433"/>
                      <a:gd name="connsiteX307" fmla="*/ 4599825 w 7795397"/>
                      <a:gd name="connsiteY307" fmla="*/ 1328166 h 3393433"/>
                      <a:gd name="connsiteX308" fmla="*/ 4608494 w 7795397"/>
                      <a:gd name="connsiteY308" fmla="*/ 1338167 h 3393433"/>
                      <a:gd name="connsiteX309" fmla="*/ 4581442 w 7795397"/>
                      <a:gd name="connsiteY309" fmla="*/ 1338453 h 3393433"/>
                      <a:gd name="connsiteX310" fmla="*/ 4555915 w 7795397"/>
                      <a:gd name="connsiteY310" fmla="*/ 1363885 h 3393433"/>
                      <a:gd name="connsiteX311" fmla="*/ 4542295 w 7795397"/>
                      <a:gd name="connsiteY311" fmla="*/ 1389126 h 3393433"/>
                      <a:gd name="connsiteX312" fmla="*/ 4529055 w 7795397"/>
                      <a:gd name="connsiteY312" fmla="*/ 1414272 h 3393433"/>
                      <a:gd name="connsiteX313" fmla="*/ 4535056 w 7795397"/>
                      <a:gd name="connsiteY313" fmla="*/ 1471327 h 3393433"/>
                      <a:gd name="connsiteX314" fmla="*/ 4508862 w 7795397"/>
                      <a:gd name="connsiteY314" fmla="*/ 1473041 h 3393433"/>
                      <a:gd name="connsiteX315" fmla="*/ 4495908 w 7795397"/>
                      <a:gd name="connsiteY315" fmla="*/ 1482947 h 3393433"/>
                      <a:gd name="connsiteX316" fmla="*/ 4485240 w 7795397"/>
                      <a:gd name="connsiteY316" fmla="*/ 1496759 h 3393433"/>
                      <a:gd name="connsiteX317" fmla="*/ 4472572 w 7795397"/>
                      <a:gd name="connsiteY317" fmla="*/ 1517142 h 3393433"/>
                      <a:gd name="connsiteX318" fmla="*/ 4457713 w 7795397"/>
                      <a:gd name="connsiteY318" fmla="*/ 1535716 h 3393433"/>
                      <a:gd name="connsiteX319" fmla="*/ 4453045 w 7795397"/>
                      <a:gd name="connsiteY319" fmla="*/ 1542478 h 3393433"/>
                      <a:gd name="connsiteX320" fmla="*/ 4448854 w 7795397"/>
                      <a:gd name="connsiteY320" fmla="*/ 1548956 h 3393433"/>
                      <a:gd name="connsiteX321" fmla="*/ 4443901 w 7795397"/>
                      <a:gd name="connsiteY321" fmla="*/ 1562862 h 3393433"/>
                      <a:gd name="connsiteX322" fmla="*/ 4443711 w 7795397"/>
                      <a:gd name="connsiteY322" fmla="*/ 1576673 h 3393433"/>
                      <a:gd name="connsiteX323" fmla="*/ 4448474 w 7795397"/>
                      <a:gd name="connsiteY323" fmla="*/ 1588008 h 3393433"/>
                      <a:gd name="connsiteX324" fmla="*/ 4424947 w 7795397"/>
                      <a:gd name="connsiteY324" fmla="*/ 1578578 h 3393433"/>
                      <a:gd name="connsiteX325" fmla="*/ 4410659 w 7795397"/>
                      <a:gd name="connsiteY325" fmla="*/ 1581150 h 3393433"/>
                      <a:gd name="connsiteX326" fmla="*/ 4395800 w 7795397"/>
                      <a:gd name="connsiteY326" fmla="*/ 1587056 h 3393433"/>
                      <a:gd name="connsiteX327" fmla="*/ 4385513 w 7795397"/>
                      <a:gd name="connsiteY327" fmla="*/ 1593056 h 3393433"/>
                      <a:gd name="connsiteX328" fmla="*/ 4374655 w 7795397"/>
                      <a:gd name="connsiteY328" fmla="*/ 1597914 h 3393433"/>
                      <a:gd name="connsiteX329" fmla="*/ 4363701 w 7795397"/>
                      <a:gd name="connsiteY329" fmla="*/ 1602677 h 3393433"/>
                      <a:gd name="connsiteX330" fmla="*/ 4358272 w 7795397"/>
                      <a:gd name="connsiteY330" fmla="*/ 1605058 h 3393433"/>
                      <a:gd name="connsiteX331" fmla="*/ 4352557 w 7795397"/>
                      <a:gd name="connsiteY331" fmla="*/ 1606772 h 3393433"/>
                      <a:gd name="connsiteX332" fmla="*/ 4337983 w 7795397"/>
                      <a:gd name="connsiteY332" fmla="*/ 1613630 h 3393433"/>
                      <a:gd name="connsiteX333" fmla="*/ 4331887 w 7795397"/>
                      <a:gd name="connsiteY333" fmla="*/ 1618298 h 3393433"/>
                      <a:gd name="connsiteX334" fmla="*/ 4326553 w 7795397"/>
                      <a:gd name="connsiteY334" fmla="*/ 1622965 h 3393433"/>
                      <a:gd name="connsiteX335" fmla="*/ 4317505 w 7795397"/>
                      <a:gd name="connsiteY335" fmla="*/ 1645920 h 3393433"/>
                      <a:gd name="connsiteX336" fmla="*/ 4312361 w 7795397"/>
                      <a:gd name="connsiteY336" fmla="*/ 1635061 h 3393433"/>
                      <a:gd name="connsiteX337" fmla="*/ 4302074 w 7795397"/>
                      <a:gd name="connsiteY337" fmla="*/ 1626965 h 3393433"/>
                      <a:gd name="connsiteX338" fmla="*/ 4288358 w 7795397"/>
                      <a:gd name="connsiteY338" fmla="*/ 1621441 h 3393433"/>
                      <a:gd name="connsiteX339" fmla="*/ 4272451 w 7795397"/>
                      <a:gd name="connsiteY339" fmla="*/ 1619726 h 3393433"/>
                      <a:gd name="connsiteX340" fmla="*/ 4248543 w 7795397"/>
                      <a:gd name="connsiteY340" fmla="*/ 1618583 h 3393433"/>
                      <a:gd name="connsiteX341" fmla="*/ 4224922 w 7795397"/>
                      <a:gd name="connsiteY341" fmla="*/ 1614678 h 3393433"/>
                      <a:gd name="connsiteX342" fmla="*/ 4209110 w 7795397"/>
                      <a:gd name="connsiteY342" fmla="*/ 1612868 h 3393433"/>
                      <a:gd name="connsiteX343" fmla="*/ 4194537 w 7795397"/>
                      <a:gd name="connsiteY343" fmla="*/ 1615154 h 3393433"/>
                      <a:gd name="connsiteX344" fmla="*/ 4182821 w 7795397"/>
                      <a:gd name="connsiteY344" fmla="*/ 1620393 h 3393433"/>
                      <a:gd name="connsiteX345" fmla="*/ 4175391 w 7795397"/>
                      <a:gd name="connsiteY345" fmla="*/ 1629346 h 3393433"/>
                      <a:gd name="connsiteX346" fmla="*/ 4171867 w 7795397"/>
                      <a:gd name="connsiteY346" fmla="*/ 1605725 h 3393433"/>
                      <a:gd name="connsiteX347" fmla="*/ 4167771 w 7795397"/>
                      <a:gd name="connsiteY347" fmla="*/ 1600105 h 3393433"/>
                      <a:gd name="connsiteX348" fmla="*/ 4163009 w 7795397"/>
                      <a:gd name="connsiteY348" fmla="*/ 1594199 h 3393433"/>
                      <a:gd name="connsiteX349" fmla="*/ 4150531 w 7795397"/>
                      <a:gd name="connsiteY349" fmla="*/ 1584389 h 3393433"/>
                      <a:gd name="connsiteX350" fmla="*/ 4140816 w 7795397"/>
                      <a:gd name="connsiteY350" fmla="*/ 1577721 h 3393433"/>
                      <a:gd name="connsiteX351" fmla="*/ 4131386 w 7795397"/>
                      <a:gd name="connsiteY351" fmla="*/ 1570577 h 3393433"/>
                      <a:gd name="connsiteX352" fmla="*/ 4113765 w 7795397"/>
                      <a:gd name="connsiteY352" fmla="*/ 1554766 h 3393433"/>
                      <a:gd name="connsiteX353" fmla="*/ 4100811 w 7795397"/>
                      <a:gd name="connsiteY353" fmla="*/ 1544860 h 3393433"/>
                      <a:gd name="connsiteX354" fmla="*/ 4086714 w 7795397"/>
                      <a:gd name="connsiteY354" fmla="*/ 1537716 h 3393433"/>
                      <a:gd name="connsiteX355" fmla="*/ 4062520 w 7795397"/>
                      <a:gd name="connsiteY355" fmla="*/ 1539716 h 3393433"/>
                      <a:gd name="connsiteX356" fmla="*/ 4068330 w 7795397"/>
                      <a:gd name="connsiteY356" fmla="*/ 1516190 h 3393433"/>
                      <a:gd name="connsiteX357" fmla="*/ 4050328 w 7795397"/>
                      <a:gd name="connsiteY357" fmla="*/ 1484471 h 3393433"/>
                      <a:gd name="connsiteX358" fmla="*/ 4039374 w 7795397"/>
                      <a:gd name="connsiteY358" fmla="*/ 1473613 h 3393433"/>
                      <a:gd name="connsiteX359" fmla="*/ 4027754 w 7795397"/>
                      <a:gd name="connsiteY359" fmla="*/ 1463040 h 3393433"/>
                      <a:gd name="connsiteX360" fmla="*/ 4002322 w 7795397"/>
                      <a:gd name="connsiteY360" fmla="*/ 1443228 h 3393433"/>
                      <a:gd name="connsiteX361" fmla="*/ 3982415 w 7795397"/>
                      <a:gd name="connsiteY361" fmla="*/ 1433608 h 3393433"/>
                      <a:gd name="connsiteX362" fmla="*/ 3963651 w 7795397"/>
                      <a:gd name="connsiteY362" fmla="*/ 1430750 h 3393433"/>
                      <a:gd name="connsiteX363" fmla="*/ 3942029 w 7795397"/>
                      <a:gd name="connsiteY363" fmla="*/ 1442657 h 3393433"/>
                      <a:gd name="connsiteX364" fmla="*/ 3932028 w 7795397"/>
                      <a:gd name="connsiteY364" fmla="*/ 1420082 h 3393433"/>
                      <a:gd name="connsiteX365" fmla="*/ 3914787 w 7795397"/>
                      <a:gd name="connsiteY365" fmla="*/ 1411224 h 3393433"/>
                      <a:gd name="connsiteX366" fmla="*/ 3891832 w 7795397"/>
                      <a:gd name="connsiteY366" fmla="*/ 1407795 h 3393433"/>
                      <a:gd name="connsiteX367" fmla="*/ 3874497 w 7795397"/>
                      <a:gd name="connsiteY367" fmla="*/ 1408843 h 3393433"/>
                      <a:gd name="connsiteX368" fmla="*/ 3865829 w 7795397"/>
                      <a:gd name="connsiteY368" fmla="*/ 1409700 h 3393433"/>
                      <a:gd name="connsiteX369" fmla="*/ 3855542 w 7795397"/>
                      <a:gd name="connsiteY369" fmla="*/ 1411795 h 3393433"/>
                      <a:gd name="connsiteX370" fmla="*/ 3818204 w 7795397"/>
                      <a:gd name="connsiteY370" fmla="*/ 1428655 h 3393433"/>
                      <a:gd name="connsiteX371" fmla="*/ 3800297 w 7795397"/>
                      <a:gd name="connsiteY371" fmla="*/ 1446562 h 3393433"/>
                      <a:gd name="connsiteX372" fmla="*/ 3792010 w 7795397"/>
                      <a:gd name="connsiteY372" fmla="*/ 1464754 h 3393433"/>
                      <a:gd name="connsiteX373" fmla="*/ 3798297 w 7795397"/>
                      <a:gd name="connsiteY373" fmla="*/ 1488377 h 3393433"/>
                      <a:gd name="connsiteX374" fmla="*/ 3774770 w 7795397"/>
                      <a:gd name="connsiteY374" fmla="*/ 1492853 h 3393433"/>
                      <a:gd name="connsiteX375" fmla="*/ 3753244 w 7795397"/>
                      <a:gd name="connsiteY375" fmla="*/ 1525619 h 3393433"/>
                      <a:gd name="connsiteX376" fmla="*/ 3745147 w 7795397"/>
                      <a:gd name="connsiteY376" fmla="*/ 1556194 h 3393433"/>
                      <a:gd name="connsiteX377" fmla="*/ 3740099 w 7795397"/>
                      <a:gd name="connsiteY377" fmla="*/ 1586960 h 3393433"/>
                      <a:gd name="connsiteX378" fmla="*/ 3745243 w 7795397"/>
                      <a:gd name="connsiteY378" fmla="*/ 1624298 h 3393433"/>
                      <a:gd name="connsiteX379" fmla="*/ 3763149 w 7795397"/>
                      <a:gd name="connsiteY379" fmla="*/ 1639062 h 3393433"/>
                      <a:gd name="connsiteX380" fmla="*/ 3746195 w 7795397"/>
                      <a:gd name="connsiteY380" fmla="*/ 1654683 h 3393433"/>
                      <a:gd name="connsiteX381" fmla="*/ 3744004 w 7795397"/>
                      <a:gd name="connsiteY381" fmla="*/ 1692593 h 3393433"/>
                      <a:gd name="connsiteX382" fmla="*/ 3752196 w 7795397"/>
                      <a:gd name="connsiteY382" fmla="*/ 1723644 h 3393433"/>
                      <a:gd name="connsiteX383" fmla="*/ 3765054 w 7795397"/>
                      <a:gd name="connsiteY383" fmla="*/ 1754410 h 3393433"/>
                      <a:gd name="connsiteX384" fmla="*/ 3771246 w 7795397"/>
                      <a:gd name="connsiteY384" fmla="*/ 1764411 h 3393433"/>
                      <a:gd name="connsiteX385" fmla="*/ 3778580 w 7795397"/>
                      <a:gd name="connsiteY385" fmla="*/ 1772984 h 3393433"/>
                      <a:gd name="connsiteX386" fmla="*/ 3794582 w 7795397"/>
                      <a:gd name="connsiteY386" fmla="*/ 1784318 h 3393433"/>
                      <a:gd name="connsiteX387" fmla="*/ 3817823 w 7795397"/>
                      <a:gd name="connsiteY387" fmla="*/ 1783366 h 3393433"/>
                      <a:gd name="connsiteX388" fmla="*/ 3814680 w 7795397"/>
                      <a:gd name="connsiteY388" fmla="*/ 1793177 h 3393433"/>
                      <a:gd name="connsiteX389" fmla="*/ 3819728 w 7795397"/>
                      <a:gd name="connsiteY389" fmla="*/ 1806607 h 3393433"/>
                      <a:gd name="connsiteX390" fmla="*/ 3833635 w 7795397"/>
                      <a:gd name="connsiteY390" fmla="*/ 1821085 h 3393433"/>
                      <a:gd name="connsiteX391" fmla="*/ 3856399 w 7795397"/>
                      <a:gd name="connsiteY391" fmla="*/ 1831848 h 3393433"/>
                      <a:gd name="connsiteX392" fmla="*/ 3875354 w 7795397"/>
                      <a:gd name="connsiteY392" fmla="*/ 1835182 h 3393433"/>
                      <a:gd name="connsiteX393" fmla="*/ 3894213 w 7795397"/>
                      <a:gd name="connsiteY393" fmla="*/ 1835563 h 3393433"/>
                      <a:gd name="connsiteX394" fmla="*/ 3929265 w 7795397"/>
                      <a:gd name="connsiteY394" fmla="*/ 1829181 h 3393433"/>
                      <a:gd name="connsiteX395" fmla="*/ 3949363 w 7795397"/>
                      <a:gd name="connsiteY395" fmla="*/ 1820037 h 3393433"/>
                      <a:gd name="connsiteX396" fmla="*/ 3962698 w 7795397"/>
                      <a:gd name="connsiteY396" fmla="*/ 1808226 h 3393433"/>
                      <a:gd name="connsiteX397" fmla="*/ 3967937 w 7795397"/>
                      <a:gd name="connsiteY397" fmla="*/ 1786604 h 3393433"/>
                      <a:gd name="connsiteX398" fmla="*/ 3988797 w 7795397"/>
                      <a:gd name="connsiteY398" fmla="*/ 1793462 h 3393433"/>
                      <a:gd name="connsiteX399" fmla="*/ 4021753 w 7795397"/>
                      <a:gd name="connsiteY399" fmla="*/ 1780032 h 3393433"/>
                      <a:gd name="connsiteX400" fmla="*/ 4044709 w 7795397"/>
                      <a:gd name="connsiteY400" fmla="*/ 1764125 h 3393433"/>
                      <a:gd name="connsiteX401" fmla="*/ 4050233 w 7795397"/>
                      <a:gd name="connsiteY401" fmla="*/ 1760410 h 3393433"/>
                      <a:gd name="connsiteX402" fmla="*/ 4054710 w 7795397"/>
                      <a:gd name="connsiteY402" fmla="*/ 1757743 h 3393433"/>
                      <a:gd name="connsiteX403" fmla="*/ 4059091 w 7795397"/>
                      <a:gd name="connsiteY403" fmla="*/ 1755077 h 3393433"/>
                      <a:gd name="connsiteX404" fmla="*/ 4063473 w 7795397"/>
                      <a:gd name="connsiteY404" fmla="*/ 1753171 h 3393433"/>
                      <a:gd name="connsiteX405" fmla="*/ 4069188 w 7795397"/>
                      <a:gd name="connsiteY405" fmla="*/ 1750504 h 3393433"/>
                      <a:gd name="connsiteX406" fmla="*/ 4074236 w 7795397"/>
                      <a:gd name="connsiteY406" fmla="*/ 1747742 h 3393433"/>
                      <a:gd name="connsiteX407" fmla="*/ 4082809 w 7795397"/>
                      <a:gd name="connsiteY407" fmla="*/ 1742313 h 3393433"/>
                      <a:gd name="connsiteX408" fmla="*/ 4086714 w 7795397"/>
                      <a:gd name="connsiteY408" fmla="*/ 1739075 h 3393433"/>
                      <a:gd name="connsiteX409" fmla="*/ 4090238 w 7795397"/>
                      <a:gd name="connsiteY409" fmla="*/ 1736027 h 3393433"/>
                      <a:gd name="connsiteX410" fmla="*/ 4095286 w 7795397"/>
                      <a:gd name="connsiteY410" fmla="*/ 1728216 h 3393433"/>
                      <a:gd name="connsiteX411" fmla="*/ 4095096 w 7795397"/>
                      <a:gd name="connsiteY411" fmla="*/ 1737455 h 3393433"/>
                      <a:gd name="connsiteX412" fmla="*/ 4097477 w 7795397"/>
                      <a:gd name="connsiteY412" fmla="*/ 1746599 h 3393433"/>
                      <a:gd name="connsiteX413" fmla="*/ 4099001 w 7795397"/>
                      <a:gd name="connsiteY413" fmla="*/ 1750790 h 3393433"/>
                      <a:gd name="connsiteX414" fmla="*/ 4100525 w 7795397"/>
                      <a:gd name="connsiteY414" fmla="*/ 1755172 h 3393433"/>
                      <a:gd name="connsiteX415" fmla="*/ 4104621 w 7795397"/>
                      <a:gd name="connsiteY415" fmla="*/ 1764316 h 3393433"/>
                      <a:gd name="connsiteX416" fmla="*/ 4107764 w 7795397"/>
                      <a:gd name="connsiteY416" fmla="*/ 1772126 h 3393433"/>
                      <a:gd name="connsiteX417" fmla="*/ 4109669 w 7795397"/>
                      <a:gd name="connsiteY417" fmla="*/ 1781175 h 3393433"/>
                      <a:gd name="connsiteX418" fmla="*/ 4109669 w 7795397"/>
                      <a:gd name="connsiteY418" fmla="*/ 1801654 h 3393433"/>
                      <a:gd name="connsiteX419" fmla="*/ 4109097 w 7795397"/>
                      <a:gd name="connsiteY419" fmla="*/ 1809083 h 3393433"/>
                      <a:gd name="connsiteX420" fmla="*/ 4108907 w 7795397"/>
                      <a:gd name="connsiteY420" fmla="*/ 1813655 h 3393433"/>
                      <a:gd name="connsiteX421" fmla="*/ 4108812 w 7795397"/>
                      <a:gd name="connsiteY421" fmla="*/ 1818703 h 3393433"/>
                      <a:gd name="connsiteX422" fmla="*/ 4111479 w 7795397"/>
                      <a:gd name="connsiteY422" fmla="*/ 1836992 h 3393433"/>
                      <a:gd name="connsiteX423" fmla="*/ 4118432 w 7795397"/>
                      <a:gd name="connsiteY423" fmla="*/ 1849755 h 3393433"/>
                      <a:gd name="connsiteX424" fmla="*/ 4127195 w 7795397"/>
                      <a:gd name="connsiteY424" fmla="*/ 1853375 h 3393433"/>
                      <a:gd name="connsiteX425" fmla="*/ 4119956 w 7795397"/>
                      <a:gd name="connsiteY425" fmla="*/ 1859661 h 3393433"/>
                      <a:gd name="connsiteX426" fmla="*/ 4117956 w 7795397"/>
                      <a:gd name="connsiteY426" fmla="*/ 1866995 h 3393433"/>
                      <a:gd name="connsiteX427" fmla="*/ 4119194 w 7795397"/>
                      <a:gd name="connsiteY427" fmla="*/ 1877473 h 3393433"/>
                      <a:gd name="connsiteX428" fmla="*/ 4124719 w 7795397"/>
                      <a:gd name="connsiteY428" fmla="*/ 1889379 h 3393433"/>
                      <a:gd name="connsiteX429" fmla="*/ 4135672 w 7795397"/>
                      <a:gd name="connsiteY429" fmla="*/ 1900237 h 3393433"/>
                      <a:gd name="connsiteX430" fmla="*/ 4142911 w 7795397"/>
                      <a:gd name="connsiteY430" fmla="*/ 1904428 h 3393433"/>
                      <a:gd name="connsiteX431" fmla="*/ 4146816 w 7795397"/>
                      <a:gd name="connsiteY431" fmla="*/ 1906334 h 3393433"/>
                      <a:gd name="connsiteX432" fmla="*/ 4150150 w 7795397"/>
                      <a:gd name="connsiteY432" fmla="*/ 1907477 h 3393433"/>
                      <a:gd name="connsiteX433" fmla="*/ 4163580 w 7795397"/>
                      <a:gd name="connsiteY433" fmla="*/ 1910620 h 3393433"/>
                      <a:gd name="connsiteX434" fmla="*/ 4196633 w 7795397"/>
                      <a:gd name="connsiteY434" fmla="*/ 1911668 h 3393433"/>
                      <a:gd name="connsiteX435" fmla="*/ 4225684 w 7795397"/>
                      <a:gd name="connsiteY435" fmla="*/ 1909762 h 3393433"/>
                      <a:gd name="connsiteX436" fmla="*/ 4243972 w 7795397"/>
                      <a:gd name="connsiteY436" fmla="*/ 1906619 h 3393433"/>
                      <a:gd name="connsiteX437" fmla="*/ 4258068 w 7795397"/>
                      <a:gd name="connsiteY437" fmla="*/ 1901095 h 3393433"/>
                      <a:gd name="connsiteX438" fmla="*/ 4265784 w 7795397"/>
                      <a:gd name="connsiteY438" fmla="*/ 1894523 h 3393433"/>
                      <a:gd name="connsiteX439" fmla="*/ 4269880 w 7795397"/>
                      <a:gd name="connsiteY439" fmla="*/ 1886712 h 3393433"/>
                      <a:gd name="connsiteX440" fmla="*/ 4271499 w 7795397"/>
                      <a:gd name="connsiteY440" fmla="*/ 1895285 h 3393433"/>
                      <a:gd name="connsiteX441" fmla="*/ 4273785 w 7795397"/>
                      <a:gd name="connsiteY441" fmla="*/ 1899380 h 3393433"/>
                      <a:gd name="connsiteX442" fmla="*/ 4276452 w 7795397"/>
                      <a:gd name="connsiteY442" fmla="*/ 1903571 h 3393433"/>
                      <a:gd name="connsiteX443" fmla="*/ 4282452 w 7795397"/>
                      <a:gd name="connsiteY443" fmla="*/ 1911668 h 3393433"/>
                      <a:gd name="connsiteX444" fmla="*/ 4289406 w 7795397"/>
                      <a:gd name="connsiteY444" fmla="*/ 1920240 h 3393433"/>
                      <a:gd name="connsiteX445" fmla="*/ 4303694 w 7795397"/>
                      <a:gd name="connsiteY445" fmla="*/ 1956340 h 3393433"/>
                      <a:gd name="connsiteX446" fmla="*/ 4305979 w 7795397"/>
                      <a:gd name="connsiteY446" fmla="*/ 1970627 h 3393433"/>
                      <a:gd name="connsiteX447" fmla="*/ 4309218 w 7795397"/>
                      <a:gd name="connsiteY447" fmla="*/ 1983200 h 3393433"/>
                      <a:gd name="connsiteX448" fmla="*/ 4313790 w 7795397"/>
                      <a:gd name="connsiteY448" fmla="*/ 1992916 h 3393433"/>
                      <a:gd name="connsiteX449" fmla="*/ 4320458 w 7795397"/>
                      <a:gd name="connsiteY449" fmla="*/ 1998250 h 3393433"/>
                      <a:gd name="connsiteX450" fmla="*/ 4303027 w 7795397"/>
                      <a:gd name="connsiteY450" fmla="*/ 2004917 h 3393433"/>
                      <a:gd name="connsiteX451" fmla="*/ 4293978 w 7795397"/>
                      <a:gd name="connsiteY451" fmla="*/ 2013394 h 3393433"/>
                      <a:gd name="connsiteX452" fmla="*/ 4284834 w 7795397"/>
                      <a:gd name="connsiteY452" fmla="*/ 2023110 h 3393433"/>
                      <a:gd name="connsiteX453" fmla="*/ 4269975 w 7795397"/>
                      <a:gd name="connsiteY453" fmla="*/ 2035207 h 3393433"/>
                      <a:gd name="connsiteX454" fmla="*/ 4265689 w 7795397"/>
                      <a:gd name="connsiteY454" fmla="*/ 2037398 h 3393433"/>
                      <a:gd name="connsiteX455" fmla="*/ 4263402 w 7795397"/>
                      <a:gd name="connsiteY455" fmla="*/ 2038541 h 3393433"/>
                      <a:gd name="connsiteX456" fmla="*/ 4259878 w 7795397"/>
                      <a:gd name="connsiteY456" fmla="*/ 2040160 h 3393433"/>
                      <a:gd name="connsiteX457" fmla="*/ 4245877 w 7795397"/>
                      <a:gd name="connsiteY457" fmla="*/ 2046732 h 3393433"/>
                      <a:gd name="connsiteX458" fmla="*/ 4228065 w 7795397"/>
                      <a:gd name="connsiteY458" fmla="*/ 2058924 h 3393433"/>
                      <a:gd name="connsiteX459" fmla="*/ 4221017 w 7795397"/>
                      <a:gd name="connsiteY459" fmla="*/ 2065973 h 3393433"/>
                      <a:gd name="connsiteX460" fmla="*/ 4215683 w 7795397"/>
                      <a:gd name="connsiteY460" fmla="*/ 2073783 h 3393433"/>
                      <a:gd name="connsiteX461" fmla="*/ 4211206 w 7795397"/>
                      <a:gd name="connsiteY461" fmla="*/ 2087690 h 3393433"/>
                      <a:gd name="connsiteX462" fmla="*/ 4214539 w 7795397"/>
                      <a:gd name="connsiteY462" fmla="*/ 2095691 h 3393433"/>
                      <a:gd name="connsiteX463" fmla="*/ 4205776 w 7795397"/>
                      <a:gd name="connsiteY463" fmla="*/ 2096071 h 3393433"/>
                      <a:gd name="connsiteX464" fmla="*/ 4194727 w 7795397"/>
                      <a:gd name="connsiteY464" fmla="*/ 2108168 h 3393433"/>
                      <a:gd name="connsiteX465" fmla="*/ 4191108 w 7795397"/>
                      <a:gd name="connsiteY465" fmla="*/ 2119217 h 3393433"/>
                      <a:gd name="connsiteX466" fmla="*/ 4190441 w 7795397"/>
                      <a:gd name="connsiteY466" fmla="*/ 2132267 h 3393433"/>
                      <a:gd name="connsiteX467" fmla="*/ 4193013 w 7795397"/>
                      <a:gd name="connsiteY467" fmla="*/ 2145411 h 3393433"/>
                      <a:gd name="connsiteX468" fmla="*/ 4198156 w 7795397"/>
                      <a:gd name="connsiteY468" fmla="*/ 2157508 h 3393433"/>
                      <a:gd name="connsiteX469" fmla="*/ 4207491 w 7795397"/>
                      <a:gd name="connsiteY469" fmla="*/ 2172081 h 3393433"/>
                      <a:gd name="connsiteX470" fmla="*/ 4217492 w 7795397"/>
                      <a:gd name="connsiteY470" fmla="*/ 2184749 h 3393433"/>
                      <a:gd name="connsiteX471" fmla="*/ 4227874 w 7795397"/>
                      <a:gd name="connsiteY471" fmla="*/ 2196179 h 3393433"/>
                      <a:gd name="connsiteX472" fmla="*/ 4238542 w 7795397"/>
                      <a:gd name="connsiteY472" fmla="*/ 2206752 h 3393433"/>
                      <a:gd name="connsiteX473" fmla="*/ 4253877 w 7795397"/>
                      <a:gd name="connsiteY473" fmla="*/ 2218849 h 3393433"/>
                      <a:gd name="connsiteX474" fmla="*/ 4268356 w 7795397"/>
                      <a:gd name="connsiteY474" fmla="*/ 2226088 h 3393433"/>
                      <a:gd name="connsiteX475" fmla="*/ 4287692 w 7795397"/>
                      <a:gd name="connsiteY475" fmla="*/ 2225135 h 3393433"/>
                      <a:gd name="connsiteX476" fmla="*/ 4285405 w 7795397"/>
                      <a:gd name="connsiteY476" fmla="*/ 2232946 h 3393433"/>
                      <a:gd name="connsiteX477" fmla="*/ 4287692 w 7795397"/>
                      <a:gd name="connsiteY477" fmla="*/ 2243328 h 3393433"/>
                      <a:gd name="connsiteX478" fmla="*/ 4292740 w 7795397"/>
                      <a:gd name="connsiteY478" fmla="*/ 2255425 h 3393433"/>
                      <a:gd name="connsiteX479" fmla="*/ 4295978 w 7795397"/>
                      <a:gd name="connsiteY479" fmla="*/ 2261902 h 3393433"/>
                      <a:gd name="connsiteX480" fmla="*/ 4299598 w 7795397"/>
                      <a:gd name="connsiteY480" fmla="*/ 2268665 h 3393433"/>
                      <a:gd name="connsiteX481" fmla="*/ 4312647 w 7795397"/>
                      <a:gd name="connsiteY481" fmla="*/ 2311813 h 3393433"/>
                      <a:gd name="connsiteX482" fmla="*/ 4314552 w 7795397"/>
                      <a:gd name="connsiteY482" fmla="*/ 2327243 h 3393433"/>
                      <a:gd name="connsiteX483" fmla="*/ 4317505 w 7795397"/>
                      <a:gd name="connsiteY483" fmla="*/ 2340578 h 3393433"/>
                      <a:gd name="connsiteX484" fmla="*/ 4327982 w 7795397"/>
                      <a:gd name="connsiteY484" fmla="*/ 2355437 h 3393433"/>
                      <a:gd name="connsiteX485" fmla="*/ 4312456 w 7795397"/>
                      <a:gd name="connsiteY485" fmla="*/ 2364677 h 3393433"/>
                      <a:gd name="connsiteX486" fmla="*/ 4304360 w 7795397"/>
                      <a:gd name="connsiteY486" fmla="*/ 2375821 h 3393433"/>
                      <a:gd name="connsiteX487" fmla="*/ 4296454 w 7795397"/>
                      <a:gd name="connsiteY487" fmla="*/ 2389442 h 3393433"/>
                      <a:gd name="connsiteX488" fmla="*/ 4267784 w 7795397"/>
                      <a:gd name="connsiteY488" fmla="*/ 2424398 h 3393433"/>
                      <a:gd name="connsiteX489" fmla="*/ 4261974 w 7795397"/>
                      <a:gd name="connsiteY489" fmla="*/ 2428875 h 3393433"/>
                      <a:gd name="connsiteX490" fmla="*/ 4256640 w 7795397"/>
                      <a:gd name="connsiteY490" fmla="*/ 2433066 h 3393433"/>
                      <a:gd name="connsiteX491" fmla="*/ 4251782 w 7795397"/>
                      <a:gd name="connsiteY491" fmla="*/ 2437067 h 3393433"/>
                      <a:gd name="connsiteX492" fmla="*/ 4247400 w 7795397"/>
                      <a:gd name="connsiteY492" fmla="*/ 2440877 h 3393433"/>
                      <a:gd name="connsiteX493" fmla="*/ 4240733 w 7795397"/>
                      <a:gd name="connsiteY493" fmla="*/ 2448211 h 3393433"/>
                      <a:gd name="connsiteX494" fmla="*/ 4238447 w 7795397"/>
                      <a:gd name="connsiteY494" fmla="*/ 2455545 h 3393433"/>
                      <a:gd name="connsiteX495" fmla="*/ 4234542 w 7795397"/>
                      <a:gd name="connsiteY495" fmla="*/ 2448973 h 3393433"/>
                      <a:gd name="connsiteX496" fmla="*/ 4225779 w 7795397"/>
                      <a:gd name="connsiteY496" fmla="*/ 2443544 h 3393433"/>
                      <a:gd name="connsiteX497" fmla="*/ 4212730 w 7795397"/>
                      <a:gd name="connsiteY497" fmla="*/ 2439067 h 3393433"/>
                      <a:gd name="connsiteX498" fmla="*/ 4197680 w 7795397"/>
                      <a:gd name="connsiteY498" fmla="*/ 2435066 h 3393433"/>
                      <a:gd name="connsiteX499" fmla="*/ 4186631 w 7795397"/>
                      <a:gd name="connsiteY499" fmla="*/ 2431923 h 3393433"/>
                      <a:gd name="connsiteX500" fmla="*/ 4175867 w 7795397"/>
                      <a:gd name="connsiteY500" fmla="*/ 2427637 h 3393433"/>
                      <a:gd name="connsiteX501" fmla="*/ 4165390 w 7795397"/>
                      <a:gd name="connsiteY501" fmla="*/ 2422208 h 3393433"/>
                      <a:gd name="connsiteX502" fmla="*/ 4155103 w 7795397"/>
                      <a:gd name="connsiteY502" fmla="*/ 2415731 h 3393433"/>
                      <a:gd name="connsiteX503" fmla="*/ 4140530 w 7795397"/>
                      <a:gd name="connsiteY503" fmla="*/ 2406777 h 3393433"/>
                      <a:gd name="connsiteX504" fmla="*/ 4126719 w 7795397"/>
                      <a:gd name="connsiteY504" fmla="*/ 2400395 h 3393433"/>
                      <a:gd name="connsiteX505" fmla="*/ 4108145 w 7795397"/>
                      <a:gd name="connsiteY505" fmla="*/ 2400967 h 3393433"/>
                      <a:gd name="connsiteX506" fmla="*/ 4104240 w 7795397"/>
                      <a:gd name="connsiteY506" fmla="*/ 2382679 h 3393433"/>
                      <a:gd name="connsiteX507" fmla="*/ 4093191 w 7795397"/>
                      <a:gd name="connsiteY507" fmla="*/ 2370296 h 3393433"/>
                      <a:gd name="connsiteX508" fmla="*/ 4076427 w 7795397"/>
                      <a:gd name="connsiteY508" fmla="*/ 2358581 h 3393433"/>
                      <a:gd name="connsiteX509" fmla="*/ 4047566 w 7795397"/>
                      <a:gd name="connsiteY509" fmla="*/ 2345627 h 3393433"/>
                      <a:gd name="connsiteX510" fmla="*/ 4031659 w 7795397"/>
                      <a:gd name="connsiteY510" fmla="*/ 2340959 h 3393433"/>
                      <a:gd name="connsiteX511" fmla="*/ 4015276 w 7795397"/>
                      <a:gd name="connsiteY511" fmla="*/ 2338102 h 3393433"/>
                      <a:gd name="connsiteX512" fmla="*/ 3993750 w 7795397"/>
                      <a:gd name="connsiteY512" fmla="*/ 2338578 h 3393433"/>
                      <a:gd name="connsiteX513" fmla="*/ 3977176 w 7795397"/>
                      <a:gd name="connsiteY513" fmla="*/ 2343341 h 3393433"/>
                      <a:gd name="connsiteX514" fmla="*/ 3967080 w 7795397"/>
                      <a:gd name="connsiteY514" fmla="*/ 2350008 h 3393433"/>
                      <a:gd name="connsiteX515" fmla="*/ 3964222 w 7795397"/>
                      <a:gd name="connsiteY515" fmla="*/ 2356961 h 3393433"/>
                      <a:gd name="connsiteX516" fmla="*/ 3948030 w 7795397"/>
                      <a:gd name="connsiteY516" fmla="*/ 2348103 h 3393433"/>
                      <a:gd name="connsiteX517" fmla="*/ 3932695 w 7795397"/>
                      <a:gd name="connsiteY517" fmla="*/ 2347532 h 3393433"/>
                      <a:gd name="connsiteX518" fmla="*/ 3915645 w 7795397"/>
                      <a:gd name="connsiteY518" fmla="*/ 2349056 h 3393433"/>
                      <a:gd name="connsiteX519" fmla="*/ 3903738 w 7795397"/>
                      <a:gd name="connsiteY519" fmla="*/ 2350199 h 3393433"/>
                      <a:gd name="connsiteX520" fmla="*/ 3892689 w 7795397"/>
                      <a:gd name="connsiteY520" fmla="*/ 2349913 h 3393433"/>
                      <a:gd name="connsiteX521" fmla="*/ 3882307 w 7795397"/>
                      <a:gd name="connsiteY521" fmla="*/ 2348103 h 3393433"/>
                      <a:gd name="connsiteX522" fmla="*/ 3872401 w 7795397"/>
                      <a:gd name="connsiteY522" fmla="*/ 2344769 h 3393433"/>
                      <a:gd name="connsiteX523" fmla="*/ 3859161 w 7795397"/>
                      <a:gd name="connsiteY523" fmla="*/ 2339150 h 3393433"/>
                      <a:gd name="connsiteX524" fmla="*/ 3847255 w 7795397"/>
                      <a:gd name="connsiteY524" fmla="*/ 2334387 h 3393433"/>
                      <a:gd name="connsiteX525" fmla="*/ 3837635 w 7795397"/>
                      <a:gd name="connsiteY525" fmla="*/ 2331911 h 3393433"/>
                      <a:gd name="connsiteX526" fmla="*/ 3830586 w 7795397"/>
                      <a:gd name="connsiteY526" fmla="*/ 2333530 h 3393433"/>
                      <a:gd name="connsiteX527" fmla="*/ 3833539 w 7795397"/>
                      <a:gd name="connsiteY527" fmla="*/ 2326958 h 3393433"/>
                      <a:gd name="connsiteX528" fmla="*/ 3833063 w 7795397"/>
                      <a:gd name="connsiteY528" fmla="*/ 2317147 h 3393433"/>
                      <a:gd name="connsiteX529" fmla="*/ 3831253 w 7795397"/>
                      <a:gd name="connsiteY529" fmla="*/ 2305050 h 3393433"/>
                      <a:gd name="connsiteX530" fmla="*/ 3830015 w 7795397"/>
                      <a:gd name="connsiteY530" fmla="*/ 2298287 h 3393433"/>
                      <a:gd name="connsiteX531" fmla="*/ 3828777 w 7795397"/>
                      <a:gd name="connsiteY531" fmla="*/ 2290953 h 3393433"/>
                      <a:gd name="connsiteX532" fmla="*/ 3827920 w 7795397"/>
                      <a:gd name="connsiteY532" fmla="*/ 2267903 h 3393433"/>
                      <a:gd name="connsiteX533" fmla="*/ 3831253 w 7795397"/>
                      <a:gd name="connsiteY533" fmla="*/ 2243137 h 3393433"/>
                      <a:gd name="connsiteX534" fmla="*/ 3834492 w 7795397"/>
                      <a:gd name="connsiteY534" fmla="*/ 2210753 h 3393433"/>
                      <a:gd name="connsiteX535" fmla="*/ 3827443 w 7795397"/>
                      <a:gd name="connsiteY535" fmla="*/ 2194179 h 3393433"/>
                      <a:gd name="connsiteX536" fmla="*/ 3834301 w 7795397"/>
                      <a:gd name="connsiteY536" fmla="*/ 2191988 h 3393433"/>
                      <a:gd name="connsiteX537" fmla="*/ 3841636 w 7795397"/>
                      <a:gd name="connsiteY537" fmla="*/ 2184083 h 3393433"/>
                      <a:gd name="connsiteX538" fmla="*/ 3856495 w 7795397"/>
                      <a:gd name="connsiteY538" fmla="*/ 2153507 h 3393433"/>
                      <a:gd name="connsiteX539" fmla="*/ 3862495 w 7795397"/>
                      <a:gd name="connsiteY539" fmla="*/ 2120551 h 3393433"/>
                      <a:gd name="connsiteX540" fmla="*/ 3854780 w 7795397"/>
                      <a:gd name="connsiteY540" fmla="*/ 2083499 h 3393433"/>
                      <a:gd name="connsiteX541" fmla="*/ 3840493 w 7795397"/>
                      <a:gd name="connsiteY541" fmla="*/ 2064258 h 3393433"/>
                      <a:gd name="connsiteX542" fmla="*/ 3825443 w 7795397"/>
                      <a:gd name="connsiteY542" fmla="*/ 2053971 h 3393433"/>
                      <a:gd name="connsiteX543" fmla="*/ 3813537 w 7795397"/>
                      <a:gd name="connsiteY543" fmla="*/ 2050923 h 3393433"/>
                      <a:gd name="connsiteX544" fmla="*/ 3806869 w 7795397"/>
                      <a:gd name="connsiteY544" fmla="*/ 2053400 h 3393433"/>
                      <a:gd name="connsiteX545" fmla="*/ 3807441 w 7795397"/>
                      <a:gd name="connsiteY545" fmla="*/ 2046351 h 3393433"/>
                      <a:gd name="connsiteX546" fmla="*/ 3803631 w 7795397"/>
                      <a:gd name="connsiteY546" fmla="*/ 2037112 h 3393433"/>
                      <a:gd name="connsiteX547" fmla="*/ 3800964 w 7795397"/>
                      <a:gd name="connsiteY547" fmla="*/ 2031968 h 3393433"/>
                      <a:gd name="connsiteX548" fmla="*/ 3798297 w 7795397"/>
                      <a:gd name="connsiteY548" fmla="*/ 2026634 h 3393433"/>
                      <a:gd name="connsiteX549" fmla="*/ 3794106 w 7795397"/>
                      <a:gd name="connsiteY549" fmla="*/ 2016157 h 3393433"/>
                      <a:gd name="connsiteX550" fmla="*/ 3793629 w 7795397"/>
                      <a:gd name="connsiteY550" fmla="*/ 1998535 h 3393433"/>
                      <a:gd name="connsiteX551" fmla="*/ 3800964 w 7795397"/>
                      <a:gd name="connsiteY551" fmla="*/ 1975771 h 3393433"/>
                      <a:gd name="connsiteX552" fmla="*/ 3806869 w 7795397"/>
                      <a:gd name="connsiteY552" fmla="*/ 1957483 h 3393433"/>
                      <a:gd name="connsiteX553" fmla="*/ 3808584 w 7795397"/>
                      <a:gd name="connsiteY553" fmla="*/ 1938814 h 3393433"/>
                      <a:gd name="connsiteX554" fmla="*/ 3804012 w 7795397"/>
                      <a:gd name="connsiteY554" fmla="*/ 1924336 h 3393433"/>
                      <a:gd name="connsiteX555" fmla="*/ 3797154 w 7795397"/>
                      <a:gd name="connsiteY555" fmla="*/ 1920716 h 3393433"/>
                      <a:gd name="connsiteX556" fmla="*/ 3800487 w 7795397"/>
                      <a:gd name="connsiteY556" fmla="*/ 1913573 h 3393433"/>
                      <a:gd name="connsiteX557" fmla="*/ 3794011 w 7795397"/>
                      <a:gd name="connsiteY557" fmla="*/ 1898618 h 3393433"/>
                      <a:gd name="connsiteX558" fmla="*/ 3777246 w 7795397"/>
                      <a:gd name="connsiteY558" fmla="*/ 1885760 h 3393433"/>
                      <a:gd name="connsiteX559" fmla="*/ 3765721 w 7795397"/>
                      <a:gd name="connsiteY559" fmla="*/ 1881664 h 3393433"/>
                      <a:gd name="connsiteX560" fmla="*/ 3752577 w 7795397"/>
                      <a:gd name="connsiteY560" fmla="*/ 1880044 h 3393433"/>
                      <a:gd name="connsiteX561" fmla="*/ 3717144 w 7795397"/>
                      <a:gd name="connsiteY561" fmla="*/ 1887665 h 3393433"/>
                      <a:gd name="connsiteX562" fmla="*/ 3688854 w 7795397"/>
                      <a:gd name="connsiteY562" fmla="*/ 1904333 h 3393433"/>
                      <a:gd name="connsiteX563" fmla="*/ 3673900 w 7795397"/>
                      <a:gd name="connsiteY563" fmla="*/ 1918526 h 3393433"/>
                      <a:gd name="connsiteX564" fmla="*/ 3664566 w 7795397"/>
                      <a:gd name="connsiteY564" fmla="*/ 1932242 h 3393433"/>
                      <a:gd name="connsiteX565" fmla="*/ 3660851 w 7795397"/>
                      <a:gd name="connsiteY565" fmla="*/ 1943386 h 3393433"/>
                      <a:gd name="connsiteX566" fmla="*/ 3662661 w 7795397"/>
                      <a:gd name="connsiteY566" fmla="*/ 1950053 h 3393433"/>
                      <a:gd name="connsiteX567" fmla="*/ 3645420 w 7795397"/>
                      <a:gd name="connsiteY567" fmla="*/ 1954625 h 3393433"/>
                      <a:gd name="connsiteX568" fmla="*/ 3621608 w 7795397"/>
                      <a:gd name="connsiteY568" fmla="*/ 1980724 h 3393433"/>
                      <a:gd name="connsiteX569" fmla="*/ 3592652 w 7795397"/>
                      <a:gd name="connsiteY569" fmla="*/ 2031111 h 3393433"/>
                      <a:gd name="connsiteX570" fmla="*/ 3585699 w 7795397"/>
                      <a:gd name="connsiteY570" fmla="*/ 2081403 h 3393433"/>
                      <a:gd name="connsiteX571" fmla="*/ 3570745 w 7795397"/>
                      <a:gd name="connsiteY571" fmla="*/ 2090737 h 3393433"/>
                      <a:gd name="connsiteX572" fmla="*/ 3555123 w 7795397"/>
                      <a:gd name="connsiteY572" fmla="*/ 2121884 h 3393433"/>
                      <a:gd name="connsiteX573" fmla="*/ 3539884 w 7795397"/>
                      <a:gd name="connsiteY573" fmla="*/ 2177891 h 3393433"/>
                      <a:gd name="connsiteX574" fmla="*/ 3538074 w 7795397"/>
                      <a:gd name="connsiteY574" fmla="*/ 2213039 h 3393433"/>
                      <a:gd name="connsiteX575" fmla="*/ 3546456 w 7795397"/>
                      <a:gd name="connsiteY575" fmla="*/ 2228374 h 3393433"/>
                      <a:gd name="connsiteX576" fmla="*/ 3527215 w 7795397"/>
                      <a:gd name="connsiteY576" fmla="*/ 2274761 h 3393433"/>
                      <a:gd name="connsiteX577" fmla="*/ 3523691 w 7795397"/>
                      <a:gd name="connsiteY577" fmla="*/ 2331339 h 3393433"/>
                      <a:gd name="connsiteX578" fmla="*/ 3536550 w 7795397"/>
                      <a:gd name="connsiteY578" fmla="*/ 2379726 h 3393433"/>
                      <a:gd name="connsiteX579" fmla="*/ 3521595 w 7795397"/>
                      <a:gd name="connsiteY579" fmla="*/ 2427351 h 3393433"/>
                      <a:gd name="connsiteX580" fmla="*/ 3521881 w 7795397"/>
                      <a:gd name="connsiteY580" fmla="*/ 2483644 h 3393433"/>
                      <a:gd name="connsiteX581" fmla="*/ 3537121 w 7795397"/>
                      <a:gd name="connsiteY581" fmla="*/ 2531078 h 3393433"/>
                      <a:gd name="connsiteX582" fmla="*/ 3524072 w 7795397"/>
                      <a:gd name="connsiteY582" fmla="*/ 2579084 h 3393433"/>
                      <a:gd name="connsiteX583" fmla="*/ 3525882 w 7795397"/>
                      <a:gd name="connsiteY583" fmla="*/ 2635091 h 3393433"/>
                      <a:gd name="connsiteX584" fmla="*/ 3541788 w 7795397"/>
                      <a:gd name="connsiteY584" fmla="*/ 2682145 h 3393433"/>
                      <a:gd name="connsiteX585" fmla="*/ 3529025 w 7795397"/>
                      <a:gd name="connsiteY585" fmla="*/ 2730151 h 3393433"/>
                      <a:gd name="connsiteX586" fmla="*/ 3530454 w 7795397"/>
                      <a:gd name="connsiteY586" fmla="*/ 2785967 h 3393433"/>
                      <a:gd name="connsiteX587" fmla="*/ 3545598 w 7795397"/>
                      <a:gd name="connsiteY587" fmla="*/ 2833211 h 3393433"/>
                      <a:gd name="connsiteX588" fmla="*/ 3531502 w 7795397"/>
                      <a:gd name="connsiteY588" fmla="*/ 2880646 h 3393433"/>
                      <a:gd name="connsiteX589" fmla="*/ 3530644 w 7795397"/>
                      <a:gd name="connsiteY589" fmla="*/ 2936081 h 3393433"/>
                      <a:gd name="connsiteX590" fmla="*/ 3543122 w 7795397"/>
                      <a:gd name="connsiteY590" fmla="*/ 2983897 h 3393433"/>
                      <a:gd name="connsiteX591" fmla="*/ 3525405 w 7795397"/>
                      <a:gd name="connsiteY591" fmla="*/ 3029903 h 3393433"/>
                      <a:gd name="connsiteX592" fmla="*/ 3519119 w 7795397"/>
                      <a:gd name="connsiteY592" fmla="*/ 3084386 h 3393433"/>
                      <a:gd name="connsiteX593" fmla="*/ 3525501 w 7795397"/>
                      <a:gd name="connsiteY593" fmla="*/ 3132963 h 3393433"/>
                      <a:gd name="connsiteX594" fmla="*/ 3512452 w 7795397"/>
                      <a:gd name="connsiteY594" fmla="*/ 3144203 h 3393433"/>
                      <a:gd name="connsiteX595" fmla="*/ 3500069 w 7795397"/>
                      <a:gd name="connsiteY595" fmla="*/ 3174587 h 3393433"/>
                      <a:gd name="connsiteX596" fmla="*/ 3491782 w 7795397"/>
                      <a:gd name="connsiteY596" fmla="*/ 3200019 h 3393433"/>
                      <a:gd name="connsiteX597" fmla="*/ 3481781 w 7795397"/>
                      <a:gd name="connsiteY597" fmla="*/ 3224498 h 3393433"/>
                      <a:gd name="connsiteX598" fmla="*/ 3475304 w 7795397"/>
                      <a:gd name="connsiteY598" fmla="*/ 3240691 h 3393433"/>
                      <a:gd name="connsiteX599" fmla="*/ 3471208 w 7795397"/>
                      <a:gd name="connsiteY599" fmla="*/ 3254693 h 3393433"/>
                      <a:gd name="connsiteX600" fmla="*/ 3473018 w 7795397"/>
                      <a:gd name="connsiteY600" fmla="*/ 3271552 h 3393433"/>
                      <a:gd name="connsiteX601" fmla="*/ 3456826 w 7795397"/>
                      <a:gd name="connsiteY601" fmla="*/ 3276600 h 3393433"/>
                      <a:gd name="connsiteX602" fmla="*/ 3445681 w 7795397"/>
                      <a:gd name="connsiteY602" fmla="*/ 3285554 h 3393433"/>
                      <a:gd name="connsiteX603" fmla="*/ 3433489 w 7795397"/>
                      <a:gd name="connsiteY603" fmla="*/ 3297079 h 3393433"/>
                      <a:gd name="connsiteX604" fmla="*/ 3414535 w 7795397"/>
                      <a:gd name="connsiteY604" fmla="*/ 3313557 h 3393433"/>
                      <a:gd name="connsiteX605" fmla="*/ 3404247 w 7795397"/>
                      <a:gd name="connsiteY605" fmla="*/ 3320701 h 3393433"/>
                      <a:gd name="connsiteX606" fmla="*/ 3393484 w 7795397"/>
                      <a:gd name="connsiteY606" fmla="*/ 3327082 h 3393433"/>
                      <a:gd name="connsiteX607" fmla="*/ 3386055 w 7795397"/>
                      <a:gd name="connsiteY607" fmla="*/ 3331369 h 3393433"/>
                      <a:gd name="connsiteX608" fmla="*/ 3379102 w 7795397"/>
                      <a:gd name="connsiteY608" fmla="*/ 3335369 h 3393433"/>
                      <a:gd name="connsiteX609" fmla="*/ 3367386 w 7795397"/>
                      <a:gd name="connsiteY609" fmla="*/ 3343370 h 3393433"/>
                      <a:gd name="connsiteX610" fmla="*/ 3357956 w 7795397"/>
                      <a:gd name="connsiteY610" fmla="*/ 3357467 h 3393433"/>
                      <a:gd name="connsiteX611" fmla="*/ 3352908 w 7795397"/>
                      <a:gd name="connsiteY611" fmla="*/ 3352800 h 3393433"/>
                      <a:gd name="connsiteX612" fmla="*/ 3342430 w 7795397"/>
                      <a:gd name="connsiteY612" fmla="*/ 3350419 h 3393433"/>
                      <a:gd name="connsiteX613" fmla="*/ 3328047 w 7795397"/>
                      <a:gd name="connsiteY613" fmla="*/ 3349847 h 3393433"/>
                      <a:gd name="connsiteX614" fmla="*/ 3310903 w 7795397"/>
                      <a:gd name="connsiteY614" fmla="*/ 3350705 h 3393433"/>
                      <a:gd name="connsiteX615" fmla="*/ 3297948 w 7795397"/>
                      <a:gd name="connsiteY615" fmla="*/ 3351562 h 3393433"/>
                      <a:gd name="connsiteX616" fmla="*/ 3284804 w 7795397"/>
                      <a:gd name="connsiteY616" fmla="*/ 3351657 h 3393433"/>
                      <a:gd name="connsiteX617" fmla="*/ 3258420 w 7795397"/>
                      <a:gd name="connsiteY617" fmla="*/ 3350609 h 3393433"/>
                      <a:gd name="connsiteX618" fmla="*/ 3241084 w 7795397"/>
                      <a:gd name="connsiteY618" fmla="*/ 3349943 h 3393433"/>
                      <a:gd name="connsiteX619" fmla="*/ 3226606 w 7795397"/>
                      <a:gd name="connsiteY619" fmla="*/ 3350800 h 3393433"/>
                      <a:gd name="connsiteX620" fmla="*/ 3211271 w 7795397"/>
                      <a:gd name="connsiteY620" fmla="*/ 3358610 h 3393433"/>
                      <a:gd name="connsiteX621" fmla="*/ 3201270 w 7795397"/>
                      <a:gd name="connsiteY621" fmla="*/ 3344704 h 3393433"/>
                      <a:gd name="connsiteX622" fmla="*/ 3189268 w 7795397"/>
                      <a:gd name="connsiteY622" fmla="*/ 3336893 h 3393433"/>
                      <a:gd name="connsiteX623" fmla="*/ 3174504 w 7795397"/>
                      <a:gd name="connsiteY623" fmla="*/ 3329083 h 3393433"/>
                      <a:gd name="connsiteX624" fmla="*/ 3163551 w 7795397"/>
                      <a:gd name="connsiteY624" fmla="*/ 3323177 h 3393433"/>
                      <a:gd name="connsiteX625" fmla="*/ 3153073 w 7795397"/>
                      <a:gd name="connsiteY625" fmla="*/ 3316510 h 3393433"/>
                      <a:gd name="connsiteX626" fmla="*/ 3133737 w 7795397"/>
                      <a:gd name="connsiteY626" fmla="*/ 3301175 h 3393433"/>
                      <a:gd name="connsiteX627" fmla="*/ 3121450 w 7795397"/>
                      <a:gd name="connsiteY627" fmla="*/ 3290221 h 3393433"/>
                      <a:gd name="connsiteX628" fmla="*/ 3110211 w 7795397"/>
                      <a:gd name="connsiteY628" fmla="*/ 3281744 h 3393433"/>
                      <a:gd name="connsiteX629" fmla="*/ 3093637 w 7795397"/>
                      <a:gd name="connsiteY629" fmla="*/ 3277267 h 3393433"/>
                      <a:gd name="connsiteX630" fmla="*/ 3096399 w 7795397"/>
                      <a:gd name="connsiteY630" fmla="*/ 3260122 h 3393433"/>
                      <a:gd name="connsiteX631" fmla="*/ 3092970 w 7795397"/>
                      <a:gd name="connsiteY631" fmla="*/ 3246215 h 3393433"/>
                      <a:gd name="connsiteX632" fmla="*/ 3087351 w 7795397"/>
                      <a:gd name="connsiteY632" fmla="*/ 3230213 h 3393433"/>
                      <a:gd name="connsiteX633" fmla="*/ 3078969 w 7795397"/>
                      <a:gd name="connsiteY633" fmla="*/ 3205734 h 3393433"/>
                      <a:gd name="connsiteX634" fmla="*/ 3072778 w 7795397"/>
                      <a:gd name="connsiteY634" fmla="*/ 3180207 h 3393433"/>
                      <a:gd name="connsiteX635" fmla="*/ 3068396 w 7795397"/>
                      <a:gd name="connsiteY635" fmla="*/ 3163253 h 3393433"/>
                      <a:gd name="connsiteX636" fmla="*/ 3062871 w 7795397"/>
                      <a:gd name="connsiteY636" fmla="*/ 3149441 h 3393433"/>
                      <a:gd name="connsiteX637" fmla="*/ 3050013 w 7795397"/>
                      <a:gd name="connsiteY637" fmla="*/ 3137154 h 3393433"/>
                      <a:gd name="connsiteX638" fmla="*/ 3060395 w 7795397"/>
                      <a:gd name="connsiteY638" fmla="*/ 3122581 h 3393433"/>
                      <a:gd name="connsiteX639" fmla="*/ 3063062 w 7795397"/>
                      <a:gd name="connsiteY639" fmla="*/ 3107817 h 3393433"/>
                      <a:gd name="connsiteX640" fmla="*/ 3063919 w 7795397"/>
                      <a:gd name="connsiteY640" fmla="*/ 3089910 h 3393433"/>
                      <a:gd name="connsiteX641" fmla="*/ 3065443 w 7795397"/>
                      <a:gd name="connsiteY641" fmla="*/ 3035713 h 3393433"/>
                      <a:gd name="connsiteX642" fmla="*/ 3052775 w 7795397"/>
                      <a:gd name="connsiteY642" fmla="*/ 2987707 h 3393433"/>
                      <a:gd name="connsiteX643" fmla="*/ 3075635 w 7795397"/>
                      <a:gd name="connsiteY643" fmla="*/ 2943320 h 3393433"/>
                      <a:gd name="connsiteX644" fmla="*/ 3085160 w 7795397"/>
                      <a:gd name="connsiteY644" fmla="*/ 2889123 h 3393433"/>
                      <a:gd name="connsiteX645" fmla="*/ 3077826 w 7795397"/>
                      <a:gd name="connsiteY645" fmla="*/ 2839498 h 3393433"/>
                      <a:gd name="connsiteX646" fmla="*/ 3105734 w 7795397"/>
                      <a:gd name="connsiteY646" fmla="*/ 2797588 h 3393433"/>
                      <a:gd name="connsiteX647" fmla="*/ 3120021 w 7795397"/>
                      <a:gd name="connsiteY647" fmla="*/ 2744153 h 3393433"/>
                      <a:gd name="connsiteX648" fmla="*/ 3115830 w 7795397"/>
                      <a:gd name="connsiteY648" fmla="*/ 2693765 h 3393433"/>
                      <a:gd name="connsiteX649" fmla="*/ 3147168 w 7795397"/>
                      <a:gd name="connsiteY649" fmla="*/ 2653856 h 3393433"/>
                      <a:gd name="connsiteX650" fmla="*/ 3164598 w 7795397"/>
                      <a:gd name="connsiteY650" fmla="*/ 2601182 h 3393433"/>
                      <a:gd name="connsiteX651" fmla="*/ 3162503 w 7795397"/>
                      <a:gd name="connsiteY651" fmla="*/ 2550414 h 3393433"/>
                      <a:gd name="connsiteX652" fmla="*/ 3196412 w 7795397"/>
                      <a:gd name="connsiteY652" fmla="*/ 2512219 h 3393433"/>
                      <a:gd name="connsiteX653" fmla="*/ 3216129 w 7795397"/>
                      <a:gd name="connsiteY653" fmla="*/ 2460308 h 3393433"/>
                      <a:gd name="connsiteX654" fmla="*/ 3215367 w 7795397"/>
                      <a:gd name="connsiteY654" fmla="*/ 2409158 h 3393433"/>
                      <a:gd name="connsiteX655" fmla="*/ 3251371 w 7795397"/>
                      <a:gd name="connsiteY655" fmla="*/ 2372487 h 3393433"/>
                      <a:gd name="connsiteX656" fmla="*/ 3272898 w 7795397"/>
                      <a:gd name="connsiteY656" fmla="*/ 2321147 h 3393433"/>
                      <a:gd name="connsiteX657" fmla="*/ 3272993 w 7795397"/>
                      <a:gd name="connsiteY657" fmla="*/ 2269712 h 3393433"/>
                      <a:gd name="connsiteX658" fmla="*/ 3310807 w 7795397"/>
                      <a:gd name="connsiteY658" fmla="*/ 2234375 h 3393433"/>
                      <a:gd name="connsiteX659" fmla="*/ 3333477 w 7795397"/>
                      <a:gd name="connsiteY659" fmla="*/ 2183416 h 3393433"/>
                      <a:gd name="connsiteX660" fmla="*/ 3333858 w 7795397"/>
                      <a:gd name="connsiteY660" fmla="*/ 2131600 h 3393433"/>
                      <a:gd name="connsiteX661" fmla="*/ 3373101 w 7795397"/>
                      <a:gd name="connsiteY661" fmla="*/ 2097119 h 3393433"/>
                      <a:gd name="connsiteX662" fmla="*/ 3396437 w 7795397"/>
                      <a:gd name="connsiteY662" fmla="*/ 2046065 h 3393433"/>
                      <a:gd name="connsiteX663" fmla="*/ 3395770 w 7795397"/>
                      <a:gd name="connsiteY663" fmla="*/ 1993678 h 3393433"/>
                      <a:gd name="connsiteX664" fmla="*/ 3435299 w 7795397"/>
                      <a:gd name="connsiteY664" fmla="*/ 1958721 h 3393433"/>
                      <a:gd name="connsiteX665" fmla="*/ 3457397 w 7795397"/>
                      <a:gd name="connsiteY665" fmla="*/ 1906905 h 3393433"/>
                      <a:gd name="connsiteX666" fmla="*/ 3454159 w 7795397"/>
                      <a:gd name="connsiteY666" fmla="*/ 1854041 h 3393433"/>
                      <a:gd name="connsiteX667" fmla="*/ 3493306 w 7795397"/>
                      <a:gd name="connsiteY667" fmla="*/ 1817751 h 3393433"/>
                      <a:gd name="connsiteX668" fmla="*/ 3513118 w 7795397"/>
                      <a:gd name="connsiteY668" fmla="*/ 1764697 h 3393433"/>
                      <a:gd name="connsiteX669" fmla="*/ 3506165 w 7795397"/>
                      <a:gd name="connsiteY669" fmla="*/ 1711547 h 3393433"/>
                      <a:gd name="connsiteX670" fmla="*/ 3543789 w 7795397"/>
                      <a:gd name="connsiteY670" fmla="*/ 1672590 h 3393433"/>
                      <a:gd name="connsiteX671" fmla="*/ 3559029 w 7795397"/>
                      <a:gd name="connsiteY671" fmla="*/ 1616964 h 3393433"/>
                      <a:gd name="connsiteX672" fmla="*/ 3544741 w 7795397"/>
                      <a:gd name="connsiteY672" fmla="*/ 1564100 h 3393433"/>
                      <a:gd name="connsiteX673" fmla="*/ 3576078 w 7795397"/>
                      <a:gd name="connsiteY673" fmla="*/ 1517618 h 3393433"/>
                      <a:gd name="connsiteX674" fmla="*/ 3573793 w 7795397"/>
                      <a:gd name="connsiteY674" fmla="*/ 1452943 h 3393433"/>
                      <a:gd name="connsiteX675" fmla="*/ 3565791 w 7795397"/>
                      <a:gd name="connsiteY675" fmla="*/ 1430274 h 3393433"/>
                      <a:gd name="connsiteX676" fmla="*/ 3559410 w 7795397"/>
                      <a:gd name="connsiteY676" fmla="*/ 1420940 h 3393433"/>
                      <a:gd name="connsiteX677" fmla="*/ 3552076 w 7795397"/>
                      <a:gd name="connsiteY677" fmla="*/ 1413701 h 3393433"/>
                      <a:gd name="connsiteX678" fmla="*/ 3537407 w 7795397"/>
                      <a:gd name="connsiteY678" fmla="*/ 1406843 h 3393433"/>
                      <a:gd name="connsiteX679" fmla="*/ 3526644 w 7795397"/>
                      <a:gd name="connsiteY679" fmla="*/ 1409986 h 3393433"/>
                      <a:gd name="connsiteX680" fmla="*/ 3530549 w 7795397"/>
                      <a:gd name="connsiteY680" fmla="*/ 1399413 h 3393433"/>
                      <a:gd name="connsiteX681" fmla="*/ 3524072 w 7795397"/>
                      <a:gd name="connsiteY681" fmla="*/ 1383792 h 3393433"/>
                      <a:gd name="connsiteX682" fmla="*/ 3508165 w 7795397"/>
                      <a:gd name="connsiteY682" fmla="*/ 1369409 h 3393433"/>
                      <a:gd name="connsiteX683" fmla="*/ 3497402 w 7795397"/>
                      <a:gd name="connsiteY683" fmla="*/ 1363885 h 3393433"/>
                      <a:gd name="connsiteX684" fmla="*/ 3484638 w 7795397"/>
                      <a:gd name="connsiteY684" fmla="*/ 1359884 h 3393433"/>
                      <a:gd name="connsiteX685" fmla="*/ 3464445 w 7795397"/>
                      <a:gd name="connsiteY685" fmla="*/ 1357693 h 3393433"/>
                      <a:gd name="connsiteX686" fmla="*/ 3454063 w 7795397"/>
                      <a:gd name="connsiteY686" fmla="*/ 1357789 h 3393433"/>
                      <a:gd name="connsiteX687" fmla="*/ 3443871 w 7795397"/>
                      <a:gd name="connsiteY687" fmla="*/ 1359122 h 3393433"/>
                      <a:gd name="connsiteX688" fmla="*/ 3406629 w 7795397"/>
                      <a:gd name="connsiteY688" fmla="*/ 1371124 h 3393433"/>
                      <a:gd name="connsiteX689" fmla="*/ 3387674 w 7795397"/>
                      <a:gd name="connsiteY689" fmla="*/ 1384935 h 3393433"/>
                      <a:gd name="connsiteX690" fmla="*/ 3376911 w 7795397"/>
                      <a:gd name="connsiteY690" fmla="*/ 1400175 h 3393433"/>
                      <a:gd name="connsiteX691" fmla="*/ 3373863 w 7795397"/>
                      <a:gd name="connsiteY691" fmla="*/ 1413986 h 3393433"/>
                      <a:gd name="connsiteX692" fmla="*/ 3377959 w 7795397"/>
                      <a:gd name="connsiteY692" fmla="*/ 1424464 h 3393433"/>
                      <a:gd name="connsiteX693" fmla="*/ 3353955 w 7795397"/>
                      <a:gd name="connsiteY693" fmla="*/ 1420654 h 3393433"/>
                      <a:gd name="connsiteX694" fmla="*/ 3323476 w 7795397"/>
                      <a:gd name="connsiteY694" fmla="*/ 1440466 h 3393433"/>
                      <a:gd name="connsiteX695" fmla="*/ 3285756 w 7795397"/>
                      <a:gd name="connsiteY695" fmla="*/ 1481709 h 3393433"/>
                      <a:gd name="connsiteX696" fmla="*/ 3269373 w 7795397"/>
                      <a:gd name="connsiteY696" fmla="*/ 1510570 h 3393433"/>
                      <a:gd name="connsiteX697" fmla="*/ 3273755 w 7795397"/>
                      <a:gd name="connsiteY697" fmla="*/ 1534192 h 3393433"/>
                      <a:gd name="connsiteX698" fmla="*/ 3250323 w 7795397"/>
                      <a:gd name="connsiteY698" fmla="*/ 1528762 h 3393433"/>
                      <a:gd name="connsiteX699" fmla="*/ 3235845 w 7795397"/>
                      <a:gd name="connsiteY699" fmla="*/ 1533239 h 3393433"/>
                      <a:gd name="connsiteX700" fmla="*/ 3221463 w 7795397"/>
                      <a:gd name="connsiteY700" fmla="*/ 1541621 h 3393433"/>
                      <a:gd name="connsiteX701" fmla="*/ 3211557 w 7795397"/>
                      <a:gd name="connsiteY701" fmla="*/ 1548670 h 3393433"/>
                      <a:gd name="connsiteX702" fmla="*/ 3201460 w 7795397"/>
                      <a:gd name="connsiteY702" fmla="*/ 1555052 h 3393433"/>
                      <a:gd name="connsiteX703" fmla="*/ 3180791 w 7795397"/>
                      <a:gd name="connsiteY703" fmla="*/ 1565719 h 3393433"/>
                      <a:gd name="connsiteX704" fmla="*/ 3167646 w 7795397"/>
                      <a:gd name="connsiteY704" fmla="*/ 1573435 h 3393433"/>
                      <a:gd name="connsiteX705" fmla="*/ 3157550 w 7795397"/>
                      <a:gd name="connsiteY705" fmla="*/ 1583055 h 3393433"/>
                      <a:gd name="connsiteX706" fmla="*/ 3150311 w 7795397"/>
                      <a:gd name="connsiteY706" fmla="*/ 1606010 h 3393433"/>
                      <a:gd name="connsiteX707" fmla="*/ 3144691 w 7795397"/>
                      <a:gd name="connsiteY707" fmla="*/ 1595437 h 3393433"/>
                      <a:gd name="connsiteX708" fmla="*/ 3134499 w 7795397"/>
                      <a:gd name="connsiteY708" fmla="*/ 1587722 h 3393433"/>
                      <a:gd name="connsiteX709" fmla="*/ 3121450 w 7795397"/>
                      <a:gd name="connsiteY709" fmla="*/ 1582579 h 3393433"/>
                      <a:gd name="connsiteX710" fmla="*/ 3106305 w 7795397"/>
                      <a:gd name="connsiteY710" fmla="*/ 1580293 h 3393433"/>
                      <a:gd name="connsiteX711" fmla="*/ 3082398 w 7795397"/>
                      <a:gd name="connsiteY711" fmla="*/ 1578293 h 3393433"/>
                      <a:gd name="connsiteX712" fmla="*/ 3058966 w 7795397"/>
                      <a:gd name="connsiteY712" fmla="*/ 1573911 h 3393433"/>
                      <a:gd name="connsiteX713" fmla="*/ 3043155 w 7795397"/>
                      <a:gd name="connsiteY713" fmla="*/ 1572006 h 3393433"/>
                      <a:gd name="connsiteX714" fmla="*/ 3028772 w 7795397"/>
                      <a:gd name="connsiteY714" fmla="*/ 1573816 h 3393433"/>
                      <a:gd name="connsiteX715" fmla="*/ 3008960 w 7795397"/>
                      <a:gd name="connsiteY715" fmla="*/ 1589246 h 3393433"/>
                      <a:gd name="connsiteX716" fmla="*/ 3006103 w 7795397"/>
                      <a:gd name="connsiteY716" fmla="*/ 1564100 h 3393433"/>
                      <a:gd name="connsiteX717" fmla="*/ 2997339 w 7795397"/>
                      <a:gd name="connsiteY717" fmla="*/ 1552194 h 3393433"/>
                      <a:gd name="connsiteX718" fmla="*/ 2984766 w 7795397"/>
                      <a:gd name="connsiteY718" fmla="*/ 1542002 h 3393433"/>
                      <a:gd name="connsiteX719" fmla="*/ 2964764 w 7795397"/>
                      <a:gd name="connsiteY719" fmla="*/ 1527905 h 3393433"/>
                      <a:gd name="connsiteX720" fmla="*/ 2945523 w 7795397"/>
                      <a:gd name="connsiteY720" fmla="*/ 1512094 h 3393433"/>
                      <a:gd name="connsiteX721" fmla="*/ 2931522 w 7795397"/>
                      <a:gd name="connsiteY721" fmla="*/ 1502664 h 3393433"/>
                      <a:gd name="connsiteX722" fmla="*/ 2916853 w 7795397"/>
                      <a:gd name="connsiteY722" fmla="*/ 1497711 h 3393433"/>
                      <a:gd name="connsiteX723" fmla="*/ 2891707 w 7795397"/>
                      <a:gd name="connsiteY723" fmla="*/ 1503521 h 3393433"/>
                      <a:gd name="connsiteX724" fmla="*/ 2898756 w 7795397"/>
                      <a:gd name="connsiteY724" fmla="*/ 1478566 h 3393433"/>
                      <a:gd name="connsiteX725" fmla="*/ 2885135 w 7795397"/>
                      <a:gd name="connsiteY725" fmla="*/ 1448181 h 3393433"/>
                      <a:gd name="connsiteX726" fmla="*/ 2852083 w 7795397"/>
                      <a:gd name="connsiteY726" fmla="*/ 1405509 h 3393433"/>
                      <a:gd name="connsiteX727" fmla="*/ 2798172 w 7795397"/>
                      <a:gd name="connsiteY727" fmla="*/ 1386935 h 3393433"/>
                      <a:gd name="connsiteX728" fmla="*/ 2795695 w 7795397"/>
                      <a:gd name="connsiteY728" fmla="*/ 1328737 h 3393433"/>
                      <a:gd name="connsiteX729" fmla="*/ 2778169 w 7795397"/>
                      <a:gd name="connsiteY729" fmla="*/ 1305782 h 3393433"/>
                      <a:gd name="connsiteX730" fmla="*/ 2759786 w 7795397"/>
                      <a:gd name="connsiteY730" fmla="*/ 1282827 h 3393433"/>
                      <a:gd name="connsiteX731" fmla="*/ 2728735 w 7795397"/>
                      <a:gd name="connsiteY731" fmla="*/ 1262443 h 3393433"/>
                      <a:gd name="connsiteX732" fmla="*/ 2701684 w 7795397"/>
                      <a:gd name="connsiteY732" fmla="*/ 1268254 h 3393433"/>
                      <a:gd name="connsiteX733" fmla="*/ 2707494 w 7795397"/>
                      <a:gd name="connsiteY733" fmla="*/ 1240917 h 3393433"/>
                      <a:gd name="connsiteX734" fmla="*/ 2699874 w 7795397"/>
                      <a:gd name="connsiteY734" fmla="*/ 1224248 h 3393433"/>
                      <a:gd name="connsiteX735" fmla="*/ 2685301 w 7795397"/>
                      <a:gd name="connsiteY735" fmla="*/ 1208723 h 3393433"/>
                      <a:gd name="connsiteX736" fmla="*/ 2672346 w 7795397"/>
                      <a:gd name="connsiteY736" fmla="*/ 1198912 h 3393433"/>
                      <a:gd name="connsiteX737" fmla="*/ 2658440 w 7795397"/>
                      <a:gd name="connsiteY737" fmla="*/ 1189863 h 3393433"/>
                      <a:gd name="connsiteX738" fmla="*/ 2628912 w 7795397"/>
                      <a:gd name="connsiteY738" fmla="*/ 1173670 h 3393433"/>
                      <a:gd name="connsiteX739" fmla="*/ 2606910 w 7795397"/>
                      <a:gd name="connsiteY739" fmla="*/ 1167765 h 3393433"/>
                      <a:gd name="connsiteX740" fmla="*/ 2587288 w 7795397"/>
                      <a:gd name="connsiteY740" fmla="*/ 1169479 h 3393433"/>
                      <a:gd name="connsiteX741" fmla="*/ 2573286 w 7795397"/>
                      <a:gd name="connsiteY741" fmla="*/ 1177195 h 3393433"/>
                      <a:gd name="connsiteX742" fmla="*/ 2566619 w 7795397"/>
                      <a:gd name="connsiteY742" fmla="*/ 1189577 h 3393433"/>
                      <a:gd name="connsiteX743" fmla="*/ 2554713 w 7795397"/>
                      <a:gd name="connsiteY743" fmla="*/ 1162907 h 3393433"/>
                      <a:gd name="connsiteX744" fmla="*/ 2537187 w 7795397"/>
                      <a:gd name="connsiteY744" fmla="*/ 1154144 h 3393433"/>
                      <a:gd name="connsiteX745" fmla="*/ 2526328 w 7795397"/>
                      <a:gd name="connsiteY745" fmla="*/ 1151573 h 3393433"/>
                      <a:gd name="connsiteX746" fmla="*/ 2515565 w 7795397"/>
                      <a:gd name="connsiteY746" fmla="*/ 1151096 h 3393433"/>
                      <a:gd name="connsiteX747" fmla="*/ 2483847 w 7795397"/>
                      <a:gd name="connsiteY747" fmla="*/ 1152906 h 3393433"/>
                      <a:gd name="connsiteX748" fmla="*/ 2467845 w 7795397"/>
                      <a:gd name="connsiteY748" fmla="*/ 1154620 h 3393433"/>
                      <a:gd name="connsiteX749" fmla="*/ 2451747 w 7795397"/>
                      <a:gd name="connsiteY749" fmla="*/ 1157573 h 3393433"/>
                      <a:gd name="connsiteX750" fmla="*/ 2440889 w 7795397"/>
                      <a:gd name="connsiteY750" fmla="*/ 1160431 h 3393433"/>
                      <a:gd name="connsiteX751" fmla="*/ 2431173 w 7795397"/>
                      <a:gd name="connsiteY751" fmla="*/ 1165193 h 3393433"/>
                      <a:gd name="connsiteX752" fmla="*/ 2416410 w 7795397"/>
                      <a:gd name="connsiteY752" fmla="*/ 1177385 h 3393433"/>
                      <a:gd name="connsiteX753" fmla="*/ 2410695 w 7795397"/>
                      <a:gd name="connsiteY753" fmla="*/ 1206341 h 3393433"/>
                      <a:gd name="connsiteX754" fmla="*/ 2401551 w 7795397"/>
                      <a:gd name="connsiteY754" fmla="*/ 1195102 h 3393433"/>
                      <a:gd name="connsiteX755" fmla="*/ 2386215 w 7795397"/>
                      <a:gd name="connsiteY755" fmla="*/ 1189768 h 3393433"/>
                      <a:gd name="connsiteX756" fmla="*/ 2366594 w 7795397"/>
                      <a:gd name="connsiteY756" fmla="*/ 1191292 h 3393433"/>
                      <a:gd name="connsiteX757" fmla="*/ 2346020 w 7795397"/>
                      <a:gd name="connsiteY757" fmla="*/ 1200721 h 3393433"/>
                      <a:gd name="connsiteX758" fmla="*/ 2319255 w 7795397"/>
                      <a:gd name="connsiteY758" fmla="*/ 1221581 h 3393433"/>
                      <a:gd name="connsiteX759" fmla="*/ 2295442 w 7795397"/>
                      <a:gd name="connsiteY759" fmla="*/ 1244727 h 3393433"/>
                      <a:gd name="connsiteX760" fmla="*/ 2283631 w 7795397"/>
                      <a:gd name="connsiteY760" fmla="*/ 1262634 h 3393433"/>
                      <a:gd name="connsiteX761" fmla="*/ 2279345 w 7795397"/>
                      <a:gd name="connsiteY761" fmla="*/ 1280732 h 3393433"/>
                      <a:gd name="connsiteX762" fmla="*/ 2291442 w 7795397"/>
                      <a:gd name="connsiteY762" fmla="*/ 1307687 h 3393433"/>
                      <a:gd name="connsiteX763" fmla="*/ 2261914 w 7795397"/>
                      <a:gd name="connsiteY763" fmla="*/ 1305401 h 3393433"/>
                      <a:gd name="connsiteX764" fmla="*/ 2233815 w 7795397"/>
                      <a:gd name="connsiteY764" fmla="*/ 1329595 h 3393433"/>
                      <a:gd name="connsiteX765" fmla="*/ 2204955 w 7795397"/>
                      <a:gd name="connsiteY765" fmla="*/ 1377315 h 3393433"/>
                      <a:gd name="connsiteX766" fmla="*/ 2198097 w 7795397"/>
                      <a:gd name="connsiteY766" fmla="*/ 1393508 h 3393433"/>
                      <a:gd name="connsiteX767" fmla="*/ 2197049 w 7795397"/>
                      <a:gd name="connsiteY767" fmla="*/ 1409510 h 3393433"/>
                      <a:gd name="connsiteX768" fmla="*/ 2211051 w 7795397"/>
                      <a:gd name="connsiteY768" fmla="*/ 1435322 h 3393433"/>
                      <a:gd name="connsiteX769" fmla="*/ 2182190 w 7795397"/>
                      <a:gd name="connsiteY769" fmla="*/ 1429798 h 3393433"/>
                      <a:gd name="connsiteX770" fmla="*/ 2167712 w 7795397"/>
                      <a:gd name="connsiteY770" fmla="*/ 1434656 h 3393433"/>
                      <a:gd name="connsiteX771" fmla="*/ 2155329 w 7795397"/>
                      <a:gd name="connsiteY771" fmla="*/ 1443418 h 3393433"/>
                      <a:gd name="connsiteX772" fmla="*/ 2147424 w 7795397"/>
                      <a:gd name="connsiteY772" fmla="*/ 1450658 h 3393433"/>
                      <a:gd name="connsiteX773" fmla="*/ 2139328 w 7795397"/>
                      <a:gd name="connsiteY773" fmla="*/ 1457230 h 3393433"/>
                      <a:gd name="connsiteX774" fmla="*/ 2131041 w 7795397"/>
                      <a:gd name="connsiteY774" fmla="*/ 1463135 h 3393433"/>
                      <a:gd name="connsiteX775" fmla="*/ 2122373 w 7795397"/>
                      <a:gd name="connsiteY775" fmla="*/ 1468184 h 3393433"/>
                      <a:gd name="connsiteX776" fmla="*/ 2111610 w 7795397"/>
                      <a:gd name="connsiteY776" fmla="*/ 1476661 h 3393433"/>
                      <a:gd name="connsiteX777" fmla="*/ 2103704 w 7795397"/>
                      <a:gd name="connsiteY777" fmla="*/ 1488186 h 3393433"/>
                      <a:gd name="connsiteX778" fmla="*/ 2099227 w 7795397"/>
                      <a:gd name="connsiteY778" fmla="*/ 1502188 h 3393433"/>
                      <a:gd name="connsiteX779" fmla="*/ 2099799 w 7795397"/>
                      <a:gd name="connsiteY779" fmla="*/ 1517237 h 3393433"/>
                      <a:gd name="connsiteX780" fmla="*/ 2082082 w 7795397"/>
                      <a:gd name="connsiteY780" fmla="*/ 1493901 h 3393433"/>
                      <a:gd name="connsiteX781" fmla="*/ 2068652 w 7795397"/>
                      <a:gd name="connsiteY781" fmla="*/ 1487424 h 3393433"/>
                      <a:gd name="connsiteX782" fmla="*/ 2053602 w 7795397"/>
                      <a:gd name="connsiteY782" fmla="*/ 1485519 h 3393433"/>
                      <a:gd name="connsiteX783" fmla="*/ 2029885 w 7795397"/>
                      <a:gd name="connsiteY783" fmla="*/ 1485519 h 3393433"/>
                      <a:gd name="connsiteX784" fmla="*/ 2005787 w 7795397"/>
                      <a:gd name="connsiteY784" fmla="*/ 1483900 h 3393433"/>
                      <a:gd name="connsiteX785" fmla="*/ 1997500 w 7795397"/>
                      <a:gd name="connsiteY785" fmla="*/ 1483900 h 3393433"/>
                      <a:gd name="connsiteX786" fmla="*/ 1989785 w 7795397"/>
                      <a:gd name="connsiteY786" fmla="*/ 1484852 h 3393433"/>
                      <a:gd name="connsiteX787" fmla="*/ 1975497 w 7795397"/>
                      <a:gd name="connsiteY787" fmla="*/ 1490853 h 3393433"/>
                      <a:gd name="connsiteX788" fmla="*/ 1957210 w 7795397"/>
                      <a:gd name="connsiteY788" fmla="*/ 1514570 h 3393433"/>
                      <a:gd name="connsiteX789" fmla="*/ 1957495 w 7795397"/>
                      <a:gd name="connsiteY789" fmla="*/ 1499140 h 3393433"/>
                      <a:gd name="connsiteX790" fmla="*/ 1952161 w 7795397"/>
                      <a:gd name="connsiteY790" fmla="*/ 1484852 h 3393433"/>
                      <a:gd name="connsiteX791" fmla="*/ 1942731 w 7795397"/>
                      <a:gd name="connsiteY791" fmla="*/ 1472946 h 3393433"/>
                      <a:gd name="connsiteX792" fmla="*/ 1929968 w 7795397"/>
                      <a:gd name="connsiteY792" fmla="*/ 1464374 h 3393433"/>
                      <a:gd name="connsiteX793" fmla="*/ 1909680 w 7795397"/>
                      <a:gd name="connsiteY793" fmla="*/ 1454372 h 3393433"/>
                      <a:gd name="connsiteX794" fmla="*/ 1890344 w 7795397"/>
                      <a:gd name="connsiteY794" fmla="*/ 1441990 h 3393433"/>
                      <a:gd name="connsiteX795" fmla="*/ 1876056 w 7795397"/>
                      <a:gd name="connsiteY795" fmla="*/ 1435322 h 3393433"/>
                      <a:gd name="connsiteX796" fmla="*/ 1860531 w 7795397"/>
                      <a:gd name="connsiteY796" fmla="*/ 1433608 h 3393433"/>
                      <a:gd name="connsiteX797" fmla="*/ 1832527 w 7795397"/>
                      <a:gd name="connsiteY797" fmla="*/ 1445990 h 3393433"/>
                      <a:gd name="connsiteX798" fmla="*/ 1841957 w 7795397"/>
                      <a:gd name="connsiteY798" fmla="*/ 1416558 h 3393433"/>
                      <a:gd name="connsiteX799" fmla="*/ 1838147 w 7795397"/>
                      <a:gd name="connsiteY799" fmla="*/ 1400746 h 3393433"/>
                      <a:gd name="connsiteX800" fmla="*/ 1828717 w 7795397"/>
                      <a:gd name="connsiteY800" fmla="*/ 1386268 h 3393433"/>
                      <a:gd name="connsiteX801" fmla="*/ 1811096 w 7795397"/>
                      <a:gd name="connsiteY801" fmla="*/ 1366457 h 3393433"/>
                      <a:gd name="connsiteX802" fmla="*/ 1793189 w 7795397"/>
                      <a:gd name="connsiteY802" fmla="*/ 1345692 h 3393433"/>
                      <a:gd name="connsiteX803" fmla="*/ 1731372 w 7795397"/>
                      <a:gd name="connsiteY803" fmla="*/ 1335691 h 3393433"/>
                      <a:gd name="connsiteX804" fmla="*/ 1742421 w 7795397"/>
                      <a:gd name="connsiteY804" fmla="*/ 1305782 h 3393433"/>
                      <a:gd name="connsiteX805" fmla="*/ 1725276 w 7795397"/>
                      <a:gd name="connsiteY805" fmla="*/ 1271492 h 3393433"/>
                      <a:gd name="connsiteX806" fmla="*/ 1701749 w 7795397"/>
                      <a:gd name="connsiteY806" fmla="*/ 1250347 h 3393433"/>
                      <a:gd name="connsiteX807" fmla="*/ 1689271 w 7795397"/>
                      <a:gd name="connsiteY807" fmla="*/ 1240155 h 3393433"/>
                      <a:gd name="connsiteX808" fmla="*/ 1676127 w 7795397"/>
                      <a:gd name="connsiteY808" fmla="*/ 1230440 h 3393433"/>
                      <a:gd name="connsiteX809" fmla="*/ 1656315 w 7795397"/>
                      <a:gd name="connsiteY809" fmla="*/ 1221010 h 3393433"/>
                      <a:gd name="connsiteX810" fmla="*/ 1636788 w 7795397"/>
                      <a:gd name="connsiteY810" fmla="*/ 1219581 h 3393433"/>
                      <a:gd name="connsiteX811" fmla="*/ 1609928 w 7795397"/>
                      <a:gd name="connsiteY811" fmla="*/ 1237678 h 3393433"/>
                      <a:gd name="connsiteX812" fmla="*/ 1607928 w 7795397"/>
                      <a:gd name="connsiteY812" fmla="*/ 1205198 h 3393433"/>
                      <a:gd name="connsiteX813" fmla="*/ 1594878 w 7795397"/>
                      <a:gd name="connsiteY813" fmla="*/ 1190435 h 3393433"/>
                      <a:gd name="connsiteX814" fmla="*/ 1575257 w 7795397"/>
                      <a:gd name="connsiteY814" fmla="*/ 1180243 h 3393433"/>
                      <a:gd name="connsiteX815" fmla="*/ 1543253 w 7795397"/>
                      <a:gd name="connsiteY815" fmla="*/ 1172051 h 3393433"/>
                      <a:gd name="connsiteX816" fmla="*/ 1511154 w 7795397"/>
                      <a:gd name="connsiteY816" fmla="*/ 1166717 h 3393433"/>
                      <a:gd name="connsiteX817" fmla="*/ 1489722 w 7795397"/>
                      <a:gd name="connsiteY817" fmla="*/ 1167670 h 3393433"/>
                      <a:gd name="connsiteX818" fmla="*/ 1472292 w 7795397"/>
                      <a:gd name="connsiteY818" fmla="*/ 1175671 h 3393433"/>
                      <a:gd name="connsiteX819" fmla="*/ 1456671 w 7795397"/>
                      <a:gd name="connsiteY819" fmla="*/ 1204246 h 3393433"/>
                      <a:gd name="connsiteX820" fmla="*/ 1440954 w 7795397"/>
                      <a:gd name="connsiteY820" fmla="*/ 1175576 h 3393433"/>
                      <a:gd name="connsiteX821" fmla="*/ 1423047 w 7795397"/>
                      <a:gd name="connsiteY821" fmla="*/ 1167575 h 3393433"/>
                      <a:gd name="connsiteX822" fmla="*/ 1400949 w 7795397"/>
                      <a:gd name="connsiteY822" fmla="*/ 1166812 h 3393433"/>
                      <a:gd name="connsiteX823" fmla="*/ 1367898 w 7795397"/>
                      <a:gd name="connsiteY823" fmla="*/ 1173099 h 3393433"/>
                      <a:gd name="connsiteX824" fmla="*/ 1335322 w 7795397"/>
                      <a:gd name="connsiteY824" fmla="*/ 1183005 h 3393433"/>
                      <a:gd name="connsiteX825" fmla="*/ 1315796 w 7795397"/>
                      <a:gd name="connsiteY825" fmla="*/ 1194530 h 3393433"/>
                      <a:gd name="connsiteX826" fmla="*/ 1303509 w 7795397"/>
                      <a:gd name="connsiteY826" fmla="*/ 1210532 h 3393433"/>
                      <a:gd name="connsiteX827" fmla="*/ 1299508 w 7795397"/>
                      <a:gd name="connsiteY827" fmla="*/ 1227582 h 3393433"/>
                      <a:gd name="connsiteX828" fmla="*/ 1304175 w 7795397"/>
                      <a:gd name="connsiteY828" fmla="*/ 1243679 h 3393433"/>
                      <a:gd name="connsiteX829" fmla="*/ 1275410 w 7795397"/>
                      <a:gd name="connsiteY829" fmla="*/ 1227106 h 3393433"/>
                      <a:gd name="connsiteX830" fmla="*/ 1255788 w 7795397"/>
                      <a:gd name="connsiteY830" fmla="*/ 1229963 h 3393433"/>
                      <a:gd name="connsiteX831" fmla="*/ 1236548 w 7795397"/>
                      <a:gd name="connsiteY831" fmla="*/ 1240822 h 3393433"/>
                      <a:gd name="connsiteX832" fmla="*/ 1212450 w 7795397"/>
                      <a:gd name="connsiteY832" fmla="*/ 1262729 h 3393433"/>
                      <a:gd name="connsiteX833" fmla="*/ 1190447 w 7795397"/>
                      <a:gd name="connsiteY833" fmla="*/ 1285780 h 3393433"/>
                      <a:gd name="connsiteX834" fmla="*/ 1179588 w 7795397"/>
                      <a:gd name="connsiteY834" fmla="*/ 1303496 h 3393433"/>
                      <a:gd name="connsiteX835" fmla="*/ 1176255 w 7795397"/>
                      <a:gd name="connsiteY835" fmla="*/ 1321879 h 3393433"/>
                      <a:gd name="connsiteX836" fmla="*/ 1190923 w 7795397"/>
                      <a:gd name="connsiteY836" fmla="*/ 1351502 h 3393433"/>
                      <a:gd name="connsiteX837" fmla="*/ 1158443 w 7795397"/>
                      <a:gd name="connsiteY837" fmla="*/ 1345597 h 3393433"/>
                      <a:gd name="connsiteX838" fmla="*/ 1128058 w 7795397"/>
                      <a:gd name="connsiteY838" fmla="*/ 1367218 h 3393433"/>
                      <a:gd name="connsiteX839" fmla="*/ 1096530 w 7795397"/>
                      <a:gd name="connsiteY839" fmla="*/ 1414177 h 3393433"/>
                      <a:gd name="connsiteX840" fmla="*/ 1105103 w 7795397"/>
                      <a:gd name="connsiteY840" fmla="*/ 1476470 h 3393433"/>
                      <a:gd name="connsiteX841" fmla="*/ 1073004 w 7795397"/>
                      <a:gd name="connsiteY841" fmla="*/ 1469803 h 3393433"/>
                      <a:gd name="connsiteX842" fmla="*/ 1057287 w 7795397"/>
                      <a:gd name="connsiteY842" fmla="*/ 1475423 h 3393433"/>
                      <a:gd name="connsiteX843" fmla="*/ 1044333 w 7795397"/>
                      <a:gd name="connsiteY843" fmla="*/ 1486091 h 3393433"/>
                      <a:gd name="connsiteX844" fmla="*/ 1028427 w 7795397"/>
                      <a:gd name="connsiteY844" fmla="*/ 1503807 h 3393433"/>
                      <a:gd name="connsiteX845" fmla="*/ 1012139 w 7795397"/>
                      <a:gd name="connsiteY845" fmla="*/ 1519047 h 3393433"/>
                      <a:gd name="connsiteX846" fmla="*/ 1007091 w 7795397"/>
                      <a:gd name="connsiteY846" fmla="*/ 1524571 h 3393433"/>
                      <a:gd name="connsiteX847" fmla="*/ 1003185 w 7795397"/>
                      <a:gd name="connsiteY847" fmla="*/ 1530477 h 3393433"/>
                      <a:gd name="connsiteX848" fmla="*/ 998804 w 7795397"/>
                      <a:gd name="connsiteY848" fmla="*/ 1544574 h 3393433"/>
                      <a:gd name="connsiteX849" fmla="*/ 1003757 w 7795397"/>
                      <a:gd name="connsiteY849" fmla="*/ 1576578 h 3393433"/>
                      <a:gd name="connsiteX850" fmla="*/ 979944 w 7795397"/>
                      <a:gd name="connsiteY850" fmla="*/ 1554575 h 3393433"/>
                      <a:gd name="connsiteX851" fmla="*/ 973182 w 7795397"/>
                      <a:gd name="connsiteY851" fmla="*/ 1552003 h 3393433"/>
                      <a:gd name="connsiteX852" fmla="*/ 966324 w 7795397"/>
                      <a:gd name="connsiteY852" fmla="*/ 1550099 h 3393433"/>
                      <a:gd name="connsiteX853" fmla="*/ 953179 w 7795397"/>
                      <a:gd name="connsiteY853" fmla="*/ 1550479 h 3393433"/>
                      <a:gd name="connsiteX854" fmla="*/ 943845 w 7795397"/>
                      <a:gd name="connsiteY854" fmla="*/ 1552480 h 3393433"/>
                      <a:gd name="connsiteX855" fmla="*/ 934034 w 7795397"/>
                      <a:gd name="connsiteY855" fmla="*/ 1553432 h 3393433"/>
                      <a:gd name="connsiteX856" fmla="*/ 913650 w 7795397"/>
                      <a:gd name="connsiteY856" fmla="*/ 1554004 h 3393433"/>
                      <a:gd name="connsiteX857" fmla="*/ 899649 w 7795397"/>
                      <a:gd name="connsiteY857" fmla="*/ 1556194 h 3393433"/>
                      <a:gd name="connsiteX858" fmla="*/ 886695 w 7795397"/>
                      <a:gd name="connsiteY858" fmla="*/ 1563529 h 3393433"/>
                      <a:gd name="connsiteX859" fmla="*/ 868502 w 7795397"/>
                      <a:gd name="connsiteY859" fmla="*/ 1590485 h 3393433"/>
                      <a:gd name="connsiteX860" fmla="*/ 869550 w 7795397"/>
                      <a:gd name="connsiteY860" fmla="*/ 1573720 h 3393433"/>
                      <a:gd name="connsiteX861" fmla="*/ 865740 w 7795397"/>
                      <a:gd name="connsiteY861" fmla="*/ 1558100 h 3393433"/>
                      <a:gd name="connsiteX862" fmla="*/ 858310 w 7795397"/>
                      <a:gd name="connsiteY862" fmla="*/ 1545622 h 3393433"/>
                      <a:gd name="connsiteX863" fmla="*/ 847642 w 7795397"/>
                      <a:gd name="connsiteY863" fmla="*/ 1536954 h 3393433"/>
                      <a:gd name="connsiteX864" fmla="*/ 830211 w 7795397"/>
                      <a:gd name="connsiteY864" fmla="*/ 1526000 h 3393433"/>
                      <a:gd name="connsiteX865" fmla="*/ 821639 w 7795397"/>
                      <a:gd name="connsiteY865" fmla="*/ 1519809 h 3393433"/>
                      <a:gd name="connsiteX866" fmla="*/ 813352 w 7795397"/>
                      <a:gd name="connsiteY866" fmla="*/ 1512665 h 3393433"/>
                      <a:gd name="connsiteX867" fmla="*/ 800112 w 7795397"/>
                      <a:gd name="connsiteY867" fmla="*/ 1504855 h 3393433"/>
                      <a:gd name="connsiteX868" fmla="*/ 784491 w 7795397"/>
                      <a:gd name="connsiteY868" fmla="*/ 1501997 h 3393433"/>
                      <a:gd name="connsiteX869" fmla="*/ 753249 w 7795397"/>
                      <a:gd name="connsiteY869" fmla="*/ 1512570 h 3393433"/>
                      <a:gd name="connsiteX870" fmla="*/ 768204 w 7795397"/>
                      <a:gd name="connsiteY870" fmla="*/ 1483043 h 3393433"/>
                      <a:gd name="connsiteX871" fmla="*/ 766965 w 7795397"/>
                      <a:gd name="connsiteY871" fmla="*/ 1466564 h 3393433"/>
                      <a:gd name="connsiteX872" fmla="*/ 759536 w 7795397"/>
                      <a:gd name="connsiteY872" fmla="*/ 1451039 h 3393433"/>
                      <a:gd name="connsiteX873" fmla="*/ 744486 w 7795397"/>
                      <a:gd name="connsiteY873" fmla="*/ 1429417 h 3393433"/>
                      <a:gd name="connsiteX874" fmla="*/ 729437 w 7795397"/>
                      <a:gd name="connsiteY874" fmla="*/ 1406938 h 3393433"/>
                      <a:gd name="connsiteX875" fmla="*/ 700576 w 7795397"/>
                      <a:gd name="connsiteY875" fmla="*/ 1385887 h 3393433"/>
                      <a:gd name="connsiteX876" fmla="*/ 667524 w 7795397"/>
                      <a:gd name="connsiteY876" fmla="*/ 1390745 h 3393433"/>
                      <a:gd name="connsiteX877" fmla="*/ 675430 w 7795397"/>
                      <a:gd name="connsiteY877" fmla="*/ 1326070 h 3393433"/>
                      <a:gd name="connsiteX878" fmla="*/ 657618 w 7795397"/>
                      <a:gd name="connsiteY878" fmla="*/ 1301877 h 3393433"/>
                      <a:gd name="connsiteX879" fmla="*/ 638378 w 7795397"/>
                      <a:gd name="connsiteY879" fmla="*/ 1277874 h 3393433"/>
                      <a:gd name="connsiteX880" fmla="*/ 622090 w 7795397"/>
                      <a:gd name="connsiteY880" fmla="*/ 1264634 h 3393433"/>
                      <a:gd name="connsiteX881" fmla="*/ 603707 w 7795397"/>
                      <a:gd name="connsiteY881" fmla="*/ 1258634 h 3393433"/>
                      <a:gd name="connsiteX882" fmla="*/ 571798 w 7795397"/>
                      <a:gd name="connsiteY882" fmla="*/ 1269492 h 3393433"/>
                      <a:gd name="connsiteX883" fmla="*/ 580942 w 7795397"/>
                      <a:gd name="connsiteY883" fmla="*/ 1237012 h 3393433"/>
                      <a:gd name="connsiteX884" fmla="*/ 573608 w 7795397"/>
                      <a:gd name="connsiteY884" fmla="*/ 1218724 h 3393433"/>
                      <a:gd name="connsiteX885" fmla="*/ 558273 w 7795397"/>
                      <a:gd name="connsiteY885" fmla="*/ 1202722 h 3393433"/>
                      <a:gd name="connsiteX886" fmla="*/ 529793 w 7795397"/>
                      <a:gd name="connsiteY886" fmla="*/ 1184719 h 3393433"/>
                      <a:gd name="connsiteX887" fmla="*/ 499503 w 7795397"/>
                      <a:gd name="connsiteY887" fmla="*/ 1169384 h 3393433"/>
                      <a:gd name="connsiteX888" fmla="*/ 477596 w 7795397"/>
                      <a:gd name="connsiteY888" fmla="*/ 1163955 h 3393433"/>
                      <a:gd name="connsiteX889" fmla="*/ 457593 w 7795397"/>
                      <a:gd name="connsiteY889" fmla="*/ 1167098 h 3393433"/>
                      <a:gd name="connsiteX890" fmla="*/ 442639 w 7795397"/>
                      <a:gd name="connsiteY890" fmla="*/ 1176814 h 3393433"/>
                      <a:gd name="connsiteX891" fmla="*/ 434448 w 7795397"/>
                      <a:gd name="connsiteY891" fmla="*/ 1191959 h 3393433"/>
                      <a:gd name="connsiteX892" fmla="*/ 426161 w 7795397"/>
                      <a:gd name="connsiteY892" fmla="*/ 1159097 h 3393433"/>
                      <a:gd name="connsiteX893" fmla="*/ 419112 w 7795397"/>
                      <a:gd name="connsiteY893" fmla="*/ 1152144 h 3393433"/>
                      <a:gd name="connsiteX894" fmla="*/ 410445 w 7795397"/>
                      <a:gd name="connsiteY894" fmla="*/ 1146905 h 3393433"/>
                      <a:gd name="connsiteX895" fmla="*/ 389299 w 7795397"/>
                      <a:gd name="connsiteY895" fmla="*/ 1140714 h 3393433"/>
                      <a:gd name="connsiteX896" fmla="*/ 356819 w 7795397"/>
                      <a:gd name="connsiteY896" fmla="*/ 1139000 h 3393433"/>
                      <a:gd name="connsiteX897" fmla="*/ 324815 w 7795397"/>
                      <a:gd name="connsiteY897" fmla="*/ 1139666 h 3393433"/>
                      <a:gd name="connsiteX898" fmla="*/ 304050 w 7795397"/>
                      <a:gd name="connsiteY898" fmla="*/ 1144524 h 3393433"/>
                      <a:gd name="connsiteX899" fmla="*/ 288144 w 7795397"/>
                      <a:gd name="connsiteY899" fmla="*/ 1155383 h 3393433"/>
                      <a:gd name="connsiteX900" fmla="*/ 277761 w 7795397"/>
                      <a:gd name="connsiteY900" fmla="*/ 1187672 h 3393433"/>
                      <a:gd name="connsiteX901" fmla="*/ 270999 w 7795397"/>
                      <a:gd name="connsiteY901" fmla="*/ 1171956 h 3393433"/>
                      <a:gd name="connsiteX902" fmla="*/ 257378 w 7795397"/>
                      <a:gd name="connsiteY902" fmla="*/ 1160717 h 3393433"/>
                      <a:gd name="connsiteX903" fmla="*/ 238709 w 7795397"/>
                      <a:gd name="connsiteY903" fmla="*/ 1155573 h 3393433"/>
                      <a:gd name="connsiteX904" fmla="*/ 217468 w 7795397"/>
                      <a:gd name="connsiteY904" fmla="*/ 1157954 h 3393433"/>
                      <a:gd name="connsiteX905" fmla="*/ 186988 w 7795397"/>
                      <a:gd name="connsiteY905" fmla="*/ 1168146 h 3393433"/>
                      <a:gd name="connsiteX906" fmla="*/ 157365 w 7795397"/>
                      <a:gd name="connsiteY906" fmla="*/ 1180338 h 3393433"/>
                      <a:gd name="connsiteX907" fmla="*/ 139935 w 7795397"/>
                      <a:gd name="connsiteY907" fmla="*/ 1192625 h 3393433"/>
                      <a:gd name="connsiteX908" fmla="*/ 129362 w 7795397"/>
                      <a:gd name="connsiteY908" fmla="*/ 1208723 h 3393433"/>
                      <a:gd name="connsiteX909" fmla="*/ 131362 w 7795397"/>
                      <a:gd name="connsiteY909" fmla="*/ 1242155 h 3393433"/>
                      <a:gd name="connsiteX910" fmla="*/ 102787 w 7795397"/>
                      <a:gd name="connsiteY910" fmla="*/ 1224534 h 3393433"/>
                      <a:gd name="connsiteX911" fmla="*/ 83737 w 7795397"/>
                      <a:gd name="connsiteY911" fmla="*/ 1226249 h 3393433"/>
                      <a:gd name="connsiteX912" fmla="*/ 64973 w 7795397"/>
                      <a:gd name="connsiteY912" fmla="*/ 1235583 h 3393433"/>
                      <a:gd name="connsiteX913" fmla="*/ 40494 w 7795397"/>
                      <a:gd name="connsiteY913" fmla="*/ 1255109 h 3393433"/>
                      <a:gd name="connsiteX914" fmla="*/ 17253 w 7795397"/>
                      <a:gd name="connsiteY914" fmla="*/ 1275778 h 3393433"/>
                      <a:gd name="connsiteX915" fmla="*/ 108 w 7795397"/>
                      <a:gd name="connsiteY915" fmla="*/ 1310640 h 3393433"/>
                      <a:gd name="connsiteX916" fmla="*/ 12204 w 7795397"/>
                      <a:gd name="connsiteY916" fmla="*/ 1341787 h 3393433"/>
                      <a:gd name="connsiteX917" fmla="*/ 25825 w 7795397"/>
                      <a:gd name="connsiteY917" fmla="*/ 1354074 h 3393433"/>
                      <a:gd name="connsiteX918" fmla="*/ 25825 w 7795397"/>
                      <a:gd name="connsiteY918" fmla="*/ 1354074 h 3393433"/>
                      <a:gd name="connsiteX919" fmla="*/ 36207 w 7795397"/>
                      <a:gd name="connsiteY919" fmla="*/ 1363409 h 3393433"/>
                      <a:gd name="connsiteX920" fmla="*/ 67164 w 7795397"/>
                      <a:gd name="connsiteY920" fmla="*/ 1373981 h 3393433"/>
                      <a:gd name="connsiteX921" fmla="*/ 97548 w 7795397"/>
                      <a:gd name="connsiteY921" fmla="*/ 1361313 h 3393433"/>
                      <a:gd name="connsiteX922" fmla="*/ 116217 w 7795397"/>
                      <a:gd name="connsiteY922" fmla="*/ 1344835 h 3393433"/>
                      <a:gd name="connsiteX923" fmla="*/ 135553 w 7795397"/>
                      <a:gd name="connsiteY923" fmla="*/ 1329500 h 3393433"/>
                      <a:gd name="connsiteX924" fmla="*/ 146793 w 7795397"/>
                      <a:gd name="connsiteY924" fmla="*/ 1317308 h 3393433"/>
                      <a:gd name="connsiteX925" fmla="*/ 152889 w 7795397"/>
                      <a:gd name="connsiteY925" fmla="*/ 1302258 h 3393433"/>
                      <a:gd name="connsiteX926" fmla="*/ 148031 w 7795397"/>
                      <a:gd name="connsiteY926" fmla="*/ 1269873 h 3393433"/>
                      <a:gd name="connsiteX927" fmla="*/ 174320 w 7795397"/>
                      <a:gd name="connsiteY927" fmla="*/ 1289494 h 3393433"/>
                      <a:gd name="connsiteX928" fmla="*/ 190417 w 7795397"/>
                      <a:gd name="connsiteY928" fmla="*/ 1291304 h 3393433"/>
                      <a:gd name="connsiteX929" fmla="*/ 206229 w 7795397"/>
                      <a:gd name="connsiteY929" fmla="*/ 1287304 h 3393433"/>
                      <a:gd name="connsiteX930" fmla="*/ 228327 w 7795397"/>
                      <a:gd name="connsiteY930" fmla="*/ 1278255 h 3393433"/>
                      <a:gd name="connsiteX931" fmla="*/ 250901 w 7795397"/>
                      <a:gd name="connsiteY931" fmla="*/ 1270730 h 3393433"/>
                      <a:gd name="connsiteX932" fmla="*/ 265284 w 7795397"/>
                      <a:gd name="connsiteY932" fmla="*/ 1263301 h 3393433"/>
                      <a:gd name="connsiteX933" fmla="*/ 276142 w 7795397"/>
                      <a:gd name="connsiteY933" fmla="*/ 1251394 h 3393433"/>
                      <a:gd name="connsiteX934" fmla="*/ 282619 w 7795397"/>
                      <a:gd name="connsiteY934" fmla="*/ 1236345 h 3393433"/>
                      <a:gd name="connsiteX935" fmla="*/ 283286 w 7795397"/>
                      <a:gd name="connsiteY935" fmla="*/ 1219391 h 3393433"/>
                      <a:gd name="connsiteX936" fmla="*/ 285667 w 7795397"/>
                      <a:gd name="connsiteY936" fmla="*/ 1227677 h 3393433"/>
                      <a:gd name="connsiteX937" fmla="*/ 294525 w 7795397"/>
                      <a:gd name="connsiteY937" fmla="*/ 1241679 h 3393433"/>
                      <a:gd name="connsiteX938" fmla="*/ 300526 w 7795397"/>
                      <a:gd name="connsiteY938" fmla="*/ 1247108 h 3393433"/>
                      <a:gd name="connsiteX939" fmla="*/ 314718 w 7795397"/>
                      <a:gd name="connsiteY939" fmla="*/ 1254919 h 3393433"/>
                      <a:gd name="connsiteX940" fmla="*/ 330816 w 7795397"/>
                      <a:gd name="connsiteY940" fmla="*/ 1257205 h 3393433"/>
                      <a:gd name="connsiteX941" fmla="*/ 354723 w 7795397"/>
                      <a:gd name="connsiteY941" fmla="*/ 1256728 h 3393433"/>
                      <a:gd name="connsiteX942" fmla="*/ 378060 w 7795397"/>
                      <a:gd name="connsiteY942" fmla="*/ 1257967 h 3393433"/>
                      <a:gd name="connsiteX943" fmla="*/ 393490 w 7795397"/>
                      <a:gd name="connsiteY943" fmla="*/ 1256728 h 3393433"/>
                      <a:gd name="connsiteX944" fmla="*/ 400824 w 7795397"/>
                      <a:gd name="connsiteY944" fmla="*/ 1253681 h 3393433"/>
                      <a:gd name="connsiteX945" fmla="*/ 407587 w 7795397"/>
                      <a:gd name="connsiteY945" fmla="*/ 1249870 h 3393433"/>
                      <a:gd name="connsiteX946" fmla="*/ 426542 w 7795397"/>
                      <a:gd name="connsiteY946" fmla="*/ 1223105 h 3393433"/>
                      <a:gd name="connsiteX947" fmla="*/ 425685 w 7795397"/>
                      <a:gd name="connsiteY947" fmla="*/ 1239965 h 3393433"/>
                      <a:gd name="connsiteX948" fmla="*/ 430352 w 7795397"/>
                      <a:gd name="connsiteY948" fmla="*/ 1255681 h 3393433"/>
                      <a:gd name="connsiteX949" fmla="*/ 439210 w 7795397"/>
                      <a:gd name="connsiteY949" fmla="*/ 1268159 h 3393433"/>
                      <a:gd name="connsiteX950" fmla="*/ 451402 w 7795397"/>
                      <a:gd name="connsiteY950" fmla="*/ 1276921 h 3393433"/>
                      <a:gd name="connsiteX951" fmla="*/ 461308 w 7795397"/>
                      <a:gd name="connsiteY951" fmla="*/ 1281589 h 3393433"/>
                      <a:gd name="connsiteX952" fmla="*/ 471024 w 7795397"/>
                      <a:gd name="connsiteY952" fmla="*/ 1286827 h 3393433"/>
                      <a:gd name="connsiteX953" fmla="*/ 489788 w 7795397"/>
                      <a:gd name="connsiteY953" fmla="*/ 1298734 h 3393433"/>
                      <a:gd name="connsiteX954" fmla="*/ 503790 w 7795397"/>
                      <a:gd name="connsiteY954" fmla="*/ 1305306 h 3393433"/>
                      <a:gd name="connsiteX955" fmla="*/ 519506 w 7795397"/>
                      <a:gd name="connsiteY955" fmla="*/ 1306544 h 3393433"/>
                      <a:gd name="connsiteX956" fmla="*/ 549510 w 7795397"/>
                      <a:gd name="connsiteY956" fmla="*/ 1292638 h 3393433"/>
                      <a:gd name="connsiteX957" fmla="*/ 537318 w 7795397"/>
                      <a:gd name="connsiteY957" fmla="*/ 1323403 h 3393433"/>
                      <a:gd name="connsiteX958" fmla="*/ 539794 w 7795397"/>
                      <a:gd name="connsiteY958" fmla="*/ 1339406 h 3393433"/>
                      <a:gd name="connsiteX959" fmla="*/ 547986 w 7795397"/>
                      <a:gd name="connsiteY959" fmla="*/ 1353788 h 3393433"/>
                      <a:gd name="connsiteX960" fmla="*/ 563702 w 7795397"/>
                      <a:gd name="connsiteY960" fmla="*/ 1373505 h 3393433"/>
                      <a:gd name="connsiteX961" fmla="*/ 579037 w 7795397"/>
                      <a:gd name="connsiteY961" fmla="*/ 1394365 h 3393433"/>
                      <a:gd name="connsiteX962" fmla="*/ 640569 w 7795397"/>
                      <a:gd name="connsiteY962" fmla="*/ 1408271 h 3393433"/>
                      <a:gd name="connsiteX963" fmla="*/ 622852 w 7795397"/>
                      <a:gd name="connsiteY963" fmla="*/ 1436465 h 3393433"/>
                      <a:gd name="connsiteX964" fmla="*/ 630853 w 7795397"/>
                      <a:gd name="connsiteY964" fmla="*/ 1471612 h 3393433"/>
                      <a:gd name="connsiteX965" fmla="*/ 646950 w 7795397"/>
                      <a:gd name="connsiteY965" fmla="*/ 1495616 h 3393433"/>
                      <a:gd name="connsiteX966" fmla="*/ 663905 w 7795397"/>
                      <a:gd name="connsiteY966" fmla="*/ 1519904 h 3393433"/>
                      <a:gd name="connsiteX967" fmla="*/ 678669 w 7795397"/>
                      <a:gd name="connsiteY967" fmla="*/ 1533906 h 3393433"/>
                      <a:gd name="connsiteX968" fmla="*/ 696195 w 7795397"/>
                      <a:gd name="connsiteY968" fmla="*/ 1541145 h 3393433"/>
                      <a:gd name="connsiteX969" fmla="*/ 728865 w 7795397"/>
                      <a:gd name="connsiteY969" fmla="*/ 1533239 h 3393433"/>
                      <a:gd name="connsiteX970" fmla="*/ 716388 w 7795397"/>
                      <a:gd name="connsiteY970" fmla="*/ 1564577 h 3393433"/>
                      <a:gd name="connsiteX971" fmla="*/ 721817 w 7795397"/>
                      <a:gd name="connsiteY971" fmla="*/ 1583436 h 3393433"/>
                      <a:gd name="connsiteX972" fmla="*/ 735533 w 7795397"/>
                      <a:gd name="connsiteY972" fmla="*/ 1600867 h 3393433"/>
                      <a:gd name="connsiteX973" fmla="*/ 748582 w 7795397"/>
                      <a:gd name="connsiteY973" fmla="*/ 1611820 h 3393433"/>
                      <a:gd name="connsiteX974" fmla="*/ 762679 w 7795397"/>
                      <a:gd name="connsiteY974" fmla="*/ 1622108 h 3393433"/>
                      <a:gd name="connsiteX975" fmla="*/ 792778 w 7795397"/>
                      <a:gd name="connsiteY975" fmla="*/ 1640681 h 3393433"/>
                      <a:gd name="connsiteX976" fmla="*/ 815638 w 7795397"/>
                      <a:gd name="connsiteY976" fmla="*/ 1647635 h 3393433"/>
                      <a:gd name="connsiteX977" fmla="*/ 836593 w 7795397"/>
                      <a:gd name="connsiteY977" fmla="*/ 1645539 h 3393433"/>
                      <a:gd name="connsiteX978" fmla="*/ 852214 w 7795397"/>
                      <a:gd name="connsiteY978" fmla="*/ 1636395 h 3393433"/>
                      <a:gd name="connsiteX979" fmla="*/ 860596 w 7795397"/>
                      <a:gd name="connsiteY979" fmla="*/ 1621345 h 3393433"/>
                      <a:gd name="connsiteX980" fmla="*/ 869740 w 7795397"/>
                      <a:gd name="connsiteY980" fmla="*/ 1654207 h 3393433"/>
                      <a:gd name="connsiteX981" fmla="*/ 886695 w 7795397"/>
                      <a:gd name="connsiteY981" fmla="*/ 1666018 h 3393433"/>
                      <a:gd name="connsiteX982" fmla="*/ 897553 w 7795397"/>
                      <a:gd name="connsiteY982" fmla="*/ 1669733 h 3393433"/>
                      <a:gd name="connsiteX983" fmla="*/ 909459 w 7795397"/>
                      <a:gd name="connsiteY983" fmla="*/ 1671257 h 3393433"/>
                      <a:gd name="connsiteX984" fmla="*/ 944988 w 7795397"/>
                      <a:gd name="connsiteY984" fmla="*/ 1670209 h 3393433"/>
                      <a:gd name="connsiteX985" fmla="*/ 962990 w 7795397"/>
                      <a:gd name="connsiteY985" fmla="*/ 1668113 h 3393433"/>
                      <a:gd name="connsiteX986" fmla="*/ 980992 w 7795397"/>
                      <a:gd name="connsiteY986" fmla="*/ 1664303 h 3393433"/>
                      <a:gd name="connsiteX987" fmla="*/ 1003281 w 7795397"/>
                      <a:gd name="connsiteY987" fmla="*/ 1654207 h 3393433"/>
                      <a:gd name="connsiteX988" fmla="*/ 1011758 w 7795397"/>
                      <a:gd name="connsiteY988" fmla="*/ 1647063 h 3393433"/>
                      <a:gd name="connsiteX989" fmla="*/ 1017854 w 7795397"/>
                      <a:gd name="connsiteY989" fmla="*/ 1638586 h 3393433"/>
                      <a:gd name="connsiteX990" fmla="*/ 1019283 w 7795397"/>
                      <a:gd name="connsiteY990" fmla="*/ 1604582 h 3393433"/>
                      <a:gd name="connsiteX991" fmla="*/ 1048334 w 7795397"/>
                      <a:gd name="connsiteY991" fmla="*/ 1622298 h 3393433"/>
                      <a:gd name="connsiteX992" fmla="*/ 1053382 w 7795397"/>
                      <a:gd name="connsiteY992" fmla="*/ 1622489 h 3393433"/>
                      <a:gd name="connsiteX993" fmla="*/ 1058430 w 7795397"/>
                      <a:gd name="connsiteY993" fmla="*/ 1622012 h 3393433"/>
                      <a:gd name="connsiteX994" fmla="*/ 1068813 w 7795397"/>
                      <a:gd name="connsiteY994" fmla="*/ 1619345 h 3393433"/>
                      <a:gd name="connsiteX995" fmla="*/ 1079290 w 7795397"/>
                      <a:gd name="connsiteY995" fmla="*/ 1614678 h 3393433"/>
                      <a:gd name="connsiteX996" fmla="*/ 1088720 w 7795397"/>
                      <a:gd name="connsiteY996" fmla="*/ 1607725 h 3393433"/>
                      <a:gd name="connsiteX997" fmla="*/ 1101293 w 7795397"/>
                      <a:gd name="connsiteY997" fmla="*/ 1596390 h 3393433"/>
                      <a:gd name="connsiteX998" fmla="*/ 1113104 w 7795397"/>
                      <a:gd name="connsiteY998" fmla="*/ 1584674 h 3393433"/>
                      <a:gd name="connsiteX999" fmla="*/ 1124058 w 7795397"/>
                      <a:gd name="connsiteY999" fmla="*/ 1572673 h 3393433"/>
                      <a:gd name="connsiteX1000" fmla="*/ 1134440 w 7795397"/>
                      <a:gd name="connsiteY1000" fmla="*/ 1560576 h 3393433"/>
                      <a:gd name="connsiteX1001" fmla="*/ 1144727 w 7795397"/>
                      <a:gd name="connsiteY1001" fmla="*/ 1542478 h 3393433"/>
                      <a:gd name="connsiteX1002" fmla="*/ 1147203 w 7795397"/>
                      <a:gd name="connsiteY1002" fmla="*/ 1523905 h 3393433"/>
                      <a:gd name="connsiteX1003" fmla="*/ 1131487 w 7795397"/>
                      <a:gd name="connsiteY1003" fmla="*/ 1494568 h 3393433"/>
                      <a:gd name="connsiteX1004" fmla="*/ 1193781 w 7795397"/>
                      <a:gd name="connsiteY1004" fmla="*/ 1478280 h 3393433"/>
                      <a:gd name="connsiteX1005" fmla="*/ 1224356 w 7795397"/>
                      <a:gd name="connsiteY1005" fmla="*/ 1432084 h 3393433"/>
                      <a:gd name="connsiteX1006" fmla="*/ 1232547 w 7795397"/>
                      <a:gd name="connsiteY1006" fmla="*/ 1398651 h 3393433"/>
                      <a:gd name="connsiteX1007" fmla="*/ 1216641 w 7795397"/>
                      <a:gd name="connsiteY1007" fmla="*/ 1370171 h 3393433"/>
                      <a:gd name="connsiteX1008" fmla="*/ 1248264 w 7795397"/>
                      <a:gd name="connsiteY1008" fmla="*/ 1377601 h 3393433"/>
                      <a:gd name="connsiteX1009" fmla="*/ 1263980 w 7795397"/>
                      <a:gd name="connsiteY1009" fmla="*/ 1372457 h 3393433"/>
                      <a:gd name="connsiteX1010" fmla="*/ 1277124 w 7795397"/>
                      <a:gd name="connsiteY1010" fmla="*/ 1362075 h 3393433"/>
                      <a:gd name="connsiteX1011" fmla="*/ 1293698 w 7795397"/>
                      <a:gd name="connsiteY1011" fmla="*/ 1344549 h 3393433"/>
                      <a:gd name="connsiteX1012" fmla="*/ 1310843 w 7795397"/>
                      <a:gd name="connsiteY1012" fmla="*/ 1328737 h 3393433"/>
                      <a:gd name="connsiteX1013" fmla="*/ 1320654 w 7795397"/>
                      <a:gd name="connsiteY1013" fmla="*/ 1316831 h 3393433"/>
                      <a:gd name="connsiteX1014" fmla="*/ 1325702 w 7795397"/>
                      <a:gd name="connsiteY1014" fmla="*/ 1302258 h 3393433"/>
                      <a:gd name="connsiteX1015" fmla="*/ 1320558 w 7795397"/>
                      <a:gd name="connsiteY1015" fmla="*/ 1270635 h 3393433"/>
                      <a:gd name="connsiteX1016" fmla="*/ 1331607 w 7795397"/>
                      <a:gd name="connsiteY1016" fmla="*/ 1282827 h 3393433"/>
                      <a:gd name="connsiteX1017" fmla="*/ 1345704 w 7795397"/>
                      <a:gd name="connsiteY1017" fmla="*/ 1290352 h 3393433"/>
                      <a:gd name="connsiteX1018" fmla="*/ 1360563 w 7795397"/>
                      <a:gd name="connsiteY1018" fmla="*/ 1292828 h 3393433"/>
                      <a:gd name="connsiteX1019" fmla="*/ 1375137 w 7795397"/>
                      <a:gd name="connsiteY1019" fmla="*/ 1290257 h 3393433"/>
                      <a:gd name="connsiteX1020" fmla="*/ 1395996 w 7795397"/>
                      <a:gd name="connsiteY1020" fmla="*/ 1283684 h 3393433"/>
                      <a:gd name="connsiteX1021" fmla="*/ 1417809 w 7795397"/>
                      <a:gd name="connsiteY1021" fmla="*/ 1279303 h 3393433"/>
                      <a:gd name="connsiteX1022" fmla="*/ 1432382 w 7795397"/>
                      <a:gd name="connsiteY1022" fmla="*/ 1274254 h 3393433"/>
                      <a:gd name="connsiteX1023" fmla="*/ 1444669 w 7795397"/>
                      <a:gd name="connsiteY1023" fmla="*/ 1264729 h 3393433"/>
                      <a:gd name="connsiteX1024" fmla="*/ 1456861 w 7795397"/>
                      <a:gd name="connsiteY1024" fmla="*/ 1235297 h 3393433"/>
                      <a:gd name="connsiteX1025" fmla="*/ 1457718 w 7795397"/>
                      <a:gd name="connsiteY1025" fmla="*/ 1243489 h 3393433"/>
                      <a:gd name="connsiteX1026" fmla="*/ 1469148 w 7795397"/>
                      <a:gd name="connsiteY1026" fmla="*/ 1264634 h 3393433"/>
                      <a:gd name="connsiteX1027" fmla="*/ 1482007 w 7795397"/>
                      <a:gd name="connsiteY1027" fmla="*/ 1273969 h 3393433"/>
                      <a:gd name="connsiteX1028" fmla="*/ 1497342 w 7795397"/>
                      <a:gd name="connsiteY1028" fmla="*/ 1278827 h 3393433"/>
                      <a:gd name="connsiteX1029" fmla="*/ 1520393 w 7795397"/>
                      <a:gd name="connsiteY1029" fmla="*/ 1282446 h 3393433"/>
                      <a:gd name="connsiteX1030" fmla="*/ 1542681 w 7795397"/>
                      <a:gd name="connsiteY1030" fmla="*/ 1287875 h 3393433"/>
                      <a:gd name="connsiteX1031" fmla="*/ 1557921 w 7795397"/>
                      <a:gd name="connsiteY1031" fmla="*/ 1289685 h 3393433"/>
                      <a:gd name="connsiteX1032" fmla="*/ 1572876 w 7795397"/>
                      <a:gd name="connsiteY1032" fmla="*/ 1286256 h 3393433"/>
                      <a:gd name="connsiteX1033" fmla="*/ 1596402 w 7795397"/>
                      <a:gd name="connsiteY1033" fmla="*/ 1265301 h 3393433"/>
                      <a:gd name="connsiteX1034" fmla="*/ 1592402 w 7795397"/>
                      <a:gd name="connsiteY1034" fmla="*/ 1281017 h 3393433"/>
                      <a:gd name="connsiteX1035" fmla="*/ 1594212 w 7795397"/>
                      <a:gd name="connsiteY1035" fmla="*/ 1296543 h 3393433"/>
                      <a:gd name="connsiteX1036" fmla="*/ 1600784 w 7795397"/>
                      <a:gd name="connsiteY1036" fmla="*/ 1310450 h 3393433"/>
                      <a:gd name="connsiteX1037" fmla="*/ 1611833 w 7795397"/>
                      <a:gd name="connsiteY1037" fmla="*/ 1321499 h 3393433"/>
                      <a:gd name="connsiteX1038" fmla="*/ 1621263 w 7795397"/>
                      <a:gd name="connsiteY1038" fmla="*/ 1328261 h 3393433"/>
                      <a:gd name="connsiteX1039" fmla="*/ 1630502 w 7795397"/>
                      <a:gd name="connsiteY1039" fmla="*/ 1335691 h 3393433"/>
                      <a:gd name="connsiteX1040" fmla="*/ 1648790 w 7795397"/>
                      <a:gd name="connsiteY1040" fmla="*/ 1351788 h 3393433"/>
                      <a:gd name="connsiteX1041" fmla="*/ 1678889 w 7795397"/>
                      <a:gd name="connsiteY1041" fmla="*/ 1365314 h 3393433"/>
                      <a:gd name="connsiteX1042" fmla="*/ 1708893 w 7795397"/>
                      <a:gd name="connsiteY1042" fmla="*/ 1355979 h 3393433"/>
                      <a:gd name="connsiteX1043" fmla="*/ 1709940 w 7795397"/>
                      <a:gd name="connsiteY1043" fmla="*/ 1417510 h 3393433"/>
                      <a:gd name="connsiteX1044" fmla="*/ 1728800 w 7795397"/>
                      <a:gd name="connsiteY1044" fmla="*/ 1438942 h 3393433"/>
                      <a:gd name="connsiteX1045" fmla="*/ 1748707 w 7795397"/>
                      <a:gd name="connsiteY1045" fmla="*/ 1460659 h 3393433"/>
                      <a:gd name="connsiteX1046" fmla="*/ 1764804 w 7795397"/>
                      <a:gd name="connsiteY1046" fmla="*/ 1472851 h 3393433"/>
                      <a:gd name="connsiteX1047" fmla="*/ 1782521 w 7795397"/>
                      <a:gd name="connsiteY1047" fmla="*/ 1478280 h 3393433"/>
                      <a:gd name="connsiteX1048" fmla="*/ 1812334 w 7795397"/>
                      <a:gd name="connsiteY1048" fmla="*/ 1467993 h 3393433"/>
                      <a:gd name="connsiteX1049" fmla="*/ 1805381 w 7795397"/>
                      <a:gd name="connsiteY1049" fmla="*/ 1498854 h 3393433"/>
                      <a:gd name="connsiteX1050" fmla="*/ 1813477 w 7795397"/>
                      <a:gd name="connsiteY1050" fmla="*/ 1516094 h 3393433"/>
                      <a:gd name="connsiteX1051" fmla="*/ 1829098 w 7795397"/>
                      <a:gd name="connsiteY1051" fmla="*/ 1531144 h 3393433"/>
                      <a:gd name="connsiteX1052" fmla="*/ 1857197 w 7795397"/>
                      <a:gd name="connsiteY1052" fmla="*/ 1548479 h 3393433"/>
                      <a:gd name="connsiteX1053" fmla="*/ 1887201 w 7795397"/>
                      <a:gd name="connsiteY1053" fmla="*/ 1562862 h 3393433"/>
                      <a:gd name="connsiteX1054" fmla="*/ 1908727 w 7795397"/>
                      <a:gd name="connsiteY1054" fmla="*/ 1568006 h 3393433"/>
                      <a:gd name="connsiteX1055" fmla="*/ 1928063 w 7795397"/>
                      <a:gd name="connsiteY1055" fmla="*/ 1565434 h 3393433"/>
                      <a:gd name="connsiteX1056" fmla="*/ 1942446 w 7795397"/>
                      <a:gd name="connsiteY1056" fmla="*/ 1556576 h 3393433"/>
                      <a:gd name="connsiteX1057" fmla="*/ 1950066 w 7795397"/>
                      <a:gd name="connsiteY1057" fmla="*/ 1542955 h 3393433"/>
                      <a:gd name="connsiteX1058" fmla="*/ 1959019 w 7795397"/>
                      <a:gd name="connsiteY1058" fmla="*/ 1573054 h 3393433"/>
                      <a:gd name="connsiteX1059" fmla="*/ 1974640 w 7795397"/>
                      <a:gd name="connsiteY1059" fmla="*/ 1583912 h 3393433"/>
                      <a:gd name="connsiteX1060" fmla="*/ 1984546 w 7795397"/>
                      <a:gd name="connsiteY1060" fmla="*/ 1587722 h 3393433"/>
                      <a:gd name="connsiteX1061" fmla="*/ 1995310 w 7795397"/>
                      <a:gd name="connsiteY1061" fmla="*/ 1589437 h 3393433"/>
                      <a:gd name="connsiteX1062" fmla="*/ 2027028 w 7795397"/>
                      <a:gd name="connsiteY1062" fmla="*/ 1591151 h 3393433"/>
                      <a:gd name="connsiteX1063" fmla="*/ 2059222 w 7795397"/>
                      <a:gd name="connsiteY1063" fmla="*/ 1590580 h 3393433"/>
                      <a:gd name="connsiteX1064" fmla="*/ 2080939 w 7795397"/>
                      <a:gd name="connsiteY1064" fmla="*/ 1585532 h 3393433"/>
                      <a:gd name="connsiteX1065" fmla="*/ 2097513 w 7795397"/>
                      <a:gd name="connsiteY1065" fmla="*/ 1574768 h 3393433"/>
                      <a:gd name="connsiteX1066" fmla="*/ 2107038 w 7795397"/>
                      <a:gd name="connsiteY1066" fmla="*/ 1544860 h 3393433"/>
                      <a:gd name="connsiteX1067" fmla="*/ 2114944 w 7795397"/>
                      <a:gd name="connsiteY1067" fmla="*/ 1558100 h 3393433"/>
                      <a:gd name="connsiteX1068" fmla="*/ 2129993 w 7795397"/>
                      <a:gd name="connsiteY1068" fmla="*/ 1565910 h 3393433"/>
                      <a:gd name="connsiteX1069" fmla="*/ 2134660 w 7795397"/>
                      <a:gd name="connsiteY1069" fmla="*/ 1566862 h 3393433"/>
                      <a:gd name="connsiteX1070" fmla="*/ 2144947 w 7795397"/>
                      <a:gd name="connsiteY1070" fmla="*/ 1567434 h 3393433"/>
                      <a:gd name="connsiteX1071" fmla="*/ 2150377 w 7795397"/>
                      <a:gd name="connsiteY1071" fmla="*/ 1566862 h 3393433"/>
                      <a:gd name="connsiteX1072" fmla="*/ 2172760 w 7795397"/>
                      <a:gd name="connsiteY1072" fmla="*/ 1559052 h 3393433"/>
                      <a:gd name="connsiteX1073" fmla="*/ 2188095 w 7795397"/>
                      <a:gd name="connsiteY1073" fmla="*/ 1549718 h 3393433"/>
                      <a:gd name="connsiteX1074" fmla="*/ 2202383 w 7795397"/>
                      <a:gd name="connsiteY1074" fmla="*/ 1539240 h 3393433"/>
                      <a:gd name="connsiteX1075" fmla="*/ 2215813 w 7795397"/>
                      <a:gd name="connsiteY1075" fmla="*/ 1528001 h 3393433"/>
                      <a:gd name="connsiteX1076" fmla="*/ 2228291 w 7795397"/>
                      <a:gd name="connsiteY1076" fmla="*/ 1516190 h 3393433"/>
                      <a:gd name="connsiteX1077" fmla="*/ 2241054 w 7795397"/>
                      <a:gd name="connsiteY1077" fmla="*/ 1497902 h 3393433"/>
                      <a:gd name="connsiteX1078" fmla="*/ 2245817 w 7795397"/>
                      <a:gd name="connsiteY1078" fmla="*/ 1479328 h 3393433"/>
                      <a:gd name="connsiteX1079" fmla="*/ 2233815 w 7795397"/>
                      <a:gd name="connsiteY1079" fmla="*/ 1451515 h 3393433"/>
                      <a:gd name="connsiteX1080" fmla="*/ 2263724 w 7795397"/>
                      <a:gd name="connsiteY1080" fmla="*/ 1454277 h 3393433"/>
                      <a:gd name="connsiteX1081" fmla="*/ 2279154 w 7795397"/>
                      <a:gd name="connsiteY1081" fmla="*/ 1444943 h 3393433"/>
                      <a:gd name="connsiteX1082" fmla="*/ 2291823 w 7795397"/>
                      <a:gd name="connsiteY1082" fmla="*/ 1429798 h 3393433"/>
                      <a:gd name="connsiteX1083" fmla="*/ 2320207 w 7795397"/>
                      <a:gd name="connsiteY1083" fmla="*/ 1381316 h 3393433"/>
                      <a:gd name="connsiteX1084" fmla="*/ 2327827 w 7795397"/>
                      <a:gd name="connsiteY1084" fmla="*/ 1348550 h 3393433"/>
                      <a:gd name="connsiteX1085" fmla="*/ 2314016 w 7795397"/>
                      <a:gd name="connsiteY1085" fmla="*/ 1323118 h 3393433"/>
                      <a:gd name="connsiteX1086" fmla="*/ 2342401 w 7795397"/>
                      <a:gd name="connsiteY1086" fmla="*/ 1327309 h 3393433"/>
                      <a:gd name="connsiteX1087" fmla="*/ 2356688 w 7795397"/>
                      <a:gd name="connsiteY1087" fmla="*/ 1321403 h 3393433"/>
                      <a:gd name="connsiteX1088" fmla="*/ 2368880 w 7795397"/>
                      <a:gd name="connsiteY1088" fmla="*/ 1311307 h 3393433"/>
                      <a:gd name="connsiteX1089" fmla="*/ 2384977 w 7795397"/>
                      <a:gd name="connsiteY1089" fmla="*/ 1295210 h 3393433"/>
                      <a:gd name="connsiteX1090" fmla="*/ 2402122 w 7795397"/>
                      <a:gd name="connsiteY1090" fmla="*/ 1281303 h 3393433"/>
                      <a:gd name="connsiteX1091" fmla="*/ 2412790 w 7795397"/>
                      <a:gd name="connsiteY1091" fmla="*/ 1271111 h 3393433"/>
                      <a:gd name="connsiteX1092" fmla="*/ 2420029 w 7795397"/>
                      <a:gd name="connsiteY1092" fmla="*/ 1258634 h 3393433"/>
                      <a:gd name="connsiteX1093" fmla="*/ 2423172 w 7795397"/>
                      <a:gd name="connsiteY1093" fmla="*/ 1244632 h 3393433"/>
                      <a:gd name="connsiteX1094" fmla="*/ 2420982 w 7795397"/>
                      <a:gd name="connsiteY1094" fmla="*/ 1230725 h 3393433"/>
                      <a:gd name="connsiteX1095" fmla="*/ 2441365 w 7795397"/>
                      <a:gd name="connsiteY1095" fmla="*/ 1249490 h 3393433"/>
                      <a:gd name="connsiteX1096" fmla="*/ 2455653 w 7795397"/>
                      <a:gd name="connsiteY1096" fmla="*/ 1253109 h 3393433"/>
                      <a:gd name="connsiteX1097" fmla="*/ 2463082 w 7795397"/>
                      <a:gd name="connsiteY1097" fmla="*/ 1253014 h 3393433"/>
                      <a:gd name="connsiteX1098" fmla="*/ 2470988 w 7795397"/>
                      <a:gd name="connsiteY1098" fmla="*/ 1252157 h 3393433"/>
                      <a:gd name="connsiteX1099" fmla="*/ 2482323 w 7795397"/>
                      <a:gd name="connsiteY1099" fmla="*/ 1249870 h 3393433"/>
                      <a:gd name="connsiteX1100" fmla="*/ 2494134 w 7795397"/>
                      <a:gd name="connsiteY1100" fmla="*/ 1248442 h 3393433"/>
                      <a:gd name="connsiteX1101" fmla="*/ 2518232 w 7795397"/>
                      <a:gd name="connsiteY1101" fmla="*/ 1246632 h 3393433"/>
                      <a:gd name="connsiteX1102" fmla="*/ 2526519 w 7795397"/>
                      <a:gd name="connsiteY1102" fmla="*/ 1245489 h 3393433"/>
                      <a:gd name="connsiteX1103" fmla="*/ 2533472 w 7795397"/>
                      <a:gd name="connsiteY1103" fmla="*/ 1243775 h 3393433"/>
                      <a:gd name="connsiteX1104" fmla="*/ 2546140 w 7795397"/>
                      <a:gd name="connsiteY1104" fmla="*/ 1237012 h 3393433"/>
                      <a:gd name="connsiteX1105" fmla="*/ 2561856 w 7795397"/>
                      <a:gd name="connsiteY1105" fmla="*/ 1214818 h 3393433"/>
                      <a:gd name="connsiteX1106" fmla="*/ 2562619 w 7795397"/>
                      <a:gd name="connsiteY1106" fmla="*/ 1228439 h 3393433"/>
                      <a:gd name="connsiteX1107" fmla="*/ 2568429 w 7795397"/>
                      <a:gd name="connsiteY1107" fmla="*/ 1241108 h 3393433"/>
                      <a:gd name="connsiteX1108" fmla="*/ 2577859 w 7795397"/>
                      <a:gd name="connsiteY1108" fmla="*/ 1251394 h 3393433"/>
                      <a:gd name="connsiteX1109" fmla="*/ 2590241 w 7795397"/>
                      <a:gd name="connsiteY1109" fmla="*/ 1259015 h 3393433"/>
                      <a:gd name="connsiteX1110" fmla="*/ 2609862 w 7795397"/>
                      <a:gd name="connsiteY1110" fmla="*/ 1269397 h 3393433"/>
                      <a:gd name="connsiteX1111" fmla="*/ 2619578 w 7795397"/>
                      <a:gd name="connsiteY1111" fmla="*/ 1275302 h 3393433"/>
                      <a:gd name="connsiteX1112" fmla="*/ 2629008 w 7795397"/>
                      <a:gd name="connsiteY1112" fmla="*/ 1282160 h 3393433"/>
                      <a:gd name="connsiteX1113" fmla="*/ 2643105 w 7795397"/>
                      <a:gd name="connsiteY1113" fmla="*/ 1289971 h 3393433"/>
                      <a:gd name="connsiteX1114" fmla="*/ 2658059 w 7795397"/>
                      <a:gd name="connsiteY1114" fmla="*/ 1293495 h 3393433"/>
                      <a:gd name="connsiteX1115" fmla="*/ 2684062 w 7795397"/>
                      <a:gd name="connsiteY1115" fmla="*/ 1285494 h 3393433"/>
                      <a:gd name="connsiteX1116" fmla="*/ 2676442 w 7795397"/>
                      <a:gd name="connsiteY1116" fmla="*/ 1311497 h 3393433"/>
                      <a:gd name="connsiteX1117" fmla="*/ 2690253 w 7795397"/>
                      <a:gd name="connsiteY1117" fmla="*/ 1341120 h 3393433"/>
                      <a:gd name="connsiteX1118" fmla="*/ 2707208 w 7795397"/>
                      <a:gd name="connsiteY1118" fmla="*/ 1361599 h 3393433"/>
                      <a:gd name="connsiteX1119" fmla="*/ 2723972 w 7795397"/>
                      <a:gd name="connsiteY1119" fmla="*/ 1382840 h 3393433"/>
                      <a:gd name="connsiteX1120" fmla="*/ 2778550 w 7795397"/>
                      <a:gd name="connsiteY1120" fmla="*/ 1400842 h 3393433"/>
                      <a:gd name="connsiteX1121" fmla="*/ 2781694 w 7795397"/>
                      <a:gd name="connsiteY1121" fmla="*/ 1458468 h 3393433"/>
                      <a:gd name="connsiteX1122" fmla="*/ 2818079 w 7795397"/>
                      <a:gd name="connsiteY1122" fmla="*/ 1503521 h 3393433"/>
                      <a:gd name="connsiteX1123" fmla="*/ 2848369 w 7795397"/>
                      <a:gd name="connsiteY1123" fmla="*/ 1523905 h 3393433"/>
                      <a:gd name="connsiteX1124" fmla="*/ 2874657 w 7795397"/>
                      <a:gd name="connsiteY1124" fmla="*/ 1519237 h 3393433"/>
                      <a:gd name="connsiteX1125" fmla="*/ 2869038 w 7795397"/>
                      <a:gd name="connsiteY1125" fmla="*/ 1545145 h 3393433"/>
                      <a:gd name="connsiteX1126" fmla="*/ 2871800 w 7795397"/>
                      <a:gd name="connsiteY1126" fmla="*/ 1553051 h 3393433"/>
                      <a:gd name="connsiteX1127" fmla="*/ 2876086 w 7795397"/>
                      <a:gd name="connsiteY1127" fmla="*/ 1561148 h 3393433"/>
                      <a:gd name="connsiteX1128" fmla="*/ 2879991 w 7795397"/>
                      <a:gd name="connsiteY1128" fmla="*/ 1566577 h 3393433"/>
                      <a:gd name="connsiteX1129" fmla="*/ 2885611 w 7795397"/>
                      <a:gd name="connsiteY1129" fmla="*/ 1572673 h 3393433"/>
                      <a:gd name="connsiteX1130" fmla="*/ 2885611 w 7795397"/>
                      <a:gd name="connsiteY1130" fmla="*/ 1572673 h 3393433"/>
                      <a:gd name="connsiteX1131" fmla="*/ 2889516 w 7795397"/>
                      <a:gd name="connsiteY1131" fmla="*/ 1576292 h 3393433"/>
                      <a:gd name="connsiteX1132" fmla="*/ 2901423 w 7795397"/>
                      <a:gd name="connsiteY1132" fmla="*/ 1586103 h 3393433"/>
                      <a:gd name="connsiteX1133" fmla="*/ 2913805 w 7795397"/>
                      <a:gd name="connsiteY1133" fmla="*/ 1595533 h 3393433"/>
                      <a:gd name="connsiteX1134" fmla="*/ 2926664 w 7795397"/>
                      <a:gd name="connsiteY1134" fmla="*/ 1604486 h 3393433"/>
                      <a:gd name="connsiteX1135" fmla="*/ 2939904 w 7795397"/>
                      <a:gd name="connsiteY1135" fmla="*/ 1613154 h 3393433"/>
                      <a:gd name="connsiteX1136" fmla="*/ 2959335 w 7795397"/>
                      <a:gd name="connsiteY1136" fmla="*/ 1621345 h 3393433"/>
                      <a:gd name="connsiteX1137" fmla="*/ 2977528 w 7795397"/>
                      <a:gd name="connsiteY1137" fmla="*/ 1623060 h 3393433"/>
                      <a:gd name="connsiteX1138" fmla="*/ 3000006 w 7795397"/>
                      <a:gd name="connsiteY1138" fmla="*/ 1609725 h 3393433"/>
                      <a:gd name="connsiteX1139" fmla="*/ 3006484 w 7795397"/>
                      <a:gd name="connsiteY1139" fmla="*/ 1634871 h 3393433"/>
                      <a:gd name="connsiteX1140" fmla="*/ 3020676 w 7795397"/>
                      <a:gd name="connsiteY1140" fmla="*/ 1646396 h 3393433"/>
                      <a:gd name="connsiteX1141" fmla="*/ 3040583 w 7795397"/>
                      <a:gd name="connsiteY1141" fmla="*/ 1654016 h 3393433"/>
                      <a:gd name="connsiteX1142" fmla="*/ 3072206 w 7795397"/>
                      <a:gd name="connsiteY1142" fmla="*/ 1659255 h 3393433"/>
                      <a:gd name="connsiteX1143" fmla="*/ 3104115 w 7795397"/>
                      <a:gd name="connsiteY1143" fmla="*/ 1661351 h 3393433"/>
                      <a:gd name="connsiteX1144" fmla="*/ 3125927 w 7795397"/>
                      <a:gd name="connsiteY1144" fmla="*/ 1658493 h 3393433"/>
                      <a:gd name="connsiteX1145" fmla="*/ 3142977 w 7795397"/>
                      <a:gd name="connsiteY1145" fmla="*/ 1650302 h 3393433"/>
                      <a:gd name="connsiteX1146" fmla="*/ 3152883 w 7795397"/>
                      <a:gd name="connsiteY1146" fmla="*/ 1639062 h 3393433"/>
                      <a:gd name="connsiteX1147" fmla="*/ 3154693 w 7795397"/>
                      <a:gd name="connsiteY1147" fmla="*/ 1627156 h 3393433"/>
                      <a:gd name="connsiteX1148" fmla="*/ 3174600 w 7795397"/>
                      <a:gd name="connsiteY1148" fmla="*/ 1643443 h 3393433"/>
                      <a:gd name="connsiteX1149" fmla="*/ 3193364 w 7795397"/>
                      <a:gd name="connsiteY1149" fmla="*/ 1643920 h 3393433"/>
                      <a:gd name="connsiteX1150" fmla="*/ 3214319 w 7795397"/>
                      <a:gd name="connsiteY1150" fmla="*/ 1637538 h 3393433"/>
                      <a:gd name="connsiteX1151" fmla="*/ 3242989 w 7795397"/>
                      <a:gd name="connsiteY1151" fmla="*/ 1621917 h 3393433"/>
                      <a:gd name="connsiteX1152" fmla="*/ 3256324 w 7795397"/>
                      <a:gd name="connsiteY1152" fmla="*/ 1613059 h 3393433"/>
                      <a:gd name="connsiteX1153" fmla="*/ 3268993 w 7795397"/>
                      <a:gd name="connsiteY1153" fmla="*/ 1603629 h 3393433"/>
                      <a:gd name="connsiteX1154" fmla="*/ 3283470 w 7795397"/>
                      <a:gd name="connsiteY1154" fmla="*/ 1588960 h 3393433"/>
                      <a:gd name="connsiteX1155" fmla="*/ 3291662 w 7795397"/>
                      <a:gd name="connsiteY1155" fmla="*/ 1573435 h 3393433"/>
                      <a:gd name="connsiteX1156" fmla="*/ 3288614 w 7795397"/>
                      <a:gd name="connsiteY1156" fmla="*/ 1548860 h 3393433"/>
                      <a:gd name="connsiteX1157" fmla="*/ 3312807 w 7795397"/>
                      <a:gd name="connsiteY1157" fmla="*/ 1552766 h 3393433"/>
                      <a:gd name="connsiteX1158" fmla="*/ 3342621 w 7795397"/>
                      <a:gd name="connsiteY1158" fmla="*/ 1532858 h 3393433"/>
                      <a:gd name="connsiteX1159" fmla="*/ 3379673 w 7795397"/>
                      <a:gd name="connsiteY1159" fmla="*/ 1490853 h 3393433"/>
                      <a:gd name="connsiteX1160" fmla="*/ 3395580 w 7795397"/>
                      <a:gd name="connsiteY1160" fmla="*/ 1462087 h 3393433"/>
                      <a:gd name="connsiteX1161" fmla="*/ 3391865 w 7795397"/>
                      <a:gd name="connsiteY1161" fmla="*/ 1439037 h 3393433"/>
                      <a:gd name="connsiteX1162" fmla="*/ 3401580 w 7795397"/>
                      <a:gd name="connsiteY1162" fmla="*/ 1444466 h 3393433"/>
                      <a:gd name="connsiteX1163" fmla="*/ 3414058 w 7795397"/>
                      <a:gd name="connsiteY1163" fmla="*/ 1445038 h 3393433"/>
                      <a:gd name="connsiteX1164" fmla="*/ 3427488 w 7795397"/>
                      <a:gd name="connsiteY1164" fmla="*/ 1441990 h 3393433"/>
                      <a:gd name="connsiteX1165" fmla="*/ 3440061 w 7795397"/>
                      <a:gd name="connsiteY1165" fmla="*/ 1436560 h 3393433"/>
                      <a:gd name="connsiteX1166" fmla="*/ 3455778 w 7795397"/>
                      <a:gd name="connsiteY1166" fmla="*/ 1431036 h 3393433"/>
                      <a:gd name="connsiteX1167" fmla="*/ 3459493 w 7795397"/>
                      <a:gd name="connsiteY1167" fmla="*/ 1430369 h 3393433"/>
                      <a:gd name="connsiteX1168" fmla="*/ 3463112 w 7795397"/>
                      <a:gd name="connsiteY1168" fmla="*/ 1430369 h 3393433"/>
                      <a:gd name="connsiteX1169" fmla="*/ 3470637 w 7795397"/>
                      <a:gd name="connsiteY1169" fmla="*/ 1430941 h 3393433"/>
                      <a:gd name="connsiteX1170" fmla="*/ 3476256 w 7795397"/>
                      <a:gd name="connsiteY1170" fmla="*/ 1431798 h 3393433"/>
                      <a:gd name="connsiteX1171" fmla="*/ 3482257 w 7795397"/>
                      <a:gd name="connsiteY1171" fmla="*/ 1432179 h 3393433"/>
                      <a:gd name="connsiteX1172" fmla="*/ 3488544 w 7795397"/>
                      <a:gd name="connsiteY1172" fmla="*/ 1432179 h 3393433"/>
                      <a:gd name="connsiteX1173" fmla="*/ 3493402 w 7795397"/>
                      <a:gd name="connsiteY1173" fmla="*/ 1431131 h 3393433"/>
                      <a:gd name="connsiteX1174" fmla="*/ 3503022 w 7795397"/>
                      <a:gd name="connsiteY1174" fmla="*/ 1427988 h 3393433"/>
                      <a:gd name="connsiteX1175" fmla="*/ 3512166 w 7795397"/>
                      <a:gd name="connsiteY1175" fmla="*/ 1422844 h 3393433"/>
                      <a:gd name="connsiteX1176" fmla="*/ 3506451 w 7795397"/>
                      <a:gd name="connsiteY1176" fmla="*/ 1431608 h 3393433"/>
                      <a:gd name="connsiteX1177" fmla="*/ 3503307 w 7795397"/>
                      <a:gd name="connsiteY1177" fmla="*/ 1441609 h 3393433"/>
                      <a:gd name="connsiteX1178" fmla="*/ 3502545 w 7795397"/>
                      <a:gd name="connsiteY1178" fmla="*/ 1446848 h 3393433"/>
                      <a:gd name="connsiteX1179" fmla="*/ 3502355 w 7795397"/>
                      <a:gd name="connsiteY1179" fmla="*/ 1452467 h 3393433"/>
                      <a:gd name="connsiteX1180" fmla="*/ 3503879 w 7795397"/>
                      <a:gd name="connsiteY1180" fmla="*/ 1465421 h 3393433"/>
                      <a:gd name="connsiteX1181" fmla="*/ 3506165 w 7795397"/>
                      <a:gd name="connsiteY1181" fmla="*/ 1512284 h 3393433"/>
                      <a:gd name="connsiteX1182" fmla="*/ 3525977 w 7795397"/>
                      <a:gd name="connsiteY1182" fmla="*/ 1560195 h 3393433"/>
                      <a:gd name="connsiteX1183" fmla="*/ 3492544 w 7795397"/>
                      <a:gd name="connsiteY1183" fmla="*/ 1600581 h 3393433"/>
                      <a:gd name="connsiteX1184" fmla="*/ 3479209 w 7795397"/>
                      <a:gd name="connsiteY1184" fmla="*/ 1653159 h 3393433"/>
                      <a:gd name="connsiteX1185" fmla="*/ 3488829 w 7795397"/>
                      <a:gd name="connsiteY1185" fmla="*/ 1705166 h 3393433"/>
                      <a:gd name="connsiteX1186" fmla="*/ 3451396 w 7795397"/>
                      <a:gd name="connsiteY1186" fmla="*/ 1742218 h 3393433"/>
                      <a:gd name="connsiteX1187" fmla="*/ 3432918 w 7795397"/>
                      <a:gd name="connsiteY1187" fmla="*/ 1794319 h 3393433"/>
                      <a:gd name="connsiteX1188" fmla="*/ 3437871 w 7795397"/>
                      <a:gd name="connsiteY1188" fmla="*/ 1846898 h 3393433"/>
                      <a:gd name="connsiteX1189" fmla="*/ 3399199 w 7795397"/>
                      <a:gd name="connsiteY1189" fmla="*/ 1882331 h 3393433"/>
                      <a:gd name="connsiteX1190" fmla="*/ 3378244 w 7795397"/>
                      <a:gd name="connsiteY1190" fmla="*/ 1933766 h 3393433"/>
                      <a:gd name="connsiteX1191" fmla="*/ 3380245 w 7795397"/>
                      <a:gd name="connsiteY1191" fmla="*/ 1986248 h 3393433"/>
                      <a:gd name="connsiteX1192" fmla="*/ 3375768 w 7795397"/>
                      <a:gd name="connsiteY1192" fmla="*/ 1985391 h 3393433"/>
                      <a:gd name="connsiteX1193" fmla="*/ 3355194 w 7795397"/>
                      <a:gd name="connsiteY1193" fmla="*/ 1998250 h 3393433"/>
                      <a:gd name="connsiteX1194" fmla="*/ 3341287 w 7795397"/>
                      <a:gd name="connsiteY1194" fmla="*/ 2021015 h 3393433"/>
                      <a:gd name="connsiteX1195" fmla="*/ 3318999 w 7795397"/>
                      <a:gd name="connsiteY1195" fmla="*/ 2072164 h 3393433"/>
                      <a:gd name="connsiteX1196" fmla="*/ 3319094 w 7795397"/>
                      <a:gd name="connsiteY1196" fmla="*/ 2124361 h 3393433"/>
                      <a:gd name="connsiteX1197" fmla="*/ 3280518 w 7795397"/>
                      <a:gd name="connsiteY1197" fmla="*/ 2159413 h 3393433"/>
                      <a:gd name="connsiteX1198" fmla="*/ 3258515 w 7795397"/>
                      <a:gd name="connsiteY1198" fmla="*/ 2211038 h 3393433"/>
                      <a:gd name="connsiteX1199" fmla="*/ 3258610 w 7795397"/>
                      <a:gd name="connsiteY1199" fmla="*/ 2263045 h 3393433"/>
                      <a:gd name="connsiteX1200" fmla="*/ 3221653 w 7795397"/>
                      <a:gd name="connsiteY1200" fmla="*/ 2299240 h 3393433"/>
                      <a:gd name="connsiteX1201" fmla="*/ 3200603 w 7795397"/>
                      <a:gd name="connsiteY1201" fmla="*/ 2351437 h 3393433"/>
                      <a:gd name="connsiteX1202" fmla="*/ 3201365 w 7795397"/>
                      <a:gd name="connsiteY1202" fmla="*/ 2403158 h 3393433"/>
                      <a:gd name="connsiteX1203" fmla="*/ 3169932 w 7795397"/>
                      <a:gd name="connsiteY1203" fmla="*/ 2431923 h 3393433"/>
                      <a:gd name="connsiteX1204" fmla="*/ 3166218 w 7795397"/>
                      <a:gd name="connsiteY1204" fmla="*/ 2440781 h 3393433"/>
                      <a:gd name="connsiteX1205" fmla="*/ 3146977 w 7795397"/>
                      <a:gd name="connsiteY1205" fmla="*/ 2493740 h 3393433"/>
                      <a:gd name="connsiteX1206" fmla="*/ 3148882 w 7795397"/>
                      <a:gd name="connsiteY1206" fmla="*/ 2545175 h 3393433"/>
                      <a:gd name="connsiteX1207" fmla="*/ 3115926 w 7795397"/>
                      <a:gd name="connsiteY1207" fmla="*/ 2584418 h 3393433"/>
                      <a:gd name="connsiteX1208" fmla="*/ 3098876 w 7795397"/>
                      <a:gd name="connsiteY1208" fmla="*/ 2638235 h 3393433"/>
                      <a:gd name="connsiteX1209" fmla="*/ 3102495 w 7795397"/>
                      <a:gd name="connsiteY1209" fmla="*/ 2689384 h 3393433"/>
                      <a:gd name="connsiteX1210" fmla="*/ 3072301 w 7795397"/>
                      <a:gd name="connsiteY1210" fmla="*/ 2730627 h 3393433"/>
                      <a:gd name="connsiteX1211" fmla="*/ 3058299 w 7795397"/>
                      <a:gd name="connsiteY1211" fmla="*/ 2785491 h 3393433"/>
                      <a:gd name="connsiteX1212" fmla="*/ 3064586 w 7795397"/>
                      <a:gd name="connsiteY1212" fmla="*/ 2836259 h 3393433"/>
                      <a:gd name="connsiteX1213" fmla="*/ 3057156 w 7795397"/>
                      <a:gd name="connsiteY1213" fmla="*/ 2838545 h 3393433"/>
                      <a:gd name="connsiteX1214" fmla="*/ 3038106 w 7795397"/>
                      <a:gd name="connsiteY1214" fmla="*/ 2879884 h 3393433"/>
                      <a:gd name="connsiteX1215" fmla="*/ 3028867 w 7795397"/>
                      <a:gd name="connsiteY1215" fmla="*/ 2935986 h 3393433"/>
                      <a:gd name="connsiteX1216" fmla="*/ 3029344 w 7795397"/>
                      <a:gd name="connsiteY1216" fmla="*/ 2970562 h 3393433"/>
                      <a:gd name="connsiteX1217" fmla="*/ 3039630 w 7795397"/>
                      <a:gd name="connsiteY1217" fmla="*/ 2985992 h 3393433"/>
                      <a:gd name="connsiteX1218" fmla="*/ 3019152 w 7795397"/>
                      <a:gd name="connsiteY1218" fmla="*/ 3032760 h 3393433"/>
                      <a:gd name="connsiteX1219" fmla="*/ 3018104 w 7795397"/>
                      <a:gd name="connsiteY1219" fmla="*/ 3090386 h 3393433"/>
                      <a:gd name="connsiteX1220" fmla="*/ 3020104 w 7795397"/>
                      <a:gd name="connsiteY1220" fmla="*/ 3109436 h 3393433"/>
                      <a:gd name="connsiteX1221" fmla="*/ 3024676 w 7795397"/>
                      <a:gd name="connsiteY1221" fmla="*/ 3124867 h 3393433"/>
                      <a:gd name="connsiteX1222" fmla="*/ 3037345 w 7795397"/>
                      <a:gd name="connsiteY1222" fmla="*/ 3138107 h 3393433"/>
                      <a:gd name="connsiteX1223" fmla="*/ 3027534 w 7795397"/>
                      <a:gd name="connsiteY1223" fmla="*/ 3153632 h 3393433"/>
                      <a:gd name="connsiteX1224" fmla="*/ 3026486 w 7795397"/>
                      <a:gd name="connsiteY1224" fmla="*/ 3169729 h 3393433"/>
                      <a:gd name="connsiteX1225" fmla="*/ 3028867 w 7795397"/>
                      <a:gd name="connsiteY1225" fmla="*/ 3189065 h 3393433"/>
                      <a:gd name="connsiteX1226" fmla="*/ 3036106 w 7795397"/>
                      <a:gd name="connsiteY1226" fmla="*/ 3217926 h 3393433"/>
                      <a:gd name="connsiteX1227" fmla="*/ 3046107 w 7795397"/>
                      <a:gd name="connsiteY1227" fmla="*/ 3246311 h 3393433"/>
                      <a:gd name="connsiteX1228" fmla="*/ 3055347 w 7795397"/>
                      <a:gd name="connsiteY1228" fmla="*/ 3264027 h 3393433"/>
                      <a:gd name="connsiteX1229" fmla="*/ 3066015 w 7795397"/>
                      <a:gd name="connsiteY1229" fmla="*/ 3276886 h 3393433"/>
                      <a:gd name="connsiteX1230" fmla="*/ 3083160 w 7795397"/>
                      <a:gd name="connsiteY1230" fmla="*/ 3283648 h 3393433"/>
                      <a:gd name="connsiteX1231" fmla="*/ 3082493 w 7795397"/>
                      <a:gd name="connsiteY1231" fmla="*/ 3302127 h 3393433"/>
                      <a:gd name="connsiteX1232" fmla="*/ 3090399 w 7795397"/>
                      <a:gd name="connsiteY1232" fmla="*/ 3317081 h 3393433"/>
                      <a:gd name="connsiteX1233" fmla="*/ 3103829 w 7795397"/>
                      <a:gd name="connsiteY1233" fmla="*/ 3332607 h 3393433"/>
                      <a:gd name="connsiteX1234" fmla="*/ 3128403 w 7795397"/>
                      <a:gd name="connsiteY1234" fmla="*/ 3351848 h 3393433"/>
                      <a:gd name="connsiteX1235" fmla="*/ 3141643 w 7795397"/>
                      <a:gd name="connsiteY1235" fmla="*/ 3360039 h 3393433"/>
                      <a:gd name="connsiteX1236" fmla="*/ 3155359 w 7795397"/>
                      <a:gd name="connsiteY1236" fmla="*/ 3367374 h 3393433"/>
                      <a:gd name="connsiteX1237" fmla="*/ 3174504 w 7795397"/>
                      <a:gd name="connsiteY1237" fmla="*/ 3374231 h 3393433"/>
                      <a:gd name="connsiteX1238" fmla="*/ 3191078 w 7795397"/>
                      <a:gd name="connsiteY1238" fmla="*/ 3376517 h 3393433"/>
                      <a:gd name="connsiteX1239" fmla="*/ 3208128 w 7795397"/>
                      <a:gd name="connsiteY1239" fmla="*/ 3369755 h 3393433"/>
                      <a:gd name="connsiteX1240" fmla="*/ 3220034 w 7795397"/>
                      <a:gd name="connsiteY1240" fmla="*/ 3383375 h 3393433"/>
                      <a:gd name="connsiteX1241" fmla="*/ 3227082 w 7795397"/>
                      <a:gd name="connsiteY1241" fmla="*/ 3386519 h 3393433"/>
                      <a:gd name="connsiteX1242" fmla="*/ 3235369 w 7795397"/>
                      <a:gd name="connsiteY1242" fmla="*/ 3389186 h 3393433"/>
                      <a:gd name="connsiteX1243" fmla="*/ 3244704 w 7795397"/>
                      <a:gd name="connsiteY1243" fmla="*/ 3391091 h 3393433"/>
                      <a:gd name="connsiteX1244" fmla="*/ 3254800 w 7795397"/>
                      <a:gd name="connsiteY1244" fmla="*/ 3392424 h 3393433"/>
                      <a:gd name="connsiteX1245" fmla="*/ 3284328 w 7795397"/>
                      <a:gd name="connsiteY1245" fmla="*/ 3393377 h 3393433"/>
                      <a:gd name="connsiteX1246" fmla="*/ 3299187 w 7795397"/>
                      <a:gd name="connsiteY1246" fmla="*/ 3393091 h 3393433"/>
                      <a:gd name="connsiteX1247" fmla="*/ 3314141 w 7795397"/>
                      <a:gd name="connsiteY1247" fmla="*/ 3392043 h 3393433"/>
                      <a:gd name="connsiteX1248" fmla="*/ 3333667 w 7795397"/>
                      <a:gd name="connsiteY1248" fmla="*/ 3388423 h 3393433"/>
                      <a:gd name="connsiteX1249" fmla="*/ 3349003 w 7795397"/>
                      <a:gd name="connsiteY1249" fmla="*/ 3382137 h 3393433"/>
                      <a:gd name="connsiteX1250" fmla="*/ 3358432 w 7795397"/>
                      <a:gd name="connsiteY1250" fmla="*/ 3374898 h 3393433"/>
                      <a:gd name="connsiteX1251" fmla="*/ 3360623 w 7795397"/>
                      <a:gd name="connsiteY1251" fmla="*/ 3368230 h 3393433"/>
                      <a:gd name="connsiteX1252" fmla="*/ 3377863 w 7795397"/>
                      <a:gd name="connsiteY1252" fmla="*/ 3373850 h 3393433"/>
                      <a:gd name="connsiteX1253" fmla="*/ 3394341 w 7795397"/>
                      <a:gd name="connsiteY1253" fmla="*/ 3370802 h 3393433"/>
                      <a:gd name="connsiteX1254" fmla="*/ 3403676 w 7795397"/>
                      <a:gd name="connsiteY1254" fmla="*/ 3367564 h 3393433"/>
                      <a:gd name="connsiteX1255" fmla="*/ 3413106 w 7795397"/>
                      <a:gd name="connsiteY1255" fmla="*/ 3362801 h 3393433"/>
                      <a:gd name="connsiteX1256" fmla="*/ 3419869 w 7795397"/>
                      <a:gd name="connsiteY1256" fmla="*/ 3358991 h 3393433"/>
                      <a:gd name="connsiteX1257" fmla="*/ 3426345 w 7795397"/>
                      <a:gd name="connsiteY1257" fmla="*/ 3354800 h 3393433"/>
                      <a:gd name="connsiteX1258" fmla="*/ 3439014 w 7795397"/>
                      <a:gd name="connsiteY1258" fmla="*/ 3345942 h 3393433"/>
                      <a:gd name="connsiteX1259" fmla="*/ 3462160 w 7795397"/>
                      <a:gd name="connsiteY1259" fmla="*/ 3325654 h 3393433"/>
                      <a:gd name="connsiteX1260" fmla="*/ 3474828 w 7795397"/>
                      <a:gd name="connsiteY1260" fmla="*/ 3309937 h 3393433"/>
                      <a:gd name="connsiteX1261" fmla="*/ 3482353 w 7795397"/>
                      <a:gd name="connsiteY1261" fmla="*/ 3295174 h 3393433"/>
                      <a:gd name="connsiteX1262" fmla="*/ 3482067 w 7795397"/>
                      <a:gd name="connsiteY1262" fmla="*/ 3277267 h 3393433"/>
                      <a:gd name="connsiteX1263" fmla="*/ 3498545 w 7795397"/>
                      <a:gd name="connsiteY1263" fmla="*/ 3270409 h 3393433"/>
                      <a:gd name="connsiteX1264" fmla="*/ 3509022 w 7795397"/>
                      <a:gd name="connsiteY1264" fmla="*/ 3257836 h 3393433"/>
                      <a:gd name="connsiteX1265" fmla="*/ 3518452 w 7795397"/>
                      <a:gd name="connsiteY1265" fmla="*/ 3240691 h 3393433"/>
                      <a:gd name="connsiteX1266" fmla="*/ 3529406 w 7795397"/>
                      <a:gd name="connsiteY1266" fmla="*/ 3213354 h 3393433"/>
                      <a:gd name="connsiteX1267" fmla="*/ 3538264 w 7795397"/>
                      <a:gd name="connsiteY1267" fmla="*/ 3185541 h 3393433"/>
                      <a:gd name="connsiteX1268" fmla="*/ 3542741 w 7795397"/>
                      <a:gd name="connsiteY1268" fmla="*/ 3150870 h 3393433"/>
                      <a:gd name="connsiteX1269" fmla="*/ 3535693 w 7795397"/>
                      <a:gd name="connsiteY1269" fmla="*/ 3134773 h 3393433"/>
                      <a:gd name="connsiteX1270" fmla="*/ 3548456 w 7795397"/>
                      <a:gd name="connsiteY1270" fmla="*/ 3122771 h 3393433"/>
                      <a:gd name="connsiteX1271" fmla="*/ 3554171 w 7795397"/>
                      <a:gd name="connsiteY1271" fmla="*/ 3108103 h 3393433"/>
                      <a:gd name="connsiteX1272" fmla="*/ 3558171 w 7795397"/>
                      <a:gd name="connsiteY1272" fmla="*/ 3089624 h 3393433"/>
                      <a:gd name="connsiteX1273" fmla="*/ 3564553 w 7795397"/>
                      <a:gd name="connsiteY1273" fmla="*/ 3032951 h 3393433"/>
                      <a:gd name="connsiteX1274" fmla="*/ 3553409 w 7795397"/>
                      <a:gd name="connsiteY1274" fmla="*/ 2983992 h 3393433"/>
                      <a:gd name="connsiteX1275" fmla="*/ 3569602 w 7795397"/>
                      <a:gd name="connsiteY1275" fmla="*/ 2936653 h 3393433"/>
                      <a:gd name="connsiteX1276" fmla="*/ 3570363 w 7795397"/>
                      <a:gd name="connsiteY1276" fmla="*/ 2880265 h 3393433"/>
                      <a:gd name="connsiteX1277" fmla="*/ 3555790 w 7795397"/>
                      <a:gd name="connsiteY1277" fmla="*/ 2832545 h 3393433"/>
                      <a:gd name="connsiteX1278" fmla="*/ 3569316 w 7795397"/>
                      <a:gd name="connsiteY1278" fmla="*/ 2784539 h 3393433"/>
                      <a:gd name="connsiteX1279" fmla="*/ 3567792 w 7795397"/>
                      <a:gd name="connsiteY1279" fmla="*/ 2728436 h 3393433"/>
                      <a:gd name="connsiteX1280" fmla="*/ 3551980 w 7795397"/>
                      <a:gd name="connsiteY1280" fmla="*/ 2681287 h 3393433"/>
                      <a:gd name="connsiteX1281" fmla="*/ 3559695 w 7795397"/>
                      <a:gd name="connsiteY1281" fmla="*/ 2672906 h 3393433"/>
                      <a:gd name="connsiteX1282" fmla="*/ 3561601 w 7795397"/>
                      <a:gd name="connsiteY1282" fmla="*/ 2667000 h 3393433"/>
                      <a:gd name="connsiteX1283" fmla="*/ 3564172 w 7795397"/>
                      <a:gd name="connsiteY1283" fmla="*/ 2651760 h 3393433"/>
                      <a:gd name="connsiteX1284" fmla="*/ 3564648 w 7795397"/>
                      <a:gd name="connsiteY1284" fmla="*/ 2633282 h 3393433"/>
                      <a:gd name="connsiteX1285" fmla="*/ 3562934 w 7795397"/>
                      <a:gd name="connsiteY1285" fmla="*/ 2577465 h 3393433"/>
                      <a:gd name="connsiteX1286" fmla="*/ 3547408 w 7795397"/>
                      <a:gd name="connsiteY1286" fmla="*/ 2530316 h 3393433"/>
                      <a:gd name="connsiteX1287" fmla="*/ 3558838 w 7795397"/>
                      <a:gd name="connsiteY1287" fmla="*/ 2509076 h 3393433"/>
                      <a:gd name="connsiteX1288" fmla="*/ 3560838 w 7795397"/>
                      <a:gd name="connsiteY1288" fmla="*/ 2482596 h 3393433"/>
                      <a:gd name="connsiteX1289" fmla="*/ 3560838 w 7795397"/>
                      <a:gd name="connsiteY1289" fmla="*/ 2482596 h 3393433"/>
                      <a:gd name="connsiteX1290" fmla="*/ 3560838 w 7795397"/>
                      <a:gd name="connsiteY1290" fmla="*/ 2482596 h 3393433"/>
                      <a:gd name="connsiteX1291" fmla="*/ 3560553 w 7795397"/>
                      <a:gd name="connsiteY1291" fmla="*/ 2426970 h 3393433"/>
                      <a:gd name="connsiteX1292" fmla="*/ 3546837 w 7795397"/>
                      <a:gd name="connsiteY1292" fmla="*/ 2379440 h 3393433"/>
                      <a:gd name="connsiteX1293" fmla="*/ 3562839 w 7795397"/>
                      <a:gd name="connsiteY1293" fmla="*/ 2332673 h 3393433"/>
                      <a:gd name="connsiteX1294" fmla="*/ 3566363 w 7795397"/>
                      <a:gd name="connsiteY1294" fmla="*/ 2277523 h 3393433"/>
                      <a:gd name="connsiteX1295" fmla="*/ 3556838 w 7795397"/>
                      <a:gd name="connsiteY1295" fmla="*/ 2229231 h 3393433"/>
                      <a:gd name="connsiteX1296" fmla="*/ 3568744 w 7795397"/>
                      <a:gd name="connsiteY1296" fmla="*/ 2216849 h 3393433"/>
                      <a:gd name="connsiteX1297" fmla="*/ 3571506 w 7795397"/>
                      <a:gd name="connsiteY1297" fmla="*/ 2210371 h 3393433"/>
                      <a:gd name="connsiteX1298" fmla="*/ 3578555 w 7795397"/>
                      <a:gd name="connsiteY1298" fmla="*/ 2185892 h 3393433"/>
                      <a:gd name="connsiteX1299" fmla="*/ 3592843 w 7795397"/>
                      <a:gd name="connsiteY1299" fmla="*/ 2133981 h 3393433"/>
                      <a:gd name="connsiteX1300" fmla="*/ 3599796 w 7795397"/>
                      <a:gd name="connsiteY1300" fmla="*/ 2101882 h 3393433"/>
                      <a:gd name="connsiteX1301" fmla="*/ 3595319 w 7795397"/>
                      <a:gd name="connsiteY1301" fmla="*/ 2085308 h 3393433"/>
                      <a:gd name="connsiteX1302" fmla="*/ 3628180 w 7795397"/>
                      <a:gd name="connsiteY1302" fmla="*/ 2049209 h 3393433"/>
                      <a:gd name="connsiteX1303" fmla="*/ 3655136 w 7795397"/>
                      <a:gd name="connsiteY1303" fmla="*/ 2002727 h 3393433"/>
                      <a:gd name="connsiteX1304" fmla="*/ 3670186 w 7795397"/>
                      <a:gd name="connsiteY1304" fmla="*/ 1974056 h 3393433"/>
                      <a:gd name="connsiteX1305" fmla="*/ 3670662 w 7795397"/>
                      <a:gd name="connsiteY1305" fmla="*/ 1957007 h 3393433"/>
                      <a:gd name="connsiteX1306" fmla="*/ 3677424 w 7795397"/>
                      <a:gd name="connsiteY1306" fmla="*/ 1958054 h 3393433"/>
                      <a:gd name="connsiteX1307" fmla="*/ 3687426 w 7795397"/>
                      <a:gd name="connsiteY1307" fmla="*/ 1954054 h 3393433"/>
                      <a:gd name="connsiteX1308" fmla="*/ 3699618 w 7795397"/>
                      <a:gd name="connsiteY1308" fmla="*/ 1946529 h 3393433"/>
                      <a:gd name="connsiteX1309" fmla="*/ 3712953 w 7795397"/>
                      <a:gd name="connsiteY1309" fmla="*/ 1936909 h 3393433"/>
                      <a:gd name="connsiteX1310" fmla="*/ 3722763 w 7795397"/>
                      <a:gd name="connsiteY1310" fmla="*/ 1930336 h 3393433"/>
                      <a:gd name="connsiteX1311" fmla="*/ 3732670 w 7795397"/>
                      <a:gd name="connsiteY1311" fmla="*/ 1925288 h 3393433"/>
                      <a:gd name="connsiteX1312" fmla="*/ 3742385 w 7795397"/>
                      <a:gd name="connsiteY1312" fmla="*/ 1922145 h 3393433"/>
                      <a:gd name="connsiteX1313" fmla="*/ 3751529 w 7795397"/>
                      <a:gd name="connsiteY1313" fmla="*/ 1921002 h 3393433"/>
                      <a:gd name="connsiteX1314" fmla="*/ 3757435 w 7795397"/>
                      <a:gd name="connsiteY1314" fmla="*/ 1921383 h 3393433"/>
                      <a:gd name="connsiteX1315" fmla="*/ 3763054 w 7795397"/>
                      <a:gd name="connsiteY1315" fmla="*/ 1922050 h 3393433"/>
                      <a:gd name="connsiteX1316" fmla="*/ 3772770 w 7795397"/>
                      <a:gd name="connsiteY1316" fmla="*/ 1923574 h 3393433"/>
                      <a:gd name="connsiteX1317" fmla="*/ 3779437 w 7795397"/>
                      <a:gd name="connsiteY1317" fmla="*/ 1923955 h 3393433"/>
                      <a:gd name="connsiteX1318" fmla="*/ 3785724 w 7795397"/>
                      <a:gd name="connsiteY1318" fmla="*/ 1923764 h 3393433"/>
                      <a:gd name="connsiteX1319" fmla="*/ 3780580 w 7795397"/>
                      <a:gd name="connsiteY1319" fmla="*/ 1927384 h 3393433"/>
                      <a:gd name="connsiteX1320" fmla="*/ 3775627 w 7795397"/>
                      <a:gd name="connsiteY1320" fmla="*/ 1933194 h 3393433"/>
                      <a:gd name="connsiteX1321" fmla="*/ 3769245 w 7795397"/>
                      <a:gd name="connsiteY1321" fmla="*/ 1943576 h 3393433"/>
                      <a:gd name="connsiteX1322" fmla="*/ 3761530 w 7795397"/>
                      <a:gd name="connsiteY1322" fmla="*/ 1959674 h 3393433"/>
                      <a:gd name="connsiteX1323" fmla="*/ 3751910 w 7795397"/>
                      <a:gd name="connsiteY1323" fmla="*/ 1990058 h 3393433"/>
                      <a:gd name="connsiteX1324" fmla="*/ 3753244 w 7795397"/>
                      <a:gd name="connsiteY1324" fmla="*/ 2027777 h 3393433"/>
                      <a:gd name="connsiteX1325" fmla="*/ 3765816 w 7795397"/>
                      <a:gd name="connsiteY1325" fmla="*/ 2049875 h 3393433"/>
                      <a:gd name="connsiteX1326" fmla="*/ 3773627 w 7795397"/>
                      <a:gd name="connsiteY1326" fmla="*/ 2056924 h 3393433"/>
                      <a:gd name="connsiteX1327" fmla="*/ 3781056 w 7795397"/>
                      <a:gd name="connsiteY1327" fmla="*/ 2061496 h 3393433"/>
                      <a:gd name="connsiteX1328" fmla="*/ 3793248 w 7795397"/>
                      <a:gd name="connsiteY1328" fmla="*/ 2064925 h 3393433"/>
                      <a:gd name="connsiteX1329" fmla="*/ 3799821 w 7795397"/>
                      <a:gd name="connsiteY1329" fmla="*/ 2062353 h 3393433"/>
                      <a:gd name="connsiteX1330" fmla="*/ 3799154 w 7795397"/>
                      <a:gd name="connsiteY1330" fmla="*/ 2069306 h 3393433"/>
                      <a:gd name="connsiteX1331" fmla="*/ 3803345 w 7795397"/>
                      <a:gd name="connsiteY1331" fmla="*/ 2078736 h 3393433"/>
                      <a:gd name="connsiteX1332" fmla="*/ 3809727 w 7795397"/>
                      <a:gd name="connsiteY1332" fmla="*/ 2089785 h 3393433"/>
                      <a:gd name="connsiteX1333" fmla="*/ 3815918 w 7795397"/>
                      <a:gd name="connsiteY1333" fmla="*/ 2101120 h 3393433"/>
                      <a:gd name="connsiteX1334" fmla="*/ 3819252 w 7795397"/>
                      <a:gd name="connsiteY1334" fmla="*/ 2118360 h 3393433"/>
                      <a:gd name="connsiteX1335" fmla="*/ 3814965 w 7795397"/>
                      <a:gd name="connsiteY1335" fmla="*/ 2140172 h 3393433"/>
                      <a:gd name="connsiteX1336" fmla="*/ 3808774 w 7795397"/>
                      <a:gd name="connsiteY1336" fmla="*/ 2173415 h 3393433"/>
                      <a:gd name="connsiteX1337" fmla="*/ 3810679 w 7795397"/>
                      <a:gd name="connsiteY1337" fmla="*/ 2185226 h 3393433"/>
                      <a:gd name="connsiteX1338" fmla="*/ 3815632 w 7795397"/>
                      <a:gd name="connsiteY1338" fmla="*/ 2190274 h 3393433"/>
                      <a:gd name="connsiteX1339" fmla="*/ 3801249 w 7795397"/>
                      <a:gd name="connsiteY1339" fmla="*/ 2200656 h 3393433"/>
                      <a:gd name="connsiteX1340" fmla="*/ 3788200 w 7795397"/>
                      <a:gd name="connsiteY1340" fmla="*/ 2233422 h 3393433"/>
                      <a:gd name="connsiteX1341" fmla="*/ 3783819 w 7795397"/>
                      <a:gd name="connsiteY1341" fmla="*/ 2264093 h 3393433"/>
                      <a:gd name="connsiteX1342" fmla="*/ 3784866 w 7795397"/>
                      <a:gd name="connsiteY1342" fmla="*/ 2296859 h 3393433"/>
                      <a:gd name="connsiteX1343" fmla="*/ 3787534 w 7795397"/>
                      <a:gd name="connsiteY1343" fmla="*/ 2308289 h 3393433"/>
                      <a:gd name="connsiteX1344" fmla="*/ 3791724 w 7795397"/>
                      <a:gd name="connsiteY1344" fmla="*/ 2318480 h 3393433"/>
                      <a:gd name="connsiteX1345" fmla="*/ 3802488 w 7795397"/>
                      <a:gd name="connsiteY1345" fmla="*/ 2333816 h 3393433"/>
                      <a:gd name="connsiteX1346" fmla="*/ 3813441 w 7795397"/>
                      <a:gd name="connsiteY1346" fmla="*/ 2340959 h 3393433"/>
                      <a:gd name="connsiteX1347" fmla="*/ 3820871 w 7795397"/>
                      <a:gd name="connsiteY1347" fmla="*/ 2340388 h 3393433"/>
                      <a:gd name="connsiteX1348" fmla="*/ 3818871 w 7795397"/>
                      <a:gd name="connsiteY1348" fmla="*/ 2347532 h 3393433"/>
                      <a:gd name="connsiteX1349" fmla="*/ 3823538 w 7795397"/>
                      <a:gd name="connsiteY1349" fmla="*/ 2359628 h 3393433"/>
                      <a:gd name="connsiteX1350" fmla="*/ 3835539 w 7795397"/>
                      <a:gd name="connsiteY1350" fmla="*/ 2373344 h 3393433"/>
                      <a:gd name="connsiteX1351" fmla="*/ 3854685 w 7795397"/>
                      <a:gd name="connsiteY1351" fmla="*/ 2385251 h 3393433"/>
                      <a:gd name="connsiteX1352" fmla="*/ 3871258 w 7795397"/>
                      <a:gd name="connsiteY1352" fmla="*/ 2390966 h 3393433"/>
                      <a:gd name="connsiteX1353" fmla="*/ 3888403 w 7795397"/>
                      <a:gd name="connsiteY1353" fmla="*/ 2394014 h 3393433"/>
                      <a:gd name="connsiteX1354" fmla="*/ 3905262 w 7795397"/>
                      <a:gd name="connsiteY1354" fmla="*/ 2394585 h 3393433"/>
                      <a:gd name="connsiteX1355" fmla="*/ 3921169 w 7795397"/>
                      <a:gd name="connsiteY1355" fmla="*/ 2393252 h 3393433"/>
                      <a:gd name="connsiteX1356" fmla="*/ 3940600 w 7795397"/>
                      <a:gd name="connsiteY1356" fmla="*/ 2388870 h 3393433"/>
                      <a:gd name="connsiteX1357" fmla="*/ 3954888 w 7795397"/>
                      <a:gd name="connsiteY1357" fmla="*/ 2382488 h 3393433"/>
                      <a:gd name="connsiteX1358" fmla="*/ 3966222 w 7795397"/>
                      <a:gd name="connsiteY1358" fmla="*/ 2368582 h 3393433"/>
                      <a:gd name="connsiteX1359" fmla="*/ 3967651 w 7795397"/>
                      <a:gd name="connsiteY1359" fmla="*/ 2371725 h 3393433"/>
                      <a:gd name="connsiteX1360" fmla="*/ 3970795 w 7795397"/>
                      <a:gd name="connsiteY1360" fmla="*/ 2374392 h 3393433"/>
                      <a:gd name="connsiteX1361" fmla="*/ 3980986 w 7795397"/>
                      <a:gd name="connsiteY1361" fmla="*/ 2378393 h 3393433"/>
                      <a:gd name="connsiteX1362" fmla="*/ 3994512 w 7795397"/>
                      <a:gd name="connsiteY1362" fmla="*/ 2381155 h 3393433"/>
                      <a:gd name="connsiteX1363" fmla="*/ 4009847 w 7795397"/>
                      <a:gd name="connsiteY1363" fmla="*/ 2383155 h 3393433"/>
                      <a:gd name="connsiteX1364" fmla="*/ 4020991 w 7795397"/>
                      <a:gd name="connsiteY1364" fmla="*/ 2385155 h 3393433"/>
                      <a:gd name="connsiteX1365" fmla="*/ 4031850 w 7795397"/>
                      <a:gd name="connsiteY1365" fmla="*/ 2388489 h 3393433"/>
                      <a:gd name="connsiteX1366" fmla="*/ 4053853 w 7795397"/>
                      <a:gd name="connsiteY1366" fmla="*/ 2398681 h 3393433"/>
                      <a:gd name="connsiteX1367" fmla="*/ 4068521 w 7795397"/>
                      <a:gd name="connsiteY1367" fmla="*/ 2406206 h 3393433"/>
                      <a:gd name="connsiteX1368" fmla="*/ 4082046 w 7795397"/>
                      <a:gd name="connsiteY1368" fmla="*/ 2411444 h 3393433"/>
                      <a:gd name="connsiteX1369" fmla="*/ 4100144 w 7795397"/>
                      <a:gd name="connsiteY1369" fmla="*/ 2410301 h 3393433"/>
                      <a:gd name="connsiteX1370" fmla="*/ 4098715 w 7795397"/>
                      <a:gd name="connsiteY1370" fmla="*/ 2413540 h 3393433"/>
                      <a:gd name="connsiteX1371" fmla="*/ 4100335 w 7795397"/>
                      <a:gd name="connsiteY1371" fmla="*/ 2422779 h 3393433"/>
                      <a:gd name="connsiteX1372" fmla="*/ 4103192 w 7795397"/>
                      <a:gd name="connsiteY1372" fmla="*/ 2428494 h 3393433"/>
                      <a:gd name="connsiteX1373" fmla="*/ 4112907 w 7795397"/>
                      <a:gd name="connsiteY1373" fmla="*/ 2441162 h 3393433"/>
                      <a:gd name="connsiteX1374" fmla="*/ 4128052 w 7795397"/>
                      <a:gd name="connsiteY1374" fmla="*/ 2454212 h 3393433"/>
                      <a:gd name="connsiteX1375" fmla="*/ 4141292 w 7795397"/>
                      <a:gd name="connsiteY1375" fmla="*/ 2462689 h 3393433"/>
                      <a:gd name="connsiteX1376" fmla="*/ 4155580 w 7795397"/>
                      <a:gd name="connsiteY1376" fmla="*/ 2470309 h 3393433"/>
                      <a:gd name="connsiteX1377" fmla="*/ 4170724 w 7795397"/>
                      <a:gd name="connsiteY1377" fmla="*/ 2476595 h 3393433"/>
                      <a:gd name="connsiteX1378" fmla="*/ 4186441 w 7795397"/>
                      <a:gd name="connsiteY1378" fmla="*/ 2481262 h 3393433"/>
                      <a:gd name="connsiteX1379" fmla="*/ 4207681 w 7795397"/>
                      <a:gd name="connsiteY1379" fmla="*/ 2483739 h 3393433"/>
                      <a:gd name="connsiteX1380" fmla="*/ 4224826 w 7795397"/>
                      <a:gd name="connsiteY1380" fmla="*/ 2481167 h 3393433"/>
                      <a:gd name="connsiteX1381" fmla="*/ 4236542 w 7795397"/>
                      <a:gd name="connsiteY1381" fmla="*/ 2475452 h 3393433"/>
                      <a:gd name="connsiteX1382" fmla="*/ 4240067 w 7795397"/>
                      <a:gd name="connsiteY1382" fmla="*/ 2468309 h 3393433"/>
                      <a:gd name="connsiteX1383" fmla="*/ 4245210 w 7795397"/>
                      <a:gd name="connsiteY1383" fmla="*/ 2474404 h 3393433"/>
                      <a:gd name="connsiteX1384" fmla="*/ 4250925 w 7795397"/>
                      <a:gd name="connsiteY1384" fmla="*/ 2476405 h 3393433"/>
                      <a:gd name="connsiteX1385" fmla="*/ 4258450 w 7795397"/>
                      <a:gd name="connsiteY1385" fmla="*/ 2477071 h 3393433"/>
                      <a:gd name="connsiteX1386" fmla="*/ 4258450 w 7795397"/>
                      <a:gd name="connsiteY1386" fmla="*/ 2477071 h 3393433"/>
                      <a:gd name="connsiteX1387" fmla="*/ 4258450 w 7795397"/>
                      <a:gd name="connsiteY1387" fmla="*/ 2477071 h 3393433"/>
                      <a:gd name="connsiteX1388" fmla="*/ 4277214 w 7795397"/>
                      <a:gd name="connsiteY1388" fmla="*/ 2473643 h 3393433"/>
                      <a:gd name="connsiteX1389" fmla="*/ 4287406 w 7795397"/>
                      <a:gd name="connsiteY1389" fmla="*/ 2469166 h 3393433"/>
                      <a:gd name="connsiteX1390" fmla="*/ 4297311 w 7795397"/>
                      <a:gd name="connsiteY1390" fmla="*/ 2462784 h 3393433"/>
                      <a:gd name="connsiteX1391" fmla="*/ 4339984 w 7795397"/>
                      <a:gd name="connsiteY1391" fmla="*/ 2412587 h 3393433"/>
                      <a:gd name="connsiteX1392" fmla="*/ 4347889 w 7795397"/>
                      <a:gd name="connsiteY1392" fmla="*/ 2392870 h 3393433"/>
                      <a:gd name="connsiteX1393" fmla="*/ 4350080 w 7795397"/>
                      <a:gd name="connsiteY1393" fmla="*/ 2375535 h 3393433"/>
                      <a:gd name="connsiteX1394" fmla="*/ 4341412 w 7795397"/>
                      <a:gd name="connsiteY1394" fmla="*/ 2357723 h 3393433"/>
                      <a:gd name="connsiteX1395" fmla="*/ 4353033 w 7795397"/>
                      <a:gd name="connsiteY1395" fmla="*/ 2351056 h 3393433"/>
                      <a:gd name="connsiteX1396" fmla="*/ 4356652 w 7795397"/>
                      <a:gd name="connsiteY1396" fmla="*/ 2345055 h 3393433"/>
                      <a:gd name="connsiteX1397" fmla="*/ 4361986 w 7795397"/>
                      <a:gd name="connsiteY1397" fmla="*/ 2328291 h 3393433"/>
                      <a:gd name="connsiteX1398" fmla="*/ 4363034 w 7795397"/>
                      <a:gd name="connsiteY1398" fmla="*/ 2306860 h 3393433"/>
                      <a:gd name="connsiteX1399" fmla="*/ 4344556 w 7795397"/>
                      <a:gd name="connsiteY1399" fmla="*/ 2243519 h 3393433"/>
                      <a:gd name="connsiteX1400" fmla="*/ 4338364 w 7795397"/>
                      <a:gd name="connsiteY1400" fmla="*/ 2233803 h 3393433"/>
                      <a:gd name="connsiteX1401" fmla="*/ 4331411 w 7795397"/>
                      <a:gd name="connsiteY1401" fmla="*/ 2225612 h 3393433"/>
                      <a:gd name="connsiteX1402" fmla="*/ 4316933 w 7795397"/>
                      <a:gd name="connsiteY1402" fmla="*/ 2214658 h 3393433"/>
                      <a:gd name="connsiteX1403" fmla="*/ 4304455 w 7795397"/>
                      <a:gd name="connsiteY1403" fmla="*/ 2210848 h 3393433"/>
                      <a:gd name="connsiteX1404" fmla="*/ 4296645 w 7795397"/>
                      <a:gd name="connsiteY1404" fmla="*/ 2213610 h 3393433"/>
                      <a:gd name="connsiteX1405" fmla="*/ 4298264 w 7795397"/>
                      <a:gd name="connsiteY1405" fmla="*/ 2209991 h 3393433"/>
                      <a:gd name="connsiteX1406" fmla="*/ 4294740 w 7795397"/>
                      <a:gd name="connsiteY1406" fmla="*/ 2194370 h 3393433"/>
                      <a:gd name="connsiteX1407" fmla="*/ 4286453 w 7795397"/>
                      <a:gd name="connsiteY1407" fmla="*/ 2181606 h 3393433"/>
                      <a:gd name="connsiteX1408" fmla="*/ 4274737 w 7795397"/>
                      <a:gd name="connsiteY1408" fmla="*/ 2168462 h 3393433"/>
                      <a:gd name="connsiteX1409" fmla="*/ 4265594 w 7795397"/>
                      <a:gd name="connsiteY1409" fmla="*/ 2159222 h 3393433"/>
                      <a:gd name="connsiteX1410" fmla="*/ 4257307 w 7795397"/>
                      <a:gd name="connsiteY1410" fmla="*/ 2149888 h 3393433"/>
                      <a:gd name="connsiteX1411" fmla="*/ 4250068 w 7795397"/>
                      <a:gd name="connsiteY1411" fmla="*/ 2140553 h 3393433"/>
                      <a:gd name="connsiteX1412" fmla="*/ 4244352 w 7795397"/>
                      <a:gd name="connsiteY1412" fmla="*/ 2131600 h 3393433"/>
                      <a:gd name="connsiteX1413" fmla="*/ 4241590 w 7795397"/>
                      <a:gd name="connsiteY1413" fmla="*/ 2126266 h 3393433"/>
                      <a:gd name="connsiteX1414" fmla="*/ 4239304 w 7795397"/>
                      <a:gd name="connsiteY1414" fmla="*/ 2122265 h 3393433"/>
                      <a:gd name="connsiteX1415" fmla="*/ 4237304 w 7795397"/>
                      <a:gd name="connsiteY1415" fmla="*/ 2119312 h 3393433"/>
                      <a:gd name="connsiteX1416" fmla="*/ 4235304 w 7795397"/>
                      <a:gd name="connsiteY1416" fmla="*/ 2116455 h 3393433"/>
                      <a:gd name="connsiteX1417" fmla="*/ 4231398 w 7795397"/>
                      <a:gd name="connsiteY1417" fmla="*/ 2109597 h 3393433"/>
                      <a:gd name="connsiteX1418" fmla="*/ 4226160 w 7795397"/>
                      <a:gd name="connsiteY1418" fmla="*/ 2103311 h 3393433"/>
                      <a:gd name="connsiteX1419" fmla="*/ 4234256 w 7795397"/>
                      <a:gd name="connsiteY1419" fmla="*/ 2105501 h 3393433"/>
                      <a:gd name="connsiteX1420" fmla="*/ 4243686 w 7795397"/>
                      <a:gd name="connsiteY1420" fmla="*/ 2104549 h 3393433"/>
                      <a:gd name="connsiteX1421" fmla="*/ 4249020 w 7795397"/>
                      <a:gd name="connsiteY1421" fmla="*/ 2103120 h 3393433"/>
                      <a:gd name="connsiteX1422" fmla="*/ 4255402 w 7795397"/>
                      <a:gd name="connsiteY1422" fmla="*/ 2101120 h 3393433"/>
                      <a:gd name="connsiteX1423" fmla="*/ 4269594 w 7795397"/>
                      <a:gd name="connsiteY1423" fmla="*/ 2094928 h 3393433"/>
                      <a:gd name="connsiteX1424" fmla="*/ 4281024 w 7795397"/>
                      <a:gd name="connsiteY1424" fmla="*/ 2089785 h 3393433"/>
                      <a:gd name="connsiteX1425" fmla="*/ 4287882 w 7795397"/>
                      <a:gd name="connsiteY1425" fmla="*/ 2086642 h 3393433"/>
                      <a:gd name="connsiteX1426" fmla="*/ 4296074 w 7795397"/>
                      <a:gd name="connsiteY1426" fmla="*/ 2082546 h 3393433"/>
                      <a:gd name="connsiteX1427" fmla="*/ 4324839 w 7795397"/>
                      <a:gd name="connsiteY1427" fmla="*/ 2059877 h 3393433"/>
                      <a:gd name="connsiteX1428" fmla="*/ 4337888 w 7795397"/>
                      <a:gd name="connsiteY1428" fmla="*/ 2040065 h 3393433"/>
                      <a:gd name="connsiteX1429" fmla="*/ 4342555 w 7795397"/>
                      <a:gd name="connsiteY1429" fmla="*/ 2021586 h 3393433"/>
                      <a:gd name="connsiteX1430" fmla="*/ 4340745 w 7795397"/>
                      <a:gd name="connsiteY1430" fmla="*/ 2008156 h 3393433"/>
                      <a:gd name="connsiteX1431" fmla="*/ 4334364 w 7795397"/>
                      <a:gd name="connsiteY1431" fmla="*/ 2001965 h 3393433"/>
                      <a:gd name="connsiteX1432" fmla="*/ 4343032 w 7795397"/>
                      <a:gd name="connsiteY1432" fmla="*/ 2000060 h 3393433"/>
                      <a:gd name="connsiteX1433" fmla="*/ 4351795 w 7795397"/>
                      <a:gd name="connsiteY1433" fmla="*/ 1989773 h 3393433"/>
                      <a:gd name="connsiteX1434" fmla="*/ 4357986 w 7795397"/>
                      <a:gd name="connsiteY1434" fmla="*/ 1972246 h 3393433"/>
                      <a:gd name="connsiteX1435" fmla="*/ 4358843 w 7795397"/>
                      <a:gd name="connsiteY1435" fmla="*/ 1949577 h 3393433"/>
                      <a:gd name="connsiteX1436" fmla="*/ 4332459 w 7795397"/>
                      <a:gd name="connsiteY1436" fmla="*/ 1883188 h 3393433"/>
                      <a:gd name="connsiteX1437" fmla="*/ 4312456 w 7795397"/>
                      <a:gd name="connsiteY1437" fmla="*/ 1866614 h 3393433"/>
                      <a:gd name="connsiteX1438" fmla="*/ 4291692 w 7795397"/>
                      <a:gd name="connsiteY1438" fmla="*/ 1860614 h 3393433"/>
                      <a:gd name="connsiteX1439" fmla="*/ 4283310 w 7795397"/>
                      <a:gd name="connsiteY1439" fmla="*/ 1860994 h 3393433"/>
                      <a:gd name="connsiteX1440" fmla="*/ 4277024 w 7795397"/>
                      <a:gd name="connsiteY1440" fmla="*/ 1863185 h 3393433"/>
                      <a:gd name="connsiteX1441" fmla="*/ 4271213 w 7795397"/>
                      <a:gd name="connsiteY1441" fmla="*/ 1870329 h 3393433"/>
                      <a:gd name="connsiteX1442" fmla="*/ 4267784 w 7795397"/>
                      <a:gd name="connsiteY1442" fmla="*/ 1861757 h 3393433"/>
                      <a:gd name="connsiteX1443" fmla="*/ 4255020 w 7795397"/>
                      <a:gd name="connsiteY1443" fmla="*/ 1854708 h 3393433"/>
                      <a:gd name="connsiteX1444" fmla="*/ 4238924 w 7795397"/>
                      <a:gd name="connsiteY1444" fmla="*/ 1851089 h 3393433"/>
                      <a:gd name="connsiteX1445" fmla="*/ 4220350 w 7795397"/>
                      <a:gd name="connsiteY1445" fmla="*/ 1850612 h 3393433"/>
                      <a:gd name="connsiteX1446" fmla="*/ 4193584 w 7795397"/>
                      <a:gd name="connsiteY1446" fmla="*/ 1851946 h 3393433"/>
                      <a:gd name="connsiteX1447" fmla="*/ 4170724 w 7795397"/>
                      <a:gd name="connsiteY1447" fmla="*/ 1851089 h 3393433"/>
                      <a:gd name="connsiteX1448" fmla="*/ 4165390 w 7795397"/>
                      <a:gd name="connsiteY1448" fmla="*/ 1850422 h 3393433"/>
                      <a:gd name="connsiteX1449" fmla="*/ 4164343 w 7795397"/>
                      <a:gd name="connsiteY1449" fmla="*/ 1850422 h 3393433"/>
                      <a:gd name="connsiteX1450" fmla="*/ 4164057 w 7795397"/>
                      <a:gd name="connsiteY1450" fmla="*/ 1850612 h 3393433"/>
                      <a:gd name="connsiteX1451" fmla="*/ 4163390 w 7795397"/>
                      <a:gd name="connsiteY1451" fmla="*/ 1851089 h 3393433"/>
                      <a:gd name="connsiteX1452" fmla="*/ 4158723 w 7795397"/>
                      <a:gd name="connsiteY1452" fmla="*/ 1852803 h 3393433"/>
                      <a:gd name="connsiteX1453" fmla="*/ 4155198 w 7795397"/>
                      <a:gd name="connsiteY1453" fmla="*/ 1852708 h 3393433"/>
                      <a:gd name="connsiteX1454" fmla="*/ 4151293 w 7795397"/>
                      <a:gd name="connsiteY1454" fmla="*/ 1851469 h 3393433"/>
                      <a:gd name="connsiteX1455" fmla="*/ 4142435 w 7795397"/>
                      <a:gd name="connsiteY1455" fmla="*/ 1850422 h 3393433"/>
                      <a:gd name="connsiteX1456" fmla="*/ 4150627 w 7795397"/>
                      <a:gd name="connsiteY1456" fmla="*/ 1846612 h 3393433"/>
                      <a:gd name="connsiteX1457" fmla="*/ 4157675 w 7795397"/>
                      <a:gd name="connsiteY1457" fmla="*/ 1838896 h 3393433"/>
                      <a:gd name="connsiteX1458" fmla="*/ 4163961 w 7795397"/>
                      <a:gd name="connsiteY1458" fmla="*/ 1827181 h 3393433"/>
                      <a:gd name="connsiteX1459" fmla="*/ 4165295 w 7795397"/>
                      <a:gd name="connsiteY1459" fmla="*/ 1823657 h 3393433"/>
                      <a:gd name="connsiteX1460" fmla="*/ 4166628 w 7795397"/>
                      <a:gd name="connsiteY1460" fmla="*/ 1819275 h 3393433"/>
                      <a:gd name="connsiteX1461" fmla="*/ 4168914 w 7795397"/>
                      <a:gd name="connsiteY1461" fmla="*/ 1807845 h 3393433"/>
                      <a:gd name="connsiteX1462" fmla="*/ 4169295 w 7795397"/>
                      <a:gd name="connsiteY1462" fmla="*/ 1772507 h 3393433"/>
                      <a:gd name="connsiteX1463" fmla="*/ 4165676 w 7795397"/>
                      <a:gd name="connsiteY1463" fmla="*/ 1754219 h 3393433"/>
                      <a:gd name="connsiteX1464" fmla="*/ 4158723 w 7795397"/>
                      <a:gd name="connsiteY1464" fmla="*/ 1736027 h 3393433"/>
                      <a:gd name="connsiteX1465" fmla="*/ 4142340 w 7795397"/>
                      <a:gd name="connsiteY1465" fmla="*/ 1714691 h 3393433"/>
                      <a:gd name="connsiteX1466" fmla="*/ 4132243 w 7795397"/>
                      <a:gd name="connsiteY1466" fmla="*/ 1707833 h 3393433"/>
                      <a:gd name="connsiteX1467" fmla="*/ 4122147 w 7795397"/>
                      <a:gd name="connsiteY1467" fmla="*/ 1704118 h 3393433"/>
                      <a:gd name="connsiteX1468" fmla="*/ 4106335 w 7795397"/>
                      <a:gd name="connsiteY1468" fmla="*/ 1704118 h 3393433"/>
                      <a:gd name="connsiteX1469" fmla="*/ 4099096 w 7795397"/>
                      <a:gd name="connsiteY1469" fmla="*/ 1710881 h 3393433"/>
                      <a:gd name="connsiteX1470" fmla="*/ 4096905 w 7795397"/>
                      <a:gd name="connsiteY1470" fmla="*/ 1701356 h 3393433"/>
                      <a:gd name="connsiteX1471" fmla="*/ 4091857 w 7795397"/>
                      <a:gd name="connsiteY1471" fmla="*/ 1696307 h 3393433"/>
                      <a:gd name="connsiteX1472" fmla="*/ 4084237 w 7795397"/>
                      <a:gd name="connsiteY1472" fmla="*/ 1692307 h 3393433"/>
                      <a:gd name="connsiteX1473" fmla="*/ 4062711 w 7795397"/>
                      <a:gd name="connsiteY1473" fmla="*/ 1688592 h 3393433"/>
                      <a:gd name="connsiteX1474" fmla="*/ 4038231 w 7795397"/>
                      <a:gd name="connsiteY1474" fmla="*/ 1694021 h 3393433"/>
                      <a:gd name="connsiteX1475" fmla="*/ 4029754 w 7795397"/>
                      <a:gd name="connsiteY1475" fmla="*/ 1697641 h 3393433"/>
                      <a:gd name="connsiteX1476" fmla="*/ 4022039 w 7795397"/>
                      <a:gd name="connsiteY1476" fmla="*/ 1701927 h 3393433"/>
                      <a:gd name="connsiteX1477" fmla="*/ 4014419 w 7795397"/>
                      <a:gd name="connsiteY1477" fmla="*/ 1706404 h 3393433"/>
                      <a:gd name="connsiteX1478" fmla="*/ 4008323 w 7795397"/>
                      <a:gd name="connsiteY1478" fmla="*/ 1710404 h 3393433"/>
                      <a:gd name="connsiteX1479" fmla="*/ 3984987 w 7795397"/>
                      <a:gd name="connsiteY1479" fmla="*/ 1725930 h 3393433"/>
                      <a:gd name="connsiteX1480" fmla="*/ 3961460 w 7795397"/>
                      <a:gd name="connsiteY1480" fmla="*/ 1748981 h 3393433"/>
                      <a:gd name="connsiteX1481" fmla="*/ 3958221 w 7795397"/>
                      <a:gd name="connsiteY1481" fmla="*/ 1769935 h 3393433"/>
                      <a:gd name="connsiteX1482" fmla="*/ 3938790 w 7795397"/>
                      <a:gd name="connsiteY1482" fmla="*/ 1761458 h 3393433"/>
                      <a:gd name="connsiteX1483" fmla="*/ 3924598 w 7795397"/>
                      <a:gd name="connsiteY1483" fmla="*/ 1762316 h 3393433"/>
                      <a:gd name="connsiteX1484" fmla="*/ 3909835 w 7795397"/>
                      <a:gd name="connsiteY1484" fmla="*/ 1765364 h 3393433"/>
                      <a:gd name="connsiteX1485" fmla="*/ 3889927 w 7795397"/>
                      <a:gd name="connsiteY1485" fmla="*/ 1768793 h 3393433"/>
                      <a:gd name="connsiteX1486" fmla="*/ 3880878 w 7795397"/>
                      <a:gd name="connsiteY1486" fmla="*/ 1768507 h 3393433"/>
                      <a:gd name="connsiteX1487" fmla="*/ 3872401 w 7795397"/>
                      <a:gd name="connsiteY1487" fmla="*/ 1766887 h 3393433"/>
                      <a:gd name="connsiteX1488" fmla="*/ 3860876 w 7795397"/>
                      <a:gd name="connsiteY1488" fmla="*/ 1764125 h 3393433"/>
                      <a:gd name="connsiteX1489" fmla="*/ 3849065 w 7795397"/>
                      <a:gd name="connsiteY1489" fmla="*/ 1762792 h 3393433"/>
                      <a:gd name="connsiteX1490" fmla="*/ 3837826 w 7795397"/>
                      <a:gd name="connsiteY1490" fmla="*/ 1763840 h 3393433"/>
                      <a:gd name="connsiteX1491" fmla="*/ 3829062 w 7795397"/>
                      <a:gd name="connsiteY1491" fmla="*/ 1768602 h 3393433"/>
                      <a:gd name="connsiteX1492" fmla="*/ 3832682 w 7795397"/>
                      <a:gd name="connsiteY1492" fmla="*/ 1747742 h 3393433"/>
                      <a:gd name="connsiteX1493" fmla="*/ 3829634 w 7795397"/>
                      <a:gd name="connsiteY1493" fmla="*/ 1735550 h 3393433"/>
                      <a:gd name="connsiteX1494" fmla="*/ 3827253 w 7795397"/>
                      <a:gd name="connsiteY1494" fmla="*/ 1729168 h 3393433"/>
                      <a:gd name="connsiteX1495" fmla="*/ 3824205 w 7795397"/>
                      <a:gd name="connsiteY1495" fmla="*/ 1722406 h 3393433"/>
                      <a:gd name="connsiteX1496" fmla="*/ 3815918 w 7795397"/>
                      <a:gd name="connsiteY1496" fmla="*/ 1701451 h 3393433"/>
                      <a:gd name="connsiteX1497" fmla="*/ 3810298 w 7795397"/>
                      <a:gd name="connsiteY1497" fmla="*/ 1678400 h 3393433"/>
                      <a:gd name="connsiteX1498" fmla="*/ 3799440 w 7795397"/>
                      <a:gd name="connsiteY1498" fmla="*/ 1649730 h 3393433"/>
                      <a:gd name="connsiteX1499" fmla="*/ 3781152 w 7795397"/>
                      <a:gd name="connsiteY1499" fmla="*/ 1637443 h 3393433"/>
                      <a:gd name="connsiteX1500" fmla="*/ 3798963 w 7795397"/>
                      <a:gd name="connsiteY1500" fmla="*/ 1624203 h 3393433"/>
                      <a:gd name="connsiteX1501" fmla="*/ 3808679 w 7795397"/>
                      <a:gd name="connsiteY1501" fmla="*/ 1594485 h 3393433"/>
                      <a:gd name="connsiteX1502" fmla="*/ 3810584 w 7795397"/>
                      <a:gd name="connsiteY1502" fmla="*/ 1582198 h 3393433"/>
                      <a:gd name="connsiteX1503" fmla="*/ 3813061 w 7795397"/>
                      <a:gd name="connsiteY1503" fmla="*/ 1570101 h 3393433"/>
                      <a:gd name="connsiteX1504" fmla="*/ 3819633 w 7795397"/>
                      <a:gd name="connsiteY1504" fmla="*/ 1546765 h 3393433"/>
                      <a:gd name="connsiteX1505" fmla="*/ 3823252 w 7795397"/>
                      <a:gd name="connsiteY1505" fmla="*/ 1531334 h 3393433"/>
                      <a:gd name="connsiteX1506" fmla="*/ 3823728 w 7795397"/>
                      <a:gd name="connsiteY1506" fmla="*/ 1517523 h 3393433"/>
                      <a:gd name="connsiteX1507" fmla="*/ 3813918 w 7795397"/>
                      <a:gd name="connsiteY1507" fmla="*/ 1497711 h 3393433"/>
                      <a:gd name="connsiteX1508" fmla="*/ 3835920 w 7795397"/>
                      <a:gd name="connsiteY1508" fmla="*/ 1498187 h 3393433"/>
                      <a:gd name="connsiteX1509" fmla="*/ 3847541 w 7795397"/>
                      <a:gd name="connsiteY1509" fmla="*/ 1493615 h 3393433"/>
                      <a:gd name="connsiteX1510" fmla="*/ 3857828 w 7795397"/>
                      <a:gd name="connsiteY1510" fmla="*/ 1487805 h 3393433"/>
                      <a:gd name="connsiteX1511" fmla="*/ 3871163 w 7795397"/>
                      <a:gd name="connsiteY1511" fmla="*/ 1481995 h 3393433"/>
                      <a:gd name="connsiteX1512" fmla="*/ 3874592 w 7795397"/>
                      <a:gd name="connsiteY1512" fmla="*/ 1481328 h 3393433"/>
                      <a:gd name="connsiteX1513" fmla="*/ 3879926 w 7795397"/>
                      <a:gd name="connsiteY1513" fmla="*/ 1481042 h 3393433"/>
                      <a:gd name="connsiteX1514" fmla="*/ 3885260 w 7795397"/>
                      <a:gd name="connsiteY1514" fmla="*/ 1480661 h 3393433"/>
                      <a:gd name="connsiteX1515" fmla="*/ 3890499 w 7795397"/>
                      <a:gd name="connsiteY1515" fmla="*/ 1480566 h 3393433"/>
                      <a:gd name="connsiteX1516" fmla="*/ 3904405 w 7795397"/>
                      <a:gd name="connsiteY1516" fmla="*/ 1479518 h 3393433"/>
                      <a:gd name="connsiteX1517" fmla="*/ 3916978 w 7795397"/>
                      <a:gd name="connsiteY1517" fmla="*/ 1475994 h 3393433"/>
                      <a:gd name="connsiteX1518" fmla="*/ 3933837 w 7795397"/>
                      <a:gd name="connsiteY1518" fmla="*/ 1461135 h 3393433"/>
                      <a:gd name="connsiteX1519" fmla="*/ 3938124 w 7795397"/>
                      <a:gd name="connsiteY1519" fmla="*/ 1483519 h 3393433"/>
                      <a:gd name="connsiteX1520" fmla="*/ 3946411 w 7795397"/>
                      <a:gd name="connsiteY1520" fmla="*/ 1494377 h 3393433"/>
                      <a:gd name="connsiteX1521" fmla="*/ 3957936 w 7795397"/>
                      <a:gd name="connsiteY1521" fmla="*/ 1504188 h 3393433"/>
                      <a:gd name="connsiteX1522" fmla="*/ 3976319 w 7795397"/>
                      <a:gd name="connsiteY1522" fmla="*/ 1519047 h 3393433"/>
                      <a:gd name="connsiteX1523" fmla="*/ 3985272 w 7795397"/>
                      <a:gd name="connsiteY1523" fmla="*/ 1527429 h 3393433"/>
                      <a:gd name="connsiteX1524" fmla="*/ 3994036 w 7795397"/>
                      <a:gd name="connsiteY1524" fmla="*/ 1536383 h 3393433"/>
                      <a:gd name="connsiteX1525" fmla="*/ 4020991 w 7795397"/>
                      <a:gd name="connsiteY1525" fmla="*/ 1554575 h 3393433"/>
                      <a:gd name="connsiteX1526" fmla="*/ 4044899 w 7795397"/>
                      <a:gd name="connsiteY1526" fmla="*/ 1552385 h 3393433"/>
                      <a:gd name="connsiteX1527" fmla="*/ 4038994 w 7795397"/>
                      <a:gd name="connsiteY1527" fmla="*/ 1562195 h 3393433"/>
                      <a:gd name="connsiteX1528" fmla="*/ 4038708 w 7795397"/>
                      <a:gd name="connsiteY1528" fmla="*/ 1575816 h 3393433"/>
                      <a:gd name="connsiteX1529" fmla="*/ 4040708 w 7795397"/>
                      <a:gd name="connsiteY1529" fmla="*/ 1583531 h 3393433"/>
                      <a:gd name="connsiteX1530" fmla="*/ 4044232 w 7795397"/>
                      <a:gd name="connsiteY1530" fmla="*/ 1591723 h 3393433"/>
                      <a:gd name="connsiteX1531" fmla="*/ 4056996 w 7795397"/>
                      <a:gd name="connsiteY1531" fmla="*/ 1608392 h 3393433"/>
                      <a:gd name="connsiteX1532" fmla="*/ 4080522 w 7795397"/>
                      <a:gd name="connsiteY1532" fmla="*/ 1630299 h 3393433"/>
                      <a:gd name="connsiteX1533" fmla="*/ 4093191 w 7795397"/>
                      <a:gd name="connsiteY1533" fmla="*/ 1640300 h 3393433"/>
                      <a:gd name="connsiteX1534" fmla="*/ 4106335 w 7795397"/>
                      <a:gd name="connsiteY1534" fmla="*/ 1649635 h 3393433"/>
                      <a:gd name="connsiteX1535" fmla="*/ 4125671 w 7795397"/>
                      <a:gd name="connsiteY1535" fmla="*/ 1658588 h 3393433"/>
                      <a:gd name="connsiteX1536" fmla="*/ 4134815 w 7795397"/>
                      <a:gd name="connsiteY1536" fmla="*/ 1660969 h 3393433"/>
                      <a:gd name="connsiteX1537" fmla="*/ 4143578 w 7795397"/>
                      <a:gd name="connsiteY1537" fmla="*/ 1661160 h 3393433"/>
                      <a:gd name="connsiteX1538" fmla="*/ 4165676 w 7795397"/>
                      <a:gd name="connsiteY1538" fmla="*/ 1648682 h 3393433"/>
                      <a:gd name="connsiteX1539" fmla="*/ 4165105 w 7795397"/>
                      <a:gd name="connsiteY1539" fmla="*/ 1660684 h 3393433"/>
                      <a:gd name="connsiteX1540" fmla="*/ 4172248 w 7795397"/>
                      <a:gd name="connsiteY1540" fmla="*/ 1673543 h 3393433"/>
                      <a:gd name="connsiteX1541" fmla="*/ 4186631 w 7795397"/>
                      <a:gd name="connsiteY1541" fmla="*/ 1684496 h 3393433"/>
                      <a:gd name="connsiteX1542" fmla="*/ 4206443 w 7795397"/>
                      <a:gd name="connsiteY1542" fmla="*/ 1692402 h 3393433"/>
                      <a:gd name="connsiteX1543" fmla="*/ 4237971 w 7795397"/>
                      <a:gd name="connsiteY1543" fmla="*/ 1698117 h 3393433"/>
                      <a:gd name="connsiteX1544" fmla="*/ 4269880 w 7795397"/>
                      <a:gd name="connsiteY1544" fmla="*/ 1700212 h 3393433"/>
                      <a:gd name="connsiteX1545" fmla="*/ 4290834 w 7795397"/>
                      <a:gd name="connsiteY1545" fmla="*/ 1697450 h 3393433"/>
                      <a:gd name="connsiteX1546" fmla="*/ 4307313 w 7795397"/>
                      <a:gd name="connsiteY1546" fmla="*/ 1690211 h 3393433"/>
                      <a:gd name="connsiteX1547" fmla="*/ 4317314 w 7795397"/>
                      <a:gd name="connsiteY1547" fmla="*/ 1679448 h 3393433"/>
                      <a:gd name="connsiteX1548" fmla="*/ 4319600 w 7795397"/>
                      <a:gd name="connsiteY1548" fmla="*/ 1667351 h 3393433"/>
                      <a:gd name="connsiteX1549" fmla="*/ 4338079 w 7795397"/>
                      <a:gd name="connsiteY1549" fmla="*/ 1685639 h 3393433"/>
                      <a:gd name="connsiteX1550" fmla="*/ 4346651 w 7795397"/>
                      <a:gd name="connsiteY1550" fmla="*/ 1687925 h 3393433"/>
                      <a:gd name="connsiteX1551" fmla="*/ 4356081 w 7795397"/>
                      <a:gd name="connsiteY1551" fmla="*/ 1688211 h 3393433"/>
                      <a:gd name="connsiteX1552" fmla="*/ 4377036 w 7795397"/>
                      <a:gd name="connsiteY1552" fmla="*/ 1684782 h 3393433"/>
                      <a:gd name="connsiteX1553" fmla="*/ 4384751 w 7795397"/>
                      <a:gd name="connsiteY1553" fmla="*/ 1682496 h 3393433"/>
                      <a:gd name="connsiteX1554" fmla="*/ 4392181 w 7795397"/>
                      <a:gd name="connsiteY1554" fmla="*/ 1679448 h 3393433"/>
                      <a:gd name="connsiteX1555" fmla="*/ 4407040 w 7795397"/>
                      <a:gd name="connsiteY1555" fmla="*/ 1673352 h 3393433"/>
                      <a:gd name="connsiteX1556" fmla="*/ 4421708 w 7795397"/>
                      <a:gd name="connsiteY1556" fmla="*/ 1666875 h 3393433"/>
                      <a:gd name="connsiteX1557" fmla="*/ 4435805 w 7795397"/>
                      <a:gd name="connsiteY1557" fmla="*/ 1659065 h 3393433"/>
                      <a:gd name="connsiteX1558" fmla="*/ 4452950 w 7795397"/>
                      <a:gd name="connsiteY1558" fmla="*/ 1646492 h 3393433"/>
                      <a:gd name="connsiteX1559" fmla="*/ 4463047 w 7795397"/>
                      <a:gd name="connsiteY1559" fmla="*/ 1631061 h 3393433"/>
                      <a:gd name="connsiteX1560" fmla="*/ 4461999 w 7795397"/>
                      <a:gd name="connsiteY1560" fmla="*/ 1605058 h 3393433"/>
                      <a:gd name="connsiteX1561" fmla="*/ 4472762 w 7795397"/>
                      <a:gd name="connsiteY1561" fmla="*/ 1611820 h 3393433"/>
                      <a:gd name="connsiteX1562" fmla="*/ 4487431 w 7795397"/>
                      <a:gd name="connsiteY1562" fmla="*/ 1611535 h 3393433"/>
                      <a:gd name="connsiteX1563" fmla="*/ 4504480 w 7795397"/>
                      <a:gd name="connsiteY1563" fmla="*/ 1604677 h 3393433"/>
                      <a:gd name="connsiteX1564" fmla="*/ 4513244 w 7795397"/>
                      <a:gd name="connsiteY1564" fmla="*/ 1598962 h 3393433"/>
                      <a:gd name="connsiteX1565" fmla="*/ 4520768 w 7795397"/>
                      <a:gd name="connsiteY1565" fmla="*/ 1591056 h 3393433"/>
                      <a:gd name="connsiteX1566" fmla="*/ 4541152 w 7795397"/>
                      <a:gd name="connsiteY1566" fmla="*/ 1566291 h 3393433"/>
                      <a:gd name="connsiteX1567" fmla="*/ 4558583 w 7795397"/>
                      <a:gd name="connsiteY1567" fmla="*/ 1539431 h 3393433"/>
                      <a:gd name="connsiteX1568" fmla="*/ 4566393 w 7795397"/>
                      <a:gd name="connsiteY1568" fmla="*/ 1521238 h 3393433"/>
                      <a:gd name="connsiteX1569" fmla="*/ 4567917 w 7795397"/>
                      <a:gd name="connsiteY1569" fmla="*/ 1504474 h 3393433"/>
                      <a:gd name="connsiteX1570" fmla="*/ 4554963 w 7795397"/>
                      <a:gd name="connsiteY1570" fmla="*/ 1481614 h 3393433"/>
                      <a:gd name="connsiteX1571" fmla="*/ 4605445 w 7795397"/>
                      <a:gd name="connsiteY1571" fmla="*/ 1454468 h 3393433"/>
                      <a:gd name="connsiteX1572" fmla="*/ 4618685 w 7795397"/>
                      <a:gd name="connsiteY1572" fmla="*/ 1430274 h 3393433"/>
                      <a:gd name="connsiteX1573" fmla="*/ 4632020 w 7795397"/>
                      <a:gd name="connsiteY1573" fmla="*/ 1406461 h 3393433"/>
                      <a:gd name="connsiteX1574" fmla="*/ 4640307 w 7795397"/>
                      <a:gd name="connsiteY1574" fmla="*/ 1373791 h 3393433"/>
                      <a:gd name="connsiteX1575" fmla="*/ 4628020 w 7795397"/>
                      <a:gd name="connsiteY1575" fmla="*/ 1350264 h 3393433"/>
                      <a:gd name="connsiteX1576" fmla="*/ 4640593 w 7795397"/>
                      <a:gd name="connsiteY1576" fmla="*/ 1353884 h 3393433"/>
                      <a:gd name="connsiteX1577" fmla="*/ 4654594 w 7795397"/>
                      <a:gd name="connsiteY1577" fmla="*/ 1351217 h 3393433"/>
                      <a:gd name="connsiteX1578" fmla="*/ 4668501 w 7795397"/>
                      <a:gd name="connsiteY1578" fmla="*/ 1343501 h 3393433"/>
                      <a:gd name="connsiteX1579" fmla="*/ 4680502 w 7795397"/>
                      <a:gd name="connsiteY1579" fmla="*/ 1331024 h 3393433"/>
                      <a:gd name="connsiteX1580" fmla="*/ 4696218 w 7795397"/>
                      <a:gd name="connsiteY1580" fmla="*/ 1311116 h 3393433"/>
                      <a:gd name="connsiteX1581" fmla="*/ 4712887 w 7795397"/>
                      <a:gd name="connsiteY1581" fmla="*/ 1292733 h 3393433"/>
                      <a:gd name="connsiteX1582" fmla="*/ 4722603 w 7795397"/>
                      <a:gd name="connsiteY1582" fmla="*/ 1279684 h 3393433"/>
                      <a:gd name="connsiteX1583" fmla="*/ 4727651 w 7795397"/>
                      <a:gd name="connsiteY1583" fmla="*/ 1265396 h 3393433"/>
                      <a:gd name="connsiteX1584" fmla="*/ 4727937 w 7795397"/>
                      <a:gd name="connsiteY1584" fmla="*/ 1251490 h 3393433"/>
                      <a:gd name="connsiteX1585" fmla="*/ 4722698 w 7795397"/>
                      <a:gd name="connsiteY1585" fmla="*/ 1239298 h 3393433"/>
                      <a:gd name="connsiteX1586" fmla="*/ 4747082 w 7795397"/>
                      <a:gd name="connsiteY1586" fmla="*/ 1250537 h 3393433"/>
                      <a:gd name="connsiteX1587" fmla="*/ 4761846 w 7795397"/>
                      <a:gd name="connsiteY1587" fmla="*/ 1249299 h 3393433"/>
                      <a:gd name="connsiteX1588" fmla="*/ 4776514 w 7795397"/>
                      <a:gd name="connsiteY1588" fmla="*/ 1243870 h 3393433"/>
                      <a:gd name="connsiteX1589" fmla="*/ 4781563 w 7795397"/>
                      <a:gd name="connsiteY1589" fmla="*/ 1241012 h 3393433"/>
                      <a:gd name="connsiteX1590" fmla="*/ 4786897 w 7795397"/>
                      <a:gd name="connsiteY1590" fmla="*/ 1238821 h 3393433"/>
                      <a:gd name="connsiteX1591" fmla="*/ 4797469 w 7795397"/>
                      <a:gd name="connsiteY1591" fmla="*/ 1234345 h 3393433"/>
                      <a:gd name="connsiteX1592" fmla="*/ 4808137 w 7795397"/>
                      <a:gd name="connsiteY1592" fmla="*/ 1230059 h 3393433"/>
                      <a:gd name="connsiteX1593" fmla="*/ 4819282 w 7795397"/>
                      <a:gd name="connsiteY1593" fmla="*/ 1227010 h 3393433"/>
                      <a:gd name="connsiteX1594" fmla="*/ 4833379 w 7795397"/>
                      <a:gd name="connsiteY1594" fmla="*/ 1220248 h 3393433"/>
                      <a:gd name="connsiteX1595" fmla="*/ 4844904 w 7795397"/>
                      <a:gd name="connsiteY1595" fmla="*/ 1211199 h 3393433"/>
                      <a:gd name="connsiteX1596" fmla="*/ 4854048 w 7795397"/>
                      <a:gd name="connsiteY1596" fmla="*/ 1185386 h 3393433"/>
                      <a:gd name="connsiteX1597" fmla="*/ 4859001 w 7795397"/>
                      <a:gd name="connsiteY1597" fmla="*/ 1198054 h 3393433"/>
                      <a:gd name="connsiteX1598" fmla="*/ 4863573 w 7795397"/>
                      <a:gd name="connsiteY1598" fmla="*/ 1203389 h 3393433"/>
                      <a:gd name="connsiteX1599" fmla="*/ 4869288 w 7795397"/>
                      <a:gd name="connsiteY1599" fmla="*/ 1208246 h 3393433"/>
                      <a:gd name="connsiteX1600" fmla="*/ 4883099 w 7795397"/>
                      <a:gd name="connsiteY1600" fmla="*/ 1215200 h 3393433"/>
                      <a:gd name="connsiteX1601" fmla="*/ 4899101 w 7795397"/>
                      <a:gd name="connsiteY1601" fmla="*/ 1217485 h 3393433"/>
                      <a:gd name="connsiteX1602" fmla="*/ 4922247 w 7795397"/>
                      <a:gd name="connsiteY1602" fmla="*/ 1219391 h 3393433"/>
                      <a:gd name="connsiteX1603" fmla="*/ 4944440 w 7795397"/>
                      <a:gd name="connsiteY1603" fmla="*/ 1223391 h 3393433"/>
                      <a:gd name="connsiteX1604" fmla="*/ 4959299 w 7795397"/>
                      <a:gd name="connsiteY1604" fmla="*/ 1224820 h 3393433"/>
                      <a:gd name="connsiteX1605" fmla="*/ 4973301 w 7795397"/>
                      <a:gd name="connsiteY1605" fmla="*/ 1222058 h 3393433"/>
                      <a:gd name="connsiteX1606" fmla="*/ 4985588 w 7795397"/>
                      <a:gd name="connsiteY1606" fmla="*/ 1215390 h 3393433"/>
                      <a:gd name="connsiteX1607" fmla="*/ 4994446 w 7795397"/>
                      <a:gd name="connsiteY1607" fmla="*/ 1204532 h 3393433"/>
                      <a:gd name="connsiteX1608" fmla="*/ 4991589 w 7795397"/>
                      <a:gd name="connsiteY1608" fmla="*/ 1218152 h 3393433"/>
                      <a:gd name="connsiteX1609" fmla="*/ 4993970 w 7795397"/>
                      <a:gd name="connsiteY1609" fmla="*/ 1232249 h 3393433"/>
                      <a:gd name="connsiteX1610" fmla="*/ 5000447 w 7795397"/>
                      <a:gd name="connsiteY1610" fmla="*/ 1245108 h 3393433"/>
                      <a:gd name="connsiteX1611" fmla="*/ 5005114 w 7795397"/>
                      <a:gd name="connsiteY1611" fmla="*/ 1250728 h 3393433"/>
                      <a:gd name="connsiteX1612" fmla="*/ 5010639 w 7795397"/>
                      <a:gd name="connsiteY1612" fmla="*/ 1255967 h 3393433"/>
                      <a:gd name="connsiteX1613" fmla="*/ 5019211 w 7795397"/>
                      <a:gd name="connsiteY1613" fmla="*/ 1263110 h 3393433"/>
                      <a:gd name="connsiteX1614" fmla="*/ 5027498 w 7795397"/>
                      <a:gd name="connsiteY1614" fmla="*/ 1270826 h 3393433"/>
                      <a:gd name="connsiteX1615" fmla="*/ 5043309 w 7795397"/>
                      <a:gd name="connsiteY1615" fmla="*/ 1287970 h 3393433"/>
                      <a:gd name="connsiteX1616" fmla="*/ 5055406 w 7795397"/>
                      <a:gd name="connsiteY1616" fmla="*/ 1298734 h 3393433"/>
                      <a:gd name="connsiteX1617" fmla="*/ 5069503 w 7795397"/>
                      <a:gd name="connsiteY1617" fmla="*/ 1305116 h 3393433"/>
                      <a:gd name="connsiteX1618" fmla="*/ 5097793 w 7795397"/>
                      <a:gd name="connsiteY1618" fmla="*/ 1301686 h 3393433"/>
                      <a:gd name="connsiteX1619" fmla="*/ 5083601 w 7795397"/>
                      <a:gd name="connsiteY1619" fmla="*/ 1326642 h 3393433"/>
                      <a:gd name="connsiteX1620" fmla="*/ 5090173 w 7795397"/>
                      <a:gd name="connsiteY1620" fmla="*/ 1359122 h 3393433"/>
                      <a:gd name="connsiteX1621" fmla="*/ 5114747 w 7795397"/>
                      <a:gd name="connsiteY1621" fmla="*/ 1407033 h 3393433"/>
                      <a:gd name="connsiteX1622" fmla="*/ 5168563 w 7795397"/>
                      <a:gd name="connsiteY1622" fmla="*/ 1433417 h 3393433"/>
                      <a:gd name="connsiteX1623" fmla="*/ 5151990 w 7795397"/>
                      <a:gd name="connsiteY1623" fmla="*/ 1457992 h 3393433"/>
                      <a:gd name="connsiteX1624" fmla="*/ 5159419 w 7795397"/>
                      <a:gd name="connsiteY1624" fmla="*/ 1494473 h 3393433"/>
                      <a:gd name="connsiteX1625" fmla="*/ 5175516 w 7795397"/>
                      <a:gd name="connsiteY1625" fmla="*/ 1521047 h 3393433"/>
                      <a:gd name="connsiteX1626" fmla="*/ 5194662 w 7795397"/>
                      <a:gd name="connsiteY1626" fmla="*/ 1547622 h 3393433"/>
                      <a:gd name="connsiteX1627" fmla="*/ 5211235 w 7795397"/>
                      <a:gd name="connsiteY1627" fmla="*/ 1562386 h 3393433"/>
                      <a:gd name="connsiteX1628" fmla="*/ 5228761 w 7795397"/>
                      <a:gd name="connsiteY1628" fmla="*/ 1569053 h 3393433"/>
                      <a:gd name="connsiteX1629" fmla="*/ 5257717 w 7795397"/>
                      <a:gd name="connsiteY1629" fmla="*/ 1560290 h 3393433"/>
                      <a:gd name="connsiteX1630" fmla="*/ 5251336 w 7795397"/>
                      <a:gd name="connsiteY1630" fmla="*/ 1590008 h 3393433"/>
                      <a:gd name="connsiteX1631" fmla="*/ 5273624 w 7795397"/>
                      <a:gd name="connsiteY1631" fmla="*/ 1621917 h 3393433"/>
                      <a:gd name="connsiteX1632" fmla="*/ 5299437 w 7795397"/>
                      <a:gd name="connsiteY1632" fmla="*/ 1639729 h 3393433"/>
                      <a:gd name="connsiteX1633" fmla="*/ 5326393 w 7795397"/>
                      <a:gd name="connsiteY1633" fmla="*/ 1655826 h 3393433"/>
                      <a:gd name="connsiteX1634" fmla="*/ 5346205 w 7795397"/>
                      <a:gd name="connsiteY1634" fmla="*/ 1662779 h 3393433"/>
                      <a:gd name="connsiteX1635" fmla="*/ 5364873 w 7795397"/>
                      <a:gd name="connsiteY1635" fmla="*/ 1662493 h 3393433"/>
                      <a:gd name="connsiteX1636" fmla="*/ 5389067 w 7795397"/>
                      <a:gd name="connsiteY1636" fmla="*/ 1643539 h 3393433"/>
                      <a:gd name="connsiteX1637" fmla="*/ 5393639 w 7795397"/>
                      <a:gd name="connsiteY1637" fmla="*/ 1674114 h 3393433"/>
                      <a:gd name="connsiteX1638" fmla="*/ 5407165 w 7795397"/>
                      <a:gd name="connsiteY1638" fmla="*/ 1687354 h 3393433"/>
                      <a:gd name="connsiteX1639" fmla="*/ 5426786 w 7795397"/>
                      <a:gd name="connsiteY1639" fmla="*/ 1696117 h 3393433"/>
                      <a:gd name="connsiteX1640" fmla="*/ 5458600 w 7795397"/>
                      <a:gd name="connsiteY1640" fmla="*/ 1702784 h 3393433"/>
                      <a:gd name="connsiteX1641" fmla="*/ 5491175 w 7795397"/>
                      <a:gd name="connsiteY1641" fmla="*/ 1706785 h 3393433"/>
                      <a:gd name="connsiteX1642" fmla="*/ 5512987 w 7795397"/>
                      <a:gd name="connsiteY1642" fmla="*/ 1704689 h 3393433"/>
                      <a:gd name="connsiteX1643" fmla="*/ 5530418 w 7795397"/>
                      <a:gd name="connsiteY1643" fmla="*/ 1696021 h 3393433"/>
                      <a:gd name="connsiteX1644" fmla="*/ 5541086 w 7795397"/>
                      <a:gd name="connsiteY1644" fmla="*/ 1682972 h 3393433"/>
                      <a:gd name="connsiteX1645" fmla="*/ 5543753 w 7795397"/>
                      <a:gd name="connsiteY1645" fmla="*/ 1667637 h 3393433"/>
                      <a:gd name="connsiteX1646" fmla="*/ 5562327 w 7795397"/>
                      <a:gd name="connsiteY1646" fmla="*/ 1693069 h 3393433"/>
                      <a:gd name="connsiteX1647" fmla="*/ 5581186 w 7795397"/>
                      <a:gd name="connsiteY1647" fmla="*/ 1698498 h 3393433"/>
                      <a:gd name="connsiteX1648" fmla="*/ 5603189 w 7795397"/>
                      <a:gd name="connsiteY1648" fmla="*/ 1696498 h 3393433"/>
                      <a:gd name="connsiteX1649" fmla="*/ 5634812 w 7795397"/>
                      <a:gd name="connsiteY1649" fmla="*/ 1686306 h 3393433"/>
                      <a:gd name="connsiteX1650" fmla="*/ 5665102 w 7795397"/>
                      <a:gd name="connsiteY1650" fmla="*/ 1673257 h 3393433"/>
                      <a:gd name="connsiteX1651" fmla="*/ 5682818 w 7795397"/>
                      <a:gd name="connsiteY1651" fmla="*/ 1660589 h 3393433"/>
                      <a:gd name="connsiteX1652" fmla="*/ 5693486 w 7795397"/>
                      <a:gd name="connsiteY1652" fmla="*/ 1644682 h 3393433"/>
                      <a:gd name="connsiteX1653" fmla="*/ 5690819 w 7795397"/>
                      <a:gd name="connsiteY1653" fmla="*/ 1612964 h 3393433"/>
                      <a:gd name="connsiteX1654" fmla="*/ 5702820 w 7795397"/>
                      <a:gd name="connsiteY1654" fmla="*/ 1623346 h 3393433"/>
                      <a:gd name="connsiteX1655" fmla="*/ 5719299 w 7795397"/>
                      <a:gd name="connsiteY1655" fmla="*/ 1627060 h 3393433"/>
                      <a:gd name="connsiteX1656" fmla="*/ 5737968 w 7795397"/>
                      <a:gd name="connsiteY1656" fmla="*/ 1623346 h 3393433"/>
                      <a:gd name="connsiteX1657" fmla="*/ 5755970 w 7795397"/>
                      <a:gd name="connsiteY1657" fmla="*/ 1612297 h 3393433"/>
                      <a:gd name="connsiteX1658" fmla="*/ 5767876 w 7795397"/>
                      <a:gd name="connsiteY1658" fmla="*/ 1601819 h 3393433"/>
                      <a:gd name="connsiteX1659" fmla="*/ 5779020 w 7795397"/>
                      <a:gd name="connsiteY1659" fmla="*/ 1590770 h 3393433"/>
                      <a:gd name="connsiteX1660" fmla="*/ 5790070 w 7795397"/>
                      <a:gd name="connsiteY1660" fmla="*/ 1579721 h 3393433"/>
                      <a:gd name="connsiteX1661" fmla="*/ 5800357 w 7795397"/>
                      <a:gd name="connsiteY1661" fmla="*/ 1568196 h 3393433"/>
                      <a:gd name="connsiteX1662" fmla="*/ 5811406 w 7795397"/>
                      <a:gd name="connsiteY1662" fmla="*/ 1550860 h 3393433"/>
                      <a:gd name="connsiteX1663" fmla="*/ 5814930 w 7795397"/>
                      <a:gd name="connsiteY1663" fmla="*/ 1532668 h 3393433"/>
                      <a:gd name="connsiteX1664" fmla="*/ 5801595 w 7795397"/>
                      <a:gd name="connsiteY1664" fmla="*/ 1503998 h 3393433"/>
                      <a:gd name="connsiteX1665" fmla="*/ 5862364 w 7795397"/>
                      <a:gd name="connsiteY1665" fmla="*/ 1489710 h 3393433"/>
                      <a:gd name="connsiteX1666" fmla="*/ 5895892 w 7795397"/>
                      <a:gd name="connsiteY1666" fmla="*/ 1444657 h 3393433"/>
                      <a:gd name="connsiteX1667" fmla="*/ 5891511 w 7795397"/>
                      <a:gd name="connsiteY1667" fmla="*/ 1382363 h 3393433"/>
                      <a:gd name="connsiteX1668" fmla="*/ 5952471 w 7795397"/>
                      <a:gd name="connsiteY1668" fmla="*/ 1368361 h 3393433"/>
                      <a:gd name="connsiteX1669" fmla="*/ 5969044 w 7795397"/>
                      <a:gd name="connsiteY1669" fmla="*/ 1346359 h 3393433"/>
                      <a:gd name="connsiteX1670" fmla="*/ 5985618 w 7795397"/>
                      <a:gd name="connsiteY1670" fmla="*/ 1324737 h 3393433"/>
                      <a:gd name="connsiteX1671" fmla="*/ 5996286 w 7795397"/>
                      <a:gd name="connsiteY1671" fmla="*/ 1291971 h 3393433"/>
                      <a:gd name="connsiteX1672" fmla="*/ 5982570 w 7795397"/>
                      <a:gd name="connsiteY1672" fmla="*/ 1263110 h 3393433"/>
                      <a:gd name="connsiteX1673" fmla="*/ 5989523 w 7795397"/>
                      <a:gd name="connsiteY1673" fmla="*/ 1267682 h 3393433"/>
                      <a:gd name="connsiteX1674" fmla="*/ 6013336 w 7795397"/>
                      <a:gd name="connsiteY1674" fmla="*/ 1271587 h 3393433"/>
                      <a:gd name="connsiteX1675" fmla="*/ 6021432 w 7795397"/>
                      <a:gd name="connsiteY1675" fmla="*/ 1270159 h 3393433"/>
                      <a:gd name="connsiteX1676" fmla="*/ 6029242 w 7795397"/>
                      <a:gd name="connsiteY1676" fmla="*/ 1267396 h 3393433"/>
                      <a:gd name="connsiteX1677" fmla="*/ 6042863 w 7795397"/>
                      <a:gd name="connsiteY1677" fmla="*/ 1257871 h 3393433"/>
                      <a:gd name="connsiteX1678" fmla="*/ 6051340 w 7795397"/>
                      <a:gd name="connsiteY1678" fmla="*/ 1249775 h 3393433"/>
                      <a:gd name="connsiteX1679" fmla="*/ 6055531 w 7795397"/>
                      <a:gd name="connsiteY1679" fmla="*/ 1245679 h 3393433"/>
                      <a:gd name="connsiteX1680" fmla="*/ 6059722 w 7795397"/>
                      <a:gd name="connsiteY1680" fmla="*/ 1242346 h 3393433"/>
                      <a:gd name="connsiteX1681" fmla="*/ 6068104 w 7795397"/>
                      <a:gd name="connsiteY1681" fmla="*/ 1235583 h 3393433"/>
                      <a:gd name="connsiteX1682" fmla="*/ 6076486 w 7795397"/>
                      <a:gd name="connsiteY1682" fmla="*/ 1230059 h 3393433"/>
                      <a:gd name="connsiteX1683" fmla="*/ 6085916 w 7795397"/>
                      <a:gd name="connsiteY1683" fmla="*/ 1220819 h 3393433"/>
                      <a:gd name="connsiteX1684" fmla="*/ 6091822 w 7795397"/>
                      <a:gd name="connsiteY1684" fmla="*/ 1208151 h 3393433"/>
                      <a:gd name="connsiteX1685" fmla="*/ 6092965 w 7795397"/>
                      <a:gd name="connsiteY1685" fmla="*/ 1177004 h 3393433"/>
                      <a:gd name="connsiteX1686" fmla="*/ 6100489 w 7795397"/>
                      <a:gd name="connsiteY1686" fmla="*/ 1191482 h 3393433"/>
                      <a:gd name="connsiteX1687" fmla="*/ 6111443 w 7795397"/>
                      <a:gd name="connsiteY1687" fmla="*/ 1202627 h 3393433"/>
                      <a:gd name="connsiteX1688" fmla="*/ 6123921 w 7795397"/>
                      <a:gd name="connsiteY1688" fmla="*/ 1209294 h 3393433"/>
                      <a:gd name="connsiteX1689" fmla="*/ 6138304 w 7795397"/>
                      <a:gd name="connsiteY1689" fmla="*/ 1211485 h 3393433"/>
                      <a:gd name="connsiteX1690" fmla="*/ 6160973 w 7795397"/>
                      <a:gd name="connsiteY1690" fmla="*/ 1211390 h 3393433"/>
                      <a:gd name="connsiteX1691" fmla="*/ 6165164 w 7795397"/>
                      <a:gd name="connsiteY1691" fmla="*/ 1211770 h 3393433"/>
                      <a:gd name="connsiteX1692" fmla="*/ 6168593 w 7795397"/>
                      <a:gd name="connsiteY1692" fmla="*/ 1212056 h 3393433"/>
                      <a:gd name="connsiteX1693" fmla="*/ 6175070 w 7795397"/>
                      <a:gd name="connsiteY1693" fmla="*/ 1213485 h 3393433"/>
                      <a:gd name="connsiteX1694" fmla="*/ 6184976 w 7795397"/>
                      <a:gd name="connsiteY1694" fmla="*/ 1213866 h 3393433"/>
                      <a:gd name="connsiteX1695" fmla="*/ 6197263 w 7795397"/>
                      <a:gd name="connsiteY1695" fmla="*/ 1210342 h 3393433"/>
                      <a:gd name="connsiteX1696" fmla="*/ 6223171 w 7795397"/>
                      <a:gd name="connsiteY1696" fmla="*/ 1192149 h 3393433"/>
                      <a:gd name="connsiteX1697" fmla="*/ 6215647 w 7795397"/>
                      <a:gd name="connsiteY1697" fmla="*/ 1206913 h 3393433"/>
                      <a:gd name="connsiteX1698" fmla="*/ 6213075 w 7795397"/>
                      <a:gd name="connsiteY1698" fmla="*/ 1222439 h 3393433"/>
                      <a:gd name="connsiteX1699" fmla="*/ 6214980 w 7795397"/>
                      <a:gd name="connsiteY1699" fmla="*/ 1236917 h 3393433"/>
                      <a:gd name="connsiteX1700" fmla="*/ 6222123 w 7795397"/>
                      <a:gd name="connsiteY1700" fmla="*/ 1250061 h 3393433"/>
                      <a:gd name="connsiteX1701" fmla="*/ 6250698 w 7795397"/>
                      <a:gd name="connsiteY1701" fmla="*/ 1289780 h 3393433"/>
                      <a:gd name="connsiteX1702" fmla="*/ 6311183 w 7795397"/>
                      <a:gd name="connsiteY1702" fmla="*/ 1306640 h 3393433"/>
                      <a:gd name="connsiteX1703" fmla="*/ 6300991 w 7795397"/>
                      <a:gd name="connsiteY1703" fmla="*/ 1370648 h 3393433"/>
                      <a:gd name="connsiteX1704" fmla="*/ 6318136 w 7795397"/>
                      <a:gd name="connsiteY1704" fmla="*/ 1395984 h 3393433"/>
                      <a:gd name="connsiteX1705" fmla="*/ 6327470 w 7795397"/>
                      <a:gd name="connsiteY1705" fmla="*/ 1408748 h 3393433"/>
                      <a:gd name="connsiteX1706" fmla="*/ 6337566 w 7795397"/>
                      <a:gd name="connsiteY1706" fmla="*/ 1421511 h 3393433"/>
                      <a:gd name="connsiteX1707" fmla="*/ 6354902 w 7795397"/>
                      <a:gd name="connsiteY1707" fmla="*/ 1435989 h 3393433"/>
                      <a:gd name="connsiteX1708" fmla="*/ 6374619 w 7795397"/>
                      <a:gd name="connsiteY1708" fmla="*/ 1442561 h 3393433"/>
                      <a:gd name="connsiteX1709" fmla="*/ 6392811 w 7795397"/>
                      <a:gd name="connsiteY1709" fmla="*/ 1440466 h 3393433"/>
                      <a:gd name="connsiteX1710" fmla="*/ 6406623 w 7795397"/>
                      <a:gd name="connsiteY1710" fmla="*/ 1430179 h 3393433"/>
                      <a:gd name="connsiteX1711" fmla="*/ 6402622 w 7795397"/>
                      <a:gd name="connsiteY1711" fmla="*/ 1464564 h 3393433"/>
                      <a:gd name="connsiteX1712" fmla="*/ 6416052 w 7795397"/>
                      <a:gd name="connsiteY1712" fmla="*/ 1482947 h 3393433"/>
                      <a:gd name="connsiteX1713" fmla="*/ 6426816 w 7795397"/>
                      <a:gd name="connsiteY1713" fmla="*/ 1490662 h 3393433"/>
                      <a:gd name="connsiteX1714" fmla="*/ 6439865 w 7795397"/>
                      <a:gd name="connsiteY1714" fmla="*/ 1496568 h 3393433"/>
                      <a:gd name="connsiteX1715" fmla="*/ 6460344 w 7795397"/>
                      <a:gd name="connsiteY1715" fmla="*/ 1501807 h 3393433"/>
                      <a:gd name="connsiteX1716" fmla="*/ 6470821 w 7795397"/>
                      <a:gd name="connsiteY1716" fmla="*/ 1503521 h 3393433"/>
                      <a:gd name="connsiteX1717" fmla="*/ 6476060 w 7795397"/>
                      <a:gd name="connsiteY1717" fmla="*/ 1504283 h 3393433"/>
                      <a:gd name="connsiteX1718" fmla="*/ 6482156 w 7795397"/>
                      <a:gd name="connsiteY1718" fmla="*/ 1504569 h 3393433"/>
                      <a:gd name="connsiteX1719" fmla="*/ 6530067 w 7795397"/>
                      <a:gd name="connsiteY1719" fmla="*/ 1498949 h 3393433"/>
                      <a:gd name="connsiteX1720" fmla="*/ 6544735 w 7795397"/>
                      <a:gd name="connsiteY1720" fmla="*/ 1492949 h 3393433"/>
                      <a:gd name="connsiteX1721" fmla="*/ 6556165 w 7795397"/>
                      <a:gd name="connsiteY1721" fmla="*/ 1484662 h 3393433"/>
                      <a:gd name="connsiteX1722" fmla="*/ 6564547 w 7795397"/>
                      <a:gd name="connsiteY1722" fmla="*/ 1475327 h 3393433"/>
                      <a:gd name="connsiteX1723" fmla="*/ 6569881 w 7795397"/>
                      <a:gd name="connsiteY1723" fmla="*/ 1465517 h 3393433"/>
                      <a:gd name="connsiteX1724" fmla="*/ 6571977 w 7795397"/>
                      <a:gd name="connsiteY1724" fmla="*/ 1446657 h 3393433"/>
                      <a:gd name="connsiteX1725" fmla="*/ 6564547 w 7795397"/>
                      <a:gd name="connsiteY1725" fmla="*/ 1431036 h 3393433"/>
                      <a:gd name="connsiteX1726" fmla="*/ 6579026 w 7795397"/>
                      <a:gd name="connsiteY1726" fmla="*/ 1440847 h 3393433"/>
                      <a:gd name="connsiteX1727" fmla="*/ 6597409 w 7795397"/>
                      <a:gd name="connsiteY1727" fmla="*/ 1442180 h 3393433"/>
                      <a:gd name="connsiteX1728" fmla="*/ 6617030 w 7795397"/>
                      <a:gd name="connsiteY1728" fmla="*/ 1434751 h 3393433"/>
                      <a:gd name="connsiteX1729" fmla="*/ 6626174 w 7795397"/>
                      <a:gd name="connsiteY1729" fmla="*/ 1427988 h 3393433"/>
                      <a:gd name="connsiteX1730" fmla="*/ 6633889 w 7795397"/>
                      <a:gd name="connsiteY1730" fmla="*/ 1419416 h 3393433"/>
                      <a:gd name="connsiteX1731" fmla="*/ 6652558 w 7795397"/>
                      <a:gd name="connsiteY1731" fmla="*/ 1392365 h 3393433"/>
                      <a:gd name="connsiteX1732" fmla="*/ 6668560 w 7795397"/>
                      <a:gd name="connsiteY1732" fmla="*/ 1365028 h 3393433"/>
                      <a:gd name="connsiteX1733" fmla="*/ 6675037 w 7795397"/>
                      <a:gd name="connsiteY1733" fmla="*/ 1345311 h 3393433"/>
                      <a:gd name="connsiteX1734" fmla="*/ 6673799 w 7795397"/>
                      <a:gd name="connsiteY1734" fmla="*/ 1326452 h 3393433"/>
                      <a:gd name="connsiteX1735" fmla="*/ 6651891 w 7795397"/>
                      <a:gd name="connsiteY1735" fmla="*/ 1300353 h 3393433"/>
                      <a:gd name="connsiteX1736" fmla="*/ 6685991 w 7795397"/>
                      <a:gd name="connsiteY1736" fmla="*/ 1299210 h 3393433"/>
                      <a:gd name="connsiteX1737" fmla="*/ 6693897 w 7795397"/>
                      <a:gd name="connsiteY1737" fmla="*/ 1294352 h 3393433"/>
                      <a:gd name="connsiteX1738" fmla="*/ 6711327 w 7795397"/>
                      <a:gd name="connsiteY1738" fmla="*/ 1270730 h 3393433"/>
                      <a:gd name="connsiteX1739" fmla="*/ 6721424 w 7795397"/>
                      <a:gd name="connsiteY1739" fmla="*/ 1242822 h 3393433"/>
                      <a:gd name="connsiteX1740" fmla="*/ 6730759 w 7795397"/>
                      <a:gd name="connsiteY1740" fmla="*/ 1214723 h 3393433"/>
                      <a:gd name="connsiteX1741" fmla="*/ 6702469 w 7795397"/>
                      <a:gd name="connsiteY1741" fmla="*/ 1155287 h 3393433"/>
                      <a:gd name="connsiteX1742" fmla="*/ 6757238 w 7795397"/>
                      <a:gd name="connsiteY1742" fmla="*/ 1118426 h 3393433"/>
                      <a:gd name="connsiteX1743" fmla="*/ 6769240 w 7795397"/>
                      <a:gd name="connsiteY1743" fmla="*/ 1060894 h 3393433"/>
                      <a:gd name="connsiteX1744" fmla="*/ 6762286 w 7795397"/>
                      <a:gd name="connsiteY1744" fmla="*/ 1023842 h 3393433"/>
                      <a:gd name="connsiteX1745" fmla="*/ 6733330 w 7795397"/>
                      <a:gd name="connsiteY1745" fmla="*/ 1005173 h 3393433"/>
                      <a:gd name="connsiteX1746" fmla="*/ 6766287 w 7795397"/>
                      <a:gd name="connsiteY1746" fmla="*/ 994505 h 3393433"/>
                      <a:gd name="connsiteX1747" fmla="*/ 6782384 w 7795397"/>
                      <a:gd name="connsiteY1747" fmla="*/ 958406 h 3393433"/>
                      <a:gd name="connsiteX1748" fmla="*/ 6783527 w 7795397"/>
                      <a:gd name="connsiteY1748" fmla="*/ 930307 h 3393433"/>
                      <a:gd name="connsiteX1749" fmla="*/ 6785051 w 7795397"/>
                      <a:gd name="connsiteY1749" fmla="*/ 904113 h 3393433"/>
                      <a:gd name="connsiteX1750" fmla="*/ 6775050 w 7795397"/>
                      <a:gd name="connsiteY1750" fmla="*/ 871728 h 3393433"/>
                      <a:gd name="connsiteX1751" fmla="*/ 6745236 w 7795397"/>
                      <a:gd name="connsiteY1751" fmla="*/ 854583 h 3393433"/>
                      <a:gd name="connsiteX1752" fmla="*/ 6778479 w 7795397"/>
                      <a:gd name="connsiteY1752" fmla="*/ 846010 h 3393433"/>
                      <a:gd name="connsiteX1753" fmla="*/ 6790290 w 7795397"/>
                      <a:gd name="connsiteY1753" fmla="*/ 834104 h 3393433"/>
                      <a:gd name="connsiteX1754" fmla="*/ 6796958 w 7795397"/>
                      <a:gd name="connsiteY1754" fmla="*/ 818959 h 3393433"/>
                      <a:gd name="connsiteX1755" fmla="*/ 6803053 w 7795397"/>
                      <a:gd name="connsiteY1755" fmla="*/ 796290 h 3393433"/>
                      <a:gd name="connsiteX1756" fmla="*/ 6810388 w 7795397"/>
                      <a:gd name="connsiteY1756" fmla="*/ 775430 h 3393433"/>
                      <a:gd name="connsiteX1757" fmla="*/ 6812769 w 7795397"/>
                      <a:gd name="connsiteY1757" fmla="*/ 761714 h 3393433"/>
                      <a:gd name="connsiteX1758" fmla="*/ 6809625 w 7795397"/>
                      <a:gd name="connsiteY1758" fmla="*/ 747808 h 3393433"/>
                      <a:gd name="connsiteX1759" fmla="*/ 6806197 w 7795397"/>
                      <a:gd name="connsiteY1759" fmla="*/ 740473 h 3393433"/>
                      <a:gd name="connsiteX1760" fmla="*/ 6801910 w 7795397"/>
                      <a:gd name="connsiteY1760" fmla="*/ 733616 h 3393433"/>
                      <a:gd name="connsiteX1761" fmla="*/ 6789719 w 7795397"/>
                      <a:gd name="connsiteY1761" fmla="*/ 720757 h 3393433"/>
                      <a:gd name="connsiteX1762" fmla="*/ 6805339 w 7795397"/>
                      <a:gd name="connsiteY1762" fmla="*/ 729139 h 3393433"/>
                      <a:gd name="connsiteX1763" fmla="*/ 6820579 w 7795397"/>
                      <a:gd name="connsiteY1763" fmla="*/ 733520 h 3393433"/>
                      <a:gd name="connsiteX1764" fmla="*/ 6827152 w 7795397"/>
                      <a:gd name="connsiteY1764" fmla="*/ 734759 h 3393433"/>
                      <a:gd name="connsiteX1765" fmla="*/ 6830009 w 7795397"/>
                      <a:gd name="connsiteY1765" fmla="*/ 734949 h 3393433"/>
                      <a:gd name="connsiteX1766" fmla="*/ 6832676 w 7795397"/>
                      <a:gd name="connsiteY1766" fmla="*/ 735521 h 3393433"/>
                      <a:gd name="connsiteX1767" fmla="*/ 6840201 w 7795397"/>
                      <a:gd name="connsiteY1767" fmla="*/ 734949 h 3393433"/>
                      <a:gd name="connsiteX1768" fmla="*/ 6844201 w 7795397"/>
                      <a:gd name="connsiteY1768" fmla="*/ 733234 h 3393433"/>
                      <a:gd name="connsiteX1769" fmla="*/ 6846297 w 7795397"/>
                      <a:gd name="connsiteY1769" fmla="*/ 732663 h 3393433"/>
                      <a:gd name="connsiteX1770" fmla="*/ 6849154 w 7795397"/>
                      <a:gd name="connsiteY1770" fmla="*/ 731901 h 3393433"/>
                      <a:gd name="connsiteX1771" fmla="*/ 6857536 w 7795397"/>
                      <a:gd name="connsiteY1771" fmla="*/ 730663 h 3393433"/>
                      <a:gd name="connsiteX1772" fmla="*/ 6865156 w 7795397"/>
                      <a:gd name="connsiteY1772" fmla="*/ 730377 h 3393433"/>
                      <a:gd name="connsiteX1773" fmla="*/ 6874586 w 7795397"/>
                      <a:gd name="connsiteY1773" fmla="*/ 727710 h 3393433"/>
                      <a:gd name="connsiteX1774" fmla="*/ 6884397 w 7795397"/>
                      <a:gd name="connsiteY1774" fmla="*/ 720090 h 3393433"/>
                      <a:gd name="connsiteX1775" fmla="*/ 6895255 w 7795397"/>
                      <a:gd name="connsiteY1775" fmla="*/ 708469 h 3393433"/>
                      <a:gd name="connsiteX1776" fmla="*/ 6904780 w 7795397"/>
                      <a:gd name="connsiteY1776" fmla="*/ 693515 h 3393433"/>
                      <a:gd name="connsiteX1777" fmla="*/ 6899827 w 7795397"/>
                      <a:gd name="connsiteY1777" fmla="*/ 710755 h 3393433"/>
                      <a:gd name="connsiteX1778" fmla="*/ 6898494 w 7795397"/>
                      <a:gd name="connsiteY1778" fmla="*/ 726472 h 3393433"/>
                      <a:gd name="connsiteX1779" fmla="*/ 6899732 w 7795397"/>
                      <a:gd name="connsiteY1779" fmla="*/ 739330 h 3393433"/>
                      <a:gd name="connsiteX1780" fmla="*/ 6901733 w 7795397"/>
                      <a:gd name="connsiteY1780" fmla="*/ 744379 h 3393433"/>
                      <a:gd name="connsiteX1781" fmla="*/ 6904875 w 7795397"/>
                      <a:gd name="connsiteY1781" fmla="*/ 749046 h 3393433"/>
                      <a:gd name="connsiteX1782" fmla="*/ 6907733 w 7795397"/>
                      <a:gd name="connsiteY1782" fmla="*/ 751999 h 3393433"/>
                      <a:gd name="connsiteX1783" fmla="*/ 6908781 w 7795397"/>
                      <a:gd name="connsiteY1783" fmla="*/ 753427 h 3393433"/>
                      <a:gd name="connsiteX1784" fmla="*/ 6910400 w 7795397"/>
                      <a:gd name="connsiteY1784" fmla="*/ 755618 h 3393433"/>
                      <a:gd name="connsiteX1785" fmla="*/ 6913162 w 7795397"/>
                      <a:gd name="connsiteY1785" fmla="*/ 759143 h 3393433"/>
                      <a:gd name="connsiteX1786" fmla="*/ 6915829 w 7795397"/>
                      <a:gd name="connsiteY1786" fmla="*/ 763048 h 3393433"/>
                      <a:gd name="connsiteX1787" fmla="*/ 6926211 w 7795397"/>
                      <a:gd name="connsiteY1787" fmla="*/ 780383 h 3393433"/>
                      <a:gd name="connsiteX1788" fmla="*/ 6935736 w 7795397"/>
                      <a:gd name="connsiteY1788" fmla="*/ 792004 h 3393433"/>
                      <a:gd name="connsiteX1789" fmla="*/ 6949643 w 7795397"/>
                      <a:gd name="connsiteY1789" fmla="*/ 800005 h 3393433"/>
                      <a:gd name="connsiteX1790" fmla="*/ 6984410 w 7795397"/>
                      <a:gd name="connsiteY1790" fmla="*/ 800671 h 3393433"/>
                      <a:gd name="connsiteX1791" fmla="*/ 6957834 w 7795397"/>
                      <a:gd name="connsiteY1791" fmla="*/ 823151 h 3393433"/>
                      <a:gd name="connsiteX1792" fmla="*/ 6952215 w 7795397"/>
                      <a:gd name="connsiteY1792" fmla="*/ 838962 h 3393433"/>
                      <a:gd name="connsiteX1793" fmla="*/ 6951834 w 7795397"/>
                      <a:gd name="connsiteY1793" fmla="*/ 843058 h 3393433"/>
                      <a:gd name="connsiteX1794" fmla="*/ 6952405 w 7795397"/>
                      <a:gd name="connsiteY1794" fmla="*/ 848773 h 3393433"/>
                      <a:gd name="connsiteX1795" fmla="*/ 6955453 w 7795397"/>
                      <a:gd name="connsiteY1795" fmla="*/ 861251 h 3393433"/>
                      <a:gd name="connsiteX1796" fmla="*/ 6970407 w 7795397"/>
                      <a:gd name="connsiteY1796" fmla="*/ 895445 h 3393433"/>
                      <a:gd name="connsiteX1797" fmla="*/ 6990124 w 7795397"/>
                      <a:gd name="connsiteY1797" fmla="*/ 927068 h 3393433"/>
                      <a:gd name="connsiteX1798" fmla="*/ 7029463 w 7795397"/>
                      <a:gd name="connsiteY1798" fmla="*/ 951262 h 3393433"/>
                      <a:gd name="connsiteX1799" fmla="*/ 7048799 w 7795397"/>
                      <a:gd name="connsiteY1799" fmla="*/ 948785 h 3393433"/>
                      <a:gd name="connsiteX1800" fmla="*/ 7063372 w 7795397"/>
                      <a:gd name="connsiteY1800" fmla="*/ 937641 h 3393433"/>
                      <a:gd name="connsiteX1801" fmla="*/ 7060705 w 7795397"/>
                      <a:gd name="connsiteY1801" fmla="*/ 941546 h 3393433"/>
                      <a:gd name="connsiteX1802" fmla="*/ 7056037 w 7795397"/>
                      <a:gd name="connsiteY1802" fmla="*/ 954595 h 3393433"/>
                      <a:gd name="connsiteX1803" fmla="*/ 7055656 w 7795397"/>
                      <a:gd name="connsiteY1803" fmla="*/ 959358 h 3393433"/>
                      <a:gd name="connsiteX1804" fmla="*/ 7056895 w 7795397"/>
                      <a:gd name="connsiteY1804" fmla="*/ 969264 h 3393433"/>
                      <a:gd name="connsiteX1805" fmla="*/ 7058609 w 7795397"/>
                      <a:gd name="connsiteY1805" fmla="*/ 974312 h 3393433"/>
                      <a:gd name="connsiteX1806" fmla="*/ 7072611 w 7795397"/>
                      <a:gd name="connsiteY1806" fmla="*/ 993648 h 3393433"/>
                      <a:gd name="connsiteX1807" fmla="*/ 7098614 w 7795397"/>
                      <a:gd name="connsiteY1807" fmla="*/ 1007554 h 3393433"/>
                      <a:gd name="connsiteX1808" fmla="*/ 7148525 w 7795397"/>
                      <a:gd name="connsiteY1808" fmla="*/ 1012889 h 3393433"/>
                      <a:gd name="connsiteX1809" fmla="*/ 7201579 w 7795397"/>
                      <a:gd name="connsiteY1809" fmla="*/ 997172 h 3393433"/>
                      <a:gd name="connsiteX1810" fmla="*/ 7227297 w 7795397"/>
                      <a:gd name="connsiteY1810" fmla="*/ 973360 h 3393433"/>
                      <a:gd name="connsiteX1811" fmla="*/ 7236060 w 7795397"/>
                      <a:gd name="connsiteY1811" fmla="*/ 947928 h 3393433"/>
                      <a:gd name="connsiteX1812" fmla="*/ 7231393 w 7795397"/>
                      <a:gd name="connsiteY1812" fmla="*/ 927735 h 3393433"/>
                      <a:gd name="connsiteX1813" fmla="*/ 7217677 w 7795397"/>
                      <a:gd name="connsiteY1813" fmla="*/ 914971 h 3393433"/>
                      <a:gd name="connsiteX1814" fmla="*/ 7235869 w 7795397"/>
                      <a:gd name="connsiteY1814" fmla="*/ 919162 h 3393433"/>
                      <a:gd name="connsiteX1815" fmla="*/ 7254824 w 7795397"/>
                      <a:gd name="connsiteY1815" fmla="*/ 912971 h 3393433"/>
                      <a:gd name="connsiteX1816" fmla="*/ 7271016 w 7795397"/>
                      <a:gd name="connsiteY1816" fmla="*/ 897160 h 3393433"/>
                      <a:gd name="connsiteX1817" fmla="*/ 7280541 w 7795397"/>
                      <a:gd name="connsiteY1817" fmla="*/ 874967 h 3393433"/>
                      <a:gd name="connsiteX1818" fmla="*/ 7286257 w 7795397"/>
                      <a:gd name="connsiteY1818" fmla="*/ 845915 h 3393433"/>
                      <a:gd name="connsiteX1819" fmla="*/ 7291305 w 7795397"/>
                      <a:gd name="connsiteY1819" fmla="*/ 817340 h 3393433"/>
                      <a:gd name="connsiteX1820" fmla="*/ 7283209 w 7795397"/>
                      <a:gd name="connsiteY1820" fmla="*/ 781336 h 3393433"/>
                      <a:gd name="connsiteX1821" fmla="*/ 7252538 w 7795397"/>
                      <a:gd name="connsiteY1821" fmla="*/ 762476 h 3393433"/>
                      <a:gd name="connsiteX1822" fmla="*/ 7306068 w 7795397"/>
                      <a:gd name="connsiteY1822" fmla="*/ 722090 h 3393433"/>
                      <a:gd name="connsiteX1823" fmla="*/ 7314260 w 7795397"/>
                      <a:gd name="connsiteY1823" fmla="*/ 667036 h 3393433"/>
                      <a:gd name="connsiteX1824" fmla="*/ 7274827 w 7795397"/>
                      <a:gd name="connsiteY1824" fmla="*/ 613219 h 3393433"/>
                      <a:gd name="connsiteX1825" fmla="*/ 7329595 w 7795397"/>
                      <a:gd name="connsiteY1825" fmla="*/ 575215 h 3393433"/>
                      <a:gd name="connsiteX1826" fmla="*/ 7334739 w 7795397"/>
                      <a:gd name="connsiteY1826" fmla="*/ 548830 h 3393433"/>
                      <a:gd name="connsiteX1827" fmla="*/ 7340263 w 7795397"/>
                      <a:gd name="connsiteY1827" fmla="*/ 522732 h 3393433"/>
                      <a:gd name="connsiteX1828" fmla="*/ 7334072 w 7795397"/>
                      <a:gd name="connsiteY1828" fmla="*/ 488633 h 3393433"/>
                      <a:gd name="connsiteX1829" fmla="*/ 7305021 w 7795397"/>
                      <a:gd name="connsiteY1829" fmla="*/ 467106 h 3393433"/>
                      <a:gd name="connsiteX1830" fmla="*/ 7340930 w 7795397"/>
                      <a:gd name="connsiteY1830" fmla="*/ 463487 h 3393433"/>
                      <a:gd name="connsiteX1831" fmla="*/ 7354932 w 7795397"/>
                      <a:gd name="connsiteY1831" fmla="*/ 453485 h 3393433"/>
                      <a:gd name="connsiteX1832" fmla="*/ 7363600 w 7795397"/>
                      <a:gd name="connsiteY1832" fmla="*/ 439102 h 3393433"/>
                      <a:gd name="connsiteX1833" fmla="*/ 7372267 w 7795397"/>
                      <a:gd name="connsiteY1833" fmla="*/ 417385 h 3393433"/>
                      <a:gd name="connsiteX1834" fmla="*/ 7381792 w 7795397"/>
                      <a:gd name="connsiteY1834" fmla="*/ 398145 h 3393433"/>
                      <a:gd name="connsiteX1835" fmla="*/ 7385316 w 7795397"/>
                      <a:gd name="connsiteY1835" fmla="*/ 385858 h 3393433"/>
                      <a:gd name="connsiteX1836" fmla="*/ 7383983 w 7795397"/>
                      <a:gd name="connsiteY1836" fmla="*/ 370046 h 3393433"/>
                      <a:gd name="connsiteX1837" fmla="*/ 7365600 w 7795397"/>
                      <a:gd name="connsiteY1837" fmla="*/ 338804 h 3393433"/>
                      <a:gd name="connsiteX1838" fmla="*/ 7399319 w 7795397"/>
                      <a:gd name="connsiteY1838" fmla="*/ 351854 h 3393433"/>
                      <a:gd name="connsiteX1839" fmla="*/ 7415225 w 7795397"/>
                      <a:gd name="connsiteY1839" fmla="*/ 350330 h 3393433"/>
                      <a:gd name="connsiteX1840" fmla="*/ 7427798 w 7795397"/>
                      <a:gd name="connsiteY1840" fmla="*/ 344043 h 3393433"/>
                      <a:gd name="connsiteX1841" fmla="*/ 7441895 w 7795397"/>
                      <a:gd name="connsiteY1841" fmla="*/ 333851 h 3393433"/>
                      <a:gd name="connsiteX1842" fmla="*/ 7447705 w 7795397"/>
                      <a:gd name="connsiteY1842" fmla="*/ 330803 h 3393433"/>
                      <a:gd name="connsiteX1843" fmla="*/ 7448943 w 7795397"/>
                      <a:gd name="connsiteY1843" fmla="*/ 330327 h 3393433"/>
                      <a:gd name="connsiteX1844" fmla="*/ 7449134 w 7795397"/>
                      <a:gd name="connsiteY1844" fmla="*/ 330232 h 3393433"/>
                      <a:gd name="connsiteX1845" fmla="*/ 7449229 w 7795397"/>
                      <a:gd name="connsiteY1845" fmla="*/ 326326 h 3393433"/>
                      <a:gd name="connsiteX1846" fmla="*/ 7452754 w 7795397"/>
                      <a:gd name="connsiteY1846" fmla="*/ 316039 h 3393433"/>
                      <a:gd name="connsiteX1847" fmla="*/ 7460945 w 7795397"/>
                      <a:gd name="connsiteY1847" fmla="*/ 302228 h 3393433"/>
                      <a:gd name="connsiteX1848" fmla="*/ 7470946 w 7795397"/>
                      <a:gd name="connsiteY1848" fmla="*/ 285655 h 3393433"/>
                      <a:gd name="connsiteX1849" fmla="*/ 7457897 w 7795397"/>
                      <a:gd name="connsiteY1849" fmla="*/ 318897 h 3393433"/>
                      <a:gd name="connsiteX1850" fmla="*/ 7451991 w 7795397"/>
                      <a:gd name="connsiteY1850" fmla="*/ 327850 h 3393433"/>
                      <a:gd name="connsiteX1851" fmla="*/ 7451039 w 7795397"/>
                      <a:gd name="connsiteY1851" fmla="*/ 333946 h 3393433"/>
                      <a:gd name="connsiteX1852" fmla="*/ 7456849 w 7795397"/>
                      <a:gd name="connsiteY1852" fmla="*/ 349187 h 3393433"/>
                      <a:gd name="connsiteX1853" fmla="*/ 7459517 w 7795397"/>
                      <a:gd name="connsiteY1853" fmla="*/ 359092 h 3393433"/>
                      <a:gd name="connsiteX1854" fmla="*/ 7462945 w 7795397"/>
                      <a:gd name="connsiteY1854" fmla="*/ 373094 h 3393433"/>
                      <a:gd name="connsiteX1855" fmla="*/ 7522667 w 7795397"/>
                      <a:gd name="connsiteY1855" fmla="*/ 407670 h 3393433"/>
                      <a:gd name="connsiteX1856" fmla="*/ 7492283 w 7795397"/>
                      <a:gd name="connsiteY1856" fmla="*/ 471297 h 3393433"/>
                      <a:gd name="connsiteX1857" fmla="*/ 7504855 w 7795397"/>
                      <a:gd name="connsiteY1857" fmla="*/ 501872 h 3393433"/>
                      <a:gd name="connsiteX1858" fmla="*/ 7508761 w 7795397"/>
                      <a:gd name="connsiteY1858" fmla="*/ 509968 h 3393433"/>
                      <a:gd name="connsiteX1859" fmla="*/ 7509713 w 7795397"/>
                      <a:gd name="connsiteY1859" fmla="*/ 511969 h 3393433"/>
                      <a:gd name="connsiteX1860" fmla="*/ 7511237 w 7795397"/>
                      <a:gd name="connsiteY1860" fmla="*/ 514826 h 3393433"/>
                      <a:gd name="connsiteX1861" fmla="*/ 7514571 w 7795397"/>
                      <a:gd name="connsiteY1861" fmla="*/ 520922 h 3393433"/>
                      <a:gd name="connsiteX1862" fmla="*/ 7521619 w 7795397"/>
                      <a:gd name="connsiteY1862" fmla="*/ 532924 h 3393433"/>
                      <a:gd name="connsiteX1863" fmla="*/ 7529239 w 7795397"/>
                      <a:gd name="connsiteY1863" fmla="*/ 544449 h 3393433"/>
                      <a:gd name="connsiteX1864" fmla="*/ 7541622 w 7795397"/>
                      <a:gd name="connsiteY1864" fmla="*/ 558070 h 3393433"/>
                      <a:gd name="connsiteX1865" fmla="*/ 7555147 w 7795397"/>
                      <a:gd name="connsiteY1865" fmla="*/ 567500 h 3393433"/>
                      <a:gd name="connsiteX1866" fmla="*/ 7568768 w 7795397"/>
                      <a:gd name="connsiteY1866" fmla="*/ 572452 h 3393433"/>
                      <a:gd name="connsiteX1867" fmla="*/ 7581341 w 7795397"/>
                      <a:gd name="connsiteY1867" fmla="*/ 573310 h 3393433"/>
                      <a:gd name="connsiteX1868" fmla="*/ 7592104 w 7795397"/>
                      <a:gd name="connsiteY1868" fmla="*/ 570547 h 3393433"/>
                      <a:gd name="connsiteX1869" fmla="*/ 7600582 w 7795397"/>
                      <a:gd name="connsiteY1869" fmla="*/ 564928 h 3393433"/>
                      <a:gd name="connsiteX1870" fmla="*/ 7609725 w 7795397"/>
                      <a:gd name="connsiteY1870" fmla="*/ 547973 h 3393433"/>
                      <a:gd name="connsiteX1871" fmla="*/ 7611154 w 7795397"/>
                      <a:gd name="connsiteY1871" fmla="*/ 568071 h 3393433"/>
                      <a:gd name="connsiteX1872" fmla="*/ 7616679 w 7795397"/>
                      <a:gd name="connsiteY1872" fmla="*/ 577310 h 3393433"/>
                      <a:gd name="connsiteX1873" fmla="*/ 7625537 w 7795397"/>
                      <a:gd name="connsiteY1873" fmla="*/ 585026 h 3393433"/>
                      <a:gd name="connsiteX1874" fmla="*/ 7631157 w 7795397"/>
                      <a:gd name="connsiteY1874" fmla="*/ 587978 h 3393433"/>
                      <a:gd name="connsiteX1875" fmla="*/ 7637444 w 7795397"/>
                      <a:gd name="connsiteY1875" fmla="*/ 590359 h 3393433"/>
                      <a:gd name="connsiteX1876" fmla="*/ 7651731 w 7795397"/>
                      <a:gd name="connsiteY1876" fmla="*/ 592169 h 3393433"/>
                      <a:gd name="connsiteX1877" fmla="*/ 7667542 w 7795397"/>
                      <a:gd name="connsiteY1877" fmla="*/ 589693 h 3393433"/>
                      <a:gd name="connsiteX1878" fmla="*/ 7683830 w 7795397"/>
                      <a:gd name="connsiteY1878" fmla="*/ 582739 h 3393433"/>
                      <a:gd name="connsiteX1879" fmla="*/ 7694974 w 7795397"/>
                      <a:gd name="connsiteY1879" fmla="*/ 575310 h 3393433"/>
                      <a:gd name="connsiteX1880" fmla="*/ 7705547 w 7795397"/>
                      <a:gd name="connsiteY1880" fmla="*/ 566928 h 3393433"/>
                      <a:gd name="connsiteX1881" fmla="*/ 7725264 w 7795397"/>
                      <a:gd name="connsiteY1881" fmla="*/ 547497 h 3393433"/>
                      <a:gd name="connsiteX1882" fmla="*/ 7730217 w 7795397"/>
                      <a:gd name="connsiteY1882" fmla="*/ 542639 h 3393433"/>
                      <a:gd name="connsiteX1883" fmla="*/ 7733360 w 7795397"/>
                      <a:gd name="connsiteY1883" fmla="*/ 538925 h 3393433"/>
                      <a:gd name="connsiteX1884" fmla="*/ 7739170 w 7795397"/>
                      <a:gd name="connsiteY1884" fmla="*/ 531685 h 3393433"/>
                      <a:gd name="connsiteX1885" fmla="*/ 7750410 w 7795397"/>
                      <a:gd name="connsiteY1885" fmla="*/ 517398 h 3393433"/>
                      <a:gd name="connsiteX1886" fmla="*/ 7759554 w 7795397"/>
                      <a:gd name="connsiteY1886" fmla="*/ 497300 h 3393433"/>
                      <a:gd name="connsiteX1887" fmla="*/ 7759554 w 7795397"/>
                      <a:gd name="connsiteY1887" fmla="*/ 477202 h 3393433"/>
                      <a:gd name="connsiteX1888" fmla="*/ 7737170 w 7795397"/>
                      <a:gd name="connsiteY1888" fmla="*/ 446627 h 3393433"/>
                      <a:gd name="connsiteX1889" fmla="*/ 7774889 w 7795397"/>
                      <a:gd name="connsiteY1889" fmla="*/ 450533 h 3393433"/>
                      <a:gd name="connsiteX1890" fmla="*/ 7790700 w 7795397"/>
                      <a:gd name="connsiteY1890" fmla="*/ 441769 h 3393433"/>
                      <a:gd name="connsiteX1891" fmla="*/ 7790700 w 7795397"/>
                      <a:gd name="connsiteY1891" fmla="*/ 417576 h 3393433"/>
                      <a:gd name="connsiteX1892" fmla="*/ 7790700 w 7795397"/>
                      <a:gd name="connsiteY1892" fmla="*/ 373380 h 3393433"/>
                      <a:gd name="connsiteX1893" fmla="*/ 7790700 w 7795397"/>
                      <a:gd name="connsiteY1893" fmla="*/ 352901 h 3393433"/>
                      <a:gd name="connsiteX1894" fmla="*/ 7790700 w 7795397"/>
                      <a:gd name="connsiteY1894" fmla="*/ 336899 h 3393433"/>
                      <a:gd name="connsiteX1895" fmla="*/ 7790700 w 7795397"/>
                      <a:gd name="connsiteY1895" fmla="*/ 330613 h 3393433"/>
                      <a:gd name="connsiteX1896" fmla="*/ 7790700 w 7795397"/>
                      <a:gd name="connsiteY1896" fmla="*/ 302705 h 3393433"/>
                      <a:gd name="connsiteX1897" fmla="*/ 7790700 w 7795397"/>
                      <a:gd name="connsiteY1897" fmla="*/ 302705 h 3393433"/>
                      <a:gd name="connsiteX1898" fmla="*/ 7790700 w 7795397"/>
                      <a:gd name="connsiteY1898" fmla="*/ 298704 h 3393433"/>
                      <a:gd name="connsiteX1899" fmla="*/ 7790700 w 7795397"/>
                      <a:gd name="connsiteY1899" fmla="*/ 279368 h 3393433"/>
                      <a:gd name="connsiteX1900" fmla="*/ 7790700 w 7795397"/>
                      <a:gd name="connsiteY1900" fmla="*/ 247745 h 3393433"/>
                      <a:gd name="connsiteX1901" fmla="*/ 7790700 w 7795397"/>
                      <a:gd name="connsiteY1901" fmla="*/ 247650 h 3393433"/>
                      <a:gd name="connsiteX1902" fmla="*/ 7790700 w 7795397"/>
                      <a:gd name="connsiteY1902" fmla="*/ 238887 h 3393433"/>
                      <a:gd name="connsiteX1903" fmla="*/ 7790700 w 7795397"/>
                      <a:gd name="connsiteY1903" fmla="*/ 233743 h 3393433"/>
                      <a:gd name="connsiteX1904" fmla="*/ 7790700 w 7795397"/>
                      <a:gd name="connsiteY1904" fmla="*/ 233363 h 3393433"/>
                      <a:gd name="connsiteX1905" fmla="*/ 7790700 w 7795397"/>
                      <a:gd name="connsiteY1905" fmla="*/ 220980 h 3393433"/>
                      <a:gd name="connsiteX1906" fmla="*/ 7790700 w 7795397"/>
                      <a:gd name="connsiteY1906" fmla="*/ 198882 h 3393433"/>
                      <a:gd name="connsiteX1907" fmla="*/ 7790700 w 7795397"/>
                      <a:gd name="connsiteY1907" fmla="*/ 192596 h 3393433"/>
                      <a:gd name="connsiteX1908" fmla="*/ 7790700 w 7795397"/>
                      <a:gd name="connsiteY1908" fmla="*/ 188595 h 3393433"/>
                      <a:gd name="connsiteX1909" fmla="*/ 7790700 w 7795397"/>
                      <a:gd name="connsiteY1909" fmla="*/ 179927 h 3393433"/>
                      <a:gd name="connsiteX1910" fmla="*/ 7790700 w 7795397"/>
                      <a:gd name="connsiteY1910" fmla="*/ 161258 h 3393433"/>
                      <a:gd name="connsiteX1911" fmla="*/ 7790700 w 7795397"/>
                      <a:gd name="connsiteY1911" fmla="*/ 149257 h 3393433"/>
                      <a:gd name="connsiteX1912" fmla="*/ 7790700 w 7795397"/>
                      <a:gd name="connsiteY1912" fmla="*/ 145923 h 3393433"/>
                      <a:gd name="connsiteX1913" fmla="*/ 7794130 w 7795397"/>
                      <a:gd name="connsiteY1913" fmla="*/ 146875 h 3393433"/>
                      <a:gd name="connsiteX1914" fmla="*/ 7793082 w 7795397"/>
                      <a:gd name="connsiteY1914" fmla="*/ 145542 h 3393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</a:cxnLst>
                    <a:rect l="l" t="t" r="r" b="b"/>
                    <a:pathLst>
                      <a:path w="7795397" h="3393433">
                        <a:moveTo>
                          <a:pt x="7793082" y="145542"/>
                        </a:moveTo>
                        <a:lnTo>
                          <a:pt x="7793082" y="127063"/>
                        </a:lnTo>
                        <a:lnTo>
                          <a:pt x="7793082" y="111157"/>
                        </a:lnTo>
                        <a:lnTo>
                          <a:pt x="7793082" y="93345"/>
                        </a:lnTo>
                        <a:lnTo>
                          <a:pt x="7793082" y="85725"/>
                        </a:lnTo>
                        <a:lnTo>
                          <a:pt x="7793082" y="40862"/>
                        </a:lnTo>
                        <a:lnTo>
                          <a:pt x="7793082" y="13335"/>
                        </a:lnTo>
                        <a:lnTo>
                          <a:pt x="7793082" y="0"/>
                        </a:lnTo>
                        <a:cubicBezTo>
                          <a:pt x="7773079" y="4191"/>
                          <a:pt x="7756982" y="19907"/>
                          <a:pt x="7754601" y="40386"/>
                        </a:cubicBezTo>
                        <a:lnTo>
                          <a:pt x="7748029" y="95917"/>
                        </a:lnTo>
                        <a:cubicBezTo>
                          <a:pt x="7744981" y="121920"/>
                          <a:pt x="7764793" y="145828"/>
                          <a:pt x="7792034" y="149162"/>
                        </a:cubicBezTo>
                        <a:cubicBezTo>
                          <a:pt x="7764793" y="145923"/>
                          <a:pt x="7739933" y="164497"/>
                          <a:pt x="7736885" y="190500"/>
                        </a:cubicBezTo>
                        <a:lnTo>
                          <a:pt x="7730312" y="246031"/>
                        </a:lnTo>
                        <a:cubicBezTo>
                          <a:pt x="7730026" y="248317"/>
                          <a:pt x="7730122" y="247841"/>
                          <a:pt x="7730408" y="247841"/>
                        </a:cubicBezTo>
                        <a:lnTo>
                          <a:pt x="7731169" y="248031"/>
                        </a:lnTo>
                        <a:cubicBezTo>
                          <a:pt x="7731455" y="248126"/>
                          <a:pt x="7731836" y="248317"/>
                          <a:pt x="7732312" y="248412"/>
                        </a:cubicBezTo>
                        <a:cubicBezTo>
                          <a:pt x="7732694" y="248221"/>
                          <a:pt x="7732598" y="249364"/>
                          <a:pt x="7732694" y="249936"/>
                        </a:cubicBezTo>
                        <a:lnTo>
                          <a:pt x="7732884" y="252127"/>
                        </a:lnTo>
                        <a:cubicBezTo>
                          <a:pt x="7733646" y="257937"/>
                          <a:pt x="7735551" y="263652"/>
                          <a:pt x="7738504" y="268986"/>
                        </a:cubicBezTo>
                        <a:cubicBezTo>
                          <a:pt x="7744409" y="279654"/>
                          <a:pt x="7754220" y="288703"/>
                          <a:pt x="7767079" y="293370"/>
                        </a:cubicBezTo>
                        <a:cubicBezTo>
                          <a:pt x="7741361" y="284321"/>
                          <a:pt x="7713548" y="295846"/>
                          <a:pt x="7704499" y="318325"/>
                        </a:cubicBezTo>
                        <a:cubicBezTo>
                          <a:pt x="7697927" y="334518"/>
                          <a:pt x="7691069" y="350425"/>
                          <a:pt x="7683640" y="365760"/>
                        </a:cubicBezTo>
                        <a:cubicBezTo>
                          <a:pt x="7681163" y="371284"/>
                          <a:pt x="7679735" y="376809"/>
                          <a:pt x="7679735" y="382619"/>
                        </a:cubicBezTo>
                        <a:cubicBezTo>
                          <a:pt x="7679639" y="388334"/>
                          <a:pt x="7680782" y="394335"/>
                          <a:pt x="7682783" y="399859"/>
                        </a:cubicBezTo>
                        <a:cubicBezTo>
                          <a:pt x="7686878" y="410909"/>
                          <a:pt x="7695165" y="421481"/>
                          <a:pt x="7706881" y="428244"/>
                        </a:cubicBezTo>
                        <a:cubicBezTo>
                          <a:pt x="7695070" y="421481"/>
                          <a:pt x="7681925" y="419957"/>
                          <a:pt x="7670210" y="421767"/>
                        </a:cubicBezTo>
                        <a:cubicBezTo>
                          <a:pt x="7664399" y="422719"/>
                          <a:pt x="7658970" y="424625"/>
                          <a:pt x="7654302" y="427387"/>
                        </a:cubicBezTo>
                        <a:cubicBezTo>
                          <a:pt x="7649540" y="429863"/>
                          <a:pt x="7645540" y="433292"/>
                          <a:pt x="7642491" y="437769"/>
                        </a:cubicBezTo>
                        <a:cubicBezTo>
                          <a:pt x="7640301" y="441103"/>
                          <a:pt x="7638491" y="442913"/>
                          <a:pt x="7636491" y="445580"/>
                        </a:cubicBezTo>
                        <a:lnTo>
                          <a:pt x="7632395" y="451009"/>
                        </a:lnTo>
                        <a:cubicBezTo>
                          <a:pt x="7632395" y="451009"/>
                          <a:pt x="7632966" y="452438"/>
                          <a:pt x="7633062" y="455390"/>
                        </a:cubicBezTo>
                        <a:cubicBezTo>
                          <a:pt x="7633252" y="458343"/>
                          <a:pt x="7632871" y="462820"/>
                          <a:pt x="7631823" y="468154"/>
                        </a:cubicBezTo>
                        <a:cubicBezTo>
                          <a:pt x="7630776" y="473583"/>
                          <a:pt x="7628871" y="479679"/>
                          <a:pt x="7626680" y="486442"/>
                        </a:cubicBezTo>
                        <a:cubicBezTo>
                          <a:pt x="7624584" y="493109"/>
                          <a:pt x="7622108" y="500253"/>
                          <a:pt x="7620489" y="508159"/>
                        </a:cubicBezTo>
                        <a:cubicBezTo>
                          <a:pt x="7623537" y="492442"/>
                          <a:pt x="7623823" y="476917"/>
                          <a:pt x="7626299" y="466344"/>
                        </a:cubicBezTo>
                        <a:cubicBezTo>
                          <a:pt x="7627442" y="461010"/>
                          <a:pt x="7628871" y="457009"/>
                          <a:pt x="7630109" y="454438"/>
                        </a:cubicBezTo>
                        <a:cubicBezTo>
                          <a:pt x="7631347" y="451866"/>
                          <a:pt x="7632395" y="450913"/>
                          <a:pt x="7632395" y="450913"/>
                        </a:cubicBezTo>
                        <a:lnTo>
                          <a:pt x="7629538" y="445103"/>
                        </a:lnTo>
                        <a:cubicBezTo>
                          <a:pt x="7626490" y="438531"/>
                          <a:pt x="7623537" y="431483"/>
                          <a:pt x="7620679" y="423958"/>
                        </a:cubicBezTo>
                        <a:cubicBezTo>
                          <a:pt x="7612869" y="403193"/>
                          <a:pt x="7586199" y="389763"/>
                          <a:pt x="7560481" y="397192"/>
                        </a:cubicBezTo>
                        <a:cubicBezTo>
                          <a:pt x="7586104" y="389382"/>
                          <a:pt x="7601439" y="364331"/>
                          <a:pt x="7595248" y="339947"/>
                        </a:cubicBezTo>
                        <a:lnTo>
                          <a:pt x="7591914" y="326803"/>
                        </a:lnTo>
                        <a:cubicBezTo>
                          <a:pt x="7590580" y="321755"/>
                          <a:pt x="7588961" y="315468"/>
                          <a:pt x="7587151" y="309753"/>
                        </a:cubicBezTo>
                        <a:cubicBezTo>
                          <a:pt x="7583532" y="297942"/>
                          <a:pt x="7578769" y="285655"/>
                          <a:pt x="7572388" y="272987"/>
                        </a:cubicBezTo>
                        <a:cubicBezTo>
                          <a:pt x="7568006" y="264509"/>
                          <a:pt x="7560767" y="254984"/>
                          <a:pt x="7551814" y="247936"/>
                        </a:cubicBezTo>
                        <a:cubicBezTo>
                          <a:pt x="7543146" y="240792"/>
                          <a:pt x="7533716" y="236601"/>
                          <a:pt x="7525143" y="235172"/>
                        </a:cubicBezTo>
                        <a:cubicBezTo>
                          <a:pt x="7516667" y="233648"/>
                          <a:pt x="7508856" y="235077"/>
                          <a:pt x="7502855" y="238125"/>
                        </a:cubicBezTo>
                        <a:cubicBezTo>
                          <a:pt x="7496759" y="241363"/>
                          <a:pt x="7492473" y="246221"/>
                          <a:pt x="7489520" y="252127"/>
                        </a:cubicBezTo>
                        <a:cubicBezTo>
                          <a:pt x="7492473" y="246221"/>
                          <a:pt x="7493806" y="239554"/>
                          <a:pt x="7492568" y="232791"/>
                        </a:cubicBezTo>
                        <a:cubicBezTo>
                          <a:pt x="7491425" y="225933"/>
                          <a:pt x="7487806" y="218980"/>
                          <a:pt x="7481519" y="212788"/>
                        </a:cubicBezTo>
                        <a:cubicBezTo>
                          <a:pt x="7475232" y="206883"/>
                          <a:pt x="7466279" y="201739"/>
                          <a:pt x="7455326" y="199454"/>
                        </a:cubicBezTo>
                        <a:cubicBezTo>
                          <a:pt x="7444467" y="196882"/>
                          <a:pt x="7431798" y="197167"/>
                          <a:pt x="7419225" y="200692"/>
                        </a:cubicBezTo>
                        <a:cubicBezTo>
                          <a:pt x="7414749" y="201930"/>
                          <a:pt x="7410177" y="203263"/>
                          <a:pt x="7406081" y="204883"/>
                        </a:cubicBezTo>
                        <a:cubicBezTo>
                          <a:pt x="7402081" y="206407"/>
                          <a:pt x="7397318" y="208217"/>
                          <a:pt x="7394365" y="209741"/>
                        </a:cubicBezTo>
                        <a:cubicBezTo>
                          <a:pt x="7387602" y="212884"/>
                          <a:pt x="7381411" y="216217"/>
                          <a:pt x="7375506" y="219742"/>
                        </a:cubicBezTo>
                        <a:cubicBezTo>
                          <a:pt x="7363790" y="226790"/>
                          <a:pt x="7353693" y="234410"/>
                          <a:pt x="7344359" y="242316"/>
                        </a:cubicBezTo>
                        <a:cubicBezTo>
                          <a:pt x="7337787" y="247841"/>
                          <a:pt x="7332929" y="254317"/>
                          <a:pt x="7329595" y="260985"/>
                        </a:cubicBezTo>
                        <a:cubicBezTo>
                          <a:pt x="7326261" y="267652"/>
                          <a:pt x="7324642" y="274606"/>
                          <a:pt x="7324452" y="281273"/>
                        </a:cubicBezTo>
                        <a:cubicBezTo>
                          <a:pt x="7324071" y="294608"/>
                          <a:pt x="7329595" y="306800"/>
                          <a:pt x="7339692" y="315277"/>
                        </a:cubicBezTo>
                        <a:cubicBezTo>
                          <a:pt x="7329691" y="306705"/>
                          <a:pt x="7316642" y="303467"/>
                          <a:pt x="7303782" y="305848"/>
                        </a:cubicBezTo>
                        <a:cubicBezTo>
                          <a:pt x="7297401" y="306991"/>
                          <a:pt x="7291019" y="309277"/>
                          <a:pt x="7284828" y="314611"/>
                        </a:cubicBezTo>
                        <a:cubicBezTo>
                          <a:pt x="7278732" y="319564"/>
                          <a:pt x="7272922" y="325946"/>
                          <a:pt x="7268445" y="333470"/>
                        </a:cubicBezTo>
                        <a:cubicBezTo>
                          <a:pt x="7263301" y="343757"/>
                          <a:pt x="7257967" y="354139"/>
                          <a:pt x="7253300" y="364426"/>
                        </a:cubicBezTo>
                        <a:lnTo>
                          <a:pt x="7241394" y="394716"/>
                        </a:lnTo>
                        <a:cubicBezTo>
                          <a:pt x="7239108" y="401669"/>
                          <a:pt x="7238250" y="408718"/>
                          <a:pt x="7238632" y="415480"/>
                        </a:cubicBezTo>
                        <a:cubicBezTo>
                          <a:pt x="7239108" y="422243"/>
                          <a:pt x="7240536" y="428720"/>
                          <a:pt x="7243489" y="434340"/>
                        </a:cubicBezTo>
                        <a:cubicBezTo>
                          <a:pt x="7249395" y="445675"/>
                          <a:pt x="7259396" y="454152"/>
                          <a:pt x="7272064" y="457676"/>
                        </a:cubicBezTo>
                        <a:cubicBezTo>
                          <a:pt x="7259396" y="454152"/>
                          <a:pt x="7246442" y="456343"/>
                          <a:pt x="7235679" y="463105"/>
                        </a:cubicBezTo>
                        <a:cubicBezTo>
                          <a:pt x="7225011" y="469773"/>
                          <a:pt x="7217105" y="480917"/>
                          <a:pt x="7213962" y="494443"/>
                        </a:cubicBezTo>
                        <a:cubicBezTo>
                          <a:pt x="7211771" y="504063"/>
                          <a:pt x="7210057" y="513588"/>
                          <a:pt x="7208056" y="523208"/>
                        </a:cubicBezTo>
                        <a:cubicBezTo>
                          <a:pt x="7206056" y="532829"/>
                          <a:pt x="7204341" y="542258"/>
                          <a:pt x="7202722" y="551783"/>
                        </a:cubicBezTo>
                        <a:cubicBezTo>
                          <a:pt x="7197769" y="578548"/>
                          <a:pt x="7215772" y="603504"/>
                          <a:pt x="7241394" y="607600"/>
                        </a:cubicBezTo>
                        <a:cubicBezTo>
                          <a:pt x="7215581" y="603409"/>
                          <a:pt x="7191197" y="621601"/>
                          <a:pt x="7187387" y="647891"/>
                        </a:cubicBezTo>
                        <a:lnTo>
                          <a:pt x="7179481" y="703517"/>
                        </a:lnTo>
                        <a:cubicBezTo>
                          <a:pt x="7175862" y="729520"/>
                          <a:pt x="7193673" y="753332"/>
                          <a:pt x="7219296" y="757333"/>
                        </a:cubicBezTo>
                        <a:cubicBezTo>
                          <a:pt x="7206533" y="755428"/>
                          <a:pt x="7194150" y="759047"/>
                          <a:pt x="7184435" y="766096"/>
                        </a:cubicBezTo>
                        <a:cubicBezTo>
                          <a:pt x="7174719" y="773144"/>
                          <a:pt x="7167861" y="784003"/>
                          <a:pt x="7165765" y="796481"/>
                        </a:cubicBezTo>
                        <a:lnTo>
                          <a:pt x="7161289" y="823055"/>
                        </a:lnTo>
                        <a:lnTo>
                          <a:pt x="7156336" y="848963"/>
                        </a:lnTo>
                        <a:cubicBezTo>
                          <a:pt x="7155097" y="853726"/>
                          <a:pt x="7155669" y="858298"/>
                          <a:pt x="7156716" y="862489"/>
                        </a:cubicBezTo>
                        <a:cubicBezTo>
                          <a:pt x="7157859" y="866775"/>
                          <a:pt x="7160145" y="871252"/>
                          <a:pt x="7162908" y="875252"/>
                        </a:cubicBezTo>
                        <a:cubicBezTo>
                          <a:pt x="7165861" y="879539"/>
                          <a:pt x="7169480" y="883825"/>
                          <a:pt x="7173671" y="887730"/>
                        </a:cubicBezTo>
                        <a:cubicBezTo>
                          <a:pt x="7177862" y="891731"/>
                          <a:pt x="7182815" y="895636"/>
                          <a:pt x="7188435" y="898589"/>
                        </a:cubicBezTo>
                        <a:cubicBezTo>
                          <a:pt x="7182720" y="895541"/>
                          <a:pt x="7176909" y="893731"/>
                          <a:pt x="7171290" y="892493"/>
                        </a:cubicBezTo>
                        <a:cubicBezTo>
                          <a:pt x="7165575" y="891064"/>
                          <a:pt x="7160241" y="890207"/>
                          <a:pt x="7155669" y="889540"/>
                        </a:cubicBezTo>
                        <a:cubicBezTo>
                          <a:pt x="7151002" y="888492"/>
                          <a:pt x="7147287" y="888016"/>
                          <a:pt x="7144715" y="886968"/>
                        </a:cubicBezTo>
                        <a:cubicBezTo>
                          <a:pt x="7142239" y="886301"/>
                          <a:pt x="7141095" y="885253"/>
                          <a:pt x="7141095" y="885349"/>
                        </a:cubicBezTo>
                        <a:cubicBezTo>
                          <a:pt x="7141001" y="885349"/>
                          <a:pt x="7141572" y="885253"/>
                          <a:pt x="7140905" y="885349"/>
                        </a:cubicBezTo>
                        <a:cubicBezTo>
                          <a:pt x="7140334" y="885444"/>
                          <a:pt x="7138524" y="885634"/>
                          <a:pt x="7135476" y="884682"/>
                        </a:cubicBezTo>
                        <a:cubicBezTo>
                          <a:pt x="7133475" y="884110"/>
                          <a:pt x="7130618" y="884396"/>
                          <a:pt x="7127094" y="885444"/>
                        </a:cubicBezTo>
                        <a:cubicBezTo>
                          <a:pt x="7123570" y="886206"/>
                          <a:pt x="7119283" y="887920"/>
                          <a:pt x="7114711" y="889921"/>
                        </a:cubicBezTo>
                        <a:cubicBezTo>
                          <a:pt x="7110139" y="892111"/>
                          <a:pt x="7105282" y="894588"/>
                          <a:pt x="7100424" y="897922"/>
                        </a:cubicBezTo>
                        <a:cubicBezTo>
                          <a:pt x="7095661" y="901256"/>
                          <a:pt x="7090994" y="905351"/>
                          <a:pt x="7086993" y="910400"/>
                        </a:cubicBezTo>
                        <a:cubicBezTo>
                          <a:pt x="7090899" y="905351"/>
                          <a:pt x="7093756" y="899827"/>
                          <a:pt x="7095852" y="894398"/>
                        </a:cubicBezTo>
                        <a:cubicBezTo>
                          <a:pt x="7097947" y="888873"/>
                          <a:pt x="7099186" y="883634"/>
                          <a:pt x="7099852" y="878395"/>
                        </a:cubicBezTo>
                        <a:cubicBezTo>
                          <a:pt x="7101091" y="868204"/>
                          <a:pt x="7099852" y="859250"/>
                          <a:pt x="7094709" y="852297"/>
                        </a:cubicBezTo>
                        <a:cubicBezTo>
                          <a:pt x="7090994" y="847344"/>
                          <a:pt x="7087660" y="842010"/>
                          <a:pt x="7084707" y="836485"/>
                        </a:cubicBezTo>
                        <a:cubicBezTo>
                          <a:pt x="7081659" y="830961"/>
                          <a:pt x="7079278" y="825246"/>
                          <a:pt x="7077088" y="819531"/>
                        </a:cubicBezTo>
                        <a:cubicBezTo>
                          <a:pt x="7076230" y="817531"/>
                          <a:pt x="7075469" y="815626"/>
                          <a:pt x="7074230" y="813816"/>
                        </a:cubicBezTo>
                        <a:cubicBezTo>
                          <a:pt x="7073563" y="812768"/>
                          <a:pt x="7073087" y="812483"/>
                          <a:pt x="7072134" y="810863"/>
                        </a:cubicBezTo>
                        <a:cubicBezTo>
                          <a:pt x="7071182" y="809339"/>
                          <a:pt x="7070230" y="807910"/>
                          <a:pt x="7069277" y="806577"/>
                        </a:cubicBezTo>
                        <a:cubicBezTo>
                          <a:pt x="7065181" y="801148"/>
                          <a:pt x="7060323" y="796671"/>
                          <a:pt x="7054990" y="793337"/>
                        </a:cubicBezTo>
                        <a:cubicBezTo>
                          <a:pt x="7044036" y="786765"/>
                          <a:pt x="7031177" y="785146"/>
                          <a:pt x="7019366" y="789432"/>
                        </a:cubicBezTo>
                        <a:cubicBezTo>
                          <a:pt x="7031082" y="785241"/>
                          <a:pt x="7040511" y="776002"/>
                          <a:pt x="7044322" y="763905"/>
                        </a:cubicBezTo>
                        <a:cubicBezTo>
                          <a:pt x="7046322" y="757809"/>
                          <a:pt x="7047274" y="751046"/>
                          <a:pt x="7046703" y="743902"/>
                        </a:cubicBezTo>
                        <a:cubicBezTo>
                          <a:pt x="7045845" y="736759"/>
                          <a:pt x="7043845" y="729329"/>
                          <a:pt x="7040131" y="722281"/>
                        </a:cubicBezTo>
                        <a:cubicBezTo>
                          <a:pt x="7034416" y="712089"/>
                          <a:pt x="7028796" y="701897"/>
                          <a:pt x="7021557" y="691801"/>
                        </a:cubicBezTo>
                        <a:cubicBezTo>
                          <a:pt x="7018319" y="686752"/>
                          <a:pt x="7014318" y="681800"/>
                          <a:pt x="7010317" y="676847"/>
                        </a:cubicBezTo>
                        <a:lnTo>
                          <a:pt x="7004316" y="669512"/>
                        </a:lnTo>
                        <a:cubicBezTo>
                          <a:pt x="7002126" y="667131"/>
                          <a:pt x="6999745" y="664750"/>
                          <a:pt x="6997459" y="662368"/>
                        </a:cubicBezTo>
                        <a:cubicBezTo>
                          <a:pt x="6994125" y="659035"/>
                          <a:pt x="6990886" y="655987"/>
                          <a:pt x="6987172" y="653415"/>
                        </a:cubicBezTo>
                        <a:cubicBezTo>
                          <a:pt x="6983267" y="650938"/>
                          <a:pt x="6979361" y="648843"/>
                          <a:pt x="6975456" y="647129"/>
                        </a:cubicBezTo>
                        <a:cubicBezTo>
                          <a:pt x="6967836" y="643509"/>
                          <a:pt x="6959073" y="642461"/>
                          <a:pt x="6951929" y="642652"/>
                        </a:cubicBezTo>
                        <a:cubicBezTo>
                          <a:pt x="6944785" y="642747"/>
                          <a:pt x="6937832" y="645223"/>
                          <a:pt x="6932689" y="648652"/>
                        </a:cubicBezTo>
                        <a:cubicBezTo>
                          <a:pt x="6927450" y="652177"/>
                          <a:pt x="6923545" y="656939"/>
                          <a:pt x="6920973" y="662654"/>
                        </a:cubicBezTo>
                        <a:cubicBezTo>
                          <a:pt x="6923545" y="656939"/>
                          <a:pt x="6924592" y="650843"/>
                          <a:pt x="6923735" y="644462"/>
                        </a:cubicBezTo>
                        <a:cubicBezTo>
                          <a:pt x="6922782" y="638366"/>
                          <a:pt x="6919925" y="632174"/>
                          <a:pt x="6915163" y="626269"/>
                        </a:cubicBezTo>
                        <a:cubicBezTo>
                          <a:pt x="6910495" y="620077"/>
                          <a:pt x="6903637" y="615696"/>
                          <a:pt x="6895541" y="611696"/>
                        </a:cubicBezTo>
                        <a:cubicBezTo>
                          <a:pt x="6887445" y="607885"/>
                          <a:pt x="6878015" y="606171"/>
                          <a:pt x="6868204" y="605790"/>
                        </a:cubicBezTo>
                        <a:cubicBezTo>
                          <a:pt x="6861441" y="605980"/>
                          <a:pt x="6854584" y="606266"/>
                          <a:pt x="6847821" y="606647"/>
                        </a:cubicBezTo>
                        <a:cubicBezTo>
                          <a:pt x="6841344" y="607505"/>
                          <a:pt x="6834962" y="608457"/>
                          <a:pt x="6828485" y="609505"/>
                        </a:cubicBezTo>
                        <a:cubicBezTo>
                          <a:pt x="6825533" y="609791"/>
                          <a:pt x="6821436" y="611029"/>
                          <a:pt x="6817722" y="612076"/>
                        </a:cubicBezTo>
                        <a:lnTo>
                          <a:pt x="6806387" y="615410"/>
                        </a:lnTo>
                        <a:cubicBezTo>
                          <a:pt x="6798767" y="617410"/>
                          <a:pt x="6791814" y="621125"/>
                          <a:pt x="6784765" y="624650"/>
                        </a:cubicBezTo>
                        <a:cubicBezTo>
                          <a:pt x="6774573" y="629317"/>
                          <a:pt x="6767239" y="636842"/>
                          <a:pt x="6761334" y="644080"/>
                        </a:cubicBezTo>
                        <a:cubicBezTo>
                          <a:pt x="6759905" y="645890"/>
                          <a:pt x="6758476" y="647700"/>
                          <a:pt x="6757333" y="649605"/>
                        </a:cubicBezTo>
                        <a:cubicBezTo>
                          <a:pt x="6756286" y="651510"/>
                          <a:pt x="6755428" y="653415"/>
                          <a:pt x="6754667" y="655415"/>
                        </a:cubicBezTo>
                        <a:cubicBezTo>
                          <a:pt x="6753047" y="659225"/>
                          <a:pt x="6751999" y="663035"/>
                          <a:pt x="6751332" y="666655"/>
                        </a:cubicBezTo>
                        <a:cubicBezTo>
                          <a:pt x="6749809" y="673894"/>
                          <a:pt x="6750761" y="680561"/>
                          <a:pt x="6753142" y="686372"/>
                        </a:cubicBezTo>
                        <a:cubicBezTo>
                          <a:pt x="6755523" y="692182"/>
                          <a:pt x="6759334" y="696944"/>
                          <a:pt x="6764286" y="700754"/>
                        </a:cubicBezTo>
                        <a:cubicBezTo>
                          <a:pt x="6759334" y="697039"/>
                          <a:pt x="6753714" y="694658"/>
                          <a:pt x="6747523" y="693896"/>
                        </a:cubicBezTo>
                        <a:cubicBezTo>
                          <a:pt x="6744379" y="693515"/>
                          <a:pt x="6741236" y="693610"/>
                          <a:pt x="6737902" y="694087"/>
                        </a:cubicBezTo>
                        <a:cubicBezTo>
                          <a:pt x="6734759" y="694563"/>
                          <a:pt x="6731616" y="695516"/>
                          <a:pt x="6728473" y="696754"/>
                        </a:cubicBezTo>
                        <a:cubicBezTo>
                          <a:pt x="6722281" y="699326"/>
                          <a:pt x="6715518" y="703612"/>
                          <a:pt x="6710375" y="709136"/>
                        </a:cubicBezTo>
                        <a:cubicBezTo>
                          <a:pt x="6705327" y="714566"/>
                          <a:pt x="6700374" y="721519"/>
                          <a:pt x="6697421" y="729043"/>
                        </a:cubicBezTo>
                        <a:cubicBezTo>
                          <a:pt x="6693326" y="739807"/>
                          <a:pt x="6689230" y="750570"/>
                          <a:pt x="6686372" y="761047"/>
                        </a:cubicBezTo>
                        <a:cubicBezTo>
                          <a:pt x="6682943" y="771716"/>
                          <a:pt x="6680752" y="782002"/>
                          <a:pt x="6678181" y="792480"/>
                        </a:cubicBezTo>
                        <a:cubicBezTo>
                          <a:pt x="6676466" y="799814"/>
                          <a:pt x="6676657" y="806863"/>
                          <a:pt x="6677609" y="813530"/>
                        </a:cubicBezTo>
                        <a:cubicBezTo>
                          <a:pt x="6678561" y="820198"/>
                          <a:pt x="6681038" y="826294"/>
                          <a:pt x="6684372" y="831533"/>
                        </a:cubicBezTo>
                        <a:cubicBezTo>
                          <a:pt x="6691039" y="842010"/>
                          <a:pt x="6701326" y="849059"/>
                          <a:pt x="6713519" y="850678"/>
                        </a:cubicBezTo>
                        <a:cubicBezTo>
                          <a:pt x="6701231" y="849059"/>
                          <a:pt x="6689611" y="853059"/>
                          <a:pt x="6680466" y="861346"/>
                        </a:cubicBezTo>
                        <a:cubicBezTo>
                          <a:pt x="6671227" y="869633"/>
                          <a:pt x="6665322" y="881920"/>
                          <a:pt x="6664179" y="895921"/>
                        </a:cubicBezTo>
                        <a:lnTo>
                          <a:pt x="6662655" y="925544"/>
                        </a:lnTo>
                        <a:lnTo>
                          <a:pt x="6661702" y="953357"/>
                        </a:lnTo>
                        <a:cubicBezTo>
                          <a:pt x="6660845" y="975074"/>
                          <a:pt x="6677609" y="998125"/>
                          <a:pt x="6701898" y="1001363"/>
                        </a:cubicBezTo>
                        <a:cubicBezTo>
                          <a:pt x="6689801" y="999839"/>
                          <a:pt x="6678181" y="1003459"/>
                          <a:pt x="6669036" y="1010412"/>
                        </a:cubicBezTo>
                        <a:cubicBezTo>
                          <a:pt x="6659988" y="1017365"/>
                          <a:pt x="6653320" y="1027557"/>
                          <a:pt x="6651130" y="1039654"/>
                        </a:cubicBezTo>
                        <a:cubicBezTo>
                          <a:pt x="6648082" y="1056989"/>
                          <a:pt x="6644462" y="1074420"/>
                          <a:pt x="6640652" y="1091756"/>
                        </a:cubicBezTo>
                        <a:cubicBezTo>
                          <a:pt x="6635223" y="1115949"/>
                          <a:pt x="6648939" y="1140714"/>
                          <a:pt x="6672275" y="1147191"/>
                        </a:cubicBezTo>
                        <a:cubicBezTo>
                          <a:pt x="6648843" y="1141000"/>
                          <a:pt x="6624650" y="1155668"/>
                          <a:pt x="6617316" y="1179100"/>
                        </a:cubicBezTo>
                        <a:cubicBezTo>
                          <a:pt x="6614744" y="1187577"/>
                          <a:pt x="6611982" y="1195864"/>
                          <a:pt x="6609220" y="1204246"/>
                        </a:cubicBezTo>
                        <a:cubicBezTo>
                          <a:pt x="6606552" y="1212628"/>
                          <a:pt x="6603410" y="1220724"/>
                          <a:pt x="6600457" y="1229011"/>
                        </a:cubicBezTo>
                        <a:cubicBezTo>
                          <a:pt x="6596075" y="1240345"/>
                          <a:pt x="6596742" y="1252537"/>
                          <a:pt x="6600838" y="1263015"/>
                        </a:cubicBezTo>
                        <a:cubicBezTo>
                          <a:pt x="6605029" y="1273588"/>
                          <a:pt x="6612935" y="1282732"/>
                          <a:pt x="6623888" y="1287590"/>
                        </a:cubicBezTo>
                        <a:cubicBezTo>
                          <a:pt x="6612935" y="1282732"/>
                          <a:pt x="6600838" y="1283018"/>
                          <a:pt x="6590360" y="1286923"/>
                        </a:cubicBezTo>
                        <a:cubicBezTo>
                          <a:pt x="6585216" y="1288923"/>
                          <a:pt x="6580169" y="1291685"/>
                          <a:pt x="6575882" y="1295305"/>
                        </a:cubicBezTo>
                        <a:cubicBezTo>
                          <a:pt x="6571691" y="1299019"/>
                          <a:pt x="6568072" y="1303401"/>
                          <a:pt x="6565310" y="1308354"/>
                        </a:cubicBezTo>
                        <a:cubicBezTo>
                          <a:pt x="6561499" y="1315784"/>
                          <a:pt x="6557308" y="1322546"/>
                          <a:pt x="6553213" y="1329404"/>
                        </a:cubicBezTo>
                        <a:cubicBezTo>
                          <a:pt x="6548926" y="1335881"/>
                          <a:pt x="6544831" y="1342739"/>
                          <a:pt x="6540259" y="1348454"/>
                        </a:cubicBezTo>
                        <a:cubicBezTo>
                          <a:pt x="6538734" y="1350550"/>
                          <a:pt x="6537401" y="1352741"/>
                          <a:pt x="6536448" y="1355122"/>
                        </a:cubicBezTo>
                        <a:cubicBezTo>
                          <a:pt x="6535401" y="1357312"/>
                          <a:pt x="6534543" y="1359503"/>
                          <a:pt x="6533972" y="1361885"/>
                        </a:cubicBezTo>
                        <a:cubicBezTo>
                          <a:pt x="6532829" y="1366742"/>
                          <a:pt x="6532639" y="1371791"/>
                          <a:pt x="6533020" y="1376648"/>
                        </a:cubicBezTo>
                        <a:cubicBezTo>
                          <a:pt x="6533496" y="1381696"/>
                          <a:pt x="6534734" y="1387126"/>
                          <a:pt x="6536830" y="1392269"/>
                        </a:cubicBezTo>
                        <a:cubicBezTo>
                          <a:pt x="6538830" y="1397318"/>
                          <a:pt x="6541592" y="1402366"/>
                          <a:pt x="6545497" y="1406843"/>
                        </a:cubicBezTo>
                        <a:cubicBezTo>
                          <a:pt x="6541592" y="1402366"/>
                          <a:pt x="6537020" y="1398746"/>
                          <a:pt x="6532353" y="1395984"/>
                        </a:cubicBezTo>
                        <a:cubicBezTo>
                          <a:pt x="6527590" y="1393031"/>
                          <a:pt x="6522828" y="1391507"/>
                          <a:pt x="6518256" y="1389507"/>
                        </a:cubicBezTo>
                        <a:cubicBezTo>
                          <a:pt x="6515970" y="1388650"/>
                          <a:pt x="6513874" y="1387888"/>
                          <a:pt x="6511779" y="1387411"/>
                        </a:cubicBezTo>
                        <a:cubicBezTo>
                          <a:pt x="6509779" y="1387031"/>
                          <a:pt x="6507873" y="1386650"/>
                          <a:pt x="6506159" y="1386078"/>
                        </a:cubicBezTo>
                        <a:cubicBezTo>
                          <a:pt x="6504445" y="1385602"/>
                          <a:pt x="6503016" y="1385507"/>
                          <a:pt x="6501587" y="1385602"/>
                        </a:cubicBezTo>
                        <a:cubicBezTo>
                          <a:pt x="6500254" y="1385602"/>
                          <a:pt x="6499206" y="1385316"/>
                          <a:pt x="6498253" y="1385792"/>
                        </a:cubicBezTo>
                        <a:cubicBezTo>
                          <a:pt x="6495396" y="1386840"/>
                          <a:pt x="6493301" y="1386840"/>
                          <a:pt x="6490919" y="1386840"/>
                        </a:cubicBezTo>
                        <a:cubicBezTo>
                          <a:pt x="6490633" y="1386840"/>
                          <a:pt x="6490348" y="1386935"/>
                          <a:pt x="6489966" y="1386935"/>
                        </a:cubicBezTo>
                        <a:lnTo>
                          <a:pt x="6488252" y="1386650"/>
                        </a:lnTo>
                        <a:lnTo>
                          <a:pt x="6484919" y="1386173"/>
                        </a:lnTo>
                        <a:cubicBezTo>
                          <a:pt x="6482633" y="1385983"/>
                          <a:pt x="6480537" y="1384935"/>
                          <a:pt x="6478346" y="1384554"/>
                        </a:cubicBezTo>
                        <a:cubicBezTo>
                          <a:pt x="6476822" y="1384268"/>
                          <a:pt x="6475298" y="1383602"/>
                          <a:pt x="6473584" y="1383697"/>
                        </a:cubicBezTo>
                        <a:cubicBezTo>
                          <a:pt x="6471869" y="1383697"/>
                          <a:pt x="6470060" y="1383983"/>
                          <a:pt x="6468154" y="1384078"/>
                        </a:cubicBezTo>
                        <a:cubicBezTo>
                          <a:pt x="6464344" y="1384554"/>
                          <a:pt x="6459963" y="1385887"/>
                          <a:pt x="6455391" y="1387411"/>
                        </a:cubicBezTo>
                        <a:cubicBezTo>
                          <a:pt x="6446247" y="1391031"/>
                          <a:pt x="6436055" y="1396175"/>
                          <a:pt x="6428721" y="1405509"/>
                        </a:cubicBezTo>
                        <a:cubicBezTo>
                          <a:pt x="6432340" y="1400842"/>
                          <a:pt x="6434912" y="1395698"/>
                          <a:pt x="6436627" y="1390555"/>
                        </a:cubicBezTo>
                        <a:cubicBezTo>
                          <a:pt x="6438341" y="1385507"/>
                          <a:pt x="6439293" y="1379982"/>
                          <a:pt x="6439484" y="1374934"/>
                        </a:cubicBezTo>
                        <a:cubicBezTo>
                          <a:pt x="6439579" y="1369981"/>
                          <a:pt x="6439103" y="1364933"/>
                          <a:pt x="6437579" y="1360265"/>
                        </a:cubicBezTo>
                        <a:cubicBezTo>
                          <a:pt x="6436055" y="1355884"/>
                          <a:pt x="6433769" y="1350931"/>
                          <a:pt x="6430340" y="1347216"/>
                        </a:cubicBezTo>
                        <a:lnTo>
                          <a:pt x="6423006" y="1338072"/>
                        </a:lnTo>
                        <a:lnTo>
                          <a:pt x="6415767" y="1328357"/>
                        </a:lnTo>
                        <a:cubicBezTo>
                          <a:pt x="6411004" y="1321594"/>
                          <a:pt x="6406147" y="1314641"/>
                          <a:pt x="6401384" y="1307402"/>
                        </a:cubicBezTo>
                        <a:cubicBezTo>
                          <a:pt x="6388049" y="1287209"/>
                          <a:pt x="6360522" y="1278445"/>
                          <a:pt x="6340615" y="1290733"/>
                        </a:cubicBezTo>
                        <a:cubicBezTo>
                          <a:pt x="6360427" y="1278541"/>
                          <a:pt x="6365856" y="1250442"/>
                          <a:pt x="6350520" y="1226915"/>
                        </a:cubicBezTo>
                        <a:cubicBezTo>
                          <a:pt x="6339567" y="1210246"/>
                          <a:pt x="6327565" y="1193197"/>
                          <a:pt x="6313278" y="1176242"/>
                        </a:cubicBezTo>
                        <a:cubicBezTo>
                          <a:pt x="6308325" y="1170337"/>
                          <a:pt x="6302134" y="1165384"/>
                          <a:pt x="6295847" y="1161860"/>
                        </a:cubicBezTo>
                        <a:cubicBezTo>
                          <a:pt x="6289180" y="1158335"/>
                          <a:pt x="6282798" y="1156049"/>
                          <a:pt x="6276035" y="1155383"/>
                        </a:cubicBezTo>
                        <a:cubicBezTo>
                          <a:pt x="6262891" y="1153859"/>
                          <a:pt x="6251461" y="1158526"/>
                          <a:pt x="6244412" y="1167765"/>
                        </a:cubicBezTo>
                        <a:cubicBezTo>
                          <a:pt x="6251270" y="1158716"/>
                          <a:pt x="6253270" y="1146239"/>
                          <a:pt x="6247270" y="1133761"/>
                        </a:cubicBezTo>
                        <a:cubicBezTo>
                          <a:pt x="6244412" y="1127474"/>
                          <a:pt x="6239745" y="1121188"/>
                          <a:pt x="6232982" y="1115854"/>
                        </a:cubicBezTo>
                        <a:cubicBezTo>
                          <a:pt x="6226601" y="1110139"/>
                          <a:pt x="6217742" y="1106138"/>
                          <a:pt x="6208407" y="1103090"/>
                        </a:cubicBezTo>
                        <a:cubicBezTo>
                          <a:pt x="6201454" y="1101471"/>
                          <a:pt x="6194501" y="1099757"/>
                          <a:pt x="6187548" y="1098709"/>
                        </a:cubicBezTo>
                        <a:lnTo>
                          <a:pt x="6176975" y="1097566"/>
                        </a:lnTo>
                        <a:cubicBezTo>
                          <a:pt x="6173546" y="1097280"/>
                          <a:pt x="6169641" y="1096804"/>
                          <a:pt x="6167259" y="1096899"/>
                        </a:cubicBezTo>
                        <a:cubicBezTo>
                          <a:pt x="6156115" y="1096994"/>
                          <a:pt x="6145638" y="1096327"/>
                          <a:pt x="6134017" y="1097280"/>
                        </a:cubicBezTo>
                        <a:cubicBezTo>
                          <a:pt x="6125921" y="1097947"/>
                          <a:pt x="6118206" y="1099757"/>
                          <a:pt x="6111538" y="1102614"/>
                        </a:cubicBezTo>
                        <a:cubicBezTo>
                          <a:pt x="6104680" y="1105948"/>
                          <a:pt x="6098680" y="1110329"/>
                          <a:pt x="6094298" y="1114996"/>
                        </a:cubicBezTo>
                        <a:cubicBezTo>
                          <a:pt x="6089821" y="1119759"/>
                          <a:pt x="6086774" y="1124807"/>
                          <a:pt x="6085440" y="1130713"/>
                        </a:cubicBezTo>
                        <a:cubicBezTo>
                          <a:pt x="6084011" y="1136428"/>
                          <a:pt x="6084202" y="1142048"/>
                          <a:pt x="6085821" y="1147572"/>
                        </a:cubicBezTo>
                        <a:cubicBezTo>
                          <a:pt x="6082583" y="1136618"/>
                          <a:pt x="6073629" y="1128522"/>
                          <a:pt x="6060389" y="1125188"/>
                        </a:cubicBezTo>
                        <a:cubicBezTo>
                          <a:pt x="6053912" y="1123760"/>
                          <a:pt x="6046673" y="1124045"/>
                          <a:pt x="6038958" y="1125474"/>
                        </a:cubicBezTo>
                        <a:cubicBezTo>
                          <a:pt x="6030957" y="1126712"/>
                          <a:pt x="6023527" y="1130141"/>
                          <a:pt x="6016479" y="1134809"/>
                        </a:cubicBezTo>
                        <a:cubicBezTo>
                          <a:pt x="6005906" y="1141190"/>
                          <a:pt x="5997143" y="1148525"/>
                          <a:pt x="5988285" y="1155859"/>
                        </a:cubicBezTo>
                        <a:lnTo>
                          <a:pt x="5981713" y="1161383"/>
                        </a:lnTo>
                        <a:lnTo>
                          <a:pt x="5975807" y="1167003"/>
                        </a:lnTo>
                        <a:lnTo>
                          <a:pt x="5964092" y="1178338"/>
                        </a:lnTo>
                        <a:cubicBezTo>
                          <a:pt x="5958376" y="1183672"/>
                          <a:pt x="5955138" y="1189577"/>
                          <a:pt x="5952280" y="1195673"/>
                        </a:cubicBezTo>
                        <a:cubicBezTo>
                          <a:pt x="5949613" y="1201769"/>
                          <a:pt x="5948089" y="1207960"/>
                          <a:pt x="5947804" y="1213866"/>
                        </a:cubicBezTo>
                        <a:cubicBezTo>
                          <a:pt x="5947613" y="1225772"/>
                          <a:pt x="5951995" y="1236631"/>
                          <a:pt x="5960662" y="1243870"/>
                        </a:cubicBezTo>
                        <a:cubicBezTo>
                          <a:pt x="5951995" y="1236631"/>
                          <a:pt x="5940660" y="1234250"/>
                          <a:pt x="5929039" y="1236535"/>
                        </a:cubicBezTo>
                        <a:cubicBezTo>
                          <a:pt x="5917514" y="1238821"/>
                          <a:pt x="5906465" y="1245775"/>
                          <a:pt x="5898083" y="1256538"/>
                        </a:cubicBezTo>
                        <a:cubicBezTo>
                          <a:pt x="5892083" y="1264253"/>
                          <a:pt x="5886653" y="1271778"/>
                          <a:pt x="5880843" y="1279493"/>
                        </a:cubicBezTo>
                        <a:lnTo>
                          <a:pt x="5863984" y="1302353"/>
                        </a:lnTo>
                        <a:cubicBezTo>
                          <a:pt x="5848363" y="1323689"/>
                          <a:pt x="5850553" y="1351883"/>
                          <a:pt x="5868556" y="1365028"/>
                        </a:cubicBezTo>
                        <a:cubicBezTo>
                          <a:pt x="5850553" y="1351788"/>
                          <a:pt x="5823216" y="1358456"/>
                          <a:pt x="5807881" y="1379601"/>
                        </a:cubicBezTo>
                        <a:lnTo>
                          <a:pt x="5775115" y="1424654"/>
                        </a:lnTo>
                        <a:cubicBezTo>
                          <a:pt x="5759780" y="1445609"/>
                          <a:pt x="5761590" y="1473518"/>
                          <a:pt x="5779116" y="1486757"/>
                        </a:cubicBezTo>
                        <a:cubicBezTo>
                          <a:pt x="5770257" y="1480280"/>
                          <a:pt x="5759113" y="1478280"/>
                          <a:pt x="5748445" y="1480090"/>
                        </a:cubicBezTo>
                        <a:cubicBezTo>
                          <a:pt x="5743111" y="1481042"/>
                          <a:pt x="5737968" y="1482852"/>
                          <a:pt x="5733205" y="1485614"/>
                        </a:cubicBezTo>
                        <a:cubicBezTo>
                          <a:pt x="5728443" y="1488472"/>
                          <a:pt x="5723775" y="1491710"/>
                          <a:pt x="5719966" y="1496187"/>
                        </a:cubicBezTo>
                        <a:lnTo>
                          <a:pt x="5711774" y="1505617"/>
                        </a:lnTo>
                        <a:lnTo>
                          <a:pt x="5703106" y="1514380"/>
                        </a:lnTo>
                        <a:lnTo>
                          <a:pt x="5694439" y="1523143"/>
                        </a:lnTo>
                        <a:lnTo>
                          <a:pt x="5685390" y="1531239"/>
                        </a:lnTo>
                        <a:cubicBezTo>
                          <a:pt x="5681199" y="1535049"/>
                          <a:pt x="5677960" y="1539621"/>
                          <a:pt x="5675294" y="1544098"/>
                        </a:cubicBezTo>
                        <a:cubicBezTo>
                          <a:pt x="5672722" y="1548670"/>
                          <a:pt x="5670912" y="1553813"/>
                          <a:pt x="5670055" y="1559052"/>
                        </a:cubicBezTo>
                        <a:cubicBezTo>
                          <a:pt x="5669197" y="1564386"/>
                          <a:pt x="5669007" y="1569434"/>
                          <a:pt x="5669960" y="1574578"/>
                        </a:cubicBezTo>
                        <a:cubicBezTo>
                          <a:pt x="5670816" y="1579721"/>
                          <a:pt x="5672722" y="1584674"/>
                          <a:pt x="5675770" y="1589151"/>
                        </a:cubicBezTo>
                        <a:cubicBezTo>
                          <a:pt x="5669673" y="1580198"/>
                          <a:pt x="5659958" y="1574864"/>
                          <a:pt x="5649957" y="1573149"/>
                        </a:cubicBezTo>
                        <a:cubicBezTo>
                          <a:pt x="5644813" y="1572006"/>
                          <a:pt x="5639575" y="1571720"/>
                          <a:pt x="5634431" y="1572482"/>
                        </a:cubicBezTo>
                        <a:cubicBezTo>
                          <a:pt x="5629383" y="1573340"/>
                          <a:pt x="5624239" y="1574673"/>
                          <a:pt x="5619382" y="1576959"/>
                        </a:cubicBezTo>
                        <a:cubicBezTo>
                          <a:pt x="5612619" y="1580674"/>
                          <a:pt x="5605475" y="1583436"/>
                          <a:pt x="5598427" y="1586293"/>
                        </a:cubicBezTo>
                        <a:cubicBezTo>
                          <a:pt x="5591378" y="1589151"/>
                          <a:pt x="5584044" y="1591246"/>
                          <a:pt x="5576900" y="1593533"/>
                        </a:cubicBezTo>
                        <a:cubicBezTo>
                          <a:pt x="5571757" y="1594771"/>
                          <a:pt x="5567089" y="1597057"/>
                          <a:pt x="5562993" y="1600105"/>
                        </a:cubicBezTo>
                        <a:cubicBezTo>
                          <a:pt x="5558802" y="1602772"/>
                          <a:pt x="5555088" y="1606296"/>
                          <a:pt x="5551945" y="1610487"/>
                        </a:cubicBezTo>
                        <a:cubicBezTo>
                          <a:pt x="5545753" y="1618774"/>
                          <a:pt x="5541753" y="1628394"/>
                          <a:pt x="5542800" y="1639157"/>
                        </a:cubicBezTo>
                        <a:cubicBezTo>
                          <a:pt x="5542324" y="1633823"/>
                          <a:pt x="5540515" y="1628870"/>
                          <a:pt x="5538038" y="1624489"/>
                        </a:cubicBezTo>
                        <a:cubicBezTo>
                          <a:pt x="5535467" y="1620012"/>
                          <a:pt x="5532228" y="1616393"/>
                          <a:pt x="5528323" y="1612868"/>
                        </a:cubicBezTo>
                        <a:cubicBezTo>
                          <a:pt x="5524513" y="1609439"/>
                          <a:pt x="5520131" y="1606772"/>
                          <a:pt x="5515464" y="1604962"/>
                        </a:cubicBezTo>
                        <a:cubicBezTo>
                          <a:pt x="5510797" y="1602867"/>
                          <a:pt x="5505749" y="1601534"/>
                          <a:pt x="5500319" y="1601438"/>
                        </a:cubicBezTo>
                        <a:cubicBezTo>
                          <a:pt x="5492699" y="1600676"/>
                          <a:pt x="5484984" y="1600295"/>
                          <a:pt x="5477364" y="1598867"/>
                        </a:cubicBezTo>
                        <a:cubicBezTo>
                          <a:pt x="5469648" y="1597914"/>
                          <a:pt x="5462029" y="1596009"/>
                          <a:pt x="5454409" y="1594390"/>
                        </a:cubicBezTo>
                        <a:cubicBezTo>
                          <a:pt x="5449075" y="1593056"/>
                          <a:pt x="5443741" y="1592580"/>
                          <a:pt x="5438407" y="1593152"/>
                        </a:cubicBezTo>
                        <a:cubicBezTo>
                          <a:pt x="5433168" y="1593533"/>
                          <a:pt x="5428024" y="1594676"/>
                          <a:pt x="5423262" y="1596771"/>
                        </a:cubicBezTo>
                        <a:cubicBezTo>
                          <a:pt x="5413737" y="1600867"/>
                          <a:pt x="5405641" y="1607629"/>
                          <a:pt x="5401640" y="1617440"/>
                        </a:cubicBezTo>
                        <a:cubicBezTo>
                          <a:pt x="5405545" y="1607629"/>
                          <a:pt x="5404307" y="1597247"/>
                          <a:pt x="5400021" y="1587722"/>
                        </a:cubicBezTo>
                        <a:cubicBezTo>
                          <a:pt x="5397926" y="1582960"/>
                          <a:pt x="5394877" y="1578769"/>
                          <a:pt x="5391258" y="1574768"/>
                        </a:cubicBezTo>
                        <a:cubicBezTo>
                          <a:pt x="5387638" y="1570768"/>
                          <a:pt x="5383161" y="1567529"/>
                          <a:pt x="5378209" y="1564767"/>
                        </a:cubicBezTo>
                        <a:cubicBezTo>
                          <a:pt x="5370970" y="1560957"/>
                          <a:pt x="5363921" y="1556861"/>
                          <a:pt x="5356968" y="1552480"/>
                        </a:cubicBezTo>
                        <a:cubicBezTo>
                          <a:pt x="5350015" y="1548098"/>
                          <a:pt x="5343157" y="1543621"/>
                          <a:pt x="5336489" y="1538764"/>
                        </a:cubicBezTo>
                        <a:cubicBezTo>
                          <a:pt x="5327060" y="1532096"/>
                          <a:pt x="5316392" y="1528953"/>
                          <a:pt x="5306009" y="1529048"/>
                        </a:cubicBezTo>
                        <a:cubicBezTo>
                          <a:pt x="5295532" y="1529334"/>
                          <a:pt x="5285721" y="1532573"/>
                          <a:pt x="5278672" y="1540193"/>
                        </a:cubicBezTo>
                        <a:cubicBezTo>
                          <a:pt x="5285625" y="1532573"/>
                          <a:pt x="5288007" y="1522381"/>
                          <a:pt x="5287435" y="1512189"/>
                        </a:cubicBezTo>
                        <a:cubicBezTo>
                          <a:pt x="5287054" y="1507141"/>
                          <a:pt x="5285816" y="1502093"/>
                          <a:pt x="5283911" y="1497140"/>
                        </a:cubicBezTo>
                        <a:cubicBezTo>
                          <a:pt x="5281720" y="1492282"/>
                          <a:pt x="5279530" y="1487900"/>
                          <a:pt x="5276196" y="1484090"/>
                        </a:cubicBezTo>
                        <a:cubicBezTo>
                          <a:pt x="5271529" y="1478280"/>
                          <a:pt x="5266957" y="1472089"/>
                          <a:pt x="5262480" y="1465421"/>
                        </a:cubicBezTo>
                        <a:cubicBezTo>
                          <a:pt x="5258003" y="1458659"/>
                          <a:pt x="5253622" y="1451705"/>
                          <a:pt x="5249335" y="1444371"/>
                        </a:cubicBezTo>
                        <a:cubicBezTo>
                          <a:pt x="5243334" y="1434084"/>
                          <a:pt x="5234286" y="1426178"/>
                          <a:pt x="5224570" y="1421892"/>
                        </a:cubicBezTo>
                        <a:cubicBezTo>
                          <a:pt x="5214759" y="1417510"/>
                          <a:pt x="5204187" y="1417034"/>
                          <a:pt x="5195233" y="1421511"/>
                        </a:cubicBezTo>
                        <a:cubicBezTo>
                          <a:pt x="5213140" y="1412272"/>
                          <a:pt x="5218474" y="1386459"/>
                          <a:pt x="5206377" y="1362742"/>
                        </a:cubicBezTo>
                        <a:cubicBezTo>
                          <a:pt x="5197805" y="1345883"/>
                          <a:pt x="5188852" y="1328737"/>
                          <a:pt x="5179136" y="1311497"/>
                        </a:cubicBezTo>
                        <a:cubicBezTo>
                          <a:pt x="5172278" y="1299401"/>
                          <a:pt x="5162182" y="1290352"/>
                          <a:pt x="5151704" y="1286066"/>
                        </a:cubicBezTo>
                        <a:cubicBezTo>
                          <a:pt x="5141131" y="1281684"/>
                          <a:pt x="5130654" y="1281970"/>
                          <a:pt x="5122462" y="1287399"/>
                        </a:cubicBezTo>
                        <a:cubicBezTo>
                          <a:pt x="5130654" y="1281970"/>
                          <a:pt x="5135035" y="1272445"/>
                          <a:pt x="5134940" y="1260919"/>
                        </a:cubicBezTo>
                        <a:cubicBezTo>
                          <a:pt x="5134845" y="1255204"/>
                          <a:pt x="5133511" y="1249109"/>
                          <a:pt x="5131130" y="1242917"/>
                        </a:cubicBezTo>
                        <a:cubicBezTo>
                          <a:pt x="5128749" y="1236726"/>
                          <a:pt x="5124749" y="1230630"/>
                          <a:pt x="5120081" y="1224820"/>
                        </a:cubicBezTo>
                        <a:cubicBezTo>
                          <a:pt x="5112937" y="1216724"/>
                          <a:pt x="5105603" y="1208818"/>
                          <a:pt x="5097602" y="1201198"/>
                        </a:cubicBezTo>
                        <a:cubicBezTo>
                          <a:pt x="5093792" y="1197293"/>
                          <a:pt x="5089506" y="1193673"/>
                          <a:pt x="5085315" y="1190053"/>
                        </a:cubicBezTo>
                        <a:cubicBezTo>
                          <a:pt x="5081219" y="1186339"/>
                          <a:pt x="5076838" y="1182815"/>
                          <a:pt x="5072266" y="1179481"/>
                        </a:cubicBezTo>
                        <a:cubicBezTo>
                          <a:pt x="5069122" y="1177100"/>
                          <a:pt x="5065884" y="1175004"/>
                          <a:pt x="5062645" y="1173194"/>
                        </a:cubicBezTo>
                        <a:cubicBezTo>
                          <a:pt x="5059217" y="1171480"/>
                          <a:pt x="5055787" y="1170146"/>
                          <a:pt x="5052454" y="1169003"/>
                        </a:cubicBezTo>
                        <a:cubicBezTo>
                          <a:pt x="5045786" y="1166622"/>
                          <a:pt x="5039118" y="1165860"/>
                          <a:pt x="5033118" y="1166241"/>
                        </a:cubicBezTo>
                        <a:cubicBezTo>
                          <a:pt x="5027117" y="1166622"/>
                          <a:pt x="5021878" y="1167860"/>
                          <a:pt x="5017497" y="1170527"/>
                        </a:cubicBezTo>
                        <a:cubicBezTo>
                          <a:pt x="5013115" y="1173099"/>
                          <a:pt x="5009877" y="1176718"/>
                          <a:pt x="5007781" y="1181005"/>
                        </a:cubicBezTo>
                        <a:cubicBezTo>
                          <a:pt x="5009877" y="1176623"/>
                          <a:pt x="5010543" y="1171861"/>
                          <a:pt x="5009782" y="1167003"/>
                        </a:cubicBezTo>
                        <a:cubicBezTo>
                          <a:pt x="5009020" y="1162145"/>
                          <a:pt x="5006924" y="1156716"/>
                          <a:pt x="5003400" y="1152144"/>
                        </a:cubicBezTo>
                        <a:cubicBezTo>
                          <a:pt x="4999875" y="1147477"/>
                          <a:pt x="4994923" y="1142905"/>
                          <a:pt x="4989017" y="1139000"/>
                        </a:cubicBezTo>
                        <a:cubicBezTo>
                          <a:pt x="4983017" y="1135475"/>
                          <a:pt x="4975968" y="1132427"/>
                          <a:pt x="4968252" y="1130522"/>
                        </a:cubicBezTo>
                        <a:cubicBezTo>
                          <a:pt x="4957299" y="1128332"/>
                          <a:pt x="4946250" y="1126045"/>
                          <a:pt x="4935392" y="1125093"/>
                        </a:cubicBezTo>
                        <a:cubicBezTo>
                          <a:pt x="4924342" y="1123569"/>
                          <a:pt x="4913579" y="1123474"/>
                          <a:pt x="4902720" y="1122998"/>
                        </a:cubicBezTo>
                        <a:cubicBezTo>
                          <a:pt x="4895196" y="1123093"/>
                          <a:pt x="4888147" y="1124521"/>
                          <a:pt x="4881766" y="1126522"/>
                        </a:cubicBezTo>
                        <a:cubicBezTo>
                          <a:pt x="4875384" y="1128522"/>
                          <a:pt x="4869860" y="1131379"/>
                          <a:pt x="4865287" y="1134713"/>
                        </a:cubicBezTo>
                        <a:cubicBezTo>
                          <a:pt x="4860811" y="1138047"/>
                          <a:pt x="4857286" y="1141857"/>
                          <a:pt x="4855191" y="1146524"/>
                        </a:cubicBezTo>
                        <a:cubicBezTo>
                          <a:pt x="4853000" y="1151001"/>
                          <a:pt x="4852238" y="1155668"/>
                          <a:pt x="4852809" y="1160335"/>
                        </a:cubicBezTo>
                        <a:cubicBezTo>
                          <a:pt x="4851666" y="1151001"/>
                          <a:pt x="4844999" y="1143381"/>
                          <a:pt x="4834331" y="1138904"/>
                        </a:cubicBezTo>
                        <a:cubicBezTo>
                          <a:pt x="4828997" y="1136618"/>
                          <a:pt x="4822806" y="1135190"/>
                          <a:pt x="4815948" y="1134618"/>
                        </a:cubicBezTo>
                        <a:cubicBezTo>
                          <a:pt x="4809185" y="1134618"/>
                          <a:pt x="4801946" y="1135856"/>
                          <a:pt x="4794612" y="1138047"/>
                        </a:cubicBezTo>
                        <a:lnTo>
                          <a:pt x="4778895" y="1142810"/>
                        </a:lnTo>
                        <a:cubicBezTo>
                          <a:pt x="4773657" y="1144334"/>
                          <a:pt x="4768799" y="1147001"/>
                          <a:pt x="4763656" y="1149096"/>
                        </a:cubicBezTo>
                        <a:lnTo>
                          <a:pt x="4748606" y="1155764"/>
                        </a:lnTo>
                        <a:lnTo>
                          <a:pt x="4741081" y="1159097"/>
                        </a:lnTo>
                        <a:cubicBezTo>
                          <a:pt x="4738700" y="1160335"/>
                          <a:pt x="4736319" y="1161860"/>
                          <a:pt x="4733938" y="1163193"/>
                        </a:cubicBezTo>
                        <a:cubicBezTo>
                          <a:pt x="4727365" y="1167098"/>
                          <a:pt x="4721460" y="1171670"/>
                          <a:pt x="4716793" y="1176528"/>
                        </a:cubicBezTo>
                        <a:cubicBezTo>
                          <a:pt x="4711935" y="1181195"/>
                          <a:pt x="4708601" y="1186720"/>
                          <a:pt x="4706506" y="1192244"/>
                        </a:cubicBezTo>
                        <a:cubicBezTo>
                          <a:pt x="4702315" y="1203103"/>
                          <a:pt x="4702886" y="1213104"/>
                          <a:pt x="4708601" y="1220343"/>
                        </a:cubicBezTo>
                        <a:cubicBezTo>
                          <a:pt x="4705743" y="1216724"/>
                          <a:pt x="4701934" y="1214152"/>
                          <a:pt x="4697361" y="1212628"/>
                        </a:cubicBezTo>
                        <a:cubicBezTo>
                          <a:pt x="4692790" y="1211104"/>
                          <a:pt x="4687265" y="1210627"/>
                          <a:pt x="4681931" y="1211675"/>
                        </a:cubicBezTo>
                        <a:cubicBezTo>
                          <a:pt x="4676502" y="1212628"/>
                          <a:pt x="4670596" y="1214818"/>
                          <a:pt x="4664786" y="1217962"/>
                        </a:cubicBezTo>
                        <a:cubicBezTo>
                          <a:pt x="4659071" y="1221200"/>
                          <a:pt x="4652880" y="1225201"/>
                          <a:pt x="4648213" y="1230820"/>
                        </a:cubicBezTo>
                        <a:cubicBezTo>
                          <a:pt x="4641355" y="1238631"/>
                          <a:pt x="4634211" y="1246346"/>
                          <a:pt x="4627639" y="1254252"/>
                        </a:cubicBezTo>
                        <a:lnTo>
                          <a:pt x="4609065" y="1278541"/>
                        </a:lnTo>
                        <a:cubicBezTo>
                          <a:pt x="4604779" y="1284256"/>
                          <a:pt x="4602017" y="1290447"/>
                          <a:pt x="4599921" y="1296352"/>
                        </a:cubicBezTo>
                        <a:cubicBezTo>
                          <a:pt x="4597920" y="1302353"/>
                          <a:pt x="4596873" y="1308164"/>
                          <a:pt x="4596777" y="1313593"/>
                        </a:cubicBezTo>
                        <a:cubicBezTo>
                          <a:pt x="4596683" y="1319022"/>
                          <a:pt x="4597920" y="1323975"/>
                          <a:pt x="4599825" y="1328166"/>
                        </a:cubicBezTo>
                        <a:cubicBezTo>
                          <a:pt x="4601826" y="1332357"/>
                          <a:pt x="4604683" y="1335786"/>
                          <a:pt x="4608494" y="1338167"/>
                        </a:cubicBezTo>
                        <a:cubicBezTo>
                          <a:pt x="4600968" y="1333405"/>
                          <a:pt x="4591158" y="1333786"/>
                          <a:pt x="4581442" y="1338453"/>
                        </a:cubicBezTo>
                        <a:cubicBezTo>
                          <a:pt x="4571536" y="1343025"/>
                          <a:pt x="4562678" y="1352074"/>
                          <a:pt x="4555915" y="1363885"/>
                        </a:cubicBezTo>
                        <a:cubicBezTo>
                          <a:pt x="4551057" y="1372362"/>
                          <a:pt x="4546771" y="1380744"/>
                          <a:pt x="4542295" y="1389126"/>
                        </a:cubicBezTo>
                        <a:lnTo>
                          <a:pt x="4529055" y="1414272"/>
                        </a:lnTo>
                        <a:cubicBezTo>
                          <a:pt x="4516863" y="1437799"/>
                          <a:pt x="4519816" y="1463040"/>
                          <a:pt x="4535056" y="1471327"/>
                        </a:cubicBezTo>
                        <a:cubicBezTo>
                          <a:pt x="4527340" y="1467231"/>
                          <a:pt x="4517911" y="1468374"/>
                          <a:pt x="4508862" y="1473041"/>
                        </a:cubicBezTo>
                        <a:cubicBezTo>
                          <a:pt x="4504385" y="1475423"/>
                          <a:pt x="4499908" y="1478756"/>
                          <a:pt x="4495908" y="1482947"/>
                        </a:cubicBezTo>
                        <a:cubicBezTo>
                          <a:pt x="4491908" y="1487043"/>
                          <a:pt x="4488288" y="1492377"/>
                          <a:pt x="4485240" y="1496759"/>
                        </a:cubicBezTo>
                        <a:lnTo>
                          <a:pt x="4472572" y="1517142"/>
                        </a:lnTo>
                        <a:cubicBezTo>
                          <a:pt x="4467904" y="1523524"/>
                          <a:pt x="4462570" y="1529429"/>
                          <a:pt x="4457713" y="1535716"/>
                        </a:cubicBezTo>
                        <a:cubicBezTo>
                          <a:pt x="4455998" y="1537907"/>
                          <a:pt x="4454474" y="1540193"/>
                          <a:pt x="4453045" y="1542478"/>
                        </a:cubicBezTo>
                        <a:cubicBezTo>
                          <a:pt x="4451426" y="1544574"/>
                          <a:pt x="4449997" y="1546765"/>
                          <a:pt x="4448854" y="1548956"/>
                        </a:cubicBezTo>
                        <a:cubicBezTo>
                          <a:pt x="4446473" y="1553432"/>
                          <a:pt x="4444759" y="1558195"/>
                          <a:pt x="4443901" y="1562862"/>
                        </a:cubicBezTo>
                        <a:cubicBezTo>
                          <a:pt x="4443044" y="1567529"/>
                          <a:pt x="4442949" y="1572292"/>
                          <a:pt x="4443711" y="1576673"/>
                        </a:cubicBezTo>
                        <a:cubicBezTo>
                          <a:pt x="4444377" y="1580864"/>
                          <a:pt x="4445806" y="1584674"/>
                          <a:pt x="4448474" y="1588008"/>
                        </a:cubicBezTo>
                        <a:cubicBezTo>
                          <a:pt x="4443139" y="1581436"/>
                          <a:pt x="4434281" y="1578483"/>
                          <a:pt x="4424947" y="1578578"/>
                        </a:cubicBezTo>
                        <a:cubicBezTo>
                          <a:pt x="4420279" y="1578578"/>
                          <a:pt x="4415422" y="1579435"/>
                          <a:pt x="4410659" y="1581150"/>
                        </a:cubicBezTo>
                        <a:cubicBezTo>
                          <a:pt x="4405706" y="1582484"/>
                          <a:pt x="4400563" y="1584198"/>
                          <a:pt x="4395800" y="1587056"/>
                        </a:cubicBezTo>
                        <a:lnTo>
                          <a:pt x="4385513" y="1593056"/>
                        </a:lnTo>
                        <a:cubicBezTo>
                          <a:pt x="4382084" y="1595057"/>
                          <a:pt x="4378274" y="1596295"/>
                          <a:pt x="4374655" y="1597914"/>
                        </a:cubicBezTo>
                        <a:lnTo>
                          <a:pt x="4363701" y="1602677"/>
                        </a:lnTo>
                        <a:lnTo>
                          <a:pt x="4358272" y="1605058"/>
                        </a:lnTo>
                        <a:lnTo>
                          <a:pt x="4352557" y="1606772"/>
                        </a:lnTo>
                        <a:cubicBezTo>
                          <a:pt x="4347223" y="1608392"/>
                          <a:pt x="4342365" y="1610677"/>
                          <a:pt x="4337983" y="1613630"/>
                        </a:cubicBezTo>
                        <a:cubicBezTo>
                          <a:pt x="4335793" y="1615059"/>
                          <a:pt x="4333792" y="1616774"/>
                          <a:pt x="4331887" y="1618298"/>
                        </a:cubicBezTo>
                        <a:cubicBezTo>
                          <a:pt x="4329983" y="1619726"/>
                          <a:pt x="4328173" y="1621250"/>
                          <a:pt x="4326553" y="1622965"/>
                        </a:cubicBezTo>
                        <a:cubicBezTo>
                          <a:pt x="4320076" y="1629632"/>
                          <a:pt x="4316267" y="1637824"/>
                          <a:pt x="4317505" y="1645920"/>
                        </a:cubicBezTo>
                        <a:cubicBezTo>
                          <a:pt x="4316933" y="1641824"/>
                          <a:pt x="4315028" y="1638205"/>
                          <a:pt x="4312361" y="1635061"/>
                        </a:cubicBezTo>
                        <a:cubicBezTo>
                          <a:pt x="4309694" y="1631823"/>
                          <a:pt x="4306170" y="1629632"/>
                          <a:pt x="4302074" y="1626965"/>
                        </a:cubicBezTo>
                        <a:cubicBezTo>
                          <a:pt x="4297978" y="1624489"/>
                          <a:pt x="4293311" y="1622584"/>
                          <a:pt x="4288358" y="1621441"/>
                        </a:cubicBezTo>
                        <a:cubicBezTo>
                          <a:pt x="4283405" y="1620012"/>
                          <a:pt x="4278071" y="1620298"/>
                          <a:pt x="4272451" y="1619726"/>
                        </a:cubicBezTo>
                        <a:lnTo>
                          <a:pt x="4248543" y="1618583"/>
                        </a:lnTo>
                        <a:lnTo>
                          <a:pt x="4224922" y="1614678"/>
                        </a:lnTo>
                        <a:cubicBezTo>
                          <a:pt x="4219397" y="1613916"/>
                          <a:pt x="4214254" y="1612583"/>
                          <a:pt x="4209110" y="1612868"/>
                        </a:cubicBezTo>
                        <a:cubicBezTo>
                          <a:pt x="4203966" y="1612964"/>
                          <a:pt x="4199014" y="1613726"/>
                          <a:pt x="4194537" y="1615154"/>
                        </a:cubicBezTo>
                        <a:cubicBezTo>
                          <a:pt x="4189965" y="1616583"/>
                          <a:pt x="4186155" y="1617917"/>
                          <a:pt x="4182821" y="1620393"/>
                        </a:cubicBezTo>
                        <a:cubicBezTo>
                          <a:pt x="4179487" y="1622679"/>
                          <a:pt x="4176916" y="1625727"/>
                          <a:pt x="4175391" y="1629346"/>
                        </a:cubicBezTo>
                        <a:cubicBezTo>
                          <a:pt x="4178439" y="1622012"/>
                          <a:pt x="4176534" y="1613344"/>
                          <a:pt x="4171867" y="1605725"/>
                        </a:cubicBezTo>
                        <a:cubicBezTo>
                          <a:pt x="4170724" y="1603819"/>
                          <a:pt x="4169295" y="1602010"/>
                          <a:pt x="4167771" y="1600105"/>
                        </a:cubicBezTo>
                        <a:cubicBezTo>
                          <a:pt x="4166342" y="1598104"/>
                          <a:pt x="4164723" y="1596104"/>
                          <a:pt x="4163009" y="1594199"/>
                        </a:cubicBezTo>
                        <a:cubicBezTo>
                          <a:pt x="4159485" y="1590485"/>
                          <a:pt x="4155389" y="1587151"/>
                          <a:pt x="4150531" y="1584389"/>
                        </a:cubicBezTo>
                        <a:cubicBezTo>
                          <a:pt x="4146912" y="1582674"/>
                          <a:pt x="4143959" y="1580102"/>
                          <a:pt x="4140816" y="1577721"/>
                        </a:cubicBezTo>
                        <a:lnTo>
                          <a:pt x="4131386" y="1570577"/>
                        </a:lnTo>
                        <a:cubicBezTo>
                          <a:pt x="4124719" y="1566196"/>
                          <a:pt x="4119480" y="1560290"/>
                          <a:pt x="4113765" y="1554766"/>
                        </a:cubicBezTo>
                        <a:cubicBezTo>
                          <a:pt x="4109764" y="1550670"/>
                          <a:pt x="4105478" y="1548098"/>
                          <a:pt x="4100811" y="1544860"/>
                        </a:cubicBezTo>
                        <a:cubicBezTo>
                          <a:pt x="4096239" y="1541717"/>
                          <a:pt x="4091476" y="1539431"/>
                          <a:pt x="4086714" y="1537716"/>
                        </a:cubicBezTo>
                        <a:cubicBezTo>
                          <a:pt x="4077379" y="1534477"/>
                          <a:pt x="4068426" y="1534763"/>
                          <a:pt x="4062520" y="1539716"/>
                        </a:cubicBezTo>
                        <a:cubicBezTo>
                          <a:pt x="4068330" y="1534763"/>
                          <a:pt x="4070426" y="1526191"/>
                          <a:pt x="4068330" y="1516190"/>
                        </a:cubicBezTo>
                        <a:cubicBezTo>
                          <a:pt x="4066330" y="1506188"/>
                          <a:pt x="4060425" y="1494663"/>
                          <a:pt x="4050328" y="1484471"/>
                        </a:cubicBezTo>
                        <a:cubicBezTo>
                          <a:pt x="4046899" y="1480757"/>
                          <a:pt x="4043185" y="1477232"/>
                          <a:pt x="4039374" y="1473613"/>
                        </a:cubicBezTo>
                        <a:cubicBezTo>
                          <a:pt x="4035564" y="1470089"/>
                          <a:pt x="4031945" y="1466469"/>
                          <a:pt x="4027754" y="1463040"/>
                        </a:cubicBezTo>
                        <a:cubicBezTo>
                          <a:pt x="4019848" y="1456087"/>
                          <a:pt x="4011180" y="1449515"/>
                          <a:pt x="4002322" y="1443228"/>
                        </a:cubicBezTo>
                        <a:cubicBezTo>
                          <a:pt x="3995655" y="1439132"/>
                          <a:pt x="3989273" y="1435418"/>
                          <a:pt x="3982415" y="1433608"/>
                        </a:cubicBezTo>
                        <a:cubicBezTo>
                          <a:pt x="3975557" y="1431703"/>
                          <a:pt x="3969556" y="1430369"/>
                          <a:pt x="3963651" y="1430750"/>
                        </a:cubicBezTo>
                        <a:cubicBezTo>
                          <a:pt x="3952126" y="1431417"/>
                          <a:pt x="3944410" y="1435513"/>
                          <a:pt x="3942029" y="1442657"/>
                        </a:cubicBezTo>
                        <a:cubicBezTo>
                          <a:pt x="3944505" y="1435703"/>
                          <a:pt x="3940981" y="1427607"/>
                          <a:pt x="3932028" y="1420082"/>
                        </a:cubicBezTo>
                        <a:cubicBezTo>
                          <a:pt x="3927551" y="1416463"/>
                          <a:pt x="3921645" y="1413701"/>
                          <a:pt x="3914787" y="1411224"/>
                        </a:cubicBezTo>
                        <a:cubicBezTo>
                          <a:pt x="3907929" y="1408652"/>
                          <a:pt x="3900119" y="1408176"/>
                          <a:pt x="3891832" y="1407795"/>
                        </a:cubicBezTo>
                        <a:cubicBezTo>
                          <a:pt x="3885927" y="1407604"/>
                          <a:pt x="3880307" y="1408462"/>
                          <a:pt x="3874497" y="1408843"/>
                        </a:cubicBezTo>
                        <a:lnTo>
                          <a:pt x="3865829" y="1409700"/>
                        </a:lnTo>
                        <a:cubicBezTo>
                          <a:pt x="3862495" y="1410271"/>
                          <a:pt x="3858971" y="1411034"/>
                          <a:pt x="3855542" y="1411795"/>
                        </a:cubicBezTo>
                        <a:cubicBezTo>
                          <a:pt x="3842016" y="1415225"/>
                          <a:pt x="3828872" y="1420940"/>
                          <a:pt x="3818204" y="1428655"/>
                        </a:cubicBezTo>
                        <a:cubicBezTo>
                          <a:pt x="3810584" y="1433893"/>
                          <a:pt x="3804488" y="1440275"/>
                          <a:pt x="3800297" y="1446562"/>
                        </a:cubicBezTo>
                        <a:cubicBezTo>
                          <a:pt x="3795725" y="1452753"/>
                          <a:pt x="3793534" y="1459230"/>
                          <a:pt x="3792010" y="1464754"/>
                        </a:cubicBezTo>
                        <a:cubicBezTo>
                          <a:pt x="3789629" y="1476089"/>
                          <a:pt x="3792105" y="1484567"/>
                          <a:pt x="3798297" y="1488377"/>
                        </a:cubicBezTo>
                        <a:cubicBezTo>
                          <a:pt x="3792391" y="1484567"/>
                          <a:pt x="3783343" y="1486091"/>
                          <a:pt x="3774770" y="1492853"/>
                        </a:cubicBezTo>
                        <a:cubicBezTo>
                          <a:pt x="3766007" y="1499521"/>
                          <a:pt x="3757815" y="1511332"/>
                          <a:pt x="3753244" y="1525619"/>
                        </a:cubicBezTo>
                        <a:cubicBezTo>
                          <a:pt x="3749910" y="1535811"/>
                          <a:pt x="3747338" y="1546003"/>
                          <a:pt x="3745147" y="1556194"/>
                        </a:cubicBezTo>
                        <a:cubicBezTo>
                          <a:pt x="3742956" y="1566386"/>
                          <a:pt x="3741432" y="1576673"/>
                          <a:pt x="3740099" y="1586960"/>
                        </a:cubicBezTo>
                        <a:cubicBezTo>
                          <a:pt x="3738575" y="1601438"/>
                          <a:pt x="3740575" y="1614868"/>
                          <a:pt x="3745243" y="1624298"/>
                        </a:cubicBezTo>
                        <a:cubicBezTo>
                          <a:pt x="3749624" y="1633728"/>
                          <a:pt x="3756291" y="1639252"/>
                          <a:pt x="3763149" y="1639062"/>
                        </a:cubicBezTo>
                        <a:cubicBezTo>
                          <a:pt x="3756196" y="1639252"/>
                          <a:pt x="3750005" y="1644968"/>
                          <a:pt x="3746195" y="1654683"/>
                        </a:cubicBezTo>
                        <a:cubicBezTo>
                          <a:pt x="3742290" y="1664399"/>
                          <a:pt x="3741052" y="1678019"/>
                          <a:pt x="3744004" y="1692593"/>
                        </a:cubicBezTo>
                        <a:cubicBezTo>
                          <a:pt x="3746100" y="1702975"/>
                          <a:pt x="3748767" y="1713357"/>
                          <a:pt x="3752196" y="1723644"/>
                        </a:cubicBezTo>
                        <a:cubicBezTo>
                          <a:pt x="3755529" y="1734026"/>
                          <a:pt x="3759911" y="1744313"/>
                          <a:pt x="3765054" y="1754410"/>
                        </a:cubicBezTo>
                        <a:cubicBezTo>
                          <a:pt x="3766960" y="1757934"/>
                          <a:pt x="3769055" y="1761268"/>
                          <a:pt x="3771246" y="1764411"/>
                        </a:cubicBezTo>
                        <a:cubicBezTo>
                          <a:pt x="3773627" y="1767459"/>
                          <a:pt x="3776103" y="1770412"/>
                          <a:pt x="3778580" y="1772984"/>
                        </a:cubicBezTo>
                        <a:cubicBezTo>
                          <a:pt x="3783819" y="1777936"/>
                          <a:pt x="3789343" y="1782318"/>
                          <a:pt x="3794582" y="1784318"/>
                        </a:cubicBezTo>
                        <a:cubicBezTo>
                          <a:pt x="3805060" y="1788700"/>
                          <a:pt x="3813346" y="1788319"/>
                          <a:pt x="3817823" y="1783366"/>
                        </a:cubicBezTo>
                        <a:cubicBezTo>
                          <a:pt x="3815632" y="1785747"/>
                          <a:pt x="3814203" y="1789367"/>
                          <a:pt x="3814680" y="1793177"/>
                        </a:cubicBezTo>
                        <a:cubicBezTo>
                          <a:pt x="3815061" y="1797082"/>
                          <a:pt x="3816680" y="1801654"/>
                          <a:pt x="3819728" y="1806607"/>
                        </a:cubicBezTo>
                        <a:cubicBezTo>
                          <a:pt x="3822490" y="1811750"/>
                          <a:pt x="3827443" y="1816513"/>
                          <a:pt x="3833635" y="1821085"/>
                        </a:cubicBezTo>
                        <a:cubicBezTo>
                          <a:pt x="3839540" y="1826038"/>
                          <a:pt x="3847731" y="1829181"/>
                          <a:pt x="3856399" y="1831848"/>
                        </a:cubicBezTo>
                        <a:cubicBezTo>
                          <a:pt x="3862590" y="1833753"/>
                          <a:pt x="3869068" y="1834229"/>
                          <a:pt x="3875354" y="1835182"/>
                        </a:cubicBezTo>
                        <a:cubicBezTo>
                          <a:pt x="3881736" y="1836134"/>
                          <a:pt x="3887927" y="1835468"/>
                          <a:pt x="3894213" y="1835563"/>
                        </a:cubicBezTo>
                        <a:cubicBezTo>
                          <a:pt x="3906596" y="1834801"/>
                          <a:pt x="3918407" y="1832515"/>
                          <a:pt x="3929265" y="1829181"/>
                        </a:cubicBezTo>
                        <a:cubicBezTo>
                          <a:pt x="3937171" y="1827085"/>
                          <a:pt x="3943458" y="1823371"/>
                          <a:pt x="3949363" y="1820037"/>
                        </a:cubicBezTo>
                        <a:cubicBezTo>
                          <a:pt x="3954793" y="1816227"/>
                          <a:pt x="3959269" y="1812131"/>
                          <a:pt x="3962698" y="1808226"/>
                        </a:cubicBezTo>
                        <a:cubicBezTo>
                          <a:pt x="3969080" y="1800035"/>
                          <a:pt x="3971080" y="1792129"/>
                          <a:pt x="3967937" y="1786604"/>
                        </a:cubicBezTo>
                        <a:cubicBezTo>
                          <a:pt x="3971080" y="1792319"/>
                          <a:pt x="3978795" y="1794605"/>
                          <a:pt x="3988797" y="1793462"/>
                        </a:cubicBezTo>
                        <a:cubicBezTo>
                          <a:pt x="3998798" y="1792319"/>
                          <a:pt x="4010704" y="1787557"/>
                          <a:pt x="4021753" y="1780032"/>
                        </a:cubicBezTo>
                        <a:lnTo>
                          <a:pt x="4044709" y="1764125"/>
                        </a:lnTo>
                        <a:cubicBezTo>
                          <a:pt x="4046518" y="1762887"/>
                          <a:pt x="4048614" y="1761363"/>
                          <a:pt x="4050233" y="1760410"/>
                        </a:cubicBezTo>
                        <a:lnTo>
                          <a:pt x="4054710" y="1757743"/>
                        </a:lnTo>
                        <a:cubicBezTo>
                          <a:pt x="4056138" y="1756886"/>
                          <a:pt x="4057662" y="1755839"/>
                          <a:pt x="4059091" y="1755077"/>
                        </a:cubicBezTo>
                        <a:lnTo>
                          <a:pt x="4063473" y="1753171"/>
                        </a:lnTo>
                        <a:cubicBezTo>
                          <a:pt x="4065473" y="1752219"/>
                          <a:pt x="4067378" y="1751171"/>
                          <a:pt x="4069188" y="1750504"/>
                        </a:cubicBezTo>
                        <a:cubicBezTo>
                          <a:pt x="4070902" y="1749743"/>
                          <a:pt x="4072617" y="1748600"/>
                          <a:pt x="4074236" y="1747742"/>
                        </a:cubicBezTo>
                        <a:cubicBezTo>
                          <a:pt x="4077284" y="1746409"/>
                          <a:pt x="4080237" y="1743932"/>
                          <a:pt x="4082809" y="1742313"/>
                        </a:cubicBezTo>
                        <a:cubicBezTo>
                          <a:pt x="4084142" y="1741360"/>
                          <a:pt x="4085476" y="1740218"/>
                          <a:pt x="4086714" y="1739075"/>
                        </a:cubicBezTo>
                        <a:cubicBezTo>
                          <a:pt x="4087952" y="1738217"/>
                          <a:pt x="4089095" y="1737169"/>
                          <a:pt x="4090238" y="1736027"/>
                        </a:cubicBezTo>
                        <a:cubicBezTo>
                          <a:pt x="4092429" y="1733741"/>
                          <a:pt x="4094429" y="1731169"/>
                          <a:pt x="4095286" y="1728216"/>
                        </a:cubicBezTo>
                        <a:cubicBezTo>
                          <a:pt x="4094334" y="1731169"/>
                          <a:pt x="4094620" y="1734121"/>
                          <a:pt x="4095096" y="1737455"/>
                        </a:cubicBezTo>
                        <a:cubicBezTo>
                          <a:pt x="4095572" y="1740884"/>
                          <a:pt x="4096810" y="1743266"/>
                          <a:pt x="4097477" y="1746599"/>
                        </a:cubicBezTo>
                        <a:cubicBezTo>
                          <a:pt x="4097858" y="1748123"/>
                          <a:pt x="4098429" y="1749552"/>
                          <a:pt x="4099001" y="1750790"/>
                        </a:cubicBezTo>
                        <a:cubicBezTo>
                          <a:pt x="4099382" y="1752410"/>
                          <a:pt x="4099858" y="1753838"/>
                          <a:pt x="4100525" y="1755172"/>
                        </a:cubicBezTo>
                        <a:cubicBezTo>
                          <a:pt x="4101573" y="1758220"/>
                          <a:pt x="4103097" y="1760887"/>
                          <a:pt x="4104621" y="1764316"/>
                        </a:cubicBezTo>
                        <a:cubicBezTo>
                          <a:pt x="4106145" y="1766411"/>
                          <a:pt x="4106621" y="1769554"/>
                          <a:pt x="4107764" y="1772126"/>
                        </a:cubicBezTo>
                        <a:cubicBezTo>
                          <a:pt x="4108526" y="1775079"/>
                          <a:pt x="4109097" y="1778127"/>
                          <a:pt x="4109669" y="1781175"/>
                        </a:cubicBezTo>
                        <a:cubicBezTo>
                          <a:pt x="4110336" y="1787652"/>
                          <a:pt x="4110526" y="1794510"/>
                          <a:pt x="4109669" y="1801654"/>
                        </a:cubicBezTo>
                        <a:cubicBezTo>
                          <a:pt x="4109288" y="1804130"/>
                          <a:pt x="4109097" y="1806702"/>
                          <a:pt x="4109097" y="1809083"/>
                        </a:cubicBezTo>
                        <a:cubicBezTo>
                          <a:pt x="4109097" y="1810131"/>
                          <a:pt x="4109002" y="1811941"/>
                          <a:pt x="4108907" y="1813655"/>
                        </a:cubicBezTo>
                        <a:cubicBezTo>
                          <a:pt x="4108907" y="1815275"/>
                          <a:pt x="4108812" y="1816989"/>
                          <a:pt x="4108812" y="1818703"/>
                        </a:cubicBezTo>
                        <a:cubicBezTo>
                          <a:pt x="4108716" y="1825085"/>
                          <a:pt x="4109764" y="1831658"/>
                          <a:pt x="4111479" y="1836992"/>
                        </a:cubicBezTo>
                        <a:cubicBezTo>
                          <a:pt x="4112812" y="1842040"/>
                          <a:pt x="4115860" y="1847088"/>
                          <a:pt x="4118432" y="1849755"/>
                        </a:cubicBezTo>
                        <a:cubicBezTo>
                          <a:pt x="4121099" y="1852517"/>
                          <a:pt x="4124147" y="1853756"/>
                          <a:pt x="4127195" y="1853375"/>
                        </a:cubicBezTo>
                        <a:cubicBezTo>
                          <a:pt x="4124242" y="1853756"/>
                          <a:pt x="4121766" y="1855756"/>
                          <a:pt x="4119956" y="1859661"/>
                        </a:cubicBezTo>
                        <a:cubicBezTo>
                          <a:pt x="4119099" y="1861661"/>
                          <a:pt x="4118146" y="1863947"/>
                          <a:pt x="4117956" y="1866995"/>
                        </a:cubicBezTo>
                        <a:cubicBezTo>
                          <a:pt x="4117956" y="1870043"/>
                          <a:pt x="4118337" y="1873568"/>
                          <a:pt x="4119194" y="1877473"/>
                        </a:cubicBezTo>
                        <a:cubicBezTo>
                          <a:pt x="4120146" y="1881283"/>
                          <a:pt x="4122337" y="1885188"/>
                          <a:pt x="4124719" y="1889379"/>
                        </a:cubicBezTo>
                        <a:cubicBezTo>
                          <a:pt x="4127481" y="1893189"/>
                          <a:pt x="4131291" y="1896904"/>
                          <a:pt x="4135672" y="1900237"/>
                        </a:cubicBezTo>
                        <a:cubicBezTo>
                          <a:pt x="4137958" y="1901666"/>
                          <a:pt x="4140339" y="1903095"/>
                          <a:pt x="4142911" y="1904428"/>
                        </a:cubicBezTo>
                        <a:cubicBezTo>
                          <a:pt x="4144245" y="1905095"/>
                          <a:pt x="4145578" y="1905667"/>
                          <a:pt x="4146816" y="1906334"/>
                        </a:cubicBezTo>
                        <a:cubicBezTo>
                          <a:pt x="4148055" y="1906810"/>
                          <a:pt x="4149007" y="1907095"/>
                          <a:pt x="4150150" y="1907477"/>
                        </a:cubicBezTo>
                        <a:cubicBezTo>
                          <a:pt x="4154532" y="1908905"/>
                          <a:pt x="4159580" y="1910334"/>
                          <a:pt x="4163580" y="1910620"/>
                        </a:cubicBezTo>
                        <a:cubicBezTo>
                          <a:pt x="4176153" y="1912334"/>
                          <a:pt x="4186250" y="1911858"/>
                          <a:pt x="4196633" y="1911668"/>
                        </a:cubicBezTo>
                        <a:cubicBezTo>
                          <a:pt x="4206634" y="1911191"/>
                          <a:pt x="4216254" y="1910525"/>
                          <a:pt x="4225684" y="1909762"/>
                        </a:cubicBezTo>
                        <a:cubicBezTo>
                          <a:pt x="4232256" y="1909191"/>
                          <a:pt x="4238447" y="1908143"/>
                          <a:pt x="4243972" y="1906619"/>
                        </a:cubicBezTo>
                        <a:cubicBezTo>
                          <a:pt x="4249306" y="1905191"/>
                          <a:pt x="4255020" y="1903000"/>
                          <a:pt x="4258068" y="1901095"/>
                        </a:cubicBezTo>
                        <a:cubicBezTo>
                          <a:pt x="4261021" y="1899094"/>
                          <a:pt x="4263688" y="1896713"/>
                          <a:pt x="4265784" y="1894523"/>
                        </a:cubicBezTo>
                        <a:cubicBezTo>
                          <a:pt x="4267879" y="1892236"/>
                          <a:pt x="4269403" y="1889569"/>
                          <a:pt x="4269880" y="1886712"/>
                        </a:cubicBezTo>
                        <a:cubicBezTo>
                          <a:pt x="4269498" y="1889474"/>
                          <a:pt x="4270261" y="1892427"/>
                          <a:pt x="4271499" y="1895285"/>
                        </a:cubicBezTo>
                        <a:cubicBezTo>
                          <a:pt x="4272166" y="1896713"/>
                          <a:pt x="4272927" y="1898047"/>
                          <a:pt x="4273785" y="1899380"/>
                        </a:cubicBezTo>
                        <a:cubicBezTo>
                          <a:pt x="4274642" y="1900809"/>
                          <a:pt x="4275499" y="1902238"/>
                          <a:pt x="4276452" y="1903571"/>
                        </a:cubicBezTo>
                        <a:cubicBezTo>
                          <a:pt x="4278357" y="1906238"/>
                          <a:pt x="4280262" y="1909001"/>
                          <a:pt x="4282452" y="1911668"/>
                        </a:cubicBezTo>
                        <a:cubicBezTo>
                          <a:pt x="4284453" y="1914430"/>
                          <a:pt x="4286834" y="1917097"/>
                          <a:pt x="4289406" y="1920240"/>
                        </a:cubicBezTo>
                        <a:cubicBezTo>
                          <a:pt x="4296835" y="1929003"/>
                          <a:pt x="4302169" y="1942243"/>
                          <a:pt x="4303694" y="1956340"/>
                        </a:cubicBezTo>
                        <a:cubicBezTo>
                          <a:pt x="4304360" y="1961293"/>
                          <a:pt x="4305027" y="1966055"/>
                          <a:pt x="4305979" y="1970627"/>
                        </a:cubicBezTo>
                        <a:cubicBezTo>
                          <a:pt x="4306836" y="1975104"/>
                          <a:pt x="4307885" y="1979390"/>
                          <a:pt x="4309218" y="1983200"/>
                        </a:cubicBezTo>
                        <a:cubicBezTo>
                          <a:pt x="4310361" y="1986915"/>
                          <a:pt x="4312076" y="1990344"/>
                          <a:pt x="4313790" y="1992916"/>
                        </a:cubicBezTo>
                        <a:cubicBezTo>
                          <a:pt x="4315600" y="1995487"/>
                          <a:pt x="4317790" y="1997488"/>
                          <a:pt x="4320458" y="1998250"/>
                        </a:cubicBezTo>
                        <a:cubicBezTo>
                          <a:pt x="4315124" y="1996726"/>
                          <a:pt x="4309027" y="2000060"/>
                          <a:pt x="4303027" y="2004917"/>
                        </a:cubicBezTo>
                        <a:cubicBezTo>
                          <a:pt x="4300074" y="2007394"/>
                          <a:pt x="4296931" y="2010251"/>
                          <a:pt x="4293978" y="2013394"/>
                        </a:cubicBezTo>
                        <a:cubicBezTo>
                          <a:pt x="4290930" y="2016443"/>
                          <a:pt x="4287977" y="2019776"/>
                          <a:pt x="4284834" y="2023110"/>
                        </a:cubicBezTo>
                        <a:cubicBezTo>
                          <a:pt x="4280452" y="2027873"/>
                          <a:pt x="4275595" y="2032159"/>
                          <a:pt x="4269975" y="2035207"/>
                        </a:cubicBezTo>
                        <a:cubicBezTo>
                          <a:pt x="4268642" y="2036064"/>
                          <a:pt x="4267117" y="2036635"/>
                          <a:pt x="4265689" y="2037398"/>
                        </a:cubicBezTo>
                        <a:lnTo>
                          <a:pt x="4263402" y="2038541"/>
                        </a:lnTo>
                        <a:lnTo>
                          <a:pt x="4259878" y="2040160"/>
                        </a:lnTo>
                        <a:cubicBezTo>
                          <a:pt x="4255211" y="2042351"/>
                          <a:pt x="4250544" y="2044351"/>
                          <a:pt x="4245877" y="2046732"/>
                        </a:cubicBezTo>
                        <a:cubicBezTo>
                          <a:pt x="4239209" y="2050542"/>
                          <a:pt x="4233304" y="2053876"/>
                          <a:pt x="4228065" y="2058924"/>
                        </a:cubicBezTo>
                        <a:cubicBezTo>
                          <a:pt x="4225493" y="2061305"/>
                          <a:pt x="4223112" y="2063591"/>
                          <a:pt x="4221017" y="2065973"/>
                        </a:cubicBezTo>
                        <a:cubicBezTo>
                          <a:pt x="4218921" y="2068640"/>
                          <a:pt x="4217111" y="2071307"/>
                          <a:pt x="4215683" y="2073783"/>
                        </a:cubicBezTo>
                        <a:cubicBezTo>
                          <a:pt x="4212730" y="2078450"/>
                          <a:pt x="4211301" y="2083975"/>
                          <a:pt x="4211206" y="2087690"/>
                        </a:cubicBezTo>
                        <a:cubicBezTo>
                          <a:pt x="4211110" y="2091595"/>
                          <a:pt x="4212253" y="2094167"/>
                          <a:pt x="4214539" y="2095691"/>
                        </a:cubicBezTo>
                        <a:cubicBezTo>
                          <a:pt x="4212253" y="2094167"/>
                          <a:pt x="4209396" y="2094167"/>
                          <a:pt x="4205776" y="2096071"/>
                        </a:cubicBezTo>
                        <a:cubicBezTo>
                          <a:pt x="4202157" y="2097977"/>
                          <a:pt x="4197776" y="2101501"/>
                          <a:pt x="4194727" y="2108168"/>
                        </a:cubicBezTo>
                        <a:cubicBezTo>
                          <a:pt x="4193013" y="2111407"/>
                          <a:pt x="4191489" y="2115121"/>
                          <a:pt x="4191108" y="2119217"/>
                        </a:cubicBezTo>
                        <a:cubicBezTo>
                          <a:pt x="4190536" y="2123218"/>
                          <a:pt x="4189774" y="2128171"/>
                          <a:pt x="4190441" y="2132267"/>
                        </a:cubicBezTo>
                        <a:cubicBezTo>
                          <a:pt x="4191012" y="2136458"/>
                          <a:pt x="4191584" y="2141506"/>
                          <a:pt x="4193013" y="2145411"/>
                        </a:cubicBezTo>
                        <a:cubicBezTo>
                          <a:pt x="4194441" y="2149412"/>
                          <a:pt x="4196156" y="2153507"/>
                          <a:pt x="4198156" y="2157508"/>
                        </a:cubicBezTo>
                        <a:cubicBezTo>
                          <a:pt x="4201204" y="2162366"/>
                          <a:pt x="4204252" y="2167700"/>
                          <a:pt x="4207491" y="2172081"/>
                        </a:cubicBezTo>
                        <a:cubicBezTo>
                          <a:pt x="4210825" y="2176272"/>
                          <a:pt x="4214063" y="2180844"/>
                          <a:pt x="4217492" y="2184749"/>
                        </a:cubicBezTo>
                        <a:lnTo>
                          <a:pt x="4227874" y="2196179"/>
                        </a:lnTo>
                        <a:lnTo>
                          <a:pt x="4238542" y="2206752"/>
                        </a:lnTo>
                        <a:cubicBezTo>
                          <a:pt x="4243495" y="2211800"/>
                          <a:pt x="4248829" y="2215515"/>
                          <a:pt x="4253877" y="2218849"/>
                        </a:cubicBezTo>
                        <a:cubicBezTo>
                          <a:pt x="4258926" y="2222183"/>
                          <a:pt x="4263879" y="2224469"/>
                          <a:pt x="4268356" y="2226088"/>
                        </a:cubicBezTo>
                        <a:cubicBezTo>
                          <a:pt x="4277309" y="2229231"/>
                          <a:pt x="4284548" y="2229136"/>
                          <a:pt x="4287692" y="2225135"/>
                        </a:cubicBezTo>
                        <a:cubicBezTo>
                          <a:pt x="4285977" y="2227136"/>
                          <a:pt x="4285310" y="2229803"/>
                          <a:pt x="4285405" y="2232946"/>
                        </a:cubicBezTo>
                        <a:cubicBezTo>
                          <a:pt x="4285500" y="2236089"/>
                          <a:pt x="4286549" y="2239423"/>
                          <a:pt x="4287692" y="2243328"/>
                        </a:cubicBezTo>
                        <a:cubicBezTo>
                          <a:pt x="4289025" y="2247138"/>
                          <a:pt x="4290834" y="2251139"/>
                          <a:pt x="4292740" y="2255425"/>
                        </a:cubicBezTo>
                        <a:cubicBezTo>
                          <a:pt x="4293882" y="2257425"/>
                          <a:pt x="4294835" y="2259711"/>
                          <a:pt x="4295978" y="2261902"/>
                        </a:cubicBezTo>
                        <a:cubicBezTo>
                          <a:pt x="4297217" y="2264093"/>
                          <a:pt x="4298455" y="2266283"/>
                          <a:pt x="4299598" y="2268665"/>
                        </a:cubicBezTo>
                        <a:cubicBezTo>
                          <a:pt x="4306932" y="2281619"/>
                          <a:pt x="4311123" y="2296478"/>
                          <a:pt x="4312647" y="2311813"/>
                        </a:cubicBezTo>
                        <a:cubicBezTo>
                          <a:pt x="4313028" y="2317242"/>
                          <a:pt x="4313790" y="2322386"/>
                          <a:pt x="4314552" y="2327243"/>
                        </a:cubicBezTo>
                        <a:cubicBezTo>
                          <a:pt x="4315409" y="2332101"/>
                          <a:pt x="4316267" y="2336673"/>
                          <a:pt x="4317505" y="2340578"/>
                        </a:cubicBezTo>
                        <a:cubicBezTo>
                          <a:pt x="4319886" y="2348484"/>
                          <a:pt x="4323124" y="2354294"/>
                          <a:pt x="4327982" y="2355437"/>
                        </a:cubicBezTo>
                        <a:cubicBezTo>
                          <a:pt x="4323124" y="2354390"/>
                          <a:pt x="4317695" y="2358390"/>
                          <a:pt x="4312456" y="2364677"/>
                        </a:cubicBezTo>
                        <a:cubicBezTo>
                          <a:pt x="4309599" y="2367820"/>
                          <a:pt x="4307218" y="2371630"/>
                          <a:pt x="4304360" y="2375821"/>
                        </a:cubicBezTo>
                        <a:cubicBezTo>
                          <a:pt x="4301788" y="2380012"/>
                          <a:pt x="4299026" y="2384584"/>
                          <a:pt x="4296454" y="2389442"/>
                        </a:cubicBezTo>
                        <a:cubicBezTo>
                          <a:pt x="4289025" y="2403253"/>
                          <a:pt x="4279214" y="2415635"/>
                          <a:pt x="4267784" y="2424398"/>
                        </a:cubicBezTo>
                        <a:cubicBezTo>
                          <a:pt x="4265784" y="2425922"/>
                          <a:pt x="4263879" y="2427542"/>
                          <a:pt x="4261974" y="2428875"/>
                        </a:cubicBezTo>
                        <a:cubicBezTo>
                          <a:pt x="4260164" y="2430399"/>
                          <a:pt x="4258354" y="2431828"/>
                          <a:pt x="4256640" y="2433066"/>
                        </a:cubicBezTo>
                        <a:cubicBezTo>
                          <a:pt x="4254926" y="2434495"/>
                          <a:pt x="4253306" y="2435828"/>
                          <a:pt x="4251782" y="2437067"/>
                        </a:cubicBezTo>
                        <a:cubicBezTo>
                          <a:pt x="4250448" y="2438305"/>
                          <a:pt x="4248925" y="2439543"/>
                          <a:pt x="4247400" y="2440877"/>
                        </a:cubicBezTo>
                        <a:cubicBezTo>
                          <a:pt x="4244638" y="2443353"/>
                          <a:pt x="4242352" y="2445925"/>
                          <a:pt x="4240733" y="2448211"/>
                        </a:cubicBezTo>
                        <a:cubicBezTo>
                          <a:pt x="4239114" y="2450592"/>
                          <a:pt x="4238161" y="2453164"/>
                          <a:pt x="4238447" y="2455545"/>
                        </a:cubicBezTo>
                        <a:cubicBezTo>
                          <a:pt x="4238161" y="2453164"/>
                          <a:pt x="4236637" y="2451068"/>
                          <a:pt x="4234542" y="2448973"/>
                        </a:cubicBezTo>
                        <a:cubicBezTo>
                          <a:pt x="4232351" y="2446973"/>
                          <a:pt x="4229779" y="2445449"/>
                          <a:pt x="4225779" y="2443544"/>
                        </a:cubicBezTo>
                        <a:cubicBezTo>
                          <a:pt x="4221969" y="2441639"/>
                          <a:pt x="4217492" y="2440591"/>
                          <a:pt x="4212730" y="2439067"/>
                        </a:cubicBezTo>
                        <a:cubicBezTo>
                          <a:pt x="4208062" y="2437352"/>
                          <a:pt x="4202823" y="2436686"/>
                          <a:pt x="4197680" y="2435066"/>
                        </a:cubicBezTo>
                        <a:cubicBezTo>
                          <a:pt x="4193870" y="2434209"/>
                          <a:pt x="4190155" y="2433352"/>
                          <a:pt x="4186631" y="2431923"/>
                        </a:cubicBezTo>
                        <a:cubicBezTo>
                          <a:pt x="4183011" y="2430780"/>
                          <a:pt x="4179392" y="2429446"/>
                          <a:pt x="4175867" y="2427637"/>
                        </a:cubicBezTo>
                        <a:cubicBezTo>
                          <a:pt x="4172343" y="2426113"/>
                          <a:pt x="4168819" y="2424303"/>
                          <a:pt x="4165390" y="2422208"/>
                        </a:cubicBezTo>
                        <a:cubicBezTo>
                          <a:pt x="4161866" y="2420398"/>
                          <a:pt x="4158532" y="2417921"/>
                          <a:pt x="4155103" y="2415731"/>
                        </a:cubicBezTo>
                        <a:cubicBezTo>
                          <a:pt x="4150245" y="2412492"/>
                          <a:pt x="4145388" y="2409349"/>
                          <a:pt x="4140530" y="2406777"/>
                        </a:cubicBezTo>
                        <a:cubicBezTo>
                          <a:pt x="4135672" y="2404110"/>
                          <a:pt x="4131005" y="2402015"/>
                          <a:pt x="4126719" y="2400395"/>
                        </a:cubicBezTo>
                        <a:cubicBezTo>
                          <a:pt x="4118146" y="2397347"/>
                          <a:pt x="4111098" y="2397252"/>
                          <a:pt x="4108145" y="2400967"/>
                        </a:cubicBezTo>
                        <a:cubicBezTo>
                          <a:pt x="4111098" y="2397347"/>
                          <a:pt x="4109669" y="2390585"/>
                          <a:pt x="4104240" y="2382679"/>
                        </a:cubicBezTo>
                        <a:cubicBezTo>
                          <a:pt x="4101668" y="2378678"/>
                          <a:pt x="4097763" y="2374583"/>
                          <a:pt x="4093191" y="2370296"/>
                        </a:cubicBezTo>
                        <a:cubicBezTo>
                          <a:pt x="4088523" y="2366201"/>
                          <a:pt x="4082809" y="2362105"/>
                          <a:pt x="4076427" y="2358581"/>
                        </a:cubicBezTo>
                        <a:cubicBezTo>
                          <a:pt x="4067187" y="2353532"/>
                          <a:pt x="4057662" y="2349246"/>
                          <a:pt x="4047566" y="2345627"/>
                        </a:cubicBezTo>
                        <a:cubicBezTo>
                          <a:pt x="4042232" y="2344007"/>
                          <a:pt x="4036993" y="2342293"/>
                          <a:pt x="4031659" y="2340959"/>
                        </a:cubicBezTo>
                        <a:cubicBezTo>
                          <a:pt x="4026230" y="2340007"/>
                          <a:pt x="4020705" y="2338769"/>
                          <a:pt x="4015276" y="2338102"/>
                        </a:cubicBezTo>
                        <a:cubicBezTo>
                          <a:pt x="4007561" y="2337530"/>
                          <a:pt x="4000131" y="2337340"/>
                          <a:pt x="3993750" y="2338578"/>
                        </a:cubicBezTo>
                        <a:cubicBezTo>
                          <a:pt x="3987178" y="2339435"/>
                          <a:pt x="3981653" y="2341340"/>
                          <a:pt x="3977176" y="2343341"/>
                        </a:cubicBezTo>
                        <a:cubicBezTo>
                          <a:pt x="3972604" y="2345245"/>
                          <a:pt x="3969270" y="2347722"/>
                          <a:pt x="3967080" y="2350008"/>
                        </a:cubicBezTo>
                        <a:cubicBezTo>
                          <a:pt x="3964889" y="2352389"/>
                          <a:pt x="3963841" y="2354675"/>
                          <a:pt x="3964222" y="2356961"/>
                        </a:cubicBezTo>
                        <a:cubicBezTo>
                          <a:pt x="3963460" y="2352389"/>
                          <a:pt x="3957364" y="2349341"/>
                          <a:pt x="3948030" y="2348103"/>
                        </a:cubicBezTo>
                        <a:cubicBezTo>
                          <a:pt x="3943553" y="2347436"/>
                          <a:pt x="3938124" y="2347341"/>
                          <a:pt x="3932695" y="2347532"/>
                        </a:cubicBezTo>
                        <a:cubicBezTo>
                          <a:pt x="3927170" y="2347817"/>
                          <a:pt x="3921360" y="2348294"/>
                          <a:pt x="3915645" y="2349056"/>
                        </a:cubicBezTo>
                        <a:cubicBezTo>
                          <a:pt x="3911454" y="2349722"/>
                          <a:pt x="3907739" y="2349722"/>
                          <a:pt x="3903738" y="2350199"/>
                        </a:cubicBezTo>
                        <a:cubicBezTo>
                          <a:pt x="3900024" y="2350103"/>
                          <a:pt x="3896214" y="2350294"/>
                          <a:pt x="3892689" y="2349913"/>
                        </a:cubicBezTo>
                        <a:cubicBezTo>
                          <a:pt x="3889261" y="2349246"/>
                          <a:pt x="3885546" y="2349341"/>
                          <a:pt x="3882307" y="2348103"/>
                        </a:cubicBezTo>
                        <a:cubicBezTo>
                          <a:pt x="3878973" y="2347246"/>
                          <a:pt x="3875545" y="2346389"/>
                          <a:pt x="3872401" y="2344769"/>
                        </a:cubicBezTo>
                        <a:cubicBezTo>
                          <a:pt x="3867829" y="2343150"/>
                          <a:pt x="3863543" y="2340674"/>
                          <a:pt x="3859161" y="2339150"/>
                        </a:cubicBezTo>
                        <a:cubicBezTo>
                          <a:pt x="3854780" y="2337435"/>
                          <a:pt x="3851161" y="2335435"/>
                          <a:pt x="3847255" y="2334387"/>
                        </a:cubicBezTo>
                        <a:cubicBezTo>
                          <a:pt x="3843540" y="2333149"/>
                          <a:pt x="3840588" y="2332101"/>
                          <a:pt x="3837635" y="2331911"/>
                        </a:cubicBezTo>
                        <a:cubicBezTo>
                          <a:pt x="3834778" y="2331720"/>
                          <a:pt x="3832301" y="2332101"/>
                          <a:pt x="3830586" y="2333530"/>
                        </a:cubicBezTo>
                        <a:cubicBezTo>
                          <a:pt x="3832301" y="2332101"/>
                          <a:pt x="3833063" y="2329910"/>
                          <a:pt x="3833539" y="2326958"/>
                        </a:cubicBezTo>
                        <a:cubicBezTo>
                          <a:pt x="3833920" y="2324100"/>
                          <a:pt x="3833635" y="2320766"/>
                          <a:pt x="3833063" y="2317147"/>
                        </a:cubicBezTo>
                        <a:cubicBezTo>
                          <a:pt x="3833063" y="2313242"/>
                          <a:pt x="3831634" y="2309527"/>
                          <a:pt x="3831253" y="2305050"/>
                        </a:cubicBezTo>
                        <a:cubicBezTo>
                          <a:pt x="3830968" y="2302859"/>
                          <a:pt x="3830396" y="2300669"/>
                          <a:pt x="3830015" y="2298287"/>
                        </a:cubicBezTo>
                        <a:cubicBezTo>
                          <a:pt x="3829729" y="2295906"/>
                          <a:pt x="3829348" y="2293429"/>
                          <a:pt x="3828777" y="2290953"/>
                        </a:cubicBezTo>
                        <a:cubicBezTo>
                          <a:pt x="3827824" y="2283619"/>
                          <a:pt x="3827348" y="2275904"/>
                          <a:pt x="3827920" y="2267903"/>
                        </a:cubicBezTo>
                        <a:cubicBezTo>
                          <a:pt x="3828301" y="2259902"/>
                          <a:pt x="3829729" y="2251615"/>
                          <a:pt x="3831253" y="2243137"/>
                        </a:cubicBezTo>
                        <a:cubicBezTo>
                          <a:pt x="3833635" y="2231327"/>
                          <a:pt x="3834968" y="2219801"/>
                          <a:pt x="3834492" y="2210753"/>
                        </a:cubicBezTo>
                        <a:cubicBezTo>
                          <a:pt x="3834015" y="2201704"/>
                          <a:pt x="3831634" y="2195322"/>
                          <a:pt x="3827443" y="2194179"/>
                        </a:cubicBezTo>
                        <a:cubicBezTo>
                          <a:pt x="3829539" y="2194751"/>
                          <a:pt x="3831920" y="2193989"/>
                          <a:pt x="3834301" y="2191988"/>
                        </a:cubicBezTo>
                        <a:cubicBezTo>
                          <a:pt x="3836778" y="2189893"/>
                          <a:pt x="3839254" y="2187512"/>
                          <a:pt x="3841636" y="2184083"/>
                        </a:cubicBezTo>
                        <a:cubicBezTo>
                          <a:pt x="3846588" y="2177225"/>
                          <a:pt x="3852208" y="2167223"/>
                          <a:pt x="3856495" y="2153507"/>
                        </a:cubicBezTo>
                        <a:cubicBezTo>
                          <a:pt x="3859352" y="2143696"/>
                          <a:pt x="3862019" y="2132743"/>
                          <a:pt x="3862495" y="2120551"/>
                        </a:cubicBezTo>
                        <a:cubicBezTo>
                          <a:pt x="3863067" y="2108454"/>
                          <a:pt x="3860590" y="2094833"/>
                          <a:pt x="3854780" y="2083499"/>
                        </a:cubicBezTo>
                        <a:cubicBezTo>
                          <a:pt x="3850970" y="2075498"/>
                          <a:pt x="3845731" y="2068925"/>
                          <a:pt x="3840493" y="2064258"/>
                        </a:cubicBezTo>
                        <a:cubicBezTo>
                          <a:pt x="3835444" y="2059115"/>
                          <a:pt x="3829920" y="2056448"/>
                          <a:pt x="3825443" y="2053971"/>
                        </a:cubicBezTo>
                        <a:cubicBezTo>
                          <a:pt x="3820776" y="2051780"/>
                          <a:pt x="3816680" y="2051018"/>
                          <a:pt x="3813537" y="2050923"/>
                        </a:cubicBezTo>
                        <a:cubicBezTo>
                          <a:pt x="3810394" y="2050828"/>
                          <a:pt x="3808107" y="2051685"/>
                          <a:pt x="3806869" y="2053400"/>
                        </a:cubicBezTo>
                        <a:cubicBezTo>
                          <a:pt x="3808107" y="2051685"/>
                          <a:pt x="3808012" y="2049113"/>
                          <a:pt x="3807441" y="2046351"/>
                        </a:cubicBezTo>
                        <a:cubicBezTo>
                          <a:pt x="3806869" y="2043589"/>
                          <a:pt x="3805155" y="2040541"/>
                          <a:pt x="3803631" y="2037112"/>
                        </a:cubicBezTo>
                        <a:cubicBezTo>
                          <a:pt x="3802773" y="2035397"/>
                          <a:pt x="3801726" y="2033778"/>
                          <a:pt x="3800964" y="2031968"/>
                        </a:cubicBezTo>
                        <a:cubicBezTo>
                          <a:pt x="3800011" y="2030254"/>
                          <a:pt x="3799059" y="2028444"/>
                          <a:pt x="3798297" y="2026634"/>
                        </a:cubicBezTo>
                        <a:cubicBezTo>
                          <a:pt x="3796487" y="2023110"/>
                          <a:pt x="3795153" y="2019681"/>
                          <a:pt x="3794106" y="2016157"/>
                        </a:cubicBezTo>
                        <a:cubicBezTo>
                          <a:pt x="3792486" y="2011204"/>
                          <a:pt x="3792391" y="2005489"/>
                          <a:pt x="3793629" y="1998535"/>
                        </a:cubicBezTo>
                        <a:cubicBezTo>
                          <a:pt x="3794868" y="1991773"/>
                          <a:pt x="3797630" y="1983962"/>
                          <a:pt x="3800964" y="1975771"/>
                        </a:cubicBezTo>
                        <a:cubicBezTo>
                          <a:pt x="3803250" y="1969960"/>
                          <a:pt x="3805345" y="1963769"/>
                          <a:pt x="3806869" y="1957483"/>
                        </a:cubicBezTo>
                        <a:cubicBezTo>
                          <a:pt x="3808298" y="1951196"/>
                          <a:pt x="3809060" y="1944815"/>
                          <a:pt x="3808584" y="1938814"/>
                        </a:cubicBezTo>
                        <a:cubicBezTo>
                          <a:pt x="3808203" y="1932908"/>
                          <a:pt x="3806393" y="1927479"/>
                          <a:pt x="3804012" y="1924336"/>
                        </a:cubicBezTo>
                        <a:cubicBezTo>
                          <a:pt x="3801535" y="1921097"/>
                          <a:pt x="3799154" y="1920050"/>
                          <a:pt x="3797154" y="1920716"/>
                        </a:cubicBezTo>
                        <a:cubicBezTo>
                          <a:pt x="3799059" y="1920145"/>
                          <a:pt x="3800583" y="1917764"/>
                          <a:pt x="3800487" y="1913573"/>
                        </a:cubicBezTo>
                        <a:cubicBezTo>
                          <a:pt x="3800392" y="1909572"/>
                          <a:pt x="3798297" y="1903571"/>
                          <a:pt x="3794011" y="1898618"/>
                        </a:cubicBezTo>
                        <a:cubicBezTo>
                          <a:pt x="3789724" y="1893189"/>
                          <a:pt x="3784009" y="1889284"/>
                          <a:pt x="3777246" y="1885760"/>
                        </a:cubicBezTo>
                        <a:cubicBezTo>
                          <a:pt x="3773818" y="1883950"/>
                          <a:pt x="3769817" y="1882902"/>
                          <a:pt x="3765721" y="1881664"/>
                        </a:cubicBezTo>
                        <a:cubicBezTo>
                          <a:pt x="3761530" y="1880711"/>
                          <a:pt x="3757149" y="1880330"/>
                          <a:pt x="3752577" y="1880044"/>
                        </a:cubicBezTo>
                        <a:cubicBezTo>
                          <a:pt x="3739718" y="1880044"/>
                          <a:pt x="3727812" y="1883283"/>
                          <a:pt x="3717144" y="1887665"/>
                        </a:cubicBezTo>
                        <a:cubicBezTo>
                          <a:pt x="3706476" y="1892141"/>
                          <a:pt x="3697427" y="1898142"/>
                          <a:pt x="3688854" y="1904333"/>
                        </a:cubicBezTo>
                        <a:cubicBezTo>
                          <a:pt x="3683044" y="1908905"/>
                          <a:pt x="3677901" y="1913668"/>
                          <a:pt x="3673900" y="1918526"/>
                        </a:cubicBezTo>
                        <a:cubicBezTo>
                          <a:pt x="3669709" y="1923288"/>
                          <a:pt x="3666852" y="1928051"/>
                          <a:pt x="3664566" y="1932242"/>
                        </a:cubicBezTo>
                        <a:cubicBezTo>
                          <a:pt x="3662280" y="1936433"/>
                          <a:pt x="3661232" y="1940338"/>
                          <a:pt x="3660851" y="1943386"/>
                        </a:cubicBezTo>
                        <a:cubicBezTo>
                          <a:pt x="3660565" y="1946434"/>
                          <a:pt x="3661137" y="1948720"/>
                          <a:pt x="3662661" y="1950053"/>
                        </a:cubicBezTo>
                        <a:cubicBezTo>
                          <a:pt x="3659518" y="1947386"/>
                          <a:pt x="3653231" y="1949196"/>
                          <a:pt x="3645420" y="1954625"/>
                        </a:cubicBezTo>
                        <a:cubicBezTo>
                          <a:pt x="3637801" y="1960150"/>
                          <a:pt x="3628942" y="1969294"/>
                          <a:pt x="3621608" y="1980724"/>
                        </a:cubicBezTo>
                        <a:cubicBezTo>
                          <a:pt x="3610940" y="1997107"/>
                          <a:pt x="3601415" y="2013871"/>
                          <a:pt x="3592652" y="2031111"/>
                        </a:cubicBezTo>
                        <a:cubicBezTo>
                          <a:pt x="3580365" y="2055400"/>
                          <a:pt x="3578174" y="2078450"/>
                          <a:pt x="3585699" y="2081403"/>
                        </a:cubicBezTo>
                        <a:cubicBezTo>
                          <a:pt x="3581984" y="2079879"/>
                          <a:pt x="3576555" y="2083499"/>
                          <a:pt x="3570745" y="2090737"/>
                        </a:cubicBezTo>
                        <a:cubicBezTo>
                          <a:pt x="3565125" y="2098072"/>
                          <a:pt x="3559314" y="2109026"/>
                          <a:pt x="3555123" y="2121884"/>
                        </a:cubicBezTo>
                        <a:cubicBezTo>
                          <a:pt x="3549123" y="2140172"/>
                          <a:pt x="3543979" y="2158841"/>
                          <a:pt x="3539884" y="2177891"/>
                        </a:cubicBezTo>
                        <a:cubicBezTo>
                          <a:pt x="3537026" y="2191226"/>
                          <a:pt x="3536645" y="2203990"/>
                          <a:pt x="3538074" y="2213039"/>
                        </a:cubicBezTo>
                        <a:cubicBezTo>
                          <a:pt x="3539598" y="2222087"/>
                          <a:pt x="3542455" y="2227898"/>
                          <a:pt x="3546456" y="2228374"/>
                        </a:cubicBezTo>
                        <a:cubicBezTo>
                          <a:pt x="3538550" y="2227326"/>
                          <a:pt x="3529406" y="2248186"/>
                          <a:pt x="3527215" y="2274761"/>
                        </a:cubicBezTo>
                        <a:cubicBezTo>
                          <a:pt x="3525786" y="2293620"/>
                          <a:pt x="3524453" y="2312479"/>
                          <a:pt x="3523691" y="2331339"/>
                        </a:cubicBezTo>
                        <a:cubicBezTo>
                          <a:pt x="3522453" y="2357819"/>
                          <a:pt x="3528644" y="2379536"/>
                          <a:pt x="3536550" y="2379726"/>
                        </a:cubicBezTo>
                        <a:cubicBezTo>
                          <a:pt x="3528644" y="2379536"/>
                          <a:pt x="3521691" y="2400967"/>
                          <a:pt x="3521595" y="2427351"/>
                        </a:cubicBezTo>
                        <a:cubicBezTo>
                          <a:pt x="3521500" y="2446115"/>
                          <a:pt x="3521691" y="2464879"/>
                          <a:pt x="3521881" y="2483644"/>
                        </a:cubicBezTo>
                        <a:cubicBezTo>
                          <a:pt x="3522262" y="2509933"/>
                          <a:pt x="3529215" y="2531269"/>
                          <a:pt x="3537121" y="2531078"/>
                        </a:cubicBezTo>
                        <a:cubicBezTo>
                          <a:pt x="3529215" y="2531269"/>
                          <a:pt x="3523310" y="2552891"/>
                          <a:pt x="3524072" y="2579084"/>
                        </a:cubicBezTo>
                        <a:lnTo>
                          <a:pt x="3525882" y="2635091"/>
                        </a:lnTo>
                        <a:cubicBezTo>
                          <a:pt x="3526739" y="2661285"/>
                          <a:pt x="3533883" y="2682431"/>
                          <a:pt x="3541788" y="2682145"/>
                        </a:cubicBezTo>
                        <a:cubicBezTo>
                          <a:pt x="3533883" y="2682431"/>
                          <a:pt x="3528263" y="2704052"/>
                          <a:pt x="3529025" y="2730151"/>
                        </a:cubicBezTo>
                        <a:lnTo>
                          <a:pt x="3530454" y="2785967"/>
                        </a:lnTo>
                        <a:cubicBezTo>
                          <a:pt x="3531025" y="2812066"/>
                          <a:pt x="3537693" y="2833211"/>
                          <a:pt x="3545598" y="2833211"/>
                        </a:cubicBezTo>
                        <a:cubicBezTo>
                          <a:pt x="3537693" y="2833307"/>
                          <a:pt x="3531502" y="2854738"/>
                          <a:pt x="3531502" y="2880646"/>
                        </a:cubicBezTo>
                        <a:cubicBezTo>
                          <a:pt x="3531406" y="2899124"/>
                          <a:pt x="3531216" y="2917698"/>
                          <a:pt x="3530644" y="2936081"/>
                        </a:cubicBezTo>
                        <a:cubicBezTo>
                          <a:pt x="3529978" y="2961989"/>
                          <a:pt x="3535216" y="2983420"/>
                          <a:pt x="3543122" y="2983897"/>
                        </a:cubicBezTo>
                        <a:cubicBezTo>
                          <a:pt x="3535216" y="2983516"/>
                          <a:pt x="3527691" y="3004280"/>
                          <a:pt x="3525405" y="3029903"/>
                        </a:cubicBezTo>
                        <a:cubicBezTo>
                          <a:pt x="3523786" y="3048191"/>
                          <a:pt x="3521786" y="3066383"/>
                          <a:pt x="3519119" y="3084386"/>
                        </a:cubicBezTo>
                        <a:cubicBezTo>
                          <a:pt x="3515595" y="3109627"/>
                          <a:pt x="3517595" y="3131249"/>
                          <a:pt x="3525501" y="3132963"/>
                        </a:cubicBezTo>
                        <a:cubicBezTo>
                          <a:pt x="3521595" y="3132201"/>
                          <a:pt x="3516928" y="3136583"/>
                          <a:pt x="3512452" y="3144203"/>
                        </a:cubicBezTo>
                        <a:cubicBezTo>
                          <a:pt x="3508070" y="3151823"/>
                          <a:pt x="3503688" y="3162586"/>
                          <a:pt x="3500069" y="3174587"/>
                        </a:cubicBezTo>
                        <a:cubicBezTo>
                          <a:pt x="3497688" y="3183255"/>
                          <a:pt x="3494640" y="3191637"/>
                          <a:pt x="3491782" y="3200019"/>
                        </a:cubicBezTo>
                        <a:cubicBezTo>
                          <a:pt x="3488639" y="3208306"/>
                          <a:pt x="3485496" y="3216593"/>
                          <a:pt x="3481781" y="3224498"/>
                        </a:cubicBezTo>
                        <a:cubicBezTo>
                          <a:pt x="3479400" y="3230213"/>
                          <a:pt x="3477019" y="3235452"/>
                          <a:pt x="3475304" y="3240691"/>
                        </a:cubicBezTo>
                        <a:cubicBezTo>
                          <a:pt x="3473685" y="3245834"/>
                          <a:pt x="3471970" y="3250406"/>
                          <a:pt x="3471208" y="3254693"/>
                        </a:cubicBezTo>
                        <a:cubicBezTo>
                          <a:pt x="3469589" y="3263170"/>
                          <a:pt x="3469494" y="3269266"/>
                          <a:pt x="3473018" y="3271552"/>
                        </a:cubicBezTo>
                        <a:cubicBezTo>
                          <a:pt x="3469589" y="3269266"/>
                          <a:pt x="3463874" y="3271837"/>
                          <a:pt x="3456826" y="3276600"/>
                        </a:cubicBezTo>
                        <a:cubicBezTo>
                          <a:pt x="3453396" y="3279077"/>
                          <a:pt x="3449682" y="3282220"/>
                          <a:pt x="3445681" y="3285554"/>
                        </a:cubicBezTo>
                        <a:cubicBezTo>
                          <a:pt x="3441871" y="3289173"/>
                          <a:pt x="3437680" y="3292983"/>
                          <a:pt x="3433489" y="3297079"/>
                        </a:cubicBezTo>
                        <a:cubicBezTo>
                          <a:pt x="3427488" y="3302984"/>
                          <a:pt x="3421297" y="3308604"/>
                          <a:pt x="3414535" y="3313557"/>
                        </a:cubicBezTo>
                        <a:cubicBezTo>
                          <a:pt x="3411296" y="3316224"/>
                          <a:pt x="3407867" y="3318510"/>
                          <a:pt x="3404247" y="3320701"/>
                        </a:cubicBezTo>
                        <a:cubicBezTo>
                          <a:pt x="3400819" y="3322987"/>
                          <a:pt x="3397294" y="3325273"/>
                          <a:pt x="3393484" y="3327082"/>
                        </a:cubicBezTo>
                        <a:cubicBezTo>
                          <a:pt x="3390912" y="3328416"/>
                          <a:pt x="3388436" y="3329940"/>
                          <a:pt x="3386055" y="3331369"/>
                        </a:cubicBezTo>
                        <a:cubicBezTo>
                          <a:pt x="3383578" y="3332702"/>
                          <a:pt x="3381292" y="3334036"/>
                          <a:pt x="3379102" y="3335369"/>
                        </a:cubicBezTo>
                        <a:cubicBezTo>
                          <a:pt x="3374815" y="3338322"/>
                          <a:pt x="3370720" y="3340798"/>
                          <a:pt x="3367386" y="3343370"/>
                        </a:cubicBezTo>
                        <a:cubicBezTo>
                          <a:pt x="3360909" y="3348800"/>
                          <a:pt x="3356813" y="3353371"/>
                          <a:pt x="3357956" y="3357467"/>
                        </a:cubicBezTo>
                        <a:cubicBezTo>
                          <a:pt x="3357385" y="3355467"/>
                          <a:pt x="3355575" y="3353943"/>
                          <a:pt x="3352908" y="3352800"/>
                        </a:cubicBezTo>
                        <a:cubicBezTo>
                          <a:pt x="3350241" y="3351657"/>
                          <a:pt x="3346716" y="3351086"/>
                          <a:pt x="3342430" y="3350419"/>
                        </a:cubicBezTo>
                        <a:cubicBezTo>
                          <a:pt x="3338144" y="3349752"/>
                          <a:pt x="3333381" y="3349847"/>
                          <a:pt x="3328047" y="3349847"/>
                        </a:cubicBezTo>
                        <a:cubicBezTo>
                          <a:pt x="3322713" y="3349657"/>
                          <a:pt x="3316998" y="3350323"/>
                          <a:pt x="3310903" y="3350705"/>
                        </a:cubicBezTo>
                        <a:lnTo>
                          <a:pt x="3297948" y="3351562"/>
                        </a:lnTo>
                        <a:cubicBezTo>
                          <a:pt x="3293567" y="3351752"/>
                          <a:pt x="3289186" y="3351657"/>
                          <a:pt x="3284804" y="3351657"/>
                        </a:cubicBezTo>
                        <a:cubicBezTo>
                          <a:pt x="3276041" y="3351943"/>
                          <a:pt x="3267183" y="3350990"/>
                          <a:pt x="3258420" y="3350609"/>
                        </a:cubicBezTo>
                        <a:cubicBezTo>
                          <a:pt x="3252324" y="3349943"/>
                          <a:pt x="3246513" y="3349752"/>
                          <a:pt x="3241084" y="3349943"/>
                        </a:cubicBezTo>
                        <a:cubicBezTo>
                          <a:pt x="3235655" y="3350133"/>
                          <a:pt x="3230893" y="3350038"/>
                          <a:pt x="3226606" y="3350800"/>
                        </a:cubicBezTo>
                        <a:cubicBezTo>
                          <a:pt x="3218034" y="3352229"/>
                          <a:pt x="3212223" y="3354419"/>
                          <a:pt x="3211271" y="3358610"/>
                        </a:cubicBezTo>
                        <a:cubicBezTo>
                          <a:pt x="3212223" y="3354514"/>
                          <a:pt x="3208223" y="3349466"/>
                          <a:pt x="3201270" y="3344704"/>
                        </a:cubicBezTo>
                        <a:cubicBezTo>
                          <a:pt x="3197936" y="3342037"/>
                          <a:pt x="3193840" y="3339370"/>
                          <a:pt x="3189268" y="3336893"/>
                        </a:cubicBezTo>
                        <a:cubicBezTo>
                          <a:pt x="3184601" y="3334607"/>
                          <a:pt x="3179934" y="3331369"/>
                          <a:pt x="3174504" y="3329083"/>
                        </a:cubicBezTo>
                        <a:cubicBezTo>
                          <a:pt x="3170599" y="3327559"/>
                          <a:pt x="3167170" y="3325082"/>
                          <a:pt x="3163551" y="3323177"/>
                        </a:cubicBezTo>
                        <a:cubicBezTo>
                          <a:pt x="3159931" y="3321177"/>
                          <a:pt x="3156312" y="3319082"/>
                          <a:pt x="3153073" y="3316510"/>
                        </a:cubicBezTo>
                        <a:cubicBezTo>
                          <a:pt x="3146120" y="3312033"/>
                          <a:pt x="3140024" y="3306509"/>
                          <a:pt x="3133737" y="3301175"/>
                        </a:cubicBezTo>
                        <a:cubicBezTo>
                          <a:pt x="3129737" y="3296984"/>
                          <a:pt x="3125451" y="3293459"/>
                          <a:pt x="3121450" y="3290221"/>
                        </a:cubicBezTo>
                        <a:cubicBezTo>
                          <a:pt x="3117640" y="3286792"/>
                          <a:pt x="3113830" y="3283934"/>
                          <a:pt x="3110211" y="3281744"/>
                        </a:cubicBezTo>
                        <a:cubicBezTo>
                          <a:pt x="3103448" y="3276981"/>
                          <a:pt x="3097257" y="3274886"/>
                          <a:pt x="3093637" y="3277267"/>
                        </a:cubicBezTo>
                        <a:cubicBezTo>
                          <a:pt x="3097161" y="3274886"/>
                          <a:pt x="3097638" y="3268504"/>
                          <a:pt x="3096399" y="3260122"/>
                        </a:cubicBezTo>
                        <a:cubicBezTo>
                          <a:pt x="3095637" y="3256026"/>
                          <a:pt x="3094399" y="3251359"/>
                          <a:pt x="3092970" y="3246215"/>
                        </a:cubicBezTo>
                        <a:cubicBezTo>
                          <a:pt x="3091446" y="3241167"/>
                          <a:pt x="3089351" y="3235833"/>
                          <a:pt x="3087351" y="3230213"/>
                        </a:cubicBezTo>
                        <a:cubicBezTo>
                          <a:pt x="3084017" y="3222308"/>
                          <a:pt x="3081540" y="3214021"/>
                          <a:pt x="3078969" y="3205734"/>
                        </a:cubicBezTo>
                        <a:cubicBezTo>
                          <a:pt x="3076873" y="3197257"/>
                          <a:pt x="3074302" y="3188970"/>
                          <a:pt x="3072778" y="3180207"/>
                        </a:cubicBezTo>
                        <a:cubicBezTo>
                          <a:pt x="3071539" y="3174111"/>
                          <a:pt x="3069920" y="3168491"/>
                          <a:pt x="3068396" y="3163253"/>
                        </a:cubicBezTo>
                        <a:cubicBezTo>
                          <a:pt x="3066777" y="3158014"/>
                          <a:pt x="3064777" y="3153346"/>
                          <a:pt x="3062871" y="3149441"/>
                        </a:cubicBezTo>
                        <a:cubicBezTo>
                          <a:pt x="3059061" y="3141536"/>
                          <a:pt x="3054489" y="3136773"/>
                          <a:pt x="3050013" y="3137154"/>
                        </a:cubicBezTo>
                        <a:cubicBezTo>
                          <a:pt x="3054489" y="3136678"/>
                          <a:pt x="3057823" y="3131058"/>
                          <a:pt x="3060395" y="3122581"/>
                        </a:cubicBezTo>
                        <a:cubicBezTo>
                          <a:pt x="3061633" y="3118295"/>
                          <a:pt x="3062395" y="3113342"/>
                          <a:pt x="3063062" y="3107817"/>
                        </a:cubicBezTo>
                        <a:cubicBezTo>
                          <a:pt x="3063729" y="3102293"/>
                          <a:pt x="3064014" y="3096292"/>
                          <a:pt x="3063919" y="3089910"/>
                        </a:cubicBezTo>
                        <a:cubicBezTo>
                          <a:pt x="3063824" y="3071908"/>
                          <a:pt x="3064205" y="3053810"/>
                          <a:pt x="3065443" y="3035713"/>
                        </a:cubicBezTo>
                        <a:cubicBezTo>
                          <a:pt x="3066967" y="3010376"/>
                          <a:pt x="3062014" y="2988754"/>
                          <a:pt x="3052775" y="2987707"/>
                        </a:cubicBezTo>
                        <a:cubicBezTo>
                          <a:pt x="3061919" y="2988659"/>
                          <a:pt x="3071730" y="2968562"/>
                          <a:pt x="3075635" y="2943320"/>
                        </a:cubicBezTo>
                        <a:cubicBezTo>
                          <a:pt x="3078397" y="2925223"/>
                          <a:pt x="3081540" y="2907125"/>
                          <a:pt x="3085160" y="2889123"/>
                        </a:cubicBezTo>
                        <a:cubicBezTo>
                          <a:pt x="3090113" y="2863882"/>
                          <a:pt x="3087255" y="2841593"/>
                          <a:pt x="3077826" y="2839498"/>
                        </a:cubicBezTo>
                        <a:cubicBezTo>
                          <a:pt x="3087160" y="2841498"/>
                          <a:pt x="3099447" y="2822543"/>
                          <a:pt x="3105734" y="2797588"/>
                        </a:cubicBezTo>
                        <a:cubicBezTo>
                          <a:pt x="3110306" y="2779681"/>
                          <a:pt x="3114973" y="2761869"/>
                          <a:pt x="3120021" y="2744153"/>
                        </a:cubicBezTo>
                        <a:cubicBezTo>
                          <a:pt x="3126975" y="2719197"/>
                          <a:pt x="3125451" y="2696623"/>
                          <a:pt x="3115830" y="2693765"/>
                        </a:cubicBezTo>
                        <a:cubicBezTo>
                          <a:pt x="3125355" y="2696528"/>
                          <a:pt x="3139262" y="2678525"/>
                          <a:pt x="3147168" y="2653856"/>
                        </a:cubicBezTo>
                        <a:cubicBezTo>
                          <a:pt x="3152787" y="2636234"/>
                          <a:pt x="3158693" y="2618708"/>
                          <a:pt x="3164598" y="2601182"/>
                        </a:cubicBezTo>
                        <a:cubicBezTo>
                          <a:pt x="3172980" y="2576608"/>
                          <a:pt x="3172219" y="2553843"/>
                          <a:pt x="3162503" y="2550414"/>
                        </a:cubicBezTo>
                        <a:cubicBezTo>
                          <a:pt x="3172219" y="2553748"/>
                          <a:pt x="3187268" y="2536508"/>
                          <a:pt x="3196412" y="2512219"/>
                        </a:cubicBezTo>
                        <a:lnTo>
                          <a:pt x="3216129" y="2460308"/>
                        </a:lnTo>
                        <a:cubicBezTo>
                          <a:pt x="3225559" y="2436114"/>
                          <a:pt x="3225368" y="2413159"/>
                          <a:pt x="3215367" y="2409158"/>
                        </a:cubicBezTo>
                        <a:cubicBezTo>
                          <a:pt x="3225368" y="2413064"/>
                          <a:pt x="3241465" y="2396490"/>
                          <a:pt x="3251371" y="2372487"/>
                        </a:cubicBezTo>
                        <a:lnTo>
                          <a:pt x="3272898" y="2321147"/>
                        </a:lnTo>
                        <a:cubicBezTo>
                          <a:pt x="3283089" y="2297240"/>
                          <a:pt x="3283280" y="2274094"/>
                          <a:pt x="3272993" y="2269712"/>
                        </a:cubicBezTo>
                        <a:cubicBezTo>
                          <a:pt x="3283280" y="2274094"/>
                          <a:pt x="3300235" y="2258187"/>
                          <a:pt x="3310807" y="2234375"/>
                        </a:cubicBezTo>
                        <a:lnTo>
                          <a:pt x="3333477" y="2183416"/>
                        </a:lnTo>
                        <a:cubicBezTo>
                          <a:pt x="3344240" y="2159794"/>
                          <a:pt x="3344526" y="2136458"/>
                          <a:pt x="3333858" y="2131600"/>
                        </a:cubicBezTo>
                        <a:cubicBezTo>
                          <a:pt x="3344430" y="2136362"/>
                          <a:pt x="3362147" y="2120932"/>
                          <a:pt x="3373101" y="2097119"/>
                        </a:cubicBezTo>
                        <a:lnTo>
                          <a:pt x="3396437" y="2046065"/>
                        </a:lnTo>
                        <a:cubicBezTo>
                          <a:pt x="3407295" y="2022158"/>
                          <a:pt x="3406914" y="1998440"/>
                          <a:pt x="3395770" y="1993678"/>
                        </a:cubicBezTo>
                        <a:cubicBezTo>
                          <a:pt x="3406914" y="1998535"/>
                          <a:pt x="3424821" y="1982819"/>
                          <a:pt x="3435299" y="1958721"/>
                        </a:cubicBezTo>
                        <a:lnTo>
                          <a:pt x="3457397" y="1906905"/>
                        </a:lnTo>
                        <a:cubicBezTo>
                          <a:pt x="3467684" y="1882521"/>
                          <a:pt x="3466065" y="1858709"/>
                          <a:pt x="3454159" y="1854041"/>
                        </a:cubicBezTo>
                        <a:cubicBezTo>
                          <a:pt x="3465874" y="1858709"/>
                          <a:pt x="3483781" y="1842516"/>
                          <a:pt x="3493306" y="1817751"/>
                        </a:cubicBezTo>
                        <a:cubicBezTo>
                          <a:pt x="3500069" y="1800130"/>
                          <a:pt x="3506736" y="1782413"/>
                          <a:pt x="3513118" y="1764697"/>
                        </a:cubicBezTo>
                        <a:cubicBezTo>
                          <a:pt x="3522167" y="1739646"/>
                          <a:pt x="3518738" y="1715643"/>
                          <a:pt x="3506165" y="1711547"/>
                        </a:cubicBezTo>
                        <a:cubicBezTo>
                          <a:pt x="3518643" y="1715643"/>
                          <a:pt x="3535978" y="1698403"/>
                          <a:pt x="3543789" y="1672590"/>
                        </a:cubicBezTo>
                        <a:cubicBezTo>
                          <a:pt x="3549313" y="1654302"/>
                          <a:pt x="3554361" y="1635728"/>
                          <a:pt x="3559029" y="1616964"/>
                        </a:cubicBezTo>
                        <a:cubicBezTo>
                          <a:pt x="3565696" y="1590485"/>
                          <a:pt x="3558362" y="1566196"/>
                          <a:pt x="3544741" y="1564100"/>
                        </a:cubicBezTo>
                        <a:cubicBezTo>
                          <a:pt x="3558171" y="1566577"/>
                          <a:pt x="3573793" y="1546479"/>
                          <a:pt x="3576078" y="1517618"/>
                        </a:cubicBezTo>
                        <a:cubicBezTo>
                          <a:pt x="3577507" y="1497140"/>
                          <a:pt x="3577888" y="1475994"/>
                          <a:pt x="3573793" y="1452943"/>
                        </a:cubicBezTo>
                        <a:cubicBezTo>
                          <a:pt x="3572364" y="1444847"/>
                          <a:pt x="3569697" y="1437132"/>
                          <a:pt x="3565791" y="1430274"/>
                        </a:cubicBezTo>
                        <a:cubicBezTo>
                          <a:pt x="3563982" y="1426845"/>
                          <a:pt x="3561886" y="1423797"/>
                          <a:pt x="3559410" y="1420940"/>
                        </a:cubicBezTo>
                        <a:cubicBezTo>
                          <a:pt x="3557124" y="1418177"/>
                          <a:pt x="3554743" y="1415701"/>
                          <a:pt x="3552076" y="1413701"/>
                        </a:cubicBezTo>
                        <a:cubicBezTo>
                          <a:pt x="3547122" y="1409605"/>
                          <a:pt x="3541788" y="1407414"/>
                          <a:pt x="3537407" y="1406843"/>
                        </a:cubicBezTo>
                        <a:cubicBezTo>
                          <a:pt x="3533121" y="1406271"/>
                          <a:pt x="3529215" y="1407509"/>
                          <a:pt x="3526644" y="1409986"/>
                        </a:cubicBezTo>
                        <a:cubicBezTo>
                          <a:pt x="3529311" y="1407509"/>
                          <a:pt x="3530644" y="1404080"/>
                          <a:pt x="3530549" y="1399413"/>
                        </a:cubicBezTo>
                        <a:cubicBezTo>
                          <a:pt x="3530263" y="1394936"/>
                          <a:pt x="3528263" y="1389317"/>
                          <a:pt x="3524072" y="1383792"/>
                        </a:cubicBezTo>
                        <a:cubicBezTo>
                          <a:pt x="3519405" y="1377791"/>
                          <a:pt x="3514356" y="1373600"/>
                          <a:pt x="3508165" y="1369409"/>
                        </a:cubicBezTo>
                        <a:cubicBezTo>
                          <a:pt x="3505117" y="1367218"/>
                          <a:pt x="3501403" y="1365409"/>
                          <a:pt x="3497402" y="1363885"/>
                        </a:cubicBezTo>
                        <a:cubicBezTo>
                          <a:pt x="3493306" y="1362361"/>
                          <a:pt x="3489306" y="1360646"/>
                          <a:pt x="3484638" y="1359884"/>
                        </a:cubicBezTo>
                        <a:cubicBezTo>
                          <a:pt x="3477971" y="1358932"/>
                          <a:pt x="3471399" y="1357408"/>
                          <a:pt x="3464445" y="1357693"/>
                        </a:cubicBezTo>
                        <a:lnTo>
                          <a:pt x="3454063" y="1357789"/>
                        </a:lnTo>
                        <a:cubicBezTo>
                          <a:pt x="3450634" y="1358075"/>
                          <a:pt x="3447301" y="1358646"/>
                          <a:pt x="3443871" y="1359122"/>
                        </a:cubicBezTo>
                        <a:cubicBezTo>
                          <a:pt x="3430251" y="1361027"/>
                          <a:pt x="3417963" y="1365885"/>
                          <a:pt x="3406629" y="1371124"/>
                        </a:cubicBezTo>
                        <a:cubicBezTo>
                          <a:pt x="3399199" y="1375124"/>
                          <a:pt x="3392341" y="1379792"/>
                          <a:pt x="3387674" y="1384935"/>
                        </a:cubicBezTo>
                        <a:cubicBezTo>
                          <a:pt x="3382530" y="1389888"/>
                          <a:pt x="3379292" y="1395222"/>
                          <a:pt x="3376911" y="1400175"/>
                        </a:cubicBezTo>
                        <a:cubicBezTo>
                          <a:pt x="3374529" y="1405128"/>
                          <a:pt x="3373768" y="1409891"/>
                          <a:pt x="3373863" y="1413986"/>
                        </a:cubicBezTo>
                        <a:cubicBezTo>
                          <a:pt x="3374053" y="1418177"/>
                          <a:pt x="3375387" y="1421702"/>
                          <a:pt x="3377959" y="1424464"/>
                        </a:cubicBezTo>
                        <a:cubicBezTo>
                          <a:pt x="3372910" y="1418939"/>
                          <a:pt x="3364052" y="1417701"/>
                          <a:pt x="3353955" y="1420654"/>
                        </a:cubicBezTo>
                        <a:cubicBezTo>
                          <a:pt x="3343764" y="1423607"/>
                          <a:pt x="3332810" y="1430560"/>
                          <a:pt x="3323476" y="1440466"/>
                        </a:cubicBezTo>
                        <a:lnTo>
                          <a:pt x="3285756" y="1481709"/>
                        </a:lnTo>
                        <a:cubicBezTo>
                          <a:pt x="3277089" y="1491043"/>
                          <a:pt x="3271564" y="1501235"/>
                          <a:pt x="3269373" y="1510570"/>
                        </a:cubicBezTo>
                        <a:cubicBezTo>
                          <a:pt x="3267278" y="1520000"/>
                          <a:pt x="3268326" y="1528477"/>
                          <a:pt x="3273755" y="1534192"/>
                        </a:cubicBezTo>
                        <a:cubicBezTo>
                          <a:pt x="3268326" y="1528572"/>
                          <a:pt x="3259753" y="1527239"/>
                          <a:pt x="3250323" y="1528762"/>
                        </a:cubicBezTo>
                        <a:cubicBezTo>
                          <a:pt x="3245561" y="1529429"/>
                          <a:pt x="3240703" y="1531144"/>
                          <a:pt x="3235845" y="1533239"/>
                        </a:cubicBezTo>
                        <a:cubicBezTo>
                          <a:pt x="3230893" y="1535240"/>
                          <a:pt x="3226130" y="1538383"/>
                          <a:pt x="3221463" y="1541621"/>
                        </a:cubicBezTo>
                        <a:lnTo>
                          <a:pt x="3211557" y="1548670"/>
                        </a:lnTo>
                        <a:lnTo>
                          <a:pt x="3201460" y="1555052"/>
                        </a:lnTo>
                        <a:cubicBezTo>
                          <a:pt x="3194602" y="1558861"/>
                          <a:pt x="3187839" y="1562862"/>
                          <a:pt x="3180791" y="1565719"/>
                        </a:cubicBezTo>
                        <a:cubicBezTo>
                          <a:pt x="3175933" y="1568196"/>
                          <a:pt x="3171456" y="1570482"/>
                          <a:pt x="3167646" y="1573435"/>
                        </a:cubicBezTo>
                        <a:cubicBezTo>
                          <a:pt x="3163836" y="1576578"/>
                          <a:pt x="3160312" y="1579531"/>
                          <a:pt x="3157550" y="1583055"/>
                        </a:cubicBezTo>
                        <a:cubicBezTo>
                          <a:pt x="3152026" y="1590294"/>
                          <a:pt x="3148692" y="1598104"/>
                          <a:pt x="3150311" y="1606010"/>
                        </a:cubicBezTo>
                        <a:cubicBezTo>
                          <a:pt x="3149454" y="1602105"/>
                          <a:pt x="3147453" y="1598485"/>
                          <a:pt x="3144691" y="1595437"/>
                        </a:cubicBezTo>
                        <a:cubicBezTo>
                          <a:pt x="3141929" y="1592294"/>
                          <a:pt x="3138500" y="1590008"/>
                          <a:pt x="3134499" y="1587722"/>
                        </a:cubicBezTo>
                        <a:cubicBezTo>
                          <a:pt x="3130499" y="1585341"/>
                          <a:pt x="3126118" y="1583627"/>
                          <a:pt x="3121450" y="1582579"/>
                        </a:cubicBezTo>
                        <a:cubicBezTo>
                          <a:pt x="3116688" y="1581245"/>
                          <a:pt x="3111639" y="1580198"/>
                          <a:pt x="3106305" y="1580293"/>
                        </a:cubicBezTo>
                        <a:cubicBezTo>
                          <a:pt x="3098495" y="1579912"/>
                          <a:pt x="3090399" y="1578864"/>
                          <a:pt x="3082398" y="1578293"/>
                        </a:cubicBezTo>
                        <a:cubicBezTo>
                          <a:pt x="3074587" y="1576864"/>
                          <a:pt x="3066681" y="1575530"/>
                          <a:pt x="3058966" y="1573911"/>
                        </a:cubicBezTo>
                        <a:cubicBezTo>
                          <a:pt x="3053632" y="1572387"/>
                          <a:pt x="3048298" y="1571816"/>
                          <a:pt x="3043155" y="1572006"/>
                        </a:cubicBezTo>
                        <a:cubicBezTo>
                          <a:pt x="3037916" y="1572387"/>
                          <a:pt x="3033249" y="1572482"/>
                          <a:pt x="3028772" y="1573816"/>
                        </a:cubicBezTo>
                        <a:cubicBezTo>
                          <a:pt x="3019819" y="1576292"/>
                          <a:pt x="3012198" y="1581626"/>
                          <a:pt x="3008960" y="1589246"/>
                        </a:cubicBezTo>
                        <a:cubicBezTo>
                          <a:pt x="3012198" y="1581531"/>
                          <a:pt x="3010579" y="1572387"/>
                          <a:pt x="3006103" y="1564100"/>
                        </a:cubicBezTo>
                        <a:cubicBezTo>
                          <a:pt x="3003816" y="1559909"/>
                          <a:pt x="3000769" y="1556194"/>
                          <a:pt x="2997339" y="1552194"/>
                        </a:cubicBezTo>
                        <a:cubicBezTo>
                          <a:pt x="2993815" y="1548289"/>
                          <a:pt x="2989624" y="1544955"/>
                          <a:pt x="2984766" y="1542002"/>
                        </a:cubicBezTo>
                        <a:cubicBezTo>
                          <a:pt x="2978099" y="1537240"/>
                          <a:pt x="2971241" y="1533049"/>
                          <a:pt x="2964764" y="1527905"/>
                        </a:cubicBezTo>
                        <a:cubicBezTo>
                          <a:pt x="2958287" y="1522762"/>
                          <a:pt x="2951715" y="1517904"/>
                          <a:pt x="2945523" y="1512094"/>
                        </a:cubicBezTo>
                        <a:cubicBezTo>
                          <a:pt x="2941142" y="1508093"/>
                          <a:pt x="2936284" y="1505331"/>
                          <a:pt x="2931522" y="1502664"/>
                        </a:cubicBezTo>
                        <a:cubicBezTo>
                          <a:pt x="2926759" y="1500187"/>
                          <a:pt x="2921711" y="1498473"/>
                          <a:pt x="2916853" y="1497711"/>
                        </a:cubicBezTo>
                        <a:cubicBezTo>
                          <a:pt x="2907138" y="1496092"/>
                          <a:pt x="2897994" y="1497520"/>
                          <a:pt x="2891707" y="1503521"/>
                        </a:cubicBezTo>
                        <a:cubicBezTo>
                          <a:pt x="2897898" y="1497520"/>
                          <a:pt x="2900089" y="1488377"/>
                          <a:pt x="2898756" y="1478566"/>
                        </a:cubicBezTo>
                        <a:cubicBezTo>
                          <a:pt x="2897613" y="1468374"/>
                          <a:pt x="2892850" y="1457992"/>
                          <a:pt x="2885135" y="1448181"/>
                        </a:cubicBezTo>
                        <a:cubicBezTo>
                          <a:pt x="2873895" y="1434560"/>
                          <a:pt x="2862942" y="1420177"/>
                          <a:pt x="2852083" y="1405509"/>
                        </a:cubicBezTo>
                        <a:cubicBezTo>
                          <a:pt x="2836843" y="1385030"/>
                          <a:pt x="2812554" y="1376267"/>
                          <a:pt x="2798172" y="1386935"/>
                        </a:cubicBezTo>
                        <a:cubicBezTo>
                          <a:pt x="2812459" y="1376362"/>
                          <a:pt x="2811793" y="1350359"/>
                          <a:pt x="2795695" y="1328737"/>
                        </a:cubicBezTo>
                        <a:cubicBezTo>
                          <a:pt x="2790076" y="1321118"/>
                          <a:pt x="2784075" y="1313402"/>
                          <a:pt x="2778169" y="1305782"/>
                        </a:cubicBezTo>
                        <a:cubicBezTo>
                          <a:pt x="2772264" y="1298162"/>
                          <a:pt x="2765882" y="1290542"/>
                          <a:pt x="2759786" y="1282827"/>
                        </a:cubicBezTo>
                        <a:cubicBezTo>
                          <a:pt x="2750642" y="1272159"/>
                          <a:pt x="2739688" y="1264920"/>
                          <a:pt x="2728735" y="1262443"/>
                        </a:cubicBezTo>
                        <a:cubicBezTo>
                          <a:pt x="2718066" y="1259777"/>
                          <a:pt x="2708256" y="1261682"/>
                          <a:pt x="2701684" y="1268254"/>
                        </a:cubicBezTo>
                        <a:cubicBezTo>
                          <a:pt x="2708161" y="1261777"/>
                          <a:pt x="2710065" y="1251966"/>
                          <a:pt x="2707494" y="1240917"/>
                        </a:cubicBezTo>
                        <a:cubicBezTo>
                          <a:pt x="2706255" y="1235393"/>
                          <a:pt x="2703684" y="1229773"/>
                          <a:pt x="2699874" y="1224248"/>
                        </a:cubicBezTo>
                        <a:cubicBezTo>
                          <a:pt x="2696064" y="1218819"/>
                          <a:pt x="2691587" y="1213199"/>
                          <a:pt x="2685301" y="1208723"/>
                        </a:cubicBezTo>
                        <a:lnTo>
                          <a:pt x="2672346" y="1198912"/>
                        </a:lnTo>
                        <a:cubicBezTo>
                          <a:pt x="2667774" y="1195864"/>
                          <a:pt x="2663107" y="1192911"/>
                          <a:pt x="2658440" y="1189863"/>
                        </a:cubicBezTo>
                        <a:cubicBezTo>
                          <a:pt x="2649391" y="1183577"/>
                          <a:pt x="2638819" y="1179004"/>
                          <a:pt x="2628912" y="1173670"/>
                        </a:cubicBezTo>
                        <a:cubicBezTo>
                          <a:pt x="2621483" y="1170623"/>
                          <a:pt x="2613958" y="1168622"/>
                          <a:pt x="2606910" y="1167765"/>
                        </a:cubicBezTo>
                        <a:cubicBezTo>
                          <a:pt x="2599861" y="1167003"/>
                          <a:pt x="2593003" y="1167956"/>
                          <a:pt x="2587288" y="1169479"/>
                        </a:cubicBezTo>
                        <a:cubicBezTo>
                          <a:pt x="2581573" y="1171194"/>
                          <a:pt x="2576811" y="1173480"/>
                          <a:pt x="2573286" y="1177195"/>
                        </a:cubicBezTo>
                        <a:cubicBezTo>
                          <a:pt x="2569762" y="1180719"/>
                          <a:pt x="2567476" y="1185005"/>
                          <a:pt x="2566619" y="1189577"/>
                        </a:cubicBezTo>
                        <a:cubicBezTo>
                          <a:pt x="2568429" y="1180243"/>
                          <a:pt x="2564143" y="1170813"/>
                          <a:pt x="2554713" y="1162907"/>
                        </a:cubicBezTo>
                        <a:cubicBezTo>
                          <a:pt x="2550045" y="1159097"/>
                          <a:pt x="2544045" y="1156430"/>
                          <a:pt x="2537187" y="1154144"/>
                        </a:cubicBezTo>
                        <a:cubicBezTo>
                          <a:pt x="2533758" y="1153096"/>
                          <a:pt x="2530043" y="1152144"/>
                          <a:pt x="2526328" y="1151573"/>
                        </a:cubicBezTo>
                        <a:cubicBezTo>
                          <a:pt x="2522804" y="1151192"/>
                          <a:pt x="2519280" y="1151001"/>
                          <a:pt x="2515565" y="1151096"/>
                        </a:cubicBezTo>
                        <a:cubicBezTo>
                          <a:pt x="2505087" y="1151382"/>
                          <a:pt x="2494610" y="1151477"/>
                          <a:pt x="2483847" y="1152906"/>
                        </a:cubicBezTo>
                        <a:lnTo>
                          <a:pt x="2467845" y="1154620"/>
                        </a:lnTo>
                        <a:cubicBezTo>
                          <a:pt x="2462511" y="1155478"/>
                          <a:pt x="2457081" y="1156526"/>
                          <a:pt x="2451747" y="1157573"/>
                        </a:cubicBezTo>
                        <a:cubicBezTo>
                          <a:pt x="2447937" y="1158240"/>
                          <a:pt x="2444318" y="1159193"/>
                          <a:pt x="2440889" y="1160431"/>
                        </a:cubicBezTo>
                        <a:cubicBezTo>
                          <a:pt x="2437460" y="1161669"/>
                          <a:pt x="2434221" y="1163384"/>
                          <a:pt x="2431173" y="1165193"/>
                        </a:cubicBezTo>
                        <a:cubicBezTo>
                          <a:pt x="2425173" y="1168813"/>
                          <a:pt x="2420124" y="1172718"/>
                          <a:pt x="2416410" y="1177385"/>
                        </a:cubicBezTo>
                        <a:cubicBezTo>
                          <a:pt x="2408980" y="1187006"/>
                          <a:pt x="2406980" y="1197293"/>
                          <a:pt x="2410695" y="1206341"/>
                        </a:cubicBezTo>
                        <a:cubicBezTo>
                          <a:pt x="2408885" y="1201865"/>
                          <a:pt x="2405742" y="1198054"/>
                          <a:pt x="2401551" y="1195102"/>
                        </a:cubicBezTo>
                        <a:cubicBezTo>
                          <a:pt x="2397264" y="1192054"/>
                          <a:pt x="2392216" y="1190530"/>
                          <a:pt x="2386215" y="1189768"/>
                        </a:cubicBezTo>
                        <a:cubicBezTo>
                          <a:pt x="2380310" y="1189196"/>
                          <a:pt x="2373452" y="1189292"/>
                          <a:pt x="2366594" y="1191292"/>
                        </a:cubicBezTo>
                        <a:cubicBezTo>
                          <a:pt x="2359831" y="1193292"/>
                          <a:pt x="2352592" y="1196245"/>
                          <a:pt x="2346020" y="1200721"/>
                        </a:cubicBezTo>
                        <a:cubicBezTo>
                          <a:pt x="2336781" y="1207389"/>
                          <a:pt x="2327541" y="1214057"/>
                          <a:pt x="2319255" y="1221581"/>
                        </a:cubicBezTo>
                        <a:cubicBezTo>
                          <a:pt x="2310492" y="1228725"/>
                          <a:pt x="2303062" y="1236821"/>
                          <a:pt x="2295442" y="1244727"/>
                        </a:cubicBezTo>
                        <a:cubicBezTo>
                          <a:pt x="2290489" y="1250442"/>
                          <a:pt x="2286298" y="1256538"/>
                          <a:pt x="2283631" y="1262634"/>
                        </a:cubicBezTo>
                        <a:cubicBezTo>
                          <a:pt x="2281060" y="1268825"/>
                          <a:pt x="2279631" y="1274921"/>
                          <a:pt x="2279345" y="1280732"/>
                        </a:cubicBezTo>
                        <a:cubicBezTo>
                          <a:pt x="2278964" y="1292257"/>
                          <a:pt x="2283250" y="1302068"/>
                          <a:pt x="2291442" y="1307687"/>
                        </a:cubicBezTo>
                        <a:cubicBezTo>
                          <a:pt x="2283345" y="1301972"/>
                          <a:pt x="2272392" y="1301306"/>
                          <a:pt x="2261914" y="1305401"/>
                        </a:cubicBezTo>
                        <a:cubicBezTo>
                          <a:pt x="2251246" y="1309402"/>
                          <a:pt x="2240959" y="1317974"/>
                          <a:pt x="2233815" y="1329595"/>
                        </a:cubicBezTo>
                        <a:lnTo>
                          <a:pt x="2204955" y="1377315"/>
                        </a:lnTo>
                        <a:cubicBezTo>
                          <a:pt x="2201621" y="1382554"/>
                          <a:pt x="2199430" y="1388269"/>
                          <a:pt x="2198097" y="1393508"/>
                        </a:cubicBezTo>
                        <a:cubicBezTo>
                          <a:pt x="2196763" y="1398842"/>
                          <a:pt x="2196478" y="1404461"/>
                          <a:pt x="2197049" y="1409510"/>
                        </a:cubicBezTo>
                        <a:cubicBezTo>
                          <a:pt x="2198097" y="1419701"/>
                          <a:pt x="2202764" y="1429321"/>
                          <a:pt x="2211051" y="1435322"/>
                        </a:cubicBezTo>
                        <a:cubicBezTo>
                          <a:pt x="2202764" y="1429417"/>
                          <a:pt x="2192191" y="1427893"/>
                          <a:pt x="2182190" y="1429798"/>
                        </a:cubicBezTo>
                        <a:cubicBezTo>
                          <a:pt x="2177237" y="1430845"/>
                          <a:pt x="2172189" y="1432274"/>
                          <a:pt x="2167712" y="1434656"/>
                        </a:cubicBezTo>
                        <a:cubicBezTo>
                          <a:pt x="2163235" y="1437132"/>
                          <a:pt x="2158949" y="1439799"/>
                          <a:pt x="2155329" y="1443418"/>
                        </a:cubicBezTo>
                        <a:cubicBezTo>
                          <a:pt x="2152853" y="1446181"/>
                          <a:pt x="2150091" y="1448467"/>
                          <a:pt x="2147424" y="1450658"/>
                        </a:cubicBezTo>
                        <a:cubicBezTo>
                          <a:pt x="2144757" y="1452943"/>
                          <a:pt x="2142185" y="1455420"/>
                          <a:pt x="2139328" y="1457230"/>
                        </a:cubicBezTo>
                        <a:lnTo>
                          <a:pt x="2131041" y="1463135"/>
                        </a:lnTo>
                        <a:lnTo>
                          <a:pt x="2122373" y="1468184"/>
                        </a:lnTo>
                        <a:cubicBezTo>
                          <a:pt x="2118277" y="1470565"/>
                          <a:pt x="2114562" y="1472946"/>
                          <a:pt x="2111610" y="1476661"/>
                        </a:cubicBezTo>
                        <a:cubicBezTo>
                          <a:pt x="2108657" y="1480185"/>
                          <a:pt x="2105704" y="1483709"/>
                          <a:pt x="2103704" y="1488186"/>
                        </a:cubicBezTo>
                        <a:cubicBezTo>
                          <a:pt x="2101609" y="1492568"/>
                          <a:pt x="2100085" y="1497520"/>
                          <a:pt x="2099227" y="1502188"/>
                        </a:cubicBezTo>
                        <a:cubicBezTo>
                          <a:pt x="2098465" y="1507045"/>
                          <a:pt x="2098465" y="1512094"/>
                          <a:pt x="2099799" y="1517237"/>
                        </a:cubicBezTo>
                        <a:cubicBezTo>
                          <a:pt x="2097132" y="1507141"/>
                          <a:pt x="2090083" y="1499044"/>
                          <a:pt x="2082082" y="1493901"/>
                        </a:cubicBezTo>
                        <a:cubicBezTo>
                          <a:pt x="2077891" y="1490948"/>
                          <a:pt x="2073414" y="1488758"/>
                          <a:pt x="2068652" y="1487424"/>
                        </a:cubicBezTo>
                        <a:cubicBezTo>
                          <a:pt x="2064080" y="1486376"/>
                          <a:pt x="2058841" y="1485233"/>
                          <a:pt x="2053602" y="1485519"/>
                        </a:cubicBezTo>
                        <a:cubicBezTo>
                          <a:pt x="2046363" y="1486186"/>
                          <a:pt x="2038077" y="1485805"/>
                          <a:pt x="2029885" y="1485519"/>
                        </a:cubicBezTo>
                        <a:cubicBezTo>
                          <a:pt x="2021694" y="1485519"/>
                          <a:pt x="2013693" y="1484662"/>
                          <a:pt x="2005787" y="1483900"/>
                        </a:cubicBezTo>
                        <a:cubicBezTo>
                          <a:pt x="2003025" y="1483614"/>
                          <a:pt x="2000262" y="1483614"/>
                          <a:pt x="1997500" y="1483900"/>
                        </a:cubicBezTo>
                        <a:cubicBezTo>
                          <a:pt x="1994833" y="1483995"/>
                          <a:pt x="1992261" y="1484281"/>
                          <a:pt x="1989785" y="1484852"/>
                        </a:cubicBezTo>
                        <a:cubicBezTo>
                          <a:pt x="1984737" y="1485995"/>
                          <a:pt x="1979879" y="1488091"/>
                          <a:pt x="1975497" y="1490853"/>
                        </a:cubicBezTo>
                        <a:cubicBezTo>
                          <a:pt x="1966925" y="1495996"/>
                          <a:pt x="1959781" y="1504188"/>
                          <a:pt x="1957210" y="1514570"/>
                        </a:cubicBezTo>
                        <a:cubicBezTo>
                          <a:pt x="1958448" y="1509427"/>
                          <a:pt x="1958448" y="1504188"/>
                          <a:pt x="1957495" y="1499140"/>
                        </a:cubicBezTo>
                        <a:cubicBezTo>
                          <a:pt x="1956543" y="1494092"/>
                          <a:pt x="1954543" y="1489519"/>
                          <a:pt x="1952161" y="1484852"/>
                        </a:cubicBezTo>
                        <a:cubicBezTo>
                          <a:pt x="1949685" y="1480280"/>
                          <a:pt x="1946541" y="1476185"/>
                          <a:pt x="1942731" y="1472946"/>
                        </a:cubicBezTo>
                        <a:cubicBezTo>
                          <a:pt x="1938921" y="1469708"/>
                          <a:pt x="1934826" y="1466374"/>
                          <a:pt x="1929968" y="1464374"/>
                        </a:cubicBezTo>
                        <a:cubicBezTo>
                          <a:pt x="1922919" y="1461707"/>
                          <a:pt x="1916538" y="1457611"/>
                          <a:pt x="1909680" y="1454372"/>
                        </a:cubicBezTo>
                        <a:cubicBezTo>
                          <a:pt x="1903298" y="1450181"/>
                          <a:pt x="1896535" y="1446752"/>
                          <a:pt x="1890344" y="1441990"/>
                        </a:cubicBezTo>
                        <a:cubicBezTo>
                          <a:pt x="1885962" y="1438846"/>
                          <a:pt x="1881010" y="1436942"/>
                          <a:pt x="1876056" y="1435322"/>
                        </a:cubicBezTo>
                        <a:cubicBezTo>
                          <a:pt x="1871103" y="1433798"/>
                          <a:pt x="1865769" y="1433417"/>
                          <a:pt x="1860531" y="1433608"/>
                        </a:cubicBezTo>
                        <a:cubicBezTo>
                          <a:pt x="1850148" y="1433989"/>
                          <a:pt x="1839766" y="1437989"/>
                          <a:pt x="1832527" y="1445990"/>
                        </a:cubicBezTo>
                        <a:cubicBezTo>
                          <a:pt x="1839766" y="1437989"/>
                          <a:pt x="1842624" y="1427321"/>
                          <a:pt x="1841957" y="1416558"/>
                        </a:cubicBezTo>
                        <a:cubicBezTo>
                          <a:pt x="1841576" y="1411224"/>
                          <a:pt x="1840338" y="1406081"/>
                          <a:pt x="1838147" y="1400746"/>
                        </a:cubicBezTo>
                        <a:cubicBezTo>
                          <a:pt x="1835956" y="1395508"/>
                          <a:pt x="1832813" y="1390841"/>
                          <a:pt x="1828717" y="1386268"/>
                        </a:cubicBezTo>
                        <a:cubicBezTo>
                          <a:pt x="1822812" y="1379887"/>
                          <a:pt x="1817001" y="1373315"/>
                          <a:pt x="1811096" y="1366457"/>
                        </a:cubicBezTo>
                        <a:lnTo>
                          <a:pt x="1793189" y="1345692"/>
                        </a:lnTo>
                        <a:cubicBezTo>
                          <a:pt x="1776235" y="1325690"/>
                          <a:pt x="1747564" y="1320641"/>
                          <a:pt x="1731372" y="1335691"/>
                        </a:cubicBezTo>
                        <a:cubicBezTo>
                          <a:pt x="1739468" y="1328261"/>
                          <a:pt x="1743373" y="1317498"/>
                          <a:pt x="1742421" y="1305782"/>
                        </a:cubicBezTo>
                        <a:cubicBezTo>
                          <a:pt x="1741563" y="1294162"/>
                          <a:pt x="1735848" y="1281589"/>
                          <a:pt x="1725276" y="1271492"/>
                        </a:cubicBezTo>
                        <a:cubicBezTo>
                          <a:pt x="1717656" y="1264349"/>
                          <a:pt x="1710036" y="1257205"/>
                          <a:pt x="1701749" y="1250347"/>
                        </a:cubicBezTo>
                        <a:lnTo>
                          <a:pt x="1689271" y="1240155"/>
                        </a:lnTo>
                        <a:lnTo>
                          <a:pt x="1676127" y="1230440"/>
                        </a:lnTo>
                        <a:cubicBezTo>
                          <a:pt x="1670031" y="1225868"/>
                          <a:pt x="1663077" y="1222915"/>
                          <a:pt x="1656315" y="1221010"/>
                        </a:cubicBezTo>
                        <a:cubicBezTo>
                          <a:pt x="1649647" y="1219105"/>
                          <a:pt x="1643075" y="1218533"/>
                          <a:pt x="1636788" y="1219581"/>
                        </a:cubicBezTo>
                        <a:cubicBezTo>
                          <a:pt x="1624406" y="1221295"/>
                          <a:pt x="1614786" y="1227677"/>
                          <a:pt x="1609928" y="1237678"/>
                        </a:cubicBezTo>
                        <a:cubicBezTo>
                          <a:pt x="1614976" y="1227582"/>
                          <a:pt x="1614119" y="1216152"/>
                          <a:pt x="1607928" y="1205198"/>
                        </a:cubicBezTo>
                        <a:cubicBezTo>
                          <a:pt x="1604880" y="1199769"/>
                          <a:pt x="1600498" y="1194435"/>
                          <a:pt x="1594878" y="1190435"/>
                        </a:cubicBezTo>
                        <a:cubicBezTo>
                          <a:pt x="1589259" y="1186243"/>
                          <a:pt x="1582686" y="1182434"/>
                          <a:pt x="1575257" y="1180243"/>
                        </a:cubicBezTo>
                        <a:cubicBezTo>
                          <a:pt x="1564589" y="1177481"/>
                          <a:pt x="1554016" y="1173861"/>
                          <a:pt x="1543253" y="1172051"/>
                        </a:cubicBezTo>
                        <a:cubicBezTo>
                          <a:pt x="1532585" y="1169956"/>
                          <a:pt x="1521822" y="1167670"/>
                          <a:pt x="1511154" y="1166717"/>
                        </a:cubicBezTo>
                        <a:cubicBezTo>
                          <a:pt x="1503629" y="1165860"/>
                          <a:pt x="1496295" y="1165955"/>
                          <a:pt x="1489722" y="1167670"/>
                        </a:cubicBezTo>
                        <a:cubicBezTo>
                          <a:pt x="1483150" y="1169384"/>
                          <a:pt x="1477245" y="1172146"/>
                          <a:pt x="1472292" y="1175671"/>
                        </a:cubicBezTo>
                        <a:cubicBezTo>
                          <a:pt x="1462481" y="1182529"/>
                          <a:pt x="1456671" y="1192816"/>
                          <a:pt x="1456671" y="1204246"/>
                        </a:cubicBezTo>
                        <a:cubicBezTo>
                          <a:pt x="1456766" y="1192911"/>
                          <a:pt x="1451051" y="1182719"/>
                          <a:pt x="1440954" y="1175576"/>
                        </a:cubicBezTo>
                        <a:cubicBezTo>
                          <a:pt x="1435906" y="1172146"/>
                          <a:pt x="1429905" y="1168718"/>
                          <a:pt x="1423047" y="1167575"/>
                        </a:cubicBezTo>
                        <a:cubicBezTo>
                          <a:pt x="1416189" y="1166241"/>
                          <a:pt x="1408665" y="1165860"/>
                          <a:pt x="1400949" y="1166812"/>
                        </a:cubicBezTo>
                        <a:cubicBezTo>
                          <a:pt x="1389900" y="1168146"/>
                          <a:pt x="1378851" y="1171003"/>
                          <a:pt x="1367898" y="1173099"/>
                        </a:cubicBezTo>
                        <a:cubicBezTo>
                          <a:pt x="1356944" y="1176052"/>
                          <a:pt x="1346085" y="1179385"/>
                          <a:pt x="1335322" y="1183005"/>
                        </a:cubicBezTo>
                        <a:cubicBezTo>
                          <a:pt x="1327893" y="1185958"/>
                          <a:pt x="1321225" y="1189958"/>
                          <a:pt x="1315796" y="1194530"/>
                        </a:cubicBezTo>
                        <a:cubicBezTo>
                          <a:pt x="1310271" y="1199007"/>
                          <a:pt x="1306366" y="1204912"/>
                          <a:pt x="1303509" y="1210532"/>
                        </a:cubicBezTo>
                        <a:cubicBezTo>
                          <a:pt x="1300746" y="1216247"/>
                          <a:pt x="1299413" y="1221962"/>
                          <a:pt x="1299508" y="1227582"/>
                        </a:cubicBezTo>
                        <a:cubicBezTo>
                          <a:pt x="1299603" y="1233202"/>
                          <a:pt x="1301223" y="1238726"/>
                          <a:pt x="1304175" y="1243679"/>
                        </a:cubicBezTo>
                        <a:cubicBezTo>
                          <a:pt x="1298365" y="1233773"/>
                          <a:pt x="1288078" y="1227963"/>
                          <a:pt x="1275410" y="1227106"/>
                        </a:cubicBezTo>
                        <a:cubicBezTo>
                          <a:pt x="1269028" y="1226534"/>
                          <a:pt x="1262361" y="1227582"/>
                          <a:pt x="1255788" y="1229963"/>
                        </a:cubicBezTo>
                        <a:cubicBezTo>
                          <a:pt x="1249216" y="1232344"/>
                          <a:pt x="1242168" y="1235678"/>
                          <a:pt x="1236548" y="1240822"/>
                        </a:cubicBezTo>
                        <a:cubicBezTo>
                          <a:pt x="1228261" y="1247966"/>
                          <a:pt x="1219879" y="1255109"/>
                          <a:pt x="1212450" y="1262729"/>
                        </a:cubicBezTo>
                        <a:cubicBezTo>
                          <a:pt x="1204639" y="1270159"/>
                          <a:pt x="1197495" y="1277969"/>
                          <a:pt x="1190447" y="1285780"/>
                        </a:cubicBezTo>
                        <a:cubicBezTo>
                          <a:pt x="1185303" y="1291209"/>
                          <a:pt x="1181970" y="1297305"/>
                          <a:pt x="1179588" y="1303496"/>
                        </a:cubicBezTo>
                        <a:cubicBezTo>
                          <a:pt x="1177207" y="1309687"/>
                          <a:pt x="1175969" y="1315879"/>
                          <a:pt x="1176255" y="1321879"/>
                        </a:cubicBezTo>
                        <a:cubicBezTo>
                          <a:pt x="1176636" y="1333881"/>
                          <a:pt x="1181684" y="1344549"/>
                          <a:pt x="1190923" y="1351502"/>
                        </a:cubicBezTo>
                        <a:cubicBezTo>
                          <a:pt x="1181684" y="1344549"/>
                          <a:pt x="1169873" y="1342644"/>
                          <a:pt x="1158443" y="1345597"/>
                        </a:cubicBezTo>
                        <a:cubicBezTo>
                          <a:pt x="1146822" y="1348454"/>
                          <a:pt x="1135773" y="1355979"/>
                          <a:pt x="1128058" y="1367218"/>
                        </a:cubicBezTo>
                        <a:lnTo>
                          <a:pt x="1096530" y="1414177"/>
                        </a:lnTo>
                        <a:cubicBezTo>
                          <a:pt x="1082338" y="1435608"/>
                          <a:pt x="1086339" y="1462754"/>
                          <a:pt x="1105103" y="1476470"/>
                        </a:cubicBezTo>
                        <a:cubicBezTo>
                          <a:pt x="1095578" y="1469708"/>
                          <a:pt x="1084053" y="1467993"/>
                          <a:pt x="1073004" y="1469803"/>
                        </a:cubicBezTo>
                        <a:cubicBezTo>
                          <a:pt x="1067479" y="1470755"/>
                          <a:pt x="1062145" y="1472660"/>
                          <a:pt x="1057287" y="1475423"/>
                        </a:cubicBezTo>
                        <a:cubicBezTo>
                          <a:pt x="1052430" y="1478185"/>
                          <a:pt x="1047953" y="1481518"/>
                          <a:pt x="1044333" y="1486091"/>
                        </a:cubicBezTo>
                        <a:cubicBezTo>
                          <a:pt x="1039095" y="1492377"/>
                          <a:pt x="1033761" y="1498092"/>
                          <a:pt x="1028427" y="1503807"/>
                        </a:cubicBezTo>
                        <a:cubicBezTo>
                          <a:pt x="1022997" y="1509046"/>
                          <a:pt x="1017663" y="1514666"/>
                          <a:pt x="1012139" y="1519047"/>
                        </a:cubicBezTo>
                        <a:cubicBezTo>
                          <a:pt x="1010234" y="1520666"/>
                          <a:pt x="1008519" y="1522571"/>
                          <a:pt x="1007091" y="1524571"/>
                        </a:cubicBezTo>
                        <a:cubicBezTo>
                          <a:pt x="1005567" y="1526381"/>
                          <a:pt x="1004233" y="1528286"/>
                          <a:pt x="1003185" y="1530477"/>
                        </a:cubicBezTo>
                        <a:cubicBezTo>
                          <a:pt x="1000995" y="1534668"/>
                          <a:pt x="999661" y="1539907"/>
                          <a:pt x="998804" y="1544574"/>
                        </a:cubicBezTo>
                        <a:cubicBezTo>
                          <a:pt x="997280" y="1554385"/>
                          <a:pt x="998328" y="1566196"/>
                          <a:pt x="1003757" y="1576578"/>
                        </a:cubicBezTo>
                        <a:cubicBezTo>
                          <a:pt x="998232" y="1566482"/>
                          <a:pt x="988993" y="1558957"/>
                          <a:pt x="979944" y="1554575"/>
                        </a:cubicBezTo>
                        <a:cubicBezTo>
                          <a:pt x="977658" y="1553527"/>
                          <a:pt x="975468" y="1552670"/>
                          <a:pt x="973182" y="1552003"/>
                        </a:cubicBezTo>
                        <a:cubicBezTo>
                          <a:pt x="970896" y="1551242"/>
                          <a:pt x="968610" y="1550479"/>
                          <a:pt x="966324" y="1550099"/>
                        </a:cubicBezTo>
                        <a:cubicBezTo>
                          <a:pt x="961752" y="1549146"/>
                          <a:pt x="957656" y="1549908"/>
                          <a:pt x="953179" y="1550479"/>
                        </a:cubicBezTo>
                        <a:lnTo>
                          <a:pt x="943845" y="1552480"/>
                        </a:lnTo>
                        <a:cubicBezTo>
                          <a:pt x="940606" y="1552956"/>
                          <a:pt x="937272" y="1553051"/>
                          <a:pt x="934034" y="1553432"/>
                        </a:cubicBezTo>
                        <a:cubicBezTo>
                          <a:pt x="927652" y="1554575"/>
                          <a:pt x="920508" y="1553813"/>
                          <a:pt x="913650" y="1554004"/>
                        </a:cubicBezTo>
                        <a:cubicBezTo>
                          <a:pt x="908793" y="1554290"/>
                          <a:pt x="904125" y="1554290"/>
                          <a:pt x="899649" y="1556194"/>
                        </a:cubicBezTo>
                        <a:cubicBezTo>
                          <a:pt x="895077" y="1557909"/>
                          <a:pt x="890695" y="1560767"/>
                          <a:pt x="886695" y="1563529"/>
                        </a:cubicBezTo>
                        <a:cubicBezTo>
                          <a:pt x="878789" y="1569720"/>
                          <a:pt x="871455" y="1579054"/>
                          <a:pt x="868502" y="1590485"/>
                        </a:cubicBezTo>
                        <a:cubicBezTo>
                          <a:pt x="869931" y="1584769"/>
                          <a:pt x="870121" y="1579150"/>
                          <a:pt x="869550" y="1573720"/>
                        </a:cubicBezTo>
                        <a:cubicBezTo>
                          <a:pt x="868978" y="1568101"/>
                          <a:pt x="867645" y="1562767"/>
                          <a:pt x="865740" y="1558100"/>
                        </a:cubicBezTo>
                        <a:cubicBezTo>
                          <a:pt x="863835" y="1553146"/>
                          <a:pt x="861168" y="1549622"/>
                          <a:pt x="858310" y="1545622"/>
                        </a:cubicBezTo>
                        <a:cubicBezTo>
                          <a:pt x="855453" y="1541812"/>
                          <a:pt x="851833" y="1539050"/>
                          <a:pt x="847642" y="1536954"/>
                        </a:cubicBezTo>
                        <a:cubicBezTo>
                          <a:pt x="841927" y="1533239"/>
                          <a:pt x="835831" y="1530572"/>
                          <a:pt x="830211" y="1526000"/>
                        </a:cubicBezTo>
                        <a:cubicBezTo>
                          <a:pt x="827354" y="1523905"/>
                          <a:pt x="824496" y="1522000"/>
                          <a:pt x="821639" y="1519809"/>
                        </a:cubicBezTo>
                        <a:lnTo>
                          <a:pt x="813352" y="1512665"/>
                        </a:lnTo>
                        <a:cubicBezTo>
                          <a:pt x="809352" y="1509617"/>
                          <a:pt x="805065" y="1506474"/>
                          <a:pt x="800112" y="1504855"/>
                        </a:cubicBezTo>
                        <a:cubicBezTo>
                          <a:pt x="795159" y="1503235"/>
                          <a:pt x="789825" y="1502283"/>
                          <a:pt x="784491" y="1501997"/>
                        </a:cubicBezTo>
                        <a:cubicBezTo>
                          <a:pt x="773728" y="1501616"/>
                          <a:pt x="762203" y="1504950"/>
                          <a:pt x="753249" y="1512570"/>
                        </a:cubicBezTo>
                        <a:cubicBezTo>
                          <a:pt x="762108" y="1504950"/>
                          <a:pt x="767061" y="1493996"/>
                          <a:pt x="768204" y="1483043"/>
                        </a:cubicBezTo>
                        <a:cubicBezTo>
                          <a:pt x="768775" y="1477518"/>
                          <a:pt x="768299" y="1472184"/>
                          <a:pt x="766965" y="1466564"/>
                        </a:cubicBezTo>
                        <a:cubicBezTo>
                          <a:pt x="765537" y="1461040"/>
                          <a:pt x="763155" y="1455896"/>
                          <a:pt x="759536" y="1451039"/>
                        </a:cubicBezTo>
                        <a:cubicBezTo>
                          <a:pt x="754488" y="1443800"/>
                          <a:pt x="749439" y="1437037"/>
                          <a:pt x="744486" y="1429417"/>
                        </a:cubicBezTo>
                        <a:lnTo>
                          <a:pt x="729437" y="1406938"/>
                        </a:lnTo>
                        <a:cubicBezTo>
                          <a:pt x="722388" y="1396365"/>
                          <a:pt x="711816" y="1388840"/>
                          <a:pt x="700576" y="1385887"/>
                        </a:cubicBezTo>
                        <a:cubicBezTo>
                          <a:pt x="689241" y="1382840"/>
                          <a:pt x="677335" y="1384268"/>
                          <a:pt x="667524" y="1390745"/>
                        </a:cubicBezTo>
                        <a:cubicBezTo>
                          <a:pt x="687241" y="1377791"/>
                          <a:pt x="691623" y="1348931"/>
                          <a:pt x="675430" y="1326070"/>
                        </a:cubicBezTo>
                        <a:cubicBezTo>
                          <a:pt x="669810" y="1317974"/>
                          <a:pt x="663619" y="1309878"/>
                          <a:pt x="657618" y="1301877"/>
                        </a:cubicBezTo>
                        <a:cubicBezTo>
                          <a:pt x="651618" y="1293781"/>
                          <a:pt x="644760" y="1285875"/>
                          <a:pt x="638378" y="1277874"/>
                        </a:cubicBezTo>
                        <a:cubicBezTo>
                          <a:pt x="633615" y="1272350"/>
                          <a:pt x="627900" y="1267873"/>
                          <a:pt x="622090" y="1264634"/>
                        </a:cubicBezTo>
                        <a:cubicBezTo>
                          <a:pt x="616375" y="1261301"/>
                          <a:pt x="609898" y="1259395"/>
                          <a:pt x="603707" y="1258634"/>
                        </a:cubicBezTo>
                        <a:cubicBezTo>
                          <a:pt x="591324" y="1257205"/>
                          <a:pt x="579894" y="1260919"/>
                          <a:pt x="571798" y="1269492"/>
                        </a:cubicBezTo>
                        <a:cubicBezTo>
                          <a:pt x="579990" y="1260919"/>
                          <a:pt x="583133" y="1249394"/>
                          <a:pt x="580942" y="1237012"/>
                        </a:cubicBezTo>
                        <a:cubicBezTo>
                          <a:pt x="579799" y="1230916"/>
                          <a:pt x="577608" y="1224439"/>
                          <a:pt x="573608" y="1218724"/>
                        </a:cubicBezTo>
                        <a:cubicBezTo>
                          <a:pt x="569703" y="1212914"/>
                          <a:pt x="564559" y="1207389"/>
                          <a:pt x="558273" y="1202722"/>
                        </a:cubicBezTo>
                        <a:cubicBezTo>
                          <a:pt x="548843" y="1196626"/>
                          <a:pt x="539699" y="1190053"/>
                          <a:pt x="529793" y="1184719"/>
                        </a:cubicBezTo>
                        <a:cubicBezTo>
                          <a:pt x="519792" y="1179481"/>
                          <a:pt x="510076" y="1173575"/>
                          <a:pt x="499503" y="1169384"/>
                        </a:cubicBezTo>
                        <a:cubicBezTo>
                          <a:pt x="492169" y="1166336"/>
                          <a:pt x="484740" y="1164145"/>
                          <a:pt x="477596" y="1163955"/>
                        </a:cubicBezTo>
                        <a:cubicBezTo>
                          <a:pt x="470357" y="1163860"/>
                          <a:pt x="463594" y="1164908"/>
                          <a:pt x="457593" y="1167098"/>
                        </a:cubicBezTo>
                        <a:cubicBezTo>
                          <a:pt x="451688" y="1169384"/>
                          <a:pt x="446640" y="1172337"/>
                          <a:pt x="442639" y="1176814"/>
                        </a:cubicBezTo>
                        <a:cubicBezTo>
                          <a:pt x="438734" y="1181195"/>
                          <a:pt x="435876" y="1186339"/>
                          <a:pt x="434448" y="1191959"/>
                        </a:cubicBezTo>
                        <a:cubicBezTo>
                          <a:pt x="437400" y="1180528"/>
                          <a:pt x="434352" y="1168813"/>
                          <a:pt x="426161" y="1159097"/>
                        </a:cubicBezTo>
                        <a:cubicBezTo>
                          <a:pt x="424161" y="1156621"/>
                          <a:pt x="421779" y="1154335"/>
                          <a:pt x="419112" y="1152144"/>
                        </a:cubicBezTo>
                        <a:cubicBezTo>
                          <a:pt x="416445" y="1150239"/>
                          <a:pt x="413588" y="1148429"/>
                          <a:pt x="410445" y="1146905"/>
                        </a:cubicBezTo>
                        <a:cubicBezTo>
                          <a:pt x="404158" y="1143857"/>
                          <a:pt x="397014" y="1141667"/>
                          <a:pt x="389299" y="1140714"/>
                        </a:cubicBezTo>
                        <a:cubicBezTo>
                          <a:pt x="378441" y="1139857"/>
                          <a:pt x="367582" y="1139476"/>
                          <a:pt x="356819" y="1139000"/>
                        </a:cubicBezTo>
                        <a:cubicBezTo>
                          <a:pt x="346056" y="1138714"/>
                          <a:pt x="335483" y="1139476"/>
                          <a:pt x="324815" y="1139666"/>
                        </a:cubicBezTo>
                        <a:cubicBezTo>
                          <a:pt x="317385" y="1139761"/>
                          <a:pt x="310337" y="1141667"/>
                          <a:pt x="304050" y="1144524"/>
                        </a:cubicBezTo>
                        <a:cubicBezTo>
                          <a:pt x="297859" y="1147382"/>
                          <a:pt x="292430" y="1151001"/>
                          <a:pt x="288144" y="1155383"/>
                        </a:cubicBezTo>
                        <a:cubicBezTo>
                          <a:pt x="279666" y="1164622"/>
                          <a:pt x="275761" y="1176052"/>
                          <a:pt x="277761" y="1187672"/>
                        </a:cubicBezTo>
                        <a:cubicBezTo>
                          <a:pt x="276809" y="1181862"/>
                          <a:pt x="274428" y="1176623"/>
                          <a:pt x="270999" y="1171956"/>
                        </a:cubicBezTo>
                        <a:cubicBezTo>
                          <a:pt x="267570" y="1167384"/>
                          <a:pt x="262807" y="1163288"/>
                          <a:pt x="257378" y="1160717"/>
                        </a:cubicBezTo>
                        <a:cubicBezTo>
                          <a:pt x="251853" y="1157954"/>
                          <a:pt x="245567" y="1156240"/>
                          <a:pt x="238709" y="1155573"/>
                        </a:cubicBezTo>
                        <a:cubicBezTo>
                          <a:pt x="231851" y="1154811"/>
                          <a:pt x="224707" y="1155859"/>
                          <a:pt x="217468" y="1157954"/>
                        </a:cubicBezTo>
                        <a:cubicBezTo>
                          <a:pt x="207086" y="1160812"/>
                          <a:pt x="197085" y="1164527"/>
                          <a:pt x="186988" y="1168146"/>
                        </a:cubicBezTo>
                        <a:cubicBezTo>
                          <a:pt x="176892" y="1171670"/>
                          <a:pt x="167271" y="1176242"/>
                          <a:pt x="157365" y="1180338"/>
                        </a:cubicBezTo>
                        <a:cubicBezTo>
                          <a:pt x="150603" y="1183577"/>
                          <a:pt x="144792" y="1187863"/>
                          <a:pt x="139935" y="1192625"/>
                        </a:cubicBezTo>
                        <a:cubicBezTo>
                          <a:pt x="135077" y="1197293"/>
                          <a:pt x="131648" y="1203103"/>
                          <a:pt x="129362" y="1208723"/>
                        </a:cubicBezTo>
                        <a:cubicBezTo>
                          <a:pt x="124695" y="1220057"/>
                          <a:pt x="125266" y="1232059"/>
                          <a:pt x="131362" y="1242155"/>
                        </a:cubicBezTo>
                        <a:cubicBezTo>
                          <a:pt x="125361" y="1232059"/>
                          <a:pt x="115074" y="1225963"/>
                          <a:pt x="102787" y="1224534"/>
                        </a:cubicBezTo>
                        <a:cubicBezTo>
                          <a:pt x="96596" y="1223772"/>
                          <a:pt x="90214" y="1224439"/>
                          <a:pt x="83737" y="1226249"/>
                        </a:cubicBezTo>
                        <a:cubicBezTo>
                          <a:pt x="77260" y="1228058"/>
                          <a:pt x="70783" y="1231106"/>
                          <a:pt x="64973" y="1235583"/>
                        </a:cubicBezTo>
                        <a:cubicBezTo>
                          <a:pt x="56591" y="1241774"/>
                          <a:pt x="48399" y="1248346"/>
                          <a:pt x="40494" y="1255109"/>
                        </a:cubicBezTo>
                        <a:cubicBezTo>
                          <a:pt x="32397" y="1261682"/>
                          <a:pt x="24873" y="1268825"/>
                          <a:pt x="17253" y="1275778"/>
                        </a:cubicBezTo>
                        <a:cubicBezTo>
                          <a:pt x="6680" y="1285780"/>
                          <a:pt x="870" y="1298543"/>
                          <a:pt x="108" y="1310640"/>
                        </a:cubicBezTo>
                        <a:cubicBezTo>
                          <a:pt x="-750" y="1322642"/>
                          <a:pt x="3537" y="1334071"/>
                          <a:pt x="12204" y="1341787"/>
                        </a:cubicBezTo>
                        <a:lnTo>
                          <a:pt x="25825" y="1354074"/>
                        </a:lnTo>
                        <a:lnTo>
                          <a:pt x="25825" y="1354074"/>
                        </a:lnTo>
                        <a:lnTo>
                          <a:pt x="36207" y="1363409"/>
                        </a:lnTo>
                        <a:cubicBezTo>
                          <a:pt x="44970" y="1371219"/>
                          <a:pt x="56115" y="1374458"/>
                          <a:pt x="67164" y="1373981"/>
                        </a:cubicBezTo>
                        <a:cubicBezTo>
                          <a:pt x="78213" y="1373505"/>
                          <a:pt x="89071" y="1369314"/>
                          <a:pt x="97548" y="1361313"/>
                        </a:cubicBezTo>
                        <a:cubicBezTo>
                          <a:pt x="103740" y="1355789"/>
                          <a:pt x="109740" y="1350074"/>
                          <a:pt x="116217" y="1344835"/>
                        </a:cubicBezTo>
                        <a:cubicBezTo>
                          <a:pt x="122504" y="1339501"/>
                          <a:pt x="128981" y="1334357"/>
                          <a:pt x="135553" y="1329500"/>
                        </a:cubicBezTo>
                        <a:cubicBezTo>
                          <a:pt x="140030" y="1325880"/>
                          <a:pt x="143935" y="1321975"/>
                          <a:pt x="146793" y="1317308"/>
                        </a:cubicBezTo>
                        <a:cubicBezTo>
                          <a:pt x="149650" y="1312735"/>
                          <a:pt x="151650" y="1307402"/>
                          <a:pt x="152889" y="1302258"/>
                        </a:cubicBezTo>
                        <a:cubicBezTo>
                          <a:pt x="155270" y="1291685"/>
                          <a:pt x="154032" y="1279874"/>
                          <a:pt x="148031" y="1269873"/>
                        </a:cubicBezTo>
                        <a:cubicBezTo>
                          <a:pt x="154032" y="1279874"/>
                          <a:pt x="163842" y="1286446"/>
                          <a:pt x="174320" y="1289494"/>
                        </a:cubicBezTo>
                        <a:cubicBezTo>
                          <a:pt x="179559" y="1291114"/>
                          <a:pt x="184893" y="1291400"/>
                          <a:pt x="190417" y="1291304"/>
                        </a:cubicBezTo>
                        <a:cubicBezTo>
                          <a:pt x="195846" y="1291114"/>
                          <a:pt x="201180" y="1289780"/>
                          <a:pt x="206229" y="1287304"/>
                        </a:cubicBezTo>
                        <a:cubicBezTo>
                          <a:pt x="213658" y="1284351"/>
                          <a:pt x="220802" y="1280827"/>
                          <a:pt x="228327" y="1278255"/>
                        </a:cubicBezTo>
                        <a:cubicBezTo>
                          <a:pt x="235851" y="1275588"/>
                          <a:pt x="243281" y="1272731"/>
                          <a:pt x="250901" y="1270730"/>
                        </a:cubicBezTo>
                        <a:cubicBezTo>
                          <a:pt x="256235" y="1269206"/>
                          <a:pt x="260997" y="1266349"/>
                          <a:pt x="265284" y="1263301"/>
                        </a:cubicBezTo>
                        <a:cubicBezTo>
                          <a:pt x="269570" y="1260158"/>
                          <a:pt x="273189" y="1256062"/>
                          <a:pt x="276142" y="1251394"/>
                        </a:cubicBezTo>
                        <a:cubicBezTo>
                          <a:pt x="279000" y="1246632"/>
                          <a:pt x="281381" y="1241869"/>
                          <a:pt x="282619" y="1236345"/>
                        </a:cubicBezTo>
                        <a:cubicBezTo>
                          <a:pt x="283857" y="1231011"/>
                          <a:pt x="284238" y="1225201"/>
                          <a:pt x="283286" y="1219391"/>
                        </a:cubicBezTo>
                        <a:cubicBezTo>
                          <a:pt x="283762" y="1222248"/>
                          <a:pt x="284619" y="1225106"/>
                          <a:pt x="285667" y="1227677"/>
                        </a:cubicBezTo>
                        <a:cubicBezTo>
                          <a:pt x="287763" y="1232916"/>
                          <a:pt x="290811" y="1237678"/>
                          <a:pt x="294525" y="1241679"/>
                        </a:cubicBezTo>
                        <a:cubicBezTo>
                          <a:pt x="296430" y="1243679"/>
                          <a:pt x="298431" y="1245489"/>
                          <a:pt x="300526" y="1247108"/>
                        </a:cubicBezTo>
                        <a:cubicBezTo>
                          <a:pt x="304812" y="1250537"/>
                          <a:pt x="309670" y="1253300"/>
                          <a:pt x="314718" y="1254919"/>
                        </a:cubicBezTo>
                        <a:cubicBezTo>
                          <a:pt x="319767" y="1256538"/>
                          <a:pt x="325196" y="1257205"/>
                          <a:pt x="330816" y="1257205"/>
                        </a:cubicBezTo>
                        <a:cubicBezTo>
                          <a:pt x="338817" y="1257110"/>
                          <a:pt x="346913" y="1256443"/>
                          <a:pt x="354723" y="1256728"/>
                        </a:cubicBezTo>
                        <a:cubicBezTo>
                          <a:pt x="362534" y="1257205"/>
                          <a:pt x="370344" y="1257395"/>
                          <a:pt x="378060" y="1257967"/>
                        </a:cubicBezTo>
                        <a:cubicBezTo>
                          <a:pt x="383394" y="1258729"/>
                          <a:pt x="388537" y="1258252"/>
                          <a:pt x="393490" y="1256728"/>
                        </a:cubicBezTo>
                        <a:cubicBezTo>
                          <a:pt x="395967" y="1255967"/>
                          <a:pt x="398443" y="1254919"/>
                          <a:pt x="400824" y="1253681"/>
                        </a:cubicBezTo>
                        <a:cubicBezTo>
                          <a:pt x="403110" y="1252633"/>
                          <a:pt x="405396" y="1251394"/>
                          <a:pt x="407587" y="1249870"/>
                        </a:cubicBezTo>
                        <a:cubicBezTo>
                          <a:pt x="416160" y="1243870"/>
                          <a:pt x="423589" y="1234535"/>
                          <a:pt x="426542" y="1223105"/>
                        </a:cubicBezTo>
                        <a:cubicBezTo>
                          <a:pt x="425113" y="1228820"/>
                          <a:pt x="424923" y="1234535"/>
                          <a:pt x="425685" y="1239965"/>
                        </a:cubicBezTo>
                        <a:cubicBezTo>
                          <a:pt x="426542" y="1245203"/>
                          <a:pt x="427971" y="1250918"/>
                          <a:pt x="430352" y="1255681"/>
                        </a:cubicBezTo>
                        <a:cubicBezTo>
                          <a:pt x="432638" y="1260539"/>
                          <a:pt x="435591" y="1264825"/>
                          <a:pt x="439210" y="1268159"/>
                        </a:cubicBezTo>
                        <a:cubicBezTo>
                          <a:pt x="442734" y="1271683"/>
                          <a:pt x="446640" y="1275017"/>
                          <a:pt x="451402" y="1276921"/>
                        </a:cubicBezTo>
                        <a:cubicBezTo>
                          <a:pt x="454831" y="1278160"/>
                          <a:pt x="458070" y="1279779"/>
                          <a:pt x="461308" y="1281589"/>
                        </a:cubicBezTo>
                        <a:cubicBezTo>
                          <a:pt x="464547" y="1283303"/>
                          <a:pt x="467690" y="1285208"/>
                          <a:pt x="471024" y="1286827"/>
                        </a:cubicBezTo>
                        <a:cubicBezTo>
                          <a:pt x="477501" y="1290257"/>
                          <a:pt x="483501" y="1294828"/>
                          <a:pt x="489788" y="1298734"/>
                        </a:cubicBezTo>
                        <a:cubicBezTo>
                          <a:pt x="493979" y="1301972"/>
                          <a:pt x="498646" y="1304163"/>
                          <a:pt x="503790" y="1305306"/>
                        </a:cubicBezTo>
                        <a:cubicBezTo>
                          <a:pt x="508933" y="1306259"/>
                          <a:pt x="514077" y="1307020"/>
                          <a:pt x="519506" y="1306544"/>
                        </a:cubicBezTo>
                        <a:cubicBezTo>
                          <a:pt x="530174" y="1305687"/>
                          <a:pt x="541318" y="1301115"/>
                          <a:pt x="549510" y="1292638"/>
                        </a:cubicBezTo>
                        <a:cubicBezTo>
                          <a:pt x="541413" y="1301210"/>
                          <a:pt x="537508" y="1312545"/>
                          <a:pt x="537318" y="1323403"/>
                        </a:cubicBezTo>
                        <a:cubicBezTo>
                          <a:pt x="537222" y="1328833"/>
                          <a:pt x="538080" y="1334071"/>
                          <a:pt x="539794" y="1339406"/>
                        </a:cubicBezTo>
                        <a:cubicBezTo>
                          <a:pt x="541509" y="1344644"/>
                          <a:pt x="544271" y="1349407"/>
                          <a:pt x="547986" y="1353788"/>
                        </a:cubicBezTo>
                        <a:cubicBezTo>
                          <a:pt x="553224" y="1360360"/>
                          <a:pt x="558558" y="1366552"/>
                          <a:pt x="563702" y="1373505"/>
                        </a:cubicBezTo>
                        <a:cubicBezTo>
                          <a:pt x="568845" y="1380363"/>
                          <a:pt x="573989" y="1387126"/>
                          <a:pt x="579037" y="1394365"/>
                        </a:cubicBezTo>
                        <a:cubicBezTo>
                          <a:pt x="593134" y="1414177"/>
                          <a:pt x="620757" y="1421320"/>
                          <a:pt x="640569" y="1408271"/>
                        </a:cubicBezTo>
                        <a:cubicBezTo>
                          <a:pt x="630758" y="1414748"/>
                          <a:pt x="624662" y="1425131"/>
                          <a:pt x="622852" y="1436465"/>
                        </a:cubicBezTo>
                        <a:cubicBezTo>
                          <a:pt x="621138" y="1447991"/>
                          <a:pt x="623424" y="1460373"/>
                          <a:pt x="630853" y="1471612"/>
                        </a:cubicBezTo>
                        <a:lnTo>
                          <a:pt x="646950" y="1495616"/>
                        </a:lnTo>
                        <a:cubicBezTo>
                          <a:pt x="652284" y="1503617"/>
                          <a:pt x="658285" y="1511808"/>
                          <a:pt x="663905" y="1519904"/>
                        </a:cubicBezTo>
                        <a:cubicBezTo>
                          <a:pt x="668001" y="1525619"/>
                          <a:pt x="673239" y="1530382"/>
                          <a:pt x="678669" y="1533906"/>
                        </a:cubicBezTo>
                        <a:cubicBezTo>
                          <a:pt x="684003" y="1537526"/>
                          <a:pt x="690194" y="1540002"/>
                          <a:pt x="696195" y="1541145"/>
                        </a:cubicBezTo>
                        <a:cubicBezTo>
                          <a:pt x="708196" y="1543526"/>
                          <a:pt x="719912" y="1540954"/>
                          <a:pt x="728865" y="1533239"/>
                        </a:cubicBezTo>
                        <a:cubicBezTo>
                          <a:pt x="719912" y="1540954"/>
                          <a:pt x="715626" y="1552194"/>
                          <a:pt x="716388" y="1564577"/>
                        </a:cubicBezTo>
                        <a:cubicBezTo>
                          <a:pt x="716673" y="1570863"/>
                          <a:pt x="718483" y="1577245"/>
                          <a:pt x="721817" y="1583436"/>
                        </a:cubicBezTo>
                        <a:cubicBezTo>
                          <a:pt x="725151" y="1589627"/>
                          <a:pt x="729246" y="1595818"/>
                          <a:pt x="735533" y="1600867"/>
                        </a:cubicBezTo>
                        <a:lnTo>
                          <a:pt x="748582" y="1611820"/>
                        </a:lnTo>
                        <a:cubicBezTo>
                          <a:pt x="753059" y="1615345"/>
                          <a:pt x="757917" y="1618678"/>
                          <a:pt x="762679" y="1622108"/>
                        </a:cubicBezTo>
                        <a:cubicBezTo>
                          <a:pt x="771823" y="1629156"/>
                          <a:pt x="782586" y="1634681"/>
                          <a:pt x="792778" y="1640681"/>
                        </a:cubicBezTo>
                        <a:cubicBezTo>
                          <a:pt x="800208" y="1644491"/>
                          <a:pt x="808209" y="1646587"/>
                          <a:pt x="815638" y="1647635"/>
                        </a:cubicBezTo>
                        <a:cubicBezTo>
                          <a:pt x="822972" y="1648777"/>
                          <a:pt x="830402" y="1647349"/>
                          <a:pt x="836593" y="1645539"/>
                        </a:cubicBezTo>
                        <a:cubicBezTo>
                          <a:pt x="842880" y="1643539"/>
                          <a:pt x="848118" y="1640395"/>
                          <a:pt x="852214" y="1636395"/>
                        </a:cubicBezTo>
                        <a:cubicBezTo>
                          <a:pt x="856310" y="1632204"/>
                          <a:pt x="859167" y="1626965"/>
                          <a:pt x="860596" y="1621345"/>
                        </a:cubicBezTo>
                        <a:cubicBezTo>
                          <a:pt x="857643" y="1632680"/>
                          <a:pt x="860787" y="1644396"/>
                          <a:pt x="869740" y="1654207"/>
                        </a:cubicBezTo>
                        <a:cubicBezTo>
                          <a:pt x="874217" y="1659350"/>
                          <a:pt x="879932" y="1663065"/>
                          <a:pt x="886695" y="1666018"/>
                        </a:cubicBezTo>
                        <a:cubicBezTo>
                          <a:pt x="890124" y="1667351"/>
                          <a:pt x="893743" y="1668685"/>
                          <a:pt x="897553" y="1669733"/>
                        </a:cubicBezTo>
                        <a:cubicBezTo>
                          <a:pt x="901363" y="1670780"/>
                          <a:pt x="905364" y="1671352"/>
                          <a:pt x="909459" y="1671257"/>
                        </a:cubicBezTo>
                        <a:cubicBezTo>
                          <a:pt x="921270" y="1671257"/>
                          <a:pt x="932891" y="1671923"/>
                          <a:pt x="944988" y="1670209"/>
                        </a:cubicBezTo>
                        <a:cubicBezTo>
                          <a:pt x="950988" y="1669542"/>
                          <a:pt x="956989" y="1669066"/>
                          <a:pt x="962990" y="1668113"/>
                        </a:cubicBezTo>
                        <a:lnTo>
                          <a:pt x="980992" y="1664303"/>
                        </a:lnTo>
                        <a:cubicBezTo>
                          <a:pt x="989469" y="1662779"/>
                          <a:pt x="996899" y="1658493"/>
                          <a:pt x="1003281" y="1654207"/>
                        </a:cubicBezTo>
                        <a:cubicBezTo>
                          <a:pt x="1006424" y="1652016"/>
                          <a:pt x="1009281" y="1649635"/>
                          <a:pt x="1011758" y="1647063"/>
                        </a:cubicBezTo>
                        <a:cubicBezTo>
                          <a:pt x="1014139" y="1644301"/>
                          <a:pt x="1016139" y="1641443"/>
                          <a:pt x="1017854" y="1638586"/>
                        </a:cubicBezTo>
                        <a:cubicBezTo>
                          <a:pt x="1024617" y="1627060"/>
                          <a:pt x="1024998" y="1614964"/>
                          <a:pt x="1019283" y="1604582"/>
                        </a:cubicBezTo>
                        <a:cubicBezTo>
                          <a:pt x="1024807" y="1614868"/>
                          <a:pt x="1035094" y="1621250"/>
                          <a:pt x="1048334" y="1622298"/>
                        </a:cubicBezTo>
                        <a:cubicBezTo>
                          <a:pt x="1050048" y="1622489"/>
                          <a:pt x="1051668" y="1622489"/>
                          <a:pt x="1053382" y="1622489"/>
                        </a:cubicBezTo>
                        <a:cubicBezTo>
                          <a:pt x="1055097" y="1622489"/>
                          <a:pt x="1056716" y="1622203"/>
                          <a:pt x="1058430" y="1622012"/>
                        </a:cubicBezTo>
                        <a:cubicBezTo>
                          <a:pt x="1061859" y="1621441"/>
                          <a:pt x="1065288" y="1620488"/>
                          <a:pt x="1068813" y="1619345"/>
                        </a:cubicBezTo>
                        <a:cubicBezTo>
                          <a:pt x="1072337" y="1618107"/>
                          <a:pt x="1075861" y="1616583"/>
                          <a:pt x="1079290" y="1614678"/>
                        </a:cubicBezTo>
                        <a:cubicBezTo>
                          <a:pt x="1082529" y="1612678"/>
                          <a:pt x="1085672" y="1610392"/>
                          <a:pt x="1088720" y="1607725"/>
                        </a:cubicBezTo>
                        <a:cubicBezTo>
                          <a:pt x="1093197" y="1604010"/>
                          <a:pt x="1097292" y="1600200"/>
                          <a:pt x="1101293" y="1596390"/>
                        </a:cubicBezTo>
                        <a:cubicBezTo>
                          <a:pt x="1105293" y="1592485"/>
                          <a:pt x="1109199" y="1588579"/>
                          <a:pt x="1113104" y="1584674"/>
                        </a:cubicBezTo>
                        <a:cubicBezTo>
                          <a:pt x="1116819" y="1580674"/>
                          <a:pt x="1120438" y="1576768"/>
                          <a:pt x="1124058" y="1572673"/>
                        </a:cubicBezTo>
                        <a:cubicBezTo>
                          <a:pt x="1127677" y="1568672"/>
                          <a:pt x="1131106" y="1564672"/>
                          <a:pt x="1134440" y="1560576"/>
                        </a:cubicBezTo>
                        <a:cubicBezTo>
                          <a:pt x="1139012" y="1554861"/>
                          <a:pt x="1142631" y="1548670"/>
                          <a:pt x="1144727" y="1542478"/>
                        </a:cubicBezTo>
                        <a:cubicBezTo>
                          <a:pt x="1146727" y="1536192"/>
                          <a:pt x="1147584" y="1529906"/>
                          <a:pt x="1147203" y="1523905"/>
                        </a:cubicBezTo>
                        <a:cubicBezTo>
                          <a:pt x="1146537" y="1511999"/>
                          <a:pt x="1140917" y="1501331"/>
                          <a:pt x="1131487" y="1494568"/>
                        </a:cubicBezTo>
                        <a:cubicBezTo>
                          <a:pt x="1150347" y="1508284"/>
                          <a:pt x="1179207" y="1500473"/>
                          <a:pt x="1193781" y="1478280"/>
                        </a:cubicBezTo>
                        <a:lnTo>
                          <a:pt x="1224356" y="1432084"/>
                        </a:lnTo>
                        <a:cubicBezTo>
                          <a:pt x="1231404" y="1421702"/>
                          <a:pt x="1233976" y="1409700"/>
                          <a:pt x="1232547" y="1398651"/>
                        </a:cubicBezTo>
                        <a:cubicBezTo>
                          <a:pt x="1231119" y="1387507"/>
                          <a:pt x="1225785" y="1377125"/>
                          <a:pt x="1216641" y="1370171"/>
                        </a:cubicBezTo>
                        <a:cubicBezTo>
                          <a:pt x="1225880" y="1377125"/>
                          <a:pt x="1237405" y="1379315"/>
                          <a:pt x="1248264" y="1377601"/>
                        </a:cubicBezTo>
                        <a:cubicBezTo>
                          <a:pt x="1253693" y="1376648"/>
                          <a:pt x="1259027" y="1375124"/>
                          <a:pt x="1263980" y="1372457"/>
                        </a:cubicBezTo>
                        <a:cubicBezTo>
                          <a:pt x="1268933" y="1369885"/>
                          <a:pt x="1273219" y="1366171"/>
                          <a:pt x="1277124" y="1362075"/>
                        </a:cubicBezTo>
                        <a:cubicBezTo>
                          <a:pt x="1282554" y="1355979"/>
                          <a:pt x="1287983" y="1349883"/>
                          <a:pt x="1293698" y="1344549"/>
                        </a:cubicBezTo>
                        <a:cubicBezTo>
                          <a:pt x="1299222" y="1338739"/>
                          <a:pt x="1305128" y="1333786"/>
                          <a:pt x="1310843" y="1328737"/>
                        </a:cubicBezTo>
                        <a:cubicBezTo>
                          <a:pt x="1314843" y="1324927"/>
                          <a:pt x="1318272" y="1321403"/>
                          <a:pt x="1320654" y="1316831"/>
                        </a:cubicBezTo>
                        <a:cubicBezTo>
                          <a:pt x="1323035" y="1312259"/>
                          <a:pt x="1324654" y="1307211"/>
                          <a:pt x="1325702" y="1302258"/>
                        </a:cubicBezTo>
                        <a:cubicBezTo>
                          <a:pt x="1327607" y="1292161"/>
                          <a:pt x="1326369" y="1280541"/>
                          <a:pt x="1320558" y="1270635"/>
                        </a:cubicBezTo>
                        <a:cubicBezTo>
                          <a:pt x="1323511" y="1275588"/>
                          <a:pt x="1327321" y="1279493"/>
                          <a:pt x="1331607" y="1282827"/>
                        </a:cubicBezTo>
                        <a:cubicBezTo>
                          <a:pt x="1335989" y="1286161"/>
                          <a:pt x="1340751" y="1288733"/>
                          <a:pt x="1345704" y="1290352"/>
                        </a:cubicBezTo>
                        <a:cubicBezTo>
                          <a:pt x="1350657" y="1292161"/>
                          <a:pt x="1355515" y="1292543"/>
                          <a:pt x="1360563" y="1292828"/>
                        </a:cubicBezTo>
                        <a:cubicBezTo>
                          <a:pt x="1365612" y="1293019"/>
                          <a:pt x="1370469" y="1292257"/>
                          <a:pt x="1375137" y="1290257"/>
                        </a:cubicBezTo>
                        <a:cubicBezTo>
                          <a:pt x="1381995" y="1287970"/>
                          <a:pt x="1388948" y="1285780"/>
                          <a:pt x="1395996" y="1283684"/>
                        </a:cubicBezTo>
                        <a:cubicBezTo>
                          <a:pt x="1403331" y="1282351"/>
                          <a:pt x="1410379" y="1280255"/>
                          <a:pt x="1417809" y="1279303"/>
                        </a:cubicBezTo>
                        <a:cubicBezTo>
                          <a:pt x="1423047" y="1278731"/>
                          <a:pt x="1427905" y="1276921"/>
                          <a:pt x="1432382" y="1274254"/>
                        </a:cubicBezTo>
                        <a:cubicBezTo>
                          <a:pt x="1436763" y="1271397"/>
                          <a:pt x="1441145" y="1268730"/>
                          <a:pt x="1444669" y="1264729"/>
                        </a:cubicBezTo>
                        <a:cubicBezTo>
                          <a:pt x="1451813" y="1257014"/>
                          <a:pt x="1456766" y="1246537"/>
                          <a:pt x="1456861" y="1235297"/>
                        </a:cubicBezTo>
                        <a:cubicBezTo>
                          <a:pt x="1456861" y="1238060"/>
                          <a:pt x="1457147" y="1240822"/>
                          <a:pt x="1457718" y="1243489"/>
                        </a:cubicBezTo>
                        <a:cubicBezTo>
                          <a:pt x="1459433" y="1251490"/>
                          <a:pt x="1463624" y="1258729"/>
                          <a:pt x="1469148" y="1264634"/>
                        </a:cubicBezTo>
                        <a:cubicBezTo>
                          <a:pt x="1472863" y="1268540"/>
                          <a:pt x="1477149" y="1271683"/>
                          <a:pt x="1482007" y="1273969"/>
                        </a:cubicBezTo>
                        <a:cubicBezTo>
                          <a:pt x="1486770" y="1276255"/>
                          <a:pt x="1491818" y="1278255"/>
                          <a:pt x="1497342" y="1278827"/>
                        </a:cubicBezTo>
                        <a:cubicBezTo>
                          <a:pt x="1505343" y="1279398"/>
                          <a:pt x="1512773" y="1281112"/>
                          <a:pt x="1520393" y="1282446"/>
                        </a:cubicBezTo>
                        <a:cubicBezTo>
                          <a:pt x="1528108" y="1283494"/>
                          <a:pt x="1535157" y="1286161"/>
                          <a:pt x="1542681" y="1287875"/>
                        </a:cubicBezTo>
                        <a:cubicBezTo>
                          <a:pt x="1547825" y="1289304"/>
                          <a:pt x="1552778" y="1290161"/>
                          <a:pt x="1557921" y="1289685"/>
                        </a:cubicBezTo>
                        <a:cubicBezTo>
                          <a:pt x="1563160" y="1289114"/>
                          <a:pt x="1568113" y="1288161"/>
                          <a:pt x="1572876" y="1286256"/>
                        </a:cubicBezTo>
                        <a:cubicBezTo>
                          <a:pt x="1582496" y="1282446"/>
                          <a:pt x="1591449" y="1275207"/>
                          <a:pt x="1596402" y="1265301"/>
                        </a:cubicBezTo>
                        <a:cubicBezTo>
                          <a:pt x="1593926" y="1270349"/>
                          <a:pt x="1592688" y="1275683"/>
                          <a:pt x="1592402" y="1281017"/>
                        </a:cubicBezTo>
                        <a:cubicBezTo>
                          <a:pt x="1592116" y="1286351"/>
                          <a:pt x="1592783" y="1291685"/>
                          <a:pt x="1594212" y="1296543"/>
                        </a:cubicBezTo>
                        <a:cubicBezTo>
                          <a:pt x="1595736" y="1301306"/>
                          <a:pt x="1597831" y="1306163"/>
                          <a:pt x="1600784" y="1310450"/>
                        </a:cubicBezTo>
                        <a:cubicBezTo>
                          <a:pt x="1603737" y="1314736"/>
                          <a:pt x="1607451" y="1318165"/>
                          <a:pt x="1611833" y="1321499"/>
                        </a:cubicBezTo>
                        <a:lnTo>
                          <a:pt x="1621263" y="1328261"/>
                        </a:lnTo>
                        <a:lnTo>
                          <a:pt x="1630502" y="1335691"/>
                        </a:lnTo>
                        <a:cubicBezTo>
                          <a:pt x="1636693" y="1340644"/>
                          <a:pt x="1642694" y="1346264"/>
                          <a:pt x="1648790" y="1351788"/>
                        </a:cubicBezTo>
                        <a:cubicBezTo>
                          <a:pt x="1657172" y="1359789"/>
                          <a:pt x="1668030" y="1364361"/>
                          <a:pt x="1678889" y="1365314"/>
                        </a:cubicBezTo>
                        <a:cubicBezTo>
                          <a:pt x="1689747" y="1366171"/>
                          <a:pt x="1700701" y="1363504"/>
                          <a:pt x="1708893" y="1355979"/>
                        </a:cubicBezTo>
                        <a:cubicBezTo>
                          <a:pt x="1692795" y="1370933"/>
                          <a:pt x="1692795" y="1397699"/>
                          <a:pt x="1709940" y="1417510"/>
                        </a:cubicBezTo>
                        <a:lnTo>
                          <a:pt x="1728800" y="1438942"/>
                        </a:lnTo>
                        <a:cubicBezTo>
                          <a:pt x="1735182" y="1446181"/>
                          <a:pt x="1741849" y="1453420"/>
                          <a:pt x="1748707" y="1460659"/>
                        </a:cubicBezTo>
                        <a:cubicBezTo>
                          <a:pt x="1753374" y="1465802"/>
                          <a:pt x="1759185" y="1469803"/>
                          <a:pt x="1764804" y="1472851"/>
                        </a:cubicBezTo>
                        <a:cubicBezTo>
                          <a:pt x="1770424" y="1475899"/>
                          <a:pt x="1776711" y="1477613"/>
                          <a:pt x="1782521" y="1478280"/>
                        </a:cubicBezTo>
                        <a:cubicBezTo>
                          <a:pt x="1794237" y="1479614"/>
                          <a:pt x="1805095" y="1476089"/>
                          <a:pt x="1812334" y="1467993"/>
                        </a:cubicBezTo>
                        <a:cubicBezTo>
                          <a:pt x="1805095" y="1475994"/>
                          <a:pt x="1802714" y="1487043"/>
                          <a:pt x="1805381" y="1498854"/>
                        </a:cubicBezTo>
                        <a:cubicBezTo>
                          <a:pt x="1806714" y="1504664"/>
                          <a:pt x="1809572" y="1510475"/>
                          <a:pt x="1813477" y="1516094"/>
                        </a:cubicBezTo>
                        <a:cubicBezTo>
                          <a:pt x="1817287" y="1521809"/>
                          <a:pt x="1822716" y="1526762"/>
                          <a:pt x="1829098" y="1531144"/>
                        </a:cubicBezTo>
                        <a:cubicBezTo>
                          <a:pt x="1837861" y="1537526"/>
                          <a:pt x="1847767" y="1542860"/>
                          <a:pt x="1857197" y="1548479"/>
                        </a:cubicBezTo>
                        <a:cubicBezTo>
                          <a:pt x="1867198" y="1553337"/>
                          <a:pt x="1876818" y="1558957"/>
                          <a:pt x="1887201" y="1562862"/>
                        </a:cubicBezTo>
                        <a:cubicBezTo>
                          <a:pt x="1894440" y="1565719"/>
                          <a:pt x="1901679" y="1567815"/>
                          <a:pt x="1908727" y="1568006"/>
                        </a:cubicBezTo>
                        <a:cubicBezTo>
                          <a:pt x="1915776" y="1568196"/>
                          <a:pt x="1922348" y="1567339"/>
                          <a:pt x="1928063" y="1565434"/>
                        </a:cubicBezTo>
                        <a:cubicBezTo>
                          <a:pt x="1933778" y="1563719"/>
                          <a:pt x="1938731" y="1560290"/>
                          <a:pt x="1942446" y="1556576"/>
                        </a:cubicBezTo>
                        <a:cubicBezTo>
                          <a:pt x="1946160" y="1552670"/>
                          <a:pt x="1948827" y="1548098"/>
                          <a:pt x="1950066" y="1542955"/>
                        </a:cubicBezTo>
                        <a:cubicBezTo>
                          <a:pt x="1947494" y="1553242"/>
                          <a:pt x="1950732" y="1564100"/>
                          <a:pt x="1959019" y="1573054"/>
                        </a:cubicBezTo>
                        <a:cubicBezTo>
                          <a:pt x="1963115" y="1577245"/>
                          <a:pt x="1968449" y="1580960"/>
                          <a:pt x="1974640" y="1583912"/>
                        </a:cubicBezTo>
                        <a:cubicBezTo>
                          <a:pt x="1977688" y="1585341"/>
                          <a:pt x="1981022" y="1586675"/>
                          <a:pt x="1984546" y="1587722"/>
                        </a:cubicBezTo>
                        <a:cubicBezTo>
                          <a:pt x="1987975" y="1588579"/>
                          <a:pt x="1991595" y="1589151"/>
                          <a:pt x="1995310" y="1589437"/>
                        </a:cubicBezTo>
                        <a:cubicBezTo>
                          <a:pt x="2005977" y="1590389"/>
                          <a:pt x="2016550" y="1591246"/>
                          <a:pt x="2027028" y="1591151"/>
                        </a:cubicBezTo>
                        <a:cubicBezTo>
                          <a:pt x="2037505" y="1591342"/>
                          <a:pt x="2047887" y="1591532"/>
                          <a:pt x="2059222" y="1590580"/>
                        </a:cubicBezTo>
                        <a:cubicBezTo>
                          <a:pt x="2067033" y="1590103"/>
                          <a:pt x="2074367" y="1588770"/>
                          <a:pt x="2080939" y="1585532"/>
                        </a:cubicBezTo>
                        <a:cubicBezTo>
                          <a:pt x="2087511" y="1582579"/>
                          <a:pt x="2093131" y="1578864"/>
                          <a:pt x="2097513" y="1574768"/>
                        </a:cubicBezTo>
                        <a:cubicBezTo>
                          <a:pt x="2106276" y="1565624"/>
                          <a:pt x="2109705" y="1554956"/>
                          <a:pt x="2107038" y="1544860"/>
                        </a:cubicBezTo>
                        <a:cubicBezTo>
                          <a:pt x="2108371" y="1549908"/>
                          <a:pt x="2111038" y="1554385"/>
                          <a:pt x="2114944" y="1558100"/>
                        </a:cubicBezTo>
                        <a:cubicBezTo>
                          <a:pt x="2118849" y="1561910"/>
                          <a:pt x="2123897" y="1564481"/>
                          <a:pt x="2129993" y="1565910"/>
                        </a:cubicBezTo>
                        <a:cubicBezTo>
                          <a:pt x="2131517" y="1566291"/>
                          <a:pt x="2133041" y="1566577"/>
                          <a:pt x="2134660" y="1566862"/>
                        </a:cubicBezTo>
                        <a:cubicBezTo>
                          <a:pt x="2137899" y="1567339"/>
                          <a:pt x="2141423" y="1567625"/>
                          <a:pt x="2144947" y="1567434"/>
                        </a:cubicBezTo>
                        <a:cubicBezTo>
                          <a:pt x="2146757" y="1567339"/>
                          <a:pt x="2148567" y="1567148"/>
                          <a:pt x="2150377" y="1566862"/>
                        </a:cubicBezTo>
                        <a:cubicBezTo>
                          <a:pt x="2157615" y="1565434"/>
                          <a:pt x="2165521" y="1563338"/>
                          <a:pt x="2172760" y="1559052"/>
                        </a:cubicBezTo>
                        <a:lnTo>
                          <a:pt x="2188095" y="1549718"/>
                        </a:lnTo>
                        <a:cubicBezTo>
                          <a:pt x="2193048" y="1546384"/>
                          <a:pt x="2197716" y="1542764"/>
                          <a:pt x="2202383" y="1539240"/>
                        </a:cubicBezTo>
                        <a:cubicBezTo>
                          <a:pt x="2207241" y="1535811"/>
                          <a:pt x="2211432" y="1531810"/>
                          <a:pt x="2215813" y="1528001"/>
                        </a:cubicBezTo>
                        <a:cubicBezTo>
                          <a:pt x="2220195" y="1524191"/>
                          <a:pt x="2224481" y="1520285"/>
                          <a:pt x="2228291" y="1516190"/>
                        </a:cubicBezTo>
                        <a:cubicBezTo>
                          <a:pt x="2233815" y="1510475"/>
                          <a:pt x="2238387" y="1504283"/>
                          <a:pt x="2241054" y="1497902"/>
                        </a:cubicBezTo>
                        <a:cubicBezTo>
                          <a:pt x="2243912" y="1491615"/>
                          <a:pt x="2245722" y="1485328"/>
                          <a:pt x="2245817" y="1479328"/>
                        </a:cubicBezTo>
                        <a:cubicBezTo>
                          <a:pt x="2246293" y="1467421"/>
                          <a:pt x="2242197" y="1457516"/>
                          <a:pt x="2233815" y="1451515"/>
                        </a:cubicBezTo>
                        <a:cubicBezTo>
                          <a:pt x="2242102" y="1457516"/>
                          <a:pt x="2252865" y="1458277"/>
                          <a:pt x="2263724" y="1454277"/>
                        </a:cubicBezTo>
                        <a:cubicBezTo>
                          <a:pt x="2269248" y="1452277"/>
                          <a:pt x="2274297" y="1449134"/>
                          <a:pt x="2279154" y="1444943"/>
                        </a:cubicBezTo>
                        <a:cubicBezTo>
                          <a:pt x="2284107" y="1440752"/>
                          <a:pt x="2288298" y="1435703"/>
                          <a:pt x="2291823" y="1429798"/>
                        </a:cubicBezTo>
                        <a:lnTo>
                          <a:pt x="2320207" y="1381316"/>
                        </a:lnTo>
                        <a:cubicBezTo>
                          <a:pt x="2326589" y="1370457"/>
                          <a:pt x="2328875" y="1358836"/>
                          <a:pt x="2327827" y="1348550"/>
                        </a:cubicBezTo>
                        <a:cubicBezTo>
                          <a:pt x="2326589" y="1338072"/>
                          <a:pt x="2322207" y="1328833"/>
                          <a:pt x="2314016" y="1323118"/>
                        </a:cubicBezTo>
                        <a:cubicBezTo>
                          <a:pt x="2322207" y="1328833"/>
                          <a:pt x="2332590" y="1329785"/>
                          <a:pt x="2342401" y="1327309"/>
                        </a:cubicBezTo>
                        <a:cubicBezTo>
                          <a:pt x="2347353" y="1326166"/>
                          <a:pt x="2352211" y="1324261"/>
                          <a:pt x="2356688" y="1321403"/>
                        </a:cubicBezTo>
                        <a:cubicBezTo>
                          <a:pt x="2361165" y="1318736"/>
                          <a:pt x="2365356" y="1315498"/>
                          <a:pt x="2368880" y="1311307"/>
                        </a:cubicBezTo>
                        <a:cubicBezTo>
                          <a:pt x="2374214" y="1305877"/>
                          <a:pt x="2379262" y="1299972"/>
                          <a:pt x="2384977" y="1295210"/>
                        </a:cubicBezTo>
                        <a:cubicBezTo>
                          <a:pt x="2390406" y="1289971"/>
                          <a:pt x="2396312" y="1285780"/>
                          <a:pt x="2402122" y="1281303"/>
                        </a:cubicBezTo>
                        <a:cubicBezTo>
                          <a:pt x="2406313" y="1278350"/>
                          <a:pt x="2409933" y="1275207"/>
                          <a:pt x="2412790" y="1271111"/>
                        </a:cubicBezTo>
                        <a:cubicBezTo>
                          <a:pt x="2415648" y="1267111"/>
                          <a:pt x="2418315" y="1263301"/>
                          <a:pt x="2420029" y="1258634"/>
                        </a:cubicBezTo>
                        <a:cubicBezTo>
                          <a:pt x="2421839" y="1254157"/>
                          <a:pt x="2422791" y="1249109"/>
                          <a:pt x="2423172" y="1244632"/>
                        </a:cubicBezTo>
                        <a:cubicBezTo>
                          <a:pt x="2423458" y="1239965"/>
                          <a:pt x="2422887" y="1235202"/>
                          <a:pt x="2420982" y="1230725"/>
                        </a:cubicBezTo>
                        <a:cubicBezTo>
                          <a:pt x="2424696" y="1239679"/>
                          <a:pt x="2432602" y="1246156"/>
                          <a:pt x="2441365" y="1249490"/>
                        </a:cubicBezTo>
                        <a:cubicBezTo>
                          <a:pt x="2445842" y="1251299"/>
                          <a:pt x="2450700" y="1252728"/>
                          <a:pt x="2455653" y="1253109"/>
                        </a:cubicBezTo>
                        <a:cubicBezTo>
                          <a:pt x="2458129" y="1253300"/>
                          <a:pt x="2460606" y="1253204"/>
                          <a:pt x="2463082" y="1253014"/>
                        </a:cubicBezTo>
                        <a:cubicBezTo>
                          <a:pt x="2465749" y="1253014"/>
                          <a:pt x="2468321" y="1252728"/>
                          <a:pt x="2470988" y="1252157"/>
                        </a:cubicBezTo>
                        <a:lnTo>
                          <a:pt x="2482323" y="1249870"/>
                        </a:lnTo>
                        <a:lnTo>
                          <a:pt x="2494134" y="1248442"/>
                        </a:lnTo>
                        <a:cubicBezTo>
                          <a:pt x="2501849" y="1247203"/>
                          <a:pt x="2510040" y="1247013"/>
                          <a:pt x="2518232" y="1246632"/>
                        </a:cubicBezTo>
                        <a:cubicBezTo>
                          <a:pt x="2521089" y="1246537"/>
                          <a:pt x="2523852" y="1246156"/>
                          <a:pt x="2526519" y="1245489"/>
                        </a:cubicBezTo>
                        <a:cubicBezTo>
                          <a:pt x="2528995" y="1245108"/>
                          <a:pt x="2531281" y="1244536"/>
                          <a:pt x="2533472" y="1243775"/>
                        </a:cubicBezTo>
                        <a:cubicBezTo>
                          <a:pt x="2537949" y="1242251"/>
                          <a:pt x="2542330" y="1239679"/>
                          <a:pt x="2546140" y="1237012"/>
                        </a:cubicBezTo>
                        <a:cubicBezTo>
                          <a:pt x="2553665" y="1231868"/>
                          <a:pt x="2560047" y="1224153"/>
                          <a:pt x="2561856" y="1214818"/>
                        </a:cubicBezTo>
                        <a:cubicBezTo>
                          <a:pt x="2560999" y="1219486"/>
                          <a:pt x="2561380" y="1224153"/>
                          <a:pt x="2562619" y="1228439"/>
                        </a:cubicBezTo>
                        <a:cubicBezTo>
                          <a:pt x="2563857" y="1232630"/>
                          <a:pt x="2565857" y="1237298"/>
                          <a:pt x="2568429" y="1241108"/>
                        </a:cubicBezTo>
                        <a:cubicBezTo>
                          <a:pt x="2571001" y="1245108"/>
                          <a:pt x="2574239" y="1248251"/>
                          <a:pt x="2577859" y="1251394"/>
                        </a:cubicBezTo>
                        <a:cubicBezTo>
                          <a:pt x="2581383" y="1254633"/>
                          <a:pt x="2585574" y="1257205"/>
                          <a:pt x="2590241" y="1259015"/>
                        </a:cubicBezTo>
                        <a:cubicBezTo>
                          <a:pt x="2596718" y="1262634"/>
                          <a:pt x="2603481" y="1265015"/>
                          <a:pt x="2609862" y="1269397"/>
                        </a:cubicBezTo>
                        <a:lnTo>
                          <a:pt x="2619578" y="1275302"/>
                        </a:lnTo>
                        <a:lnTo>
                          <a:pt x="2629008" y="1282160"/>
                        </a:lnTo>
                        <a:cubicBezTo>
                          <a:pt x="2633485" y="1285208"/>
                          <a:pt x="2638152" y="1288161"/>
                          <a:pt x="2643105" y="1289971"/>
                        </a:cubicBezTo>
                        <a:cubicBezTo>
                          <a:pt x="2648058" y="1291781"/>
                          <a:pt x="2653201" y="1292924"/>
                          <a:pt x="2658059" y="1293495"/>
                        </a:cubicBezTo>
                        <a:cubicBezTo>
                          <a:pt x="2667870" y="1294448"/>
                          <a:pt x="2677490" y="1292066"/>
                          <a:pt x="2684062" y="1285494"/>
                        </a:cubicBezTo>
                        <a:cubicBezTo>
                          <a:pt x="2677585" y="1291971"/>
                          <a:pt x="2675299" y="1301496"/>
                          <a:pt x="2676442" y="1311497"/>
                        </a:cubicBezTo>
                        <a:cubicBezTo>
                          <a:pt x="2677680" y="1321213"/>
                          <a:pt x="2682157" y="1332071"/>
                          <a:pt x="2690253" y="1341120"/>
                        </a:cubicBezTo>
                        <a:cubicBezTo>
                          <a:pt x="2695873" y="1347978"/>
                          <a:pt x="2701684" y="1354550"/>
                          <a:pt x="2707208" y="1361599"/>
                        </a:cubicBezTo>
                        <a:cubicBezTo>
                          <a:pt x="2712828" y="1368647"/>
                          <a:pt x="2718447" y="1375505"/>
                          <a:pt x="2723972" y="1382840"/>
                        </a:cubicBezTo>
                        <a:cubicBezTo>
                          <a:pt x="2739593" y="1402937"/>
                          <a:pt x="2764263" y="1411510"/>
                          <a:pt x="2778550" y="1400842"/>
                        </a:cubicBezTo>
                        <a:cubicBezTo>
                          <a:pt x="2764168" y="1411510"/>
                          <a:pt x="2765215" y="1437227"/>
                          <a:pt x="2781694" y="1458468"/>
                        </a:cubicBezTo>
                        <a:cubicBezTo>
                          <a:pt x="2793409" y="1473518"/>
                          <a:pt x="2805315" y="1488662"/>
                          <a:pt x="2818079" y="1503521"/>
                        </a:cubicBezTo>
                        <a:cubicBezTo>
                          <a:pt x="2826747" y="1514094"/>
                          <a:pt x="2838272" y="1521047"/>
                          <a:pt x="2848369" y="1523905"/>
                        </a:cubicBezTo>
                        <a:cubicBezTo>
                          <a:pt x="2858941" y="1526667"/>
                          <a:pt x="2868371" y="1525238"/>
                          <a:pt x="2874657" y="1519237"/>
                        </a:cubicBezTo>
                        <a:cubicBezTo>
                          <a:pt x="2868466" y="1525143"/>
                          <a:pt x="2866371" y="1534668"/>
                          <a:pt x="2869038" y="1545145"/>
                        </a:cubicBezTo>
                        <a:cubicBezTo>
                          <a:pt x="2869704" y="1547717"/>
                          <a:pt x="2870657" y="1550384"/>
                          <a:pt x="2871800" y="1553051"/>
                        </a:cubicBezTo>
                        <a:cubicBezTo>
                          <a:pt x="2872943" y="1555718"/>
                          <a:pt x="2874467" y="1558481"/>
                          <a:pt x="2876086" y="1561148"/>
                        </a:cubicBezTo>
                        <a:cubicBezTo>
                          <a:pt x="2877229" y="1563052"/>
                          <a:pt x="2878563" y="1564862"/>
                          <a:pt x="2879991" y="1566577"/>
                        </a:cubicBezTo>
                        <a:cubicBezTo>
                          <a:pt x="2881706" y="1568672"/>
                          <a:pt x="2883611" y="1570673"/>
                          <a:pt x="2885611" y="1572673"/>
                        </a:cubicBezTo>
                        <a:cubicBezTo>
                          <a:pt x="2885611" y="1572673"/>
                          <a:pt x="2885611" y="1572673"/>
                          <a:pt x="2885611" y="1572673"/>
                        </a:cubicBezTo>
                        <a:cubicBezTo>
                          <a:pt x="2886849" y="1573911"/>
                          <a:pt x="2888183" y="1575054"/>
                          <a:pt x="2889516" y="1576292"/>
                        </a:cubicBezTo>
                        <a:cubicBezTo>
                          <a:pt x="2893327" y="1579721"/>
                          <a:pt x="2897327" y="1582960"/>
                          <a:pt x="2901423" y="1586103"/>
                        </a:cubicBezTo>
                        <a:cubicBezTo>
                          <a:pt x="2905519" y="1589246"/>
                          <a:pt x="2909710" y="1592390"/>
                          <a:pt x="2913805" y="1595533"/>
                        </a:cubicBezTo>
                        <a:cubicBezTo>
                          <a:pt x="2917901" y="1598676"/>
                          <a:pt x="2922282" y="1601629"/>
                          <a:pt x="2926664" y="1604486"/>
                        </a:cubicBezTo>
                        <a:cubicBezTo>
                          <a:pt x="2931045" y="1607344"/>
                          <a:pt x="2935522" y="1610201"/>
                          <a:pt x="2939904" y="1613154"/>
                        </a:cubicBezTo>
                        <a:cubicBezTo>
                          <a:pt x="2946286" y="1616869"/>
                          <a:pt x="2953048" y="1619536"/>
                          <a:pt x="2959335" y="1621345"/>
                        </a:cubicBezTo>
                        <a:cubicBezTo>
                          <a:pt x="2965621" y="1623251"/>
                          <a:pt x="2972003" y="1623536"/>
                          <a:pt x="2977528" y="1623060"/>
                        </a:cubicBezTo>
                        <a:cubicBezTo>
                          <a:pt x="2988672" y="1622108"/>
                          <a:pt x="2996768" y="1617440"/>
                          <a:pt x="3000006" y="1609725"/>
                        </a:cubicBezTo>
                        <a:cubicBezTo>
                          <a:pt x="2996673" y="1617535"/>
                          <a:pt x="2999149" y="1626394"/>
                          <a:pt x="3006484" y="1634871"/>
                        </a:cubicBezTo>
                        <a:cubicBezTo>
                          <a:pt x="3010103" y="1638967"/>
                          <a:pt x="3014770" y="1643443"/>
                          <a:pt x="3020676" y="1646396"/>
                        </a:cubicBezTo>
                        <a:cubicBezTo>
                          <a:pt x="3026486" y="1649540"/>
                          <a:pt x="3033344" y="1652111"/>
                          <a:pt x="3040583" y="1654016"/>
                        </a:cubicBezTo>
                        <a:cubicBezTo>
                          <a:pt x="3051061" y="1656112"/>
                          <a:pt x="3061728" y="1657731"/>
                          <a:pt x="3072206" y="1659255"/>
                        </a:cubicBezTo>
                        <a:cubicBezTo>
                          <a:pt x="3082874" y="1660017"/>
                          <a:pt x="3093256" y="1660969"/>
                          <a:pt x="3104115" y="1661351"/>
                        </a:cubicBezTo>
                        <a:cubicBezTo>
                          <a:pt x="3111925" y="1661160"/>
                          <a:pt x="3119355" y="1660398"/>
                          <a:pt x="3125927" y="1658493"/>
                        </a:cubicBezTo>
                        <a:cubicBezTo>
                          <a:pt x="3132595" y="1656302"/>
                          <a:pt x="3138310" y="1653540"/>
                          <a:pt x="3142977" y="1650302"/>
                        </a:cubicBezTo>
                        <a:cubicBezTo>
                          <a:pt x="3147549" y="1647063"/>
                          <a:pt x="3150882" y="1642967"/>
                          <a:pt x="3152883" y="1639062"/>
                        </a:cubicBezTo>
                        <a:cubicBezTo>
                          <a:pt x="3154883" y="1635061"/>
                          <a:pt x="3155454" y="1631061"/>
                          <a:pt x="3154693" y="1627156"/>
                        </a:cubicBezTo>
                        <a:cubicBezTo>
                          <a:pt x="3156312" y="1634966"/>
                          <a:pt x="3163551" y="1641348"/>
                          <a:pt x="3174600" y="1643443"/>
                        </a:cubicBezTo>
                        <a:cubicBezTo>
                          <a:pt x="3180124" y="1644586"/>
                          <a:pt x="3186601" y="1645063"/>
                          <a:pt x="3193364" y="1643920"/>
                        </a:cubicBezTo>
                        <a:cubicBezTo>
                          <a:pt x="3200127" y="1642872"/>
                          <a:pt x="3207461" y="1641062"/>
                          <a:pt x="3214319" y="1637538"/>
                        </a:cubicBezTo>
                        <a:cubicBezTo>
                          <a:pt x="3224415" y="1632966"/>
                          <a:pt x="3233750" y="1627442"/>
                          <a:pt x="3242989" y="1621917"/>
                        </a:cubicBezTo>
                        <a:lnTo>
                          <a:pt x="3256324" y="1613059"/>
                        </a:lnTo>
                        <a:cubicBezTo>
                          <a:pt x="3260611" y="1610011"/>
                          <a:pt x="3264802" y="1606772"/>
                          <a:pt x="3268993" y="1603629"/>
                        </a:cubicBezTo>
                        <a:cubicBezTo>
                          <a:pt x="3274993" y="1599248"/>
                          <a:pt x="3279565" y="1594009"/>
                          <a:pt x="3283470" y="1588960"/>
                        </a:cubicBezTo>
                        <a:cubicBezTo>
                          <a:pt x="3287280" y="1583817"/>
                          <a:pt x="3289947" y="1578483"/>
                          <a:pt x="3291662" y="1573435"/>
                        </a:cubicBezTo>
                        <a:cubicBezTo>
                          <a:pt x="3294996" y="1563434"/>
                          <a:pt x="3293948" y="1554385"/>
                          <a:pt x="3288614" y="1548860"/>
                        </a:cubicBezTo>
                        <a:cubicBezTo>
                          <a:pt x="3293948" y="1554480"/>
                          <a:pt x="3302997" y="1555718"/>
                          <a:pt x="3312807" y="1552766"/>
                        </a:cubicBezTo>
                        <a:cubicBezTo>
                          <a:pt x="3322809" y="1549908"/>
                          <a:pt x="3333667" y="1542860"/>
                          <a:pt x="3342621" y="1532858"/>
                        </a:cubicBezTo>
                        <a:lnTo>
                          <a:pt x="3379673" y="1490853"/>
                        </a:lnTo>
                        <a:cubicBezTo>
                          <a:pt x="3388055" y="1481518"/>
                          <a:pt x="3393389" y="1471232"/>
                          <a:pt x="3395580" y="1462087"/>
                        </a:cubicBezTo>
                        <a:cubicBezTo>
                          <a:pt x="3397770" y="1452943"/>
                          <a:pt x="3396818" y="1444466"/>
                          <a:pt x="3391865" y="1439037"/>
                        </a:cubicBezTo>
                        <a:cubicBezTo>
                          <a:pt x="3394341" y="1441799"/>
                          <a:pt x="3397770" y="1443609"/>
                          <a:pt x="3401580" y="1444466"/>
                        </a:cubicBezTo>
                        <a:cubicBezTo>
                          <a:pt x="3405390" y="1445419"/>
                          <a:pt x="3409677" y="1445324"/>
                          <a:pt x="3414058" y="1445038"/>
                        </a:cubicBezTo>
                        <a:cubicBezTo>
                          <a:pt x="3418535" y="1444657"/>
                          <a:pt x="3423012" y="1443228"/>
                          <a:pt x="3427488" y="1441990"/>
                        </a:cubicBezTo>
                        <a:cubicBezTo>
                          <a:pt x="3431965" y="1440275"/>
                          <a:pt x="3436156" y="1438942"/>
                          <a:pt x="3440061" y="1436560"/>
                        </a:cubicBezTo>
                        <a:cubicBezTo>
                          <a:pt x="3445586" y="1433989"/>
                          <a:pt x="3450825" y="1431703"/>
                          <a:pt x="3455778" y="1431036"/>
                        </a:cubicBezTo>
                        <a:cubicBezTo>
                          <a:pt x="3457016" y="1430845"/>
                          <a:pt x="3458254" y="1430465"/>
                          <a:pt x="3459493" y="1430369"/>
                        </a:cubicBezTo>
                        <a:cubicBezTo>
                          <a:pt x="3460731" y="1430369"/>
                          <a:pt x="3461969" y="1430369"/>
                          <a:pt x="3463112" y="1430369"/>
                        </a:cubicBezTo>
                        <a:cubicBezTo>
                          <a:pt x="3465493" y="1429893"/>
                          <a:pt x="3468065" y="1430941"/>
                          <a:pt x="3470637" y="1430941"/>
                        </a:cubicBezTo>
                        <a:cubicBezTo>
                          <a:pt x="3472446" y="1431036"/>
                          <a:pt x="3474352" y="1431798"/>
                          <a:pt x="3476256" y="1431798"/>
                        </a:cubicBezTo>
                        <a:cubicBezTo>
                          <a:pt x="3478161" y="1431893"/>
                          <a:pt x="3480162" y="1431893"/>
                          <a:pt x="3482257" y="1432179"/>
                        </a:cubicBezTo>
                        <a:cubicBezTo>
                          <a:pt x="3484353" y="1432369"/>
                          <a:pt x="3486448" y="1432369"/>
                          <a:pt x="3488544" y="1432179"/>
                        </a:cubicBezTo>
                        <a:cubicBezTo>
                          <a:pt x="3491020" y="1432084"/>
                          <a:pt x="3491592" y="1431608"/>
                          <a:pt x="3493402" y="1431131"/>
                        </a:cubicBezTo>
                        <a:cubicBezTo>
                          <a:pt x="3496449" y="1430179"/>
                          <a:pt x="3499688" y="1429321"/>
                          <a:pt x="3503022" y="1427988"/>
                        </a:cubicBezTo>
                        <a:cubicBezTo>
                          <a:pt x="3506260" y="1426845"/>
                          <a:pt x="3509499" y="1425226"/>
                          <a:pt x="3512166" y="1422844"/>
                        </a:cubicBezTo>
                        <a:cubicBezTo>
                          <a:pt x="3509499" y="1425321"/>
                          <a:pt x="3507879" y="1428274"/>
                          <a:pt x="3506451" y="1431608"/>
                        </a:cubicBezTo>
                        <a:cubicBezTo>
                          <a:pt x="3505022" y="1434941"/>
                          <a:pt x="3504165" y="1438085"/>
                          <a:pt x="3503307" y="1441609"/>
                        </a:cubicBezTo>
                        <a:cubicBezTo>
                          <a:pt x="3503022" y="1443228"/>
                          <a:pt x="3502736" y="1445038"/>
                          <a:pt x="3502545" y="1446848"/>
                        </a:cubicBezTo>
                        <a:cubicBezTo>
                          <a:pt x="3502450" y="1448562"/>
                          <a:pt x="3502355" y="1450467"/>
                          <a:pt x="3502355" y="1452467"/>
                        </a:cubicBezTo>
                        <a:cubicBezTo>
                          <a:pt x="3502450" y="1456277"/>
                          <a:pt x="3502927" y="1460659"/>
                          <a:pt x="3503879" y="1465421"/>
                        </a:cubicBezTo>
                        <a:cubicBezTo>
                          <a:pt x="3506641" y="1479137"/>
                          <a:pt x="3507022" y="1495616"/>
                          <a:pt x="3506165" y="1512284"/>
                        </a:cubicBezTo>
                        <a:cubicBezTo>
                          <a:pt x="3504831" y="1535716"/>
                          <a:pt x="3512356" y="1557814"/>
                          <a:pt x="3525977" y="1560195"/>
                        </a:cubicBezTo>
                        <a:cubicBezTo>
                          <a:pt x="3512261" y="1558100"/>
                          <a:pt x="3498164" y="1576102"/>
                          <a:pt x="3492544" y="1600581"/>
                        </a:cubicBezTo>
                        <a:cubicBezTo>
                          <a:pt x="3488544" y="1618107"/>
                          <a:pt x="3484067" y="1635633"/>
                          <a:pt x="3479209" y="1653159"/>
                        </a:cubicBezTo>
                        <a:cubicBezTo>
                          <a:pt x="3472351" y="1677638"/>
                          <a:pt x="3476256" y="1701070"/>
                          <a:pt x="3488829" y="1705166"/>
                        </a:cubicBezTo>
                        <a:cubicBezTo>
                          <a:pt x="3476161" y="1701165"/>
                          <a:pt x="3459683" y="1717834"/>
                          <a:pt x="3451396" y="1742218"/>
                        </a:cubicBezTo>
                        <a:cubicBezTo>
                          <a:pt x="3445491" y="1759649"/>
                          <a:pt x="3439299" y="1776984"/>
                          <a:pt x="3432918" y="1794319"/>
                        </a:cubicBezTo>
                        <a:cubicBezTo>
                          <a:pt x="3424060" y="1818608"/>
                          <a:pt x="3426060" y="1842230"/>
                          <a:pt x="3437871" y="1846898"/>
                        </a:cubicBezTo>
                        <a:cubicBezTo>
                          <a:pt x="3425964" y="1842230"/>
                          <a:pt x="3408820" y="1858232"/>
                          <a:pt x="3399199" y="1882331"/>
                        </a:cubicBezTo>
                        <a:lnTo>
                          <a:pt x="3378244" y="1933766"/>
                        </a:lnTo>
                        <a:cubicBezTo>
                          <a:pt x="3368338" y="1957768"/>
                          <a:pt x="3369100" y="1981391"/>
                          <a:pt x="3380245" y="1986248"/>
                        </a:cubicBezTo>
                        <a:cubicBezTo>
                          <a:pt x="3378816" y="1985677"/>
                          <a:pt x="3377387" y="1985391"/>
                          <a:pt x="3375768" y="1985391"/>
                        </a:cubicBezTo>
                        <a:cubicBezTo>
                          <a:pt x="3369481" y="1985391"/>
                          <a:pt x="3362052" y="1990249"/>
                          <a:pt x="3355194" y="1998250"/>
                        </a:cubicBezTo>
                        <a:cubicBezTo>
                          <a:pt x="3350050" y="2004251"/>
                          <a:pt x="3345193" y="2012061"/>
                          <a:pt x="3341287" y="2021015"/>
                        </a:cubicBezTo>
                        <a:lnTo>
                          <a:pt x="3318999" y="2072164"/>
                        </a:lnTo>
                        <a:cubicBezTo>
                          <a:pt x="3308521" y="2096071"/>
                          <a:pt x="3308521" y="2119598"/>
                          <a:pt x="3319094" y="2124361"/>
                        </a:cubicBezTo>
                        <a:cubicBezTo>
                          <a:pt x="3308426" y="2119598"/>
                          <a:pt x="3291090" y="2135124"/>
                          <a:pt x="3280518" y="2159413"/>
                        </a:cubicBezTo>
                        <a:lnTo>
                          <a:pt x="3258515" y="2211038"/>
                        </a:lnTo>
                        <a:cubicBezTo>
                          <a:pt x="3248228" y="2235137"/>
                          <a:pt x="3248323" y="2258663"/>
                          <a:pt x="3258610" y="2263045"/>
                        </a:cubicBezTo>
                        <a:cubicBezTo>
                          <a:pt x="3248323" y="2258663"/>
                          <a:pt x="3231559" y="2274856"/>
                          <a:pt x="3221653" y="2299240"/>
                        </a:cubicBezTo>
                        <a:lnTo>
                          <a:pt x="3200603" y="2351437"/>
                        </a:lnTo>
                        <a:cubicBezTo>
                          <a:pt x="3190887" y="2375916"/>
                          <a:pt x="3191364" y="2399252"/>
                          <a:pt x="3201365" y="2403158"/>
                        </a:cubicBezTo>
                        <a:cubicBezTo>
                          <a:pt x="3192602" y="2399729"/>
                          <a:pt x="3179362" y="2412206"/>
                          <a:pt x="3169932" y="2431923"/>
                        </a:cubicBezTo>
                        <a:cubicBezTo>
                          <a:pt x="3168599" y="2434781"/>
                          <a:pt x="3167361" y="2437733"/>
                          <a:pt x="3166218" y="2440781"/>
                        </a:cubicBezTo>
                        <a:lnTo>
                          <a:pt x="3146977" y="2493740"/>
                        </a:lnTo>
                        <a:cubicBezTo>
                          <a:pt x="3138119" y="2518601"/>
                          <a:pt x="3139167" y="2541842"/>
                          <a:pt x="3148882" y="2545175"/>
                        </a:cubicBezTo>
                        <a:cubicBezTo>
                          <a:pt x="3139167" y="2541746"/>
                          <a:pt x="3124117" y="2559368"/>
                          <a:pt x="3115926" y="2584418"/>
                        </a:cubicBezTo>
                        <a:cubicBezTo>
                          <a:pt x="3110115" y="2602325"/>
                          <a:pt x="3104401" y="2620232"/>
                          <a:pt x="3098876" y="2638235"/>
                        </a:cubicBezTo>
                        <a:cubicBezTo>
                          <a:pt x="3091161" y="2663476"/>
                          <a:pt x="3093066" y="2686621"/>
                          <a:pt x="3102495" y="2689384"/>
                        </a:cubicBezTo>
                        <a:cubicBezTo>
                          <a:pt x="3093066" y="2686526"/>
                          <a:pt x="3079159" y="2705005"/>
                          <a:pt x="3072301" y="2730627"/>
                        </a:cubicBezTo>
                        <a:cubicBezTo>
                          <a:pt x="3067444" y="2748820"/>
                          <a:pt x="3062776" y="2767108"/>
                          <a:pt x="3058299" y="2785491"/>
                        </a:cubicBezTo>
                        <a:cubicBezTo>
                          <a:pt x="3052108" y="2811304"/>
                          <a:pt x="3055252" y="2834259"/>
                          <a:pt x="3064586" y="2836259"/>
                        </a:cubicBezTo>
                        <a:cubicBezTo>
                          <a:pt x="3062205" y="2835688"/>
                          <a:pt x="3059728" y="2836545"/>
                          <a:pt x="3057156" y="2838545"/>
                        </a:cubicBezTo>
                        <a:cubicBezTo>
                          <a:pt x="3049536" y="2844356"/>
                          <a:pt x="3041726" y="2860262"/>
                          <a:pt x="3038106" y="2879884"/>
                        </a:cubicBezTo>
                        <a:cubicBezTo>
                          <a:pt x="3034582" y="2898458"/>
                          <a:pt x="3031534" y="2917222"/>
                          <a:pt x="3028867" y="2935986"/>
                        </a:cubicBezTo>
                        <a:cubicBezTo>
                          <a:pt x="3026867" y="2949131"/>
                          <a:pt x="3027438" y="2961513"/>
                          <a:pt x="3029344" y="2970562"/>
                        </a:cubicBezTo>
                        <a:cubicBezTo>
                          <a:pt x="3031439" y="2979611"/>
                          <a:pt x="3035059" y="2985516"/>
                          <a:pt x="3039630" y="2985992"/>
                        </a:cubicBezTo>
                        <a:cubicBezTo>
                          <a:pt x="3030486" y="2984945"/>
                          <a:pt x="3020485" y="3005900"/>
                          <a:pt x="3019152" y="3032760"/>
                        </a:cubicBezTo>
                        <a:cubicBezTo>
                          <a:pt x="3018009" y="3051905"/>
                          <a:pt x="3017818" y="3071146"/>
                          <a:pt x="3018104" y="3090386"/>
                        </a:cubicBezTo>
                        <a:cubicBezTo>
                          <a:pt x="3018390" y="3097149"/>
                          <a:pt x="3019056" y="3103626"/>
                          <a:pt x="3020104" y="3109436"/>
                        </a:cubicBezTo>
                        <a:cubicBezTo>
                          <a:pt x="3021247" y="3115246"/>
                          <a:pt x="3022866" y="3120485"/>
                          <a:pt x="3024676" y="3124867"/>
                        </a:cubicBezTo>
                        <a:cubicBezTo>
                          <a:pt x="3028201" y="3133535"/>
                          <a:pt x="3032963" y="3138583"/>
                          <a:pt x="3037345" y="3138107"/>
                        </a:cubicBezTo>
                        <a:cubicBezTo>
                          <a:pt x="3032868" y="3138583"/>
                          <a:pt x="3029439" y="3144393"/>
                          <a:pt x="3027534" y="3153632"/>
                        </a:cubicBezTo>
                        <a:cubicBezTo>
                          <a:pt x="3026677" y="3158300"/>
                          <a:pt x="3026391" y="3163729"/>
                          <a:pt x="3026486" y="3169729"/>
                        </a:cubicBezTo>
                        <a:cubicBezTo>
                          <a:pt x="3026486" y="3175730"/>
                          <a:pt x="3027438" y="3182303"/>
                          <a:pt x="3028867" y="3189065"/>
                        </a:cubicBezTo>
                        <a:cubicBezTo>
                          <a:pt x="3030677" y="3198781"/>
                          <a:pt x="3033535" y="3208306"/>
                          <a:pt x="3036106" y="3217926"/>
                        </a:cubicBezTo>
                        <a:cubicBezTo>
                          <a:pt x="3039249" y="3227451"/>
                          <a:pt x="3042107" y="3236976"/>
                          <a:pt x="3046107" y="3246311"/>
                        </a:cubicBezTo>
                        <a:cubicBezTo>
                          <a:pt x="3048584" y="3252883"/>
                          <a:pt x="3051918" y="3258884"/>
                          <a:pt x="3055347" y="3264027"/>
                        </a:cubicBezTo>
                        <a:cubicBezTo>
                          <a:pt x="3058585" y="3269266"/>
                          <a:pt x="3062395" y="3273647"/>
                          <a:pt x="3066015" y="3276886"/>
                        </a:cubicBezTo>
                        <a:cubicBezTo>
                          <a:pt x="3072968" y="3283648"/>
                          <a:pt x="3079540" y="3286030"/>
                          <a:pt x="3083160" y="3283648"/>
                        </a:cubicBezTo>
                        <a:cubicBezTo>
                          <a:pt x="3079540" y="3286030"/>
                          <a:pt x="3079254" y="3292888"/>
                          <a:pt x="3082493" y="3302127"/>
                        </a:cubicBezTo>
                        <a:cubicBezTo>
                          <a:pt x="3084303" y="3306604"/>
                          <a:pt x="3086970" y="3311747"/>
                          <a:pt x="3090399" y="3317081"/>
                        </a:cubicBezTo>
                        <a:cubicBezTo>
                          <a:pt x="3094018" y="3322225"/>
                          <a:pt x="3098686" y="3327464"/>
                          <a:pt x="3103829" y="3332607"/>
                        </a:cubicBezTo>
                        <a:cubicBezTo>
                          <a:pt x="3111735" y="3339370"/>
                          <a:pt x="3119640" y="3346228"/>
                          <a:pt x="3128403" y="3351848"/>
                        </a:cubicBezTo>
                        <a:cubicBezTo>
                          <a:pt x="3132595" y="3354991"/>
                          <a:pt x="3137071" y="3357562"/>
                          <a:pt x="3141643" y="3360039"/>
                        </a:cubicBezTo>
                        <a:cubicBezTo>
                          <a:pt x="3146215" y="3362516"/>
                          <a:pt x="3150597" y="3365373"/>
                          <a:pt x="3155359" y="3367374"/>
                        </a:cubicBezTo>
                        <a:cubicBezTo>
                          <a:pt x="3162027" y="3370231"/>
                          <a:pt x="3168313" y="3373184"/>
                          <a:pt x="3174504" y="3374231"/>
                        </a:cubicBezTo>
                        <a:cubicBezTo>
                          <a:pt x="3180601" y="3375565"/>
                          <a:pt x="3186220" y="3376327"/>
                          <a:pt x="3191078" y="3376517"/>
                        </a:cubicBezTo>
                        <a:cubicBezTo>
                          <a:pt x="3200794" y="3376232"/>
                          <a:pt x="3207175" y="3373850"/>
                          <a:pt x="3208128" y="3369755"/>
                        </a:cubicBezTo>
                        <a:cubicBezTo>
                          <a:pt x="3207080" y="3373850"/>
                          <a:pt x="3211557" y="3379280"/>
                          <a:pt x="3220034" y="3383375"/>
                        </a:cubicBezTo>
                        <a:cubicBezTo>
                          <a:pt x="3222129" y="3384423"/>
                          <a:pt x="3224511" y="3385566"/>
                          <a:pt x="3227082" y="3386519"/>
                        </a:cubicBezTo>
                        <a:cubicBezTo>
                          <a:pt x="3229654" y="3387566"/>
                          <a:pt x="3232416" y="3388519"/>
                          <a:pt x="3235369" y="3389186"/>
                        </a:cubicBezTo>
                        <a:cubicBezTo>
                          <a:pt x="3238322" y="3389852"/>
                          <a:pt x="3241465" y="3390519"/>
                          <a:pt x="3244704" y="3391091"/>
                        </a:cubicBezTo>
                        <a:cubicBezTo>
                          <a:pt x="3247942" y="3391662"/>
                          <a:pt x="3251371" y="3392043"/>
                          <a:pt x="3254800" y="3392424"/>
                        </a:cubicBezTo>
                        <a:cubicBezTo>
                          <a:pt x="3264706" y="3392805"/>
                          <a:pt x="3274422" y="3393663"/>
                          <a:pt x="3284328" y="3393377"/>
                        </a:cubicBezTo>
                        <a:cubicBezTo>
                          <a:pt x="3289281" y="3393281"/>
                          <a:pt x="3294234" y="3393377"/>
                          <a:pt x="3299187" y="3393091"/>
                        </a:cubicBezTo>
                        <a:lnTo>
                          <a:pt x="3314141" y="3392043"/>
                        </a:lnTo>
                        <a:cubicBezTo>
                          <a:pt x="3321094" y="3391567"/>
                          <a:pt x="3327762" y="3389948"/>
                          <a:pt x="3333667" y="3388423"/>
                        </a:cubicBezTo>
                        <a:cubicBezTo>
                          <a:pt x="3339573" y="3386804"/>
                          <a:pt x="3344811" y="3384328"/>
                          <a:pt x="3349003" y="3382137"/>
                        </a:cubicBezTo>
                        <a:cubicBezTo>
                          <a:pt x="3353194" y="3379947"/>
                          <a:pt x="3356432" y="3377279"/>
                          <a:pt x="3358432" y="3374898"/>
                        </a:cubicBezTo>
                        <a:cubicBezTo>
                          <a:pt x="3360432" y="3372517"/>
                          <a:pt x="3361195" y="3370231"/>
                          <a:pt x="3360623" y="3368230"/>
                        </a:cubicBezTo>
                        <a:cubicBezTo>
                          <a:pt x="3361671" y="3372136"/>
                          <a:pt x="3368243" y="3374707"/>
                          <a:pt x="3377863" y="3373850"/>
                        </a:cubicBezTo>
                        <a:cubicBezTo>
                          <a:pt x="3382721" y="3373564"/>
                          <a:pt x="3388341" y="3372803"/>
                          <a:pt x="3394341" y="3370802"/>
                        </a:cubicBezTo>
                        <a:cubicBezTo>
                          <a:pt x="3397294" y="3369850"/>
                          <a:pt x="3400437" y="3368802"/>
                          <a:pt x="3403676" y="3367564"/>
                        </a:cubicBezTo>
                        <a:cubicBezTo>
                          <a:pt x="3406819" y="3366231"/>
                          <a:pt x="3409962" y="3364516"/>
                          <a:pt x="3413106" y="3362801"/>
                        </a:cubicBezTo>
                        <a:cubicBezTo>
                          <a:pt x="3415392" y="3361658"/>
                          <a:pt x="3417678" y="3360325"/>
                          <a:pt x="3419869" y="3358991"/>
                        </a:cubicBezTo>
                        <a:cubicBezTo>
                          <a:pt x="3422059" y="3357658"/>
                          <a:pt x="3424250" y="3356229"/>
                          <a:pt x="3426345" y="3354800"/>
                        </a:cubicBezTo>
                        <a:cubicBezTo>
                          <a:pt x="3430727" y="3352038"/>
                          <a:pt x="3434918" y="3349180"/>
                          <a:pt x="3439014" y="3345942"/>
                        </a:cubicBezTo>
                        <a:cubicBezTo>
                          <a:pt x="3447301" y="3339846"/>
                          <a:pt x="3454920" y="3332893"/>
                          <a:pt x="3462160" y="3325654"/>
                        </a:cubicBezTo>
                        <a:cubicBezTo>
                          <a:pt x="3467208" y="3320510"/>
                          <a:pt x="3471589" y="3315271"/>
                          <a:pt x="3474828" y="3309937"/>
                        </a:cubicBezTo>
                        <a:cubicBezTo>
                          <a:pt x="3478352" y="3304794"/>
                          <a:pt x="3480733" y="3299650"/>
                          <a:pt x="3482353" y="3295174"/>
                        </a:cubicBezTo>
                        <a:cubicBezTo>
                          <a:pt x="3485781" y="3286220"/>
                          <a:pt x="3485401" y="3279363"/>
                          <a:pt x="3482067" y="3277267"/>
                        </a:cubicBezTo>
                        <a:cubicBezTo>
                          <a:pt x="3485401" y="3279457"/>
                          <a:pt x="3491782" y="3276981"/>
                          <a:pt x="3498545" y="3270409"/>
                        </a:cubicBezTo>
                        <a:cubicBezTo>
                          <a:pt x="3501879" y="3267075"/>
                          <a:pt x="3505784" y="3262979"/>
                          <a:pt x="3509022" y="3257836"/>
                        </a:cubicBezTo>
                        <a:cubicBezTo>
                          <a:pt x="3512261" y="3252787"/>
                          <a:pt x="3515880" y="3247073"/>
                          <a:pt x="3518452" y="3240691"/>
                        </a:cubicBezTo>
                        <a:cubicBezTo>
                          <a:pt x="3522548" y="3231738"/>
                          <a:pt x="3525977" y="3222498"/>
                          <a:pt x="3529406" y="3213354"/>
                        </a:cubicBezTo>
                        <a:cubicBezTo>
                          <a:pt x="3532549" y="3204115"/>
                          <a:pt x="3535693" y="3194876"/>
                          <a:pt x="3538264" y="3185541"/>
                        </a:cubicBezTo>
                        <a:cubicBezTo>
                          <a:pt x="3542074" y="3172492"/>
                          <a:pt x="3543503" y="3160109"/>
                          <a:pt x="3542741" y="3150870"/>
                        </a:cubicBezTo>
                        <a:cubicBezTo>
                          <a:pt x="3542074" y="3141631"/>
                          <a:pt x="3539693" y="3135630"/>
                          <a:pt x="3535693" y="3134773"/>
                        </a:cubicBezTo>
                        <a:cubicBezTo>
                          <a:pt x="3539598" y="3135630"/>
                          <a:pt x="3544265" y="3130963"/>
                          <a:pt x="3548456" y="3122771"/>
                        </a:cubicBezTo>
                        <a:cubicBezTo>
                          <a:pt x="3550552" y="3118676"/>
                          <a:pt x="3552456" y="3113723"/>
                          <a:pt x="3554171" y="3108103"/>
                        </a:cubicBezTo>
                        <a:cubicBezTo>
                          <a:pt x="3555886" y="3102483"/>
                          <a:pt x="3557219" y="3096196"/>
                          <a:pt x="3558171" y="3089624"/>
                        </a:cubicBezTo>
                        <a:cubicBezTo>
                          <a:pt x="3560934" y="3070765"/>
                          <a:pt x="3562839" y="3051810"/>
                          <a:pt x="3564553" y="3032951"/>
                        </a:cubicBezTo>
                        <a:cubicBezTo>
                          <a:pt x="3566839" y="3006376"/>
                          <a:pt x="3561315" y="2984373"/>
                          <a:pt x="3553409" y="2983992"/>
                        </a:cubicBezTo>
                        <a:cubicBezTo>
                          <a:pt x="3561315" y="2984468"/>
                          <a:pt x="3569030" y="2963132"/>
                          <a:pt x="3569602" y="2936653"/>
                        </a:cubicBezTo>
                        <a:cubicBezTo>
                          <a:pt x="3570173" y="2917793"/>
                          <a:pt x="3570268" y="2899029"/>
                          <a:pt x="3570363" y="2880265"/>
                        </a:cubicBezTo>
                        <a:cubicBezTo>
                          <a:pt x="3570363" y="2853881"/>
                          <a:pt x="3563601" y="2832449"/>
                          <a:pt x="3555790" y="2832545"/>
                        </a:cubicBezTo>
                        <a:cubicBezTo>
                          <a:pt x="3563696" y="2832449"/>
                          <a:pt x="3569887" y="2810828"/>
                          <a:pt x="3569316" y="2784539"/>
                        </a:cubicBezTo>
                        <a:lnTo>
                          <a:pt x="3567792" y="2728436"/>
                        </a:lnTo>
                        <a:cubicBezTo>
                          <a:pt x="3567030" y="2702243"/>
                          <a:pt x="3559791" y="2681002"/>
                          <a:pt x="3551980" y="2681287"/>
                        </a:cubicBezTo>
                        <a:cubicBezTo>
                          <a:pt x="3554933" y="2681192"/>
                          <a:pt x="3557600" y="2678049"/>
                          <a:pt x="3559695" y="2672906"/>
                        </a:cubicBezTo>
                        <a:cubicBezTo>
                          <a:pt x="3560362" y="2671191"/>
                          <a:pt x="3561029" y="2669191"/>
                          <a:pt x="3561601" y="2667000"/>
                        </a:cubicBezTo>
                        <a:cubicBezTo>
                          <a:pt x="3562744" y="2662619"/>
                          <a:pt x="3563601" y="2657475"/>
                          <a:pt x="3564172" y="2651760"/>
                        </a:cubicBezTo>
                        <a:cubicBezTo>
                          <a:pt x="3564744" y="2646045"/>
                          <a:pt x="3564934" y="2639759"/>
                          <a:pt x="3564648" y="2633282"/>
                        </a:cubicBezTo>
                        <a:lnTo>
                          <a:pt x="3562934" y="2577465"/>
                        </a:lnTo>
                        <a:cubicBezTo>
                          <a:pt x="3562172" y="2551367"/>
                          <a:pt x="3555219" y="2530221"/>
                          <a:pt x="3547408" y="2530316"/>
                        </a:cubicBezTo>
                        <a:cubicBezTo>
                          <a:pt x="3552361" y="2530221"/>
                          <a:pt x="3556457" y="2521744"/>
                          <a:pt x="3558838" y="2509076"/>
                        </a:cubicBezTo>
                        <a:cubicBezTo>
                          <a:pt x="3560267" y="2501456"/>
                          <a:pt x="3561029" y="2492312"/>
                          <a:pt x="3560838" y="2482596"/>
                        </a:cubicBezTo>
                        <a:cubicBezTo>
                          <a:pt x="3560838" y="2482596"/>
                          <a:pt x="3560838" y="2482596"/>
                          <a:pt x="3560838" y="2482596"/>
                        </a:cubicBezTo>
                        <a:lnTo>
                          <a:pt x="3560838" y="2482596"/>
                        </a:lnTo>
                        <a:cubicBezTo>
                          <a:pt x="3560648" y="2464022"/>
                          <a:pt x="3560457" y="2445449"/>
                          <a:pt x="3560553" y="2426970"/>
                        </a:cubicBezTo>
                        <a:cubicBezTo>
                          <a:pt x="3560648" y="2400967"/>
                          <a:pt x="3554743" y="2379631"/>
                          <a:pt x="3546837" y="2379440"/>
                        </a:cubicBezTo>
                        <a:cubicBezTo>
                          <a:pt x="3554743" y="2379631"/>
                          <a:pt x="3561601" y="2358485"/>
                          <a:pt x="3562839" y="2332673"/>
                        </a:cubicBezTo>
                        <a:cubicBezTo>
                          <a:pt x="3563601" y="2314194"/>
                          <a:pt x="3564934" y="2295906"/>
                          <a:pt x="3566363" y="2277523"/>
                        </a:cubicBezTo>
                        <a:cubicBezTo>
                          <a:pt x="3568554" y="2251901"/>
                          <a:pt x="3564648" y="2230279"/>
                          <a:pt x="3556838" y="2229231"/>
                        </a:cubicBezTo>
                        <a:cubicBezTo>
                          <a:pt x="3560838" y="2229707"/>
                          <a:pt x="3565029" y="2224850"/>
                          <a:pt x="3568744" y="2216849"/>
                        </a:cubicBezTo>
                        <a:cubicBezTo>
                          <a:pt x="3569697" y="2214848"/>
                          <a:pt x="3570554" y="2212658"/>
                          <a:pt x="3571506" y="2210371"/>
                        </a:cubicBezTo>
                        <a:cubicBezTo>
                          <a:pt x="3574173" y="2203418"/>
                          <a:pt x="3576555" y="2195036"/>
                          <a:pt x="3578555" y="2185892"/>
                        </a:cubicBezTo>
                        <a:cubicBezTo>
                          <a:pt x="3582365" y="2168462"/>
                          <a:pt x="3587128" y="2151126"/>
                          <a:pt x="3592843" y="2133981"/>
                        </a:cubicBezTo>
                        <a:cubicBezTo>
                          <a:pt x="3596748" y="2121979"/>
                          <a:pt x="3599320" y="2110645"/>
                          <a:pt x="3599796" y="2101882"/>
                        </a:cubicBezTo>
                        <a:cubicBezTo>
                          <a:pt x="3600462" y="2093119"/>
                          <a:pt x="3599129" y="2086832"/>
                          <a:pt x="3595319" y="2085308"/>
                        </a:cubicBezTo>
                        <a:cubicBezTo>
                          <a:pt x="3602844" y="2088356"/>
                          <a:pt x="3616750" y="2071592"/>
                          <a:pt x="3628180" y="2049209"/>
                        </a:cubicBezTo>
                        <a:cubicBezTo>
                          <a:pt x="3636372" y="2033207"/>
                          <a:pt x="3645325" y="2017585"/>
                          <a:pt x="3655136" y="2002727"/>
                        </a:cubicBezTo>
                        <a:cubicBezTo>
                          <a:pt x="3661899" y="1992249"/>
                          <a:pt x="3667328" y="1982248"/>
                          <a:pt x="3670186" y="1974056"/>
                        </a:cubicBezTo>
                        <a:cubicBezTo>
                          <a:pt x="3673234" y="1966055"/>
                          <a:pt x="3673710" y="1959578"/>
                          <a:pt x="3670662" y="1957007"/>
                        </a:cubicBezTo>
                        <a:cubicBezTo>
                          <a:pt x="3672186" y="1958340"/>
                          <a:pt x="3674567" y="1958626"/>
                          <a:pt x="3677424" y="1958054"/>
                        </a:cubicBezTo>
                        <a:cubicBezTo>
                          <a:pt x="3680377" y="1957578"/>
                          <a:pt x="3683616" y="1955959"/>
                          <a:pt x="3687426" y="1954054"/>
                        </a:cubicBezTo>
                        <a:cubicBezTo>
                          <a:pt x="3691236" y="1952149"/>
                          <a:pt x="3695236" y="1949386"/>
                          <a:pt x="3699618" y="1946529"/>
                        </a:cubicBezTo>
                        <a:cubicBezTo>
                          <a:pt x="3703904" y="1943481"/>
                          <a:pt x="3708476" y="1940433"/>
                          <a:pt x="3712953" y="1936909"/>
                        </a:cubicBezTo>
                        <a:cubicBezTo>
                          <a:pt x="3716191" y="1934623"/>
                          <a:pt x="3719525" y="1932337"/>
                          <a:pt x="3722763" y="1930336"/>
                        </a:cubicBezTo>
                        <a:cubicBezTo>
                          <a:pt x="3726097" y="1928336"/>
                          <a:pt x="3729336" y="1926622"/>
                          <a:pt x="3732670" y="1925288"/>
                        </a:cubicBezTo>
                        <a:cubicBezTo>
                          <a:pt x="3736003" y="1923955"/>
                          <a:pt x="3739242" y="1922907"/>
                          <a:pt x="3742385" y="1922145"/>
                        </a:cubicBezTo>
                        <a:cubicBezTo>
                          <a:pt x="3745528" y="1921383"/>
                          <a:pt x="3748576" y="1921002"/>
                          <a:pt x="3751529" y="1921002"/>
                        </a:cubicBezTo>
                        <a:cubicBezTo>
                          <a:pt x="3753529" y="1921288"/>
                          <a:pt x="3755529" y="1921193"/>
                          <a:pt x="3757435" y="1921383"/>
                        </a:cubicBezTo>
                        <a:cubicBezTo>
                          <a:pt x="3759244" y="1921859"/>
                          <a:pt x="3761245" y="1921669"/>
                          <a:pt x="3763054" y="1922050"/>
                        </a:cubicBezTo>
                        <a:cubicBezTo>
                          <a:pt x="3766769" y="1922812"/>
                          <a:pt x="3770484" y="1923193"/>
                          <a:pt x="3772770" y="1923574"/>
                        </a:cubicBezTo>
                        <a:cubicBezTo>
                          <a:pt x="3774770" y="1923669"/>
                          <a:pt x="3777056" y="1923860"/>
                          <a:pt x="3779437" y="1923955"/>
                        </a:cubicBezTo>
                        <a:cubicBezTo>
                          <a:pt x="3781533" y="1924145"/>
                          <a:pt x="3783723" y="1924431"/>
                          <a:pt x="3785724" y="1923764"/>
                        </a:cubicBezTo>
                        <a:cubicBezTo>
                          <a:pt x="3783819" y="1924336"/>
                          <a:pt x="3782104" y="1925955"/>
                          <a:pt x="3780580" y="1927384"/>
                        </a:cubicBezTo>
                        <a:cubicBezTo>
                          <a:pt x="3778961" y="1928908"/>
                          <a:pt x="3777437" y="1930622"/>
                          <a:pt x="3775627" y="1933194"/>
                        </a:cubicBezTo>
                        <a:cubicBezTo>
                          <a:pt x="3773913" y="1935670"/>
                          <a:pt x="3771722" y="1939195"/>
                          <a:pt x="3769245" y="1943576"/>
                        </a:cubicBezTo>
                        <a:cubicBezTo>
                          <a:pt x="3766769" y="1947958"/>
                          <a:pt x="3764102" y="1953387"/>
                          <a:pt x="3761530" y="1959674"/>
                        </a:cubicBezTo>
                        <a:cubicBezTo>
                          <a:pt x="3757911" y="1968722"/>
                          <a:pt x="3754101" y="1978533"/>
                          <a:pt x="3751910" y="1990058"/>
                        </a:cubicBezTo>
                        <a:cubicBezTo>
                          <a:pt x="3749624" y="2001393"/>
                          <a:pt x="3749148" y="2014918"/>
                          <a:pt x="3753244" y="2027777"/>
                        </a:cubicBezTo>
                        <a:cubicBezTo>
                          <a:pt x="3755911" y="2036826"/>
                          <a:pt x="3760673" y="2044446"/>
                          <a:pt x="3765816" y="2049875"/>
                        </a:cubicBezTo>
                        <a:cubicBezTo>
                          <a:pt x="3768293" y="2052733"/>
                          <a:pt x="3770960" y="2055019"/>
                          <a:pt x="3773627" y="2056924"/>
                        </a:cubicBezTo>
                        <a:cubicBezTo>
                          <a:pt x="3776199" y="2058924"/>
                          <a:pt x="3778675" y="2060353"/>
                          <a:pt x="3781056" y="2061496"/>
                        </a:cubicBezTo>
                        <a:cubicBezTo>
                          <a:pt x="3785724" y="2063972"/>
                          <a:pt x="3790010" y="2064829"/>
                          <a:pt x="3793248" y="2064925"/>
                        </a:cubicBezTo>
                        <a:cubicBezTo>
                          <a:pt x="3796582" y="2065115"/>
                          <a:pt x="3798582" y="2064068"/>
                          <a:pt x="3799821" y="2062353"/>
                        </a:cubicBezTo>
                        <a:cubicBezTo>
                          <a:pt x="3798582" y="2064068"/>
                          <a:pt x="3798487" y="2066544"/>
                          <a:pt x="3799154" y="2069306"/>
                        </a:cubicBezTo>
                        <a:cubicBezTo>
                          <a:pt x="3799726" y="2072164"/>
                          <a:pt x="3801440" y="2075307"/>
                          <a:pt x="3803345" y="2078736"/>
                        </a:cubicBezTo>
                        <a:cubicBezTo>
                          <a:pt x="3804964" y="2082356"/>
                          <a:pt x="3807822" y="2085880"/>
                          <a:pt x="3809727" y="2089785"/>
                        </a:cubicBezTo>
                        <a:cubicBezTo>
                          <a:pt x="3812108" y="2093595"/>
                          <a:pt x="3814108" y="2097405"/>
                          <a:pt x="3815918" y="2101120"/>
                        </a:cubicBezTo>
                        <a:cubicBezTo>
                          <a:pt x="3818680" y="2106454"/>
                          <a:pt x="3819537" y="2111883"/>
                          <a:pt x="3819252" y="2118360"/>
                        </a:cubicBezTo>
                        <a:cubicBezTo>
                          <a:pt x="3818966" y="2124837"/>
                          <a:pt x="3817347" y="2132171"/>
                          <a:pt x="3814965" y="2140172"/>
                        </a:cubicBezTo>
                        <a:cubicBezTo>
                          <a:pt x="3811441" y="2151412"/>
                          <a:pt x="3808679" y="2163699"/>
                          <a:pt x="3808774" y="2173415"/>
                        </a:cubicBezTo>
                        <a:cubicBezTo>
                          <a:pt x="3808870" y="2178272"/>
                          <a:pt x="3809441" y="2182654"/>
                          <a:pt x="3810679" y="2185226"/>
                        </a:cubicBezTo>
                        <a:cubicBezTo>
                          <a:pt x="3811918" y="2187988"/>
                          <a:pt x="3813537" y="2189798"/>
                          <a:pt x="3815632" y="2190274"/>
                        </a:cubicBezTo>
                        <a:cubicBezTo>
                          <a:pt x="3811441" y="2189131"/>
                          <a:pt x="3806298" y="2193131"/>
                          <a:pt x="3801249" y="2200656"/>
                        </a:cubicBezTo>
                        <a:cubicBezTo>
                          <a:pt x="3796201" y="2208276"/>
                          <a:pt x="3791058" y="2219611"/>
                          <a:pt x="3788200" y="2233422"/>
                        </a:cubicBezTo>
                        <a:cubicBezTo>
                          <a:pt x="3786200" y="2243328"/>
                          <a:pt x="3784390" y="2253425"/>
                          <a:pt x="3783819" y="2264093"/>
                        </a:cubicBezTo>
                        <a:cubicBezTo>
                          <a:pt x="3782961" y="2274665"/>
                          <a:pt x="3783438" y="2285714"/>
                          <a:pt x="3784866" y="2296859"/>
                        </a:cubicBezTo>
                        <a:cubicBezTo>
                          <a:pt x="3785628" y="2300764"/>
                          <a:pt x="3786486" y="2304574"/>
                          <a:pt x="3787534" y="2308289"/>
                        </a:cubicBezTo>
                        <a:cubicBezTo>
                          <a:pt x="3788581" y="2311908"/>
                          <a:pt x="3790296" y="2315337"/>
                          <a:pt x="3791724" y="2318480"/>
                        </a:cubicBezTo>
                        <a:cubicBezTo>
                          <a:pt x="3794487" y="2324957"/>
                          <a:pt x="3799154" y="2329910"/>
                          <a:pt x="3802488" y="2333816"/>
                        </a:cubicBezTo>
                        <a:cubicBezTo>
                          <a:pt x="3806488" y="2337530"/>
                          <a:pt x="3810394" y="2339816"/>
                          <a:pt x="3813441" y="2340959"/>
                        </a:cubicBezTo>
                        <a:cubicBezTo>
                          <a:pt x="3816489" y="2342102"/>
                          <a:pt x="3819061" y="2341817"/>
                          <a:pt x="3820871" y="2340388"/>
                        </a:cubicBezTo>
                        <a:cubicBezTo>
                          <a:pt x="3819156" y="2341817"/>
                          <a:pt x="3818490" y="2344198"/>
                          <a:pt x="3818871" y="2347532"/>
                        </a:cubicBezTo>
                        <a:cubicBezTo>
                          <a:pt x="3819347" y="2350770"/>
                          <a:pt x="3820680" y="2355247"/>
                          <a:pt x="3823538" y="2359628"/>
                        </a:cubicBezTo>
                        <a:cubicBezTo>
                          <a:pt x="3826491" y="2363819"/>
                          <a:pt x="3830205" y="2368963"/>
                          <a:pt x="3835539" y="2373344"/>
                        </a:cubicBezTo>
                        <a:cubicBezTo>
                          <a:pt x="3840873" y="2377631"/>
                          <a:pt x="3846970" y="2382298"/>
                          <a:pt x="3854685" y="2385251"/>
                        </a:cubicBezTo>
                        <a:cubicBezTo>
                          <a:pt x="3859923" y="2387822"/>
                          <a:pt x="3865543" y="2389442"/>
                          <a:pt x="3871258" y="2390966"/>
                        </a:cubicBezTo>
                        <a:cubicBezTo>
                          <a:pt x="3876878" y="2392775"/>
                          <a:pt x="3882688" y="2393156"/>
                          <a:pt x="3888403" y="2394014"/>
                        </a:cubicBezTo>
                        <a:cubicBezTo>
                          <a:pt x="3894118" y="2394680"/>
                          <a:pt x="3899643" y="2394490"/>
                          <a:pt x="3905262" y="2394585"/>
                        </a:cubicBezTo>
                        <a:cubicBezTo>
                          <a:pt x="3910596" y="2394204"/>
                          <a:pt x="3916121" y="2394014"/>
                          <a:pt x="3921169" y="2393252"/>
                        </a:cubicBezTo>
                        <a:cubicBezTo>
                          <a:pt x="3928408" y="2392299"/>
                          <a:pt x="3934980" y="2390775"/>
                          <a:pt x="3940600" y="2388870"/>
                        </a:cubicBezTo>
                        <a:cubicBezTo>
                          <a:pt x="3946315" y="2386965"/>
                          <a:pt x="3950982" y="2384774"/>
                          <a:pt x="3954888" y="2382488"/>
                        </a:cubicBezTo>
                        <a:cubicBezTo>
                          <a:pt x="3962508" y="2378012"/>
                          <a:pt x="3966985" y="2372963"/>
                          <a:pt x="3966222" y="2368582"/>
                        </a:cubicBezTo>
                        <a:cubicBezTo>
                          <a:pt x="3966413" y="2369725"/>
                          <a:pt x="3966889" y="2370773"/>
                          <a:pt x="3967651" y="2371725"/>
                        </a:cubicBezTo>
                        <a:cubicBezTo>
                          <a:pt x="3968413" y="2372678"/>
                          <a:pt x="3969461" y="2373630"/>
                          <a:pt x="3970795" y="2374392"/>
                        </a:cubicBezTo>
                        <a:cubicBezTo>
                          <a:pt x="3973366" y="2376011"/>
                          <a:pt x="3976986" y="2377154"/>
                          <a:pt x="3980986" y="2378393"/>
                        </a:cubicBezTo>
                        <a:cubicBezTo>
                          <a:pt x="3985082" y="2379536"/>
                          <a:pt x="3989749" y="2380202"/>
                          <a:pt x="3994512" y="2381155"/>
                        </a:cubicBezTo>
                        <a:cubicBezTo>
                          <a:pt x="3999465" y="2381726"/>
                          <a:pt x="4004513" y="2382774"/>
                          <a:pt x="4009847" y="2383155"/>
                        </a:cubicBezTo>
                        <a:cubicBezTo>
                          <a:pt x="4013657" y="2383631"/>
                          <a:pt x="4017277" y="2384584"/>
                          <a:pt x="4020991" y="2385155"/>
                        </a:cubicBezTo>
                        <a:cubicBezTo>
                          <a:pt x="4024611" y="2386108"/>
                          <a:pt x="4028230" y="2387441"/>
                          <a:pt x="4031850" y="2388489"/>
                        </a:cubicBezTo>
                        <a:cubicBezTo>
                          <a:pt x="4039279" y="2391251"/>
                          <a:pt x="4046804" y="2394680"/>
                          <a:pt x="4053853" y="2398681"/>
                        </a:cubicBezTo>
                        <a:cubicBezTo>
                          <a:pt x="4058901" y="2401443"/>
                          <a:pt x="4063759" y="2404015"/>
                          <a:pt x="4068521" y="2406206"/>
                        </a:cubicBezTo>
                        <a:cubicBezTo>
                          <a:pt x="4073284" y="2408492"/>
                          <a:pt x="4077855" y="2410111"/>
                          <a:pt x="4082046" y="2411444"/>
                        </a:cubicBezTo>
                        <a:cubicBezTo>
                          <a:pt x="4090428" y="2413921"/>
                          <a:pt x="4097191" y="2414016"/>
                          <a:pt x="4100144" y="2410301"/>
                        </a:cubicBezTo>
                        <a:cubicBezTo>
                          <a:pt x="4099382" y="2411254"/>
                          <a:pt x="4099001" y="2412302"/>
                          <a:pt x="4098715" y="2413540"/>
                        </a:cubicBezTo>
                        <a:cubicBezTo>
                          <a:pt x="4098334" y="2416016"/>
                          <a:pt x="4098906" y="2419160"/>
                          <a:pt x="4100335" y="2422779"/>
                        </a:cubicBezTo>
                        <a:cubicBezTo>
                          <a:pt x="4101096" y="2424589"/>
                          <a:pt x="4102049" y="2426494"/>
                          <a:pt x="4103192" y="2428494"/>
                        </a:cubicBezTo>
                        <a:cubicBezTo>
                          <a:pt x="4105478" y="2432399"/>
                          <a:pt x="4108812" y="2436781"/>
                          <a:pt x="4112907" y="2441162"/>
                        </a:cubicBezTo>
                        <a:cubicBezTo>
                          <a:pt x="4117098" y="2445544"/>
                          <a:pt x="4122052" y="2450116"/>
                          <a:pt x="4128052" y="2454212"/>
                        </a:cubicBezTo>
                        <a:cubicBezTo>
                          <a:pt x="4132339" y="2457164"/>
                          <a:pt x="4136530" y="2460117"/>
                          <a:pt x="4141292" y="2462689"/>
                        </a:cubicBezTo>
                        <a:cubicBezTo>
                          <a:pt x="4145864" y="2465451"/>
                          <a:pt x="4150531" y="2468023"/>
                          <a:pt x="4155580" y="2470309"/>
                        </a:cubicBezTo>
                        <a:cubicBezTo>
                          <a:pt x="4160437" y="2472785"/>
                          <a:pt x="4165486" y="2474786"/>
                          <a:pt x="4170724" y="2476595"/>
                        </a:cubicBezTo>
                        <a:cubicBezTo>
                          <a:pt x="4175867" y="2478595"/>
                          <a:pt x="4181107" y="2480024"/>
                          <a:pt x="4186441" y="2481262"/>
                        </a:cubicBezTo>
                        <a:cubicBezTo>
                          <a:pt x="4193870" y="2483453"/>
                          <a:pt x="4201109" y="2483549"/>
                          <a:pt x="4207681" y="2483739"/>
                        </a:cubicBezTo>
                        <a:cubicBezTo>
                          <a:pt x="4214254" y="2483739"/>
                          <a:pt x="4220064" y="2482406"/>
                          <a:pt x="4224826" y="2481167"/>
                        </a:cubicBezTo>
                        <a:cubicBezTo>
                          <a:pt x="4229493" y="2479929"/>
                          <a:pt x="4233875" y="2477738"/>
                          <a:pt x="4236542" y="2475452"/>
                        </a:cubicBezTo>
                        <a:cubicBezTo>
                          <a:pt x="4239209" y="2473262"/>
                          <a:pt x="4240352" y="2470785"/>
                          <a:pt x="4240067" y="2468309"/>
                        </a:cubicBezTo>
                        <a:cubicBezTo>
                          <a:pt x="4240352" y="2470690"/>
                          <a:pt x="4242066" y="2472785"/>
                          <a:pt x="4245210" y="2474404"/>
                        </a:cubicBezTo>
                        <a:cubicBezTo>
                          <a:pt x="4246829" y="2475262"/>
                          <a:pt x="4248734" y="2475929"/>
                          <a:pt x="4250925" y="2476405"/>
                        </a:cubicBezTo>
                        <a:cubicBezTo>
                          <a:pt x="4253116" y="2476881"/>
                          <a:pt x="4255687" y="2477071"/>
                          <a:pt x="4258450" y="2477071"/>
                        </a:cubicBezTo>
                        <a:lnTo>
                          <a:pt x="4258450" y="2477071"/>
                        </a:lnTo>
                        <a:lnTo>
                          <a:pt x="4258450" y="2477071"/>
                        </a:lnTo>
                        <a:cubicBezTo>
                          <a:pt x="4263974" y="2477071"/>
                          <a:pt x="4270546" y="2476119"/>
                          <a:pt x="4277214" y="2473643"/>
                        </a:cubicBezTo>
                        <a:cubicBezTo>
                          <a:pt x="4280643" y="2472500"/>
                          <a:pt x="4284072" y="2471071"/>
                          <a:pt x="4287406" y="2469166"/>
                        </a:cubicBezTo>
                        <a:cubicBezTo>
                          <a:pt x="4290834" y="2467451"/>
                          <a:pt x="4294169" y="2465261"/>
                          <a:pt x="4297311" y="2462784"/>
                        </a:cubicBezTo>
                        <a:cubicBezTo>
                          <a:pt x="4315600" y="2448973"/>
                          <a:pt x="4329506" y="2431447"/>
                          <a:pt x="4339984" y="2412587"/>
                        </a:cubicBezTo>
                        <a:cubicBezTo>
                          <a:pt x="4343699" y="2405920"/>
                          <a:pt x="4346365" y="2399252"/>
                          <a:pt x="4347889" y="2392870"/>
                        </a:cubicBezTo>
                        <a:cubicBezTo>
                          <a:pt x="4349604" y="2386584"/>
                          <a:pt x="4350080" y="2380583"/>
                          <a:pt x="4350080" y="2375535"/>
                        </a:cubicBezTo>
                        <a:cubicBezTo>
                          <a:pt x="4349699" y="2365343"/>
                          <a:pt x="4346365" y="2358771"/>
                          <a:pt x="4341412" y="2357723"/>
                        </a:cubicBezTo>
                        <a:cubicBezTo>
                          <a:pt x="4345032" y="2358485"/>
                          <a:pt x="4349223" y="2356199"/>
                          <a:pt x="4353033" y="2351056"/>
                        </a:cubicBezTo>
                        <a:cubicBezTo>
                          <a:pt x="4354271" y="2349341"/>
                          <a:pt x="4355510" y="2347341"/>
                          <a:pt x="4356652" y="2345055"/>
                        </a:cubicBezTo>
                        <a:cubicBezTo>
                          <a:pt x="4358938" y="2340483"/>
                          <a:pt x="4360844" y="2334768"/>
                          <a:pt x="4361986" y="2328291"/>
                        </a:cubicBezTo>
                        <a:cubicBezTo>
                          <a:pt x="4363225" y="2321814"/>
                          <a:pt x="4363606" y="2314480"/>
                          <a:pt x="4363034" y="2306860"/>
                        </a:cubicBezTo>
                        <a:cubicBezTo>
                          <a:pt x="4361129" y="2285143"/>
                          <a:pt x="4355319" y="2263235"/>
                          <a:pt x="4344556" y="2243519"/>
                        </a:cubicBezTo>
                        <a:cubicBezTo>
                          <a:pt x="4342746" y="2239994"/>
                          <a:pt x="4340651" y="2236756"/>
                          <a:pt x="4338364" y="2233803"/>
                        </a:cubicBezTo>
                        <a:cubicBezTo>
                          <a:pt x="4336173" y="2230850"/>
                          <a:pt x="4333983" y="2227993"/>
                          <a:pt x="4331411" y="2225612"/>
                        </a:cubicBezTo>
                        <a:cubicBezTo>
                          <a:pt x="4326648" y="2220659"/>
                          <a:pt x="4321601" y="2217039"/>
                          <a:pt x="4316933" y="2214658"/>
                        </a:cubicBezTo>
                        <a:cubicBezTo>
                          <a:pt x="4312456" y="2212086"/>
                          <a:pt x="4307885" y="2211038"/>
                          <a:pt x="4304455" y="2210848"/>
                        </a:cubicBezTo>
                        <a:cubicBezTo>
                          <a:pt x="4300931" y="2210753"/>
                          <a:pt x="4298360" y="2211610"/>
                          <a:pt x="4296645" y="2213610"/>
                        </a:cubicBezTo>
                        <a:cubicBezTo>
                          <a:pt x="4297502" y="2212562"/>
                          <a:pt x="4297978" y="2211419"/>
                          <a:pt x="4298264" y="2209991"/>
                        </a:cubicBezTo>
                        <a:cubicBezTo>
                          <a:pt x="4299216" y="2205895"/>
                          <a:pt x="4297883" y="2200466"/>
                          <a:pt x="4294740" y="2194370"/>
                        </a:cubicBezTo>
                        <a:cubicBezTo>
                          <a:pt x="4292644" y="2190369"/>
                          <a:pt x="4289787" y="2186083"/>
                          <a:pt x="4286453" y="2181606"/>
                        </a:cubicBezTo>
                        <a:cubicBezTo>
                          <a:pt x="4283215" y="2177129"/>
                          <a:pt x="4278928" y="2172843"/>
                          <a:pt x="4274737" y="2168462"/>
                        </a:cubicBezTo>
                        <a:lnTo>
                          <a:pt x="4265594" y="2159222"/>
                        </a:lnTo>
                        <a:lnTo>
                          <a:pt x="4257307" y="2149888"/>
                        </a:lnTo>
                        <a:cubicBezTo>
                          <a:pt x="4254640" y="2146745"/>
                          <a:pt x="4252544" y="2143601"/>
                          <a:pt x="4250068" y="2140553"/>
                        </a:cubicBezTo>
                        <a:cubicBezTo>
                          <a:pt x="4247782" y="2137505"/>
                          <a:pt x="4246353" y="2134553"/>
                          <a:pt x="4244352" y="2131600"/>
                        </a:cubicBezTo>
                        <a:cubicBezTo>
                          <a:pt x="4243495" y="2129695"/>
                          <a:pt x="4242733" y="2127980"/>
                          <a:pt x="4241590" y="2126266"/>
                        </a:cubicBezTo>
                        <a:cubicBezTo>
                          <a:pt x="4240447" y="2124551"/>
                          <a:pt x="4240352" y="2123599"/>
                          <a:pt x="4239304" y="2122265"/>
                        </a:cubicBezTo>
                        <a:cubicBezTo>
                          <a:pt x="4238161" y="2120932"/>
                          <a:pt x="4238257" y="2120360"/>
                          <a:pt x="4237304" y="2119312"/>
                        </a:cubicBezTo>
                        <a:cubicBezTo>
                          <a:pt x="4236352" y="2118265"/>
                          <a:pt x="4235876" y="2117408"/>
                          <a:pt x="4235304" y="2116455"/>
                        </a:cubicBezTo>
                        <a:cubicBezTo>
                          <a:pt x="4233589" y="2114455"/>
                          <a:pt x="4232732" y="2111978"/>
                          <a:pt x="4231398" y="2109597"/>
                        </a:cubicBezTo>
                        <a:cubicBezTo>
                          <a:pt x="4229970" y="2107216"/>
                          <a:pt x="4228255" y="2104739"/>
                          <a:pt x="4226160" y="2103311"/>
                        </a:cubicBezTo>
                        <a:cubicBezTo>
                          <a:pt x="4228350" y="2104835"/>
                          <a:pt x="4231303" y="2105406"/>
                          <a:pt x="4234256" y="2105501"/>
                        </a:cubicBezTo>
                        <a:cubicBezTo>
                          <a:pt x="4237304" y="2105596"/>
                          <a:pt x="4239876" y="2105216"/>
                          <a:pt x="4243686" y="2104549"/>
                        </a:cubicBezTo>
                        <a:cubicBezTo>
                          <a:pt x="4245495" y="2104168"/>
                          <a:pt x="4247210" y="2103692"/>
                          <a:pt x="4249020" y="2103120"/>
                        </a:cubicBezTo>
                        <a:cubicBezTo>
                          <a:pt x="4251115" y="2102549"/>
                          <a:pt x="4253306" y="2101882"/>
                          <a:pt x="4255402" y="2101120"/>
                        </a:cubicBezTo>
                        <a:cubicBezTo>
                          <a:pt x="4259307" y="2099405"/>
                          <a:pt x="4264831" y="2097595"/>
                          <a:pt x="4269594" y="2094928"/>
                        </a:cubicBezTo>
                        <a:cubicBezTo>
                          <a:pt x="4273309" y="2093119"/>
                          <a:pt x="4277214" y="2091500"/>
                          <a:pt x="4281024" y="2089785"/>
                        </a:cubicBezTo>
                        <a:lnTo>
                          <a:pt x="4287882" y="2086642"/>
                        </a:lnTo>
                        <a:cubicBezTo>
                          <a:pt x="4290644" y="2085308"/>
                          <a:pt x="4293502" y="2084165"/>
                          <a:pt x="4296074" y="2082546"/>
                        </a:cubicBezTo>
                        <a:cubicBezTo>
                          <a:pt x="4306932" y="2076736"/>
                          <a:pt x="4316552" y="2068830"/>
                          <a:pt x="4324839" y="2059877"/>
                        </a:cubicBezTo>
                        <a:cubicBezTo>
                          <a:pt x="4330744" y="2053685"/>
                          <a:pt x="4334935" y="2046732"/>
                          <a:pt x="4337888" y="2040065"/>
                        </a:cubicBezTo>
                        <a:cubicBezTo>
                          <a:pt x="4340745" y="2033397"/>
                          <a:pt x="4342270" y="2027110"/>
                          <a:pt x="4342555" y="2021586"/>
                        </a:cubicBezTo>
                        <a:cubicBezTo>
                          <a:pt x="4343032" y="2016157"/>
                          <a:pt x="4342079" y="2011490"/>
                          <a:pt x="4340745" y="2008156"/>
                        </a:cubicBezTo>
                        <a:cubicBezTo>
                          <a:pt x="4339317" y="2004822"/>
                          <a:pt x="4337031" y="2002631"/>
                          <a:pt x="4334364" y="2001965"/>
                        </a:cubicBezTo>
                        <a:cubicBezTo>
                          <a:pt x="4337031" y="2002727"/>
                          <a:pt x="4339984" y="2002060"/>
                          <a:pt x="4343032" y="2000060"/>
                        </a:cubicBezTo>
                        <a:cubicBezTo>
                          <a:pt x="4346175" y="1998059"/>
                          <a:pt x="4349033" y="1994535"/>
                          <a:pt x="4351795" y="1989773"/>
                        </a:cubicBezTo>
                        <a:cubicBezTo>
                          <a:pt x="4354367" y="1985010"/>
                          <a:pt x="4356652" y="1979104"/>
                          <a:pt x="4357986" y="1972246"/>
                        </a:cubicBezTo>
                        <a:cubicBezTo>
                          <a:pt x="4359319" y="1965389"/>
                          <a:pt x="4359795" y="1957673"/>
                          <a:pt x="4358843" y="1949577"/>
                        </a:cubicBezTo>
                        <a:cubicBezTo>
                          <a:pt x="4356462" y="1926812"/>
                          <a:pt x="4348747" y="1903381"/>
                          <a:pt x="4332459" y="1883188"/>
                        </a:cubicBezTo>
                        <a:cubicBezTo>
                          <a:pt x="4326839" y="1876139"/>
                          <a:pt x="4319600" y="1870519"/>
                          <a:pt x="4312456" y="1866614"/>
                        </a:cubicBezTo>
                        <a:cubicBezTo>
                          <a:pt x="4305122" y="1862900"/>
                          <a:pt x="4297883" y="1860899"/>
                          <a:pt x="4291692" y="1860614"/>
                        </a:cubicBezTo>
                        <a:cubicBezTo>
                          <a:pt x="4288548" y="1860518"/>
                          <a:pt x="4285786" y="1860614"/>
                          <a:pt x="4283310" y="1860994"/>
                        </a:cubicBezTo>
                        <a:cubicBezTo>
                          <a:pt x="4280833" y="1861566"/>
                          <a:pt x="4278738" y="1862328"/>
                          <a:pt x="4277024" y="1863185"/>
                        </a:cubicBezTo>
                        <a:cubicBezTo>
                          <a:pt x="4273594" y="1864995"/>
                          <a:pt x="4271689" y="1867471"/>
                          <a:pt x="4271213" y="1870329"/>
                        </a:cubicBezTo>
                        <a:cubicBezTo>
                          <a:pt x="4271594" y="1867471"/>
                          <a:pt x="4270546" y="1864614"/>
                          <a:pt x="4267784" y="1861757"/>
                        </a:cubicBezTo>
                        <a:cubicBezTo>
                          <a:pt x="4265022" y="1858804"/>
                          <a:pt x="4260736" y="1856518"/>
                          <a:pt x="4255020" y="1854708"/>
                        </a:cubicBezTo>
                        <a:cubicBezTo>
                          <a:pt x="4249496" y="1852993"/>
                          <a:pt x="4245019" y="1851851"/>
                          <a:pt x="4238924" y="1851089"/>
                        </a:cubicBezTo>
                        <a:cubicBezTo>
                          <a:pt x="4233113" y="1850422"/>
                          <a:pt x="4226922" y="1850231"/>
                          <a:pt x="4220350" y="1850612"/>
                        </a:cubicBezTo>
                        <a:cubicBezTo>
                          <a:pt x="4211206" y="1851184"/>
                          <a:pt x="4202252" y="1851660"/>
                          <a:pt x="4193584" y="1851946"/>
                        </a:cubicBezTo>
                        <a:cubicBezTo>
                          <a:pt x="4185298" y="1852041"/>
                          <a:pt x="4176630" y="1852136"/>
                          <a:pt x="4170724" y="1851089"/>
                        </a:cubicBezTo>
                        <a:cubicBezTo>
                          <a:pt x="4168152" y="1850898"/>
                          <a:pt x="4167009" y="1850422"/>
                          <a:pt x="4165390" y="1850422"/>
                        </a:cubicBezTo>
                        <a:cubicBezTo>
                          <a:pt x="4165009" y="1850422"/>
                          <a:pt x="4164533" y="1850422"/>
                          <a:pt x="4164343" y="1850422"/>
                        </a:cubicBezTo>
                        <a:lnTo>
                          <a:pt x="4164057" y="1850612"/>
                        </a:lnTo>
                        <a:lnTo>
                          <a:pt x="4163390" y="1851089"/>
                        </a:lnTo>
                        <a:cubicBezTo>
                          <a:pt x="4162342" y="1851946"/>
                          <a:pt x="4161199" y="1852422"/>
                          <a:pt x="4158723" y="1852803"/>
                        </a:cubicBezTo>
                        <a:cubicBezTo>
                          <a:pt x="4157675" y="1852898"/>
                          <a:pt x="4156532" y="1852803"/>
                          <a:pt x="4155198" y="1852708"/>
                        </a:cubicBezTo>
                        <a:cubicBezTo>
                          <a:pt x="4153960" y="1852517"/>
                          <a:pt x="4152722" y="1851755"/>
                          <a:pt x="4151293" y="1851469"/>
                        </a:cubicBezTo>
                        <a:cubicBezTo>
                          <a:pt x="4148531" y="1850612"/>
                          <a:pt x="4145388" y="1850041"/>
                          <a:pt x="4142435" y="1850422"/>
                        </a:cubicBezTo>
                        <a:cubicBezTo>
                          <a:pt x="4145388" y="1850041"/>
                          <a:pt x="4148055" y="1848707"/>
                          <a:pt x="4150627" y="1846612"/>
                        </a:cubicBezTo>
                        <a:cubicBezTo>
                          <a:pt x="4153293" y="1844421"/>
                          <a:pt x="4155103" y="1842421"/>
                          <a:pt x="4157675" y="1838896"/>
                        </a:cubicBezTo>
                        <a:cubicBezTo>
                          <a:pt x="4159961" y="1835658"/>
                          <a:pt x="4161771" y="1831943"/>
                          <a:pt x="4163961" y="1827181"/>
                        </a:cubicBezTo>
                        <a:cubicBezTo>
                          <a:pt x="4164438" y="1825943"/>
                          <a:pt x="4164914" y="1824800"/>
                          <a:pt x="4165295" y="1823657"/>
                        </a:cubicBezTo>
                        <a:cubicBezTo>
                          <a:pt x="4165676" y="1822514"/>
                          <a:pt x="4166152" y="1821370"/>
                          <a:pt x="4166628" y="1819275"/>
                        </a:cubicBezTo>
                        <a:cubicBezTo>
                          <a:pt x="4167486" y="1815656"/>
                          <a:pt x="4168248" y="1811750"/>
                          <a:pt x="4168914" y="1807845"/>
                        </a:cubicBezTo>
                        <a:cubicBezTo>
                          <a:pt x="4170343" y="1796510"/>
                          <a:pt x="4170533" y="1784604"/>
                          <a:pt x="4169295" y="1772507"/>
                        </a:cubicBezTo>
                        <a:cubicBezTo>
                          <a:pt x="4168438" y="1766411"/>
                          <a:pt x="4167295" y="1760315"/>
                          <a:pt x="4165676" y="1754219"/>
                        </a:cubicBezTo>
                        <a:cubicBezTo>
                          <a:pt x="4163485" y="1748123"/>
                          <a:pt x="4162057" y="1741932"/>
                          <a:pt x="4158723" y="1736027"/>
                        </a:cubicBezTo>
                        <a:cubicBezTo>
                          <a:pt x="4154818" y="1727549"/>
                          <a:pt x="4148721" y="1720215"/>
                          <a:pt x="4142340" y="1714691"/>
                        </a:cubicBezTo>
                        <a:cubicBezTo>
                          <a:pt x="4138911" y="1712024"/>
                          <a:pt x="4135482" y="1709737"/>
                          <a:pt x="4132243" y="1707833"/>
                        </a:cubicBezTo>
                        <a:cubicBezTo>
                          <a:pt x="4128719" y="1706213"/>
                          <a:pt x="4125290" y="1704975"/>
                          <a:pt x="4122147" y="1704118"/>
                        </a:cubicBezTo>
                        <a:cubicBezTo>
                          <a:pt x="4115955" y="1702213"/>
                          <a:pt x="4110145" y="1703070"/>
                          <a:pt x="4106335" y="1704118"/>
                        </a:cubicBezTo>
                        <a:cubicBezTo>
                          <a:pt x="4102430" y="1705261"/>
                          <a:pt x="4100049" y="1707928"/>
                          <a:pt x="4099096" y="1710881"/>
                        </a:cubicBezTo>
                        <a:cubicBezTo>
                          <a:pt x="4100049" y="1707928"/>
                          <a:pt x="4099382" y="1704689"/>
                          <a:pt x="4096905" y="1701356"/>
                        </a:cubicBezTo>
                        <a:cubicBezTo>
                          <a:pt x="4095667" y="1699641"/>
                          <a:pt x="4093953" y="1697927"/>
                          <a:pt x="4091857" y="1696307"/>
                        </a:cubicBezTo>
                        <a:cubicBezTo>
                          <a:pt x="4089762" y="1694783"/>
                          <a:pt x="4087190" y="1693545"/>
                          <a:pt x="4084237" y="1692307"/>
                        </a:cubicBezTo>
                        <a:cubicBezTo>
                          <a:pt x="4078141" y="1689544"/>
                          <a:pt x="4070997" y="1688783"/>
                          <a:pt x="4062711" y="1688592"/>
                        </a:cubicBezTo>
                        <a:cubicBezTo>
                          <a:pt x="4054995" y="1689164"/>
                          <a:pt x="4045852" y="1690402"/>
                          <a:pt x="4038231" y="1694021"/>
                        </a:cubicBezTo>
                        <a:lnTo>
                          <a:pt x="4029754" y="1697641"/>
                        </a:lnTo>
                        <a:cubicBezTo>
                          <a:pt x="4027087" y="1698974"/>
                          <a:pt x="4024611" y="1700498"/>
                          <a:pt x="4022039" y="1701927"/>
                        </a:cubicBezTo>
                        <a:lnTo>
                          <a:pt x="4014419" y="1706404"/>
                        </a:lnTo>
                        <a:lnTo>
                          <a:pt x="4008323" y="1710404"/>
                        </a:lnTo>
                        <a:lnTo>
                          <a:pt x="3984987" y="1725930"/>
                        </a:lnTo>
                        <a:cubicBezTo>
                          <a:pt x="3974319" y="1732978"/>
                          <a:pt x="3966318" y="1741265"/>
                          <a:pt x="3961460" y="1748981"/>
                        </a:cubicBezTo>
                        <a:cubicBezTo>
                          <a:pt x="3956697" y="1756791"/>
                          <a:pt x="3955078" y="1764411"/>
                          <a:pt x="3958221" y="1769935"/>
                        </a:cubicBezTo>
                        <a:cubicBezTo>
                          <a:pt x="3955078" y="1764316"/>
                          <a:pt x="3947649" y="1761649"/>
                          <a:pt x="3938790" y="1761458"/>
                        </a:cubicBezTo>
                        <a:cubicBezTo>
                          <a:pt x="3934314" y="1761077"/>
                          <a:pt x="3929551" y="1761458"/>
                          <a:pt x="3924598" y="1762316"/>
                        </a:cubicBezTo>
                        <a:cubicBezTo>
                          <a:pt x="3919740" y="1762601"/>
                          <a:pt x="3914692" y="1764316"/>
                          <a:pt x="3909835" y="1765364"/>
                        </a:cubicBezTo>
                        <a:cubicBezTo>
                          <a:pt x="3902881" y="1767364"/>
                          <a:pt x="3896214" y="1768411"/>
                          <a:pt x="3889927" y="1768793"/>
                        </a:cubicBezTo>
                        <a:cubicBezTo>
                          <a:pt x="3886974" y="1768507"/>
                          <a:pt x="3883736" y="1769174"/>
                          <a:pt x="3880878" y="1768507"/>
                        </a:cubicBezTo>
                        <a:cubicBezTo>
                          <a:pt x="3878116" y="1767745"/>
                          <a:pt x="3875068" y="1767935"/>
                          <a:pt x="3872401" y="1766887"/>
                        </a:cubicBezTo>
                        <a:cubicBezTo>
                          <a:pt x="3868686" y="1765364"/>
                          <a:pt x="3864686" y="1765364"/>
                          <a:pt x="3860876" y="1764125"/>
                        </a:cubicBezTo>
                        <a:cubicBezTo>
                          <a:pt x="3856971" y="1763363"/>
                          <a:pt x="3852875" y="1763459"/>
                          <a:pt x="3849065" y="1762792"/>
                        </a:cubicBezTo>
                        <a:cubicBezTo>
                          <a:pt x="3845160" y="1762506"/>
                          <a:pt x="3841350" y="1762887"/>
                          <a:pt x="3837826" y="1763840"/>
                        </a:cubicBezTo>
                        <a:cubicBezTo>
                          <a:pt x="3834301" y="1764887"/>
                          <a:pt x="3831444" y="1766126"/>
                          <a:pt x="3829062" y="1768602"/>
                        </a:cubicBezTo>
                        <a:cubicBezTo>
                          <a:pt x="3833539" y="1763649"/>
                          <a:pt x="3834301" y="1755648"/>
                          <a:pt x="3832682" y="1747742"/>
                        </a:cubicBezTo>
                        <a:cubicBezTo>
                          <a:pt x="3831634" y="1743742"/>
                          <a:pt x="3831158" y="1739646"/>
                          <a:pt x="3829634" y="1735550"/>
                        </a:cubicBezTo>
                        <a:cubicBezTo>
                          <a:pt x="3828967" y="1733360"/>
                          <a:pt x="3828205" y="1731264"/>
                          <a:pt x="3827253" y="1729168"/>
                        </a:cubicBezTo>
                        <a:cubicBezTo>
                          <a:pt x="3826395" y="1726883"/>
                          <a:pt x="3825443" y="1724596"/>
                          <a:pt x="3824205" y="1722406"/>
                        </a:cubicBezTo>
                        <a:cubicBezTo>
                          <a:pt x="3821061" y="1715834"/>
                          <a:pt x="3818109" y="1708880"/>
                          <a:pt x="3815918" y="1701451"/>
                        </a:cubicBezTo>
                        <a:cubicBezTo>
                          <a:pt x="3813537" y="1694117"/>
                          <a:pt x="3811727" y="1686306"/>
                          <a:pt x="3810298" y="1678400"/>
                        </a:cubicBezTo>
                        <a:cubicBezTo>
                          <a:pt x="3808298" y="1667256"/>
                          <a:pt x="3804393" y="1657255"/>
                          <a:pt x="3799440" y="1649730"/>
                        </a:cubicBezTo>
                        <a:cubicBezTo>
                          <a:pt x="3794391" y="1642205"/>
                          <a:pt x="3788105" y="1637348"/>
                          <a:pt x="3781152" y="1637443"/>
                        </a:cubicBezTo>
                        <a:cubicBezTo>
                          <a:pt x="3788200" y="1637252"/>
                          <a:pt x="3794106" y="1632014"/>
                          <a:pt x="3798963" y="1624203"/>
                        </a:cubicBezTo>
                        <a:cubicBezTo>
                          <a:pt x="3803631" y="1616393"/>
                          <a:pt x="3807345" y="1606010"/>
                          <a:pt x="3808679" y="1594485"/>
                        </a:cubicBezTo>
                        <a:cubicBezTo>
                          <a:pt x="3809251" y="1590389"/>
                          <a:pt x="3809917" y="1586293"/>
                          <a:pt x="3810584" y="1582198"/>
                        </a:cubicBezTo>
                        <a:cubicBezTo>
                          <a:pt x="3811346" y="1578102"/>
                          <a:pt x="3812108" y="1574102"/>
                          <a:pt x="3813061" y="1570101"/>
                        </a:cubicBezTo>
                        <a:cubicBezTo>
                          <a:pt x="3814870" y="1562100"/>
                          <a:pt x="3816966" y="1554194"/>
                          <a:pt x="3819633" y="1546765"/>
                        </a:cubicBezTo>
                        <a:cubicBezTo>
                          <a:pt x="3821347" y="1541335"/>
                          <a:pt x="3822776" y="1536383"/>
                          <a:pt x="3823252" y="1531334"/>
                        </a:cubicBezTo>
                        <a:cubicBezTo>
                          <a:pt x="3824110" y="1526572"/>
                          <a:pt x="3824014" y="1521714"/>
                          <a:pt x="3823728" y="1517523"/>
                        </a:cubicBezTo>
                        <a:cubicBezTo>
                          <a:pt x="3822776" y="1508855"/>
                          <a:pt x="3820014" y="1501616"/>
                          <a:pt x="3813918" y="1497711"/>
                        </a:cubicBezTo>
                        <a:cubicBezTo>
                          <a:pt x="3819919" y="1501426"/>
                          <a:pt x="3828110" y="1500759"/>
                          <a:pt x="3835920" y="1498187"/>
                        </a:cubicBezTo>
                        <a:cubicBezTo>
                          <a:pt x="3840016" y="1497235"/>
                          <a:pt x="3843731" y="1495139"/>
                          <a:pt x="3847541" y="1493615"/>
                        </a:cubicBezTo>
                        <a:cubicBezTo>
                          <a:pt x="3851256" y="1491710"/>
                          <a:pt x="3854685" y="1489901"/>
                          <a:pt x="3857828" y="1487805"/>
                        </a:cubicBezTo>
                        <a:cubicBezTo>
                          <a:pt x="3862305" y="1484567"/>
                          <a:pt x="3866781" y="1483138"/>
                          <a:pt x="3871163" y="1481995"/>
                        </a:cubicBezTo>
                        <a:cubicBezTo>
                          <a:pt x="3872306" y="1481804"/>
                          <a:pt x="3873354" y="1481518"/>
                          <a:pt x="3874592" y="1481328"/>
                        </a:cubicBezTo>
                        <a:lnTo>
                          <a:pt x="3879926" y="1481042"/>
                        </a:lnTo>
                        <a:cubicBezTo>
                          <a:pt x="3881736" y="1481042"/>
                          <a:pt x="3883450" y="1480757"/>
                          <a:pt x="3885260" y="1480661"/>
                        </a:cubicBezTo>
                        <a:cubicBezTo>
                          <a:pt x="3887070" y="1480566"/>
                          <a:pt x="3888784" y="1480376"/>
                          <a:pt x="3890499" y="1480566"/>
                        </a:cubicBezTo>
                        <a:cubicBezTo>
                          <a:pt x="3895356" y="1481042"/>
                          <a:pt x="3900024" y="1479899"/>
                          <a:pt x="3904405" y="1479518"/>
                        </a:cubicBezTo>
                        <a:cubicBezTo>
                          <a:pt x="3908787" y="1479042"/>
                          <a:pt x="3913073" y="1477423"/>
                          <a:pt x="3916978" y="1475994"/>
                        </a:cubicBezTo>
                        <a:cubicBezTo>
                          <a:pt x="3924694" y="1473232"/>
                          <a:pt x="3931456" y="1468088"/>
                          <a:pt x="3933837" y="1461135"/>
                        </a:cubicBezTo>
                        <a:cubicBezTo>
                          <a:pt x="3931552" y="1467993"/>
                          <a:pt x="3933647" y="1476375"/>
                          <a:pt x="3938124" y="1483519"/>
                        </a:cubicBezTo>
                        <a:cubicBezTo>
                          <a:pt x="3940410" y="1486948"/>
                          <a:pt x="3942981" y="1491139"/>
                          <a:pt x="3946411" y="1494377"/>
                        </a:cubicBezTo>
                        <a:cubicBezTo>
                          <a:pt x="3949744" y="1497520"/>
                          <a:pt x="3953459" y="1501521"/>
                          <a:pt x="3957936" y="1504188"/>
                        </a:cubicBezTo>
                        <a:cubicBezTo>
                          <a:pt x="3964127" y="1508760"/>
                          <a:pt x="3970318" y="1513523"/>
                          <a:pt x="3976319" y="1519047"/>
                        </a:cubicBezTo>
                        <a:cubicBezTo>
                          <a:pt x="3979367" y="1521619"/>
                          <a:pt x="3982320" y="1524571"/>
                          <a:pt x="3985272" y="1527429"/>
                        </a:cubicBezTo>
                        <a:cubicBezTo>
                          <a:pt x="3988225" y="1530286"/>
                          <a:pt x="3991178" y="1533239"/>
                          <a:pt x="3994036" y="1536383"/>
                        </a:cubicBezTo>
                        <a:cubicBezTo>
                          <a:pt x="4002227" y="1544860"/>
                          <a:pt x="4011752" y="1551432"/>
                          <a:pt x="4020991" y="1554575"/>
                        </a:cubicBezTo>
                        <a:cubicBezTo>
                          <a:pt x="4030230" y="1557623"/>
                          <a:pt x="4038994" y="1557433"/>
                          <a:pt x="4044899" y="1552385"/>
                        </a:cubicBezTo>
                        <a:cubicBezTo>
                          <a:pt x="4041946" y="1554861"/>
                          <a:pt x="4039946" y="1558195"/>
                          <a:pt x="4038994" y="1562195"/>
                        </a:cubicBezTo>
                        <a:cubicBezTo>
                          <a:pt x="4037946" y="1566196"/>
                          <a:pt x="4037851" y="1570768"/>
                          <a:pt x="4038708" y="1575816"/>
                        </a:cubicBezTo>
                        <a:cubicBezTo>
                          <a:pt x="4039089" y="1578293"/>
                          <a:pt x="4039755" y="1580864"/>
                          <a:pt x="4040708" y="1583531"/>
                        </a:cubicBezTo>
                        <a:cubicBezTo>
                          <a:pt x="4041661" y="1586198"/>
                          <a:pt x="4042803" y="1588960"/>
                          <a:pt x="4044232" y="1591723"/>
                        </a:cubicBezTo>
                        <a:cubicBezTo>
                          <a:pt x="4046995" y="1597247"/>
                          <a:pt x="4051852" y="1603058"/>
                          <a:pt x="4056996" y="1608392"/>
                        </a:cubicBezTo>
                        <a:cubicBezTo>
                          <a:pt x="4064520" y="1616011"/>
                          <a:pt x="4071760" y="1624012"/>
                          <a:pt x="4080522" y="1630299"/>
                        </a:cubicBezTo>
                        <a:lnTo>
                          <a:pt x="4093191" y="1640300"/>
                        </a:lnTo>
                        <a:cubicBezTo>
                          <a:pt x="4097477" y="1643634"/>
                          <a:pt x="4101573" y="1647063"/>
                          <a:pt x="4106335" y="1649635"/>
                        </a:cubicBezTo>
                        <a:cubicBezTo>
                          <a:pt x="4112812" y="1653540"/>
                          <a:pt x="4119385" y="1656588"/>
                          <a:pt x="4125671" y="1658588"/>
                        </a:cubicBezTo>
                        <a:cubicBezTo>
                          <a:pt x="4128814" y="1659636"/>
                          <a:pt x="4131862" y="1660398"/>
                          <a:pt x="4134815" y="1660969"/>
                        </a:cubicBezTo>
                        <a:cubicBezTo>
                          <a:pt x="4137863" y="1661351"/>
                          <a:pt x="4140816" y="1661255"/>
                          <a:pt x="4143578" y="1661160"/>
                        </a:cubicBezTo>
                        <a:cubicBezTo>
                          <a:pt x="4154627" y="1660398"/>
                          <a:pt x="4162628" y="1656017"/>
                          <a:pt x="4165676" y="1648682"/>
                        </a:cubicBezTo>
                        <a:cubicBezTo>
                          <a:pt x="4164152" y="1652302"/>
                          <a:pt x="4163961" y="1656398"/>
                          <a:pt x="4165105" y="1660684"/>
                        </a:cubicBezTo>
                        <a:cubicBezTo>
                          <a:pt x="4166248" y="1664779"/>
                          <a:pt x="4168534" y="1669637"/>
                          <a:pt x="4172248" y="1673543"/>
                        </a:cubicBezTo>
                        <a:cubicBezTo>
                          <a:pt x="4175963" y="1677448"/>
                          <a:pt x="4180821" y="1681162"/>
                          <a:pt x="4186631" y="1684496"/>
                        </a:cubicBezTo>
                        <a:cubicBezTo>
                          <a:pt x="4192441" y="1687640"/>
                          <a:pt x="4199014" y="1691068"/>
                          <a:pt x="4206443" y="1692402"/>
                        </a:cubicBezTo>
                        <a:lnTo>
                          <a:pt x="4237971" y="1698117"/>
                        </a:lnTo>
                        <a:lnTo>
                          <a:pt x="4269880" y="1700212"/>
                        </a:lnTo>
                        <a:cubicBezTo>
                          <a:pt x="4277404" y="1700975"/>
                          <a:pt x="4284453" y="1699069"/>
                          <a:pt x="4290834" y="1697450"/>
                        </a:cubicBezTo>
                        <a:cubicBezTo>
                          <a:pt x="4297217" y="1695641"/>
                          <a:pt x="4302836" y="1693164"/>
                          <a:pt x="4307313" y="1690211"/>
                        </a:cubicBezTo>
                        <a:cubicBezTo>
                          <a:pt x="4311885" y="1687449"/>
                          <a:pt x="4315218" y="1683258"/>
                          <a:pt x="4317314" y="1679448"/>
                        </a:cubicBezTo>
                        <a:cubicBezTo>
                          <a:pt x="4319409" y="1675543"/>
                          <a:pt x="4320172" y="1671447"/>
                          <a:pt x="4319600" y="1667351"/>
                        </a:cubicBezTo>
                        <a:cubicBezTo>
                          <a:pt x="4320838" y="1675448"/>
                          <a:pt x="4327506" y="1681925"/>
                          <a:pt x="4338079" y="1685639"/>
                        </a:cubicBezTo>
                        <a:cubicBezTo>
                          <a:pt x="4340745" y="1686592"/>
                          <a:pt x="4343603" y="1687354"/>
                          <a:pt x="4346651" y="1687925"/>
                        </a:cubicBezTo>
                        <a:cubicBezTo>
                          <a:pt x="4349699" y="1688402"/>
                          <a:pt x="4352842" y="1688306"/>
                          <a:pt x="4356081" y="1688211"/>
                        </a:cubicBezTo>
                        <a:cubicBezTo>
                          <a:pt x="4362653" y="1687925"/>
                          <a:pt x="4369797" y="1686782"/>
                          <a:pt x="4377036" y="1684782"/>
                        </a:cubicBezTo>
                        <a:lnTo>
                          <a:pt x="4384751" y="1682496"/>
                        </a:lnTo>
                        <a:lnTo>
                          <a:pt x="4392181" y="1679448"/>
                        </a:lnTo>
                        <a:lnTo>
                          <a:pt x="4407040" y="1673352"/>
                        </a:lnTo>
                        <a:cubicBezTo>
                          <a:pt x="4411897" y="1671161"/>
                          <a:pt x="4417041" y="1669447"/>
                          <a:pt x="4421708" y="1666875"/>
                        </a:cubicBezTo>
                        <a:lnTo>
                          <a:pt x="4435805" y="1659065"/>
                        </a:lnTo>
                        <a:cubicBezTo>
                          <a:pt x="4442377" y="1655350"/>
                          <a:pt x="4448283" y="1651254"/>
                          <a:pt x="4452950" y="1646492"/>
                        </a:cubicBezTo>
                        <a:cubicBezTo>
                          <a:pt x="4457332" y="1641443"/>
                          <a:pt x="4460856" y="1636204"/>
                          <a:pt x="4463047" y="1631061"/>
                        </a:cubicBezTo>
                        <a:cubicBezTo>
                          <a:pt x="4467618" y="1620869"/>
                          <a:pt x="4467333" y="1611535"/>
                          <a:pt x="4461999" y="1605058"/>
                        </a:cubicBezTo>
                        <a:cubicBezTo>
                          <a:pt x="4464666" y="1608296"/>
                          <a:pt x="4468381" y="1610677"/>
                          <a:pt x="4472762" y="1611820"/>
                        </a:cubicBezTo>
                        <a:cubicBezTo>
                          <a:pt x="4477049" y="1612868"/>
                          <a:pt x="4482001" y="1612773"/>
                          <a:pt x="4487431" y="1611535"/>
                        </a:cubicBezTo>
                        <a:cubicBezTo>
                          <a:pt x="4492860" y="1610296"/>
                          <a:pt x="4498670" y="1608010"/>
                          <a:pt x="4504480" y="1604677"/>
                        </a:cubicBezTo>
                        <a:cubicBezTo>
                          <a:pt x="4507433" y="1602962"/>
                          <a:pt x="4510291" y="1601057"/>
                          <a:pt x="4513244" y="1598962"/>
                        </a:cubicBezTo>
                        <a:cubicBezTo>
                          <a:pt x="4515815" y="1596581"/>
                          <a:pt x="4518387" y="1593914"/>
                          <a:pt x="4520768" y="1591056"/>
                        </a:cubicBezTo>
                        <a:cubicBezTo>
                          <a:pt x="4527626" y="1582865"/>
                          <a:pt x="4534770" y="1574768"/>
                          <a:pt x="4541152" y="1566291"/>
                        </a:cubicBezTo>
                        <a:lnTo>
                          <a:pt x="4558583" y="1539431"/>
                        </a:lnTo>
                        <a:cubicBezTo>
                          <a:pt x="4562964" y="1532953"/>
                          <a:pt x="4564964" y="1527048"/>
                          <a:pt x="4566393" y="1521238"/>
                        </a:cubicBezTo>
                        <a:cubicBezTo>
                          <a:pt x="4567822" y="1515427"/>
                          <a:pt x="4568298" y="1509712"/>
                          <a:pt x="4567917" y="1504474"/>
                        </a:cubicBezTo>
                        <a:cubicBezTo>
                          <a:pt x="4567155" y="1494092"/>
                          <a:pt x="4562583" y="1485614"/>
                          <a:pt x="4554963" y="1481614"/>
                        </a:cubicBezTo>
                        <a:cubicBezTo>
                          <a:pt x="4570203" y="1489901"/>
                          <a:pt x="4593158" y="1477232"/>
                          <a:pt x="4605445" y="1454468"/>
                        </a:cubicBezTo>
                        <a:lnTo>
                          <a:pt x="4618685" y="1430274"/>
                        </a:lnTo>
                        <a:cubicBezTo>
                          <a:pt x="4623162" y="1422368"/>
                          <a:pt x="4627448" y="1414177"/>
                          <a:pt x="4632020" y="1406461"/>
                        </a:cubicBezTo>
                        <a:cubicBezTo>
                          <a:pt x="4638402" y="1395603"/>
                          <a:pt x="4640878" y="1383697"/>
                          <a:pt x="4640307" y="1373791"/>
                        </a:cubicBezTo>
                        <a:cubicBezTo>
                          <a:pt x="4639640" y="1363790"/>
                          <a:pt x="4635544" y="1355027"/>
                          <a:pt x="4628020" y="1350264"/>
                        </a:cubicBezTo>
                        <a:cubicBezTo>
                          <a:pt x="4631830" y="1352645"/>
                          <a:pt x="4636116" y="1353788"/>
                          <a:pt x="4640593" y="1353884"/>
                        </a:cubicBezTo>
                        <a:cubicBezTo>
                          <a:pt x="4645165" y="1353979"/>
                          <a:pt x="4649832" y="1352931"/>
                          <a:pt x="4654594" y="1351217"/>
                        </a:cubicBezTo>
                        <a:cubicBezTo>
                          <a:pt x="4659357" y="1349502"/>
                          <a:pt x="4664119" y="1346835"/>
                          <a:pt x="4668501" y="1343501"/>
                        </a:cubicBezTo>
                        <a:cubicBezTo>
                          <a:pt x="4672977" y="1340168"/>
                          <a:pt x="4676883" y="1335691"/>
                          <a:pt x="4680502" y="1331024"/>
                        </a:cubicBezTo>
                        <a:lnTo>
                          <a:pt x="4696218" y="1311116"/>
                        </a:lnTo>
                        <a:cubicBezTo>
                          <a:pt x="4701648" y="1304830"/>
                          <a:pt x="4707363" y="1298924"/>
                          <a:pt x="4712887" y="1292733"/>
                        </a:cubicBezTo>
                        <a:cubicBezTo>
                          <a:pt x="4716602" y="1288256"/>
                          <a:pt x="4720222" y="1284351"/>
                          <a:pt x="4722603" y="1279684"/>
                        </a:cubicBezTo>
                        <a:cubicBezTo>
                          <a:pt x="4725079" y="1275112"/>
                          <a:pt x="4726794" y="1270254"/>
                          <a:pt x="4727651" y="1265396"/>
                        </a:cubicBezTo>
                        <a:cubicBezTo>
                          <a:pt x="4728413" y="1260348"/>
                          <a:pt x="4728699" y="1255871"/>
                          <a:pt x="4727937" y="1251490"/>
                        </a:cubicBezTo>
                        <a:cubicBezTo>
                          <a:pt x="4727175" y="1247108"/>
                          <a:pt x="4725460" y="1242822"/>
                          <a:pt x="4722698" y="1239298"/>
                        </a:cubicBezTo>
                        <a:cubicBezTo>
                          <a:pt x="4728413" y="1246442"/>
                          <a:pt x="4737557" y="1250061"/>
                          <a:pt x="4747082" y="1250537"/>
                        </a:cubicBezTo>
                        <a:cubicBezTo>
                          <a:pt x="4751845" y="1250633"/>
                          <a:pt x="4756702" y="1250061"/>
                          <a:pt x="4761846" y="1249299"/>
                        </a:cubicBezTo>
                        <a:cubicBezTo>
                          <a:pt x="4766894" y="1248346"/>
                          <a:pt x="4771847" y="1246632"/>
                          <a:pt x="4776514" y="1243870"/>
                        </a:cubicBezTo>
                        <a:cubicBezTo>
                          <a:pt x="4778229" y="1242917"/>
                          <a:pt x="4779848" y="1241869"/>
                          <a:pt x="4781563" y="1241012"/>
                        </a:cubicBezTo>
                        <a:lnTo>
                          <a:pt x="4786897" y="1238821"/>
                        </a:lnTo>
                        <a:lnTo>
                          <a:pt x="4797469" y="1234345"/>
                        </a:lnTo>
                        <a:cubicBezTo>
                          <a:pt x="4801089" y="1233011"/>
                          <a:pt x="4804423" y="1231011"/>
                          <a:pt x="4808137" y="1230059"/>
                        </a:cubicBezTo>
                        <a:lnTo>
                          <a:pt x="4819282" y="1227010"/>
                        </a:lnTo>
                        <a:cubicBezTo>
                          <a:pt x="4824520" y="1225582"/>
                          <a:pt x="4829188" y="1223105"/>
                          <a:pt x="4833379" y="1220248"/>
                        </a:cubicBezTo>
                        <a:cubicBezTo>
                          <a:pt x="4837855" y="1217867"/>
                          <a:pt x="4841665" y="1214818"/>
                          <a:pt x="4844904" y="1211199"/>
                        </a:cubicBezTo>
                        <a:cubicBezTo>
                          <a:pt x="4851286" y="1203960"/>
                          <a:pt x="4855191" y="1194721"/>
                          <a:pt x="4854048" y="1185386"/>
                        </a:cubicBezTo>
                        <a:cubicBezTo>
                          <a:pt x="4854619" y="1190053"/>
                          <a:pt x="4856429" y="1194340"/>
                          <a:pt x="4859001" y="1198054"/>
                        </a:cubicBezTo>
                        <a:cubicBezTo>
                          <a:pt x="4860335" y="1199864"/>
                          <a:pt x="4861858" y="1201674"/>
                          <a:pt x="4863573" y="1203389"/>
                        </a:cubicBezTo>
                        <a:cubicBezTo>
                          <a:pt x="4865287" y="1205103"/>
                          <a:pt x="4867192" y="1206818"/>
                          <a:pt x="4869288" y="1208246"/>
                        </a:cubicBezTo>
                        <a:cubicBezTo>
                          <a:pt x="4873384" y="1211199"/>
                          <a:pt x="4878051" y="1213580"/>
                          <a:pt x="4883099" y="1215200"/>
                        </a:cubicBezTo>
                        <a:cubicBezTo>
                          <a:pt x="4888147" y="1216819"/>
                          <a:pt x="4893577" y="1217390"/>
                          <a:pt x="4899101" y="1217485"/>
                        </a:cubicBezTo>
                        <a:cubicBezTo>
                          <a:pt x="4906817" y="1218057"/>
                          <a:pt x="4914722" y="1218057"/>
                          <a:pt x="4922247" y="1219391"/>
                        </a:cubicBezTo>
                        <a:cubicBezTo>
                          <a:pt x="4929867" y="1220152"/>
                          <a:pt x="4937106" y="1221867"/>
                          <a:pt x="4944440" y="1223391"/>
                        </a:cubicBezTo>
                        <a:cubicBezTo>
                          <a:pt x="4949488" y="1224725"/>
                          <a:pt x="4954346" y="1225296"/>
                          <a:pt x="4959299" y="1224820"/>
                        </a:cubicBezTo>
                        <a:cubicBezTo>
                          <a:pt x="4964061" y="1224725"/>
                          <a:pt x="4968824" y="1223772"/>
                          <a:pt x="4973301" y="1222058"/>
                        </a:cubicBezTo>
                        <a:cubicBezTo>
                          <a:pt x="4977873" y="1220248"/>
                          <a:pt x="4981968" y="1218343"/>
                          <a:pt x="4985588" y="1215390"/>
                        </a:cubicBezTo>
                        <a:cubicBezTo>
                          <a:pt x="4989207" y="1212437"/>
                          <a:pt x="4992351" y="1208818"/>
                          <a:pt x="4994446" y="1204532"/>
                        </a:cubicBezTo>
                        <a:cubicBezTo>
                          <a:pt x="4992351" y="1208913"/>
                          <a:pt x="4991493" y="1213580"/>
                          <a:pt x="4991589" y="1218152"/>
                        </a:cubicBezTo>
                        <a:cubicBezTo>
                          <a:pt x="4991684" y="1222724"/>
                          <a:pt x="4992446" y="1227773"/>
                          <a:pt x="4993970" y="1232249"/>
                        </a:cubicBezTo>
                        <a:cubicBezTo>
                          <a:pt x="4995589" y="1236726"/>
                          <a:pt x="4997780" y="1241012"/>
                          <a:pt x="5000447" y="1245108"/>
                        </a:cubicBezTo>
                        <a:cubicBezTo>
                          <a:pt x="5001876" y="1247108"/>
                          <a:pt x="5003400" y="1249013"/>
                          <a:pt x="5005114" y="1250728"/>
                        </a:cubicBezTo>
                        <a:cubicBezTo>
                          <a:pt x="5006829" y="1252633"/>
                          <a:pt x="5008639" y="1254443"/>
                          <a:pt x="5010639" y="1255967"/>
                        </a:cubicBezTo>
                        <a:cubicBezTo>
                          <a:pt x="5013591" y="1258157"/>
                          <a:pt x="5016449" y="1260539"/>
                          <a:pt x="5019211" y="1263110"/>
                        </a:cubicBezTo>
                        <a:cubicBezTo>
                          <a:pt x="5021973" y="1265587"/>
                          <a:pt x="5024926" y="1268063"/>
                          <a:pt x="5027498" y="1270826"/>
                        </a:cubicBezTo>
                        <a:cubicBezTo>
                          <a:pt x="5033023" y="1276064"/>
                          <a:pt x="5038166" y="1281970"/>
                          <a:pt x="5043309" y="1287970"/>
                        </a:cubicBezTo>
                        <a:cubicBezTo>
                          <a:pt x="5046739" y="1292447"/>
                          <a:pt x="5051025" y="1295781"/>
                          <a:pt x="5055406" y="1298734"/>
                        </a:cubicBezTo>
                        <a:cubicBezTo>
                          <a:pt x="5059788" y="1301686"/>
                          <a:pt x="5064645" y="1303687"/>
                          <a:pt x="5069503" y="1305116"/>
                        </a:cubicBezTo>
                        <a:cubicBezTo>
                          <a:pt x="5079219" y="1307878"/>
                          <a:pt x="5089506" y="1307116"/>
                          <a:pt x="5097793" y="1301686"/>
                        </a:cubicBezTo>
                        <a:cubicBezTo>
                          <a:pt x="5089601" y="1307116"/>
                          <a:pt x="5084839" y="1316450"/>
                          <a:pt x="5083601" y="1326642"/>
                        </a:cubicBezTo>
                        <a:cubicBezTo>
                          <a:pt x="5082267" y="1336929"/>
                          <a:pt x="5084267" y="1348359"/>
                          <a:pt x="5090173" y="1359122"/>
                        </a:cubicBezTo>
                        <a:cubicBezTo>
                          <a:pt x="5098555" y="1374553"/>
                          <a:pt x="5106651" y="1390555"/>
                          <a:pt x="5114747" y="1407033"/>
                        </a:cubicBezTo>
                        <a:cubicBezTo>
                          <a:pt x="5126082" y="1430274"/>
                          <a:pt x="5150561" y="1442657"/>
                          <a:pt x="5168563" y="1433417"/>
                        </a:cubicBezTo>
                        <a:cubicBezTo>
                          <a:pt x="5159610" y="1437989"/>
                          <a:pt x="5153895" y="1446943"/>
                          <a:pt x="5151990" y="1457992"/>
                        </a:cubicBezTo>
                        <a:cubicBezTo>
                          <a:pt x="5150180" y="1468945"/>
                          <a:pt x="5152371" y="1482090"/>
                          <a:pt x="5159419" y="1494473"/>
                        </a:cubicBezTo>
                        <a:cubicBezTo>
                          <a:pt x="5164372" y="1503331"/>
                          <a:pt x="5169802" y="1512189"/>
                          <a:pt x="5175516" y="1521047"/>
                        </a:cubicBezTo>
                        <a:cubicBezTo>
                          <a:pt x="5181327" y="1529906"/>
                          <a:pt x="5187709" y="1538859"/>
                          <a:pt x="5194662" y="1547622"/>
                        </a:cubicBezTo>
                        <a:cubicBezTo>
                          <a:pt x="5199805" y="1553813"/>
                          <a:pt x="5205520" y="1559147"/>
                          <a:pt x="5211235" y="1562386"/>
                        </a:cubicBezTo>
                        <a:cubicBezTo>
                          <a:pt x="5216951" y="1565910"/>
                          <a:pt x="5223046" y="1568101"/>
                          <a:pt x="5228761" y="1569053"/>
                        </a:cubicBezTo>
                        <a:cubicBezTo>
                          <a:pt x="5240192" y="1571149"/>
                          <a:pt x="5250860" y="1567815"/>
                          <a:pt x="5257717" y="1560290"/>
                        </a:cubicBezTo>
                        <a:cubicBezTo>
                          <a:pt x="5250764" y="1567815"/>
                          <a:pt x="5248478" y="1578769"/>
                          <a:pt x="5251336" y="1590008"/>
                        </a:cubicBezTo>
                        <a:cubicBezTo>
                          <a:pt x="5254098" y="1601343"/>
                          <a:pt x="5261718" y="1613249"/>
                          <a:pt x="5273624" y="1621917"/>
                        </a:cubicBezTo>
                        <a:cubicBezTo>
                          <a:pt x="5281911" y="1628203"/>
                          <a:pt x="5290674" y="1634014"/>
                          <a:pt x="5299437" y="1639729"/>
                        </a:cubicBezTo>
                        <a:cubicBezTo>
                          <a:pt x="5308200" y="1645349"/>
                          <a:pt x="5317248" y="1650778"/>
                          <a:pt x="5326393" y="1655826"/>
                        </a:cubicBezTo>
                        <a:cubicBezTo>
                          <a:pt x="5332774" y="1659445"/>
                          <a:pt x="5339633" y="1661541"/>
                          <a:pt x="5346205" y="1662779"/>
                        </a:cubicBezTo>
                        <a:cubicBezTo>
                          <a:pt x="5352777" y="1663922"/>
                          <a:pt x="5359254" y="1663636"/>
                          <a:pt x="5364873" y="1662493"/>
                        </a:cubicBezTo>
                        <a:cubicBezTo>
                          <a:pt x="5376304" y="1660208"/>
                          <a:pt x="5385257" y="1653159"/>
                          <a:pt x="5389067" y="1643539"/>
                        </a:cubicBezTo>
                        <a:cubicBezTo>
                          <a:pt x="5385257" y="1653159"/>
                          <a:pt x="5386781" y="1664399"/>
                          <a:pt x="5393639" y="1674114"/>
                        </a:cubicBezTo>
                        <a:cubicBezTo>
                          <a:pt x="5397068" y="1678877"/>
                          <a:pt x="5401545" y="1683544"/>
                          <a:pt x="5407165" y="1687354"/>
                        </a:cubicBezTo>
                        <a:cubicBezTo>
                          <a:pt x="5412880" y="1690973"/>
                          <a:pt x="5419452" y="1694117"/>
                          <a:pt x="5426786" y="1696117"/>
                        </a:cubicBezTo>
                        <a:cubicBezTo>
                          <a:pt x="5437264" y="1698593"/>
                          <a:pt x="5447836" y="1701165"/>
                          <a:pt x="5458600" y="1702784"/>
                        </a:cubicBezTo>
                        <a:cubicBezTo>
                          <a:pt x="5469268" y="1704880"/>
                          <a:pt x="5480221" y="1705642"/>
                          <a:pt x="5491175" y="1706785"/>
                        </a:cubicBezTo>
                        <a:cubicBezTo>
                          <a:pt x="5498890" y="1707166"/>
                          <a:pt x="5506320" y="1706404"/>
                          <a:pt x="5512987" y="1704689"/>
                        </a:cubicBezTo>
                        <a:cubicBezTo>
                          <a:pt x="5519655" y="1702594"/>
                          <a:pt x="5525560" y="1699641"/>
                          <a:pt x="5530418" y="1696021"/>
                        </a:cubicBezTo>
                        <a:cubicBezTo>
                          <a:pt x="5535181" y="1692497"/>
                          <a:pt x="5538800" y="1687830"/>
                          <a:pt x="5541086" y="1682972"/>
                        </a:cubicBezTo>
                        <a:cubicBezTo>
                          <a:pt x="5543372" y="1678115"/>
                          <a:pt x="5544325" y="1672876"/>
                          <a:pt x="5543753" y="1667637"/>
                        </a:cubicBezTo>
                        <a:cubicBezTo>
                          <a:pt x="5544706" y="1678115"/>
                          <a:pt x="5551469" y="1687735"/>
                          <a:pt x="5562327" y="1693069"/>
                        </a:cubicBezTo>
                        <a:cubicBezTo>
                          <a:pt x="5567756" y="1695736"/>
                          <a:pt x="5574138" y="1697641"/>
                          <a:pt x="5581186" y="1698498"/>
                        </a:cubicBezTo>
                        <a:cubicBezTo>
                          <a:pt x="5588140" y="1698974"/>
                          <a:pt x="5595664" y="1698308"/>
                          <a:pt x="5603189" y="1696498"/>
                        </a:cubicBezTo>
                        <a:cubicBezTo>
                          <a:pt x="5613762" y="1693354"/>
                          <a:pt x="5624525" y="1690307"/>
                          <a:pt x="5634812" y="1686306"/>
                        </a:cubicBezTo>
                        <a:cubicBezTo>
                          <a:pt x="5645099" y="1682306"/>
                          <a:pt x="5655386" y="1678305"/>
                          <a:pt x="5665102" y="1673257"/>
                        </a:cubicBezTo>
                        <a:cubicBezTo>
                          <a:pt x="5672055" y="1670018"/>
                          <a:pt x="5678151" y="1665732"/>
                          <a:pt x="5682818" y="1660589"/>
                        </a:cubicBezTo>
                        <a:cubicBezTo>
                          <a:pt x="5687581" y="1655635"/>
                          <a:pt x="5691200" y="1650206"/>
                          <a:pt x="5693486" y="1644682"/>
                        </a:cubicBezTo>
                        <a:cubicBezTo>
                          <a:pt x="5697772" y="1633252"/>
                          <a:pt x="5697010" y="1621917"/>
                          <a:pt x="5690819" y="1612964"/>
                        </a:cubicBezTo>
                        <a:cubicBezTo>
                          <a:pt x="5693867" y="1617440"/>
                          <a:pt x="5697963" y="1620965"/>
                          <a:pt x="5702820" y="1623346"/>
                        </a:cubicBezTo>
                        <a:cubicBezTo>
                          <a:pt x="5707678" y="1625727"/>
                          <a:pt x="5713489" y="1627156"/>
                          <a:pt x="5719299" y="1627060"/>
                        </a:cubicBezTo>
                        <a:cubicBezTo>
                          <a:pt x="5725204" y="1626965"/>
                          <a:pt x="5731586" y="1625822"/>
                          <a:pt x="5737968" y="1623346"/>
                        </a:cubicBezTo>
                        <a:cubicBezTo>
                          <a:pt x="5744445" y="1621060"/>
                          <a:pt x="5750445" y="1617154"/>
                          <a:pt x="5755970" y="1612297"/>
                        </a:cubicBezTo>
                        <a:lnTo>
                          <a:pt x="5767876" y="1601819"/>
                        </a:lnTo>
                        <a:lnTo>
                          <a:pt x="5779020" y="1590770"/>
                        </a:lnTo>
                        <a:lnTo>
                          <a:pt x="5790070" y="1579721"/>
                        </a:lnTo>
                        <a:lnTo>
                          <a:pt x="5800357" y="1568196"/>
                        </a:lnTo>
                        <a:cubicBezTo>
                          <a:pt x="5805119" y="1562767"/>
                          <a:pt x="5809120" y="1556957"/>
                          <a:pt x="5811406" y="1550860"/>
                        </a:cubicBezTo>
                        <a:cubicBezTo>
                          <a:pt x="5813691" y="1544765"/>
                          <a:pt x="5814930" y="1538573"/>
                          <a:pt x="5814930" y="1532668"/>
                        </a:cubicBezTo>
                        <a:cubicBezTo>
                          <a:pt x="5815025" y="1520952"/>
                          <a:pt x="5810453" y="1510570"/>
                          <a:pt x="5801595" y="1503998"/>
                        </a:cubicBezTo>
                        <a:cubicBezTo>
                          <a:pt x="5819216" y="1517142"/>
                          <a:pt x="5846553" y="1510760"/>
                          <a:pt x="5862364" y="1489710"/>
                        </a:cubicBezTo>
                        <a:lnTo>
                          <a:pt x="5895892" y="1444657"/>
                        </a:lnTo>
                        <a:cubicBezTo>
                          <a:pt x="5911513" y="1423607"/>
                          <a:pt x="5909513" y="1395603"/>
                          <a:pt x="5891511" y="1382363"/>
                        </a:cubicBezTo>
                        <a:cubicBezTo>
                          <a:pt x="5909513" y="1395508"/>
                          <a:pt x="5936945" y="1389126"/>
                          <a:pt x="5952471" y="1368361"/>
                        </a:cubicBezTo>
                        <a:lnTo>
                          <a:pt x="5969044" y="1346359"/>
                        </a:lnTo>
                        <a:cubicBezTo>
                          <a:pt x="5974569" y="1339120"/>
                          <a:pt x="5980094" y="1331595"/>
                          <a:pt x="5985618" y="1324737"/>
                        </a:cubicBezTo>
                        <a:cubicBezTo>
                          <a:pt x="5993428" y="1314926"/>
                          <a:pt x="5996858" y="1302925"/>
                          <a:pt x="5996286" y="1291971"/>
                        </a:cubicBezTo>
                        <a:cubicBezTo>
                          <a:pt x="5995714" y="1281017"/>
                          <a:pt x="5991238" y="1270444"/>
                          <a:pt x="5982570" y="1263110"/>
                        </a:cubicBezTo>
                        <a:cubicBezTo>
                          <a:pt x="5984761" y="1264920"/>
                          <a:pt x="5987047" y="1266444"/>
                          <a:pt x="5989523" y="1267682"/>
                        </a:cubicBezTo>
                        <a:cubicBezTo>
                          <a:pt x="5996858" y="1271397"/>
                          <a:pt x="6005144" y="1272635"/>
                          <a:pt x="6013336" y="1271587"/>
                        </a:cubicBezTo>
                        <a:cubicBezTo>
                          <a:pt x="6016098" y="1271397"/>
                          <a:pt x="6018765" y="1270921"/>
                          <a:pt x="6021432" y="1270159"/>
                        </a:cubicBezTo>
                        <a:cubicBezTo>
                          <a:pt x="6024099" y="1269492"/>
                          <a:pt x="6026670" y="1268540"/>
                          <a:pt x="6029242" y="1267396"/>
                        </a:cubicBezTo>
                        <a:cubicBezTo>
                          <a:pt x="6034291" y="1265206"/>
                          <a:pt x="6038767" y="1261396"/>
                          <a:pt x="6042863" y="1257871"/>
                        </a:cubicBezTo>
                        <a:lnTo>
                          <a:pt x="6051340" y="1249775"/>
                        </a:lnTo>
                        <a:lnTo>
                          <a:pt x="6055531" y="1245679"/>
                        </a:lnTo>
                        <a:lnTo>
                          <a:pt x="6059722" y="1242346"/>
                        </a:lnTo>
                        <a:lnTo>
                          <a:pt x="6068104" y="1235583"/>
                        </a:lnTo>
                        <a:cubicBezTo>
                          <a:pt x="6070866" y="1233107"/>
                          <a:pt x="6073724" y="1231964"/>
                          <a:pt x="6076486" y="1230059"/>
                        </a:cubicBezTo>
                        <a:cubicBezTo>
                          <a:pt x="6080296" y="1227487"/>
                          <a:pt x="6083344" y="1224058"/>
                          <a:pt x="6085916" y="1220819"/>
                        </a:cubicBezTo>
                        <a:cubicBezTo>
                          <a:pt x="6088488" y="1217390"/>
                          <a:pt x="6090298" y="1212818"/>
                          <a:pt x="6091822" y="1208151"/>
                        </a:cubicBezTo>
                        <a:cubicBezTo>
                          <a:pt x="6094965" y="1199388"/>
                          <a:pt x="6096203" y="1187958"/>
                          <a:pt x="6092965" y="1177004"/>
                        </a:cubicBezTo>
                        <a:cubicBezTo>
                          <a:pt x="6094584" y="1182434"/>
                          <a:pt x="6097346" y="1187291"/>
                          <a:pt x="6100489" y="1191482"/>
                        </a:cubicBezTo>
                        <a:cubicBezTo>
                          <a:pt x="6103632" y="1195483"/>
                          <a:pt x="6107538" y="1199483"/>
                          <a:pt x="6111443" y="1202627"/>
                        </a:cubicBezTo>
                        <a:cubicBezTo>
                          <a:pt x="6115443" y="1205770"/>
                          <a:pt x="6119634" y="1207960"/>
                          <a:pt x="6123921" y="1209294"/>
                        </a:cubicBezTo>
                        <a:cubicBezTo>
                          <a:pt x="6128588" y="1211104"/>
                          <a:pt x="6133350" y="1211961"/>
                          <a:pt x="6138304" y="1211485"/>
                        </a:cubicBezTo>
                        <a:cubicBezTo>
                          <a:pt x="6145352" y="1210913"/>
                          <a:pt x="6153449" y="1211580"/>
                          <a:pt x="6160973" y="1211390"/>
                        </a:cubicBezTo>
                        <a:cubicBezTo>
                          <a:pt x="6163259" y="1211294"/>
                          <a:pt x="6163926" y="1211580"/>
                          <a:pt x="6165164" y="1211770"/>
                        </a:cubicBezTo>
                        <a:lnTo>
                          <a:pt x="6168593" y="1212056"/>
                        </a:lnTo>
                        <a:cubicBezTo>
                          <a:pt x="6170784" y="1212342"/>
                          <a:pt x="6172879" y="1213199"/>
                          <a:pt x="6175070" y="1213485"/>
                        </a:cubicBezTo>
                        <a:cubicBezTo>
                          <a:pt x="6178023" y="1214723"/>
                          <a:pt x="6181261" y="1214152"/>
                          <a:pt x="6184976" y="1213866"/>
                        </a:cubicBezTo>
                        <a:cubicBezTo>
                          <a:pt x="6188691" y="1213104"/>
                          <a:pt x="6192882" y="1212056"/>
                          <a:pt x="6197263" y="1210342"/>
                        </a:cubicBezTo>
                        <a:cubicBezTo>
                          <a:pt x="6206122" y="1206627"/>
                          <a:pt x="6216027" y="1201579"/>
                          <a:pt x="6223171" y="1192149"/>
                        </a:cubicBezTo>
                        <a:cubicBezTo>
                          <a:pt x="6219647" y="1196721"/>
                          <a:pt x="6217266" y="1201865"/>
                          <a:pt x="6215647" y="1206913"/>
                        </a:cubicBezTo>
                        <a:cubicBezTo>
                          <a:pt x="6214027" y="1212152"/>
                          <a:pt x="6213170" y="1217485"/>
                          <a:pt x="6213075" y="1222439"/>
                        </a:cubicBezTo>
                        <a:cubicBezTo>
                          <a:pt x="6212980" y="1227201"/>
                          <a:pt x="6213551" y="1232630"/>
                          <a:pt x="6214980" y="1236917"/>
                        </a:cubicBezTo>
                        <a:cubicBezTo>
                          <a:pt x="6216409" y="1241679"/>
                          <a:pt x="6218790" y="1245965"/>
                          <a:pt x="6222123" y="1250061"/>
                        </a:cubicBezTo>
                        <a:cubicBezTo>
                          <a:pt x="6231744" y="1261682"/>
                          <a:pt x="6241269" y="1275302"/>
                          <a:pt x="6250698" y="1289780"/>
                        </a:cubicBezTo>
                        <a:cubicBezTo>
                          <a:pt x="6263843" y="1310259"/>
                          <a:pt x="6291180" y="1318927"/>
                          <a:pt x="6311183" y="1306640"/>
                        </a:cubicBezTo>
                        <a:cubicBezTo>
                          <a:pt x="6291466" y="1318927"/>
                          <a:pt x="6285750" y="1346930"/>
                          <a:pt x="6300991" y="1370648"/>
                        </a:cubicBezTo>
                        <a:cubicBezTo>
                          <a:pt x="6306420" y="1379029"/>
                          <a:pt x="6312135" y="1387507"/>
                          <a:pt x="6318136" y="1395984"/>
                        </a:cubicBezTo>
                        <a:lnTo>
                          <a:pt x="6327470" y="1408748"/>
                        </a:lnTo>
                        <a:lnTo>
                          <a:pt x="6337566" y="1421511"/>
                        </a:lnTo>
                        <a:cubicBezTo>
                          <a:pt x="6342805" y="1427512"/>
                          <a:pt x="6348234" y="1432465"/>
                          <a:pt x="6354902" y="1435989"/>
                        </a:cubicBezTo>
                        <a:cubicBezTo>
                          <a:pt x="6361284" y="1439609"/>
                          <a:pt x="6367856" y="1441799"/>
                          <a:pt x="6374619" y="1442561"/>
                        </a:cubicBezTo>
                        <a:cubicBezTo>
                          <a:pt x="6381191" y="1443228"/>
                          <a:pt x="6387192" y="1442657"/>
                          <a:pt x="6392811" y="1440466"/>
                        </a:cubicBezTo>
                        <a:cubicBezTo>
                          <a:pt x="6398336" y="1438275"/>
                          <a:pt x="6403003" y="1434751"/>
                          <a:pt x="6406623" y="1430179"/>
                        </a:cubicBezTo>
                        <a:cubicBezTo>
                          <a:pt x="6399479" y="1439323"/>
                          <a:pt x="6397098" y="1451896"/>
                          <a:pt x="6402622" y="1464564"/>
                        </a:cubicBezTo>
                        <a:cubicBezTo>
                          <a:pt x="6405099" y="1471041"/>
                          <a:pt x="6409766" y="1477327"/>
                          <a:pt x="6416052" y="1482947"/>
                        </a:cubicBezTo>
                        <a:cubicBezTo>
                          <a:pt x="6419100" y="1485900"/>
                          <a:pt x="6422720" y="1488472"/>
                          <a:pt x="6426816" y="1490662"/>
                        </a:cubicBezTo>
                        <a:cubicBezTo>
                          <a:pt x="6430911" y="1492853"/>
                          <a:pt x="6435102" y="1495139"/>
                          <a:pt x="6439865" y="1496568"/>
                        </a:cubicBezTo>
                        <a:cubicBezTo>
                          <a:pt x="6446628" y="1498473"/>
                          <a:pt x="6453391" y="1500759"/>
                          <a:pt x="6460344" y="1501807"/>
                        </a:cubicBezTo>
                        <a:lnTo>
                          <a:pt x="6470821" y="1503521"/>
                        </a:lnTo>
                        <a:lnTo>
                          <a:pt x="6476060" y="1504283"/>
                        </a:lnTo>
                        <a:lnTo>
                          <a:pt x="6482156" y="1504569"/>
                        </a:lnTo>
                        <a:cubicBezTo>
                          <a:pt x="6498348" y="1505521"/>
                          <a:pt x="6515113" y="1503617"/>
                          <a:pt x="6530067" y="1498949"/>
                        </a:cubicBezTo>
                        <a:cubicBezTo>
                          <a:pt x="6535210" y="1497330"/>
                          <a:pt x="6540449" y="1495425"/>
                          <a:pt x="6544735" y="1492949"/>
                        </a:cubicBezTo>
                        <a:cubicBezTo>
                          <a:pt x="6548926" y="1490377"/>
                          <a:pt x="6552736" y="1487615"/>
                          <a:pt x="6556165" y="1484662"/>
                        </a:cubicBezTo>
                        <a:cubicBezTo>
                          <a:pt x="6559690" y="1481804"/>
                          <a:pt x="6562452" y="1478566"/>
                          <a:pt x="6564547" y="1475327"/>
                        </a:cubicBezTo>
                        <a:cubicBezTo>
                          <a:pt x="6566738" y="1472089"/>
                          <a:pt x="6568548" y="1468755"/>
                          <a:pt x="6569881" y="1465517"/>
                        </a:cubicBezTo>
                        <a:cubicBezTo>
                          <a:pt x="6572739" y="1459135"/>
                          <a:pt x="6572834" y="1452467"/>
                          <a:pt x="6571977" y="1446657"/>
                        </a:cubicBezTo>
                        <a:cubicBezTo>
                          <a:pt x="6571024" y="1440752"/>
                          <a:pt x="6568452" y="1435513"/>
                          <a:pt x="6564547" y="1431036"/>
                        </a:cubicBezTo>
                        <a:cubicBezTo>
                          <a:pt x="6568452" y="1435513"/>
                          <a:pt x="6573215" y="1438942"/>
                          <a:pt x="6579026" y="1440847"/>
                        </a:cubicBezTo>
                        <a:cubicBezTo>
                          <a:pt x="6584645" y="1442752"/>
                          <a:pt x="6590741" y="1443133"/>
                          <a:pt x="6597409" y="1442180"/>
                        </a:cubicBezTo>
                        <a:cubicBezTo>
                          <a:pt x="6604171" y="1441228"/>
                          <a:pt x="6610839" y="1438656"/>
                          <a:pt x="6617030" y="1434751"/>
                        </a:cubicBezTo>
                        <a:cubicBezTo>
                          <a:pt x="6620174" y="1432846"/>
                          <a:pt x="6623316" y="1430560"/>
                          <a:pt x="6626174" y="1427988"/>
                        </a:cubicBezTo>
                        <a:cubicBezTo>
                          <a:pt x="6628841" y="1425416"/>
                          <a:pt x="6631508" y="1422559"/>
                          <a:pt x="6633889" y="1419416"/>
                        </a:cubicBezTo>
                        <a:cubicBezTo>
                          <a:pt x="6640938" y="1410462"/>
                          <a:pt x="6646557" y="1401413"/>
                          <a:pt x="6652558" y="1392365"/>
                        </a:cubicBezTo>
                        <a:cubicBezTo>
                          <a:pt x="6658083" y="1383316"/>
                          <a:pt x="6663702" y="1374172"/>
                          <a:pt x="6668560" y="1365028"/>
                        </a:cubicBezTo>
                        <a:cubicBezTo>
                          <a:pt x="6672180" y="1358646"/>
                          <a:pt x="6674276" y="1351883"/>
                          <a:pt x="6675037" y="1345311"/>
                        </a:cubicBezTo>
                        <a:cubicBezTo>
                          <a:pt x="6675799" y="1338739"/>
                          <a:pt x="6675609" y="1332357"/>
                          <a:pt x="6673799" y="1326452"/>
                        </a:cubicBezTo>
                        <a:cubicBezTo>
                          <a:pt x="6670561" y="1314736"/>
                          <a:pt x="6662845" y="1305211"/>
                          <a:pt x="6651891" y="1300353"/>
                        </a:cubicBezTo>
                        <a:cubicBezTo>
                          <a:pt x="6662845" y="1305211"/>
                          <a:pt x="6675132" y="1304544"/>
                          <a:pt x="6685991" y="1299210"/>
                        </a:cubicBezTo>
                        <a:cubicBezTo>
                          <a:pt x="6688753" y="1297877"/>
                          <a:pt x="6691325" y="1296257"/>
                          <a:pt x="6693897" y="1294352"/>
                        </a:cubicBezTo>
                        <a:cubicBezTo>
                          <a:pt x="6701326" y="1288637"/>
                          <a:pt x="6707518" y="1280541"/>
                          <a:pt x="6711327" y="1270730"/>
                        </a:cubicBezTo>
                        <a:cubicBezTo>
                          <a:pt x="6714661" y="1261396"/>
                          <a:pt x="6718281" y="1252157"/>
                          <a:pt x="6721424" y="1242822"/>
                        </a:cubicBezTo>
                        <a:cubicBezTo>
                          <a:pt x="6724663" y="1233487"/>
                          <a:pt x="6727806" y="1224153"/>
                          <a:pt x="6730759" y="1214723"/>
                        </a:cubicBezTo>
                        <a:cubicBezTo>
                          <a:pt x="6739236" y="1188244"/>
                          <a:pt x="6725901" y="1161383"/>
                          <a:pt x="6702469" y="1155287"/>
                        </a:cubicBezTo>
                        <a:cubicBezTo>
                          <a:pt x="6725710" y="1161764"/>
                          <a:pt x="6750952" y="1145286"/>
                          <a:pt x="6757238" y="1118426"/>
                        </a:cubicBezTo>
                        <a:cubicBezTo>
                          <a:pt x="6761620" y="1099376"/>
                          <a:pt x="6765811" y="1080230"/>
                          <a:pt x="6769240" y="1060894"/>
                        </a:cubicBezTo>
                        <a:cubicBezTo>
                          <a:pt x="6771716" y="1047274"/>
                          <a:pt x="6768954" y="1034034"/>
                          <a:pt x="6762286" y="1023842"/>
                        </a:cubicBezTo>
                        <a:cubicBezTo>
                          <a:pt x="6755714" y="1013651"/>
                          <a:pt x="6745427" y="1006697"/>
                          <a:pt x="6733330" y="1005173"/>
                        </a:cubicBezTo>
                        <a:cubicBezTo>
                          <a:pt x="6745427" y="1006793"/>
                          <a:pt x="6757143" y="1002697"/>
                          <a:pt x="6766287" y="994505"/>
                        </a:cubicBezTo>
                        <a:cubicBezTo>
                          <a:pt x="6775240" y="986218"/>
                          <a:pt x="6781717" y="973741"/>
                          <a:pt x="6782384" y="958406"/>
                        </a:cubicBezTo>
                        <a:lnTo>
                          <a:pt x="6783527" y="930307"/>
                        </a:lnTo>
                        <a:lnTo>
                          <a:pt x="6785051" y="904113"/>
                        </a:lnTo>
                        <a:cubicBezTo>
                          <a:pt x="6786099" y="892016"/>
                          <a:pt x="6782003" y="880586"/>
                          <a:pt x="6775050" y="871728"/>
                        </a:cubicBezTo>
                        <a:cubicBezTo>
                          <a:pt x="6767906" y="862870"/>
                          <a:pt x="6757429" y="856202"/>
                          <a:pt x="6745236" y="854583"/>
                        </a:cubicBezTo>
                        <a:cubicBezTo>
                          <a:pt x="6757429" y="856202"/>
                          <a:pt x="6769335" y="852583"/>
                          <a:pt x="6778479" y="846010"/>
                        </a:cubicBezTo>
                        <a:cubicBezTo>
                          <a:pt x="6783051" y="842677"/>
                          <a:pt x="6787051" y="838581"/>
                          <a:pt x="6790290" y="834104"/>
                        </a:cubicBezTo>
                        <a:cubicBezTo>
                          <a:pt x="6793528" y="829627"/>
                          <a:pt x="6795624" y="824389"/>
                          <a:pt x="6796958" y="818959"/>
                        </a:cubicBezTo>
                        <a:cubicBezTo>
                          <a:pt x="6798862" y="811244"/>
                          <a:pt x="6800577" y="803339"/>
                          <a:pt x="6803053" y="796290"/>
                        </a:cubicBezTo>
                        <a:cubicBezTo>
                          <a:pt x="6805149" y="788765"/>
                          <a:pt x="6807816" y="782193"/>
                          <a:pt x="6810388" y="775430"/>
                        </a:cubicBezTo>
                        <a:cubicBezTo>
                          <a:pt x="6812197" y="770763"/>
                          <a:pt x="6813150" y="766667"/>
                          <a:pt x="6812769" y="761714"/>
                        </a:cubicBezTo>
                        <a:cubicBezTo>
                          <a:pt x="6812483" y="756856"/>
                          <a:pt x="6811626" y="752761"/>
                          <a:pt x="6809625" y="747808"/>
                        </a:cubicBezTo>
                        <a:cubicBezTo>
                          <a:pt x="6808673" y="745426"/>
                          <a:pt x="6807530" y="742950"/>
                          <a:pt x="6806197" y="740473"/>
                        </a:cubicBezTo>
                        <a:cubicBezTo>
                          <a:pt x="6804958" y="738188"/>
                          <a:pt x="6803530" y="735901"/>
                          <a:pt x="6801910" y="733616"/>
                        </a:cubicBezTo>
                        <a:cubicBezTo>
                          <a:pt x="6798672" y="729043"/>
                          <a:pt x="6794576" y="724567"/>
                          <a:pt x="6789719" y="720757"/>
                        </a:cubicBezTo>
                        <a:cubicBezTo>
                          <a:pt x="6794671" y="724472"/>
                          <a:pt x="6800100" y="727138"/>
                          <a:pt x="6805339" y="729139"/>
                        </a:cubicBezTo>
                        <a:cubicBezTo>
                          <a:pt x="6810578" y="731044"/>
                          <a:pt x="6815817" y="732187"/>
                          <a:pt x="6820579" y="733520"/>
                        </a:cubicBezTo>
                        <a:cubicBezTo>
                          <a:pt x="6822961" y="734092"/>
                          <a:pt x="6825151" y="734473"/>
                          <a:pt x="6827152" y="734759"/>
                        </a:cubicBezTo>
                        <a:cubicBezTo>
                          <a:pt x="6828199" y="734854"/>
                          <a:pt x="6829152" y="734949"/>
                          <a:pt x="6830009" y="734949"/>
                        </a:cubicBezTo>
                        <a:cubicBezTo>
                          <a:pt x="6830961" y="735139"/>
                          <a:pt x="6831819" y="735330"/>
                          <a:pt x="6832676" y="735521"/>
                        </a:cubicBezTo>
                        <a:cubicBezTo>
                          <a:pt x="6836010" y="736187"/>
                          <a:pt x="6838296" y="735330"/>
                          <a:pt x="6840201" y="734949"/>
                        </a:cubicBezTo>
                        <a:cubicBezTo>
                          <a:pt x="6841535" y="734473"/>
                          <a:pt x="6842582" y="733234"/>
                          <a:pt x="6844201" y="733234"/>
                        </a:cubicBezTo>
                        <a:cubicBezTo>
                          <a:pt x="6844963" y="733044"/>
                          <a:pt x="6845630" y="732854"/>
                          <a:pt x="6846297" y="732663"/>
                        </a:cubicBezTo>
                        <a:cubicBezTo>
                          <a:pt x="6847059" y="732377"/>
                          <a:pt x="6847440" y="731996"/>
                          <a:pt x="6849154" y="731901"/>
                        </a:cubicBezTo>
                        <a:cubicBezTo>
                          <a:pt x="6851916" y="731615"/>
                          <a:pt x="6854774" y="731139"/>
                          <a:pt x="6857536" y="730663"/>
                        </a:cubicBezTo>
                        <a:cubicBezTo>
                          <a:pt x="6860108" y="730663"/>
                          <a:pt x="6862584" y="730568"/>
                          <a:pt x="6865156" y="730377"/>
                        </a:cubicBezTo>
                        <a:cubicBezTo>
                          <a:pt x="6868395" y="730758"/>
                          <a:pt x="6871538" y="729425"/>
                          <a:pt x="6874586" y="727710"/>
                        </a:cubicBezTo>
                        <a:cubicBezTo>
                          <a:pt x="6877539" y="726186"/>
                          <a:pt x="6881063" y="722852"/>
                          <a:pt x="6884397" y="720090"/>
                        </a:cubicBezTo>
                        <a:cubicBezTo>
                          <a:pt x="6887826" y="716947"/>
                          <a:pt x="6891541" y="713042"/>
                          <a:pt x="6895255" y="708469"/>
                        </a:cubicBezTo>
                        <a:cubicBezTo>
                          <a:pt x="6898780" y="704183"/>
                          <a:pt x="6902209" y="699230"/>
                          <a:pt x="6904780" y="693515"/>
                        </a:cubicBezTo>
                        <a:cubicBezTo>
                          <a:pt x="6902209" y="699230"/>
                          <a:pt x="6900780" y="705136"/>
                          <a:pt x="6899827" y="710755"/>
                        </a:cubicBezTo>
                        <a:cubicBezTo>
                          <a:pt x="6898875" y="716471"/>
                          <a:pt x="6898685" y="721328"/>
                          <a:pt x="6898494" y="726472"/>
                        </a:cubicBezTo>
                        <a:cubicBezTo>
                          <a:pt x="6898398" y="731615"/>
                          <a:pt x="6898875" y="735235"/>
                          <a:pt x="6899732" y="739330"/>
                        </a:cubicBezTo>
                        <a:cubicBezTo>
                          <a:pt x="6900208" y="741235"/>
                          <a:pt x="6900780" y="742950"/>
                          <a:pt x="6901733" y="744379"/>
                        </a:cubicBezTo>
                        <a:cubicBezTo>
                          <a:pt x="6902590" y="745998"/>
                          <a:pt x="6903542" y="747713"/>
                          <a:pt x="6904875" y="749046"/>
                        </a:cubicBezTo>
                        <a:lnTo>
                          <a:pt x="6907733" y="751999"/>
                        </a:lnTo>
                        <a:lnTo>
                          <a:pt x="6908781" y="753427"/>
                        </a:lnTo>
                        <a:lnTo>
                          <a:pt x="6910400" y="755618"/>
                        </a:lnTo>
                        <a:cubicBezTo>
                          <a:pt x="6911352" y="756761"/>
                          <a:pt x="6912305" y="757904"/>
                          <a:pt x="6913162" y="759143"/>
                        </a:cubicBezTo>
                        <a:cubicBezTo>
                          <a:pt x="6914115" y="760381"/>
                          <a:pt x="6914972" y="761619"/>
                          <a:pt x="6915829" y="763048"/>
                        </a:cubicBezTo>
                        <a:cubicBezTo>
                          <a:pt x="6919544" y="768191"/>
                          <a:pt x="6922782" y="774383"/>
                          <a:pt x="6926211" y="780383"/>
                        </a:cubicBezTo>
                        <a:cubicBezTo>
                          <a:pt x="6928402" y="784955"/>
                          <a:pt x="6931641" y="788860"/>
                          <a:pt x="6935736" y="792004"/>
                        </a:cubicBezTo>
                        <a:cubicBezTo>
                          <a:pt x="6939642" y="795337"/>
                          <a:pt x="6944309" y="798100"/>
                          <a:pt x="6949643" y="800005"/>
                        </a:cubicBezTo>
                        <a:cubicBezTo>
                          <a:pt x="6960311" y="803719"/>
                          <a:pt x="6972408" y="804958"/>
                          <a:pt x="6984410" y="800671"/>
                        </a:cubicBezTo>
                        <a:cubicBezTo>
                          <a:pt x="6972503" y="804958"/>
                          <a:pt x="6963454" y="813435"/>
                          <a:pt x="6957834" y="823151"/>
                        </a:cubicBezTo>
                        <a:cubicBezTo>
                          <a:pt x="6954977" y="828103"/>
                          <a:pt x="6952977" y="833533"/>
                          <a:pt x="6952215" y="838962"/>
                        </a:cubicBezTo>
                        <a:cubicBezTo>
                          <a:pt x="6952024" y="840295"/>
                          <a:pt x="6951834" y="841724"/>
                          <a:pt x="6951834" y="843058"/>
                        </a:cubicBezTo>
                        <a:cubicBezTo>
                          <a:pt x="6951739" y="844296"/>
                          <a:pt x="6952120" y="846868"/>
                          <a:pt x="6952405" y="848773"/>
                        </a:cubicBezTo>
                        <a:cubicBezTo>
                          <a:pt x="6953072" y="852868"/>
                          <a:pt x="6953834" y="857155"/>
                          <a:pt x="6955453" y="861251"/>
                        </a:cubicBezTo>
                        <a:cubicBezTo>
                          <a:pt x="6959644" y="873061"/>
                          <a:pt x="6964502" y="884492"/>
                          <a:pt x="6970407" y="895445"/>
                        </a:cubicBezTo>
                        <a:cubicBezTo>
                          <a:pt x="6976123" y="906399"/>
                          <a:pt x="6982695" y="916972"/>
                          <a:pt x="6990124" y="927068"/>
                        </a:cubicBezTo>
                        <a:cubicBezTo>
                          <a:pt x="7000411" y="941260"/>
                          <a:pt x="7015461" y="949833"/>
                          <a:pt x="7029463" y="951262"/>
                        </a:cubicBezTo>
                        <a:cubicBezTo>
                          <a:pt x="7036320" y="952119"/>
                          <a:pt x="7043083" y="951071"/>
                          <a:pt x="7048799" y="948785"/>
                        </a:cubicBezTo>
                        <a:cubicBezTo>
                          <a:pt x="7054609" y="946404"/>
                          <a:pt x="7059467" y="942594"/>
                          <a:pt x="7063372" y="937641"/>
                        </a:cubicBezTo>
                        <a:cubicBezTo>
                          <a:pt x="7062419" y="938879"/>
                          <a:pt x="7061466" y="940213"/>
                          <a:pt x="7060705" y="941546"/>
                        </a:cubicBezTo>
                        <a:cubicBezTo>
                          <a:pt x="7058324" y="945547"/>
                          <a:pt x="7056704" y="949928"/>
                          <a:pt x="7056037" y="954595"/>
                        </a:cubicBezTo>
                        <a:cubicBezTo>
                          <a:pt x="7055847" y="956119"/>
                          <a:pt x="7055656" y="957739"/>
                          <a:pt x="7055656" y="959358"/>
                        </a:cubicBezTo>
                        <a:cubicBezTo>
                          <a:pt x="7055656" y="962596"/>
                          <a:pt x="7056037" y="965930"/>
                          <a:pt x="7056895" y="969264"/>
                        </a:cubicBezTo>
                        <a:cubicBezTo>
                          <a:pt x="7057371" y="970978"/>
                          <a:pt x="7057942" y="972598"/>
                          <a:pt x="7058609" y="974312"/>
                        </a:cubicBezTo>
                        <a:cubicBezTo>
                          <a:pt x="7061181" y="981075"/>
                          <a:pt x="7066039" y="987647"/>
                          <a:pt x="7072611" y="993648"/>
                        </a:cubicBezTo>
                        <a:cubicBezTo>
                          <a:pt x="7079373" y="999458"/>
                          <a:pt x="7088136" y="1004507"/>
                          <a:pt x="7098614" y="1007554"/>
                        </a:cubicBezTo>
                        <a:cubicBezTo>
                          <a:pt x="7113473" y="1011936"/>
                          <a:pt x="7130523" y="1014222"/>
                          <a:pt x="7148525" y="1012889"/>
                        </a:cubicBezTo>
                        <a:cubicBezTo>
                          <a:pt x="7166432" y="1011650"/>
                          <a:pt x="7185291" y="1006221"/>
                          <a:pt x="7201579" y="997172"/>
                        </a:cubicBezTo>
                        <a:cubicBezTo>
                          <a:pt x="7212914" y="990791"/>
                          <a:pt x="7221868" y="982123"/>
                          <a:pt x="7227297" y="973360"/>
                        </a:cubicBezTo>
                        <a:cubicBezTo>
                          <a:pt x="7233107" y="964501"/>
                          <a:pt x="7235393" y="955739"/>
                          <a:pt x="7236060" y="947928"/>
                        </a:cubicBezTo>
                        <a:cubicBezTo>
                          <a:pt x="7236251" y="940118"/>
                          <a:pt x="7234536" y="933259"/>
                          <a:pt x="7231393" y="927735"/>
                        </a:cubicBezTo>
                        <a:cubicBezTo>
                          <a:pt x="7228154" y="922210"/>
                          <a:pt x="7223296" y="917924"/>
                          <a:pt x="7217677" y="914971"/>
                        </a:cubicBezTo>
                        <a:cubicBezTo>
                          <a:pt x="7223296" y="918019"/>
                          <a:pt x="7229488" y="919448"/>
                          <a:pt x="7235869" y="919162"/>
                        </a:cubicBezTo>
                        <a:cubicBezTo>
                          <a:pt x="7242346" y="918877"/>
                          <a:pt x="7248918" y="916686"/>
                          <a:pt x="7254824" y="912971"/>
                        </a:cubicBezTo>
                        <a:cubicBezTo>
                          <a:pt x="7261111" y="909161"/>
                          <a:pt x="7266445" y="903732"/>
                          <a:pt x="7271016" y="897160"/>
                        </a:cubicBezTo>
                        <a:cubicBezTo>
                          <a:pt x="7275684" y="890587"/>
                          <a:pt x="7278636" y="882872"/>
                          <a:pt x="7280541" y="874967"/>
                        </a:cubicBezTo>
                        <a:lnTo>
                          <a:pt x="7286257" y="845915"/>
                        </a:lnTo>
                        <a:lnTo>
                          <a:pt x="7291305" y="817340"/>
                        </a:lnTo>
                        <a:cubicBezTo>
                          <a:pt x="7293591" y="804005"/>
                          <a:pt x="7290162" y="791242"/>
                          <a:pt x="7283209" y="781336"/>
                        </a:cubicBezTo>
                        <a:cubicBezTo>
                          <a:pt x="7276160" y="771334"/>
                          <a:pt x="7265302" y="764381"/>
                          <a:pt x="7252538" y="762476"/>
                        </a:cubicBezTo>
                        <a:cubicBezTo>
                          <a:pt x="7278065" y="766381"/>
                          <a:pt x="7302259" y="747903"/>
                          <a:pt x="7306068" y="722090"/>
                        </a:cubicBezTo>
                        <a:lnTo>
                          <a:pt x="7314260" y="667036"/>
                        </a:lnTo>
                        <a:cubicBezTo>
                          <a:pt x="7318165" y="641604"/>
                          <a:pt x="7300544" y="617506"/>
                          <a:pt x="7274827" y="613219"/>
                        </a:cubicBezTo>
                        <a:cubicBezTo>
                          <a:pt x="7300639" y="617410"/>
                          <a:pt x="7324833" y="599884"/>
                          <a:pt x="7329595" y="575215"/>
                        </a:cubicBezTo>
                        <a:cubicBezTo>
                          <a:pt x="7331215" y="566356"/>
                          <a:pt x="7332834" y="557498"/>
                          <a:pt x="7334739" y="548830"/>
                        </a:cubicBezTo>
                        <a:cubicBezTo>
                          <a:pt x="7336548" y="540163"/>
                          <a:pt x="7338263" y="531305"/>
                          <a:pt x="7340263" y="522732"/>
                        </a:cubicBezTo>
                        <a:cubicBezTo>
                          <a:pt x="7343121" y="510826"/>
                          <a:pt x="7340359" y="498634"/>
                          <a:pt x="7334072" y="488633"/>
                        </a:cubicBezTo>
                        <a:cubicBezTo>
                          <a:pt x="7327881" y="478726"/>
                          <a:pt x="7317689" y="470630"/>
                          <a:pt x="7305021" y="467106"/>
                        </a:cubicBezTo>
                        <a:cubicBezTo>
                          <a:pt x="7317689" y="470535"/>
                          <a:pt x="7330548" y="468725"/>
                          <a:pt x="7340930" y="463487"/>
                        </a:cubicBezTo>
                        <a:cubicBezTo>
                          <a:pt x="7346169" y="460819"/>
                          <a:pt x="7351027" y="457581"/>
                          <a:pt x="7354932" y="453485"/>
                        </a:cubicBezTo>
                        <a:cubicBezTo>
                          <a:pt x="7358837" y="449389"/>
                          <a:pt x="7361790" y="444627"/>
                          <a:pt x="7363600" y="439102"/>
                        </a:cubicBezTo>
                        <a:lnTo>
                          <a:pt x="7372267" y="417385"/>
                        </a:lnTo>
                        <a:lnTo>
                          <a:pt x="7381792" y="398145"/>
                        </a:lnTo>
                        <a:cubicBezTo>
                          <a:pt x="7384173" y="394525"/>
                          <a:pt x="7385316" y="390525"/>
                          <a:pt x="7385316" y="385858"/>
                        </a:cubicBezTo>
                        <a:cubicBezTo>
                          <a:pt x="7385031" y="381381"/>
                          <a:pt x="7385031" y="375666"/>
                          <a:pt x="7383983" y="370046"/>
                        </a:cubicBezTo>
                        <a:cubicBezTo>
                          <a:pt x="7381697" y="358902"/>
                          <a:pt x="7375696" y="347377"/>
                          <a:pt x="7365600" y="338804"/>
                        </a:cubicBezTo>
                        <a:cubicBezTo>
                          <a:pt x="7375696" y="347377"/>
                          <a:pt x="7388079" y="351282"/>
                          <a:pt x="7399319" y="351854"/>
                        </a:cubicBezTo>
                        <a:cubicBezTo>
                          <a:pt x="7404938" y="352139"/>
                          <a:pt x="7410367" y="351663"/>
                          <a:pt x="7415225" y="350330"/>
                        </a:cubicBezTo>
                        <a:cubicBezTo>
                          <a:pt x="7420083" y="349091"/>
                          <a:pt x="7424274" y="346996"/>
                          <a:pt x="7427798" y="344043"/>
                        </a:cubicBezTo>
                        <a:cubicBezTo>
                          <a:pt x="7432751" y="339947"/>
                          <a:pt x="7437609" y="336423"/>
                          <a:pt x="7441895" y="333851"/>
                        </a:cubicBezTo>
                        <a:cubicBezTo>
                          <a:pt x="7443991" y="332708"/>
                          <a:pt x="7445991" y="331565"/>
                          <a:pt x="7447705" y="330803"/>
                        </a:cubicBezTo>
                        <a:cubicBezTo>
                          <a:pt x="7448943" y="330137"/>
                          <a:pt x="7448563" y="330517"/>
                          <a:pt x="7448943" y="330327"/>
                        </a:cubicBezTo>
                        <a:lnTo>
                          <a:pt x="7449134" y="330232"/>
                        </a:lnTo>
                        <a:cubicBezTo>
                          <a:pt x="7449134" y="330232"/>
                          <a:pt x="7448849" y="328898"/>
                          <a:pt x="7449229" y="326326"/>
                        </a:cubicBezTo>
                        <a:cubicBezTo>
                          <a:pt x="7449610" y="323755"/>
                          <a:pt x="7450753" y="320230"/>
                          <a:pt x="7452754" y="316039"/>
                        </a:cubicBezTo>
                        <a:cubicBezTo>
                          <a:pt x="7454754" y="311944"/>
                          <a:pt x="7457707" y="307181"/>
                          <a:pt x="7460945" y="302228"/>
                        </a:cubicBezTo>
                        <a:cubicBezTo>
                          <a:pt x="7464279" y="297085"/>
                          <a:pt x="7467899" y="291751"/>
                          <a:pt x="7470946" y="285655"/>
                        </a:cubicBezTo>
                        <a:cubicBezTo>
                          <a:pt x="7465136" y="297942"/>
                          <a:pt x="7462183" y="310610"/>
                          <a:pt x="7457897" y="318897"/>
                        </a:cubicBezTo>
                        <a:cubicBezTo>
                          <a:pt x="7455897" y="322993"/>
                          <a:pt x="7453706" y="326041"/>
                          <a:pt x="7451991" y="327850"/>
                        </a:cubicBezTo>
                        <a:cubicBezTo>
                          <a:pt x="7450182" y="329660"/>
                          <a:pt x="7449420" y="330898"/>
                          <a:pt x="7451039" y="333946"/>
                        </a:cubicBezTo>
                        <a:cubicBezTo>
                          <a:pt x="7452944" y="338042"/>
                          <a:pt x="7455135" y="343091"/>
                          <a:pt x="7456849" y="349187"/>
                        </a:cubicBezTo>
                        <a:cubicBezTo>
                          <a:pt x="7457802" y="352330"/>
                          <a:pt x="7458468" y="355092"/>
                          <a:pt x="7459517" y="359092"/>
                        </a:cubicBezTo>
                        <a:lnTo>
                          <a:pt x="7462945" y="373094"/>
                        </a:lnTo>
                        <a:cubicBezTo>
                          <a:pt x="7469518" y="399574"/>
                          <a:pt x="7497045" y="415576"/>
                          <a:pt x="7522667" y="407670"/>
                        </a:cubicBezTo>
                        <a:cubicBezTo>
                          <a:pt x="7496950" y="415004"/>
                          <a:pt x="7481900" y="443008"/>
                          <a:pt x="7492283" y="471297"/>
                        </a:cubicBezTo>
                        <a:cubicBezTo>
                          <a:pt x="7495997" y="481298"/>
                          <a:pt x="7500188" y="491490"/>
                          <a:pt x="7504855" y="501872"/>
                        </a:cubicBezTo>
                        <a:lnTo>
                          <a:pt x="7508761" y="509968"/>
                        </a:lnTo>
                        <a:lnTo>
                          <a:pt x="7509713" y="511969"/>
                        </a:lnTo>
                        <a:lnTo>
                          <a:pt x="7511237" y="514826"/>
                        </a:lnTo>
                        <a:lnTo>
                          <a:pt x="7514571" y="520922"/>
                        </a:lnTo>
                        <a:cubicBezTo>
                          <a:pt x="7516761" y="525018"/>
                          <a:pt x="7519048" y="529114"/>
                          <a:pt x="7521619" y="532924"/>
                        </a:cubicBezTo>
                        <a:cubicBezTo>
                          <a:pt x="7524191" y="536734"/>
                          <a:pt x="7526382" y="540925"/>
                          <a:pt x="7529239" y="544449"/>
                        </a:cubicBezTo>
                        <a:cubicBezTo>
                          <a:pt x="7533049" y="549593"/>
                          <a:pt x="7537050" y="554450"/>
                          <a:pt x="7541622" y="558070"/>
                        </a:cubicBezTo>
                        <a:cubicBezTo>
                          <a:pt x="7545908" y="562070"/>
                          <a:pt x="7550480" y="565213"/>
                          <a:pt x="7555147" y="567500"/>
                        </a:cubicBezTo>
                        <a:cubicBezTo>
                          <a:pt x="7559624" y="570071"/>
                          <a:pt x="7564482" y="571214"/>
                          <a:pt x="7568768" y="572452"/>
                        </a:cubicBezTo>
                        <a:cubicBezTo>
                          <a:pt x="7573150" y="573405"/>
                          <a:pt x="7577531" y="573500"/>
                          <a:pt x="7581341" y="573310"/>
                        </a:cubicBezTo>
                        <a:cubicBezTo>
                          <a:pt x="7585341" y="572834"/>
                          <a:pt x="7588961" y="571881"/>
                          <a:pt x="7592104" y="570547"/>
                        </a:cubicBezTo>
                        <a:cubicBezTo>
                          <a:pt x="7595343" y="569119"/>
                          <a:pt x="7598201" y="567118"/>
                          <a:pt x="7600582" y="564928"/>
                        </a:cubicBezTo>
                        <a:cubicBezTo>
                          <a:pt x="7605344" y="560642"/>
                          <a:pt x="7608392" y="554450"/>
                          <a:pt x="7609725" y="547973"/>
                        </a:cubicBezTo>
                        <a:cubicBezTo>
                          <a:pt x="7608297" y="554546"/>
                          <a:pt x="7608678" y="561404"/>
                          <a:pt x="7611154" y="568071"/>
                        </a:cubicBezTo>
                        <a:cubicBezTo>
                          <a:pt x="7612393" y="571214"/>
                          <a:pt x="7614298" y="574358"/>
                          <a:pt x="7616679" y="577310"/>
                        </a:cubicBezTo>
                        <a:cubicBezTo>
                          <a:pt x="7619060" y="580168"/>
                          <a:pt x="7622013" y="582835"/>
                          <a:pt x="7625537" y="585026"/>
                        </a:cubicBezTo>
                        <a:cubicBezTo>
                          <a:pt x="7627252" y="586168"/>
                          <a:pt x="7629157" y="587121"/>
                          <a:pt x="7631157" y="587978"/>
                        </a:cubicBezTo>
                        <a:cubicBezTo>
                          <a:pt x="7633157" y="588835"/>
                          <a:pt x="7635252" y="589597"/>
                          <a:pt x="7637444" y="590359"/>
                        </a:cubicBezTo>
                        <a:cubicBezTo>
                          <a:pt x="7641825" y="591217"/>
                          <a:pt x="7646778" y="592455"/>
                          <a:pt x="7651731" y="592169"/>
                        </a:cubicBezTo>
                        <a:cubicBezTo>
                          <a:pt x="7656779" y="591979"/>
                          <a:pt x="7662208" y="591502"/>
                          <a:pt x="7667542" y="589693"/>
                        </a:cubicBezTo>
                        <a:cubicBezTo>
                          <a:pt x="7672972" y="588359"/>
                          <a:pt x="7678496" y="585883"/>
                          <a:pt x="7683830" y="582739"/>
                        </a:cubicBezTo>
                        <a:cubicBezTo>
                          <a:pt x="7687735" y="580739"/>
                          <a:pt x="7691259" y="577977"/>
                          <a:pt x="7694974" y="575310"/>
                        </a:cubicBezTo>
                        <a:cubicBezTo>
                          <a:pt x="7698498" y="572548"/>
                          <a:pt x="7702499" y="570452"/>
                          <a:pt x="7705547" y="566928"/>
                        </a:cubicBezTo>
                        <a:lnTo>
                          <a:pt x="7725264" y="547497"/>
                        </a:lnTo>
                        <a:lnTo>
                          <a:pt x="7730217" y="542639"/>
                        </a:lnTo>
                        <a:cubicBezTo>
                          <a:pt x="7731645" y="541115"/>
                          <a:pt x="7732312" y="540163"/>
                          <a:pt x="7733360" y="538925"/>
                        </a:cubicBezTo>
                        <a:lnTo>
                          <a:pt x="7739170" y="531685"/>
                        </a:lnTo>
                        <a:cubicBezTo>
                          <a:pt x="7742885" y="526923"/>
                          <a:pt x="7747362" y="521875"/>
                          <a:pt x="7750410" y="517398"/>
                        </a:cubicBezTo>
                        <a:cubicBezTo>
                          <a:pt x="7754886" y="511016"/>
                          <a:pt x="7757934" y="504158"/>
                          <a:pt x="7759554" y="497300"/>
                        </a:cubicBezTo>
                        <a:cubicBezTo>
                          <a:pt x="7760982" y="490442"/>
                          <a:pt x="7760887" y="483584"/>
                          <a:pt x="7759554" y="477202"/>
                        </a:cubicBezTo>
                        <a:cubicBezTo>
                          <a:pt x="7757077" y="464344"/>
                          <a:pt x="7748886" y="453390"/>
                          <a:pt x="7737170" y="446627"/>
                        </a:cubicBezTo>
                        <a:cubicBezTo>
                          <a:pt x="7748981" y="453390"/>
                          <a:pt x="7762411" y="454533"/>
                          <a:pt x="7774889" y="450533"/>
                        </a:cubicBezTo>
                        <a:cubicBezTo>
                          <a:pt x="7780699" y="448723"/>
                          <a:pt x="7785938" y="445675"/>
                          <a:pt x="7790700" y="441769"/>
                        </a:cubicBezTo>
                        <a:lnTo>
                          <a:pt x="7790700" y="417576"/>
                        </a:lnTo>
                        <a:lnTo>
                          <a:pt x="7790700" y="373380"/>
                        </a:lnTo>
                        <a:lnTo>
                          <a:pt x="7790700" y="352901"/>
                        </a:lnTo>
                        <a:lnTo>
                          <a:pt x="7790700" y="336899"/>
                        </a:lnTo>
                        <a:lnTo>
                          <a:pt x="7790700" y="330613"/>
                        </a:lnTo>
                        <a:lnTo>
                          <a:pt x="7790700" y="302705"/>
                        </a:lnTo>
                        <a:lnTo>
                          <a:pt x="7790700" y="302705"/>
                        </a:lnTo>
                        <a:lnTo>
                          <a:pt x="7790700" y="298704"/>
                        </a:lnTo>
                        <a:lnTo>
                          <a:pt x="7790700" y="279368"/>
                        </a:lnTo>
                        <a:lnTo>
                          <a:pt x="7790700" y="247745"/>
                        </a:lnTo>
                        <a:lnTo>
                          <a:pt x="7790700" y="247650"/>
                        </a:lnTo>
                        <a:lnTo>
                          <a:pt x="7790700" y="238887"/>
                        </a:lnTo>
                        <a:lnTo>
                          <a:pt x="7790700" y="233743"/>
                        </a:lnTo>
                        <a:lnTo>
                          <a:pt x="7790700" y="233363"/>
                        </a:lnTo>
                        <a:lnTo>
                          <a:pt x="7790700" y="220980"/>
                        </a:lnTo>
                        <a:lnTo>
                          <a:pt x="7790700" y="198882"/>
                        </a:lnTo>
                        <a:lnTo>
                          <a:pt x="7790700" y="192596"/>
                        </a:lnTo>
                        <a:lnTo>
                          <a:pt x="7790700" y="188595"/>
                        </a:lnTo>
                        <a:lnTo>
                          <a:pt x="7790700" y="179927"/>
                        </a:lnTo>
                        <a:lnTo>
                          <a:pt x="7790700" y="161258"/>
                        </a:lnTo>
                        <a:lnTo>
                          <a:pt x="7790700" y="149257"/>
                        </a:lnTo>
                        <a:lnTo>
                          <a:pt x="7790700" y="145923"/>
                        </a:lnTo>
                        <a:cubicBezTo>
                          <a:pt x="7791843" y="146209"/>
                          <a:pt x="7792892" y="146590"/>
                          <a:pt x="7794130" y="146875"/>
                        </a:cubicBezTo>
                        <a:cubicBezTo>
                          <a:pt x="7796511" y="146971"/>
                          <a:pt x="7795177" y="146494"/>
                          <a:pt x="7793082" y="145542"/>
                        </a:cubicBezTo>
                        <a:close/>
                      </a:path>
                    </a:pathLst>
                  </a:custGeom>
                  <a:noFill/>
                  <a:ln w="7144" cap="rnd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9531" name="Forme libre : forme 9530">
                  <a:extLst>
                    <a:ext uri="{FF2B5EF4-FFF2-40B4-BE49-F238E27FC236}">
                      <a16:creationId xmlns:a16="http://schemas.microsoft.com/office/drawing/2014/main" id="{D049EF3F-D792-4950-9BED-06B10E32F5F1}"/>
                    </a:ext>
                  </a:extLst>
                </p:cNvPr>
                <p:cNvSpPr/>
                <p:nvPr/>
              </p:nvSpPr>
              <p:spPr>
                <a:xfrm>
                  <a:off x="284992" y="2288666"/>
                  <a:ext cx="6278689" cy="312800"/>
                </a:xfrm>
                <a:custGeom>
                  <a:avLst/>
                  <a:gdLst>
                    <a:gd name="connsiteX0" fmla="*/ 6278690 w 6278689"/>
                    <a:gd name="connsiteY0" fmla="*/ 247840 h 312800"/>
                    <a:gd name="connsiteX1" fmla="*/ 6277927 w 6278689"/>
                    <a:gd name="connsiteY1" fmla="*/ 0 h 312800"/>
                    <a:gd name="connsiteX2" fmla="*/ 0 w 6278689"/>
                    <a:gd name="connsiteY2" fmla="*/ 0 h 312800"/>
                    <a:gd name="connsiteX3" fmla="*/ 4191 w 6278689"/>
                    <a:gd name="connsiteY3" fmla="*/ 312801 h 312800"/>
                    <a:gd name="connsiteX4" fmla="*/ 167545 w 6278689"/>
                    <a:gd name="connsiteY4" fmla="*/ 255365 h 312800"/>
                    <a:gd name="connsiteX5" fmla="*/ 324517 w 6278689"/>
                    <a:gd name="connsiteY5" fmla="*/ 242316 h 312800"/>
                    <a:gd name="connsiteX6" fmla="*/ 444817 w 6278689"/>
                    <a:gd name="connsiteY6" fmla="*/ 244221 h 312800"/>
                    <a:gd name="connsiteX7" fmla="*/ 536067 w 6278689"/>
                    <a:gd name="connsiteY7" fmla="*/ 233934 h 312800"/>
                    <a:gd name="connsiteX8" fmla="*/ 810863 w 6278689"/>
                    <a:gd name="connsiteY8" fmla="*/ 207169 h 312800"/>
                    <a:gd name="connsiteX9" fmla="*/ 893350 w 6278689"/>
                    <a:gd name="connsiteY9" fmla="*/ 217742 h 312800"/>
                    <a:gd name="connsiteX10" fmla="*/ 1026604 w 6278689"/>
                    <a:gd name="connsiteY10" fmla="*/ 214694 h 312800"/>
                    <a:gd name="connsiteX11" fmla="*/ 1349502 w 6278689"/>
                    <a:gd name="connsiteY11" fmla="*/ 202597 h 312800"/>
                    <a:gd name="connsiteX12" fmla="*/ 1415415 w 6278689"/>
                    <a:gd name="connsiteY12" fmla="*/ 209169 h 312800"/>
                    <a:gd name="connsiteX13" fmla="*/ 1611058 w 6278689"/>
                    <a:gd name="connsiteY13" fmla="*/ 188309 h 312800"/>
                    <a:gd name="connsiteX14" fmla="*/ 1685354 w 6278689"/>
                    <a:gd name="connsiteY14" fmla="*/ 183356 h 312800"/>
                    <a:gd name="connsiteX15" fmla="*/ 1901190 w 6278689"/>
                    <a:gd name="connsiteY15" fmla="*/ 213646 h 312800"/>
                    <a:gd name="connsiteX16" fmla="*/ 2094452 w 6278689"/>
                    <a:gd name="connsiteY16" fmla="*/ 199358 h 312800"/>
                    <a:gd name="connsiteX17" fmla="*/ 2175129 w 6278689"/>
                    <a:gd name="connsiteY17" fmla="*/ 201359 h 312800"/>
                    <a:gd name="connsiteX18" fmla="*/ 2299811 w 6278689"/>
                    <a:gd name="connsiteY18" fmla="*/ 204978 h 312800"/>
                    <a:gd name="connsiteX19" fmla="*/ 2378583 w 6278689"/>
                    <a:gd name="connsiteY19" fmla="*/ 206121 h 312800"/>
                    <a:gd name="connsiteX20" fmla="*/ 2546414 w 6278689"/>
                    <a:gd name="connsiteY20" fmla="*/ 219646 h 312800"/>
                    <a:gd name="connsiteX21" fmla="*/ 2681859 w 6278689"/>
                    <a:gd name="connsiteY21" fmla="*/ 222790 h 312800"/>
                    <a:gd name="connsiteX22" fmla="*/ 2729294 w 6278689"/>
                    <a:gd name="connsiteY22" fmla="*/ 210503 h 312800"/>
                    <a:gd name="connsiteX23" fmla="*/ 2848451 w 6278689"/>
                    <a:gd name="connsiteY23" fmla="*/ 194786 h 312800"/>
                    <a:gd name="connsiteX24" fmla="*/ 3066764 w 6278689"/>
                    <a:gd name="connsiteY24" fmla="*/ 206407 h 312800"/>
                    <a:gd name="connsiteX25" fmla="*/ 3275552 w 6278689"/>
                    <a:gd name="connsiteY25" fmla="*/ 215932 h 312800"/>
                    <a:gd name="connsiteX26" fmla="*/ 3391472 w 6278689"/>
                    <a:gd name="connsiteY26" fmla="*/ 211931 h 312800"/>
                    <a:gd name="connsiteX27" fmla="*/ 3480626 w 6278689"/>
                    <a:gd name="connsiteY27" fmla="*/ 226123 h 312800"/>
                    <a:gd name="connsiteX28" fmla="*/ 3681889 w 6278689"/>
                    <a:gd name="connsiteY28" fmla="*/ 267367 h 312800"/>
                    <a:gd name="connsiteX29" fmla="*/ 3881723 w 6278689"/>
                    <a:gd name="connsiteY29" fmla="*/ 236220 h 312800"/>
                    <a:gd name="connsiteX30" fmla="*/ 4089749 w 6278689"/>
                    <a:gd name="connsiteY30" fmla="*/ 235553 h 312800"/>
                    <a:gd name="connsiteX31" fmla="*/ 4206240 w 6278689"/>
                    <a:gd name="connsiteY31" fmla="*/ 221075 h 312800"/>
                    <a:gd name="connsiteX32" fmla="*/ 4296156 w 6278689"/>
                    <a:gd name="connsiteY32" fmla="*/ 228410 h 312800"/>
                    <a:gd name="connsiteX33" fmla="*/ 4501420 w 6278689"/>
                    <a:gd name="connsiteY33" fmla="*/ 207645 h 312800"/>
                    <a:gd name="connsiteX34" fmla="*/ 4706493 w 6278689"/>
                    <a:gd name="connsiteY34" fmla="*/ 226695 h 312800"/>
                    <a:gd name="connsiteX35" fmla="*/ 4789170 w 6278689"/>
                    <a:gd name="connsiteY35" fmla="*/ 221932 h 312800"/>
                    <a:gd name="connsiteX36" fmla="*/ 4909471 w 6278689"/>
                    <a:gd name="connsiteY36" fmla="*/ 235172 h 312800"/>
                    <a:gd name="connsiteX37" fmla="*/ 5170456 w 6278689"/>
                    <a:gd name="connsiteY37" fmla="*/ 249460 h 312800"/>
                    <a:gd name="connsiteX38" fmla="*/ 5726335 w 6278689"/>
                    <a:gd name="connsiteY38" fmla="*/ 266795 h 312800"/>
                    <a:gd name="connsiteX39" fmla="*/ 6278690 w 6278689"/>
                    <a:gd name="connsiteY39" fmla="*/ 247840 h 312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6278689" h="312800">
                      <a:moveTo>
                        <a:pt x="6278690" y="247840"/>
                      </a:moveTo>
                      <a:lnTo>
                        <a:pt x="6277927" y="0"/>
                      </a:lnTo>
                      <a:lnTo>
                        <a:pt x="0" y="0"/>
                      </a:lnTo>
                      <a:lnTo>
                        <a:pt x="4191" y="312801"/>
                      </a:lnTo>
                      <a:cubicBezTo>
                        <a:pt x="4191" y="312801"/>
                        <a:pt x="86677" y="280416"/>
                        <a:pt x="167545" y="255365"/>
                      </a:cubicBezTo>
                      <a:cubicBezTo>
                        <a:pt x="218122" y="239649"/>
                        <a:pt x="252603" y="240697"/>
                        <a:pt x="324517" y="242316"/>
                      </a:cubicBezTo>
                      <a:cubicBezTo>
                        <a:pt x="367665" y="243269"/>
                        <a:pt x="412432" y="252508"/>
                        <a:pt x="444817" y="244221"/>
                      </a:cubicBezTo>
                      <a:cubicBezTo>
                        <a:pt x="465392" y="238887"/>
                        <a:pt x="502444" y="239173"/>
                        <a:pt x="536067" y="233934"/>
                      </a:cubicBezTo>
                      <a:cubicBezTo>
                        <a:pt x="618553" y="220980"/>
                        <a:pt x="721804" y="204502"/>
                        <a:pt x="810863" y="207169"/>
                      </a:cubicBezTo>
                      <a:cubicBezTo>
                        <a:pt x="837914" y="208026"/>
                        <a:pt x="873061" y="214694"/>
                        <a:pt x="893350" y="217742"/>
                      </a:cubicBezTo>
                      <a:cubicBezTo>
                        <a:pt x="928402" y="222980"/>
                        <a:pt x="970883" y="216027"/>
                        <a:pt x="1026604" y="214694"/>
                      </a:cubicBezTo>
                      <a:cubicBezTo>
                        <a:pt x="1152144" y="211741"/>
                        <a:pt x="1309592" y="205169"/>
                        <a:pt x="1349502" y="202597"/>
                      </a:cubicBezTo>
                      <a:cubicBezTo>
                        <a:pt x="1362361" y="201739"/>
                        <a:pt x="1388459" y="210788"/>
                        <a:pt x="1415415" y="209169"/>
                      </a:cubicBezTo>
                      <a:cubicBezTo>
                        <a:pt x="1473994" y="205645"/>
                        <a:pt x="1551432" y="190500"/>
                        <a:pt x="1611058" y="188309"/>
                      </a:cubicBezTo>
                      <a:cubicBezTo>
                        <a:pt x="1647254" y="186976"/>
                        <a:pt x="1675066" y="175546"/>
                        <a:pt x="1685354" y="183356"/>
                      </a:cubicBezTo>
                      <a:cubicBezTo>
                        <a:pt x="1702879" y="196691"/>
                        <a:pt x="1804702" y="213265"/>
                        <a:pt x="1901190" y="213646"/>
                      </a:cubicBezTo>
                      <a:cubicBezTo>
                        <a:pt x="1972056" y="213931"/>
                        <a:pt x="2031873" y="199263"/>
                        <a:pt x="2094452" y="199358"/>
                      </a:cubicBezTo>
                      <a:cubicBezTo>
                        <a:pt x="2117122" y="199454"/>
                        <a:pt x="2158460" y="200882"/>
                        <a:pt x="2175129" y="201359"/>
                      </a:cubicBezTo>
                      <a:cubicBezTo>
                        <a:pt x="2209038" y="202311"/>
                        <a:pt x="2245900" y="203645"/>
                        <a:pt x="2299811" y="204978"/>
                      </a:cubicBezTo>
                      <a:cubicBezTo>
                        <a:pt x="2322005" y="205549"/>
                        <a:pt x="2353247" y="204692"/>
                        <a:pt x="2378583" y="206121"/>
                      </a:cubicBezTo>
                      <a:cubicBezTo>
                        <a:pt x="2429732" y="208883"/>
                        <a:pt x="2493740" y="217456"/>
                        <a:pt x="2546414" y="219646"/>
                      </a:cubicBezTo>
                      <a:cubicBezTo>
                        <a:pt x="2590705" y="221552"/>
                        <a:pt x="2645473" y="221647"/>
                        <a:pt x="2681859" y="222790"/>
                      </a:cubicBezTo>
                      <a:cubicBezTo>
                        <a:pt x="2720150" y="223933"/>
                        <a:pt x="2698528" y="208026"/>
                        <a:pt x="2729294" y="210503"/>
                      </a:cubicBezTo>
                      <a:cubicBezTo>
                        <a:pt x="2768822" y="213741"/>
                        <a:pt x="2797112" y="196310"/>
                        <a:pt x="2848451" y="194786"/>
                      </a:cubicBezTo>
                      <a:cubicBezTo>
                        <a:pt x="2908840" y="193072"/>
                        <a:pt x="2994374" y="206788"/>
                        <a:pt x="3066764" y="206407"/>
                      </a:cubicBezTo>
                      <a:cubicBezTo>
                        <a:pt x="3132963" y="206026"/>
                        <a:pt x="3208306" y="212693"/>
                        <a:pt x="3275552" y="215932"/>
                      </a:cubicBezTo>
                      <a:cubicBezTo>
                        <a:pt x="3315272" y="217837"/>
                        <a:pt x="3353086" y="206407"/>
                        <a:pt x="3391472" y="211931"/>
                      </a:cubicBezTo>
                      <a:cubicBezTo>
                        <a:pt x="3417189" y="215646"/>
                        <a:pt x="3449574" y="218408"/>
                        <a:pt x="3480626" y="226123"/>
                      </a:cubicBezTo>
                      <a:cubicBezTo>
                        <a:pt x="3542443" y="241649"/>
                        <a:pt x="3609404" y="264700"/>
                        <a:pt x="3681889" y="267367"/>
                      </a:cubicBezTo>
                      <a:cubicBezTo>
                        <a:pt x="3748754" y="269843"/>
                        <a:pt x="3816858" y="243364"/>
                        <a:pt x="3881723" y="236220"/>
                      </a:cubicBezTo>
                      <a:cubicBezTo>
                        <a:pt x="3959257" y="227647"/>
                        <a:pt x="4031933" y="237554"/>
                        <a:pt x="4089749" y="235553"/>
                      </a:cubicBezTo>
                      <a:cubicBezTo>
                        <a:pt x="4144137" y="233648"/>
                        <a:pt x="4184809" y="222313"/>
                        <a:pt x="4206240" y="221075"/>
                      </a:cubicBezTo>
                      <a:cubicBezTo>
                        <a:pt x="4225100" y="220028"/>
                        <a:pt x="4257961" y="231172"/>
                        <a:pt x="4296156" y="228410"/>
                      </a:cubicBezTo>
                      <a:cubicBezTo>
                        <a:pt x="4354163" y="224314"/>
                        <a:pt x="4426935" y="206407"/>
                        <a:pt x="4501420" y="207645"/>
                      </a:cubicBezTo>
                      <a:cubicBezTo>
                        <a:pt x="4575620" y="208979"/>
                        <a:pt x="4650296" y="223552"/>
                        <a:pt x="4706493" y="226695"/>
                      </a:cubicBezTo>
                      <a:cubicBezTo>
                        <a:pt x="4742403" y="228695"/>
                        <a:pt x="4772025" y="216979"/>
                        <a:pt x="4789170" y="221932"/>
                      </a:cubicBezTo>
                      <a:cubicBezTo>
                        <a:pt x="4820222" y="230886"/>
                        <a:pt x="4864608" y="235648"/>
                        <a:pt x="4909471" y="235172"/>
                      </a:cubicBezTo>
                      <a:cubicBezTo>
                        <a:pt x="4992910" y="234315"/>
                        <a:pt x="5087779" y="224123"/>
                        <a:pt x="5170456" y="249460"/>
                      </a:cubicBezTo>
                      <a:cubicBezTo>
                        <a:pt x="5281232" y="283464"/>
                        <a:pt x="5591651" y="252603"/>
                        <a:pt x="5726335" y="266795"/>
                      </a:cubicBezTo>
                      <a:cubicBezTo>
                        <a:pt x="6033992" y="299371"/>
                        <a:pt x="6278690" y="247840"/>
                        <a:pt x="6278690" y="247840"/>
                      </a:cubicBezTo>
                      <a:close/>
                    </a:path>
                  </a:pathLst>
                </a:custGeom>
                <a:solidFill>
                  <a:srgbClr val="F7B08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9532" name="Graphique 1">
                  <a:extLst>
                    <a:ext uri="{FF2B5EF4-FFF2-40B4-BE49-F238E27FC236}">
                      <a16:creationId xmlns:a16="http://schemas.microsoft.com/office/drawing/2014/main" id="{E489AD4F-4266-4517-A6BB-41D62352CED0}"/>
                    </a:ext>
                  </a:extLst>
                </p:cNvPr>
                <p:cNvGrpSpPr/>
                <p:nvPr/>
              </p:nvGrpSpPr>
              <p:grpSpPr>
                <a:xfrm>
                  <a:off x="285087" y="1383098"/>
                  <a:ext cx="7877782" cy="1882838"/>
                  <a:chOff x="285087" y="1383098"/>
                  <a:chExt cx="7877782" cy="1882838"/>
                </a:xfrm>
                <a:solidFill>
                  <a:schemeClr val="accent1"/>
                </a:solidFill>
              </p:grpSpPr>
              <p:grpSp>
                <p:nvGrpSpPr>
                  <p:cNvPr id="9858" name="Graphique 1">
                    <a:extLst>
                      <a:ext uri="{FF2B5EF4-FFF2-40B4-BE49-F238E27FC236}">
                        <a16:creationId xmlns:a16="http://schemas.microsoft.com/office/drawing/2014/main" id="{6654CF85-A0DC-41CB-9028-8E17418A3EA9}"/>
                      </a:ext>
                    </a:extLst>
                  </p:cNvPr>
                  <p:cNvGrpSpPr/>
                  <p:nvPr/>
                </p:nvGrpSpPr>
                <p:grpSpPr>
                  <a:xfrm>
                    <a:off x="2961454" y="2450398"/>
                    <a:ext cx="814068" cy="415216"/>
                    <a:chOff x="2961454" y="2450398"/>
                    <a:chExt cx="814068" cy="415216"/>
                  </a:xfrm>
                  <a:solidFill>
                    <a:schemeClr val="accent1"/>
                  </a:solidFill>
                </p:grpSpPr>
                <p:grpSp>
                  <p:nvGrpSpPr>
                    <p:cNvPr id="13153" name="Graphique 1">
                      <a:extLst>
                        <a:ext uri="{FF2B5EF4-FFF2-40B4-BE49-F238E27FC236}">
                          <a16:creationId xmlns:a16="http://schemas.microsoft.com/office/drawing/2014/main" id="{0F4233B6-F8ED-43B5-B4B3-47B56F2FAC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92185" y="2661246"/>
                      <a:ext cx="183338" cy="108631"/>
                      <a:chOff x="3592185" y="2661246"/>
                      <a:chExt cx="183338" cy="108631"/>
                    </a:xfrm>
                    <a:solidFill>
                      <a:schemeClr val="accent1"/>
                    </a:solidFill>
                  </p:grpSpPr>
                  <p:sp>
                    <p:nvSpPr>
                      <p:cNvPr id="13206" name="Forme libre : forme 13205">
                        <a:extLst>
                          <a:ext uri="{FF2B5EF4-FFF2-40B4-BE49-F238E27FC236}">
                            <a16:creationId xmlns:a16="http://schemas.microsoft.com/office/drawing/2014/main" id="{13EA852A-D540-46E5-A12C-23B8E020C2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2185" y="2661246"/>
                        <a:ext cx="183196" cy="108631"/>
                      </a:xfrm>
                      <a:custGeom>
                        <a:avLst/>
                        <a:gdLst>
                          <a:gd name="connsiteX0" fmla="*/ 38940 w 183196"/>
                          <a:gd name="connsiteY0" fmla="*/ 33757 h 108631"/>
                          <a:gd name="connsiteX1" fmla="*/ 70944 w 183196"/>
                          <a:gd name="connsiteY1" fmla="*/ 16422 h 108631"/>
                          <a:gd name="connsiteX2" fmla="*/ 106472 w 183196"/>
                          <a:gd name="connsiteY2" fmla="*/ 3277 h 108631"/>
                          <a:gd name="connsiteX3" fmla="*/ 179148 w 183196"/>
                          <a:gd name="connsiteY3" fmla="*/ 19470 h 108631"/>
                          <a:gd name="connsiteX4" fmla="*/ 178862 w 183196"/>
                          <a:gd name="connsiteY4" fmla="*/ 40996 h 108631"/>
                          <a:gd name="connsiteX5" fmla="*/ 127808 w 183196"/>
                          <a:gd name="connsiteY5" fmla="*/ 75572 h 108631"/>
                          <a:gd name="connsiteX6" fmla="*/ 78183 w 183196"/>
                          <a:gd name="connsiteY6" fmla="*/ 97956 h 108631"/>
                          <a:gd name="connsiteX7" fmla="*/ 14555 w 183196"/>
                          <a:gd name="connsiteY7" fmla="*/ 106909 h 108631"/>
                          <a:gd name="connsiteX8" fmla="*/ 78 w 183196"/>
                          <a:gd name="connsiteY8" fmla="*/ 91574 h 108631"/>
                          <a:gd name="connsiteX9" fmla="*/ 38940 w 183196"/>
                          <a:gd name="connsiteY9" fmla="*/ 33757 h 1086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83196" h="108631">
                            <a:moveTo>
                              <a:pt x="38940" y="33757"/>
                            </a:moveTo>
                            <a:cubicBezTo>
                              <a:pt x="46178" y="29090"/>
                              <a:pt x="57990" y="22232"/>
                              <a:pt x="70944" y="16422"/>
                            </a:cubicBezTo>
                            <a:cubicBezTo>
                              <a:pt x="83707" y="10421"/>
                              <a:pt x="97423" y="5754"/>
                              <a:pt x="106472" y="3277"/>
                            </a:cubicBezTo>
                            <a:cubicBezTo>
                              <a:pt x="141048" y="-5295"/>
                              <a:pt x="162193" y="3944"/>
                              <a:pt x="179148" y="19470"/>
                            </a:cubicBezTo>
                            <a:cubicBezTo>
                              <a:pt x="185053" y="24804"/>
                              <a:pt x="184101" y="35758"/>
                              <a:pt x="178862" y="40996"/>
                            </a:cubicBezTo>
                            <a:cubicBezTo>
                              <a:pt x="163527" y="56236"/>
                              <a:pt x="150668" y="66809"/>
                              <a:pt x="127808" y="75572"/>
                            </a:cubicBezTo>
                            <a:cubicBezTo>
                              <a:pt x="115520" y="80049"/>
                              <a:pt x="90946" y="91193"/>
                              <a:pt x="78183" y="97956"/>
                            </a:cubicBezTo>
                            <a:cubicBezTo>
                              <a:pt x="54370" y="110053"/>
                              <a:pt x="36273" y="109957"/>
                              <a:pt x="14555" y="106909"/>
                            </a:cubicBezTo>
                            <a:cubicBezTo>
                              <a:pt x="7126" y="105862"/>
                              <a:pt x="-875" y="98813"/>
                              <a:pt x="78" y="91574"/>
                            </a:cubicBezTo>
                            <a:cubicBezTo>
                              <a:pt x="2935" y="70619"/>
                              <a:pt x="12269" y="51569"/>
                              <a:pt x="38940" y="3375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07" name="Forme libre : forme 13206">
                        <a:extLst>
                          <a:ext uri="{FF2B5EF4-FFF2-40B4-BE49-F238E27FC236}">
                            <a16:creationId xmlns:a16="http://schemas.microsoft.com/office/drawing/2014/main" id="{1CC1D8B6-0776-49B6-BD0C-9D3218A37D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2643" y="2661629"/>
                        <a:ext cx="182879" cy="91952"/>
                      </a:xfrm>
                      <a:custGeom>
                        <a:avLst/>
                        <a:gdLst>
                          <a:gd name="connsiteX0" fmla="*/ 104299 w 182879"/>
                          <a:gd name="connsiteY0" fmla="*/ 32231 h 91952"/>
                          <a:gd name="connsiteX1" fmla="*/ 182880 w 182879"/>
                          <a:gd name="connsiteY1" fmla="*/ 28040 h 91952"/>
                          <a:gd name="connsiteX2" fmla="*/ 178975 w 182879"/>
                          <a:gd name="connsiteY2" fmla="*/ 19468 h 91952"/>
                          <a:gd name="connsiteX3" fmla="*/ 169736 w 182879"/>
                          <a:gd name="connsiteY3" fmla="*/ 12038 h 91952"/>
                          <a:gd name="connsiteX4" fmla="*/ 136112 w 182879"/>
                          <a:gd name="connsiteY4" fmla="*/ 132 h 91952"/>
                          <a:gd name="connsiteX5" fmla="*/ 106299 w 182879"/>
                          <a:gd name="connsiteY5" fmla="*/ 3275 h 91952"/>
                          <a:gd name="connsiteX6" fmla="*/ 94583 w 182879"/>
                          <a:gd name="connsiteY6" fmla="*/ 6895 h 91952"/>
                          <a:gd name="connsiteX7" fmla="*/ 43339 w 182879"/>
                          <a:gd name="connsiteY7" fmla="*/ 30897 h 91952"/>
                          <a:gd name="connsiteX8" fmla="*/ 38767 w 182879"/>
                          <a:gd name="connsiteY8" fmla="*/ 33755 h 91952"/>
                          <a:gd name="connsiteX9" fmla="*/ 16478 w 182879"/>
                          <a:gd name="connsiteY9" fmla="*/ 53186 h 91952"/>
                          <a:gd name="connsiteX10" fmla="*/ 1905 w 182879"/>
                          <a:gd name="connsiteY10" fmla="*/ 81761 h 91952"/>
                          <a:gd name="connsiteX11" fmla="*/ 0 w 182879"/>
                          <a:gd name="connsiteY11" fmla="*/ 91572 h 91952"/>
                          <a:gd name="connsiteX12" fmla="*/ 0 w 182879"/>
                          <a:gd name="connsiteY12" fmla="*/ 91953 h 91952"/>
                          <a:gd name="connsiteX13" fmla="*/ 104299 w 182879"/>
                          <a:gd name="connsiteY13" fmla="*/ 32231 h 919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82879" h="91952">
                            <a:moveTo>
                              <a:pt x="104299" y="32231"/>
                            </a:moveTo>
                            <a:cubicBezTo>
                              <a:pt x="129635" y="20896"/>
                              <a:pt x="161830" y="16801"/>
                              <a:pt x="182880" y="28040"/>
                            </a:cubicBezTo>
                            <a:cubicBezTo>
                              <a:pt x="182594" y="24706"/>
                              <a:pt x="181356" y="21563"/>
                              <a:pt x="178975" y="19468"/>
                            </a:cubicBezTo>
                            <a:cubicBezTo>
                              <a:pt x="176022" y="16801"/>
                              <a:pt x="172974" y="14324"/>
                              <a:pt x="169736" y="12038"/>
                            </a:cubicBezTo>
                            <a:cubicBezTo>
                              <a:pt x="160401" y="5752"/>
                              <a:pt x="149733" y="1275"/>
                              <a:pt x="136112" y="132"/>
                            </a:cubicBezTo>
                            <a:cubicBezTo>
                              <a:pt x="127349" y="-345"/>
                              <a:pt x="117443" y="418"/>
                              <a:pt x="106299" y="3275"/>
                            </a:cubicBezTo>
                            <a:cubicBezTo>
                              <a:pt x="102965" y="4132"/>
                              <a:pt x="98965" y="5466"/>
                              <a:pt x="94583" y="6895"/>
                            </a:cubicBezTo>
                            <a:cubicBezTo>
                              <a:pt x="77533" y="12514"/>
                              <a:pt x="56007" y="23087"/>
                              <a:pt x="43339" y="30897"/>
                            </a:cubicBezTo>
                            <a:cubicBezTo>
                              <a:pt x="41720" y="31945"/>
                              <a:pt x="40196" y="32898"/>
                              <a:pt x="38767" y="33755"/>
                            </a:cubicBezTo>
                            <a:cubicBezTo>
                              <a:pt x="29337" y="40042"/>
                              <a:pt x="22003" y="46519"/>
                              <a:pt x="16478" y="53186"/>
                            </a:cubicBezTo>
                            <a:cubicBezTo>
                              <a:pt x="8954" y="62425"/>
                              <a:pt x="4667" y="71950"/>
                              <a:pt x="1905" y="81761"/>
                            </a:cubicBezTo>
                            <a:cubicBezTo>
                              <a:pt x="1143" y="84999"/>
                              <a:pt x="476" y="88238"/>
                              <a:pt x="0" y="91572"/>
                            </a:cubicBezTo>
                            <a:lnTo>
                              <a:pt x="0" y="91953"/>
                            </a:lnTo>
                            <a:cubicBezTo>
                              <a:pt x="32099" y="69093"/>
                              <a:pt x="67437" y="47757"/>
                              <a:pt x="104299" y="3223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08" name="Forme libre : forme 13207">
                        <a:extLst>
                          <a:ext uri="{FF2B5EF4-FFF2-40B4-BE49-F238E27FC236}">
                            <a16:creationId xmlns:a16="http://schemas.microsoft.com/office/drawing/2014/main" id="{26CCD3E0-4C04-438A-804D-B16D438749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25392" y="2695308"/>
                        <a:ext cx="83022" cy="46937"/>
                      </a:xfrm>
                      <a:custGeom>
                        <a:avLst/>
                        <a:gdLst>
                          <a:gd name="connsiteX0" fmla="*/ 779 w 83022"/>
                          <a:gd name="connsiteY0" fmla="*/ 44749 h 46937"/>
                          <a:gd name="connsiteX1" fmla="*/ 11924 w 83022"/>
                          <a:gd name="connsiteY1" fmla="*/ 26079 h 46937"/>
                          <a:gd name="connsiteX2" fmla="*/ 36308 w 83022"/>
                          <a:gd name="connsiteY2" fmla="*/ 9792 h 46937"/>
                          <a:gd name="connsiteX3" fmla="*/ 62216 w 83022"/>
                          <a:gd name="connsiteY3" fmla="*/ 934 h 46937"/>
                          <a:gd name="connsiteX4" fmla="*/ 82694 w 83022"/>
                          <a:gd name="connsiteY4" fmla="*/ 4934 h 46937"/>
                          <a:gd name="connsiteX5" fmla="*/ 70026 w 83022"/>
                          <a:gd name="connsiteY5" fmla="*/ 20269 h 46937"/>
                          <a:gd name="connsiteX6" fmla="*/ 47547 w 83022"/>
                          <a:gd name="connsiteY6" fmla="*/ 31890 h 46937"/>
                          <a:gd name="connsiteX7" fmla="*/ 22496 w 83022"/>
                          <a:gd name="connsiteY7" fmla="*/ 42748 h 46937"/>
                          <a:gd name="connsiteX8" fmla="*/ 779 w 83022"/>
                          <a:gd name="connsiteY8" fmla="*/ 44749 h 469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3022" h="46937">
                            <a:moveTo>
                              <a:pt x="779" y="44749"/>
                            </a:moveTo>
                            <a:cubicBezTo>
                              <a:pt x="-2173" y="40653"/>
                              <a:pt x="3637" y="33128"/>
                              <a:pt x="11924" y="26079"/>
                            </a:cubicBezTo>
                            <a:cubicBezTo>
                              <a:pt x="20020" y="18936"/>
                              <a:pt x="30783" y="12649"/>
                              <a:pt x="36308" y="9792"/>
                            </a:cubicBezTo>
                            <a:cubicBezTo>
                              <a:pt x="41832" y="6839"/>
                              <a:pt x="52405" y="2648"/>
                              <a:pt x="62216" y="934"/>
                            </a:cubicBezTo>
                            <a:cubicBezTo>
                              <a:pt x="72026" y="-972"/>
                              <a:pt x="80885" y="-114"/>
                              <a:pt x="82694" y="4934"/>
                            </a:cubicBezTo>
                            <a:cubicBezTo>
                              <a:pt x="84600" y="10173"/>
                              <a:pt x="77932" y="15316"/>
                              <a:pt x="70026" y="20269"/>
                            </a:cubicBezTo>
                            <a:cubicBezTo>
                              <a:pt x="62025" y="25032"/>
                              <a:pt x="52500" y="29604"/>
                              <a:pt x="47547" y="31890"/>
                            </a:cubicBezTo>
                            <a:cubicBezTo>
                              <a:pt x="42594" y="34176"/>
                              <a:pt x="32212" y="38938"/>
                              <a:pt x="22496" y="42748"/>
                            </a:cubicBezTo>
                            <a:cubicBezTo>
                              <a:pt x="12876" y="46463"/>
                              <a:pt x="3732" y="48939"/>
                              <a:pt x="779" y="4474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09" name="Forme libre : forme 13208">
                        <a:extLst>
                          <a:ext uri="{FF2B5EF4-FFF2-40B4-BE49-F238E27FC236}">
                            <a16:creationId xmlns:a16="http://schemas.microsoft.com/office/drawing/2014/main" id="{54593CE2-E5D7-43C2-B063-A377895506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44459" y="2695539"/>
                        <a:ext cx="64825" cy="20704"/>
                      </a:xfrm>
                      <a:custGeom>
                        <a:avLst/>
                        <a:gdLst>
                          <a:gd name="connsiteX0" fmla="*/ 49435 w 64825"/>
                          <a:gd name="connsiteY0" fmla="*/ 20705 h 20704"/>
                          <a:gd name="connsiteX1" fmla="*/ 64103 w 64825"/>
                          <a:gd name="connsiteY1" fmla="*/ 4608 h 20704"/>
                          <a:gd name="connsiteX2" fmla="*/ 43243 w 64825"/>
                          <a:gd name="connsiteY2" fmla="*/ 797 h 20704"/>
                          <a:gd name="connsiteX3" fmla="*/ 16859 w 64825"/>
                          <a:gd name="connsiteY3" fmla="*/ 9846 h 20704"/>
                          <a:gd name="connsiteX4" fmla="*/ 0 w 64825"/>
                          <a:gd name="connsiteY4" fmla="*/ 20705 h 20704"/>
                          <a:gd name="connsiteX5" fmla="*/ 9715 w 64825"/>
                          <a:gd name="connsiteY5" fmla="*/ 16133 h 20704"/>
                          <a:gd name="connsiteX6" fmla="*/ 49435 w 64825"/>
                          <a:gd name="connsiteY6" fmla="*/ 20705 h 207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4825" h="20704">
                            <a:moveTo>
                              <a:pt x="49435" y="20705"/>
                            </a:moveTo>
                            <a:cubicBezTo>
                              <a:pt x="53721" y="16609"/>
                              <a:pt x="68199" y="10513"/>
                              <a:pt x="64103" y="4608"/>
                            </a:cubicBezTo>
                            <a:cubicBezTo>
                              <a:pt x="60865" y="36"/>
                              <a:pt x="52483" y="-917"/>
                              <a:pt x="43243" y="797"/>
                            </a:cubicBezTo>
                            <a:cubicBezTo>
                              <a:pt x="33909" y="2321"/>
                              <a:pt x="23813" y="6322"/>
                              <a:pt x="16859" y="9846"/>
                            </a:cubicBezTo>
                            <a:cubicBezTo>
                              <a:pt x="12668" y="11846"/>
                              <a:pt x="4000" y="17466"/>
                              <a:pt x="0" y="20705"/>
                            </a:cubicBezTo>
                            <a:cubicBezTo>
                              <a:pt x="2667" y="19371"/>
                              <a:pt x="6953" y="16990"/>
                              <a:pt x="9715" y="16133"/>
                            </a:cubicBezTo>
                            <a:cubicBezTo>
                              <a:pt x="25146" y="11846"/>
                              <a:pt x="44196" y="9656"/>
                              <a:pt x="49435" y="2070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10" name="Forme libre : forme 13209">
                        <a:extLst>
                          <a:ext uri="{FF2B5EF4-FFF2-40B4-BE49-F238E27FC236}">
                            <a16:creationId xmlns:a16="http://schemas.microsoft.com/office/drawing/2014/main" id="{F2D2E5B6-5961-4613-BB0B-0EAC84849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20317" y="2694322"/>
                        <a:ext cx="82918" cy="49081"/>
                      </a:xfrm>
                      <a:custGeom>
                        <a:avLst/>
                        <a:gdLst>
                          <a:gd name="connsiteX0" fmla="*/ 329 w 82918"/>
                          <a:gd name="connsiteY0" fmla="*/ 46401 h 49081"/>
                          <a:gd name="connsiteX1" fmla="*/ 36048 w 82918"/>
                          <a:gd name="connsiteY1" fmla="*/ 10301 h 49081"/>
                          <a:gd name="connsiteX2" fmla="*/ 82435 w 82918"/>
                          <a:gd name="connsiteY2" fmla="*/ 4967 h 49081"/>
                          <a:gd name="connsiteX3" fmla="*/ 69957 w 82918"/>
                          <a:gd name="connsiteY3" fmla="*/ 20398 h 49081"/>
                          <a:gd name="connsiteX4" fmla="*/ 47573 w 82918"/>
                          <a:gd name="connsiteY4" fmla="*/ 32494 h 49081"/>
                          <a:gd name="connsiteX5" fmla="*/ 21665 w 82918"/>
                          <a:gd name="connsiteY5" fmla="*/ 44496 h 49081"/>
                          <a:gd name="connsiteX6" fmla="*/ 329 w 82918"/>
                          <a:gd name="connsiteY6" fmla="*/ 46401 h 490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2918" h="49081">
                            <a:moveTo>
                              <a:pt x="329" y="46401"/>
                            </a:moveTo>
                            <a:cubicBezTo>
                              <a:pt x="-3290" y="36209"/>
                              <a:pt x="23856" y="16587"/>
                              <a:pt x="36048" y="10301"/>
                            </a:cubicBezTo>
                            <a:cubicBezTo>
                              <a:pt x="47669" y="3252"/>
                              <a:pt x="77672" y="-5796"/>
                              <a:pt x="82435" y="4967"/>
                            </a:cubicBezTo>
                            <a:cubicBezTo>
                              <a:pt x="84816" y="10110"/>
                              <a:pt x="78053" y="15349"/>
                              <a:pt x="69957" y="20398"/>
                            </a:cubicBezTo>
                            <a:cubicBezTo>
                              <a:pt x="61765" y="25351"/>
                              <a:pt x="52145" y="30113"/>
                              <a:pt x="47573" y="32494"/>
                            </a:cubicBezTo>
                            <a:cubicBezTo>
                              <a:pt x="42906" y="34685"/>
                              <a:pt x="31857" y="40400"/>
                              <a:pt x="21665" y="44496"/>
                            </a:cubicBezTo>
                            <a:cubicBezTo>
                              <a:pt x="11378" y="48687"/>
                              <a:pt x="1948" y="51354"/>
                              <a:pt x="329" y="4640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11" name="Forme libre : forme 13210">
                        <a:extLst>
                          <a:ext uri="{FF2B5EF4-FFF2-40B4-BE49-F238E27FC236}">
                            <a16:creationId xmlns:a16="http://schemas.microsoft.com/office/drawing/2014/main" id="{046FC92E-00C5-4043-B41D-DA4BEFA309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35655" y="2674258"/>
                        <a:ext cx="114894" cy="44782"/>
                      </a:xfrm>
                      <a:custGeom>
                        <a:avLst/>
                        <a:gdLst>
                          <a:gd name="connsiteX0" fmla="*/ 113674 w 114894"/>
                          <a:gd name="connsiteY0" fmla="*/ 15792 h 44782"/>
                          <a:gd name="connsiteX1" fmla="*/ 99959 w 114894"/>
                          <a:gd name="connsiteY1" fmla="*/ 5695 h 44782"/>
                          <a:gd name="connsiteX2" fmla="*/ 52048 w 114894"/>
                          <a:gd name="connsiteY2" fmla="*/ 1980 h 44782"/>
                          <a:gd name="connsiteX3" fmla="*/ 9471 w 114894"/>
                          <a:gd name="connsiteY3" fmla="*/ 23888 h 44782"/>
                          <a:gd name="connsiteX4" fmla="*/ 2137 w 114894"/>
                          <a:gd name="connsiteY4" fmla="*/ 43890 h 44782"/>
                          <a:gd name="connsiteX5" fmla="*/ 17567 w 114894"/>
                          <a:gd name="connsiteY5" fmla="*/ 41795 h 44782"/>
                          <a:gd name="connsiteX6" fmla="*/ 58525 w 114894"/>
                          <a:gd name="connsiteY6" fmla="*/ 38080 h 44782"/>
                          <a:gd name="connsiteX7" fmla="*/ 97672 w 114894"/>
                          <a:gd name="connsiteY7" fmla="*/ 39414 h 44782"/>
                          <a:gd name="connsiteX8" fmla="*/ 113674 w 114894"/>
                          <a:gd name="connsiteY8" fmla="*/ 15792 h 447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4894" h="44782">
                            <a:moveTo>
                              <a:pt x="113674" y="15792"/>
                            </a:moveTo>
                            <a:cubicBezTo>
                              <a:pt x="110341" y="9791"/>
                              <a:pt x="107864" y="8362"/>
                              <a:pt x="99959" y="5695"/>
                            </a:cubicBezTo>
                            <a:cubicBezTo>
                              <a:pt x="85099" y="1028"/>
                              <a:pt x="71479" y="-2306"/>
                              <a:pt x="52048" y="1980"/>
                            </a:cubicBezTo>
                            <a:cubicBezTo>
                              <a:pt x="35760" y="5600"/>
                              <a:pt x="19377" y="14458"/>
                              <a:pt x="9471" y="23888"/>
                            </a:cubicBezTo>
                            <a:cubicBezTo>
                              <a:pt x="2041" y="30936"/>
                              <a:pt x="-3102" y="39890"/>
                              <a:pt x="2137" y="43890"/>
                            </a:cubicBezTo>
                            <a:cubicBezTo>
                              <a:pt x="5280" y="46367"/>
                              <a:pt x="11757" y="43033"/>
                              <a:pt x="17567" y="41795"/>
                            </a:cubicBezTo>
                            <a:cubicBezTo>
                              <a:pt x="31283" y="38937"/>
                              <a:pt x="44332" y="36270"/>
                              <a:pt x="58525" y="38080"/>
                            </a:cubicBezTo>
                            <a:cubicBezTo>
                              <a:pt x="70621" y="39509"/>
                              <a:pt x="83576" y="44462"/>
                              <a:pt x="97672" y="39414"/>
                            </a:cubicBezTo>
                            <a:cubicBezTo>
                              <a:pt x="110150" y="34937"/>
                              <a:pt x="118056" y="24078"/>
                              <a:pt x="113674" y="1579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12" name="Forme libre : forme 13211">
                        <a:extLst>
                          <a:ext uri="{FF2B5EF4-FFF2-40B4-BE49-F238E27FC236}">
                            <a16:creationId xmlns:a16="http://schemas.microsoft.com/office/drawing/2014/main" id="{3533C002-5F64-42CC-ACC5-6ABDCEBC9F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98174" y="2703278"/>
                        <a:ext cx="31852" cy="19978"/>
                      </a:xfrm>
                      <a:custGeom>
                        <a:avLst/>
                        <a:gdLst>
                          <a:gd name="connsiteX0" fmla="*/ 29153 w 31852"/>
                          <a:gd name="connsiteY0" fmla="*/ 4965 h 19978"/>
                          <a:gd name="connsiteX1" fmla="*/ 31820 w 31852"/>
                          <a:gd name="connsiteY1" fmla="*/ 1726 h 19978"/>
                          <a:gd name="connsiteX2" fmla="*/ 28676 w 31852"/>
                          <a:gd name="connsiteY2" fmla="*/ 12 h 19978"/>
                          <a:gd name="connsiteX3" fmla="*/ 22295 w 31852"/>
                          <a:gd name="connsiteY3" fmla="*/ 1536 h 19978"/>
                          <a:gd name="connsiteX4" fmla="*/ 7626 w 31852"/>
                          <a:gd name="connsiteY4" fmla="*/ 8394 h 19978"/>
                          <a:gd name="connsiteX5" fmla="*/ 2768 w 31852"/>
                          <a:gd name="connsiteY5" fmla="*/ 11728 h 19978"/>
                          <a:gd name="connsiteX6" fmla="*/ 8865 w 31852"/>
                          <a:gd name="connsiteY6" fmla="*/ 18586 h 19978"/>
                          <a:gd name="connsiteX7" fmla="*/ 29153 w 31852"/>
                          <a:gd name="connsiteY7" fmla="*/ 4965 h 199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1852" h="19978">
                            <a:moveTo>
                              <a:pt x="29153" y="4965"/>
                            </a:moveTo>
                            <a:cubicBezTo>
                              <a:pt x="30582" y="3822"/>
                              <a:pt x="31534" y="2964"/>
                              <a:pt x="31820" y="1726"/>
                            </a:cubicBezTo>
                            <a:cubicBezTo>
                              <a:pt x="32105" y="393"/>
                              <a:pt x="30486" y="-84"/>
                              <a:pt x="28676" y="12"/>
                            </a:cubicBezTo>
                            <a:cubicBezTo>
                              <a:pt x="26771" y="12"/>
                              <a:pt x="24200" y="774"/>
                              <a:pt x="22295" y="1536"/>
                            </a:cubicBezTo>
                            <a:cubicBezTo>
                              <a:pt x="17246" y="3441"/>
                              <a:pt x="12008" y="5631"/>
                              <a:pt x="7626" y="8394"/>
                            </a:cubicBezTo>
                            <a:cubicBezTo>
                              <a:pt x="5816" y="9441"/>
                              <a:pt x="4007" y="10394"/>
                              <a:pt x="2768" y="11728"/>
                            </a:cubicBezTo>
                            <a:cubicBezTo>
                              <a:pt x="-2470" y="17538"/>
                              <a:pt x="-184" y="22491"/>
                              <a:pt x="8865" y="18586"/>
                            </a:cubicBezTo>
                            <a:cubicBezTo>
                              <a:pt x="15818" y="15442"/>
                              <a:pt x="23533" y="9632"/>
                              <a:pt x="29153" y="496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13" name="Forme libre : forme 13212">
                        <a:extLst>
                          <a:ext uri="{FF2B5EF4-FFF2-40B4-BE49-F238E27FC236}">
                            <a16:creationId xmlns:a16="http://schemas.microsoft.com/office/drawing/2014/main" id="{EE8B6306-0E0A-4D88-8258-2809D6BBB9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6138" y="2697765"/>
                        <a:ext cx="33842" cy="55911"/>
                      </a:xfrm>
                      <a:custGeom>
                        <a:avLst/>
                        <a:gdLst>
                          <a:gd name="connsiteX0" fmla="*/ 124 w 33842"/>
                          <a:gd name="connsiteY0" fmla="*/ 55912 h 55911"/>
                          <a:gd name="connsiteX1" fmla="*/ 33843 w 33842"/>
                          <a:gd name="connsiteY1" fmla="*/ 0 h 55911"/>
                          <a:gd name="connsiteX2" fmla="*/ 124 w 33842"/>
                          <a:gd name="connsiteY2" fmla="*/ 55912 h 55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3842" h="55911">
                            <a:moveTo>
                              <a:pt x="124" y="55912"/>
                            </a:moveTo>
                            <a:cubicBezTo>
                              <a:pt x="-1781" y="39719"/>
                              <a:pt x="18603" y="14668"/>
                              <a:pt x="33843" y="0"/>
                            </a:cubicBezTo>
                            <a:cubicBezTo>
                              <a:pt x="17460" y="16097"/>
                              <a:pt x="5744" y="38671"/>
                              <a:pt x="124" y="5591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14" name="Forme libre : forme 13213">
                        <a:extLst>
                          <a:ext uri="{FF2B5EF4-FFF2-40B4-BE49-F238E27FC236}">
                            <a16:creationId xmlns:a16="http://schemas.microsoft.com/office/drawing/2014/main" id="{7C001F49-F6AB-4B71-A5C9-AF008DE618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7611" y="2700527"/>
                        <a:ext cx="52292" cy="34861"/>
                      </a:xfrm>
                      <a:custGeom>
                        <a:avLst/>
                        <a:gdLst>
                          <a:gd name="connsiteX0" fmla="*/ 0 w 52292"/>
                          <a:gd name="connsiteY0" fmla="*/ 34862 h 34861"/>
                          <a:gd name="connsiteX1" fmla="*/ 52292 w 52292"/>
                          <a:gd name="connsiteY1" fmla="*/ 0 h 34861"/>
                          <a:gd name="connsiteX2" fmla="*/ 0 w 52292"/>
                          <a:gd name="connsiteY2" fmla="*/ 34862 h 34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2292" h="34861">
                            <a:moveTo>
                              <a:pt x="0" y="34862"/>
                            </a:moveTo>
                            <a:cubicBezTo>
                              <a:pt x="20098" y="26289"/>
                              <a:pt x="36671" y="12668"/>
                              <a:pt x="52292" y="0"/>
                            </a:cubicBezTo>
                            <a:cubicBezTo>
                              <a:pt x="38290" y="12287"/>
                              <a:pt x="16002" y="24098"/>
                              <a:pt x="0" y="3486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15" name="Forme libre : forme 13214">
                        <a:extLst>
                          <a:ext uri="{FF2B5EF4-FFF2-40B4-BE49-F238E27FC236}">
                            <a16:creationId xmlns:a16="http://schemas.microsoft.com/office/drawing/2014/main" id="{BEDB02EF-41C8-4A08-B702-0F8811CDE1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45600" y="2718096"/>
                        <a:ext cx="31082" cy="15301"/>
                      </a:xfrm>
                      <a:custGeom>
                        <a:avLst/>
                        <a:gdLst>
                          <a:gd name="connsiteX0" fmla="*/ 2 w 31082"/>
                          <a:gd name="connsiteY0" fmla="*/ 13674 h 15301"/>
                          <a:gd name="connsiteX1" fmla="*/ 16576 w 31082"/>
                          <a:gd name="connsiteY1" fmla="*/ 2720 h 15301"/>
                          <a:gd name="connsiteX2" fmla="*/ 31054 w 31082"/>
                          <a:gd name="connsiteY2" fmla="*/ 2149 h 15301"/>
                          <a:gd name="connsiteX3" fmla="*/ 15337 w 31082"/>
                          <a:gd name="connsiteY3" fmla="*/ 11674 h 15301"/>
                          <a:gd name="connsiteX4" fmla="*/ 2 w 31082"/>
                          <a:gd name="connsiteY4" fmla="*/ 13674 h 153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082" h="15301">
                            <a:moveTo>
                              <a:pt x="2" y="13674"/>
                            </a:moveTo>
                            <a:cubicBezTo>
                              <a:pt x="98" y="9388"/>
                              <a:pt x="12670" y="4149"/>
                              <a:pt x="16576" y="2720"/>
                            </a:cubicBezTo>
                            <a:cubicBezTo>
                              <a:pt x="20481" y="1196"/>
                              <a:pt x="31720" y="-2233"/>
                              <a:pt x="31054" y="2149"/>
                            </a:cubicBezTo>
                            <a:cubicBezTo>
                              <a:pt x="30387" y="6530"/>
                              <a:pt x="18862" y="10150"/>
                              <a:pt x="15337" y="11674"/>
                            </a:cubicBezTo>
                            <a:cubicBezTo>
                              <a:pt x="11623" y="13007"/>
                              <a:pt x="-188" y="17770"/>
                              <a:pt x="2" y="1367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16" name="Forme libre : forme 13215">
                        <a:extLst>
                          <a:ext uri="{FF2B5EF4-FFF2-40B4-BE49-F238E27FC236}">
                            <a16:creationId xmlns:a16="http://schemas.microsoft.com/office/drawing/2014/main" id="{BD4D709C-945B-4580-A342-223447B4A6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41357" y="2730120"/>
                        <a:ext cx="8654" cy="5491"/>
                      </a:xfrm>
                      <a:custGeom>
                        <a:avLst/>
                        <a:gdLst>
                          <a:gd name="connsiteX0" fmla="*/ 244 w 8654"/>
                          <a:gd name="connsiteY0" fmla="*/ 5174 h 5491"/>
                          <a:gd name="connsiteX1" fmla="*/ 3197 w 8654"/>
                          <a:gd name="connsiteY1" fmla="*/ 1554 h 5491"/>
                          <a:gd name="connsiteX2" fmla="*/ 8436 w 8654"/>
                          <a:gd name="connsiteY2" fmla="*/ 411 h 5491"/>
                          <a:gd name="connsiteX3" fmla="*/ 5578 w 8654"/>
                          <a:gd name="connsiteY3" fmla="*/ 4030 h 5491"/>
                          <a:gd name="connsiteX4" fmla="*/ 244 w 8654"/>
                          <a:gd name="connsiteY4" fmla="*/ 5174 h 54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54" h="5491">
                            <a:moveTo>
                              <a:pt x="244" y="5174"/>
                            </a:moveTo>
                            <a:cubicBezTo>
                              <a:pt x="-803" y="4126"/>
                              <a:pt x="1768" y="2316"/>
                              <a:pt x="3197" y="1554"/>
                            </a:cubicBezTo>
                            <a:cubicBezTo>
                              <a:pt x="4626" y="792"/>
                              <a:pt x="7484" y="-732"/>
                              <a:pt x="8436" y="411"/>
                            </a:cubicBezTo>
                            <a:cubicBezTo>
                              <a:pt x="9389" y="1459"/>
                              <a:pt x="7007" y="3173"/>
                              <a:pt x="5578" y="4030"/>
                            </a:cubicBezTo>
                            <a:cubicBezTo>
                              <a:pt x="4150" y="4697"/>
                              <a:pt x="1197" y="6126"/>
                              <a:pt x="244" y="517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17" name="Forme libre : forme 13216">
                        <a:extLst>
                          <a:ext uri="{FF2B5EF4-FFF2-40B4-BE49-F238E27FC236}">
                            <a16:creationId xmlns:a16="http://schemas.microsoft.com/office/drawing/2014/main" id="{0692AD40-E1D5-4068-8E8F-54ADEA4BF8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03148" y="2735764"/>
                        <a:ext cx="82557" cy="24451"/>
                      </a:xfrm>
                      <a:custGeom>
                        <a:avLst/>
                        <a:gdLst>
                          <a:gd name="connsiteX0" fmla="*/ 26643 w 82557"/>
                          <a:gd name="connsiteY0" fmla="*/ 23723 h 24451"/>
                          <a:gd name="connsiteX1" fmla="*/ 1783 w 82557"/>
                          <a:gd name="connsiteY1" fmla="*/ 22675 h 24451"/>
                          <a:gd name="connsiteX2" fmla="*/ 3307 w 82557"/>
                          <a:gd name="connsiteY2" fmla="*/ 14579 h 24451"/>
                          <a:gd name="connsiteX3" fmla="*/ 13498 w 82557"/>
                          <a:gd name="connsiteY3" fmla="*/ 11817 h 24451"/>
                          <a:gd name="connsiteX4" fmla="*/ 45121 w 82557"/>
                          <a:gd name="connsiteY4" fmla="*/ 7340 h 24451"/>
                          <a:gd name="connsiteX5" fmla="*/ 67220 w 82557"/>
                          <a:gd name="connsiteY5" fmla="*/ 1149 h 24451"/>
                          <a:gd name="connsiteX6" fmla="*/ 82460 w 82557"/>
                          <a:gd name="connsiteY6" fmla="*/ 4006 h 24451"/>
                          <a:gd name="connsiteX7" fmla="*/ 48074 w 82557"/>
                          <a:gd name="connsiteY7" fmla="*/ 23247 h 24451"/>
                          <a:gd name="connsiteX8" fmla="*/ 26643 w 82557"/>
                          <a:gd name="connsiteY8" fmla="*/ 23723 h 244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2557" h="24451">
                            <a:moveTo>
                              <a:pt x="26643" y="23723"/>
                            </a:moveTo>
                            <a:cubicBezTo>
                              <a:pt x="16928" y="24485"/>
                              <a:pt x="9879" y="25247"/>
                              <a:pt x="1783" y="22675"/>
                            </a:cubicBezTo>
                            <a:cubicBezTo>
                              <a:pt x="-1170" y="21723"/>
                              <a:pt x="-313" y="17151"/>
                              <a:pt x="3307" y="14579"/>
                            </a:cubicBezTo>
                            <a:cubicBezTo>
                              <a:pt x="6831" y="12007"/>
                              <a:pt x="10165" y="12007"/>
                              <a:pt x="13498" y="11817"/>
                            </a:cubicBezTo>
                            <a:cubicBezTo>
                              <a:pt x="23976" y="11340"/>
                              <a:pt x="34072" y="9435"/>
                              <a:pt x="45121" y="7340"/>
                            </a:cubicBezTo>
                            <a:cubicBezTo>
                              <a:pt x="48550" y="6673"/>
                              <a:pt x="58456" y="3054"/>
                              <a:pt x="67220" y="1149"/>
                            </a:cubicBezTo>
                            <a:cubicBezTo>
                              <a:pt x="75982" y="-661"/>
                              <a:pt x="83507" y="-756"/>
                              <a:pt x="82460" y="4006"/>
                            </a:cubicBezTo>
                            <a:cubicBezTo>
                              <a:pt x="80364" y="13245"/>
                              <a:pt x="56932" y="21151"/>
                              <a:pt x="48074" y="23247"/>
                            </a:cubicBezTo>
                            <a:cubicBezTo>
                              <a:pt x="39121" y="25056"/>
                              <a:pt x="33882" y="23151"/>
                              <a:pt x="26643" y="2372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3154" name="Graphique 1">
                      <a:extLst>
                        <a:ext uri="{FF2B5EF4-FFF2-40B4-BE49-F238E27FC236}">
                          <a16:creationId xmlns:a16="http://schemas.microsoft.com/office/drawing/2014/main" id="{904E1470-CDAF-4A05-BF81-8C80273E73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23415" y="2754056"/>
                      <a:ext cx="175189" cy="111558"/>
                      <a:chOff x="3423415" y="2754056"/>
                      <a:chExt cx="175189" cy="111558"/>
                    </a:xfrm>
                    <a:solidFill>
                      <a:schemeClr val="accent1"/>
                    </a:solidFill>
                  </p:grpSpPr>
                  <p:sp>
                    <p:nvSpPr>
                      <p:cNvPr id="13194" name="Forme libre : forme 13193">
                        <a:extLst>
                          <a:ext uri="{FF2B5EF4-FFF2-40B4-BE49-F238E27FC236}">
                            <a16:creationId xmlns:a16="http://schemas.microsoft.com/office/drawing/2014/main" id="{73B04BC8-5F1C-483A-BDBC-A6C8699954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23415" y="2754056"/>
                        <a:ext cx="175189" cy="111558"/>
                      </a:xfrm>
                      <a:custGeom>
                        <a:avLst/>
                        <a:gdLst>
                          <a:gd name="connsiteX0" fmla="*/ 56167 w 175189"/>
                          <a:gd name="connsiteY0" fmla="*/ 36483 h 111558"/>
                          <a:gd name="connsiteX1" fmla="*/ 56929 w 175189"/>
                          <a:gd name="connsiteY1" fmla="*/ 35911 h 111558"/>
                          <a:gd name="connsiteX2" fmla="*/ 60072 w 175189"/>
                          <a:gd name="connsiteY2" fmla="*/ 34768 h 111558"/>
                          <a:gd name="connsiteX3" fmla="*/ 71026 w 175189"/>
                          <a:gd name="connsiteY3" fmla="*/ 29434 h 111558"/>
                          <a:gd name="connsiteX4" fmla="*/ 96077 w 175189"/>
                          <a:gd name="connsiteY4" fmla="*/ 14480 h 111558"/>
                          <a:gd name="connsiteX5" fmla="*/ 163323 w 175189"/>
                          <a:gd name="connsiteY5" fmla="*/ 2097 h 111558"/>
                          <a:gd name="connsiteX6" fmla="*/ 174848 w 175189"/>
                          <a:gd name="connsiteY6" fmla="*/ 20290 h 111558"/>
                          <a:gd name="connsiteX7" fmla="*/ 137129 w 175189"/>
                          <a:gd name="connsiteY7" fmla="*/ 77726 h 111558"/>
                          <a:gd name="connsiteX8" fmla="*/ 108078 w 175189"/>
                          <a:gd name="connsiteY8" fmla="*/ 96490 h 111558"/>
                          <a:gd name="connsiteX9" fmla="*/ 66263 w 175189"/>
                          <a:gd name="connsiteY9" fmla="*/ 111063 h 111558"/>
                          <a:gd name="connsiteX10" fmla="*/ 28830 w 175189"/>
                          <a:gd name="connsiteY10" fmla="*/ 104301 h 111558"/>
                          <a:gd name="connsiteX11" fmla="*/ 17686 w 175189"/>
                          <a:gd name="connsiteY11" fmla="*/ 95824 h 111558"/>
                          <a:gd name="connsiteX12" fmla="*/ 10637 w 175189"/>
                          <a:gd name="connsiteY12" fmla="*/ 87632 h 111558"/>
                          <a:gd name="connsiteX13" fmla="*/ 2922 w 175189"/>
                          <a:gd name="connsiteY13" fmla="*/ 71249 h 111558"/>
                          <a:gd name="connsiteX14" fmla="*/ 65 w 175189"/>
                          <a:gd name="connsiteY14" fmla="*/ 54676 h 111558"/>
                          <a:gd name="connsiteX15" fmla="*/ 12542 w 175189"/>
                          <a:gd name="connsiteY15" fmla="*/ 37721 h 111558"/>
                          <a:gd name="connsiteX16" fmla="*/ 27782 w 175189"/>
                          <a:gd name="connsiteY16" fmla="*/ 37245 h 111558"/>
                          <a:gd name="connsiteX17" fmla="*/ 35021 w 175189"/>
                          <a:gd name="connsiteY17" fmla="*/ 37816 h 111558"/>
                          <a:gd name="connsiteX18" fmla="*/ 41974 w 175189"/>
                          <a:gd name="connsiteY18" fmla="*/ 38197 h 111558"/>
                          <a:gd name="connsiteX19" fmla="*/ 48547 w 175189"/>
                          <a:gd name="connsiteY19" fmla="*/ 39150 h 111558"/>
                          <a:gd name="connsiteX20" fmla="*/ 53690 w 175189"/>
                          <a:gd name="connsiteY20" fmla="*/ 38959 h 111558"/>
                          <a:gd name="connsiteX21" fmla="*/ 55690 w 175189"/>
                          <a:gd name="connsiteY21" fmla="*/ 37816 h 111558"/>
                          <a:gd name="connsiteX22" fmla="*/ 56167 w 175189"/>
                          <a:gd name="connsiteY22" fmla="*/ 36483 h 1115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75189" h="111558">
                            <a:moveTo>
                              <a:pt x="56167" y="36483"/>
                            </a:moveTo>
                            <a:cubicBezTo>
                              <a:pt x="56262" y="36387"/>
                              <a:pt x="56167" y="36007"/>
                              <a:pt x="56929" y="35911"/>
                            </a:cubicBezTo>
                            <a:cubicBezTo>
                              <a:pt x="57596" y="35721"/>
                              <a:pt x="58929" y="35054"/>
                              <a:pt x="60072" y="34768"/>
                            </a:cubicBezTo>
                            <a:cubicBezTo>
                              <a:pt x="63025" y="33435"/>
                              <a:pt x="66740" y="31816"/>
                              <a:pt x="71026" y="29434"/>
                            </a:cubicBezTo>
                            <a:cubicBezTo>
                              <a:pt x="79598" y="24767"/>
                              <a:pt x="89504" y="18385"/>
                              <a:pt x="96077" y="14480"/>
                            </a:cubicBezTo>
                            <a:cubicBezTo>
                              <a:pt x="121127" y="-760"/>
                              <a:pt x="141035" y="-2189"/>
                              <a:pt x="163323" y="2097"/>
                            </a:cubicBezTo>
                            <a:cubicBezTo>
                              <a:pt x="171038" y="3526"/>
                              <a:pt x="176658" y="12956"/>
                              <a:pt x="174848" y="20290"/>
                            </a:cubicBezTo>
                            <a:cubicBezTo>
                              <a:pt x="169324" y="41721"/>
                              <a:pt x="161037" y="59247"/>
                              <a:pt x="137129" y="77726"/>
                            </a:cubicBezTo>
                            <a:cubicBezTo>
                              <a:pt x="130652" y="82679"/>
                              <a:pt x="120365" y="89823"/>
                              <a:pt x="108078" y="96490"/>
                            </a:cubicBezTo>
                            <a:cubicBezTo>
                              <a:pt x="95886" y="103158"/>
                              <a:pt x="80741" y="109349"/>
                              <a:pt x="66263" y="111063"/>
                            </a:cubicBezTo>
                            <a:cubicBezTo>
                              <a:pt x="51881" y="112778"/>
                              <a:pt x="38736" y="109920"/>
                              <a:pt x="28830" y="104301"/>
                            </a:cubicBezTo>
                            <a:cubicBezTo>
                              <a:pt x="23972" y="101729"/>
                              <a:pt x="20448" y="98395"/>
                              <a:pt x="17686" y="95824"/>
                            </a:cubicBezTo>
                            <a:cubicBezTo>
                              <a:pt x="14733" y="93061"/>
                              <a:pt x="12161" y="90394"/>
                              <a:pt x="10637" y="87632"/>
                            </a:cubicBezTo>
                            <a:cubicBezTo>
                              <a:pt x="7304" y="82108"/>
                              <a:pt x="4351" y="76678"/>
                              <a:pt x="2922" y="71249"/>
                            </a:cubicBezTo>
                            <a:cubicBezTo>
                              <a:pt x="1493" y="65725"/>
                              <a:pt x="636" y="60200"/>
                              <a:pt x="65" y="54676"/>
                            </a:cubicBezTo>
                            <a:cubicBezTo>
                              <a:pt x="-697" y="46960"/>
                              <a:pt x="5398" y="38007"/>
                              <a:pt x="12542" y="37721"/>
                            </a:cubicBezTo>
                            <a:cubicBezTo>
                              <a:pt x="17781" y="37340"/>
                              <a:pt x="22924" y="37054"/>
                              <a:pt x="27782" y="37245"/>
                            </a:cubicBezTo>
                            <a:cubicBezTo>
                              <a:pt x="30259" y="37340"/>
                              <a:pt x="32640" y="37530"/>
                              <a:pt x="35021" y="37816"/>
                            </a:cubicBezTo>
                            <a:cubicBezTo>
                              <a:pt x="37403" y="37816"/>
                              <a:pt x="39689" y="37911"/>
                              <a:pt x="41974" y="38197"/>
                            </a:cubicBezTo>
                            <a:cubicBezTo>
                              <a:pt x="44165" y="38388"/>
                              <a:pt x="46451" y="38769"/>
                              <a:pt x="48547" y="39150"/>
                            </a:cubicBezTo>
                            <a:cubicBezTo>
                              <a:pt x="50357" y="38959"/>
                              <a:pt x="52547" y="39054"/>
                              <a:pt x="53690" y="38959"/>
                            </a:cubicBezTo>
                            <a:cubicBezTo>
                              <a:pt x="55024" y="39054"/>
                              <a:pt x="55310" y="38293"/>
                              <a:pt x="55690" y="37816"/>
                            </a:cubicBezTo>
                            <a:cubicBezTo>
                              <a:pt x="55786" y="37245"/>
                              <a:pt x="55976" y="36769"/>
                              <a:pt x="56167" y="3648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95" name="Forme libre : forme 13194">
                        <a:extLst>
                          <a:ext uri="{FF2B5EF4-FFF2-40B4-BE49-F238E27FC236}">
                            <a16:creationId xmlns:a16="http://schemas.microsoft.com/office/drawing/2014/main" id="{17BA73FD-BDA8-493E-9E16-2992598C6C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5385" y="2754141"/>
                        <a:ext cx="159639" cy="64836"/>
                      </a:xfrm>
                      <a:custGeom>
                        <a:avLst/>
                        <a:gdLst>
                          <a:gd name="connsiteX0" fmla="*/ 91154 w 159639"/>
                          <a:gd name="connsiteY0" fmla="*/ 42208 h 64836"/>
                          <a:gd name="connsiteX1" fmla="*/ 159639 w 159639"/>
                          <a:gd name="connsiteY1" fmla="*/ 7156 h 64836"/>
                          <a:gd name="connsiteX2" fmla="*/ 151638 w 159639"/>
                          <a:gd name="connsiteY2" fmla="*/ 2012 h 64836"/>
                          <a:gd name="connsiteX3" fmla="*/ 140208 w 159639"/>
                          <a:gd name="connsiteY3" fmla="*/ 393 h 64836"/>
                          <a:gd name="connsiteX4" fmla="*/ 107442 w 159639"/>
                          <a:gd name="connsiteY4" fmla="*/ 3632 h 64836"/>
                          <a:gd name="connsiteX5" fmla="*/ 84296 w 159639"/>
                          <a:gd name="connsiteY5" fmla="*/ 14395 h 64836"/>
                          <a:gd name="connsiteX6" fmla="*/ 75819 w 159639"/>
                          <a:gd name="connsiteY6" fmla="*/ 19538 h 64836"/>
                          <a:gd name="connsiteX7" fmla="*/ 56864 w 159639"/>
                          <a:gd name="connsiteY7" fmla="*/ 30683 h 64836"/>
                          <a:gd name="connsiteX8" fmla="*/ 44482 w 159639"/>
                          <a:gd name="connsiteY8" fmla="*/ 36112 h 64836"/>
                          <a:gd name="connsiteX9" fmla="*/ 44101 w 159639"/>
                          <a:gd name="connsiteY9" fmla="*/ 36588 h 64836"/>
                          <a:gd name="connsiteX10" fmla="*/ 42863 w 159639"/>
                          <a:gd name="connsiteY10" fmla="*/ 38398 h 64836"/>
                          <a:gd name="connsiteX11" fmla="*/ 40958 w 159639"/>
                          <a:gd name="connsiteY11" fmla="*/ 38969 h 64836"/>
                          <a:gd name="connsiteX12" fmla="*/ 37147 w 159639"/>
                          <a:gd name="connsiteY12" fmla="*/ 38969 h 64836"/>
                          <a:gd name="connsiteX13" fmla="*/ 24194 w 159639"/>
                          <a:gd name="connsiteY13" fmla="*/ 37922 h 64836"/>
                          <a:gd name="connsiteX14" fmla="*/ 10096 w 159639"/>
                          <a:gd name="connsiteY14" fmla="*/ 37159 h 64836"/>
                          <a:gd name="connsiteX15" fmla="*/ 381 w 159639"/>
                          <a:gd name="connsiteY15" fmla="*/ 37636 h 64836"/>
                          <a:gd name="connsiteX16" fmla="*/ 0 w 159639"/>
                          <a:gd name="connsiteY16" fmla="*/ 37731 h 64836"/>
                          <a:gd name="connsiteX17" fmla="*/ 21241 w 159639"/>
                          <a:gd name="connsiteY17" fmla="*/ 56019 h 64836"/>
                          <a:gd name="connsiteX18" fmla="*/ 32385 w 159639"/>
                          <a:gd name="connsiteY18" fmla="*/ 62687 h 64836"/>
                          <a:gd name="connsiteX19" fmla="*/ 43625 w 159639"/>
                          <a:gd name="connsiteY19" fmla="*/ 64782 h 64836"/>
                          <a:gd name="connsiteX20" fmla="*/ 67723 w 159639"/>
                          <a:gd name="connsiteY20" fmla="*/ 57257 h 64836"/>
                          <a:gd name="connsiteX21" fmla="*/ 91154 w 159639"/>
                          <a:gd name="connsiteY21" fmla="*/ 42208 h 648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159639" h="64836">
                            <a:moveTo>
                              <a:pt x="91154" y="42208"/>
                            </a:moveTo>
                            <a:cubicBezTo>
                              <a:pt x="111919" y="26492"/>
                              <a:pt x="136017" y="9537"/>
                              <a:pt x="159639" y="7156"/>
                            </a:cubicBezTo>
                            <a:cubicBezTo>
                              <a:pt x="157544" y="4584"/>
                              <a:pt x="154781" y="2584"/>
                              <a:pt x="151638" y="2012"/>
                            </a:cubicBezTo>
                            <a:cubicBezTo>
                              <a:pt x="147828" y="1346"/>
                              <a:pt x="144018" y="774"/>
                              <a:pt x="140208" y="393"/>
                            </a:cubicBezTo>
                            <a:cubicBezTo>
                              <a:pt x="129445" y="-559"/>
                              <a:pt x="118777" y="107"/>
                              <a:pt x="107442" y="3632"/>
                            </a:cubicBezTo>
                            <a:cubicBezTo>
                              <a:pt x="100108" y="6013"/>
                              <a:pt x="92488" y="9442"/>
                              <a:pt x="84296" y="14395"/>
                            </a:cubicBezTo>
                            <a:cubicBezTo>
                              <a:pt x="81915" y="15824"/>
                              <a:pt x="79058" y="17633"/>
                              <a:pt x="75819" y="19538"/>
                            </a:cubicBezTo>
                            <a:cubicBezTo>
                              <a:pt x="69818" y="23253"/>
                              <a:pt x="62865" y="27444"/>
                              <a:pt x="56864" y="30683"/>
                            </a:cubicBezTo>
                            <a:cubicBezTo>
                              <a:pt x="50863" y="33826"/>
                              <a:pt x="46196" y="35540"/>
                              <a:pt x="44482" y="36112"/>
                            </a:cubicBezTo>
                            <a:cubicBezTo>
                              <a:pt x="44196" y="36207"/>
                              <a:pt x="44196" y="36493"/>
                              <a:pt x="44101" y="36588"/>
                            </a:cubicBezTo>
                            <a:cubicBezTo>
                              <a:pt x="43910" y="36969"/>
                              <a:pt x="43529" y="37731"/>
                              <a:pt x="42863" y="38398"/>
                            </a:cubicBezTo>
                            <a:cubicBezTo>
                              <a:pt x="42672" y="38874"/>
                              <a:pt x="41720" y="38779"/>
                              <a:pt x="40958" y="38969"/>
                            </a:cubicBezTo>
                            <a:cubicBezTo>
                              <a:pt x="39814" y="38969"/>
                              <a:pt x="38481" y="38874"/>
                              <a:pt x="37147" y="38969"/>
                            </a:cubicBezTo>
                            <a:cubicBezTo>
                              <a:pt x="33242" y="38779"/>
                              <a:pt x="28766" y="37826"/>
                              <a:pt x="24194" y="37922"/>
                            </a:cubicBezTo>
                            <a:cubicBezTo>
                              <a:pt x="19621" y="37731"/>
                              <a:pt x="14954" y="37159"/>
                              <a:pt x="10096" y="37159"/>
                            </a:cubicBezTo>
                            <a:cubicBezTo>
                              <a:pt x="6953" y="37159"/>
                              <a:pt x="3620" y="37445"/>
                              <a:pt x="381" y="37636"/>
                            </a:cubicBezTo>
                            <a:lnTo>
                              <a:pt x="0" y="37731"/>
                            </a:lnTo>
                            <a:cubicBezTo>
                              <a:pt x="6858" y="44303"/>
                              <a:pt x="13716" y="50780"/>
                              <a:pt x="21241" y="56019"/>
                            </a:cubicBezTo>
                            <a:cubicBezTo>
                              <a:pt x="24860" y="58876"/>
                              <a:pt x="28956" y="60496"/>
                              <a:pt x="32385" y="62687"/>
                            </a:cubicBezTo>
                            <a:cubicBezTo>
                              <a:pt x="35909" y="64211"/>
                              <a:pt x="39719" y="65068"/>
                              <a:pt x="43625" y="64782"/>
                            </a:cubicBezTo>
                            <a:cubicBezTo>
                              <a:pt x="50959" y="64592"/>
                              <a:pt x="59722" y="61448"/>
                              <a:pt x="67723" y="57257"/>
                            </a:cubicBezTo>
                            <a:cubicBezTo>
                              <a:pt x="75819" y="52971"/>
                              <a:pt x="83629" y="47732"/>
                              <a:pt x="91154" y="4220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96" name="Forme libre : forme 13195">
                        <a:extLst>
                          <a:ext uri="{FF2B5EF4-FFF2-40B4-BE49-F238E27FC236}">
                            <a16:creationId xmlns:a16="http://schemas.microsoft.com/office/drawing/2014/main" id="{0772610F-161F-40DA-A6CD-98628331E4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56401" y="2797154"/>
                        <a:ext cx="83530" cy="39962"/>
                      </a:xfrm>
                      <a:custGeom>
                        <a:avLst/>
                        <a:gdLst>
                          <a:gd name="connsiteX0" fmla="*/ 511 w 83530"/>
                          <a:gd name="connsiteY0" fmla="*/ 22341 h 39962"/>
                          <a:gd name="connsiteX1" fmla="*/ 8131 w 83530"/>
                          <a:gd name="connsiteY1" fmla="*/ 19388 h 39962"/>
                          <a:gd name="connsiteX2" fmla="*/ 19085 w 83530"/>
                          <a:gd name="connsiteY2" fmla="*/ 19198 h 39962"/>
                          <a:gd name="connsiteX3" fmla="*/ 30134 w 83530"/>
                          <a:gd name="connsiteY3" fmla="*/ 16340 h 39962"/>
                          <a:gd name="connsiteX4" fmla="*/ 39754 w 83530"/>
                          <a:gd name="connsiteY4" fmla="*/ 12340 h 39962"/>
                          <a:gd name="connsiteX5" fmla="*/ 62233 w 83530"/>
                          <a:gd name="connsiteY5" fmla="*/ 3100 h 39962"/>
                          <a:gd name="connsiteX6" fmla="*/ 82521 w 83530"/>
                          <a:gd name="connsiteY6" fmla="*/ 2720 h 39962"/>
                          <a:gd name="connsiteX7" fmla="*/ 73377 w 83530"/>
                          <a:gd name="connsiteY7" fmla="*/ 20722 h 39962"/>
                          <a:gd name="connsiteX8" fmla="*/ 49755 w 83530"/>
                          <a:gd name="connsiteY8" fmla="*/ 35009 h 39962"/>
                          <a:gd name="connsiteX9" fmla="*/ 36611 w 83530"/>
                          <a:gd name="connsiteY9" fmla="*/ 38915 h 39962"/>
                          <a:gd name="connsiteX10" fmla="*/ 27276 w 83530"/>
                          <a:gd name="connsiteY10" fmla="*/ 39962 h 39962"/>
                          <a:gd name="connsiteX11" fmla="*/ 17465 w 83530"/>
                          <a:gd name="connsiteY11" fmla="*/ 38915 h 39962"/>
                          <a:gd name="connsiteX12" fmla="*/ 8988 w 83530"/>
                          <a:gd name="connsiteY12" fmla="*/ 35486 h 39962"/>
                          <a:gd name="connsiteX13" fmla="*/ 3273 w 83530"/>
                          <a:gd name="connsiteY13" fmla="*/ 30628 h 39962"/>
                          <a:gd name="connsiteX14" fmla="*/ 511 w 83530"/>
                          <a:gd name="connsiteY14" fmla="*/ 22341 h 399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83530" h="39962">
                            <a:moveTo>
                              <a:pt x="511" y="22341"/>
                            </a:moveTo>
                            <a:cubicBezTo>
                              <a:pt x="1749" y="20150"/>
                              <a:pt x="4702" y="19388"/>
                              <a:pt x="8131" y="19388"/>
                            </a:cubicBezTo>
                            <a:cubicBezTo>
                              <a:pt x="11465" y="19483"/>
                              <a:pt x="15180" y="19769"/>
                              <a:pt x="19085" y="19198"/>
                            </a:cubicBezTo>
                            <a:cubicBezTo>
                              <a:pt x="22990" y="18817"/>
                              <a:pt x="26228" y="17579"/>
                              <a:pt x="30134" y="16340"/>
                            </a:cubicBezTo>
                            <a:cubicBezTo>
                              <a:pt x="33848" y="14912"/>
                              <a:pt x="37373" y="13388"/>
                              <a:pt x="39754" y="12340"/>
                            </a:cubicBezTo>
                            <a:cubicBezTo>
                              <a:pt x="44516" y="10244"/>
                              <a:pt x="53565" y="6244"/>
                              <a:pt x="62233" y="3100"/>
                            </a:cubicBezTo>
                            <a:cubicBezTo>
                              <a:pt x="70901" y="-43"/>
                              <a:pt x="79283" y="-1757"/>
                              <a:pt x="82521" y="2720"/>
                            </a:cubicBezTo>
                            <a:cubicBezTo>
                              <a:pt x="85760" y="7101"/>
                              <a:pt x="80807" y="14245"/>
                              <a:pt x="73377" y="20722"/>
                            </a:cubicBezTo>
                            <a:cubicBezTo>
                              <a:pt x="65948" y="27199"/>
                              <a:pt x="55565" y="32723"/>
                              <a:pt x="49755" y="35009"/>
                            </a:cubicBezTo>
                            <a:cubicBezTo>
                              <a:pt x="46802" y="36057"/>
                              <a:pt x="42326" y="37772"/>
                              <a:pt x="36611" y="38915"/>
                            </a:cubicBezTo>
                            <a:cubicBezTo>
                              <a:pt x="33848" y="39581"/>
                              <a:pt x="30610" y="39676"/>
                              <a:pt x="27276" y="39962"/>
                            </a:cubicBezTo>
                            <a:cubicBezTo>
                              <a:pt x="23942" y="39772"/>
                              <a:pt x="20513" y="39772"/>
                              <a:pt x="17465" y="38915"/>
                            </a:cubicBezTo>
                            <a:cubicBezTo>
                              <a:pt x="14322" y="38153"/>
                              <a:pt x="11369" y="37105"/>
                              <a:pt x="8988" y="35486"/>
                            </a:cubicBezTo>
                            <a:cubicBezTo>
                              <a:pt x="6416" y="34247"/>
                              <a:pt x="4607" y="32342"/>
                              <a:pt x="3273" y="30628"/>
                            </a:cubicBezTo>
                            <a:cubicBezTo>
                              <a:pt x="320" y="27389"/>
                              <a:pt x="-727" y="24532"/>
                              <a:pt x="511" y="2234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97" name="Forme libre : forme 13196">
                        <a:extLst>
                          <a:ext uri="{FF2B5EF4-FFF2-40B4-BE49-F238E27FC236}">
                            <a16:creationId xmlns:a16="http://schemas.microsoft.com/office/drawing/2014/main" id="{6B7EF313-22D7-41C3-83D9-BA419BE2B0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81391" y="2797571"/>
                        <a:ext cx="59265" cy="21256"/>
                      </a:xfrm>
                      <a:custGeom>
                        <a:avLst/>
                        <a:gdLst>
                          <a:gd name="connsiteX0" fmla="*/ 46672 w 59265"/>
                          <a:gd name="connsiteY0" fmla="*/ 21257 h 21256"/>
                          <a:gd name="connsiteX1" fmla="*/ 57817 w 59265"/>
                          <a:gd name="connsiteY1" fmla="*/ 2111 h 21256"/>
                          <a:gd name="connsiteX2" fmla="*/ 14288 w 59265"/>
                          <a:gd name="connsiteY2" fmla="*/ 12113 h 21256"/>
                          <a:gd name="connsiteX3" fmla="*/ 0 w 59265"/>
                          <a:gd name="connsiteY3" fmla="*/ 17923 h 21256"/>
                          <a:gd name="connsiteX4" fmla="*/ 7906 w 59265"/>
                          <a:gd name="connsiteY4" fmla="*/ 16875 h 21256"/>
                          <a:gd name="connsiteX5" fmla="*/ 46672 w 59265"/>
                          <a:gd name="connsiteY5" fmla="*/ 21257 h 212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9265" h="21256">
                            <a:moveTo>
                              <a:pt x="46672" y="21257"/>
                            </a:moveTo>
                            <a:cubicBezTo>
                              <a:pt x="50768" y="16590"/>
                              <a:pt x="63532" y="6588"/>
                              <a:pt x="57817" y="2111"/>
                            </a:cubicBezTo>
                            <a:cubicBezTo>
                              <a:pt x="48768" y="-4937"/>
                              <a:pt x="26384" y="7541"/>
                              <a:pt x="14288" y="12113"/>
                            </a:cubicBezTo>
                            <a:cubicBezTo>
                              <a:pt x="10763" y="13732"/>
                              <a:pt x="3143" y="16780"/>
                              <a:pt x="0" y="17923"/>
                            </a:cubicBezTo>
                            <a:cubicBezTo>
                              <a:pt x="1905" y="17733"/>
                              <a:pt x="5524" y="17066"/>
                              <a:pt x="7906" y="16875"/>
                            </a:cubicBezTo>
                            <a:cubicBezTo>
                              <a:pt x="21146" y="16780"/>
                              <a:pt x="39529" y="11351"/>
                              <a:pt x="46672" y="2125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98" name="Forme libre : forme 13197">
                        <a:extLst>
                          <a:ext uri="{FF2B5EF4-FFF2-40B4-BE49-F238E27FC236}">
                            <a16:creationId xmlns:a16="http://schemas.microsoft.com/office/drawing/2014/main" id="{F151109E-448C-40AD-9000-9123980DA5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52953" y="2797532"/>
                        <a:ext cx="81531" cy="37599"/>
                      </a:xfrm>
                      <a:custGeom>
                        <a:avLst/>
                        <a:gdLst>
                          <a:gd name="connsiteX0" fmla="*/ 1292 w 81531"/>
                          <a:gd name="connsiteY0" fmla="*/ 17295 h 37599"/>
                          <a:gd name="connsiteX1" fmla="*/ 9960 w 81531"/>
                          <a:gd name="connsiteY1" fmla="*/ 15295 h 37599"/>
                          <a:gd name="connsiteX2" fmla="*/ 20437 w 81531"/>
                          <a:gd name="connsiteY2" fmla="*/ 15866 h 37599"/>
                          <a:gd name="connsiteX3" fmla="*/ 29867 w 81531"/>
                          <a:gd name="connsiteY3" fmla="*/ 13866 h 37599"/>
                          <a:gd name="connsiteX4" fmla="*/ 34534 w 81531"/>
                          <a:gd name="connsiteY4" fmla="*/ 12247 h 37599"/>
                          <a:gd name="connsiteX5" fmla="*/ 38630 w 81531"/>
                          <a:gd name="connsiteY5" fmla="*/ 10628 h 37599"/>
                          <a:gd name="connsiteX6" fmla="*/ 80349 w 81531"/>
                          <a:gd name="connsiteY6" fmla="*/ 2817 h 37599"/>
                          <a:gd name="connsiteX7" fmla="*/ 71015 w 81531"/>
                          <a:gd name="connsiteY7" fmla="*/ 20534 h 37599"/>
                          <a:gd name="connsiteX8" fmla="*/ 47298 w 81531"/>
                          <a:gd name="connsiteY8" fmla="*/ 33964 h 37599"/>
                          <a:gd name="connsiteX9" fmla="*/ 33963 w 81531"/>
                          <a:gd name="connsiteY9" fmla="*/ 37202 h 37599"/>
                          <a:gd name="connsiteX10" fmla="*/ 14627 w 81531"/>
                          <a:gd name="connsiteY10" fmla="*/ 34916 h 37599"/>
                          <a:gd name="connsiteX11" fmla="*/ 1292 w 81531"/>
                          <a:gd name="connsiteY11" fmla="*/ 17295 h 375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81531" h="37599">
                            <a:moveTo>
                              <a:pt x="1292" y="17295"/>
                            </a:moveTo>
                            <a:cubicBezTo>
                              <a:pt x="3197" y="15676"/>
                              <a:pt x="6340" y="15390"/>
                              <a:pt x="9960" y="15295"/>
                            </a:cubicBezTo>
                            <a:cubicBezTo>
                              <a:pt x="13674" y="15390"/>
                              <a:pt x="17103" y="16152"/>
                              <a:pt x="20437" y="15866"/>
                            </a:cubicBezTo>
                            <a:cubicBezTo>
                              <a:pt x="23866" y="15581"/>
                              <a:pt x="27009" y="15009"/>
                              <a:pt x="29867" y="13866"/>
                            </a:cubicBezTo>
                            <a:cubicBezTo>
                              <a:pt x="31391" y="13390"/>
                              <a:pt x="33010" y="12914"/>
                              <a:pt x="34534" y="12247"/>
                            </a:cubicBezTo>
                            <a:cubicBezTo>
                              <a:pt x="36058" y="11675"/>
                              <a:pt x="37392" y="11199"/>
                              <a:pt x="38630" y="10628"/>
                            </a:cubicBezTo>
                            <a:cubicBezTo>
                              <a:pt x="48060" y="7389"/>
                              <a:pt x="73111" y="-5660"/>
                              <a:pt x="80349" y="2817"/>
                            </a:cubicBezTo>
                            <a:cubicBezTo>
                              <a:pt x="83969" y="7104"/>
                              <a:pt x="78825" y="14247"/>
                              <a:pt x="71015" y="20534"/>
                            </a:cubicBezTo>
                            <a:cubicBezTo>
                              <a:pt x="63299" y="26915"/>
                              <a:pt x="52822" y="32249"/>
                              <a:pt x="47298" y="33964"/>
                            </a:cubicBezTo>
                            <a:cubicBezTo>
                              <a:pt x="44631" y="35012"/>
                              <a:pt x="39868" y="36536"/>
                              <a:pt x="33963" y="37202"/>
                            </a:cubicBezTo>
                            <a:cubicBezTo>
                              <a:pt x="27867" y="38155"/>
                              <a:pt x="20532" y="37393"/>
                              <a:pt x="14627" y="34916"/>
                            </a:cubicBezTo>
                            <a:cubicBezTo>
                              <a:pt x="2816" y="28916"/>
                              <a:pt x="-2709" y="20629"/>
                              <a:pt x="1292" y="1729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99" name="Forme libre : forme 13198">
                        <a:extLst>
                          <a:ext uri="{FF2B5EF4-FFF2-40B4-BE49-F238E27FC236}">
                            <a16:creationId xmlns:a16="http://schemas.microsoft.com/office/drawing/2014/main" id="{A8D61B3A-4060-4527-8343-56595A4DEC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76916" y="2771433"/>
                        <a:ext cx="100710" cy="47153"/>
                      </a:xfrm>
                      <a:custGeom>
                        <a:avLst/>
                        <a:gdLst>
                          <a:gd name="connsiteX0" fmla="*/ 96011 w 100710"/>
                          <a:gd name="connsiteY0" fmla="*/ 3580 h 47153"/>
                          <a:gd name="connsiteX1" fmla="*/ 79532 w 100710"/>
                          <a:gd name="connsiteY1" fmla="*/ 341 h 47153"/>
                          <a:gd name="connsiteX2" fmla="*/ 36956 w 100710"/>
                          <a:gd name="connsiteY2" fmla="*/ 9771 h 47153"/>
                          <a:gd name="connsiteX3" fmla="*/ 7047 w 100710"/>
                          <a:gd name="connsiteY3" fmla="*/ 27773 h 47153"/>
                          <a:gd name="connsiteX4" fmla="*/ 2285 w 100710"/>
                          <a:gd name="connsiteY4" fmla="*/ 34346 h 47153"/>
                          <a:gd name="connsiteX5" fmla="*/ 94 w 100710"/>
                          <a:gd name="connsiteY5" fmla="*/ 42537 h 47153"/>
                          <a:gd name="connsiteX6" fmla="*/ 10952 w 100710"/>
                          <a:gd name="connsiteY6" fmla="*/ 47014 h 47153"/>
                          <a:gd name="connsiteX7" fmla="*/ 50767 w 100710"/>
                          <a:gd name="connsiteY7" fmla="*/ 43680 h 47153"/>
                          <a:gd name="connsiteX8" fmla="*/ 90772 w 100710"/>
                          <a:gd name="connsiteY8" fmla="*/ 32345 h 47153"/>
                          <a:gd name="connsiteX9" fmla="*/ 96011 w 100710"/>
                          <a:gd name="connsiteY9" fmla="*/ 3580 h 471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00710" h="47153">
                            <a:moveTo>
                              <a:pt x="96011" y="3580"/>
                            </a:moveTo>
                            <a:cubicBezTo>
                              <a:pt x="90391" y="-135"/>
                              <a:pt x="87438" y="-421"/>
                              <a:pt x="79532" y="341"/>
                            </a:cubicBezTo>
                            <a:cubicBezTo>
                              <a:pt x="64578" y="1580"/>
                              <a:pt x="52196" y="3008"/>
                              <a:pt x="36956" y="9771"/>
                            </a:cubicBezTo>
                            <a:cubicBezTo>
                              <a:pt x="24192" y="15391"/>
                              <a:pt x="12667" y="22630"/>
                              <a:pt x="7047" y="27773"/>
                            </a:cubicBezTo>
                            <a:cubicBezTo>
                              <a:pt x="4571" y="29869"/>
                              <a:pt x="3713" y="31964"/>
                              <a:pt x="2285" y="34346"/>
                            </a:cubicBezTo>
                            <a:cubicBezTo>
                              <a:pt x="1046" y="36822"/>
                              <a:pt x="-382" y="39394"/>
                              <a:pt x="94" y="42537"/>
                            </a:cubicBezTo>
                            <a:cubicBezTo>
                              <a:pt x="761" y="46442"/>
                              <a:pt x="5714" y="46633"/>
                              <a:pt x="10952" y="47014"/>
                            </a:cubicBezTo>
                            <a:cubicBezTo>
                              <a:pt x="23240" y="47871"/>
                              <a:pt x="36289" y="44538"/>
                              <a:pt x="50767" y="43680"/>
                            </a:cubicBezTo>
                            <a:cubicBezTo>
                              <a:pt x="63149" y="42823"/>
                              <a:pt x="78294" y="43299"/>
                              <a:pt x="90772" y="32345"/>
                            </a:cubicBezTo>
                            <a:cubicBezTo>
                              <a:pt x="101916" y="22439"/>
                              <a:pt x="103726" y="8723"/>
                              <a:pt x="96011" y="358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00" name="Forme libre : forme 13199">
                        <a:extLst>
                          <a:ext uri="{FF2B5EF4-FFF2-40B4-BE49-F238E27FC236}">
                            <a16:creationId xmlns:a16="http://schemas.microsoft.com/office/drawing/2014/main" id="{5699007A-D9F7-4437-BCF3-AC98C00C76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33057" y="2795943"/>
                        <a:ext cx="28281" cy="28403"/>
                      </a:xfrm>
                      <a:custGeom>
                        <a:avLst/>
                        <a:gdLst>
                          <a:gd name="connsiteX0" fmla="*/ 26821 w 28281"/>
                          <a:gd name="connsiteY0" fmla="*/ 5074 h 28403"/>
                          <a:gd name="connsiteX1" fmla="*/ 28249 w 28281"/>
                          <a:gd name="connsiteY1" fmla="*/ 978 h 28403"/>
                          <a:gd name="connsiteX2" fmla="*/ 24630 w 28281"/>
                          <a:gd name="connsiteY2" fmla="*/ 597 h 28403"/>
                          <a:gd name="connsiteX3" fmla="*/ 19010 w 28281"/>
                          <a:gd name="connsiteY3" fmla="*/ 4407 h 28403"/>
                          <a:gd name="connsiteX4" fmla="*/ 6342 w 28281"/>
                          <a:gd name="connsiteY4" fmla="*/ 15646 h 28403"/>
                          <a:gd name="connsiteX5" fmla="*/ 2056 w 28281"/>
                          <a:gd name="connsiteY5" fmla="*/ 20219 h 28403"/>
                          <a:gd name="connsiteX6" fmla="*/ 9771 w 28281"/>
                          <a:gd name="connsiteY6" fmla="*/ 25267 h 28403"/>
                          <a:gd name="connsiteX7" fmla="*/ 26821 w 28281"/>
                          <a:gd name="connsiteY7" fmla="*/ 5074 h 284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281" h="28403">
                            <a:moveTo>
                              <a:pt x="26821" y="5074"/>
                            </a:moveTo>
                            <a:cubicBezTo>
                              <a:pt x="27773" y="3454"/>
                              <a:pt x="28440" y="2216"/>
                              <a:pt x="28249" y="978"/>
                            </a:cubicBezTo>
                            <a:cubicBezTo>
                              <a:pt x="28059" y="-356"/>
                              <a:pt x="26344" y="-165"/>
                              <a:pt x="24630" y="597"/>
                            </a:cubicBezTo>
                            <a:cubicBezTo>
                              <a:pt x="22820" y="1359"/>
                              <a:pt x="20629" y="3073"/>
                              <a:pt x="19010" y="4407"/>
                            </a:cubicBezTo>
                            <a:cubicBezTo>
                              <a:pt x="14724" y="7931"/>
                              <a:pt x="10247" y="11836"/>
                              <a:pt x="6342" y="15646"/>
                            </a:cubicBezTo>
                            <a:cubicBezTo>
                              <a:pt x="4818" y="17266"/>
                              <a:pt x="3199" y="18599"/>
                              <a:pt x="2056" y="20219"/>
                            </a:cubicBezTo>
                            <a:cubicBezTo>
                              <a:pt x="-2421" y="27077"/>
                              <a:pt x="532" y="31839"/>
                              <a:pt x="9771" y="25267"/>
                            </a:cubicBezTo>
                            <a:cubicBezTo>
                              <a:pt x="16629" y="20123"/>
                              <a:pt x="23011" y="11646"/>
                              <a:pt x="26821" y="507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01" name="Forme libre : forme 13200">
                        <a:extLst>
                          <a:ext uri="{FF2B5EF4-FFF2-40B4-BE49-F238E27FC236}">
                            <a16:creationId xmlns:a16="http://schemas.microsoft.com/office/drawing/2014/main" id="{A61E8E17-D34F-4213-827A-A16CA74B43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5767" y="2792253"/>
                        <a:ext cx="43529" cy="6381"/>
                      </a:xfrm>
                      <a:custGeom>
                        <a:avLst/>
                        <a:gdLst>
                          <a:gd name="connsiteX0" fmla="*/ 0 w 43529"/>
                          <a:gd name="connsiteY0" fmla="*/ 3238 h 6381"/>
                          <a:gd name="connsiteX1" fmla="*/ 28099 w 43529"/>
                          <a:gd name="connsiteY1" fmla="*/ 4001 h 6381"/>
                          <a:gd name="connsiteX2" fmla="*/ 40196 w 43529"/>
                          <a:gd name="connsiteY2" fmla="*/ 4191 h 6381"/>
                          <a:gd name="connsiteX3" fmla="*/ 43529 w 43529"/>
                          <a:gd name="connsiteY3" fmla="*/ 0 h 6381"/>
                          <a:gd name="connsiteX4" fmla="*/ 40005 w 43529"/>
                          <a:gd name="connsiteY4" fmla="*/ 4858 h 6381"/>
                          <a:gd name="connsiteX5" fmla="*/ 37910 w 43529"/>
                          <a:gd name="connsiteY5" fmla="*/ 5525 h 6381"/>
                          <a:gd name="connsiteX6" fmla="*/ 34957 w 43529"/>
                          <a:gd name="connsiteY6" fmla="*/ 5905 h 6381"/>
                          <a:gd name="connsiteX7" fmla="*/ 31813 w 43529"/>
                          <a:gd name="connsiteY7" fmla="*/ 6382 h 6381"/>
                          <a:gd name="connsiteX8" fmla="*/ 28385 w 43529"/>
                          <a:gd name="connsiteY8" fmla="*/ 6096 h 6381"/>
                          <a:gd name="connsiteX9" fmla="*/ 0 w 43529"/>
                          <a:gd name="connsiteY9" fmla="*/ 3238 h 63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3529" h="6381">
                            <a:moveTo>
                              <a:pt x="0" y="3238"/>
                            </a:moveTo>
                            <a:cubicBezTo>
                              <a:pt x="7811" y="476"/>
                              <a:pt x="18288" y="3143"/>
                              <a:pt x="28099" y="4001"/>
                            </a:cubicBezTo>
                            <a:cubicBezTo>
                              <a:pt x="32861" y="5144"/>
                              <a:pt x="37910" y="4763"/>
                              <a:pt x="40196" y="4191"/>
                            </a:cubicBezTo>
                            <a:cubicBezTo>
                              <a:pt x="42291" y="3143"/>
                              <a:pt x="43148" y="1429"/>
                              <a:pt x="43529" y="0"/>
                            </a:cubicBezTo>
                            <a:cubicBezTo>
                              <a:pt x="43053" y="1524"/>
                              <a:pt x="42100" y="3429"/>
                              <a:pt x="40005" y="4858"/>
                            </a:cubicBezTo>
                            <a:lnTo>
                              <a:pt x="37910" y="5525"/>
                            </a:lnTo>
                            <a:lnTo>
                              <a:pt x="34957" y="5905"/>
                            </a:lnTo>
                            <a:lnTo>
                              <a:pt x="31813" y="6382"/>
                            </a:lnTo>
                            <a:lnTo>
                              <a:pt x="28385" y="6096"/>
                            </a:lnTo>
                            <a:cubicBezTo>
                              <a:pt x="19145" y="5810"/>
                              <a:pt x="8954" y="4096"/>
                              <a:pt x="0" y="323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02" name="Forme libre : forme 13201">
                        <a:extLst>
                          <a:ext uri="{FF2B5EF4-FFF2-40B4-BE49-F238E27FC236}">
                            <a16:creationId xmlns:a16="http://schemas.microsoft.com/office/drawing/2014/main" id="{E864E344-C4A8-4819-88E6-DDD7CB8A50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7306" y="2773394"/>
                        <a:ext cx="38957" cy="57721"/>
                      </a:xfrm>
                      <a:custGeom>
                        <a:avLst/>
                        <a:gdLst>
                          <a:gd name="connsiteX0" fmla="*/ 0 w 38957"/>
                          <a:gd name="connsiteY0" fmla="*/ 57721 h 57721"/>
                          <a:gd name="connsiteX1" fmla="*/ 38957 w 38957"/>
                          <a:gd name="connsiteY1" fmla="*/ 0 h 57721"/>
                          <a:gd name="connsiteX2" fmla="*/ 0 w 38957"/>
                          <a:gd name="connsiteY2" fmla="*/ 57721 h 57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8957" h="57721">
                            <a:moveTo>
                              <a:pt x="0" y="57721"/>
                            </a:moveTo>
                            <a:cubicBezTo>
                              <a:pt x="21336" y="41148"/>
                              <a:pt x="32004" y="19240"/>
                              <a:pt x="38957" y="0"/>
                            </a:cubicBezTo>
                            <a:cubicBezTo>
                              <a:pt x="33433" y="18288"/>
                              <a:pt x="16383" y="41053"/>
                              <a:pt x="0" y="5772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03" name="Forme libre : forme 13202">
                        <a:extLst>
                          <a:ext uri="{FF2B5EF4-FFF2-40B4-BE49-F238E27FC236}">
                            <a16:creationId xmlns:a16="http://schemas.microsoft.com/office/drawing/2014/main" id="{B3E8A53C-0A29-43E6-8BD5-C2D4EE098C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75234" y="2823000"/>
                        <a:ext cx="34950" cy="10936"/>
                      </a:xfrm>
                      <a:custGeom>
                        <a:avLst/>
                        <a:gdLst>
                          <a:gd name="connsiteX0" fmla="*/ 347 w 34950"/>
                          <a:gd name="connsiteY0" fmla="*/ 6592 h 10936"/>
                          <a:gd name="connsiteX1" fmla="*/ 9586 w 34950"/>
                          <a:gd name="connsiteY1" fmla="*/ 3829 h 10936"/>
                          <a:gd name="connsiteX2" fmla="*/ 20064 w 34950"/>
                          <a:gd name="connsiteY2" fmla="*/ 2020 h 10936"/>
                          <a:gd name="connsiteX3" fmla="*/ 34923 w 34950"/>
                          <a:gd name="connsiteY3" fmla="*/ 2115 h 10936"/>
                          <a:gd name="connsiteX4" fmla="*/ 16634 w 34950"/>
                          <a:gd name="connsiteY4" fmla="*/ 10497 h 10936"/>
                          <a:gd name="connsiteX5" fmla="*/ 5681 w 34950"/>
                          <a:gd name="connsiteY5" fmla="*/ 10497 h 10936"/>
                          <a:gd name="connsiteX6" fmla="*/ 347 w 34950"/>
                          <a:gd name="connsiteY6" fmla="*/ 6592 h 109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4950" h="10936">
                            <a:moveTo>
                              <a:pt x="347" y="6592"/>
                            </a:moveTo>
                            <a:cubicBezTo>
                              <a:pt x="1680" y="4877"/>
                              <a:pt x="5586" y="4591"/>
                              <a:pt x="9586" y="3829"/>
                            </a:cubicBezTo>
                            <a:cubicBezTo>
                              <a:pt x="13682" y="3353"/>
                              <a:pt x="17968" y="2210"/>
                              <a:pt x="20064" y="2020"/>
                            </a:cubicBezTo>
                            <a:cubicBezTo>
                              <a:pt x="24159" y="1258"/>
                              <a:pt x="35589" y="-2171"/>
                              <a:pt x="34923" y="2115"/>
                            </a:cubicBezTo>
                            <a:cubicBezTo>
                              <a:pt x="34351" y="6687"/>
                              <a:pt x="21111" y="10306"/>
                              <a:pt x="16634" y="10497"/>
                            </a:cubicBezTo>
                            <a:cubicBezTo>
                              <a:pt x="14539" y="10878"/>
                              <a:pt x="9586" y="11259"/>
                              <a:pt x="5681" y="10497"/>
                            </a:cubicBezTo>
                            <a:cubicBezTo>
                              <a:pt x="1680" y="9830"/>
                              <a:pt x="-987" y="8306"/>
                              <a:pt x="347" y="659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04" name="Forme libre : forme 13203">
                        <a:extLst>
                          <a:ext uri="{FF2B5EF4-FFF2-40B4-BE49-F238E27FC236}">
                            <a16:creationId xmlns:a16="http://schemas.microsoft.com/office/drawing/2014/main" id="{9E5D7A2B-3AE0-4CF3-AF46-28FE8E5049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69866" y="2828603"/>
                        <a:ext cx="10221" cy="3571"/>
                      </a:xfrm>
                      <a:custGeom>
                        <a:avLst/>
                        <a:gdLst>
                          <a:gd name="connsiteX0" fmla="*/ 0 w 10221"/>
                          <a:gd name="connsiteY0" fmla="*/ 1178 h 3571"/>
                          <a:gd name="connsiteX1" fmla="*/ 4858 w 10221"/>
                          <a:gd name="connsiteY1" fmla="*/ 131 h 3571"/>
                          <a:gd name="connsiteX2" fmla="*/ 10192 w 10221"/>
                          <a:gd name="connsiteY2" fmla="*/ 1845 h 3571"/>
                          <a:gd name="connsiteX3" fmla="*/ 5429 w 10221"/>
                          <a:gd name="connsiteY3" fmla="*/ 3560 h 3571"/>
                          <a:gd name="connsiteX4" fmla="*/ 0 w 10221"/>
                          <a:gd name="connsiteY4" fmla="*/ 1178 h 3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21" h="3571">
                            <a:moveTo>
                              <a:pt x="0" y="1178"/>
                            </a:moveTo>
                            <a:cubicBezTo>
                              <a:pt x="0" y="-250"/>
                              <a:pt x="3238" y="-60"/>
                              <a:pt x="4858" y="131"/>
                            </a:cubicBezTo>
                            <a:cubicBezTo>
                              <a:pt x="6477" y="512"/>
                              <a:pt x="9811" y="321"/>
                              <a:pt x="10192" y="1845"/>
                            </a:cubicBezTo>
                            <a:cubicBezTo>
                              <a:pt x="10573" y="3179"/>
                              <a:pt x="7239" y="3655"/>
                              <a:pt x="5429" y="3560"/>
                            </a:cubicBezTo>
                            <a:cubicBezTo>
                              <a:pt x="3810" y="3369"/>
                              <a:pt x="95" y="2607"/>
                              <a:pt x="0" y="117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205" name="Forme libre : forme 13204">
                        <a:extLst>
                          <a:ext uri="{FF2B5EF4-FFF2-40B4-BE49-F238E27FC236}">
                            <a16:creationId xmlns:a16="http://schemas.microsoft.com/office/drawing/2014/main" id="{074A6F15-C6D1-4B94-A53C-CC376936B3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2679" y="2802337"/>
                        <a:ext cx="86908" cy="56591"/>
                      </a:xfrm>
                      <a:custGeom>
                        <a:avLst/>
                        <a:gdLst>
                          <a:gd name="connsiteX0" fmla="*/ 7374 w 86908"/>
                          <a:gd name="connsiteY0" fmla="*/ 27731 h 56591"/>
                          <a:gd name="connsiteX1" fmla="*/ 135 w 86908"/>
                          <a:gd name="connsiteY1" fmla="*/ 2394 h 56591"/>
                          <a:gd name="connsiteX2" fmla="*/ 8326 w 86908"/>
                          <a:gd name="connsiteY2" fmla="*/ 2109 h 56591"/>
                          <a:gd name="connsiteX3" fmla="*/ 13756 w 86908"/>
                          <a:gd name="connsiteY3" fmla="*/ 11062 h 56591"/>
                          <a:gd name="connsiteX4" fmla="*/ 21852 w 86908"/>
                          <a:gd name="connsiteY4" fmla="*/ 25254 h 56591"/>
                          <a:gd name="connsiteX5" fmla="*/ 28233 w 86908"/>
                          <a:gd name="connsiteY5" fmla="*/ 32208 h 56591"/>
                          <a:gd name="connsiteX6" fmla="*/ 37378 w 86908"/>
                          <a:gd name="connsiteY6" fmla="*/ 37827 h 56591"/>
                          <a:gd name="connsiteX7" fmla="*/ 42331 w 86908"/>
                          <a:gd name="connsiteY7" fmla="*/ 39447 h 56591"/>
                          <a:gd name="connsiteX8" fmla="*/ 50141 w 86908"/>
                          <a:gd name="connsiteY8" fmla="*/ 40590 h 56591"/>
                          <a:gd name="connsiteX9" fmla="*/ 59380 w 86908"/>
                          <a:gd name="connsiteY9" fmla="*/ 40685 h 56591"/>
                          <a:gd name="connsiteX10" fmla="*/ 68239 w 86908"/>
                          <a:gd name="connsiteY10" fmla="*/ 39923 h 56591"/>
                          <a:gd name="connsiteX11" fmla="*/ 86717 w 86908"/>
                          <a:gd name="connsiteY11" fmla="*/ 42209 h 56591"/>
                          <a:gd name="connsiteX12" fmla="*/ 62905 w 86908"/>
                          <a:gd name="connsiteY12" fmla="*/ 55449 h 56591"/>
                          <a:gd name="connsiteX13" fmla="*/ 51951 w 86908"/>
                          <a:gd name="connsiteY13" fmla="*/ 56592 h 56591"/>
                          <a:gd name="connsiteX14" fmla="*/ 40902 w 86908"/>
                          <a:gd name="connsiteY14" fmla="*/ 55830 h 56591"/>
                          <a:gd name="connsiteX15" fmla="*/ 31663 w 86908"/>
                          <a:gd name="connsiteY15" fmla="*/ 53353 h 56591"/>
                          <a:gd name="connsiteX16" fmla="*/ 25090 w 86908"/>
                          <a:gd name="connsiteY16" fmla="*/ 50019 h 56591"/>
                          <a:gd name="connsiteX17" fmla="*/ 17375 w 86908"/>
                          <a:gd name="connsiteY17" fmla="*/ 43923 h 56591"/>
                          <a:gd name="connsiteX18" fmla="*/ 13184 w 86908"/>
                          <a:gd name="connsiteY18" fmla="*/ 38399 h 56591"/>
                          <a:gd name="connsiteX19" fmla="*/ 10041 w 86908"/>
                          <a:gd name="connsiteY19" fmla="*/ 33256 h 56591"/>
                          <a:gd name="connsiteX20" fmla="*/ 7374 w 86908"/>
                          <a:gd name="connsiteY20" fmla="*/ 27731 h 56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6908" h="56591">
                            <a:moveTo>
                              <a:pt x="7374" y="27731"/>
                            </a:moveTo>
                            <a:cubicBezTo>
                              <a:pt x="1849" y="18015"/>
                              <a:pt x="-627" y="10967"/>
                              <a:pt x="135" y="2394"/>
                            </a:cubicBezTo>
                            <a:cubicBezTo>
                              <a:pt x="421" y="-749"/>
                              <a:pt x="5088" y="-749"/>
                              <a:pt x="8326" y="2109"/>
                            </a:cubicBezTo>
                            <a:cubicBezTo>
                              <a:pt x="11470" y="5061"/>
                              <a:pt x="12517" y="7919"/>
                              <a:pt x="13756" y="11062"/>
                            </a:cubicBezTo>
                            <a:cubicBezTo>
                              <a:pt x="15756" y="15920"/>
                              <a:pt x="17947" y="20968"/>
                              <a:pt x="21852" y="25254"/>
                            </a:cubicBezTo>
                            <a:cubicBezTo>
                              <a:pt x="23662" y="27445"/>
                              <a:pt x="25757" y="29826"/>
                              <a:pt x="28233" y="32208"/>
                            </a:cubicBezTo>
                            <a:cubicBezTo>
                              <a:pt x="30996" y="34017"/>
                              <a:pt x="33853" y="36589"/>
                              <a:pt x="37378" y="37827"/>
                            </a:cubicBezTo>
                            <a:cubicBezTo>
                              <a:pt x="38425" y="38304"/>
                              <a:pt x="40140" y="38875"/>
                              <a:pt x="42331" y="39447"/>
                            </a:cubicBezTo>
                            <a:cubicBezTo>
                              <a:pt x="44521" y="39828"/>
                              <a:pt x="47188" y="40209"/>
                              <a:pt x="50141" y="40590"/>
                            </a:cubicBezTo>
                            <a:cubicBezTo>
                              <a:pt x="53094" y="40780"/>
                              <a:pt x="56332" y="40590"/>
                              <a:pt x="59380" y="40685"/>
                            </a:cubicBezTo>
                            <a:cubicBezTo>
                              <a:pt x="62333" y="40399"/>
                              <a:pt x="65286" y="40209"/>
                              <a:pt x="68239" y="39923"/>
                            </a:cubicBezTo>
                            <a:cubicBezTo>
                              <a:pt x="79478" y="38494"/>
                              <a:pt x="88336" y="37065"/>
                              <a:pt x="86717" y="42209"/>
                            </a:cubicBezTo>
                            <a:cubicBezTo>
                              <a:pt x="84907" y="47257"/>
                              <a:pt x="75954" y="52877"/>
                              <a:pt x="62905" y="55449"/>
                            </a:cubicBezTo>
                            <a:cubicBezTo>
                              <a:pt x="59571" y="55925"/>
                              <a:pt x="55856" y="56401"/>
                              <a:pt x="51951" y="56592"/>
                            </a:cubicBezTo>
                            <a:cubicBezTo>
                              <a:pt x="48046" y="56497"/>
                              <a:pt x="44331" y="56306"/>
                              <a:pt x="40902" y="55830"/>
                            </a:cubicBezTo>
                            <a:cubicBezTo>
                              <a:pt x="37473" y="55068"/>
                              <a:pt x="34330" y="54210"/>
                              <a:pt x="31663" y="53353"/>
                            </a:cubicBezTo>
                            <a:cubicBezTo>
                              <a:pt x="28996" y="52210"/>
                              <a:pt x="26805" y="50972"/>
                              <a:pt x="25090" y="50019"/>
                            </a:cubicBezTo>
                            <a:cubicBezTo>
                              <a:pt x="21471" y="48210"/>
                              <a:pt x="19280" y="45924"/>
                              <a:pt x="17375" y="43923"/>
                            </a:cubicBezTo>
                            <a:cubicBezTo>
                              <a:pt x="15470" y="41828"/>
                              <a:pt x="14327" y="40114"/>
                              <a:pt x="13184" y="38399"/>
                            </a:cubicBezTo>
                            <a:cubicBezTo>
                              <a:pt x="12041" y="36684"/>
                              <a:pt x="10993" y="34970"/>
                              <a:pt x="10041" y="33256"/>
                            </a:cubicBezTo>
                            <a:cubicBezTo>
                              <a:pt x="9183" y="31350"/>
                              <a:pt x="8326" y="29636"/>
                              <a:pt x="7374" y="2773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3155" name="Graphique 1">
                      <a:extLst>
                        <a:ext uri="{FF2B5EF4-FFF2-40B4-BE49-F238E27FC236}">
                          <a16:creationId xmlns:a16="http://schemas.microsoft.com/office/drawing/2014/main" id="{0854534D-97A2-4F4D-9347-C232AD2EA5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99719" y="2637936"/>
                      <a:ext cx="132664" cy="162973"/>
                      <a:chOff x="3299719" y="2637936"/>
                      <a:chExt cx="132664" cy="162973"/>
                    </a:xfrm>
                    <a:solidFill>
                      <a:schemeClr val="accent1"/>
                    </a:solidFill>
                  </p:grpSpPr>
                  <p:sp>
                    <p:nvSpPr>
                      <p:cNvPr id="13182" name="Forme libre : forme 13181">
                        <a:extLst>
                          <a:ext uri="{FF2B5EF4-FFF2-40B4-BE49-F238E27FC236}">
                            <a16:creationId xmlns:a16="http://schemas.microsoft.com/office/drawing/2014/main" id="{C563C9F6-3C0D-4DCA-8DF8-FB72E4FD72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99719" y="2637936"/>
                        <a:ext cx="132664" cy="162973"/>
                      </a:xfrm>
                      <a:custGeom>
                        <a:avLst/>
                        <a:gdLst>
                          <a:gd name="connsiteX0" fmla="*/ 74897 w 132664"/>
                          <a:gd name="connsiteY0" fmla="*/ 31540 h 162973"/>
                          <a:gd name="connsiteX1" fmla="*/ 115378 w 132664"/>
                          <a:gd name="connsiteY1" fmla="*/ 83832 h 162973"/>
                          <a:gd name="connsiteX2" fmla="*/ 132332 w 132664"/>
                          <a:gd name="connsiteY2" fmla="*/ 148793 h 162973"/>
                          <a:gd name="connsiteX3" fmla="*/ 115949 w 132664"/>
                          <a:gd name="connsiteY3" fmla="*/ 162890 h 162973"/>
                          <a:gd name="connsiteX4" fmla="*/ 54799 w 132664"/>
                          <a:gd name="connsiteY4" fmla="*/ 128886 h 162973"/>
                          <a:gd name="connsiteX5" fmla="*/ 16889 w 132664"/>
                          <a:gd name="connsiteY5" fmla="*/ 79737 h 162973"/>
                          <a:gd name="connsiteX6" fmla="*/ 411 w 132664"/>
                          <a:gd name="connsiteY6" fmla="*/ 15538 h 162973"/>
                          <a:gd name="connsiteX7" fmla="*/ 14699 w 132664"/>
                          <a:gd name="connsiteY7" fmla="*/ 13 h 162973"/>
                          <a:gd name="connsiteX8" fmla="*/ 74897 w 132664"/>
                          <a:gd name="connsiteY8" fmla="*/ 31540 h 162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32664" h="162973">
                            <a:moveTo>
                              <a:pt x="74897" y="31540"/>
                            </a:moveTo>
                            <a:cubicBezTo>
                              <a:pt x="85469" y="43447"/>
                              <a:pt x="106329" y="70688"/>
                              <a:pt x="115378" y="83832"/>
                            </a:cubicBezTo>
                            <a:cubicBezTo>
                              <a:pt x="132523" y="108502"/>
                              <a:pt x="133475" y="126600"/>
                              <a:pt x="132332" y="148793"/>
                            </a:cubicBezTo>
                            <a:cubicBezTo>
                              <a:pt x="131951" y="156508"/>
                              <a:pt x="123760" y="163842"/>
                              <a:pt x="115949" y="162890"/>
                            </a:cubicBezTo>
                            <a:cubicBezTo>
                              <a:pt x="93280" y="160128"/>
                              <a:pt x="74039" y="150889"/>
                              <a:pt x="54799" y="128886"/>
                            </a:cubicBezTo>
                            <a:cubicBezTo>
                              <a:pt x="44321" y="116980"/>
                              <a:pt x="25843" y="92500"/>
                              <a:pt x="16889" y="79737"/>
                            </a:cubicBezTo>
                            <a:cubicBezTo>
                              <a:pt x="125" y="55924"/>
                              <a:pt x="-922" y="37255"/>
                              <a:pt x="411" y="15538"/>
                            </a:cubicBezTo>
                            <a:cubicBezTo>
                              <a:pt x="887" y="8013"/>
                              <a:pt x="7364" y="-369"/>
                              <a:pt x="14699" y="13"/>
                            </a:cubicBezTo>
                            <a:cubicBezTo>
                              <a:pt x="35939" y="1060"/>
                              <a:pt x="55275" y="9156"/>
                              <a:pt x="74897" y="3154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83" name="Forme libre : forme 13182">
                        <a:extLst>
                          <a:ext uri="{FF2B5EF4-FFF2-40B4-BE49-F238E27FC236}">
                            <a16:creationId xmlns:a16="http://schemas.microsoft.com/office/drawing/2014/main" id="{D029E9FB-0C23-4486-AA2A-CEDB4C750F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13942" y="2638043"/>
                        <a:ext cx="118395" cy="157543"/>
                      </a:xfrm>
                      <a:custGeom>
                        <a:avLst/>
                        <a:gdLst>
                          <a:gd name="connsiteX0" fmla="*/ 73628 w 118395"/>
                          <a:gd name="connsiteY0" fmla="*/ 92297 h 157543"/>
                          <a:gd name="connsiteX1" fmla="*/ 114205 w 118395"/>
                          <a:gd name="connsiteY1" fmla="*/ 157544 h 157543"/>
                          <a:gd name="connsiteX2" fmla="*/ 118110 w 118395"/>
                          <a:gd name="connsiteY2" fmla="*/ 148780 h 157543"/>
                          <a:gd name="connsiteX3" fmla="*/ 118396 w 118395"/>
                          <a:gd name="connsiteY3" fmla="*/ 137636 h 157543"/>
                          <a:gd name="connsiteX4" fmla="*/ 113157 w 118395"/>
                          <a:gd name="connsiteY4" fmla="*/ 106299 h 157543"/>
                          <a:gd name="connsiteX5" fmla="*/ 101060 w 118395"/>
                          <a:gd name="connsiteY5" fmla="*/ 83915 h 157543"/>
                          <a:gd name="connsiteX6" fmla="*/ 94964 w 118395"/>
                          <a:gd name="connsiteY6" fmla="*/ 75343 h 157543"/>
                          <a:gd name="connsiteX7" fmla="*/ 63818 w 118395"/>
                          <a:gd name="connsiteY7" fmla="*/ 35338 h 157543"/>
                          <a:gd name="connsiteX8" fmla="*/ 60579 w 118395"/>
                          <a:gd name="connsiteY8" fmla="*/ 31623 h 157543"/>
                          <a:gd name="connsiteX9" fmla="*/ 39624 w 118395"/>
                          <a:gd name="connsiteY9" fmla="*/ 12954 h 157543"/>
                          <a:gd name="connsiteX10" fmla="*/ 10287 w 118395"/>
                          <a:gd name="connsiteY10" fmla="*/ 1143 h 157543"/>
                          <a:gd name="connsiteX11" fmla="*/ 381 w 118395"/>
                          <a:gd name="connsiteY11" fmla="*/ 0 h 157543"/>
                          <a:gd name="connsiteX12" fmla="*/ 0 w 118395"/>
                          <a:gd name="connsiteY12" fmla="*/ 0 h 157543"/>
                          <a:gd name="connsiteX13" fmla="*/ 73628 w 118395"/>
                          <a:gd name="connsiteY13" fmla="*/ 92297 h 1575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18395" h="157543">
                            <a:moveTo>
                              <a:pt x="73628" y="92297"/>
                            </a:moveTo>
                            <a:cubicBezTo>
                              <a:pt x="91250" y="112586"/>
                              <a:pt x="108013" y="134969"/>
                              <a:pt x="114205" y="157544"/>
                            </a:cubicBezTo>
                            <a:cubicBezTo>
                              <a:pt x="116396" y="155067"/>
                              <a:pt x="117920" y="152019"/>
                              <a:pt x="118110" y="148780"/>
                            </a:cubicBezTo>
                            <a:cubicBezTo>
                              <a:pt x="118301" y="144875"/>
                              <a:pt x="118396" y="141161"/>
                              <a:pt x="118396" y="137636"/>
                            </a:cubicBezTo>
                            <a:cubicBezTo>
                              <a:pt x="118396" y="127063"/>
                              <a:pt x="117253" y="117062"/>
                              <a:pt x="113157" y="106299"/>
                            </a:cubicBezTo>
                            <a:cubicBezTo>
                              <a:pt x="110490" y="99251"/>
                              <a:pt x="106585" y="92107"/>
                              <a:pt x="101060" y="83915"/>
                            </a:cubicBezTo>
                            <a:cubicBezTo>
                              <a:pt x="99346" y="81439"/>
                              <a:pt x="97250" y="78581"/>
                              <a:pt x="94964" y="75343"/>
                            </a:cubicBezTo>
                            <a:cubicBezTo>
                              <a:pt x="85820" y="62865"/>
                              <a:pt x="72676" y="45911"/>
                              <a:pt x="63818" y="35338"/>
                            </a:cubicBezTo>
                            <a:cubicBezTo>
                              <a:pt x="62675" y="34004"/>
                              <a:pt x="61531" y="32671"/>
                              <a:pt x="60579" y="31623"/>
                            </a:cubicBezTo>
                            <a:cubicBezTo>
                              <a:pt x="53530" y="23717"/>
                              <a:pt x="46672" y="17621"/>
                              <a:pt x="39624" y="12954"/>
                            </a:cubicBezTo>
                            <a:cubicBezTo>
                              <a:pt x="30004" y="6668"/>
                              <a:pt x="20288" y="3143"/>
                              <a:pt x="10287" y="1143"/>
                            </a:cubicBezTo>
                            <a:cubicBezTo>
                              <a:pt x="7048" y="571"/>
                              <a:pt x="3715" y="191"/>
                              <a:pt x="381" y="0"/>
                            </a:cubicBezTo>
                            <a:lnTo>
                              <a:pt x="0" y="0"/>
                            </a:lnTo>
                            <a:cubicBezTo>
                              <a:pt x="24860" y="30385"/>
                              <a:pt x="48482" y="63437"/>
                              <a:pt x="73628" y="9229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84" name="Forme libre : forme 13183">
                        <a:extLst>
                          <a:ext uri="{FF2B5EF4-FFF2-40B4-BE49-F238E27FC236}">
                            <a16:creationId xmlns:a16="http://schemas.microsoft.com/office/drawing/2014/main" id="{38F89D47-C1DE-4FCB-BFAE-12DA441E84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28174" y="2669285"/>
                        <a:ext cx="58993" cy="74881"/>
                      </a:xfrm>
                      <a:custGeom>
                        <a:avLst/>
                        <a:gdLst>
                          <a:gd name="connsiteX0" fmla="*/ 1675 w 58993"/>
                          <a:gd name="connsiteY0" fmla="*/ 1048 h 74881"/>
                          <a:gd name="connsiteX1" fmla="*/ 40632 w 58993"/>
                          <a:gd name="connsiteY1" fmla="*/ 30861 h 74881"/>
                          <a:gd name="connsiteX2" fmla="*/ 56729 w 58993"/>
                          <a:gd name="connsiteY2" fmla="*/ 73629 h 74881"/>
                          <a:gd name="connsiteX3" fmla="*/ 21106 w 58993"/>
                          <a:gd name="connsiteY3" fmla="*/ 46196 h 74881"/>
                          <a:gd name="connsiteX4" fmla="*/ 1675 w 58993"/>
                          <a:gd name="connsiteY4" fmla="*/ 1048 h 748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993" h="74881">
                            <a:moveTo>
                              <a:pt x="1675" y="1048"/>
                            </a:moveTo>
                            <a:cubicBezTo>
                              <a:pt x="9485" y="-5620"/>
                              <a:pt x="33298" y="21336"/>
                              <a:pt x="40632" y="30861"/>
                            </a:cubicBezTo>
                            <a:cubicBezTo>
                              <a:pt x="48061" y="40386"/>
                              <a:pt x="65111" y="66580"/>
                              <a:pt x="56729" y="73629"/>
                            </a:cubicBezTo>
                            <a:cubicBezTo>
                              <a:pt x="48252" y="80772"/>
                              <a:pt x="27583" y="55436"/>
                              <a:pt x="21106" y="46196"/>
                            </a:cubicBezTo>
                            <a:cubicBezTo>
                              <a:pt x="14534" y="36957"/>
                              <a:pt x="-5945" y="7620"/>
                              <a:pt x="1675" y="104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85" name="Forme libre : forme 13184">
                        <a:extLst>
                          <a:ext uri="{FF2B5EF4-FFF2-40B4-BE49-F238E27FC236}">
                            <a16:creationId xmlns:a16="http://schemas.microsoft.com/office/drawing/2014/main" id="{DD17B873-2112-4793-A7CD-7C5514D8D9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55376" y="2685288"/>
                        <a:ext cx="31468" cy="59539"/>
                      </a:xfrm>
                      <a:custGeom>
                        <a:avLst/>
                        <a:gdLst>
                          <a:gd name="connsiteX0" fmla="*/ 9906 w 31468"/>
                          <a:gd name="connsiteY0" fmla="*/ 48577 h 59539"/>
                          <a:gd name="connsiteX1" fmla="*/ 29813 w 31468"/>
                          <a:gd name="connsiteY1" fmla="*/ 57912 h 59539"/>
                          <a:gd name="connsiteX2" fmla="*/ 13145 w 31468"/>
                          <a:gd name="connsiteY2" fmla="*/ 14383 h 59539"/>
                          <a:gd name="connsiteX3" fmla="*/ 0 w 31468"/>
                          <a:gd name="connsiteY3" fmla="*/ 0 h 59539"/>
                          <a:gd name="connsiteX4" fmla="*/ 5810 w 31468"/>
                          <a:gd name="connsiteY4" fmla="*/ 8667 h 59539"/>
                          <a:gd name="connsiteX5" fmla="*/ 9906 w 31468"/>
                          <a:gd name="connsiteY5" fmla="*/ 48577 h 595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1468" h="59539">
                            <a:moveTo>
                              <a:pt x="9906" y="48577"/>
                            </a:moveTo>
                            <a:cubicBezTo>
                              <a:pt x="14859" y="52006"/>
                              <a:pt x="25718" y="63817"/>
                              <a:pt x="29813" y="57912"/>
                            </a:cubicBezTo>
                            <a:cubicBezTo>
                              <a:pt x="36290" y="48482"/>
                              <a:pt x="22288" y="26575"/>
                              <a:pt x="13145" y="14383"/>
                            </a:cubicBezTo>
                            <a:cubicBezTo>
                              <a:pt x="10478" y="10858"/>
                              <a:pt x="3810" y="3429"/>
                              <a:pt x="0" y="0"/>
                            </a:cubicBezTo>
                            <a:cubicBezTo>
                              <a:pt x="1714" y="2381"/>
                              <a:pt x="4667" y="6096"/>
                              <a:pt x="5810" y="8667"/>
                            </a:cubicBezTo>
                            <a:cubicBezTo>
                              <a:pt x="12287" y="22955"/>
                              <a:pt x="18955" y="40481"/>
                              <a:pt x="9906" y="4857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86" name="Forme libre : forme 13185">
                        <a:extLst>
                          <a:ext uri="{FF2B5EF4-FFF2-40B4-BE49-F238E27FC236}">
                            <a16:creationId xmlns:a16="http://schemas.microsoft.com/office/drawing/2014/main" id="{491027F1-1BFC-4049-B424-A8DF3A6EA2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26450" y="2664421"/>
                        <a:ext cx="60020" cy="74379"/>
                      </a:xfrm>
                      <a:custGeom>
                        <a:avLst/>
                        <a:gdLst>
                          <a:gd name="connsiteX0" fmla="*/ 2255 w 60020"/>
                          <a:gd name="connsiteY0" fmla="*/ 483 h 74379"/>
                          <a:gd name="connsiteX1" fmla="*/ 42070 w 60020"/>
                          <a:gd name="connsiteY1" fmla="*/ 30487 h 74379"/>
                          <a:gd name="connsiteX2" fmla="*/ 57786 w 60020"/>
                          <a:gd name="connsiteY2" fmla="*/ 72968 h 74379"/>
                          <a:gd name="connsiteX3" fmla="*/ 22353 w 60020"/>
                          <a:gd name="connsiteY3" fmla="*/ 45631 h 74379"/>
                          <a:gd name="connsiteX4" fmla="*/ 2255 w 60020"/>
                          <a:gd name="connsiteY4" fmla="*/ 483 h 743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0020" h="74379">
                            <a:moveTo>
                              <a:pt x="2255" y="483"/>
                            </a:moveTo>
                            <a:cubicBezTo>
                              <a:pt x="11971" y="-3708"/>
                              <a:pt x="33878" y="20485"/>
                              <a:pt x="42070" y="30487"/>
                            </a:cubicBezTo>
                            <a:cubicBezTo>
                              <a:pt x="50356" y="40583"/>
                              <a:pt x="65787" y="65253"/>
                              <a:pt x="57786" y="72968"/>
                            </a:cubicBezTo>
                            <a:cubicBezTo>
                              <a:pt x="49594" y="80779"/>
                              <a:pt x="28639" y="54013"/>
                              <a:pt x="22353" y="45631"/>
                            </a:cubicBezTo>
                            <a:cubicBezTo>
                              <a:pt x="16066" y="37249"/>
                              <a:pt x="-7270" y="4674"/>
                              <a:pt x="2255" y="48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87" name="Forme libre : forme 13186">
                        <a:extLst>
                          <a:ext uri="{FF2B5EF4-FFF2-40B4-BE49-F238E27FC236}">
                            <a16:creationId xmlns:a16="http://schemas.microsoft.com/office/drawing/2014/main" id="{5CD141E9-4BF6-4CE9-A89B-9BD93464CD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52224" y="2676476"/>
                        <a:ext cx="62519" cy="104347"/>
                      </a:xfrm>
                      <a:custGeom>
                        <a:avLst/>
                        <a:gdLst>
                          <a:gd name="connsiteX0" fmla="*/ 59731 w 62519"/>
                          <a:gd name="connsiteY0" fmla="*/ 98823 h 104347"/>
                          <a:gd name="connsiteX1" fmla="*/ 61826 w 62519"/>
                          <a:gd name="connsiteY1" fmla="*/ 82345 h 104347"/>
                          <a:gd name="connsiteX2" fmla="*/ 49443 w 62519"/>
                          <a:gd name="connsiteY2" fmla="*/ 40054 h 104347"/>
                          <a:gd name="connsiteX3" fmla="*/ 20964 w 62519"/>
                          <a:gd name="connsiteY3" fmla="*/ 6621 h 104347"/>
                          <a:gd name="connsiteX4" fmla="*/ 580 w 62519"/>
                          <a:gd name="connsiteY4" fmla="*/ 2716 h 104347"/>
                          <a:gd name="connsiteX5" fmla="*/ 4676 w 62519"/>
                          <a:gd name="connsiteY5" fmla="*/ 17385 h 104347"/>
                          <a:gd name="connsiteX6" fmla="*/ 16963 w 62519"/>
                          <a:gd name="connsiteY6" fmla="*/ 56628 h 104347"/>
                          <a:gd name="connsiteX7" fmla="*/ 30774 w 62519"/>
                          <a:gd name="connsiteY7" fmla="*/ 95489 h 104347"/>
                          <a:gd name="connsiteX8" fmla="*/ 59731 w 62519"/>
                          <a:gd name="connsiteY8" fmla="*/ 98823 h 104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2519" h="104347">
                            <a:moveTo>
                              <a:pt x="59731" y="98823"/>
                            </a:moveTo>
                            <a:cubicBezTo>
                              <a:pt x="62969" y="92918"/>
                              <a:pt x="62969" y="90060"/>
                              <a:pt x="61826" y="82345"/>
                            </a:cubicBezTo>
                            <a:cubicBezTo>
                              <a:pt x="59635" y="67677"/>
                              <a:pt x="58016" y="55580"/>
                              <a:pt x="49443" y="40054"/>
                            </a:cubicBezTo>
                            <a:cubicBezTo>
                              <a:pt x="42300" y="27005"/>
                              <a:pt x="31441" y="14336"/>
                              <a:pt x="20964" y="6621"/>
                            </a:cubicBezTo>
                            <a:cubicBezTo>
                              <a:pt x="13153" y="906"/>
                              <a:pt x="3914" y="-2808"/>
                              <a:pt x="580" y="2716"/>
                            </a:cubicBezTo>
                            <a:cubicBezTo>
                              <a:pt x="-1515" y="6145"/>
                              <a:pt x="2581" y="11955"/>
                              <a:pt x="4676" y="17385"/>
                            </a:cubicBezTo>
                            <a:cubicBezTo>
                              <a:pt x="9534" y="30243"/>
                              <a:pt x="14677" y="42340"/>
                              <a:pt x="16963" y="56628"/>
                            </a:cubicBezTo>
                            <a:cubicBezTo>
                              <a:pt x="18964" y="68724"/>
                              <a:pt x="18964" y="83583"/>
                              <a:pt x="30774" y="95489"/>
                            </a:cubicBezTo>
                            <a:cubicBezTo>
                              <a:pt x="41157" y="106253"/>
                              <a:pt x="55444" y="107015"/>
                              <a:pt x="59731" y="9882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88" name="Forme libre : forme 13187">
                        <a:extLst>
                          <a:ext uri="{FF2B5EF4-FFF2-40B4-BE49-F238E27FC236}">
                            <a16:creationId xmlns:a16="http://schemas.microsoft.com/office/drawing/2014/main" id="{73E6B7B9-93EE-4933-8A0B-B331CFFC41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60493" y="2739056"/>
                        <a:ext cx="29708" cy="26220"/>
                      </a:xfrm>
                      <a:custGeom>
                        <a:avLst/>
                        <a:gdLst>
                          <a:gd name="connsiteX0" fmla="*/ 24600 w 29708"/>
                          <a:gd name="connsiteY0" fmla="*/ 25003 h 26220"/>
                          <a:gd name="connsiteX1" fmla="*/ 28791 w 29708"/>
                          <a:gd name="connsiteY1" fmla="*/ 26146 h 26220"/>
                          <a:gd name="connsiteX2" fmla="*/ 28981 w 29708"/>
                          <a:gd name="connsiteY2" fmla="*/ 22432 h 26220"/>
                          <a:gd name="connsiteX3" fmla="*/ 24790 w 29708"/>
                          <a:gd name="connsiteY3" fmla="*/ 17002 h 26220"/>
                          <a:gd name="connsiteX4" fmla="*/ 12884 w 29708"/>
                          <a:gd name="connsiteY4" fmla="*/ 5191 h 26220"/>
                          <a:gd name="connsiteX5" fmla="*/ 8027 w 29708"/>
                          <a:gd name="connsiteY5" fmla="*/ 1476 h 26220"/>
                          <a:gd name="connsiteX6" fmla="*/ 3550 w 29708"/>
                          <a:gd name="connsiteY6" fmla="*/ 9477 h 26220"/>
                          <a:gd name="connsiteX7" fmla="*/ 24600 w 29708"/>
                          <a:gd name="connsiteY7" fmla="*/ 25003 h 26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708" h="26220">
                            <a:moveTo>
                              <a:pt x="24600" y="25003"/>
                            </a:moveTo>
                            <a:cubicBezTo>
                              <a:pt x="26314" y="25860"/>
                              <a:pt x="27553" y="26432"/>
                              <a:pt x="28791" y="26146"/>
                            </a:cubicBezTo>
                            <a:cubicBezTo>
                              <a:pt x="30125" y="25860"/>
                              <a:pt x="29839" y="24146"/>
                              <a:pt x="28981" y="22432"/>
                            </a:cubicBezTo>
                            <a:cubicBezTo>
                              <a:pt x="28124" y="20717"/>
                              <a:pt x="26219" y="18621"/>
                              <a:pt x="24790" y="17002"/>
                            </a:cubicBezTo>
                            <a:cubicBezTo>
                              <a:pt x="21076" y="12907"/>
                              <a:pt x="16980" y="8620"/>
                              <a:pt x="12884" y="5191"/>
                            </a:cubicBezTo>
                            <a:cubicBezTo>
                              <a:pt x="11170" y="3762"/>
                              <a:pt x="9646" y="2334"/>
                              <a:pt x="8027" y="1476"/>
                            </a:cubicBezTo>
                            <a:cubicBezTo>
                              <a:pt x="978" y="-2238"/>
                              <a:pt x="-3499" y="1286"/>
                              <a:pt x="3550" y="9477"/>
                            </a:cubicBezTo>
                            <a:cubicBezTo>
                              <a:pt x="9074" y="15764"/>
                              <a:pt x="17647" y="21479"/>
                              <a:pt x="24600" y="2500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89" name="Forme libre : forme 13188">
                        <a:extLst>
                          <a:ext uri="{FF2B5EF4-FFF2-40B4-BE49-F238E27FC236}">
                            <a16:creationId xmlns:a16="http://schemas.microsoft.com/office/drawing/2014/main" id="{38FDEBBF-8A5F-4755-8599-AB02F67C2B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14037" y="2641361"/>
                        <a:ext cx="57911" cy="27352"/>
                      </a:xfrm>
                      <a:custGeom>
                        <a:avLst/>
                        <a:gdLst>
                          <a:gd name="connsiteX0" fmla="*/ 0 w 57911"/>
                          <a:gd name="connsiteY0" fmla="*/ 301 h 27352"/>
                          <a:gd name="connsiteX1" fmla="*/ 57912 w 57911"/>
                          <a:gd name="connsiteY1" fmla="*/ 27352 h 27352"/>
                          <a:gd name="connsiteX2" fmla="*/ 0 w 57911"/>
                          <a:gd name="connsiteY2" fmla="*/ 301 h 273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911" h="27352">
                            <a:moveTo>
                              <a:pt x="0" y="301"/>
                            </a:moveTo>
                            <a:cubicBezTo>
                              <a:pt x="16097" y="-2556"/>
                              <a:pt x="42196" y="15542"/>
                              <a:pt x="57912" y="27352"/>
                            </a:cubicBezTo>
                            <a:cubicBezTo>
                              <a:pt x="40672" y="14494"/>
                              <a:pt x="17621" y="4683"/>
                              <a:pt x="0" y="30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90" name="Forme libre : forme 13189">
                        <a:extLst>
                          <a:ext uri="{FF2B5EF4-FFF2-40B4-BE49-F238E27FC236}">
                            <a16:creationId xmlns:a16="http://schemas.microsoft.com/office/drawing/2014/main" id="{A8B6EE4E-2C16-492F-AB26-4D76FF1979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54994" y="2763488"/>
                        <a:ext cx="61245" cy="35051"/>
                      </a:xfrm>
                      <a:custGeom>
                        <a:avLst/>
                        <a:gdLst>
                          <a:gd name="connsiteX0" fmla="*/ 0 w 61245"/>
                          <a:gd name="connsiteY0" fmla="*/ 0 h 35051"/>
                          <a:gd name="connsiteX1" fmla="*/ 61246 w 61245"/>
                          <a:gd name="connsiteY1" fmla="*/ 35052 h 35051"/>
                          <a:gd name="connsiteX2" fmla="*/ 0 w 61245"/>
                          <a:gd name="connsiteY2" fmla="*/ 0 h 35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1245" h="35051">
                            <a:moveTo>
                              <a:pt x="0" y="0"/>
                            </a:moveTo>
                            <a:cubicBezTo>
                              <a:pt x="17050" y="19336"/>
                              <a:pt x="40672" y="30575"/>
                              <a:pt x="61246" y="35052"/>
                            </a:cubicBezTo>
                            <a:cubicBezTo>
                              <a:pt x="41720" y="31909"/>
                              <a:pt x="16954" y="14383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91" name="Forme libre : forme 13190">
                        <a:extLst>
                          <a:ext uri="{FF2B5EF4-FFF2-40B4-BE49-F238E27FC236}">
                            <a16:creationId xmlns:a16="http://schemas.microsoft.com/office/drawing/2014/main" id="{E04587DB-6C94-4157-8C87-A8DB81B4A8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38898" y="2688707"/>
                        <a:ext cx="19670" cy="28970"/>
                      </a:xfrm>
                      <a:custGeom>
                        <a:avLst/>
                        <a:gdLst>
                          <a:gd name="connsiteX0" fmla="*/ 1333 w 19670"/>
                          <a:gd name="connsiteY0" fmla="*/ 9 h 28970"/>
                          <a:gd name="connsiteX1" fmla="*/ 14667 w 19670"/>
                          <a:gd name="connsiteY1" fmla="*/ 14773 h 28970"/>
                          <a:gd name="connsiteX2" fmla="*/ 18001 w 19670"/>
                          <a:gd name="connsiteY2" fmla="*/ 28965 h 28970"/>
                          <a:gd name="connsiteX3" fmla="*/ 5619 w 19670"/>
                          <a:gd name="connsiteY3" fmla="*/ 14963 h 28970"/>
                          <a:gd name="connsiteX4" fmla="*/ 1333 w 19670"/>
                          <a:gd name="connsiteY4" fmla="*/ 9 h 289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70" h="28970">
                            <a:moveTo>
                              <a:pt x="1333" y="9"/>
                            </a:moveTo>
                            <a:cubicBezTo>
                              <a:pt x="5428" y="-372"/>
                              <a:pt x="12572" y="11249"/>
                              <a:pt x="14667" y="14773"/>
                            </a:cubicBezTo>
                            <a:cubicBezTo>
                              <a:pt x="16763" y="18297"/>
                              <a:pt x="22478" y="28680"/>
                              <a:pt x="18001" y="28965"/>
                            </a:cubicBezTo>
                            <a:cubicBezTo>
                              <a:pt x="13525" y="29251"/>
                              <a:pt x="7524" y="18297"/>
                              <a:pt x="5619" y="14963"/>
                            </a:cubicBezTo>
                            <a:cubicBezTo>
                              <a:pt x="3714" y="11534"/>
                              <a:pt x="-2763" y="390"/>
                              <a:pt x="1333" y="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92" name="Forme libre : forme 13191">
                        <a:extLst>
                          <a:ext uri="{FF2B5EF4-FFF2-40B4-BE49-F238E27FC236}">
                            <a16:creationId xmlns:a16="http://schemas.microsoft.com/office/drawing/2014/main" id="{93DB95BB-D625-4A43-9569-DDD136B07B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36013" y="2684882"/>
                        <a:ext cx="6296" cy="8118"/>
                      </a:xfrm>
                      <a:custGeom>
                        <a:avLst/>
                        <a:gdLst>
                          <a:gd name="connsiteX0" fmla="*/ 217 w 6296"/>
                          <a:gd name="connsiteY0" fmla="*/ 310 h 8118"/>
                          <a:gd name="connsiteX1" fmla="*/ 4217 w 6296"/>
                          <a:gd name="connsiteY1" fmla="*/ 2787 h 8118"/>
                          <a:gd name="connsiteX2" fmla="*/ 6027 w 6296"/>
                          <a:gd name="connsiteY2" fmla="*/ 7835 h 8118"/>
                          <a:gd name="connsiteX3" fmla="*/ 2122 w 6296"/>
                          <a:gd name="connsiteY3" fmla="*/ 5454 h 8118"/>
                          <a:gd name="connsiteX4" fmla="*/ 217 w 6296"/>
                          <a:gd name="connsiteY4" fmla="*/ 310 h 81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96" h="8118">
                            <a:moveTo>
                              <a:pt x="217" y="310"/>
                            </a:moveTo>
                            <a:cubicBezTo>
                              <a:pt x="1074" y="-833"/>
                              <a:pt x="3265" y="1453"/>
                              <a:pt x="4217" y="2787"/>
                            </a:cubicBezTo>
                            <a:cubicBezTo>
                              <a:pt x="5170" y="4025"/>
                              <a:pt x="6980" y="6787"/>
                              <a:pt x="6027" y="7835"/>
                            </a:cubicBezTo>
                            <a:cubicBezTo>
                              <a:pt x="5075" y="8883"/>
                              <a:pt x="3074" y="6787"/>
                              <a:pt x="2122" y="5454"/>
                            </a:cubicBezTo>
                            <a:cubicBezTo>
                              <a:pt x="1265" y="4215"/>
                              <a:pt x="-641" y="1358"/>
                              <a:pt x="217" y="31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93" name="Forme libre : forme 13192">
                        <a:extLst>
                          <a:ext uri="{FF2B5EF4-FFF2-40B4-BE49-F238E27FC236}">
                            <a16:creationId xmlns:a16="http://schemas.microsoft.com/office/drawing/2014/main" id="{B54CDD8B-0CCA-4117-B50F-F9FBA701A9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08840" y="2648757"/>
                        <a:ext cx="33979" cy="81873"/>
                      </a:xfrm>
                      <a:custGeom>
                        <a:avLst/>
                        <a:gdLst>
                          <a:gd name="connsiteX0" fmla="*/ 1959 w 33979"/>
                          <a:gd name="connsiteY0" fmla="*/ 26911 h 81873"/>
                          <a:gd name="connsiteX1" fmla="*/ 1006 w 33979"/>
                          <a:gd name="connsiteY1" fmla="*/ 1955 h 81873"/>
                          <a:gd name="connsiteX2" fmla="*/ 9198 w 33979"/>
                          <a:gd name="connsiteY2" fmla="*/ 2908 h 81873"/>
                          <a:gd name="connsiteX3" fmla="*/ 12722 w 33979"/>
                          <a:gd name="connsiteY3" fmla="*/ 12814 h 81873"/>
                          <a:gd name="connsiteX4" fmla="*/ 20532 w 33979"/>
                          <a:gd name="connsiteY4" fmla="*/ 44056 h 81873"/>
                          <a:gd name="connsiteX5" fmla="*/ 31010 w 33979"/>
                          <a:gd name="connsiteY5" fmla="*/ 81870 h 81873"/>
                          <a:gd name="connsiteX6" fmla="*/ 5007 w 33979"/>
                          <a:gd name="connsiteY6" fmla="*/ 48628 h 81873"/>
                          <a:gd name="connsiteX7" fmla="*/ 1959 w 33979"/>
                          <a:gd name="connsiteY7" fmla="*/ 26911 h 818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3979" h="81873">
                            <a:moveTo>
                              <a:pt x="1959" y="26911"/>
                            </a:moveTo>
                            <a:cubicBezTo>
                              <a:pt x="339" y="17100"/>
                              <a:pt x="-994" y="10147"/>
                              <a:pt x="1006" y="1955"/>
                            </a:cubicBezTo>
                            <a:cubicBezTo>
                              <a:pt x="1768" y="-1093"/>
                              <a:pt x="6340" y="-426"/>
                              <a:pt x="9198" y="2908"/>
                            </a:cubicBezTo>
                            <a:cubicBezTo>
                              <a:pt x="12055" y="6241"/>
                              <a:pt x="12341" y="9480"/>
                              <a:pt x="12722" y="12814"/>
                            </a:cubicBezTo>
                            <a:cubicBezTo>
                              <a:pt x="14056" y="23291"/>
                              <a:pt x="17008" y="33102"/>
                              <a:pt x="20532" y="44056"/>
                            </a:cubicBezTo>
                            <a:cubicBezTo>
                              <a:pt x="22723" y="50818"/>
                              <a:pt x="41011" y="82251"/>
                              <a:pt x="31010" y="81870"/>
                            </a:cubicBezTo>
                            <a:cubicBezTo>
                              <a:pt x="21009" y="81394"/>
                              <a:pt x="8055" y="57581"/>
                              <a:pt x="5007" y="48628"/>
                            </a:cubicBezTo>
                            <a:cubicBezTo>
                              <a:pt x="1864" y="39579"/>
                              <a:pt x="3197" y="34245"/>
                              <a:pt x="1959" y="2691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3156" name="Graphique 1">
                      <a:extLst>
                        <a:ext uri="{FF2B5EF4-FFF2-40B4-BE49-F238E27FC236}">
                          <a16:creationId xmlns:a16="http://schemas.microsoft.com/office/drawing/2014/main" id="{2D49DE20-D1BC-41C2-B25F-2FE70F05EA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152424" y="2507364"/>
                      <a:ext cx="159471" cy="138002"/>
                      <a:chOff x="3152424" y="2507364"/>
                      <a:chExt cx="159471" cy="138002"/>
                    </a:xfrm>
                    <a:solidFill>
                      <a:schemeClr val="accent1"/>
                    </a:solidFill>
                  </p:grpSpPr>
                  <p:sp>
                    <p:nvSpPr>
                      <p:cNvPr id="13170" name="Forme libre : forme 13169">
                        <a:extLst>
                          <a:ext uri="{FF2B5EF4-FFF2-40B4-BE49-F238E27FC236}">
                            <a16:creationId xmlns:a16="http://schemas.microsoft.com/office/drawing/2014/main" id="{08F2317A-61C0-4498-AA5B-CFC292F414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52424" y="2507364"/>
                        <a:ext cx="159471" cy="138002"/>
                      </a:xfrm>
                      <a:custGeom>
                        <a:avLst/>
                        <a:gdLst>
                          <a:gd name="connsiteX0" fmla="*/ 76841 w 159471"/>
                          <a:gd name="connsiteY0" fmla="*/ 9427 h 138002"/>
                          <a:gd name="connsiteX1" fmla="*/ 91985 w 159471"/>
                          <a:gd name="connsiteY1" fmla="*/ 17618 h 138002"/>
                          <a:gd name="connsiteX2" fmla="*/ 101129 w 159471"/>
                          <a:gd name="connsiteY2" fmla="*/ 23429 h 138002"/>
                          <a:gd name="connsiteX3" fmla="*/ 110940 w 159471"/>
                          <a:gd name="connsiteY3" fmla="*/ 31048 h 138002"/>
                          <a:gd name="connsiteX4" fmla="*/ 137610 w 159471"/>
                          <a:gd name="connsiteY4" fmla="*/ 57242 h 138002"/>
                          <a:gd name="connsiteX5" fmla="*/ 158660 w 159471"/>
                          <a:gd name="connsiteY5" fmla="*/ 125060 h 138002"/>
                          <a:gd name="connsiteX6" fmla="*/ 141229 w 159471"/>
                          <a:gd name="connsiteY6" fmla="*/ 137824 h 138002"/>
                          <a:gd name="connsiteX7" fmla="*/ 82270 w 159471"/>
                          <a:gd name="connsiteY7" fmla="*/ 108582 h 138002"/>
                          <a:gd name="connsiteX8" fmla="*/ 61982 w 159471"/>
                          <a:gd name="connsiteY8" fmla="*/ 90008 h 138002"/>
                          <a:gd name="connsiteX9" fmla="*/ 52361 w 159471"/>
                          <a:gd name="connsiteY9" fmla="*/ 82864 h 138002"/>
                          <a:gd name="connsiteX10" fmla="*/ 42741 w 159471"/>
                          <a:gd name="connsiteY10" fmla="*/ 76578 h 138002"/>
                          <a:gd name="connsiteX11" fmla="*/ 1784 w 159471"/>
                          <a:gd name="connsiteY11" fmla="*/ 28763 h 138002"/>
                          <a:gd name="connsiteX12" fmla="*/ 6355 w 159471"/>
                          <a:gd name="connsiteY12" fmla="*/ 8188 h 138002"/>
                          <a:gd name="connsiteX13" fmla="*/ 76841 w 159471"/>
                          <a:gd name="connsiteY13" fmla="*/ 9427 h 1380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59471" h="138002">
                            <a:moveTo>
                              <a:pt x="76841" y="9427"/>
                            </a:moveTo>
                            <a:cubicBezTo>
                              <a:pt x="80936" y="11522"/>
                              <a:pt x="85985" y="13713"/>
                              <a:pt x="91985" y="17618"/>
                            </a:cubicBezTo>
                            <a:cubicBezTo>
                              <a:pt x="94938" y="19523"/>
                              <a:pt x="97986" y="21428"/>
                              <a:pt x="101129" y="23429"/>
                            </a:cubicBezTo>
                            <a:cubicBezTo>
                              <a:pt x="104368" y="25905"/>
                              <a:pt x="107702" y="28477"/>
                              <a:pt x="110940" y="31048"/>
                            </a:cubicBezTo>
                            <a:cubicBezTo>
                              <a:pt x="122179" y="40859"/>
                              <a:pt x="131800" y="50289"/>
                              <a:pt x="137610" y="57242"/>
                            </a:cubicBezTo>
                            <a:cubicBezTo>
                              <a:pt x="159327" y="82579"/>
                              <a:pt x="161042" y="102486"/>
                              <a:pt x="158660" y="125060"/>
                            </a:cubicBezTo>
                            <a:cubicBezTo>
                              <a:pt x="157708" y="132871"/>
                              <a:pt x="148754" y="139157"/>
                              <a:pt x="141229" y="137824"/>
                            </a:cubicBezTo>
                            <a:cubicBezTo>
                              <a:pt x="119322" y="134204"/>
                              <a:pt x="101796" y="126298"/>
                              <a:pt x="82270" y="108582"/>
                            </a:cubicBezTo>
                            <a:cubicBezTo>
                              <a:pt x="77221" y="103629"/>
                              <a:pt x="69316" y="96866"/>
                              <a:pt x="61982" y="90008"/>
                            </a:cubicBezTo>
                            <a:cubicBezTo>
                              <a:pt x="58838" y="87722"/>
                              <a:pt x="56076" y="85246"/>
                              <a:pt x="52361" y="82864"/>
                            </a:cubicBezTo>
                            <a:cubicBezTo>
                              <a:pt x="49028" y="80483"/>
                              <a:pt x="45694" y="78292"/>
                              <a:pt x="42741" y="76578"/>
                            </a:cubicBezTo>
                            <a:cubicBezTo>
                              <a:pt x="21310" y="63433"/>
                              <a:pt x="11118" y="48384"/>
                              <a:pt x="1784" y="28763"/>
                            </a:cubicBezTo>
                            <a:cubicBezTo>
                              <a:pt x="-1550" y="22095"/>
                              <a:pt x="-312" y="11617"/>
                              <a:pt x="6355" y="8188"/>
                            </a:cubicBezTo>
                            <a:cubicBezTo>
                              <a:pt x="25215" y="-1146"/>
                              <a:pt x="46456" y="-4670"/>
                              <a:pt x="76841" y="942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71" name="Forme libre : forme 13170">
                        <a:extLst>
                          <a:ext uri="{FF2B5EF4-FFF2-40B4-BE49-F238E27FC236}">
                            <a16:creationId xmlns:a16="http://schemas.microsoft.com/office/drawing/2014/main" id="{F5A4B2A4-729E-41CC-8267-5C32D007A2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58303" y="2507721"/>
                        <a:ext cx="153357" cy="133180"/>
                      </a:xfrm>
                      <a:custGeom>
                        <a:avLst/>
                        <a:gdLst>
                          <a:gd name="connsiteX0" fmla="*/ 104965 w 153357"/>
                          <a:gd name="connsiteY0" fmla="*/ 68124 h 133180"/>
                          <a:gd name="connsiteX1" fmla="*/ 148019 w 153357"/>
                          <a:gd name="connsiteY1" fmla="*/ 133180 h 133180"/>
                          <a:gd name="connsiteX2" fmla="*/ 152590 w 153357"/>
                          <a:gd name="connsiteY2" fmla="*/ 124798 h 133180"/>
                          <a:gd name="connsiteX3" fmla="*/ 153353 w 153357"/>
                          <a:gd name="connsiteY3" fmla="*/ 113368 h 133180"/>
                          <a:gd name="connsiteX4" fmla="*/ 146876 w 153357"/>
                          <a:gd name="connsiteY4" fmla="*/ 80316 h 133180"/>
                          <a:gd name="connsiteX5" fmla="*/ 131540 w 153357"/>
                          <a:gd name="connsiteY5" fmla="*/ 56980 h 133180"/>
                          <a:gd name="connsiteX6" fmla="*/ 123730 w 153357"/>
                          <a:gd name="connsiteY6" fmla="*/ 48407 h 133180"/>
                          <a:gd name="connsiteX7" fmla="*/ 113633 w 153357"/>
                          <a:gd name="connsiteY7" fmla="*/ 38692 h 133180"/>
                          <a:gd name="connsiteX8" fmla="*/ 108204 w 153357"/>
                          <a:gd name="connsiteY8" fmla="*/ 33644 h 133180"/>
                          <a:gd name="connsiteX9" fmla="*/ 101346 w 153357"/>
                          <a:gd name="connsiteY9" fmla="*/ 28119 h 133180"/>
                          <a:gd name="connsiteX10" fmla="*/ 94297 w 153357"/>
                          <a:gd name="connsiteY10" fmla="*/ 22785 h 133180"/>
                          <a:gd name="connsiteX11" fmla="*/ 87725 w 153357"/>
                          <a:gd name="connsiteY11" fmla="*/ 18594 h 133180"/>
                          <a:gd name="connsiteX12" fmla="*/ 75914 w 153357"/>
                          <a:gd name="connsiteY12" fmla="*/ 11832 h 133180"/>
                          <a:gd name="connsiteX13" fmla="*/ 70866 w 153357"/>
                          <a:gd name="connsiteY13" fmla="*/ 9260 h 133180"/>
                          <a:gd name="connsiteX14" fmla="*/ 41720 w 153357"/>
                          <a:gd name="connsiteY14" fmla="*/ 497 h 133180"/>
                          <a:gd name="connsiteX15" fmla="*/ 9525 w 153357"/>
                          <a:gd name="connsiteY15" fmla="*/ 3926 h 133180"/>
                          <a:gd name="connsiteX16" fmla="*/ 286 w 153357"/>
                          <a:gd name="connsiteY16" fmla="*/ 7926 h 133180"/>
                          <a:gd name="connsiteX17" fmla="*/ 0 w 153357"/>
                          <a:gd name="connsiteY17" fmla="*/ 8117 h 133180"/>
                          <a:gd name="connsiteX18" fmla="*/ 55150 w 153357"/>
                          <a:gd name="connsiteY18" fmla="*/ 32596 h 133180"/>
                          <a:gd name="connsiteX19" fmla="*/ 81534 w 153357"/>
                          <a:gd name="connsiteY19" fmla="*/ 48789 h 133180"/>
                          <a:gd name="connsiteX20" fmla="*/ 104965 w 153357"/>
                          <a:gd name="connsiteY20" fmla="*/ 68124 h 1331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53357" h="133180">
                            <a:moveTo>
                              <a:pt x="104965" y="68124"/>
                            </a:moveTo>
                            <a:cubicBezTo>
                              <a:pt x="125635" y="86317"/>
                              <a:pt x="143923" y="109939"/>
                              <a:pt x="148019" y="133180"/>
                            </a:cubicBezTo>
                            <a:cubicBezTo>
                              <a:pt x="150495" y="130894"/>
                              <a:pt x="152210" y="128037"/>
                              <a:pt x="152590" y="124798"/>
                            </a:cubicBezTo>
                            <a:cubicBezTo>
                              <a:pt x="153067" y="120893"/>
                              <a:pt x="153257" y="117083"/>
                              <a:pt x="153353" y="113368"/>
                            </a:cubicBezTo>
                            <a:cubicBezTo>
                              <a:pt x="153448" y="102510"/>
                              <a:pt x="152114" y="91746"/>
                              <a:pt x="146876" y="80316"/>
                            </a:cubicBezTo>
                            <a:cubicBezTo>
                              <a:pt x="143637" y="72887"/>
                              <a:pt x="138779" y="65172"/>
                              <a:pt x="131540" y="56980"/>
                            </a:cubicBezTo>
                            <a:cubicBezTo>
                              <a:pt x="129349" y="54504"/>
                              <a:pt x="126873" y="51551"/>
                              <a:pt x="123730" y="48407"/>
                            </a:cubicBezTo>
                            <a:cubicBezTo>
                              <a:pt x="120587" y="45360"/>
                              <a:pt x="117157" y="42121"/>
                              <a:pt x="113633" y="38692"/>
                            </a:cubicBezTo>
                            <a:cubicBezTo>
                              <a:pt x="111823" y="36978"/>
                              <a:pt x="110014" y="35358"/>
                              <a:pt x="108204" y="33644"/>
                            </a:cubicBezTo>
                            <a:cubicBezTo>
                              <a:pt x="106394" y="31929"/>
                              <a:pt x="103632" y="29929"/>
                              <a:pt x="101346" y="28119"/>
                            </a:cubicBezTo>
                            <a:cubicBezTo>
                              <a:pt x="98965" y="26310"/>
                              <a:pt x="96584" y="24405"/>
                              <a:pt x="94297" y="22785"/>
                            </a:cubicBezTo>
                            <a:cubicBezTo>
                              <a:pt x="92012" y="21357"/>
                              <a:pt x="89821" y="19928"/>
                              <a:pt x="87725" y="18594"/>
                            </a:cubicBezTo>
                            <a:cubicBezTo>
                              <a:pt x="83439" y="15737"/>
                              <a:pt x="79438" y="13546"/>
                              <a:pt x="75914" y="11832"/>
                            </a:cubicBezTo>
                            <a:cubicBezTo>
                              <a:pt x="74104" y="10879"/>
                              <a:pt x="72390" y="10022"/>
                              <a:pt x="70866" y="9260"/>
                            </a:cubicBezTo>
                            <a:cubicBezTo>
                              <a:pt x="60103" y="4212"/>
                              <a:pt x="50482" y="1449"/>
                              <a:pt x="41720" y="497"/>
                            </a:cubicBezTo>
                            <a:cubicBezTo>
                              <a:pt x="29718" y="-932"/>
                              <a:pt x="19240" y="878"/>
                              <a:pt x="9525" y="3926"/>
                            </a:cubicBezTo>
                            <a:cubicBezTo>
                              <a:pt x="6382" y="4973"/>
                              <a:pt x="3334" y="6402"/>
                              <a:pt x="286" y="7926"/>
                            </a:cubicBezTo>
                            <a:lnTo>
                              <a:pt x="0" y="8117"/>
                            </a:lnTo>
                            <a:cubicBezTo>
                              <a:pt x="18574" y="15070"/>
                              <a:pt x="37147" y="23071"/>
                              <a:pt x="55150" y="32596"/>
                            </a:cubicBezTo>
                            <a:cubicBezTo>
                              <a:pt x="64103" y="37454"/>
                              <a:pt x="73057" y="42597"/>
                              <a:pt x="81534" y="48789"/>
                            </a:cubicBezTo>
                            <a:cubicBezTo>
                              <a:pt x="90392" y="55075"/>
                              <a:pt x="97060" y="61838"/>
                              <a:pt x="104965" y="6812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72" name="Forme libre : forme 13171">
                        <a:extLst>
                          <a:ext uri="{FF2B5EF4-FFF2-40B4-BE49-F238E27FC236}">
                            <a16:creationId xmlns:a16="http://schemas.microsoft.com/office/drawing/2014/main" id="{631F8581-A194-492A-92E8-2AE257F369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87768" y="2533054"/>
                        <a:ext cx="75973" cy="57494"/>
                      </a:xfrm>
                      <a:custGeom>
                        <a:avLst/>
                        <a:gdLst>
                          <a:gd name="connsiteX0" fmla="*/ 253 w 75973"/>
                          <a:gd name="connsiteY0" fmla="*/ 3453 h 57494"/>
                          <a:gd name="connsiteX1" fmla="*/ 49116 w 75973"/>
                          <a:gd name="connsiteY1" fmla="*/ 15740 h 57494"/>
                          <a:gd name="connsiteX2" fmla="*/ 74262 w 75973"/>
                          <a:gd name="connsiteY2" fmla="*/ 55840 h 57494"/>
                          <a:gd name="connsiteX3" fmla="*/ 35210 w 75973"/>
                          <a:gd name="connsiteY3" fmla="*/ 36314 h 57494"/>
                          <a:gd name="connsiteX4" fmla="*/ 253 w 75973"/>
                          <a:gd name="connsiteY4" fmla="*/ 3453 h 57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5973" h="57494">
                            <a:moveTo>
                              <a:pt x="253" y="3453"/>
                            </a:moveTo>
                            <a:cubicBezTo>
                              <a:pt x="3968" y="-6549"/>
                              <a:pt x="38353" y="7549"/>
                              <a:pt x="49116" y="15740"/>
                            </a:cubicBezTo>
                            <a:cubicBezTo>
                              <a:pt x="61308" y="23265"/>
                              <a:pt x="82073" y="47839"/>
                              <a:pt x="74262" y="55840"/>
                            </a:cubicBezTo>
                            <a:cubicBezTo>
                              <a:pt x="66738" y="63651"/>
                              <a:pt x="43401" y="41553"/>
                              <a:pt x="35210" y="36314"/>
                            </a:cubicBezTo>
                            <a:cubicBezTo>
                              <a:pt x="27495" y="29456"/>
                              <a:pt x="-3081" y="12501"/>
                              <a:pt x="253" y="345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73" name="Forme libre : forme 13172">
                        <a:extLst>
                          <a:ext uri="{FF2B5EF4-FFF2-40B4-BE49-F238E27FC236}">
                            <a16:creationId xmlns:a16="http://schemas.microsoft.com/office/drawing/2014/main" id="{74EACBFE-6553-4B32-8771-9A55C970BB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8025" y="2539174"/>
                        <a:ext cx="45565" cy="51950"/>
                      </a:xfrm>
                      <a:custGeom>
                        <a:avLst/>
                        <a:gdLst>
                          <a:gd name="connsiteX0" fmla="*/ 23622 w 45565"/>
                          <a:gd name="connsiteY0" fmla="*/ 43625 h 51950"/>
                          <a:gd name="connsiteX1" fmla="*/ 44482 w 45565"/>
                          <a:gd name="connsiteY1" fmla="*/ 50006 h 51950"/>
                          <a:gd name="connsiteX2" fmla="*/ 38958 w 45565"/>
                          <a:gd name="connsiteY2" fmla="*/ 29528 h 51950"/>
                          <a:gd name="connsiteX3" fmla="*/ 29528 w 45565"/>
                          <a:gd name="connsiteY3" fmla="*/ 18288 h 51950"/>
                          <a:gd name="connsiteX4" fmla="*/ 18479 w 45565"/>
                          <a:gd name="connsiteY4" fmla="*/ 9239 h 51950"/>
                          <a:gd name="connsiteX5" fmla="*/ 9620 w 45565"/>
                          <a:gd name="connsiteY5" fmla="*/ 4096 h 51950"/>
                          <a:gd name="connsiteX6" fmla="*/ 0 w 45565"/>
                          <a:gd name="connsiteY6" fmla="*/ 0 h 51950"/>
                          <a:gd name="connsiteX7" fmla="*/ 9144 w 45565"/>
                          <a:gd name="connsiteY7" fmla="*/ 6001 h 51950"/>
                          <a:gd name="connsiteX8" fmla="*/ 17812 w 45565"/>
                          <a:gd name="connsiteY8" fmla="*/ 15240 h 51950"/>
                          <a:gd name="connsiteX9" fmla="*/ 24194 w 45565"/>
                          <a:gd name="connsiteY9" fmla="*/ 25527 h 51950"/>
                          <a:gd name="connsiteX10" fmla="*/ 23622 w 45565"/>
                          <a:gd name="connsiteY10" fmla="*/ 43625 h 519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5565" h="51950">
                            <a:moveTo>
                              <a:pt x="23622" y="43625"/>
                            </a:moveTo>
                            <a:cubicBezTo>
                              <a:pt x="29146" y="45816"/>
                              <a:pt x="41053" y="56198"/>
                              <a:pt x="44482" y="50006"/>
                            </a:cubicBezTo>
                            <a:cubicBezTo>
                              <a:pt x="47244" y="44958"/>
                              <a:pt x="44482" y="37148"/>
                              <a:pt x="38958" y="29528"/>
                            </a:cubicBezTo>
                            <a:cubicBezTo>
                              <a:pt x="36195" y="25718"/>
                              <a:pt x="33242" y="21812"/>
                              <a:pt x="29528" y="18288"/>
                            </a:cubicBezTo>
                            <a:cubicBezTo>
                              <a:pt x="25718" y="14859"/>
                              <a:pt x="21908" y="11335"/>
                              <a:pt x="18479" y="9239"/>
                            </a:cubicBezTo>
                            <a:cubicBezTo>
                              <a:pt x="16478" y="7906"/>
                              <a:pt x="13145" y="6001"/>
                              <a:pt x="9620" y="4096"/>
                            </a:cubicBezTo>
                            <a:cubicBezTo>
                              <a:pt x="6096" y="2381"/>
                              <a:pt x="2477" y="858"/>
                              <a:pt x="0" y="0"/>
                            </a:cubicBezTo>
                            <a:cubicBezTo>
                              <a:pt x="2572" y="1619"/>
                              <a:pt x="7049" y="3905"/>
                              <a:pt x="9144" y="6001"/>
                            </a:cubicBezTo>
                            <a:cubicBezTo>
                              <a:pt x="12097" y="8954"/>
                              <a:pt x="15050" y="12097"/>
                              <a:pt x="17812" y="15240"/>
                            </a:cubicBezTo>
                            <a:cubicBezTo>
                              <a:pt x="20384" y="18669"/>
                              <a:pt x="22670" y="22289"/>
                              <a:pt x="24194" y="25527"/>
                            </a:cubicBezTo>
                            <a:cubicBezTo>
                              <a:pt x="27051" y="32480"/>
                              <a:pt x="27337" y="38958"/>
                              <a:pt x="23622" y="4362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74" name="Forme libre : forme 13173">
                        <a:extLst>
                          <a:ext uri="{FF2B5EF4-FFF2-40B4-BE49-F238E27FC236}">
                            <a16:creationId xmlns:a16="http://schemas.microsoft.com/office/drawing/2014/main" id="{AF5C3DF2-9154-45D5-AD9C-8AFE9B33E5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83697" y="2529278"/>
                        <a:ext cx="78547" cy="56079"/>
                      </a:xfrm>
                      <a:custGeom>
                        <a:avLst/>
                        <a:gdLst>
                          <a:gd name="connsiteX0" fmla="*/ 800 w 78547"/>
                          <a:gd name="connsiteY0" fmla="*/ 2943 h 56079"/>
                          <a:gd name="connsiteX1" fmla="*/ 50901 w 78547"/>
                          <a:gd name="connsiteY1" fmla="*/ 14468 h 56079"/>
                          <a:gd name="connsiteX2" fmla="*/ 61665 w 78547"/>
                          <a:gd name="connsiteY2" fmla="*/ 22565 h 56079"/>
                          <a:gd name="connsiteX3" fmla="*/ 67379 w 78547"/>
                          <a:gd name="connsiteY3" fmla="*/ 28089 h 56079"/>
                          <a:gd name="connsiteX4" fmla="*/ 71856 w 78547"/>
                          <a:gd name="connsiteY4" fmla="*/ 33995 h 56079"/>
                          <a:gd name="connsiteX5" fmla="*/ 77000 w 78547"/>
                          <a:gd name="connsiteY5" fmla="*/ 54188 h 56079"/>
                          <a:gd name="connsiteX6" fmla="*/ 57664 w 78547"/>
                          <a:gd name="connsiteY6" fmla="*/ 49520 h 56079"/>
                          <a:gd name="connsiteX7" fmla="*/ 51758 w 78547"/>
                          <a:gd name="connsiteY7" fmla="*/ 45234 h 56079"/>
                          <a:gd name="connsiteX8" fmla="*/ 46139 w 78547"/>
                          <a:gd name="connsiteY8" fmla="*/ 41424 h 56079"/>
                          <a:gd name="connsiteX9" fmla="*/ 37280 w 78547"/>
                          <a:gd name="connsiteY9" fmla="*/ 35423 h 56079"/>
                          <a:gd name="connsiteX10" fmla="*/ 13849 w 78547"/>
                          <a:gd name="connsiteY10" fmla="*/ 19802 h 56079"/>
                          <a:gd name="connsiteX11" fmla="*/ 800 w 78547"/>
                          <a:gd name="connsiteY11" fmla="*/ 2943 h 56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78547" h="56079">
                            <a:moveTo>
                              <a:pt x="800" y="2943"/>
                            </a:moveTo>
                            <a:cubicBezTo>
                              <a:pt x="7372" y="-5629"/>
                              <a:pt x="38804" y="6467"/>
                              <a:pt x="50901" y="14468"/>
                            </a:cubicBezTo>
                            <a:cubicBezTo>
                              <a:pt x="53949" y="16278"/>
                              <a:pt x="57854" y="18850"/>
                              <a:pt x="61665" y="22565"/>
                            </a:cubicBezTo>
                            <a:cubicBezTo>
                              <a:pt x="63569" y="24374"/>
                              <a:pt x="65665" y="26184"/>
                              <a:pt x="67379" y="28089"/>
                            </a:cubicBezTo>
                            <a:cubicBezTo>
                              <a:pt x="68999" y="29994"/>
                              <a:pt x="70523" y="31994"/>
                              <a:pt x="71856" y="33995"/>
                            </a:cubicBezTo>
                            <a:cubicBezTo>
                              <a:pt x="77476" y="41900"/>
                              <a:pt x="80619" y="49711"/>
                              <a:pt x="77000" y="54188"/>
                            </a:cubicBezTo>
                            <a:cubicBezTo>
                              <a:pt x="73475" y="58474"/>
                              <a:pt x="65570" y="54854"/>
                              <a:pt x="57664" y="49520"/>
                            </a:cubicBezTo>
                            <a:cubicBezTo>
                              <a:pt x="55664" y="48187"/>
                              <a:pt x="53663" y="46758"/>
                              <a:pt x="51758" y="45234"/>
                            </a:cubicBezTo>
                            <a:cubicBezTo>
                              <a:pt x="49853" y="43901"/>
                              <a:pt x="47949" y="42567"/>
                              <a:pt x="46139" y="41424"/>
                            </a:cubicBezTo>
                            <a:cubicBezTo>
                              <a:pt x="42710" y="38852"/>
                              <a:pt x="39376" y="36757"/>
                              <a:pt x="37280" y="35423"/>
                            </a:cubicBezTo>
                            <a:cubicBezTo>
                              <a:pt x="33185" y="32566"/>
                              <a:pt x="22898" y="25994"/>
                              <a:pt x="13849" y="19802"/>
                            </a:cubicBezTo>
                            <a:cubicBezTo>
                              <a:pt x="5086" y="13230"/>
                              <a:pt x="-2534" y="7134"/>
                              <a:pt x="800" y="294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75" name="Forme libre : forme 13174">
                        <a:extLst>
                          <a:ext uri="{FF2B5EF4-FFF2-40B4-BE49-F238E27FC236}">
                            <a16:creationId xmlns:a16="http://schemas.microsoft.com/office/drawing/2014/main" id="{F60A9DB5-59A1-4331-948A-69184EE4D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2865" y="2528767"/>
                        <a:ext cx="80864" cy="96643"/>
                      </a:xfrm>
                      <a:custGeom>
                        <a:avLst/>
                        <a:gdLst>
                          <a:gd name="connsiteX0" fmla="*/ 78121 w 80864"/>
                          <a:gd name="connsiteY0" fmla="*/ 91084 h 96643"/>
                          <a:gd name="connsiteX1" fmla="*/ 79836 w 80864"/>
                          <a:gd name="connsiteY1" fmla="*/ 74320 h 96643"/>
                          <a:gd name="connsiteX2" fmla="*/ 62215 w 80864"/>
                          <a:gd name="connsiteY2" fmla="*/ 31362 h 96643"/>
                          <a:gd name="connsiteX3" fmla="*/ 53928 w 80864"/>
                          <a:gd name="connsiteY3" fmla="*/ 22123 h 96643"/>
                          <a:gd name="connsiteX4" fmla="*/ 43927 w 80864"/>
                          <a:gd name="connsiteY4" fmla="*/ 13360 h 96643"/>
                          <a:gd name="connsiteX5" fmla="*/ 21352 w 80864"/>
                          <a:gd name="connsiteY5" fmla="*/ 1740 h 96643"/>
                          <a:gd name="connsiteX6" fmla="*/ 17 w 80864"/>
                          <a:gd name="connsiteY6" fmla="*/ 5645 h 96643"/>
                          <a:gd name="connsiteX7" fmla="*/ 10018 w 80864"/>
                          <a:gd name="connsiteY7" fmla="*/ 17837 h 96643"/>
                          <a:gd name="connsiteX8" fmla="*/ 32306 w 80864"/>
                          <a:gd name="connsiteY8" fmla="*/ 52698 h 96643"/>
                          <a:gd name="connsiteX9" fmla="*/ 49261 w 80864"/>
                          <a:gd name="connsiteY9" fmla="*/ 88894 h 96643"/>
                          <a:gd name="connsiteX10" fmla="*/ 78121 w 80864"/>
                          <a:gd name="connsiteY10" fmla="*/ 91084 h 966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0864" h="96643">
                            <a:moveTo>
                              <a:pt x="78121" y="91084"/>
                            </a:moveTo>
                            <a:cubicBezTo>
                              <a:pt x="81360" y="85179"/>
                              <a:pt x="81455" y="82131"/>
                              <a:pt x="79836" y="74320"/>
                            </a:cubicBezTo>
                            <a:cubicBezTo>
                              <a:pt x="76883" y="59366"/>
                              <a:pt x="73835" y="46793"/>
                              <a:pt x="62215" y="31362"/>
                            </a:cubicBezTo>
                            <a:cubicBezTo>
                              <a:pt x="59643" y="28219"/>
                              <a:pt x="56881" y="25076"/>
                              <a:pt x="53928" y="22123"/>
                            </a:cubicBezTo>
                            <a:cubicBezTo>
                              <a:pt x="50975" y="19170"/>
                              <a:pt x="48118" y="16313"/>
                              <a:pt x="43927" y="13360"/>
                            </a:cubicBezTo>
                            <a:cubicBezTo>
                              <a:pt x="36021" y="7264"/>
                              <a:pt x="28306" y="4121"/>
                              <a:pt x="21352" y="1740"/>
                            </a:cubicBezTo>
                            <a:cubicBezTo>
                              <a:pt x="10970" y="-1022"/>
                              <a:pt x="588" y="-1022"/>
                              <a:pt x="17" y="5645"/>
                            </a:cubicBezTo>
                            <a:cubicBezTo>
                              <a:pt x="-365" y="9645"/>
                              <a:pt x="5922" y="13551"/>
                              <a:pt x="10018" y="17837"/>
                            </a:cubicBezTo>
                            <a:cubicBezTo>
                              <a:pt x="19733" y="28314"/>
                              <a:pt x="28210" y="38887"/>
                              <a:pt x="32306" y="52698"/>
                            </a:cubicBezTo>
                            <a:cubicBezTo>
                              <a:pt x="36211" y="64129"/>
                              <a:pt x="37450" y="78416"/>
                              <a:pt x="49261" y="88894"/>
                            </a:cubicBezTo>
                            <a:cubicBezTo>
                              <a:pt x="59834" y="98419"/>
                              <a:pt x="73645" y="99180"/>
                              <a:pt x="78121" y="9108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76" name="Forme libre : forme 13175">
                        <a:extLst>
                          <a:ext uri="{FF2B5EF4-FFF2-40B4-BE49-F238E27FC236}">
                            <a16:creationId xmlns:a16="http://schemas.microsoft.com/office/drawing/2014/main" id="{E6616BE4-397D-4AE9-956A-315DF50237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37949" y="2588038"/>
                        <a:ext cx="31097" cy="22612"/>
                      </a:xfrm>
                      <a:custGeom>
                        <a:avLst/>
                        <a:gdLst>
                          <a:gd name="connsiteX0" fmla="*/ 26081 w 31097"/>
                          <a:gd name="connsiteY0" fmla="*/ 21621 h 22612"/>
                          <a:gd name="connsiteX1" fmla="*/ 30272 w 31097"/>
                          <a:gd name="connsiteY1" fmla="*/ 22478 h 22612"/>
                          <a:gd name="connsiteX2" fmla="*/ 30272 w 31097"/>
                          <a:gd name="connsiteY2" fmla="*/ 18859 h 22612"/>
                          <a:gd name="connsiteX3" fmla="*/ 25796 w 31097"/>
                          <a:gd name="connsiteY3" fmla="*/ 13906 h 22612"/>
                          <a:gd name="connsiteX4" fmla="*/ 12937 w 31097"/>
                          <a:gd name="connsiteY4" fmla="*/ 3619 h 22612"/>
                          <a:gd name="connsiteX5" fmla="*/ 7698 w 31097"/>
                          <a:gd name="connsiteY5" fmla="*/ 666 h 22612"/>
                          <a:gd name="connsiteX6" fmla="*/ 4269 w 31097"/>
                          <a:gd name="connsiteY6" fmla="*/ 9048 h 22612"/>
                          <a:gd name="connsiteX7" fmla="*/ 26081 w 31097"/>
                          <a:gd name="connsiteY7" fmla="*/ 21621 h 226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1097" h="22612">
                            <a:moveTo>
                              <a:pt x="26081" y="21621"/>
                            </a:moveTo>
                            <a:cubicBezTo>
                              <a:pt x="27796" y="22383"/>
                              <a:pt x="28939" y="22859"/>
                              <a:pt x="30272" y="22478"/>
                            </a:cubicBezTo>
                            <a:cubicBezTo>
                              <a:pt x="31511" y="22097"/>
                              <a:pt x="31225" y="20478"/>
                              <a:pt x="30272" y="18859"/>
                            </a:cubicBezTo>
                            <a:cubicBezTo>
                              <a:pt x="29415" y="17144"/>
                              <a:pt x="27415" y="15239"/>
                              <a:pt x="25796" y="13906"/>
                            </a:cubicBezTo>
                            <a:cubicBezTo>
                              <a:pt x="21700" y="10286"/>
                              <a:pt x="17223" y="6571"/>
                              <a:pt x="12937" y="3619"/>
                            </a:cubicBezTo>
                            <a:cubicBezTo>
                              <a:pt x="11222" y="2380"/>
                              <a:pt x="9508" y="1333"/>
                              <a:pt x="7698" y="666"/>
                            </a:cubicBezTo>
                            <a:cubicBezTo>
                              <a:pt x="269" y="-1715"/>
                              <a:pt x="-3446" y="2571"/>
                              <a:pt x="4269" y="9048"/>
                            </a:cubicBezTo>
                            <a:cubicBezTo>
                              <a:pt x="10174" y="14382"/>
                              <a:pt x="19128" y="18763"/>
                              <a:pt x="26081" y="2162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77" name="Forme libre : forme 13176">
                        <a:extLst>
                          <a:ext uri="{FF2B5EF4-FFF2-40B4-BE49-F238E27FC236}">
                            <a16:creationId xmlns:a16="http://schemas.microsoft.com/office/drawing/2014/main" id="{241CF7C4-48AF-4293-8C31-114E0B31FB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60113" y="2511964"/>
                        <a:ext cx="66008" cy="7112"/>
                      </a:xfrm>
                      <a:custGeom>
                        <a:avLst/>
                        <a:gdLst>
                          <a:gd name="connsiteX0" fmla="*/ 0 w 66008"/>
                          <a:gd name="connsiteY0" fmla="*/ 7112 h 7112"/>
                          <a:gd name="connsiteX1" fmla="*/ 66008 w 66008"/>
                          <a:gd name="connsiteY1" fmla="*/ 5112 h 7112"/>
                          <a:gd name="connsiteX2" fmla="*/ 0 w 66008"/>
                          <a:gd name="connsiteY2" fmla="*/ 7112 h 71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6008" h="7112">
                            <a:moveTo>
                              <a:pt x="0" y="7112"/>
                            </a:moveTo>
                            <a:cubicBezTo>
                              <a:pt x="12382" y="-3461"/>
                              <a:pt x="44863" y="-603"/>
                              <a:pt x="66008" y="5112"/>
                            </a:cubicBezTo>
                            <a:cubicBezTo>
                              <a:pt x="43053" y="-698"/>
                              <a:pt x="17526" y="2254"/>
                              <a:pt x="0" y="711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78" name="Forme libre : forme 13177">
                        <a:extLst>
                          <a:ext uri="{FF2B5EF4-FFF2-40B4-BE49-F238E27FC236}">
                            <a16:creationId xmlns:a16="http://schemas.microsoft.com/office/drawing/2014/main" id="{1272939C-1F32-4C3B-9B76-760290BD61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34884" y="2612802"/>
                        <a:ext cx="59435" cy="30194"/>
                      </a:xfrm>
                      <a:custGeom>
                        <a:avLst/>
                        <a:gdLst>
                          <a:gd name="connsiteX0" fmla="*/ 0 w 59435"/>
                          <a:gd name="connsiteY0" fmla="*/ 0 h 30194"/>
                          <a:gd name="connsiteX1" fmla="*/ 59436 w 59435"/>
                          <a:gd name="connsiteY1" fmla="*/ 30194 h 30194"/>
                          <a:gd name="connsiteX2" fmla="*/ 0 w 59435"/>
                          <a:gd name="connsiteY2" fmla="*/ 0 h 301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9435" h="30194">
                            <a:moveTo>
                              <a:pt x="0" y="0"/>
                            </a:moveTo>
                            <a:cubicBezTo>
                              <a:pt x="17526" y="15240"/>
                              <a:pt x="39624" y="24955"/>
                              <a:pt x="59436" y="30194"/>
                            </a:cubicBezTo>
                            <a:cubicBezTo>
                              <a:pt x="40672" y="26194"/>
                              <a:pt x="17336" y="10478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79" name="Forme libre : forme 13178">
                        <a:extLst>
                          <a:ext uri="{FF2B5EF4-FFF2-40B4-BE49-F238E27FC236}">
                            <a16:creationId xmlns:a16="http://schemas.microsoft.com/office/drawing/2014/main" id="{6DCCE439-411D-4014-9437-DE21423A1A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04810" y="2547991"/>
                        <a:ext cx="27103" cy="21225"/>
                      </a:xfrm>
                      <a:custGeom>
                        <a:avLst/>
                        <a:gdLst>
                          <a:gd name="connsiteX0" fmla="*/ 737 w 27103"/>
                          <a:gd name="connsiteY0" fmla="*/ 327 h 21225"/>
                          <a:gd name="connsiteX1" fmla="*/ 18644 w 27103"/>
                          <a:gd name="connsiteY1" fmla="*/ 8804 h 21225"/>
                          <a:gd name="connsiteX2" fmla="*/ 25217 w 27103"/>
                          <a:gd name="connsiteY2" fmla="*/ 15281 h 21225"/>
                          <a:gd name="connsiteX3" fmla="*/ 25883 w 27103"/>
                          <a:gd name="connsiteY3" fmla="*/ 21092 h 21225"/>
                          <a:gd name="connsiteX4" fmla="*/ 10262 w 27103"/>
                          <a:gd name="connsiteY4" fmla="*/ 12233 h 21225"/>
                          <a:gd name="connsiteX5" fmla="*/ 737 w 27103"/>
                          <a:gd name="connsiteY5" fmla="*/ 327 h 212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103" h="21225">
                            <a:moveTo>
                              <a:pt x="737" y="327"/>
                            </a:moveTo>
                            <a:cubicBezTo>
                              <a:pt x="4261" y="-1673"/>
                              <a:pt x="15596" y="6042"/>
                              <a:pt x="18644" y="8804"/>
                            </a:cubicBezTo>
                            <a:cubicBezTo>
                              <a:pt x="20264" y="10138"/>
                              <a:pt x="23216" y="12805"/>
                              <a:pt x="25217" y="15281"/>
                            </a:cubicBezTo>
                            <a:cubicBezTo>
                              <a:pt x="27122" y="17948"/>
                              <a:pt x="27979" y="20425"/>
                              <a:pt x="25883" y="21092"/>
                            </a:cubicBezTo>
                            <a:cubicBezTo>
                              <a:pt x="22073" y="22330"/>
                              <a:pt x="13215" y="14615"/>
                              <a:pt x="10262" y="12233"/>
                            </a:cubicBezTo>
                            <a:cubicBezTo>
                              <a:pt x="7309" y="9947"/>
                              <a:pt x="-2787" y="2327"/>
                              <a:pt x="737" y="32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80" name="Forme libre : forme 13179">
                        <a:extLst>
                          <a:ext uri="{FF2B5EF4-FFF2-40B4-BE49-F238E27FC236}">
                            <a16:creationId xmlns:a16="http://schemas.microsoft.com/office/drawing/2014/main" id="{70011C85-BE6A-4F04-8D05-DEB448F6FB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00383" y="2546112"/>
                        <a:ext cx="8439" cy="5698"/>
                      </a:xfrm>
                      <a:custGeom>
                        <a:avLst/>
                        <a:gdLst>
                          <a:gd name="connsiteX0" fmla="*/ 21 w 8439"/>
                          <a:gd name="connsiteY0" fmla="*/ 682 h 5698"/>
                          <a:gd name="connsiteX1" fmla="*/ 4688 w 8439"/>
                          <a:gd name="connsiteY1" fmla="*/ 1158 h 5698"/>
                          <a:gd name="connsiteX2" fmla="*/ 8402 w 8439"/>
                          <a:gd name="connsiteY2" fmla="*/ 5063 h 5698"/>
                          <a:gd name="connsiteX3" fmla="*/ 3926 w 8439"/>
                          <a:gd name="connsiteY3" fmla="*/ 4492 h 5698"/>
                          <a:gd name="connsiteX4" fmla="*/ 21 w 8439"/>
                          <a:gd name="connsiteY4" fmla="*/ 682 h 56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9" h="5698">
                            <a:moveTo>
                              <a:pt x="21" y="682"/>
                            </a:moveTo>
                            <a:cubicBezTo>
                              <a:pt x="306" y="-747"/>
                              <a:pt x="3259" y="396"/>
                              <a:pt x="4688" y="1158"/>
                            </a:cubicBezTo>
                            <a:cubicBezTo>
                              <a:pt x="6116" y="1825"/>
                              <a:pt x="8783" y="3634"/>
                              <a:pt x="8402" y="5063"/>
                            </a:cubicBezTo>
                            <a:cubicBezTo>
                              <a:pt x="8022" y="6492"/>
                              <a:pt x="5355" y="5158"/>
                              <a:pt x="3926" y="4492"/>
                            </a:cubicBezTo>
                            <a:cubicBezTo>
                              <a:pt x="2497" y="3825"/>
                              <a:pt x="-265" y="2110"/>
                              <a:pt x="21" y="68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81" name="Forme libre : forme 13180">
                        <a:extLst>
                          <a:ext uri="{FF2B5EF4-FFF2-40B4-BE49-F238E27FC236}">
                            <a16:creationId xmlns:a16="http://schemas.microsoft.com/office/drawing/2014/main" id="{7C5EFB51-E6F8-426A-90D0-0DF774D4D5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60953" y="2525083"/>
                        <a:ext cx="58754" cy="61265"/>
                      </a:xfrm>
                      <a:custGeom>
                        <a:avLst/>
                        <a:gdLst>
                          <a:gd name="connsiteX0" fmla="*/ 12876 w 58754"/>
                          <a:gd name="connsiteY0" fmla="*/ 25045 h 61265"/>
                          <a:gd name="connsiteX1" fmla="*/ 112 w 58754"/>
                          <a:gd name="connsiteY1" fmla="*/ 3804 h 61265"/>
                          <a:gd name="connsiteX2" fmla="*/ 7637 w 58754"/>
                          <a:gd name="connsiteY2" fmla="*/ 566 h 61265"/>
                          <a:gd name="connsiteX3" fmla="*/ 15638 w 58754"/>
                          <a:gd name="connsiteY3" fmla="*/ 7424 h 61265"/>
                          <a:gd name="connsiteX4" fmla="*/ 36403 w 58754"/>
                          <a:gd name="connsiteY4" fmla="*/ 31522 h 61265"/>
                          <a:gd name="connsiteX5" fmla="*/ 52595 w 58754"/>
                          <a:gd name="connsiteY5" fmla="*/ 46857 h 61265"/>
                          <a:gd name="connsiteX6" fmla="*/ 56500 w 58754"/>
                          <a:gd name="connsiteY6" fmla="*/ 60859 h 61265"/>
                          <a:gd name="connsiteX7" fmla="*/ 40308 w 58754"/>
                          <a:gd name="connsiteY7" fmla="*/ 55239 h 61265"/>
                          <a:gd name="connsiteX8" fmla="*/ 31354 w 58754"/>
                          <a:gd name="connsiteY8" fmla="*/ 48476 h 61265"/>
                          <a:gd name="connsiteX9" fmla="*/ 24592 w 58754"/>
                          <a:gd name="connsiteY9" fmla="*/ 42571 h 61265"/>
                          <a:gd name="connsiteX10" fmla="*/ 12876 w 58754"/>
                          <a:gd name="connsiteY10" fmla="*/ 25045 h 6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58754" h="61265">
                            <a:moveTo>
                              <a:pt x="12876" y="25045"/>
                            </a:moveTo>
                            <a:cubicBezTo>
                              <a:pt x="6970" y="17330"/>
                              <a:pt x="2398" y="12091"/>
                              <a:pt x="112" y="3804"/>
                            </a:cubicBezTo>
                            <a:cubicBezTo>
                              <a:pt x="-745" y="756"/>
                              <a:pt x="3446" y="-958"/>
                              <a:pt x="7637" y="566"/>
                            </a:cubicBezTo>
                            <a:cubicBezTo>
                              <a:pt x="11733" y="2090"/>
                              <a:pt x="13638" y="4757"/>
                              <a:pt x="15638" y="7424"/>
                            </a:cubicBezTo>
                            <a:cubicBezTo>
                              <a:pt x="21734" y="15996"/>
                              <a:pt x="28878" y="23235"/>
                              <a:pt x="36403" y="31522"/>
                            </a:cubicBezTo>
                            <a:cubicBezTo>
                              <a:pt x="38784" y="33903"/>
                              <a:pt x="46975" y="40380"/>
                              <a:pt x="52595" y="46857"/>
                            </a:cubicBezTo>
                            <a:cubicBezTo>
                              <a:pt x="58501" y="53334"/>
                              <a:pt x="60882" y="59430"/>
                              <a:pt x="56500" y="60859"/>
                            </a:cubicBezTo>
                            <a:cubicBezTo>
                              <a:pt x="52500" y="62383"/>
                              <a:pt x="46309" y="59430"/>
                              <a:pt x="40308" y="55239"/>
                            </a:cubicBezTo>
                            <a:cubicBezTo>
                              <a:pt x="37070" y="53239"/>
                              <a:pt x="34117" y="50762"/>
                              <a:pt x="31354" y="48476"/>
                            </a:cubicBezTo>
                            <a:cubicBezTo>
                              <a:pt x="28497" y="46286"/>
                              <a:pt x="26116" y="44190"/>
                              <a:pt x="24592" y="42571"/>
                            </a:cubicBezTo>
                            <a:cubicBezTo>
                              <a:pt x="18686" y="36094"/>
                              <a:pt x="17162" y="30951"/>
                              <a:pt x="12876" y="2504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3157" name="Graphique 1">
                      <a:extLst>
                        <a:ext uri="{FF2B5EF4-FFF2-40B4-BE49-F238E27FC236}">
                          <a16:creationId xmlns:a16="http://schemas.microsoft.com/office/drawing/2014/main" id="{F61B1546-E0CC-4260-993B-F5E28E8600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961454" y="2450398"/>
                      <a:ext cx="192288" cy="90279"/>
                      <a:chOff x="2961454" y="2450398"/>
                      <a:chExt cx="192288" cy="90279"/>
                    </a:xfrm>
                    <a:solidFill>
                      <a:schemeClr val="accent1"/>
                    </a:solidFill>
                  </p:grpSpPr>
                  <p:sp>
                    <p:nvSpPr>
                      <p:cNvPr id="13158" name="Forme libre : forme 13157">
                        <a:extLst>
                          <a:ext uri="{FF2B5EF4-FFF2-40B4-BE49-F238E27FC236}">
                            <a16:creationId xmlns:a16="http://schemas.microsoft.com/office/drawing/2014/main" id="{144D47A3-29D7-4CD7-884A-D765A3C5B1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61454" y="2450398"/>
                        <a:ext cx="192288" cy="90279"/>
                      </a:xfrm>
                      <a:custGeom>
                        <a:avLst/>
                        <a:gdLst>
                          <a:gd name="connsiteX0" fmla="*/ 69690 w 192288"/>
                          <a:gd name="connsiteY0" fmla="*/ 575 h 90279"/>
                          <a:gd name="connsiteX1" fmla="*/ 138270 w 192288"/>
                          <a:gd name="connsiteY1" fmla="*/ 15148 h 90279"/>
                          <a:gd name="connsiteX2" fmla="*/ 191229 w 192288"/>
                          <a:gd name="connsiteY2" fmla="*/ 62202 h 90279"/>
                          <a:gd name="connsiteX3" fmla="*/ 182752 w 192288"/>
                          <a:gd name="connsiteY3" fmla="*/ 82014 h 90279"/>
                          <a:gd name="connsiteX4" fmla="*/ 117029 w 192288"/>
                          <a:gd name="connsiteY4" fmla="*/ 87538 h 90279"/>
                          <a:gd name="connsiteX5" fmla="*/ 60070 w 192288"/>
                          <a:gd name="connsiteY5" fmla="*/ 75251 h 90279"/>
                          <a:gd name="connsiteX6" fmla="*/ 4920 w 192288"/>
                          <a:gd name="connsiteY6" fmla="*/ 41913 h 90279"/>
                          <a:gd name="connsiteX7" fmla="*/ 3110 w 192288"/>
                          <a:gd name="connsiteY7" fmla="*/ 20863 h 90279"/>
                          <a:gd name="connsiteX8" fmla="*/ 69690 w 192288"/>
                          <a:gd name="connsiteY8" fmla="*/ 575 h 902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92288" h="90279">
                            <a:moveTo>
                              <a:pt x="69690" y="575"/>
                            </a:moveTo>
                            <a:cubicBezTo>
                              <a:pt x="86359" y="2004"/>
                              <a:pt x="121792" y="9529"/>
                              <a:pt x="138270" y="15148"/>
                            </a:cubicBezTo>
                            <a:cubicBezTo>
                              <a:pt x="169131" y="25435"/>
                              <a:pt x="181799" y="41437"/>
                              <a:pt x="191229" y="62202"/>
                            </a:cubicBezTo>
                            <a:cubicBezTo>
                              <a:pt x="194468" y="69441"/>
                              <a:pt x="189895" y="79347"/>
                              <a:pt x="182752" y="82014"/>
                            </a:cubicBezTo>
                            <a:cubicBezTo>
                              <a:pt x="162178" y="89920"/>
                              <a:pt x="143604" y="92967"/>
                              <a:pt x="117029" y="87538"/>
                            </a:cubicBezTo>
                            <a:cubicBezTo>
                              <a:pt x="102837" y="84586"/>
                              <a:pt x="74548" y="78108"/>
                              <a:pt x="60070" y="75251"/>
                            </a:cubicBezTo>
                            <a:cubicBezTo>
                              <a:pt x="33019" y="69631"/>
                              <a:pt x="19779" y="57630"/>
                              <a:pt x="4920" y="41913"/>
                            </a:cubicBezTo>
                            <a:cubicBezTo>
                              <a:pt x="-223" y="36389"/>
                              <a:pt x="-2128" y="25912"/>
                              <a:pt x="3110" y="20863"/>
                            </a:cubicBezTo>
                            <a:cubicBezTo>
                              <a:pt x="18445" y="6290"/>
                              <a:pt x="38543" y="-2378"/>
                              <a:pt x="69690" y="57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59" name="Forme libre : forme 13158">
                        <a:extLst>
                          <a:ext uri="{FF2B5EF4-FFF2-40B4-BE49-F238E27FC236}">
                            <a16:creationId xmlns:a16="http://schemas.microsoft.com/office/drawing/2014/main" id="{833981BC-8EEE-4BE2-8CAF-A9EED2D3EB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64469" y="2450619"/>
                        <a:ext cx="189267" cy="71791"/>
                      </a:xfrm>
                      <a:custGeom>
                        <a:avLst/>
                        <a:gdLst>
                          <a:gd name="connsiteX0" fmla="*/ 118205 w 189267"/>
                          <a:gd name="connsiteY0" fmla="*/ 38454 h 71791"/>
                          <a:gd name="connsiteX1" fmla="*/ 188595 w 189267"/>
                          <a:gd name="connsiteY1" fmla="*/ 71791 h 71791"/>
                          <a:gd name="connsiteX2" fmla="*/ 188214 w 189267"/>
                          <a:gd name="connsiteY2" fmla="*/ 62266 h 71791"/>
                          <a:gd name="connsiteX3" fmla="*/ 182975 w 189267"/>
                          <a:gd name="connsiteY3" fmla="*/ 51884 h 71791"/>
                          <a:gd name="connsiteX4" fmla="*/ 160115 w 189267"/>
                          <a:gd name="connsiteY4" fmla="*/ 27024 h 71791"/>
                          <a:gd name="connsiteX5" fmla="*/ 135255 w 189267"/>
                          <a:gd name="connsiteY5" fmla="*/ 15117 h 71791"/>
                          <a:gd name="connsiteX6" fmla="*/ 124396 w 189267"/>
                          <a:gd name="connsiteY6" fmla="*/ 11879 h 71791"/>
                          <a:gd name="connsiteX7" fmla="*/ 71819 w 189267"/>
                          <a:gd name="connsiteY7" fmla="*/ 1211 h 71791"/>
                          <a:gd name="connsiteX8" fmla="*/ 66675 w 189267"/>
                          <a:gd name="connsiteY8" fmla="*/ 544 h 71791"/>
                          <a:gd name="connsiteX9" fmla="*/ 37433 w 189267"/>
                          <a:gd name="connsiteY9" fmla="*/ 1497 h 71791"/>
                          <a:gd name="connsiteX10" fmla="*/ 7811 w 189267"/>
                          <a:gd name="connsiteY10" fmla="*/ 14451 h 71791"/>
                          <a:gd name="connsiteX11" fmla="*/ 191 w 189267"/>
                          <a:gd name="connsiteY11" fmla="*/ 20928 h 71791"/>
                          <a:gd name="connsiteX12" fmla="*/ 0 w 189267"/>
                          <a:gd name="connsiteY12" fmla="*/ 21214 h 71791"/>
                          <a:gd name="connsiteX13" fmla="*/ 118205 w 189267"/>
                          <a:gd name="connsiteY13" fmla="*/ 38454 h 71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89267" h="71791">
                            <a:moveTo>
                              <a:pt x="118205" y="38454"/>
                            </a:moveTo>
                            <a:cubicBezTo>
                              <a:pt x="144875" y="43502"/>
                              <a:pt x="173260" y="53694"/>
                              <a:pt x="188595" y="71791"/>
                            </a:cubicBezTo>
                            <a:cubicBezTo>
                              <a:pt x="189547" y="68648"/>
                              <a:pt x="189547" y="65219"/>
                              <a:pt x="188214" y="62266"/>
                            </a:cubicBezTo>
                            <a:cubicBezTo>
                              <a:pt x="186595" y="58647"/>
                              <a:pt x="184880" y="55218"/>
                              <a:pt x="182975" y="51884"/>
                            </a:cubicBezTo>
                            <a:cubicBezTo>
                              <a:pt x="177355" y="42645"/>
                              <a:pt x="170497" y="33977"/>
                              <a:pt x="160115" y="27024"/>
                            </a:cubicBezTo>
                            <a:cubicBezTo>
                              <a:pt x="153448" y="22357"/>
                              <a:pt x="145352" y="18451"/>
                              <a:pt x="135255" y="15117"/>
                            </a:cubicBezTo>
                            <a:cubicBezTo>
                              <a:pt x="132207" y="14070"/>
                              <a:pt x="128492" y="12927"/>
                              <a:pt x="124396" y="11879"/>
                            </a:cubicBezTo>
                            <a:cubicBezTo>
                              <a:pt x="108395" y="7402"/>
                              <a:pt x="86201" y="2926"/>
                              <a:pt x="71819" y="1211"/>
                            </a:cubicBezTo>
                            <a:cubicBezTo>
                              <a:pt x="70009" y="1021"/>
                              <a:pt x="68199" y="735"/>
                              <a:pt x="66675" y="544"/>
                            </a:cubicBezTo>
                            <a:cubicBezTo>
                              <a:pt x="55626" y="-408"/>
                              <a:pt x="46006" y="-123"/>
                              <a:pt x="37433" y="1497"/>
                            </a:cubicBezTo>
                            <a:cubicBezTo>
                              <a:pt x="25718" y="3878"/>
                              <a:pt x="16193" y="8355"/>
                              <a:pt x="7811" y="14451"/>
                            </a:cubicBezTo>
                            <a:cubicBezTo>
                              <a:pt x="5144" y="16451"/>
                              <a:pt x="2572" y="18642"/>
                              <a:pt x="191" y="20928"/>
                            </a:cubicBezTo>
                            <a:lnTo>
                              <a:pt x="0" y="21214"/>
                            </a:lnTo>
                            <a:cubicBezTo>
                              <a:pt x="39719" y="23500"/>
                              <a:pt x="79915" y="31119"/>
                              <a:pt x="118205" y="3845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60" name="Forme libre : forme 13159">
                        <a:extLst>
                          <a:ext uri="{FF2B5EF4-FFF2-40B4-BE49-F238E27FC236}">
                            <a16:creationId xmlns:a16="http://schemas.microsoft.com/office/drawing/2014/main" id="{2C63DB50-3EEF-44C2-B7D1-EB3160798A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99036" y="2475425"/>
                        <a:ext cx="89506" cy="31116"/>
                      </a:xfrm>
                      <a:custGeom>
                        <a:avLst/>
                        <a:gdLst>
                          <a:gd name="connsiteX0" fmla="*/ 9 w 89506"/>
                          <a:gd name="connsiteY0" fmla="*/ 7361 h 31116"/>
                          <a:gd name="connsiteX1" fmla="*/ 49254 w 89506"/>
                          <a:gd name="connsiteY1" fmla="*/ 2408 h 31116"/>
                          <a:gd name="connsiteX2" fmla="*/ 89354 w 89506"/>
                          <a:gd name="connsiteY2" fmla="*/ 25363 h 31116"/>
                          <a:gd name="connsiteX3" fmla="*/ 44777 w 89506"/>
                          <a:gd name="connsiteY3" fmla="*/ 26887 h 31116"/>
                          <a:gd name="connsiteX4" fmla="*/ 9 w 89506"/>
                          <a:gd name="connsiteY4" fmla="*/ 7361 h 31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9506" h="31116">
                            <a:moveTo>
                              <a:pt x="9" y="7361"/>
                            </a:moveTo>
                            <a:cubicBezTo>
                              <a:pt x="676" y="-3116"/>
                              <a:pt x="37252" y="-68"/>
                              <a:pt x="49254" y="2408"/>
                            </a:cubicBezTo>
                            <a:cubicBezTo>
                              <a:pt x="61351" y="4599"/>
                              <a:pt x="91926" y="14410"/>
                              <a:pt x="89354" y="25363"/>
                            </a:cubicBezTo>
                            <a:cubicBezTo>
                              <a:pt x="86877" y="35841"/>
                              <a:pt x="55635" y="29269"/>
                              <a:pt x="44777" y="26887"/>
                            </a:cubicBezTo>
                            <a:cubicBezTo>
                              <a:pt x="34014" y="24030"/>
                              <a:pt x="-657" y="17172"/>
                              <a:pt x="9" y="736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61" name="Forme libre : forme 13160">
                        <a:extLst>
                          <a:ext uri="{FF2B5EF4-FFF2-40B4-BE49-F238E27FC236}">
                            <a16:creationId xmlns:a16="http://schemas.microsoft.com/office/drawing/2014/main" id="{76A014A0-F2BF-4FF6-AF42-5C561789D0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28096" y="2475738"/>
                        <a:ext cx="60773" cy="30039"/>
                      </a:xfrm>
                      <a:custGeom>
                        <a:avLst/>
                        <a:gdLst>
                          <a:gd name="connsiteX0" fmla="*/ 39434 w 60773"/>
                          <a:gd name="connsiteY0" fmla="*/ 30004 h 30039"/>
                          <a:gd name="connsiteX1" fmla="*/ 60770 w 60773"/>
                          <a:gd name="connsiteY1" fmla="*/ 24955 h 30039"/>
                          <a:gd name="connsiteX2" fmla="*/ 19717 w 60773"/>
                          <a:gd name="connsiteY2" fmla="*/ 1809 h 30039"/>
                          <a:gd name="connsiteX3" fmla="*/ 0 w 60773"/>
                          <a:gd name="connsiteY3" fmla="*/ 0 h 30039"/>
                          <a:gd name="connsiteX4" fmla="*/ 10287 w 60773"/>
                          <a:gd name="connsiteY4" fmla="*/ 2476 h 30039"/>
                          <a:gd name="connsiteX5" fmla="*/ 39434 w 60773"/>
                          <a:gd name="connsiteY5" fmla="*/ 30004 h 30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0773" h="30039">
                            <a:moveTo>
                              <a:pt x="39434" y="30004"/>
                            </a:moveTo>
                            <a:cubicBezTo>
                              <a:pt x="45339" y="29432"/>
                              <a:pt x="61055" y="32099"/>
                              <a:pt x="60770" y="24955"/>
                            </a:cubicBezTo>
                            <a:cubicBezTo>
                              <a:pt x="60389" y="13240"/>
                              <a:pt x="34957" y="4858"/>
                              <a:pt x="19717" y="1809"/>
                            </a:cubicBezTo>
                            <a:cubicBezTo>
                              <a:pt x="15240" y="857"/>
                              <a:pt x="5144" y="0"/>
                              <a:pt x="0" y="0"/>
                            </a:cubicBezTo>
                            <a:cubicBezTo>
                              <a:pt x="2858" y="571"/>
                              <a:pt x="7716" y="1429"/>
                              <a:pt x="10287" y="2476"/>
                            </a:cubicBezTo>
                            <a:cubicBezTo>
                              <a:pt x="24860" y="8763"/>
                              <a:pt x="41434" y="18002"/>
                              <a:pt x="39434" y="3000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62" name="Forme libre : forme 13161">
                        <a:extLst>
                          <a:ext uri="{FF2B5EF4-FFF2-40B4-BE49-F238E27FC236}">
                            <a16:creationId xmlns:a16="http://schemas.microsoft.com/office/drawing/2014/main" id="{6261678E-4306-40D2-AB65-9F7EC18739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94142" y="2472143"/>
                        <a:ext cx="90424" cy="30539"/>
                      </a:xfrm>
                      <a:custGeom>
                        <a:avLst/>
                        <a:gdLst>
                          <a:gd name="connsiteX0" fmla="*/ 236 w 90424"/>
                          <a:gd name="connsiteY0" fmla="*/ 7595 h 30539"/>
                          <a:gd name="connsiteX1" fmla="*/ 50337 w 90424"/>
                          <a:gd name="connsiteY1" fmla="*/ 1880 h 30539"/>
                          <a:gd name="connsiteX2" fmla="*/ 90342 w 90424"/>
                          <a:gd name="connsiteY2" fmla="*/ 24644 h 30539"/>
                          <a:gd name="connsiteX3" fmla="*/ 71197 w 90424"/>
                          <a:gd name="connsiteY3" fmla="*/ 30264 h 30539"/>
                          <a:gd name="connsiteX4" fmla="*/ 45766 w 90424"/>
                          <a:gd name="connsiteY4" fmla="*/ 26359 h 30539"/>
                          <a:gd name="connsiteX5" fmla="*/ 236 w 90424"/>
                          <a:gd name="connsiteY5" fmla="*/ 7595 h 305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0424" h="30539">
                            <a:moveTo>
                              <a:pt x="236" y="7595"/>
                            </a:moveTo>
                            <a:cubicBezTo>
                              <a:pt x="4046" y="-2597"/>
                              <a:pt x="37193" y="-311"/>
                              <a:pt x="50337" y="1880"/>
                            </a:cubicBezTo>
                            <a:cubicBezTo>
                              <a:pt x="63577" y="3785"/>
                              <a:pt x="92152" y="13405"/>
                              <a:pt x="90342" y="24644"/>
                            </a:cubicBezTo>
                            <a:cubicBezTo>
                              <a:pt x="89485" y="30169"/>
                              <a:pt x="80817" y="31121"/>
                              <a:pt x="71197" y="30264"/>
                            </a:cubicBezTo>
                            <a:cubicBezTo>
                              <a:pt x="61577" y="29597"/>
                              <a:pt x="50814" y="27407"/>
                              <a:pt x="45766" y="26359"/>
                            </a:cubicBezTo>
                            <a:cubicBezTo>
                              <a:pt x="35669" y="24073"/>
                              <a:pt x="-3384" y="17024"/>
                              <a:pt x="236" y="759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63" name="Forme libre : forme 13162">
                        <a:extLst>
                          <a:ext uri="{FF2B5EF4-FFF2-40B4-BE49-F238E27FC236}">
                            <a16:creationId xmlns:a16="http://schemas.microsoft.com/office/drawing/2014/main" id="{257ED6BB-D9B9-4E33-9FBD-4861CBB1D1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21666" y="2461754"/>
                        <a:ext cx="107499" cy="64124"/>
                      </a:xfrm>
                      <a:custGeom>
                        <a:avLst/>
                        <a:gdLst>
                          <a:gd name="connsiteX0" fmla="*/ 107491 w 107499"/>
                          <a:gd name="connsiteY0" fmla="*/ 50465 h 64124"/>
                          <a:gd name="connsiteX1" fmla="*/ 100252 w 107499"/>
                          <a:gd name="connsiteY1" fmla="*/ 35225 h 64124"/>
                          <a:gd name="connsiteX2" fmla="*/ 63485 w 107499"/>
                          <a:gd name="connsiteY2" fmla="*/ 7698 h 64124"/>
                          <a:gd name="connsiteX3" fmla="*/ 18146 w 107499"/>
                          <a:gd name="connsiteY3" fmla="*/ 363 h 64124"/>
                          <a:gd name="connsiteX4" fmla="*/ 144 w 107499"/>
                          <a:gd name="connsiteY4" fmla="*/ 11317 h 64124"/>
                          <a:gd name="connsiteX5" fmla="*/ 13288 w 107499"/>
                          <a:gd name="connsiteY5" fmla="*/ 19413 h 64124"/>
                          <a:gd name="connsiteX6" fmla="*/ 48245 w 107499"/>
                          <a:gd name="connsiteY6" fmla="*/ 41035 h 64124"/>
                          <a:gd name="connsiteX7" fmla="*/ 81678 w 107499"/>
                          <a:gd name="connsiteY7" fmla="*/ 63514 h 64124"/>
                          <a:gd name="connsiteX8" fmla="*/ 107491 w 107499"/>
                          <a:gd name="connsiteY8" fmla="*/ 50465 h 64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7499" h="64124">
                            <a:moveTo>
                              <a:pt x="107491" y="50465"/>
                            </a:moveTo>
                            <a:cubicBezTo>
                              <a:pt x="107205" y="43702"/>
                              <a:pt x="105681" y="41035"/>
                              <a:pt x="100252" y="35225"/>
                            </a:cubicBezTo>
                            <a:cubicBezTo>
                              <a:pt x="89869" y="23985"/>
                              <a:pt x="80821" y="14841"/>
                              <a:pt x="63485" y="7698"/>
                            </a:cubicBezTo>
                            <a:cubicBezTo>
                              <a:pt x="49007" y="1792"/>
                              <a:pt x="31576" y="-1066"/>
                              <a:pt x="18146" y="363"/>
                            </a:cubicBezTo>
                            <a:cubicBezTo>
                              <a:pt x="8145" y="1316"/>
                              <a:pt x="-1285" y="4935"/>
                              <a:pt x="144" y="11317"/>
                            </a:cubicBezTo>
                            <a:cubicBezTo>
                              <a:pt x="1096" y="15127"/>
                              <a:pt x="8050" y="16746"/>
                              <a:pt x="13288" y="19413"/>
                            </a:cubicBezTo>
                            <a:cubicBezTo>
                              <a:pt x="25766" y="25605"/>
                              <a:pt x="37577" y="31510"/>
                              <a:pt x="48245" y="41035"/>
                            </a:cubicBezTo>
                            <a:cubicBezTo>
                              <a:pt x="57389" y="49131"/>
                              <a:pt x="66057" y="60657"/>
                              <a:pt x="81678" y="63514"/>
                            </a:cubicBezTo>
                            <a:cubicBezTo>
                              <a:pt x="95680" y="66181"/>
                              <a:pt x="107872" y="59799"/>
                              <a:pt x="107491" y="5046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64" name="Forme libre : forme 13163">
                        <a:extLst>
                          <a:ext uri="{FF2B5EF4-FFF2-40B4-BE49-F238E27FC236}">
                            <a16:creationId xmlns:a16="http://schemas.microsoft.com/office/drawing/2014/main" id="{B30F10D4-785D-40D9-8D86-F884A2CF73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67863" y="2508657"/>
                        <a:ext cx="37202" cy="10117"/>
                      </a:xfrm>
                      <a:custGeom>
                        <a:avLst/>
                        <a:gdLst>
                          <a:gd name="connsiteX0" fmla="*/ 32909 w 37202"/>
                          <a:gd name="connsiteY0" fmla="*/ 8896 h 10117"/>
                          <a:gd name="connsiteX1" fmla="*/ 36910 w 37202"/>
                          <a:gd name="connsiteY1" fmla="*/ 7467 h 10117"/>
                          <a:gd name="connsiteX2" fmla="*/ 35005 w 37202"/>
                          <a:gd name="connsiteY2" fmla="*/ 4324 h 10117"/>
                          <a:gd name="connsiteX3" fmla="*/ 28528 w 37202"/>
                          <a:gd name="connsiteY3" fmla="*/ 2419 h 10117"/>
                          <a:gd name="connsiteX4" fmla="*/ 12145 w 37202"/>
                          <a:gd name="connsiteY4" fmla="*/ 133 h 10117"/>
                          <a:gd name="connsiteX5" fmla="*/ 6049 w 37202"/>
                          <a:gd name="connsiteY5" fmla="*/ 228 h 10117"/>
                          <a:gd name="connsiteX6" fmla="*/ 7382 w 37202"/>
                          <a:gd name="connsiteY6" fmla="*/ 9277 h 10117"/>
                          <a:gd name="connsiteX7" fmla="*/ 32909 w 37202"/>
                          <a:gd name="connsiteY7" fmla="*/ 8896 h 101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202" h="10117">
                            <a:moveTo>
                              <a:pt x="32909" y="8896"/>
                            </a:moveTo>
                            <a:cubicBezTo>
                              <a:pt x="34719" y="8610"/>
                              <a:pt x="36052" y="8420"/>
                              <a:pt x="36910" y="7467"/>
                            </a:cubicBezTo>
                            <a:cubicBezTo>
                              <a:pt x="37767" y="6514"/>
                              <a:pt x="36624" y="5276"/>
                              <a:pt x="35005" y="4324"/>
                            </a:cubicBezTo>
                            <a:cubicBezTo>
                              <a:pt x="33385" y="3466"/>
                              <a:pt x="30623" y="2800"/>
                              <a:pt x="28528" y="2419"/>
                            </a:cubicBezTo>
                            <a:cubicBezTo>
                              <a:pt x="23098" y="1466"/>
                              <a:pt x="17383" y="419"/>
                              <a:pt x="12145" y="133"/>
                            </a:cubicBezTo>
                            <a:cubicBezTo>
                              <a:pt x="9954" y="38"/>
                              <a:pt x="7954" y="-153"/>
                              <a:pt x="6049" y="228"/>
                            </a:cubicBezTo>
                            <a:cubicBezTo>
                              <a:pt x="-1667" y="1847"/>
                              <a:pt x="-2810" y="7372"/>
                              <a:pt x="7382" y="9277"/>
                            </a:cubicBezTo>
                            <a:cubicBezTo>
                              <a:pt x="15383" y="10705"/>
                              <a:pt x="25480" y="10134"/>
                              <a:pt x="32909" y="889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65" name="Forme libre : forme 13164">
                        <a:extLst>
                          <a:ext uri="{FF2B5EF4-FFF2-40B4-BE49-F238E27FC236}">
                            <a16:creationId xmlns:a16="http://schemas.microsoft.com/office/drawing/2014/main" id="{95B400B8-5BE4-4BBD-8155-F5E2770EEF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67232" y="2452211"/>
                        <a:ext cx="61436" cy="22097"/>
                      </a:xfrm>
                      <a:custGeom>
                        <a:avLst/>
                        <a:gdLst>
                          <a:gd name="connsiteX0" fmla="*/ 0 w 61436"/>
                          <a:gd name="connsiteY0" fmla="*/ 22098 h 22097"/>
                          <a:gd name="connsiteX1" fmla="*/ 61436 w 61436"/>
                          <a:gd name="connsiteY1" fmla="*/ 0 h 22097"/>
                          <a:gd name="connsiteX2" fmla="*/ 0 w 61436"/>
                          <a:gd name="connsiteY2" fmla="*/ 22098 h 220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1436" h="22097">
                            <a:moveTo>
                              <a:pt x="0" y="22098"/>
                            </a:moveTo>
                            <a:cubicBezTo>
                              <a:pt x="8668" y="8191"/>
                              <a:pt x="40862" y="2000"/>
                              <a:pt x="61436" y="0"/>
                            </a:cubicBezTo>
                            <a:cubicBezTo>
                              <a:pt x="38957" y="2476"/>
                              <a:pt x="15240" y="12097"/>
                              <a:pt x="0" y="2209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66" name="Forme libre : forme 13165">
                        <a:extLst>
                          <a:ext uri="{FF2B5EF4-FFF2-40B4-BE49-F238E27FC236}">
                            <a16:creationId xmlns:a16="http://schemas.microsoft.com/office/drawing/2014/main" id="{18386B2B-EBE7-4BD2-A34A-0D422C94B4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7150" y="2530316"/>
                        <a:ext cx="66675" cy="6785"/>
                      </a:xfrm>
                      <a:custGeom>
                        <a:avLst/>
                        <a:gdLst>
                          <a:gd name="connsiteX0" fmla="*/ 0 w 66675"/>
                          <a:gd name="connsiteY0" fmla="*/ 4858 h 6785"/>
                          <a:gd name="connsiteX1" fmla="*/ 66675 w 66675"/>
                          <a:gd name="connsiteY1" fmla="*/ 0 h 6785"/>
                          <a:gd name="connsiteX2" fmla="*/ 0 w 66675"/>
                          <a:gd name="connsiteY2" fmla="*/ 4858 h 67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6675" h="6785">
                            <a:moveTo>
                              <a:pt x="0" y="4858"/>
                            </a:moveTo>
                            <a:cubicBezTo>
                              <a:pt x="23622" y="9239"/>
                              <a:pt x="47054" y="5525"/>
                              <a:pt x="66675" y="0"/>
                            </a:cubicBezTo>
                            <a:cubicBezTo>
                              <a:pt x="48577" y="6001"/>
                              <a:pt x="20955" y="5429"/>
                              <a:pt x="0" y="485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67" name="Forme libre : forme 13166">
                        <a:extLst>
                          <a:ext uri="{FF2B5EF4-FFF2-40B4-BE49-F238E27FC236}">
                            <a16:creationId xmlns:a16="http://schemas.microsoft.com/office/drawing/2014/main" id="{04209E37-B89A-401F-AF61-1D6A0A8479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18863" y="2487339"/>
                        <a:ext cx="32584" cy="12500"/>
                      </a:xfrm>
                      <a:custGeom>
                        <a:avLst/>
                        <a:gdLst>
                          <a:gd name="connsiteX0" fmla="*/ 376 w 32584"/>
                          <a:gd name="connsiteY0" fmla="*/ 1258 h 12500"/>
                          <a:gd name="connsiteX1" fmla="*/ 20188 w 32584"/>
                          <a:gd name="connsiteY1" fmla="*/ 3067 h 12500"/>
                          <a:gd name="connsiteX2" fmla="*/ 31999 w 32584"/>
                          <a:gd name="connsiteY2" fmla="*/ 11449 h 12500"/>
                          <a:gd name="connsiteX3" fmla="*/ 13615 w 32584"/>
                          <a:gd name="connsiteY3" fmla="*/ 9259 h 12500"/>
                          <a:gd name="connsiteX4" fmla="*/ 376 w 32584"/>
                          <a:gd name="connsiteY4" fmla="*/ 1258 h 125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584" h="12500">
                            <a:moveTo>
                              <a:pt x="376" y="1258"/>
                            </a:moveTo>
                            <a:cubicBezTo>
                              <a:pt x="3138" y="-1981"/>
                              <a:pt x="16187" y="1924"/>
                              <a:pt x="20188" y="3067"/>
                            </a:cubicBezTo>
                            <a:cubicBezTo>
                              <a:pt x="24188" y="4115"/>
                              <a:pt x="35237" y="8497"/>
                              <a:pt x="31999" y="11449"/>
                            </a:cubicBezTo>
                            <a:cubicBezTo>
                              <a:pt x="28855" y="14402"/>
                              <a:pt x="17330" y="10306"/>
                              <a:pt x="13615" y="9259"/>
                            </a:cubicBezTo>
                            <a:cubicBezTo>
                              <a:pt x="9996" y="8116"/>
                              <a:pt x="-2291" y="4306"/>
                              <a:pt x="376" y="125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68" name="Forme libre : forme 13167">
                        <a:extLst>
                          <a:ext uri="{FF2B5EF4-FFF2-40B4-BE49-F238E27FC236}">
                            <a16:creationId xmlns:a16="http://schemas.microsoft.com/office/drawing/2014/main" id="{42EA05B3-FA1F-4BBB-8951-45DB07196C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13902" y="2487608"/>
                        <a:ext cx="9434" cy="3623"/>
                      </a:xfrm>
                      <a:custGeom>
                        <a:avLst/>
                        <a:gdLst>
                          <a:gd name="connsiteX0" fmla="*/ 2 w 9434"/>
                          <a:gd name="connsiteY0" fmla="*/ 1178 h 3623"/>
                          <a:gd name="connsiteX1" fmla="*/ 4574 w 9434"/>
                          <a:gd name="connsiteY1" fmla="*/ 131 h 3623"/>
                          <a:gd name="connsiteX2" fmla="*/ 9432 w 9434"/>
                          <a:gd name="connsiteY2" fmla="*/ 2512 h 3623"/>
                          <a:gd name="connsiteX3" fmla="*/ 4955 w 9434"/>
                          <a:gd name="connsiteY3" fmla="*/ 3464 h 3623"/>
                          <a:gd name="connsiteX4" fmla="*/ 2 w 9434"/>
                          <a:gd name="connsiteY4" fmla="*/ 1178 h 36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34" h="3623">
                            <a:moveTo>
                              <a:pt x="2" y="1178"/>
                            </a:moveTo>
                            <a:cubicBezTo>
                              <a:pt x="-93" y="-250"/>
                              <a:pt x="2955" y="-60"/>
                              <a:pt x="4574" y="131"/>
                            </a:cubicBezTo>
                            <a:cubicBezTo>
                              <a:pt x="6193" y="321"/>
                              <a:pt x="9337" y="1083"/>
                              <a:pt x="9432" y="2512"/>
                            </a:cubicBezTo>
                            <a:cubicBezTo>
                              <a:pt x="9527" y="3941"/>
                              <a:pt x="6574" y="3655"/>
                              <a:pt x="4955" y="3464"/>
                            </a:cubicBezTo>
                            <a:cubicBezTo>
                              <a:pt x="3431" y="3369"/>
                              <a:pt x="193" y="2607"/>
                              <a:pt x="2" y="117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69" name="Forme libre : forme 13168">
                        <a:extLst>
                          <a:ext uri="{FF2B5EF4-FFF2-40B4-BE49-F238E27FC236}">
                            <a16:creationId xmlns:a16="http://schemas.microsoft.com/office/drawing/2014/main" id="{695CF520-9AF8-4C2D-888D-82C24F7E8B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70504" y="2478205"/>
                        <a:ext cx="76928" cy="43714"/>
                      </a:xfrm>
                      <a:custGeom>
                        <a:avLst/>
                        <a:gdLst>
                          <a:gd name="connsiteX0" fmla="*/ 18921 w 76928"/>
                          <a:gd name="connsiteY0" fmla="*/ 21821 h 43714"/>
                          <a:gd name="connsiteX1" fmla="*/ 442 w 76928"/>
                          <a:gd name="connsiteY1" fmla="*/ 5343 h 43714"/>
                          <a:gd name="connsiteX2" fmla="*/ 6634 w 76928"/>
                          <a:gd name="connsiteY2" fmla="*/ 9 h 43714"/>
                          <a:gd name="connsiteX3" fmla="*/ 16254 w 76928"/>
                          <a:gd name="connsiteY3" fmla="*/ 4295 h 43714"/>
                          <a:gd name="connsiteX4" fmla="*/ 43591 w 76928"/>
                          <a:gd name="connsiteY4" fmla="*/ 20964 h 43714"/>
                          <a:gd name="connsiteX5" fmla="*/ 75785 w 76928"/>
                          <a:gd name="connsiteY5" fmla="*/ 41633 h 43714"/>
                          <a:gd name="connsiteX6" fmla="*/ 35780 w 76928"/>
                          <a:gd name="connsiteY6" fmla="*/ 35061 h 43714"/>
                          <a:gd name="connsiteX7" fmla="*/ 18921 w 76928"/>
                          <a:gd name="connsiteY7" fmla="*/ 21821 h 437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6928" h="43714">
                            <a:moveTo>
                              <a:pt x="18921" y="21821"/>
                            </a:moveTo>
                            <a:cubicBezTo>
                              <a:pt x="10920" y="16106"/>
                              <a:pt x="5014" y="12392"/>
                              <a:pt x="442" y="5343"/>
                            </a:cubicBezTo>
                            <a:cubicBezTo>
                              <a:pt x="-1272" y="2676"/>
                              <a:pt x="2252" y="-181"/>
                              <a:pt x="6634" y="9"/>
                            </a:cubicBezTo>
                            <a:cubicBezTo>
                              <a:pt x="11015" y="200"/>
                              <a:pt x="13587" y="2295"/>
                              <a:pt x="16254" y="4295"/>
                            </a:cubicBezTo>
                            <a:cubicBezTo>
                              <a:pt x="24636" y="10582"/>
                              <a:pt x="33589" y="15535"/>
                              <a:pt x="43591" y="20964"/>
                            </a:cubicBezTo>
                            <a:cubicBezTo>
                              <a:pt x="49877" y="23917"/>
                              <a:pt x="83500" y="35252"/>
                              <a:pt x="75785" y="41633"/>
                            </a:cubicBezTo>
                            <a:cubicBezTo>
                              <a:pt x="68165" y="47634"/>
                              <a:pt x="43877" y="39157"/>
                              <a:pt x="35780" y="35061"/>
                            </a:cubicBezTo>
                            <a:cubicBezTo>
                              <a:pt x="27684" y="30680"/>
                              <a:pt x="24922" y="26012"/>
                              <a:pt x="18921" y="2182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59" name="Graphique 1">
                    <a:extLst>
                      <a:ext uri="{FF2B5EF4-FFF2-40B4-BE49-F238E27FC236}">
                        <a16:creationId xmlns:a16="http://schemas.microsoft.com/office/drawing/2014/main" id="{9373FB62-96A0-4E6C-B8BB-0DDED51E49EF}"/>
                      </a:ext>
                    </a:extLst>
                  </p:cNvPr>
                  <p:cNvGrpSpPr/>
                  <p:nvPr/>
                </p:nvGrpSpPr>
                <p:grpSpPr>
                  <a:xfrm>
                    <a:off x="4018720" y="2534661"/>
                    <a:ext cx="913302" cy="255526"/>
                    <a:chOff x="4018720" y="2534661"/>
                    <a:chExt cx="913302" cy="255526"/>
                  </a:xfrm>
                  <a:solidFill>
                    <a:schemeClr val="accent1"/>
                  </a:solidFill>
                </p:grpSpPr>
                <p:grpSp>
                  <p:nvGrpSpPr>
                    <p:cNvPr id="13088" name="Graphique 1">
                      <a:extLst>
                        <a:ext uri="{FF2B5EF4-FFF2-40B4-BE49-F238E27FC236}">
                          <a16:creationId xmlns:a16="http://schemas.microsoft.com/office/drawing/2014/main" id="{609E010C-3999-47BB-A93C-1C5001AC82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59944" y="2534661"/>
                      <a:ext cx="172077" cy="120439"/>
                      <a:chOff x="4759944" y="2534661"/>
                      <a:chExt cx="172077" cy="120439"/>
                    </a:xfrm>
                    <a:solidFill>
                      <a:schemeClr val="accent1"/>
                    </a:solidFill>
                  </p:grpSpPr>
                  <p:sp>
                    <p:nvSpPr>
                      <p:cNvPr id="13141" name="Forme libre : forme 13140">
                        <a:extLst>
                          <a:ext uri="{FF2B5EF4-FFF2-40B4-BE49-F238E27FC236}">
                            <a16:creationId xmlns:a16="http://schemas.microsoft.com/office/drawing/2014/main" id="{9C4018AF-2649-4C00-AF99-9F97177BA1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59944" y="2534661"/>
                        <a:ext cx="172077" cy="120439"/>
                      </a:xfrm>
                      <a:custGeom>
                        <a:avLst/>
                        <a:gdLst>
                          <a:gd name="connsiteX0" fmla="*/ 40849 w 172077"/>
                          <a:gd name="connsiteY0" fmla="*/ 46137 h 120439"/>
                          <a:gd name="connsiteX1" fmla="*/ 93618 w 172077"/>
                          <a:gd name="connsiteY1" fmla="*/ 13561 h 120439"/>
                          <a:gd name="connsiteX2" fmla="*/ 161817 w 172077"/>
                          <a:gd name="connsiteY2" fmla="*/ 3179 h 120439"/>
                          <a:gd name="connsiteX3" fmla="*/ 171533 w 172077"/>
                          <a:gd name="connsiteY3" fmla="*/ 22420 h 120439"/>
                          <a:gd name="connsiteX4" fmla="*/ 134004 w 172077"/>
                          <a:gd name="connsiteY4" fmla="*/ 77284 h 120439"/>
                          <a:gd name="connsiteX5" fmla="*/ 79331 w 172077"/>
                          <a:gd name="connsiteY5" fmla="*/ 110907 h 120439"/>
                          <a:gd name="connsiteX6" fmla="*/ 42183 w 172077"/>
                          <a:gd name="connsiteY6" fmla="*/ 120432 h 120439"/>
                          <a:gd name="connsiteX7" fmla="*/ 26086 w 172077"/>
                          <a:gd name="connsiteY7" fmla="*/ 118622 h 120439"/>
                          <a:gd name="connsiteX8" fmla="*/ 18181 w 172077"/>
                          <a:gd name="connsiteY8" fmla="*/ 116717 h 120439"/>
                          <a:gd name="connsiteX9" fmla="*/ 9417 w 172077"/>
                          <a:gd name="connsiteY9" fmla="*/ 114145 h 120439"/>
                          <a:gd name="connsiteX10" fmla="*/ 1035 w 172077"/>
                          <a:gd name="connsiteY10" fmla="*/ 94810 h 120439"/>
                          <a:gd name="connsiteX11" fmla="*/ 6274 w 172077"/>
                          <a:gd name="connsiteY11" fmla="*/ 81760 h 120439"/>
                          <a:gd name="connsiteX12" fmla="*/ 14656 w 172077"/>
                          <a:gd name="connsiteY12" fmla="*/ 68997 h 120439"/>
                          <a:gd name="connsiteX13" fmla="*/ 40849 w 172077"/>
                          <a:gd name="connsiteY13" fmla="*/ 46137 h 120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72077" h="120439">
                            <a:moveTo>
                              <a:pt x="40849" y="46137"/>
                            </a:moveTo>
                            <a:cubicBezTo>
                              <a:pt x="53518" y="38326"/>
                              <a:pt x="80474" y="21753"/>
                              <a:pt x="93618" y="13561"/>
                            </a:cubicBezTo>
                            <a:cubicBezTo>
                              <a:pt x="118859" y="-1202"/>
                              <a:pt x="139148" y="-2631"/>
                              <a:pt x="161817" y="3179"/>
                            </a:cubicBezTo>
                            <a:cubicBezTo>
                              <a:pt x="169532" y="5275"/>
                              <a:pt x="173628" y="15466"/>
                              <a:pt x="171533" y="22420"/>
                            </a:cubicBezTo>
                            <a:cubicBezTo>
                              <a:pt x="165532" y="42517"/>
                              <a:pt x="157531" y="59567"/>
                              <a:pt x="134004" y="77284"/>
                            </a:cubicBezTo>
                            <a:cubicBezTo>
                              <a:pt x="121717" y="86809"/>
                              <a:pt x="94285" y="103668"/>
                              <a:pt x="79331" y="110907"/>
                            </a:cubicBezTo>
                            <a:cubicBezTo>
                              <a:pt x="65424" y="117860"/>
                              <a:pt x="53328" y="120432"/>
                              <a:pt x="42183" y="120432"/>
                            </a:cubicBezTo>
                            <a:cubicBezTo>
                              <a:pt x="36659" y="120527"/>
                              <a:pt x="31230" y="119670"/>
                              <a:pt x="26086" y="118622"/>
                            </a:cubicBezTo>
                            <a:cubicBezTo>
                              <a:pt x="23419" y="118051"/>
                              <a:pt x="21038" y="117384"/>
                              <a:pt x="18181" y="116717"/>
                            </a:cubicBezTo>
                            <a:cubicBezTo>
                              <a:pt x="15132" y="115955"/>
                              <a:pt x="12274" y="115288"/>
                              <a:pt x="9417" y="114145"/>
                            </a:cubicBezTo>
                            <a:cubicBezTo>
                              <a:pt x="1321" y="111097"/>
                              <a:pt x="-1822" y="100810"/>
                              <a:pt x="1035" y="94810"/>
                            </a:cubicBezTo>
                            <a:cubicBezTo>
                              <a:pt x="3131" y="90237"/>
                              <a:pt x="4178" y="86047"/>
                              <a:pt x="6274" y="81760"/>
                            </a:cubicBezTo>
                            <a:cubicBezTo>
                              <a:pt x="8656" y="77284"/>
                              <a:pt x="11322" y="72997"/>
                              <a:pt x="14656" y="68997"/>
                            </a:cubicBezTo>
                            <a:cubicBezTo>
                              <a:pt x="21038" y="60805"/>
                              <a:pt x="29420" y="53566"/>
                              <a:pt x="40849" y="4613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42" name="Forme libre : forme 13141">
                        <a:extLst>
                          <a:ext uri="{FF2B5EF4-FFF2-40B4-BE49-F238E27FC236}">
                            <a16:creationId xmlns:a16="http://schemas.microsoft.com/office/drawing/2014/main" id="{02A50237-A423-4A39-BBEA-39AB7BD5B4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1075" y="2534848"/>
                        <a:ext cx="168211" cy="95004"/>
                      </a:xfrm>
                      <a:custGeom>
                        <a:avLst/>
                        <a:gdLst>
                          <a:gd name="connsiteX0" fmla="*/ 99156 w 168211"/>
                          <a:gd name="connsiteY0" fmla="*/ 41378 h 95004"/>
                          <a:gd name="connsiteX1" fmla="*/ 132398 w 168211"/>
                          <a:gd name="connsiteY1" fmla="*/ 19566 h 95004"/>
                          <a:gd name="connsiteX2" fmla="*/ 168212 w 168211"/>
                          <a:gd name="connsiteY2" fmla="*/ 9088 h 95004"/>
                          <a:gd name="connsiteX3" fmla="*/ 160782 w 168211"/>
                          <a:gd name="connsiteY3" fmla="*/ 3183 h 95004"/>
                          <a:gd name="connsiteX4" fmla="*/ 149257 w 168211"/>
                          <a:gd name="connsiteY4" fmla="*/ 802 h 95004"/>
                          <a:gd name="connsiteX5" fmla="*/ 115919 w 168211"/>
                          <a:gd name="connsiteY5" fmla="*/ 3183 h 95004"/>
                          <a:gd name="connsiteX6" fmla="*/ 92583 w 168211"/>
                          <a:gd name="connsiteY6" fmla="*/ 13565 h 95004"/>
                          <a:gd name="connsiteX7" fmla="*/ 83915 w 168211"/>
                          <a:gd name="connsiteY7" fmla="*/ 18804 h 95004"/>
                          <a:gd name="connsiteX8" fmla="*/ 43720 w 168211"/>
                          <a:gd name="connsiteY8" fmla="*/ 43664 h 95004"/>
                          <a:gd name="connsiteX9" fmla="*/ 39910 w 168211"/>
                          <a:gd name="connsiteY9" fmla="*/ 46045 h 95004"/>
                          <a:gd name="connsiteX10" fmla="*/ 19812 w 168211"/>
                          <a:gd name="connsiteY10" fmla="*/ 61952 h 95004"/>
                          <a:gd name="connsiteX11" fmla="*/ 10192 w 168211"/>
                          <a:gd name="connsiteY11" fmla="*/ 73763 h 95004"/>
                          <a:gd name="connsiteX12" fmla="*/ 6287 w 168211"/>
                          <a:gd name="connsiteY12" fmla="*/ 80050 h 95004"/>
                          <a:gd name="connsiteX13" fmla="*/ 4572 w 168211"/>
                          <a:gd name="connsiteY13" fmla="*/ 83288 h 95004"/>
                          <a:gd name="connsiteX14" fmla="*/ 3429 w 168211"/>
                          <a:gd name="connsiteY14" fmla="*/ 86241 h 95004"/>
                          <a:gd name="connsiteX15" fmla="*/ 95 w 168211"/>
                          <a:gd name="connsiteY15" fmla="*/ 94623 h 95004"/>
                          <a:gd name="connsiteX16" fmla="*/ 0 w 168211"/>
                          <a:gd name="connsiteY16" fmla="*/ 95004 h 95004"/>
                          <a:gd name="connsiteX17" fmla="*/ 25432 w 168211"/>
                          <a:gd name="connsiteY17" fmla="*/ 84717 h 95004"/>
                          <a:gd name="connsiteX18" fmla="*/ 51245 w 168211"/>
                          <a:gd name="connsiteY18" fmla="*/ 71858 h 95004"/>
                          <a:gd name="connsiteX19" fmla="*/ 99156 w 168211"/>
                          <a:gd name="connsiteY19" fmla="*/ 41378 h 950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68211" h="95004">
                            <a:moveTo>
                              <a:pt x="99156" y="41378"/>
                            </a:moveTo>
                            <a:cubicBezTo>
                              <a:pt x="109633" y="33568"/>
                              <a:pt x="120777" y="25662"/>
                              <a:pt x="132398" y="19566"/>
                            </a:cubicBezTo>
                            <a:cubicBezTo>
                              <a:pt x="144018" y="13470"/>
                              <a:pt x="156400" y="8898"/>
                              <a:pt x="168212" y="9088"/>
                            </a:cubicBezTo>
                            <a:cubicBezTo>
                              <a:pt x="166402" y="6326"/>
                              <a:pt x="163925" y="4040"/>
                              <a:pt x="160782" y="3183"/>
                            </a:cubicBezTo>
                            <a:cubicBezTo>
                              <a:pt x="156877" y="2135"/>
                              <a:pt x="153067" y="1373"/>
                              <a:pt x="149257" y="802"/>
                            </a:cubicBezTo>
                            <a:cubicBezTo>
                              <a:pt x="138303" y="-722"/>
                              <a:pt x="127349" y="-151"/>
                              <a:pt x="115919" y="3183"/>
                            </a:cubicBezTo>
                            <a:cubicBezTo>
                              <a:pt x="108490" y="5374"/>
                              <a:pt x="100870" y="8708"/>
                              <a:pt x="92583" y="13565"/>
                            </a:cubicBezTo>
                            <a:cubicBezTo>
                              <a:pt x="90107" y="15089"/>
                              <a:pt x="87154" y="16899"/>
                              <a:pt x="83915" y="18804"/>
                            </a:cubicBezTo>
                            <a:cubicBezTo>
                              <a:pt x="71438" y="26519"/>
                              <a:pt x="54579" y="36902"/>
                              <a:pt x="43720" y="43664"/>
                            </a:cubicBezTo>
                            <a:cubicBezTo>
                              <a:pt x="42386" y="44521"/>
                              <a:pt x="41053" y="45379"/>
                              <a:pt x="39910" y="46045"/>
                            </a:cubicBezTo>
                            <a:cubicBezTo>
                              <a:pt x="31814" y="51284"/>
                              <a:pt x="25241" y="56523"/>
                              <a:pt x="19812" y="61952"/>
                            </a:cubicBezTo>
                            <a:cubicBezTo>
                              <a:pt x="16097" y="65762"/>
                              <a:pt x="12954" y="69763"/>
                              <a:pt x="10192" y="73763"/>
                            </a:cubicBezTo>
                            <a:cubicBezTo>
                              <a:pt x="8763" y="75763"/>
                              <a:pt x="7525" y="77859"/>
                              <a:pt x="6287" y="80050"/>
                            </a:cubicBezTo>
                            <a:cubicBezTo>
                              <a:pt x="5715" y="81098"/>
                              <a:pt x="5144" y="82241"/>
                              <a:pt x="4572" y="83288"/>
                            </a:cubicBezTo>
                            <a:lnTo>
                              <a:pt x="3429" y="86241"/>
                            </a:lnTo>
                            <a:cubicBezTo>
                              <a:pt x="2477" y="89003"/>
                              <a:pt x="1334" y="91670"/>
                              <a:pt x="95" y="94623"/>
                            </a:cubicBezTo>
                            <a:lnTo>
                              <a:pt x="0" y="95004"/>
                            </a:lnTo>
                            <a:cubicBezTo>
                              <a:pt x="7620" y="93099"/>
                              <a:pt x="16764" y="88527"/>
                              <a:pt x="25432" y="84717"/>
                            </a:cubicBezTo>
                            <a:cubicBezTo>
                              <a:pt x="34100" y="80717"/>
                              <a:pt x="42767" y="76430"/>
                              <a:pt x="51245" y="71858"/>
                            </a:cubicBezTo>
                            <a:cubicBezTo>
                              <a:pt x="68009" y="62905"/>
                              <a:pt x="84106" y="52618"/>
                              <a:pt x="99156" y="4137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43" name="Forme libre : forme 13142">
                        <a:extLst>
                          <a:ext uri="{FF2B5EF4-FFF2-40B4-BE49-F238E27FC236}">
                            <a16:creationId xmlns:a16="http://schemas.microsoft.com/office/drawing/2014/main" id="{0848D296-ED05-4F86-AA16-4FB964FA4C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4160" y="2577287"/>
                        <a:ext cx="79287" cy="50092"/>
                      </a:xfrm>
                      <a:custGeom>
                        <a:avLst/>
                        <a:gdLst>
                          <a:gd name="connsiteX0" fmla="*/ 443 w 79287"/>
                          <a:gd name="connsiteY0" fmla="*/ 47136 h 50092"/>
                          <a:gd name="connsiteX1" fmla="*/ 35114 w 79287"/>
                          <a:gd name="connsiteY1" fmla="*/ 14274 h 50092"/>
                          <a:gd name="connsiteX2" fmla="*/ 78262 w 79287"/>
                          <a:gd name="connsiteY2" fmla="*/ 2749 h 50092"/>
                          <a:gd name="connsiteX3" fmla="*/ 47973 w 79287"/>
                          <a:gd name="connsiteY3" fmla="*/ 35515 h 50092"/>
                          <a:gd name="connsiteX4" fmla="*/ 443 w 79287"/>
                          <a:gd name="connsiteY4" fmla="*/ 47136 h 500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9287" h="50092">
                            <a:moveTo>
                              <a:pt x="443" y="47136"/>
                            </a:moveTo>
                            <a:cubicBezTo>
                              <a:pt x="-3939" y="38468"/>
                              <a:pt x="25398" y="20561"/>
                              <a:pt x="35114" y="14274"/>
                            </a:cubicBezTo>
                            <a:cubicBezTo>
                              <a:pt x="45115" y="8464"/>
                              <a:pt x="71880" y="-6014"/>
                              <a:pt x="78262" y="2749"/>
                            </a:cubicBezTo>
                            <a:cubicBezTo>
                              <a:pt x="84834" y="11798"/>
                              <a:pt x="58069" y="30276"/>
                              <a:pt x="47973" y="35515"/>
                            </a:cubicBezTo>
                            <a:cubicBezTo>
                              <a:pt x="38257" y="41230"/>
                              <a:pt x="5205" y="56470"/>
                              <a:pt x="443" y="4713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44" name="Forme libre : forme 13143">
                        <a:extLst>
                          <a:ext uri="{FF2B5EF4-FFF2-40B4-BE49-F238E27FC236}">
                            <a16:creationId xmlns:a16="http://schemas.microsoft.com/office/drawing/2014/main" id="{A25838E8-AD2E-4AF9-AA90-EBB917951F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13367" y="2577559"/>
                        <a:ext cx="60860" cy="24860"/>
                      </a:xfrm>
                      <a:custGeom>
                        <a:avLst/>
                        <a:gdLst>
                          <a:gd name="connsiteX0" fmla="*/ 48673 w 60860"/>
                          <a:gd name="connsiteY0" fmla="*/ 21146 h 24860"/>
                          <a:gd name="connsiteX1" fmla="*/ 59436 w 60860"/>
                          <a:gd name="connsiteY1" fmla="*/ 2191 h 24860"/>
                          <a:gd name="connsiteX2" fmla="*/ 15430 w 60860"/>
                          <a:gd name="connsiteY2" fmla="*/ 14193 h 24860"/>
                          <a:gd name="connsiteX3" fmla="*/ 0 w 60860"/>
                          <a:gd name="connsiteY3" fmla="*/ 24861 h 24860"/>
                          <a:gd name="connsiteX4" fmla="*/ 9049 w 60860"/>
                          <a:gd name="connsiteY4" fmla="*/ 20574 h 24860"/>
                          <a:gd name="connsiteX5" fmla="*/ 48673 w 60860"/>
                          <a:gd name="connsiteY5" fmla="*/ 21146 h 248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0860" h="24860">
                            <a:moveTo>
                              <a:pt x="48673" y="21146"/>
                            </a:moveTo>
                            <a:cubicBezTo>
                              <a:pt x="52483" y="16479"/>
                              <a:pt x="65056" y="6668"/>
                              <a:pt x="59436" y="2191"/>
                            </a:cubicBezTo>
                            <a:cubicBezTo>
                              <a:pt x="50483" y="-4952"/>
                              <a:pt x="28099" y="7049"/>
                              <a:pt x="15430" y="14193"/>
                            </a:cubicBezTo>
                            <a:cubicBezTo>
                              <a:pt x="11716" y="16288"/>
                              <a:pt x="3810" y="21813"/>
                              <a:pt x="0" y="24861"/>
                            </a:cubicBezTo>
                            <a:cubicBezTo>
                              <a:pt x="2477" y="23623"/>
                              <a:pt x="6572" y="21432"/>
                              <a:pt x="9049" y="20574"/>
                            </a:cubicBezTo>
                            <a:cubicBezTo>
                              <a:pt x="23718" y="16479"/>
                              <a:pt x="41434" y="11526"/>
                              <a:pt x="48673" y="2114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45" name="Forme libre : forme 13144">
                        <a:extLst>
                          <a:ext uri="{FF2B5EF4-FFF2-40B4-BE49-F238E27FC236}">
                            <a16:creationId xmlns:a16="http://schemas.microsoft.com/office/drawing/2014/main" id="{F9605765-605C-4D1E-8FC4-1FC453EA4C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9007" y="2577480"/>
                        <a:ext cx="79161" cy="50197"/>
                      </a:xfrm>
                      <a:custGeom>
                        <a:avLst/>
                        <a:gdLst>
                          <a:gd name="connsiteX0" fmla="*/ 72 w 79161"/>
                          <a:gd name="connsiteY0" fmla="*/ 46752 h 50197"/>
                          <a:gd name="connsiteX1" fmla="*/ 35123 w 79161"/>
                          <a:gd name="connsiteY1" fmla="*/ 13605 h 50197"/>
                          <a:gd name="connsiteX2" fmla="*/ 77986 w 79161"/>
                          <a:gd name="connsiteY2" fmla="*/ 2842 h 50197"/>
                          <a:gd name="connsiteX3" fmla="*/ 47697 w 79161"/>
                          <a:gd name="connsiteY3" fmla="*/ 35132 h 50197"/>
                          <a:gd name="connsiteX4" fmla="*/ 21312 w 79161"/>
                          <a:gd name="connsiteY4" fmla="*/ 47133 h 50197"/>
                          <a:gd name="connsiteX5" fmla="*/ 72 w 79161"/>
                          <a:gd name="connsiteY5" fmla="*/ 46752 h 501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9161" h="50197">
                            <a:moveTo>
                              <a:pt x="72" y="46752"/>
                            </a:moveTo>
                            <a:cubicBezTo>
                              <a:pt x="-1548" y="36560"/>
                              <a:pt x="24742" y="20463"/>
                              <a:pt x="35123" y="13605"/>
                            </a:cubicBezTo>
                            <a:cubicBezTo>
                              <a:pt x="45697" y="7223"/>
                              <a:pt x="70747" y="-5731"/>
                              <a:pt x="77986" y="2842"/>
                            </a:cubicBezTo>
                            <a:cubicBezTo>
                              <a:pt x="85225" y="11605"/>
                              <a:pt x="57031" y="30274"/>
                              <a:pt x="47697" y="35132"/>
                            </a:cubicBezTo>
                            <a:cubicBezTo>
                              <a:pt x="43125" y="37703"/>
                              <a:pt x="31885" y="43704"/>
                              <a:pt x="21312" y="47133"/>
                            </a:cubicBezTo>
                            <a:cubicBezTo>
                              <a:pt x="10740" y="50753"/>
                              <a:pt x="1024" y="51801"/>
                              <a:pt x="72" y="4675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46" name="Forme libre : forme 13145">
                        <a:extLst>
                          <a:ext uri="{FF2B5EF4-FFF2-40B4-BE49-F238E27FC236}">
                            <a16:creationId xmlns:a16="http://schemas.microsoft.com/office/drawing/2014/main" id="{FD4A7F32-9755-4C35-8551-B5D8E73345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05161" y="2552061"/>
                        <a:ext cx="105905" cy="52946"/>
                      </a:xfrm>
                      <a:custGeom>
                        <a:avLst/>
                        <a:gdLst>
                          <a:gd name="connsiteX0" fmla="*/ 101456 w 105905"/>
                          <a:gd name="connsiteY0" fmla="*/ 3972 h 52946"/>
                          <a:gd name="connsiteX1" fmla="*/ 85168 w 105905"/>
                          <a:gd name="connsiteY1" fmla="*/ 162 h 52946"/>
                          <a:gd name="connsiteX2" fmla="*/ 42401 w 105905"/>
                          <a:gd name="connsiteY2" fmla="*/ 9020 h 52946"/>
                          <a:gd name="connsiteX3" fmla="*/ 8206 w 105905"/>
                          <a:gd name="connsiteY3" fmla="*/ 32642 h 52946"/>
                          <a:gd name="connsiteX4" fmla="*/ 1920 w 105905"/>
                          <a:gd name="connsiteY4" fmla="*/ 51883 h 52946"/>
                          <a:gd name="connsiteX5" fmla="*/ 16588 w 105905"/>
                          <a:gd name="connsiteY5" fmla="*/ 50359 h 52946"/>
                          <a:gd name="connsiteX6" fmla="*/ 56403 w 105905"/>
                          <a:gd name="connsiteY6" fmla="*/ 42834 h 52946"/>
                          <a:gd name="connsiteX7" fmla="*/ 95741 w 105905"/>
                          <a:gd name="connsiteY7" fmla="*/ 32356 h 52946"/>
                          <a:gd name="connsiteX8" fmla="*/ 101456 w 105905"/>
                          <a:gd name="connsiteY8" fmla="*/ 3972 h 529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5905" h="52946">
                            <a:moveTo>
                              <a:pt x="101456" y="3972"/>
                            </a:moveTo>
                            <a:cubicBezTo>
                              <a:pt x="96027" y="67"/>
                              <a:pt x="92979" y="-314"/>
                              <a:pt x="85168" y="162"/>
                            </a:cubicBezTo>
                            <a:cubicBezTo>
                              <a:pt x="70214" y="1114"/>
                              <a:pt x="58022" y="2067"/>
                              <a:pt x="42401" y="9020"/>
                            </a:cubicBezTo>
                            <a:cubicBezTo>
                              <a:pt x="29352" y="14830"/>
                              <a:pt x="16588" y="23784"/>
                              <a:pt x="8206" y="32642"/>
                            </a:cubicBezTo>
                            <a:cubicBezTo>
                              <a:pt x="2015" y="39214"/>
                              <a:pt x="-2843" y="47501"/>
                              <a:pt x="1920" y="51883"/>
                            </a:cubicBezTo>
                            <a:cubicBezTo>
                              <a:pt x="4873" y="54550"/>
                              <a:pt x="11064" y="51502"/>
                              <a:pt x="16588" y="50359"/>
                            </a:cubicBezTo>
                            <a:cubicBezTo>
                              <a:pt x="29733" y="47501"/>
                              <a:pt x="42020" y="43882"/>
                              <a:pt x="56403" y="42834"/>
                            </a:cubicBezTo>
                            <a:cubicBezTo>
                              <a:pt x="68499" y="41977"/>
                              <a:pt x="83358" y="42834"/>
                              <a:pt x="95741" y="32356"/>
                            </a:cubicBezTo>
                            <a:cubicBezTo>
                              <a:pt x="106885" y="22927"/>
                              <a:pt x="108981" y="9496"/>
                              <a:pt x="101456" y="397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47" name="Forme libre : forme 13146">
                        <a:extLst>
                          <a:ext uri="{FF2B5EF4-FFF2-40B4-BE49-F238E27FC236}">
                            <a16:creationId xmlns:a16="http://schemas.microsoft.com/office/drawing/2014/main" id="{4641D146-1C3C-44EC-AE84-6539F76C42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7135" y="2576377"/>
                        <a:ext cx="27703" cy="27715"/>
                      </a:xfrm>
                      <a:custGeom>
                        <a:avLst/>
                        <a:gdLst>
                          <a:gd name="connsiteX0" fmla="*/ 26243 w 27703"/>
                          <a:gd name="connsiteY0" fmla="*/ 5088 h 27715"/>
                          <a:gd name="connsiteX1" fmla="*/ 27672 w 27703"/>
                          <a:gd name="connsiteY1" fmla="*/ 992 h 27715"/>
                          <a:gd name="connsiteX2" fmla="*/ 24052 w 27703"/>
                          <a:gd name="connsiteY2" fmla="*/ 516 h 27715"/>
                          <a:gd name="connsiteX3" fmla="*/ 18432 w 27703"/>
                          <a:gd name="connsiteY3" fmla="*/ 4135 h 27715"/>
                          <a:gd name="connsiteX4" fmla="*/ 5954 w 27703"/>
                          <a:gd name="connsiteY4" fmla="*/ 15089 h 27715"/>
                          <a:gd name="connsiteX5" fmla="*/ 1859 w 27703"/>
                          <a:gd name="connsiteY5" fmla="*/ 19566 h 27715"/>
                          <a:gd name="connsiteX6" fmla="*/ 9478 w 27703"/>
                          <a:gd name="connsiteY6" fmla="*/ 24709 h 27715"/>
                          <a:gd name="connsiteX7" fmla="*/ 26243 w 27703"/>
                          <a:gd name="connsiteY7" fmla="*/ 5088 h 277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7703" h="27715">
                            <a:moveTo>
                              <a:pt x="26243" y="5088"/>
                            </a:moveTo>
                            <a:cubicBezTo>
                              <a:pt x="27195" y="3469"/>
                              <a:pt x="27862" y="2326"/>
                              <a:pt x="27672" y="992"/>
                            </a:cubicBezTo>
                            <a:cubicBezTo>
                              <a:pt x="27481" y="-341"/>
                              <a:pt x="25766" y="-151"/>
                              <a:pt x="24052" y="516"/>
                            </a:cubicBezTo>
                            <a:cubicBezTo>
                              <a:pt x="22338" y="1278"/>
                              <a:pt x="20051" y="2802"/>
                              <a:pt x="18432" y="4135"/>
                            </a:cubicBezTo>
                            <a:cubicBezTo>
                              <a:pt x="14146" y="7564"/>
                              <a:pt x="9669" y="11279"/>
                              <a:pt x="5954" y="15089"/>
                            </a:cubicBezTo>
                            <a:cubicBezTo>
                              <a:pt x="4430" y="16613"/>
                              <a:pt x="2811" y="17946"/>
                              <a:pt x="1859" y="19566"/>
                            </a:cubicBezTo>
                            <a:cubicBezTo>
                              <a:pt x="-2332" y="26329"/>
                              <a:pt x="716" y="31091"/>
                              <a:pt x="9478" y="24709"/>
                            </a:cubicBezTo>
                            <a:cubicBezTo>
                              <a:pt x="16146" y="19852"/>
                              <a:pt x="22338" y="11565"/>
                              <a:pt x="26243" y="508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48" name="Forme libre : forme 13147">
                        <a:extLst>
                          <a:ext uri="{FF2B5EF4-FFF2-40B4-BE49-F238E27FC236}">
                            <a16:creationId xmlns:a16="http://schemas.microsoft.com/office/drawing/2014/main" id="{04B24886-0048-4C6F-915B-B4C05D055A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3932" y="2583370"/>
                        <a:ext cx="35909" cy="48196"/>
                      </a:xfrm>
                      <a:custGeom>
                        <a:avLst/>
                        <a:gdLst>
                          <a:gd name="connsiteX0" fmla="*/ 0 w 35909"/>
                          <a:gd name="connsiteY0" fmla="*/ 48196 h 48196"/>
                          <a:gd name="connsiteX1" fmla="*/ 4382 w 35909"/>
                          <a:gd name="connsiteY1" fmla="*/ 36195 h 48196"/>
                          <a:gd name="connsiteX2" fmla="*/ 13907 w 35909"/>
                          <a:gd name="connsiteY2" fmla="*/ 23336 h 48196"/>
                          <a:gd name="connsiteX3" fmla="*/ 35909 w 35909"/>
                          <a:gd name="connsiteY3" fmla="*/ 0 h 48196"/>
                          <a:gd name="connsiteX4" fmla="*/ 16097 w 35909"/>
                          <a:gd name="connsiteY4" fmla="*/ 23908 h 48196"/>
                          <a:gd name="connsiteX5" fmla="*/ 0 w 35909"/>
                          <a:gd name="connsiteY5" fmla="*/ 48196 h 481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5909" h="48196">
                            <a:moveTo>
                              <a:pt x="0" y="48196"/>
                            </a:moveTo>
                            <a:cubicBezTo>
                              <a:pt x="953" y="44291"/>
                              <a:pt x="1810" y="40481"/>
                              <a:pt x="4382" y="36195"/>
                            </a:cubicBezTo>
                            <a:cubicBezTo>
                              <a:pt x="6954" y="31813"/>
                              <a:pt x="10287" y="27527"/>
                              <a:pt x="13907" y="23336"/>
                            </a:cubicBezTo>
                            <a:cubicBezTo>
                              <a:pt x="21146" y="14764"/>
                              <a:pt x="29528" y="6477"/>
                              <a:pt x="35909" y="0"/>
                            </a:cubicBezTo>
                            <a:cubicBezTo>
                              <a:pt x="28956" y="7048"/>
                              <a:pt x="22289" y="15430"/>
                              <a:pt x="16097" y="23908"/>
                            </a:cubicBezTo>
                            <a:cubicBezTo>
                              <a:pt x="9716" y="32290"/>
                              <a:pt x="4001" y="41338"/>
                              <a:pt x="0" y="4819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49" name="Forme libre : forme 13148">
                        <a:extLst>
                          <a:ext uri="{FF2B5EF4-FFF2-40B4-BE49-F238E27FC236}">
                            <a16:creationId xmlns:a16="http://schemas.microsoft.com/office/drawing/2014/main" id="{255ECAF4-6848-4582-8BCB-204BE80179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90805" y="2556033"/>
                        <a:ext cx="38766" cy="55244"/>
                      </a:xfrm>
                      <a:custGeom>
                        <a:avLst/>
                        <a:gdLst>
                          <a:gd name="connsiteX0" fmla="*/ 0 w 38766"/>
                          <a:gd name="connsiteY0" fmla="*/ 55245 h 55244"/>
                          <a:gd name="connsiteX1" fmla="*/ 38767 w 38766"/>
                          <a:gd name="connsiteY1" fmla="*/ 0 h 55244"/>
                          <a:gd name="connsiteX2" fmla="*/ 0 w 38766"/>
                          <a:gd name="connsiteY2" fmla="*/ 55245 h 552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8766" h="55244">
                            <a:moveTo>
                              <a:pt x="0" y="55245"/>
                            </a:moveTo>
                            <a:cubicBezTo>
                              <a:pt x="20860" y="39433"/>
                              <a:pt x="31432" y="18002"/>
                              <a:pt x="38767" y="0"/>
                            </a:cubicBezTo>
                            <a:cubicBezTo>
                              <a:pt x="32766" y="17145"/>
                              <a:pt x="15907" y="39148"/>
                              <a:pt x="0" y="5524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50" name="Forme libre : forme 13149">
                        <a:extLst>
                          <a:ext uri="{FF2B5EF4-FFF2-40B4-BE49-F238E27FC236}">
                            <a16:creationId xmlns:a16="http://schemas.microsoft.com/office/drawing/2014/main" id="{7BBA81AE-3186-4357-94C2-74B4D63487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14410" y="2603500"/>
                        <a:ext cx="30773" cy="16075"/>
                      </a:xfrm>
                      <a:custGeom>
                        <a:avLst/>
                        <a:gdLst>
                          <a:gd name="connsiteX0" fmla="*/ 5 w 30773"/>
                          <a:gd name="connsiteY0" fmla="*/ 14351 h 16075"/>
                          <a:gd name="connsiteX1" fmla="*/ 16388 w 30773"/>
                          <a:gd name="connsiteY1" fmla="*/ 3492 h 16075"/>
                          <a:gd name="connsiteX2" fmla="*/ 30771 w 30773"/>
                          <a:gd name="connsiteY2" fmla="*/ 1873 h 16075"/>
                          <a:gd name="connsiteX3" fmla="*/ 15340 w 30773"/>
                          <a:gd name="connsiteY3" fmla="*/ 12446 h 16075"/>
                          <a:gd name="connsiteX4" fmla="*/ 5 w 30773"/>
                          <a:gd name="connsiteY4" fmla="*/ 14351 h 16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773" h="16075">
                            <a:moveTo>
                              <a:pt x="5" y="14351"/>
                            </a:moveTo>
                            <a:cubicBezTo>
                              <a:pt x="290" y="10160"/>
                              <a:pt x="12673" y="5207"/>
                              <a:pt x="16388" y="3492"/>
                            </a:cubicBezTo>
                            <a:cubicBezTo>
                              <a:pt x="20198" y="1968"/>
                              <a:pt x="30961" y="-2509"/>
                              <a:pt x="30771" y="1873"/>
                            </a:cubicBezTo>
                            <a:cubicBezTo>
                              <a:pt x="30580" y="6350"/>
                              <a:pt x="18960" y="11017"/>
                              <a:pt x="15340" y="12446"/>
                            </a:cubicBezTo>
                            <a:cubicBezTo>
                              <a:pt x="11721" y="13969"/>
                              <a:pt x="-281" y="18542"/>
                              <a:pt x="5" y="1435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51" name="Forme libre : forme 13150">
                        <a:extLst>
                          <a:ext uri="{FF2B5EF4-FFF2-40B4-BE49-F238E27FC236}">
                            <a16:creationId xmlns:a16="http://schemas.microsoft.com/office/drawing/2014/main" id="{DBA26F77-18A8-45AA-B621-D016407C93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10023" y="2616263"/>
                        <a:ext cx="8795" cy="5231"/>
                      </a:xfrm>
                      <a:custGeom>
                        <a:avLst/>
                        <a:gdLst>
                          <a:gd name="connsiteX0" fmla="*/ 201 w 8795"/>
                          <a:gd name="connsiteY0" fmla="*/ 4826 h 5231"/>
                          <a:gd name="connsiteX1" fmla="*/ 3344 w 8795"/>
                          <a:gd name="connsiteY1" fmla="*/ 1397 h 5231"/>
                          <a:gd name="connsiteX2" fmla="*/ 8583 w 8795"/>
                          <a:gd name="connsiteY2" fmla="*/ 445 h 5231"/>
                          <a:gd name="connsiteX3" fmla="*/ 5630 w 8795"/>
                          <a:gd name="connsiteY3" fmla="*/ 3969 h 5231"/>
                          <a:gd name="connsiteX4" fmla="*/ 201 w 8795"/>
                          <a:gd name="connsiteY4" fmla="*/ 4826 h 52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795" h="5231">
                            <a:moveTo>
                              <a:pt x="201" y="4826"/>
                            </a:moveTo>
                            <a:cubicBezTo>
                              <a:pt x="-752" y="3778"/>
                              <a:pt x="1915" y="2064"/>
                              <a:pt x="3344" y="1397"/>
                            </a:cubicBezTo>
                            <a:cubicBezTo>
                              <a:pt x="4773" y="635"/>
                              <a:pt x="7726" y="-698"/>
                              <a:pt x="8583" y="445"/>
                            </a:cubicBezTo>
                            <a:cubicBezTo>
                              <a:pt x="9535" y="1492"/>
                              <a:pt x="7059" y="3207"/>
                              <a:pt x="5630" y="3969"/>
                            </a:cubicBezTo>
                            <a:cubicBezTo>
                              <a:pt x="4201" y="4636"/>
                              <a:pt x="1153" y="5874"/>
                              <a:pt x="201" y="482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52" name="Forme libre : forme 13151">
                        <a:extLst>
                          <a:ext uri="{FF2B5EF4-FFF2-40B4-BE49-F238E27FC236}">
                            <a16:creationId xmlns:a16="http://schemas.microsoft.com/office/drawing/2014/main" id="{5181EC73-6CC8-49FD-B417-4721C2C507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9444" y="2620602"/>
                        <a:ext cx="86753" cy="25433"/>
                      </a:xfrm>
                      <a:custGeom>
                        <a:avLst/>
                        <a:gdLst>
                          <a:gd name="connsiteX0" fmla="*/ 25921 w 86753"/>
                          <a:gd name="connsiteY0" fmla="*/ 23537 h 25433"/>
                          <a:gd name="connsiteX1" fmla="*/ 1156 w 86753"/>
                          <a:gd name="connsiteY1" fmla="*/ 18108 h 25433"/>
                          <a:gd name="connsiteX2" fmla="*/ 4394 w 86753"/>
                          <a:gd name="connsiteY2" fmla="*/ 10583 h 25433"/>
                          <a:gd name="connsiteX3" fmla="*/ 14776 w 86753"/>
                          <a:gd name="connsiteY3" fmla="*/ 9821 h 25433"/>
                          <a:gd name="connsiteX4" fmla="*/ 47066 w 86753"/>
                          <a:gd name="connsiteY4" fmla="*/ 8773 h 25433"/>
                          <a:gd name="connsiteX5" fmla="*/ 86691 w 86753"/>
                          <a:gd name="connsiteY5" fmla="*/ 3344 h 25433"/>
                          <a:gd name="connsiteX6" fmla="*/ 48495 w 86753"/>
                          <a:gd name="connsiteY6" fmla="*/ 24966 h 25433"/>
                          <a:gd name="connsiteX7" fmla="*/ 25921 w 86753"/>
                          <a:gd name="connsiteY7" fmla="*/ 23537 h 254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6753" h="25433">
                            <a:moveTo>
                              <a:pt x="25921" y="23537"/>
                            </a:moveTo>
                            <a:cubicBezTo>
                              <a:pt x="15729" y="22870"/>
                              <a:pt x="8681" y="22489"/>
                              <a:pt x="1156" y="18108"/>
                            </a:cubicBezTo>
                            <a:cubicBezTo>
                              <a:pt x="-1416" y="16298"/>
                              <a:pt x="584" y="12488"/>
                              <a:pt x="4394" y="10583"/>
                            </a:cubicBezTo>
                            <a:cubicBezTo>
                              <a:pt x="8299" y="8773"/>
                              <a:pt x="11443" y="9345"/>
                              <a:pt x="14776" y="9821"/>
                            </a:cubicBezTo>
                            <a:cubicBezTo>
                              <a:pt x="25064" y="11155"/>
                              <a:pt x="35541" y="10393"/>
                              <a:pt x="47066" y="8773"/>
                            </a:cubicBezTo>
                            <a:cubicBezTo>
                              <a:pt x="54305" y="8107"/>
                              <a:pt x="88405" y="-6371"/>
                              <a:pt x="86691" y="3344"/>
                            </a:cubicBezTo>
                            <a:cubicBezTo>
                              <a:pt x="85071" y="13536"/>
                              <a:pt x="58401" y="23823"/>
                              <a:pt x="48495" y="24966"/>
                            </a:cubicBezTo>
                            <a:cubicBezTo>
                              <a:pt x="38780" y="26490"/>
                              <a:pt x="33541" y="23823"/>
                              <a:pt x="25921" y="2353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3089" name="Graphique 1">
                      <a:extLst>
                        <a:ext uri="{FF2B5EF4-FFF2-40B4-BE49-F238E27FC236}">
                          <a16:creationId xmlns:a16="http://schemas.microsoft.com/office/drawing/2014/main" id="{63641D88-AB61-46E5-8933-18328C7E3A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88736" y="2602291"/>
                      <a:ext cx="171963" cy="121801"/>
                      <a:chOff x="4588736" y="2602291"/>
                      <a:chExt cx="171963" cy="121801"/>
                    </a:xfrm>
                    <a:solidFill>
                      <a:schemeClr val="accent1"/>
                    </a:solidFill>
                  </p:grpSpPr>
                  <p:sp>
                    <p:nvSpPr>
                      <p:cNvPr id="13129" name="Forme libre : forme 13128">
                        <a:extLst>
                          <a:ext uri="{FF2B5EF4-FFF2-40B4-BE49-F238E27FC236}">
                            <a16:creationId xmlns:a16="http://schemas.microsoft.com/office/drawing/2014/main" id="{406F5CAC-7A2C-4182-BE48-64B400CD06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8736" y="2602291"/>
                        <a:ext cx="171963" cy="121801"/>
                      </a:xfrm>
                      <a:custGeom>
                        <a:avLst/>
                        <a:gdLst>
                          <a:gd name="connsiteX0" fmla="*/ 26797 w 171963"/>
                          <a:gd name="connsiteY0" fmla="*/ 45563 h 121801"/>
                          <a:gd name="connsiteX1" fmla="*/ 55753 w 171963"/>
                          <a:gd name="connsiteY1" fmla="*/ 21846 h 121801"/>
                          <a:gd name="connsiteX2" fmla="*/ 95187 w 171963"/>
                          <a:gd name="connsiteY2" fmla="*/ 2796 h 121801"/>
                          <a:gd name="connsiteX3" fmla="*/ 124714 w 171963"/>
                          <a:gd name="connsiteY3" fmla="*/ 510 h 121801"/>
                          <a:gd name="connsiteX4" fmla="*/ 145097 w 171963"/>
                          <a:gd name="connsiteY4" fmla="*/ 7082 h 121801"/>
                          <a:gd name="connsiteX5" fmla="*/ 166814 w 171963"/>
                          <a:gd name="connsiteY5" fmla="*/ 27561 h 121801"/>
                          <a:gd name="connsiteX6" fmla="*/ 168148 w 171963"/>
                          <a:gd name="connsiteY6" fmla="*/ 49087 h 121801"/>
                          <a:gd name="connsiteX7" fmla="*/ 137858 w 171963"/>
                          <a:gd name="connsiteY7" fmla="*/ 65470 h 121801"/>
                          <a:gd name="connsiteX8" fmla="*/ 116808 w 171963"/>
                          <a:gd name="connsiteY8" fmla="*/ 75186 h 121801"/>
                          <a:gd name="connsiteX9" fmla="*/ 98996 w 171963"/>
                          <a:gd name="connsiteY9" fmla="*/ 85282 h 121801"/>
                          <a:gd name="connsiteX10" fmla="*/ 78422 w 171963"/>
                          <a:gd name="connsiteY10" fmla="*/ 100522 h 121801"/>
                          <a:gd name="connsiteX11" fmla="*/ 63754 w 171963"/>
                          <a:gd name="connsiteY11" fmla="*/ 110428 h 121801"/>
                          <a:gd name="connsiteX12" fmla="*/ 48133 w 171963"/>
                          <a:gd name="connsiteY12" fmla="*/ 117667 h 121801"/>
                          <a:gd name="connsiteX13" fmla="*/ 13653 w 171963"/>
                          <a:gd name="connsiteY13" fmla="*/ 120811 h 121801"/>
                          <a:gd name="connsiteX14" fmla="*/ 127 w 171963"/>
                          <a:gd name="connsiteY14" fmla="*/ 104618 h 121801"/>
                          <a:gd name="connsiteX15" fmla="*/ 6604 w 171963"/>
                          <a:gd name="connsiteY15" fmla="*/ 76710 h 121801"/>
                          <a:gd name="connsiteX16" fmla="*/ 8699 w 171963"/>
                          <a:gd name="connsiteY16" fmla="*/ 70328 h 121801"/>
                          <a:gd name="connsiteX17" fmla="*/ 12986 w 171963"/>
                          <a:gd name="connsiteY17" fmla="*/ 62517 h 121801"/>
                          <a:gd name="connsiteX18" fmla="*/ 26797 w 171963"/>
                          <a:gd name="connsiteY18" fmla="*/ 45563 h 121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71963" h="121801">
                            <a:moveTo>
                              <a:pt x="26797" y="45563"/>
                            </a:moveTo>
                            <a:cubicBezTo>
                              <a:pt x="32893" y="39467"/>
                              <a:pt x="43275" y="30228"/>
                              <a:pt x="55753" y="21846"/>
                            </a:cubicBezTo>
                            <a:cubicBezTo>
                              <a:pt x="68040" y="13368"/>
                              <a:pt x="83090" y="5939"/>
                              <a:pt x="95187" y="2796"/>
                            </a:cubicBezTo>
                            <a:cubicBezTo>
                              <a:pt x="105950" y="-62"/>
                              <a:pt x="116046" y="-538"/>
                              <a:pt x="124714" y="510"/>
                            </a:cubicBezTo>
                            <a:cubicBezTo>
                              <a:pt x="133287" y="1653"/>
                              <a:pt x="140049" y="4129"/>
                              <a:pt x="145097" y="7082"/>
                            </a:cubicBezTo>
                            <a:cubicBezTo>
                              <a:pt x="155099" y="12987"/>
                              <a:pt x="159194" y="20226"/>
                              <a:pt x="166814" y="27561"/>
                            </a:cubicBezTo>
                            <a:cubicBezTo>
                              <a:pt x="171958" y="32418"/>
                              <a:pt x="174625" y="43182"/>
                              <a:pt x="168148" y="49087"/>
                            </a:cubicBezTo>
                            <a:cubicBezTo>
                              <a:pt x="159004" y="57469"/>
                              <a:pt x="146526" y="61851"/>
                              <a:pt x="137858" y="65470"/>
                            </a:cubicBezTo>
                            <a:cubicBezTo>
                              <a:pt x="128809" y="69090"/>
                              <a:pt x="123952" y="71947"/>
                              <a:pt x="116808" y="75186"/>
                            </a:cubicBezTo>
                            <a:cubicBezTo>
                              <a:pt x="113379" y="76805"/>
                              <a:pt x="106521" y="80139"/>
                              <a:pt x="98996" y="85282"/>
                            </a:cubicBezTo>
                            <a:cubicBezTo>
                              <a:pt x="91567" y="90235"/>
                              <a:pt x="83756" y="96331"/>
                              <a:pt x="78422" y="100522"/>
                            </a:cubicBezTo>
                            <a:cubicBezTo>
                              <a:pt x="73374" y="104428"/>
                              <a:pt x="68611" y="107761"/>
                              <a:pt x="63754" y="110428"/>
                            </a:cubicBezTo>
                            <a:cubicBezTo>
                              <a:pt x="58801" y="113190"/>
                              <a:pt x="54705" y="114810"/>
                              <a:pt x="48133" y="117667"/>
                            </a:cubicBezTo>
                            <a:cubicBezTo>
                              <a:pt x="36227" y="122334"/>
                              <a:pt x="24892" y="122525"/>
                              <a:pt x="13653" y="120811"/>
                            </a:cubicBezTo>
                            <a:cubicBezTo>
                              <a:pt x="5747" y="119667"/>
                              <a:pt x="-1016" y="111666"/>
                              <a:pt x="127" y="104618"/>
                            </a:cubicBezTo>
                            <a:cubicBezTo>
                              <a:pt x="1842" y="94521"/>
                              <a:pt x="3746" y="85187"/>
                              <a:pt x="6604" y="76710"/>
                            </a:cubicBezTo>
                            <a:cubicBezTo>
                              <a:pt x="7176" y="74519"/>
                              <a:pt x="7842" y="72423"/>
                              <a:pt x="8699" y="70328"/>
                            </a:cubicBezTo>
                            <a:cubicBezTo>
                              <a:pt x="9462" y="68328"/>
                              <a:pt x="11367" y="65089"/>
                              <a:pt x="12986" y="62517"/>
                            </a:cubicBezTo>
                            <a:cubicBezTo>
                              <a:pt x="16605" y="56898"/>
                              <a:pt x="21082" y="51278"/>
                              <a:pt x="26797" y="4556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30" name="Forme libre : forme 13129">
                        <a:extLst>
                          <a:ext uri="{FF2B5EF4-FFF2-40B4-BE49-F238E27FC236}">
                            <a16:creationId xmlns:a16="http://schemas.microsoft.com/office/drawing/2014/main" id="{14C99E87-8DA1-4458-AB36-60001A70B9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9149" y="2602394"/>
                        <a:ext cx="171069" cy="104896"/>
                      </a:xfrm>
                      <a:custGeom>
                        <a:avLst/>
                        <a:gdLst>
                          <a:gd name="connsiteX0" fmla="*/ 92297 w 171069"/>
                          <a:gd name="connsiteY0" fmla="*/ 32411 h 104896"/>
                          <a:gd name="connsiteX1" fmla="*/ 136207 w 171069"/>
                          <a:gd name="connsiteY1" fmla="*/ 24886 h 104896"/>
                          <a:gd name="connsiteX2" fmla="*/ 171069 w 171069"/>
                          <a:gd name="connsiteY2" fmla="*/ 35649 h 104896"/>
                          <a:gd name="connsiteX3" fmla="*/ 166497 w 171069"/>
                          <a:gd name="connsiteY3" fmla="*/ 27458 h 104896"/>
                          <a:gd name="connsiteX4" fmla="*/ 159448 w 171069"/>
                          <a:gd name="connsiteY4" fmla="*/ 20029 h 104896"/>
                          <a:gd name="connsiteX5" fmla="*/ 131731 w 171069"/>
                          <a:gd name="connsiteY5" fmla="*/ 1931 h 104896"/>
                          <a:gd name="connsiteX6" fmla="*/ 94964 w 171069"/>
                          <a:gd name="connsiteY6" fmla="*/ 2788 h 104896"/>
                          <a:gd name="connsiteX7" fmla="*/ 80582 w 171069"/>
                          <a:gd name="connsiteY7" fmla="*/ 7837 h 104896"/>
                          <a:gd name="connsiteX8" fmla="*/ 30480 w 171069"/>
                          <a:gd name="connsiteY8" fmla="*/ 41841 h 104896"/>
                          <a:gd name="connsiteX9" fmla="*/ 26575 w 171069"/>
                          <a:gd name="connsiteY9" fmla="*/ 45555 h 104896"/>
                          <a:gd name="connsiteX10" fmla="*/ 8954 w 171069"/>
                          <a:gd name="connsiteY10" fmla="*/ 69273 h 104896"/>
                          <a:gd name="connsiteX11" fmla="*/ 1714 w 171069"/>
                          <a:gd name="connsiteY11" fmla="*/ 95181 h 104896"/>
                          <a:gd name="connsiteX12" fmla="*/ 0 w 171069"/>
                          <a:gd name="connsiteY12" fmla="*/ 104515 h 104896"/>
                          <a:gd name="connsiteX13" fmla="*/ 0 w 171069"/>
                          <a:gd name="connsiteY13" fmla="*/ 104896 h 104896"/>
                          <a:gd name="connsiteX14" fmla="*/ 22003 w 171069"/>
                          <a:gd name="connsiteY14" fmla="*/ 88608 h 104896"/>
                          <a:gd name="connsiteX15" fmla="*/ 43434 w 171069"/>
                          <a:gd name="connsiteY15" fmla="*/ 68320 h 104896"/>
                          <a:gd name="connsiteX16" fmla="*/ 92297 w 171069"/>
                          <a:gd name="connsiteY16" fmla="*/ 32411 h 104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71069" h="104896">
                            <a:moveTo>
                              <a:pt x="92297" y="32411"/>
                            </a:moveTo>
                            <a:cubicBezTo>
                              <a:pt x="105346" y="25458"/>
                              <a:pt x="122111" y="22410"/>
                              <a:pt x="136207" y="24886"/>
                            </a:cubicBezTo>
                            <a:cubicBezTo>
                              <a:pt x="150400" y="27267"/>
                              <a:pt x="160020" y="32125"/>
                              <a:pt x="171069" y="35649"/>
                            </a:cubicBezTo>
                            <a:cubicBezTo>
                              <a:pt x="170212" y="32411"/>
                              <a:pt x="168593" y="29554"/>
                              <a:pt x="166497" y="27458"/>
                            </a:cubicBezTo>
                            <a:cubicBezTo>
                              <a:pt x="163925" y="24981"/>
                              <a:pt x="161639" y="22410"/>
                              <a:pt x="159448" y="20029"/>
                            </a:cubicBezTo>
                            <a:cubicBezTo>
                              <a:pt x="153162" y="13075"/>
                              <a:pt x="146971" y="6027"/>
                              <a:pt x="131731" y="1931"/>
                            </a:cubicBezTo>
                            <a:cubicBezTo>
                              <a:pt x="122015" y="-545"/>
                              <a:pt x="108871" y="-1022"/>
                              <a:pt x="94964" y="2788"/>
                            </a:cubicBezTo>
                            <a:cubicBezTo>
                              <a:pt x="90488" y="3931"/>
                              <a:pt x="85630" y="5741"/>
                              <a:pt x="80582" y="7837"/>
                            </a:cubicBezTo>
                            <a:cubicBezTo>
                              <a:pt x="60865" y="16314"/>
                              <a:pt x="41529" y="31554"/>
                              <a:pt x="30480" y="41841"/>
                            </a:cubicBezTo>
                            <a:cubicBezTo>
                              <a:pt x="29051" y="43174"/>
                              <a:pt x="27717" y="44508"/>
                              <a:pt x="26575" y="45555"/>
                            </a:cubicBezTo>
                            <a:cubicBezTo>
                              <a:pt x="18479" y="53652"/>
                              <a:pt x="12859" y="61653"/>
                              <a:pt x="8954" y="69273"/>
                            </a:cubicBezTo>
                            <a:cubicBezTo>
                              <a:pt x="6096" y="77369"/>
                              <a:pt x="3810" y="85846"/>
                              <a:pt x="1714" y="95181"/>
                            </a:cubicBezTo>
                            <a:cubicBezTo>
                              <a:pt x="1143" y="98229"/>
                              <a:pt x="476" y="101277"/>
                              <a:pt x="0" y="104515"/>
                            </a:cubicBezTo>
                            <a:lnTo>
                              <a:pt x="0" y="104896"/>
                            </a:lnTo>
                            <a:cubicBezTo>
                              <a:pt x="7906" y="100229"/>
                              <a:pt x="15335" y="94800"/>
                              <a:pt x="22003" y="88608"/>
                            </a:cubicBezTo>
                            <a:cubicBezTo>
                              <a:pt x="28670" y="82417"/>
                              <a:pt x="36005" y="74892"/>
                              <a:pt x="43434" y="68320"/>
                            </a:cubicBezTo>
                            <a:cubicBezTo>
                              <a:pt x="58293" y="54985"/>
                              <a:pt x="73819" y="42317"/>
                              <a:pt x="92297" y="3241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31" name="Forme libre : forme 13130">
                        <a:extLst>
                          <a:ext uri="{FF2B5EF4-FFF2-40B4-BE49-F238E27FC236}">
                            <a16:creationId xmlns:a16="http://schemas.microsoft.com/office/drawing/2014/main" id="{F2560400-23B8-495F-B72B-D0C95E8344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18854" y="2636417"/>
                        <a:ext cx="74638" cy="57718"/>
                      </a:xfrm>
                      <a:custGeom>
                        <a:avLst/>
                        <a:gdLst>
                          <a:gd name="connsiteX0" fmla="*/ 1442 w 74638"/>
                          <a:gd name="connsiteY0" fmla="*/ 56490 h 57718"/>
                          <a:gd name="connsiteX1" fmla="*/ 8109 w 74638"/>
                          <a:gd name="connsiteY1" fmla="*/ 36012 h 57718"/>
                          <a:gd name="connsiteX2" fmla="*/ 28683 w 74638"/>
                          <a:gd name="connsiteY2" fmla="*/ 15247 h 57718"/>
                          <a:gd name="connsiteX3" fmla="*/ 53258 w 74638"/>
                          <a:gd name="connsiteY3" fmla="*/ 2103 h 57718"/>
                          <a:gd name="connsiteX4" fmla="*/ 74308 w 74638"/>
                          <a:gd name="connsiteY4" fmla="*/ 4484 h 57718"/>
                          <a:gd name="connsiteX5" fmla="*/ 63355 w 74638"/>
                          <a:gd name="connsiteY5" fmla="*/ 20390 h 57718"/>
                          <a:gd name="connsiteX6" fmla="*/ 43923 w 74638"/>
                          <a:gd name="connsiteY6" fmla="*/ 34964 h 57718"/>
                          <a:gd name="connsiteX7" fmla="*/ 22016 w 74638"/>
                          <a:gd name="connsiteY7" fmla="*/ 50204 h 57718"/>
                          <a:gd name="connsiteX8" fmla="*/ 1442 w 74638"/>
                          <a:gd name="connsiteY8" fmla="*/ 56490 h 57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4638" h="57718">
                            <a:moveTo>
                              <a:pt x="1442" y="56490"/>
                            </a:moveTo>
                            <a:cubicBezTo>
                              <a:pt x="-2273" y="53061"/>
                              <a:pt x="1632" y="44584"/>
                              <a:pt x="8109" y="36012"/>
                            </a:cubicBezTo>
                            <a:cubicBezTo>
                              <a:pt x="14587" y="27439"/>
                              <a:pt x="23730" y="19057"/>
                              <a:pt x="28683" y="15247"/>
                            </a:cubicBezTo>
                            <a:cubicBezTo>
                              <a:pt x="33637" y="11342"/>
                              <a:pt x="43352" y="5150"/>
                              <a:pt x="53258" y="2103"/>
                            </a:cubicBezTo>
                            <a:cubicBezTo>
                              <a:pt x="63069" y="-1136"/>
                              <a:pt x="72498" y="-850"/>
                              <a:pt x="74308" y="4484"/>
                            </a:cubicBezTo>
                            <a:cubicBezTo>
                              <a:pt x="76118" y="9627"/>
                              <a:pt x="70212" y="14771"/>
                              <a:pt x="63355" y="20390"/>
                            </a:cubicBezTo>
                            <a:cubicBezTo>
                              <a:pt x="56496" y="25915"/>
                              <a:pt x="48210" y="31821"/>
                              <a:pt x="43923" y="34964"/>
                            </a:cubicBezTo>
                            <a:cubicBezTo>
                              <a:pt x="39542" y="37916"/>
                              <a:pt x="30589" y="44679"/>
                              <a:pt x="22016" y="50204"/>
                            </a:cubicBezTo>
                            <a:cubicBezTo>
                              <a:pt x="13538" y="55633"/>
                              <a:pt x="5252" y="59919"/>
                              <a:pt x="1442" y="5649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32" name="Forme libre : forme 13131">
                        <a:extLst>
                          <a:ext uri="{FF2B5EF4-FFF2-40B4-BE49-F238E27FC236}">
                            <a16:creationId xmlns:a16="http://schemas.microsoft.com/office/drawing/2014/main" id="{E2AE51BE-E326-47AD-81B4-78C1F65339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2678" y="2636605"/>
                        <a:ext cx="61645" cy="29346"/>
                      </a:xfrm>
                      <a:custGeom>
                        <a:avLst/>
                        <a:gdLst>
                          <a:gd name="connsiteX0" fmla="*/ 48196 w 61645"/>
                          <a:gd name="connsiteY0" fmla="*/ 20774 h 29346"/>
                          <a:gd name="connsiteX1" fmla="*/ 60960 w 61645"/>
                          <a:gd name="connsiteY1" fmla="*/ 4010 h 29346"/>
                          <a:gd name="connsiteX2" fmla="*/ 39434 w 61645"/>
                          <a:gd name="connsiteY2" fmla="*/ 1915 h 29346"/>
                          <a:gd name="connsiteX3" fmla="*/ 14383 w 61645"/>
                          <a:gd name="connsiteY3" fmla="*/ 15345 h 29346"/>
                          <a:gd name="connsiteX4" fmla="*/ 0 w 61645"/>
                          <a:gd name="connsiteY4" fmla="*/ 29347 h 29346"/>
                          <a:gd name="connsiteX5" fmla="*/ 8572 w 61645"/>
                          <a:gd name="connsiteY5" fmla="*/ 22965 h 29346"/>
                          <a:gd name="connsiteX6" fmla="*/ 48196 w 61645"/>
                          <a:gd name="connsiteY6" fmla="*/ 20774 h 29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1645" h="29346">
                            <a:moveTo>
                              <a:pt x="48196" y="20774"/>
                            </a:moveTo>
                            <a:cubicBezTo>
                              <a:pt x="51625" y="16107"/>
                              <a:pt x="64770" y="9630"/>
                              <a:pt x="60960" y="4010"/>
                            </a:cubicBezTo>
                            <a:cubicBezTo>
                              <a:pt x="57626" y="-752"/>
                              <a:pt x="48768" y="-1038"/>
                              <a:pt x="39434" y="1915"/>
                            </a:cubicBezTo>
                            <a:cubicBezTo>
                              <a:pt x="30099" y="4772"/>
                              <a:pt x="20669" y="10583"/>
                              <a:pt x="14383" y="15345"/>
                            </a:cubicBezTo>
                            <a:cubicBezTo>
                              <a:pt x="10668" y="18107"/>
                              <a:pt x="3143" y="25251"/>
                              <a:pt x="0" y="29347"/>
                            </a:cubicBezTo>
                            <a:cubicBezTo>
                              <a:pt x="2286" y="27442"/>
                              <a:pt x="6001" y="24203"/>
                              <a:pt x="8572" y="22965"/>
                            </a:cubicBezTo>
                            <a:cubicBezTo>
                              <a:pt x="22955" y="15440"/>
                              <a:pt x="41815" y="10297"/>
                              <a:pt x="48196" y="2077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33" name="Forme libre : forme 13132">
                        <a:extLst>
                          <a:ext uri="{FF2B5EF4-FFF2-40B4-BE49-F238E27FC236}">
                            <a16:creationId xmlns:a16="http://schemas.microsoft.com/office/drawing/2014/main" id="{FE42C898-7694-4619-B1E4-7930DF74DA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14232" y="2635820"/>
                        <a:ext cx="74062" cy="60493"/>
                      </a:xfrm>
                      <a:custGeom>
                        <a:avLst/>
                        <a:gdLst>
                          <a:gd name="connsiteX0" fmla="*/ 825 w 74062"/>
                          <a:gd name="connsiteY0" fmla="*/ 58517 h 60493"/>
                          <a:gd name="connsiteX1" fmla="*/ 8159 w 74062"/>
                          <a:gd name="connsiteY1" fmla="*/ 37276 h 60493"/>
                          <a:gd name="connsiteX2" fmla="*/ 27972 w 74062"/>
                          <a:gd name="connsiteY2" fmla="*/ 16226 h 60493"/>
                          <a:gd name="connsiteX3" fmla="*/ 52165 w 74062"/>
                          <a:gd name="connsiteY3" fmla="*/ 2319 h 60493"/>
                          <a:gd name="connsiteX4" fmla="*/ 73501 w 74062"/>
                          <a:gd name="connsiteY4" fmla="*/ 4034 h 60493"/>
                          <a:gd name="connsiteX5" fmla="*/ 62833 w 74062"/>
                          <a:gd name="connsiteY5" fmla="*/ 20512 h 60493"/>
                          <a:gd name="connsiteX6" fmla="*/ 43402 w 74062"/>
                          <a:gd name="connsiteY6" fmla="*/ 35752 h 60493"/>
                          <a:gd name="connsiteX7" fmla="*/ 20923 w 74062"/>
                          <a:gd name="connsiteY7" fmla="*/ 52516 h 60493"/>
                          <a:gd name="connsiteX8" fmla="*/ 825 w 74062"/>
                          <a:gd name="connsiteY8" fmla="*/ 58517 h 604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4062" h="60493">
                            <a:moveTo>
                              <a:pt x="825" y="58517"/>
                            </a:moveTo>
                            <a:cubicBezTo>
                              <a:pt x="-1746" y="54135"/>
                              <a:pt x="1968" y="45753"/>
                              <a:pt x="8159" y="37276"/>
                            </a:cubicBezTo>
                            <a:cubicBezTo>
                              <a:pt x="14255" y="28799"/>
                              <a:pt x="22733" y="20607"/>
                              <a:pt x="27972" y="16226"/>
                            </a:cubicBezTo>
                            <a:cubicBezTo>
                              <a:pt x="33115" y="11844"/>
                              <a:pt x="42640" y="5558"/>
                              <a:pt x="52165" y="2319"/>
                            </a:cubicBezTo>
                            <a:cubicBezTo>
                              <a:pt x="61690" y="-1015"/>
                              <a:pt x="70929" y="-1015"/>
                              <a:pt x="73501" y="4034"/>
                            </a:cubicBezTo>
                            <a:cubicBezTo>
                              <a:pt x="75977" y="9082"/>
                              <a:pt x="69881" y="14511"/>
                              <a:pt x="62833" y="20512"/>
                            </a:cubicBezTo>
                            <a:cubicBezTo>
                              <a:pt x="55784" y="26417"/>
                              <a:pt x="47402" y="32704"/>
                              <a:pt x="43402" y="35752"/>
                            </a:cubicBezTo>
                            <a:cubicBezTo>
                              <a:pt x="39402" y="38705"/>
                              <a:pt x="29877" y="46325"/>
                              <a:pt x="20923" y="52516"/>
                            </a:cubicBezTo>
                            <a:cubicBezTo>
                              <a:pt x="12160" y="58707"/>
                              <a:pt x="3397" y="63279"/>
                              <a:pt x="825" y="5851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34" name="Forme libre : forme 13133">
                        <a:extLst>
                          <a:ext uri="{FF2B5EF4-FFF2-40B4-BE49-F238E27FC236}">
                            <a16:creationId xmlns:a16="http://schemas.microsoft.com/office/drawing/2014/main" id="{A93EBC7F-1D0E-40DD-BC32-625A8E08D4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23590" y="2614580"/>
                        <a:ext cx="111799" cy="54986"/>
                      </a:xfrm>
                      <a:custGeom>
                        <a:avLst/>
                        <a:gdLst>
                          <a:gd name="connsiteX0" fmla="*/ 111387 w 111799"/>
                          <a:gd name="connsiteY0" fmla="*/ 22130 h 54986"/>
                          <a:gd name="connsiteX1" fmla="*/ 100433 w 111799"/>
                          <a:gd name="connsiteY1" fmla="*/ 9081 h 54986"/>
                          <a:gd name="connsiteX2" fmla="*/ 47093 w 111799"/>
                          <a:gd name="connsiteY2" fmla="*/ 3747 h 54986"/>
                          <a:gd name="connsiteX3" fmla="*/ 6326 w 111799"/>
                          <a:gd name="connsiteY3" fmla="*/ 33560 h 54986"/>
                          <a:gd name="connsiteX4" fmla="*/ 3183 w 111799"/>
                          <a:gd name="connsiteY4" fmla="*/ 54610 h 54986"/>
                          <a:gd name="connsiteX5" fmla="*/ 17756 w 111799"/>
                          <a:gd name="connsiteY5" fmla="*/ 49467 h 54986"/>
                          <a:gd name="connsiteX6" fmla="*/ 56999 w 111799"/>
                          <a:gd name="connsiteY6" fmla="*/ 39084 h 54986"/>
                          <a:gd name="connsiteX7" fmla="*/ 74716 w 111799"/>
                          <a:gd name="connsiteY7" fmla="*/ 41370 h 54986"/>
                          <a:gd name="connsiteX8" fmla="*/ 91765 w 111799"/>
                          <a:gd name="connsiteY8" fmla="*/ 41751 h 54986"/>
                          <a:gd name="connsiteX9" fmla="*/ 111387 w 111799"/>
                          <a:gd name="connsiteY9" fmla="*/ 22130 h 549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11799" h="54986">
                            <a:moveTo>
                              <a:pt x="111387" y="22130"/>
                            </a:moveTo>
                            <a:cubicBezTo>
                              <a:pt x="109482" y="15653"/>
                              <a:pt x="107767" y="13367"/>
                              <a:pt x="100433" y="9081"/>
                            </a:cubicBezTo>
                            <a:cubicBezTo>
                              <a:pt x="86527" y="1079"/>
                              <a:pt x="69286" y="-3778"/>
                              <a:pt x="47093" y="3747"/>
                            </a:cubicBezTo>
                            <a:cubicBezTo>
                              <a:pt x="28995" y="9843"/>
                              <a:pt x="14232" y="22225"/>
                              <a:pt x="6326" y="33560"/>
                            </a:cubicBezTo>
                            <a:cubicBezTo>
                              <a:pt x="326" y="42037"/>
                              <a:pt x="-2723" y="51848"/>
                              <a:pt x="3183" y="54610"/>
                            </a:cubicBezTo>
                            <a:cubicBezTo>
                              <a:pt x="6802" y="56325"/>
                              <a:pt x="12327" y="51752"/>
                              <a:pt x="17756" y="49467"/>
                            </a:cubicBezTo>
                            <a:cubicBezTo>
                              <a:pt x="30520" y="44037"/>
                              <a:pt x="43093" y="38894"/>
                              <a:pt x="56999" y="39084"/>
                            </a:cubicBezTo>
                            <a:cubicBezTo>
                              <a:pt x="62904" y="39179"/>
                              <a:pt x="69096" y="40323"/>
                              <a:pt x="74716" y="41370"/>
                            </a:cubicBezTo>
                            <a:cubicBezTo>
                              <a:pt x="80431" y="42323"/>
                              <a:pt x="85765" y="42894"/>
                              <a:pt x="91765" y="41751"/>
                            </a:cubicBezTo>
                            <a:cubicBezTo>
                              <a:pt x="102529" y="39656"/>
                              <a:pt x="114149" y="31369"/>
                              <a:pt x="111387" y="2213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35" name="Forme libre : forme 13134">
                        <a:extLst>
                          <a:ext uri="{FF2B5EF4-FFF2-40B4-BE49-F238E27FC236}">
                            <a16:creationId xmlns:a16="http://schemas.microsoft.com/office/drawing/2014/main" id="{BCA38DCC-0B47-40CC-B037-919CC7CE46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5223" y="2644920"/>
                        <a:ext cx="28482" cy="18807"/>
                      </a:xfrm>
                      <a:custGeom>
                        <a:avLst/>
                        <a:gdLst>
                          <a:gd name="connsiteX0" fmla="*/ 25750 w 28482"/>
                          <a:gd name="connsiteY0" fmla="*/ 5029 h 18807"/>
                          <a:gd name="connsiteX1" fmla="*/ 28418 w 28482"/>
                          <a:gd name="connsiteY1" fmla="*/ 2172 h 18807"/>
                          <a:gd name="connsiteX2" fmla="*/ 25750 w 28482"/>
                          <a:gd name="connsiteY2" fmla="*/ 77 h 18807"/>
                          <a:gd name="connsiteX3" fmla="*/ 19655 w 28482"/>
                          <a:gd name="connsiteY3" fmla="*/ 838 h 18807"/>
                          <a:gd name="connsiteX4" fmla="*/ 6129 w 28482"/>
                          <a:gd name="connsiteY4" fmla="*/ 7220 h 18807"/>
                          <a:gd name="connsiteX5" fmla="*/ 1938 w 28482"/>
                          <a:gd name="connsiteY5" fmla="*/ 10840 h 18807"/>
                          <a:gd name="connsiteX6" fmla="*/ 8225 w 28482"/>
                          <a:gd name="connsiteY6" fmla="*/ 17126 h 18807"/>
                          <a:gd name="connsiteX7" fmla="*/ 25750 w 28482"/>
                          <a:gd name="connsiteY7" fmla="*/ 5029 h 188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482" h="18807">
                            <a:moveTo>
                              <a:pt x="25750" y="5029"/>
                            </a:moveTo>
                            <a:cubicBezTo>
                              <a:pt x="27084" y="4077"/>
                              <a:pt x="28037" y="3410"/>
                              <a:pt x="28418" y="2172"/>
                            </a:cubicBezTo>
                            <a:cubicBezTo>
                              <a:pt x="28798" y="934"/>
                              <a:pt x="27465" y="267"/>
                              <a:pt x="25750" y="77"/>
                            </a:cubicBezTo>
                            <a:cubicBezTo>
                              <a:pt x="24036" y="-209"/>
                              <a:pt x="21559" y="362"/>
                              <a:pt x="19655" y="838"/>
                            </a:cubicBezTo>
                            <a:cubicBezTo>
                              <a:pt x="14797" y="2363"/>
                              <a:pt x="10034" y="4363"/>
                              <a:pt x="6129" y="7220"/>
                            </a:cubicBezTo>
                            <a:cubicBezTo>
                              <a:pt x="4510" y="8268"/>
                              <a:pt x="2986" y="9411"/>
                              <a:pt x="1938" y="10840"/>
                            </a:cubicBezTo>
                            <a:cubicBezTo>
                              <a:pt x="-2348" y="16841"/>
                              <a:pt x="795" y="21413"/>
                              <a:pt x="8225" y="17126"/>
                            </a:cubicBezTo>
                            <a:cubicBezTo>
                              <a:pt x="14035" y="13983"/>
                              <a:pt x="20131" y="8839"/>
                              <a:pt x="25750" y="502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36" name="Forme libre : forme 13135">
                        <a:extLst>
                          <a:ext uri="{FF2B5EF4-FFF2-40B4-BE49-F238E27FC236}">
                            <a16:creationId xmlns:a16="http://schemas.microsoft.com/office/drawing/2014/main" id="{0A7DA05E-EF0D-4105-9297-0B6233A1F3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2536" y="2650807"/>
                        <a:ext cx="22330" cy="57054"/>
                      </a:xfrm>
                      <a:custGeom>
                        <a:avLst/>
                        <a:gdLst>
                          <a:gd name="connsiteX0" fmla="*/ 41 w 22330"/>
                          <a:gd name="connsiteY0" fmla="*/ 57055 h 57054"/>
                          <a:gd name="connsiteX1" fmla="*/ 6614 w 22330"/>
                          <a:gd name="connsiteY1" fmla="*/ 30194 h 57054"/>
                          <a:gd name="connsiteX2" fmla="*/ 9186 w 22330"/>
                          <a:gd name="connsiteY2" fmla="*/ 23146 h 57054"/>
                          <a:gd name="connsiteX3" fmla="*/ 13377 w 22330"/>
                          <a:gd name="connsiteY3" fmla="*/ 14859 h 57054"/>
                          <a:gd name="connsiteX4" fmla="*/ 22330 w 22330"/>
                          <a:gd name="connsiteY4" fmla="*/ 0 h 57054"/>
                          <a:gd name="connsiteX5" fmla="*/ 13948 w 22330"/>
                          <a:gd name="connsiteY5" fmla="*/ 15240 h 57054"/>
                          <a:gd name="connsiteX6" fmla="*/ 8614 w 22330"/>
                          <a:gd name="connsiteY6" fmla="*/ 30290 h 57054"/>
                          <a:gd name="connsiteX7" fmla="*/ 41 w 22330"/>
                          <a:gd name="connsiteY7" fmla="*/ 57055 h 570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330" h="57054">
                            <a:moveTo>
                              <a:pt x="41" y="57055"/>
                            </a:moveTo>
                            <a:cubicBezTo>
                              <a:pt x="-435" y="49149"/>
                              <a:pt x="3280" y="39434"/>
                              <a:pt x="6614" y="30194"/>
                            </a:cubicBezTo>
                            <a:cubicBezTo>
                              <a:pt x="7471" y="27718"/>
                              <a:pt x="8043" y="25718"/>
                              <a:pt x="9186" y="23146"/>
                            </a:cubicBezTo>
                            <a:cubicBezTo>
                              <a:pt x="10519" y="20384"/>
                              <a:pt x="11948" y="17621"/>
                              <a:pt x="13377" y="14859"/>
                            </a:cubicBezTo>
                            <a:cubicBezTo>
                              <a:pt x="16329" y="9430"/>
                              <a:pt x="19473" y="4382"/>
                              <a:pt x="22330" y="0"/>
                            </a:cubicBezTo>
                            <a:cubicBezTo>
                              <a:pt x="19187" y="4763"/>
                              <a:pt x="16425" y="9906"/>
                              <a:pt x="13948" y="15240"/>
                            </a:cubicBezTo>
                            <a:cubicBezTo>
                              <a:pt x="11567" y="20574"/>
                              <a:pt x="9376" y="26099"/>
                              <a:pt x="8614" y="30290"/>
                            </a:cubicBezTo>
                            <a:cubicBezTo>
                              <a:pt x="6328" y="39338"/>
                              <a:pt x="3090" y="48768"/>
                              <a:pt x="41" y="5705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37" name="Forme libre : forme 13136">
                        <a:extLst>
                          <a:ext uri="{FF2B5EF4-FFF2-40B4-BE49-F238E27FC236}">
                            <a16:creationId xmlns:a16="http://schemas.microsoft.com/office/drawing/2014/main" id="{66C9A11C-5FB2-4014-ABD4-D06D9C6373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03735" y="2649474"/>
                        <a:ext cx="51529" cy="26003"/>
                      </a:xfrm>
                      <a:custGeom>
                        <a:avLst/>
                        <a:gdLst>
                          <a:gd name="connsiteX0" fmla="*/ 0 w 51529"/>
                          <a:gd name="connsiteY0" fmla="*/ 26003 h 26003"/>
                          <a:gd name="connsiteX1" fmla="*/ 20669 w 51529"/>
                          <a:gd name="connsiteY1" fmla="*/ 14859 h 26003"/>
                          <a:gd name="connsiteX2" fmla="*/ 51530 w 51529"/>
                          <a:gd name="connsiteY2" fmla="*/ 0 h 26003"/>
                          <a:gd name="connsiteX3" fmla="*/ 20002 w 51529"/>
                          <a:gd name="connsiteY3" fmla="*/ 13716 h 26003"/>
                          <a:gd name="connsiteX4" fmla="*/ 8381 w 51529"/>
                          <a:gd name="connsiteY4" fmla="*/ 19526 h 26003"/>
                          <a:gd name="connsiteX5" fmla="*/ 0 w 51529"/>
                          <a:gd name="connsiteY5" fmla="*/ 26003 h 26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1529" h="26003">
                            <a:moveTo>
                              <a:pt x="0" y="26003"/>
                            </a:moveTo>
                            <a:cubicBezTo>
                              <a:pt x="6477" y="22860"/>
                              <a:pt x="11716" y="18764"/>
                              <a:pt x="20669" y="14859"/>
                            </a:cubicBezTo>
                            <a:cubicBezTo>
                              <a:pt x="29432" y="10954"/>
                              <a:pt x="42481" y="6953"/>
                              <a:pt x="51530" y="0"/>
                            </a:cubicBezTo>
                            <a:cubicBezTo>
                              <a:pt x="43339" y="6953"/>
                              <a:pt x="29241" y="10096"/>
                              <a:pt x="20002" y="13716"/>
                            </a:cubicBezTo>
                            <a:cubicBezTo>
                              <a:pt x="15335" y="15526"/>
                              <a:pt x="11620" y="17526"/>
                              <a:pt x="8381" y="19526"/>
                            </a:cubicBezTo>
                            <a:cubicBezTo>
                              <a:pt x="5334" y="21717"/>
                              <a:pt x="2191" y="24003"/>
                              <a:pt x="0" y="2600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38" name="Forme libre : forme 13137">
                        <a:extLst>
                          <a:ext uri="{FF2B5EF4-FFF2-40B4-BE49-F238E27FC236}">
                            <a16:creationId xmlns:a16="http://schemas.microsoft.com/office/drawing/2014/main" id="{3CCA7DAD-CA15-491C-AF5D-BCE241256B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7203" y="2662103"/>
                        <a:ext cx="27765" cy="19917"/>
                      </a:xfrm>
                      <a:custGeom>
                        <a:avLst/>
                        <a:gdLst>
                          <a:gd name="connsiteX0" fmla="*/ 47 w 27765"/>
                          <a:gd name="connsiteY0" fmla="*/ 18708 h 19917"/>
                          <a:gd name="connsiteX1" fmla="*/ 13858 w 27765"/>
                          <a:gd name="connsiteY1" fmla="*/ 4801 h 19917"/>
                          <a:gd name="connsiteX2" fmla="*/ 27765 w 27765"/>
                          <a:gd name="connsiteY2" fmla="*/ 1754 h 19917"/>
                          <a:gd name="connsiteX3" fmla="*/ 14430 w 27765"/>
                          <a:gd name="connsiteY3" fmla="*/ 13755 h 19917"/>
                          <a:gd name="connsiteX4" fmla="*/ 47 w 27765"/>
                          <a:gd name="connsiteY4" fmla="*/ 18708 h 199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7765" h="19917">
                            <a:moveTo>
                              <a:pt x="47" y="18708"/>
                            </a:moveTo>
                            <a:cubicBezTo>
                              <a:pt x="-810" y="14612"/>
                              <a:pt x="10334" y="6897"/>
                              <a:pt x="13858" y="4801"/>
                            </a:cubicBezTo>
                            <a:cubicBezTo>
                              <a:pt x="17287" y="2515"/>
                              <a:pt x="27670" y="-2723"/>
                              <a:pt x="27765" y="1754"/>
                            </a:cubicBezTo>
                            <a:cubicBezTo>
                              <a:pt x="27860" y="5944"/>
                              <a:pt x="17573" y="11659"/>
                              <a:pt x="14430" y="13755"/>
                            </a:cubicBezTo>
                            <a:cubicBezTo>
                              <a:pt x="11191" y="15660"/>
                              <a:pt x="809" y="22708"/>
                              <a:pt x="47" y="1870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39" name="Forme libre : forme 13138">
                        <a:extLst>
                          <a:ext uri="{FF2B5EF4-FFF2-40B4-BE49-F238E27FC236}">
                            <a16:creationId xmlns:a16="http://schemas.microsoft.com/office/drawing/2014/main" id="{B17EA968-C712-4E8F-8D18-AA6C76AE31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3765" y="2678412"/>
                        <a:ext cx="7540" cy="6758"/>
                      </a:xfrm>
                      <a:custGeom>
                        <a:avLst/>
                        <a:gdLst>
                          <a:gd name="connsiteX0" fmla="*/ 341 w 7540"/>
                          <a:gd name="connsiteY0" fmla="*/ 6590 h 6758"/>
                          <a:gd name="connsiteX1" fmla="*/ 2342 w 7540"/>
                          <a:gd name="connsiteY1" fmla="*/ 2399 h 6758"/>
                          <a:gd name="connsiteX2" fmla="*/ 7200 w 7540"/>
                          <a:gd name="connsiteY2" fmla="*/ 208 h 6758"/>
                          <a:gd name="connsiteX3" fmla="*/ 5199 w 7540"/>
                          <a:gd name="connsiteY3" fmla="*/ 4209 h 6758"/>
                          <a:gd name="connsiteX4" fmla="*/ 341 w 7540"/>
                          <a:gd name="connsiteY4" fmla="*/ 6590 h 6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540" h="6758">
                            <a:moveTo>
                              <a:pt x="341" y="6590"/>
                            </a:moveTo>
                            <a:cubicBezTo>
                              <a:pt x="-802" y="5828"/>
                              <a:pt x="1199" y="3447"/>
                              <a:pt x="2342" y="2399"/>
                            </a:cubicBezTo>
                            <a:cubicBezTo>
                              <a:pt x="3485" y="1351"/>
                              <a:pt x="6057" y="-649"/>
                              <a:pt x="7200" y="208"/>
                            </a:cubicBezTo>
                            <a:cubicBezTo>
                              <a:pt x="8342" y="1065"/>
                              <a:pt x="6342" y="3161"/>
                              <a:pt x="5199" y="4209"/>
                            </a:cubicBezTo>
                            <a:cubicBezTo>
                              <a:pt x="4056" y="5352"/>
                              <a:pt x="1580" y="7352"/>
                              <a:pt x="341" y="659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40" name="Forme libre : forme 13139">
                        <a:extLst>
                          <a:ext uri="{FF2B5EF4-FFF2-40B4-BE49-F238E27FC236}">
                            <a16:creationId xmlns:a16="http://schemas.microsoft.com/office/drawing/2014/main" id="{75BA9E46-DC92-4E16-A7D0-ED3478D587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9227" y="2678385"/>
                        <a:ext cx="78028" cy="36236"/>
                      </a:xfrm>
                      <a:custGeom>
                        <a:avLst/>
                        <a:gdLst>
                          <a:gd name="connsiteX0" fmla="*/ 27831 w 78028"/>
                          <a:gd name="connsiteY0" fmla="*/ 33191 h 36236"/>
                          <a:gd name="connsiteX1" fmla="*/ 1733 w 78028"/>
                          <a:gd name="connsiteY1" fmla="*/ 34715 h 36236"/>
                          <a:gd name="connsiteX2" fmla="*/ 3162 w 78028"/>
                          <a:gd name="connsiteY2" fmla="*/ 26714 h 36236"/>
                          <a:gd name="connsiteX3" fmla="*/ 12972 w 78028"/>
                          <a:gd name="connsiteY3" fmla="*/ 23476 h 36236"/>
                          <a:gd name="connsiteX4" fmla="*/ 28213 w 78028"/>
                          <a:gd name="connsiteY4" fmla="*/ 19094 h 36236"/>
                          <a:gd name="connsiteX5" fmla="*/ 43072 w 78028"/>
                          <a:gd name="connsiteY5" fmla="*/ 13094 h 36236"/>
                          <a:gd name="connsiteX6" fmla="*/ 62979 w 78028"/>
                          <a:gd name="connsiteY6" fmla="*/ 2902 h 36236"/>
                          <a:gd name="connsiteX7" fmla="*/ 78028 w 78028"/>
                          <a:gd name="connsiteY7" fmla="*/ 3187 h 36236"/>
                          <a:gd name="connsiteX8" fmla="*/ 66789 w 78028"/>
                          <a:gd name="connsiteY8" fmla="*/ 17380 h 36236"/>
                          <a:gd name="connsiteX9" fmla="*/ 49453 w 78028"/>
                          <a:gd name="connsiteY9" fmla="*/ 27857 h 36236"/>
                          <a:gd name="connsiteX10" fmla="*/ 27831 w 78028"/>
                          <a:gd name="connsiteY10" fmla="*/ 33191 h 362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8028" h="36236">
                            <a:moveTo>
                              <a:pt x="27831" y="33191"/>
                            </a:moveTo>
                            <a:cubicBezTo>
                              <a:pt x="17354" y="36335"/>
                              <a:pt x="9830" y="37382"/>
                              <a:pt x="1733" y="34715"/>
                            </a:cubicBezTo>
                            <a:cubicBezTo>
                              <a:pt x="-1220" y="33763"/>
                              <a:pt x="-172" y="29191"/>
                              <a:pt x="3162" y="26714"/>
                            </a:cubicBezTo>
                            <a:cubicBezTo>
                              <a:pt x="6591" y="24238"/>
                              <a:pt x="9544" y="23857"/>
                              <a:pt x="12972" y="23476"/>
                            </a:cubicBezTo>
                            <a:cubicBezTo>
                              <a:pt x="18021" y="22809"/>
                              <a:pt x="23355" y="20904"/>
                              <a:pt x="28213" y="19094"/>
                            </a:cubicBezTo>
                            <a:cubicBezTo>
                              <a:pt x="33165" y="17094"/>
                              <a:pt x="38023" y="15094"/>
                              <a:pt x="43072" y="13094"/>
                            </a:cubicBezTo>
                            <a:cubicBezTo>
                              <a:pt x="46215" y="11760"/>
                              <a:pt x="54978" y="6235"/>
                              <a:pt x="62979" y="2902"/>
                            </a:cubicBezTo>
                            <a:cubicBezTo>
                              <a:pt x="70980" y="-432"/>
                              <a:pt x="78028" y="-1575"/>
                              <a:pt x="78028" y="3187"/>
                            </a:cubicBezTo>
                            <a:cubicBezTo>
                              <a:pt x="78028" y="7855"/>
                              <a:pt x="72885" y="12808"/>
                              <a:pt x="66789" y="17380"/>
                            </a:cubicBezTo>
                            <a:cubicBezTo>
                              <a:pt x="60693" y="21952"/>
                              <a:pt x="53454" y="26143"/>
                              <a:pt x="49453" y="27857"/>
                            </a:cubicBezTo>
                            <a:cubicBezTo>
                              <a:pt x="41262" y="31286"/>
                              <a:pt x="36023" y="30429"/>
                              <a:pt x="27831" y="3319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3090" name="Graphique 1">
                      <a:extLst>
                        <a:ext uri="{FF2B5EF4-FFF2-40B4-BE49-F238E27FC236}">
                          <a16:creationId xmlns:a16="http://schemas.microsoft.com/office/drawing/2014/main" id="{7BFF8DB2-6254-4694-BFF6-60238765A0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03052" y="2700050"/>
                      <a:ext cx="190706" cy="90137"/>
                      <a:chOff x="4403052" y="2700050"/>
                      <a:chExt cx="190706" cy="90137"/>
                    </a:xfrm>
                    <a:solidFill>
                      <a:schemeClr val="accent1"/>
                    </a:solidFill>
                  </p:grpSpPr>
                  <p:sp>
                    <p:nvSpPr>
                      <p:cNvPr id="13117" name="Forme libre : forme 13116">
                        <a:extLst>
                          <a:ext uri="{FF2B5EF4-FFF2-40B4-BE49-F238E27FC236}">
                            <a16:creationId xmlns:a16="http://schemas.microsoft.com/office/drawing/2014/main" id="{10EBAC98-E357-4071-B8AE-E127767061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03052" y="2700050"/>
                        <a:ext cx="190706" cy="90137"/>
                      </a:xfrm>
                      <a:custGeom>
                        <a:avLst/>
                        <a:gdLst>
                          <a:gd name="connsiteX0" fmla="*/ 57033 w 190706"/>
                          <a:gd name="connsiteY0" fmla="*/ 15431 h 90137"/>
                          <a:gd name="connsiteX1" fmla="*/ 117421 w 190706"/>
                          <a:gd name="connsiteY1" fmla="*/ 2382 h 90137"/>
                          <a:gd name="connsiteX2" fmla="*/ 180477 w 190706"/>
                          <a:gd name="connsiteY2" fmla="*/ 9050 h 90137"/>
                          <a:gd name="connsiteX3" fmla="*/ 189812 w 190706"/>
                          <a:gd name="connsiteY3" fmla="*/ 28481 h 90137"/>
                          <a:gd name="connsiteX4" fmla="*/ 135138 w 190706"/>
                          <a:gd name="connsiteY4" fmla="*/ 75725 h 90137"/>
                          <a:gd name="connsiteX5" fmla="*/ 72273 w 190706"/>
                          <a:gd name="connsiteY5" fmla="*/ 89250 h 90137"/>
                          <a:gd name="connsiteX6" fmla="*/ 31697 w 190706"/>
                          <a:gd name="connsiteY6" fmla="*/ 85440 h 90137"/>
                          <a:gd name="connsiteX7" fmla="*/ 3407 w 190706"/>
                          <a:gd name="connsiteY7" fmla="*/ 64676 h 90137"/>
                          <a:gd name="connsiteX8" fmla="*/ 4646 w 190706"/>
                          <a:gd name="connsiteY8" fmla="*/ 43625 h 90137"/>
                          <a:gd name="connsiteX9" fmla="*/ 57033 w 190706"/>
                          <a:gd name="connsiteY9" fmla="*/ 15431 h 90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90706" h="90137">
                            <a:moveTo>
                              <a:pt x="57033" y="15431"/>
                            </a:moveTo>
                            <a:cubicBezTo>
                              <a:pt x="70749" y="12193"/>
                              <a:pt x="103515" y="5335"/>
                              <a:pt x="117421" y="2382"/>
                            </a:cubicBezTo>
                            <a:cubicBezTo>
                              <a:pt x="144282" y="-3142"/>
                              <a:pt x="159522" y="1715"/>
                              <a:pt x="180477" y="9050"/>
                            </a:cubicBezTo>
                            <a:cubicBezTo>
                              <a:pt x="187716" y="11526"/>
                              <a:pt x="192860" y="21147"/>
                              <a:pt x="189812" y="28481"/>
                            </a:cubicBezTo>
                            <a:cubicBezTo>
                              <a:pt x="181048" y="49626"/>
                              <a:pt x="164570" y="66200"/>
                              <a:pt x="135138" y="75725"/>
                            </a:cubicBezTo>
                            <a:cubicBezTo>
                              <a:pt x="119041" y="81059"/>
                              <a:pt x="88751" y="87059"/>
                              <a:pt x="72273" y="89250"/>
                            </a:cubicBezTo>
                            <a:cubicBezTo>
                              <a:pt x="56842" y="91250"/>
                              <a:pt x="43412" y="89822"/>
                              <a:pt x="31697" y="85440"/>
                            </a:cubicBezTo>
                            <a:cubicBezTo>
                              <a:pt x="19885" y="81059"/>
                              <a:pt x="10456" y="73629"/>
                              <a:pt x="3407" y="64676"/>
                            </a:cubicBezTo>
                            <a:cubicBezTo>
                              <a:pt x="-1546" y="58484"/>
                              <a:pt x="-1069" y="47912"/>
                              <a:pt x="4646" y="43625"/>
                            </a:cubicBezTo>
                            <a:cubicBezTo>
                              <a:pt x="21790" y="31148"/>
                              <a:pt x="30744" y="21813"/>
                              <a:pt x="57033" y="1543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18" name="Forme libre : forme 13117">
                        <a:extLst>
                          <a:ext uri="{FF2B5EF4-FFF2-40B4-BE49-F238E27FC236}">
                            <a16:creationId xmlns:a16="http://schemas.microsoft.com/office/drawing/2014/main" id="{1BDA8ADC-DAE4-4B07-A8A1-492CE520B8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07317" y="2700233"/>
                        <a:ext cx="183641" cy="46559"/>
                      </a:xfrm>
                      <a:custGeom>
                        <a:avLst/>
                        <a:gdLst>
                          <a:gd name="connsiteX0" fmla="*/ 110585 w 183641"/>
                          <a:gd name="connsiteY0" fmla="*/ 30775 h 46559"/>
                          <a:gd name="connsiteX1" fmla="*/ 183642 w 183641"/>
                          <a:gd name="connsiteY1" fmla="*/ 15058 h 46559"/>
                          <a:gd name="connsiteX2" fmla="*/ 176308 w 183641"/>
                          <a:gd name="connsiteY2" fmla="*/ 9058 h 46559"/>
                          <a:gd name="connsiteX3" fmla="*/ 165926 w 183641"/>
                          <a:gd name="connsiteY3" fmla="*/ 5533 h 46559"/>
                          <a:gd name="connsiteX4" fmla="*/ 136398 w 183641"/>
                          <a:gd name="connsiteY4" fmla="*/ 9 h 46559"/>
                          <a:gd name="connsiteX5" fmla="*/ 113252 w 183641"/>
                          <a:gd name="connsiteY5" fmla="*/ 2390 h 46559"/>
                          <a:gd name="connsiteX6" fmla="*/ 103822 w 183641"/>
                          <a:gd name="connsiteY6" fmla="*/ 4391 h 46559"/>
                          <a:gd name="connsiteX7" fmla="*/ 57245 w 183641"/>
                          <a:gd name="connsiteY7" fmla="*/ 14392 h 46559"/>
                          <a:gd name="connsiteX8" fmla="*/ 52864 w 183641"/>
                          <a:gd name="connsiteY8" fmla="*/ 15439 h 46559"/>
                          <a:gd name="connsiteX9" fmla="*/ 30194 w 183641"/>
                          <a:gd name="connsiteY9" fmla="*/ 23345 h 46559"/>
                          <a:gd name="connsiteX10" fmla="*/ 7906 w 183641"/>
                          <a:gd name="connsiteY10" fmla="*/ 37918 h 46559"/>
                          <a:gd name="connsiteX11" fmla="*/ 286 w 183641"/>
                          <a:gd name="connsiteY11" fmla="*/ 43633 h 46559"/>
                          <a:gd name="connsiteX12" fmla="*/ 0 w 183641"/>
                          <a:gd name="connsiteY12" fmla="*/ 43919 h 46559"/>
                          <a:gd name="connsiteX13" fmla="*/ 54959 w 183641"/>
                          <a:gd name="connsiteY13" fmla="*/ 43633 h 46559"/>
                          <a:gd name="connsiteX14" fmla="*/ 110585 w 183641"/>
                          <a:gd name="connsiteY14" fmla="*/ 30775 h 465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83641" h="46559">
                            <a:moveTo>
                              <a:pt x="110585" y="30775"/>
                            </a:moveTo>
                            <a:cubicBezTo>
                              <a:pt x="135636" y="23250"/>
                              <a:pt x="160496" y="15249"/>
                              <a:pt x="183642" y="15058"/>
                            </a:cubicBezTo>
                            <a:cubicBezTo>
                              <a:pt x="181832" y="12296"/>
                              <a:pt x="179260" y="10010"/>
                              <a:pt x="176308" y="9058"/>
                            </a:cubicBezTo>
                            <a:cubicBezTo>
                              <a:pt x="172688" y="7819"/>
                              <a:pt x="169164" y="6676"/>
                              <a:pt x="165926" y="5533"/>
                            </a:cubicBezTo>
                            <a:cubicBezTo>
                              <a:pt x="156210" y="2485"/>
                              <a:pt x="146971" y="199"/>
                              <a:pt x="136398" y="9"/>
                            </a:cubicBezTo>
                            <a:cubicBezTo>
                              <a:pt x="129540" y="-86"/>
                              <a:pt x="122015" y="580"/>
                              <a:pt x="113252" y="2390"/>
                            </a:cubicBezTo>
                            <a:cubicBezTo>
                              <a:pt x="110585" y="2962"/>
                              <a:pt x="107347" y="3628"/>
                              <a:pt x="103822" y="4391"/>
                            </a:cubicBezTo>
                            <a:cubicBezTo>
                              <a:pt x="89440" y="7534"/>
                              <a:pt x="69913" y="11725"/>
                              <a:pt x="57245" y="14392"/>
                            </a:cubicBezTo>
                            <a:cubicBezTo>
                              <a:pt x="55721" y="14773"/>
                              <a:pt x="54197" y="15058"/>
                              <a:pt x="52864" y="15439"/>
                            </a:cubicBezTo>
                            <a:cubicBezTo>
                              <a:pt x="43624" y="17725"/>
                              <a:pt x="36386" y="20297"/>
                              <a:pt x="30194" y="23345"/>
                            </a:cubicBezTo>
                            <a:cubicBezTo>
                              <a:pt x="21907" y="27536"/>
                              <a:pt x="15621" y="32584"/>
                              <a:pt x="7906" y="37918"/>
                            </a:cubicBezTo>
                            <a:cubicBezTo>
                              <a:pt x="5524" y="39728"/>
                              <a:pt x="2953" y="41633"/>
                              <a:pt x="286" y="43633"/>
                            </a:cubicBezTo>
                            <a:lnTo>
                              <a:pt x="0" y="43919"/>
                            </a:lnTo>
                            <a:cubicBezTo>
                              <a:pt x="17716" y="48110"/>
                              <a:pt x="35909" y="46777"/>
                              <a:pt x="54959" y="43633"/>
                            </a:cubicBezTo>
                            <a:cubicBezTo>
                              <a:pt x="73819" y="40395"/>
                              <a:pt x="92869" y="36204"/>
                              <a:pt x="110585" y="3077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19" name="Forme libre : forme 13118">
                        <a:extLst>
                          <a:ext uri="{FF2B5EF4-FFF2-40B4-BE49-F238E27FC236}">
                            <a16:creationId xmlns:a16="http://schemas.microsoft.com/office/drawing/2014/main" id="{B15042FF-9AC3-4A73-B24E-9317D5D6E5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9967" y="2732075"/>
                        <a:ext cx="88464" cy="29522"/>
                      </a:xfrm>
                      <a:custGeom>
                        <a:avLst/>
                        <a:gdLst>
                          <a:gd name="connsiteX0" fmla="*/ 20 w 88464"/>
                          <a:gd name="connsiteY0" fmla="*/ 22174 h 29522"/>
                          <a:gd name="connsiteX1" fmla="*/ 17165 w 88464"/>
                          <a:gd name="connsiteY1" fmla="*/ 10172 h 29522"/>
                          <a:gd name="connsiteX2" fmla="*/ 43645 w 88464"/>
                          <a:gd name="connsiteY2" fmla="*/ 2838 h 29522"/>
                          <a:gd name="connsiteX3" fmla="*/ 88221 w 88464"/>
                          <a:gd name="connsiteY3" fmla="*/ 6458 h 29522"/>
                          <a:gd name="connsiteX4" fmla="*/ 48693 w 88464"/>
                          <a:gd name="connsiteY4" fmla="*/ 27032 h 29522"/>
                          <a:gd name="connsiteX5" fmla="*/ 20689 w 88464"/>
                          <a:gd name="connsiteY5" fmla="*/ 29508 h 29522"/>
                          <a:gd name="connsiteX6" fmla="*/ 20 w 88464"/>
                          <a:gd name="connsiteY6" fmla="*/ 22174 h 295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8464" h="29522">
                            <a:moveTo>
                              <a:pt x="20" y="22174"/>
                            </a:moveTo>
                            <a:cubicBezTo>
                              <a:pt x="-456" y="17126"/>
                              <a:pt x="7640" y="13506"/>
                              <a:pt x="17165" y="10172"/>
                            </a:cubicBezTo>
                            <a:cubicBezTo>
                              <a:pt x="26690" y="6838"/>
                              <a:pt x="37930" y="4171"/>
                              <a:pt x="43645" y="2838"/>
                            </a:cubicBezTo>
                            <a:cubicBezTo>
                              <a:pt x="55265" y="647"/>
                              <a:pt x="85078" y="-3734"/>
                              <a:pt x="88221" y="6458"/>
                            </a:cubicBezTo>
                            <a:cubicBezTo>
                              <a:pt x="91555" y="17316"/>
                              <a:pt x="59742" y="25603"/>
                              <a:pt x="48693" y="27032"/>
                            </a:cubicBezTo>
                            <a:cubicBezTo>
                              <a:pt x="43168" y="27984"/>
                              <a:pt x="31453" y="29699"/>
                              <a:pt x="20689" y="29508"/>
                            </a:cubicBezTo>
                            <a:cubicBezTo>
                              <a:pt x="9926" y="29508"/>
                              <a:pt x="496" y="27222"/>
                              <a:pt x="20" y="2217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20" name="Forme libre : forme 13119">
                        <a:extLst>
                          <a:ext uri="{FF2B5EF4-FFF2-40B4-BE49-F238E27FC236}">
                            <a16:creationId xmlns:a16="http://schemas.microsoft.com/office/drawing/2014/main" id="{A65157D9-B7EA-485C-A973-E6AE46F9A6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4943" y="2732150"/>
                        <a:ext cx="64263" cy="20574"/>
                      </a:xfrm>
                      <a:custGeom>
                        <a:avLst/>
                        <a:gdLst>
                          <a:gd name="connsiteX0" fmla="*/ 47149 w 64263"/>
                          <a:gd name="connsiteY0" fmla="*/ 20574 h 20574"/>
                          <a:gd name="connsiteX1" fmla="*/ 63627 w 64263"/>
                          <a:gd name="connsiteY1" fmla="*/ 6287 h 20574"/>
                          <a:gd name="connsiteX2" fmla="*/ 18097 w 64263"/>
                          <a:gd name="connsiteY2" fmla="*/ 2858 h 20574"/>
                          <a:gd name="connsiteX3" fmla="*/ 0 w 64263"/>
                          <a:gd name="connsiteY3" fmla="*/ 7906 h 20574"/>
                          <a:gd name="connsiteX4" fmla="*/ 10001 w 64263"/>
                          <a:gd name="connsiteY4" fmla="*/ 6763 h 20574"/>
                          <a:gd name="connsiteX5" fmla="*/ 47149 w 64263"/>
                          <a:gd name="connsiteY5" fmla="*/ 20574 h 205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4263" h="20574">
                            <a:moveTo>
                              <a:pt x="47149" y="20574"/>
                            </a:moveTo>
                            <a:cubicBezTo>
                              <a:pt x="52388" y="17526"/>
                              <a:pt x="67532" y="12383"/>
                              <a:pt x="63627" y="6287"/>
                            </a:cubicBezTo>
                            <a:cubicBezTo>
                              <a:pt x="57531" y="-3238"/>
                              <a:pt x="32766" y="190"/>
                              <a:pt x="18097" y="2858"/>
                            </a:cubicBezTo>
                            <a:cubicBezTo>
                              <a:pt x="13811" y="3715"/>
                              <a:pt x="4572" y="6191"/>
                              <a:pt x="0" y="7906"/>
                            </a:cubicBezTo>
                            <a:cubicBezTo>
                              <a:pt x="2762" y="7525"/>
                              <a:pt x="7334" y="6668"/>
                              <a:pt x="10001" y="6763"/>
                            </a:cubicBezTo>
                            <a:cubicBezTo>
                              <a:pt x="25146" y="7525"/>
                              <a:pt x="43624" y="9049"/>
                              <a:pt x="47149" y="2057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21" name="Forme libre : forme 13120">
                        <a:extLst>
                          <a:ext uri="{FF2B5EF4-FFF2-40B4-BE49-F238E27FC236}">
                            <a16:creationId xmlns:a16="http://schemas.microsoft.com/office/drawing/2014/main" id="{10F3CBE5-1751-4BFF-BD49-E847CAB7D0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4927" y="2730111"/>
                        <a:ext cx="88357" cy="29960"/>
                      </a:xfrm>
                      <a:custGeom>
                        <a:avLst/>
                        <a:gdLst>
                          <a:gd name="connsiteX0" fmla="*/ 108 w 88357"/>
                          <a:gd name="connsiteY0" fmla="*/ 21851 h 29960"/>
                          <a:gd name="connsiteX1" fmla="*/ 18205 w 88357"/>
                          <a:gd name="connsiteY1" fmla="*/ 10040 h 29960"/>
                          <a:gd name="connsiteX2" fmla="*/ 43923 w 88357"/>
                          <a:gd name="connsiteY2" fmla="*/ 2801 h 29960"/>
                          <a:gd name="connsiteX3" fmla="*/ 88023 w 88357"/>
                          <a:gd name="connsiteY3" fmla="*/ 6992 h 29960"/>
                          <a:gd name="connsiteX4" fmla="*/ 48685 w 88357"/>
                          <a:gd name="connsiteY4" fmla="*/ 27280 h 29960"/>
                          <a:gd name="connsiteX5" fmla="*/ 19729 w 88357"/>
                          <a:gd name="connsiteY5" fmla="*/ 29947 h 29960"/>
                          <a:gd name="connsiteX6" fmla="*/ 108 w 88357"/>
                          <a:gd name="connsiteY6" fmla="*/ 21851 h 299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8357" h="29960">
                            <a:moveTo>
                              <a:pt x="108" y="21851"/>
                            </a:moveTo>
                            <a:cubicBezTo>
                              <a:pt x="1346" y="16803"/>
                              <a:pt x="9156" y="13279"/>
                              <a:pt x="18205" y="10040"/>
                            </a:cubicBezTo>
                            <a:cubicBezTo>
                              <a:pt x="27254" y="6897"/>
                              <a:pt x="37827" y="4135"/>
                              <a:pt x="43923" y="2801"/>
                            </a:cubicBezTo>
                            <a:cubicBezTo>
                              <a:pt x="56305" y="134"/>
                              <a:pt x="84214" y="-3390"/>
                              <a:pt x="88023" y="6992"/>
                            </a:cubicBezTo>
                            <a:cubicBezTo>
                              <a:pt x="92024" y="17851"/>
                              <a:pt x="58972" y="25566"/>
                              <a:pt x="48685" y="27280"/>
                            </a:cubicBezTo>
                            <a:cubicBezTo>
                              <a:pt x="43542" y="28233"/>
                              <a:pt x="30969" y="30138"/>
                              <a:pt x="19729" y="29947"/>
                            </a:cubicBezTo>
                            <a:cubicBezTo>
                              <a:pt x="8490" y="29757"/>
                              <a:pt x="-1131" y="26900"/>
                              <a:pt x="108" y="2185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22" name="Forme libre : forme 13121">
                        <a:extLst>
                          <a:ext uri="{FF2B5EF4-FFF2-40B4-BE49-F238E27FC236}">
                            <a16:creationId xmlns:a16="http://schemas.microsoft.com/office/drawing/2014/main" id="{69CC1643-8982-413B-A0E0-9363AF6C60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7836" y="2712258"/>
                        <a:ext cx="112320" cy="42329"/>
                      </a:xfrm>
                      <a:custGeom>
                        <a:avLst/>
                        <a:gdLst>
                          <a:gd name="connsiteX0" fmla="*/ 109501 w 112320"/>
                          <a:gd name="connsiteY0" fmla="*/ 12749 h 42329"/>
                          <a:gd name="connsiteX1" fmla="*/ 94832 w 112320"/>
                          <a:gd name="connsiteY1" fmla="*/ 5319 h 42329"/>
                          <a:gd name="connsiteX2" fmla="*/ 53207 w 112320"/>
                          <a:gd name="connsiteY2" fmla="*/ 271 h 42329"/>
                          <a:gd name="connsiteX3" fmla="*/ 12822 w 112320"/>
                          <a:gd name="connsiteY3" fmla="*/ 11034 h 42329"/>
                          <a:gd name="connsiteX4" fmla="*/ 725 w 112320"/>
                          <a:gd name="connsiteY4" fmla="*/ 27131 h 42329"/>
                          <a:gd name="connsiteX5" fmla="*/ 15012 w 112320"/>
                          <a:gd name="connsiteY5" fmla="*/ 30560 h 42329"/>
                          <a:gd name="connsiteX6" fmla="*/ 55017 w 112320"/>
                          <a:gd name="connsiteY6" fmla="*/ 36847 h 42329"/>
                          <a:gd name="connsiteX7" fmla="*/ 96451 w 112320"/>
                          <a:gd name="connsiteY7" fmla="*/ 39133 h 42329"/>
                          <a:gd name="connsiteX8" fmla="*/ 109501 w 112320"/>
                          <a:gd name="connsiteY8" fmla="*/ 12749 h 423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2320" h="42329">
                            <a:moveTo>
                              <a:pt x="109501" y="12749"/>
                            </a:moveTo>
                            <a:cubicBezTo>
                              <a:pt x="105024" y="7891"/>
                              <a:pt x="102166" y="6748"/>
                              <a:pt x="94832" y="5319"/>
                            </a:cubicBezTo>
                            <a:cubicBezTo>
                              <a:pt x="80830" y="2271"/>
                              <a:pt x="69876" y="-967"/>
                              <a:pt x="53207" y="271"/>
                            </a:cubicBezTo>
                            <a:cubicBezTo>
                              <a:pt x="39396" y="1223"/>
                              <a:pt x="23585" y="5319"/>
                              <a:pt x="12822" y="11034"/>
                            </a:cubicBezTo>
                            <a:cubicBezTo>
                              <a:pt x="4725" y="15416"/>
                              <a:pt x="-2323" y="21416"/>
                              <a:pt x="725" y="27131"/>
                            </a:cubicBezTo>
                            <a:cubicBezTo>
                              <a:pt x="2630" y="30656"/>
                              <a:pt x="9393" y="29894"/>
                              <a:pt x="15012" y="30560"/>
                            </a:cubicBezTo>
                            <a:cubicBezTo>
                              <a:pt x="28347" y="32180"/>
                              <a:pt x="41301" y="32846"/>
                              <a:pt x="55017" y="36847"/>
                            </a:cubicBezTo>
                            <a:cubicBezTo>
                              <a:pt x="66733" y="40181"/>
                              <a:pt x="80735" y="45991"/>
                              <a:pt x="96451" y="39133"/>
                            </a:cubicBezTo>
                            <a:cubicBezTo>
                              <a:pt x="110929" y="32846"/>
                              <a:pt x="116073" y="19321"/>
                              <a:pt x="109501" y="1274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23" name="Forme libre : forme 13122">
                        <a:extLst>
                          <a:ext uri="{FF2B5EF4-FFF2-40B4-BE49-F238E27FC236}">
                            <a16:creationId xmlns:a16="http://schemas.microsoft.com/office/drawing/2014/main" id="{36EBFC3D-D4A9-4FD5-988D-842E164A74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5514" y="2741432"/>
                        <a:ext cx="34787" cy="19537"/>
                      </a:xfrm>
                      <a:custGeom>
                        <a:avLst/>
                        <a:gdLst>
                          <a:gd name="connsiteX0" fmla="*/ 32201 w 34787"/>
                          <a:gd name="connsiteY0" fmla="*/ 5006 h 19537"/>
                          <a:gd name="connsiteX1" fmla="*/ 34772 w 34787"/>
                          <a:gd name="connsiteY1" fmla="*/ 1482 h 19537"/>
                          <a:gd name="connsiteX2" fmla="*/ 31343 w 34787"/>
                          <a:gd name="connsiteY2" fmla="*/ 53 h 19537"/>
                          <a:gd name="connsiteX3" fmla="*/ 24771 w 34787"/>
                          <a:gd name="connsiteY3" fmla="*/ 1958 h 19537"/>
                          <a:gd name="connsiteX4" fmla="*/ 9245 w 34787"/>
                          <a:gd name="connsiteY4" fmla="*/ 8340 h 19537"/>
                          <a:gd name="connsiteX5" fmla="*/ 3816 w 34787"/>
                          <a:gd name="connsiteY5" fmla="*/ 11293 h 19537"/>
                          <a:gd name="connsiteX6" fmla="*/ 9341 w 34787"/>
                          <a:gd name="connsiteY6" fmla="*/ 18627 h 19537"/>
                          <a:gd name="connsiteX7" fmla="*/ 32201 w 34787"/>
                          <a:gd name="connsiteY7" fmla="*/ 5006 h 195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4787" h="19537">
                            <a:moveTo>
                              <a:pt x="32201" y="5006"/>
                            </a:moveTo>
                            <a:cubicBezTo>
                              <a:pt x="33629" y="3768"/>
                              <a:pt x="34677" y="2815"/>
                              <a:pt x="34772" y="1482"/>
                            </a:cubicBezTo>
                            <a:cubicBezTo>
                              <a:pt x="34963" y="148"/>
                              <a:pt x="33344" y="-137"/>
                              <a:pt x="31343" y="53"/>
                            </a:cubicBezTo>
                            <a:cubicBezTo>
                              <a:pt x="29438" y="244"/>
                              <a:pt x="26772" y="1196"/>
                              <a:pt x="24771" y="1958"/>
                            </a:cubicBezTo>
                            <a:cubicBezTo>
                              <a:pt x="19628" y="3959"/>
                              <a:pt x="14103" y="6054"/>
                              <a:pt x="9245" y="8340"/>
                            </a:cubicBezTo>
                            <a:cubicBezTo>
                              <a:pt x="7245" y="9293"/>
                              <a:pt x="5340" y="10054"/>
                              <a:pt x="3816" y="11293"/>
                            </a:cubicBezTo>
                            <a:cubicBezTo>
                              <a:pt x="-2470" y="16151"/>
                              <a:pt x="-1232" y="21770"/>
                              <a:pt x="9341" y="18627"/>
                            </a:cubicBezTo>
                            <a:cubicBezTo>
                              <a:pt x="17532" y="16055"/>
                              <a:pt x="26390" y="10150"/>
                              <a:pt x="32201" y="500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24" name="Forme libre : forme 13123">
                        <a:extLst>
                          <a:ext uri="{FF2B5EF4-FFF2-40B4-BE49-F238E27FC236}">
                            <a16:creationId xmlns:a16="http://schemas.microsoft.com/office/drawing/2014/main" id="{1019051F-EE38-4A9B-8750-774C17C7A7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09507" y="2717482"/>
                        <a:ext cx="48863" cy="29432"/>
                      </a:xfrm>
                      <a:custGeom>
                        <a:avLst/>
                        <a:gdLst>
                          <a:gd name="connsiteX0" fmla="*/ 0 w 48863"/>
                          <a:gd name="connsiteY0" fmla="*/ 29433 h 29432"/>
                          <a:gd name="connsiteX1" fmla="*/ 22384 w 48863"/>
                          <a:gd name="connsiteY1" fmla="*/ 13811 h 29432"/>
                          <a:gd name="connsiteX2" fmla="*/ 48863 w 48863"/>
                          <a:gd name="connsiteY2" fmla="*/ 0 h 29432"/>
                          <a:gd name="connsiteX3" fmla="*/ 0 w 48863"/>
                          <a:gd name="connsiteY3" fmla="*/ 29433 h 29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8863" h="29432">
                            <a:moveTo>
                              <a:pt x="0" y="29433"/>
                            </a:moveTo>
                            <a:cubicBezTo>
                              <a:pt x="5239" y="23241"/>
                              <a:pt x="13906" y="18764"/>
                              <a:pt x="22384" y="13811"/>
                            </a:cubicBezTo>
                            <a:cubicBezTo>
                              <a:pt x="30956" y="8954"/>
                              <a:pt x="40767" y="4096"/>
                              <a:pt x="48863" y="0"/>
                            </a:cubicBezTo>
                            <a:cubicBezTo>
                              <a:pt x="31242" y="8954"/>
                              <a:pt x="16192" y="21812"/>
                              <a:pt x="0" y="2943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25" name="Forme libre : forme 13124">
                        <a:extLst>
                          <a:ext uri="{FF2B5EF4-FFF2-40B4-BE49-F238E27FC236}">
                            <a16:creationId xmlns:a16="http://schemas.microsoft.com/office/drawing/2014/main" id="{8CD28856-301C-44F4-82E9-8A4B62B02F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35238" y="2727578"/>
                        <a:ext cx="55530" cy="46577"/>
                      </a:xfrm>
                      <a:custGeom>
                        <a:avLst/>
                        <a:gdLst>
                          <a:gd name="connsiteX0" fmla="*/ 0 w 55530"/>
                          <a:gd name="connsiteY0" fmla="*/ 46577 h 46577"/>
                          <a:gd name="connsiteX1" fmla="*/ 55530 w 55530"/>
                          <a:gd name="connsiteY1" fmla="*/ 0 h 46577"/>
                          <a:gd name="connsiteX2" fmla="*/ 0 w 55530"/>
                          <a:gd name="connsiteY2" fmla="*/ 46577 h 46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5530" h="46577">
                            <a:moveTo>
                              <a:pt x="0" y="46577"/>
                            </a:moveTo>
                            <a:cubicBezTo>
                              <a:pt x="25908" y="38291"/>
                              <a:pt x="45815" y="18764"/>
                              <a:pt x="55530" y="0"/>
                            </a:cubicBezTo>
                            <a:cubicBezTo>
                              <a:pt x="47434" y="18288"/>
                              <a:pt x="21050" y="36671"/>
                              <a:pt x="0" y="4657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26" name="Forme libre : forme 13125">
                        <a:extLst>
                          <a:ext uri="{FF2B5EF4-FFF2-40B4-BE49-F238E27FC236}">
                            <a16:creationId xmlns:a16="http://schemas.microsoft.com/office/drawing/2014/main" id="{5B1EA267-C281-4B53-A103-85F9A2040A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0692" y="2749875"/>
                        <a:ext cx="33456" cy="8430"/>
                      </a:xfrm>
                      <a:custGeom>
                        <a:avLst/>
                        <a:gdLst>
                          <a:gd name="connsiteX0" fmla="*/ 155 w 33456"/>
                          <a:gd name="connsiteY0" fmla="*/ 5041 h 8430"/>
                          <a:gd name="connsiteX1" fmla="*/ 19205 w 33456"/>
                          <a:gd name="connsiteY1" fmla="*/ 183 h 8430"/>
                          <a:gd name="connsiteX2" fmla="*/ 33302 w 33456"/>
                          <a:gd name="connsiteY2" fmla="*/ 3421 h 8430"/>
                          <a:gd name="connsiteX3" fmla="*/ 15300 w 33456"/>
                          <a:gd name="connsiteY3" fmla="*/ 8279 h 8430"/>
                          <a:gd name="connsiteX4" fmla="*/ 155 w 33456"/>
                          <a:gd name="connsiteY4" fmla="*/ 5041 h 8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456" h="8430">
                            <a:moveTo>
                              <a:pt x="155" y="5041"/>
                            </a:moveTo>
                            <a:cubicBezTo>
                              <a:pt x="1775" y="1326"/>
                              <a:pt x="15110" y="564"/>
                              <a:pt x="19205" y="183"/>
                            </a:cubicBezTo>
                            <a:cubicBezTo>
                              <a:pt x="23301" y="-103"/>
                              <a:pt x="34922" y="-579"/>
                              <a:pt x="33302" y="3421"/>
                            </a:cubicBezTo>
                            <a:cubicBezTo>
                              <a:pt x="31588" y="7517"/>
                              <a:pt x="19205" y="8088"/>
                              <a:pt x="15300" y="8279"/>
                            </a:cubicBezTo>
                            <a:cubicBezTo>
                              <a:pt x="11395" y="8565"/>
                              <a:pt x="-1559" y="8851"/>
                              <a:pt x="155" y="504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27" name="Forme libre : forme 13126">
                        <a:extLst>
                          <a:ext uri="{FF2B5EF4-FFF2-40B4-BE49-F238E27FC236}">
                            <a16:creationId xmlns:a16="http://schemas.microsoft.com/office/drawing/2014/main" id="{C422E6A1-0E4A-432D-BAB6-BCF260771D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5747" y="2754138"/>
                        <a:ext cx="9533" cy="3513"/>
                      </a:xfrm>
                      <a:custGeom>
                        <a:avLst/>
                        <a:gdLst>
                          <a:gd name="connsiteX0" fmla="*/ 51 w 9533"/>
                          <a:gd name="connsiteY0" fmla="*/ 2492 h 3513"/>
                          <a:gd name="connsiteX1" fmla="*/ 4147 w 9533"/>
                          <a:gd name="connsiteY1" fmla="*/ 206 h 3513"/>
                          <a:gd name="connsiteX2" fmla="*/ 9481 w 9533"/>
                          <a:gd name="connsiteY2" fmla="*/ 1063 h 3513"/>
                          <a:gd name="connsiteX3" fmla="*/ 5576 w 9533"/>
                          <a:gd name="connsiteY3" fmla="*/ 3349 h 3513"/>
                          <a:gd name="connsiteX4" fmla="*/ 51 w 9533"/>
                          <a:gd name="connsiteY4" fmla="*/ 2492 h 35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33" h="3513">
                            <a:moveTo>
                              <a:pt x="51" y="2492"/>
                            </a:moveTo>
                            <a:cubicBezTo>
                              <a:pt x="-425" y="1158"/>
                              <a:pt x="2528" y="492"/>
                              <a:pt x="4147" y="206"/>
                            </a:cubicBezTo>
                            <a:cubicBezTo>
                              <a:pt x="5766" y="-80"/>
                              <a:pt x="8909" y="-270"/>
                              <a:pt x="9481" y="1063"/>
                            </a:cubicBezTo>
                            <a:cubicBezTo>
                              <a:pt x="9957" y="2397"/>
                              <a:pt x="7100" y="3064"/>
                              <a:pt x="5576" y="3349"/>
                            </a:cubicBezTo>
                            <a:cubicBezTo>
                              <a:pt x="3861" y="3540"/>
                              <a:pt x="527" y="3825"/>
                              <a:pt x="51" y="249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28" name="Forme libre : forme 13127">
                        <a:extLst>
                          <a:ext uri="{FF2B5EF4-FFF2-40B4-BE49-F238E27FC236}">
                            <a16:creationId xmlns:a16="http://schemas.microsoft.com/office/drawing/2014/main" id="{3811079F-50C9-4AAA-A375-7DDB77F553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1773" y="2751449"/>
                        <a:ext cx="86664" cy="31626"/>
                      </a:xfrm>
                      <a:custGeom>
                        <a:avLst/>
                        <a:gdLst>
                          <a:gd name="connsiteX0" fmla="*/ 20975 w 86664"/>
                          <a:gd name="connsiteY0" fmla="*/ 21279 h 31626"/>
                          <a:gd name="connsiteX1" fmla="*/ 306 w 86664"/>
                          <a:gd name="connsiteY1" fmla="*/ 4991 h 31626"/>
                          <a:gd name="connsiteX2" fmla="*/ 6783 w 86664"/>
                          <a:gd name="connsiteY2" fmla="*/ 38 h 31626"/>
                          <a:gd name="connsiteX3" fmla="*/ 16308 w 86664"/>
                          <a:gd name="connsiteY3" fmla="*/ 4038 h 31626"/>
                          <a:gd name="connsiteX4" fmla="*/ 47169 w 86664"/>
                          <a:gd name="connsiteY4" fmla="*/ 14992 h 31626"/>
                          <a:gd name="connsiteX5" fmla="*/ 86222 w 86664"/>
                          <a:gd name="connsiteY5" fmla="*/ 22898 h 31626"/>
                          <a:gd name="connsiteX6" fmla="*/ 42883 w 86664"/>
                          <a:gd name="connsiteY6" fmla="*/ 30708 h 31626"/>
                          <a:gd name="connsiteX7" fmla="*/ 20975 w 86664"/>
                          <a:gd name="connsiteY7" fmla="*/ 21279 h 3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6664" h="31626">
                            <a:moveTo>
                              <a:pt x="20975" y="21279"/>
                            </a:moveTo>
                            <a:cubicBezTo>
                              <a:pt x="11069" y="16611"/>
                              <a:pt x="4402" y="12515"/>
                              <a:pt x="306" y="4991"/>
                            </a:cubicBezTo>
                            <a:cubicBezTo>
                              <a:pt x="-1123" y="2229"/>
                              <a:pt x="2687" y="-343"/>
                              <a:pt x="6783" y="38"/>
                            </a:cubicBezTo>
                            <a:cubicBezTo>
                              <a:pt x="10974" y="323"/>
                              <a:pt x="13451" y="2324"/>
                              <a:pt x="16308" y="4038"/>
                            </a:cubicBezTo>
                            <a:cubicBezTo>
                              <a:pt x="25166" y="9658"/>
                              <a:pt x="35644" y="12611"/>
                              <a:pt x="47169" y="14992"/>
                            </a:cubicBezTo>
                            <a:cubicBezTo>
                              <a:pt x="54503" y="16706"/>
                              <a:pt x="91079" y="14230"/>
                              <a:pt x="86222" y="22898"/>
                            </a:cubicBezTo>
                            <a:cubicBezTo>
                              <a:pt x="81554" y="31756"/>
                              <a:pt x="53265" y="32804"/>
                              <a:pt x="42883" y="30708"/>
                            </a:cubicBezTo>
                            <a:cubicBezTo>
                              <a:pt x="32691" y="28803"/>
                              <a:pt x="28310" y="24612"/>
                              <a:pt x="20975" y="2127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3091" name="Graphique 1">
                      <a:extLst>
                        <a:ext uri="{FF2B5EF4-FFF2-40B4-BE49-F238E27FC236}">
                          <a16:creationId xmlns:a16="http://schemas.microsoft.com/office/drawing/2014/main" id="{7D513A7C-9F6D-4EB0-8B69-5247150170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11168" y="2691161"/>
                      <a:ext cx="192349" cy="82855"/>
                      <a:chOff x="4211168" y="2691161"/>
                      <a:chExt cx="192349" cy="82855"/>
                    </a:xfrm>
                    <a:solidFill>
                      <a:schemeClr val="accent1"/>
                    </a:solidFill>
                  </p:grpSpPr>
                  <p:sp>
                    <p:nvSpPr>
                      <p:cNvPr id="13105" name="Forme libre : forme 13104">
                        <a:extLst>
                          <a:ext uri="{FF2B5EF4-FFF2-40B4-BE49-F238E27FC236}">
                            <a16:creationId xmlns:a16="http://schemas.microsoft.com/office/drawing/2014/main" id="{9BC1DBB6-C19C-4FF8-81FB-A8E3628307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1168" y="2691161"/>
                        <a:ext cx="192349" cy="82855"/>
                      </a:xfrm>
                      <a:custGeom>
                        <a:avLst/>
                        <a:gdLst>
                          <a:gd name="connsiteX0" fmla="*/ 65084 w 192349"/>
                          <a:gd name="connsiteY0" fmla="*/ 32 h 82855"/>
                          <a:gd name="connsiteX1" fmla="*/ 100136 w 192349"/>
                          <a:gd name="connsiteY1" fmla="*/ 1937 h 82855"/>
                          <a:gd name="connsiteX2" fmla="*/ 135283 w 192349"/>
                          <a:gd name="connsiteY2" fmla="*/ 7842 h 82855"/>
                          <a:gd name="connsiteX3" fmla="*/ 190719 w 192349"/>
                          <a:gd name="connsiteY3" fmla="*/ 50610 h 82855"/>
                          <a:gd name="connsiteX4" fmla="*/ 184432 w 192349"/>
                          <a:gd name="connsiteY4" fmla="*/ 71279 h 82855"/>
                          <a:gd name="connsiteX5" fmla="*/ 119948 w 192349"/>
                          <a:gd name="connsiteY5" fmla="*/ 81852 h 82855"/>
                          <a:gd name="connsiteX6" fmla="*/ 64132 w 192349"/>
                          <a:gd name="connsiteY6" fmla="*/ 75470 h 82855"/>
                          <a:gd name="connsiteX7" fmla="*/ 6505 w 192349"/>
                          <a:gd name="connsiteY7" fmla="*/ 49276 h 82855"/>
                          <a:gd name="connsiteX8" fmla="*/ 2124 w 192349"/>
                          <a:gd name="connsiteY8" fmla="*/ 28702 h 82855"/>
                          <a:gd name="connsiteX9" fmla="*/ 65084 w 192349"/>
                          <a:gd name="connsiteY9" fmla="*/ 32 h 828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92349" h="82855">
                            <a:moveTo>
                              <a:pt x="65084" y="32"/>
                            </a:moveTo>
                            <a:cubicBezTo>
                              <a:pt x="73466" y="-159"/>
                              <a:pt x="86801" y="508"/>
                              <a:pt x="100136" y="1937"/>
                            </a:cubicBezTo>
                            <a:cubicBezTo>
                              <a:pt x="113471" y="3366"/>
                              <a:pt x="126806" y="5747"/>
                              <a:pt x="135283" y="7842"/>
                            </a:cubicBezTo>
                            <a:cubicBezTo>
                              <a:pt x="167097" y="15653"/>
                              <a:pt x="180337" y="31274"/>
                              <a:pt x="190719" y="50610"/>
                            </a:cubicBezTo>
                            <a:cubicBezTo>
                              <a:pt x="194434" y="57277"/>
                              <a:pt x="191576" y="67850"/>
                              <a:pt x="184432" y="71279"/>
                            </a:cubicBezTo>
                            <a:cubicBezTo>
                              <a:pt x="163858" y="80899"/>
                              <a:pt x="146047" y="84900"/>
                              <a:pt x="119948" y="81852"/>
                            </a:cubicBezTo>
                            <a:cubicBezTo>
                              <a:pt x="106042" y="79947"/>
                              <a:pt x="78419" y="76613"/>
                              <a:pt x="64132" y="75470"/>
                            </a:cubicBezTo>
                            <a:cubicBezTo>
                              <a:pt x="37652" y="72993"/>
                              <a:pt x="23079" y="63183"/>
                              <a:pt x="6505" y="49276"/>
                            </a:cubicBezTo>
                            <a:cubicBezTo>
                              <a:pt x="790" y="44609"/>
                              <a:pt x="-2353" y="34417"/>
                              <a:pt x="2124" y="28702"/>
                            </a:cubicBezTo>
                            <a:cubicBezTo>
                              <a:pt x="15269" y="12033"/>
                              <a:pt x="33556" y="794"/>
                              <a:pt x="65084" y="3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06" name="Forme libre : forme 13105">
                        <a:extLst>
                          <a:ext uri="{FF2B5EF4-FFF2-40B4-BE49-F238E27FC236}">
                            <a16:creationId xmlns:a16="http://schemas.microsoft.com/office/drawing/2014/main" id="{6D770052-78B5-4A89-906A-2E32135FF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3197" y="2691383"/>
                        <a:ext cx="190276" cy="59912"/>
                      </a:xfrm>
                      <a:custGeom>
                        <a:avLst/>
                        <a:gdLst>
                          <a:gd name="connsiteX0" fmla="*/ 118205 w 190276"/>
                          <a:gd name="connsiteY0" fmla="*/ 32385 h 59912"/>
                          <a:gd name="connsiteX1" fmla="*/ 190024 w 190276"/>
                          <a:gd name="connsiteY1" fmla="*/ 59912 h 59912"/>
                          <a:gd name="connsiteX2" fmla="*/ 188690 w 190276"/>
                          <a:gd name="connsiteY2" fmla="*/ 50482 h 59912"/>
                          <a:gd name="connsiteX3" fmla="*/ 182975 w 190276"/>
                          <a:gd name="connsiteY3" fmla="*/ 40862 h 59912"/>
                          <a:gd name="connsiteX4" fmla="*/ 158972 w 190276"/>
                          <a:gd name="connsiteY4" fmla="*/ 17812 h 59912"/>
                          <a:gd name="connsiteX5" fmla="*/ 133255 w 190276"/>
                          <a:gd name="connsiteY5" fmla="*/ 7811 h 59912"/>
                          <a:gd name="connsiteX6" fmla="*/ 122111 w 190276"/>
                          <a:gd name="connsiteY6" fmla="*/ 5429 h 59912"/>
                          <a:gd name="connsiteX7" fmla="*/ 68294 w 190276"/>
                          <a:gd name="connsiteY7" fmla="*/ 0 h 59912"/>
                          <a:gd name="connsiteX8" fmla="*/ 63055 w 190276"/>
                          <a:gd name="connsiteY8" fmla="*/ 0 h 59912"/>
                          <a:gd name="connsiteX9" fmla="*/ 34195 w 190276"/>
                          <a:gd name="connsiteY9" fmla="*/ 4572 h 59912"/>
                          <a:gd name="connsiteX10" fmla="*/ 6858 w 190276"/>
                          <a:gd name="connsiteY10" fmla="*/ 21146 h 59912"/>
                          <a:gd name="connsiteX11" fmla="*/ 190 w 190276"/>
                          <a:gd name="connsiteY11" fmla="*/ 28575 h 59912"/>
                          <a:gd name="connsiteX12" fmla="*/ 0 w 190276"/>
                          <a:gd name="connsiteY12" fmla="*/ 28861 h 59912"/>
                          <a:gd name="connsiteX13" fmla="*/ 118205 w 190276"/>
                          <a:gd name="connsiteY13" fmla="*/ 32385 h 599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90276" h="59912">
                            <a:moveTo>
                              <a:pt x="118205" y="32385"/>
                            </a:moveTo>
                            <a:cubicBezTo>
                              <a:pt x="145161" y="34957"/>
                              <a:pt x="173546" y="43815"/>
                              <a:pt x="190024" y="59912"/>
                            </a:cubicBezTo>
                            <a:cubicBezTo>
                              <a:pt x="190595" y="56674"/>
                              <a:pt x="190214" y="53245"/>
                              <a:pt x="188690" y="50482"/>
                            </a:cubicBezTo>
                            <a:cubicBezTo>
                              <a:pt x="186880" y="47149"/>
                              <a:pt x="184880" y="43910"/>
                              <a:pt x="182975" y="40862"/>
                            </a:cubicBezTo>
                            <a:cubicBezTo>
                              <a:pt x="177070" y="32004"/>
                              <a:pt x="169831" y="24098"/>
                              <a:pt x="158972" y="17812"/>
                            </a:cubicBezTo>
                            <a:cubicBezTo>
                              <a:pt x="151924" y="13811"/>
                              <a:pt x="143542" y="10382"/>
                              <a:pt x="133255" y="7811"/>
                            </a:cubicBezTo>
                            <a:cubicBezTo>
                              <a:pt x="130112" y="7048"/>
                              <a:pt x="126302" y="6287"/>
                              <a:pt x="122111" y="5429"/>
                            </a:cubicBezTo>
                            <a:cubicBezTo>
                              <a:pt x="105728" y="2286"/>
                              <a:pt x="82868" y="190"/>
                              <a:pt x="68294" y="0"/>
                            </a:cubicBezTo>
                            <a:cubicBezTo>
                              <a:pt x="66389" y="0"/>
                              <a:pt x="64675" y="0"/>
                              <a:pt x="63055" y="0"/>
                            </a:cubicBezTo>
                            <a:cubicBezTo>
                              <a:pt x="51911" y="190"/>
                              <a:pt x="42386" y="1905"/>
                              <a:pt x="34195" y="4572"/>
                            </a:cubicBezTo>
                            <a:cubicBezTo>
                              <a:pt x="22955" y="8382"/>
                              <a:pt x="14192" y="14192"/>
                              <a:pt x="6858" y="21146"/>
                            </a:cubicBezTo>
                            <a:cubicBezTo>
                              <a:pt x="4477" y="23431"/>
                              <a:pt x="2286" y="26003"/>
                              <a:pt x="190" y="28575"/>
                            </a:cubicBezTo>
                            <a:lnTo>
                              <a:pt x="0" y="28861"/>
                            </a:lnTo>
                            <a:cubicBezTo>
                              <a:pt x="39053" y="25908"/>
                              <a:pt x="79629" y="28385"/>
                              <a:pt x="118205" y="3238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07" name="Forme libre : forme 13106">
                        <a:extLst>
                          <a:ext uri="{FF2B5EF4-FFF2-40B4-BE49-F238E27FC236}">
                            <a16:creationId xmlns:a16="http://schemas.microsoft.com/office/drawing/2014/main" id="{983C692F-1D71-4489-8FD3-87B3D594A1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8335" y="2715436"/>
                        <a:ext cx="89619" cy="26716"/>
                      </a:xfrm>
                      <a:custGeom>
                        <a:avLst/>
                        <a:gdLst>
                          <a:gd name="connsiteX0" fmla="*/ 9 w 89619"/>
                          <a:gd name="connsiteY0" fmla="*/ 11190 h 26716"/>
                          <a:gd name="connsiteX1" fmla="*/ 47920 w 89619"/>
                          <a:gd name="connsiteY1" fmla="*/ 427 h 26716"/>
                          <a:gd name="connsiteX2" fmla="*/ 89544 w 89619"/>
                          <a:gd name="connsiteY2" fmla="*/ 19477 h 26716"/>
                          <a:gd name="connsiteX3" fmla="*/ 46015 w 89619"/>
                          <a:gd name="connsiteY3" fmla="*/ 25192 h 26716"/>
                          <a:gd name="connsiteX4" fmla="*/ 19249 w 89619"/>
                          <a:gd name="connsiteY4" fmla="*/ 21191 h 26716"/>
                          <a:gd name="connsiteX5" fmla="*/ 9 w 89619"/>
                          <a:gd name="connsiteY5" fmla="*/ 11190 h 267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9619" h="26716">
                            <a:moveTo>
                              <a:pt x="9" y="11190"/>
                            </a:moveTo>
                            <a:cubicBezTo>
                              <a:pt x="-658" y="808"/>
                              <a:pt x="35632" y="-1002"/>
                              <a:pt x="47920" y="427"/>
                            </a:cubicBezTo>
                            <a:cubicBezTo>
                              <a:pt x="60207" y="999"/>
                              <a:pt x="91354" y="8333"/>
                              <a:pt x="89544" y="19477"/>
                            </a:cubicBezTo>
                            <a:cubicBezTo>
                              <a:pt x="87830" y="30145"/>
                              <a:pt x="56778" y="26144"/>
                              <a:pt x="46015" y="25192"/>
                            </a:cubicBezTo>
                            <a:cubicBezTo>
                              <a:pt x="40586" y="24525"/>
                              <a:pt x="29346" y="23192"/>
                              <a:pt x="19249" y="21191"/>
                            </a:cubicBezTo>
                            <a:cubicBezTo>
                              <a:pt x="9153" y="19096"/>
                              <a:pt x="295" y="16334"/>
                              <a:pt x="9" y="1119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08" name="Forme libre : forme 13107">
                        <a:extLst>
                          <a:ext uri="{FF2B5EF4-FFF2-40B4-BE49-F238E27FC236}">
                            <a16:creationId xmlns:a16="http://schemas.microsoft.com/office/drawing/2014/main" id="{DCDB18E2-AB13-474B-B093-D94D500E49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6062" y="2715524"/>
                        <a:ext cx="62327" cy="26247"/>
                      </a:xfrm>
                      <a:custGeom>
                        <a:avLst/>
                        <a:gdLst>
                          <a:gd name="connsiteX0" fmla="*/ 41815 w 62327"/>
                          <a:gd name="connsiteY0" fmla="*/ 26247 h 26247"/>
                          <a:gd name="connsiteX1" fmla="*/ 62294 w 62327"/>
                          <a:gd name="connsiteY1" fmla="*/ 19389 h 26247"/>
                          <a:gd name="connsiteX2" fmla="*/ 19717 w 62327"/>
                          <a:gd name="connsiteY2" fmla="*/ 244 h 26247"/>
                          <a:gd name="connsiteX3" fmla="*/ 0 w 62327"/>
                          <a:gd name="connsiteY3" fmla="*/ 720 h 26247"/>
                          <a:gd name="connsiteX4" fmla="*/ 10478 w 62327"/>
                          <a:gd name="connsiteY4" fmla="*/ 1958 h 26247"/>
                          <a:gd name="connsiteX5" fmla="*/ 41815 w 62327"/>
                          <a:gd name="connsiteY5" fmla="*/ 26247 h 262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2327" h="26247">
                            <a:moveTo>
                              <a:pt x="41815" y="26247"/>
                            </a:moveTo>
                            <a:cubicBezTo>
                              <a:pt x="47530" y="25009"/>
                              <a:pt x="63151" y="26438"/>
                              <a:pt x="62294" y="19389"/>
                            </a:cubicBezTo>
                            <a:cubicBezTo>
                              <a:pt x="61055" y="7864"/>
                              <a:pt x="35052" y="1482"/>
                              <a:pt x="19717" y="244"/>
                            </a:cubicBezTo>
                            <a:cubicBezTo>
                              <a:pt x="15240" y="-137"/>
                              <a:pt x="5048" y="-137"/>
                              <a:pt x="0" y="720"/>
                            </a:cubicBezTo>
                            <a:cubicBezTo>
                              <a:pt x="2857" y="911"/>
                              <a:pt x="7811" y="1101"/>
                              <a:pt x="10478" y="1958"/>
                            </a:cubicBezTo>
                            <a:cubicBezTo>
                              <a:pt x="25622" y="6435"/>
                              <a:pt x="42672" y="14150"/>
                              <a:pt x="41815" y="2624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09" name="Forme libre : forme 13108">
                        <a:extLst>
                          <a:ext uri="{FF2B5EF4-FFF2-40B4-BE49-F238E27FC236}">
                            <a16:creationId xmlns:a16="http://schemas.microsoft.com/office/drawing/2014/main" id="{2F7C8BD1-F863-439F-A853-84F7D5CA29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3281" y="2712323"/>
                        <a:ext cx="90430" cy="26368"/>
                      </a:xfrm>
                      <a:custGeom>
                        <a:avLst/>
                        <a:gdLst>
                          <a:gd name="connsiteX0" fmla="*/ 111 w 90430"/>
                          <a:gd name="connsiteY0" fmla="*/ 11827 h 26368"/>
                          <a:gd name="connsiteX1" fmla="*/ 48783 w 90430"/>
                          <a:gd name="connsiteY1" fmla="*/ 206 h 26368"/>
                          <a:gd name="connsiteX2" fmla="*/ 90408 w 90430"/>
                          <a:gd name="connsiteY2" fmla="*/ 18970 h 26368"/>
                          <a:gd name="connsiteX3" fmla="*/ 46878 w 90430"/>
                          <a:gd name="connsiteY3" fmla="*/ 25067 h 26368"/>
                          <a:gd name="connsiteX4" fmla="*/ 18875 w 90430"/>
                          <a:gd name="connsiteY4" fmla="*/ 21542 h 26368"/>
                          <a:gd name="connsiteX5" fmla="*/ 111 w 90430"/>
                          <a:gd name="connsiteY5" fmla="*/ 11827 h 263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0430" h="26368">
                            <a:moveTo>
                              <a:pt x="111" y="11827"/>
                            </a:moveTo>
                            <a:cubicBezTo>
                              <a:pt x="2492" y="1349"/>
                              <a:pt x="35448" y="-746"/>
                              <a:pt x="48783" y="206"/>
                            </a:cubicBezTo>
                            <a:cubicBezTo>
                              <a:pt x="62118" y="492"/>
                              <a:pt x="91360" y="7540"/>
                              <a:pt x="90408" y="18970"/>
                            </a:cubicBezTo>
                            <a:cubicBezTo>
                              <a:pt x="89550" y="29924"/>
                              <a:pt x="56975" y="25638"/>
                              <a:pt x="46878" y="25067"/>
                            </a:cubicBezTo>
                            <a:cubicBezTo>
                              <a:pt x="41830" y="24590"/>
                              <a:pt x="29543" y="23352"/>
                              <a:pt x="18875" y="21542"/>
                            </a:cubicBezTo>
                            <a:cubicBezTo>
                              <a:pt x="8207" y="19732"/>
                              <a:pt x="-1128" y="16970"/>
                              <a:pt x="111" y="1182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10" name="Forme libre : forme 13109">
                        <a:extLst>
                          <a:ext uri="{FF2B5EF4-FFF2-40B4-BE49-F238E27FC236}">
                            <a16:creationId xmlns:a16="http://schemas.microsoft.com/office/drawing/2014/main" id="{EF094716-A968-4720-AB5E-B73B23E003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9156" y="2699612"/>
                        <a:ext cx="109735" cy="58840"/>
                      </a:xfrm>
                      <a:custGeom>
                        <a:avLst/>
                        <a:gdLst>
                          <a:gd name="connsiteX0" fmla="*/ 109681 w 109735"/>
                          <a:gd name="connsiteY0" fmla="*/ 43683 h 58840"/>
                          <a:gd name="connsiteX1" fmla="*/ 101489 w 109735"/>
                          <a:gd name="connsiteY1" fmla="*/ 29014 h 58840"/>
                          <a:gd name="connsiteX2" fmla="*/ 62818 w 109735"/>
                          <a:gd name="connsiteY2" fmla="*/ 4440 h 58840"/>
                          <a:gd name="connsiteX3" fmla="*/ 16907 w 109735"/>
                          <a:gd name="connsiteY3" fmla="*/ 1582 h 58840"/>
                          <a:gd name="connsiteX4" fmla="*/ 334 w 109735"/>
                          <a:gd name="connsiteY4" fmla="*/ 14632 h 58840"/>
                          <a:gd name="connsiteX5" fmla="*/ 14240 w 109735"/>
                          <a:gd name="connsiteY5" fmla="*/ 21013 h 58840"/>
                          <a:gd name="connsiteX6" fmla="*/ 50721 w 109735"/>
                          <a:gd name="connsiteY6" fmla="*/ 39016 h 58840"/>
                          <a:gd name="connsiteX7" fmla="*/ 85106 w 109735"/>
                          <a:gd name="connsiteY7" fmla="*/ 58637 h 58840"/>
                          <a:gd name="connsiteX8" fmla="*/ 109681 w 109735"/>
                          <a:gd name="connsiteY8" fmla="*/ 43683 h 588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9735" h="58840">
                            <a:moveTo>
                              <a:pt x="109681" y="43683"/>
                            </a:moveTo>
                            <a:cubicBezTo>
                              <a:pt x="108918" y="37015"/>
                              <a:pt x="107299" y="34539"/>
                              <a:pt x="101489" y="29014"/>
                            </a:cubicBezTo>
                            <a:cubicBezTo>
                              <a:pt x="90440" y="18632"/>
                              <a:pt x="80820" y="10060"/>
                              <a:pt x="62818" y="4440"/>
                            </a:cubicBezTo>
                            <a:cubicBezTo>
                              <a:pt x="47863" y="-227"/>
                              <a:pt x="29956" y="-1275"/>
                              <a:pt x="16907" y="1582"/>
                            </a:cubicBezTo>
                            <a:cubicBezTo>
                              <a:pt x="7096" y="3678"/>
                              <a:pt x="-1857" y="8440"/>
                              <a:pt x="334" y="14632"/>
                            </a:cubicBezTo>
                            <a:cubicBezTo>
                              <a:pt x="1667" y="18442"/>
                              <a:pt x="8811" y="19013"/>
                              <a:pt x="14240" y="21013"/>
                            </a:cubicBezTo>
                            <a:cubicBezTo>
                              <a:pt x="27194" y="25776"/>
                              <a:pt x="39386" y="30443"/>
                              <a:pt x="50721" y="39016"/>
                            </a:cubicBezTo>
                            <a:cubicBezTo>
                              <a:pt x="60341" y="46255"/>
                              <a:pt x="69676" y="57018"/>
                              <a:pt x="85106" y="58637"/>
                            </a:cubicBezTo>
                            <a:cubicBezTo>
                              <a:pt x="99012" y="60161"/>
                              <a:pt x="110633" y="52922"/>
                              <a:pt x="109681" y="4368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11" name="Forme libre : forme 13110">
                        <a:extLst>
                          <a:ext uri="{FF2B5EF4-FFF2-40B4-BE49-F238E27FC236}">
                            <a16:creationId xmlns:a16="http://schemas.microsoft.com/office/drawing/2014/main" id="{C3EF369B-6725-4F47-A26F-9014F6671C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8806" y="2743627"/>
                        <a:ext cx="36553" cy="9725"/>
                      </a:xfrm>
                      <a:custGeom>
                        <a:avLst/>
                        <a:gdLst>
                          <a:gd name="connsiteX0" fmla="*/ 32503 w 36553"/>
                          <a:gd name="connsiteY0" fmla="*/ 7098 h 9725"/>
                          <a:gd name="connsiteX1" fmla="*/ 36313 w 36553"/>
                          <a:gd name="connsiteY1" fmla="*/ 5288 h 9725"/>
                          <a:gd name="connsiteX2" fmla="*/ 34218 w 36553"/>
                          <a:gd name="connsiteY2" fmla="*/ 2335 h 9725"/>
                          <a:gd name="connsiteX3" fmla="*/ 27741 w 36553"/>
                          <a:gd name="connsiteY3" fmla="*/ 906 h 9725"/>
                          <a:gd name="connsiteX4" fmla="*/ 11453 w 36553"/>
                          <a:gd name="connsiteY4" fmla="*/ 49 h 9725"/>
                          <a:gd name="connsiteX5" fmla="*/ 5548 w 36553"/>
                          <a:gd name="connsiteY5" fmla="*/ 620 h 9725"/>
                          <a:gd name="connsiteX6" fmla="*/ 7548 w 36553"/>
                          <a:gd name="connsiteY6" fmla="*/ 9479 h 9725"/>
                          <a:gd name="connsiteX7" fmla="*/ 32503 w 36553"/>
                          <a:gd name="connsiteY7" fmla="*/ 7098 h 97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6553" h="9725">
                            <a:moveTo>
                              <a:pt x="32503" y="7098"/>
                            </a:moveTo>
                            <a:cubicBezTo>
                              <a:pt x="34313" y="6717"/>
                              <a:pt x="35551" y="6431"/>
                              <a:pt x="36313" y="5288"/>
                            </a:cubicBezTo>
                            <a:cubicBezTo>
                              <a:pt x="37075" y="4240"/>
                              <a:pt x="35932" y="3097"/>
                              <a:pt x="34218" y="2335"/>
                            </a:cubicBezTo>
                            <a:cubicBezTo>
                              <a:pt x="32503" y="1573"/>
                              <a:pt x="29836" y="1097"/>
                              <a:pt x="27741" y="906"/>
                            </a:cubicBezTo>
                            <a:cubicBezTo>
                              <a:pt x="22407" y="240"/>
                              <a:pt x="16692" y="-141"/>
                              <a:pt x="11453" y="49"/>
                            </a:cubicBezTo>
                            <a:cubicBezTo>
                              <a:pt x="9357" y="49"/>
                              <a:pt x="7357" y="144"/>
                              <a:pt x="5548" y="620"/>
                            </a:cubicBezTo>
                            <a:cubicBezTo>
                              <a:pt x="-1882" y="2907"/>
                              <a:pt x="-2454" y="8526"/>
                              <a:pt x="7548" y="9479"/>
                            </a:cubicBezTo>
                            <a:cubicBezTo>
                              <a:pt x="15549" y="10336"/>
                              <a:pt x="25264" y="8812"/>
                              <a:pt x="32503" y="709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12" name="Forme libre : forme 13111">
                        <a:extLst>
                          <a:ext uri="{FF2B5EF4-FFF2-40B4-BE49-F238E27FC236}">
                            <a16:creationId xmlns:a16="http://schemas.microsoft.com/office/drawing/2014/main" id="{45D7E608-678D-4909-B92D-861BCF0352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6150" y="2692717"/>
                        <a:ext cx="57626" cy="29622"/>
                      </a:xfrm>
                      <a:custGeom>
                        <a:avLst/>
                        <a:gdLst>
                          <a:gd name="connsiteX0" fmla="*/ 0 w 57626"/>
                          <a:gd name="connsiteY0" fmla="*/ 29623 h 29622"/>
                          <a:gd name="connsiteX1" fmla="*/ 57626 w 57626"/>
                          <a:gd name="connsiteY1" fmla="*/ 0 h 29622"/>
                          <a:gd name="connsiteX2" fmla="*/ 0 w 57626"/>
                          <a:gd name="connsiteY2" fmla="*/ 29623 h 296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626" h="29622">
                            <a:moveTo>
                              <a:pt x="0" y="29623"/>
                            </a:moveTo>
                            <a:cubicBezTo>
                              <a:pt x="6668" y="14764"/>
                              <a:pt x="37338" y="4286"/>
                              <a:pt x="57626" y="0"/>
                            </a:cubicBezTo>
                            <a:cubicBezTo>
                              <a:pt x="35623" y="4858"/>
                              <a:pt x="13621" y="17907"/>
                              <a:pt x="0" y="2962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13" name="Forme libre : forme 13112">
                        <a:extLst>
                          <a:ext uri="{FF2B5EF4-FFF2-40B4-BE49-F238E27FC236}">
                            <a16:creationId xmlns:a16="http://schemas.microsoft.com/office/drawing/2014/main" id="{9566C41C-5D3B-46C5-8DA7-68E4E78717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9593" y="2760249"/>
                        <a:ext cx="65246" cy="10537"/>
                      </a:xfrm>
                      <a:custGeom>
                        <a:avLst/>
                        <a:gdLst>
                          <a:gd name="connsiteX0" fmla="*/ 0 w 65246"/>
                          <a:gd name="connsiteY0" fmla="*/ 10001 h 10537"/>
                          <a:gd name="connsiteX1" fmla="*/ 65246 w 65246"/>
                          <a:gd name="connsiteY1" fmla="*/ 0 h 10537"/>
                          <a:gd name="connsiteX2" fmla="*/ 0 w 65246"/>
                          <a:gd name="connsiteY2" fmla="*/ 10001 h 105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5246" h="10537">
                            <a:moveTo>
                              <a:pt x="0" y="10001"/>
                            </a:moveTo>
                            <a:cubicBezTo>
                              <a:pt x="23146" y="12287"/>
                              <a:pt x="45625" y="6953"/>
                              <a:pt x="65246" y="0"/>
                            </a:cubicBezTo>
                            <a:cubicBezTo>
                              <a:pt x="47149" y="7334"/>
                              <a:pt x="20193" y="8572"/>
                              <a:pt x="0" y="1000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14" name="Forme libre : forme 13113">
                        <a:extLst>
                          <a:ext uri="{FF2B5EF4-FFF2-40B4-BE49-F238E27FC236}">
                            <a16:creationId xmlns:a16="http://schemas.microsoft.com/office/drawing/2014/main" id="{321C95A8-6E2D-4608-A321-BABD37F984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8639" y="2728062"/>
                        <a:ext cx="32813" cy="10078"/>
                      </a:xfrm>
                      <a:custGeom>
                        <a:avLst/>
                        <a:gdLst>
                          <a:gd name="connsiteX0" fmla="*/ 279 w 32813"/>
                          <a:gd name="connsiteY0" fmla="*/ 1898 h 10078"/>
                          <a:gd name="connsiteX1" fmla="*/ 19901 w 32813"/>
                          <a:gd name="connsiteY1" fmla="*/ 1422 h 10078"/>
                          <a:gd name="connsiteX2" fmla="*/ 32379 w 32813"/>
                          <a:gd name="connsiteY2" fmla="*/ 8470 h 10078"/>
                          <a:gd name="connsiteX3" fmla="*/ 14186 w 32813"/>
                          <a:gd name="connsiteY3" fmla="*/ 8280 h 10078"/>
                          <a:gd name="connsiteX4" fmla="*/ 279 w 32813"/>
                          <a:gd name="connsiteY4" fmla="*/ 1898 h 100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13" h="10078">
                            <a:moveTo>
                              <a:pt x="279" y="1898"/>
                            </a:moveTo>
                            <a:cubicBezTo>
                              <a:pt x="2565" y="-1531"/>
                              <a:pt x="15900" y="565"/>
                              <a:pt x="19901" y="1422"/>
                            </a:cubicBezTo>
                            <a:cubicBezTo>
                              <a:pt x="23996" y="2089"/>
                              <a:pt x="35141" y="5137"/>
                              <a:pt x="32379" y="8470"/>
                            </a:cubicBezTo>
                            <a:cubicBezTo>
                              <a:pt x="29616" y="11804"/>
                              <a:pt x="17901" y="9042"/>
                              <a:pt x="14186" y="8280"/>
                            </a:cubicBezTo>
                            <a:cubicBezTo>
                              <a:pt x="10376" y="7518"/>
                              <a:pt x="-2007" y="5232"/>
                              <a:pt x="279" y="189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15" name="Forme libre : forme 13114">
                        <a:extLst>
                          <a:ext uri="{FF2B5EF4-FFF2-40B4-BE49-F238E27FC236}">
                            <a16:creationId xmlns:a16="http://schemas.microsoft.com/office/drawing/2014/main" id="{A8FC9DD2-49FC-4EAB-899E-A2705C7869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3661" y="2729198"/>
                        <a:ext cx="9362" cy="3264"/>
                      </a:xfrm>
                      <a:custGeom>
                        <a:avLst/>
                        <a:gdLst>
                          <a:gd name="connsiteX0" fmla="*/ 19 w 9362"/>
                          <a:gd name="connsiteY0" fmla="*/ 1619 h 3264"/>
                          <a:gd name="connsiteX1" fmla="*/ 4400 w 9362"/>
                          <a:gd name="connsiteY1" fmla="*/ 0 h 3264"/>
                          <a:gd name="connsiteX2" fmla="*/ 9353 w 9362"/>
                          <a:gd name="connsiteY2" fmla="*/ 1810 h 3264"/>
                          <a:gd name="connsiteX3" fmla="*/ 5162 w 9362"/>
                          <a:gd name="connsiteY3" fmla="*/ 3238 h 3264"/>
                          <a:gd name="connsiteX4" fmla="*/ 19 w 9362"/>
                          <a:gd name="connsiteY4" fmla="*/ 1619 h 32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62" h="3264">
                            <a:moveTo>
                              <a:pt x="19" y="1619"/>
                            </a:moveTo>
                            <a:cubicBezTo>
                              <a:pt x="-267" y="190"/>
                              <a:pt x="2781" y="0"/>
                              <a:pt x="4400" y="0"/>
                            </a:cubicBezTo>
                            <a:cubicBezTo>
                              <a:pt x="6020" y="0"/>
                              <a:pt x="9163" y="476"/>
                              <a:pt x="9353" y="1810"/>
                            </a:cubicBezTo>
                            <a:cubicBezTo>
                              <a:pt x="9544" y="3238"/>
                              <a:pt x="6686" y="3334"/>
                              <a:pt x="5162" y="3238"/>
                            </a:cubicBezTo>
                            <a:cubicBezTo>
                              <a:pt x="3638" y="3238"/>
                              <a:pt x="304" y="2953"/>
                              <a:pt x="19" y="16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16" name="Forme libre : forme 13115">
                        <a:extLst>
                          <a:ext uri="{FF2B5EF4-FFF2-40B4-BE49-F238E27FC236}">
                            <a16:creationId xmlns:a16="http://schemas.microsoft.com/office/drawing/2014/main" id="{C25A22D9-03CF-47DA-90BE-0D32DF2F20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0381" y="2724953"/>
                        <a:ext cx="79026" cy="36180"/>
                      </a:xfrm>
                      <a:custGeom>
                        <a:avLst/>
                        <a:gdLst>
                          <a:gd name="connsiteX0" fmla="*/ 20820 w 79026"/>
                          <a:gd name="connsiteY0" fmla="*/ 20056 h 36180"/>
                          <a:gd name="connsiteX1" fmla="*/ 627 w 79026"/>
                          <a:gd name="connsiteY1" fmla="*/ 6054 h 36180"/>
                          <a:gd name="connsiteX2" fmla="*/ 6056 w 79026"/>
                          <a:gd name="connsiteY2" fmla="*/ 54 h 36180"/>
                          <a:gd name="connsiteX3" fmla="*/ 16057 w 79026"/>
                          <a:gd name="connsiteY3" fmla="*/ 3102 h 36180"/>
                          <a:gd name="connsiteX4" fmla="*/ 44728 w 79026"/>
                          <a:gd name="connsiteY4" fmla="*/ 16151 h 36180"/>
                          <a:gd name="connsiteX5" fmla="*/ 78065 w 79026"/>
                          <a:gd name="connsiteY5" fmla="*/ 33010 h 36180"/>
                          <a:gd name="connsiteX6" fmla="*/ 38727 w 79026"/>
                          <a:gd name="connsiteY6" fmla="*/ 31105 h 36180"/>
                          <a:gd name="connsiteX7" fmla="*/ 20820 w 79026"/>
                          <a:gd name="connsiteY7" fmla="*/ 20056 h 361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9026" h="36180">
                            <a:moveTo>
                              <a:pt x="20820" y="20056"/>
                            </a:moveTo>
                            <a:cubicBezTo>
                              <a:pt x="12343" y="15484"/>
                              <a:pt x="6056" y="12531"/>
                              <a:pt x="627" y="6054"/>
                            </a:cubicBezTo>
                            <a:cubicBezTo>
                              <a:pt x="-1373" y="3673"/>
                              <a:pt x="1675" y="339"/>
                              <a:pt x="6056" y="54"/>
                            </a:cubicBezTo>
                            <a:cubicBezTo>
                              <a:pt x="10342" y="-327"/>
                              <a:pt x="13105" y="1387"/>
                              <a:pt x="16057" y="3102"/>
                            </a:cubicBezTo>
                            <a:cubicBezTo>
                              <a:pt x="25106" y="8245"/>
                              <a:pt x="34441" y="11960"/>
                              <a:pt x="44728" y="16151"/>
                            </a:cubicBezTo>
                            <a:cubicBezTo>
                              <a:pt x="51300" y="18342"/>
                              <a:pt x="85114" y="25771"/>
                              <a:pt x="78065" y="33010"/>
                            </a:cubicBezTo>
                            <a:cubicBezTo>
                              <a:pt x="71302" y="39773"/>
                              <a:pt x="47204" y="34058"/>
                              <a:pt x="38727" y="31105"/>
                            </a:cubicBezTo>
                            <a:cubicBezTo>
                              <a:pt x="30440" y="27867"/>
                              <a:pt x="27106" y="23390"/>
                              <a:pt x="20820" y="2005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3092" name="Graphique 1">
                      <a:extLst>
                        <a:ext uri="{FF2B5EF4-FFF2-40B4-BE49-F238E27FC236}">
                          <a16:creationId xmlns:a16="http://schemas.microsoft.com/office/drawing/2014/main" id="{B38280AF-B47F-40D4-B0C9-C345F94743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18720" y="2698193"/>
                      <a:ext cx="192657" cy="88535"/>
                      <a:chOff x="4018720" y="2698193"/>
                      <a:chExt cx="192657" cy="88535"/>
                    </a:xfrm>
                    <a:solidFill>
                      <a:schemeClr val="accent1"/>
                    </a:solidFill>
                  </p:grpSpPr>
                  <p:sp>
                    <p:nvSpPr>
                      <p:cNvPr id="13093" name="Forme libre : forme 13092">
                        <a:extLst>
                          <a:ext uri="{FF2B5EF4-FFF2-40B4-BE49-F238E27FC236}">
                            <a16:creationId xmlns:a16="http://schemas.microsoft.com/office/drawing/2014/main" id="{1DF102AE-E968-4A3B-8BE2-2A3CD2AA0F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18720" y="2698193"/>
                        <a:ext cx="192657" cy="88535"/>
                      </a:xfrm>
                      <a:custGeom>
                        <a:avLst/>
                        <a:gdLst>
                          <a:gd name="connsiteX0" fmla="*/ 57126 w 192657"/>
                          <a:gd name="connsiteY0" fmla="*/ 13765 h 88535"/>
                          <a:gd name="connsiteX1" fmla="*/ 120944 w 192657"/>
                          <a:gd name="connsiteY1" fmla="*/ 811 h 88535"/>
                          <a:gd name="connsiteX2" fmla="*/ 188190 w 192657"/>
                          <a:gd name="connsiteY2" fmla="*/ 21385 h 88535"/>
                          <a:gd name="connsiteX3" fmla="*/ 188762 w 192657"/>
                          <a:gd name="connsiteY3" fmla="*/ 42911 h 88535"/>
                          <a:gd name="connsiteX4" fmla="*/ 132469 w 192657"/>
                          <a:gd name="connsiteY4" fmla="*/ 75391 h 88535"/>
                          <a:gd name="connsiteX5" fmla="*/ 72557 w 192657"/>
                          <a:gd name="connsiteY5" fmla="*/ 87583 h 88535"/>
                          <a:gd name="connsiteX6" fmla="*/ 30075 w 192657"/>
                          <a:gd name="connsiteY6" fmla="*/ 83011 h 88535"/>
                          <a:gd name="connsiteX7" fmla="*/ 2548 w 192657"/>
                          <a:gd name="connsiteY7" fmla="*/ 60056 h 88535"/>
                          <a:gd name="connsiteX8" fmla="*/ 5977 w 192657"/>
                          <a:gd name="connsiteY8" fmla="*/ 39197 h 88535"/>
                          <a:gd name="connsiteX9" fmla="*/ 29314 w 192657"/>
                          <a:gd name="connsiteY9" fmla="*/ 24528 h 88535"/>
                          <a:gd name="connsiteX10" fmla="*/ 57126 w 192657"/>
                          <a:gd name="connsiteY10" fmla="*/ 13765 h 88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92657" h="88535">
                            <a:moveTo>
                              <a:pt x="57126" y="13765"/>
                            </a:moveTo>
                            <a:cubicBezTo>
                              <a:pt x="69699" y="10812"/>
                              <a:pt x="103418" y="2620"/>
                              <a:pt x="120944" y="811"/>
                            </a:cubicBezTo>
                            <a:cubicBezTo>
                              <a:pt x="153043" y="-2904"/>
                              <a:pt x="171141" y="6526"/>
                              <a:pt x="188190" y="21385"/>
                            </a:cubicBezTo>
                            <a:cubicBezTo>
                              <a:pt x="194096" y="26624"/>
                              <a:pt x="194001" y="37577"/>
                              <a:pt x="188762" y="42911"/>
                            </a:cubicBezTo>
                            <a:cubicBezTo>
                              <a:pt x="173617" y="58627"/>
                              <a:pt x="158377" y="69200"/>
                              <a:pt x="132469" y="75391"/>
                            </a:cubicBezTo>
                            <a:cubicBezTo>
                              <a:pt x="118848" y="78535"/>
                              <a:pt x="90083" y="85202"/>
                              <a:pt x="72557" y="87583"/>
                            </a:cubicBezTo>
                            <a:cubicBezTo>
                              <a:pt x="56555" y="89774"/>
                              <a:pt x="41982" y="88155"/>
                              <a:pt x="30075" y="83011"/>
                            </a:cubicBezTo>
                            <a:cubicBezTo>
                              <a:pt x="18074" y="77963"/>
                              <a:pt x="9025" y="69772"/>
                              <a:pt x="2548" y="60056"/>
                            </a:cubicBezTo>
                            <a:cubicBezTo>
                              <a:pt x="-2119" y="53198"/>
                              <a:pt x="-24" y="43007"/>
                              <a:pt x="5977" y="39197"/>
                            </a:cubicBezTo>
                            <a:cubicBezTo>
                              <a:pt x="14550" y="33862"/>
                              <a:pt x="21884" y="28719"/>
                              <a:pt x="29314" y="24528"/>
                            </a:cubicBezTo>
                            <a:cubicBezTo>
                              <a:pt x="36838" y="20242"/>
                              <a:pt x="44649" y="17003"/>
                              <a:pt x="57126" y="1376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94" name="Forme libre : forme 13093">
                        <a:extLst>
                          <a:ext uri="{FF2B5EF4-FFF2-40B4-BE49-F238E27FC236}">
                            <a16:creationId xmlns:a16="http://schemas.microsoft.com/office/drawing/2014/main" id="{B979527D-FC38-4FE2-B6B7-DB12F45207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24411" y="2698309"/>
                        <a:ext cx="186690" cy="44017"/>
                      </a:xfrm>
                      <a:custGeom>
                        <a:avLst/>
                        <a:gdLst>
                          <a:gd name="connsiteX0" fmla="*/ 109823 w 186690"/>
                          <a:gd name="connsiteY0" fmla="*/ 29175 h 44017"/>
                          <a:gd name="connsiteX1" fmla="*/ 186690 w 186690"/>
                          <a:gd name="connsiteY1" fmla="*/ 29936 h 44017"/>
                          <a:gd name="connsiteX2" fmla="*/ 182499 w 186690"/>
                          <a:gd name="connsiteY2" fmla="*/ 21364 h 44017"/>
                          <a:gd name="connsiteX3" fmla="*/ 173546 w 186690"/>
                          <a:gd name="connsiteY3" fmla="*/ 14220 h 44017"/>
                          <a:gd name="connsiteX4" fmla="*/ 142685 w 186690"/>
                          <a:gd name="connsiteY4" fmla="*/ 1171 h 44017"/>
                          <a:gd name="connsiteX5" fmla="*/ 115348 w 186690"/>
                          <a:gd name="connsiteY5" fmla="*/ 790 h 44017"/>
                          <a:gd name="connsiteX6" fmla="*/ 104299 w 186690"/>
                          <a:gd name="connsiteY6" fmla="*/ 2409 h 44017"/>
                          <a:gd name="connsiteX7" fmla="*/ 55721 w 186690"/>
                          <a:gd name="connsiteY7" fmla="*/ 12792 h 44017"/>
                          <a:gd name="connsiteX8" fmla="*/ 51530 w 186690"/>
                          <a:gd name="connsiteY8" fmla="*/ 13744 h 44017"/>
                          <a:gd name="connsiteX9" fmla="*/ 30385 w 186690"/>
                          <a:gd name="connsiteY9" fmla="*/ 21078 h 44017"/>
                          <a:gd name="connsiteX10" fmla="*/ 8096 w 186690"/>
                          <a:gd name="connsiteY10" fmla="*/ 34223 h 44017"/>
                          <a:gd name="connsiteX11" fmla="*/ 286 w 186690"/>
                          <a:gd name="connsiteY11" fmla="*/ 39176 h 44017"/>
                          <a:gd name="connsiteX12" fmla="*/ 0 w 186690"/>
                          <a:gd name="connsiteY12" fmla="*/ 39366 h 44017"/>
                          <a:gd name="connsiteX13" fmla="*/ 53721 w 186690"/>
                          <a:gd name="connsiteY13" fmla="*/ 41843 h 44017"/>
                          <a:gd name="connsiteX14" fmla="*/ 109823 w 186690"/>
                          <a:gd name="connsiteY14" fmla="*/ 29175 h 44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86690" h="44017">
                            <a:moveTo>
                              <a:pt x="109823" y="29175"/>
                            </a:moveTo>
                            <a:cubicBezTo>
                              <a:pt x="135827" y="22507"/>
                              <a:pt x="165449" y="19840"/>
                              <a:pt x="186690" y="29936"/>
                            </a:cubicBezTo>
                            <a:cubicBezTo>
                              <a:pt x="186214" y="26603"/>
                              <a:pt x="184880" y="23555"/>
                              <a:pt x="182499" y="21364"/>
                            </a:cubicBezTo>
                            <a:cubicBezTo>
                              <a:pt x="179546" y="18792"/>
                              <a:pt x="176594" y="16411"/>
                              <a:pt x="173546" y="14220"/>
                            </a:cubicBezTo>
                            <a:cubicBezTo>
                              <a:pt x="164687" y="7934"/>
                              <a:pt x="154877" y="3171"/>
                              <a:pt x="142685" y="1171"/>
                            </a:cubicBezTo>
                            <a:cubicBezTo>
                              <a:pt x="134684" y="-163"/>
                              <a:pt x="125825" y="-448"/>
                              <a:pt x="115348" y="790"/>
                            </a:cubicBezTo>
                            <a:cubicBezTo>
                              <a:pt x="112109" y="1171"/>
                              <a:pt x="108395" y="1743"/>
                              <a:pt x="104299" y="2409"/>
                            </a:cubicBezTo>
                            <a:cubicBezTo>
                              <a:pt x="88106" y="5171"/>
                              <a:pt x="67437" y="10125"/>
                              <a:pt x="55721" y="12792"/>
                            </a:cubicBezTo>
                            <a:cubicBezTo>
                              <a:pt x="54197" y="13173"/>
                              <a:pt x="52769" y="13458"/>
                              <a:pt x="51530" y="13744"/>
                            </a:cubicBezTo>
                            <a:cubicBezTo>
                              <a:pt x="42767" y="15935"/>
                              <a:pt x="36195" y="18316"/>
                              <a:pt x="30385" y="21078"/>
                            </a:cubicBezTo>
                            <a:cubicBezTo>
                              <a:pt x="22574" y="24793"/>
                              <a:pt x="15907" y="29556"/>
                              <a:pt x="8096" y="34223"/>
                            </a:cubicBezTo>
                            <a:cubicBezTo>
                              <a:pt x="5525" y="35937"/>
                              <a:pt x="3048" y="37366"/>
                              <a:pt x="286" y="39176"/>
                            </a:cubicBezTo>
                            <a:lnTo>
                              <a:pt x="0" y="39366"/>
                            </a:lnTo>
                            <a:cubicBezTo>
                              <a:pt x="16669" y="45177"/>
                              <a:pt x="35147" y="44986"/>
                              <a:pt x="53721" y="41843"/>
                            </a:cubicBezTo>
                            <a:cubicBezTo>
                              <a:pt x="72390" y="38890"/>
                              <a:pt x="91250" y="33842"/>
                              <a:pt x="109823" y="2917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95" name="Forme libre : forme 13094">
                        <a:extLst>
                          <a:ext uri="{FF2B5EF4-FFF2-40B4-BE49-F238E27FC236}">
                            <a16:creationId xmlns:a16="http://schemas.microsoft.com/office/drawing/2014/main" id="{EC28D652-70FC-4E98-BD56-C0D7B2AE72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5745" y="2728316"/>
                        <a:ext cx="88602" cy="29770"/>
                      </a:xfrm>
                      <a:custGeom>
                        <a:avLst/>
                        <a:gdLst>
                          <a:gd name="connsiteX0" fmla="*/ 3 w 88602"/>
                          <a:gd name="connsiteY0" fmla="*/ 21932 h 29770"/>
                          <a:gd name="connsiteX1" fmla="*/ 17244 w 88602"/>
                          <a:gd name="connsiteY1" fmla="*/ 10312 h 29770"/>
                          <a:gd name="connsiteX2" fmla="*/ 43437 w 88602"/>
                          <a:gd name="connsiteY2" fmla="*/ 2882 h 29770"/>
                          <a:gd name="connsiteX3" fmla="*/ 88491 w 88602"/>
                          <a:gd name="connsiteY3" fmla="*/ 7264 h 29770"/>
                          <a:gd name="connsiteX4" fmla="*/ 48867 w 88602"/>
                          <a:gd name="connsiteY4" fmla="*/ 27076 h 29770"/>
                          <a:gd name="connsiteX5" fmla="*/ 20768 w 88602"/>
                          <a:gd name="connsiteY5" fmla="*/ 29743 h 29770"/>
                          <a:gd name="connsiteX6" fmla="*/ 3 w 88602"/>
                          <a:gd name="connsiteY6" fmla="*/ 21932 h 297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8602" h="29770">
                            <a:moveTo>
                              <a:pt x="3" y="21932"/>
                            </a:moveTo>
                            <a:cubicBezTo>
                              <a:pt x="-187" y="16884"/>
                              <a:pt x="7909" y="13550"/>
                              <a:pt x="17244" y="10312"/>
                            </a:cubicBezTo>
                            <a:cubicBezTo>
                              <a:pt x="26578" y="7169"/>
                              <a:pt x="37627" y="4216"/>
                              <a:pt x="43437" y="2882"/>
                            </a:cubicBezTo>
                            <a:cubicBezTo>
                              <a:pt x="54677" y="311"/>
                              <a:pt x="86204" y="-3690"/>
                              <a:pt x="88491" y="7264"/>
                            </a:cubicBezTo>
                            <a:cubicBezTo>
                              <a:pt x="90681" y="17837"/>
                              <a:pt x="60011" y="24980"/>
                              <a:pt x="48867" y="27076"/>
                            </a:cubicBezTo>
                            <a:cubicBezTo>
                              <a:pt x="43342" y="28028"/>
                              <a:pt x="31626" y="30029"/>
                              <a:pt x="20768" y="29743"/>
                            </a:cubicBezTo>
                            <a:cubicBezTo>
                              <a:pt x="9814" y="29743"/>
                              <a:pt x="194" y="26885"/>
                              <a:pt x="3" y="2193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96" name="Forme libre : forme 13095">
                        <a:extLst>
                          <a:ext uri="{FF2B5EF4-FFF2-40B4-BE49-F238E27FC236}">
                            <a16:creationId xmlns:a16="http://schemas.microsoft.com/office/drawing/2014/main" id="{AE927C05-F5B1-43AB-9A5B-1B41B6E890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80704" y="2728345"/>
                        <a:ext cx="64362" cy="20664"/>
                      </a:xfrm>
                      <a:custGeom>
                        <a:avLst/>
                        <a:gdLst>
                          <a:gd name="connsiteX0" fmla="*/ 46958 w 64362"/>
                          <a:gd name="connsiteY0" fmla="*/ 20665 h 20664"/>
                          <a:gd name="connsiteX1" fmla="*/ 63913 w 64362"/>
                          <a:gd name="connsiteY1" fmla="*/ 7140 h 20664"/>
                          <a:gd name="connsiteX2" fmla="*/ 17907 w 64362"/>
                          <a:gd name="connsiteY2" fmla="*/ 2949 h 20664"/>
                          <a:gd name="connsiteX3" fmla="*/ 0 w 64362"/>
                          <a:gd name="connsiteY3" fmla="*/ 8187 h 20664"/>
                          <a:gd name="connsiteX4" fmla="*/ 9906 w 64362"/>
                          <a:gd name="connsiteY4" fmla="*/ 7044 h 20664"/>
                          <a:gd name="connsiteX5" fmla="*/ 46958 w 64362"/>
                          <a:gd name="connsiteY5" fmla="*/ 20665 h 206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4362" h="20664">
                            <a:moveTo>
                              <a:pt x="46958" y="20665"/>
                            </a:moveTo>
                            <a:cubicBezTo>
                              <a:pt x="52006" y="17617"/>
                              <a:pt x="67151" y="13521"/>
                              <a:pt x="63913" y="7140"/>
                            </a:cubicBezTo>
                            <a:cubicBezTo>
                              <a:pt x="58674" y="-3243"/>
                              <a:pt x="32290" y="-99"/>
                              <a:pt x="17907" y="2949"/>
                            </a:cubicBezTo>
                            <a:cubicBezTo>
                              <a:pt x="13716" y="3806"/>
                              <a:pt x="4381" y="6568"/>
                              <a:pt x="0" y="8187"/>
                            </a:cubicBezTo>
                            <a:cubicBezTo>
                              <a:pt x="2667" y="7902"/>
                              <a:pt x="7239" y="6949"/>
                              <a:pt x="9906" y="7044"/>
                            </a:cubicBezTo>
                            <a:cubicBezTo>
                              <a:pt x="25051" y="7521"/>
                              <a:pt x="43815" y="8949"/>
                              <a:pt x="46958" y="2066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97" name="Forme libre : forme 13096">
                        <a:extLst>
                          <a:ext uri="{FF2B5EF4-FFF2-40B4-BE49-F238E27FC236}">
                            <a16:creationId xmlns:a16="http://schemas.microsoft.com/office/drawing/2014/main" id="{A298AD8D-B4E5-40DC-A56B-0A91B76EB3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0825" y="2726223"/>
                        <a:ext cx="88469" cy="30185"/>
                      </a:xfrm>
                      <a:custGeom>
                        <a:avLst/>
                        <a:gdLst>
                          <a:gd name="connsiteX0" fmla="*/ 161 w 88469"/>
                          <a:gd name="connsiteY0" fmla="*/ 21454 h 30185"/>
                          <a:gd name="connsiteX1" fmla="*/ 18354 w 88469"/>
                          <a:gd name="connsiteY1" fmla="*/ 10309 h 30185"/>
                          <a:gd name="connsiteX2" fmla="*/ 43690 w 88469"/>
                          <a:gd name="connsiteY2" fmla="*/ 2975 h 30185"/>
                          <a:gd name="connsiteX3" fmla="*/ 88267 w 88469"/>
                          <a:gd name="connsiteY3" fmla="*/ 7547 h 30185"/>
                          <a:gd name="connsiteX4" fmla="*/ 48738 w 88469"/>
                          <a:gd name="connsiteY4" fmla="*/ 27359 h 30185"/>
                          <a:gd name="connsiteX5" fmla="*/ 19592 w 88469"/>
                          <a:gd name="connsiteY5" fmla="*/ 30121 h 30185"/>
                          <a:gd name="connsiteX6" fmla="*/ 161 w 88469"/>
                          <a:gd name="connsiteY6" fmla="*/ 21454 h 301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8469" h="30185">
                            <a:moveTo>
                              <a:pt x="161" y="21454"/>
                            </a:moveTo>
                            <a:cubicBezTo>
                              <a:pt x="1685" y="16405"/>
                              <a:pt x="9495" y="13357"/>
                              <a:pt x="18354" y="10309"/>
                            </a:cubicBezTo>
                            <a:cubicBezTo>
                              <a:pt x="27212" y="7262"/>
                              <a:pt x="37594" y="4499"/>
                              <a:pt x="43690" y="2975"/>
                            </a:cubicBezTo>
                            <a:cubicBezTo>
                              <a:pt x="55691" y="-73"/>
                              <a:pt x="85124" y="-3407"/>
                              <a:pt x="88267" y="7547"/>
                            </a:cubicBezTo>
                            <a:cubicBezTo>
                              <a:pt x="91315" y="18215"/>
                              <a:pt x="59025" y="25264"/>
                              <a:pt x="48738" y="27359"/>
                            </a:cubicBezTo>
                            <a:cubicBezTo>
                              <a:pt x="43690" y="28312"/>
                              <a:pt x="31022" y="30598"/>
                              <a:pt x="19592" y="30121"/>
                            </a:cubicBezTo>
                            <a:cubicBezTo>
                              <a:pt x="8162" y="29836"/>
                              <a:pt x="-1363" y="26502"/>
                              <a:pt x="161" y="2145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98" name="Forme libre : forme 13097">
                        <a:extLst>
                          <a:ext uri="{FF2B5EF4-FFF2-40B4-BE49-F238E27FC236}">
                            <a16:creationId xmlns:a16="http://schemas.microsoft.com/office/drawing/2014/main" id="{EDAF3628-C4CA-4858-8287-E8822CC160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3718" y="2708633"/>
                        <a:ext cx="112861" cy="44327"/>
                      </a:xfrm>
                      <a:custGeom>
                        <a:avLst/>
                        <a:gdLst>
                          <a:gd name="connsiteX0" fmla="*/ 111761 w 112861"/>
                          <a:gd name="connsiteY0" fmla="*/ 20375 h 44327"/>
                          <a:gd name="connsiteX1" fmla="*/ 98903 w 112861"/>
                          <a:gd name="connsiteY1" fmla="*/ 9611 h 44327"/>
                          <a:gd name="connsiteX2" fmla="*/ 54421 w 112861"/>
                          <a:gd name="connsiteY2" fmla="*/ 86 h 44327"/>
                          <a:gd name="connsiteX3" fmla="*/ 12511 w 112861"/>
                          <a:gd name="connsiteY3" fmla="*/ 11135 h 44327"/>
                          <a:gd name="connsiteX4" fmla="*/ 700 w 112861"/>
                          <a:gd name="connsiteY4" fmla="*/ 27233 h 44327"/>
                          <a:gd name="connsiteX5" fmla="*/ 14892 w 112861"/>
                          <a:gd name="connsiteY5" fmla="*/ 30661 h 44327"/>
                          <a:gd name="connsiteX6" fmla="*/ 54897 w 112861"/>
                          <a:gd name="connsiteY6" fmla="*/ 36758 h 44327"/>
                          <a:gd name="connsiteX7" fmla="*/ 94140 w 112861"/>
                          <a:gd name="connsiteY7" fmla="*/ 43139 h 44327"/>
                          <a:gd name="connsiteX8" fmla="*/ 111761 w 112861"/>
                          <a:gd name="connsiteY8" fmla="*/ 20375 h 443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2861" h="44327">
                            <a:moveTo>
                              <a:pt x="111761" y="20375"/>
                            </a:moveTo>
                            <a:cubicBezTo>
                              <a:pt x="108713" y="14374"/>
                              <a:pt x="106237" y="12659"/>
                              <a:pt x="98903" y="9611"/>
                            </a:cubicBezTo>
                            <a:cubicBezTo>
                              <a:pt x="84996" y="3706"/>
                              <a:pt x="72900" y="-676"/>
                              <a:pt x="54421" y="86"/>
                            </a:cubicBezTo>
                            <a:cubicBezTo>
                              <a:pt x="38991" y="848"/>
                              <a:pt x="23084" y="5420"/>
                              <a:pt x="12511" y="11135"/>
                            </a:cubicBezTo>
                            <a:cubicBezTo>
                              <a:pt x="4605" y="15517"/>
                              <a:pt x="-2253" y="21517"/>
                              <a:pt x="700" y="27233"/>
                            </a:cubicBezTo>
                            <a:cubicBezTo>
                              <a:pt x="2605" y="30757"/>
                              <a:pt x="9272" y="29995"/>
                              <a:pt x="14892" y="30661"/>
                            </a:cubicBezTo>
                            <a:cubicBezTo>
                              <a:pt x="28227" y="32185"/>
                              <a:pt x="41276" y="32471"/>
                              <a:pt x="54897" y="36758"/>
                            </a:cubicBezTo>
                            <a:cubicBezTo>
                              <a:pt x="66518" y="40377"/>
                              <a:pt x="78995" y="47044"/>
                              <a:pt x="94140" y="43139"/>
                            </a:cubicBezTo>
                            <a:cubicBezTo>
                              <a:pt x="107761" y="39520"/>
                              <a:pt x="115952" y="28661"/>
                              <a:pt x="111761" y="2037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99" name="Forme libre : forme 13098">
                        <a:extLst>
                          <a:ext uri="{FF2B5EF4-FFF2-40B4-BE49-F238E27FC236}">
                            <a16:creationId xmlns:a16="http://schemas.microsoft.com/office/drawing/2014/main" id="{607E1CFC-8368-4F30-A9C0-7B06A6DF5E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0987" y="2740616"/>
                        <a:ext cx="34357" cy="16573"/>
                      </a:xfrm>
                      <a:custGeom>
                        <a:avLst/>
                        <a:gdLst>
                          <a:gd name="connsiteX0" fmla="*/ 31346 w 34357"/>
                          <a:gd name="connsiteY0" fmla="*/ 5061 h 16573"/>
                          <a:gd name="connsiteX1" fmla="*/ 34299 w 34357"/>
                          <a:gd name="connsiteY1" fmla="*/ 2012 h 16573"/>
                          <a:gd name="connsiteX2" fmla="*/ 31251 w 34357"/>
                          <a:gd name="connsiteY2" fmla="*/ 12 h 16573"/>
                          <a:gd name="connsiteX3" fmla="*/ 24679 w 34357"/>
                          <a:gd name="connsiteY3" fmla="*/ 869 h 16573"/>
                          <a:gd name="connsiteX4" fmla="*/ 9153 w 34357"/>
                          <a:gd name="connsiteY4" fmla="*/ 5727 h 16573"/>
                          <a:gd name="connsiteX5" fmla="*/ 3819 w 34357"/>
                          <a:gd name="connsiteY5" fmla="*/ 8299 h 16573"/>
                          <a:gd name="connsiteX6" fmla="*/ 8867 w 34357"/>
                          <a:gd name="connsiteY6" fmla="*/ 15919 h 16573"/>
                          <a:gd name="connsiteX7" fmla="*/ 31346 w 34357"/>
                          <a:gd name="connsiteY7" fmla="*/ 5061 h 165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4357" h="16573">
                            <a:moveTo>
                              <a:pt x="31346" y="5061"/>
                            </a:moveTo>
                            <a:cubicBezTo>
                              <a:pt x="32870" y="4013"/>
                              <a:pt x="33918" y="3251"/>
                              <a:pt x="34299" y="2012"/>
                            </a:cubicBezTo>
                            <a:cubicBezTo>
                              <a:pt x="34680" y="774"/>
                              <a:pt x="33156" y="107"/>
                              <a:pt x="31251" y="12"/>
                            </a:cubicBezTo>
                            <a:cubicBezTo>
                              <a:pt x="29346" y="-83"/>
                              <a:pt x="26679" y="393"/>
                              <a:pt x="24679" y="869"/>
                            </a:cubicBezTo>
                            <a:cubicBezTo>
                              <a:pt x="19440" y="2203"/>
                              <a:pt x="13916" y="3727"/>
                              <a:pt x="9153" y="5727"/>
                            </a:cubicBezTo>
                            <a:cubicBezTo>
                              <a:pt x="7153" y="6585"/>
                              <a:pt x="5248" y="7251"/>
                              <a:pt x="3819" y="8299"/>
                            </a:cubicBezTo>
                            <a:cubicBezTo>
                              <a:pt x="-2467" y="12966"/>
                              <a:pt x="-1134" y="18491"/>
                              <a:pt x="8867" y="15919"/>
                            </a:cubicBezTo>
                            <a:cubicBezTo>
                              <a:pt x="16583" y="14109"/>
                              <a:pt x="25155" y="9252"/>
                              <a:pt x="31346" y="506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00" name="Forme libre : forme 13099">
                        <a:extLst>
                          <a:ext uri="{FF2B5EF4-FFF2-40B4-BE49-F238E27FC236}">
                            <a16:creationId xmlns:a16="http://schemas.microsoft.com/office/drawing/2014/main" id="{C86029E1-C376-4BC9-976F-E189210DD7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26126" y="2713958"/>
                        <a:ext cx="48101" cy="26860"/>
                      </a:xfrm>
                      <a:custGeom>
                        <a:avLst/>
                        <a:gdLst>
                          <a:gd name="connsiteX0" fmla="*/ 0 w 48101"/>
                          <a:gd name="connsiteY0" fmla="*/ 26861 h 26860"/>
                          <a:gd name="connsiteX1" fmla="*/ 22955 w 48101"/>
                          <a:gd name="connsiteY1" fmla="*/ 12954 h 26860"/>
                          <a:gd name="connsiteX2" fmla="*/ 48101 w 48101"/>
                          <a:gd name="connsiteY2" fmla="*/ 0 h 26860"/>
                          <a:gd name="connsiteX3" fmla="*/ 24384 w 48101"/>
                          <a:gd name="connsiteY3" fmla="*/ 14383 h 26860"/>
                          <a:gd name="connsiteX4" fmla="*/ 0 w 48101"/>
                          <a:gd name="connsiteY4" fmla="*/ 26861 h 268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8101" h="26860">
                            <a:moveTo>
                              <a:pt x="0" y="26861"/>
                            </a:moveTo>
                            <a:cubicBezTo>
                              <a:pt x="5620" y="21241"/>
                              <a:pt x="14478" y="17336"/>
                              <a:pt x="22955" y="12954"/>
                            </a:cubicBezTo>
                            <a:cubicBezTo>
                              <a:pt x="32385" y="8096"/>
                              <a:pt x="41243" y="3524"/>
                              <a:pt x="48101" y="0"/>
                            </a:cubicBezTo>
                            <a:cubicBezTo>
                              <a:pt x="39909" y="4286"/>
                              <a:pt x="32194" y="9525"/>
                              <a:pt x="24384" y="14383"/>
                            </a:cubicBezTo>
                            <a:cubicBezTo>
                              <a:pt x="16478" y="19336"/>
                              <a:pt x="8096" y="23622"/>
                              <a:pt x="0" y="2686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01" name="Forme libre : forme 13100">
                        <a:extLst>
                          <a:ext uri="{FF2B5EF4-FFF2-40B4-BE49-F238E27FC236}">
                            <a16:creationId xmlns:a16="http://schemas.microsoft.com/office/drawing/2014/main" id="{2D1A6F5B-A0ED-4005-A2A4-66098C7B8F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8713" y="2739294"/>
                        <a:ext cx="57435" cy="32289"/>
                      </a:xfrm>
                      <a:custGeom>
                        <a:avLst/>
                        <a:gdLst>
                          <a:gd name="connsiteX0" fmla="*/ 0 w 57435"/>
                          <a:gd name="connsiteY0" fmla="*/ 32290 h 32289"/>
                          <a:gd name="connsiteX1" fmla="*/ 57436 w 57435"/>
                          <a:gd name="connsiteY1" fmla="*/ 0 h 32289"/>
                          <a:gd name="connsiteX2" fmla="*/ 0 w 57435"/>
                          <a:gd name="connsiteY2" fmla="*/ 32290 h 322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435" h="32289">
                            <a:moveTo>
                              <a:pt x="0" y="32290"/>
                            </a:moveTo>
                            <a:cubicBezTo>
                              <a:pt x="22860" y="26479"/>
                              <a:pt x="42100" y="13049"/>
                              <a:pt x="57436" y="0"/>
                            </a:cubicBezTo>
                            <a:cubicBezTo>
                              <a:pt x="43720" y="12859"/>
                              <a:pt x="18764" y="24098"/>
                              <a:pt x="0" y="3229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02" name="Forme libre : forme 13101">
                        <a:extLst>
                          <a:ext uri="{FF2B5EF4-FFF2-40B4-BE49-F238E27FC236}">
                            <a16:creationId xmlns:a16="http://schemas.microsoft.com/office/drawing/2014/main" id="{3E44E575-5C9D-4681-B98E-C0442DD4E4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6454" y="2746173"/>
                        <a:ext cx="33455" cy="8607"/>
                      </a:xfrm>
                      <a:custGeom>
                        <a:avLst/>
                        <a:gdLst>
                          <a:gd name="connsiteX0" fmla="*/ 154 w 33455"/>
                          <a:gd name="connsiteY0" fmla="*/ 5218 h 8607"/>
                          <a:gd name="connsiteX1" fmla="*/ 19204 w 33455"/>
                          <a:gd name="connsiteY1" fmla="*/ 265 h 8607"/>
                          <a:gd name="connsiteX2" fmla="*/ 33301 w 33455"/>
                          <a:gd name="connsiteY2" fmla="*/ 3409 h 8607"/>
                          <a:gd name="connsiteX3" fmla="*/ 15394 w 33455"/>
                          <a:gd name="connsiteY3" fmla="*/ 8457 h 8607"/>
                          <a:gd name="connsiteX4" fmla="*/ 154 w 33455"/>
                          <a:gd name="connsiteY4" fmla="*/ 5218 h 86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455" h="8607">
                            <a:moveTo>
                              <a:pt x="154" y="5218"/>
                            </a:moveTo>
                            <a:cubicBezTo>
                              <a:pt x="1869" y="1599"/>
                              <a:pt x="15109" y="646"/>
                              <a:pt x="19204" y="265"/>
                            </a:cubicBezTo>
                            <a:cubicBezTo>
                              <a:pt x="23300" y="-116"/>
                              <a:pt x="34921" y="-687"/>
                              <a:pt x="33301" y="3409"/>
                            </a:cubicBezTo>
                            <a:cubicBezTo>
                              <a:pt x="31682" y="7504"/>
                              <a:pt x="19300" y="8266"/>
                              <a:pt x="15394" y="8457"/>
                            </a:cubicBezTo>
                            <a:cubicBezTo>
                              <a:pt x="11489" y="8743"/>
                              <a:pt x="-1560" y="9028"/>
                              <a:pt x="154" y="521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03" name="Forme libre : forme 13102">
                        <a:extLst>
                          <a:ext uri="{FF2B5EF4-FFF2-40B4-BE49-F238E27FC236}">
                            <a16:creationId xmlns:a16="http://schemas.microsoft.com/office/drawing/2014/main" id="{E328DA2A-0E03-436A-BA7A-E40D15AADC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1510" y="2750560"/>
                        <a:ext cx="9551" cy="3514"/>
                      </a:xfrm>
                      <a:custGeom>
                        <a:avLst/>
                        <a:gdLst>
                          <a:gd name="connsiteX0" fmla="*/ 50 w 9551"/>
                          <a:gd name="connsiteY0" fmla="*/ 2451 h 3514"/>
                          <a:gd name="connsiteX1" fmla="*/ 4146 w 9551"/>
                          <a:gd name="connsiteY1" fmla="*/ 165 h 3514"/>
                          <a:gd name="connsiteX2" fmla="*/ 9480 w 9551"/>
                          <a:gd name="connsiteY2" fmla="*/ 1022 h 3514"/>
                          <a:gd name="connsiteX3" fmla="*/ 5479 w 9551"/>
                          <a:gd name="connsiteY3" fmla="*/ 3308 h 3514"/>
                          <a:gd name="connsiteX4" fmla="*/ 50 w 9551"/>
                          <a:gd name="connsiteY4" fmla="*/ 2451 h 35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51" h="3514">
                            <a:moveTo>
                              <a:pt x="50" y="2451"/>
                            </a:moveTo>
                            <a:cubicBezTo>
                              <a:pt x="-426" y="1117"/>
                              <a:pt x="2622" y="355"/>
                              <a:pt x="4146" y="165"/>
                            </a:cubicBezTo>
                            <a:cubicBezTo>
                              <a:pt x="5765" y="-26"/>
                              <a:pt x="8908" y="-312"/>
                              <a:pt x="9480" y="1022"/>
                            </a:cubicBezTo>
                            <a:cubicBezTo>
                              <a:pt x="10051" y="2355"/>
                              <a:pt x="7098" y="3118"/>
                              <a:pt x="5479" y="3308"/>
                            </a:cubicBezTo>
                            <a:cubicBezTo>
                              <a:pt x="3955" y="3594"/>
                              <a:pt x="526" y="3784"/>
                              <a:pt x="50" y="245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104" name="Forme libre : forme 13103">
                        <a:extLst>
                          <a:ext uri="{FF2B5EF4-FFF2-40B4-BE49-F238E27FC236}">
                            <a16:creationId xmlns:a16="http://schemas.microsoft.com/office/drawing/2014/main" id="{65AC8BE5-D992-418A-9170-9A5FD1AA3B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27616" y="2746004"/>
                        <a:ext cx="86827" cy="33616"/>
                      </a:xfrm>
                      <a:custGeom>
                        <a:avLst/>
                        <a:gdLst>
                          <a:gd name="connsiteX0" fmla="*/ 19942 w 86827"/>
                          <a:gd name="connsiteY0" fmla="*/ 22341 h 33616"/>
                          <a:gd name="connsiteX1" fmla="*/ 225 w 86827"/>
                          <a:gd name="connsiteY1" fmla="*/ 4530 h 33616"/>
                          <a:gd name="connsiteX2" fmla="*/ 7083 w 86827"/>
                          <a:gd name="connsiteY2" fmla="*/ 148 h 33616"/>
                          <a:gd name="connsiteX3" fmla="*/ 16227 w 86827"/>
                          <a:gd name="connsiteY3" fmla="*/ 4815 h 33616"/>
                          <a:gd name="connsiteX4" fmla="*/ 46993 w 86827"/>
                          <a:gd name="connsiteY4" fmla="*/ 16817 h 33616"/>
                          <a:gd name="connsiteX5" fmla="*/ 71472 w 86827"/>
                          <a:gd name="connsiteY5" fmla="*/ 18150 h 33616"/>
                          <a:gd name="connsiteX6" fmla="*/ 86426 w 86827"/>
                          <a:gd name="connsiteY6" fmla="*/ 24532 h 33616"/>
                          <a:gd name="connsiteX7" fmla="*/ 66995 w 86827"/>
                          <a:gd name="connsiteY7" fmla="*/ 32819 h 33616"/>
                          <a:gd name="connsiteX8" fmla="*/ 42230 w 86827"/>
                          <a:gd name="connsiteY8" fmla="*/ 32533 h 33616"/>
                          <a:gd name="connsiteX9" fmla="*/ 19942 w 86827"/>
                          <a:gd name="connsiteY9" fmla="*/ 22341 h 33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827" h="33616">
                            <a:moveTo>
                              <a:pt x="19942" y="22341"/>
                            </a:moveTo>
                            <a:cubicBezTo>
                              <a:pt x="10131" y="17103"/>
                              <a:pt x="3654" y="12340"/>
                              <a:pt x="225" y="4530"/>
                            </a:cubicBezTo>
                            <a:cubicBezTo>
                              <a:pt x="-1013" y="1672"/>
                              <a:pt x="3082" y="-614"/>
                              <a:pt x="7083" y="148"/>
                            </a:cubicBezTo>
                            <a:cubicBezTo>
                              <a:pt x="11274" y="624"/>
                              <a:pt x="13560" y="2910"/>
                              <a:pt x="16227" y="4815"/>
                            </a:cubicBezTo>
                            <a:cubicBezTo>
                              <a:pt x="24704" y="11007"/>
                              <a:pt x="35277" y="14531"/>
                              <a:pt x="46993" y="16817"/>
                            </a:cubicBezTo>
                            <a:cubicBezTo>
                              <a:pt x="50707" y="17579"/>
                              <a:pt x="61947" y="17579"/>
                              <a:pt x="71472" y="18150"/>
                            </a:cubicBezTo>
                            <a:cubicBezTo>
                              <a:pt x="80902" y="18722"/>
                              <a:pt x="88712" y="20151"/>
                              <a:pt x="86426" y="24532"/>
                            </a:cubicBezTo>
                            <a:cubicBezTo>
                              <a:pt x="84045" y="28913"/>
                              <a:pt x="76139" y="31580"/>
                              <a:pt x="66995" y="32819"/>
                            </a:cubicBezTo>
                            <a:cubicBezTo>
                              <a:pt x="57851" y="34057"/>
                              <a:pt x="47659" y="33771"/>
                              <a:pt x="42230" y="32533"/>
                            </a:cubicBezTo>
                            <a:cubicBezTo>
                              <a:pt x="31657" y="30533"/>
                              <a:pt x="27276" y="25961"/>
                              <a:pt x="19942" y="2234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60" name="Graphique 1">
                    <a:extLst>
                      <a:ext uri="{FF2B5EF4-FFF2-40B4-BE49-F238E27FC236}">
                        <a16:creationId xmlns:a16="http://schemas.microsoft.com/office/drawing/2014/main" id="{BDC74FD8-6076-4475-B9A8-E591FBF0FEBE}"/>
                      </a:ext>
                    </a:extLst>
                  </p:cNvPr>
                  <p:cNvGrpSpPr/>
                  <p:nvPr/>
                </p:nvGrpSpPr>
                <p:grpSpPr>
                  <a:xfrm>
                    <a:off x="1701010" y="2437066"/>
                    <a:ext cx="1155972" cy="332803"/>
                    <a:chOff x="1701010" y="2437066"/>
                    <a:chExt cx="1155972" cy="332803"/>
                  </a:xfrm>
                  <a:solidFill>
                    <a:schemeClr val="accent1"/>
                  </a:solidFill>
                </p:grpSpPr>
                <p:grpSp>
                  <p:nvGrpSpPr>
                    <p:cNvPr id="12997" name="Graphique 1">
                      <a:extLst>
                        <a:ext uri="{FF2B5EF4-FFF2-40B4-BE49-F238E27FC236}">
                          <a16:creationId xmlns:a16="http://schemas.microsoft.com/office/drawing/2014/main" id="{19E59A9D-53B0-459F-B88A-BF582FFF62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01010" y="2437066"/>
                      <a:ext cx="195008" cy="79035"/>
                      <a:chOff x="1701010" y="2437066"/>
                      <a:chExt cx="195008" cy="79035"/>
                    </a:xfrm>
                    <a:solidFill>
                      <a:schemeClr val="accent1"/>
                    </a:solidFill>
                  </p:grpSpPr>
                  <p:sp>
                    <p:nvSpPr>
                      <p:cNvPr id="13076" name="Forme libre : forme 13075">
                        <a:extLst>
                          <a:ext uri="{FF2B5EF4-FFF2-40B4-BE49-F238E27FC236}">
                            <a16:creationId xmlns:a16="http://schemas.microsoft.com/office/drawing/2014/main" id="{F366DA47-D463-4388-8572-E274078466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1010" y="2437066"/>
                        <a:ext cx="195008" cy="79035"/>
                      </a:xfrm>
                      <a:custGeom>
                        <a:avLst/>
                        <a:gdLst>
                          <a:gd name="connsiteX0" fmla="*/ 131604 w 195008"/>
                          <a:gd name="connsiteY0" fmla="*/ 75533 h 79035"/>
                          <a:gd name="connsiteX1" fmla="*/ 117126 w 195008"/>
                          <a:gd name="connsiteY1" fmla="*/ 76295 h 79035"/>
                          <a:gd name="connsiteX2" fmla="*/ 99886 w 195008"/>
                          <a:gd name="connsiteY2" fmla="*/ 76867 h 79035"/>
                          <a:gd name="connsiteX3" fmla="*/ 70358 w 195008"/>
                          <a:gd name="connsiteY3" fmla="*/ 78676 h 79035"/>
                          <a:gd name="connsiteX4" fmla="*/ 8922 w 195008"/>
                          <a:gd name="connsiteY4" fmla="*/ 64389 h 79035"/>
                          <a:gd name="connsiteX5" fmla="*/ 1588 w 195008"/>
                          <a:gd name="connsiteY5" fmla="*/ 44101 h 79035"/>
                          <a:gd name="connsiteX6" fmla="*/ 62548 w 195008"/>
                          <a:gd name="connsiteY6" fmla="*/ 3619 h 79035"/>
                          <a:gd name="connsiteX7" fmla="*/ 96171 w 195008"/>
                          <a:gd name="connsiteY7" fmla="*/ 286 h 79035"/>
                          <a:gd name="connsiteX8" fmla="*/ 105601 w 195008"/>
                          <a:gd name="connsiteY8" fmla="*/ 0 h 79035"/>
                          <a:gd name="connsiteX9" fmla="*/ 113983 w 195008"/>
                          <a:gd name="connsiteY9" fmla="*/ 0 h 79035"/>
                          <a:gd name="connsiteX10" fmla="*/ 128175 w 195008"/>
                          <a:gd name="connsiteY10" fmla="*/ 191 h 79035"/>
                          <a:gd name="connsiteX11" fmla="*/ 189611 w 195008"/>
                          <a:gd name="connsiteY11" fmla="*/ 27051 h 79035"/>
                          <a:gd name="connsiteX12" fmla="*/ 192183 w 195008"/>
                          <a:gd name="connsiteY12" fmla="*/ 48006 h 79035"/>
                          <a:gd name="connsiteX13" fmla="*/ 131604 w 195008"/>
                          <a:gd name="connsiteY13" fmla="*/ 75533 h 79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95008" h="79035">
                            <a:moveTo>
                              <a:pt x="131604" y="75533"/>
                            </a:moveTo>
                            <a:cubicBezTo>
                              <a:pt x="127699" y="75724"/>
                              <a:pt x="122746" y="76009"/>
                              <a:pt x="117126" y="76295"/>
                            </a:cubicBezTo>
                            <a:cubicBezTo>
                              <a:pt x="111697" y="76486"/>
                              <a:pt x="105791" y="76676"/>
                              <a:pt x="99886" y="76867"/>
                            </a:cubicBezTo>
                            <a:cubicBezTo>
                              <a:pt x="88742" y="77343"/>
                              <a:pt x="77502" y="78105"/>
                              <a:pt x="70358" y="78676"/>
                            </a:cubicBezTo>
                            <a:cubicBezTo>
                              <a:pt x="43498" y="80677"/>
                              <a:pt x="28543" y="74105"/>
                              <a:pt x="8922" y="64389"/>
                            </a:cubicBezTo>
                            <a:cubicBezTo>
                              <a:pt x="2350" y="61246"/>
                              <a:pt x="-2699" y="51435"/>
                              <a:pt x="1588" y="44101"/>
                            </a:cubicBezTo>
                            <a:cubicBezTo>
                              <a:pt x="13208" y="23908"/>
                              <a:pt x="31306" y="9334"/>
                              <a:pt x="62548" y="3619"/>
                            </a:cubicBezTo>
                            <a:cubicBezTo>
                              <a:pt x="70930" y="2095"/>
                              <a:pt x="83503" y="762"/>
                              <a:pt x="96171" y="286"/>
                            </a:cubicBezTo>
                            <a:cubicBezTo>
                              <a:pt x="99314" y="191"/>
                              <a:pt x="102457" y="95"/>
                              <a:pt x="105601" y="0"/>
                            </a:cubicBezTo>
                            <a:cubicBezTo>
                              <a:pt x="108458" y="0"/>
                              <a:pt x="111221" y="0"/>
                              <a:pt x="113983" y="0"/>
                            </a:cubicBezTo>
                            <a:cubicBezTo>
                              <a:pt x="119317" y="95"/>
                              <a:pt x="124175" y="191"/>
                              <a:pt x="128175" y="191"/>
                            </a:cubicBezTo>
                            <a:cubicBezTo>
                              <a:pt x="157702" y="1143"/>
                              <a:pt x="173704" y="12001"/>
                              <a:pt x="189611" y="27051"/>
                            </a:cubicBezTo>
                            <a:cubicBezTo>
                              <a:pt x="195136" y="32290"/>
                              <a:pt x="197136" y="42672"/>
                              <a:pt x="192183" y="48006"/>
                            </a:cubicBezTo>
                            <a:cubicBezTo>
                              <a:pt x="177705" y="63627"/>
                              <a:pt x="160465" y="73247"/>
                              <a:pt x="131604" y="7553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77" name="Forme libre : forme 13076">
                        <a:extLst>
                          <a:ext uri="{FF2B5EF4-FFF2-40B4-BE49-F238E27FC236}">
                            <a16:creationId xmlns:a16="http://schemas.microsoft.com/office/drawing/2014/main" id="{9139A8A3-835A-4059-8E54-901B489F38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3074" y="2484194"/>
                        <a:ext cx="190404" cy="31774"/>
                      </a:xfrm>
                      <a:custGeom>
                        <a:avLst/>
                        <a:gdLst>
                          <a:gd name="connsiteX0" fmla="*/ 74581 w 190404"/>
                          <a:gd name="connsiteY0" fmla="*/ 3736 h 31774"/>
                          <a:gd name="connsiteX1" fmla="*/ 0 w 190404"/>
                          <a:gd name="connsiteY1" fmla="*/ 10594 h 31774"/>
                          <a:gd name="connsiteX2" fmla="*/ 6763 w 190404"/>
                          <a:gd name="connsiteY2" fmla="*/ 17261 h 31774"/>
                          <a:gd name="connsiteX3" fmla="*/ 16574 w 190404"/>
                          <a:gd name="connsiteY3" fmla="*/ 21928 h 31774"/>
                          <a:gd name="connsiteX4" fmla="*/ 45244 w 190404"/>
                          <a:gd name="connsiteY4" fmla="*/ 30882 h 31774"/>
                          <a:gd name="connsiteX5" fmla="*/ 68294 w 190404"/>
                          <a:gd name="connsiteY5" fmla="*/ 31453 h 31774"/>
                          <a:gd name="connsiteX6" fmla="*/ 77724 w 190404"/>
                          <a:gd name="connsiteY6" fmla="*/ 30787 h 31774"/>
                          <a:gd name="connsiteX7" fmla="*/ 100870 w 190404"/>
                          <a:gd name="connsiteY7" fmla="*/ 29453 h 31774"/>
                          <a:gd name="connsiteX8" fmla="*/ 124778 w 190404"/>
                          <a:gd name="connsiteY8" fmla="*/ 28500 h 31774"/>
                          <a:gd name="connsiteX9" fmla="*/ 129540 w 190404"/>
                          <a:gd name="connsiteY9" fmla="*/ 28215 h 31774"/>
                          <a:gd name="connsiteX10" fmla="*/ 156305 w 190404"/>
                          <a:gd name="connsiteY10" fmla="*/ 23071 h 31774"/>
                          <a:gd name="connsiteX11" fmla="*/ 183071 w 190404"/>
                          <a:gd name="connsiteY11" fmla="*/ 7641 h 31774"/>
                          <a:gd name="connsiteX12" fmla="*/ 190214 w 190404"/>
                          <a:gd name="connsiteY12" fmla="*/ 783 h 31774"/>
                          <a:gd name="connsiteX13" fmla="*/ 190405 w 190404"/>
                          <a:gd name="connsiteY13" fmla="*/ 497 h 31774"/>
                          <a:gd name="connsiteX14" fmla="*/ 131921 w 190404"/>
                          <a:gd name="connsiteY14" fmla="*/ 116 h 31774"/>
                          <a:gd name="connsiteX15" fmla="*/ 74581 w 190404"/>
                          <a:gd name="connsiteY15" fmla="*/ 3736 h 317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90404" h="31774">
                            <a:moveTo>
                              <a:pt x="74581" y="3736"/>
                            </a:moveTo>
                            <a:cubicBezTo>
                              <a:pt x="48863" y="7927"/>
                              <a:pt x="22955" y="12689"/>
                              <a:pt x="0" y="10594"/>
                            </a:cubicBezTo>
                            <a:cubicBezTo>
                              <a:pt x="1714" y="13451"/>
                              <a:pt x="4000" y="15928"/>
                              <a:pt x="6763" y="17261"/>
                            </a:cubicBezTo>
                            <a:cubicBezTo>
                              <a:pt x="10192" y="18880"/>
                              <a:pt x="13525" y="20404"/>
                              <a:pt x="16574" y="21928"/>
                            </a:cubicBezTo>
                            <a:cubicBezTo>
                              <a:pt x="25813" y="26119"/>
                              <a:pt x="34766" y="29453"/>
                              <a:pt x="45244" y="30882"/>
                            </a:cubicBezTo>
                            <a:cubicBezTo>
                              <a:pt x="52007" y="31834"/>
                              <a:pt x="59436" y="32025"/>
                              <a:pt x="68294" y="31453"/>
                            </a:cubicBezTo>
                            <a:cubicBezTo>
                              <a:pt x="70961" y="31263"/>
                              <a:pt x="74200" y="31072"/>
                              <a:pt x="77724" y="30787"/>
                            </a:cubicBezTo>
                            <a:cubicBezTo>
                              <a:pt x="84582" y="30215"/>
                              <a:pt x="92869" y="29739"/>
                              <a:pt x="100870" y="29453"/>
                            </a:cubicBezTo>
                            <a:cubicBezTo>
                              <a:pt x="109633" y="29072"/>
                              <a:pt x="118110" y="28786"/>
                              <a:pt x="124778" y="28500"/>
                            </a:cubicBezTo>
                            <a:cubicBezTo>
                              <a:pt x="126492" y="28405"/>
                              <a:pt x="128111" y="28310"/>
                              <a:pt x="129540" y="28215"/>
                            </a:cubicBezTo>
                            <a:cubicBezTo>
                              <a:pt x="139827" y="27453"/>
                              <a:pt x="148590" y="25643"/>
                              <a:pt x="156305" y="23071"/>
                            </a:cubicBezTo>
                            <a:cubicBezTo>
                              <a:pt x="166878" y="19356"/>
                              <a:pt x="175355" y="14023"/>
                              <a:pt x="183071" y="7641"/>
                            </a:cubicBezTo>
                            <a:cubicBezTo>
                              <a:pt x="185547" y="5450"/>
                              <a:pt x="187928" y="3164"/>
                              <a:pt x="190214" y="783"/>
                            </a:cubicBezTo>
                            <a:lnTo>
                              <a:pt x="190405" y="497"/>
                            </a:lnTo>
                            <a:cubicBezTo>
                              <a:pt x="171069" y="116"/>
                              <a:pt x="151447" y="-170"/>
                              <a:pt x="131921" y="116"/>
                            </a:cubicBezTo>
                            <a:cubicBezTo>
                              <a:pt x="112014" y="402"/>
                              <a:pt x="92678" y="592"/>
                              <a:pt x="74581" y="373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78" name="Forme libre : forme 13077">
                        <a:extLst>
                          <a:ext uri="{FF2B5EF4-FFF2-40B4-BE49-F238E27FC236}">
                            <a16:creationId xmlns:a16="http://schemas.microsoft.com/office/drawing/2014/main" id="{3C25991A-FEA8-46D0-AE9B-CA88842450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8540" y="2464771"/>
                        <a:ext cx="90175" cy="24795"/>
                      </a:xfrm>
                      <a:custGeom>
                        <a:avLst/>
                        <a:gdLst>
                          <a:gd name="connsiteX0" fmla="*/ 90172 w 90175"/>
                          <a:gd name="connsiteY0" fmla="*/ 11729 h 24795"/>
                          <a:gd name="connsiteX1" fmla="*/ 43405 w 90175"/>
                          <a:gd name="connsiteY1" fmla="*/ 24778 h 24795"/>
                          <a:gd name="connsiteX2" fmla="*/ 18068 w 90175"/>
                          <a:gd name="connsiteY2" fmla="*/ 23349 h 24795"/>
                          <a:gd name="connsiteX3" fmla="*/ 66 w 90175"/>
                          <a:gd name="connsiteY3" fmla="*/ 14301 h 24795"/>
                          <a:gd name="connsiteX4" fmla="*/ 16354 w 90175"/>
                          <a:gd name="connsiteY4" fmla="*/ 2585 h 24795"/>
                          <a:gd name="connsiteX5" fmla="*/ 42738 w 90175"/>
                          <a:gd name="connsiteY5" fmla="*/ 13 h 24795"/>
                          <a:gd name="connsiteX6" fmla="*/ 90172 w 90175"/>
                          <a:gd name="connsiteY6" fmla="*/ 11729 h 247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0175" h="24795">
                            <a:moveTo>
                              <a:pt x="90172" y="11729"/>
                            </a:moveTo>
                            <a:cubicBezTo>
                              <a:pt x="90553" y="21730"/>
                              <a:pt x="55311" y="24397"/>
                              <a:pt x="43405" y="24778"/>
                            </a:cubicBezTo>
                            <a:cubicBezTo>
                              <a:pt x="37309" y="24873"/>
                              <a:pt x="27212" y="24588"/>
                              <a:pt x="18068" y="23349"/>
                            </a:cubicBezTo>
                            <a:cubicBezTo>
                              <a:pt x="8924" y="22016"/>
                              <a:pt x="923" y="19730"/>
                              <a:pt x="66" y="14301"/>
                            </a:cubicBezTo>
                            <a:cubicBezTo>
                              <a:pt x="-791" y="8872"/>
                              <a:pt x="6829" y="4871"/>
                              <a:pt x="16354" y="2585"/>
                            </a:cubicBezTo>
                            <a:cubicBezTo>
                              <a:pt x="25879" y="299"/>
                              <a:pt x="37213" y="-82"/>
                              <a:pt x="42738" y="13"/>
                            </a:cubicBezTo>
                            <a:cubicBezTo>
                              <a:pt x="53882" y="108"/>
                              <a:pt x="89791" y="1537"/>
                              <a:pt x="90172" y="1172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79" name="Forme libre : forme 13078">
                        <a:extLst>
                          <a:ext uri="{FF2B5EF4-FFF2-40B4-BE49-F238E27FC236}">
                            <a16:creationId xmlns:a16="http://schemas.microsoft.com/office/drawing/2014/main" id="{33471128-BCB5-4D0F-BC7D-E1738A2B4D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7650" y="2467260"/>
                        <a:ext cx="63820" cy="22383"/>
                      </a:xfrm>
                      <a:custGeom>
                        <a:avLst/>
                        <a:gdLst>
                          <a:gd name="connsiteX0" fmla="*/ 18958 w 63820"/>
                          <a:gd name="connsiteY0" fmla="*/ 0 h 22383"/>
                          <a:gd name="connsiteX1" fmla="*/ 384 w 63820"/>
                          <a:gd name="connsiteY1" fmla="*/ 11906 h 22383"/>
                          <a:gd name="connsiteX2" fmla="*/ 44676 w 63820"/>
                          <a:gd name="connsiteY2" fmla="*/ 22384 h 22383"/>
                          <a:gd name="connsiteX3" fmla="*/ 63821 w 63820"/>
                          <a:gd name="connsiteY3" fmla="*/ 20479 h 22383"/>
                          <a:gd name="connsiteX4" fmla="*/ 53534 w 63820"/>
                          <a:gd name="connsiteY4" fmla="*/ 19907 h 22383"/>
                          <a:gd name="connsiteX5" fmla="*/ 18958 w 63820"/>
                          <a:gd name="connsiteY5" fmla="*/ 0 h 22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3820" h="22383">
                            <a:moveTo>
                              <a:pt x="18958" y="0"/>
                            </a:moveTo>
                            <a:cubicBezTo>
                              <a:pt x="13243" y="2191"/>
                              <a:pt x="-2664" y="5239"/>
                              <a:pt x="384" y="11906"/>
                            </a:cubicBezTo>
                            <a:cubicBezTo>
                              <a:pt x="5337" y="22098"/>
                              <a:pt x="29912" y="22193"/>
                              <a:pt x="44676" y="22384"/>
                            </a:cubicBezTo>
                            <a:cubicBezTo>
                              <a:pt x="49057" y="22384"/>
                              <a:pt x="58868" y="21336"/>
                              <a:pt x="63821" y="20479"/>
                            </a:cubicBezTo>
                            <a:cubicBezTo>
                              <a:pt x="60963" y="20384"/>
                              <a:pt x="56201" y="20479"/>
                              <a:pt x="53534" y="19907"/>
                            </a:cubicBezTo>
                            <a:cubicBezTo>
                              <a:pt x="38389" y="16288"/>
                              <a:pt x="20958" y="11811"/>
                              <a:pt x="18958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80" name="Forme libre : forme 13079">
                        <a:extLst>
                          <a:ext uri="{FF2B5EF4-FFF2-40B4-BE49-F238E27FC236}">
                            <a16:creationId xmlns:a16="http://schemas.microsoft.com/office/drawing/2014/main" id="{250C3493-FE9C-4C92-BF47-A7BE66D30E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73334" y="2467610"/>
                        <a:ext cx="90372" cy="24970"/>
                      </a:xfrm>
                      <a:custGeom>
                        <a:avLst/>
                        <a:gdLst>
                          <a:gd name="connsiteX0" fmla="*/ 90236 w 90372"/>
                          <a:gd name="connsiteY0" fmla="*/ 11461 h 24970"/>
                          <a:gd name="connsiteX1" fmla="*/ 42897 w 90372"/>
                          <a:gd name="connsiteY1" fmla="*/ 24891 h 24970"/>
                          <a:gd name="connsiteX2" fmla="*/ 17655 w 90372"/>
                          <a:gd name="connsiteY2" fmla="*/ 23272 h 24970"/>
                          <a:gd name="connsiteX3" fmla="*/ 129 w 90372"/>
                          <a:gd name="connsiteY3" fmla="*/ 13652 h 24970"/>
                          <a:gd name="connsiteX4" fmla="*/ 16417 w 90372"/>
                          <a:gd name="connsiteY4" fmla="*/ 2317 h 24970"/>
                          <a:gd name="connsiteX5" fmla="*/ 42516 w 90372"/>
                          <a:gd name="connsiteY5" fmla="*/ 31 h 24970"/>
                          <a:gd name="connsiteX6" fmla="*/ 90236 w 90372"/>
                          <a:gd name="connsiteY6" fmla="*/ 11461 h 249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0372" h="24970">
                            <a:moveTo>
                              <a:pt x="90236" y="11461"/>
                            </a:moveTo>
                            <a:cubicBezTo>
                              <a:pt x="87474" y="21557"/>
                              <a:pt x="55660" y="24129"/>
                              <a:pt x="42897" y="24891"/>
                            </a:cubicBezTo>
                            <a:cubicBezTo>
                              <a:pt x="36325" y="25177"/>
                              <a:pt x="26418" y="24701"/>
                              <a:pt x="17655" y="23272"/>
                            </a:cubicBezTo>
                            <a:cubicBezTo>
                              <a:pt x="8892" y="21653"/>
                              <a:pt x="1368" y="19176"/>
                              <a:pt x="129" y="13652"/>
                            </a:cubicBezTo>
                            <a:cubicBezTo>
                              <a:pt x="-1109" y="8222"/>
                              <a:pt x="6702" y="4222"/>
                              <a:pt x="16417" y="2317"/>
                            </a:cubicBezTo>
                            <a:cubicBezTo>
                              <a:pt x="26037" y="221"/>
                              <a:pt x="37372" y="31"/>
                              <a:pt x="42516" y="31"/>
                            </a:cubicBezTo>
                            <a:cubicBezTo>
                              <a:pt x="52898" y="-255"/>
                              <a:pt x="92998" y="1269"/>
                              <a:pt x="90236" y="1146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81" name="Forme libre : forme 13080">
                        <a:extLst>
                          <a:ext uri="{FF2B5EF4-FFF2-40B4-BE49-F238E27FC236}">
                            <a16:creationId xmlns:a16="http://schemas.microsoft.com/office/drawing/2014/main" id="{AABCBA79-4302-4DF7-84FC-625787A86A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5716" y="2461569"/>
                        <a:ext cx="112733" cy="46015"/>
                      </a:xfrm>
                      <a:custGeom>
                        <a:avLst/>
                        <a:gdLst>
                          <a:gd name="connsiteX0" fmla="*/ 2028 w 112733"/>
                          <a:gd name="connsiteY0" fmla="*/ 26170 h 46015"/>
                          <a:gd name="connsiteX1" fmla="*/ 15744 w 112733"/>
                          <a:gd name="connsiteY1" fmla="*/ 35314 h 46015"/>
                          <a:gd name="connsiteX2" fmla="*/ 56130 w 112733"/>
                          <a:gd name="connsiteY2" fmla="*/ 45696 h 46015"/>
                          <a:gd name="connsiteX3" fmla="*/ 97183 w 112733"/>
                          <a:gd name="connsiteY3" fmla="*/ 41791 h 46015"/>
                          <a:gd name="connsiteX4" fmla="*/ 112327 w 112733"/>
                          <a:gd name="connsiteY4" fmla="*/ 27789 h 46015"/>
                          <a:gd name="connsiteX5" fmla="*/ 98325 w 112733"/>
                          <a:gd name="connsiteY5" fmla="*/ 22169 h 46015"/>
                          <a:gd name="connsiteX6" fmla="*/ 59559 w 112733"/>
                          <a:gd name="connsiteY6" fmla="*/ 9310 h 46015"/>
                          <a:gd name="connsiteX7" fmla="*/ 18220 w 112733"/>
                          <a:gd name="connsiteY7" fmla="*/ 1595 h 46015"/>
                          <a:gd name="connsiteX8" fmla="*/ 2028 w 112733"/>
                          <a:gd name="connsiteY8" fmla="*/ 26170 h 460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2733" h="46015">
                            <a:moveTo>
                              <a:pt x="2028" y="26170"/>
                            </a:moveTo>
                            <a:cubicBezTo>
                              <a:pt x="5933" y="31599"/>
                              <a:pt x="8600" y="32933"/>
                              <a:pt x="15744" y="35314"/>
                            </a:cubicBezTo>
                            <a:cubicBezTo>
                              <a:pt x="29365" y="40076"/>
                              <a:pt x="39842" y="44553"/>
                              <a:pt x="56130" y="45696"/>
                            </a:cubicBezTo>
                            <a:cubicBezTo>
                              <a:pt x="69560" y="46648"/>
                              <a:pt x="84514" y="45505"/>
                              <a:pt x="97183" y="41791"/>
                            </a:cubicBezTo>
                            <a:cubicBezTo>
                              <a:pt x="106231" y="38933"/>
                              <a:pt x="114709" y="33885"/>
                              <a:pt x="112327" y="27789"/>
                            </a:cubicBezTo>
                            <a:cubicBezTo>
                              <a:pt x="110899" y="24074"/>
                              <a:pt x="103850" y="23788"/>
                              <a:pt x="98325" y="22169"/>
                            </a:cubicBezTo>
                            <a:cubicBezTo>
                              <a:pt x="85181" y="18359"/>
                              <a:pt x="72799" y="15121"/>
                              <a:pt x="59559" y="9310"/>
                            </a:cubicBezTo>
                            <a:cubicBezTo>
                              <a:pt x="48415" y="4358"/>
                              <a:pt x="34984" y="-3358"/>
                              <a:pt x="18220" y="1595"/>
                            </a:cubicBezTo>
                            <a:cubicBezTo>
                              <a:pt x="2980" y="5977"/>
                              <a:pt x="-3687" y="18740"/>
                              <a:pt x="2028" y="2617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82" name="Forme libre : forme 13081">
                        <a:extLst>
                          <a:ext uri="{FF2B5EF4-FFF2-40B4-BE49-F238E27FC236}">
                            <a16:creationId xmlns:a16="http://schemas.microsoft.com/office/drawing/2014/main" id="{4BD9345D-C805-4AEB-A831-EB77C5F31E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6833" y="2457930"/>
                        <a:ext cx="37147" cy="15807"/>
                      </a:xfrm>
                      <a:custGeom>
                        <a:avLst/>
                        <a:gdLst>
                          <a:gd name="connsiteX0" fmla="*/ 3104 w 37147"/>
                          <a:gd name="connsiteY0" fmla="*/ 10855 h 15807"/>
                          <a:gd name="connsiteX1" fmla="*/ 56 w 37147"/>
                          <a:gd name="connsiteY1" fmla="*/ 13998 h 15807"/>
                          <a:gd name="connsiteX2" fmla="*/ 3294 w 37147"/>
                          <a:gd name="connsiteY2" fmla="*/ 15807 h 15807"/>
                          <a:gd name="connsiteX3" fmla="*/ 10057 w 37147"/>
                          <a:gd name="connsiteY3" fmla="*/ 14760 h 15807"/>
                          <a:gd name="connsiteX4" fmla="*/ 26535 w 37147"/>
                          <a:gd name="connsiteY4" fmla="*/ 10474 h 15807"/>
                          <a:gd name="connsiteX5" fmla="*/ 32441 w 37147"/>
                          <a:gd name="connsiteY5" fmla="*/ 8378 h 15807"/>
                          <a:gd name="connsiteX6" fmla="*/ 27964 w 37147"/>
                          <a:gd name="connsiteY6" fmla="*/ 282 h 15807"/>
                          <a:gd name="connsiteX7" fmla="*/ 3104 w 37147"/>
                          <a:gd name="connsiteY7" fmla="*/ 10855 h 158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147" h="15807">
                            <a:moveTo>
                              <a:pt x="3104" y="10855"/>
                            </a:moveTo>
                            <a:cubicBezTo>
                              <a:pt x="1485" y="11998"/>
                              <a:pt x="342" y="12760"/>
                              <a:pt x="56" y="13998"/>
                            </a:cubicBezTo>
                            <a:cubicBezTo>
                              <a:pt x="-325" y="15331"/>
                              <a:pt x="1294" y="15807"/>
                              <a:pt x="3294" y="15807"/>
                            </a:cubicBezTo>
                            <a:cubicBezTo>
                              <a:pt x="5199" y="15807"/>
                              <a:pt x="7962" y="15331"/>
                              <a:pt x="10057" y="14760"/>
                            </a:cubicBezTo>
                            <a:cubicBezTo>
                              <a:pt x="15486" y="13331"/>
                              <a:pt x="21297" y="12093"/>
                              <a:pt x="26535" y="10474"/>
                            </a:cubicBezTo>
                            <a:cubicBezTo>
                              <a:pt x="28631" y="9807"/>
                              <a:pt x="30726" y="9331"/>
                              <a:pt x="32441" y="8378"/>
                            </a:cubicBezTo>
                            <a:cubicBezTo>
                              <a:pt x="39489" y="4378"/>
                              <a:pt x="39108" y="-1337"/>
                              <a:pt x="27964" y="282"/>
                            </a:cubicBezTo>
                            <a:cubicBezTo>
                              <a:pt x="19296" y="1615"/>
                              <a:pt x="9581" y="6473"/>
                              <a:pt x="3104" y="1085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83" name="Forme libre : forme 13082">
                        <a:extLst>
                          <a:ext uri="{FF2B5EF4-FFF2-40B4-BE49-F238E27FC236}">
                            <a16:creationId xmlns:a16="http://schemas.microsoft.com/office/drawing/2014/main" id="{0C57829F-225A-4F3A-8BB8-C182CDADF6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34805" y="2482310"/>
                        <a:ext cx="55816" cy="28575"/>
                      </a:xfrm>
                      <a:custGeom>
                        <a:avLst/>
                        <a:gdLst>
                          <a:gd name="connsiteX0" fmla="*/ 55817 w 55816"/>
                          <a:gd name="connsiteY0" fmla="*/ 0 h 28575"/>
                          <a:gd name="connsiteX1" fmla="*/ 0 w 55816"/>
                          <a:gd name="connsiteY1" fmla="*/ 28575 h 28575"/>
                          <a:gd name="connsiteX2" fmla="*/ 55817 w 55816"/>
                          <a:gd name="connsiteY2" fmla="*/ 0 h 28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5816" h="28575">
                            <a:moveTo>
                              <a:pt x="55817" y="0"/>
                            </a:moveTo>
                            <a:cubicBezTo>
                              <a:pt x="47720" y="14002"/>
                              <a:pt x="18383" y="22955"/>
                              <a:pt x="0" y="28575"/>
                            </a:cubicBezTo>
                            <a:cubicBezTo>
                              <a:pt x="20002" y="22574"/>
                              <a:pt x="41243" y="10573"/>
                              <a:pt x="5581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84" name="Forme libre : forme 13083">
                        <a:extLst>
                          <a:ext uri="{FF2B5EF4-FFF2-40B4-BE49-F238E27FC236}">
                            <a16:creationId xmlns:a16="http://schemas.microsoft.com/office/drawing/2014/main" id="{7231A505-A249-4974-9A7A-9C55EEF4EF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4502" y="2442781"/>
                        <a:ext cx="61722" cy="39719"/>
                      </a:xfrm>
                      <a:custGeom>
                        <a:avLst/>
                        <a:gdLst>
                          <a:gd name="connsiteX0" fmla="*/ 61722 w 61722"/>
                          <a:gd name="connsiteY0" fmla="*/ 0 h 39719"/>
                          <a:gd name="connsiteX1" fmla="*/ 0 w 61722"/>
                          <a:gd name="connsiteY1" fmla="*/ 39719 h 39719"/>
                          <a:gd name="connsiteX2" fmla="*/ 61722 w 61722"/>
                          <a:gd name="connsiteY2" fmla="*/ 0 h 39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1722" h="39719">
                            <a:moveTo>
                              <a:pt x="61722" y="0"/>
                            </a:moveTo>
                            <a:cubicBezTo>
                              <a:pt x="34100" y="4858"/>
                              <a:pt x="12097" y="22098"/>
                              <a:pt x="0" y="39719"/>
                            </a:cubicBezTo>
                            <a:cubicBezTo>
                              <a:pt x="10478" y="22384"/>
                              <a:pt x="38862" y="6953"/>
                              <a:pt x="6172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85" name="Forme libre : forme 13084">
                        <a:extLst>
                          <a:ext uri="{FF2B5EF4-FFF2-40B4-BE49-F238E27FC236}">
                            <a16:creationId xmlns:a16="http://schemas.microsoft.com/office/drawing/2014/main" id="{FCF5CEE6-2D41-47F9-88F3-FA6DD45204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04578" y="2467164"/>
                        <a:ext cx="33621" cy="8706"/>
                      </a:xfrm>
                      <a:custGeom>
                        <a:avLst/>
                        <a:gdLst>
                          <a:gd name="connsiteX0" fmla="*/ 33370 w 33621"/>
                          <a:gd name="connsiteY0" fmla="*/ 6383 h 8706"/>
                          <a:gd name="connsiteX1" fmla="*/ 13653 w 33621"/>
                          <a:gd name="connsiteY1" fmla="*/ 8097 h 8706"/>
                          <a:gd name="connsiteX2" fmla="*/ 318 w 33621"/>
                          <a:gd name="connsiteY2" fmla="*/ 2382 h 8706"/>
                          <a:gd name="connsiteX3" fmla="*/ 18892 w 33621"/>
                          <a:gd name="connsiteY3" fmla="*/ 763 h 8706"/>
                          <a:gd name="connsiteX4" fmla="*/ 33370 w 33621"/>
                          <a:gd name="connsiteY4" fmla="*/ 6383 h 87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621" h="8706">
                            <a:moveTo>
                              <a:pt x="33370" y="6383"/>
                            </a:moveTo>
                            <a:cubicBezTo>
                              <a:pt x="31179" y="9907"/>
                              <a:pt x="17844" y="8478"/>
                              <a:pt x="13653" y="8097"/>
                            </a:cubicBezTo>
                            <a:cubicBezTo>
                              <a:pt x="9558" y="7621"/>
                              <a:pt x="-2063" y="6002"/>
                              <a:pt x="318" y="2382"/>
                            </a:cubicBezTo>
                            <a:cubicBezTo>
                              <a:pt x="2795" y="-1428"/>
                              <a:pt x="15082" y="382"/>
                              <a:pt x="18892" y="763"/>
                            </a:cubicBezTo>
                            <a:cubicBezTo>
                              <a:pt x="22797" y="1239"/>
                              <a:pt x="35561" y="2858"/>
                              <a:pt x="33370" y="638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86" name="Forme libre : forme 13085">
                        <a:extLst>
                          <a:ext uri="{FF2B5EF4-FFF2-40B4-BE49-F238E27FC236}">
                            <a16:creationId xmlns:a16="http://schemas.microsoft.com/office/drawing/2014/main" id="{BED051A4-3B28-47C4-B570-038FAFE241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33642" y="2470975"/>
                        <a:ext cx="9576" cy="3333"/>
                      </a:xfrm>
                      <a:custGeom>
                        <a:avLst/>
                        <a:gdLst>
                          <a:gd name="connsiteX0" fmla="*/ 9544 w 9576"/>
                          <a:gd name="connsiteY0" fmla="*/ 1619 h 3333"/>
                          <a:gd name="connsiteX1" fmla="*/ 5163 w 9576"/>
                          <a:gd name="connsiteY1" fmla="*/ 3334 h 3333"/>
                          <a:gd name="connsiteX2" fmla="*/ 19 w 9576"/>
                          <a:gd name="connsiteY2" fmla="*/ 1714 h 3333"/>
                          <a:gd name="connsiteX3" fmla="*/ 4210 w 9576"/>
                          <a:gd name="connsiteY3" fmla="*/ 0 h 3333"/>
                          <a:gd name="connsiteX4" fmla="*/ 9544 w 9576"/>
                          <a:gd name="connsiteY4" fmla="*/ 1619 h 33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76" h="3333">
                            <a:moveTo>
                              <a:pt x="9544" y="1619"/>
                            </a:moveTo>
                            <a:cubicBezTo>
                              <a:pt x="9925" y="2953"/>
                              <a:pt x="6782" y="3334"/>
                              <a:pt x="5163" y="3334"/>
                            </a:cubicBezTo>
                            <a:cubicBezTo>
                              <a:pt x="3544" y="3334"/>
                              <a:pt x="305" y="3143"/>
                              <a:pt x="19" y="1714"/>
                            </a:cubicBezTo>
                            <a:cubicBezTo>
                              <a:pt x="-267" y="286"/>
                              <a:pt x="2686" y="0"/>
                              <a:pt x="4210" y="0"/>
                            </a:cubicBezTo>
                            <a:cubicBezTo>
                              <a:pt x="5734" y="0"/>
                              <a:pt x="9163" y="190"/>
                              <a:pt x="9544" y="16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87" name="Forme libre : forme 13086">
                        <a:extLst>
                          <a:ext uri="{FF2B5EF4-FFF2-40B4-BE49-F238E27FC236}">
                            <a16:creationId xmlns:a16="http://schemas.microsoft.com/office/drawing/2014/main" id="{175790BC-6D3C-4EB8-B7CB-9735BFC63B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03937" y="2443498"/>
                        <a:ext cx="82995" cy="35572"/>
                      </a:xfrm>
                      <a:custGeom>
                        <a:avLst/>
                        <a:gdLst>
                          <a:gd name="connsiteX0" fmla="*/ 62395 w 82995"/>
                          <a:gd name="connsiteY0" fmla="*/ 14808 h 35572"/>
                          <a:gd name="connsiteX1" fmla="*/ 82493 w 82995"/>
                          <a:gd name="connsiteY1" fmla="*/ 29858 h 35572"/>
                          <a:gd name="connsiteX2" fmla="*/ 76587 w 82995"/>
                          <a:gd name="connsiteY2" fmla="*/ 35573 h 35572"/>
                          <a:gd name="connsiteX3" fmla="*/ 66681 w 82995"/>
                          <a:gd name="connsiteY3" fmla="*/ 32049 h 35572"/>
                          <a:gd name="connsiteX4" fmla="*/ 37344 w 82995"/>
                          <a:gd name="connsiteY4" fmla="*/ 18904 h 35572"/>
                          <a:gd name="connsiteX5" fmla="*/ 673 w 82995"/>
                          <a:gd name="connsiteY5" fmla="*/ 4617 h 35572"/>
                          <a:gd name="connsiteX6" fmla="*/ 43250 w 82995"/>
                          <a:gd name="connsiteY6" fmla="*/ 3759 h 35572"/>
                          <a:gd name="connsiteX7" fmla="*/ 62395 w 82995"/>
                          <a:gd name="connsiteY7" fmla="*/ 14808 h 35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2995" h="35572">
                            <a:moveTo>
                              <a:pt x="62395" y="14808"/>
                            </a:moveTo>
                            <a:cubicBezTo>
                              <a:pt x="71158" y="19476"/>
                              <a:pt x="77445" y="23000"/>
                              <a:pt x="82493" y="29858"/>
                            </a:cubicBezTo>
                            <a:cubicBezTo>
                              <a:pt x="84303" y="32334"/>
                              <a:pt x="80969" y="35478"/>
                              <a:pt x="76587" y="35573"/>
                            </a:cubicBezTo>
                            <a:cubicBezTo>
                              <a:pt x="72301" y="35573"/>
                              <a:pt x="69539" y="33763"/>
                              <a:pt x="66681" y="32049"/>
                            </a:cubicBezTo>
                            <a:cubicBezTo>
                              <a:pt x="57823" y="26619"/>
                              <a:pt x="48108" y="22714"/>
                              <a:pt x="37344" y="18904"/>
                            </a:cubicBezTo>
                            <a:cubicBezTo>
                              <a:pt x="30582" y="16523"/>
                              <a:pt x="-5328" y="12332"/>
                              <a:pt x="673" y="4617"/>
                            </a:cubicBezTo>
                            <a:cubicBezTo>
                              <a:pt x="7341" y="-3289"/>
                              <a:pt x="34106" y="711"/>
                              <a:pt x="43250" y="3759"/>
                            </a:cubicBezTo>
                            <a:cubicBezTo>
                              <a:pt x="52394" y="6807"/>
                              <a:pt x="55823" y="11284"/>
                              <a:pt x="62395" y="1480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998" name="Graphique 1">
                      <a:extLst>
                        <a:ext uri="{FF2B5EF4-FFF2-40B4-BE49-F238E27FC236}">
                          <a16:creationId xmlns:a16="http://schemas.microsoft.com/office/drawing/2014/main" id="{705D0A44-B1A4-4FA1-B109-FF9C616178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895967" y="2442849"/>
                      <a:ext cx="193964" cy="81535"/>
                      <a:chOff x="1895967" y="2442849"/>
                      <a:chExt cx="193964" cy="81535"/>
                    </a:xfrm>
                    <a:solidFill>
                      <a:schemeClr val="accent1"/>
                    </a:solidFill>
                  </p:grpSpPr>
                  <p:sp>
                    <p:nvSpPr>
                      <p:cNvPr id="13064" name="Forme libre : forme 13063">
                        <a:extLst>
                          <a:ext uri="{FF2B5EF4-FFF2-40B4-BE49-F238E27FC236}">
                            <a16:creationId xmlns:a16="http://schemas.microsoft.com/office/drawing/2014/main" id="{3DA60EEE-1516-4BA0-AC8E-489CC64B01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95967" y="2442849"/>
                        <a:ext cx="193964" cy="81535"/>
                      </a:xfrm>
                      <a:custGeom>
                        <a:avLst/>
                        <a:gdLst>
                          <a:gd name="connsiteX0" fmla="*/ 126384 w 193964"/>
                          <a:gd name="connsiteY0" fmla="*/ 81180 h 81535"/>
                          <a:gd name="connsiteX1" fmla="*/ 63043 w 193964"/>
                          <a:gd name="connsiteY1" fmla="*/ 75180 h 81535"/>
                          <a:gd name="connsiteX2" fmla="*/ 3417 w 193964"/>
                          <a:gd name="connsiteY2" fmla="*/ 43176 h 81535"/>
                          <a:gd name="connsiteX3" fmla="*/ 5131 w 193964"/>
                          <a:gd name="connsiteY3" fmla="*/ 21649 h 81535"/>
                          <a:gd name="connsiteX4" fmla="*/ 70282 w 193964"/>
                          <a:gd name="connsiteY4" fmla="*/ 27 h 81535"/>
                          <a:gd name="connsiteX5" fmla="*/ 133433 w 193964"/>
                          <a:gd name="connsiteY5" fmla="*/ 6123 h 81535"/>
                          <a:gd name="connsiteX6" fmla="*/ 191059 w 193964"/>
                          <a:gd name="connsiteY6" fmla="*/ 43747 h 81535"/>
                          <a:gd name="connsiteX7" fmla="*/ 188964 w 193964"/>
                          <a:gd name="connsiteY7" fmla="*/ 64702 h 81535"/>
                          <a:gd name="connsiteX8" fmla="*/ 161532 w 193964"/>
                          <a:gd name="connsiteY8" fmla="*/ 78037 h 81535"/>
                          <a:gd name="connsiteX9" fmla="*/ 126384 w 193964"/>
                          <a:gd name="connsiteY9" fmla="*/ 81180 h 81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93964" h="81535">
                            <a:moveTo>
                              <a:pt x="126384" y="81180"/>
                            </a:moveTo>
                            <a:cubicBezTo>
                              <a:pt x="111430" y="80323"/>
                              <a:pt x="78950" y="76989"/>
                              <a:pt x="63043" y="75180"/>
                            </a:cubicBezTo>
                            <a:cubicBezTo>
                              <a:pt x="33611" y="71179"/>
                              <a:pt x="18561" y="60035"/>
                              <a:pt x="3417" y="43176"/>
                            </a:cubicBezTo>
                            <a:cubicBezTo>
                              <a:pt x="-1822" y="37366"/>
                              <a:pt x="-870" y="26507"/>
                              <a:pt x="5131" y="21649"/>
                            </a:cubicBezTo>
                            <a:cubicBezTo>
                              <a:pt x="22467" y="7838"/>
                              <a:pt x="41040" y="-544"/>
                              <a:pt x="70282" y="27"/>
                            </a:cubicBezTo>
                            <a:cubicBezTo>
                              <a:pt x="85903" y="27"/>
                              <a:pt x="117336" y="3456"/>
                              <a:pt x="133433" y="6123"/>
                            </a:cubicBezTo>
                            <a:cubicBezTo>
                              <a:pt x="163627" y="11648"/>
                              <a:pt x="178486" y="25269"/>
                              <a:pt x="191059" y="43747"/>
                            </a:cubicBezTo>
                            <a:cubicBezTo>
                              <a:pt x="195441" y="50129"/>
                              <a:pt x="194964" y="60606"/>
                              <a:pt x="188964" y="64702"/>
                            </a:cubicBezTo>
                            <a:cubicBezTo>
                              <a:pt x="180296" y="70608"/>
                              <a:pt x="171628" y="75085"/>
                              <a:pt x="161532" y="78037"/>
                            </a:cubicBezTo>
                            <a:cubicBezTo>
                              <a:pt x="151721" y="80895"/>
                              <a:pt x="140291" y="82228"/>
                              <a:pt x="126384" y="8118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65" name="Forme libre : forme 13064">
                        <a:extLst>
                          <a:ext uri="{FF2B5EF4-FFF2-40B4-BE49-F238E27FC236}">
                            <a16:creationId xmlns:a16="http://schemas.microsoft.com/office/drawing/2014/main" id="{193122FB-32EA-4F72-8350-A27C57F6DE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96146" y="2476976"/>
                        <a:ext cx="189356" cy="47344"/>
                      </a:xfrm>
                      <a:custGeom>
                        <a:avLst/>
                        <a:gdLst>
                          <a:gd name="connsiteX0" fmla="*/ 74962 w 189356"/>
                          <a:gd name="connsiteY0" fmla="*/ 14859 h 47344"/>
                          <a:gd name="connsiteX1" fmla="*/ 0 w 189356"/>
                          <a:gd name="connsiteY1" fmla="*/ 0 h 47344"/>
                          <a:gd name="connsiteX2" fmla="*/ 3334 w 189356"/>
                          <a:gd name="connsiteY2" fmla="*/ 8954 h 47344"/>
                          <a:gd name="connsiteX3" fmla="*/ 11239 w 189356"/>
                          <a:gd name="connsiteY3" fmla="*/ 17145 h 47344"/>
                          <a:gd name="connsiteX4" fmla="*/ 38290 w 189356"/>
                          <a:gd name="connsiteY4" fmla="*/ 34862 h 47344"/>
                          <a:gd name="connsiteX5" fmla="*/ 62960 w 189356"/>
                          <a:gd name="connsiteY5" fmla="*/ 40958 h 47344"/>
                          <a:gd name="connsiteX6" fmla="*/ 73247 w 189356"/>
                          <a:gd name="connsiteY6" fmla="*/ 42101 h 47344"/>
                          <a:gd name="connsiteX7" fmla="*/ 121634 w 189356"/>
                          <a:gd name="connsiteY7" fmla="*/ 46673 h 47344"/>
                          <a:gd name="connsiteX8" fmla="*/ 126301 w 189356"/>
                          <a:gd name="connsiteY8" fmla="*/ 46958 h 47344"/>
                          <a:gd name="connsiteX9" fmla="*/ 152495 w 189356"/>
                          <a:gd name="connsiteY9" fmla="*/ 45911 h 47344"/>
                          <a:gd name="connsiteX10" fmla="*/ 180784 w 189356"/>
                          <a:gd name="connsiteY10" fmla="*/ 35719 h 47344"/>
                          <a:gd name="connsiteX11" fmla="*/ 189071 w 189356"/>
                          <a:gd name="connsiteY11" fmla="*/ 30575 h 47344"/>
                          <a:gd name="connsiteX12" fmla="*/ 189357 w 189356"/>
                          <a:gd name="connsiteY12" fmla="*/ 30290 h 47344"/>
                          <a:gd name="connsiteX13" fmla="*/ 74962 w 189356"/>
                          <a:gd name="connsiteY13" fmla="*/ 14859 h 473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89356" h="47344">
                            <a:moveTo>
                              <a:pt x="74962" y="14859"/>
                            </a:moveTo>
                            <a:cubicBezTo>
                              <a:pt x="48577" y="14288"/>
                              <a:pt x="20193" y="12097"/>
                              <a:pt x="0" y="0"/>
                            </a:cubicBezTo>
                            <a:cubicBezTo>
                              <a:pt x="95" y="3334"/>
                              <a:pt x="1143" y="6477"/>
                              <a:pt x="3334" y="8954"/>
                            </a:cubicBezTo>
                            <a:cubicBezTo>
                              <a:pt x="5905" y="11811"/>
                              <a:pt x="8572" y="14573"/>
                              <a:pt x="11239" y="17145"/>
                            </a:cubicBezTo>
                            <a:cubicBezTo>
                              <a:pt x="18955" y="24479"/>
                              <a:pt x="27432" y="30480"/>
                              <a:pt x="38290" y="34862"/>
                            </a:cubicBezTo>
                            <a:cubicBezTo>
                              <a:pt x="45339" y="37624"/>
                              <a:pt x="53435" y="39624"/>
                              <a:pt x="62960" y="40958"/>
                            </a:cubicBezTo>
                            <a:cubicBezTo>
                              <a:pt x="65913" y="41243"/>
                              <a:pt x="69437" y="41720"/>
                              <a:pt x="73247" y="42101"/>
                            </a:cubicBezTo>
                            <a:cubicBezTo>
                              <a:pt x="88297" y="43625"/>
                              <a:pt x="108680" y="45529"/>
                              <a:pt x="121634" y="46673"/>
                            </a:cubicBezTo>
                            <a:cubicBezTo>
                              <a:pt x="123254" y="46768"/>
                              <a:pt x="124873" y="46863"/>
                              <a:pt x="126301" y="46958"/>
                            </a:cubicBezTo>
                            <a:cubicBezTo>
                              <a:pt x="136112" y="47816"/>
                              <a:pt x="144780" y="47149"/>
                              <a:pt x="152495" y="45911"/>
                            </a:cubicBezTo>
                            <a:cubicBezTo>
                              <a:pt x="162973" y="44291"/>
                              <a:pt x="172212" y="40100"/>
                              <a:pt x="180784" y="35719"/>
                            </a:cubicBezTo>
                            <a:cubicBezTo>
                              <a:pt x="183547" y="34195"/>
                              <a:pt x="186309" y="32385"/>
                              <a:pt x="189071" y="30575"/>
                            </a:cubicBezTo>
                            <a:lnTo>
                              <a:pt x="189357" y="30290"/>
                            </a:lnTo>
                            <a:cubicBezTo>
                              <a:pt x="152305" y="21050"/>
                              <a:pt x="112776" y="15526"/>
                              <a:pt x="74962" y="1485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66" name="Forme libre : forme 13065">
                        <a:extLst>
                          <a:ext uri="{FF2B5EF4-FFF2-40B4-BE49-F238E27FC236}">
                            <a16:creationId xmlns:a16="http://schemas.microsoft.com/office/drawing/2014/main" id="{7C37B4CC-743E-4271-B29D-8BCC54473E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63579" y="2472480"/>
                        <a:ext cx="89680" cy="27115"/>
                      </a:xfrm>
                      <a:custGeom>
                        <a:avLst/>
                        <a:gdLst>
                          <a:gd name="connsiteX0" fmla="*/ 89634 w 89680"/>
                          <a:gd name="connsiteY0" fmla="*/ 19927 h 27115"/>
                          <a:gd name="connsiteX1" fmla="*/ 41723 w 89680"/>
                          <a:gd name="connsiteY1" fmla="*/ 26023 h 27115"/>
                          <a:gd name="connsiteX2" fmla="*/ 4 w 89680"/>
                          <a:gd name="connsiteY2" fmla="*/ 8878 h 27115"/>
                          <a:gd name="connsiteX3" fmla="*/ 44104 w 89680"/>
                          <a:gd name="connsiteY3" fmla="*/ 1353 h 27115"/>
                          <a:gd name="connsiteX4" fmla="*/ 89634 w 89680"/>
                          <a:gd name="connsiteY4" fmla="*/ 19927 h 27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9680" h="27115">
                            <a:moveTo>
                              <a:pt x="89634" y="19927"/>
                            </a:moveTo>
                            <a:cubicBezTo>
                              <a:pt x="88205" y="29737"/>
                              <a:pt x="53534" y="26975"/>
                              <a:pt x="41723" y="26023"/>
                            </a:cubicBezTo>
                            <a:cubicBezTo>
                              <a:pt x="30102" y="24689"/>
                              <a:pt x="-378" y="19736"/>
                              <a:pt x="4" y="8878"/>
                            </a:cubicBezTo>
                            <a:cubicBezTo>
                              <a:pt x="384" y="-2267"/>
                              <a:pt x="32960" y="-457"/>
                              <a:pt x="44104" y="1353"/>
                            </a:cubicBezTo>
                            <a:cubicBezTo>
                              <a:pt x="55439" y="2686"/>
                              <a:pt x="91158" y="9640"/>
                              <a:pt x="89634" y="1992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67" name="Forme libre : forme 13066">
                        <a:extLst>
                          <a:ext uri="{FF2B5EF4-FFF2-40B4-BE49-F238E27FC236}">
                            <a16:creationId xmlns:a16="http://schemas.microsoft.com/office/drawing/2014/main" id="{2626798B-32A2-48D5-883F-CF670AA041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63086" y="2472975"/>
                        <a:ext cx="61837" cy="26271"/>
                      </a:xfrm>
                      <a:custGeom>
                        <a:avLst/>
                        <a:gdLst>
                          <a:gd name="connsiteX0" fmla="*/ 20308 w 61837"/>
                          <a:gd name="connsiteY0" fmla="*/ 0 h 26271"/>
                          <a:gd name="connsiteX1" fmla="*/ 115 w 61837"/>
                          <a:gd name="connsiteY1" fmla="*/ 8382 h 26271"/>
                          <a:gd name="connsiteX2" fmla="*/ 42787 w 61837"/>
                          <a:gd name="connsiteY2" fmla="*/ 25622 h 26271"/>
                          <a:gd name="connsiteX3" fmla="*/ 61837 w 61837"/>
                          <a:gd name="connsiteY3" fmla="*/ 26098 h 26271"/>
                          <a:gd name="connsiteX4" fmla="*/ 51836 w 61837"/>
                          <a:gd name="connsiteY4" fmla="*/ 24289 h 26271"/>
                          <a:gd name="connsiteX5" fmla="*/ 20308 w 61837"/>
                          <a:gd name="connsiteY5" fmla="*/ 0 h 262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1837" h="26271">
                            <a:moveTo>
                              <a:pt x="20308" y="0"/>
                            </a:moveTo>
                            <a:cubicBezTo>
                              <a:pt x="14403" y="1238"/>
                              <a:pt x="-1504" y="1429"/>
                              <a:pt x="115" y="8382"/>
                            </a:cubicBezTo>
                            <a:cubicBezTo>
                              <a:pt x="2782" y="19526"/>
                              <a:pt x="28119" y="23813"/>
                              <a:pt x="42787" y="25622"/>
                            </a:cubicBezTo>
                            <a:cubicBezTo>
                              <a:pt x="47073" y="26194"/>
                              <a:pt x="56884" y="26479"/>
                              <a:pt x="61837" y="26098"/>
                            </a:cubicBezTo>
                            <a:cubicBezTo>
                              <a:pt x="59075" y="25622"/>
                              <a:pt x="54408" y="25146"/>
                              <a:pt x="51836" y="24289"/>
                            </a:cubicBezTo>
                            <a:cubicBezTo>
                              <a:pt x="37453" y="18955"/>
                              <a:pt x="20213" y="12097"/>
                              <a:pt x="20308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68" name="Forme libre : forme 13067">
                        <a:extLst>
                          <a:ext uri="{FF2B5EF4-FFF2-40B4-BE49-F238E27FC236}">
                            <a16:creationId xmlns:a16="http://schemas.microsoft.com/office/drawing/2014/main" id="{C7809781-17C1-4E6A-8217-823435BBD5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68153" y="2475920"/>
                        <a:ext cx="89820" cy="26894"/>
                      </a:xfrm>
                      <a:custGeom>
                        <a:avLst/>
                        <a:gdLst>
                          <a:gd name="connsiteX0" fmla="*/ 89442 w 89820"/>
                          <a:gd name="connsiteY0" fmla="*/ 19916 h 26894"/>
                          <a:gd name="connsiteX1" fmla="*/ 41055 w 89820"/>
                          <a:gd name="connsiteY1" fmla="*/ 26107 h 26894"/>
                          <a:gd name="connsiteX2" fmla="*/ 2 w 89820"/>
                          <a:gd name="connsiteY2" fmla="*/ 8676 h 26894"/>
                          <a:gd name="connsiteX3" fmla="*/ 43912 w 89820"/>
                          <a:gd name="connsiteY3" fmla="*/ 1342 h 26894"/>
                          <a:gd name="connsiteX4" fmla="*/ 89442 w 89820"/>
                          <a:gd name="connsiteY4" fmla="*/ 19916 h 268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9820" h="26894">
                            <a:moveTo>
                              <a:pt x="89442" y="19916"/>
                            </a:moveTo>
                            <a:cubicBezTo>
                              <a:pt x="84965" y="29060"/>
                              <a:pt x="53723" y="26869"/>
                              <a:pt x="41055" y="26107"/>
                            </a:cubicBezTo>
                            <a:cubicBezTo>
                              <a:pt x="28482" y="24869"/>
                              <a:pt x="288" y="19820"/>
                              <a:pt x="2" y="8676"/>
                            </a:cubicBezTo>
                            <a:cubicBezTo>
                              <a:pt x="-284" y="-2658"/>
                              <a:pt x="33530" y="-182"/>
                              <a:pt x="43912" y="1342"/>
                            </a:cubicBezTo>
                            <a:cubicBezTo>
                              <a:pt x="54294" y="2199"/>
                              <a:pt x="94109" y="10010"/>
                              <a:pt x="89442" y="1991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69" name="Forme libre : forme 13068">
                        <a:extLst>
                          <a:ext uri="{FF2B5EF4-FFF2-40B4-BE49-F238E27FC236}">
                            <a16:creationId xmlns:a16="http://schemas.microsoft.com/office/drawing/2014/main" id="{EA1F5A99-D4EC-44E8-A1EF-D04F239ED2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21250" y="2460275"/>
                        <a:ext cx="109807" cy="54399"/>
                      </a:xfrm>
                      <a:custGeom>
                        <a:avLst/>
                        <a:gdLst>
                          <a:gd name="connsiteX0" fmla="*/ 518 w 109807"/>
                          <a:gd name="connsiteY0" fmla="*/ 19178 h 54399"/>
                          <a:gd name="connsiteX1" fmla="*/ 11185 w 109807"/>
                          <a:gd name="connsiteY1" fmla="*/ 32036 h 54399"/>
                          <a:gd name="connsiteX2" fmla="*/ 50619 w 109807"/>
                          <a:gd name="connsiteY2" fmla="*/ 51182 h 54399"/>
                          <a:gd name="connsiteX3" fmla="*/ 93005 w 109807"/>
                          <a:gd name="connsiteY3" fmla="*/ 53182 h 54399"/>
                          <a:gd name="connsiteX4" fmla="*/ 109674 w 109807"/>
                          <a:gd name="connsiteY4" fmla="*/ 41466 h 54399"/>
                          <a:gd name="connsiteX5" fmla="*/ 96720 w 109807"/>
                          <a:gd name="connsiteY5" fmla="*/ 33941 h 54399"/>
                          <a:gd name="connsiteX6" fmla="*/ 60144 w 109807"/>
                          <a:gd name="connsiteY6" fmla="*/ 15939 h 54399"/>
                          <a:gd name="connsiteX7" fmla="*/ 22425 w 109807"/>
                          <a:gd name="connsiteY7" fmla="*/ 32 h 54399"/>
                          <a:gd name="connsiteX8" fmla="*/ 518 w 109807"/>
                          <a:gd name="connsiteY8" fmla="*/ 19178 h 54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9807" h="54399">
                            <a:moveTo>
                              <a:pt x="518" y="19178"/>
                            </a:moveTo>
                            <a:cubicBezTo>
                              <a:pt x="2613" y="25559"/>
                              <a:pt x="4708" y="27655"/>
                              <a:pt x="11185" y="32036"/>
                            </a:cubicBezTo>
                            <a:cubicBezTo>
                              <a:pt x="23568" y="40228"/>
                              <a:pt x="33569" y="47276"/>
                              <a:pt x="50619" y="51182"/>
                            </a:cubicBezTo>
                            <a:cubicBezTo>
                              <a:pt x="64716" y="54706"/>
                              <a:pt x="80813" y="55277"/>
                              <a:pt x="93005" y="53182"/>
                            </a:cubicBezTo>
                            <a:cubicBezTo>
                              <a:pt x="102149" y="51372"/>
                              <a:pt x="111007" y="47848"/>
                              <a:pt x="109674" y="41466"/>
                            </a:cubicBezTo>
                            <a:cubicBezTo>
                              <a:pt x="108817" y="37466"/>
                              <a:pt x="102054" y="36227"/>
                              <a:pt x="96720" y="33941"/>
                            </a:cubicBezTo>
                            <a:cubicBezTo>
                              <a:pt x="84337" y="28322"/>
                              <a:pt x="72145" y="23845"/>
                              <a:pt x="60144" y="15939"/>
                            </a:cubicBezTo>
                            <a:cubicBezTo>
                              <a:pt x="49952" y="9176"/>
                              <a:pt x="38808" y="-634"/>
                              <a:pt x="22425" y="32"/>
                            </a:cubicBezTo>
                            <a:cubicBezTo>
                              <a:pt x="7566" y="699"/>
                              <a:pt x="-2435" y="10319"/>
                              <a:pt x="518" y="1917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70" name="Forme libre : forme 13069">
                        <a:extLst>
                          <a:ext uri="{FF2B5EF4-FFF2-40B4-BE49-F238E27FC236}">
                            <a16:creationId xmlns:a16="http://schemas.microsoft.com/office/drawing/2014/main" id="{90E75F3C-3D1F-45F7-8162-784AED636E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44175" y="2462202"/>
                        <a:ext cx="37593" cy="10677"/>
                      </a:xfrm>
                      <a:custGeom>
                        <a:avLst/>
                        <a:gdLst>
                          <a:gd name="connsiteX0" fmla="*/ 3786 w 37593"/>
                          <a:gd name="connsiteY0" fmla="*/ 5154 h 10677"/>
                          <a:gd name="connsiteX1" fmla="*/ 167 w 37593"/>
                          <a:gd name="connsiteY1" fmla="*/ 7535 h 10677"/>
                          <a:gd name="connsiteX2" fmla="*/ 2739 w 37593"/>
                          <a:gd name="connsiteY2" fmla="*/ 10106 h 10677"/>
                          <a:gd name="connsiteX3" fmla="*/ 9501 w 37593"/>
                          <a:gd name="connsiteY3" fmla="*/ 10678 h 10677"/>
                          <a:gd name="connsiteX4" fmla="*/ 26170 w 37593"/>
                          <a:gd name="connsiteY4" fmla="*/ 9821 h 10677"/>
                          <a:gd name="connsiteX5" fmla="*/ 32171 w 37593"/>
                          <a:gd name="connsiteY5" fmla="*/ 8678 h 10677"/>
                          <a:gd name="connsiteX6" fmla="*/ 29313 w 37593"/>
                          <a:gd name="connsiteY6" fmla="*/ 10 h 10677"/>
                          <a:gd name="connsiteX7" fmla="*/ 3786 w 37593"/>
                          <a:gd name="connsiteY7" fmla="*/ 5154 h 10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593" h="10677">
                            <a:moveTo>
                              <a:pt x="3786" y="5154"/>
                            </a:moveTo>
                            <a:cubicBezTo>
                              <a:pt x="2072" y="5820"/>
                              <a:pt x="738" y="6392"/>
                              <a:pt x="167" y="7535"/>
                            </a:cubicBezTo>
                            <a:cubicBezTo>
                              <a:pt x="-500" y="8678"/>
                              <a:pt x="929" y="9630"/>
                              <a:pt x="2739" y="10106"/>
                            </a:cubicBezTo>
                            <a:cubicBezTo>
                              <a:pt x="4548" y="10583"/>
                              <a:pt x="7311" y="10678"/>
                              <a:pt x="9501" y="10678"/>
                            </a:cubicBezTo>
                            <a:cubicBezTo>
                              <a:pt x="15026" y="10678"/>
                              <a:pt x="20931" y="10392"/>
                              <a:pt x="26170" y="9821"/>
                            </a:cubicBezTo>
                            <a:cubicBezTo>
                              <a:pt x="28361" y="9535"/>
                              <a:pt x="30456" y="9345"/>
                              <a:pt x="32171" y="8678"/>
                            </a:cubicBezTo>
                            <a:cubicBezTo>
                              <a:pt x="39600" y="6011"/>
                              <a:pt x="40077" y="296"/>
                              <a:pt x="29313" y="10"/>
                            </a:cubicBezTo>
                            <a:cubicBezTo>
                              <a:pt x="21027" y="-180"/>
                              <a:pt x="10930" y="2391"/>
                              <a:pt x="3786" y="515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71" name="Forme libre : forme 13070">
                        <a:extLst>
                          <a:ext uri="{FF2B5EF4-FFF2-40B4-BE49-F238E27FC236}">
                            <a16:creationId xmlns:a16="http://schemas.microsoft.com/office/drawing/2014/main" id="{8E61A2BF-D181-45C1-9093-C0A6AD3257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24638" y="2504313"/>
                        <a:ext cx="58578" cy="18383"/>
                      </a:xfrm>
                      <a:custGeom>
                        <a:avLst/>
                        <a:gdLst>
                          <a:gd name="connsiteX0" fmla="*/ 58579 w 58578"/>
                          <a:gd name="connsiteY0" fmla="*/ 0 h 18383"/>
                          <a:gd name="connsiteX1" fmla="*/ 0 w 58578"/>
                          <a:gd name="connsiteY1" fmla="*/ 18383 h 18383"/>
                          <a:gd name="connsiteX2" fmla="*/ 58579 w 58578"/>
                          <a:gd name="connsiteY2" fmla="*/ 0 h 18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8578" h="18383">
                            <a:moveTo>
                              <a:pt x="58579" y="0"/>
                            </a:moveTo>
                            <a:cubicBezTo>
                              <a:pt x="47720" y="11525"/>
                              <a:pt x="18383" y="15430"/>
                              <a:pt x="0" y="18383"/>
                            </a:cubicBezTo>
                            <a:cubicBezTo>
                              <a:pt x="19907" y="15335"/>
                              <a:pt x="42196" y="6858"/>
                              <a:pt x="585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72" name="Forme libre : forme 13071">
                        <a:extLst>
                          <a:ext uri="{FF2B5EF4-FFF2-40B4-BE49-F238E27FC236}">
                            <a16:creationId xmlns:a16="http://schemas.microsoft.com/office/drawing/2014/main" id="{6C9D74A4-CAC4-4F9B-8696-7557F842F7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02337" y="2445342"/>
                        <a:ext cx="66103" cy="21060"/>
                      </a:xfrm>
                      <a:custGeom>
                        <a:avLst/>
                        <a:gdLst>
                          <a:gd name="connsiteX0" fmla="*/ 66104 w 66103"/>
                          <a:gd name="connsiteY0" fmla="*/ 10 h 21060"/>
                          <a:gd name="connsiteX1" fmla="*/ 0 w 66103"/>
                          <a:gd name="connsiteY1" fmla="*/ 21061 h 21060"/>
                          <a:gd name="connsiteX2" fmla="*/ 66104 w 66103"/>
                          <a:gd name="connsiteY2" fmla="*/ 10 h 21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6103" h="21060">
                            <a:moveTo>
                              <a:pt x="66104" y="10"/>
                            </a:moveTo>
                            <a:cubicBezTo>
                              <a:pt x="40196" y="-371"/>
                              <a:pt x="17145" y="9821"/>
                              <a:pt x="0" y="21061"/>
                            </a:cubicBezTo>
                            <a:cubicBezTo>
                              <a:pt x="15526" y="9821"/>
                              <a:pt x="43910" y="2868"/>
                              <a:pt x="66104" y="1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73" name="Forme libre : forme 13072">
                        <a:extLst>
                          <a:ext uri="{FF2B5EF4-FFF2-40B4-BE49-F238E27FC236}">
                            <a16:creationId xmlns:a16="http://schemas.microsoft.com/office/drawing/2014/main" id="{BB94F178-623A-4EC1-982C-C88566AE30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00559" y="2476319"/>
                        <a:ext cx="33021" cy="11198"/>
                      </a:xfrm>
                      <a:custGeom>
                        <a:avLst/>
                        <a:gdLst>
                          <a:gd name="connsiteX0" fmla="*/ 32651 w 33021"/>
                          <a:gd name="connsiteY0" fmla="*/ 9896 h 11198"/>
                          <a:gd name="connsiteX1" fmla="*/ 12934 w 33021"/>
                          <a:gd name="connsiteY1" fmla="*/ 8944 h 11198"/>
                          <a:gd name="connsiteX2" fmla="*/ 456 w 33021"/>
                          <a:gd name="connsiteY2" fmla="*/ 1514 h 11198"/>
                          <a:gd name="connsiteX3" fmla="*/ 19126 w 33021"/>
                          <a:gd name="connsiteY3" fmla="*/ 2372 h 11198"/>
                          <a:gd name="connsiteX4" fmla="*/ 32651 w 33021"/>
                          <a:gd name="connsiteY4" fmla="*/ 9896 h 11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021" h="11198">
                            <a:moveTo>
                              <a:pt x="32651" y="9896"/>
                            </a:moveTo>
                            <a:cubicBezTo>
                              <a:pt x="29984" y="12944"/>
                              <a:pt x="16935" y="9801"/>
                              <a:pt x="12934" y="8944"/>
                            </a:cubicBezTo>
                            <a:cubicBezTo>
                              <a:pt x="8934" y="7991"/>
                              <a:pt x="-2401" y="4848"/>
                              <a:pt x="456" y="1514"/>
                            </a:cubicBezTo>
                            <a:cubicBezTo>
                              <a:pt x="3314" y="-1915"/>
                              <a:pt x="15411" y="1419"/>
                              <a:pt x="19126" y="2372"/>
                            </a:cubicBezTo>
                            <a:cubicBezTo>
                              <a:pt x="22840" y="3133"/>
                              <a:pt x="35318" y="6658"/>
                              <a:pt x="32651" y="989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74" name="Forme libre : forme 13073">
                        <a:extLst>
                          <a:ext uri="{FF2B5EF4-FFF2-40B4-BE49-F238E27FC236}">
                            <a16:creationId xmlns:a16="http://schemas.microsoft.com/office/drawing/2014/main" id="{8469E154-7AC1-4A98-A9F7-6E1EF4F6E2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29112" y="2483513"/>
                        <a:ext cx="9434" cy="3690"/>
                      </a:xfrm>
                      <a:custGeom>
                        <a:avLst/>
                        <a:gdLst>
                          <a:gd name="connsiteX0" fmla="*/ 9432 w 9434"/>
                          <a:gd name="connsiteY0" fmla="*/ 2512 h 3690"/>
                          <a:gd name="connsiteX1" fmla="*/ 4860 w 9434"/>
                          <a:gd name="connsiteY1" fmla="*/ 3560 h 3690"/>
                          <a:gd name="connsiteX2" fmla="*/ 2 w 9434"/>
                          <a:gd name="connsiteY2" fmla="*/ 1178 h 3690"/>
                          <a:gd name="connsiteX3" fmla="*/ 4479 w 9434"/>
                          <a:gd name="connsiteY3" fmla="*/ 131 h 3690"/>
                          <a:gd name="connsiteX4" fmla="*/ 9432 w 9434"/>
                          <a:gd name="connsiteY4" fmla="*/ 2512 h 36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34" h="3690">
                            <a:moveTo>
                              <a:pt x="9432" y="2512"/>
                            </a:moveTo>
                            <a:cubicBezTo>
                              <a:pt x="9527" y="3941"/>
                              <a:pt x="6479" y="3750"/>
                              <a:pt x="4860" y="3560"/>
                            </a:cubicBezTo>
                            <a:cubicBezTo>
                              <a:pt x="3241" y="3274"/>
                              <a:pt x="98" y="2607"/>
                              <a:pt x="2" y="1178"/>
                            </a:cubicBezTo>
                            <a:cubicBezTo>
                              <a:pt x="-93" y="-250"/>
                              <a:pt x="2860" y="-60"/>
                              <a:pt x="4479" y="131"/>
                            </a:cubicBezTo>
                            <a:cubicBezTo>
                              <a:pt x="6003" y="416"/>
                              <a:pt x="9242" y="1083"/>
                              <a:pt x="9432" y="251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75" name="Forme libre : forme 13074">
                        <a:extLst>
                          <a:ext uri="{FF2B5EF4-FFF2-40B4-BE49-F238E27FC236}">
                            <a16:creationId xmlns:a16="http://schemas.microsoft.com/office/drawing/2014/main" id="{11B98B72-D0D0-40E7-8D73-E4472FE206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02459" y="2453661"/>
                        <a:ext cx="78894" cy="45405"/>
                      </a:xfrm>
                      <a:custGeom>
                        <a:avLst/>
                        <a:gdLst>
                          <a:gd name="connsiteX0" fmla="*/ 61612 w 78894"/>
                          <a:gd name="connsiteY0" fmla="*/ 22268 h 45405"/>
                          <a:gd name="connsiteX1" fmla="*/ 78662 w 78894"/>
                          <a:gd name="connsiteY1" fmla="*/ 40936 h 45405"/>
                          <a:gd name="connsiteX2" fmla="*/ 71804 w 78894"/>
                          <a:gd name="connsiteY2" fmla="*/ 45223 h 45405"/>
                          <a:gd name="connsiteX3" fmla="*/ 62850 w 78894"/>
                          <a:gd name="connsiteY3" fmla="*/ 39984 h 45405"/>
                          <a:gd name="connsiteX4" fmla="*/ 35895 w 78894"/>
                          <a:gd name="connsiteY4" fmla="*/ 22077 h 45405"/>
                          <a:gd name="connsiteX5" fmla="*/ 938 w 78894"/>
                          <a:gd name="connsiteY5" fmla="*/ 2836 h 45405"/>
                          <a:gd name="connsiteX6" fmla="*/ 44086 w 78894"/>
                          <a:gd name="connsiteY6" fmla="*/ 8075 h 45405"/>
                          <a:gd name="connsiteX7" fmla="*/ 61612 w 78894"/>
                          <a:gd name="connsiteY7" fmla="*/ 22268 h 454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8894" h="45405">
                            <a:moveTo>
                              <a:pt x="61612" y="22268"/>
                            </a:moveTo>
                            <a:cubicBezTo>
                              <a:pt x="69518" y="28554"/>
                              <a:pt x="75233" y="33031"/>
                              <a:pt x="78662" y="40936"/>
                            </a:cubicBezTo>
                            <a:cubicBezTo>
                              <a:pt x="79900" y="43794"/>
                              <a:pt x="75995" y="46080"/>
                              <a:pt x="71804" y="45223"/>
                            </a:cubicBezTo>
                            <a:cubicBezTo>
                              <a:pt x="67517" y="44461"/>
                              <a:pt x="65327" y="42270"/>
                              <a:pt x="62850" y="39984"/>
                            </a:cubicBezTo>
                            <a:cubicBezTo>
                              <a:pt x="55135" y="32840"/>
                              <a:pt x="46182" y="27411"/>
                              <a:pt x="35895" y="22077"/>
                            </a:cubicBezTo>
                            <a:cubicBezTo>
                              <a:pt x="29608" y="18267"/>
                              <a:pt x="-6206" y="9790"/>
                              <a:pt x="938" y="2836"/>
                            </a:cubicBezTo>
                            <a:cubicBezTo>
                              <a:pt x="8272" y="-4117"/>
                              <a:pt x="35418" y="3313"/>
                              <a:pt x="44086" y="8075"/>
                            </a:cubicBezTo>
                            <a:cubicBezTo>
                              <a:pt x="52849" y="12361"/>
                              <a:pt x="55611" y="17505"/>
                              <a:pt x="61612" y="2226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999" name="Graphique 1">
                      <a:extLst>
                        <a:ext uri="{FF2B5EF4-FFF2-40B4-BE49-F238E27FC236}">
                          <a16:creationId xmlns:a16="http://schemas.microsoft.com/office/drawing/2014/main" id="{3871466C-54FF-4612-9805-2227AF31C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344" y="2481833"/>
                      <a:ext cx="170656" cy="124978"/>
                      <a:chOff x="2089344" y="2481833"/>
                      <a:chExt cx="170656" cy="124978"/>
                    </a:xfrm>
                    <a:solidFill>
                      <a:schemeClr val="accent1"/>
                    </a:solidFill>
                  </p:grpSpPr>
                  <p:sp>
                    <p:nvSpPr>
                      <p:cNvPr id="13052" name="Forme libre : forme 13051">
                        <a:extLst>
                          <a:ext uri="{FF2B5EF4-FFF2-40B4-BE49-F238E27FC236}">
                            <a16:creationId xmlns:a16="http://schemas.microsoft.com/office/drawing/2014/main" id="{49683F4D-7CDC-427F-87F1-2872C327C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89344" y="2481833"/>
                        <a:ext cx="170656" cy="124978"/>
                      </a:xfrm>
                      <a:custGeom>
                        <a:avLst/>
                        <a:gdLst>
                          <a:gd name="connsiteX0" fmla="*/ 94456 w 170656"/>
                          <a:gd name="connsiteY0" fmla="*/ 112586 h 124978"/>
                          <a:gd name="connsiteX1" fmla="*/ 64643 w 170656"/>
                          <a:gd name="connsiteY1" fmla="*/ 92964 h 124978"/>
                          <a:gd name="connsiteX2" fmla="*/ 56452 w 170656"/>
                          <a:gd name="connsiteY2" fmla="*/ 86487 h 124978"/>
                          <a:gd name="connsiteX3" fmla="*/ 49594 w 170656"/>
                          <a:gd name="connsiteY3" fmla="*/ 80963 h 124978"/>
                          <a:gd name="connsiteX4" fmla="*/ 41688 w 170656"/>
                          <a:gd name="connsiteY4" fmla="*/ 74771 h 124978"/>
                          <a:gd name="connsiteX5" fmla="*/ 1492 w 170656"/>
                          <a:gd name="connsiteY5" fmla="*/ 27908 h 124978"/>
                          <a:gd name="connsiteX6" fmla="*/ 8255 w 170656"/>
                          <a:gd name="connsiteY6" fmla="*/ 7429 h 124978"/>
                          <a:gd name="connsiteX7" fmla="*/ 41212 w 170656"/>
                          <a:gd name="connsiteY7" fmla="*/ 0 h 124978"/>
                          <a:gd name="connsiteX8" fmla="*/ 60452 w 170656"/>
                          <a:gd name="connsiteY8" fmla="*/ 2381 h 124978"/>
                          <a:gd name="connsiteX9" fmla="*/ 82645 w 170656"/>
                          <a:gd name="connsiteY9" fmla="*/ 11430 h 124978"/>
                          <a:gd name="connsiteX10" fmla="*/ 97885 w 170656"/>
                          <a:gd name="connsiteY10" fmla="*/ 21812 h 124978"/>
                          <a:gd name="connsiteX11" fmla="*/ 104553 w 170656"/>
                          <a:gd name="connsiteY11" fmla="*/ 26861 h 124978"/>
                          <a:gd name="connsiteX12" fmla="*/ 110363 w 170656"/>
                          <a:gd name="connsiteY12" fmla="*/ 31432 h 124978"/>
                          <a:gd name="connsiteX13" fmla="*/ 132937 w 170656"/>
                          <a:gd name="connsiteY13" fmla="*/ 47815 h 124978"/>
                          <a:gd name="connsiteX14" fmla="*/ 169989 w 170656"/>
                          <a:gd name="connsiteY14" fmla="*/ 101441 h 124978"/>
                          <a:gd name="connsiteX15" fmla="*/ 161893 w 170656"/>
                          <a:gd name="connsiteY15" fmla="*/ 120872 h 124978"/>
                          <a:gd name="connsiteX16" fmla="*/ 94456 w 170656"/>
                          <a:gd name="connsiteY16" fmla="*/ 112586 h 1249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70656" h="124978">
                            <a:moveTo>
                              <a:pt x="94456" y="112586"/>
                            </a:moveTo>
                            <a:cubicBezTo>
                              <a:pt x="87217" y="108680"/>
                              <a:pt x="75882" y="101346"/>
                              <a:pt x="64643" y="92964"/>
                            </a:cubicBezTo>
                            <a:cubicBezTo>
                              <a:pt x="61881" y="90964"/>
                              <a:pt x="59119" y="88582"/>
                              <a:pt x="56452" y="86487"/>
                            </a:cubicBezTo>
                            <a:cubicBezTo>
                              <a:pt x="53880" y="84487"/>
                              <a:pt x="50641" y="81629"/>
                              <a:pt x="49594" y="80963"/>
                            </a:cubicBezTo>
                            <a:cubicBezTo>
                              <a:pt x="46450" y="78772"/>
                              <a:pt x="43974" y="76581"/>
                              <a:pt x="41688" y="74771"/>
                            </a:cubicBezTo>
                            <a:cubicBezTo>
                              <a:pt x="22923" y="61913"/>
                              <a:pt x="11494" y="47911"/>
                              <a:pt x="1492" y="27908"/>
                            </a:cubicBezTo>
                            <a:cubicBezTo>
                              <a:pt x="-2127" y="21241"/>
                              <a:pt x="1111" y="10763"/>
                              <a:pt x="8255" y="7429"/>
                            </a:cubicBezTo>
                            <a:cubicBezTo>
                              <a:pt x="18542" y="2953"/>
                              <a:pt x="29115" y="0"/>
                              <a:pt x="41212" y="0"/>
                            </a:cubicBezTo>
                            <a:cubicBezTo>
                              <a:pt x="47212" y="190"/>
                              <a:pt x="53594" y="953"/>
                              <a:pt x="60452" y="2381"/>
                            </a:cubicBezTo>
                            <a:cubicBezTo>
                              <a:pt x="67405" y="4477"/>
                              <a:pt x="74739" y="7429"/>
                              <a:pt x="82645" y="11430"/>
                            </a:cubicBezTo>
                            <a:cubicBezTo>
                              <a:pt x="86931" y="14097"/>
                              <a:pt x="92170" y="17717"/>
                              <a:pt x="97885" y="21812"/>
                            </a:cubicBezTo>
                            <a:cubicBezTo>
                              <a:pt x="101219" y="24194"/>
                              <a:pt x="102457" y="25241"/>
                              <a:pt x="104553" y="26861"/>
                            </a:cubicBezTo>
                            <a:cubicBezTo>
                              <a:pt x="106458" y="28385"/>
                              <a:pt x="108458" y="29909"/>
                              <a:pt x="110363" y="31432"/>
                            </a:cubicBezTo>
                            <a:cubicBezTo>
                              <a:pt x="118459" y="37529"/>
                              <a:pt x="127032" y="43625"/>
                              <a:pt x="132937" y="47815"/>
                            </a:cubicBezTo>
                            <a:cubicBezTo>
                              <a:pt x="155130" y="63532"/>
                              <a:pt x="163703" y="80391"/>
                              <a:pt x="169989" y="101441"/>
                            </a:cubicBezTo>
                            <a:cubicBezTo>
                              <a:pt x="172180" y="108680"/>
                              <a:pt x="168847" y="118777"/>
                              <a:pt x="161893" y="120872"/>
                            </a:cubicBezTo>
                            <a:cubicBezTo>
                              <a:pt x="141891" y="127159"/>
                              <a:pt x="121793" y="127540"/>
                              <a:pt x="94456" y="11258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53" name="Forme libre : forme 13052">
                        <a:extLst>
                          <a:ext uri="{FF2B5EF4-FFF2-40B4-BE49-F238E27FC236}">
                            <a16:creationId xmlns:a16="http://schemas.microsoft.com/office/drawing/2014/main" id="{EEC78252-D739-40C8-ADAF-095783C5F9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89450" y="2500217"/>
                        <a:ext cx="162358" cy="106346"/>
                      </a:xfrm>
                      <a:custGeom>
                        <a:avLst/>
                        <a:gdLst>
                          <a:gd name="connsiteX0" fmla="*/ 63204 w 162358"/>
                          <a:gd name="connsiteY0" fmla="*/ 38576 h 106346"/>
                          <a:gd name="connsiteX1" fmla="*/ 339 w 162358"/>
                          <a:gd name="connsiteY1" fmla="*/ 0 h 106346"/>
                          <a:gd name="connsiteX2" fmla="*/ 1482 w 162358"/>
                          <a:gd name="connsiteY2" fmla="*/ 9335 h 106346"/>
                          <a:gd name="connsiteX3" fmla="*/ 6911 w 162358"/>
                          <a:gd name="connsiteY3" fmla="*/ 19145 h 106346"/>
                          <a:gd name="connsiteX4" fmla="*/ 25390 w 162358"/>
                          <a:gd name="connsiteY4" fmla="*/ 43244 h 106346"/>
                          <a:gd name="connsiteX5" fmla="*/ 41773 w 162358"/>
                          <a:gd name="connsiteY5" fmla="*/ 56293 h 106346"/>
                          <a:gd name="connsiteX6" fmla="*/ 47297 w 162358"/>
                          <a:gd name="connsiteY6" fmla="*/ 60770 h 106346"/>
                          <a:gd name="connsiteX7" fmla="*/ 50535 w 162358"/>
                          <a:gd name="connsiteY7" fmla="*/ 63151 h 106346"/>
                          <a:gd name="connsiteX8" fmla="*/ 55869 w 162358"/>
                          <a:gd name="connsiteY8" fmla="*/ 67437 h 106346"/>
                          <a:gd name="connsiteX9" fmla="*/ 67776 w 162358"/>
                          <a:gd name="connsiteY9" fmla="*/ 76676 h 106346"/>
                          <a:gd name="connsiteX10" fmla="*/ 89969 w 162358"/>
                          <a:gd name="connsiteY10" fmla="*/ 91535 h 106346"/>
                          <a:gd name="connsiteX11" fmla="*/ 94446 w 162358"/>
                          <a:gd name="connsiteY11" fmla="*/ 94107 h 106346"/>
                          <a:gd name="connsiteX12" fmla="*/ 121116 w 162358"/>
                          <a:gd name="connsiteY12" fmla="*/ 104585 h 106346"/>
                          <a:gd name="connsiteX13" fmla="*/ 152358 w 162358"/>
                          <a:gd name="connsiteY13" fmla="*/ 104966 h 106346"/>
                          <a:gd name="connsiteX14" fmla="*/ 161978 w 162358"/>
                          <a:gd name="connsiteY14" fmla="*/ 102489 h 106346"/>
                          <a:gd name="connsiteX15" fmla="*/ 162359 w 162358"/>
                          <a:gd name="connsiteY15" fmla="*/ 102299 h 106346"/>
                          <a:gd name="connsiteX16" fmla="*/ 111876 w 162358"/>
                          <a:gd name="connsiteY16" fmla="*/ 71723 h 106346"/>
                          <a:gd name="connsiteX17" fmla="*/ 86921 w 162358"/>
                          <a:gd name="connsiteY17" fmla="*/ 55150 h 106346"/>
                          <a:gd name="connsiteX18" fmla="*/ 74729 w 162358"/>
                          <a:gd name="connsiteY18" fmla="*/ 46387 h 106346"/>
                          <a:gd name="connsiteX19" fmla="*/ 68728 w 162358"/>
                          <a:gd name="connsiteY19" fmla="*/ 42005 h 106346"/>
                          <a:gd name="connsiteX20" fmla="*/ 63204 w 162358"/>
                          <a:gd name="connsiteY20" fmla="*/ 38576 h 106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62358" h="106346">
                            <a:moveTo>
                              <a:pt x="63204" y="38576"/>
                            </a:moveTo>
                            <a:cubicBezTo>
                              <a:pt x="42820" y="25718"/>
                              <a:pt x="17103" y="16383"/>
                              <a:pt x="339" y="0"/>
                            </a:cubicBezTo>
                            <a:cubicBezTo>
                              <a:pt x="-328" y="3238"/>
                              <a:pt x="-42" y="6668"/>
                              <a:pt x="1482" y="9335"/>
                            </a:cubicBezTo>
                            <a:cubicBezTo>
                              <a:pt x="3387" y="12763"/>
                              <a:pt x="5196" y="16002"/>
                              <a:pt x="6911" y="19145"/>
                            </a:cubicBezTo>
                            <a:cubicBezTo>
                              <a:pt x="12150" y="28194"/>
                              <a:pt x="18150" y="35909"/>
                              <a:pt x="25390" y="43244"/>
                            </a:cubicBezTo>
                            <a:cubicBezTo>
                              <a:pt x="30628" y="47530"/>
                              <a:pt x="35200" y="52292"/>
                              <a:pt x="41773" y="56293"/>
                            </a:cubicBezTo>
                            <a:cubicBezTo>
                              <a:pt x="43582" y="57531"/>
                              <a:pt x="45201" y="59246"/>
                              <a:pt x="47297" y="60770"/>
                            </a:cubicBezTo>
                            <a:cubicBezTo>
                              <a:pt x="48345" y="61532"/>
                              <a:pt x="49392" y="62294"/>
                              <a:pt x="50535" y="63151"/>
                            </a:cubicBezTo>
                            <a:cubicBezTo>
                              <a:pt x="51678" y="63913"/>
                              <a:pt x="54060" y="66008"/>
                              <a:pt x="55869" y="67437"/>
                            </a:cubicBezTo>
                            <a:cubicBezTo>
                              <a:pt x="59775" y="70580"/>
                              <a:pt x="63775" y="73819"/>
                              <a:pt x="67776" y="76676"/>
                            </a:cubicBezTo>
                            <a:cubicBezTo>
                              <a:pt x="75777" y="82677"/>
                              <a:pt x="83778" y="87725"/>
                              <a:pt x="89969" y="91535"/>
                            </a:cubicBezTo>
                            <a:cubicBezTo>
                              <a:pt x="91588" y="92488"/>
                              <a:pt x="93112" y="93345"/>
                              <a:pt x="94446" y="94107"/>
                            </a:cubicBezTo>
                            <a:cubicBezTo>
                              <a:pt x="104161" y="99536"/>
                              <a:pt x="112924" y="102775"/>
                              <a:pt x="121116" y="104585"/>
                            </a:cubicBezTo>
                            <a:cubicBezTo>
                              <a:pt x="132355" y="107061"/>
                              <a:pt x="142547" y="106680"/>
                              <a:pt x="152358" y="104966"/>
                            </a:cubicBezTo>
                            <a:cubicBezTo>
                              <a:pt x="155596" y="104299"/>
                              <a:pt x="158740" y="103537"/>
                              <a:pt x="161978" y="102489"/>
                            </a:cubicBezTo>
                            <a:lnTo>
                              <a:pt x="162359" y="102299"/>
                            </a:lnTo>
                            <a:cubicBezTo>
                              <a:pt x="145785" y="92393"/>
                              <a:pt x="128640" y="82391"/>
                              <a:pt x="111876" y="71723"/>
                            </a:cubicBezTo>
                            <a:cubicBezTo>
                              <a:pt x="103494" y="66389"/>
                              <a:pt x="95112" y="60960"/>
                              <a:pt x="86921" y="55150"/>
                            </a:cubicBezTo>
                            <a:cubicBezTo>
                              <a:pt x="82825" y="52388"/>
                              <a:pt x="78729" y="49435"/>
                              <a:pt x="74729" y="46387"/>
                            </a:cubicBezTo>
                            <a:lnTo>
                              <a:pt x="68728" y="42005"/>
                            </a:lnTo>
                            <a:lnTo>
                              <a:pt x="63204" y="38576"/>
                            </a:ln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54" name="Forme libre : forme 13053">
                        <a:extLst>
                          <a:ext uri="{FF2B5EF4-FFF2-40B4-BE49-F238E27FC236}">
                            <a16:creationId xmlns:a16="http://schemas.microsoft.com/office/drawing/2014/main" id="{EDA5142C-8580-44CF-B58D-03A3B6E44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0951" y="2523456"/>
                        <a:ext cx="75339" cy="57240"/>
                      </a:xfrm>
                      <a:custGeom>
                        <a:avLst/>
                        <a:gdLst>
                          <a:gd name="connsiteX0" fmla="*/ 74854 w 75339"/>
                          <a:gd name="connsiteY0" fmla="*/ 54580 h 57240"/>
                          <a:gd name="connsiteX1" fmla="*/ 27896 w 75339"/>
                          <a:gd name="connsiteY1" fmla="*/ 39530 h 57240"/>
                          <a:gd name="connsiteX2" fmla="*/ 7894 w 75339"/>
                          <a:gd name="connsiteY2" fmla="*/ 21052 h 57240"/>
                          <a:gd name="connsiteX3" fmla="*/ 845 w 75339"/>
                          <a:gd name="connsiteY3" fmla="*/ 2669 h 57240"/>
                          <a:gd name="connsiteX4" fmla="*/ 21133 w 75339"/>
                          <a:gd name="connsiteY4" fmla="*/ 4955 h 57240"/>
                          <a:gd name="connsiteX5" fmla="*/ 41898 w 75339"/>
                          <a:gd name="connsiteY5" fmla="*/ 19052 h 57240"/>
                          <a:gd name="connsiteX6" fmla="*/ 74854 w 75339"/>
                          <a:gd name="connsiteY6" fmla="*/ 54580 h 57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5339" h="57240">
                            <a:moveTo>
                              <a:pt x="74854" y="54580"/>
                            </a:moveTo>
                            <a:cubicBezTo>
                              <a:pt x="69997" y="63724"/>
                              <a:pt x="38088" y="46960"/>
                              <a:pt x="27896" y="39530"/>
                            </a:cubicBezTo>
                            <a:cubicBezTo>
                              <a:pt x="22848" y="36006"/>
                              <a:pt x="14180" y="28863"/>
                              <a:pt x="7894" y="21052"/>
                            </a:cubicBezTo>
                            <a:cubicBezTo>
                              <a:pt x="2179" y="14480"/>
                              <a:pt x="-1822" y="7527"/>
                              <a:pt x="845" y="2669"/>
                            </a:cubicBezTo>
                            <a:cubicBezTo>
                              <a:pt x="3512" y="-2189"/>
                              <a:pt x="12085" y="192"/>
                              <a:pt x="21133" y="4955"/>
                            </a:cubicBezTo>
                            <a:cubicBezTo>
                              <a:pt x="29134" y="9622"/>
                              <a:pt x="37612" y="15718"/>
                              <a:pt x="41898" y="19052"/>
                            </a:cubicBezTo>
                            <a:cubicBezTo>
                              <a:pt x="50375" y="25910"/>
                              <a:pt x="79426" y="45817"/>
                              <a:pt x="74854" y="5458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55" name="Forme libre : forme 13054">
                        <a:extLst>
                          <a:ext uri="{FF2B5EF4-FFF2-40B4-BE49-F238E27FC236}">
                            <a16:creationId xmlns:a16="http://schemas.microsoft.com/office/drawing/2014/main" id="{5C276224-76BA-4DF3-9F36-63BF7C41C6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1191" y="2523119"/>
                        <a:ext cx="45467" cy="49868"/>
                      </a:xfrm>
                      <a:custGeom>
                        <a:avLst/>
                        <a:gdLst>
                          <a:gd name="connsiteX0" fmla="*/ 22227 w 45467"/>
                          <a:gd name="connsiteY0" fmla="*/ 6435 h 49868"/>
                          <a:gd name="connsiteX1" fmla="*/ 319 w 45467"/>
                          <a:gd name="connsiteY1" fmla="*/ 2815 h 49868"/>
                          <a:gd name="connsiteX2" fmla="*/ 7749 w 45467"/>
                          <a:gd name="connsiteY2" fmla="*/ 21389 h 49868"/>
                          <a:gd name="connsiteX3" fmla="*/ 28132 w 45467"/>
                          <a:gd name="connsiteY3" fmla="*/ 40248 h 49868"/>
                          <a:gd name="connsiteX4" fmla="*/ 45468 w 45467"/>
                          <a:gd name="connsiteY4" fmla="*/ 49869 h 49868"/>
                          <a:gd name="connsiteX5" fmla="*/ 36991 w 45467"/>
                          <a:gd name="connsiteY5" fmla="*/ 43487 h 49868"/>
                          <a:gd name="connsiteX6" fmla="*/ 22227 w 45467"/>
                          <a:gd name="connsiteY6" fmla="*/ 6435 h 498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5467" h="49868">
                            <a:moveTo>
                              <a:pt x="22227" y="6435"/>
                            </a:moveTo>
                            <a:cubicBezTo>
                              <a:pt x="16607" y="4339"/>
                              <a:pt x="1843" y="-4424"/>
                              <a:pt x="319" y="2815"/>
                            </a:cubicBezTo>
                            <a:cubicBezTo>
                              <a:pt x="-1109" y="8625"/>
                              <a:pt x="2415" y="15102"/>
                              <a:pt x="7749" y="21389"/>
                            </a:cubicBezTo>
                            <a:cubicBezTo>
                              <a:pt x="13559" y="28723"/>
                              <a:pt x="21750" y="35676"/>
                              <a:pt x="28132" y="40248"/>
                            </a:cubicBezTo>
                            <a:cubicBezTo>
                              <a:pt x="31847" y="42820"/>
                              <a:pt x="40705" y="47963"/>
                              <a:pt x="45468" y="49869"/>
                            </a:cubicBezTo>
                            <a:cubicBezTo>
                              <a:pt x="43087" y="48249"/>
                              <a:pt x="38991" y="45582"/>
                              <a:pt x="36991" y="43487"/>
                            </a:cubicBezTo>
                            <a:cubicBezTo>
                              <a:pt x="25846" y="32057"/>
                              <a:pt x="14988" y="16150"/>
                              <a:pt x="22227" y="643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56" name="Forme libre : forme 13055">
                        <a:extLst>
                          <a:ext uri="{FF2B5EF4-FFF2-40B4-BE49-F238E27FC236}">
                            <a16:creationId xmlns:a16="http://schemas.microsoft.com/office/drawing/2014/main" id="{DC31A9A4-4C3D-4BF0-BF53-78EEDF4908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3101" y="2528410"/>
                        <a:ext cx="76639" cy="56371"/>
                      </a:xfrm>
                      <a:custGeom>
                        <a:avLst/>
                        <a:gdLst>
                          <a:gd name="connsiteX0" fmla="*/ 75562 w 76639"/>
                          <a:gd name="connsiteY0" fmla="*/ 54293 h 56371"/>
                          <a:gd name="connsiteX1" fmla="*/ 27652 w 76639"/>
                          <a:gd name="connsiteY1" fmla="*/ 39530 h 56371"/>
                          <a:gd name="connsiteX2" fmla="*/ 7363 w 76639"/>
                          <a:gd name="connsiteY2" fmla="*/ 21432 h 56371"/>
                          <a:gd name="connsiteX3" fmla="*/ 3363 w 76639"/>
                          <a:gd name="connsiteY3" fmla="*/ 15907 h 56371"/>
                          <a:gd name="connsiteX4" fmla="*/ 982 w 76639"/>
                          <a:gd name="connsiteY4" fmla="*/ 11240 h 56371"/>
                          <a:gd name="connsiteX5" fmla="*/ 886 w 76639"/>
                          <a:gd name="connsiteY5" fmla="*/ 2763 h 56371"/>
                          <a:gd name="connsiteX6" fmla="*/ 8507 w 76639"/>
                          <a:gd name="connsiteY6" fmla="*/ 191 h 56371"/>
                          <a:gd name="connsiteX7" fmla="*/ 20603 w 76639"/>
                          <a:gd name="connsiteY7" fmla="*/ 5049 h 56371"/>
                          <a:gd name="connsiteX8" fmla="*/ 41749 w 76639"/>
                          <a:gd name="connsiteY8" fmla="*/ 18956 h 56371"/>
                          <a:gd name="connsiteX9" fmla="*/ 75562 w 76639"/>
                          <a:gd name="connsiteY9" fmla="*/ 54293 h 563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6639" h="56371">
                            <a:moveTo>
                              <a:pt x="75562" y="54293"/>
                            </a:moveTo>
                            <a:cubicBezTo>
                              <a:pt x="68133" y="61818"/>
                              <a:pt x="38891" y="47054"/>
                              <a:pt x="27652" y="39530"/>
                            </a:cubicBezTo>
                            <a:cubicBezTo>
                              <a:pt x="22032" y="35910"/>
                              <a:pt x="13364" y="29052"/>
                              <a:pt x="7363" y="21432"/>
                            </a:cubicBezTo>
                            <a:cubicBezTo>
                              <a:pt x="5839" y="19622"/>
                              <a:pt x="4411" y="17622"/>
                              <a:pt x="3363" y="15907"/>
                            </a:cubicBezTo>
                            <a:cubicBezTo>
                              <a:pt x="2410" y="14383"/>
                              <a:pt x="1553" y="12859"/>
                              <a:pt x="982" y="11240"/>
                            </a:cubicBezTo>
                            <a:cubicBezTo>
                              <a:pt x="-161" y="8192"/>
                              <a:pt x="-447" y="5240"/>
                              <a:pt x="886" y="2763"/>
                            </a:cubicBezTo>
                            <a:cubicBezTo>
                              <a:pt x="2220" y="287"/>
                              <a:pt x="4982" y="-380"/>
                              <a:pt x="8507" y="191"/>
                            </a:cubicBezTo>
                            <a:cubicBezTo>
                              <a:pt x="12126" y="763"/>
                              <a:pt x="16698" y="2668"/>
                              <a:pt x="20603" y="5049"/>
                            </a:cubicBezTo>
                            <a:cubicBezTo>
                              <a:pt x="28700" y="9907"/>
                              <a:pt x="37558" y="16003"/>
                              <a:pt x="41749" y="18956"/>
                            </a:cubicBezTo>
                            <a:cubicBezTo>
                              <a:pt x="49845" y="25147"/>
                              <a:pt x="82992" y="46959"/>
                              <a:pt x="75562" y="5429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57" name="Forme libre : forme 13056">
                        <a:extLst>
                          <a:ext uri="{FF2B5EF4-FFF2-40B4-BE49-F238E27FC236}">
                            <a16:creationId xmlns:a16="http://schemas.microsoft.com/office/drawing/2014/main" id="{6F98EC55-633B-418D-9904-D55E47C414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13790" y="2496657"/>
                        <a:ext cx="87508" cy="86243"/>
                      </a:xfrm>
                      <a:custGeom>
                        <a:avLst/>
                        <a:gdLst>
                          <a:gd name="connsiteX0" fmla="*/ 2 w 87508"/>
                          <a:gd name="connsiteY0" fmla="*/ 12514 h 86243"/>
                          <a:gd name="connsiteX1" fmla="*/ 5908 w 87508"/>
                          <a:gd name="connsiteY1" fmla="*/ 27944 h 86243"/>
                          <a:gd name="connsiteX2" fmla="*/ 17052 w 87508"/>
                          <a:gd name="connsiteY2" fmla="*/ 44137 h 86243"/>
                          <a:gd name="connsiteX3" fmla="*/ 22862 w 87508"/>
                          <a:gd name="connsiteY3" fmla="*/ 51471 h 86243"/>
                          <a:gd name="connsiteX4" fmla="*/ 28673 w 87508"/>
                          <a:gd name="connsiteY4" fmla="*/ 58900 h 86243"/>
                          <a:gd name="connsiteX5" fmla="*/ 31721 w 87508"/>
                          <a:gd name="connsiteY5" fmla="*/ 61853 h 86243"/>
                          <a:gd name="connsiteX6" fmla="*/ 36388 w 87508"/>
                          <a:gd name="connsiteY6" fmla="*/ 66139 h 86243"/>
                          <a:gd name="connsiteX7" fmla="*/ 46294 w 87508"/>
                          <a:gd name="connsiteY7" fmla="*/ 73855 h 86243"/>
                          <a:gd name="connsiteX8" fmla="*/ 66582 w 87508"/>
                          <a:gd name="connsiteY8" fmla="*/ 84046 h 86243"/>
                          <a:gd name="connsiteX9" fmla="*/ 87442 w 87508"/>
                          <a:gd name="connsiteY9" fmla="*/ 81094 h 86243"/>
                          <a:gd name="connsiteX10" fmla="*/ 78583 w 87508"/>
                          <a:gd name="connsiteY10" fmla="*/ 68521 h 86243"/>
                          <a:gd name="connsiteX11" fmla="*/ 56105 w 87508"/>
                          <a:gd name="connsiteY11" fmla="*/ 34421 h 86243"/>
                          <a:gd name="connsiteX12" fmla="*/ 46484 w 87508"/>
                          <a:gd name="connsiteY12" fmla="*/ 15943 h 86243"/>
                          <a:gd name="connsiteX13" fmla="*/ 27530 w 87508"/>
                          <a:gd name="connsiteY13" fmla="*/ 1655 h 86243"/>
                          <a:gd name="connsiteX14" fmla="*/ 7908 w 87508"/>
                          <a:gd name="connsiteY14" fmla="*/ 1560 h 86243"/>
                          <a:gd name="connsiteX15" fmla="*/ 2 w 87508"/>
                          <a:gd name="connsiteY15" fmla="*/ 12514 h 862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87508" h="86243">
                            <a:moveTo>
                              <a:pt x="2" y="12514"/>
                            </a:moveTo>
                            <a:cubicBezTo>
                              <a:pt x="193" y="19086"/>
                              <a:pt x="1526" y="21848"/>
                              <a:pt x="5908" y="27944"/>
                            </a:cubicBezTo>
                            <a:cubicBezTo>
                              <a:pt x="10099" y="33754"/>
                              <a:pt x="13718" y="38898"/>
                              <a:pt x="17052" y="44137"/>
                            </a:cubicBezTo>
                            <a:cubicBezTo>
                              <a:pt x="18862" y="46708"/>
                              <a:pt x="20672" y="49090"/>
                              <a:pt x="22862" y="51471"/>
                            </a:cubicBezTo>
                            <a:cubicBezTo>
                              <a:pt x="24672" y="54043"/>
                              <a:pt x="26387" y="56519"/>
                              <a:pt x="28673" y="58900"/>
                            </a:cubicBezTo>
                            <a:cubicBezTo>
                              <a:pt x="29625" y="59948"/>
                              <a:pt x="30482" y="60710"/>
                              <a:pt x="31721" y="61853"/>
                            </a:cubicBezTo>
                            <a:cubicBezTo>
                              <a:pt x="33244" y="63282"/>
                              <a:pt x="34768" y="64711"/>
                              <a:pt x="36388" y="66139"/>
                            </a:cubicBezTo>
                            <a:cubicBezTo>
                              <a:pt x="39531" y="68902"/>
                              <a:pt x="42865" y="71664"/>
                              <a:pt x="46294" y="73855"/>
                            </a:cubicBezTo>
                            <a:cubicBezTo>
                              <a:pt x="53152" y="78522"/>
                              <a:pt x="60200" y="81951"/>
                              <a:pt x="66582" y="84046"/>
                            </a:cubicBezTo>
                            <a:cubicBezTo>
                              <a:pt x="76202" y="87190"/>
                              <a:pt x="86299" y="87571"/>
                              <a:pt x="87442" y="81094"/>
                            </a:cubicBezTo>
                            <a:cubicBezTo>
                              <a:pt x="88204" y="77093"/>
                              <a:pt x="82298" y="73093"/>
                              <a:pt x="78583" y="68521"/>
                            </a:cubicBezTo>
                            <a:cubicBezTo>
                              <a:pt x="69725" y="57853"/>
                              <a:pt x="61248" y="47566"/>
                              <a:pt x="56105" y="34421"/>
                            </a:cubicBezTo>
                            <a:cubicBezTo>
                              <a:pt x="53628" y="28897"/>
                              <a:pt x="50771" y="22420"/>
                              <a:pt x="46484" y="15943"/>
                            </a:cubicBezTo>
                            <a:cubicBezTo>
                              <a:pt x="42007" y="10228"/>
                              <a:pt x="35912" y="4798"/>
                              <a:pt x="27530" y="1655"/>
                            </a:cubicBezTo>
                            <a:cubicBezTo>
                              <a:pt x="19909" y="-631"/>
                              <a:pt x="12861" y="-440"/>
                              <a:pt x="7908" y="1560"/>
                            </a:cubicBezTo>
                            <a:cubicBezTo>
                              <a:pt x="2955" y="3846"/>
                              <a:pt x="-93" y="7942"/>
                              <a:pt x="2" y="1251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58" name="Forme libre : forme 13057">
                        <a:extLst>
                          <a:ext uri="{FF2B5EF4-FFF2-40B4-BE49-F238E27FC236}">
                            <a16:creationId xmlns:a16="http://schemas.microsoft.com/office/drawing/2014/main" id="{2F324CBF-FBD1-45EE-BD95-13C537FBD3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38324" y="2506570"/>
                        <a:ext cx="38283" cy="17826"/>
                      </a:xfrm>
                      <a:custGeom>
                        <a:avLst/>
                        <a:gdLst>
                          <a:gd name="connsiteX0" fmla="*/ 4804 w 38283"/>
                          <a:gd name="connsiteY0" fmla="*/ 124 h 17826"/>
                          <a:gd name="connsiteX1" fmla="*/ 423 w 38283"/>
                          <a:gd name="connsiteY1" fmla="*/ 791 h 17826"/>
                          <a:gd name="connsiteX2" fmla="*/ 1947 w 38283"/>
                          <a:gd name="connsiteY2" fmla="*/ 4220 h 17826"/>
                          <a:gd name="connsiteX3" fmla="*/ 8043 w 38283"/>
                          <a:gd name="connsiteY3" fmla="*/ 7649 h 17826"/>
                          <a:gd name="connsiteX4" fmla="*/ 24045 w 38283"/>
                          <a:gd name="connsiteY4" fmla="*/ 14888 h 17826"/>
                          <a:gd name="connsiteX5" fmla="*/ 30141 w 38283"/>
                          <a:gd name="connsiteY5" fmla="*/ 17365 h 17826"/>
                          <a:gd name="connsiteX6" fmla="*/ 38047 w 38283"/>
                          <a:gd name="connsiteY6" fmla="*/ 16126 h 17826"/>
                          <a:gd name="connsiteX7" fmla="*/ 31950 w 38283"/>
                          <a:gd name="connsiteY7" fmla="*/ 8316 h 17826"/>
                          <a:gd name="connsiteX8" fmla="*/ 4804 w 38283"/>
                          <a:gd name="connsiteY8" fmla="*/ 124 h 17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8283" h="17826">
                            <a:moveTo>
                              <a:pt x="4804" y="124"/>
                            </a:moveTo>
                            <a:cubicBezTo>
                              <a:pt x="2804" y="-66"/>
                              <a:pt x="1471" y="-161"/>
                              <a:pt x="423" y="791"/>
                            </a:cubicBezTo>
                            <a:cubicBezTo>
                              <a:pt x="-625" y="1648"/>
                              <a:pt x="423" y="2982"/>
                              <a:pt x="1947" y="4220"/>
                            </a:cubicBezTo>
                            <a:cubicBezTo>
                              <a:pt x="3471" y="5458"/>
                              <a:pt x="6042" y="6792"/>
                              <a:pt x="8043" y="7649"/>
                            </a:cubicBezTo>
                            <a:cubicBezTo>
                              <a:pt x="13282" y="9840"/>
                              <a:pt x="18997" y="12221"/>
                              <a:pt x="24045" y="14888"/>
                            </a:cubicBezTo>
                            <a:cubicBezTo>
                              <a:pt x="26140" y="15841"/>
                              <a:pt x="28141" y="16888"/>
                              <a:pt x="30141" y="17365"/>
                            </a:cubicBezTo>
                            <a:cubicBezTo>
                              <a:pt x="34427" y="18317"/>
                              <a:pt x="37380" y="17745"/>
                              <a:pt x="38047" y="16126"/>
                            </a:cubicBezTo>
                            <a:cubicBezTo>
                              <a:pt x="38999" y="14602"/>
                              <a:pt x="37094" y="11650"/>
                              <a:pt x="31950" y="8316"/>
                            </a:cubicBezTo>
                            <a:cubicBezTo>
                              <a:pt x="23949" y="2506"/>
                              <a:pt x="12615" y="791"/>
                              <a:pt x="4804" y="12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59" name="Forme libre : forme 13058">
                        <a:extLst>
                          <a:ext uri="{FF2B5EF4-FFF2-40B4-BE49-F238E27FC236}">
                            <a16:creationId xmlns:a16="http://schemas.microsoft.com/office/drawing/2014/main" id="{D2FFCF4C-807B-4857-AAD6-E9D28ACE83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86658" y="2594228"/>
                        <a:ext cx="63817" cy="8636"/>
                      </a:xfrm>
                      <a:custGeom>
                        <a:avLst/>
                        <a:gdLst>
                          <a:gd name="connsiteX0" fmla="*/ 63818 w 63817"/>
                          <a:gd name="connsiteY0" fmla="*/ 4858 h 8636"/>
                          <a:gd name="connsiteX1" fmla="*/ 0 w 63817"/>
                          <a:gd name="connsiteY1" fmla="*/ 0 h 8636"/>
                          <a:gd name="connsiteX2" fmla="*/ 63818 w 63817"/>
                          <a:gd name="connsiteY2" fmla="*/ 4858 h 86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3817" h="8636">
                            <a:moveTo>
                              <a:pt x="63818" y="4858"/>
                            </a:moveTo>
                            <a:cubicBezTo>
                              <a:pt x="49911" y="13049"/>
                              <a:pt x="19621" y="6287"/>
                              <a:pt x="0" y="0"/>
                            </a:cubicBezTo>
                            <a:cubicBezTo>
                              <a:pt x="21336" y="6668"/>
                              <a:pt x="46006" y="6858"/>
                              <a:pt x="63818" y="485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60" name="Forme libre : forme 13059">
                        <a:extLst>
                          <a:ext uri="{FF2B5EF4-FFF2-40B4-BE49-F238E27FC236}">
                            <a16:creationId xmlns:a16="http://schemas.microsoft.com/office/drawing/2014/main" id="{FD46B3DF-8365-4738-9F67-86B34D7D19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98457" y="2485898"/>
                        <a:ext cx="74771" cy="10985"/>
                      </a:xfrm>
                      <a:custGeom>
                        <a:avLst/>
                        <a:gdLst>
                          <a:gd name="connsiteX0" fmla="*/ 74771 w 74771"/>
                          <a:gd name="connsiteY0" fmla="*/ 10985 h 10985"/>
                          <a:gd name="connsiteX1" fmla="*/ 0 w 74771"/>
                          <a:gd name="connsiteY1" fmla="*/ 5461 h 10985"/>
                          <a:gd name="connsiteX2" fmla="*/ 74771 w 74771"/>
                          <a:gd name="connsiteY2" fmla="*/ 10985 h 109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4771" h="10985">
                            <a:moveTo>
                              <a:pt x="74771" y="10985"/>
                            </a:moveTo>
                            <a:cubicBezTo>
                              <a:pt x="46577" y="-4826"/>
                              <a:pt x="19431" y="-635"/>
                              <a:pt x="0" y="5461"/>
                            </a:cubicBezTo>
                            <a:cubicBezTo>
                              <a:pt x="17907" y="-1493"/>
                              <a:pt x="49244" y="-64"/>
                              <a:pt x="74771" y="1098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61" name="Forme libre : forme 13060">
                        <a:extLst>
                          <a:ext uri="{FF2B5EF4-FFF2-40B4-BE49-F238E27FC236}">
                            <a16:creationId xmlns:a16="http://schemas.microsoft.com/office/drawing/2014/main" id="{B8D69464-236E-4C91-92B1-AA6E708FD8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84061" y="2542439"/>
                        <a:ext cx="26482" cy="22417"/>
                      </a:xfrm>
                      <a:custGeom>
                        <a:avLst/>
                        <a:gdLst>
                          <a:gd name="connsiteX0" fmla="*/ 25647 w 26482"/>
                          <a:gd name="connsiteY0" fmla="*/ 22167 h 22417"/>
                          <a:gd name="connsiteX1" fmla="*/ 8407 w 26482"/>
                          <a:gd name="connsiteY1" fmla="*/ 12642 h 22417"/>
                          <a:gd name="connsiteX2" fmla="*/ 1168 w 26482"/>
                          <a:gd name="connsiteY2" fmla="*/ 164 h 22417"/>
                          <a:gd name="connsiteX3" fmla="*/ 16884 w 26482"/>
                          <a:gd name="connsiteY3" fmla="*/ 9499 h 22417"/>
                          <a:gd name="connsiteX4" fmla="*/ 25647 w 26482"/>
                          <a:gd name="connsiteY4" fmla="*/ 22167 h 224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6482" h="22417">
                            <a:moveTo>
                              <a:pt x="25647" y="22167"/>
                            </a:moveTo>
                            <a:cubicBezTo>
                              <a:pt x="21932" y="23977"/>
                              <a:pt x="11455" y="15499"/>
                              <a:pt x="8407" y="12642"/>
                            </a:cubicBezTo>
                            <a:cubicBezTo>
                              <a:pt x="5168" y="10070"/>
                              <a:pt x="-3023" y="1688"/>
                              <a:pt x="1168" y="164"/>
                            </a:cubicBezTo>
                            <a:cubicBezTo>
                              <a:pt x="5168" y="-1264"/>
                              <a:pt x="13931" y="7022"/>
                              <a:pt x="16884" y="9499"/>
                            </a:cubicBezTo>
                            <a:cubicBezTo>
                              <a:pt x="19646" y="12166"/>
                              <a:pt x="29362" y="20357"/>
                              <a:pt x="25647" y="2216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62" name="Forme libre : forme 13061">
                        <a:extLst>
                          <a:ext uri="{FF2B5EF4-FFF2-40B4-BE49-F238E27FC236}">
                            <a16:creationId xmlns:a16="http://schemas.microsoft.com/office/drawing/2014/main" id="{EA55EF66-C6CD-4FA9-A285-9EE7575C79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6507" y="2560993"/>
                        <a:ext cx="8115" cy="6083"/>
                      </a:xfrm>
                      <a:custGeom>
                        <a:avLst/>
                        <a:gdLst>
                          <a:gd name="connsiteX0" fmla="*/ 8059 w 8115"/>
                          <a:gd name="connsiteY0" fmla="*/ 5518 h 6083"/>
                          <a:gd name="connsiteX1" fmla="*/ 3487 w 8115"/>
                          <a:gd name="connsiteY1" fmla="*/ 4661 h 6083"/>
                          <a:gd name="connsiteX2" fmla="*/ 58 w 8115"/>
                          <a:gd name="connsiteY2" fmla="*/ 565 h 6083"/>
                          <a:gd name="connsiteX3" fmla="*/ 4535 w 8115"/>
                          <a:gd name="connsiteY3" fmla="*/ 1422 h 6083"/>
                          <a:gd name="connsiteX4" fmla="*/ 8059 w 8115"/>
                          <a:gd name="connsiteY4" fmla="*/ 5518 h 60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15" h="6083">
                            <a:moveTo>
                              <a:pt x="8059" y="5518"/>
                            </a:moveTo>
                            <a:cubicBezTo>
                              <a:pt x="7583" y="6852"/>
                              <a:pt x="4821" y="5518"/>
                              <a:pt x="3487" y="4661"/>
                            </a:cubicBezTo>
                            <a:cubicBezTo>
                              <a:pt x="2154" y="3803"/>
                              <a:pt x="-418" y="1899"/>
                              <a:pt x="58" y="565"/>
                            </a:cubicBezTo>
                            <a:cubicBezTo>
                              <a:pt x="534" y="-768"/>
                              <a:pt x="3201" y="565"/>
                              <a:pt x="4535" y="1422"/>
                            </a:cubicBezTo>
                            <a:cubicBezTo>
                              <a:pt x="5868" y="2279"/>
                              <a:pt x="8535" y="4185"/>
                              <a:pt x="8059" y="551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63" name="Forme libre : forme 13062">
                        <a:extLst>
                          <a:ext uri="{FF2B5EF4-FFF2-40B4-BE49-F238E27FC236}">
                            <a16:creationId xmlns:a16="http://schemas.microsoft.com/office/drawing/2014/main" id="{37EED7EF-CB5B-4D9E-AEF2-159FA284B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96071" y="2525196"/>
                        <a:ext cx="55379" cy="67102"/>
                      </a:xfrm>
                      <a:custGeom>
                        <a:avLst/>
                        <a:gdLst>
                          <a:gd name="connsiteX0" fmla="*/ 45546 w 55379"/>
                          <a:gd name="connsiteY0" fmla="*/ 41029 h 67102"/>
                          <a:gd name="connsiteX1" fmla="*/ 55357 w 55379"/>
                          <a:gd name="connsiteY1" fmla="*/ 63984 h 67102"/>
                          <a:gd name="connsiteX2" fmla="*/ 47451 w 55379"/>
                          <a:gd name="connsiteY2" fmla="*/ 65984 h 67102"/>
                          <a:gd name="connsiteX3" fmla="*/ 40689 w 55379"/>
                          <a:gd name="connsiteY3" fmla="*/ 57983 h 67102"/>
                          <a:gd name="connsiteX4" fmla="*/ 22591 w 55379"/>
                          <a:gd name="connsiteY4" fmla="*/ 31694 h 67102"/>
                          <a:gd name="connsiteX5" fmla="*/ 6875 w 55379"/>
                          <a:gd name="connsiteY5" fmla="*/ 15025 h 67102"/>
                          <a:gd name="connsiteX6" fmla="*/ 2112 w 55379"/>
                          <a:gd name="connsiteY6" fmla="*/ 262 h 67102"/>
                          <a:gd name="connsiteX7" fmla="*/ 35450 w 55379"/>
                          <a:gd name="connsiteY7" fmla="*/ 21883 h 67102"/>
                          <a:gd name="connsiteX8" fmla="*/ 45546 w 55379"/>
                          <a:gd name="connsiteY8" fmla="*/ 41029 h 67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5379" h="67102">
                            <a:moveTo>
                              <a:pt x="45546" y="41029"/>
                            </a:moveTo>
                            <a:cubicBezTo>
                              <a:pt x="50595" y="49506"/>
                              <a:pt x="54309" y="55602"/>
                              <a:pt x="55357" y="63984"/>
                            </a:cubicBezTo>
                            <a:cubicBezTo>
                              <a:pt x="55738" y="67127"/>
                              <a:pt x="51261" y="68080"/>
                              <a:pt x="47451" y="65984"/>
                            </a:cubicBezTo>
                            <a:cubicBezTo>
                              <a:pt x="43641" y="63889"/>
                              <a:pt x="42213" y="60936"/>
                              <a:pt x="40689" y="57983"/>
                            </a:cubicBezTo>
                            <a:cubicBezTo>
                              <a:pt x="35736" y="48744"/>
                              <a:pt x="29544" y="40552"/>
                              <a:pt x="22591" y="31694"/>
                            </a:cubicBezTo>
                            <a:cubicBezTo>
                              <a:pt x="20496" y="28932"/>
                              <a:pt x="12495" y="21883"/>
                              <a:pt x="6875" y="15025"/>
                            </a:cubicBezTo>
                            <a:cubicBezTo>
                              <a:pt x="969" y="8263"/>
                              <a:pt x="-2460" y="1500"/>
                              <a:pt x="2112" y="262"/>
                            </a:cubicBezTo>
                            <a:cubicBezTo>
                              <a:pt x="11066" y="-2310"/>
                              <a:pt x="29354" y="14740"/>
                              <a:pt x="35450" y="21883"/>
                            </a:cubicBezTo>
                            <a:cubicBezTo>
                              <a:pt x="41070" y="29123"/>
                              <a:pt x="41831" y="34742"/>
                              <a:pt x="45546" y="4102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3000" name="Graphique 1">
                      <a:extLst>
                        <a:ext uri="{FF2B5EF4-FFF2-40B4-BE49-F238E27FC236}">
                          <a16:creationId xmlns:a16="http://schemas.microsoft.com/office/drawing/2014/main" id="{1CB17B54-62D0-4D3E-9234-B28A87C591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256189" y="2587434"/>
                      <a:ext cx="143587" cy="157108"/>
                      <a:chOff x="2256189" y="2587434"/>
                      <a:chExt cx="143587" cy="157108"/>
                    </a:xfrm>
                    <a:solidFill>
                      <a:schemeClr val="accent1"/>
                    </a:solidFill>
                  </p:grpSpPr>
                  <p:sp>
                    <p:nvSpPr>
                      <p:cNvPr id="13040" name="Forme libre : forme 13039">
                        <a:extLst>
                          <a:ext uri="{FF2B5EF4-FFF2-40B4-BE49-F238E27FC236}">
                            <a16:creationId xmlns:a16="http://schemas.microsoft.com/office/drawing/2014/main" id="{255A9EA3-DF1E-4739-8A96-F6FEBF7F70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56189" y="2587434"/>
                        <a:ext cx="143587" cy="157108"/>
                      </a:xfrm>
                      <a:custGeom>
                        <a:avLst/>
                        <a:gdLst>
                          <a:gd name="connsiteX0" fmla="*/ 73535 w 143587"/>
                          <a:gd name="connsiteY0" fmla="*/ 113189 h 157108"/>
                          <a:gd name="connsiteX1" fmla="*/ 66486 w 143587"/>
                          <a:gd name="connsiteY1" fmla="*/ 105569 h 157108"/>
                          <a:gd name="connsiteX2" fmla="*/ 55914 w 143587"/>
                          <a:gd name="connsiteY2" fmla="*/ 95187 h 157108"/>
                          <a:gd name="connsiteX3" fmla="*/ 33911 w 143587"/>
                          <a:gd name="connsiteY3" fmla="*/ 76137 h 157108"/>
                          <a:gd name="connsiteX4" fmla="*/ 288 w 143587"/>
                          <a:gd name="connsiteY4" fmla="*/ 19272 h 157108"/>
                          <a:gd name="connsiteX5" fmla="*/ 12384 w 143587"/>
                          <a:gd name="connsiteY5" fmla="*/ 1460 h 157108"/>
                          <a:gd name="connsiteX6" fmla="*/ 80869 w 143587"/>
                          <a:gd name="connsiteY6" fmla="*/ 17177 h 157108"/>
                          <a:gd name="connsiteX7" fmla="*/ 107539 w 143587"/>
                          <a:gd name="connsiteY7" fmla="*/ 38608 h 157108"/>
                          <a:gd name="connsiteX8" fmla="*/ 121255 w 143587"/>
                          <a:gd name="connsiteY8" fmla="*/ 52324 h 157108"/>
                          <a:gd name="connsiteX9" fmla="*/ 132590 w 143587"/>
                          <a:gd name="connsiteY9" fmla="*/ 66516 h 157108"/>
                          <a:gd name="connsiteX10" fmla="*/ 139448 w 143587"/>
                          <a:gd name="connsiteY10" fmla="*/ 77946 h 157108"/>
                          <a:gd name="connsiteX11" fmla="*/ 141924 w 143587"/>
                          <a:gd name="connsiteY11" fmla="*/ 83375 h 157108"/>
                          <a:gd name="connsiteX12" fmla="*/ 142972 w 143587"/>
                          <a:gd name="connsiteY12" fmla="*/ 86042 h 157108"/>
                          <a:gd name="connsiteX13" fmla="*/ 143544 w 143587"/>
                          <a:gd name="connsiteY13" fmla="*/ 88043 h 157108"/>
                          <a:gd name="connsiteX14" fmla="*/ 140686 w 143587"/>
                          <a:gd name="connsiteY14" fmla="*/ 94520 h 157108"/>
                          <a:gd name="connsiteX15" fmla="*/ 135733 w 143587"/>
                          <a:gd name="connsiteY15" fmla="*/ 125476 h 157108"/>
                          <a:gd name="connsiteX16" fmla="*/ 134685 w 143587"/>
                          <a:gd name="connsiteY16" fmla="*/ 144431 h 157108"/>
                          <a:gd name="connsiteX17" fmla="*/ 133257 w 143587"/>
                          <a:gd name="connsiteY17" fmla="*/ 151479 h 157108"/>
                          <a:gd name="connsiteX18" fmla="*/ 130399 w 143587"/>
                          <a:gd name="connsiteY18" fmla="*/ 154908 h 157108"/>
                          <a:gd name="connsiteX19" fmla="*/ 102872 w 143587"/>
                          <a:gd name="connsiteY19" fmla="*/ 149955 h 157108"/>
                          <a:gd name="connsiteX20" fmla="*/ 94490 w 143587"/>
                          <a:gd name="connsiteY20" fmla="*/ 140811 h 157108"/>
                          <a:gd name="connsiteX21" fmla="*/ 85822 w 143587"/>
                          <a:gd name="connsiteY21" fmla="*/ 128524 h 157108"/>
                          <a:gd name="connsiteX22" fmla="*/ 81345 w 143587"/>
                          <a:gd name="connsiteY22" fmla="*/ 121952 h 157108"/>
                          <a:gd name="connsiteX23" fmla="*/ 78678 w 143587"/>
                          <a:gd name="connsiteY23" fmla="*/ 119094 h 157108"/>
                          <a:gd name="connsiteX24" fmla="*/ 73535 w 143587"/>
                          <a:gd name="connsiteY24" fmla="*/ 113189 h 1571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43587" h="157108">
                            <a:moveTo>
                              <a:pt x="73535" y="113189"/>
                            </a:moveTo>
                            <a:cubicBezTo>
                              <a:pt x="71630" y="111189"/>
                              <a:pt x="69344" y="108331"/>
                              <a:pt x="66486" y="105569"/>
                            </a:cubicBezTo>
                            <a:cubicBezTo>
                              <a:pt x="63819" y="102711"/>
                              <a:pt x="59533" y="98806"/>
                              <a:pt x="55914" y="95187"/>
                            </a:cubicBezTo>
                            <a:cubicBezTo>
                              <a:pt x="47913" y="88043"/>
                              <a:pt x="39626" y="80804"/>
                              <a:pt x="33911" y="76137"/>
                            </a:cubicBezTo>
                            <a:cubicBezTo>
                              <a:pt x="12956" y="58230"/>
                              <a:pt x="5145" y="41370"/>
                              <a:pt x="288" y="19272"/>
                            </a:cubicBezTo>
                            <a:cubicBezTo>
                              <a:pt x="-1427" y="11652"/>
                              <a:pt x="4764" y="2699"/>
                              <a:pt x="12384" y="1460"/>
                            </a:cubicBezTo>
                            <a:cubicBezTo>
                              <a:pt x="34292" y="-1968"/>
                              <a:pt x="54866" y="-349"/>
                              <a:pt x="80869" y="17177"/>
                            </a:cubicBezTo>
                            <a:cubicBezTo>
                              <a:pt x="87822" y="21844"/>
                              <a:pt x="97824" y="29750"/>
                              <a:pt x="107539" y="38608"/>
                            </a:cubicBezTo>
                            <a:cubicBezTo>
                              <a:pt x="112397" y="42990"/>
                              <a:pt x="116969" y="47942"/>
                              <a:pt x="121255" y="52324"/>
                            </a:cubicBezTo>
                            <a:cubicBezTo>
                              <a:pt x="125827" y="57467"/>
                              <a:pt x="129828" y="62325"/>
                              <a:pt x="132590" y="66516"/>
                            </a:cubicBezTo>
                            <a:cubicBezTo>
                              <a:pt x="135447" y="70326"/>
                              <a:pt x="137448" y="74232"/>
                              <a:pt x="139448" y="77946"/>
                            </a:cubicBezTo>
                            <a:cubicBezTo>
                              <a:pt x="140400" y="79756"/>
                              <a:pt x="141163" y="81661"/>
                              <a:pt x="141924" y="83375"/>
                            </a:cubicBezTo>
                            <a:lnTo>
                              <a:pt x="142972" y="86042"/>
                            </a:lnTo>
                            <a:cubicBezTo>
                              <a:pt x="143258" y="86900"/>
                              <a:pt x="143734" y="88043"/>
                              <a:pt x="143544" y="88043"/>
                            </a:cubicBezTo>
                            <a:cubicBezTo>
                              <a:pt x="143163" y="90233"/>
                              <a:pt x="141829" y="91662"/>
                              <a:pt x="140686" y="94520"/>
                            </a:cubicBezTo>
                            <a:cubicBezTo>
                              <a:pt x="138400" y="100140"/>
                              <a:pt x="135733" y="110236"/>
                              <a:pt x="135733" y="125476"/>
                            </a:cubicBezTo>
                            <a:cubicBezTo>
                              <a:pt x="135828" y="130619"/>
                              <a:pt x="135543" y="137858"/>
                              <a:pt x="134685" y="144431"/>
                            </a:cubicBezTo>
                            <a:cubicBezTo>
                              <a:pt x="134209" y="148146"/>
                              <a:pt x="133923" y="149669"/>
                              <a:pt x="133257" y="151479"/>
                            </a:cubicBezTo>
                            <a:cubicBezTo>
                              <a:pt x="132590" y="153194"/>
                              <a:pt x="131733" y="154337"/>
                              <a:pt x="130399" y="154908"/>
                            </a:cubicBezTo>
                            <a:cubicBezTo>
                              <a:pt x="123255" y="157861"/>
                              <a:pt x="114111" y="159194"/>
                              <a:pt x="102872" y="149955"/>
                            </a:cubicBezTo>
                            <a:cubicBezTo>
                              <a:pt x="100205" y="147574"/>
                              <a:pt x="97347" y="144431"/>
                              <a:pt x="94490" y="140811"/>
                            </a:cubicBezTo>
                            <a:cubicBezTo>
                              <a:pt x="91728" y="137192"/>
                              <a:pt x="88775" y="132524"/>
                              <a:pt x="85822" y="128524"/>
                            </a:cubicBezTo>
                            <a:lnTo>
                              <a:pt x="81345" y="121952"/>
                            </a:lnTo>
                            <a:lnTo>
                              <a:pt x="78678" y="119094"/>
                            </a:lnTo>
                            <a:cubicBezTo>
                              <a:pt x="76964" y="116999"/>
                              <a:pt x="75154" y="115284"/>
                              <a:pt x="73535" y="11318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41" name="Forme libre : forme 13040">
                        <a:extLst>
                          <a:ext uri="{FF2B5EF4-FFF2-40B4-BE49-F238E27FC236}">
                            <a16:creationId xmlns:a16="http://schemas.microsoft.com/office/drawing/2014/main" id="{053D89CD-4A53-402A-BAF5-9D52AD06C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56218" y="2597086"/>
                        <a:ext cx="130464" cy="147168"/>
                      </a:xfrm>
                      <a:custGeom>
                        <a:avLst/>
                        <a:gdLst>
                          <a:gd name="connsiteX0" fmla="*/ 57884 w 130464"/>
                          <a:gd name="connsiteY0" fmla="*/ 50959 h 147168"/>
                          <a:gd name="connsiteX1" fmla="*/ 1782 w 130464"/>
                          <a:gd name="connsiteY1" fmla="*/ 0 h 147168"/>
                          <a:gd name="connsiteX2" fmla="*/ 258 w 130464"/>
                          <a:gd name="connsiteY2" fmla="*/ 9430 h 147168"/>
                          <a:gd name="connsiteX3" fmla="*/ 3115 w 130464"/>
                          <a:gd name="connsiteY3" fmla="*/ 20383 h 147168"/>
                          <a:gd name="connsiteX4" fmla="*/ 17213 w 130464"/>
                          <a:gd name="connsiteY4" fmla="*/ 48958 h 147168"/>
                          <a:gd name="connsiteX5" fmla="*/ 33881 w 130464"/>
                          <a:gd name="connsiteY5" fmla="*/ 66389 h 147168"/>
                          <a:gd name="connsiteX6" fmla="*/ 41120 w 130464"/>
                          <a:gd name="connsiteY6" fmla="*/ 72580 h 147168"/>
                          <a:gd name="connsiteX7" fmla="*/ 57980 w 130464"/>
                          <a:gd name="connsiteY7" fmla="*/ 87439 h 147168"/>
                          <a:gd name="connsiteX8" fmla="*/ 65695 w 130464"/>
                          <a:gd name="connsiteY8" fmla="*/ 94964 h 147168"/>
                          <a:gd name="connsiteX9" fmla="*/ 71124 w 130464"/>
                          <a:gd name="connsiteY9" fmla="*/ 100870 h 147168"/>
                          <a:gd name="connsiteX10" fmla="*/ 73505 w 130464"/>
                          <a:gd name="connsiteY10" fmla="*/ 103441 h 147168"/>
                          <a:gd name="connsiteX11" fmla="*/ 80839 w 130464"/>
                          <a:gd name="connsiteY11" fmla="*/ 111633 h 147168"/>
                          <a:gd name="connsiteX12" fmla="*/ 93031 w 130464"/>
                          <a:gd name="connsiteY12" fmla="*/ 129159 h 147168"/>
                          <a:gd name="connsiteX13" fmla="*/ 122845 w 130464"/>
                          <a:gd name="connsiteY13" fmla="*/ 147066 h 147168"/>
                          <a:gd name="connsiteX14" fmla="*/ 130274 w 130464"/>
                          <a:gd name="connsiteY14" fmla="*/ 145066 h 147168"/>
                          <a:gd name="connsiteX15" fmla="*/ 130465 w 130464"/>
                          <a:gd name="connsiteY15" fmla="*/ 144875 h 147168"/>
                          <a:gd name="connsiteX16" fmla="*/ 113034 w 130464"/>
                          <a:gd name="connsiteY16" fmla="*/ 117253 h 147168"/>
                          <a:gd name="connsiteX17" fmla="*/ 105223 w 130464"/>
                          <a:gd name="connsiteY17" fmla="*/ 101346 h 147168"/>
                          <a:gd name="connsiteX18" fmla="*/ 97794 w 130464"/>
                          <a:gd name="connsiteY18" fmla="*/ 89154 h 147168"/>
                          <a:gd name="connsiteX19" fmla="*/ 57884 w 130464"/>
                          <a:gd name="connsiteY19" fmla="*/ 50959 h 1471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30464" h="147168">
                            <a:moveTo>
                              <a:pt x="57884" y="50959"/>
                            </a:moveTo>
                            <a:cubicBezTo>
                              <a:pt x="36929" y="36100"/>
                              <a:pt x="13498" y="20479"/>
                              <a:pt x="1782" y="0"/>
                            </a:cubicBezTo>
                            <a:cubicBezTo>
                              <a:pt x="258" y="2953"/>
                              <a:pt x="-409" y="6287"/>
                              <a:pt x="258" y="9430"/>
                            </a:cubicBezTo>
                            <a:cubicBezTo>
                              <a:pt x="1115" y="13240"/>
                              <a:pt x="2068" y="16859"/>
                              <a:pt x="3115" y="20383"/>
                            </a:cubicBezTo>
                            <a:cubicBezTo>
                              <a:pt x="6164" y="30575"/>
                              <a:pt x="10450" y="39910"/>
                              <a:pt x="17213" y="48958"/>
                            </a:cubicBezTo>
                            <a:cubicBezTo>
                              <a:pt x="21594" y="54769"/>
                              <a:pt x="27214" y="60388"/>
                              <a:pt x="33881" y="66389"/>
                            </a:cubicBezTo>
                            <a:cubicBezTo>
                              <a:pt x="35977" y="68104"/>
                              <a:pt x="38453" y="70199"/>
                              <a:pt x="41120" y="72580"/>
                            </a:cubicBezTo>
                            <a:cubicBezTo>
                              <a:pt x="46454" y="76962"/>
                              <a:pt x="52455" y="82296"/>
                              <a:pt x="57980" y="87439"/>
                            </a:cubicBezTo>
                            <a:cubicBezTo>
                              <a:pt x="60647" y="90011"/>
                              <a:pt x="63218" y="92583"/>
                              <a:pt x="65695" y="94964"/>
                            </a:cubicBezTo>
                            <a:cubicBezTo>
                              <a:pt x="67695" y="97060"/>
                              <a:pt x="69695" y="98965"/>
                              <a:pt x="71124" y="100870"/>
                            </a:cubicBezTo>
                            <a:cubicBezTo>
                              <a:pt x="71981" y="101822"/>
                              <a:pt x="72743" y="102679"/>
                              <a:pt x="73505" y="103441"/>
                            </a:cubicBezTo>
                            <a:cubicBezTo>
                              <a:pt x="75887" y="106299"/>
                              <a:pt x="78363" y="108966"/>
                              <a:pt x="80839" y="111633"/>
                            </a:cubicBezTo>
                            <a:cubicBezTo>
                              <a:pt x="84840" y="117443"/>
                              <a:pt x="88840" y="123158"/>
                              <a:pt x="93031" y="129159"/>
                            </a:cubicBezTo>
                            <a:cubicBezTo>
                              <a:pt x="104080" y="144589"/>
                              <a:pt x="114844" y="147828"/>
                              <a:pt x="122845" y="147066"/>
                            </a:cubicBezTo>
                            <a:cubicBezTo>
                              <a:pt x="125512" y="146685"/>
                              <a:pt x="127893" y="146113"/>
                              <a:pt x="130274" y="145066"/>
                            </a:cubicBezTo>
                            <a:cubicBezTo>
                              <a:pt x="130370" y="145066"/>
                              <a:pt x="130465" y="144971"/>
                              <a:pt x="130465" y="144875"/>
                            </a:cubicBezTo>
                            <a:cubicBezTo>
                              <a:pt x="123321" y="137636"/>
                              <a:pt x="118273" y="127921"/>
                              <a:pt x="113034" y="117253"/>
                            </a:cubicBezTo>
                            <a:cubicBezTo>
                              <a:pt x="110462" y="111919"/>
                              <a:pt x="107890" y="106394"/>
                              <a:pt x="105223" y="101346"/>
                            </a:cubicBezTo>
                            <a:cubicBezTo>
                              <a:pt x="102652" y="96488"/>
                              <a:pt x="100461" y="93059"/>
                              <a:pt x="97794" y="89154"/>
                            </a:cubicBezTo>
                            <a:cubicBezTo>
                              <a:pt x="87507" y="74200"/>
                              <a:pt x="72839" y="61627"/>
                              <a:pt x="57884" y="5095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42" name="Forme libre : forme 13041">
                        <a:extLst>
                          <a:ext uri="{FF2B5EF4-FFF2-40B4-BE49-F238E27FC236}">
                            <a16:creationId xmlns:a16="http://schemas.microsoft.com/office/drawing/2014/main" id="{2D80D845-B9EC-444A-9D42-6E53231890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12765" y="2632808"/>
                        <a:ext cx="62020" cy="70888"/>
                      </a:xfrm>
                      <a:custGeom>
                        <a:avLst/>
                        <a:gdLst>
                          <a:gd name="connsiteX0" fmla="*/ 59630 w 62020"/>
                          <a:gd name="connsiteY0" fmla="*/ 69720 h 70888"/>
                          <a:gd name="connsiteX1" fmla="*/ 52011 w 62020"/>
                          <a:gd name="connsiteY1" fmla="*/ 68482 h 70888"/>
                          <a:gd name="connsiteX2" fmla="*/ 46867 w 62020"/>
                          <a:gd name="connsiteY2" fmla="*/ 63529 h 70888"/>
                          <a:gd name="connsiteX3" fmla="*/ 41914 w 62020"/>
                          <a:gd name="connsiteY3" fmla="*/ 58480 h 70888"/>
                          <a:gd name="connsiteX4" fmla="*/ 24007 w 62020"/>
                          <a:gd name="connsiteY4" fmla="*/ 40192 h 70888"/>
                          <a:gd name="connsiteX5" fmla="*/ 16482 w 62020"/>
                          <a:gd name="connsiteY5" fmla="*/ 32001 h 70888"/>
                          <a:gd name="connsiteX6" fmla="*/ 7624 w 62020"/>
                          <a:gd name="connsiteY6" fmla="*/ 21428 h 70888"/>
                          <a:gd name="connsiteX7" fmla="*/ 1052 w 62020"/>
                          <a:gd name="connsiteY7" fmla="*/ 2378 h 70888"/>
                          <a:gd name="connsiteX8" fmla="*/ 20959 w 62020"/>
                          <a:gd name="connsiteY8" fmla="*/ 5426 h 70888"/>
                          <a:gd name="connsiteX9" fmla="*/ 41628 w 62020"/>
                          <a:gd name="connsiteY9" fmla="*/ 22666 h 70888"/>
                          <a:gd name="connsiteX10" fmla="*/ 58297 w 62020"/>
                          <a:gd name="connsiteY10" fmla="*/ 47241 h 70888"/>
                          <a:gd name="connsiteX11" fmla="*/ 61059 w 62020"/>
                          <a:gd name="connsiteY11" fmla="*/ 54766 h 70888"/>
                          <a:gd name="connsiteX12" fmla="*/ 62012 w 62020"/>
                          <a:gd name="connsiteY12" fmla="*/ 60766 h 70888"/>
                          <a:gd name="connsiteX13" fmla="*/ 59630 w 62020"/>
                          <a:gd name="connsiteY13" fmla="*/ 69720 h 70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62020" h="70888">
                            <a:moveTo>
                              <a:pt x="59630" y="69720"/>
                            </a:moveTo>
                            <a:cubicBezTo>
                              <a:pt x="57726" y="71720"/>
                              <a:pt x="55154" y="71053"/>
                              <a:pt x="52011" y="68482"/>
                            </a:cubicBezTo>
                            <a:cubicBezTo>
                              <a:pt x="50391" y="67243"/>
                              <a:pt x="48677" y="65338"/>
                              <a:pt x="46867" y="63529"/>
                            </a:cubicBezTo>
                            <a:cubicBezTo>
                              <a:pt x="45248" y="62005"/>
                              <a:pt x="43628" y="60290"/>
                              <a:pt x="41914" y="58480"/>
                            </a:cubicBezTo>
                            <a:cubicBezTo>
                              <a:pt x="35342" y="51337"/>
                              <a:pt x="28008" y="44098"/>
                              <a:pt x="24007" y="40192"/>
                            </a:cubicBezTo>
                            <a:cubicBezTo>
                              <a:pt x="22007" y="38287"/>
                              <a:pt x="19340" y="35335"/>
                              <a:pt x="16482" y="32001"/>
                            </a:cubicBezTo>
                            <a:cubicBezTo>
                              <a:pt x="13434" y="28858"/>
                              <a:pt x="10386" y="25143"/>
                              <a:pt x="7624" y="21428"/>
                            </a:cubicBezTo>
                            <a:cubicBezTo>
                              <a:pt x="2004" y="14189"/>
                              <a:pt x="-1996" y="6855"/>
                              <a:pt x="1052" y="2378"/>
                            </a:cubicBezTo>
                            <a:cubicBezTo>
                              <a:pt x="4290" y="-2194"/>
                              <a:pt x="12482" y="378"/>
                              <a:pt x="20959" y="5426"/>
                            </a:cubicBezTo>
                            <a:cubicBezTo>
                              <a:pt x="29341" y="10475"/>
                              <a:pt x="37723" y="18285"/>
                              <a:pt x="41628" y="22666"/>
                            </a:cubicBezTo>
                            <a:cubicBezTo>
                              <a:pt x="45629" y="26762"/>
                              <a:pt x="53916" y="36954"/>
                              <a:pt x="58297" y="47241"/>
                            </a:cubicBezTo>
                            <a:cubicBezTo>
                              <a:pt x="59440" y="49813"/>
                              <a:pt x="60297" y="52384"/>
                              <a:pt x="61059" y="54766"/>
                            </a:cubicBezTo>
                            <a:cubicBezTo>
                              <a:pt x="61821" y="57242"/>
                              <a:pt x="61821" y="58861"/>
                              <a:pt x="62012" y="60766"/>
                            </a:cubicBezTo>
                            <a:cubicBezTo>
                              <a:pt x="62107" y="64481"/>
                              <a:pt x="61440" y="67815"/>
                              <a:pt x="59630" y="6972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43" name="Forme libre : forme 13042">
                        <a:extLst>
                          <a:ext uri="{FF2B5EF4-FFF2-40B4-BE49-F238E27FC236}">
                            <a16:creationId xmlns:a16="http://schemas.microsoft.com/office/drawing/2014/main" id="{18B1E20C-EECF-4B9B-88B8-A528A98B7C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12864" y="2632458"/>
                        <a:ext cx="36671" cy="53020"/>
                      </a:xfrm>
                      <a:custGeom>
                        <a:avLst/>
                        <a:gdLst>
                          <a:gd name="connsiteX0" fmla="*/ 22098 w 36671"/>
                          <a:gd name="connsiteY0" fmla="*/ 7014 h 53020"/>
                          <a:gd name="connsiteX1" fmla="*/ 476 w 36671"/>
                          <a:gd name="connsiteY1" fmla="*/ 2538 h 53020"/>
                          <a:gd name="connsiteX2" fmla="*/ 24098 w 36671"/>
                          <a:gd name="connsiteY2" fmla="*/ 40924 h 53020"/>
                          <a:gd name="connsiteX3" fmla="*/ 36671 w 36671"/>
                          <a:gd name="connsiteY3" fmla="*/ 53020 h 53020"/>
                          <a:gd name="connsiteX4" fmla="*/ 31337 w 36671"/>
                          <a:gd name="connsiteY4" fmla="*/ 45305 h 53020"/>
                          <a:gd name="connsiteX5" fmla="*/ 22098 w 36671"/>
                          <a:gd name="connsiteY5" fmla="*/ 7014 h 53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671" h="53020">
                            <a:moveTo>
                              <a:pt x="22098" y="7014"/>
                            </a:moveTo>
                            <a:cubicBezTo>
                              <a:pt x="16383" y="4633"/>
                              <a:pt x="2952" y="-4320"/>
                              <a:pt x="476" y="2538"/>
                            </a:cubicBezTo>
                            <a:cubicBezTo>
                              <a:pt x="-3143" y="13301"/>
                              <a:pt x="14764" y="30446"/>
                              <a:pt x="24098" y="40924"/>
                            </a:cubicBezTo>
                            <a:cubicBezTo>
                              <a:pt x="27146" y="43781"/>
                              <a:pt x="33242" y="49877"/>
                              <a:pt x="36671" y="53020"/>
                            </a:cubicBezTo>
                            <a:cubicBezTo>
                              <a:pt x="35147" y="50925"/>
                              <a:pt x="32575" y="47400"/>
                              <a:pt x="31337" y="45305"/>
                            </a:cubicBezTo>
                            <a:cubicBezTo>
                              <a:pt x="25051" y="32542"/>
                              <a:pt x="15049" y="16825"/>
                              <a:pt x="22098" y="701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44" name="Forme libre : forme 13043">
                        <a:extLst>
                          <a:ext uri="{FF2B5EF4-FFF2-40B4-BE49-F238E27FC236}">
                            <a16:creationId xmlns:a16="http://schemas.microsoft.com/office/drawing/2014/main" id="{8BBDD2E6-9A48-49A8-BDAB-5C8C496D5B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14714" y="2637781"/>
                        <a:ext cx="60481" cy="72132"/>
                      </a:xfrm>
                      <a:custGeom>
                        <a:avLst/>
                        <a:gdLst>
                          <a:gd name="connsiteX0" fmla="*/ 57967 w 60481"/>
                          <a:gd name="connsiteY0" fmla="*/ 71414 h 72132"/>
                          <a:gd name="connsiteX1" fmla="*/ 49871 w 60481"/>
                          <a:gd name="connsiteY1" fmla="*/ 69033 h 72132"/>
                          <a:gd name="connsiteX2" fmla="*/ 44632 w 60481"/>
                          <a:gd name="connsiteY2" fmla="*/ 63604 h 72132"/>
                          <a:gd name="connsiteX3" fmla="*/ 41870 w 60481"/>
                          <a:gd name="connsiteY3" fmla="*/ 60365 h 72132"/>
                          <a:gd name="connsiteX4" fmla="*/ 39488 w 60481"/>
                          <a:gd name="connsiteY4" fmla="*/ 57889 h 72132"/>
                          <a:gd name="connsiteX5" fmla="*/ 22629 w 60481"/>
                          <a:gd name="connsiteY5" fmla="*/ 40077 h 72132"/>
                          <a:gd name="connsiteX6" fmla="*/ 6818 w 60481"/>
                          <a:gd name="connsiteY6" fmla="*/ 21599 h 72132"/>
                          <a:gd name="connsiteX7" fmla="*/ 1103 w 60481"/>
                          <a:gd name="connsiteY7" fmla="*/ 2453 h 72132"/>
                          <a:gd name="connsiteX8" fmla="*/ 20724 w 60481"/>
                          <a:gd name="connsiteY8" fmla="*/ 5692 h 72132"/>
                          <a:gd name="connsiteX9" fmla="*/ 40917 w 60481"/>
                          <a:gd name="connsiteY9" fmla="*/ 23027 h 72132"/>
                          <a:gd name="connsiteX10" fmla="*/ 57205 w 60481"/>
                          <a:gd name="connsiteY10" fmla="*/ 48554 h 72132"/>
                          <a:gd name="connsiteX11" fmla="*/ 59491 w 60481"/>
                          <a:gd name="connsiteY11" fmla="*/ 55793 h 72132"/>
                          <a:gd name="connsiteX12" fmla="*/ 60444 w 60481"/>
                          <a:gd name="connsiteY12" fmla="*/ 62175 h 72132"/>
                          <a:gd name="connsiteX13" fmla="*/ 57967 w 60481"/>
                          <a:gd name="connsiteY13" fmla="*/ 71414 h 721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60481" h="72132">
                            <a:moveTo>
                              <a:pt x="57967" y="71414"/>
                            </a:moveTo>
                            <a:cubicBezTo>
                              <a:pt x="55871" y="72938"/>
                              <a:pt x="53109" y="71986"/>
                              <a:pt x="49871" y="69033"/>
                            </a:cubicBezTo>
                            <a:cubicBezTo>
                              <a:pt x="48252" y="67509"/>
                              <a:pt x="46442" y="65795"/>
                              <a:pt x="44632" y="63604"/>
                            </a:cubicBezTo>
                            <a:lnTo>
                              <a:pt x="41870" y="60365"/>
                            </a:lnTo>
                            <a:lnTo>
                              <a:pt x="39488" y="57889"/>
                            </a:lnTo>
                            <a:cubicBezTo>
                              <a:pt x="33202" y="51126"/>
                              <a:pt x="26630" y="43982"/>
                              <a:pt x="22629" y="40077"/>
                            </a:cubicBezTo>
                            <a:cubicBezTo>
                              <a:pt x="18438" y="35981"/>
                              <a:pt x="11961" y="28742"/>
                              <a:pt x="6818" y="21599"/>
                            </a:cubicBezTo>
                            <a:cubicBezTo>
                              <a:pt x="1770" y="14455"/>
                              <a:pt x="-1945" y="7311"/>
                              <a:pt x="1103" y="2453"/>
                            </a:cubicBezTo>
                            <a:cubicBezTo>
                              <a:pt x="4056" y="-2309"/>
                              <a:pt x="12342" y="453"/>
                              <a:pt x="20724" y="5692"/>
                            </a:cubicBezTo>
                            <a:cubicBezTo>
                              <a:pt x="29106" y="10930"/>
                              <a:pt x="37203" y="19027"/>
                              <a:pt x="40917" y="23027"/>
                            </a:cubicBezTo>
                            <a:cubicBezTo>
                              <a:pt x="44632" y="27028"/>
                              <a:pt x="53014" y="37791"/>
                              <a:pt x="57205" y="48554"/>
                            </a:cubicBezTo>
                            <a:cubicBezTo>
                              <a:pt x="58443" y="51317"/>
                              <a:pt x="59015" y="53603"/>
                              <a:pt x="59491" y="55793"/>
                            </a:cubicBezTo>
                            <a:cubicBezTo>
                              <a:pt x="60062" y="57984"/>
                              <a:pt x="60348" y="60175"/>
                              <a:pt x="60444" y="62175"/>
                            </a:cubicBezTo>
                            <a:cubicBezTo>
                              <a:pt x="60634" y="66271"/>
                              <a:pt x="60158" y="69890"/>
                              <a:pt x="57967" y="7141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45" name="Forme libre : forme 13044">
                        <a:extLst>
                          <a:ext uri="{FF2B5EF4-FFF2-40B4-BE49-F238E27FC236}">
                            <a16:creationId xmlns:a16="http://schemas.microsoft.com/office/drawing/2014/main" id="{21E1326E-FEA3-4362-892C-149D1D4BE8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78333" y="2602730"/>
                        <a:ext cx="73971" cy="90908"/>
                      </a:xfrm>
                      <a:custGeom>
                        <a:avLst/>
                        <a:gdLst>
                          <a:gd name="connsiteX0" fmla="*/ 622 w 73971"/>
                          <a:gd name="connsiteY0" fmla="*/ 9215 h 90908"/>
                          <a:gd name="connsiteX1" fmla="*/ 3384 w 73971"/>
                          <a:gd name="connsiteY1" fmla="*/ 25598 h 90908"/>
                          <a:gd name="connsiteX2" fmla="*/ 25196 w 73971"/>
                          <a:gd name="connsiteY2" fmla="*/ 61889 h 90908"/>
                          <a:gd name="connsiteX3" fmla="*/ 39770 w 73971"/>
                          <a:gd name="connsiteY3" fmla="*/ 75986 h 90908"/>
                          <a:gd name="connsiteX4" fmla="*/ 47390 w 73971"/>
                          <a:gd name="connsiteY4" fmla="*/ 81891 h 90908"/>
                          <a:gd name="connsiteX5" fmla="*/ 54343 w 73971"/>
                          <a:gd name="connsiteY5" fmla="*/ 86273 h 90908"/>
                          <a:gd name="connsiteX6" fmla="*/ 73107 w 73971"/>
                          <a:gd name="connsiteY6" fmla="*/ 88463 h 90908"/>
                          <a:gd name="connsiteX7" fmla="*/ 70154 w 73971"/>
                          <a:gd name="connsiteY7" fmla="*/ 74747 h 90908"/>
                          <a:gd name="connsiteX8" fmla="*/ 53009 w 73971"/>
                          <a:gd name="connsiteY8" fmla="*/ 38266 h 90908"/>
                          <a:gd name="connsiteX9" fmla="*/ 29292 w 73971"/>
                          <a:gd name="connsiteY9" fmla="*/ 3977 h 90908"/>
                          <a:gd name="connsiteX10" fmla="*/ 622 w 73971"/>
                          <a:gd name="connsiteY10" fmla="*/ 9215 h 909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3971" h="90908">
                            <a:moveTo>
                              <a:pt x="622" y="9215"/>
                            </a:moveTo>
                            <a:cubicBezTo>
                              <a:pt x="-712" y="15788"/>
                              <a:pt x="50" y="18645"/>
                              <a:pt x="3384" y="25598"/>
                            </a:cubicBezTo>
                            <a:cubicBezTo>
                              <a:pt x="9671" y="38933"/>
                              <a:pt x="14433" y="49697"/>
                              <a:pt x="25196" y="61889"/>
                            </a:cubicBezTo>
                            <a:cubicBezTo>
                              <a:pt x="29768" y="66937"/>
                              <a:pt x="34626" y="71795"/>
                              <a:pt x="39770" y="75986"/>
                            </a:cubicBezTo>
                            <a:cubicBezTo>
                              <a:pt x="42246" y="78176"/>
                              <a:pt x="44723" y="80177"/>
                              <a:pt x="47390" y="81891"/>
                            </a:cubicBezTo>
                            <a:cubicBezTo>
                              <a:pt x="50057" y="83701"/>
                              <a:pt x="51962" y="85034"/>
                              <a:pt x="54343" y="86273"/>
                            </a:cubicBezTo>
                            <a:cubicBezTo>
                              <a:pt x="60915" y="89892"/>
                              <a:pt x="69107" y="93416"/>
                              <a:pt x="73107" y="88463"/>
                            </a:cubicBezTo>
                            <a:cubicBezTo>
                              <a:pt x="75584" y="85225"/>
                              <a:pt x="72155" y="79796"/>
                              <a:pt x="70154" y="74747"/>
                            </a:cubicBezTo>
                            <a:cubicBezTo>
                              <a:pt x="65392" y="62841"/>
                              <a:pt x="58153" y="51792"/>
                              <a:pt x="53009" y="38266"/>
                            </a:cubicBezTo>
                            <a:cubicBezTo>
                              <a:pt x="48437" y="26932"/>
                              <a:pt x="44151" y="11978"/>
                              <a:pt x="29292" y="3977"/>
                            </a:cubicBezTo>
                            <a:cubicBezTo>
                              <a:pt x="16052" y="-3358"/>
                              <a:pt x="2527" y="71"/>
                              <a:pt x="622" y="921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46" name="Forme libre : forme 13045">
                        <a:extLst>
                          <a:ext uri="{FF2B5EF4-FFF2-40B4-BE49-F238E27FC236}">
                            <a16:creationId xmlns:a16="http://schemas.microsoft.com/office/drawing/2014/main" id="{0E1FB68C-25CE-493A-A75C-C3A89E20FC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2968" y="2614647"/>
                        <a:ext cx="35027" cy="19740"/>
                      </a:xfrm>
                      <a:custGeom>
                        <a:avLst/>
                        <a:gdLst>
                          <a:gd name="connsiteX0" fmla="*/ 4943 w 35027"/>
                          <a:gd name="connsiteY0" fmla="*/ 346 h 19740"/>
                          <a:gd name="connsiteX1" fmla="*/ 561 w 35027"/>
                          <a:gd name="connsiteY1" fmla="*/ 441 h 19740"/>
                          <a:gd name="connsiteX2" fmla="*/ 1419 w 35027"/>
                          <a:gd name="connsiteY2" fmla="*/ 4061 h 19740"/>
                          <a:gd name="connsiteX3" fmla="*/ 6943 w 35027"/>
                          <a:gd name="connsiteY3" fmla="*/ 8061 h 19740"/>
                          <a:gd name="connsiteX4" fmla="*/ 21612 w 35027"/>
                          <a:gd name="connsiteY4" fmla="*/ 16538 h 19740"/>
                          <a:gd name="connsiteX5" fmla="*/ 27231 w 35027"/>
                          <a:gd name="connsiteY5" fmla="*/ 19205 h 19740"/>
                          <a:gd name="connsiteX6" fmla="*/ 29708 w 35027"/>
                          <a:gd name="connsiteY6" fmla="*/ 10252 h 19740"/>
                          <a:gd name="connsiteX7" fmla="*/ 4943 w 35027"/>
                          <a:gd name="connsiteY7" fmla="*/ 346 h 197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027" h="19740">
                            <a:moveTo>
                              <a:pt x="4943" y="346"/>
                            </a:moveTo>
                            <a:cubicBezTo>
                              <a:pt x="3038" y="-35"/>
                              <a:pt x="1704" y="-225"/>
                              <a:pt x="561" y="441"/>
                            </a:cubicBezTo>
                            <a:cubicBezTo>
                              <a:pt x="-582" y="1108"/>
                              <a:pt x="180" y="2632"/>
                              <a:pt x="1419" y="4061"/>
                            </a:cubicBezTo>
                            <a:cubicBezTo>
                              <a:pt x="2752" y="5489"/>
                              <a:pt x="5038" y="7013"/>
                              <a:pt x="6943" y="8061"/>
                            </a:cubicBezTo>
                            <a:cubicBezTo>
                              <a:pt x="11706" y="11014"/>
                              <a:pt x="16849" y="14062"/>
                              <a:pt x="21612" y="16538"/>
                            </a:cubicBezTo>
                            <a:cubicBezTo>
                              <a:pt x="23612" y="17586"/>
                              <a:pt x="25422" y="18634"/>
                              <a:pt x="27231" y="19205"/>
                            </a:cubicBezTo>
                            <a:cubicBezTo>
                              <a:pt x="35137" y="21301"/>
                              <a:pt x="38757" y="17015"/>
                              <a:pt x="29708" y="10252"/>
                            </a:cubicBezTo>
                            <a:cubicBezTo>
                              <a:pt x="22659" y="5109"/>
                              <a:pt x="12563" y="1679"/>
                              <a:pt x="4943" y="34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47" name="Forme libre : forme 13046">
                        <a:extLst>
                          <a:ext uri="{FF2B5EF4-FFF2-40B4-BE49-F238E27FC236}">
                            <a16:creationId xmlns:a16="http://schemas.microsoft.com/office/drawing/2014/main" id="{ABA85AF8-108E-4C40-88E0-C8B4DA4977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31914" y="2700908"/>
                        <a:ext cx="53435" cy="38872"/>
                      </a:xfrm>
                      <a:custGeom>
                        <a:avLst/>
                        <a:gdLst>
                          <a:gd name="connsiteX0" fmla="*/ 53435 w 53435"/>
                          <a:gd name="connsiteY0" fmla="*/ 36195 h 38872"/>
                          <a:gd name="connsiteX1" fmla="*/ 28289 w 53435"/>
                          <a:gd name="connsiteY1" fmla="*/ 30004 h 38872"/>
                          <a:gd name="connsiteX2" fmla="*/ 11335 w 53435"/>
                          <a:gd name="connsiteY2" fmla="*/ 9811 h 38872"/>
                          <a:gd name="connsiteX3" fmla="*/ 4953 w 53435"/>
                          <a:gd name="connsiteY3" fmla="*/ 3524 h 38872"/>
                          <a:gd name="connsiteX4" fmla="*/ 0 w 53435"/>
                          <a:gd name="connsiteY4" fmla="*/ 0 h 38872"/>
                          <a:gd name="connsiteX5" fmla="*/ 5239 w 53435"/>
                          <a:gd name="connsiteY5" fmla="*/ 3524 h 38872"/>
                          <a:gd name="connsiteX6" fmla="*/ 11716 w 53435"/>
                          <a:gd name="connsiteY6" fmla="*/ 9049 h 38872"/>
                          <a:gd name="connsiteX7" fmla="*/ 27908 w 53435"/>
                          <a:gd name="connsiteY7" fmla="*/ 26098 h 38872"/>
                          <a:gd name="connsiteX8" fmla="*/ 53435 w 53435"/>
                          <a:gd name="connsiteY8" fmla="*/ 36195 h 388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3435" h="38872">
                            <a:moveTo>
                              <a:pt x="53435" y="36195"/>
                            </a:moveTo>
                            <a:cubicBezTo>
                              <a:pt x="48959" y="40386"/>
                              <a:pt x="39624" y="40577"/>
                              <a:pt x="28289" y="30004"/>
                            </a:cubicBezTo>
                            <a:cubicBezTo>
                              <a:pt x="22765" y="24955"/>
                              <a:pt x="16954" y="16478"/>
                              <a:pt x="11335" y="9811"/>
                            </a:cubicBezTo>
                            <a:cubicBezTo>
                              <a:pt x="8096" y="5239"/>
                              <a:pt x="6858" y="5239"/>
                              <a:pt x="4953" y="3524"/>
                            </a:cubicBezTo>
                            <a:cubicBezTo>
                              <a:pt x="3238" y="2096"/>
                              <a:pt x="1524" y="1143"/>
                              <a:pt x="0" y="0"/>
                            </a:cubicBezTo>
                            <a:cubicBezTo>
                              <a:pt x="1619" y="1143"/>
                              <a:pt x="3429" y="2191"/>
                              <a:pt x="5239" y="3524"/>
                            </a:cubicBezTo>
                            <a:cubicBezTo>
                              <a:pt x="7144" y="5144"/>
                              <a:pt x="8477" y="4953"/>
                              <a:pt x="11716" y="9049"/>
                            </a:cubicBezTo>
                            <a:cubicBezTo>
                              <a:pt x="17336" y="14954"/>
                              <a:pt x="22765" y="21812"/>
                              <a:pt x="27908" y="26098"/>
                            </a:cubicBezTo>
                            <a:cubicBezTo>
                              <a:pt x="38576" y="35147"/>
                              <a:pt x="47339" y="36195"/>
                              <a:pt x="53435" y="3619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48" name="Forme libre : forme 13047">
                        <a:extLst>
                          <a:ext uri="{FF2B5EF4-FFF2-40B4-BE49-F238E27FC236}">
                            <a16:creationId xmlns:a16="http://schemas.microsoft.com/office/drawing/2014/main" id="{828843F5-6447-4A97-AC07-6E0D03E9D7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68668" y="2590612"/>
                        <a:ext cx="68865" cy="17142"/>
                      </a:xfrm>
                      <a:custGeom>
                        <a:avLst/>
                        <a:gdLst>
                          <a:gd name="connsiteX0" fmla="*/ 68866 w 68865"/>
                          <a:gd name="connsiteY0" fmla="*/ 17142 h 17142"/>
                          <a:gd name="connsiteX1" fmla="*/ 0 w 68865"/>
                          <a:gd name="connsiteY1" fmla="*/ 378 h 17142"/>
                          <a:gd name="connsiteX2" fmla="*/ 68866 w 68865"/>
                          <a:gd name="connsiteY2" fmla="*/ 17142 h 17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865" h="17142">
                            <a:moveTo>
                              <a:pt x="68866" y="17142"/>
                            </a:moveTo>
                            <a:cubicBezTo>
                              <a:pt x="45815" y="1617"/>
                              <a:pt x="20288" y="-955"/>
                              <a:pt x="0" y="378"/>
                            </a:cubicBezTo>
                            <a:cubicBezTo>
                              <a:pt x="18955" y="-1908"/>
                              <a:pt x="47434" y="6475"/>
                              <a:pt x="68866" y="1714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49" name="Forme libre : forme 13048">
                        <a:extLst>
                          <a:ext uri="{FF2B5EF4-FFF2-40B4-BE49-F238E27FC236}">
                            <a16:creationId xmlns:a16="http://schemas.microsoft.com/office/drawing/2014/main" id="{15017F17-B7F7-40AD-A897-621B52AB16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4914" y="2654194"/>
                        <a:ext cx="21254" cy="28521"/>
                      </a:xfrm>
                      <a:custGeom>
                        <a:avLst/>
                        <a:gdLst>
                          <a:gd name="connsiteX0" fmla="*/ 19766 w 21254"/>
                          <a:gd name="connsiteY0" fmla="*/ 28521 h 28521"/>
                          <a:gd name="connsiteX1" fmla="*/ 6431 w 21254"/>
                          <a:gd name="connsiteY1" fmla="*/ 13758 h 28521"/>
                          <a:gd name="connsiteX2" fmla="*/ 1382 w 21254"/>
                          <a:gd name="connsiteY2" fmla="*/ 42 h 28521"/>
                          <a:gd name="connsiteX3" fmla="*/ 9383 w 21254"/>
                          <a:gd name="connsiteY3" fmla="*/ 4804 h 28521"/>
                          <a:gd name="connsiteX4" fmla="*/ 15575 w 21254"/>
                          <a:gd name="connsiteY4" fmla="*/ 13091 h 28521"/>
                          <a:gd name="connsiteX5" fmla="*/ 20242 w 21254"/>
                          <a:gd name="connsiteY5" fmla="*/ 22044 h 28521"/>
                          <a:gd name="connsiteX6" fmla="*/ 19766 w 21254"/>
                          <a:gd name="connsiteY6" fmla="*/ 28521 h 285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1254" h="28521">
                            <a:moveTo>
                              <a:pt x="19766" y="28521"/>
                            </a:moveTo>
                            <a:cubicBezTo>
                              <a:pt x="15765" y="28521"/>
                              <a:pt x="9098" y="16996"/>
                              <a:pt x="6431" y="13758"/>
                            </a:cubicBezTo>
                            <a:cubicBezTo>
                              <a:pt x="4240" y="10233"/>
                              <a:pt x="-2999" y="994"/>
                              <a:pt x="1382" y="42"/>
                            </a:cubicBezTo>
                            <a:cubicBezTo>
                              <a:pt x="3573" y="-339"/>
                              <a:pt x="6621" y="1946"/>
                              <a:pt x="9383" y="4804"/>
                            </a:cubicBezTo>
                            <a:cubicBezTo>
                              <a:pt x="12146" y="7757"/>
                              <a:pt x="14432" y="11471"/>
                              <a:pt x="15575" y="13091"/>
                            </a:cubicBezTo>
                            <a:cubicBezTo>
                              <a:pt x="16623" y="14805"/>
                              <a:pt x="18908" y="18615"/>
                              <a:pt x="20242" y="22044"/>
                            </a:cubicBezTo>
                            <a:cubicBezTo>
                              <a:pt x="21480" y="25569"/>
                              <a:pt x="21861" y="28521"/>
                              <a:pt x="19766" y="2852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50" name="Forme libre : forme 13049">
                        <a:extLst>
                          <a:ext uri="{FF2B5EF4-FFF2-40B4-BE49-F238E27FC236}">
                            <a16:creationId xmlns:a16="http://schemas.microsoft.com/office/drawing/2014/main" id="{B002797D-9C23-412E-835C-1BACE72FF0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62770" y="2678361"/>
                        <a:ext cx="5883" cy="8600"/>
                      </a:xfrm>
                      <a:custGeom>
                        <a:avLst/>
                        <a:gdLst>
                          <a:gd name="connsiteX0" fmla="*/ 5530 w 5883"/>
                          <a:gd name="connsiteY0" fmla="*/ 8355 h 8600"/>
                          <a:gd name="connsiteX1" fmla="*/ 1815 w 5883"/>
                          <a:gd name="connsiteY1" fmla="*/ 5498 h 8600"/>
                          <a:gd name="connsiteX2" fmla="*/ 291 w 5883"/>
                          <a:gd name="connsiteY2" fmla="*/ 259 h 8600"/>
                          <a:gd name="connsiteX3" fmla="*/ 4101 w 5883"/>
                          <a:gd name="connsiteY3" fmla="*/ 2926 h 8600"/>
                          <a:gd name="connsiteX4" fmla="*/ 5530 w 5883"/>
                          <a:gd name="connsiteY4" fmla="*/ 8355 h 86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83" h="8600">
                            <a:moveTo>
                              <a:pt x="5530" y="8355"/>
                            </a:moveTo>
                            <a:cubicBezTo>
                              <a:pt x="4482" y="9403"/>
                              <a:pt x="2767" y="6831"/>
                              <a:pt x="1815" y="5498"/>
                            </a:cubicBezTo>
                            <a:cubicBezTo>
                              <a:pt x="957" y="4164"/>
                              <a:pt x="-662" y="1307"/>
                              <a:pt x="291" y="259"/>
                            </a:cubicBezTo>
                            <a:cubicBezTo>
                              <a:pt x="1243" y="-789"/>
                              <a:pt x="3148" y="1593"/>
                              <a:pt x="4101" y="2926"/>
                            </a:cubicBezTo>
                            <a:cubicBezTo>
                              <a:pt x="5053" y="4260"/>
                              <a:pt x="6577" y="7308"/>
                              <a:pt x="5530" y="835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51" name="Forme libre : forme 13050">
                        <a:extLst>
                          <a:ext uri="{FF2B5EF4-FFF2-40B4-BE49-F238E27FC236}">
                            <a16:creationId xmlns:a16="http://schemas.microsoft.com/office/drawing/2014/main" id="{B2B5BF0B-92F3-4134-85F0-FFF4DEDDCC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58946" y="2638991"/>
                        <a:ext cx="33547" cy="88476"/>
                      </a:xfrm>
                      <a:custGeom>
                        <a:avLst/>
                        <a:gdLst>
                          <a:gd name="connsiteX0" fmla="*/ 29166 w 33547"/>
                          <a:gd name="connsiteY0" fmla="*/ 54392 h 88476"/>
                          <a:gd name="connsiteX1" fmla="*/ 27261 w 33547"/>
                          <a:gd name="connsiteY1" fmla="*/ 84015 h 88476"/>
                          <a:gd name="connsiteX2" fmla="*/ 21927 w 33547"/>
                          <a:gd name="connsiteY2" fmla="*/ 86015 h 88476"/>
                          <a:gd name="connsiteX3" fmla="*/ 19355 w 33547"/>
                          <a:gd name="connsiteY3" fmla="*/ 73538 h 88476"/>
                          <a:gd name="connsiteX4" fmla="*/ 19069 w 33547"/>
                          <a:gd name="connsiteY4" fmla="*/ 56393 h 88476"/>
                          <a:gd name="connsiteX5" fmla="*/ 18783 w 33547"/>
                          <a:gd name="connsiteY5" fmla="*/ 49344 h 88476"/>
                          <a:gd name="connsiteX6" fmla="*/ 17164 w 33547"/>
                          <a:gd name="connsiteY6" fmla="*/ 40867 h 88476"/>
                          <a:gd name="connsiteX7" fmla="*/ 6020 w 33547"/>
                          <a:gd name="connsiteY7" fmla="*/ 17054 h 88476"/>
                          <a:gd name="connsiteX8" fmla="*/ 2496 w 33547"/>
                          <a:gd name="connsiteY8" fmla="*/ 4 h 88476"/>
                          <a:gd name="connsiteX9" fmla="*/ 11545 w 33547"/>
                          <a:gd name="connsiteY9" fmla="*/ 3719 h 88476"/>
                          <a:gd name="connsiteX10" fmla="*/ 21736 w 33547"/>
                          <a:gd name="connsiteY10" fmla="*/ 14482 h 88476"/>
                          <a:gd name="connsiteX11" fmla="*/ 33547 w 33547"/>
                          <a:gd name="connsiteY11" fmla="*/ 38867 h 88476"/>
                          <a:gd name="connsiteX12" fmla="*/ 29166 w 33547"/>
                          <a:gd name="connsiteY12" fmla="*/ 54392 h 884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3547" h="88476">
                            <a:moveTo>
                              <a:pt x="29166" y="54392"/>
                            </a:moveTo>
                            <a:cubicBezTo>
                              <a:pt x="28023" y="62965"/>
                              <a:pt x="28023" y="70966"/>
                              <a:pt x="27261" y="84015"/>
                            </a:cubicBezTo>
                            <a:cubicBezTo>
                              <a:pt x="26975" y="89254"/>
                              <a:pt x="24213" y="89825"/>
                              <a:pt x="21927" y="86015"/>
                            </a:cubicBezTo>
                            <a:cubicBezTo>
                              <a:pt x="19736" y="82205"/>
                              <a:pt x="19450" y="77824"/>
                              <a:pt x="19355" y="73538"/>
                            </a:cubicBezTo>
                            <a:cubicBezTo>
                              <a:pt x="19260" y="67346"/>
                              <a:pt x="19165" y="61822"/>
                              <a:pt x="19069" y="56393"/>
                            </a:cubicBezTo>
                            <a:cubicBezTo>
                              <a:pt x="19069" y="54011"/>
                              <a:pt x="18879" y="51535"/>
                              <a:pt x="18783" y="49344"/>
                            </a:cubicBezTo>
                            <a:cubicBezTo>
                              <a:pt x="18688" y="47153"/>
                              <a:pt x="17831" y="43820"/>
                              <a:pt x="17164" y="40867"/>
                            </a:cubicBezTo>
                            <a:cubicBezTo>
                              <a:pt x="16307" y="37152"/>
                              <a:pt x="11354" y="26198"/>
                              <a:pt x="6020" y="17054"/>
                            </a:cubicBezTo>
                            <a:cubicBezTo>
                              <a:pt x="972" y="7910"/>
                              <a:pt x="-2648" y="386"/>
                              <a:pt x="2496" y="4"/>
                            </a:cubicBezTo>
                            <a:cubicBezTo>
                              <a:pt x="5068" y="-91"/>
                              <a:pt x="8211" y="1338"/>
                              <a:pt x="11545" y="3719"/>
                            </a:cubicBezTo>
                            <a:cubicBezTo>
                              <a:pt x="14783" y="6101"/>
                              <a:pt x="18593" y="10292"/>
                              <a:pt x="21736" y="14482"/>
                            </a:cubicBezTo>
                            <a:cubicBezTo>
                              <a:pt x="28213" y="23246"/>
                              <a:pt x="32309" y="33532"/>
                              <a:pt x="33547" y="38867"/>
                            </a:cubicBezTo>
                            <a:cubicBezTo>
                              <a:pt x="33357" y="44867"/>
                              <a:pt x="29928" y="47820"/>
                              <a:pt x="29166" y="5439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3001" name="Graphique 1">
                      <a:extLst>
                        <a:ext uri="{FF2B5EF4-FFF2-40B4-BE49-F238E27FC236}">
                          <a16:creationId xmlns:a16="http://schemas.microsoft.com/office/drawing/2014/main" id="{3281B619-1FBF-4932-92BC-E9E0AF0CC9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89911" y="2597934"/>
                      <a:ext cx="118216" cy="171935"/>
                      <a:chOff x="2389911" y="2597934"/>
                      <a:chExt cx="118216" cy="171935"/>
                    </a:xfrm>
                    <a:solidFill>
                      <a:schemeClr val="accent1"/>
                    </a:solidFill>
                  </p:grpSpPr>
                  <p:sp>
                    <p:nvSpPr>
                      <p:cNvPr id="13028" name="Forme libre : forme 13027">
                        <a:extLst>
                          <a:ext uri="{FF2B5EF4-FFF2-40B4-BE49-F238E27FC236}">
                            <a16:creationId xmlns:a16="http://schemas.microsoft.com/office/drawing/2014/main" id="{548AACA9-0D91-48EC-938F-49ED2228E5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89921" y="2597934"/>
                        <a:ext cx="118205" cy="171935"/>
                      </a:xfrm>
                      <a:custGeom>
                        <a:avLst/>
                        <a:gdLst>
                          <a:gd name="connsiteX0" fmla="*/ 97346 w 118205"/>
                          <a:gd name="connsiteY0" fmla="*/ 69256 h 171935"/>
                          <a:gd name="connsiteX1" fmla="*/ 93821 w 118205"/>
                          <a:gd name="connsiteY1" fmla="*/ 77257 h 171935"/>
                          <a:gd name="connsiteX2" fmla="*/ 88868 w 118205"/>
                          <a:gd name="connsiteY2" fmla="*/ 90973 h 171935"/>
                          <a:gd name="connsiteX3" fmla="*/ 81344 w 118205"/>
                          <a:gd name="connsiteY3" fmla="*/ 113737 h 171935"/>
                          <a:gd name="connsiteX4" fmla="*/ 76010 w 118205"/>
                          <a:gd name="connsiteY4" fmla="*/ 128977 h 171935"/>
                          <a:gd name="connsiteX5" fmla="*/ 70961 w 118205"/>
                          <a:gd name="connsiteY5" fmla="*/ 141074 h 171935"/>
                          <a:gd name="connsiteX6" fmla="*/ 51340 w 118205"/>
                          <a:gd name="connsiteY6" fmla="*/ 166315 h 171935"/>
                          <a:gd name="connsiteX7" fmla="*/ 32290 w 118205"/>
                          <a:gd name="connsiteY7" fmla="*/ 171935 h 171935"/>
                          <a:gd name="connsiteX8" fmla="*/ 27623 w 118205"/>
                          <a:gd name="connsiteY8" fmla="*/ 171649 h 171935"/>
                          <a:gd name="connsiteX9" fmla="*/ 22765 w 118205"/>
                          <a:gd name="connsiteY9" fmla="*/ 170411 h 171935"/>
                          <a:gd name="connsiteX10" fmla="*/ 18193 w 118205"/>
                          <a:gd name="connsiteY10" fmla="*/ 168220 h 171935"/>
                          <a:gd name="connsiteX11" fmla="*/ 14002 w 118205"/>
                          <a:gd name="connsiteY11" fmla="*/ 165744 h 171935"/>
                          <a:gd name="connsiteX12" fmla="*/ 1524 w 118205"/>
                          <a:gd name="connsiteY12" fmla="*/ 149456 h 171935"/>
                          <a:gd name="connsiteX13" fmla="*/ 0 w 118205"/>
                          <a:gd name="connsiteY13" fmla="*/ 142122 h 171935"/>
                          <a:gd name="connsiteX14" fmla="*/ 858 w 118205"/>
                          <a:gd name="connsiteY14" fmla="*/ 134407 h 171935"/>
                          <a:gd name="connsiteX15" fmla="*/ 6477 w 118205"/>
                          <a:gd name="connsiteY15" fmla="*/ 120214 h 171935"/>
                          <a:gd name="connsiteX16" fmla="*/ 15812 w 118205"/>
                          <a:gd name="connsiteY16" fmla="*/ 91735 h 171935"/>
                          <a:gd name="connsiteX17" fmla="*/ 13049 w 118205"/>
                          <a:gd name="connsiteY17" fmla="*/ 78019 h 171935"/>
                          <a:gd name="connsiteX18" fmla="*/ 12668 w 118205"/>
                          <a:gd name="connsiteY18" fmla="*/ 77447 h 171935"/>
                          <a:gd name="connsiteX19" fmla="*/ 12573 w 118205"/>
                          <a:gd name="connsiteY19" fmla="*/ 77352 h 171935"/>
                          <a:gd name="connsiteX20" fmla="*/ 12478 w 118205"/>
                          <a:gd name="connsiteY20" fmla="*/ 77352 h 171935"/>
                          <a:gd name="connsiteX21" fmla="*/ 12954 w 118205"/>
                          <a:gd name="connsiteY21" fmla="*/ 75637 h 171935"/>
                          <a:gd name="connsiteX22" fmla="*/ 15812 w 118205"/>
                          <a:gd name="connsiteY22" fmla="*/ 66874 h 171935"/>
                          <a:gd name="connsiteX23" fmla="*/ 31909 w 118205"/>
                          <a:gd name="connsiteY23" fmla="*/ 31632 h 171935"/>
                          <a:gd name="connsiteX24" fmla="*/ 51530 w 118205"/>
                          <a:gd name="connsiteY24" fmla="*/ 10772 h 171935"/>
                          <a:gd name="connsiteX25" fmla="*/ 70961 w 118205"/>
                          <a:gd name="connsiteY25" fmla="*/ 1628 h 171935"/>
                          <a:gd name="connsiteX26" fmla="*/ 102108 w 118205"/>
                          <a:gd name="connsiteY26" fmla="*/ 1914 h 171935"/>
                          <a:gd name="connsiteX27" fmla="*/ 118205 w 118205"/>
                          <a:gd name="connsiteY27" fmla="*/ 15630 h 171935"/>
                          <a:gd name="connsiteX28" fmla="*/ 108299 w 118205"/>
                          <a:gd name="connsiteY28" fmla="*/ 46681 h 171935"/>
                          <a:gd name="connsiteX29" fmla="*/ 97346 w 118205"/>
                          <a:gd name="connsiteY29" fmla="*/ 69256 h 1719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</a:cxnLst>
                        <a:rect l="l" t="t" r="r" b="b"/>
                        <a:pathLst>
                          <a:path w="118205" h="171935">
                            <a:moveTo>
                              <a:pt x="97346" y="69256"/>
                            </a:moveTo>
                            <a:cubicBezTo>
                              <a:pt x="96488" y="71065"/>
                              <a:pt x="95345" y="73637"/>
                              <a:pt x="93821" y="77257"/>
                            </a:cubicBezTo>
                            <a:cubicBezTo>
                              <a:pt x="92297" y="81067"/>
                              <a:pt x="90583" y="85734"/>
                              <a:pt x="88868" y="90973"/>
                            </a:cubicBezTo>
                            <a:cubicBezTo>
                              <a:pt x="86297" y="98783"/>
                              <a:pt x="83725" y="106594"/>
                              <a:pt x="81344" y="113737"/>
                            </a:cubicBezTo>
                            <a:cubicBezTo>
                              <a:pt x="79629" y="119262"/>
                              <a:pt x="77819" y="124310"/>
                              <a:pt x="76010" y="128977"/>
                            </a:cubicBezTo>
                            <a:cubicBezTo>
                              <a:pt x="74295" y="133645"/>
                              <a:pt x="72676" y="137836"/>
                              <a:pt x="70961" y="141074"/>
                            </a:cubicBezTo>
                            <a:cubicBezTo>
                              <a:pt x="65056" y="154409"/>
                              <a:pt x="57912" y="161839"/>
                              <a:pt x="51340" y="166315"/>
                            </a:cubicBezTo>
                            <a:cubicBezTo>
                              <a:pt x="44768" y="170602"/>
                              <a:pt x="38481" y="171840"/>
                              <a:pt x="32290" y="171935"/>
                            </a:cubicBezTo>
                            <a:cubicBezTo>
                              <a:pt x="30671" y="171840"/>
                              <a:pt x="29242" y="171935"/>
                              <a:pt x="27623" y="171649"/>
                            </a:cubicBezTo>
                            <a:cubicBezTo>
                              <a:pt x="26099" y="171269"/>
                              <a:pt x="24479" y="170792"/>
                              <a:pt x="22765" y="170411"/>
                            </a:cubicBezTo>
                            <a:cubicBezTo>
                              <a:pt x="21146" y="169744"/>
                              <a:pt x="19622" y="168982"/>
                              <a:pt x="18193" y="168220"/>
                            </a:cubicBezTo>
                            <a:cubicBezTo>
                              <a:pt x="16764" y="168220"/>
                              <a:pt x="15335" y="166601"/>
                              <a:pt x="14002" y="165744"/>
                            </a:cubicBezTo>
                            <a:cubicBezTo>
                              <a:pt x="8573" y="161839"/>
                              <a:pt x="4572" y="155838"/>
                              <a:pt x="1524" y="149456"/>
                            </a:cubicBezTo>
                            <a:cubicBezTo>
                              <a:pt x="572" y="147075"/>
                              <a:pt x="95" y="144503"/>
                              <a:pt x="0" y="142122"/>
                            </a:cubicBezTo>
                            <a:cubicBezTo>
                              <a:pt x="0" y="139455"/>
                              <a:pt x="95" y="137931"/>
                              <a:pt x="858" y="134407"/>
                            </a:cubicBezTo>
                            <a:cubicBezTo>
                              <a:pt x="2286" y="128215"/>
                              <a:pt x="4477" y="123072"/>
                              <a:pt x="6477" y="120214"/>
                            </a:cubicBezTo>
                            <a:cubicBezTo>
                              <a:pt x="12573" y="111832"/>
                              <a:pt x="16288" y="100974"/>
                              <a:pt x="15812" y="91735"/>
                            </a:cubicBezTo>
                            <a:cubicBezTo>
                              <a:pt x="15526" y="82781"/>
                              <a:pt x="13526" y="78971"/>
                              <a:pt x="13049" y="78019"/>
                            </a:cubicBezTo>
                            <a:cubicBezTo>
                              <a:pt x="12859" y="77733"/>
                              <a:pt x="12764" y="77543"/>
                              <a:pt x="12668" y="77447"/>
                            </a:cubicBezTo>
                            <a:lnTo>
                              <a:pt x="12573" y="77352"/>
                            </a:lnTo>
                            <a:cubicBezTo>
                              <a:pt x="12573" y="77352"/>
                              <a:pt x="12573" y="77352"/>
                              <a:pt x="12478" y="77352"/>
                            </a:cubicBezTo>
                            <a:lnTo>
                              <a:pt x="12954" y="75637"/>
                            </a:lnTo>
                            <a:cubicBezTo>
                              <a:pt x="13811" y="72875"/>
                              <a:pt x="14764" y="69922"/>
                              <a:pt x="15812" y="66874"/>
                            </a:cubicBezTo>
                            <a:cubicBezTo>
                              <a:pt x="19812" y="54968"/>
                              <a:pt x="25527" y="41538"/>
                              <a:pt x="31909" y="31632"/>
                            </a:cubicBezTo>
                            <a:cubicBezTo>
                              <a:pt x="37719" y="22583"/>
                              <a:pt x="44577" y="15535"/>
                              <a:pt x="51530" y="10772"/>
                            </a:cubicBezTo>
                            <a:cubicBezTo>
                              <a:pt x="58388" y="6010"/>
                              <a:pt x="65056" y="3057"/>
                              <a:pt x="70961" y="1628"/>
                            </a:cubicBezTo>
                            <a:cubicBezTo>
                              <a:pt x="83058" y="-1420"/>
                              <a:pt x="92393" y="485"/>
                              <a:pt x="102108" y="1914"/>
                            </a:cubicBezTo>
                            <a:cubicBezTo>
                              <a:pt x="108585" y="3152"/>
                              <a:pt x="118301" y="7534"/>
                              <a:pt x="118205" y="15630"/>
                            </a:cubicBezTo>
                            <a:cubicBezTo>
                              <a:pt x="117539" y="26965"/>
                              <a:pt x="112491" y="37919"/>
                              <a:pt x="108299" y="46681"/>
                            </a:cubicBezTo>
                            <a:cubicBezTo>
                              <a:pt x="103823" y="55635"/>
                              <a:pt x="100584" y="62398"/>
                              <a:pt x="97346" y="6925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29" name="Forme libre : forme 13028">
                        <a:extLst>
                          <a:ext uri="{FF2B5EF4-FFF2-40B4-BE49-F238E27FC236}">
                            <a16:creationId xmlns:a16="http://schemas.microsoft.com/office/drawing/2014/main" id="{7F8F0B31-39D2-4117-AB40-FE6FE9EBF6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89911" y="2612993"/>
                        <a:ext cx="117834" cy="156510"/>
                      </a:xfrm>
                      <a:custGeom>
                        <a:avLst/>
                        <a:gdLst>
                          <a:gd name="connsiteX0" fmla="*/ 54684 w 117834"/>
                          <a:gd name="connsiteY0" fmla="*/ 91726 h 156510"/>
                          <a:gd name="connsiteX1" fmla="*/ 33634 w 117834"/>
                          <a:gd name="connsiteY1" fmla="*/ 133445 h 156510"/>
                          <a:gd name="connsiteX2" fmla="*/ 25157 w 117834"/>
                          <a:gd name="connsiteY2" fmla="*/ 138398 h 156510"/>
                          <a:gd name="connsiteX3" fmla="*/ 14870 w 117834"/>
                          <a:gd name="connsiteY3" fmla="*/ 137351 h 156510"/>
                          <a:gd name="connsiteX4" fmla="*/ 296 w 117834"/>
                          <a:gd name="connsiteY4" fmla="*/ 122301 h 156510"/>
                          <a:gd name="connsiteX5" fmla="*/ 1439 w 117834"/>
                          <a:gd name="connsiteY5" fmla="*/ 134112 h 156510"/>
                          <a:gd name="connsiteX6" fmla="*/ 9250 w 117834"/>
                          <a:gd name="connsiteY6" fmla="*/ 146209 h 156510"/>
                          <a:gd name="connsiteX7" fmla="*/ 16965 w 117834"/>
                          <a:gd name="connsiteY7" fmla="*/ 152591 h 156510"/>
                          <a:gd name="connsiteX8" fmla="*/ 26204 w 117834"/>
                          <a:gd name="connsiteY8" fmla="*/ 155925 h 156510"/>
                          <a:gd name="connsiteX9" fmla="*/ 45159 w 117834"/>
                          <a:gd name="connsiteY9" fmla="*/ 154019 h 156510"/>
                          <a:gd name="connsiteX10" fmla="*/ 70591 w 117834"/>
                          <a:gd name="connsiteY10" fmla="*/ 125825 h 156510"/>
                          <a:gd name="connsiteX11" fmla="*/ 78211 w 117834"/>
                          <a:gd name="connsiteY11" fmla="*/ 106775 h 156510"/>
                          <a:gd name="connsiteX12" fmla="*/ 89355 w 117834"/>
                          <a:gd name="connsiteY12" fmla="*/ 72962 h 156510"/>
                          <a:gd name="connsiteX13" fmla="*/ 95832 w 117834"/>
                          <a:gd name="connsiteY13" fmla="*/ 56388 h 156510"/>
                          <a:gd name="connsiteX14" fmla="*/ 96880 w 117834"/>
                          <a:gd name="connsiteY14" fmla="*/ 54007 h 156510"/>
                          <a:gd name="connsiteX15" fmla="*/ 104214 w 117834"/>
                          <a:gd name="connsiteY15" fmla="*/ 38672 h 156510"/>
                          <a:gd name="connsiteX16" fmla="*/ 116025 w 117834"/>
                          <a:gd name="connsiteY16" fmla="*/ 10954 h 156510"/>
                          <a:gd name="connsiteX17" fmla="*/ 117835 w 117834"/>
                          <a:gd name="connsiteY17" fmla="*/ 381 h 156510"/>
                          <a:gd name="connsiteX18" fmla="*/ 117835 w 117834"/>
                          <a:gd name="connsiteY18" fmla="*/ 0 h 156510"/>
                          <a:gd name="connsiteX19" fmla="*/ 93546 w 117834"/>
                          <a:gd name="connsiteY19" fmla="*/ 17907 h 156510"/>
                          <a:gd name="connsiteX20" fmla="*/ 74687 w 117834"/>
                          <a:gd name="connsiteY20" fmla="*/ 36671 h 156510"/>
                          <a:gd name="connsiteX21" fmla="*/ 63257 w 117834"/>
                          <a:gd name="connsiteY21" fmla="*/ 61055 h 156510"/>
                          <a:gd name="connsiteX22" fmla="*/ 59161 w 117834"/>
                          <a:gd name="connsiteY22" fmla="*/ 74581 h 156510"/>
                          <a:gd name="connsiteX23" fmla="*/ 54684 w 117834"/>
                          <a:gd name="connsiteY23" fmla="*/ 91726 h 1565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</a:cxnLst>
                        <a:rect l="l" t="t" r="r" b="b"/>
                        <a:pathLst>
                          <a:path w="117834" h="156510">
                            <a:moveTo>
                              <a:pt x="54684" y="91726"/>
                            </a:moveTo>
                            <a:cubicBezTo>
                              <a:pt x="50207" y="108585"/>
                              <a:pt x="43349" y="125063"/>
                              <a:pt x="33634" y="133445"/>
                            </a:cubicBezTo>
                            <a:cubicBezTo>
                              <a:pt x="31157" y="135636"/>
                              <a:pt x="28300" y="137255"/>
                              <a:pt x="25157" y="138398"/>
                            </a:cubicBezTo>
                            <a:cubicBezTo>
                              <a:pt x="21823" y="139160"/>
                              <a:pt x="18108" y="138684"/>
                              <a:pt x="14870" y="137351"/>
                            </a:cubicBezTo>
                            <a:cubicBezTo>
                              <a:pt x="8297" y="134588"/>
                              <a:pt x="3059" y="129254"/>
                              <a:pt x="296" y="122301"/>
                            </a:cubicBezTo>
                            <a:cubicBezTo>
                              <a:pt x="-275" y="126016"/>
                              <a:pt x="-85" y="130207"/>
                              <a:pt x="1439" y="134112"/>
                            </a:cubicBezTo>
                            <a:cubicBezTo>
                              <a:pt x="3535" y="138684"/>
                              <a:pt x="6011" y="142685"/>
                              <a:pt x="9250" y="146209"/>
                            </a:cubicBezTo>
                            <a:cubicBezTo>
                              <a:pt x="11441" y="148971"/>
                              <a:pt x="14203" y="150591"/>
                              <a:pt x="16965" y="152591"/>
                            </a:cubicBezTo>
                            <a:cubicBezTo>
                              <a:pt x="19823" y="153448"/>
                              <a:pt x="23061" y="155543"/>
                              <a:pt x="26204" y="155925"/>
                            </a:cubicBezTo>
                            <a:cubicBezTo>
                              <a:pt x="32586" y="157067"/>
                              <a:pt x="38777" y="156591"/>
                              <a:pt x="45159" y="154019"/>
                            </a:cubicBezTo>
                            <a:cubicBezTo>
                              <a:pt x="53446" y="150876"/>
                              <a:pt x="62780" y="142780"/>
                              <a:pt x="70591" y="125825"/>
                            </a:cubicBezTo>
                            <a:cubicBezTo>
                              <a:pt x="73163" y="121063"/>
                              <a:pt x="75449" y="114110"/>
                              <a:pt x="78211" y="106775"/>
                            </a:cubicBezTo>
                            <a:cubicBezTo>
                              <a:pt x="81545" y="96584"/>
                              <a:pt x="85545" y="84677"/>
                              <a:pt x="89355" y="72962"/>
                            </a:cubicBezTo>
                            <a:cubicBezTo>
                              <a:pt x="91832" y="65532"/>
                              <a:pt x="94308" y="59817"/>
                              <a:pt x="95832" y="56388"/>
                            </a:cubicBezTo>
                            <a:cubicBezTo>
                              <a:pt x="96213" y="55531"/>
                              <a:pt x="96499" y="54674"/>
                              <a:pt x="96880" y="54007"/>
                            </a:cubicBezTo>
                            <a:cubicBezTo>
                              <a:pt x="99451" y="48673"/>
                              <a:pt x="101738" y="43815"/>
                              <a:pt x="104214" y="38672"/>
                            </a:cubicBezTo>
                            <a:cubicBezTo>
                              <a:pt x="108024" y="30861"/>
                              <a:pt x="112882" y="21527"/>
                              <a:pt x="116025" y="10954"/>
                            </a:cubicBezTo>
                            <a:cubicBezTo>
                              <a:pt x="116978" y="7525"/>
                              <a:pt x="117644" y="3905"/>
                              <a:pt x="117835" y="381"/>
                            </a:cubicBezTo>
                            <a:lnTo>
                              <a:pt x="117835" y="0"/>
                            </a:lnTo>
                            <a:cubicBezTo>
                              <a:pt x="109548" y="7525"/>
                              <a:pt x="100880" y="12383"/>
                              <a:pt x="93546" y="17907"/>
                            </a:cubicBezTo>
                            <a:cubicBezTo>
                              <a:pt x="86021" y="23336"/>
                              <a:pt x="79640" y="29433"/>
                              <a:pt x="74687" y="36671"/>
                            </a:cubicBezTo>
                            <a:cubicBezTo>
                              <a:pt x="69734" y="43720"/>
                              <a:pt x="66209" y="52197"/>
                              <a:pt x="63257" y="61055"/>
                            </a:cubicBezTo>
                            <a:cubicBezTo>
                              <a:pt x="61733" y="65437"/>
                              <a:pt x="60399" y="70009"/>
                              <a:pt x="59161" y="74581"/>
                            </a:cubicBezTo>
                            <a:cubicBezTo>
                              <a:pt x="57827" y="80391"/>
                              <a:pt x="56303" y="86011"/>
                              <a:pt x="54684" y="9172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30" name="Forme libre : forme 13029">
                        <a:extLst>
                          <a:ext uri="{FF2B5EF4-FFF2-40B4-BE49-F238E27FC236}">
                            <a16:creationId xmlns:a16="http://schemas.microsoft.com/office/drawing/2014/main" id="{892DCE5F-32EA-4899-A225-07CE053F70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29286" y="2626641"/>
                        <a:ext cx="46640" cy="81768"/>
                      </a:xfrm>
                      <a:custGeom>
                        <a:avLst/>
                        <a:gdLst>
                          <a:gd name="connsiteX0" fmla="*/ 45503 w 46640"/>
                          <a:gd name="connsiteY0" fmla="*/ 1592 h 81768"/>
                          <a:gd name="connsiteX1" fmla="*/ 40169 w 46640"/>
                          <a:gd name="connsiteY1" fmla="*/ 21118 h 81768"/>
                          <a:gd name="connsiteX2" fmla="*/ 30549 w 46640"/>
                          <a:gd name="connsiteY2" fmla="*/ 43787 h 81768"/>
                          <a:gd name="connsiteX3" fmla="*/ 26263 w 46640"/>
                          <a:gd name="connsiteY3" fmla="*/ 53979 h 81768"/>
                          <a:gd name="connsiteX4" fmla="*/ 23310 w 46640"/>
                          <a:gd name="connsiteY4" fmla="*/ 60266 h 81768"/>
                          <a:gd name="connsiteX5" fmla="*/ 19786 w 46640"/>
                          <a:gd name="connsiteY5" fmla="*/ 67314 h 81768"/>
                          <a:gd name="connsiteX6" fmla="*/ 4260 w 46640"/>
                          <a:gd name="connsiteY6" fmla="*/ 80364 h 81768"/>
                          <a:gd name="connsiteX7" fmla="*/ 259 w 46640"/>
                          <a:gd name="connsiteY7" fmla="*/ 59790 h 81768"/>
                          <a:gd name="connsiteX8" fmla="*/ 1403 w 46640"/>
                          <a:gd name="connsiteY8" fmla="*/ 53217 h 81768"/>
                          <a:gd name="connsiteX9" fmla="*/ 3307 w 46640"/>
                          <a:gd name="connsiteY9" fmla="*/ 46169 h 81768"/>
                          <a:gd name="connsiteX10" fmla="*/ 7403 w 46640"/>
                          <a:gd name="connsiteY10" fmla="*/ 34834 h 81768"/>
                          <a:gd name="connsiteX11" fmla="*/ 24167 w 46640"/>
                          <a:gd name="connsiteY11" fmla="*/ 9498 h 81768"/>
                          <a:gd name="connsiteX12" fmla="*/ 45503 w 46640"/>
                          <a:gd name="connsiteY12" fmla="*/ 1592 h 81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46640" h="81768">
                            <a:moveTo>
                              <a:pt x="45503" y="1592"/>
                            </a:moveTo>
                            <a:cubicBezTo>
                              <a:pt x="48837" y="5497"/>
                              <a:pt x="44170" y="13022"/>
                              <a:pt x="40169" y="21118"/>
                            </a:cubicBezTo>
                            <a:cubicBezTo>
                              <a:pt x="35978" y="29024"/>
                              <a:pt x="32645" y="38358"/>
                              <a:pt x="30549" y="43787"/>
                            </a:cubicBezTo>
                            <a:cubicBezTo>
                              <a:pt x="29501" y="46359"/>
                              <a:pt x="28073" y="49979"/>
                              <a:pt x="26263" y="53979"/>
                            </a:cubicBezTo>
                            <a:cubicBezTo>
                              <a:pt x="25310" y="55980"/>
                              <a:pt x="24358" y="58075"/>
                              <a:pt x="23310" y="60266"/>
                            </a:cubicBezTo>
                            <a:cubicBezTo>
                              <a:pt x="22167" y="62552"/>
                              <a:pt x="20929" y="64933"/>
                              <a:pt x="19786" y="67314"/>
                            </a:cubicBezTo>
                            <a:cubicBezTo>
                              <a:pt x="14261" y="78459"/>
                              <a:pt x="8546" y="84745"/>
                              <a:pt x="4260" y="80364"/>
                            </a:cubicBezTo>
                            <a:cubicBezTo>
                              <a:pt x="-26" y="75887"/>
                              <a:pt x="-407" y="67028"/>
                              <a:pt x="259" y="59790"/>
                            </a:cubicBezTo>
                            <a:cubicBezTo>
                              <a:pt x="355" y="58170"/>
                              <a:pt x="831" y="55694"/>
                              <a:pt x="1403" y="53217"/>
                            </a:cubicBezTo>
                            <a:cubicBezTo>
                              <a:pt x="1974" y="50836"/>
                              <a:pt x="2641" y="48360"/>
                              <a:pt x="3307" y="46169"/>
                            </a:cubicBezTo>
                            <a:cubicBezTo>
                              <a:pt x="4641" y="41597"/>
                              <a:pt x="6165" y="37596"/>
                              <a:pt x="7403" y="34834"/>
                            </a:cubicBezTo>
                            <a:cubicBezTo>
                              <a:pt x="9689" y="29595"/>
                              <a:pt x="15404" y="17499"/>
                              <a:pt x="24167" y="9498"/>
                            </a:cubicBezTo>
                            <a:cubicBezTo>
                              <a:pt x="32740" y="1211"/>
                              <a:pt x="42265" y="-2314"/>
                              <a:pt x="45503" y="159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31" name="Forme libre : forme 13030">
                        <a:extLst>
                          <a:ext uri="{FF2B5EF4-FFF2-40B4-BE49-F238E27FC236}">
                            <a16:creationId xmlns:a16="http://schemas.microsoft.com/office/drawing/2014/main" id="{74E8A69E-49B1-4C07-B89E-A1FCE6F8E4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29768" y="2654046"/>
                        <a:ext cx="36258" cy="54051"/>
                      </a:xfrm>
                      <a:custGeom>
                        <a:avLst/>
                        <a:gdLst>
                          <a:gd name="connsiteX0" fmla="*/ 254 w 36258"/>
                          <a:gd name="connsiteY0" fmla="*/ 31051 h 54051"/>
                          <a:gd name="connsiteX1" fmla="*/ 3683 w 36258"/>
                          <a:gd name="connsiteY1" fmla="*/ 53340 h 54051"/>
                          <a:gd name="connsiteX2" fmla="*/ 19304 w 36258"/>
                          <a:gd name="connsiteY2" fmla="*/ 39814 h 54051"/>
                          <a:gd name="connsiteX3" fmla="*/ 22733 w 36258"/>
                          <a:gd name="connsiteY3" fmla="*/ 33051 h 54051"/>
                          <a:gd name="connsiteX4" fmla="*/ 25591 w 36258"/>
                          <a:gd name="connsiteY4" fmla="*/ 26956 h 54051"/>
                          <a:gd name="connsiteX5" fmla="*/ 30353 w 36258"/>
                          <a:gd name="connsiteY5" fmla="*/ 15907 h 54051"/>
                          <a:gd name="connsiteX6" fmla="*/ 36259 w 36258"/>
                          <a:gd name="connsiteY6" fmla="*/ 0 h 54051"/>
                          <a:gd name="connsiteX7" fmla="*/ 31401 w 36258"/>
                          <a:gd name="connsiteY7" fmla="*/ 7525 h 54051"/>
                          <a:gd name="connsiteX8" fmla="*/ 254 w 36258"/>
                          <a:gd name="connsiteY8" fmla="*/ 31051 h 54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6258" h="54051">
                            <a:moveTo>
                              <a:pt x="254" y="31051"/>
                            </a:moveTo>
                            <a:cubicBezTo>
                              <a:pt x="826" y="35528"/>
                              <a:pt x="-2127" y="49244"/>
                              <a:pt x="3683" y="53340"/>
                            </a:cubicBezTo>
                            <a:cubicBezTo>
                              <a:pt x="8446" y="56197"/>
                              <a:pt x="13970" y="50197"/>
                              <a:pt x="19304" y="39814"/>
                            </a:cubicBezTo>
                            <a:cubicBezTo>
                              <a:pt x="20447" y="37528"/>
                              <a:pt x="21590" y="35242"/>
                              <a:pt x="22733" y="33051"/>
                            </a:cubicBezTo>
                            <a:cubicBezTo>
                              <a:pt x="23686" y="30956"/>
                              <a:pt x="24638" y="28956"/>
                              <a:pt x="25591" y="26956"/>
                            </a:cubicBezTo>
                            <a:cubicBezTo>
                              <a:pt x="27305" y="22955"/>
                              <a:pt x="28924" y="19145"/>
                              <a:pt x="30353" y="15907"/>
                            </a:cubicBezTo>
                            <a:cubicBezTo>
                              <a:pt x="31687" y="12382"/>
                              <a:pt x="34639" y="4381"/>
                              <a:pt x="36259" y="0"/>
                            </a:cubicBezTo>
                            <a:cubicBezTo>
                              <a:pt x="34925" y="2000"/>
                              <a:pt x="32925" y="5524"/>
                              <a:pt x="31401" y="7525"/>
                            </a:cubicBezTo>
                            <a:cubicBezTo>
                              <a:pt x="22352" y="18002"/>
                              <a:pt x="11970" y="34480"/>
                              <a:pt x="254" y="3105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32" name="Forme libre : forme 13031">
                        <a:extLst>
                          <a:ext uri="{FF2B5EF4-FFF2-40B4-BE49-F238E27FC236}">
                            <a16:creationId xmlns:a16="http://schemas.microsoft.com/office/drawing/2014/main" id="{05646270-849B-42B2-9CAF-005BC63E78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32924" y="2624814"/>
                        <a:ext cx="47645" cy="80269"/>
                      </a:xfrm>
                      <a:custGeom>
                        <a:avLst/>
                        <a:gdLst>
                          <a:gd name="connsiteX0" fmla="*/ 47199 w 47645"/>
                          <a:gd name="connsiteY0" fmla="*/ 2371 h 80269"/>
                          <a:gd name="connsiteX1" fmla="*/ 40532 w 47645"/>
                          <a:gd name="connsiteY1" fmla="*/ 22088 h 80269"/>
                          <a:gd name="connsiteX2" fmla="*/ 31102 w 47645"/>
                          <a:gd name="connsiteY2" fmla="*/ 43042 h 80269"/>
                          <a:gd name="connsiteX3" fmla="*/ 20625 w 47645"/>
                          <a:gd name="connsiteY3" fmla="*/ 65045 h 80269"/>
                          <a:gd name="connsiteX4" fmla="*/ 16529 w 47645"/>
                          <a:gd name="connsiteY4" fmla="*/ 71998 h 80269"/>
                          <a:gd name="connsiteX5" fmla="*/ 12243 w 47645"/>
                          <a:gd name="connsiteY5" fmla="*/ 77523 h 80269"/>
                          <a:gd name="connsiteX6" fmla="*/ 4432 w 47645"/>
                          <a:gd name="connsiteY6" fmla="*/ 79428 h 80269"/>
                          <a:gd name="connsiteX7" fmla="*/ 337 w 47645"/>
                          <a:gd name="connsiteY7" fmla="*/ 70760 h 80269"/>
                          <a:gd name="connsiteX8" fmla="*/ 527 w 47645"/>
                          <a:gd name="connsiteY8" fmla="*/ 58568 h 80269"/>
                          <a:gd name="connsiteX9" fmla="*/ 8242 w 47645"/>
                          <a:gd name="connsiteY9" fmla="*/ 33136 h 80269"/>
                          <a:gd name="connsiteX10" fmla="*/ 26340 w 47645"/>
                          <a:gd name="connsiteY10" fmla="*/ 8086 h 80269"/>
                          <a:gd name="connsiteX11" fmla="*/ 47199 w 47645"/>
                          <a:gd name="connsiteY11" fmla="*/ 2371 h 802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7645" h="80269">
                            <a:moveTo>
                              <a:pt x="47199" y="2371"/>
                            </a:moveTo>
                            <a:cubicBezTo>
                              <a:pt x="49104" y="7228"/>
                              <a:pt x="44532" y="14658"/>
                              <a:pt x="40532" y="22088"/>
                            </a:cubicBezTo>
                            <a:cubicBezTo>
                              <a:pt x="36531" y="29517"/>
                              <a:pt x="33198" y="37613"/>
                              <a:pt x="31102" y="43042"/>
                            </a:cubicBezTo>
                            <a:cubicBezTo>
                              <a:pt x="29007" y="48186"/>
                              <a:pt x="25197" y="57235"/>
                              <a:pt x="20625" y="65045"/>
                            </a:cubicBezTo>
                            <a:cubicBezTo>
                              <a:pt x="19577" y="66569"/>
                              <a:pt x="17862" y="69903"/>
                              <a:pt x="16529" y="71998"/>
                            </a:cubicBezTo>
                            <a:cubicBezTo>
                              <a:pt x="15100" y="74284"/>
                              <a:pt x="13671" y="76094"/>
                              <a:pt x="12243" y="77523"/>
                            </a:cubicBezTo>
                            <a:cubicBezTo>
                              <a:pt x="9480" y="80285"/>
                              <a:pt x="6813" y="81047"/>
                              <a:pt x="4432" y="79428"/>
                            </a:cubicBezTo>
                            <a:cubicBezTo>
                              <a:pt x="2051" y="77809"/>
                              <a:pt x="908" y="74475"/>
                              <a:pt x="337" y="70760"/>
                            </a:cubicBezTo>
                            <a:cubicBezTo>
                              <a:pt x="-140" y="66855"/>
                              <a:pt x="-140" y="63235"/>
                              <a:pt x="527" y="58568"/>
                            </a:cubicBezTo>
                            <a:cubicBezTo>
                              <a:pt x="2051" y="48948"/>
                              <a:pt x="5861" y="38185"/>
                              <a:pt x="8242" y="33136"/>
                            </a:cubicBezTo>
                            <a:cubicBezTo>
                              <a:pt x="10243" y="28279"/>
                              <a:pt x="16910" y="15610"/>
                              <a:pt x="26340" y="8086"/>
                            </a:cubicBezTo>
                            <a:cubicBezTo>
                              <a:pt x="35770" y="466"/>
                              <a:pt x="45295" y="-2487"/>
                              <a:pt x="47199" y="23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33" name="Forme libre : forme 13032">
                        <a:extLst>
                          <a:ext uri="{FF2B5EF4-FFF2-40B4-BE49-F238E27FC236}">
                            <a16:creationId xmlns:a16="http://schemas.microsoft.com/office/drawing/2014/main" id="{E291867B-B70B-4BAF-AD7A-1457697F52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11639" y="2650296"/>
                        <a:ext cx="64563" cy="99148"/>
                      </a:xfrm>
                      <a:custGeom>
                        <a:avLst/>
                        <a:gdLst>
                          <a:gd name="connsiteX0" fmla="*/ 1905 w 64563"/>
                          <a:gd name="connsiteY0" fmla="*/ 93951 h 99148"/>
                          <a:gd name="connsiteX1" fmla="*/ 14001 w 64563"/>
                          <a:gd name="connsiteY1" fmla="*/ 98714 h 99148"/>
                          <a:gd name="connsiteX2" fmla="*/ 32385 w 64563"/>
                          <a:gd name="connsiteY2" fmla="*/ 90713 h 99148"/>
                          <a:gd name="connsiteX3" fmla="*/ 51149 w 64563"/>
                          <a:gd name="connsiteY3" fmla="*/ 61852 h 99148"/>
                          <a:gd name="connsiteX4" fmla="*/ 54864 w 64563"/>
                          <a:gd name="connsiteY4" fmla="*/ 52518 h 99148"/>
                          <a:gd name="connsiteX5" fmla="*/ 57817 w 64563"/>
                          <a:gd name="connsiteY5" fmla="*/ 44612 h 99148"/>
                          <a:gd name="connsiteX6" fmla="*/ 61150 w 64563"/>
                          <a:gd name="connsiteY6" fmla="*/ 34516 h 99148"/>
                          <a:gd name="connsiteX7" fmla="*/ 64484 w 64563"/>
                          <a:gd name="connsiteY7" fmla="*/ 17371 h 99148"/>
                          <a:gd name="connsiteX8" fmla="*/ 58769 w 64563"/>
                          <a:gd name="connsiteY8" fmla="*/ 226 h 99148"/>
                          <a:gd name="connsiteX9" fmla="*/ 47530 w 64563"/>
                          <a:gd name="connsiteY9" fmla="*/ 7465 h 99148"/>
                          <a:gd name="connsiteX10" fmla="*/ 21145 w 64563"/>
                          <a:gd name="connsiteY10" fmla="*/ 37278 h 99148"/>
                          <a:gd name="connsiteX11" fmla="*/ 9334 w 64563"/>
                          <a:gd name="connsiteY11" fmla="*/ 43850 h 99148"/>
                          <a:gd name="connsiteX12" fmla="*/ 2572 w 64563"/>
                          <a:gd name="connsiteY12" fmla="*/ 51280 h 99148"/>
                          <a:gd name="connsiteX13" fmla="*/ 476 w 64563"/>
                          <a:gd name="connsiteY13" fmla="*/ 71377 h 99148"/>
                          <a:gd name="connsiteX14" fmla="*/ 0 w 64563"/>
                          <a:gd name="connsiteY14" fmla="*/ 83855 h 99148"/>
                          <a:gd name="connsiteX15" fmla="*/ 476 w 64563"/>
                          <a:gd name="connsiteY15" fmla="*/ 89856 h 99148"/>
                          <a:gd name="connsiteX16" fmla="*/ 1048 w 64563"/>
                          <a:gd name="connsiteY16" fmla="*/ 92618 h 99148"/>
                          <a:gd name="connsiteX17" fmla="*/ 1905 w 64563"/>
                          <a:gd name="connsiteY17" fmla="*/ 93951 h 991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64563" h="99148">
                            <a:moveTo>
                              <a:pt x="1905" y="93951"/>
                            </a:moveTo>
                            <a:cubicBezTo>
                              <a:pt x="5048" y="98905"/>
                              <a:pt x="7715" y="99857"/>
                              <a:pt x="14001" y="98714"/>
                            </a:cubicBezTo>
                            <a:cubicBezTo>
                              <a:pt x="20098" y="97666"/>
                              <a:pt x="26003" y="95952"/>
                              <a:pt x="32385" y="90713"/>
                            </a:cubicBezTo>
                            <a:cubicBezTo>
                              <a:pt x="38862" y="85760"/>
                              <a:pt x="44958" y="76140"/>
                              <a:pt x="51149" y="61852"/>
                            </a:cubicBezTo>
                            <a:cubicBezTo>
                              <a:pt x="52388" y="58709"/>
                              <a:pt x="53626" y="55661"/>
                              <a:pt x="54864" y="52518"/>
                            </a:cubicBezTo>
                            <a:lnTo>
                              <a:pt x="57817" y="44612"/>
                            </a:lnTo>
                            <a:cubicBezTo>
                              <a:pt x="59055" y="41088"/>
                              <a:pt x="60198" y="37945"/>
                              <a:pt x="61150" y="34516"/>
                            </a:cubicBezTo>
                            <a:cubicBezTo>
                              <a:pt x="63055" y="28229"/>
                              <a:pt x="64103" y="22038"/>
                              <a:pt x="64484" y="17371"/>
                            </a:cubicBezTo>
                            <a:cubicBezTo>
                              <a:pt x="64770" y="10513"/>
                              <a:pt x="64579" y="2607"/>
                              <a:pt x="58769" y="226"/>
                            </a:cubicBezTo>
                            <a:cubicBezTo>
                              <a:pt x="55054" y="-1108"/>
                              <a:pt x="51340" y="3750"/>
                              <a:pt x="47530" y="7465"/>
                            </a:cubicBezTo>
                            <a:cubicBezTo>
                              <a:pt x="38576" y="16323"/>
                              <a:pt x="31242" y="28134"/>
                              <a:pt x="21145" y="37278"/>
                            </a:cubicBezTo>
                            <a:cubicBezTo>
                              <a:pt x="17050" y="40612"/>
                              <a:pt x="12668" y="42422"/>
                              <a:pt x="9334" y="43850"/>
                            </a:cubicBezTo>
                            <a:cubicBezTo>
                              <a:pt x="5905" y="45374"/>
                              <a:pt x="3715" y="46326"/>
                              <a:pt x="2572" y="51280"/>
                            </a:cubicBezTo>
                            <a:cubicBezTo>
                              <a:pt x="1619" y="55661"/>
                              <a:pt x="1143" y="62995"/>
                              <a:pt x="476" y="71377"/>
                            </a:cubicBezTo>
                            <a:cubicBezTo>
                              <a:pt x="95" y="75378"/>
                              <a:pt x="0" y="79950"/>
                              <a:pt x="0" y="83855"/>
                            </a:cubicBezTo>
                            <a:cubicBezTo>
                              <a:pt x="0" y="85855"/>
                              <a:pt x="190" y="87856"/>
                              <a:pt x="476" y="89856"/>
                            </a:cubicBezTo>
                            <a:cubicBezTo>
                              <a:pt x="667" y="90808"/>
                              <a:pt x="857" y="91951"/>
                              <a:pt x="1048" y="92618"/>
                            </a:cubicBezTo>
                            <a:cubicBezTo>
                              <a:pt x="1429" y="92999"/>
                              <a:pt x="1619" y="93475"/>
                              <a:pt x="1905" y="9395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34" name="Forme libre : forme 13033">
                        <a:extLst>
                          <a:ext uri="{FF2B5EF4-FFF2-40B4-BE49-F238E27FC236}">
                            <a16:creationId xmlns:a16="http://schemas.microsoft.com/office/drawing/2014/main" id="{37632A57-8B78-4CDF-A4D3-1B0E6C73CB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18831" y="2683730"/>
                        <a:ext cx="8484" cy="30847"/>
                      </a:xfrm>
                      <a:custGeom>
                        <a:avLst/>
                        <a:gdLst>
                          <a:gd name="connsiteX0" fmla="*/ 714 w 8484"/>
                          <a:gd name="connsiteY0" fmla="*/ 23656 h 30847"/>
                          <a:gd name="connsiteX1" fmla="*/ 1381 w 8484"/>
                          <a:gd name="connsiteY1" fmla="*/ 29181 h 30847"/>
                          <a:gd name="connsiteX2" fmla="*/ 3666 w 8484"/>
                          <a:gd name="connsiteY2" fmla="*/ 30228 h 30847"/>
                          <a:gd name="connsiteX3" fmla="*/ 5762 w 8484"/>
                          <a:gd name="connsiteY3" fmla="*/ 25180 h 30847"/>
                          <a:gd name="connsiteX4" fmla="*/ 8334 w 8484"/>
                          <a:gd name="connsiteY4" fmla="*/ 10892 h 30847"/>
                          <a:gd name="connsiteX5" fmla="*/ 8334 w 8484"/>
                          <a:gd name="connsiteY5" fmla="*/ 5749 h 30847"/>
                          <a:gd name="connsiteX6" fmla="*/ 333 w 8484"/>
                          <a:gd name="connsiteY6" fmla="*/ 3177 h 30847"/>
                          <a:gd name="connsiteX7" fmla="*/ 714 w 8484"/>
                          <a:gd name="connsiteY7" fmla="*/ 23656 h 308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484" h="30847">
                            <a:moveTo>
                              <a:pt x="714" y="23656"/>
                            </a:moveTo>
                            <a:cubicBezTo>
                              <a:pt x="809" y="25656"/>
                              <a:pt x="809" y="27275"/>
                              <a:pt x="1381" y="29181"/>
                            </a:cubicBezTo>
                            <a:cubicBezTo>
                              <a:pt x="1952" y="31181"/>
                              <a:pt x="2905" y="31181"/>
                              <a:pt x="3666" y="30228"/>
                            </a:cubicBezTo>
                            <a:cubicBezTo>
                              <a:pt x="4524" y="29276"/>
                              <a:pt x="5286" y="26990"/>
                              <a:pt x="5762" y="25180"/>
                            </a:cubicBezTo>
                            <a:cubicBezTo>
                              <a:pt x="7000" y="20417"/>
                              <a:pt x="7953" y="15369"/>
                              <a:pt x="8334" y="10892"/>
                            </a:cubicBezTo>
                            <a:cubicBezTo>
                              <a:pt x="8429" y="9083"/>
                              <a:pt x="8619" y="7368"/>
                              <a:pt x="8334" y="5749"/>
                            </a:cubicBezTo>
                            <a:cubicBezTo>
                              <a:pt x="6810" y="-823"/>
                              <a:pt x="1285" y="-1871"/>
                              <a:pt x="333" y="3177"/>
                            </a:cubicBezTo>
                            <a:cubicBezTo>
                              <a:pt x="-525" y="7273"/>
                              <a:pt x="523" y="15179"/>
                              <a:pt x="714" y="2365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35" name="Forme libre : forme 13034">
                        <a:extLst>
                          <a:ext uri="{FF2B5EF4-FFF2-40B4-BE49-F238E27FC236}">
                            <a16:creationId xmlns:a16="http://schemas.microsoft.com/office/drawing/2014/main" id="{F35F35B9-CC60-48B2-BFA7-CCC8330530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86600" y="2613374"/>
                        <a:ext cx="17785" cy="51816"/>
                      </a:xfrm>
                      <a:custGeom>
                        <a:avLst/>
                        <a:gdLst>
                          <a:gd name="connsiteX0" fmla="*/ 17526 w 17785"/>
                          <a:gd name="connsiteY0" fmla="*/ 0 h 51816"/>
                          <a:gd name="connsiteX1" fmla="*/ 8096 w 17785"/>
                          <a:gd name="connsiteY1" fmla="*/ 28766 h 51816"/>
                          <a:gd name="connsiteX2" fmla="*/ 0 w 17785"/>
                          <a:gd name="connsiteY2" fmla="*/ 51816 h 51816"/>
                          <a:gd name="connsiteX3" fmla="*/ 5905 w 17785"/>
                          <a:gd name="connsiteY3" fmla="*/ 28480 h 51816"/>
                          <a:gd name="connsiteX4" fmla="*/ 17526 w 17785"/>
                          <a:gd name="connsiteY4" fmla="*/ 0 h 5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785" h="51816">
                            <a:moveTo>
                              <a:pt x="17526" y="0"/>
                            </a:moveTo>
                            <a:cubicBezTo>
                              <a:pt x="19145" y="8287"/>
                              <a:pt x="12859" y="19526"/>
                              <a:pt x="8096" y="28766"/>
                            </a:cubicBezTo>
                            <a:cubicBezTo>
                              <a:pt x="3048" y="38195"/>
                              <a:pt x="571" y="46101"/>
                              <a:pt x="0" y="51816"/>
                            </a:cubicBezTo>
                            <a:cubicBezTo>
                              <a:pt x="571" y="45529"/>
                              <a:pt x="2191" y="37719"/>
                              <a:pt x="5905" y="28480"/>
                            </a:cubicBezTo>
                            <a:cubicBezTo>
                              <a:pt x="9620" y="19431"/>
                              <a:pt x="15049" y="9335"/>
                              <a:pt x="1752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36" name="Forme libre : forme 13035">
                        <a:extLst>
                          <a:ext uri="{FF2B5EF4-FFF2-40B4-BE49-F238E27FC236}">
                            <a16:creationId xmlns:a16="http://schemas.microsoft.com/office/drawing/2014/main" id="{4A255619-F6F3-4F6A-B02D-F66A7194B9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96779" y="2677572"/>
                        <a:ext cx="11538" cy="44005"/>
                      </a:xfrm>
                      <a:custGeom>
                        <a:avLst/>
                        <a:gdLst>
                          <a:gd name="connsiteX0" fmla="*/ 8192 w 11538"/>
                          <a:gd name="connsiteY0" fmla="*/ 0 h 44005"/>
                          <a:gd name="connsiteX1" fmla="*/ 10859 w 11538"/>
                          <a:gd name="connsiteY1" fmla="*/ 16383 h 44005"/>
                          <a:gd name="connsiteX2" fmla="*/ 7906 w 11538"/>
                          <a:gd name="connsiteY2" fmla="*/ 32099 h 44005"/>
                          <a:gd name="connsiteX3" fmla="*/ 0 w 11538"/>
                          <a:gd name="connsiteY3" fmla="*/ 44006 h 44005"/>
                          <a:gd name="connsiteX4" fmla="*/ 7906 w 11538"/>
                          <a:gd name="connsiteY4" fmla="*/ 32861 h 44005"/>
                          <a:gd name="connsiteX5" fmla="*/ 11525 w 11538"/>
                          <a:gd name="connsiteY5" fmla="*/ 17907 h 44005"/>
                          <a:gd name="connsiteX6" fmla="*/ 8192 w 11538"/>
                          <a:gd name="connsiteY6" fmla="*/ 0 h 440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538" h="44005">
                            <a:moveTo>
                              <a:pt x="8192" y="0"/>
                            </a:moveTo>
                            <a:cubicBezTo>
                              <a:pt x="8573" y="1524"/>
                              <a:pt x="10668" y="6382"/>
                              <a:pt x="10859" y="16383"/>
                            </a:cubicBezTo>
                            <a:cubicBezTo>
                              <a:pt x="10954" y="21241"/>
                              <a:pt x="10097" y="27432"/>
                              <a:pt x="7906" y="32099"/>
                            </a:cubicBezTo>
                            <a:cubicBezTo>
                              <a:pt x="5906" y="36671"/>
                              <a:pt x="2953" y="40958"/>
                              <a:pt x="0" y="44006"/>
                            </a:cubicBezTo>
                            <a:cubicBezTo>
                              <a:pt x="2762" y="40767"/>
                              <a:pt x="5715" y="36957"/>
                              <a:pt x="7906" y="32861"/>
                            </a:cubicBezTo>
                            <a:cubicBezTo>
                              <a:pt x="10287" y="28670"/>
                              <a:pt x="11430" y="22670"/>
                              <a:pt x="11525" y="17907"/>
                            </a:cubicBezTo>
                            <a:cubicBezTo>
                              <a:pt x="11716" y="8192"/>
                              <a:pt x="9811" y="2572"/>
                              <a:pt x="819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37" name="Forme libre : forme 13036">
                        <a:extLst>
                          <a:ext uri="{FF2B5EF4-FFF2-40B4-BE49-F238E27FC236}">
                            <a16:creationId xmlns:a16="http://schemas.microsoft.com/office/drawing/2014/main" id="{8DD103CF-6D85-40D1-950F-6C32334A45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38159" y="2640051"/>
                        <a:ext cx="20063" cy="29900"/>
                      </a:xfrm>
                      <a:custGeom>
                        <a:avLst/>
                        <a:gdLst>
                          <a:gd name="connsiteX0" fmla="*/ 19866 w 20063"/>
                          <a:gd name="connsiteY0" fmla="*/ 946 h 29900"/>
                          <a:gd name="connsiteX1" fmla="*/ 16628 w 20063"/>
                          <a:gd name="connsiteY1" fmla="*/ 9899 h 29900"/>
                          <a:gd name="connsiteX2" fmla="*/ 11103 w 20063"/>
                          <a:gd name="connsiteY2" fmla="*/ 18948 h 29900"/>
                          <a:gd name="connsiteX3" fmla="*/ 625 w 20063"/>
                          <a:gd name="connsiteY3" fmla="*/ 29140 h 29900"/>
                          <a:gd name="connsiteX4" fmla="*/ 7007 w 20063"/>
                          <a:gd name="connsiteY4" fmla="*/ 10756 h 29900"/>
                          <a:gd name="connsiteX5" fmla="*/ 13675 w 20063"/>
                          <a:gd name="connsiteY5" fmla="*/ 2851 h 29900"/>
                          <a:gd name="connsiteX6" fmla="*/ 19866 w 20063"/>
                          <a:gd name="connsiteY6" fmla="*/ 946 h 299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063" h="29900">
                            <a:moveTo>
                              <a:pt x="19866" y="946"/>
                            </a:moveTo>
                            <a:cubicBezTo>
                              <a:pt x="20723" y="3041"/>
                              <a:pt x="18628" y="6280"/>
                              <a:pt x="16628" y="9899"/>
                            </a:cubicBezTo>
                            <a:cubicBezTo>
                              <a:pt x="14532" y="13423"/>
                              <a:pt x="12246" y="17138"/>
                              <a:pt x="11103" y="18948"/>
                            </a:cubicBezTo>
                            <a:cubicBezTo>
                              <a:pt x="8912" y="22472"/>
                              <a:pt x="3102" y="32759"/>
                              <a:pt x="625" y="29140"/>
                            </a:cubicBezTo>
                            <a:cubicBezTo>
                              <a:pt x="-2042" y="25520"/>
                              <a:pt x="4531" y="14185"/>
                              <a:pt x="7007" y="10756"/>
                            </a:cubicBezTo>
                            <a:cubicBezTo>
                              <a:pt x="8055" y="9042"/>
                              <a:pt x="10913" y="5327"/>
                              <a:pt x="13675" y="2851"/>
                            </a:cubicBezTo>
                            <a:cubicBezTo>
                              <a:pt x="16532" y="374"/>
                              <a:pt x="19104" y="-1055"/>
                              <a:pt x="19866" y="94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38" name="Forme libre : forme 13037">
                        <a:extLst>
                          <a:ext uri="{FF2B5EF4-FFF2-40B4-BE49-F238E27FC236}">
                            <a16:creationId xmlns:a16="http://schemas.microsoft.com/office/drawing/2014/main" id="{FC1E0C18-4CE1-4559-997D-A44E625CD9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54266" y="2636125"/>
                        <a:ext cx="6858" cy="7977"/>
                      </a:xfrm>
                      <a:custGeom>
                        <a:avLst/>
                        <a:gdLst>
                          <a:gd name="connsiteX0" fmla="*/ 6427 w 6858"/>
                          <a:gd name="connsiteY0" fmla="*/ 108 h 7977"/>
                          <a:gd name="connsiteX1" fmla="*/ 4903 w 6858"/>
                          <a:gd name="connsiteY1" fmla="*/ 4585 h 7977"/>
                          <a:gd name="connsiteX2" fmla="*/ 521 w 6858"/>
                          <a:gd name="connsiteY2" fmla="*/ 7919 h 7977"/>
                          <a:gd name="connsiteX3" fmla="*/ 1759 w 6858"/>
                          <a:gd name="connsiteY3" fmla="*/ 3347 h 7977"/>
                          <a:gd name="connsiteX4" fmla="*/ 6427 w 6858"/>
                          <a:gd name="connsiteY4" fmla="*/ 108 h 79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858" h="7977">
                            <a:moveTo>
                              <a:pt x="6427" y="108"/>
                            </a:moveTo>
                            <a:cubicBezTo>
                              <a:pt x="7665" y="775"/>
                              <a:pt x="5950" y="3347"/>
                              <a:pt x="4903" y="4585"/>
                            </a:cubicBezTo>
                            <a:cubicBezTo>
                              <a:pt x="3855" y="5823"/>
                              <a:pt x="1855" y="8395"/>
                              <a:pt x="521" y="7919"/>
                            </a:cubicBezTo>
                            <a:cubicBezTo>
                              <a:pt x="-812" y="7443"/>
                              <a:pt x="712" y="4680"/>
                              <a:pt x="1759" y="3347"/>
                            </a:cubicBezTo>
                            <a:cubicBezTo>
                              <a:pt x="2712" y="2014"/>
                              <a:pt x="5188" y="-558"/>
                              <a:pt x="6427" y="10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39" name="Forme libre : forme 13038">
                        <a:extLst>
                          <a:ext uri="{FF2B5EF4-FFF2-40B4-BE49-F238E27FC236}">
                            <a16:creationId xmlns:a16="http://schemas.microsoft.com/office/drawing/2014/main" id="{37AAA232-CC1F-4B09-9338-437A3717F3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17772" y="2607587"/>
                        <a:ext cx="79237" cy="55580"/>
                      </a:xfrm>
                      <a:custGeom>
                        <a:avLst/>
                        <a:gdLst>
                          <a:gd name="connsiteX0" fmla="*/ 52255 w 79237"/>
                          <a:gd name="connsiteY0" fmla="*/ 1310 h 55580"/>
                          <a:gd name="connsiteX1" fmla="*/ 77305 w 79237"/>
                          <a:gd name="connsiteY1" fmla="*/ 1692 h 55580"/>
                          <a:gd name="connsiteX2" fmla="*/ 76067 w 79237"/>
                          <a:gd name="connsiteY2" fmla="*/ 9788 h 55580"/>
                          <a:gd name="connsiteX3" fmla="*/ 65971 w 79237"/>
                          <a:gd name="connsiteY3" fmla="*/ 12645 h 55580"/>
                          <a:gd name="connsiteX4" fmla="*/ 33871 w 79237"/>
                          <a:gd name="connsiteY4" fmla="*/ 23599 h 55580"/>
                          <a:gd name="connsiteX5" fmla="*/ 15107 w 79237"/>
                          <a:gd name="connsiteY5" fmla="*/ 43792 h 55580"/>
                          <a:gd name="connsiteX6" fmla="*/ 915 w 79237"/>
                          <a:gd name="connsiteY6" fmla="*/ 54079 h 55580"/>
                          <a:gd name="connsiteX7" fmla="*/ 6725 w 79237"/>
                          <a:gd name="connsiteY7" fmla="*/ 30267 h 55580"/>
                          <a:gd name="connsiteX8" fmla="*/ 27585 w 79237"/>
                          <a:gd name="connsiteY8" fmla="*/ 8168 h 55580"/>
                          <a:gd name="connsiteX9" fmla="*/ 52255 w 79237"/>
                          <a:gd name="connsiteY9" fmla="*/ 1310 h 555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9237" h="55580">
                            <a:moveTo>
                              <a:pt x="52255" y="1310"/>
                            </a:moveTo>
                            <a:cubicBezTo>
                              <a:pt x="62732" y="-404"/>
                              <a:pt x="69304" y="-594"/>
                              <a:pt x="77305" y="1692"/>
                            </a:cubicBezTo>
                            <a:cubicBezTo>
                              <a:pt x="80353" y="2549"/>
                              <a:pt x="79687" y="7121"/>
                              <a:pt x="76067" y="9788"/>
                            </a:cubicBezTo>
                            <a:cubicBezTo>
                              <a:pt x="72543" y="12359"/>
                              <a:pt x="69304" y="12455"/>
                              <a:pt x="65971" y="12645"/>
                            </a:cubicBezTo>
                            <a:cubicBezTo>
                              <a:pt x="55684" y="13312"/>
                              <a:pt x="44920" y="16265"/>
                              <a:pt x="33871" y="23599"/>
                            </a:cubicBezTo>
                            <a:cubicBezTo>
                              <a:pt x="30347" y="25504"/>
                              <a:pt x="21298" y="35219"/>
                              <a:pt x="15107" y="43792"/>
                            </a:cubicBezTo>
                            <a:cubicBezTo>
                              <a:pt x="8726" y="52079"/>
                              <a:pt x="3392" y="58651"/>
                              <a:pt x="915" y="54079"/>
                            </a:cubicBezTo>
                            <a:cubicBezTo>
                              <a:pt x="-1466" y="49412"/>
                              <a:pt x="915" y="40173"/>
                              <a:pt x="6725" y="30267"/>
                            </a:cubicBezTo>
                            <a:cubicBezTo>
                              <a:pt x="12631" y="19884"/>
                              <a:pt x="22346" y="11217"/>
                              <a:pt x="27585" y="8168"/>
                            </a:cubicBezTo>
                            <a:cubicBezTo>
                              <a:pt x="38158" y="1692"/>
                              <a:pt x="44349" y="2834"/>
                              <a:pt x="52255" y="131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3002" name="Graphique 1">
                      <a:extLst>
                        <a:ext uri="{FF2B5EF4-FFF2-40B4-BE49-F238E27FC236}">
                          <a16:creationId xmlns:a16="http://schemas.microsoft.com/office/drawing/2014/main" id="{45B8EDD3-7D0C-430F-B092-83FC9CC0B8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95660" y="2481578"/>
                      <a:ext cx="169306" cy="126859"/>
                      <a:chOff x="2495660" y="2481578"/>
                      <a:chExt cx="169306" cy="126859"/>
                    </a:xfrm>
                    <a:solidFill>
                      <a:schemeClr val="accent1"/>
                    </a:solidFill>
                  </p:grpSpPr>
                  <p:sp>
                    <p:nvSpPr>
                      <p:cNvPr id="13016" name="Forme libre : forme 13015">
                        <a:extLst>
                          <a:ext uri="{FF2B5EF4-FFF2-40B4-BE49-F238E27FC236}">
                            <a16:creationId xmlns:a16="http://schemas.microsoft.com/office/drawing/2014/main" id="{58FCA837-722E-42D1-A03F-C05416C988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95660" y="2481578"/>
                        <a:ext cx="169306" cy="126736"/>
                      </a:xfrm>
                      <a:custGeom>
                        <a:avLst/>
                        <a:gdLst>
                          <a:gd name="connsiteX0" fmla="*/ 130862 w 169306"/>
                          <a:gd name="connsiteY0" fmla="*/ 74645 h 126736"/>
                          <a:gd name="connsiteX1" fmla="*/ 78475 w 169306"/>
                          <a:gd name="connsiteY1" fmla="*/ 109697 h 126736"/>
                          <a:gd name="connsiteX2" fmla="*/ 46947 w 169306"/>
                          <a:gd name="connsiteY2" fmla="*/ 123033 h 126736"/>
                          <a:gd name="connsiteX3" fmla="*/ 40184 w 169306"/>
                          <a:gd name="connsiteY3" fmla="*/ 123890 h 126736"/>
                          <a:gd name="connsiteX4" fmla="*/ 33612 w 169306"/>
                          <a:gd name="connsiteY4" fmla="*/ 123985 h 126736"/>
                          <a:gd name="connsiteX5" fmla="*/ 27706 w 169306"/>
                          <a:gd name="connsiteY5" fmla="*/ 123033 h 126736"/>
                          <a:gd name="connsiteX6" fmla="*/ 18277 w 169306"/>
                          <a:gd name="connsiteY6" fmla="*/ 126557 h 126736"/>
                          <a:gd name="connsiteX7" fmla="*/ 1894 w 169306"/>
                          <a:gd name="connsiteY7" fmla="*/ 112555 h 126736"/>
                          <a:gd name="connsiteX8" fmla="*/ 751 w 169306"/>
                          <a:gd name="connsiteY8" fmla="*/ 109507 h 126736"/>
                          <a:gd name="connsiteX9" fmla="*/ 179 w 169306"/>
                          <a:gd name="connsiteY9" fmla="*/ 105792 h 126736"/>
                          <a:gd name="connsiteX10" fmla="*/ 1227 w 169306"/>
                          <a:gd name="connsiteY10" fmla="*/ 100077 h 126736"/>
                          <a:gd name="connsiteX11" fmla="*/ 2656 w 169306"/>
                          <a:gd name="connsiteY11" fmla="*/ 94743 h 126736"/>
                          <a:gd name="connsiteX12" fmla="*/ 5799 w 169306"/>
                          <a:gd name="connsiteY12" fmla="*/ 85599 h 126736"/>
                          <a:gd name="connsiteX13" fmla="*/ 9799 w 169306"/>
                          <a:gd name="connsiteY13" fmla="*/ 77312 h 126736"/>
                          <a:gd name="connsiteX14" fmla="*/ 35803 w 169306"/>
                          <a:gd name="connsiteY14" fmla="*/ 47213 h 126736"/>
                          <a:gd name="connsiteX15" fmla="*/ 89047 w 169306"/>
                          <a:gd name="connsiteY15" fmla="*/ 11780 h 126736"/>
                          <a:gd name="connsiteX16" fmla="*/ 157151 w 169306"/>
                          <a:gd name="connsiteY16" fmla="*/ 4161 h 126736"/>
                          <a:gd name="connsiteX17" fmla="*/ 168962 w 169306"/>
                          <a:gd name="connsiteY17" fmla="*/ 21591 h 126736"/>
                          <a:gd name="connsiteX18" fmla="*/ 130862 w 169306"/>
                          <a:gd name="connsiteY18" fmla="*/ 74645 h 1267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69306" h="126736">
                            <a:moveTo>
                              <a:pt x="130862" y="74645"/>
                            </a:moveTo>
                            <a:cubicBezTo>
                              <a:pt x="118575" y="83313"/>
                              <a:pt x="91238" y="101411"/>
                              <a:pt x="78475" y="109697"/>
                            </a:cubicBezTo>
                            <a:cubicBezTo>
                              <a:pt x="66569" y="117318"/>
                              <a:pt x="55996" y="121413"/>
                              <a:pt x="46947" y="123033"/>
                            </a:cubicBezTo>
                            <a:cubicBezTo>
                              <a:pt x="44470" y="123509"/>
                              <a:pt x="42185" y="123795"/>
                              <a:pt x="40184" y="123890"/>
                            </a:cubicBezTo>
                            <a:cubicBezTo>
                              <a:pt x="38184" y="123985"/>
                              <a:pt x="35517" y="124176"/>
                              <a:pt x="33612" y="123985"/>
                            </a:cubicBezTo>
                            <a:cubicBezTo>
                              <a:pt x="31993" y="123604"/>
                              <a:pt x="30088" y="122937"/>
                              <a:pt x="27706" y="123033"/>
                            </a:cubicBezTo>
                            <a:cubicBezTo>
                              <a:pt x="24563" y="124652"/>
                              <a:pt x="21515" y="125985"/>
                              <a:pt x="18277" y="126557"/>
                            </a:cubicBezTo>
                            <a:cubicBezTo>
                              <a:pt x="9323" y="128176"/>
                              <a:pt x="3608" y="118461"/>
                              <a:pt x="1894" y="112555"/>
                            </a:cubicBezTo>
                            <a:cubicBezTo>
                              <a:pt x="1703" y="111507"/>
                              <a:pt x="1132" y="110460"/>
                              <a:pt x="751" y="109507"/>
                            </a:cubicBezTo>
                            <a:cubicBezTo>
                              <a:pt x="274" y="108650"/>
                              <a:pt x="-297" y="108078"/>
                              <a:pt x="179" y="105792"/>
                            </a:cubicBezTo>
                            <a:cubicBezTo>
                              <a:pt x="465" y="103983"/>
                              <a:pt x="751" y="102078"/>
                              <a:pt x="1227" y="100077"/>
                            </a:cubicBezTo>
                            <a:cubicBezTo>
                              <a:pt x="1703" y="98268"/>
                              <a:pt x="2179" y="96458"/>
                              <a:pt x="2656" y="94743"/>
                            </a:cubicBezTo>
                            <a:cubicBezTo>
                              <a:pt x="3513" y="91791"/>
                              <a:pt x="4561" y="88743"/>
                              <a:pt x="5799" y="85599"/>
                            </a:cubicBezTo>
                            <a:cubicBezTo>
                              <a:pt x="7037" y="82551"/>
                              <a:pt x="8275" y="80075"/>
                              <a:pt x="9799" y="77312"/>
                            </a:cubicBezTo>
                            <a:cubicBezTo>
                              <a:pt x="15800" y="66359"/>
                              <a:pt x="24087" y="56738"/>
                              <a:pt x="35803" y="47213"/>
                            </a:cubicBezTo>
                            <a:cubicBezTo>
                              <a:pt x="48280" y="36927"/>
                              <a:pt x="74760" y="19591"/>
                              <a:pt x="89047" y="11780"/>
                            </a:cubicBezTo>
                            <a:cubicBezTo>
                              <a:pt x="115527" y="-3079"/>
                              <a:pt x="135720" y="-1745"/>
                              <a:pt x="157151" y="4161"/>
                            </a:cubicBezTo>
                            <a:cubicBezTo>
                              <a:pt x="164581" y="6161"/>
                              <a:pt x="170867" y="14638"/>
                              <a:pt x="168962" y="21591"/>
                            </a:cubicBezTo>
                            <a:cubicBezTo>
                              <a:pt x="163342" y="41975"/>
                              <a:pt x="153817" y="58453"/>
                              <a:pt x="130862" y="7464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17" name="Forme libre : forme 13016">
                        <a:extLst>
                          <a:ext uri="{FF2B5EF4-FFF2-40B4-BE49-F238E27FC236}">
                            <a16:creationId xmlns:a16="http://schemas.microsoft.com/office/drawing/2014/main" id="{D8C0B421-3568-48D7-A7FB-DD467D6AF9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04507" y="2502789"/>
                        <a:ext cx="160115" cy="105649"/>
                      </a:xfrm>
                      <a:custGeom>
                        <a:avLst/>
                        <a:gdLst>
                          <a:gd name="connsiteX0" fmla="*/ 61913 w 160115"/>
                          <a:gd name="connsiteY0" fmla="*/ 60865 h 105649"/>
                          <a:gd name="connsiteX1" fmla="*/ 30289 w 160115"/>
                          <a:gd name="connsiteY1" fmla="*/ 84106 h 105649"/>
                          <a:gd name="connsiteX2" fmla="*/ 22479 w 160115"/>
                          <a:gd name="connsiteY2" fmla="*/ 89059 h 105649"/>
                          <a:gd name="connsiteX3" fmla="*/ 15049 w 160115"/>
                          <a:gd name="connsiteY3" fmla="*/ 93631 h 105649"/>
                          <a:gd name="connsiteX4" fmla="*/ 8191 w 160115"/>
                          <a:gd name="connsiteY4" fmla="*/ 98203 h 105649"/>
                          <a:gd name="connsiteX5" fmla="*/ 0 w 160115"/>
                          <a:gd name="connsiteY5" fmla="*/ 102679 h 105649"/>
                          <a:gd name="connsiteX6" fmla="*/ 9239 w 160115"/>
                          <a:gd name="connsiteY6" fmla="*/ 105442 h 105649"/>
                          <a:gd name="connsiteX7" fmla="*/ 15716 w 160115"/>
                          <a:gd name="connsiteY7" fmla="*/ 103346 h 105649"/>
                          <a:gd name="connsiteX8" fmla="*/ 18955 w 160115"/>
                          <a:gd name="connsiteY8" fmla="*/ 101727 h 105649"/>
                          <a:gd name="connsiteX9" fmla="*/ 21241 w 160115"/>
                          <a:gd name="connsiteY9" fmla="*/ 101917 h 105649"/>
                          <a:gd name="connsiteX10" fmla="*/ 48101 w 160115"/>
                          <a:gd name="connsiteY10" fmla="*/ 99060 h 105649"/>
                          <a:gd name="connsiteX11" fmla="*/ 69532 w 160115"/>
                          <a:gd name="connsiteY11" fmla="*/ 88392 h 105649"/>
                          <a:gd name="connsiteX12" fmla="*/ 78009 w 160115"/>
                          <a:gd name="connsiteY12" fmla="*/ 82963 h 105649"/>
                          <a:gd name="connsiteX13" fmla="*/ 118110 w 160115"/>
                          <a:gd name="connsiteY13" fmla="*/ 56007 h 105649"/>
                          <a:gd name="connsiteX14" fmla="*/ 121920 w 160115"/>
                          <a:gd name="connsiteY14" fmla="*/ 53245 h 105649"/>
                          <a:gd name="connsiteX15" fmla="*/ 141637 w 160115"/>
                          <a:gd name="connsiteY15" fmla="*/ 35719 h 105649"/>
                          <a:gd name="connsiteX16" fmla="*/ 156972 w 160115"/>
                          <a:gd name="connsiteY16" fmla="*/ 9715 h 105649"/>
                          <a:gd name="connsiteX17" fmla="*/ 160020 w 160115"/>
                          <a:gd name="connsiteY17" fmla="*/ 381 h 105649"/>
                          <a:gd name="connsiteX18" fmla="*/ 160115 w 160115"/>
                          <a:gd name="connsiteY18" fmla="*/ 0 h 105649"/>
                          <a:gd name="connsiteX19" fmla="*/ 61913 w 160115"/>
                          <a:gd name="connsiteY19" fmla="*/ 60865 h 1056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60115" h="105649">
                            <a:moveTo>
                              <a:pt x="61913" y="60865"/>
                            </a:moveTo>
                            <a:cubicBezTo>
                              <a:pt x="51625" y="68961"/>
                              <a:pt x="40862" y="77248"/>
                              <a:pt x="30289" y="84106"/>
                            </a:cubicBezTo>
                            <a:cubicBezTo>
                              <a:pt x="27717" y="85915"/>
                              <a:pt x="25146" y="87535"/>
                              <a:pt x="22479" y="89059"/>
                            </a:cubicBezTo>
                            <a:cubicBezTo>
                              <a:pt x="20002" y="90678"/>
                              <a:pt x="17621" y="92202"/>
                              <a:pt x="15049" y="93631"/>
                            </a:cubicBezTo>
                            <a:cubicBezTo>
                              <a:pt x="12859" y="95250"/>
                              <a:pt x="10954" y="95821"/>
                              <a:pt x="8191" y="98203"/>
                            </a:cubicBezTo>
                            <a:cubicBezTo>
                              <a:pt x="5620" y="100393"/>
                              <a:pt x="2762" y="101822"/>
                              <a:pt x="0" y="102679"/>
                            </a:cubicBezTo>
                            <a:cubicBezTo>
                              <a:pt x="2572" y="104775"/>
                              <a:pt x="5715" y="106204"/>
                              <a:pt x="9239" y="105442"/>
                            </a:cubicBezTo>
                            <a:cubicBezTo>
                              <a:pt x="11430" y="105061"/>
                              <a:pt x="13621" y="104394"/>
                              <a:pt x="15716" y="103346"/>
                            </a:cubicBezTo>
                            <a:lnTo>
                              <a:pt x="18955" y="101727"/>
                            </a:lnTo>
                            <a:cubicBezTo>
                              <a:pt x="19717" y="101822"/>
                              <a:pt x="20479" y="101822"/>
                              <a:pt x="21241" y="101917"/>
                            </a:cubicBezTo>
                            <a:cubicBezTo>
                              <a:pt x="28289" y="103727"/>
                              <a:pt x="38195" y="102298"/>
                              <a:pt x="48101" y="99060"/>
                            </a:cubicBezTo>
                            <a:cubicBezTo>
                              <a:pt x="54673" y="96774"/>
                              <a:pt x="61722" y="93345"/>
                              <a:pt x="69532" y="88392"/>
                            </a:cubicBezTo>
                            <a:cubicBezTo>
                              <a:pt x="71914" y="86868"/>
                              <a:pt x="74866" y="84963"/>
                              <a:pt x="78009" y="82963"/>
                            </a:cubicBezTo>
                            <a:cubicBezTo>
                              <a:pt x="90392" y="74676"/>
                              <a:pt x="107251" y="63341"/>
                              <a:pt x="118110" y="56007"/>
                            </a:cubicBezTo>
                            <a:cubicBezTo>
                              <a:pt x="119443" y="55054"/>
                              <a:pt x="120777" y="54102"/>
                              <a:pt x="121920" y="53245"/>
                            </a:cubicBezTo>
                            <a:cubicBezTo>
                              <a:pt x="130016" y="47530"/>
                              <a:pt x="136493" y="41624"/>
                              <a:pt x="141637" y="35719"/>
                            </a:cubicBezTo>
                            <a:cubicBezTo>
                              <a:pt x="148685" y="27432"/>
                              <a:pt x="153257" y="18859"/>
                              <a:pt x="156972" y="9715"/>
                            </a:cubicBezTo>
                            <a:cubicBezTo>
                              <a:pt x="158115" y="6763"/>
                              <a:pt x="159067" y="3620"/>
                              <a:pt x="160020" y="381"/>
                            </a:cubicBezTo>
                            <a:lnTo>
                              <a:pt x="160115" y="0"/>
                            </a:lnTo>
                            <a:cubicBezTo>
                              <a:pt x="125920" y="16764"/>
                              <a:pt x="91535" y="37624"/>
                              <a:pt x="61913" y="6086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18" name="Forme libre : forme 13017">
                        <a:extLst>
                          <a:ext uri="{FF2B5EF4-FFF2-40B4-BE49-F238E27FC236}">
                            <a16:creationId xmlns:a16="http://schemas.microsoft.com/office/drawing/2014/main" id="{02D5E07E-B0F7-40A5-AC8C-6D32CAC3AB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3009" y="2509691"/>
                        <a:ext cx="78030" cy="53256"/>
                      </a:xfrm>
                      <a:custGeom>
                        <a:avLst/>
                        <a:gdLst>
                          <a:gd name="connsiteX0" fmla="*/ 77418 w 78030"/>
                          <a:gd name="connsiteY0" fmla="*/ 2528 h 53256"/>
                          <a:gd name="connsiteX1" fmla="*/ 44176 w 78030"/>
                          <a:gd name="connsiteY1" fmla="*/ 37580 h 53256"/>
                          <a:gd name="connsiteX2" fmla="*/ 1123 w 78030"/>
                          <a:gd name="connsiteY2" fmla="*/ 50724 h 53256"/>
                          <a:gd name="connsiteX3" fmla="*/ 30555 w 78030"/>
                          <a:gd name="connsiteY3" fmla="*/ 16910 h 53256"/>
                          <a:gd name="connsiteX4" fmla="*/ 77418 w 78030"/>
                          <a:gd name="connsiteY4" fmla="*/ 2528 h 532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030" h="53256">
                            <a:moveTo>
                              <a:pt x="77418" y="2528"/>
                            </a:moveTo>
                            <a:cubicBezTo>
                              <a:pt x="82562" y="11005"/>
                              <a:pt x="53892" y="30912"/>
                              <a:pt x="44176" y="37580"/>
                            </a:cubicBezTo>
                            <a:cubicBezTo>
                              <a:pt x="34175" y="43866"/>
                              <a:pt x="7791" y="59297"/>
                              <a:pt x="1123" y="50724"/>
                            </a:cubicBezTo>
                            <a:cubicBezTo>
                              <a:pt x="-5735" y="41961"/>
                              <a:pt x="20649" y="22435"/>
                              <a:pt x="30555" y="16910"/>
                            </a:cubicBezTo>
                            <a:cubicBezTo>
                              <a:pt x="40080" y="10814"/>
                              <a:pt x="71989" y="-6426"/>
                              <a:pt x="77418" y="252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19" name="Forme libre : forme 13018">
                        <a:extLst>
                          <a:ext uri="{FF2B5EF4-FFF2-40B4-BE49-F238E27FC236}">
                            <a16:creationId xmlns:a16="http://schemas.microsoft.com/office/drawing/2014/main" id="{683F23FB-423B-4325-8266-6584A1F17A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2260" y="2535364"/>
                        <a:ext cx="60546" cy="27198"/>
                      </a:xfrm>
                      <a:custGeom>
                        <a:avLst/>
                        <a:gdLst>
                          <a:gd name="connsiteX0" fmla="*/ 11779 w 60546"/>
                          <a:gd name="connsiteY0" fmla="*/ 5905 h 27198"/>
                          <a:gd name="connsiteX1" fmla="*/ 1492 w 60546"/>
                          <a:gd name="connsiteY1" fmla="*/ 25241 h 27198"/>
                          <a:gd name="connsiteX2" fmla="*/ 45402 w 60546"/>
                          <a:gd name="connsiteY2" fmla="*/ 11525 h 27198"/>
                          <a:gd name="connsiteX3" fmla="*/ 60547 w 60546"/>
                          <a:gd name="connsiteY3" fmla="*/ 0 h 27198"/>
                          <a:gd name="connsiteX4" fmla="*/ 51593 w 60546"/>
                          <a:gd name="connsiteY4" fmla="*/ 4858 h 27198"/>
                          <a:gd name="connsiteX5" fmla="*/ 11779 w 60546"/>
                          <a:gd name="connsiteY5" fmla="*/ 5905 h 2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0546" h="27198">
                            <a:moveTo>
                              <a:pt x="11779" y="5905"/>
                            </a:moveTo>
                            <a:cubicBezTo>
                              <a:pt x="8064" y="10573"/>
                              <a:pt x="-4223" y="20955"/>
                              <a:pt x="1492" y="25241"/>
                            </a:cubicBezTo>
                            <a:cubicBezTo>
                              <a:pt x="10731" y="32099"/>
                              <a:pt x="32734" y="19336"/>
                              <a:pt x="45402" y="11525"/>
                            </a:cubicBezTo>
                            <a:cubicBezTo>
                              <a:pt x="49021" y="9144"/>
                              <a:pt x="56927" y="3334"/>
                              <a:pt x="60547" y="0"/>
                            </a:cubicBezTo>
                            <a:cubicBezTo>
                              <a:pt x="58070" y="1429"/>
                              <a:pt x="54165" y="3905"/>
                              <a:pt x="51593" y="4858"/>
                            </a:cubicBezTo>
                            <a:cubicBezTo>
                              <a:pt x="37020" y="9811"/>
                              <a:pt x="19304" y="15335"/>
                              <a:pt x="11779" y="590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20" name="Forme libre : forme 13019">
                        <a:extLst>
                          <a:ext uri="{FF2B5EF4-FFF2-40B4-BE49-F238E27FC236}">
                            <a16:creationId xmlns:a16="http://schemas.microsoft.com/office/drawing/2014/main" id="{81C2EA1D-1316-40EF-9CD6-5FFB5E647B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8263" y="2508852"/>
                        <a:ext cx="77856" cy="53581"/>
                      </a:xfrm>
                      <a:custGeom>
                        <a:avLst/>
                        <a:gdLst>
                          <a:gd name="connsiteX0" fmla="*/ 77690 w 77856"/>
                          <a:gd name="connsiteY0" fmla="*/ 3081 h 53581"/>
                          <a:gd name="connsiteX1" fmla="*/ 44066 w 77856"/>
                          <a:gd name="connsiteY1" fmla="*/ 38514 h 53581"/>
                          <a:gd name="connsiteX2" fmla="*/ 1299 w 77856"/>
                          <a:gd name="connsiteY2" fmla="*/ 50991 h 53581"/>
                          <a:gd name="connsiteX3" fmla="*/ 30636 w 77856"/>
                          <a:gd name="connsiteY3" fmla="*/ 17463 h 53581"/>
                          <a:gd name="connsiteX4" fmla="*/ 77690 w 77856"/>
                          <a:gd name="connsiteY4" fmla="*/ 3081 h 535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856" h="53581">
                            <a:moveTo>
                              <a:pt x="77690" y="3081"/>
                            </a:moveTo>
                            <a:cubicBezTo>
                              <a:pt x="80166" y="13177"/>
                              <a:pt x="54449" y="31179"/>
                              <a:pt x="44066" y="38514"/>
                            </a:cubicBezTo>
                            <a:cubicBezTo>
                              <a:pt x="33589" y="45657"/>
                              <a:pt x="8633" y="59278"/>
                              <a:pt x="1299" y="50991"/>
                            </a:cubicBezTo>
                            <a:cubicBezTo>
                              <a:pt x="-6321" y="42324"/>
                              <a:pt x="21683" y="22892"/>
                              <a:pt x="30636" y="17463"/>
                            </a:cubicBezTo>
                            <a:cubicBezTo>
                              <a:pt x="39399" y="11748"/>
                              <a:pt x="75023" y="-7397"/>
                              <a:pt x="77690" y="308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21" name="Forme libre : forme 13020">
                        <a:extLst>
                          <a:ext uri="{FF2B5EF4-FFF2-40B4-BE49-F238E27FC236}">
                            <a16:creationId xmlns:a16="http://schemas.microsoft.com/office/drawing/2014/main" id="{D12DD7EF-9F7A-4819-8C65-2431EF5CF7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15798" y="2532762"/>
                        <a:ext cx="105271" cy="56668"/>
                      </a:xfrm>
                      <a:custGeom>
                        <a:avLst/>
                        <a:gdLst>
                          <a:gd name="connsiteX0" fmla="*/ 5950 w 105271"/>
                          <a:gd name="connsiteY0" fmla="*/ 54037 h 56668"/>
                          <a:gd name="connsiteX1" fmla="*/ 22238 w 105271"/>
                          <a:gd name="connsiteY1" fmla="*/ 56037 h 56668"/>
                          <a:gd name="connsiteX2" fmla="*/ 63671 w 105271"/>
                          <a:gd name="connsiteY2" fmla="*/ 45655 h 56668"/>
                          <a:gd name="connsiteX3" fmla="*/ 97580 w 105271"/>
                          <a:gd name="connsiteY3" fmla="*/ 20509 h 56668"/>
                          <a:gd name="connsiteX4" fmla="*/ 103105 w 105271"/>
                          <a:gd name="connsiteY4" fmla="*/ 887 h 56668"/>
                          <a:gd name="connsiteX5" fmla="*/ 88341 w 105271"/>
                          <a:gd name="connsiteY5" fmla="*/ 3269 h 56668"/>
                          <a:gd name="connsiteX6" fmla="*/ 48622 w 105271"/>
                          <a:gd name="connsiteY6" fmla="*/ 12413 h 56668"/>
                          <a:gd name="connsiteX7" fmla="*/ 9093 w 105271"/>
                          <a:gd name="connsiteY7" fmla="*/ 24986 h 56668"/>
                          <a:gd name="connsiteX8" fmla="*/ 44 w 105271"/>
                          <a:gd name="connsiteY8" fmla="*/ 42226 h 56668"/>
                          <a:gd name="connsiteX9" fmla="*/ 5950 w 105271"/>
                          <a:gd name="connsiteY9" fmla="*/ 54037 h 56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05271" h="56668">
                            <a:moveTo>
                              <a:pt x="5950" y="54037"/>
                            </a:moveTo>
                            <a:cubicBezTo>
                              <a:pt x="11950" y="57085"/>
                              <a:pt x="14903" y="57085"/>
                              <a:pt x="22238" y="56037"/>
                            </a:cubicBezTo>
                            <a:cubicBezTo>
                              <a:pt x="36620" y="54228"/>
                              <a:pt x="48241" y="53180"/>
                              <a:pt x="63671" y="45655"/>
                            </a:cubicBezTo>
                            <a:cubicBezTo>
                              <a:pt x="76625" y="39464"/>
                              <a:pt x="89389" y="29844"/>
                              <a:pt x="97580" y="20509"/>
                            </a:cubicBezTo>
                            <a:cubicBezTo>
                              <a:pt x="103581" y="13461"/>
                              <a:pt x="108153" y="4888"/>
                              <a:pt x="103105" y="887"/>
                            </a:cubicBezTo>
                            <a:cubicBezTo>
                              <a:pt x="99962" y="-1589"/>
                              <a:pt x="93865" y="1745"/>
                              <a:pt x="88341" y="3269"/>
                            </a:cubicBezTo>
                            <a:cubicBezTo>
                              <a:pt x="75196" y="6698"/>
                              <a:pt x="63004" y="10889"/>
                              <a:pt x="48622" y="12413"/>
                            </a:cubicBezTo>
                            <a:cubicBezTo>
                              <a:pt x="36430" y="13651"/>
                              <a:pt x="21475" y="13175"/>
                              <a:pt x="9093" y="24986"/>
                            </a:cubicBezTo>
                            <a:cubicBezTo>
                              <a:pt x="3569" y="30224"/>
                              <a:pt x="425" y="36702"/>
                              <a:pt x="44" y="42226"/>
                            </a:cubicBezTo>
                            <a:cubicBezTo>
                              <a:pt x="-337" y="47560"/>
                              <a:pt x="1759" y="51941"/>
                              <a:pt x="5950" y="5403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22" name="Forme libre : forme 13021">
                        <a:extLst>
                          <a:ext uri="{FF2B5EF4-FFF2-40B4-BE49-F238E27FC236}">
                            <a16:creationId xmlns:a16="http://schemas.microsoft.com/office/drawing/2014/main" id="{275F6AD3-188C-4710-8D4C-4428E731B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31675" y="2535902"/>
                        <a:ext cx="27360" cy="29049"/>
                      </a:xfrm>
                      <a:custGeom>
                        <a:avLst/>
                        <a:gdLst>
                          <a:gd name="connsiteX0" fmla="*/ 1312 w 27360"/>
                          <a:gd name="connsiteY0" fmla="*/ 23941 h 29049"/>
                          <a:gd name="connsiteX1" fmla="*/ 74 w 27360"/>
                          <a:gd name="connsiteY1" fmla="*/ 28132 h 29049"/>
                          <a:gd name="connsiteX2" fmla="*/ 3789 w 27360"/>
                          <a:gd name="connsiteY2" fmla="*/ 28322 h 29049"/>
                          <a:gd name="connsiteX3" fmla="*/ 9313 w 27360"/>
                          <a:gd name="connsiteY3" fmla="*/ 24322 h 29049"/>
                          <a:gd name="connsiteX4" fmla="*/ 21600 w 27360"/>
                          <a:gd name="connsiteY4" fmla="*/ 12797 h 29049"/>
                          <a:gd name="connsiteX5" fmla="*/ 25601 w 27360"/>
                          <a:gd name="connsiteY5" fmla="*/ 8129 h 29049"/>
                          <a:gd name="connsiteX6" fmla="*/ 17790 w 27360"/>
                          <a:gd name="connsiteY6" fmla="*/ 3272 h 29049"/>
                          <a:gd name="connsiteX7" fmla="*/ 1312 w 27360"/>
                          <a:gd name="connsiteY7" fmla="*/ 23941 h 290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7360" h="29049">
                            <a:moveTo>
                              <a:pt x="1312" y="23941"/>
                            </a:moveTo>
                            <a:cubicBezTo>
                              <a:pt x="360" y="25560"/>
                              <a:pt x="-212" y="26894"/>
                              <a:pt x="74" y="28132"/>
                            </a:cubicBezTo>
                            <a:cubicBezTo>
                              <a:pt x="360" y="29465"/>
                              <a:pt x="1979" y="29180"/>
                              <a:pt x="3789" y="28322"/>
                            </a:cubicBezTo>
                            <a:cubicBezTo>
                              <a:pt x="5503" y="27561"/>
                              <a:pt x="7694" y="25751"/>
                              <a:pt x="9313" y="24322"/>
                            </a:cubicBezTo>
                            <a:cubicBezTo>
                              <a:pt x="13409" y="20607"/>
                              <a:pt x="17886" y="16702"/>
                              <a:pt x="21600" y="12797"/>
                            </a:cubicBezTo>
                            <a:cubicBezTo>
                              <a:pt x="23124" y="11178"/>
                              <a:pt x="24648" y="9749"/>
                              <a:pt x="25601" y="8129"/>
                            </a:cubicBezTo>
                            <a:cubicBezTo>
                              <a:pt x="29696" y="1271"/>
                              <a:pt x="26458" y="-3491"/>
                              <a:pt x="17790" y="3272"/>
                            </a:cubicBezTo>
                            <a:cubicBezTo>
                              <a:pt x="11123" y="8511"/>
                              <a:pt x="5027" y="17178"/>
                              <a:pt x="1312" y="2394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23" name="Forme libre : forme 13022">
                        <a:extLst>
                          <a:ext uri="{FF2B5EF4-FFF2-40B4-BE49-F238E27FC236}">
                            <a16:creationId xmlns:a16="http://schemas.microsoft.com/office/drawing/2014/main" id="{1B3E4D08-EFAA-45A0-9870-C983870768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7380" y="2502122"/>
                        <a:ext cx="33623" cy="51625"/>
                      </a:xfrm>
                      <a:custGeom>
                        <a:avLst/>
                        <a:gdLst>
                          <a:gd name="connsiteX0" fmla="*/ 33623 w 33623"/>
                          <a:gd name="connsiteY0" fmla="*/ 0 h 51625"/>
                          <a:gd name="connsiteX1" fmla="*/ 0 w 33623"/>
                          <a:gd name="connsiteY1" fmla="*/ 51625 h 51625"/>
                          <a:gd name="connsiteX2" fmla="*/ 33623 w 33623"/>
                          <a:gd name="connsiteY2" fmla="*/ 0 h 516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3623" h="51625">
                            <a:moveTo>
                              <a:pt x="33623" y="0"/>
                            </a:moveTo>
                            <a:cubicBezTo>
                              <a:pt x="32766" y="15907"/>
                              <a:pt x="12478" y="37529"/>
                              <a:pt x="0" y="51625"/>
                            </a:cubicBezTo>
                            <a:cubicBezTo>
                              <a:pt x="13621" y="36386"/>
                              <a:pt x="25622" y="15907"/>
                              <a:pt x="3362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24" name="Forme libre : forme 13023">
                        <a:extLst>
                          <a:ext uri="{FF2B5EF4-FFF2-40B4-BE49-F238E27FC236}">
                            <a16:creationId xmlns:a16="http://schemas.microsoft.com/office/drawing/2014/main" id="{CDEDD597-1ACB-4DD5-B144-92FC7DF258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98543" y="2529649"/>
                        <a:ext cx="36158" cy="65151"/>
                      </a:xfrm>
                      <a:custGeom>
                        <a:avLst/>
                        <a:gdLst>
                          <a:gd name="connsiteX0" fmla="*/ 36159 w 36158"/>
                          <a:gd name="connsiteY0" fmla="*/ 0 h 65151"/>
                          <a:gd name="connsiteX1" fmla="*/ 11394 w 36158"/>
                          <a:gd name="connsiteY1" fmla="*/ 29718 h 65151"/>
                          <a:gd name="connsiteX2" fmla="*/ 7107 w 36158"/>
                          <a:gd name="connsiteY2" fmla="*/ 38291 h 65151"/>
                          <a:gd name="connsiteX3" fmla="*/ 3488 w 36158"/>
                          <a:gd name="connsiteY3" fmla="*/ 47435 h 65151"/>
                          <a:gd name="connsiteX4" fmla="*/ 2059 w 36158"/>
                          <a:gd name="connsiteY4" fmla="*/ 52102 h 65151"/>
                          <a:gd name="connsiteX5" fmla="*/ 630 w 36158"/>
                          <a:gd name="connsiteY5" fmla="*/ 57626 h 65151"/>
                          <a:gd name="connsiteX6" fmla="*/ 154 w 36158"/>
                          <a:gd name="connsiteY6" fmla="*/ 62294 h 65151"/>
                          <a:gd name="connsiteX7" fmla="*/ 1011 w 36158"/>
                          <a:gd name="connsiteY7" fmla="*/ 65151 h 65151"/>
                          <a:gd name="connsiteX8" fmla="*/ 535 w 36158"/>
                          <a:gd name="connsiteY8" fmla="*/ 58103 h 65151"/>
                          <a:gd name="connsiteX9" fmla="*/ 3774 w 36158"/>
                          <a:gd name="connsiteY9" fmla="*/ 47816 h 65151"/>
                          <a:gd name="connsiteX10" fmla="*/ 12918 w 36158"/>
                          <a:gd name="connsiteY10" fmla="*/ 29909 h 65151"/>
                          <a:gd name="connsiteX11" fmla="*/ 36159 w 36158"/>
                          <a:gd name="connsiteY11" fmla="*/ 0 h 651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6158" h="65151">
                            <a:moveTo>
                              <a:pt x="36159" y="0"/>
                            </a:moveTo>
                            <a:cubicBezTo>
                              <a:pt x="25872" y="8287"/>
                              <a:pt x="17680" y="18574"/>
                              <a:pt x="11394" y="29718"/>
                            </a:cubicBezTo>
                            <a:cubicBezTo>
                              <a:pt x="9774" y="32576"/>
                              <a:pt x="8346" y="35433"/>
                              <a:pt x="7107" y="38291"/>
                            </a:cubicBezTo>
                            <a:cubicBezTo>
                              <a:pt x="5869" y="41053"/>
                              <a:pt x="4536" y="44482"/>
                              <a:pt x="3488" y="47435"/>
                            </a:cubicBezTo>
                            <a:lnTo>
                              <a:pt x="2059" y="52102"/>
                            </a:lnTo>
                            <a:cubicBezTo>
                              <a:pt x="1488" y="54007"/>
                              <a:pt x="1011" y="55912"/>
                              <a:pt x="630" y="57626"/>
                            </a:cubicBezTo>
                            <a:cubicBezTo>
                              <a:pt x="440" y="59150"/>
                              <a:pt x="-322" y="61627"/>
                              <a:pt x="154" y="62294"/>
                            </a:cubicBezTo>
                            <a:lnTo>
                              <a:pt x="1011" y="65151"/>
                            </a:lnTo>
                            <a:cubicBezTo>
                              <a:pt x="535" y="63056"/>
                              <a:pt x="-608" y="62198"/>
                              <a:pt x="535" y="58103"/>
                            </a:cubicBezTo>
                            <a:cubicBezTo>
                              <a:pt x="1297" y="54578"/>
                              <a:pt x="2726" y="50483"/>
                              <a:pt x="3774" y="47816"/>
                            </a:cubicBezTo>
                            <a:cubicBezTo>
                              <a:pt x="6250" y="41434"/>
                              <a:pt x="9393" y="35719"/>
                              <a:pt x="12918" y="29909"/>
                            </a:cubicBezTo>
                            <a:cubicBezTo>
                              <a:pt x="19871" y="18764"/>
                              <a:pt x="28443" y="8382"/>
                              <a:pt x="361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25" name="Forme libre : forme 13024">
                        <a:extLst>
                          <a:ext uri="{FF2B5EF4-FFF2-40B4-BE49-F238E27FC236}">
                            <a16:creationId xmlns:a16="http://schemas.microsoft.com/office/drawing/2014/main" id="{D1261670-A3EF-4BB2-8BEF-D982342912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0707" y="2518441"/>
                        <a:ext cx="30289" cy="17319"/>
                      </a:xfrm>
                      <a:custGeom>
                        <a:avLst/>
                        <a:gdLst>
                          <a:gd name="connsiteX0" fmla="*/ 30289 w 30289"/>
                          <a:gd name="connsiteY0" fmla="*/ 1588 h 17319"/>
                          <a:gd name="connsiteX1" fmla="*/ 14383 w 30289"/>
                          <a:gd name="connsiteY1" fmla="*/ 13303 h 17319"/>
                          <a:gd name="connsiteX2" fmla="*/ 0 w 30289"/>
                          <a:gd name="connsiteY2" fmla="*/ 15494 h 17319"/>
                          <a:gd name="connsiteX3" fmla="*/ 15049 w 30289"/>
                          <a:gd name="connsiteY3" fmla="*/ 4350 h 17319"/>
                          <a:gd name="connsiteX4" fmla="*/ 30289 w 30289"/>
                          <a:gd name="connsiteY4" fmla="*/ 1588 h 173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289" h="17319">
                            <a:moveTo>
                              <a:pt x="30289" y="1588"/>
                            </a:moveTo>
                            <a:cubicBezTo>
                              <a:pt x="30194" y="5683"/>
                              <a:pt x="18097" y="11493"/>
                              <a:pt x="14383" y="13303"/>
                            </a:cubicBezTo>
                            <a:cubicBezTo>
                              <a:pt x="10668" y="15018"/>
                              <a:pt x="0" y="19971"/>
                              <a:pt x="0" y="15494"/>
                            </a:cubicBezTo>
                            <a:cubicBezTo>
                              <a:pt x="95" y="11017"/>
                              <a:pt x="11430" y="5874"/>
                              <a:pt x="15049" y="4350"/>
                            </a:cubicBezTo>
                            <a:cubicBezTo>
                              <a:pt x="18478" y="2635"/>
                              <a:pt x="30289" y="-2603"/>
                              <a:pt x="30289" y="158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26" name="Forme libre : forme 13025">
                        <a:extLst>
                          <a:ext uri="{FF2B5EF4-FFF2-40B4-BE49-F238E27FC236}">
                            <a16:creationId xmlns:a16="http://schemas.microsoft.com/office/drawing/2014/main" id="{AAB4B0F5-E51E-4295-9B12-741516A39A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06682" y="2516245"/>
                        <a:ext cx="8527" cy="5676"/>
                      </a:xfrm>
                      <a:custGeom>
                        <a:avLst/>
                        <a:gdLst>
                          <a:gd name="connsiteX0" fmla="*/ 8315 w 8527"/>
                          <a:gd name="connsiteY0" fmla="*/ 355 h 5676"/>
                          <a:gd name="connsiteX1" fmla="*/ 5458 w 8527"/>
                          <a:gd name="connsiteY1" fmla="*/ 4070 h 5676"/>
                          <a:gd name="connsiteX2" fmla="*/ 219 w 8527"/>
                          <a:gd name="connsiteY2" fmla="*/ 5308 h 5676"/>
                          <a:gd name="connsiteX3" fmla="*/ 2981 w 8527"/>
                          <a:gd name="connsiteY3" fmla="*/ 1688 h 5676"/>
                          <a:gd name="connsiteX4" fmla="*/ 8315 w 8527"/>
                          <a:gd name="connsiteY4" fmla="*/ 355 h 56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27" h="5676">
                            <a:moveTo>
                              <a:pt x="8315" y="355"/>
                            </a:moveTo>
                            <a:cubicBezTo>
                              <a:pt x="9268" y="1403"/>
                              <a:pt x="6791" y="3212"/>
                              <a:pt x="5458" y="4070"/>
                            </a:cubicBezTo>
                            <a:cubicBezTo>
                              <a:pt x="4124" y="4927"/>
                              <a:pt x="1171" y="6355"/>
                              <a:pt x="219" y="5308"/>
                            </a:cubicBezTo>
                            <a:cubicBezTo>
                              <a:pt x="-733" y="4260"/>
                              <a:pt x="1648" y="2546"/>
                              <a:pt x="2981" y="1688"/>
                            </a:cubicBezTo>
                            <a:cubicBezTo>
                              <a:pt x="4315" y="831"/>
                              <a:pt x="7268" y="-693"/>
                              <a:pt x="8315" y="35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27" name="Forme libre : forme 13026">
                        <a:extLst>
                          <a:ext uri="{FF2B5EF4-FFF2-40B4-BE49-F238E27FC236}">
                            <a16:creationId xmlns:a16="http://schemas.microsoft.com/office/drawing/2014/main" id="{E12FD55D-FC91-49FF-9502-77F89CAAEE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69053" y="2491746"/>
                        <a:ext cx="85592" cy="27326"/>
                      </a:xfrm>
                      <a:custGeom>
                        <a:avLst/>
                        <a:gdLst>
                          <a:gd name="connsiteX0" fmla="*/ 59089 w 85592"/>
                          <a:gd name="connsiteY0" fmla="*/ 756 h 27326"/>
                          <a:gd name="connsiteX1" fmla="*/ 84139 w 85592"/>
                          <a:gd name="connsiteY1" fmla="*/ 4280 h 27326"/>
                          <a:gd name="connsiteX2" fmla="*/ 81568 w 85592"/>
                          <a:gd name="connsiteY2" fmla="*/ 11995 h 27326"/>
                          <a:gd name="connsiteX3" fmla="*/ 71281 w 85592"/>
                          <a:gd name="connsiteY3" fmla="*/ 13615 h 27326"/>
                          <a:gd name="connsiteX4" fmla="*/ 39181 w 85592"/>
                          <a:gd name="connsiteY4" fmla="*/ 16949 h 27326"/>
                          <a:gd name="connsiteX5" fmla="*/ 34 w 85592"/>
                          <a:gd name="connsiteY5" fmla="*/ 24092 h 27326"/>
                          <a:gd name="connsiteX6" fmla="*/ 36610 w 85592"/>
                          <a:gd name="connsiteY6" fmla="*/ 851 h 27326"/>
                          <a:gd name="connsiteX7" fmla="*/ 59089 w 85592"/>
                          <a:gd name="connsiteY7" fmla="*/ 756 h 273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5592" h="27326">
                            <a:moveTo>
                              <a:pt x="59089" y="756"/>
                            </a:moveTo>
                            <a:cubicBezTo>
                              <a:pt x="69280" y="661"/>
                              <a:pt x="76424" y="470"/>
                              <a:pt x="84139" y="4280"/>
                            </a:cubicBezTo>
                            <a:cubicBezTo>
                              <a:pt x="86997" y="5709"/>
                              <a:pt x="85378" y="9900"/>
                              <a:pt x="81568" y="11995"/>
                            </a:cubicBezTo>
                            <a:cubicBezTo>
                              <a:pt x="77853" y="14091"/>
                              <a:pt x="74614" y="13805"/>
                              <a:pt x="71281" y="13615"/>
                            </a:cubicBezTo>
                            <a:cubicBezTo>
                              <a:pt x="60803" y="13139"/>
                              <a:pt x="50421" y="14567"/>
                              <a:pt x="39181" y="16949"/>
                            </a:cubicBezTo>
                            <a:cubicBezTo>
                              <a:pt x="31942" y="18091"/>
                              <a:pt x="-1204" y="33998"/>
                              <a:pt x="34" y="24092"/>
                            </a:cubicBezTo>
                            <a:cubicBezTo>
                              <a:pt x="1272" y="13900"/>
                              <a:pt x="27085" y="2756"/>
                              <a:pt x="36610" y="851"/>
                            </a:cubicBezTo>
                            <a:cubicBezTo>
                              <a:pt x="46230" y="-1149"/>
                              <a:pt x="51564" y="1042"/>
                              <a:pt x="59089" y="75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3003" name="Graphique 1">
                      <a:extLst>
                        <a:ext uri="{FF2B5EF4-FFF2-40B4-BE49-F238E27FC236}">
                          <a16:creationId xmlns:a16="http://schemas.microsoft.com/office/drawing/2014/main" id="{A628BAFD-1DFD-44FB-9C64-476873CED3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61500" y="2443537"/>
                      <a:ext cx="195482" cy="77637"/>
                      <a:chOff x="2661500" y="2443537"/>
                      <a:chExt cx="195482" cy="77637"/>
                    </a:xfrm>
                    <a:solidFill>
                      <a:schemeClr val="accent1"/>
                    </a:solidFill>
                  </p:grpSpPr>
                  <p:sp>
                    <p:nvSpPr>
                      <p:cNvPr id="13004" name="Forme libre : forme 13003">
                        <a:extLst>
                          <a:ext uri="{FF2B5EF4-FFF2-40B4-BE49-F238E27FC236}">
                            <a16:creationId xmlns:a16="http://schemas.microsoft.com/office/drawing/2014/main" id="{0FD96CD1-EB7F-434C-B884-E1E17D2C55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61500" y="2443537"/>
                        <a:ext cx="195482" cy="77637"/>
                      </a:xfrm>
                      <a:custGeom>
                        <a:avLst/>
                        <a:gdLst>
                          <a:gd name="connsiteX0" fmla="*/ 133139 w 195482"/>
                          <a:gd name="connsiteY0" fmla="*/ 74968 h 77637"/>
                          <a:gd name="connsiteX1" fmla="*/ 66940 w 195482"/>
                          <a:gd name="connsiteY1" fmla="*/ 77540 h 77637"/>
                          <a:gd name="connsiteX2" fmla="*/ 46461 w 195482"/>
                          <a:gd name="connsiteY2" fmla="*/ 75159 h 77637"/>
                          <a:gd name="connsiteX3" fmla="*/ 37793 w 195482"/>
                          <a:gd name="connsiteY3" fmla="*/ 72777 h 77637"/>
                          <a:gd name="connsiteX4" fmla="*/ 35889 w 195482"/>
                          <a:gd name="connsiteY4" fmla="*/ 72016 h 77637"/>
                          <a:gd name="connsiteX5" fmla="*/ 35507 w 195482"/>
                          <a:gd name="connsiteY5" fmla="*/ 71253 h 77637"/>
                          <a:gd name="connsiteX6" fmla="*/ 34364 w 195482"/>
                          <a:gd name="connsiteY6" fmla="*/ 69729 h 77637"/>
                          <a:gd name="connsiteX7" fmla="*/ 23506 w 195482"/>
                          <a:gd name="connsiteY7" fmla="*/ 64110 h 77637"/>
                          <a:gd name="connsiteX8" fmla="*/ 9028 w 195482"/>
                          <a:gd name="connsiteY8" fmla="*/ 58109 h 77637"/>
                          <a:gd name="connsiteX9" fmla="*/ 1313 w 195482"/>
                          <a:gd name="connsiteY9" fmla="*/ 38011 h 77637"/>
                          <a:gd name="connsiteX10" fmla="*/ 10838 w 195482"/>
                          <a:gd name="connsiteY10" fmla="*/ 23628 h 77637"/>
                          <a:gd name="connsiteX11" fmla="*/ 17505 w 195482"/>
                          <a:gd name="connsiteY11" fmla="*/ 17056 h 77637"/>
                          <a:gd name="connsiteX12" fmla="*/ 28364 w 195482"/>
                          <a:gd name="connsiteY12" fmla="*/ 11056 h 77637"/>
                          <a:gd name="connsiteX13" fmla="*/ 34745 w 195482"/>
                          <a:gd name="connsiteY13" fmla="*/ 9341 h 77637"/>
                          <a:gd name="connsiteX14" fmla="*/ 38746 w 195482"/>
                          <a:gd name="connsiteY14" fmla="*/ 7817 h 77637"/>
                          <a:gd name="connsiteX15" fmla="*/ 47128 w 195482"/>
                          <a:gd name="connsiteY15" fmla="*/ 5341 h 77637"/>
                          <a:gd name="connsiteX16" fmla="*/ 66464 w 195482"/>
                          <a:gd name="connsiteY16" fmla="*/ 2197 h 77637"/>
                          <a:gd name="connsiteX17" fmla="*/ 127519 w 195482"/>
                          <a:gd name="connsiteY17" fmla="*/ 7 h 77637"/>
                          <a:gd name="connsiteX18" fmla="*/ 189336 w 195482"/>
                          <a:gd name="connsiteY18" fmla="*/ 24391 h 77637"/>
                          <a:gd name="connsiteX19" fmla="*/ 193051 w 195482"/>
                          <a:gd name="connsiteY19" fmla="*/ 45155 h 77637"/>
                          <a:gd name="connsiteX20" fmla="*/ 133139 w 195482"/>
                          <a:gd name="connsiteY20" fmla="*/ 74968 h 776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95482" h="77637">
                            <a:moveTo>
                              <a:pt x="133139" y="74968"/>
                            </a:moveTo>
                            <a:cubicBezTo>
                              <a:pt x="117518" y="76683"/>
                              <a:pt x="83418" y="78016"/>
                              <a:pt x="66940" y="77540"/>
                            </a:cubicBezTo>
                            <a:cubicBezTo>
                              <a:pt x="59225" y="77350"/>
                              <a:pt x="52462" y="76492"/>
                              <a:pt x="46461" y="75159"/>
                            </a:cubicBezTo>
                            <a:cubicBezTo>
                              <a:pt x="43413" y="74492"/>
                              <a:pt x="40556" y="73635"/>
                              <a:pt x="37793" y="72777"/>
                            </a:cubicBezTo>
                            <a:cubicBezTo>
                              <a:pt x="37127" y="72587"/>
                              <a:pt x="36365" y="72301"/>
                              <a:pt x="35889" y="72016"/>
                            </a:cubicBezTo>
                            <a:lnTo>
                              <a:pt x="35507" y="71253"/>
                            </a:lnTo>
                            <a:cubicBezTo>
                              <a:pt x="35222" y="70682"/>
                              <a:pt x="34841" y="70206"/>
                              <a:pt x="34364" y="69729"/>
                            </a:cubicBezTo>
                            <a:cubicBezTo>
                              <a:pt x="32840" y="67443"/>
                              <a:pt x="27792" y="66015"/>
                              <a:pt x="23506" y="64110"/>
                            </a:cubicBezTo>
                            <a:cubicBezTo>
                              <a:pt x="19029" y="62014"/>
                              <a:pt x="14076" y="60395"/>
                              <a:pt x="9028" y="58109"/>
                            </a:cubicBezTo>
                            <a:cubicBezTo>
                              <a:pt x="1979" y="55061"/>
                              <a:pt x="-2307" y="44965"/>
                              <a:pt x="1313" y="38011"/>
                            </a:cubicBezTo>
                            <a:cubicBezTo>
                              <a:pt x="3980" y="32963"/>
                              <a:pt x="6647" y="28105"/>
                              <a:pt x="10838" y="23628"/>
                            </a:cubicBezTo>
                            <a:cubicBezTo>
                              <a:pt x="12933" y="21438"/>
                              <a:pt x="14743" y="19152"/>
                              <a:pt x="17505" y="17056"/>
                            </a:cubicBezTo>
                            <a:cubicBezTo>
                              <a:pt x="20458" y="15056"/>
                              <a:pt x="24173" y="12960"/>
                              <a:pt x="28364" y="11056"/>
                            </a:cubicBezTo>
                            <a:cubicBezTo>
                              <a:pt x="30364" y="10389"/>
                              <a:pt x="33221" y="9817"/>
                              <a:pt x="34745" y="9341"/>
                            </a:cubicBezTo>
                            <a:cubicBezTo>
                              <a:pt x="36079" y="8865"/>
                              <a:pt x="37412" y="8389"/>
                              <a:pt x="38746" y="7817"/>
                            </a:cubicBezTo>
                            <a:cubicBezTo>
                              <a:pt x="41413" y="6865"/>
                              <a:pt x="44270" y="6007"/>
                              <a:pt x="47128" y="5341"/>
                            </a:cubicBezTo>
                            <a:cubicBezTo>
                              <a:pt x="53033" y="3912"/>
                              <a:pt x="59415" y="2864"/>
                              <a:pt x="66464" y="2197"/>
                            </a:cubicBezTo>
                            <a:cubicBezTo>
                              <a:pt x="81608" y="864"/>
                              <a:pt x="111898" y="-89"/>
                              <a:pt x="127519" y="7"/>
                            </a:cubicBezTo>
                            <a:cubicBezTo>
                              <a:pt x="156665" y="102"/>
                              <a:pt x="172763" y="10198"/>
                              <a:pt x="189336" y="24391"/>
                            </a:cubicBezTo>
                            <a:cubicBezTo>
                              <a:pt x="195051" y="29343"/>
                              <a:pt x="197814" y="39535"/>
                              <a:pt x="193051" y="45155"/>
                            </a:cubicBezTo>
                            <a:cubicBezTo>
                              <a:pt x="179525" y="61157"/>
                              <a:pt x="162285" y="71825"/>
                              <a:pt x="133139" y="7496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05" name="Forme libre : forme 13004">
                        <a:extLst>
                          <a:ext uri="{FF2B5EF4-FFF2-40B4-BE49-F238E27FC236}">
                            <a16:creationId xmlns:a16="http://schemas.microsoft.com/office/drawing/2014/main" id="{FB2901AB-A97F-4EFF-AA66-B1787B11FE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63384" y="2488025"/>
                        <a:ext cx="191261" cy="32956"/>
                      </a:xfrm>
                      <a:custGeom>
                        <a:avLst/>
                        <a:gdLst>
                          <a:gd name="connsiteX0" fmla="*/ 74390 w 191261"/>
                          <a:gd name="connsiteY0" fmla="*/ 5715 h 32956"/>
                          <a:gd name="connsiteX1" fmla="*/ 34099 w 191261"/>
                          <a:gd name="connsiteY1" fmla="*/ 6382 h 32956"/>
                          <a:gd name="connsiteX2" fmla="*/ 26479 w 191261"/>
                          <a:gd name="connsiteY2" fmla="*/ 6096 h 32956"/>
                          <a:gd name="connsiteX3" fmla="*/ 17812 w 191261"/>
                          <a:gd name="connsiteY3" fmla="*/ 6668 h 32956"/>
                          <a:gd name="connsiteX4" fmla="*/ 0 w 191261"/>
                          <a:gd name="connsiteY4" fmla="*/ 6763 h 32956"/>
                          <a:gd name="connsiteX5" fmla="*/ 6858 w 191261"/>
                          <a:gd name="connsiteY5" fmla="*/ 13335 h 32956"/>
                          <a:gd name="connsiteX6" fmla="*/ 17050 w 191261"/>
                          <a:gd name="connsiteY6" fmla="*/ 17526 h 32956"/>
                          <a:gd name="connsiteX7" fmla="*/ 30004 w 191261"/>
                          <a:gd name="connsiteY7" fmla="*/ 22955 h 32956"/>
                          <a:gd name="connsiteX8" fmla="*/ 33242 w 191261"/>
                          <a:gd name="connsiteY8" fmla="*/ 26099 h 32956"/>
                          <a:gd name="connsiteX9" fmla="*/ 33718 w 191261"/>
                          <a:gd name="connsiteY9" fmla="*/ 26956 h 32956"/>
                          <a:gd name="connsiteX10" fmla="*/ 33909 w 191261"/>
                          <a:gd name="connsiteY10" fmla="*/ 27337 h 32956"/>
                          <a:gd name="connsiteX11" fmla="*/ 34957 w 191261"/>
                          <a:gd name="connsiteY11" fmla="*/ 27718 h 32956"/>
                          <a:gd name="connsiteX12" fmla="*/ 39148 w 191261"/>
                          <a:gd name="connsiteY12" fmla="*/ 29051 h 32956"/>
                          <a:gd name="connsiteX13" fmla="*/ 65056 w 191261"/>
                          <a:gd name="connsiteY13" fmla="*/ 32861 h 32956"/>
                          <a:gd name="connsiteX14" fmla="*/ 75724 w 191261"/>
                          <a:gd name="connsiteY14" fmla="*/ 32957 h 32956"/>
                          <a:gd name="connsiteX15" fmla="*/ 126301 w 191261"/>
                          <a:gd name="connsiteY15" fmla="*/ 30766 h 32956"/>
                          <a:gd name="connsiteX16" fmla="*/ 131159 w 191261"/>
                          <a:gd name="connsiteY16" fmla="*/ 30290 h 32956"/>
                          <a:gd name="connsiteX17" fmla="*/ 158020 w 191261"/>
                          <a:gd name="connsiteY17" fmla="*/ 24194 h 32956"/>
                          <a:gd name="connsiteX18" fmla="*/ 184309 w 191261"/>
                          <a:gd name="connsiteY18" fmla="*/ 7525 h 32956"/>
                          <a:gd name="connsiteX19" fmla="*/ 191071 w 191261"/>
                          <a:gd name="connsiteY19" fmla="*/ 286 h 32956"/>
                          <a:gd name="connsiteX20" fmla="*/ 191262 w 191261"/>
                          <a:gd name="connsiteY20" fmla="*/ 0 h 32956"/>
                          <a:gd name="connsiteX21" fmla="*/ 74390 w 191261"/>
                          <a:gd name="connsiteY21" fmla="*/ 5715 h 32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191261" h="32956">
                            <a:moveTo>
                              <a:pt x="74390" y="5715"/>
                            </a:moveTo>
                            <a:cubicBezTo>
                              <a:pt x="61150" y="6953"/>
                              <a:pt x="47244" y="7525"/>
                              <a:pt x="34099" y="6382"/>
                            </a:cubicBezTo>
                            <a:cubicBezTo>
                              <a:pt x="31337" y="5905"/>
                              <a:pt x="29242" y="6001"/>
                              <a:pt x="26479" y="6096"/>
                            </a:cubicBezTo>
                            <a:cubicBezTo>
                              <a:pt x="23908" y="5905"/>
                              <a:pt x="20764" y="6668"/>
                              <a:pt x="17812" y="6668"/>
                            </a:cubicBezTo>
                            <a:cubicBezTo>
                              <a:pt x="11906" y="6858"/>
                              <a:pt x="5905" y="7429"/>
                              <a:pt x="0" y="6763"/>
                            </a:cubicBezTo>
                            <a:cubicBezTo>
                              <a:pt x="1619" y="9620"/>
                              <a:pt x="4000" y="12097"/>
                              <a:pt x="6858" y="13335"/>
                            </a:cubicBezTo>
                            <a:cubicBezTo>
                              <a:pt x="10382" y="14859"/>
                              <a:pt x="13811" y="16288"/>
                              <a:pt x="17050" y="17526"/>
                            </a:cubicBezTo>
                            <a:cubicBezTo>
                              <a:pt x="21622" y="19526"/>
                              <a:pt x="26384" y="21241"/>
                              <a:pt x="30004" y="22955"/>
                            </a:cubicBezTo>
                            <a:cubicBezTo>
                              <a:pt x="31718" y="24098"/>
                              <a:pt x="32480" y="25051"/>
                              <a:pt x="33242" y="26099"/>
                            </a:cubicBezTo>
                            <a:lnTo>
                              <a:pt x="33718" y="26956"/>
                            </a:lnTo>
                            <a:lnTo>
                              <a:pt x="33909" y="27337"/>
                            </a:lnTo>
                            <a:lnTo>
                              <a:pt x="34957" y="27718"/>
                            </a:lnTo>
                            <a:cubicBezTo>
                              <a:pt x="36386" y="28194"/>
                              <a:pt x="37719" y="28670"/>
                              <a:pt x="39148" y="29051"/>
                            </a:cubicBezTo>
                            <a:cubicBezTo>
                              <a:pt x="46577" y="31242"/>
                              <a:pt x="54959" y="32576"/>
                              <a:pt x="65056" y="32861"/>
                            </a:cubicBezTo>
                            <a:cubicBezTo>
                              <a:pt x="68104" y="32861"/>
                              <a:pt x="71723" y="32957"/>
                              <a:pt x="75724" y="32957"/>
                            </a:cubicBezTo>
                            <a:cubicBezTo>
                              <a:pt x="91345" y="32766"/>
                              <a:pt x="112776" y="31813"/>
                              <a:pt x="126301" y="30766"/>
                            </a:cubicBezTo>
                            <a:cubicBezTo>
                              <a:pt x="128016" y="30575"/>
                              <a:pt x="129730" y="30480"/>
                              <a:pt x="131159" y="30290"/>
                            </a:cubicBezTo>
                            <a:cubicBezTo>
                              <a:pt x="141541" y="29146"/>
                              <a:pt x="150304" y="27146"/>
                              <a:pt x="158020" y="24194"/>
                            </a:cubicBezTo>
                            <a:cubicBezTo>
                              <a:pt x="168497" y="20098"/>
                              <a:pt x="176879" y="14383"/>
                              <a:pt x="184309" y="7525"/>
                            </a:cubicBezTo>
                            <a:cubicBezTo>
                              <a:pt x="186690" y="5239"/>
                              <a:pt x="188881" y="2858"/>
                              <a:pt x="191071" y="286"/>
                            </a:cubicBezTo>
                            <a:lnTo>
                              <a:pt x="191262" y="0"/>
                            </a:lnTo>
                            <a:cubicBezTo>
                              <a:pt x="152590" y="1429"/>
                              <a:pt x="112490" y="2191"/>
                              <a:pt x="74390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06" name="Forme libre : forme 13005">
                        <a:extLst>
                          <a:ext uri="{FF2B5EF4-FFF2-40B4-BE49-F238E27FC236}">
                            <a16:creationId xmlns:a16="http://schemas.microsoft.com/office/drawing/2014/main" id="{035F8F39-864F-4A17-9AF5-515CA37AC3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29192" y="2471248"/>
                        <a:ext cx="90414" cy="24883"/>
                      </a:xfrm>
                      <a:custGeom>
                        <a:avLst/>
                        <a:gdLst>
                          <a:gd name="connsiteX0" fmla="*/ 90402 w 90414"/>
                          <a:gd name="connsiteY0" fmla="*/ 10299 h 24883"/>
                          <a:gd name="connsiteX1" fmla="*/ 43920 w 90414"/>
                          <a:gd name="connsiteY1" fmla="*/ 24777 h 24883"/>
                          <a:gd name="connsiteX2" fmla="*/ 10 w 90414"/>
                          <a:gd name="connsiteY2" fmla="*/ 12966 h 24883"/>
                          <a:gd name="connsiteX3" fmla="*/ 42682 w 90414"/>
                          <a:gd name="connsiteY3" fmla="*/ 13 h 24883"/>
                          <a:gd name="connsiteX4" fmla="*/ 90402 w 90414"/>
                          <a:gd name="connsiteY4" fmla="*/ 10299 h 248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0414" h="24883">
                            <a:moveTo>
                              <a:pt x="90402" y="10299"/>
                            </a:moveTo>
                            <a:cubicBezTo>
                              <a:pt x="91164" y="20396"/>
                              <a:pt x="55827" y="24206"/>
                              <a:pt x="43920" y="24777"/>
                            </a:cubicBezTo>
                            <a:cubicBezTo>
                              <a:pt x="32014" y="25349"/>
                              <a:pt x="772" y="23920"/>
                              <a:pt x="10" y="12966"/>
                            </a:cubicBezTo>
                            <a:cubicBezTo>
                              <a:pt x="-657" y="2013"/>
                              <a:pt x="31443" y="13"/>
                              <a:pt x="42682" y="13"/>
                            </a:cubicBezTo>
                            <a:cubicBezTo>
                              <a:pt x="53922" y="-83"/>
                              <a:pt x="89641" y="108"/>
                              <a:pt x="90402" y="1029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07" name="Forme libre : forme 13006">
                        <a:extLst>
                          <a:ext uri="{FF2B5EF4-FFF2-40B4-BE49-F238E27FC236}">
                            <a16:creationId xmlns:a16="http://schemas.microsoft.com/office/drawing/2014/main" id="{EC731BE4-36D5-4EB0-96C9-AFF24FD417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28579" y="2473547"/>
                        <a:ext cx="64250" cy="22557"/>
                      </a:xfrm>
                      <a:custGeom>
                        <a:avLst/>
                        <a:gdLst>
                          <a:gd name="connsiteX0" fmla="*/ 19292 w 64250"/>
                          <a:gd name="connsiteY0" fmla="*/ 0 h 22557"/>
                          <a:gd name="connsiteX1" fmla="*/ 242 w 64250"/>
                          <a:gd name="connsiteY1" fmla="*/ 10668 h 22557"/>
                          <a:gd name="connsiteX2" fmla="*/ 45105 w 64250"/>
                          <a:gd name="connsiteY2" fmla="*/ 22479 h 22557"/>
                          <a:gd name="connsiteX3" fmla="*/ 64250 w 64250"/>
                          <a:gd name="connsiteY3" fmla="*/ 20003 h 22557"/>
                          <a:gd name="connsiteX4" fmla="*/ 53963 w 64250"/>
                          <a:gd name="connsiteY4" fmla="*/ 19717 h 22557"/>
                          <a:gd name="connsiteX5" fmla="*/ 19292 w 64250"/>
                          <a:gd name="connsiteY5" fmla="*/ 0 h 22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4250" h="22557">
                            <a:moveTo>
                              <a:pt x="19292" y="0"/>
                            </a:moveTo>
                            <a:cubicBezTo>
                              <a:pt x="13673" y="2096"/>
                              <a:pt x="-2139" y="3810"/>
                              <a:pt x="242" y="10668"/>
                            </a:cubicBezTo>
                            <a:cubicBezTo>
                              <a:pt x="3957" y="21527"/>
                              <a:pt x="30056" y="22955"/>
                              <a:pt x="45105" y="22479"/>
                            </a:cubicBezTo>
                            <a:cubicBezTo>
                              <a:pt x="49486" y="22384"/>
                              <a:pt x="59393" y="21146"/>
                              <a:pt x="64250" y="20003"/>
                            </a:cubicBezTo>
                            <a:cubicBezTo>
                              <a:pt x="61393" y="20003"/>
                              <a:pt x="56630" y="20193"/>
                              <a:pt x="53963" y="19717"/>
                            </a:cubicBezTo>
                            <a:cubicBezTo>
                              <a:pt x="38628" y="16764"/>
                              <a:pt x="20531" y="12002"/>
                              <a:pt x="1929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08" name="Forme libre : forme 13007">
                        <a:extLst>
                          <a:ext uri="{FF2B5EF4-FFF2-40B4-BE49-F238E27FC236}">
                            <a16:creationId xmlns:a16="http://schemas.microsoft.com/office/drawing/2014/main" id="{5AF3CC54-6D55-41B7-9BC3-76A4BC384A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34009" y="2473757"/>
                        <a:ext cx="90727" cy="25256"/>
                      </a:xfrm>
                      <a:custGeom>
                        <a:avLst/>
                        <a:gdLst>
                          <a:gd name="connsiteX0" fmla="*/ 90633 w 90727"/>
                          <a:gd name="connsiteY0" fmla="*/ 10077 h 25256"/>
                          <a:gd name="connsiteX1" fmla="*/ 43484 w 90727"/>
                          <a:gd name="connsiteY1" fmla="*/ 25031 h 25256"/>
                          <a:gd name="connsiteX2" fmla="*/ 50 w 90727"/>
                          <a:gd name="connsiteY2" fmla="*/ 13030 h 25256"/>
                          <a:gd name="connsiteX3" fmla="*/ 42532 w 90727"/>
                          <a:gd name="connsiteY3" fmla="*/ 76 h 25256"/>
                          <a:gd name="connsiteX4" fmla="*/ 90633 w 90727"/>
                          <a:gd name="connsiteY4" fmla="*/ 10077 h 252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0727" h="25256">
                            <a:moveTo>
                              <a:pt x="90633" y="10077"/>
                            </a:moveTo>
                            <a:cubicBezTo>
                              <a:pt x="88347" y="20364"/>
                              <a:pt x="56438" y="24079"/>
                              <a:pt x="43484" y="25031"/>
                            </a:cubicBezTo>
                            <a:cubicBezTo>
                              <a:pt x="30626" y="25984"/>
                              <a:pt x="1479" y="24269"/>
                              <a:pt x="50" y="13030"/>
                            </a:cubicBezTo>
                            <a:cubicBezTo>
                              <a:pt x="-1474" y="1886"/>
                              <a:pt x="32149" y="362"/>
                              <a:pt x="42532" y="76"/>
                            </a:cubicBezTo>
                            <a:cubicBezTo>
                              <a:pt x="52914" y="-210"/>
                              <a:pt x="92919" y="-210"/>
                              <a:pt x="90633" y="1007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09" name="Forme libre : forme 13008">
                        <a:extLst>
                          <a:ext uri="{FF2B5EF4-FFF2-40B4-BE49-F238E27FC236}">
                            <a16:creationId xmlns:a16="http://schemas.microsoft.com/office/drawing/2014/main" id="{F08965D7-3151-4324-81D5-F3031FC9EB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85940" y="2464814"/>
                        <a:ext cx="113836" cy="49204"/>
                      </a:xfrm>
                      <a:custGeom>
                        <a:avLst/>
                        <a:gdLst>
                          <a:gd name="connsiteX0" fmla="*/ 1923 w 113836"/>
                          <a:gd name="connsiteY0" fmla="*/ 22353 h 49204"/>
                          <a:gd name="connsiteX1" fmla="*/ 13067 w 113836"/>
                          <a:gd name="connsiteY1" fmla="*/ 33117 h 49204"/>
                          <a:gd name="connsiteX2" fmla="*/ 54882 w 113836"/>
                          <a:gd name="connsiteY2" fmla="*/ 48452 h 49204"/>
                          <a:gd name="connsiteX3" fmla="*/ 98507 w 113836"/>
                          <a:gd name="connsiteY3" fmla="*/ 44642 h 49204"/>
                          <a:gd name="connsiteX4" fmla="*/ 113366 w 113836"/>
                          <a:gd name="connsiteY4" fmla="*/ 30259 h 49204"/>
                          <a:gd name="connsiteX5" fmla="*/ 99173 w 113836"/>
                          <a:gd name="connsiteY5" fmla="*/ 25020 h 49204"/>
                          <a:gd name="connsiteX6" fmla="*/ 60407 w 113836"/>
                          <a:gd name="connsiteY6" fmla="*/ 12257 h 49204"/>
                          <a:gd name="connsiteX7" fmla="*/ 21545 w 113836"/>
                          <a:gd name="connsiteY7" fmla="*/ 351 h 49204"/>
                          <a:gd name="connsiteX8" fmla="*/ 11829 w 113836"/>
                          <a:gd name="connsiteY8" fmla="*/ 3208 h 49204"/>
                          <a:gd name="connsiteX9" fmla="*/ 7066 w 113836"/>
                          <a:gd name="connsiteY9" fmla="*/ 5589 h 49204"/>
                          <a:gd name="connsiteX10" fmla="*/ 3257 w 113836"/>
                          <a:gd name="connsiteY10" fmla="*/ 8923 h 49204"/>
                          <a:gd name="connsiteX11" fmla="*/ 1923 w 113836"/>
                          <a:gd name="connsiteY11" fmla="*/ 22353 h 49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13836" h="49204">
                            <a:moveTo>
                              <a:pt x="1923" y="22353"/>
                            </a:moveTo>
                            <a:cubicBezTo>
                              <a:pt x="5924" y="28068"/>
                              <a:pt x="7162" y="29021"/>
                              <a:pt x="13067" y="33117"/>
                            </a:cubicBezTo>
                            <a:cubicBezTo>
                              <a:pt x="26116" y="40356"/>
                              <a:pt x="37070" y="46261"/>
                              <a:pt x="54882" y="48452"/>
                            </a:cubicBezTo>
                            <a:cubicBezTo>
                              <a:pt x="69741" y="50262"/>
                              <a:pt x="86315" y="48738"/>
                              <a:pt x="98507" y="44642"/>
                            </a:cubicBezTo>
                            <a:cubicBezTo>
                              <a:pt x="107555" y="41594"/>
                              <a:pt x="115937" y="36260"/>
                              <a:pt x="113366" y="30259"/>
                            </a:cubicBezTo>
                            <a:cubicBezTo>
                              <a:pt x="111746" y="26544"/>
                              <a:pt x="104793" y="26544"/>
                              <a:pt x="99173" y="25020"/>
                            </a:cubicBezTo>
                            <a:cubicBezTo>
                              <a:pt x="85933" y="21496"/>
                              <a:pt x="73265" y="18734"/>
                              <a:pt x="60407" y="12257"/>
                            </a:cubicBezTo>
                            <a:cubicBezTo>
                              <a:pt x="49548" y="6733"/>
                              <a:pt x="37642" y="-1840"/>
                              <a:pt x="21545" y="351"/>
                            </a:cubicBezTo>
                            <a:cubicBezTo>
                              <a:pt x="17925" y="827"/>
                              <a:pt x="14591" y="1875"/>
                              <a:pt x="11829" y="3208"/>
                            </a:cubicBezTo>
                            <a:cubicBezTo>
                              <a:pt x="10591" y="3875"/>
                              <a:pt x="8591" y="4637"/>
                              <a:pt x="7066" y="5589"/>
                            </a:cubicBezTo>
                            <a:cubicBezTo>
                              <a:pt x="5447" y="6351"/>
                              <a:pt x="4304" y="7875"/>
                              <a:pt x="3257" y="8923"/>
                            </a:cubicBezTo>
                            <a:cubicBezTo>
                              <a:pt x="-934" y="13686"/>
                              <a:pt x="-744" y="18448"/>
                              <a:pt x="1923" y="2235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10" name="Forme libre : forme 13009">
                        <a:extLst>
                          <a:ext uri="{FF2B5EF4-FFF2-40B4-BE49-F238E27FC236}">
                            <a16:creationId xmlns:a16="http://schemas.microsoft.com/office/drawing/2014/main" id="{B4D94AD6-8F3C-442D-BA0E-8BD2669CCD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08792" y="2464010"/>
                        <a:ext cx="36633" cy="12988"/>
                      </a:xfrm>
                      <a:custGeom>
                        <a:avLst/>
                        <a:gdLst>
                          <a:gd name="connsiteX0" fmla="*/ 3551 w 36633"/>
                          <a:gd name="connsiteY0" fmla="*/ 7727 h 12988"/>
                          <a:gd name="connsiteX1" fmla="*/ 122 w 36633"/>
                          <a:gd name="connsiteY1" fmla="*/ 10394 h 12988"/>
                          <a:gd name="connsiteX2" fmla="*/ 2884 w 36633"/>
                          <a:gd name="connsiteY2" fmla="*/ 12775 h 12988"/>
                          <a:gd name="connsiteX3" fmla="*/ 9647 w 36633"/>
                          <a:gd name="connsiteY3" fmla="*/ 12680 h 12988"/>
                          <a:gd name="connsiteX4" fmla="*/ 26030 w 36633"/>
                          <a:gd name="connsiteY4" fmla="*/ 10108 h 12988"/>
                          <a:gd name="connsiteX5" fmla="*/ 31840 w 36633"/>
                          <a:gd name="connsiteY5" fmla="*/ 8394 h 12988"/>
                          <a:gd name="connsiteX6" fmla="*/ 28030 w 36633"/>
                          <a:gd name="connsiteY6" fmla="*/ 107 h 12988"/>
                          <a:gd name="connsiteX7" fmla="*/ 3551 w 36633"/>
                          <a:gd name="connsiteY7" fmla="*/ 7727 h 129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6633" h="12988">
                            <a:moveTo>
                              <a:pt x="3551" y="7727"/>
                            </a:moveTo>
                            <a:cubicBezTo>
                              <a:pt x="1836" y="8584"/>
                              <a:pt x="693" y="9156"/>
                              <a:pt x="122" y="10394"/>
                            </a:cubicBezTo>
                            <a:cubicBezTo>
                              <a:pt x="-450" y="11632"/>
                              <a:pt x="1074" y="12394"/>
                              <a:pt x="2884" y="12775"/>
                            </a:cubicBezTo>
                            <a:cubicBezTo>
                              <a:pt x="4789" y="13156"/>
                              <a:pt x="7456" y="12966"/>
                              <a:pt x="9647" y="12680"/>
                            </a:cubicBezTo>
                            <a:cubicBezTo>
                              <a:pt x="15076" y="12108"/>
                              <a:pt x="20886" y="11251"/>
                              <a:pt x="26030" y="10108"/>
                            </a:cubicBezTo>
                            <a:cubicBezTo>
                              <a:pt x="28125" y="9632"/>
                              <a:pt x="30221" y="9251"/>
                              <a:pt x="31840" y="8394"/>
                            </a:cubicBezTo>
                            <a:cubicBezTo>
                              <a:pt x="38889" y="4774"/>
                              <a:pt x="38603" y="-845"/>
                              <a:pt x="28030" y="107"/>
                            </a:cubicBezTo>
                            <a:cubicBezTo>
                              <a:pt x="19934" y="679"/>
                              <a:pt x="10314" y="4298"/>
                              <a:pt x="3551" y="772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11" name="Forme libre : forme 13010">
                        <a:extLst>
                          <a:ext uri="{FF2B5EF4-FFF2-40B4-BE49-F238E27FC236}">
                            <a16:creationId xmlns:a16="http://schemas.microsoft.com/office/drawing/2014/main" id="{64981CEB-20ED-4BC0-9B9D-716BD5F592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96734" y="2485739"/>
                        <a:ext cx="55054" cy="30956"/>
                      </a:xfrm>
                      <a:custGeom>
                        <a:avLst/>
                        <a:gdLst>
                          <a:gd name="connsiteX0" fmla="*/ 55054 w 55054"/>
                          <a:gd name="connsiteY0" fmla="*/ 0 h 30956"/>
                          <a:gd name="connsiteX1" fmla="*/ 0 w 55054"/>
                          <a:gd name="connsiteY1" fmla="*/ 30956 h 30956"/>
                          <a:gd name="connsiteX2" fmla="*/ 55054 w 55054"/>
                          <a:gd name="connsiteY2" fmla="*/ 0 h 30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5054" h="30956">
                            <a:moveTo>
                              <a:pt x="55054" y="0"/>
                            </a:moveTo>
                            <a:cubicBezTo>
                              <a:pt x="47720" y="14478"/>
                              <a:pt x="18479" y="24860"/>
                              <a:pt x="0" y="30956"/>
                            </a:cubicBezTo>
                            <a:cubicBezTo>
                              <a:pt x="20098" y="24384"/>
                              <a:pt x="41053" y="11430"/>
                              <a:pt x="5505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12" name="Forme libre : forme 13011">
                        <a:extLst>
                          <a:ext uri="{FF2B5EF4-FFF2-40B4-BE49-F238E27FC236}">
                            <a16:creationId xmlns:a16="http://schemas.microsoft.com/office/drawing/2014/main" id="{9DB6E0B9-CB84-4445-B576-26A12BF175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64527" y="2447829"/>
                        <a:ext cx="65627" cy="34766"/>
                      </a:xfrm>
                      <a:custGeom>
                        <a:avLst/>
                        <a:gdLst>
                          <a:gd name="connsiteX0" fmla="*/ 65627 w 65627"/>
                          <a:gd name="connsiteY0" fmla="*/ 0 h 34766"/>
                          <a:gd name="connsiteX1" fmla="*/ 30480 w 65627"/>
                          <a:gd name="connsiteY1" fmla="*/ 9525 h 34766"/>
                          <a:gd name="connsiteX2" fmla="*/ 18479 w 65627"/>
                          <a:gd name="connsiteY2" fmla="*/ 14954 h 34766"/>
                          <a:gd name="connsiteX3" fmla="*/ 10573 w 65627"/>
                          <a:gd name="connsiteY3" fmla="*/ 21431 h 34766"/>
                          <a:gd name="connsiteX4" fmla="*/ 0 w 65627"/>
                          <a:gd name="connsiteY4" fmla="*/ 34766 h 34766"/>
                          <a:gd name="connsiteX5" fmla="*/ 10478 w 65627"/>
                          <a:gd name="connsiteY5" fmla="*/ 21812 h 34766"/>
                          <a:gd name="connsiteX6" fmla="*/ 18955 w 65627"/>
                          <a:gd name="connsiteY6" fmla="*/ 15526 h 34766"/>
                          <a:gd name="connsiteX7" fmla="*/ 24955 w 65627"/>
                          <a:gd name="connsiteY7" fmla="*/ 12478 h 34766"/>
                          <a:gd name="connsiteX8" fmla="*/ 31528 w 65627"/>
                          <a:gd name="connsiteY8" fmla="*/ 10478 h 34766"/>
                          <a:gd name="connsiteX9" fmla="*/ 65627 w 65627"/>
                          <a:gd name="connsiteY9" fmla="*/ 0 h 347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5627" h="34766">
                            <a:moveTo>
                              <a:pt x="65627" y="0"/>
                            </a:moveTo>
                            <a:cubicBezTo>
                              <a:pt x="52959" y="1238"/>
                              <a:pt x="41720" y="4763"/>
                              <a:pt x="30480" y="9525"/>
                            </a:cubicBezTo>
                            <a:cubicBezTo>
                              <a:pt x="25908" y="10478"/>
                              <a:pt x="21907" y="12859"/>
                              <a:pt x="18479" y="14954"/>
                            </a:cubicBezTo>
                            <a:cubicBezTo>
                              <a:pt x="14954" y="16954"/>
                              <a:pt x="12668" y="19241"/>
                              <a:pt x="10573" y="21431"/>
                            </a:cubicBezTo>
                            <a:cubicBezTo>
                              <a:pt x="6096" y="25813"/>
                              <a:pt x="2857" y="30290"/>
                              <a:pt x="0" y="34766"/>
                            </a:cubicBezTo>
                            <a:cubicBezTo>
                              <a:pt x="2381" y="30480"/>
                              <a:pt x="5715" y="26099"/>
                              <a:pt x="10478" y="21812"/>
                            </a:cubicBezTo>
                            <a:cubicBezTo>
                              <a:pt x="12763" y="19621"/>
                              <a:pt x="15240" y="17526"/>
                              <a:pt x="18955" y="15526"/>
                            </a:cubicBezTo>
                            <a:cubicBezTo>
                              <a:pt x="20764" y="14478"/>
                              <a:pt x="22860" y="13526"/>
                              <a:pt x="24955" y="12478"/>
                            </a:cubicBezTo>
                            <a:cubicBezTo>
                              <a:pt x="26956" y="11525"/>
                              <a:pt x="29623" y="11144"/>
                              <a:pt x="31528" y="10478"/>
                            </a:cubicBezTo>
                            <a:cubicBezTo>
                              <a:pt x="43053" y="6191"/>
                              <a:pt x="55150" y="2667"/>
                              <a:pt x="6562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13" name="Forme libre : forme 13012">
                        <a:extLst>
                          <a:ext uri="{FF2B5EF4-FFF2-40B4-BE49-F238E27FC236}">
                            <a16:creationId xmlns:a16="http://schemas.microsoft.com/office/drawing/2014/main" id="{54C8002A-BF60-4659-88C8-EBA633C884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65388" y="2473572"/>
                        <a:ext cx="33577" cy="8337"/>
                      </a:xfrm>
                      <a:custGeom>
                        <a:avLst/>
                        <a:gdLst>
                          <a:gd name="connsiteX0" fmla="*/ 33347 w 33577"/>
                          <a:gd name="connsiteY0" fmla="*/ 5690 h 8337"/>
                          <a:gd name="connsiteX1" fmla="*/ 13725 w 33577"/>
                          <a:gd name="connsiteY1" fmla="*/ 7976 h 8337"/>
                          <a:gd name="connsiteX2" fmla="*/ 295 w 33577"/>
                          <a:gd name="connsiteY2" fmla="*/ 2547 h 8337"/>
                          <a:gd name="connsiteX3" fmla="*/ 18774 w 33577"/>
                          <a:gd name="connsiteY3" fmla="*/ 546 h 8337"/>
                          <a:gd name="connsiteX4" fmla="*/ 33347 w 33577"/>
                          <a:gd name="connsiteY4" fmla="*/ 5690 h 83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577" h="8337">
                            <a:moveTo>
                              <a:pt x="33347" y="5690"/>
                            </a:moveTo>
                            <a:cubicBezTo>
                              <a:pt x="31251" y="9310"/>
                              <a:pt x="17821" y="8262"/>
                              <a:pt x="13725" y="7976"/>
                            </a:cubicBezTo>
                            <a:cubicBezTo>
                              <a:pt x="9630" y="7690"/>
                              <a:pt x="-1991" y="6261"/>
                              <a:pt x="295" y="2547"/>
                            </a:cubicBezTo>
                            <a:cubicBezTo>
                              <a:pt x="2676" y="-1168"/>
                              <a:pt x="14964" y="165"/>
                              <a:pt x="18774" y="546"/>
                            </a:cubicBezTo>
                            <a:cubicBezTo>
                              <a:pt x="22679" y="928"/>
                              <a:pt x="35442" y="2070"/>
                              <a:pt x="33347" y="569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14" name="Forme libre : forme 13013">
                        <a:extLst>
                          <a:ext uri="{FF2B5EF4-FFF2-40B4-BE49-F238E27FC236}">
                            <a16:creationId xmlns:a16="http://schemas.microsoft.com/office/drawing/2014/main" id="{3D852503-3D8C-430E-BE36-F10F8DB8D6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94510" y="2476669"/>
                        <a:ext cx="9495" cy="3280"/>
                      </a:xfrm>
                      <a:custGeom>
                        <a:avLst/>
                        <a:gdLst>
                          <a:gd name="connsiteX0" fmla="*/ 9463 w 9495"/>
                          <a:gd name="connsiteY0" fmla="*/ 1450 h 3280"/>
                          <a:gd name="connsiteX1" fmla="*/ 5177 w 9495"/>
                          <a:gd name="connsiteY1" fmla="*/ 3259 h 3280"/>
                          <a:gd name="connsiteX2" fmla="*/ 34 w 9495"/>
                          <a:gd name="connsiteY2" fmla="*/ 1831 h 3280"/>
                          <a:gd name="connsiteX3" fmla="*/ 4225 w 9495"/>
                          <a:gd name="connsiteY3" fmla="*/ 21 h 3280"/>
                          <a:gd name="connsiteX4" fmla="*/ 9463 w 9495"/>
                          <a:gd name="connsiteY4" fmla="*/ 1450 h 32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95" h="3280">
                            <a:moveTo>
                              <a:pt x="9463" y="1450"/>
                            </a:moveTo>
                            <a:cubicBezTo>
                              <a:pt x="9844" y="2783"/>
                              <a:pt x="6796" y="3259"/>
                              <a:pt x="5177" y="3259"/>
                            </a:cubicBezTo>
                            <a:cubicBezTo>
                              <a:pt x="3558" y="3355"/>
                              <a:pt x="319" y="3164"/>
                              <a:pt x="34" y="1831"/>
                            </a:cubicBezTo>
                            <a:cubicBezTo>
                              <a:pt x="-347" y="402"/>
                              <a:pt x="2605" y="116"/>
                              <a:pt x="4225" y="21"/>
                            </a:cubicBezTo>
                            <a:cubicBezTo>
                              <a:pt x="5749" y="-74"/>
                              <a:pt x="9082" y="116"/>
                              <a:pt x="9463" y="145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3015" name="Forme libre : forme 13014">
                        <a:extLst>
                          <a:ext uri="{FF2B5EF4-FFF2-40B4-BE49-F238E27FC236}">
                            <a16:creationId xmlns:a16="http://schemas.microsoft.com/office/drawing/2014/main" id="{BE9B3F77-0FD6-4D0E-A0CD-92D8AECEF5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64515" y="2449624"/>
                        <a:ext cx="83212" cy="33384"/>
                      </a:xfrm>
                      <a:custGeom>
                        <a:avLst/>
                        <a:gdLst>
                          <a:gd name="connsiteX0" fmla="*/ 61938 w 83212"/>
                          <a:gd name="connsiteY0" fmla="*/ 13350 h 33384"/>
                          <a:gd name="connsiteX1" fmla="*/ 82607 w 83212"/>
                          <a:gd name="connsiteY1" fmla="*/ 27352 h 33384"/>
                          <a:gd name="connsiteX2" fmla="*/ 77082 w 83212"/>
                          <a:gd name="connsiteY2" fmla="*/ 33353 h 33384"/>
                          <a:gd name="connsiteX3" fmla="*/ 67081 w 83212"/>
                          <a:gd name="connsiteY3" fmla="*/ 30305 h 33384"/>
                          <a:gd name="connsiteX4" fmla="*/ 37363 w 83212"/>
                          <a:gd name="connsiteY4" fmla="*/ 18303 h 33384"/>
                          <a:gd name="connsiteX5" fmla="*/ 692 w 83212"/>
                          <a:gd name="connsiteY5" fmla="*/ 4968 h 33384"/>
                          <a:gd name="connsiteX6" fmla="*/ 42602 w 83212"/>
                          <a:gd name="connsiteY6" fmla="*/ 3063 h 33384"/>
                          <a:gd name="connsiteX7" fmla="*/ 61938 w 83212"/>
                          <a:gd name="connsiteY7" fmla="*/ 13350 h 333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3212" h="33384">
                            <a:moveTo>
                              <a:pt x="61938" y="13350"/>
                            </a:moveTo>
                            <a:cubicBezTo>
                              <a:pt x="70796" y="17732"/>
                              <a:pt x="77273" y="20875"/>
                              <a:pt x="82607" y="27352"/>
                            </a:cubicBezTo>
                            <a:cubicBezTo>
                              <a:pt x="84607" y="29733"/>
                              <a:pt x="81369" y="33067"/>
                              <a:pt x="77082" y="33353"/>
                            </a:cubicBezTo>
                            <a:cubicBezTo>
                              <a:pt x="72796" y="33638"/>
                              <a:pt x="70034" y="31924"/>
                              <a:pt x="67081" y="30305"/>
                            </a:cubicBezTo>
                            <a:cubicBezTo>
                              <a:pt x="57937" y="25256"/>
                              <a:pt x="48222" y="21732"/>
                              <a:pt x="37363" y="18303"/>
                            </a:cubicBezTo>
                            <a:cubicBezTo>
                              <a:pt x="30600" y="16208"/>
                              <a:pt x="-5404" y="12874"/>
                              <a:pt x="692" y="4968"/>
                            </a:cubicBezTo>
                            <a:cubicBezTo>
                              <a:pt x="6788" y="-2937"/>
                              <a:pt x="33648" y="301"/>
                              <a:pt x="42602" y="3063"/>
                            </a:cubicBezTo>
                            <a:cubicBezTo>
                              <a:pt x="51650" y="5826"/>
                              <a:pt x="55270" y="10112"/>
                              <a:pt x="61938" y="1335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61" name="Graphique 1">
                    <a:extLst>
                      <a:ext uri="{FF2B5EF4-FFF2-40B4-BE49-F238E27FC236}">
                        <a16:creationId xmlns:a16="http://schemas.microsoft.com/office/drawing/2014/main" id="{73E883CD-B54D-4A81-9D76-CFA1D51460F6}"/>
                      </a:ext>
                    </a:extLst>
                  </p:cNvPr>
                  <p:cNvGrpSpPr/>
                  <p:nvPr/>
                </p:nvGrpSpPr>
                <p:grpSpPr>
                  <a:xfrm>
                    <a:off x="4479802" y="2671193"/>
                    <a:ext cx="291101" cy="177941"/>
                    <a:chOff x="4479802" y="2671193"/>
                    <a:chExt cx="291101" cy="177941"/>
                  </a:xfrm>
                  <a:solidFill>
                    <a:schemeClr val="accent1"/>
                  </a:solidFill>
                </p:grpSpPr>
                <p:grpSp>
                  <p:nvGrpSpPr>
                    <p:cNvPr id="12971" name="Graphique 1">
                      <a:extLst>
                        <a:ext uri="{FF2B5EF4-FFF2-40B4-BE49-F238E27FC236}">
                          <a16:creationId xmlns:a16="http://schemas.microsoft.com/office/drawing/2014/main" id="{C8EFF319-57F8-44C6-AEF1-758A4413DE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79802" y="2755126"/>
                      <a:ext cx="155938" cy="94008"/>
                      <a:chOff x="4479802" y="2755126"/>
                      <a:chExt cx="155938" cy="94008"/>
                    </a:xfrm>
                    <a:solidFill>
                      <a:schemeClr val="accent1"/>
                    </a:solidFill>
                  </p:grpSpPr>
                  <p:sp>
                    <p:nvSpPr>
                      <p:cNvPr id="12985" name="Forme libre : forme 12984">
                        <a:extLst>
                          <a:ext uri="{FF2B5EF4-FFF2-40B4-BE49-F238E27FC236}">
                            <a16:creationId xmlns:a16="http://schemas.microsoft.com/office/drawing/2014/main" id="{AE858CD5-C587-409D-B671-F804D75046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79808" y="2755126"/>
                        <a:ext cx="155931" cy="94008"/>
                      </a:xfrm>
                      <a:custGeom>
                        <a:avLst/>
                        <a:gdLst>
                          <a:gd name="connsiteX0" fmla="*/ 120104 w 155931"/>
                          <a:gd name="connsiteY0" fmla="*/ 72656 h 94008"/>
                          <a:gd name="connsiteX1" fmla="*/ 92862 w 155931"/>
                          <a:gd name="connsiteY1" fmla="*/ 84276 h 94008"/>
                          <a:gd name="connsiteX2" fmla="*/ 63430 w 155931"/>
                          <a:gd name="connsiteY2" fmla="*/ 92563 h 94008"/>
                          <a:gd name="connsiteX3" fmla="*/ 3137 w 155931"/>
                          <a:gd name="connsiteY3" fmla="*/ 72846 h 94008"/>
                          <a:gd name="connsiteX4" fmla="*/ 3804 w 155931"/>
                          <a:gd name="connsiteY4" fmla="*/ 51320 h 94008"/>
                          <a:gd name="connsiteX5" fmla="*/ 45904 w 155931"/>
                          <a:gd name="connsiteY5" fmla="*/ 19125 h 94008"/>
                          <a:gd name="connsiteX6" fmla="*/ 67335 w 155931"/>
                          <a:gd name="connsiteY6" fmla="*/ 11981 h 94008"/>
                          <a:gd name="connsiteX7" fmla="*/ 89147 w 155931"/>
                          <a:gd name="connsiteY7" fmla="*/ 4075 h 94008"/>
                          <a:gd name="connsiteX8" fmla="*/ 117342 w 155931"/>
                          <a:gd name="connsiteY8" fmla="*/ 265 h 94008"/>
                          <a:gd name="connsiteX9" fmla="*/ 143821 w 155931"/>
                          <a:gd name="connsiteY9" fmla="*/ 7409 h 94008"/>
                          <a:gd name="connsiteX10" fmla="*/ 155822 w 155931"/>
                          <a:gd name="connsiteY10" fmla="*/ 24649 h 94008"/>
                          <a:gd name="connsiteX11" fmla="*/ 145631 w 155931"/>
                          <a:gd name="connsiteY11" fmla="*/ 51320 h 94008"/>
                          <a:gd name="connsiteX12" fmla="*/ 120104 w 155931"/>
                          <a:gd name="connsiteY12" fmla="*/ 72656 h 94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55931" h="94008">
                            <a:moveTo>
                              <a:pt x="120104" y="72656"/>
                            </a:moveTo>
                            <a:cubicBezTo>
                              <a:pt x="114008" y="76084"/>
                              <a:pt x="103530" y="80275"/>
                              <a:pt x="92862" y="84276"/>
                            </a:cubicBezTo>
                            <a:cubicBezTo>
                              <a:pt x="82004" y="87896"/>
                              <a:pt x="70954" y="91324"/>
                              <a:pt x="63430" y="92563"/>
                            </a:cubicBezTo>
                            <a:cubicBezTo>
                              <a:pt x="35426" y="97706"/>
                              <a:pt x="17805" y="88657"/>
                              <a:pt x="3137" y="72846"/>
                            </a:cubicBezTo>
                            <a:cubicBezTo>
                              <a:pt x="-2102" y="67226"/>
                              <a:pt x="-7" y="56368"/>
                              <a:pt x="3804" y="51320"/>
                            </a:cubicBezTo>
                            <a:cubicBezTo>
                              <a:pt x="15710" y="36365"/>
                              <a:pt x="26187" y="25888"/>
                              <a:pt x="45904" y="19125"/>
                            </a:cubicBezTo>
                            <a:cubicBezTo>
                              <a:pt x="51333" y="17315"/>
                              <a:pt x="59239" y="14648"/>
                              <a:pt x="67335" y="11981"/>
                            </a:cubicBezTo>
                            <a:cubicBezTo>
                              <a:pt x="75431" y="8838"/>
                              <a:pt x="83623" y="6362"/>
                              <a:pt x="89147" y="4075"/>
                            </a:cubicBezTo>
                            <a:cubicBezTo>
                              <a:pt x="99529" y="265"/>
                              <a:pt x="108578" y="-496"/>
                              <a:pt x="117342" y="265"/>
                            </a:cubicBezTo>
                            <a:cubicBezTo>
                              <a:pt x="126105" y="1123"/>
                              <a:pt x="134677" y="4171"/>
                              <a:pt x="143821" y="7409"/>
                            </a:cubicBezTo>
                            <a:cubicBezTo>
                              <a:pt x="150202" y="9695"/>
                              <a:pt x="156870" y="17887"/>
                              <a:pt x="155822" y="24649"/>
                            </a:cubicBezTo>
                            <a:cubicBezTo>
                              <a:pt x="154394" y="34556"/>
                              <a:pt x="151251" y="43414"/>
                              <a:pt x="145631" y="51320"/>
                            </a:cubicBezTo>
                            <a:cubicBezTo>
                              <a:pt x="139916" y="59416"/>
                              <a:pt x="131819" y="66655"/>
                              <a:pt x="120104" y="7265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86" name="Forme libre : forme 12985">
                        <a:extLst>
                          <a:ext uri="{FF2B5EF4-FFF2-40B4-BE49-F238E27FC236}">
                            <a16:creationId xmlns:a16="http://schemas.microsoft.com/office/drawing/2014/main" id="{64E613DF-00BB-4C84-8BC4-3CDC6C8D1C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79802" y="2779204"/>
                        <a:ext cx="155543" cy="69766"/>
                      </a:xfrm>
                      <a:custGeom>
                        <a:avLst/>
                        <a:gdLst>
                          <a:gd name="connsiteX0" fmla="*/ 65056 w 155543"/>
                          <a:gd name="connsiteY0" fmla="*/ 40005 h 69766"/>
                          <a:gd name="connsiteX1" fmla="*/ 0 w 155543"/>
                          <a:gd name="connsiteY1" fmla="*/ 39719 h 69766"/>
                          <a:gd name="connsiteX2" fmla="*/ 3048 w 155543"/>
                          <a:gd name="connsiteY2" fmla="*/ 48578 h 69766"/>
                          <a:gd name="connsiteX3" fmla="*/ 10954 w 155543"/>
                          <a:gd name="connsiteY3" fmla="*/ 56102 h 69766"/>
                          <a:gd name="connsiteX4" fmla="*/ 39053 w 155543"/>
                          <a:gd name="connsiteY4" fmla="*/ 69056 h 69766"/>
                          <a:gd name="connsiteX5" fmla="*/ 63341 w 155543"/>
                          <a:gd name="connsiteY5" fmla="*/ 68294 h 69766"/>
                          <a:gd name="connsiteX6" fmla="*/ 72962 w 155543"/>
                          <a:gd name="connsiteY6" fmla="*/ 66104 h 69766"/>
                          <a:gd name="connsiteX7" fmla="*/ 116110 w 155543"/>
                          <a:gd name="connsiteY7" fmla="*/ 50387 h 69766"/>
                          <a:gd name="connsiteX8" fmla="*/ 120015 w 155543"/>
                          <a:gd name="connsiteY8" fmla="*/ 48387 h 69766"/>
                          <a:gd name="connsiteX9" fmla="*/ 139827 w 155543"/>
                          <a:gd name="connsiteY9" fmla="*/ 33814 h 69766"/>
                          <a:gd name="connsiteX10" fmla="*/ 153639 w 155543"/>
                          <a:gd name="connsiteY10" fmla="*/ 9430 h 69766"/>
                          <a:gd name="connsiteX11" fmla="*/ 155543 w 155543"/>
                          <a:gd name="connsiteY11" fmla="*/ 381 h 69766"/>
                          <a:gd name="connsiteX12" fmla="*/ 155543 w 155543"/>
                          <a:gd name="connsiteY12" fmla="*/ 0 h 69766"/>
                          <a:gd name="connsiteX13" fmla="*/ 65056 w 155543"/>
                          <a:gd name="connsiteY13" fmla="*/ 40005 h 697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55543" h="69766">
                            <a:moveTo>
                              <a:pt x="65056" y="40005"/>
                            </a:moveTo>
                            <a:cubicBezTo>
                              <a:pt x="43910" y="47911"/>
                              <a:pt x="17526" y="51435"/>
                              <a:pt x="0" y="39719"/>
                            </a:cubicBezTo>
                            <a:cubicBezTo>
                              <a:pt x="0" y="43053"/>
                              <a:pt x="1048" y="46292"/>
                              <a:pt x="3048" y="48578"/>
                            </a:cubicBezTo>
                            <a:cubicBezTo>
                              <a:pt x="5620" y="51435"/>
                              <a:pt x="8192" y="53816"/>
                              <a:pt x="10954" y="56102"/>
                            </a:cubicBezTo>
                            <a:cubicBezTo>
                              <a:pt x="18860" y="62674"/>
                              <a:pt x="27908" y="67246"/>
                              <a:pt x="39053" y="69056"/>
                            </a:cubicBezTo>
                            <a:cubicBezTo>
                              <a:pt x="46196" y="70104"/>
                              <a:pt x="54292" y="70104"/>
                              <a:pt x="63341" y="68294"/>
                            </a:cubicBezTo>
                            <a:cubicBezTo>
                              <a:pt x="66104" y="67723"/>
                              <a:pt x="69437" y="67151"/>
                              <a:pt x="72962" y="66104"/>
                            </a:cubicBezTo>
                            <a:cubicBezTo>
                              <a:pt x="86868" y="62389"/>
                              <a:pt x="105061" y="55626"/>
                              <a:pt x="116110" y="50387"/>
                            </a:cubicBezTo>
                            <a:cubicBezTo>
                              <a:pt x="117538" y="49721"/>
                              <a:pt x="118872" y="48959"/>
                              <a:pt x="120015" y="48387"/>
                            </a:cubicBezTo>
                            <a:cubicBezTo>
                              <a:pt x="128302" y="44005"/>
                              <a:pt x="134874" y="39338"/>
                              <a:pt x="139827" y="33814"/>
                            </a:cubicBezTo>
                            <a:cubicBezTo>
                              <a:pt x="146590" y="26289"/>
                              <a:pt x="150971" y="18288"/>
                              <a:pt x="153639" y="9430"/>
                            </a:cubicBezTo>
                            <a:cubicBezTo>
                              <a:pt x="154400" y="6477"/>
                              <a:pt x="155067" y="3429"/>
                              <a:pt x="155543" y="381"/>
                            </a:cubicBezTo>
                            <a:lnTo>
                              <a:pt x="155543" y="0"/>
                            </a:lnTo>
                            <a:cubicBezTo>
                              <a:pt x="126873" y="15621"/>
                              <a:pt x="95631" y="28670"/>
                              <a:pt x="65056" y="4000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87" name="Forme libre : forme 12986">
                        <a:extLst>
                          <a:ext uri="{FF2B5EF4-FFF2-40B4-BE49-F238E27FC236}">
                            <a16:creationId xmlns:a16="http://schemas.microsoft.com/office/drawing/2014/main" id="{D5E66A29-5298-443A-B838-105E090A6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35292" y="2782151"/>
                        <a:ext cx="71208" cy="35852"/>
                      </a:xfrm>
                      <a:custGeom>
                        <a:avLst/>
                        <a:gdLst>
                          <a:gd name="connsiteX0" fmla="*/ 70621 w 71208"/>
                          <a:gd name="connsiteY0" fmla="*/ 3435 h 35852"/>
                          <a:gd name="connsiteX1" fmla="*/ 39188 w 71208"/>
                          <a:gd name="connsiteY1" fmla="*/ 30771 h 35852"/>
                          <a:gd name="connsiteX2" fmla="*/ 231 w 71208"/>
                          <a:gd name="connsiteY2" fmla="*/ 29438 h 35852"/>
                          <a:gd name="connsiteX3" fmla="*/ 30330 w 71208"/>
                          <a:gd name="connsiteY3" fmla="*/ 7626 h 35852"/>
                          <a:gd name="connsiteX4" fmla="*/ 70621 w 71208"/>
                          <a:gd name="connsiteY4" fmla="*/ 3435 h 35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08" h="35852">
                            <a:moveTo>
                              <a:pt x="70621" y="3435"/>
                            </a:moveTo>
                            <a:cubicBezTo>
                              <a:pt x="75478" y="12579"/>
                              <a:pt x="48903" y="27342"/>
                              <a:pt x="39188" y="30771"/>
                            </a:cubicBezTo>
                            <a:cubicBezTo>
                              <a:pt x="29758" y="34867"/>
                              <a:pt x="3183" y="40391"/>
                              <a:pt x="231" y="29438"/>
                            </a:cubicBezTo>
                            <a:cubicBezTo>
                              <a:pt x="-2627" y="19055"/>
                              <a:pt x="21853" y="10864"/>
                              <a:pt x="30330" y="7626"/>
                            </a:cubicBezTo>
                            <a:cubicBezTo>
                              <a:pt x="38997" y="5149"/>
                              <a:pt x="66049" y="-5329"/>
                              <a:pt x="70621" y="343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88" name="Forme libre : forme 12987">
                        <a:extLst>
                          <a:ext uri="{FF2B5EF4-FFF2-40B4-BE49-F238E27FC236}">
                            <a16:creationId xmlns:a16="http://schemas.microsoft.com/office/drawing/2014/main" id="{CBCACD47-BD4B-48C7-A60C-B58D953FCA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34554" y="2797587"/>
                        <a:ext cx="55070" cy="20296"/>
                      </a:xfrm>
                      <a:custGeom>
                        <a:avLst/>
                        <a:gdLst>
                          <a:gd name="connsiteX0" fmla="*/ 13066 w 55070"/>
                          <a:gd name="connsiteY0" fmla="*/ 0 h 20296"/>
                          <a:gd name="connsiteX1" fmla="*/ 4208 w 55070"/>
                          <a:gd name="connsiteY1" fmla="*/ 6096 h 20296"/>
                          <a:gd name="connsiteX2" fmla="*/ 588 w 55070"/>
                          <a:gd name="connsiteY2" fmla="*/ 14097 h 20296"/>
                          <a:gd name="connsiteX3" fmla="*/ 40402 w 55070"/>
                          <a:gd name="connsiteY3" fmla="*/ 15145 h 20296"/>
                          <a:gd name="connsiteX4" fmla="*/ 55071 w 55070"/>
                          <a:gd name="connsiteY4" fmla="*/ 7429 h 20296"/>
                          <a:gd name="connsiteX5" fmla="*/ 46784 w 55070"/>
                          <a:gd name="connsiteY5" fmla="*/ 10287 h 20296"/>
                          <a:gd name="connsiteX6" fmla="*/ 26591 w 55070"/>
                          <a:gd name="connsiteY6" fmla="*/ 10096 h 20296"/>
                          <a:gd name="connsiteX7" fmla="*/ 13066 w 55070"/>
                          <a:gd name="connsiteY7" fmla="*/ 0 h 202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5070" h="20296">
                            <a:moveTo>
                              <a:pt x="13066" y="0"/>
                            </a:moveTo>
                            <a:cubicBezTo>
                              <a:pt x="11161" y="1619"/>
                              <a:pt x="7256" y="3715"/>
                              <a:pt x="4208" y="6096"/>
                            </a:cubicBezTo>
                            <a:cubicBezTo>
                              <a:pt x="1159" y="8382"/>
                              <a:pt x="-1126" y="11049"/>
                              <a:pt x="588" y="14097"/>
                            </a:cubicBezTo>
                            <a:cubicBezTo>
                              <a:pt x="6112" y="24289"/>
                              <a:pt x="28401" y="19907"/>
                              <a:pt x="40402" y="15145"/>
                            </a:cubicBezTo>
                            <a:cubicBezTo>
                              <a:pt x="44022" y="13907"/>
                              <a:pt x="51547" y="10096"/>
                              <a:pt x="55071" y="7429"/>
                            </a:cubicBezTo>
                            <a:cubicBezTo>
                              <a:pt x="52785" y="8287"/>
                              <a:pt x="49070" y="10001"/>
                              <a:pt x="46784" y="10287"/>
                            </a:cubicBezTo>
                            <a:cubicBezTo>
                              <a:pt x="40116" y="10954"/>
                              <a:pt x="32783" y="11335"/>
                              <a:pt x="26591" y="10096"/>
                            </a:cubicBezTo>
                            <a:cubicBezTo>
                              <a:pt x="20209" y="8763"/>
                              <a:pt x="15256" y="5620"/>
                              <a:pt x="13066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89" name="Forme libre : forme 12988">
                        <a:extLst>
                          <a:ext uri="{FF2B5EF4-FFF2-40B4-BE49-F238E27FC236}">
                            <a16:creationId xmlns:a16="http://schemas.microsoft.com/office/drawing/2014/main" id="{FA204C16-AE9C-41A5-B34E-1A5C61D631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39638" y="2782322"/>
                        <a:ext cx="71242" cy="37480"/>
                      </a:xfrm>
                      <a:custGeom>
                        <a:avLst/>
                        <a:gdLst>
                          <a:gd name="connsiteX0" fmla="*/ 71038 w 71242"/>
                          <a:gd name="connsiteY0" fmla="*/ 3740 h 37480"/>
                          <a:gd name="connsiteX1" fmla="*/ 39319 w 71242"/>
                          <a:gd name="connsiteY1" fmla="*/ 32125 h 37480"/>
                          <a:gd name="connsiteX2" fmla="*/ 362 w 71242"/>
                          <a:gd name="connsiteY2" fmla="*/ 31077 h 37480"/>
                          <a:gd name="connsiteX3" fmla="*/ 30366 w 71242"/>
                          <a:gd name="connsiteY3" fmla="*/ 8884 h 37480"/>
                          <a:gd name="connsiteX4" fmla="*/ 71038 w 71242"/>
                          <a:gd name="connsiteY4" fmla="*/ 3740 h 374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2" h="37480">
                            <a:moveTo>
                              <a:pt x="71038" y="3740"/>
                            </a:moveTo>
                            <a:cubicBezTo>
                              <a:pt x="73704" y="14122"/>
                              <a:pt x="49702" y="27838"/>
                              <a:pt x="39319" y="32125"/>
                            </a:cubicBezTo>
                            <a:cubicBezTo>
                              <a:pt x="29223" y="36792"/>
                              <a:pt x="4172" y="41840"/>
                              <a:pt x="362" y="31077"/>
                            </a:cubicBezTo>
                            <a:cubicBezTo>
                              <a:pt x="-3353" y="20695"/>
                              <a:pt x="22555" y="12122"/>
                              <a:pt x="30366" y="8884"/>
                            </a:cubicBezTo>
                            <a:cubicBezTo>
                              <a:pt x="38462" y="6217"/>
                              <a:pt x="68656" y="-6071"/>
                              <a:pt x="71038" y="374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90" name="Forme libre : forme 12989">
                        <a:extLst>
                          <a:ext uri="{FF2B5EF4-FFF2-40B4-BE49-F238E27FC236}">
                            <a16:creationId xmlns:a16="http://schemas.microsoft.com/office/drawing/2014/main" id="{DDD97A71-4178-4C8C-80CA-A4A6BFAF3F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0254" y="2794894"/>
                        <a:ext cx="96573" cy="42982"/>
                      </a:xfrm>
                      <a:custGeom>
                        <a:avLst/>
                        <a:gdLst>
                          <a:gd name="connsiteX0" fmla="*/ 1075 w 96573"/>
                          <a:gd name="connsiteY0" fmla="*/ 24220 h 42982"/>
                          <a:gd name="connsiteX1" fmla="*/ 12504 w 96573"/>
                          <a:gd name="connsiteY1" fmla="*/ 34888 h 42982"/>
                          <a:gd name="connsiteX2" fmla="*/ 52033 w 96573"/>
                          <a:gd name="connsiteY2" fmla="*/ 42508 h 42982"/>
                          <a:gd name="connsiteX3" fmla="*/ 88038 w 96573"/>
                          <a:gd name="connsiteY3" fmla="*/ 27554 h 42982"/>
                          <a:gd name="connsiteX4" fmla="*/ 94991 w 96573"/>
                          <a:gd name="connsiteY4" fmla="*/ 9456 h 42982"/>
                          <a:gd name="connsiteX5" fmla="*/ 81847 w 96573"/>
                          <a:gd name="connsiteY5" fmla="*/ 8885 h 42982"/>
                          <a:gd name="connsiteX6" fmla="*/ 47175 w 96573"/>
                          <a:gd name="connsiteY6" fmla="*/ 6313 h 42982"/>
                          <a:gd name="connsiteX7" fmla="*/ 14219 w 96573"/>
                          <a:gd name="connsiteY7" fmla="*/ 1360 h 42982"/>
                          <a:gd name="connsiteX8" fmla="*/ 1075 w 96573"/>
                          <a:gd name="connsiteY8" fmla="*/ 24220 h 42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6573" h="42982">
                            <a:moveTo>
                              <a:pt x="1075" y="24220"/>
                            </a:moveTo>
                            <a:cubicBezTo>
                              <a:pt x="3837" y="30125"/>
                              <a:pt x="6027" y="31840"/>
                              <a:pt x="12504" y="34888"/>
                            </a:cubicBezTo>
                            <a:cubicBezTo>
                              <a:pt x="24887" y="40317"/>
                              <a:pt x="35936" y="44413"/>
                              <a:pt x="52033" y="42508"/>
                            </a:cubicBezTo>
                            <a:cubicBezTo>
                              <a:pt x="65463" y="40984"/>
                              <a:pt x="79275" y="34793"/>
                              <a:pt x="88038" y="27554"/>
                            </a:cubicBezTo>
                            <a:cubicBezTo>
                              <a:pt x="94420" y="21839"/>
                              <a:pt x="99182" y="14219"/>
                              <a:pt x="94991" y="9456"/>
                            </a:cubicBezTo>
                            <a:cubicBezTo>
                              <a:pt x="92324" y="6503"/>
                              <a:pt x="86800" y="8599"/>
                              <a:pt x="81847" y="8885"/>
                            </a:cubicBezTo>
                            <a:cubicBezTo>
                              <a:pt x="70036" y="9075"/>
                              <a:pt x="59082" y="10028"/>
                              <a:pt x="47175" y="6313"/>
                            </a:cubicBezTo>
                            <a:cubicBezTo>
                              <a:pt x="37079" y="3455"/>
                              <a:pt x="26030" y="-2736"/>
                              <a:pt x="14219" y="1360"/>
                            </a:cubicBezTo>
                            <a:cubicBezTo>
                              <a:pt x="3646" y="5170"/>
                              <a:pt x="-2640" y="15838"/>
                              <a:pt x="1075" y="2422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91" name="Forme libre : forme 12990">
                        <a:extLst>
                          <a:ext uri="{FF2B5EF4-FFF2-40B4-BE49-F238E27FC236}">
                            <a16:creationId xmlns:a16="http://schemas.microsoft.com/office/drawing/2014/main" id="{345A7642-2F7C-4E7E-9477-DC8681D047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7216" y="2789741"/>
                        <a:ext cx="26972" cy="17383"/>
                      </a:xfrm>
                      <a:custGeom>
                        <a:avLst/>
                        <a:gdLst>
                          <a:gd name="connsiteX0" fmla="*/ 2210 w 26972"/>
                          <a:gd name="connsiteY0" fmla="*/ 12419 h 17383"/>
                          <a:gd name="connsiteX1" fmla="*/ 19 w 26972"/>
                          <a:gd name="connsiteY1" fmla="*/ 15467 h 17383"/>
                          <a:gd name="connsiteX2" fmla="*/ 2686 w 26972"/>
                          <a:gd name="connsiteY2" fmla="*/ 17371 h 17383"/>
                          <a:gd name="connsiteX3" fmla="*/ 8020 w 26972"/>
                          <a:gd name="connsiteY3" fmla="*/ 16324 h 17383"/>
                          <a:gd name="connsiteX4" fmla="*/ 20403 w 26972"/>
                          <a:gd name="connsiteY4" fmla="*/ 10990 h 17383"/>
                          <a:gd name="connsiteX5" fmla="*/ 24499 w 26972"/>
                          <a:gd name="connsiteY5" fmla="*/ 8132 h 17383"/>
                          <a:gd name="connsiteX6" fmla="*/ 19450 w 26972"/>
                          <a:gd name="connsiteY6" fmla="*/ 893 h 17383"/>
                          <a:gd name="connsiteX7" fmla="*/ 2210 w 26972"/>
                          <a:gd name="connsiteY7" fmla="*/ 12419 h 17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972" h="17383">
                            <a:moveTo>
                              <a:pt x="2210" y="12419"/>
                            </a:moveTo>
                            <a:cubicBezTo>
                              <a:pt x="1067" y="13466"/>
                              <a:pt x="210" y="14228"/>
                              <a:pt x="19" y="15467"/>
                            </a:cubicBezTo>
                            <a:cubicBezTo>
                              <a:pt x="-171" y="16705"/>
                              <a:pt x="1067" y="17276"/>
                              <a:pt x="2686" y="17371"/>
                            </a:cubicBezTo>
                            <a:cubicBezTo>
                              <a:pt x="4210" y="17467"/>
                              <a:pt x="6401" y="16991"/>
                              <a:pt x="8020" y="16324"/>
                            </a:cubicBezTo>
                            <a:cubicBezTo>
                              <a:pt x="12211" y="14800"/>
                              <a:pt x="16593" y="12990"/>
                              <a:pt x="20403" y="10990"/>
                            </a:cubicBezTo>
                            <a:cubicBezTo>
                              <a:pt x="21927" y="10133"/>
                              <a:pt x="23451" y="9275"/>
                              <a:pt x="24499" y="8132"/>
                            </a:cubicBezTo>
                            <a:cubicBezTo>
                              <a:pt x="29071" y="3179"/>
                              <a:pt x="27261" y="-2155"/>
                              <a:pt x="19450" y="893"/>
                            </a:cubicBezTo>
                            <a:cubicBezTo>
                              <a:pt x="13449" y="2989"/>
                              <a:pt x="6877" y="8227"/>
                              <a:pt x="2210" y="1241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92" name="Forme libre : forme 12991">
                        <a:extLst>
                          <a:ext uri="{FF2B5EF4-FFF2-40B4-BE49-F238E27FC236}">
                            <a16:creationId xmlns:a16="http://schemas.microsoft.com/office/drawing/2014/main" id="{4BB667CC-9763-488C-B86F-EC1E73A5C9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0960" y="2778347"/>
                        <a:ext cx="31292" cy="47148"/>
                      </a:xfrm>
                      <a:custGeom>
                        <a:avLst/>
                        <a:gdLst>
                          <a:gd name="connsiteX0" fmla="*/ 31242 w 31292"/>
                          <a:gd name="connsiteY0" fmla="*/ 0 h 47148"/>
                          <a:gd name="connsiteX1" fmla="*/ 21050 w 31292"/>
                          <a:gd name="connsiteY1" fmla="*/ 25146 h 47148"/>
                          <a:gd name="connsiteX2" fmla="*/ 10763 w 31292"/>
                          <a:gd name="connsiteY2" fmla="*/ 37243 h 47148"/>
                          <a:gd name="connsiteX3" fmla="*/ 0 w 31292"/>
                          <a:gd name="connsiteY3" fmla="*/ 47149 h 47148"/>
                          <a:gd name="connsiteX4" fmla="*/ 18955 w 31292"/>
                          <a:gd name="connsiteY4" fmla="*/ 24574 h 47148"/>
                          <a:gd name="connsiteX5" fmla="*/ 31242 w 31292"/>
                          <a:gd name="connsiteY5" fmla="*/ 0 h 471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1292" h="47148">
                            <a:moveTo>
                              <a:pt x="31242" y="0"/>
                            </a:moveTo>
                            <a:cubicBezTo>
                              <a:pt x="31814" y="7906"/>
                              <a:pt x="27432" y="16859"/>
                              <a:pt x="21050" y="25146"/>
                            </a:cubicBezTo>
                            <a:cubicBezTo>
                              <a:pt x="17907" y="29337"/>
                              <a:pt x="14383" y="33433"/>
                              <a:pt x="10763" y="37243"/>
                            </a:cubicBezTo>
                            <a:cubicBezTo>
                              <a:pt x="7048" y="40862"/>
                              <a:pt x="3334" y="44196"/>
                              <a:pt x="0" y="47149"/>
                            </a:cubicBezTo>
                            <a:cubicBezTo>
                              <a:pt x="7239" y="40957"/>
                              <a:pt x="13811" y="33052"/>
                              <a:pt x="18955" y="24574"/>
                            </a:cubicBezTo>
                            <a:cubicBezTo>
                              <a:pt x="24384" y="16193"/>
                              <a:pt x="28575" y="7811"/>
                              <a:pt x="3124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93" name="Forme libre : forme 12992">
                        <a:extLst>
                          <a:ext uri="{FF2B5EF4-FFF2-40B4-BE49-F238E27FC236}">
                            <a16:creationId xmlns:a16="http://schemas.microsoft.com/office/drawing/2014/main" id="{3486D9ED-4D10-4195-BDE7-5881A69546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4469" y="2776156"/>
                        <a:ext cx="43338" cy="32194"/>
                      </a:xfrm>
                      <a:custGeom>
                        <a:avLst/>
                        <a:gdLst>
                          <a:gd name="connsiteX0" fmla="*/ 43339 w 43338"/>
                          <a:gd name="connsiteY0" fmla="*/ 0 h 32194"/>
                          <a:gd name="connsiteX1" fmla="*/ 0 w 43338"/>
                          <a:gd name="connsiteY1" fmla="*/ 32195 h 32194"/>
                          <a:gd name="connsiteX2" fmla="*/ 43339 w 43338"/>
                          <a:gd name="connsiteY2" fmla="*/ 0 h 321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3338" h="32194">
                            <a:moveTo>
                              <a:pt x="43339" y="0"/>
                            </a:moveTo>
                            <a:cubicBezTo>
                              <a:pt x="25908" y="6477"/>
                              <a:pt x="12287" y="19812"/>
                              <a:pt x="0" y="32195"/>
                            </a:cubicBezTo>
                            <a:cubicBezTo>
                              <a:pt x="10954" y="20003"/>
                              <a:pt x="29242" y="8858"/>
                              <a:pt x="4333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94" name="Forme libre : forme 12993">
                        <a:extLst>
                          <a:ext uri="{FF2B5EF4-FFF2-40B4-BE49-F238E27FC236}">
                            <a16:creationId xmlns:a16="http://schemas.microsoft.com/office/drawing/2014/main" id="{17E21755-5F10-4DFB-8435-87469A7C2B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2255" y="2787824"/>
                        <a:ext cx="26804" cy="10918"/>
                      </a:xfrm>
                      <a:custGeom>
                        <a:avLst/>
                        <a:gdLst>
                          <a:gd name="connsiteX0" fmla="*/ 26798 w 26804"/>
                          <a:gd name="connsiteY0" fmla="*/ 2143 h 10918"/>
                          <a:gd name="connsiteX1" fmla="*/ 12320 w 26804"/>
                          <a:gd name="connsiteY1" fmla="*/ 9954 h 10918"/>
                          <a:gd name="connsiteX2" fmla="*/ 33 w 26804"/>
                          <a:gd name="connsiteY2" fmla="*/ 8239 h 10918"/>
                          <a:gd name="connsiteX3" fmla="*/ 13749 w 26804"/>
                          <a:gd name="connsiteY3" fmla="*/ 1667 h 10918"/>
                          <a:gd name="connsiteX4" fmla="*/ 26798 w 26804"/>
                          <a:gd name="connsiteY4" fmla="*/ 2143 h 109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6804" h="10918">
                            <a:moveTo>
                              <a:pt x="26798" y="2143"/>
                            </a:moveTo>
                            <a:cubicBezTo>
                              <a:pt x="26513" y="6048"/>
                              <a:pt x="15749" y="9287"/>
                              <a:pt x="12320" y="9954"/>
                            </a:cubicBezTo>
                            <a:cubicBezTo>
                              <a:pt x="8987" y="10715"/>
                              <a:pt x="-634" y="12335"/>
                              <a:pt x="33" y="8239"/>
                            </a:cubicBezTo>
                            <a:cubicBezTo>
                              <a:pt x="700" y="4048"/>
                              <a:pt x="10606" y="2333"/>
                              <a:pt x="13749" y="1667"/>
                            </a:cubicBezTo>
                            <a:cubicBezTo>
                              <a:pt x="16892" y="809"/>
                              <a:pt x="27084" y="-1858"/>
                              <a:pt x="26798" y="214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95" name="Forme libre : forme 12994">
                        <a:extLst>
                          <a:ext uri="{FF2B5EF4-FFF2-40B4-BE49-F238E27FC236}">
                            <a16:creationId xmlns:a16="http://schemas.microsoft.com/office/drawing/2014/main" id="{0E4413A7-74F8-463E-893B-A8F0110AA5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5176" y="2786786"/>
                        <a:ext cx="7589" cy="4321"/>
                      </a:xfrm>
                      <a:custGeom>
                        <a:avLst/>
                        <a:gdLst>
                          <a:gd name="connsiteX0" fmla="*/ 7402 w 7589"/>
                          <a:gd name="connsiteY0" fmla="*/ 610 h 4321"/>
                          <a:gd name="connsiteX1" fmla="*/ 4735 w 7589"/>
                          <a:gd name="connsiteY1" fmla="*/ 3563 h 4321"/>
                          <a:gd name="connsiteX2" fmla="*/ 162 w 7589"/>
                          <a:gd name="connsiteY2" fmla="*/ 3753 h 4321"/>
                          <a:gd name="connsiteX3" fmla="*/ 2734 w 7589"/>
                          <a:gd name="connsiteY3" fmla="*/ 800 h 4321"/>
                          <a:gd name="connsiteX4" fmla="*/ 7402 w 7589"/>
                          <a:gd name="connsiteY4" fmla="*/ 610 h 43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589" h="4321">
                            <a:moveTo>
                              <a:pt x="7402" y="610"/>
                            </a:moveTo>
                            <a:cubicBezTo>
                              <a:pt x="8259" y="1753"/>
                              <a:pt x="5973" y="3086"/>
                              <a:pt x="4735" y="3563"/>
                            </a:cubicBezTo>
                            <a:cubicBezTo>
                              <a:pt x="3497" y="4039"/>
                              <a:pt x="1020" y="4896"/>
                              <a:pt x="162" y="3753"/>
                            </a:cubicBezTo>
                            <a:cubicBezTo>
                              <a:pt x="-599" y="2515"/>
                              <a:pt x="1496" y="1372"/>
                              <a:pt x="2734" y="800"/>
                            </a:cubicBezTo>
                            <a:cubicBezTo>
                              <a:pt x="4068" y="324"/>
                              <a:pt x="6640" y="-628"/>
                              <a:pt x="7402" y="61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96" name="Forme libre : forme 12995">
                        <a:extLst>
                          <a:ext uri="{FF2B5EF4-FFF2-40B4-BE49-F238E27FC236}">
                            <a16:creationId xmlns:a16="http://schemas.microsoft.com/office/drawing/2014/main" id="{7C13E377-8411-45E0-A13B-BDFD0B3576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5127" y="2762821"/>
                        <a:ext cx="71274" cy="17953"/>
                      </a:xfrm>
                      <a:custGeom>
                        <a:avLst/>
                        <a:gdLst>
                          <a:gd name="connsiteX0" fmla="*/ 48500 w 71274"/>
                          <a:gd name="connsiteY0" fmla="*/ 3524 h 17953"/>
                          <a:gd name="connsiteX1" fmla="*/ 69836 w 71274"/>
                          <a:gd name="connsiteY1" fmla="*/ 9335 h 17953"/>
                          <a:gd name="connsiteX2" fmla="*/ 68312 w 71274"/>
                          <a:gd name="connsiteY2" fmla="*/ 16764 h 17953"/>
                          <a:gd name="connsiteX3" fmla="*/ 59358 w 71274"/>
                          <a:gd name="connsiteY3" fmla="*/ 17336 h 17953"/>
                          <a:gd name="connsiteX4" fmla="*/ 32117 w 71274"/>
                          <a:gd name="connsiteY4" fmla="*/ 15716 h 17953"/>
                          <a:gd name="connsiteX5" fmla="*/ 13067 w 71274"/>
                          <a:gd name="connsiteY5" fmla="*/ 17907 h 17953"/>
                          <a:gd name="connsiteX6" fmla="*/ 113 w 71274"/>
                          <a:gd name="connsiteY6" fmla="*/ 12763 h 17953"/>
                          <a:gd name="connsiteX7" fmla="*/ 13067 w 71274"/>
                          <a:gd name="connsiteY7" fmla="*/ 3238 h 17953"/>
                          <a:gd name="connsiteX8" fmla="*/ 30212 w 71274"/>
                          <a:gd name="connsiteY8" fmla="*/ 0 h 17953"/>
                          <a:gd name="connsiteX9" fmla="*/ 48500 w 71274"/>
                          <a:gd name="connsiteY9" fmla="*/ 3524 h 17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1274" h="17953">
                            <a:moveTo>
                              <a:pt x="48500" y="3524"/>
                            </a:moveTo>
                            <a:cubicBezTo>
                              <a:pt x="56787" y="4572"/>
                              <a:pt x="63073" y="5525"/>
                              <a:pt x="69836" y="9335"/>
                            </a:cubicBezTo>
                            <a:cubicBezTo>
                              <a:pt x="72313" y="10763"/>
                              <a:pt x="71455" y="14954"/>
                              <a:pt x="68312" y="16764"/>
                            </a:cubicBezTo>
                            <a:cubicBezTo>
                              <a:pt x="65074" y="18479"/>
                              <a:pt x="62311" y="17907"/>
                              <a:pt x="59358" y="17336"/>
                            </a:cubicBezTo>
                            <a:cubicBezTo>
                              <a:pt x="50310" y="15716"/>
                              <a:pt x="41737" y="16002"/>
                              <a:pt x="32117" y="15716"/>
                            </a:cubicBezTo>
                            <a:cubicBezTo>
                              <a:pt x="29164" y="15621"/>
                              <a:pt x="20687" y="17621"/>
                              <a:pt x="13067" y="17907"/>
                            </a:cubicBezTo>
                            <a:cubicBezTo>
                              <a:pt x="5447" y="18193"/>
                              <a:pt x="-935" y="17240"/>
                              <a:pt x="113" y="12763"/>
                            </a:cubicBezTo>
                            <a:cubicBezTo>
                              <a:pt x="1161" y="8192"/>
                              <a:pt x="6781" y="5334"/>
                              <a:pt x="13067" y="3238"/>
                            </a:cubicBezTo>
                            <a:cubicBezTo>
                              <a:pt x="19354" y="1048"/>
                              <a:pt x="26402" y="0"/>
                              <a:pt x="30212" y="0"/>
                            </a:cubicBezTo>
                            <a:cubicBezTo>
                              <a:pt x="37927" y="95"/>
                              <a:pt x="42213" y="2667"/>
                              <a:pt x="48500" y="352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972" name="Graphique 1">
                      <a:extLst>
                        <a:ext uri="{FF2B5EF4-FFF2-40B4-BE49-F238E27FC236}">
                          <a16:creationId xmlns:a16="http://schemas.microsoft.com/office/drawing/2014/main" id="{57CFC542-AFF9-4917-BBCA-67D98F4E65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30661" y="2671193"/>
                      <a:ext cx="140242" cy="113143"/>
                      <a:chOff x="4630661" y="2671193"/>
                      <a:chExt cx="140242" cy="113143"/>
                    </a:xfrm>
                    <a:solidFill>
                      <a:schemeClr val="accent1"/>
                    </a:solidFill>
                  </p:grpSpPr>
                  <p:sp>
                    <p:nvSpPr>
                      <p:cNvPr id="12973" name="Forme libre : forme 12972">
                        <a:extLst>
                          <a:ext uri="{FF2B5EF4-FFF2-40B4-BE49-F238E27FC236}">
                            <a16:creationId xmlns:a16="http://schemas.microsoft.com/office/drawing/2014/main" id="{74620C98-C8E1-47F0-88D3-DDE4B15033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0661" y="2671193"/>
                        <a:ext cx="140242" cy="113143"/>
                      </a:xfrm>
                      <a:custGeom>
                        <a:avLst/>
                        <a:gdLst>
                          <a:gd name="connsiteX0" fmla="*/ 117269 w 140242"/>
                          <a:gd name="connsiteY0" fmla="*/ 70387 h 113143"/>
                          <a:gd name="connsiteX1" fmla="*/ 94981 w 140242"/>
                          <a:gd name="connsiteY1" fmla="*/ 88199 h 113143"/>
                          <a:gd name="connsiteX2" fmla="*/ 70502 w 140242"/>
                          <a:gd name="connsiteY2" fmla="*/ 104011 h 113143"/>
                          <a:gd name="connsiteX3" fmla="*/ 9828 w 140242"/>
                          <a:gd name="connsiteY3" fmla="*/ 106487 h 113143"/>
                          <a:gd name="connsiteX4" fmla="*/ 398 w 140242"/>
                          <a:gd name="connsiteY4" fmla="*/ 87151 h 113143"/>
                          <a:gd name="connsiteX5" fmla="*/ 30688 w 140242"/>
                          <a:gd name="connsiteY5" fmla="*/ 39908 h 113143"/>
                          <a:gd name="connsiteX6" fmla="*/ 50118 w 140242"/>
                          <a:gd name="connsiteY6" fmla="*/ 25906 h 113143"/>
                          <a:gd name="connsiteX7" fmla="*/ 69835 w 140242"/>
                          <a:gd name="connsiteY7" fmla="*/ 11714 h 113143"/>
                          <a:gd name="connsiteX8" fmla="*/ 96981 w 140242"/>
                          <a:gd name="connsiteY8" fmla="*/ 665 h 113143"/>
                          <a:gd name="connsiteX9" fmla="*/ 124699 w 140242"/>
                          <a:gd name="connsiteY9" fmla="*/ 1617 h 113143"/>
                          <a:gd name="connsiteX10" fmla="*/ 140130 w 140242"/>
                          <a:gd name="connsiteY10" fmla="*/ 15904 h 113143"/>
                          <a:gd name="connsiteX11" fmla="*/ 117269 w 140242"/>
                          <a:gd name="connsiteY11" fmla="*/ 70387 h 113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40242" h="113143">
                            <a:moveTo>
                              <a:pt x="117269" y="70387"/>
                            </a:moveTo>
                            <a:cubicBezTo>
                              <a:pt x="112126" y="74864"/>
                              <a:pt x="103744" y="81722"/>
                              <a:pt x="94981" y="88199"/>
                            </a:cubicBezTo>
                            <a:cubicBezTo>
                              <a:pt x="85932" y="94391"/>
                              <a:pt x="76693" y="100486"/>
                              <a:pt x="70502" y="104011"/>
                            </a:cubicBezTo>
                            <a:cubicBezTo>
                              <a:pt x="46880" y="116869"/>
                              <a:pt x="29259" y="114679"/>
                              <a:pt x="9828" y="106487"/>
                            </a:cubicBezTo>
                            <a:cubicBezTo>
                              <a:pt x="3160" y="103725"/>
                              <a:pt x="-1412" y="93724"/>
                              <a:pt x="398" y="87151"/>
                            </a:cubicBezTo>
                            <a:cubicBezTo>
                              <a:pt x="5541" y="68101"/>
                              <a:pt x="12780" y="53243"/>
                              <a:pt x="30688" y="39908"/>
                            </a:cubicBezTo>
                            <a:cubicBezTo>
                              <a:pt x="35355" y="36193"/>
                              <a:pt x="42689" y="31049"/>
                              <a:pt x="50118" y="25906"/>
                            </a:cubicBezTo>
                            <a:cubicBezTo>
                              <a:pt x="57453" y="20667"/>
                              <a:pt x="64787" y="15143"/>
                              <a:pt x="69835" y="11714"/>
                            </a:cubicBezTo>
                            <a:cubicBezTo>
                              <a:pt x="79456" y="5427"/>
                              <a:pt x="88123" y="1998"/>
                              <a:pt x="96981" y="665"/>
                            </a:cubicBezTo>
                            <a:cubicBezTo>
                              <a:pt x="105839" y="-669"/>
                              <a:pt x="114888" y="188"/>
                              <a:pt x="124699" y="1617"/>
                            </a:cubicBezTo>
                            <a:cubicBezTo>
                              <a:pt x="131557" y="2665"/>
                              <a:pt x="139749" y="9237"/>
                              <a:pt x="140130" y="15904"/>
                            </a:cubicBezTo>
                            <a:cubicBezTo>
                              <a:pt x="141082" y="35431"/>
                              <a:pt x="136224" y="53433"/>
                              <a:pt x="117269" y="7038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74" name="Forme libre : forme 12973">
                        <a:extLst>
                          <a:ext uri="{FF2B5EF4-FFF2-40B4-BE49-F238E27FC236}">
                            <a16:creationId xmlns:a16="http://schemas.microsoft.com/office/drawing/2014/main" id="{41766F3F-C954-4D78-A921-0507FE9B30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3535" y="2686811"/>
                        <a:ext cx="137207" cy="97354"/>
                      </a:xfrm>
                      <a:custGeom>
                        <a:avLst/>
                        <a:gdLst>
                          <a:gd name="connsiteX0" fmla="*/ 60008 w 137207"/>
                          <a:gd name="connsiteY0" fmla="*/ 60960 h 97354"/>
                          <a:gd name="connsiteX1" fmla="*/ 31052 w 137207"/>
                          <a:gd name="connsiteY1" fmla="*/ 78677 h 97354"/>
                          <a:gd name="connsiteX2" fmla="*/ 0 w 137207"/>
                          <a:gd name="connsiteY2" fmla="*/ 84487 h 97354"/>
                          <a:gd name="connsiteX3" fmla="*/ 6858 w 137207"/>
                          <a:gd name="connsiteY3" fmla="*/ 90773 h 97354"/>
                          <a:gd name="connsiteX4" fmla="*/ 16764 w 137207"/>
                          <a:gd name="connsiteY4" fmla="*/ 94393 h 97354"/>
                          <a:gd name="connsiteX5" fmla="*/ 46006 w 137207"/>
                          <a:gd name="connsiteY5" fmla="*/ 96298 h 97354"/>
                          <a:gd name="connsiteX6" fmla="*/ 67437 w 137207"/>
                          <a:gd name="connsiteY6" fmla="*/ 88297 h 97354"/>
                          <a:gd name="connsiteX7" fmla="*/ 75343 w 137207"/>
                          <a:gd name="connsiteY7" fmla="*/ 83439 h 97354"/>
                          <a:gd name="connsiteX8" fmla="*/ 94202 w 137207"/>
                          <a:gd name="connsiteY8" fmla="*/ 70676 h 97354"/>
                          <a:gd name="connsiteX9" fmla="*/ 110871 w 137207"/>
                          <a:gd name="connsiteY9" fmla="*/ 57436 h 97354"/>
                          <a:gd name="connsiteX10" fmla="*/ 114110 w 137207"/>
                          <a:gd name="connsiteY10" fmla="*/ 54674 h 97354"/>
                          <a:gd name="connsiteX11" fmla="*/ 129350 w 137207"/>
                          <a:gd name="connsiteY11" fmla="*/ 36195 h 97354"/>
                          <a:gd name="connsiteX12" fmla="*/ 137065 w 137207"/>
                          <a:gd name="connsiteY12" fmla="*/ 9525 h 97354"/>
                          <a:gd name="connsiteX13" fmla="*/ 137065 w 137207"/>
                          <a:gd name="connsiteY13" fmla="*/ 381 h 97354"/>
                          <a:gd name="connsiteX14" fmla="*/ 136970 w 137207"/>
                          <a:gd name="connsiteY14" fmla="*/ 0 h 97354"/>
                          <a:gd name="connsiteX15" fmla="*/ 60008 w 137207"/>
                          <a:gd name="connsiteY15" fmla="*/ 60960 h 973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37207" h="97354">
                            <a:moveTo>
                              <a:pt x="60008" y="60960"/>
                            </a:moveTo>
                            <a:cubicBezTo>
                              <a:pt x="51245" y="68104"/>
                              <a:pt x="41339" y="74295"/>
                              <a:pt x="31052" y="78677"/>
                            </a:cubicBezTo>
                            <a:cubicBezTo>
                              <a:pt x="20955" y="83344"/>
                              <a:pt x="10192" y="85439"/>
                              <a:pt x="0" y="84487"/>
                            </a:cubicBezTo>
                            <a:cubicBezTo>
                              <a:pt x="1715" y="87344"/>
                              <a:pt x="4096" y="89630"/>
                              <a:pt x="6858" y="90773"/>
                            </a:cubicBezTo>
                            <a:cubicBezTo>
                              <a:pt x="10192" y="92107"/>
                              <a:pt x="13526" y="93345"/>
                              <a:pt x="16764" y="94393"/>
                            </a:cubicBezTo>
                            <a:cubicBezTo>
                              <a:pt x="26384" y="97346"/>
                              <a:pt x="35624" y="98298"/>
                              <a:pt x="46006" y="96298"/>
                            </a:cubicBezTo>
                            <a:cubicBezTo>
                              <a:pt x="52674" y="94964"/>
                              <a:pt x="60008" y="92774"/>
                              <a:pt x="67437" y="88297"/>
                            </a:cubicBezTo>
                            <a:cubicBezTo>
                              <a:pt x="69723" y="86963"/>
                              <a:pt x="72390" y="85344"/>
                              <a:pt x="75343" y="83439"/>
                            </a:cubicBezTo>
                            <a:cubicBezTo>
                              <a:pt x="81058" y="79724"/>
                              <a:pt x="87821" y="75343"/>
                              <a:pt x="94202" y="70676"/>
                            </a:cubicBezTo>
                            <a:cubicBezTo>
                              <a:pt x="100394" y="65913"/>
                              <a:pt x="106395" y="61246"/>
                              <a:pt x="110871" y="57436"/>
                            </a:cubicBezTo>
                            <a:cubicBezTo>
                              <a:pt x="112014" y="56483"/>
                              <a:pt x="113157" y="55531"/>
                              <a:pt x="114110" y="54674"/>
                            </a:cubicBezTo>
                            <a:cubicBezTo>
                              <a:pt x="120968" y="48768"/>
                              <a:pt x="125825" y="42577"/>
                              <a:pt x="129350" y="36195"/>
                            </a:cubicBezTo>
                            <a:cubicBezTo>
                              <a:pt x="134112" y="27432"/>
                              <a:pt x="136303" y="18574"/>
                              <a:pt x="137065" y="9525"/>
                            </a:cubicBezTo>
                            <a:cubicBezTo>
                              <a:pt x="137256" y="6572"/>
                              <a:pt x="137256" y="3524"/>
                              <a:pt x="137065" y="381"/>
                            </a:cubicBezTo>
                            <a:lnTo>
                              <a:pt x="136970" y="0"/>
                            </a:lnTo>
                            <a:cubicBezTo>
                              <a:pt x="112109" y="20860"/>
                              <a:pt x="85630" y="41529"/>
                              <a:pt x="60008" y="6096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75" name="Forme libre : forme 12974">
                        <a:extLst>
                          <a:ext uri="{FF2B5EF4-FFF2-40B4-BE49-F238E27FC236}">
                            <a16:creationId xmlns:a16="http://schemas.microsoft.com/office/drawing/2014/main" id="{FC80A08A-EF90-47DD-83F9-7FC9134ECE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1263" y="2697534"/>
                        <a:ext cx="63325" cy="49091"/>
                      </a:xfrm>
                      <a:custGeom>
                        <a:avLst/>
                        <a:gdLst>
                          <a:gd name="connsiteX0" fmla="*/ 62001 w 63325"/>
                          <a:gd name="connsiteY0" fmla="*/ 1851 h 49091"/>
                          <a:gd name="connsiteX1" fmla="*/ 38569 w 63325"/>
                          <a:gd name="connsiteY1" fmla="*/ 36045 h 49091"/>
                          <a:gd name="connsiteX2" fmla="*/ 1136 w 63325"/>
                          <a:gd name="connsiteY2" fmla="*/ 45952 h 49091"/>
                          <a:gd name="connsiteX3" fmla="*/ 23710 w 63325"/>
                          <a:gd name="connsiteY3" fmla="*/ 16234 h 49091"/>
                          <a:gd name="connsiteX4" fmla="*/ 62001 w 63325"/>
                          <a:gd name="connsiteY4" fmla="*/ 1851 h 490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3325" h="49091">
                            <a:moveTo>
                              <a:pt x="62001" y="1851"/>
                            </a:moveTo>
                            <a:cubicBezTo>
                              <a:pt x="68954" y="9757"/>
                              <a:pt x="46665" y="29950"/>
                              <a:pt x="38569" y="36045"/>
                            </a:cubicBezTo>
                            <a:cubicBezTo>
                              <a:pt x="30759" y="42523"/>
                              <a:pt x="7232" y="54905"/>
                              <a:pt x="1136" y="45952"/>
                            </a:cubicBezTo>
                            <a:cubicBezTo>
                              <a:pt x="-5151" y="36712"/>
                              <a:pt x="16376" y="21663"/>
                              <a:pt x="23710" y="16234"/>
                            </a:cubicBezTo>
                            <a:cubicBezTo>
                              <a:pt x="31330" y="10995"/>
                              <a:pt x="55524" y="-5483"/>
                              <a:pt x="62001" y="185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76" name="Forme libre : forme 12975">
                        <a:extLst>
                          <a:ext uri="{FF2B5EF4-FFF2-40B4-BE49-F238E27FC236}">
                            <a16:creationId xmlns:a16="http://schemas.microsoft.com/office/drawing/2014/main" id="{3A55F245-A4BE-4592-B35F-82044310E0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0675" y="2722149"/>
                        <a:ext cx="51444" cy="24177"/>
                      </a:xfrm>
                      <a:custGeom>
                        <a:avLst/>
                        <a:gdLst>
                          <a:gd name="connsiteX0" fmla="*/ 9153 w 51444"/>
                          <a:gd name="connsiteY0" fmla="*/ 4191 h 24177"/>
                          <a:gd name="connsiteX1" fmla="*/ 1438 w 51444"/>
                          <a:gd name="connsiteY1" fmla="*/ 21526 h 24177"/>
                          <a:gd name="connsiteX2" fmla="*/ 39538 w 51444"/>
                          <a:gd name="connsiteY2" fmla="*/ 11144 h 24177"/>
                          <a:gd name="connsiteX3" fmla="*/ 51444 w 51444"/>
                          <a:gd name="connsiteY3" fmla="*/ 0 h 24177"/>
                          <a:gd name="connsiteX4" fmla="*/ 44110 w 51444"/>
                          <a:gd name="connsiteY4" fmla="*/ 4667 h 24177"/>
                          <a:gd name="connsiteX5" fmla="*/ 9153 w 51444"/>
                          <a:gd name="connsiteY5" fmla="*/ 4191 h 241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1444" h="24177">
                            <a:moveTo>
                              <a:pt x="9153" y="4191"/>
                            </a:moveTo>
                            <a:cubicBezTo>
                              <a:pt x="6391" y="8382"/>
                              <a:pt x="-3706" y="16764"/>
                              <a:pt x="1438" y="21526"/>
                            </a:cubicBezTo>
                            <a:cubicBezTo>
                              <a:pt x="9630" y="29051"/>
                              <a:pt x="29442" y="18955"/>
                              <a:pt x="39538" y="11144"/>
                            </a:cubicBezTo>
                            <a:cubicBezTo>
                              <a:pt x="42491" y="8954"/>
                              <a:pt x="48682" y="3238"/>
                              <a:pt x="51444" y="0"/>
                            </a:cubicBezTo>
                            <a:cubicBezTo>
                              <a:pt x="49444" y="1333"/>
                              <a:pt x="46301" y="3810"/>
                              <a:pt x="44110" y="4667"/>
                            </a:cubicBezTo>
                            <a:cubicBezTo>
                              <a:pt x="32013" y="9811"/>
                              <a:pt x="16583" y="13811"/>
                              <a:pt x="9153" y="419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77" name="Forme libre : forme 12976">
                        <a:extLst>
                          <a:ext uri="{FF2B5EF4-FFF2-40B4-BE49-F238E27FC236}">
                            <a16:creationId xmlns:a16="http://schemas.microsoft.com/office/drawing/2014/main" id="{B3AEA5E7-392A-44A7-ACF6-7DD4267C47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5955" y="2696294"/>
                        <a:ext cx="62684" cy="50471"/>
                      </a:xfrm>
                      <a:custGeom>
                        <a:avLst/>
                        <a:gdLst>
                          <a:gd name="connsiteX0" fmla="*/ 61976 w 62684"/>
                          <a:gd name="connsiteY0" fmla="*/ 2424 h 50471"/>
                          <a:gd name="connsiteX1" fmla="*/ 55403 w 62684"/>
                          <a:gd name="connsiteY1" fmla="*/ 20998 h 50471"/>
                          <a:gd name="connsiteX2" fmla="*/ 38545 w 62684"/>
                          <a:gd name="connsiteY2" fmla="*/ 37476 h 50471"/>
                          <a:gd name="connsiteX3" fmla="*/ 1301 w 62684"/>
                          <a:gd name="connsiteY3" fmla="*/ 47287 h 50471"/>
                          <a:gd name="connsiteX4" fmla="*/ 23780 w 62684"/>
                          <a:gd name="connsiteY4" fmla="*/ 17473 h 50471"/>
                          <a:gd name="connsiteX5" fmla="*/ 43879 w 62684"/>
                          <a:gd name="connsiteY5" fmla="*/ 4900 h 50471"/>
                          <a:gd name="connsiteX6" fmla="*/ 61976 w 62684"/>
                          <a:gd name="connsiteY6" fmla="*/ 2424 h 504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2684" h="50471">
                            <a:moveTo>
                              <a:pt x="61976" y="2424"/>
                            </a:moveTo>
                            <a:cubicBezTo>
                              <a:pt x="64262" y="7091"/>
                              <a:pt x="60737" y="14330"/>
                              <a:pt x="55403" y="20998"/>
                            </a:cubicBezTo>
                            <a:cubicBezTo>
                              <a:pt x="49879" y="27570"/>
                              <a:pt x="42736" y="33952"/>
                              <a:pt x="38545" y="37476"/>
                            </a:cubicBezTo>
                            <a:cubicBezTo>
                              <a:pt x="30353" y="44715"/>
                              <a:pt x="8064" y="56050"/>
                              <a:pt x="1301" y="47287"/>
                            </a:cubicBezTo>
                            <a:cubicBezTo>
                              <a:pt x="-5652" y="38333"/>
                              <a:pt x="17208" y="22903"/>
                              <a:pt x="23780" y="17473"/>
                            </a:cubicBezTo>
                            <a:cubicBezTo>
                              <a:pt x="27210" y="14902"/>
                              <a:pt x="35687" y="8996"/>
                              <a:pt x="43879" y="4900"/>
                            </a:cubicBezTo>
                            <a:cubicBezTo>
                              <a:pt x="51975" y="519"/>
                              <a:pt x="59594" y="-2243"/>
                              <a:pt x="61976" y="242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78" name="Forme libre : forme 12977">
                        <a:extLst>
                          <a:ext uri="{FF2B5EF4-FFF2-40B4-BE49-F238E27FC236}">
                            <a16:creationId xmlns:a16="http://schemas.microsoft.com/office/drawing/2014/main" id="{32F6ACCC-5D83-40D2-A80D-F0C3D5E5CA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9015" y="2719602"/>
                        <a:ext cx="91288" cy="48918"/>
                      </a:xfrm>
                      <a:custGeom>
                        <a:avLst/>
                        <a:gdLst>
                          <a:gd name="connsiteX0" fmla="*/ 4046 w 91288"/>
                          <a:gd name="connsiteY0" fmla="*/ 42743 h 48918"/>
                          <a:gd name="connsiteX1" fmla="*/ 18429 w 91288"/>
                          <a:gd name="connsiteY1" fmla="*/ 48363 h 48918"/>
                          <a:gd name="connsiteX2" fmla="*/ 57101 w 91288"/>
                          <a:gd name="connsiteY2" fmla="*/ 43315 h 48918"/>
                          <a:gd name="connsiteX3" fmla="*/ 73960 w 91288"/>
                          <a:gd name="connsiteY3" fmla="*/ 33123 h 48918"/>
                          <a:gd name="connsiteX4" fmla="*/ 86342 w 91288"/>
                          <a:gd name="connsiteY4" fmla="*/ 19597 h 48918"/>
                          <a:gd name="connsiteX5" fmla="*/ 88342 w 91288"/>
                          <a:gd name="connsiteY5" fmla="*/ 738 h 48918"/>
                          <a:gd name="connsiteX6" fmla="*/ 75484 w 91288"/>
                          <a:gd name="connsiteY6" fmla="*/ 3310 h 48918"/>
                          <a:gd name="connsiteX7" fmla="*/ 41480 w 91288"/>
                          <a:gd name="connsiteY7" fmla="*/ 10453 h 48918"/>
                          <a:gd name="connsiteX8" fmla="*/ 8142 w 91288"/>
                          <a:gd name="connsiteY8" fmla="*/ 16645 h 48918"/>
                          <a:gd name="connsiteX9" fmla="*/ 4046 w 91288"/>
                          <a:gd name="connsiteY9" fmla="*/ 42743 h 489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1288" h="48918">
                            <a:moveTo>
                              <a:pt x="4046" y="42743"/>
                            </a:moveTo>
                            <a:cubicBezTo>
                              <a:pt x="8904" y="47125"/>
                              <a:pt x="11476" y="47887"/>
                              <a:pt x="18429" y="48363"/>
                            </a:cubicBezTo>
                            <a:cubicBezTo>
                              <a:pt x="31669" y="49316"/>
                              <a:pt x="43003" y="49792"/>
                              <a:pt x="57101" y="43315"/>
                            </a:cubicBezTo>
                            <a:cubicBezTo>
                              <a:pt x="63006" y="40648"/>
                              <a:pt x="68816" y="37124"/>
                              <a:pt x="73960" y="33123"/>
                            </a:cubicBezTo>
                            <a:cubicBezTo>
                              <a:pt x="78913" y="28932"/>
                              <a:pt x="83199" y="24169"/>
                              <a:pt x="86342" y="19597"/>
                            </a:cubicBezTo>
                            <a:cubicBezTo>
                              <a:pt x="91010" y="12644"/>
                              <a:pt x="93676" y="4262"/>
                              <a:pt x="88342" y="738"/>
                            </a:cubicBezTo>
                            <a:cubicBezTo>
                              <a:pt x="85104" y="-1453"/>
                              <a:pt x="80246" y="1786"/>
                              <a:pt x="75484" y="3310"/>
                            </a:cubicBezTo>
                            <a:cubicBezTo>
                              <a:pt x="64435" y="6739"/>
                              <a:pt x="54053" y="10453"/>
                              <a:pt x="41480" y="10453"/>
                            </a:cubicBezTo>
                            <a:cubicBezTo>
                              <a:pt x="30812" y="10453"/>
                              <a:pt x="18429" y="8644"/>
                              <a:pt x="8142" y="16645"/>
                            </a:cubicBezTo>
                            <a:cubicBezTo>
                              <a:pt x="-907" y="23788"/>
                              <a:pt x="-2621" y="36552"/>
                              <a:pt x="4046" y="4274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79" name="Forme libre : forme 12978">
                        <a:extLst>
                          <a:ext uri="{FF2B5EF4-FFF2-40B4-BE49-F238E27FC236}">
                            <a16:creationId xmlns:a16="http://schemas.microsoft.com/office/drawing/2014/main" id="{9A28052E-B6FC-4010-9586-D667F50406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2893" y="2720621"/>
                        <a:ext cx="22315" cy="23987"/>
                      </a:xfrm>
                      <a:custGeom>
                        <a:avLst/>
                        <a:gdLst>
                          <a:gd name="connsiteX0" fmla="*/ 1123 w 22315"/>
                          <a:gd name="connsiteY0" fmla="*/ 19245 h 23987"/>
                          <a:gd name="connsiteX1" fmla="*/ 75 w 22315"/>
                          <a:gd name="connsiteY1" fmla="*/ 22865 h 23987"/>
                          <a:gd name="connsiteX2" fmla="*/ 3218 w 22315"/>
                          <a:gd name="connsiteY2" fmla="*/ 23722 h 23987"/>
                          <a:gd name="connsiteX3" fmla="*/ 7981 w 22315"/>
                          <a:gd name="connsiteY3" fmla="*/ 20960 h 23987"/>
                          <a:gd name="connsiteX4" fmla="*/ 18077 w 22315"/>
                          <a:gd name="connsiteY4" fmla="*/ 11720 h 23987"/>
                          <a:gd name="connsiteX5" fmla="*/ 21220 w 22315"/>
                          <a:gd name="connsiteY5" fmla="*/ 7720 h 23987"/>
                          <a:gd name="connsiteX6" fmla="*/ 14172 w 22315"/>
                          <a:gd name="connsiteY6" fmla="*/ 2291 h 23987"/>
                          <a:gd name="connsiteX7" fmla="*/ 1123 w 22315"/>
                          <a:gd name="connsiteY7" fmla="*/ 19245 h 239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315" h="23987">
                            <a:moveTo>
                              <a:pt x="1123" y="19245"/>
                            </a:moveTo>
                            <a:cubicBezTo>
                              <a:pt x="361" y="20674"/>
                              <a:pt x="-211" y="21626"/>
                              <a:pt x="75" y="22865"/>
                            </a:cubicBezTo>
                            <a:cubicBezTo>
                              <a:pt x="361" y="24103"/>
                              <a:pt x="1789" y="24198"/>
                              <a:pt x="3218" y="23722"/>
                            </a:cubicBezTo>
                            <a:cubicBezTo>
                              <a:pt x="4742" y="23246"/>
                              <a:pt x="6647" y="22007"/>
                              <a:pt x="7981" y="20960"/>
                            </a:cubicBezTo>
                            <a:cubicBezTo>
                              <a:pt x="11505" y="18198"/>
                              <a:pt x="15125" y="14864"/>
                              <a:pt x="18077" y="11720"/>
                            </a:cubicBezTo>
                            <a:cubicBezTo>
                              <a:pt x="19316" y="10387"/>
                              <a:pt x="20459" y="9149"/>
                              <a:pt x="21220" y="7720"/>
                            </a:cubicBezTo>
                            <a:cubicBezTo>
                              <a:pt x="24173" y="1624"/>
                              <a:pt x="20935" y="-2948"/>
                              <a:pt x="14172" y="2291"/>
                            </a:cubicBezTo>
                            <a:cubicBezTo>
                              <a:pt x="8933" y="6482"/>
                              <a:pt x="4361" y="13721"/>
                              <a:pt x="1123" y="1924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80" name="Forme libre : forme 12979">
                        <a:extLst>
                          <a:ext uri="{FF2B5EF4-FFF2-40B4-BE49-F238E27FC236}">
                            <a16:creationId xmlns:a16="http://schemas.microsoft.com/office/drawing/2014/main" id="{48CCD25C-9DCD-43BC-93FB-00E40A2D7A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8406" y="2686621"/>
                        <a:ext cx="19628" cy="52482"/>
                      </a:xfrm>
                      <a:custGeom>
                        <a:avLst/>
                        <a:gdLst>
                          <a:gd name="connsiteX0" fmla="*/ 18860 w 19628"/>
                          <a:gd name="connsiteY0" fmla="*/ 0 h 52482"/>
                          <a:gd name="connsiteX1" fmla="*/ 0 w 19628"/>
                          <a:gd name="connsiteY1" fmla="*/ 52483 h 52482"/>
                          <a:gd name="connsiteX2" fmla="*/ 18860 w 19628"/>
                          <a:gd name="connsiteY2" fmla="*/ 0 h 524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9628" h="52482">
                            <a:moveTo>
                              <a:pt x="18860" y="0"/>
                            </a:moveTo>
                            <a:cubicBezTo>
                              <a:pt x="22956" y="14764"/>
                              <a:pt x="9811" y="38576"/>
                              <a:pt x="0" y="52483"/>
                            </a:cubicBezTo>
                            <a:cubicBezTo>
                              <a:pt x="10573" y="37243"/>
                              <a:pt x="16479" y="15716"/>
                              <a:pt x="1886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81" name="Forme libre : forme 12980">
                        <a:extLst>
                          <a:ext uri="{FF2B5EF4-FFF2-40B4-BE49-F238E27FC236}">
                            <a16:creationId xmlns:a16="http://schemas.microsoft.com/office/drawing/2014/main" id="{D4BE6F34-DA07-471D-BE34-453CD02F5F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2869" y="2712148"/>
                        <a:ext cx="31146" cy="47339"/>
                      </a:xfrm>
                      <a:custGeom>
                        <a:avLst/>
                        <a:gdLst>
                          <a:gd name="connsiteX0" fmla="*/ 31146 w 31146"/>
                          <a:gd name="connsiteY0" fmla="*/ 0 h 47339"/>
                          <a:gd name="connsiteX1" fmla="*/ 12096 w 31146"/>
                          <a:gd name="connsiteY1" fmla="*/ 21908 h 47339"/>
                          <a:gd name="connsiteX2" fmla="*/ 0 w 31146"/>
                          <a:gd name="connsiteY2" fmla="*/ 47339 h 47339"/>
                          <a:gd name="connsiteX3" fmla="*/ 13239 w 31146"/>
                          <a:gd name="connsiteY3" fmla="*/ 22479 h 47339"/>
                          <a:gd name="connsiteX4" fmla="*/ 31146 w 31146"/>
                          <a:gd name="connsiteY4" fmla="*/ 0 h 47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146" h="47339">
                            <a:moveTo>
                              <a:pt x="31146" y="0"/>
                            </a:moveTo>
                            <a:cubicBezTo>
                              <a:pt x="23526" y="6477"/>
                              <a:pt x="17050" y="13526"/>
                              <a:pt x="12096" y="21908"/>
                            </a:cubicBezTo>
                            <a:cubicBezTo>
                              <a:pt x="7144" y="30290"/>
                              <a:pt x="3143" y="39053"/>
                              <a:pt x="0" y="47339"/>
                            </a:cubicBezTo>
                            <a:cubicBezTo>
                              <a:pt x="2571" y="39243"/>
                              <a:pt x="7620" y="30861"/>
                              <a:pt x="13239" y="22479"/>
                            </a:cubicBezTo>
                            <a:cubicBezTo>
                              <a:pt x="18859" y="14288"/>
                              <a:pt x="25527" y="6858"/>
                              <a:pt x="3114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82" name="Forme libre : forme 12981">
                        <a:extLst>
                          <a:ext uri="{FF2B5EF4-FFF2-40B4-BE49-F238E27FC236}">
                            <a16:creationId xmlns:a16="http://schemas.microsoft.com/office/drawing/2014/main" id="{D66BC0DA-54E9-41F8-951A-5B5DE46BEF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03621" y="2706301"/>
                        <a:ext cx="24339" cy="16202"/>
                      </a:xfrm>
                      <a:custGeom>
                        <a:avLst/>
                        <a:gdLst>
                          <a:gd name="connsiteX0" fmla="*/ 24307 w 24339"/>
                          <a:gd name="connsiteY0" fmla="*/ 1466 h 16202"/>
                          <a:gd name="connsiteX1" fmla="*/ 12210 w 24339"/>
                          <a:gd name="connsiteY1" fmla="*/ 12610 h 16202"/>
                          <a:gd name="connsiteX2" fmla="*/ 18 w 24339"/>
                          <a:gd name="connsiteY2" fmla="*/ 14420 h 16202"/>
                          <a:gd name="connsiteX3" fmla="*/ 11448 w 24339"/>
                          <a:gd name="connsiteY3" fmla="*/ 4133 h 16202"/>
                          <a:gd name="connsiteX4" fmla="*/ 24307 w 24339"/>
                          <a:gd name="connsiteY4" fmla="*/ 1466 h 162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339" h="16202">
                            <a:moveTo>
                              <a:pt x="24307" y="1466"/>
                            </a:moveTo>
                            <a:cubicBezTo>
                              <a:pt x="24974" y="5371"/>
                              <a:pt x="15258" y="10896"/>
                              <a:pt x="12210" y="12610"/>
                            </a:cubicBezTo>
                            <a:cubicBezTo>
                              <a:pt x="9162" y="14325"/>
                              <a:pt x="494" y="18611"/>
                              <a:pt x="18" y="14420"/>
                            </a:cubicBezTo>
                            <a:cubicBezTo>
                              <a:pt x="-459" y="10229"/>
                              <a:pt x="8590" y="5657"/>
                              <a:pt x="11448" y="4133"/>
                            </a:cubicBezTo>
                            <a:cubicBezTo>
                              <a:pt x="14210" y="2514"/>
                              <a:pt x="23545" y="-2439"/>
                              <a:pt x="24307" y="146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83" name="Forme libre : forme 12982">
                        <a:extLst>
                          <a:ext uri="{FF2B5EF4-FFF2-40B4-BE49-F238E27FC236}">
                            <a16:creationId xmlns:a16="http://schemas.microsoft.com/office/drawing/2014/main" id="{0D2F1881-3AEC-4541-B7D2-56AB5E61C2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24278" y="2704072"/>
                        <a:ext cx="6822" cy="5344"/>
                      </a:xfrm>
                      <a:custGeom>
                        <a:avLst/>
                        <a:gdLst>
                          <a:gd name="connsiteX0" fmla="*/ 6507 w 6822"/>
                          <a:gd name="connsiteY0" fmla="*/ 265 h 5344"/>
                          <a:gd name="connsiteX1" fmla="*/ 4697 w 6822"/>
                          <a:gd name="connsiteY1" fmla="*/ 3790 h 5344"/>
                          <a:gd name="connsiteX2" fmla="*/ 316 w 6822"/>
                          <a:gd name="connsiteY2" fmla="*/ 5028 h 5344"/>
                          <a:gd name="connsiteX3" fmla="*/ 2125 w 6822"/>
                          <a:gd name="connsiteY3" fmla="*/ 1599 h 5344"/>
                          <a:gd name="connsiteX4" fmla="*/ 6507 w 6822"/>
                          <a:gd name="connsiteY4" fmla="*/ 265 h 53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822" h="5344">
                            <a:moveTo>
                              <a:pt x="6507" y="265"/>
                            </a:moveTo>
                            <a:cubicBezTo>
                              <a:pt x="7555" y="1218"/>
                              <a:pt x="5745" y="2932"/>
                              <a:pt x="4697" y="3790"/>
                            </a:cubicBezTo>
                            <a:cubicBezTo>
                              <a:pt x="3650" y="4551"/>
                              <a:pt x="1364" y="5980"/>
                              <a:pt x="316" y="5028"/>
                            </a:cubicBezTo>
                            <a:cubicBezTo>
                              <a:pt x="-732" y="4075"/>
                              <a:pt x="1078" y="2361"/>
                              <a:pt x="2125" y="1599"/>
                            </a:cubicBezTo>
                            <a:cubicBezTo>
                              <a:pt x="3078" y="837"/>
                              <a:pt x="5459" y="-592"/>
                              <a:pt x="6507" y="26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84" name="Forme libre : forme 12983">
                        <a:extLst>
                          <a:ext uri="{FF2B5EF4-FFF2-40B4-BE49-F238E27FC236}">
                            <a16:creationId xmlns:a16="http://schemas.microsoft.com/office/drawing/2014/main" id="{97F25001-4A86-436A-B6F2-A206DF88D7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91346" y="2680370"/>
                        <a:ext cx="69550" cy="25945"/>
                      </a:xfrm>
                      <a:custGeom>
                        <a:avLst/>
                        <a:gdLst>
                          <a:gd name="connsiteX0" fmla="*/ 45249 w 69550"/>
                          <a:gd name="connsiteY0" fmla="*/ 822 h 25945"/>
                          <a:gd name="connsiteX1" fmla="*/ 67443 w 69550"/>
                          <a:gd name="connsiteY1" fmla="*/ 1679 h 25945"/>
                          <a:gd name="connsiteX2" fmla="*/ 67443 w 69550"/>
                          <a:gd name="connsiteY2" fmla="*/ 9108 h 25945"/>
                          <a:gd name="connsiteX3" fmla="*/ 58965 w 69550"/>
                          <a:gd name="connsiteY3" fmla="*/ 11776 h 25945"/>
                          <a:gd name="connsiteX4" fmla="*/ 32105 w 69550"/>
                          <a:gd name="connsiteY4" fmla="*/ 16824 h 25945"/>
                          <a:gd name="connsiteX5" fmla="*/ 6 w 69550"/>
                          <a:gd name="connsiteY5" fmla="*/ 22729 h 25945"/>
                          <a:gd name="connsiteX6" fmla="*/ 26676 w 69550"/>
                          <a:gd name="connsiteY6" fmla="*/ 2060 h 25945"/>
                          <a:gd name="connsiteX7" fmla="*/ 45249 w 69550"/>
                          <a:gd name="connsiteY7" fmla="*/ 822 h 259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9550" h="25945">
                            <a:moveTo>
                              <a:pt x="45249" y="822"/>
                            </a:moveTo>
                            <a:cubicBezTo>
                              <a:pt x="53631" y="-35"/>
                              <a:pt x="59823" y="-797"/>
                              <a:pt x="67443" y="1679"/>
                            </a:cubicBezTo>
                            <a:cubicBezTo>
                              <a:pt x="70300" y="2631"/>
                              <a:pt x="70205" y="6727"/>
                              <a:pt x="67443" y="9108"/>
                            </a:cubicBezTo>
                            <a:cubicBezTo>
                              <a:pt x="64776" y="11490"/>
                              <a:pt x="61823" y="11585"/>
                              <a:pt x="58965" y="11776"/>
                            </a:cubicBezTo>
                            <a:cubicBezTo>
                              <a:pt x="49726" y="12252"/>
                              <a:pt x="41440" y="14538"/>
                              <a:pt x="32105" y="16824"/>
                            </a:cubicBezTo>
                            <a:cubicBezTo>
                              <a:pt x="26199" y="18253"/>
                              <a:pt x="292" y="32064"/>
                              <a:pt x="6" y="22729"/>
                            </a:cubicBezTo>
                            <a:cubicBezTo>
                              <a:pt x="-375" y="13395"/>
                              <a:pt x="18960" y="4060"/>
                              <a:pt x="26676" y="2060"/>
                            </a:cubicBezTo>
                            <a:cubicBezTo>
                              <a:pt x="34010" y="-131"/>
                              <a:pt x="38868" y="1489"/>
                              <a:pt x="45249" y="82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62" name="Graphique 1">
                    <a:extLst>
                      <a:ext uri="{FF2B5EF4-FFF2-40B4-BE49-F238E27FC236}">
                        <a16:creationId xmlns:a16="http://schemas.microsoft.com/office/drawing/2014/main" id="{FE3EB8BA-B227-4CE7-B3D9-92669A949186}"/>
                      </a:ext>
                    </a:extLst>
                  </p:cNvPr>
                  <p:cNvGrpSpPr/>
                  <p:nvPr/>
                </p:nvGrpSpPr>
                <p:grpSpPr>
                  <a:xfrm>
                    <a:off x="4557745" y="2787913"/>
                    <a:ext cx="128000" cy="127233"/>
                    <a:chOff x="4557745" y="2787913"/>
                    <a:chExt cx="128000" cy="127233"/>
                  </a:xfrm>
                  <a:solidFill>
                    <a:schemeClr val="accent1"/>
                  </a:solidFill>
                </p:grpSpPr>
                <p:sp>
                  <p:nvSpPr>
                    <p:cNvPr id="12959" name="Forme libre : forme 12958">
                      <a:extLst>
                        <a:ext uri="{FF2B5EF4-FFF2-40B4-BE49-F238E27FC236}">
                          <a16:creationId xmlns:a16="http://schemas.microsoft.com/office/drawing/2014/main" id="{A784B6BF-6A11-41FC-8A65-D20CE75751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7745" y="2787913"/>
                      <a:ext cx="128000" cy="127233"/>
                    </a:xfrm>
                    <a:custGeom>
                      <a:avLst/>
                      <a:gdLst>
                        <a:gd name="connsiteX0" fmla="*/ 124939 w 128000"/>
                        <a:gd name="connsiteY0" fmla="*/ 65586 h 127233"/>
                        <a:gd name="connsiteX1" fmla="*/ 118938 w 128000"/>
                        <a:gd name="connsiteY1" fmla="*/ 81207 h 127233"/>
                        <a:gd name="connsiteX2" fmla="*/ 116462 w 128000"/>
                        <a:gd name="connsiteY2" fmla="*/ 86065 h 127233"/>
                        <a:gd name="connsiteX3" fmla="*/ 113318 w 128000"/>
                        <a:gd name="connsiteY3" fmla="*/ 91494 h 127233"/>
                        <a:gd name="connsiteX4" fmla="*/ 104079 w 128000"/>
                        <a:gd name="connsiteY4" fmla="*/ 103686 h 127233"/>
                        <a:gd name="connsiteX5" fmla="*/ 55311 w 128000"/>
                        <a:gd name="connsiteY5" fmla="*/ 127212 h 127233"/>
                        <a:gd name="connsiteX6" fmla="*/ 23021 w 128000"/>
                        <a:gd name="connsiteY6" fmla="*/ 118450 h 127233"/>
                        <a:gd name="connsiteX7" fmla="*/ 6924 w 128000"/>
                        <a:gd name="connsiteY7" fmla="*/ 102924 h 127233"/>
                        <a:gd name="connsiteX8" fmla="*/ 161 w 128000"/>
                        <a:gd name="connsiteY8" fmla="*/ 71206 h 127233"/>
                        <a:gd name="connsiteX9" fmla="*/ 16258 w 128000"/>
                        <a:gd name="connsiteY9" fmla="*/ 56918 h 127233"/>
                        <a:gd name="connsiteX10" fmla="*/ 41214 w 128000"/>
                        <a:gd name="connsiteY10" fmla="*/ 55203 h 127233"/>
                        <a:gd name="connsiteX11" fmla="*/ 45882 w 128000"/>
                        <a:gd name="connsiteY11" fmla="*/ 54632 h 127233"/>
                        <a:gd name="connsiteX12" fmla="*/ 47882 w 128000"/>
                        <a:gd name="connsiteY12" fmla="*/ 53108 h 127233"/>
                        <a:gd name="connsiteX13" fmla="*/ 49024 w 128000"/>
                        <a:gd name="connsiteY13" fmla="*/ 50632 h 127233"/>
                        <a:gd name="connsiteX14" fmla="*/ 48930 w 128000"/>
                        <a:gd name="connsiteY14" fmla="*/ 49774 h 127233"/>
                        <a:gd name="connsiteX15" fmla="*/ 49024 w 128000"/>
                        <a:gd name="connsiteY15" fmla="*/ 49489 h 127233"/>
                        <a:gd name="connsiteX16" fmla="*/ 49215 w 128000"/>
                        <a:gd name="connsiteY16" fmla="*/ 49108 h 127233"/>
                        <a:gd name="connsiteX17" fmla="*/ 50073 w 128000"/>
                        <a:gd name="connsiteY17" fmla="*/ 47488 h 127233"/>
                        <a:gd name="connsiteX18" fmla="*/ 53406 w 128000"/>
                        <a:gd name="connsiteY18" fmla="*/ 41107 h 127233"/>
                        <a:gd name="connsiteX19" fmla="*/ 88934 w 128000"/>
                        <a:gd name="connsiteY19" fmla="*/ 3197 h 127233"/>
                        <a:gd name="connsiteX20" fmla="*/ 109985 w 128000"/>
                        <a:gd name="connsiteY20" fmla="*/ 3387 h 127233"/>
                        <a:gd name="connsiteX21" fmla="*/ 125415 w 128000"/>
                        <a:gd name="connsiteY21" fmla="*/ 28343 h 127233"/>
                        <a:gd name="connsiteX22" fmla="*/ 124939 w 128000"/>
                        <a:gd name="connsiteY22" fmla="*/ 65586 h 127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28000" h="127233">
                          <a:moveTo>
                            <a:pt x="124939" y="65586"/>
                          </a:moveTo>
                          <a:cubicBezTo>
                            <a:pt x="123891" y="69586"/>
                            <a:pt x="121796" y="75111"/>
                            <a:pt x="118938" y="81207"/>
                          </a:cubicBezTo>
                          <a:cubicBezTo>
                            <a:pt x="118081" y="82826"/>
                            <a:pt x="117319" y="84350"/>
                            <a:pt x="116462" y="86065"/>
                          </a:cubicBezTo>
                          <a:cubicBezTo>
                            <a:pt x="115605" y="87684"/>
                            <a:pt x="114843" y="89208"/>
                            <a:pt x="113318" y="91494"/>
                          </a:cubicBezTo>
                          <a:cubicBezTo>
                            <a:pt x="110556" y="95590"/>
                            <a:pt x="107794" y="99781"/>
                            <a:pt x="104079" y="103686"/>
                          </a:cubicBezTo>
                          <a:cubicBezTo>
                            <a:pt x="90173" y="120069"/>
                            <a:pt x="68932" y="127689"/>
                            <a:pt x="55311" y="127212"/>
                          </a:cubicBezTo>
                          <a:cubicBezTo>
                            <a:pt x="42548" y="127403"/>
                            <a:pt x="31499" y="123593"/>
                            <a:pt x="23021" y="118450"/>
                          </a:cubicBezTo>
                          <a:cubicBezTo>
                            <a:pt x="14259" y="113116"/>
                            <a:pt x="10258" y="108067"/>
                            <a:pt x="6924" y="102924"/>
                          </a:cubicBezTo>
                          <a:cubicBezTo>
                            <a:pt x="733" y="92542"/>
                            <a:pt x="-505" y="82159"/>
                            <a:pt x="161" y="71206"/>
                          </a:cubicBezTo>
                          <a:cubicBezTo>
                            <a:pt x="733" y="63490"/>
                            <a:pt x="9877" y="57394"/>
                            <a:pt x="16258" y="56918"/>
                          </a:cubicBezTo>
                          <a:cubicBezTo>
                            <a:pt x="26069" y="56251"/>
                            <a:pt x="34356" y="55680"/>
                            <a:pt x="41214" y="55203"/>
                          </a:cubicBezTo>
                          <a:cubicBezTo>
                            <a:pt x="42929" y="55108"/>
                            <a:pt x="44643" y="54918"/>
                            <a:pt x="45882" y="54632"/>
                          </a:cubicBezTo>
                          <a:cubicBezTo>
                            <a:pt x="46929" y="54156"/>
                            <a:pt x="47596" y="53679"/>
                            <a:pt x="47882" y="53108"/>
                          </a:cubicBezTo>
                          <a:cubicBezTo>
                            <a:pt x="48739" y="52060"/>
                            <a:pt x="49024" y="51108"/>
                            <a:pt x="49024" y="50632"/>
                          </a:cubicBezTo>
                          <a:cubicBezTo>
                            <a:pt x="49120" y="50060"/>
                            <a:pt x="49024" y="49869"/>
                            <a:pt x="48930" y="49774"/>
                          </a:cubicBezTo>
                          <a:cubicBezTo>
                            <a:pt x="48930" y="49774"/>
                            <a:pt x="48930" y="49774"/>
                            <a:pt x="49024" y="49489"/>
                          </a:cubicBezTo>
                          <a:lnTo>
                            <a:pt x="49215" y="49108"/>
                          </a:lnTo>
                          <a:lnTo>
                            <a:pt x="50073" y="47488"/>
                          </a:lnTo>
                          <a:cubicBezTo>
                            <a:pt x="51311" y="45678"/>
                            <a:pt x="52359" y="42916"/>
                            <a:pt x="53406" y="41107"/>
                          </a:cubicBezTo>
                          <a:cubicBezTo>
                            <a:pt x="60264" y="24914"/>
                            <a:pt x="72552" y="14151"/>
                            <a:pt x="88934" y="3197"/>
                          </a:cubicBezTo>
                          <a:cubicBezTo>
                            <a:pt x="94650" y="-613"/>
                            <a:pt x="105127" y="-1565"/>
                            <a:pt x="109985" y="3387"/>
                          </a:cubicBezTo>
                          <a:cubicBezTo>
                            <a:pt x="116938" y="10436"/>
                            <a:pt x="122462" y="18437"/>
                            <a:pt x="125415" y="28343"/>
                          </a:cubicBezTo>
                          <a:cubicBezTo>
                            <a:pt x="128559" y="38344"/>
                            <a:pt x="129321" y="50251"/>
                            <a:pt x="124939" y="6558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0" name="Forme libre : forme 12959">
                      <a:extLst>
                        <a:ext uri="{FF2B5EF4-FFF2-40B4-BE49-F238E27FC236}">
                          <a16:creationId xmlns:a16="http://schemas.microsoft.com/office/drawing/2014/main" id="{970B3493-85EA-4191-BBA4-462F43D8DE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7894" y="2791015"/>
                      <a:ext cx="127681" cy="123753"/>
                    </a:xfrm>
                    <a:custGeom>
                      <a:avLst/>
                      <a:gdLst>
                        <a:gd name="connsiteX0" fmla="*/ 63735 w 127681"/>
                        <a:gd name="connsiteY0" fmla="*/ 95250 h 123753"/>
                        <a:gd name="connsiteX1" fmla="*/ 42018 w 127681"/>
                        <a:gd name="connsiteY1" fmla="*/ 96679 h 123753"/>
                        <a:gd name="connsiteX2" fmla="*/ 22588 w 127681"/>
                        <a:gd name="connsiteY2" fmla="*/ 87725 h 123753"/>
                        <a:gd name="connsiteX3" fmla="*/ 4490 w 127681"/>
                        <a:gd name="connsiteY3" fmla="*/ 59436 h 123753"/>
                        <a:gd name="connsiteX4" fmla="*/ 203 w 127681"/>
                        <a:gd name="connsiteY4" fmla="*/ 67818 h 123753"/>
                        <a:gd name="connsiteX5" fmla="*/ 299 w 127681"/>
                        <a:gd name="connsiteY5" fmla="*/ 78962 h 123753"/>
                        <a:gd name="connsiteX6" fmla="*/ 16110 w 127681"/>
                        <a:gd name="connsiteY6" fmla="*/ 110204 h 123753"/>
                        <a:gd name="connsiteX7" fmla="*/ 55163 w 127681"/>
                        <a:gd name="connsiteY7" fmla="*/ 123730 h 123753"/>
                        <a:gd name="connsiteX8" fmla="*/ 72594 w 127681"/>
                        <a:gd name="connsiteY8" fmla="*/ 120968 h 123753"/>
                        <a:gd name="connsiteX9" fmla="*/ 107550 w 127681"/>
                        <a:gd name="connsiteY9" fmla="*/ 96012 h 123753"/>
                        <a:gd name="connsiteX10" fmla="*/ 113647 w 127681"/>
                        <a:gd name="connsiteY10" fmla="*/ 87154 h 123753"/>
                        <a:gd name="connsiteX11" fmla="*/ 117647 w 127681"/>
                        <a:gd name="connsiteY11" fmla="*/ 79820 h 123753"/>
                        <a:gd name="connsiteX12" fmla="*/ 122981 w 127681"/>
                        <a:gd name="connsiteY12" fmla="*/ 67437 h 123753"/>
                        <a:gd name="connsiteX13" fmla="*/ 124600 w 127681"/>
                        <a:gd name="connsiteY13" fmla="*/ 62294 h 123753"/>
                        <a:gd name="connsiteX14" fmla="*/ 127267 w 127681"/>
                        <a:gd name="connsiteY14" fmla="*/ 34385 h 123753"/>
                        <a:gd name="connsiteX15" fmla="*/ 116123 w 127681"/>
                        <a:gd name="connsiteY15" fmla="*/ 7239 h 123753"/>
                        <a:gd name="connsiteX16" fmla="*/ 110027 w 127681"/>
                        <a:gd name="connsiteY16" fmla="*/ 191 h 123753"/>
                        <a:gd name="connsiteX17" fmla="*/ 109741 w 127681"/>
                        <a:gd name="connsiteY17" fmla="*/ 0 h 123753"/>
                        <a:gd name="connsiteX18" fmla="*/ 98978 w 127681"/>
                        <a:gd name="connsiteY18" fmla="*/ 50483 h 123753"/>
                        <a:gd name="connsiteX19" fmla="*/ 87167 w 127681"/>
                        <a:gd name="connsiteY19" fmla="*/ 75533 h 123753"/>
                        <a:gd name="connsiteX20" fmla="*/ 63735 w 127681"/>
                        <a:gd name="connsiteY20" fmla="*/ 95250 h 123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27681" h="123753">
                          <a:moveTo>
                            <a:pt x="63735" y="95250"/>
                          </a:moveTo>
                          <a:cubicBezTo>
                            <a:pt x="56973" y="97822"/>
                            <a:pt x="49353" y="98298"/>
                            <a:pt x="42018" y="96679"/>
                          </a:cubicBezTo>
                          <a:cubicBezTo>
                            <a:pt x="34779" y="95250"/>
                            <a:pt x="27635" y="91631"/>
                            <a:pt x="22588" y="87725"/>
                          </a:cubicBezTo>
                          <a:cubicBezTo>
                            <a:pt x="12396" y="80010"/>
                            <a:pt x="6109" y="69818"/>
                            <a:pt x="4490" y="59436"/>
                          </a:cubicBezTo>
                          <a:cubicBezTo>
                            <a:pt x="2109" y="61722"/>
                            <a:pt x="394" y="64675"/>
                            <a:pt x="203" y="67818"/>
                          </a:cubicBezTo>
                          <a:cubicBezTo>
                            <a:pt x="-82" y="71628"/>
                            <a:pt x="-82" y="75248"/>
                            <a:pt x="299" y="78962"/>
                          </a:cubicBezTo>
                          <a:cubicBezTo>
                            <a:pt x="1632" y="89440"/>
                            <a:pt x="4681" y="99917"/>
                            <a:pt x="16110" y="110204"/>
                          </a:cubicBezTo>
                          <a:cubicBezTo>
                            <a:pt x="24683" y="117253"/>
                            <a:pt x="38589" y="124206"/>
                            <a:pt x="55163" y="123730"/>
                          </a:cubicBezTo>
                          <a:cubicBezTo>
                            <a:pt x="60211" y="123730"/>
                            <a:pt x="66212" y="122968"/>
                            <a:pt x="72594" y="120968"/>
                          </a:cubicBezTo>
                          <a:cubicBezTo>
                            <a:pt x="85072" y="117253"/>
                            <a:pt x="98311" y="108109"/>
                            <a:pt x="107550" y="96012"/>
                          </a:cubicBezTo>
                          <a:cubicBezTo>
                            <a:pt x="109741" y="93154"/>
                            <a:pt x="111741" y="90107"/>
                            <a:pt x="113647" y="87154"/>
                          </a:cubicBezTo>
                          <a:cubicBezTo>
                            <a:pt x="115456" y="84296"/>
                            <a:pt x="116313" y="82296"/>
                            <a:pt x="117647" y="79820"/>
                          </a:cubicBezTo>
                          <a:cubicBezTo>
                            <a:pt x="120219" y="75057"/>
                            <a:pt x="121457" y="71152"/>
                            <a:pt x="122981" y="67437"/>
                          </a:cubicBezTo>
                          <a:cubicBezTo>
                            <a:pt x="123743" y="65532"/>
                            <a:pt x="124124" y="63818"/>
                            <a:pt x="124600" y="62294"/>
                          </a:cubicBezTo>
                          <a:cubicBezTo>
                            <a:pt x="127839" y="51340"/>
                            <a:pt x="128124" y="42291"/>
                            <a:pt x="127267" y="34385"/>
                          </a:cubicBezTo>
                          <a:cubicBezTo>
                            <a:pt x="125838" y="23527"/>
                            <a:pt x="121743" y="14859"/>
                            <a:pt x="116123" y="7239"/>
                          </a:cubicBezTo>
                          <a:cubicBezTo>
                            <a:pt x="114218" y="4763"/>
                            <a:pt x="112218" y="2477"/>
                            <a:pt x="110027" y="191"/>
                          </a:cubicBezTo>
                          <a:lnTo>
                            <a:pt x="109741" y="0"/>
                          </a:lnTo>
                          <a:cubicBezTo>
                            <a:pt x="107741" y="16669"/>
                            <a:pt x="104693" y="33719"/>
                            <a:pt x="98978" y="50483"/>
                          </a:cubicBezTo>
                          <a:cubicBezTo>
                            <a:pt x="96120" y="58960"/>
                            <a:pt x="92787" y="67056"/>
                            <a:pt x="87167" y="75533"/>
                          </a:cubicBezTo>
                          <a:cubicBezTo>
                            <a:pt x="81357" y="84201"/>
                            <a:pt x="73451" y="91726"/>
                            <a:pt x="63735" y="9525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1" name="Forme libre : forme 12960">
                      <a:extLst>
                        <a:ext uri="{FF2B5EF4-FFF2-40B4-BE49-F238E27FC236}">
                          <a16:creationId xmlns:a16="http://schemas.microsoft.com/office/drawing/2014/main" id="{ABB642B0-BC7A-4DAC-B104-1D41ED655D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1670" y="2819420"/>
                      <a:ext cx="49149" cy="65445"/>
                    </a:xfrm>
                    <a:custGeom>
                      <a:avLst/>
                      <a:gdLst>
                        <a:gd name="connsiteX0" fmla="*/ 43297 w 49149"/>
                        <a:gd name="connsiteY0" fmla="*/ 75 h 65445"/>
                        <a:gd name="connsiteX1" fmla="*/ 48917 w 49149"/>
                        <a:gd name="connsiteY1" fmla="*/ 18743 h 65445"/>
                        <a:gd name="connsiteX2" fmla="*/ 40821 w 49149"/>
                        <a:gd name="connsiteY2" fmla="*/ 44366 h 65445"/>
                        <a:gd name="connsiteX3" fmla="*/ 19389 w 49149"/>
                        <a:gd name="connsiteY3" fmla="*/ 63701 h 65445"/>
                        <a:gd name="connsiteX4" fmla="*/ 53 w 49149"/>
                        <a:gd name="connsiteY4" fmla="*/ 58939 h 65445"/>
                        <a:gd name="connsiteX5" fmla="*/ 9293 w 49149"/>
                        <a:gd name="connsiteY5" fmla="*/ 45128 h 65445"/>
                        <a:gd name="connsiteX6" fmla="*/ 19294 w 49149"/>
                        <a:gd name="connsiteY6" fmla="*/ 31983 h 65445"/>
                        <a:gd name="connsiteX7" fmla="*/ 29771 w 49149"/>
                        <a:gd name="connsiteY7" fmla="*/ 13409 h 65445"/>
                        <a:gd name="connsiteX8" fmla="*/ 43297 w 49149"/>
                        <a:gd name="connsiteY8" fmla="*/ 75 h 65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149" h="65445">
                          <a:moveTo>
                            <a:pt x="43297" y="75"/>
                          </a:moveTo>
                          <a:cubicBezTo>
                            <a:pt x="48345" y="1027"/>
                            <a:pt x="49774" y="9123"/>
                            <a:pt x="48917" y="18743"/>
                          </a:cubicBezTo>
                          <a:cubicBezTo>
                            <a:pt x="47964" y="28268"/>
                            <a:pt x="43868" y="39127"/>
                            <a:pt x="40821" y="44366"/>
                          </a:cubicBezTo>
                          <a:cubicBezTo>
                            <a:pt x="37773" y="49890"/>
                            <a:pt x="29391" y="60177"/>
                            <a:pt x="19389" y="63701"/>
                          </a:cubicBezTo>
                          <a:cubicBezTo>
                            <a:pt x="9483" y="67702"/>
                            <a:pt x="530" y="64273"/>
                            <a:pt x="53" y="58939"/>
                          </a:cubicBezTo>
                          <a:cubicBezTo>
                            <a:pt x="-613" y="53319"/>
                            <a:pt x="5102" y="49985"/>
                            <a:pt x="9293" y="45128"/>
                          </a:cubicBezTo>
                          <a:cubicBezTo>
                            <a:pt x="13769" y="40460"/>
                            <a:pt x="17198" y="35031"/>
                            <a:pt x="19294" y="31983"/>
                          </a:cubicBezTo>
                          <a:cubicBezTo>
                            <a:pt x="21485" y="28554"/>
                            <a:pt x="25676" y="20839"/>
                            <a:pt x="29771" y="13409"/>
                          </a:cubicBezTo>
                          <a:cubicBezTo>
                            <a:pt x="33867" y="5885"/>
                            <a:pt x="38344" y="-783"/>
                            <a:pt x="43297" y="7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2" name="Forme libre : forme 12961">
                      <a:extLst>
                        <a:ext uri="{FF2B5EF4-FFF2-40B4-BE49-F238E27FC236}">
                          <a16:creationId xmlns:a16="http://schemas.microsoft.com/office/drawing/2014/main" id="{C03CABB0-C89C-41D5-9C68-D799309ABA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1022" y="2845689"/>
                      <a:ext cx="47945" cy="38934"/>
                    </a:xfrm>
                    <a:custGeom>
                      <a:avLst/>
                      <a:gdLst>
                        <a:gd name="connsiteX0" fmla="*/ 10893 w 47945"/>
                        <a:gd name="connsiteY0" fmla="*/ 18193 h 38934"/>
                        <a:gd name="connsiteX1" fmla="*/ 4320 w 47945"/>
                        <a:gd name="connsiteY1" fmla="*/ 24860 h 38934"/>
                        <a:gd name="connsiteX2" fmla="*/ 320 w 47945"/>
                        <a:gd name="connsiteY2" fmla="*/ 32671 h 38934"/>
                        <a:gd name="connsiteX3" fmla="*/ 20037 w 47945"/>
                        <a:gd name="connsiteY3" fmla="*/ 37338 h 38934"/>
                        <a:gd name="connsiteX4" fmla="*/ 41754 w 47945"/>
                        <a:gd name="connsiteY4" fmla="*/ 17621 h 38934"/>
                        <a:gd name="connsiteX5" fmla="*/ 47945 w 47945"/>
                        <a:gd name="connsiteY5" fmla="*/ 0 h 38934"/>
                        <a:gd name="connsiteX6" fmla="*/ 43659 w 47945"/>
                        <a:gd name="connsiteY6" fmla="*/ 8668 h 38934"/>
                        <a:gd name="connsiteX7" fmla="*/ 35753 w 47945"/>
                        <a:gd name="connsiteY7" fmla="*/ 17050 h 38934"/>
                        <a:gd name="connsiteX8" fmla="*/ 26132 w 47945"/>
                        <a:gd name="connsiteY8" fmla="*/ 22955 h 38934"/>
                        <a:gd name="connsiteX9" fmla="*/ 10893 w 47945"/>
                        <a:gd name="connsiteY9" fmla="*/ 18193 h 389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7945" h="38934">
                          <a:moveTo>
                            <a:pt x="10893" y="18193"/>
                          </a:moveTo>
                          <a:cubicBezTo>
                            <a:pt x="9940" y="20193"/>
                            <a:pt x="6988" y="22574"/>
                            <a:pt x="4320" y="24860"/>
                          </a:cubicBezTo>
                          <a:cubicBezTo>
                            <a:pt x="1653" y="27051"/>
                            <a:pt x="-918" y="29242"/>
                            <a:pt x="320" y="32671"/>
                          </a:cubicBezTo>
                          <a:cubicBezTo>
                            <a:pt x="2130" y="38005"/>
                            <a:pt x="10702" y="40957"/>
                            <a:pt x="20037" y="37338"/>
                          </a:cubicBezTo>
                          <a:cubicBezTo>
                            <a:pt x="29371" y="34195"/>
                            <a:pt x="37849" y="24574"/>
                            <a:pt x="41754" y="17621"/>
                          </a:cubicBezTo>
                          <a:cubicBezTo>
                            <a:pt x="44135" y="13716"/>
                            <a:pt x="47374" y="4667"/>
                            <a:pt x="47945" y="0"/>
                          </a:cubicBezTo>
                          <a:cubicBezTo>
                            <a:pt x="47088" y="2476"/>
                            <a:pt x="45182" y="6667"/>
                            <a:pt x="43659" y="8668"/>
                          </a:cubicBezTo>
                          <a:cubicBezTo>
                            <a:pt x="41373" y="11621"/>
                            <a:pt x="38706" y="14383"/>
                            <a:pt x="35753" y="17050"/>
                          </a:cubicBezTo>
                          <a:cubicBezTo>
                            <a:pt x="32609" y="19717"/>
                            <a:pt x="29467" y="21812"/>
                            <a:pt x="26132" y="22955"/>
                          </a:cubicBezTo>
                          <a:cubicBezTo>
                            <a:pt x="19656" y="25337"/>
                            <a:pt x="14131" y="23527"/>
                            <a:pt x="10893" y="18193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3" name="Forme libre : forme 12962">
                      <a:extLst>
                        <a:ext uri="{FF2B5EF4-FFF2-40B4-BE49-F238E27FC236}">
                          <a16:creationId xmlns:a16="http://schemas.microsoft.com/office/drawing/2014/main" id="{75C4CC1E-B427-4BF3-892B-BB272089A3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6142" y="2815509"/>
                      <a:ext cx="48041" cy="70117"/>
                    </a:xfrm>
                    <a:custGeom>
                      <a:avLst/>
                      <a:gdLst>
                        <a:gd name="connsiteX0" fmla="*/ 42159 w 48041"/>
                        <a:gd name="connsiteY0" fmla="*/ 366 h 70117"/>
                        <a:gd name="connsiteX1" fmla="*/ 47873 w 48041"/>
                        <a:gd name="connsiteY1" fmla="*/ 19987 h 70117"/>
                        <a:gd name="connsiteX2" fmla="*/ 40920 w 48041"/>
                        <a:gd name="connsiteY2" fmla="*/ 45800 h 70117"/>
                        <a:gd name="connsiteX3" fmla="*/ 20632 w 48041"/>
                        <a:gd name="connsiteY3" fmla="*/ 67327 h 70117"/>
                        <a:gd name="connsiteX4" fmla="*/ 248 w 48041"/>
                        <a:gd name="connsiteY4" fmla="*/ 64850 h 70117"/>
                        <a:gd name="connsiteX5" fmla="*/ 8916 w 48041"/>
                        <a:gd name="connsiteY5" fmla="*/ 49610 h 70117"/>
                        <a:gd name="connsiteX6" fmla="*/ 18918 w 48041"/>
                        <a:gd name="connsiteY6" fmla="*/ 34085 h 70117"/>
                        <a:gd name="connsiteX7" fmla="*/ 29014 w 48041"/>
                        <a:gd name="connsiteY7" fmla="*/ 13511 h 70117"/>
                        <a:gd name="connsiteX8" fmla="*/ 42159 w 48041"/>
                        <a:gd name="connsiteY8" fmla="*/ 366 h 70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041" h="70117">
                          <a:moveTo>
                            <a:pt x="42159" y="366"/>
                          </a:moveTo>
                          <a:cubicBezTo>
                            <a:pt x="46826" y="2461"/>
                            <a:pt x="48635" y="10653"/>
                            <a:pt x="47873" y="19987"/>
                          </a:cubicBezTo>
                          <a:cubicBezTo>
                            <a:pt x="47302" y="29322"/>
                            <a:pt x="43968" y="39799"/>
                            <a:pt x="40920" y="45800"/>
                          </a:cubicBezTo>
                          <a:cubicBezTo>
                            <a:pt x="38824" y="51229"/>
                            <a:pt x="30157" y="62945"/>
                            <a:pt x="20632" y="67327"/>
                          </a:cubicBezTo>
                          <a:cubicBezTo>
                            <a:pt x="10916" y="72185"/>
                            <a:pt x="1677" y="70279"/>
                            <a:pt x="248" y="64850"/>
                          </a:cubicBezTo>
                          <a:cubicBezTo>
                            <a:pt x="-1275" y="59611"/>
                            <a:pt x="4535" y="55135"/>
                            <a:pt x="8916" y="49610"/>
                          </a:cubicBezTo>
                          <a:cubicBezTo>
                            <a:pt x="13393" y="43990"/>
                            <a:pt x="17012" y="38085"/>
                            <a:pt x="18918" y="34085"/>
                          </a:cubicBezTo>
                          <a:cubicBezTo>
                            <a:pt x="21013" y="30751"/>
                            <a:pt x="25108" y="21702"/>
                            <a:pt x="29014" y="13511"/>
                          </a:cubicBezTo>
                          <a:cubicBezTo>
                            <a:pt x="33205" y="5510"/>
                            <a:pt x="37301" y="-1730"/>
                            <a:pt x="42159" y="36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4" name="Forme libre : forme 12963">
                      <a:extLst>
                        <a:ext uri="{FF2B5EF4-FFF2-40B4-BE49-F238E27FC236}">
                          <a16:creationId xmlns:a16="http://schemas.microsoft.com/office/drawing/2014/main" id="{B1EFCD7F-0C40-452D-8D1D-F7DE65931E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6533" y="2840542"/>
                      <a:ext cx="93782" cy="64769"/>
                    </a:xfrm>
                    <a:custGeom>
                      <a:avLst/>
                      <a:gdLst>
                        <a:gd name="connsiteX0" fmla="*/ 1186 w 93782"/>
                        <a:gd name="connsiteY0" fmla="*/ 26006 h 64769"/>
                        <a:gd name="connsiteX1" fmla="*/ 3472 w 93782"/>
                        <a:gd name="connsiteY1" fmla="*/ 42008 h 64769"/>
                        <a:gd name="connsiteX2" fmla="*/ 21950 w 93782"/>
                        <a:gd name="connsiteY2" fmla="*/ 59630 h 64769"/>
                        <a:gd name="connsiteX3" fmla="*/ 54336 w 93782"/>
                        <a:gd name="connsiteY3" fmla="*/ 63249 h 64769"/>
                        <a:gd name="connsiteX4" fmla="*/ 82339 w 93782"/>
                        <a:gd name="connsiteY4" fmla="*/ 43818 h 64769"/>
                        <a:gd name="connsiteX5" fmla="*/ 87006 w 93782"/>
                        <a:gd name="connsiteY5" fmla="*/ 36865 h 64769"/>
                        <a:gd name="connsiteX6" fmla="*/ 90245 w 93782"/>
                        <a:gd name="connsiteY6" fmla="*/ 30292 h 64769"/>
                        <a:gd name="connsiteX7" fmla="*/ 93293 w 93782"/>
                        <a:gd name="connsiteY7" fmla="*/ 19243 h 64769"/>
                        <a:gd name="connsiteX8" fmla="*/ 85863 w 93782"/>
                        <a:gd name="connsiteY8" fmla="*/ 3 h 64769"/>
                        <a:gd name="connsiteX9" fmla="*/ 75958 w 93782"/>
                        <a:gd name="connsiteY9" fmla="*/ 10099 h 64769"/>
                        <a:gd name="connsiteX10" fmla="*/ 46144 w 93782"/>
                        <a:gd name="connsiteY10" fmla="*/ 27054 h 64769"/>
                        <a:gd name="connsiteX11" fmla="*/ 33285 w 93782"/>
                        <a:gd name="connsiteY11" fmla="*/ 21339 h 64769"/>
                        <a:gd name="connsiteX12" fmla="*/ 23760 w 93782"/>
                        <a:gd name="connsiteY12" fmla="*/ 15910 h 64769"/>
                        <a:gd name="connsiteX13" fmla="*/ 11092 w 93782"/>
                        <a:gd name="connsiteY13" fmla="*/ 17338 h 64769"/>
                        <a:gd name="connsiteX14" fmla="*/ 1186 w 93782"/>
                        <a:gd name="connsiteY14" fmla="*/ 26006 h 64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93782" h="64769">
                          <a:moveTo>
                            <a:pt x="1186" y="26006"/>
                          </a:moveTo>
                          <a:cubicBezTo>
                            <a:pt x="-814" y="32293"/>
                            <a:pt x="-433" y="35150"/>
                            <a:pt x="3472" y="42008"/>
                          </a:cubicBezTo>
                          <a:cubicBezTo>
                            <a:pt x="7377" y="48580"/>
                            <a:pt x="13664" y="55248"/>
                            <a:pt x="21950" y="59630"/>
                          </a:cubicBezTo>
                          <a:cubicBezTo>
                            <a:pt x="30237" y="64011"/>
                            <a:pt x="41286" y="66583"/>
                            <a:pt x="54336" y="63249"/>
                          </a:cubicBezTo>
                          <a:cubicBezTo>
                            <a:pt x="65099" y="60391"/>
                            <a:pt x="75386" y="53152"/>
                            <a:pt x="82339" y="43818"/>
                          </a:cubicBezTo>
                          <a:cubicBezTo>
                            <a:pt x="84244" y="41532"/>
                            <a:pt x="85483" y="39246"/>
                            <a:pt x="87006" y="36865"/>
                          </a:cubicBezTo>
                          <a:cubicBezTo>
                            <a:pt x="88435" y="34483"/>
                            <a:pt x="89674" y="32102"/>
                            <a:pt x="90245" y="30292"/>
                          </a:cubicBezTo>
                          <a:cubicBezTo>
                            <a:pt x="91769" y="26387"/>
                            <a:pt x="93007" y="22577"/>
                            <a:pt x="93293" y="19243"/>
                          </a:cubicBezTo>
                          <a:cubicBezTo>
                            <a:pt x="95008" y="8956"/>
                            <a:pt x="92150" y="-187"/>
                            <a:pt x="85863" y="3"/>
                          </a:cubicBezTo>
                          <a:cubicBezTo>
                            <a:pt x="81768" y="98"/>
                            <a:pt x="79672" y="6099"/>
                            <a:pt x="75958" y="10099"/>
                          </a:cubicBezTo>
                          <a:cubicBezTo>
                            <a:pt x="67861" y="19243"/>
                            <a:pt x="57479" y="28483"/>
                            <a:pt x="46144" y="27054"/>
                          </a:cubicBezTo>
                          <a:cubicBezTo>
                            <a:pt x="41382" y="26387"/>
                            <a:pt x="36809" y="23911"/>
                            <a:pt x="33285" y="21339"/>
                          </a:cubicBezTo>
                          <a:cubicBezTo>
                            <a:pt x="29666" y="18672"/>
                            <a:pt x="27190" y="16386"/>
                            <a:pt x="23760" y="15910"/>
                          </a:cubicBezTo>
                          <a:cubicBezTo>
                            <a:pt x="20807" y="15529"/>
                            <a:pt x="15473" y="15719"/>
                            <a:pt x="11092" y="17338"/>
                          </a:cubicBezTo>
                          <a:cubicBezTo>
                            <a:pt x="6615" y="18767"/>
                            <a:pt x="2615" y="21720"/>
                            <a:pt x="1186" y="2600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5" name="Forme libre : forme 12964">
                      <a:extLst>
                        <a:ext uri="{FF2B5EF4-FFF2-40B4-BE49-F238E27FC236}">
                          <a16:creationId xmlns:a16="http://schemas.microsoft.com/office/drawing/2014/main" id="{C4EFAF6F-E1B7-4CED-8FE7-06B119C62B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7491" y="2856503"/>
                      <a:ext cx="20733" cy="13342"/>
                    </a:xfrm>
                    <a:custGeom>
                      <a:avLst/>
                      <a:gdLst>
                        <a:gd name="connsiteX0" fmla="*/ 3088 w 20733"/>
                        <a:gd name="connsiteY0" fmla="*/ 7187 h 13342"/>
                        <a:gd name="connsiteX1" fmla="*/ 326 w 20733"/>
                        <a:gd name="connsiteY1" fmla="*/ 8997 h 13342"/>
                        <a:gd name="connsiteX2" fmla="*/ 1374 w 20733"/>
                        <a:gd name="connsiteY2" fmla="*/ 11950 h 13342"/>
                        <a:gd name="connsiteX3" fmla="*/ 5946 w 20733"/>
                        <a:gd name="connsiteY3" fmla="*/ 13284 h 13342"/>
                        <a:gd name="connsiteX4" fmla="*/ 16804 w 20733"/>
                        <a:gd name="connsiteY4" fmla="*/ 10997 h 13342"/>
                        <a:gd name="connsiteX5" fmla="*/ 19852 w 20733"/>
                        <a:gd name="connsiteY5" fmla="*/ 8235 h 13342"/>
                        <a:gd name="connsiteX6" fmla="*/ 15280 w 20733"/>
                        <a:gd name="connsiteY6" fmla="*/ 520 h 13342"/>
                        <a:gd name="connsiteX7" fmla="*/ 3088 w 20733"/>
                        <a:gd name="connsiteY7" fmla="*/ 7187 h 1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733" h="13342">
                          <a:moveTo>
                            <a:pt x="3088" y="7187"/>
                          </a:moveTo>
                          <a:cubicBezTo>
                            <a:pt x="1945" y="7664"/>
                            <a:pt x="1088" y="7950"/>
                            <a:pt x="326" y="8997"/>
                          </a:cubicBezTo>
                          <a:cubicBezTo>
                            <a:pt x="-436" y="9950"/>
                            <a:pt x="231" y="11188"/>
                            <a:pt x="1374" y="11950"/>
                          </a:cubicBezTo>
                          <a:cubicBezTo>
                            <a:pt x="2517" y="12807"/>
                            <a:pt x="4422" y="13188"/>
                            <a:pt x="5946" y="13284"/>
                          </a:cubicBezTo>
                          <a:cubicBezTo>
                            <a:pt x="9756" y="13569"/>
                            <a:pt x="13851" y="12807"/>
                            <a:pt x="16804" y="10997"/>
                          </a:cubicBezTo>
                          <a:cubicBezTo>
                            <a:pt x="18042" y="10045"/>
                            <a:pt x="19185" y="9569"/>
                            <a:pt x="19852" y="8235"/>
                          </a:cubicBezTo>
                          <a:cubicBezTo>
                            <a:pt x="22424" y="2996"/>
                            <a:pt x="18899" y="-1575"/>
                            <a:pt x="15280" y="520"/>
                          </a:cubicBezTo>
                          <a:cubicBezTo>
                            <a:pt x="12232" y="2235"/>
                            <a:pt x="7851" y="5378"/>
                            <a:pt x="3088" y="7187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6" name="Forme libre : forme 12965">
                      <a:extLst>
                        <a:ext uri="{FF2B5EF4-FFF2-40B4-BE49-F238E27FC236}">
                          <a16:creationId xmlns:a16="http://schemas.microsoft.com/office/drawing/2014/main" id="{5D980B45-01D7-4E67-AFC1-5AD454D01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4873" y="2793301"/>
                      <a:ext cx="17323" cy="57340"/>
                    </a:xfrm>
                    <a:custGeom>
                      <a:avLst/>
                      <a:gdLst>
                        <a:gd name="connsiteX0" fmla="*/ 0 w 17323"/>
                        <a:gd name="connsiteY0" fmla="*/ 0 h 57340"/>
                        <a:gd name="connsiteX1" fmla="*/ 16954 w 17323"/>
                        <a:gd name="connsiteY1" fmla="*/ 57340 h 57340"/>
                        <a:gd name="connsiteX2" fmla="*/ 0 w 17323"/>
                        <a:gd name="connsiteY2" fmla="*/ 0 h 57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7323" h="57340">
                          <a:moveTo>
                            <a:pt x="0" y="0"/>
                          </a:moveTo>
                          <a:cubicBezTo>
                            <a:pt x="13430" y="8382"/>
                            <a:pt x="18859" y="36385"/>
                            <a:pt x="16954" y="57340"/>
                          </a:cubicBezTo>
                          <a:cubicBezTo>
                            <a:pt x="18574" y="34766"/>
                            <a:pt x="9239" y="1371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7" name="Forme libre : forme 12966">
                      <a:extLst>
                        <a:ext uri="{FF2B5EF4-FFF2-40B4-BE49-F238E27FC236}">
                          <a16:creationId xmlns:a16="http://schemas.microsoft.com/office/drawing/2014/main" id="{CA7BDC2B-CD89-41DC-8F7D-FF9D4F33C5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3432" y="2840926"/>
                      <a:ext cx="34004" cy="6971"/>
                    </a:xfrm>
                    <a:custGeom>
                      <a:avLst/>
                      <a:gdLst>
                        <a:gd name="connsiteX0" fmla="*/ 34004 w 34004"/>
                        <a:gd name="connsiteY0" fmla="*/ 0 h 6971"/>
                        <a:gd name="connsiteX1" fmla="*/ 32004 w 34004"/>
                        <a:gd name="connsiteY1" fmla="*/ 2762 h 6971"/>
                        <a:gd name="connsiteX2" fmla="*/ 25337 w 34004"/>
                        <a:gd name="connsiteY2" fmla="*/ 5715 h 6971"/>
                        <a:gd name="connsiteX3" fmla="*/ 0 w 34004"/>
                        <a:gd name="connsiteY3" fmla="*/ 5905 h 6971"/>
                        <a:gd name="connsiteX4" fmla="*/ 25146 w 34004"/>
                        <a:gd name="connsiteY4" fmla="*/ 6953 h 6971"/>
                        <a:gd name="connsiteX5" fmla="*/ 31909 w 34004"/>
                        <a:gd name="connsiteY5" fmla="*/ 4191 h 6971"/>
                        <a:gd name="connsiteX6" fmla="*/ 34004 w 34004"/>
                        <a:gd name="connsiteY6" fmla="*/ 0 h 6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004" h="6971">
                          <a:moveTo>
                            <a:pt x="34004" y="0"/>
                          </a:moveTo>
                          <a:cubicBezTo>
                            <a:pt x="33624" y="476"/>
                            <a:pt x="33147" y="1524"/>
                            <a:pt x="32004" y="2762"/>
                          </a:cubicBezTo>
                          <a:cubicBezTo>
                            <a:pt x="30766" y="3905"/>
                            <a:pt x="29623" y="5620"/>
                            <a:pt x="25337" y="5715"/>
                          </a:cubicBezTo>
                          <a:cubicBezTo>
                            <a:pt x="17812" y="6382"/>
                            <a:pt x="8668" y="6191"/>
                            <a:pt x="0" y="5905"/>
                          </a:cubicBezTo>
                          <a:cubicBezTo>
                            <a:pt x="8192" y="5810"/>
                            <a:pt x="17526" y="7144"/>
                            <a:pt x="25146" y="6953"/>
                          </a:cubicBezTo>
                          <a:cubicBezTo>
                            <a:pt x="29337" y="7048"/>
                            <a:pt x="30575" y="5429"/>
                            <a:pt x="31909" y="4191"/>
                          </a:cubicBezTo>
                          <a:cubicBezTo>
                            <a:pt x="33243" y="2762"/>
                            <a:pt x="33909" y="1238"/>
                            <a:pt x="3400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8" name="Forme libre : forme 12967">
                      <a:extLst>
                        <a:ext uri="{FF2B5EF4-FFF2-40B4-BE49-F238E27FC236}">
                          <a16:creationId xmlns:a16="http://schemas.microsoft.com/office/drawing/2014/main" id="{812EC076-2C05-4B51-BCAE-328CAF0F8D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2118" y="2835177"/>
                      <a:ext cx="16190" cy="23671"/>
                    </a:xfrm>
                    <a:custGeom>
                      <a:avLst/>
                      <a:gdLst>
                        <a:gd name="connsiteX0" fmla="*/ 15419 w 16190"/>
                        <a:gd name="connsiteY0" fmla="*/ 510 h 23671"/>
                        <a:gd name="connsiteX1" fmla="*/ 15039 w 16190"/>
                        <a:gd name="connsiteY1" fmla="*/ 8606 h 23671"/>
                        <a:gd name="connsiteX2" fmla="*/ 10752 w 16190"/>
                        <a:gd name="connsiteY2" fmla="*/ 16512 h 23671"/>
                        <a:gd name="connsiteX3" fmla="*/ 5514 w 16190"/>
                        <a:gd name="connsiteY3" fmla="*/ 22227 h 23671"/>
                        <a:gd name="connsiteX4" fmla="*/ 370 w 16190"/>
                        <a:gd name="connsiteY4" fmla="*/ 22513 h 23671"/>
                        <a:gd name="connsiteX5" fmla="*/ 5990 w 16190"/>
                        <a:gd name="connsiteY5" fmla="*/ 9464 h 23671"/>
                        <a:gd name="connsiteX6" fmla="*/ 15419 w 16190"/>
                        <a:gd name="connsiteY6" fmla="*/ 510 h 23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90" h="23671">
                          <a:moveTo>
                            <a:pt x="15419" y="510"/>
                          </a:moveTo>
                          <a:cubicBezTo>
                            <a:pt x="16753" y="1939"/>
                            <a:pt x="16182" y="5273"/>
                            <a:pt x="15039" y="8606"/>
                          </a:cubicBezTo>
                          <a:cubicBezTo>
                            <a:pt x="13610" y="11845"/>
                            <a:pt x="11800" y="15083"/>
                            <a:pt x="10752" y="16512"/>
                          </a:cubicBezTo>
                          <a:cubicBezTo>
                            <a:pt x="9705" y="17941"/>
                            <a:pt x="7704" y="20703"/>
                            <a:pt x="5514" y="22227"/>
                          </a:cubicBezTo>
                          <a:cubicBezTo>
                            <a:pt x="3323" y="23846"/>
                            <a:pt x="1323" y="24323"/>
                            <a:pt x="370" y="22513"/>
                          </a:cubicBezTo>
                          <a:cubicBezTo>
                            <a:pt x="-1535" y="19084"/>
                            <a:pt x="4465" y="12416"/>
                            <a:pt x="5990" y="9464"/>
                          </a:cubicBezTo>
                          <a:cubicBezTo>
                            <a:pt x="7800" y="6987"/>
                            <a:pt x="12562" y="-2252"/>
                            <a:pt x="15419" y="51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9" name="Forme libre : forme 12968">
                      <a:extLst>
                        <a:ext uri="{FF2B5EF4-FFF2-40B4-BE49-F238E27FC236}">
                          <a16:creationId xmlns:a16="http://schemas.microsoft.com/office/drawing/2014/main" id="{2950DA6A-3363-4B96-8468-CBBFA69A4C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44630" y="2831208"/>
                      <a:ext cx="4256" cy="7537"/>
                    </a:xfrm>
                    <a:custGeom>
                      <a:avLst/>
                      <a:gdLst>
                        <a:gd name="connsiteX0" fmla="*/ 3288 w 4256"/>
                        <a:gd name="connsiteY0" fmla="*/ 3 h 7537"/>
                        <a:gd name="connsiteX1" fmla="*/ 3859 w 4256"/>
                        <a:gd name="connsiteY1" fmla="*/ 4003 h 7537"/>
                        <a:gd name="connsiteX2" fmla="*/ 906 w 4256"/>
                        <a:gd name="connsiteY2" fmla="*/ 7527 h 7537"/>
                        <a:gd name="connsiteX3" fmla="*/ 526 w 4256"/>
                        <a:gd name="connsiteY3" fmla="*/ 3717 h 7537"/>
                        <a:gd name="connsiteX4" fmla="*/ 3288 w 4256"/>
                        <a:gd name="connsiteY4" fmla="*/ 3 h 7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56" h="7537">
                          <a:moveTo>
                            <a:pt x="3288" y="3"/>
                          </a:moveTo>
                          <a:cubicBezTo>
                            <a:pt x="4621" y="98"/>
                            <a:pt x="4336" y="2765"/>
                            <a:pt x="3859" y="4003"/>
                          </a:cubicBezTo>
                          <a:cubicBezTo>
                            <a:pt x="3383" y="5241"/>
                            <a:pt x="2335" y="7718"/>
                            <a:pt x="906" y="7527"/>
                          </a:cubicBezTo>
                          <a:cubicBezTo>
                            <a:pt x="-522" y="7242"/>
                            <a:pt x="49" y="4956"/>
                            <a:pt x="526" y="3717"/>
                          </a:cubicBezTo>
                          <a:cubicBezTo>
                            <a:pt x="906" y="2479"/>
                            <a:pt x="1859" y="-92"/>
                            <a:pt x="3288" y="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70" name="Forme libre : forme 12969">
                      <a:extLst>
                        <a:ext uri="{FF2B5EF4-FFF2-40B4-BE49-F238E27FC236}">
                          <a16:creationId xmlns:a16="http://schemas.microsoft.com/office/drawing/2014/main" id="{54964F8E-3E87-45B9-A8C4-0E03FCB0D0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3649" y="2795509"/>
                      <a:ext cx="46973" cy="51418"/>
                    </a:xfrm>
                    <a:custGeom>
                      <a:avLst/>
                      <a:gdLst>
                        <a:gd name="connsiteX0" fmla="*/ 24744 w 46973"/>
                        <a:gd name="connsiteY0" fmla="*/ 14175 h 51418"/>
                        <a:gd name="connsiteX1" fmla="*/ 41889 w 46973"/>
                        <a:gd name="connsiteY1" fmla="*/ 268 h 51418"/>
                        <a:gd name="connsiteX2" fmla="*/ 46938 w 46973"/>
                        <a:gd name="connsiteY2" fmla="*/ 5984 h 51418"/>
                        <a:gd name="connsiteX3" fmla="*/ 42175 w 46973"/>
                        <a:gd name="connsiteY3" fmla="*/ 13794 h 51418"/>
                        <a:gd name="connsiteX4" fmla="*/ 24077 w 46973"/>
                        <a:gd name="connsiteY4" fmla="*/ 34177 h 51418"/>
                        <a:gd name="connsiteX5" fmla="*/ 13029 w 46973"/>
                        <a:gd name="connsiteY5" fmla="*/ 47989 h 51418"/>
                        <a:gd name="connsiteX6" fmla="*/ 1885 w 46973"/>
                        <a:gd name="connsiteY6" fmla="*/ 48846 h 51418"/>
                        <a:gd name="connsiteX7" fmla="*/ 456 w 46973"/>
                        <a:gd name="connsiteY7" fmla="*/ 46655 h 51418"/>
                        <a:gd name="connsiteX8" fmla="*/ 75 w 46973"/>
                        <a:gd name="connsiteY8" fmla="*/ 44369 h 51418"/>
                        <a:gd name="connsiteX9" fmla="*/ 2456 w 46973"/>
                        <a:gd name="connsiteY9" fmla="*/ 38178 h 51418"/>
                        <a:gd name="connsiteX10" fmla="*/ 10647 w 46973"/>
                        <a:gd name="connsiteY10" fmla="*/ 25605 h 51418"/>
                        <a:gd name="connsiteX11" fmla="*/ 24744 w 46973"/>
                        <a:gd name="connsiteY11" fmla="*/ 14175 h 51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6973" h="51418">
                          <a:moveTo>
                            <a:pt x="24744" y="14175"/>
                          </a:moveTo>
                          <a:cubicBezTo>
                            <a:pt x="30555" y="8174"/>
                            <a:pt x="34745" y="3602"/>
                            <a:pt x="41889" y="268"/>
                          </a:cubicBezTo>
                          <a:cubicBezTo>
                            <a:pt x="44556" y="-970"/>
                            <a:pt x="47318" y="2269"/>
                            <a:pt x="46938" y="5984"/>
                          </a:cubicBezTo>
                          <a:cubicBezTo>
                            <a:pt x="46462" y="9698"/>
                            <a:pt x="44270" y="11699"/>
                            <a:pt x="42175" y="13794"/>
                          </a:cubicBezTo>
                          <a:cubicBezTo>
                            <a:pt x="35603" y="20271"/>
                            <a:pt x="30078" y="27129"/>
                            <a:pt x="24077" y="34177"/>
                          </a:cubicBezTo>
                          <a:cubicBezTo>
                            <a:pt x="22173" y="36368"/>
                            <a:pt x="17887" y="43607"/>
                            <a:pt x="13029" y="47989"/>
                          </a:cubicBezTo>
                          <a:cubicBezTo>
                            <a:pt x="7790" y="52942"/>
                            <a:pt x="4361" y="51894"/>
                            <a:pt x="1885" y="48846"/>
                          </a:cubicBezTo>
                          <a:cubicBezTo>
                            <a:pt x="1218" y="48084"/>
                            <a:pt x="836" y="47322"/>
                            <a:pt x="456" y="46655"/>
                          </a:cubicBezTo>
                          <a:cubicBezTo>
                            <a:pt x="75" y="46084"/>
                            <a:pt x="-116" y="45512"/>
                            <a:pt x="75" y="44369"/>
                          </a:cubicBezTo>
                          <a:cubicBezTo>
                            <a:pt x="360" y="42464"/>
                            <a:pt x="1313" y="40559"/>
                            <a:pt x="2456" y="38178"/>
                          </a:cubicBezTo>
                          <a:cubicBezTo>
                            <a:pt x="4933" y="33701"/>
                            <a:pt x="8362" y="28367"/>
                            <a:pt x="10647" y="25605"/>
                          </a:cubicBezTo>
                          <a:cubicBezTo>
                            <a:pt x="15505" y="20271"/>
                            <a:pt x="20172" y="18366"/>
                            <a:pt x="24744" y="1417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63" name="Graphique 1">
                    <a:extLst>
                      <a:ext uri="{FF2B5EF4-FFF2-40B4-BE49-F238E27FC236}">
                        <a16:creationId xmlns:a16="http://schemas.microsoft.com/office/drawing/2014/main" id="{C1461F10-194C-4665-9A58-9FE9096B8920}"/>
                      </a:ext>
                    </a:extLst>
                  </p:cNvPr>
                  <p:cNvGrpSpPr/>
                  <p:nvPr/>
                </p:nvGrpSpPr>
                <p:grpSpPr>
                  <a:xfrm>
                    <a:off x="2162450" y="2442773"/>
                    <a:ext cx="433661" cy="81528"/>
                    <a:chOff x="2162450" y="2442773"/>
                    <a:chExt cx="433661" cy="81528"/>
                  </a:xfrm>
                  <a:solidFill>
                    <a:schemeClr val="accent1"/>
                  </a:solidFill>
                </p:grpSpPr>
                <p:grpSp>
                  <p:nvGrpSpPr>
                    <p:cNvPr id="12933" name="Graphique 1">
                      <a:extLst>
                        <a:ext uri="{FF2B5EF4-FFF2-40B4-BE49-F238E27FC236}">
                          <a16:creationId xmlns:a16="http://schemas.microsoft.com/office/drawing/2014/main" id="{3F0AAB57-3F6B-47C3-AE1D-06586DAF03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62450" y="2442773"/>
                      <a:ext cx="217083" cy="78544"/>
                      <a:chOff x="2162450" y="2442773"/>
                      <a:chExt cx="217083" cy="78544"/>
                    </a:xfrm>
                    <a:solidFill>
                      <a:schemeClr val="accent1"/>
                    </a:solidFill>
                  </p:grpSpPr>
                  <p:sp>
                    <p:nvSpPr>
                      <p:cNvPr id="12947" name="Forme libre : forme 12946">
                        <a:extLst>
                          <a:ext uri="{FF2B5EF4-FFF2-40B4-BE49-F238E27FC236}">
                            <a16:creationId xmlns:a16="http://schemas.microsoft.com/office/drawing/2014/main" id="{D205661E-A863-4BB8-B0EF-A7F31F677A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62450" y="2442773"/>
                        <a:ext cx="217083" cy="78544"/>
                      </a:xfrm>
                      <a:custGeom>
                        <a:avLst/>
                        <a:gdLst>
                          <a:gd name="connsiteX0" fmla="*/ 145461 w 217083"/>
                          <a:gd name="connsiteY0" fmla="*/ 78399 h 78544"/>
                          <a:gd name="connsiteX1" fmla="*/ 71452 w 217083"/>
                          <a:gd name="connsiteY1" fmla="*/ 75255 h 78544"/>
                          <a:gd name="connsiteX2" fmla="*/ 4492 w 217083"/>
                          <a:gd name="connsiteY2" fmla="*/ 42013 h 78544"/>
                          <a:gd name="connsiteX3" fmla="*/ 300 w 217083"/>
                          <a:gd name="connsiteY3" fmla="*/ 31060 h 78544"/>
                          <a:gd name="connsiteX4" fmla="*/ 967 w 217083"/>
                          <a:gd name="connsiteY4" fmla="*/ 25249 h 78544"/>
                          <a:gd name="connsiteX5" fmla="*/ 3539 w 217083"/>
                          <a:gd name="connsiteY5" fmla="*/ 22582 h 78544"/>
                          <a:gd name="connsiteX6" fmla="*/ 5444 w 217083"/>
                          <a:gd name="connsiteY6" fmla="*/ 21439 h 78544"/>
                          <a:gd name="connsiteX7" fmla="*/ 6682 w 217083"/>
                          <a:gd name="connsiteY7" fmla="*/ 20487 h 78544"/>
                          <a:gd name="connsiteX8" fmla="*/ 77739 w 217083"/>
                          <a:gd name="connsiteY8" fmla="*/ 8 h 78544"/>
                          <a:gd name="connsiteX9" fmla="*/ 144604 w 217083"/>
                          <a:gd name="connsiteY9" fmla="*/ 2961 h 78544"/>
                          <a:gd name="connsiteX10" fmla="*/ 210898 w 217083"/>
                          <a:gd name="connsiteY10" fmla="*/ 31060 h 78544"/>
                          <a:gd name="connsiteX11" fmla="*/ 214042 w 217083"/>
                          <a:gd name="connsiteY11" fmla="*/ 51919 h 78544"/>
                          <a:gd name="connsiteX12" fmla="*/ 145461 w 217083"/>
                          <a:gd name="connsiteY12" fmla="*/ 78399 h 785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217083" h="78544">
                            <a:moveTo>
                              <a:pt x="145461" y="78399"/>
                            </a:moveTo>
                            <a:cubicBezTo>
                              <a:pt x="127840" y="79066"/>
                              <a:pt x="89645" y="77351"/>
                              <a:pt x="71452" y="75255"/>
                            </a:cubicBezTo>
                            <a:cubicBezTo>
                              <a:pt x="37353" y="71350"/>
                              <a:pt x="20589" y="59158"/>
                              <a:pt x="4492" y="42013"/>
                            </a:cubicBezTo>
                            <a:cubicBezTo>
                              <a:pt x="4110" y="39156"/>
                              <a:pt x="1443" y="34774"/>
                              <a:pt x="300" y="31060"/>
                            </a:cubicBezTo>
                            <a:cubicBezTo>
                              <a:pt x="-176" y="29154"/>
                              <a:pt x="-176" y="27154"/>
                              <a:pt x="967" y="25249"/>
                            </a:cubicBezTo>
                            <a:cubicBezTo>
                              <a:pt x="1539" y="24297"/>
                              <a:pt x="2396" y="23344"/>
                              <a:pt x="3539" y="22582"/>
                            </a:cubicBezTo>
                            <a:cubicBezTo>
                              <a:pt x="4110" y="22201"/>
                              <a:pt x="4872" y="21820"/>
                              <a:pt x="5444" y="21439"/>
                            </a:cubicBezTo>
                            <a:cubicBezTo>
                              <a:pt x="5825" y="21058"/>
                              <a:pt x="6206" y="20773"/>
                              <a:pt x="6682" y="20487"/>
                            </a:cubicBezTo>
                            <a:cubicBezTo>
                              <a:pt x="26589" y="7152"/>
                              <a:pt x="46592" y="-278"/>
                              <a:pt x="77739" y="8"/>
                            </a:cubicBezTo>
                            <a:cubicBezTo>
                              <a:pt x="94408" y="103"/>
                              <a:pt x="127650" y="1818"/>
                              <a:pt x="144604" y="2961"/>
                            </a:cubicBezTo>
                            <a:cubicBezTo>
                              <a:pt x="176418" y="5247"/>
                              <a:pt x="193277" y="16105"/>
                              <a:pt x="210898" y="31060"/>
                            </a:cubicBezTo>
                            <a:cubicBezTo>
                              <a:pt x="216994" y="36203"/>
                              <a:pt x="219566" y="46585"/>
                              <a:pt x="214042" y="51919"/>
                            </a:cubicBezTo>
                            <a:cubicBezTo>
                              <a:pt x="198325" y="67731"/>
                              <a:pt x="178418" y="77446"/>
                              <a:pt x="145461" y="7839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48" name="Forme libre : forme 12947">
                        <a:extLst>
                          <a:ext uri="{FF2B5EF4-FFF2-40B4-BE49-F238E27FC236}">
                            <a16:creationId xmlns:a16="http://schemas.microsoft.com/office/drawing/2014/main" id="{4A4CDB5E-6C3D-4820-878A-72F4540301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63417" y="2475833"/>
                        <a:ext cx="213360" cy="45250"/>
                      </a:xfrm>
                      <a:custGeom>
                        <a:avLst/>
                        <a:gdLst>
                          <a:gd name="connsiteX0" fmla="*/ 83344 w 213360"/>
                          <a:gd name="connsiteY0" fmla="*/ 15907 h 45250"/>
                          <a:gd name="connsiteX1" fmla="*/ 0 w 213360"/>
                          <a:gd name="connsiteY1" fmla="*/ 0 h 45250"/>
                          <a:gd name="connsiteX2" fmla="*/ 3524 w 213360"/>
                          <a:gd name="connsiteY2" fmla="*/ 8858 h 45250"/>
                          <a:gd name="connsiteX3" fmla="*/ 12002 w 213360"/>
                          <a:gd name="connsiteY3" fmla="*/ 17240 h 45250"/>
                          <a:gd name="connsiteX4" fmla="*/ 42101 w 213360"/>
                          <a:gd name="connsiteY4" fmla="*/ 35719 h 45250"/>
                          <a:gd name="connsiteX5" fmla="*/ 70485 w 213360"/>
                          <a:gd name="connsiteY5" fmla="*/ 42101 h 45250"/>
                          <a:gd name="connsiteX6" fmla="*/ 82391 w 213360"/>
                          <a:gd name="connsiteY6" fmla="*/ 43148 h 45250"/>
                          <a:gd name="connsiteX7" fmla="*/ 139065 w 213360"/>
                          <a:gd name="connsiteY7" fmla="*/ 45244 h 45250"/>
                          <a:gd name="connsiteX8" fmla="*/ 144494 w 213360"/>
                          <a:gd name="connsiteY8" fmla="*/ 45149 h 45250"/>
                          <a:gd name="connsiteX9" fmla="*/ 174975 w 213360"/>
                          <a:gd name="connsiteY9" fmla="*/ 40862 h 45250"/>
                          <a:gd name="connsiteX10" fmla="*/ 205264 w 213360"/>
                          <a:gd name="connsiteY10" fmla="*/ 25718 h 45250"/>
                          <a:gd name="connsiteX11" fmla="*/ 213170 w 213360"/>
                          <a:gd name="connsiteY11" fmla="*/ 18764 h 45250"/>
                          <a:gd name="connsiteX12" fmla="*/ 213360 w 213360"/>
                          <a:gd name="connsiteY12" fmla="*/ 18479 h 45250"/>
                          <a:gd name="connsiteX13" fmla="*/ 83344 w 213360"/>
                          <a:gd name="connsiteY13" fmla="*/ 15907 h 45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13360" h="45250">
                            <a:moveTo>
                              <a:pt x="83344" y="15907"/>
                            </a:moveTo>
                            <a:cubicBezTo>
                              <a:pt x="53721" y="16002"/>
                              <a:pt x="21812" y="12287"/>
                              <a:pt x="0" y="0"/>
                            </a:cubicBezTo>
                            <a:cubicBezTo>
                              <a:pt x="1334" y="3048"/>
                              <a:pt x="3143" y="6572"/>
                              <a:pt x="3524" y="8858"/>
                            </a:cubicBezTo>
                            <a:cubicBezTo>
                              <a:pt x="6382" y="11811"/>
                              <a:pt x="9144" y="14669"/>
                              <a:pt x="12002" y="17240"/>
                            </a:cubicBezTo>
                            <a:cubicBezTo>
                              <a:pt x="20384" y="24860"/>
                              <a:pt x="29718" y="31242"/>
                              <a:pt x="42101" y="35719"/>
                            </a:cubicBezTo>
                            <a:cubicBezTo>
                              <a:pt x="50102" y="38671"/>
                              <a:pt x="59341" y="40767"/>
                              <a:pt x="70485" y="42101"/>
                            </a:cubicBezTo>
                            <a:cubicBezTo>
                              <a:pt x="73914" y="42386"/>
                              <a:pt x="77915" y="42767"/>
                              <a:pt x="82391" y="43148"/>
                            </a:cubicBezTo>
                            <a:cubicBezTo>
                              <a:pt x="99822" y="44482"/>
                              <a:pt x="123825" y="45339"/>
                              <a:pt x="139065" y="45244"/>
                            </a:cubicBezTo>
                            <a:cubicBezTo>
                              <a:pt x="141066" y="45244"/>
                              <a:pt x="142875" y="45149"/>
                              <a:pt x="144494" y="45149"/>
                            </a:cubicBezTo>
                            <a:cubicBezTo>
                              <a:pt x="156210" y="44863"/>
                              <a:pt x="166211" y="43339"/>
                              <a:pt x="174975" y="40862"/>
                            </a:cubicBezTo>
                            <a:cubicBezTo>
                              <a:pt x="186976" y="37433"/>
                              <a:pt x="196691" y="32195"/>
                              <a:pt x="205264" y="25718"/>
                            </a:cubicBezTo>
                            <a:cubicBezTo>
                              <a:pt x="208026" y="23527"/>
                              <a:pt x="210598" y="21241"/>
                              <a:pt x="213170" y="18764"/>
                            </a:cubicBezTo>
                            <a:lnTo>
                              <a:pt x="213360" y="18479"/>
                            </a:lnTo>
                            <a:cubicBezTo>
                              <a:pt x="170212" y="18193"/>
                              <a:pt x="125730" y="16002"/>
                              <a:pt x="83344" y="1590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49" name="Forme libre : forme 12948">
                        <a:extLst>
                          <a:ext uri="{FF2B5EF4-FFF2-40B4-BE49-F238E27FC236}">
                            <a16:creationId xmlns:a16="http://schemas.microsoft.com/office/drawing/2014/main" id="{04649359-53C6-4459-8CA8-FEF65F32E3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38091" y="2471871"/>
                        <a:ext cx="100110" cy="25285"/>
                      </a:xfrm>
                      <a:custGeom>
                        <a:avLst/>
                        <a:gdLst>
                          <a:gd name="connsiteX0" fmla="*/ 100109 w 100110"/>
                          <a:gd name="connsiteY0" fmla="*/ 14154 h 25285"/>
                          <a:gd name="connsiteX1" fmla="*/ 47531 w 100110"/>
                          <a:gd name="connsiteY1" fmla="*/ 25203 h 25285"/>
                          <a:gd name="connsiteX2" fmla="*/ 2 w 100110"/>
                          <a:gd name="connsiteY2" fmla="*/ 9582 h 25285"/>
                          <a:gd name="connsiteX3" fmla="*/ 48103 w 100110"/>
                          <a:gd name="connsiteY3" fmla="*/ 438 h 25285"/>
                          <a:gd name="connsiteX4" fmla="*/ 100109 w 100110"/>
                          <a:gd name="connsiteY4" fmla="*/ 14154 h 252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110" h="25285">
                            <a:moveTo>
                              <a:pt x="100109" y="14154"/>
                            </a:moveTo>
                            <a:cubicBezTo>
                              <a:pt x="100395" y="24346"/>
                              <a:pt x="60866" y="25679"/>
                              <a:pt x="47531" y="25203"/>
                            </a:cubicBezTo>
                            <a:cubicBezTo>
                              <a:pt x="34196" y="24822"/>
                              <a:pt x="-284" y="20536"/>
                              <a:pt x="2" y="9582"/>
                            </a:cubicBezTo>
                            <a:cubicBezTo>
                              <a:pt x="288" y="-1372"/>
                              <a:pt x="35816" y="-324"/>
                              <a:pt x="48103" y="438"/>
                            </a:cubicBezTo>
                            <a:cubicBezTo>
                              <a:pt x="60485" y="1390"/>
                              <a:pt x="99824" y="4057"/>
                              <a:pt x="100109" y="1415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50" name="Forme libre : forme 12949">
                        <a:extLst>
                          <a:ext uri="{FF2B5EF4-FFF2-40B4-BE49-F238E27FC236}">
                            <a16:creationId xmlns:a16="http://schemas.microsoft.com/office/drawing/2014/main" id="{EC8D531F-4A8F-464B-B40D-1A3CCD4716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37473" y="2472594"/>
                        <a:ext cx="70152" cy="24658"/>
                      </a:xfrm>
                      <a:custGeom>
                        <a:avLst/>
                        <a:gdLst>
                          <a:gd name="connsiteX0" fmla="*/ 22147 w 70152"/>
                          <a:gd name="connsiteY0" fmla="*/ 0 h 24658"/>
                          <a:gd name="connsiteX1" fmla="*/ 144 w 70152"/>
                          <a:gd name="connsiteY1" fmla="*/ 8858 h 24658"/>
                          <a:gd name="connsiteX2" fmla="*/ 48721 w 70152"/>
                          <a:gd name="connsiteY2" fmla="*/ 24575 h 24658"/>
                          <a:gd name="connsiteX3" fmla="*/ 70153 w 70152"/>
                          <a:gd name="connsiteY3" fmla="*/ 23622 h 24658"/>
                          <a:gd name="connsiteX4" fmla="*/ 58723 w 70152"/>
                          <a:gd name="connsiteY4" fmla="*/ 22574 h 24658"/>
                          <a:gd name="connsiteX5" fmla="*/ 22147 w 70152"/>
                          <a:gd name="connsiteY5" fmla="*/ 0 h 24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0152" h="24658">
                            <a:moveTo>
                              <a:pt x="22147" y="0"/>
                            </a:moveTo>
                            <a:cubicBezTo>
                              <a:pt x="15765" y="1619"/>
                              <a:pt x="-1761" y="1810"/>
                              <a:pt x="144" y="8858"/>
                            </a:cubicBezTo>
                            <a:cubicBezTo>
                              <a:pt x="3287" y="20098"/>
                              <a:pt x="32053" y="23813"/>
                              <a:pt x="48721" y="24575"/>
                            </a:cubicBezTo>
                            <a:cubicBezTo>
                              <a:pt x="53579" y="24860"/>
                              <a:pt x="64628" y="24384"/>
                              <a:pt x="70153" y="23622"/>
                            </a:cubicBezTo>
                            <a:cubicBezTo>
                              <a:pt x="67010" y="23431"/>
                              <a:pt x="61675" y="23336"/>
                              <a:pt x="58723" y="22574"/>
                            </a:cubicBezTo>
                            <a:cubicBezTo>
                              <a:pt x="42054" y="18383"/>
                              <a:pt x="22528" y="12097"/>
                              <a:pt x="22147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51" name="Forme libre : forme 12950">
                        <a:extLst>
                          <a:ext uri="{FF2B5EF4-FFF2-40B4-BE49-F238E27FC236}">
                            <a16:creationId xmlns:a16="http://schemas.microsoft.com/office/drawing/2014/main" id="{37F8CF05-41C8-4414-93D2-35F08F9048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43230" y="2474995"/>
                        <a:ext cx="100560" cy="25225"/>
                      </a:xfrm>
                      <a:custGeom>
                        <a:avLst/>
                        <a:gdLst>
                          <a:gd name="connsiteX0" fmla="*/ 100400 w 100560"/>
                          <a:gd name="connsiteY0" fmla="*/ 13601 h 25225"/>
                          <a:gd name="connsiteX1" fmla="*/ 47155 w 100560"/>
                          <a:gd name="connsiteY1" fmla="*/ 25222 h 25225"/>
                          <a:gd name="connsiteX2" fmla="*/ 7 w 100560"/>
                          <a:gd name="connsiteY2" fmla="*/ 9506 h 25225"/>
                          <a:gd name="connsiteX3" fmla="*/ 48013 w 100560"/>
                          <a:gd name="connsiteY3" fmla="*/ 362 h 25225"/>
                          <a:gd name="connsiteX4" fmla="*/ 100400 w 100560"/>
                          <a:gd name="connsiteY4" fmla="*/ 13601 h 252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560" h="25225">
                            <a:moveTo>
                              <a:pt x="100400" y="13601"/>
                            </a:moveTo>
                            <a:cubicBezTo>
                              <a:pt x="97257" y="23793"/>
                              <a:pt x="61443" y="25317"/>
                              <a:pt x="47155" y="25222"/>
                            </a:cubicBezTo>
                            <a:cubicBezTo>
                              <a:pt x="32773" y="25127"/>
                              <a:pt x="578" y="20840"/>
                              <a:pt x="7" y="9506"/>
                            </a:cubicBezTo>
                            <a:cubicBezTo>
                              <a:pt x="-565" y="-1734"/>
                              <a:pt x="36487" y="-115"/>
                              <a:pt x="48013" y="362"/>
                            </a:cubicBezTo>
                            <a:cubicBezTo>
                              <a:pt x="59443" y="1029"/>
                              <a:pt x="103543" y="3600"/>
                              <a:pt x="100400" y="1360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52" name="Forme libre : forme 12951">
                        <a:extLst>
                          <a:ext uri="{FF2B5EF4-FFF2-40B4-BE49-F238E27FC236}">
                            <a16:creationId xmlns:a16="http://schemas.microsoft.com/office/drawing/2014/main" id="{CC68283F-01F8-4ED8-9F3B-4E21BCFE8F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91136" y="2460473"/>
                        <a:ext cx="123931" cy="53329"/>
                      </a:xfrm>
                      <a:custGeom>
                        <a:avLst/>
                        <a:gdLst>
                          <a:gd name="connsiteX0" fmla="*/ 475 w 123931"/>
                          <a:gd name="connsiteY0" fmla="*/ 18598 h 53329"/>
                          <a:gd name="connsiteX1" fmla="*/ 12191 w 123931"/>
                          <a:gd name="connsiteY1" fmla="*/ 31647 h 53329"/>
                          <a:gd name="connsiteX2" fmla="*/ 57054 w 123931"/>
                          <a:gd name="connsiteY2" fmla="*/ 50983 h 53329"/>
                          <a:gd name="connsiteX3" fmla="*/ 106012 w 123931"/>
                          <a:gd name="connsiteY3" fmla="*/ 50888 h 53329"/>
                          <a:gd name="connsiteX4" fmla="*/ 123538 w 123931"/>
                          <a:gd name="connsiteY4" fmla="*/ 37648 h 53329"/>
                          <a:gd name="connsiteX5" fmla="*/ 108107 w 123931"/>
                          <a:gd name="connsiteY5" fmla="*/ 31457 h 53329"/>
                          <a:gd name="connsiteX6" fmla="*/ 66293 w 123931"/>
                          <a:gd name="connsiteY6" fmla="*/ 15550 h 53329"/>
                          <a:gd name="connsiteX7" fmla="*/ 24668 w 123931"/>
                          <a:gd name="connsiteY7" fmla="*/ 24 h 53329"/>
                          <a:gd name="connsiteX8" fmla="*/ 475 w 123931"/>
                          <a:gd name="connsiteY8" fmla="*/ 18598 h 533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3931" h="53329">
                            <a:moveTo>
                              <a:pt x="475" y="18598"/>
                            </a:moveTo>
                            <a:cubicBezTo>
                              <a:pt x="2666" y="25075"/>
                              <a:pt x="5047" y="27171"/>
                              <a:pt x="12191" y="31647"/>
                            </a:cubicBezTo>
                            <a:cubicBezTo>
                              <a:pt x="25907" y="40220"/>
                              <a:pt x="37432" y="47173"/>
                              <a:pt x="57054" y="50983"/>
                            </a:cubicBezTo>
                            <a:cubicBezTo>
                              <a:pt x="73341" y="54222"/>
                              <a:pt x="92106" y="54031"/>
                              <a:pt x="106012" y="50888"/>
                            </a:cubicBezTo>
                            <a:cubicBezTo>
                              <a:pt x="116394" y="48507"/>
                              <a:pt x="126014" y="43744"/>
                              <a:pt x="123538" y="37648"/>
                            </a:cubicBezTo>
                            <a:cubicBezTo>
                              <a:pt x="122014" y="33838"/>
                              <a:pt x="114204" y="33266"/>
                              <a:pt x="108107" y="31457"/>
                            </a:cubicBezTo>
                            <a:cubicBezTo>
                              <a:pt x="93725" y="26980"/>
                              <a:pt x="79818" y="23075"/>
                              <a:pt x="66293" y="15550"/>
                            </a:cubicBezTo>
                            <a:cubicBezTo>
                              <a:pt x="54767" y="9073"/>
                              <a:pt x="42480" y="-547"/>
                              <a:pt x="24668" y="24"/>
                            </a:cubicBezTo>
                            <a:cubicBezTo>
                              <a:pt x="8666" y="310"/>
                              <a:pt x="-2478" y="9644"/>
                              <a:pt x="475" y="1859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53" name="Forme libre : forme 12952">
                        <a:extLst>
                          <a:ext uri="{FF2B5EF4-FFF2-40B4-BE49-F238E27FC236}">
                            <a16:creationId xmlns:a16="http://schemas.microsoft.com/office/drawing/2014/main" id="{9997A478-E9CC-4D0B-A4DF-4CCB27E774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16503" y="2461926"/>
                        <a:ext cx="41070" cy="10882"/>
                      </a:xfrm>
                      <a:custGeom>
                        <a:avLst/>
                        <a:gdLst>
                          <a:gd name="connsiteX0" fmla="*/ 4159 w 41070"/>
                          <a:gd name="connsiteY0" fmla="*/ 5429 h 10882"/>
                          <a:gd name="connsiteX1" fmla="*/ 159 w 41070"/>
                          <a:gd name="connsiteY1" fmla="*/ 7715 h 10882"/>
                          <a:gd name="connsiteX2" fmla="*/ 3016 w 41070"/>
                          <a:gd name="connsiteY2" fmla="*/ 10287 h 10882"/>
                          <a:gd name="connsiteX3" fmla="*/ 10446 w 41070"/>
                          <a:gd name="connsiteY3" fmla="*/ 10858 h 10882"/>
                          <a:gd name="connsiteX4" fmla="*/ 28734 w 41070"/>
                          <a:gd name="connsiteY4" fmla="*/ 9811 h 10882"/>
                          <a:gd name="connsiteX5" fmla="*/ 35306 w 41070"/>
                          <a:gd name="connsiteY5" fmla="*/ 8668 h 10882"/>
                          <a:gd name="connsiteX6" fmla="*/ 31877 w 41070"/>
                          <a:gd name="connsiteY6" fmla="*/ 0 h 10882"/>
                          <a:gd name="connsiteX7" fmla="*/ 4159 w 41070"/>
                          <a:gd name="connsiteY7" fmla="*/ 5429 h 108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1070" h="10882">
                            <a:moveTo>
                              <a:pt x="4159" y="5429"/>
                            </a:moveTo>
                            <a:cubicBezTo>
                              <a:pt x="2254" y="6096"/>
                              <a:pt x="825" y="6572"/>
                              <a:pt x="159" y="7715"/>
                            </a:cubicBezTo>
                            <a:cubicBezTo>
                              <a:pt x="-508" y="8858"/>
                              <a:pt x="1016" y="9811"/>
                              <a:pt x="3016" y="10287"/>
                            </a:cubicBezTo>
                            <a:cubicBezTo>
                              <a:pt x="5016" y="10763"/>
                              <a:pt x="8064" y="10954"/>
                              <a:pt x="10446" y="10858"/>
                            </a:cubicBezTo>
                            <a:cubicBezTo>
                              <a:pt x="16542" y="10763"/>
                              <a:pt x="22923" y="10573"/>
                              <a:pt x="28734" y="9811"/>
                            </a:cubicBezTo>
                            <a:cubicBezTo>
                              <a:pt x="31115" y="9525"/>
                              <a:pt x="33401" y="9335"/>
                              <a:pt x="35306" y="8668"/>
                            </a:cubicBezTo>
                            <a:cubicBezTo>
                              <a:pt x="43402" y="5715"/>
                              <a:pt x="43593" y="95"/>
                              <a:pt x="31877" y="0"/>
                            </a:cubicBezTo>
                            <a:cubicBezTo>
                              <a:pt x="22828" y="95"/>
                              <a:pt x="11970" y="2762"/>
                              <a:pt x="4159" y="542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54" name="Forme libre : forme 12953">
                        <a:extLst>
                          <a:ext uri="{FF2B5EF4-FFF2-40B4-BE49-F238E27FC236}">
                            <a16:creationId xmlns:a16="http://schemas.microsoft.com/office/drawing/2014/main" id="{F743A2FC-58DB-41F6-BF44-FB37CA7342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10483" y="2492025"/>
                        <a:ext cx="63150" cy="27527"/>
                      </a:xfrm>
                      <a:custGeom>
                        <a:avLst/>
                        <a:gdLst>
                          <a:gd name="connsiteX0" fmla="*/ 63151 w 63150"/>
                          <a:gd name="connsiteY0" fmla="*/ 0 h 27527"/>
                          <a:gd name="connsiteX1" fmla="*/ 0 w 63150"/>
                          <a:gd name="connsiteY1" fmla="*/ 27527 h 27527"/>
                          <a:gd name="connsiteX2" fmla="*/ 63151 w 63150"/>
                          <a:gd name="connsiteY2" fmla="*/ 0 h 275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3150" h="27527">
                            <a:moveTo>
                              <a:pt x="63151" y="0"/>
                            </a:moveTo>
                            <a:cubicBezTo>
                              <a:pt x="54388" y="14192"/>
                              <a:pt x="21050" y="22860"/>
                              <a:pt x="0" y="27527"/>
                            </a:cubicBezTo>
                            <a:cubicBezTo>
                              <a:pt x="22955" y="22479"/>
                              <a:pt x="47149" y="10858"/>
                              <a:pt x="6315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55" name="Forme libre : forme 12954">
                        <a:extLst>
                          <a:ext uri="{FF2B5EF4-FFF2-40B4-BE49-F238E27FC236}">
                            <a16:creationId xmlns:a16="http://schemas.microsoft.com/office/drawing/2014/main" id="{45E3CC64-26A5-4912-A5F5-50BE801C39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70370" y="2445353"/>
                        <a:ext cx="72104" cy="20002"/>
                      </a:xfrm>
                      <a:custGeom>
                        <a:avLst/>
                        <a:gdLst>
                          <a:gd name="connsiteX0" fmla="*/ 72104 w 72104"/>
                          <a:gd name="connsiteY0" fmla="*/ 0 h 20002"/>
                          <a:gd name="connsiteX1" fmla="*/ 0 w 72104"/>
                          <a:gd name="connsiteY1" fmla="*/ 20002 h 20002"/>
                          <a:gd name="connsiteX2" fmla="*/ 72104 w 72104"/>
                          <a:gd name="connsiteY2" fmla="*/ 0 h 200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2104" h="20002">
                            <a:moveTo>
                              <a:pt x="72104" y="0"/>
                            </a:moveTo>
                            <a:cubicBezTo>
                              <a:pt x="44482" y="95"/>
                              <a:pt x="19526" y="9334"/>
                              <a:pt x="0" y="20002"/>
                            </a:cubicBezTo>
                            <a:cubicBezTo>
                              <a:pt x="17717" y="9144"/>
                              <a:pt x="48578" y="3334"/>
                              <a:pt x="7210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56" name="Forme libre : forme 12955">
                        <a:extLst>
                          <a:ext uri="{FF2B5EF4-FFF2-40B4-BE49-F238E27FC236}">
                            <a16:creationId xmlns:a16="http://schemas.microsoft.com/office/drawing/2014/main" id="{8384340B-5271-4C26-9C21-516B8C759B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78731" y="2474808"/>
                        <a:ext cx="36901" cy="9554"/>
                      </a:xfrm>
                      <a:custGeom>
                        <a:avLst/>
                        <a:gdLst>
                          <a:gd name="connsiteX0" fmla="*/ 36610 w 36901"/>
                          <a:gd name="connsiteY0" fmla="*/ 7597 h 9554"/>
                          <a:gd name="connsiteX1" fmla="*/ 14798 w 36901"/>
                          <a:gd name="connsiteY1" fmla="*/ 8454 h 9554"/>
                          <a:gd name="connsiteX2" fmla="*/ 415 w 36901"/>
                          <a:gd name="connsiteY2" fmla="*/ 1882 h 9554"/>
                          <a:gd name="connsiteX3" fmla="*/ 20989 w 36901"/>
                          <a:gd name="connsiteY3" fmla="*/ 1406 h 9554"/>
                          <a:gd name="connsiteX4" fmla="*/ 36610 w 36901"/>
                          <a:gd name="connsiteY4" fmla="*/ 7597 h 95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901" h="9554">
                            <a:moveTo>
                              <a:pt x="36610" y="7597"/>
                            </a:moveTo>
                            <a:cubicBezTo>
                              <a:pt x="34038" y="11026"/>
                              <a:pt x="19274" y="9026"/>
                              <a:pt x="14798" y="8454"/>
                            </a:cubicBezTo>
                            <a:cubicBezTo>
                              <a:pt x="10226" y="7788"/>
                              <a:pt x="-2443" y="5407"/>
                              <a:pt x="415" y="1882"/>
                            </a:cubicBezTo>
                            <a:cubicBezTo>
                              <a:pt x="3273" y="-1642"/>
                              <a:pt x="16703" y="739"/>
                              <a:pt x="20989" y="1406"/>
                            </a:cubicBezTo>
                            <a:cubicBezTo>
                              <a:pt x="25085" y="1978"/>
                              <a:pt x="39087" y="4168"/>
                              <a:pt x="36610" y="759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57" name="Forme libre : forme 12956">
                        <a:extLst>
                          <a:ext uri="{FF2B5EF4-FFF2-40B4-BE49-F238E27FC236}">
                            <a16:creationId xmlns:a16="http://schemas.microsoft.com/office/drawing/2014/main" id="{6AD87229-7C1E-4FC3-B0C4-93467D5205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10656" y="2479833"/>
                        <a:ext cx="10523" cy="3354"/>
                      </a:xfrm>
                      <a:custGeom>
                        <a:avLst/>
                        <a:gdLst>
                          <a:gd name="connsiteX0" fmla="*/ 10495 w 10523"/>
                          <a:gd name="connsiteY0" fmla="*/ 1810 h 3354"/>
                          <a:gd name="connsiteX1" fmla="*/ 5637 w 10523"/>
                          <a:gd name="connsiteY1" fmla="*/ 3334 h 3354"/>
                          <a:gd name="connsiteX2" fmla="*/ 18 w 10523"/>
                          <a:gd name="connsiteY2" fmla="*/ 1524 h 3354"/>
                          <a:gd name="connsiteX3" fmla="*/ 4780 w 10523"/>
                          <a:gd name="connsiteY3" fmla="*/ 0 h 3354"/>
                          <a:gd name="connsiteX4" fmla="*/ 10495 w 10523"/>
                          <a:gd name="connsiteY4" fmla="*/ 1810 h 33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523" h="3354">
                            <a:moveTo>
                              <a:pt x="10495" y="1810"/>
                            </a:moveTo>
                            <a:cubicBezTo>
                              <a:pt x="10876" y="3238"/>
                              <a:pt x="7352" y="3429"/>
                              <a:pt x="5637" y="3334"/>
                            </a:cubicBezTo>
                            <a:cubicBezTo>
                              <a:pt x="3923" y="3238"/>
                              <a:pt x="303" y="2953"/>
                              <a:pt x="18" y="1524"/>
                            </a:cubicBezTo>
                            <a:cubicBezTo>
                              <a:pt x="-268" y="95"/>
                              <a:pt x="2970" y="0"/>
                              <a:pt x="4780" y="0"/>
                            </a:cubicBezTo>
                            <a:cubicBezTo>
                              <a:pt x="6495" y="0"/>
                              <a:pt x="10114" y="381"/>
                              <a:pt x="10495" y="181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58" name="Forme libre : forme 12957">
                        <a:extLst>
                          <a:ext uri="{FF2B5EF4-FFF2-40B4-BE49-F238E27FC236}">
                            <a16:creationId xmlns:a16="http://schemas.microsoft.com/office/drawing/2014/main" id="{FAED2175-4E15-4E92-BD6E-AA33DDAE49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79285" y="2451590"/>
                        <a:ext cx="90279" cy="37200"/>
                      </a:xfrm>
                      <a:custGeom>
                        <a:avLst/>
                        <a:gdLst>
                          <a:gd name="connsiteX0" fmla="*/ 67679 w 90279"/>
                          <a:gd name="connsiteY0" fmla="*/ 16337 h 37200"/>
                          <a:gd name="connsiteX1" fmla="*/ 89682 w 90279"/>
                          <a:gd name="connsiteY1" fmla="*/ 31482 h 37200"/>
                          <a:gd name="connsiteX2" fmla="*/ 83205 w 90279"/>
                          <a:gd name="connsiteY2" fmla="*/ 37197 h 37200"/>
                          <a:gd name="connsiteX3" fmla="*/ 72251 w 90279"/>
                          <a:gd name="connsiteY3" fmla="*/ 33577 h 37200"/>
                          <a:gd name="connsiteX4" fmla="*/ 40152 w 90279"/>
                          <a:gd name="connsiteY4" fmla="*/ 19766 h 37200"/>
                          <a:gd name="connsiteX5" fmla="*/ 909 w 90279"/>
                          <a:gd name="connsiteY5" fmla="*/ 3669 h 37200"/>
                          <a:gd name="connsiteX6" fmla="*/ 47010 w 90279"/>
                          <a:gd name="connsiteY6" fmla="*/ 4907 h 37200"/>
                          <a:gd name="connsiteX7" fmla="*/ 67679 w 90279"/>
                          <a:gd name="connsiteY7" fmla="*/ 16337 h 37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0279" h="37200">
                            <a:moveTo>
                              <a:pt x="67679" y="16337"/>
                            </a:moveTo>
                            <a:cubicBezTo>
                              <a:pt x="77204" y="21290"/>
                              <a:pt x="84157" y="24719"/>
                              <a:pt x="89682" y="31482"/>
                            </a:cubicBezTo>
                            <a:cubicBezTo>
                              <a:pt x="91777" y="33958"/>
                              <a:pt x="88063" y="37101"/>
                              <a:pt x="83205" y="37197"/>
                            </a:cubicBezTo>
                            <a:cubicBezTo>
                              <a:pt x="78347" y="37292"/>
                              <a:pt x="75394" y="35387"/>
                              <a:pt x="72251" y="33577"/>
                            </a:cubicBezTo>
                            <a:cubicBezTo>
                              <a:pt x="62440" y="27862"/>
                              <a:pt x="51963" y="23957"/>
                              <a:pt x="40152" y="19766"/>
                            </a:cubicBezTo>
                            <a:cubicBezTo>
                              <a:pt x="32818" y="17194"/>
                              <a:pt x="-6425" y="11098"/>
                              <a:pt x="909" y="3669"/>
                            </a:cubicBezTo>
                            <a:cubicBezTo>
                              <a:pt x="8243" y="-3570"/>
                              <a:pt x="37294" y="1573"/>
                              <a:pt x="47010" y="4907"/>
                            </a:cubicBezTo>
                            <a:cubicBezTo>
                              <a:pt x="56821" y="8241"/>
                              <a:pt x="60535" y="12717"/>
                              <a:pt x="67679" y="1633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934" name="Graphique 1">
                      <a:extLst>
                        <a:ext uri="{FF2B5EF4-FFF2-40B4-BE49-F238E27FC236}">
                          <a16:creationId xmlns:a16="http://schemas.microsoft.com/office/drawing/2014/main" id="{9302E005-0534-4AC0-9765-90730BA776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79634" y="2444786"/>
                      <a:ext cx="216476" cy="79516"/>
                      <a:chOff x="2379634" y="2444786"/>
                      <a:chExt cx="216476" cy="79516"/>
                    </a:xfrm>
                    <a:solidFill>
                      <a:schemeClr val="accent1"/>
                    </a:solidFill>
                  </p:grpSpPr>
                  <p:sp>
                    <p:nvSpPr>
                      <p:cNvPr id="12935" name="Forme libre : forme 12934">
                        <a:extLst>
                          <a:ext uri="{FF2B5EF4-FFF2-40B4-BE49-F238E27FC236}">
                            <a16:creationId xmlns:a16="http://schemas.microsoft.com/office/drawing/2014/main" id="{918B1C34-115C-4010-A599-A6679D7251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79723" y="2444786"/>
                        <a:ext cx="216388" cy="79516"/>
                      </a:xfrm>
                      <a:custGeom>
                        <a:avLst/>
                        <a:gdLst>
                          <a:gd name="connsiteX0" fmla="*/ 149359 w 216388"/>
                          <a:gd name="connsiteY0" fmla="*/ 74957 h 79516"/>
                          <a:gd name="connsiteX1" fmla="*/ 73921 w 216388"/>
                          <a:gd name="connsiteY1" fmla="*/ 79339 h 79516"/>
                          <a:gd name="connsiteX2" fmla="*/ 32392 w 216388"/>
                          <a:gd name="connsiteY2" fmla="*/ 70766 h 79516"/>
                          <a:gd name="connsiteX3" fmla="*/ 4007 w 216388"/>
                          <a:gd name="connsiteY3" fmla="*/ 50764 h 79516"/>
                          <a:gd name="connsiteX4" fmla="*/ 5436 w 216388"/>
                          <a:gd name="connsiteY4" fmla="*/ 29237 h 79516"/>
                          <a:gd name="connsiteX5" fmla="*/ 73921 w 216388"/>
                          <a:gd name="connsiteY5" fmla="*/ 3901 h 79516"/>
                          <a:gd name="connsiteX6" fmla="*/ 139453 w 216388"/>
                          <a:gd name="connsiteY6" fmla="*/ 186 h 79516"/>
                          <a:gd name="connsiteX7" fmla="*/ 207461 w 216388"/>
                          <a:gd name="connsiteY7" fmla="*/ 18093 h 79516"/>
                          <a:gd name="connsiteX8" fmla="*/ 214700 w 216388"/>
                          <a:gd name="connsiteY8" fmla="*/ 38000 h 79516"/>
                          <a:gd name="connsiteX9" fmla="*/ 189840 w 216388"/>
                          <a:gd name="connsiteY9" fmla="*/ 61527 h 79516"/>
                          <a:gd name="connsiteX10" fmla="*/ 149359 w 216388"/>
                          <a:gd name="connsiteY10" fmla="*/ 74957 h 795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16388" h="79516">
                            <a:moveTo>
                              <a:pt x="149359" y="74957"/>
                            </a:moveTo>
                            <a:cubicBezTo>
                              <a:pt x="131452" y="77815"/>
                              <a:pt x="92495" y="80196"/>
                              <a:pt x="73921" y="79339"/>
                            </a:cubicBezTo>
                            <a:cubicBezTo>
                              <a:pt x="56490" y="78863"/>
                              <a:pt x="43346" y="75815"/>
                              <a:pt x="32392" y="70766"/>
                            </a:cubicBezTo>
                            <a:cubicBezTo>
                              <a:pt x="21438" y="65813"/>
                              <a:pt x="12580" y="59051"/>
                              <a:pt x="4007" y="50764"/>
                            </a:cubicBezTo>
                            <a:cubicBezTo>
                              <a:pt x="-1994" y="45049"/>
                              <a:pt x="-1041" y="34190"/>
                              <a:pt x="5436" y="29237"/>
                            </a:cubicBezTo>
                            <a:cubicBezTo>
                              <a:pt x="24105" y="14950"/>
                              <a:pt x="43346" y="6282"/>
                              <a:pt x="73921" y="3901"/>
                            </a:cubicBezTo>
                            <a:cubicBezTo>
                              <a:pt x="90304" y="2948"/>
                              <a:pt x="122689" y="1139"/>
                              <a:pt x="139453" y="186"/>
                            </a:cubicBezTo>
                            <a:cubicBezTo>
                              <a:pt x="170409" y="-1338"/>
                              <a:pt x="187554" y="6663"/>
                              <a:pt x="207461" y="18093"/>
                            </a:cubicBezTo>
                            <a:cubicBezTo>
                              <a:pt x="214319" y="22094"/>
                              <a:pt x="219082" y="31809"/>
                              <a:pt x="214700" y="38000"/>
                            </a:cubicBezTo>
                            <a:cubicBezTo>
                              <a:pt x="208414" y="47049"/>
                              <a:pt x="200508" y="54955"/>
                              <a:pt x="189840" y="61527"/>
                            </a:cubicBezTo>
                            <a:cubicBezTo>
                              <a:pt x="179267" y="67528"/>
                              <a:pt x="166028" y="72671"/>
                              <a:pt x="149359" y="7495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36" name="Forme libre : forme 12935">
                        <a:extLst>
                          <a:ext uri="{FF2B5EF4-FFF2-40B4-BE49-F238E27FC236}">
                            <a16:creationId xmlns:a16="http://schemas.microsoft.com/office/drawing/2014/main" id="{08931614-9144-4A86-8F89-B215A4880D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79634" y="2482500"/>
                        <a:ext cx="214693" cy="41719"/>
                      </a:xfrm>
                      <a:custGeom>
                        <a:avLst/>
                        <a:gdLst>
                          <a:gd name="connsiteX0" fmla="*/ 84582 w 214693"/>
                          <a:gd name="connsiteY0" fmla="*/ 14383 h 41719"/>
                          <a:gd name="connsiteX1" fmla="*/ 0 w 214693"/>
                          <a:gd name="connsiteY1" fmla="*/ 4096 h 41719"/>
                          <a:gd name="connsiteX2" fmla="*/ 3905 w 214693"/>
                          <a:gd name="connsiteY2" fmla="*/ 12954 h 41719"/>
                          <a:gd name="connsiteX3" fmla="*/ 12954 w 214693"/>
                          <a:gd name="connsiteY3" fmla="*/ 20955 h 41719"/>
                          <a:gd name="connsiteX4" fmla="*/ 44672 w 214693"/>
                          <a:gd name="connsiteY4" fmla="*/ 37433 h 41719"/>
                          <a:gd name="connsiteX5" fmla="*/ 73819 w 214693"/>
                          <a:gd name="connsiteY5" fmla="*/ 41529 h 41719"/>
                          <a:gd name="connsiteX6" fmla="*/ 85915 w 214693"/>
                          <a:gd name="connsiteY6" fmla="*/ 41720 h 41719"/>
                          <a:gd name="connsiteX7" fmla="*/ 143637 w 214693"/>
                          <a:gd name="connsiteY7" fmla="*/ 37909 h 41719"/>
                          <a:gd name="connsiteX8" fmla="*/ 149162 w 214693"/>
                          <a:gd name="connsiteY8" fmla="*/ 37147 h 41719"/>
                          <a:gd name="connsiteX9" fmla="*/ 179737 w 214693"/>
                          <a:gd name="connsiteY9" fmla="*/ 28670 h 41719"/>
                          <a:gd name="connsiteX10" fmla="*/ 207931 w 214693"/>
                          <a:gd name="connsiteY10" fmla="*/ 8572 h 41719"/>
                          <a:gd name="connsiteX11" fmla="*/ 214503 w 214693"/>
                          <a:gd name="connsiteY11" fmla="*/ 381 h 41719"/>
                          <a:gd name="connsiteX12" fmla="*/ 214694 w 214693"/>
                          <a:gd name="connsiteY12" fmla="*/ 0 h 41719"/>
                          <a:gd name="connsiteX13" fmla="*/ 84582 w 214693"/>
                          <a:gd name="connsiteY13" fmla="*/ 14383 h 41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14693" h="41719">
                            <a:moveTo>
                              <a:pt x="84582" y="14383"/>
                            </a:moveTo>
                            <a:cubicBezTo>
                              <a:pt x="54959" y="16764"/>
                              <a:pt x="22670" y="16002"/>
                              <a:pt x="0" y="4096"/>
                            </a:cubicBezTo>
                            <a:cubicBezTo>
                              <a:pt x="190" y="7429"/>
                              <a:pt x="1429" y="10668"/>
                              <a:pt x="3905" y="12954"/>
                            </a:cubicBezTo>
                            <a:cubicBezTo>
                              <a:pt x="6858" y="15812"/>
                              <a:pt x="9906" y="18479"/>
                              <a:pt x="12954" y="20955"/>
                            </a:cubicBezTo>
                            <a:cubicBezTo>
                              <a:pt x="21907" y="28099"/>
                              <a:pt x="31813" y="33719"/>
                              <a:pt x="44672" y="37433"/>
                            </a:cubicBezTo>
                            <a:cubicBezTo>
                              <a:pt x="52959" y="39910"/>
                              <a:pt x="62484" y="41148"/>
                              <a:pt x="73819" y="41529"/>
                            </a:cubicBezTo>
                            <a:cubicBezTo>
                              <a:pt x="77248" y="41529"/>
                              <a:pt x="81344" y="41624"/>
                              <a:pt x="85915" y="41720"/>
                            </a:cubicBezTo>
                            <a:cubicBezTo>
                              <a:pt x="103727" y="41338"/>
                              <a:pt x="128111" y="40005"/>
                              <a:pt x="143637" y="37909"/>
                            </a:cubicBezTo>
                            <a:cubicBezTo>
                              <a:pt x="145637" y="37624"/>
                              <a:pt x="147542" y="37433"/>
                              <a:pt x="149162" y="37147"/>
                            </a:cubicBezTo>
                            <a:cubicBezTo>
                              <a:pt x="160972" y="35623"/>
                              <a:pt x="171164" y="32290"/>
                              <a:pt x="179737" y="28670"/>
                            </a:cubicBezTo>
                            <a:cubicBezTo>
                              <a:pt x="191453" y="23717"/>
                              <a:pt x="200596" y="16288"/>
                              <a:pt x="207931" y="8572"/>
                            </a:cubicBezTo>
                            <a:cubicBezTo>
                              <a:pt x="210312" y="5905"/>
                              <a:pt x="212503" y="3238"/>
                              <a:pt x="214503" y="381"/>
                            </a:cubicBezTo>
                            <a:lnTo>
                              <a:pt x="214694" y="0"/>
                            </a:lnTo>
                            <a:cubicBezTo>
                              <a:pt x="171831" y="8191"/>
                              <a:pt x="127063" y="10668"/>
                              <a:pt x="84582" y="1438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37" name="Forme libre : forme 12936">
                        <a:extLst>
                          <a:ext uri="{FF2B5EF4-FFF2-40B4-BE49-F238E27FC236}">
                            <a16:creationId xmlns:a16="http://schemas.microsoft.com/office/drawing/2014/main" id="{3FC84C38-32AB-4C63-BDD8-971B6DB894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54873" y="2473262"/>
                        <a:ext cx="99993" cy="25433"/>
                      </a:xfrm>
                      <a:custGeom>
                        <a:avLst/>
                        <a:gdLst>
                          <a:gd name="connsiteX0" fmla="*/ 99927 w 99993"/>
                          <a:gd name="connsiteY0" fmla="*/ 7429 h 25433"/>
                          <a:gd name="connsiteX1" fmla="*/ 80210 w 99993"/>
                          <a:gd name="connsiteY1" fmla="*/ 20002 h 25433"/>
                          <a:gd name="connsiteX2" fmla="*/ 48968 w 99993"/>
                          <a:gd name="connsiteY2" fmla="*/ 25145 h 25433"/>
                          <a:gd name="connsiteX3" fmla="*/ 9 w 99993"/>
                          <a:gd name="connsiteY3" fmla="*/ 14001 h 25433"/>
                          <a:gd name="connsiteX4" fmla="*/ 46967 w 99993"/>
                          <a:gd name="connsiteY4" fmla="*/ 475 h 25433"/>
                          <a:gd name="connsiteX5" fmla="*/ 77448 w 99993"/>
                          <a:gd name="connsiteY5" fmla="*/ 380 h 25433"/>
                          <a:gd name="connsiteX6" fmla="*/ 99927 w 99993"/>
                          <a:gd name="connsiteY6" fmla="*/ 7429 h 254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9993" h="25433">
                            <a:moveTo>
                              <a:pt x="99927" y="7429"/>
                            </a:moveTo>
                            <a:cubicBezTo>
                              <a:pt x="100879" y="12382"/>
                              <a:pt x="91545" y="16763"/>
                              <a:pt x="80210" y="20002"/>
                            </a:cubicBezTo>
                            <a:cubicBezTo>
                              <a:pt x="68875" y="22859"/>
                              <a:pt x="55635" y="24574"/>
                              <a:pt x="48968" y="25145"/>
                            </a:cubicBezTo>
                            <a:cubicBezTo>
                              <a:pt x="35538" y="26098"/>
                              <a:pt x="581" y="25240"/>
                              <a:pt x="9" y="14001"/>
                            </a:cubicBezTo>
                            <a:cubicBezTo>
                              <a:pt x="-658" y="3238"/>
                              <a:pt x="34680" y="856"/>
                              <a:pt x="46967" y="475"/>
                            </a:cubicBezTo>
                            <a:cubicBezTo>
                              <a:pt x="53064" y="190"/>
                              <a:pt x="65922" y="-382"/>
                              <a:pt x="77448" y="380"/>
                            </a:cubicBezTo>
                            <a:cubicBezTo>
                              <a:pt x="88782" y="856"/>
                              <a:pt x="98974" y="2476"/>
                              <a:pt x="99927" y="742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38" name="Forme libre : forme 12937">
                        <a:extLst>
                          <a:ext uri="{FF2B5EF4-FFF2-40B4-BE49-F238E27FC236}">
                            <a16:creationId xmlns:a16="http://schemas.microsoft.com/office/drawing/2014/main" id="{22B1A6CA-E788-4EE4-B51B-DF1E94B7A1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54055" y="2476595"/>
                        <a:ext cx="71788" cy="22188"/>
                      </a:xfrm>
                      <a:custGeom>
                        <a:avLst/>
                        <a:gdLst>
                          <a:gd name="connsiteX0" fmla="*/ 21306 w 71788"/>
                          <a:gd name="connsiteY0" fmla="*/ 0 h 22188"/>
                          <a:gd name="connsiteX1" fmla="*/ 256 w 71788"/>
                          <a:gd name="connsiteY1" fmla="*/ 10763 h 22188"/>
                          <a:gd name="connsiteX2" fmla="*/ 50357 w 71788"/>
                          <a:gd name="connsiteY2" fmla="*/ 21907 h 22188"/>
                          <a:gd name="connsiteX3" fmla="*/ 71789 w 71788"/>
                          <a:gd name="connsiteY3" fmla="*/ 18383 h 22188"/>
                          <a:gd name="connsiteX4" fmla="*/ 60168 w 71788"/>
                          <a:gd name="connsiteY4" fmla="*/ 18669 h 22188"/>
                          <a:gd name="connsiteX5" fmla="*/ 21306 w 71788"/>
                          <a:gd name="connsiteY5" fmla="*/ 0 h 22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1788" h="22188">
                            <a:moveTo>
                              <a:pt x="21306" y="0"/>
                            </a:moveTo>
                            <a:cubicBezTo>
                              <a:pt x="15210" y="2381"/>
                              <a:pt x="-2316" y="3905"/>
                              <a:pt x="256" y="10763"/>
                            </a:cubicBezTo>
                            <a:cubicBezTo>
                              <a:pt x="4256" y="21907"/>
                              <a:pt x="33498" y="22860"/>
                              <a:pt x="50357" y="21907"/>
                            </a:cubicBezTo>
                            <a:cubicBezTo>
                              <a:pt x="55310" y="21526"/>
                              <a:pt x="66264" y="19812"/>
                              <a:pt x="71789" y="18383"/>
                            </a:cubicBezTo>
                            <a:cubicBezTo>
                              <a:pt x="68550" y="18574"/>
                              <a:pt x="63216" y="19050"/>
                              <a:pt x="60168" y="18669"/>
                            </a:cubicBezTo>
                            <a:cubicBezTo>
                              <a:pt x="42833" y="16764"/>
                              <a:pt x="22735" y="11811"/>
                              <a:pt x="21306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39" name="Forme libre : forme 12938">
                        <a:extLst>
                          <a:ext uri="{FF2B5EF4-FFF2-40B4-BE49-F238E27FC236}">
                            <a16:creationId xmlns:a16="http://schemas.microsoft.com/office/drawing/2014/main" id="{2264205C-9A7E-41D5-84F6-2B198DF5F0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60075" y="2475422"/>
                        <a:ext cx="100477" cy="26178"/>
                      </a:xfrm>
                      <a:custGeom>
                        <a:avLst/>
                        <a:gdLst>
                          <a:gd name="connsiteX0" fmla="*/ 100439 w 100477"/>
                          <a:gd name="connsiteY0" fmla="*/ 7173 h 26178"/>
                          <a:gd name="connsiteX1" fmla="*/ 79484 w 100477"/>
                          <a:gd name="connsiteY1" fmla="*/ 20032 h 26178"/>
                          <a:gd name="connsiteX2" fmla="*/ 48718 w 100477"/>
                          <a:gd name="connsiteY2" fmla="*/ 25651 h 26178"/>
                          <a:gd name="connsiteX3" fmla="*/ 46 w 100477"/>
                          <a:gd name="connsiteY3" fmla="*/ 14603 h 26178"/>
                          <a:gd name="connsiteX4" fmla="*/ 46814 w 100477"/>
                          <a:gd name="connsiteY4" fmla="*/ 791 h 26178"/>
                          <a:gd name="connsiteX5" fmla="*/ 78532 w 100477"/>
                          <a:gd name="connsiteY5" fmla="*/ 124 h 26178"/>
                          <a:gd name="connsiteX6" fmla="*/ 100439 w 100477"/>
                          <a:gd name="connsiteY6" fmla="*/ 7173 h 26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0477" h="26178">
                            <a:moveTo>
                              <a:pt x="100439" y="7173"/>
                            </a:moveTo>
                            <a:cubicBezTo>
                              <a:pt x="99677" y="12412"/>
                              <a:pt x="90438" y="16698"/>
                              <a:pt x="79484" y="20032"/>
                            </a:cubicBezTo>
                            <a:cubicBezTo>
                              <a:pt x="68531" y="23175"/>
                              <a:pt x="55957" y="24794"/>
                              <a:pt x="48718" y="25651"/>
                            </a:cubicBezTo>
                            <a:cubicBezTo>
                              <a:pt x="34240" y="27175"/>
                              <a:pt x="1570" y="25937"/>
                              <a:pt x="46" y="14603"/>
                            </a:cubicBezTo>
                            <a:cubicBezTo>
                              <a:pt x="-1478" y="3649"/>
                              <a:pt x="35479" y="1649"/>
                              <a:pt x="46814" y="791"/>
                            </a:cubicBezTo>
                            <a:cubicBezTo>
                              <a:pt x="52528" y="315"/>
                              <a:pt x="66340" y="-257"/>
                              <a:pt x="78532" y="124"/>
                            </a:cubicBezTo>
                            <a:cubicBezTo>
                              <a:pt x="90628" y="315"/>
                              <a:pt x="101201" y="1934"/>
                              <a:pt x="100439" y="717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40" name="Forme libre : forme 12939">
                        <a:extLst>
                          <a:ext uri="{FF2B5EF4-FFF2-40B4-BE49-F238E27FC236}">
                            <a16:creationId xmlns:a16="http://schemas.microsoft.com/office/drawing/2014/main" id="{4F0F5E62-3C9B-42FD-8BB1-5ED0FBBF1E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07497" y="2467707"/>
                        <a:ext cx="126187" cy="49199"/>
                      </a:xfrm>
                      <a:custGeom>
                        <a:avLst/>
                        <a:gdLst>
                          <a:gd name="connsiteX0" fmla="*/ 712 w 126187"/>
                          <a:gd name="connsiteY0" fmla="*/ 20698 h 49199"/>
                          <a:gd name="connsiteX1" fmla="*/ 13380 w 126187"/>
                          <a:gd name="connsiteY1" fmla="*/ 32986 h 49199"/>
                          <a:gd name="connsiteX2" fmla="*/ 60053 w 126187"/>
                          <a:gd name="connsiteY2" fmla="*/ 48702 h 49199"/>
                          <a:gd name="connsiteX3" fmla="*/ 109488 w 126187"/>
                          <a:gd name="connsiteY3" fmla="*/ 43463 h 49199"/>
                          <a:gd name="connsiteX4" fmla="*/ 125490 w 126187"/>
                          <a:gd name="connsiteY4" fmla="*/ 28223 h 49199"/>
                          <a:gd name="connsiteX5" fmla="*/ 109297 w 126187"/>
                          <a:gd name="connsiteY5" fmla="*/ 23841 h 49199"/>
                          <a:gd name="connsiteX6" fmla="*/ 66054 w 126187"/>
                          <a:gd name="connsiteY6" fmla="*/ 12316 h 49199"/>
                          <a:gd name="connsiteX7" fmla="*/ 23477 w 126187"/>
                          <a:gd name="connsiteY7" fmla="*/ 315 h 49199"/>
                          <a:gd name="connsiteX8" fmla="*/ 712 w 126187"/>
                          <a:gd name="connsiteY8" fmla="*/ 20698 h 491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6187" h="49199">
                            <a:moveTo>
                              <a:pt x="712" y="20698"/>
                            </a:moveTo>
                            <a:cubicBezTo>
                              <a:pt x="3379" y="26985"/>
                              <a:pt x="5856" y="28985"/>
                              <a:pt x="13380" y="32986"/>
                            </a:cubicBezTo>
                            <a:cubicBezTo>
                              <a:pt x="27763" y="40701"/>
                              <a:pt x="39955" y="46416"/>
                              <a:pt x="60053" y="48702"/>
                            </a:cubicBezTo>
                            <a:cubicBezTo>
                              <a:pt x="76912" y="50131"/>
                              <a:pt x="95772" y="48512"/>
                              <a:pt x="109488" y="43463"/>
                            </a:cubicBezTo>
                            <a:cubicBezTo>
                              <a:pt x="119679" y="39844"/>
                              <a:pt x="128823" y="34033"/>
                              <a:pt x="125490" y="28223"/>
                            </a:cubicBezTo>
                            <a:cubicBezTo>
                              <a:pt x="123490" y="24604"/>
                              <a:pt x="115679" y="24985"/>
                              <a:pt x="109297" y="23841"/>
                            </a:cubicBezTo>
                            <a:cubicBezTo>
                              <a:pt x="94438" y="21270"/>
                              <a:pt x="80246" y="18508"/>
                              <a:pt x="66054" y="12316"/>
                            </a:cubicBezTo>
                            <a:cubicBezTo>
                              <a:pt x="53957" y="7078"/>
                              <a:pt x="41098" y="-1780"/>
                              <a:pt x="23477" y="315"/>
                            </a:cubicBezTo>
                            <a:cubicBezTo>
                              <a:pt x="7665" y="1934"/>
                              <a:pt x="-2907" y="12031"/>
                              <a:pt x="712" y="2069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41" name="Forme libre : forme 12940">
                        <a:extLst>
                          <a:ext uri="{FF2B5EF4-FFF2-40B4-BE49-F238E27FC236}">
                            <a16:creationId xmlns:a16="http://schemas.microsoft.com/office/drawing/2014/main" id="{713C07F5-1717-42CE-9CC6-E3F2D32243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32377" y="2467226"/>
                        <a:ext cx="40300" cy="12827"/>
                      </a:xfrm>
                      <a:custGeom>
                        <a:avLst/>
                        <a:gdLst>
                          <a:gd name="connsiteX0" fmla="*/ 3931 w 40300"/>
                          <a:gd name="connsiteY0" fmla="*/ 7559 h 12827"/>
                          <a:gd name="connsiteX1" fmla="*/ 121 w 40300"/>
                          <a:gd name="connsiteY1" fmla="*/ 10226 h 12827"/>
                          <a:gd name="connsiteX2" fmla="*/ 3169 w 40300"/>
                          <a:gd name="connsiteY2" fmla="*/ 12608 h 12827"/>
                          <a:gd name="connsiteX3" fmla="*/ 10599 w 40300"/>
                          <a:gd name="connsiteY3" fmla="*/ 12608 h 12827"/>
                          <a:gd name="connsiteX4" fmla="*/ 28696 w 40300"/>
                          <a:gd name="connsiteY4" fmla="*/ 10131 h 12827"/>
                          <a:gd name="connsiteX5" fmla="*/ 35078 w 40300"/>
                          <a:gd name="connsiteY5" fmla="*/ 8417 h 12827"/>
                          <a:gd name="connsiteX6" fmla="*/ 30887 w 40300"/>
                          <a:gd name="connsiteY6" fmla="*/ 130 h 12827"/>
                          <a:gd name="connsiteX7" fmla="*/ 3931 w 40300"/>
                          <a:gd name="connsiteY7" fmla="*/ 7559 h 128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300" h="12827">
                            <a:moveTo>
                              <a:pt x="3931" y="7559"/>
                            </a:moveTo>
                            <a:cubicBezTo>
                              <a:pt x="2122" y="8417"/>
                              <a:pt x="788" y="8988"/>
                              <a:pt x="121" y="10226"/>
                            </a:cubicBezTo>
                            <a:cubicBezTo>
                              <a:pt x="-450" y="11465"/>
                              <a:pt x="1074" y="12227"/>
                              <a:pt x="3169" y="12608"/>
                            </a:cubicBezTo>
                            <a:cubicBezTo>
                              <a:pt x="5265" y="12989"/>
                              <a:pt x="8217" y="12798"/>
                              <a:pt x="10599" y="12608"/>
                            </a:cubicBezTo>
                            <a:cubicBezTo>
                              <a:pt x="16599" y="12036"/>
                              <a:pt x="22981" y="11274"/>
                              <a:pt x="28696" y="10131"/>
                            </a:cubicBezTo>
                            <a:cubicBezTo>
                              <a:pt x="31077" y="9655"/>
                              <a:pt x="33268" y="9274"/>
                              <a:pt x="35078" y="8417"/>
                            </a:cubicBezTo>
                            <a:cubicBezTo>
                              <a:pt x="42793" y="4607"/>
                              <a:pt x="42412" y="-918"/>
                              <a:pt x="30887" y="130"/>
                            </a:cubicBezTo>
                            <a:cubicBezTo>
                              <a:pt x="21933" y="606"/>
                              <a:pt x="11456" y="4226"/>
                              <a:pt x="3931" y="755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42" name="Forme libre : forme 12941">
                        <a:extLst>
                          <a:ext uri="{FF2B5EF4-FFF2-40B4-BE49-F238E27FC236}">
                            <a16:creationId xmlns:a16="http://schemas.microsoft.com/office/drawing/2014/main" id="{39B4E9DC-E76D-40D5-8F2E-B0DD0612CB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31463" y="2480691"/>
                        <a:ext cx="59435" cy="37242"/>
                      </a:xfrm>
                      <a:custGeom>
                        <a:avLst/>
                        <a:gdLst>
                          <a:gd name="connsiteX0" fmla="*/ 59436 w 59435"/>
                          <a:gd name="connsiteY0" fmla="*/ 0 h 37242"/>
                          <a:gd name="connsiteX1" fmla="*/ 35433 w 59435"/>
                          <a:gd name="connsiteY1" fmla="*/ 22003 h 37242"/>
                          <a:gd name="connsiteX2" fmla="*/ 0 w 59435"/>
                          <a:gd name="connsiteY2" fmla="*/ 37243 h 37242"/>
                          <a:gd name="connsiteX3" fmla="*/ 33147 w 59435"/>
                          <a:gd name="connsiteY3" fmla="*/ 20860 h 37242"/>
                          <a:gd name="connsiteX4" fmla="*/ 59436 w 59435"/>
                          <a:gd name="connsiteY4" fmla="*/ 0 h 372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435" h="37242">
                            <a:moveTo>
                              <a:pt x="59436" y="0"/>
                            </a:moveTo>
                            <a:cubicBezTo>
                              <a:pt x="56483" y="7620"/>
                              <a:pt x="46958" y="15430"/>
                              <a:pt x="35433" y="22003"/>
                            </a:cubicBezTo>
                            <a:cubicBezTo>
                              <a:pt x="24003" y="28099"/>
                              <a:pt x="10382" y="33719"/>
                              <a:pt x="0" y="37243"/>
                            </a:cubicBezTo>
                            <a:cubicBezTo>
                              <a:pt x="11335" y="33433"/>
                              <a:pt x="22860" y="27146"/>
                              <a:pt x="33147" y="20860"/>
                            </a:cubicBezTo>
                            <a:cubicBezTo>
                              <a:pt x="43434" y="14288"/>
                              <a:pt x="52578" y="6572"/>
                              <a:pt x="5943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43" name="Forme libre : forme 12942">
                        <a:extLst>
                          <a:ext uri="{FF2B5EF4-FFF2-40B4-BE49-F238E27FC236}">
                            <a16:creationId xmlns:a16="http://schemas.microsoft.com/office/drawing/2014/main" id="{2B1D55FD-894F-4219-8B49-20111ADABB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86397" y="2450973"/>
                        <a:ext cx="69627" cy="24955"/>
                      </a:xfrm>
                      <a:custGeom>
                        <a:avLst/>
                        <a:gdLst>
                          <a:gd name="connsiteX0" fmla="*/ 69628 w 69627"/>
                          <a:gd name="connsiteY0" fmla="*/ 0 h 24955"/>
                          <a:gd name="connsiteX1" fmla="*/ 0 w 69627"/>
                          <a:gd name="connsiteY1" fmla="*/ 24955 h 24955"/>
                          <a:gd name="connsiteX2" fmla="*/ 69628 w 69627"/>
                          <a:gd name="connsiteY2" fmla="*/ 0 h 249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9627" h="24955">
                            <a:moveTo>
                              <a:pt x="69628" y="0"/>
                            </a:moveTo>
                            <a:cubicBezTo>
                              <a:pt x="42577" y="2381"/>
                              <a:pt x="18479" y="13335"/>
                              <a:pt x="0" y="24955"/>
                            </a:cubicBezTo>
                            <a:cubicBezTo>
                              <a:pt x="16669" y="13430"/>
                              <a:pt x="46768" y="5429"/>
                              <a:pt x="6962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44" name="Forme libre : forme 12943">
                        <a:extLst>
                          <a:ext uri="{FF2B5EF4-FFF2-40B4-BE49-F238E27FC236}">
                            <a16:creationId xmlns:a16="http://schemas.microsoft.com/office/drawing/2014/main" id="{9BA074A4-B09D-43A2-8B56-E63C57449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94764" y="2475850"/>
                        <a:ext cx="37082" cy="7934"/>
                      </a:xfrm>
                      <a:custGeom>
                        <a:avLst/>
                        <a:gdLst>
                          <a:gd name="connsiteX0" fmla="*/ 36890 w 37082"/>
                          <a:gd name="connsiteY0" fmla="*/ 4555 h 7934"/>
                          <a:gd name="connsiteX1" fmla="*/ 15268 w 37082"/>
                          <a:gd name="connsiteY1" fmla="*/ 7889 h 7934"/>
                          <a:gd name="connsiteX2" fmla="*/ 314 w 37082"/>
                          <a:gd name="connsiteY2" fmla="*/ 2935 h 7934"/>
                          <a:gd name="connsiteX3" fmla="*/ 20602 w 37082"/>
                          <a:gd name="connsiteY3" fmla="*/ 173 h 7934"/>
                          <a:gd name="connsiteX4" fmla="*/ 36890 w 37082"/>
                          <a:gd name="connsiteY4" fmla="*/ 4555 h 79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082" h="7934">
                            <a:moveTo>
                              <a:pt x="36890" y="4555"/>
                            </a:moveTo>
                            <a:cubicBezTo>
                              <a:pt x="34794" y="8269"/>
                              <a:pt x="19840" y="7984"/>
                              <a:pt x="15268" y="7889"/>
                            </a:cubicBezTo>
                            <a:cubicBezTo>
                              <a:pt x="10696" y="7889"/>
                              <a:pt x="-2163" y="6841"/>
                              <a:pt x="314" y="2935"/>
                            </a:cubicBezTo>
                            <a:cubicBezTo>
                              <a:pt x="2790" y="-684"/>
                              <a:pt x="16316" y="-17"/>
                              <a:pt x="20602" y="173"/>
                            </a:cubicBezTo>
                            <a:cubicBezTo>
                              <a:pt x="24793" y="268"/>
                              <a:pt x="38890" y="840"/>
                              <a:pt x="36890" y="455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45" name="Forme libre : forme 12944">
                        <a:extLst>
                          <a:ext uri="{FF2B5EF4-FFF2-40B4-BE49-F238E27FC236}">
                            <a16:creationId xmlns:a16="http://schemas.microsoft.com/office/drawing/2014/main" id="{C69F1E09-D040-4064-862F-501A9A7124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26844" y="2477794"/>
                        <a:ext cx="10475" cy="3327"/>
                      </a:xfrm>
                      <a:custGeom>
                        <a:avLst/>
                        <a:gdLst>
                          <a:gd name="connsiteX0" fmla="*/ 10429 w 10475"/>
                          <a:gd name="connsiteY0" fmla="*/ 1087 h 3327"/>
                          <a:gd name="connsiteX1" fmla="*/ 5858 w 10475"/>
                          <a:gd name="connsiteY1" fmla="*/ 3278 h 3327"/>
                          <a:gd name="connsiteX2" fmla="*/ 47 w 10475"/>
                          <a:gd name="connsiteY2" fmla="*/ 2135 h 3327"/>
                          <a:gd name="connsiteX3" fmla="*/ 4524 w 10475"/>
                          <a:gd name="connsiteY3" fmla="*/ 135 h 3327"/>
                          <a:gd name="connsiteX4" fmla="*/ 10429 w 10475"/>
                          <a:gd name="connsiteY4" fmla="*/ 1087 h 33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5" h="3327">
                            <a:moveTo>
                              <a:pt x="10429" y="1087"/>
                            </a:moveTo>
                            <a:cubicBezTo>
                              <a:pt x="10906" y="2421"/>
                              <a:pt x="7572" y="3183"/>
                              <a:pt x="5858" y="3278"/>
                            </a:cubicBezTo>
                            <a:cubicBezTo>
                              <a:pt x="4143" y="3373"/>
                              <a:pt x="524" y="3468"/>
                              <a:pt x="47" y="2135"/>
                            </a:cubicBezTo>
                            <a:cubicBezTo>
                              <a:pt x="-429" y="801"/>
                              <a:pt x="2810" y="230"/>
                              <a:pt x="4524" y="135"/>
                            </a:cubicBezTo>
                            <a:cubicBezTo>
                              <a:pt x="6239" y="-56"/>
                              <a:pt x="9858" y="-246"/>
                              <a:pt x="10429" y="108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46" name="Forme libre : forme 12945">
                        <a:extLst>
                          <a:ext uri="{FF2B5EF4-FFF2-40B4-BE49-F238E27FC236}">
                            <a16:creationId xmlns:a16="http://schemas.microsoft.com/office/drawing/2014/main" id="{EF697195-3A38-42C6-B924-97E0F63D8C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93214" y="2451437"/>
                        <a:ext cx="92184" cy="28353"/>
                      </a:xfrm>
                      <a:custGeom>
                        <a:avLst/>
                        <a:gdLst>
                          <a:gd name="connsiteX0" fmla="*/ 67300 w 92184"/>
                          <a:gd name="connsiteY0" fmla="*/ 10204 h 28353"/>
                          <a:gd name="connsiteX1" fmla="*/ 91303 w 92184"/>
                          <a:gd name="connsiteY1" fmla="*/ 21253 h 28353"/>
                          <a:gd name="connsiteX2" fmla="*/ 85969 w 92184"/>
                          <a:gd name="connsiteY2" fmla="*/ 28015 h 28353"/>
                          <a:gd name="connsiteX3" fmla="*/ 74539 w 92184"/>
                          <a:gd name="connsiteY3" fmla="*/ 26491 h 28353"/>
                          <a:gd name="connsiteX4" fmla="*/ 41011 w 92184"/>
                          <a:gd name="connsiteY4" fmla="*/ 17443 h 28353"/>
                          <a:gd name="connsiteX5" fmla="*/ 720 w 92184"/>
                          <a:gd name="connsiteY5" fmla="*/ 5822 h 28353"/>
                          <a:gd name="connsiteX6" fmla="*/ 45678 w 92184"/>
                          <a:gd name="connsiteY6" fmla="*/ 1631 h 28353"/>
                          <a:gd name="connsiteX7" fmla="*/ 67300 w 92184"/>
                          <a:gd name="connsiteY7" fmla="*/ 10204 h 283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2184" h="28353">
                            <a:moveTo>
                              <a:pt x="67300" y="10204"/>
                            </a:moveTo>
                            <a:cubicBezTo>
                              <a:pt x="77301" y="13633"/>
                              <a:pt x="84540" y="15538"/>
                              <a:pt x="91303" y="21253"/>
                            </a:cubicBezTo>
                            <a:cubicBezTo>
                              <a:pt x="93779" y="23348"/>
                              <a:pt x="90731" y="27063"/>
                              <a:pt x="85969" y="28015"/>
                            </a:cubicBezTo>
                            <a:cubicBezTo>
                              <a:pt x="81206" y="28968"/>
                              <a:pt x="77968" y="27730"/>
                              <a:pt x="74539" y="26491"/>
                            </a:cubicBezTo>
                            <a:cubicBezTo>
                              <a:pt x="63966" y="22491"/>
                              <a:pt x="53012" y="19824"/>
                              <a:pt x="41011" y="17443"/>
                            </a:cubicBezTo>
                            <a:cubicBezTo>
                              <a:pt x="33391" y="15728"/>
                              <a:pt x="-5757" y="14204"/>
                              <a:pt x="720" y="5822"/>
                            </a:cubicBezTo>
                            <a:cubicBezTo>
                              <a:pt x="7197" y="-2179"/>
                              <a:pt x="35867" y="-178"/>
                              <a:pt x="45678" y="1631"/>
                            </a:cubicBezTo>
                            <a:cubicBezTo>
                              <a:pt x="55584" y="3631"/>
                              <a:pt x="59775" y="7632"/>
                              <a:pt x="67300" y="1020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64" name="Graphique 1">
                    <a:extLst>
                      <a:ext uri="{FF2B5EF4-FFF2-40B4-BE49-F238E27FC236}">
                        <a16:creationId xmlns:a16="http://schemas.microsoft.com/office/drawing/2014/main" id="{075CCB7D-834A-4B0D-9802-D808F9BB1E6C}"/>
                      </a:ext>
                    </a:extLst>
                  </p:cNvPr>
                  <p:cNvGrpSpPr/>
                  <p:nvPr/>
                </p:nvGrpSpPr>
                <p:grpSpPr>
                  <a:xfrm>
                    <a:off x="2252661" y="2520158"/>
                    <a:ext cx="258593" cy="84786"/>
                    <a:chOff x="2252661" y="2520158"/>
                    <a:chExt cx="258593" cy="84786"/>
                  </a:xfrm>
                  <a:solidFill>
                    <a:schemeClr val="accent1"/>
                  </a:solidFill>
                </p:grpSpPr>
                <p:sp>
                  <p:nvSpPr>
                    <p:cNvPr id="12921" name="Forme libre : forme 12920">
                      <a:extLst>
                        <a:ext uri="{FF2B5EF4-FFF2-40B4-BE49-F238E27FC236}">
                          <a16:creationId xmlns:a16="http://schemas.microsoft.com/office/drawing/2014/main" id="{182B39CE-E507-4290-B4E2-DCB00333CC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2661" y="2520158"/>
                      <a:ext cx="258593" cy="84786"/>
                    </a:xfrm>
                    <a:custGeom>
                      <a:avLst/>
                      <a:gdLst>
                        <a:gd name="connsiteX0" fmla="*/ 181647 w 258593"/>
                        <a:gd name="connsiteY0" fmla="*/ 81595 h 84786"/>
                        <a:gd name="connsiteX1" fmla="*/ 158311 w 258593"/>
                        <a:gd name="connsiteY1" fmla="*/ 84358 h 84786"/>
                        <a:gd name="connsiteX2" fmla="*/ 129641 w 258593"/>
                        <a:gd name="connsiteY2" fmla="*/ 84644 h 84786"/>
                        <a:gd name="connsiteX3" fmla="*/ 79063 w 258593"/>
                        <a:gd name="connsiteY3" fmla="*/ 77404 h 84786"/>
                        <a:gd name="connsiteX4" fmla="*/ 1720 w 258593"/>
                        <a:gd name="connsiteY4" fmla="*/ 22921 h 84786"/>
                        <a:gd name="connsiteX5" fmla="*/ 11721 w 258593"/>
                        <a:gd name="connsiteY5" fmla="*/ 3776 h 84786"/>
                        <a:gd name="connsiteX6" fmla="*/ 95827 w 258593"/>
                        <a:gd name="connsiteY6" fmla="*/ 3871 h 84786"/>
                        <a:gd name="connsiteX7" fmla="*/ 132212 w 258593"/>
                        <a:gd name="connsiteY7" fmla="*/ 7872 h 84786"/>
                        <a:gd name="connsiteX8" fmla="*/ 151643 w 258593"/>
                        <a:gd name="connsiteY8" fmla="*/ 8348 h 84786"/>
                        <a:gd name="connsiteX9" fmla="*/ 167455 w 258593"/>
                        <a:gd name="connsiteY9" fmla="*/ 7491 h 84786"/>
                        <a:gd name="connsiteX10" fmla="*/ 178790 w 258593"/>
                        <a:gd name="connsiteY10" fmla="*/ 6443 h 84786"/>
                        <a:gd name="connsiteX11" fmla="*/ 189076 w 258593"/>
                        <a:gd name="connsiteY11" fmla="*/ 6062 h 84786"/>
                        <a:gd name="connsiteX12" fmla="*/ 207269 w 258593"/>
                        <a:gd name="connsiteY12" fmla="*/ 5872 h 84786"/>
                        <a:gd name="connsiteX13" fmla="*/ 224414 w 258593"/>
                        <a:gd name="connsiteY13" fmla="*/ 6538 h 84786"/>
                        <a:gd name="connsiteX14" fmla="*/ 242226 w 258593"/>
                        <a:gd name="connsiteY14" fmla="*/ 6920 h 84786"/>
                        <a:gd name="connsiteX15" fmla="*/ 258228 w 258593"/>
                        <a:gd name="connsiteY15" fmla="*/ 21207 h 84786"/>
                        <a:gd name="connsiteX16" fmla="*/ 250322 w 258593"/>
                        <a:gd name="connsiteY16" fmla="*/ 39686 h 84786"/>
                        <a:gd name="connsiteX17" fmla="*/ 235463 w 258593"/>
                        <a:gd name="connsiteY17" fmla="*/ 56926 h 84786"/>
                        <a:gd name="connsiteX18" fmla="*/ 212699 w 258593"/>
                        <a:gd name="connsiteY18" fmla="*/ 71594 h 84786"/>
                        <a:gd name="connsiteX19" fmla="*/ 181647 w 258593"/>
                        <a:gd name="connsiteY19" fmla="*/ 81595 h 84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58593" h="84786">
                          <a:moveTo>
                            <a:pt x="181647" y="81595"/>
                          </a:moveTo>
                          <a:cubicBezTo>
                            <a:pt x="175456" y="82738"/>
                            <a:pt x="167359" y="83501"/>
                            <a:pt x="158311" y="84358"/>
                          </a:cubicBezTo>
                          <a:cubicBezTo>
                            <a:pt x="149357" y="85025"/>
                            <a:pt x="139547" y="84739"/>
                            <a:pt x="129641" y="84644"/>
                          </a:cubicBezTo>
                          <a:cubicBezTo>
                            <a:pt x="110209" y="83405"/>
                            <a:pt x="91064" y="80548"/>
                            <a:pt x="79063" y="77404"/>
                          </a:cubicBezTo>
                          <a:cubicBezTo>
                            <a:pt x="34105" y="65975"/>
                            <a:pt x="15817" y="46353"/>
                            <a:pt x="1720" y="22921"/>
                          </a:cubicBezTo>
                          <a:cubicBezTo>
                            <a:pt x="-3138" y="14539"/>
                            <a:pt x="2958" y="5395"/>
                            <a:pt x="11721" y="3776"/>
                          </a:cubicBezTo>
                          <a:cubicBezTo>
                            <a:pt x="37629" y="-986"/>
                            <a:pt x="61442" y="-1558"/>
                            <a:pt x="95827" y="3871"/>
                          </a:cubicBezTo>
                          <a:cubicBezTo>
                            <a:pt x="104971" y="5205"/>
                            <a:pt x="118687" y="7015"/>
                            <a:pt x="132212" y="7872"/>
                          </a:cubicBezTo>
                          <a:cubicBezTo>
                            <a:pt x="138975" y="8348"/>
                            <a:pt x="145547" y="8062"/>
                            <a:pt x="151643" y="8348"/>
                          </a:cubicBezTo>
                          <a:cubicBezTo>
                            <a:pt x="157549" y="7967"/>
                            <a:pt x="163073" y="7682"/>
                            <a:pt x="167455" y="7491"/>
                          </a:cubicBezTo>
                          <a:cubicBezTo>
                            <a:pt x="171646" y="7586"/>
                            <a:pt x="175170" y="6538"/>
                            <a:pt x="178790" y="6443"/>
                          </a:cubicBezTo>
                          <a:cubicBezTo>
                            <a:pt x="182314" y="6062"/>
                            <a:pt x="185933" y="6348"/>
                            <a:pt x="189076" y="6062"/>
                          </a:cubicBezTo>
                          <a:cubicBezTo>
                            <a:pt x="195268" y="5300"/>
                            <a:pt x="201459" y="5681"/>
                            <a:pt x="207269" y="5872"/>
                          </a:cubicBezTo>
                          <a:cubicBezTo>
                            <a:pt x="212794" y="5681"/>
                            <a:pt x="218509" y="5967"/>
                            <a:pt x="224414" y="6538"/>
                          </a:cubicBezTo>
                          <a:cubicBezTo>
                            <a:pt x="230225" y="6920"/>
                            <a:pt x="235749" y="6729"/>
                            <a:pt x="242226" y="6920"/>
                          </a:cubicBezTo>
                          <a:cubicBezTo>
                            <a:pt x="250894" y="7205"/>
                            <a:pt x="260609" y="12920"/>
                            <a:pt x="258228" y="21207"/>
                          </a:cubicBezTo>
                          <a:cubicBezTo>
                            <a:pt x="256418" y="27208"/>
                            <a:pt x="253847" y="33399"/>
                            <a:pt x="250322" y="39686"/>
                          </a:cubicBezTo>
                          <a:cubicBezTo>
                            <a:pt x="246893" y="46258"/>
                            <a:pt x="241559" y="51020"/>
                            <a:pt x="235463" y="56926"/>
                          </a:cubicBezTo>
                          <a:cubicBezTo>
                            <a:pt x="229367" y="62927"/>
                            <a:pt x="221652" y="67213"/>
                            <a:pt x="212699" y="71594"/>
                          </a:cubicBezTo>
                          <a:cubicBezTo>
                            <a:pt x="203745" y="76547"/>
                            <a:pt x="193363" y="78738"/>
                            <a:pt x="181647" y="81595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2" name="Forme libre : forme 12921">
                      <a:extLst>
                        <a:ext uri="{FF2B5EF4-FFF2-40B4-BE49-F238E27FC236}">
                          <a16:creationId xmlns:a16="http://schemas.microsoft.com/office/drawing/2014/main" id="{13447B4E-6EFE-4852-9EEF-FBC1274FD6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2788" y="2532888"/>
                      <a:ext cx="258005" cy="72031"/>
                    </a:xfrm>
                    <a:custGeom>
                      <a:avLst/>
                      <a:gdLst>
                        <a:gd name="connsiteX0" fmla="*/ 98272 w 258005"/>
                        <a:gd name="connsiteY0" fmla="*/ 40767 h 72031"/>
                        <a:gd name="connsiteX1" fmla="*/ 736 w 258005"/>
                        <a:gd name="connsiteY1" fmla="*/ 0 h 72031"/>
                        <a:gd name="connsiteX2" fmla="*/ 1688 w 258005"/>
                        <a:gd name="connsiteY2" fmla="*/ 10096 h 72031"/>
                        <a:gd name="connsiteX3" fmla="*/ 9403 w 258005"/>
                        <a:gd name="connsiteY3" fmla="*/ 21907 h 72031"/>
                        <a:gd name="connsiteX4" fmla="*/ 42741 w 258005"/>
                        <a:gd name="connsiteY4" fmla="*/ 50863 h 72031"/>
                        <a:gd name="connsiteX5" fmla="*/ 78936 w 258005"/>
                        <a:gd name="connsiteY5" fmla="*/ 64579 h 72031"/>
                        <a:gd name="connsiteX6" fmla="*/ 94843 w 258005"/>
                        <a:gd name="connsiteY6" fmla="*/ 67818 h 72031"/>
                        <a:gd name="connsiteX7" fmla="*/ 173710 w 258005"/>
                        <a:gd name="connsiteY7" fmla="*/ 69913 h 72031"/>
                        <a:gd name="connsiteX8" fmla="*/ 181425 w 258005"/>
                        <a:gd name="connsiteY8" fmla="*/ 68771 h 72031"/>
                        <a:gd name="connsiteX9" fmla="*/ 204285 w 258005"/>
                        <a:gd name="connsiteY9" fmla="*/ 62484 h 72031"/>
                        <a:gd name="connsiteX10" fmla="*/ 222954 w 258005"/>
                        <a:gd name="connsiteY10" fmla="*/ 53149 h 72031"/>
                        <a:gd name="connsiteX11" fmla="*/ 233241 w 258005"/>
                        <a:gd name="connsiteY11" fmla="*/ 45625 h 72031"/>
                        <a:gd name="connsiteX12" fmla="*/ 241718 w 258005"/>
                        <a:gd name="connsiteY12" fmla="*/ 37433 h 72031"/>
                        <a:gd name="connsiteX13" fmla="*/ 253529 w 258005"/>
                        <a:gd name="connsiteY13" fmla="*/ 20098 h 72031"/>
                        <a:gd name="connsiteX14" fmla="*/ 257911 w 258005"/>
                        <a:gd name="connsiteY14" fmla="*/ 8477 h 72031"/>
                        <a:gd name="connsiteX15" fmla="*/ 258006 w 258005"/>
                        <a:gd name="connsiteY15" fmla="*/ 8096 h 72031"/>
                        <a:gd name="connsiteX16" fmla="*/ 180758 w 258005"/>
                        <a:gd name="connsiteY16" fmla="*/ 40291 h 72031"/>
                        <a:gd name="connsiteX17" fmla="*/ 98272 w 258005"/>
                        <a:gd name="connsiteY17" fmla="*/ 40767 h 720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58005" h="72031">
                          <a:moveTo>
                            <a:pt x="98272" y="40767"/>
                          </a:moveTo>
                          <a:cubicBezTo>
                            <a:pt x="60838" y="36862"/>
                            <a:pt x="21595" y="22193"/>
                            <a:pt x="736" y="0"/>
                          </a:cubicBezTo>
                          <a:cubicBezTo>
                            <a:pt x="-407" y="3143"/>
                            <a:pt x="-312" y="6763"/>
                            <a:pt x="1688" y="10096"/>
                          </a:cubicBezTo>
                          <a:cubicBezTo>
                            <a:pt x="4069" y="14288"/>
                            <a:pt x="6641" y="18097"/>
                            <a:pt x="9403" y="21907"/>
                          </a:cubicBezTo>
                          <a:cubicBezTo>
                            <a:pt x="17595" y="32671"/>
                            <a:pt x="27691" y="42577"/>
                            <a:pt x="42741" y="50863"/>
                          </a:cubicBezTo>
                          <a:cubicBezTo>
                            <a:pt x="52456" y="56197"/>
                            <a:pt x="64267" y="61055"/>
                            <a:pt x="78936" y="64579"/>
                          </a:cubicBezTo>
                          <a:cubicBezTo>
                            <a:pt x="83317" y="65817"/>
                            <a:pt x="88747" y="66865"/>
                            <a:pt x="94843" y="67818"/>
                          </a:cubicBezTo>
                          <a:cubicBezTo>
                            <a:pt x="118274" y="72009"/>
                            <a:pt x="151802" y="73723"/>
                            <a:pt x="173710" y="69913"/>
                          </a:cubicBezTo>
                          <a:cubicBezTo>
                            <a:pt x="176472" y="69532"/>
                            <a:pt x="179139" y="69437"/>
                            <a:pt x="181425" y="68771"/>
                          </a:cubicBezTo>
                          <a:cubicBezTo>
                            <a:pt x="189712" y="66865"/>
                            <a:pt x="197331" y="64770"/>
                            <a:pt x="204285" y="62484"/>
                          </a:cubicBezTo>
                          <a:cubicBezTo>
                            <a:pt x="211143" y="59531"/>
                            <a:pt x="217429" y="56292"/>
                            <a:pt x="222954" y="53149"/>
                          </a:cubicBezTo>
                          <a:cubicBezTo>
                            <a:pt x="226764" y="51054"/>
                            <a:pt x="230193" y="48482"/>
                            <a:pt x="233241" y="45625"/>
                          </a:cubicBezTo>
                          <a:cubicBezTo>
                            <a:pt x="236289" y="42863"/>
                            <a:pt x="239146" y="40196"/>
                            <a:pt x="241718" y="37433"/>
                          </a:cubicBezTo>
                          <a:cubicBezTo>
                            <a:pt x="246957" y="32290"/>
                            <a:pt x="250576" y="26098"/>
                            <a:pt x="253529" y="20098"/>
                          </a:cubicBezTo>
                          <a:cubicBezTo>
                            <a:pt x="255339" y="16192"/>
                            <a:pt x="256768" y="12287"/>
                            <a:pt x="257911" y="8477"/>
                          </a:cubicBezTo>
                          <a:lnTo>
                            <a:pt x="258006" y="8096"/>
                          </a:lnTo>
                          <a:cubicBezTo>
                            <a:pt x="236098" y="25813"/>
                            <a:pt x="208285" y="35909"/>
                            <a:pt x="180758" y="40291"/>
                          </a:cubicBezTo>
                          <a:cubicBezTo>
                            <a:pt x="152945" y="44672"/>
                            <a:pt x="125037" y="43815"/>
                            <a:pt x="98272" y="40767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3" name="Forme libre : forme 12922">
                      <a:extLst>
                        <a:ext uri="{FF2B5EF4-FFF2-40B4-BE49-F238E27FC236}">
                          <a16:creationId xmlns:a16="http://schemas.microsoft.com/office/drawing/2014/main" id="{4CC546AB-310F-47A2-A6D8-66A353CA4B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1294" y="2554116"/>
                      <a:ext cx="122991" cy="26807"/>
                    </a:xfrm>
                    <a:custGeom>
                      <a:avLst/>
                      <a:gdLst>
                        <a:gd name="connsiteX0" fmla="*/ 122732 w 122991"/>
                        <a:gd name="connsiteY0" fmla="*/ 3346 h 26807"/>
                        <a:gd name="connsiteX1" fmla="*/ 117398 w 122991"/>
                        <a:gd name="connsiteY1" fmla="*/ 11633 h 26807"/>
                        <a:gd name="connsiteX2" fmla="*/ 109683 w 122991"/>
                        <a:gd name="connsiteY2" fmla="*/ 16396 h 26807"/>
                        <a:gd name="connsiteX3" fmla="*/ 99681 w 122991"/>
                        <a:gd name="connsiteY3" fmla="*/ 20015 h 26807"/>
                        <a:gd name="connsiteX4" fmla="*/ 88632 w 122991"/>
                        <a:gd name="connsiteY4" fmla="*/ 23349 h 26807"/>
                        <a:gd name="connsiteX5" fmla="*/ 77488 w 122991"/>
                        <a:gd name="connsiteY5" fmla="*/ 25159 h 26807"/>
                        <a:gd name="connsiteX6" fmla="*/ 59486 w 122991"/>
                        <a:gd name="connsiteY6" fmla="*/ 26778 h 26807"/>
                        <a:gd name="connsiteX7" fmla="*/ 42531 w 122991"/>
                        <a:gd name="connsiteY7" fmla="*/ 26111 h 26807"/>
                        <a:gd name="connsiteX8" fmla="*/ 22338 w 122991"/>
                        <a:gd name="connsiteY8" fmla="*/ 22396 h 26807"/>
                        <a:gd name="connsiteX9" fmla="*/ 50 w 122991"/>
                        <a:gd name="connsiteY9" fmla="*/ 7918 h 26807"/>
                        <a:gd name="connsiteX10" fmla="*/ 24529 w 122991"/>
                        <a:gd name="connsiteY10" fmla="*/ 1727 h 26807"/>
                        <a:gd name="connsiteX11" fmla="*/ 43579 w 122991"/>
                        <a:gd name="connsiteY11" fmla="*/ 1918 h 26807"/>
                        <a:gd name="connsiteX12" fmla="*/ 58629 w 122991"/>
                        <a:gd name="connsiteY12" fmla="*/ 2013 h 26807"/>
                        <a:gd name="connsiteX13" fmla="*/ 65487 w 122991"/>
                        <a:gd name="connsiteY13" fmla="*/ 2203 h 26807"/>
                        <a:gd name="connsiteX14" fmla="*/ 74345 w 122991"/>
                        <a:gd name="connsiteY14" fmla="*/ 1822 h 26807"/>
                        <a:gd name="connsiteX15" fmla="*/ 84441 w 122991"/>
                        <a:gd name="connsiteY15" fmla="*/ 1632 h 26807"/>
                        <a:gd name="connsiteX16" fmla="*/ 94728 w 122991"/>
                        <a:gd name="connsiteY16" fmla="*/ 775 h 26807"/>
                        <a:gd name="connsiteX17" fmla="*/ 104634 w 122991"/>
                        <a:gd name="connsiteY17" fmla="*/ 394 h 26807"/>
                        <a:gd name="connsiteX18" fmla="*/ 113016 w 122991"/>
                        <a:gd name="connsiteY18" fmla="*/ 13 h 26807"/>
                        <a:gd name="connsiteX19" fmla="*/ 122732 w 122991"/>
                        <a:gd name="connsiteY19" fmla="*/ 3346 h 26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22991" h="26807">
                          <a:moveTo>
                            <a:pt x="122732" y="3346"/>
                          </a:moveTo>
                          <a:cubicBezTo>
                            <a:pt x="123780" y="5632"/>
                            <a:pt x="121589" y="8490"/>
                            <a:pt x="117398" y="11633"/>
                          </a:cubicBezTo>
                          <a:cubicBezTo>
                            <a:pt x="115302" y="13157"/>
                            <a:pt x="112731" y="14776"/>
                            <a:pt x="109683" y="16396"/>
                          </a:cubicBezTo>
                          <a:cubicBezTo>
                            <a:pt x="106635" y="17634"/>
                            <a:pt x="103301" y="18872"/>
                            <a:pt x="99681" y="20015"/>
                          </a:cubicBezTo>
                          <a:cubicBezTo>
                            <a:pt x="96157" y="21158"/>
                            <a:pt x="92347" y="22301"/>
                            <a:pt x="88632" y="23349"/>
                          </a:cubicBezTo>
                          <a:cubicBezTo>
                            <a:pt x="84822" y="24111"/>
                            <a:pt x="81108" y="24587"/>
                            <a:pt x="77488" y="25159"/>
                          </a:cubicBezTo>
                          <a:cubicBezTo>
                            <a:pt x="70249" y="26206"/>
                            <a:pt x="63867" y="26968"/>
                            <a:pt x="59486" y="26778"/>
                          </a:cubicBezTo>
                          <a:cubicBezTo>
                            <a:pt x="55199" y="26778"/>
                            <a:pt x="49104" y="26683"/>
                            <a:pt x="42531" y="26111"/>
                          </a:cubicBezTo>
                          <a:cubicBezTo>
                            <a:pt x="35959" y="25159"/>
                            <a:pt x="28815" y="23920"/>
                            <a:pt x="22338" y="22396"/>
                          </a:cubicBezTo>
                          <a:cubicBezTo>
                            <a:pt x="9480" y="18586"/>
                            <a:pt x="-807" y="13538"/>
                            <a:pt x="50" y="7918"/>
                          </a:cubicBezTo>
                          <a:cubicBezTo>
                            <a:pt x="812" y="2680"/>
                            <a:pt x="11956" y="1346"/>
                            <a:pt x="24529" y="1727"/>
                          </a:cubicBezTo>
                          <a:cubicBezTo>
                            <a:pt x="30816" y="1441"/>
                            <a:pt x="37483" y="1632"/>
                            <a:pt x="43579" y="1918"/>
                          </a:cubicBezTo>
                          <a:cubicBezTo>
                            <a:pt x="49580" y="1918"/>
                            <a:pt x="55009" y="1822"/>
                            <a:pt x="58629" y="2013"/>
                          </a:cubicBezTo>
                          <a:cubicBezTo>
                            <a:pt x="60438" y="2108"/>
                            <a:pt x="62820" y="2108"/>
                            <a:pt x="65487" y="2203"/>
                          </a:cubicBezTo>
                          <a:cubicBezTo>
                            <a:pt x="68154" y="2108"/>
                            <a:pt x="71202" y="2013"/>
                            <a:pt x="74345" y="1822"/>
                          </a:cubicBezTo>
                          <a:cubicBezTo>
                            <a:pt x="77583" y="1727"/>
                            <a:pt x="81012" y="1727"/>
                            <a:pt x="84441" y="1632"/>
                          </a:cubicBezTo>
                          <a:cubicBezTo>
                            <a:pt x="87870" y="1346"/>
                            <a:pt x="91299" y="1060"/>
                            <a:pt x="94728" y="775"/>
                          </a:cubicBezTo>
                          <a:cubicBezTo>
                            <a:pt x="98157" y="584"/>
                            <a:pt x="101491" y="394"/>
                            <a:pt x="104634" y="394"/>
                          </a:cubicBezTo>
                          <a:cubicBezTo>
                            <a:pt x="107778" y="394"/>
                            <a:pt x="110540" y="-83"/>
                            <a:pt x="113016" y="13"/>
                          </a:cubicBezTo>
                          <a:cubicBezTo>
                            <a:pt x="118065" y="108"/>
                            <a:pt x="121684" y="1060"/>
                            <a:pt x="122732" y="334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4" name="Forme libre : forme 12923">
                      <a:extLst>
                        <a:ext uri="{FF2B5EF4-FFF2-40B4-BE49-F238E27FC236}">
                          <a16:creationId xmlns:a16="http://schemas.microsoft.com/office/drawing/2014/main" id="{AEC66F08-C8C2-4811-8F56-54885C3A8B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0790" y="2556033"/>
                      <a:ext cx="88565" cy="25009"/>
                    </a:xfrm>
                    <a:custGeom>
                      <a:avLst/>
                      <a:gdLst>
                        <a:gd name="connsiteX0" fmla="*/ 27415 w 88565"/>
                        <a:gd name="connsiteY0" fmla="*/ 0 h 25009"/>
                        <a:gd name="connsiteX1" fmla="*/ 78 w 88565"/>
                        <a:gd name="connsiteY1" fmla="*/ 5905 h 25009"/>
                        <a:gd name="connsiteX2" fmla="*/ 23033 w 88565"/>
                        <a:gd name="connsiteY2" fmla="*/ 20479 h 25009"/>
                        <a:gd name="connsiteX3" fmla="*/ 42464 w 88565"/>
                        <a:gd name="connsiteY3" fmla="*/ 24098 h 25009"/>
                        <a:gd name="connsiteX4" fmla="*/ 60943 w 88565"/>
                        <a:gd name="connsiteY4" fmla="*/ 24955 h 25009"/>
                        <a:gd name="connsiteX5" fmla="*/ 88565 w 88565"/>
                        <a:gd name="connsiteY5" fmla="*/ 21336 h 25009"/>
                        <a:gd name="connsiteX6" fmla="*/ 73706 w 88565"/>
                        <a:gd name="connsiteY6" fmla="*/ 21907 h 25009"/>
                        <a:gd name="connsiteX7" fmla="*/ 57133 w 88565"/>
                        <a:gd name="connsiteY7" fmla="*/ 19431 h 25009"/>
                        <a:gd name="connsiteX8" fmla="*/ 42179 w 88565"/>
                        <a:gd name="connsiteY8" fmla="*/ 14954 h 25009"/>
                        <a:gd name="connsiteX9" fmla="*/ 27415 w 88565"/>
                        <a:gd name="connsiteY9" fmla="*/ 0 h 25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8565" h="25009">
                          <a:moveTo>
                            <a:pt x="27415" y="0"/>
                          </a:moveTo>
                          <a:cubicBezTo>
                            <a:pt x="19795" y="1143"/>
                            <a:pt x="-1446" y="-1143"/>
                            <a:pt x="78" y="5905"/>
                          </a:cubicBezTo>
                          <a:cubicBezTo>
                            <a:pt x="1221" y="12001"/>
                            <a:pt x="10841" y="16669"/>
                            <a:pt x="23033" y="20479"/>
                          </a:cubicBezTo>
                          <a:cubicBezTo>
                            <a:pt x="29129" y="22003"/>
                            <a:pt x="35892" y="23146"/>
                            <a:pt x="42464" y="24098"/>
                          </a:cubicBezTo>
                          <a:cubicBezTo>
                            <a:pt x="49037" y="24765"/>
                            <a:pt x="55514" y="24860"/>
                            <a:pt x="60943" y="24955"/>
                          </a:cubicBezTo>
                          <a:cubicBezTo>
                            <a:pt x="67324" y="25432"/>
                            <a:pt x="81612" y="22670"/>
                            <a:pt x="88565" y="21336"/>
                          </a:cubicBezTo>
                          <a:cubicBezTo>
                            <a:pt x="84470" y="21622"/>
                            <a:pt x="77612" y="22288"/>
                            <a:pt x="73706" y="21907"/>
                          </a:cubicBezTo>
                          <a:cubicBezTo>
                            <a:pt x="68182" y="21717"/>
                            <a:pt x="62467" y="20764"/>
                            <a:pt x="57133" y="19431"/>
                          </a:cubicBezTo>
                          <a:cubicBezTo>
                            <a:pt x="51704" y="18097"/>
                            <a:pt x="46560" y="16954"/>
                            <a:pt x="42179" y="14954"/>
                          </a:cubicBezTo>
                          <a:cubicBezTo>
                            <a:pt x="33225" y="10954"/>
                            <a:pt x="27320" y="6001"/>
                            <a:pt x="27415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5" name="Forme libre : forme 12924">
                      <a:extLst>
                        <a:ext uri="{FF2B5EF4-FFF2-40B4-BE49-F238E27FC236}">
                          <a16:creationId xmlns:a16="http://schemas.microsoft.com/office/drawing/2014/main" id="{D327FC8C-1846-4B60-970F-C53A17F237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7249" y="2554104"/>
                      <a:ext cx="124113" cy="29877"/>
                    </a:xfrm>
                    <a:custGeom>
                      <a:avLst/>
                      <a:gdLst>
                        <a:gd name="connsiteX0" fmla="*/ 124111 w 124113"/>
                        <a:gd name="connsiteY0" fmla="*/ 3548 h 29877"/>
                        <a:gd name="connsiteX1" fmla="*/ 117253 w 124113"/>
                        <a:gd name="connsiteY1" fmla="*/ 12502 h 29877"/>
                        <a:gd name="connsiteX2" fmla="*/ 109538 w 124113"/>
                        <a:gd name="connsiteY2" fmla="*/ 17360 h 29877"/>
                        <a:gd name="connsiteX3" fmla="*/ 104966 w 124113"/>
                        <a:gd name="connsiteY3" fmla="*/ 19836 h 29877"/>
                        <a:gd name="connsiteX4" fmla="*/ 99918 w 124113"/>
                        <a:gd name="connsiteY4" fmla="*/ 21646 h 29877"/>
                        <a:gd name="connsiteX5" fmla="*/ 78296 w 124113"/>
                        <a:gd name="connsiteY5" fmla="*/ 27456 h 29877"/>
                        <a:gd name="connsiteX6" fmla="*/ 60008 w 124113"/>
                        <a:gd name="connsiteY6" fmla="*/ 29838 h 29877"/>
                        <a:gd name="connsiteX7" fmla="*/ 22480 w 124113"/>
                        <a:gd name="connsiteY7" fmla="*/ 26123 h 29877"/>
                        <a:gd name="connsiteX8" fmla="*/ 1 w 124113"/>
                        <a:gd name="connsiteY8" fmla="*/ 11930 h 29877"/>
                        <a:gd name="connsiteX9" fmla="*/ 24480 w 124113"/>
                        <a:gd name="connsiteY9" fmla="*/ 5168 h 29877"/>
                        <a:gd name="connsiteX10" fmla="*/ 58770 w 124113"/>
                        <a:gd name="connsiteY10" fmla="*/ 4977 h 29877"/>
                        <a:gd name="connsiteX11" fmla="*/ 74867 w 124113"/>
                        <a:gd name="connsiteY11" fmla="*/ 4025 h 29877"/>
                        <a:gd name="connsiteX12" fmla="*/ 96679 w 124113"/>
                        <a:gd name="connsiteY12" fmla="*/ 2024 h 29877"/>
                        <a:gd name="connsiteX13" fmla="*/ 124111 w 124113"/>
                        <a:gd name="connsiteY13" fmla="*/ 3548 h 29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24113" h="29877">
                          <a:moveTo>
                            <a:pt x="124111" y="3548"/>
                          </a:moveTo>
                          <a:cubicBezTo>
                            <a:pt x="124207" y="6311"/>
                            <a:pt x="121635" y="9263"/>
                            <a:pt x="117253" y="12502"/>
                          </a:cubicBezTo>
                          <a:cubicBezTo>
                            <a:pt x="115063" y="14121"/>
                            <a:pt x="112396" y="15740"/>
                            <a:pt x="109538" y="17360"/>
                          </a:cubicBezTo>
                          <a:cubicBezTo>
                            <a:pt x="108014" y="18122"/>
                            <a:pt x="106490" y="18979"/>
                            <a:pt x="104966" y="19836"/>
                          </a:cubicBezTo>
                          <a:lnTo>
                            <a:pt x="99918" y="21646"/>
                          </a:lnTo>
                          <a:cubicBezTo>
                            <a:pt x="92965" y="23837"/>
                            <a:pt x="85345" y="26599"/>
                            <a:pt x="78296" y="27456"/>
                          </a:cubicBezTo>
                          <a:cubicBezTo>
                            <a:pt x="71248" y="28504"/>
                            <a:pt x="64771" y="29361"/>
                            <a:pt x="60008" y="29838"/>
                          </a:cubicBezTo>
                          <a:cubicBezTo>
                            <a:pt x="50578" y="30028"/>
                            <a:pt x="35148" y="29647"/>
                            <a:pt x="22480" y="26123"/>
                          </a:cubicBezTo>
                          <a:cubicBezTo>
                            <a:pt x="9716" y="23075"/>
                            <a:pt x="-95" y="17360"/>
                            <a:pt x="1" y="11930"/>
                          </a:cubicBezTo>
                          <a:cubicBezTo>
                            <a:pt x="191" y="6120"/>
                            <a:pt x="11526" y="5549"/>
                            <a:pt x="24480" y="5168"/>
                          </a:cubicBezTo>
                          <a:cubicBezTo>
                            <a:pt x="37624" y="5072"/>
                            <a:pt x="51912" y="5072"/>
                            <a:pt x="58770" y="4977"/>
                          </a:cubicBezTo>
                          <a:cubicBezTo>
                            <a:pt x="62199" y="4787"/>
                            <a:pt x="68009" y="4311"/>
                            <a:pt x="74867" y="4025"/>
                          </a:cubicBezTo>
                          <a:cubicBezTo>
                            <a:pt x="81725" y="4025"/>
                            <a:pt x="89250" y="2310"/>
                            <a:pt x="96679" y="2024"/>
                          </a:cubicBezTo>
                          <a:cubicBezTo>
                            <a:pt x="110967" y="-71"/>
                            <a:pt x="123826" y="-1786"/>
                            <a:pt x="124111" y="3548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6" name="Forme libre : forme 12925">
                      <a:extLst>
                        <a:ext uri="{FF2B5EF4-FFF2-40B4-BE49-F238E27FC236}">
                          <a16:creationId xmlns:a16="http://schemas.microsoft.com/office/drawing/2014/main" id="{9DE9D39F-2E02-43AF-AA21-991E779BFE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5553" y="2535174"/>
                      <a:ext cx="154216" cy="62674"/>
                    </a:xfrm>
                    <a:custGeom>
                      <a:avLst/>
                      <a:gdLst>
                        <a:gd name="connsiteX0" fmla="*/ 70 w 154216"/>
                        <a:gd name="connsiteY0" fmla="*/ 12287 h 62674"/>
                        <a:gd name="connsiteX1" fmla="*/ 11310 w 154216"/>
                        <a:gd name="connsiteY1" fmla="*/ 28861 h 62674"/>
                        <a:gd name="connsiteX2" fmla="*/ 65983 w 154216"/>
                        <a:gd name="connsiteY2" fmla="*/ 58293 h 62674"/>
                        <a:gd name="connsiteX3" fmla="*/ 100083 w 154216"/>
                        <a:gd name="connsiteY3" fmla="*/ 62674 h 62674"/>
                        <a:gd name="connsiteX4" fmla="*/ 132182 w 154216"/>
                        <a:gd name="connsiteY4" fmla="*/ 58579 h 62674"/>
                        <a:gd name="connsiteX5" fmla="*/ 153137 w 154216"/>
                        <a:gd name="connsiteY5" fmla="*/ 41910 h 62674"/>
                        <a:gd name="connsiteX6" fmla="*/ 144660 w 154216"/>
                        <a:gd name="connsiteY6" fmla="*/ 39814 h 62674"/>
                        <a:gd name="connsiteX7" fmla="*/ 132277 w 154216"/>
                        <a:gd name="connsiteY7" fmla="*/ 38862 h 62674"/>
                        <a:gd name="connsiteX8" fmla="*/ 79890 w 154216"/>
                        <a:gd name="connsiteY8" fmla="*/ 23908 h 62674"/>
                        <a:gd name="connsiteX9" fmla="*/ 32550 w 154216"/>
                        <a:gd name="connsiteY9" fmla="*/ 1047 h 62674"/>
                        <a:gd name="connsiteX10" fmla="*/ 70 w 154216"/>
                        <a:gd name="connsiteY10" fmla="*/ 12287 h 62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4216" h="62674">
                          <a:moveTo>
                            <a:pt x="70" y="12287"/>
                          </a:moveTo>
                          <a:cubicBezTo>
                            <a:pt x="1118" y="19240"/>
                            <a:pt x="3404" y="22288"/>
                            <a:pt x="11310" y="28861"/>
                          </a:cubicBezTo>
                          <a:cubicBezTo>
                            <a:pt x="26550" y="41434"/>
                            <a:pt x="40170" y="51721"/>
                            <a:pt x="65983" y="58293"/>
                          </a:cubicBezTo>
                          <a:cubicBezTo>
                            <a:pt x="76651" y="61341"/>
                            <a:pt x="88652" y="62293"/>
                            <a:pt x="100083" y="62674"/>
                          </a:cubicBezTo>
                          <a:cubicBezTo>
                            <a:pt x="111703" y="62388"/>
                            <a:pt x="122752" y="61627"/>
                            <a:pt x="132182" y="58579"/>
                          </a:cubicBezTo>
                          <a:cubicBezTo>
                            <a:pt x="146184" y="55150"/>
                            <a:pt x="157899" y="47053"/>
                            <a:pt x="153137" y="41910"/>
                          </a:cubicBezTo>
                          <a:cubicBezTo>
                            <a:pt x="151708" y="40291"/>
                            <a:pt x="148565" y="39814"/>
                            <a:pt x="144660" y="39814"/>
                          </a:cubicBezTo>
                          <a:cubicBezTo>
                            <a:pt x="140850" y="39624"/>
                            <a:pt x="136278" y="39338"/>
                            <a:pt x="132277" y="38862"/>
                          </a:cubicBezTo>
                          <a:cubicBezTo>
                            <a:pt x="113418" y="36862"/>
                            <a:pt x="95987" y="32194"/>
                            <a:pt x="79890" y="23908"/>
                          </a:cubicBezTo>
                          <a:cubicBezTo>
                            <a:pt x="66174" y="16002"/>
                            <a:pt x="53219" y="5143"/>
                            <a:pt x="32550" y="1047"/>
                          </a:cubicBezTo>
                          <a:cubicBezTo>
                            <a:pt x="14167" y="-2286"/>
                            <a:pt x="-1168" y="2572"/>
                            <a:pt x="70" y="12287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7" name="Forme libre : forme 12926">
                      <a:extLst>
                        <a:ext uri="{FF2B5EF4-FFF2-40B4-BE49-F238E27FC236}">
                          <a16:creationId xmlns:a16="http://schemas.microsoft.com/office/drawing/2014/main" id="{9B834389-9229-4AC3-9161-E7F9BC9186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7016" y="2543627"/>
                      <a:ext cx="49068" cy="10042"/>
                    </a:xfrm>
                    <a:custGeom>
                      <a:avLst/>
                      <a:gdLst>
                        <a:gd name="connsiteX0" fmla="*/ 5468 w 49068"/>
                        <a:gd name="connsiteY0" fmla="*/ 881 h 10042"/>
                        <a:gd name="connsiteX1" fmla="*/ 325 w 49068"/>
                        <a:gd name="connsiteY1" fmla="*/ 2215 h 10042"/>
                        <a:gd name="connsiteX2" fmla="*/ 3278 w 49068"/>
                        <a:gd name="connsiteY2" fmla="*/ 5453 h 10042"/>
                        <a:gd name="connsiteX3" fmla="*/ 12041 w 49068"/>
                        <a:gd name="connsiteY3" fmla="*/ 7834 h 10042"/>
                        <a:gd name="connsiteX4" fmla="*/ 34043 w 49068"/>
                        <a:gd name="connsiteY4" fmla="*/ 10025 h 10042"/>
                        <a:gd name="connsiteX5" fmla="*/ 41949 w 49068"/>
                        <a:gd name="connsiteY5" fmla="*/ 9644 h 10042"/>
                        <a:gd name="connsiteX6" fmla="*/ 38616 w 49068"/>
                        <a:gd name="connsiteY6" fmla="*/ 595 h 10042"/>
                        <a:gd name="connsiteX7" fmla="*/ 21756 w 49068"/>
                        <a:gd name="connsiteY7" fmla="*/ 24 h 10042"/>
                        <a:gd name="connsiteX8" fmla="*/ 5468 w 49068"/>
                        <a:gd name="connsiteY8" fmla="*/ 881 h 100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68" h="10042">
                          <a:moveTo>
                            <a:pt x="5468" y="881"/>
                          </a:moveTo>
                          <a:cubicBezTo>
                            <a:pt x="3087" y="1072"/>
                            <a:pt x="1373" y="1167"/>
                            <a:pt x="325" y="2215"/>
                          </a:cubicBezTo>
                          <a:cubicBezTo>
                            <a:pt x="-723" y="3167"/>
                            <a:pt x="896" y="4500"/>
                            <a:pt x="3278" y="5453"/>
                          </a:cubicBezTo>
                          <a:cubicBezTo>
                            <a:pt x="5564" y="6406"/>
                            <a:pt x="9183" y="7358"/>
                            <a:pt x="12041" y="7834"/>
                          </a:cubicBezTo>
                          <a:cubicBezTo>
                            <a:pt x="19375" y="8787"/>
                            <a:pt x="27090" y="10216"/>
                            <a:pt x="34043" y="10025"/>
                          </a:cubicBezTo>
                          <a:cubicBezTo>
                            <a:pt x="36901" y="10025"/>
                            <a:pt x="39663" y="10120"/>
                            <a:pt x="41949" y="9644"/>
                          </a:cubicBezTo>
                          <a:cubicBezTo>
                            <a:pt x="51760" y="7739"/>
                            <a:pt x="52141" y="2024"/>
                            <a:pt x="38616" y="595"/>
                          </a:cubicBezTo>
                          <a:cubicBezTo>
                            <a:pt x="33377" y="119"/>
                            <a:pt x="27471" y="-71"/>
                            <a:pt x="21756" y="24"/>
                          </a:cubicBezTo>
                          <a:cubicBezTo>
                            <a:pt x="15946" y="119"/>
                            <a:pt x="10231" y="595"/>
                            <a:pt x="5468" y="88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8" name="Forme libre : forme 12927">
                      <a:extLst>
                        <a:ext uri="{FF2B5EF4-FFF2-40B4-BE49-F238E27FC236}">
                          <a16:creationId xmlns:a16="http://schemas.microsoft.com/office/drawing/2014/main" id="{2E6C1A86-2326-4C9B-8BD8-C3110CCDCF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7546" y="2541365"/>
                      <a:ext cx="68389" cy="58102"/>
                    </a:xfrm>
                    <a:custGeom>
                      <a:avLst/>
                      <a:gdLst>
                        <a:gd name="connsiteX0" fmla="*/ 68390 w 68389"/>
                        <a:gd name="connsiteY0" fmla="*/ 0 h 58102"/>
                        <a:gd name="connsiteX1" fmla="*/ 62389 w 68389"/>
                        <a:gd name="connsiteY1" fmla="*/ 15907 h 58102"/>
                        <a:gd name="connsiteX2" fmla="*/ 46101 w 68389"/>
                        <a:gd name="connsiteY2" fmla="*/ 33242 h 58102"/>
                        <a:gd name="connsiteX3" fmla="*/ 35243 w 68389"/>
                        <a:gd name="connsiteY3" fmla="*/ 41148 h 58102"/>
                        <a:gd name="connsiteX4" fmla="*/ 23432 w 68389"/>
                        <a:gd name="connsiteY4" fmla="*/ 48101 h 58102"/>
                        <a:gd name="connsiteX5" fmla="*/ 0 w 68389"/>
                        <a:gd name="connsiteY5" fmla="*/ 58103 h 58102"/>
                        <a:gd name="connsiteX6" fmla="*/ 22860 w 68389"/>
                        <a:gd name="connsiteY6" fmla="*/ 47625 h 58102"/>
                        <a:gd name="connsiteX7" fmla="*/ 42958 w 68389"/>
                        <a:gd name="connsiteY7" fmla="*/ 33242 h 58102"/>
                        <a:gd name="connsiteX8" fmla="*/ 58484 w 68389"/>
                        <a:gd name="connsiteY8" fmla="*/ 16764 h 58102"/>
                        <a:gd name="connsiteX9" fmla="*/ 68390 w 68389"/>
                        <a:gd name="connsiteY9" fmla="*/ 0 h 58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389" h="58102">
                          <a:moveTo>
                            <a:pt x="68390" y="0"/>
                          </a:moveTo>
                          <a:cubicBezTo>
                            <a:pt x="68199" y="4477"/>
                            <a:pt x="66104" y="9811"/>
                            <a:pt x="62389" y="15907"/>
                          </a:cubicBezTo>
                          <a:cubicBezTo>
                            <a:pt x="58674" y="21907"/>
                            <a:pt x="52674" y="27242"/>
                            <a:pt x="46101" y="33242"/>
                          </a:cubicBezTo>
                          <a:cubicBezTo>
                            <a:pt x="42767" y="36386"/>
                            <a:pt x="39148" y="38862"/>
                            <a:pt x="35243" y="41148"/>
                          </a:cubicBezTo>
                          <a:cubicBezTo>
                            <a:pt x="31433" y="43529"/>
                            <a:pt x="27432" y="45815"/>
                            <a:pt x="23432" y="48101"/>
                          </a:cubicBezTo>
                          <a:cubicBezTo>
                            <a:pt x="15431" y="52673"/>
                            <a:pt x="7239" y="55150"/>
                            <a:pt x="0" y="58103"/>
                          </a:cubicBezTo>
                          <a:cubicBezTo>
                            <a:pt x="7906" y="54959"/>
                            <a:pt x="15621" y="52197"/>
                            <a:pt x="22860" y="47625"/>
                          </a:cubicBezTo>
                          <a:cubicBezTo>
                            <a:pt x="30099" y="42958"/>
                            <a:pt x="36957" y="38671"/>
                            <a:pt x="42958" y="33242"/>
                          </a:cubicBezTo>
                          <a:cubicBezTo>
                            <a:pt x="48863" y="27622"/>
                            <a:pt x="54007" y="22003"/>
                            <a:pt x="58484" y="16764"/>
                          </a:cubicBezTo>
                          <a:cubicBezTo>
                            <a:pt x="62579" y="10859"/>
                            <a:pt x="65818" y="5048"/>
                            <a:pt x="6839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9" name="Forme libre : forme 12928">
                      <a:extLst>
                        <a:ext uri="{FF2B5EF4-FFF2-40B4-BE49-F238E27FC236}">
                          <a16:creationId xmlns:a16="http://schemas.microsoft.com/office/drawing/2014/main" id="{546B1D90-6B8E-4B1E-804C-650D43C0EE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5144" y="2524230"/>
                      <a:ext cx="85534" cy="2658"/>
                    </a:xfrm>
                    <a:custGeom>
                      <a:avLst/>
                      <a:gdLst>
                        <a:gd name="connsiteX0" fmla="*/ 85534 w 85534"/>
                        <a:gd name="connsiteY0" fmla="*/ 2656 h 2658"/>
                        <a:gd name="connsiteX1" fmla="*/ 0 w 85534"/>
                        <a:gd name="connsiteY1" fmla="*/ 2085 h 2658"/>
                        <a:gd name="connsiteX2" fmla="*/ 85534 w 85534"/>
                        <a:gd name="connsiteY2" fmla="*/ 2656 h 2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5534" h="2658">
                          <a:moveTo>
                            <a:pt x="85534" y="2656"/>
                          </a:moveTo>
                          <a:cubicBezTo>
                            <a:pt x="55054" y="-1535"/>
                            <a:pt x="24955" y="-11"/>
                            <a:pt x="0" y="2085"/>
                          </a:cubicBezTo>
                          <a:cubicBezTo>
                            <a:pt x="22860" y="-582"/>
                            <a:pt x="59055" y="2752"/>
                            <a:pt x="85534" y="265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30" name="Forme libre : forme 12929">
                      <a:extLst>
                        <a:ext uri="{FF2B5EF4-FFF2-40B4-BE49-F238E27FC236}">
                          <a16:creationId xmlns:a16="http://schemas.microsoft.com/office/drawing/2014/main" id="{0CF3B0FB-9CB6-4D87-B2CC-598D765863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1059" y="2558498"/>
                      <a:ext cx="45076" cy="8012"/>
                    </a:xfrm>
                    <a:custGeom>
                      <a:avLst/>
                      <a:gdLst>
                        <a:gd name="connsiteX0" fmla="*/ 44868 w 45076"/>
                        <a:gd name="connsiteY0" fmla="*/ 3250 h 8012"/>
                        <a:gd name="connsiteX1" fmla="*/ 32962 w 45076"/>
                        <a:gd name="connsiteY1" fmla="*/ 7441 h 8012"/>
                        <a:gd name="connsiteX2" fmla="*/ 18484 w 45076"/>
                        <a:gd name="connsiteY2" fmla="*/ 8013 h 8012"/>
                        <a:gd name="connsiteX3" fmla="*/ 482 w 45076"/>
                        <a:gd name="connsiteY3" fmla="*/ 2202 h 8012"/>
                        <a:gd name="connsiteX4" fmla="*/ 12102 w 45076"/>
                        <a:gd name="connsiteY4" fmla="*/ 11 h 8012"/>
                        <a:gd name="connsiteX5" fmla="*/ 25056 w 45076"/>
                        <a:gd name="connsiteY5" fmla="*/ 107 h 8012"/>
                        <a:gd name="connsiteX6" fmla="*/ 37724 w 45076"/>
                        <a:gd name="connsiteY6" fmla="*/ 583 h 8012"/>
                        <a:gd name="connsiteX7" fmla="*/ 44868 w 45076"/>
                        <a:gd name="connsiteY7" fmla="*/ 3250 h 8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076" h="8012">
                          <a:moveTo>
                            <a:pt x="44868" y="3250"/>
                          </a:moveTo>
                          <a:cubicBezTo>
                            <a:pt x="43725" y="5060"/>
                            <a:pt x="38677" y="7155"/>
                            <a:pt x="32962" y="7441"/>
                          </a:cubicBezTo>
                          <a:cubicBezTo>
                            <a:pt x="27342" y="7917"/>
                            <a:pt x="21246" y="7917"/>
                            <a:pt x="18484" y="8013"/>
                          </a:cubicBezTo>
                          <a:cubicBezTo>
                            <a:pt x="12864" y="8013"/>
                            <a:pt x="-2947" y="5727"/>
                            <a:pt x="482" y="2202"/>
                          </a:cubicBezTo>
                          <a:cubicBezTo>
                            <a:pt x="2196" y="393"/>
                            <a:pt x="7054" y="-84"/>
                            <a:pt x="12102" y="11"/>
                          </a:cubicBezTo>
                          <a:cubicBezTo>
                            <a:pt x="17150" y="202"/>
                            <a:pt x="22484" y="-84"/>
                            <a:pt x="25056" y="107"/>
                          </a:cubicBezTo>
                          <a:cubicBezTo>
                            <a:pt x="27628" y="107"/>
                            <a:pt x="33152" y="393"/>
                            <a:pt x="37724" y="583"/>
                          </a:cubicBezTo>
                          <a:cubicBezTo>
                            <a:pt x="42296" y="678"/>
                            <a:pt x="46011" y="1250"/>
                            <a:pt x="44868" y="325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31" name="Forme libre : forme 12930">
                      <a:extLst>
                        <a:ext uri="{FF2B5EF4-FFF2-40B4-BE49-F238E27FC236}">
                          <a16:creationId xmlns:a16="http://schemas.microsoft.com/office/drawing/2014/main" id="{B0C0EAE8-5D08-4E4D-9869-61ADFC3F1B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0059" y="2558739"/>
                      <a:ext cx="12628" cy="3992"/>
                    </a:xfrm>
                    <a:custGeom>
                      <a:avLst/>
                      <a:gdLst>
                        <a:gd name="connsiteX0" fmla="*/ 12536 w 12628"/>
                        <a:gd name="connsiteY0" fmla="*/ 723 h 3992"/>
                        <a:gd name="connsiteX1" fmla="*/ 7106 w 12628"/>
                        <a:gd name="connsiteY1" fmla="*/ 3485 h 3992"/>
                        <a:gd name="connsiteX2" fmla="*/ 58 w 12628"/>
                        <a:gd name="connsiteY2" fmla="*/ 3199 h 3992"/>
                        <a:gd name="connsiteX3" fmla="*/ 5392 w 12628"/>
                        <a:gd name="connsiteY3" fmla="*/ 437 h 3992"/>
                        <a:gd name="connsiteX4" fmla="*/ 12536 w 12628"/>
                        <a:gd name="connsiteY4" fmla="*/ 723 h 39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28" h="3992">
                          <a:moveTo>
                            <a:pt x="12536" y="723"/>
                          </a:moveTo>
                          <a:cubicBezTo>
                            <a:pt x="13298" y="1961"/>
                            <a:pt x="9202" y="3104"/>
                            <a:pt x="7106" y="3485"/>
                          </a:cubicBezTo>
                          <a:cubicBezTo>
                            <a:pt x="5011" y="3866"/>
                            <a:pt x="629" y="4533"/>
                            <a:pt x="58" y="3199"/>
                          </a:cubicBezTo>
                          <a:cubicBezTo>
                            <a:pt x="-514" y="1866"/>
                            <a:pt x="3296" y="914"/>
                            <a:pt x="5392" y="437"/>
                          </a:cubicBezTo>
                          <a:cubicBezTo>
                            <a:pt x="7392" y="151"/>
                            <a:pt x="11774" y="-515"/>
                            <a:pt x="12536" y="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32" name="Forme libre : forme 12931">
                      <a:extLst>
                        <a:ext uri="{FF2B5EF4-FFF2-40B4-BE49-F238E27FC236}">
                          <a16:creationId xmlns:a16="http://schemas.microsoft.com/office/drawing/2014/main" id="{6A890CF1-01A6-45E2-9343-D45A2E6C46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1396" y="2533836"/>
                      <a:ext cx="106345" cy="16863"/>
                    </a:xfrm>
                    <a:custGeom>
                      <a:avLst/>
                      <a:gdLst>
                        <a:gd name="connsiteX0" fmla="*/ 75011 w 106345"/>
                        <a:gd name="connsiteY0" fmla="*/ 3242 h 16863"/>
                        <a:gd name="connsiteX1" fmla="*/ 90727 w 106345"/>
                        <a:gd name="connsiteY1" fmla="*/ 2956 h 16863"/>
                        <a:gd name="connsiteX2" fmla="*/ 104539 w 106345"/>
                        <a:gd name="connsiteY2" fmla="*/ 3719 h 16863"/>
                        <a:gd name="connsiteX3" fmla="*/ 101205 w 106345"/>
                        <a:gd name="connsiteY3" fmla="*/ 13053 h 16863"/>
                        <a:gd name="connsiteX4" fmla="*/ 87394 w 106345"/>
                        <a:gd name="connsiteY4" fmla="*/ 16292 h 16863"/>
                        <a:gd name="connsiteX5" fmla="*/ 77583 w 106345"/>
                        <a:gd name="connsiteY5" fmla="*/ 16863 h 16863"/>
                        <a:gd name="connsiteX6" fmla="*/ 67486 w 106345"/>
                        <a:gd name="connsiteY6" fmla="*/ 16768 h 16863"/>
                        <a:gd name="connsiteX7" fmla="*/ 46912 w 106345"/>
                        <a:gd name="connsiteY7" fmla="*/ 16196 h 16863"/>
                        <a:gd name="connsiteX8" fmla="*/ 34911 w 106345"/>
                        <a:gd name="connsiteY8" fmla="*/ 16292 h 16863"/>
                        <a:gd name="connsiteX9" fmla="*/ 17480 w 106345"/>
                        <a:gd name="connsiteY9" fmla="*/ 14672 h 16863"/>
                        <a:gd name="connsiteX10" fmla="*/ 1002 w 106345"/>
                        <a:gd name="connsiteY10" fmla="*/ 5528 h 16863"/>
                        <a:gd name="connsiteX11" fmla="*/ 24814 w 106345"/>
                        <a:gd name="connsiteY11" fmla="*/ 480 h 16863"/>
                        <a:gd name="connsiteX12" fmla="*/ 32339 w 106345"/>
                        <a:gd name="connsiteY12" fmla="*/ 480 h 16863"/>
                        <a:gd name="connsiteX13" fmla="*/ 39293 w 106345"/>
                        <a:gd name="connsiteY13" fmla="*/ 99 h 16863"/>
                        <a:gd name="connsiteX14" fmla="*/ 50437 w 106345"/>
                        <a:gd name="connsiteY14" fmla="*/ 289 h 16863"/>
                        <a:gd name="connsiteX15" fmla="*/ 75011 w 106345"/>
                        <a:gd name="connsiteY15" fmla="*/ 3242 h 16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06345" h="16863">
                          <a:moveTo>
                            <a:pt x="75011" y="3242"/>
                          </a:moveTo>
                          <a:cubicBezTo>
                            <a:pt x="80631" y="3052"/>
                            <a:pt x="85774" y="2766"/>
                            <a:pt x="90727" y="2956"/>
                          </a:cubicBezTo>
                          <a:cubicBezTo>
                            <a:pt x="95680" y="3147"/>
                            <a:pt x="99776" y="2766"/>
                            <a:pt x="104539" y="3719"/>
                          </a:cubicBezTo>
                          <a:cubicBezTo>
                            <a:pt x="108063" y="4290"/>
                            <a:pt x="106158" y="9529"/>
                            <a:pt x="101205" y="13053"/>
                          </a:cubicBezTo>
                          <a:cubicBezTo>
                            <a:pt x="96061" y="16292"/>
                            <a:pt x="91680" y="16006"/>
                            <a:pt x="87394" y="16292"/>
                          </a:cubicBezTo>
                          <a:cubicBezTo>
                            <a:pt x="84060" y="16387"/>
                            <a:pt x="80821" y="16577"/>
                            <a:pt x="77583" y="16863"/>
                          </a:cubicBezTo>
                          <a:cubicBezTo>
                            <a:pt x="74154" y="16768"/>
                            <a:pt x="70820" y="16768"/>
                            <a:pt x="67486" y="16768"/>
                          </a:cubicBezTo>
                          <a:cubicBezTo>
                            <a:pt x="60724" y="16768"/>
                            <a:pt x="54152" y="17149"/>
                            <a:pt x="46912" y="16196"/>
                          </a:cubicBezTo>
                          <a:cubicBezTo>
                            <a:pt x="44722" y="16006"/>
                            <a:pt x="40150" y="16101"/>
                            <a:pt x="34911" y="16292"/>
                          </a:cubicBezTo>
                          <a:cubicBezTo>
                            <a:pt x="29482" y="15911"/>
                            <a:pt x="23195" y="15339"/>
                            <a:pt x="17480" y="14672"/>
                          </a:cubicBezTo>
                          <a:cubicBezTo>
                            <a:pt x="5955" y="12672"/>
                            <a:pt x="-3094" y="9243"/>
                            <a:pt x="1002" y="5528"/>
                          </a:cubicBezTo>
                          <a:cubicBezTo>
                            <a:pt x="5002" y="1623"/>
                            <a:pt x="14908" y="1242"/>
                            <a:pt x="24814" y="480"/>
                          </a:cubicBezTo>
                          <a:cubicBezTo>
                            <a:pt x="27291" y="385"/>
                            <a:pt x="29863" y="385"/>
                            <a:pt x="32339" y="480"/>
                          </a:cubicBezTo>
                          <a:cubicBezTo>
                            <a:pt x="34720" y="289"/>
                            <a:pt x="37102" y="194"/>
                            <a:pt x="39293" y="99"/>
                          </a:cubicBezTo>
                          <a:cubicBezTo>
                            <a:pt x="43769" y="-91"/>
                            <a:pt x="47770" y="4"/>
                            <a:pt x="50437" y="289"/>
                          </a:cubicBezTo>
                          <a:cubicBezTo>
                            <a:pt x="60724" y="-282"/>
                            <a:pt x="66439" y="3338"/>
                            <a:pt x="75011" y="324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65" name="Graphique 1">
                    <a:extLst>
                      <a:ext uri="{FF2B5EF4-FFF2-40B4-BE49-F238E27FC236}">
                        <a16:creationId xmlns:a16="http://schemas.microsoft.com/office/drawing/2014/main" id="{880D2AC2-79B5-4222-8A13-8D870497D0C9}"/>
                      </a:ext>
                    </a:extLst>
                  </p:cNvPr>
                  <p:cNvGrpSpPr/>
                  <p:nvPr/>
                </p:nvGrpSpPr>
                <p:grpSpPr>
                  <a:xfrm>
                    <a:off x="3146723" y="2448196"/>
                    <a:ext cx="3065191" cy="142711"/>
                    <a:chOff x="3146723" y="2448196"/>
                    <a:chExt cx="3065191" cy="142711"/>
                  </a:xfrm>
                  <a:solidFill>
                    <a:schemeClr val="accent1"/>
                  </a:solidFill>
                </p:grpSpPr>
                <p:grpSp>
                  <p:nvGrpSpPr>
                    <p:cNvPr id="12726" name="Graphique 1">
                      <a:extLst>
                        <a:ext uri="{FF2B5EF4-FFF2-40B4-BE49-F238E27FC236}">
                          <a16:creationId xmlns:a16="http://schemas.microsoft.com/office/drawing/2014/main" id="{EC2B7BF1-7473-4DE6-B10F-8F512EAB27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146723" y="2448196"/>
                      <a:ext cx="205976" cy="79273"/>
                      <a:chOff x="3146723" y="2448196"/>
                      <a:chExt cx="205976" cy="79273"/>
                    </a:xfrm>
                    <a:solidFill>
                      <a:schemeClr val="accent1"/>
                    </a:solidFill>
                  </p:grpSpPr>
                  <p:sp>
                    <p:nvSpPr>
                      <p:cNvPr id="12909" name="Forme libre : forme 12908">
                        <a:extLst>
                          <a:ext uri="{FF2B5EF4-FFF2-40B4-BE49-F238E27FC236}">
                            <a16:creationId xmlns:a16="http://schemas.microsoft.com/office/drawing/2014/main" id="{821549CF-D29A-4377-93E2-825E3C8C64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46723" y="2448196"/>
                        <a:ext cx="205976" cy="79273"/>
                      </a:xfrm>
                      <a:custGeom>
                        <a:avLst/>
                        <a:gdLst>
                          <a:gd name="connsiteX0" fmla="*/ 136834 w 205976"/>
                          <a:gd name="connsiteY0" fmla="*/ 79262 h 79273"/>
                          <a:gd name="connsiteX1" fmla="*/ 66826 w 205976"/>
                          <a:gd name="connsiteY1" fmla="*/ 75166 h 79273"/>
                          <a:gd name="connsiteX2" fmla="*/ 3199 w 205976"/>
                          <a:gd name="connsiteY2" fmla="*/ 41543 h 79273"/>
                          <a:gd name="connsiteX3" fmla="*/ 5961 w 205976"/>
                          <a:gd name="connsiteY3" fmla="*/ 20207 h 79273"/>
                          <a:gd name="connsiteX4" fmla="*/ 73779 w 205976"/>
                          <a:gd name="connsiteY4" fmla="*/ 14 h 79273"/>
                          <a:gd name="connsiteX5" fmla="*/ 137977 w 205976"/>
                          <a:gd name="connsiteY5" fmla="*/ 3824 h 79273"/>
                          <a:gd name="connsiteX6" fmla="*/ 200652 w 205976"/>
                          <a:gd name="connsiteY6" fmla="*/ 33923 h 79273"/>
                          <a:gd name="connsiteX7" fmla="*/ 202748 w 205976"/>
                          <a:gd name="connsiteY7" fmla="*/ 54973 h 79273"/>
                          <a:gd name="connsiteX8" fmla="*/ 136834 w 205976"/>
                          <a:gd name="connsiteY8" fmla="*/ 79262 h 792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05976" h="79273">
                            <a:moveTo>
                              <a:pt x="136834" y="79262"/>
                            </a:moveTo>
                            <a:cubicBezTo>
                              <a:pt x="120261" y="79452"/>
                              <a:pt x="84066" y="77357"/>
                              <a:pt x="66826" y="75166"/>
                            </a:cubicBezTo>
                            <a:cubicBezTo>
                              <a:pt x="34536" y="71070"/>
                              <a:pt x="18629" y="59069"/>
                              <a:pt x="3199" y="41543"/>
                            </a:cubicBezTo>
                            <a:cubicBezTo>
                              <a:pt x="-2135" y="35542"/>
                              <a:pt x="-516" y="24684"/>
                              <a:pt x="5961" y="20207"/>
                            </a:cubicBezTo>
                            <a:cubicBezTo>
                              <a:pt x="24630" y="7158"/>
                              <a:pt x="43871" y="-367"/>
                              <a:pt x="73779" y="14"/>
                            </a:cubicBezTo>
                            <a:cubicBezTo>
                              <a:pt x="89781" y="300"/>
                              <a:pt x="121690" y="2300"/>
                              <a:pt x="137977" y="3824"/>
                            </a:cubicBezTo>
                            <a:cubicBezTo>
                              <a:pt x="168553" y="6776"/>
                              <a:pt x="184459" y="18302"/>
                              <a:pt x="200652" y="33923"/>
                            </a:cubicBezTo>
                            <a:cubicBezTo>
                              <a:pt x="206272" y="39352"/>
                              <a:pt x="208177" y="49830"/>
                              <a:pt x="202748" y="54973"/>
                            </a:cubicBezTo>
                            <a:cubicBezTo>
                              <a:pt x="187031" y="70023"/>
                              <a:pt x="167886" y="78976"/>
                              <a:pt x="136834" y="7926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10" name="Forme libre : forme 12909">
                        <a:extLst>
                          <a:ext uri="{FF2B5EF4-FFF2-40B4-BE49-F238E27FC236}">
                            <a16:creationId xmlns:a16="http://schemas.microsoft.com/office/drawing/2014/main" id="{EB2A91AF-0BD7-4865-BCF5-59084F4DF5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46778" y="2480595"/>
                        <a:ext cx="202882" cy="46672"/>
                      </a:xfrm>
                      <a:custGeom>
                        <a:avLst/>
                        <a:gdLst>
                          <a:gd name="connsiteX0" fmla="*/ 79343 w 202882"/>
                          <a:gd name="connsiteY0" fmla="*/ 16574 h 46672"/>
                          <a:gd name="connsiteX1" fmla="*/ 0 w 202882"/>
                          <a:gd name="connsiteY1" fmla="*/ 0 h 46672"/>
                          <a:gd name="connsiteX2" fmla="*/ 3143 w 202882"/>
                          <a:gd name="connsiteY2" fmla="*/ 9049 h 46672"/>
                          <a:gd name="connsiteX3" fmla="*/ 11239 w 202882"/>
                          <a:gd name="connsiteY3" fmla="*/ 17621 h 46672"/>
                          <a:gd name="connsiteX4" fmla="*/ 39910 w 202882"/>
                          <a:gd name="connsiteY4" fmla="*/ 36195 h 46672"/>
                          <a:gd name="connsiteX5" fmla="*/ 66770 w 202882"/>
                          <a:gd name="connsiteY5" fmla="*/ 42672 h 46672"/>
                          <a:gd name="connsiteX6" fmla="*/ 78010 w 202882"/>
                          <a:gd name="connsiteY6" fmla="*/ 43815 h 46672"/>
                          <a:gd name="connsiteX7" fmla="*/ 131540 w 202882"/>
                          <a:gd name="connsiteY7" fmla="*/ 46672 h 46672"/>
                          <a:gd name="connsiteX8" fmla="*/ 136684 w 202882"/>
                          <a:gd name="connsiteY8" fmla="*/ 46672 h 46672"/>
                          <a:gd name="connsiteX9" fmla="*/ 165640 w 202882"/>
                          <a:gd name="connsiteY9" fmla="*/ 43148 h 46672"/>
                          <a:gd name="connsiteX10" fmla="*/ 194881 w 202882"/>
                          <a:gd name="connsiteY10" fmla="*/ 29051 h 46672"/>
                          <a:gd name="connsiteX11" fmla="*/ 202692 w 202882"/>
                          <a:gd name="connsiteY11" fmla="*/ 22479 h 46672"/>
                          <a:gd name="connsiteX12" fmla="*/ 202882 w 202882"/>
                          <a:gd name="connsiteY12" fmla="*/ 22193 h 46672"/>
                          <a:gd name="connsiteX13" fmla="*/ 79343 w 202882"/>
                          <a:gd name="connsiteY13" fmla="*/ 16574 h 466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2882" h="46672">
                            <a:moveTo>
                              <a:pt x="79343" y="16574"/>
                            </a:moveTo>
                            <a:cubicBezTo>
                              <a:pt x="51149" y="16288"/>
                              <a:pt x="20764" y="13049"/>
                              <a:pt x="0" y="0"/>
                            </a:cubicBezTo>
                            <a:cubicBezTo>
                              <a:pt x="0" y="3334"/>
                              <a:pt x="953" y="6572"/>
                              <a:pt x="3143" y="9049"/>
                            </a:cubicBezTo>
                            <a:cubicBezTo>
                              <a:pt x="5810" y="12097"/>
                              <a:pt x="8477" y="14859"/>
                              <a:pt x="11239" y="17621"/>
                            </a:cubicBezTo>
                            <a:cubicBezTo>
                              <a:pt x="19240" y="25241"/>
                              <a:pt x="28194" y="31718"/>
                              <a:pt x="39910" y="36195"/>
                            </a:cubicBezTo>
                            <a:cubicBezTo>
                              <a:pt x="47530" y="39148"/>
                              <a:pt x="56293" y="41338"/>
                              <a:pt x="66770" y="42672"/>
                            </a:cubicBezTo>
                            <a:cubicBezTo>
                              <a:pt x="70009" y="43053"/>
                              <a:pt x="73819" y="43434"/>
                              <a:pt x="78010" y="43815"/>
                            </a:cubicBezTo>
                            <a:cubicBezTo>
                              <a:pt x="94583" y="45244"/>
                              <a:pt x="117157" y="46482"/>
                              <a:pt x="131540" y="46672"/>
                            </a:cubicBezTo>
                            <a:cubicBezTo>
                              <a:pt x="133350" y="46672"/>
                              <a:pt x="135160" y="46672"/>
                              <a:pt x="136684" y="46672"/>
                            </a:cubicBezTo>
                            <a:cubicBezTo>
                              <a:pt x="147733" y="46577"/>
                              <a:pt x="157258" y="45339"/>
                              <a:pt x="165640" y="43148"/>
                            </a:cubicBezTo>
                            <a:cubicBezTo>
                              <a:pt x="177070" y="40005"/>
                              <a:pt x="186499" y="35147"/>
                              <a:pt x="194881" y="29051"/>
                            </a:cubicBezTo>
                            <a:cubicBezTo>
                              <a:pt x="197548" y="26956"/>
                              <a:pt x="200120" y="24765"/>
                              <a:pt x="202692" y="22479"/>
                            </a:cubicBezTo>
                            <a:lnTo>
                              <a:pt x="202882" y="22193"/>
                            </a:lnTo>
                            <a:cubicBezTo>
                              <a:pt x="162020" y="20098"/>
                              <a:pt x="119729" y="17050"/>
                              <a:pt x="79343" y="1657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11" name="Forme libre : forme 12910">
                        <a:extLst>
                          <a:ext uri="{FF2B5EF4-FFF2-40B4-BE49-F238E27FC236}">
                            <a16:creationId xmlns:a16="http://schemas.microsoft.com/office/drawing/2014/main" id="{4D599497-F001-4FB0-90E2-A29E6652C7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8117" y="2477532"/>
                        <a:ext cx="95253" cy="25620"/>
                      </a:xfrm>
                      <a:custGeom>
                        <a:avLst/>
                        <a:gdLst>
                          <a:gd name="connsiteX0" fmla="*/ 95253 w 95253"/>
                          <a:gd name="connsiteY0" fmla="*/ 15541 h 25620"/>
                          <a:gd name="connsiteX1" fmla="*/ 44961 w 95253"/>
                          <a:gd name="connsiteY1" fmla="*/ 25447 h 25620"/>
                          <a:gd name="connsiteX2" fmla="*/ 3 w 95253"/>
                          <a:gd name="connsiteY2" fmla="*/ 9255 h 25620"/>
                          <a:gd name="connsiteX3" fmla="*/ 46104 w 95253"/>
                          <a:gd name="connsiteY3" fmla="*/ 682 h 25620"/>
                          <a:gd name="connsiteX4" fmla="*/ 95253 w 95253"/>
                          <a:gd name="connsiteY4" fmla="*/ 15541 h 256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253" h="25620">
                            <a:moveTo>
                              <a:pt x="95253" y="15541"/>
                            </a:moveTo>
                            <a:cubicBezTo>
                              <a:pt x="95158" y="25733"/>
                              <a:pt x="57629" y="26019"/>
                              <a:pt x="44961" y="25447"/>
                            </a:cubicBezTo>
                            <a:cubicBezTo>
                              <a:pt x="32293" y="24876"/>
                              <a:pt x="-378" y="20304"/>
                              <a:pt x="3" y="9255"/>
                            </a:cubicBezTo>
                            <a:cubicBezTo>
                              <a:pt x="384" y="-1699"/>
                              <a:pt x="34389" y="-365"/>
                              <a:pt x="46104" y="682"/>
                            </a:cubicBezTo>
                            <a:cubicBezTo>
                              <a:pt x="57820" y="1730"/>
                              <a:pt x="95349" y="5445"/>
                              <a:pt x="95253" y="1554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12" name="Forme libre : forme 12911">
                        <a:extLst>
                          <a:ext uri="{FF2B5EF4-FFF2-40B4-BE49-F238E27FC236}">
                            <a16:creationId xmlns:a16="http://schemas.microsoft.com/office/drawing/2014/main" id="{A6EE384A-8FC9-4609-940B-DDCA645869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7508" y="2478119"/>
                        <a:ext cx="66525" cy="25083"/>
                      </a:xfrm>
                      <a:custGeom>
                        <a:avLst/>
                        <a:gdLst>
                          <a:gd name="connsiteX0" fmla="*/ 21186 w 66525"/>
                          <a:gd name="connsiteY0" fmla="*/ 0 h 25083"/>
                          <a:gd name="connsiteX1" fmla="*/ 136 w 66525"/>
                          <a:gd name="connsiteY1" fmla="*/ 8667 h 25083"/>
                          <a:gd name="connsiteX2" fmla="*/ 46141 w 66525"/>
                          <a:gd name="connsiteY2" fmla="*/ 24955 h 25083"/>
                          <a:gd name="connsiteX3" fmla="*/ 66525 w 66525"/>
                          <a:gd name="connsiteY3" fmla="*/ 24384 h 25083"/>
                          <a:gd name="connsiteX4" fmla="*/ 55666 w 66525"/>
                          <a:gd name="connsiteY4" fmla="*/ 23050 h 25083"/>
                          <a:gd name="connsiteX5" fmla="*/ 21186 w 66525"/>
                          <a:gd name="connsiteY5" fmla="*/ 0 h 250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6525" h="25083">
                            <a:moveTo>
                              <a:pt x="21186" y="0"/>
                            </a:moveTo>
                            <a:cubicBezTo>
                              <a:pt x="15090" y="1524"/>
                              <a:pt x="-1674" y="1619"/>
                              <a:pt x="136" y="8667"/>
                            </a:cubicBezTo>
                            <a:cubicBezTo>
                              <a:pt x="2993" y="19907"/>
                              <a:pt x="30235" y="23908"/>
                              <a:pt x="46141" y="24955"/>
                            </a:cubicBezTo>
                            <a:cubicBezTo>
                              <a:pt x="50809" y="25241"/>
                              <a:pt x="61286" y="25051"/>
                              <a:pt x="66525" y="24384"/>
                            </a:cubicBezTo>
                            <a:cubicBezTo>
                              <a:pt x="63477" y="24098"/>
                              <a:pt x="58429" y="23908"/>
                              <a:pt x="55666" y="23050"/>
                            </a:cubicBezTo>
                            <a:cubicBezTo>
                              <a:pt x="39855" y="18669"/>
                              <a:pt x="21376" y="12097"/>
                              <a:pt x="21186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13" name="Forme libre : forme 12912">
                        <a:extLst>
                          <a:ext uri="{FF2B5EF4-FFF2-40B4-BE49-F238E27FC236}">
                            <a16:creationId xmlns:a16="http://schemas.microsoft.com/office/drawing/2014/main" id="{2AB21A29-66DE-4813-803D-6BA4779750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22878" y="2480743"/>
                        <a:ext cx="95728" cy="25523"/>
                      </a:xfrm>
                      <a:custGeom>
                        <a:avLst/>
                        <a:gdLst>
                          <a:gd name="connsiteX0" fmla="*/ 95540 w 95728"/>
                          <a:gd name="connsiteY0" fmla="*/ 15093 h 25523"/>
                          <a:gd name="connsiteX1" fmla="*/ 44582 w 95728"/>
                          <a:gd name="connsiteY1" fmla="*/ 25475 h 25523"/>
                          <a:gd name="connsiteX2" fmla="*/ 5 w 95728"/>
                          <a:gd name="connsiteY2" fmla="*/ 9187 h 25523"/>
                          <a:gd name="connsiteX3" fmla="*/ 45915 w 95728"/>
                          <a:gd name="connsiteY3" fmla="*/ 615 h 25523"/>
                          <a:gd name="connsiteX4" fmla="*/ 95540 w 95728"/>
                          <a:gd name="connsiteY4" fmla="*/ 15093 h 255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728" h="25523">
                            <a:moveTo>
                              <a:pt x="95540" y="15093"/>
                            </a:moveTo>
                            <a:cubicBezTo>
                              <a:pt x="92207" y="25094"/>
                              <a:pt x="58203" y="25761"/>
                              <a:pt x="44582" y="25475"/>
                            </a:cubicBezTo>
                            <a:cubicBezTo>
                              <a:pt x="30961" y="25189"/>
                              <a:pt x="481" y="20522"/>
                              <a:pt x="5" y="9187"/>
                            </a:cubicBezTo>
                            <a:cubicBezTo>
                              <a:pt x="-471" y="-2052"/>
                              <a:pt x="34962" y="-147"/>
                              <a:pt x="45915" y="615"/>
                            </a:cubicBezTo>
                            <a:cubicBezTo>
                              <a:pt x="56869" y="1377"/>
                              <a:pt x="98874" y="5092"/>
                              <a:pt x="95540" y="1509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14" name="Forme libre : forme 12913">
                        <a:extLst>
                          <a:ext uri="{FF2B5EF4-FFF2-40B4-BE49-F238E27FC236}">
                            <a16:creationId xmlns:a16="http://schemas.microsoft.com/office/drawing/2014/main" id="{AE0670AD-4EFF-4A88-9929-0567B2AF7D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73300" y="2465624"/>
                        <a:ext cx="117627" cy="53828"/>
                      </a:xfrm>
                      <a:custGeom>
                        <a:avLst/>
                        <a:gdLst>
                          <a:gd name="connsiteX0" fmla="*/ 433 w 117627"/>
                          <a:gd name="connsiteY0" fmla="*/ 18591 h 53828"/>
                          <a:gd name="connsiteX1" fmla="*/ 11482 w 117627"/>
                          <a:gd name="connsiteY1" fmla="*/ 31735 h 53828"/>
                          <a:gd name="connsiteX2" fmla="*/ 53964 w 117627"/>
                          <a:gd name="connsiteY2" fmla="*/ 51261 h 53828"/>
                          <a:gd name="connsiteX3" fmla="*/ 100351 w 117627"/>
                          <a:gd name="connsiteY3" fmla="*/ 51738 h 53828"/>
                          <a:gd name="connsiteX4" fmla="*/ 117305 w 117627"/>
                          <a:gd name="connsiteY4" fmla="*/ 38879 h 53828"/>
                          <a:gd name="connsiteX5" fmla="*/ 102827 w 117627"/>
                          <a:gd name="connsiteY5" fmla="*/ 32307 h 53828"/>
                          <a:gd name="connsiteX6" fmla="*/ 63298 w 117627"/>
                          <a:gd name="connsiteY6" fmla="*/ 15828 h 53828"/>
                          <a:gd name="connsiteX7" fmla="*/ 23674 w 117627"/>
                          <a:gd name="connsiteY7" fmla="*/ 17 h 53828"/>
                          <a:gd name="connsiteX8" fmla="*/ 433 w 117627"/>
                          <a:gd name="connsiteY8" fmla="*/ 18591 h 538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7627" h="53828">
                            <a:moveTo>
                              <a:pt x="433" y="18591"/>
                            </a:moveTo>
                            <a:cubicBezTo>
                              <a:pt x="2433" y="25068"/>
                              <a:pt x="4720" y="27163"/>
                              <a:pt x="11482" y="31735"/>
                            </a:cubicBezTo>
                            <a:cubicBezTo>
                              <a:pt x="24532" y="40308"/>
                              <a:pt x="35390" y="47356"/>
                              <a:pt x="53964" y="51261"/>
                            </a:cubicBezTo>
                            <a:cubicBezTo>
                              <a:pt x="69394" y="54500"/>
                              <a:pt x="87111" y="54691"/>
                              <a:pt x="100351" y="51738"/>
                            </a:cubicBezTo>
                            <a:cubicBezTo>
                              <a:pt x="110161" y="49547"/>
                              <a:pt x="119496" y="45070"/>
                              <a:pt x="117305" y="38879"/>
                            </a:cubicBezTo>
                            <a:cubicBezTo>
                              <a:pt x="115972" y="35069"/>
                              <a:pt x="108542" y="34307"/>
                              <a:pt x="102827" y="32307"/>
                            </a:cubicBezTo>
                            <a:cubicBezTo>
                              <a:pt x="89206" y="27544"/>
                              <a:pt x="76157" y="23449"/>
                              <a:pt x="63298" y="15828"/>
                            </a:cubicBezTo>
                            <a:cubicBezTo>
                              <a:pt x="52345" y="9256"/>
                              <a:pt x="40819" y="-459"/>
                              <a:pt x="23674" y="17"/>
                            </a:cubicBezTo>
                            <a:cubicBezTo>
                              <a:pt x="8434" y="398"/>
                              <a:pt x="-2329" y="9637"/>
                              <a:pt x="433" y="1859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15" name="Forme libre : forme 12914">
                        <a:extLst>
                          <a:ext uri="{FF2B5EF4-FFF2-40B4-BE49-F238E27FC236}">
                            <a16:creationId xmlns:a16="http://schemas.microsoft.com/office/drawing/2014/main" id="{E30735DB-2E8E-45B9-82FF-DD693F96AF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97571" y="2467448"/>
                        <a:ext cx="39235" cy="10765"/>
                      </a:xfrm>
                      <a:custGeom>
                        <a:avLst/>
                        <a:gdLst>
                          <a:gd name="connsiteX0" fmla="*/ 3976 w 39235"/>
                          <a:gd name="connsiteY0" fmla="*/ 5241 h 10765"/>
                          <a:gd name="connsiteX1" fmla="*/ 166 w 39235"/>
                          <a:gd name="connsiteY1" fmla="*/ 7527 h 10765"/>
                          <a:gd name="connsiteX2" fmla="*/ 2833 w 39235"/>
                          <a:gd name="connsiteY2" fmla="*/ 10099 h 10765"/>
                          <a:gd name="connsiteX3" fmla="*/ 9882 w 39235"/>
                          <a:gd name="connsiteY3" fmla="*/ 10766 h 10765"/>
                          <a:gd name="connsiteX4" fmla="*/ 27408 w 39235"/>
                          <a:gd name="connsiteY4" fmla="*/ 9813 h 10765"/>
                          <a:gd name="connsiteX5" fmla="*/ 33694 w 39235"/>
                          <a:gd name="connsiteY5" fmla="*/ 8670 h 10765"/>
                          <a:gd name="connsiteX6" fmla="*/ 30551 w 39235"/>
                          <a:gd name="connsiteY6" fmla="*/ 2 h 10765"/>
                          <a:gd name="connsiteX7" fmla="*/ 3976 w 39235"/>
                          <a:gd name="connsiteY7" fmla="*/ 5241 h 10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235" h="10765">
                            <a:moveTo>
                              <a:pt x="3976" y="5241"/>
                            </a:moveTo>
                            <a:cubicBezTo>
                              <a:pt x="2167" y="5908"/>
                              <a:pt x="833" y="6384"/>
                              <a:pt x="166" y="7527"/>
                            </a:cubicBezTo>
                            <a:cubicBezTo>
                              <a:pt x="-500" y="8670"/>
                              <a:pt x="928" y="9623"/>
                              <a:pt x="2833" y="10099"/>
                            </a:cubicBezTo>
                            <a:cubicBezTo>
                              <a:pt x="4738" y="10671"/>
                              <a:pt x="7691" y="10766"/>
                              <a:pt x="9882" y="10766"/>
                            </a:cubicBezTo>
                            <a:cubicBezTo>
                              <a:pt x="15692" y="10671"/>
                              <a:pt x="21788" y="10480"/>
                              <a:pt x="27408" y="9813"/>
                            </a:cubicBezTo>
                            <a:cubicBezTo>
                              <a:pt x="29694" y="9527"/>
                              <a:pt x="31884" y="9337"/>
                              <a:pt x="33694" y="8670"/>
                            </a:cubicBezTo>
                            <a:cubicBezTo>
                              <a:pt x="41409" y="5813"/>
                              <a:pt x="41695" y="98"/>
                              <a:pt x="30551" y="2"/>
                            </a:cubicBezTo>
                            <a:cubicBezTo>
                              <a:pt x="21883" y="-93"/>
                              <a:pt x="11501" y="2574"/>
                              <a:pt x="3976" y="524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16" name="Forme libre : forme 12915">
                        <a:extLst>
                          <a:ext uri="{FF2B5EF4-FFF2-40B4-BE49-F238E27FC236}">
                            <a16:creationId xmlns:a16="http://schemas.microsoft.com/office/drawing/2014/main" id="{16DA8ACE-41CE-4823-8EB5-1C24EAFB72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85938" y="2500312"/>
                        <a:ext cx="60864" cy="25622"/>
                      </a:xfrm>
                      <a:custGeom>
                        <a:avLst/>
                        <a:gdLst>
                          <a:gd name="connsiteX0" fmla="*/ 60865 w 60864"/>
                          <a:gd name="connsiteY0" fmla="*/ 0 h 25622"/>
                          <a:gd name="connsiteX1" fmla="*/ 0 w 60864"/>
                          <a:gd name="connsiteY1" fmla="*/ 25622 h 25622"/>
                          <a:gd name="connsiteX2" fmla="*/ 60865 w 60864"/>
                          <a:gd name="connsiteY2" fmla="*/ 0 h 256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0864" h="25622">
                            <a:moveTo>
                              <a:pt x="60865" y="0"/>
                            </a:moveTo>
                            <a:cubicBezTo>
                              <a:pt x="51911" y="13811"/>
                              <a:pt x="20098" y="21336"/>
                              <a:pt x="0" y="25622"/>
                            </a:cubicBezTo>
                            <a:cubicBezTo>
                              <a:pt x="21908" y="20955"/>
                              <a:pt x="45149" y="10096"/>
                              <a:pt x="6086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17" name="Forme libre : forme 12916">
                        <a:extLst>
                          <a:ext uri="{FF2B5EF4-FFF2-40B4-BE49-F238E27FC236}">
                            <a16:creationId xmlns:a16="http://schemas.microsoft.com/office/drawing/2014/main" id="{5774211F-6C74-4F0F-A516-637B54A9AF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53922" y="2450781"/>
                        <a:ext cx="68770" cy="19622"/>
                      </a:xfrm>
                      <a:custGeom>
                        <a:avLst/>
                        <a:gdLst>
                          <a:gd name="connsiteX0" fmla="*/ 68771 w 68770"/>
                          <a:gd name="connsiteY0" fmla="*/ 1 h 19622"/>
                          <a:gd name="connsiteX1" fmla="*/ 0 w 68770"/>
                          <a:gd name="connsiteY1" fmla="*/ 19622 h 19622"/>
                          <a:gd name="connsiteX2" fmla="*/ 68771 w 68770"/>
                          <a:gd name="connsiteY2" fmla="*/ 1 h 196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770" h="19622">
                            <a:moveTo>
                              <a:pt x="68771" y="1"/>
                            </a:moveTo>
                            <a:cubicBezTo>
                              <a:pt x="42291" y="-94"/>
                              <a:pt x="18383" y="9240"/>
                              <a:pt x="0" y="19622"/>
                            </a:cubicBezTo>
                            <a:cubicBezTo>
                              <a:pt x="16573" y="9050"/>
                              <a:pt x="46101" y="3144"/>
                              <a:pt x="68771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18" name="Forme libre : forme 12917">
                        <a:extLst>
                          <a:ext uri="{FF2B5EF4-FFF2-40B4-BE49-F238E27FC236}">
                            <a16:creationId xmlns:a16="http://schemas.microsoft.com/office/drawing/2014/main" id="{405DF669-86AF-47A3-9F49-0B49E9DC3B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56767" y="2480689"/>
                        <a:ext cx="35190" cy="9958"/>
                      </a:xfrm>
                      <a:custGeom>
                        <a:avLst/>
                        <a:gdLst>
                          <a:gd name="connsiteX0" fmla="*/ 34886 w 35190"/>
                          <a:gd name="connsiteY0" fmla="*/ 8193 h 9958"/>
                          <a:gd name="connsiteX1" fmla="*/ 14026 w 35190"/>
                          <a:gd name="connsiteY1" fmla="*/ 8574 h 9958"/>
                          <a:gd name="connsiteX2" fmla="*/ 406 w 35190"/>
                          <a:gd name="connsiteY2" fmla="*/ 1811 h 9958"/>
                          <a:gd name="connsiteX3" fmla="*/ 20027 w 35190"/>
                          <a:gd name="connsiteY3" fmla="*/ 1620 h 9958"/>
                          <a:gd name="connsiteX4" fmla="*/ 34886 w 35190"/>
                          <a:gd name="connsiteY4" fmla="*/ 8193 h 99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190" h="9958">
                            <a:moveTo>
                              <a:pt x="34886" y="8193"/>
                            </a:moveTo>
                            <a:cubicBezTo>
                              <a:pt x="32409" y="11526"/>
                              <a:pt x="18313" y="9240"/>
                              <a:pt x="14026" y="8574"/>
                            </a:cubicBezTo>
                            <a:cubicBezTo>
                              <a:pt x="9740" y="7907"/>
                              <a:pt x="-2357" y="5335"/>
                              <a:pt x="406" y="1811"/>
                            </a:cubicBezTo>
                            <a:cubicBezTo>
                              <a:pt x="3263" y="-1713"/>
                              <a:pt x="16026" y="858"/>
                              <a:pt x="20027" y="1620"/>
                            </a:cubicBezTo>
                            <a:cubicBezTo>
                              <a:pt x="24028" y="2382"/>
                              <a:pt x="37363" y="4764"/>
                              <a:pt x="34886" y="819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19" name="Forme libre : forme 12918">
                        <a:extLst>
                          <a:ext uri="{FF2B5EF4-FFF2-40B4-BE49-F238E27FC236}">
                            <a16:creationId xmlns:a16="http://schemas.microsoft.com/office/drawing/2014/main" id="{B367C3B6-44D3-4D8C-96E9-F878121B78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87168" y="2486284"/>
                        <a:ext cx="10026" cy="3386"/>
                      </a:xfrm>
                      <a:custGeom>
                        <a:avLst/>
                        <a:gdLst>
                          <a:gd name="connsiteX0" fmla="*/ 10010 w 10026"/>
                          <a:gd name="connsiteY0" fmla="*/ 1932 h 3386"/>
                          <a:gd name="connsiteX1" fmla="*/ 5342 w 10026"/>
                          <a:gd name="connsiteY1" fmla="*/ 3360 h 3386"/>
                          <a:gd name="connsiteX2" fmla="*/ 9 w 10026"/>
                          <a:gd name="connsiteY2" fmla="*/ 1455 h 3386"/>
                          <a:gd name="connsiteX3" fmla="*/ 4581 w 10026"/>
                          <a:gd name="connsiteY3" fmla="*/ 26 h 3386"/>
                          <a:gd name="connsiteX4" fmla="*/ 10010 w 10026"/>
                          <a:gd name="connsiteY4" fmla="*/ 1932 h 33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26" h="3386">
                            <a:moveTo>
                              <a:pt x="10010" y="1932"/>
                            </a:moveTo>
                            <a:cubicBezTo>
                              <a:pt x="10296" y="3360"/>
                              <a:pt x="6962" y="3456"/>
                              <a:pt x="5342" y="3360"/>
                            </a:cubicBezTo>
                            <a:cubicBezTo>
                              <a:pt x="3628" y="3265"/>
                              <a:pt x="294" y="2789"/>
                              <a:pt x="9" y="1455"/>
                            </a:cubicBezTo>
                            <a:cubicBezTo>
                              <a:pt x="-182" y="26"/>
                              <a:pt x="2866" y="-69"/>
                              <a:pt x="4581" y="26"/>
                            </a:cubicBezTo>
                            <a:cubicBezTo>
                              <a:pt x="6295" y="122"/>
                              <a:pt x="9724" y="503"/>
                              <a:pt x="10010" y="193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20" name="Forme libre : forme 12919">
                        <a:extLst>
                          <a:ext uri="{FF2B5EF4-FFF2-40B4-BE49-F238E27FC236}">
                            <a16:creationId xmlns:a16="http://schemas.microsoft.com/office/drawing/2014/main" id="{8C3FDA7F-659A-4B37-8FD0-E548228271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57867" y="2457511"/>
                        <a:ext cx="85445" cy="39094"/>
                      </a:xfrm>
                      <a:custGeom>
                        <a:avLst/>
                        <a:gdLst>
                          <a:gd name="connsiteX0" fmla="*/ 64456 w 85445"/>
                          <a:gd name="connsiteY0" fmla="*/ 17750 h 39094"/>
                          <a:gd name="connsiteX1" fmla="*/ 84935 w 85445"/>
                          <a:gd name="connsiteY1" fmla="*/ 33657 h 39094"/>
                          <a:gd name="connsiteX2" fmla="*/ 78553 w 85445"/>
                          <a:gd name="connsiteY2" fmla="*/ 39086 h 39094"/>
                          <a:gd name="connsiteX3" fmla="*/ 68266 w 85445"/>
                          <a:gd name="connsiteY3" fmla="*/ 35086 h 39094"/>
                          <a:gd name="connsiteX4" fmla="*/ 38072 w 85445"/>
                          <a:gd name="connsiteY4" fmla="*/ 20322 h 39094"/>
                          <a:gd name="connsiteX5" fmla="*/ 924 w 85445"/>
                          <a:gd name="connsiteY5" fmla="*/ 3463 h 39094"/>
                          <a:gd name="connsiteX6" fmla="*/ 45121 w 85445"/>
                          <a:gd name="connsiteY6" fmla="*/ 5558 h 39094"/>
                          <a:gd name="connsiteX7" fmla="*/ 64456 w 85445"/>
                          <a:gd name="connsiteY7" fmla="*/ 17750 h 390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5445" h="39094">
                            <a:moveTo>
                              <a:pt x="64456" y="17750"/>
                            </a:moveTo>
                            <a:cubicBezTo>
                              <a:pt x="73410" y="22894"/>
                              <a:pt x="79887" y="26704"/>
                              <a:pt x="84935" y="33657"/>
                            </a:cubicBezTo>
                            <a:cubicBezTo>
                              <a:pt x="86840" y="36229"/>
                              <a:pt x="83125" y="39277"/>
                              <a:pt x="78553" y="39086"/>
                            </a:cubicBezTo>
                            <a:cubicBezTo>
                              <a:pt x="73981" y="38991"/>
                              <a:pt x="71219" y="36991"/>
                              <a:pt x="68266" y="35086"/>
                            </a:cubicBezTo>
                            <a:cubicBezTo>
                              <a:pt x="59122" y="29181"/>
                              <a:pt x="49216" y="24799"/>
                              <a:pt x="38072" y="20322"/>
                            </a:cubicBezTo>
                            <a:cubicBezTo>
                              <a:pt x="31119" y="17560"/>
                              <a:pt x="-6314" y="10702"/>
                              <a:pt x="924" y="3463"/>
                            </a:cubicBezTo>
                            <a:cubicBezTo>
                              <a:pt x="8068" y="-3776"/>
                              <a:pt x="35881" y="2034"/>
                              <a:pt x="45121" y="5558"/>
                            </a:cubicBezTo>
                            <a:cubicBezTo>
                              <a:pt x="54265" y="9273"/>
                              <a:pt x="57694" y="13845"/>
                              <a:pt x="64456" y="1775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27" name="Graphique 1">
                      <a:extLst>
                        <a:ext uri="{FF2B5EF4-FFF2-40B4-BE49-F238E27FC236}">
                          <a16:creationId xmlns:a16="http://schemas.microsoft.com/office/drawing/2014/main" id="{AF12251E-3990-408E-9D98-CFCBCE8B43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52785" y="2461641"/>
                      <a:ext cx="206204" cy="78354"/>
                      <a:chOff x="3352785" y="2461641"/>
                      <a:chExt cx="206204" cy="78354"/>
                    </a:xfrm>
                    <a:solidFill>
                      <a:schemeClr val="accent1"/>
                    </a:solidFill>
                  </p:grpSpPr>
                  <p:sp>
                    <p:nvSpPr>
                      <p:cNvPr id="12897" name="Forme libre : forme 12896">
                        <a:extLst>
                          <a:ext uri="{FF2B5EF4-FFF2-40B4-BE49-F238E27FC236}">
                            <a16:creationId xmlns:a16="http://schemas.microsoft.com/office/drawing/2014/main" id="{A89FD107-E7A0-4035-93D1-1A7F6E6417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52785" y="2461641"/>
                        <a:ext cx="206204" cy="78354"/>
                      </a:xfrm>
                      <a:custGeom>
                        <a:avLst/>
                        <a:gdLst>
                          <a:gd name="connsiteX0" fmla="*/ 137465 w 206204"/>
                          <a:gd name="connsiteY0" fmla="*/ 78296 h 78354"/>
                          <a:gd name="connsiteX1" fmla="*/ 67456 w 206204"/>
                          <a:gd name="connsiteY1" fmla="*/ 75247 h 78354"/>
                          <a:gd name="connsiteX2" fmla="*/ 3353 w 206204"/>
                          <a:gd name="connsiteY2" fmla="*/ 42672 h 78354"/>
                          <a:gd name="connsiteX3" fmla="*/ 5734 w 206204"/>
                          <a:gd name="connsiteY3" fmla="*/ 21241 h 78354"/>
                          <a:gd name="connsiteX4" fmla="*/ 73266 w 206204"/>
                          <a:gd name="connsiteY4" fmla="*/ 0 h 78354"/>
                          <a:gd name="connsiteX5" fmla="*/ 137560 w 206204"/>
                          <a:gd name="connsiteY5" fmla="*/ 2953 h 78354"/>
                          <a:gd name="connsiteX6" fmla="*/ 200711 w 206204"/>
                          <a:gd name="connsiteY6" fmla="*/ 32195 h 78354"/>
                          <a:gd name="connsiteX7" fmla="*/ 203092 w 206204"/>
                          <a:gd name="connsiteY7" fmla="*/ 53149 h 78354"/>
                          <a:gd name="connsiteX8" fmla="*/ 137465 w 206204"/>
                          <a:gd name="connsiteY8" fmla="*/ 78296 h 783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06204" h="78354">
                            <a:moveTo>
                              <a:pt x="137465" y="78296"/>
                            </a:moveTo>
                            <a:cubicBezTo>
                              <a:pt x="120891" y="78677"/>
                              <a:pt x="84696" y="77153"/>
                              <a:pt x="67456" y="75247"/>
                            </a:cubicBezTo>
                            <a:cubicBezTo>
                              <a:pt x="35166" y="71628"/>
                              <a:pt x="19069" y="59912"/>
                              <a:pt x="3353" y="42672"/>
                            </a:cubicBezTo>
                            <a:cubicBezTo>
                              <a:pt x="-2076" y="36766"/>
                              <a:pt x="-648" y="25908"/>
                              <a:pt x="5734" y="21241"/>
                            </a:cubicBezTo>
                            <a:cubicBezTo>
                              <a:pt x="24212" y="7906"/>
                              <a:pt x="43358" y="0"/>
                              <a:pt x="73266" y="0"/>
                            </a:cubicBezTo>
                            <a:cubicBezTo>
                              <a:pt x="89268" y="0"/>
                              <a:pt x="121177" y="1619"/>
                              <a:pt x="137560" y="2953"/>
                            </a:cubicBezTo>
                            <a:cubicBezTo>
                              <a:pt x="168135" y="5429"/>
                              <a:pt x="184233" y="16764"/>
                              <a:pt x="200711" y="32195"/>
                            </a:cubicBezTo>
                            <a:cubicBezTo>
                              <a:pt x="206426" y="37529"/>
                              <a:pt x="208426" y="47911"/>
                              <a:pt x="203092" y="53149"/>
                            </a:cubicBezTo>
                            <a:cubicBezTo>
                              <a:pt x="187471" y="68294"/>
                              <a:pt x="168516" y="77533"/>
                              <a:pt x="137465" y="7829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98" name="Forme libre : forme 12897">
                        <a:extLst>
                          <a:ext uri="{FF2B5EF4-FFF2-40B4-BE49-F238E27FC236}">
                            <a16:creationId xmlns:a16="http://schemas.microsoft.com/office/drawing/2014/main" id="{D920055A-7FEC-47A8-91E0-91BE51FE06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52804" y="2495168"/>
                        <a:ext cx="203072" cy="44767"/>
                      </a:xfrm>
                      <a:custGeom>
                        <a:avLst/>
                        <a:gdLst>
                          <a:gd name="connsiteX0" fmla="*/ 79534 w 203072"/>
                          <a:gd name="connsiteY0" fmla="*/ 15335 h 44767"/>
                          <a:gd name="connsiteX1" fmla="*/ 0 w 203072"/>
                          <a:gd name="connsiteY1" fmla="*/ 0 h 44767"/>
                          <a:gd name="connsiteX2" fmla="*/ 3238 w 203072"/>
                          <a:gd name="connsiteY2" fmla="*/ 9049 h 44767"/>
                          <a:gd name="connsiteX3" fmla="*/ 11430 w 203072"/>
                          <a:gd name="connsiteY3" fmla="*/ 17431 h 44767"/>
                          <a:gd name="connsiteX4" fmla="*/ 40291 w 203072"/>
                          <a:gd name="connsiteY4" fmla="*/ 35624 h 44767"/>
                          <a:gd name="connsiteX5" fmla="*/ 67246 w 203072"/>
                          <a:gd name="connsiteY5" fmla="*/ 41624 h 44767"/>
                          <a:gd name="connsiteX6" fmla="*/ 78486 w 203072"/>
                          <a:gd name="connsiteY6" fmla="*/ 42672 h 44767"/>
                          <a:gd name="connsiteX7" fmla="*/ 132112 w 203072"/>
                          <a:gd name="connsiteY7" fmla="*/ 44768 h 44767"/>
                          <a:gd name="connsiteX8" fmla="*/ 137255 w 203072"/>
                          <a:gd name="connsiteY8" fmla="*/ 44672 h 44767"/>
                          <a:gd name="connsiteX9" fmla="*/ 166116 w 203072"/>
                          <a:gd name="connsiteY9" fmla="*/ 40767 h 44767"/>
                          <a:gd name="connsiteX10" fmla="*/ 195167 w 203072"/>
                          <a:gd name="connsiteY10" fmla="*/ 26289 h 44767"/>
                          <a:gd name="connsiteX11" fmla="*/ 202882 w 203072"/>
                          <a:gd name="connsiteY11" fmla="*/ 19526 h 44767"/>
                          <a:gd name="connsiteX12" fmla="*/ 203073 w 203072"/>
                          <a:gd name="connsiteY12" fmla="*/ 19241 h 44767"/>
                          <a:gd name="connsiteX13" fmla="*/ 79534 w 203072"/>
                          <a:gd name="connsiteY13" fmla="*/ 15335 h 44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3072" h="44767">
                            <a:moveTo>
                              <a:pt x="79534" y="15335"/>
                            </a:moveTo>
                            <a:cubicBezTo>
                              <a:pt x="51340" y="15430"/>
                              <a:pt x="20955" y="12668"/>
                              <a:pt x="0" y="0"/>
                            </a:cubicBezTo>
                            <a:cubicBezTo>
                              <a:pt x="95" y="3334"/>
                              <a:pt x="1048" y="6572"/>
                              <a:pt x="3238" y="9049"/>
                            </a:cubicBezTo>
                            <a:cubicBezTo>
                              <a:pt x="5905" y="12002"/>
                              <a:pt x="8667" y="14764"/>
                              <a:pt x="11430" y="17431"/>
                            </a:cubicBezTo>
                            <a:cubicBezTo>
                              <a:pt x="19526" y="24955"/>
                              <a:pt x="28575" y="31242"/>
                              <a:pt x="40291" y="35624"/>
                            </a:cubicBezTo>
                            <a:cubicBezTo>
                              <a:pt x="47911" y="38481"/>
                              <a:pt x="56674" y="40481"/>
                              <a:pt x="67246" y="41624"/>
                            </a:cubicBezTo>
                            <a:cubicBezTo>
                              <a:pt x="70485" y="41910"/>
                              <a:pt x="74295" y="42291"/>
                              <a:pt x="78486" y="42672"/>
                            </a:cubicBezTo>
                            <a:cubicBezTo>
                              <a:pt x="95059" y="43815"/>
                              <a:pt x="117634" y="44672"/>
                              <a:pt x="132112" y="44768"/>
                            </a:cubicBezTo>
                            <a:cubicBezTo>
                              <a:pt x="133921" y="44768"/>
                              <a:pt x="135731" y="44768"/>
                              <a:pt x="137255" y="44672"/>
                            </a:cubicBezTo>
                            <a:cubicBezTo>
                              <a:pt x="148304" y="44387"/>
                              <a:pt x="157734" y="43053"/>
                              <a:pt x="166116" y="40767"/>
                            </a:cubicBezTo>
                            <a:cubicBezTo>
                              <a:pt x="177546" y="37529"/>
                              <a:pt x="186785" y="32480"/>
                              <a:pt x="195167" y="26289"/>
                            </a:cubicBezTo>
                            <a:cubicBezTo>
                              <a:pt x="197834" y="24194"/>
                              <a:pt x="200406" y="22003"/>
                              <a:pt x="202882" y="19526"/>
                            </a:cubicBezTo>
                            <a:lnTo>
                              <a:pt x="203073" y="19241"/>
                            </a:lnTo>
                            <a:cubicBezTo>
                              <a:pt x="162211" y="17621"/>
                              <a:pt x="119920" y="15050"/>
                              <a:pt x="79534" y="1533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99" name="Forme libre : forme 12898">
                        <a:extLst>
                          <a:ext uri="{FF2B5EF4-FFF2-40B4-BE49-F238E27FC236}">
                            <a16:creationId xmlns:a16="http://schemas.microsoft.com/office/drawing/2014/main" id="{7B5827C7-35AE-40A4-86F1-0061F4A4D5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24145" y="2490379"/>
                        <a:ext cx="95346" cy="25392"/>
                      </a:xfrm>
                      <a:custGeom>
                        <a:avLst/>
                        <a:gdLst>
                          <a:gd name="connsiteX0" fmla="*/ 95346 w 95346"/>
                          <a:gd name="connsiteY0" fmla="*/ 14695 h 25392"/>
                          <a:gd name="connsiteX1" fmla="*/ 45245 w 95346"/>
                          <a:gd name="connsiteY1" fmla="*/ 25268 h 25392"/>
                          <a:gd name="connsiteX2" fmla="*/ 1 w 95346"/>
                          <a:gd name="connsiteY2" fmla="*/ 9742 h 25392"/>
                          <a:gd name="connsiteX3" fmla="*/ 46006 w 95346"/>
                          <a:gd name="connsiteY3" fmla="*/ 503 h 25392"/>
                          <a:gd name="connsiteX4" fmla="*/ 95346 w 95346"/>
                          <a:gd name="connsiteY4" fmla="*/ 14695 h 253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346" h="25392">
                            <a:moveTo>
                              <a:pt x="95346" y="14695"/>
                            </a:moveTo>
                            <a:cubicBezTo>
                              <a:pt x="95441" y="24792"/>
                              <a:pt x="57818" y="25840"/>
                              <a:pt x="45245" y="25268"/>
                            </a:cubicBezTo>
                            <a:cubicBezTo>
                              <a:pt x="32576" y="24792"/>
                              <a:pt x="-190" y="20791"/>
                              <a:pt x="1" y="9742"/>
                            </a:cubicBezTo>
                            <a:cubicBezTo>
                              <a:pt x="191" y="-1212"/>
                              <a:pt x="34196" y="-449"/>
                              <a:pt x="46006" y="503"/>
                            </a:cubicBezTo>
                            <a:cubicBezTo>
                              <a:pt x="57722" y="1455"/>
                              <a:pt x="95346" y="4599"/>
                              <a:pt x="95346" y="1469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00" name="Forme libre : forme 12899">
                        <a:extLst>
                          <a:ext uri="{FF2B5EF4-FFF2-40B4-BE49-F238E27FC236}">
                            <a16:creationId xmlns:a16="http://schemas.microsoft.com/office/drawing/2014/main" id="{BD8B18BD-CD09-4899-92C4-FB2E85A461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23520" y="2491263"/>
                        <a:ext cx="66824" cy="24536"/>
                      </a:xfrm>
                      <a:custGeom>
                        <a:avLst/>
                        <a:gdLst>
                          <a:gd name="connsiteX0" fmla="*/ 21105 w 66824"/>
                          <a:gd name="connsiteY0" fmla="*/ 0 h 24536"/>
                          <a:gd name="connsiteX1" fmla="*/ 150 w 66824"/>
                          <a:gd name="connsiteY1" fmla="*/ 8954 h 24536"/>
                          <a:gd name="connsiteX2" fmla="*/ 46441 w 66824"/>
                          <a:gd name="connsiteY2" fmla="*/ 24479 h 24536"/>
                          <a:gd name="connsiteX3" fmla="*/ 66825 w 66824"/>
                          <a:gd name="connsiteY3" fmla="*/ 23622 h 24536"/>
                          <a:gd name="connsiteX4" fmla="*/ 55966 w 66824"/>
                          <a:gd name="connsiteY4" fmla="*/ 22479 h 24536"/>
                          <a:gd name="connsiteX5" fmla="*/ 21105 w 66824"/>
                          <a:gd name="connsiteY5" fmla="*/ 0 h 245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6824" h="24536">
                            <a:moveTo>
                              <a:pt x="21105" y="0"/>
                            </a:moveTo>
                            <a:cubicBezTo>
                              <a:pt x="15009" y="1619"/>
                              <a:pt x="-1755" y="2000"/>
                              <a:pt x="150" y="8954"/>
                            </a:cubicBezTo>
                            <a:cubicBezTo>
                              <a:pt x="3198" y="20193"/>
                              <a:pt x="30534" y="23717"/>
                              <a:pt x="46441" y="24479"/>
                            </a:cubicBezTo>
                            <a:cubicBezTo>
                              <a:pt x="51108" y="24670"/>
                              <a:pt x="61586" y="24384"/>
                              <a:pt x="66825" y="23622"/>
                            </a:cubicBezTo>
                            <a:cubicBezTo>
                              <a:pt x="63777" y="23432"/>
                              <a:pt x="58729" y="23241"/>
                              <a:pt x="55966" y="22479"/>
                            </a:cubicBezTo>
                            <a:cubicBezTo>
                              <a:pt x="40059" y="18383"/>
                              <a:pt x="21486" y="12097"/>
                              <a:pt x="211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01" name="Forme libre : forme 12900">
                        <a:extLst>
                          <a:ext uri="{FF2B5EF4-FFF2-40B4-BE49-F238E27FC236}">
                            <a16:creationId xmlns:a16="http://schemas.microsoft.com/office/drawing/2014/main" id="{8BC62CE1-D705-4707-8E97-A0360E9284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28997" y="2493599"/>
                        <a:ext cx="95814" cy="25303"/>
                      </a:xfrm>
                      <a:custGeom>
                        <a:avLst/>
                        <a:gdLst>
                          <a:gd name="connsiteX0" fmla="*/ 95638 w 95814"/>
                          <a:gd name="connsiteY0" fmla="*/ 14238 h 25303"/>
                          <a:gd name="connsiteX1" fmla="*/ 44774 w 95814"/>
                          <a:gd name="connsiteY1" fmla="*/ 25287 h 25303"/>
                          <a:gd name="connsiteX2" fmla="*/ 7 w 95814"/>
                          <a:gd name="connsiteY2" fmla="*/ 9666 h 25303"/>
                          <a:gd name="connsiteX3" fmla="*/ 45822 w 95814"/>
                          <a:gd name="connsiteY3" fmla="*/ 426 h 25303"/>
                          <a:gd name="connsiteX4" fmla="*/ 95638 w 95814"/>
                          <a:gd name="connsiteY4" fmla="*/ 14238 h 25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814" h="25303">
                            <a:moveTo>
                              <a:pt x="95638" y="14238"/>
                            </a:moveTo>
                            <a:cubicBezTo>
                              <a:pt x="92399" y="24239"/>
                              <a:pt x="58490" y="25477"/>
                              <a:pt x="44774" y="25287"/>
                            </a:cubicBezTo>
                            <a:cubicBezTo>
                              <a:pt x="31153" y="25096"/>
                              <a:pt x="578" y="20905"/>
                              <a:pt x="7" y="9666"/>
                            </a:cubicBezTo>
                            <a:cubicBezTo>
                              <a:pt x="-565" y="-1574"/>
                              <a:pt x="34868" y="-241"/>
                              <a:pt x="45822" y="426"/>
                            </a:cubicBezTo>
                            <a:cubicBezTo>
                              <a:pt x="56776" y="998"/>
                              <a:pt x="98876" y="4141"/>
                              <a:pt x="95638" y="1423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02" name="Forme libre : forme 12901">
                        <a:extLst>
                          <a:ext uri="{FF2B5EF4-FFF2-40B4-BE49-F238E27FC236}">
                            <a16:creationId xmlns:a16="http://schemas.microsoft.com/office/drawing/2014/main" id="{64941849-7A63-4142-A02E-CFC35C2156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79363" y="2479314"/>
                        <a:ext cx="118096" cy="53133"/>
                      </a:xfrm>
                      <a:custGeom>
                        <a:avLst/>
                        <a:gdLst>
                          <a:gd name="connsiteX0" fmla="*/ 492 w 118096"/>
                          <a:gd name="connsiteY0" fmla="*/ 18998 h 53133"/>
                          <a:gd name="connsiteX1" fmla="*/ 11827 w 118096"/>
                          <a:gd name="connsiteY1" fmla="*/ 31951 h 53133"/>
                          <a:gd name="connsiteX2" fmla="*/ 54594 w 118096"/>
                          <a:gd name="connsiteY2" fmla="*/ 50906 h 53133"/>
                          <a:gd name="connsiteX3" fmla="*/ 100981 w 118096"/>
                          <a:gd name="connsiteY3" fmla="*/ 50716 h 53133"/>
                          <a:gd name="connsiteX4" fmla="*/ 117745 w 118096"/>
                          <a:gd name="connsiteY4" fmla="*/ 37571 h 53133"/>
                          <a:gd name="connsiteX5" fmla="*/ 103171 w 118096"/>
                          <a:gd name="connsiteY5" fmla="*/ 31285 h 53133"/>
                          <a:gd name="connsiteX6" fmla="*/ 63452 w 118096"/>
                          <a:gd name="connsiteY6" fmla="*/ 15283 h 53133"/>
                          <a:gd name="connsiteX7" fmla="*/ 23638 w 118096"/>
                          <a:gd name="connsiteY7" fmla="*/ 43 h 53133"/>
                          <a:gd name="connsiteX8" fmla="*/ 492 w 118096"/>
                          <a:gd name="connsiteY8" fmla="*/ 18998 h 531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8096" h="53133">
                            <a:moveTo>
                              <a:pt x="492" y="18998"/>
                            </a:moveTo>
                            <a:cubicBezTo>
                              <a:pt x="2588" y="25379"/>
                              <a:pt x="4873" y="27570"/>
                              <a:pt x="11827" y="31951"/>
                            </a:cubicBezTo>
                            <a:cubicBezTo>
                              <a:pt x="24971" y="40333"/>
                              <a:pt x="35925" y="47191"/>
                              <a:pt x="54594" y="50906"/>
                            </a:cubicBezTo>
                            <a:cubicBezTo>
                              <a:pt x="70120" y="53954"/>
                              <a:pt x="87741" y="53859"/>
                              <a:pt x="100981" y="50716"/>
                            </a:cubicBezTo>
                            <a:cubicBezTo>
                              <a:pt x="110791" y="48430"/>
                              <a:pt x="120031" y="43763"/>
                              <a:pt x="117745" y="37571"/>
                            </a:cubicBezTo>
                            <a:cubicBezTo>
                              <a:pt x="116316" y="33761"/>
                              <a:pt x="108982" y="33190"/>
                              <a:pt x="103171" y="31285"/>
                            </a:cubicBezTo>
                            <a:cubicBezTo>
                              <a:pt x="89551" y="26713"/>
                              <a:pt x="76311" y="22808"/>
                              <a:pt x="63452" y="15283"/>
                            </a:cubicBezTo>
                            <a:cubicBezTo>
                              <a:pt x="52403" y="8901"/>
                              <a:pt x="40688" y="-719"/>
                              <a:pt x="23638" y="43"/>
                            </a:cubicBezTo>
                            <a:cubicBezTo>
                              <a:pt x="8207" y="709"/>
                              <a:pt x="-2461" y="10139"/>
                              <a:pt x="492" y="1899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03" name="Forme libre : forme 12902">
                        <a:extLst>
                          <a:ext uri="{FF2B5EF4-FFF2-40B4-BE49-F238E27FC236}">
                            <a16:creationId xmlns:a16="http://schemas.microsoft.com/office/drawing/2014/main" id="{9E03C128-8BEE-4B17-9496-9CC69B98BE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03501" y="2480879"/>
                        <a:ext cx="39184" cy="10956"/>
                      </a:xfrm>
                      <a:custGeom>
                        <a:avLst/>
                        <a:gdLst>
                          <a:gd name="connsiteX0" fmla="*/ 3976 w 39184"/>
                          <a:gd name="connsiteY0" fmla="*/ 5432 h 10956"/>
                          <a:gd name="connsiteX1" fmla="*/ 166 w 39184"/>
                          <a:gd name="connsiteY1" fmla="*/ 7813 h 10956"/>
                          <a:gd name="connsiteX2" fmla="*/ 2928 w 39184"/>
                          <a:gd name="connsiteY2" fmla="*/ 10385 h 10956"/>
                          <a:gd name="connsiteX3" fmla="*/ 9977 w 39184"/>
                          <a:gd name="connsiteY3" fmla="*/ 10956 h 10956"/>
                          <a:gd name="connsiteX4" fmla="*/ 27407 w 39184"/>
                          <a:gd name="connsiteY4" fmla="*/ 9813 h 10956"/>
                          <a:gd name="connsiteX5" fmla="*/ 33694 w 39184"/>
                          <a:gd name="connsiteY5" fmla="*/ 8575 h 10956"/>
                          <a:gd name="connsiteX6" fmla="*/ 30360 w 39184"/>
                          <a:gd name="connsiteY6" fmla="*/ 2 h 10956"/>
                          <a:gd name="connsiteX7" fmla="*/ 3976 w 39184"/>
                          <a:gd name="connsiteY7" fmla="*/ 5432 h 10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184" h="10956">
                            <a:moveTo>
                              <a:pt x="3976" y="5432"/>
                            </a:moveTo>
                            <a:cubicBezTo>
                              <a:pt x="2166" y="6099"/>
                              <a:pt x="832" y="6575"/>
                              <a:pt x="166" y="7813"/>
                            </a:cubicBezTo>
                            <a:cubicBezTo>
                              <a:pt x="-501" y="8956"/>
                              <a:pt x="928" y="9908"/>
                              <a:pt x="2928" y="10385"/>
                            </a:cubicBezTo>
                            <a:cubicBezTo>
                              <a:pt x="4833" y="10861"/>
                              <a:pt x="7786" y="10956"/>
                              <a:pt x="9977" y="10956"/>
                            </a:cubicBezTo>
                            <a:cubicBezTo>
                              <a:pt x="15787" y="10861"/>
                              <a:pt x="21883" y="10575"/>
                              <a:pt x="27407" y="9813"/>
                            </a:cubicBezTo>
                            <a:cubicBezTo>
                              <a:pt x="29693" y="9527"/>
                              <a:pt x="31884" y="9337"/>
                              <a:pt x="33694" y="8575"/>
                            </a:cubicBezTo>
                            <a:cubicBezTo>
                              <a:pt x="41409" y="5622"/>
                              <a:pt x="41600" y="-93"/>
                              <a:pt x="30360" y="2"/>
                            </a:cubicBezTo>
                            <a:cubicBezTo>
                              <a:pt x="21788" y="-93"/>
                              <a:pt x="11405" y="2669"/>
                              <a:pt x="3976" y="543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04" name="Forme libre : forme 12903">
                        <a:extLst>
                          <a:ext uri="{FF2B5EF4-FFF2-40B4-BE49-F238E27FC236}">
                            <a16:creationId xmlns:a16="http://schemas.microsoft.com/office/drawing/2014/main" id="{78C97EC0-E6FB-4504-83AE-C81F6FA817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92631" y="2511837"/>
                        <a:ext cx="60483" cy="26479"/>
                      </a:xfrm>
                      <a:custGeom>
                        <a:avLst/>
                        <a:gdLst>
                          <a:gd name="connsiteX0" fmla="*/ 60484 w 60483"/>
                          <a:gd name="connsiteY0" fmla="*/ 0 h 26479"/>
                          <a:gd name="connsiteX1" fmla="*/ 0 w 60483"/>
                          <a:gd name="connsiteY1" fmla="*/ 26479 h 26479"/>
                          <a:gd name="connsiteX2" fmla="*/ 60484 w 60483"/>
                          <a:gd name="connsiteY2" fmla="*/ 0 h 264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0483" h="26479">
                            <a:moveTo>
                              <a:pt x="60484" y="0"/>
                            </a:moveTo>
                            <a:cubicBezTo>
                              <a:pt x="51721" y="13907"/>
                              <a:pt x="20003" y="21908"/>
                              <a:pt x="0" y="26479"/>
                            </a:cubicBezTo>
                            <a:cubicBezTo>
                              <a:pt x="21812" y="21527"/>
                              <a:pt x="44863" y="10382"/>
                              <a:pt x="6048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05" name="Forme libre : forme 12904">
                        <a:extLst>
                          <a:ext uri="{FF2B5EF4-FFF2-40B4-BE49-F238E27FC236}">
                            <a16:creationId xmlns:a16="http://schemas.microsoft.com/office/drawing/2014/main" id="{0A9D11C8-99CF-4D2A-8AA1-DB24E974E2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59662" y="2464117"/>
                        <a:ext cx="68579" cy="20669"/>
                      </a:xfrm>
                      <a:custGeom>
                        <a:avLst/>
                        <a:gdLst>
                          <a:gd name="connsiteX0" fmla="*/ 68580 w 68579"/>
                          <a:gd name="connsiteY0" fmla="*/ 0 h 20669"/>
                          <a:gd name="connsiteX1" fmla="*/ 0 w 68579"/>
                          <a:gd name="connsiteY1" fmla="*/ 20669 h 20669"/>
                          <a:gd name="connsiteX2" fmla="*/ 68580 w 68579"/>
                          <a:gd name="connsiteY2" fmla="*/ 0 h 206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579" h="20669">
                            <a:moveTo>
                              <a:pt x="68580" y="0"/>
                            </a:moveTo>
                            <a:cubicBezTo>
                              <a:pt x="42100" y="190"/>
                              <a:pt x="18288" y="10001"/>
                              <a:pt x="0" y="20669"/>
                            </a:cubicBezTo>
                            <a:cubicBezTo>
                              <a:pt x="16573" y="9811"/>
                              <a:pt x="46006" y="3429"/>
                              <a:pt x="6858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06" name="Forme libre : forme 12905">
                        <a:extLst>
                          <a:ext uri="{FF2B5EF4-FFF2-40B4-BE49-F238E27FC236}">
                            <a16:creationId xmlns:a16="http://schemas.microsoft.com/office/drawing/2014/main" id="{FA1618B4-9118-43D6-A640-1D8CBD6A4F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62796" y="2493382"/>
                        <a:ext cx="35282" cy="9699"/>
                      </a:xfrm>
                      <a:custGeom>
                        <a:avLst/>
                        <a:gdLst>
                          <a:gd name="connsiteX0" fmla="*/ 34979 w 35282"/>
                          <a:gd name="connsiteY0" fmla="*/ 7788 h 9699"/>
                          <a:gd name="connsiteX1" fmla="*/ 14119 w 35282"/>
                          <a:gd name="connsiteY1" fmla="*/ 8454 h 9699"/>
                          <a:gd name="connsiteX2" fmla="*/ 403 w 35282"/>
                          <a:gd name="connsiteY2" fmla="*/ 1882 h 9699"/>
                          <a:gd name="connsiteX3" fmla="*/ 20024 w 35282"/>
                          <a:gd name="connsiteY3" fmla="*/ 1406 h 9699"/>
                          <a:gd name="connsiteX4" fmla="*/ 34979 w 35282"/>
                          <a:gd name="connsiteY4" fmla="*/ 7788 h 96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282" h="9699">
                            <a:moveTo>
                              <a:pt x="34979" y="7788"/>
                            </a:moveTo>
                            <a:cubicBezTo>
                              <a:pt x="32502" y="11217"/>
                              <a:pt x="18405" y="9121"/>
                              <a:pt x="14119" y="8454"/>
                            </a:cubicBezTo>
                            <a:cubicBezTo>
                              <a:pt x="9833" y="7788"/>
                              <a:pt x="-2359" y="5406"/>
                              <a:pt x="403" y="1882"/>
                            </a:cubicBezTo>
                            <a:cubicBezTo>
                              <a:pt x="3165" y="-1642"/>
                              <a:pt x="16024" y="739"/>
                              <a:pt x="20024" y="1406"/>
                            </a:cubicBezTo>
                            <a:cubicBezTo>
                              <a:pt x="24120" y="2168"/>
                              <a:pt x="37455" y="4359"/>
                              <a:pt x="34979" y="778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07" name="Forme libre : forme 12906">
                        <a:extLst>
                          <a:ext uri="{FF2B5EF4-FFF2-40B4-BE49-F238E27FC236}">
                            <a16:creationId xmlns:a16="http://schemas.microsoft.com/office/drawing/2014/main" id="{9F245318-C614-496C-AE6D-E8FB076EF6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93279" y="2498693"/>
                        <a:ext cx="10037" cy="3333"/>
                      </a:xfrm>
                      <a:custGeom>
                        <a:avLst/>
                        <a:gdLst>
                          <a:gd name="connsiteX0" fmla="*/ 10019 w 10037"/>
                          <a:gd name="connsiteY0" fmla="*/ 1810 h 3333"/>
                          <a:gd name="connsiteX1" fmla="*/ 5352 w 10037"/>
                          <a:gd name="connsiteY1" fmla="*/ 3334 h 3333"/>
                          <a:gd name="connsiteX2" fmla="*/ 18 w 10037"/>
                          <a:gd name="connsiteY2" fmla="*/ 1524 h 3333"/>
                          <a:gd name="connsiteX3" fmla="*/ 4590 w 10037"/>
                          <a:gd name="connsiteY3" fmla="*/ 0 h 3333"/>
                          <a:gd name="connsiteX4" fmla="*/ 10019 w 10037"/>
                          <a:gd name="connsiteY4" fmla="*/ 1810 h 33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37" h="3333">
                            <a:moveTo>
                              <a:pt x="10019" y="1810"/>
                            </a:moveTo>
                            <a:cubicBezTo>
                              <a:pt x="10305" y="3239"/>
                              <a:pt x="7067" y="3334"/>
                              <a:pt x="5352" y="3334"/>
                            </a:cubicBezTo>
                            <a:cubicBezTo>
                              <a:pt x="3637" y="3239"/>
                              <a:pt x="304" y="2858"/>
                              <a:pt x="18" y="1524"/>
                            </a:cubicBezTo>
                            <a:cubicBezTo>
                              <a:pt x="-268" y="95"/>
                              <a:pt x="2876" y="0"/>
                              <a:pt x="4590" y="0"/>
                            </a:cubicBezTo>
                            <a:cubicBezTo>
                              <a:pt x="6209" y="0"/>
                              <a:pt x="9734" y="381"/>
                              <a:pt x="10019" y="181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908" name="Forme libre : forme 12907">
                        <a:extLst>
                          <a:ext uri="{FF2B5EF4-FFF2-40B4-BE49-F238E27FC236}">
                            <a16:creationId xmlns:a16="http://schemas.microsoft.com/office/drawing/2014/main" id="{A1C880A0-42C0-4CB0-A82A-2AD3B861A4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63655" y="2470185"/>
                        <a:ext cx="85787" cy="38130"/>
                      </a:xfrm>
                      <a:custGeom>
                        <a:avLst/>
                        <a:gdLst>
                          <a:gd name="connsiteX0" fmla="*/ 64600 w 85787"/>
                          <a:gd name="connsiteY0" fmla="*/ 16983 h 38130"/>
                          <a:gd name="connsiteX1" fmla="*/ 85269 w 85787"/>
                          <a:gd name="connsiteY1" fmla="*/ 32604 h 38130"/>
                          <a:gd name="connsiteX2" fmla="*/ 78982 w 85787"/>
                          <a:gd name="connsiteY2" fmla="*/ 38128 h 38130"/>
                          <a:gd name="connsiteX3" fmla="*/ 68695 w 85787"/>
                          <a:gd name="connsiteY3" fmla="*/ 34318 h 38130"/>
                          <a:gd name="connsiteX4" fmla="*/ 38310 w 85787"/>
                          <a:gd name="connsiteY4" fmla="*/ 19935 h 38130"/>
                          <a:gd name="connsiteX5" fmla="*/ 877 w 85787"/>
                          <a:gd name="connsiteY5" fmla="*/ 3648 h 38130"/>
                          <a:gd name="connsiteX6" fmla="*/ 45073 w 85787"/>
                          <a:gd name="connsiteY6" fmla="*/ 5172 h 38130"/>
                          <a:gd name="connsiteX7" fmla="*/ 64600 w 85787"/>
                          <a:gd name="connsiteY7" fmla="*/ 16983 h 38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5787" h="38130">
                            <a:moveTo>
                              <a:pt x="64600" y="16983"/>
                            </a:moveTo>
                            <a:cubicBezTo>
                              <a:pt x="73648" y="22031"/>
                              <a:pt x="80125" y="25650"/>
                              <a:pt x="85269" y="32604"/>
                            </a:cubicBezTo>
                            <a:cubicBezTo>
                              <a:pt x="87174" y="35175"/>
                              <a:pt x="83554" y="38223"/>
                              <a:pt x="78982" y="38128"/>
                            </a:cubicBezTo>
                            <a:cubicBezTo>
                              <a:pt x="74410" y="38033"/>
                              <a:pt x="71648" y="36128"/>
                              <a:pt x="68695" y="34318"/>
                            </a:cubicBezTo>
                            <a:cubicBezTo>
                              <a:pt x="59456" y="28508"/>
                              <a:pt x="49550" y="24317"/>
                              <a:pt x="38310" y="19935"/>
                            </a:cubicBezTo>
                            <a:cubicBezTo>
                              <a:pt x="31357" y="17268"/>
                              <a:pt x="-6171" y="10982"/>
                              <a:pt x="877" y="3648"/>
                            </a:cubicBezTo>
                            <a:cubicBezTo>
                              <a:pt x="7926" y="-3686"/>
                              <a:pt x="35834" y="1743"/>
                              <a:pt x="45073" y="5172"/>
                            </a:cubicBezTo>
                            <a:cubicBezTo>
                              <a:pt x="54313" y="8601"/>
                              <a:pt x="57837" y="13173"/>
                              <a:pt x="64600" y="1698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28" name="Graphique 1">
                      <a:extLst>
                        <a:ext uri="{FF2B5EF4-FFF2-40B4-BE49-F238E27FC236}">
                          <a16:creationId xmlns:a16="http://schemas.microsoft.com/office/drawing/2014/main" id="{2EF449DC-4888-43C0-AAE6-E69B56D9F40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58945" y="2472095"/>
                      <a:ext cx="206399" cy="77484"/>
                      <a:chOff x="3558945" y="2472095"/>
                      <a:chExt cx="206399" cy="77484"/>
                    </a:xfrm>
                    <a:solidFill>
                      <a:schemeClr val="accent1"/>
                    </a:solidFill>
                  </p:grpSpPr>
                  <p:sp>
                    <p:nvSpPr>
                      <p:cNvPr id="12885" name="Forme libre : forme 12884">
                        <a:extLst>
                          <a:ext uri="{FF2B5EF4-FFF2-40B4-BE49-F238E27FC236}">
                            <a16:creationId xmlns:a16="http://schemas.microsoft.com/office/drawing/2014/main" id="{5EE234C5-3AF0-487C-A89D-9BF35DA7D7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8945" y="2472095"/>
                        <a:ext cx="206399" cy="77484"/>
                      </a:xfrm>
                      <a:custGeom>
                        <a:avLst/>
                        <a:gdLst>
                          <a:gd name="connsiteX0" fmla="*/ 138188 w 206399"/>
                          <a:gd name="connsiteY0" fmla="*/ 77270 h 77484"/>
                          <a:gd name="connsiteX1" fmla="*/ 68083 w 206399"/>
                          <a:gd name="connsiteY1" fmla="*/ 75270 h 77484"/>
                          <a:gd name="connsiteX2" fmla="*/ 3504 w 206399"/>
                          <a:gd name="connsiteY2" fmla="*/ 43647 h 77484"/>
                          <a:gd name="connsiteX3" fmla="*/ 5599 w 206399"/>
                          <a:gd name="connsiteY3" fmla="*/ 22216 h 77484"/>
                          <a:gd name="connsiteX4" fmla="*/ 72846 w 206399"/>
                          <a:gd name="connsiteY4" fmla="*/ 23 h 77484"/>
                          <a:gd name="connsiteX5" fmla="*/ 137140 w 206399"/>
                          <a:gd name="connsiteY5" fmla="*/ 1927 h 77484"/>
                          <a:gd name="connsiteX6" fmla="*/ 200672 w 206399"/>
                          <a:gd name="connsiteY6" fmla="*/ 30122 h 77484"/>
                          <a:gd name="connsiteX7" fmla="*/ 203434 w 206399"/>
                          <a:gd name="connsiteY7" fmla="*/ 51076 h 77484"/>
                          <a:gd name="connsiteX8" fmla="*/ 138188 w 206399"/>
                          <a:gd name="connsiteY8" fmla="*/ 77270 h 774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06399" h="77484">
                            <a:moveTo>
                              <a:pt x="138188" y="77270"/>
                            </a:moveTo>
                            <a:cubicBezTo>
                              <a:pt x="121614" y="77937"/>
                              <a:pt x="85419" y="76984"/>
                              <a:pt x="68083" y="75270"/>
                            </a:cubicBezTo>
                            <a:cubicBezTo>
                              <a:pt x="35698" y="72222"/>
                              <a:pt x="19411" y="60601"/>
                              <a:pt x="3504" y="43647"/>
                            </a:cubicBezTo>
                            <a:cubicBezTo>
                              <a:pt x="-2020" y="37742"/>
                              <a:pt x="-782" y="26883"/>
                              <a:pt x="5599" y="22216"/>
                            </a:cubicBezTo>
                            <a:cubicBezTo>
                              <a:pt x="23888" y="8595"/>
                              <a:pt x="42938" y="499"/>
                              <a:pt x="72846" y="23"/>
                            </a:cubicBezTo>
                            <a:cubicBezTo>
                              <a:pt x="88848" y="-168"/>
                              <a:pt x="120757" y="880"/>
                              <a:pt x="137140" y="1927"/>
                            </a:cubicBezTo>
                            <a:cubicBezTo>
                              <a:pt x="167715" y="4023"/>
                              <a:pt x="184003" y="14882"/>
                              <a:pt x="200672" y="30122"/>
                            </a:cubicBezTo>
                            <a:cubicBezTo>
                              <a:pt x="206482" y="35360"/>
                              <a:pt x="208673" y="45743"/>
                              <a:pt x="203434" y="51076"/>
                            </a:cubicBezTo>
                            <a:cubicBezTo>
                              <a:pt x="188099" y="66317"/>
                              <a:pt x="169239" y="76032"/>
                              <a:pt x="138188" y="7727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86" name="Forme libre : forme 12885">
                        <a:extLst>
                          <a:ext uri="{FF2B5EF4-FFF2-40B4-BE49-F238E27FC236}">
                            <a16:creationId xmlns:a16="http://schemas.microsoft.com/office/drawing/2014/main" id="{CFD4C976-8BB9-45AB-AE7F-340F05DDF5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9020" y="2506599"/>
                        <a:ext cx="203358" cy="42719"/>
                      </a:xfrm>
                      <a:custGeom>
                        <a:avLst/>
                        <a:gdLst>
                          <a:gd name="connsiteX0" fmla="*/ 79820 w 203358"/>
                          <a:gd name="connsiteY0" fmla="*/ 14192 h 42719"/>
                          <a:gd name="connsiteX1" fmla="*/ 0 w 203358"/>
                          <a:gd name="connsiteY1" fmla="*/ 0 h 42719"/>
                          <a:gd name="connsiteX2" fmla="*/ 3429 w 203358"/>
                          <a:gd name="connsiteY2" fmla="*/ 8954 h 42719"/>
                          <a:gd name="connsiteX3" fmla="*/ 11811 w 203358"/>
                          <a:gd name="connsiteY3" fmla="*/ 17240 h 42719"/>
                          <a:gd name="connsiteX4" fmla="*/ 40957 w 203358"/>
                          <a:gd name="connsiteY4" fmla="*/ 34957 h 42719"/>
                          <a:gd name="connsiteX5" fmla="*/ 68008 w 203358"/>
                          <a:gd name="connsiteY5" fmla="*/ 40577 h 42719"/>
                          <a:gd name="connsiteX6" fmla="*/ 79248 w 203358"/>
                          <a:gd name="connsiteY6" fmla="*/ 41434 h 42719"/>
                          <a:gd name="connsiteX7" fmla="*/ 132874 w 203358"/>
                          <a:gd name="connsiteY7" fmla="*/ 42672 h 42719"/>
                          <a:gd name="connsiteX8" fmla="*/ 138017 w 203358"/>
                          <a:gd name="connsiteY8" fmla="*/ 42577 h 42719"/>
                          <a:gd name="connsiteX9" fmla="*/ 166878 w 203358"/>
                          <a:gd name="connsiteY9" fmla="*/ 38195 h 42719"/>
                          <a:gd name="connsiteX10" fmla="*/ 195644 w 203358"/>
                          <a:gd name="connsiteY10" fmla="*/ 23146 h 42719"/>
                          <a:gd name="connsiteX11" fmla="*/ 203168 w 203358"/>
                          <a:gd name="connsiteY11" fmla="*/ 16288 h 42719"/>
                          <a:gd name="connsiteX12" fmla="*/ 203359 w 203358"/>
                          <a:gd name="connsiteY12" fmla="*/ 16002 h 42719"/>
                          <a:gd name="connsiteX13" fmla="*/ 79820 w 203358"/>
                          <a:gd name="connsiteY13" fmla="*/ 14192 h 42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3358" h="42719">
                            <a:moveTo>
                              <a:pt x="79820" y="14192"/>
                            </a:moveTo>
                            <a:cubicBezTo>
                              <a:pt x="51625" y="14764"/>
                              <a:pt x="21241" y="12478"/>
                              <a:pt x="0" y="0"/>
                            </a:cubicBezTo>
                            <a:cubicBezTo>
                              <a:pt x="95" y="3334"/>
                              <a:pt x="1143" y="6572"/>
                              <a:pt x="3429" y="8954"/>
                            </a:cubicBezTo>
                            <a:cubicBezTo>
                              <a:pt x="6191" y="11906"/>
                              <a:pt x="8954" y="14669"/>
                              <a:pt x="11811" y="17240"/>
                            </a:cubicBezTo>
                            <a:cubicBezTo>
                              <a:pt x="20003" y="24670"/>
                              <a:pt x="29146" y="30766"/>
                              <a:pt x="40957" y="34957"/>
                            </a:cubicBezTo>
                            <a:cubicBezTo>
                              <a:pt x="48673" y="37624"/>
                              <a:pt x="57436" y="39529"/>
                              <a:pt x="68008" y="40577"/>
                            </a:cubicBezTo>
                            <a:cubicBezTo>
                              <a:pt x="71247" y="40862"/>
                              <a:pt x="75057" y="41148"/>
                              <a:pt x="79248" y="41434"/>
                            </a:cubicBezTo>
                            <a:cubicBezTo>
                              <a:pt x="95821" y="42481"/>
                              <a:pt x="118491" y="42863"/>
                              <a:pt x="132874" y="42672"/>
                            </a:cubicBezTo>
                            <a:cubicBezTo>
                              <a:pt x="134683" y="42577"/>
                              <a:pt x="136493" y="42577"/>
                              <a:pt x="138017" y="42577"/>
                            </a:cubicBezTo>
                            <a:cubicBezTo>
                              <a:pt x="149066" y="42196"/>
                              <a:pt x="158496" y="40672"/>
                              <a:pt x="166878" y="38195"/>
                            </a:cubicBezTo>
                            <a:cubicBezTo>
                              <a:pt x="178213" y="34766"/>
                              <a:pt x="187452" y="29528"/>
                              <a:pt x="195644" y="23146"/>
                            </a:cubicBezTo>
                            <a:cubicBezTo>
                              <a:pt x="198311" y="21050"/>
                              <a:pt x="200787" y="18764"/>
                              <a:pt x="203168" y="16288"/>
                            </a:cubicBezTo>
                            <a:lnTo>
                              <a:pt x="203359" y="16002"/>
                            </a:lnTo>
                            <a:cubicBezTo>
                              <a:pt x="162496" y="15145"/>
                              <a:pt x="120110" y="13335"/>
                              <a:pt x="79820" y="1419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87" name="Forme libre : forme 12886">
                        <a:extLst>
                          <a:ext uri="{FF2B5EF4-FFF2-40B4-BE49-F238E27FC236}">
                            <a16:creationId xmlns:a16="http://schemas.microsoft.com/office/drawing/2014/main" id="{F082E26B-9499-4F45-A0E5-04674B48C6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30457" y="2500318"/>
                        <a:ext cx="95441" cy="25155"/>
                      </a:xfrm>
                      <a:custGeom>
                        <a:avLst/>
                        <a:gdLst>
                          <a:gd name="connsiteX0" fmla="*/ 95441 w 95441"/>
                          <a:gd name="connsiteY0" fmla="*/ 13710 h 25155"/>
                          <a:gd name="connsiteX1" fmla="*/ 45434 w 95441"/>
                          <a:gd name="connsiteY1" fmla="*/ 25140 h 25155"/>
                          <a:gd name="connsiteX2" fmla="*/ 0 w 95441"/>
                          <a:gd name="connsiteY2" fmla="*/ 10281 h 25155"/>
                          <a:gd name="connsiteX3" fmla="*/ 45815 w 95441"/>
                          <a:gd name="connsiteY3" fmla="*/ 280 h 25155"/>
                          <a:gd name="connsiteX4" fmla="*/ 95441 w 95441"/>
                          <a:gd name="connsiteY4" fmla="*/ 13710 h 25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441" h="25155">
                            <a:moveTo>
                              <a:pt x="95441" y="13710"/>
                            </a:moveTo>
                            <a:cubicBezTo>
                              <a:pt x="95631" y="23902"/>
                              <a:pt x="58103" y="25331"/>
                              <a:pt x="45434" y="25140"/>
                            </a:cubicBezTo>
                            <a:cubicBezTo>
                              <a:pt x="32766" y="24950"/>
                              <a:pt x="-95" y="21330"/>
                              <a:pt x="0" y="10281"/>
                            </a:cubicBezTo>
                            <a:cubicBezTo>
                              <a:pt x="0" y="-768"/>
                              <a:pt x="34005" y="-387"/>
                              <a:pt x="45815" y="280"/>
                            </a:cubicBezTo>
                            <a:cubicBezTo>
                              <a:pt x="57531" y="947"/>
                              <a:pt x="95155" y="3614"/>
                              <a:pt x="95441" y="1371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88" name="Forme libre : forme 12887">
                        <a:extLst>
                          <a:ext uri="{FF2B5EF4-FFF2-40B4-BE49-F238E27FC236}">
                            <a16:creationId xmlns:a16="http://schemas.microsoft.com/office/drawing/2014/main" id="{6E85BFFD-FFF4-431F-BEA8-98976BE52A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29736" y="2501360"/>
                        <a:ext cx="67015" cy="24135"/>
                      </a:xfrm>
                      <a:custGeom>
                        <a:avLst/>
                        <a:gdLst>
                          <a:gd name="connsiteX0" fmla="*/ 21010 w 67015"/>
                          <a:gd name="connsiteY0" fmla="*/ 0 h 24135"/>
                          <a:gd name="connsiteX1" fmla="*/ 150 w 67015"/>
                          <a:gd name="connsiteY1" fmla="*/ 9239 h 24135"/>
                          <a:gd name="connsiteX2" fmla="*/ 46632 w 67015"/>
                          <a:gd name="connsiteY2" fmla="*/ 24099 h 24135"/>
                          <a:gd name="connsiteX3" fmla="*/ 67015 w 67015"/>
                          <a:gd name="connsiteY3" fmla="*/ 22955 h 24135"/>
                          <a:gd name="connsiteX4" fmla="*/ 56157 w 67015"/>
                          <a:gd name="connsiteY4" fmla="*/ 22003 h 24135"/>
                          <a:gd name="connsiteX5" fmla="*/ 21010 w 67015"/>
                          <a:gd name="connsiteY5" fmla="*/ 0 h 241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7015" h="24135">
                            <a:moveTo>
                              <a:pt x="21010" y="0"/>
                            </a:moveTo>
                            <a:cubicBezTo>
                              <a:pt x="15009" y="1715"/>
                              <a:pt x="-1755" y="2286"/>
                              <a:pt x="150" y="9239"/>
                            </a:cubicBezTo>
                            <a:cubicBezTo>
                              <a:pt x="3293" y="20384"/>
                              <a:pt x="30725" y="23622"/>
                              <a:pt x="46632" y="24099"/>
                            </a:cubicBezTo>
                            <a:cubicBezTo>
                              <a:pt x="51299" y="24289"/>
                              <a:pt x="61777" y="23717"/>
                              <a:pt x="67015" y="22955"/>
                            </a:cubicBezTo>
                            <a:cubicBezTo>
                              <a:pt x="63967" y="22765"/>
                              <a:pt x="58919" y="22670"/>
                              <a:pt x="56157" y="22003"/>
                            </a:cubicBezTo>
                            <a:cubicBezTo>
                              <a:pt x="40250" y="18098"/>
                              <a:pt x="21581" y="12097"/>
                              <a:pt x="210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89" name="Forme libre : forme 12888">
                        <a:extLst>
                          <a:ext uri="{FF2B5EF4-FFF2-40B4-BE49-F238E27FC236}">
                            <a16:creationId xmlns:a16="http://schemas.microsoft.com/office/drawing/2014/main" id="{7EA7AB60-4F2A-4604-8685-907EBD0EF0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35303" y="2503401"/>
                        <a:ext cx="95895" cy="25106"/>
                      </a:xfrm>
                      <a:custGeom>
                        <a:avLst/>
                        <a:gdLst>
                          <a:gd name="connsiteX0" fmla="*/ 95739 w 95895"/>
                          <a:gd name="connsiteY0" fmla="*/ 13198 h 25106"/>
                          <a:gd name="connsiteX1" fmla="*/ 45065 w 95895"/>
                          <a:gd name="connsiteY1" fmla="*/ 25105 h 25106"/>
                          <a:gd name="connsiteX2" fmla="*/ 12 w 95895"/>
                          <a:gd name="connsiteY2" fmla="*/ 10151 h 25106"/>
                          <a:gd name="connsiteX3" fmla="*/ 45637 w 95895"/>
                          <a:gd name="connsiteY3" fmla="*/ 149 h 25106"/>
                          <a:gd name="connsiteX4" fmla="*/ 95739 w 95895"/>
                          <a:gd name="connsiteY4" fmla="*/ 13198 h 251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895" h="25106">
                            <a:moveTo>
                              <a:pt x="95739" y="13198"/>
                            </a:moveTo>
                            <a:cubicBezTo>
                              <a:pt x="92690" y="23390"/>
                              <a:pt x="58781" y="25010"/>
                              <a:pt x="45065" y="25105"/>
                            </a:cubicBezTo>
                            <a:cubicBezTo>
                              <a:pt x="31445" y="25200"/>
                              <a:pt x="774" y="21485"/>
                              <a:pt x="12" y="10151"/>
                            </a:cubicBezTo>
                            <a:cubicBezTo>
                              <a:pt x="-750" y="-1089"/>
                              <a:pt x="34683" y="-137"/>
                              <a:pt x="45637" y="149"/>
                            </a:cubicBezTo>
                            <a:cubicBezTo>
                              <a:pt x="56591" y="626"/>
                              <a:pt x="98787" y="3197"/>
                              <a:pt x="95739" y="1319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90" name="Forme libre : forme 12889">
                        <a:extLst>
                          <a:ext uri="{FF2B5EF4-FFF2-40B4-BE49-F238E27FC236}">
                            <a16:creationId xmlns:a16="http://schemas.microsoft.com/office/drawing/2014/main" id="{36CD6240-AC9C-49DE-A2D6-ADC57551C7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5543" y="2489958"/>
                        <a:ext cx="118448" cy="52339"/>
                      </a:xfrm>
                      <a:custGeom>
                        <a:avLst/>
                        <a:gdLst>
                          <a:gd name="connsiteX0" fmla="*/ 528 w 118448"/>
                          <a:gd name="connsiteY0" fmla="*/ 19403 h 52339"/>
                          <a:gd name="connsiteX1" fmla="*/ 12053 w 118448"/>
                          <a:gd name="connsiteY1" fmla="*/ 32167 h 52339"/>
                          <a:gd name="connsiteX2" fmla="*/ 55107 w 118448"/>
                          <a:gd name="connsiteY2" fmla="*/ 50455 h 52339"/>
                          <a:gd name="connsiteX3" fmla="*/ 101493 w 118448"/>
                          <a:gd name="connsiteY3" fmla="*/ 49597 h 52339"/>
                          <a:gd name="connsiteX4" fmla="*/ 118067 w 118448"/>
                          <a:gd name="connsiteY4" fmla="*/ 36167 h 52339"/>
                          <a:gd name="connsiteX5" fmla="*/ 103398 w 118448"/>
                          <a:gd name="connsiteY5" fmla="*/ 30071 h 52339"/>
                          <a:gd name="connsiteX6" fmla="*/ 63393 w 118448"/>
                          <a:gd name="connsiteY6" fmla="*/ 14736 h 52339"/>
                          <a:gd name="connsiteX7" fmla="*/ 23388 w 118448"/>
                          <a:gd name="connsiteY7" fmla="*/ 68 h 52339"/>
                          <a:gd name="connsiteX8" fmla="*/ 528 w 118448"/>
                          <a:gd name="connsiteY8" fmla="*/ 19403 h 52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8448" h="52339">
                            <a:moveTo>
                              <a:pt x="528" y="19403"/>
                            </a:moveTo>
                            <a:cubicBezTo>
                              <a:pt x="2719" y="25785"/>
                              <a:pt x="5005" y="27880"/>
                              <a:pt x="12053" y="32167"/>
                            </a:cubicBezTo>
                            <a:cubicBezTo>
                              <a:pt x="25293" y="40358"/>
                              <a:pt x="36437" y="47026"/>
                              <a:pt x="55107" y="50455"/>
                            </a:cubicBezTo>
                            <a:cubicBezTo>
                              <a:pt x="70632" y="53312"/>
                              <a:pt x="88349" y="52836"/>
                              <a:pt x="101493" y="49597"/>
                            </a:cubicBezTo>
                            <a:cubicBezTo>
                              <a:pt x="111304" y="47121"/>
                              <a:pt x="120448" y="42358"/>
                              <a:pt x="118067" y="36167"/>
                            </a:cubicBezTo>
                            <a:cubicBezTo>
                              <a:pt x="116638" y="32357"/>
                              <a:pt x="109208" y="31881"/>
                              <a:pt x="103398" y="30071"/>
                            </a:cubicBezTo>
                            <a:cubicBezTo>
                              <a:pt x="89682" y="25690"/>
                              <a:pt x="76442" y="22070"/>
                              <a:pt x="63393" y="14736"/>
                            </a:cubicBezTo>
                            <a:cubicBezTo>
                              <a:pt x="52249" y="8449"/>
                              <a:pt x="40438" y="-885"/>
                              <a:pt x="23388" y="68"/>
                            </a:cubicBezTo>
                            <a:cubicBezTo>
                              <a:pt x="7958" y="1020"/>
                              <a:pt x="-2520" y="10545"/>
                              <a:pt x="528" y="1940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91" name="Forme libre : forme 12890">
                        <a:extLst>
                          <a:ext uri="{FF2B5EF4-FFF2-40B4-BE49-F238E27FC236}">
                            <a16:creationId xmlns:a16="http://schemas.microsoft.com/office/drawing/2014/main" id="{77F3896D-C6B2-4AE0-AA18-9834809815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09629" y="2490973"/>
                        <a:ext cx="39065" cy="11389"/>
                      </a:xfrm>
                      <a:custGeom>
                        <a:avLst/>
                        <a:gdLst>
                          <a:gd name="connsiteX0" fmla="*/ 3874 w 39065"/>
                          <a:gd name="connsiteY0" fmla="*/ 6005 h 11389"/>
                          <a:gd name="connsiteX1" fmla="*/ 159 w 39065"/>
                          <a:gd name="connsiteY1" fmla="*/ 8387 h 11389"/>
                          <a:gd name="connsiteX2" fmla="*/ 2922 w 39065"/>
                          <a:gd name="connsiteY2" fmla="*/ 10959 h 11389"/>
                          <a:gd name="connsiteX3" fmla="*/ 9970 w 39065"/>
                          <a:gd name="connsiteY3" fmla="*/ 11339 h 11389"/>
                          <a:gd name="connsiteX4" fmla="*/ 27401 w 39065"/>
                          <a:gd name="connsiteY4" fmla="*/ 9911 h 11389"/>
                          <a:gd name="connsiteX5" fmla="*/ 33687 w 39065"/>
                          <a:gd name="connsiteY5" fmla="*/ 8577 h 11389"/>
                          <a:gd name="connsiteX6" fmla="*/ 30258 w 39065"/>
                          <a:gd name="connsiteY6" fmla="*/ 5 h 11389"/>
                          <a:gd name="connsiteX7" fmla="*/ 3874 w 39065"/>
                          <a:gd name="connsiteY7" fmla="*/ 6005 h 113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065" h="11389">
                            <a:moveTo>
                              <a:pt x="3874" y="6005"/>
                            </a:moveTo>
                            <a:cubicBezTo>
                              <a:pt x="2064" y="6672"/>
                              <a:pt x="731" y="7244"/>
                              <a:pt x="159" y="8387"/>
                            </a:cubicBezTo>
                            <a:cubicBezTo>
                              <a:pt x="-508" y="9530"/>
                              <a:pt x="1017" y="10482"/>
                              <a:pt x="2922" y="10959"/>
                            </a:cubicBezTo>
                            <a:cubicBezTo>
                              <a:pt x="4827" y="11435"/>
                              <a:pt x="7779" y="11435"/>
                              <a:pt x="9970" y="11339"/>
                            </a:cubicBezTo>
                            <a:cubicBezTo>
                              <a:pt x="15780" y="11149"/>
                              <a:pt x="21876" y="10768"/>
                              <a:pt x="27401" y="9911"/>
                            </a:cubicBezTo>
                            <a:cubicBezTo>
                              <a:pt x="29687" y="9530"/>
                              <a:pt x="31782" y="9339"/>
                              <a:pt x="33687" y="8577"/>
                            </a:cubicBezTo>
                            <a:cubicBezTo>
                              <a:pt x="41307" y="5529"/>
                              <a:pt x="41403" y="-186"/>
                              <a:pt x="30258" y="5"/>
                            </a:cubicBezTo>
                            <a:cubicBezTo>
                              <a:pt x="21591" y="195"/>
                              <a:pt x="11304" y="3148"/>
                              <a:pt x="3874" y="600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92" name="Forme libre : forme 12891">
                        <a:extLst>
                          <a:ext uri="{FF2B5EF4-FFF2-40B4-BE49-F238E27FC236}">
                            <a16:creationId xmlns:a16="http://schemas.microsoft.com/office/drawing/2014/main" id="{45B1E12C-C69B-41EF-8FE7-987B485E81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99609" y="2520219"/>
                        <a:ext cx="60007" cy="27432"/>
                      </a:xfrm>
                      <a:custGeom>
                        <a:avLst/>
                        <a:gdLst>
                          <a:gd name="connsiteX0" fmla="*/ 60008 w 60007"/>
                          <a:gd name="connsiteY0" fmla="*/ 0 h 27432"/>
                          <a:gd name="connsiteX1" fmla="*/ 0 w 60007"/>
                          <a:gd name="connsiteY1" fmla="*/ 27432 h 27432"/>
                          <a:gd name="connsiteX2" fmla="*/ 60008 w 60007"/>
                          <a:gd name="connsiteY2" fmla="*/ 0 h 27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0007" h="27432">
                            <a:moveTo>
                              <a:pt x="60008" y="0"/>
                            </a:moveTo>
                            <a:cubicBezTo>
                              <a:pt x="51435" y="14002"/>
                              <a:pt x="19908" y="22670"/>
                              <a:pt x="0" y="27432"/>
                            </a:cubicBezTo>
                            <a:cubicBezTo>
                              <a:pt x="21622" y="22288"/>
                              <a:pt x="44577" y="10478"/>
                              <a:pt x="6000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93" name="Forme libre : forme 12892">
                        <a:extLst>
                          <a:ext uri="{FF2B5EF4-FFF2-40B4-BE49-F238E27FC236}">
                            <a16:creationId xmlns:a16="http://schemas.microsoft.com/office/drawing/2014/main" id="{CF6B03B6-2C85-4A50-BE4B-7C62147908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65783" y="2474499"/>
                        <a:ext cx="68199" cy="21716"/>
                      </a:xfrm>
                      <a:custGeom>
                        <a:avLst/>
                        <a:gdLst>
                          <a:gd name="connsiteX0" fmla="*/ 68199 w 68199"/>
                          <a:gd name="connsiteY0" fmla="*/ 0 h 21716"/>
                          <a:gd name="connsiteX1" fmla="*/ 0 w 68199"/>
                          <a:gd name="connsiteY1" fmla="*/ 21717 h 21716"/>
                          <a:gd name="connsiteX2" fmla="*/ 68199 w 68199"/>
                          <a:gd name="connsiteY2" fmla="*/ 0 h 217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199" h="21716">
                            <a:moveTo>
                              <a:pt x="68199" y="0"/>
                            </a:moveTo>
                            <a:cubicBezTo>
                              <a:pt x="41720" y="667"/>
                              <a:pt x="18097" y="10763"/>
                              <a:pt x="0" y="21717"/>
                            </a:cubicBezTo>
                            <a:cubicBezTo>
                              <a:pt x="16288" y="10573"/>
                              <a:pt x="45720" y="3810"/>
                              <a:pt x="6819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94" name="Forme libre : forme 12893">
                        <a:extLst>
                          <a:ext uri="{FF2B5EF4-FFF2-40B4-BE49-F238E27FC236}">
                            <a16:creationId xmlns:a16="http://schemas.microsoft.com/office/drawing/2014/main" id="{FE15AAD4-9D7C-4746-B643-6AD5D206D7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9037" y="2503045"/>
                        <a:ext cx="35329" cy="9400"/>
                      </a:xfrm>
                      <a:custGeom>
                        <a:avLst/>
                        <a:gdLst>
                          <a:gd name="connsiteX0" fmla="*/ 35048 w 35329"/>
                          <a:gd name="connsiteY0" fmla="*/ 7363 h 9400"/>
                          <a:gd name="connsiteX1" fmla="*/ 14189 w 35329"/>
                          <a:gd name="connsiteY1" fmla="*/ 8411 h 9400"/>
                          <a:gd name="connsiteX2" fmla="*/ 377 w 35329"/>
                          <a:gd name="connsiteY2" fmla="*/ 2029 h 9400"/>
                          <a:gd name="connsiteX3" fmla="*/ 19999 w 35329"/>
                          <a:gd name="connsiteY3" fmla="*/ 1268 h 9400"/>
                          <a:gd name="connsiteX4" fmla="*/ 35048 w 35329"/>
                          <a:gd name="connsiteY4" fmla="*/ 7363 h 94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329" h="9400">
                            <a:moveTo>
                              <a:pt x="35048" y="7363"/>
                            </a:moveTo>
                            <a:cubicBezTo>
                              <a:pt x="32667" y="10793"/>
                              <a:pt x="18570" y="8983"/>
                              <a:pt x="14189" y="8411"/>
                            </a:cubicBezTo>
                            <a:cubicBezTo>
                              <a:pt x="9902" y="7840"/>
                              <a:pt x="-2290" y="5649"/>
                              <a:pt x="377" y="2029"/>
                            </a:cubicBezTo>
                            <a:cubicBezTo>
                              <a:pt x="3044" y="-1590"/>
                              <a:pt x="15903" y="601"/>
                              <a:pt x="19999" y="1268"/>
                            </a:cubicBezTo>
                            <a:cubicBezTo>
                              <a:pt x="24000" y="1934"/>
                              <a:pt x="37430" y="3935"/>
                              <a:pt x="35048" y="736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95" name="Forme libre : forme 12894">
                        <a:extLst>
                          <a:ext uri="{FF2B5EF4-FFF2-40B4-BE49-F238E27FC236}">
                            <a16:creationId xmlns:a16="http://schemas.microsoft.com/office/drawing/2014/main" id="{72A0E153-D9AB-405A-AA6D-D695EC71DB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99591" y="2507816"/>
                        <a:ext cx="10037" cy="3375"/>
                      </a:xfrm>
                      <a:custGeom>
                        <a:avLst/>
                        <a:gdLst>
                          <a:gd name="connsiteX0" fmla="*/ 10020 w 10037"/>
                          <a:gd name="connsiteY0" fmla="*/ 1830 h 3375"/>
                          <a:gd name="connsiteX1" fmla="*/ 5353 w 10037"/>
                          <a:gd name="connsiteY1" fmla="*/ 3354 h 3375"/>
                          <a:gd name="connsiteX2" fmla="*/ 18 w 10037"/>
                          <a:gd name="connsiteY2" fmla="*/ 1545 h 3375"/>
                          <a:gd name="connsiteX3" fmla="*/ 4495 w 10037"/>
                          <a:gd name="connsiteY3" fmla="*/ 21 h 3375"/>
                          <a:gd name="connsiteX4" fmla="*/ 10020 w 10037"/>
                          <a:gd name="connsiteY4" fmla="*/ 1830 h 33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37" h="3375">
                            <a:moveTo>
                              <a:pt x="10020" y="1830"/>
                            </a:moveTo>
                            <a:cubicBezTo>
                              <a:pt x="10305" y="3259"/>
                              <a:pt x="7067" y="3450"/>
                              <a:pt x="5353" y="3354"/>
                            </a:cubicBezTo>
                            <a:cubicBezTo>
                              <a:pt x="3638" y="3259"/>
                              <a:pt x="304" y="2973"/>
                              <a:pt x="18" y="1545"/>
                            </a:cubicBezTo>
                            <a:cubicBezTo>
                              <a:pt x="-268" y="116"/>
                              <a:pt x="2876" y="-75"/>
                              <a:pt x="4495" y="21"/>
                            </a:cubicBezTo>
                            <a:cubicBezTo>
                              <a:pt x="6210" y="116"/>
                              <a:pt x="9639" y="401"/>
                              <a:pt x="10020" y="183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96" name="Forme libre : forme 12895">
                        <a:extLst>
                          <a:ext uri="{FF2B5EF4-FFF2-40B4-BE49-F238E27FC236}">
                            <a16:creationId xmlns:a16="http://schemas.microsoft.com/office/drawing/2014/main" id="{4F87257D-E016-4016-A934-BF8A8A4C68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9514" y="2479769"/>
                        <a:ext cx="86248" cy="37021"/>
                      </a:xfrm>
                      <a:custGeom>
                        <a:avLst/>
                        <a:gdLst>
                          <a:gd name="connsiteX0" fmla="*/ 64766 w 86248"/>
                          <a:gd name="connsiteY0" fmla="*/ 16161 h 37021"/>
                          <a:gd name="connsiteX1" fmla="*/ 85721 w 86248"/>
                          <a:gd name="connsiteY1" fmla="*/ 31401 h 37021"/>
                          <a:gd name="connsiteX2" fmla="*/ 79529 w 86248"/>
                          <a:gd name="connsiteY2" fmla="*/ 37021 h 37021"/>
                          <a:gd name="connsiteX3" fmla="*/ 69147 w 86248"/>
                          <a:gd name="connsiteY3" fmla="*/ 33402 h 37021"/>
                          <a:gd name="connsiteX4" fmla="*/ 38572 w 86248"/>
                          <a:gd name="connsiteY4" fmla="*/ 19590 h 37021"/>
                          <a:gd name="connsiteX5" fmla="*/ 853 w 86248"/>
                          <a:gd name="connsiteY5" fmla="*/ 3874 h 37021"/>
                          <a:gd name="connsiteX6" fmla="*/ 45049 w 86248"/>
                          <a:gd name="connsiteY6" fmla="*/ 4731 h 37021"/>
                          <a:gd name="connsiteX7" fmla="*/ 64766 w 86248"/>
                          <a:gd name="connsiteY7" fmla="*/ 16161 h 370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6248" h="37021">
                            <a:moveTo>
                              <a:pt x="64766" y="16161"/>
                            </a:moveTo>
                            <a:cubicBezTo>
                              <a:pt x="73815" y="21019"/>
                              <a:pt x="80482" y="24543"/>
                              <a:pt x="85721" y="31401"/>
                            </a:cubicBezTo>
                            <a:cubicBezTo>
                              <a:pt x="87626" y="33973"/>
                              <a:pt x="84102" y="37021"/>
                              <a:pt x="79529" y="37021"/>
                            </a:cubicBezTo>
                            <a:cubicBezTo>
                              <a:pt x="74958" y="37021"/>
                              <a:pt x="72100" y="35211"/>
                              <a:pt x="69147" y="33402"/>
                            </a:cubicBezTo>
                            <a:cubicBezTo>
                              <a:pt x="59813" y="27782"/>
                              <a:pt x="49812" y="23781"/>
                              <a:pt x="38572" y="19590"/>
                            </a:cubicBezTo>
                            <a:cubicBezTo>
                              <a:pt x="31524" y="17019"/>
                              <a:pt x="-6100" y="11304"/>
                              <a:pt x="853" y="3874"/>
                            </a:cubicBezTo>
                            <a:cubicBezTo>
                              <a:pt x="7806" y="-3555"/>
                              <a:pt x="35715" y="1397"/>
                              <a:pt x="45049" y="4731"/>
                            </a:cubicBezTo>
                            <a:cubicBezTo>
                              <a:pt x="54384" y="8065"/>
                              <a:pt x="57908" y="12542"/>
                              <a:pt x="64766" y="1616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29" name="Graphique 1">
                      <a:extLst>
                        <a:ext uri="{FF2B5EF4-FFF2-40B4-BE49-F238E27FC236}">
                          <a16:creationId xmlns:a16="http://schemas.microsoft.com/office/drawing/2014/main" id="{92DEDE0A-50A4-4AD5-B8E4-17CD55E83C3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65379" y="2483591"/>
                      <a:ext cx="201242" cy="96285"/>
                      <a:chOff x="3765379" y="2483591"/>
                      <a:chExt cx="201242" cy="96285"/>
                    </a:xfrm>
                    <a:solidFill>
                      <a:schemeClr val="accent1"/>
                    </a:solidFill>
                  </p:grpSpPr>
                  <p:sp>
                    <p:nvSpPr>
                      <p:cNvPr id="12873" name="Forme libre : forme 12872">
                        <a:extLst>
                          <a:ext uri="{FF2B5EF4-FFF2-40B4-BE49-F238E27FC236}">
                            <a16:creationId xmlns:a16="http://schemas.microsoft.com/office/drawing/2014/main" id="{5759BFD9-C7E9-4E3F-8494-D485488490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5379" y="2483591"/>
                        <a:ext cx="201242" cy="96285"/>
                      </a:xfrm>
                      <a:custGeom>
                        <a:avLst/>
                        <a:gdLst>
                          <a:gd name="connsiteX0" fmla="*/ 124349 w 201242"/>
                          <a:gd name="connsiteY0" fmla="*/ 91968 h 96285"/>
                          <a:gd name="connsiteX1" fmla="*/ 92631 w 201242"/>
                          <a:gd name="connsiteY1" fmla="*/ 82920 h 96285"/>
                          <a:gd name="connsiteX2" fmla="*/ 62056 w 201242"/>
                          <a:gd name="connsiteY2" fmla="*/ 75014 h 96285"/>
                          <a:gd name="connsiteX3" fmla="*/ 3667 w 201242"/>
                          <a:gd name="connsiteY3" fmla="*/ 40438 h 96285"/>
                          <a:gd name="connsiteX4" fmla="*/ 5382 w 201242"/>
                          <a:gd name="connsiteY4" fmla="*/ 18912 h 96285"/>
                          <a:gd name="connsiteX5" fmla="*/ 78153 w 201242"/>
                          <a:gd name="connsiteY5" fmla="*/ 1290 h 96285"/>
                          <a:gd name="connsiteX6" fmla="*/ 112729 w 201242"/>
                          <a:gd name="connsiteY6" fmla="*/ 8910 h 96285"/>
                          <a:gd name="connsiteX7" fmla="*/ 145304 w 201242"/>
                          <a:gd name="connsiteY7" fmla="*/ 19674 h 96285"/>
                          <a:gd name="connsiteX8" fmla="*/ 195977 w 201242"/>
                          <a:gd name="connsiteY8" fmla="*/ 59774 h 96285"/>
                          <a:gd name="connsiteX9" fmla="*/ 198168 w 201242"/>
                          <a:gd name="connsiteY9" fmla="*/ 80824 h 96285"/>
                          <a:gd name="connsiteX10" fmla="*/ 166259 w 201242"/>
                          <a:gd name="connsiteY10" fmla="*/ 95493 h 96285"/>
                          <a:gd name="connsiteX11" fmla="*/ 124349 w 201242"/>
                          <a:gd name="connsiteY11" fmla="*/ 91968 h 962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01242" h="96285">
                            <a:moveTo>
                              <a:pt x="124349" y="91968"/>
                            </a:moveTo>
                            <a:cubicBezTo>
                              <a:pt x="116253" y="89873"/>
                              <a:pt x="104251" y="86063"/>
                              <a:pt x="92631" y="82920"/>
                            </a:cubicBezTo>
                            <a:cubicBezTo>
                              <a:pt x="81010" y="79681"/>
                              <a:pt x="69485" y="76728"/>
                              <a:pt x="62056" y="75014"/>
                            </a:cubicBezTo>
                            <a:cubicBezTo>
                              <a:pt x="34147" y="67965"/>
                              <a:pt x="20241" y="57393"/>
                              <a:pt x="3667" y="40438"/>
                            </a:cubicBezTo>
                            <a:cubicBezTo>
                              <a:pt x="-1952" y="34628"/>
                              <a:pt x="-904" y="23769"/>
                              <a:pt x="5382" y="18912"/>
                            </a:cubicBezTo>
                            <a:cubicBezTo>
                              <a:pt x="23194" y="5100"/>
                              <a:pt x="45196" y="-3377"/>
                              <a:pt x="78153" y="1290"/>
                            </a:cubicBezTo>
                            <a:cubicBezTo>
                              <a:pt x="86916" y="2529"/>
                              <a:pt x="100060" y="5386"/>
                              <a:pt x="112729" y="8910"/>
                            </a:cubicBezTo>
                            <a:cubicBezTo>
                              <a:pt x="125492" y="12530"/>
                              <a:pt x="137398" y="16721"/>
                              <a:pt x="145304" y="19674"/>
                            </a:cubicBezTo>
                            <a:cubicBezTo>
                              <a:pt x="174546" y="30723"/>
                              <a:pt x="181690" y="43962"/>
                              <a:pt x="195977" y="59774"/>
                            </a:cubicBezTo>
                            <a:cubicBezTo>
                              <a:pt x="200740" y="65298"/>
                              <a:pt x="203883" y="75300"/>
                              <a:pt x="198168" y="80824"/>
                            </a:cubicBezTo>
                            <a:cubicBezTo>
                              <a:pt x="189976" y="88254"/>
                              <a:pt x="178927" y="93683"/>
                              <a:pt x="166259" y="95493"/>
                            </a:cubicBezTo>
                            <a:cubicBezTo>
                              <a:pt x="153496" y="97302"/>
                              <a:pt x="139304" y="95969"/>
                              <a:pt x="124349" y="9196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74" name="Forme libre : forme 12873">
                        <a:extLst>
                          <a:ext uri="{FF2B5EF4-FFF2-40B4-BE49-F238E27FC236}">
                            <a16:creationId xmlns:a16="http://schemas.microsoft.com/office/drawing/2014/main" id="{89192FD0-E454-4BBC-9F86-0A027330F3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5427" y="2514790"/>
                        <a:ext cx="198405" cy="64960"/>
                      </a:xfrm>
                      <a:custGeom>
                        <a:avLst/>
                        <a:gdLst>
                          <a:gd name="connsiteX0" fmla="*/ 77248 w 198405"/>
                          <a:gd name="connsiteY0" fmla="*/ 19241 h 64960"/>
                          <a:gd name="connsiteX1" fmla="*/ 0 w 198405"/>
                          <a:gd name="connsiteY1" fmla="*/ 0 h 64960"/>
                          <a:gd name="connsiteX2" fmla="*/ 3524 w 198405"/>
                          <a:gd name="connsiteY2" fmla="*/ 8954 h 64960"/>
                          <a:gd name="connsiteX3" fmla="*/ 12002 w 198405"/>
                          <a:gd name="connsiteY3" fmla="*/ 17145 h 64960"/>
                          <a:gd name="connsiteX4" fmla="*/ 38576 w 198405"/>
                          <a:gd name="connsiteY4" fmla="*/ 35528 h 64960"/>
                          <a:gd name="connsiteX5" fmla="*/ 62008 w 198405"/>
                          <a:gd name="connsiteY5" fmla="*/ 43625 h 64960"/>
                          <a:gd name="connsiteX6" fmla="*/ 71723 w 198405"/>
                          <a:gd name="connsiteY6" fmla="*/ 46101 h 64960"/>
                          <a:gd name="connsiteX7" fmla="*/ 119348 w 198405"/>
                          <a:gd name="connsiteY7" fmla="*/ 59341 h 64960"/>
                          <a:gd name="connsiteX8" fmla="*/ 124301 w 198405"/>
                          <a:gd name="connsiteY8" fmla="*/ 60674 h 64960"/>
                          <a:gd name="connsiteX9" fmla="*/ 154686 w 198405"/>
                          <a:gd name="connsiteY9" fmla="*/ 64961 h 64960"/>
                          <a:gd name="connsiteX10" fmla="*/ 189452 w 198405"/>
                          <a:gd name="connsiteY10" fmla="*/ 55912 h 64960"/>
                          <a:gd name="connsiteX11" fmla="*/ 198120 w 198405"/>
                          <a:gd name="connsiteY11" fmla="*/ 49435 h 64960"/>
                          <a:gd name="connsiteX12" fmla="*/ 198406 w 198405"/>
                          <a:gd name="connsiteY12" fmla="*/ 49149 h 64960"/>
                          <a:gd name="connsiteX13" fmla="*/ 135731 w 198405"/>
                          <a:gd name="connsiteY13" fmla="*/ 34766 h 64960"/>
                          <a:gd name="connsiteX14" fmla="*/ 77248 w 198405"/>
                          <a:gd name="connsiteY14" fmla="*/ 19241 h 649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8405" h="64960">
                            <a:moveTo>
                              <a:pt x="77248" y="19241"/>
                            </a:moveTo>
                            <a:cubicBezTo>
                              <a:pt x="50292" y="14478"/>
                              <a:pt x="21717" y="11906"/>
                              <a:pt x="0" y="0"/>
                            </a:cubicBezTo>
                            <a:cubicBezTo>
                              <a:pt x="191" y="3334"/>
                              <a:pt x="1238" y="6572"/>
                              <a:pt x="3524" y="8954"/>
                            </a:cubicBezTo>
                            <a:cubicBezTo>
                              <a:pt x="6287" y="11811"/>
                              <a:pt x="9144" y="14573"/>
                              <a:pt x="12002" y="17145"/>
                            </a:cubicBezTo>
                            <a:cubicBezTo>
                              <a:pt x="19907" y="24575"/>
                              <a:pt x="28194" y="30575"/>
                              <a:pt x="38576" y="35528"/>
                            </a:cubicBezTo>
                            <a:cubicBezTo>
                              <a:pt x="45244" y="38671"/>
                              <a:pt x="52864" y="41243"/>
                              <a:pt x="62008" y="43625"/>
                            </a:cubicBezTo>
                            <a:cubicBezTo>
                              <a:pt x="64770" y="44291"/>
                              <a:pt x="68104" y="45053"/>
                              <a:pt x="71723" y="46101"/>
                            </a:cubicBezTo>
                            <a:cubicBezTo>
                              <a:pt x="86011" y="49530"/>
                              <a:pt x="105728" y="55340"/>
                              <a:pt x="119348" y="59341"/>
                            </a:cubicBezTo>
                            <a:cubicBezTo>
                              <a:pt x="121158" y="59817"/>
                              <a:pt x="122777" y="60293"/>
                              <a:pt x="124301" y="60674"/>
                            </a:cubicBezTo>
                            <a:cubicBezTo>
                              <a:pt x="134779" y="63437"/>
                              <a:pt x="145161" y="64961"/>
                              <a:pt x="154686" y="64961"/>
                            </a:cubicBezTo>
                            <a:cubicBezTo>
                              <a:pt x="167831" y="64865"/>
                              <a:pt x="179832" y="61436"/>
                              <a:pt x="189452" y="55912"/>
                            </a:cubicBezTo>
                            <a:cubicBezTo>
                              <a:pt x="192596" y="53912"/>
                              <a:pt x="195453" y="51816"/>
                              <a:pt x="198120" y="49435"/>
                            </a:cubicBezTo>
                            <a:lnTo>
                              <a:pt x="198406" y="49149"/>
                            </a:lnTo>
                            <a:cubicBezTo>
                              <a:pt x="176213" y="48387"/>
                              <a:pt x="155353" y="41148"/>
                              <a:pt x="135731" y="34766"/>
                            </a:cubicBezTo>
                            <a:cubicBezTo>
                              <a:pt x="115919" y="28099"/>
                              <a:pt x="96584" y="22288"/>
                              <a:pt x="77248" y="1924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75" name="Forme libre : forme 12874">
                        <a:extLst>
                          <a:ext uri="{FF2B5EF4-FFF2-40B4-BE49-F238E27FC236}">
                            <a16:creationId xmlns:a16="http://schemas.microsoft.com/office/drawing/2014/main" id="{334E80EB-678C-4144-8A4B-05A581706D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6224" y="2516498"/>
                        <a:ext cx="91504" cy="37887"/>
                      </a:xfrm>
                      <a:custGeom>
                        <a:avLst/>
                        <a:gdLst>
                          <a:gd name="connsiteX0" fmla="*/ 91413 w 91504"/>
                          <a:gd name="connsiteY0" fmla="*/ 33344 h 37887"/>
                          <a:gd name="connsiteX1" fmla="*/ 69220 w 91504"/>
                          <a:gd name="connsiteY1" fmla="*/ 36963 h 37887"/>
                          <a:gd name="connsiteX2" fmla="*/ 40359 w 91504"/>
                          <a:gd name="connsiteY2" fmla="*/ 30296 h 37887"/>
                          <a:gd name="connsiteX3" fmla="*/ 15308 w 91504"/>
                          <a:gd name="connsiteY3" fmla="*/ 20580 h 37887"/>
                          <a:gd name="connsiteX4" fmla="*/ 68 w 91504"/>
                          <a:gd name="connsiteY4" fmla="*/ 6102 h 37887"/>
                          <a:gd name="connsiteX5" fmla="*/ 20166 w 91504"/>
                          <a:gd name="connsiteY5" fmla="*/ 292 h 37887"/>
                          <a:gd name="connsiteX6" fmla="*/ 47408 w 91504"/>
                          <a:gd name="connsiteY6" fmla="*/ 6483 h 37887"/>
                          <a:gd name="connsiteX7" fmla="*/ 74649 w 91504"/>
                          <a:gd name="connsiteY7" fmla="*/ 17913 h 37887"/>
                          <a:gd name="connsiteX8" fmla="*/ 91413 w 91504"/>
                          <a:gd name="connsiteY8" fmla="*/ 33344 h 378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1504" h="37887">
                            <a:moveTo>
                              <a:pt x="91413" y="33344"/>
                            </a:moveTo>
                            <a:cubicBezTo>
                              <a:pt x="90365" y="38297"/>
                              <a:pt x="80269" y="38678"/>
                              <a:pt x="69220" y="36963"/>
                            </a:cubicBezTo>
                            <a:cubicBezTo>
                              <a:pt x="58171" y="35248"/>
                              <a:pt x="46265" y="32010"/>
                              <a:pt x="40359" y="30296"/>
                            </a:cubicBezTo>
                            <a:cubicBezTo>
                              <a:pt x="34454" y="28486"/>
                              <a:pt x="24071" y="24866"/>
                              <a:pt x="15308" y="20580"/>
                            </a:cubicBezTo>
                            <a:cubicBezTo>
                              <a:pt x="6546" y="16484"/>
                              <a:pt x="-789" y="11531"/>
                              <a:pt x="68" y="6102"/>
                            </a:cubicBezTo>
                            <a:cubicBezTo>
                              <a:pt x="925" y="578"/>
                              <a:pt x="9879" y="-661"/>
                              <a:pt x="20166" y="292"/>
                            </a:cubicBezTo>
                            <a:cubicBezTo>
                              <a:pt x="30453" y="1244"/>
                              <a:pt x="41788" y="4483"/>
                              <a:pt x="47408" y="6483"/>
                            </a:cubicBezTo>
                            <a:cubicBezTo>
                              <a:pt x="53123" y="8388"/>
                              <a:pt x="64838" y="12865"/>
                              <a:pt x="74649" y="17913"/>
                            </a:cubicBezTo>
                            <a:cubicBezTo>
                              <a:pt x="84365" y="22961"/>
                              <a:pt x="92461" y="28390"/>
                              <a:pt x="91413" y="3334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76" name="Forme libre : forme 12875">
                        <a:extLst>
                          <a:ext uri="{FF2B5EF4-FFF2-40B4-BE49-F238E27FC236}">
                            <a16:creationId xmlns:a16="http://schemas.microsoft.com/office/drawing/2014/main" id="{E4164EEA-2919-4A39-9EDE-56A59A63B3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5778" y="2517235"/>
                        <a:ext cx="60998" cy="34321"/>
                      </a:xfrm>
                      <a:custGeom>
                        <a:avLst/>
                        <a:gdLst>
                          <a:gd name="connsiteX0" fmla="*/ 22422 w 60998"/>
                          <a:gd name="connsiteY0" fmla="*/ 127 h 34321"/>
                          <a:gd name="connsiteX1" fmla="*/ 39 w 60998"/>
                          <a:gd name="connsiteY1" fmla="*/ 5366 h 34321"/>
                          <a:gd name="connsiteX2" fmla="*/ 41377 w 60998"/>
                          <a:gd name="connsiteY2" fmla="*/ 29750 h 34321"/>
                          <a:gd name="connsiteX3" fmla="*/ 60999 w 60998"/>
                          <a:gd name="connsiteY3" fmla="*/ 34322 h 34321"/>
                          <a:gd name="connsiteX4" fmla="*/ 50902 w 60998"/>
                          <a:gd name="connsiteY4" fmla="*/ 30321 h 34321"/>
                          <a:gd name="connsiteX5" fmla="*/ 22422 w 60998"/>
                          <a:gd name="connsiteY5" fmla="*/ 127 h 343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0998" h="34321">
                            <a:moveTo>
                              <a:pt x="22422" y="127"/>
                            </a:moveTo>
                            <a:cubicBezTo>
                              <a:pt x="16040" y="413"/>
                              <a:pt x="-914" y="-1873"/>
                              <a:pt x="39" y="5366"/>
                            </a:cubicBezTo>
                            <a:cubicBezTo>
                              <a:pt x="1658" y="16605"/>
                              <a:pt x="26613" y="24701"/>
                              <a:pt x="41377" y="29750"/>
                            </a:cubicBezTo>
                            <a:cubicBezTo>
                              <a:pt x="45663" y="31083"/>
                              <a:pt x="55760" y="33560"/>
                              <a:pt x="60999" y="34322"/>
                            </a:cubicBezTo>
                            <a:cubicBezTo>
                              <a:pt x="58141" y="33274"/>
                              <a:pt x="53379" y="31750"/>
                              <a:pt x="50902" y="30321"/>
                            </a:cubicBezTo>
                            <a:cubicBezTo>
                              <a:pt x="36996" y="21939"/>
                              <a:pt x="20517" y="12033"/>
                              <a:pt x="22422" y="12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77" name="Forme libre : forme 12876">
                        <a:extLst>
                          <a:ext uri="{FF2B5EF4-FFF2-40B4-BE49-F238E27FC236}">
                            <a16:creationId xmlns:a16="http://schemas.microsoft.com/office/drawing/2014/main" id="{6D1D56DA-CFD3-416C-B908-08ECCAE57C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40546" y="2520447"/>
                        <a:ext cx="91930" cy="37581"/>
                      </a:xfrm>
                      <a:custGeom>
                        <a:avLst/>
                        <a:gdLst>
                          <a:gd name="connsiteX0" fmla="*/ 91473 w 91930"/>
                          <a:gd name="connsiteY0" fmla="*/ 33205 h 37581"/>
                          <a:gd name="connsiteX1" fmla="*/ 67947 w 91930"/>
                          <a:gd name="connsiteY1" fmla="*/ 36825 h 37581"/>
                          <a:gd name="connsiteX2" fmla="*/ 39372 w 91930"/>
                          <a:gd name="connsiteY2" fmla="*/ 30538 h 37581"/>
                          <a:gd name="connsiteX3" fmla="*/ 14607 w 91930"/>
                          <a:gd name="connsiteY3" fmla="*/ 20823 h 37581"/>
                          <a:gd name="connsiteX4" fmla="*/ 33 w 91930"/>
                          <a:gd name="connsiteY4" fmla="*/ 5964 h 37581"/>
                          <a:gd name="connsiteX5" fmla="*/ 19941 w 91930"/>
                          <a:gd name="connsiteY5" fmla="*/ 439 h 37581"/>
                          <a:gd name="connsiteX6" fmla="*/ 46896 w 91930"/>
                          <a:gd name="connsiteY6" fmla="*/ 6726 h 37581"/>
                          <a:gd name="connsiteX7" fmla="*/ 75090 w 91930"/>
                          <a:gd name="connsiteY7" fmla="*/ 18251 h 37581"/>
                          <a:gd name="connsiteX8" fmla="*/ 91473 w 91930"/>
                          <a:gd name="connsiteY8" fmla="*/ 33205 h 375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1930" h="37581">
                            <a:moveTo>
                              <a:pt x="91473" y="33205"/>
                            </a:moveTo>
                            <a:cubicBezTo>
                              <a:pt x="88806" y="37777"/>
                              <a:pt x="78710" y="38349"/>
                              <a:pt x="67947" y="36825"/>
                            </a:cubicBezTo>
                            <a:cubicBezTo>
                              <a:pt x="57088" y="35396"/>
                              <a:pt x="45753" y="32253"/>
                              <a:pt x="39372" y="30538"/>
                            </a:cubicBezTo>
                            <a:cubicBezTo>
                              <a:pt x="32990" y="28729"/>
                              <a:pt x="22989" y="25014"/>
                              <a:pt x="14607" y="20823"/>
                            </a:cubicBezTo>
                            <a:cubicBezTo>
                              <a:pt x="6320" y="16441"/>
                              <a:pt x="-538" y="11679"/>
                              <a:pt x="33" y="5964"/>
                            </a:cubicBezTo>
                            <a:cubicBezTo>
                              <a:pt x="509" y="439"/>
                              <a:pt x="9654" y="-799"/>
                              <a:pt x="19941" y="439"/>
                            </a:cubicBezTo>
                            <a:cubicBezTo>
                              <a:pt x="30323" y="1487"/>
                              <a:pt x="41562" y="5011"/>
                              <a:pt x="46896" y="6726"/>
                            </a:cubicBezTo>
                            <a:cubicBezTo>
                              <a:pt x="52230" y="8440"/>
                              <a:pt x="64708" y="13107"/>
                              <a:pt x="75090" y="18251"/>
                            </a:cubicBezTo>
                            <a:cubicBezTo>
                              <a:pt x="85377" y="23395"/>
                              <a:pt x="94045" y="28633"/>
                              <a:pt x="91473" y="3320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78" name="Forme libre : forme 12877">
                        <a:extLst>
                          <a:ext uri="{FF2B5EF4-FFF2-40B4-BE49-F238E27FC236}">
                            <a16:creationId xmlns:a16="http://schemas.microsoft.com/office/drawing/2014/main" id="{FA22F3DA-7FFF-409B-9999-F369391F1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91902" y="2499533"/>
                        <a:ext cx="110612" cy="63768"/>
                      </a:xfrm>
                      <a:custGeom>
                        <a:avLst/>
                        <a:gdLst>
                          <a:gd name="connsiteX0" fmla="*/ 481 w 110612"/>
                          <a:gd name="connsiteY0" fmla="*/ 18019 h 63768"/>
                          <a:gd name="connsiteX1" fmla="*/ 11149 w 110612"/>
                          <a:gd name="connsiteY1" fmla="*/ 31259 h 63768"/>
                          <a:gd name="connsiteX2" fmla="*/ 48677 w 110612"/>
                          <a:gd name="connsiteY2" fmla="*/ 54119 h 63768"/>
                          <a:gd name="connsiteX3" fmla="*/ 90969 w 110612"/>
                          <a:gd name="connsiteY3" fmla="*/ 63739 h 63768"/>
                          <a:gd name="connsiteX4" fmla="*/ 110590 w 110612"/>
                          <a:gd name="connsiteY4" fmla="*/ 55643 h 63768"/>
                          <a:gd name="connsiteX5" fmla="*/ 98398 w 110612"/>
                          <a:gd name="connsiteY5" fmla="*/ 45547 h 63768"/>
                          <a:gd name="connsiteX6" fmla="*/ 63632 w 110612"/>
                          <a:gd name="connsiteY6" fmla="*/ 20591 h 63768"/>
                          <a:gd name="connsiteX7" fmla="*/ 24770 w 110612"/>
                          <a:gd name="connsiteY7" fmla="*/ 17 h 63768"/>
                          <a:gd name="connsiteX8" fmla="*/ 481 w 110612"/>
                          <a:gd name="connsiteY8" fmla="*/ 18019 h 63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0612" h="63768">
                            <a:moveTo>
                              <a:pt x="481" y="18019"/>
                            </a:moveTo>
                            <a:cubicBezTo>
                              <a:pt x="2481" y="24306"/>
                              <a:pt x="4672" y="26687"/>
                              <a:pt x="11149" y="31259"/>
                            </a:cubicBezTo>
                            <a:cubicBezTo>
                              <a:pt x="23341" y="40117"/>
                              <a:pt x="32580" y="47833"/>
                              <a:pt x="48677" y="54119"/>
                            </a:cubicBezTo>
                            <a:cubicBezTo>
                              <a:pt x="62012" y="59453"/>
                              <a:pt x="77729" y="63263"/>
                              <a:pt x="90969" y="63739"/>
                            </a:cubicBezTo>
                            <a:cubicBezTo>
                              <a:pt x="100779" y="64025"/>
                              <a:pt x="111161" y="62310"/>
                              <a:pt x="110590" y="55643"/>
                            </a:cubicBezTo>
                            <a:cubicBezTo>
                              <a:pt x="110304" y="51643"/>
                              <a:pt x="103351" y="48976"/>
                              <a:pt x="98398" y="45547"/>
                            </a:cubicBezTo>
                            <a:cubicBezTo>
                              <a:pt x="86587" y="37450"/>
                              <a:pt x="75062" y="30497"/>
                              <a:pt x="63632" y="20591"/>
                            </a:cubicBezTo>
                            <a:cubicBezTo>
                              <a:pt x="54011" y="12400"/>
                              <a:pt x="42962" y="493"/>
                              <a:pt x="24770" y="17"/>
                            </a:cubicBezTo>
                            <a:cubicBezTo>
                              <a:pt x="8482" y="-459"/>
                              <a:pt x="-2472" y="9066"/>
                              <a:pt x="481" y="1801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79" name="Forme libre : forme 12878">
                        <a:extLst>
                          <a:ext uri="{FF2B5EF4-FFF2-40B4-BE49-F238E27FC236}">
                            <a16:creationId xmlns:a16="http://schemas.microsoft.com/office/drawing/2014/main" id="{900B0BFD-56EB-4A65-AB7B-A6E9DD289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16653" y="2504357"/>
                        <a:ext cx="40858" cy="9993"/>
                      </a:xfrm>
                      <a:custGeom>
                        <a:avLst/>
                        <a:gdLst>
                          <a:gd name="connsiteX0" fmla="*/ 4305 w 40858"/>
                          <a:gd name="connsiteY0" fmla="*/ 2622 h 9993"/>
                          <a:gd name="connsiteX1" fmla="*/ 209 w 40858"/>
                          <a:gd name="connsiteY1" fmla="*/ 4622 h 9993"/>
                          <a:gd name="connsiteX2" fmla="*/ 2781 w 40858"/>
                          <a:gd name="connsiteY2" fmla="*/ 7480 h 9993"/>
                          <a:gd name="connsiteX3" fmla="*/ 9924 w 40858"/>
                          <a:gd name="connsiteY3" fmla="*/ 8623 h 9993"/>
                          <a:gd name="connsiteX4" fmla="*/ 27736 w 40858"/>
                          <a:gd name="connsiteY4" fmla="*/ 9861 h 9993"/>
                          <a:gd name="connsiteX5" fmla="*/ 34308 w 40858"/>
                          <a:gd name="connsiteY5" fmla="*/ 9766 h 9993"/>
                          <a:gd name="connsiteX6" fmla="*/ 32403 w 40858"/>
                          <a:gd name="connsiteY6" fmla="*/ 717 h 9993"/>
                          <a:gd name="connsiteX7" fmla="*/ 4305 w 40858"/>
                          <a:gd name="connsiteY7" fmla="*/ 2622 h 99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858" h="9993">
                            <a:moveTo>
                              <a:pt x="4305" y="2622"/>
                            </a:moveTo>
                            <a:cubicBezTo>
                              <a:pt x="2400" y="3098"/>
                              <a:pt x="971" y="3479"/>
                              <a:pt x="209" y="4622"/>
                            </a:cubicBezTo>
                            <a:cubicBezTo>
                              <a:pt x="-553" y="5765"/>
                              <a:pt x="875" y="6718"/>
                              <a:pt x="2781" y="7480"/>
                            </a:cubicBezTo>
                            <a:cubicBezTo>
                              <a:pt x="4686" y="8147"/>
                              <a:pt x="7638" y="8528"/>
                              <a:pt x="9924" y="8623"/>
                            </a:cubicBezTo>
                            <a:cubicBezTo>
                              <a:pt x="15734" y="9290"/>
                              <a:pt x="22116" y="9671"/>
                              <a:pt x="27736" y="9861"/>
                            </a:cubicBezTo>
                            <a:cubicBezTo>
                              <a:pt x="30117" y="9956"/>
                              <a:pt x="32308" y="10147"/>
                              <a:pt x="34308" y="9766"/>
                            </a:cubicBezTo>
                            <a:cubicBezTo>
                              <a:pt x="42690" y="8242"/>
                              <a:pt x="44024" y="2717"/>
                              <a:pt x="32403" y="717"/>
                            </a:cubicBezTo>
                            <a:cubicBezTo>
                              <a:pt x="23450" y="-902"/>
                              <a:pt x="12210" y="431"/>
                              <a:pt x="4305" y="262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80" name="Forme libre : forme 12879">
                        <a:extLst>
                          <a:ext uri="{FF2B5EF4-FFF2-40B4-BE49-F238E27FC236}">
                            <a16:creationId xmlns:a16="http://schemas.microsoft.com/office/drawing/2014/main" id="{B1CD321E-BA51-43A9-AE6A-3F64E4E9B7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2395" y="2561367"/>
                        <a:ext cx="68199" cy="14042"/>
                      </a:xfrm>
                      <a:custGeom>
                        <a:avLst/>
                        <a:gdLst>
                          <a:gd name="connsiteX0" fmla="*/ 68199 w 68199"/>
                          <a:gd name="connsiteY0" fmla="*/ 0 h 14042"/>
                          <a:gd name="connsiteX1" fmla="*/ 37909 w 68199"/>
                          <a:gd name="connsiteY1" fmla="*/ 13145 h 14042"/>
                          <a:gd name="connsiteX2" fmla="*/ 0 w 68199"/>
                          <a:gd name="connsiteY2" fmla="*/ 13240 h 14042"/>
                          <a:gd name="connsiteX3" fmla="*/ 68199 w 68199"/>
                          <a:gd name="connsiteY3" fmla="*/ 0 h 14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8199" h="14042">
                            <a:moveTo>
                              <a:pt x="68199" y="0"/>
                            </a:moveTo>
                            <a:cubicBezTo>
                              <a:pt x="63627" y="6953"/>
                              <a:pt x="51530" y="11621"/>
                              <a:pt x="37909" y="13145"/>
                            </a:cubicBezTo>
                            <a:cubicBezTo>
                              <a:pt x="24289" y="14764"/>
                              <a:pt x="10287" y="13811"/>
                              <a:pt x="0" y="13240"/>
                            </a:cubicBezTo>
                            <a:cubicBezTo>
                              <a:pt x="22098" y="14859"/>
                              <a:pt x="51816" y="10573"/>
                              <a:pt x="6819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81" name="Forme libre : forme 12880">
                        <a:extLst>
                          <a:ext uri="{FF2B5EF4-FFF2-40B4-BE49-F238E27FC236}">
                            <a16:creationId xmlns:a16="http://schemas.microsoft.com/office/drawing/2014/main" id="{7CBB09BB-A436-48B3-BD11-ADC7B674A1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1904" y="2486548"/>
                        <a:ext cx="73628" cy="17765"/>
                      </a:xfrm>
                      <a:custGeom>
                        <a:avLst/>
                        <a:gdLst>
                          <a:gd name="connsiteX0" fmla="*/ 73628 w 73628"/>
                          <a:gd name="connsiteY0" fmla="*/ 1001 h 17765"/>
                          <a:gd name="connsiteX1" fmla="*/ 0 w 73628"/>
                          <a:gd name="connsiteY1" fmla="*/ 17765 h 17765"/>
                          <a:gd name="connsiteX2" fmla="*/ 33338 w 73628"/>
                          <a:gd name="connsiteY2" fmla="*/ 4716 h 17765"/>
                          <a:gd name="connsiteX3" fmla="*/ 73628 w 73628"/>
                          <a:gd name="connsiteY3" fmla="*/ 1001 h 17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3628" h="17765">
                            <a:moveTo>
                              <a:pt x="73628" y="1001"/>
                            </a:moveTo>
                            <a:cubicBezTo>
                              <a:pt x="44482" y="-3190"/>
                              <a:pt x="17621" y="6430"/>
                              <a:pt x="0" y="17765"/>
                            </a:cubicBezTo>
                            <a:cubicBezTo>
                              <a:pt x="7906" y="12145"/>
                              <a:pt x="20098" y="7383"/>
                              <a:pt x="33338" y="4716"/>
                            </a:cubicBezTo>
                            <a:cubicBezTo>
                              <a:pt x="46577" y="1763"/>
                              <a:pt x="61055" y="906"/>
                              <a:pt x="73628" y="100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82" name="Forme libre : forme 12881">
                        <a:extLst>
                          <a:ext uri="{FF2B5EF4-FFF2-40B4-BE49-F238E27FC236}">
                            <a16:creationId xmlns:a16="http://schemas.microsoft.com/office/drawing/2014/main" id="{F8C3CF71-7F30-4738-A736-BB951E20A2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5142" y="2524767"/>
                        <a:ext cx="33063" cy="16291"/>
                      </a:xfrm>
                      <a:custGeom>
                        <a:avLst/>
                        <a:gdLst>
                          <a:gd name="connsiteX0" fmla="*/ 32493 w 33063"/>
                          <a:gd name="connsiteY0" fmla="*/ 15645 h 16291"/>
                          <a:gd name="connsiteX1" fmla="*/ 12300 w 33063"/>
                          <a:gd name="connsiteY1" fmla="*/ 10597 h 16291"/>
                          <a:gd name="connsiteX2" fmla="*/ 679 w 33063"/>
                          <a:gd name="connsiteY2" fmla="*/ 786 h 16291"/>
                          <a:gd name="connsiteX3" fmla="*/ 19920 w 33063"/>
                          <a:gd name="connsiteY3" fmla="*/ 5454 h 16291"/>
                          <a:gd name="connsiteX4" fmla="*/ 32493 w 33063"/>
                          <a:gd name="connsiteY4" fmla="*/ 15645 h 16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063" h="16291">
                            <a:moveTo>
                              <a:pt x="32493" y="15645"/>
                            </a:moveTo>
                            <a:cubicBezTo>
                              <a:pt x="29159" y="18217"/>
                              <a:pt x="16205" y="12407"/>
                              <a:pt x="12300" y="10597"/>
                            </a:cubicBezTo>
                            <a:cubicBezTo>
                              <a:pt x="8299" y="8787"/>
                              <a:pt x="-2845" y="3453"/>
                              <a:pt x="679" y="786"/>
                            </a:cubicBezTo>
                            <a:cubicBezTo>
                              <a:pt x="4299" y="-2071"/>
                              <a:pt x="16300" y="3644"/>
                              <a:pt x="19920" y="5454"/>
                            </a:cubicBezTo>
                            <a:cubicBezTo>
                              <a:pt x="23634" y="7168"/>
                              <a:pt x="35826" y="13074"/>
                              <a:pt x="32493" y="1564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83" name="Forme libre : forme 12882">
                        <a:extLst>
                          <a:ext uri="{FF2B5EF4-FFF2-40B4-BE49-F238E27FC236}">
                            <a16:creationId xmlns:a16="http://schemas.microsoft.com/office/drawing/2014/main" id="{C8739B27-2866-4D69-BDF3-460966E091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03722" y="2537301"/>
                        <a:ext cx="9440" cy="4697"/>
                      </a:xfrm>
                      <a:custGeom>
                        <a:avLst/>
                        <a:gdLst>
                          <a:gd name="connsiteX0" fmla="*/ 9438 w 9440"/>
                          <a:gd name="connsiteY0" fmla="*/ 3873 h 4697"/>
                          <a:gd name="connsiteX1" fmla="*/ 4580 w 9440"/>
                          <a:gd name="connsiteY1" fmla="*/ 4063 h 4697"/>
                          <a:gd name="connsiteX2" fmla="*/ 8 w 9440"/>
                          <a:gd name="connsiteY2" fmla="*/ 825 h 4697"/>
                          <a:gd name="connsiteX3" fmla="*/ 4771 w 9440"/>
                          <a:gd name="connsiteY3" fmla="*/ 634 h 4697"/>
                          <a:gd name="connsiteX4" fmla="*/ 9438 w 9440"/>
                          <a:gd name="connsiteY4" fmla="*/ 3873 h 46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40" h="4697">
                            <a:moveTo>
                              <a:pt x="9438" y="3873"/>
                            </a:moveTo>
                            <a:cubicBezTo>
                              <a:pt x="9343" y="5302"/>
                              <a:pt x="6104" y="4539"/>
                              <a:pt x="4580" y="4063"/>
                            </a:cubicBezTo>
                            <a:cubicBezTo>
                              <a:pt x="2961" y="3492"/>
                              <a:pt x="-182" y="2253"/>
                              <a:pt x="8" y="825"/>
                            </a:cubicBezTo>
                            <a:cubicBezTo>
                              <a:pt x="103" y="-604"/>
                              <a:pt x="3151" y="158"/>
                              <a:pt x="4771" y="634"/>
                            </a:cubicBezTo>
                            <a:cubicBezTo>
                              <a:pt x="6295" y="1206"/>
                              <a:pt x="9533" y="2444"/>
                              <a:pt x="9438" y="387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84" name="Forme libre : forme 12883">
                        <a:extLst>
                          <a:ext uri="{FF2B5EF4-FFF2-40B4-BE49-F238E27FC236}">
                            <a16:creationId xmlns:a16="http://schemas.microsoft.com/office/drawing/2014/main" id="{CD621F17-1E81-4517-9837-FE1E6CEB29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0623" y="2503800"/>
                        <a:ext cx="76490" cy="53471"/>
                      </a:xfrm>
                      <a:custGeom>
                        <a:avLst/>
                        <a:gdLst>
                          <a:gd name="connsiteX0" fmla="*/ 59111 w 76490"/>
                          <a:gd name="connsiteY0" fmla="*/ 30421 h 53471"/>
                          <a:gd name="connsiteX1" fmla="*/ 76066 w 76490"/>
                          <a:gd name="connsiteY1" fmla="*/ 48423 h 53471"/>
                          <a:gd name="connsiteX2" fmla="*/ 69303 w 76490"/>
                          <a:gd name="connsiteY2" fmla="*/ 53376 h 53471"/>
                          <a:gd name="connsiteX3" fmla="*/ 59492 w 76490"/>
                          <a:gd name="connsiteY3" fmla="*/ 48138 h 53471"/>
                          <a:gd name="connsiteX4" fmla="*/ 33870 w 76490"/>
                          <a:gd name="connsiteY4" fmla="*/ 27182 h 53471"/>
                          <a:gd name="connsiteX5" fmla="*/ 12439 w 76490"/>
                          <a:gd name="connsiteY5" fmla="*/ 14419 h 53471"/>
                          <a:gd name="connsiteX6" fmla="*/ 1390 w 76490"/>
                          <a:gd name="connsiteY6" fmla="*/ 1274 h 53471"/>
                          <a:gd name="connsiteX7" fmla="*/ 44252 w 76490"/>
                          <a:gd name="connsiteY7" fmla="*/ 14705 h 53471"/>
                          <a:gd name="connsiteX8" fmla="*/ 59111 w 76490"/>
                          <a:gd name="connsiteY8" fmla="*/ 30421 h 534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6490" h="53471">
                            <a:moveTo>
                              <a:pt x="59111" y="30421"/>
                            </a:moveTo>
                            <a:cubicBezTo>
                              <a:pt x="66159" y="36993"/>
                              <a:pt x="71493" y="41184"/>
                              <a:pt x="76066" y="48423"/>
                            </a:cubicBezTo>
                            <a:cubicBezTo>
                              <a:pt x="77780" y="51090"/>
                              <a:pt x="74065" y="54043"/>
                              <a:pt x="69303" y="53376"/>
                            </a:cubicBezTo>
                            <a:cubicBezTo>
                              <a:pt x="64635" y="52900"/>
                              <a:pt x="62159" y="50423"/>
                              <a:pt x="59492" y="48138"/>
                            </a:cubicBezTo>
                            <a:cubicBezTo>
                              <a:pt x="51491" y="40803"/>
                              <a:pt x="43395" y="34422"/>
                              <a:pt x="33870" y="27182"/>
                            </a:cubicBezTo>
                            <a:cubicBezTo>
                              <a:pt x="30917" y="24992"/>
                              <a:pt x="20916" y="19753"/>
                              <a:pt x="12439" y="14419"/>
                            </a:cubicBezTo>
                            <a:cubicBezTo>
                              <a:pt x="3961" y="9085"/>
                              <a:pt x="-3087" y="3941"/>
                              <a:pt x="1390" y="1274"/>
                            </a:cubicBezTo>
                            <a:cubicBezTo>
                              <a:pt x="10724" y="-4155"/>
                              <a:pt x="37108" y="9180"/>
                              <a:pt x="44252" y="14705"/>
                            </a:cubicBezTo>
                            <a:cubicBezTo>
                              <a:pt x="51872" y="20324"/>
                              <a:pt x="53777" y="25373"/>
                              <a:pt x="59111" y="3042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30" name="Graphique 1">
                      <a:extLst>
                        <a:ext uri="{FF2B5EF4-FFF2-40B4-BE49-F238E27FC236}">
                          <a16:creationId xmlns:a16="http://schemas.microsoft.com/office/drawing/2014/main" id="{688D45C3-C554-4299-B59E-C129F6379F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66595" y="2486310"/>
                      <a:ext cx="201388" cy="94418"/>
                      <a:chOff x="3966595" y="2486310"/>
                      <a:chExt cx="201388" cy="94418"/>
                    </a:xfrm>
                    <a:solidFill>
                      <a:schemeClr val="accent1"/>
                    </a:solidFill>
                  </p:grpSpPr>
                  <p:sp>
                    <p:nvSpPr>
                      <p:cNvPr id="12861" name="Forme libre : forme 12860">
                        <a:extLst>
                          <a:ext uri="{FF2B5EF4-FFF2-40B4-BE49-F238E27FC236}">
                            <a16:creationId xmlns:a16="http://schemas.microsoft.com/office/drawing/2014/main" id="{7E4ECCD6-FB78-4280-B88B-A2E36ED69F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6806" y="2486310"/>
                        <a:ext cx="201177" cy="94418"/>
                      </a:xfrm>
                      <a:custGeom>
                        <a:avLst/>
                        <a:gdLst>
                          <a:gd name="connsiteX0" fmla="*/ 133615 w 201177"/>
                          <a:gd name="connsiteY0" fmla="*/ 75629 h 94418"/>
                          <a:gd name="connsiteX1" fmla="*/ 126566 w 201177"/>
                          <a:gd name="connsiteY1" fmla="*/ 75914 h 94418"/>
                          <a:gd name="connsiteX2" fmla="*/ 119232 w 201177"/>
                          <a:gd name="connsiteY2" fmla="*/ 76295 h 94418"/>
                          <a:gd name="connsiteX3" fmla="*/ 106850 w 201177"/>
                          <a:gd name="connsiteY3" fmla="*/ 77914 h 94418"/>
                          <a:gd name="connsiteX4" fmla="*/ 82275 w 201177"/>
                          <a:gd name="connsiteY4" fmla="*/ 86106 h 94418"/>
                          <a:gd name="connsiteX5" fmla="*/ 37984 w 201177"/>
                          <a:gd name="connsiteY5" fmla="*/ 94012 h 94418"/>
                          <a:gd name="connsiteX6" fmla="*/ 4075 w 201177"/>
                          <a:gd name="connsiteY6" fmla="*/ 78772 h 94418"/>
                          <a:gd name="connsiteX7" fmla="*/ 4646 w 201177"/>
                          <a:gd name="connsiteY7" fmla="*/ 57245 h 94418"/>
                          <a:gd name="connsiteX8" fmla="*/ 24839 w 201177"/>
                          <a:gd name="connsiteY8" fmla="*/ 36767 h 94418"/>
                          <a:gd name="connsiteX9" fmla="*/ 52462 w 201177"/>
                          <a:gd name="connsiteY9" fmla="*/ 16764 h 94418"/>
                          <a:gd name="connsiteX10" fmla="*/ 90562 w 201177"/>
                          <a:gd name="connsiteY10" fmla="*/ 2953 h 94418"/>
                          <a:gd name="connsiteX11" fmla="*/ 114279 w 201177"/>
                          <a:gd name="connsiteY11" fmla="*/ 95 h 94418"/>
                          <a:gd name="connsiteX12" fmla="*/ 124376 w 201177"/>
                          <a:gd name="connsiteY12" fmla="*/ 0 h 94418"/>
                          <a:gd name="connsiteX13" fmla="*/ 131138 w 201177"/>
                          <a:gd name="connsiteY13" fmla="*/ 286 h 94418"/>
                          <a:gd name="connsiteX14" fmla="*/ 195146 w 201177"/>
                          <a:gd name="connsiteY14" fmla="*/ 27051 h 94418"/>
                          <a:gd name="connsiteX15" fmla="*/ 198385 w 201177"/>
                          <a:gd name="connsiteY15" fmla="*/ 47911 h 94418"/>
                          <a:gd name="connsiteX16" fmla="*/ 133615 w 201177"/>
                          <a:gd name="connsiteY16" fmla="*/ 75629 h 944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201177" h="94418">
                            <a:moveTo>
                              <a:pt x="133615" y="75629"/>
                            </a:moveTo>
                            <a:cubicBezTo>
                              <a:pt x="131519" y="75724"/>
                              <a:pt x="129138" y="75819"/>
                              <a:pt x="126566" y="75914"/>
                            </a:cubicBezTo>
                            <a:cubicBezTo>
                              <a:pt x="123899" y="76010"/>
                              <a:pt x="120851" y="76105"/>
                              <a:pt x="119232" y="76295"/>
                            </a:cubicBezTo>
                            <a:cubicBezTo>
                              <a:pt x="115136" y="76486"/>
                              <a:pt x="110945" y="76962"/>
                              <a:pt x="106850" y="77914"/>
                            </a:cubicBezTo>
                            <a:cubicBezTo>
                              <a:pt x="98753" y="79438"/>
                              <a:pt x="89990" y="82963"/>
                              <a:pt x="82275" y="86106"/>
                            </a:cubicBezTo>
                            <a:cubicBezTo>
                              <a:pt x="68273" y="91821"/>
                              <a:pt x="51700" y="95726"/>
                              <a:pt x="37984" y="94012"/>
                            </a:cubicBezTo>
                            <a:cubicBezTo>
                              <a:pt x="24077" y="92583"/>
                              <a:pt x="13028" y="86773"/>
                              <a:pt x="4075" y="78772"/>
                            </a:cubicBezTo>
                            <a:cubicBezTo>
                              <a:pt x="-2212" y="73247"/>
                              <a:pt x="-592" y="62294"/>
                              <a:pt x="4646" y="57245"/>
                            </a:cubicBezTo>
                            <a:cubicBezTo>
                              <a:pt x="12457" y="49721"/>
                              <a:pt x="18553" y="43053"/>
                              <a:pt x="24839" y="36767"/>
                            </a:cubicBezTo>
                            <a:cubicBezTo>
                              <a:pt x="31316" y="30480"/>
                              <a:pt x="38079" y="24384"/>
                              <a:pt x="52462" y="16764"/>
                            </a:cubicBezTo>
                            <a:cubicBezTo>
                              <a:pt x="59987" y="12859"/>
                              <a:pt x="74179" y="6287"/>
                              <a:pt x="90562" y="2953"/>
                            </a:cubicBezTo>
                            <a:cubicBezTo>
                              <a:pt x="98563" y="1238"/>
                              <a:pt x="106945" y="286"/>
                              <a:pt x="114279" y="95"/>
                            </a:cubicBezTo>
                            <a:cubicBezTo>
                              <a:pt x="117803" y="0"/>
                              <a:pt x="121899" y="0"/>
                              <a:pt x="124376" y="0"/>
                            </a:cubicBezTo>
                            <a:cubicBezTo>
                              <a:pt x="126852" y="95"/>
                              <a:pt x="129138" y="190"/>
                              <a:pt x="131138" y="286"/>
                            </a:cubicBezTo>
                            <a:cubicBezTo>
                              <a:pt x="161714" y="1619"/>
                              <a:pt x="178096" y="12287"/>
                              <a:pt x="195146" y="27051"/>
                            </a:cubicBezTo>
                            <a:cubicBezTo>
                              <a:pt x="201052" y="32195"/>
                              <a:pt x="203528" y="42481"/>
                              <a:pt x="198385" y="47911"/>
                            </a:cubicBezTo>
                            <a:cubicBezTo>
                              <a:pt x="183335" y="63722"/>
                              <a:pt x="164762" y="73723"/>
                              <a:pt x="133615" y="7562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62" name="Forme libre : forme 12861">
                        <a:extLst>
                          <a:ext uri="{FF2B5EF4-FFF2-40B4-BE49-F238E27FC236}">
                            <a16:creationId xmlns:a16="http://schemas.microsoft.com/office/drawing/2014/main" id="{6231AD87-1A40-4BAD-A3C4-B0AE2B98CB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6595" y="2533459"/>
                        <a:ext cx="198691" cy="46964"/>
                      </a:xfrm>
                      <a:custGeom>
                        <a:avLst/>
                        <a:gdLst>
                          <a:gd name="connsiteX0" fmla="*/ 80391 w 198691"/>
                          <a:gd name="connsiteY0" fmla="*/ 10192 h 46964"/>
                          <a:gd name="connsiteX1" fmla="*/ 40386 w 198691"/>
                          <a:gd name="connsiteY1" fmla="*/ 26670 h 46964"/>
                          <a:gd name="connsiteX2" fmla="*/ 0 w 198691"/>
                          <a:gd name="connsiteY2" fmla="*/ 22574 h 46964"/>
                          <a:gd name="connsiteX3" fmla="*/ 4000 w 198691"/>
                          <a:gd name="connsiteY3" fmla="*/ 31337 h 46964"/>
                          <a:gd name="connsiteX4" fmla="*/ 14097 w 198691"/>
                          <a:gd name="connsiteY4" fmla="*/ 38671 h 46964"/>
                          <a:gd name="connsiteX5" fmla="*/ 53054 w 198691"/>
                          <a:gd name="connsiteY5" fmla="*/ 46482 h 46964"/>
                          <a:gd name="connsiteX6" fmla="*/ 82201 w 198691"/>
                          <a:gd name="connsiteY6" fmla="*/ 38671 h 46964"/>
                          <a:gd name="connsiteX7" fmla="*/ 91154 w 198691"/>
                          <a:gd name="connsiteY7" fmla="*/ 35242 h 46964"/>
                          <a:gd name="connsiteX8" fmla="*/ 109156 w 198691"/>
                          <a:gd name="connsiteY8" fmla="*/ 30004 h 46964"/>
                          <a:gd name="connsiteX9" fmla="*/ 118205 w 198691"/>
                          <a:gd name="connsiteY9" fmla="*/ 28956 h 46964"/>
                          <a:gd name="connsiteX10" fmla="*/ 122872 w 198691"/>
                          <a:gd name="connsiteY10" fmla="*/ 28670 h 46964"/>
                          <a:gd name="connsiteX11" fmla="*/ 128683 w 198691"/>
                          <a:gd name="connsiteY11" fmla="*/ 28480 h 46964"/>
                          <a:gd name="connsiteX12" fmla="*/ 133826 w 198691"/>
                          <a:gd name="connsiteY12" fmla="*/ 28194 h 46964"/>
                          <a:gd name="connsiteX13" fmla="*/ 162592 w 198691"/>
                          <a:gd name="connsiteY13" fmla="*/ 23241 h 46964"/>
                          <a:gd name="connsiteX14" fmla="*/ 191071 w 198691"/>
                          <a:gd name="connsiteY14" fmla="*/ 7525 h 46964"/>
                          <a:gd name="connsiteX15" fmla="*/ 198501 w 198691"/>
                          <a:gd name="connsiteY15" fmla="*/ 476 h 46964"/>
                          <a:gd name="connsiteX16" fmla="*/ 198691 w 198691"/>
                          <a:gd name="connsiteY16" fmla="*/ 190 h 46964"/>
                          <a:gd name="connsiteX17" fmla="*/ 136588 w 198691"/>
                          <a:gd name="connsiteY17" fmla="*/ 0 h 46964"/>
                          <a:gd name="connsiteX18" fmla="*/ 121063 w 198691"/>
                          <a:gd name="connsiteY18" fmla="*/ 190 h 46964"/>
                          <a:gd name="connsiteX19" fmla="*/ 106966 w 198691"/>
                          <a:gd name="connsiteY19" fmla="*/ 1429 h 46964"/>
                          <a:gd name="connsiteX20" fmla="*/ 80391 w 198691"/>
                          <a:gd name="connsiteY20" fmla="*/ 10192 h 469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98691" h="46964">
                            <a:moveTo>
                              <a:pt x="80391" y="10192"/>
                            </a:moveTo>
                            <a:cubicBezTo>
                              <a:pt x="68580" y="15812"/>
                              <a:pt x="55340" y="23431"/>
                              <a:pt x="40386" y="26670"/>
                            </a:cubicBezTo>
                            <a:cubicBezTo>
                              <a:pt x="25622" y="30099"/>
                              <a:pt x="10668" y="28575"/>
                              <a:pt x="0" y="22574"/>
                            </a:cubicBezTo>
                            <a:cubicBezTo>
                              <a:pt x="190" y="25908"/>
                              <a:pt x="1429" y="29051"/>
                              <a:pt x="4000" y="31337"/>
                            </a:cubicBezTo>
                            <a:cubicBezTo>
                              <a:pt x="7144" y="34195"/>
                              <a:pt x="10477" y="36576"/>
                              <a:pt x="14097" y="38671"/>
                            </a:cubicBezTo>
                            <a:cubicBezTo>
                              <a:pt x="24384" y="44863"/>
                              <a:pt x="37814" y="48292"/>
                              <a:pt x="53054" y="46482"/>
                            </a:cubicBezTo>
                            <a:cubicBezTo>
                              <a:pt x="62960" y="45434"/>
                              <a:pt x="73057" y="42291"/>
                              <a:pt x="82201" y="38671"/>
                            </a:cubicBezTo>
                            <a:cubicBezTo>
                              <a:pt x="84867" y="37719"/>
                              <a:pt x="88106" y="36290"/>
                              <a:pt x="91154" y="35242"/>
                            </a:cubicBezTo>
                            <a:cubicBezTo>
                              <a:pt x="97250" y="32956"/>
                              <a:pt x="103156" y="30956"/>
                              <a:pt x="109156" y="30004"/>
                            </a:cubicBezTo>
                            <a:cubicBezTo>
                              <a:pt x="112204" y="29623"/>
                              <a:pt x="115157" y="29051"/>
                              <a:pt x="118205" y="28956"/>
                            </a:cubicBezTo>
                            <a:cubicBezTo>
                              <a:pt x="119824" y="28861"/>
                              <a:pt x="120777" y="28670"/>
                              <a:pt x="122872" y="28670"/>
                            </a:cubicBezTo>
                            <a:cubicBezTo>
                              <a:pt x="124873" y="28575"/>
                              <a:pt x="126873" y="28575"/>
                              <a:pt x="128683" y="28480"/>
                            </a:cubicBezTo>
                            <a:cubicBezTo>
                              <a:pt x="130588" y="28384"/>
                              <a:pt x="132302" y="28289"/>
                              <a:pt x="133826" y="28194"/>
                            </a:cubicBezTo>
                            <a:cubicBezTo>
                              <a:pt x="144875" y="27527"/>
                              <a:pt x="154305" y="25813"/>
                              <a:pt x="162592" y="23241"/>
                            </a:cubicBezTo>
                            <a:cubicBezTo>
                              <a:pt x="173926" y="19621"/>
                              <a:pt x="182975" y="14097"/>
                              <a:pt x="191071" y="7525"/>
                            </a:cubicBezTo>
                            <a:cubicBezTo>
                              <a:pt x="193643" y="5334"/>
                              <a:pt x="196120" y="2953"/>
                              <a:pt x="198501" y="476"/>
                            </a:cubicBezTo>
                            <a:lnTo>
                              <a:pt x="198691" y="190"/>
                            </a:lnTo>
                            <a:cubicBezTo>
                              <a:pt x="178213" y="95"/>
                              <a:pt x="157353" y="95"/>
                              <a:pt x="136588" y="0"/>
                            </a:cubicBezTo>
                            <a:lnTo>
                              <a:pt x="121063" y="190"/>
                            </a:lnTo>
                            <a:cubicBezTo>
                              <a:pt x="116300" y="286"/>
                              <a:pt x="111538" y="667"/>
                              <a:pt x="106966" y="1429"/>
                            </a:cubicBezTo>
                            <a:cubicBezTo>
                              <a:pt x="97631" y="3048"/>
                              <a:pt x="88963" y="6096"/>
                              <a:pt x="80391" y="1019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63" name="Forme libre : forme 12862">
                        <a:extLst>
                          <a:ext uri="{FF2B5EF4-FFF2-40B4-BE49-F238E27FC236}">
                            <a16:creationId xmlns:a16="http://schemas.microsoft.com/office/drawing/2014/main" id="{A092A9D1-7C1C-41DA-BE49-A9B814C802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34734" y="2514119"/>
                        <a:ext cx="93693" cy="28005"/>
                      </a:xfrm>
                      <a:custGeom>
                        <a:avLst/>
                        <a:gdLst>
                          <a:gd name="connsiteX0" fmla="*/ 93690 w 93693"/>
                          <a:gd name="connsiteY0" fmla="*/ 11910 h 28005"/>
                          <a:gd name="connsiteX1" fmla="*/ 73688 w 93693"/>
                          <a:gd name="connsiteY1" fmla="*/ 21911 h 28005"/>
                          <a:gd name="connsiteX2" fmla="*/ 57019 w 93693"/>
                          <a:gd name="connsiteY2" fmla="*/ 23816 h 28005"/>
                          <a:gd name="connsiteX3" fmla="*/ 45113 w 93693"/>
                          <a:gd name="connsiteY3" fmla="*/ 24769 h 28005"/>
                          <a:gd name="connsiteX4" fmla="*/ 20919 w 93693"/>
                          <a:gd name="connsiteY4" fmla="*/ 27341 h 28005"/>
                          <a:gd name="connsiteX5" fmla="*/ 536 w 93693"/>
                          <a:gd name="connsiteY5" fmla="*/ 23912 h 28005"/>
                          <a:gd name="connsiteX6" fmla="*/ 14061 w 93693"/>
                          <a:gd name="connsiteY6" fmla="*/ 7624 h 28005"/>
                          <a:gd name="connsiteX7" fmla="*/ 42827 w 93693"/>
                          <a:gd name="connsiteY7" fmla="*/ 99 h 28005"/>
                          <a:gd name="connsiteX8" fmla="*/ 56543 w 93693"/>
                          <a:gd name="connsiteY8" fmla="*/ 290 h 28005"/>
                          <a:gd name="connsiteX9" fmla="*/ 73021 w 93693"/>
                          <a:gd name="connsiteY9" fmla="*/ 2099 h 28005"/>
                          <a:gd name="connsiteX10" fmla="*/ 93690 w 93693"/>
                          <a:gd name="connsiteY10" fmla="*/ 11910 h 280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3693" h="28005">
                            <a:moveTo>
                              <a:pt x="93690" y="11910"/>
                            </a:moveTo>
                            <a:cubicBezTo>
                              <a:pt x="93881" y="16958"/>
                              <a:pt x="84641" y="20102"/>
                              <a:pt x="73688" y="21911"/>
                            </a:cubicBezTo>
                            <a:cubicBezTo>
                              <a:pt x="68258" y="22864"/>
                              <a:pt x="62353" y="23435"/>
                              <a:pt x="57019" y="23816"/>
                            </a:cubicBezTo>
                            <a:cubicBezTo>
                              <a:pt x="52161" y="24197"/>
                              <a:pt x="47875" y="24483"/>
                              <a:pt x="45113" y="24769"/>
                            </a:cubicBezTo>
                            <a:cubicBezTo>
                              <a:pt x="39588" y="25340"/>
                              <a:pt x="29968" y="26198"/>
                              <a:pt x="20919" y="27341"/>
                            </a:cubicBezTo>
                            <a:cubicBezTo>
                              <a:pt x="11871" y="28293"/>
                              <a:pt x="3012" y="28960"/>
                              <a:pt x="536" y="23912"/>
                            </a:cubicBezTo>
                            <a:cubicBezTo>
                              <a:pt x="-1941" y="19054"/>
                              <a:pt x="4441" y="12577"/>
                              <a:pt x="14061" y="7624"/>
                            </a:cubicBezTo>
                            <a:cubicBezTo>
                              <a:pt x="23586" y="2576"/>
                              <a:pt x="36350" y="290"/>
                              <a:pt x="42827" y="99"/>
                            </a:cubicBezTo>
                            <a:cubicBezTo>
                              <a:pt x="45970" y="-91"/>
                              <a:pt x="51209" y="4"/>
                              <a:pt x="56543" y="290"/>
                            </a:cubicBezTo>
                            <a:cubicBezTo>
                              <a:pt x="61686" y="670"/>
                              <a:pt x="67592" y="1242"/>
                              <a:pt x="73021" y="2099"/>
                            </a:cubicBezTo>
                            <a:cubicBezTo>
                              <a:pt x="83975" y="3814"/>
                              <a:pt x="93500" y="6862"/>
                              <a:pt x="93690" y="1191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64" name="Forme libre : forme 12863">
                        <a:extLst>
                          <a:ext uri="{FF2B5EF4-FFF2-40B4-BE49-F238E27FC236}">
                            <a16:creationId xmlns:a16="http://schemas.microsoft.com/office/drawing/2014/main" id="{9D0BBB5F-87AC-4885-8B5D-5DF84579D8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33899" y="2521172"/>
                        <a:ext cx="65569" cy="20764"/>
                      </a:xfrm>
                      <a:custGeom>
                        <a:avLst/>
                        <a:gdLst>
                          <a:gd name="connsiteX0" fmla="*/ 16801 w 65569"/>
                          <a:gd name="connsiteY0" fmla="*/ 0 h 20764"/>
                          <a:gd name="connsiteX1" fmla="*/ 990 w 65569"/>
                          <a:gd name="connsiteY1" fmla="*/ 17145 h 20764"/>
                          <a:gd name="connsiteX2" fmla="*/ 21754 w 65569"/>
                          <a:gd name="connsiteY2" fmla="*/ 20288 h 20764"/>
                          <a:gd name="connsiteX3" fmla="*/ 46424 w 65569"/>
                          <a:gd name="connsiteY3" fmla="*/ 17716 h 20764"/>
                          <a:gd name="connsiteX4" fmla="*/ 55187 w 65569"/>
                          <a:gd name="connsiteY4" fmla="*/ 16954 h 20764"/>
                          <a:gd name="connsiteX5" fmla="*/ 65569 w 65569"/>
                          <a:gd name="connsiteY5" fmla="*/ 15812 h 20764"/>
                          <a:gd name="connsiteX6" fmla="*/ 54711 w 65569"/>
                          <a:gd name="connsiteY6" fmla="*/ 15145 h 20764"/>
                          <a:gd name="connsiteX7" fmla="*/ 32327 w 65569"/>
                          <a:gd name="connsiteY7" fmla="*/ 10096 h 20764"/>
                          <a:gd name="connsiteX8" fmla="*/ 16801 w 65569"/>
                          <a:gd name="connsiteY8" fmla="*/ 0 h 20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5569" h="20764">
                            <a:moveTo>
                              <a:pt x="16801" y="0"/>
                            </a:moveTo>
                            <a:cubicBezTo>
                              <a:pt x="10991" y="3524"/>
                              <a:pt x="-3963" y="11811"/>
                              <a:pt x="990" y="17145"/>
                            </a:cubicBezTo>
                            <a:cubicBezTo>
                              <a:pt x="4895" y="21431"/>
                              <a:pt x="13182" y="21050"/>
                              <a:pt x="21754" y="20288"/>
                            </a:cubicBezTo>
                            <a:cubicBezTo>
                              <a:pt x="30327" y="19336"/>
                              <a:pt x="39471" y="18288"/>
                              <a:pt x="46424" y="17716"/>
                            </a:cubicBezTo>
                            <a:cubicBezTo>
                              <a:pt x="48519" y="17716"/>
                              <a:pt x="51758" y="17336"/>
                              <a:pt x="55187" y="16954"/>
                            </a:cubicBezTo>
                            <a:cubicBezTo>
                              <a:pt x="58997" y="16669"/>
                              <a:pt x="62997" y="16193"/>
                              <a:pt x="65569" y="15812"/>
                            </a:cubicBezTo>
                            <a:cubicBezTo>
                              <a:pt x="62521" y="15716"/>
                              <a:pt x="57473" y="15716"/>
                              <a:pt x="54711" y="15145"/>
                            </a:cubicBezTo>
                            <a:cubicBezTo>
                              <a:pt x="47853" y="13621"/>
                              <a:pt x="40328" y="11906"/>
                              <a:pt x="32327" y="10096"/>
                            </a:cubicBezTo>
                            <a:cubicBezTo>
                              <a:pt x="25374" y="8096"/>
                              <a:pt x="19182" y="5524"/>
                              <a:pt x="16801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65" name="Forme libre : forme 12864">
                        <a:extLst>
                          <a:ext uri="{FF2B5EF4-FFF2-40B4-BE49-F238E27FC236}">
                            <a16:creationId xmlns:a16="http://schemas.microsoft.com/office/drawing/2014/main" id="{054D7321-E2B3-46D7-99C5-22BDC0A428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40255" y="2516842"/>
                        <a:ext cx="93435" cy="26519"/>
                      </a:xfrm>
                      <a:custGeom>
                        <a:avLst/>
                        <a:gdLst>
                          <a:gd name="connsiteX0" fmla="*/ 93313 w 93435"/>
                          <a:gd name="connsiteY0" fmla="*/ 11664 h 26519"/>
                          <a:gd name="connsiteX1" fmla="*/ 72167 w 93435"/>
                          <a:gd name="connsiteY1" fmla="*/ 21855 h 26519"/>
                          <a:gd name="connsiteX2" fmla="*/ 56165 w 93435"/>
                          <a:gd name="connsiteY2" fmla="*/ 23951 h 26519"/>
                          <a:gd name="connsiteX3" fmla="*/ 43687 w 93435"/>
                          <a:gd name="connsiteY3" fmla="*/ 24904 h 26519"/>
                          <a:gd name="connsiteX4" fmla="*/ 20256 w 93435"/>
                          <a:gd name="connsiteY4" fmla="*/ 26332 h 26519"/>
                          <a:gd name="connsiteX5" fmla="*/ 634 w 93435"/>
                          <a:gd name="connsiteY5" fmla="*/ 21855 h 26519"/>
                          <a:gd name="connsiteX6" fmla="*/ 14255 w 93435"/>
                          <a:gd name="connsiteY6" fmla="*/ 6139 h 26519"/>
                          <a:gd name="connsiteX7" fmla="*/ 42544 w 93435"/>
                          <a:gd name="connsiteY7" fmla="*/ 43 h 26519"/>
                          <a:gd name="connsiteX8" fmla="*/ 93313 w 93435"/>
                          <a:gd name="connsiteY8" fmla="*/ 11664 h 265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435" h="26519">
                            <a:moveTo>
                              <a:pt x="93313" y="11664"/>
                            </a:moveTo>
                            <a:cubicBezTo>
                              <a:pt x="91884" y="16712"/>
                              <a:pt x="82740" y="19855"/>
                              <a:pt x="72167" y="21855"/>
                            </a:cubicBezTo>
                            <a:cubicBezTo>
                              <a:pt x="66928" y="22808"/>
                              <a:pt x="61309" y="23475"/>
                              <a:pt x="56165" y="23951"/>
                            </a:cubicBezTo>
                            <a:cubicBezTo>
                              <a:pt x="51307" y="24332"/>
                              <a:pt x="46926" y="24713"/>
                              <a:pt x="43687" y="24904"/>
                            </a:cubicBezTo>
                            <a:cubicBezTo>
                              <a:pt x="37972" y="25285"/>
                              <a:pt x="29114" y="25761"/>
                              <a:pt x="20256" y="26332"/>
                            </a:cubicBezTo>
                            <a:cubicBezTo>
                              <a:pt x="11779" y="26808"/>
                              <a:pt x="3492" y="26713"/>
                              <a:pt x="634" y="21855"/>
                            </a:cubicBezTo>
                            <a:cubicBezTo>
                              <a:pt x="-2128" y="16998"/>
                              <a:pt x="4444" y="10711"/>
                              <a:pt x="14255" y="6139"/>
                            </a:cubicBezTo>
                            <a:cubicBezTo>
                              <a:pt x="24066" y="1472"/>
                              <a:pt x="36734" y="-52"/>
                              <a:pt x="42544" y="43"/>
                            </a:cubicBezTo>
                            <a:cubicBezTo>
                              <a:pt x="54451" y="-338"/>
                              <a:pt x="95980" y="1663"/>
                              <a:pt x="93313" y="1166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66" name="Forme libre : forme 12865">
                        <a:extLst>
                          <a:ext uri="{FF2B5EF4-FFF2-40B4-BE49-F238E27FC236}">
                            <a16:creationId xmlns:a16="http://schemas.microsoft.com/office/drawing/2014/main" id="{8B292D5B-3780-414D-8D97-42EEEEBB63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2329" y="2523432"/>
                        <a:ext cx="114503" cy="40936"/>
                      </a:xfrm>
                      <a:custGeom>
                        <a:avLst/>
                        <a:gdLst>
                          <a:gd name="connsiteX0" fmla="*/ 1698 w 114503"/>
                          <a:gd name="connsiteY0" fmla="*/ 31458 h 40936"/>
                          <a:gd name="connsiteX1" fmla="*/ 17414 w 114503"/>
                          <a:gd name="connsiteY1" fmla="*/ 39650 h 40936"/>
                          <a:gd name="connsiteX2" fmla="*/ 64087 w 114503"/>
                          <a:gd name="connsiteY2" fmla="*/ 37649 h 40936"/>
                          <a:gd name="connsiteX3" fmla="*/ 97710 w 114503"/>
                          <a:gd name="connsiteY3" fmla="*/ 28982 h 40936"/>
                          <a:gd name="connsiteX4" fmla="*/ 114093 w 114503"/>
                          <a:gd name="connsiteY4" fmla="*/ 15170 h 40936"/>
                          <a:gd name="connsiteX5" fmla="*/ 99329 w 114503"/>
                          <a:gd name="connsiteY5" fmla="*/ 9360 h 40936"/>
                          <a:gd name="connsiteX6" fmla="*/ 57800 w 114503"/>
                          <a:gd name="connsiteY6" fmla="*/ 1550 h 40936"/>
                          <a:gd name="connsiteX7" fmla="*/ 15128 w 114503"/>
                          <a:gd name="connsiteY7" fmla="*/ 5741 h 40936"/>
                          <a:gd name="connsiteX8" fmla="*/ 2365 w 114503"/>
                          <a:gd name="connsiteY8" fmla="*/ 18028 h 40936"/>
                          <a:gd name="connsiteX9" fmla="*/ 1698 w 114503"/>
                          <a:gd name="connsiteY9" fmla="*/ 31458 h 409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14503" h="40936">
                            <a:moveTo>
                              <a:pt x="1698" y="31458"/>
                            </a:moveTo>
                            <a:cubicBezTo>
                              <a:pt x="5603" y="36887"/>
                              <a:pt x="8651" y="38411"/>
                              <a:pt x="17414" y="39650"/>
                            </a:cubicBezTo>
                            <a:cubicBezTo>
                              <a:pt x="34083" y="42126"/>
                              <a:pt x="49037" y="40793"/>
                              <a:pt x="64087" y="37649"/>
                            </a:cubicBezTo>
                            <a:cubicBezTo>
                              <a:pt x="76660" y="35078"/>
                              <a:pt x="86471" y="32506"/>
                              <a:pt x="97710" y="28982"/>
                            </a:cubicBezTo>
                            <a:cubicBezTo>
                              <a:pt x="107425" y="26315"/>
                              <a:pt x="116569" y="21266"/>
                              <a:pt x="114093" y="15170"/>
                            </a:cubicBezTo>
                            <a:cubicBezTo>
                              <a:pt x="112569" y="11456"/>
                              <a:pt x="105139" y="11075"/>
                              <a:pt x="99329" y="9360"/>
                            </a:cubicBezTo>
                            <a:cubicBezTo>
                              <a:pt x="86089" y="5169"/>
                              <a:pt x="73135" y="3455"/>
                              <a:pt x="57800" y="1550"/>
                            </a:cubicBezTo>
                            <a:cubicBezTo>
                              <a:pt x="44751" y="-355"/>
                              <a:pt x="28463" y="-1879"/>
                              <a:pt x="15128" y="5741"/>
                            </a:cubicBezTo>
                            <a:cubicBezTo>
                              <a:pt x="9127" y="8979"/>
                              <a:pt x="4936" y="13456"/>
                              <a:pt x="2365" y="18028"/>
                            </a:cubicBezTo>
                            <a:cubicBezTo>
                              <a:pt x="-302" y="22600"/>
                              <a:pt x="-969" y="27553"/>
                              <a:pt x="1698" y="3145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67" name="Forme libre : forme 12866">
                        <a:extLst>
                          <a:ext uri="{FF2B5EF4-FFF2-40B4-BE49-F238E27FC236}">
                            <a16:creationId xmlns:a16="http://schemas.microsoft.com/office/drawing/2014/main" id="{1E83A2CF-D1CF-4AEF-973A-5A9FCFB163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12025" y="2514156"/>
                        <a:ext cx="34306" cy="24429"/>
                      </a:xfrm>
                      <a:custGeom>
                        <a:avLst/>
                        <a:gdLst>
                          <a:gd name="connsiteX0" fmla="*/ 2195 w 34306"/>
                          <a:gd name="connsiteY0" fmla="*/ 19398 h 24429"/>
                          <a:gd name="connsiteX1" fmla="*/ 4 w 34306"/>
                          <a:gd name="connsiteY1" fmla="*/ 23113 h 24429"/>
                          <a:gd name="connsiteX2" fmla="*/ 3528 w 34306"/>
                          <a:gd name="connsiteY2" fmla="*/ 24256 h 24429"/>
                          <a:gd name="connsiteX3" fmla="*/ 9910 w 34306"/>
                          <a:gd name="connsiteY3" fmla="*/ 21494 h 24429"/>
                          <a:gd name="connsiteX4" fmla="*/ 25055 w 34306"/>
                          <a:gd name="connsiteY4" fmla="*/ 12254 h 24429"/>
                          <a:gd name="connsiteX5" fmla="*/ 30579 w 34306"/>
                          <a:gd name="connsiteY5" fmla="*/ 8349 h 24429"/>
                          <a:gd name="connsiteX6" fmla="*/ 23626 w 34306"/>
                          <a:gd name="connsiteY6" fmla="*/ 2063 h 24429"/>
                          <a:gd name="connsiteX7" fmla="*/ 2195 w 34306"/>
                          <a:gd name="connsiteY7" fmla="*/ 19398 h 24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4306" h="24429">
                            <a:moveTo>
                              <a:pt x="2195" y="19398"/>
                            </a:moveTo>
                            <a:cubicBezTo>
                              <a:pt x="956" y="20827"/>
                              <a:pt x="99" y="21779"/>
                              <a:pt x="4" y="23113"/>
                            </a:cubicBezTo>
                            <a:cubicBezTo>
                              <a:pt x="-92" y="24446"/>
                              <a:pt x="1623" y="24637"/>
                              <a:pt x="3528" y="24256"/>
                            </a:cubicBezTo>
                            <a:cubicBezTo>
                              <a:pt x="5433" y="23875"/>
                              <a:pt x="8005" y="22637"/>
                              <a:pt x="9910" y="21494"/>
                            </a:cubicBezTo>
                            <a:cubicBezTo>
                              <a:pt x="14863" y="18732"/>
                              <a:pt x="20292" y="15493"/>
                              <a:pt x="25055" y="12254"/>
                            </a:cubicBezTo>
                            <a:cubicBezTo>
                              <a:pt x="27055" y="10921"/>
                              <a:pt x="29055" y="9778"/>
                              <a:pt x="30579" y="8349"/>
                            </a:cubicBezTo>
                            <a:cubicBezTo>
                              <a:pt x="37151" y="2539"/>
                              <a:pt x="35151" y="-3176"/>
                              <a:pt x="23626" y="2063"/>
                            </a:cubicBezTo>
                            <a:cubicBezTo>
                              <a:pt x="14863" y="6159"/>
                              <a:pt x="7243" y="13683"/>
                              <a:pt x="2195" y="1939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68" name="Forme libre : forme 12867">
                        <a:extLst>
                          <a:ext uri="{FF2B5EF4-FFF2-40B4-BE49-F238E27FC236}">
                            <a16:creationId xmlns:a16="http://schemas.microsoft.com/office/drawing/2014/main" id="{6114B28B-7AAE-402C-BF23-D618B82AD6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02707" y="2531459"/>
                        <a:ext cx="59531" cy="28765"/>
                      </a:xfrm>
                      <a:custGeom>
                        <a:avLst/>
                        <a:gdLst>
                          <a:gd name="connsiteX0" fmla="*/ 59531 w 59531"/>
                          <a:gd name="connsiteY0" fmla="*/ 0 h 28765"/>
                          <a:gd name="connsiteX1" fmla="*/ 0 w 59531"/>
                          <a:gd name="connsiteY1" fmla="*/ 28766 h 28765"/>
                          <a:gd name="connsiteX2" fmla="*/ 59531 w 59531"/>
                          <a:gd name="connsiteY2" fmla="*/ 0 h 28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9531" h="28765">
                            <a:moveTo>
                              <a:pt x="59531" y="0"/>
                            </a:moveTo>
                            <a:cubicBezTo>
                              <a:pt x="51340" y="14288"/>
                              <a:pt x="19907" y="23527"/>
                              <a:pt x="0" y="28766"/>
                            </a:cubicBezTo>
                            <a:cubicBezTo>
                              <a:pt x="21717" y="23051"/>
                              <a:pt x="44387" y="10954"/>
                              <a:pt x="5953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69" name="Forme libre : forme 12868">
                        <a:extLst>
                          <a:ext uri="{FF2B5EF4-FFF2-40B4-BE49-F238E27FC236}">
                            <a16:creationId xmlns:a16="http://schemas.microsoft.com/office/drawing/2014/main" id="{A6D28AE0-D17B-46C5-8676-47DE34F586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72595" y="2504122"/>
                        <a:ext cx="49911" cy="41243"/>
                      </a:xfrm>
                      <a:custGeom>
                        <a:avLst/>
                        <a:gdLst>
                          <a:gd name="connsiteX0" fmla="*/ 49911 w 49911"/>
                          <a:gd name="connsiteY0" fmla="*/ 0 h 41243"/>
                          <a:gd name="connsiteX1" fmla="*/ 22098 w 49911"/>
                          <a:gd name="connsiteY1" fmla="*/ 21146 h 41243"/>
                          <a:gd name="connsiteX2" fmla="*/ 0 w 49911"/>
                          <a:gd name="connsiteY2" fmla="*/ 41243 h 41243"/>
                          <a:gd name="connsiteX3" fmla="*/ 23146 w 49911"/>
                          <a:gd name="connsiteY3" fmla="*/ 22003 h 41243"/>
                          <a:gd name="connsiteX4" fmla="*/ 49911 w 49911"/>
                          <a:gd name="connsiteY4" fmla="*/ 0 h 412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9911" h="41243">
                            <a:moveTo>
                              <a:pt x="49911" y="0"/>
                            </a:moveTo>
                            <a:cubicBezTo>
                              <a:pt x="36481" y="7049"/>
                              <a:pt x="29242" y="14288"/>
                              <a:pt x="22098" y="21146"/>
                            </a:cubicBezTo>
                            <a:cubicBezTo>
                              <a:pt x="15145" y="28099"/>
                              <a:pt x="7811" y="34957"/>
                              <a:pt x="0" y="41243"/>
                            </a:cubicBezTo>
                            <a:cubicBezTo>
                              <a:pt x="7144" y="34957"/>
                              <a:pt x="15431" y="28956"/>
                              <a:pt x="23146" y="22003"/>
                            </a:cubicBezTo>
                            <a:cubicBezTo>
                              <a:pt x="30766" y="15240"/>
                              <a:pt x="39148" y="7334"/>
                              <a:pt x="4991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70" name="Forme libre : forme 12869">
                        <a:extLst>
                          <a:ext uri="{FF2B5EF4-FFF2-40B4-BE49-F238E27FC236}">
                            <a16:creationId xmlns:a16="http://schemas.microsoft.com/office/drawing/2014/main" id="{AC10C5CF-AB69-4A46-9357-F435BE0DC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0755" y="2516394"/>
                        <a:ext cx="36023" cy="8694"/>
                      </a:xfrm>
                      <a:custGeom>
                        <a:avLst/>
                        <a:gdLst>
                          <a:gd name="connsiteX0" fmla="*/ 35762 w 36023"/>
                          <a:gd name="connsiteY0" fmla="*/ 6492 h 8694"/>
                          <a:gd name="connsiteX1" fmla="*/ 14997 w 36023"/>
                          <a:gd name="connsiteY1" fmla="*/ 8111 h 8694"/>
                          <a:gd name="connsiteX2" fmla="*/ 234 w 36023"/>
                          <a:gd name="connsiteY2" fmla="*/ 3253 h 8694"/>
                          <a:gd name="connsiteX3" fmla="*/ 9759 w 36023"/>
                          <a:gd name="connsiteY3" fmla="*/ 15 h 8694"/>
                          <a:gd name="connsiteX4" fmla="*/ 20617 w 36023"/>
                          <a:gd name="connsiteY4" fmla="*/ 682 h 8694"/>
                          <a:gd name="connsiteX5" fmla="*/ 35762 w 36023"/>
                          <a:gd name="connsiteY5" fmla="*/ 6492 h 86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023" h="8694">
                            <a:moveTo>
                              <a:pt x="35762" y="6492"/>
                            </a:moveTo>
                            <a:cubicBezTo>
                              <a:pt x="33476" y="10016"/>
                              <a:pt x="19284" y="8302"/>
                              <a:pt x="14997" y="8111"/>
                            </a:cubicBezTo>
                            <a:cubicBezTo>
                              <a:pt x="10711" y="7444"/>
                              <a:pt x="-1862" y="7254"/>
                              <a:pt x="234" y="3253"/>
                            </a:cubicBezTo>
                            <a:cubicBezTo>
                              <a:pt x="1281" y="1348"/>
                              <a:pt x="5472" y="205"/>
                              <a:pt x="9759" y="15"/>
                            </a:cubicBezTo>
                            <a:cubicBezTo>
                              <a:pt x="14045" y="-81"/>
                              <a:pt x="18712" y="301"/>
                              <a:pt x="20617" y="682"/>
                            </a:cubicBezTo>
                            <a:cubicBezTo>
                              <a:pt x="24713" y="1253"/>
                              <a:pt x="38048" y="2968"/>
                              <a:pt x="35762" y="649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71" name="Forme libre : forme 12870">
                        <a:extLst>
                          <a:ext uri="{FF2B5EF4-FFF2-40B4-BE49-F238E27FC236}">
                            <a16:creationId xmlns:a16="http://schemas.microsoft.com/office/drawing/2014/main" id="{3243E187-95DC-4060-A946-6CFF2DE51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02021" y="2520315"/>
                        <a:ext cx="10050" cy="3255"/>
                      </a:xfrm>
                      <a:custGeom>
                        <a:avLst/>
                        <a:gdLst>
                          <a:gd name="connsiteX0" fmla="*/ 10020 w 10050"/>
                          <a:gd name="connsiteY0" fmla="*/ 1619 h 3255"/>
                          <a:gd name="connsiteX1" fmla="*/ 5448 w 10050"/>
                          <a:gd name="connsiteY1" fmla="*/ 3238 h 3255"/>
                          <a:gd name="connsiteX2" fmla="*/ 19 w 10050"/>
                          <a:gd name="connsiteY2" fmla="*/ 1619 h 3255"/>
                          <a:gd name="connsiteX3" fmla="*/ 4496 w 10050"/>
                          <a:gd name="connsiteY3" fmla="*/ 0 h 3255"/>
                          <a:gd name="connsiteX4" fmla="*/ 10020 w 10050"/>
                          <a:gd name="connsiteY4" fmla="*/ 1619 h 32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50" h="3255">
                            <a:moveTo>
                              <a:pt x="10020" y="1619"/>
                            </a:moveTo>
                            <a:cubicBezTo>
                              <a:pt x="10401" y="3048"/>
                              <a:pt x="7067" y="3334"/>
                              <a:pt x="5448" y="3238"/>
                            </a:cubicBezTo>
                            <a:cubicBezTo>
                              <a:pt x="3734" y="3238"/>
                              <a:pt x="400" y="2953"/>
                              <a:pt x="19" y="1619"/>
                            </a:cubicBezTo>
                            <a:cubicBezTo>
                              <a:pt x="-267" y="190"/>
                              <a:pt x="2781" y="0"/>
                              <a:pt x="4496" y="0"/>
                            </a:cubicBezTo>
                            <a:cubicBezTo>
                              <a:pt x="6115" y="0"/>
                              <a:pt x="9639" y="286"/>
                              <a:pt x="10020" y="16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72" name="Forme libre : forme 12871">
                        <a:extLst>
                          <a:ext uri="{FF2B5EF4-FFF2-40B4-BE49-F238E27FC236}">
                            <a16:creationId xmlns:a16="http://schemas.microsoft.com/office/drawing/2014/main" id="{C20439FF-6188-4359-B671-63A9E89670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7382" y="2492692"/>
                        <a:ext cx="90857" cy="35722"/>
                      </a:xfrm>
                      <a:custGeom>
                        <a:avLst/>
                        <a:gdLst>
                          <a:gd name="connsiteX0" fmla="*/ 69043 w 90857"/>
                          <a:gd name="connsiteY0" fmla="*/ 15145 h 35722"/>
                          <a:gd name="connsiteX1" fmla="*/ 90284 w 90857"/>
                          <a:gd name="connsiteY1" fmla="*/ 29908 h 35722"/>
                          <a:gd name="connsiteX2" fmla="*/ 84188 w 90857"/>
                          <a:gd name="connsiteY2" fmla="*/ 35719 h 35722"/>
                          <a:gd name="connsiteX3" fmla="*/ 73710 w 90857"/>
                          <a:gd name="connsiteY3" fmla="*/ 32385 h 35722"/>
                          <a:gd name="connsiteX4" fmla="*/ 42850 w 90857"/>
                          <a:gd name="connsiteY4" fmla="*/ 19145 h 35722"/>
                          <a:gd name="connsiteX5" fmla="*/ 18180 w 90857"/>
                          <a:gd name="connsiteY5" fmla="*/ 13811 h 35722"/>
                          <a:gd name="connsiteX6" fmla="*/ 749 w 90857"/>
                          <a:gd name="connsiteY6" fmla="*/ 5810 h 35722"/>
                          <a:gd name="connsiteX7" fmla="*/ 11036 w 90857"/>
                          <a:gd name="connsiteY7" fmla="*/ 952 h 35722"/>
                          <a:gd name="connsiteX8" fmla="*/ 18656 w 90857"/>
                          <a:gd name="connsiteY8" fmla="*/ 95 h 35722"/>
                          <a:gd name="connsiteX9" fmla="*/ 22752 w 90857"/>
                          <a:gd name="connsiteY9" fmla="*/ 0 h 35722"/>
                          <a:gd name="connsiteX10" fmla="*/ 26085 w 90857"/>
                          <a:gd name="connsiteY10" fmla="*/ 95 h 35722"/>
                          <a:gd name="connsiteX11" fmla="*/ 49136 w 90857"/>
                          <a:gd name="connsiteY11" fmla="*/ 4000 h 35722"/>
                          <a:gd name="connsiteX12" fmla="*/ 69043 w 90857"/>
                          <a:gd name="connsiteY12" fmla="*/ 15145 h 357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0857" h="35722">
                            <a:moveTo>
                              <a:pt x="69043" y="15145"/>
                            </a:moveTo>
                            <a:cubicBezTo>
                              <a:pt x="78187" y="19812"/>
                              <a:pt x="84950" y="23146"/>
                              <a:pt x="90284" y="29908"/>
                            </a:cubicBezTo>
                            <a:cubicBezTo>
                              <a:pt x="92284" y="32385"/>
                              <a:pt x="88760" y="35528"/>
                              <a:pt x="84188" y="35719"/>
                            </a:cubicBezTo>
                            <a:cubicBezTo>
                              <a:pt x="79616" y="35814"/>
                              <a:pt x="76759" y="34099"/>
                              <a:pt x="73710" y="32385"/>
                            </a:cubicBezTo>
                            <a:cubicBezTo>
                              <a:pt x="64281" y="26956"/>
                              <a:pt x="54184" y="23050"/>
                              <a:pt x="42850" y="19145"/>
                            </a:cubicBezTo>
                            <a:cubicBezTo>
                              <a:pt x="39040" y="18002"/>
                              <a:pt x="28657" y="16002"/>
                              <a:pt x="18180" y="13811"/>
                            </a:cubicBezTo>
                            <a:cubicBezTo>
                              <a:pt x="7226" y="11430"/>
                              <a:pt x="-2870" y="10287"/>
                              <a:pt x="749" y="5810"/>
                            </a:cubicBezTo>
                            <a:cubicBezTo>
                              <a:pt x="2559" y="3715"/>
                              <a:pt x="6274" y="2000"/>
                              <a:pt x="11036" y="952"/>
                            </a:cubicBezTo>
                            <a:cubicBezTo>
                              <a:pt x="13417" y="571"/>
                              <a:pt x="15989" y="286"/>
                              <a:pt x="18656" y="95"/>
                            </a:cubicBezTo>
                            <a:cubicBezTo>
                              <a:pt x="19990" y="95"/>
                              <a:pt x="21323" y="0"/>
                              <a:pt x="22752" y="0"/>
                            </a:cubicBezTo>
                            <a:lnTo>
                              <a:pt x="26085" y="95"/>
                            </a:lnTo>
                            <a:cubicBezTo>
                              <a:pt x="35134" y="571"/>
                              <a:pt x="44469" y="2476"/>
                              <a:pt x="49136" y="4000"/>
                            </a:cubicBezTo>
                            <a:cubicBezTo>
                              <a:pt x="58470" y="7144"/>
                              <a:pt x="62090" y="11525"/>
                              <a:pt x="69043" y="1514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31" name="Graphique 1">
                      <a:extLst>
                        <a:ext uri="{FF2B5EF4-FFF2-40B4-BE49-F238E27FC236}">
                          <a16:creationId xmlns:a16="http://schemas.microsoft.com/office/drawing/2014/main" id="{7D1ABC72-B99C-49D7-99A0-BBCB5E6CB0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67858" y="2486930"/>
                      <a:ext cx="206530" cy="77081"/>
                      <a:chOff x="4167858" y="2486930"/>
                      <a:chExt cx="206530" cy="77081"/>
                    </a:xfrm>
                    <a:solidFill>
                      <a:schemeClr val="accent1"/>
                    </a:solidFill>
                  </p:grpSpPr>
                  <p:sp>
                    <p:nvSpPr>
                      <p:cNvPr id="12849" name="Forme libre : forme 12848">
                        <a:extLst>
                          <a:ext uri="{FF2B5EF4-FFF2-40B4-BE49-F238E27FC236}">
                            <a16:creationId xmlns:a16="http://schemas.microsoft.com/office/drawing/2014/main" id="{B3353CEE-D861-4219-936E-B3862A1D9A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7877" y="2486930"/>
                        <a:ext cx="206512" cy="77081"/>
                      </a:xfrm>
                      <a:custGeom>
                        <a:avLst/>
                        <a:gdLst>
                          <a:gd name="connsiteX0" fmla="*/ 140189 w 206512"/>
                          <a:gd name="connsiteY0" fmla="*/ 75295 h 77081"/>
                          <a:gd name="connsiteX1" fmla="*/ 69895 w 206512"/>
                          <a:gd name="connsiteY1" fmla="*/ 76723 h 77081"/>
                          <a:gd name="connsiteX2" fmla="*/ 3886 w 206512"/>
                          <a:gd name="connsiteY2" fmla="*/ 47958 h 77081"/>
                          <a:gd name="connsiteX3" fmla="*/ 5029 w 206512"/>
                          <a:gd name="connsiteY3" fmla="*/ 26431 h 77081"/>
                          <a:gd name="connsiteX4" fmla="*/ 71038 w 206512"/>
                          <a:gd name="connsiteY4" fmla="*/ 1286 h 77081"/>
                          <a:gd name="connsiteX5" fmla="*/ 135236 w 206512"/>
                          <a:gd name="connsiteY5" fmla="*/ 47 h 77081"/>
                          <a:gd name="connsiteX6" fmla="*/ 200101 w 206512"/>
                          <a:gd name="connsiteY6" fmla="*/ 24907 h 77081"/>
                          <a:gd name="connsiteX7" fmla="*/ 203911 w 206512"/>
                          <a:gd name="connsiteY7" fmla="*/ 45672 h 77081"/>
                          <a:gd name="connsiteX8" fmla="*/ 140189 w 206512"/>
                          <a:gd name="connsiteY8" fmla="*/ 75295 h 770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06512" h="77081">
                            <a:moveTo>
                              <a:pt x="140189" y="75295"/>
                            </a:moveTo>
                            <a:cubicBezTo>
                              <a:pt x="123616" y="76819"/>
                              <a:pt x="87325" y="77581"/>
                              <a:pt x="69895" y="76723"/>
                            </a:cubicBezTo>
                            <a:cubicBezTo>
                              <a:pt x="37319" y="75009"/>
                              <a:pt x="20460" y="64341"/>
                              <a:pt x="3886" y="47958"/>
                            </a:cubicBezTo>
                            <a:cubicBezTo>
                              <a:pt x="-1829" y="42338"/>
                              <a:pt x="-1067" y="31385"/>
                              <a:pt x="5029" y="26431"/>
                            </a:cubicBezTo>
                            <a:cubicBezTo>
                              <a:pt x="22746" y="12049"/>
                              <a:pt x="41320" y="3000"/>
                              <a:pt x="71038" y="1286"/>
                            </a:cubicBezTo>
                            <a:cubicBezTo>
                              <a:pt x="86944" y="238"/>
                              <a:pt x="118853" y="-143"/>
                              <a:pt x="135236" y="47"/>
                            </a:cubicBezTo>
                            <a:cubicBezTo>
                              <a:pt x="165811" y="523"/>
                              <a:pt x="182575" y="10620"/>
                              <a:pt x="200101" y="24907"/>
                            </a:cubicBezTo>
                            <a:cubicBezTo>
                              <a:pt x="206102" y="29861"/>
                              <a:pt x="208960" y="40052"/>
                              <a:pt x="203911" y="45672"/>
                            </a:cubicBezTo>
                            <a:cubicBezTo>
                              <a:pt x="189529" y="61864"/>
                              <a:pt x="171241" y="72532"/>
                              <a:pt x="140189" y="7529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50" name="Forme libre : forme 12849">
                        <a:extLst>
                          <a:ext uri="{FF2B5EF4-FFF2-40B4-BE49-F238E27FC236}">
                            <a16:creationId xmlns:a16="http://schemas.microsoft.com/office/drawing/2014/main" id="{8AEACA6C-A37D-48FC-990E-37A419C991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7858" y="2525839"/>
                        <a:ext cx="203930" cy="37946"/>
                      </a:xfrm>
                      <a:custGeom>
                        <a:avLst/>
                        <a:gdLst>
                          <a:gd name="connsiteX0" fmla="*/ 80391 w 203930"/>
                          <a:gd name="connsiteY0" fmla="*/ 10668 h 37946"/>
                          <a:gd name="connsiteX1" fmla="*/ 0 w 203930"/>
                          <a:gd name="connsiteY1" fmla="*/ 0 h 37946"/>
                          <a:gd name="connsiteX2" fmla="*/ 3810 w 203930"/>
                          <a:gd name="connsiteY2" fmla="*/ 8858 h 37946"/>
                          <a:gd name="connsiteX3" fmla="*/ 12478 w 203930"/>
                          <a:gd name="connsiteY3" fmla="*/ 16764 h 37946"/>
                          <a:gd name="connsiteX4" fmla="*/ 42386 w 203930"/>
                          <a:gd name="connsiteY4" fmla="*/ 33147 h 37946"/>
                          <a:gd name="connsiteX5" fmla="*/ 69723 w 203930"/>
                          <a:gd name="connsiteY5" fmla="*/ 37624 h 37946"/>
                          <a:gd name="connsiteX6" fmla="*/ 81058 w 203930"/>
                          <a:gd name="connsiteY6" fmla="*/ 37910 h 37946"/>
                          <a:gd name="connsiteX7" fmla="*/ 134779 w 203930"/>
                          <a:gd name="connsiteY7" fmla="*/ 36576 h 37946"/>
                          <a:gd name="connsiteX8" fmla="*/ 139922 w 203930"/>
                          <a:gd name="connsiteY8" fmla="*/ 36195 h 37946"/>
                          <a:gd name="connsiteX9" fmla="*/ 168497 w 203930"/>
                          <a:gd name="connsiteY9" fmla="*/ 30385 h 37946"/>
                          <a:gd name="connsiteX10" fmla="*/ 196501 w 203930"/>
                          <a:gd name="connsiteY10" fmla="*/ 13907 h 37946"/>
                          <a:gd name="connsiteX11" fmla="*/ 203740 w 203930"/>
                          <a:gd name="connsiteY11" fmla="*/ 6668 h 37946"/>
                          <a:gd name="connsiteX12" fmla="*/ 203930 w 203930"/>
                          <a:gd name="connsiteY12" fmla="*/ 6382 h 37946"/>
                          <a:gd name="connsiteX13" fmla="*/ 80391 w 203930"/>
                          <a:gd name="connsiteY13" fmla="*/ 10668 h 379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3930" h="37946">
                            <a:moveTo>
                              <a:pt x="80391" y="10668"/>
                            </a:moveTo>
                            <a:cubicBezTo>
                              <a:pt x="52292" y="12573"/>
                              <a:pt x="21717" y="11621"/>
                              <a:pt x="0" y="0"/>
                            </a:cubicBezTo>
                            <a:cubicBezTo>
                              <a:pt x="286" y="3334"/>
                              <a:pt x="1429" y="6477"/>
                              <a:pt x="3810" y="8858"/>
                            </a:cubicBezTo>
                            <a:cubicBezTo>
                              <a:pt x="6668" y="11716"/>
                              <a:pt x="9525" y="14288"/>
                              <a:pt x="12478" y="16764"/>
                            </a:cubicBezTo>
                            <a:cubicBezTo>
                              <a:pt x="21050" y="23908"/>
                              <a:pt x="30385" y="29528"/>
                              <a:pt x="42386" y="33147"/>
                            </a:cubicBezTo>
                            <a:cubicBezTo>
                              <a:pt x="50197" y="35528"/>
                              <a:pt x="59150" y="37052"/>
                              <a:pt x="69723" y="37624"/>
                            </a:cubicBezTo>
                            <a:cubicBezTo>
                              <a:pt x="72962" y="37719"/>
                              <a:pt x="76771" y="37814"/>
                              <a:pt x="81058" y="37910"/>
                            </a:cubicBezTo>
                            <a:cubicBezTo>
                              <a:pt x="97727" y="38100"/>
                              <a:pt x="120396" y="37529"/>
                              <a:pt x="134779" y="36576"/>
                            </a:cubicBezTo>
                            <a:cubicBezTo>
                              <a:pt x="136588" y="36481"/>
                              <a:pt x="138398" y="36290"/>
                              <a:pt x="139922" y="36195"/>
                            </a:cubicBezTo>
                            <a:cubicBezTo>
                              <a:pt x="150971" y="35243"/>
                              <a:pt x="160306" y="33242"/>
                              <a:pt x="168497" y="30385"/>
                            </a:cubicBezTo>
                            <a:cubicBezTo>
                              <a:pt x="179737" y="26384"/>
                              <a:pt x="188595" y="20669"/>
                              <a:pt x="196501" y="13907"/>
                            </a:cubicBezTo>
                            <a:cubicBezTo>
                              <a:pt x="198977" y="11621"/>
                              <a:pt x="201454" y="9239"/>
                              <a:pt x="203740" y="6668"/>
                            </a:cubicBezTo>
                            <a:lnTo>
                              <a:pt x="203930" y="6382"/>
                            </a:lnTo>
                            <a:cubicBezTo>
                              <a:pt x="163163" y="7620"/>
                              <a:pt x="120777" y="8096"/>
                              <a:pt x="80391" y="1066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51" name="Forme libre : forme 12850">
                        <a:extLst>
                          <a:ext uri="{FF2B5EF4-FFF2-40B4-BE49-F238E27FC236}">
                            <a16:creationId xmlns:a16="http://schemas.microsoft.com/office/drawing/2014/main" id="{8309079D-20DE-40BB-8638-B7A3293AFD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9481" y="2514499"/>
                        <a:ext cx="95456" cy="24907"/>
                      </a:xfrm>
                      <a:custGeom>
                        <a:avLst/>
                        <a:gdLst>
                          <a:gd name="connsiteX0" fmla="*/ 95445 w 95456"/>
                          <a:gd name="connsiteY0" fmla="*/ 10959 h 24907"/>
                          <a:gd name="connsiteX1" fmla="*/ 46106 w 95456"/>
                          <a:gd name="connsiteY1" fmla="*/ 24865 h 24907"/>
                          <a:gd name="connsiteX2" fmla="*/ 5 w 95456"/>
                          <a:gd name="connsiteY2" fmla="*/ 12197 h 24907"/>
                          <a:gd name="connsiteX3" fmla="*/ 45249 w 95456"/>
                          <a:gd name="connsiteY3" fmla="*/ 5 h 24907"/>
                          <a:gd name="connsiteX4" fmla="*/ 95445 w 95456"/>
                          <a:gd name="connsiteY4" fmla="*/ 10959 h 249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456" h="24907">
                            <a:moveTo>
                              <a:pt x="95445" y="10959"/>
                            </a:moveTo>
                            <a:cubicBezTo>
                              <a:pt x="96208" y="21150"/>
                              <a:pt x="58774" y="24484"/>
                              <a:pt x="46106" y="24865"/>
                            </a:cubicBezTo>
                            <a:cubicBezTo>
                              <a:pt x="33438" y="25246"/>
                              <a:pt x="481" y="23246"/>
                              <a:pt x="5" y="12197"/>
                            </a:cubicBezTo>
                            <a:cubicBezTo>
                              <a:pt x="-471" y="1148"/>
                              <a:pt x="33533" y="-90"/>
                              <a:pt x="45249" y="5"/>
                            </a:cubicBezTo>
                            <a:cubicBezTo>
                              <a:pt x="57060" y="195"/>
                              <a:pt x="94683" y="957"/>
                              <a:pt x="95445" y="1095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52" name="Forme libre : forme 12851">
                        <a:extLst>
                          <a:ext uri="{FF2B5EF4-FFF2-40B4-BE49-F238E27FC236}">
                            <a16:creationId xmlns:a16="http://schemas.microsoft.com/office/drawing/2014/main" id="{ADC613F0-244C-4045-ABC3-BC238DCCDC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8797" y="2516600"/>
                        <a:ext cx="67649" cy="22886"/>
                      </a:xfrm>
                      <a:custGeom>
                        <a:avLst/>
                        <a:gdLst>
                          <a:gd name="connsiteX0" fmla="*/ 20596 w 67649"/>
                          <a:gd name="connsiteY0" fmla="*/ 0 h 22886"/>
                          <a:gd name="connsiteX1" fmla="*/ 213 w 67649"/>
                          <a:gd name="connsiteY1" fmla="*/ 10287 h 22886"/>
                          <a:gd name="connsiteX2" fmla="*/ 47362 w 67649"/>
                          <a:gd name="connsiteY2" fmla="*/ 22860 h 22886"/>
                          <a:gd name="connsiteX3" fmla="*/ 67650 w 67649"/>
                          <a:gd name="connsiteY3" fmla="*/ 20669 h 22886"/>
                          <a:gd name="connsiteX4" fmla="*/ 56696 w 67649"/>
                          <a:gd name="connsiteY4" fmla="*/ 20288 h 22886"/>
                          <a:gd name="connsiteX5" fmla="*/ 20596 w 67649"/>
                          <a:gd name="connsiteY5" fmla="*/ 0 h 22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7649" h="22886">
                            <a:moveTo>
                              <a:pt x="20596" y="0"/>
                            </a:moveTo>
                            <a:cubicBezTo>
                              <a:pt x="14691" y="2000"/>
                              <a:pt x="-2073" y="3429"/>
                              <a:pt x="213" y="10287"/>
                            </a:cubicBezTo>
                            <a:cubicBezTo>
                              <a:pt x="3928" y="21241"/>
                              <a:pt x="31455" y="23146"/>
                              <a:pt x="47362" y="22860"/>
                            </a:cubicBezTo>
                            <a:cubicBezTo>
                              <a:pt x="52029" y="22765"/>
                              <a:pt x="62506" y="21717"/>
                              <a:pt x="67650" y="20669"/>
                            </a:cubicBezTo>
                            <a:cubicBezTo>
                              <a:pt x="64602" y="20669"/>
                              <a:pt x="59554" y="20765"/>
                              <a:pt x="56696" y="20288"/>
                            </a:cubicBezTo>
                            <a:cubicBezTo>
                              <a:pt x="40599" y="17145"/>
                              <a:pt x="21644" y="12002"/>
                              <a:pt x="20596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53" name="Forme libre : forme 12852">
                        <a:extLst>
                          <a:ext uri="{FF2B5EF4-FFF2-40B4-BE49-F238E27FC236}">
                            <a16:creationId xmlns:a16="http://schemas.microsoft.com/office/drawing/2014/main" id="{6194B0C4-759C-43A2-95CC-73997854ED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4498" y="2517352"/>
                        <a:ext cx="95867" cy="25120"/>
                      </a:xfrm>
                      <a:custGeom>
                        <a:avLst/>
                        <a:gdLst>
                          <a:gd name="connsiteX0" fmla="*/ 95763 w 95867"/>
                          <a:gd name="connsiteY0" fmla="*/ 10488 h 25120"/>
                          <a:gd name="connsiteX1" fmla="*/ 45756 w 95867"/>
                          <a:gd name="connsiteY1" fmla="*/ 24965 h 25120"/>
                          <a:gd name="connsiteX2" fmla="*/ 37 w 95867"/>
                          <a:gd name="connsiteY2" fmla="*/ 12202 h 25120"/>
                          <a:gd name="connsiteX3" fmla="*/ 45185 w 95867"/>
                          <a:gd name="connsiteY3" fmla="*/ 10 h 25120"/>
                          <a:gd name="connsiteX4" fmla="*/ 95763 w 95867"/>
                          <a:gd name="connsiteY4" fmla="*/ 10488 h 251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867" h="25120">
                            <a:moveTo>
                              <a:pt x="95763" y="10488"/>
                            </a:moveTo>
                            <a:cubicBezTo>
                              <a:pt x="93286" y="20774"/>
                              <a:pt x="59377" y="24203"/>
                              <a:pt x="45756" y="24965"/>
                            </a:cubicBezTo>
                            <a:cubicBezTo>
                              <a:pt x="32136" y="25823"/>
                              <a:pt x="1370" y="23346"/>
                              <a:pt x="37" y="12202"/>
                            </a:cubicBezTo>
                            <a:cubicBezTo>
                              <a:pt x="-1297" y="963"/>
                              <a:pt x="34231" y="296"/>
                              <a:pt x="45185" y="10"/>
                            </a:cubicBezTo>
                            <a:cubicBezTo>
                              <a:pt x="56044" y="-85"/>
                              <a:pt x="98239" y="296"/>
                              <a:pt x="95763" y="1048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54" name="Forme libre : forme 12853">
                        <a:extLst>
                          <a:ext uri="{FF2B5EF4-FFF2-40B4-BE49-F238E27FC236}">
                            <a16:creationId xmlns:a16="http://schemas.microsoft.com/office/drawing/2014/main" id="{DE585CAD-CF2C-46F1-BAA0-3C625E0374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94425" y="2507047"/>
                        <a:ext cx="119356" cy="49992"/>
                      </a:xfrm>
                      <a:custGeom>
                        <a:avLst/>
                        <a:gdLst>
                          <a:gd name="connsiteX0" fmla="*/ 675 w 119356"/>
                          <a:gd name="connsiteY0" fmla="*/ 20507 h 49992"/>
                          <a:gd name="connsiteX1" fmla="*/ 12676 w 119356"/>
                          <a:gd name="connsiteY1" fmla="*/ 32699 h 49992"/>
                          <a:gd name="connsiteX2" fmla="*/ 56586 w 119356"/>
                          <a:gd name="connsiteY2" fmla="*/ 48986 h 49992"/>
                          <a:gd name="connsiteX3" fmla="*/ 102973 w 119356"/>
                          <a:gd name="connsiteY3" fmla="*/ 45843 h 49992"/>
                          <a:gd name="connsiteX4" fmla="*/ 118880 w 119356"/>
                          <a:gd name="connsiteY4" fmla="*/ 31651 h 49992"/>
                          <a:gd name="connsiteX5" fmla="*/ 103926 w 119356"/>
                          <a:gd name="connsiteY5" fmla="*/ 26317 h 49992"/>
                          <a:gd name="connsiteX6" fmla="*/ 63254 w 119356"/>
                          <a:gd name="connsiteY6" fmla="*/ 12982 h 49992"/>
                          <a:gd name="connsiteX7" fmla="*/ 22582 w 119356"/>
                          <a:gd name="connsiteY7" fmla="*/ 219 h 49992"/>
                          <a:gd name="connsiteX8" fmla="*/ 675 w 119356"/>
                          <a:gd name="connsiteY8" fmla="*/ 20507 h 49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9356" h="49992">
                            <a:moveTo>
                              <a:pt x="675" y="20507"/>
                            </a:moveTo>
                            <a:cubicBezTo>
                              <a:pt x="3151" y="26793"/>
                              <a:pt x="5532" y="28794"/>
                              <a:pt x="12676" y="32699"/>
                            </a:cubicBezTo>
                            <a:cubicBezTo>
                              <a:pt x="26297" y="40319"/>
                              <a:pt x="37727" y="46510"/>
                              <a:pt x="56586" y="48986"/>
                            </a:cubicBezTo>
                            <a:cubicBezTo>
                              <a:pt x="72302" y="51082"/>
                              <a:pt x="90019" y="49844"/>
                              <a:pt x="102973" y="45843"/>
                            </a:cubicBezTo>
                            <a:cubicBezTo>
                              <a:pt x="112593" y="42890"/>
                              <a:pt x="121547" y="37652"/>
                              <a:pt x="118880" y="31651"/>
                            </a:cubicBezTo>
                            <a:cubicBezTo>
                              <a:pt x="117260" y="27936"/>
                              <a:pt x="109831" y="27841"/>
                              <a:pt x="103926" y="26317"/>
                            </a:cubicBezTo>
                            <a:cubicBezTo>
                              <a:pt x="90019" y="22697"/>
                              <a:pt x="76589" y="19649"/>
                              <a:pt x="63254" y="12982"/>
                            </a:cubicBezTo>
                            <a:cubicBezTo>
                              <a:pt x="51824" y="7267"/>
                              <a:pt x="39632" y="-1496"/>
                              <a:pt x="22582" y="219"/>
                            </a:cubicBezTo>
                            <a:cubicBezTo>
                              <a:pt x="7247" y="1743"/>
                              <a:pt x="-2755" y="11839"/>
                              <a:pt x="675" y="2050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55" name="Forme libre : forme 12854">
                        <a:extLst>
                          <a:ext uri="{FF2B5EF4-FFF2-40B4-BE49-F238E27FC236}">
                            <a16:creationId xmlns:a16="http://schemas.microsoft.com/office/drawing/2014/main" id="{47978AF9-353B-43A4-BD83-413FB63558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8219" y="2506625"/>
                        <a:ext cx="38826" cy="12522"/>
                      </a:xfrm>
                      <a:custGeom>
                        <a:avLst/>
                        <a:gdLst>
                          <a:gd name="connsiteX0" fmla="*/ 3741 w 38826"/>
                          <a:gd name="connsiteY0" fmla="*/ 7308 h 12522"/>
                          <a:gd name="connsiteX1" fmla="*/ 122 w 38826"/>
                          <a:gd name="connsiteY1" fmla="*/ 9880 h 12522"/>
                          <a:gd name="connsiteX2" fmla="*/ 2979 w 38826"/>
                          <a:gd name="connsiteY2" fmla="*/ 12261 h 12522"/>
                          <a:gd name="connsiteX3" fmla="*/ 10123 w 38826"/>
                          <a:gd name="connsiteY3" fmla="*/ 12356 h 12522"/>
                          <a:gd name="connsiteX4" fmla="*/ 27458 w 38826"/>
                          <a:gd name="connsiteY4" fmla="*/ 10070 h 12522"/>
                          <a:gd name="connsiteX5" fmla="*/ 33650 w 38826"/>
                          <a:gd name="connsiteY5" fmla="*/ 8451 h 12522"/>
                          <a:gd name="connsiteX6" fmla="*/ 29840 w 38826"/>
                          <a:gd name="connsiteY6" fmla="*/ 69 h 12522"/>
                          <a:gd name="connsiteX7" fmla="*/ 3741 w 38826"/>
                          <a:gd name="connsiteY7" fmla="*/ 7308 h 125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8826" h="12522">
                            <a:moveTo>
                              <a:pt x="3741" y="7308"/>
                            </a:moveTo>
                            <a:cubicBezTo>
                              <a:pt x="1931" y="8070"/>
                              <a:pt x="693" y="8642"/>
                              <a:pt x="122" y="9880"/>
                            </a:cubicBezTo>
                            <a:cubicBezTo>
                              <a:pt x="-450" y="11118"/>
                              <a:pt x="1074" y="11880"/>
                              <a:pt x="2979" y="12261"/>
                            </a:cubicBezTo>
                            <a:cubicBezTo>
                              <a:pt x="4979" y="12642"/>
                              <a:pt x="7837" y="12547"/>
                              <a:pt x="10123" y="12356"/>
                            </a:cubicBezTo>
                            <a:cubicBezTo>
                              <a:pt x="15838" y="11880"/>
                              <a:pt x="22029" y="11213"/>
                              <a:pt x="27458" y="10070"/>
                            </a:cubicBezTo>
                            <a:cubicBezTo>
                              <a:pt x="29744" y="9594"/>
                              <a:pt x="31840" y="9308"/>
                              <a:pt x="33650" y="8451"/>
                            </a:cubicBezTo>
                            <a:cubicBezTo>
                              <a:pt x="41174" y="5022"/>
                              <a:pt x="40984" y="-693"/>
                              <a:pt x="29840" y="69"/>
                            </a:cubicBezTo>
                            <a:cubicBezTo>
                              <a:pt x="21172" y="736"/>
                              <a:pt x="10980" y="4165"/>
                              <a:pt x="3741" y="730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56" name="Forme libre : forme 12855">
                        <a:extLst>
                          <a:ext uri="{FF2B5EF4-FFF2-40B4-BE49-F238E27FC236}">
                            <a16:creationId xmlns:a16="http://schemas.microsoft.com/office/drawing/2014/main" id="{D730419C-64CD-4F8B-A95B-AE55B0F0CF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0352" y="2529935"/>
                        <a:ext cx="58578" cy="30480"/>
                      </a:xfrm>
                      <a:custGeom>
                        <a:avLst/>
                        <a:gdLst>
                          <a:gd name="connsiteX0" fmla="*/ 58579 w 58578"/>
                          <a:gd name="connsiteY0" fmla="*/ 0 h 30480"/>
                          <a:gd name="connsiteX1" fmla="*/ 0 w 58578"/>
                          <a:gd name="connsiteY1" fmla="*/ 30480 h 30480"/>
                          <a:gd name="connsiteX2" fmla="*/ 58579 w 58578"/>
                          <a:gd name="connsiteY2" fmla="*/ 0 h 304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8578" h="30480">
                            <a:moveTo>
                              <a:pt x="58579" y="0"/>
                            </a:moveTo>
                            <a:cubicBezTo>
                              <a:pt x="50768" y="14478"/>
                              <a:pt x="19717" y="24670"/>
                              <a:pt x="0" y="30480"/>
                            </a:cubicBezTo>
                            <a:cubicBezTo>
                              <a:pt x="21431" y="24194"/>
                              <a:pt x="43720" y="11335"/>
                              <a:pt x="585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57" name="Forme libre : forme 12856">
                        <a:extLst>
                          <a:ext uri="{FF2B5EF4-FFF2-40B4-BE49-F238E27FC236}">
                            <a16:creationId xmlns:a16="http://schemas.microsoft.com/office/drawing/2014/main" id="{64B5842B-1278-4672-90A0-ECBF93F381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74240" y="2490501"/>
                        <a:ext cx="67056" cy="24765"/>
                      </a:xfrm>
                      <a:custGeom>
                        <a:avLst/>
                        <a:gdLst>
                          <a:gd name="connsiteX0" fmla="*/ 67056 w 67056"/>
                          <a:gd name="connsiteY0" fmla="*/ 0 h 24765"/>
                          <a:gd name="connsiteX1" fmla="*/ 0 w 67056"/>
                          <a:gd name="connsiteY1" fmla="*/ 24765 h 24765"/>
                          <a:gd name="connsiteX2" fmla="*/ 67056 w 67056"/>
                          <a:gd name="connsiteY2" fmla="*/ 0 h 24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7056" h="24765">
                            <a:moveTo>
                              <a:pt x="67056" y="0"/>
                            </a:moveTo>
                            <a:cubicBezTo>
                              <a:pt x="40767" y="1810"/>
                              <a:pt x="17526" y="13049"/>
                              <a:pt x="0" y="24765"/>
                            </a:cubicBezTo>
                            <a:cubicBezTo>
                              <a:pt x="15812" y="13049"/>
                              <a:pt x="44863" y="4858"/>
                              <a:pt x="6705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58" name="Forme libre : forme 12857">
                        <a:extLst>
                          <a:ext uri="{FF2B5EF4-FFF2-40B4-BE49-F238E27FC236}">
                            <a16:creationId xmlns:a16="http://schemas.microsoft.com/office/drawing/2014/main" id="{FB22B24A-7535-44DE-93AE-87214A301F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7829" y="2517123"/>
                        <a:ext cx="35429" cy="8454"/>
                      </a:xfrm>
                      <a:custGeom>
                        <a:avLst/>
                        <a:gdLst>
                          <a:gd name="connsiteX0" fmla="*/ 35190 w 35429"/>
                          <a:gd name="connsiteY0" fmla="*/ 5954 h 8454"/>
                          <a:gd name="connsiteX1" fmla="*/ 14425 w 35429"/>
                          <a:gd name="connsiteY1" fmla="*/ 8049 h 8454"/>
                          <a:gd name="connsiteX2" fmla="*/ 329 w 35429"/>
                          <a:gd name="connsiteY2" fmla="*/ 2430 h 8454"/>
                          <a:gd name="connsiteX3" fmla="*/ 19855 w 35429"/>
                          <a:gd name="connsiteY3" fmla="*/ 715 h 8454"/>
                          <a:gd name="connsiteX4" fmla="*/ 35190 w 35429"/>
                          <a:gd name="connsiteY4" fmla="*/ 5954 h 84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429" h="8454">
                            <a:moveTo>
                              <a:pt x="35190" y="5954"/>
                            </a:moveTo>
                            <a:cubicBezTo>
                              <a:pt x="32999" y="9478"/>
                              <a:pt x="18807" y="8335"/>
                              <a:pt x="14425" y="8049"/>
                            </a:cubicBezTo>
                            <a:cubicBezTo>
                              <a:pt x="10044" y="7668"/>
                              <a:pt x="-2148" y="6144"/>
                              <a:pt x="329" y="2430"/>
                            </a:cubicBezTo>
                            <a:cubicBezTo>
                              <a:pt x="2900" y="-1285"/>
                              <a:pt x="15759" y="239"/>
                              <a:pt x="19855" y="715"/>
                            </a:cubicBezTo>
                            <a:cubicBezTo>
                              <a:pt x="23950" y="1001"/>
                              <a:pt x="37381" y="2335"/>
                              <a:pt x="35190" y="595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59" name="Forme libre : forme 12858">
                        <a:extLst>
                          <a:ext uri="{FF2B5EF4-FFF2-40B4-BE49-F238E27FC236}">
                            <a16:creationId xmlns:a16="http://schemas.microsoft.com/office/drawing/2014/main" id="{A521DBC6-16FE-4AC4-9C7D-B0E12961E3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8415" y="2520410"/>
                        <a:ext cx="10063" cy="3333"/>
                      </a:xfrm>
                      <a:custGeom>
                        <a:avLst/>
                        <a:gdLst>
                          <a:gd name="connsiteX0" fmla="*/ 10033 w 10063"/>
                          <a:gd name="connsiteY0" fmla="*/ 1524 h 3333"/>
                          <a:gd name="connsiteX1" fmla="*/ 5461 w 10063"/>
                          <a:gd name="connsiteY1" fmla="*/ 3334 h 3333"/>
                          <a:gd name="connsiteX2" fmla="*/ 32 w 10063"/>
                          <a:gd name="connsiteY2" fmla="*/ 1810 h 3333"/>
                          <a:gd name="connsiteX3" fmla="*/ 4413 w 10063"/>
                          <a:gd name="connsiteY3" fmla="*/ 0 h 3333"/>
                          <a:gd name="connsiteX4" fmla="*/ 10033 w 10063"/>
                          <a:gd name="connsiteY4" fmla="*/ 1524 h 33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63" h="3333">
                            <a:moveTo>
                              <a:pt x="10033" y="1524"/>
                            </a:moveTo>
                            <a:cubicBezTo>
                              <a:pt x="10414" y="2858"/>
                              <a:pt x="7176" y="3239"/>
                              <a:pt x="5461" y="3334"/>
                            </a:cubicBezTo>
                            <a:cubicBezTo>
                              <a:pt x="3747" y="3334"/>
                              <a:pt x="317" y="3239"/>
                              <a:pt x="32" y="1810"/>
                            </a:cubicBezTo>
                            <a:cubicBezTo>
                              <a:pt x="-349" y="381"/>
                              <a:pt x="2794" y="95"/>
                              <a:pt x="4413" y="0"/>
                            </a:cubicBezTo>
                            <a:cubicBezTo>
                              <a:pt x="6128" y="0"/>
                              <a:pt x="9652" y="191"/>
                              <a:pt x="10033" y="152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60" name="Forme libre : forme 12859">
                        <a:extLst>
                          <a:ext uri="{FF2B5EF4-FFF2-40B4-BE49-F238E27FC236}">
                            <a16:creationId xmlns:a16="http://schemas.microsoft.com/office/drawing/2014/main" id="{04637148-94D6-4073-9E42-4AB57BCFA4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7299" y="2493274"/>
                        <a:ext cx="87499" cy="33930"/>
                      </a:xfrm>
                      <a:custGeom>
                        <a:avLst/>
                        <a:gdLst>
                          <a:gd name="connsiteX0" fmla="*/ 65153 w 87499"/>
                          <a:gd name="connsiteY0" fmla="*/ 13801 h 33930"/>
                          <a:gd name="connsiteX1" fmla="*/ 86870 w 87499"/>
                          <a:gd name="connsiteY1" fmla="*/ 27993 h 33930"/>
                          <a:gd name="connsiteX2" fmla="*/ 80964 w 87499"/>
                          <a:gd name="connsiteY2" fmla="*/ 33899 h 33930"/>
                          <a:gd name="connsiteX3" fmla="*/ 70391 w 87499"/>
                          <a:gd name="connsiteY3" fmla="*/ 30755 h 33930"/>
                          <a:gd name="connsiteX4" fmla="*/ 39149 w 87499"/>
                          <a:gd name="connsiteY4" fmla="*/ 18563 h 33930"/>
                          <a:gd name="connsiteX5" fmla="*/ 764 w 87499"/>
                          <a:gd name="connsiteY5" fmla="*/ 4752 h 33930"/>
                          <a:gd name="connsiteX6" fmla="*/ 44960 w 87499"/>
                          <a:gd name="connsiteY6" fmla="*/ 3323 h 33930"/>
                          <a:gd name="connsiteX7" fmla="*/ 65153 w 87499"/>
                          <a:gd name="connsiteY7" fmla="*/ 13801 h 339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7499" h="33930">
                            <a:moveTo>
                              <a:pt x="65153" y="13801"/>
                            </a:moveTo>
                            <a:cubicBezTo>
                              <a:pt x="74487" y="18183"/>
                              <a:pt x="81250" y="21421"/>
                              <a:pt x="86870" y="27993"/>
                            </a:cubicBezTo>
                            <a:cubicBezTo>
                              <a:pt x="88965" y="30470"/>
                              <a:pt x="85536" y="33708"/>
                              <a:pt x="80964" y="33899"/>
                            </a:cubicBezTo>
                            <a:cubicBezTo>
                              <a:pt x="76392" y="34184"/>
                              <a:pt x="73439" y="32470"/>
                              <a:pt x="70391" y="30755"/>
                            </a:cubicBezTo>
                            <a:cubicBezTo>
                              <a:pt x="60771" y="25612"/>
                              <a:pt x="50579" y="22088"/>
                              <a:pt x="39149" y="18563"/>
                            </a:cubicBezTo>
                            <a:cubicBezTo>
                              <a:pt x="32006" y="16373"/>
                              <a:pt x="-5809" y="12563"/>
                              <a:pt x="764" y="4752"/>
                            </a:cubicBezTo>
                            <a:cubicBezTo>
                              <a:pt x="7336" y="-3058"/>
                              <a:pt x="35435" y="466"/>
                              <a:pt x="44960" y="3323"/>
                            </a:cubicBezTo>
                            <a:cubicBezTo>
                              <a:pt x="54294" y="6086"/>
                              <a:pt x="58104" y="10467"/>
                              <a:pt x="65153" y="1380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32" name="Graphique 1">
                      <a:extLst>
                        <a:ext uri="{FF2B5EF4-FFF2-40B4-BE49-F238E27FC236}">
                          <a16:creationId xmlns:a16="http://schemas.microsoft.com/office/drawing/2014/main" id="{10381637-4A6B-4857-A826-CAD2C8055C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74268" y="2481732"/>
                      <a:ext cx="206544" cy="78355"/>
                      <a:chOff x="4374268" y="2481732"/>
                      <a:chExt cx="206544" cy="78355"/>
                    </a:xfrm>
                    <a:solidFill>
                      <a:schemeClr val="accent1"/>
                    </a:solidFill>
                  </p:grpSpPr>
                  <p:sp>
                    <p:nvSpPr>
                      <p:cNvPr id="12837" name="Forme libre : forme 12836">
                        <a:extLst>
                          <a:ext uri="{FF2B5EF4-FFF2-40B4-BE49-F238E27FC236}">
                            <a16:creationId xmlns:a16="http://schemas.microsoft.com/office/drawing/2014/main" id="{693CE099-AE14-4E49-8C55-D2EE142E07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4268" y="2481732"/>
                        <a:ext cx="206544" cy="78355"/>
                      </a:xfrm>
                      <a:custGeom>
                        <a:avLst/>
                        <a:gdLst>
                          <a:gd name="connsiteX0" fmla="*/ 141157 w 206544"/>
                          <a:gd name="connsiteY0" fmla="*/ 74968 h 78355"/>
                          <a:gd name="connsiteX1" fmla="*/ 70958 w 206544"/>
                          <a:gd name="connsiteY1" fmla="*/ 78302 h 78355"/>
                          <a:gd name="connsiteX2" fmla="*/ 4188 w 206544"/>
                          <a:gd name="connsiteY2" fmla="*/ 51346 h 78355"/>
                          <a:gd name="connsiteX3" fmla="*/ 4759 w 206544"/>
                          <a:gd name="connsiteY3" fmla="*/ 29819 h 78355"/>
                          <a:gd name="connsiteX4" fmla="*/ 70101 w 206544"/>
                          <a:gd name="connsiteY4" fmla="*/ 2864 h 78355"/>
                          <a:gd name="connsiteX5" fmla="*/ 134299 w 206544"/>
                          <a:gd name="connsiteY5" fmla="*/ 6 h 78355"/>
                          <a:gd name="connsiteX6" fmla="*/ 199831 w 206544"/>
                          <a:gd name="connsiteY6" fmla="*/ 23247 h 78355"/>
                          <a:gd name="connsiteX7" fmla="*/ 204117 w 206544"/>
                          <a:gd name="connsiteY7" fmla="*/ 43917 h 78355"/>
                          <a:gd name="connsiteX8" fmla="*/ 141157 w 206544"/>
                          <a:gd name="connsiteY8" fmla="*/ 74968 h 783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06544" h="78355">
                            <a:moveTo>
                              <a:pt x="141157" y="74968"/>
                            </a:moveTo>
                            <a:cubicBezTo>
                              <a:pt x="124679" y="76968"/>
                              <a:pt x="88389" y="78683"/>
                              <a:pt x="70958" y="78302"/>
                            </a:cubicBezTo>
                            <a:cubicBezTo>
                              <a:pt x="38382" y="77540"/>
                              <a:pt x="21238" y="67253"/>
                              <a:pt x="4188" y="51346"/>
                            </a:cubicBezTo>
                            <a:cubicBezTo>
                              <a:pt x="-1718" y="45917"/>
                              <a:pt x="-1242" y="34963"/>
                              <a:pt x="4759" y="29819"/>
                            </a:cubicBezTo>
                            <a:cubicBezTo>
                              <a:pt x="22095" y="14961"/>
                              <a:pt x="40383" y="5436"/>
                              <a:pt x="70101" y="2864"/>
                            </a:cubicBezTo>
                            <a:cubicBezTo>
                              <a:pt x="86007" y="1435"/>
                              <a:pt x="117916" y="197"/>
                              <a:pt x="134299" y="6"/>
                            </a:cubicBezTo>
                            <a:cubicBezTo>
                              <a:pt x="164970" y="-280"/>
                              <a:pt x="182019" y="9341"/>
                              <a:pt x="199831" y="23247"/>
                            </a:cubicBezTo>
                            <a:cubicBezTo>
                              <a:pt x="206023" y="28010"/>
                              <a:pt x="208975" y="38202"/>
                              <a:pt x="204117" y="43917"/>
                            </a:cubicBezTo>
                            <a:cubicBezTo>
                              <a:pt x="190116" y="60300"/>
                              <a:pt x="172114" y="71349"/>
                              <a:pt x="141157" y="7496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38" name="Forme libre : forme 12837">
                        <a:extLst>
                          <a:ext uri="{FF2B5EF4-FFF2-40B4-BE49-F238E27FC236}">
                            <a16:creationId xmlns:a16="http://schemas.microsoft.com/office/drawing/2014/main" id="{72940805-B033-44AB-A39B-FEA28E60EE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4455" y="2524220"/>
                        <a:ext cx="204025" cy="35528"/>
                      </a:xfrm>
                      <a:custGeom>
                        <a:avLst/>
                        <a:gdLst>
                          <a:gd name="connsiteX0" fmla="*/ 80582 w 204025"/>
                          <a:gd name="connsiteY0" fmla="*/ 8382 h 35528"/>
                          <a:gd name="connsiteX1" fmla="*/ 0 w 204025"/>
                          <a:gd name="connsiteY1" fmla="*/ 0 h 35528"/>
                          <a:gd name="connsiteX2" fmla="*/ 4001 w 204025"/>
                          <a:gd name="connsiteY2" fmla="*/ 8668 h 35528"/>
                          <a:gd name="connsiteX3" fmla="*/ 12954 w 204025"/>
                          <a:gd name="connsiteY3" fmla="*/ 16288 h 35528"/>
                          <a:gd name="connsiteX4" fmla="*/ 43339 w 204025"/>
                          <a:gd name="connsiteY4" fmla="*/ 31909 h 35528"/>
                          <a:gd name="connsiteX5" fmla="*/ 70771 w 204025"/>
                          <a:gd name="connsiteY5" fmla="*/ 35528 h 35528"/>
                          <a:gd name="connsiteX6" fmla="*/ 82105 w 204025"/>
                          <a:gd name="connsiteY6" fmla="*/ 35528 h 35528"/>
                          <a:gd name="connsiteX7" fmla="*/ 135732 w 204025"/>
                          <a:gd name="connsiteY7" fmla="*/ 32766 h 35528"/>
                          <a:gd name="connsiteX8" fmla="*/ 140875 w 204025"/>
                          <a:gd name="connsiteY8" fmla="*/ 32195 h 35528"/>
                          <a:gd name="connsiteX9" fmla="*/ 169259 w 204025"/>
                          <a:gd name="connsiteY9" fmla="*/ 25622 h 35528"/>
                          <a:gd name="connsiteX10" fmla="*/ 196787 w 204025"/>
                          <a:gd name="connsiteY10" fmla="*/ 8477 h 35528"/>
                          <a:gd name="connsiteX11" fmla="*/ 203835 w 204025"/>
                          <a:gd name="connsiteY11" fmla="*/ 1048 h 35528"/>
                          <a:gd name="connsiteX12" fmla="*/ 204026 w 204025"/>
                          <a:gd name="connsiteY12" fmla="*/ 762 h 35528"/>
                          <a:gd name="connsiteX13" fmla="*/ 80582 w 204025"/>
                          <a:gd name="connsiteY13" fmla="*/ 8382 h 35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4025" h="35528">
                            <a:moveTo>
                              <a:pt x="80582" y="8382"/>
                            </a:moveTo>
                            <a:cubicBezTo>
                              <a:pt x="52483" y="11049"/>
                              <a:pt x="21908" y="10858"/>
                              <a:pt x="0" y="0"/>
                            </a:cubicBezTo>
                            <a:cubicBezTo>
                              <a:pt x="381" y="3334"/>
                              <a:pt x="1619" y="6477"/>
                              <a:pt x="4001" y="8668"/>
                            </a:cubicBezTo>
                            <a:cubicBezTo>
                              <a:pt x="6953" y="11430"/>
                              <a:pt x="9906" y="13906"/>
                              <a:pt x="12954" y="16288"/>
                            </a:cubicBezTo>
                            <a:cubicBezTo>
                              <a:pt x="21717" y="23146"/>
                              <a:pt x="31242" y="28575"/>
                              <a:pt x="43339" y="31909"/>
                            </a:cubicBezTo>
                            <a:cubicBezTo>
                              <a:pt x="51245" y="34004"/>
                              <a:pt x="60198" y="35338"/>
                              <a:pt x="70771" y="35528"/>
                            </a:cubicBezTo>
                            <a:cubicBezTo>
                              <a:pt x="74009" y="35528"/>
                              <a:pt x="77819" y="35528"/>
                              <a:pt x="82105" y="35528"/>
                            </a:cubicBezTo>
                            <a:cubicBezTo>
                              <a:pt x="98774" y="35242"/>
                              <a:pt x="121349" y="34004"/>
                              <a:pt x="135732" y="32766"/>
                            </a:cubicBezTo>
                            <a:cubicBezTo>
                              <a:pt x="137541" y="32575"/>
                              <a:pt x="139351" y="32385"/>
                              <a:pt x="140875" y="32195"/>
                            </a:cubicBezTo>
                            <a:cubicBezTo>
                              <a:pt x="151829" y="30956"/>
                              <a:pt x="161163" y="28670"/>
                              <a:pt x="169259" y="25622"/>
                            </a:cubicBezTo>
                            <a:cubicBezTo>
                              <a:pt x="180308" y="21336"/>
                              <a:pt x="189071" y="15430"/>
                              <a:pt x="196787" y="8477"/>
                            </a:cubicBezTo>
                            <a:cubicBezTo>
                              <a:pt x="199263" y="6191"/>
                              <a:pt x="201549" y="3715"/>
                              <a:pt x="203835" y="1048"/>
                            </a:cubicBezTo>
                            <a:lnTo>
                              <a:pt x="204026" y="762"/>
                            </a:lnTo>
                            <a:cubicBezTo>
                              <a:pt x="163258" y="3143"/>
                              <a:pt x="120872" y="4572"/>
                              <a:pt x="80582" y="838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39" name="Forme libre : forme 12838">
                        <a:extLst>
                          <a:ext uri="{FF2B5EF4-FFF2-40B4-BE49-F238E27FC236}">
                            <a16:creationId xmlns:a16="http://schemas.microsoft.com/office/drawing/2014/main" id="{7BA6B9ED-8B21-4A1E-9F2D-55BEF27309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5975" y="2509684"/>
                        <a:ext cx="95474" cy="24914"/>
                      </a:xfrm>
                      <a:custGeom>
                        <a:avLst/>
                        <a:gdLst>
                          <a:gd name="connsiteX0" fmla="*/ 95453 w 95474"/>
                          <a:gd name="connsiteY0" fmla="*/ 9582 h 24914"/>
                          <a:gd name="connsiteX1" fmla="*/ 46495 w 95474"/>
                          <a:gd name="connsiteY1" fmla="*/ 24727 h 24914"/>
                          <a:gd name="connsiteX2" fmla="*/ 13 w 95474"/>
                          <a:gd name="connsiteY2" fmla="*/ 13392 h 24914"/>
                          <a:gd name="connsiteX3" fmla="*/ 44971 w 95474"/>
                          <a:gd name="connsiteY3" fmla="*/ 57 h 24914"/>
                          <a:gd name="connsiteX4" fmla="*/ 95453 w 95474"/>
                          <a:gd name="connsiteY4" fmla="*/ 9582 h 249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474" h="24914">
                            <a:moveTo>
                              <a:pt x="95453" y="9582"/>
                            </a:moveTo>
                            <a:cubicBezTo>
                              <a:pt x="96501" y="19679"/>
                              <a:pt x="59067" y="24060"/>
                              <a:pt x="46495" y="24727"/>
                            </a:cubicBezTo>
                            <a:cubicBezTo>
                              <a:pt x="33826" y="25489"/>
                              <a:pt x="775" y="24346"/>
                              <a:pt x="13" y="13392"/>
                            </a:cubicBezTo>
                            <a:cubicBezTo>
                              <a:pt x="-749" y="2438"/>
                              <a:pt x="33160" y="248"/>
                              <a:pt x="44971" y="57"/>
                            </a:cubicBezTo>
                            <a:cubicBezTo>
                              <a:pt x="56782" y="-133"/>
                              <a:pt x="94405" y="-419"/>
                              <a:pt x="95453" y="958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40" name="Forme libre : forme 12839">
                        <a:extLst>
                          <a:ext uri="{FF2B5EF4-FFF2-40B4-BE49-F238E27FC236}">
                            <a16:creationId xmlns:a16="http://schemas.microsoft.com/office/drawing/2014/main" id="{8B973526-B54D-4A74-84F2-5CB28633B1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5263" y="2512409"/>
                        <a:ext cx="67971" cy="22250"/>
                      </a:xfrm>
                      <a:custGeom>
                        <a:avLst/>
                        <a:gdLst>
                          <a:gd name="connsiteX0" fmla="*/ 20347 w 67971"/>
                          <a:gd name="connsiteY0" fmla="*/ 0 h 22250"/>
                          <a:gd name="connsiteX1" fmla="*/ 249 w 67971"/>
                          <a:gd name="connsiteY1" fmla="*/ 10763 h 22250"/>
                          <a:gd name="connsiteX2" fmla="*/ 47683 w 67971"/>
                          <a:gd name="connsiteY2" fmla="*/ 22098 h 22250"/>
                          <a:gd name="connsiteX3" fmla="*/ 67972 w 67971"/>
                          <a:gd name="connsiteY3" fmla="*/ 19431 h 22250"/>
                          <a:gd name="connsiteX4" fmla="*/ 57018 w 67971"/>
                          <a:gd name="connsiteY4" fmla="*/ 19336 h 22250"/>
                          <a:gd name="connsiteX5" fmla="*/ 20347 w 67971"/>
                          <a:gd name="connsiteY5" fmla="*/ 0 h 22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7971" h="22250">
                            <a:moveTo>
                              <a:pt x="20347" y="0"/>
                            </a:moveTo>
                            <a:cubicBezTo>
                              <a:pt x="14441" y="2191"/>
                              <a:pt x="-2228" y="4001"/>
                              <a:pt x="249" y="10763"/>
                            </a:cubicBezTo>
                            <a:cubicBezTo>
                              <a:pt x="4249" y="21622"/>
                              <a:pt x="31777" y="22765"/>
                              <a:pt x="47683" y="22098"/>
                            </a:cubicBezTo>
                            <a:cubicBezTo>
                              <a:pt x="52351" y="21908"/>
                              <a:pt x="62733" y="20574"/>
                              <a:pt x="67972" y="19431"/>
                            </a:cubicBezTo>
                            <a:cubicBezTo>
                              <a:pt x="64924" y="19526"/>
                              <a:pt x="59875" y="19812"/>
                              <a:pt x="57018" y="19336"/>
                            </a:cubicBezTo>
                            <a:cubicBezTo>
                              <a:pt x="40825" y="16574"/>
                              <a:pt x="21775" y="12002"/>
                              <a:pt x="20347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41" name="Forme libre : forme 12840">
                        <a:extLst>
                          <a:ext uri="{FF2B5EF4-FFF2-40B4-BE49-F238E27FC236}">
                            <a16:creationId xmlns:a16="http://schemas.microsoft.com/office/drawing/2014/main" id="{4A4102C3-BEE2-4852-B597-0F87C481CF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1078" y="2512224"/>
                        <a:ext cx="95766" cy="25363"/>
                      </a:xfrm>
                      <a:custGeom>
                        <a:avLst/>
                        <a:gdLst>
                          <a:gd name="connsiteX0" fmla="*/ 95685 w 95766"/>
                          <a:gd name="connsiteY0" fmla="*/ 9329 h 25363"/>
                          <a:gd name="connsiteX1" fmla="*/ 46059 w 95766"/>
                          <a:gd name="connsiteY1" fmla="*/ 25045 h 25363"/>
                          <a:gd name="connsiteX2" fmla="*/ 54 w 95766"/>
                          <a:gd name="connsiteY2" fmla="*/ 13520 h 25363"/>
                          <a:gd name="connsiteX3" fmla="*/ 44821 w 95766"/>
                          <a:gd name="connsiteY3" fmla="*/ 185 h 25363"/>
                          <a:gd name="connsiteX4" fmla="*/ 95685 w 95766"/>
                          <a:gd name="connsiteY4" fmla="*/ 9329 h 253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766" h="25363">
                            <a:moveTo>
                              <a:pt x="95685" y="9329"/>
                            </a:moveTo>
                            <a:cubicBezTo>
                              <a:pt x="93399" y="19616"/>
                              <a:pt x="59680" y="23997"/>
                              <a:pt x="46059" y="25045"/>
                            </a:cubicBezTo>
                            <a:cubicBezTo>
                              <a:pt x="32439" y="26188"/>
                              <a:pt x="1578" y="24664"/>
                              <a:pt x="54" y="13520"/>
                            </a:cubicBezTo>
                            <a:cubicBezTo>
                              <a:pt x="-1566" y="2376"/>
                              <a:pt x="33867" y="661"/>
                              <a:pt x="44821" y="185"/>
                            </a:cubicBezTo>
                            <a:cubicBezTo>
                              <a:pt x="55679" y="-196"/>
                              <a:pt x="97876" y="-958"/>
                              <a:pt x="95685" y="932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42" name="Forme libre : forme 12841">
                        <a:extLst>
                          <a:ext uri="{FF2B5EF4-FFF2-40B4-BE49-F238E27FC236}">
                            <a16:creationId xmlns:a16="http://schemas.microsoft.com/office/drawing/2014/main" id="{DB56D813-F62B-4A67-963D-322AF00147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00904" y="2503860"/>
                        <a:ext cx="119709" cy="48909"/>
                      </a:xfrm>
                      <a:custGeom>
                        <a:avLst/>
                        <a:gdLst>
                          <a:gd name="connsiteX0" fmla="*/ 793 w 119709"/>
                          <a:gd name="connsiteY0" fmla="*/ 21312 h 48909"/>
                          <a:gd name="connsiteX1" fmla="*/ 13175 w 119709"/>
                          <a:gd name="connsiteY1" fmla="*/ 33218 h 48909"/>
                          <a:gd name="connsiteX2" fmla="*/ 57466 w 119709"/>
                          <a:gd name="connsiteY2" fmla="*/ 48268 h 48909"/>
                          <a:gd name="connsiteX3" fmla="*/ 103663 w 119709"/>
                          <a:gd name="connsiteY3" fmla="*/ 43887 h 48909"/>
                          <a:gd name="connsiteX4" fmla="*/ 119188 w 119709"/>
                          <a:gd name="connsiteY4" fmla="*/ 29218 h 48909"/>
                          <a:gd name="connsiteX5" fmla="*/ 104139 w 119709"/>
                          <a:gd name="connsiteY5" fmla="*/ 24265 h 48909"/>
                          <a:gd name="connsiteX6" fmla="*/ 63086 w 119709"/>
                          <a:gd name="connsiteY6" fmla="*/ 11978 h 48909"/>
                          <a:gd name="connsiteX7" fmla="*/ 22129 w 119709"/>
                          <a:gd name="connsiteY7" fmla="*/ 357 h 48909"/>
                          <a:gd name="connsiteX8" fmla="*/ 793 w 119709"/>
                          <a:gd name="connsiteY8" fmla="*/ 21312 h 489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9709" h="48909">
                            <a:moveTo>
                              <a:pt x="793" y="21312"/>
                            </a:moveTo>
                            <a:cubicBezTo>
                              <a:pt x="3460" y="27504"/>
                              <a:pt x="5936" y="29408"/>
                              <a:pt x="13175" y="33218"/>
                            </a:cubicBezTo>
                            <a:cubicBezTo>
                              <a:pt x="26986" y="40457"/>
                              <a:pt x="38607" y="46363"/>
                              <a:pt x="57466" y="48268"/>
                            </a:cubicBezTo>
                            <a:cubicBezTo>
                              <a:pt x="73183" y="49982"/>
                              <a:pt x="90804" y="48173"/>
                              <a:pt x="103663" y="43887"/>
                            </a:cubicBezTo>
                            <a:cubicBezTo>
                              <a:pt x="113283" y="40648"/>
                              <a:pt x="121950" y="35219"/>
                              <a:pt x="119188" y="29218"/>
                            </a:cubicBezTo>
                            <a:cubicBezTo>
                              <a:pt x="117474" y="25503"/>
                              <a:pt x="110044" y="25598"/>
                              <a:pt x="104139" y="24265"/>
                            </a:cubicBezTo>
                            <a:cubicBezTo>
                              <a:pt x="90137" y="20931"/>
                              <a:pt x="76612" y="18359"/>
                              <a:pt x="63086" y="11978"/>
                            </a:cubicBezTo>
                            <a:cubicBezTo>
                              <a:pt x="51561" y="6548"/>
                              <a:pt x="38988" y="-1834"/>
                              <a:pt x="22129" y="357"/>
                            </a:cubicBezTo>
                            <a:cubicBezTo>
                              <a:pt x="6793" y="2357"/>
                              <a:pt x="-2922" y="12645"/>
                              <a:pt x="793" y="2131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43" name="Forme libre : forme 12842">
                        <a:extLst>
                          <a:ext uri="{FF2B5EF4-FFF2-40B4-BE49-F238E27FC236}">
                            <a16:creationId xmlns:a16="http://schemas.microsoft.com/office/drawing/2014/main" id="{083C6EBC-3B84-47A3-9716-CA060498FD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4531" y="2502662"/>
                        <a:ext cx="38573" cy="13293"/>
                      </a:xfrm>
                      <a:custGeom>
                        <a:avLst/>
                        <a:gdLst>
                          <a:gd name="connsiteX0" fmla="*/ 3646 w 38573"/>
                          <a:gd name="connsiteY0" fmla="*/ 8127 h 13293"/>
                          <a:gd name="connsiteX1" fmla="*/ 121 w 38573"/>
                          <a:gd name="connsiteY1" fmla="*/ 10794 h 13293"/>
                          <a:gd name="connsiteX2" fmla="*/ 3074 w 38573"/>
                          <a:gd name="connsiteY2" fmla="*/ 13080 h 13293"/>
                          <a:gd name="connsiteX3" fmla="*/ 10218 w 38573"/>
                          <a:gd name="connsiteY3" fmla="*/ 12985 h 13293"/>
                          <a:gd name="connsiteX4" fmla="*/ 27458 w 38573"/>
                          <a:gd name="connsiteY4" fmla="*/ 10223 h 13293"/>
                          <a:gd name="connsiteX5" fmla="*/ 33554 w 38573"/>
                          <a:gd name="connsiteY5" fmla="*/ 8413 h 13293"/>
                          <a:gd name="connsiteX6" fmla="*/ 29458 w 38573"/>
                          <a:gd name="connsiteY6" fmla="*/ 126 h 13293"/>
                          <a:gd name="connsiteX7" fmla="*/ 3646 w 38573"/>
                          <a:gd name="connsiteY7" fmla="*/ 8127 h 132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8573" h="13293">
                            <a:moveTo>
                              <a:pt x="3646" y="8127"/>
                            </a:moveTo>
                            <a:cubicBezTo>
                              <a:pt x="1836" y="8984"/>
                              <a:pt x="598" y="9556"/>
                              <a:pt x="121" y="10794"/>
                            </a:cubicBezTo>
                            <a:cubicBezTo>
                              <a:pt x="-450" y="12032"/>
                              <a:pt x="1074" y="12794"/>
                              <a:pt x="3074" y="13080"/>
                            </a:cubicBezTo>
                            <a:cubicBezTo>
                              <a:pt x="5074" y="13461"/>
                              <a:pt x="7932" y="13271"/>
                              <a:pt x="10218" y="12985"/>
                            </a:cubicBezTo>
                            <a:cubicBezTo>
                              <a:pt x="15933" y="12318"/>
                              <a:pt x="22029" y="11461"/>
                              <a:pt x="27458" y="10223"/>
                            </a:cubicBezTo>
                            <a:cubicBezTo>
                              <a:pt x="29744" y="9746"/>
                              <a:pt x="31839" y="9270"/>
                              <a:pt x="33554" y="8413"/>
                            </a:cubicBezTo>
                            <a:cubicBezTo>
                              <a:pt x="40983" y="4793"/>
                              <a:pt x="40603" y="-922"/>
                              <a:pt x="29458" y="126"/>
                            </a:cubicBezTo>
                            <a:cubicBezTo>
                              <a:pt x="20886" y="983"/>
                              <a:pt x="10789" y="4698"/>
                              <a:pt x="3646" y="812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44" name="Forme libre : forme 12843">
                        <a:extLst>
                          <a:ext uri="{FF2B5EF4-FFF2-40B4-BE49-F238E27FC236}">
                            <a16:creationId xmlns:a16="http://schemas.microsoft.com/office/drawing/2014/main" id="{5CE4C741-9417-494B-8911-2261024439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7807" y="2522886"/>
                        <a:ext cx="57721" cy="32004"/>
                      </a:xfrm>
                      <a:custGeom>
                        <a:avLst/>
                        <a:gdLst>
                          <a:gd name="connsiteX0" fmla="*/ 57721 w 57721"/>
                          <a:gd name="connsiteY0" fmla="*/ 0 h 32004"/>
                          <a:gd name="connsiteX1" fmla="*/ 0 w 57721"/>
                          <a:gd name="connsiteY1" fmla="*/ 32004 h 32004"/>
                          <a:gd name="connsiteX2" fmla="*/ 57721 w 57721"/>
                          <a:gd name="connsiteY2" fmla="*/ 0 h 320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721" h="32004">
                            <a:moveTo>
                              <a:pt x="57721" y="0"/>
                            </a:moveTo>
                            <a:cubicBezTo>
                              <a:pt x="50292" y="14669"/>
                              <a:pt x="19431" y="25622"/>
                              <a:pt x="0" y="32004"/>
                            </a:cubicBezTo>
                            <a:cubicBezTo>
                              <a:pt x="21145" y="25146"/>
                              <a:pt x="43148" y="11716"/>
                              <a:pt x="5772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45" name="Forme libre : forme 12844">
                        <a:extLst>
                          <a:ext uri="{FF2B5EF4-FFF2-40B4-BE49-F238E27FC236}">
                            <a16:creationId xmlns:a16="http://schemas.microsoft.com/office/drawing/2014/main" id="{6B828D3F-0199-476C-A4D9-8B312A6B29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80456" y="2486786"/>
                        <a:ext cx="66389" cy="26574"/>
                      </a:xfrm>
                      <a:custGeom>
                        <a:avLst/>
                        <a:gdLst>
                          <a:gd name="connsiteX0" fmla="*/ 66389 w 66389"/>
                          <a:gd name="connsiteY0" fmla="*/ 0 h 26574"/>
                          <a:gd name="connsiteX1" fmla="*/ 0 w 66389"/>
                          <a:gd name="connsiteY1" fmla="*/ 26575 h 26574"/>
                          <a:gd name="connsiteX2" fmla="*/ 66389 w 66389"/>
                          <a:gd name="connsiteY2" fmla="*/ 0 h 265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6389" h="26574">
                            <a:moveTo>
                              <a:pt x="66389" y="0"/>
                            </a:moveTo>
                            <a:cubicBezTo>
                              <a:pt x="40100" y="2572"/>
                              <a:pt x="17240" y="14288"/>
                              <a:pt x="0" y="26575"/>
                            </a:cubicBezTo>
                            <a:cubicBezTo>
                              <a:pt x="15526" y="14383"/>
                              <a:pt x="44291" y="5525"/>
                              <a:pt x="6638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46" name="Forme libre : forme 12845">
                        <a:extLst>
                          <a:ext uri="{FF2B5EF4-FFF2-40B4-BE49-F238E27FC236}">
                            <a16:creationId xmlns:a16="http://schemas.microsoft.com/office/drawing/2014/main" id="{3CAECB2F-719A-499E-9EA9-F58B0F1608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4143" y="2512006"/>
                        <a:ext cx="35426" cy="8289"/>
                      </a:xfrm>
                      <a:custGeom>
                        <a:avLst/>
                        <a:gdLst>
                          <a:gd name="connsiteX0" fmla="*/ 35188 w 35426"/>
                          <a:gd name="connsiteY0" fmla="*/ 5451 h 8289"/>
                          <a:gd name="connsiteX1" fmla="*/ 14519 w 35426"/>
                          <a:gd name="connsiteY1" fmla="*/ 8023 h 8289"/>
                          <a:gd name="connsiteX2" fmla="*/ 326 w 35426"/>
                          <a:gd name="connsiteY2" fmla="*/ 2689 h 8289"/>
                          <a:gd name="connsiteX3" fmla="*/ 19853 w 35426"/>
                          <a:gd name="connsiteY3" fmla="*/ 498 h 8289"/>
                          <a:gd name="connsiteX4" fmla="*/ 35188 w 35426"/>
                          <a:gd name="connsiteY4" fmla="*/ 5451 h 82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426" h="8289">
                            <a:moveTo>
                              <a:pt x="35188" y="5451"/>
                            </a:moveTo>
                            <a:cubicBezTo>
                              <a:pt x="33092" y="9070"/>
                              <a:pt x="18805" y="8308"/>
                              <a:pt x="14519" y="8023"/>
                            </a:cubicBezTo>
                            <a:cubicBezTo>
                              <a:pt x="10137" y="7737"/>
                              <a:pt x="-2150" y="6499"/>
                              <a:pt x="326" y="2689"/>
                            </a:cubicBezTo>
                            <a:cubicBezTo>
                              <a:pt x="2803" y="-1122"/>
                              <a:pt x="15757" y="117"/>
                              <a:pt x="19853" y="498"/>
                            </a:cubicBezTo>
                            <a:cubicBezTo>
                              <a:pt x="23853" y="784"/>
                              <a:pt x="37379" y="1831"/>
                              <a:pt x="35188" y="545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47" name="Forme libre : forme 12846">
                        <a:extLst>
                          <a:ext uri="{FF2B5EF4-FFF2-40B4-BE49-F238E27FC236}">
                            <a16:creationId xmlns:a16="http://schemas.microsoft.com/office/drawing/2014/main" id="{0440CC97-0878-49F8-ACB1-F6CBADBC34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4821" y="2514850"/>
                        <a:ext cx="10079" cy="3300"/>
                      </a:xfrm>
                      <a:custGeom>
                        <a:avLst/>
                        <a:gdLst>
                          <a:gd name="connsiteX0" fmla="*/ 10034 w 10079"/>
                          <a:gd name="connsiteY0" fmla="*/ 1369 h 3300"/>
                          <a:gd name="connsiteX1" fmla="*/ 5557 w 10079"/>
                          <a:gd name="connsiteY1" fmla="*/ 3274 h 3300"/>
                          <a:gd name="connsiteX2" fmla="*/ 33 w 10079"/>
                          <a:gd name="connsiteY2" fmla="*/ 1940 h 3300"/>
                          <a:gd name="connsiteX3" fmla="*/ 4414 w 10079"/>
                          <a:gd name="connsiteY3" fmla="*/ 35 h 3300"/>
                          <a:gd name="connsiteX4" fmla="*/ 10034 w 10079"/>
                          <a:gd name="connsiteY4" fmla="*/ 1369 h 33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79" h="3300">
                            <a:moveTo>
                              <a:pt x="10034" y="1369"/>
                            </a:moveTo>
                            <a:cubicBezTo>
                              <a:pt x="10510" y="2702"/>
                              <a:pt x="7176" y="3178"/>
                              <a:pt x="5557" y="3274"/>
                            </a:cubicBezTo>
                            <a:cubicBezTo>
                              <a:pt x="3938" y="3369"/>
                              <a:pt x="413" y="3274"/>
                              <a:pt x="33" y="1940"/>
                            </a:cubicBezTo>
                            <a:cubicBezTo>
                              <a:pt x="-349" y="607"/>
                              <a:pt x="2699" y="130"/>
                              <a:pt x="4414" y="35"/>
                            </a:cubicBezTo>
                            <a:cubicBezTo>
                              <a:pt x="6129" y="-60"/>
                              <a:pt x="9558" y="-60"/>
                              <a:pt x="10034" y="136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48" name="Forme libre : forme 12847">
                        <a:extLst>
                          <a:ext uri="{FF2B5EF4-FFF2-40B4-BE49-F238E27FC236}">
                            <a16:creationId xmlns:a16="http://schemas.microsoft.com/office/drawing/2014/main" id="{85A62734-7DA1-4E22-AB2A-0029D9E14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2988" y="2488048"/>
                        <a:ext cx="88132" cy="32417"/>
                      </a:xfrm>
                      <a:custGeom>
                        <a:avLst/>
                        <a:gdLst>
                          <a:gd name="connsiteX0" fmla="*/ 65394 w 88132"/>
                          <a:gd name="connsiteY0" fmla="*/ 12645 h 32417"/>
                          <a:gd name="connsiteX1" fmla="*/ 87492 w 88132"/>
                          <a:gd name="connsiteY1" fmla="*/ 26266 h 32417"/>
                          <a:gd name="connsiteX2" fmla="*/ 81682 w 88132"/>
                          <a:gd name="connsiteY2" fmla="*/ 32361 h 32417"/>
                          <a:gd name="connsiteX3" fmla="*/ 71014 w 88132"/>
                          <a:gd name="connsiteY3" fmla="*/ 29504 h 32417"/>
                          <a:gd name="connsiteX4" fmla="*/ 39486 w 88132"/>
                          <a:gd name="connsiteY4" fmla="*/ 18074 h 32417"/>
                          <a:gd name="connsiteX5" fmla="*/ 719 w 88132"/>
                          <a:gd name="connsiteY5" fmla="*/ 5215 h 32417"/>
                          <a:gd name="connsiteX6" fmla="*/ 44820 w 88132"/>
                          <a:gd name="connsiteY6" fmla="*/ 2643 h 32417"/>
                          <a:gd name="connsiteX7" fmla="*/ 65394 w 88132"/>
                          <a:gd name="connsiteY7" fmla="*/ 12645 h 324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8132" h="32417">
                            <a:moveTo>
                              <a:pt x="65394" y="12645"/>
                            </a:moveTo>
                            <a:cubicBezTo>
                              <a:pt x="74824" y="16836"/>
                              <a:pt x="81682" y="19789"/>
                              <a:pt x="87492" y="26266"/>
                            </a:cubicBezTo>
                            <a:cubicBezTo>
                              <a:pt x="89587" y="28647"/>
                              <a:pt x="86253" y="31981"/>
                              <a:pt x="81682" y="32361"/>
                            </a:cubicBezTo>
                            <a:cubicBezTo>
                              <a:pt x="77110" y="32742"/>
                              <a:pt x="74157" y="31123"/>
                              <a:pt x="71014" y="29504"/>
                            </a:cubicBezTo>
                            <a:cubicBezTo>
                              <a:pt x="61298" y="24551"/>
                              <a:pt x="51011" y="21313"/>
                              <a:pt x="39486" y="18074"/>
                            </a:cubicBezTo>
                            <a:cubicBezTo>
                              <a:pt x="32342" y="16074"/>
                              <a:pt x="-5663" y="13216"/>
                              <a:pt x="719" y="5215"/>
                            </a:cubicBezTo>
                            <a:cubicBezTo>
                              <a:pt x="7101" y="-2691"/>
                              <a:pt x="35295" y="72"/>
                              <a:pt x="44820" y="2643"/>
                            </a:cubicBezTo>
                            <a:cubicBezTo>
                              <a:pt x="54440" y="5310"/>
                              <a:pt x="58345" y="9501"/>
                              <a:pt x="65394" y="1264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33" name="Graphique 1">
                      <a:extLst>
                        <a:ext uri="{FF2B5EF4-FFF2-40B4-BE49-F238E27FC236}">
                          <a16:creationId xmlns:a16="http://schemas.microsoft.com/office/drawing/2014/main" id="{2C1211CC-936E-439D-865A-6B5EA12E00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80767" y="2463824"/>
                      <a:ext cx="205592" cy="86244"/>
                      <a:chOff x="4580767" y="2463824"/>
                      <a:chExt cx="205592" cy="86244"/>
                    </a:xfrm>
                    <a:solidFill>
                      <a:schemeClr val="accent1"/>
                    </a:solidFill>
                  </p:grpSpPr>
                  <p:sp>
                    <p:nvSpPr>
                      <p:cNvPr id="12825" name="Forme libre : forme 12824">
                        <a:extLst>
                          <a:ext uri="{FF2B5EF4-FFF2-40B4-BE49-F238E27FC236}">
                            <a16:creationId xmlns:a16="http://schemas.microsoft.com/office/drawing/2014/main" id="{5216B029-C96F-41F4-B83E-BC3EC637E0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0826" y="2463824"/>
                        <a:ext cx="205533" cy="86244"/>
                      </a:xfrm>
                      <a:custGeom>
                        <a:avLst/>
                        <a:gdLst>
                          <a:gd name="connsiteX0" fmla="*/ 143197 w 205533"/>
                          <a:gd name="connsiteY0" fmla="*/ 74779 h 86244"/>
                          <a:gd name="connsiteX1" fmla="*/ 75093 w 205533"/>
                          <a:gd name="connsiteY1" fmla="*/ 85637 h 86244"/>
                          <a:gd name="connsiteX2" fmla="*/ 51186 w 205533"/>
                          <a:gd name="connsiteY2" fmla="*/ 85637 h 86244"/>
                          <a:gd name="connsiteX3" fmla="*/ 40137 w 205533"/>
                          <a:gd name="connsiteY3" fmla="*/ 83637 h 86244"/>
                          <a:gd name="connsiteX4" fmla="*/ 32136 w 205533"/>
                          <a:gd name="connsiteY4" fmla="*/ 80589 h 86244"/>
                          <a:gd name="connsiteX5" fmla="*/ 4418 w 205533"/>
                          <a:gd name="connsiteY5" fmla="*/ 62015 h 86244"/>
                          <a:gd name="connsiteX6" fmla="*/ 4513 w 205533"/>
                          <a:gd name="connsiteY6" fmla="*/ 40489 h 86244"/>
                          <a:gd name="connsiteX7" fmla="*/ 32516 w 205533"/>
                          <a:gd name="connsiteY7" fmla="*/ 21820 h 86244"/>
                          <a:gd name="connsiteX8" fmla="*/ 47471 w 205533"/>
                          <a:gd name="connsiteY8" fmla="*/ 15724 h 86244"/>
                          <a:gd name="connsiteX9" fmla="*/ 65664 w 205533"/>
                          <a:gd name="connsiteY9" fmla="*/ 10771 h 86244"/>
                          <a:gd name="connsiteX10" fmla="*/ 130243 w 205533"/>
                          <a:gd name="connsiteY10" fmla="*/ 579 h 86244"/>
                          <a:gd name="connsiteX11" fmla="*/ 198632 w 205533"/>
                          <a:gd name="connsiteY11" fmla="*/ 20391 h 86244"/>
                          <a:gd name="connsiteX12" fmla="*/ 203205 w 205533"/>
                          <a:gd name="connsiteY12" fmla="*/ 41060 h 86244"/>
                          <a:gd name="connsiteX13" fmla="*/ 143197 w 205533"/>
                          <a:gd name="connsiteY13" fmla="*/ 74779 h 862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5533" h="86244">
                            <a:moveTo>
                              <a:pt x="143197" y="74779"/>
                            </a:moveTo>
                            <a:cubicBezTo>
                              <a:pt x="127576" y="77731"/>
                              <a:pt x="93381" y="83732"/>
                              <a:pt x="75093" y="85637"/>
                            </a:cubicBezTo>
                            <a:cubicBezTo>
                              <a:pt x="66616" y="86494"/>
                              <a:pt x="58615" y="86399"/>
                              <a:pt x="51186" y="85637"/>
                            </a:cubicBezTo>
                            <a:cubicBezTo>
                              <a:pt x="47281" y="85161"/>
                              <a:pt x="43566" y="84494"/>
                              <a:pt x="40137" y="83637"/>
                            </a:cubicBezTo>
                            <a:cubicBezTo>
                              <a:pt x="37279" y="82780"/>
                              <a:pt x="34708" y="81732"/>
                              <a:pt x="32136" y="80589"/>
                            </a:cubicBezTo>
                            <a:cubicBezTo>
                              <a:pt x="21848" y="76112"/>
                              <a:pt x="13086" y="69730"/>
                              <a:pt x="4418" y="62015"/>
                            </a:cubicBezTo>
                            <a:cubicBezTo>
                              <a:pt x="-1583" y="56681"/>
                              <a:pt x="-1393" y="45727"/>
                              <a:pt x="4513" y="40489"/>
                            </a:cubicBezTo>
                            <a:cubicBezTo>
                              <a:pt x="13086" y="32869"/>
                              <a:pt x="21753" y="26582"/>
                              <a:pt x="32516" y="21820"/>
                            </a:cubicBezTo>
                            <a:cubicBezTo>
                              <a:pt x="38613" y="19438"/>
                              <a:pt x="42137" y="17534"/>
                              <a:pt x="47471" y="15724"/>
                            </a:cubicBezTo>
                            <a:cubicBezTo>
                              <a:pt x="52615" y="13914"/>
                              <a:pt x="58615" y="12200"/>
                              <a:pt x="65664" y="10771"/>
                            </a:cubicBezTo>
                            <a:cubicBezTo>
                              <a:pt x="80427" y="7627"/>
                              <a:pt x="113098" y="2103"/>
                              <a:pt x="130243" y="579"/>
                            </a:cubicBezTo>
                            <a:cubicBezTo>
                              <a:pt x="162152" y="-2469"/>
                              <a:pt x="180535" y="6866"/>
                              <a:pt x="198632" y="20391"/>
                            </a:cubicBezTo>
                            <a:cubicBezTo>
                              <a:pt x="204919" y="25153"/>
                              <a:pt x="207967" y="35250"/>
                              <a:pt x="203205" y="41060"/>
                            </a:cubicBezTo>
                            <a:cubicBezTo>
                              <a:pt x="189203" y="57634"/>
                              <a:pt x="172343" y="68968"/>
                              <a:pt x="143197" y="7477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26" name="Forme libre : forme 12825">
                        <a:extLst>
                          <a:ext uri="{FF2B5EF4-FFF2-40B4-BE49-F238E27FC236}">
                            <a16:creationId xmlns:a16="http://schemas.microsoft.com/office/drawing/2014/main" id="{60159934-3691-4D93-9F71-BC89D72AF2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0767" y="2504313"/>
                        <a:ext cx="202977" cy="45517"/>
                      </a:xfrm>
                      <a:custGeom>
                        <a:avLst/>
                        <a:gdLst>
                          <a:gd name="connsiteX0" fmla="*/ 81725 w 202977"/>
                          <a:gd name="connsiteY0" fmla="*/ 16764 h 45517"/>
                          <a:gd name="connsiteX1" fmla="*/ 38100 w 202977"/>
                          <a:gd name="connsiteY1" fmla="*/ 21336 h 45517"/>
                          <a:gd name="connsiteX2" fmla="*/ 0 w 202977"/>
                          <a:gd name="connsiteY2" fmla="*/ 12763 h 45517"/>
                          <a:gd name="connsiteX3" fmla="*/ 4191 w 202977"/>
                          <a:gd name="connsiteY3" fmla="*/ 21336 h 45517"/>
                          <a:gd name="connsiteX4" fmla="*/ 13240 w 202977"/>
                          <a:gd name="connsiteY4" fmla="*/ 28765 h 45517"/>
                          <a:gd name="connsiteX5" fmla="*/ 27241 w 202977"/>
                          <a:gd name="connsiteY5" fmla="*/ 37624 h 45517"/>
                          <a:gd name="connsiteX6" fmla="*/ 34862 w 202977"/>
                          <a:gd name="connsiteY6" fmla="*/ 41148 h 45517"/>
                          <a:gd name="connsiteX7" fmla="*/ 44005 w 202977"/>
                          <a:gd name="connsiteY7" fmla="*/ 43815 h 45517"/>
                          <a:gd name="connsiteX8" fmla="*/ 74771 w 202977"/>
                          <a:gd name="connsiteY8" fmla="*/ 44958 h 45517"/>
                          <a:gd name="connsiteX9" fmla="*/ 86296 w 202977"/>
                          <a:gd name="connsiteY9" fmla="*/ 43529 h 45517"/>
                          <a:gd name="connsiteX10" fmla="*/ 138017 w 202977"/>
                          <a:gd name="connsiteY10" fmla="*/ 34957 h 45517"/>
                          <a:gd name="connsiteX11" fmla="*/ 142875 w 202977"/>
                          <a:gd name="connsiteY11" fmla="*/ 34004 h 45517"/>
                          <a:gd name="connsiteX12" fmla="*/ 169736 w 202977"/>
                          <a:gd name="connsiteY12" fmla="*/ 25717 h 45517"/>
                          <a:gd name="connsiteX13" fmla="*/ 195929 w 202977"/>
                          <a:gd name="connsiteY13" fmla="*/ 7715 h 45517"/>
                          <a:gd name="connsiteX14" fmla="*/ 202787 w 202977"/>
                          <a:gd name="connsiteY14" fmla="*/ 286 h 45517"/>
                          <a:gd name="connsiteX15" fmla="*/ 202978 w 202977"/>
                          <a:gd name="connsiteY15" fmla="*/ 0 h 45517"/>
                          <a:gd name="connsiteX16" fmla="*/ 81725 w 202977"/>
                          <a:gd name="connsiteY16" fmla="*/ 16764 h 45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202977" h="45517">
                            <a:moveTo>
                              <a:pt x="81725" y="16764"/>
                            </a:moveTo>
                            <a:cubicBezTo>
                              <a:pt x="68009" y="19717"/>
                              <a:pt x="52959" y="22384"/>
                              <a:pt x="38100" y="21336"/>
                            </a:cubicBezTo>
                            <a:cubicBezTo>
                              <a:pt x="24384" y="20383"/>
                              <a:pt x="11144" y="18002"/>
                              <a:pt x="0" y="12763"/>
                            </a:cubicBezTo>
                            <a:cubicBezTo>
                              <a:pt x="381" y="16097"/>
                              <a:pt x="1810" y="19145"/>
                              <a:pt x="4191" y="21336"/>
                            </a:cubicBezTo>
                            <a:cubicBezTo>
                              <a:pt x="7144" y="24003"/>
                              <a:pt x="10192" y="26479"/>
                              <a:pt x="13240" y="28765"/>
                            </a:cubicBezTo>
                            <a:cubicBezTo>
                              <a:pt x="17716" y="32099"/>
                              <a:pt x="22289" y="35052"/>
                              <a:pt x="27241" y="37624"/>
                            </a:cubicBezTo>
                            <a:cubicBezTo>
                              <a:pt x="29718" y="38862"/>
                              <a:pt x="32290" y="40100"/>
                              <a:pt x="34862" y="41148"/>
                            </a:cubicBezTo>
                            <a:cubicBezTo>
                              <a:pt x="37433" y="42196"/>
                              <a:pt x="40100" y="43148"/>
                              <a:pt x="44005" y="43815"/>
                            </a:cubicBezTo>
                            <a:cubicBezTo>
                              <a:pt x="53721" y="45720"/>
                              <a:pt x="63627" y="45910"/>
                              <a:pt x="74771" y="44958"/>
                            </a:cubicBezTo>
                            <a:cubicBezTo>
                              <a:pt x="78105" y="44577"/>
                              <a:pt x="82010" y="44101"/>
                              <a:pt x="86296" y="43529"/>
                            </a:cubicBezTo>
                            <a:cubicBezTo>
                              <a:pt x="102965" y="41148"/>
                              <a:pt x="124396" y="37433"/>
                              <a:pt x="138017" y="34957"/>
                            </a:cubicBezTo>
                            <a:cubicBezTo>
                              <a:pt x="139732" y="34576"/>
                              <a:pt x="141446" y="34290"/>
                              <a:pt x="142875" y="34004"/>
                            </a:cubicBezTo>
                            <a:cubicBezTo>
                              <a:pt x="153258" y="31909"/>
                              <a:pt x="162020" y="29146"/>
                              <a:pt x="169736" y="25717"/>
                            </a:cubicBezTo>
                            <a:cubicBezTo>
                              <a:pt x="180213" y="20955"/>
                              <a:pt x="188500" y="14859"/>
                              <a:pt x="195929" y="7715"/>
                            </a:cubicBezTo>
                            <a:cubicBezTo>
                              <a:pt x="198311" y="5334"/>
                              <a:pt x="200596" y="2857"/>
                              <a:pt x="202787" y="286"/>
                            </a:cubicBezTo>
                            <a:lnTo>
                              <a:pt x="202978" y="0"/>
                            </a:lnTo>
                            <a:cubicBezTo>
                              <a:pt x="162592" y="2381"/>
                              <a:pt x="121063" y="7810"/>
                              <a:pt x="81725" y="1676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27" name="Forme libre : forme 12826">
                        <a:extLst>
                          <a:ext uri="{FF2B5EF4-FFF2-40B4-BE49-F238E27FC236}">
                            <a16:creationId xmlns:a16="http://schemas.microsoft.com/office/drawing/2014/main" id="{86DF25AC-E2B5-4A66-ACFF-4CD83FB644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2205" y="2492347"/>
                        <a:ext cx="94623" cy="28085"/>
                      </a:xfrm>
                      <a:custGeom>
                        <a:avLst/>
                        <a:gdLst>
                          <a:gd name="connsiteX0" fmla="*/ 94582 w 94623"/>
                          <a:gd name="connsiteY0" fmla="*/ 7298 h 28085"/>
                          <a:gd name="connsiteX1" fmla="*/ 47339 w 94623"/>
                          <a:gd name="connsiteY1" fmla="*/ 26158 h 28085"/>
                          <a:gd name="connsiteX2" fmla="*/ 94 w 94623"/>
                          <a:gd name="connsiteY2" fmla="*/ 20252 h 28085"/>
                          <a:gd name="connsiteX3" fmla="*/ 43242 w 94623"/>
                          <a:gd name="connsiteY3" fmla="*/ 1679 h 28085"/>
                          <a:gd name="connsiteX4" fmla="*/ 94582 w 94623"/>
                          <a:gd name="connsiteY4" fmla="*/ 7298 h 28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623" h="28085">
                            <a:moveTo>
                              <a:pt x="94582" y="7298"/>
                            </a:moveTo>
                            <a:cubicBezTo>
                              <a:pt x="96011" y="17204"/>
                              <a:pt x="59626" y="23967"/>
                              <a:pt x="47339" y="26158"/>
                            </a:cubicBezTo>
                            <a:cubicBezTo>
                              <a:pt x="35146" y="28063"/>
                              <a:pt x="2190" y="31206"/>
                              <a:pt x="94" y="20252"/>
                            </a:cubicBezTo>
                            <a:cubicBezTo>
                              <a:pt x="-2001" y="9489"/>
                              <a:pt x="31336" y="3012"/>
                              <a:pt x="43242" y="1679"/>
                            </a:cubicBezTo>
                            <a:cubicBezTo>
                              <a:pt x="55054" y="60"/>
                              <a:pt x="93154" y="-2894"/>
                              <a:pt x="94582" y="729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28" name="Forme libre : forme 12827">
                        <a:extLst>
                          <a:ext uri="{FF2B5EF4-FFF2-40B4-BE49-F238E27FC236}">
                            <a16:creationId xmlns:a16="http://schemas.microsoft.com/office/drawing/2014/main" id="{1DC0E6DD-F35A-488B-95B1-AC44F416C1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1399" y="2499645"/>
                        <a:ext cx="68337" cy="20799"/>
                      </a:xfrm>
                      <a:custGeom>
                        <a:avLst/>
                        <a:gdLst>
                          <a:gd name="connsiteX0" fmla="*/ 18998 w 68337"/>
                          <a:gd name="connsiteY0" fmla="*/ 0 h 20799"/>
                          <a:gd name="connsiteX1" fmla="*/ 424 w 68337"/>
                          <a:gd name="connsiteY1" fmla="*/ 13145 h 20799"/>
                          <a:gd name="connsiteX2" fmla="*/ 48716 w 68337"/>
                          <a:gd name="connsiteY2" fmla="*/ 18860 h 20799"/>
                          <a:gd name="connsiteX3" fmla="*/ 68337 w 68337"/>
                          <a:gd name="connsiteY3" fmla="*/ 14288 h 20799"/>
                          <a:gd name="connsiteX4" fmla="*/ 57574 w 68337"/>
                          <a:gd name="connsiteY4" fmla="*/ 15145 h 20799"/>
                          <a:gd name="connsiteX5" fmla="*/ 18998 w 68337"/>
                          <a:gd name="connsiteY5" fmla="*/ 0 h 207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8337" h="20799">
                            <a:moveTo>
                              <a:pt x="18998" y="0"/>
                            </a:moveTo>
                            <a:cubicBezTo>
                              <a:pt x="13378" y="2858"/>
                              <a:pt x="-2815" y="6763"/>
                              <a:pt x="424" y="13145"/>
                            </a:cubicBezTo>
                            <a:cubicBezTo>
                              <a:pt x="5758" y="23527"/>
                              <a:pt x="33286" y="21050"/>
                              <a:pt x="48716" y="18860"/>
                            </a:cubicBezTo>
                            <a:cubicBezTo>
                              <a:pt x="53288" y="18193"/>
                              <a:pt x="63384" y="15907"/>
                              <a:pt x="68337" y="14288"/>
                            </a:cubicBezTo>
                            <a:cubicBezTo>
                              <a:pt x="65385" y="14573"/>
                              <a:pt x="60432" y="15335"/>
                              <a:pt x="57574" y="15145"/>
                            </a:cubicBezTo>
                            <a:cubicBezTo>
                              <a:pt x="41477" y="13907"/>
                              <a:pt x="21951" y="11811"/>
                              <a:pt x="18998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29" name="Forme libre : forme 12828">
                        <a:extLst>
                          <a:ext uri="{FF2B5EF4-FFF2-40B4-BE49-F238E27FC236}">
                            <a16:creationId xmlns:a16="http://schemas.microsoft.com/office/drawing/2014/main" id="{7C146B9E-A5C3-4EBB-8062-2009F36A07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7553" y="2494230"/>
                        <a:ext cx="94726" cy="28676"/>
                      </a:xfrm>
                      <a:custGeom>
                        <a:avLst/>
                        <a:gdLst>
                          <a:gd name="connsiteX0" fmla="*/ 94664 w 94726"/>
                          <a:gd name="connsiteY0" fmla="*/ 7416 h 28676"/>
                          <a:gd name="connsiteX1" fmla="*/ 46944 w 94726"/>
                          <a:gd name="connsiteY1" fmla="*/ 26656 h 28676"/>
                          <a:gd name="connsiteX2" fmla="*/ 176 w 94726"/>
                          <a:gd name="connsiteY2" fmla="*/ 20560 h 28676"/>
                          <a:gd name="connsiteX3" fmla="*/ 43229 w 94726"/>
                          <a:gd name="connsiteY3" fmla="*/ 2082 h 28676"/>
                          <a:gd name="connsiteX4" fmla="*/ 94664 w 94726"/>
                          <a:gd name="connsiteY4" fmla="*/ 7416 h 286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726" h="28676">
                            <a:moveTo>
                              <a:pt x="94664" y="7416"/>
                            </a:moveTo>
                            <a:cubicBezTo>
                              <a:pt x="92759" y="17798"/>
                              <a:pt x="60088" y="23989"/>
                              <a:pt x="46944" y="26656"/>
                            </a:cubicBezTo>
                            <a:cubicBezTo>
                              <a:pt x="33799" y="29038"/>
                              <a:pt x="3224" y="31419"/>
                              <a:pt x="176" y="20560"/>
                            </a:cubicBezTo>
                            <a:cubicBezTo>
                              <a:pt x="-2776" y="9702"/>
                              <a:pt x="32180" y="3511"/>
                              <a:pt x="43229" y="2082"/>
                            </a:cubicBezTo>
                            <a:cubicBezTo>
                              <a:pt x="54088" y="82"/>
                              <a:pt x="96569" y="-3157"/>
                              <a:pt x="94664" y="741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30" name="Forme libre : forme 12829">
                        <a:extLst>
                          <a:ext uri="{FF2B5EF4-FFF2-40B4-BE49-F238E27FC236}">
                            <a16:creationId xmlns:a16="http://schemas.microsoft.com/office/drawing/2014/main" id="{4DDBA7A8-7A44-4FBD-A1CE-7DBFC0D02F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7248" y="2495208"/>
                        <a:ext cx="120037" cy="44837"/>
                      </a:xfrm>
                      <a:custGeom>
                        <a:avLst/>
                        <a:gdLst>
                          <a:gd name="connsiteX0" fmla="*/ 856 w 120037"/>
                          <a:gd name="connsiteY0" fmla="*/ 22249 h 44837"/>
                          <a:gd name="connsiteX1" fmla="*/ 13238 w 120037"/>
                          <a:gd name="connsiteY1" fmla="*/ 33965 h 44837"/>
                          <a:gd name="connsiteX2" fmla="*/ 60863 w 120037"/>
                          <a:gd name="connsiteY2" fmla="*/ 44823 h 44837"/>
                          <a:gd name="connsiteX3" fmla="*/ 105440 w 120037"/>
                          <a:gd name="connsiteY3" fmla="*/ 35394 h 44837"/>
                          <a:gd name="connsiteX4" fmla="*/ 119347 w 120037"/>
                          <a:gd name="connsiteY4" fmla="*/ 19582 h 44837"/>
                          <a:gd name="connsiteX5" fmla="*/ 104107 w 120037"/>
                          <a:gd name="connsiteY5" fmla="*/ 15867 h 44837"/>
                          <a:gd name="connsiteX6" fmla="*/ 62006 w 120037"/>
                          <a:gd name="connsiteY6" fmla="*/ 8152 h 44837"/>
                          <a:gd name="connsiteX7" fmla="*/ 20953 w 120037"/>
                          <a:gd name="connsiteY7" fmla="*/ 913 h 44837"/>
                          <a:gd name="connsiteX8" fmla="*/ 11810 w 120037"/>
                          <a:gd name="connsiteY8" fmla="*/ 4152 h 44837"/>
                          <a:gd name="connsiteX9" fmla="*/ 4284 w 120037"/>
                          <a:gd name="connsiteY9" fmla="*/ 9295 h 44837"/>
                          <a:gd name="connsiteX10" fmla="*/ 856 w 120037"/>
                          <a:gd name="connsiteY10" fmla="*/ 22249 h 448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20037" h="44837">
                            <a:moveTo>
                              <a:pt x="856" y="22249"/>
                            </a:moveTo>
                            <a:cubicBezTo>
                              <a:pt x="3618" y="28440"/>
                              <a:pt x="6000" y="30345"/>
                              <a:pt x="13238" y="33965"/>
                            </a:cubicBezTo>
                            <a:cubicBezTo>
                              <a:pt x="28478" y="40918"/>
                              <a:pt x="41813" y="45109"/>
                              <a:pt x="60863" y="44823"/>
                            </a:cubicBezTo>
                            <a:cubicBezTo>
                              <a:pt x="76770" y="44538"/>
                              <a:pt x="93439" y="40823"/>
                              <a:pt x="105440" y="35394"/>
                            </a:cubicBezTo>
                            <a:cubicBezTo>
                              <a:pt x="114393" y="31298"/>
                              <a:pt x="122490" y="25297"/>
                              <a:pt x="119347" y="19582"/>
                            </a:cubicBezTo>
                            <a:cubicBezTo>
                              <a:pt x="117346" y="16058"/>
                              <a:pt x="110012" y="16629"/>
                              <a:pt x="104107" y="15867"/>
                            </a:cubicBezTo>
                            <a:cubicBezTo>
                              <a:pt x="89915" y="13772"/>
                              <a:pt x="76293" y="12819"/>
                              <a:pt x="62006" y="8152"/>
                            </a:cubicBezTo>
                            <a:cubicBezTo>
                              <a:pt x="49910" y="4152"/>
                              <a:pt x="36289" y="-2421"/>
                              <a:pt x="20953" y="913"/>
                            </a:cubicBezTo>
                            <a:cubicBezTo>
                              <a:pt x="17524" y="1580"/>
                              <a:pt x="14572" y="2627"/>
                              <a:pt x="11810" y="4152"/>
                            </a:cubicBezTo>
                            <a:cubicBezTo>
                              <a:pt x="8762" y="5580"/>
                              <a:pt x="6190" y="7295"/>
                              <a:pt x="4284" y="9295"/>
                            </a:cubicBezTo>
                            <a:cubicBezTo>
                              <a:pt x="284" y="13105"/>
                              <a:pt x="-1049" y="17963"/>
                              <a:pt x="856" y="2224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31" name="Forme libre : forme 12830">
                        <a:extLst>
                          <a:ext uri="{FF2B5EF4-FFF2-40B4-BE49-F238E27FC236}">
                            <a16:creationId xmlns:a16="http://schemas.microsoft.com/office/drawing/2014/main" id="{1EF40E96-5BFC-4F6A-BD61-36FFB8F4C2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0209" y="2491167"/>
                        <a:ext cx="36914" cy="16148"/>
                      </a:xfrm>
                      <a:custGeom>
                        <a:avLst/>
                        <a:gdLst>
                          <a:gd name="connsiteX0" fmla="*/ 3326 w 36914"/>
                          <a:gd name="connsiteY0" fmla="*/ 11050 h 16148"/>
                          <a:gd name="connsiteX1" fmla="*/ 88 w 36914"/>
                          <a:gd name="connsiteY1" fmla="*/ 14003 h 16148"/>
                          <a:gd name="connsiteX2" fmla="*/ 3136 w 36914"/>
                          <a:gd name="connsiteY2" fmla="*/ 16099 h 16148"/>
                          <a:gd name="connsiteX3" fmla="*/ 10089 w 36914"/>
                          <a:gd name="connsiteY3" fmla="*/ 15432 h 16148"/>
                          <a:gd name="connsiteX4" fmla="*/ 26758 w 36914"/>
                          <a:gd name="connsiteY4" fmla="*/ 10765 h 16148"/>
                          <a:gd name="connsiteX5" fmla="*/ 32568 w 36914"/>
                          <a:gd name="connsiteY5" fmla="*/ 8288 h 16148"/>
                          <a:gd name="connsiteX6" fmla="*/ 27520 w 36914"/>
                          <a:gd name="connsiteY6" fmla="*/ 573 h 16148"/>
                          <a:gd name="connsiteX7" fmla="*/ 3326 w 36914"/>
                          <a:gd name="connsiteY7" fmla="*/ 11050 h 161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6914" h="16148">
                            <a:moveTo>
                              <a:pt x="3326" y="11050"/>
                            </a:moveTo>
                            <a:cubicBezTo>
                              <a:pt x="1707" y="12003"/>
                              <a:pt x="564" y="12669"/>
                              <a:pt x="88" y="14003"/>
                            </a:cubicBezTo>
                            <a:cubicBezTo>
                              <a:pt x="-388" y="15241"/>
                              <a:pt x="1135" y="15908"/>
                              <a:pt x="3136" y="16099"/>
                            </a:cubicBezTo>
                            <a:cubicBezTo>
                              <a:pt x="5041" y="16289"/>
                              <a:pt x="7898" y="15908"/>
                              <a:pt x="10089" y="15432"/>
                            </a:cubicBezTo>
                            <a:cubicBezTo>
                              <a:pt x="15614" y="14289"/>
                              <a:pt x="21614" y="12669"/>
                              <a:pt x="26758" y="10765"/>
                            </a:cubicBezTo>
                            <a:cubicBezTo>
                              <a:pt x="28853" y="10002"/>
                              <a:pt x="30949" y="9336"/>
                              <a:pt x="32568" y="8288"/>
                            </a:cubicBezTo>
                            <a:cubicBezTo>
                              <a:pt x="39426" y="3716"/>
                              <a:pt x="38473" y="-1808"/>
                              <a:pt x="27520" y="573"/>
                            </a:cubicBezTo>
                            <a:cubicBezTo>
                              <a:pt x="19138" y="2287"/>
                              <a:pt x="9898" y="7145"/>
                              <a:pt x="3326" y="1105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32" name="Forme libre : forme 12831">
                        <a:extLst>
                          <a:ext uri="{FF2B5EF4-FFF2-40B4-BE49-F238E27FC236}">
                            <a16:creationId xmlns:a16="http://schemas.microsoft.com/office/drawing/2014/main" id="{6B8A230B-9F3C-438F-BF24-71FD7CEC61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26023" y="2502217"/>
                        <a:ext cx="54864" cy="34385"/>
                      </a:xfrm>
                      <a:custGeom>
                        <a:avLst/>
                        <a:gdLst>
                          <a:gd name="connsiteX0" fmla="*/ 54864 w 54864"/>
                          <a:gd name="connsiteY0" fmla="*/ 0 h 34385"/>
                          <a:gd name="connsiteX1" fmla="*/ 0 w 54864"/>
                          <a:gd name="connsiteY1" fmla="*/ 34385 h 34385"/>
                          <a:gd name="connsiteX2" fmla="*/ 54864 w 54864"/>
                          <a:gd name="connsiteY2" fmla="*/ 0 h 343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4864" h="34385">
                            <a:moveTo>
                              <a:pt x="54864" y="0"/>
                            </a:moveTo>
                            <a:cubicBezTo>
                              <a:pt x="47530" y="14573"/>
                              <a:pt x="18002" y="26479"/>
                              <a:pt x="0" y="34385"/>
                            </a:cubicBezTo>
                            <a:cubicBezTo>
                              <a:pt x="19621" y="25908"/>
                              <a:pt x="40481" y="11811"/>
                              <a:pt x="5486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33" name="Forme libre : forme 12832">
                        <a:extLst>
                          <a:ext uri="{FF2B5EF4-FFF2-40B4-BE49-F238E27FC236}">
                            <a16:creationId xmlns:a16="http://schemas.microsoft.com/office/drawing/2014/main" id="{D3582A28-FE1F-435D-B717-C634354DF7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6577" y="2476595"/>
                        <a:ext cx="62293" cy="29527"/>
                      </a:xfrm>
                      <a:custGeom>
                        <a:avLst/>
                        <a:gdLst>
                          <a:gd name="connsiteX0" fmla="*/ 62294 w 62293"/>
                          <a:gd name="connsiteY0" fmla="*/ 0 h 29527"/>
                          <a:gd name="connsiteX1" fmla="*/ 44958 w 62293"/>
                          <a:gd name="connsiteY1" fmla="*/ 5334 h 29527"/>
                          <a:gd name="connsiteX2" fmla="*/ 29909 w 62293"/>
                          <a:gd name="connsiteY2" fmla="*/ 12097 h 29527"/>
                          <a:gd name="connsiteX3" fmla="*/ 0 w 62293"/>
                          <a:gd name="connsiteY3" fmla="*/ 29527 h 29527"/>
                          <a:gd name="connsiteX4" fmla="*/ 30766 w 62293"/>
                          <a:gd name="connsiteY4" fmla="*/ 13145 h 29527"/>
                          <a:gd name="connsiteX5" fmla="*/ 62294 w 62293"/>
                          <a:gd name="connsiteY5" fmla="*/ 0 h 295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2293" h="29527">
                            <a:moveTo>
                              <a:pt x="62294" y="0"/>
                            </a:moveTo>
                            <a:cubicBezTo>
                              <a:pt x="56007" y="1429"/>
                              <a:pt x="50292" y="3238"/>
                              <a:pt x="44958" y="5334"/>
                            </a:cubicBezTo>
                            <a:cubicBezTo>
                              <a:pt x="39338" y="7429"/>
                              <a:pt x="35529" y="9620"/>
                              <a:pt x="29909" y="12097"/>
                            </a:cubicBezTo>
                            <a:cubicBezTo>
                              <a:pt x="18288" y="17050"/>
                              <a:pt x="8573" y="23241"/>
                              <a:pt x="0" y="29527"/>
                            </a:cubicBezTo>
                            <a:cubicBezTo>
                              <a:pt x="7715" y="23241"/>
                              <a:pt x="18479" y="17716"/>
                              <a:pt x="30766" y="13145"/>
                            </a:cubicBezTo>
                            <a:cubicBezTo>
                              <a:pt x="41053" y="8763"/>
                              <a:pt x="51721" y="4000"/>
                              <a:pt x="6229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34" name="Forme libre : forme 12833">
                        <a:extLst>
                          <a:ext uri="{FF2B5EF4-FFF2-40B4-BE49-F238E27FC236}">
                            <a16:creationId xmlns:a16="http://schemas.microsoft.com/office/drawing/2014/main" id="{F81AD071-7210-4077-BF30-F4E933EDF3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9325" y="2495486"/>
                        <a:ext cx="35545" cy="8100"/>
                      </a:xfrm>
                      <a:custGeom>
                        <a:avLst/>
                        <a:gdLst>
                          <a:gd name="connsiteX0" fmla="*/ 35364 w 35545"/>
                          <a:gd name="connsiteY0" fmla="*/ 3683 h 8100"/>
                          <a:gd name="connsiteX1" fmla="*/ 14981 w 35545"/>
                          <a:gd name="connsiteY1" fmla="*/ 8064 h 8100"/>
                          <a:gd name="connsiteX2" fmla="*/ 217 w 35545"/>
                          <a:gd name="connsiteY2" fmla="*/ 4350 h 8100"/>
                          <a:gd name="connsiteX3" fmla="*/ 19457 w 35545"/>
                          <a:gd name="connsiteY3" fmla="*/ 63 h 8100"/>
                          <a:gd name="connsiteX4" fmla="*/ 35364 w 35545"/>
                          <a:gd name="connsiteY4" fmla="*/ 3683 h 81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545" h="8100">
                            <a:moveTo>
                              <a:pt x="35364" y="3683"/>
                            </a:moveTo>
                            <a:cubicBezTo>
                              <a:pt x="33460" y="7397"/>
                              <a:pt x="19362" y="7874"/>
                              <a:pt x="14981" y="8064"/>
                            </a:cubicBezTo>
                            <a:cubicBezTo>
                              <a:pt x="10599" y="8160"/>
                              <a:pt x="-1783" y="8350"/>
                              <a:pt x="217" y="4350"/>
                            </a:cubicBezTo>
                            <a:cubicBezTo>
                              <a:pt x="2217" y="254"/>
                              <a:pt x="15362" y="159"/>
                              <a:pt x="19457" y="63"/>
                            </a:cubicBezTo>
                            <a:cubicBezTo>
                              <a:pt x="23648" y="-127"/>
                              <a:pt x="37269" y="-127"/>
                              <a:pt x="35364" y="368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35" name="Forme libre : forme 12834">
                        <a:extLst>
                          <a:ext uri="{FF2B5EF4-FFF2-40B4-BE49-F238E27FC236}">
                            <a16:creationId xmlns:a16="http://schemas.microsoft.com/office/drawing/2014/main" id="{D14C6E6A-9D85-4ED1-B9E8-2380E609E5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19972" y="2496486"/>
                        <a:ext cx="10099" cy="3484"/>
                      </a:xfrm>
                      <a:custGeom>
                        <a:avLst/>
                        <a:gdLst>
                          <a:gd name="connsiteX0" fmla="*/ 10051 w 10099"/>
                          <a:gd name="connsiteY0" fmla="*/ 1063 h 3484"/>
                          <a:gd name="connsiteX1" fmla="*/ 5670 w 10099"/>
                          <a:gd name="connsiteY1" fmla="*/ 3350 h 3484"/>
                          <a:gd name="connsiteX2" fmla="*/ 50 w 10099"/>
                          <a:gd name="connsiteY2" fmla="*/ 2397 h 3484"/>
                          <a:gd name="connsiteX3" fmla="*/ 4241 w 10099"/>
                          <a:gd name="connsiteY3" fmla="*/ 206 h 3484"/>
                          <a:gd name="connsiteX4" fmla="*/ 10051 w 10099"/>
                          <a:gd name="connsiteY4" fmla="*/ 1063 h 34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99" h="3484">
                            <a:moveTo>
                              <a:pt x="10051" y="1063"/>
                            </a:moveTo>
                            <a:cubicBezTo>
                              <a:pt x="10528" y="2397"/>
                              <a:pt x="7384" y="3064"/>
                              <a:pt x="5670" y="3350"/>
                            </a:cubicBezTo>
                            <a:cubicBezTo>
                              <a:pt x="3955" y="3540"/>
                              <a:pt x="621" y="3730"/>
                              <a:pt x="50" y="2397"/>
                            </a:cubicBezTo>
                            <a:cubicBezTo>
                              <a:pt x="-426" y="1063"/>
                              <a:pt x="2622" y="397"/>
                              <a:pt x="4241" y="206"/>
                            </a:cubicBezTo>
                            <a:cubicBezTo>
                              <a:pt x="6051" y="-80"/>
                              <a:pt x="9575" y="-270"/>
                              <a:pt x="10051" y="106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36" name="Forme libre : forme 12835">
                        <a:extLst>
                          <a:ext uri="{FF2B5EF4-FFF2-40B4-BE49-F238E27FC236}">
                            <a16:creationId xmlns:a16="http://schemas.microsoft.com/office/drawing/2014/main" id="{FC3A3C7E-9C14-4E16-B901-B03F03DE5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5861" y="2470724"/>
                        <a:ext cx="90477" cy="29200"/>
                      </a:xfrm>
                      <a:custGeom>
                        <a:avLst/>
                        <a:gdLst>
                          <a:gd name="connsiteX0" fmla="*/ 67118 w 90477"/>
                          <a:gd name="connsiteY0" fmla="*/ 9966 h 29200"/>
                          <a:gd name="connsiteX1" fmla="*/ 89787 w 90477"/>
                          <a:gd name="connsiteY1" fmla="*/ 22920 h 29200"/>
                          <a:gd name="connsiteX2" fmla="*/ 84167 w 90477"/>
                          <a:gd name="connsiteY2" fmla="*/ 29112 h 29200"/>
                          <a:gd name="connsiteX3" fmla="*/ 73499 w 90477"/>
                          <a:gd name="connsiteY3" fmla="*/ 26635 h 29200"/>
                          <a:gd name="connsiteX4" fmla="*/ 41114 w 90477"/>
                          <a:gd name="connsiteY4" fmla="*/ 16920 h 29200"/>
                          <a:gd name="connsiteX5" fmla="*/ 538 w 90477"/>
                          <a:gd name="connsiteY5" fmla="*/ 7775 h 29200"/>
                          <a:gd name="connsiteX6" fmla="*/ 45591 w 90477"/>
                          <a:gd name="connsiteY6" fmla="*/ 1108 h 29200"/>
                          <a:gd name="connsiteX7" fmla="*/ 67118 w 90477"/>
                          <a:gd name="connsiteY7" fmla="*/ 9966 h 29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0477" h="29200">
                            <a:moveTo>
                              <a:pt x="67118" y="9966"/>
                            </a:moveTo>
                            <a:cubicBezTo>
                              <a:pt x="76928" y="13872"/>
                              <a:pt x="83882" y="16539"/>
                              <a:pt x="89787" y="22920"/>
                            </a:cubicBezTo>
                            <a:cubicBezTo>
                              <a:pt x="91978" y="25301"/>
                              <a:pt x="88644" y="28635"/>
                              <a:pt x="84167" y="29112"/>
                            </a:cubicBezTo>
                            <a:cubicBezTo>
                              <a:pt x="79595" y="29588"/>
                              <a:pt x="76643" y="28064"/>
                              <a:pt x="73499" y="26635"/>
                            </a:cubicBezTo>
                            <a:cubicBezTo>
                              <a:pt x="63593" y="22063"/>
                              <a:pt x="53020" y="19396"/>
                              <a:pt x="41114" y="16920"/>
                            </a:cubicBezTo>
                            <a:cubicBezTo>
                              <a:pt x="33685" y="15110"/>
                              <a:pt x="-4987" y="16348"/>
                              <a:pt x="538" y="7775"/>
                            </a:cubicBezTo>
                            <a:cubicBezTo>
                              <a:pt x="6062" y="-987"/>
                              <a:pt x="35590" y="-892"/>
                              <a:pt x="45591" y="1108"/>
                            </a:cubicBezTo>
                            <a:cubicBezTo>
                              <a:pt x="55592" y="3204"/>
                              <a:pt x="59783" y="7109"/>
                              <a:pt x="67118" y="996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34" name="Graphique 1">
                      <a:extLst>
                        <a:ext uri="{FF2B5EF4-FFF2-40B4-BE49-F238E27FC236}">
                          <a16:creationId xmlns:a16="http://schemas.microsoft.com/office/drawing/2014/main" id="{2397E66A-6430-4B5A-8E40-679E7D355B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86042" y="2457032"/>
                      <a:ext cx="203906" cy="79741"/>
                      <a:chOff x="4786042" y="2457032"/>
                      <a:chExt cx="203906" cy="79741"/>
                    </a:xfrm>
                    <a:solidFill>
                      <a:schemeClr val="accent1"/>
                    </a:solidFill>
                  </p:grpSpPr>
                  <p:sp>
                    <p:nvSpPr>
                      <p:cNvPr id="12813" name="Forme libre : forme 12812">
                        <a:extLst>
                          <a:ext uri="{FF2B5EF4-FFF2-40B4-BE49-F238E27FC236}">
                            <a16:creationId xmlns:a16="http://schemas.microsoft.com/office/drawing/2014/main" id="{44CFF280-A756-4C34-B88C-22533CDD71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6042" y="2457032"/>
                        <a:ext cx="203906" cy="79741"/>
                      </a:xfrm>
                      <a:custGeom>
                        <a:avLst/>
                        <a:gdLst>
                          <a:gd name="connsiteX0" fmla="*/ 131909 w 203906"/>
                          <a:gd name="connsiteY0" fmla="*/ 78237 h 79741"/>
                          <a:gd name="connsiteX1" fmla="*/ 103620 w 203906"/>
                          <a:gd name="connsiteY1" fmla="*/ 76903 h 79741"/>
                          <a:gd name="connsiteX2" fmla="*/ 69425 w 203906"/>
                          <a:gd name="connsiteY2" fmla="*/ 75665 h 79741"/>
                          <a:gd name="connsiteX3" fmla="*/ 4465 w 203906"/>
                          <a:gd name="connsiteY3" fmla="*/ 48138 h 79741"/>
                          <a:gd name="connsiteX4" fmla="*/ 4465 w 203906"/>
                          <a:gd name="connsiteY4" fmla="*/ 26611 h 79741"/>
                          <a:gd name="connsiteX5" fmla="*/ 71711 w 203906"/>
                          <a:gd name="connsiteY5" fmla="*/ 322 h 79741"/>
                          <a:gd name="connsiteX6" fmla="*/ 104763 w 203906"/>
                          <a:gd name="connsiteY6" fmla="*/ 322 h 79741"/>
                          <a:gd name="connsiteX7" fmla="*/ 114002 w 203906"/>
                          <a:gd name="connsiteY7" fmla="*/ 608 h 79741"/>
                          <a:gd name="connsiteX8" fmla="*/ 123623 w 203906"/>
                          <a:gd name="connsiteY8" fmla="*/ 1084 h 79741"/>
                          <a:gd name="connsiteX9" fmla="*/ 142577 w 203906"/>
                          <a:gd name="connsiteY9" fmla="*/ 3751 h 79741"/>
                          <a:gd name="connsiteX10" fmla="*/ 180963 w 203906"/>
                          <a:gd name="connsiteY10" fmla="*/ 22135 h 79741"/>
                          <a:gd name="connsiteX11" fmla="*/ 200680 w 203906"/>
                          <a:gd name="connsiteY11" fmla="*/ 46900 h 79741"/>
                          <a:gd name="connsiteX12" fmla="*/ 199346 w 203906"/>
                          <a:gd name="connsiteY12" fmla="*/ 67950 h 79741"/>
                          <a:gd name="connsiteX13" fmla="*/ 131909 w 203906"/>
                          <a:gd name="connsiteY13" fmla="*/ 78237 h 797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3906" h="79741">
                            <a:moveTo>
                              <a:pt x="131909" y="78237"/>
                            </a:moveTo>
                            <a:cubicBezTo>
                              <a:pt x="124766" y="77285"/>
                              <a:pt x="118193" y="77094"/>
                              <a:pt x="103620" y="76903"/>
                            </a:cubicBezTo>
                            <a:cubicBezTo>
                              <a:pt x="90761" y="76522"/>
                              <a:pt x="77808" y="76237"/>
                              <a:pt x="69425" y="75665"/>
                            </a:cubicBezTo>
                            <a:cubicBezTo>
                              <a:pt x="38088" y="73665"/>
                              <a:pt x="21800" y="63568"/>
                              <a:pt x="4465" y="48138"/>
                            </a:cubicBezTo>
                            <a:cubicBezTo>
                              <a:pt x="-1536" y="42899"/>
                              <a:pt x="-1441" y="31945"/>
                              <a:pt x="4465" y="26611"/>
                            </a:cubicBezTo>
                            <a:cubicBezTo>
                              <a:pt x="21610" y="11276"/>
                              <a:pt x="40850" y="1656"/>
                              <a:pt x="71711" y="322"/>
                            </a:cubicBezTo>
                            <a:cubicBezTo>
                              <a:pt x="79998" y="-58"/>
                              <a:pt x="92380" y="-154"/>
                              <a:pt x="104763" y="322"/>
                            </a:cubicBezTo>
                            <a:cubicBezTo>
                              <a:pt x="107906" y="418"/>
                              <a:pt x="110954" y="513"/>
                              <a:pt x="114002" y="608"/>
                            </a:cubicBezTo>
                            <a:cubicBezTo>
                              <a:pt x="117241" y="799"/>
                              <a:pt x="119432" y="703"/>
                              <a:pt x="123623" y="1084"/>
                            </a:cubicBezTo>
                            <a:cubicBezTo>
                              <a:pt x="131147" y="1561"/>
                              <a:pt x="137529" y="2704"/>
                              <a:pt x="142577" y="3751"/>
                            </a:cubicBezTo>
                            <a:cubicBezTo>
                              <a:pt x="161246" y="7847"/>
                              <a:pt x="172486" y="14705"/>
                              <a:pt x="180963" y="22135"/>
                            </a:cubicBezTo>
                            <a:cubicBezTo>
                              <a:pt x="189440" y="29564"/>
                              <a:pt x="194774" y="37946"/>
                              <a:pt x="200680" y="46900"/>
                            </a:cubicBezTo>
                            <a:cubicBezTo>
                              <a:pt x="204585" y="52996"/>
                              <a:pt x="205824" y="63664"/>
                              <a:pt x="199346" y="67950"/>
                            </a:cubicBezTo>
                            <a:cubicBezTo>
                              <a:pt x="180296" y="80333"/>
                              <a:pt x="156389" y="81380"/>
                              <a:pt x="131909" y="7823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14" name="Forme libre : forme 12813">
                        <a:extLst>
                          <a:ext uri="{FF2B5EF4-FFF2-40B4-BE49-F238E27FC236}">
                            <a16:creationId xmlns:a16="http://schemas.microsoft.com/office/drawing/2014/main" id="{08537AF9-B5C1-40F4-9E01-1ADFE2AFE6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6221" y="2496311"/>
                        <a:ext cx="199548" cy="40037"/>
                      </a:xfrm>
                      <a:custGeom>
                        <a:avLst/>
                        <a:gdLst>
                          <a:gd name="connsiteX0" fmla="*/ 80010 w 199548"/>
                          <a:gd name="connsiteY0" fmla="*/ 9430 h 40037"/>
                          <a:gd name="connsiteX1" fmla="*/ 0 w 199548"/>
                          <a:gd name="connsiteY1" fmla="*/ 0 h 40037"/>
                          <a:gd name="connsiteX2" fmla="*/ 4286 w 199548"/>
                          <a:gd name="connsiteY2" fmla="*/ 8573 h 40037"/>
                          <a:gd name="connsiteX3" fmla="*/ 13240 w 199548"/>
                          <a:gd name="connsiteY3" fmla="*/ 16002 h 40037"/>
                          <a:gd name="connsiteX4" fmla="*/ 42863 w 199548"/>
                          <a:gd name="connsiteY4" fmla="*/ 31623 h 40037"/>
                          <a:gd name="connsiteX5" fmla="*/ 69247 w 199548"/>
                          <a:gd name="connsiteY5" fmla="*/ 36100 h 40037"/>
                          <a:gd name="connsiteX6" fmla="*/ 80200 w 199548"/>
                          <a:gd name="connsiteY6" fmla="*/ 36576 h 40037"/>
                          <a:gd name="connsiteX7" fmla="*/ 106966 w 199548"/>
                          <a:gd name="connsiteY7" fmla="*/ 37338 h 40037"/>
                          <a:gd name="connsiteX8" fmla="*/ 127825 w 199548"/>
                          <a:gd name="connsiteY8" fmla="*/ 38195 h 40037"/>
                          <a:gd name="connsiteX9" fmla="*/ 131826 w 199548"/>
                          <a:gd name="connsiteY9" fmla="*/ 38576 h 40037"/>
                          <a:gd name="connsiteX10" fmla="*/ 157448 w 199548"/>
                          <a:gd name="connsiteY10" fmla="*/ 40005 h 40037"/>
                          <a:gd name="connsiteX11" fmla="*/ 189833 w 199548"/>
                          <a:gd name="connsiteY11" fmla="*/ 33242 h 40037"/>
                          <a:gd name="connsiteX12" fmla="*/ 199263 w 199548"/>
                          <a:gd name="connsiteY12" fmla="*/ 28194 h 40037"/>
                          <a:gd name="connsiteX13" fmla="*/ 199549 w 199548"/>
                          <a:gd name="connsiteY13" fmla="*/ 27908 h 40037"/>
                          <a:gd name="connsiteX14" fmla="*/ 139732 w 199548"/>
                          <a:gd name="connsiteY14" fmla="*/ 11430 h 40037"/>
                          <a:gd name="connsiteX15" fmla="*/ 125254 w 199548"/>
                          <a:gd name="connsiteY15" fmla="*/ 9239 h 40037"/>
                          <a:gd name="connsiteX16" fmla="*/ 118110 w 199548"/>
                          <a:gd name="connsiteY16" fmla="*/ 8858 h 40037"/>
                          <a:gd name="connsiteX17" fmla="*/ 110395 w 199548"/>
                          <a:gd name="connsiteY17" fmla="*/ 8763 h 40037"/>
                          <a:gd name="connsiteX18" fmla="*/ 80010 w 199548"/>
                          <a:gd name="connsiteY18" fmla="*/ 9430 h 40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99548" h="40037">
                            <a:moveTo>
                              <a:pt x="80010" y="9430"/>
                            </a:moveTo>
                            <a:cubicBezTo>
                              <a:pt x="52101" y="10478"/>
                              <a:pt x="22193" y="10287"/>
                              <a:pt x="0" y="0"/>
                            </a:cubicBezTo>
                            <a:cubicBezTo>
                              <a:pt x="476" y="3334"/>
                              <a:pt x="1810" y="6382"/>
                              <a:pt x="4286" y="8573"/>
                            </a:cubicBezTo>
                            <a:cubicBezTo>
                              <a:pt x="7239" y="11240"/>
                              <a:pt x="10192" y="13621"/>
                              <a:pt x="13240" y="16002"/>
                            </a:cubicBezTo>
                            <a:cubicBezTo>
                              <a:pt x="21907" y="22860"/>
                              <a:pt x="31147" y="28004"/>
                              <a:pt x="42863" y="31623"/>
                            </a:cubicBezTo>
                            <a:cubicBezTo>
                              <a:pt x="50482" y="33909"/>
                              <a:pt x="59055" y="35243"/>
                              <a:pt x="69247" y="36100"/>
                            </a:cubicBezTo>
                            <a:cubicBezTo>
                              <a:pt x="72390" y="36291"/>
                              <a:pt x="76105" y="36386"/>
                              <a:pt x="80200" y="36576"/>
                            </a:cubicBezTo>
                            <a:cubicBezTo>
                              <a:pt x="88202" y="36767"/>
                              <a:pt x="97727" y="37052"/>
                              <a:pt x="106966" y="37338"/>
                            </a:cubicBezTo>
                            <a:cubicBezTo>
                              <a:pt x="117443" y="37433"/>
                              <a:pt x="122206" y="37529"/>
                              <a:pt x="127825" y="38195"/>
                            </a:cubicBezTo>
                            <a:cubicBezTo>
                              <a:pt x="129159" y="38291"/>
                              <a:pt x="130588" y="38481"/>
                              <a:pt x="131826" y="38576"/>
                            </a:cubicBezTo>
                            <a:cubicBezTo>
                              <a:pt x="140494" y="39529"/>
                              <a:pt x="149161" y="40196"/>
                              <a:pt x="157448" y="40005"/>
                            </a:cubicBezTo>
                            <a:cubicBezTo>
                              <a:pt x="168878" y="39624"/>
                              <a:pt x="179832" y="37433"/>
                              <a:pt x="189833" y="33242"/>
                            </a:cubicBezTo>
                            <a:cubicBezTo>
                              <a:pt x="193167" y="31814"/>
                              <a:pt x="196215" y="30194"/>
                              <a:pt x="199263" y="28194"/>
                            </a:cubicBezTo>
                            <a:lnTo>
                              <a:pt x="199549" y="27908"/>
                            </a:lnTo>
                            <a:cubicBezTo>
                              <a:pt x="178213" y="23336"/>
                              <a:pt x="159258" y="15335"/>
                              <a:pt x="139732" y="11430"/>
                            </a:cubicBezTo>
                            <a:cubicBezTo>
                              <a:pt x="134874" y="10383"/>
                              <a:pt x="130016" y="9620"/>
                              <a:pt x="125254" y="9239"/>
                            </a:cubicBezTo>
                            <a:cubicBezTo>
                              <a:pt x="122873" y="8954"/>
                              <a:pt x="120491" y="8954"/>
                              <a:pt x="118110" y="8858"/>
                            </a:cubicBezTo>
                            <a:lnTo>
                              <a:pt x="110395" y="8763"/>
                            </a:lnTo>
                            <a:cubicBezTo>
                              <a:pt x="100108" y="9049"/>
                              <a:pt x="90011" y="8858"/>
                              <a:pt x="80010" y="943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15" name="Forme libre : forme 12814">
                        <a:extLst>
                          <a:ext uri="{FF2B5EF4-FFF2-40B4-BE49-F238E27FC236}">
                            <a16:creationId xmlns:a16="http://schemas.microsoft.com/office/drawing/2014/main" id="{86882DF4-D1AC-4AE8-BEB3-728AC601F6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57655" y="2485070"/>
                        <a:ext cx="94216" cy="26610"/>
                      </a:xfrm>
                      <a:custGeom>
                        <a:avLst/>
                        <a:gdLst>
                          <a:gd name="connsiteX0" fmla="*/ 94110 w 94216"/>
                          <a:gd name="connsiteY0" fmla="*/ 21814 h 26610"/>
                          <a:gd name="connsiteX1" fmla="*/ 72584 w 94216"/>
                          <a:gd name="connsiteY1" fmla="*/ 26386 h 26610"/>
                          <a:gd name="connsiteX2" fmla="*/ 45342 w 94216"/>
                          <a:gd name="connsiteY2" fmla="*/ 25052 h 26610"/>
                          <a:gd name="connsiteX3" fmla="*/ 18101 w 94216"/>
                          <a:gd name="connsiteY3" fmla="*/ 21814 h 26610"/>
                          <a:gd name="connsiteX4" fmla="*/ 3 w 94216"/>
                          <a:gd name="connsiteY4" fmla="*/ 10765 h 26610"/>
                          <a:gd name="connsiteX5" fmla="*/ 18386 w 94216"/>
                          <a:gd name="connsiteY5" fmla="*/ 954 h 26610"/>
                          <a:gd name="connsiteX6" fmla="*/ 45914 w 94216"/>
                          <a:gd name="connsiteY6" fmla="*/ 287 h 26610"/>
                          <a:gd name="connsiteX7" fmla="*/ 76394 w 94216"/>
                          <a:gd name="connsiteY7" fmla="*/ 6955 h 26610"/>
                          <a:gd name="connsiteX8" fmla="*/ 94110 w 94216"/>
                          <a:gd name="connsiteY8" fmla="*/ 21814 h 26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216" h="26610">
                            <a:moveTo>
                              <a:pt x="94110" y="21814"/>
                            </a:moveTo>
                            <a:cubicBezTo>
                              <a:pt x="92872" y="26767"/>
                              <a:pt x="83156" y="26958"/>
                              <a:pt x="72584" y="26386"/>
                            </a:cubicBezTo>
                            <a:cubicBezTo>
                              <a:pt x="62011" y="25624"/>
                              <a:pt x="51057" y="25052"/>
                              <a:pt x="45342" y="25052"/>
                            </a:cubicBezTo>
                            <a:cubicBezTo>
                              <a:pt x="39055" y="24957"/>
                              <a:pt x="27816" y="24100"/>
                              <a:pt x="18101" y="21814"/>
                            </a:cubicBezTo>
                            <a:cubicBezTo>
                              <a:pt x="8385" y="19718"/>
                              <a:pt x="98" y="16289"/>
                              <a:pt x="3" y="10765"/>
                            </a:cubicBezTo>
                            <a:cubicBezTo>
                              <a:pt x="-188" y="5241"/>
                              <a:pt x="8290" y="2288"/>
                              <a:pt x="18386" y="954"/>
                            </a:cubicBezTo>
                            <a:cubicBezTo>
                              <a:pt x="28387" y="-284"/>
                              <a:pt x="40008" y="-93"/>
                              <a:pt x="45914" y="287"/>
                            </a:cubicBezTo>
                            <a:cubicBezTo>
                              <a:pt x="52105" y="573"/>
                              <a:pt x="65821" y="2478"/>
                              <a:pt x="76394" y="6955"/>
                            </a:cubicBezTo>
                            <a:cubicBezTo>
                              <a:pt x="87062" y="11146"/>
                              <a:pt x="95253" y="16861"/>
                              <a:pt x="94110" y="2181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16" name="Forme libre : forme 12815">
                        <a:extLst>
                          <a:ext uri="{FF2B5EF4-FFF2-40B4-BE49-F238E27FC236}">
                            <a16:creationId xmlns:a16="http://schemas.microsoft.com/office/drawing/2014/main" id="{B4C9B636-0F36-4000-954A-94EECA66B4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56986" y="2486120"/>
                        <a:ext cx="64965" cy="24479"/>
                      </a:xfrm>
                      <a:custGeom>
                        <a:avLst/>
                        <a:gdLst>
                          <a:gd name="connsiteX0" fmla="*/ 20865 w 64965"/>
                          <a:gd name="connsiteY0" fmla="*/ 0 h 24479"/>
                          <a:gd name="connsiteX1" fmla="*/ 196 w 64965"/>
                          <a:gd name="connsiteY1" fmla="*/ 9811 h 24479"/>
                          <a:gd name="connsiteX2" fmla="*/ 46583 w 64965"/>
                          <a:gd name="connsiteY2" fmla="*/ 24098 h 24479"/>
                          <a:gd name="connsiteX3" fmla="*/ 64966 w 64965"/>
                          <a:gd name="connsiteY3" fmla="*/ 24479 h 24479"/>
                          <a:gd name="connsiteX4" fmla="*/ 55155 w 64965"/>
                          <a:gd name="connsiteY4" fmla="*/ 22288 h 24479"/>
                          <a:gd name="connsiteX5" fmla="*/ 32867 w 64965"/>
                          <a:gd name="connsiteY5" fmla="*/ 14002 h 24479"/>
                          <a:gd name="connsiteX6" fmla="*/ 20865 w 64965"/>
                          <a:gd name="connsiteY6" fmla="*/ 0 h 244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4965" h="24479">
                            <a:moveTo>
                              <a:pt x="20865" y="0"/>
                            </a:moveTo>
                            <a:cubicBezTo>
                              <a:pt x="14769" y="1714"/>
                              <a:pt x="-1995" y="2953"/>
                              <a:pt x="196" y="9811"/>
                            </a:cubicBezTo>
                            <a:cubicBezTo>
                              <a:pt x="3720" y="20669"/>
                              <a:pt x="30771" y="23431"/>
                              <a:pt x="46583" y="24098"/>
                            </a:cubicBezTo>
                            <a:cubicBezTo>
                              <a:pt x="50678" y="24193"/>
                              <a:pt x="59917" y="24384"/>
                              <a:pt x="64966" y="24479"/>
                            </a:cubicBezTo>
                            <a:cubicBezTo>
                              <a:pt x="62204" y="23908"/>
                              <a:pt x="57632" y="23146"/>
                              <a:pt x="55155" y="22288"/>
                            </a:cubicBezTo>
                            <a:cubicBezTo>
                              <a:pt x="48488" y="19717"/>
                              <a:pt x="39534" y="17526"/>
                              <a:pt x="32867" y="14002"/>
                            </a:cubicBezTo>
                            <a:cubicBezTo>
                              <a:pt x="26104" y="10573"/>
                              <a:pt x="21246" y="6001"/>
                              <a:pt x="20865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17" name="Forme libre : forme 12816">
                        <a:extLst>
                          <a:ext uri="{FF2B5EF4-FFF2-40B4-BE49-F238E27FC236}">
                            <a16:creationId xmlns:a16="http://schemas.microsoft.com/office/drawing/2014/main" id="{34B0A1A7-5074-426B-B866-1E7157770A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2589" y="2488091"/>
                        <a:ext cx="93898" cy="27065"/>
                      </a:xfrm>
                      <a:custGeom>
                        <a:avLst/>
                        <a:gdLst>
                          <a:gd name="connsiteX0" fmla="*/ 93368 w 93898"/>
                          <a:gd name="connsiteY0" fmla="*/ 22699 h 27065"/>
                          <a:gd name="connsiteX1" fmla="*/ 70698 w 93898"/>
                          <a:gd name="connsiteY1" fmla="*/ 26795 h 27065"/>
                          <a:gd name="connsiteX2" fmla="*/ 44314 w 93898"/>
                          <a:gd name="connsiteY2" fmla="*/ 25175 h 27065"/>
                          <a:gd name="connsiteX3" fmla="*/ 23 w 93898"/>
                          <a:gd name="connsiteY3" fmla="*/ 10602 h 27065"/>
                          <a:gd name="connsiteX4" fmla="*/ 45838 w 93898"/>
                          <a:gd name="connsiteY4" fmla="*/ 315 h 27065"/>
                          <a:gd name="connsiteX5" fmla="*/ 76699 w 93898"/>
                          <a:gd name="connsiteY5" fmla="*/ 7840 h 27065"/>
                          <a:gd name="connsiteX6" fmla="*/ 93368 w 93898"/>
                          <a:gd name="connsiteY6" fmla="*/ 22699 h 27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898" h="27065">
                            <a:moveTo>
                              <a:pt x="93368" y="22699"/>
                            </a:moveTo>
                            <a:cubicBezTo>
                              <a:pt x="90510" y="27176"/>
                              <a:pt x="80795" y="27461"/>
                              <a:pt x="70698" y="26795"/>
                            </a:cubicBezTo>
                            <a:cubicBezTo>
                              <a:pt x="60506" y="26128"/>
                              <a:pt x="50029" y="25271"/>
                              <a:pt x="44314" y="25175"/>
                            </a:cubicBezTo>
                            <a:cubicBezTo>
                              <a:pt x="31836" y="24985"/>
                              <a:pt x="975" y="21651"/>
                              <a:pt x="23" y="10602"/>
                            </a:cubicBezTo>
                            <a:cubicBezTo>
                              <a:pt x="-1025" y="-733"/>
                              <a:pt x="34408" y="-447"/>
                              <a:pt x="45838" y="315"/>
                            </a:cubicBezTo>
                            <a:cubicBezTo>
                              <a:pt x="51743" y="601"/>
                              <a:pt x="65745" y="2982"/>
                              <a:pt x="76699" y="7840"/>
                            </a:cubicBezTo>
                            <a:cubicBezTo>
                              <a:pt x="87748" y="12412"/>
                              <a:pt x="96130" y="18222"/>
                              <a:pt x="93368" y="2269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18" name="Forme libre : forme 12817">
                        <a:extLst>
                          <a:ext uri="{FF2B5EF4-FFF2-40B4-BE49-F238E27FC236}">
                            <a16:creationId xmlns:a16="http://schemas.microsoft.com/office/drawing/2014/main" id="{DABD7E5E-3DC3-406C-A681-9F1E36C000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12581" y="2476033"/>
                        <a:ext cx="115249" cy="51104"/>
                      </a:xfrm>
                      <a:custGeom>
                        <a:avLst/>
                        <a:gdLst>
                          <a:gd name="connsiteX0" fmla="*/ 786 w 115249"/>
                          <a:gd name="connsiteY0" fmla="*/ 20850 h 51104"/>
                          <a:gd name="connsiteX1" fmla="*/ 12979 w 115249"/>
                          <a:gd name="connsiteY1" fmla="*/ 32851 h 51104"/>
                          <a:gd name="connsiteX2" fmla="*/ 55841 w 115249"/>
                          <a:gd name="connsiteY2" fmla="*/ 49425 h 51104"/>
                          <a:gd name="connsiteX3" fmla="*/ 79368 w 115249"/>
                          <a:gd name="connsiteY3" fmla="*/ 51044 h 51104"/>
                          <a:gd name="connsiteX4" fmla="*/ 90798 w 115249"/>
                          <a:gd name="connsiteY4" fmla="*/ 50187 h 51104"/>
                          <a:gd name="connsiteX5" fmla="*/ 98894 w 115249"/>
                          <a:gd name="connsiteY5" fmla="*/ 48663 h 51104"/>
                          <a:gd name="connsiteX6" fmla="*/ 115182 w 115249"/>
                          <a:gd name="connsiteY6" fmla="*/ 37519 h 51104"/>
                          <a:gd name="connsiteX7" fmla="*/ 102609 w 115249"/>
                          <a:gd name="connsiteY7" fmla="*/ 29327 h 51104"/>
                          <a:gd name="connsiteX8" fmla="*/ 83273 w 115249"/>
                          <a:gd name="connsiteY8" fmla="*/ 22183 h 51104"/>
                          <a:gd name="connsiteX9" fmla="*/ 63461 w 115249"/>
                          <a:gd name="connsiteY9" fmla="*/ 13516 h 51104"/>
                          <a:gd name="connsiteX10" fmla="*/ 22504 w 115249"/>
                          <a:gd name="connsiteY10" fmla="*/ 276 h 51104"/>
                          <a:gd name="connsiteX11" fmla="*/ 786 w 115249"/>
                          <a:gd name="connsiteY11" fmla="*/ 20850 h 51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15249" h="51104">
                            <a:moveTo>
                              <a:pt x="786" y="20850"/>
                            </a:moveTo>
                            <a:cubicBezTo>
                              <a:pt x="3454" y="27041"/>
                              <a:pt x="5835" y="28851"/>
                              <a:pt x="12979" y="32851"/>
                            </a:cubicBezTo>
                            <a:cubicBezTo>
                              <a:pt x="26504" y="40281"/>
                              <a:pt x="37553" y="46377"/>
                              <a:pt x="55841" y="49425"/>
                            </a:cubicBezTo>
                            <a:cubicBezTo>
                              <a:pt x="63461" y="50568"/>
                              <a:pt x="71557" y="51330"/>
                              <a:pt x="79368" y="51044"/>
                            </a:cubicBezTo>
                            <a:cubicBezTo>
                              <a:pt x="83273" y="50949"/>
                              <a:pt x="87083" y="50663"/>
                              <a:pt x="90798" y="50187"/>
                            </a:cubicBezTo>
                            <a:cubicBezTo>
                              <a:pt x="93465" y="49806"/>
                              <a:pt x="96227" y="49234"/>
                              <a:pt x="98894" y="48663"/>
                            </a:cubicBezTo>
                            <a:cubicBezTo>
                              <a:pt x="106800" y="46853"/>
                              <a:pt x="116134" y="43996"/>
                              <a:pt x="115182" y="37519"/>
                            </a:cubicBezTo>
                            <a:cubicBezTo>
                              <a:pt x="114610" y="33518"/>
                              <a:pt x="107848" y="31804"/>
                              <a:pt x="102609" y="29327"/>
                            </a:cubicBezTo>
                            <a:cubicBezTo>
                              <a:pt x="96513" y="26374"/>
                              <a:pt x="90036" y="24469"/>
                              <a:pt x="83273" y="22183"/>
                            </a:cubicBezTo>
                            <a:cubicBezTo>
                              <a:pt x="76606" y="19802"/>
                              <a:pt x="70033" y="17135"/>
                              <a:pt x="63461" y="13516"/>
                            </a:cubicBezTo>
                            <a:cubicBezTo>
                              <a:pt x="52222" y="7610"/>
                              <a:pt x="39839" y="-1725"/>
                              <a:pt x="22504" y="276"/>
                            </a:cubicBezTo>
                            <a:cubicBezTo>
                              <a:pt x="6882" y="1705"/>
                              <a:pt x="-2928" y="12182"/>
                              <a:pt x="786" y="2085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19" name="Forme libre : forme 12818">
                        <a:extLst>
                          <a:ext uri="{FF2B5EF4-FFF2-40B4-BE49-F238E27FC236}">
                            <a16:creationId xmlns:a16="http://schemas.microsoft.com/office/drawing/2014/main" id="{DCEA6568-C473-4108-BE37-B00BCACC73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6297" y="2475995"/>
                        <a:ext cx="39390" cy="12101"/>
                      </a:xfrm>
                      <a:custGeom>
                        <a:avLst/>
                        <a:gdLst>
                          <a:gd name="connsiteX0" fmla="*/ 3836 w 39390"/>
                          <a:gd name="connsiteY0" fmla="*/ 6886 h 12101"/>
                          <a:gd name="connsiteX1" fmla="*/ 121 w 39390"/>
                          <a:gd name="connsiteY1" fmla="*/ 9458 h 12101"/>
                          <a:gd name="connsiteX2" fmla="*/ 3074 w 39390"/>
                          <a:gd name="connsiteY2" fmla="*/ 11839 h 12101"/>
                          <a:gd name="connsiteX3" fmla="*/ 10218 w 39390"/>
                          <a:gd name="connsiteY3" fmla="*/ 11935 h 12101"/>
                          <a:gd name="connsiteX4" fmla="*/ 27744 w 39390"/>
                          <a:gd name="connsiteY4" fmla="*/ 10030 h 12101"/>
                          <a:gd name="connsiteX5" fmla="*/ 34030 w 39390"/>
                          <a:gd name="connsiteY5" fmla="*/ 8506 h 12101"/>
                          <a:gd name="connsiteX6" fmla="*/ 30411 w 39390"/>
                          <a:gd name="connsiteY6" fmla="*/ 28 h 12101"/>
                          <a:gd name="connsiteX7" fmla="*/ 3836 w 39390"/>
                          <a:gd name="connsiteY7" fmla="*/ 6886 h 121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390" h="12101">
                            <a:moveTo>
                              <a:pt x="3836" y="6886"/>
                            </a:moveTo>
                            <a:cubicBezTo>
                              <a:pt x="2026" y="7648"/>
                              <a:pt x="788" y="8315"/>
                              <a:pt x="121" y="9458"/>
                            </a:cubicBezTo>
                            <a:cubicBezTo>
                              <a:pt x="-450" y="10696"/>
                              <a:pt x="1074" y="11458"/>
                              <a:pt x="3074" y="11839"/>
                            </a:cubicBezTo>
                            <a:cubicBezTo>
                              <a:pt x="5074" y="12220"/>
                              <a:pt x="7932" y="12125"/>
                              <a:pt x="10218" y="11935"/>
                            </a:cubicBezTo>
                            <a:cubicBezTo>
                              <a:pt x="16028" y="11554"/>
                              <a:pt x="22219" y="10982"/>
                              <a:pt x="27744" y="10030"/>
                            </a:cubicBezTo>
                            <a:cubicBezTo>
                              <a:pt x="30029" y="9648"/>
                              <a:pt x="32221" y="9363"/>
                              <a:pt x="34030" y="8506"/>
                            </a:cubicBezTo>
                            <a:cubicBezTo>
                              <a:pt x="41650" y="5172"/>
                              <a:pt x="41746" y="-448"/>
                              <a:pt x="30411" y="28"/>
                            </a:cubicBezTo>
                            <a:cubicBezTo>
                              <a:pt x="21553" y="409"/>
                              <a:pt x="11170" y="3553"/>
                              <a:pt x="3836" y="688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20" name="Forme libre : forme 12819">
                        <a:extLst>
                          <a:ext uri="{FF2B5EF4-FFF2-40B4-BE49-F238E27FC236}">
                            <a16:creationId xmlns:a16="http://schemas.microsoft.com/office/drawing/2014/main" id="{A2AC538A-4E20-47BF-AB9A-0A37A94A1E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0047" y="2521553"/>
                        <a:ext cx="62960" cy="12477"/>
                      </a:xfrm>
                      <a:custGeom>
                        <a:avLst/>
                        <a:gdLst>
                          <a:gd name="connsiteX0" fmla="*/ 62960 w 62960"/>
                          <a:gd name="connsiteY0" fmla="*/ 0 h 12477"/>
                          <a:gd name="connsiteX1" fmla="*/ 32957 w 62960"/>
                          <a:gd name="connsiteY1" fmla="*/ 10001 h 12477"/>
                          <a:gd name="connsiteX2" fmla="*/ 0 w 62960"/>
                          <a:gd name="connsiteY2" fmla="*/ 12478 h 12477"/>
                          <a:gd name="connsiteX3" fmla="*/ 62960 w 62960"/>
                          <a:gd name="connsiteY3" fmla="*/ 0 h 12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960" h="12477">
                            <a:moveTo>
                              <a:pt x="62960" y="0"/>
                            </a:moveTo>
                            <a:cubicBezTo>
                              <a:pt x="57245" y="6096"/>
                              <a:pt x="45148" y="8763"/>
                              <a:pt x="32957" y="10001"/>
                            </a:cubicBezTo>
                            <a:cubicBezTo>
                              <a:pt x="20669" y="11144"/>
                              <a:pt x="8382" y="11335"/>
                              <a:pt x="0" y="12478"/>
                            </a:cubicBezTo>
                            <a:cubicBezTo>
                              <a:pt x="18098" y="10096"/>
                              <a:pt x="45053" y="7144"/>
                              <a:pt x="6296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21" name="Forme libre : forme 12820">
                        <a:extLst>
                          <a:ext uri="{FF2B5EF4-FFF2-40B4-BE49-F238E27FC236}">
                            <a16:creationId xmlns:a16="http://schemas.microsoft.com/office/drawing/2014/main" id="{4F3C6081-E5E0-408D-933A-719F88E143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1936" y="2459640"/>
                        <a:ext cx="68199" cy="25717"/>
                      </a:xfrm>
                      <a:custGeom>
                        <a:avLst/>
                        <a:gdLst>
                          <a:gd name="connsiteX0" fmla="*/ 68199 w 68199"/>
                          <a:gd name="connsiteY0" fmla="*/ 0 h 25717"/>
                          <a:gd name="connsiteX1" fmla="*/ 0 w 68199"/>
                          <a:gd name="connsiteY1" fmla="*/ 25717 h 25717"/>
                          <a:gd name="connsiteX2" fmla="*/ 68199 w 68199"/>
                          <a:gd name="connsiteY2" fmla="*/ 0 h 257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199" h="25717">
                            <a:moveTo>
                              <a:pt x="68199" y="0"/>
                            </a:moveTo>
                            <a:cubicBezTo>
                              <a:pt x="40958" y="1238"/>
                              <a:pt x="17050" y="13144"/>
                              <a:pt x="0" y="25717"/>
                            </a:cubicBezTo>
                            <a:cubicBezTo>
                              <a:pt x="15336" y="13144"/>
                              <a:pt x="45149" y="4191"/>
                              <a:pt x="6819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22" name="Forme libre : forme 12821">
                        <a:extLst>
                          <a:ext uri="{FF2B5EF4-FFF2-40B4-BE49-F238E27FC236}">
                            <a16:creationId xmlns:a16="http://schemas.microsoft.com/office/drawing/2014/main" id="{73EBA180-0D52-4E6E-A2E6-51D6A33739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96239" y="2487844"/>
                        <a:ext cx="35552" cy="11349"/>
                      </a:xfrm>
                      <a:custGeom>
                        <a:avLst/>
                        <a:gdLst>
                          <a:gd name="connsiteX0" fmla="*/ 35048 w 35552"/>
                          <a:gd name="connsiteY0" fmla="*/ 10372 h 11349"/>
                          <a:gd name="connsiteX1" fmla="*/ 14188 w 35552"/>
                          <a:gd name="connsiteY1" fmla="*/ 8563 h 11349"/>
                          <a:gd name="connsiteX2" fmla="*/ 378 w 35552"/>
                          <a:gd name="connsiteY2" fmla="*/ 1990 h 11349"/>
                          <a:gd name="connsiteX3" fmla="*/ 9807 w 35552"/>
                          <a:gd name="connsiteY3" fmla="*/ 85 h 11349"/>
                          <a:gd name="connsiteX4" fmla="*/ 20665 w 35552"/>
                          <a:gd name="connsiteY4" fmla="*/ 1990 h 11349"/>
                          <a:gd name="connsiteX5" fmla="*/ 35048 w 35552"/>
                          <a:gd name="connsiteY5" fmla="*/ 10372 h 113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5552" h="11349">
                            <a:moveTo>
                              <a:pt x="35048" y="10372"/>
                            </a:moveTo>
                            <a:cubicBezTo>
                              <a:pt x="32000" y="13135"/>
                              <a:pt x="18475" y="9229"/>
                              <a:pt x="14188" y="8563"/>
                            </a:cubicBezTo>
                            <a:cubicBezTo>
                              <a:pt x="9903" y="7610"/>
                              <a:pt x="-2290" y="5610"/>
                              <a:pt x="378" y="1990"/>
                            </a:cubicBezTo>
                            <a:cubicBezTo>
                              <a:pt x="1806" y="181"/>
                              <a:pt x="5616" y="-200"/>
                              <a:pt x="9807" y="85"/>
                            </a:cubicBezTo>
                            <a:cubicBezTo>
                              <a:pt x="14188" y="371"/>
                              <a:pt x="18665" y="1419"/>
                              <a:pt x="20665" y="1990"/>
                            </a:cubicBezTo>
                            <a:cubicBezTo>
                              <a:pt x="25047" y="2848"/>
                              <a:pt x="38287" y="7324"/>
                              <a:pt x="35048" y="1037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23" name="Forme libre : forme 12822">
                        <a:extLst>
                          <a:ext uri="{FF2B5EF4-FFF2-40B4-BE49-F238E27FC236}">
                            <a16:creationId xmlns:a16="http://schemas.microsoft.com/office/drawing/2014/main" id="{68487B5F-3481-493B-8548-E80D85A027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6998" y="2495352"/>
                        <a:ext cx="9908" cy="4210"/>
                      </a:xfrm>
                      <a:custGeom>
                        <a:avLst/>
                        <a:gdLst>
                          <a:gd name="connsiteX0" fmla="*/ 9908 w 9908"/>
                          <a:gd name="connsiteY0" fmla="*/ 3246 h 4210"/>
                          <a:gd name="connsiteX1" fmla="*/ 4955 w 9908"/>
                          <a:gd name="connsiteY1" fmla="*/ 3817 h 4210"/>
                          <a:gd name="connsiteX2" fmla="*/ 2 w 9908"/>
                          <a:gd name="connsiteY2" fmla="*/ 1055 h 4210"/>
                          <a:gd name="connsiteX3" fmla="*/ 4765 w 9908"/>
                          <a:gd name="connsiteY3" fmla="*/ 388 h 4210"/>
                          <a:gd name="connsiteX4" fmla="*/ 9908 w 9908"/>
                          <a:gd name="connsiteY4" fmla="*/ 3246 h 42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908" h="4210">
                            <a:moveTo>
                              <a:pt x="9908" y="3246"/>
                            </a:moveTo>
                            <a:cubicBezTo>
                              <a:pt x="9908" y="4675"/>
                              <a:pt x="6670" y="4198"/>
                              <a:pt x="4955" y="3817"/>
                            </a:cubicBezTo>
                            <a:cubicBezTo>
                              <a:pt x="3336" y="3436"/>
                              <a:pt x="2" y="2484"/>
                              <a:pt x="2" y="1055"/>
                            </a:cubicBezTo>
                            <a:cubicBezTo>
                              <a:pt x="-93" y="-374"/>
                              <a:pt x="3145" y="-88"/>
                              <a:pt x="4765" y="388"/>
                            </a:cubicBezTo>
                            <a:cubicBezTo>
                              <a:pt x="6480" y="769"/>
                              <a:pt x="9908" y="1722"/>
                              <a:pt x="9908" y="324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24" name="Forme libre : forme 12823">
                        <a:extLst>
                          <a:ext uri="{FF2B5EF4-FFF2-40B4-BE49-F238E27FC236}">
                            <a16:creationId xmlns:a16="http://schemas.microsoft.com/office/drawing/2014/main" id="{ABAB095C-F397-475F-B0C2-37ED1203BA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96690" y="2464639"/>
                        <a:ext cx="84283" cy="51506"/>
                      </a:xfrm>
                      <a:custGeom>
                        <a:avLst/>
                        <a:gdLst>
                          <a:gd name="connsiteX0" fmla="*/ 68030 w 84283"/>
                          <a:gd name="connsiteY0" fmla="*/ 27100 h 51506"/>
                          <a:gd name="connsiteX1" fmla="*/ 84032 w 84283"/>
                          <a:gd name="connsiteY1" fmla="*/ 47198 h 51506"/>
                          <a:gd name="connsiteX2" fmla="*/ 76698 w 84283"/>
                          <a:gd name="connsiteY2" fmla="*/ 51198 h 51506"/>
                          <a:gd name="connsiteX3" fmla="*/ 67553 w 84283"/>
                          <a:gd name="connsiteY3" fmla="*/ 44912 h 51506"/>
                          <a:gd name="connsiteX4" fmla="*/ 40884 w 84283"/>
                          <a:gd name="connsiteY4" fmla="*/ 23576 h 51506"/>
                          <a:gd name="connsiteX5" fmla="*/ 15547 w 84283"/>
                          <a:gd name="connsiteY5" fmla="*/ 13670 h 51506"/>
                          <a:gd name="connsiteX6" fmla="*/ 2879 w 84283"/>
                          <a:gd name="connsiteY6" fmla="*/ 8907 h 51506"/>
                          <a:gd name="connsiteX7" fmla="*/ 878 w 84283"/>
                          <a:gd name="connsiteY7" fmla="*/ 3669 h 51506"/>
                          <a:gd name="connsiteX8" fmla="*/ 9641 w 84283"/>
                          <a:gd name="connsiteY8" fmla="*/ 144 h 51506"/>
                          <a:gd name="connsiteX9" fmla="*/ 25643 w 84283"/>
                          <a:gd name="connsiteY9" fmla="*/ 1192 h 51506"/>
                          <a:gd name="connsiteX10" fmla="*/ 51075 w 84283"/>
                          <a:gd name="connsiteY10" fmla="*/ 10527 h 51506"/>
                          <a:gd name="connsiteX11" fmla="*/ 68030 w 84283"/>
                          <a:gd name="connsiteY11" fmla="*/ 27100 h 515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84283" h="51506">
                            <a:moveTo>
                              <a:pt x="68030" y="27100"/>
                            </a:moveTo>
                            <a:cubicBezTo>
                              <a:pt x="75459" y="34339"/>
                              <a:pt x="80507" y="39292"/>
                              <a:pt x="84032" y="47198"/>
                            </a:cubicBezTo>
                            <a:cubicBezTo>
                              <a:pt x="85365" y="50151"/>
                              <a:pt x="81174" y="52341"/>
                              <a:pt x="76698" y="51198"/>
                            </a:cubicBezTo>
                            <a:cubicBezTo>
                              <a:pt x="72221" y="50056"/>
                              <a:pt x="70030" y="47484"/>
                              <a:pt x="67553" y="44912"/>
                            </a:cubicBezTo>
                            <a:cubicBezTo>
                              <a:pt x="60124" y="37006"/>
                              <a:pt x="51647" y="30243"/>
                              <a:pt x="40884" y="23576"/>
                            </a:cubicBezTo>
                            <a:cubicBezTo>
                              <a:pt x="37549" y="21481"/>
                              <a:pt x="26310" y="17004"/>
                              <a:pt x="15547" y="13670"/>
                            </a:cubicBezTo>
                            <a:cubicBezTo>
                              <a:pt x="9832" y="11956"/>
                              <a:pt x="5546" y="10527"/>
                              <a:pt x="2879" y="8907"/>
                            </a:cubicBezTo>
                            <a:cubicBezTo>
                              <a:pt x="212" y="7288"/>
                              <a:pt x="-931" y="5574"/>
                              <a:pt x="878" y="3669"/>
                            </a:cubicBezTo>
                            <a:cubicBezTo>
                              <a:pt x="2688" y="1764"/>
                              <a:pt x="5736" y="716"/>
                              <a:pt x="9641" y="144"/>
                            </a:cubicBezTo>
                            <a:cubicBezTo>
                              <a:pt x="14499" y="-236"/>
                              <a:pt x="20214" y="144"/>
                              <a:pt x="25643" y="1192"/>
                            </a:cubicBezTo>
                            <a:cubicBezTo>
                              <a:pt x="36597" y="3288"/>
                              <a:pt x="46503" y="7764"/>
                              <a:pt x="51075" y="10527"/>
                            </a:cubicBezTo>
                            <a:cubicBezTo>
                              <a:pt x="60124" y="16337"/>
                              <a:pt x="62315" y="21671"/>
                              <a:pt x="68030" y="2710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35" name="Graphique 1">
                      <a:extLst>
                        <a:ext uri="{FF2B5EF4-FFF2-40B4-BE49-F238E27FC236}">
                          <a16:creationId xmlns:a16="http://schemas.microsoft.com/office/drawing/2014/main" id="{40320A8A-9A32-4651-8812-2DCA5B429A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989670" y="2482964"/>
                      <a:ext cx="206363" cy="80140"/>
                      <a:chOff x="4989670" y="2482964"/>
                      <a:chExt cx="206363" cy="80140"/>
                    </a:xfrm>
                    <a:solidFill>
                      <a:schemeClr val="accent1"/>
                    </a:solidFill>
                  </p:grpSpPr>
                  <p:sp>
                    <p:nvSpPr>
                      <p:cNvPr id="12801" name="Forme libre : forme 12800">
                        <a:extLst>
                          <a:ext uri="{FF2B5EF4-FFF2-40B4-BE49-F238E27FC236}">
                            <a16:creationId xmlns:a16="http://schemas.microsoft.com/office/drawing/2014/main" id="{2F8F1D5D-3957-47D3-9848-8DAC8FBABF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89770" y="2482964"/>
                        <a:ext cx="206263" cy="80140"/>
                      </a:xfrm>
                      <a:custGeom>
                        <a:avLst/>
                        <a:gdLst>
                          <a:gd name="connsiteX0" fmla="*/ 134874 w 206263"/>
                          <a:gd name="connsiteY0" fmla="*/ 79927 h 80140"/>
                          <a:gd name="connsiteX1" fmla="*/ 101346 w 206263"/>
                          <a:gd name="connsiteY1" fmla="*/ 77260 h 80140"/>
                          <a:gd name="connsiteX2" fmla="*/ 69152 w 206263"/>
                          <a:gd name="connsiteY2" fmla="*/ 75736 h 80140"/>
                          <a:gd name="connsiteX3" fmla="*/ 2762 w 206263"/>
                          <a:gd name="connsiteY3" fmla="*/ 43732 h 80140"/>
                          <a:gd name="connsiteX4" fmla="*/ 6572 w 206263"/>
                          <a:gd name="connsiteY4" fmla="*/ 22492 h 80140"/>
                          <a:gd name="connsiteX5" fmla="*/ 71818 w 206263"/>
                          <a:gd name="connsiteY5" fmla="*/ 298 h 80140"/>
                          <a:gd name="connsiteX6" fmla="*/ 106776 w 206263"/>
                          <a:gd name="connsiteY6" fmla="*/ 775 h 80140"/>
                          <a:gd name="connsiteX7" fmla="*/ 140303 w 206263"/>
                          <a:gd name="connsiteY7" fmla="*/ 4775 h 80140"/>
                          <a:gd name="connsiteX8" fmla="*/ 171259 w 206263"/>
                          <a:gd name="connsiteY8" fmla="*/ 14395 h 80140"/>
                          <a:gd name="connsiteX9" fmla="*/ 198215 w 206263"/>
                          <a:gd name="connsiteY9" fmla="*/ 29635 h 80140"/>
                          <a:gd name="connsiteX10" fmla="*/ 204502 w 206263"/>
                          <a:gd name="connsiteY10" fmla="*/ 49828 h 80140"/>
                          <a:gd name="connsiteX11" fmla="*/ 179641 w 206263"/>
                          <a:gd name="connsiteY11" fmla="*/ 72212 h 80140"/>
                          <a:gd name="connsiteX12" fmla="*/ 159448 w 206263"/>
                          <a:gd name="connsiteY12" fmla="*/ 78689 h 80140"/>
                          <a:gd name="connsiteX13" fmla="*/ 134874 w 206263"/>
                          <a:gd name="connsiteY13" fmla="*/ 79927 h 801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6263" h="80140">
                            <a:moveTo>
                              <a:pt x="134874" y="79927"/>
                            </a:moveTo>
                            <a:cubicBezTo>
                              <a:pt x="126111" y="79451"/>
                              <a:pt x="113729" y="78308"/>
                              <a:pt x="101346" y="77260"/>
                            </a:cubicBezTo>
                            <a:cubicBezTo>
                              <a:pt x="91154" y="76498"/>
                              <a:pt x="77629" y="76308"/>
                              <a:pt x="69152" y="75736"/>
                            </a:cubicBezTo>
                            <a:cubicBezTo>
                              <a:pt x="36671" y="73641"/>
                              <a:pt x="18098" y="62020"/>
                              <a:pt x="2762" y="43732"/>
                            </a:cubicBezTo>
                            <a:cubicBezTo>
                              <a:pt x="-2857" y="37160"/>
                              <a:pt x="952" y="26778"/>
                              <a:pt x="6572" y="22492"/>
                            </a:cubicBezTo>
                            <a:cubicBezTo>
                              <a:pt x="24956" y="10014"/>
                              <a:pt x="41815" y="1632"/>
                              <a:pt x="71818" y="298"/>
                            </a:cubicBezTo>
                            <a:cubicBezTo>
                              <a:pt x="80105" y="12"/>
                              <a:pt x="91726" y="-368"/>
                              <a:pt x="106776" y="775"/>
                            </a:cubicBezTo>
                            <a:cubicBezTo>
                              <a:pt x="119539" y="1822"/>
                              <a:pt x="132398" y="3537"/>
                              <a:pt x="140303" y="4775"/>
                            </a:cubicBezTo>
                            <a:cubicBezTo>
                              <a:pt x="155257" y="7156"/>
                              <a:pt x="162401" y="10300"/>
                              <a:pt x="171259" y="14395"/>
                            </a:cubicBezTo>
                            <a:cubicBezTo>
                              <a:pt x="179832" y="18491"/>
                              <a:pt x="188690" y="23539"/>
                              <a:pt x="198215" y="29635"/>
                            </a:cubicBezTo>
                            <a:cubicBezTo>
                              <a:pt x="204692" y="33826"/>
                              <a:pt x="208788" y="43637"/>
                              <a:pt x="204502" y="49828"/>
                            </a:cubicBezTo>
                            <a:cubicBezTo>
                              <a:pt x="198120" y="58686"/>
                              <a:pt x="191072" y="66402"/>
                              <a:pt x="179641" y="72212"/>
                            </a:cubicBezTo>
                            <a:cubicBezTo>
                              <a:pt x="173927" y="75069"/>
                              <a:pt x="167164" y="77355"/>
                              <a:pt x="159448" y="78689"/>
                            </a:cubicBezTo>
                            <a:cubicBezTo>
                              <a:pt x="151543" y="80118"/>
                              <a:pt x="142970" y="80403"/>
                              <a:pt x="134874" y="7992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02" name="Forme libre : forme 12801">
                        <a:extLst>
                          <a:ext uri="{FF2B5EF4-FFF2-40B4-BE49-F238E27FC236}">
                            <a16:creationId xmlns:a16="http://schemas.microsoft.com/office/drawing/2014/main" id="{51919EE4-0CCB-402E-A005-FFE8347BB6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89670" y="2517266"/>
                        <a:ext cx="204507" cy="45782"/>
                      </a:xfrm>
                      <a:custGeom>
                        <a:avLst/>
                        <a:gdLst>
                          <a:gd name="connsiteX0" fmla="*/ 80111 w 204507"/>
                          <a:gd name="connsiteY0" fmla="*/ 14573 h 45782"/>
                          <a:gd name="connsiteX1" fmla="*/ 101 w 204507"/>
                          <a:gd name="connsiteY1" fmla="*/ 0 h 45782"/>
                          <a:gd name="connsiteX2" fmla="*/ 2673 w 204507"/>
                          <a:gd name="connsiteY2" fmla="*/ 9335 h 45782"/>
                          <a:gd name="connsiteX3" fmla="*/ 10959 w 204507"/>
                          <a:gd name="connsiteY3" fmla="*/ 18193 h 45782"/>
                          <a:gd name="connsiteX4" fmla="*/ 41344 w 204507"/>
                          <a:gd name="connsiteY4" fmla="*/ 36386 h 45782"/>
                          <a:gd name="connsiteX5" fmla="*/ 69062 w 204507"/>
                          <a:gd name="connsiteY5" fmla="*/ 41434 h 45782"/>
                          <a:gd name="connsiteX6" fmla="*/ 80111 w 204507"/>
                          <a:gd name="connsiteY6" fmla="*/ 42005 h 45782"/>
                          <a:gd name="connsiteX7" fmla="*/ 92493 w 204507"/>
                          <a:gd name="connsiteY7" fmla="*/ 42481 h 45782"/>
                          <a:gd name="connsiteX8" fmla="*/ 104685 w 204507"/>
                          <a:gd name="connsiteY8" fmla="*/ 43244 h 45782"/>
                          <a:gd name="connsiteX9" fmla="*/ 129546 w 204507"/>
                          <a:gd name="connsiteY9" fmla="*/ 45339 h 45782"/>
                          <a:gd name="connsiteX10" fmla="*/ 134880 w 204507"/>
                          <a:gd name="connsiteY10" fmla="*/ 45625 h 45782"/>
                          <a:gd name="connsiteX11" fmla="*/ 168503 w 204507"/>
                          <a:gd name="connsiteY11" fmla="*/ 42291 h 45782"/>
                          <a:gd name="connsiteX12" fmla="*/ 197935 w 204507"/>
                          <a:gd name="connsiteY12" fmla="*/ 23622 h 45782"/>
                          <a:gd name="connsiteX13" fmla="*/ 204317 w 204507"/>
                          <a:gd name="connsiteY13" fmla="*/ 15621 h 45782"/>
                          <a:gd name="connsiteX14" fmla="*/ 204507 w 204507"/>
                          <a:gd name="connsiteY14" fmla="*/ 15240 h 45782"/>
                          <a:gd name="connsiteX15" fmla="*/ 173074 w 204507"/>
                          <a:gd name="connsiteY15" fmla="*/ 19050 h 45782"/>
                          <a:gd name="connsiteX16" fmla="*/ 140594 w 204507"/>
                          <a:gd name="connsiteY16" fmla="*/ 18002 h 45782"/>
                          <a:gd name="connsiteX17" fmla="*/ 109829 w 204507"/>
                          <a:gd name="connsiteY17" fmla="*/ 15049 h 45782"/>
                          <a:gd name="connsiteX18" fmla="*/ 80111 w 204507"/>
                          <a:gd name="connsiteY18" fmla="*/ 14573 h 457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04507" h="45782">
                            <a:moveTo>
                              <a:pt x="80111" y="14573"/>
                            </a:moveTo>
                            <a:cubicBezTo>
                              <a:pt x="52488" y="15907"/>
                              <a:pt x="20389" y="14764"/>
                              <a:pt x="101" y="0"/>
                            </a:cubicBezTo>
                            <a:cubicBezTo>
                              <a:pt x="-280" y="3334"/>
                              <a:pt x="387" y="6668"/>
                              <a:pt x="2673" y="9335"/>
                            </a:cubicBezTo>
                            <a:cubicBezTo>
                              <a:pt x="5435" y="12573"/>
                              <a:pt x="8102" y="15430"/>
                              <a:pt x="10959" y="18193"/>
                            </a:cubicBezTo>
                            <a:cubicBezTo>
                              <a:pt x="19341" y="26003"/>
                              <a:pt x="28962" y="32290"/>
                              <a:pt x="41344" y="36386"/>
                            </a:cubicBezTo>
                            <a:cubicBezTo>
                              <a:pt x="49345" y="38957"/>
                              <a:pt x="58489" y="40672"/>
                              <a:pt x="69062" y="41434"/>
                            </a:cubicBezTo>
                            <a:cubicBezTo>
                              <a:pt x="72205" y="41624"/>
                              <a:pt x="76015" y="41815"/>
                              <a:pt x="80111" y="42005"/>
                            </a:cubicBezTo>
                            <a:cubicBezTo>
                              <a:pt x="83920" y="42101"/>
                              <a:pt x="88112" y="42291"/>
                              <a:pt x="92493" y="42481"/>
                            </a:cubicBezTo>
                            <a:cubicBezTo>
                              <a:pt x="96684" y="42672"/>
                              <a:pt x="99828" y="42863"/>
                              <a:pt x="104685" y="43244"/>
                            </a:cubicBezTo>
                            <a:cubicBezTo>
                              <a:pt x="113734" y="44005"/>
                              <a:pt x="122592" y="44768"/>
                              <a:pt x="129546" y="45339"/>
                            </a:cubicBezTo>
                            <a:cubicBezTo>
                              <a:pt x="131450" y="45434"/>
                              <a:pt x="133260" y="45529"/>
                              <a:pt x="134880" y="45625"/>
                            </a:cubicBezTo>
                            <a:cubicBezTo>
                              <a:pt x="146404" y="46196"/>
                              <a:pt x="158692" y="45244"/>
                              <a:pt x="168503" y="42291"/>
                            </a:cubicBezTo>
                            <a:cubicBezTo>
                              <a:pt x="181838" y="38100"/>
                              <a:pt x="191077" y="31242"/>
                              <a:pt x="197935" y="23622"/>
                            </a:cubicBezTo>
                            <a:cubicBezTo>
                              <a:pt x="200221" y="21050"/>
                              <a:pt x="202316" y="18479"/>
                              <a:pt x="204317" y="15621"/>
                            </a:cubicBezTo>
                            <a:lnTo>
                              <a:pt x="204507" y="15240"/>
                            </a:lnTo>
                            <a:cubicBezTo>
                              <a:pt x="194316" y="16764"/>
                              <a:pt x="184028" y="18383"/>
                              <a:pt x="173074" y="19050"/>
                            </a:cubicBezTo>
                            <a:cubicBezTo>
                              <a:pt x="162216" y="19717"/>
                              <a:pt x="151072" y="19145"/>
                              <a:pt x="140594" y="18002"/>
                            </a:cubicBezTo>
                            <a:cubicBezTo>
                              <a:pt x="130117" y="16859"/>
                              <a:pt x="120021" y="15716"/>
                              <a:pt x="109829" y="15049"/>
                            </a:cubicBezTo>
                            <a:cubicBezTo>
                              <a:pt x="99637" y="14002"/>
                              <a:pt x="90397" y="14192"/>
                              <a:pt x="80111" y="1457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03" name="Forme libre : forme 12802">
                        <a:extLst>
                          <a:ext uri="{FF2B5EF4-FFF2-40B4-BE49-F238E27FC236}">
                            <a16:creationId xmlns:a16="http://schemas.microsoft.com/office/drawing/2014/main" id="{0E4933CE-5C2E-429A-BE4E-9779D4302F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1398" y="2511518"/>
                        <a:ext cx="95076" cy="26798"/>
                      </a:xfrm>
                      <a:custGeom>
                        <a:avLst/>
                        <a:gdLst>
                          <a:gd name="connsiteX0" fmla="*/ 95060 w 95076"/>
                          <a:gd name="connsiteY0" fmla="*/ 17178 h 26798"/>
                          <a:gd name="connsiteX1" fmla="*/ 74200 w 95076"/>
                          <a:gd name="connsiteY1" fmla="*/ 26513 h 26798"/>
                          <a:gd name="connsiteX2" fmla="*/ 44292 w 95076"/>
                          <a:gd name="connsiteY2" fmla="*/ 25846 h 26798"/>
                          <a:gd name="connsiteX3" fmla="*/ 32195 w 95076"/>
                          <a:gd name="connsiteY3" fmla="*/ 24227 h 26798"/>
                          <a:gd name="connsiteX4" fmla="*/ 18003 w 95076"/>
                          <a:gd name="connsiteY4" fmla="*/ 21465 h 26798"/>
                          <a:gd name="connsiteX5" fmla="*/ 1 w 95076"/>
                          <a:gd name="connsiteY5" fmla="*/ 10415 h 26798"/>
                          <a:gd name="connsiteX6" fmla="*/ 18384 w 95076"/>
                          <a:gd name="connsiteY6" fmla="*/ 700 h 26798"/>
                          <a:gd name="connsiteX7" fmla="*/ 34195 w 95076"/>
                          <a:gd name="connsiteY7" fmla="*/ 129 h 26798"/>
                          <a:gd name="connsiteX8" fmla="*/ 46483 w 95076"/>
                          <a:gd name="connsiteY8" fmla="*/ 1176 h 26798"/>
                          <a:gd name="connsiteX9" fmla="*/ 75248 w 95076"/>
                          <a:gd name="connsiteY9" fmla="*/ 6701 h 26798"/>
                          <a:gd name="connsiteX10" fmla="*/ 95060 w 95076"/>
                          <a:gd name="connsiteY10" fmla="*/ 17178 h 267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5076" h="26798">
                            <a:moveTo>
                              <a:pt x="95060" y="17178"/>
                            </a:moveTo>
                            <a:cubicBezTo>
                              <a:pt x="95536" y="22227"/>
                              <a:pt x="85726" y="25751"/>
                              <a:pt x="74200" y="26513"/>
                            </a:cubicBezTo>
                            <a:cubicBezTo>
                              <a:pt x="62675" y="27275"/>
                              <a:pt x="50388" y="26322"/>
                              <a:pt x="44292" y="25846"/>
                            </a:cubicBezTo>
                            <a:cubicBezTo>
                              <a:pt x="41244" y="25560"/>
                              <a:pt x="36958" y="24989"/>
                              <a:pt x="32195" y="24227"/>
                            </a:cubicBezTo>
                            <a:cubicBezTo>
                              <a:pt x="27623" y="23465"/>
                              <a:pt x="22860" y="22607"/>
                              <a:pt x="18003" y="21465"/>
                            </a:cubicBezTo>
                            <a:cubicBezTo>
                              <a:pt x="8478" y="19274"/>
                              <a:pt x="96" y="15940"/>
                              <a:pt x="1" y="10415"/>
                            </a:cubicBezTo>
                            <a:cubicBezTo>
                              <a:pt x="-95" y="4891"/>
                              <a:pt x="8288" y="1938"/>
                              <a:pt x="18384" y="700"/>
                            </a:cubicBezTo>
                            <a:cubicBezTo>
                              <a:pt x="23432" y="33"/>
                              <a:pt x="29147" y="-157"/>
                              <a:pt x="34195" y="129"/>
                            </a:cubicBezTo>
                            <a:cubicBezTo>
                              <a:pt x="39148" y="319"/>
                              <a:pt x="43530" y="795"/>
                              <a:pt x="46483" y="1176"/>
                            </a:cubicBezTo>
                            <a:cubicBezTo>
                              <a:pt x="52388" y="1938"/>
                              <a:pt x="64866" y="3939"/>
                              <a:pt x="75248" y="6701"/>
                            </a:cubicBezTo>
                            <a:cubicBezTo>
                              <a:pt x="85440" y="9463"/>
                              <a:pt x="94584" y="12130"/>
                              <a:pt x="95060" y="1717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04" name="Forme libre : forme 12803">
                        <a:extLst>
                          <a:ext uri="{FF2B5EF4-FFF2-40B4-BE49-F238E27FC236}">
                            <a16:creationId xmlns:a16="http://schemas.microsoft.com/office/drawing/2014/main" id="{9924C688-4527-4982-8862-48D44B80A5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0631" y="2512314"/>
                        <a:ext cx="65918" cy="25911"/>
                      </a:xfrm>
                      <a:custGeom>
                        <a:avLst/>
                        <a:gdLst>
                          <a:gd name="connsiteX0" fmla="*/ 20961 w 65918"/>
                          <a:gd name="connsiteY0" fmla="*/ 0 h 25911"/>
                          <a:gd name="connsiteX1" fmla="*/ 196 w 65918"/>
                          <a:gd name="connsiteY1" fmla="*/ 9715 h 25911"/>
                          <a:gd name="connsiteX2" fmla="*/ 18769 w 65918"/>
                          <a:gd name="connsiteY2" fmla="*/ 20764 h 25911"/>
                          <a:gd name="connsiteX3" fmla="*/ 32485 w 65918"/>
                          <a:gd name="connsiteY3" fmla="*/ 23431 h 25911"/>
                          <a:gd name="connsiteX4" fmla="*/ 45630 w 65918"/>
                          <a:gd name="connsiteY4" fmla="*/ 25241 h 25911"/>
                          <a:gd name="connsiteX5" fmla="*/ 65918 w 65918"/>
                          <a:gd name="connsiteY5" fmla="*/ 25813 h 25911"/>
                          <a:gd name="connsiteX6" fmla="*/ 55155 w 65918"/>
                          <a:gd name="connsiteY6" fmla="*/ 23908 h 25911"/>
                          <a:gd name="connsiteX7" fmla="*/ 20961 w 65918"/>
                          <a:gd name="connsiteY7" fmla="*/ 0 h 25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5918" h="25911">
                            <a:moveTo>
                              <a:pt x="20961" y="0"/>
                            </a:moveTo>
                            <a:cubicBezTo>
                              <a:pt x="14769" y="1714"/>
                              <a:pt x="-1995" y="2762"/>
                              <a:pt x="196" y="9715"/>
                            </a:cubicBezTo>
                            <a:cubicBezTo>
                              <a:pt x="1911" y="15240"/>
                              <a:pt x="9721" y="18574"/>
                              <a:pt x="18769" y="20764"/>
                            </a:cubicBezTo>
                            <a:cubicBezTo>
                              <a:pt x="23342" y="21812"/>
                              <a:pt x="27914" y="22670"/>
                              <a:pt x="32485" y="23431"/>
                            </a:cubicBezTo>
                            <a:cubicBezTo>
                              <a:pt x="37153" y="24193"/>
                              <a:pt x="41725" y="24860"/>
                              <a:pt x="45630" y="25241"/>
                            </a:cubicBezTo>
                            <a:cubicBezTo>
                              <a:pt x="50107" y="25717"/>
                              <a:pt x="60489" y="26098"/>
                              <a:pt x="65918" y="25813"/>
                            </a:cubicBezTo>
                            <a:cubicBezTo>
                              <a:pt x="62870" y="25337"/>
                              <a:pt x="57822" y="24860"/>
                              <a:pt x="55155" y="23908"/>
                            </a:cubicBezTo>
                            <a:cubicBezTo>
                              <a:pt x="39629" y="18383"/>
                              <a:pt x="21723" y="11811"/>
                              <a:pt x="20961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05" name="Forme libre : forme 12804">
                        <a:extLst>
                          <a:ext uri="{FF2B5EF4-FFF2-40B4-BE49-F238E27FC236}">
                            <a16:creationId xmlns:a16="http://schemas.microsoft.com/office/drawing/2014/main" id="{C61E48E5-0F66-45D7-948A-C9879853F8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6142" y="2514766"/>
                        <a:ext cx="95726" cy="26720"/>
                      </a:xfrm>
                      <a:custGeom>
                        <a:avLst/>
                        <a:gdLst>
                          <a:gd name="connsiteX0" fmla="*/ 95650 w 95726"/>
                          <a:gd name="connsiteY0" fmla="*/ 16217 h 26720"/>
                          <a:gd name="connsiteX1" fmla="*/ 73362 w 95726"/>
                          <a:gd name="connsiteY1" fmla="*/ 26218 h 26720"/>
                          <a:gd name="connsiteX2" fmla="*/ 43548 w 95726"/>
                          <a:gd name="connsiteY2" fmla="*/ 26027 h 26720"/>
                          <a:gd name="connsiteX3" fmla="*/ 17545 w 95726"/>
                          <a:gd name="connsiteY3" fmla="*/ 21455 h 26720"/>
                          <a:gd name="connsiteX4" fmla="*/ 19 w 95726"/>
                          <a:gd name="connsiteY4" fmla="*/ 10026 h 26720"/>
                          <a:gd name="connsiteX5" fmla="*/ 18402 w 95726"/>
                          <a:gd name="connsiteY5" fmla="*/ 405 h 26720"/>
                          <a:gd name="connsiteX6" fmla="*/ 46120 w 95726"/>
                          <a:gd name="connsiteY6" fmla="*/ 1262 h 26720"/>
                          <a:gd name="connsiteX7" fmla="*/ 75838 w 95726"/>
                          <a:gd name="connsiteY7" fmla="*/ 6501 h 26720"/>
                          <a:gd name="connsiteX8" fmla="*/ 95650 w 95726"/>
                          <a:gd name="connsiteY8" fmla="*/ 16217 h 26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5726" h="26720">
                            <a:moveTo>
                              <a:pt x="95650" y="16217"/>
                            </a:moveTo>
                            <a:cubicBezTo>
                              <a:pt x="94602" y="21360"/>
                              <a:pt x="84887" y="25170"/>
                              <a:pt x="73362" y="26218"/>
                            </a:cubicBezTo>
                            <a:cubicBezTo>
                              <a:pt x="61932" y="27266"/>
                              <a:pt x="50215" y="26409"/>
                              <a:pt x="43548" y="26027"/>
                            </a:cubicBezTo>
                            <a:cubicBezTo>
                              <a:pt x="36976" y="25551"/>
                              <a:pt x="26022" y="23837"/>
                              <a:pt x="17545" y="21455"/>
                            </a:cubicBezTo>
                            <a:cubicBezTo>
                              <a:pt x="8496" y="19074"/>
                              <a:pt x="495" y="15645"/>
                              <a:pt x="19" y="10026"/>
                            </a:cubicBezTo>
                            <a:cubicBezTo>
                              <a:pt x="-457" y="4406"/>
                              <a:pt x="8020" y="1548"/>
                              <a:pt x="18402" y="405"/>
                            </a:cubicBezTo>
                            <a:cubicBezTo>
                              <a:pt x="28975" y="-642"/>
                              <a:pt x="40596" y="596"/>
                              <a:pt x="46120" y="1262"/>
                            </a:cubicBezTo>
                            <a:cubicBezTo>
                              <a:pt x="51644" y="1834"/>
                              <a:pt x="64884" y="4025"/>
                              <a:pt x="75838" y="6501"/>
                            </a:cubicBezTo>
                            <a:cubicBezTo>
                              <a:pt x="86792" y="8978"/>
                              <a:pt x="96698" y="11073"/>
                              <a:pt x="95650" y="1621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06" name="Forme libre : forme 12805">
                        <a:extLst>
                          <a:ext uri="{FF2B5EF4-FFF2-40B4-BE49-F238E27FC236}">
                            <a16:creationId xmlns:a16="http://schemas.microsoft.com/office/drawing/2014/main" id="{E69CD795-5A64-4B45-B3A2-356199DEB8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16344" y="2501893"/>
                        <a:ext cx="117053" cy="51754"/>
                      </a:xfrm>
                      <a:custGeom>
                        <a:avLst/>
                        <a:gdLst>
                          <a:gd name="connsiteX0" fmla="*/ 477 w 117053"/>
                          <a:gd name="connsiteY0" fmla="*/ 19565 h 51754"/>
                          <a:gd name="connsiteX1" fmla="*/ 12098 w 117053"/>
                          <a:gd name="connsiteY1" fmla="*/ 32328 h 51754"/>
                          <a:gd name="connsiteX2" fmla="*/ 55627 w 117053"/>
                          <a:gd name="connsiteY2" fmla="*/ 49568 h 51754"/>
                          <a:gd name="connsiteX3" fmla="*/ 66771 w 117053"/>
                          <a:gd name="connsiteY3" fmla="*/ 50997 h 51754"/>
                          <a:gd name="connsiteX4" fmla="*/ 77344 w 117053"/>
                          <a:gd name="connsiteY4" fmla="*/ 51664 h 51754"/>
                          <a:gd name="connsiteX5" fmla="*/ 98870 w 117053"/>
                          <a:gd name="connsiteY5" fmla="*/ 50425 h 51754"/>
                          <a:gd name="connsiteX6" fmla="*/ 116777 w 117053"/>
                          <a:gd name="connsiteY6" fmla="*/ 38519 h 51754"/>
                          <a:gd name="connsiteX7" fmla="*/ 102490 w 117053"/>
                          <a:gd name="connsiteY7" fmla="*/ 31185 h 51754"/>
                          <a:gd name="connsiteX8" fmla="*/ 63342 w 117053"/>
                          <a:gd name="connsiteY8" fmla="*/ 13849 h 51754"/>
                          <a:gd name="connsiteX9" fmla="*/ 22956 w 117053"/>
                          <a:gd name="connsiteY9" fmla="*/ 133 h 51754"/>
                          <a:gd name="connsiteX10" fmla="*/ 477 w 117053"/>
                          <a:gd name="connsiteY10" fmla="*/ 19565 h 51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17053" h="51754">
                            <a:moveTo>
                              <a:pt x="477" y="19565"/>
                            </a:moveTo>
                            <a:cubicBezTo>
                              <a:pt x="2668" y="25946"/>
                              <a:pt x="4954" y="28042"/>
                              <a:pt x="12098" y="32328"/>
                            </a:cubicBezTo>
                            <a:cubicBezTo>
                              <a:pt x="25623" y="40424"/>
                              <a:pt x="37434" y="46615"/>
                              <a:pt x="55627" y="49568"/>
                            </a:cubicBezTo>
                            <a:cubicBezTo>
                              <a:pt x="59342" y="50235"/>
                              <a:pt x="63151" y="50616"/>
                              <a:pt x="66771" y="50997"/>
                            </a:cubicBezTo>
                            <a:cubicBezTo>
                              <a:pt x="70581" y="51378"/>
                              <a:pt x="73248" y="51473"/>
                              <a:pt x="77344" y="51664"/>
                            </a:cubicBezTo>
                            <a:cubicBezTo>
                              <a:pt x="84964" y="51949"/>
                              <a:pt x="92298" y="51568"/>
                              <a:pt x="98870" y="50425"/>
                            </a:cubicBezTo>
                            <a:cubicBezTo>
                              <a:pt x="108681" y="48806"/>
                              <a:pt x="118873" y="44806"/>
                              <a:pt x="116777" y="38519"/>
                            </a:cubicBezTo>
                            <a:cubicBezTo>
                              <a:pt x="115539" y="34614"/>
                              <a:pt x="108014" y="33566"/>
                              <a:pt x="102490" y="31185"/>
                            </a:cubicBezTo>
                            <a:cubicBezTo>
                              <a:pt x="89250" y="25756"/>
                              <a:pt x="76677" y="20898"/>
                              <a:pt x="63342" y="13849"/>
                            </a:cubicBezTo>
                            <a:cubicBezTo>
                              <a:pt x="52007" y="7754"/>
                              <a:pt x="39720" y="-1200"/>
                              <a:pt x="22956" y="133"/>
                            </a:cubicBezTo>
                            <a:cubicBezTo>
                              <a:pt x="7907" y="1276"/>
                              <a:pt x="-2381" y="10611"/>
                              <a:pt x="477" y="1956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07" name="Forme libre : forme 12806">
                        <a:extLst>
                          <a:ext uri="{FF2B5EF4-FFF2-40B4-BE49-F238E27FC236}">
                            <a16:creationId xmlns:a16="http://schemas.microsoft.com/office/drawing/2014/main" id="{37F884DB-5915-4AE9-A7D4-59B3959CE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0221" y="2502103"/>
                        <a:ext cx="39181" cy="11954"/>
                      </a:xfrm>
                      <a:custGeom>
                        <a:avLst/>
                        <a:gdLst>
                          <a:gd name="connsiteX0" fmla="*/ 3842 w 39181"/>
                          <a:gd name="connsiteY0" fmla="*/ 6686 h 11954"/>
                          <a:gd name="connsiteX1" fmla="*/ 127 w 39181"/>
                          <a:gd name="connsiteY1" fmla="*/ 9162 h 11954"/>
                          <a:gd name="connsiteX2" fmla="*/ 2984 w 39181"/>
                          <a:gd name="connsiteY2" fmla="*/ 11639 h 11954"/>
                          <a:gd name="connsiteX3" fmla="*/ 10033 w 39181"/>
                          <a:gd name="connsiteY3" fmla="*/ 11829 h 11954"/>
                          <a:gd name="connsiteX4" fmla="*/ 27464 w 39181"/>
                          <a:gd name="connsiteY4" fmla="*/ 9925 h 11954"/>
                          <a:gd name="connsiteX5" fmla="*/ 33750 w 39181"/>
                          <a:gd name="connsiteY5" fmla="*/ 8496 h 11954"/>
                          <a:gd name="connsiteX6" fmla="*/ 30131 w 39181"/>
                          <a:gd name="connsiteY6" fmla="*/ 18 h 11954"/>
                          <a:gd name="connsiteX7" fmla="*/ 3842 w 39181"/>
                          <a:gd name="connsiteY7" fmla="*/ 6686 h 11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181" h="11954">
                            <a:moveTo>
                              <a:pt x="3842" y="6686"/>
                            </a:moveTo>
                            <a:cubicBezTo>
                              <a:pt x="2032" y="7448"/>
                              <a:pt x="794" y="8019"/>
                              <a:pt x="127" y="9162"/>
                            </a:cubicBezTo>
                            <a:cubicBezTo>
                              <a:pt x="-445" y="10305"/>
                              <a:pt x="984" y="11258"/>
                              <a:pt x="2984" y="11639"/>
                            </a:cubicBezTo>
                            <a:cubicBezTo>
                              <a:pt x="4889" y="12020"/>
                              <a:pt x="7842" y="12020"/>
                              <a:pt x="10033" y="11829"/>
                            </a:cubicBezTo>
                            <a:cubicBezTo>
                              <a:pt x="15748" y="11449"/>
                              <a:pt x="21939" y="10877"/>
                              <a:pt x="27464" y="9925"/>
                            </a:cubicBezTo>
                            <a:cubicBezTo>
                              <a:pt x="29750" y="9543"/>
                              <a:pt x="31941" y="9258"/>
                              <a:pt x="33750" y="8496"/>
                            </a:cubicBezTo>
                            <a:cubicBezTo>
                              <a:pt x="41466" y="5257"/>
                              <a:pt x="41560" y="-363"/>
                              <a:pt x="30131" y="18"/>
                            </a:cubicBezTo>
                            <a:cubicBezTo>
                              <a:pt x="21273" y="304"/>
                              <a:pt x="11081" y="3638"/>
                              <a:pt x="3842" y="668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08" name="Forme libre : forme 12807">
                        <a:extLst>
                          <a:ext uri="{FF2B5EF4-FFF2-40B4-BE49-F238E27FC236}">
                            <a16:creationId xmlns:a16="http://schemas.microsoft.com/office/drawing/2014/main" id="{AEFA419E-CE0E-4ED5-989F-9039055F1D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7311" y="2530506"/>
                        <a:ext cx="63626" cy="30956"/>
                      </a:xfrm>
                      <a:custGeom>
                        <a:avLst/>
                        <a:gdLst>
                          <a:gd name="connsiteX0" fmla="*/ 63627 w 63626"/>
                          <a:gd name="connsiteY0" fmla="*/ 0 h 30956"/>
                          <a:gd name="connsiteX1" fmla="*/ 39434 w 63626"/>
                          <a:gd name="connsiteY1" fmla="*/ 20859 h 30956"/>
                          <a:gd name="connsiteX2" fmla="*/ 0 w 63626"/>
                          <a:gd name="connsiteY2" fmla="*/ 30956 h 30956"/>
                          <a:gd name="connsiteX3" fmla="*/ 37148 w 63626"/>
                          <a:gd name="connsiteY3" fmla="*/ 19526 h 30956"/>
                          <a:gd name="connsiteX4" fmla="*/ 63627 w 63626"/>
                          <a:gd name="connsiteY4" fmla="*/ 0 h 30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3626" h="30956">
                            <a:moveTo>
                              <a:pt x="63627" y="0"/>
                            </a:moveTo>
                            <a:cubicBezTo>
                              <a:pt x="60484" y="7525"/>
                              <a:pt x="51911" y="15049"/>
                              <a:pt x="39434" y="20859"/>
                            </a:cubicBezTo>
                            <a:cubicBezTo>
                              <a:pt x="27241" y="26860"/>
                              <a:pt x="10668" y="29527"/>
                              <a:pt x="0" y="30956"/>
                            </a:cubicBezTo>
                            <a:cubicBezTo>
                              <a:pt x="11716" y="29432"/>
                              <a:pt x="26098" y="25527"/>
                              <a:pt x="37148" y="19526"/>
                            </a:cubicBezTo>
                            <a:cubicBezTo>
                              <a:pt x="48387" y="13716"/>
                              <a:pt x="56864" y="6382"/>
                              <a:pt x="6362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09" name="Forme libre : forme 12808">
                        <a:extLst>
                          <a:ext uri="{FF2B5EF4-FFF2-40B4-BE49-F238E27FC236}">
                            <a16:creationId xmlns:a16="http://schemas.microsoft.com/office/drawing/2014/main" id="{1F9BAE89-7008-4AAF-972C-581465FDC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97295" y="2485739"/>
                        <a:ext cx="66484" cy="21812"/>
                      </a:xfrm>
                      <a:custGeom>
                        <a:avLst/>
                        <a:gdLst>
                          <a:gd name="connsiteX0" fmla="*/ 66485 w 66484"/>
                          <a:gd name="connsiteY0" fmla="*/ 0 h 21812"/>
                          <a:gd name="connsiteX1" fmla="*/ 0 w 66484"/>
                          <a:gd name="connsiteY1" fmla="*/ 21812 h 21812"/>
                          <a:gd name="connsiteX2" fmla="*/ 66485 w 66484"/>
                          <a:gd name="connsiteY2" fmla="*/ 0 h 218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6484" h="21812">
                            <a:moveTo>
                              <a:pt x="66485" y="0"/>
                            </a:moveTo>
                            <a:cubicBezTo>
                              <a:pt x="39815" y="1429"/>
                              <a:pt x="18098" y="12097"/>
                              <a:pt x="0" y="21812"/>
                            </a:cubicBezTo>
                            <a:cubicBezTo>
                              <a:pt x="16383" y="12002"/>
                              <a:pt x="43720" y="4477"/>
                              <a:pt x="6648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10" name="Forme libre : forme 12809">
                        <a:extLst>
                          <a:ext uri="{FF2B5EF4-FFF2-40B4-BE49-F238E27FC236}">
                            <a16:creationId xmlns:a16="http://schemas.microsoft.com/office/drawing/2014/main" id="{6A985116-8A2E-4F22-92A8-114CA029A3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00084" y="2515040"/>
                        <a:ext cx="34991" cy="11151"/>
                      </a:xfrm>
                      <a:custGeom>
                        <a:avLst/>
                        <a:gdLst>
                          <a:gd name="connsiteX0" fmla="*/ 34657 w 34991"/>
                          <a:gd name="connsiteY0" fmla="*/ 9656 h 11151"/>
                          <a:gd name="connsiteX1" fmla="*/ 13797 w 34991"/>
                          <a:gd name="connsiteY1" fmla="*/ 8894 h 11151"/>
                          <a:gd name="connsiteX2" fmla="*/ 462 w 34991"/>
                          <a:gd name="connsiteY2" fmla="*/ 1559 h 11151"/>
                          <a:gd name="connsiteX3" fmla="*/ 20274 w 34991"/>
                          <a:gd name="connsiteY3" fmla="*/ 2321 h 11151"/>
                          <a:gd name="connsiteX4" fmla="*/ 34657 w 34991"/>
                          <a:gd name="connsiteY4" fmla="*/ 9656 h 111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991" h="11151">
                            <a:moveTo>
                              <a:pt x="34657" y="9656"/>
                            </a:moveTo>
                            <a:cubicBezTo>
                              <a:pt x="31990" y="12989"/>
                              <a:pt x="18083" y="9846"/>
                              <a:pt x="13797" y="8894"/>
                            </a:cubicBezTo>
                            <a:cubicBezTo>
                              <a:pt x="9511" y="7941"/>
                              <a:pt x="-2491" y="4893"/>
                              <a:pt x="462" y="1559"/>
                            </a:cubicBezTo>
                            <a:cubicBezTo>
                              <a:pt x="3415" y="-1870"/>
                              <a:pt x="16273" y="1273"/>
                              <a:pt x="20274" y="2321"/>
                            </a:cubicBezTo>
                            <a:cubicBezTo>
                              <a:pt x="24274" y="3369"/>
                              <a:pt x="37228" y="6512"/>
                              <a:pt x="34657" y="965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11" name="Forme libre : forme 12810">
                        <a:extLst>
                          <a:ext uri="{FF2B5EF4-FFF2-40B4-BE49-F238E27FC236}">
                            <a16:creationId xmlns:a16="http://schemas.microsoft.com/office/drawing/2014/main" id="{2D66B7B9-3C7B-4A3A-896E-904804CFA3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0446" y="2521981"/>
                        <a:ext cx="9836" cy="3565"/>
                      </a:xfrm>
                      <a:custGeom>
                        <a:avLst/>
                        <a:gdLst>
                          <a:gd name="connsiteX0" fmla="*/ 9819 w 9836"/>
                          <a:gd name="connsiteY0" fmla="*/ 2239 h 3565"/>
                          <a:gd name="connsiteX1" fmla="*/ 5152 w 9836"/>
                          <a:gd name="connsiteY1" fmla="*/ 3477 h 3565"/>
                          <a:gd name="connsiteX2" fmla="*/ 8 w 9836"/>
                          <a:gd name="connsiteY2" fmla="*/ 1286 h 3565"/>
                          <a:gd name="connsiteX3" fmla="*/ 4580 w 9836"/>
                          <a:gd name="connsiteY3" fmla="*/ 48 h 3565"/>
                          <a:gd name="connsiteX4" fmla="*/ 9819 w 9836"/>
                          <a:gd name="connsiteY4" fmla="*/ 2239 h 35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836" h="3565">
                            <a:moveTo>
                              <a:pt x="9819" y="2239"/>
                            </a:moveTo>
                            <a:cubicBezTo>
                              <a:pt x="10105" y="3667"/>
                              <a:pt x="6771" y="3667"/>
                              <a:pt x="5152" y="3477"/>
                            </a:cubicBezTo>
                            <a:cubicBezTo>
                              <a:pt x="3437" y="3381"/>
                              <a:pt x="104" y="2715"/>
                              <a:pt x="8" y="1286"/>
                            </a:cubicBezTo>
                            <a:cubicBezTo>
                              <a:pt x="-182" y="-143"/>
                              <a:pt x="2961" y="-48"/>
                              <a:pt x="4580" y="48"/>
                            </a:cubicBezTo>
                            <a:cubicBezTo>
                              <a:pt x="6199" y="333"/>
                              <a:pt x="9533" y="905"/>
                              <a:pt x="9819" y="223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12" name="Forme libre : forme 12811">
                        <a:extLst>
                          <a:ext uri="{FF2B5EF4-FFF2-40B4-BE49-F238E27FC236}">
                            <a16:creationId xmlns:a16="http://schemas.microsoft.com/office/drawing/2014/main" id="{1DAB31A5-A528-4B01-9906-755513B4FE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01750" y="2492356"/>
                        <a:ext cx="84168" cy="36838"/>
                      </a:xfrm>
                      <a:custGeom>
                        <a:avLst/>
                        <a:gdLst>
                          <a:gd name="connsiteX0" fmla="*/ 61376 w 84168"/>
                          <a:gd name="connsiteY0" fmla="*/ 17767 h 36838"/>
                          <a:gd name="connsiteX1" fmla="*/ 83378 w 84168"/>
                          <a:gd name="connsiteY1" fmla="*/ 30054 h 36838"/>
                          <a:gd name="connsiteX2" fmla="*/ 78140 w 84168"/>
                          <a:gd name="connsiteY2" fmla="*/ 36627 h 36838"/>
                          <a:gd name="connsiteX3" fmla="*/ 67281 w 84168"/>
                          <a:gd name="connsiteY3" fmla="*/ 34436 h 36838"/>
                          <a:gd name="connsiteX4" fmla="*/ 37563 w 84168"/>
                          <a:gd name="connsiteY4" fmla="*/ 21577 h 36838"/>
                          <a:gd name="connsiteX5" fmla="*/ 14322 w 84168"/>
                          <a:gd name="connsiteY5" fmla="*/ 13671 h 36838"/>
                          <a:gd name="connsiteX6" fmla="*/ 987 w 84168"/>
                          <a:gd name="connsiteY6" fmla="*/ 2908 h 36838"/>
                          <a:gd name="connsiteX7" fmla="*/ 23180 w 84168"/>
                          <a:gd name="connsiteY7" fmla="*/ 1003 h 36838"/>
                          <a:gd name="connsiteX8" fmla="*/ 44135 w 84168"/>
                          <a:gd name="connsiteY8" fmla="*/ 6909 h 36838"/>
                          <a:gd name="connsiteX9" fmla="*/ 61376 w 84168"/>
                          <a:gd name="connsiteY9" fmla="*/ 17767 h 368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4168" h="36838">
                            <a:moveTo>
                              <a:pt x="61376" y="17767"/>
                            </a:moveTo>
                            <a:cubicBezTo>
                              <a:pt x="70043" y="21863"/>
                              <a:pt x="77091" y="24149"/>
                              <a:pt x="83378" y="30054"/>
                            </a:cubicBezTo>
                            <a:cubicBezTo>
                              <a:pt x="85664" y="32245"/>
                              <a:pt x="82711" y="35865"/>
                              <a:pt x="78140" y="36627"/>
                            </a:cubicBezTo>
                            <a:cubicBezTo>
                              <a:pt x="73567" y="37389"/>
                              <a:pt x="70519" y="35960"/>
                              <a:pt x="67281" y="34436"/>
                            </a:cubicBezTo>
                            <a:cubicBezTo>
                              <a:pt x="57280" y="30054"/>
                              <a:pt x="47850" y="26340"/>
                              <a:pt x="37563" y="21577"/>
                            </a:cubicBezTo>
                            <a:cubicBezTo>
                              <a:pt x="34420" y="20148"/>
                              <a:pt x="23752" y="17196"/>
                              <a:pt x="14322" y="13671"/>
                            </a:cubicBezTo>
                            <a:cubicBezTo>
                              <a:pt x="4988" y="10147"/>
                              <a:pt x="-2823" y="6432"/>
                              <a:pt x="987" y="2908"/>
                            </a:cubicBezTo>
                            <a:cubicBezTo>
                              <a:pt x="4797" y="-616"/>
                              <a:pt x="14131" y="-521"/>
                              <a:pt x="23180" y="1003"/>
                            </a:cubicBezTo>
                            <a:cubicBezTo>
                              <a:pt x="32324" y="2622"/>
                              <a:pt x="40325" y="5194"/>
                              <a:pt x="44135" y="6909"/>
                            </a:cubicBezTo>
                            <a:cubicBezTo>
                              <a:pt x="51755" y="10338"/>
                              <a:pt x="54899" y="14624"/>
                              <a:pt x="61376" y="1776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36" name="Graphique 1">
                      <a:extLst>
                        <a:ext uri="{FF2B5EF4-FFF2-40B4-BE49-F238E27FC236}">
                          <a16:creationId xmlns:a16="http://schemas.microsoft.com/office/drawing/2014/main" id="{85D590FA-5082-4784-B4B2-BCA0AD5C3C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5303" y="2465901"/>
                      <a:ext cx="203884" cy="84954"/>
                      <a:chOff x="5195303" y="2465901"/>
                      <a:chExt cx="203884" cy="84954"/>
                    </a:xfrm>
                    <a:solidFill>
                      <a:schemeClr val="accent1"/>
                    </a:solidFill>
                  </p:grpSpPr>
                  <p:sp>
                    <p:nvSpPr>
                      <p:cNvPr id="12789" name="Forme libre : forme 12788">
                        <a:extLst>
                          <a:ext uri="{FF2B5EF4-FFF2-40B4-BE49-F238E27FC236}">
                            <a16:creationId xmlns:a16="http://schemas.microsoft.com/office/drawing/2014/main" id="{70091BA8-65F7-4F50-B30A-EDA440237F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5303" y="2465901"/>
                        <a:ext cx="203884" cy="84954"/>
                      </a:xfrm>
                      <a:custGeom>
                        <a:avLst/>
                        <a:gdLst>
                          <a:gd name="connsiteX0" fmla="*/ 138510 w 203884"/>
                          <a:gd name="connsiteY0" fmla="*/ 75273 h 84954"/>
                          <a:gd name="connsiteX1" fmla="*/ 109079 w 203884"/>
                          <a:gd name="connsiteY1" fmla="*/ 78988 h 84954"/>
                          <a:gd name="connsiteX2" fmla="*/ 75550 w 203884"/>
                          <a:gd name="connsiteY2" fmla="*/ 83941 h 84954"/>
                          <a:gd name="connsiteX3" fmla="*/ 5541 w 203884"/>
                          <a:gd name="connsiteY3" fmla="*/ 66606 h 84954"/>
                          <a:gd name="connsiteX4" fmla="*/ 3446 w 203884"/>
                          <a:gd name="connsiteY4" fmla="*/ 45174 h 84954"/>
                          <a:gd name="connsiteX5" fmla="*/ 64216 w 203884"/>
                          <a:gd name="connsiteY5" fmla="*/ 9360 h 84954"/>
                          <a:gd name="connsiteX6" fmla="*/ 133557 w 203884"/>
                          <a:gd name="connsiteY6" fmla="*/ 26 h 84954"/>
                          <a:gd name="connsiteX7" fmla="*/ 140606 w 203884"/>
                          <a:gd name="connsiteY7" fmla="*/ 216 h 84954"/>
                          <a:gd name="connsiteX8" fmla="*/ 147750 w 203884"/>
                          <a:gd name="connsiteY8" fmla="*/ 978 h 84954"/>
                          <a:gd name="connsiteX9" fmla="*/ 160989 w 203884"/>
                          <a:gd name="connsiteY9" fmla="*/ 4122 h 84954"/>
                          <a:gd name="connsiteX10" fmla="*/ 179754 w 203884"/>
                          <a:gd name="connsiteY10" fmla="*/ 13932 h 84954"/>
                          <a:gd name="connsiteX11" fmla="*/ 201852 w 203884"/>
                          <a:gd name="connsiteY11" fmla="*/ 40602 h 84954"/>
                          <a:gd name="connsiteX12" fmla="*/ 197185 w 203884"/>
                          <a:gd name="connsiteY12" fmla="*/ 61176 h 84954"/>
                          <a:gd name="connsiteX13" fmla="*/ 167848 w 203884"/>
                          <a:gd name="connsiteY13" fmla="*/ 71082 h 84954"/>
                          <a:gd name="connsiteX14" fmla="*/ 152798 w 203884"/>
                          <a:gd name="connsiteY14" fmla="*/ 73368 h 84954"/>
                          <a:gd name="connsiteX15" fmla="*/ 145654 w 203884"/>
                          <a:gd name="connsiteY15" fmla="*/ 74226 h 84954"/>
                          <a:gd name="connsiteX16" fmla="*/ 138510 w 203884"/>
                          <a:gd name="connsiteY16" fmla="*/ 75273 h 84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203884" h="84954">
                            <a:moveTo>
                              <a:pt x="138510" y="75273"/>
                            </a:moveTo>
                            <a:cubicBezTo>
                              <a:pt x="132414" y="75845"/>
                              <a:pt x="121270" y="77178"/>
                              <a:pt x="109079" y="78988"/>
                            </a:cubicBezTo>
                            <a:cubicBezTo>
                              <a:pt x="96982" y="80798"/>
                              <a:pt x="84028" y="82989"/>
                              <a:pt x="75550" y="83941"/>
                            </a:cubicBezTo>
                            <a:cubicBezTo>
                              <a:pt x="43641" y="87846"/>
                              <a:pt x="24496" y="80131"/>
                              <a:pt x="5541" y="66606"/>
                            </a:cubicBezTo>
                            <a:cubicBezTo>
                              <a:pt x="-1030" y="61939"/>
                              <a:pt x="-1793" y="50985"/>
                              <a:pt x="3446" y="45174"/>
                            </a:cubicBezTo>
                            <a:cubicBezTo>
                              <a:pt x="18591" y="28220"/>
                              <a:pt x="34688" y="16314"/>
                              <a:pt x="64216" y="9360"/>
                            </a:cubicBezTo>
                            <a:cubicBezTo>
                              <a:pt x="79837" y="5646"/>
                              <a:pt x="112888" y="-165"/>
                              <a:pt x="133557" y="26"/>
                            </a:cubicBezTo>
                            <a:cubicBezTo>
                              <a:pt x="135844" y="-69"/>
                              <a:pt x="138320" y="121"/>
                              <a:pt x="140606" y="216"/>
                            </a:cubicBezTo>
                            <a:cubicBezTo>
                              <a:pt x="142797" y="312"/>
                              <a:pt x="145178" y="597"/>
                              <a:pt x="147750" y="978"/>
                            </a:cubicBezTo>
                            <a:cubicBezTo>
                              <a:pt x="152893" y="1645"/>
                              <a:pt x="157084" y="2788"/>
                              <a:pt x="160989" y="4122"/>
                            </a:cubicBezTo>
                            <a:cubicBezTo>
                              <a:pt x="168705" y="6693"/>
                              <a:pt x="174610" y="10122"/>
                              <a:pt x="179754" y="13932"/>
                            </a:cubicBezTo>
                            <a:cubicBezTo>
                              <a:pt x="189755" y="21552"/>
                              <a:pt x="196232" y="30601"/>
                              <a:pt x="201852" y="40602"/>
                            </a:cubicBezTo>
                            <a:cubicBezTo>
                              <a:pt x="205757" y="47651"/>
                              <a:pt x="203947" y="58033"/>
                              <a:pt x="197185" y="61176"/>
                            </a:cubicBezTo>
                            <a:cubicBezTo>
                              <a:pt x="187564" y="65748"/>
                              <a:pt x="177944" y="69082"/>
                              <a:pt x="167848" y="71082"/>
                            </a:cubicBezTo>
                            <a:cubicBezTo>
                              <a:pt x="162799" y="72035"/>
                              <a:pt x="157751" y="72797"/>
                              <a:pt x="152798" y="73368"/>
                            </a:cubicBezTo>
                            <a:cubicBezTo>
                              <a:pt x="150417" y="73654"/>
                              <a:pt x="148035" y="73940"/>
                              <a:pt x="145654" y="74226"/>
                            </a:cubicBezTo>
                            <a:cubicBezTo>
                              <a:pt x="143559" y="74702"/>
                              <a:pt x="141654" y="74892"/>
                              <a:pt x="138510" y="7527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90" name="Forme libre : forme 12789">
                        <a:extLst>
                          <a:ext uri="{FF2B5EF4-FFF2-40B4-BE49-F238E27FC236}">
                            <a16:creationId xmlns:a16="http://schemas.microsoft.com/office/drawing/2014/main" id="{E9BBA806-83E1-4935-8DC6-2B4EFB3355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5701" y="2512790"/>
                        <a:ext cx="196881" cy="37829"/>
                      </a:xfrm>
                      <a:custGeom>
                        <a:avLst/>
                        <a:gdLst>
                          <a:gd name="connsiteX0" fmla="*/ 80963 w 196881"/>
                          <a:gd name="connsiteY0" fmla="*/ 8572 h 37829"/>
                          <a:gd name="connsiteX1" fmla="*/ 0 w 196881"/>
                          <a:gd name="connsiteY1" fmla="*/ 11335 h 37829"/>
                          <a:gd name="connsiteX2" fmla="*/ 5049 w 196881"/>
                          <a:gd name="connsiteY2" fmla="*/ 19431 h 37829"/>
                          <a:gd name="connsiteX3" fmla="*/ 14954 w 196881"/>
                          <a:gd name="connsiteY3" fmla="*/ 25908 h 37829"/>
                          <a:gd name="connsiteX4" fmla="*/ 47530 w 196881"/>
                          <a:gd name="connsiteY4" fmla="*/ 37147 h 37829"/>
                          <a:gd name="connsiteX5" fmla="*/ 75057 w 196881"/>
                          <a:gd name="connsiteY5" fmla="*/ 36862 h 37829"/>
                          <a:gd name="connsiteX6" fmla="*/ 86011 w 196881"/>
                          <a:gd name="connsiteY6" fmla="*/ 35338 h 37829"/>
                          <a:gd name="connsiteX7" fmla="*/ 134017 w 196881"/>
                          <a:gd name="connsiteY7" fmla="*/ 28575 h 37829"/>
                          <a:gd name="connsiteX8" fmla="*/ 138017 w 196881"/>
                          <a:gd name="connsiteY8" fmla="*/ 28194 h 37829"/>
                          <a:gd name="connsiteX9" fmla="*/ 158496 w 196881"/>
                          <a:gd name="connsiteY9" fmla="*/ 25527 h 37829"/>
                          <a:gd name="connsiteX10" fmla="*/ 187452 w 196881"/>
                          <a:gd name="connsiteY10" fmla="*/ 18193 h 37829"/>
                          <a:gd name="connsiteX11" fmla="*/ 196596 w 196881"/>
                          <a:gd name="connsiteY11" fmla="*/ 14192 h 37829"/>
                          <a:gd name="connsiteX12" fmla="*/ 196882 w 196881"/>
                          <a:gd name="connsiteY12" fmla="*/ 14002 h 37829"/>
                          <a:gd name="connsiteX13" fmla="*/ 140018 w 196881"/>
                          <a:gd name="connsiteY13" fmla="*/ 0 h 37829"/>
                          <a:gd name="connsiteX14" fmla="*/ 80963 w 196881"/>
                          <a:gd name="connsiteY14" fmla="*/ 8572 h 378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6881" h="37829">
                            <a:moveTo>
                              <a:pt x="80963" y="8572"/>
                            </a:moveTo>
                            <a:cubicBezTo>
                              <a:pt x="53816" y="14954"/>
                              <a:pt x="23241" y="19621"/>
                              <a:pt x="0" y="11335"/>
                            </a:cubicBezTo>
                            <a:cubicBezTo>
                              <a:pt x="762" y="14573"/>
                              <a:pt x="2381" y="17526"/>
                              <a:pt x="5049" y="19431"/>
                            </a:cubicBezTo>
                            <a:cubicBezTo>
                              <a:pt x="8287" y="21812"/>
                              <a:pt x="11621" y="23908"/>
                              <a:pt x="14954" y="25908"/>
                            </a:cubicBezTo>
                            <a:cubicBezTo>
                              <a:pt x="24670" y="31528"/>
                              <a:pt x="34957" y="35528"/>
                              <a:pt x="47530" y="37147"/>
                            </a:cubicBezTo>
                            <a:cubicBezTo>
                              <a:pt x="55626" y="38100"/>
                              <a:pt x="64770" y="38100"/>
                              <a:pt x="75057" y="36862"/>
                            </a:cubicBezTo>
                            <a:cubicBezTo>
                              <a:pt x="78200" y="36481"/>
                              <a:pt x="81915" y="35909"/>
                              <a:pt x="86011" y="35338"/>
                            </a:cubicBezTo>
                            <a:cubicBezTo>
                              <a:pt x="102013" y="32861"/>
                              <a:pt x="122873" y="29528"/>
                              <a:pt x="134017" y="28575"/>
                            </a:cubicBezTo>
                            <a:cubicBezTo>
                              <a:pt x="135446" y="28385"/>
                              <a:pt x="136779" y="28289"/>
                              <a:pt x="138017" y="28194"/>
                            </a:cubicBezTo>
                            <a:cubicBezTo>
                              <a:pt x="145161" y="27242"/>
                              <a:pt x="151638" y="26479"/>
                              <a:pt x="158496" y="25527"/>
                            </a:cubicBezTo>
                            <a:cubicBezTo>
                              <a:pt x="168307" y="24098"/>
                              <a:pt x="178022" y="21622"/>
                              <a:pt x="187452" y="18193"/>
                            </a:cubicBezTo>
                            <a:cubicBezTo>
                              <a:pt x="190500" y="16954"/>
                              <a:pt x="193548" y="15716"/>
                              <a:pt x="196596" y="14192"/>
                            </a:cubicBezTo>
                            <a:lnTo>
                              <a:pt x="196882" y="14002"/>
                            </a:lnTo>
                            <a:cubicBezTo>
                              <a:pt x="178403" y="6858"/>
                              <a:pt x="158687" y="0"/>
                              <a:pt x="140018" y="0"/>
                            </a:cubicBezTo>
                            <a:cubicBezTo>
                              <a:pt x="120682" y="190"/>
                              <a:pt x="100393" y="4096"/>
                              <a:pt x="80963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91" name="Forme libre : forme 12790">
                        <a:extLst>
                          <a:ext uri="{FF2B5EF4-FFF2-40B4-BE49-F238E27FC236}">
                            <a16:creationId xmlns:a16="http://schemas.microsoft.com/office/drawing/2014/main" id="{061A3B98-4AED-492D-B9AA-C060CD9789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6256" y="2494048"/>
                        <a:ext cx="94488" cy="26699"/>
                      </a:xfrm>
                      <a:custGeom>
                        <a:avLst/>
                        <a:gdLst>
                          <a:gd name="connsiteX0" fmla="*/ 94418 w 94488"/>
                          <a:gd name="connsiteY0" fmla="*/ 14170 h 26699"/>
                          <a:gd name="connsiteX1" fmla="*/ 74320 w 94488"/>
                          <a:gd name="connsiteY1" fmla="*/ 21313 h 26699"/>
                          <a:gd name="connsiteX2" fmla="*/ 46888 w 94488"/>
                          <a:gd name="connsiteY2" fmla="*/ 25219 h 26699"/>
                          <a:gd name="connsiteX3" fmla="*/ 120 w 94488"/>
                          <a:gd name="connsiteY3" fmla="*/ 19123 h 26699"/>
                          <a:gd name="connsiteX4" fmla="*/ 43650 w 94488"/>
                          <a:gd name="connsiteY4" fmla="*/ 644 h 26699"/>
                          <a:gd name="connsiteX5" fmla="*/ 74511 w 94488"/>
                          <a:gd name="connsiteY5" fmla="*/ 1501 h 26699"/>
                          <a:gd name="connsiteX6" fmla="*/ 94418 w 94488"/>
                          <a:gd name="connsiteY6" fmla="*/ 14170 h 266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4488" h="26699">
                            <a:moveTo>
                              <a:pt x="94418" y="14170"/>
                            </a:moveTo>
                            <a:cubicBezTo>
                              <a:pt x="93466" y="19218"/>
                              <a:pt x="83845" y="19980"/>
                              <a:pt x="74320" y="21313"/>
                            </a:cubicBezTo>
                            <a:cubicBezTo>
                              <a:pt x="63652" y="22837"/>
                              <a:pt x="52508" y="24457"/>
                              <a:pt x="46888" y="25219"/>
                            </a:cubicBezTo>
                            <a:cubicBezTo>
                              <a:pt x="35077" y="26457"/>
                              <a:pt x="2502" y="29791"/>
                              <a:pt x="120" y="19123"/>
                            </a:cubicBezTo>
                            <a:cubicBezTo>
                              <a:pt x="-2261" y="8359"/>
                              <a:pt x="31363" y="1406"/>
                              <a:pt x="43650" y="644"/>
                            </a:cubicBezTo>
                            <a:cubicBezTo>
                              <a:pt x="49650" y="168"/>
                              <a:pt x="62604" y="-880"/>
                              <a:pt x="74511" y="1501"/>
                            </a:cubicBezTo>
                            <a:cubicBezTo>
                              <a:pt x="86607" y="3883"/>
                              <a:pt x="95370" y="9312"/>
                              <a:pt x="94418" y="1417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92" name="Forme libre : forme 12791">
                        <a:extLst>
                          <a:ext uri="{FF2B5EF4-FFF2-40B4-BE49-F238E27FC236}">
                            <a16:creationId xmlns:a16="http://schemas.microsoft.com/office/drawing/2014/main" id="{A34EF890-F81F-4059-848C-EABC806DC5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5430" y="2499931"/>
                        <a:ext cx="67144" cy="20783"/>
                      </a:xfrm>
                      <a:custGeom>
                        <a:avLst/>
                        <a:gdLst>
                          <a:gd name="connsiteX0" fmla="*/ 19043 w 67144"/>
                          <a:gd name="connsiteY0" fmla="*/ 0 h 20783"/>
                          <a:gd name="connsiteX1" fmla="*/ 469 w 67144"/>
                          <a:gd name="connsiteY1" fmla="*/ 13335 h 20783"/>
                          <a:gd name="connsiteX2" fmla="*/ 48190 w 67144"/>
                          <a:gd name="connsiteY2" fmla="*/ 19336 h 20783"/>
                          <a:gd name="connsiteX3" fmla="*/ 67144 w 67144"/>
                          <a:gd name="connsiteY3" fmla="*/ 16193 h 20783"/>
                          <a:gd name="connsiteX4" fmla="*/ 56953 w 67144"/>
                          <a:gd name="connsiteY4" fmla="*/ 16097 h 20783"/>
                          <a:gd name="connsiteX5" fmla="*/ 19043 w 67144"/>
                          <a:gd name="connsiteY5" fmla="*/ 0 h 207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7144" h="20783">
                            <a:moveTo>
                              <a:pt x="19043" y="0"/>
                            </a:moveTo>
                            <a:cubicBezTo>
                              <a:pt x="13329" y="2858"/>
                              <a:pt x="-2959" y="6953"/>
                              <a:pt x="469" y="13335"/>
                            </a:cubicBezTo>
                            <a:cubicBezTo>
                              <a:pt x="5994" y="23527"/>
                              <a:pt x="33235" y="20765"/>
                              <a:pt x="48190" y="19336"/>
                            </a:cubicBezTo>
                            <a:cubicBezTo>
                              <a:pt x="52667" y="18764"/>
                              <a:pt x="62382" y="17145"/>
                              <a:pt x="67144" y="16193"/>
                            </a:cubicBezTo>
                            <a:cubicBezTo>
                              <a:pt x="64382" y="16193"/>
                              <a:pt x="59620" y="16478"/>
                              <a:pt x="56953" y="16097"/>
                            </a:cubicBezTo>
                            <a:cubicBezTo>
                              <a:pt x="41522" y="13811"/>
                              <a:pt x="21996" y="11716"/>
                              <a:pt x="19043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93" name="Forme libre : forme 12792">
                        <a:extLst>
                          <a:ext uri="{FF2B5EF4-FFF2-40B4-BE49-F238E27FC236}">
                            <a16:creationId xmlns:a16="http://schemas.microsoft.com/office/drawing/2014/main" id="{1C021DAA-33E3-4963-98AD-7B6FCC03F2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1596" y="2496512"/>
                        <a:ext cx="93943" cy="26738"/>
                      </a:xfrm>
                      <a:custGeom>
                        <a:avLst/>
                        <a:gdLst>
                          <a:gd name="connsiteX0" fmla="*/ 93459 w 93943"/>
                          <a:gd name="connsiteY0" fmla="*/ 15421 h 26738"/>
                          <a:gd name="connsiteX1" fmla="*/ 72218 w 93943"/>
                          <a:gd name="connsiteY1" fmla="*/ 21707 h 26738"/>
                          <a:gd name="connsiteX2" fmla="*/ 46215 w 93943"/>
                          <a:gd name="connsiteY2" fmla="*/ 25327 h 26738"/>
                          <a:gd name="connsiteX3" fmla="*/ 209 w 93943"/>
                          <a:gd name="connsiteY3" fmla="*/ 18659 h 26738"/>
                          <a:gd name="connsiteX4" fmla="*/ 43643 w 93943"/>
                          <a:gd name="connsiteY4" fmla="*/ 562 h 26738"/>
                          <a:gd name="connsiteX5" fmla="*/ 75457 w 93943"/>
                          <a:gd name="connsiteY5" fmla="*/ 2086 h 26738"/>
                          <a:gd name="connsiteX6" fmla="*/ 93459 w 93943"/>
                          <a:gd name="connsiteY6" fmla="*/ 15421 h 267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943" h="26738">
                            <a:moveTo>
                              <a:pt x="93459" y="15421"/>
                            </a:moveTo>
                            <a:cubicBezTo>
                              <a:pt x="90792" y="20088"/>
                              <a:pt x="81458" y="20659"/>
                              <a:pt x="72218" y="21707"/>
                            </a:cubicBezTo>
                            <a:cubicBezTo>
                              <a:pt x="62217" y="23136"/>
                              <a:pt x="52121" y="24470"/>
                              <a:pt x="46215" y="25327"/>
                            </a:cubicBezTo>
                            <a:cubicBezTo>
                              <a:pt x="33737" y="26851"/>
                              <a:pt x="3448" y="29423"/>
                              <a:pt x="209" y="18659"/>
                            </a:cubicBezTo>
                            <a:cubicBezTo>
                              <a:pt x="-3029" y="7706"/>
                              <a:pt x="32214" y="1324"/>
                              <a:pt x="43643" y="562"/>
                            </a:cubicBezTo>
                            <a:cubicBezTo>
                              <a:pt x="49263" y="181"/>
                              <a:pt x="62979" y="-1057"/>
                              <a:pt x="75457" y="2086"/>
                            </a:cubicBezTo>
                            <a:cubicBezTo>
                              <a:pt x="87459" y="5134"/>
                              <a:pt x="96126" y="10944"/>
                              <a:pt x="93459" y="1542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94" name="Forme libre : forme 12793">
                        <a:extLst>
                          <a:ext uri="{FF2B5EF4-FFF2-40B4-BE49-F238E27FC236}">
                            <a16:creationId xmlns:a16="http://schemas.microsoft.com/office/drawing/2014/main" id="{99CD4093-684C-417D-8C58-6A2392B52B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1445" y="2496034"/>
                        <a:ext cx="117503" cy="44130"/>
                      </a:xfrm>
                      <a:custGeom>
                        <a:avLst/>
                        <a:gdLst>
                          <a:gd name="connsiteX0" fmla="*/ 1402 w 117503"/>
                          <a:gd name="connsiteY0" fmla="*/ 25423 h 44130"/>
                          <a:gd name="connsiteX1" fmla="*/ 15403 w 117503"/>
                          <a:gd name="connsiteY1" fmla="*/ 35425 h 44130"/>
                          <a:gd name="connsiteX2" fmla="*/ 61028 w 117503"/>
                          <a:gd name="connsiteY2" fmla="*/ 44092 h 44130"/>
                          <a:gd name="connsiteX3" fmla="*/ 103510 w 117503"/>
                          <a:gd name="connsiteY3" fmla="*/ 35901 h 44130"/>
                          <a:gd name="connsiteX4" fmla="*/ 117226 w 117503"/>
                          <a:gd name="connsiteY4" fmla="*/ 21709 h 44130"/>
                          <a:gd name="connsiteX5" fmla="*/ 103414 w 117503"/>
                          <a:gd name="connsiteY5" fmla="*/ 16280 h 44130"/>
                          <a:gd name="connsiteX6" fmla="*/ 61790 w 117503"/>
                          <a:gd name="connsiteY6" fmla="*/ 7421 h 44130"/>
                          <a:gd name="connsiteX7" fmla="*/ 19404 w 117503"/>
                          <a:gd name="connsiteY7" fmla="*/ 1611 h 44130"/>
                          <a:gd name="connsiteX8" fmla="*/ 1402 w 117503"/>
                          <a:gd name="connsiteY8" fmla="*/ 25423 h 44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7503" h="44130">
                            <a:moveTo>
                              <a:pt x="1402" y="25423"/>
                            </a:moveTo>
                            <a:cubicBezTo>
                              <a:pt x="4926" y="31234"/>
                              <a:pt x="7593" y="32758"/>
                              <a:pt x="15403" y="35425"/>
                            </a:cubicBezTo>
                            <a:cubicBezTo>
                              <a:pt x="30167" y="40568"/>
                              <a:pt x="42549" y="44569"/>
                              <a:pt x="61028" y="44092"/>
                            </a:cubicBezTo>
                            <a:cubicBezTo>
                              <a:pt x="76458" y="43616"/>
                              <a:pt x="92461" y="40378"/>
                              <a:pt x="103510" y="35901"/>
                            </a:cubicBezTo>
                            <a:cubicBezTo>
                              <a:pt x="111701" y="32472"/>
                              <a:pt x="119036" y="27805"/>
                              <a:pt x="117226" y="21709"/>
                            </a:cubicBezTo>
                            <a:cubicBezTo>
                              <a:pt x="116083" y="17804"/>
                              <a:pt x="109130" y="17613"/>
                              <a:pt x="103414" y="16280"/>
                            </a:cubicBezTo>
                            <a:cubicBezTo>
                              <a:pt x="89794" y="13231"/>
                              <a:pt x="76078" y="12088"/>
                              <a:pt x="61790" y="7421"/>
                            </a:cubicBezTo>
                            <a:cubicBezTo>
                              <a:pt x="49598" y="3516"/>
                              <a:pt x="35787" y="-3056"/>
                              <a:pt x="19404" y="1611"/>
                            </a:cubicBezTo>
                            <a:cubicBezTo>
                              <a:pt x="4736" y="5897"/>
                              <a:pt x="-3456" y="17422"/>
                              <a:pt x="1402" y="2542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95" name="Forme libre : forme 12794">
                        <a:extLst>
                          <a:ext uri="{FF2B5EF4-FFF2-40B4-BE49-F238E27FC236}">
                            <a16:creationId xmlns:a16="http://schemas.microsoft.com/office/drawing/2014/main" id="{936A115A-67AB-4D05-8CB4-220F59BB17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746" y="2491419"/>
                        <a:ext cx="37392" cy="17179"/>
                      </a:xfrm>
                      <a:custGeom>
                        <a:avLst/>
                        <a:gdLst>
                          <a:gd name="connsiteX0" fmla="*/ 3199 w 37392"/>
                          <a:gd name="connsiteY0" fmla="*/ 12131 h 17179"/>
                          <a:gd name="connsiteX1" fmla="*/ 56 w 37392"/>
                          <a:gd name="connsiteY1" fmla="*/ 15275 h 17179"/>
                          <a:gd name="connsiteX2" fmla="*/ 3295 w 37392"/>
                          <a:gd name="connsiteY2" fmla="*/ 17179 h 17179"/>
                          <a:gd name="connsiteX3" fmla="*/ 10343 w 37392"/>
                          <a:gd name="connsiteY3" fmla="*/ 16037 h 17179"/>
                          <a:gd name="connsiteX4" fmla="*/ 27107 w 37392"/>
                          <a:gd name="connsiteY4" fmla="*/ 10893 h 17179"/>
                          <a:gd name="connsiteX5" fmla="*/ 33013 w 37392"/>
                          <a:gd name="connsiteY5" fmla="*/ 8321 h 17179"/>
                          <a:gd name="connsiteX6" fmla="*/ 27869 w 37392"/>
                          <a:gd name="connsiteY6" fmla="*/ 606 h 17179"/>
                          <a:gd name="connsiteX7" fmla="*/ 3199 w 37392"/>
                          <a:gd name="connsiteY7" fmla="*/ 12131 h 171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392" h="17179">
                            <a:moveTo>
                              <a:pt x="3199" y="12131"/>
                            </a:moveTo>
                            <a:cubicBezTo>
                              <a:pt x="1580" y="13179"/>
                              <a:pt x="437" y="14036"/>
                              <a:pt x="56" y="15275"/>
                            </a:cubicBezTo>
                            <a:cubicBezTo>
                              <a:pt x="-325" y="16608"/>
                              <a:pt x="1294" y="17084"/>
                              <a:pt x="3295" y="17179"/>
                            </a:cubicBezTo>
                            <a:cubicBezTo>
                              <a:pt x="5295" y="17179"/>
                              <a:pt x="8152" y="16608"/>
                              <a:pt x="10343" y="16037"/>
                            </a:cubicBezTo>
                            <a:cubicBezTo>
                              <a:pt x="15963" y="14608"/>
                              <a:pt x="21868" y="12893"/>
                              <a:pt x="27107" y="10893"/>
                            </a:cubicBezTo>
                            <a:cubicBezTo>
                              <a:pt x="29298" y="10036"/>
                              <a:pt x="31298" y="9369"/>
                              <a:pt x="33013" y="8321"/>
                            </a:cubicBezTo>
                            <a:cubicBezTo>
                              <a:pt x="39966" y="3749"/>
                              <a:pt x="38918" y="-1871"/>
                              <a:pt x="27869" y="606"/>
                            </a:cubicBezTo>
                            <a:cubicBezTo>
                              <a:pt x="19297" y="2606"/>
                              <a:pt x="9867" y="7750"/>
                              <a:pt x="3199" y="1213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96" name="Forme libre : forme 12795">
                        <a:extLst>
                          <a:ext uri="{FF2B5EF4-FFF2-40B4-BE49-F238E27FC236}">
                            <a16:creationId xmlns:a16="http://schemas.microsoft.com/office/drawing/2014/main" id="{FE8C43E9-E871-484E-8A34-6749C60686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35623" y="2523553"/>
                        <a:ext cx="55244" cy="15811"/>
                      </a:xfrm>
                      <a:custGeom>
                        <a:avLst/>
                        <a:gdLst>
                          <a:gd name="connsiteX0" fmla="*/ 55245 w 55244"/>
                          <a:gd name="connsiteY0" fmla="*/ 0 h 15811"/>
                          <a:gd name="connsiteX1" fmla="*/ 26956 w 55244"/>
                          <a:gd name="connsiteY1" fmla="*/ 9144 h 15811"/>
                          <a:gd name="connsiteX2" fmla="*/ 11335 w 55244"/>
                          <a:gd name="connsiteY2" fmla="*/ 12002 h 15811"/>
                          <a:gd name="connsiteX3" fmla="*/ 5049 w 55244"/>
                          <a:gd name="connsiteY3" fmla="*/ 13811 h 15811"/>
                          <a:gd name="connsiteX4" fmla="*/ 0 w 55244"/>
                          <a:gd name="connsiteY4" fmla="*/ 15812 h 15811"/>
                          <a:gd name="connsiteX5" fmla="*/ 55245 w 55244"/>
                          <a:gd name="connsiteY5" fmla="*/ 0 h 15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5244" h="15811">
                            <a:moveTo>
                              <a:pt x="55245" y="0"/>
                            </a:moveTo>
                            <a:cubicBezTo>
                              <a:pt x="48863" y="5144"/>
                              <a:pt x="37909" y="7239"/>
                              <a:pt x="26956" y="9144"/>
                            </a:cubicBezTo>
                            <a:cubicBezTo>
                              <a:pt x="21431" y="10096"/>
                              <a:pt x="16097" y="11049"/>
                              <a:pt x="11335" y="12002"/>
                            </a:cubicBezTo>
                            <a:cubicBezTo>
                              <a:pt x="9144" y="12668"/>
                              <a:pt x="6763" y="13145"/>
                              <a:pt x="5049" y="13811"/>
                            </a:cubicBezTo>
                            <a:cubicBezTo>
                              <a:pt x="3239" y="14573"/>
                              <a:pt x="1524" y="15240"/>
                              <a:pt x="0" y="15812"/>
                            </a:cubicBezTo>
                            <a:cubicBezTo>
                              <a:pt x="12097" y="9430"/>
                              <a:pt x="37815" y="4763"/>
                              <a:pt x="5524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97" name="Forme libre : forme 12796">
                        <a:extLst>
                          <a:ext uri="{FF2B5EF4-FFF2-40B4-BE49-F238E27FC236}">
                            <a16:creationId xmlns:a16="http://schemas.microsoft.com/office/drawing/2014/main" id="{D904E8EE-174C-438B-8349-06D00B6332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00272" y="2477071"/>
                        <a:ext cx="61912" cy="35623"/>
                      </a:xfrm>
                      <a:custGeom>
                        <a:avLst/>
                        <a:gdLst>
                          <a:gd name="connsiteX0" fmla="*/ 61913 w 61912"/>
                          <a:gd name="connsiteY0" fmla="*/ 0 h 35623"/>
                          <a:gd name="connsiteX1" fmla="*/ 0 w 61912"/>
                          <a:gd name="connsiteY1" fmla="*/ 35623 h 35623"/>
                          <a:gd name="connsiteX2" fmla="*/ 61913 w 61912"/>
                          <a:gd name="connsiteY2" fmla="*/ 0 h 356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1912" h="35623">
                            <a:moveTo>
                              <a:pt x="61913" y="0"/>
                            </a:moveTo>
                            <a:cubicBezTo>
                              <a:pt x="35814" y="6382"/>
                              <a:pt x="15431" y="21241"/>
                              <a:pt x="0" y="35623"/>
                            </a:cubicBezTo>
                            <a:cubicBezTo>
                              <a:pt x="13811" y="21622"/>
                              <a:pt x="40386" y="8668"/>
                              <a:pt x="6191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98" name="Forme libre : forme 12797">
                        <a:extLst>
                          <a:ext uri="{FF2B5EF4-FFF2-40B4-BE49-F238E27FC236}">
                            <a16:creationId xmlns:a16="http://schemas.microsoft.com/office/drawing/2014/main" id="{6BFFE479-029E-412D-BFAB-7A6477B3B4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03573" y="2496625"/>
                        <a:ext cx="36056" cy="7895"/>
                      </a:xfrm>
                      <a:custGeom>
                        <a:avLst/>
                        <a:gdLst>
                          <a:gd name="connsiteX0" fmla="*/ 35765 w 36056"/>
                          <a:gd name="connsiteY0" fmla="*/ 5496 h 7895"/>
                          <a:gd name="connsiteX1" fmla="*/ 14905 w 36056"/>
                          <a:gd name="connsiteY1" fmla="*/ 7878 h 7895"/>
                          <a:gd name="connsiteX2" fmla="*/ 237 w 36056"/>
                          <a:gd name="connsiteY2" fmla="*/ 3591 h 7895"/>
                          <a:gd name="connsiteX3" fmla="*/ 20048 w 36056"/>
                          <a:gd name="connsiteY3" fmla="*/ 162 h 7895"/>
                          <a:gd name="connsiteX4" fmla="*/ 35765 w 36056"/>
                          <a:gd name="connsiteY4" fmla="*/ 5496 h 78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056" h="7895">
                            <a:moveTo>
                              <a:pt x="35765" y="5496"/>
                            </a:moveTo>
                            <a:cubicBezTo>
                              <a:pt x="33288" y="8735"/>
                              <a:pt x="19287" y="7687"/>
                              <a:pt x="14905" y="7878"/>
                            </a:cubicBezTo>
                            <a:cubicBezTo>
                              <a:pt x="10523" y="7687"/>
                              <a:pt x="-1859" y="7496"/>
                              <a:pt x="237" y="3591"/>
                            </a:cubicBezTo>
                            <a:cubicBezTo>
                              <a:pt x="2332" y="-505"/>
                              <a:pt x="15762" y="-123"/>
                              <a:pt x="20048" y="162"/>
                            </a:cubicBezTo>
                            <a:cubicBezTo>
                              <a:pt x="24239" y="258"/>
                              <a:pt x="38242" y="1877"/>
                              <a:pt x="35765" y="549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99" name="Forme libre : forme 12798">
                        <a:extLst>
                          <a:ext uri="{FF2B5EF4-FFF2-40B4-BE49-F238E27FC236}">
                            <a16:creationId xmlns:a16="http://schemas.microsoft.com/office/drawing/2014/main" id="{A715F8C3-D073-488E-8E04-8CAE39F3C2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34652" y="2499536"/>
                        <a:ext cx="10408" cy="3420"/>
                      </a:xfrm>
                      <a:custGeom>
                        <a:avLst/>
                        <a:gdLst>
                          <a:gd name="connsiteX0" fmla="*/ 10400 w 10408"/>
                          <a:gd name="connsiteY0" fmla="*/ 2014 h 3420"/>
                          <a:gd name="connsiteX1" fmla="*/ 5542 w 10408"/>
                          <a:gd name="connsiteY1" fmla="*/ 3347 h 3420"/>
                          <a:gd name="connsiteX2" fmla="*/ 18 w 10408"/>
                          <a:gd name="connsiteY2" fmla="*/ 1633 h 3420"/>
                          <a:gd name="connsiteX3" fmla="*/ 4685 w 10408"/>
                          <a:gd name="connsiteY3" fmla="*/ 14 h 3420"/>
                          <a:gd name="connsiteX4" fmla="*/ 10400 w 10408"/>
                          <a:gd name="connsiteY4" fmla="*/ 2014 h 3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08" h="3420">
                            <a:moveTo>
                              <a:pt x="10400" y="2014"/>
                            </a:moveTo>
                            <a:cubicBezTo>
                              <a:pt x="10591" y="3443"/>
                              <a:pt x="7257" y="3538"/>
                              <a:pt x="5542" y="3347"/>
                            </a:cubicBezTo>
                            <a:cubicBezTo>
                              <a:pt x="3828" y="3157"/>
                              <a:pt x="399" y="3062"/>
                              <a:pt x="18" y="1633"/>
                            </a:cubicBezTo>
                            <a:cubicBezTo>
                              <a:pt x="-268" y="300"/>
                              <a:pt x="2876" y="-81"/>
                              <a:pt x="4685" y="14"/>
                            </a:cubicBezTo>
                            <a:cubicBezTo>
                              <a:pt x="6495" y="109"/>
                              <a:pt x="10115" y="585"/>
                              <a:pt x="10400" y="201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800" name="Forme libre : forme 12799">
                        <a:extLst>
                          <a:ext uri="{FF2B5EF4-FFF2-40B4-BE49-F238E27FC236}">
                            <a16:creationId xmlns:a16="http://schemas.microsoft.com/office/drawing/2014/main" id="{4FCCDBBA-BB8E-4619-9A81-1A9A1FDA5F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00514" y="2472296"/>
                        <a:ext cx="89365" cy="45195"/>
                      </a:xfrm>
                      <a:custGeom>
                        <a:avLst/>
                        <a:gdLst>
                          <a:gd name="connsiteX0" fmla="*/ 72733 w 89365"/>
                          <a:gd name="connsiteY0" fmla="*/ 20396 h 45195"/>
                          <a:gd name="connsiteX1" fmla="*/ 89211 w 89365"/>
                          <a:gd name="connsiteY1" fmla="*/ 41351 h 45195"/>
                          <a:gd name="connsiteX2" fmla="*/ 81496 w 89365"/>
                          <a:gd name="connsiteY2" fmla="*/ 44684 h 45195"/>
                          <a:gd name="connsiteX3" fmla="*/ 72638 w 89365"/>
                          <a:gd name="connsiteY3" fmla="*/ 38207 h 45195"/>
                          <a:gd name="connsiteX4" fmla="*/ 43301 w 89365"/>
                          <a:gd name="connsiteY4" fmla="*/ 18967 h 45195"/>
                          <a:gd name="connsiteX5" fmla="*/ 16440 w 89365"/>
                          <a:gd name="connsiteY5" fmla="*/ 14204 h 45195"/>
                          <a:gd name="connsiteX6" fmla="*/ 629 w 89365"/>
                          <a:gd name="connsiteY6" fmla="*/ 6584 h 45195"/>
                          <a:gd name="connsiteX7" fmla="*/ 23489 w 89365"/>
                          <a:gd name="connsiteY7" fmla="*/ 12 h 45195"/>
                          <a:gd name="connsiteX8" fmla="*/ 39396 w 89365"/>
                          <a:gd name="connsiteY8" fmla="*/ 1250 h 45195"/>
                          <a:gd name="connsiteX9" fmla="*/ 52350 w 89365"/>
                          <a:gd name="connsiteY9" fmla="*/ 4775 h 45195"/>
                          <a:gd name="connsiteX10" fmla="*/ 72733 w 89365"/>
                          <a:gd name="connsiteY10" fmla="*/ 20396 h 451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9365" h="45195">
                            <a:moveTo>
                              <a:pt x="72733" y="20396"/>
                            </a:moveTo>
                            <a:cubicBezTo>
                              <a:pt x="81020" y="27634"/>
                              <a:pt x="86449" y="33159"/>
                              <a:pt x="89211" y="41351"/>
                            </a:cubicBezTo>
                            <a:cubicBezTo>
                              <a:pt x="90259" y="44399"/>
                              <a:pt x="85782" y="46113"/>
                              <a:pt x="81496" y="44684"/>
                            </a:cubicBezTo>
                            <a:cubicBezTo>
                              <a:pt x="77210" y="43351"/>
                              <a:pt x="75114" y="40684"/>
                              <a:pt x="72638" y="38207"/>
                            </a:cubicBezTo>
                            <a:cubicBezTo>
                              <a:pt x="65018" y="30301"/>
                              <a:pt x="55969" y="23825"/>
                              <a:pt x="43301" y="18967"/>
                            </a:cubicBezTo>
                            <a:cubicBezTo>
                              <a:pt x="39015" y="17157"/>
                              <a:pt x="26727" y="15633"/>
                              <a:pt x="16440" y="14204"/>
                            </a:cubicBezTo>
                            <a:cubicBezTo>
                              <a:pt x="6058" y="12680"/>
                              <a:pt x="-2419" y="10966"/>
                              <a:pt x="629" y="6584"/>
                            </a:cubicBezTo>
                            <a:cubicBezTo>
                              <a:pt x="3677" y="2298"/>
                              <a:pt x="12916" y="202"/>
                              <a:pt x="23489" y="12"/>
                            </a:cubicBezTo>
                            <a:cubicBezTo>
                              <a:pt x="28728" y="-83"/>
                              <a:pt x="34252" y="393"/>
                              <a:pt x="39396" y="1250"/>
                            </a:cubicBezTo>
                            <a:cubicBezTo>
                              <a:pt x="45015" y="2203"/>
                              <a:pt x="49683" y="3536"/>
                              <a:pt x="52350" y="4775"/>
                            </a:cubicBezTo>
                            <a:cubicBezTo>
                              <a:pt x="63589" y="9537"/>
                              <a:pt x="66256" y="15062"/>
                              <a:pt x="72733" y="2039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37" name="Graphique 1">
                      <a:extLst>
                        <a:ext uri="{FF2B5EF4-FFF2-40B4-BE49-F238E27FC236}">
                          <a16:creationId xmlns:a16="http://schemas.microsoft.com/office/drawing/2014/main" id="{396BF002-D60B-4E8D-BA6F-1C9B5BED07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97297" y="2507524"/>
                      <a:ext cx="199466" cy="81298"/>
                      <a:chOff x="5397297" y="2507524"/>
                      <a:chExt cx="199466" cy="81298"/>
                    </a:xfrm>
                    <a:solidFill>
                      <a:schemeClr val="accent1"/>
                    </a:solidFill>
                  </p:grpSpPr>
                  <p:sp>
                    <p:nvSpPr>
                      <p:cNvPr id="12777" name="Forme libre : forme 12776">
                        <a:extLst>
                          <a:ext uri="{FF2B5EF4-FFF2-40B4-BE49-F238E27FC236}">
                            <a16:creationId xmlns:a16="http://schemas.microsoft.com/office/drawing/2014/main" id="{E735A508-F1B8-48D3-A0B0-2C524E1930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97308" y="2507524"/>
                        <a:ext cx="199455" cy="81298"/>
                      </a:xfrm>
                      <a:custGeom>
                        <a:avLst/>
                        <a:gdLst>
                          <a:gd name="connsiteX0" fmla="*/ 141673 w 199455"/>
                          <a:gd name="connsiteY0" fmla="*/ 75751 h 81298"/>
                          <a:gd name="connsiteX1" fmla="*/ 100335 w 199455"/>
                          <a:gd name="connsiteY1" fmla="*/ 81276 h 81298"/>
                          <a:gd name="connsiteX2" fmla="*/ 57092 w 199455"/>
                          <a:gd name="connsiteY2" fmla="*/ 76418 h 81298"/>
                          <a:gd name="connsiteX3" fmla="*/ 31659 w 199455"/>
                          <a:gd name="connsiteY3" fmla="*/ 65845 h 81298"/>
                          <a:gd name="connsiteX4" fmla="*/ 21563 w 199455"/>
                          <a:gd name="connsiteY4" fmla="*/ 58511 h 81298"/>
                          <a:gd name="connsiteX5" fmla="*/ 18992 w 199455"/>
                          <a:gd name="connsiteY5" fmla="*/ 56225 h 81298"/>
                          <a:gd name="connsiteX6" fmla="*/ 18039 w 199455"/>
                          <a:gd name="connsiteY6" fmla="*/ 54796 h 81298"/>
                          <a:gd name="connsiteX7" fmla="*/ 15753 w 199455"/>
                          <a:gd name="connsiteY7" fmla="*/ 51558 h 81298"/>
                          <a:gd name="connsiteX8" fmla="*/ 894 w 199455"/>
                          <a:gd name="connsiteY8" fmla="*/ 22792 h 81298"/>
                          <a:gd name="connsiteX9" fmla="*/ 10419 w 199455"/>
                          <a:gd name="connsiteY9" fmla="*/ 3456 h 81298"/>
                          <a:gd name="connsiteX10" fmla="*/ 45090 w 199455"/>
                          <a:gd name="connsiteY10" fmla="*/ 694 h 81298"/>
                          <a:gd name="connsiteX11" fmla="*/ 47471 w 199455"/>
                          <a:gd name="connsiteY11" fmla="*/ 1075 h 81298"/>
                          <a:gd name="connsiteX12" fmla="*/ 49186 w 199455"/>
                          <a:gd name="connsiteY12" fmla="*/ 1551 h 81298"/>
                          <a:gd name="connsiteX13" fmla="*/ 49757 w 199455"/>
                          <a:gd name="connsiteY13" fmla="*/ 1456 h 81298"/>
                          <a:gd name="connsiteX14" fmla="*/ 52424 w 199455"/>
                          <a:gd name="connsiteY14" fmla="*/ 1266 h 81298"/>
                          <a:gd name="connsiteX15" fmla="*/ 58996 w 199455"/>
                          <a:gd name="connsiteY15" fmla="*/ 1456 h 81298"/>
                          <a:gd name="connsiteX16" fmla="*/ 74332 w 199455"/>
                          <a:gd name="connsiteY16" fmla="*/ 2980 h 81298"/>
                          <a:gd name="connsiteX17" fmla="*/ 98811 w 199455"/>
                          <a:gd name="connsiteY17" fmla="*/ 4599 h 81298"/>
                          <a:gd name="connsiteX18" fmla="*/ 124243 w 199455"/>
                          <a:gd name="connsiteY18" fmla="*/ 2504 h 81298"/>
                          <a:gd name="connsiteX19" fmla="*/ 156437 w 199455"/>
                          <a:gd name="connsiteY19" fmla="*/ 1932 h 81298"/>
                          <a:gd name="connsiteX20" fmla="*/ 174820 w 199455"/>
                          <a:gd name="connsiteY20" fmla="*/ 4599 h 81298"/>
                          <a:gd name="connsiteX21" fmla="*/ 191203 w 199455"/>
                          <a:gd name="connsiteY21" fmla="*/ 11457 h 81298"/>
                          <a:gd name="connsiteX22" fmla="*/ 197680 w 199455"/>
                          <a:gd name="connsiteY22" fmla="*/ 31460 h 81298"/>
                          <a:gd name="connsiteX23" fmla="*/ 180059 w 199455"/>
                          <a:gd name="connsiteY23" fmla="*/ 55558 h 81298"/>
                          <a:gd name="connsiteX24" fmla="*/ 177582 w 199455"/>
                          <a:gd name="connsiteY24" fmla="*/ 58130 h 81298"/>
                          <a:gd name="connsiteX25" fmla="*/ 173773 w 199455"/>
                          <a:gd name="connsiteY25" fmla="*/ 60987 h 81298"/>
                          <a:gd name="connsiteX26" fmla="*/ 164819 w 199455"/>
                          <a:gd name="connsiteY26" fmla="*/ 66702 h 81298"/>
                          <a:gd name="connsiteX27" fmla="*/ 141673 w 199455"/>
                          <a:gd name="connsiteY27" fmla="*/ 75751 h 812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</a:cxnLst>
                        <a:rect l="l" t="t" r="r" b="b"/>
                        <a:pathLst>
                          <a:path w="199455" h="81298">
                            <a:moveTo>
                              <a:pt x="141673" y="75751"/>
                            </a:moveTo>
                            <a:cubicBezTo>
                              <a:pt x="132148" y="78323"/>
                              <a:pt x="116527" y="80990"/>
                              <a:pt x="100335" y="81276"/>
                            </a:cubicBezTo>
                            <a:cubicBezTo>
                              <a:pt x="84142" y="81561"/>
                              <a:pt x="67569" y="79180"/>
                              <a:pt x="57092" y="76418"/>
                            </a:cubicBezTo>
                            <a:cubicBezTo>
                              <a:pt x="47281" y="73846"/>
                              <a:pt x="38899" y="70227"/>
                              <a:pt x="31659" y="65845"/>
                            </a:cubicBezTo>
                            <a:cubicBezTo>
                              <a:pt x="28040" y="63654"/>
                              <a:pt x="24706" y="61178"/>
                              <a:pt x="21563" y="58511"/>
                            </a:cubicBezTo>
                            <a:lnTo>
                              <a:pt x="18992" y="56225"/>
                            </a:lnTo>
                            <a:cubicBezTo>
                              <a:pt x="17563" y="55082"/>
                              <a:pt x="18896" y="55558"/>
                              <a:pt x="18039" y="54796"/>
                            </a:cubicBezTo>
                            <a:cubicBezTo>
                              <a:pt x="17277" y="53748"/>
                              <a:pt x="16515" y="52701"/>
                              <a:pt x="15753" y="51558"/>
                            </a:cubicBezTo>
                            <a:cubicBezTo>
                              <a:pt x="9561" y="42890"/>
                              <a:pt x="5180" y="33365"/>
                              <a:pt x="894" y="22792"/>
                            </a:cubicBezTo>
                            <a:cubicBezTo>
                              <a:pt x="-2059" y="15458"/>
                              <a:pt x="2608" y="5552"/>
                              <a:pt x="10419" y="3456"/>
                            </a:cubicBezTo>
                            <a:cubicBezTo>
                              <a:pt x="21658" y="408"/>
                              <a:pt x="32802" y="-925"/>
                              <a:pt x="45090" y="694"/>
                            </a:cubicBezTo>
                            <a:lnTo>
                              <a:pt x="47471" y="1075"/>
                            </a:lnTo>
                            <a:cubicBezTo>
                              <a:pt x="47852" y="1170"/>
                              <a:pt x="49186" y="1742"/>
                              <a:pt x="49186" y="1551"/>
                            </a:cubicBezTo>
                            <a:cubicBezTo>
                              <a:pt x="49376" y="1456"/>
                              <a:pt x="49471" y="1456"/>
                              <a:pt x="49757" y="1456"/>
                            </a:cubicBezTo>
                            <a:cubicBezTo>
                              <a:pt x="50424" y="1266"/>
                              <a:pt x="51472" y="1266"/>
                              <a:pt x="52424" y="1266"/>
                            </a:cubicBezTo>
                            <a:cubicBezTo>
                              <a:pt x="54424" y="1266"/>
                              <a:pt x="56710" y="1361"/>
                              <a:pt x="58996" y="1456"/>
                            </a:cubicBezTo>
                            <a:cubicBezTo>
                              <a:pt x="63664" y="1742"/>
                              <a:pt x="68616" y="2409"/>
                              <a:pt x="74332" y="2980"/>
                            </a:cubicBezTo>
                            <a:cubicBezTo>
                              <a:pt x="80333" y="3742"/>
                              <a:pt x="89381" y="4885"/>
                              <a:pt x="98811" y="4599"/>
                            </a:cubicBezTo>
                            <a:cubicBezTo>
                              <a:pt x="108145" y="4409"/>
                              <a:pt x="117766" y="3647"/>
                              <a:pt x="124243" y="2504"/>
                            </a:cubicBezTo>
                            <a:cubicBezTo>
                              <a:pt x="136434" y="980"/>
                              <a:pt x="146531" y="408"/>
                              <a:pt x="156437" y="1932"/>
                            </a:cubicBezTo>
                            <a:cubicBezTo>
                              <a:pt x="163104" y="2218"/>
                              <a:pt x="169105" y="3171"/>
                              <a:pt x="174820" y="4599"/>
                            </a:cubicBezTo>
                            <a:cubicBezTo>
                              <a:pt x="180535" y="6219"/>
                              <a:pt x="186060" y="8790"/>
                              <a:pt x="191203" y="11457"/>
                            </a:cubicBezTo>
                            <a:cubicBezTo>
                              <a:pt x="198442" y="15172"/>
                              <a:pt x="201776" y="25745"/>
                              <a:pt x="197680" y="31460"/>
                            </a:cubicBezTo>
                            <a:cubicBezTo>
                              <a:pt x="191965" y="40604"/>
                              <a:pt x="186441" y="48129"/>
                              <a:pt x="180059" y="55558"/>
                            </a:cubicBezTo>
                            <a:lnTo>
                              <a:pt x="177582" y="58130"/>
                            </a:lnTo>
                            <a:cubicBezTo>
                              <a:pt x="176726" y="58987"/>
                              <a:pt x="175106" y="60035"/>
                              <a:pt x="173773" y="60987"/>
                            </a:cubicBezTo>
                            <a:cubicBezTo>
                              <a:pt x="171010" y="62988"/>
                              <a:pt x="168057" y="64893"/>
                              <a:pt x="164819" y="66702"/>
                            </a:cubicBezTo>
                            <a:cubicBezTo>
                              <a:pt x="158247" y="70227"/>
                              <a:pt x="150532" y="73370"/>
                              <a:pt x="141673" y="7575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78" name="Forme libre : forme 12777">
                        <a:extLst>
                          <a:ext uri="{FF2B5EF4-FFF2-40B4-BE49-F238E27FC236}">
                            <a16:creationId xmlns:a16="http://schemas.microsoft.com/office/drawing/2014/main" id="{F6AB778D-5DB8-43E3-8283-F994AE622E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97297" y="2520505"/>
                        <a:ext cx="197977" cy="68107"/>
                      </a:xfrm>
                      <a:custGeom>
                        <a:avLst/>
                        <a:gdLst>
                          <a:gd name="connsiteX0" fmla="*/ 73961 w 197977"/>
                          <a:gd name="connsiteY0" fmla="*/ 38957 h 68107"/>
                          <a:gd name="connsiteX1" fmla="*/ 30051 w 197977"/>
                          <a:gd name="connsiteY1" fmla="*/ 25241 h 68107"/>
                          <a:gd name="connsiteX2" fmla="*/ 810 w 197977"/>
                          <a:gd name="connsiteY2" fmla="*/ 0 h 68107"/>
                          <a:gd name="connsiteX3" fmla="*/ 905 w 197977"/>
                          <a:gd name="connsiteY3" fmla="*/ 9620 h 68107"/>
                          <a:gd name="connsiteX4" fmla="*/ 5477 w 197977"/>
                          <a:gd name="connsiteY4" fmla="*/ 20193 h 68107"/>
                          <a:gd name="connsiteX5" fmla="*/ 13097 w 197977"/>
                          <a:gd name="connsiteY5" fmla="*/ 34290 h 68107"/>
                          <a:gd name="connsiteX6" fmla="*/ 17669 w 197977"/>
                          <a:gd name="connsiteY6" fmla="*/ 40862 h 68107"/>
                          <a:gd name="connsiteX7" fmla="*/ 18431 w 197977"/>
                          <a:gd name="connsiteY7" fmla="*/ 42196 h 68107"/>
                          <a:gd name="connsiteX8" fmla="*/ 19193 w 197977"/>
                          <a:gd name="connsiteY8" fmla="*/ 43148 h 68107"/>
                          <a:gd name="connsiteX9" fmla="*/ 20526 w 197977"/>
                          <a:gd name="connsiteY9" fmla="*/ 44291 h 68107"/>
                          <a:gd name="connsiteX10" fmla="*/ 25575 w 197977"/>
                          <a:gd name="connsiteY10" fmla="*/ 48387 h 68107"/>
                          <a:gd name="connsiteX11" fmla="*/ 57197 w 197977"/>
                          <a:gd name="connsiteY11" fmla="*/ 63246 h 68107"/>
                          <a:gd name="connsiteX12" fmla="*/ 71009 w 197977"/>
                          <a:gd name="connsiteY12" fmla="*/ 66104 h 68107"/>
                          <a:gd name="connsiteX13" fmla="*/ 135779 w 197977"/>
                          <a:gd name="connsiteY13" fmla="*/ 64103 h 68107"/>
                          <a:gd name="connsiteX14" fmla="*/ 141779 w 197977"/>
                          <a:gd name="connsiteY14" fmla="*/ 62675 h 68107"/>
                          <a:gd name="connsiteX15" fmla="*/ 172450 w 197977"/>
                          <a:gd name="connsiteY15" fmla="*/ 48768 h 68107"/>
                          <a:gd name="connsiteX16" fmla="*/ 179118 w 197977"/>
                          <a:gd name="connsiteY16" fmla="*/ 43244 h 68107"/>
                          <a:gd name="connsiteX17" fmla="*/ 183690 w 197977"/>
                          <a:gd name="connsiteY17" fmla="*/ 37910 h 68107"/>
                          <a:gd name="connsiteX18" fmla="*/ 192357 w 197977"/>
                          <a:gd name="connsiteY18" fmla="*/ 26575 h 68107"/>
                          <a:gd name="connsiteX19" fmla="*/ 197786 w 197977"/>
                          <a:gd name="connsiteY19" fmla="*/ 18288 h 68107"/>
                          <a:gd name="connsiteX20" fmla="*/ 197977 w 197977"/>
                          <a:gd name="connsiteY20" fmla="*/ 18002 h 68107"/>
                          <a:gd name="connsiteX21" fmla="*/ 183785 w 197977"/>
                          <a:gd name="connsiteY21" fmla="*/ 20955 h 68107"/>
                          <a:gd name="connsiteX22" fmla="*/ 169878 w 197977"/>
                          <a:gd name="connsiteY22" fmla="*/ 25432 h 68107"/>
                          <a:gd name="connsiteX23" fmla="*/ 154543 w 197977"/>
                          <a:gd name="connsiteY23" fmla="*/ 30575 h 68107"/>
                          <a:gd name="connsiteX24" fmla="*/ 138827 w 197977"/>
                          <a:gd name="connsiteY24" fmla="*/ 34671 h 68107"/>
                          <a:gd name="connsiteX25" fmla="*/ 73961 w 197977"/>
                          <a:gd name="connsiteY25" fmla="*/ 38957 h 681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197977" h="68107">
                            <a:moveTo>
                              <a:pt x="73961" y="38957"/>
                            </a:moveTo>
                            <a:cubicBezTo>
                              <a:pt x="58912" y="37624"/>
                              <a:pt x="43481" y="33719"/>
                              <a:pt x="30051" y="25241"/>
                            </a:cubicBezTo>
                            <a:cubicBezTo>
                              <a:pt x="18907" y="17526"/>
                              <a:pt x="8620" y="9525"/>
                              <a:pt x="810" y="0"/>
                            </a:cubicBezTo>
                            <a:cubicBezTo>
                              <a:pt x="-238" y="3143"/>
                              <a:pt x="-333" y="6572"/>
                              <a:pt x="905" y="9620"/>
                            </a:cubicBezTo>
                            <a:cubicBezTo>
                              <a:pt x="2429" y="13240"/>
                              <a:pt x="3858" y="16859"/>
                              <a:pt x="5477" y="20193"/>
                            </a:cubicBezTo>
                            <a:cubicBezTo>
                              <a:pt x="7763" y="25051"/>
                              <a:pt x="10239" y="29813"/>
                              <a:pt x="13097" y="34290"/>
                            </a:cubicBezTo>
                            <a:cubicBezTo>
                              <a:pt x="14526" y="36576"/>
                              <a:pt x="16050" y="38767"/>
                              <a:pt x="17669" y="40862"/>
                            </a:cubicBezTo>
                            <a:cubicBezTo>
                              <a:pt x="17859" y="41338"/>
                              <a:pt x="18812" y="42101"/>
                              <a:pt x="18431" y="42196"/>
                            </a:cubicBezTo>
                            <a:cubicBezTo>
                              <a:pt x="18050" y="42101"/>
                              <a:pt x="18907" y="42767"/>
                              <a:pt x="19193" y="43148"/>
                            </a:cubicBezTo>
                            <a:lnTo>
                              <a:pt x="20526" y="44291"/>
                            </a:lnTo>
                            <a:cubicBezTo>
                              <a:pt x="22336" y="45815"/>
                              <a:pt x="23765" y="47054"/>
                              <a:pt x="25575" y="48387"/>
                            </a:cubicBezTo>
                            <a:cubicBezTo>
                              <a:pt x="34052" y="54769"/>
                              <a:pt x="44339" y="59912"/>
                              <a:pt x="57197" y="63246"/>
                            </a:cubicBezTo>
                            <a:cubicBezTo>
                              <a:pt x="61103" y="64294"/>
                              <a:pt x="65770" y="65342"/>
                              <a:pt x="71009" y="66104"/>
                            </a:cubicBezTo>
                            <a:cubicBezTo>
                              <a:pt x="91392" y="69818"/>
                              <a:pt x="119110" y="67913"/>
                              <a:pt x="135779" y="64103"/>
                            </a:cubicBezTo>
                            <a:cubicBezTo>
                              <a:pt x="137970" y="63627"/>
                              <a:pt x="139970" y="63151"/>
                              <a:pt x="141779" y="62675"/>
                            </a:cubicBezTo>
                            <a:cubicBezTo>
                              <a:pt x="154448" y="59341"/>
                              <a:pt x="164449" y="54388"/>
                              <a:pt x="172450" y="48768"/>
                            </a:cubicBezTo>
                            <a:cubicBezTo>
                              <a:pt x="175212" y="46863"/>
                              <a:pt x="177880" y="44863"/>
                              <a:pt x="179118" y="43244"/>
                            </a:cubicBezTo>
                            <a:cubicBezTo>
                              <a:pt x="180737" y="41529"/>
                              <a:pt x="182261" y="39719"/>
                              <a:pt x="183690" y="37910"/>
                            </a:cubicBezTo>
                            <a:cubicBezTo>
                              <a:pt x="186452" y="34290"/>
                              <a:pt x="189309" y="30575"/>
                              <a:pt x="192357" y="26575"/>
                            </a:cubicBezTo>
                            <a:cubicBezTo>
                              <a:pt x="194167" y="24003"/>
                              <a:pt x="195977" y="21146"/>
                              <a:pt x="197786" y="18288"/>
                            </a:cubicBezTo>
                            <a:lnTo>
                              <a:pt x="197977" y="18002"/>
                            </a:lnTo>
                            <a:cubicBezTo>
                              <a:pt x="193215" y="18955"/>
                              <a:pt x="188548" y="19907"/>
                              <a:pt x="183785" y="20955"/>
                            </a:cubicBezTo>
                            <a:lnTo>
                              <a:pt x="169878" y="25432"/>
                            </a:lnTo>
                            <a:lnTo>
                              <a:pt x="154543" y="30575"/>
                            </a:lnTo>
                            <a:cubicBezTo>
                              <a:pt x="149305" y="31909"/>
                              <a:pt x="144065" y="33433"/>
                              <a:pt x="138827" y="34671"/>
                            </a:cubicBezTo>
                            <a:cubicBezTo>
                              <a:pt x="117395" y="39053"/>
                              <a:pt x="95488" y="40862"/>
                              <a:pt x="73961" y="3895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79" name="Forme libre : forme 12778">
                        <a:extLst>
                          <a:ext uri="{FF2B5EF4-FFF2-40B4-BE49-F238E27FC236}">
                            <a16:creationId xmlns:a16="http://schemas.microsoft.com/office/drawing/2014/main" id="{0FA98E50-12E7-41D1-B019-AF2D87AE67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63942" y="2536527"/>
                        <a:ext cx="94852" cy="27702"/>
                      </a:xfrm>
                      <a:custGeom>
                        <a:avLst/>
                        <a:gdLst>
                          <a:gd name="connsiteX0" fmla="*/ 94566 w 94852"/>
                          <a:gd name="connsiteY0" fmla="*/ 3981 h 27702"/>
                          <a:gd name="connsiteX1" fmla="*/ 77897 w 94852"/>
                          <a:gd name="connsiteY1" fmla="*/ 19507 h 27702"/>
                          <a:gd name="connsiteX2" fmla="*/ 61038 w 94852"/>
                          <a:gd name="connsiteY2" fmla="*/ 25031 h 27702"/>
                          <a:gd name="connsiteX3" fmla="*/ 47131 w 94852"/>
                          <a:gd name="connsiteY3" fmla="*/ 27412 h 27702"/>
                          <a:gd name="connsiteX4" fmla="*/ 33701 w 94852"/>
                          <a:gd name="connsiteY4" fmla="*/ 27603 h 27702"/>
                          <a:gd name="connsiteX5" fmla="*/ 17509 w 94852"/>
                          <a:gd name="connsiteY5" fmla="*/ 25031 h 27702"/>
                          <a:gd name="connsiteX6" fmla="*/ 78 w 94852"/>
                          <a:gd name="connsiteY6" fmla="*/ 11791 h 27702"/>
                          <a:gd name="connsiteX7" fmla="*/ 18938 w 94852"/>
                          <a:gd name="connsiteY7" fmla="*/ 4267 h 27702"/>
                          <a:gd name="connsiteX8" fmla="*/ 33225 w 94852"/>
                          <a:gd name="connsiteY8" fmla="*/ 3409 h 27702"/>
                          <a:gd name="connsiteX9" fmla="*/ 44560 w 94852"/>
                          <a:gd name="connsiteY9" fmla="*/ 2743 h 27702"/>
                          <a:gd name="connsiteX10" fmla="*/ 56562 w 94852"/>
                          <a:gd name="connsiteY10" fmla="*/ 1981 h 27702"/>
                          <a:gd name="connsiteX11" fmla="*/ 72277 w 94852"/>
                          <a:gd name="connsiteY11" fmla="*/ 552 h 27702"/>
                          <a:gd name="connsiteX12" fmla="*/ 94566 w 94852"/>
                          <a:gd name="connsiteY12" fmla="*/ 3981 h 277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4852" h="27702">
                            <a:moveTo>
                              <a:pt x="94566" y="3981"/>
                            </a:moveTo>
                            <a:cubicBezTo>
                              <a:pt x="96471" y="8553"/>
                              <a:pt x="88661" y="15030"/>
                              <a:pt x="77897" y="19507"/>
                            </a:cubicBezTo>
                            <a:cubicBezTo>
                              <a:pt x="72658" y="22078"/>
                              <a:pt x="66467" y="23507"/>
                              <a:pt x="61038" y="25031"/>
                            </a:cubicBezTo>
                            <a:cubicBezTo>
                              <a:pt x="55513" y="26269"/>
                              <a:pt x="50465" y="26936"/>
                              <a:pt x="47131" y="27412"/>
                            </a:cubicBezTo>
                            <a:cubicBezTo>
                              <a:pt x="43702" y="27698"/>
                              <a:pt x="38940" y="27793"/>
                              <a:pt x="33701" y="27603"/>
                            </a:cubicBezTo>
                            <a:cubicBezTo>
                              <a:pt x="28463" y="27032"/>
                              <a:pt x="22747" y="26555"/>
                              <a:pt x="17509" y="25031"/>
                            </a:cubicBezTo>
                            <a:cubicBezTo>
                              <a:pt x="7031" y="22364"/>
                              <a:pt x="-874" y="17125"/>
                              <a:pt x="78" y="11791"/>
                            </a:cubicBezTo>
                            <a:cubicBezTo>
                              <a:pt x="1031" y="6362"/>
                              <a:pt x="9508" y="5219"/>
                              <a:pt x="18938" y="4267"/>
                            </a:cubicBezTo>
                            <a:cubicBezTo>
                              <a:pt x="23700" y="4076"/>
                              <a:pt x="28748" y="3505"/>
                              <a:pt x="33225" y="3409"/>
                            </a:cubicBezTo>
                            <a:cubicBezTo>
                              <a:pt x="37797" y="3028"/>
                              <a:pt x="41797" y="2838"/>
                              <a:pt x="44560" y="2743"/>
                            </a:cubicBezTo>
                            <a:cubicBezTo>
                              <a:pt x="47322" y="2457"/>
                              <a:pt x="51608" y="2171"/>
                              <a:pt x="56562" y="1981"/>
                            </a:cubicBezTo>
                            <a:cubicBezTo>
                              <a:pt x="61419" y="1314"/>
                              <a:pt x="67039" y="1124"/>
                              <a:pt x="72277" y="552"/>
                            </a:cubicBezTo>
                            <a:cubicBezTo>
                              <a:pt x="82945" y="-305"/>
                              <a:pt x="92661" y="-782"/>
                              <a:pt x="94566" y="398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80" name="Forme libre : forme 12779">
                        <a:extLst>
                          <a:ext uri="{FF2B5EF4-FFF2-40B4-BE49-F238E27FC236}">
                            <a16:creationId xmlns:a16="http://schemas.microsoft.com/office/drawing/2014/main" id="{AD4DB267-6D2A-4580-8E79-2F85691119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63428" y="2540889"/>
                        <a:ext cx="69362" cy="23274"/>
                      </a:xfrm>
                      <a:custGeom>
                        <a:avLst/>
                        <a:gdLst>
                          <a:gd name="connsiteX0" fmla="*/ 21166 w 69362"/>
                          <a:gd name="connsiteY0" fmla="*/ 0 h 23274"/>
                          <a:gd name="connsiteX1" fmla="*/ 20 w 69362"/>
                          <a:gd name="connsiteY1" fmla="*/ 7239 h 23274"/>
                          <a:gd name="connsiteX2" fmla="*/ 17927 w 69362"/>
                          <a:gd name="connsiteY2" fmla="*/ 20574 h 23274"/>
                          <a:gd name="connsiteX3" fmla="*/ 48122 w 69362"/>
                          <a:gd name="connsiteY3" fmla="*/ 22955 h 23274"/>
                          <a:gd name="connsiteX4" fmla="*/ 69363 w 69362"/>
                          <a:gd name="connsiteY4" fmla="*/ 18097 h 23274"/>
                          <a:gd name="connsiteX5" fmla="*/ 57837 w 69362"/>
                          <a:gd name="connsiteY5" fmla="*/ 19431 h 23274"/>
                          <a:gd name="connsiteX6" fmla="*/ 21166 w 69362"/>
                          <a:gd name="connsiteY6" fmla="*/ 0 h 232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9362" h="23274">
                            <a:moveTo>
                              <a:pt x="21166" y="0"/>
                            </a:moveTo>
                            <a:cubicBezTo>
                              <a:pt x="15356" y="1905"/>
                              <a:pt x="-647" y="286"/>
                              <a:pt x="20" y="7239"/>
                            </a:cubicBezTo>
                            <a:cubicBezTo>
                              <a:pt x="687" y="12954"/>
                              <a:pt x="8117" y="17907"/>
                              <a:pt x="17927" y="20574"/>
                            </a:cubicBezTo>
                            <a:cubicBezTo>
                              <a:pt x="27738" y="23431"/>
                              <a:pt x="39549" y="23622"/>
                              <a:pt x="48122" y="22955"/>
                            </a:cubicBezTo>
                            <a:cubicBezTo>
                              <a:pt x="53170" y="22479"/>
                              <a:pt x="64124" y="20193"/>
                              <a:pt x="69363" y="18097"/>
                            </a:cubicBezTo>
                            <a:cubicBezTo>
                              <a:pt x="66219" y="18574"/>
                              <a:pt x="60980" y="19812"/>
                              <a:pt x="57837" y="19431"/>
                            </a:cubicBezTo>
                            <a:cubicBezTo>
                              <a:pt x="40407" y="18669"/>
                              <a:pt x="20880" y="12287"/>
                              <a:pt x="21166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81" name="Forme libre : forme 12780">
                        <a:extLst>
                          <a:ext uri="{FF2B5EF4-FFF2-40B4-BE49-F238E27FC236}">
                            <a16:creationId xmlns:a16="http://schemas.microsoft.com/office/drawing/2014/main" id="{B635BC5B-F5C9-43AC-869B-42A61B27D2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68484" y="2537016"/>
                        <a:ext cx="95848" cy="30192"/>
                      </a:xfrm>
                      <a:custGeom>
                        <a:avLst/>
                        <a:gdLst>
                          <a:gd name="connsiteX0" fmla="*/ 95835 w 95848"/>
                          <a:gd name="connsiteY0" fmla="*/ 4159 h 30192"/>
                          <a:gd name="connsiteX1" fmla="*/ 78118 w 95848"/>
                          <a:gd name="connsiteY1" fmla="*/ 20542 h 30192"/>
                          <a:gd name="connsiteX2" fmla="*/ 61830 w 95848"/>
                          <a:gd name="connsiteY2" fmla="*/ 26447 h 30192"/>
                          <a:gd name="connsiteX3" fmla="*/ 47734 w 95848"/>
                          <a:gd name="connsiteY3" fmla="*/ 29400 h 30192"/>
                          <a:gd name="connsiteX4" fmla="*/ 17825 w 95848"/>
                          <a:gd name="connsiteY4" fmla="*/ 28066 h 30192"/>
                          <a:gd name="connsiteX5" fmla="*/ 13 w 95848"/>
                          <a:gd name="connsiteY5" fmla="*/ 15017 h 30192"/>
                          <a:gd name="connsiteX6" fmla="*/ 18873 w 95848"/>
                          <a:gd name="connsiteY6" fmla="*/ 7016 h 30192"/>
                          <a:gd name="connsiteX7" fmla="*/ 44876 w 95848"/>
                          <a:gd name="connsiteY7" fmla="*/ 4635 h 30192"/>
                          <a:gd name="connsiteX8" fmla="*/ 73927 w 95848"/>
                          <a:gd name="connsiteY8" fmla="*/ 1111 h 30192"/>
                          <a:gd name="connsiteX9" fmla="*/ 95835 w 95848"/>
                          <a:gd name="connsiteY9" fmla="*/ 4159 h 301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5848" h="30192">
                            <a:moveTo>
                              <a:pt x="95835" y="4159"/>
                            </a:moveTo>
                            <a:cubicBezTo>
                              <a:pt x="96215" y="9207"/>
                              <a:pt x="88500" y="15874"/>
                              <a:pt x="78118" y="20542"/>
                            </a:cubicBezTo>
                            <a:cubicBezTo>
                              <a:pt x="72974" y="23018"/>
                              <a:pt x="67260" y="25019"/>
                              <a:pt x="61830" y="26447"/>
                            </a:cubicBezTo>
                            <a:cubicBezTo>
                              <a:pt x="56496" y="28066"/>
                              <a:pt x="51448" y="28828"/>
                              <a:pt x="47734" y="29400"/>
                            </a:cubicBezTo>
                            <a:cubicBezTo>
                              <a:pt x="40399" y="30733"/>
                              <a:pt x="28112" y="30448"/>
                              <a:pt x="17825" y="28066"/>
                            </a:cubicBezTo>
                            <a:cubicBezTo>
                              <a:pt x="7538" y="25495"/>
                              <a:pt x="-368" y="20637"/>
                              <a:pt x="13" y="15017"/>
                            </a:cubicBezTo>
                            <a:cubicBezTo>
                              <a:pt x="394" y="9397"/>
                              <a:pt x="9157" y="7969"/>
                              <a:pt x="18873" y="7016"/>
                            </a:cubicBezTo>
                            <a:cubicBezTo>
                              <a:pt x="28684" y="5873"/>
                              <a:pt x="39637" y="5397"/>
                              <a:pt x="44876" y="4635"/>
                            </a:cubicBezTo>
                            <a:cubicBezTo>
                              <a:pt x="50115" y="4159"/>
                              <a:pt x="62783" y="2825"/>
                              <a:pt x="73927" y="1111"/>
                            </a:cubicBezTo>
                            <a:cubicBezTo>
                              <a:pt x="85167" y="-318"/>
                              <a:pt x="95263" y="-1271"/>
                              <a:pt x="95835" y="415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82" name="Forme libre : forme 12781">
                        <a:extLst>
                          <a:ext uri="{FF2B5EF4-FFF2-40B4-BE49-F238E27FC236}">
                            <a16:creationId xmlns:a16="http://schemas.microsoft.com/office/drawing/2014/main" id="{AFBBB4D7-4D2F-432B-8974-B7277ED590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22015" y="2522586"/>
                        <a:ext cx="119454" cy="59344"/>
                      </a:xfrm>
                      <a:custGeom>
                        <a:avLst/>
                        <a:gdLst>
                          <a:gd name="connsiteX0" fmla="*/ 96 w 119454"/>
                          <a:gd name="connsiteY0" fmla="*/ 10587 h 59344"/>
                          <a:gd name="connsiteX1" fmla="*/ 5334 w 119454"/>
                          <a:gd name="connsiteY1" fmla="*/ 27065 h 59344"/>
                          <a:gd name="connsiteX2" fmla="*/ 49626 w 119454"/>
                          <a:gd name="connsiteY2" fmla="*/ 56688 h 59344"/>
                          <a:gd name="connsiteX3" fmla="*/ 103442 w 119454"/>
                          <a:gd name="connsiteY3" fmla="*/ 53545 h 59344"/>
                          <a:gd name="connsiteX4" fmla="*/ 118396 w 119454"/>
                          <a:gd name="connsiteY4" fmla="*/ 36495 h 59344"/>
                          <a:gd name="connsiteX5" fmla="*/ 102013 w 119454"/>
                          <a:gd name="connsiteY5" fmla="*/ 33923 h 59344"/>
                          <a:gd name="connsiteX6" fmla="*/ 60865 w 119454"/>
                          <a:gd name="connsiteY6" fmla="*/ 21541 h 59344"/>
                          <a:gd name="connsiteX7" fmla="*/ 27432 w 119454"/>
                          <a:gd name="connsiteY7" fmla="*/ 1062 h 59344"/>
                          <a:gd name="connsiteX8" fmla="*/ 18574 w 119454"/>
                          <a:gd name="connsiteY8" fmla="*/ 14 h 59344"/>
                          <a:gd name="connsiteX9" fmla="*/ 16669 w 119454"/>
                          <a:gd name="connsiteY9" fmla="*/ 205 h 59344"/>
                          <a:gd name="connsiteX10" fmla="*/ 14002 w 119454"/>
                          <a:gd name="connsiteY10" fmla="*/ 110 h 59344"/>
                          <a:gd name="connsiteX11" fmla="*/ 9621 w 119454"/>
                          <a:gd name="connsiteY11" fmla="*/ 777 h 59344"/>
                          <a:gd name="connsiteX12" fmla="*/ 96 w 119454"/>
                          <a:gd name="connsiteY12" fmla="*/ 10587 h 593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19454" h="59344">
                            <a:moveTo>
                              <a:pt x="96" y="10587"/>
                            </a:moveTo>
                            <a:cubicBezTo>
                              <a:pt x="-286" y="17445"/>
                              <a:pt x="286" y="19827"/>
                              <a:pt x="5334" y="27065"/>
                            </a:cubicBezTo>
                            <a:cubicBezTo>
                              <a:pt x="16383" y="40686"/>
                              <a:pt x="27718" y="50878"/>
                              <a:pt x="49626" y="56688"/>
                            </a:cubicBezTo>
                            <a:cubicBezTo>
                              <a:pt x="67818" y="61451"/>
                              <a:pt x="89249" y="59450"/>
                              <a:pt x="103442" y="53545"/>
                            </a:cubicBezTo>
                            <a:cubicBezTo>
                              <a:pt x="114110" y="48973"/>
                              <a:pt x="122492" y="41829"/>
                              <a:pt x="118396" y="36495"/>
                            </a:cubicBezTo>
                            <a:cubicBezTo>
                              <a:pt x="116015" y="33447"/>
                              <a:pt x="108204" y="34400"/>
                              <a:pt x="102013" y="33923"/>
                            </a:cubicBezTo>
                            <a:cubicBezTo>
                              <a:pt x="87249" y="32114"/>
                              <a:pt x="73152" y="29447"/>
                              <a:pt x="60865" y="21541"/>
                            </a:cubicBezTo>
                            <a:cubicBezTo>
                              <a:pt x="50292" y="14778"/>
                              <a:pt x="41339" y="4396"/>
                              <a:pt x="27432" y="1062"/>
                            </a:cubicBezTo>
                            <a:cubicBezTo>
                              <a:pt x="24289" y="300"/>
                              <a:pt x="21241" y="-81"/>
                              <a:pt x="18574" y="14"/>
                            </a:cubicBezTo>
                            <a:lnTo>
                              <a:pt x="16669" y="205"/>
                            </a:lnTo>
                            <a:cubicBezTo>
                              <a:pt x="15717" y="110"/>
                              <a:pt x="14668" y="-81"/>
                              <a:pt x="14002" y="110"/>
                            </a:cubicBezTo>
                            <a:cubicBezTo>
                              <a:pt x="12383" y="205"/>
                              <a:pt x="10954" y="491"/>
                              <a:pt x="9621" y="777"/>
                            </a:cubicBezTo>
                            <a:cubicBezTo>
                              <a:pt x="4001" y="2396"/>
                              <a:pt x="476" y="5920"/>
                              <a:pt x="96" y="1058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83" name="Forme libre : forme 12782">
                        <a:extLst>
                          <a:ext uri="{FF2B5EF4-FFF2-40B4-BE49-F238E27FC236}">
                            <a16:creationId xmlns:a16="http://schemas.microsoft.com/office/drawing/2014/main" id="{3514CFE7-A511-4053-99AB-36BF06D9CC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46703" y="2529884"/>
                        <a:ext cx="36348" cy="9736"/>
                      </a:xfrm>
                      <a:custGeom>
                        <a:avLst/>
                        <a:gdLst>
                          <a:gd name="connsiteX0" fmla="*/ 4363 w 36348"/>
                          <a:gd name="connsiteY0" fmla="*/ 1670 h 9736"/>
                          <a:gd name="connsiteX1" fmla="*/ 363 w 36348"/>
                          <a:gd name="connsiteY1" fmla="*/ 3003 h 9736"/>
                          <a:gd name="connsiteX2" fmla="*/ 2077 w 36348"/>
                          <a:gd name="connsiteY2" fmla="*/ 6146 h 9736"/>
                          <a:gd name="connsiteX3" fmla="*/ 8459 w 36348"/>
                          <a:gd name="connsiteY3" fmla="*/ 8242 h 9736"/>
                          <a:gd name="connsiteX4" fmla="*/ 25032 w 36348"/>
                          <a:gd name="connsiteY4" fmla="*/ 9671 h 9736"/>
                          <a:gd name="connsiteX5" fmla="*/ 31033 w 36348"/>
                          <a:gd name="connsiteY5" fmla="*/ 9004 h 9736"/>
                          <a:gd name="connsiteX6" fmla="*/ 28747 w 36348"/>
                          <a:gd name="connsiteY6" fmla="*/ 146 h 9736"/>
                          <a:gd name="connsiteX7" fmla="*/ 4363 w 36348"/>
                          <a:gd name="connsiteY7" fmla="*/ 1670 h 97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6348" h="9736">
                            <a:moveTo>
                              <a:pt x="4363" y="1670"/>
                            </a:moveTo>
                            <a:cubicBezTo>
                              <a:pt x="2553" y="1955"/>
                              <a:pt x="1315" y="2051"/>
                              <a:pt x="363" y="3003"/>
                            </a:cubicBezTo>
                            <a:cubicBezTo>
                              <a:pt x="-590" y="3955"/>
                              <a:pt x="458" y="5289"/>
                              <a:pt x="2077" y="6146"/>
                            </a:cubicBezTo>
                            <a:cubicBezTo>
                              <a:pt x="3696" y="7099"/>
                              <a:pt x="6363" y="7956"/>
                              <a:pt x="8459" y="8242"/>
                            </a:cubicBezTo>
                            <a:cubicBezTo>
                              <a:pt x="13888" y="9289"/>
                              <a:pt x="19698" y="9956"/>
                              <a:pt x="25032" y="9671"/>
                            </a:cubicBezTo>
                            <a:cubicBezTo>
                              <a:pt x="27223" y="9575"/>
                              <a:pt x="29223" y="9575"/>
                              <a:pt x="31033" y="9004"/>
                            </a:cubicBezTo>
                            <a:cubicBezTo>
                              <a:pt x="38463" y="6146"/>
                              <a:pt x="38463" y="812"/>
                              <a:pt x="28747" y="146"/>
                            </a:cubicBezTo>
                            <a:cubicBezTo>
                              <a:pt x="21222" y="-426"/>
                              <a:pt x="11697" y="812"/>
                              <a:pt x="4363" y="167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84" name="Forme libre : forme 12783">
                        <a:extLst>
                          <a:ext uri="{FF2B5EF4-FFF2-40B4-BE49-F238E27FC236}">
                            <a16:creationId xmlns:a16="http://schemas.microsoft.com/office/drawing/2014/main" id="{86E65FE8-C1CA-41C5-AA8C-21F342F26F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41268" y="2536698"/>
                        <a:ext cx="50577" cy="44386"/>
                      </a:xfrm>
                      <a:custGeom>
                        <a:avLst/>
                        <a:gdLst>
                          <a:gd name="connsiteX0" fmla="*/ 50578 w 50577"/>
                          <a:gd name="connsiteY0" fmla="*/ 0 h 44386"/>
                          <a:gd name="connsiteX1" fmla="*/ 43529 w 50577"/>
                          <a:gd name="connsiteY1" fmla="*/ 11430 h 44386"/>
                          <a:gd name="connsiteX2" fmla="*/ 33147 w 50577"/>
                          <a:gd name="connsiteY2" fmla="*/ 22955 h 44386"/>
                          <a:gd name="connsiteX3" fmla="*/ 25812 w 50577"/>
                          <a:gd name="connsiteY3" fmla="*/ 28956 h 44386"/>
                          <a:gd name="connsiteX4" fmla="*/ 17240 w 50577"/>
                          <a:gd name="connsiteY4" fmla="*/ 34957 h 44386"/>
                          <a:gd name="connsiteX5" fmla="*/ 0 w 50577"/>
                          <a:gd name="connsiteY5" fmla="*/ 44387 h 44386"/>
                          <a:gd name="connsiteX6" fmla="*/ 16764 w 50577"/>
                          <a:gd name="connsiteY6" fmla="*/ 34385 h 44386"/>
                          <a:gd name="connsiteX7" fmla="*/ 31051 w 50577"/>
                          <a:gd name="connsiteY7" fmla="*/ 22003 h 44386"/>
                          <a:gd name="connsiteX8" fmla="*/ 40767 w 50577"/>
                          <a:gd name="connsiteY8" fmla="*/ 10382 h 44386"/>
                          <a:gd name="connsiteX9" fmla="*/ 50578 w 50577"/>
                          <a:gd name="connsiteY9" fmla="*/ 0 h 443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0577" h="44386">
                            <a:moveTo>
                              <a:pt x="50578" y="0"/>
                            </a:moveTo>
                            <a:cubicBezTo>
                              <a:pt x="49244" y="3905"/>
                              <a:pt x="46672" y="7811"/>
                              <a:pt x="43529" y="11430"/>
                            </a:cubicBezTo>
                            <a:cubicBezTo>
                              <a:pt x="40386" y="15049"/>
                              <a:pt x="36862" y="19431"/>
                              <a:pt x="33147" y="22955"/>
                            </a:cubicBezTo>
                            <a:cubicBezTo>
                              <a:pt x="31623" y="24670"/>
                              <a:pt x="28480" y="26956"/>
                              <a:pt x="25812" y="28956"/>
                            </a:cubicBezTo>
                            <a:cubicBezTo>
                              <a:pt x="23050" y="31051"/>
                              <a:pt x="20193" y="33052"/>
                              <a:pt x="17240" y="34957"/>
                            </a:cubicBezTo>
                            <a:cubicBezTo>
                              <a:pt x="11335" y="38481"/>
                              <a:pt x="5429" y="41815"/>
                              <a:pt x="0" y="44387"/>
                            </a:cubicBezTo>
                            <a:cubicBezTo>
                              <a:pt x="5810" y="41529"/>
                              <a:pt x="11430" y="38100"/>
                              <a:pt x="16764" y="34385"/>
                            </a:cubicBezTo>
                            <a:cubicBezTo>
                              <a:pt x="21812" y="30480"/>
                              <a:pt x="26955" y="26098"/>
                              <a:pt x="31051" y="22003"/>
                            </a:cubicBezTo>
                            <a:cubicBezTo>
                              <a:pt x="34290" y="18288"/>
                              <a:pt x="37529" y="14383"/>
                              <a:pt x="40767" y="10382"/>
                            </a:cubicBezTo>
                            <a:cubicBezTo>
                              <a:pt x="44196" y="6858"/>
                              <a:pt x="47434" y="3334"/>
                              <a:pt x="5057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85" name="Forme libre : forme 12784">
                        <a:extLst>
                          <a:ext uri="{FF2B5EF4-FFF2-40B4-BE49-F238E27FC236}">
                            <a16:creationId xmlns:a16="http://schemas.microsoft.com/office/drawing/2014/main" id="{EC310246-47DB-4E5F-A838-45676DD9D9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08108" y="2511203"/>
                        <a:ext cx="64675" cy="2539"/>
                      </a:xfrm>
                      <a:custGeom>
                        <a:avLst/>
                        <a:gdLst>
                          <a:gd name="connsiteX0" fmla="*/ 64675 w 64675"/>
                          <a:gd name="connsiteY0" fmla="*/ 1777 h 2539"/>
                          <a:gd name="connsiteX1" fmla="*/ 49721 w 64675"/>
                          <a:gd name="connsiteY1" fmla="*/ 920 h 2539"/>
                          <a:gd name="connsiteX2" fmla="*/ 36195 w 64675"/>
                          <a:gd name="connsiteY2" fmla="*/ 1396 h 2539"/>
                          <a:gd name="connsiteX3" fmla="*/ 26098 w 64675"/>
                          <a:gd name="connsiteY3" fmla="*/ 158 h 2539"/>
                          <a:gd name="connsiteX4" fmla="*/ 16955 w 64675"/>
                          <a:gd name="connsiteY4" fmla="*/ 62 h 2539"/>
                          <a:gd name="connsiteX5" fmla="*/ 0 w 64675"/>
                          <a:gd name="connsiteY5" fmla="*/ 1777 h 2539"/>
                          <a:gd name="connsiteX6" fmla="*/ 36005 w 64675"/>
                          <a:gd name="connsiteY6" fmla="*/ 2539 h 2539"/>
                          <a:gd name="connsiteX7" fmla="*/ 50292 w 64675"/>
                          <a:gd name="connsiteY7" fmla="*/ 2349 h 2539"/>
                          <a:gd name="connsiteX8" fmla="*/ 64675 w 64675"/>
                          <a:gd name="connsiteY8" fmla="*/ 1777 h 25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4675" h="2539">
                            <a:moveTo>
                              <a:pt x="64675" y="1777"/>
                            </a:moveTo>
                            <a:cubicBezTo>
                              <a:pt x="59627" y="1205"/>
                              <a:pt x="54579" y="1110"/>
                              <a:pt x="49721" y="920"/>
                            </a:cubicBezTo>
                            <a:cubicBezTo>
                              <a:pt x="44958" y="920"/>
                              <a:pt x="39720" y="825"/>
                              <a:pt x="36195" y="1396"/>
                            </a:cubicBezTo>
                            <a:cubicBezTo>
                              <a:pt x="32004" y="348"/>
                              <a:pt x="29433" y="443"/>
                              <a:pt x="26098" y="158"/>
                            </a:cubicBezTo>
                            <a:cubicBezTo>
                              <a:pt x="22956" y="-33"/>
                              <a:pt x="19908" y="-33"/>
                              <a:pt x="16955" y="62"/>
                            </a:cubicBezTo>
                            <a:cubicBezTo>
                              <a:pt x="10954" y="253"/>
                              <a:pt x="5334" y="920"/>
                              <a:pt x="0" y="1777"/>
                            </a:cubicBezTo>
                            <a:cubicBezTo>
                              <a:pt x="9906" y="-414"/>
                              <a:pt x="22479" y="-128"/>
                              <a:pt x="36005" y="2539"/>
                            </a:cubicBezTo>
                            <a:cubicBezTo>
                              <a:pt x="40005" y="2349"/>
                              <a:pt x="45434" y="2634"/>
                              <a:pt x="50292" y="2349"/>
                            </a:cubicBezTo>
                            <a:cubicBezTo>
                              <a:pt x="55340" y="2444"/>
                              <a:pt x="60198" y="2158"/>
                              <a:pt x="64675" y="177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86" name="Forme libre : forme 12785">
                        <a:extLst>
                          <a:ext uri="{FF2B5EF4-FFF2-40B4-BE49-F238E27FC236}">
                            <a16:creationId xmlns:a16="http://schemas.microsoft.com/office/drawing/2014/main" id="{9FE7CDE1-AC60-442D-963B-569FF06CA9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02100" y="2540863"/>
                        <a:ext cx="34703" cy="8161"/>
                      </a:xfrm>
                      <a:custGeom>
                        <a:avLst/>
                        <a:gdLst>
                          <a:gd name="connsiteX0" fmla="*/ 34595 w 34703"/>
                          <a:gd name="connsiteY0" fmla="*/ 2979 h 8161"/>
                          <a:gd name="connsiteX1" fmla="*/ 14498 w 34703"/>
                          <a:gd name="connsiteY1" fmla="*/ 8122 h 8161"/>
                          <a:gd name="connsiteX2" fmla="*/ 305 w 34703"/>
                          <a:gd name="connsiteY2" fmla="*/ 3359 h 8161"/>
                          <a:gd name="connsiteX3" fmla="*/ 18879 w 34703"/>
                          <a:gd name="connsiteY3" fmla="*/ 216 h 8161"/>
                          <a:gd name="connsiteX4" fmla="*/ 34595 w 34703"/>
                          <a:gd name="connsiteY4" fmla="*/ 2979 h 81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703" h="8161">
                            <a:moveTo>
                              <a:pt x="34595" y="2979"/>
                            </a:moveTo>
                            <a:cubicBezTo>
                              <a:pt x="33167" y="6979"/>
                              <a:pt x="18879" y="8408"/>
                              <a:pt x="14498" y="8122"/>
                            </a:cubicBezTo>
                            <a:cubicBezTo>
                              <a:pt x="10116" y="8408"/>
                              <a:pt x="-2076" y="7170"/>
                              <a:pt x="305" y="3359"/>
                            </a:cubicBezTo>
                            <a:cubicBezTo>
                              <a:pt x="2687" y="-165"/>
                              <a:pt x="14974" y="312"/>
                              <a:pt x="18879" y="216"/>
                            </a:cubicBezTo>
                            <a:cubicBezTo>
                              <a:pt x="22880" y="26"/>
                              <a:pt x="36024" y="-831"/>
                              <a:pt x="34595" y="297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87" name="Forme libre : forme 12786">
                        <a:extLst>
                          <a:ext uri="{FF2B5EF4-FFF2-40B4-BE49-F238E27FC236}">
                            <a16:creationId xmlns:a16="http://schemas.microsoft.com/office/drawing/2014/main" id="{632799C0-A2DD-496F-8509-410F975D6F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32049" y="2540745"/>
                        <a:ext cx="9788" cy="3965"/>
                      </a:xfrm>
                      <a:custGeom>
                        <a:avLst/>
                        <a:gdLst>
                          <a:gd name="connsiteX0" fmla="*/ 9695 w 9788"/>
                          <a:gd name="connsiteY0" fmla="*/ 715 h 3965"/>
                          <a:gd name="connsiteX1" fmla="*/ 5694 w 9788"/>
                          <a:gd name="connsiteY1" fmla="*/ 3477 h 3965"/>
                          <a:gd name="connsiteX2" fmla="*/ 74 w 9788"/>
                          <a:gd name="connsiteY2" fmla="*/ 3096 h 3965"/>
                          <a:gd name="connsiteX3" fmla="*/ 3979 w 9788"/>
                          <a:gd name="connsiteY3" fmla="*/ 524 h 3965"/>
                          <a:gd name="connsiteX4" fmla="*/ 9695 w 9788"/>
                          <a:gd name="connsiteY4" fmla="*/ 715 h 39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88" h="3965">
                            <a:moveTo>
                              <a:pt x="9695" y="715"/>
                            </a:moveTo>
                            <a:cubicBezTo>
                              <a:pt x="10362" y="1953"/>
                              <a:pt x="7313" y="3096"/>
                              <a:pt x="5694" y="3477"/>
                            </a:cubicBezTo>
                            <a:cubicBezTo>
                              <a:pt x="4075" y="3953"/>
                              <a:pt x="741" y="4429"/>
                              <a:pt x="74" y="3096"/>
                            </a:cubicBezTo>
                            <a:cubicBezTo>
                              <a:pt x="-497" y="1762"/>
                              <a:pt x="2360" y="1001"/>
                              <a:pt x="3979" y="524"/>
                            </a:cubicBezTo>
                            <a:cubicBezTo>
                              <a:pt x="5694" y="143"/>
                              <a:pt x="9028" y="-523"/>
                              <a:pt x="9695" y="71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88" name="Forme libre : forme 12787">
                        <a:extLst>
                          <a:ext uri="{FF2B5EF4-FFF2-40B4-BE49-F238E27FC236}">
                            <a16:creationId xmlns:a16="http://schemas.microsoft.com/office/drawing/2014/main" id="{4F25B8EF-E9B6-43BE-99F4-6123F6BC08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01113" y="2515860"/>
                        <a:ext cx="85554" cy="20429"/>
                      </a:xfrm>
                      <a:custGeom>
                        <a:avLst/>
                        <a:gdLst>
                          <a:gd name="connsiteX0" fmla="*/ 58633 w 85554"/>
                          <a:gd name="connsiteY0" fmla="*/ 4931 h 20429"/>
                          <a:gd name="connsiteX1" fmla="*/ 84636 w 85554"/>
                          <a:gd name="connsiteY1" fmla="*/ 12931 h 20429"/>
                          <a:gd name="connsiteX2" fmla="*/ 79969 w 85554"/>
                          <a:gd name="connsiteY2" fmla="*/ 19790 h 20429"/>
                          <a:gd name="connsiteX3" fmla="*/ 69110 w 85554"/>
                          <a:gd name="connsiteY3" fmla="*/ 19504 h 20429"/>
                          <a:gd name="connsiteX4" fmla="*/ 36344 w 85554"/>
                          <a:gd name="connsiteY4" fmla="*/ 16075 h 20429"/>
                          <a:gd name="connsiteX5" fmla="*/ 13484 w 85554"/>
                          <a:gd name="connsiteY5" fmla="*/ 15027 h 20429"/>
                          <a:gd name="connsiteX6" fmla="*/ 626 w 85554"/>
                          <a:gd name="connsiteY6" fmla="*/ 6836 h 20429"/>
                          <a:gd name="connsiteX7" fmla="*/ 17770 w 85554"/>
                          <a:gd name="connsiteY7" fmla="*/ 835 h 20429"/>
                          <a:gd name="connsiteX8" fmla="*/ 37773 w 85554"/>
                          <a:gd name="connsiteY8" fmla="*/ 168 h 20429"/>
                          <a:gd name="connsiteX9" fmla="*/ 58633 w 85554"/>
                          <a:gd name="connsiteY9" fmla="*/ 4931 h 20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5554" h="20429">
                            <a:moveTo>
                              <a:pt x="58633" y="4931"/>
                            </a:moveTo>
                            <a:cubicBezTo>
                              <a:pt x="69968" y="6073"/>
                              <a:pt x="77778" y="7217"/>
                              <a:pt x="84636" y="12931"/>
                            </a:cubicBezTo>
                            <a:cubicBezTo>
                              <a:pt x="87113" y="14932"/>
                              <a:pt x="84255" y="18742"/>
                              <a:pt x="79969" y="19790"/>
                            </a:cubicBezTo>
                            <a:cubicBezTo>
                              <a:pt x="75683" y="20932"/>
                              <a:pt x="72539" y="20361"/>
                              <a:pt x="69110" y="19504"/>
                            </a:cubicBezTo>
                            <a:cubicBezTo>
                              <a:pt x="57966" y="17123"/>
                              <a:pt x="47774" y="17504"/>
                              <a:pt x="36344" y="16075"/>
                            </a:cubicBezTo>
                            <a:cubicBezTo>
                              <a:pt x="32915" y="15884"/>
                              <a:pt x="22247" y="16456"/>
                              <a:pt x="13484" y="15027"/>
                            </a:cubicBezTo>
                            <a:cubicBezTo>
                              <a:pt x="4626" y="13884"/>
                              <a:pt x="-2136" y="10646"/>
                              <a:pt x="626" y="6836"/>
                            </a:cubicBezTo>
                            <a:cubicBezTo>
                              <a:pt x="3293" y="3026"/>
                              <a:pt x="10246" y="1502"/>
                              <a:pt x="17770" y="835"/>
                            </a:cubicBezTo>
                            <a:cubicBezTo>
                              <a:pt x="25296" y="73"/>
                              <a:pt x="33392" y="-213"/>
                              <a:pt x="37773" y="168"/>
                            </a:cubicBezTo>
                            <a:cubicBezTo>
                              <a:pt x="46631" y="835"/>
                              <a:pt x="50727" y="3788"/>
                              <a:pt x="58633" y="493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38" name="Graphique 1">
                      <a:extLst>
                        <a:ext uri="{FF2B5EF4-FFF2-40B4-BE49-F238E27FC236}">
                          <a16:creationId xmlns:a16="http://schemas.microsoft.com/office/drawing/2014/main" id="{B10FA027-D7E0-414A-B193-43C2E47CBB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96146" y="2497363"/>
                      <a:ext cx="204195" cy="90396"/>
                      <a:chOff x="5596146" y="2497363"/>
                      <a:chExt cx="204195" cy="90396"/>
                    </a:xfrm>
                    <a:solidFill>
                      <a:schemeClr val="accent1"/>
                    </a:solidFill>
                  </p:grpSpPr>
                  <p:sp>
                    <p:nvSpPr>
                      <p:cNvPr id="12765" name="Forme libre : forme 12764">
                        <a:extLst>
                          <a:ext uri="{FF2B5EF4-FFF2-40B4-BE49-F238E27FC236}">
                            <a16:creationId xmlns:a16="http://schemas.microsoft.com/office/drawing/2014/main" id="{F56436F6-A4E6-49ED-916B-DA5F54243E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96146" y="2497363"/>
                        <a:ext cx="204195" cy="90396"/>
                      </a:xfrm>
                      <a:custGeom>
                        <a:avLst/>
                        <a:gdLst>
                          <a:gd name="connsiteX0" fmla="*/ 131240 w 204195"/>
                          <a:gd name="connsiteY0" fmla="*/ 89626 h 90396"/>
                          <a:gd name="connsiteX1" fmla="*/ 61517 w 204195"/>
                          <a:gd name="connsiteY1" fmla="*/ 75148 h 90396"/>
                          <a:gd name="connsiteX2" fmla="*/ 5034 w 204195"/>
                          <a:gd name="connsiteY2" fmla="*/ 41525 h 90396"/>
                          <a:gd name="connsiteX3" fmla="*/ 4177 w 204195"/>
                          <a:gd name="connsiteY3" fmla="*/ 19998 h 90396"/>
                          <a:gd name="connsiteX4" fmla="*/ 78853 w 204195"/>
                          <a:gd name="connsiteY4" fmla="*/ 1710 h 90396"/>
                          <a:gd name="connsiteX5" fmla="*/ 140861 w 204195"/>
                          <a:gd name="connsiteY5" fmla="*/ 14855 h 90396"/>
                          <a:gd name="connsiteX6" fmla="*/ 198106 w 204195"/>
                          <a:gd name="connsiteY6" fmla="*/ 46668 h 90396"/>
                          <a:gd name="connsiteX7" fmla="*/ 201535 w 204195"/>
                          <a:gd name="connsiteY7" fmla="*/ 67433 h 90396"/>
                          <a:gd name="connsiteX8" fmla="*/ 131240 w 204195"/>
                          <a:gd name="connsiteY8" fmla="*/ 89626 h 903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04195" h="90396">
                            <a:moveTo>
                              <a:pt x="131240" y="89626"/>
                            </a:moveTo>
                            <a:cubicBezTo>
                              <a:pt x="112953" y="88007"/>
                              <a:pt x="76567" y="79244"/>
                              <a:pt x="61517" y="75148"/>
                            </a:cubicBezTo>
                            <a:cubicBezTo>
                              <a:pt x="32752" y="67433"/>
                              <a:pt x="22370" y="56479"/>
                              <a:pt x="5034" y="41525"/>
                            </a:cubicBezTo>
                            <a:cubicBezTo>
                              <a:pt x="-871" y="36476"/>
                              <a:pt x="-2110" y="25618"/>
                              <a:pt x="4177" y="19998"/>
                            </a:cubicBezTo>
                            <a:cubicBezTo>
                              <a:pt x="21798" y="3806"/>
                              <a:pt x="47421" y="-3624"/>
                              <a:pt x="78853" y="1710"/>
                            </a:cubicBezTo>
                            <a:cubicBezTo>
                              <a:pt x="96093" y="4473"/>
                              <a:pt x="126287" y="11902"/>
                              <a:pt x="140861" y="14855"/>
                            </a:cubicBezTo>
                            <a:cubicBezTo>
                              <a:pt x="168293" y="20760"/>
                              <a:pt x="181533" y="31524"/>
                              <a:pt x="198106" y="46668"/>
                            </a:cubicBezTo>
                            <a:cubicBezTo>
                              <a:pt x="203726" y="51526"/>
                              <a:pt x="206678" y="61813"/>
                              <a:pt x="201535" y="67433"/>
                            </a:cubicBezTo>
                            <a:cubicBezTo>
                              <a:pt x="186771" y="83244"/>
                              <a:pt x="164864" y="93341"/>
                              <a:pt x="131240" y="8962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66" name="Forme libre : forme 12765">
                        <a:extLst>
                          <a:ext uri="{FF2B5EF4-FFF2-40B4-BE49-F238E27FC236}">
                            <a16:creationId xmlns:a16="http://schemas.microsoft.com/office/drawing/2014/main" id="{41757CEE-236F-46BD-B89D-F9541D3C1E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96608" y="2530316"/>
                        <a:ext cx="201358" cy="57130"/>
                      </a:xfrm>
                      <a:custGeom>
                        <a:avLst/>
                        <a:gdLst>
                          <a:gd name="connsiteX0" fmla="*/ 76962 w 201358"/>
                          <a:gd name="connsiteY0" fmla="*/ 18002 h 57130"/>
                          <a:gd name="connsiteX1" fmla="*/ 36480 w 201358"/>
                          <a:gd name="connsiteY1" fmla="*/ 10192 h 57130"/>
                          <a:gd name="connsiteX2" fmla="*/ 0 w 201358"/>
                          <a:gd name="connsiteY2" fmla="*/ 0 h 57130"/>
                          <a:gd name="connsiteX3" fmla="*/ 4667 w 201358"/>
                          <a:gd name="connsiteY3" fmla="*/ 8382 h 57130"/>
                          <a:gd name="connsiteX4" fmla="*/ 13049 w 201358"/>
                          <a:gd name="connsiteY4" fmla="*/ 15621 h 57130"/>
                          <a:gd name="connsiteX5" fmla="*/ 24860 w 201358"/>
                          <a:gd name="connsiteY5" fmla="*/ 25146 h 57130"/>
                          <a:gd name="connsiteX6" fmla="*/ 38005 w 201358"/>
                          <a:gd name="connsiteY6" fmla="*/ 33338 h 57130"/>
                          <a:gd name="connsiteX7" fmla="*/ 61150 w 201358"/>
                          <a:gd name="connsiteY7" fmla="*/ 41910 h 57130"/>
                          <a:gd name="connsiteX8" fmla="*/ 71533 w 201358"/>
                          <a:gd name="connsiteY8" fmla="*/ 44577 h 57130"/>
                          <a:gd name="connsiteX9" fmla="*/ 125349 w 201358"/>
                          <a:gd name="connsiteY9" fmla="*/ 55721 h 57130"/>
                          <a:gd name="connsiteX10" fmla="*/ 130873 w 201358"/>
                          <a:gd name="connsiteY10" fmla="*/ 56388 h 57130"/>
                          <a:gd name="connsiteX11" fmla="*/ 162401 w 201358"/>
                          <a:gd name="connsiteY11" fmla="*/ 55340 h 57130"/>
                          <a:gd name="connsiteX12" fmla="*/ 193548 w 201358"/>
                          <a:gd name="connsiteY12" fmla="*/ 41243 h 57130"/>
                          <a:gd name="connsiteX13" fmla="*/ 201168 w 201358"/>
                          <a:gd name="connsiteY13" fmla="*/ 34195 h 57130"/>
                          <a:gd name="connsiteX14" fmla="*/ 201358 w 201358"/>
                          <a:gd name="connsiteY14" fmla="*/ 33909 h 57130"/>
                          <a:gd name="connsiteX15" fmla="*/ 138113 w 201358"/>
                          <a:gd name="connsiteY15" fmla="*/ 29051 h 57130"/>
                          <a:gd name="connsiteX16" fmla="*/ 76962 w 201358"/>
                          <a:gd name="connsiteY16" fmla="*/ 18002 h 57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201358" h="57130">
                            <a:moveTo>
                              <a:pt x="76962" y="18002"/>
                            </a:moveTo>
                            <a:cubicBezTo>
                              <a:pt x="63246" y="15716"/>
                              <a:pt x="49339" y="13145"/>
                              <a:pt x="36480" y="10192"/>
                            </a:cubicBezTo>
                            <a:cubicBezTo>
                              <a:pt x="23526" y="7429"/>
                              <a:pt x="11430" y="4381"/>
                              <a:pt x="0" y="0"/>
                            </a:cubicBezTo>
                            <a:cubicBezTo>
                              <a:pt x="667" y="3238"/>
                              <a:pt x="2191" y="6287"/>
                              <a:pt x="4667" y="8382"/>
                            </a:cubicBezTo>
                            <a:cubicBezTo>
                              <a:pt x="7620" y="10954"/>
                              <a:pt x="10382" y="13335"/>
                              <a:pt x="13049" y="15621"/>
                            </a:cubicBezTo>
                            <a:cubicBezTo>
                              <a:pt x="17050" y="19145"/>
                              <a:pt x="20764" y="22193"/>
                              <a:pt x="24860" y="25146"/>
                            </a:cubicBezTo>
                            <a:cubicBezTo>
                              <a:pt x="28956" y="28385"/>
                              <a:pt x="33051" y="30671"/>
                              <a:pt x="38005" y="33338"/>
                            </a:cubicBezTo>
                            <a:cubicBezTo>
                              <a:pt x="44291" y="36481"/>
                              <a:pt x="51721" y="39338"/>
                              <a:pt x="61150" y="41910"/>
                            </a:cubicBezTo>
                            <a:cubicBezTo>
                              <a:pt x="64103" y="42672"/>
                              <a:pt x="67627" y="43625"/>
                              <a:pt x="71533" y="44577"/>
                            </a:cubicBezTo>
                            <a:cubicBezTo>
                              <a:pt x="86963" y="48482"/>
                              <a:pt x="109918" y="53626"/>
                              <a:pt x="125349" y="55721"/>
                            </a:cubicBezTo>
                            <a:cubicBezTo>
                              <a:pt x="127349" y="56007"/>
                              <a:pt x="129254" y="56197"/>
                              <a:pt x="130873" y="56388"/>
                            </a:cubicBezTo>
                            <a:cubicBezTo>
                              <a:pt x="142684" y="57626"/>
                              <a:pt x="153162" y="57341"/>
                              <a:pt x="162401" y="55340"/>
                            </a:cubicBezTo>
                            <a:cubicBezTo>
                              <a:pt x="174974" y="52864"/>
                              <a:pt x="185071" y="47530"/>
                              <a:pt x="193548" y="41243"/>
                            </a:cubicBezTo>
                            <a:cubicBezTo>
                              <a:pt x="196215" y="39148"/>
                              <a:pt x="198787" y="36767"/>
                              <a:pt x="201168" y="34195"/>
                            </a:cubicBezTo>
                            <a:lnTo>
                              <a:pt x="201358" y="33909"/>
                            </a:lnTo>
                            <a:cubicBezTo>
                              <a:pt x="180308" y="34290"/>
                              <a:pt x="158972" y="32385"/>
                              <a:pt x="138113" y="29051"/>
                            </a:cubicBezTo>
                            <a:cubicBezTo>
                              <a:pt x="117062" y="25908"/>
                              <a:pt x="96583" y="21336"/>
                              <a:pt x="76962" y="1800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67" name="Forme libre : forme 12766">
                        <a:extLst>
                          <a:ext uri="{FF2B5EF4-FFF2-40B4-BE49-F238E27FC236}">
                            <a16:creationId xmlns:a16="http://schemas.microsoft.com/office/drawing/2014/main" id="{0F4732EB-F146-4F54-9974-B68503183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67105" y="2530942"/>
                        <a:ext cx="93812" cy="31867"/>
                      </a:xfrm>
                      <a:custGeom>
                        <a:avLst/>
                        <a:gdLst>
                          <a:gd name="connsiteX0" fmla="*/ 93810 w 93812"/>
                          <a:gd name="connsiteY0" fmla="*/ 24234 h 31867"/>
                          <a:gd name="connsiteX1" fmla="*/ 72474 w 93812"/>
                          <a:gd name="connsiteY1" fmla="*/ 31854 h 31867"/>
                          <a:gd name="connsiteX2" fmla="*/ 42089 w 93812"/>
                          <a:gd name="connsiteY2" fmla="*/ 28997 h 31867"/>
                          <a:gd name="connsiteX3" fmla="*/ 84 w 93812"/>
                          <a:gd name="connsiteY3" fmla="*/ 6041 h 31867"/>
                          <a:gd name="connsiteX4" fmla="*/ 46852 w 93812"/>
                          <a:gd name="connsiteY4" fmla="*/ 4708 h 31867"/>
                          <a:gd name="connsiteX5" fmla="*/ 74665 w 93812"/>
                          <a:gd name="connsiteY5" fmla="*/ 12233 h 31867"/>
                          <a:gd name="connsiteX6" fmla="*/ 93810 w 93812"/>
                          <a:gd name="connsiteY6" fmla="*/ 24234 h 318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812" h="31867">
                            <a:moveTo>
                              <a:pt x="93810" y="24234"/>
                            </a:moveTo>
                            <a:cubicBezTo>
                              <a:pt x="93619" y="29377"/>
                              <a:pt x="83904" y="31568"/>
                              <a:pt x="72474" y="31854"/>
                            </a:cubicBezTo>
                            <a:cubicBezTo>
                              <a:pt x="61139" y="32044"/>
                              <a:pt x="48375" y="30235"/>
                              <a:pt x="42089" y="28997"/>
                            </a:cubicBezTo>
                            <a:cubicBezTo>
                              <a:pt x="29325" y="26425"/>
                              <a:pt x="-1821" y="16709"/>
                              <a:pt x="84" y="6041"/>
                            </a:cubicBezTo>
                            <a:cubicBezTo>
                              <a:pt x="2084" y="-5008"/>
                              <a:pt x="35707" y="1946"/>
                              <a:pt x="46852" y="4708"/>
                            </a:cubicBezTo>
                            <a:cubicBezTo>
                              <a:pt x="52471" y="6136"/>
                              <a:pt x="64282" y="8899"/>
                              <a:pt x="74665" y="12233"/>
                            </a:cubicBezTo>
                            <a:cubicBezTo>
                              <a:pt x="84952" y="15281"/>
                              <a:pt x="94000" y="19281"/>
                              <a:pt x="93810" y="2423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68" name="Forme libre : forme 12767">
                        <a:extLst>
                          <a:ext uri="{FF2B5EF4-FFF2-40B4-BE49-F238E27FC236}">
                            <a16:creationId xmlns:a16="http://schemas.microsoft.com/office/drawing/2014/main" id="{074AF6F0-A539-41EA-8AB2-FBAFCD3196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66681" y="2531539"/>
                        <a:ext cx="63849" cy="30786"/>
                      </a:xfrm>
                      <a:custGeom>
                        <a:avLst/>
                        <a:gdLst>
                          <a:gd name="connsiteX0" fmla="*/ 22225 w 63849"/>
                          <a:gd name="connsiteY0" fmla="*/ 15 h 30786"/>
                          <a:gd name="connsiteX1" fmla="*/ 32 w 63849"/>
                          <a:gd name="connsiteY1" fmla="*/ 5349 h 30786"/>
                          <a:gd name="connsiteX2" fmla="*/ 43085 w 63849"/>
                          <a:gd name="connsiteY2" fmla="*/ 28590 h 30786"/>
                          <a:gd name="connsiteX3" fmla="*/ 63849 w 63849"/>
                          <a:gd name="connsiteY3" fmla="*/ 30781 h 30786"/>
                          <a:gd name="connsiteX4" fmla="*/ 52991 w 63849"/>
                          <a:gd name="connsiteY4" fmla="*/ 28209 h 30786"/>
                          <a:gd name="connsiteX5" fmla="*/ 22225 w 63849"/>
                          <a:gd name="connsiteY5" fmla="*/ 15 h 307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3849" h="30786">
                            <a:moveTo>
                              <a:pt x="22225" y="15"/>
                            </a:moveTo>
                            <a:cubicBezTo>
                              <a:pt x="16033" y="491"/>
                              <a:pt x="-826" y="-1890"/>
                              <a:pt x="32" y="5349"/>
                            </a:cubicBezTo>
                            <a:cubicBezTo>
                              <a:pt x="1270" y="16779"/>
                              <a:pt x="27082" y="25066"/>
                              <a:pt x="43085" y="28590"/>
                            </a:cubicBezTo>
                            <a:cubicBezTo>
                              <a:pt x="47657" y="29638"/>
                              <a:pt x="58324" y="30876"/>
                              <a:pt x="63849" y="30781"/>
                            </a:cubicBezTo>
                            <a:cubicBezTo>
                              <a:pt x="60801" y="30114"/>
                              <a:pt x="55657" y="29352"/>
                              <a:pt x="52991" y="28209"/>
                            </a:cubicBezTo>
                            <a:cubicBezTo>
                              <a:pt x="37560" y="21446"/>
                              <a:pt x="20511" y="11921"/>
                              <a:pt x="22225" y="1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69" name="Forme libre : forme 12768">
                        <a:extLst>
                          <a:ext uri="{FF2B5EF4-FFF2-40B4-BE49-F238E27FC236}">
                            <a16:creationId xmlns:a16="http://schemas.microsoft.com/office/drawing/2014/main" id="{2A732996-243B-4252-8358-057429353C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71335" y="2534654"/>
                        <a:ext cx="94754" cy="31341"/>
                      </a:xfrm>
                      <a:custGeom>
                        <a:avLst/>
                        <a:gdLst>
                          <a:gd name="connsiteX0" fmla="*/ 94532 w 94754"/>
                          <a:gd name="connsiteY0" fmla="*/ 23475 h 31341"/>
                          <a:gd name="connsiteX1" fmla="*/ 41764 w 94754"/>
                          <a:gd name="connsiteY1" fmla="*/ 29095 h 31341"/>
                          <a:gd name="connsiteX2" fmla="*/ 44 w 94754"/>
                          <a:gd name="connsiteY2" fmla="*/ 6044 h 31341"/>
                          <a:gd name="connsiteX3" fmla="*/ 46622 w 94754"/>
                          <a:gd name="connsiteY3" fmla="*/ 4615 h 31341"/>
                          <a:gd name="connsiteX4" fmla="*/ 75768 w 94754"/>
                          <a:gd name="connsiteY4" fmla="*/ 11664 h 31341"/>
                          <a:gd name="connsiteX5" fmla="*/ 94532 w 94754"/>
                          <a:gd name="connsiteY5" fmla="*/ 23475 h 313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4754" h="31341">
                            <a:moveTo>
                              <a:pt x="94532" y="23475"/>
                            </a:moveTo>
                            <a:cubicBezTo>
                              <a:pt x="91008" y="33953"/>
                              <a:pt x="55480" y="31857"/>
                              <a:pt x="41764" y="29095"/>
                            </a:cubicBezTo>
                            <a:cubicBezTo>
                              <a:pt x="27762" y="26809"/>
                              <a:pt x="-1289" y="17093"/>
                              <a:pt x="44" y="6044"/>
                            </a:cubicBezTo>
                            <a:cubicBezTo>
                              <a:pt x="1283" y="-5386"/>
                              <a:pt x="36144" y="2520"/>
                              <a:pt x="46622" y="4615"/>
                            </a:cubicBezTo>
                            <a:cubicBezTo>
                              <a:pt x="51956" y="5758"/>
                              <a:pt x="64719" y="8616"/>
                              <a:pt x="75768" y="11664"/>
                            </a:cubicBezTo>
                            <a:cubicBezTo>
                              <a:pt x="86817" y="15093"/>
                              <a:pt x="96342" y="18331"/>
                              <a:pt x="94532" y="2347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70" name="Forme libre : forme 12769">
                        <a:extLst>
                          <a:ext uri="{FF2B5EF4-FFF2-40B4-BE49-F238E27FC236}">
                            <a16:creationId xmlns:a16="http://schemas.microsoft.com/office/drawing/2014/main" id="{0C30BEC3-7E6C-4EC0-A575-D0A684AAE7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22990" y="2513366"/>
                        <a:ext cx="114209" cy="62647"/>
                      </a:xfrm>
                      <a:custGeom>
                        <a:avLst/>
                        <a:gdLst>
                          <a:gd name="connsiteX0" fmla="*/ 479 w 114209"/>
                          <a:gd name="connsiteY0" fmla="*/ 17712 h 62647"/>
                          <a:gd name="connsiteX1" fmla="*/ 10956 w 114209"/>
                          <a:gd name="connsiteY1" fmla="*/ 30856 h 62647"/>
                          <a:gd name="connsiteX2" fmla="*/ 48580 w 114209"/>
                          <a:gd name="connsiteY2" fmla="*/ 54668 h 62647"/>
                          <a:gd name="connsiteX3" fmla="*/ 95062 w 114209"/>
                          <a:gd name="connsiteY3" fmla="*/ 62479 h 62647"/>
                          <a:gd name="connsiteX4" fmla="*/ 114017 w 114209"/>
                          <a:gd name="connsiteY4" fmla="*/ 51716 h 62647"/>
                          <a:gd name="connsiteX5" fmla="*/ 100110 w 114209"/>
                          <a:gd name="connsiteY5" fmla="*/ 43524 h 62647"/>
                          <a:gd name="connsiteX6" fmla="*/ 63439 w 114209"/>
                          <a:gd name="connsiteY6" fmla="*/ 21140 h 62647"/>
                          <a:gd name="connsiteX7" fmla="*/ 25244 w 114209"/>
                          <a:gd name="connsiteY7" fmla="*/ 90 h 62647"/>
                          <a:gd name="connsiteX8" fmla="*/ 5336 w 114209"/>
                          <a:gd name="connsiteY8" fmla="*/ 5329 h 62647"/>
                          <a:gd name="connsiteX9" fmla="*/ 479 w 114209"/>
                          <a:gd name="connsiteY9" fmla="*/ 17712 h 626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14209" h="62647">
                            <a:moveTo>
                              <a:pt x="479" y="17712"/>
                            </a:moveTo>
                            <a:cubicBezTo>
                              <a:pt x="2574" y="24188"/>
                              <a:pt x="4765" y="26284"/>
                              <a:pt x="10956" y="30856"/>
                            </a:cubicBezTo>
                            <a:cubicBezTo>
                              <a:pt x="22767" y="40095"/>
                              <a:pt x="31435" y="48001"/>
                              <a:pt x="48580" y="54668"/>
                            </a:cubicBezTo>
                            <a:cubicBezTo>
                              <a:pt x="62868" y="60288"/>
                              <a:pt x="80965" y="63431"/>
                              <a:pt x="95062" y="62479"/>
                            </a:cubicBezTo>
                            <a:cubicBezTo>
                              <a:pt x="105730" y="61622"/>
                              <a:pt x="115731" y="58193"/>
                              <a:pt x="114017" y="51716"/>
                            </a:cubicBezTo>
                            <a:cubicBezTo>
                              <a:pt x="113064" y="47715"/>
                              <a:pt x="105635" y="46191"/>
                              <a:pt x="100110" y="43524"/>
                            </a:cubicBezTo>
                            <a:cubicBezTo>
                              <a:pt x="87061" y="36952"/>
                              <a:pt x="74869" y="30856"/>
                              <a:pt x="63439" y="21140"/>
                            </a:cubicBezTo>
                            <a:cubicBezTo>
                              <a:pt x="53819" y="12949"/>
                              <a:pt x="43532" y="1329"/>
                              <a:pt x="25244" y="90"/>
                            </a:cubicBezTo>
                            <a:cubicBezTo>
                              <a:pt x="17053" y="-481"/>
                              <a:pt x="9814" y="1709"/>
                              <a:pt x="5336" y="5329"/>
                            </a:cubicBezTo>
                            <a:cubicBezTo>
                              <a:pt x="860" y="8663"/>
                              <a:pt x="-950" y="13235"/>
                              <a:pt x="479" y="1771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71" name="Forme libre : forme 12770">
                        <a:extLst>
                          <a:ext uri="{FF2B5EF4-FFF2-40B4-BE49-F238E27FC236}">
                            <a16:creationId xmlns:a16="http://schemas.microsoft.com/office/drawing/2014/main" id="{5D043436-B850-444C-AF72-7A0B0DD011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47929" y="2518580"/>
                        <a:ext cx="40334" cy="10010"/>
                      </a:xfrm>
                      <a:custGeom>
                        <a:avLst/>
                        <a:gdLst>
                          <a:gd name="connsiteX0" fmla="*/ 4400 w 40334"/>
                          <a:gd name="connsiteY0" fmla="*/ 2210 h 10010"/>
                          <a:gd name="connsiteX1" fmla="*/ 209 w 40334"/>
                          <a:gd name="connsiteY1" fmla="*/ 4116 h 10010"/>
                          <a:gd name="connsiteX2" fmla="*/ 2781 w 40334"/>
                          <a:gd name="connsiteY2" fmla="*/ 6973 h 10010"/>
                          <a:gd name="connsiteX3" fmla="*/ 9829 w 40334"/>
                          <a:gd name="connsiteY3" fmla="*/ 8402 h 10010"/>
                          <a:gd name="connsiteX4" fmla="*/ 27546 w 40334"/>
                          <a:gd name="connsiteY4" fmla="*/ 9926 h 10010"/>
                          <a:gd name="connsiteX5" fmla="*/ 34023 w 40334"/>
                          <a:gd name="connsiteY5" fmla="*/ 9735 h 10010"/>
                          <a:gd name="connsiteX6" fmla="*/ 32213 w 40334"/>
                          <a:gd name="connsiteY6" fmla="*/ 686 h 10010"/>
                          <a:gd name="connsiteX7" fmla="*/ 4400 w 40334"/>
                          <a:gd name="connsiteY7" fmla="*/ 2210 h 100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334" h="10010">
                            <a:moveTo>
                              <a:pt x="4400" y="2210"/>
                            </a:moveTo>
                            <a:cubicBezTo>
                              <a:pt x="2495" y="2592"/>
                              <a:pt x="1066" y="3068"/>
                              <a:pt x="209" y="4116"/>
                            </a:cubicBezTo>
                            <a:cubicBezTo>
                              <a:pt x="-553" y="5259"/>
                              <a:pt x="876" y="6211"/>
                              <a:pt x="2781" y="6973"/>
                            </a:cubicBezTo>
                            <a:cubicBezTo>
                              <a:pt x="4686" y="7735"/>
                              <a:pt x="7639" y="8211"/>
                              <a:pt x="9829" y="8402"/>
                            </a:cubicBezTo>
                            <a:cubicBezTo>
                              <a:pt x="15735" y="8973"/>
                              <a:pt x="21926" y="9735"/>
                              <a:pt x="27546" y="9926"/>
                            </a:cubicBezTo>
                            <a:cubicBezTo>
                              <a:pt x="29832" y="10021"/>
                              <a:pt x="32118" y="10116"/>
                              <a:pt x="34023" y="9735"/>
                            </a:cubicBezTo>
                            <a:cubicBezTo>
                              <a:pt x="42119" y="8116"/>
                              <a:pt x="43357" y="2592"/>
                              <a:pt x="32213" y="686"/>
                            </a:cubicBezTo>
                            <a:cubicBezTo>
                              <a:pt x="23450" y="-838"/>
                              <a:pt x="12306" y="401"/>
                              <a:pt x="4400" y="221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72" name="Forme libre : forme 12771">
                        <a:extLst>
                          <a:ext uri="{FF2B5EF4-FFF2-40B4-BE49-F238E27FC236}">
                            <a16:creationId xmlns:a16="http://schemas.microsoft.com/office/drawing/2014/main" id="{2A8B6FDC-57BD-4F9D-9CBD-4810D4EEA5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0244" y="2562129"/>
                        <a:ext cx="64579" cy="23622"/>
                      </a:xfrm>
                      <a:custGeom>
                        <a:avLst/>
                        <a:gdLst>
                          <a:gd name="connsiteX0" fmla="*/ 64580 w 64579"/>
                          <a:gd name="connsiteY0" fmla="*/ 0 h 23622"/>
                          <a:gd name="connsiteX1" fmla="*/ 37624 w 64579"/>
                          <a:gd name="connsiteY1" fmla="*/ 16859 h 23622"/>
                          <a:gd name="connsiteX2" fmla="*/ 0 w 64579"/>
                          <a:gd name="connsiteY2" fmla="*/ 23622 h 23622"/>
                          <a:gd name="connsiteX3" fmla="*/ 64580 w 64579"/>
                          <a:gd name="connsiteY3" fmla="*/ 0 h 236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579" h="23622">
                            <a:moveTo>
                              <a:pt x="64580" y="0"/>
                            </a:moveTo>
                            <a:cubicBezTo>
                              <a:pt x="60484" y="7049"/>
                              <a:pt x="50006" y="12954"/>
                              <a:pt x="37624" y="16859"/>
                            </a:cubicBezTo>
                            <a:cubicBezTo>
                              <a:pt x="25146" y="20860"/>
                              <a:pt x="10954" y="22670"/>
                              <a:pt x="0" y="23622"/>
                            </a:cubicBezTo>
                            <a:cubicBezTo>
                              <a:pt x="23908" y="21812"/>
                              <a:pt x="49435" y="10954"/>
                              <a:pt x="6458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73" name="Forme libre : forme 12772">
                        <a:extLst>
                          <a:ext uri="{FF2B5EF4-FFF2-40B4-BE49-F238E27FC236}">
                            <a16:creationId xmlns:a16="http://schemas.microsoft.com/office/drawing/2014/main" id="{97CAB495-4722-416F-B8AE-BCB70420FE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01847" y="2500649"/>
                        <a:ext cx="75057" cy="18522"/>
                      </a:xfrm>
                      <a:custGeom>
                        <a:avLst/>
                        <a:gdLst>
                          <a:gd name="connsiteX0" fmla="*/ 75057 w 75057"/>
                          <a:gd name="connsiteY0" fmla="*/ 1282 h 18522"/>
                          <a:gd name="connsiteX1" fmla="*/ 33814 w 75057"/>
                          <a:gd name="connsiteY1" fmla="*/ 2901 h 18522"/>
                          <a:gd name="connsiteX2" fmla="*/ 0 w 75057"/>
                          <a:gd name="connsiteY2" fmla="*/ 18522 h 18522"/>
                          <a:gd name="connsiteX3" fmla="*/ 34671 w 75057"/>
                          <a:gd name="connsiteY3" fmla="*/ 4139 h 18522"/>
                          <a:gd name="connsiteX4" fmla="*/ 75057 w 75057"/>
                          <a:gd name="connsiteY4" fmla="*/ 1282 h 185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5057" h="18522">
                            <a:moveTo>
                              <a:pt x="75057" y="1282"/>
                            </a:moveTo>
                            <a:cubicBezTo>
                              <a:pt x="61341" y="-909"/>
                              <a:pt x="46863" y="-242"/>
                              <a:pt x="33814" y="2901"/>
                            </a:cubicBezTo>
                            <a:cubicBezTo>
                              <a:pt x="20574" y="6140"/>
                              <a:pt x="8954" y="11664"/>
                              <a:pt x="0" y="18522"/>
                            </a:cubicBezTo>
                            <a:cubicBezTo>
                              <a:pt x="7906" y="11759"/>
                              <a:pt x="20669" y="6902"/>
                              <a:pt x="34671" y="4139"/>
                            </a:cubicBezTo>
                            <a:cubicBezTo>
                              <a:pt x="48482" y="1568"/>
                              <a:pt x="63246" y="996"/>
                              <a:pt x="75057" y="128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74" name="Forme libre : forme 12773">
                        <a:extLst>
                          <a:ext uri="{FF2B5EF4-FFF2-40B4-BE49-F238E27FC236}">
                            <a16:creationId xmlns:a16="http://schemas.microsoft.com/office/drawing/2014/main" id="{B254E797-150D-49F2-88EE-E1BDE7B998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5929" y="2537775"/>
                        <a:ext cx="34036" cy="12949"/>
                      </a:xfrm>
                      <a:custGeom>
                        <a:avLst/>
                        <a:gdLst>
                          <a:gd name="connsiteX0" fmla="*/ 33649 w 34036"/>
                          <a:gd name="connsiteY0" fmla="*/ 11781 h 12949"/>
                          <a:gd name="connsiteX1" fmla="*/ 12979 w 34036"/>
                          <a:gd name="connsiteY1" fmla="*/ 9686 h 12949"/>
                          <a:gd name="connsiteX2" fmla="*/ 597 w 34036"/>
                          <a:gd name="connsiteY2" fmla="*/ 1018 h 12949"/>
                          <a:gd name="connsiteX3" fmla="*/ 19838 w 34036"/>
                          <a:gd name="connsiteY3" fmla="*/ 3590 h 12949"/>
                          <a:gd name="connsiteX4" fmla="*/ 33649 w 34036"/>
                          <a:gd name="connsiteY4" fmla="*/ 11781 h 129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036" h="12949">
                            <a:moveTo>
                              <a:pt x="33649" y="11781"/>
                            </a:moveTo>
                            <a:cubicBezTo>
                              <a:pt x="30886" y="14829"/>
                              <a:pt x="17075" y="11115"/>
                              <a:pt x="12979" y="9686"/>
                            </a:cubicBezTo>
                            <a:cubicBezTo>
                              <a:pt x="8788" y="8352"/>
                              <a:pt x="-2737" y="4066"/>
                              <a:pt x="597" y="1018"/>
                            </a:cubicBezTo>
                            <a:cubicBezTo>
                              <a:pt x="3931" y="-1935"/>
                              <a:pt x="16027" y="2351"/>
                              <a:pt x="19838" y="3590"/>
                            </a:cubicBezTo>
                            <a:cubicBezTo>
                              <a:pt x="23647" y="4733"/>
                              <a:pt x="36411" y="8638"/>
                              <a:pt x="33649" y="1178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75" name="Forme libre : forme 12774">
                        <a:extLst>
                          <a:ext uri="{FF2B5EF4-FFF2-40B4-BE49-F238E27FC236}">
                            <a16:creationId xmlns:a16="http://schemas.microsoft.com/office/drawing/2014/main" id="{D941F71F-4D0A-4A57-A4B3-9C2F6EFF1A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5290" y="2546751"/>
                        <a:ext cx="9820" cy="3697"/>
                      </a:xfrm>
                      <a:custGeom>
                        <a:avLst/>
                        <a:gdLst>
                          <a:gd name="connsiteX0" fmla="*/ 9813 w 9820"/>
                          <a:gd name="connsiteY0" fmla="*/ 2520 h 3697"/>
                          <a:gd name="connsiteX1" fmla="*/ 5050 w 9820"/>
                          <a:gd name="connsiteY1" fmla="*/ 3567 h 3697"/>
                          <a:gd name="connsiteX2" fmla="*/ 2 w 9820"/>
                          <a:gd name="connsiteY2" fmla="*/ 1091 h 3697"/>
                          <a:gd name="connsiteX3" fmla="*/ 4669 w 9820"/>
                          <a:gd name="connsiteY3" fmla="*/ 233 h 3697"/>
                          <a:gd name="connsiteX4" fmla="*/ 9813 w 9820"/>
                          <a:gd name="connsiteY4" fmla="*/ 2520 h 36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820" h="3697">
                            <a:moveTo>
                              <a:pt x="9813" y="2520"/>
                            </a:moveTo>
                            <a:cubicBezTo>
                              <a:pt x="10003" y="3948"/>
                              <a:pt x="6670" y="3758"/>
                              <a:pt x="5050" y="3567"/>
                            </a:cubicBezTo>
                            <a:cubicBezTo>
                              <a:pt x="3431" y="3377"/>
                              <a:pt x="98" y="2520"/>
                              <a:pt x="2" y="1091"/>
                            </a:cubicBezTo>
                            <a:cubicBezTo>
                              <a:pt x="-93" y="-338"/>
                              <a:pt x="2955" y="-52"/>
                              <a:pt x="4669" y="233"/>
                            </a:cubicBezTo>
                            <a:cubicBezTo>
                              <a:pt x="6288" y="424"/>
                              <a:pt x="9717" y="1091"/>
                              <a:pt x="9813" y="252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76" name="Forme libre : forme 12775">
                        <a:extLst>
                          <a:ext uri="{FF2B5EF4-FFF2-40B4-BE49-F238E27FC236}">
                            <a16:creationId xmlns:a16="http://schemas.microsoft.com/office/drawing/2014/main" id="{69FA7DFD-9BAB-4D67-88EF-3085224E2C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10013" y="2515875"/>
                        <a:ext cx="80715" cy="43015"/>
                      </a:xfrm>
                      <a:custGeom>
                        <a:avLst/>
                        <a:gdLst>
                          <a:gd name="connsiteX0" fmla="*/ 60140 w 80715"/>
                          <a:gd name="connsiteY0" fmla="*/ 21775 h 43015"/>
                          <a:gd name="connsiteX1" fmla="*/ 80143 w 80715"/>
                          <a:gd name="connsiteY1" fmla="*/ 37396 h 43015"/>
                          <a:gd name="connsiteX2" fmla="*/ 73952 w 80715"/>
                          <a:gd name="connsiteY2" fmla="*/ 43016 h 43015"/>
                          <a:gd name="connsiteX3" fmla="*/ 63569 w 80715"/>
                          <a:gd name="connsiteY3" fmla="*/ 39301 h 43015"/>
                          <a:gd name="connsiteX4" fmla="*/ 34709 w 80715"/>
                          <a:gd name="connsiteY4" fmla="*/ 23109 h 43015"/>
                          <a:gd name="connsiteX5" fmla="*/ 1180 w 80715"/>
                          <a:gd name="connsiteY5" fmla="*/ 1963 h 43015"/>
                          <a:gd name="connsiteX6" fmla="*/ 42519 w 80715"/>
                          <a:gd name="connsiteY6" fmla="*/ 8917 h 43015"/>
                          <a:gd name="connsiteX7" fmla="*/ 60140 w 80715"/>
                          <a:gd name="connsiteY7" fmla="*/ 21775 h 430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0715" h="43015">
                            <a:moveTo>
                              <a:pt x="60140" y="21775"/>
                            </a:moveTo>
                            <a:cubicBezTo>
                              <a:pt x="68522" y="27300"/>
                              <a:pt x="74904" y="30348"/>
                              <a:pt x="80143" y="37396"/>
                            </a:cubicBezTo>
                            <a:cubicBezTo>
                              <a:pt x="82143" y="39968"/>
                              <a:pt x="78619" y="43016"/>
                              <a:pt x="73952" y="43016"/>
                            </a:cubicBezTo>
                            <a:cubicBezTo>
                              <a:pt x="69284" y="43016"/>
                              <a:pt x="66522" y="41206"/>
                              <a:pt x="63569" y="39301"/>
                            </a:cubicBezTo>
                            <a:cubicBezTo>
                              <a:pt x="54521" y="33205"/>
                              <a:pt x="44996" y="28633"/>
                              <a:pt x="34709" y="23109"/>
                            </a:cubicBezTo>
                            <a:cubicBezTo>
                              <a:pt x="28232" y="20156"/>
                              <a:pt x="-6820" y="8250"/>
                              <a:pt x="1180" y="1963"/>
                            </a:cubicBezTo>
                            <a:cubicBezTo>
                              <a:pt x="9372" y="-4038"/>
                              <a:pt x="34328" y="5297"/>
                              <a:pt x="42519" y="8917"/>
                            </a:cubicBezTo>
                            <a:cubicBezTo>
                              <a:pt x="50901" y="13203"/>
                              <a:pt x="53854" y="17584"/>
                              <a:pt x="60140" y="2177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39" name="Graphique 1">
                      <a:extLst>
                        <a:ext uri="{FF2B5EF4-FFF2-40B4-BE49-F238E27FC236}">
                          <a16:creationId xmlns:a16="http://schemas.microsoft.com/office/drawing/2014/main" id="{77AD8BB0-452A-441C-A170-D48AAF9408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00290" y="2512099"/>
                      <a:ext cx="206390" cy="78808"/>
                      <a:chOff x="5800290" y="2512099"/>
                      <a:chExt cx="206390" cy="78808"/>
                    </a:xfrm>
                    <a:solidFill>
                      <a:schemeClr val="accent1"/>
                    </a:solidFill>
                  </p:grpSpPr>
                  <p:sp>
                    <p:nvSpPr>
                      <p:cNvPr id="12753" name="Forme libre : forme 12752">
                        <a:extLst>
                          <a:ext uri="{FF2B5EF4-FFF2-40B4-BE49-F238E27FC236}">
                            <a16:creationId xmlns:a16="http://schemas.microsoft.com/office/drawing/2014/main" id="{53E7AA57-BE66-4EC6-A962-EF4E667687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00290" y="2512099"/>
                        <a:ext cx="206390" cy="78808"/>
                      </a:xfrm>
                      <a:custGeom>
                        <a:avLst/>
                        <a:gdLst>
                          <a:gd name="connsiteX0" fmla="*/ 141314 w 206390"/>
                          <a:gd name="connsiteY0" fmla="*/ 74986 h 78808"/>
                          <a:gd name="connsiteX1" fmla="*/ 71400 w 206390"/>
                          <a:gd name="connsiteY1" fmla="*/ 78796 h 78808"/>
                          <a:gd name="connsiteX2" fmla="*/ 4249 w 206390"/>
                          <a:gd name="connsiteY2" fmla="*/ 53174 h 78808"/>
                          <a:gd name="connsiteX3" fmla="*/ 4630 w 206390"/>
                          <a:gd name="connsiteY3" fmla="*/ 31647 h 78808"/>
                          <a:gd name="connsiteX4" fmla="*/ 69591 w 206390"/>
                          <a:gd name="connsiteY4" fmla="*/ 3453 h 78808"/>
                          <a:gd name="connsiteX5" fmla="*/ 133979 w 206390"/>
                          <a:gd name="connsiteY5" fmla="*/ 24 h 78808"/>
                          <a:gd name="connsiteX6" fmla="*/ 199511 w 206390"/>
                          <a:gd name="connsiteY6" fmla="*/ 22694 h 78808"/>
                          <a:gd name="connsiteX7" fmla="*/ 204084 w 206390"/>
                          <a:gd name="connsiteY7" fmla="*/ 43268 h 78808"/>
                          <a:gd name="connsiteX8" fmla="*/ 141314 w 206390"/>
                          <a:gd name="connsiteY8" fmla="*/ 74986 h 788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06390" h="78808">
                            <a:moveTo>
                              <a:pt x="141314" y="74986"/>
                            </a:moveTo>
                            <a:cubicBezTo>
                              <a:pt x="124836" y="76986"/>
                              <a:pt x="88641" y="78987"/>
                              <a:pt x="71400" y="78796"/>
                            </a:cubicBezTo>
                            <a:cubicBezTo>
                              <a:pt x="38920" y="78415"/>
                              <a:pt x="22537" y="68890"/>
                              <a:pt x="4249" y="53174"/>
                            </a:cubicBezTo>
                            <a:cubicBezTo>
                              <a:pt x="-1847" y="47745"/>
                              <a:pt x="-1085" y="36791"/>
                              <a:pt x="4630" y="31647"/>
                            </a:cubicBezTo>
                            <a:cubicBezTo>
                              <a:pt x="20823" y="16693"/>
                              <a:pt x="39873" y="6311"/>
                              <a:pt x="69591" y="3453"/>
                            </a:cubicBezTo>
                            <a:cubicBezTo>
                              <a:pt x="85593" y="1834"/>
                              <a:pt x="117596" y="310"/>
                              <a:pt x="133979" y="24"/>
                            </a:cubicBezTo>
                            <a:cubicBezTo>
                              <a:pt x="164555" y="-547"/>
                              <a:pt x="181604" y="9073"/>
                              <a:pt x="199511" y="22694"/>
                            </a:cubicBezTo>
                            <a:cubicBezTo>
                              <a:pt x="205703" y="27361"/>
                              <a:pt x="208846" y="37553"/>
                              <a:pt x="204084" y="43268"/>
                            </a:cubicBezTo>
                            <a:cubicBezTo>
                              <a:pt x="190272" y="60032"/>
                              <a:pt x="172270" y="71176"/>
                              <a:pt x="141314" y="7498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54" name="Forme libre : forme 12753">
                        <a:extLst>
                          <a:ext uri="{FF2B5EF4-FFF2-40B4-BE49-F238E27FC236}">
                            <a16:creationId xmlns:a16="http://schemas.microsoft.com/office/drawing/2014/main" id="{6E42BA35-37F0-415C-A974-3BA742A6D8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00443" y="2554985"/>
                        <a:ext cx="204120" cy="35814"/>
                      </a:xfrm>
                      <a:custGeom>
                        <a:avLst/>
                        <a:gdLst>
                          <a:gd name="connsiteX0" fmla="*/ 80677 w 204120"/>
                          <a:gd name="connsiteY0" fmla="*/ 8477 h 35814"/>
                          <a:gd name="connsiteX1" fmla="*/ 0 w 204120"/>
                          <a:gd name="connsiteY1" fmla="*/ 1429 h 35814"/>
                          <a:gd name="connsiteX2" fmla="*/ 4096 w 204120"/>
                          <a:gd name="connsiteY2" fmla="*/ 10096 h 35814"/>
                          <a:gd name="connsiteX3" fmla="*/ 13526 w 204120"/>
                          <a:gd name="connsiteY3" fmla="*/ 17717 h 35814"/>
                          <a:gd name="connsiteX4" fmla="*/ 44005 w 204120"/>
                          <a:gd name="connsiteY4" fmla="*/ 32576 h 35814"/>
                          <a:gd name="connsiteX5" fmla="*/ 71247 w 204120"/>
                          <a:gd name="connsiteY5" fmla="*/ 35814 h 35814"/>
                          <a:gd name="connsiteX6" fmla="*/ 82487 w 204120"/>
                          <a:gd name="connsiteY6" fmla="*/ 35719 h 35814"/>
                          <a:gd name="connsiteX7" fmla="*/ 135922 w 204120"/>
                          <a:gd name="connsiteY7" fmla="*/ 32576 h 35814"/>
                          <a:gd name="connsiteX8" fmla="*/ 141065 w 204120"/>
                          <a:gd name="connsiteY8" fmla="*/ 32004 h 35814"/>
                          <a:gd name="connsiteX9" fmla="*/ 169545 w 204120"/>
                          <a:gd name="connsiteY9" fmla="*/ 25241 h 35814"/>
                          <a:gd name="connsiteX10" fmla="*/ 196977 w 204120"/>
                          <a:gd name="connsiteY10" fmla="*/ 7811 h 35814"/>
                          <a:gd name="connsiteX11" fmla="*/ 203931 w 204120"/>
                          <a:gd name="connsiteY11" fmla="*/ 286 h 35814"/>
                          <a:gd name="connsiteX12" fmla="*/ 204121 w 204120"/>
                          <a:gd name="connsiteY12" fmla="*/ 0 h 35814"/>
                          <a:gd name="connsiteX13" fmla="*/ 80677 w 204120"/>
                          <a:gd name="connsiteY13" fmla="*/ 8477 h 35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4120" h="35814">
                            <a:moveTo>
                              <a:pt x="80677" y="8477"/>
                            </a:moveTo>
                            <a:cubicBezTo>
                              <a:pt x="52674" y="11144"/>
                              <a:pt x="22479" y="12287"/>
                              <a:pt x="0" y="1429"/>
                            </a:cubicBezTo>
                            <a:cubicBezTo>
                              <a:pt x="286" y="4763"/>
                              <a:pt x="1620" y="7906"/>
                              <a:pt x="4096" y="10096"/>
                            </a:cubicBezTo>
                            <a:cubicBezTo>
                              <a:pt x="7144" y="12763"/>
                              <a:pt x="10287" y="15335"/>
                              <a:pt x="13526" y="17717"/>
                            </a:cubicBezTo>
                            <a:cubicBezTo>
                              <a:pt x="22479" y="24289"/>
                              <a:pt x="31909" y="29432"/>
                              <a:pt x="44005" y="32576"/>
                            </a:cubicBezTo>
                            <a:cubicBezTo>
                              <a:pt x="51816" y="34576"/>
                              <a:pt x="60674" y="35719"/>
                              <a:pt x="71247" y="35814"/>
                            </a:cubicBezTo>
                            <a:cubicBezTo>
                              <a:pt x="74486" y="35814"/>
                              <a:pt x="78296" y="35719"/>
                              <a:pt x="82487" y="35719"/>
                            </a:cubicBezTo>
                            <a:cubicBezTo>
                              <a:pt x="98965" y="35243"/>
                              <a:pt x="121539" y="33909"/>
                              <a:pt x="135922" y="32576"/>
                            </a:cubicBezTo>
                            <a:cubicBezTo>
                              <a:pt x="137732" y="32385"/>
                              <a:pt x="139541" y="32195"/>
                              <a:pt x="141065" y="32004"/>
                            </a:cubicBezTo>
                            <a:cubicBezTo>
                              <a:pt x="152019" y="30671"/>
                              <a:pt x="161354" y="28385"/>
                              <a:pt x="169545" y="25241"/>
                            </a:cubicBezTo>
                            <a:cubicBezTo>
                              <a:pt x="180594" y="20860"/>
                              <a:pt x="189357" y="14859"/>
                              <a:pt x="196977" y="7811"/>
                            </a:cubicBezTo>
                            <a:cubicBezTo>
                              <a:pt x="199454" y="5429"/>
                              <a:pt x="201739" y="2953"/>
                              <a:pt x="203931" y="286"/>
                            </a:cubicBezTo>
                            <a:lnTo>
                              <a:pt x="204121" y="0"/>
                            </a:lnTo>
                            <a:cubicBezTo>
                              <a:pt x="163163" y="2762"/>
                              <a:pt x="120777" y="4286"/>
                              <a:pt x="80677" y="847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55" name="Forme libre : forme 12754">
                        <a:extLst>
                          <a:ext uri="{FF2B5EF4-FFF2-40B4-BE49-F238E27FC236}">
                            <a16:creationId xmlns:a16="http://schemas.microsoft.com/office/drawing/2014/main" id="{3E6E94A8-BC8D-4D6A-BD5F-60266D3855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71956" y="2540198"/>
                        <a:ext cx="95386" cy="25097"/>
                      </a:xfrm>
                      <a:custGeom>
                        <a:avLst/>
                        <a:gdLst>
                          <a:gd name="connsiteX0" fmla="*/ 95365 w 95386"/>
                          <a:gd name="connsiteY0" fmla="*/ 9358 h 25097"/>
                          <a:gd name="connsiteX1" fmla="*/ 46502 w 95386"/>
                          <a:gd name="connsiteY1" fmla="*/ 24883 h 25097"/>
                          <a:gd name="connsiteX2" fmla="*/ 20 w 95386"/>
                          <a:gd name="connsiteY2" fmla="*/ 13930 h 25097"/>
                          <a:gd name="connsiteX3" fmla="*/ 44883 w 95386"/>
                          <a:gd name="connsiteY3" fmla="*/ 119 h 25097"/>
                          <a:gd name="connsiteX4" fmla="*/ 95365 w 95386"/>
                          <a:gd name="connsiteY4" fmla="*/ 9358 h 250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386" h="25097">
                            <a:moveTo>
                              <a:pt x="95365" y="9358"/>
                            </a:moveTo>
                            <a:cubicBezTo>
                              <a:pt x="96413" y="19454"/>
                              <a:pt x="59075" y="24026"/>
                              <a:pt x="46502" y="24883"/>
                            </a:cubicBezTo>
                            <a:cubicBezTo>
                              <a:pt x="33833" y="25646"/>
                              <a:pt x="877" y="24883"/>
                              <a:pt x="20" y="13930"/>
                            </a:cubicBezTo>
                            <a:cubicBezTo>
                              <a:pt x="-933" y="2976"/>
                              <a:pt x="33072" y="404"/>
                              <a:pt x="44883" y="119"/>
                            </a:cubicBezTo>
                            <a:cubicBezTo>
                              <a:pt x="56598" y="-167"/>
                              <a:pt x="94317" y="-739"/>
                              <a:pt x="95365" y="935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56" name="Forme libre : forme 12755">
                        <a:extLst>
                          <a:ext uri="{FF2B5EF4-FFF2-40B4-BE49-F238E27FC236}">
                            <a16:creationId xmlns:a16="http://schemas.microsoft.com/office/drawing/2014/main" id="{428978F2-2E4B-4A5F-9581-ABCA45E56E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71137" y="2543079"/>
                        <a:ext cx="67990" cy="22203"/>
                      </a:xfrm>
                      <a:custGeom>
                        <a:avLst/>
                        <a:gdLst>
                          <a:gd name="connsiteX0" fmla="*/ 20270 w 67990"/>
                          <a:gd name="connsiteY0" fmla="*/ 0 h 22203"/>
                          <a:gd name="connsiteX1" fmla="*/ 268 w 67990"/>
                          <a:gd name="connsiteY1" fmla="*/ 11049 h 22203"/>
                          <a:gd name="connsiteX2" fmla="*/ 47797 w 67990"/>
                          <a:gd name="connsiteY2" fmla="*/ 22003 h 22203"/>
                          <a:gd name="connsiteX3" fmla="*/ 67990 w 67990"/>
                          <a:gd name="connsiteY3" fmla="*/ 19145 h 22203"/>
                          <a:gd name="connsiteX4" fmla="*/ 57037 w 67990"/>
                          <a:gd name="connsiteY4" fmla="*/ 19050 h 22203"/>
                          <a:gd name="connsiteX5" fmla="*/ 20270 w 67990"/>
                          <a:gd name="connsiteY5" fmla="*/ 0 h 222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7990" h="22203">
                            <a:moveTo>
                              <a:pt x="20270" y="0"/>
                            </a:moveTo>
                            <a:cubicBezTo>
                              <a:pt x="14364" y="2191"/>
                              <a:pt x="-2304" y="4286"/>
                              <a:pt x="268" y="11049"/>
                            </a:cubicBezTo>
                            <a:cubicBezTo>
                              <a:pt x="4363" y="21812"/>
                              <a:pt x="31891" y="22765"/>
                              <a:pt x="47797" y="22003"/>
                            </a:cubicBezTo>
                            <a:cubicBezTo>
                              <a:pt x="52464" y="21812"/>
                              <a:pt x="62847" y="20384"/>
                              <a:pt x="67990" y="19145"/>
                            </a:cubicBezTo>
                            <a:cubicBezTo>
                              <a:pt x="64942" y="19241"/>
                              <a:pt x="59894" y="19526"/>
                              <a:pt x="57037" y="19050"/>
                            </a:cubicBezTo>
                            <a:cubicBezTo>
                              <a:pt x="40940" y="16478"/>
                              <a:pt x="21890" y="12002"/>
                              <a:pt x="20270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57" name="Forme libre : forme 12756">
                        <a:extLst>
                          <a:ext uri="{FF2B5EF4-FFF2-40B4-BE49-F238E27FC236}">
                            <a16:creationId xmlns:a16="http://schemas.microsoft.com/office/drawing/2014/main" id="{68FA0240-40C7-4AC6-921F-69C6985193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76964" y="2542570"/>
                        <a:ext cx="95773" cy="25470"/>
                      </a:xfrm>
                      <a:custGeom>
                        <a:avLst/>
                        <a:gdLst>
                          <a:gd name="connsiteX0" fmla="*/ 95691 w 95773"/>
                          <a:gd name="connsiteY0" fmla="*/ 9082 h 25470"/>
                          <a:gd name="connsiteX1" fmla="*/ 46161 w 95773"/>
                          <a:gd name="connsiteY1" fmla="*/ 25084 h 25470"/>
                          <a:gd name="connsiteX2" fmla="*/ 60 w 95773"/>
                          <a:gd name="connsiteY2" fmla="*/ 13940 h 25470"/>
                          <a:gd name="connsiteX3" fmla="*/ 44732 w 95773"/>
                          <a:gd name="connsiteY3" fmla="*/ 224 h 25470"/>
                          <a:gd name="connsiteX4" fmla="*/ 95691 w 95773"/>
                          <a:gd name="connsiteY4" fmla="*/ 9082 h 254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773" h="25470">
                            <a:moveTo>
                              <a:pt x="95691" y="9082"/>
                            </a:moveTo>
                            <a:cubicBezTo>
                              <a:pt x="93500" y="19464"/>
                              <a:pt x="59781" y="23941"/>
                              <a:pt x="46161" y="25084"/>
                            </a:cubicBezTo>
                            <a:cubicBezTo>
                              <a:pt x="32540" y="26322"/>
                              <a:pt x="1775" y="25084"/>
                              <a:pt x="60" y="13940"/>
                            </a:cubicBezTo>
                            <a:cubicBezTo>
                              <a:pt x="-1654" y="2795"/>
                              <a:pt x="33778" y="700"/>
                              <a:pt x="44732" y="224"/>
                            </a:cubicBezTo>
                            <a:cubicBezTo>
                              <a:pt x="55686" y="-157"/>
                              <a:pt x="97881" y="-1205"/>
                              <a:pt x="95691" y="908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58" name="Forme libre : forme 12757">
                        <a:extLst>
                          <a:ext uri="{FF2B5EF4-FFF2-40B4-BE49-F238E27FC236}">
                            <a16:creationId xmlns:a16="http://schemas.microsoft.com/office/drawing/2014/main" id="{E9C6B9AD-1BC6-400F-81B1-11C72290FF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26776" y="2535012"/>
                        <a:ext cx="119853" cy="48413"/>
                      </a:xfrm>
                      <a:custGeom>
                        <a:avLst/>
                        <a:gdLst>
                          <a:gd name="connsiteX0" fmla="*/ 909 w 119853"/>
                          <a:gd name="connsiteY0" fmla="*/ 21878 h 48413"/>
                          <a:gd name="connsiteX1" fmla="*/ 13481 w 119853"/>
                          <a:gd name="connsiteY1" fmla="*/ 33499 h 48413"/>
                          <a:gd name="connsiteX2" fmla="*/ 57772 w 119853"/>
                          <a:gd name="connsiteY2" fmla="*/ 47882 h 48413"/>
                          <a:gd name="connsiteX3" fmla="*/ 103874 w 119853"/>
                          <a:gd name="connsiteY3" fmla="*/ 43214 h 48413"/>
                          <a:gd name="connsiteX4" fmla="*/ 119304 w 119853"/>
                          <a:gd name="connsiteY4" fmla="*/ 28451 h 48413"/>
                          <a:gd name="connsiteX5" fmla="*/ 104159 w 119853"/>
                          <a:gd name="connsiteY5" fmla="*/ 23593 h 48413"/>
                          <a:gd name="connsiteX6" fmla="*/ 63011 w 119853"/>
                          <a:gd name="connsiteY6" fmla="*/ 11591 h 48413"/>
                          <a:gd name="connsiteX7" fmla="*/ 21768 w 119853"/>
                          <a:gd name="connsiteY7" fmla="*/ 447 h 48413"/>
                          <a:gd name="connsiteX8" fmla="*/ 909 w 119853"/>
                          <a:gd name="connsiteY8" fmla="*/ 21878 h 484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9853" h="48413">
                            <a:moveTo>
                              <a:pt x="909" y="21878"/>
                            </a:moveTo>
                            <a:cubicBezTo>
                              <a:pt x="3766" y="28070"/>
                              <a:pt x="6243" y="29784"/>
                              <a:pt x="13481" y="33499"/>
                            </a:cubicBezTo>
                            <a:cubicBezTo>
                              <a:pt x="27388" y="40452"/>
                              <a:pt x="38913" y="46072"/>
                              <a:pt x="57772" y="47882"/>
                            </a:cubicBezTo>
                            <a:cubicBezTo>
                              <a:pt x="73489" y="49405"/>
                              <a:pt x="91015" y="47596"/>
                              <a:pt x="103874" y="43214"/>
                            </a:cubicBezTo>
                            <a:cubicBezTo>
                              <a:pt x="113399" y="39976"/>
                              <a:pt x="122162" y="34356"/>
                              <a:pt x="119304" y="28451"/>
                            </a:cubicBezTo>
                            <a:cubicBezTo>
                              <a:pt x="117590" y="24831"/>
                              <a:pt x="110160" y="24926"/>
                              <a:pt x="104159" y="23593"/>
                            </a:cubicBezTo>
                            <a:cubicBezTo>
                              <a:pt x="90158" y="20354"/>
                              <a:pt x="76632" y="17783"/>
                              <a:pt x="63011" y="11591"/>
                            </a:cubicBezTo>
                            <a:cubicBezTo>
                              <a:pt x="51391" y="6353"/>
                              <a:pt x="38818" y="-2029"/>
                              <a:pt x="21768" y="447"/>
                            </a:cubicBezTo>
                            <a:cubicBezTo>
                              <a:pt x="6528" y="2733"/>
                              <a:pt x="-3092" y="13306"/>
                              <a:pt x="909" y="2187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59" name="Forme libre : forme 12758">
                        <a:extLst>
                          <a:ext uri="{FF2B5EF4-FFF2-40B4-BE49-F238E27FC236}">
                            <a16:creationId xmlns:a16="http://schemas.microsoft.com/office/drawing/2014/main" id="{0920BB24-6932-43AD-9DCA-A7182D6171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50237" y="2533617"/>
                        <a:ext cx="38520" cy="13509"/>
                      </a:xfrm>
                      <a:custGeom>
                        <a:avLst/>
                        <a:gdLst>
                          <a:gd name="connsiteX0" fmla="*/ 3641 w 38520"/>
                          <a:gd name="connsiteY0" fmla="*/ 8319 h 13509"/>
                          <a:gd name="connsiteX1" fmla="*/ 116 w 38520"/>
                          <a:gd name="connsiteY1" fmla="*/ 11082 h 13509"/>
                          <a:gd name="connsiteX2" fmla="*/ 3069 w 38520"/>
                          <a:gd name="connsiteY2" fmla="*/ 13368 h 13509"/>
                          <a:gd name="connsiteX3" fmla="*/ 10213 w 38520"/>
                          <a:gd name="connsiteY3" fmla="*/ 13177 h 13509"/>
                          <a:gd name="connsiteX4" fmla="*/ 27454 w 38520"/>
                          <a:gd name="connsiteY4" fmla="*/ 10225 h 13509"/>
                          <a:gd name="connsiteX5" fmla="*/ 33549 w 38520"/>
                          <a:gd name="connsiteY5" fmla="*/ 8415 h 13509"/>
                          <a:gd name="connsiteX6" fmla="*/ 29358 w 38520"/>
                          <a:gd name="connsiteY6" fmla="*/ 128 h 13509"/>
                          <a:gd name="connsiteX7" fmla="*/ 3641 w 38520"/>
                          <a:gd name="connsiteY7" fmla="*/ 8319 h 135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8520" h="13509">
                            <a:moveTo>
                              <a:pt x="3641" y="8319"/>
                            </a:moveTo>
                            <a:cubicBezTo>
                              <a:pt x="1926" y="9177"/>
                              <a:pt x="593" y="9843"/>
                              <a:pt x="116" y="11082"/>
                            </a:cubicBezTo>
                            <a:cubicBezTo>
                              <a:pt x="-455" y="12320"/>
                              <a:pt x="1165" y="13082"/>
                              <a:pt x="3069" y="13368"/>
                            </a:cubicBezTo>
                            <a:cubicBezTo>
                              <a:pt x="4974" y="13653"/>
                              <a:pt x="7927" y="13463"/>
                              <a:pt x="10213" y="13177"/>
                            </a:cubicBezTo>
                            <a:cubicBezTo>
                              <a:pt x="15928" y="12415"/>
                              <a:pt x="22024" y="11558"/>
                              <a:pt x="27454" y="10225"/>
                            </a:cubicBezTo>
                            <a:cubicBezTo>
                              <a:pt x="29644" y="9653"/>
                              <a:pt x="31835" y="9272"/>
                              <a:pt x="33549" y="8415"/>
                            </a:cubicBezTo>
                            <a:cubicBezTo>
                              <a:pt x="40884" y="4700"/>
                              <a:pt x="40598" y="-920"/>
                              <a:pt x="29358" y="128"/>
                            </a:cubicBezTo>
                            <a:cubicBezTo>
                              <a:pt x="20881" y="985"/>
                              <a:pt x="10785" y="4795"/>
                              <a:pt x="3641" y="831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60" name="Forme libre : forme 12759">
                        <a:extLst>
                          <a:ext uri="{FF2B5EF4-FFF2-40B4-BE49-F238E27FC236}">
                            <a16:creationId xmlns:a16="http://schemas.microsoft.com/office/drawing/2014/main" id="{A89C6D6A-8ECE-4824-A64B-6411CDB659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43794" y="2552795"/>
                        <a:ext cx="57626" cy="32480"/>
                      </a:xfrm>
                      <a:custGeom>
                        <a:avLst/>
                        <a:gdLst>
                          <a:gd name="connsiteX0" fmla="*/ 57627 w 57626"/>
                          <a:gd name="connsiteY0" fmla="*/ 0 h 32480"/>
                          <a:gd name="connsiteX1" fmla="*/ 0 w 57626"/>
                          <a:gd name="connsiteY1" fmla="*/ 32480 h 32480"/>
                          <a:gd name="connsiteX2" fmla="*/ 57627 w 57626"/>
                          <a:gd name="connsiteY2" fmla="*/ 0 h 324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626" h="32480">
                            <a:moveTo>
                              <a:pt x="57627" y="0"/>
                            </a:moveTo>
                            <a:cubicBezTo>
                              <a:pt x="50388" y="14764"/>
                              <a:pt x="19527" y="25908"/>
                              <a:pt x="0" y="32480"/>
                            </a:cubicBezTo>
                            <a:cubicBezTo>
                              <a:pt x="21241" y="25432"/>
                              <a:pt x="43244" y="11906"/>
                              <a:pt x="5762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61" name="Forme libre : forme 12760">
                        <a:extLst>
                          <a:ext uri="{FF2B5EF4-FFF2-40B4-BE49-F238E27FC236}">
                            <a16:creationId xmlns:a16="http://schemas.microsoft.com/office/drawing/2014/main" id="{6D2B0832-7B85-4FA3-8E72-81E2C050EE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06254" y="2517743"/>
                        <a:ext cx="66102" cy="27813"/>
                      </a:xfrm>
                      <a:custGeom>
                        <a:avLst/>
                        <a:gdLst>
                          <a:gd name="connsiteX0" fmla="*/ 66103 w 66102"/>
                          <a:gd name="connsiteY0" fmla="*/ 0 h 27813"/>
                          <a:gd name="connsiteX1" fmla="*/ 0 w 66102"/>
                          <a:gd name="connsiteY1" fmla="*/ 27813 h 27813"/>
                          <a:gd name="connsiteX2" fmla="*/ 66103 w 66102"/>
                          <a:gd name="connsiteY2" fmla="*/ 0 h 278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6102" h="27813">
                            <a:moveTo>
                              <a:pt x="66103" y="0"/>
                            </a:moveTo>
                            <a:cubicBezTo>
                              <a:pt x="39814" y="2762"/>
                              <a:pt x="16383" y="15431"/>
                              <a:pt x="0" y="27813"/>
                            </a:cubicBezTo>
                            <a:cubicBezTo>
                              <a:pt x="14668" y="15431"/>
                              <a:pt x="44100" y="5525"/>
                              <a:pt x="6610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62" name="Forme libre : forme 12761">
                        <a:extLst>
                          <a:ext uri="{FF2B5EF4-FFF2-40B4-BE49-F238E27FC236}">
                            <a16:creationId xmlns:a16="http://schemas.microsoft.com/office/drawing/2014/main" id="{9FF6DEFF-01A4-4F92-91C7-D1A4E495DE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10058" y="2542505"/>
                        <a:ext cx="35478" cy="8176"/>
                      </a:xfrm>
                      <a:custGeom>
                        <a:avLst/>
                        <a:gdLst>
                          <a:gd name="connsiteX0" fmla="*/ 35260 w 35478"/>
                          <a:gd name="connsiteY0" fmla="*/ 5241 h 8176"/>
                          <a:gd name="connsiteX1" fmla="*/ 14591 w 35478"/>
                          <a:gd name="connsiteY1" fmla="*/ 8003 h 8176"/>
                          <a:gd name="connsiteX2" fmla="*/ 303 w 35478"/>
                          <a:gd name="connsiteY2" fmla="*/ 2765 h 8176"/>
                          <a:gd name="connsiteX3" fmla="*/ 19734 w 35478"/>
                          <a:gd name="connsiteY3" fmla="*/ 383 h 8176"/>
                          <a:gd name="connsiteX4" fmla="*/ 35260 w 35478"/>
                          <a:gd name="connsiteY4" fmla="*/ 5241 h 81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478" h="8176">
                            <a:moveTo>
                              <a:pt x="35260" y="5241"/>
                            </a:moveTo>
                            <a:cubicBezTo>
                              <a:pt x="33164" y="8860"/>
                              <a:pt x="18972" y="8194"/>
                              <a:pt x="14591" y="8003"/>
                            </a:cubicBezTo>
                            <a:cubicBezTo>
                              <a:pt x="10209" y="7813"/>
                              <a:pt x="-2078" y="6575"/>
                              <a:pt x="303" y="2765"/>
                            </a:cubicBezTo>
                            <a:cubicBezTo>
                              <a:pt x="2685" y="-1045"/>
                              <a:pt x="15734" y="98"/>
                              <a:pt x="19734" y="383"/>
                            </a:cubicBezTo>
                            <a:cubicBezTo>
                              <a:pt x="23830" y="764"/>
                              <a:pt x="37355" y="1622"/>
                              <a:pt x="35260" y="524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63" name="Forme libre : forme 12762">
                        <a:extLst>
                          <a:ext uri="{FF2B5EF4-FFF2-40B4-BE49-F238E27FC236}">
                            <a16:creationId xmlns:a16="http://schemas.microsoft.com/office/drawing/2014/main" id="{34B1173A-603E-4DE8-8177-FCE626A9E1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40714" y="2545148"/>
                        <a:ext cx="10079" cy="3300"/>
                      </a:xfrm>
                      <a:custGeom>
                        <a:avLst/>
                        <a:gdLst>
                          <a:gd name="connsiteX0" fmla="*/ 10034 w 10079"/>
                          <a:gd name="connsiteY0" fmla="*/ 1360 h 3300"/>
                          <a:gd name="connsiteX1" fmla="*/ 5557 w 10079"/>
                          <a:gd name="connsiteY1" fmla="*/ 3265 h 3300"/>
                          <a:gd name="connsiteX2" fmla="*/ 33 w 10079"/>
                          <a:gd name="connsiteY2" fmla="*/ 1932 h 3300"/>
                          <a:gd name="connsiteX3" fmla="*/ 4414 w 10079"/>
                          <a:gd name="connsiteY3" fmla="*/ 27 h 3300"/>
                          <a:gd name="connsiteX4" fmla="*/ 10034 w 10079"/>
                          <a:gd name="connsiteY4" fmla="*/ 1360 h 33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79" h="3300">
                            <a:moveTo>
                              <a:pt x="10034" y="1360"/>
                            </a:moveTo>
                            <a:cubicBezTo>
                              <a:pt x="10510" y="2694"/>
                              <a:pt x="7176" y="3170"/>
                              <a:pt x="5557" y="3265"/>
                            </a:cubicBezTo>
                            <a:cubicBezTo>
                              <a:pt x="3842" y="3361"/>
                              <a:pt x="413" y="3361"/>
                              <a:pt x="33" y="1932"/>
                            </a:cubicBezTo>
                            <a:cubicBezTo>
                              <a:pt x="-349" y="598"/>
                              <a:pt x="2699" y="122"/>
                              <a:pt x="4414" y="27"/>
                            </a:cubicBezTo>
                            <a:cubicBezTo>
                              <a:pt x="6033" y="-68"/>
                              <a:pt x="9558" y="27"/>
                              <a:pt x="10034" y="136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64" name="Forme libre : forme 12763">
                        <a:extLst>
                          <a:ext uri="{FF2B5EF4-FFF2-40B4-BE49-F238E27FC236}">
                            <a16:creationId xmlns:a16="http://schemas.microsoft.com/office/drawing/2014/main" id="{FAFF900C-9E7D-4836-B790-B0504D80DA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8805" y="2518481"/>
                        <a:ext cx="88256" cy="31989"/>
                      </a:xfrm>
                      <a:custGeom>
                        <a:avLst/>
                        <a:gdLst>
                          <a:gd name="connsiteX0" fmla="*/ 65373 w 88256"/>
                          <a:gd name="connsiteY0" fmla="*/ 12311 h 31989"/>
                          <a:gd name="connsiteX1" fmla="*/ 87567 w 88256"/>
                          <a:gd name="connsiteY1" fmla="*/ 25741 h 31989"/>
                          <a:gd name="connsiteX2" fmla="*/ 81852 w 88256"/>
                          <a:gd name="connsiteY2" fmla="*/ 31933 h 31989"/>
                          <a:gd name="connsiteX3" fmla="*/ 71184 w 88256"/>
                          <a:gd name="connsiteY3" fmla="*/ 29171 h 31989"/>
                          <a:gd name="connsiteX4" fmla="*/ 39561 w 88256"/>
                          <a:gd name="connsiteY4" fmla="*/ 17931 h 31989"/>
                          <a:gd name="connsiteX5" fmla="*/ 699 w 88256"/>
                          <a:gd name="connsiteY5" fmla="*/ 5358 h 31989"/>
                          <a:gd name="connsiteX6" fmla="*/ 44800 w 88256"/>
                          <a:gd name="connsiteY6" fmla="*/ 2501 h 31989"/>
                          <a:gd name="connsiteX7" fmla="*/ 65373 w 88256"/>
                          <a:gd name="connsiteY7" fmla="*/ 12311 h 319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8256" h="31989">
                            <a:moveTo>
                              <a:pt x="65373" y="12311"/>
                            </a:moveTo>
                            <a:cubicBezTo>
                              <a:pt x="74804" y="16407"/>
                              <a:pt x="81661" y="19360"/>
                              <a:pt x="87567" y="25741"/>
                            </a:cubicBezTo>
                            <a:cubicBezTo>
                              <a:pt x="89757" y="28123"/>
                              <a:pt x="86424" y="31457"/>
                              <a:pt x="81852" y="31933"/>
                            </a:cubicBezTo>
                            <a:cubicBezTo>
                              <a:pt x="77280" y="32314"/>
                              <a:pt x="74327" y="30695"/>
                              <a:pt x="71184" y="29171"/>
                            </a:cubicBezTo>
                            <a:cubicBezTo>
                              <a:pt x="61373" y="24313"/>
                              <a:pt x="51086" y="21170"/>
                              <a:pt x="39561" y="17931"/>
                            </a:cubicBezTo>
                            <a:cubicBezTo>
                              <a:pt x="32417" y="16026"/>
                              <a:pt x="-5587" y="13359"/>
                              <a:pt x="699" y="5358"/>
                            </a:cubicBezTo>
                            <a:cubicBezTo>
                              <a:pt x="6986" y="-2643"/>
                              <a:pt x="35275" y="24"/>
                              <a:pt x="44800" y="2501"/>
                            </a:cubicBezTo>
                            <a:cubicBezTo>
                              <a:pt x="54325" y="5072"/>
                              <a:pt x="58230" y="9263"/>
                              <a:pt x="65373" y="1231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740" name="Graphique 1">
                      <a:extLst>
                        <a:ext uri="{FF2B5EF4-FFF2-40B4-BE49-F238E27FC236}">
                          <a16:creationId xmlns:a16="http://schemas.microsoft.com/office/drawing/2014/main" id="{D298DED4-7751-489F-8F8E-A3065D3B81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06564" y="2495762"/>
                      <a:ext cx="205350" cy="83778"/>
                      <a:chOff x="6006564" y="2495762"/>
                      <a:chExt cx="205350" cy="83778"/>
                    </a:xfrm>
                    <a:solidFill>
                      <a:schemeClr val="accent1"/>
                    </a:solidFill>
                  </p:grpSpPr>
                  <p:sp>
                    <p:nvSpPr>
                      <p:cNvPr id="12741" name="Forme libre : forme 12740">
                        <a:extLst>
                          <a:ext uri="{FF2B5EF4-FFF2-40B4-BE49-F238E27FC236}">
                            <a16:creationId xmlns:a16="http://schemas.microsoft.com/office/drawing/2014/main" id="{DDA4253F-9DBF-4A12-BE35-C8EB1025BF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06564" y="2495762"/>
                        <a:ext cx="205350" cy="83778"/>
                      </a:xfrm>
                      <a:custGeom>
                        <a:avLst/>
                        <a:gdLst>
                          <a:gd name="connsiteX0" fmla="*/ 144399 w 205350"/>
                          <a:gd name="connsiteY0" fmla="*/ 74939 h 83778"/>
                          <a:gd name="connsiteX1" fmla="*/ 72962 w 205350"/>
                          <a:gd name="connsiteY1" fmla="*/ 83702 h 83778"/>
                          <a:gd name="connsiteX2" fmla="*/ 4572 w 205350"/>
                          <a:gd name="connsiteY2" fmla="*/ 59794 h 83778"/>
                          <a:gd name="connsiteX3" fmla="*/ 4287 w 205350"/>
                          <a:gd name="connsiteY3" fmla="*/ 38268 h 83778"/>
                          <a:gd name="connsiteX4" fmla="*/ 67818 w 205350"/>
                          <a:gd name="connsiteY4" fmla="*/ 8360 h 83778"/>
                          <a:gd name="connsiteX5" fmla="*/ 129921 w 205350"/>
                          <a:gd name="connsiteY5" fmla="*/ 835 h 83778"/>
                          <a:gd name="connsiteX6" fmla="*/ 195453 w 205350"/>
                          <a:gd name="connsiteY6" fmla="*/ 14836 h 83778"/>
                          <a:gd name="connsiteX7" fmla="*/ 204216 w 205350"/>
                          <a:gd name="connsiteY7" fmla="*/ 34077 h 83778"/>
                          <a:gd name="connsiteX8" fmla="*/ 144399 w 205350"/>
                          <a:gd name="connsiteY8" fmla="*/ 74939 h 837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05350" h="83778">
                            <a:moveTo>
                              <a:pt x="144399" y="74939"/>
                            </a:moveTo>
                            <a:cubicBezTo>
                              <a:pt x="127445" y="78844"/>
                              <a:pt x="90583" y="83131"/>
                              <a:pt x="72962" y="83702"/>
                            </a:cubicBezTo>
                            <a:cubicBezTo>
                              <a:pt x="39910" y="84750"/>
                              <a:pt x="22289" y="74939"/>
                              <a:pt x="4572" y="59794"/>
                            </a:cubicBezTo>
                            <a:cubicBezTo>
                              <a:pt x="-1523" y="54556"/>
                              <a:pt x="-1429" y="43602"/>
                              <a:pt x="4287" y="38268"/>
                            </a:cubicBezTo>
                            <a:cubicBezTo>
                              <a:pt x="20955" y="22742"/>
                              <a:pt x="38767" y="12551"/>
                              <a:pt x="67818" y="8360"/>
                            </a:cubicBezTo>
                            <a:cubicBezTo>
                              <a:pt x="83344" y="6074"/>
                              <a:pt x="114396" y="2835"/>
                              <a:pt x="129921" y="835"/>
                            </a:cubicBezTo>
                            <a:cubicBezTo>
                              <a:pt x="159068" y="-2594"/>
                              <a:pt x="175927" y="5026"/>
                              <a:pt x="195453" y="14836"/>
                            </a:cubicBezTo>
                            <a:cubicBezTo>
                              <a:pt x="202216" y="18361"/>
                              <a:pt x="207836" y="27505"/>
                              <a:pt x="204216" y="34077"/>
                            </a:cubicBezTo>
                            <a:cubicBezTo>
                              <a:pt x="194024" y="53508"/>
                              <a:pt x="176022" y="67986"/>
                              <a:pt x="144399" y="7493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42" name="Forme libre : forme 12741">
                        <a:extLst>
                          <a:ext uri="{FF2B5EF4-FFF2-40B4-BE49-F238E27FC236}">
                            <a16:creationId xmlns:a16="http://schemas.microsoft.com/office/drawing/2014/main" id="{4B6918E7-6541-4376-BC18-28FF711AE4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06755" y="2529458"/>
                        <a:ext cx="204216" cy="49965"/>
                      </a:xfrm>
                      <a:custGeom>
                        <a:avLst/>
                        <a:gdLst>
                          <a:gd name="connsiteX0" fmla="*/ 81058 w 204216"/>
                          <a:gd name="connsiteY0" fmla="*/ 22098 h 49965"/>
                          <a:gd name="connsiteX1" fmla="*/ 0 w 204216"/>
                          <a:gd name="connsiteY1" fmla="*/ 17431 h 49965"/>
                          <a:gd name="connsiteX2" fmla="*/ 4381 w 204216"/>
                          <a:gd name="connsiteY2" fmla="*/ 26003 h 49965"/>
                          <a:gd name="connsiteX3" fmla="*/ 13621 w 204216"/>
                          <a:gd name="connsiteY3" fmla="*/ 33338 h 49965"/>
                          <a:gd name="connsiteX4" fmla="*/ 44862 w 204216"/>
                          <a:gd name="connsiteY4" fmla="*/ 47625 h 49965"/>
                          <a:gd name="connsiteX5" fmla="*/ 72771 w 204216"/>
                          <a:gd name="connsiteY5" fmla="*/ 49911 h 49965"/>
                          <a:gd name="connsiteX6" fmla="*/ 84296 w 204216"/>
                          <a:gd name="connsiteY6" fmla="*/ 49244 h 49965"/>
                          <a:gd name="connsiteX7" fmla="*/ 138969 w 204216"/>
                          <a:gd name="connsiteY7" fmla="*/ 42196 h 49965"/>
                          <a:gd name="connsiteX8" fmla="*/ 144208 w 204216"/>
                          <a:gd name="connsiteY8" fmla="*/ 41148 h 49965"/>
                          <a:gd name="connsiteX9" fmla="*/ 172878 w 204216"/>
                          <a:gd name="connsiteY9" fmla="*/ 31052 h 49965"/>
                          <a:gd name="connsiteX10" fmla="*/ 198596 w 204216"/>
                          <a:gd name="connsiteY10" fmla="*/ 9144 h 49965"/>
                          <a:gd name="connsiteX11" fmla="*/ 204121 w 204216"/>
                          <a:gd name="connsiteY11" fmla="*/ 381 h 49965"/>
                          <a:gd name="connsiteX12" fmla="*/ 204216 w 204216"/>
                          <a:gd name="connsiteY12" fmla="*/ 0 h 49965"/>
                          <a:gd name="connsiteX13" fmla="*/ 81058 w 204216"/>
                          <a:gd name="connsiteY13" fmla="*/ 22098 h 499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4216" h="49965">
                            <a:moveTo>
                              <a:pt x="81058" y="22098"/>
                            </a:moveTo>
                            <a:cubicBezTo>
                              <a:pt x="53054" y="26479"/>
                              <a:pt x="22384" y="27622"/>
                              <a:pt x="0" y="17431"/>
                            </a:cubicBezTo>
                            <a:cubicBezTo>
                              <a:pt x="476" y="20764"/>
                              <a:pt x="1905" y="23813"/>
                              <a:pt x="4381" y="26003"/>
                            </a:cubicBezTo>
                            <a:cubicBezTo>
                              <a:pt x="7429" y="28670"/>
                              <a:pt x="10477" y="31052"/>
                              <a:pt x="13621" y="33338"/>
                            </a:cubicBezTo>
                            <a:cubicBezTo>
                              <a:pt x="22670" y="39719"/>
                              <a:pt x="32480" y="44863"/>
                              <a:pt x="44862" y="47625"/>
                            </a:cubicBezTo>
                            <a:cubicBezTo>
                              <a:pt x="52864" y="49339"/>
                              <a:pt x="62008" y="50197"/>
                              <a:pt x="72771" y="49911"/>
                            </a:cubicBezTo>
                            <a:cubicBezTo>
                              <a:pt x="76009" y="49721"/>
                              <a:pt x="80010" y="49435"/>
                              <a:pt x="84296" y="49244"/>
                            </a:cubicBezTo>
                            <a:cubicBezTo>
                              <a:pt x="101155" y="48006"/>
                              <a:pt x="124206" y="45053"/>
                              <a:pt x="138969" y="42196"/>
                            </a:cubicBezTo>
                            <a:cubicBezTo>
                              <a:pt x="140875" y="41815"/>
                              <a:pt x="142684" y="41434"/>
                              <a:pt x="144208" y="41148"/>
                            </a:cubicBezTo>
                            <a:cubicBezTo>
                              <a:pt x="155448" y="38671"/>
                              <a:pt x="164878" y="35147"/>
                              <a:pt x="172878" y="31052"/>
                            </a:cubicBezTo>
                            <a:cubicBezTo>
                              <a:pt x="183928" y="24860"/>
                              <a:pt x="192024" y="17812"/>
                              <a:pt x="198596" y="9144"/>
                            </a:cubicBezTo>
                            <a:cubicBezTo>
                              <a:pt x="200692" y="6287"/>
                              <a:pt x="202502" y="3429"/>
                              <a:pt x="204121" y="381"/>
                            </a:cubicBezTo>
                            <a:lnTo>
                              <a:pt x="204216" y="0"/>
                            </a:lnTo>
                            <a:cubicBezTo>
                              <a:pt x="163639" y="11335"/>
                              <a:pt x="121158" y="15716"/>
                              <a:pt x="81058" y="2209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43" name="Forme libre : forme 12742">
                        <a:extLst>
                          <a:ext uri="{FF2B5EF4-FFF2-40B4-BE49-F238E27FC236}">
                            <a16:creationId xmlns:a16="http://schemas.microsoft.com/office/drawing/2014/main" id="{E6894658-846B-4C58-8C05-955EA80DC5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78153" y="2524487"/>
                        <a:ext cx="94930" cy="27517"/>
                      </a:xfrm>
                      <a:custGeom>
                        <a:avLst/>
                        <a:gdLst>
                          <a:gd name="connsiteX0" fmla="*/ 94813 w 94930"/>
                          <a:gd name="connsiteY0" fmla="*/ 6019 h 27517"/>
                          <a:gd name="connsiteX1" fmla="*/ 76810 w 94930"/>
                          <a:gd name="connsiteY1" fmla="*/ 19449 h 27517"/>
                          <a:gd name="connsiteX2" fmla="*/ 47378 w 94930"/>
                          <a:gd name="connsiteY2" fmla="*/ 26403 h 27517"/>
                          <a:gd name="connsiteX3" fmla="*/ 39 w 94930"/>
                          <a:gd name="connsiteY3" fmla="*/ 18211 h 27517"/>
                          <a:gd name="connsiteX4" fmla="*/ 43853 w 94930"/>
                          <a:gd name="connsiteY4" fmla="*/ 1828 h 27517"/>
                          <a:gd name="connsiteX5" fmla="*/ 72809 w 94930"/>
                          <a:gd name="connsiteY5" fmla="*/ 18 h 27517"/>
                          <a:gd name="connsiteX6" fmla="*/ 94813 w 94930"/>
                          <a:gd name="connsiteY6" fmla="*/ 6019 h 27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4930" h="27517">
                            <a:moveTo>
                              <a:pt x="94813" y="6019"/>
                            </a:moveTo>
                            <a:cubicBezTo>
                              <a:pt x="96050" y="10972"/>
                              <a:pt x="87383" y="15639"/>
                              <a:pt x="76810" y="19449"/>
                            </a:cubicBezTo>
                            <a:cubicBezTo>
                              <a:pt x="66238" y="23069"/>
                              <a:pt x="53664" y="25450"/>
                              <a:pt x="47378" y="26403"/>
                            </a:cubicBezTo>
                            <a:cubicBezTo>
                              <a:pt x="34709" y="28212"/>
                              <a:pt x="1372" y="29165"/>
                              <a:pt x="39" y="18211"/>
                            </a:cubicBezTo>
                            <a:cubicBezTo>
                              <a:pt x="-1295" y="7353"/>
                              <a:pt x="32233" y="3066"/>
                              <a:pt x="43853" y="1828"/>
                            </a:cubicBezTo>
                            <a:cubicBezTo>
                              <a:pt x="49664" y="1257"/>
                              <a:pt x="61856" y="18"/>
                              <a:pt x="72809" y="18"/>
                            </a:cubicBezTo>
                            <a:cubicBezTo>
                              <a:pt x="83763" y="-172"/>
                              <a:pt x="93574" y="1066"/>
                              <a:pt x="94813" y="601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44" name="Forme libre : forme 12743">
                        <a:extLst>
                          <a:ext uri="{FF2B5EF4-FFF2-40B4-BE49-F238E27FC236}">
                            <a16:creationId xmlns:a16="http://schemas.microsoft.com/office/drawing/2014/main" id="{12112F0D-6065-4455-9616-9DDDDE6698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77386" y="2530697"/>
                        <a:ext cx="68909" cy="21258"/>
                      </a:xfrm>
                      <a:custGeom>
                        <a:avLst/>
                        <a:gdLst>
                          <a:gd name="connsiteX0" fmla="*/ 19666 w 68909"/>
                          <a:gd name="connsiteY0" fmla="*/ 0 h 21258"/>
                          <a:gd name="connsiteX1" fmla="*/ 330 w 68909"/>
                          <a:gd name="connsiteY1" fmla="*/ 12002 h 21258"/>
                          <a:gd name="connsiteX2" fmla="*/ 48717 w 68909"/>
                          <a:gd name="connsiteY2" fmla="*/ 20098 h 21258"/>
                          <a:gd name="connsiteX3" fmla="*/ 68910 w 68909"/>
                          <a:gd name="connsiteY3" fmla="*/ 15526 h 21258"/>
                          <a:gd name="connsiteX4" fmla="*/ 57861 w 68909"/>
                          <a:gd name="connsiteY4" fmla="*/ 16478 h 21258"/>
                          <a:gd name="connsiteX5" fmla="*/ 19666 w 68909"/>
                          <a:gd name="connsiteY5" fmla="*/ 0 h 2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8909" h="21258">
                            <a:moveTo>
                              <a:pt x="19666" y="0"/>
                            </a:moveTo>
                            <a:cubicBezTo>
                              <a:pt x="13951" y="2477"/>
                              <a:pt x="-2528" y="5334"/>
                              <a:pt x="330" y="12002"/>
                            </a:cubicBezTo>
                            <a:cubicBezTo>
                              <a:pt x="4902" y="22670"/>
                              <a:pt x="32715" y="22098"/>
                              <a:pt x="48717" y="20098"/>
                            </a:cubicBezTo>
                            <a:cubicBezTo>
                              <a:pt x="53384" y="19526"/>
                              <a:pt x="63766" y="17145"/>
                              <a:pt x="68910" y="15526"/>
                            </a:cubicBezTo>
                            <a:cubicBezTo>
                              <a:pt x="65862" y="15907"/>
                              <a:pt x="60814" y="16669"/>
                              <a:pt x="57861" y="16478"/>
                            </a:cubicBezTo>
                            <a:cubicBezTo>
                              <a:pt x="41288" y="15240"/>
                              <a:pt x="21856" y="11906"/>
                              <a:pt x="19666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45" name="Forme libre : forme 12744">
                        <a:extLst>
                          <a:ext uri="{FF2B5EF4-FFF2-40B4-BE49-F238E27FC236}">
                            <a16:creationId xmlns:a16="http://schemas.microsoft.com/office/drawing/2014/main" id="{5034EEBA-E078-45B2-95B8-A2E88154B2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83237" y="2525923"/>
                        <a:ext cx="95263" cy="28664"/>
                      </a:xfrm>
                      <a:custGeom>
                        <a:avLst/>
                        <a:gdLst>
                          <a:gd name="connsiteX0" fmla="*/ 95253 w 95263"/>
                          <a:gd name="connsiteY0" fmla="*/ 5917 h 28664"/>
                          <a:gd name="connsiteX1" fmla="*/ 47152 w 95263"/>
                          <a:gd name="connsiteY1" fmla="*/ 27252 h 28664"/>
                          <a:gd name="connsiteX2" fmla="*/ 98 w 95263"/>
                          <a:gd name="connsiteY2" fmla="*/ 19061 h 28664"/>
                          <a:gd name="connsiteX3" fmla="*/ 43723 w 95263"/>
                          <a:gd name="connsiteY3" fmla="*/ 2583 h 28664"/>
                          <a:gd name="connsiteX4" fmla="*/ 95253 w 95263"/>
                          <a:gd name="connsiteY4" fmla="*/ 5917 h 286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263" h="28664">
                            <a:moveTo>
                              <a:pt x="95253" y="5917"/>
                            </a:moveTo>
                            <a:cubicBezTo>
                              <a:pt x="94586" y="16870"/>
                              <a:pt x="60868" y="25062"/>
                              <a:pt x="47152" y="27252"/>
                            </a:cubicBezTo>
                            <a:cubicBezTo>
                              <a:pt x="33436" y="29634"/>
                              <a:pt x="2289" y="30205"/>
                              <a:pt x="98" y="19061"/>
                            </a:cubicBezTo>
                            <a:cubicBezTo>
                              <a:pt x="-2092" y="8107"/>
                              <a:pt x="32960" y="4107"/>
                              <a:pt x="43723" y="2583"/>
                            </a:cubicBezTo>
                            <a:cubicBezTo>
                              <a:pt x="54676" y="1344"/>
                              <a:pt x="96015" y="-4085"/>
                              <a:pt x="95253" y="591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46" name="Forme libre : forme 12745">
                        <a:extLst>
                          <a:ext uri="{FF2B5EF4-FFF2-40B4-BE49-F238E27FC236}">
                            <a16:creationId xmlns:a16="http://schemas.microsoft.com/office/drawing/2014/main" id="{3981B09F-707D-403A-BEAF-388E1167E7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3036" y="2524136"/>
                        <a:ext cx="121041" cy="46773"/>
                      </a:xfrm>
                      <a:custGeom>
                        <a:avLst/>
                        <a:gdLst>
                          <a:gd name="connsiteX0" fmla="*/ 960 w 121041"/>
                          <a:gd name="connsiteY0" fmla="*/ 22563 h 46773"/>
                          <a:gd name="connsiteX1" fmla="*/ 13819 w 121041"/>
                          <a:gd name="connsiteY1" fmla="*/ 33993 h 46773"/>
                          <a:gd name="connsiteX2" fmla="*/ 59253 w 121041"/>
                          <a:gd name="connsiteY2" fmla="*/ 46661 h 46773"/>
                          <a:gd name="connsiteX3" fmla="*/ 105926 w 121041"/>
                          <a:gd name="connsiteY3" fmla="*/ 38755 h 46773"/>
                          <a:gd name="connsiteX4" fmla="*/ 120213 w 121041"/>
                          <a:gd name="connsiteY4" fmla="*/ 22658 h 46773"/>
                          <a:gd name="connsiteX5" fmla="*/ 104497 w 121041"/>
                          <a:gd name="connsiteY5" fmla="*/ 19134 h 46773"/>
                          <a:gd name="connsiteX6" fmla="*/ 62586 w 121041"/>
                          <a:gd name="connsiteY6" fmla="*/ 10085 h 46773"/>
                          <a:gd name="connsiteX7" fmla="*/ 21248 w 121041"/>
                          <a:gd name="connsiteY7" fmla="*/ 655 h 46773"/>
                          <a:gd name="connsiteX8" fmla="*/ 960 w 121041"/>
                          <a:gd name="connsiteY8" fmla="*/ 22563 h 467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1041" h="46773">
                            <a:moveTo>
                              <a:pt x="960" y="22563"/>
                            </a:moveTo>
                            <a:cubicBezTo>
                              <a:pt x="3913" y="28659"/>
                              <a:pt x="6389" y="30469"/>
                              <a:pt x="13819" y="33993"/>
                            </a:cubicBezTo>
                            <a:cubicBezTo>
                              <a:pt x="28011" y="40470"/>
                              <a:pt x="39918" y="45899"/>
                              <a:pt x="59253" y="46661"/>
                            </a:cubicBezTo>
                            <a:cubicBezTo>
                              <a:pt x="75255" y="47423"/>
                              <a:pt x="93162" y="44280"/>
                              <a:pt x="105926" y="38755"/>
                            </a:cubicBezTo>
                            <a:cubicBezTo>
                              <a:pt x="115451" y="34660"/>
                              <a:pt x="123737" y="28278"/>
                              <a:pt x="120213" y="22658"/>
                            </a:cubicBezTo>
                            <a:cubicBezTo>
                              <a:pt x="118022" y="19229"/>
                              <a:pt x="110593" y="19991"/>
                              <a:pt x="104497" y="19134"/>
                            </a:cubicBezTo>
                            <a:cubicBezTo>
                              <a:pt x="90114" y="17324"/>
                              <a:pt x="76493" y="15419"/>
                              <a:pt x="62586" y="10085"/>
                            </a:cubicBezTo>
                            <a:cubicBezTo>
                              <a:pt x="50776" y="5418"/>
                              <a:pt x="37917" y="-2297"/>
                              <a:pt x="21248" y="655"/>
                            </a:cubicBezTo>
                            <a:cubicBezTo>
                              <a:pt x="6294" y="3513"/>
                              <a:pt x="-3136" y="14086"/>
                              <a:pt x="960" y="2256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47" name="Forme libre : forme 12746">
                        <a:extLst>
                          <a:ext uri="{FF2B5EF4-FFF2-40B4-BE49-F238E27FC236}">
                            <a16:creationId xmlns:a16="http://schemas.microsoft.com/office/drawing/2014/main" id="{9A25D3EC-5F57-46C2-B2AE-6C793E5E8E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56197" y="2521522"/>
                        <a:ext cx="37890" cy="14759"/>
                      </a:xfrm>
                      <a:custGeom>
                        <a:avLst/>
                        <a:gdLst>
                          <a:gd name="connsiteX0" fmla="*/ 3517 w 37890"/>
                          <a:gd name="connsiteY0" fmla="*/ 9651 h 14759"/>
                          <a:gd name="connsiteX1" fmla="*/ 88 w 37890"/>
                          <a:gd name="connsiteY1" fmla="*/ 12509 h 14759"/>
                          <a:gd name="connsiteX2" fmla="*/ 3135 w 37890"/>
                          <a:gd name="connsiteY2" fmla="*/ 14699 h 14759"/>
                          <a:gd name="connsiteX3" fmla="*/ 10184 w 37890"/>
                          <a:gd name="connsiteY3" fmla="*/ 14223 h 14759"/>
                          <a:gd name="connsiteX4" fmla="*/ 27234 w 37890"/>
                          <a:gd name="connsiteY4" fmla="*/ 10508 h 14759"/>
                          <a:gd name="connsiteX5" fmla="*/ 33235 w 37890"/>
                          <a:gd name="connsiteY5" fmla="*/ 8318 h 14759"/>
                          <a:gd name="connsiteX6" fmla="*/ 28758 w 37890"/>
                          <a:gd name="connsiteY6" fmla="*/ 317 h 14759"/>
                          <a:gd name="connsiteX7" fmla="*/ 3517 w 37890"/>
                          <a:gd name="connsiteY7" fmla="*/ 9651 h 147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890" h="14759">
                            <a:moveTo>
                              <a:pt x="3517" y="9651"/>
                            </a:moveTo>
                            <a:cubicBezTo>
                              <a:pt x="1802" y="10603"/>
                              <a:pt x="564" y="11270"/>
                              <a:pt x="88" y="12509"/>
                            </a:cubicBezTo>
                            <a:cubicBezTo>
                              <a:pt x="-389" y="13747"/>
                              <a:pt x="1136" y="14413"/>
                              <a:pt x="3135" y="14699"/>
                            </a:cubicBezTo>
                            <a:cubicBezTo>
                              <a:pt x="5136" y="14890"/>
                              <a:pt x="7993" y="14604"/>
                              <a:pt x="10184" y="14223"/>
                            </a:cubicBezTo>
                            <a:cubicBezTo>
                              <a:pt x="15899" y="13366"/>
                              <a:pt x="21900" y="12127"/>
                              <a:pt x="27234" y="10508"/>
                            </a:cubicBezTo>
                            <a:cubicBezTo>
                              <a:pt x="29425" y="9842"/>
                              <a:pt x="31520" y="9365"/>
                              <a:pt x="33235" y="8318"/>
                            </a:cubicBezTo>
                            <a:cubicBezTo>
                              <a:pt x="40379" y="4222"/>
                              <a:pt x="39616" y="-1398"/>
                              <a:pt x="28758" y="317"/>
                            </a:cubicBezTo>
                            <a:cubicBezTo>
                              <a:pt x="20281" y="1745"/>
                              <a:pt x="10470" y="5936"/>
                              <a:pt x="3517" y="965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48" name="Forme libre : forme 12747">
                        <a:extLst>
                          <a:ext uri="{FF2B5EF4-FFF2-40B4-BE49-F238E27FC236}">
                            <a16:creationId xmlns:a16="http://schemas.microsoft.com/office/drawing/2014/main" id="{2EF2A9C1-35C6-455A-95F1-B2CB3FEA99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53059" y="2528030"/>
                        <a:ext cx="54292" cy="40671"/>
                      </a:xfrm>
                      <a:custGeom>
                        <a:avLst/>
                        <a:gdLst>
                          <a:gd name="connsiteX0" fmla="*/ 54293 w 54292"/>
                          <a:gd name="connsiteY0" fmla="*/ 0 h 40671"/>
                          <a:gd name="connsiteX1" fmla="*/ 0 w 54292"/>
                          <a:gd name="connsiteY1" fmla="*/ 40672 h 40671"/>
                          <a:gd name="connsiteX2" fmla="*/ 54293 w 54292"/>
                          <a:gd name="connsiteY2" fmla="*/ 0 h 406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4292" h="40671">
                            <a:moveTo>
                              <a:pt x="54293" y="0"/>
                            </a:moveTo>
                            <a:cubicBezTo>
                              <a:pt x="50197" y="16383"/>
                              <a:pt x="19526" y="32385"/>
                              <a:pt x="0" y="40672"/>
                            </a:cubicBezTo>
                            <a:cubicBezTo>
                              <a:pt x="21336" y="31242"/>
                              <a:pt x="42386" y="14954"/>
                              <a:pt x="5429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49" name="Forme libre : forme 12748">
                        <a:extLst>
                          <a:ext uri="{FF2B5EF4-FFF2-40B4-BE49-F238E27FC236}">
                            <a16:creationId xmlns:a16="http://schemas.microsoft.com/office/drawing/2014/main" id="{CADC0605-3CAE-4313-B21A-4693D10CDB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12279" y="2506313"/>
                        <a:ext cx="64675" cy="29527"/>
                      </a:xfrm>
                      <a:custGeom>
                        <a:avLst/>
                        <a:gdLst>
                          <a:gd name="connsiteX0" fmla="*/ 64675 w 64675"/>
                          <a:gd name="connsiteY0" fmla="*/ 0 h 29527"/>
                          <a:gd name="connsiteX1" fmla="*/ 0 w 64675"/>
                          <a:gd name="connsiteY1" fmla="*/ 29528 h 29527"/>
                          <a:gd name="connsiteX2" fmla="*/ 64675 w 64675"/>
                          <a:gd name="connsiteY2" fmla="*/ 0 h 295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4675" h="29527">
                            <a:moveTo>
                              <a:pt x="64675" y="0"/>
                            </a:moveTo>
                            <a:cubicBezTo>
                              <a:pt x="39053" y="4000"/>
                              <a:pt x="16859" y="16669"/>
                              <a:pt x="0" y="29528"/>
                            </a:cubicBezTo>
                            <a:cubicBezTo>
                              <a:pt x="15145" y="16764"/>
                              <a:pt x="43244" y="6763"/>
                              <a:pt x="6467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50" name="Forme libre : forme 12749">
                        <a:extLst>
                          <a:ext uri="{FF2B5EF4-FFF2-40B4-BE49-F238E27FC236}">
                            <a16:creationId xmlns:a16="http://schemas.microsoft.com/office/drawing/2014/main" id="{ECB136DA-C88A-4B4E-B2BA-DE364494B7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15749" y="2527802"/>
                        <a:ext cx="35269" cy="8106"/>
                      </a:xfrm>
                      <a:custGeom>
                        <a:avLst/>
                        <a:gdLst>
                          <a:gd name="connsiteX0" fmla="*/ 35119 w 35269"/>
                          <a:gd name="connsiteY0" fmla="*/ 3466 h 8106"/>
                          <a:gd name="connsiteX1" fmla="*/ 14831 w 35269"/>
                          <a:gd name="connsiteY1" fmla="*/ 8038 h 8106"/>
                          <a:gd name="connsiteX2" fmla="*/ 257 w 35269"/>
                          <a:gd name="connsiteY2" fmla="*/ 3942 h 8106"/>
                          <a:gd name="connsiteX3" fmla="*/ 19403 w 35269"/>
                          <a:gd name="connsiteY3" fmla="*/ 37 h 8106"/>
                          <a:gd name="connsiteX4" fmla="*/ 35119 w 35269"/>
                          <a:gd name="connsiteY4" fmla="*/ 3466 h 81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269" h="8106">
                            <a:moveTo>
                              <a:pt x="35119" y="3466"/>
                            </a:moveTo>
                            <a:cubicBezTo>
                              <a:pt x="33405" y="7372"/>
                              <a:pt x="19117" y="7848"/>
                              <a:pt x="14831" y="8038"/>
                            </a:cubicBezTo>
                            <a:cubicBezTo>
                              <a:pt x="10449" y="8324"/>
                              <a:pt x="-1933" y="7848"/>
                              <a:pt x="257" y="3942"/>
                            </a:cubicBezTo>
                            <a:cubicBezTo>
                              <a:pt x="2353" y="37"/>
                              <a:pt x="15307" y="228"/>
                              <a:pt x="19403" y="37"/>
                            </a:cubicBezTo>
                            <a:cubicBezTo>
                              <a:pt x="23403" y="-58"/>
                              <a:pt x="36834" y="-249"/>
                              <a:pt x="35119" y="346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51" name="Forme libre : forme 12750">
                        <a:extLst>
                          <a:ext uri="{FF2B5EF4-FFF2-40B4-BE49-F238E27FC236}">
                            <a16:creationId xmlns:a16="http://schemas.microsoft.com/office/drawing/2014/main" id="{8DAF8006-4127-4CA3-86FA-E2CE119DFB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46130" y="2528504"/>
                        <a:ext cx="10045" cy="3576"/>
                      </a:xfrm>
                      <a:custGeom>
                        <a:avLst/>
                        <a:gdLst>
                          <a:gd name="connsiteX0" fmla="*/ 9977 w 10045"/>
                          <a:gd name="connsiteY0" fmla="*/ 859 h 3576"/>
                          <a:gd name="connsiteX1" fmla="*/ 5690 w 10045"/>
                          <a:gd name="connsiteY1" fmla="*/ 3336 h 3576"/>
                          <a:gd name="connsiteX2" fmla="*/ 70 w 10045"/>
                          <a:gd name="connsiteY2" fmla="*/ 2574 h 3576"/>
                          <a:gd name="connsiteX3" fmla="*/ 4167 w 10045"/>
                          <a:gd name="connsiteY3" fmla="*/ 288 h 3576"/>
                          <a:gd name="connsiteX4" fmla="*/ 9977 w 10045"/>
                          <a:gd name="connsiteY4" fmla="*/ 859 h 35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45" h="3576">
                            <a:moveTo>
                              <a:pt x="9977" y="859"/>
                            </a:moveTo>
                            <a:cubicBezTo>
                              <a:pt x="10548" y="2193"/>
                              <a:pt x="7405" y="3050"/>
                              <a:pt x="5690" y="3336"/>
                            </a:cubicBezTo>
                            <a:cubicBezTo>
                              <a:pt x="4071" y="3622"/>
                              <a:pt x="642" y="3908"/>
                              <a:pt x="70" y="2574"/>
                            </a:cubicBezTo>
                            <a:cubicBezTo>
                              <a:pt x="-501" y="1241"/>
                              <a:pt x="2547" y="574"/>
                              <a:pt x="4167" y="288"/>
                            </a:cubicBezTo>
                            <a:cubicBezTo>
                              <a:pt x="5976" y="2"/>
                              <a:pt x="9405" y="-379"/>
                              <a:pt x="9977" y="85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52" name="Forme libre : forme 12751">
                        <a:extLst>
                          <a:ext uri="{FF2B5EF4-FFF2-40B4-BE49-F238E27FC236}">
                            <a16:creationId xmlns:a16="http://schemas.microsoft.com/office/drawing/2014/main" id="{D7E1EC4E-FF90-4E76-883B-7C9B7AC173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13053" y="2502974"/>
                        <a:ext cx="88653" cy="25330"/>
                      </a:xfrm>
                      <a:custGeom>
                        <a:avLst/>
                        <a:gdLst>
                          <a:gd name="connsiteX0" fmla="*/ 64009 w 88653"/>
                          <a:gd name="connsiteY0" fmla="*/ 8006 h 25330"/>
                          <a:gd name="connsiteX1" fmla="*/ 87631 w 88653"/>
                          <a:gd name="connsiteY1" fmla="*/ 17627 h 25330"/>
                          <a:gd name="connsiteX2" fmla="*/ 83154 w 88653"/>
                          <a:gd name="connsiteY2" fmla="*/ 24770 h 25330"/>
                          <a:gd name="connsiteX3" fmla="*/ 72105 w 88653"/>
                          <a:gd name="connsiteY3" fmla="*/ 23723 h 25330"/>
                          <a:gd name="connsiteX4" fmla="*/ 39625 w 88653"/>
                          <a:gd name="connsiteY4" fmla="*/ 16579 h 25330"/>
                          <a:gd name="connsiteX5" fmla="*/ 572 w 88653"/>
                          <a:gd name="connsiteY5" fmla="*/ 7340 h 25330"/>
                          <a:gd name="connsiteX6" fmla="*/ 43054 w 88653"/>
                          <a:gd name="connsiteY6" fmla="*/ 672 h 25330"/>
                          <a:gd name="connsiteX7" fmla="*/ 64009 w 88653"/>
                          <a:gd name="connsiteY7" fmla="*/ 8006 h 253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8653" h="25330">
                            <a:moveTo>
                              <a:pt x="64009" y="8006"/>
                            </a:moveTo>
                            <a:cubicBezTo>
                              <a:pt x="73724" y="10769"/>
                              <a:pt x="80773" y="12578"/>
                              <a:pt x="87631" y="17627"/>
                            </a:cubicBezTo>
                            <a:cubicBezTo>
                              <a:pt x="90203" y="19532"/>
                              <a:pt x="87631" y="23437"/>
                              <a:pt x="83154" y="24770"/>
                            </a:cubicBezTo>
                            <a:cubicBezTo>
                              <a:pt x="78677" y="26104"/>
                              <a:pt x="75439" y="24770"/>
                              <a:pt x="72105" y="23723"/>
                            </a:cubicBezTo>
                            <a:cubicBezTo>
                              <a:pt x="61723" y="20579"/>
                              <a:pt x="51245" y="18579"/>
                              <a:pt x="39625" y="16579"/>
                            </a:cubicBezTo>
                            <a:cubicBezTo>
                              <a:pt x="32386" y="15627"/>
                              <a:pt x="-5047" y="15817"/>
                              <a:pt x="572" y="7340"/>
                            </a:cubicBezTo>
                            <a:cubicBezTo>
                              <a:pt x="6192" y="-947"/>
                              <a:pt x="33720" y="-566"/>
                              <a:pt x="43054" y="672"/>
                            </a:cubicBezTo>
                            <a:cubicBezTo>
                              <a:pt x="52484" y="2291"/>
                              <a:pt x="56770" y="6006"/>
                              <a:pt x="64009" y="800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66" name="Graphique 1">
                    <a:extLst>
                      <a:ext uri="{FF2B5EF4-FFF2-40B4-BE49-F238E27FC236}">
                        <a16:creationId xmlns:a16="http://schemas.microsoft.com/office/drawing/2014/main" id="{EFAFC228-4B17-4E70-8E60-B375F1D46661}"/>
                      </a:ext>
                    </a:extLst>
                  </p:cNvPr>
                  <p:cNvGrpSpPr/>
                  <p:nvPr/>
                </p:nvGrpSpPr>
                <p:grpSpPr>
                  <a:xfrm>
                    <a:off x="3286110" y="2518400"/>
                    <a:ext cx="1565271" cy="157910"/>
                    <a:chOff x="3286110" y="2518400"/>
                    <a:chExt cx="1565271" cy="157910"/>
                  </a:xfrm>
                  <a:solidFill>
                    <a:schemeClr val="accent1"/>
                  </a:solidFill>
                </p:grpSpPr>
                <p:grpSp>
                  <p:nvGrpSpPr>
                    <p:cNvPr id="12622" name="Graphique 1">
                      <a:extLst>
                        <a:ext uri="{FF2B5EF4-FFF2-40B4-BE49-F238E27FC236}">
                          <a16:creationId xmlns:a16="http://schemas.microsoft.com/office/drawing/2014/main" id="{88DC245F-CE7F-4A56-A5A0-9C3E9425A2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86110" y="2518400"/>
                      <a:ext cx="197562" cy="82744"/>
                      <a:chOff x="3286110" y="2518400"/>
                      <a:chExt cx="197562" cy="82744"/>
                    </a:xfrm>
                    <a:solidFill>
                      <a:schemeClr val="accent1"/>
                    </a:solidFill>
                  </p:grpSpPr>
                  <p:sp>
                    <p:nvSpPr>
                      <p:cNvPr id="12714" name="Forme libre : forme 12713">
                        <a:extLst>
                          <a:ext uri="{FF2B5EF4-FFF2-40B4-BE49-F238E27FC236}">
                            <a16:creationId xmlns:a16="http://schemas.microsoft.com/office/drawing/2014/main" id="{2507CC28-B66F-4DC6-A817-CFF575C705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86110" y="2518400"/>
                        <a:ext cx="197562" cy="82744"/>
                      </a:xfrm>
                      <a:custGeom>
                        <a:avLst/>
                        <a:gdLst>
                          <a:gd name="connsiteX0" fmla="*/ 129464 w 197562"/>
                          <a:gd name="connsiteY0" fmla="*/ 82687 h 82744"/>
                          <a:gd name="connsiteX1" fmla="*/ 61169 w 197562"/>
                          <a:gd name="connsiteY1" fmla="*/ 75067 h 82744"/>
                          <a:gd name="connsiteX2" fmla="*/ 2210 w 197562"/>
                          <a:gd name="connsiteY2" fmla="*/ 36586 h 82744"/>
                          <a:gd name="connsiteX3" fmla="*/ 400 w 197562"/>
                          <a:gd name="connsiteY3" fmla="*/ 31157 h 82744"/>
                          <a:gd name="connsiteX4" fmla="*/ 19 w 197562"/>
                          <a:gd name="connsiteY4" fmla="*/ 25061 h 82744"/>
                          <a:gd name="connsiteX5" fmla="*/ 2495 w 197562"/>
                          <a:gd name="connsiteY5" fmla="*/ 19441 h 82744"/>
                          <a:gd name="connsiteX6" fmla="*/ 6877 w 197562"/>
                          <a:gd name="connsiteY6" fmla="*/ 15440 h 82744"/>
                          <a:gd name="connsiteX7" fmla="*/ 73076 w 197562"/>
                          <a:gd name="connsiteY7" fmla="*/ 486 h 82744"/>
                          <a:gd name="connsiteX8" fmla="*/ 133750 w 197562"/>
                          <a:gd name="connsiteY8" fmla="*/ 7439 h 82744"/>
                          <a:gd name="connsiteX9" fmla="*/ 192710 w 197562"/>
                          <a:gd name="connsiteY9" fmla="*/ 39158 h 82744"/>
                          <a:gd name="connsiteX10" fmla="*/ 194234 w 197562"/>
                          <a:gd name="connsiteY10" fmla="*/ 60208 h 82744"/>
                          <a:gd name="connsiteX11" fmla="*/ 129464 w 197562"/>
                          <a:gd name="connsiteY11" fmla="*/ 82687 h 82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97562" h="82744">
                            <a:moveTo>
                              <a:pt x="129464" y="82687"/>
                            </a:moveTo>
                            <a:cubicBezTo>
                              <a:pt x="113176" y="82306"/>
                              <a:pt x="77933" y="78401"/>
                              <a:pt x="61169" y="75067"/>
                            </a:cubicBezTo>
                            <a:cubicBezTo>
                              <a:pt x="29832" y="68876"/>
                              <a:pt x="15068" y="55255"/>
                              <a:pt x="2210" y="36586"/>
                            </a:cubicBezTo>
                            <a:cubicBezTo>
                              <a:pt x="1162" y="34967"/>
                              <a:pt x="305" y="33062"/>
                              <a:pt x="400" y="31157"/>
                            </a:cubicBezTo>
                            <a:cubicBezTo>
                              <a:pt x="209" y="29252"/>
                              <a:pt x="-76" y="27156"/>
                              <a:pt x="19" y="25061"/>
                            </a:cubicBezTo>
                            <a:cubicBezTo>
                              <a:pt x="114" y="23061"/>
                              <a:pt x="781" y="21060"/>
                              <a:pt x="2495" y="19441"/>
                            </a:cubicBezTo>
                            <a:cubicBezTo>
                              <a:pt x="3734" y="17822"/>
                              <a:pt x="5067" y="16393"/>
                              <a:pt x="6877" y="15440"/>
                            </a:cubicBezTo>
                            <a:cubicBezTo>
                              <a:pt x="26213" y="4106"/>
                              <a:pt x="44882" y="-1800"/>
                              <a:pt x="73076" y="486"/>
                            </a:cubicBezTo>
                            <a:cubicBezTo>
                              <a:pt x="88125" y="1724"/>
                              <a:pt x="118319" y="5249"/>
                              <a:pt x="133750" y="7439"/>
                            </a:cubicBezTo>
                            <a:cubicBezTo>
                              <a:pt x="162610" y="11440"/>
                              <a:pt x="177469" y="23156"/>
                              <a:pt x="192710" y="39158"/>
                            </a:cubicBezTo>
                            <a:cubicBezTo>
                              <a:pt x="197948" y="44682"/>
                              <a:pt x="199663" y="55160"/>
                              <a:pt x="194234" y="60208"/>
                            </a:cubicBezTo>
                            <a:cubicBezTo>
                              <a:pt x="178803" y="74781"/>
                              <a:pt x="159848" y="83544"/>
                              <a:pt x="129464" y="8268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15" name="Forme libre : forme 12714">
                        <a:extLst>
                          <a:ext uri="{FF2B5EF4-FFF2-40B4-BE49-F238E27FC236}">
                            <a16:creationId xmlns:a16="http://schemas.microsoft.com/office/drawing/2014/main" id="{021BC257-E737-4C08-9FEF-A68AAC5FA8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86224" y="2545556"/>
                        <a:ext cx="194309" cy="55489"/>
                      </a:xfrm>
                      <a:custGeom>
                        <a:avLst/>
                        <a:gdLst>
                          <a:gd name="connsiteX0" fmla="*/ 75057 w 194309"/>
                          <a:gd name="connsiteY0" fmla="*/ 22479 h 55489"/>
                          <a:gd name="connsiteX1" fmla="*/ 0 w 194309"/>
                          <a:gd name="connsiteY1" fmla="*/ 0 h 55489"/>
                          <a:gd name="connsiteX2" fmla="*/ 2096 w 194309"/>
                          <a:gd name="connsiteY2" fmla="*/ 9239 h 55489"/>
                          <a:gd name="connsiteX3" fmla="*/ 8954 w 194309"/>
                          <a:gd name="connsiteY3" fmla="*/ 18479 h 55489"/>
                          <a:gd name="connsiteX4" fmla="*/ 35147 w 194309"/>
                          <a:gd name="connsiteY4" fmla="*/ 39434 h 55489"/>
                          <a:gd name="connsiteX5" fmla="*/ 60960 w 194309"/>
                          <a:gd name="connsiteY5" fmla="*/ 47815 h 55489"/>
                          <a:gd name="connsiteX6" fmla="*/ 71914 w 194309"/>
                          <a:gd name="connsiteY6" fmla="*/ 49721 h 55489"/>
                          <a:gd name="connsiteX7" fmla="*/ 124206 w 194309"/>
                          <a:gd name="connsiteY7" fmla="*/ 55245 h 55489"/>
                          <a:gd name="connsiteX8" fmla="*/ 129254 w 194309"/>
                          <a:gd name="connsiteY8" fmla="*/ 55436 h 55489"/>
                          <a:gd name="connsiteX9" fmla="*/ 157639 w 194309"/>
                          <a:gd name="connsiteY9" fmla="*/ 52864 h 55489"/>
                          <a:gd name="connsiteX10" fmla="*/ 186404 w 194309"/>
                          <a:gd name="connsiteY10" fmla="*/ 39434 h 55489"/>
                          <a:gd name="connsiteX11" fmla="*/ 194120 w 194309"/>
                          <a:gd name="connsiteY11" fmla="*/ 32956 h 55489"/>
                          <a:gd name="connsiteX12" fmla="*/ 194310 w 194309"/>
                          <a:gd name="connsiteY12" fmla="*/ 32671 h 55489"/>
                          <a:gd name="connsiteX13" fmla="*/ 75057 w 194309"/>
                          <a:gd name="connsiteY13" fmla="*/ 22479 h 554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94309" h="55489">
                            <a:moveTo>
                              <a:pt x="75057" y="22479"/>
                            </a:moveTo>
                            <a:cubicBezTo>
                              <a:pt x="47816" y="20574"/>
                              <a:pt x="18479" y="14764"/>
                              <a:pt x="0" y="0"/>
                            </a:cubicBezTo>
                            <a:cubicBezTo>
                              <a:pt x="476" y="3334"/>
                              <a:pt x="95" y="6572"/>
                              <a:pt x="2096" y="9239"/>
                            </a:cubicBezTo>
                            <a:cubicBezTo>
                              <a:pt x="4286" y="12478"/>
                              <a:pt x="6572" y="15526"/>
                              <a:pt x="8954" y="18479"/>
                            </a:cubicBezTo>
                            <a:cubicBezTo>
                              <a:pt x="15907" y="26861"/>
                              <a:pt x="24098" y="34004"/>
                              <a:pt x="35147" y="39434"/>
                            </a:cubicBezTo>
                            <a:cubicBezTo>
                              <a:pt x="42386" y="42958"/>
                              <a:pt x="50768" y="45815"/>
                              <a:pt x="60960" y="47815"/>
                            </a:cubicBezTo>
                            <a:cubicBezTo>
                              <a:pt x="64008" y="48387"/>
                              <a:pt x="67818" y="49054"/>
                              <a:pt x="71914" y="49721"/>
                            </a:cubicBezTo>
                            <a:cubicBezTo>
                              <a:pt x="88011" y="52197"/>
                              <a:pt x="110109" y="54388"/>
                              <a:pt x="124206" y="55245"/>
                            </a:cubicBezTo>
                            <a:cubicBezTo>
                              <a:pt x="126016" y="55340"/>
                              <a:pt x="127730" y="55436"/>
                              <a:pt x="129254" y="55436"/>
                            </a:cubicBezTo>
                            <a:cubicBezTo>
                              <a:pt x="140018" y="55721"/>
                              <a:pt x="149352" y="54864"/>
                              <a:pt x="157639" y="52864"/>
                            </a:cubicBezTo>
                            <a:cubicBezTo>
                              <a:pt x="168974" y="50102"/>
                              <a:pt x="178118" y="45339"/>
                              <a:pt x="186404" y="39434"/>
                            </a:cubicBezTo>
                            <a:cubicBezTo>
                              <a:pt x="189071" y="37433"/>
                              <a:pt x="191643" y="35338"/>
                              <a:pt x="194120" y="32956"/>
                            </a:cubicBezTo>
                            <a:lnTo>
                              <a:pt x="194310" y="32671"/>
                            </a:lnTo>
                            <a:cubicBezTo>
                              <a:pt x="154877" y="29813"/>
                              <a:pt x="114110" y="25241"/>
                              <a:pt x="75057" y="2247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16" name="Forme libre : forme 12715">
                        <a:extLst>
                          <a:ext uri="{FF2B5EF4-FFF2-40B4-BE49-F238E27FC236}">
                            <a16:creationId xmlns:a16="http://schemas.microsoft.com/office/drawing/2014/main" id="{68C58709-6DB7-4885-88D7-EE95EDCB4D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54197" y="2549363"/>
                        <a:ext cx="91573" cy="27111"/>
                      </a:xfrm>
                      <a:custGeom>
                        <a:avLst/>
                        <a:gdLst>
                          <a:gd name="connsiteX0" fmla="*/ 91571 w 91573"/>
                          <a:gd name="connsiteY0" fmla="*/ 18291 h 27111"/>
                          <a:gd name="connsiteX1" fmla="*/ 42517 w 91573"/>
                          <a:gd name="connsiteY1" fmla="*/ 26387 h 27111"/>
                          <a:gd name="connsiteX2" fmla="*/ 35 w 91573"/>
                          <a:gd name="connsiteY2" fmla="*/ 7814 h 27111"/>
                          <a:gd name="connsiteX3" fmla="*/ 44898 w 91573"/>
                          <a:gd name="connsiteY3" fmla="*/ 1622 h 27111"/>
                          <a:gd name="connsiteX4" fmla="*/ 91571 w 91573"/>
                          <a:gd name="connsiteY4" fmla="*/ 18291 h 271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1573" h="27111">
                            <a:moveTo>
                              <a:pt x="91571" y="18291"/>
                            </a:moveTo>
                            <a:cubicBezTo>
                              <a:pt x="91190" y="28483"/>
                              <a:pt x="54709" y="27625"/>
                              <a:pt x="42517" y="26387"/>
                            </a:cubicBezTo>
                            <a:cubicBezTo>
                              <a:pt x="30325" y="25244"/>
                              <a:pt x="-1203" y="18863"/>
                              <a:pt x="35" y="7814"/>
                            </a:cubicBezTo>
                            <a:cubicBezTo>
                              <a:pt x="1178" y="-3045"/>
                              <a:pt x="33659" y="98"/>
                              <a:pt x="44898" y="1622"/>
                            </a:cubicBezTo>
                            <a:cubicBezTo>
                              <a:pt x="56043" y="3241"/>
                              <a:pt x="91952" y="8195"/>
                              <a:pt x="91571" y="1829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17" name="Forme libre : forme 12716">
                        <a:extLst>
                          <a:ext uri="{FF2B5EF4-FFF2-40B4-BE49-F238E27FC236}">
                            <a16:creationId xmlns:a16="http://schemas.microsoft.com/office/drawing/2014/main" id="{3EFC4BCE-F945-4CF2-9E41-DD4DB26A7A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53689" y="2549747"/>
                        <a:ext cx="63408" cy="26629"/>
                      </a:xfrm>
                      <a:custGeom>
                        <a:avLst/>
                        <a:gdLst>
                          <a:gd name="connsiteX0" fmla="*/ 20927 w 63408"/>
                          <a:gd name="connsiteY0" fmla="*/ 0 h 26629"/>
                          <a:gd name="connsiteX1" fmla="*/ 67 w 63408"/>
                          <a:gd name="connsiteY1" fmla="*/ 7429 h 26629"/>
                          <a:gd name="connsiteX2" fmla="*/ 43597 w 63408"/>
                          <a:gd name="connsiteY2" fmla="*/ 26098 h 26629"/>
                          <a:gd name="connsiteX3" fmla="*/ 63409 w 63408"/>
                          <a:gd name="connsiteY3" fmla="*/ 26384 h 26629"/>
                          <a:gd name="connsiteX4" fmla="*/ 52931 w 63408"/>
                          <a:gd name="connsiteY4" fmla="*/ 24670 h 26629"/>
                          <a:gd name="connsiteX5" fmla="*/ 20927 w 63408"/>
                          <a:gd name="connsiteY5" fmla="*/ 0 h 266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3408" h="26629">
                            <a:moveTo>
                              <a:pt x="20927" y="0"/>
                            </a:moveTo>
                            <a:cubicBezTo>
                              <a:pt x="15022" y="1238"/>
                              <a:pt x="-1171" y="381"/>
                              <a:pt x="67" y="7429"/>
                            </a:cubicBezTo>
                            <a:cubicBezTo>
                              <a:pt x="1972" y="18860"/>
                              <a:pt x="28261" y="24384"/>
                              <a:pt x="43597" y="26098"/>
                            </a:cubicBezTo>
                            <a:cubicBezTo>
                              <a:pt x="48073" y="26575"/>
                              <a:pt x="58265" y="26861"/>
                              <a:pt x="63409" y="26384"/>
                            </a:cubicBezTo>
                            <a:cubicBezTo>
                              <a:pt x="60551" y="26003"/>
                              <a:pt x="55598" y="25527"/>
                              <a:pt x="52931" y="24670"/>
                            </a:cubicBezTo>
                            <a:cubicBezTo>
                              <a:pt x="37786" y="19621"/>
                              <a:pt x="20260" y="12097"/>
                              <a:pt x="20927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18" name="Forme libre : forme 12717">
                        <a:extLst>
                          <a:ext uri="{FF2B5EF4-FFF2-40B4-BE49-F238E27FC236}">
                            <a16:creationId xmlns:a16="http://schemas.microsoft.com/office/drawing/2014/main" id="{DE4C6188-A5DF-4591-AA9A-02D37D6907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58610" y="2552840"/>
                        <a:ext cx="92137" cy="26755"/>
                      </a:xfrm>
                      <a:custGeom>
                        <a:avLst/>
                        <a:gdLst>
                          <a:gd name="connsiteX0" fmla="*/ 91920 w 92137"/>
                          <a:gd name="connsiteY0" fmla="*/ 17671 h 26755"/>
                          <a:gd name="connsiteX1" fmla="*/ 42199 w 92137"/>
                          <a:gd name="connsiteY1" fmla="*/ 26243 h 26755"/>
                          <a:gd name="connsiteX2" fmla="*/ 4 w 92137"/>
                          <a:gd name="connsiteY2" fmla="*/ 7765 h 26755"/>
                          <a:gd name="connsiteX3" fmla="*/ 44771 w 92137"/>
                          <a:gd name="connsiteY3" fmla="*/ 1479 h 26755"/>
                          <a:gd name="connsiteX4" fmla="*/ 91920 w 92137"/>
                          <a:gd name="connsiteY4" fmla="*/ 17671 h 267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137" h="26755">
                            <a:moveTo>
                              <a:pt x="91920" y="17671"/>
                            </a:moveTo>
                            <a:cubicBezTo>
                              <a:pt x="88396" y="27672"/>
                              <a:pt x="55344" y="27291"/>
                              <a:pt x="42199" y="26243"/>
                            </a:cubicBezTo>
                            <a:cubicBezTo>
                              <a:pt x="28960" y="25386"/>
                              <a:pt x="-377" y="19005"/>
                              <a:pt x="4" y="7765"/>
                            </a:cubicBezTo>
                            <a:cubicBezTo>
                              <a:pt x="385" y="-3379"/>
                              <a:pt x="34198" y="431"/>
                              <a:pt x="44771" y="1479"/>
                            </a:cubicBezTo>
                            <a:cubicBezTo>
                              <a:pt x="55154" y="2812"/>
                              <a:pt x="95444" y="7860"/>
                              <a:pt x="91920" y="176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19" name="Forme libre : forme 12718">
                        <a:extLst>
                          <a:ext uri="{FF2B5EF4-FFF2-40B4-BE49-F238E27FC236}">
                            <a16:creationId xmlns:a16="http://schemas.microsoft.com/office/drawing/2014/main" id="{EEEE8146-A653-492F-92FE-CFAA3E976F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11539" y="2534659"/>
                        <a:ext cx="112096" cy="57202"/>
                      </a:xfrm>
                      <a:custGeom>
                        <a:avLst/>
                        <a:gdLst>
                          <a:gd name="connsiteX0" fmla="*/ 212 w 112096"/>
                          <a:gd name="connsiteY0" fmla="*/ 16802 h 57202"/>
                          <a:gd name="connsiteX1" fmla="*/ 9737 w 112096"/>
                          <a:gd name="connsiteY1" fmla="*/ 30708 h 57202"/>
                          <a:gd name="connsiteX2" fmla="*/ 49647 w 112096"/>
                          <a:gd name="connsiteY2" fmla="*/ 53092 h 57202"/>
                          <a:gd name="connsiteX3" fmla="*/ 94796 w 112096"/>
                          <a:gd name="connsiteY3" fmla="*/ 55950 h 57202"/>
                          <a:gd name="connsiteX4" fmla="*/ 111845 w 112096"/>
                          <a:gd name="connsiteY4" fmla="*/ 43662 h 57202"/>
                          <a:gd name="connsiteX5" fmla="*/ 98129 w 112096"/>
                          <a:gd name="connsiteY5" fmla="*/ 36614 h 57202"/>
                          <a:gd name="connsiteX6" fmla="*/ 60887 w 112096"/>
                          <a:gd name="connsiteY6" fmla="*/ 18230 h 57202"/>
                          <a:gd name="connsiteX7" fmla="*/ 24120 w 112096"/>
                          <a:gd name="connsiteY7" fmla="*/ 38 h 57202"/>
                          <a:gd name="connsiteX8" fmla="*/ 212 w 112096"/>
                          <a:gd name="connsiteY8" fmla="*/ 16802 h 572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2096" h="57202">
                            <a:moveTo>
                              <a:pt x="212" y="16802"/>
                            </a:moveTo>
                            <a:cubicBezTo>
                              <a:pt x="1546" y="23374"/>
                              <a:pt x="3546" y="25755"/>
                              <a:pt x="9737" y="30708"/>
                            </a:cubicBezTo>
                            <a:cubicBezTo>
                              <a:pt x="21644" y="40329"/>
                              <a:pt x="31740" y="48044"/>
                              <a:pt x="49647" y="53092"/>
                            </a:cubicBezTo>
                            <a:cubicBezTo>
                              <a:pt x="64506" y="57283"/>
                              <a:pt x="81841" y="58331"/>
                              <a:pt x="94796" y="55950"/>
                            </a:cubicBezTo>
                            <a:cubicBezTo>
                              <a:pt x="104511" y="54235"/>
                              <a:pt x="113750" y="49949"/>
                              <a:pt x="111845" y="43662"/>
                            </a:cubicBezTo>
                            <a:cubicBezTo>
                              <a:pt x="110702" y="39757"/>
                              <a:pt x="103558" y="38900"/>
                              <a:pt x="98129" y="36614"/>
                            </a:cubicBezTo>
                            <a:cubicBezTo>
                              <a:pt x="85175" y="31280"/>
                              <a:pt x="72793" y="26612"/>
                              <a:pt x="60887" y="18230"/>
                            </a:cubicBezTo>
                            <a:cubicBezTo>
                              <a:pt x="50790" y="11087"/>
                              <a:pt x="40408" y="704"/>
                              <a:pt x="24120" y="38"/>
                            </a:cubicBezTo>
                            <a:cubicBezTo>
                              <a:pt x="9451" y="-629"/>
                              <a:pt x="-1693" y="7658"/>
                              <a:pt x="212" y="1680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20" name="Forme libre : forme 12719">
                        <a:extLst>
                          <a:ext uri="{FF2B5EF4-FFF2-40B4-BE49-F238E27FC236}">
                            <a16:creationId xmlns:a16="http://schemas.microsoft.com/office/drawing/2014/main" id="{4C8C114C-3C11-4221-8FF9-A0A90FE956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35345" y="2538408"/>
                        <a:ext cx="37956" cy="9885"/>
                      </a:xfrm>
                      <a:custGeom>
                        <a:avLst/>
                        <a:gdLst>
                          <a:gd name="connsiteX0" fmla="*/ 4029 w 37956"/>
                          <a:gd name="connsiteY0" fmla="*/ 3623 h 9885"/>
                          <a:gd name="connsiteX1" fmla="*/ 219 w 37956"/>
                          <a:gd name="connsiteY1" fmla="*/ 5623 h 9885"/>
                          <a:gd name="connsiteX2" fmla="*/ 2600 w 37956"/>
                          <a:gd name="connsiteY2" fmla="*/ 8386 h 9885"/>
                          <a:gd name="connsiteX3" fmla="*/ 9363 w 37956"/>
                          <a:gd name="connsiteY3" fmla="*/ 9529 h 9885"/>
                          <a:gd name="connsiteX4" fmla="*/ 26222 w 37956"/>
                          <a:gd name="connsiteY4" fmla="*/ 9719 h 9885"/>
                          <a:gd name="connsiteX5" fmla="*/ 32318 w 37956"/>
                          <a:gd name="connsiteY5" fmla="*/ 8957 h 9885"/>
                          <a:gd name="connsiteX6" fmla="*/ 29841 w 37956"/>
                          <a:gd name="connsiteY6" fmla="*/ 99 h 9885"/>
                          <a:gd name="connsiteX7" fmla="*/ 4029 w 37956"/>
                          <a:gd name="connsiteY7" fmla="*/ 3623 h 9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956" h="9885">
                            <a:moveTo>
                              <a:pt x="4029" y="3623"/>
                            </a:moveTo>
                            <a:cubicBezTo>
                              <a:pt x="2219" y="4195"/>
                              <a:pt x="885" y="4576"/>
                              <a:pt x="219" y="5623"/>
                            </a:cubicBezTo>
                            <a:cubicBezTo>
                              <a:pt x="-543" y="6766"/>
                              <a:pt x="790" y="7719"/>
                              <a:pt x="2600" y="8386"/>
                            </a:cubicBezTo>
                            <a:cubicBezTo>
                              <a:pt x="4410" y="9052"/>
                              <a:pt x="7172" y="9338"/>
                              <a:pt x="9363" y="9529"/>
                            </a:cubicBezTo>
                            <a:cubicBezTo>
                              <a:pt x="14887" y="9910"/>
                              <a:pt x="20888" y="10005"/>
                              <a:pt x="26222" y="9719"/>
                            </a:cubicBezTo>
                            <a:cubicBezTo>
                              <a:pt x="28413" y="9624"/>
                              <a:pt x="30508" y="9529"/>
                              <a:pt x="32318" y="8957"/>
                            </a:cubicBezTo>
                            <a:cubicBezTo>
                              <a:pt x="39938" y="6481"/>
                              <a:pt x="40509" y="861"/>
                              <a:pt x="29841" y="99"/>
                            </a:cubicBezTo>
                            <a:cubicBezTo>
                              <a:pt x="21555" y="-473"/>
                              <a:pt x="11363" y="1528"/>
                              <a:pt x="4029" y="362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21" name="Forme libre : forme 12720">
                        <a:extLst>
                          <a:ext uri="{FF2B5EF4-FFF2-40B4-BE49-F238E27FC236}">
                            <a16:creationId xmlns:a16="http://schemas.microsoft.com/office/drawing/2014/main" id="{7E7FE64A-EDC5-4A67-9952-A3C8226A07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18050" y="2575655"/>
                        <a:ext cx="59912" cy="24002"/>
                      </a:xfrm>
                      <a:custGeom>
                        <a:avLst/>
                        <a:gdLst>
                          <a:gd name="connsiteX0" fmla="*/ 59912 w 59912"/>
                          <a:gd name="connsiteY0" fmla="*/ 0 h 24002"/>
                          <a:gd name="connsiteX1" fmla="*/ 0 w 59912"/>
                          <a:gd name="connsiteY1" fmla="*/ 24003 h 24002"/>
                          <a:gd name="connsiteX2" fmla="*/ 59912 w 59912"/>
                          <a:gd name="connsiteY2" fmla="*/ 0 h 240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9912" h="24002">
                            <a:moveTo>
                              <a:pt x="59912" y="0"/>
                            </a:moveTo>
                            <a:cubicBezTo>
                              <a:pt x="50959" y="13621"/>
                              <a:pt x="19812" y="20574"/>
                              <a:pt x="0" y="24003"/>
                            </a:cubicBezTo>
                            <a:cubicBezTo>
                              <a:pt x="21527" y="20193"/>
                              <a:pt x="44482" y="9715"/>
                              <a:pt x="5991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22" name="Forme libre : forme 12721">
                        <a:extLst>
                          <a:ext uri="{FF2B5EF4-FFF2-40B4-BE49-F238E27FC236}">
                            <a16:creationId xmlns:a16="http://schemas.microsoft.com/office/drawing/2014/main" id="{FC7467ED-3E3E-4A84-AEB6-D9FEA295BA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93939" y="2521305"/>
                        <a:ext cx="67151" cy="14725"/>
                      </a:xfrm>
                      <a:custGeom>
                        <a:avLst/>
                        <a:gdLst>
                          <a:gd name="connsiteX0" fmla="*/ 67151 w 67151"/>
                          <a:gd name="connsiteY0" fmla="*/ 248 h 14725"/>
                          <a:gd name="connsiteX1" fmla="*/ 0 w 67151"/>
                          <a:gd name="connsiteY1" fmla="*/ 14726 h 14725"/>
                          <a:gd name="connsiteX2" fmla="*/ 67151 w 67151"/>
                          <a:gd name="connsiteY2" fmla="*/ 248 h 147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7151" h="14725">
                            <a:moveTo>
                              <a:pt x="67151" y="248"/>
                            </a:moveTo>
                            <a:cubicBezTo>
                              <a:pt x="42101" y="-1467"/>
                              <a:pt x="18764" y="5963"/>
                              <a:pt x="0" y="14726"/>
                            </a:cubicBezTo>
                            <a:cubicBezTo>
                              <a:pt x="17145" y="5677"/>
                              <a:pt x="45529" y="2058"/>
                              <a:pt x="67151" y="24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23" name="Forme libre : forme 12722">
                        <a:extLst>
                          <a:ext uri="{FF2B5EF4-FFF2-40B4-BE49-F238E27FC236}">
                            <a16:creationId xmlns:a16="http://schemas.microsoft.com/office/drawing/2014/main" id="{27402A51-BCE1-4129-9661-A281F917DA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1692" y="2553465"/>
                        <a:ext cx="33650" cy="10812"/>
                      </a:xfrm>
                      <a:custGeom>
                        <a:avLst/>
                        <a:gdLst>
                          <a:gd name="connsiteX0" fmla="*/ 33311 w 33650"/>
                          <a:gd name="connsiteY0" fmla="*/ 9236 h 10812"/>
                          <a:gd name="connsiteX1" fmla="*/ 13214 w 33650"/>
                          <a:gd name="connsiteY1" fmla="*/ 8855 h 10812"/>
                          <a:gd name="connsiteX2" fmla="*/ 450 w 33650"/>
                          <a:gd name="connsiteY2" fmla="*/ 1520 h 10812"/>
                          <a:gd name="connsiteX3" fmla="*/ 19310 w 33650"/>
                          <a:gd name="connsiteY3" fmla="*/ 2187 h 10812"/>
                          <a:gd name="connsiteX4" fmla="*/ 33311 w 33650"/>
                          <a:gd name="connsiteY4" fmla="*/ 9236 h 108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650" h="10812">
                            <a:moveTo>
                              <a:pt x="33311" y="9236"/>
                            </a:moveTo>
                            <a:cubicBezTo>
                              <a:pt x="30740" y="12569"/>
                              <a:pt x="17309" y="9712"/>
                              <a:pt x="13214" y="8855"/>
                            </a:cubicBezTo>
                            <a:cubicBezTo>
                              <a:pt x="9118" y="7998"/>
                              <a:pt x="-2407" y="4854"/>
                              <a:pt x="450" y="1520"/>
                            </a:cubicBezTo>
                            <a:cubicBezTo>
                              <a:pt x="3308" y="-1813"/>
                              <a:pt x="15500" y="1235"/>
                              <a:pt x="19310" y="2187"/>
                            </a:cubicBezTo>
                            <a:cubicBezTo>
                              <a:pt x="23120" y="3140"/>
                              <a:pt x="35883" y="5997"/>
                              <a:pt x="33311" y="923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24" name="Forme libre : forme 12723">
                        <a:extLst>
                          <a:ext uri="{FF2B5EF4-FFF2-40B4-BE49-F238E27FC236}">
                            <a16:creationId xmlns:a16="http://schemas.microsoft.com/office/drawing/2014/main" id="{B3869C34-66CE-410A-88D8-B2D63207EA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20708" y="2560041"/>
                        <a:ext cx="9637" cy="3510"/>
                      </a:xfrm>
                      <a:custGeom>
                        <a:avLst/>
                        <a:gdLst>
                          <a:gd name="connsiteX0" fmla="*/ 9629 w 9637"/>
                          <a:gd name="connsiteY0" fmla="*/ 2184 h 3510"/>
                          <a:gd name="connsiteX1" fmla="*/ 5057 w 9637"/>
                          <a:gd name="connsiteY1" fmla="*/ 3422 h 3510"/>
                          <a:gd name="connsiteX2" fmla="*/ 9 w 9637"/>
                          <a:gd name="connsiteY2" fmla="*/ 1327 h 3510"/>
                          <a:gd name="connsiteX3" fmla="*/ 4485 w 9637"/>
                          <a:gd name="connsiteY3" fmla="*/ 88 h 3510"/>
                          <a:gd name="connsiteX4" fmla="*/ 9629 w 9637"/>
                          <a:gd name="connsiteY4" fmla="*/ 2184 h 35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637" h="3510">
                            <a:moveTo>
                              <a:pt x="9629" y="2184"/>
                            </a:moveTo>
                            <a:cubicBezTo>
                              <a:pt x="9819" y="3612"/>
                              <a:pt x="6676" y="3612"/>
                              <a:pt x="5057" y="3422"/>
                            </a:cubicBezTo>
                            <a:cubicBezTo>
                              <a:pt x="3438" y="3231"/>
                              <a:pt x="199" y="2755"/>
                              <a:pt x="9" y="1327"/>
                            </a:cubicBezTo>
                            <a:cubicBezTo>
                              <a:pt x="-182" y="-102"/>
                              <a:pt x="2866" y="-102"/>
                              <a:pt x="4485" y="88"/>
                            </a:cubicBezTo>
                            <a:cubicBezTo>
                              <a:pt x="6105" y="279"/>
                              <a:pt x="9438" y="850"/>
                              <a:pt x="9629" y="218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25" name="Forme libre : forme 12724">
                        <a:extLst>
                          <a:ext uri="{FF2B5EF4-FFF2-40B4-BE49-F238E27FC236}">
                            <a16:creationId xmlns:a16="http://schemas.microsoft.com/office/drawing/2014/main" id="{F281CA26-4D34-4AC5-9B5F-85B965B81F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3722" y="2530726"/>
                        <a:ext cx="80864" cy="41032"/>
                      </a:xfrm>
                      <a:custGeom>
                        <a:avLst/>
                        <a:gdLst>
                          <a:gd name="connsiteX0" fmla="*/ 61190 w 80864"/>
                          <a:gd name="connsiteY0" fmla="*/ 19402 h 41032"/>
                          <a:gd name="connsiteX1" fmla="*/ 80430 w 80864"/>
                          <a:gd name="connsiteY1" fmla="*/ 35689 h 41032"/>
                          <a:gd name="connsiteX2" fmla="*/ 74144 w 80864"/>
                          <a:gd name="connsiteY2" fmla="*/ 41023 h 41032"/>
                          <a:gd name="connsiteX3" fmla="*/ 64333 w 80864"/>
                          <a:gd name="connsiteY3" fmla="*/ 36832 h 41032"/>
                          <a:gd name="connsiteX4" fmla="*/ 35758 w 80864"/>
                          <a:gd name="connsiteY4" fmla="*/ 21211 h 41032"/>
                          <a:gd name="connsiteX5" fmla="*/ 992 w 80864"/>
                          <a:gd name="connsiteY5" fmla="*/ 2923 h 41032"/>
                          <a:gd name="connsiteX6" fmla="*/ 43092 w 80864"/>
                          <a:gd name="connsiteY6" fmla="*/ 6733 h 41032"/>
                          <a:gd name="connsiteX7" fmla="*/ 61190 w 80864"/>
                          <a:gd name="connsiteY7" fmla="*/ 19402 h 41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0864" h="41032">
                            <a:moveTo>
                              <a:pt x="61190" y="19402"/>
                            </a:moveTo>
                            <a:cubicBezTo>
                              <a:pt x="69572" y="24831"/>
                              <a:pt x="75763" y="28545"/>
                              <a:pt x="80430" y="35689"/>
                            </a:cubicBezTo>
                            <a:cubicBezTo>
                              <a:pt x="82145" y="38356"/>
                              <a:pt x="78525" y="41214"/>
                              <a:pt x="74144" y="41023"/>
                            </a:cubicBezTo>
                            <a:cubicBezTo>
                              <a:pt x="69762" y="40833"/>
                              <a:pt x="67095" y="38832"/>
                              <a:pt x="64333" y="36832"/>
                            </a:cubicBezTo>
                            <a:cubicBezTo>
                              <a:pt x="55665" y="30641"/>
                              <a:pt x="46331" y="26069"/>
                              <a:pt x="35758" y="21211"/>
                            </a:cubicBezTo>
                            <a:cubicBezTo>
                              <a:pt x="29186" y="18354"/>
                              <a:pt x="-6343" y="9877"/>
                              <a:pt x="992" y="2923"/>
                            </a:cubicBezTo>
                            <a:cubicBezTo>
                              <a:pt x="8231" y="-3935"/>
                              <a:pt x="34329" y="2923"/>
                              <a:pt x="43092" y="6733"/>
                            </a:cubicBezTo>
                            <a:cubicBezTo>
                              <a:pt x="51760" y="10638"/>
                              <a:pt x="54903" y="15306"/>
                              <a:pt x="61190" y="1940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623" name="Graphique 1">
                      <a:extLst>
                        <a:ext uri="{FF2B5EF4-FFF2-40B4-BE49-F238E27FC236}">
                          <a16:creationId xmlns:a16="http://schemas.microsoft.com/office/drawing/2014/main" id="{F6BE3047-BCE6-4406-BEF3-C06CBDEF7B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83658" y="2538769"/>
                      <a:ext cx="198834" cy="78224"/>
                      <a:chOff x="3483658" y="2538769"/>
                      <a:chExt cx="198834" cy="78224"/>
                    </a:xfrm>
                    <a:solidFill>
                      <a:schemeClr val="accent1"/>
                    </a:solidFill>
                  </p:grpSpPr>
                  <p:sp>
                    <p:nvSpPr>
                      <p:cNvPr id="12702" name="Forme libre : forme 12701">
                        <a:extLst>
                          <a:ext uri="{FF2B5EF4-FFF2-40B4-BE49-F238E27FC236}">
                            <a16:creationId xmlns:a16="http://schemas.microsoft.com/office/drawing/2014/main" id="{CBA916D2-3377-4420-8D3A-B701654E0A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83658" y="2538769"/>
                        <a:ext cx="198834" cy="78224"/>
                      </a:xfrm>
                      <a:custGeom>
                        <a:avLst/>
                        <a:gdLst>
                          <a:gd name="connsiteX0" fmla="*/ 132893 w 198834"/>
                          <a:gd name="connsiteY0" fmla="*/ 78034 h 78224"/>
                          <a:gd name="connsiteX1" fmla="*/ 100127 w 198834"/>
                          <a:gd name="connsiteY1" fmla="*/ 78129 h 78224"/>
                          <a:gd name="connsiteX2" fmla="*/ 63456 w 198834"/>
                          <a:gd name="connsiteY2" fmla="*/ 75176 h 78224"/>
                          <a:gd name="connsiteX3" fmla="*/ 27356 w 198834"/>
                          <a:gd name="connsiteY3" fmla="*/ 62698 h 78224"/>
                          <a:gd name="connsiteX4" fmla="*/ 3067 w 198834"/>
                          <a:gd name="connsiteY4" fmla="*/ 40981 h 78224"/>
                          <a:gd name="connsiteX5" fmla="*/ 5734 w 198834"/>
                          <a:gd name="connsiteY5" fmla="*/ 19550 h 78224"/>
                          <a:gd name="connsiteX6" fmla="*/ 72028 w 198834"/>
                          <a:gd name="connsiteY6" fmla="*/ 119 h 78224"/>
                          <a:gd name="connsiteX7" fmla="*/ 100222 w 198834"/>
                          <a:gd name="connsiteY7" fmla="*/ 1357 h 78224"/>
                          <a:gd name="connsiteX8" fmla="*/ 132226 w 198834"/>
                          <a:gd name="connsiteY8" fmla="*/ 2595 h 78224"/>
                          <a:gd name="connsiteX9" fmla="*/ 193567 w 198834"/>
                          <a:gd name="connsiteY9" fmla="*/ 31456 h 78224"/>
                          <a:gd name="connsiteX10" fmla="*/ 195853 w 198834"/>
                          <a:gd name="connsiteY10" fmla="*/ 52411 h 78224"/>
                          <a:gd name="connsiteX11" fmla="*/ 132893 w 198834"/>
                          <a:gd name="connsiteY11" fmla="*/ 78034 h 782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98834" h="78224">
                            <a:moveTo>
                              <a:pt x="132893" y="78034"/>
                            </a:moveTo>
                            <a:cubicBezTo>
                              <a:pt x="124987" y="78319"/>
                              <a:pt x="112509" y="78224"/>
                              <a:pt x="100127" y="78129"/>
                            </a:cubicBezTo>
                            <a:cubicBezTo>
                              <a:pt x="84887" y="77938"/>
                              <a:pt x="71933" y="76319"/>
                              <a:pt x="63456" y="75176"/>
                            </a:cubicBezTo>
                            <a:cubicBezTo>
                              <a:pt x="47739" y="72795"/>
                              <a:pt x="36309" y="68413"/>
                              <a:pt x="27356" y="62698"/>
                            </a:cubicBezTo>
                            <a:cubicBezTo>
                              <a:pt x="18593" y="57079"/>
                              <a:pt x="10306" y="49744"/>
                              <a:pt x="3067" y="40981"/>
                            </a:cubicBezTo>
                            <a:cubicBezTo>
                              <a:pt x="-2076" y="34980"/>
                              <a:pt x="-457" y="24122"/>
                              <a:pt x="5734" y="19550"/>
                            </a:cubicBezTo>
                            <a:cubicBezTo>
                              <a:pt x="23069" y="6120"/>
                              <a:pt x="43929" y="-1024"/>
                              <a:pt x="72028" y="119"/>
                            </a:cubicBezTo>
                            <a:cubicBezTo>
                              <a:pt x="79362" y="310"/>
                              <a:pt x="91269" y="1262"/>
                              <a:pt x="100222" y="1357"/>
                            </a:cubicBezTo>
                            <a:cubicBezTo>
                              <a:pt x="112224" y="1548"/>
                              <a:pt x="124130" y="2024"/>
                              <a:pt x="132226" y="2595"/>
                            </a:cubicBezTo>
                            <a:cubicBezTo>
                              <a:pt x="162325" y="4786"/>
                              <a:pt x="177660" y="16121"/>
                              <a:pt x="193567" y="31456"/>
                            </a:cubicBezTo>
                            <a:cubicBezTo>
                              <a:pt x="198996" y="36790"/>
                              <a:pt x="200997" y="47172"/>
                              <a:pt x="195853" y="52411"/>
                            </a:cubicBezTo>
                            <a:cubicBezTo>
                              <a:pt x="180899" y="67746"/>
                              <a:pt x="162420" y="76890"/>
                              <a:pt x="132893" y="7803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03" name="Forme libre : forme 12702">
                        <a:extLst>
                          <a:ext uri="{FF2B5EF4-FFF2-40B4-BE49-F238E27FC236}">
                            <a16:creationId xmlns:a16="http://schemas.microsoft.com/office/drawing/2014/main" id="{100D439F-7346-413C-BDC8-EA005469A3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83868" y="2570416"/>
                        <a:ext cx="195833" cy="46196"/>
                      </a:xfrm>
                      <a:custGeom>
                        <a:avLst/>
                        <a:gdLst>
                          <a:gd name="connsiteX0" fmla="*/ 76200 w 195833"/>
                          <a:gd name="connsiteY0" fmla="*/ 17431 h 46196"/>
                          <a:gd name="connsiteX1" fmla="*/ 35338 w 195833"/>
                          <a:gd name="connsiteY1" fmla="*/ 13049 h 46196"/>
                          <a:gd name="connsiteX2" fmla="*/ 0 w 195833"/>
                          <a:gd name="connsiteY2" fmla="*/ 0 h 46196"/>
                          <a:gd name="connsiteX3" fmla="*/ 3048 w 195833"/>
                          <a:gd name="connsiteY3" fmla="*/ 9049 h 46196"/>
                          <a:gd name="connsiteX4" fmla="*/ 10859 w 195833"/>
                          <a:gd name="connsiteY4" fmla="*/ 17526 h 46196"/>
                          <a:gd name="connsiteX5" fmla="*/ 23432 w 195833"/>
                          <a:gd name="connsiteY5" fmla="*/ 27908 h 46196"/>
                          <a:gd name="connsiteX6" fmla="*/ 37624 w 195833"/>
                          <a:gd name="connsiteY6" fmla="*/ 36100 h 46196"/>
                          <a:gd name="connsiteX7" fmla="*/ 63341 w 195833"/>
                          <a:gd name="connsiteY7" fmla="*/ 43149 h 46196"/>
                          <a:gd name="connsiteX8" fmla="*/ 74486 w 195833"/>
                          <a:gd name="connsiteY8" fmla="*/ 44577 h 46196"/>
                          <a:gd name="connsiteX9" fmla="*/ 88202 w 195833"/>
                          <a:gd name="connsiteY9" fmla="*/ 45720 h 46196"/>
                          <a:gd name="connsiteX10" fmla="*/ 96298 w 195833"/>
                          <a:gd name="connsiteY10" fmla="*/ 46101 h 46196"/>
                          <a:gd name="connsiteX11" fmla="*/ 103346 w 195833"/>
                          <a:gd name="connsiteY11" fmla="*/ 46196 h 46196"/>
                          <a:gd name="connsiteX12" fmla="*/ 127826 w 195833"/>
                          <a:gd name="connsiteY12" fmla="*/ 46196 h 46196"/>
                          <a:gd name="connsiteX13" fmla="*/ 132683 w 195833"/>
                          <a:gd name="connsiteY13" fmla="*/ 46101 h 46196"/>
                          <a:gd name="connsiteX14" fmla="*/ 160211 w 195833"/>
                          <a:gd name="connsiteY14" fmla="*/ 42005 h 46196"/>
                          <a:gd name="connsiteX15" fmla="*/ 188214 w 195833"/>
                          <a:gd name="connsiteY15" fmla="*/ 27432 h 46196"/>
                          <a:gd name="connsiteX16" fmla="*/ 195644 w 195833"/>
                          <a:gd name="connsiteY16" fmla="*/ 20669 h 46196"/>
                          <a:gd name="connsiteX17" fmla="*/ 195834 w 195833"/>
                          <a:gd name="connsiteY17" fmla="*/ 20384 h 46196"/>
                          <a:gd name="connsiteX18" fmla="*/ 136017 w 195833"/>
                          <a:gd name="connsiteY18" fmla="*/ 18098 h 46196"/>
                          <a:gd name="connsiteX19" fmla="*/ 106204 w 195833"/>
                          <a:gd name="connsiteY19" fmla="*/ 17717 h 46196"/>
                          <a:gd name="connsiteX20" fmla="*/ 91059 w 195833"/>
                          <a:gd name="connsiteY20" fmla="*/ 17812 h 46196"/>
                          <a:gd name="connsiteX21" fmla="*/ 76200 w 195833"/>
                          <a:gd name="connsiteY21" fmla="*/ 17431 h 461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195833" h="46196">
                            <a:moveTo>
                              <a:pt x="76200" y="17431"/>
                            </a:moveTo>
                            <a:cubicBezTo>
                              <a:pt x="62484" y="17050"/>
                              <a:pt x="48387" y="15812"/>
                              <a:pt x="35338" y="13049"/>
                            </a:cubicBezTo>
                            <a:cubicBezTo>
                              <a:pt x="22574" y="10383"/>
                              <a:pt x="9906" y="6572"/>
                              <a:pt x="0" y="0"/>
                            </a:cubicBezTo>
                            <a:cubicBezTo>
                              <a:pt x="0" y="3334"/>
                              <a:pt x="953" y="6572"/>
                              <a:pt x="3048" y="9049"/>
                            </a:cubicBezTo>
                            <a:cubicBezTo>
                              <a:pt x="5620" y="12002"/>
                              <a:pt x="8192" y="14859"/>
                              <a:pt x="10859" y="17526"/>
                            </a:cubicBezTo>
                            <a:cubicBezTo>
                              <a:pt x="14764" y="21336"/>
                              <a:pt x="18860" y="24860"/>
                              <a:pt x="23432" y="27908"/>
                            </a:cubicBezTo>
                            <a:cubicBezTo>
                              <a:pt x="27432" y="30956"/>
                              <a:pt x="32099" y="33719"/>
                              <a:pt x="37624" y="36100"/>
                            </a:cubicBezTo>
                            <a:cubicBezTo>
                              <a:pt x="44768" y="39148"/>
                              <a:pt x="53054" y="41529"/>
                              <a:pt x="63341" y="43149"/>
                            </a:cubicBezTo>
                            <a:cubicBezTo>
                              <a:pt x="66485" y="43625"/>
                              <a:pt x="70199" y="44101"/>
                              <a:pt x="74486" y="44577"/>
                            </a:cubicBezTo>
                            <a:cubicBezTo>
                              <a:pt x="78677" y="44958"/>
                              <a:pt x="83153" y="45434"/>
                              <a:pt x="88202" y="45720"/>
                            </a:cubicBezTo>
                            <a:cubicBezTo>
                              <a:pt x="90869" y="45816"/>
                              <a:pt x="93631" y="45911"/>
                              <a:pt x="96298" y="46101"/>
                            </a:cubicBezTo>
                            <a:lnTo>
                              <a:pt x="103346" y="46196"/>
                            </a:lnTo>
                            <a:cubicBezTo>
                              <a:pt x="112300" y="46196"/>
                              <a:pt x="121063" y="46196"/>
                              <a:pt x="127826" y="46196"/>
                            </a:cubicBezTo>
                            <a:cubicBezTo>
                              <a:pt x="129540" y="46101"/>
                              <a:pt x="131254" y="46101"/>
                              <a:pt x="132683" y="46101"/>
                            </a:cubicBezTo>
                            <a:cubicBezTo>
                              <a:pt x="143161" y="45720"/>
                              <a:pt x="152210" y="44291"/>
                              <a:pt x="160211" y="42005"/>
                            </a:cubicBezTo>
                            <a:cubicBezTo>
                              <a:pt x="171164" y="38672"/>
                              <a:pt x="180118" y="33624"/>
                              <a:pt x="188214" y="27432"/>
                            </a:cubicBezTo>
                            <a:cubicBezTo>
                              <a:pt x="190786" y="25337"/>
                              <a:pt x="193262" y="23146"/>
                              <a:pt x="195644" y="20669"/>
                            </a:cubicBezTo>
                            <a:lnTo>
                              <a:pt x="195834" y="20384"/>
                            </a:lnTo>
                            <a:cubicBezTo>
                              <a:pt x="176117" y="19622"/>
                              <a:pt x="156020" y="18860"/>
                              <a:pt x="136017" y="18098"/>
                            </a:cubicBezTo>
                            <a:cubicBezTo>
                              <a:pt x="126016" y="17812"/>
                              <a:pt x="116110" y="17621"/>
                              <a:pt x="106204" y="17717"/>
                            </a:cubicBezTo>
                            <a:lnTo>
                              <a:pt x="91059" y="17812"/>
                            </a:lnTo>
                            <a:lnTo>
                              <a:pt x="76200" y="17431"/>
                            </a:ln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04" name="Forme libre : forme 12703">
                        <a:extLst>
                          <a:ext uri="{FF2B5EF4-FFF2-40B4-BE49-F238E27FC236}">
                            <a16:creationId xmlns:a16="http://schemas.microsoft.com/office/drawing/2014/main" id="{BD07F85F-B11A-4F21-B1D7-1EFA6B58A1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2440" y="2567995"/>
                        <a:ext cx="92114" cy="24899"/>
                      </a:xfrm>
                      <a:custGeom>
                        <a:avLst/>
                        <a:gdLst>
                          <a:gd name="connsiteX0" fmla="*/ 92114 w 92114"/>
                          <a:gd name="connsiteY0" fmla="*/ 13660 h 24899"/>
                          <a:gd name="connsiteX1" fmla="*/ 44013 w 92114"/>
                          <a:gd name="connsiteY1" fmla="*/ 24900 h 24899"/>
                          <a:gd name="connsiteX2" fmla="*/ 32107 w 92114"/>
                          <a:gd name="connsiteY2" fmla="*/ 24233 h 24899"/>
                          <a:gd name="connsiteX3" fmla="*/ 16962 w 92114"/>
                          <a:gd name="connsiteY3" fmla="*/ 21566 h 24899"/>
                          <a:gd name="connsiteX4" fmla="*/ 8 w 92114"/>
                          <a:gd name="connsiteY4" fmla="*/ 9374 h 24899"/>
                          <a:gd name="connsiteX5" fmla="*/ 18200 w 92114"/>
                          <a:gd name="connsiteY5" fmla="*/ 802 h 24899"/>
                          <a:gd name="connsiteX6" fmla="*/ 32393 w 92114"/>
                          <a:gd name="connsiteY6" fmla="*/ 39 h 24899"/>
                          <a:gd name="connsiteX7" fmla="*/ 44204 w 92114"/>
                          <a:gd name="connsiteY7" fmla="*/ 135 h 24899"/>
                          <a:gd name="connsiteX8" fmla="*/ 92114 w 92114"/>
                          <a:gd name="connsiteY8" fmla="*/ 13660 h 248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114" h="24899">
                            <a:moveTo>
                              <a:pt x="92114" y="13660"/>
                            </a:moveTo>
                            <a:cubicBezTo>
                              <a:pt x="92114" y="23757"/>
                              <a:pt x="56015" y="24900"/>
                              <a:pt x="44013" y="24900"/>
                            </a:cubicBezTo>
                            <a:cubicBezTo>
                              <a:pt x="40965" y="24804"/>
                              <a:pt x="36774" y="24709"/>
                              <a:pt x="32107" y="24233"/>
                            </a:cubicBezTo>
                            <a:cubicBezTo>
                              <a:pt x="27440" y="23757"/>
                              <a:pt x="21629" y="22900"/>
                              <a:pt x="16962" y="21566"/>
                            </a:cubicBezTo>
                            <a:cubicBezTo>
                              <a:pt x="7437" y="18899"/>
                              <a:pt x="-278" y="14803"/>
                              <a:pt x="8" y="9374"/>
                            </a:cubicBezTo>
                            <a:cubicBezTo>
                              <a:pt x="293" y="3850"/>
                              <a:pt x="8675" y="1659"/>
                              <a:pt x="18200" y="802"/>
                            </a:cubicBezTo>
                            <a:cubicBezTo>
                              <a:pt x="23058" y="325"/>
                              <a:pt x="27725" y="135"/>
                              <a:pt x="32393" y="39"/>
                            </a:cubicBezTo>
                            <a:cubicBezTo>
                              <a:pt x="37060" y="-56"/>
                              <a:pt x="41346" y="39"/>
                              <a:pt x="44204" y="135"/>
                            </a:cubicBezTo>
                            <a:cubicBezTo>
                              <a:pt x="55634" y="611"/>
                              <a:pt x="92114" y="3564"/>
                              <a:pt x="92114" y="1366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05" name="Forme libre : forme 12704">
                        <a:extLst>
                          <a:ext uri="{FF2B5EF4-FFF2-40B4-BE49-F238E27FC236}">
                            <a16:creationId xmlns:a16="http://schemas.microsoft.com/office/drawing/2014/main" id="{64F1F4C1-09E5-4189-B85C-8996B8599B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1871" y="2568892"/>
                        <a:ext cx="64585" cy="24108"/>
                      </a:xfrm>
                      <a:custGeom>
                        <a:avLst/>
                        <a:gdLst>
                          <a:gd name="connsiteX0" fmla="*/ 20484 w 64585"/>
                          <a:gd name="connsiteY0" fmla="*/ 0 h 24108"/>
                          <a:gd name="connsiteX1" fmla="*/ 101 w 64585"/>
                          <a:gd name="connsiteY1" fmla="*/ 8382 h 24108"/>
                          <a:gd name="connsiteX2" fmla="*/ 17532 w 64585"/>
                          <a:gd name="connsiteY2" fmla="*/ 20574 h 24108"/>
                          <a:gd name="connsiteX3" fmla="*/ 32105 w 64585"/>
                          <a:gd name="connsiteY3" fmla="*/ 23241 h 24108"/>
                          <a:gd name="connsiteX4" fmla="*/ 45059 w 64585"/>
                          <a:gd name="connsiteY4" fmla="*/ 24098 h 24108"/>
                          <a:gd name="connsiteX5" fmla="*/ 64585 w 64585"/>
                          <a:gd name="connsiteY5" fmla="*/ 22860 h 24108"/>
                          <a:gd name="connsiteX6" fmla="*/ 54108 w 64585"/>
                          <a:gd name="connsiteY6" fmla="*/ 21907 h 24108"/>
                          <a:gd name="connsiteX7" fmla="*/ 20484 w 64585"/>
                          <a:gd name="connsiteY7" fmla="*/ 0 h 241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4585" h="24108">
                            <a:moveTo>
                              <a:pt x="20484" y="0"/>
                            </a:moveTo>
                            <a:cubicBezTo>
                              <a:pt x="14769" y="1619"/>
                              <a:pt x="-1423" y="1429"/>
                              <a:pt x="101" y="8382"/>
                            </a:cubicBezTo>
                            <a:cubicBezTo>
                              <a:pt x="1339" y="14002"/>
                              <a:pt x="8483" y="18002"/>
                              <a:pt x="17532" y="20574"/>
                            </a:cubicBezTo>
                            <a:cubicBezTo>
                              <a:pt x="21913" y="21812"/>
                              <a:pt x="27342" y="22765"/>
                              <a:pt x="32105" y="23241"/>
                            </a:cubicBezTo>
                            <a:cubicBezTo>
                              <a:pt x="36772" y="23717"/>
                              <a:pt x="41249" y="23908"/>
                              <a:pt x="45059" y="24098"/>
                            </a:cubicBezTo>
                            <a:cubicBezTo>
                              <a:pt x="49535" y="24193"/>
                              <a:pt x="59537" y="23622"/>
                              <a:pt x="64585" y="22860"/>
                            </a:cubicBezTo>
                            <a:cubicBezTo>
                              <a:pt x="61727" y="22669"/>
                              <a:pt x="56870" y="22574"/>
                              <a:pt x="54108" y="21907"/>
                            </a:cubicBezTo>
                            <a:cubicBezTo>
                              <a:pt x="39058" y="18097"/>
                              <a:pt x="20484" y="12382"/>
                              <a:pt x="20484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06" name="Forme libre : forme 12705">
                        <a:extLst>
                          <a:ext uri="{FF2B5EF4-FFF2-40B4-BE49-F238E27FC236}">
                            <a16:creationId xmlns:a16="http://schemas.microsoft.com/office/drawing/2014/main" id="{A9BC52C6-B437-40BA-95BB-F399FF6C45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7019" y="2570986"/>
                        <a:ext cx="92565" cy="25052"/>
                      </a:xfrm>
                      <a:custGeom>
                        <a:avLst/>
                        <a:gdLst>
                          <a:gd name="connsiteX0" fmla="*/ 92393 w 92565"/>
                          <a:gd name="connsiteY0" fmla="*/ 13432 h 25052"/>
                          <a:gd name="connsiteX1" fmla="*/ 43625 w 92565"/>
                          <a:gd name="connsiteY1" fmla="*/ 25052 h 25052"/>
                          <a:gd name="connsiteX2" fmla="*/ 16860 w 92565"/>
                          <a:gd name="connsiteY2" fmla="*/ 22004 h 25052"/>
                          <a:gd name="connsiteX3" fmla="*/ 1 w 92565"/>
                          <a:gd name="connsiteY3" fmla="*/ 9622 h 25052"/>
                          <a:gd name="connsiteX4" fmla="*/ 18098 w 92565"/>
                          <a:gd name="connsiteY4" fmla="*/ 954 h 25052"/>
                          <a:gd name="connsiteX5" fmla="*/ 44197 w 92565"/>
                          <a:gd name="connsiteY5" fmla="*/ 97 h 25052"/>
                          <a:gd name="connsiteX6" fmla="*/ 92393 w 92565"/>
                          <a:gd name="connsiteY6" fmla="*/ 13432 h 25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2565" h="25052">
                            <a:moveTo>
                              <a:pt x="92393" y="13432"/>
                            </a:moveTo>
                            <a:cubicBezTo>
                              <a:pt x="89250" y="23433"/>
                              <a:pt x="56579" y="24767"/>
                              <a:pt x="43625" y="25052"/>
                            </a:cubicBezTo>
                            <a:cubicBezTo>
                              <a:pt x="36862" y="25052"/>
                              <a:pt x="27147" y="24576"/>
                              <a:pt x="16860" y="22004"/>
                            </a:cubicBezTo>
                            <a:cubicBezTo>
                              <a:pt x="7430" y="19433"/>
                              <a:pt x="96" y="15242"/>
                              <a:pt x="1" y="9622"/>
                            </a:cubicBezTo>
                            <a:cubicBezTo>
                              <a:pt x="-95" y="4002"/>
                              <a:pt x="8478" y="1907"/>
                              <a:pt x="18098" y="954"/>
                            </a:cubicBezTo>
                            <a:cubicBezTo>
                              <a:pt x="27337" y="-94"/>
                              <a:pt x="39053" y="-94"/>
                              <a:pt x="44197" y="97"/>
                            </a:cubicBezTo>
                            <a:cubicBezTo>
                              <a:pt x="54865" y="383"/>
                              <a:pt x="95537" y="3335"/>
                              <a:pt x="92393" y="1343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07" name="Forme libre : forme 12706">
                        <a:extLst>
                          <a:ext uri="{FF2B5EF4-FFF2-40B4-BE49-F238E27FC236}">
                            <a16:creationId xmlns:a16="http://schemas.microsoft.com/office/drawing/2014/main" id="{5E37E90A-FE99-48FC-96B4-D732BAB2CD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09388" y="2555652"/>
                        <a:ext cx="113979" cy="54232"/>
                      </a:xfrm>
                      <a:custGeom>
                        <a:avLst/>
                        <a:gdLst>
                          <a:gd name="connsiteX0" fmla="*/ 483 w 113979"/>
                          <a:gd name="connsiteY0" fmla="*/ 18384 h 54232"/>
                          <a:gd name="connsiteX1" fmla="*/ 10865 w 113979"/>
                          <a:gd name="connsiteY1" fmla="*/ 31528 h 54232"/>
                          <a:gd name="connsiteX2" fmla="*/ 51632 w 113979"/>
                          <a:gd name="connsiteY2" fmla="*/ 51912 h 54232"/>
                          <a:gd name="connsiteX3" fmla="*/ 63824 w 113979"/>
                          <a:gd name="connsiteY3" fmla="*/ 53817 h 54232"/>
                          <a:gd name="connsiteX4" fmla="*/ 76683 w 113979"/>
                          <a:gd name="connsiteY4" fmla="*/ 54198 h 54232"/>
                          <a:gd name="connsiteX5" fmla="*/ 97733 w 113979"/>
                          <a:gd name="connsiteY5" fmla="*/ 51245 h 54232"/>
                          <a:gd name="connsiteX6" fmla="*/ 113640 w 113979"/>
                          <a:gd name="connsiteY6" fmla="*/ 37910 h 54232"/>
                          <a:gd name="connsiteX7" fmla="*/ 99638 w 113979"/>
                          <a:gd name="connsiteY7" fmla="*/ 31719 h 54232"/>
                          <a:gd name="connsiteX8" fmla="*/ 61252 w 113979"/>
                          <a:gd name="connsiteY8" fmla="*/ 16479 h 54232"/>
                          <a:gd name="connsiteX9" fmla="*/ 23628 w 113979"/>
                          <a:gd name="connsiteY9" fmla="*/ 1 h 54232"/>
                          <a:gd name="connsiteX10" fmla="*/ 483 w 113979"/>
                          <a:gd name="connsiteY10" fmla="*/ 18384 h 54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13979" h="54232">
                            <a:moveTo>
                              <a:pt x="483" y="18384"/>
                            </a:moveTo>
                            <a:cubicBezTo>
                              <a:pt x="2388" y="24861"/>
                              <a:pt x="4388" y="26957"/>
                              <a:pt x="10865" y="31528"/>
                            </a:cubicBezTo>
                            <a:cubicBezTo>
                              <a:pt x="23152" y="40292"/>
                              <a:pt x="33249" y="47721"/>
                              <a:pt x="51632" y="51912"/>
                            </a:cubicBezTo>
                            <a:cubicBezTo>
                              <a:pt x="55442" y="52769"/>
                              <a:pt x="59538" y="53436"/>
                              <a:pt x="63824" y="53817"/>
                            </a:cubicBezTo>
                            <a:cubicBezTo>
                              <a:pt x="68110" y="54198"/>
                              <a:pt x="73349" y="54293"/>
                              <a:pt x="76683" y="54198"/>
                            </a:cubicBezTo>
                            <a:cubicBezTo>
                              <a:pt x="84207" y="53912"/>
                              <a:pt x="91542" y="52960"/>
                              <a:pt x="97733" y="51245"/>
                            </a:cubicBezTo>
                            <a:cubicBezTo>
                              <a:pt x="107067" y="48769"/>
                              <a:pt x="115830" y="44006"/>
                              <a:pt x="113640" y="37910"/>
                            </a:cubicBezTo>
                            <a:cubicBezTo>
                              <a:pt x="112306" y="34100"/>
                              <a:pt x="105162" y="33624"/>
                              <a:pt x="99638" y="31719"/>
                            </a:cubicBezTo>
                            <a:cubicBezTo>
                              <a:pt x="86589" y="27242"/>
                              <a:pt x="73444" y="24194"/>
                              <a:pt x="61252" y="16479"/>
                            </a:cubicBezTo>
                            <a:cubicBezTo>
                              <a:pt x="50870" y="9907"/>
                              <a:pt x="40202" y="-95"/>
                              <a:pt x="23628" y="1"/>
                            </a:cubicBezTo>
                            <a:cubicBezTo>
                              <a:pt x="8484" y="96"/>
                              <a:pt x="-2470" y="9430"/>
                              <a:pt x="483" y="1838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08" name="Forme libre : forme 12707">
                        <a:extLst>
                          <a:ext uri="{FF2B5EF4-FFF2-40B4-BE49-F238E27FC236}">
                            <a16:creationId xmlns:a16="http://schemas.microsoft.com/office/drawing/2014/main" id="{30D33F76-29BC-47AB-BD9F-B1E26A4570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33033" y="2558213"/>
                        <a:ext cx="37654" cy="10330"/>
                      </a:xfrm>
                      <a:custGeom>
                        <a:avLst/>
                        <a:gdLst>
                          <a:gd name="connsiteX0" fmla="*/ 3889 w 37654"/>
                          <a:gd name="connsiteY0" fmla="*/ 4678 h 10330"/>
                          <a:gd name="connsiteX1" fmla="*/ 174 w 37654"/>
                          <a:gd name="connsiteY1" fmla="*/ 6869 h 10330"/>
                          <a:gd name="connsiteX2" fmla="*/ 2746 w 37654"/>
                          <a:gd name="connsiteY2" fmla="*/ 9536 h 10330"/>
                          <a:gd name="connsiteX3" fmla="*/ 9508 w 37654"/>
                          <a:gd name="connsiteY3" fmla="*/ 10298 h 10330"/>
                          <a:gd name="connsiteX4" fmla="*/ 26368 w 37654"/>
                          <a:gd name="connsiteY4" fmla="*/ 9726 h 10330"/>
                          <a:gd name="connsiteX5" fmla="*/ 32368 w 37654"/>
                          <a:gd name="connsiteY5" fmla="*/ 8678 h 10330"/>
                          <a:gd name="connsiteX6" fmla="*/ 29511 w 37654"/>
                          <a:gd name="connsiteY6" fmla="*/ 11 h 10330"/>
                          <a:gd name="connsiteX7" fmla="*/ 3889 w 37654"/>
                          <a:gd name="connsiteY7" fmla="*/ 4678 h 103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654" h="10330">
                            <a:moveTo>
                              <a:pt x="3889" y="4678"/>
                            </a:moveTo>
                            <a:cubicBezTo>
                              <a:pt x="2079" y="5250"/>
                              <a:pt x="841" y="5726"/>
                              <a:pt x="174" y="6869"/>
                            </a:cubicBezTo>
                            <a:cubicBezTo>
                              <a:pt x="-493" y="8012"/>
                              <a:pt x="841" y="8964"/>
                              <a:pt x="2746" y="9536"/>
                            </a:cubicBezTo>
                            <a:cubicBezTo>
                              <a:pt x="4555" y="10107"/>
                              <a:pt x="7413" y="10298"/>
                              <a:pt x="9508" y="10298"/>
                            </a:cubicBezTo>
                            <a:cubicBezTo>
                              <a:pt x="15128" y="10393"/>
                              <a:pt x="21034" y="10298"/>
                              <a:pt x="26368" y="9726"/>
                            </a:cubicBezTo>
                            <a:cubicBezTo>
                              <a:pt x="28558" y="9536"/>
                              <a:pt x="30654" y="9345"/>
                              <a:pt x="32368" y="8678"/>
                            </a:cubicBezTo>
                            <a:cubicBezTo>
                              <a:pt x="39703" y="5821"/>
                              <a:pt x="39988" y="201"/>
                              <a:pt x="29511" y="11"/>
                            </a:cubicBezTo>
                            <a:cubicBezTo>
                              <a:pt x="21319" y="-180"/>
                              <a:pt x="11223" y="2202"/>
                              <a:pt x="3889" y="467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09" name="Forme libre : forme 12708">
                        <a:extLst>
                          <a:ext uri="{FF2B5EF4-FFF2-40B4-BE49-F238E27FC236}">
                            <a16:creationId xmlns:a16="http://schemas.microsoft.com/office/drawing/2014/main" id="{6BFFB45C-ECA6-40DF-B164-D6037146C2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8837" y="2588418"/>
                        <a:ext cx="58102" cy="26765"/>
                      </a:xfrm>
                      <a:custGeom>
                        <a:avLst/>
                        <a:gdLst>
                          <a:gd name="connsiteX0" fmla="*/ 58103 w 58102"/>
                          <a:gd name="connsiteY0" fmla="*/ 0 h 26765"/>
                          <a:gd name="connsiteX1" fmla="*/ 0 w 58102"/>
                          <a:gd name="connsiteY1" fmla="*/ 26765 h 26765"/>
                          <a:gd name="connsiteX2" fmla="*/ 58103 w 58102"/>
                          <a:gd name="connsiteY2" fmla="*/ 0 h 26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8102" h="26765">
                            <a:moveTo>
                              <a:pt x="58103" y="0"/>
                            </a:moveTo>
                            <a:cubicBezTo>
                              <a:pt x="49625" y="13906"/>
                              <a:pt x="18955" y="21907"/>
                              <a:pt x="0" y="26765"/>
                            </a:cubicBezTo>
                            <a:cubicBezTo>
                              <a:pt x="20669" y="21527"/>
                              <a:pt x="43053" y="10287"/>
                              <a:pt x="5810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10" name="Forme libre : forme 12709">
                        <a:extLst>
                          <a:ext uri="{FF2B5EF4-FFF2-40B4-BE49-F238E27FC236}">
                            <a16:creationId xmlns:a16="http://schemas.microsoft.com/office/drawing/2014/main" id="{D53F7407-EB35-43AE-81EC-9D83CAB696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90631" y="2541432"/>
                        <a:ext cx="67151" cy="18887"/>
                      </a:xfrm>
                      <a:custGeom>
                        <a:avLst/>
                        <a:gdLst>
                          <a:gd name="connsiteX0" fmla="*/ 67151 w 67151"/>
                          <a:gd name="connsiteY0" fmla="*/ 28 h 18887"/>
                          <a:gd name="connsiteX1" fmla="*/ 30766 w 67151"/>
                          <a:gd name="connsiteY1" fmla="*/ 5076 h 18887"/>
                          <a:gd name="connsiteX2" fmla="*/ 0 w 67151"/>
                          <a:gd name="connsiteY2" fmla="*/ 18887 h 18887"/>
                          <a:gd name="connsiteX3" fmla="*/ 31623 w 67151"/>
                          <a:gd name="connsiteY3" fmla="*/ 6315 h 18887"/>
                          <a:gd name="connsiteX4" fmla="*/ 67151 w 67151"/>
                          <a:gd name="connsiteY4" fmla="*/ 28 h 188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7151" h="18887">
                            <a:moveTo>
                              <a:pt x="67151" y="28"/>
                            </a:moveTo>
                            <a:cubicBezTo>
                              <a:pt x="54673" y="-258"/>
                              <a:pt x="42386" y="1647"/>
                              <a:pt x="30766" y="5076"/>
                            </a:cubicBezTo>
                            <a:cubicBezTo>
                              <a:pt x="18574" y="8505"/>
                              <a:pt x="8953" y="13649"/>
                              <a:pt x="0" y="18887"/>
                            </a:cubicBezTo>
                            <a:cubicBezTo>
                              <a:pt x="8096" y="13553"/>
                              <a:pt x="18764" y="9267"/>
                              <a:pt x="31623" y="6315"/>
                            </a:cubicBezTo>
                            <a:cubicBezTo>
                              <a:pt x="43815" y="3267"/>
                              <a:pt x="56388" y="1361"/>
                              <a:pt x="6715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11" name="Forme libre : forme 12710">
                        <a:extLst>
                          <a:ext uri="{FF2B5EF4-FFF2-40B4-BE49-F238E27FC236}">
                            <a16:creationId xmlns:a16="http://schemas.microsoft.com/office/drawing/2014/main" id="{E2FDDE5B-ACE1-4D54-858C-E7861A6D03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9706" y="2570635"/>
                        <a:ext cx="34087" cy="9302"/>
                      </a:xfrm>
                      <a:custGeom>
                        <a:avLst/>
                        <a:gdLst>
                          <a:gd name="connsiteX0" fmla="*/ 33798 w 34087"/>
                          <a:gd name="connsiteY0" fmla="*/ 7306 h 9302"/>
                          <a:gd name="connsiteX1" fmla="*/ 13700 w 34087"/>
                          <a:gd name="connsiteY1" fmla="*/ 8258 h 9302"/>
                          <a:gd name="connsiteX2" fmla="*/ 365 w 34087"/>
                          <a:gd name="connsiteY2" fmla="*/ 2067 h 9302"/>
                          <a:gd name="connsiteX3" fmla="*/ 19320 w 34087"/>
                          <a:gd name="connsiteY3" fmla="*/ 1210 h 9302"/>
                          <a:gd name="connsiteX4" fmla="*/ 33798 w 34087"/>
                          <a:gd name="connsiteY4" fmla="*/ 7306 h 93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087" h="9302">
                            <a:moveTo>
                              <a:pt x="33798" y="7306"/>
                            </a:moveTo>
                            <a:cubicBezTo>
                              <a:pt x="31417" y="10735"/>
                              <a:pt x="17891" y="8830"/>
                              <a:pt x="13700" y="8258"/>
                            </a:cubicBezTo>
                            <a:cubicBezTo>
                              <a:pt x="9509" y="7687"/>
                              <a:pt x="-2207" y="5591"/>
                              <a:pt x="365" y="2067"/>
                            </a:cubicBezTo>
                            <a:cubicBezTo>
                              <a:pt x="2937" y="-1552"/>
                              <a:pt x="15415" y="543"/>
                              <a:pt x="19320" y="1210"/>
                            </a:cubicBezTo>
                            <a:cubicBezTo>
                              <a:pt x="23225" y="1781"/>
                              <a:pt x="36179" y="3877"/>
                              <a:pt x="33798" y="730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12" name="Forme libre : forme 12711">
                        <a:extLst>
                          <a:ext uri="{FF2B5EF4-FFF2-40B4-BE49-F238E27FC236}">
                            <a16:creationId xmlns:a16="http://schemas.microsoft.com/office/drawing/2014/main" id="{73DE87E9-CE06-4DF5-93D6-5999A155E2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9199" y="2575348"/>
                        <a:ext cx="9657" cy="3374"/>
                      </a:xfrm>
                      <a:custGeom>
                        <a:avLst/>
                        <a:gdLst>
                          <a:gd name="connsiteX0" fmla="*/ 9639 w 9657"/>
                          <a:gd name="connsiteY0" fmla="*/ 1830 h 3374"/>
                          <a:gd name="connsiteX1" fmla="*/ 5162 w 9657"/>
                          <a:gd name="connsiteY1" fmla="*/ 3354 h 3374"/>
                          <a:gd name="connsiteX2" fmla="*/ 19 w 9657"/>
                          <a:gd name="connsiteY2" fmla="*/ 1545 h 3374"/>
                          <a:gd name="connsiteX3" fmla="*/ 4400 w 9657"/>
                          <a:gd name="connsiteY3" fmla="*/ 21 h 3374"/>
                          <a:gd name="connsiteX4" fmla="*/ 9639 w 9657"/>
                          <a:gd name="connsiteY4" fmla="*/ 1830 h 3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657" h="3374">
                            <a:moveTo>
                              <a:pt x="9639" y="1830"/>
                            </a:moveTo>
                            <a:cubicBezTo>
                              <a:pt x="9925" y="3259"/>
                              <a:pt x="6781" y="3449"/>
                              <a:pt x="5162" y="3354"/>
                            </a:cubicBezTo>
                            <a:cubicBezTo>
                              <a:pt x="3543" y="3259"/>
                              <a:pt x="209" y="2973"/>
                              <a:pt x="19" y="1545"/>
                            </a:cubicBezTo>
                            <a:cubicBezTo>
                              <a:pt x="-267" y="116"/>
                              <a:pt x="2781" y="-75"/>
                              <a:pt x="4400" y="21"/>
                            </a:cubicBezTo>
                            <a:cubicBezTo>
                              <a:pt x="6019" y="21"/>
                              <a:pt x="9353" y="402"/>
                              <a:pt x="9639" y="183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13" name="Forme libre : forme 12712">
                        <a:extLst>
                          <a:ext uri="{FF2B5EF4-FFF2-40B4-BE49-F238E27FC236}">
                            <a16:creationId xmlns:a16="http://schemas.microsoft.com/office/drawing/2014/main" id="{5AAC22FC-F829-45F0-9317-D66EA75DAB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9743" y="2547071"/>
                        <a:ext cx="83585" cy="37729"/>
                      </a:xfrm>
                      <a:custGeom>
                        <a:avLst/>
                        <a:gdLst>
                          <a:gd name="connsiteX0" fmla="*/ 63193 w 83585"/>
                          <a:gd name="connsiteY0" fmla="*/ 16678 h 37729"/>
                          <a:gd name="connsiteX1" fmla="*/ 83101 w 83585"/>
                          <a:gd name="connsiteY1" fmla="*/ 32203 h 37729"/>
                          <a:gd name="connsiteX2" fmla="*/ 77005 w 83585"/>
                          <a:gd name="connsiteY2" fmla="*/ 37728 h 37729"/>
                          <a:gd name="connsiteX3" fmla="*/ 67003 w 83585"/>
                          <a:gd name="connsiteY3" fmla="*/ 33918 h 37729"/>
                          <a:gd name="connsiteX4" fmla="*/ 37571 w 83585"/>
                          <a:gd name="connsiteY4" fmla="*/ 19726 h 37729"/>
                          <a:gd name="connsiteX5" fmla="*/ 805 w 83585"/>
                          <a:gd name="connsiteY5" fmla="*/ 4009 h 37729"/>
                          <a:gd name="connsiteX6" fmla="*/ 44143 w 83585"/>
                          <a:gd name="connsiteY6" fmla="*/ 4867 h 37729"/>
                          <a:gd name="connsiteX7" fmla="*/ 63193 w 83585"/>
                          <a:gd name="connsiteY7" fmla="*/ 16678 h 377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3585" h="37729">
                            <a:moveTo>
                              <a:pt x="63193" y="16678"/>
                            </a:moveTo>
                            <a:cubicBezTo>
                              <a:pt x="71861" y="21726"/>
                              <a:pt x="78243" y="25345"/>
                              <a:pt x="83101" y="32203"/>
                            </a:cubicBezTo>
                            <a:cubicBezTo>
                              <a:pt x="84910" y="34775"/>
                              <a:pt x="81386" y="37823"/>
                              <a:pt x="77005" y="37728"/>
                            </a:cubicBezTo>
                            <a:cubicBezTo>
                              <a:pt x="72623" y="37632"/>
                              <a:pt x="69861" y="35823"/>
                              <a:pt x="67003" y="33918"/>
                            </a:cubicBezTo>
                            <a:cubicBezTo>
                              <a:pt x="58145" y="28107"/>
                              <a:pt x="48525" y="23917"/>
                              <a:pt x="37571" y="19726"/>
                            </a:cubicBezTo>
                            <a:cubicBezTo>
                              <a:pt x="30904" y="16963"/>
                              <a:pt x="-5863" y="11534"/>
                              <a:pt x="805" y="4009"/>
                            </a:cubicBezTo>
                            <a:cubicBezTo>
                              <a:pt x="7663" y="-3611"/>
                              <a:pt x="35190" y="1342"/>
                              <a:pt x="44143" y="4867"/>
                            </a:cubicBezTo>
                            <a:cubicBezTo>
                              <a:pt x="53287" y="8391"/>
                              <a:pt x="56621" y="12963"/>
                              <a:pt x="63193" y="1667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624" name="Graphique 1">
                      <a:extLst>
                        <a:ext uri="{FF2B5EF4-FFF2-40B4-BE49-F238E27FC236}">
                          <a16:creationId xmlns:a16="http://schemas.microsoft.com/office/drawing/2014/main" id="{261952E3-4149-4902-A32C-4BAFBCDB7D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82559" y="2546702"/>
                      <a:ext cx="194826" cy="85045"/>
                      <a:chOff x="3682559" y="2546702"/>
                      <a:chExt cx="194826" cy="85045"/>
                    </a:xfrm>
                    <a:solidFill>
                      <a:schemeClr val="accent1"/>
                    </a:solidFill>
                  </p:grpSpPr>
                  <p:sp>
                    <p:nvSpPr>
                      <p:cNvPr id="12690" name="Forme libre : forme 12689">
                        <a:extLst>
                          <a:ext uri="{FF2B5EF4-FFF2-40B4-BE49-F238E27FC236}">
                            <a16:creationId xmlns:a16="http://schemas.microsoft.com/office/drawing/2014/main" id="{A744BE22-414B-4DE3-9A0F-013FB687DA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82617" y="2546702"/>
                        <a:ext cx="194769" cy="85045"/>
                      </a:xfrm>
                      <a:custGeom>
                        <a:avLst/>
                        <a:gdLst>
                          <a:gd name="connsiteX0" fmla="*/ 122720 w 194769"/>
                          <a:gd name="connsiteY0" fmla="*/ 81531 h 85045"/>
                          <a:gd name="connsiteX1" fmla="*/ 97002 w 194769"/>
                          <a:gd name="connsiteY1" fmla="*/ 76959 h 85045"/>
                          <a:gd name="connsiteX2" fmla="*/ 82905 w 194769"/>
                          <a:gd name="connsiteY2" fmla="*/ 76482 h 85045"/>
                          <a:gd name="connsiteX3" fmla="*/ 66998 w 194769"/>
                          <a:gd name="connsiteY3" fmla="*/ 76006 h 85045"/>
                          <a:gd name="connsiteX4" fmla="*/ 3371 w 194769"/>
                          <a:gd name="connsiteY4" fmla="*/ 45431 h 85045"/>
                          <a:gd name="connsiteX5" fmla="*/ 5372 w 194769"/>
                          <a:gd name="connsiteY5" fmla="*/ 24000 h 85045"/>
                          <a:gd name="connsiteX6" fmla="*/ 68999 w 194769"/>
                          <a:gd name="connsiteY6" fmla="*/ 664 h 85045"/>
                          <a:gd name="connsiteX7" fmla="*/ 103479 w 194769"/>
                          <a:gd name="connsiteY7" fmla="*/ 568 h 85045"/>
                          <a:gd name="connsiteX8" fmla="*/ 141103 w 194769"/>
                          <a:gd name="connsiteY8" fmla="*/ 8569 h 85045"/>
                          <a:gd name="connsiteX9" fmla="*/ 193205 w 194769"/>
                          <a:gd name="connsiteY9" fmla="*/ 56385 h 85045"/>
                          <a:gd name="connsiteX10" fmla="*/ 187966 w 194769"/>
                          <a:gd name="connsiteY10" fmla="*/ 76864 h 85045"/>
                          <a:gd name="connsiteX11" fmla="*/ 122720 w 194769"/>
                          <a:gd name="connsiteY11" fmla="*/ 81531 h 850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94769" h="85045">
                            <a:moveTo>
                              <a:pt x="122720" y="81531"/>
                            </a:moveTo>
                            <a:cubicBezTo>
                              <a:pt x="116147" y="80292"/>
                              <a:pt x="105575" y="77530"/>
                              <a:pt x="97002" y="76959"/>
                            </a:cubicBezTo>
                            <a:cubicBezTo>
                              <a:pt x="92145" y="76673"/>
                              <a:pt x="90335" y="76482"/>
                              <a:pt x="82905" y="76482"/>
                            </a:cubicBezTo>
                            <a:cubicBezTo>
                              <a:pt x="76809" y="76482"/>
                              <a:pt x="71285" y="76292"/>
                              <a:pt x="66998" y="76006"/>
                            </a:cubicBezTo>
                            <a:cubicBezTo>
                              <a:pt x="34709" y="73911"/>
                              <a:pt x="18802" y="62290"/>
                              <a:pt x="3371" y="45431"/>
                            </a:cubicBezTo>
                            <a:cubicBezTo>
                              <a:pt x="-1962" y="39621"/>
                              <a:pt x="-724" y="28667"/>
                              <a:pt x="5372" y="24000"/>
                            </a:cubicBezTo>
                            <a:cubicBezTo>
                              <a:pt x="22993" y="10189"/>
                              <a:pt x="41091" y="2092"/>
                              <a:pt x="68999" y="664"/>
                            </a:cubicBezTo>
                            <a:cubicBezTo>
                              <a:pt x="77000" y="473"/>
                              <a:pt x="85477" y="-670"/>
                              <a:pt x="103479" y="568"/>
                            </a:cubicBezTo>
                            <a:cubicBezTo>
                              <a:pt x="118814" y="2092"/>
                              <a:pt x="132340" y="5807"/>
                              <a:pt x="141103" y="8569"/>
                            </a:cubicBezTo>
                            <a:cubicBezTo>
                              <a:pt x="173393" y="19714"/>
                              <a:pt x="183585" y="36573"/>
                              <a:pt x="193205" y="56385"/>
                            </a:cubicBezTo>
                            <a:cubicBezTo>
                              <a:pt x="196443" y="63243"/>
                              <a:pt x="194634" y="73720"/>
                              <a:pt x="187966" y="76864"/>
                            </a:cubicBezTo>
                            <a:cubicBezTo>
                              <a:pt x="168630" y="85912"/>
                              <a:pt x="148056" y="87436"/>
                              <a:pt x="122720" y="8153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91" name="Forme libre : forme 12690">
                        <a:extLst>
                          <a:ext uri="{FF2B5EF4-FFF2-40B4-BE49-F238E27FC236}">
                            <a16:creationId xmlns:a16="http://schemas.microsoft.com/office/drawing/2014/main" id="{48688A18-6644-418A-AE66-49D7086E08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82559" y="2583084"/>
                        <a:ext cx="188213" cy="48401"/>
                      </a:xfrm>
                      <a:custGeom>
                        <a:avLst/>
                        <a:gdLst>
                          <a:gd name="connsiteX0" fmla="*/ 77533 w 188213"/>
                          <a:gd name="connsiteY0" fmla="*/ 12668 h 48401"/>
                          <a:gd name="connsiteX1" fmla="*/ 0 w 188213"/>
                          <a:gd name="connsiteY1" fmla="*/ 0 h 48401"/>
                          <a:gd name="connsiteX2" fmla="*/ 3334 w 188213"/>
                          <a:gd name="connsiteY2" fmla="*/ 8954 h 48401"/>
                          <a:gd name="connsiteX3" fmla="*/ 11430 w 188213"/>
                          <a:gd name="connsiteY3" fmla="*/ 17145 h 48401"/>
                          <a:gd name="connsiteX4" fmla="*/ 40005 w 188213"/>
                          <a:gd name="connsiteY4" fmla="*/ 34576 h 48401"/>
                          <a:gd name="connsiteX5" fmla="*/ 66865 w 188213"/>
                          <a:gd name="connsiteY5" fmla="*/ 39529 h 48401"/>
                          <a:gd name="connsiteX6" fmla="*/ 78105 w 188213"/>
                          <a:gd name="connsiteY6" fmla="*/ 39910 h 48401"/>
                          <a:gd name="connsiteX7" fmla="*/ 84582 w 188213"/>
                          <a:gd name="connsiteY7" fmla="*/ 39910 h 48401"/>
                          <a:gd name="connsiteX8" fmla="*/ 88011 w 188213"/>
                          <a:gd name="connsiteY8" fmla="*/ 39910 h 48401"/>
                          <a:gd name="connsiteX9" fmla="*/ 90297 w 188213"/>
                          <a:gd name="connsiteY9" fmla="*/ 40005 h 48401"/>
                          <a:gd name="connsiteX10" fmla="*/ 99346 w 188213"/>
                          <a:gd name="connsiteY10" fmla="*/ 40672 h 48401"/>
                          <a:gd name="connsiteX11" fmla="*/ 118586 w 188213"/>
                          <a:gd name="connsiteY11" fmla="*/ 44101 h 48401"/>
                          <a:gd name="connsiteX12" fmla="*/ 122682 w 188213"/>
                          <a:gd name="connsiteY12" fmla="*/ 44958 h 48401"/>
                          <a:gd name="connsiteX13" fmla="*/ 148018 w 188213"/>
                          <a:gd name="connsiteY13" fmla="*/ 48387 h 48401"/>
                          <a:gd name="connsiteX14" fmla="*/ 178594 w 188213"/>
                          <a:gd name="connsiteY14" fmla="*/ 43910 h 48401"/>
                          <a:gd name="connsiteX15" fmla="*/ 187928 w 188213"/>
                          <a:gd name="connsiteY15" fmla="*/ 40196 h 48401"/>
                          <a:gd name="connsiteX16" fmla="*/ 188214 w 188213"/>
                          <a:gd name="connsiteY16" fmla="*/ 40005 h 48401"/>
                          <a:gd name="connsiteX17" fmla="*/ 77533 w 188213"/>
                          <a:gd name="connsiteY17" fmla="*/ 12668 h 4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88213" h="48401">
                            <a:moveTo>
                              <a:pt x="77533" y="12668"/>
                            </a:moveTo>
                            <a:cubicBezTo>
                              <a:pt x="50101" y="14478"/>
                              <a:pt x="20479" y="12382"/>
                              <a:pt x="0" y="0"/>
                            </a:cubicBezTo>
                            <a:cubicBezTo>
                              <a:pt x="95" y="3334"/>
                              <a:pt x="1143" y="6572"/>
                              <a:pt x="3334" y="8954"/>
                            </a:cubicBezTo>
                            <a:cubicBezTo>
                              <a:pt x="6001" y="11906"/>
                              <a:pt x="8668" y="14573"/>
                              <a:pt x="11430" y="17145"/>
                            </a:cubicBezTo>
                            <a:cubicBezTo>
                              <a:pt x="19431" y="24479"/>
                              <a:pt x="28384" y="30480"/>
                              <a:pt x="40005" y="34576"/>
                            </a:cubicBezTo>
                            <a:cubicBezTo>
                              <a:pt x="47625" y="37147"/>
                              <a:pt x="56388" y="38862"/>
                              <a:pt x="66865" y="39529"/>
                            </a:cubicBezTo>
                            <a:cubicBezTo>
                              <a:pt x="70104" y="39719"/>
                              <a:pt x="73914" y="39910"/>
                              <a:pt x="78105" y="39910"/>
                            </a:cubicBezTo>
                            <a:cubicBezTo>
                              <a:pt x="80200" y="39910"/>
                              <a:pt x="82391" y="39910"/>
                              <a:pt x="84582" y="39910"/>
                            </a:cubicBezTo>
                            <a:lnTo>
                              <a:pt x="88011" y="39910"/>
                            </a:lnTo>
                            <a:cubicBezTo>
                              <a:pt x="89154" y="39910"/>
                              <a:pt x="89535" y="40005"/>
                              <a:pt x="90297" y="40005"/>
                            </a:cubicBezTo>
                            <a:cubicBezTo>
                              <a:pt x="93059" y="40100"/>
                              <a:pt x="96012" y="40100"/>
                              <a:pt x="99346" y="40672"/>
                            </a:cubicBezTo>
                            <a:cubicBezTo>
                              <a:pt x="105728" y="41243"/>
                              <a:pt x="112871" y="42863"/>
                              <a:pt x="118586" y="44101"/>
                            </a:cubicBezTo>
                            <a:cubicBezTo>
                              <a:pt x="120015" y="44387"/>
                              <a:pt x="121444" y="44577"/>
                              <a:pt x="122682" y="44958"/>
                            </a:cubicBezTo>
                            <a:cubicBezTo>
                              <a:pt x="131636" y="46958"/>
                              <a:pt x="140017" y="48101"/>
                              <a:pt x="148018" y="48387"/>
                            </a:cubicBezTo>
                            <a:cubicBezTo>
                              <a:pt x="158972" y="48578"/>
                              <a:pt x="168973" y="46863"/>
                              <a:pt x="178594" y="43910"/>
                            </a:cubicBezTo>
                            <a:cubicBezTo>
                              <a:pt x="181737" y="42863"/>
                              <a:pt x="184785" y="41624"/>
                              <a:pt x="187928" y="40196"/>
                            </a:cubicBezTo>
                            <a:lnTo>
                              <a:pt x="188214" y="40005"/>
                            </a:lnTo>
                            <a:cubicBezTo>
                              <a:pt x="151924" y="25051"/>
                              <a:pt x="114776" y="7429"/>
                              <a:pt x="77533" y="1266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92" name="Forme libre : forme 12691">
                        <a:extLst>
                          <a:ext uri="{FF2B5EF4-FFF2-40B4-BE49-F238E27FC236}">
                            <a16:creationId xmlns:a16="http://schemas.microsoft.com/office/drawing/2014/main" id="{D5A511A0-8295-4B6E-8AD3-C6EC44F94A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51612" y="2574847"/>
                        <a:ext cx="89660" cy="31700"/>
                      </a:xfrm>
                      <a:custGeom>
                        <a:avLst/>
                        <a:gdLst>
                          <a:gd name="connsiteX0" fmla="*/ 89443 w 89660"/>
                          <a:gd name="connsiteY0" fmla="*/ 27668 h 31700"/>
                          <a:gd name="connsiteX1" fmla="*/ 68202 w 89660"/>
                          <a:gd name="connsiteY1" fmla="*/ 30812 h 31700"/>
                          <a:gd name="connsiteX2" fmla="*/ 41437 w 89660"/>
                          <a:gd name="connsiteY2" fmla="*/ 26335 h 31700"/>
                          <a:gd name="connsiteX3" fmla="*/ 17910 w 89660"/>
                          <a:gd name="connsiteY3" fmla="*/ 21668 h 31700"/>
                          <a:gd name="connsiteX4" fmla="*/ 3 w 89660"/>
                          <a:gd name="connsiteY4" fmla="*/ 11000 h 31700"/>
                          <a:gd name="connsiteX5" fmla="*/ 17339 w 89660"/>
                          <a:gd name="connsiteY5" fmla="*/ 808 h 31700"/>
                          <a:gd name="connsiteX6" fmla="*/ 45723 w 89660"/>
                          <a:gd name="connsiteY6" fmla="*/ 1856 h 31700"/>
                          <a:gd name="connsiteX7" fmla="*/ 73631 w 89660"/>
                          <a:gd name="connsiteY7" fmla="*/ 11666 h 31700"/>
                          <a:gd name="connsiteX8" fmla="*/ 89443 w 89660"/>
                          <a:gd name="connsiteY8" fmla="*/ 27668 h 31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660" h="31700">
                            <a:moveTo>
                              <a:pt x="89443" y="27668"/>
                            </a:moveTo>
                            <a:cubicBezTo>
                              <a:pt x="87824" y="32431"/>
                              <a:pt x="78489" y="32240"/>
                              <a:pt x="68202" y="30812"/>
                            </a:cubicBezTo>
                            <a:cubicBezTo>
                              <a:pt x="58011" y="29288"/>
                              <a:pt x="46866" y="27287"/>
                              <a:pt x="41437" y="26335"/>
                            </a:cubicBezTo>
                            <a:cubicBezTo>
                              <a:pt x="35817" y="25192"/>
                              <a:pt x="26673" y="23572"/>
                              <a:pt x="17910" y="21668"/>
                            </a:cubicBezTo>
                            <a:cubicBezTo>
                              <a:pt x="8195" y="19858"/>
                              <a:pt x="194" y="16524"/>
                              <a:pt x="3" y="11000"/>
                            </a:cubicBezTo>
                            <a:cubicBezTo>
                              <a:pt x="-187" y="5475"/>
                              <a:pt x="7909" y="2522"/>
                              <a:pt x="17339" y="808"/>
                            </a:cubicBezTo>
                            <a:cubicBezTo>
                              <a:pt x="27530" y="-907"/>
                              <a:pt x="39913" y="427"/>
                              <a:pt x="45723" y="1856"/>
                            </a:cubicBezTo>
                            <a:cubicBezTo>
                              <a:pt x="51629" y="3189"/>
                              <a:pt x="63916" y="6523"/>
                              <a:pt x="73631" y="11666"/>
                            </a:cubicBezTo>
                            <a:cubicBezTo>
                              <a:pt x="83442" y="16810"/>
                              <a:pt x="91062" y="22906"/>
                              <a:pt x="89443" y="2766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93" name="Forme libre : forme 12692">
                        <a:extLst>
                          <a:ext uri="{FF2B5EF4-FFF2-40B4-BE49-F238E27FC236}">
                            <a16:creationId xmlns:a16="http://schemas.microsoft.com/office/drawing/2014/main" id="{8D6D95DA-4B57-4269-BD40-F7A7EDA80C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50951" y="2575750"/>
                        <a:ext cx="60767" cy="28289"/>
                      </a:xfrm>
                      <a:custGeom>
                        <a:avLst/>
                        <a:gdLst>
                          <a:gd name="connsiteX0" fmla="*/ 19809 w 60767"/>
                          <a:gd name="connsiteY0" fmla="*/ 0 h 28289"/>
                          <a:gd name="connsiteX1" fmla="*/ 188 w 60767"/>
                          <a:gd name="connsiteY1" fmla="*/ 10192 h 28289"/>
                          <a:gd name="connsiteX2" fmla="*/ 18571 w 60767"/>
                          <a:gd name="connsiteY2" fmla="*/ 20764 h 28289"/>
                          <a:gd name="connsiteX3" fmla="*/ 42574 w 60767"/>
                          <a:gd name="connsiteY3" fmla="*/ 25622 h 28289"/>
                          <a:gd name="connsiteX4" fmla="*/ 60767 w 60767"/>
                          <a:gd name="connsiteY4" fmla="*/ 28289 h 28289"/>
                          <a:gd name="connsiteX5" fmla="*/ 51337 w 60767"/>
                          <a:gd name="connsiteY5" fmla="*/ 25051 h 28289"/>
                          <a:gd name="connsiteX6" fmla="*/ 31335 w 60767"/>
                          <a:gd name="connsiteY6" fmla="*/ 14192 h 28289"/>
                          <a:gd name="connsiteX7" fmla="*/ 19809 w 60767"/>
                          <a:gd name="connsiteY7" fmla="*/ 0 h 282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0767" h="28289">
                            <a:moveTo>
                              <a:pt x="19809" y="0"/>
                            </a:moveTo>
                            <a:cubicBezTo>
                              <a:pt x="14095" y="2000"/>
                              <a:pt x="-1908" y="3334"/>
                              <a:pt x="188" y="10192"/>
                            </a:cubicBezTo>
                            <a:cubicBezTo>
                              <a:pt x="1903" y="15716"/>
                              <a:pt x="9427" y="19050"/>
                              <a:pt x="18571" y="20764"/>
                            </a:cubicBezTo>
                            <a:cubicBezTo>
                              <a:pt x="26858" y="22669"/>
                              <a:pt x="35526" y="24003"/>
                              <a:pt x="42574" y="25622"/>
                            </a:cubicBezTo>
                            <a:cubicBezTo>
                              <a:pt x="46575" y="26289"/>
                              <a:pt x="55909" y="27908"/>
                              <a:pt x="60767" y="28289"/>
                            </a:cubicBezTo>
                            <a:cubicBezTo>
                              <a:pt x="58100" y="27527"/>
                              <a:pt x="53719" y="26289"/>
                              <a:pt x="51337" y="25051"/>
                            </a:cubicBezTo>
                            <a:cubicBezTo>
                              <a:pt x="44670" y="21622"/>
                              <a:pt x="37336" y="18097"/>
                              <a:pt x="31335" y="14192"/>
                            </a:cubicBezTo>
                            <a:cubicBezTo>
                              <a:pt x="25429" y="10477"/>
                              <a:pt x="20476" y="6096"/>
                              <a:pt x="19809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94" name="Forme libre : forme 12693">
                        <a:extLst>
                          <a:ext uri="{FF2B5EF4-FFF2-40B4-BE49-F238E27FC236}">
                            <a16:creationId xmlns:a16="http://schemas.microsoft.com/office/drawing/2014/main" id="{F4337C42-31C8-496A-A15A-3DF166D43B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56358" y="2578156"/>
                        <a:ext cx="89122" cy="32064"/>
                      </a:xfrm>
                      <a:custGeom>
                        <a:avLst/>
                        <a:gdLst>
                          <a:gd name="connsiteX0" fmla="*/ 88412 w 89122"/>
                          <a:gd name="connsiteY0" fmla="*/ 28551 h 32064"/>
                          <a:gd name="connsiteX1" fmla="*/ 66124 w 89122"/>
                          <a:gd name="connsiteY1" fmla="*/ 31218 h 32064"/>
                          <a:gd name="connsiteX2" fmla="*/ 39930 w 89122"/>
                          <a:gd name="connsiteY2" fmla="*/ 26836 h 32064"/>
                          <a:gd name="connsiteX3" fmla="*/ 17261 w 89122"/>
                          <a:gd name="connsiteY3" fmla="*/ 21597 h 32064"/>
                          <a:gd name="connsiteX4" fmla="*/ 20 w 89122"/>
                          <a:gd name="connsiteY4" fmla="*/ 10548 h 32064"/>
                          <a:gd name="connsiteX5" fmla="*/ 17546 w 89122"/>
                          <a:gd name="connsiteY5" fmla="*/ 547 h 32064"/>
                          <a:gd name="connsiteX6" fmla="*/ 45169 w 89122"/>
                          <a:gd name="connsiteY6" fmla="*/ 2452 h 32064"/>
                          <a:gd name="connsiteX7" fmla="*/ 73553 w 89122"/>
                          <a:gd name="connsiteY7" fmla="*/ 12739 h 32064"/>
                          <a:gd name="connsiteX8" fmla="*/ 88412 w 89122"/>
                          <a:gd name="connsiteY8" fmla="*/ 28551 h 320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122" h="32064">
                            <a:moveTo>
                              <a:pt x="88412" y="28551"/>
                            </a:moveTo>
                            <a:cubicBezTo>
                              <a:pt x="85269" y="32741"/>
                              <a:pt x="76030" y="32551"/>
                              <a:pt x="66124" y="31218"/>
                            </a:cubicBezTo>
                            <a:cubicBezTo>
                              <a:pt x="56218" y="29979"/>
                              <a:pt x="45836" y="27693"/>
                              <a:pt x="39930" y="26836"/>
                            </a:cubicBezTo>
                            <a:cubicBezTo>
                              <a:pt x="34025" y="25788"/>
                              <a:pt x="24881" y="23502"/>
                              <a:pt x="17261" y="21597"/>
                            </a:cubicBezTo>
                            <a:cubicBezTo>
                              <a:pt x="8974" y="19406"/>
                              <a:pt x="401" y="16263"/>
                              <a:pt x="20" y="10548"/>
                            </a:cubicBezTo>
                            <a:cubicBezTo>
                              <a:pt x="-456" y="5024"/>
                              <a:pt x="7450" y="1880"/>
                              <a:pt x="17546" y="547"/>
                            </a:cubicBezTo>
                            <a:cubicBezTo>
                              <a:pt x="28024" y="-1072"/>
                              <a:pt x="39835" y="1309"/>
                              <a:pt x="45169" y="2452"/>
                            </a:cubicBezTo>
                            <a:cubicBezTo>
                              <a:pt x="50694" y="3404"/>
                              <a:pt x="63362" y="7500"/>
                              <a:pt x="73553" y="12739"/>
                            </a:cubicBezTo>
                            <a:cubicBezTo>
                              <a:pt x="83840" y="18073"/>
                              <a:pt x="91556" y="24264"/>
                              <a:pt x="88412" y="2855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95" name="Forme libre : forme 12694">
                        <a:extLst>
                          <a:ext uri="{FF2B5EF4-FFF2-40B4-BE49-F238E27FC236}">
                            <a16:creationId xmlns:a16="http://schemas.microsoft.com/office/drawing/2014/main" id="{77177306-2A2A-4883-831A-1D08976AF2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8300" y="2565710"/>
                        <a:ext cx="109044" cy="51359"/>
                      </a:xfrm>
                      <a:custGeom>
                        <a:avLst/>
                        <a:gdLst>
                          <a:gd name="connsiteX0" fmla="*/ 548 w 109044"/>
                          <a:gd name="connsiteY0" fmla="*/ 20041 h 51359"/>
                          <a:gd name="connsiteX1" fmla="*/ 11788 w 109044"/>
                          <a:gd name="connsiteY1" fmla="*/ 32614 h 51359"/>
                          <a:gd name="connsiteX2" fmla="*/ 54555 w 109044"/>
                          <a:gd name="connsiteY2" fmla="*/ 49568 h 51359"/>
                          <a:gd name="connsiteX3" fmla="*/ 65318 w 109044"/>
                          <a:gd name="connsiteY3" fmla="*/ 50711 h 51359"/>
                          <a:gd name="connsiteX4" fmla="*/ 73700 w 109044"/>
                          <a:gd name="connsiteY4" fmla="*/ 51188 h 51359"/>
                          <a:gd name="connsiteX5" fmla="*/ 91417 w 109044"/>
                          <a:gd name="connsiteY5" fmla="*/ 51092 h 51359"/>
                          <a:gd name="connsiteX6" fmla="*/ 109038 w 109044"/>
                          <a:gd name="connsiteY6" fmla="*/ 41758 h 51359"/>
                          <a:gd name="connsiteX7" fmla="*/ 97513 w 109044"/>
                          <a:gd name="connsiteY7" fmla="*/ 32423 h 51359"/>
                          <a:gd name="connsiteX8" fmla="*/ 60937 w 109044"/>
                          <a:gd name="connsiteY8" fmla="*/ 13373 h 51359"/>
                          <a:gd name="connsiteX9" fmla="*/ 22170 w 109044"/>
                          <a:gd name="connsiteY9" fmla="*/ 134 h 51359"/>
                          <a:gd name="connsiteX10" fmla="*/ 548 w 109044"/>
                          <a:gd name="connsiteY10" fmla="*/ 20041 h 513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9044" h="51359">
                            <a:moveTo>
                              <a:pt x="548" y="20041"/>
                            </a:moveTo>
                            <a:cubicBezTo>
                              <a:pt x="2739" y="26423"/>
                              <a:pt x="5025" y="28423"/>
                              <a:pt x="11788" y="32614"/>
                            </a:cubicBezTo>
                            <a:cubicBezTo>
                              <a:pt x="24837" y="40520"/>
                              <a:pt x="35886" y="47092"/>
                              <a:pt x="54555" y="49568"/>
                            </a:cubicBezTo>
                            <a:cubicBezTo>
                              <a:pt x="58174" y="50140"/>
                              <a:pt x="63223" y="50330"/>
                              <a:pt x="65318" y="50711"/>
                            </a:cubicBezTo>
                            <a:cubicBezTo>
                              <a:pt x="68081" y="50902"/>
                              <a:pt x="70843" y="51092"/>
                              <a:pt x="73700" y="51188"/>
                            </a:cubicBezTo>
                            <a:cubicBezTo>
                              <a:pt x="79415" y="51283"/>
                              <a:pt x="85702" y="51569"/>
                              <a:pt x="91417" y="51092"/>
                            </a:cubicBezTo>
                            <a:cubicBezTo>
                              <a:pt x="99894" y="50330"/>
                              <a:pt x="109324" y="48330"/>
                              <a:pt x="109038" y="41758"/>
                            </a:cubicBezTo>
                            <a:cubicBezTo>
                              <a:pt x="108848" y="37662"/>
                              <a:pt x="102370" y="35376"/>
                              <a:pt x="97513" y="32423"/>
                            </a:cubicBezTo>
                            <a:cubicBezTo>
                              <a:pt x="85987" y="25375"/>
                              <a:pt x="74462" y="20136"/>
                              <a:pt x="60937" y="13373"/>
                            </a:cubicBezTo>
                            <a:cubicBezTo>
                              <a:pt x="49983" y="7754"/>
                              <a:pt x="38458" y="-1200"/>
                              <a:pt x="22170" y="134"/>
                            </a:cubicBezTo>
                            <a:cubicBezTo>
                              <a:pt x="7501" y="1562"/>
                              <a:pt x="-2500" y="11183"/>
                              <a:pt x="548" y="2004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96" name="Forme libre : forme 12695">
                        <a:extLst>
                          <a:ext uri="{FF2B5EF4-FFF2-40B4-BE49-F238E27FC236}">
                            <a16:creationId xmlns:a16="http://schemas.microsoft.com/office/drawing/2014/main" id="{7BC0A8DD-FD66-456F-BC97-57F8BFD312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1390" y="2565965"/>
                        <a:ext cx="37233" cy="12226"/>
                      </a:xfrm>
                      <a:custGeom>
                        <a:avLst/>
                        <a:gdLst>
                          <a:gd name="connsiteX0" fmla="*/ 3652 w 37233"/>
                          <a:gd name="connsiteY0" fmla="*/ 6927 h 12226"/>
                          <a:gd name="connsiteX1" fmla="*/ 127 w 37233"/>
                          <a:gd name="connsiteY1" fmla="*/ 9404 h 12226"/>
                          <a:gd name="connsiteX2" fmla="*/ 2890 w 37233"/>
                          <a:gd name="connsiteY2" fmla="*/ 11880 h 12226"/>
                          <a:gd name="connsiteX3" fmla="*/ 9748 w 37233"/>
                          <a:gd name="connsiteY3" fmla="*/ 12071 h 12226"/>
                          <a:gd name="connsiteX4" fmla="*/ 26416 w 37233"/>
                          <a:gd name="connsiteY4" fmla="*/ 10071 h 12226"/>
                          <a:gd name="connsiteX5" fmla="*/ 32322 w 37233"/>
                          <a:gd name="connsiteY5" fmla="*/ 8451 h 12226"/>
                          <a:gd name="connsiteX6" fmla="*/ 28702 w 37233"/>
                          <a:gd name="connsiteY6" fmla="*/ 69 h 12226"/>
                          <a:gd name="connsiteX7" fmla="*/ 3652 w 37233"/>
                          <a:gd name="connsiteY7" fmla="*/ 6927 h 122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233" h="12226">
                            <a:moveTo>
                              <a:pt x="3652" y="6927"/>
                            </a:moveTo>
                            <a:cubicBezTo>
                              <a:pt x="1937" y="7689"/>
                              <a:pt x="699" y="8261"/>
                              <a:pt x="127" y="9404"/>
                            </a:cubicBezTo>
                            <a:cubicBezTo>
                              <a:pt x="-444" y="10642"/>
                              <a:pt x="985" y="11404"/>
                              <a:pt x="2890" y="11880"/>
                            </a:cubicBezTo>
                            <a:cubicBezTo>
                              <a:pt x="4795" y="12356"/>
                              <a:pt x="7557" y="12261"/>
                              <a:pt x="9748" y="12071"/>
                            </a:cubicBezTo>
                            <a:cubicBezTo>
                              <a:pt x="15272" y="11690"/>
                              <a:pt x="21178" y="11118"/>
                              <a:pt x="26416" y="10071"/>
                            </a:cubicBezTo>
                            <a:cubicBezTo>
                              <a:pt x="28607" y="9689"/>
                              <a:pt x="30607" y="9308"/>
                              <a:pt x="32322" y="8451"/>
                            </a:cubicBezTo>
                            <a:cubicBezTo>
                              <a:pt x="39466" y="5022"/>
                              <a:pt x="39275" y="-693"/>
                              <a:pt x="28702" y="69"/>
                            </a:cubicBezTo>
                            <a:cubicBezTo>
                              <a:pt x="20416" y="546"/>
                              <a:pt x="10605" y="3784"/>
                              <a:pt x="3652" y="692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97" name="Forme libre : forme 12696">
                        <a:extLst>
                          <a:ext uri="{FF2B5EF4-FFF2-40B4-BE49-F238E27FC236}">
                            <a16:creationId xmlns:a16="http://schemas.microsoft.com/office/drawing/2014/main" id="{7BA09861-5A8F-4DCC-A5AB-5B9659D2DA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07718" y="2619851"/>
                        <a:ext cx="61436" cy="7450"/>
                      </a:xfrm>
                      <a:custGeom>
                        <a:avLst/>
                        <a:gdLst>
                          <a:gd name="connsiteX0" fmla="*/ 61436 w 61436"/>
                          <a:gd name="connsiteY0" fmla="*/ 0 h 7450"/>
                          <a:gd name="connsiteX1" fmla="*/ 0 w 61436"/>
                          <a:gd name="connsiteY1" fmla="*/ 7429 h 7450"/>
                          <a:gd name="connsiteX2" fmla="*/ 61436 w 61436"/>
                          <a:gd name="connsiteY2" fmla="*/ 0 h 74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1436" h="7450">
                            <a:moveTo>
                              <a:pt x="61436" y="0"/>
                            </a:moveTo>
                            <a:cubicBezTo>
                              <a:pt x="48482" y="9906"/>
                              <a:pt x="17336" y="6858"/>
                              <a:pt x="0" y="7429"/>
                            </a:cubicBezTo>
                            <a:cubicBezTo>
                              <a:pt x="19050" y="7144"/>
                              <a:pt x="43720" y="4286"/>
                              <a:pt x="6143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98" name="Forme libre : forme 12697">
                        <a:extLst>
                          <a:ext uri="{FF2B5EF4-FFF2-40B4-BE49-F238E27FC236}">
                            <a16:creationId xmlns:a16="http://schemas.microsoft.com/office/drawing/2014/main" id="{4BF1289A-3276-4DCD-943C-6C4C9D4BBF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89132" y="2549651"/>
                        <a:ext cx="64579" cy="22955"/>
                      </a:xfrm>
                      <a:custGeom>
                        <a:avLst/>
                        <a:gdLst>
                          <a:gd name="connsiteX0" fmla="*/ 64579 w 64579"/>
                          <a:gd name="connsiteY0" fmla="*/ 0 h 22955"/>
                          <a:gd name="connsiteX1" fmla="*/ 0 w 64579"/>
                          <a:gd name="connsiteY1" fmla="*/ 22955 h 22955"/>
                          <a:gd name="connsiteX2" fmla="*/ 64579 w 64579"/>
                          <a:gd name="connsiteY2" fmla="*/ 0 h 229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4579" h="22955">
                            <a:moveTo>
                              <a:pt x="64579" y="0"/>
                            </a:moveTo>
                            <a:cubicBezTo>
                              <a:pt x="39910" y="1714"/>
                              <a:pt x="17431" y="11811"/>
                              <a:pt x="0" y="22955"/>
                            </a:cubicBezTo>
                            <a:cubicBezTo>
                              <a:pt x="15716" y="11811"/>
                              <a:pt x="43720" y="4763"/>
                              <a:pt x="645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99" name="Forme libre : forme 12698">
                        <a:extLst>
                          <a:ext uri="{FF2B5EF4-FFF2-40B4-BE49-F238E27FC236}">
                            <a16:creationId xmlns:a16="http://schemas.microsoft.com/office/drawing/2014/main" id="{31F61094-88CE-492C-B6CA-2AC41C207A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89369" y="2579003"/>
                        <a:ext cx="33302" cy="14271"/>
                      </a:xfrm>
                      <a:custGeom>
                        <a:avLst/>
                        <a:gdLst>
                          <a:gd name="connsiteX0" fmla="*/ 32731 w 33302"/>
                          <a:gd name="connsiteY0" fmla="*/ 13606 h 14271"/>
                          <a:gd name="connsiteX1" fmla="*/ 12920 w 33302"/>
                          <a:gd name="connsiteY1" fmla="*/ 9701 h 14271"/>
                          <a:gd name="connsiteX2" fmla="*/ 4156 w 33302"/>
                          <a:gd name="connsiteY2" fmla="*/ 6081 h 14271"/>
                          <a:gd name="connsiteX3" fmla="*/ 537 w 33302"/>
                          <a:gd name="connsiteY3" fmla="*/ 1319 h 14271"/>
                          <a:gd name="connsiteX4" fmla="*/ 20063 w 33302"/>
                          <a:gd name="connsiteY4" fmla="*/ 3890 h 14271"/>
                          <a:gd name="connsiteX5" fmla="*/ 32731 w 33302"/>
                          <a:gd name="connsiteY5" fmla="*/ 13606 h 142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302" h="14271">
                            <a:moveTo>
                              <a:pt x="32731" y="13606"/>
                            </a:moveTo>
                            <a:cubicBezTo>
                              <a:pt x="29588" y="16082"/>
                              <a:pt x="16920" y="10939"/>
                              <a:pt x="12920" y="9701"/>
                            </a:cubicBezTo>
                            <a:cubicBezTo>
                              <a:pt x="10919" y="9034"/>
                              <a:pt x="7109" y="7700"/>
                              <a:pt x="4156" y="6081"/>
                            </a:cubicBezTo>
                            <a:cubicBezTo>
                              <a:pt x="1204" y="4652"/>
                              <a:pt x="-1082" y="3033"/>
                              <a:pt x="537" y="1319"/>
                            </a:cubicBezTo>
                            <a:cubicBezTo>
                              <a:pt x="3775" y="-2206"/>
                              <a:pt x="16348" y="2271"/>
                              <a:pt x="20063" y="3890"/>
                            </a:cubicBezTo>
                            <a:cubicBezTo>
                              <a:pt x="23873" y="5319"/>
                              <a:pt x="36065" y="10939"/>
                              <a:pt x="32731" y="1360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00" name="Forme libre : forme 12699">
                        <a:extLst>
                          <a:ext uri="{FF2B5EF4-FFF2-40B4-BE49-F238E27FC236}">
                            <a16:creationId xmlns:a16="http://schemas.microsoft.com/office/drawing/2014/main" id="{D32C2F57-62A6-4314-B20F-B1A8290836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18282" y="2589554"/>
                        <a:ext cx="9249" cy="4672"/>
                      </a:xfrm>
                      <a:custGeom>
                        <a:avLst/>
                        <a:gdLst>
                          <a:gd name="connsiteX0" fmla="*/ 9248 w 9249"/>
                          <a:gd name="connsiteY0" fmla="*/ 3817 h 4672"/>
                          <a:gd name="connsiteX1" fmla="*/ 4485 w 9249"/>
                          <a:gd name="connsiteY1" fmla="*/ 4007 h 4672"/>
                          <a:gd name="connsiteX2" fmla="*/ 8 w 9249"/>
                          <a:gd name="connsiteY2" fmla="*/ 864 h 4672"/>
                          <a:gd name="connsiteX3" fmla="*/ 4675 w 9249"/>
                          <a:gd name="connsiteY3" fmla="*/ 578 h 4672"/>
                          <a:gd name="connsiteX4" fmla="*/ 9248 w 9249"/>
                          <a:gd name="connsiteY4" fmla="*/ 3817 h 46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49" h="4672">
                            <a:moveTo>
                              <a:pt x="9248" y="3817"/>
                            </a:moveTo>
                            <a:cubicBezTo>
                              <a:pt x="9152" y="5246"/>
                              <a:pt x="6009" y="4579"/>
                              <a:pt x="4485" y="4007"/>
                            </a:cubicBezTo>
                            <a:cubicBezTo>
                              <a:pt x="2961" y="3531"/>
                              <a:pt x="-182" y="2293"/>
                              <a:pt x="8" y="864"/>
                            </a:cubicBezTo>
                            <a:cubicBezTo>
                              <a:pt x="103" y="-565"/>
                              <a:pt x="3056" y="102"/>
                              <a:pt x="4675" y="578"/>
                            </a:cubicBezTo>
                            <a:cubicBezTo>
                              <a:pt x="6104" y="1150"/>
                              <a:pt x="9343" y="2388"/>
                              <a:pt x="9248" y="381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701" name="Forme libre : forme 12700">
                        <a:extLst>
                          <a:ext uri="{FF2B5EF4-FFF2-40B4-BE49-F238E27FC236}">
                            <a16:creationId xmlns:a16="http://schemas.microsoft.com/office/drawing/2014/main" id="{61BB19EC-1C78-46DE-A268-2D7CBEAB57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92103" y="2557106"/>
                        <a:ext cx="76587" cy="56525"/>
                      </a:xfrm>
                      <a:custGeom>
                        <a:avLst/>
                        <a:gdLst>
                          <a:gd name="connsiteX0" fmla="*/ 62859 w 76587"/>
                          <a:gd name="connsiteY0" fmla="*/ 31312 h 56525"/>
                          <a:gd name="connsiteX1" fmla="*/ 76479 w 76587"/>
                          <a:gd name="connsiteY1" fmla="*/ 52839 h 56525"/>
                          <a:gd name="connsiteX2" fmla="*/ 68859 w 76587"/>
                          <a:gd name="connsiteY2" fmla="*/ 55887 h 56525"/>
                          <a:gd name="connsiteX3" fmla="*/ 60858 w 76587"/>
                          <a:gd name="connsiteY3" fmla="*/ 48933 h 56525"/>
                          <a:gd name="connsiteX4" fmla="*/ 37046 w 76587"/>
                          <a:gd name="connsiteY4" fmla="*/ 26074 h 56525"/>
                          <a:gd name="connsiteX5" fmla="*/ 14567 w 76587"/>
                          <a:gd name="connsiteY5" fmla="*/ 14072 h 56525"/>
                          <a:gd name="connsiteX6" fmla="*/ 1137 w 76587"/>
                          <a:gd name="connsiteY6" fmla="*/ 2070 h 56525"/>
                          <a:gd name="connsiteX7" fmla="*/ 11328 w 76587"/>
                          <a:gd name="connsiteY7" fmla="*/ 70 h 56525"/>
                          <a:gd name="connsiteX8" fmla="*/ 25425 w 76587"/>
                          <a:gd name="connsiteY8" fmla="*/ 2832 h 56525"/>
                          <a:gd name="connsiteX9" fmla="*/ 47904 w 76587"/>
                          <a:gd name="connsiteY9" fmla="*/ 13882 h 56525"/>
                          <a:gd name="connsiteX10" fmla="*/ 62859 w 76587"/>
                          <a:gd name="connsiteY10" fmla="*/ 31312 h 56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6587" h="56525">
                            <a:moveTo>
                              <a:pt x="62859" y="31312"/>
                            </a:moveTo>
                            <a:cubicBezTo>
                              <a:pt x="69526" y="39027"/>
                              <a:pt x="74289" y="44647"/>
                              <a:pt x="76479" y="52839"/>
                            </a:cubicBezTo>
                            <a:cubicBezTo>
                              <a:pt x="77337" y="55887"/>
                              <a:pt x="72955" y="57506"/>
                              <a:pt x="68859" y="55887"/>
                            </a:cubicBezTo>
                            <a:cubicBezTo>
                              <a:pt x="64764" y="54363"/>
                              <a:pt x="62859" y="51600"/>
                              <a:pt x="60858" y="48933"/>
                            </a:cubicBezTo>
                            <a:cubicBezTo>
                              <a:pt x="54381" y="40456"/>
                              <a:pt x="46571" y="33312"/>
                              <a:pt x="37046" y="26074"/>
                            </a:cubicBezTo>
                            <a:cubicBezTo>
                              <a:pt x="34093" y="23787"/>
                              <a:pt x="23806" y="18644"/>
                              <a:pt x="14567" y="14072"/>
                            </a:cubicBezTo>
                            <a:cubicBezTo>
                              <a:pt x="5423" y="9405"/>
                              <a:pt x="-3150" y="5404"/>
                              <a:pt x="1137" y="2070"/>
                            </a:cubicBezTo>
                            <a:cubicBezTo>
                              <a:pt x="3423" y="356"/>
                              <a:pt x="7137" y="-216"/>
                              <a:pt x="11328" y="70"/>
                            </a:cubicBezTo>
                            <a:cubicBezTo>
                              <a:pt x="15615" y="261"/>
                              <a:pt x="20758" y="1213"/>
                              <a:pt x="25425" y="2832"/>
                            </a:cubicBezTo>
                            <a:cubicBezTo>
                              <a:pt x="35141" y="5785"/>
                              <a:pt x="43809" y="10833"/>
                              <a:pt x="47904" y="13882"/>
                            </a:cubicBezTo>
                            <a:cubicBezTo>
                              <a:pt x="56001" y="19977"/>
                              <a:pt x="57715" y="25502"/>
                              <a:pt x="62859" y="3131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625" name="Graphique 1">
                      <a:extLst>
                        <a:ext uri="{FF2B5EF4-FFF2-40B4-BE49-F238E27FC236}">
                          <a16:creationId xmlns:a16="http://schemas.microsoft.com/office/drawing/2014/main" id="{07569383-63DC-4E17-816F-8940DF44AA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75431" y="2570735"/>
                      <a:ext cx="183616" cy="105575"/>
                      <a:chOff x="3875431" y="2570735"/>
                      <a:chExt cx="183616" cy="105575"/>
                    </a:xfrm>
                    <a:solidFill>
                      <a:schemeClr val="accent1"/>
                    </a:solidFill>
                  </p:grpSpPr>
                  <p:sp>
                    <p:nvSpPr>
                      <p:cNvPr id="12678" name="Forme libre : forme 12677">
                        <a:extLst>
                          <a:ext uri="{FF2B5EF4-FFF2-40B4-BE49-F238E27FC236}">
                            <a16:creationId xmlns:a16="http://schemas.microsoft.com/office/drawing/2014/main" id="{3E3A639D-4505-41A7-83D0-53A0072A67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5431" y="2570735"/>
                        <a:ext cx="183616" cy="105575"/>
                      </a:xfrm>
                      <a:custGeom>
                        <a:avLst/>
                        <a:gdLst>
                          <a:gd name="connsiteX0" fmla="*/ 146123 w 183616"/>
                          <a:gd name="connsiteY0" fmla="*/ 75501 h 105575"/>
                          <a:gd name="connsiteX1" fmla="*/ 113261 w 183616"/>
                          <a:gd name="connsiteY1" fmla="*/ 94931 h 105575"/>
                          <a:gd name="connsiteX2" fmla="*/ 88306 w 183616"/>
                          <a:gd name="connsiteY2" fmla="*/ 103599 h 105575"/>
                          <a:gd name="connsiteX3" fmla="*/ 73447 w 183616"/>
                          <a:gd name="connsiteY3" fmla="*/ 105504 h 105575"/>
                          <a:gd name="connsiteX4" fmla="*/ 65922 w 183616"/>
                          <a:gd name="connsiteY4" fmla="*/ 105504 h 105575"/>
                          <a:gd name="connsiteX5" fmla="*/ 60874 w 183616"/>
                          <a:gd name="connsiteY5" fmla="*/ 104837 h 105575"/>
                          <a:gd name="connsiteX6" fmla="*/ 52397 w 183616"/>
                          <a:gd name="connsiteY6" fmla="*/ 103313 h 105575"/>
                          <a:gd name="connsiteX7" fmla="*/ 45539 w 183616"/>
                          <a:gd name="connsiteY7" fmla="*/ 101218 h 105575"/>
                          <a:gd name="connsiteX8" fmla="*/ 34109 w 183616"/>
                          <a:gd name="connsiteY8" fmla="*/ 96265 h 105575"/>
                          <a:gd name="connsiteX9" fmla="*/ 18297 w 183616"/>
                          <a:gd name="connsiteY9" fmla="*/ 84454 h 105575"/>
                          <a:gd name="connsiteX10" fmla="*/ 866 w 183616"/>
                          <a:gd name="connsiteY10" fmla="*/ 55974 h 105575"/>
                          <a:gd name="connsiteX11" fmla="*/ 10296 w 183616"/>
                          <a:gd name="connsiteY11" fmla="*/ 36543 h 105575"/>
                          <a:gd name="connsiteX12" fmla="*/ 41348 w 183616"/>
                          <a:gd name="connsiteY12" fmla="*/ 30352 h 105575"/>
                          <a:gd name="connsiteX13" fmla="*/ 69160 w 183616"/>
                          <a:gd name="connsiteY13" fmla="*/ 29876 h 105575"/>
                          <a:gd name="connsiteX14" fmla="*/ 70018 w 183616"/>
                          <a:gd name="connsiteY14" fmla="*/ 29590 h 105575"/>
                          <a:gd name="connsiteX15" fmla="*/ 71637 w 183616"/>
                          <a:gd name="connsiteY15" fmla="*/ 29018 h 105575"/>
                          <a:gd name="connsiteX16" fmla="*/ 80686 w 183616"/>
                          <a:gd name="connsiteY16" fmla="*/ 25494 h 105575"/>
                          <a:gd name="connsiteX17" fmla="*/ 103832 w 183616"/>
                          <a:gd name="connsiteY17" fmla="*/ 13207 h 105575"/>
                          <a:gd name="connsiteX18" fmla="*/ 138407 w 183616"/>
                          <a:gd name="connsiteY18" fmla="*/ 825 h 105575"/>
                          <a:gd name="connsiteX19" fmla="*/ 146980 w 183616"/>
                          <a:gd name="connsiteY19" fmla="*/ 62 h 105575"/>
                          <a:gd name="connsiteX20" fmla="*/ 155743 w 183616"/>
                          <a:gd name="connsiteY20" fmla="*/ 158 h 105575"/>
                          <a:gd name="connsiteX21" fmla="*/ 160410 w 183616"/>
                          <a:gd name="connsiteY21" fmla="*/ 443 h 105575"/>
                          <a:gd name="connsiteX22" fmla="*/ 165649 w 183616"/>
                          <a:gd name="connsiteY22" fmla="*/ 729 h 105575"/>
                          <a:gd name="connsiteX23" fmla="*/ 175269 w 183616"/>
                          <a:gd name="connsiteY23" fmla="*/ 3206 h 105575"/>
                          <a:gd name="connsiteX24" fmla="*/ 183175 w 183616"/>
                          <a:gd name="connsiteY24" fmla="*/ 12731 h 105575"/>
                          <a:gd name="connsiteX25" fmla="*/ 181937 w 183616"/>
                          <a:gd name="connsiteY25" fmla="*/ 23303 h 105575"/>
                          <a:gd name="connsiteX26" fmla="*/ 177841 w 183616"/>
                          <a:gd name="connsiteY26" fmla="*/ 35781 h 105575"/>
                          <a:gd name="connsiteX27" fmla="*/ 175650 w 183616"/>
                          <a:gd name="connsiteY27" fmla="*/ 41972 h 105575"/>
                          <a:gd name="connsiteX28" fmla="*/ 172221 w 183616"/>
                          <a:gd name="connsiteY28" fmla="*/ 48450 h 105575"/>
                          <a:gd name="connsiteX29" fmla="*/ 146123 w 183616"/>
                          <a:gd name="connsiteY29" fmla="*/ 75501 h 105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</a:cxnLst>
                        <a:rect l="l" t="t" r="r" b="b"/>
                        <a:pathLst>
                          <a:path w="183616" h="105575">
                            <a:moveTo>
                              <a:pt x="146123" y="75501"/>
                            </a:moveTo>
                            <a:cubicBezTo>
                              <a:pt x="139265" y="80453"/>
                              <a:pt x="127835" y="88074"/>
                              <a:pt x="113261" y="94931"/>
                            </a:cubicBezTo>
                            <a:cubicBezTo>
                              <a:pt x="105737" y="98265"/>
                              <a:pt x="97735" y="101504"/>
                              <a:pt x="88306" y="103599"/>
                            </a:cubicBezTo>
                            <a:cubicBezTo>
                              <a:pt x="83448" y="104552"/>
                              <a:pt x="79067" y="105504"/>
                              <a:pt x="73447" y="105504"/>
                            </a:cubicBezTo>
                            <a:cubicBezTo>
                              <a:pt x="70875" y="105600"/>
                              <a:pt x="68303" y="105600"/>
                              <a:pt x="65922" y="105504"/>
                            </a:cubicBezTo>
                            <a:cubicBezTo>
                              <a:pt x="64112" y="105314"/>
                              <a:pt x="62493" y="105028"/>
                              <a:pt x="60874" y="104837"/>
                            </a:cubicBezTo>
                            <a:cubicBezTo>
                              <a:pt x="57921" y="104361"/>
                              <a:pt x="54968" y="103980"/>
                              <a:pt x="52397" y="103313"/>
                            </a:cubicBezTo>
                            <a:cubicBezTo>
                              <a:pt x="50015" y="102647"/>
                              <a:pt x="47729" y="101885"/>
                              <a:pt x="45539" y="101218"/>
                            </a:cubicBezTo>
                            <a:cubicBezTo>
                              <a:pt x="40967" y="99789"/>
                              <a:pt x="37538" y="97979"/>
                              <a:pt x="34109" y="96265"/>
                            </a:cubicBezTo>
                            <a:cubicBezTo>
                              <a:pt x="27346" y="92741"/>
                              <a:pt x="22488" y="88645"/>
                              <a:pt x="18297" y="84454"/>
                            </a:cubicBezTo>
                            <a:cubicBezTo>
                              <a:pt x="10010" y="75977"/>
                              <a:pt x="5152" y="66547"/>
                              <a:pt x="866" y="55974"/>
                            </a:cubicBezTo>
                            <a:cubicBezTo>
                              <a:pt x="-2086" y="48640"/>
                              <a:pt x="2867" y="38925"/>
                              <a:pt x="10296" y="36543"/>
                            </a:cubicBezTo>
                            <a:cubicBezTo>
                              <a:pt x="20964" y="33210"/>
                              <a:pt x="31060" y="31019"/>
                              <a:pt x="41348" y="30352"/>
                            </a:cubicBezTo>
                            <a:cubicBezTo>
                              <a:pt x="51254" y="29495"/>
                              <a:pt x="62398" y="30161"/>
                              <a:pt x="69160" y="29876"/>
                            </a:cubicBezTo>
                            <a:cubicBezTo>
                              <a:pt x="70589" y="30066"/>
                              <a:pt x="69923" y="29495"/>
                              <a:pt x="70018" y="29590"/>
                            </a:cubicBezTo>
                            <a:cubicBezTo>
                              <a:pt x="69637" y="29780"/>
                              <a:pt x="70970" y="29209"/>
                              <a:pt x="71637" y="29018"/>
                            </a:cubicBezTo>
                            <a:cubicBezTo>
                              <a:pt x="73542" y="28447"/>
                              <a:pt x="76971" y="27209"/>
                              <a:pt x="80686" y="25494"/>
                            </a:cubicBezTo>
                            <a:cubicBezTo>
                              <a:pt x="88401" y="22065"/>
                              <a:pt x="97545" y="16731"/>
                              <a:pt x="103832" y="13207"/>
                            </a:cubicBezTo>
                            <a:cubicBezTo>
                              <a:pt x="115833" y="6444"/>
                              <a:pt x="127073" y="2444"/>
                              <a:pt x="138407" y="825"/>
                            </a:cubicBezTo>
                            <a:cubicBezTo>
                              <a:pt x="141265" y="443"/>
                              <a:pt x="144122" y="158"/>
                              <a:pt x="146980" y="62"/>
                            </a:cubicBezTo>
                            <a:cubicBezTo>
                              <a:pt x="150028" y="-33"/>
                              <a:pt x="152885" y="-33"/>
                              <a:pt x="155743" y="158"/>
                            </a:cubicBezTo>
                            <a:cubicBezTo>
                              <a:pt x="157267" y="253"/>
                              <a:pt x="158791" y="348"/>
                              <a:pt x="160410" y="443"/>
                            </a:cubicBezTo>
                            <a:cubicBezTo>
                              <a:pt x="162220" y="443"/>
                              <a:pt x="163934" y="539"/>
                              <a:pt x="165649" y="729"/>
                            </a:cubicBezTo>
                            <a:cubicBezTo>
                              <a:pt x="169078" y="1396"/>
                              <a:pt x="172316" y="1968"/>
                              <a:pt x="175269" y="3206"/>
                            </a:cubicBezTo>
                            <a:cubicBezTo>
                              <a:pt x="179556" y="5016"/>
                              <a:pt x="182222" y="8730"/>
                              <a:pt x="183175" y="12731"/>
                            </a:cubicBezTo>
                            <a:cubicBezTo>
                              <a:pt x="184127" y="16636"/>
                              <a:pt x="183460" y="20541"/>
                              <a:pt x="181937" y="23303"/>
                            </a:cubicBezTo>
                            <a:cubicBezTo>
                              <a:pt x="179651" y="27494"/>
                              <a:pt x="178317" y="31876"/>
                              <a:pt x="177841" y="35781"/>
                            </a:cubicBezTo>
                            <a:cubicBezTo>
                              <a:pt x="177746" y="37591"/>
                              <a:pt x="176602" y="39782"/>
                              <a:pt x="175650" y="41972"/>
                            </a:cubicBezTo>
                            <a:cubicBezTo>
                              <a:pt x="174602" y="44163"/>
                              <a:pt x="173650" y="46163"/>
                              <a:pt x="172221" y="48450"/>
                            </a:cubicBezTo>
                            <a:cubicBezTo>
                              <a:pt x="166887" y="57117"/>
                              <a:pt x="158981" y="66166"/>
                              <a:pt x="146123" y="7550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79" name="Forme libre : forme 12678">
                        <a:extLst>
                          <a:ext uri="{FF2B5EF4-FFF2-40B4-BE49-F238E27FC236}">
                            <a16:creationId xmlns:a16="http://schemas.microsoft.com/office/drawing/2014/main" id="{7703F87A-E662-4C45-8B68-13EDE7E87E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5439" y="2593562"/>
                        <a:ext cx="181929" cy="82550"/>
                      </a:xfrm>
                      <a:custGeom>
                        <a:avLst/>
                        <a:gdLst>
                          <a:gd name="connsiteX0" fmla="*/ 76202 w 181929"/>
                          <a:gd name="connsiteY0" fmla="*/ 55054 h 82550"/>
                          <a:gd name="connsiteX1" fmla="*/ 63438 w 181929"/>
                          <a:gd name="connsiteY1" fmla="*/ 55531 h 82550"/>
                          <a:gd name="connsiteX2" fmla="*/ 57437 w 181929"/>
                          <a:gd name="connsiteY2" fmla="*/ 54959 h 82550"/>
                          <a:gd name="connsiteX3" fmla="*/ 51818 w 181929"/>
                          <a:gd name="connsiteY3" fmla="*/ 53816 h 82550"/>
                          <a:gd name="connsiteX4" fmla="*/ 31244 w 181929"/>
                          <a:gd name="connsiteY4" fmla="*/ 46577 h 82550"/>
                          <a:gd name="connsiteX5" fmla="*/ 859 w 181929"/>
                          <a:gd name="connsiteY5" fmla="*/ 23336 h 82550"/>
                          <a:gd name="connsiteX6" fmla="*/ 859 w 181929"/>
                          <a:gd name="connsiteY6" fmla="*/ 32861 h 82550"/>
                          <a:gd name="connsiteX7" fmla="*/ 5621 w 181929"/>
                          <a:gd name="connsiteY7" fmla="*/ 43434 h 82550"/>
                          <a:gd name="connsiteX8" fmla="*/ 28481 w 181929"/>
                          <a:gd name="connsiteY8" fmla="*/ 69818 h 82550"/>
                          <a:gd name="connsiteX9" fmla="*/ 60771 w 181929"/>
                          <a:gd name="connsiteY9" fmla="*/ 81820 h 82550"/>
                          <a:gd name="connsiteX10" fmla="*/ 80773 w 181929"/>
                          <a:gd name="connsiteY10" fmla="*/ 81915 h 82550"/>
                          <a:gd name="connsiteX11" fmla="*/ 116873 w 181929"/>
                          <a:gd name="connsiteY11" fmla="*/ 70009 h 82550"/>
                          <a:gd name="connsiteX12" fmla="*/ 141638 w 181929"/>
                          <a:gd name="connsiteY12" fmla="*/ 55626 h 82550"/>
                          <a:gd name="connsiteX13" fmla="*/ 146020 w 181929"/>
                          <a:gd name="connsiteY13" fmla="*/ 52578 h 82550"/>
                          <a:gd name="connsiteX14" fmla="*/ 166689 w 181929"/>
                          <a:gd name="connsiteY14" fmla="*/ 33147 h 82550"/>
                          <a:gd name="connsiteX15" fmla="*/ 174690 w 181929"/>
                          <a:gd name="connsiteY15" fmla="*/ 20288 h 82550"/>
                          <a:gd name="connsiteX16" fmla="*/ 177357 w 181929"/>
                          <a:gd name="connsiteY16" fmla="*/ 14097 h 82550"/>
                          <a:gd name="connsiteX17" fmla="*/ 178595 w 181929"/>
                          <a:gd name="connsiteY17" fmla="*/ 8382 h 82550"/>
                          <a:gd name="connsiteX18" fmla="*/ 181834 w 181929"/>
                          <a:gd name="connsiteY18" fmla="*/ 286 h 82550"/>
                          <a:gd name="connsiteX19" fmla="*/ 181929 w 181929"/>
                          <a:gd name="connsiteY19" fmla="*/ 0 h 82550"/>
                          <a:gd name="connsiteX20" fmla="*/ 170785 w 181929"/>
                          <a:gd name="connsiteY20" fmla="*/ 3905 h 82550"/>
                          <a:gd name="connsiteX21" fmla="*/ 158402 w 181929"/>
                          <a:gd name="connsiteY21" fmla="*/ 11144 h 82550"/>
                          <a:gd name="connsiteX22" fmla="*/ 133161 w 181929"/>
                          <a:gd name="connsiteY22" fmla="*/ 27337 h 82550"/>
                          <a:gd name="connsiteX23" fmla="*/ 106777 w 181929"/>
                          <a:gd name="connsiteY23" fmla="*/ 43148 h 82550"/>
                          <a:gd name="connsiteX24" fmla="*/ 76202 w 181929"/>
                          <a:gd name="connsiteY24" fmla="*/ 55054 h 825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81929" h="82550">
                            <a:moveTo>
                              <a:pt x="76202" y="55054"/>
                            </a:moveTo>
                            <a:cubicBezTo>
                              <a:pt x="72011" y="55531"/>
                              <a:pt x="67153" y="56102"/>
                              <a:pt x="63438" y="55531"/>
                            </a:cubicBezTo>
                            <a:lnTo>
                              <a:pt x="57437" y="54959"/>
                            </a:lnTo>
                            <a:lnTo>
                              <a:pt x="51818" y="53816"/>
                            </a:lnTo>
                            <a:cubicBezTo>
                              <a:pt x="44388" y="52197"/>
                              <a:pt x="37530" y="49625"/>
                              <a:pt x="31244" y="46577"/>
                            </a:cubicBezTo>
                            <a:cubicBezTo>
                              <a:pt x="18671" y="40576"/>
                              <a:pt x="8193" y="32671"/>
                              <a:pt x="859" y="23336"/>
                            </a:cubicBezTo>
                            <a:cubicBezTo>
                              <a:pt x="-189" y="26479"/>
                              <a:pt x="-379" y="29908"/>
                              <a:pt x="859" y="32861"/>
                            </a:cubicBezTo>
                            <a:cubicBezTo>
                              <a:pt x="2287" y="36576"/>
                              <a:pt x="3907" y="40005"/>
                              <a:pt x="5621" y="43434"/>
                            </a:cubicBezTo>
                            <a:cubicBezTo>
                              <a:pt x="10765" y="53149"/>
                              <a:pt x="17146" y="62008"/>
                              <a:pt x="28481" y="69818"/>
                            </a:cubicBezTo>
                            <a:cubicBezTo>
                              <a:pt x="36101" y="74676"/>
                              <a:pt x="45055" y="79534"/>
                              <a:pt x="60771" y="81820"/>
                            </a:cubicBezTo>
                            <a:cubicBezTo>
                              <a:pt x="64486" y="82677"/>
                              <a:pt x="73154" y="82867"/>
                              <a:pt x="80773" y="81915"/>
                            </a:cubicBezTo>
                            <a:cubicBezTo>
                              <a:pt x="95156" y="79915"/>
                              <a:pt x="106681" y="74962"/>
                              <a:pt x="116873" y="70009"/>
                            </a:cubicBezTo>
                            <a:cubicBezTo>
                              <a:pt x="127065" y="65056"/>
                              <a:pt x="135256" y="59722"/>
                              <a:pt x="141638" y="55626"/>
                            </a:cubicBezTo>
                            <a:cubicBezTo>
                              <a:pt x="143162" y="54578"/>
                              <a:pt x="144686" y="53530"/>
                              <a:pt x="146020" y="52578"/>
                            </a:cubicBezTo>
                            <a:cubicBezTo>
                              <a:pt x="155164" y="46006"/>
                              <a:pt x="161736" y="39433"/>
                              <a:pt x="166689" y="33147"/>
                            </a:cubicBezTo>
                            <a:cubicBezTo>
                              <a:pt x="170118" y="28765"/>
                              <a:pt x="172690" y="24479"/>
                              <a:pt x="174690" y="20288"/>
                            </a:cubicBezTo>
                            <a:cubicBezTo>
                              <a:pt x="175643" y="18193"/>
                              <a:pt x="176690" y="16002"/>
                              <a:pt x="177357" y="14097"/>
                            </a:cubicBezTo>
                            <a:cubicBezTo>
                              <a:pt x="177738" y="12287"/>
                              <a:pt x="177929" y="10287"/>
                              <a:pt x="178595" y="8382"/>
                            </a:cubicBezTo>
                            <a:cubicBezTo>
                              <a:pt x="179262" y="5620"/>
                              <a:pt x="180405" y="3048"/>
                              <a:pt x="181834" y="286"/>
                            </a:cubicBezTo>
                            <a:lnTo>
                              <a:pt x="181929" y="0"/>
                            </a:lnTo>
                            <a:cubicBezTo>
                              <a:pt x="177929" y="286"/>
                              <a:pt x="174690" y="2096"/>
                              <a:pt x="170785" y="3905"/>
                            </a:cubicBezTo>
                            <a:cubicBezTo>
                              <a:pt x="166689" y="6096"/>
                              <a:pt x="162593" y="8572"/>
                              <a:pt x="158402" y="11144"/>
                            </a:cubicBezTo>
                            <a:lnTo>
                              <a:pt x="133161" y="27337"/>
                            </a:lnTo>
                            <a:cubicBezTo>
                              <a:pt x="124684" y="32861"/>
                              <a:pt x="115921" y="38195"/>
                              <a:pt x="106777" y="43148"/>
                            </a:cubicBezTo>
                            <a:cubicBezTo>
                              <a:pt x="97442" y="47911"/>
                              <a:pt x="88013" y="52768"/>
                              <a:pt x="76202" y="5505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80" name="Forme libre : forme 12679">
                        <a:extLst>
                          <a:ext uri="{FF2B5EF4-FFF2-40B4-BE49-F238E27FC236}">
                            <a16:creationId xmlns:a16="http://schemas.microsoft.com/office/drawing/2014/main" id="{64BB3A1E-33E0-4F85-BCC6-948FA0C345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1675" y="2599087"/>
                        <a:ext cx="84098" cy="48312"/>
                      </a:xfrm>
                      <a:custGeom>
                        <a:avLst/>
                        <a:gdLst>
                          <a:gd name="connsiteX0" fmla="*/ 83308 w 84098"/>
                          <a:gd name="connsiteY0" fmla="*/ 2095 h 48312"/>
                          <a:gd name="connsiteX1" fmla="*/ 48637 w 84098"/>
                          <a:gd name="connsiteY1" fmla="*/ 38576 h 48312"/>
                          <a:gd name="connsiteX2" fmla="*/ 20920 w 84098"/>
                          <a:gd name="connsiteY2" fmla="*/ 48006 h 48312"/>
                          <a:gd name="connsiteX3" fmla="*/ 60 w 84098"/>
                          <a:gd name="connsiteY3" fmla="*/ 40005 h 48312"/>
                          <a:gd name="connsiteX4" fmla="*/ 5013 w 84098"/>
                          <a:gd name="connsiteY4" fmla="*/ 33528 h 48312"/>
                          <a:gd name="connsiteX5" fmla="*/ 14919 w 84098"/>
                          <a:gd name="connsiteY5" fmla="*/ 28098 h 48312"/>
                          <a:gd name="connsiteX6" fmla="*/ 36540 w 84098"/>
                          <a:gd name="connsiteY6" fmla="*/ 16954 h 48312"/>
                          <a:gd name="connsiteX7" fmla="*/ 83308 w 84098"/>
                          <a:gd name="connsiteY7" fmla="*/ 2095 h 483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4098" h="48312">
                            <a:moveTo>
                              <a:pt x="83308" y="2095"/>
                            </a:moveTo>
                            <a:cubicBezTo>
                              <a:pt x="89214" y="10191"/>
                              <a:pt x="60448" y="32384"/>
                              <a:pt x="48637" y="38576"/>
                            </a:cubicBezTo>
                            <a:cubicBezTo>
                              <a:pt x="43018" y="41719"/>
                              <a:pt x="32254" y="46767"/>
                              <a:pt x="20920" y="48006"/>
                            </a:cubicBezTo>
                            <a:cubicBezTo>
                              <a:pt x="9680" y="49434"/>
                              <a:pt x="-893" y="45720"/>
                              <a:pt x="60" y="40005"/>
                            </a:cubicBezTo>
                            <a:cubicBezTo>
                              <a:pt x="155" y="37338"/>
                              <a:pt x="2346" y="35432"/>
                              <a:pt x="5013" y="33528"/>
                            </a:cubicBezTo>
                            <a:cubicBezTo>
                              <a:pt x="7585" y="32004"/>
                              <a:pt x="11109" y="30003"/>
                              <a:pt x="14919" y="28098"/>
                            </a:cubicBezTo>
                            <a:cubicBezTo>
                              <a:pt x="23301" y="23812"/>
                              <a:pt x="31969" y="19335"/>
                              <a:pt x="36540" y="16954"/>
                            </a:cubicBezTo>
                            <a:cubicBezTo>
                              <a:pt x="46161" y="12477"/>
                              <a:pt x="77308" y="-6192"/>
                              <a:pt x="83308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81" name="Forme libre : forme 12680">
                        <a:extLst>
                          <a:ext uri="{FF2B5EF4-FFF2-40B4-BE49-F238E27FC236}">
                            <a16:creationId xmlns:a16="http://schemas.microsoft.com/office/drawing/2014/main" id="{E0BA8000-EABE-4974-8D3C-C87AAF863E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1136" y="2625566"/>
                        <a:ext cx="66320" cy="21687"/>
                      </a:xfrm>
                      <a:custGeom>
                        <a:avLst/>
                        <a:gdLst>
                          <a:gd name="connsiteX0" fmla="*/ 16886 w 66320"/>
                          <a:gd name="connsiteY0" fmla="*/ 1143 h 21687"/>
                          <a:gd name="connsiteX1" fmla="*/ 6599 w 66320"/>
                          <a:gd name="connsiteY1" fmla="*/ 6572 h 21687"/>
                          <a:gd name="connsiteX2" fmla="*/ 122 w 66320"/>
                          <a:gd name="connsiteY2" fmla="*/ 13430 h 21687"/>
                          <a:gd name="connsiteX3" fmla="*/ 21458 w 66320"/>
                          <a:gd name="connsiteY3" fmla="*/ 21431 h 21687"/>
                          <a:gd name="connsiteX4" fmla="*/ 49652 w 66320"/>
                          <a:gd name="connsiteY4" fmla="*/ 11811 h 21687"/>
                          <a:gd name="connsiteX5" fmla="*/ 66321 w 66320"/>
                          <a:gd name="connsiteY5" fmla="*/ 0 h 21687"/>
                          <a:gd name="connsiteX6" fmla="*/ 56796 w 66320"/>
                          <a:gd name="connsiteY6" fmla="*/ 5048 h 21687"/>
                          <a:gd name="connsiteX7" fmla="*/ 32603 w 66320"/>
                          <a:gd name="connsiteY7" fmla="*/ 9716 h 21687"/>
                          <a:gd name="connsiteX8" fmla="*/ 16886 w 66320"/>
                          <a:gd name="connsiteY8" fmla="*/ 1143 h 216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6320" h="21687">
                            <a:moveTo>
                              <a:pt x="16886" y="1143"/>
                            </a:moveTo>
                            <a:cubicBezTo>
                              <a:pt x="14695" y="2953"/>
                              <a:pt x="10314" y="4858"/>
                              <a:pt x="6599" y="6572"/>
                            </a:cubicBezTo>
                            <a:cubicBezTo>
                              <a:pt x="3075" y="8382"/>
                              <a:pt x="-735" y="9906"/>
                              <a:pt x="122" y="13430"/>
                            </a:cubicBezTo>
                            <a:cubicBezTo>
                              <a:pt x="884" y="19336"/>
                              <a:pt x="10885" y="22670"/>
                              <a:pt x="21458" y="21431"/>
                            </a:cubicBezTo>
                            <a:cubicBezTo>
                              <a:pt x="32126" y="20384"/>
                              <a:pt x="42508" y="15621"/>
                              <a:pt x="49652" y="11811"/>
                            </a:cubicBezTo>
                            <a:cubicBezTo>
                              <a:pt x="53843" y="9620"/>
                              <a:pt x="62511" y="3524"/>
                              <a:pt x="66321" y="0"/>
                            </a:cubicBezTo>
                            <a:cubicBezTo>
                              <a:pt x="63845" y="1524"/>
                              <a:pt x="59463" y="4191"/>
                              <a:pt x="56796" y="5048"/>
                            </a:cubicBezTo>
                            <a:cubicBezTo>
                              <a:pt x="49081" y="7620"/>
                              <a:pt x="40127" y="9811"/>
                              <a:pt x="32603" y="9716"/>
                            </a:cubicBezTo>
                            <a:cubicBezTo>
                              <a:pt x="24982" y="9525"/>
                              <a:pt x="19077" y="6763"/>
                              <a:pt x="16886" y="1143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82" name="Forme libre : forme 12681">
                        <a:extLst>
                          <a:ext uri="{FF2B5EF4-FFF2-40B4-BE49-F238E27FC236}">
                            <a16:creationId xmlns:a16="http://schemas.microsoft.com/office/drawing/2014/main" id="{914F9242-7C83-4AC6-BB34-98B0D041B8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6761" y="2597884"/>
                        <a:ext cx="84012" cy="51132"/>
                      </a:xfrm>
                      <a:custGeom>
                        <a:avLst/>
                        <a:gdLst>
                          <a:gd name="connsiteX0" fmla="*/ 83747 w 84012"/>
                          <a:gd name="connsiteY0" fmla="*/ 2726 h 51132"/>
                          <a:gd name="connsiteX1" fmla="*/ 49076 w 84012"/>
                          <a:gd name="connsiteY1" fmla="*/ 40064 h 51132"/>
                          <a:gd name="connsiteX2" fmla="*/ 21834 w 84012"/>
                          <a:gd name="connsiteY2" fmla="*/ 50447 h 51132"/>
                          <a:gd name="connsiteX3" fmla="*/ 22 w 84012"/>
                          <a:gd name="connsiteY3" fmla="*/ 43969 h 51132"/>
                          <a:gd name="connsiteX4" fmla="*/ 14786 w 84012"/>
                          <a:gd name="connsiteY4" fmla="*/ 30634 h 51132"/>
                          <a:gd name="connsiteX5" fmla="*/ 36693 w 84012"/>
                          <a:gd name="connsiteY5" fmla="*/ 18442 h 51132"/>
                          <a:gd name="connsiteX6" fmla="*/ 83747 w 84012"/>
                          <a:gd name="connsiteY6" fmla="*/ 2726 h 511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4012" h="51132">
                            <a:moveTo>
                              <a:pt x="83747" y="2726"/>
                            </a:moveTo>
                            <a:cubicBezTo>
                              <a:pt x="86890" y="12537"/>
                              <a:pt x="61363" y="32730"/>
                              <a:pt x="49076" y="40064"/>
                            </a:cubicBezTo>
                            <a:cubicBezTo>
                              <a:pt x="43170" y="43684"/>
                              <a:pt x="32502" y="48732"/>
                              <a:pt x="21834" y="50447"/>
                            </a:cubicBezTo>
                            <a:cubicBezTo>
                              <a:pt x="11261" y="52542"/>
                              <a:pt x="498" y="49684"/>
                              <a:pt x="22" y="43969"/>
                            </a:cubicBezTo>
                            <a:cubicBezTo>
                              <a:pt x="-454" y="38445"/>
                              <a:pt x="6880" y="35397"/>
                              <a:pt x="14786" y="30634"/>
                            </a:cubicBezTo>
                            <a:cubicBezTo>
                              <a:pt x="23358" y="25872"/>
                              <a:pt x="32407" y="20919"/>
                              <a:pt x="36693" y="18442"/>
                            </a:cubicBezTo>
                            <a:cubicBezTo>
                              <a:pt x="45647" y="13871"/>
                              <a:pt x="80508" y="-7466"/>
                              <a:pt x="83747" y="272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83" name="Forme libre : forme 12682">
                        <a:extLst>
                          <a:ext uri="{FF2B5EF4-FFF2-40B4-BE49-F238E27FC236}">
                            <a16:creationId xmlns:a16="http://schemas.microsoft.com/office/drawing/2014/main" id="{5DDFE15B-FD35-4081-A98F-9471B9D397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00015" y="2615266"/>
                        <a:ext cx="116177" cy="52214"/>
                      </a:xfrm>
                      <a:custGeom>
                        <a:avLst/>
                        <a:gdLst>
                          <a:gd name="connsiteX0" fmla="*/ 0 w 116177"/>
                          <a:gd name="connsiteY0" fmla="*/ 13063 h 52214"/>
                          <a:gd name="connsiteX1" fmla="*/ 6953 w 116177"/>
                          <a:gd name="connsiteY1" fmla="*/ 28683 h 52214"/>
                          <a:gd name="connsiteX2" fmla="*/ 15145 w 116177"/>
                          <a:gd name="connsiteY2" fmla="*/ 36970 h 52214"/>
                          <a:gd name="connsiteX3" fmla="*/ 24765 w 116177"/>
                          <a:gd name="connsiteY3" fmla="*/ 44304 h 52214"/>
                          <a:gd name="connsiteX4" fmla="*/ 30575 w 116177"/>
                          <a:gd name="connsiteY4" fmla="*/ 47543 h 52214"/>
                          <a:gd name="connsiteX5" fmla="*/ 37814 w 116177"/>
                          <a:gd name="connsiteY5" fmla="*/ 50210 h 52214"/>
                          <a:gd name="connsiteX6" fmla="*/ 41720 w 116177"/>
                          <a:gd name="connsiteY6" fmla="*/ 51353 h 52214"/>
                          <a:gd name="connsiteX7" fmla="*/ 47054 w 116177"/>
                          <a:gd name="connsiteY7" fmla="*/ 51924 h 52214"/>
                          <a:gd name="connsiteX8" fmla="*/ 58007 w 116177"/>
                          <a:gd name="connsiteY8" fmla="*/ 51924 h 52214"/>
                          <a:gd name="connsiteX9" fmla="*/ 107347 w 116177"/>
                          <a:gd name="connsiteY9" fmla="*/ 28398 h 52214"/>
                          <a:gd name="connsiteX10" fmla="*/ 113919 w 116177"/>
                          <a:gd name="connsiteY10" fmla="*/ 8014 h 52214"/>
                          <a:gd name="connsiteX11" fmla="*/ 98488 w 116177"/>
                          <a:gd name="connsiteY11" fmla="*/ 10872 h 52214"/>
                          <a:gd name="connsiteX12" fmla="*/ 57436 w 116177"/>
                          <a:gd name="connsiteY12" fmla="*/ 15063 h 52214"/>
                          <a:gd name="connsiteX13" fmla="*/ 49339 w 116177"/>
                          <a:gd name="connsiteY13" fmla="*/ 12110 h 52214"/>
                          <a:gd name="connsiteX14" fmla="*/ 42863 w 116177"/>
                          <a:gd name="connsiteY14" fmla="*/ 7729 h 52214"/>
                          <a:gd name="connsiteX15" fmla="*/ 25813 w 116177"/>
                          <a:gd name="connsiteY15" fmla="*/ 489 h 52214"/>
                          <a:gd name="connsiteX16" fmla="*/ 0 w 116177"/>
                          <a:gd name="connsiteY16" fmla="*/ 13063 h 522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16177" h="52214">
                            <a:moveTo>
                              <a:pt x="0" y="13063"/>
                            </a:moveTo>
                            <a:cubicBezTo>
                              <a:pt x="0" y="19825"/>
                              <a:pt x="1334" y="22588"/>
                              <a:pt x="6953" y="28683"/>
                            </a:cubicBezTo>
                            <a:cubicBezTo>
                              <a:pt x="9525" y="31636"/>
                              <a:pt x="12192" y="34398"/>
                              <a:pt x="15145" y="36970"/>
                            </a:cubicBezTo>
                            <a:cubicBezTo>
                              <a:pt x="18002" y="39637"/>
                              <a:pt x="21050" y="42114"/>
                              <a:pt x="24765" y="44304"/>
                            </a:cubicBezTo>
                            <a:cubicBezTo>
                              <a:pt x="26575" y="45447"/>
                              <a:pt x="28480" y="46495"/>
                              <a:pt x="30575" y="47543"/>
                            </a:cubicBezTo>
                            <a:cubicBezTo>
                              <a:pt x="32861" y="48496"/>
                              <a:pt x="35243" y="49353"/>
                              <a:pt x="37814" y="50210"/>
                            </a:cubicBezTo>
                            <a:lnTo>
                              <a:pt x="41720" y="51353"/>
                            </a:lnTo>
                            <a:cubicBezTo>
                              <a:pt x="43434" y="51639"/>
                              <a:pt x="45244" y="51829"/>
                              <a:pt x="47054" y="51924"/>
                            </a:cubicBezTo>
                            <a:cubicBezTo>
                              <a:pt x="50768" y="52210"/>
                              <a:pt x="54769" y="52401"/>
                              <a:pt x="58007" y="51924"/>
                            </a:cubicBezTo>
                            <a:cubicBezTo>
                              <a:pt x="81820" y="49353"/>
                              <a:pt x="97441" y="38113"/>
                              <a:pt x="107347" y="28398"/>
                            </a:cubicBezTo>
                            <a:cubicBezTo>
                              <a:pt x="114586" y="20873"/>
                              <a:pt x="119158" y="11824"/>
                              <a:pt x="113919" y="8014"/>
                            </a:cubicBezTo>
                            <a:cubicBezTo>
                              <a:pt x="110585" y="5633"/>
                              <a:pt x="104394" y="9348"/>
                              <a:pt x="98488" y="10872"/>
                            </a:cubicBezTo>
                            <a:cubicBezTo>
                              <a:pt x="84963" y="14396"/>
                              <a:pt x="71152" y="18111"/>
                              <a:pt x="57436" y="15063"/>
                            </a:cubicBezTo>
                            <a:cubicBezTo>
                              <a:pt x="54578" y="14587"/>
                              <a:pt x="51911" y="13158"/>
                              <a:pt x="49339" y="12110"/>
                            </a:cubicBezTo>
                            <a:cubicBezTo>
                              <a:pt x="46768" y="10681"/>
                              <a:pt x="45244" y="9348"/>
                              <a:pt x="42863" y="7729"/>
                            </a:cubicBezTo>
                            <a:cubicBezTo>
                              <a:pt x="38100" y="4490"/>
                              <a:pt x="33147" y="1918"/>
                              <a:pt x="25813" y="489"/>
                            </a:cubicBezTo>
                            <a:cubicBezTo>
                              <a:pt x="12859" y="-1701"/>
                              <a:pt x="95" y="3633"/>
                              <a:pt x="0" y="1306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84" name="Forme libre : forme 12683">
                        <a:extLst>
                          <a:ext uri="{FF2B5EF4-FFF2-40B4-BE49-F238E27FC236}">
                            <a16:creationId xmlns:a16="http://schemas.microsoft.com/office/drawing/2014/main" id="{27990A61-FFF8-499C-B4A7-A3C4490DD6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4202" y="2618603"/>
                        <a:ext cx="30364" cy="11584"/>
                      </a:xfrm>
                      <a:custGeom>
                        <a:avLst/>
                        <a:gdLst>
                          <a:gd name="connsiteX0" fmla="*/ 4103 w 30364"/>
                          <a:gd name="connsiteY0" fmla="*/ 4963 h 11584"/>
                          <a:gd name="connsiteX1" fmla="*/ 293 w 30364"/>
                          <a:gd name="connsiteY1" fmla="*/ 6487 h 11584"/>
                          <a:gd name="connsiteX2" fmla="*/ 2198 w 30364"/>
                          <a:gd name="connsiteY2" fmla="*/ 9535 h 11584"/>
                          <a:gd name="connsiteX3" fmla="*/ 8484 w 30364"/>
                          <a:gd name="connsiteY3" fmla="*/ 11154 h 11584"/>
                          <a:gd name="connsiteX4" fmla="*/ 16295 w 30364"/>
                          <a:gd name="connsiteY4" fmla="*/ 11535 h 11584"/>
                          <a:gd name="connsiteX5" fmla="*/ 23153 w 30364"/>
                          <a:gd name="connsiteY5" fmla="*/ 10487 h 11584"/>
                          <a:gd name="connsiteX6" fmla="*/ 27629 w 30364"/>
                          <a:gd name="connsiteY6" fmla="*/ 8297 h 11584"/>
                          <a:gd name="connsiteX7" fmla="*/ 30011 w 30364"/>
                          <a:gd name="connsiteY7" fmla="*/ 1819 h 11584"/>
                          <a:gd name="connsiteX8" fmla="*/ 23629 w 30364"/>
                          <a:gd name="connsiteY8" fmla="*/ 486 h 11584"/>
                          <a:gd name="connsiteX9" fmla="*/ 20390 w 30364"/>
                          <a:gd name="connsiteY9" fmla="*/ 1534 h 11584"/>
                          <a:gd name="connsiteX10" fmla="*/ 15247 w 30364"/>
                          <a:gd name="connsiteY10" fmla="*/ 2582 h 11584"/>
                          <a:gd name="connsiteX11" fmla="*/ 4103 w 30364"/>
                          <a:gd name="connsiteY11" fmla="*/ 4963 h 115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0364" h="11584">
                            <a:moveTo>
                              <a:pt x="4103" y="4963"/>
                            </a:moveTo>
                            <a:cubicBezTo>
                              <a:pt x="2388" y="5249"/>
                              <a:pt x="1150" y="5534"/>
                              <a:pt x="293" y="6487"/>
                            </a:cubicBezTo>
                            <a:cubicBezTo>
                              <a:pt x="-564" y="7535"/>
                              <a:pt x="578" y="8677"/>
                              <a:pt x="2198" y="9535"/>
                            </a:cubicBezTo>
                            <a:cubicBezTo>
                              <a:pt x="3817" y="10487"/>
                              <a:pt x="6484" y="10773"/>
                              <a:pt x="8484" y="11154"/>
                            </a:cubicBezTo>
                            <a:cubicBezTo>
                              <a:pt x="11056" y="11630"/>
                              <a:pt x="13723" y="11630"/>
                              <a:pt x="16295" y="11535"/>
                            </a:cubicBezTo>
                            <a:cubicBezTo>
                              <a:pt x="18962" y="11630"/>
                              <a:pt x="21248" y="11154"/>
                              <a:pt x="23153" y="10487"/>
                            </a:cubicBezTo>
                            <a:cubicBezTo>
                              <a:pt x="24677" y="10106"/>
                              <a:pt x="26391" y="9344"/>
                              <a:pt x="27629" y="8297"/>
                            </a:cubicBezTo>
                            <a:cubicBezTo>
                              <a:pt x="30201" y="6106"/>
                              <a:pt x="30868" y="3439"/>
                              <a:pt x="30011" y="1819"/>
                            </a:cubicBezTo>
                            <a:cubicBezTo>
                              <a:pt x="29058" y="391"/>
                              <a:pt x="26963" y="-657"/>
                              <a:pt x="23629" y="486"/>
                            </a:cubicBezTo>
                            <a:cubicBezTo>
                              <a:pt x="22581" y="581"/>
                              <a:pt x="21534" y="962"/>
                              <a:pt x="20390" y="1534"/>
                            </a:cubicBezTo>
                            <a:cubicBezTo>
                              <a:pt x="18867" y="1819"/>
                              <a:pt x="17057" y="2105"/>
                              <a:pt x="15247" y="2582"/>
                            </a:cubicBezTo>
                            <a:cubicBezTo>
                              <a:pt x="11628" y="3534"/>
                              <a:pt x="7532" y="4106"/>
                              <a:pt x="4103" y="496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85" name="Forme libre : forme 12684">
                        <a:extLst>
                          <a:ext uri="{FF2B5EF4-FFF2-40B4-BE49-F238E27FC236}">
                            <a16:creationId xmlns:a16="http://schemas.microsoft.com/office/drawing/2014/main" id="{447C847C-3AF1-4BB7-9427-56C7EC22BB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22602" y="2591561"/>
                        <a:ext cx="32004" cy="51816"/>
                      </a:xfrm>
                      <a:custGeom>
                        <a:avLst/>
                        <a:gdLst>
                          <a:gd name="connsiteX0" fmla="*/ 32004 w 32004"/>
                          <a:gd name="connsiteY0" fmla="*/ 0 h 51816"/>
                          <a:gd name="connsiteX1" fmla="*/ 28575 w 32004"/>
                          <a:gd name="connsiteY1" fmla="*/ 11716 h 51816"/>
                          <a:gd name="connsiteX2" fmla="*/ 25527 w 32004"/>
                          <a:gd name="connsiteY2" fmla="*/ 18098 h 51816"/>
                          <a:gd name="connsiteX3" fmla="*/ 21336 w 32004"/>
                          <a:gd name="connsiteY3" fmla="*/ 24956 h 51816"/>
                          <a:gd name="connsiteX4" fmla="*/ 0 w 32004"/>
                          <a:gd name="connsiteY4" fmla="*/ 51816 h 51816"/>
                          <a:gd name="connsiteX5" fmla="*/ 32004 w 32004"/>
                          <a:gd name="connsiteY5" fmla="*/ 0 h 5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004" h="51816">
                            <a:moveTo>
                              <a:pt x="32004" y="0"/>
                            </a:moveTo>
                            <a:cubicBezTo>
                              <a:pt x="31052" y="3810"/>
                              <a:pt x="29528" y="7906"/>
                              <a:pt x="28575" y="11716"/>
                            </a:cubicBezTo>
                            <a:cubicBezTo>
                              <a:pt x="27908" y="13621"/>
                              <a:pt x="26765" y="15907"/>
                              <a:pt x="25527" y="18098"/>
                            </a:cubicBezTo>
                            <a:cubicBezTo>
                              <a:pt x="24289" y="20288"/>
                              <a:pt x="22955" y="22574"/>
                              <a:pt x="21336" y="24956"/>
                            </a:cubicBezTo>
                            <a:cubicBezTo>
                              <a:pt x="15240" y="34290"/>
                              <a:pt x="7049" y="44196"/>
                              <a:pt x="0" y="51816"/>
                            </a:cubicBezTo>
                            <a:cubicBezTo>
                              <a:pt x="15431" y="35528"/>
                              <a:pt x="24956" y="12954"/>
                              <a:pt x="3200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86" name="Forme libre : forme 12685">
                        <a:extLst>
                          <a:ext uri="{FF2B5EF4-FFF2-40B4-BE49-F238E27FC236}">
                            <a16:creationId xmlns:a16="http://schemas.microsoft.com/office/drawing/2014/main" id="{88175476-3A66-494D-9253-A6D6E2650F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6013" y="2602991"/>
                        <a:ext cx="59245" cy="6381"/>
                      </a:xfrm>
                      <a:custGeom>
                        <a:avLst/>
                        <a:gdLst>
                          <a:gd name="connsiteX0" fmla="*/ 59246 w 59245"/>
                          <a:gd name="connsiteY0" fmla="*/ 0 h 6381"/>
                          <a:gd name="connsiteX1" fmla="*/ 32099 w 59245"/>
                          <a:gd name="connsiteY1" fmla="*/ 1810 h 6381"/>
                          <a:gd name="connsiteX2" fmla="*/ 0 w 59245"/>
                          <a:gd name="connsiteY2" fmla="*/ 6382 h 6381"/>
                          <a:gd name="connsiteX3" fmla="*/ 32385 w 59245"/>
                          <a:gd name="connsiteY3" fmla="*/ 3143 h 6381"/>
                          <a:gd name="connsiteX4" fmla="*/ 59246 w 59245"/>
                          <a:gd name="connsiteY4" fmla="*/ 0 h 63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245" h="6381">
                            <a:moveTo>
                              <a:pt x="59246" y="0"/>
                            </a:moveTo>
                            <a:cubicBezTo>
                              <a:pt x="54007" y="762"/>
                              <a:pt x="42767" y="1048"/>
                              <a:pt x="32099" y="1810"/>
                            </a:cubicBezTo>
                            <a:cubicBezTo>
                              <a:pt x="21241" y="2667"/>
                              <a:pt x="10096" y="4191"/>
                              <a:pt x="0" y="6382"/>
                            </a:cubicBezTo>
                            <a:cubicBezTo>
                              <a:pt x="9239" y="3905"/>
                              <a:pt x="21050" y="3429"/>
                              <a:pt x="32385" y="3143"/>
                            </a:cubicBezTo>
                            <a:cubicBezTo>
                              <a:pt x="43625" y="2857"/>
                              <a:pt x="54959" y="2381"/>
                              <a:pt x="5924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87" name="Forme libre : forme 12686">
                        <a:extLst>
                          <a:ext uri="{FF2B5EF4-FFF2-40B4-BE49-F238E27FC236}">
                            <a16:creationId xmlns:a16="http://schemas.microsoft.com/office/drawing/2014/main" id="{5A6A2105-9A11-49A0-A8A6-83E0BB0C3A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74860" y="2608593"/>
                        <a:ext cx="30692" cy="16566"/>
                      </a:xfrm>
                      <a:custGeom>
                        <a:avLst/>
                        <a:gdLst>
                          <a:gd name="connsiteX0" fmla="*/ 30692 w 30692"/>
                          <a:gd name="connsiteY0" fmla="*/ 1542 h 16566"/>
                          <a:gd name="connsiteX1" fmla="*/ 14499 w 30692"/>
                          <a:gd name="connsiteY1" fmla="*/ 13353 h 16566"/>
                          <a:gd name="connsiteX2" fmla="*/ 21 w 30692"/>
                          <a:gd name="connsiteY2" fmla="*/ 14401 h 16566"/>
                          <a:gd name="connsiteX3" fmla="*/ 15452 w 30692"/>
                          <a:gd name="connsiteY3" fmla="*/ 4304 h 16566"/>
                          <a:gd name="connsiteX4" fmla="*/ 30692 w 30692"/>
                          <a:gd name="connsiteY4" fmla="*/ 1542 h 165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692" h="16566">
                            <a:moveTo>
                              <a:pt x="30692" y="1542"/>
                            </a:moveTo>
                            <a:cubicBezTo>
                              <a:pt x="30787" y="5733"/>
                              <a:pt x="18309" y="11734"/>
                              <a:pt x="14499" y="13353"/>
                            </a:cubicBezTo>
                            <a:cubicBezTo>
                              <a:pt x="10594" y="15163"/>
                              <a:pt x="-550" y="18973"/>
                              <a:pt x="21" y="14401"/>
                            </a:cubicBezTo>
                            <a:cubicBezTo>
                              <a:pt x="593" y="10210"/>
                              <a:pt x="11832" y="5923"/>
                              <a:pt x="15452" y="4304"/>
                            </a:cubicBezTo>
                            <a:cubicBezTo>
                              <a:pt x="18976" y="2876"/>
                              <a:pt x="30692" y="-2649"/>
                              <a:pt x="30692" y="154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88" name="Forme libre : forme 12687">
                        <a:extLst>
                          <a:ext uri="{FF2B5EF4-FFF2-40B4-BE49-F238E27FC236}">
                            <a16:creationId xmlns:a16="http://schemas.microsoft.com/office/drawing/2014/main" id="{9959400B-009E-4F19-806B-6F5CFA42B2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1198" y="2606130"/>
                        <a:ext cx="8606" cy="5832"/>
                      </a:xfrm>
                      <a:custGeom>
                        <a:avLst/>
                        <a:gdLst>
                          <a:gd name="connsiteX0" fmla="*/ 8355 w 8606"/>
                          <a:gd name="connsiteY0" fmla="*/ 291 h 5832"/>
                          <a:gd name="connsiteX1" fmla="*/ 5497 w 8606"/>
                          <a:gd name="connsiteY1" fmla="*/ 4101 h 5832"/>
                          <a:gd name="connsiteX2" fmla="*/ 259 w 8606"/>
                          <a:gd name="connsiteY2" fmla="*/ 5530 h 5832"/>
                          <a:gd name="connsiteX3" fmla="*/ 3021 w 8606"/>
                          <a:gd name="connsiteY3" fmla="*/ 1815 h 5832"/>
                          <a:gd name="connsiteX4" fmla="*/ 8355 w 8606"/>
                          <a:gd name="connsiteY4" fmla="*/ 291 h 5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06" h="5832">
                            <a:moveTo>
                              <a:pt x="8355" y="291"/>
                            </a:moveTo>
                            <a:cubicBezTo>
                              <a:pt x="9403" y="1243"/>
                              <a:pt x="6926" y="3244"/>
                              <a:pt x="5497" y="4101"/>
                            </a:cubicBezTo>
                            <a:cubicBezTo>
                              <a:pt x="4164" y="4958"/>
                              <a:pt x="1211" y="6482"/>
                              <a:pt x="259" y="5530"/>
                            </a:cubicBezTo>
                            <a:cubicBezTo>
                              <a:pt x="-789" y="4482"/>
                              <a:pt x="1592" y="2672"/>
                              <a:pt x="3021" y="1815"/>
                            </a:cubicBezTo>
                            <a:cubicBezTo>
                              <a:pt x="4355" y="957"/>
                              <a:pt x="7307" y="-662"/>
                              <a:pt x="8355" y="29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89" name="Forme libre : forme 12688">
                        <a:extLst>
                          <a:ext uri="{FF2B5EF4-FFF2-40B4-BE49-F238E27FC236}">
                            <a16:creationId xmlns:a16="http://schemas.microsoft.com/office/drawing/2014/main" id="{68EB3FB6-0FA7-4873-9BC9-C376F4E0E4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5381" y="2580890"/>
                        <a:ext cx="84116" cy="26663"/>
                      </a:xfrm>
                      <a:custGeom>
                        <a:avLst/>
                        <a:gdLst>
                          <a:gd name="connsiteX0" fmla="*/ 56554 w 84116"/>
                          <a:gd name="connsiteY0" fmla="*/ 670 h 26663"/>
                          <a:gd name="connsiteX1" fmla="*/ 70651 w 84116"/>
                          <a:gd name="connsiteY1" fmla="*/ 98 h 26663"/>
                          <a:gd name="connsiteX2" fmla="*/ 83034 w 84116"/>
                          <a:gd name="connsiteY2" fmla="*/ 3337 h 26663"/>
                          <a:gd name="connsiteX3" fmla="*/ 79795 w 84116"/>
                          <a:gd name="connsiteY3" fmla="*/ 11052 h 26663"/>
                          <a:gd name="connsiteX4" fmla="*/ 69413 w 84116"/>
                          <a:gd name="connsiteY4" fmla="*/ 12862 h 26663"/>
                          <a:gd name="connsiteX5" fmla="*/ 37123 w 84116"/>
                          <a:gd name="connsiteY5" fmla="*/ 17910 h 26663"/>
                          <a:gd name="connsiteX6" fmla="*/ 15025 w 84116"/>
                          <a:gd name="connsiteY6" fmla="*/ 25244 h 26663"/>
                          <a:gd name="connsiteX7" fmla="*/ 71 w 84116"/>
                          <a:gd name="connsiteY7" fmla="*/ 22768 h 26663"/>
                          <a:gd name="connsiteX8" fmla="*/ 13787 w 84116"/>
                          <a:gd name="connsiteY8" fmla="*/ 10195 h 26663"/>
                          <a:gd name="connsiteX9" fmla="*/ 33885 w 84116"/>
                          <a:gd name="connsiteY9" fmla="*/ 2004 h 26663"/>
                          <a:gd name="connsiteX10" fmla="*/ 56554 w 84116"/>
                          <a:gd name="connsiteY10" fmla="*/ 670 h 266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4116" h="26663">
                            <a:moveTo>
                              <a:pt x="56554" y="670"/>
                            </a:moveTo>
                            <a:cubicBezTo>
                              <a:pt x="61697" y="194"/>
                              <a:pt x="66365" y="-187"/>
                              <a:pt x="70651" y="98"/>
                            </a:cubicBezTo>
                            <a:cubicBezTo>
                              <a:pt x="74937" y="479"/>
                              <a:pt x="79414" y="860"/>
                              <a:pt x="83034" y="3337"/>
                            </a:cubicBezTo>
                            <a:cubicBezTo>
                              <a:pt x="85605" y="5051"/>
                              <a:pt x="83224" y="9052"/>
                              <a:pt x="79795" y="11052"/>
                            </a:cubicBezTo>
                            <a:cubicBezTo>
                              <a:pt x="76080" y="13052"/>
                              <a:pt x="72842" y="12957"/>
                              <a:pt x="69413" y="12862"/>
                            </a:cubicBezTo>
                            <a:cubicBezTo>
                              <a:pt x="58745" y="12957"/>
                              <a:pt x="48363" y="15338"/>
                              <a:pt x="37123" y="17910"/>
                            </a:cubicBezTo>
                            <a:cubicBezTo>
                              <a:pt x="33599" y="18767"/>
                              <a:pt x="23693" y="22958"/>
                              <a:pt x="15025" y="25244"/>
                            </a:cubicBezTo>
                            <a:cubicBezTo>
                              <a:pt x="6262" y="27435"/>
                              <a:pt x="-786" y="27435"/>
                              <a:pt x="71" y="22768"/>
                            </a:cubicBezTo>
                            <a:cubicBezTo>
                              <a:pt x="738" y="18196"/>
                              <a:pt x="6643" y="14005"/>
                              <a:pt x="13787" y="10195"/>
                            </a:cubicBezTo>
                            <a:cubicBezTo>
                              <a:pt x="20931" y="6480"/>
                              <a:pt x="29313" y="3146"/>
                              <a:pt x="33885" y="2004"/>
                            </a:cubicBezTo>
                            <a:cubicBezTo>
                              <a:pt x="43219" y="-283"/>
                              <a:pt x="48744" y="1337"/>
                              <a:pt x="56554" y="67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626" name="Graphique 1">
                      <a:extLst>
                        <a:ext uri="{FF2B5EF4-FFF2-40B4-BE49-F238E27FC236}">
                          <a16:creationId xmlns:a16="http://schemas.microsoft.com/office/drawing/2014/main" id="{B3B60B14-02C7-441A-B574-A33CE0CF71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8911" y="2551739"/>
                      <a:ext cx="199009" cy="78853"/>
                      <a:chOff x="4058911" y="2551739"/>
                      <a:chExt cx="199009" cy="78853"/>
                    </a:xfrm>
                    <a:solidFill>
                      <a:schemeClr val="accent1"/>
                    </a:solidFill>
                  </p:grpSpPr>
                  <p:sp>
                    <p:nvSpPr>
                      <p:cNvPr id="12666" name="Forme libre : forme 12665">
                        <a:extLst>
                          <a:ext uri="{FF2B5EF4-FFF2-40B4-BE49-F238E27FC236}">
                            <a16:creationId xmlns:a16="http://schemas.microsoft.com/office/drawing/2014/main" id="{703A961D-9298-4AA4-88B8-7BFF2AA75A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8911" y="2551739"/>
                        <a:ext cx="199009" cy="78853"/>
                      </a:xfrm>
                      <a:custGeom>
                        <a:avLst/>
                        <a:gdLst>
                          <a:gd name="connsiteX0" fmla="*/ 132474 w 199009"/>
                          <a:gd name="connsiteY0" fmla="*/ 78780 h 78853"/>
                          <a:gd name="connsiteX1" fmla="*/ 64560 w 199009"/>
                          <a:gd name="connsiteY1" fmla="*/ 75160 h 78853"/>
                          <a:gd name="connsiteX2" fmla="*/ 3600 w 199009"/>
                          <a:gd name="connsiteY2" fmla="*/ 42966 h 78853"/>
                          <a:gd name="connsiteX3" fmla="*/ 5124 w 199009"/>
                          <a:gd name="connsiteY3" fmla="*/ 21439 h 78853"/>
                          <a:gd name="connsiteX4" fmla="*/ 71323 w 199009"/>
                          <a:gd name="connsiteY4" fmla="*/ 8 h 78853"/>
                          <a:gd name="connsiteX5" fmla="*/ 132950 w 199009"/>
                          <a:gd name="connsiteY5" fmla="*/ 3437 h 78853"/>
                          <a:gd name="connsiteX6" fmla="*/ 193529 w 199009"/>
                          <a:gd name="connsiteY6" fmla="*/ 32202 h 78853"/>
                          <a:gd name="connsiteX7" fmla="*/ 196101 w 199009"/>
                          <a:gd name="connsiteY7" fmla="*/ 53157 h 78853"/>
                          <a:gd name="connsiteX8" fmla="*/ 132474 w 199009"/>
                          <a:gd name="connsiteY8" fmla="*/ 78780 h 788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99009" h="78853">
                            <a:moveTo>
                              <a:pt x="132474" y="78780"/>
                            </a:moveTo>
                            <a:cubicBezTo>
                              <a:pt x="116281" y="79256"/>
                              <a:pt x="81039" y="77351"/>
                              <a:pt x="64560" y="75160"/>
                            </a:cubicBezTo>
                            <a:cubicBezTo>
                              <a:pt x="33509" y="71255"/>
                              <a:pt x="19031" y="59539"/>
                              <a:pt x="3600" y="42966"/>
                            </a:cubicBezTo>
                            <a:cubicBezTo>
                              <a:pt x="-1067" y="37251"/>
                              <a:pt x="-1829" y="26297"/>
                              <a:pt x="5124" y="21439"/>
                            </a:cubicBezTo>
                            <a:cubicBezTo>
                              <a:pt x="23031" y="7342"/>
                              <a:pt x="42367" y="-278"/>
                              <a:pt x="71323" y="8"/>
                            </a:cubicBezTo>
                            <a:cubicBezTo>
                              <a:pt x="86849" y="198"/>
                              <a:pt x="117329" y="2103"/>
                              <a:pt x="132950" y="3437"/>
                            </a:cubicBezTo>
                            <a:cubicBezTo>
                              <a:pt x="162096" y="5913"/>
                              <a:pt x="177432" y="16962"/>
                              <a:pt x="193529" y="32202"/>
                            </a:cubicBezTo>
                            <a:cubicBezTo>
                              <a:pt x="199053" y="37441"/>
                              <a:pt x="201244" y="47823"/>
                              <a:pt x="196101" y="53157"/>
                            </a:cubicBezTo>
                            <a:cubicBezTo>
                              <a:pt x="181241" y="68588"/>
                              <a:pt x="162763" y="78113"/>
                              <a:pt x="132474" y="7878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67" name="Forme libre : forme 12666">
                        <a:extLst>
                          <a:ext uri="{FF2B5EF4-FFF2-40B4-BE49-F238E27FC236}">
                            <a16:creationId xmlns:a16="http://schemas.microsoft.com/office/drawing/2014/main" id="{D598F022-BDBB-48C4-8EDC-F930F7367C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8987" y="2585751"/>
                        <a:ext cx="196215" cy="44576"/>
                      </a:xfrm>
                      <a:custGeom>
                        <a:avLst/>
                        <a:gdLst>
                          <a:gd name="connsiteX0" fmla="*/ 76581 w 196215"/>
                          <a:gd name="connsiteY0" fmla="*/ 14954 h 44576"/>
                          <a:gd name="connsiteX1" fmla="*/ 0 w 196215"/>
                          <a:gd name="connsiteY1" fmla="*/ 0 h 44576"/>
                          <a:gd name="connsiteX2" fmla="*/ 3524 w 196215"/>
                          <a:gd name="connsiteY2" fmla="*/ 8858 h 44576"/>
                          <a:gd name="connsiteX3" fmla="*/ 11525 w 196215"/>
                          <a:gd name="connsiteY3" fmla="*/ 16954 h 44576"/>
                          <a:gd name="connsiteX4" fmla="*/ 38767 w 196215"/>
                          <a:gd name="connsiteY4" fmla="*/ 34766 h 44576"/>
                          <a:gd name="connsiteX5" fmla="*/ 64484 w 196215"/>
                          <a:gd name="connsiteY5" fmla="*/ 40957 h 44576"/>
                          <a:gd name="connsiteX6" fmla="*/ 75343 w 196215"/>
                          <a:gd name="connsiteY6" fmla="*/ 42101 h 44576"/>
                          <a:gd name="connsiteX7" fmla="*/ 127349 w 196215"/>
                          <a:gd name="connsiteY7" fmla="*/ 44577 h 44576"/>
                          <a:gd name="connsiteX8" fmla="*/ 132397 w 196215"/>
                          <a:gd name="connsiteY8" fmla="*/ 44482 h 44576"/>
                          <a:gd name="connsiteX9" fmla="*/ 160592 w 196215"/>
                          <a:gd name="connsiteY9" fmla="*/ 40481 h 44576"/>
                          <a:gd name="connsiteX10" fmla="*/ 188690 w 196215"/>
                          <a:gd name="connsiteY10" fmla="*/ 25622 h 44576"/>
                          <a:gd name="connsiteX11" fmla="*/ 196025 w 196215"/>
                          <a:gd name="connsiteY11" fmla="*/ 18764 h 44576"/>
                          <a:gd name="connsiteX12" fmla="*/ 196215 w 196215"/>
                          <a:gd name="connsiteY12" fmla="*/ 18479 h 44576"/>
                          <a:gd name="connsiteX13" fmla="*/ 76581 w 196215"/>
                          <a:gd name="connsiteY13" fmla="*/ 14954 h 445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96215" h="44576">
                            <a:moveTo>
                              <a:pt x="76581" y="14954"/>
                            </a:moveTo>
                            <a:cubicBezTo>
                              <a:pt x="49244" y="14764"/>
                              <a:pt x="20574" y="11621"/>
                              <a:pt x="0" y="0"/>
                            </a:cubicBezTo>
                            <a:cubicBezTo>
                              <a:pt x="476" y="3334"/>
                              <a:pt x="1334" y="6572"/>
                              <a:pt x="3524" y="8858"/>
                            </a:cubicBezTo>
                            <a:cubicBezTo>
                              <a:pt x="6191" y="11716"/>
                              <a:pt x="8858" y="14383"/>
                              <a:pt x="11525" y="16954"/>
                            </a:cubicBezTo>
                            <a:cubicBezTo>
                              <a:pt x="19336" y="24194"/>
                              <a:pt x="27718" y="30385"/>
                              <a:pt x="38767" y="34766"/>
                            </a:cubicBezTo>
                            <a:cubicBezTo>
                              <a:pt x="46006" y="37624"/>
                              <a:pt x="54293" y="39719"/>
                              <a:pt x="64484" y="40957"/>
                            </a:cubicBezTo>
                            <a:cubicBezTo>
                              <a:pt x="67532" y="41243"/>
                              <a:pt x="71247" y="41624"/>
                              <a:pt x="75343" y="42101"/>
                            </a:cubicBezTo>
                            <a:cubicBezTo>
                              <a:pt x="91345" y="43529"/>
                              <a:pt x="113347" y="44577"/>
                              <a:pt x="127349" y="44577"/>
                            </a:cubicBezTo>
                            <a:cubicBezTo>
                              <a:pt x="129159" y="44577"/>
                              <a:pt x="130873" y="44577"/>
                              <a:pt x="132397" y="44482"/>
                            </a:cubicBezTo>
                            <a:cubicBezTo>
                              <a:pt x="143161" y="44291"/>
                              <a:pt x="152400" y="42863"/>
                              <a:pt x="160592" y="40481"/>
                            </a:cubicBezTo>
                            <a:cubicBezTo>
                              <a:pt x="171736" y="37147"/>
                              <a:pt x="180689" y="32004"/>
                              <a:pt x="188690" y="25622"/>
                            </a:cubicBezTo>
                            <a:cubicBezTo>
                              <a:pt x="191262" y="23527"/>
                              <a:pt x="193738" y="21241"/>
                              <a:pt x="196025" y="18764"/>
                            </a:cubicBezTo>
                            <a:lnTo>
                              <a:pt x="196215" y="18479"/>
                            </a:lnTo>
                            <a:cubicBezTo>
                              <a:pt x="156496" y="17907"/>
                              <a:pt x="115538" y="15240"/>
                              <a:pt x="76581" y="1495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68" name="Forme libre : forme 12667">
                        <a:extLst>
                          <a:ext uri="{FF2B5EF4-FFF2-40B4-BE49-F238E27FC236}">
                            <a16:creationId xmlns:a16="http://schemas.microsoft.com/office/drawing/2014/main" id="{E813A5BB-5A64-4C6F-B424-5DA8446179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27754" y="2580870"/>
                        <a:ext cx="92015" cy="25519"/>
                      </a:xfrm>
                      <a:custGeom>
                        <a:avLst/>
                        <a:gdLst>
                          <a:gd name="connsiteX0" fmla="*/ 92015 w 92015"/>
                          <a:gd name="connsiteY0" fmla="*/ 14787 h 25519"/>
                          <a:gd name="connsiteX1" fmla="*/ 43437 w 92015"/>
                          <a:gd name="connsiteY1" fmla="*/ 25360 h 25519"/>
                          <a:gd name="connsiteX2" fmla="*/ 3 w 92015"/>
                          <a:gd name="connsiteY2" fmla="*/ 9453 h 25519"/>
                          <a:gd name="connsiteX3" fmla="*/ 44485 w 92015"/>
                          <a:gd name="connsiteY3" fmla="*/ 595 h 25519"/>
                          <a:gd name="connsiteX4" fmla="*/ 92015 w 92015"/>
                          <a:gd name="connsiteY4" fmla="*/ 14787 h 255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015" h="25519">
                            <a:moveTo>
                              <a:pt x="92015" y="14787"/>
                            </a:moveTo>
                            <a:cubicBezTo>
                              <a:pt x="92110" y="24979"/>
                              <a:pt x="55725" y="26027"/>
                              <a:pt x="43437" y="25360"/>
                            </a:cubicBezTo>
                            <a:cubicBezTo>
                              <a:pt x="31150" y="24884"/>
                              <a:pt x="-378" y="20407"/>
                              <a:pt x="3" y="9453"/>
                            </a:cubicBezTo>
                            <a:cubicBezTo>
                              <a:pt x="385" y="-1596"/>
                              <a:pt x="33151" y="-357"/>
                              <a:pt x="44485" y="595"/>
                            </a:cubicBezTo>
                            <a:cubicBezTo>
                              <a:pt x="55820" y="1643"/>
                              <a:pt x="91920" y="4691"/>
                              <a:pt x="92015" y="1478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69" name="Forme libre : forme 12668">
                        <a:extLst>
                          <a:ext uri="{FF2B5EF4-FFF2-40B4-BE49-F238E27FC236}">
                            <a16:creationId xmlns:a16="http://schemas.microsoft.com/office/drawing/2014/main" id="{AE062A65-B3CA-4D2C-A336-D92215D828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27155" y="2581560"/>
                        <a:ext cx="64324" cy="24873"/>
                      </a:xfrm>
                      <a:custGeom>
                        <a:avLst/>
                        <a:gdLst>
                          <a:gd name="connsiteX0" fmla="*/ 20510 w 64324"/>
                          <a:gd name="connsiteY0" fmla="*/ 0 h 24873"/>
                          <a:gd name="connsiteX1" fmla="*/ 126 w 64324"/>
                          <a:gd name="connsiteY1" fmla="*/ 8763 h 24873"/>
                          <a:gd name="connsiteX2" fmla="*/ 44608 w 64324"/>
                          <a:gd name="connsiteY2" fmla="*/ 24765 h 24873"/>
                          <a:gd name="connsiteX3" fmla="*/ 64325 w 64324"/>
                          <a:gd name="connsiteY3" fmla="*/ 24003 h 24873"/>
                          <a:gd name="connsiteX4" fmla="*/ 53847 w 64324"/>
                          <a:gd name="connsiteY4" fmla="*/ 22860 h 24873"/>
                          <a:gd name="connsiteX5" fmla="*/ 20510 w 64324"/>
                          <a:gd name="connsiteY5" fmla="*/ 0 h 248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4324" h="24873">
                            <a:moveTo>
                              <a:pt x="20510" y="0"/>
                            </a:moveTo>
                            <a:cubicBezTo>
                              <a:pt x="14604" y="1524"/>
                              <a:pt x="-1588" y="1714"/>
                              <a:pt x="126" y="8763"/>
                            </a:cubicBezTo>
                            <a:cubicBezTo>
                              <a:pt x="2888" y="20003"/>
                              <a:pt x="29178" y="23908"/>
                              <a:pt x="44608" y="24765"/>
                            </a:cubicBezTo>
                            <a:cubicBezTo>
                              <a:pt x="49085" y="25051"/>
                              <a:pt x="59277" y="24765"/>
                              <a:pt x="64325" y="24003"/>
                            </a:cubicBezTo>
                            <a:cubicBezTo>
                              <a:pt x="61372" y="23813"/>
                              <a:pt x="56514" y="23622"/>
                              <a:pt x="53847" y="22860"/>
                            </a:cubicBezTo>
                            <a:cubicBezTo>
                              <a:pt x="38607" y="18669"/>
                              <a:pt x="20700" y="12097"/>
                              <a:pt x="205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70" name="Forme libre : forme 12669">
                        <a:extLst>
                          <a:ext uri="{FF2B5EF4-FFF2-40B4-BE49-F238E27FC236}">
                            <a16:creationId xmlns:a16="http://schemas.microsoft.com/office/drawing/2014/main" id="{425FBF9A-2BA3-4CA4-B483-6C064F95BB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2422" y="2584145"/>
                        <a:ext cx="92463" cy="25357"/>
                      </a:xfrm>
                      <a:custGeom>
                        <a:avLst/>
                        <a:gdLst>
                          <a:gd name="connsiteX0" fmla="*/ 92300 w 92463"/>
                          <a:gd name="connsiteY0" fmla="*/ 14179 h 25357"/>
                          <a:gd name="connsiteX1" fmla="*/ 43056 w 92463"/>
                          <a:gd name="connsiteY1" fmla="*/ 25323 h 25357"/>
                          <a:gd name="connsiteX2" fmla="*/ 3 w 92463"/>
                          <a:gd name="connsiteY2" fmla="*/ 9321 h 25357"/>
                          <a:gd name="connsiteX3" fmla="*/ 44295 w 92463"/>
                          <a:gd name="connsiteY3" fmla="*/ 463 h 25357"/>
                          <a:gd name="connsiteX4" fmla="*/ 92300 w 92463"/>
                          <a:gd name="connsiteY4" fmla="*/ 14179 h 253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463" h="25357">
                            <a:moveTo>
                              <a:pt x="92300" y="14179"/>
                            </a:moveTo>
                            <a:cubicBezTo>
                              <a:pt x="89253" y="24276"/>
                              <a:pt x="56296" y="25609"/>
                              <a:pt x="43056" y="25323"/>
                            </a:cubicBezTo>
                            <a:cubicBezTo>
                              <a:pt x="29816" y="25133"/>
                              <a:pt x="384" y="20561"/>
                              <a:pt x="3" y="9321"/>
                            </a:cubicBezTo>
                            <a:cubicBezTo>
                              <a:pt x="-378" y="-1918"/>
                              <a:pt x="33817" y="-108"/>
                              <a:pt x="44295" y="463"/>
                            </a:cubicBezTo>
                            <a:cubicBezTo>
                              <a:pt x="54867" y="1130"/>
                              <a:pt x="95349" y="4178"/>
                              <a:pt x="92300" y="1417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71" name="Forme libre : forme 12670">
                        <a:extLst>
                          <a:ext uri="{FF2B5EF4-FFF2-40B4-BE49-F238E27FC236}">
                            <a16:creationId xmlns:a16="http://schemas.microsoft.com/office/drawing/2014/main" id="{DD70D196-42D0-40BD-97B4-B54F38FEE7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84583" y="2569058"/>
                        <a:ext cx="113895" cy="53721"/>
                      </a:xfrm>
                      <a:custGeom>
                        <a:avLst/>
                        <a:gdLst>
                          <a:gd name="connsiteX0" fmla="*/ 503 w 113895"/>
                          <a:gd name="connsiteY0" fmla="*/ 19169 h 53721"/>
                          <a:gd name="connsiteX1" fmla="*/ 11361 w 113895"/>
                          <a:gd name="connsiteY1" fmla="*/ 32028 h 53721"/>
                          <a:gd name="connsiteX2" fmla="*/ 52224 w 113895"/>
                          <a:gd name="connsiteY2" fmla="*/ 51269 h 53721"/>
                          <a:gd name="connsiteX3" fmla="*/ 97182 w 113895"/>
                          <a:gd name="connsiteY3" fmla="*/ 51459 h 53721"/>
                          <a:gd name="connsiteX4" fmla="*/ 113565 w 113895"/>
                          <a:gd name="connsiteY4" fmla="*/ 38315 h 53721"/>
                          <a:gd name="connsiteX5" fmla="*/ 99468 w 113895"/>
                          <a:gd name="connsiteY5" fmla="*/ 31933 h 53721"/>
                          <a:gd name="connsiteX6" fmla="*/ 61272 w 113895"/>
                          <a:gd name="connsiteY6" fmla="*/ 15645 h 53721"/>
                          <a:gd name="connsiteX7" fmla="*/ 22982 w 113895"/>
                          <a:gd name="connsiteY7" fmla="*/ 24 h 53721"/>
                          <a:gd name="connsiteX8" fmla="*/ 503 w 113895"/>
                          <a:gd name="connsiteY8" fmla="*/ 19169 h 53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3895" h="53721">
                            <a:moveTo>
                              <a:pt x="503" y="19169"/>
                            </a:moveTo>
                            <a:cubicBezTo>
                              <a:pt x="2598" y="25551"/>
                              <a:pt x="4694" y="27647"/>
                              <a:pt x="11361" y="32028"/>
                            </a:cubicBezTo>
                            <a:cubicBezTo>
                              <a:pt x="23935" y="40410"/>
                              <a:pt x="34221" y="47363"/>
                              <a:pt x="52224" y="51269"/>
                            </a:cubicBezTo>
                            <a:cubicBezTo>
                              <a:pt x="67178" y="54507"/>
                              <a:pt x="84418" y="54507"/>
                              <a:pt x="97182" y="51459"/>
                            </a:cubicBezTo>
                            <a:cubicBezTo>
                              <a:pt x="106707" y="49173"/>
                              <a:pt x="115755" y="44506"/>
                              <a:pt x="113565" y="38315"/>
                            </a:cubicBezTo>
                            <a:cubicBezTo>
                              <a:pt x="112231" y="34505"/>
                              <a:pt x="105087" y="33933"/>
                              <a:pt x="99468" y="31933"/>
                            </a:cubicBezTo>
                            <a:cubicBezTo>
                              <a:pt x="86323" y="27265"/>
                              <a:pt x="73655" y="23360"/>
                              <a:pt x="61272" y="15645"/>
                            </a:cubicBezTo>
                            <a:cubicBezTo>
                              <a:pt x="50795" y="9168"/>
                              <a:pt x="39651" y="-547"/>
                              <a:pt x="22982" y="24"/>
                            </a:cubicBezTo>
                            <a:cubicBezTo>
                              <a:pt x="7932" y="691"/>
                              <a:pt x="-2450" y="10311"/>
                              <a:pt x="503" y="1916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72" name="Forme libre : forme 12671">
                        <a:extLst>
                          <a:ext uri="{FF2B5EF4-FFF2-40B4-BE49-F238E27FC236}">
                            <a16:creationId xmlns:a16="http://schemas.microsoft.com/office/drawing/2014/main" id="{04A4FAB5-7B10-4DEE-8B86-CEA0719474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07970" y="2570985"/>
                        <a:ext cx="37984" cy="10765"/>
                      </a:xfrm>
                      <a:custGeom>
                        <a:avLst/>
                        <a:gdLst>
                          <a:gd name="connsiteX0" fmla="*/ 3881 w 37984"/>
                          <a:gd name="connsiteY0" fmla="*/ 5336 h 10765"/>
                          <a:gd name="connsiteX1" fmla="*/ 166 w 37984"/>
                          <a:gd name="connsiteY1" fmla="*/ 7622 h 10765"/>
                          <a:gd name="connsiteX2" fmla="*/ 2833 w 37984"/>
                          <a:gd name="connsiteY2" fmla="*/ 10194 h 10765"/>
                          <a:gd name="connsiteX3" fmla="*/ 9691 w 37984"/>
                          <a:gd name="connsiteY3" fmla="*/ 10765 h 10765"/>
                          <a:gd name="connsiteX4" fmla="*/ 26550 w 37984"/>
                          <a:gd name="connsiteY4" fmla="*/ 9813 h 10765"/>
                          <a:gd name="connsiteX5" fmla="*/ 32647 w 37984"/>
                          <a:gd name="connsiteY5" fmla="*/ 8670 h 10765"/>
                          <a:gd name="connsiteX6" fmla="*/ 29599 w 37984"/>
                          <a:gd name="connsiteY6" fmla="*/ 2 h 10765"/>
                          <a:gd name="connsiteX7" fmla="*/ 3881 w 37984"/>
                          <a:gd name="connsiteY7" fmla="*/ 5336 h 10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984" h="10765">
                            <a:moveTo>
                              <a:pt x="3881" y="5336"/>
                            </a:moveTo>
                            <a:cubicBezTo>
                              <a:pt x="2071" y="6003"/>
                              <a:pt x="833" y="6479"/>
                              <a:pt x="166" y="7622"/>
                            </a:cubicBezTo>
                            <a:cubicBezTo>
                              <a:pt x="-500" y="8765"/>
                              <a:pt x="928" y="9718"/>
                              <a:pt x="2833" y="10194"/>
                            </a:cubicBezTo>
                            <a:cubicBezTo>
                              <a:pt x="4738" y="10670"/>
                              <a:pt x="7500" y="10765"/>
                              <a:pt x="9691" y="10765"/>
                            </a:cubicBezTo>
                            <a:cubicBezTo>
                              <a:pt x="15311" y="10670"/>
                              <a:pt x="21217" y="10480"/>
                              <a:pt x="26550" y="9813"/>
                            </a:cubicBezTo>
                            <a:cubicBezTo>
                              <a:pt x="28741" y="9527"/>
                              <a:pt x="30837" y="9337"/>
                              <a:pt x="32647" y="8670"/>
                            </a:cubicBezTo>
                            <a:cubicBezTo>
                              <a:pt x="40076" y="5717"/>
                              <a:pt x="40362" y="98"/>
                              <a:pt x="29599" y="2"/>
                            </a:cubicBezTo>
                            <a:cubicBezTo>
                              <a:pt x="21217" y="-93"/>
                              <a:pt x="11120" y="2574"/>
                              <a:pt x="3881" y="533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73" name="Forme libre : forme 12672">
                        <a:extLst>
                          <a:ext uri="{FF2B5EF4-FFF2-40B4-BE49-F238E27FC236}">
                            <a16:creationId xmlns:a16="http://schemas.microsoft.com/office/drawing/2014/main" id="{25177404-53A7-4D40-9AD8-5F8402AF00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93766" y="2602039"/>
                        <a:ext cx="58578" cy="26955"/>
                      </a:xfrm>
                      <a:custGeom>
                        <a:avLst/>
                        <a:gdLst>
                          <a:gd name="connsiteX0" fmla="*/ 58579 w 58578"/>
                          <a:gd name="connsiteY0" fmla="*/ 0 h 26955"/>
                          <a:gd name="connsiteX1" fmla="*/ 0 w 58578"/>
                          <a:gd name="connsiteY1" fmla="*/ 26956 h 26955"/>
                          <a:gd name="connsiteX2" fmla="*/ 58579 w 58578"/>
                          <a:gd name="connsiteY2" fmla="*/ 0 h 269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8578" h="26955">
                            <a:moveTo>
                              <a:pt x="58579" y="0"/>
                            </a:moveTo>
                            <a:cubicBezTo>
                              <a:pt x="50292" y="14097"/>
                              <a:pt x="19526" y="22384"/>
                              <a:pt x="0" y="26956"/>
                            </a:cubicBezTo>
                            <a:cubicBezTo>
                              <a:pt x="21241" y="22003"/>
                              <a:pt x="43625" y="10573"/>
                              <a:pt x="585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74" name="Forme libre : forme 12673">
                        <a:extLst>
                          <a:ext uri="{FF2B5EF4-FFF2-40B4-BE49-F238E27FC236}">
                            <a16:creationId xmlns:a16="http://schemas.microsoft.com/office/drawing/2014/main" id="{0051C6A3-5B9B-4C35-A0AD-5E71B587DD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5274" y="2554223"/>
                        <a:ext cx="67056" cy="20860"/>
                      </a:xfrm>
                      <a:custGeom>
                        <a:avLst/>
                        <a:gdLst>
                          <a:gd name="connsiteX0" fmla="*/ 67056 w 67056"/>
                          <a:gd name="connsiteY0" fmla="*/ 1 h 20860"/>
                          <a:gd name="connsiteX1" fmla="*/ 0 w 67056"/>
                          <a:gd name="connsiteY1" fmla="*/ 20860 h 20860"/>
                          <a:gd name="connsiteX2" fmla="*/ 67056 w 67056"/>
                          <a:gd name="connsiteY2" fmla="*/ 1 h 208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7056" h="20860">
                            <a:moveTo>
                              <a:pt x="67056" y="1"/>
                            </a:moveTo>
                            <a:cubicBezTo>
                              <a:pt x="41529" y="-95"/>
                              <a:pt x="17621" y="9430"/>
                              <a:pt x="0" y="20860"/>
                            </a:cubicBezTo>
                            <a:cubicBezTo>
                              <a:pt x="15907" y="9335"/>
                              <a:pt x="45244" y="3239"/>
                              <a:pt x="67056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75" name="Forme libre : forme 12674">
                        <a:extLst>
                          <a:ext uri="{FF2B5EF4-FFF2-40B4-BE49-F238E27FC236}">
                            <a16:creationId xmlns:a16="http://schemas.microsoft.com/office/drawing/2014/main" id="{FC8F72F7-9455-4423-910B-141A239772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5179" y="2583998"/>
                        <a:ext cx="33927" cy="9761"/>
                      </a:xfrm>
                      <a:custGeom>
                        <a:avLst/>
                        <a:gdLst>
                          <a:gd name="connsiteX0" fmla="*/ 33635 w 33927"/>
                          <a:gd name="connsiteY0" fmla="*/ 7849 h 9761"/>
                          <a:gd name="connsiteX1" fmla="*/ 13538 w 33927"/>
                          <a:gd name="connsiteY1" fmla="*/ 8516 h 9761"/>
                          <a:gd name="connsiteX2" fmla="*/ 393 w 33927"/>
                          <a:gd name="connsiteY2" fmla="*/ 1849 h 9761"/>
                          <a:gd name="connsiteX3" fmla="*/ 19253 w 33927"/>
                          <a:gd name="connsiteY3" fmla="*/ 1468 h 9761"/>
                          <a:gd name="connsiteX4" fmla="*/ 33635 w 33927"/>
                          <a:gd name="connsiteY4" fmla="*/ 7849 h 97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927" h="9761">
                            <a:moveTo>
                              <a:pt x="33635" y="7849"/>
                            </a:moveTo>
                            <a:cubicBezTo>
                              <a:pt x="31254" y="11279"/>
                              <a:pt x="17633" y="9183"/>
                              <a:pt x="13538" y="8516"/>
                            </a:cubicBezTo>
                            <a:cubicBezTo>
                              <a:pt x="9347" y="7849"/>
                              <a:pt x="-2274" y="5373"/>
                              <a:pt x="393" y="1849"/>
                            </a:cubicBezTo>
                            <a:cubicBezTo>
                              <a:pt x="3060" y="-1676"/>
                              <a:pt x="15443" y="801"/>
                              <a:pt x="19253" y="1468"/>
                            </a:cubicBezTo>
                            <a:cubicBezTo>
                              <a:pt x="23158" y="2135"/>
                              <a:pt x="36017" y="4421"/>
                              <a:pt x="33635" y="784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76" name="Forme libre : forme 12675">
                        <a:extLst>
                          <a:ext uri="{FF2B5EF4-FFF2-40B4-BE49-F238E27FC236}">
                            <a16:creationId xmlns:a16="http://schemas.microsoft.com/office/drawing/2014/main" id="{3BD9370F-1AA8-4BEA-99CE-550C9CF35A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94509" y="2589249"/>
                        <a:ext cx="9657" cy="3360"/>
                      </a:xfrm>
                      <a:custGeom>
                        <a:avLst/>
                        <a:gdLst>
                          <a:gd name="connsiteX0" fmla="*/ 9639 w 9657"/>
                          <a:gd name="connsiteY0" fmla="*/ 1836 h 3360"/>
                          <a:gd name="connsiteX1" fmla="*/ 5162 w 9657"/>
                          <a:gd name="connsiteY1" fmla="*/ 3360 h 3360"/>
                          <a:gd name="connsiteX2" fmla="*/ 19 w 9657"/>
                          <a:gd name="connsiteY2" fmla="*/ 1455 h 3360"/>
                          <a:gd name="connsiteX3" fmla="*/ 4400 w 9657"/>
                          <a:gd name="connsiteY3" fmla="*/ 26 h 3360"/>
                          <a:gd name="connsiteX4" fmla="*/ 9639 w 9657"/>
                          <a:gd name="connsiteY4" fmla="*/ 1836 h 33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657" h="3360">
                            <a:moveTo>
                              <a:pt x="9639" y="1836"/>
                            </a:moveTo>
                            <a:cubicBezTo>
                              <a:pt x="9925" y="3265"/>
                              <a:pt x="6781" y="3360"/>
                              <a:pt x="5162" y="3360"/>
                            </a:cubicBezTo>
                            <a:cubicBezTo>
                              <a:pt x="3543" y="3265"/>
                              <a:pt x="305" y="2884"/>
                              <a:pt x="19" y="1455"/>
                            </a:cubicBezTo>
                            <a:cubicBezTo>
                              <a:pt x="-267" y="26"/>
                              <a:pt x="2781" y="-69"/>
                              <a:pt x="4400" y="26"/>
                            </a:cubicBezTo>
                            <a:cubicBezTo>
                              <a:pt x="6020" y="26"/>
                              <a:pt x="9353" y="408"/>
                              <a:pt x="9639" y="183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77" name="Forme libre : forme 12676">
                        <a:extLst>
                          <a:ext uri="{FF2B5EF4-FFF2-40B4-BE49-F238E27FC236}">
                            <a16:creationId xmlns:a16="http://schemas.microsoft.com/office/drawing/2014/main" id="{E189C6DE-F0ED-4F62-BD28-8B3281B4E1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6041" y="2560743"/>
                        <a:ext cx="82546" cy="37867"/>
                      </a:xfrm>
                      <a:custGeom>
                        <a:avLst/>
                        <a:gdLst>
                          <a:gd name="connsiteX0" fmla="*/ 62015 w 82546"/>
                          <a:gd name="connsiteY0" fmla="*/ 16912 h 37867"/>
                          <a:gd name="connsiteX1" fmla="*/ 82017 w 82546"/>
                          <a:gd name="connsiteY1" fmla="*/ 32247 h 37867"/>
                          <a:gd name="connsiteX2" fmla="*/ 76016 w 82546"/>
                          <a:gd name="connsiteY2" fmla="*/ 37867 h 37867"/>
                          <a:gd name="connsiteX3" fmla="*/ 66015 w 82546"/>
                          <a:gd name="connsiteY3" fmla="*/ 34152 h 37867"/>
                          <a:gd name="connsiteX4" fmla="*/ 36678 w 82546"/>
                          <a:gd name="connsiteY4" fmla="*/ 20056 h 37867"/>
                          <a:gd name="connsiteX5" fmla="*/ 864 w 82546"/>
                          <a:gd name="connsiteY5" fmla="*/ 3577 h 37867"/>
                          <a:gd name="connsiteX6" fmla="*/ 43250 w 82546"/>
                          <a:gd name="connsiteY6" fmla="*/ 5197 h 37867"/>
                          <a:gd name="connsiteX7" fmla="*/ 62015 w 82546"/>
                          <a:gd name="connsiteY7" fmla="*/ 16912 h 378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2546" h="37867">
                            <a:moveTo>
                              <a:pt x="62015" y="16912"/>
                            </a:moveTo>
                            <a:cubicBezTo>
                              <a:pt x="70682" y="21865"/>
                              <a:pt x="76969" y="25389"/>
                              <a:pt x="82017" y="32247"/>
                            </a:cubicBezTo>
                            <a:cubicBezTo>
                              <a:pt x="83922" y="34819"/>
                              <a:pt x="80398" y="37867"/>
                              <a:pt x="76016" y="37867"/>
                            </a:cubicBezTo>
                            <a:cubicBezTo>
                              <a:pt x="71635" y="37867"/>
                              <a:pt x="68873" y="35962"/>
                              <a:pt x="66015" y="34152"/>
                            </a:cubicBezTo>
                            <a:cubicBezTo>
                              <a:pt x="57062" y="28533"/>
                              <a:pt x="47441" y="24247"/>
                              <a:pt x="36678" y="20056"/>
                            </a:cubicBezTo>
                            <a:cubicBezTo>
                              <a:pt x="30011" y="17389"/>
                              <a:pt x="-5994" y="11007"/>
                              <a:pt x="864" y="3577"/>
                            </a:cubicBezTo>
                            <a:cubicBezTo>
                              <a:pt x="7722" y="-3662"/>
                              <a:pt x="34297" y="1767"/>
                              <a:pt x="43250" y="5197"/>
                            </a:cubicBezTo>
                            <a:cubicBezTo>
                              <a:pt x="52204" y="8625"/>
                              <a:pt x="55538" y="13197"/>
                              <a:pt x="62015" y="1691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627" name="Graphique 1">
                      <a:extLst>
                        <a:ext uri="{FF2B5EF4-FFF2-40B4-BE49-F238E27FC236}">
                          <a16:creationId xmlns:a16="http://schemas.microsoft.com/office/drawing/2014/main" id="{9F3A19C5-D77A-469D-8FC1-988C8B70D3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57859" y="2560278"/>
                      <a:ext cx="199182" cy="77433"/>
                      <a:chOff x="4257859" y="2560278"/>
                      <a:chExt cx="199182" cy="77433"/>
                    </a:xfrm>
                    <a:solidFill>
                      <a:schemeClr val="accent1"/>
                    </a:solidFill>
                  </p:grpSpPr>
                  <p:sp>
                    <p:nvSpPr>
                      <p:cNvPr id="12654" name="Forme libre : forme 12653">
                        <a:extLst>
                          <a:ext uri="{FF2B5EF4-FFF2-40B4-BE49-F238E27FC236}">
                            <a16:creationId xmlns:a16="http://schemas.microsoft.com/office/drawing/2014/main" id="{2F34E4C3-96BF-481E-A804-D7FF8A34A2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859" y="2560278"/>
                        <a:ext cx="199182" cy="77433"/>
                      </a:xfrm>
                      <a:custGeom>
                        <a:avLst/>
                        <a:gdLst>
                          <a:gd name="connsiteX0" fmla="*/ 133170 w 199182"/>
                          <a:gd name="connsiteY0" fmla="*/ 77289 h 77433"/>
                          <a:gd name="connsiteX1" fmla="*/ 66304 w 199182"/>
                          <a:gd name="connsiteY1" fmla="*/ 75479 h 77433"/>
                          <a:gd name="connsiteX2" fmla="*/ 29252 w 199182"/>
                          <a:gd name="connsiteY2" fmla="*/ 65954 h 77433"/>
                          <a:gd name="connsiteX3" fmla="*/ 3535 w 199182"/>
                          <a:gd name="connsiteY3" fmla="*/ 45571 h 77433"/>
                          <a:gd name="connsiteX4" fmla="*/ 5154 w 199182"/>
                          <a:gd name="connsiteY4" fmla="*/ 24045 h 77433"/>
                          <a:gd name="connsiteX5" fmla="*/ 32872 w 199182"/>
                          <a:gd name="connsiteY5" fmla="*/ 7280 h 77433"/>
                          <a:gd name="connsiteX6" fmla="*/ 69734 w 199182"/>
                          <a:gd name="connsiteY6" fmla="*/ 137 h 77433"/>
                          <a:gd name="connsiteX7" fmla="*/ 132599 w 199182"/>
                          <a:gd name="connsiteY7" fmla="*/ 2042 h 77433"/>
                          <a:gd name="connsiteX8" fmla="*/ 193177 w 199182"/>
                          <a:gd name="connsiteY8" fmla="*/ 29474 h 77433"/>
                          <a:gd name="connsiteX9" fmla="*/ 196606 w 199182"/>
                          <a:gd name="connsiteY9" fmla="*/ 50333 h 77433"/>
                          <a:gd name="connsiteX10" fmla="*/ 133170 w 199182"/>
                          <a:gd name="connsiteY10" fmla="*/ 77289 h 774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99182" h="77433">
                            <a:moveTo>
                              <a:pt x="133170" y="77289"/>
                            </a:moveTo>
                            <a:cubicBezTo>
                              <a:pt x="116882" y="77861"/>
                              <a:pt x="82402" y="76622"/>
                              <a:pt x="66304" y="75479"/>
                            </a:cubicBezTo>
                            <a:cubicBezTo>
                              <a:pt x="51541" y="74337"/>
                              <a:pt x="39158" y="71003"/>
                              <a:pt x="29252" y="65954"/>
                            </a:cubicBezTo>
                            <a:cubicBezTo>
                              <a:pt x="19251" y="60811"/>
                              <a:pt x="11345" y="53858"/>
                              <a:pt x="3535" y="45571"/>
                            </a:cubicBezTo>
                            <a:cubicBezTo>
                              <a:pt x="-1895" y="39761"/>
                              <a:pt x="-847" y="28902"/>
                              <a:pt x="5154" y="24045"/>
                            </a:cubicBezTo>
                            <a:cubicBezTo>
                              <a:pt x="13822" y="16996"/>
                              <a:pt x="22680" y="11376"/>
                              <a:pt x="32872" y="7280"/>
                            </a:cubicBezTo>
                            <a:cubicBezTo>
                              <a:pt x="43063" y="3185"/>
                              <a:pt x="54493" y="613"/>
                              <a:pt x="69734" y="137"/>
                            </a:cubicBezTo>
                            <a:cubicBezTo>
                              <a:pt x="85735" y="-435"/>
                              <a:pt x="116977" y="899"/>
                              <a:pt x="132599" y="2042"/>
                            </a:cubicBezTo>
                            <a:cubicBezTo>
                              <a:pt x="161840" y="4137"/>
                              <a:pt x="176794" y="14900"/>
                              <a:pt x="193177" y="29474"/>
                            </a:cubicBezTo>
                            <a:cubicBezTo>
                              <a:pt x="198797" y="34522"/>
                              <a:pt x="201559" y="44714"/>
                              <a:pt x="196606" y="50333"/>
                            </a:cubicBezTo>
                            <a:cubicBezTo>
                              <a:pt x="182509" y="66240"/>
                              <a:pt x="163555" y="76146"/>
                              <a:pt x="133170" y="7728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55" name="Forme libre : forme 12654">
                        <a:extLst>
                          <a:ext uri="{FF2B5EF4-FFF2-40B4-BE49-F238E27FC236}">
                            <a16:creationId xmlns:a16="http://schemas.microsoft.com/office/drawing/2014/main" id="{64C5E004-86AD-40EC-AB27-6CBFF52C92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869" y="2596610"/>
                        <a:ext cx="196786" cy="40966"/>
                      </a:xfrm>
                      <a:custGeom>
                        <a:avLst/>
                        <a:gdLst>
                          <a:gd name="connsiteX0" fmla="*/ 77153 w 196786"/>
                          <a:gd name="connsiteY0" fmla="*/ 12287 h 40966"/>
                          <a:gd name="connsiteX1" fmla="*/ 0 w 196786"/>
                          <a:gd name="connsiteY1" fmla="*/ 0 h 40966"/>
                          <a:gd name="connsiteX2" fmla="*/ 3429 w 196786"/>
                          <a:gd name="connsiteY2" fmla="*/ 8954 h 40966"/>
                          <a:gd name="connsiteX3" fmla="*/ 11621 w 196786"/>
                          <a:gd name="connsiteY3" fmla="*/ 17050 h 40966"/>
                          <a:gd name="connsiteX4" fmla="*/ 40386 w 196786"/>
                          <a:gd name="connsiteY4" fmla="*/ 34004 h 40966"/>
                          <a:gd name="connsiteX5" fmla="*/ 52578 w 196786"/>
                          <a:gd name="connsiteY5" fmla="*/ 37148 h 40966"/>
                          <a:gd name="connsiteX6" fmla="*/ 66199 w 196786"/>
                          <a:gd name="connsiteY6" fmla="*/ 38958 h 40966"/>
                          <a:gd name="connsiteX7" fmla="*/ 76771 w 196786"/>
                          <a:gd name="connsiteY7" fmla="*/ 39624 h 40966"/>
                          <a:gd name="connsiteX8" fmla="*/ 128016 w 196786"/>
                          <a:gd name="connsiteY8" fmla="*/ 40958 h 40966"/>
                          <a:gd name="connsiteX9" fmla="*/ 133064 w 196786"/>
                          <a:gd name="connsiteY9" fmla="*/ 40862 h 40966"/>
                          <a:gd name="connsiteX10" fmla="*/ 161354 w 196786"/>
                          <a:gd name="connsiteY10" fmla="*/ 36481 h 40966"/>
                          <a:gd name="connsiteX11" fmla="*/ 189452 w 196786"/>
                          <a:gd name="connsiteY11" fmla="*/ 20860 h 40966"/>
                          <a:gd name="connsiteX12" fmla="*/ 196596 w 196786"/>
                          <a:gd name="connsiteY12" fmla="*/ 13716 h 40966"/>
                          <a:gd name="connsiteX13" fmla="*/ 196787 w 196786"/>
                          <a:gd name="connsiteY13" fmla="*/ 13430 h 40966"/>
                          <a:gd name="connsiteX14" fmla="*/ 77153 w 196786"/>
                          <a:gd name="connsiteY14" fmla="*/ 12287 h 409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6786" h="40966">
                            <a:moveTo>
                              <a:pt x="77153" y="12287"/>
                            </a:moveTo>
                            <a:cubicBezTo>
                              <a:pt x="50482" y="13240"/>
                              <a:pt x="20574" y="12097"/>
                              <a:pt x="0" y="0"/>
                            </a:cubicBezTo>
                            <a:cubicBezTo>
                              <a:pt x="190" y="3334"/>
                              <a:pt x="1238" y="6572"/>
                              <a:pt x="3429" y="8954"/>
                            </a:cubicBezTo>
                            <a:cubicBezTo>
                              <a:pt x="6096" y="11811"/>
                              <a:pt x="8858" y="14478"/>
                              <a:pt x="11621" y="17050"/>
                            </a:cubicBezTo>
                            <a:cubicBezTo>
                              <a:pt x="19717" y="24289"/>
                              <a:pt x="28765" y="30194"/>
                              <a:pt x="40386" y="34004"/>
                            </a:cubicBezTo>
                            <a:cubicBezTo>
                              <a:pt x="44196" y="35243"/>
                              <a:pt x="48196" y="36291"/>
                              <a:pt x="52578" y="37148"/>
                            </a:cubicBezTo>
                            <a:cubicBezTo>
                              <a:pt x="56769" y="38005"/>
                              <a:pt x="61246" y="38576"/>
                              <a:pt x="66199" y="38958"/>
                            </a:cubicBezTo>
                            <a:cubicBezTo>
                              <a:pt x="69247" y="39148"/>
                              <a:pt x="72771" y="39338"/>
                              <a:pt x="76771" y="39624"/>
                            </a:cubicBezTo>
                            <a:cubicBezTo>
                              <a:pt x="92297" y="40386"/>
                              <a:pt x="113919" y="41053"/>
                              <a:pt x="128016" y="40958"/>
                            </a:cubicBezTo>
                            <a:cubicBezTo>
                              <a:pt x="129826" y="40958"/>
                              <a:pt x="131540" y="40862"/>
                              <a:pt x="133064" y="40862"/>
                            </a:cubicBezTo>
                            <a:cubicBezTo>
                              <a:pt x="143828" y="40481"/>
                              <a:pt x="153162" y="38958"/>
                              <a:pt x="161354" y="36481"/>
                            </a:cubicBezTo>
                            <a:cubicBezTo>
                              <a:pt x="172593" y="32861"/>
                              <a:pt x="181546" y="27527"/>
                              <a:pt x="189452" y="20860"/>
                            </a:cubicBezTo>
                            <a:cubicBezTo>
                              <a:pt x="191929" y="18669"/>
                              <a:pt x="194310" y="16288"/>
                              <a:pt x="196596" y="13716"/>
                            </a:cubicBezTo>
                            <a:lnTo>
                              <a:pt x="196787" y="13430"/>
                            </a:lnTo>
                            <a:cubicBezTo>
                              <a:pt x="156877" y="14192"/>
                              <a:pt x="115824" y="11144"/>
                              <a:pt x="77153" y="1228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56" name="Forme libre : forme 12655">
                        <a:extLst>
                          <a:ext uri="{FF2B5EF4-FFF2-40B4-BE49-F238E27FC236}">
                            <a16:creationId xmlns:a16="http://schemas.microsoft.com/office/drawing/2014/main" id="{45A5E4F8-A4F3-4FBF-B634-C4DA558E6F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7020" y="2588443"/>
                        <a:ext cx="92014" cy="25172"/>
                      </a:xfrm>
                      <a:custGeom>
                        <a:avLst/>
                        <a:gdLst>
                          <a:gd name="connsiteX0" fmla="*/ 92012 w 92014"/>
                          <a:gd name="connsiteY0" fmla="*/ 13786 h 25172"/>
                          <a:gd name="connsiteX1" fmla="*/ 43721 w 92014"/>
                          <a:gd name="connsiteY1" fmla="*/ 25121 h 25172"/>
                          <a:gd name="connsiteX2" fmla="*/ 1 w 92014"/>
                          <a:gd name="connsiteY2" fmla="*/ 10452 h 25172"/>
                          <a:gd name="connsiteX3" fmla="*/ 44292 w 92014"/>
                          <a:gd name="connsiteY3" fmla="*/ 356 h 25172"/>
                          <a:gd name="connsiteX4" fmla="*/ 92012 w 92014"/>
                          <a:gd name="connsiteY4" fmla="*/ 13786 h 25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014" h="25172">
                            <a:moveTo>
                              <a:pt x="92012" y="13786"/>
                            </a:moveTo>
                            <a:cubicBezTo>
                              <a:pt x="92298" y="23978"/>
                              <a:pt x="55817" y="25502"/>
                              <a:pt x="43721" y="25121"/>
                            </a:cubicBezTo>
                            <a:cubicBezTo>
                              <a:pt x="31529" y="24740"/>
                              <a:pt x="96" y="21311"/>
                              <a:pt x="1" y="10452"/>
                            </a:cubicBezTo>
                            <a:cubicBezTo>
                              <a:pt x="-190" y="-692"/>
                              <a:pt x="32957" y="-501"/>
                              <a:pt x="44292" y="356"/>
                            </a:cubicBezTo>
                            <a:cubicBezTo>
                              <a:pt x="55627" y="1118"/>
                              <a:pt x="91726" y="3785"/>
                              <a:pt x="92012" y="1378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57" name="Forme libre : forme 12656">
                        <a:extLst>
                          <a:ext uri="{FF2B5EF4-FFF2-40B4-BE49-F238E27FC236}">
                            <a16:creationId xmlns:a16="http://schemas.microsoft.com/office/drawing/2014/main" id="{AF7674A5-57CC-4BD1-9B50-F8B8FD6DA8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6280" y="2589466"/>
                        <a:ext cx="64653" cy="24235"/>
                      </a:xfrm>
                      <a:custGeom>
                        <a:avLst/>
                        <a:gdLst>
                          <a:gd name="connsiteX0" fmla="*/ 20267 w 64653"/>
                          <a:gd name="connsiteY0" fmla="*/ 0 h 24235"/>
                          <a:gd name="connsiteX1" fmla="*/ 169 w 64653"/>
                          <a:gd name="connsiteY1" fmla="*/ 9525 h 24235"/>
                          <a:gd name="connsiteX2" fmla="*/ 44936 w 64653"/>
                          <a:gd name="connsiteY2" fmla="*/ 24194 h 24235"/>
                          <a:gd name="connsiteX3" fmla="*/ 64653 w 64653"/>
                          <a:gd name="connsiteY3" fmla="*/ 23146 h 24235"/>
                          <a:gd name="connsiteX4" fmla="*/ 54176 w 64653"/>
                          <a:gd name="connsiteY4" fmla="*/ 22098 h 24235"/>
                          <a:gd name="connsiteX5" fmla="*/ 20267 w 64653"/>
                          <a:gd name="connsiteY5" fmla="*/ 0 h 242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4653" h="24235">
                            <a:moveTo>
                              <a:pt x="20267" y="0"/>
                            </a:moveTo>
                            <a:cubicBezTo>
                              <a:pt x="14457" y="1715"/>
                              <a:pt x="-1831" y="2572"/>
                              <a:pt x="169" y="9525"/>
                            </a:cubicBezTo>
                            <a:cubicBezTo>
                              <a:pt x="3408" y="20479"/>
                              <a:pt x="29506" y="23527"/>
                              <a:pt x="44936" y="24194"/>
                            </a:cubicBezTo>
                            <a:cubicBezTo>
                              <a:pt x="49413" y="24384"/>
                              <a:pt x="59510" y="23908"/>
                              <a:pt x="64653" y="23146"/>
                            </a:cubicBezTo>
                            <a:cubicBezTo>
                              <a:pt x="61701" y="22955"/>
                              <a:pt x="56843" y="22860"/>
                              <a:pt x="54176" y="22098"/>
                            </a:cubicBezTo>
                            <a:cubicBezTo>
                              <a:pt x="38745" y="18098"/>
                              <a:pt x="20838" y="12002"/>
                              <a:pt x="20267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58" name="Forme libre : forme 12657">
                        <a:extLst>
                          <a:ext uri="{FF2B5EF4-FFF2-40B4-BE49-F238E27FC236}">
                            <a16:creationId xmlns:a16="http://schemas.microsoft.com/office/drawing/2014/main" id="{4FA5DFB5-F58C-40B4-9CE2-6A39FF319F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1672" y="2591572"/>
                        <a:ext cx="92448" cy="25139"/>
                      </a:xfrm>
                      <a:custGeom>
                        <a:avLst/>
                        <a:gdLst>
                          <a:gd name="connsiteX0" fmla="*/ 92313 w 92448"/>
                          <a:gd name="connsiteY0" fmla="*/ 13229 h 25139"/>
                          <a:gd name="connsiteX1" fmla="*/ 43259 w 92448"/>
                          <a:gd name="connsiteY1" fmla="*/ 25135 h 25139"/>
                          <a:gd name="connsiteX2" fmla="*/ 16 w 92448"/>
                          <a:gd name="connsiteY2" fmla="*/ 10276 h 25139"/>
                          <a:gd name="connsiteX3" fmla="*/ 44117 w 92448"/>
                          <a:gd name="connsiteY3" fmla="*/ 275 h 25139"/>
                          <a:gd name="connsiteX4" fmla="*/ 92313 w 92448"/>
                          <a:gd name="connsiteY4" fmla="*/ 13229 h 251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448" h="25139">
                            <a:moveTo>
                              <a:pt x="92313" y="13229"/>
                            </a:moveTo>
                            <a:cubicBezTo>
                              <a:pt x="89455" y="23516"/>
                              <a:pt x="56404" y="25231"/>
                              <a:pt x="43259" y="25135"/>
                            </a:cubicBezTo>
                            <a:cubicBezTo>
                              <a:pt x="30019" y="25040"/>
                              <a:pt x="873" y="21421"/>
                              <a:pt x="16" y="10276"/>
                            </a:cubicBezTo>
                            <a:cubicBezTo>
                              <a:pt x="-841" y="-1058"/>
                              <a:pt x="33544" y="-296"/>
                              <a:pt x="44117" y="275"/>
                            </a:cubicBezTo>
                            <a:cubicBezTo>
                              <a:pt x="54689" y="751"/>
                              <a:pt x="95075" y="3228"/>
                              <a:pt x="92313" y="1322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59" name="Forme libre : forme 12658">
                        <a:extLst>
                          <a:ext uri="{FF2B5EF4-FFF2-40B4-BE49-F238E27FC236}">
                            <a16:creationId xmlns:a16="http://schemas.microsoft.com/office/drawing/2014/main" id="{756F2E62-2ED8-4219-BBB0-6EDA8F5AF5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83544" y="2578726"/>
                        <a:ext cx="114298" cy="51694"/>
                      </a:xfrm>
                      <a:custGeom>
                        <a:avLst/>
                        <a:gdLst>
                          <a:gd name="connsiteX0" fmla="*/ 615 w 114298"/>
                          <a:gd name="connsiteY0" fmla="*/ 20170 h 51694"/>
                          <a:gd name="connsiteX1" fmla="*/ 12045 w 114298"/>
                          <a:gd name="connsiteY1" fmla="*/ 32647 h 51694"/>
                          <a:gd name="connsiteX2" fmla="*/ 53383 w 114298"/>
                          <a:gd name="connsiteY2" fmla="*/ 49888 h 51694"/>
                          <a:gd name="connsiteX3" fmla="*/ 97770 w 114298"/>
                          <a:gd name="connsiteY3" fmla="*/ 49030 h 51694"/>
                          <a:gd name="connsiteX4" fmla="*/ 113962 w 114298"/>
                          <a:gd name="connsiteY4" fmla="*/ 35695 h 51694"/>
                          <a:gd name="connsiteX5" fmla="*/ 99865 w 114298"/>
                          <a:gd name="connsiteY5" fmla="*/ 29504 h 51694"/>
                          <a:gd name="connsiteX6" fmla="*/ 61289 w 114298"/>
                          <a:gd name="connsiteY6" fmla="*/ 14074 h 51694"/>
                          <a:gd name="connsiteX7" fmla="*/ 22141 w 114298"/>
                          <a:gd name="connsiteY7" fmla="*/ 167 h 51694"/>
                          <a:gd name="connsiteX8" fmla="*/ 615 w 114298"/>
                          <a:gd name="connsiteY8" fmla="*/ 20170 h 516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4298" h="51694">
                            <a:moveTo>
                              <a:pt x="615" y="20170"/>
                            </a:moveTo>
                            <a:cubicBezTo>
                              <a:pt x="2901" y="26551"/>
                              <a:pt x="5186" y="28552"/>
                              <a:pt x="12045" y="32647"/>
                            </a:cubicBezTo>
                            <a:cubicBezTo>
                              <a:pt x="25284" y="40458"/>
                              <a:pt x="35857" y="46745"/>
                              <a:pt x="53383" y="49888"/>
                            </a:cubicBezTo>
                            <a:cubicBezTo>
                              <a:pt x="68052" y="52555"/>
                              <a:pt x="85006" y="52269"/>
                              <a:pt x="97770" y="49030"/>
                            </a:cubicBezTo>
                            <a:cubicBezTo>
                              <a:pt x="107295" y="46649"/>
                              <a:pt x="116153" y="41791"/>
                              <a:pt x="113962" y="35695"/>
                            </a:cubicBezTo>
                            <a:cubicBezTo>
                              <a:pt x="112533" y="31885"/>
                              <a:pt x="105390" y="31409"/>
                              <a:pt x="99865" y="29504"/>
                            </a:cubicBezTo>
                            <a:cubicBezTo>
                              <a:pt x="86625" y="25123"/>
                              <a:pt x="73957" y="21313"/>
                              <a:pt x="61289" y="14074"/>
                            </a:cubicBezTo>
                            <a:cubicBezTo>
                              <a:pt x="50621" y="7882"/>
                              <a:pt x="38619" y="-1357"/>
                              <a:pt x="22141" y="167"/>
                            </a:cubicBezTo>
                            <a:cubicBezTo>
                              <a:pt x="7282" y="1501"/>
                              <a:pt x="-2624" y="11311"/>
                              <a:pt x="615" y="2017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60" name="Forme libre : forme 12659">
                        <a:extLst>
                          <a:ext uri="{FF2B5EF4-FFF2-40B4-BE49-F238E27FC236}">
                            <a16:creationId xmlns:a16="http://schemas.microsoft.com/office/drawing/2014/main" id="{9AA8C0E2-1966-4E44-890B-6438E6D5AE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6605" y="2579073"/>
                        <a:ext cx="38034" cy="11851"/>
                      </a:xfrm>
                      <a:custGeom>
                        <a:avLst/>
                        <a:gdLst>
                          <a:gd name="connsiteX0" fmla="*/ 3652 w 38034"/>
                          <a:gd name="connsiteY0" fmla="*/ 6583 h 11851"/>
                          <a:gd name="connsiteX1" fmla="*/ 127 w 38034"/>
                          <a:gd name="connsiteY1" fmla="*/ 9059 h 11851"/>
                          <a:gd name="connsiteX2" fmla="*/ 2890 w 38034"/>
                          <a:gd name="connsiteY2" fmla="*/ 11536 h 11851"/>
                          <a:gd name="connsiteX3" fmla="*/ 9747 w 38034"/>
                          <a:gd name="connsiteY3" fmla="*/ 11726 h 11851"/>
                          <a:gd name="connsiteX4" fmla="*/ 26702 w 38034"/>
                          <a:gd name="connsiteY4" fmla="*/ 9916 h 11851"/>
                          <a:gd name="connsiteX5" fmla="*/ 32798 w 38034"/>
                          <a:gd name="connsiteY5" fmla="*/ 8583 h 11851"/>
                          <a:gd name="connsiteX6" fmla="*/ 29369 w 38034"/>
                          <a:gd name="connsiteY6" fmla="*/ 10 h 11851"/>
                          <a:gd name="connsiteX7" fmla="*/ 3652 w 38034"/>
                          <a:gd name="connsiteY7" fmla="*/ 6583 h 118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8034" h="11851">
                            <a:moveTo>
                              <a:pt x="3652" y="6583"/>
                            </a:moveTo>
                            <a:cubicBezTo>
                              <a:pt x="1937" y="7345"/>
                              <a:pt x="699" y="7916"/>
                              <a:pt x="127" y="9059"/>
                            </a:cubicBezTo>
                            <a:cubicBezTo>
                              <a:pt x="-444" y="10297"/>
                              <a:pt x="985" y="11059"/>
                              <a:pt x="2890" y="11536"/>
                            </a:cubicBezTo>
                            <a:cubicBezTo>
                              <a:pt x="4794" y="11917"/>
                              <a:pt x="7652" y="11917"/>
                              <a:pt x="9747" y="11726"/>
                            </a:cubicBezTo>
                            <a:cubicBezTo>
                              <a:pt x="15367" y="11345"/>
                              <a:pt x="21368" y="10869"/>
                              <a:pt x="26702" y="9916"/>
                            </a:cubicBezTo>
                            <a:cubicBezTo>
                              <a:pt x="28893" y="9535"/>
                              <a:pt x="30988" y="9345"/>
                              <a:pt x="32798" y="8583"/>
                            </a:cubicBezTo>
                            <a:cubicBezTo>
                              <a:pt x="40227" y="5440"/>
                              <a:pt x="40323" y="-275"/>
                              <a:pt x="29369" y="10"/>
                            </a:cubicBezTo>
                            <a:cubicBezTo>
                              <a:pt x="20892" y="296"/>
                              <a:pt x="10700" y="3535"/>
                              <a:pt x="3652" y="658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61" name="Forme libre : forme 12660">
                        <a:extLst>
                          <a:ext uri="{FF2B5EF4-FFF2-40B4-BE49-F238E27FC236}">
                            <a16:creationId xmlns:a16="http://schemas.microsoft.com/office/drawing/2014/main" id="{5F5C74D9-3EEB-4B63-B26D-DFA1A9D419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93315" y="2607659"/>
                        <a:ext cx="58388" cy="28194"/>
                      </a:xfrm>
                      <a:custGeom>
                        <a:avLst/>
                        <a:gdLst>
                          <a:gd name="connsiteX0" fmla="*/ 58388 w 58388"/>
                          <a:gd name="connsiteY0" fmla="*/ 0 h 28194"/>
                          <a:gd name="connsiteX1" fmla="*/ 0 w 58388"/>
                          <a:gd name="connsiteY1" fmla="*/ 28194 h 28194"/>
                          <a:gd name="connsiteX2" fmla="*/ 58388 w 58388"/>
                          <a:gd name="connsiteY2" fmla="*/ 0 h 281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8388" h="28194">
                            <a:moveTo>
                              <a:pt x="58388" y="0"/>
                            </a:moveTo>
                            <a:cubicBezTo>
                              <a:pt x="50673" y="14478"/>
                              <a:pt x="19431" y="23527"/>
                              <a:pt x="0" y="28194"/>
                            </a:cubicBezTo>
                            <a:cubicBezTo>
                              <a:pt x="21241" y="23146"/>
                              <a:pt x="43910" y="11144"/>
                              <a:pt x="5838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62" name="Forme libre : forme 12661">
                        <a:extLst>
                          <a:ext uri="{FF2B5EF4-FFF2-40B4-BE49-F238E27FC236}">
                            <a16:creationId xmlns:a16="http://schemas.microsoft.com/office/drawing/2014/main" id="{81B2CFA6-83BE-467D-9FC5-23B6725811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4251" y="2562701"/>
                        <a:ext cx="65627" cy="23431"/>
                      </a:xfrm>
                      <a:custGeom>
                        <a:avLst/>
                        <a:gdLst>
                          <a:gd name="connsiteX0" fmla="*/ 65627 w 65627"/>
                          <a:gd name="connsiteY0" fmla="*/ 0 h 23431"/>
                          <a:gd name="connsiteX1" fmla="*/ 46482 w 65627"/>
                          <a:gd name="connsiteY1" fmla="*/ 2572 h 23431"/>
                          <a:gd name="connsiteX2" fmla="*/ 29432 w 65627"/>
                          <a:gd name="connsiteY2" fmla="*/ 7906 h 23431"/>
                          <a:gd name="connsiteX3" fmla="*/ 0 w 65627"/>
                          <a:gd name="connsiteY3" fmla="*/ 23432 h 23431"/>
                          <a:gd name="connsiteX4" fmla="*/ 30194 w 65627"/>
                          <a:gd name="connsiteY4" fmla="*/ 9049 h 23431"/>
                          <a:gd name="connsiteX5" fmla="*/ 47911 w 65627"/>
                          <a:gd name="connsiteY5" fmla="*/ 3810 h 23431"/>
                          <a:gd name="connsiteX6" fmla="*/ 65627 w 65627"/>
                          <a:gd name="connsiteY6" fmla="*/ 0 h 234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5627" h="23431">
                            <a:moveTo>
                              <a:pt x="65627" y="0"/>
                            </a:moveTo>
                            <a:cubicBezTo>
                              <a:pt x="59055" y="286"/>
                              <a:pt x="52578" y="1143"/>
                              <a:pt x="46482" y="2572"/>
                            </a:cubicBezTo>
                            <a:cubicBezTo>
                              <a:pt x="40576" y="4001"/>
                              <a:pt x="34861" y="5810"/>
                              <a:pt x="29432" y="7906"/>
                            </a:cubicBezTo>
                            <a:cubicBezTo>
                              <a:pt x="18574" y="12192"/>
                              <a:pt x="8667" y="17621"/>
                              <a:pt x="0" y="23432"/>
                            </a:cubicBezTo>
                            <a:cubicBezTo>
                              <a:pt x="7810" y="17621"/>
                              <a:pt x="18669" y="13049"/>
                              <a:pt x="30194" y="9049"/>
                            </a:cubicBezTo>
                            <a:cubicBezTo>
                              <a:pt x="36004" y="7049"/>
                              <a:pt x="41910" y="5334"/>
                              <a:pt x="47911" y="3810"/>
                            </a:cubicBezTo>
                            <a:cubicBezTo>
                              <a:pt x="54007" y="2286"/>
                              <a:pt x="60103" y="1048"/>
                              <a:pt x="6562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63" name="Forme libre : forme 12662">
                        <a:extLst>
                          <a:ext uri="{FF2B5EF4-FFF2-40B4-BE49-F238E27FC236}">
                            <a16:creationId xmlns:a16="http://schemas.microsoft.com/office/drawing/2014/main" id="{9EC2435C-0E4A-489D-8A01-F0D03BB4C9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4254" y="2591324"/>
                        <a:ext cx="33998" cy="9378"/>
                      </a:xfrm>
                      <a:custGeom>
                        <a:avLst/>
                        <a:gdLst>
                          <a:gd name="connsiteX0" fmla="*/ 33728 w 33998"/>
                          <a:gd name="connsiteY0" fmla="*/ 7382 h 9378"/>
                          <a:gd name="connsiteX1" fmla="*/ 13630 w 33998"/>
                          <a:gd name="connsiteY1" fmla="*/ 8334 h 9378"/>
                          <a:gd name="connsiteX2" fmla="*/ 391 w 33998"/>
                          <a:gd name="connsiteY2" fmla="*/ 1953 h 9378"/>
                          <a:gd name="connsiteX3" fmla="*/ 19345 w 33998"/>
                          <a:gd name="connsiteY3" fmla="*/ 1286 h 9378"/>
                          <a:gd name="connsiteX4" fmla="*/ 33728 w 33998"/>
                          <a:gd name="connsiteY4" fmla="*/ 7382 h 93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998" h="9378">
                            <a:moveTo>
                              <a:pt x="33728" y="7382"/>
                            </a:moveTo>
                            <a:cubicBezTo>
                              <a:pt x="31442" y="10811"/>
                              <a:pt x="17821" y="8906"/>
                              <a:pt x="13630" y="8334"/>
                            </a:cubicBezTo>
                            <a:cubicBezTo>
                              <a:pt x="9439" y="7763"/>
                              <a:pt x="-2276" y="5477"/>
                              <a:pt x="391" y="1953"/>
                            </a:cubicBezTo>
                            <a:cubicBezTo>
                              <a:pt x="3058" y="-1572"/>
                              <a:pt x="15440" y="619"/>
                              <a:pt x="19345" y="1286"/>
                            </a:cubicBezTo>
                            <a:cubicBezTo>
                              <a:pt x="23155" y="1857"/>
                              <a:pt x="36014" y="3953"/>
                              <a:pt x="33728" y="738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64" name="Forme libre : forme 12663">
                        <a:extLst>
                          <a:ext uri="{FF2B5EF4-FFF2-40B4-BE49-F238E27FC236}">
                            <a16:creationId xmlns:a16="http://schemas.microsoft.com/office/drawing/2014/main" id="{436C0532-51B8-49C9-9582-9DFB24C3B1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93677" y="2596113"/>
                        <a:ext cx="9657" cy="3375"/>
                      </a:xfrm>
                      <a:custGeom>
                        <a:avLst/>
                        <a:gdLst>
                          <a:gd name="connsiteX0" fmla="*/ 9639 w 9657"/>
                          <a:gd name="connsiteY0" fmla="*/ 1830 h 3375"/>
                          <a:gd name="connsiteX1" fmla="*/ 5162 w 9657"/>
                          <a:gd name="connsiteY1" fmla="*/ 3354 h 3375"/>
                          <a:gd name="connsiteX2" fmla="*/ 19 w 9657"/>
                          <a:gd name="connsiteY2" fmla="*/ 1545 h 3375"/>
                          <a:gd name="connsiteX3" fmla="*/ 4400 w 9657"/>
                          <a:gd name="connsiteY3" fmla="*/ 21 h 3375"/>
                          <a:gd name="connsiteX4" fmla="*/ 9639 w 9657"/>
                          <a:gd name="connsiteY4" fmla="*/ 1830 h 33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657" h="3375">
                            <a:moveTo>
                              <a:pt x="9639" y="1830"/>
                            </a:moveTo>
                            <a:cubicBezTo>
                              <a:pt x="9925" y="3259"/>
                              <a:pt x="6781" y="3450"/>
                              <a:pt x="5162" y="3354"/>
                            </a:cubicBezTo>
                            <a:cubicBezTo>
                              <a:pt x="3543" y="3259"/>
                              <a:pt x="305" y="2973"/>
                              <a:pt x="19" y="1545"/>
                            </a:cubicBezTo>
                            <a:cubicBezTo>
                              <a:pt x="-267" y="116"/>
                              <a:pt x="2781" y="-75"/>
                              <a:pt x="4400" y="21"/>
                            </a:cubicBezTo>
                            <a:cubicBezTo>
                              <a:pt x="5924" y="116"/>
                              <a:pt x="9258" y="402"/>
                              <a:pt x="9639" y="183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65" name="Forme libre : forme 12664">
                        <a:extLst>
                          <a:ext uri="{FF2B5EF4-FFF2-40B4-BE49-F238E27FC236}">
                            <a16:creationId xmlns:a16="http://schemas.microsoft.com/office/drawing/2014/main" id="{72B9B1A7-5265-4171-8115-58DF7301F7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4761" y="2567837"/>
                        <a:ext cx="83049" cy="36777"/>
                      </a:xfrm>
                      <a:custGeom>
                        <a:avLst/>
                        <a:gdLst>
                          <a:gd name="connsiteX0" fmla="*/ 62177 w 83049"/>
                          <a:gd name="connsiteY0" fmla="*/ 16200 h 36777"/>
                          <a:gd name="connsiteX1" fmla="*/ 82465 w 83049"/>
                          <a:gd name="connsiteY1" fmla="*/ 30964 h 36777"/>
                          <a:gd name="connsiteX2" fmla="*/ 76655 w 83049"/>
                          <a:gd name="connsiteY2" fmla="*/ 36774 h 36777"/>
                          <a:gd name="connsiteX3" fmla="*/ 66558 w 83049"/>
                          <a:gd name="connsiteY3" fmla="*/ 33345 h 36777"/>
                          <a:gd name="connsiteX4" fmla="*/ 37031 w 83049"/>
                          <a:gd name="connsiteY4" fmla="*/ 19724 h 36777"/>
                          <a:gd name="connsiteX5" fmla="*/ 836 w 83049"/>
                          <a:gd name="connsiteY5" fmla="*/ 3818 h 36777"/>
                          <a:gd name="connsiteX6" fmla="*/ 43317 w 83049"/>
                          <a:gd name="connsiteY6" fmla="*/ 4770 h 36777"/>
                          <a:gd name="connsiteX7" fmla="*/ 62177 w 83049"/>
                          <a:gd name="connsiteY7" fmla="*/ 16200 h 367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3049" h="36777">
                            <a:moveTo>
                              <a:pt x="62177" y="16200"/>
                            </a:moveTo>
                            <a:cubicBezTo>
                              <a:pt x="70845" y="20963"/>
                              <a:pt x="77226" y="24297"/>
                              <a:pt x="82465" y="30964"/>
                            </a:cubicBezTo>
                            <a:cubicBezTo>
                              <a:pt x="84465" y="33440"/>
                              <a:pt x="81037" y="36679"/>
                              <a:pt x="76655" y="36774"/>
                            </a:cubicBezTo>
                            <a:cubicBezTo>
                              <a:pt x="72178" y="36869"/>
                              <a:pt x="69416" y="35060"/>
                              <a:pt x="66558" y="33345"/>
                            </a:cubicBezTo>
                            <a:cubicBezTo>
                              <a:pt x="57510" y="27821"/>
                              <a:pt x="47889" y="23915"/>
                              <a:pt x="37031" y="19724"/>
                            </a:cubicBezTo>
                            <a:cubicBezTo>
                              <a:pt x="30364" y="17153"/>
                              <a:pt x="-5927" y="11247"/>
                              <a:pt x="836" y="3818"/>
                            </a:cubicBezTo>
                            <a:cubicBezTo>
                              <a:pt x="7694" y="-3612"/>
                              <a:pt x="34555" y="1532"/>
                              <a:pt x="43317" y="4770"/>
                            </a:cubicBezTo>
                            <a:cubicBezTo>
                              <a:pt x="52176" y="8199"/>
                              <a:pt x="55605" y="12676"/>
                              <a:pt x="62177" y="1620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628" name="Graphique 1">
                      <a:extLst>
                        <a:ext uri="{FF2B5EF4-FFF2-40B4-BE49-F238E27FC236}">
                          <a16:creationId xmlns:a16="http://schemas.microsoft.com/office/drawing/2014/main" id="{924CBB7C-3A91-49DA-94A8-2F74F95CD5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57026" y="2552534"/>
                      <a:ext cx="198440" cy="83046"/>
                      <a:chOff x="4457026" y="2552534"/>
                      <a:chExt cx="198440" cy="83046"/>
                    </a:xfrm>
                    <a:solidFill>
                      <a:schemeClr val="accent1"/>
                    </a:solidFill>
                  </p:grpSpPr>
                  <p:sp>
                    <p:nvSpPr>
                      <p:cNvPr id="12642" name="Forme libre : forme 12641">
                        <a:extLst>
                          <a:ext uri="{FF2B5EF4-FFF2-40B4-BE49-F238E27FC236}">
                            <a16:creationId xmlns:a16="http://schemas.microsoft.com/office/drawing/2014/main" id="{7C4FE1E1-50A3-4742-B633-1D0BA6D02D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7026" y="2552534"/>
                        <a:ext cx="198440" cy="83046"/>
                      </a:xfrm>
                      <a:custGeom>
                        <a:avLst/>
                        <a:gdLst>
                          <a:gd name="connsiteX0" fmla="*/ 138980 w 198440"/>
                          <a:gd name="connsiteY0" fmla="*/ 74746 h 83046"/>
                          <a:gd name="connsiteX1" fmla="*/ 70591 w 198440"/>
                          <a:gd name="connsiteY1" fmla="*/ 82938 h 83046"/>
                          <a:gd name="connsiteX2" fmla="*/ 31729 w 198440"/>
                          <a:gd name="connsiteY2" fmla="*/ 77033 h 83046"/>
                          <a:gd name="connsiteX3" fmla="*/ 4011 w 198440"/>
                          <a:gd name="connsiteY3" fmla="*/ 58363 h 83046"/>
                          <a:gd name="connsiteX4" fmla="*/ 4583 w 198440"/>
                          <a:gd name="connsiteY4" fmla="*/ 36837 h 83046"/>
                          <a:gd name="connsiteX5" fmla="*/ 30395 w 198440"/>
                          <a:gd name="connsiteY5" fmla="*/ 18263 h 83046"/>
                          <a:gd name="connsiteX6" fmla="*/ 65257 w 198440"/>
                          <a:gd name="connsiteY6" fmla="*/ 7691 h 83046"/>
                          <a:gd name="connsiteX7" fmla="*/ 125836 w 198440"/>
                          <a:gd name="connsiteY7" fmla="*/ 547 h 83046"/>
                          <a:gd name="connsiteX8" fmla="*/ 190415 w 198440"/>
                          <a:gd name="connsiteY8" fmla="*/ 17787 h 83046"/>
                          <a:gd name="connsiteX9" fmla="*/ 196797 w 198440"/>
                          <a:gd name="connsiteY9" fmla="*/ 37885 h 83046"/>
                          <a:gd name="connsiteX10" fmla="*/ 138980 w 198440"/>
                          <a:gd name="connsiteY10" fmla="*/ 74746 h 830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98440" h="83046">
                            <a:moveTo>
                              <a:pt x="138980" y="74746"/>
                            </a:moveTo>
                            <a:cubicBezTo>
                              <a:pt x="123074" y="78176"/>
                              <a:pt x="87736" y="82462"/>
                              <a:pt x="70591" y="82938"/>
                            </a:cubicBezTo>
                            <a:cubicBezTo>
                              <a:pt x="54589" y="83605"/>
                              <a:pt x="42206" y="81128"/>
                              <a:pt x="31729" y="77033"/>
                            </a:cubicBezTo>
                            <a:cubicBezTo>
                              <a:pt x="20966" y="72746"/>
                              <a:pt x="12298" y="66269"/>
                              <a:pt x="4011" y="58363"/>
                            </a:cubicBezTo>
                            <a:cubicBezTo>
                              <a:pt x="-1704" y="52839"/>
                              <a:pt x="-1132" y="41885"/>
                              <a:pt x="4583" y="36837"/>
                            </a:cubicBezTo>
                            <a:cubicBezTo>
                              <a:pt x="12870" y="29408"/>
                              <a:pt x="20870" y="23216"/>
                              <a:pt x="30395" y="18263"/>
                            </a:cubicBezTo>
                            <a:cubicBezTo>
                              <a:pt x="40111" y="13215"/>
                              <a:pt x="51351" y="9881"/>
                              <a:pt x="65257" y="7691"/>
                            </a:cubicBezTo>
                            <a:cubicBezTo>
                              <a:pt x="80211" y="5500"/>
                              <a:pt x="110310" y="2166"/>
                              <a:pt x="125836" y="547"/>
                            </a:cubicBezTo>
                            <a:cubicBezTo>
                              <a:pt x="154792" y="-2215"/>
                              <a:pt x="171937" y="5786"/>
                              <a:pt x="190415" y="17787"/>
                            </a:cubicBezTo>
                            <a:cubicBezTo>
                              <a:pt x="196797" y="21883"/>
                              <a:pt x="200893" y="31694"/>
                              <a:pt x="196797" y="37885"/>
                            </a:cubicBezTo>
                            <a:cubicBezTo>
                              <a:pt x="185177" y="55792"/>
                              <a:pt x="168793" y="68651"/>
                              <a:pt x="138980" y="7474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43" name="Forme libre : forme 12642">
                        <a:extLst>
                          <a:ext uri="{FF2B5EF4-FFF2-40B4-BE49-F238E27FC236}">
                            <a16:creationId xmlns:a16="http://schemas.microsoft.com/office/drawing/2014/main" id="{45D6FD97-7B5F-4A6A-AEE2-9BCCF05868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7132" y="2589942"/>
                        <a:ext cx="196976" cy="45549"/>
                      </a:xfrm>
                      <a:custGeom>
                        <a:avLst/>
                        <a:gdLst>
                          <a:gd name="connsiteX0" fmla="*/ 78295 w 196976"/>
                          <a:gd name="connsiteY0" fmla="*/ 17621 h 45549"/>
                          <a:gd name="connsiteX1" fmla="*/ 0 w 196976"/>
                          <a:gd name="connsiteY1" fmla="*/ 12097 h 45549"/>
                          <a:gd name="connsiteX2" fmla="*/ 3905 w 196976"/>
                          <a:gd name="connsiteY2" fmla="*/ 20860 h 45549"/>
                          <a:gd name="connsiteX3" fmla="*/ 12668 w 196976"/>
                          <a:gd name="connsiteY3" fmla="*/ 28480 h 45549"/>
                          <a:gd name="connsiteX4" fmla="*/ 43243 w 196976"/>
                          <a:gd name="connsiteY4" fmla="*/ 43148 h 45549"/>
                          <a:gd name="connsiteX5" fmla="*/ 70390 w 196976"/>
                          <a:gd name="connsiteY5" fmla="*/ 45434 h 45549"/>
                          <a:gd name="connsiteX6" fmla="*/ 81534 w 196976"/>
                          <a:gd name="connsiteY6" fmla="*/ 44767 h 45549"/>
                          <a:gd name="connsiteX7" fmla="*/ 133826 w 196976"/>
                          <a:gd name="connsiteY7" fmla="*/ 38195 h 45549"/>
                          <a:gd name="connsiteX8" fmla="*/ 138779 w 196976"/>
                          <a:gd name="connsiteY8" fmla="*/ 37243 h 45549"/>
                          <a:gd name="connsiteX9" fmla="*/ 165830 w 196976"/>
                          <a:gd name="connsiteY9" fmla="*/ 28194 h 45549"/>
                          <a:gd name="connsiteX10" fmla="*/ 190785 w 196976"/>
                          <a:gd name="connsiteY10" fmla="*/ 8477 h 45549"/>
                          <a:gd name="connsiteX11" fmla="*/ 196786 w 196976"/>
                          <a:gd name="connsiteY11" fmla="*/ 381 h 45549"/>
                          <a:gd name="connsiteX12" fmla="*/ 196977 w 196976"/>
                          <a:gd name="connsiteY12" fmla="*/ 0 h 45549"/>
                          <a:gd name="connsiteX13" fmla="*/ 78295 w 196976"/>
                          <a:gd name="connsiteY13" fmla="*/ 17621 h 455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96976" h="45549">
                            <a:moveTo>
                              <a:pt x="78295" y="17621"/>
                            </a:moveTo>
                            <a:cubicBezTo>
                              <a:pt x="51435" y="21907"/>
                              <a:pt x="21241" y="23241"/>
                              <a:pt x="0" y="12097"/>
                            </a:cubicBezTo>
                            <a:cubicBezTo>
                              <a:pt x="286" y="15430"/>
                              <a:pt x="1524" y="18574"/>
                              <a:pt x="3905" y="20860"/>
                            </a:cubicBezTo>
                            <a:cubicBezTo>
                              <a:pt x="6763" y="23622"/>
                              <a:pt x="9715" y="26194"/>
                              <a:pt x="12668" y="28480"/>
                            </a:cubicBezTo>
                            <a:cubicBezTo>
                              <a:pt x="21336" y="35242"/>
                              <a:pt x="31337" y="40386"/>
                              <a:pt x="43243" y="43148"/>
                            </a:cubicBezTo>
                            <a:cubicBezTo>
                              <a:pt x="51054" y="44863"/>
                              <a:pt x="60007" y="45911"/>
                              <a:pt x="70390" y="45434"/>
                            </a:cubicBezTo>
                            <a:cubicBezTo>
                              <a:pt x="73533" y="45244"/>
                              <a:pt x="77343" y="45053"/>
                              <a:pt x="81534" y="44767"/>
                            </a:cubicBezTo>
                            <a:cubicBezTo>
                              <a:pt x="97821" y="43529"/>
                              <a:pt x="119919" y="40672"/>
                              <a:pt x="133826" y="38195"/>
                            </a:cubicBezTo>
                            <a:cubicBezTo>
                              <a:pt x="135636" y="37814"/>
                              <a:pt x="137350" y="37529"/>
                              <a:pt x="138779" y="37243"/>
                            </a:cubicBezTo>
                            <a:cubicBezTo>
                              <a:pt x="149352" y="35147"/>
                              <a:pt x="158210" y="32004"/>
                              <a:pt x="165830" y="28194"/>
                            </a:cubicBezTo>
                            <a:cubicBezTo>
                              <a:pt x="176213" y="22955"/>
                              <a:pt x="184118" y="16192"/>
                              <a:pt x="190785" y="8477"/>
                            </a:cubicBezTo>
                            <a:cubicBezTo>
                              <a:pt x="192881" y="5905"/>
                              <a:pt x="194881" y="3238"/>
                              <a:pt x="196786" y="381"/>
                            </a:cubicBezTo>
                            <a:lnTo>
                              <a:pt x="196977" y="0"/>
                            </a:lnTo>
                            <a:cubicBezTo>
                              <a:pt x="157734" y="6477"/>
                              <a:pt x="117062" y="11525"/>
                              <a:pt x="78295" y="1762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44" name="Forme libre : forme 12643">
                        <a:extLst>
                          <a:ext uri="{FF2B5EF4-FFF2-40B4-BE49-F238E27FC236}">
                            <a16:creationId xmlns:a16="http://schemas.microsoft.com/office/drawing/2014/main" id="{EC99A3F6-EB86-4CDD-8E3F-245D522251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6053" y="2581003"/>
                        <a:ext cx="91655" cy="26938"/>
                      </a:xfrm>
                      <a:custGeom>
                        <a:avLst/>
                        <a:gdLst>
                          <a:gd name="connsiteX0" fmla="*/ 91575 w 91655"/>
                          <a:gd name="connsiteY0" fmla="*/ 6749 h 26938"/>
                          <a:gd name="connsiteX1" fmla="*/ 45665 w 91655"/>
                          <a:gd name="connsiteY1" fmla="*/ 25894 h 26938"/>
                          <a:gd name="connsiteX2" fmla="*/ 40 w 91655"/>
                          <a:gd name="connsiteY2" fmla="*/ 17512 h 26938"/>
                          <a:gd name="connsiteX3" fmla="*/ 42331 w 91655"/>
                          <a:gd name="connsiteY3" fmla="*/ 1319 h 26938"/>
                          <a:gd name="connsiteX4" fmla="*/ 91575 w 91655"/>
                          <a:gd name="connsiteY4" fmla="*/ 6749 h 269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1655" h="26938">
                            <a:moveTo>
                              <a:pt x="91575" y="6749"/>
                            </a:moveTo>
                            <a:cubicBezTo>
                              <a:pt x="93576" y="16750"/>
                              <a:pt x="57857" y="24370"/>
                              <a:pt x="45665" y="25894"/>
                            </a:cubicBezTo>
                            <a:cubicBezTo>
                              <a:pt x="33473" y="27608"/>
                              <a:pt x="1374" y="28561"/>
                              <a:pt x="40" y="17512"/>
                            </a:cubicBezTo>
                            <a:cubicBezTo>
                              <a:pt x="-1294" y="6654"/>
                              <a:pt x="30996" y="2463"/>
                              <a:pt x="42331" y="1319"/>
                            </a:cubicBezTo>
                            <a:cubicBezTo>
                              <a:pt x="53571" y="462"/>
                              <a:pt x="89670" y="-3062"/>
                              <a:pt x="91575" y="674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45" name="Forme libre : forme 12644">
                        <a:extLst>
                          <a:ext uri="{FF2B5EF4-FFF2-40B4-BE49-F238E27FC236}">
                            <a16:creationId xmlns:a16="http://schemas.microsoft.com/office/drawing/2014/main" id="{92C9A26E-3F81-42DC-AA13-123EF8D7B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5372" y="2586799"/>
                        <a:ext cx="66348" cy="21264"/>
                      </a:xfrm>
                      <a:custGeom>
                        <a:avLst/>
                        <a:gdLst>
                          <a:gd name="connsiteX0" fmla="*/ 18914 w 66348"/>
                          <a:gd name="connsiteY0" fmla="*/ 0 h 21264"/>
                          <a:gd name="connsiteX1" fmla="*/ 341 w 66348"/>
                          <a:gd name="connsiteY1" fmla="*/ 11906 h 21264"/>
                          <a:gd name="connsiteX2" fmla="*/ 47013 w 66348"/>
                          <a:gd name="connsiteY2" fmla="*/ 20193 h 21264"/>
                          <a:gd name="connsiteX3" fmla="*/ 66349 w 66348"/>
                          <a:gd name="connsiteY3" fmla="*/ 15907 h 21264"/>
                          <a:gd name="connsiteX4" fmla="*/ 55776 w 66348"/>
                          <a:gd name="connsiteY4" fmla="*/ 16669 h 21264"/>
                          <a:gd name="connsiteX5" fmla="*/ 18914 w 66348"/>
                          <a:gd name="connsiteY5" fmla="*/ 0 h 212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6348" h="21264">
                            <a:moveTo>
                              <a:pt x="18914" y="0"/>
                            </a:moveTo>
                            <a:cubicBezTo>
                              <a:pt x="13390" y="2477"/>
                              <a:pt x="-2517" y="5239"/>
                              <a:pt x="341" y="11906"/>
                            </a:cubicBezTo>
                            <a:cubicBezTo>
                              <a:pt x="4817" y="22574"/>
                              <a:pt x="31678" y="22098"/>
                              <a:pt x="47013" y="20193"/>
                            </a:cubicBezTo>
                            <a:cubicBezTo>
                              <a:pt x="51490" y="19717"/>
                              <a:pt x="61491" y="17526"/>
                              <a:pt x="66349" y="15907"/>
                            </a:cubicBezTo>
                            <a:cubicBezTo>
                              <a:pt x="63396" y="16193"/>
                              <a:pt x="58538" y="16954"/>
                              <a:pt x="55776" y="16669"/>
                            </a:cubicBezTo>
                            <a:cubicBezTo>
                              <a:pt x="39869" y="15145"/>
                              <a:pt x="21105" y="11906"/>
                              <a:pt x="18914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46" name="Forme libre : forme 12645">
                        <a:extLst>
                          <a:ext uri="{FF2B5EF4-FFF2-40B4-BE49-F238E27FC236}">
                            <a16:creationId xmlns:a16="http://schemas.microsoft.com/office/drawing/2014/main" id="{F5F6F27A-84CD-4761-87DB-FBA0110B88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31040" y="2582808"/>
                        <a:ext cx="91946" cy="27933"/>
                      </a:xfrm>
                      <a:custGeom>
                        <a:avLst/>
                        <a:gdLst>
                          <a:gd name="connsiteX0" fmla="*/ 91923 w 91946"/>
                          <a:gd name="connsiteY0" fmla="*/ 6753 h 27933"/>
                          <a:gd name="connsiteX1" fmla="*/ 45441 w 91946"/>
                          <a:gd name="connsiteY1" fmla="*/ 26660 h 27933"/>
                          <a:gd name="connsiteX2" fmla="*/ 102 w 91946"/>
                          <a:gd name="connsiteY2" fmla="*/ 18183 h 27933"/>
                          <a:gd name="connsiteX3" fmla="*/ 42203 w 91946"/>
                          <a:gd name="connsiteY3" fmla="*/ 1895 h 27933"/>
                          <a:gd name="connsiteX4" fmla="*/ 91923 w 91946"/>
                          <a:gd name="connsiteY4" fmla="*/ 6753 h 279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1946" h="27933">
                            <a:moveTo>
                              <a:pt x="91923" y="6753"/>
                            </a:moveTo>
                            <a:cubicBezTo>
                              <a:pt x="90780" y="17326"/>
                              <a:pt x="58585" y="24469"/>
                              <a:pt x="45441" y="26660"/>
                            </a:cubicBezTo>
                            <a:cubicBezTo>
                              <a:pt x="32296" y="28851"/>
                              <a:pt x="2293" y="29422"/>
                              <a:pt x="102" y="18183"/>
                            </a:cubicBezTo>
                            <a:cubicBezTo>
                              <a:pt x="-2089" y="7324"/>
                              <a:pt x="31725" y="3229"/>
                              <a:pt x="42203" y="1895"/>
                            </a:cubicBezTo>
                            <a:cubicBezTo>
                              <a:pt x="52775" y="752"/>
                              <a:pt x="93066" y="-3629"/>
                              <a:pt x="91923" y="675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47" name="Forme libre : forme 12646">
                        <a:extLst>
                          <a:ext uri="{FF2B5EF4-FFF2-40B4-BE49-F238E27FC236}">
                            <a16:creationId xmlns:a16="http://schemas.microsoft.com/office/drawing/2014/main" id="{7A5DC5BC-B3A2-438C-AF2F-075E2591E9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2542" y="2580258"/>
                        <a:ext cx="116579" cy="46661"/>
                      </a:xfrm>
                      <a:custGeom>
                        <a:avLst/>
                        <a:gdLst>
                          <a:gd name="connsiteX0" fmla="*/ 879 w 116579"/>
                          <a:gd name="connsiteY0" fmla="*/ 22352 h 46661"/>
                          <a:gd name="connsiteX1" fmla="*/ 13356 w 116579"/>
                          <a:gd name="connsiteY1" fmla="*/ 33782 h 46661"/>
                          <a:gd name="connsiteX2" fmla="*/ 57362 w 116579"/>
                          <a:gd name="connsiteY2" fmla="*/ 46546 h 46661"/>
                          <a:gd name="connsiteX3" fmla="*/ 102034 w 116579"/>
                          <a:gd name="connsiteY3" fmla="*/ 38926 h 46661"/>
                          <a:gd name="connsiteX4" fmla="*/ 115845 w 116579"/>
                          <a:gd name="connsiteY4" fmla="*/ 23114 h 46661"/>
                          <a:gd name="connsiteX5" fmla="*/ 100891 w 116579"/>
                          <a:gd name="connsiteY5" fmla="*/ 19399 h 46661"/>
                          <a:gd name="connsiteX6" fmla="*/ 60410 w 116579"/>
                          <a:gd name="connsiteY6" fmla="*/ 10065 h 46661"/>
                          <a:gd name="connsiteX7" fmla="*/ 20500 w 116579"/>
                          <a:gd name="connsiteY7" fmla="*/ 635 h 46661"/>
                          <a:gd name="connsiteX8" fmla="*/ 879 w 116579"/>
                          <a:gd name="connsiteY8" fmla="*/ 22352 h 46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6579" h="46661">
                            <a:moveTo>
                              <a:pt x="879" y="22352"/>
                            </a:moveTo>
                            <a:cubicBezTo>
                              <a:pt x="3736" y="28544"/>
                              <a:pt x="6118" y="30353"/>
                              <a:pt x="13356" y="33782"/>
                            </a:cubicBezTo>
                            <a:cubicBezTo>
                              <a:pt x="27168" y="40450"/>
                              <a:pt x="38788" y="45784"/>
                              <a:pt x="57362" y="46546"/>
                            </a:cubicBezTo>
                            <a:cubicBezTo>
                              <a:pt x="72888" y="47308"/>
                              <a:pt x="89938" y="44260"/>
                              <a:pt x="102034" y="38926"/>
                            </a:cubicBezTo>
                            <a:cubicBezTo>
                              <a:pt x="111083" y="34925"/>
                              <a:pt x="119084" y="28734"/>
                              <a:pt x="115845" y="23114"/>
                            </a:cubicBezTo>
                            <a:cubicBezTo>
                              <a:pt x="113845" y="19590"/>
                              <a:pt x="106702" y="20257"/>
                              <a:pt x="100891" y="19399"/>
                            </a:cubicBezTo>
                            <a:cubicBezTo>
                              <a:pt x="87080" y="17209"/>
                              <a:pt x="73840" y="15494"/>
                              <a:pt x="60410" y="10065"/>
                            </a:cubicBezTo>
                            <a:cubicBezTo>
                              <a:pt x="48980" y="5207"/>
                              <a:pt x="36502" y="-2222"/>
                              <a:pt x="20500" y="635"/>
                            </a:cubicBezTo>
                            <a:cubicBezTo>
                              <a:pt x="6022" y="3302"/>
                              <a:pt x="-2931" y="13875"/>
                              <a:pt x="879" y="2235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48" name="Forme libre : forme 12647">
                        <a:extLst>
                          <a:ext uri="{FF2B5EF4-FFF2-40B4-BE49-F238E27FC236}">
                            <a16:creationId xmlns:a16="http://schemas.microsoft.com/office/drawing/2014/main" id="{964BF0CC-E60A-4E14-954A-51FA2A3E15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4955" y="2577751"/>
                        <a:ext cx="36546" cy="14674"/>
                      </a:xfrm>
                      <a:custGeom>
                        <a:avLst/>
                        <a:gdLst>
                          <a:gd name="connsiteX0" fmla="*/ 3327 w 36546"/>
                          <a:gd name="connsiteY0" fmla="*/ 9525 h 14674"/>
                          <a:gd name="connsiteX1" fmla="*/ 88 w 36546"/>
                          <a:gd name="connsiteY1" fmla="*/ 12382 h 14674"/>
                          <a:gd name="connsiteX2" fmla="*/ 3041 w 36546"/>
                          <a:gd name="connsiteY2" fmla="*/ 14573 h 14674"/>
                          <a:gd name="connsiteX3" fmla="*/ 9899 w 36546"/>
                          <a:gd name="connsiteY3" fmla="*/ 14192 h 14674"/>
                          <a:gd name="connsiteX4" fmla="*/ 26282 w 36546"/>
                          <a:gd name="connsiteY4" fmla="*/ 10477 h 14674"/>
                          <a:gd name="connsiteX5" fmla="*/ 32092 w 36546"/>
                          <a:gd name="connsiteY5" fmla="*/ 8382 h 14674"/>
                          <a:gd name="connsiteX6" fmla="*/ 27711 w 36546"/>
                          <a:gd name="connsiteY6" fmla="*/ 285 h 14674"/>
                          <a:gd name="connsiteX7" fmla="*/ 3327 w 36546"/>
                          <a:gd name="connsiteY7" fmla="*/ 9525 h 146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6546" h="14674">
                            <a:moveTo>
                              <a:pt x="3327" y="9525"/>
                            </a:moveTo>
                            <a:cubicBezTo>
                              <a:pt x="1708" y="10477"/>
                              <a:pt x="469" y="11144"/>
                              <a:pt x="88" y="12382"/>
                            </a:cubicBezTo>
                            <a:cubicBezTo>
                              <a:pt x="-388" y="13620"/>
                              <a:pt x="1136" y="14287"/>
                              <a:pt x="3041" y="14573"/>
                            </a:cubicBezTo>
                            <a:cubicBezTo>
                              <a:pt x="4946" y="14859"/>
                              <a:pt x="7708" y="14478"/>
                              <a:pt x="9899" y="14192"/>
                            </a:cubicBezTo>
                            <a:cubicBezTo>
                              <a:pt x="15424" y="13239"/>
                              <a:pt x="21234" y="12001"/>
                              <a:pt x="26282" y="10477"/>
                            </a:cubicBezTo>
                            <a:cubicBezTo>
                              <a:pt x="28377" y="9810"/>
                              <a:pt x="30377" y="9334"/>
                              <a:pt x="32092" y="8382"/>
                            </a:cubicBezTo>
                            <a:cubicBezTo>
                              <a:pt x="38950" y="4286"/>
                              <a:pt x="38188" y="-1334"/>
                              <a:pt x="27711" y="285"/>
                            </a:cubicBezTo>
                            <a:cubicBezTo>
                              <a:pt x="19424" y="1428"/>
                              <a:pt x="9994" y="5905"/>
                              <a:pt x="3327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49" name="Forme libre : forme 12648">
                        <a:extLst>
                          <a:ext uri="{FF2B5EF4-FFF2-40B4-BE49-F238E27FC236}">
                            <a16:creationId xmlns:a16="http://schemas.microsoft.com/office/drawing/2014/main" id="{DD7EB8F3-CED0-482F-93CC-F48AAC1C72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8007" y="2588133"/>
                        <a:ext cx="52768" cy="37147"/>
                      </a:xfrm>
                      <a:custGeom>
                        <a:avLst/>
                        <a:gdLst>
                          <a:gd name="connsiteX0" fmla="*/ 52768 w 52768"/>
                          <a:gd name="connsiteY0" fmla="*/ 0 h 37147"/>
                          <a:gd name="connsiteX1" fmla="*/ 0 w 52768"/>
                          <a:gd name="connsiteY1" fmla="*/ 37147 h 37147"/>
                          <a:gd name="connsiteX2" fmla="*/ 52768 w 52768"/>
                          <a:gd name="connsiteY2" fmla="*/ 0 h 37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2768" h="37147">
                            <a:moveTo>
                              <a:pt x="52768" y="0"/>
                            </a:moveTo>
                            <a:cubicBezTo>
                              <a:pt x="47244" y="15335"/>
                              <a:pt x="18479" y="29242"/>
                              <a:pt x="0" y="37147"/>
                            </a:cubicBezTo>
                            <a:cubicBezTo>
                              <a:pt x="20098" y="28480"/>
                              <a:pt x="40100" y="13049"/>
                              <a:pt x="5276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50" name="Forme libre : forme 12649">
                        <a:extLst>
                          <a:ext uri="{FF2B5EF4-FFF2-40B4-BE49-F238E27FC236}">
                            <a16:creationId xmlns:a16="http://schemas.microsoft.com/office/drawing/2014/main" id="{AFF7B3AF-1CD9-41B2-9651-3DA63EF32E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2943" y="2562320"/>
                        <a:ext cx="61817" cy="28860"/>
                      </a:xfrm>
                      <a:custGeom>
                        <a:avLst/>
                        <a:gdLst>
                          <a:gd name="connsiteX0" fmla="*/ 61817 w 61817"/>
                          <a:gd name="connsiteY0" fmla="*/ 0 h 28860"/>
                          <a:gd name="connsiteX1" fmla="*/ 0 w 61817"/>
                          <a:gd name="connsiteY1" fmla="*/ 28861 h 28860"/>
                          <a:gd name="connsiteX2" fmla="*/ 61817 w 61817"/>
                          <a:gd name="connsiteY2" fmla="*/ 0 h 288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1817" h="28860">
                            <a:moveTo>
                              <a:pt x="61817" y="0"/>
                            </a:moveTo>
                            <a:cubicBezTo>
                              <a:pt x="36957" y="4000"/>
                              <a:pt x="16193" y="16764"/>
                              <a:pt x="0" y="28861"/>
                            </a:cubicBezTo>
                            <a:cubicBezTo>
                              <a:pt x="14573" y="16859"/>
                              <a:pt x="41053" y="6763"/>
                              <a:pt x="6181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51" name="Forme libre : forme 12650">
                        <a:extLst>
                          <a:ext uri="{FF2B5EF4-FFF2-40B4-BE49-F238E27FC236}">
                            <a16:creationId xmlns:a16="http://schemas.microsoft.com/office/drawing/2014/main" id="{060DECE8-D07A-46D7-B33A-8E9FFD2808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2331" y="2584132"/>
                        <a:ext cx="34116" cy="8012"/>
                      </a:xfrm>
                      <a:custGeom>
                        <a:avLst/>
                        <a:gdLst>
                          <a:gd name="connsiteX0" fmla="*/ 33962 w 34116"/>
                          <a:gd name="connsiteY0" fmla="*/ 3715 h 8012"/>
                          <a:gd name="connsiteX1" fmla="*/ 14340 w 34116"/>
                          <a:gd name="connsiteY1" fmla="*/ 8001 h 8012"/>
                          <a:gd name="connsiteX2" fmla="*/ 244 w 34116"/>
                          <a:gd name="connsiteY2" fmla="*/ 3715 h 8012"/>
                          <a:gd name="connsiteX3" fmla="*/ 18722 w 34116"/>
                          <a:gd name="connsiteY3" fmla="*/ 0 h 8012"/>
                          <a:gd name="connsiteX4" fmla="*/ 33962 w 34116"/>
                          <a:gd name="connsiteY4" fmla="*/ 3715 h 8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116" h="8012">
                            <a:moveTo>
                              <a:pt x="33962" y="3715"/>
                            </a:moveTo>
                            <a:cubicBezTo>
                              <a:pt x="32247" y="7525"/>
                              <a:pt x="18531" y="7906"/>
                              <a:pt x="14340" y="8001"/>
                            </a:cubicBezTo>
                            <a:cubicBezTo>
                              <a:pt x="10149" y="8097"/>
                              <a:pt x="-1852" y="7620"/>
                              <a:pt x="244" y="3715"/>
                            </a:cubicBezTo>
                            <a:cubicBezTo>
                              <a:pt x="2243" y="-190"/>
                              <a:pt x="14817" y="96"/>
                              <a:pt x="18722" y="0"/>
                            </a:cubicBezTo>
                            <a:cubicBezTo>
                              <a:pt x="22627" y="0"/>
                              <a:pt x="35676" y="-95"/>
                              <a:pt x="33962" y="371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52" name="Forme libre : forme 12651">
                        <a:extLst>
                          <a:ext uri="{FF2B5EF4-FFF2-40B4-BE49-F238E27FC236}">
                            <a16:creationId xmlns:a16="http://schemas.microsoft.com/office/drawing/2014/main" id="{5C47C0B2-3BAA-4B12-BE8B-7A982E2F97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1744" y="2585164"/>
                        <a:ext cx="9760" cy="3508"/>
                      </a:xfrm>
                      <a:custGeom>
                        <a:avLst/>
                        <a:gdLst>
                          <a:gd name="connsiteX0" fmla="*/ 9692 w 9760"/>
                          <a:gd name="connsiteY0" fmla="*/ 1063 h 3508"/>
                          <a:gd name="connsiteX1" fmla="*/ 5501 w 9760"/>
                          <a:gd name="connsiteY1" fmla="*/ 3350 h 3508"/>
                          <a:gd name="connsiteX2" fmla="*/ 72 w 9760"/>
                          <a:gd name="connsiteY2" fmla="*/ 2397 h 3508"/>
                          <a:gd name="connsiteX3" fmla="*/ 4073 w 9760"/>
                          <a:gd name="connsiteY3" fmla="*/ 206 h 3508"/>
                          <a:gd name="connsiteX4" fmla="*/ 9692 w 9760"/>
                          <a:gd name="connsiteY4" fmla="*/ 1063 h 35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60" h="3508">
                            <a:moveTo>
                              <a:pt x="9692" y="1063"/>
                            </a:moveTo>
                            <a:cubicBezTo>
                              <a:pt x="10264" y="2397"/>
                              <a:pt x="7121" y="3064"/>
                              <a:pt x="5501" y="3350"/>
                            </a:cubicBezTo>
                            <a:cubicBezTo>
                              <a:pt x="3882" y="3540"/>
                              <a:pt x="644" y="3826"/>
                              <a:pt x="72" y="2397"/>
                            </a:cubicBezTo>
                            <a:cubicBezTo>
                              <a:pt x="-500" y="968"/>
                              <a:pt x="2454" y="397"/>
                              <a:pt x="4073" y="206"/>
                            </a:cubicBezTo>
                            <a:cubicBezTo>
                              <a:pt x="5787" y="-80"/>
                              <a:pt x="9121" y="-270"/>
                              <a:pt x="9692" y="106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53" name="Forme libre : forme 12652">
                        <a:extLst>
                          <a:ext uri="{FF2B5EF4-FFF2-40B4-BE49-F238E27FC236}">
                            <a16:creationId xmlns:a16="http://schemas.microsoft.com/office/drawing/2014/main" id="{80DD3C27-5907-4AA0-9C43-2E3C1B487B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9721" y="2559487"/>
                        <a:ext cx="86053" cy="27488"/>
                      </a:xfrm>
                      <a:custGeom>
                        <a:avLst/>
                        <a:gdLst>
                          <a:gd name="connsiteX0" fmla="*/ 62766 w 86053"/>
                          <a:gd name="connsiteY0" fmla="*/ 9120 h 27488"/>
                          <a:gd name="connsiteX1" fmla="*/ 85244 w 86053"/>
                          <a:gd name="connsiteY1" fmla="*/ 20549 h 27488"/>
                          <a:gd name="connsiteX2" fmla="*/ 80387 w 86053"/>
                          <a:gd name="connsiteY2" fmla="*/ 27217 h 27488"/>
                          <a:gd name="connsiteX3" fmla="*/ 69909 w 86053"/>
                          <a:gd name="connsiteY3" fmla="*/ 25407 h 27488"/>
                          <a:gd name="connsiteX4" fmla="*/ 38572 w 86053"/>
                          <a:gd name="connsiteY4" fmla="*/ 16835 h 27488"/>
                          <a:gd name="connsiteX5" fmla="*/ 567 w 86053"/>
                          <a:gd name="connsiteY5" fmla="*/ 7024 h 27488"/>
                          <a:gd name="connsiteX6" fmla="*/ 42382 w 86053"/>
                          <a:gd name="connsiteY6" fmla="*/ 1118 h 27488"/>
                          <a:gd name="connsiteX7" fmla="*/ 62766 w 86053"/>
                          <a:gd name="connsiteY7" fmla="*/ 9120 h 27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6053" h="27488">
                            <a:moveTo>
                              <a:pt x="62766" y="9120"/>
                            </a:moveTo>
                            <a:cubicBezTo>
                              <a:pt x="72195" y="12453"/>
                              <a:pt x="79054" y="14739"/>
                              <a:pt x="85244" y="20549"/>
                            </a:cubicBezTo>
                            <a:cubicBezTo>
                              <a:pt x="87530" y="22740"/>
                              <a:pt x="84673" y="26360"/>
                              <a:pt x="80387" y="27217"/>
                            </a:cubicBezTo>
                            <a:cubicBezTo>
                              <a:pt x="76006" y="28074"/>
                              <a:pt x="73053" y="26741"/>
                              <a:pt x="69909" y="25407"/>
                            </a:cubicBezTo>
                            <a:cubicBezTo>
                              <a:pt x="60098" y="21407"/>
                              <a:pt x="49907" y="19121"/>
                              <a:pt x="38572" y="16835"/>
                            </a:cubicBezTo>
                            <a:cubicBezTo>
                              <a:pt x="31523" y="15501"/>
                              <a:pt x="-4957" y="15501"/>
                              <a:pt x="567" y="7024"/>
                            </a:cubicBezTo>
                            <a:cubicBezTo>
                              <a:pt x="5996" y="-1263"/>
                              <a:pt x="32952" y="-691"/>
                              <a:pt x="42382" y="1118"/>
                            </a:cubicBezTo>
                            <a:cubicBezTo>
                              <a:pt x="51622" y="2833"/>
                              <a:pt x="55717" y="6643"/>
                              <a:pt x="62766" y="912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629" name="Graphique 1">
                      <a:extLst>
                        <a:ext uri="{FF2B5EF4-FFF2-40B4-BE49-F238E27FC236}">
                          <a16:creationId xmlns:a16="http://schemas.microsoft.com/office/drawing/2014/main" id="{15614D65-28B2-440F-A92B-E97EA7D7ED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54863" y="2519072"/>
                      <a:ext cx="196518" cy="89611"/>
                      <a:chOff x="4654863" y="2519072"/>
                      <a:chExt cx="196518" cy="89611"/>
                    </a:xfrm>
                    <a:solidFill>
                      <a:schemeClr val="accent1"/>
                    </a:solidFill>
                  </p:grpSpPr>
                  <p:sp>
                    <p:nvSpPr>
                      <p:cNvPr id="12630" name="Forme libre : forme 12629">
                        <a:extLst>
                          <a:ext uri="{FF2B5EF4-FFF2-40B4-BE49-F238E27FC236}">
                            <a16:creationId xmlns:a16="http://schemas.microsoft.com/office/drawing/2014/main" id="{2DDE7FB2-10A2-4D93-A667-F7405260B3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4863" y="2519072"/>
                        <a:ext cx="196518" cy="89611"/>
                      </a:xfrm>
                      <a:custGeom>
                        <a:avLst/>
                        <a:gdLst>
                          <a:gd name="connsiteX0" fmla="*/ 140502 w 196518"/>
                          <a:gd name="connsiteY0" fmla="*/ 74680 h 89611"/>
                          <a:gd name="connsiteX1" fmla="*/ 73541 w 196518"/>
                          <a:gd name="connsiteY1" fmla="*/ 88586 h 89611"/>
                          <a:gd name="connsiteX2" fmla="*/ 5533 w 196518"/>
                          <a:gd name="connsiteY2" fmla="*/ 71060 h 89611"/>
                          <a:gd name="connsiteX3" fmla="*/ 3151 w 196518"/>
                          <a:gd name="connsiteY3" fmla="*/ 49629 h 89611"/>
                          <a:gd name="connsiteX4" fmla="*/ 61350 w 196518"/>
                          <a:gd name="connsiteY4" fmla="*/ 14101 h 89611"/>
                          <a:gd name="connsiteX5" fmla="*/ 121547 w 196518"/>
                          <a:gd name="connsiteY5" fmla="*/ 1718 h 89611"/>
                          <a:gd name="connsiteX6" fmla="*/ 187461 w 196518"/>
                          <a:gd name="connsiteY6" fmla="*/ 14006 h 89611"/>
                          <a:gd name="connsiteX7" fmla="*/ 195271 w 196518"/>
                          <a:gd name="connsiteY7" fmla="*/ 33627 h 89611"/>
                          <a:gd name="connsiteX8" fmla="*/ 140502 w 196518"/>
                          <a:gd name="connsiteY8" fmla="*/ 74680 h 896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96518" h="89611">
                            <a:moveTo>
                              <a:pt x="140502" y="74680"/>
                            </a:moveTo>
                            <a:cubicBezTo>
                              <a:pt x="124977" y="79252"/>
                              <a:pt x="90401" y="86491"/>
                              <a:pt x="73541" y="88586"/>
                            </a:cubicBezTo>
                            <a:cubicBezTo>
                              <a:pt x="42014" y="92587"/>
                              <a:pt x="24011" y="84490"/>
                              <a:pt x="5533" y="71060"/>
                            </a:cubicBezTo>
                            <a:cubicBezTo>
                              <a:pt x="-849" y="66393"/>
                              <a:pt x="-1801" y="55439"/>
                              <a:pt x="3151" y="49629"/>
                            </a:cubicBezTo>
                            <a:cubicBezTo>
                              <a:pt x="17630" y="32579"/>
                              <a:pt x="33632" y="20959"/>
                              <a:pt x="61350" y="14101"/>
                            </a:cubicBezTo>
                            <a:cubicBezTo>
                              <a:pt x="76209" y="10576"/>
                              <a:pt x="106117" y="4481"/>
                              <a:pt x="121547" y="1718"/>
                            </a:cubicBezTo>
                            <a:cubicBezTo>
                              <a:pt x="150408" y="-3330"/>
                              <a:pt x="168125" y="3338"/>
                              <a:pt x="187461" y="14006"/>
                            </a:cubicBezTo>
                            <a:cubicBezTo>
                              <a:pt x="194128" y="17625"/>
                              <a:pt x="198891" y="27150"/>
                              <a:pt x="195271" y="33627"/>
                            </a:cubicBezTo>
                            <a:cubicBezTo>
                              <a:pt x="184984" y="52201"/>
                              <a:pt x="169553" y="66203"/>
                              <a:pt x="140502" y="7468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31" name="Forme libre : forme 12630">
                        <a:extLst>
                          <a:ext uri="{FF2B5EF4-FFF2-40B4-BE49-F238E27FC236}">
                            <a16:creationId xmlns:a16="http://schemas.microsoft.com/office/drawing/2014/main" id="{6D838A3F-1DA9-4F0A-8231-AE5A64EE36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5348" y="2552033"/>
                        <a:ext cx="194976" cy="56318"/>
                      </a:xfrm>
                      <a:custGeom>
                        <a:avLst/>
                        <a:gdLst>
                          <a:gd name="connsiteX0" fmla="*/ 78295 w 194976"/>
                          <a:gd name="connsiteY0" fmla="*/ 27051 h 56318"/>
                          <a:gd name="connsiteX1" fmla="*/ 0 w 194976"/>
                          <a:gd name="connsiteY1" fmla="*/ 29718 h 56318"/>
                          <a:gd name="connsiteX2" fmla="*/ 5048 w 194976"/>
                          <a:gd name="connsiteY2" fmla="*/ 37814 h 56318"/>
                          <a:gd name="connsiteX3" fmla="*/ 14668 w 194976"/>
                          <a:gd name="connsiteY3" fmla="*/ 44196 h 56318"/>
                          <a:gd name="connsiteX4" fmla="*/ 46101 w 194976"/>
                          <a:gd name="connsiteY4" fmla="*/ 55531 h 56318"/>
                          <a:gd name="connsiteX5" fmla="*/ 73057 w 194976"/>
                          <a:gd name="connsiteY5" fmla="*/ 55245 h 56318"/>
                          <a:gd name="connsiteX6" fmla="*/ 84011 w 194976"/>
                          <a:gd name="connsiteY6" fmla="*/ 53626 h 56318"/>
                          <a:gd name="connsiteX7" fmla="*/ 135160 w 194976"/>
                          <a:gd name="connsiteY7" fmla="*/ 42767 h 56318"/>
                          <a:gd name="connsiteX8" fmla="*/ 140018 w 194976"/>
                          <a:gd name="connsiteY8" fmla="*/ 41434 h 56318"/>
                          <a:gd name="connsiteX9" fmla="*/ 166211 w 194976"/>
                          <a:gd name="connsiteY9" fmla="*/ 30385 h 56318"/>
                          <a:gd name="connsiteX10" fmla="*/ 189547 w 194976"/>
                          <a:gd name="connsiteY10" fmla="*/ 8858 h 56318"/>
                          <a:gd name="connsiteX11" fmla="*/ 194881 w 194976"/>
                          <a:gd name="connsiteY11" fmla="*/ 381 h 56318"/>
                          <a:gd name="connsiteX12" fmla="*/ 194976 w 194976"/>
                          <a:gd name="connsiteY12" fmla="*/ 0 h 56318"/>
                          <a:gd name="connsiteX13" fmla="*/ 78295 w 194976"/>
                          <a:gd name="connsiteY13" fmla="*/ 27051 h 563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94976" h="56318">
                            <a:moveTo>
                              <a:pt x="78295" y="27051"/>
                            </a:moveTo>
                            <a:cubicBezTo>
                              <a:pt x="51911" y="33814"/>
                              <a:pt x="22479" y="37719"/>
                              <a:pt x="0" y="29718"/>
                            </a:cubicBezTo>
                            <a:cubicBezTo>
                              <a:pt x="762" y="32957"/>
                              <a:pt x="2381" y="35909"/>
                              <a:pt x="5048" y="37814"/>
                            </a:cubicBezTo>
                            <a:cubicBezTo>
                              <a:pt x="8191" y="40196"/>
                              <a:pt x="11430" y="42291"/>
                              <a:pt x="14668" y="44196"/>
                            </a:cubicBezTo>
                            <a:cubicBezTo>
                              <a:pt x="24003" y="49721"/>
                              <a:pt x="33909" y="54007"/>
                              <a:pt x="46101" y="55531"/>
                            </a:cubicBezTo>
                            <a:cubicBezTo>
                              <a:pt x="54007" y="56579"/>
                              <a:pt x="62865" y="56674"/>
                              <a:pt x="73057" y="55245"/>
                            </a:cubicBezTo>
                            <a:cubicBezTo>
                              <a:pt x="76200" y="54769"/>
                              <a:pt x="79915" y="54197"/>
                              <a:pt x="84011" y="53626"/>
                            </a:cubicBezTo>
                            <a:cubicBezTo>
                              <a:pt x="100013" y="50959"/>
                              <a:pt x="121539" y="46292"/>
                              <a:pt x="135160" y="42767"/>
                            </a:cubicBezTo>
                            <a:cubicBezTo>
                              <a:pt x="136874" y="42291"/>
                              <a:pt x="138589" y="41815"/>
                              <a:pt x="140018" y="41434"/>
                            </a:cubicBezTo>
                            <a:cubicBezTo>
                              <a:pt x="150400" y="38481"/>
                              <a:pt x="158877" y="34671"/>
                              <a:pt x="166211" y="30385"/>
                            </a:cubicBezTo>
                            <a:cubicBezTo>
                              <a:pt x="176117" y="24289"/>
                              <a:pt x="183452" y="17050"/>
                              <a:pt x="189547" y="8858"/>
                            </a:cubicBezTo>
                            <a:cubicBezTo>
                              <a:pt x="191452" y="6191"/>
                              <a:pt x="193262" y="3334"/>
                              <a:pt x="194881" y="381"/>
                            </a:cubicBezTo>
                            <a:lnTo>
                              <a:pt x="194976" y="0"/>
                            </a:lnTo>
                            <a:cubicBezTo>
                              <a:pt x="156400" y="9335"/>
                              <a:pt x="116205" y="17526"/>
                              <a:pt x="78295" y="2705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32" name="Forme libre : forme 12631">
                        <a:extLst>
                          <a:ext uri="{FF2B5EF4-FFF2-40B4-BE49-F238E27FC236}">
                            <a16:creationId xmlns:a16="http://schemas.microsoft.com/office/drawing/2014/main" id="{850F577E-8EF3-408B-B1CC-7F7D3553F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23420" y="2547414"/>
                        <a:ext cx="90578" cy="30874"/>
                      </a:xfrm>
                      <a:custGeom>
                        <a:avLst/>
                        <a:gdLst>
                          <a:gd name="connsiteX0" fmla="*/ 90424 w 90578"/>
                          <a:gd name="connsiteY0" fmla="*/ 5285 h 30874"/>
                          <a:gd name="connsiteX1" fmla="*/ 46228 w 90578"/>
                          <a:gd name="connsiteY1" fmla="*/ 27955 h 30874"/>
                          <a:gd name="connsiteX2" fmla="*/ 126 w 90578"/>
                          <a:gd name="connsiteY2" fmla="*/ 23573 h 30874"/>
                          <a:gd name="connsiteX3" fmla="*/ 40894 w 90578"/>
                          <a:gd name="connsiteY3" fmla="*/ 3761 h 30874"/>
                          <a:gd name="connsiteX4" fmla="*/ 90424 w 90578"/>
                          <a:gd name="connsiteY4" fmla="*/ 5285 h 308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0578" h="30874">
                            <a:moveTo>
                              <a:pt x="90424" y="5285"/>
                            </a:moveTo>
                            <a:cubicBezTo>
                              <a:pt x="93186" y="15096"/>
                              <a:pt x="58229" y="25478"/>
                              <a:pt x="46228" y="27955"/>
                            </a:cubicBezTo>
                            <a:cubicBezTo>
                              <a:pt x="34321" y="30717"/>
                              <a:pt x="2508" y="34432"/>
                              <a:pt x="126" y="23573"/>
                            </a:cubicBezTo>
                            <a:cubicBezTo>
                              <a:pt x="-2255" y="12905"/>
                              <a:pt x="29654" y="5761"/>
                              <a:pt x="40894" y="3761"/>
                            </a:cubicBezTo>
                            <a:cubicBezTo>
                              <a:pt x="52038" y="1856"/>
                              <a:pt x="87757" y="-4430"/>
                              <a:pt x="90424" y="528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33" name="Forme libre : forme 12632">
                        <a:extLst>
                          <a:ext uri="{FF2B5EF4-FFF2-40B4-BE49-F238E27FC236}">
                            <a16:creationId xmlns:a16="http://schemas.microsoft.com/office/drawing/2014/main" id="{CC8DCAE9-D5B1-48E6-9D5C-3A67394EE5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22608" y="2557557"/>
                        <a:ext cx="66470" cy="20634"/>
                      </a:xfrm>
                      <a:custGeom>
                        <a:avLst/>
                        <a:gdLst>
                          <a:gd name="connsiteX0" fmla="*/ 17988 w 66470"/>
                          <a:gd name="connsiteY0" fmla="*/ 0 h 20634"/>
                          <a:gd name="connsiteX1" fmla="*/ 462 w 66470"/>
                          <a:gd name="connsiteY1" fmla="*/ 13525 h 20634"/>
                          <a:gd name="connsiteX2" fmla="*/ 47611 w 66470"/>
                          <a:gd name="connsiteY2" fmla="*/ 17716 h 20634"/>
                          <a:gd name="connsiteX3" fmla="*/ 66470 w 66470"/>
                          <a:gd name="connsiteY3" fmla="*/ 11906 h 20634"/>
                          <a:gd name="connsiteX4" fmla="*/ 55993 w 66470"/>
                          <a:gd name="connsiteY4" fmla="*/ 13525 h 20634"/>
                          <a:gd name="connsiteX5" fmla="*/ 17988 w 66470"/>
                          <a:gd name="connsiteY5" fmla="*/ 0 h 206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6470" h="20634">
                            <a:moveTo>
                              <a:pt x="17988" y="0"/>
                            </a:moveTo>
                            <a:cubicBezTo>
                              <a:pt x="12749" y="3048"/>
                              <a:pt x="-2871" y="7239"/>
                              <a:pt x="462" y="13525"/>
                            </a:cubicBezTo>
                            <a:cubicBezTo>
                              <a:pt x="5891" y="23717"/>
                              <a:pt x="32466" y="20860"/>
                              <a:pt x="47611" y="17716"/>
                            </a:cubicBezTo>
                            <a:cubicBezTo>
                              <a:pt x="51992" y="16764"/>
                              <a:pt x="61803" y="13906"/>
                              <a:pt x="66470" y="11906"/>
                            </a:cubicBezTo>
                            <a:cubicBezTo>
                              <a:pt x="63613" y="12478"/>
                              <a:pt x="58850" y="13525"/>
                              <a:pt x="55993" y="13525"/>
                            </a:cubicBezTo>
                            <a:cubicBezTo>
                              <a:pt x="40086" y="13430"/>
                              <a:pt x="21131" y="11621"/>
                              <a:pt x="17988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34" name="Forme libre : forme 12633">
                        <a:extLst>
                          <a:ext uri="{FF2B5EF4-FFF2-40B4-BE49-F238E27FC236}">
                            <a16:creationId xmlns:a16="http://schemas.microsoft.com/office/drawing/2014/main" id="{DFA9059D-D226-4343-83DB-3596616C3A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28566" y="2548593"/>
                        <a:ext cx="90709" cy="31802"/>
                      </a:xfrm>
                      <a:custGeom>
                        <a:avLst/>
                        <a:gdLst>
                          <a:gd name="connsiteX0" fmla="*/ 90707 w 90709"/>
                          <a:gd name="connsiteY0" fmla="*/ 5440 h 31802"/>
                          <a:gd name="connsiteX1" fmla="*/ 46035 w 90709"/>
                          <a:gd name="connsiteY1" fmla="*/ 28776 h 31802"/>
                          <a:gd name="connsiteX2" fmla="*/ 219 w 90709"/>
                          <a:gd name="connsiteY2" fmla="*/ 24299 h 31802"/>
                          <a:gd name="connsiteX3" fmla="*/ 40796 w 90709"/>
                          <a:gd name="connsiteY3" fmla="*/ 4487 h 31802"/>
                          <a:gd name="connsiteX4" fmla="*/ 90707 w 90709"/>
                          <a:gd name="connsiteY4" fmla="*/ 5440 h 318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0709" h="31802">
                            <a:moveTo>
                              <a:pt x="90707" y="5440"/>
                            </a:moveTo>
                            <a:cubicBezTo>
                              <a:pt x="90326" y="16013"/>
                              <a:pt x="58894" y="25728"/>
                              <a:pt x="46035" y="28776"/>
                            </a:cubicBezTo>
                            <a:cubicBezTo>
                              <a:pt x="33176" y="32014"/>
                              <a:pt x="3458" y="35063"/>
                              <a:pt x="219" y="24299"/>
                            </a:cubicBezTo>
                            <a:cubicBezTo>
                              <a:pt x="-3019" y="13536"/>
                              <a:pt x="30509" y="6678"/>
                              <a:pt x="40796" y="4487"/>
                            </a:cubicBezTo>
                            <a:cubicBezTo>
                              <a:pt x="51178" y="2487"/>
                              <a:pt x="91088" y="-5038"/>
                              <a:pt x="90707" y="544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35" name="Forme libre : forme 12634">
                        <a:extLst>
                          <a:ext uri="{FF2B5EF4-FFF2-40B4-BE49-F238E27FC236}">
                            <a16:creationId xmlns:a16="http://schemas.microsoft.com/office/drawing/2014/main" id="{55F1989F-950E-424F-B397-9B556C04AA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0058" y="2554037"/>
                        <a:ext cx="116721" cy="43996"/>
                      </a:xfrm>
                      <a:custGeom>
                        <a:avLst/>
                        <a:gdLst>
                          <a:gd name="connsiteX0" fmla="*/ 1389 w 116721"/>
                          <a:gd name="connsiteY0" fmla="*/ 25142 h 43996"/>
                          <a:gd name="connsiteX1" fmla="*/ 14914 w 116721"/>
                          <a:gd name="connsiteY1" fmla="*/ 35239 h 43996"/>
                          <a:gd name="connsiteX2" fmla="*/ 59681 w 116721"/>
                          <a:gd name="connsiteY2" fmla="*/ 43906 h 43996"/>
                          <a:gd name="connsiteX3" fmla="*/ 103306 w 116721"/>
                          <a:gd name="connsiteY3" fmla="*/ 32572 h 43996"/>
                          <a:gd name="connsiteX4" fmla="*/ 115784 w 116721"/>
                          <a:gd name="connsiteY4" fmla="*/ 15712 h 43996"/>
                          <a:gd name="connsiteX5" fmla="*/ 100544 w 116721"/>
                          <a:gd name="connsiteY5" fmla="*/ 13141 h 43996"/>
                          <a:gd name="connsiteX6" fmla="*/ 59491 w 116721"/>
                          <a:gd name="connsiteY6" fmla="*/ 7235 h 43996"/>
                          <a:gd name="connsiteX7" fmla="*/ 18724 w 116721"/>
                          <a:gd name="connsiteY7" fmla="*/ 1520 h 43996"/>
                          <a:gd name="connsiteX8" fmla="*/ 1389 w 116721"/>
                          <a:gd name="connsiteY8" fmla="*/ 25142 h 439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6721" h="43996">
                            <a:moveTo>
                              <a:pt x="1389" y="25142"/>
                            </a:moveTo>
                            <a:cubicBezTo>
                              <a:pt x="4817" y="30953"/>
                              <a:pt x="7389" y="32572"/>
                              <a:pt x="14914" y="35239"/>
                            </a:cubicBezTo>
                            <a:cubicBezTo>
                              <a:pt x="29201" y="40478"/>
                              <a:pt x="41203" y="44668"/>
                              <a:pt x="59681" y="43906"/>
                            </a:cubicBezTo>
                            <a:cubicBezTo>
                              <a:pt x="75017" y="43240"/>
                              <a:pt x="91781" y="38858"/>
                              <a:pt x="103306" y="32572"/>
                            </a:cubicBezTo>
                            <a:cubicBezTo>
                              <a:pt x="111974" y="27904"/>
                              <a:pt x="119403" y="21046"/>
                              <a:pt x="115784" y="15712"/>
                            </a:cubicBezTo>
                            <a:cubicBezTo>
                              <a:pt x="113498" y="12379"/>
                              <a:pt x="106449" y="13617"/>
                              <a:pt x="100544" y="13141"/>
                            </a:cubicBezTo>
                            <a:cubicBezTo>
                              <a:pt x="86637" y="12093"/>
                              <a:pt x="73302" y="11521"/>
                              <a:pt x="59491" y="7235"/>
                            </a:cubicBezTo>
                            <a:cubicBezTo>
                              <a:pt x="47680" y="3521"/>
                              <a:pt x="34535" y="-2957"/>
                              <a:pt x="18724" y="1520"/>
                            </a:cubicBezTo>
                            <a:cubicBezTo>
                              <a:pt x="4532" y="5616"/>
                              <a:pt x="-3374" y="17046"/>
                              <a:pt x="1389" y="2514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36" name="Forme libre : forme 12635">
                        <a:extLst>
                          <a:ext uri="{FF2B5EF4-FFF2-40B4-BE49-F238E27FC236}">
                            <a16:creationId xmlns:a16="http://schemas.microsoft.com/office/drawing/2014/main" id="{51024004-C729-47B3-938E-673C6E1405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01583" y="2549283"/>
                        <a:ext cx="35589" cy="17143"/>
                      </a:xfrm>
                      <a:custGeom>
                        <a:avLst/>
                        <a:gdLst>
                          <a:gd name="connsiteX0" fmla="*/ 3104 w 35589"/>
                          <a:gd name="connsiteY0" fmla="*/ 12084 h 17143"/>
                          <a:gd name="connsiteX1" fmla="*/ 56 w 35589"/>
                          <a:gd name="connsiteY1" fmla="*/ 15228 h 17143"/>
                          <a:gd name="connsiteX2" fmla="*/ 3199 w 35589"/>
                          <a:gd name="connsiteY2" fmla="*/ 17133 h 17143"/>
                          <a:gd name="connsiteX3" fmla="*/ 9962 w 35589"/>
                          <a:gd name="connsiteY3" fmla="*/ 16085 h 17143"/>
                          <a:gd name="connsiteX4" fmla="*/ 26059 w 35589"/>
                          <a:gd name="connsiteY4" fmla="*/ 10941 h 17143"/>
                          <a:gd name="connsiteX5" fmla="*/ 31584 w 35589"/>
                          <a:gd name="connsiteY5" fmla="*/ 8274 h 17143"/>
                          <a:gd name="connsiteX6" fmla="*/ 26440 w 35589"/>
                          <a:gd name="connsiteY6" fmla="*/ 654 h 17143"/>
                          <a:gd name="connsiteX7" fmla="*/ 3104 w 35589"/>
                          <a:gd name="connsiteY7" fmla="*/ 12084 h 17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589" h="17143">
                            <a:moveTo>
                              <a:pt x="3104" y="12084"/>
                            </a:moveTo>
                            <a:cubicBezTo>
                              <a:pt x="1580" y="13132"/>
                              <a:pt x="437" y="13894"/>
                              <a:pt x="56" y="15228"/>
                            </a:cubicBezTo>
                            <a:cubicBezTo>
                              <a:pt x="-325" y="16466"/>
                              <a:pt x="1294" y="17037"/>
                              <a:pt x="3199" y="17133"/>
                            </a:cubicBezTo>
                            <a:cubicBezTo>
                              <a:pt x="5104" y="17228"/>
                              <a:pt x="7867" y="16657"/>
                              <a:pt x="9962" y="16085"/>
                            </a:cubicBezTo>
                            <a:cubicBezTo>
                              <a:pt x="15296" y="14656"/>
                              <a:pt x="21011" y="12942"/>
                              <a:pt x="26059" y="10941"/>
                            </a:cubicBezTo>
                            <a:cubicBezTo>
                              <a:pt x="28155" y="10084"/>
                              <a:pt x="30060" y="9417"/>
                              <a:pt x="31584" y="8274"/>
                            </a:cubicBezTo>
                            <a:cubicBezTo>
                              <a:pt x="38061" y="3607"/>
                              <a:pt x="36918" y="-1917"/>
                              <a:pt x="26440" y="654"/>
                            </a:cubicBezTo>
                            <a:cubicBezTo>
                              <a:pt x="18439" y="2559"/>
                              <a:pt x="9390" y="7798"/>
                              <a:pt x="3104" y="1208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37" name="Forme libre : forme 12636">
                        <a:extLst>
                          <a:ext uri="{FF2B5EF4-FFF2-40B4-BE49-F238E27FC236}">
                            <a16:creationId xmlns:a16="http://schemas.microsoft.com/office/drawing/2014/main" id="{0CFCB0DA-D231-43FE-ACD6-CCB575D087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7175" y="2550604"/>
                        <a:ext cx="49720" cy="40957"/>
                      </a:xfrm>
                      <a:custGeom>
                        <a:avLst/>
                        <a:gdLst>
                          <a:gd name="connsiteX0" fmla="*/ 49720 w 49720"/>
                          <a:gd name="connsiteY0" fmla="*/ 0 h 40957"/>
                          <a:gd name="connsiteX1" fmla="*/ 0 w 49720"/>
                          <a:gd name="connsiteY1" fmla="*/ 40957 h 40957"/>
                          <a:gd name="connsiteX2" fmla="*/ 49720 w 49720"/>
                          <a:gd name="connsiteY2" fmla="*/ 0 h 409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9720" h="40957">
                            <a:moveTo>
                              <a:pt x="49720" y="0"/>
                            </a:moveTo>
                            <a:cubicBezTo>
                              <a:pt x="45339" y="15716"/>
                              <a:pt x="17716" y="31623"/>
                              <a:pt x="0" y="40957"/>
                            </a:cubicBezTo>
                            <a:cubicBezTo>
                              <a:pt x="19240" y="30766"/>
                              <a:pt x="38005" y="13906"/>
                              <a:pt x="4972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38" name="Forme libre : forme 12637">
                        <a:extLst>
                          <a:ext uri="{FF2B5EF4-FFF2-40B4-BE49-F238E27FC236}">
                            <a16:creationId xmlns:a16="http://schemas.microsoft.com/office/drawing/2014/main" id="{F414794C-5900-44F0-8504-97117BDBAC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9634" y="2534983"/>
                        <a:ext cx="59245" cy="35337"/>
                      </a:xfrm>
                      <a:custGeom>
                        <a:avLst/>
                        <a:gdLst>
                          <a:gd name="connsiteX0" fmla="*/ 59245 w 59245"/>
                          <a:gd name="connsiteY0" fmla="*/ 0 h 35337"/>
                          <a:gd name="connsiteX1" fmla="*/ 0 w 59245"/>
                          <a:gd name="connsiteY1" fmla="*/ 35338 h 35337"/>
                          <a:gd name="connsiteX2" fmla="*/ 59245 w 59245"/>
                          <a:gd name="connsiteY2" fmla="*/ 0 h 353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9245" h="35337">
                            <a:moveTo>
                              <a:pt x="59245" y="0"/>
                            </a:moveTo>
                            <a:cubicBezTo>
                              <a:pt x="34766" y="6382"/>
                              <a:pt x="14764" y="20859"/>
                              <a:pt x="0" y="35338"/>
                            </a:cubicBezTo>
                            <a:cubicBezTo>
                              <a:pt x="13145" y="21145"/>
                              <a:pt x="39148" y="8667"/>
                              <a:pt x="5924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39" name="Forme libre : forme 12638">
                        <a:extLst>
                          <a:ext uri="{FF2B5EF4-FFF2-40B4-BE49-F238E27FC236}">
                            <a16:creationId xmlns:a16="http://schemas.microsoft.com/office/drawing/2014/main" id="{E5AA513C-84A5-46F3-A5D2-3D093F2865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58812" y="2551466"/>
                        <a:ext cx="33886" cy="8952"/>
                      </a:xfrm>
                      <a:custGeom>
                        <a:avLst/>
                        <a:gdLst>
                          <a:gd name="connsiteX0" fmla="*/ 33791 w 33886"/>
                          <a:gd name="connsiteY0" fmla="*/ 2853 h 8952"/>
                          <a:gd name="connsiteX1" fmla="*/ 14550 w 33886"/>
                          <a:gd name="connsiteY1" fmla="*/ 8663 h 8952"/>
                          <a:gd name="connsiteX2" fmla="*/ 168 w 33886"/>
                          <a:gd name="connsiteY2" fmla="*/ 5615 h 8952"/>
                          <a:gd name="connsiteX3" fmla="*/ 18360 w 33886"/>
                          <a:gd name="connsiteY3" fmla="*/ 377 h 8952"/>
                          <a:gd name="connsiteX4" fmla="*/ 33791 w 33886"/>
                          <a:gd name="connsiteY4" fmla="*/ 2853 h 89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886" h="8952">
                            <a:moveTo>
                              <a:pt x="33791" y="2853"/>
                            </a:moveTo>
                            <a:cubicBezTo>
                              <a:pt x="32362" y="6758"/>
                              <a:pt x="18741" y="8282"/>
                              <a:pt x="14550" y="8663"/>
                            </a:cubicBezTo>
                            <a:cubicBezTo>
                              <a:pt x="10359" y="9045"/>
                              <a:pt x="-1547" y="9711"/>
                              <a:pt x="168" y="5615"/>
                            </a:cubicBezTo>
                            <a:cubicBezTo>
                              <a:pt x="1882" y="1520"/>
                              <a:pt x="14360" y="758"/>
                              <a:pt x="18360" y="377"/>
                            </a:cubicBezTo>
                            <a:cubicBezTo>
                              <a:pt x="22170" y="91"/>
                              <a:pt x="35124" y="-1052"/>
                              <a:pt x="33791" y="285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40" name="Forme libre : forme 12639">
                        <a:extLst>
                          <a:ext uri="{FF2B5EF4-FFF2-40B4-BE49-F238E27FC236}">
                            <a16:creationId xmlns:a16="http://schemas.microsoft.com/office/drawing/2014/main" id="{A278B06F-DCF6-4271-AE2B-48E1DAED32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8052" y="2551473"/>
                        <a:ext cx="9598" cy="3822"/>
                      </a:xfrm>
                      <a:custGeom>
                        <a:avLst/>
                        <a:gdLst>
                          <a:gd name="connsiteX0" fmla="*/ 9504 w 9598"/>
                          <a:gd name="connsiteY0" fmla="*/ 846 h 3822"/>
                          <a:gd name="connsiteX1" fmla="*/ 5504 w 9598"/>
                          <a:gd name="connsiteY1" fmla="*/ 3418 h 3822"/>
                          <a:gd name="connsiteX2" fmla="*/ 74 w 9598"/>
                          <a:gd name="connsiteY2" fmla="*/ 2941 h 3822"/>
                          <a:gd name="connsiteX3" fmla="*/ 3884 w 9598"/>
                          <a:gd name="connsiteY3" fmla="*/ 370 h 3822"/>
                          <a:gd name="connsiteX4" fmla="*/ 9504 w 9598"/>
                          <a:gd name="connsiteY4" fmla="*/ 846 h 38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98" h="3822">
                            <a:moveTo>
                              <a:pt x="9504" y="846"/>
                            </a:moveTo>
                            <a:cubicBezTo>
                              <a:pt x="10171" y="2084"/>
                              <a:pt x="7123" y="3132"/>
                              <a:pt x="5504" y="3418"/>
                            </a:cubicBezTo>
                            <a:cubicBezTo>
                              <a:pt x="3884" y="3798"/>
                              <a:pt x="646" y="4275"/>
                              <a:pt x="74" y="2941"/>
                            </a:cubicBezTo>
                            <a:cubicBezTo>
                              <a:pt x="-497" y="1608"/>
                              <a:pt x="2360" y="751"/>
                              <a:pt x="3884" y="370"/>
                            </a:cubicBezTo>
                            <a:cubicBezTo>
                              <a:pt x="5504" y="84"/>
                              <a:pt x="8837" y="-488"/>
                              <a:pt x="9504" y="84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41" name="Forme libre : forme 12640">
                        <a:extLst>
                          <a:ext uri="{FF2B5EF4-FFF2-40B4-BE49-F238E27FC236}">
                            <a16:creationId xmlns:a16="http://schemas.microsoft.com/office/drawing/2014/main" id="{08402A4B-C50D-4E06-86DF-79314B8A58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54457" y="2526353"/>
                        <a:ext cx="87119" cy="23964"/>
                      </a:xfrm>
                      <a:custGeom>
                        <a:avLst/>
                        <a:gdLst>
                          <a:gd name="connsiteX0" fmla="*/ 62816 w 87119"/>
                          <a:gd name="connsiteY0" fmla="*/ 6820 h 23964"/>
                          <a:gd name="connsiteX1" fmla="*/ 86152 w 87119"/>
                          <a:gd name="connsiteY1" fmla="*/ 16536 h 23964"/>
                          <a:gd name="connsiteX2" fmla="*/ 81770 w 87119"/>
                          <a:gd name="connsiteY2" fmla="*/ 23489 h 23964"/>
                          <a:gd name="connsiteX3" fmla="*/ 71198 w 87119"/>
                          <a:gd name="connsiteY3" fmla="*/ 22441 h 23964"/>
                          <a:gd name="connsiteX4" fmla="*/ 39289 w 87119"/>
                          <a:gd name="connsiteY4" fmla="*/ 16250 h 23964"/>
                          <a:gd name="connsiteX5" fmla="*/ 427 w 87119"/>
                          <a:gd name="connsiteY5" fmla="*/ 9582 h 23964"/>
                          <a:gd name="connsiteX6" fmla="*/ 41765 w 87119"/>
                          <a:gd name="connsiteY6" fmla="*/ 248 h 23964"/>
                          <a:gd name="connsiteX7" fmla="*/ 62816 w 87119"/>
                          <a:gd name="connsiteY7" fmla="*/ 6820 h 239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7119" h="23964">
                            <a:moveTo>
                              <a:pt x="62816" y="6820"/>
                            </a:moveTo>
                            <a:cubicBezTo>
                              <a:pt x="72436" y="9392"/>
                              <a:pt x="79485" y="11202"/>
                              <a:pt x="86152" y="16536"/>
                            </a:cubicBezTo>
                            <a:cubicBezTo>
                              <a:pt x="88628" y="18536"/>
                              <a:pt x="86057" y="22346"/>
                              <a:pt x="81770" y="23489"/>
                            </a:cubicBezTo>
                            <a:cubicBezTo>
                              <a:pt x="77484" y="24632"/>
                              <a:pt x="74436" y="23489"/>
                              <a:pt x="71198" y="22441"/>
                            </a:cubicBezTo>
                            <a:cubicBezTo>
                              <a:pt x="61101" y="19203"/>
                              <a:pt x="50719" y="17678"/>
                              <a:pt x="39289" y="16250"/>
                            </a:cubicBezTo>
                            <a:cubicBezTo>
                              <a:pt x="32145" y="15488"/>
                              <a:pt x="-4335" y="18441"/>
                              <a:pt x="427" y="9582"/>
                            </a:cubicBezTo>
                            <a:cubicBezTo>
                              <a:pt x="5190" y="819"/>
                              <a:pt x="32336" y="-705"/>
                              <a:pt x="41765" y="248"/>
                            </a:cubicBezTo>
                            <a:cubicBezTo>
                              <a:pt x="51100" y="1391"/>
                              <a:pt x="55577" y="4915"/>
                              <a:pt x="62816" y="682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67" name="Graphique 1">
                    <a:extLst>
                      <a:ext uri="{FF2B5EF4-FFF2-40B4-BE49-F238E27FC236}">
                        <a16:creationId xmlns:a16="http://schemas.microsoft.com/office/drawing/2014/main" id="{D98E6D94-C715-44F3-8FAB-2191001654AC}"/>
                      </a:ext>
                    </a:extLst>
                  </p:cNvPr>
                  <p:cNvGrpSpPr/>
                  <p:nvPr/>
                </p:nvGrpSpPr>
                <p:grpSpPr>
                  <a:xfrm>
                    <a:off x="3320128" y="2592187"/>
                    <a:ext cx="415523" cy="98924"/>
                    <a:chOff x="3320128" y="2592187"/>
                    <a:chExt cx="415523" cy="98924"/>
                  </a:xfrm>
                  <a:solidFill>
                    <a:schemeClr val="accent1"/>
                  </a:solidFill>
                </p:grpSpPr>
                <p:grpSp>
                  <p:nvGrpSpPr>
                    <p:cNvPr id="12596" name="Graphique 1">
                      <a:extLst>
                        <a:ext uri="{FF2B5EF4-FFF2-40B4-BE49-F238E27FC236}">
                          <a16:creationId xmlns:a16="http://schemas.microsoft.com/office/drawing/2014/main" id="{28101ED2-DAA6-4806-A4F3-C67694F403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20128" y="2592187"/>
                      <a:ext cx="208015" cy="82339"/>
                      <a:chOff x="3320128" y="2592187"/>
                      <a:chExt cx="208015" cy="82339"/>
                    </a:xfrm>
                    <a:solidFill>
                      <a:schemeClr val="accent1"/>
                    </a:solidFill>
                  </p:grpSpPr>
                  <p:sp>
                    <p:nvSpPr>
                      <p:cNvPr id="12610" name="Forme libre : forme 12609">
                        <a:extLst>
                          <a:ext uri="{FF2B5EF4-FFF2-40B4-BE49-F238E27FC236}">
                            <a16:creationId xmlns:a16="http://schemas.microsoft.com/office/drawing/2014/main" id="{0C473F86-9B0C-431E-9849-DC2B84DF03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20214" y="2592187"/>
                        <a:ext cx="207928" cy="82339"/>
                      </a:xfrm>
                      <a:custGeom>
                        <a:avLst/>
                        <a:gdLst>
                          <a:gd name="connsiteX0" fmla="*/ 137555 w 207928"/>
                          <a:gd name="connsiteY0" fmla="*/ 82338 h 82339"/>
                          <a:gd name="connsiteX1" fmla="*/ 64022 w 207928"/>
                          <a:gd name="connsiteY1" fmla="*/ 75099 h 82339"/>
                          <a:gd name="connsiteX2" fmla="*/ 23826 w 207928"/>
                          <a:gd name="connsiteY2" fmla="*/ 57954 h 82339"/>
                          <a:gd name="connsiteX3" fmla="*/ 871 w 207928"/>
                          <a:gd name="connsiteY3" fmla="*/ 28331 h 82339"/>
                          <a:gd name="connsiteX4" fmla="*/ 3538 w 207928"/>
                          <a:gd name="connsiteY4" fmla="*/ 16710 h 82339"/>
                          <a:gd name="connsiteX5" fmla="*/ 8110 w 207928"/>
                          <a:gd name="connsiteY5" fmla="*/ 12996 h 82339"/>
                          <a:gd name="connsiteX6" fmla="*/ 12587 w 207928"/>
                          <a:gd name="connsiteY6" fmla="*/ 10233 h 82339"/>
                          <a:gd name="connsiteX7" fmla="*/ 77071 w 207928"/>
                          <a:gd name="connsiteY7" fmla="*/ 804 h 82339"/>
                          <a:gd name="connsiteX8" fmla="*/ 139555 w 207928"/>
                          <a:gd name="connsiteY8" fmla="*/ 7090 h 82339"/>
                          <a:gd name="connsiteX9" fmla="*/ 159939 w 207928"/>
                          <a:gd name="connsiteY9" fmla="*/ 10995 h 82339"/>
                          <a:gd name="connsiteX10" fmla="*/ 177750 w 207928"/>
                          <a:gd name="connsiteY10" fmla="*/ 18139 h 82339"/>
                          <a:gd name="connsiteX11" fmla="*/ 203658 w 207928"/>
                          <a:gd name="connsiteY11" fmla="*/ 40047 h 82339"/>
                          <a:gd name="connsiteX12" fmla="*/ 203754 w 207928"/>
                          <a:gd name="connsiteY12" fmla="*/ 61192 h 82339"/>
                          <a:gd name="connsiteX13" fmla="*/ 175560 w 207928"/>
                          <a:gd name="connsiteY13" fmla="*/ 76623 h 82339"/>
                          <a:gd name="connsiteX14" fmla="*/ 137555 w 207928"/>
                          <a:gd name="connsiteY14" fmla="*/ 82338 h 82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07928" h="82339">
                            <a:moveTo>
                              <a:pt x="137555" y="82338"/>
                            </a:moveTo>
                            <a:cubicBezTo>
                              <a:pt x="120315" y="82433"/>
                              <a:pt x="82405" y="79099"/>
                              <a:pt x="64022" y="75099"/>
                            </a:cubicBezTo>
                            <a:cubicBezTo>
                              <a:pt x="46877" y="71670"/>
                              <a:pt x="33923" y="65669"/>
                              <a:pt x="23826" y="57954"/>
                            </a:cubicBezTo>
                            <a:cubicBezTo>
                              <a:pt x="13730" y="50048"/>
                              <a:pt x="6205" y="40713"/>
                              <a:pt x="871" y="28331"/>
                            </a:cubicBezTo>
                            <a:cubicBezTo>
                              <a:pt x="-1224" y="23854"/>
                              <a:pt x="776" y="19663"/>
                              <a:pt x="3538" y="16710"/>
                            </a:cubicBezTo>
                            <a:cubicBezTo>
                              <a:pt x="4872" y="15186"/>
                              <a:pt x="6586" y="14043"/>
                              <a:pt x="8110" y="12996"/>
                            </a:cubicBezTo>
                            <a:cubicBezTo>
                              <a:pt x="9539" y="11853"/>
                              <a:pt x="10968" y="10805"/>
                              <a:pt x="12587" y="10233"/>
                            </a:cubicBezTo>
                            <a:cubicBezTo>
                              <a:pt x="30970" y="3090"/>
                              <a:pt x="48782" y="-2054"/>
                              <a:pt x="77071" y="804"/>
                            </a:cubicBezTo>
                            <a:cubicBezTo>
                              <a:pt x="92692" y="2328"/>
                              <a:pt x="123553" y="5471"/>
                              <a:pt x="139555" y="7090"/>
                            </a:cubicBezTo>
                            <a:cubicBezTo>
                              <a:pt x="147175" y="7852"/>
                              <a:pt x="153557" y="9185"/>
                              <a:pt x="159939" y="10995"/>
                            </a:cubicBezTo>
                            <a:cubicBezTo>
                              <a:pt x="166701" y="12805"/>
                              <a:pt x="172512" y="15282"/>
                              <a:pt x="177750" y="18139"/>
                            </a:cubicBezTo>
                            <a:cubicBezTo>
                              <a:pt x="188228" y="23949"/>
                              <a:pt x="196038" y="31474"/>
                              <a:pt x="203658" y="40047"/>
                            </a:cubicBezTo>
                            <a:cubicBezTo>
                              <a:pt x="208897" y="45952"/>
                              <a:pt x="209754" y="56620"/>
                              <a:pt x="203754" y="61192"/>
                            </a:cubicBezTo>
                            <a:cubicBezTo>
                              <a:pt x="195086" y="67859"/>
                              <a:pt x="185942" y="73003"/>
                              <a:pt x="175560" y="76623"/>
                            </a:cubicBezTo>
                            <a:cubicBezTo>
                              <a:pt x="164987" y="79956"/>
                              <a:pt x="154414" y="82338"/>
                              <a:pt x="137555" y="8233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11" name="Forme libre : forme 12610">
                        <a:extLst>
                          <a:ext uri="{FF2B5EF4-FFF2-40B4-BE49-F238E27FC236}">
                            <a16:creationId xmlns:a16="http://schemas.microsoft.com/office/drawing/2014/main" id="{36ABF207-4DCE-467A-9D6B-1CB746A2CC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20128" y="2610516"/>
                        <a:ext cx="203840" cy="64008"/>
                      </a:xfrm>
                      <a:custGeom>
                        <a:avLst/>
                        <a:gdLst>
                          <a:gd name="connsiteX0" fmla="*/ 79063 w 203840"/>
                          <a:gd name="connsiteY0" fmla="*/ 31528 h 64008"/>
                          <a:gd name="connsiteX1" fmla="*/ 35629 w 203840"/>
                          <a:gd name="connsiteY1" fmla="*/ 23431 h 64008"/>
                          <a:gd name="connsiteX2" fmla="*/ 16198 w 203840"/>
                          <a:gd name="connsiteY2" fmla="*/ 14288 h 64008"/>
                          <a:gd name="connsiteX3" fmla="*/ 2196 w 203840"/>
                          <a:gd name="connsiteY3" fmla="*/ 0 h 64008"/>
                          <a:gd name="connsiteX4" fmla="*/ 863 w 203840"/>
                          <a:gd name="connsiteY4" fmla="*/ 9811 h 64008"/>
                          <a:gd name="connsiteX5" fmla="*/ 7149 w 203840"/>
                          <a:gd name="connsiteY5" fmla="*/ 21622 h 64008"/>
                          <a:gd name="connsiteX6" fmla="*/ 35438 w 203840"/>
                          <a:gd name="connsiteY6" fmla="*/ 46863 h 64008"/>
                          <a:gd name="connsiteX7" fmla="*/ 63918 w 203840"/>
                          <a:gd name="connsiteY7" fmla="*/ 56674 h 64008"/>
                          <a:gd name="connsiteX8" fmla="*/ 75825 w 203840"/>
                          <a:gd name="connsiteY8" fmla="*/ 58769 h 64008"/>
                          <a:gd name="connsiteX9" fmla="*/ 132022 w 203840"/>
                          <a:gd name="connsiteY9" fmla="*/ 63913 h 64008"/>
                          <a:gd name="connsiteX10" fmla="*/ 137356 w 203840"/>
                          <a:gd name="connsiteY10" fmla="*/ 64008 h 64008"/>
                          <a:gd name="connsiteX11" fmla="*/ 153453 w 203840"/>
                          <a:gd name="connsiteY11" fmla="*/ 63151 h 64008"/>
                          <a:gd name="connsiteX12" fmla="*/ 166026 w 203840"/>
                          <a:gd name="connsiteY12" fmla="*/ 60770 h 64008"/>
                          <a:gd name="connsiteX13" fmla="*/ 195173 w 203840"/>
                          <a:gd name="connsiteY13" fmla="*/ 48482 h 64008"/>
                          <a:gd name="connsiteX14" fmla="*/ 203555 w 203840"/>
                          <a:gd name="connsiteY14" fmla="*/ 42672 h 64008"/>
                          <a:gd name="connsiteX15" fmla="*/ 203841 w 203840"/>
                          <a:gd name="connsiteY15" fmla="*/ 42386 h 64008"/>
                          <a:gd name="connsiteX16" fmla="*/ 173075 w 203840"/>
                          <a:gd name="connsiteY16" fmla="*/ 38290 h 64008"/>
                          <a:gd name="connsiteX17" fmla="*/ 141833 w 203840"/>
                          <a:gd name="connsiteY17" fmla="*/ 36004 h 64008"/>
                          <a:gd name="connsiteX18" fmla="*/ 79063 w 203840"/>
                          <a:gd name="connsiteY18" fmla="*/ 31528 h 64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03840" h="64008">
                            <a:moveTo>
                              <a:pt x="79063" y="31528"/>
                            </a:moveTo>
                            <a:cubicBezTo>
                              <a:pt x="64585" y="30385"/>
                              <a:pt x="49536" y="28194"/>
                              <a:pt x="35629" y="23431"/>
                            </a:cubicBezTo>
                            <a:cubicBezTo>
                              <a:pt x="28676" y="21050"/>
                              <a:pt x="22103" y="18097"/>
                              <a:pt x="16198" y="14288"/>
                            </a:cubicBezTo>
                            <a:cubicBezTo>
                              <a:pt x="10483" y="10478"/>
                              <a:pt x="4863" y="5905"/>
                              <a:pt x="2196" y="0"/>
                            </a:cubicBezTo>
                            <a:cubicBezTo>
                              <a:pt x="196" y="2667"/>
                              <a:pt x="-852" y="6191"/>
                              <a:pt x="863" y="9811"/>
                            </a:cubicBezTo>
                            <a:cubicBezTo>
                              <a:pt x="2672" y="14192"/>
                              <a:pt x="4768" y="17907"/>
                              <a:pt x="7149" y="21622"/>
                            </a:cubicBezTo>
                            <a:cubicBezTo>
                              <a:pt x="14198" y="32004"/>
                              <a:pt x="23151" y="40386"/>
                              <a:pt x="35438" y="46863"/>
                            </a:cubicBezTo>
                            <a:cubicBezTo>
                              <a:pt x="43439" y="51054"/>
                              <a:pt x="52774" y="54292"/>
                              <a:pt x="63918" y="56674"/>
                            </a:cubicBezTo>
                            <a:cubicBezTo>
                              <a:pt x="67347" y="57436"/>
                              <a:pt x="71348" y="58103"/>
                              <a:pt x="75825" y="58769"/>
                            </a:cubicBezTo>
                            <a:cubicBezTo>
                              <a:pt x="93351" y="61531"/>
                              <a:pt x="116972" y="63437"/>
                              <a:pt x="132022" y="63913"/>
                            </a:cubicBezTo>
                            <a:cubicBezTo>
                              <a:pt x="133927" y="63913"/>
                              <a:pt x="135737" y="63913"/>
                              <a:pt x="137356" y="64008"/>
                            </a:cubicBezTo>
                            <a:cubicBezTo>
                              <a:pt x="143071" y="64008"/>
                              <a:pt x="148405" y="63722"/>
                              <a:pt x="153453" y="63151"/>
                            </a:cubicBezTo>
                            <a:cubicBezTo>
                              <a:pt x="157930" y="62579"/>
                              <a:pt x="162026" y="61722"/>
                              <a:pt x="166026" y="60770"/>
                            </a:cubicBezTo>
                            <a:cubicBezTo>
                              <a:pt x="176885" y="58007"/>
                              <a:pt x="186314" y="53816"/>
                              <a:pt x="195173" y="48482"/>
                            </a:cubicBezTo>
                            <a:cubicBezTo>
                              <a:pt x="198030" y="46672"/>
                              <a:pt x="200793" y="44767"/>
                              <a:pt x="203555" y="42672"/>
                            </a:cubicBezTo>
                            <a:lnTo>
                              <a:pt x="203841" y="42386"/>
                            </a:lnTo>
                            <a:cubicBezTo>
                              <a:pt x="193649" y="40862"/>
                              <a:pt x="183362" y="39338"/>
                              <a:pt x="173075" y="38290"/>
                            </a:cubicBezTo>
                            <a:cubicBezTo>
                              <a:pt x="162883" y="37243"/>
                              <a:pt x="152596" y="36671"/>
                              <a:pt x="141833" y="36004"/>
                            </a:cubicBezTo>
                            <a:cubicBezTo>
                              <a:pt x="120878" y="34671"/>
                              <a:pt x="99827" y="33147"/>
                              <a:pt x="79063" y="3152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12" name="Forme libre : forme 12611">
                        <a:extLst>
                          <a:ext uri="{FF2B5EF4-FFF2-40B4-BE49-F238E27FC236}">
                            <a16:creationId xmlns:a16="http://schemas.microsoft.com/office/drawing/2014/main" id="{46D1B6F3-9E33-4841-8F07-FC844AFB8D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1722" y="2623354"/>
                        <a:ext cx="96528" cy="26608"/>
                      </a:xfrm>
                      <a:custGeom>
                        <a:avLst/>
                        <a:gdLst>
                          <a:gd name="connsiteX0" fmla="*/ 96527 w 96528"/>
                          <a:gd name="connsiteY0" fmla="*/ 17071 h 26608"/>
                          <a:gd name="connsiteX1" fmla="*/ 75762 w 96528"/>
                          <a:gd name="connsiteY1" fmla="*/ 25739 h 26608"/>
                          <a:gd name="connsiteX2" fmla="*/ 45187 w 96528"/>
                          <a:gd name="connsiteY2" fmla="*/ 26120 h 26608"/>
                          <a:gd name="connsiteX3" fmla="*/ 39 w 96528"/>
                          <a:gd name="connsiteY3" fmla="*/ 7641 h 26608"/>
                          <a:gd name="connsiteX4" fmla="*/ 46997 w 96528"/>
                          <a:gd name="connsiteY4" fmla="*/ 1355 h 26608"/>
                          <a:gd name="connsiteX5" fmla="*/ 96527 w 96528"/>
                          <a:gd name="connsiteY5" fmla="*/ 17071 h 26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6528" h="26608">
                            <a:moveTo>
                              <a:pt x="96527" y="17071"/>
                            </a:moveTo>
                            <a:cubicBezTo>
                              <a:pt x="96146" y="22119"/>
                              <a:pt x="87097" y="24501"/>
                              <a:pt x="75762" y="25739"/>
                            </a:cubicBezTo>
                            <a:cubicBezTo>
                              <a:pt x="64523" y="26977"/>
                              <a:pt x="51664" y="26691"/>
                              <a:pt x="45187" y="26120"/>
                            </a:cubicBezTo>
                            <a:cubicBezTo>
                              <a:pt x="32233" y="25453"/>
                              <a:pt x="-1295" y="18786"/>
                              <a:pt x="39" y="7641"/>
                            </a:cubicBezTo>
                            <a:cubicBezTo>
                              <a:pt x="1277" y="-3122"/>
                              <a:pt x="35091" y="307"/>
                              <a:pt x="46997" y="1355"/>
                            </a:cubicBezTo>
                            <a:cubicBezTo>
                              <a:pt x="58522" y="3069"/>
                              <a:pt x="96813" y="6689"/>
                              <a:pt x="96527" y="170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13" name="Forme libre : forme 12612">
                        <a:extLst>
                          <a:ext uri="{FF2B5EF4-FFF2-40B4-BE49-F238E27FC236}">
                            <a16:creationId xmlns:a16="http://schemas.microsoft.com/office/drawing/2014/main" id="{B7420CAC-13DA-4A50-99A7-38DE4540C0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1125" y="2623851"/>
                        <a:ext cx="67215" cy="26111"/>
                      </a:xfrm>
                      <a:custGeom>
                        <a:avLst/>
                        <a:gdLst>
                          <a:gd name="connsiteX0" fmla="*/ 21877 w 67215"/>
                          <a:gd name="connsiteY0" fmla="*/ 0 h 26111"/>
                          <a:gd name="connsiteX1" fmla="*/ 65 w 67215"/>
                          <a:gd name="connsiteY1" fmla="*/ 7239 h 26111"/>
                          <a:gd name="connsiteX2" fmla="*/ 46261 w 67215"/>
                          <a:gd name="connsiteY2" fmla="*/ 25813 h 26111"/>
                          <a:gd name="connsiteX3" fmla="*/ 67216 w 67215"/>
                          <a:gd name="connsiteY3" fmla="*/ 25622 h 26111"/>
                          <a:gd name="connsiteX4" fmla="*/ 56167 w 67215"/>
                          <a:gd name="connsiteY4" fmla="*/ 24194 h 26111"/>
                          <a:gd name="connsiteX5" fmla="*/ 21877 w 67215"/>
                          <a:gd name="connsiteY5" fmla="*/ 0 h 261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7215" h="26111">
                            <a:moveTo>
                              <a:pt x="21877" y="0"/>
                            </a:moveTo>
                            <a:cubicBezTo>
                              <a:pt x="15686" y="1238"/>
                              <a:pt x="-1174" y="190"/>
                              <a:pt x="65" y="7239"/>
                            </a:cubicBezTo>
                            <a:cubicBezTo>
                              <a:pt x="1970" y="18764"/>
                              <a:pt x="29973" y="24574"/>
                              <a:pt x="46261" y="25813"/>
                            </a:cubicBezTo>
                            <a:cubicBezTo>
                              <a:pt x="51023" y="26194"/>
                              <a:pt x="61787" y="26289"/>
                              <a:pt x="67216" y="25622"/>
                            </a:cubicBezTo>
                            <a:cubicBezTo>
                              <a:pt x="64168" y="25337"/>
                              <a:pt x="58929" y="25051"/>
                              <a:pt x="56167" y="24194"/>
                            </a:cubicBezTo>
                            <a:cubicBezTo>
                              <a:pt x="40070" y="19526"/>
                              <a:pt x="21401" y="12002"/>
                              <a:pt x="21877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14" name="Forme libre : forme 12613">
                        <a:extLst>
                          <a:ext uri="{FF2B5EF4-FFF2-40B4-BE49-F238E27FC236}">
                            <a16:creationId xmlns:a16="http://schemas.microsoft.com/office/drawing/2014/main" id="{61053F73-E132-4114-83B5-179B642D4B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6328" y="2626895"/>
                        <a:ext cx="97135" cy="26272"/>
                      </a:xfrm>
                      <a:custGeom>
                        <a:avLst/>
                        <a:gdLst>
                          <a:gd name="connsiteX0" fmla="*/ 96875 w 97135"/>
                          <a:gd name="connsiteY0" fmla="*/ 16578 h 26272"/>
                          <a:gd name="connsiteX1" fmla="*/ 75062 w 97135"/>
                          <a:gd name="connsiteY1" fmla="*/ 25150 h 26272"/>
                          <a:gd name="connsiteX2" fmla="*/ 44963 w 97135"/>
                          <a:gd name="connsiteY2" fmla="*/ 26007 h 26272"/>
                          <a:gd name="connsiteX3" fmla="*/ 5 w 97135"/>
                          <a:gd name="connsiteY3" fmla="*/ 7719 h 26272"/>
                          <a:gd name="connsiteX4" fmla="*/ 46868 w 97135"/>
                          <a:gd name="connsiteY4" fmla="*/ 1242 h 26272"/>
                          <a:gd name="connsiteX5" fmla="*/ 77349 w 97135"/>
                          <a:gd name="connsiteY5" fmla="*/ 5433 h 26272"/>
                          <a:gd name="connsiteX6" fmla="*/ 96875 w 97135"/>
                          <a:gd name="connsiteY6" fmla="*/ 16578 h 262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7135" h="26272">
                            <a:moveTo>
                              <a:pt x="96875" y="16578"/>
                            </a:moveTo>
                            <a:cubicBezTo>
                              <a:pt x="94875" y="21530"/>
                              <a:pt x="85730" y="23817"/>
                              <a:pt x="75062" y="25150"/>
                            </a:cubicBezTo>
                            <a:cubicBezTo>
                              <a:pt x="64204" y="26388"/>
                              <a:pt x="51917" y="26484"/>
                              <a:pt x="44963" y="26007"/>
                            </a:cubicBezTo>
                            <a:cubicBezTo>
                              <a:pt x="30962" y="25626"/>
                              <a:pt x="-471" y="19054"/>
                              <a:pt x="5" y="7719"/>
                            </a:cubicBezTo>
                            <a:cubicBezTo>
                              <a:pt x="386" y="-3425"/>
                              <a:pt x="35819" y="576"/>
                              <a:pt x="46868" y="1242"/>
                            </a:cubicBezTo>
                            <a:cubicBezTo>
                              <a:pt x="52393" y="1814"/>
                              <a:pt x="65728" y="3052"/>
                              <a:pt x="77349" y="5433"/>
                            </a:cubicBezTo>
                            <a:cubicBezTo>
                              <a:pt x="89064" y="7719"/>
                              <a:pt x="98875" y="11625"/>
                              <a:pt x="96875" y="1657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15" name="Forme libre : forme 12614">
                        <a:extLst>
                          <a:ext uri="{FF2B5EF4-FFF2-40B4-BE49-F238E27FC236}">
                            <a16:creationId xmlns:a16="http://schemas.microsoft.com/office/drawing/2014/main" id="{69C7320A-B36F-46FA-8E51-C962610692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7245" y="2607851"/>
                        <a:ext cx="118268" cy="57984"/>
                      </a:xfrm>
                      <a:custGeom>
                        <a:avLst/>
                        <a:gdLst>
                          <a:gd name="connsiteX0" fmla="*/ 35 w 118268"/>
                          <a:gd name="connsiteY0" fmla="*/ 14952 h 57984"/>
                          <a:gd name="connsiteX1" fmla="*/ 9179 w 118268"/>
                          <a:gd name="connsiteY1" fmla="*/ 29907 h 57984"/>
                          <a:gd name="connsiteX2" fmla="*/ 51946 w 118268"/>
                          <a:gd name="connsiteY2" fmla="*/ 54005 h 57984"/>
                          <a:gd name="connsiteX3" fmla="*/ 100333 w 118268"/>
                          <a:gd name="connsiteY3" fmla="*/ 56481 h 57984"/>
                          <a:gd name="connsiteX4" fmla="*/ 117954 w 118268"/>
                          <a:gd name="connsiteY4" fmla="*/ 43813 h 57984"/>
                          <a:gd name="connsiteX5" fmla="*/ 103191 w 118268"/>
                          <a:gd name="connsiteY5" fmla="*/ 37146 h 57984"/>
                          <a:gd name="connsiteX6" fmla="*/ 63567 w 118268"/>
                          <a:gd name="connsiteY6" fmla="*/ 19239 h 57984"/>
                          <a:gd name="connsiteX7" fmla="*/ 25752 w 118268"/>
                          <a:gd name="connsiteY7" fmla="*/ 189 h 57984"/>
                          <a:gd name="connsiteX8" fmla="*/ 35 w 118268"/>
                          <a:gd name="connsiteY8" fmla="*/ 14952 h 579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8268" h="57984">
                            <a:moveTo>
                              <a:pt x="35" y="14952"/>
                            </a:moveTo>
                            <a:cubicBezTo>
                              <a:pt x="797" y="21620"/>
                              <a:pt x="2702" y="24287"/>
                              <a:pt x="9179" y="29907"/>
                            </a:cubicBezTo>
                            <a:cubicBezTo>
                              <a:pt x="21657" y="40479"/>
                              <a:pt x="32705" y="48766"/>
                              <a:pt x="51946" y="54005"/>
                            </a:cubicBezTo>
                            <a:cubicBezTo>
                              <a:pt x="68043" y="58387"/>
                              <a:pt x="86522" y="59053"/>
                              <a:pt x="100333" y="56481"/>
                            </a:cubicBezTo>
                            <a:cubicBezTo>
                              <a:pt x="110525" y="54481"/>
                              <a:pt x="120145" y="50004"/>
                              <a:pt x="117954" y="43813"/>
                            </a:cubicBezTo>
                            <a:cubicBezTo>
                              <a:pt x="116621" y="40003"/>
                              <a:pt x="109096" y="39241"/>
                              <a:pt x="103191" y="37146"/>
                            </a:cubicBezTo>
                            <a:cubicBezTo>
                              <a:pt x="89379" y="32097"/>
                              <a:pt x="76139" y="27621"/>
                              <a:pt x="63567" y="19239"/>
                            </a:cubicBezTo>
                            <a:cubicBezTo>
                              <a:pt x="52899" y="12000"/>
                              <a:pt x="42135" y="1713"/>
                              <a:pt x="25752" y="189"/>
                            </a:cubicBezTo>
                            <a:cubicBezTo>
                              <a:pt x="11179" y="-1240"/>
                              <a:pt x="-727" y="5618"/>
                              <a:pt x="35" y="1495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16" name="Forme libre : forme 12615">
                        <a:extLst>
                          <a:ext uri="{FF2B5EF4-FFF2-40B4-BE49-F238E27FC236}">
                            <a16:creationId xmlns:a16="http://schemas.microsoft.com/office/drawing/2014/main" id="{5354D1B4-A5A7-4E45-BE38-B86EA59986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72293" y="2612341"/>
                        <a:ext cx="39278" cy="9840"/>
                      </a:xfrm>
                      <a:custGeom>
                        <a:avLst/>
                        <a:gdLst>
                          <a:gd name="connsiteX0" fmla="*/ 4228 w 39278"/>
                          <a:gd name="connsiteY0" fmla="*/ 3129 h 9840"/>
                          <a:gd name="connsiteX1" fmla="*/ 228 w 39278"/>
                          <a:gd name="connsiteY1" fmla="*/ 4938 h 9840"/>
                          <a:gd name="connsiteX2" fmla="*/ 2609 w 39278"/>
                          <a:gd name="connsiteY2" fmla="*/ 7796 h 9840"/>
                          <a:gd name="connsiteX3" fmla="*/ 9562 w 39278"/>
                          <a:gd name="connsiteY3" fmla="*/ 9225 h 9840"/>
                          <a:gd name="connsiteX4" fmla="*/ 27088 w 39278"/>
                          <a:gd name="connsiteY4" fmla="*/ 9701 h 9840"/>
                          <a:gd name="connsiteX5" fmla="*/ 33470 w 39278"/>
                          <a:gd name="connsiteY5" fmla="*/ 8939 h 9840"/>
                          <a:gd name="connsiteX6" fmla="*/ 30898 w 39278"/>
                          <a:gd name="connsiteY6" fmla="*/ 81 h 9840"/>
                          <a:gd name="connsiteX7" fmla="*/ 4228 w 39278"/>
                          <a:gd name="connsiteY7" fmla="*/ 3129 h 98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278" h="9840">
                            <a:moveTo>
                              <a:pt x="4228" y="3129"/>
                            </a:moveTo>
                            <a:cubicBezTo>
                              <a:pt x="2323" y="3605"/>
                              <a:pt x="990" y="3891"/>
                              <a:pt x="228" y="4938"/>
                            </a:cubicBezTo>
                            <a:cubicBezTo>
                              <a:pt x="-534" y="5986"/>
                              <a:pt x="704" y="7129"/>
                              <a:pt x="2609" y="7796"/>
                            </a:cubicBezTo>
                            <a:cubicBezTo>
                              <a:pt x="4419" y="8558"/>
                              <a:pt x="7372" y="9034"/>
                              <a:pt x="9562" y="9225"/>
                            </a:cubicBezTo>
                            <a:cubicBezTo>
                              <a:pt x="15373" y="9606"/>
                              <a:pt x="21469" y="10082"/>
                              <a:pt x="27088" y="9701"/>
                            </a:cubicBezTo>
                            <a:cubicBezTo>
                              <a:pt x="29374" y="9606"/>
                              <a:pt x="31565" y="9510"/>
                              <a:pt x="33470" y="8939"/>
                            </a:cubicBezTo>
                            <a:cubicBezTo>
                              <a:pt x="41376" y="6558"/>
                              <a:pt x="41852" y="938"/>
                              <a:pt x="30898" y="81"/>
                            </a:cubicBezTo>
                            <a:cubicBezTo>
                              <a:pt x="22326" y="-396"/>
                              <a:pt x="11944" y="1319"/>
                              <a:pt x="4228" y="312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17" name="Forme libre : forme 12616">
                        <a:extLst>
                          <a:ext uri="{FF2B5EF4-FFF2-40B4-BE49-F238E27FC236}">
                            <a16:creationId xmlns:a16="http://schemas.microsoft.com/office/drawing/2014/main" id="{1F8BD2CA-CD1D-4D79-A808-66426E2658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60341" y="2650045"/>
                        <a:ext cx="61150" cy="22859"/>
                      </a:xfrm>
                      <a:custGeom>
                        <a:avLst/>
                        <a:gdLst>
                          <a:gd name="connsiteX0" fmla="*/ 61151 w 61150"/>
                          <a:gd name="connsiteY0" fmla="*/ 0 h 22859"/>
                          <a:gd name="connsiteX1" fmla="*/ 34004 w 61150"/>
                          <a:gd name="connsiteY1" fmla="*/ 14288 h 22859"/>
                          <a:gd name="connsiteX2" fmla="*/ 16954 w 61150"/>
                          <a:gd name="connsiteY2" fmla="*/ 19145 h 22859"/>
                          <a:gd name="connsiteX3" fmla="*/ 0 w 61150"/>
                          <a:gd name="connsiteY3" fmla="*/ 22860 h 22859"/>
                          <a:gd name="connsiteX4" fmla="*/ 16764 w 61150"/>
                          <a:gd name="connsiteY4" fmla="*/ 18479 h 22859"/>
                          <a:gd name="connsiteX5" fmla="*/ 32290 w 61150"/>
                          <a:gd name="connsiteY5" fmla="*/ 12668 h 22859"/>
                          <a:gd name="connsiteX6" fmla="*/ 61151 w 61150"/>
                          <a:gd name="connsiteY6" fmla="*/ 0 h 228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1150" h="22859">
                            <a:moveTo>
                              <a:pt x="61151" y="0"/>
                            </a:moveTo>
                            <a:cubicBezTo>
                              <a:pt x="56007" y="6382"/>
                              <a:pt x="45339" y="10763"/>
                              <a:pt x="34004" y="14288"/>
                            </a:cubicBezTo>
                            <a:cubicBezTo>
                              <a:pt x="28289" y="16097"/>
                              <a:pt x="22479" y="17621"/>
                              <a:pt x="16954" y="19145"/>
                            </a:cubicBezTo>
                            <a:cubicBezTo>
                              <a:pt x="11525" y="20669"/>
                              <a:pt x="5048" y="21812"/>
                              <a:pt x="0" y="22860"/>
                            </a:cubicBezTo>
                            <a:cubicBezTo>
                              <a:pt x="5525" y="21717"/>
                              <a:pt x="11716" y="20288"/>
                              <a:pt x="16764" y="18479"/>
                            </a:cubicBezTo>
                            <a:cubicBezTo>
                              <a:pt x="21908" y="16669"/>
                              <a:pt x="27146" y="14669"/>
                              <a:pt x="32290" y="12668"/>
                            </a:cubicBezTo>
                            <a:cubicBezTo>
                              <a:pt x="42577" y="8572"/>
                              <a:pt x="52769" y="4191"/>
                              <a:pt x="6115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18" name="Forme libre : forme 12617">
                        <a:extLst>
                          <a:ext uri="{FF2B5EF4-FFF2-40B4-BE49-F238E27FC236}">
                            <a16:creationId xmlns:a16="http://schemas.microsoft.com/office/drawing/2014/main" id="{D5683324-496E-4C73-A7C1-AB632B6810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32706" y="2595136"/>
                        <a:ext cx="66389" cy="9284"/>
                      </a:xfrm>
                      <a:custGeom>
                        <a:avLst/>
                        <a:gdLst>
                          <a:gd name="connsiteX0" fmla="*/ 66389 w 66389"/>
                          <a:gd name="connsiteY0" fmla="*/ 426 h 9284"/>
                          <a:gd name="connsiteX1" fmla="*/ 0 w 66389"/>
                          <a:gd name="connsiteY1" fmla="*/ 9284 h 9284"/>
                          <a:gd name="connsiteX2" fmla="*/ 66389 w 66389"/>
                          <a:gd name="connsiteY2" fmla="*/ 426 h 92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6389" h="9284">
                            <a:moveTo>
                              <a:pt x="66389" y="426"/>
                            </a:moveTo>
                            <a:cubicBezTo>
                              <a:pt x="41148" y="-1765"/>
                              <a:pt x="18097" y="4998"/>
                              <a:pt x="0" y="9284"/>
                            </a:cubicBezTo>
                            <a:cubicBezTo>
                              <a:pt x="16288" y="4617"/>
                              <a:pt x="44387" y="1950"/>
                              <a:pt x="66389" y="42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19" name="Forme libre : forme 12618">
                        <a:extLst>
                          <a:ext uri="{FF2B5EF4-FFF2-40B4-BE49-F238E27FC236}">
                            <a16:creationId xmlns:a16="http://schemas.microsoft.com/office/drawing/2014/main" id="{3579A8DD-E43C-445E-BE0F-672866FF47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024" y="2627349"/>
                        <a:ext cx="35546" cy="10347"/>
                      </a:xfrm>
                      <a:custGeom>
                        <a:avLst/>
                        <a:gdLst>
                          <a:gd name="connsiteX0" fmla="*/ 35222 w 35546"/>
                          <a:gd name="connsiteY0" fmla="*/ 8599 h 10347"/>
                          <a:gd name="connsiteX1" fmla="*/ 14077 w 35546"/>
                          <a:gd name="connsiteY1" fmla="*/ 8694 h 10347"/>
                          <a:gd name="connsiteX2" fmla="*/ 456 w 35546"/>
                          <a:gd name="connsiteY2" fmla="*/ 1646 h 10347"/>
                          <a:gd name="connsiteX3" fmla="*/ 20268 w 35546"/>
                          <a:gd name="connsiteY3" fmla="*/ 1932 h 10347"/>
                          <a:gd name="connsiteX4" fmla="*/ 35222 w 35546"/>
                          <a:gd name="connsiteY4" fmla="*/ 8599 h 10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546" h="10347">
                            <a:moveTo>
                              <a:pt x="35222" y="8599"/>
                            </a:moveTo>
                            <a:cubicBezTo>
                              <a:pt x="32650" y="11933"/>
                              <a:pt x="18363" y="9647"/>
                              <a:pt x="14077" y="8694"/>
                            </a:cubicBezTo>
                            <a:cubicBezTo>
                              <a:pt x="9695" y="7837"/>
                              <a:pt x="-2497" y="4979"/>
                              <a:pt x="456" y="1646"/>
                            </a:cubicBezTo>
                            <a:cubicBezTo>
                              <a:pt x="3409" y="-1783"/>
                              <a:pt x="16172" y="1074"/>
                              <a:pt x="20268" y="1932"/>
                            </a:cubicBezTo>
                            <a:cubicBezTo>
                              <a:pt x="24364" y="2694"/>
                              <a:pt x="37794" y="5170"/>
                              <a:pt x="35222" y="859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20" name="Forme libre : forme 12619">
                        <a:extLst>
                          <a:ext uri="{FF2B5EF4-FFF2-40B4-BE49-F238E27FC236}">
                            <a16:creationId xmlns:a16="http://schemas.microsoft.com/office/drawing/2014/main" id="{1F5DDFAA-404D-448D-AC65-9648145C8B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61762" y="2633303"/>
                        <a:ext cx="10122" cy="3433"/>
                      </a:xfrm>
                      <a:custGeom>
                        <a:avLst/>
                        <a:gdLst>
                          <a:gd name="connsiteX0" fmla="*/ 10105 w 10122"/>
                          <a:gd name="connsiteY0" fmla="*/ 1978 h 3433"/>
                          <a:gd name="connsiteX1" fmla="*/ 5342 w 10122"/>
                          <a:gd name="connsiteY1" fmla="*/ 3407 h 3433"/>
                          <a:gd name="connsiteX2" fmla="*/ 8 w 10122"/>
                          <a:gd name="connsiteY2" fmla="*/ 1407 h 3433"/>
                          <a:gd name="connsiteX3" fmla="*/ 4675 w 10122"/>
                          <a:gd name="connsiteY3" fmla="*/ 73 h 3433"/>
                          <a:gd name="connsiteX4" fmla="*/ 10105 w 10122"/>
                          <a:gd name="connsiteY4" fmla="*/ 1978 h 34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22" h="3433">
                            <a:moveTo>
                              <a:pt x="10105" y="1978"/>
                            </a:moveTo>
                            <a:cubicBezTo>
                              <a:pt x="10391" y="3407"/>
                              <a:pt x="7057" y="3502"/>
                              <a:pt x="5342" y="3407"/>
                            </a:cubicBezTo>
                            <a:cubicBezTo>
                              <a:pt x="3628" y="3312"/>
                              <a:pt x="199" y="2836"/>
                              <a:pt x="8" y="1407"/>
                            </a:cubicBezTo>
                            <a:cubicBezTo>
                              <a:pt x="-182" y="-22"/>
                              <a:pt x="2961" y="-117"/>
                              <a:pt x="4675" y="73"/>
                            </a:cubicBezTo>
                            <a:cubicBezTo>
                              <a:pt x="6295" y="169"/>
                              <a:pt x="9819" y="645"/>
                              <a:pt x="10105" y="197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21" name="Forme libre : forme 12620">
                        <a:extLst>
                          <a:ext uri="{FF2B5EF4-FFF2-40B4-BE49-F238E27FC236}">
                            <a16:creationId xmlns:a16="http://schemas.microsoft.com/office/drawing/2014/main" id="{8C5FC8E0-7EBC-40C8-AB53-6D2104E381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2770" y="2604406"/>
                        <a:ext cx="85855" cy="41049"/>
                      </a:xfrm>
                      <a:custGeom>
                        <a:avLst/>
                        <a:gdLst>
                          <a:gd name="connsiteX0" fmla="*/ 65481 w 85855"/>
                          <a:gd name="connsiteY0" fmla="*/ 18684 h 41049"/>
                          <a:gd name="connsiteX1" fmla="*/ 85483 w 85855"/>
                          <a:gd name="connsiteY1" fmla="*/ 36114 h 41049"/>
                          <a:gd name="connsiteX2" fmla="*/ 78530 w 85855"/>
                          <a:gd name="connsiteY2" fmla="*/ 40972 h 41049"/>
                          <a:gd name="connsiteX3" fmla="*/ 68433 w 85855"/>
                          <a:gd name="connsiteY3" fmla="*/ 36209 h 41049"/>
                          <a:gd name="connsiteX4" fmla="*/ 37858 w 85855"/>
                          <a:gd name="connsiteY4" fmla="*/ 20588 h 41049"/>
                          <a:gd name="connsiteX5" fmla="*/ 996 w 85855"/>
                          <a:gd name="connsiteY5" fmla="*/ 3158 h 41049"/>
                          <a:gd name="connsiteX6" fmla="*/ 44907 w 85855"/>
                          <a:gd name="connsiteY6" fmla="*/ 5920 h 41049"/>
                          <a:gd name="connsiteX7" fmla="*/ 65481 w 85855"/>
                          <a:gd name="connsiteY7" fmla="*/ 18684 h 410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5855" h="41049">
                            <a:moveTo>
                              <a:pt x="65481" y="18684"/>
                            </a:moveTo>
                            <a:cubicBezTo>
                              <a:pt x="74624" y="24398"/>
                              <a:pt x="81006" y="28685"/>
                              <a:pt x="85483" y="36114"/>
                            </a:cubicBezTo>
                            <a:cubicBezTo>
                              <a:pt x="87102" y="38876"/>
                              <a:pt x="83197" y="41543"/>
                              <a:pt x="78530" y="40972"/>
                            </a:cubicBezTo>
                            <a:cubicBezTo>
                              <a:pt x="73958" y="40496"/>
                              <a:pt x="71291" y="38305"/>
                              <a:pt x="68433" y="36209"/>
                            </a:cubicBezTo>
                            <a:cubicBezTo>
                              <a:pt x="59670" y="29637"/>
                              <a:pt x="49098" y="25065"/>
                              <a:pt x="37858" y="20588"/>
                            </a:cubicBezTo>
                            <a:cubicBezTo>
                              <a:pt x="30809" y="17921"/>
                              <a:pt x="-6528" y="10206"/>
                              <a:pt x="996" y="3158"/>
                            </a:cubicBezTo>
                            <a:cubicBezTo>
                              <a:pt x="8331" y="-3796"/>
                              <a:pt x="35667" y="2396"/>
                              <a:pt x="44907" y="5920"/>
                            </a:cubicBezTo>
                            <a:cubicBezTo>
                              <a:pt x="55003" y="9635"/>
                              <a:pt x="58527" y="14397"/>
                              <a:pt x="65481" y="1868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597" name="Graphique 1">
                      <a:extLst>
                        <a:ext uri="{FF2B5EF4-FFF2-40B4-BE49-F238E27FC236}">
                          <a16:creationId xmlns:a16="http://schemas.microsoft.com/office/drawing/2014/main" id="{2DCF2B8E-4015-41A2-A777-75406B3ECC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27889" y="2606154"/>
                      <a:ext cx="207762" cy="84957"/>
                      <a:chOff x="3527889" y="2606154"/>
                      <a:chExt cx="207762" cy="84957"/>
                    </a:xfrm>
                    <a:solidFill>
                      <a:schemeClr val="accent1"/>
                    </a:solidFill>
                  </p:grpSpPr>
                  <p:sp>
                    <p:nvSpPr>
                      <p:cNvPr id="12598" name="Forme libre : forme 12597">
                        <a:extLst>
                          <a:ext uri="{FF2B5EF4-FFF2-40B4-BE49-F238E27FC236}">
                            <a16:creationId xmlns:a16="http://schemas.microsoft.com/office/drawing/2014/main" id="{C0AECC86-7B85-4B29-AF85-FF96B7B797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27889" y="2606154"/>
                        <a:ext cx="207762" cy="84957"/>
                      </a:xfrm>
                      <a:custGeom>
                        <a:avLst/>
                        <a:gdLst>
                          <a:gd name="connsiteX0" fmla="*/ 147908 w 207762"/>
                          <a:gd name="connsiteY0" fmla="*/ 74752 h 84957"/>
                          <a:gd name="connsiteX1" fmla="*/ 111427 w 207762"/>
                          <a:gd name="connsiteY1" fmla="*/ 82277 h 84957"/>
                          <a:gd name="connsiteX2" fmla="*/ 89043 w 207762"/>
                          <a:gd name="connsiteY2" fmla="*/ 84658 h 84957"/>
                          <a:gd name="connsiteX3" fmla="*/ 70089 w 207762"/>
                          <a:gd name="connsiteY3" fmla="*/ 84754 h 84957"/>
                          <a:gd name="connsiteX4" fmla="*/ 27321 w 207762"/>
                          <a:gd name="connsiteY4" fmla="*/ 72562 h 84957"/>
                          <a:gd name="connsiteX5" fmla="*/ 2556 w 207762"/>
                          <a:gd name="connsiteY5" fmla="*/ 48749 h 84957"/>
                          <a:gd name="connsiteX6" fmla="*/ 7033 w 207762"/>
                          <a:gd name="connsiteY6" fmla="*/ 27699 h 84957"/>
                          <a:gd name="connsiteX7" fmla="*/ 72089 w 207762"/>
                          <a:gd name="connsiteY7" fmla="*/ 9316 h 84957"/>
                          <a:gd name="connsiteX8" fmla="*/ 84186 w 207762"/>
                          <a:gd name="connsiteY8" fmla="*/ 8458 h 84957"/>
                          <a:gd name="connsiteX9" fmla="*/ 99235 w 207762"/>
                          <a:gd name="connsiteY9" fmla="*/ 6649 h 84957"/>
                          <a:gd name="connsiteX10" fmla="*/ 129620 w 207762"/>
                          <a:gd name="connsiteY10" fmla="*/ 1696 h 84957"/>
                          <a:gd name="connsiteX11" fmla="*/ 199152 w 207762"/>
                          <a:gd name="connsiteY11" fmla="*/ 14840 h 84957"/>
                          <a:gd name="connsiteX12" fmla="*/ 206106 w 207762"/>
                          <a:gd name="connsiteY12" fmla="*/ 34748 h 84957"/>
                          <a:gd name="connsiteX13" fmla="*/ 147908 w 207762"/>
                          <a:gd name="connsiteY13" fmla="*/ 74752 h 849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7762" h="84957">
                            <a:moveTo>
                              <a:pt x="147908" y="74752"/>
                            </a:moveTo>
                            <a:cubicBezTo>
                              <a:pt x="139621" y="77039"/>
                              <a:pt x="126191" y="80086"/>
                              <a:pt x="111427" y="82277"/>
                            </a:cubicBezTo>
                            <a:cubicBezTo>
                              <a:pt x="103998" y="83325"/>
                              <a:pt x="96473" y="84277"/>
                              <a:pt x="89043" y="84658"/>
                            </a:cubicBezTo>
                            <a:cubicBezTo>
                              <a:pt x="81519" y="85135"/>
                              <a:pt x="75041" y="84944"/>
                              <a:pt x="70089" y="84754"/>
                            </a:cubicBezTo>
                            <a:cubicBezTo>
                              <a:pt x="51229" y="83611"/>
                              <a:pt x="37704" y="78848"/>
                              <a:pt x="27321" y="72562"/>
                            </a:cubicBezTo>
                            <a:cubicBezTo>
                              <a:pt x="16939" y="66180"/>
                              <a:pt x="9605" y="58084"/>
                              <a:pt x="2556" y="48749"/>
                            </a:cubicBezTo>
                            <a:cubicBezTo>
                              <a:pt x="-2301" y="42272"/>
                              <a:pt x="80" y="31604"/>
                              <a:pt x="7033" y="27699"/>
                            </a:cubicBezTo>
                            <a:cubicBezTo>
                              <a:pt x="27226" y="16078"/>
                              <a:pt x="46371" y="10744"/>
                              <a:pt x="72089" y="9316"/>
                            </a:cubicBezTo>
                            <a:cubicBezTo>
                              <a:pt x="75708" y="9125"/>
                              <a:pt x="79804" y="8840"/>
                              <a:pt x="84186" y="8458"/>
                            </a:cubicBezTo>
                            <a:cubicBezTo>
                              <a:pt x="88662" y="8077"/>
                              <a:pt x="93901" y="7411"/>
                              <a:pt x="99235" y="6649"/>
                            </a:cubicBezTo>
                            <a:cubicBezTo>
                              <a:pt x="109998" y="5125"/>
                              <a:pt x="121619" y="2934"/>
                              <a:pt x="129620" y="1696"/>
                            </a:cubicBezTo>
                            <a:cubicBezTo>
                              <a:pt x="159814" y="-3352"/>
                              <a:pt x="179340" y="3410"/>
                              <a:pt x="199152" y="14840"/>
                            </a:cubicBezTo>
                            <a:cubicBezTo>
                              <a:pt x="206010" y="18745"/>
                              <a:pt x="210297" y="28461"/>
                              <a:pt x="206106" y="34748"/>
                            </a:cubicBezTo>
                            <a:cubicBezTo>
                              <a:pt x="194104" y="52845"/>
                              <a:pt x="178674" y="66180"/>
                              <a:pt x="147908" y="7475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99" name="Forme libre : forme 12598">
                        <a:extLst>
                          <a:ext uri="{FF2B5EF4-FFF2-40B4-BE49-F238E27FC236}">
                            <a16:creationId xmlns:a16="http://schemas.microsoft.com/office/drawing/2014/main" id="{53243FA4-094E-4DF6-9902-1A27B570F0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28006" y="2640234"/>
                        <a:ext cx="206274" cy="50737"/>
                      </a:xfrm>
                      <a:custGeom>
                        <a:avLst/>
                        <a:gdLst>
                          <a:gd name="connsiteX0" fmla="*/ 81497 w 206274"/>
                          <a:gd name="connsiteY0" fmla="*/ 23431 h 50737"/>
                          <a:gd name="connsiteX1" fmla="*/ 36824 w 206274"/>
                          <a:gd name="connsiteY1" fmla="*/ 20955 h 50737"/>
                          <a:gd name="connsiteX2" fmla="*/ 58 w 206274"/>
                          <a:gd name="connsiteY2" fmla="*/ 5144 h 50737"/>
                          <a:gd name="connsiteX3" fmla="*/ 2534 w 206274"/>
                          <a:gd name="connsiteY3" fmla="*/ 14478 h 50737"/>
                          <a:gd name="connsiteX4" fmla="*/ 10059 w 206274"/>
                          <a:gd name="connsiteY4" fmla="*/ 23622 h 50737"/>
                          <a:gd name="connsiteX5" fmla="*/ 39301 w 206274"/>
                          <a:gd name="connsiteY5" fmla="*/ 44196 h 50737"/>
                          <a:gd name="connsiteX6" fmla="*/ 69971 w 206274"/>
                          <a:gd name="connsiteY6" fmla="*/ 50482 h 50737"/>
                          <a:gd name="connsiteX7" fmla="*/ 83306 w 206274"/>
                          <a:gd name="connsiteY7" fmla="*/ 50673 h 50737"/>
                          <a:gd name="connsiteX8" fmla="*/ 142552 w 206274"/>
                          <a:gd name="connsiteY8" fmla="*/ 41910 h 50737"/>
                          <a:gd name="connsiteX9" fmla="*/ 147695 w 206274"/>
                          <a:gd name="connsiteY9" fmla="*/ 40577 h 50737"/>
                          <a:gd name="connsiteX10" fmla="*/ 175223 w 206274"/>
                          <a:gd name="connsiteY10" fmla="*/ 29623 h 50737"/>
                          <a:gd name="connsiteX11" fmla="*/ 200083 w 206274"/>
                          <a:gd name="connsiteY11" fmla="*/ 8668 h 50737"/>
                          <a:gd name="connsiteX12" fmla="*/ 206084 w 206274"/>
                          <a:gd name="connsiteY12" fmla="*/ 381 h 50737"/>
                          <a:gd name="connsiteX13" fmla="*/ 206274 w 206274"/>
                          <a:gd name="connsiteY13" fmla="*/ 0 h 50737"/>
                          <a:gd name="connsiteX14" fmla="*/ 144647 w 206274"/>
                          <a:gd name="connsiteY14" fmla="*/ 12287 h 50737"/>
                          <a:gd name="connsiteX15" fmla="*/ 81497 w 206274"/>
                          <a:gd name="connsiteY15" fmla="*/ 23431 h 507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206274" h="50737">
                            <a:moveTo>
                              <a:pt x="81497" y="23431"/>
                            </a:moveTo>
                            <a:cubicBezTo>
                              <a:pt x="66542" y="24860"/>
                              <a:pt x="51017" y="24098"/>
                              <a:pt x="36824" y="20955"/>
                            </a:cubicBezTo>
                            <a:cubicBezTo>
                              <a:pt x="22632" y="17812"/>
                              <a:pt x="10059" y="12478"/>
                              <a:pt x="58" y="5144"/>
                            </a:cubicBezTo>
                            <a:cubicBezTo>
                              <a:pt x="-228" y="8477"/>
                              <a:pt x="534" y="11811"/>
                              <a:pt x="2534" y="14478"/>
                            </a:cubicBezTo>
                            <a:cubicBezTo>
                              <a:pt x="4916" y="17716"/>
                              <a:pt x="7487" y="20764"/>
                              <a:pt x="10059" y="23622"/>
                            </a:cubicBezTo>
                            <a:cubicBezTo>
                              <a:pt x="17679" y="31909"/>
                              <a:pt x="26442" y="39053"/>
                              <a:pt x="39301" y="44196"/>
                            </a:cubicBezTo>
                            <a:cubicBezTo>
                              <a:pt x="47683" y="47435"/>
                              <a:pt x="57684" y="49816"/>
                              <a:pt x="69971" y="50482"/>
                            </a:cubicBezTo>
                            <a:cubicBezTo>
                              <a:pt x="73781" y="50578"/>
                              <a:pt x="77972" y="50863"/>
                              <a:pt x="83306" y="50673"/>
                            </a:cubicBezTo>
                            <a:cubicBezTo>
                              <a:pt x="103880" y="50197"/>
                              <a:pt x="128074" y="45339"/>
                              <a:pt x="142552" y="41910"/>
                            </a:cubicBezTo>
                            <a:cubicBezTo>
                              <a:pt x="144457" y="41434"/>
                              <a:pt x="146171" y="40957"/>
                              <a:pt x="147695" y="40577"/>
                            </a:cubicBezTo>
                            <a:cubicBezTo>
                              <a:pt x="158649" y="37529"/>
                              <a:pt x="167603" y="33909"/>
                              <a:pt x="175223" y="29623"/>
                            </a:cubicBezTo>
                            <a:cubicBezTo>
                              <a:pt x="185510" y="23717"/>
                              <a:pt x="193320" y="16669"/>
                              <a:pt x="200083" y="8668"/>
                            </a:cubicBezTo>
                            <a:cubicBezTo>
                              <a:pt x="202178" y="6001"/>
                              <a:pt x="204274" y="3334"/>
                              <a:pt x="206084" y="381"/>
                            </a:cubicBezTo>
                            <a:lnTo>
                              <a:pt x="206274" y="0"/>
                            </a:lnTo>
                            <a:cubicBezTo>
                              <a:pt x="185986" y="3715"/>
                              <a:pt x="165317" y="7906"/>
                              <a:pt x="144647" y="12287"/>
                            </a:cubicBezTo>
                            <a:cubicBezTo>
                              <a:pt x="123883" y="16669"/>
                              <a:pt x="103119" y="21336"/>
                              <a:pt x="81497" y="2343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00" name="Forme libre : forme 12599">
                        <a:extLst>
                          <a:ext uri="{FF2B5EF4-FFF2-40B4-BE49-F238E27FC236}">
                            <a16:creationId xmlns:a16="http://schemas.microsoft.com/office/drawing/2014/main" id="{C3D4AEE5-1CBA-4CAB-9904-6275546BED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00262" y="2634507"/>
                        <a:ext cx="96046" cy="29767"/>
                      </a:xfrm>
                      <a:custGeom>
                        <a:avLst/>
                        <a:gdLst>
                          <a:gd name="connsiteX0" fmla="*/ 95918 w 96046"/>
                          <a:gd name="connsiteY0" fmla="*/ 5346 h 29767"/>
                          <a:gd name="connsiteX1" fmla="*/ 48769 w 96046"/>
                          <a:gd name="connsiteY1" fmla="*/ 27825 h 29767"/>
                          <a:gd name="connsiteX2" fmla="*/ 19718 w 96046"/>
                          <a:gd name="connsiteY2" fmla="*/ 29444 h 29767"/>
                          <a:gd name="connsiteX3" fmla="*/ 1 w 96046"/>
                          <a:gd name="connsiteY3" fmla="*/ 19538 h 29767"/>
                          <a:gd name="connsiteX4" fmla="*/ 17622 w 96046"/>
                          <a:gd name="connsiteY4" fmla="*/ 8775 h 29767"/>
                          <a:gd name="connsiteX5" fmla="*/ 44006 w 96046"/>
                          <a:gd name="connsiteY5" fmla="*/ 3536 h 29767"/>
                          <a:gd name="connsiteX6" fmla="*/ 95918 w 96046"/>
                          <a:gd name="connsiteY6" fmla="*/ 5346 h 29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6046" h="29767">
                            <a:moveTo>
                              <a:pt x="95918" y="5346"/>
                            </a:moveTo>
                            <a:cubicBezTo>
                              <a:pt x="98489" y="15157"/>
                              <a:pt x="61818" y="25444"/>
                              <a:pt x="48769" y="27825"/>
                            </a:cubicBezTo>
                            <a:cubicBezTo>
                              <a:pt x="42387" y="29063"/>
                              <a:pt x="30386" y="30397"/>
                              <a:pt x="19718" y="29444"/>
                            </a:cubicBezTo>
                            <a:cubicBezTo>
                              <a:pt x="8954" y="28492"/>
                              <a:pt x="191" y="24967"/>
                              <a:pt x="1" y="19538"/>
                            </a:cubicBezTo>
                            <a:cubicBezTo>
                              <a:pt x="-94" y="14014"/>
                              <a:pt x="8192" y="11156"/>
                              <a:pt x="17622" y="8775"/>
                            </a:cubicBezTo>
                            <a:cubicBezTo>
                              <a:pt x="27147" y="6394"/>
                              <a:pt x="38196" y="4489"/>
                              <a:pt x="44006" y="3536"/>
                            </a:cubicBezTo>
                            <a:cubicBezTo>
                              <a:pt x="55532" y="1917"/>
                              <a:pt x="93346" y="-4465"/>
                              <a:pt x="95918" y="534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01" name="Forme libre : forme 12600">
                        <a:extLst>
                          <a:ext uri="{FF2B5EF4-FFF2-40B4-BE49-F238E27FC236}">
                            <a16:creationId xmlns:a16="http://schemas.microsoft.com/office/drawing/2014/main" id="{1B818034-41B1-4050-8901-E14BB2FC33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9509" y="2643092"/>
                        <a:ext cx="70191" cy="21250"/>
                      </a:xfrm>
                      <a:custGeom>
                        <a:avLst/>
                        <a:gdLst>
                          <a:gd name="connsiteX0" fmla="*/ 20090 w 70191"/>
                          <a:gd name="connsiteY0" fmla="*/ 0 h 21250"/>
                          <a:gd name="connsiteX1" fmla="*/ 183 w 70191"/>
                          <a:gd name="connsiteY1" fmla="*/ 10954 h 21250"/>
                          <a:gd name="connsiteX2" fmla="*/ 20376 w 70191"/>
                          <a:gd name="connsiteY2" fmla="*/ 20860 h 21250"/>
                          <a:gd name="connsiteX3" fmla="*/ 49999 w 70191"/>
                          <a:gd name="connsiteY3" fmla="*/ 19241 h 21250"/>
                          <a:gd name="connsiteX4" fmla="*/ 70192 w 70191"/>
                          <a:gd name="connsiteY4" fmla="*/ 13526 h 21250"/>
                          <a:gd name="connsiteX5" fmla="*/ 59143 w 70191"/>
                          <a:gd name="connsiteY5" fmla="*/ 15050 h 21250"/>
                          <a:gd name="connsiteX6" fmla="*/ 20090 w 70191"/>
                          <a:gd name="connsiteY6" fmla="*/ 0 h 21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0191" h="21250">
                            <a:moveTo>
                              <a:pt x="20090" y="0"/>
                            </a:moveTo>
                            <a:cubicBezTo>
                              <a:pt x="14566" y="2762"/>
                              <a:pt x="-1913" y="4191"/>
                              <a:pt x="183" y="10954"/>
                            </a:cubicBezTo>
                            <a:cubicBezTo>
                              <a:pt x="1897" y="16383"/>
                              <a:pt x="10184" y="19907"/>
                              <a:pt x="20376" y="20860"/>
                            </a:cubicBezTo>
                            <a:cubicBezTo>
                              <a:pt x="30472" y="21908"/>
                              <a:pt x="41903" y="20669"/>
                              <a:pt x="49999" y="19241"/>
                            </a:cubicBezTo>
                            <a:cubicBezTo>
                              <a:pt x="54761" y="18383"/>
                              <a:pt x="65239" y="15526"/>
                              <a:pt x="70192" y="13526"/>
                            </a:cubicBezTo>
                            <a:cubicBezTo>
                              <a:pt x="67144" y="14097"/>
                              <a:pt x="62096" y="15145"/>
                              <a:pt x="59143" y="15050"/>
                            </a:cubicBezTo>
                            <a:cubicBezTo>
                              <a:pt x="42284" y="15050"/>
                              <a:pt x="21995" y="12097"/>
                              <a:pt x="20090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02" name="Forme libre : forme 12601">
                        <a:extLst>
                          <a:ext uri="{FF2B5EF4-FFF2-40B4-BE49-F238E27FC236}">
                            <a16:creationId xmlns:a16="http://schemas.microsoft.com/office/drawing/2014/main" id="{0A4D6E19-07F4-4E84-B1AB-40434829F1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05370" y="2635682"/>
                        <a:ext cx="96439" cy="31098"/>
                      </a:xfrm>
                      <a:custGeom>
                        <a:avLst/>
                        <a:gdLst>
                          <a:gd name="connsiteX0" fmla="*/ 96430 w 96439"/>
                          <a:gd name="connsiteY0" fmla="*/ 5599 h 31098"/>
                          <a:gd name="connsiteX1" fmla="*/ 48805 w 96439"/>
                          <a:gd name="connsiteY1" fmla="*/ 28745 h 31098"/>
                          <a:gd name="connsiteX2" fmla="*/ 19849 w 96439"/>
                          <a:gd name="connsiteY2" fmla="*/ 30841 h 31098"/>
                          <a:gd name="connsiteX3" fmla="*/ 37 w 96439"/>
                          <a:gd name="connsiteY3" fmla="*/ 21125 h 31098"/>
                          <a:gd name="connsiteX4" fmla="*/ 17563 w 96439"/>
                          <a:gd name="connsiteY4" fmla="*/ 9886 h 31098"/>
                          <a:gd name="connsiteX5" fmla="*/ 44138 w 96439"/>
                          <a:gd name="connsiteY5" fmla="*/ 4266 h 31098"/>
                          <a:gd name="connsiteX6" fmla="*/ 96430 w 96439"/>
                          <a:gd name="connsiteY6" fmla="*/ 5599 h 310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6439" h="31098">
                            <a:moveTo>
                              <a:pt x="96430" y="5599"/>
                            </a:moveTo>
                            <a:cubicBezTo>
                              <a:pt x="95668" y="16077"/>
                              <a:pt x="62807" y="25793"/>
                              <a:pt x="48805" y="28745"/>
                            </a:cubicBezTo>
                            <a:cubicBezTo>
                              <a:pt x="41947" y="30269"/>
                              <a:pt x="30231" y="31698"/>
                              <a:pt x="19849" y="30841"/>
                            </a:cubicBezTo>
                            <a:cubicBezTo>
                              <a:pt x="9467" y="29983"/>
                              <a:pt x="608" y="26745"/>
                              <a:pt x="37" y="21125"/>
                            </a:cubicBezTo>
                            <a:cubicBezTo>
                              <a:pt x="-630" y="15601"/>
                              <a:pt x="7847" y="12553"/>
                              <a:pt x="17563" y="9886"/>
                            </a:cubicBezTo>
                            <a:cubicBezTo>
                              <a:pt x="27374" y="7314"/>
                              <a:pt x="38708" y="5219"/>
                              <a:pt x="44138" y="4266"/>
                            </a:cubicBezTo>
                            <a:cubicBezTo>
                              <a:pt x="54901" y="2456"/>
                              <a:pt x="97192" y="-5069"/>
                              <a:pt x="96430" y="559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03" name="Forme libre : forme 12602">
                        <a:extLst>
                          <a:ext uri="{FF2B5EF4-FFF2-40B4-BE49-F238E27FC236}">
                            <a16:creationId xmlns:a16="http://schemas.microsoft.com/office/drawing/2014/main" id="{8E5D99DF-61D8-4064-964B-16BAE46A01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4825" y="2633555"/>
                        <a:ext cx="123051" cy="49752"/>
                      </a:xfrm>
                      <a:custGeom>
                        <a:avLst/>
                        <a:gdLst>
                          <a:gd name="connsiteX0" fmla="*/ 290 w 123051"/>
                          <a:gd name="connsiteY0" fmla="*/ 17633 h 49752"/>
                          <a:gd name="connsiteX1" fmla="*/ 11053 w 123051"/>
                          <a:gd name="connsiteY1" fmla="*/ 31349 h 49752"/>
                          <a:gd name="connsiteX2" fmla="*/ 58488 w 123051"/>
                          <a:gd name="connsiteY2" fmla="*/ 49542 h 49752"/>
                          <a:gd name="connsiteX3" fmla="*/ 108494 w 123051"/>
                          <a:gd name="connsiteY3" fmla="*/ 40208 h 49752"/>
                          <a:gd name="connsiteX4" fmla="*/ 122115 w 123051"/>
                          <a:gd name="connsiteY4" fmla="*/ 23349 h 49752"/>
                          <a:gd name="connsiteX5" fmla="*/ 106113 w 123051"/>
                          <a:gd name="connsiteY5" fmla="*/ 20777 h 49752"/>
                          <a:gd name="connsiteX6" fmla="*/ 63441 w 123051"/>
                          <a:gd name="connsiteY6" fmla="*/ 13157 h 49752"/>
                          <a:gd name="connsiteX7" fmla="*/ 24198 w 123051"/>
                          <a:gd name="connsiteY7" fmla="*/ 12 h 49752"/>
                          <a:gd name="connsiteX8" fmla="*/ 290 w 123051"/>
                          <a:gd name="connsiteY8" fmla="*/ 17633 h 497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3051" h="49752">
                            <a:moveTo>
                              <a:pt x="290" y="17633"/>
                            </a:moveTo>
                            <a:cubicBezTo>
                              <a:pt x="2005" y="24206"/>
                              <a:pt x="4100" y="26492"/>
                              <a:pt x="11053" y="31349"/>
                            </a:cubicBezTo>
                            <a:cubicBezTo>
                              <a:pt x="24579" y="40398"/>
                              <a:pt x="36485" y="47828"/>
                              <a:pt x="58488" y="49542"/>
                            </a:cubicBezTo>
                            <a:cubicBezTo>
                              <a:pt x="77062" y="50781"/>
                              <a:pt x="95921" y="46399"/>
                              <a:pt x="108494" y="40208"/>
                            </a:cubicBezTo>
                            <a:cubicBezTo>
                              <a:pt x="117924" y="35540"/>
                              <a:pt x="125830" y="28778"/>
                              <a:pt x="122115" y="23349"/>
                            </a:cubicBezTo>
                            <a:cubicBezTo>
                              <a:pt x="119829" y="20015"/>
                              <a:pt x="112399" y="21253"/>
                              <a:pt x="106113" y="20777"/>
                            </a:cubicBezTo>
                            <a:cubicBezTo>
                              <a:pt x="91539" y="19634"/>
                              <a:pt x="77252" y="18776"/>
                              <a:pt x="63441" y="13157"/>
                            </a:cubicBezTo>
                            <a:cubicBezTo>
                              <a:pt x="51725" y="8299"/>
                              <a:pt x="40390" y="-369"/>
                              <a:pt x="24198" y="12"/>
                            </a:cubicBezTo>
                            <a:cubicBezTo>
                              <a:pt x="9529" y="203"/>
                              <a:pt x="-1996" y="8490"/>
                              <a:pt x="290" y="1763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04" name="Forme libre : forme 12603">
                        <a:extLst>
                          <a:ext uri="{FF2B5EF4-FFF2-40B4-BE49-F238E27FC236}">
                            <a16:creationId xmlns:a16="http://schemas.microsoft.com/office/drawing/2014/main" id="{C85A5C32-5B39-4281-A660-03157A90A9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79332" y="2633698"/>
                        <a:ext cx="37533" cy="12284"/>
                      </a:xfrm>
                      <a:custGeom>
                        <a:avLst/>
                        <a:gdLst>
                          <a:gd name="connsiteX0" fmla="*/ 3881 w 37533"/>
                          <a:gd name="connsiteY0" fmla="*/ 6822 h 12284"/>
                          <a:gd name="connsiteX1" fmla="*/ 166 w 37533"/>
                          <a:gd name="connsiteY1" fmla="*/ 9108 h 12284"/>
                          <a:gd name="connsiteX2" fmla="*/ 2833 w 37533"/>
                          <a:gd name="connsiteY2" fmla="*/ 11775 h 12284"/>
                          <a:gd name="connsiteX3" fmla="*/ 9882 w 37533"/>
                          <a:gd name="connsiteY3" fmla="*/ 12252 h 12284"/>
                          <a:gd name="connsiteX4" fmla="*/ 27027 w 37533"/>
                          <a:gd name="connsiteY4" fmla="*/ 10251 h 12284"/>
                          <a:gd name="connsiteX5" fmla="*/ 32932 w 37533"/>
                          <a:gd name="connsiteY5" fmla="*/ 8442 h 12284"/>
                          <a:gd name="connsiteX6" fmla="*/ 29027 w 37533"/>
                          <a:gd name="connsiteY6" fmla="*/ 155 h 12284"/>
                          <a:gd name="connsiteX7" fmla="*/ 3881 w 37533"/>
                          <a:gd name="connsiteY7" fmla="*/ 6822 h 122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533" h="12284">
                            <a:moveTo>
                              <a:pt x="3881" y="6822"/>
                            </a:moveTo>
                            <a:cubicBezTo>
                              <a:pt x="2071" y="7489"/>
                              <a:pt x="833" y="7965"/>
                              <a:pt x="166" y="9108"/>
                            </a:cubicBezTo>
                            <a:cubicBezTo>
                              <a:pt x="-500" y="10251"/>
                              <a:pt x="928" y="11204"/>
                              <a:pt x="2833" y="11775"/>
                            </a:cubicBezTo>
                            <a:cubicBezTo>
                              <a:pt x="4738" y="12252"/>
                              <a:pt x="7596" y="12347"/>
                              <a:pt x="9882" y="12252"/>
                            </a:cubicBezTo>
                            <a:cubicBezTo>
                              <a:pt x="15597" y="12061"/>
                              <a:pt x="21693" y="11395"/>
                              <a:pt x="27027" y="10251"/>
                            </a:cubicBezTo>
                            <a:cubicBezTo>
                              <a:pt x="29217" y="9680"/>
                              <a:pt x="31218" y="9299"/>
                              <a:pt x="32932" y="8442"/>
                            </a:cubicBezTo>
                            <a:cubicBezTo>
                              <a:pt x="39981" y="4441"/>
                              <a:pt x="39124" y="-988"/>
                              <a:pt x="29027" y="155"/>
                            </a:cubicBezTo>
                            <a:cubicBezTo>
                              <a:pt x="21026" y="1012"/>
                              <a:pt x="11215" y="4155"/>
                              <a:pt x="3881" y="682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05" name="Forme libre : forme 12604">
                        <a:extLst>
                          <a:ext uri="{FF2B5EF4-FFF2-40B4-BE49-F238E27FC236}">
                            <a16:creationId xmlns:a16="http://schemas.microsoft.com/office/drawing/2014/main" id="{8940D121-586D-4C6A-BB70-5BCD8F29CC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7701" y="2638520"/>
                        <a:ext cx="53054" cy="40195"/>
                      </a:xfrm>
                      <a:custGeom>
                        <a:avLst/>
                        <a:gdLst>
                          <a:gd name="connsiteX0" fmla="*/ 53054 w 53054"/>
                          <a:gd name="connsiteY0" fmla="*/ 0 h 40195"/>
                          <a:gd name="connsiteX1" fmla="*/ 0 w 53054"/>
                          <a:gd name="connsiteY1" fmla="*/ 40196 h 40195"/>
                          <a:gd name="connsiteX2" fmla="*/ 53054 w 53054"/>
                          <a:gd name="connsiteY2" fmla="*/ 0 h 401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3054" h="40195">
                            <a:moveTo>
                              <a:pt x="53054" y="0"/>
                            </a:moveTo>
                            <a:cubicBezTo>
                              <a:pt x="47339" y="15430"/>
                              <a:pt x="18860" y="30671"/>
                              <a:pt x="0" y="40196"/>
                            </a:cubicBezTo>
                            <a:cubicBezTo>
                              <a:pt x="20479" y="30004"/>
                              <a:pt x="39910" y="13430"/>
                              <a:pt x="5305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06" name="Forme libre : forme 12605">
                        <a:extLst>
                          <a:ext uri="{FF2B5EF4-FFF2-40B4-BE49-F238E27FC236}">
                            <a16:creationId xmlns:a16="http://schemas.microsoft.com/office/drawing/2014/main" id="{ACF65A66-AEE0-4330-B047-8F33B6615C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36065" y="2617755"/>
                        <a:ext cx="66008" cy="18097"/>
                      </a:xfrm>
                      <a:custGeom>
                        <a:avLst/>
                        <a:gdLst>
                          <a:gd name="connsiteX0" fmla="*/ 66008 w 66008"/>
                          <a:gd name="connsiteY0" fmla="*/ 0 h 18097"/>
                          <a:gd name="connsiteX1" fmla="*/ 0 w 66008"/>
                          <a:gd name="connsiteY1" fmla="*/ 18098 h 18097"/>
                          <a:gd name="connsiteX2" fmla="*/ 32671 w 66008"/>
                          <a:gd name="connsiteY2" fmla="*/ 7716 h 18097"/>
                          <a:gd name="connsiteX3" fmla="*/ 66008 w 66008"/>
                          <a:gd name="connsiteY3" fmla="*/ 0 h 180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6008" h="18097">
                            <a:moveTo>
                              <a:pt x="66008" y="0"/>
                            </a:moveTo>
                            <a:cubicBezTo>
                              <a:pt x="43244" y="2000"/>
                              <a:pt x="19717" y="9239"/>
                              <a:pt x="0" y="18098"/>
                            </a:cubicBezTo>
                            <a:cubicBezTo>
                              <a:pt x="8858" y="13526"/>
                              <a:pt x="20764" y="10383"/>
                              <a:pt x="32671" y="7716"/>
                            </a:cubicBezTo>
                            <a:cubicBezTo>
                              <a:pt x="44482" y="4953"/>
                              <a:pt x="56197" y="2477"/>
                              <a:pt x="6600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07" name="Forme libre : forme 12606">
                        <a:extLst>
                          <a:ext uri="{FF2B5EF4-FFF2-40B4-BE49-F238E27FC236}">
                            <a16:creationId xmlns:a16="http://schemas.microsoft.com/office/drawing/2014/main" id="{1C1D03C6-E6DE-4CA6-9C1A-CB551FCA87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38149" y="2638599"/>
                        <a:ext cx="35684" cy="8792"/>
                      </a:xfrm>
                      <a:custGeom>
                        <a:avLst/>
                        <a:gdLst>
                          <a:gd name="connsiteX0" fmla="*/ 35552 w 35684"/>
                          <a:gd name="connsiteY0" fmla="*/ 2874 h 8792"/>
                          <a:gd name="connsiteX1" fmla="*/ 15168 w 35684"/>
                          <a:gd name="connsiteY1" fmla="*/ 8589 h 8792"/>
                          <a:gd name="connsiteX2" fmla="*/ 214 w 35684"/>
                          <a:gd name="connsiteY2" fmla="*/ 5160 h 8792"/>
                          <a:gd name="connsiteX3" fmla="*/ 19359 w 35684"/>
                          <a:gd name="connsiteY3" fmla="*/ 302 h 8792"/>
                          <a:gd name="connsiteX4" fmla="*/ 35552 w 35684"/>
                          <a:gd name="connsiteY4" fmla="*/ 2874 h 87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684" h="8792">
                            <a:moveTo>
                              <a:pt x="35552" y="2874"/>
                            </a:moveTo>
                            <a:cubicBezTo>
                              <a:pt x="33932" y="6779"/>
                              <a:pt x="19550" y="8208"/>
                              <a:pt x="15168" y="8589"/>
                            </a:cubicBezTo>
                            <a:cubicBezTo>
                              <a:pt x="10787" y="8969"/>
                              <a:pt x="-1786" y="9255"/>
                              <a:pt x="214" y="5160"/>
                            </a:cubicBezTo>
                            <a:cubicBezTo>
                              <a:pt x="2214" y="1159"/>
                              <a:pt x="15168" y="683"/>
                              <a:pt x="19359" y="302"/>
                            </a:cubicBezTo>
                            <a:cubicBezTo>
                              <a:pt x="23455" y="111"/>
                              <a:pt x="37171" y="-1032"/>
                              <a:pt x="35552" y="287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08" name="Forme libre : forme 12607">
                        <a:extLst>
                          <a:ext uri="{FF2B5EF4-FFF2-40B4-BE49-F238E27FC236}">
                            <a16:creationId xmlns:a16="http://schemas.microsoft.com/office/drawing/2014/main" id="{DB048BF3-8433-4A88-9D9B-B8273B2364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9057" y="2638567"/>
                        <a:ext cx="10067" cy="3750"/>
                      </a:xfrm>
                      <a:custGeom>
                        <a:avLst/>
                        <a:gdLst>
                          <a:gd name="connsiteX0" fmla="*/ 9978 w 10067"/>
                          <a:gd name="connsiteY0" fmla="*/ 810 h 3750"/>
                          <a:gd name="connsiteX1" fmla="*/ 5787 w 10067"/>
                          <a:gd name="connsiteY1" fmla="*/ 3381 h 3750"/>
                          <a:gd name="connsiteX2" fmla="*/ 72 w 10067"/>
                          <a:gd name="connsiteY2" fmla="*/ 2905 h 3750"/>
                          <a:gd name="connsiteX3" fmla="*/ 4168 w 10067"/>
                          <a:gd name="connsiteY3" fmla="*/ 333 h 3750"/>
                          <a:gd name="connsiteX4" fmla="*/ 9978 w 10067"/>
                          <a:gd name="connsiteY4" fmla="*/ 810 h 37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67" h="3750">
                            <a:moveTo>
                              <a:pt x="9978" y="810"/>
                            </a:moveTo>
                            <a:cubicBezTo>
                              <a:pt x="10645" y="2048"/>
                              <a:pt x="7406" y="3096"/>
                              <a:pt x="5787" y="3381"/>
                            </a:cubicBezTo>
                            <a:cubicBezTo>
                              <a:pt x="4168" y="3667"/>
                              <a:pt x="644" y="4239"/>
                              <a:pt x="72" y="2905"/>
                            </a:cubicBezTo>
                            <a:cubicBezTo>
                              <a:pt x="-499" y="1572"/>
                              <a:pt x="2454" y="714"/>
                              <a:pt x="4168" y="333"/>
                            </a:cubicBezTo>
                            <a:cubicBezTo>
                              <a:pt x="5787" y="48"/>
                              <a:pt x="9312" y="-429"/>
                              <a:pt x="9978" y="81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609" name="Forme libre : forme 12608">
                        <a:extLst>
                          <a:ext uri="{FF2B5EF4-FFF2-40B4-BE49-F238E27FC236}">
                            <a16:creationId xmlns:a16="http://schemas.microsoft.com/office/drawing/2014/main" id="{D2A8CDBD-D908-4648-A4F1-18674F7749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34725" y="2613341"/>
                        <a:ext cx="90740" cy="24486"/>
                      </a:xfrm>
                      <a:custGeom>
                        <a:avLst/>
                        <a:gdLst>
                          <a:gd name="connsiteX0" fmla="*/ 65646 w 90740"/>
                          <a:gd name="connsiteY0" fmla="*/ 6986 h 24486"/>
                          <a:gd name="connsiteX1" fmla="*/ 89840 w 90740"/>
                          <a:gd name="connsiteY1" fmla="*/ 17273 h 24486"/>
                          <a:gd name="connsiteX2" fmla="*/ 84887 w 90740"/>
                          <a:gd name="connsiteY2" fmla="*/ 24131 h 24486"/>
                          <a:gd name="connsiteX3" fmla="*/ 73838 w 90740"/>
                          <a:gd name="connsiteY3" fmla="*/ 22798 h 24486"/>
                          <a:gd name="connsiteX4" fmla="*/ 40405 w 90740"/>
                          <a:gd name="connsiteY4" fmla="*/ 16321 h 24486"/>
                          <a:gd name="connsiteX5" fmla="*/ 15450 w 90740"/>
                          <a:gd name="connsiteY5" fmla="*/ 15845 h 24486"/>
                          <a:gd name="connsiteX6" fmla="*/ 495 w 90740"/>
                          <a:gd name="connsiteY6" fmla="*/ 9082 h 24486"/>
                          <a:gd name="connsiteX7" fmla="*/ 43453 w 90740"/>
                          <a:gd name="connsiteY7" fmla="*/ 224 h 24486"/>
                          <a:gd name="connsiteX8" fmla="*/ 65646 w 90740"/>
                          <a:gd name="connsiteY8" fmla="*/ 6986 h 244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740" h="24486">
                            <a:moveTo>
                              <a:pt x="65646" y="6986"/>
                            </a:moveTo>
                            <a:cubicBezTo>
                              <a:pt x="75838" y="9653"/>
                              <a:pt x="83172" y="11654"/>
                              <a:pt x="89840" y="17273"/>
                            </a:cubicBezTo>
                            <a:cubicBezTo>
                              <a:pt x="92316" y="19369"/>
                              <a:pt x="89363" y="23084"/>
                              <a:pt x="84887" y="24131"/>
                            </a:cubicBezTo>
                            <a:cubicBezTo>
                              <a:pt x="80315" y="25084"/>
                              <a:pt x="77171" y="23941"/>
                              <a:pt x="73838" y="22798"/>
                            </a:cubicBezTo>
                            <a:cubicBezTo>
                              <a:pt x="63360" y="19369"/>
                              <a:pt x="52406" y="17750"/>
                              <a:pt x="40405" y="16321"/>
                            </a:cubicBezTo>
                            <a:cubicBezTo>
                              <a:pt x="36690" y="15845"/>
                              <a:pt x="25165" y="16511"/>
                              <a:pt x="15450" y="15845"/>
                            </a:cubicBezTo>
                            <a:cubicBezTo>
                              <a:pt x="5734" y="15273"/>
                              <a:pt x="-2077" y="13368"/>
                              <a:pt x="495" y="9082"/>
                            </a:cubicBezTo>
                            <a:cubicBezTo>
                              <a:pt x="5353" y="700"/>
                              <a:pt x="33166" y="-634"/>
                              <a:pt x="43453" y="224"/>
                            </a:cubicBezTo>
                            <a:cubicBezTo>
                              <a:pt x="53454" y="1462"/>
                              <a:pt x="58026" y="4986"/>
                              <a:pt x="65646" y="698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68" name="Graphique 1">
                    <a:extLst>
                      <a:ext uri="{FF2B5EF4-FFF2-40B4-BE49-F238E27FC236}">
                        <a16:creationId xmlns:a16="http://schemas.microsoft.com/office/drawing/2014/main" id="{235D30AD-9286-46C8-9D0B-F2AFA7F2BFDE}"/>
                      </a:ext>
                    </a:extLst>
                  </p:cNvPr>
                  <p:cNvGrpSpPr/>
                  <p:nvPr/>
                </p:nvGrpSpPr>
                <p:grpSpPr>
                  <a:xfrm>
                    <a:off x="3400010" y="2675435"/>
                    <a:ext cx="204513" cy="80553"/>
                    <a:chOff x="3400010" y="2675435"/>
                    <a:chExt cx="204513" cy="80553"/>
                  </a:xfrm>
                  <a:solidFill>
                    <a:schemeClr val="accent1"/>
                  </a:solidFill>
                </p:grpSpPr>
                <p:sp>
                  <p:nvSpPr>
                    <p:cNvPr id="12584" name="Forme libre : forme 12583">
                      <a:extLst>
                        <a:ext uri="{FF2B5EF4-FFF2-40B4-BE49-F238E27FC236}">
                          <a16:creationId xmlns:a16="http://schemas.microsoft.com/office/drawing/2014/main" id="{7FC705C3-770C-43AD-AD89-4C6ED5AAE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0010" y="2675435"/>
                      <a:ext cx="204513" cy="80553"/>
                    </a:xfrm>
                    <a:custGeom>
                      <a:avLst/>
                      <a:gdLst>
                        <a:gd name="connsiteX0" fmla="*/ 144817 w 204513"/>
                        <a:gd name="connsiteY0" fmla="*/ 75098 h 80553"/>
                        <a:gd name="connsiteX1" fmla="*/ 102907 w 204513"/>
                        <a:gd name="connsiteY1" fmla="*/ 80432 h 80553"/>
                        <a:gd name="connsiteX2" fmla="*/ 78714 w 204513"/>
                        <a:gd name="connsiteY2" fmla="*/ 79385 h 80553"/>
                        <a:gd name="connsiteX3" fmla="*/ 58902 w 204513"/>
                        <a:gd name="connsiteY3" fmla="*/ 75861 h 80553"/>
                        <a:gd name="connsiteX4" fmla="*/ 15944 w 204513"/>
                        <a:gd name="connsiteY4" fmla="*/ 51286 h 80553"/>
                        <a:gd name="connsiteX5" fmla="*/ 133 w 204513"/>
                        <a:gd name="connsiteY5" fmla="*/ 17282 h 80553"/>
                        <a:gd name="connsiteX6" fmla="*/ 4514 w 204513"/>
                        <a:gd name="connsiteY6" fmla="*/ 6328 h 80553"/>
                        <a:gd name="connsiteX7" fmla="*/ 14992 w 204513"/>
                        <a:gd name="connsiteY7" fmla="*/ 1565 h 80553"/>
                        <a:gd name="connsiteX8" fmla="*/ 75571 w 204513"/>
                        <a:gd name="connsiteY8" fmla="*/ 2137 h 80553"/>
                        <a:gd name="connsiteX9" fmla="*/ 86905 w 204513"/>
                        <a:gd name="connsiteY9" fmla="*/ 3280 h 80553"/>
                        <a:gd name="connsiteX10" fmla="*/ 101002 w 204513"/>
                        <a:gd name="connsiteY10" fmla="*/ 3661 h 80553"/>
                        <a:gd name="connsiteX11" fmla="*/ 115385 w 204513"/>
                        <a:gd name="connsiteY11" fmla="*/ 2899 h 80553"/>
                        <a:gd name="connsiteX12" fmla="*/ 127672 w 204513"/>
                        <a:gd name="connsiteY12" fmla="*/ 1565 h 80553"/>
                        <a:gd name="connsiteX13" fmla="*/ 145579 w 204513"/>
                        <a:gd name="connsiteY13" fmla="*/ 42 h 80553"/>
                        <a:gd name="connsiteX14" fmla="*/ 161486 w 204513"/>
                        <a:gd name="connsiteY14" fmla="*/ 804 h 80553"/>
                        <a:gd name="connsiteX15" fmla="*/ 192156 w 204513"/>
                        <a:gd name="connsiteY15" fmla="*/ 8233 h 80553"/>
                        <a:gd name="connsiteX16" fmla="*/ 203968 w 204513"/>
                        <a:gd name="connsiteY16" fmla="*/ 25854 h 80553"/>
                        <a:gd name="connsiteX17" fmla="*/ 144817 w 204513"/>
                        <a:gd name="connsiteY17" fmla="*/ 75098 h 80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04513" h="80553">
                          <a:moveTo>
                            <a:pt x="144817" y="75098"/>
                          </a:moveTo>
                          <a:cubicBezTo>
                            <a:pt x="135197" y="77385"/>
                            <a:pt x="119481" y="80242"/>
                            <a:pt x="102907" y="80432"/>
                          </a:cubicBezTo>
                          <a:cubicBezTo>
                            <a:pt x="94716" y="80909"/>
                            <a:pt x="86334" y="79861"/>
                            <a:pt x="78714" y="79385"/>
                          </a:cubicBezTo>
                          <a:cubicBezTo>
                            <a:pt x="71094" y="78337"/>
                            <a:pt x="64236" y="77004"/>
                            <a:pt x="58902" y="75861"/>
                          </a:cubicBezTo>
                          <a:cubicBezTo>
                            <a:pt x="38804" y="70717"/>
                            <a:pt x="25088" y="61382"/>
                            <a:pt x="15944" y="51286"/>
                          </a:cubicBezTo>
                          <a:cubicBezTo>
                            <a:pt x="6800" y="41094"/>
                            <a:pt x="2133" y="29474"/>
                            <a:pt x="133" y="17282"/>
                          </a:cubicBezTo>
                          <a:cubicBezTo>
                            <a:pt x="-534" y="12900"/>
                            <a:pt x="1371" y="8995"/>
                            <a:pt x="4514" y="6328"/>
                          </a:cubicBezTo>
                          <a:cubicBezTo>
                            <a:pt x="7562" y="3661"/>
                            <a:pt x="11372" y="1756"/>
                            <a:pt x="14992" y="1565"/>
                          </a:cubicBezTo>
                          <a:cubicBezTo>
                            <a:pt x="36518" y="137"/>
                            <a:pt x="52520" y="-1197"/>
                            <a:pt x="75571" y="2137"/>
                          </a:cubicBezTo>
                          <a:cubicBezTo>
                            <a:pt x="78714" y="2328"/>
                            <a:pt x="82619" y="2899"/>
                            <a:pt x="86905" y="3280"/>
                          </a:cubicBezTo>
                          <a:cubicBezTo>
                            <a:pt x="91382" y="3280"/>
                            <a:pt x="96049" y="3852"/>
                            <a:pt x="101002" y="3661"/>
                          </a:cubicBezTo>
                          <a:cubicBezTo>
                            <a:pt x="105955" y="3280"/>
                            <a:pt x="110813" y="3566"/>
                            <a:pt x="115385" y="2899"/>
                          </a:cubicBezTo>
                          <a:cubicBezTo>
                            <a:pt x="119957" y="2328"/>
                            <a:pt x="124243" y="1851"/>
                            <a:pt x="127672" y="1565"/>
                          </a:cubicBezTo>
                          <a:cubicBezTo>
                            <a:pt x="134149" y="518"/>
                            <a:pt x="139960" y="-149"/>
                            <a:pt x="145579" y="42"/>
                          </a:cubicBezTo>
                          <a:cubicBezTo>
                            <a:pt x="151104" y="-54"/>
                            <a:pt x="156343" y="-54"/>
                            <a:pt x="161486" y="804"/>
                          </a:cubicBezTo>
                          <a:cubicBezTo>
                            <a:pt x="171773" y="2709"/>
                            <a:pt x="181393" y="4614"/>
                            <a:pt x="192156" y="8233"/>
                          </a:cubicBezTo>
                          <a:cubicBezTo>
                            <a:pt x="199586" y="10614"/>
                            <a:pt x="206539" y="18806"/>
                            <a:pt x="203968" y="25854"/>
                          </a:cubicBezTo>
                          <a:cubicBezTo>
                            <a:pt x="196157" y="46238"/>
                            <a:pt x="180822" y="65478"/>
                            <a:pt x="144817" y="7509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85" name="Forme libre : forme 12584">
                      <a:extLst>
                        <a:ext uri="{FF2B5EF4-FFF2-40B4-BE49-F238E27FC236}">
                          <a16:creationId xmlns:a16="http://schemas.microsoft.com/office/drawing/2014/main" id="{05959715-586D-4F5F-9C2E-B5CCD1EE9F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0195" y="2683287"/>
                      <a:ext cx="203783" cy="72482"/>
                    </a:xfrm>
                    <a:custGeom>
                      <a:avLst/>
                      <a:gdLst>
                        <a:gd name="connsiteX0" fmla="*/ 75767 w 203783"/>
                        <a:gd name="connsiteY0" fmla="*/ 43434 h 72482"/>
                        <a:gd name="connsiteX1" fmla="*/ 31191 w 203783"/>
                        <a:gd name="connsiteY1" fmla="*/ 30290 h 72482"/>
                        <a:gd name="connsiteX2" fmla="*/ 2996 w 203783"/>
                        <a:gd name="connsiteY2" fmla="*/ 0 h 72482"/>
                        <a:gd name="connsiteX3" fmla="*/ 139 w 203783"/>
                        <a:gd name="connsiteY3" fmla="*/ 9335 h 72482"/>
                        <a:gd name="connsiteX4" fmla="*/ 3282 w 203783"/>
                        <a:gd name="connsiteY4" fmla="*/ 21717 h 72482"/>
                        <a:gd name="connsiteX5" fmla="*/ 27285 w 203783"/>
                        <a:gd name="connsiteY5" fmla="*/ 53530 h 72482"/>
                        <a:gd name="connsiteX6" fmla="*/ 41287 w 203783"/>
                        <a:gd name="connsiteY6" fmla="*/ 61722 h 72482"/>
                        <a:gd name="connsiteX7" fmla="*/ 58908 w 203783"/>
                        <a:gd name="connsiteY7" fmla="*/ 68009 h 72482"/>
                        <a:gd name="connsiteX8" fmla="*/ 72910 w 203783"/>
                        <a:gd name="connsiteY8" fmla="*/ 70676 h 72482"/>
                        <a:gd name="connsiteX9" fmla="*/ 138633 w 203783"/>
                        <a:gd name="connsiteY9" fmla="*/ 68580 h 72482"/>
                        <a:gd name="connsiteX10" fmla="*/ 144633 w 203783"/>
                        <a:gd name="connsiteY10" fmla="*/ 67246 h 72482"/>
                        <a:gd name="connsiteX11" fmla="*/ 175685 w 203783"/>
                        <a:gd name="connsiteY11" fmla="*/ 53626 h 72482"/>
                        <a:gd name="connsiteX12" fmla="*/ 189782 w 203783"/>
                        <a:gd name="connsiteY12" fmla="*/ 41529 h 72482"/>
                        <a:gd name="connsiteX13" fmla="*/ 199402 w 203783"/>
                        <a:gd name="connsiteY13" fmla="*/ 27718 h 72482"/>
                        <a:gd name="connsiteX14" fmla="*/ 203688 w 203783"/>
                        <a:gd name="connsiteY14" fmla="*/ 18193 h 72482"/>
                        <a:gd name="connsiteX15" fmla="*/ 203783 w 203783"/>
                        <a:gd name="connsiteY15" fmla="*/ 17812 h 72482"/>
                        <a:gd name="connsiteX16" fmla="*/ 173589 w 203783"/>
                        <a:gd name="connsiteY16" fmla="*/ 30004 h 72482"/>
                        <a:gd name="connsiteX17" fmla="*/ 157968 w 203783"/>
                        <a:gd name="connsiteY17" fmla="*/ 35147 h 72482"/>
                        <a:gd name="connsiteX18" fmla="*/ 141871 w 203783"/>
                        <a:gd name="connsiteY18" fmla="*/ 38957 h 72482"/>
                        <a:gd name="connsiteX19" fmla="*/ 75767 w 203783"/>
                        <a:gd name="connsiteY19" fmla="*/ 43434 h 72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03783" h="72482">
                          <a:moveTo>
                            <a:pt x="75767" y="43434"/>
                          </a:moveTo>
                          <a:cubicBezTo>
                            <a:pt x="60432" y="42482"/>
                            <a:pt x="44525" y="37814"/>
                            <a:pt x="31191" y="30290"/>
                          </a:cubicBezTo>
                          <a:cubicBezTo>
                            <a:pt x="17951" y="22765"/>
                            <a:pt x="7187" y="12002"/>
                            <a:pt x="2996" y="0"/>
                          </a:cubicBezTo>
                          <a:cubicBezTo>
                            <a:pt x="806" y="2477"/>
                            <a:pt x="-433" y="5810"/>
                            <a:pt x="139" y="9335"/>
                          </a:cubicBezTo>
                          <a:cubicBezTo>
                            <a:pt x="806" y="13526"/>
                            <a:pt x="1853" y="17717"/>
                            <a:pt x="3282" y="21717"/>
                          </a:cubicBezTo>
                          <a:cubicBezTo>
                            <a:pt x="7473" y="33147"/>
                            <a:pt x="14617" y="44387"/>
                            <a:pt x="27285" y="53530"/>
                          </a:cubicBezTo>
                          <a:cubicBezTo>
                            <a:pt x="31381" y="56579"/>
                            <a:pt x="36048" y="59055"/>
                            <a:pt x="41287" y="61722"/>
                          </a:cubicBezTo>
                          <a:cubicBezTo>
                            <a:pt x="46526" y="64199"/>
                            <a:pt x="52431" y="66008"/>
                            <a:pt x="58908" y="68009"/>
                          </a:cubicBezTo>
                          <a:cubicBezTo>
                            <a:pt x="62813" y="68961"/>
                            <a:pt x="67671" y="69723"/>
                            <a:pt x="72910" y="70676"/>
                          </a:cubicBezTo>
                          <a:cubicBezTo>
                            <a:pt x="93674" y="74009"/>
                            <a:pt x="121773" y="72390"/>
                            <a:pt x="138633" y="68580"/>
                          </a:cubicBezTo>
                          <a:cubicBezTo>
                            <a:pt x="140823" y="68199"/>
                            <a:pt x="142919" y="67818"/>
                            <a:pt x="144633" y="67246"/>
                          </a:cubicBezTo>
                          <a:cubicBezTo>
                            <a:pt x="157206" y="63627"/>
                            <a:pt x="167684" y="59436"/>
                            <a:pt x="175685" y="53626"/>
                          </a:cubicBezTo>
                          <a:cubicBezTo>
                            <a:pt x="181209" y="49721"/>
                            <a:pt x="185972" y="46006"/>
                            <a:pt x="189782" y="41529"/>
                          </a:cubicBezTo>
                          <a:cubicBezTo>
                            <a:pt x="193592" y="37052"/>
                            <a:pt x="196735" y="32385"/>
                            <a:pt x="199402" y="27718"/>
                          </a:cubicBezTo>
                          <a:cubicBezTo>
                            <a:pt x="201021" y="24575"/>
                            <a:pt x="202545" y="21431"/>
                            <a:pt x="203688" y="18193"/>
                          </a:cubicBezTo>
                          <a:lnTo>
                            <a:pt x="203783" y="17812"/>
                          </a:lnTo>
                          <a:cubicBezTo>
                            <a:pt x="193782" y="21812"/>
                            <a:pt x="184162" y="26956"/>
                            <a:pt x="173589" y="30004"/>
                          </a:cubicBezTo>
                          <a:cubicBezTo>
                            <a:pt x="168350" y="31718"/>
                            <a:pt x="163207" y="33528"/>
                            <a:pt x="157968" y="35147"/>
                          </a:cubicBezTo>
                          <a:lnTo>
                            <a:pt x="141871" y="38957"/>
                          </a:lnTo>
                          <a:cubicBezTo>
                            <a:pt x="120059" y="43339"/>
                            <a:pt x="97770" y="45244"/>
                            <a:pt x="75767" y="43434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86" name="Forme libre : forme 12585">
                      <a:extLst>
                        <a:ext uri="{FF2B5EF4-FFF2-40B4-BE49-F238E27FC236}">
                          <a16:creationId xmlns:a16="http://schemas.microsoft.com/office/drawing/2014/main" id="{5530A9F2-463A-4728-AF45-4CF920F10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8280" y="2703762"/>
                      <a:ext cx="97374" cy="27476"/>
                    </a:xfrm>
                    <a:custGeom>
                      <a:avLst/>
                      <a:gdLst>
                        <a:gd name="connsiteX0" fmla="*/ 97121 w 97374"/>
                        <a:gd name="connsiteY0" fmla="*/ 4005 h 27476"/>
                        <a:gd name="connsiteX1" fmla="*/ 79691 w 97374"/>
                        <a:gd name="connsiteY1" fmla="*/ 19340 h 27476"/>
                        <a:gd name="connsiteX2" fmla="*/ 48353 w 97374"/>
                        <a:gd name="connsiteY2" fmla="*/ 27246 h 27476"/>
                        <a:gd name="connsiteX3" fmla="*/ 18064 w 97374"/>
                        <a:gd name="connsiteY3" fmla="*/ 24864 h 27476"/>
                        <a:gd name="connsiteX4" fmla="*/ 62 w 97374"/>
                        <a:gd name="connsiteY4" fmla="*/ 11720 h 27476"/>
                        <a:gd name="connsiteX5" fmla="*/ 19397 w 97374"/>
                        <a:gd name="connsiteY5" fmla="*/ 4100 h 27476"/>
                        <a:gd name="connsiteX6" fmla="*/ 45782 w 97374"/>
                        <a:gd name="connsiteY6" fmla="*/ 2576 h 27476"/>
                        <a:gd name="connsiteX7" fmla="*/ 58069 w 97374"/>
                        <a:gd name="connsiteY7" fmla="*/ 1623 h 27476"/>
                        <a:gd name="connsiteX8" fmla="*/ 66070 w 97374"/>
                        <a:gd name="connsiteY8" fmla="*/ 1147 h 27476"/>
                        <a:gd name="connsiteX9" fmla="*/ 74261 w 97374"/>
                        <a:gd name="connsiteY9" fmla="*/ 290 h 27476"/>
                        <a:gd name="connsiteX10" fmla="*/ 97121 w 97374"/>
                        <a:gd name="connsiteY10" fmla="*/ 4005 h 27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7374" h="27476">
                          <a:moveTo>
                            <a:pt x="97121" y="4005"/>
                          </a:moveTo>
                          <a:cubicBezTo>
                            <a:pt x="98931" y="8672"/>
                            <a:pt x="90835" y="15149"/>
                            <a:pt x="79691" y="19340"/>
                          </a:cubicBezTo>
                          <a:cubicBezTo>
                            <a:pt x="68832" y="24388"/>
                            <a:pt x="55116" y="26198"/>
                            <a:pt x="48353" y="27246"/>
                          </a:cubicBezTo>
                          <a:cubicBezTo>
                            <a:pt x="41400" y="27627"/>
                            <a:pt x="28732" y="27912"/>
                            <a:pt x="18064" y="24864"/>
                          </a:cubicBezTo>
                          <a:cubicBezTo>
                            <a:pt x="7396" y="22293"/>
                            <a:pt x="-796" y="16959"/>
                            <a:pt x="62" y="11720"/>
                          </a:cubicBezTo>
                          <a:cubicBezTo>
                            <a:pt x="1014" y="6100"/>
                            <a:pt x="9682" y="5052"/>
                            <a:pt x="19397" y="4100"/>
                          </a:cubicBezTo>
                          <a:cubicBezTo>
                            <a:pt x="29113" y="3528"/>
                            <a:pt x="40067" y="2576"/>
                            <a:pt x="45782" y="2576"/>
                          </a:cubicBezTo>
                          <a:cubicBezTo>
                            <a:pt x="48639" y="2480"/>
                            <a:pt x="53021" y="1909"/>
                            <a:pt x="58069" y="1623"/>
                          </a:cubicBezTo>
                          <a:cubicBezTo>
                            <a:pt x="60641" y="1433"/>
                            <a:pt x="63308" y="1338"/>
                            <a:pt x="66070" y="1147"/>
                          </a:cubicBezTo>
                          <a:cubicBezTo>
                            <a:pt x="68832" y="766"/>
                            <a:pt x="71594" y="480"/>
                            <a:pt x="74261" y="290"/>
                          </a:cubicBezTo>
                          <a:cubicBezTo>
                            <a:pt x="85310" y="-186"/>
                            <a:pt x="95312" y="-663"/>
                            <a:pt x="97121" y="4005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87" name="Forme libre : forme 12586">
                      <a:extLst>
                        <a:ext uri="{FF2B5EF4-FFF2-40B4-BE49-F238E27FC236}">
                          <a16:creationId xmlns:a16="http://schemas.microsoft.com/office/drawing/2014/main" id="{D674C135-6A81-4679-B284-266C962475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7840" y="2708052"/>
                      <a:ext cx="71081" cy="23167"/>
                    </a:xfrm>
                    <a:custGeom>
                      <a:avLst/>
                      <a:gdLst>
                        <a:gd name="connsiteX0" fmla="*/ 21647 w 71081"/>
                        <a:gd name="connsiteY0" fmla="*/ 0 h 23167"/>
                        <a:gd name="connsiteX1" fmla="*/ 26 w 71081"/>
                        <a:gd name="connsiteY1" fmla="*/ 7429 h 23167"/>
                        <a:gd name="connsiteX2" fmla="*/ 18504 w 71081"/>
                        <a:gd name="connsiteY2" fmla="*/ 20574 h 23167"/>
                        <a:gd name="connsiteX3" fmla="*/ 49365 w 71081"/>
                        <a:gd name="connsiteY3" fmla="*/ 22955 h 23167"/>
                        <a:gd name="connsiteX4" fmla="*/ 71082 w 71081"/>
                        <a:gd name="connsiteY4" fmla="*/ 18097 h 23167"/>
                        <a:gd name="connsiteX5" fmla="*/ 59271 w 71081"/>
                        <a:gd name="connsiteY5" fmla="*/ 19240 h 23167"/>
                        <a:gd name="connsiteX6" fmla="*/ 21647 w 71081"/>
                        <a:gd name="connsiteY6" fmla="*/ 0 h 231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1081" h="23167">
                          <a:moveTo>
                            <a:pt x="21647" y="0"/>
                          </a:moveTo>
                          <a:cubicBezTo>
                            <a:pt x="15742" y="2191"/>
                            <a:pt x="-736" y="190"/>
                            <a:pt x="26" y="7429"/>
                          </a:cubicBezTo>
                          <a:cubicBezTo>
                            <a:pt x="787" y="12859"/>
                            <a:pt x="8408" y="18193"/>
                            <a:pt x="18504" y="20574"/>
                          </a:cubicBezTo>
                          <a:cubicBezTo>
                            <a:pt x="28601" y="23527"/>
                            <a:pt x="40602" y="23336"/>
                            <a:pt x="49365" y="22955"/>
                          </a:cubicBezTo>
                          <a:cubicBezTo>
                            <a:pt x="54413" y="22288"/>
                            <a:pt x="65653" y="20003"/>
                            <a:pt x="71082" y="18097"/>
                          </a:cubicBezTo>
                          <a:cubicBezTo>
                            <a:pt x="67844" y="18669"/>
                            <a:pt x="62414" y="19336"/>
                            <a:pt x="59271" y="19240"/>
                          </a:cubicBezTo>
                          <a:cubicBezTo>
                            <a:pt x="41459" y="18764"/>
                            <a:pt x="21457" y="12192"/>
                            <a:pt x="21647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88" name="Forme libre : forme 12587">
                      <a:extLst>
                        <a:ext uri="{FF2B5EF4-FFF2-40B4-BE49-F238E27FC236}">
                          <a16:creationId xmlns:a16="http://schemas.microsoft.com/office/drawing/2014/main" id="{F47F4EA1-096B-4EF7-90C9-7553249BE0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2907" y="2704337"/>
                      <a:ext cx="98308" cy="29857"/>
                    </a:xfrm>
                    <a:custGeom>
                      <a:avLst/>
                      <a:gdLst>
                        <a:gd name="connsiteX0" fmla="*/ 98305 w 98308"/>
                        <a:gd name="connsiteY0" fmla="*/ 4097 h 29857"/>
                        <a:gd name="connsiteX1" fmla="*/ 93162 w 98308"/>
                        <a:gd name="connsiteY1" fmla="*/ 12479 h 29857"/>
                        <a:gd name="connsiteX2" fmla="*/ 79827 w 98308"/>
                        <a:gd name="connsiteY2" fmla="*/ 20384 h 29857"/>
                        <a:gd name="connsiteX3" fmla="*/ 63253 w 98308"/>
                        <a:gd name="connsiteY3" fmla="*/ 26290 h 29857"/>
                        <a:gd name="connsiteX4" fmla="*/ 48871 w 98308"/>
                        <a:gd name="connsiteY4" fmla="*/ 29147 h 29857"/>
                        <a:gd name="connsiteX5" fmla="*/ 34774 w 98308"/>
                        <a:gd name="connsiteY5" fmla="*/ 29814 h 29857"/>
                        <a:gd name="connsiteX6" fmla="*/ 18391 w 98308"/>
                        <a:gd name="connsiteY6" fmla="*/ 27814 h 29857"/>
                        <a:gd name="connsiteX7" fmla="*/ 7 w 98308"/>
                        <a:gd name="connsiteY7" fmla="*/ 14860 h 29857"/>
                        <a:gd name="connsiteX8" fmla="*/ 19343 w 98308"/>
                        <a:gd name="connsiteY8" fmla="*/ 6764 h 29857"/>
                        <a:gd name="connsiteX9" fmla="*/ 34488 w 98308"/>
                        <a:gd name="connsiteY9" fmla="*/ 5430 h 29857"/>
                        <a:gd name="connsiteX10" fmla="*/ 46108 w 98308"/>
                        <a:gd name="connsiteY10" fmla="*/ 4478 h 29857"/>
                        <a:gd name="connsiteX11" fmla="*/ 58777 w 98308"/>
                        <a:gd name="connsiteY11" fmla="*/ 3144 h 29857"/>
                        <a:gd name="connsiteX12" fmla="*/ 76017 w 98308"/>
                        <a:gd name="connsiteY12" fmla="*/ 953 h 29857"/>
                        <a:gd name="connsiteX13" fmla="*/ 98305 w 98308"/>
                        <a:gd name="connsiteY13" fmla="*/ 4097 h 29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8308" h="29857">
                          <a:moveTo>
                            <a:pt x="98305" y="4097"/>
                          </a:moveTo>
                          <a:cubicBezTo>
                            <a:pt x="98401" y="6764"/>
                            <a:pt x="96496" y="9526"/>
                            <a:pt x="93162" y="12479"/>
                          </a:cubicBezTo>
                          <a:cubicBezTo>
                            <a:pt x="89923" y="15431"/>
                            <a:pt x="85256" y="18289"/>
                            <a:pt x="79827" y="20384"/>
                          </a:cubicBezTo>
                          <a:cubicBezTo>
                            <a:pt x="74493" y="22575"/>
                            <a:pt x="68778" y="24956"/>
                            <a:pt x="63253" y="26290"/>
                          </a:cubicBezTo>
                          <a:cubicBezTo>
                            <a:pt x="57729" y="27528"/>
                            <a:pt x="52585" y="28481"/>
                            <a:pt x="48871" y="29147"/>
                          </a:cubicBezTo>
                          <a:cubicBezTo>
                            <a:pt x="45156" y="29909"/>
                            <a:pt x="40108" y="29909"/>
                            <a:pt x="34774" y="29814"/>
                          </a:cubicBezTo>
                          <a:cubicBezTo>
                            <a:pt x="29440" y="29719"/>
                            <a:pt x="23629" y="29338"/>
                            <a:pt x="18391" y="27814"/>
                          </a:cubicBezTo>
                          <a:cubicBezTo>
                            <a:pt x="7818" y="25528"/>
                            <a:pt x="-278" y="20480"/>
                            <a:pt x="7" y="14860"/>
                          </a:cubicBezTo>
                          <a:cubicBezTo>
                            <a:pt x="388" y="9145"/>
                            <a:pt x="9342" y="8002"/>
                            <a:pt x="19343" y="6764"/>
                          </a:cubicBezTo>
                          <a:cubicBezTo>
                            <a:pt x="24391" y="6478"/>
                            <a:pt x="29725" y="5811"/>
                            <a:pt x="34488" y="5430"/>
                          </a:cubicBezTo>
                          <a:cubicBezTo>
                            <a:pt x="39250" y="5049"/>
                            <a:pt x="43441" y="4954"/>
                            <a:pt x="46108" y="4478"/>
                          </a:cubicBezTo>
                          <a:cubicBezTo>
                            <a:pt x="48775" y="4097"/>
                            <a:pt x="53347" y="3620"/>
                            <a:pt x="58777" y="3144"/>
                          </a:cubicBezTo>
                          <a:cubicBezTo>
                            <a:pt x="64206" y="2668"/>
                            <a:pt x="70207" y="1430"/>
                            <a:pt x="76017" y="953"/>
                          </a:cubicBezTo>
                          <a:cubicBezTo>
                            <a:pt x="87733" y="-190"/>
                            <a:pt x="97924" y="-1333"/>
                            <a:pt x="98305" y="409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89" name="Forme libre : forme 12588">
                      <a:extLst>
                        <a:ext uri="{FF2B5EF4-FFF2-40B4-BE49-F238E27FC236}">
                          <a16:creationId xmlns:a16="http://schemas.microsoft.com/office/drawing/2014/main" id="{A479E32E-68A8-4375-B56B-5499D0EC33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4935" y="2689890"/>
                      <a:ext cx="122526" cy="59086"/>
                    </a:xfrm>
                    <a:custGeom>
                      <a:avLst/>
                      <a:gdLst>
                        <a:gd name="connsiteX0" fmla="*/ 163 w 122526"/>
                        <a:gd name="connsiteY0" fmla="*/ 10923 h 59086"/>
                        <a:gd name="connsiteX1" fmla="*/ 6450 w 122526"/>
                        <a:gd name="connsiteY1" fmla="*/ 27592 h 59086"/>
                        <a:gd name="connsiteX2" fmla="*/ 51503 w 122526"/>
                        <a:gd name="connsiteY2" fmla="*/ 56644 h 59086"/>
                        <a:gd name="connsiteX3" fmla="*/ 106177 w 122526"/>
                        <a:gd name="connsiteY3" fmla="*/ 53214 h 59086"/>
                        <a:gd name="connsiteX4" fmla="*/ 121512 w 122526"/>
                        <a:gd name="connsiteY4" fmla="*/ 36260 h 59086"/>
                        <a:gd name="connsiteX5" fmla="*/ 104843 w 122526"/>
                        <a:gd name="connsiteY5" fmla="*/ 33593 h 59086"/>
                        <a:gd name="connsiteX6" fmla="*/ 82936 w 122526"/>
                        <a:gd name="connsiteY6" fmla="*/ 29783 h 59086"/>
                        <a:gd name="connsiteX7" fmla="*/ 72553 w 122526"/>
                        <a:gd name="connsiteY7" fmla="*/ 26545 h 59086"/>
                        <a:gd name="connsiteX8" fmla="*/ 62742 w 122526"/>
                        <a:gd name="connsiteY8" fmla="*/ 21496 h 59086"/>
                        <a:gd name="connsiteX9" fmla="*/ 27881 w 122526"/>
                        <a:gd name="connsiteY9" fmla="*/ 1018 h 59086"/>
                        <a:gd name="connsiteX10" fmla="*/ 163 w 122526"/>
                        <a:gd name="connsiteY10" fmla="*/ 10923 h 590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22526" h="59086">
                          <a:moveTo>
                            <a:pt x="163" y="10923"/>
                          </a:moveTo>
                          <a:cubicBezTo>
                            <a:pt x="-504" y="17591"/>
                            <a:pt x="735" y="20829"/>
                            <a:pt x="6450" y="27592"/>
                          </a:cubicBezTo>
                          <a:cubicBezTo>
                            <a:pt x="17499" y="40356"/>
                            <a:pt x="29119" y="51310"/>
                            <a:pt x="51503" y="56644"/>
                          </a:cubicBezTo>
                          <a:cubicBezTo>
                            <a:pt x="70077" y="60835"/>
                            <a:pt x="91984" y="59596"/>
                            <a:pt x="106177" y="53214"/>
                          </a:cubicBezTo>
                          <a:cubicBezTo>
                            <a:pt x="117130" y="49309"/>
                            <a:pt x="125512" y="41404"/>
                            <a:pt x="121512" y="36260"/>
                          </a:cubicBezTo>
                          <a:cubicBezTo>
                            <a:pt x="119035" y="33021"/>
                            <a:pt x="111320" y="34641"/>
                            <a:pt x="104843" y="33593"/>
                          </a:cubicBezTo>
                          <a:cubicBezTo>
                            <a:pt x="97223" y="32736"/>
                            <a:pt x="89984" y="31879"/>
                            <a:pt x="82936" y="29783"/>
                          </a:cubicBezTo>
                          <a:cubicBezTo>
                            <a:pt x="79411" y="28830"/>
                            <a:pt x="75982" y="27878"/>
                            <a:pt x="72553" y="26545"/>
                          </a:cubicBezTo>
                          <a:cubicBezTo>
                            <a:pt x="69220" y="25021"/>
                            <a:pt x="65886" y="23306"/>
                            <a:pt x="62742" y="21496"/>
                          </a:cubicBezTo>
                          <a:cubicBezTo>
                            <a:pt x="51789" y="14829"/>
                            <a:pt x="42549" y="4446"/>
                            <a:pt x="27881" y="1018"/>
                          </a:cubicBezTo>
                          <a:cubicBezTo>
                            <a:pt x="14641" y="-1935"/>
                            <a:pt x="1497" y="1589"/>
                            <a:pt x="163" y="1092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0" name="Forme libre : forme 12589">
                      <a:extLst>
                        <a:ext uri="{FF2B5EF4-FFF2-40B4-BE49-F238E27FC236}">
                          <a16:creationId xmlns:a16="http://schemas.microsoft.com/office/drawing/2014/main" id="{0556A88B-7318-4925-BAE1-9A4FA16531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0376" y="2697082"/>
                      <a:ext cx="37510" cy="9876"/>
                    </a:xfrm>
                    <a:custGeom>
                      <a:avLst/>
                      <a:gdLst>
                        <a:gd name="connsiteX0" fmla="*/ 4441 w 37510"/>
                        <a:gd name="connsiteY0" fmla="*/ 1731 h 9876"/>
                        <a:gd name="connsiteX1" fmla="*/ 345 w 37510"/>
                        <a:gd name="connsiteY1" fmla="*/ 3064 h 9876"/>
                        <a:gd name="connsiteX2" fmla="*/ 2250 w 37510"/>
                        <a:gd name="connsiteY2" fmla="*/ 6303 h 9876"/>
                        <a:gd name="connsiteX3" fmla="*/ 8918 w 37510"/>
                        <a:gd name="connsiteY3" fmla="*/ 8398 h 9876"/>
                        <a:gd name="connsiteX4" fmla="*/ 25968 w 37510"/>
                        <a:gd name="connsiteY4" fmla="*/ 9732 h 9876"/>
                        <a:gd name="connsiteX5" fmla="*/ 32063 w 37510"/>
                        <a:gd name="connsiteY5" fmla="*/ 9065 h 9876"/>
                        <a:gd name="connsiteX6" fmla="*/ 29682 w 37510"/>
                        <a:gd name="connsiteY6" fmla="*/ 112 h 9876"/>
                        <a:gd name="connsiteX7" fmla="*/ 4441 w 37510"/>
                        <a:gd name="connsiteY7" fmla="*/ 1731 h 9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7510" h="9876">
                          <a:moveTo>
                            <a:pt x="4441" y="1731"/>
                          </a:moveTo>
                          <a:cubicBezTo>
                            <a:pt x="2631" y="1921"/>
                            <a:pt x="1298" y="2112"/>
                            <a:pt x="345" y="3064"/>
                          </a:cubicBezTo>
                          <a:cubicBezTo>
                            <a:pt x="-607" y="4017"/>
                            <a:pt x="536" y="5255"/>
                            <a:pt x="2250" y="6303"/>
                          </a:cubicBezTo>
                          <a:cubicBezTo>
                            <a:pt x="3870" y="7351"/>
                            <a:pt x="6727" y="8113"/>
                            <a:pt x="8918" y="8398"/>
                          </a:cubicBezTo>
                          <a:cubicBezTo>
                            <a:pt x="14537" y="9446"/>
                            <a:pt x="20443" y="10208"/>
                            <a:pt x="25968" y="9732"/>
                          </a:cubicBezTo>
                          <a:cubicBezTo>
                            <a:pt x="28158" y="9637"/>
                            <a:pt x="30254" y="9637"/>
                            <a:pt x="32063" y="9065"/>
                          </a:cubicBezTo>
                          <a:cubicBezTo>
                            <a:pt x="39683" y="6017"/>
                            <a:pt x="39683" y="874"/>
                            <a:pt x="29682" y="112"/>
                          </a:cubicBezTo>
                          <a:cubicBezTo>
                            <a:pt x="21777" y="-365"/>
                            <a:pt x="12061" y="778"/>
                            <a:pt x="4441" y="1731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1" name="Forme libre : forme 12590">
                      <a:extLst>
                        <a:ext uri="{FF2B5EF4-FFF2-40B4-BE49-F238E27FC236}">
                          <a16:creationId xmlns:a16="http://schemas.microsoft.com/office/drawing/2014/main" id="{85F4E85B-9704-48C6-B8CC-F4575FA6B5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7114" y="2700051"/>
                      <a:ext cx="52863" cy="48101"/>
                    </a:xfrm>
                    <a:custGeom>
                      <a:avLst/>
                      <a:gdLst>
                        <a:gd name="connsiteX0" fmla="*/ 52864 w 52863"/>
                        <a:gd name="connsiteY0" fmla="*/ 0 h 48101"/>
                        <a:gd name="connsiteX1" fmla="*/ 0 w 52863"/>
                        <a:gd name="connsiteY1" fmla="*/ 48101 h 48101"/>
                        <a:gd name="connsiteX2" fmla="*/ 17050 w 52863"/>
                        <a:gd name="connsiteY2" fmla="*/ 38481 h 48101"/>
                        <a:gd name="connsiteX3" fmla="*/ 31813 w 52863"/>
                        <a:gd name="connsiteY3" fmla="*/ 26098 h 48101"/>
                        <a:gd name="connsiteX4" fmla="*/ 38290 w 52863"/>
                        <a:gd name="connsiteY4" fmla="*/ 19717 h 48101"/>
                        <a:gd name="connsiteX5" fmla="*/ 43815 w 52863"/>
                        <a:gd name="connsiteY5" fmla="*/ 12859 h 48101"/>
                        <a:gd name="connsiteX6" fmla="*/ 52864 w 52863"/>
                        <a:gd name="connsiteY6" fmla="*/ 0 h 48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2863" h="48101">
                          <a:moveTo>
                            <a:pt x="52864" y="0"/>
                          </a:moveTo>
                          <a:cubicBezTo>
                            <a:pt x="51340" y="16288"/>
                            <a:pt x="22670" y="38957"/>
                            <a:pt x="0" y="48101"/>
                          </a:cubicBezTo>
                          <a:cubicBezTo>
                            <a:pt x="5905" y="45244"/>
                            <a:pt x="11621" y="41910"/>
                            <a:pt x="17050" y="38481"/>
                          </a:cubicBezTo>
                          <a:cubicBezTo>
                            <a:pt x="22288" y="34576"/>
                            <a:pt x="27241" y="30289"/>
                            <a:pt x="31813" y="26098"/>
                          </a:cubicBezTo>
                          <a:cubicBezTo>
                            <a:pt x="34099" y="24003"/>
                            <a:pt x="36290" y="21907"/>
                            <a:pt x="38290" y="19717"/>
                          </a:cubicBezTo>
                          <a:cubicBezTo>
                            <a:pt x="40291" y="17431"/>
                            <a:pt x="42100" y="15145"/>
                            <a:pt x="43815" y="12859"/>
                          </a:cubicBezTo>
                          <a:cubicBezTo>
                            <a:pt x="47339" y="8477"/>
                            <a:pt x="50387" y="4096"/>
                            <a:pt x="5286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2" name="Forme libre : forme 12591">
                      <a:extLst>
                        <a:ext uri="{FF2B5EF4-FFF2-40B4-BE49-F238E27FC236}">
                          <a16:creationId xmlns:a16="http://schemas.microsoft.com/office/drawing/2014/main" id="{D5D6E71E-5963-4168-BC8D-1BA2DBA6EA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4811" y="2679287"/>
                      <a:ext cx="62198" cy="1773"/>
                    </a:xfrm>
                    <a:custGeom>
                      <a:avLst/>
                      <a:gdLst>
                        <a:gd name="connsiteX0" fmla="*/ 62198 w 62198"/>
                        <a:gd name="connsiteY0" fmla="*/ 953 h 1773"/>
                        <a:gd name="connsiteX1" fmla="*/ 0 w 62198"/>
                        <a:gd name="connsiteY1" fmla="*/ 0 h 1773"/>
                        <a:gd name="connsiteX2" fmla="*/ 62198 w 62198"/>
                        <a:gd name="connsiteY2" fmla="*/ 953 h 1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62198" h="1773">
                          <a:moveTo>
                            <a:pt x="62198" y="953"/>
                          </a:moveTo>
                          <a:cubicBezTo>
                            <a:pt x="41434" y="-953"/>
                            <a:pt x="20288" y="953"/>
                            <a:pt x="0" y="0"/>
                          </a:cubicBezTo>
                          <a:cubicBezTo>
                            <a:pt x="18669" y="286"/>
                            <a:pt x="43625" y="3143"/>
                            <a:pt x="62198" y="9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3" name="Forme libre : forme 12592">
                      <a:extLst>
                        <a:ext uri="{FF2B5EF4-FFF2-40B4-BE49-F238E27FC236}">
                          <a16:creationId xmlns:a16="http://schemas.microsoft.com/office/drawing/2014/main" id="{888CC765-153E-44B7-B435-A5F4D9AD1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7623" y="2707957"/>
                      <a:ext cx="35502" cy="8208"/>
                    </a:xfrm>
                    <a:custGeom>
                      <a:avLst/>
                      <a:gdLst>
                        <a:gd name="connsiteX0" fmla="*/ 35396 w 35502"/>
                        <a:gd name="connsiteY0" fmla="*/ 2858 h 8208"/>
                        <a:gd name="connsiteX1" fmla="*/ 26251 w 35502"/>
                        <a:gd name="connsiteY1" fmla="*/ 7239 h 8208"/>
                        <a:gd name="connsiteX2" fmla="*/ 14822 w 35502"/>
                        <a:gd name="connsiteY2" fmla="*/ 8096 h 8208"/>
                        <a:gd name="connsiteX3" fmla="*/ 343 w 35502"/>
                        <a:gd name="connsiteY3" fmla="*/ 3334 h 8208"/>
                        <a:gd name="connsiteX4" fmla="*/ 9297 w 35502"/>
                        <a:gd name="connsiteY4" fmla="*/ 571 h 8208"/>
                        <a:gd name="connsiteX5" fmla="*/ 19489 w 35502"/>
                        <a:gd name="connsiteY5" fmla="*/ 0 h 8208"/>
                        <a:gd name="connsiteX6" fmla="*/ 35396 w 35502"/>
                        <a:gd name="connsiteY6" fmla="*/ 2858 h 8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02" h="8208">
                          <a:moveTo>
                            <a:pt x="35396" y="2858"/>
                          </a:moveTo>
                          <a:cubicBezTo>
                            <a:pt x="34633" y="4763"/>
                            <a:pt x="30633" y="6477"/>
                            <a:pt x="26251" y="7239"/>
                          </a:cubicBezTo>
                          <a:cubicBezTo>
                            <a:pt x="21775" y="7906"/>
                            <a:pt x="17012" y="8096"/>
                            <a:pt x="14822" y="8096"/>
                          </a:cubicBezTo>
                          <a:cubicBezTo>
                            <a:pt x="10345" y="8668"/>
                            <a:pt x="-2228" y="7049"/>
                            <a:pt x="343" y="3334"/>
                          </a:cubicBezTo>
                          <a:cubicBezTo>
                            <a:pt x="1582" y="1429"/>
                            <a:pt x="5297" y="953"/>
                            <a:pt x="9297" y="571"/>
                          </a:cubicBezTo>
                          <a:cubicBezTo>
                            <a:pt x="13297" y="95"/>
                            <a:pt x="17489" y="95"/>
                            <a:pt x="19489" y="0"/>
                          </a:cubicBezTo>
                          <a:cubicBezTo>
                            <a:pt x="23489" y="476"/>
                            <a:pt x="36824" y="-1048"/>
                            <a:pt x="35396" y="285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4" name="Forme libre : forme 12593">
                      <a:extLst>
                        <a:ext uri="{FF2B5EF4-FFF2-40B4-BE49-F238E27FC236}">
                          <a16:creationId xmlns:a16="http://schemas.microsoft.com/office/drawing/2014/main" id="{C67C283E-115F-4574-BF6F-10948DCD1B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8278" y="2707878"/>
                      <a:ext cx="10069" cy="3977"/>
                    </a:xfrm>
                    <a:custGeom>
                      <a:avLst/>
                      <a:gdLst>
                        <a:gd name="connsiteX0" fmla="*/ 9978 w 10069"/>
                        <a:gd name="connsiteY0" fmla="*/ 746 h 3977"/>
                        <a:gd name="connsiteX1" fmla="*/ 5787 w 10069"/>
                        <a:gd name="connsiteY1" fmla="*/ 3508 h 3977"/>
                        <a:gd name="connsiteX2" fmla="*/ 72 w 10069"/>
                        <a:gd name="connsiteY2" fmla="*/ 3222 h 3977"/>
                        <a:gd name="connsiteX3" fmla="*/ 4073 w 10069"/>
                        <a:gd name="connsiteY3" fmla="*/ 555 h 3977"/>
                        <a:gd name="connsiteX4" fmla="*/ 9978 w 10069"/>
                        <a:gd name="connsiteY4" fmla="*/ 746 h 3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69" h="3977">
                          <a:moveTo>
                            <a:pt x="9978" y="746"/>
                          </a:moveTo>
                          <a:cubicBezTo>
                            <a:pt x="10645" y="1984"/>
                            <a:pt x="7502" y="3032"/>
                            <a:pt x="5787" y="3508"/>
                          </a:cubicBezTo>
                          <a:cubicBezTo>
                            <a:pt x="4073" y="3889"/>
                            <a:pt x="644" y="4461"/>
                            <a:pt x="72" y="3222"/>
                          </a:cubicBezTo>
                          <a:cubicBezTo>
                            <a:pt x="-499" y="1889"/>
                            <a:pt x="2454" y="937"/>
                            <a:pt x="4073" y="555"/>
                          </a:cubicBezTo>
                          <a:cubicBezTo>
                            <a:pt x="5787" y="79"/>
                            <a:pt x="9217" y="-492"/>
                            <a:pt x="9978" y="7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5" name="Forme libre : forme 12594">
                      <a:extLst>
                        <a:ext uri="{FF2B5EF4-FFF2-40B4-BE49-F238E27FC236}">
                          <a16:creationId xmlns:a16="http://schemas.microsoft.com/office/drawing/2014/main" id="{CD75AE3A-DE2D-423D-8BBE-E5852AC21B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6412" y="2682808"/>
                      <a:ext cx="86899" cy="20319"/>
                    </a:xfrm>
                    <a:custGeom>
                      <a:avLst/>
                      <a:gdLst>
                        <a:gd name="connsiteX0" fmla="*/ 60609 w 86899"/>
                        <a:gd name="connsiteY0" fmla="*/ 5242 h 20319"/>
                        <a:gd name="connsiteX1" fmla="*/ 85564 w 86899"/>
                        <a:gd name="connsiteY1" fmla="*/ 11052 h 20319"/>
                        <a:gd name="connsiteX2" fmla="*/ 82135 w 86899"/>
                        <a:gd name="connsiteY2" fmla="*/ 18863 h 20319"/>
                        <a:gd name="connsiteX3" fmla="*/ 70895 w 86899"/>
                        <a:gd name="connsiteY3" fmla="*/ 19815 h 20319"/>
                        <a:gd name="connsiteX4" fmla="*/ 37558 w 86899"/>
                        <a:gd name="connsiteY4" fmla="*/ 16291 h 20319"/>
                        <a:gd name="connsiteX5" fmla="*/ 27843 w 86899"/>
                        <a:gd name="connsiteY5" fmla="*/ 16291 h 20319"/>
                        <a:gd name="connsiteX6" fmla="*/ 13936 w 86899"/>
                        <a:gd name="connsiteY6" fmla="*/ 15148 h 20319"/>
                        <a:gd name="connsiteX7" fmla="*/ 2792 w 86899"/>
                        <a:gd name="connsiteY7" fmla="*/ 12005 h 20319"/>
                        <a:gd name="connsiteX8" fmla="*/ 601 w 86899"/>
                        <a:gd name="connsiteY8" fmla="*/ 6861 h 20319"/>
                        <a:gd name="connsiteX9" fmla="*/ 39368 w 86899"/>
                        <a:gd name="connsiteY9" fmla="*/ 194 h 20319"/>
                        <a:gd name="connsiteX10" fmla="*/ 60609 w 86899"/>
                        <a:gd name="connsiteY10" fmla="*/ 5242 h 20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6899" h="20319">
                          <a:moveTo>
                            <a:pt x="60609" y="5242"/>
                          </a:moveTo>
                          <a:cubicBezTo>
                            <a:pt x="70705" y="7147"/>
                            <a:pt x="77849" y="6861"/>
                            <a:pt x="85564" y="11052"/>
                          </a:cubicBezTo>
                          <a:cubicBezTo>
                            <a:pt x="88421" y="12481"/>
                            <a:pt x="86421" y="16862"/>
                            <a:pt x="82135" y="18863"/>
                          </a:cubicBezTo>
                          <a:cubicBezTo>
                            <a:pt x="77849" y="20768"/>
                            <a:pt x="74515" y="20482"/>
                            <a:pt x="70895" y="19815"/>
                          </a:cubicBezTo>
                          <a:cubicBezTo>
                            <a:pt x="59751" y="17529"/>
                            <a:pt x="49274" y="18005"/>
                            <a:pt x="37558" y="16291"/>
                          </a:cubicBezTo>
                          <a:cubicBezTo>
                            <a:pt x="35748" y="16100"/>
                            <a:pt x="32129" y="16195"/>
                            <a:pt x="27843" y="16291"/>
                          </a:cubicBezTo>
                          <a:cubicBezTo>
                            <a:pt x="23556" y="16291"/>
                            <a:pt x="18508" y="15719"/>
                            <a:pt x="13936" y="15148"/>
                          </a:cubicBezTo>
                          <a:cubicBezTo>
                            <a:pt x="9364" y="14767"/>
                            <a:pt x="5364" y="13528"/>
                            <a:pt x="2792" y="12005"/>
                          </a:cubicBezTo>
                          <a:cubicBezTo>
                            <a:pt x="220" y="10576"/>
                            <a:pt x="-732" y="8861"/>
                            <a:pt x="601" y="6861"/>
                          </a:cubicBezTo>
                          <a:cubicBezTo>
                            <a:pt x="5935" y="-92"/>
                            <a:pt x="30128" y="-378"/>
                            <a:pt x="39368" y="194"/>
                          </a:cubicBezTo>
                          <a:cubicBezTo>
                            <a:pt x="48607" y="1241"/>
                            <a:pt x="53179" y="3813"/>
                            <a:pt x="60609" y="524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69" name="Graphique 1">
                    <a:extLst>
                      <a:ext uri="{FF2B5EF4-FFF2-40B4-BE49-F238E27FC236}">
                        <a16:creationId xmlns:a16="http://schemas.microsoft.com/office/drawing/2014/main" id="{56E758E3-F234-45B0-B93C-AC5A03C7B7B0}"/>
                      </a:ext>
                    </a:extLst>
                  </p:cNvPr>
                  <p:cNvGrpSpPr/>
                  <p:nvPr/>
                </p:nvGrpSpPr>
                <p:grpSpPr>
                  <a:xfrm>
                    <a:off x="3739136" y="2624861"/>
                    <a:ext cx="862991" cy="116521"/>
                    <a:chOff x="3739136" y="2624861"/>
                    <a:chExt cx="862991" cy="116521"/>
                  </a:xfrm>
                  <a:solidFill>
                    <a:schemeClr val="accent1"/>
                  </a:solidFill>
                </p:grpSpPr>
                <p:grpSp>
                  <p:nvGrpSpPr>
                    <p:cNvPr id="12532" name="Graphique 1">
                      <a:extLst>
                        <a:ext uri="{FF2B5EF4-FFF2-40B4-BE49-F238E27FC236}">
                          <a16:creationId xmlns:a16="http://schemas.microsoft.com/office/drawing/2014/main" id="{5F3AFA7D-0C56-4F3A-98D4-E446CD669D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39136" y="2624861"/>
                      <a:ext cx="208068" cy="111625"/>
                      <a:chOff x="3739136" y="2624861"/>
                      <a:chExt cx="208068" cy="111625"/>
                    </a:xfrm>
                    <a:solidFill>
                      <a:schemeClr val="accent1"/>
                    </a:solidFill>
                  </p:grpSpPr>
                  <p:sp>
                    <p:nvSpPr>
                      <p:cNvPr id="12572" name="Forme libre : forme 12571">
                        <a:extLst>
                          <a:ext uri="{FF2B5EF4-FFF2-40B4-BE49-F238E27FC236}">
                            <a16:creationId xmlns:a16="http://schemas.microsoft.com/office/drawing/2014/main" id="{55BDE1FF-68E1-4341-85B3-B3394E51AC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9149" y="2624861"/>
                        <a:ext cx="208055" cy="111625"/>
                      </a:xfrm>
                      <a:custGeom>
                        <a:avLst/>
                        <a:gdLst>
                          <a:gd name="connsiteX0" fmla="*/ 126385 w 208055"/>
                          <a:gd name="connsiteY0" fmla="*/ 107004 h 111625"/>
                          <a:gd name="connsiteX1" fmla="*/ 52948 w 208055"/>
                          <a:gd name="connsiteY1" fmla="*/ 78334 h 111625"/>
                          <a:gd name="connsiteX2" fmla="*/ 846 w 208055"/>
                          <a:gd name="connsiteY2" fmla="*/ 21946 h 111625"/>
                          <a:gd name="connsiteX3" fmla="*/ 941 w 208055"/>
                          <a:gd name="connsiteY3" fmla="*/ 10611 h 111625"/>
                          <a:gd name="connsiteX4" fmla="*/ 4370 w 208055"/>
                          <a:gd name="connsiteY4" fmla="*/ 5277 h 111625"/>
                          <a:gd name="connsiteX5" fmla="*/ 10371 w 208055"/>
                          <a:gd name="connsiteY5" fmla="*/ 2610 h 111625"/>
                          <a:gd name="connsiteX6" fmla="*/ 85333 w 208055"/>
                          <a:gd name="connsiteY6" fmla="*/ 10230 h 111625"/>
                          <a:gd name="connsiteX7" fmla="*/ 146959 w 208055"/>
                          <a:gd name="connsiteY7" fmla="*/ 34519 h 111625"/>
                          <a:gd name="connsiteX8" fmla="*/ 203347 w 208055"/>
                          <a:gd name="connsiteY8" fmla="*/ 76238 h 111625"/>
                          <a:gd name="connsiteX9" fmla="*/ 204014 w 208055"/>
                          <a:gd name="connsiteY9" fmla="*/ 97384 h 111625"/>
                          <a:gd name="connsiteX10" fmla="*/ 126385 w 208055"/>
                          <a:gd name="connsiteY10" fmla="*/ 107004 h 1116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08055" h="111625">
                            <a:moveTo>
                              <a:pt x="126385" y="107004"/>
                            </a:moveTo>
                            <a:cubicBezTo>
                              <a:pt x="107811" y="102337"/>
                              <a:pt x="69902" y="87287"/>
                              <a:pt x="52948" y="78334"/>
                            </a:cubicBezTo>
                            <a:cubicBezTo>
                              <a:pt x="20848" y="61951"/>
                              <a:pt x="9323" y="43567"/>
                              <a:pt x="846" y="21946"/>
                            </a:cubicBezTo>
                            <a:cubicBezTo>
                              <a:pt x="-202" y="18326"/>
                              <a:pt x="-392" y="14326"/>
                              <a:pt x="941" y="10611"/>
                            </a:cubicBezTo>
                            <a:cubicBezTo>
                              <a:pt x="1608" y="8515"/>
                              <a:pt x="2751" y="6706"/>
                              <a:pt x="4370" y="5277"/>
                            </a:cubicBezTo>
                            <a:cubicBezTo>
                              <a:pt x="6084" y="3943"/>
                              <a:pt x="8275" y="3086"/>
                              <a:pt x="10371" y="2610"/>
                            </a:cubicBezTo>
                            <a:cubicBezTo>
                              <a:pt x="34850" y="-2057"/>
                              <a:pt x="56091" y="-1010"/>
                              <a:pt x="85333" y="10230"/>
                            </a:cubicBezTo>
                            <a:cubicBezTo>
                              <a:pt x="100858" y="16421"/>
                              <a:pt x="131529" y="28804"/>
                              <a:pt x="146959" y="34519"/>
                            </a:cubicBezTo>
                            <a:cubicBezTo>
                              <a:pt x="175915" y="45472"/>
                              <a:pt x="188298" y="58903"/>
                              <a:pt x="203347" y="76238"/>
                            </a:cubicBezTo>
                            <a:cubicBezTo>
                              <a:pt x="208491" y="82048"/>
                              <a:pt x="210396" y="92621"/>
                              <a:pt x="204014" y="97384"/>
                            </a:cubicBezTo>
                            <a:cubicBezTo>
                              <a:pt x="185726" y="110909"/>
                              <a:pt x="160771" y="116243"/>
                              <a:pt x="126385" y="10700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73" name="Forme libre : forme 12572">
                        <a:extLst>
                          <a:ext uri="{FF2B5EF4-FFF2-40B4-BE49-F238E27FC236}">
                            <a16:creationId xmlns:a16="http://schemas.microsoft.com/office/drawing/2014/main" id="{A3802386-599C-4C2F-8840-8487F24AB3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9136" y="2637377"/>
                        <a:ext cx="204503" cy="98874"/>
                      </a:xfrm>
                      <a:custGeom>
                        <a:avLst/>
                        <a:gdLst>
                          <a:gd name="connsiteX0" fmla="*/ 74678 w 204503"/>
                          <a:gd name="connsiteY0" fmla="*/ 45815 h 98874"/>
                          <a:gd name="connsiteX1" fmla="*/ 32863 w 204503"/>
                          <a:gd name="connsiteY1" fmla="*/ 26098 h 98874"/>
                          <a:gd name="connsiteX2" fmla="*/ 14956 w 204503"/>
                          <a:gd name="connsiteY2" fmla="*/ 13525 h 98874"/>
                          <a:gd name="connsiteX3" fmla="*/ 382 w 204503"/>
                          <a:gd name="connsiteY3" fmla="*/ 0 h 98874"/>
                          <a:gd name="connsiteX4" fmla="*/ 859 w 204503"/>
                          <a:gd name="connsiteY4" fmla="*/ 9239 h 98874"/>
                          <a:gd name="connsiteX5" fmla="*/ 5621 w 204503"/>
                          <a:gd name="connsiteY5" fmla="*/ 20098 h 98874"/>
                          <a:gd name="connsiteX6" fmla="*/ 27529 w 204503"/>
                          <a:gd name="connsiteY6" fmla="*/ 48863 h 98874"/>
                          <a:gd name="connsiteX7" fmla="*/ 52961 w 204503"/>
                          <a:gd name="connsiteY7" fmla="*/ 65627 h 98874"/>
                          <a:gd name="connsiteX8" fmla="*/ 64295 w 204503"/>
                          <a:gd name="connsiteY8" fmla="*/ 71056 h 98874"/>
                          <a:gd name="connsiteX9" fmla="*/ 120683 w 204503"/>
                          <a:gd name="connsiteY9" fmla="*/ 92678 h 98874"/>
                          <a:gd name="connsiteX10" fmla="*/ 126398 w 204503"/>
                          <a:gd name="connsiteY10" fmla="*/ 94297 h 98874"/>
                          <a:gd name="connsiteX11" fmla="*/ 159545 w 204503"/>
                          <a:gd name="connsiteY11" fmla="*/ 98869 h 98874"/>
                          <a:gd name="connsiteX12" fmla="*/ 194883 w 204503"/>
                          <a:gd name="connsiteY12" fmla="*/ 90392 h 98874"/>
                          <a:gd name="connsiteX13" fmla="*/ 204218 w 204503"/>
                          <a:gd name="connsiteY13" fmla="*/ 84677 h 98874"/>
                          <a:gd name="connsiteX14" fmla="*/ 204503 w 204503"/>
                          <a:gd name="connsiteY14" fmla="*/ 84391 h 98874"/>
                          <a:gd name="connsiteX15" fmla="*/ 74678 w 204503"/>
                          <a:gd name="connsiteY15" fmla="*/ 45815 h 988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204503" h="98874">
                            <a:moveTo>
                              <a:pt x="74678" y="45815"/>
                            </a:moveTo>
                            <a:cubicBezTo>
                              <a:pt x="60295" y="40481"/>
                              <a:pt x="45817" y="33909"/>
                              <a:pt x="32863" y="26098"/>
                            </a:cubicBezTo>
                            <a:cubicBezTo>
                              <a:pt x="26386" y="22193"/>
                              <a:pt x="20385" y="18002"/>
                              <a:pt x="14956" y="13525"/>
                            </a:cubicBezTo>
                            <a:cubicBezTo>
                              <a:pt x="9431" y="9239"/>
                              <a:pt x="4954" y="3905"/>
                              <a:pt x="382" y="0"/>
                            </a:cubicBezTo>
                            <a:cubicBezTo>
                              <a:pt x="-189" y="2953"/>
                              <a:pt x="-189" y="6382"/>
                              <a:pt x="859" y="9239"/>
                            </a:cubicBezTo>
                            <a:cubicBezTo>
                              <a:pt x="2288" y="12859"/>
                              <a:pt x="3907" y="16573"/>
                              <a:pt x="5621" y="20098"/>
                            </a:cubicBezTo>
                            <a:cubicBezTo>
                              <a:pt x="10765" y="30289"/>
                              <a:pt x="17337" y="39909"/>
                              <a:pt x="27529" y="48863"/>
                            </a:cubicBezTo>
                            <a:cubicBezTo>
                              <a:pt x="34196" y="54673"/>
                              <a:pt x="42483" y="60293"/>
                              <a:pt x="52961" y="65627"/>
                            </a:cubicBezTo>
                            <a:cubicBezTo>
                              <a:pt x="56104" y="67246"/>
                              <a:pt x="60009" y="69151"/>
                              <a:pt x="64295" y="71056"/>
                            </a:cubicBezTo>
                            <a:cubicBezTo>
                              <a:pt x="81059" y="78772"/>
                              <a:pt x="104872" y="87916"/>
                              <a:pt x="120683" y="92678"/>
                            </a:cubicBezTo>
                            <a:cubicBezTo>
                              <a:pt x="122684" y="93250"/>
                              <a:pt x="124684" y="93821"/>
                              <a:pt x="126398" y="94297"/>
                            </a:cubicBezTo>
                            <a:cubicBezTo>
                              <a:pt x="138590" y="97631"/>
                              <a:pt x="149639" y="98965"/>
                              <a:pt x="159545" y="98869"/>
                            </a:cubicBezTo>
                            <a:cubicBezTo>
                              <a:pt x="173166" y="98584"/>
                              <a:pt x="184787" y="95345"/>
                              <a:pt x="194883" y="90392"/>
                            </a:cubicBezTo>
                            <a:cubicBezTo>
                              <a:pt x="198121" y="88678"/>
                              <a:pt x="201265" y="86773"/>
                              <a:pt x="204218" y="84677"/>
                            </a:cubicBezTo>
                            <a:lnTo>
                              <a:pt x="204503" y="84391"/>
                            </a:lnTo>
                            <a:cubicBezTo>
                              <a:pt x="158974" y="78295"/>
                              <a:pt x="115826" y="60865"/>
                              <a:pt x="74678" y="4581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74" name="Forme libre : forme 12573">
                        <a:extLst>
                          <a:ext uri="{FF2B5EF4-FFF2-40B4-BE49-F238E27FC236}">
                            <a16:creationId xmlns:a16="http://schemas.microsoft.com/office/drawing/2014/main" id="{EC5BA6CC-6388-4F48-9619-883D07FF0A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08773" y="2666674"/>
                        <a:ext cx="96930" cy="44154"/>
                      </a:xfrm>
                      <a:custGeom>
                        <a:avLst/>
                        <a:gdLst>
                          <a:gd name="connsiteX0" fmla="*/ 96862 w 96930"/>
                          <a:gd name="connsiteY0" fmla="*/ 39568 h 44154"/>
                          <a:gd name="connsiteX1" fmla="*/ 73240 w 96930"/>
                          <a:gd name="connsiteY1" fmla="*/ 43188 h 44154"/>
                          <a:gd name="connsiteX2" fmla="*/ 41521 w 96930"/>
                          <a:gd name="connsiteY2" fmla="*/ 34996 h 44154"/>
                          <a:gd name="connsiteX3" fmla="*/ 373 w 96930"/>
                          <a:gd name="connsiteY3" fmla="*/ 3659 h 44154"/>
                          <a:gd name="connsiteX4" fmla="*/ 49808 w 96930"/>
                          <a:gd name="connsiteY4" fmla="*/ 11565 h 44154"/>
                          <a:gd name="connsiteX5" fmla="*/ 78288 w 96930"/>
                          <a:gd name="connsiteY5" fmla="*/ 24042 h 44154"/>
                          <a:gd name="connsiteX6" fmla="*/ 96862 w 96930"/>
                          <a:gd name="connsiteY6" fmla="*/ 39568 h 441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6930" h="44154">
                            <a:moveTo>
                              <a:pt x="96862" y="39568"/>
                            </a:moveTo>
                            <a:cubicBezTo>
                              <a:pt x="95814" y="44521"/>
                              <a:pt x="85241" y="44997"/>
                              <a:pt x="73240" y="43188"/>
                            </a:cubicBezTo>
                            <a:cubicBezTo>
                              <a:pt x="61238" y="41378"/>
                              <a:pt x="47998" y="37378"/>
                              <a:pt x="41521" y="34996"/>
                            </a:cubicBezTo>
                            <a:cubicBezTo>
                              <a:pt x="28377" y="30424"/>
                              <a:pt x="-3817" y="14041"/>
                              <a:pt x="373" y="3659"/>
                            </a:cubicBezTo>
                            <a:cubicBezTo>
                              <a:pt x="4469" y="-6437"/>
                              <a:pt x="38093" y="7088"/>
                              <a:pt x="49808" y="11565"/>
                            </a:cubicBezTo>
                            <a:cubicBezTo>
                              <a:pt x="55619" y="13946"/>
                              <a:pt x="67811" y="18899"/>
                              <a:pt x="78288" y="24042"/>
                            </a:cubicBezTo>
                            <a:cubicBezTo>
                              <a:pt x="88766" y="29281"/>
                              <a:pt x="97814" y="34615"/>
                              <a:pt x="96862" y="3956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75" name="Forme libre : forme 12574">
                        <a:extLst>
                          <a:ext uri="{FF2B5EF4-FFF2-40B4-BE49-F238E27FC236}">
                            <a16:creationId xmlns:a16="http://schemas.microsoft.com/office/drawing/2014/main" id="{9A15A568-2575-45C4-8B49-F4539EDCAD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08545" y="2666728"/>
                        <a:ext cx="63752" cy="41038"/>
                      </a:xfrm>
                      <a:custGeom>
                        <a:avLst/>
                        <a:gdLst>
                          <a:gd name="connsiteX0" fmla="*/ 24223 w 63752"/>
                          <a:gd name="connsiteY0" fmla="*/ 3033 h 41038"/>
                          <a:gd name="connsiteX1" fmla="*/ 30 w 63752"/>
                          <a:gd name="connsiteY1" fmla="*/ 3510 h 41038"/>
                          <a:gd name="connsiteX2" fmla="*/ 42130 w 63752"/>
                          <a:gd name="connsiteY2" fmla="*/ 35228 h 41038"/>
                          <a:gd name="connsiteX3" fmla="*/ 63752 w 63752"/>
                          <a:gd name="connsiteY3" fmla="*/ 41038 h 41038"/>
                          <a:gd name="connsiteX4" fmla="*/ 52608 w 63752"/>
                          <a:gd name="connsiteY4" fmla="*/ 36466 h 41038"/>
                          <a:gd name="connsiteX5" fmla="*/ 24223 w 63752"/>
                          <a:gd name="connsiteY5" fmla="*/ 3033 h 410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3752" h="41038">
                            <a:moveTo>
                              <a:pt x="24223" y="3033"/>
                            </a:moveTo>
                            <a:cubicBezTo>
                              <a:pt x="17556" y="2367"/>
                              <a:pt x="697" y="-3730"/>
                              <a:pt x="30" y="3510"/>
                            </a:cubicBezTo>
                            <a:cubicBezTo>
                              <a:pt x="-1018" y="15225"/>
                              <a:pt x="25747" y="29132"/>
                              <a:pt x="42130" y="35228"/>
                            </a:cubicBezTo>
                            <a:cubicBezTo>
                              <a:pt x="46893" y="37037"/>
                              <a:pt x="58037" y="40181"/>
                              <a:pt x="63752" y="41038"/>
                            </a:cubicBezTo>
                            <a:cubicBezTo>
                              <a:pt x="60609" y="39895"/>
                              <a:pt x="55370" y="38085"/>
                              <a:pt x="52608" y="36466"/>
                            </a:cubicBezTo>
                            <a:cubicBezTo>
                              <a:pt x="37273" y="27417"/>
                              <a:pt x="20413" y="14559"/>
                              <a:pt x="24223" y="3033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76" name="Forme libre : forme 12575">
                        <a:extLst>
                          <a:ext uri="{FF2B5EF4-FFF2-40B4-BE49-F238E27FC236}">
                            <a16:creationId xmlns:a16="http://schemas.microsoft.com/office/drawing/2014/main" id="{7732A43A-5AE3-418F-BAFE-BCC9A94E2C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12590" y="2671381"/>
                        <a:ext cx="98259" cy="43185"/>
                      </a:xfrm>
                      <a:custGeom>
                        <a:avLst/>
                        <a:gdLst>
                          <a:gd name="connsiteX0" fmla="*/ 97807 w 98259"/>
                          <a:gd name="connsiteY0" fmla="*/ 38767 h 43185"/>
                          <a:gd name="connsiteX1" fmla="*/ 72756 w 98259"/>
                          <a:gd name="connsiteY1" fmla="*/ 42387 h 43185"/>
                          <a:gd name="connsiteX2" fmla="*/ 41228 w 98259"/>
                          <a:gd name="connsiteY2" fmla="*/ 34862 h 43185"/>
                          <a:gd name="connsiteX3" fmla="*/ 271 w 98259"/>
                          <a:gd name="connsiteY3" fmla="*/ 3810 h 43185"/>
                          <a:gd name="connsiteX4" fmla="*/ 49706 w 98259"/>
                          <a:gd name="connsiteY4" fmla="*/ 11430 h 43185"/>
                          <a:gd name="connsiteX5" fmla="*/ 79709 w 98259"/>
                          <a:gd name="connsiteY5" fmla="*/ 23718 h 43185"/>
                          <a:gd name="connsiteX6" fmla="*/ 97807 w 98259"/>
                          <a:gd name="connsiteY6" fmla="*/ 38767 h 431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8259" h="43185">
                            <a:moveTo>
                              <a:pt x="97807" y="38767"/>
                            </a:moveTo>
                            <a:cubicBezTo>
                              <a:pt x="95140" y="43339"/>
                              <a:pt x="84472" y="44006"/>
                              <a:pt x="72756" y="42387"/>
                            </a:cubicBezTo>
                            <a:cubicBezTo>
                              <a:pt x="61040" y="40863"/>
                              <a:pt x="48372" y="37243"/>
                              <a:pt x="41228" y="34862"/>
                            </a:cubicBezTo>
                            <a:cubicBezTo>
                              <a:pt x="26846" y="30290"/>
                              <a:pt x="-3158" y="14669"/>
                              <a:pt x="271" y="3810"/>
                            </a:cubicBezTo>
                            <a:cubicBezTo>
                              <a:pt x="3605" y="-6762"/>
                              <a:pt x="38657" y="7620"/>
                              <a:pt x="49706" y="11430"/>
                            </a:cubicBezTo>
                            <a:cubicBezTo>
                              <a:pt x="55135" y="13526"/>
                              <a:pt x="68374" y="18574"/>
                              <a:pt x="79709" y="23718"/>
                            </a:cubicBezTo>
                            <a:cubicBezTo>
                              <a:pt x="90949" y="28861"/>
                              <a:pt x="100474" y="34100"/>
                              <a:pt x="97807" y="3876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77" name="Forme libre : forme 12576">
                        <a:extLst>
                          <a:ext uri="{FF2B5EF4-FFF2-40B4-BE49-F238E27FC236}">
                            <a16:creationId xmlns:a16="http://schemas.microsoft.com/office/drawing/2014/main" id="{3BDD434A-7F2B-48AE-94B3-52D259BBB9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5392" y="2640084"/>
                        <a:ext cx="113523" cy="79294"/>
                      </a:xfrm>
                      <a:custGeom>
                        <a:avLst/>
                        <a:gdLst>
                          <a:gd name="connsiteX0" fmla="*/ 35 w 113523"/>
                          <a:gd name="connsiteY0" fmla="*/ 10628 h 79294"/>
                          <a:gd name="connsiteX1" fmla="*/ 6416 w 113523"/>
                          <a:gd name="connsiteY1" fmla="*/ 27296 h 79294"/>
                          <a:gd name="connsiteX2" fmla="*/ 43088 w 113523"/>
                          <a:gd name="connsiteY2" fmla="*/ 62253 h 79294"/>
                          <a:gd name="connsiteX3" fmla="*/ 91951 w 113523"/>
                          <a:gd name="connsiteY3" fmla="*/ 79017 h 79294"/>
                          <a:gd name="connsiteX4" fmla="*/ 113477 w 113523"/>
                          <a:gd name="connsiteY4" fmla="*/ 71683 h 79294"/>
                          <a:gd name="connsiteX5" fmla="*/ 99857 w 113523"/>
                          <a:gd name="connsiteY5" fmla="*/ 61110 h 79294"/>
                          <a:gd name="connsiteX6" fmla="*/ 64138 w 113523"/>
                          <a:gd name="connsiteY6" fmla="*/ 32154 h 79294"/>
                          <a:gd name="connsiteX7" fmla="*/ 29848 w 113523"/>
                          <a:gd name="connsiteY7" fmla="*/ 2531 h 79294"/>
                          <a:gd name="connsiteX8" fmla="*/ 35 w 113523"/>
                          <a:gd name="connsiteY8" fmla="*/ 10628 h 792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3523" h="79294">
                            <a:moveTo>
                              <a:pt x="35" y="10628"/>
                            </a:moveTo>
                            <a:cubicBezTo>
                              <a:pt x="-251" y="17486"/>
                              <a:pt x="1178" y="20343"/>
                              <a:pt x="6416" y="27296"/>
                            </a:cubicBezTo>
                            <a:cubicBezTo>
                              <a:pt x="16513" y="40536"/>
                              <a:pt x="25085" y="51490"/>
                              <a:pt x="43088" y="62253"/>
                            </a:cubicBezTo>
                            <a:cubicBezTo>
                              <a:pt x="58042" y="71207"/>
                              <a:pt x="76901" y="77588"/>
                              <a:pt x="91951" y="79017"/>
                            </a:cubicBezTo>
                            <a:cubicBezTo>
                              <a:pt x="103191" y="80065"/>
                              <a:pt x="114335" y="78255"/>
                              <a:pt x="113477" y="71683"/>
                            </a:cubicBezTo>
                            <a:cubicBezTo>
                              <a:pt x="113001" y="67587"/>
                              <a:pt x="105381" y="64825"/>
                              <a:pt x="99857" y="61110"/>
                            </a:cubicBezTo>
                            <a:cubicBezTo>
                              <a:pt x="86903" y="52347"/>
                              <a:pt x="74711" y="44060"/>
                              <a:pt x="64138" y="32154"/>
                            </a:cubicBezTo>
                            <a:cubicBezTo>
                              <a:pt x="55184" y="22057"/>
                              <a:pt x="46993" y="8723"/>
                              <a:pt x="29848" y="2531"/>
                            </a:cubicBezTo>
                            <a:cubicBezTo>
                              <a:pt x="14608" y="-3088"/>
                              <a:pt x="511" y="1103"/>
                              <a:pt x="35" y="1062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78" name="Forme libre : forme 12577">
                        <a:extLst>
                          <a:ext uri="{FF2B5EF4-FFF2-40B4-BE49-F238E27FC236}">
                            <a16:creationId xmlns:a16="http://schemas.microsoft.com/office/drawing/2014/main" id="{129F8429-805E-4E89-B614-B9CE4E605E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92347" y="2650842"/>
                        <a:ext cx="40864" cy="14538"/>
                      </a:xfrm>
                      <a:custGeom>
                        <a:avLst/>
                        <a:gdLst>
                          <a:gd name="connsiteX0" fmla="*/ 5084 w 40864"/>
                          <a:gd name="connsiteY0" fmla="*/ 60 h 14538"/>
                          <a:gd name="connsiteX1" fmla="*/ 417 w 40864"/>
                          <a:gd name="connsiteY1" fmla="*/ 727 h 14538"/>
                          <a:gd name="connsiteX2" fmla="*/ 2226 w 40864"/>
                          <a:gd name="connsiteY2" fmla="*/ 4251 h 14538"/>
                          <a:gd name="connsiteX3" fmla="*/ 9084 w 40864"/>
                          <a:gd name="connsiteY3" fmla="*/ 7585 h 14538"/>
                          <a:gd name="connsiteX4" fmla="*/ 26896 w 40864"/>
                          <a:gd name="connsiteY4" fmla="*/ 13300 h 14538"/>
                          <a:gd name="connsiteX5" fmla="*/ 33564 w 40864"/>
                          <a:gd name="connsiteY5" fmla="*/ 14538 h 14538"/>
                          <a:gd name="connsiteX6" fmla="*/ 33278 w 40864"/>
                          <a:gd name="connsiteY6" fmla="*/ 5204 h 14538"/>
                          <a:gd name="connsiteX7" fmla="*/ 5084 w 40864"/>
                          <a:gd name="connsiteY7" fmla="*/ 60 h 145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864" h="14538">
                            <a:moveTo>
                              <a:pt x="5084" y="60"/>
                            </a:moveTo>
                            <a:cubicBezTo>
                              <a:pt x="2988" y="-35"/>
                              <a:pt x="1560" y="-130"/>
                              <a:pt x="417" y="727"/>
                            </a:cubicBezTo>
                            <a:cubicBezTo>
                              <a:pt x="-631" y="1584"/>
                              <a:pt x="417" y="3013"/>
                              <a:pt x="2226" y="4251"/>
                            </a:cubicBezTo>
                            <a:cubicBezTo>
                              <a:pt x="3941" y="5490"/>
                              <a:pt x="6798" y="6728"/>
                              <a:pt x="9084" y="7585"/>
                            </a:cubicBezTo>
                            <a:cubicBezTo>
                              <a:pt x="14895" y="9776"/>
                              <a:pt x="21181" y="11871"/>
                              <a:pt x="26896" y="13300"/>
                            </a:cubicBezTo>
                            <a:cubicBezTo>
                              <a:pt x="29278" y="13872"/>
                              <a:pt x="31468" y="14538"/>
                              <a:pt x="33564" y="14538"/>
                            </a:cubicBezTo>
                            <a:cubicBezTo>
                              <a:pt x="42327" y="14538"/>
                              <a:pt x="44327" y="9300"/>
                              <a:pt x="33278" y="5204"/>
                            </a:cubicBezTo>
                            <a:cubicBezTo>
                              <a:pt x="24705" y="1870"/>
                              <a:pt x="13466" y="441"/>
                              <a:pt x="5084" y="6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79" name="Forme libre : forme 12578">
                        <a:extLst>
                          <a:ext uri="{FF2B5EF4-FFF2-40B4-BE49-F238E27FC236}">
                            <a16:creationId xmlns:a16="http://schemas.microsoft.com/office/drawing/2014/main" id="{62095BF1-622D-4D7D-B63C-A1E0A7CBCB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8678" y="2719006"/>
                        <a:ext cx="71913" cy="12981"/>
                      </a:xfrm>
                      <a:custGeom>
                        <a:avLst/>
                        <a:gdLst>
                          <a:gd name="connsiteX0" fmla="*/ 71914 w 71913"/>
                          <a:gd name="connsiteY0" fmla="*/ 0 h 12981"/>
                          <a:gd name="connsiteX1" fmla="*/ 40481 w 71913"/>
                          <a:gd name="connsiteY1" fmla="*/ 12002 h 12981"/>
                          <a:gd name="connsiteX2" fmla="*/ 0 w 71913"/>
                          <a:gd name="connsiteY2" fmla="*/ 12002 h 12981"/>
                          <a:gd name="connsiteX3" fmla="*/ 71914 w 71913"/>
                          <a:gd name="connsiteY3" fmla="*/ 0 h 129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1913" h="12981">
                            <a:moveTo>
                              <a:pt x="71914" y="0"/>
                            </a:moveTo>
                            <a:cubicBezTo>
                              <a:pt x="66485" y="6477"/>
                              <a:pt x="54293" y="10478"/>
                              <a:pt x="40481" y="12002"/>
                            </a:cubicBezTo>
                            <a:cubicBezTo>
                              <a:pt x="26670" y="13621"/>
                              <a:pt x="11525" y="12954"/>
                              <a:pt x="0" y="12002"/>
                            </a:cubicBezTo>
                            <a:cubicBezTo>
                              <a:pt x="25146" y="14288"/>
                              <a:pt x="53912" y="8763"/>
                              <a:pt x="7191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80" name="Forme libre : forme 12579">
                        <a:extLst>
                          <a:ext uri="{FF2B5EF4-FFF2-40B4-BE49-F238E27FC236}">
                            <a16:creationId xmlns:a16="http://schemas.microsoft.com/office/drawing/2014/main" id="{647AFBAB-CE61-4AEA-89E3-6649516FE8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50187" y="2628789"/>
                        <a:ext cx="75628" cy="9444"/>
                      </a:xfrm>
                      <a:custGeom>
                        <a:avLst/>
                        <a:gdLst>
                          <a:gd name="connsiteX0" fmla="*/ 75628 w 75628"/>
                          <a:gd name="connsiteY0" fmla="*/ 9445 h 9444"/>
                          <a:gd name="connsiteX1" fmla="*/ 0 w 75628"/>
                          <a:gd name="connsiteY1" fmla="*/ 1063 h 9444"/>
                          <a:gd name="connsiteX2" fmla="*/ 75628 w 75628"/>
                          <a:gd name="connsiteY2" fmla="*/ 9445 h 94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5628" h="9444">
                            <a:moveTo>
                              <a:pt x="75628" y="9445"/>
                            </a:moveTo>
                            <a:cubicBezTo>
                              <a:pt x="49721" y="-176"/>
                              <a:pt x="22860" y="-1319"/>
                              <a:pt x="0" y="1063"/>
                            </a:cubicBezTo>
                            <a:cubicBezTo>
                              <a:pt x="21241" y="-2176"/>
                              <a:pt x="52388" y="4396"/>
                              <a:pt x="75628" y="944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81" name="Forme libre : forme 12580">
                        <a:extLst>
                          <a:ext uri="{FF2B5EF4-FFF2-40B4-BE49-F238E27FC236}">
                            <a16:creationId xmlns:a16="http://schemas.microsoft.com/office/drawing/2014/main" id="{38201CB2-79A6-4F3A-83FE-407A5D83A6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49314" y="2679625"/>
                        <a:ext cx="35048" cy="17740"/>
                      </a:xfrm>
                      <a:custGeom>
                        <a:avLst/>
                        <a:gdLst>
                          <a:gd name="connsiteX0" fmla="*/ 34509 w 35048"/>
                          <a:gd name="connsiteY0" fmla="*/ 17092 h 17740"/>
                          <a:gd name="connsiteX1" fmla="*/ 12792 w 35048"/>
                          <a:gd name="connsiteY1" fmla="*/ 11377 h 17740"/>
                          <a:gd name="connsiteX2" fmla="*/ 790 w 35048"/>
                          <a:gd name="connsiteY2" fmla="*/ 519 h 17740"/>
                          <a:gd name="connsiteX3" fmla="*/ 20888 w 35048"/>
                          <a:gd name="connsiteY3" fmla="*/ 6520 h 17740"/>
                          <a:gd name="connsiteX4" fmla="*/ 34509 w 35048"/>
                          <a:gd name="connsiteY4" fmla="*/ 17092 h 177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048" h="17740">
                            <a:moveTo>
                              <a:pt x="34509" y="17092"/>
                            </a:moveTo>
                            <a:cubicBezTo>
                              <a:pt x="31079" y="19759"/>
                              <a:pt x="16982" y="13473"/>
                              <a:pt x="12792" y="11377"/>
                            </a:cubicBezTo>
                            <a:cubicBezTo>
                              <a:pt x="8505" y="9377"/>
                              <a:pt x="-3115" y="2996"/>
                              <a:pt x="790" y="519"/>
                            </a:cubicBezTo>
                            <a:cubicBezTo>
                              <a:pt x="4695" y="-1862"/>
                              <a:pt x="16887" y="4615"/>
                              <a:pt x="20888" y="6520"/>
                            </a:cubicBezTo>
                            <a:cubicBezTo>
                              <a:pt x="24793" y="8520"/>
                              <a:pt x="37842" y="14521"/>
                              <a:pt x="34509" y="1709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82" name="Forme libre : forme 12581">
                        <a:extLst>
                          <a:ext uri="{FF2B5EF4-FFF2-40B4-BE49-F238E27FC236}">
                            <a16:creationId xmlns:a16="http://schemas.microsoft.com/office/drawing/2014/main" id="{BC11D8B9-5C9A-4CF1-BBD6-E4FC79A012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9439" y="2693519"/>
                        <a:ext cx="10289" cy="4873"/>
                      </a:xfrm>
                      <a:custGeom>
                        <a:avLst/>
                        <a:gdLst>
                          <a:gd name="connsiteX0" fmla="*/ 10289 w 10289"/>
                          <a:gd name="connsiteY0" fmla="*/ 4056 h 4873"/>
                          <a:gd name="connsiteX1" fmla="*/ 5050 w 10289"/>
                          <a:gd name="connsiteY1" fmla="*/ 4151 h 4873"/>
                          <a:gd name="connsiteX2" fmla="*/ 2 w 10289"/>
                          <a:gd name="connsiteY2" fmla="*/ 817 h 4873"/>
                          <a:gd name="connsiteX3" fmla="*/ 5050 w 10289"/>
                          <a:gd name="connsiteY3" fmla="*/ 722 h 4873"/>
                          <a:gd name="connsiteX4" fmla="*/ 10289 w 10289"/>
                          <a:gd name="connsiteY4" fmla="*/ 4056 h 48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89" h="4873">
                            <a:moveTo>
                              <a:pt x="10289" y="4056"/>
                            </a:moveTo>
                            <a:cubicBezTo>
                              <a:pt x="10289" y="5485"/>
                              <a:pt x="6765" y="4723"/>
                              <a:pt x="5050" y="4151"/>
                            </a:cubicBezTo>
                            <a:cubicBezTo>
                              <a:pt x="3336" y="3580"/>
                              <a:pt x="-93" y="2246"/>
                              <a:pt x="2" y="817"/>
                            </a:cubicBezTo>
                            <a:cubicBezTo>
                              <a:pt x="97" y="-611"/>
                              <a:pt x="3336" y="151"/>
                              <a:pt x="5050" y="722"/>
                            </a:cubicBezTo>
                            <a:cubicBezTo>
                              <a:pt x="6765" y="1294"/>
                              <a:pt x="10289" y="2627"/>
                              <a:pt x="10289" y="40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83" name="Forme libre : forme 12582">
                        <a:extLst>
                          <a:ext uri="{FF2B5EF4-FFF2-40B4-BE49-F238E27FC236}">
                            <a16:creationId xmlns:a16="http://schemas.microsoft.com/office/drawing/2014/main" id="{8C1F4BD1-11F9-46EF-8FAF-7C86F61790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622" y="2659277"/>
                        <a:ext cx="80836" cy="54911"/>
                      </a:xfrm>
                      <a:custGeom>
                        <a:avLst/>
                        <a:gdLst>
                          <a:gd name="connsiteX0" fmla="*/ 61586 w 80836"/>
                          <a:gd name="connsiteY0" fmla="*/ 31344 h 54911"/>
                          <a:gd name="connsiteX1" fmla="*/ 80446 w 80836"/>
                          <a:gd name="connsiteY1" fmla="*/ 50204 h 54911"/>
                          <a:gd name="connsiteX2" fmla="*/ 73016 w 80836"/>
                          <a:gd name="connsiteY2" fmla="*/ 54776 h 54911"/>
                          <a:gd name="connsiteX3" fmla="*/ 62634 w 80836"/>
                          <a:gd name="connsiteY3" fmla="*/ 49156 h 54911"/>
                          <a:gd name="connsiteX4" fmla="*/ 34345 w 80836"/>
                          <a:gd name="connsiteY4" fmla="*/ 27915 h 54911"/>
                          <a:gd name="connsiteX5" fmla="*/ 1579 w 80836"/>
                          <a:gd name="connsiteY5" fmla="*/ 864 h 54911"/>
                          <a:gd name="connsiteX6" fmla="*/ 44822 w 80836"/>
                          <a:gd name="connsiteY6" fmla="*/ 15342 h 54911"/>
                          <a:gd name="connsiteX7" fmla="*/ 61586 w 80836"/>
                          <a:gd name="connsiteY7" fmla="*/ 31344 h 54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0836" h="54911">
                            <a:moveTo>
                              <a:pt x="61586" y="31344"/>
                            </a:moveTo>
                            <a:cubicBezTo>
                              <a:pt x="69682" y="38107"/>
                              <a:pt x="75778" y="42679"/>
                              <a:pt x="80446" y="50204"/>
                            </a:cubicBezTo>
                            <a:cubicBezTo>
                              <a:pt x="82160" y="52966"/>
                              <a:pt x="77969" y="55538"/>
                              <a:pt x="73016" y="54776"/>
                            </a:cubicBezTo>
                            <a:cubicBezTo>
                              <a:pt x="68063" y="54014"/>
                              <a:pt x="65396" y="51537"/>
                              <a:pt x="62634" y="49156"/>
                            </a:cubicBezTo>
                            <a:cubicBezTo>
                              <a:pt x="53871" y="41631"/>
                              <a:pt x="44631" y="35154"/>
                              <a:pt x="34345" y="27915"/>
                            </a:cubicBezTo>
                            <a:cubicBezTo>
                              <a:pt x="27772" y="23820"/>
                              <a:pt x="-7851" y="5627"/>
                              <a:pt x="1579" y="864"/>
                            </a:cubicBezTo>
                            <a:cubicBezTo>
                              <a:pt x="10818" y="-3517"/>
                              <a:pt x="36440" y="9913"/>
                              <a:pt x="44822" y="15342"/>
                            </a:cubicBezTo>
                            <a:cubicBezTo>
                              <a:pt x="53014" y="21057"/>
                              <a:pt x="55490" y="26296"/>
                              <a:pt x="61586" y="3134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533" name="Graphique 1">
                      <a:extLst>
                        <a:ext uri="{FF2B5EF4-FFF2-40B4-BE49-F238E27FC236}">
                          <a16:creationId xmlns:a16="http://schemas.microsoft.com/office/drawing/2014/main" id="{533D78F3-1E95-461A-90C6-61D407F551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7378" y="2629471"/>
                      <a:ext cx="209669" cy="111911"/>
                      <a:chOff x="3947378" y="2629471"/>
                      <a:chExt cx="209669" cy="111911"/>
                    </a:xfrm>
                    <a:solidFill>
                      <a:schemeClr val="accent1"/>
                    </a:solidFill>
                  </p:grpSpPr>
                  <p:sp>
                    <p:nvSpPr>
                      <p:cNvPr id="12560" name="Forme libre : forme 12559">
                        <a:extLst>
                          <a:ext uri="{FF2B5EF4-FFF2-40B4-BE49-F238E27FC236}">
                            <a16:creationId xmlns:a16="http://schemas.microsoft.com/office/drawing/2014/main" id="{1D211A20-9DD7-4D3E-9106-E5BCEC6A16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7378" y="2629471"/>
                        <a:ext cx="209669" cy="111911"/>
                      </a:xfrm>
                      <a:custGeom>
                        <a:avLst/>
                        <a:gdLst>
                          <a:gd name="connsiteX0" fmla="*/ 136851 w 209669"/>
                          <a:gd name="connsiteY0" fmla="*/ 75438 h 111911"/>
                          <a:gd name="connsiteX1" fmla="*/ 120087 w 209669"/>
                          <a:gd name="connsiteY1" fmla="*/ 76200 h 111911"/>
                          <a:gd name="connsiteX2" fmla="*/ 120182 w 209669"/>
                          <a:gd name="connsiteY2" fmla="*/ 76676 h 111911"/>
                          <a:gd name="connsiteX3" fmla="*/ 120087 w 209669"/>
                          <a:gd name="connsiteY3" fmla="*/ 76867 h 111911"/>
                          <a:gd name="connsiteX4" fmla="*/ 116849 w 209669"/>
                          <a:gd name="connsiteY4" fmla="*/ 79438 h 111911"/>
                          <a:gd name="connsiteX5" fmla="*/ 108847 w 209669"/>
                          <a:gd name="connsiteY5" fmla="*/ 85820 h 111911"/>
                          <a:gd name="connsiteX6" fmla="*/ 92464 w 209669"/>
                          <a:gd name="connsiteY6" fmla="*/ 97441 h 111911"/>
                          <a:gd name="connsiteX7" fmla="*/ 39505 w 209669"/>
                          <a:gd name="connsiteY7" fmla="*/ 111538 h 111911"/>
                          <a:gd name="connsiteX8" fmla="*/ 3501 w 209669"/>
                          <a:gd name="connsiteY8" fmla="*/ 94202 h 111911"/>
                          <a:gd name="connsiteX9" fmla="*/ 6263 w 209669"/>
                          <a:gd name="connsiteY9" fmla="*/ 72771 h 111911"/>
                          <a:gd name="connsiteX10" fmla="*/ 28647 w 209669"/>
                          <a:gd name="connsiteY10" fmla="*/ 53721 h 111911"/>
                          <a:gd name="connsiteX11" fmla="*/ 51031 w 209669"/>
                          <a:gd name="connsiteY11" fmla="*/ 34385 h 111911"/>
                          <a:gd name="connsiteX12" fmla="*/ 61222 w 209669"/>
                          <a:gd name="connsiteY12" fmla="*/ 26003 h 111911"/>
                          <a:gd name="connsiteX13" fmla="*/ 68271 w 209669"/>
                          <a:gd name="connsiteY13" fmla="*/ 20098 h 111911"/>
                          <a:gd name="connsiteX14" fmla="*/ 72557 w 209669"/>
                          <a:gd name="connsiteY14" fmla="*/ 16573 h 111911"/>
                          <a:gd name="connsiteX15" fmla="*/ 75796 w 209669"/>
                          <a:gd name="connsiteY15" fmla="*/ 14192 h 111911"/>
                          <a:gd name="connsiteX16" fmla="*/ 79701 w 209669"/>
                          <a:gd name="connsiteY16" fmla="*/ 11430 h 111911"/>
                          <a:gd name="connsiteX17" fmla="*/ 96751 w 209669"/>
                          <a:gd name="connsiteY17" fmla="*/ 2762 h 111911"/>
                          <a:gd name="connsiteX18" fmla="*/ 105895 w 209669"/>
                          <a:gd name="connsiteY18" fmla="*/ 1048 h 111911"/>
                          <a:gd name="connsiteX19" fmla="*/ 114944 w 209669"/>
                          <a:gd name="connsiteY19" fmla="*/ 0 h 111911"/>
                          <a:gd name="connsiteX20" fmla="*/ 134279 w 209669"/>
                          <a:gd name="connsiteY20" fmla="*/ 286 h 111911"/>
                          <a:gd name="connsiteX21" fmla="*/ 203240 w 209669"/>
                          <a:gd name="connsiteY21" fmla="*/ 26479 h 111911"/>
                          <a:gd name="connsiteX22" fmla="*/ 206669 w 209669"/>
                          <a:gd name="connsiteY22" fmla="*/ 47339 h 111911"/>
                          <a:gd name="connsiteX23" fmla="*/ 136851 w 209669"/>
                          <a:gd name="connsiteY23" fmla="*/ 75438 h 111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</a:cxnLst>
                        <a:rect l="l" t="t" r="r" b="b"/>
                        <a:pathLst>
                          <a:path w="209669" h="111911">
                            <a:moveTo>
                              <a:pt x="136851" y="75438"/>
                            </a:moveTo>
                            <a:cubicBezTo>
                              <a:pt x="132374" y="75724"/>
                              <a:pt x="126564" y="76010"/>
                              <a:pt x="120087" y="76200"/>
                            </a:cubicBezTo>
                            <a:cubicBezTo>
                              <a:pt x="120277" y="76390"/>
                              <a:pt x="120087" y="76581"/>
                              <a:pt x="120182" y="76676"/>
                            </a:cubicBezTo>
                            <a:lnTo>
                              <a:pt x="120087" y="76867"/>
                            </a:lnTo>
                            <a:lnTo>
                              <a:pt x="116849" y="79438"/>
                            </a:lnTo>
                            <a:cubicBezTo>
                              <a:pt x="114086" y="81629"/>
                              <a:pt x="111419" y="83725"/>
                              <a:pt x="108847" y="85820"/>
                            </a:cubicBezTo>
                            <a:cubicBezTo>
                              <a:pt x="103228" y="90202"/>
                              <a:pt x="97513" y="94393"/>
                              <a:pt x="92464" y="97441"/>
                            </a:cubicBezTo>
                            <a:cubicBezTo>
                              <a:pt x="74081" y="109156"/>
                              <a:pt x="54650" y="113252"/>
                              <a:pt x="39505" y="111538"/>
                            </a:cubicBezTo>
                            <a:cubicBezTo>
                              <a:pt x="24075" y="109633"/>
                              <a:pt x="12550" y="103061"/>
                              <a:pt x="3501" y="94202"/>
                            </a:cubicBezTo>
                            <a:cubicBezTo>
                              <a:pt x="-2786" y="88106"/>
                              <a:pt x="167" y="77534"/>
                              <a:pt x="6263" y="72771"/>
                            </a:cubicBezTo>
                            <a:cubicBezTo>
                              <a:pt x="15217" y="66389"/>
                              <a:pt x="22075" y="59436"/>
                              <a:pt x="28647" y="53721"/>
                            </a:cubicBezTo>
                            <a:cubicBezTo>
                              <a:pt x="35219" y="47625"/>
                              <a:pt x="41315" y="42101"/>
                              <a:pt x="51031" y="34385"/>
                            </a:cubicBezTo>
                            <a:cubicBezTo>
                              <a:pt x="53793" y="32099"/>
                              <a:pt x="57317" y="29242"/>
                              <a:pt x="61222" y="26003"/>
                            </a:cubicBezTo>
                            <a:cubicBezTo>
                              <a:pt x="63509" y="24098"/>
                              <a:pt x="65794" y="22098"/>
                              <a:pt x="68271" y="20098"/>
                            </a:cubicBezTo>
                            <a:lnTo>
                              <a:pt x="72557" y="16573"/>
                            </a:lnTo>
                            <a:lnTo>
                              <a:pt x="75796" y="14192"/>
                            </a:lnTo>
                            <a:lnTo>
                              <a:pt x="79701" y="11430"/>
                            </a:lnTo>
                            <a:cubicBezTo>
                              <a:pt x="84940" y="7906"/>
                              <a:pt x="90750" y="4763"/>
                              <a:pt x="96751" y="2762"/>
                            </a:cubicBezTo>
                            <a:cubicBezTo>
                              <a:pt x="99608" y="1429"/>
                              <a:pt x="102847" y="1619"/>
                              <a:pt x="105895" y="1048"/>
                            </a:cubicBezTo>
                            <a:cubicBezTo>
                              <a:pt x="108847" y="-95"/>
                              <a:pt x="111895" y="286"/>
                              <a:pt x="114944" y="0"/>
                            </a:cubicBezTo>
                            <a:cubicBezTo>
                              <a:pt x="122278" y="95"/>
                              <a:pt x="128945" y="190"/>
                              <a:pt x="134279" y="286"/>
                            </a:cubicBezTo>
                            <a:cubicBezTo>
                              <a:pt x="167236" y="1238"/>
                              <a:pt x="184952" y="11811"/>
                              <a:pt x="203240" y="26479"/>
                            </a:cubicBezTo>
                            <a:cubicBezTo>
                              <a:pt x="209527" y="31528"/>
                              <a:pt x="212194" y="41910"/>
                              <a:pt x="206669" y="47339"/>
                            </a:cubicBezTo>
                            <a:cubicBezTo>
                              <a:pt x="190477" y="63055"/>
                              <a:pt x="170379" y="73152"/>
                              <a:pt x="136851" y="7543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61" name="Forme libre : forme 12560">
                        <a:extLst>
                          <a:ext uri="{FF2B5EF4-FFF2-40B4-BE49-F238E27FC236}">
                            <a16:creationId xmlns:a16="http://schemas.microsoft.com/office/drawing/2014/main" id="{822F0E22-0640-496B-A01A-6BB70AAD26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7443" y="2676048"/>
                        <a:ext cx="206889" cy="64854"/>
                      </a:xfrm>
                      <a:custGeom>
                        <a:avLst/>
                        <a:gdLst>
                          <a:gd name="connsiteX0" fmla="*/ 86970 w 206889"/>
                          <a:gd name="connsiteY0" fmla="*/ 21336 h 64854"/>
                          <a:gd name="connsiteX1" fmla="*/ 43345 w 206889"/>
                          <a:gd name="connsiteY1" fmla="*/ 44577 h 64854"/>
                          <a:gd name="connsiteX2" fmla="*/ 6 w 206889"/>
                          <a:gd name="connsiteY2" fmla="*/ 38195 h 64854"/>
                          <a:gd name="connsiteX3" fmla="*/ 3435 w 206889"/>
                          <a:gd name="connsiteY3" fmla="*/ 47244 h 64854"/>
                          <a:gd name="connsiteX4" fmla="*/ 13722 w 206889"/>
                          <a:gd name="connsiteY4" fmla="*/ 55531 h 64854"/>
                          <a:gd name="connsiteX5" fmla="*/ 56490 w 206889"/>
                          <a:gd name="connsiteY5" fmla="*/ 64198 h 64854"/>
                          <a:gd name="connsiteX6" fmla="*/ 92304 w 206889"/>
                          <a:gd name="connsiteY6" fmla="*/ 50578 h 64854"/>
                          <a:gd name="connsiteX7" fmla="*/ 104305 w 206889"/>
                          <a:gd name="connsiteY7" fmla="*/ 42291 h 64854"/>
                          <a:gd name="connsiteX8" fmla="*/ 110401 w 206889"/>
                          <a:gd name="connsiteY8" fmla="*/ 37529 h 64854"/>
                          <a:gd name="connsiteX9" fmla="*/ 116116 w 206889"/>
                          <a:gd name="connsiteY9" fmla="*/ 32956 h 64854"/>
                          <a:gd name="connsiteX10" fmla="*/ 120022 w 206889"/>
                          <a:gd name="connsiteY10" fmla="*/ 29813 h 64854"/>
                          <a:gd name="connsiteX11" fmla="*/ 120117 w 206889"/>
                          <a:gd name="connsiteY11" fmla="*/ 29623 h 64854"/>
                          <a:gd name="connsiteX12" fmla="*/ 119831 w 206889"/>
                          <a:gd name="connsiteY12" fmla="*/ 29242 h 64854"/>
                          <a:gd name="connsiteX13" fmla="*/ 131261 w 206889"/>
                          <a:gd name="connsiteY13" fmla="*/ 28765 h 64854"/>
                          <a:gd name="connsiteX14" fmla="*/ 136881 w 206889"/>
                          <a:gd name="connsiteY14" fmla="*/ 28480 h 64854"/>
                          <a:gd name="connsiteX15" fmla="*/ 167932 w 206889"/>
                          <a:gd name="connsiteY15" fmla="*/ 23146 h 64854"/>
                          <a:gd name="connsiteX16" fmla="*/ 198698 w 206889"/>
                          <a:gd name="connsiteY16" fmla="*/ 7334 h 64854"/>
                          <a:gd name="connsiteX17" fmla="*/ 206699 w 206889"/>
                          <a:gd name="connsiteY17" fmla="*/ 286 h 64854"/>
                          <a:gd name="connsiteX18" fmla="*/ 206889 w 206889"/>
                          <a:gd name="connsiteY18" fmla="*/ 0 h 64854"/>
                          <a:gd name="connsiteX19" fmla="*/ 139929 w 206889"/>
                          <a:gd name="connsiteY19" fmla="*/ 381 h 64854"/>
                          <a:gd name="connsiteX20" fmla="*/ 123165 w 206889"/>
                          <a:gd name="connsiteY20" fmla="*/ 571 h 64854"/>
                          <a:gd name="connsiteX21" fmla="*/ 116307 w 206889"/>
                          <a:gd name="connsiteY21" fmla="*/ 762 h 64854"/>
                          <a:gd name="connsiteX22" fmla="*/ 110211 w 206889"/>
                          <a:gd name="connsiteY22" fmla="*/ 2191 h 64854"/>
                          <a:gd name="connsiteX23" fmla="*/ 104972 w 206889"/>
                          <a:gd name="connsiteY23" fmla="*/ 5620 h 64854"/>
                          <a:gd name="connsiteX24" fmla="*/ 102496 w 206889"/>
                          <a:gd name="connsiteY24" fmla="*/ 7620 h 64854"/>
                          <a:gd name="connsiteX25" fmla="*/ 99447 w 206889"/>
                          <a:gd name="connsiteY25" fmla="*/ 10192 h 64854"/>
                          <a:gd name="connsiteX26" fmla="*/ 86970 w 206889"/>
                          <a:gd name="connsiteY26" fmla="*/ 21336 h 648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206889" h="64854">
                            <a:moveTo>
                              <a:pt x="86970" y="21336"/>
                            </a:moveTo>
                            <a:cubicBezTo>
                              <a:pt x="75064" y="31623"/>
                              <a:pt x="59919" y="41434"/>
                              <a:pt x="43345" y="44577"/>
                            </a:cubicBezTo>
                            <a:cubicBezTo>
                              <a:pt x="26962" y="48101"/>
                              <a:pt x="10865" y="45148"/>
                              <a:pt x="6" y="38195"/>
                            </a:cubicBezTo>
                            <a:cubicBezTo>
                              <a:pt x="-89" y="41529"/>
                              <a:pt x="864" y="44863"/>
                              <a:pt x="3435" y="47244"/>
                            </a:cubicBezTo>
                            <a:cubicBezTo>
                              <a:pt x="6579" y="50197"/>
                              <a:pt x="10008" y="53149"/>
                              <a:pt x="13722" y="55531"/>
                            </a:cubicBezTo>
                            <a:cubicBezTo>
                              <a:pt x="24486" y="62198"/>
                              <a:pt x="38773" y="66580"/>
                              <a:pt x="56490" y="64198"/>
                            </a:cubicBezTo>
                            <a:cubicBezTo>
                              <a:pt x="67920" y="62674"/>
                              <a:pt x="80207" y="58007"/>
                              <a:pt x="92304" y="50578"/>
                            </a:cubicBezTo>
                            <a:cubicBezTo>
                              <a:pt x="96018" y="48292"/>
                              <a:pt x="100019" y="45434"/>
                              <a:pt x="104305" y="42291"/>
                            </a:cubicBezTo>
                            <a:cubicBezTo>
                              <a:pt x="106210" y="40767"/>
                              <a:pt x="108306" y="39243"/>
                              <a:pt x="110401" y="37529"/>
                            </a:cubicBezTo>
                            <a:cubicBezTo>
                              <a:pt x="112211" y="36004"/>
                              <a:pt x="114211" y="34480"/>
                              <a:pt x="116116" y="32956"/>
                            </a:cubicBezTo>
                            <a:cubicBezTo>
                              <a:pt x="117450" y="31909"/>
                              <a:pt x="118688" y="30861"/>
                              <a:pt x="120022" y="29813"/>
                            </a:cubicBezTo>
                            <a:cubicBezTo>
                              <a:pt x="120117" y="29718"/>
                              <a:pt x="120117" y="29623"/>
                              <a:pt x="120117" y="29623"/>
                            </a:cubicBezTo>
                            <a:cubicBezTo>
                              <a:pt x="119926" y="29527"/>
                              <a:pt x="120593" y="29432"/>
                              <a:pt x="119831" y="29242"/>
                            </a:cubicBezTo>
                            <a:cubicBezTo>
                              <a:pt x="124022" y="29051"/>
                              <a:pt x="127832" y="28956"/>
                              <a:pt x="131261" y="28765"/>
                            </a:cubicBezTo>
                            <a:cubicBezTo>
                              <a:pt x="133261" y="28670"/>
                              <a:pt x="135166" y="28575"/>
                              <a:pt x="136881" y="28480"/>
                            </a:cubicBezTo>
                            <a:cubicBezTo>
                              <a:pt x="148787" y="27717"/>
                              <a:pt x="158979" y="25908"/>
                              <a:pt x="167932" y="23146"/>
                            </a:cubicBezTo>
                            <a:cubicBezTo>
                              <a:pt x="180124" y="19336"/>
                              <a:pt x="189935" y="13906"/>
                              <a:pt x="198698" y="7334"/>
                            </a:cubicBezTo>
                            <a:cubicBezTo>
                              <a:pt x="201460" y="5143"/>
                              <a:pt x="204127" y="2762"/>
                              <a:pt x="206699" y="286"/>
                            </a:cubicBezTo>
                            <a:lnTo>
                              <a:pt x="206889" y="0"/>
                            </a:lnTo>
                            <a:cubicBezTo>
                              <a:pt x="184791" y="95"/>
                              <a:pt x="162313" y="190"/>
                              <a:pt x="139929" y="381"/>
                            </a:cubicBezTo>
                            <a:lnTo>
                              <a:pt x="123165" y="571"/>
                            </a:lnTo>
                            <a:lnTo>
                              <a:pt x="116307" y="762"/>
                            </a:lnTo>
                            <a:cubicBezTo>
                              <a:pt x="114211" y="762"/>
                              <a:pt x="112116" y="1238"/>
                              <a:pt x="110211" y="2191"/>
                            </a:cubicBezTo>
                            <a:cubicBezTo>
                              <a:pt x="108306" y="3143"/>
                              <a:pt x="106591" y="4286"/>
                              <a:pt x="104972" y="5620"/>
                            </a:cubicBezTo>
                            <a:lnTo>
                              <a:pt x="102496" y="7620"/>
                            </a:lnTo>
                            <a:lnTo>
                              <a:pt x="99447" y="10192"/>
                            </a:lnTo>
                            <a:lnTo>
                              <a:pt x="86970" y="21336"/>
                            </a:ln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62" name="Forme libre : forme 12561">
                        <a:extLst>
                          <a:ext uri="{FF2B5EF4-FFF2-40B4-BE49-F238E27FC236}">
                            <a16:creationId xmlns:a16="http://schemas.microsoft.com/office/drawing/2014/main" id="{B85D97EB-4F80-4575-AAD9-AE75E36D68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19812" y="2657152"/>
                        <a:ext cx="94708" cy="40324"/>
                      </a:xfrm>
                      <a:custGeom>
                        <a:avLst/>
                        <a:gdLst>
                          <a:gd name="connsiteX0" fmla="*/ 94706 w 94708"/>
                          <a:gd name="connsiteY0" fmla="*/ 11467 h 40324"/>
                          <a:gd name="connsiteX1" fmla="*/ 73179 w 94708"/>
                          <a:gd name="connsiteY1" fmla="*/ 21753 h 40324"/>
                          <a:gd name="connsiteX2" fmla="*/ 55272 w 94708"/>
                          <a:gd name="connsiteY2" fmla="*/ 23849 h 40324"/>
                          <a:gd name="connsiteX3" fmla="*/ 43747 w 94708"/>
                          <a:gd name="connsiteY3" fmla="*/ 24611 h 40324"/>
                          <a:gd name="connsiteX4" fmla="*/ 23554 w 94708"/>
                          <a:gd name="connsiteY4" fmla="*/ 34326 h 40324"/>
                          <a:gd name="connsiteX5" fmla="*/ 980 w 94708"/>
                          <a:gd name="connsiteY5" fmla="*/ 38136 h 40324"/>
                          <a:gd name="connsiteX6" fmla="*/ 10124 w 94708"/>
                          <a:gd name="connsiteY6" fmla="*/ 18325 h 40324"/>
                          <a:gd name="connsiteX7" fmla="*/ 23554 w 94708"/>
                          <a:gd name="connsiteY7" fmla="*/ 6228 h 40324"/>
                          <a:gd name="connsiteX8" fmla="*/ 38794 w 94708"/>
                          <a:gd name="connsiteY8" fmla="*/ 132 h 40324"/>
                          <a:gd name="connsiteX9" fmla="*/ 72417 w 94708"/>
                          <a:gd name="connsiteY9" fmla="*/ 2037 h 40324"/>
                          <a:gd name="connsiteX10" fmla="*/ 94706 w 94708"/>
                          <a:gd name="connsiteY10" fmla="*/ 11467 h 40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4708" h="40324">
                            <a:moveTo>
                              <a:pt x="94706" y="11467"/>
                            </a:moveTo>
                            <a:cubicBezTo>
                              <a:pt x="94896" y="16515"/>
                              <a:pt x="84895" y="19753"/>
                              <a:pt x="73179" y="21753"/>
                            </a:cubicBezTo>
                            <a:cubicBezTo>
                              <a:pt x="67274" y="22706"/>
                              <a:pt x="60987" y="23373"/>
                              <a:pt x="55272" y="23849"/>
                            </a:cubicBezTo>
                            <a:cubicBezTo>
                              <a:pt x="50605" y="24135"/>
                              <a:pt x="46509" y="24420"/>
                              <a:pt x="43747" y="24611"/>
                            </a:cubicBezTo>
                            <a:cubicBezTo>
                              <a:pt x="38794" y="24706"/>
                              <a:pt x="34127" y="28230"/>
                              <a:pt x="23554" y="34326"/>
                            </a:cubicBezTo>
                            <a:cubicBezTo>
                              <a:pt x="14029" y="39660"/>
                              <a:pt x="4313" y="42613"/>
                              <a:pt x="980" y="38136"/>
                            </a:cubicBezTo>
                            <a:cubicBezTo>
                              <a:pt x="-2259" y="33755"/>
                              <a:pt x="2980" y="26230"/>
                              <a:pt x="10124" y="18325"/>
                            </a:cubicBezTo>
                            <a:cubicBezTo>
                              <a:pt x="13743" y="14324"/>
                              <a:pt x="17744" y="10419"/>
                              <a:pt x="23554" y="6228"/>
                            </a:cubicBezTo>
                            <a:cubicBezTo>
                              <a:pt x="28983" y="2418"/>
                              <a:pt x="34698" y="227"/>
                              <a:pt x="38794" y="132"/>
                            </a:cubicBezTo>
                            <a:cubicBezTo>
                              <a:pt x="48605" y="-345"/>
                              <a:pt x="60225" y="513"/>
                              <a:pt x="72417" y="2037"/>
                            </a:cubicBezTo>
                            <a:cubicBezTo>
                              <a:pt x="84228" y="3561"/>
                              <a:pt x="94420" y="6418"/>
                              <a:pt x="94706" y="1146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63" name="Forme libre : forme 12562">
                        <a:extLst>
                          <a:ext uri="{FF2B5EF4-FFF2-40B4-BE49-F238E27FC236}">
                            <a16:creationId xmlns:a16="http://schemas.microsoft.com/office/drawing/2014/main" id="{5E047A19-35B0-4B76-90F3-74F6FBA597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18896" y="2674239"/>
                        <a:ext cx="64570" cy="22926"/>
                      </a:xfrm>
                      <a:custGeom>
                        <a:avLst/>
                        <a:gdLst>
                          <a:gd name="connsiteX0" fmla="*/ 12564 w 64570"/>
                          <a:gd name="connsiteY0" fmla="*/ 0 h 22926"/>
                          <a:gd name="connsiteX1" fmla="*/ 1419 w 64570"/>
                          <a:gd name="connsiteY1" fmla="*/ 21336 h 22926"/>
                          <a:gd name="connsiteX2" fmla="*/ 24375 w 64570"/>
                          <a:gd name="connsiteY2" fmla="*/ 17240 h 22926"/>
                          <a:gd name="connsiteX3" fmla="*/ 45044 w 64570"/>
                          <a:gd name="connsiteY3" fmla="*/ 7620 h 22926"/>
                          <a:gd name="connsiteX4" fmla="*/ 64570 w 64570"/>
                          <a:gd name="connsiteY4" fmla="*/ 5715 h 22926"/>
                          <a:gd name="connsiteX5" fmla="*/ 52854 w 64570"/>
                          <a:gd name="connsiteY5" fmla="*/ 5143 h 22926"/>
                          <a:gd name="connsiteX6" fmla="*/ 47044 w 64570"/>
                          <a:gd name="connsiteY6" fmla="*/ 3810 h 22926"/>
                          <a:gd name="connsiteX7" fmla="*/ 41901 w 64570"/>
                          <a:gd name="connsiteY7" fmla="*/ 2381 h 22926"/>
                          <a:gd name="connsiteX8" fmla="*/ 31233 w 64570"/>
                          <a:gd name="connsiteY8" fmla="*/ 2857 h 22926"/>
                          <a:gd name="connsiteX9" fmla="*/ 12564 w 64570"/>
                          <a:gd name="connsiteY9" fmla="*/ 0 h 229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4570" h="22926">
                            <a:moveTo>
                              <a:pt x="12564" y="0"/>
                            </a:moveTo>
                            <a:cubicBezTo>
                              <a:pt x="8849" y="5810"/>
                              <a:pt x="-4296" y="17145"/>
                              <a:pt x="1419" y="21336"/>
                            </a:cubicBezTo>
                            <a:cubicBezTo>
                              <a:pt x="6182" y="24860"/>
                              <a:pt x="15326" y="22098"/>
                              <a:pt x="24375" y="17240"/>
                            </a:cubicBezTo>
                            <a:cubicBezTo>
                              <a:pt x="34471" y="11716"/>
                              <a:pt x="39043" y="7620"/>
                              <a:pt x="45044" y="7620"/>
                            </a:cubicBezTo>
                            <a:cubicBezTo>
                              <a:pt x="46377" y="7620"/>
                              <a:pt x="59236" y="6667"/>
                              <a:pt x="64570" y="5715"/>
                            </a:cubicBezTo>
                            <a:cubicBezTo>
                              <a:pt x="61332" y="5620"/>
                              <a:pt x="55902" y="5715"/>
                              <a:pt x="52854" y="5143"/>
                            </a:cubicBezTo>
                            <a:cubicBezTo>
                              <a:pt x="50759" y="4763"/>
                              <a:pt x="48282" y="4286"/>
                              <a:pt x="47044" y="3810"/>
                            </a:cubicBezTo>
                            <a:cubicBezTo>
                              <a:pt x="45520" y="3334"/>
                              <a:pt x="43615" y="2667"/>
                              <a:pt x="41901" y="2381"/>
                            </a:cubicBezTo>
                            <a:cubicBezTo>
                              <a:pt x="38281" y="1714"/>
                              <a:pt x="34757" y="2381"/>
                              <a:pt x="31233" y="2857"/>
                            </a:cubicBezTo>
                            <a:cubicBezTo>
                              <a:pt x="24089" y="3905"/>
                              <a:pt x="16659" y="4477"/>
                              <a:pt x="12564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64" name="Forme libre : forme 12563">
                        <a:extLst>
                          <a:ext uri="{FF2B5EF4-FFF2-40B4-BE49-F238E27FC236}">
                            <a16:creationId xmlns:a16="http://schemas.microsoft.com/office/drawing/2014/main" id="{B94A2163-C1D8-487C-9ED7-67CB1C383A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25637" y="2659655"/>
                        <a:ext cx="94536" cy="36494"/>
                      </a:xfrm>
                      <a:custGeom>
                        <a:avLst/>
                        <a:gdLst>
                          <a:gd name="connsiteX0" fmla="*/ 94405 w 94536"/>
                          <a:gd name="connsiteY0" fmla="*/ 11440 h 36494"/>
                          <a:gd name="connsiteX1" fmla="*/ 71546 w 94536"/>
                          <a:gd name="connsiteY1" fmla="*/ 21823 h 36494"/>
                          <a:gd name="connsiteX2" fmla="*/ 54305 w 94536"/>
                          <a:gd name="connsiteY2" fmla="*/ 24014 h 36494"/>
                          <a:gd name="connsiteX3" fmla="*/ 46495 w 94536"/>
                          <a:gd name="connsiteY3" fmla="*/ 24585 h 36494"/>
                          <a:gd name="connsiteX4" fmla="*/ 40970 w 94536"/>
                          <a:gd name="connsiteY4" fmla="*/ 24871 h 36494"/>
                          <a:gd name="connsiteX5" fmla="*/ 33636 w 94536"/>
                          <a:gd name="connsiteY5" fmla="*/ 25919 h 36494"/>
                          <a:gd name="connsiteX6" fmla="*/ 23539 w 94536"/>
                          <a:gd name="connsiteY6" fmla="*/ 30872 h 36494"/>
                          <a:gd name="connsiteX7" fmla="*/ 1251 w 94536"/>
                          <a:gd name="connsiteY7" fmla="*/ 34491 h 36494"/>
                          <a:gd name="connsiteX8" fmla="*/ 10300 w 94536"/>
                          <a:gd name="connsiteY8" fmla="*/ 14489 h 36494"/>
                          <a:gd name="connsiteX9" fmla="*/ 24873 w 94536"/>
                          <a:gd name="connsiteY9" fmla="*/ 2773 h 36494"/>
                          <a:gd name="connsiteX10" fmla="*/ 29064 w 94536"/>
                          <a:gd name="connsiteY10" fmla="*/ 963 h 36494"/>
                          <a:gd name="connsiteX11" fmla="*/ 33160 w 94536"/>
                          <a:gd name="connsiteY11" fmla="*/ 296 h 36494"/>
                          <a:gd name="connsiteX12" fmla="*/ 39827 w 94536"/>
                          <a:gd name="connsiteY12" fmla="*/ 11 h 36494"/>
                          <a:gd name="connsiteX13" fmla="*/ 94405 w 94536"/>
                          <a:gd name="connsiteY13" fmla="*/ 11440 h 36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94536" h="36494">
                            <a:moveTo>
                              <a:pt x="94405" y="11440"/>
                            </a:moveTo>
                            <a:cubicBezTo>
                              <a:pt x="92881" y="16584"/>
                              <a:pt x="82975" y="19822"/>
                              <a:pt x="71546" y="21823"/>
                            </a:cubicBezTo>
                            <a:cubicBezTo>
                              <a:pt x="65830" y="22871"/>
                              <a:pt x="59830" y="23537"/>
                              <a:pt x="54305" y="24014"/>
                            </a:cubicBezTo>
                            <a:cubicBezTo>
                              <a:pt x="51543" y="24204"/>
                              <a:pt x="48876" y="24395"/>
                              <a:pt x="46495" y="24585"/>
                            </a:cubicBezTo>
                            <a:cubicBezTo>
                              <a:pt x="44399" y="24680"/>
                              <a:pt x="42494" y="24775"/>
                              <a:pt x="40970" y="24871"/>
                            </a:cubicBezTo>
                            <a:cubicBezTo>
                              <a:pt x="39256" y="25061"/>
                              <a:pt x="36303" y="24680"/>
                              <a:pt x="33636" y="25919"/>
                            </a:cubicBezTo>
                            <a:cubicBezTo>
                              <a:pt x="30874" y="27062"/>
                              <a:pt x="28492" y="28109"/>
                              <a:pt x="23539" y="30872"/>
                            </a:cubicBezTo>
                            <a:cubicBezTo>
                              <a:pt x="14586" y="35729"/>
                              <a:pt x="5061" y="38682"/>
                              <a:pt x="1251" y="34491"/>
                            </a:cubicBezTo>
                            <a:cubicBezTo>
                              <a:pt x="-2559" y="30395"/>
                              <a:pt x="2870" y="22680"/>
                              <a:pt x="10300" y="14489"/>
                            </a:cubicBezTo>
                            <a:cubicBezTo>
                              <a:pt x="13824" y="10679"/>
                              <a:pt x="19444" y="5725"/>
                              <a:pt x="24873" y="2773"/>
                            </a:cubicBezTo>
                            <a:cubicBezTo>
                              <a:pt x="26302" y="2106"/>
                              <a:pt x="27730" y="1535"/>
                              <a:pt x="29064" y="963"/>
                            </a:cubicBezTo>
                            <a:cubicBezTo>
                              <a:pt x="30493" y="677"/>
                              <a:pt x="31826" y="487"/>
                              <a:pt x="33160" y="296"/>
                            </a:cubicBezTo>
                            <a:cubicBezTo>
                              <a:pt x="35731" y="-85"/>
                              <a:pt x="37922" y="11"/>
                              <a:pt x="39827" y="11"/>
                            </a:cubicBezTo>
                            <a:cubicBezTo>
                              <a:pt x="52591" y="106"/>
                              <a:pt x="97263" y="1249"/>
                              <a:pt x="94405" y="1144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65" name="Forme libre : forme 12564">
                        <a:extLst>
                          <a:ext uri="{FF2B5EF4-FFF2-40B4-BE49-F238E27FC236}">
                            <a16:creationId xmlns:a16="http://schemas.microsoft.com/office/drawing/2014/main" id="{BAB551A6-1EEE-4B16-85F6-58EAF47AC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75482" y="2671806"/>
                        <a:ext cx="115666" cy="52299"/>
                      </a:xfrm>
                      <a:custGeom>
                        <a:avLst/>
                        <a:gdLst>
                          <a:gd name="connsiteX0" fmla="*/ 1495 w 115666"/>
                          <a:gd name="connsiteY0" fmla="*/ 43200 h 52299"/>
                          <a:gd name="connsiteX1" fmla="*/ 18068 w 115666"/>
                          <a:gd name="connsiteY1" fmla="*/ 51677 h 52299"/>
                          <a:gd name="connsiteX2" fmla="*/ 73218 w 115666"/>
                          <a:gd name="connsiteY2" fmla="*/ 39104 h 52299"/>
                          <a:gd name="connsiteX3" fmla="*/ 84172 w 115666"/>
                          <a:gd name="connsiteY3" fmla="*/ 31675 h 52299"/>
                          <a:gd name="connsiteX4" fmla="*/ 87982 w 115666"/>
                          <a:gd name="connsiteY4" fmla="*/ 28817 h 52299"/>
                          <a:gd name="connsiteX5" fmla="*/ 88934 w 115666"/>
                          <a:gd name="connsiteY5" fmla="*/ 27865 h 52299"/>
                          <a:gd name="connsiteX6" fmla="*/ 90935 w 115666"/>
                          <a:gd name="connsiteY6" fmla="*/ 25960 h 52299"/>
                          <a:gd name="connsiteX7" fmla="*/ 92078 w 115666"/>
                          <a:gd name="connsiteY7" fmla="*/ 24912 h 52299"/>
                          <a:gd name="connsiteX8" fmla="*/ 97602 w 115666"/>
                          <a:gd name="connsiteY8" fmla="*/ 23674 h 52299"/>
                          <a:gd name="connsiteX9" fmla="*/ 115223 w 115666"/>
                          <a:gd name="connsiteY9" fmla="*/ 9767 h 52299"/>
                          <a:gd name="connsiteX10" fmla="*/ 99317 w 115666"/>
                          <a:gd name="connsiteY10" fmla="*/ 4147 h 52299"/>
                          <a:gd name="connsiteX11" fmla="*/ 88934 w 115666"/>
                          <a:gd name="connsiteY11" fmla="*/ 1290 h 52299"/>
                          <a:gd name="connsiteX12" fmla="*/ 78647 w 115666"/>
                          <a:gd name="connsiteY12" fmla="*/ 242 h 52299"/>
                          <a:gd name="connsiteX13" fmla="*/ 56740 w 115666"/>
                          <a:gd name="connsiteY13" fmla="*/ 6338 h 52299"/>
                          <a:gd name="connsiteX14" fmla="*/ 16259 w 115666"/>
                          <a:gd name="connsiteY14" fmla="*/ 17768 h 52299"/>
                          <a:gd name="connsiteX15" fmla="*/ 3019 w 115666"/>
                          <a:gd name="connsiteY15" fmla="*/ 30055 h 52299"/>
                          <a:gd name="connsiteX16" fmla="*/ 1495 w 115666"/>
                          <a:gd name="connsiteY16" fmla="*/ 43200 h 522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15666" h="52299">
                            <a:moveTo>
                              <a:pt x="1495" y="43200"/>
                            </a:moveTo>
                            <a:cubicBezTo>
                              <a:pt x="5400" y="49010"/>
                              <a:pt x="8448" y="50439"/>
                              <a:pt x="18068" y="51677"/>
                            </a:cubicBezTo>
                            <a:cubicBezTo>
                              <a:pt x="36261" y="53773"/>
                              <a:pt x="53882" y="50820"/>
                              <a:pt x="73218" y="39104"/>
                            </a:cubicBezTo>
                            <a:cubicBezTo>
                              <a:pt x="77219" y="36628"/>
                              <a:pt x="80838" y="34056"/>
                              <a:pt x="84172" y="31675"/>
                            </a:cubicBezTo>
                            <a:lnTo>
                              <a:pt x="87982" y="28817"/>
                            </a:lnTo>
                            <a:cubicBezTo>
                              <a:pt x="88363" y="28531"/>
                              <a:pt x="88649" y="28150"/>
                              <a:pt x="88934" y="27865"/>
                            </a:cubicBezTo>
                            <a:cubicBezTo>
                              <a:pt x="89506" y="27198"/>
                              <a:pt x="90173" y="26531"/>
                              <a:pt x="90935" y="25960"/>
                            </a:cubicBezTo>
                            <a:cubicBezTo>
                              <a:pt x="91697" y="25674"/>
                              <a:pt x="90935" y="25293"/>
                              <a:pt x="92078" y="24912"/>
                            </a:cubicBezTo>
                            <a:cubicBezTo>
                              <a:pt x="93983" y="24531"/>
                              <a:pt x="95792" y="24055"/>
                              <a:pt x="97602" y="23674"/>
                            </a:cubicBezTo>
                            <a:cubicBezTo>
                              <a:pt x="108080" y="20912"/>
                              <a:pt x="117890" y="15768"/>
                              <a:pt x="115223" y="9767"/>
                            </a:cubicBezTo>
                            <a:cubicBezTo>
                              <a:pt x="113604" y="6053"/>
                              <a:pt x="105603" y="5767"/>
                              <a:pt x="99317" y="4147"/>
                            </a:cubicBezTo>
                            <a:cubicBezTo>
                              <a:pt x="95602" y="3195"/>
                              <a:pt x="91792" y="2242"/>
                              <a:pt x="88934" y="1290"/>
                            </a:cubicBezTo>
                            <a:cubicBezTo>
                              <a:pt x="85696" y="147"/>
                              <a:pt x="82172" y="-329"/>
                              <a:pt x="78647" y="242"/>
                            </a:cubicBezTo>
                            <a:cubicBezTo>
                              <a:pt x="71885" y="1290"/>
                              <a:pt x="64360" y="4624"/>
                              <a:pt x="56740" y="6338"/>
                            </a:cubicBezTo>
                            <a:cubicBezTo>
                              <a:pt x="43405" y="9672"/>
                              <a:pt x="28832" y="9958"/>
                              <a:pt x="16259" y="17768"/>
                            </a:cubicBezTo>
                            <a:cubicBezTo>
                              <a:pt x="10353" y="21102"/>
                              <a:pt x="5876" y="25388"/>
                              <a:pt x="3019" y="30055"/>
                            </a:cubicBezTo>
                            <a:cubicBezTo>
                              <a:pt x="-29" y="34246"/>
                              <a:pt x="-1172" y="39295"/>
                              <a:pt x="1495" y="4320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66" name="Forme libre : forme 12565">
                        <a:extLst>
                          <a:ext uri="{FF2B5EF4-FFF2-40B4-BE49-F238E27FC236}">
                            <a16:creationId xmlns:a16="http://schemas.microsoft.com/office/drawing/2014/main" id="{C9180EAC-E977-40FC-9AE4-0F660256E2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6599" y="2669825"/>
                        <a:ext cx="29368" cy="28747"/>
                      </a:xfrm>
                      <a:custGeom>
                        <a:avLst/>
                        <a:gdLst>
                          <a:gd name="connsiteX0" fmla="*/ 2096 w 29368"/>
                          <a:gd name="connsiteY0" fmla="*/ 23654 h 28747"/>
                          <a:gd name="connsiteX1" fmla="*/ 0 w 29368"/>
                          <a:gd name="connsiteY1" fmla="*/ 27559 h 28747"/>
                          <a:gd name="connsiteX2" fmla="*/ 3620 w 29368"/>
                          <a:gd name="connsiteY2" fmla="*/ 28416 h 28747"/>
                          <a:gd name="connsiteX3" fmla="*/ 10001 w 29368"/>
                          <a:gd name="connsiteY3" fmla="*/ 25082 h 28747"/>
                          <a:gd name="connsiteX4" fmla="*/ 23622 w 29368"/>
                          <a:gd name="connsiteY4" fmla="*/ 13367 h 28747"/>
                          <a:gd name="connsiteX5" fmla="*/ 27718 w 29368"/>
                          <a:gd name="connsiteY5" fmla="*/ 8223 h 28747"/>
                          <a:gd name="connsiteX6" fmla="*/ 19431 w 29368"/>
                          <a:gd name="connsiteY6" fmla="*/ 4032 h 28747"/>
                          <a:gd name="connsiteX7" fmla="*/ 2096 w 29368"/>
                          <a:gd name="connsiteY7" fmla="*/ 23654 h 287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368" h="28747">
                            <a:moveTo>
                              <a:pt x="2096" y="23654"/>
                            </a:moveTo>
                            <a:cubicBezTo>
                              <a:pt x="857" y="25082"/>
                              <a:pt x="0" y="26225"/>
                              <a:pt x="0" y="27559"/>
                            </a:cubicBezTo>
                            <a:cubicBezTo>
                              <a:pt x="0" y="28892"/>
                              <a:pt x="1714" y="28988"/>
                              <a:pt x="3620" y="28416"/>
                            </a:cubicBezTo>
                            <a:cubicBezTo>
                              <a:pt x="5620" y="27940"/>
                              <a:pt x="8191" y="26511"/>
                              <a:pt x="10001" y="25082"/>
                            </a:cubicBezTo>
                            <a:cubicBezTo>
                              <a:pt x="14859" y="21748"/>
                              <a:pt x="19717" y="17653"/>
                              <a:pt x="23622" y="13367"/>
                            </a:cubicBezTo>
                            <a:cubicBezTo>
                              <a:pt x="25241" y="11652"/>
                              <a:pt x="26765" y="10033"/>
                              <a:pt x="27718" y="8223"/>
                            </a:cubicBezTo>
                            <a:cubicBezTo>
                              <a:pt x="31813" y="603"/>
                              <a:pt x="28004" y="-3588"/>
                              <a:pt x="19431" y="4032"/>
                            </a:cubicBezTo>
                            <a:cubicBezTo>
                              <a:pt x="13049" y="9747"/>
                              <a:pt x="6953" y="17748"/>
                              <a:pt x="2096" y="2365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67" name="Forme libre : forme 12566">
                        <a:extLst>
                          <a:ext uri="{FF2B5EF4-FFF2-40B4-BE49-F238E27FC236}">
                            <a16:creationId xmlns:a16="http://schemas.microsoft.com/office/drawing/2014/main" id="{FD6029C1-092E-4F7A-8204-1472D91F1F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86800" y="2673858"/>
                        <a:ext cx="64198" cy="29241"/>
                      </a:xfrm>
                      <a:custGeom>
                        <a:avLst/>
                        <a:gdLst>
                          <a:gd name="connsiteX0" fmla="*/ 64198 w 64198"/>
                          <a:gd name="connsiteY0" fmla="*/ 0 h 29241"/>
                          <a:gd name="connsiteX1" fmla="*/ 0 w 64198"/>
                          <a:gd name="connsiteY1" fmla="*/ 29242 h 29241"/>
                          <a:gd name="connsiteX2" fmla="*/ 64198 w 64198"/>
                          <a:gd name="connsiteY2" fmla="*/ 0 h 29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4198" h="29241">
                            <a:moveTo>
                              <a:pt x="64198" y="0"/>
                            </a:moveTo>
                            <a:cubicBezTo>
                              <a:pt x="55245" y="14288"/>
                              <a:pt x="21431" y="23717"/>
                              <a:pt x="0" y="29242"/>
                            </a:cubicBezTo>
                            <a:cubicBezTo>
                              <a:pt x="23241" y="23336"/>
                              <a:pt x="47815" y="10954"/>
                              <a:pt x="6419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68" name="Forme libre : forme 12567">
                        <a:extLst>
                          <a:ext uri="{FF2B5EF4-FFF2-40B4-BE49-F238E27FC236}">
                            <a16:creationId xmlns:a16="http://schemas.microsoft.com/office/drawing/2014/main" id="{9E1EE27D-8840-4828-9C0A-CF7A450290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54784" y="2664523"/>
                        <a:ext cx="46577" cy="39528"/>
                      </a:xfrm>
                      <a:custGeom>
                        <a:avLst/>
                        <a:gdLst>
                          <a:gd name="connsiteX0" fmla="*/ 46577 w 46577"/>
                          <a:gd name="connsiteY0" fmla="*/ 0 h 39528"/>
                          <a:gd name="connsiteX1" fmla="*/ 24289 w 46577"/>
                          <a:gd name="connsiteY1" fmla="*/ 20860 h 39528"/>
                          <a:gd name="connsiteX2" fmla="*/ 0 w 46577"/>
                          <a:gd name="connsiteY2" fmla="*/ 39529 h 39528"/>
                          <a:gd name="connsiteX3" fmla="*/ 25241 w 46577"/>
                          <a:gd name="connsiteY3" fmla="*/ 21812 h 39528"/>
                          <a:gd name="connsiteX4" fmla="*/ 46577 w 46577"/>
                          <a:gd name="connsiteY4" fmla="*/ 0 h 39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577" h="39528">
                            <a:moveTo>
                              <a:pt x="46577" y="0"/>
                            </a:moveTo>
                            <a:cubicBezTo>
                              <a:pt x="37814" y="7334"/>
                              <a:pt x="31528" y="14097"/>
                              <a:pt x="24289" y="20860"/>
                            </a:cubicBezTo>
                            <a:cubicBezTo>
                              <a:pt x="17145" y="27527"/>
                              <a:pt x="8954" y="34290"/>
                              <a:pt x="0" y="39529"/>
                            </a:cubicBezTo>
                            <a:cubicBezTo>
                              <a:pt x="8096" y="34385"/>
                              <a:pt x="17431" y="28385"/>
                              <a:pt x="25241" y="21812"/>
                            </a:cubicBezTo>
                            <a:cubicBezTo>
                              <a:pt x="33242" y="15145"/>
                              <a:pt x="40100" y="7620"/>
                              <a:pt x="4657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69" name="Forme libre : forme 12568">
                        <a:extLst>
                          <a:ext uri="{FF2B5EF4-FFF2-40B4-BE49-F238E27FC236}">
                            <a16:creationId xmlns:a16="http://schemas.microsoft.com/office/drawing/2014/main" id="{D1EA8445-672E-46F9-913B-CC370E58C8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1348" y="2659370"/>
                        <a:ext cx="39832" cy="8751"/>
                      </a:xfrm>
                      <a:custGeom>
                        <a:avLst/>
                        <a:gdLst>
                          <a:gd name="connsiteX0" fmla="*/ 39548 w 39832"/>
                          <a:gd name="connsiteY0" fmla="*/ 6391 h 8751"/>
                          <a:gd name="connsiteX1" fmla="*/ 17069 w 39832"/>
                          <a:gd name="connsiteY1" fmla="*/ 8105 h 8751"/>
                          <a:gd name="connsiteX2" fmla="*/ 6306 w 39832"/>
                          <a:gd name="connsiteY2" fmla="*/ 6772 h 8751"/>
                          <a:gd name="connsiteX3" fmla="*/ 115 w 39832"/>
                          <a:gd name="connsiteY3" fmla="*/ 4486 h 8751"/>
                          <a:gd name="connsiteX4" fmla="*/ 3734 w 39832"/>
                          <a:gd name="connsiteY4" fmla="*/ 1152 h 8751"/>
                          <a:gd name="connsiteX5" fmla="*/ 10973 w 39832"/>
                          <a:gd name="connsiteY5" fmla="*/ 9 h 8751"/>
                          <a:gd name="connsiteX6" fmla="*/ 23261 w 39832"/>
                          <a:gd name="connsiteY6" fmla="*/ 771 h 8751"/>
                          <a:gd name="connsiteX7" fmla="*/ 39548 w 39832"/>
                          <a:gd name="connsiteY7" fmla="*/ 6391 h 87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832" h="8751">
                            <a:moveTo>
                              <a:pt x="39548" y="6391"/>
                            </a:moveTo>
                            <a:cubicBezTo>
                              <a:pt x="37072" y="9915"/>
                              <a:pt x="21737" y="8582"/>
                              <a:pt x="17069" y="8105"/>
                            </a:cubicBezTo>
                            <a:cubicBezTo>
                              <a:pt x="14783" y="8010"/>
                              <a:pt x="10116" y="6962"/>
                              <a:pt x="6306" y="6772"/>
                            </a:cubicBezTo>
                            <a:cubicBezTo>
                              <a:pt x="2496" y="6581"/>
                              <a:pt x="-647" y="6962"/>
                              <a:pt x="115" y="4486"/>
                            </a:cubicBezTo>
                            <a:cubicBezTo>
                              <a:pt x="496" y="3343"/>
                              <a:pt x="1829" y="2105"/>
                              <a:pt x="3734" y="1152"/>
                            </a:cubicBezTo>
                            <a:cubicBezTo>
                              <a:pt x="5735" y="581"/>
                              <a:pt x="8306" y="-86"/>
                              <a:pt x="10973" y="9"/>
                            </a:cubicBezTo>
                            <a:cubicBezTo>
                              <a:pt x="16879" y="9"/>
                              <a:pt x="20974" y="581"/>
                              <a:pt x="23261" y="771"/>
                            </a:cubicBezTo>
                            <a:cubicBezTo>
                              <a:pt x="27642" y="1343"/>
                              <a:pt x="42025" y="2867"/>
                              <a:pt x="39548" y="639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70" name="Forme libre : forme 12569">
                        <a:extLst>
                          <a:ext uri="{FF2B5EF4-FFF2-40B4-BE49-F238E27FC236}">
                            <a16:creationId xmlns:a16="http://schemas.microsoft.com/office/drawing/2014/main" id="{C65B724F-1A74-48DC-AEB5-7AA5E3DFBA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86021" y="2663190"/>
                        <a:ext cx="10809" cy="3333"/>
                      </a:xfrm>
                      <a:custGeom>
                        <a:avLst/>
                        <a:gdLst>
                          <a:gd name="connsiteX0" fmla="*/ 10781 w 10809"/>
                          <a:gd name="connsiteY0" fmla="*/ 1619 h 3333"/>
                          <a:gd name="connsiteX1" fmla="*/ 5828 w 10809"/>
                          <a:gd name="connsiteY1" fmla="*/ 3334 h 3333"/>
                          <a:gd name="connsiteX2" fmla="*/ 17 w 10809"/>
                          <a:gd name="connsiteY2" fmla="*/ 1714 h 3333"/>
                          <a:gd name="connsiteX3" fmla="*/ 4875 w 10809"/>
                          <a:gd name="connsiteY3" fmla="*/ 0 h 3333"/>
                          <a:gd name="connsiteX4" fmla="*/ 10781 w 10809"/>
                          <a:gd name="connsiteY4" fmla="*/ 1619 h 33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809" h="3333">
                            <a:moveTo>
                              <a:pt x="10781" y="1619"/>
                            </a:moveTo>
                            <a:cubicBezTo>
                              <a:pt x="11162" y="2953"/>
                              <a:pt x="7637" y="3334"/>
                              <a:pt x="5828" y="3334"/>
                            </a:cubicBezTo>
                            <a:cubicBezTo>
                              <a:pt x="4018" y="3334"/>
                              <a:pt x="303" y="3143"/>
                              <a:pt x="17" y="1714"/>
                            </a:cubicBezTo>
                            <a:cubicBezTo>
                              <a:pt x="-268" y="286"/>
                              <a:pt x="3065" y="0"/>
                              <a:pt x="4875" y="0"/>
                            </a:cubicBezTo>
                            <a:cubicBezTo>
                              <a:pt x="6685" y="0"/>
                              <a:pt x="10399" y="190"/>
                              <a:pt x="10781" y="16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71" name="Forme libre : forme 12570">
                        <a:extLst>
                          <a:ext uri="{FF2B5EF4-FFF2-40B4-BE49-F238E27FC236}">
                            <a16:creationId xmlns:a16="http://schemas.microsoft.com/office/drawing/2014/main" id="{13189EC7-9E71-45DC-84DD-A92B4989E9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43162" y="2635686"/>
                        <a:ext cx="103517" cy="35137"/>
                      </a:xfrm>
                      <a:custGeom>
                        <a:avLst/>
                        <a:gdLst>
                          <a:gd name="connsiteX0" fmla="*/ 80024 w 103517"/>
                          <a:gd name="connsiteY0" fmla="*/ 14645 h 35137"/>
                          <a:gd name="connsiteX1" fmla="*/ 102884 w 103517"/>
                          <a:gd name="connsiteY1" fmla="*/ 29313 h 35137"/>
                          <a:gd name="connsiteX2" fmla="*/ 96312 w 103517"/>
                          <a:gd name="connsiteY2" fmla="*/ 35123 h 35137"/>
                          <a:gd name="connsiteX3" fmla="*/ 85072 w 103517"/>
                          <a:gd name="connsiteY3" fmla="*/ 31790 h 35137"/>
                          <a:gd name="connsiteX4" fmla="*/ 51830 w 103517"/>
                          <a:gd name="connsiteY4" fmla="*/ 18931 h 35137"/>
                          <a:gd name="connsiteX5" fmla="*/ 25732 w 103517"/>
                          <a:gd name="connsiteY5" fmla="*/ 13692 h 35137"/>
                          <a:gd name="connsiteX6" fmla="*/ 20207 w 103517"/>
                          <a:gd name="connsiteY6" fmla="*/ 12740 h 35137"/>
                          <a:gd name="connsiteX7" fmla="*/ 14873 w 103517"/>
                          <a:gd name="connsiteY7" fmla="*/ 11978 h 35137"/>
                          <a:gd name="connsiteX8" fmla="*/ 6015 w 103517"/>
                          <a:gd name="connsiteY8" fmla="*/ 11597 h 35137"/>
                          <a:gd name="connsiteX9" fmla="*/ 776 w 103517"/>
                          <a:gd name="connsiteY9" fmla="*/ 8072 h 35137"/>
                          <a:gd name="connsiteX10" fmla="*/ 6015 w 103517"/>
                          <a:gd name="connsiteY10" fmla="*/ 3691 h 35137"/>
                          <a:gd name="connsiteX11" fmla="*/ 10206 w 103517"/>
                          <a:gd name="connsiteY11" fmla="*/ 2262 h 35137"/>
                          <a:gd name="connsiteX12" fmla="*/ 11349 w 103517"/>
                          <a:gd name="connsiteY12" fmla="*/ 1977 h 35137"/>
                          <a:gd name="connsiteX13" fmla="*/ 11920 w 103517"/>
                          <a:gd name="connsiteY13" fmla="*/ 1500 h 35137"/>
                          <a:gd name="connsiteX14" fmla="*/ 12587 w 103517"/>
                          <a:gd name="connsiteY14" fmla="*/ 1405 h 35137"/>
                          <a:gd name="connsiteX15" fmla="*/ 15159 w 103517"/>
                          <a:gd name="connsiteY15" fmla="*/ 929 h 35137"/>
                          <a:gd name="connsiteX16" fmla="*/ 21065 w 103517"/>
                          <a:gd name="connsiteY16" fmla="*/ 262 h 35137"/>
                          <a:gd name="connsiteX17" fmla="*/ 26589 w 103517"/>
                          <a:gd name="connsiteY17" fmla="*/ 72 h 35137"/>
                          <a:gd name="connsiteX18" fmla="*/ 33733 w 103517"/>
                          <a:gd name="connsiteY18" fmla="*/ 72 h 35137"/>
                          <a:gd name="connsiteX19" fmla="*/ 58593 w 103517"/>
                          <a:gd name="connsiteY19" fmla="*/ 3691 h 35137"/>
                          <a:gd name="connsiteX20" fmla="*/ 80024 w 103517"/>
                          <a:gd name="connsiteY20" fmla="*/ 14645 h 35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03517" h="35137">
                            <a:moveTo>
                              <a:pt x="80024" y="14645"/>
                            </a:moveTo>
                            <a:cubicBezTo>
                              <a:pt x="89930" y="19312"/>
                              <a:pt x="97074" y="22550"/>
                              <a:pt x="102884" y="29313"/>
                            </a:cubicBezTo>
                            <a:cubicBezTo>
                              <a:pt x="105075" y="31790"/>
                              <a:pt x="101265" y="34933"/>
                              <a:pt x="96312" y="35123"/>
                            </a:cubicBezTo>
                            <a:cubicBezTo>
                              <a:pt x="91359" y="35314"/>
                              <a:pt x="88311" y="33504"/>
                              <a:pt x="85072" y="31790"/>
                            </a:cubicBezTo>
                            <a:cubicBezTo>
                              <a:pt x="74881" y="26456"/>
                              <a:pt x="64022" y="22646"/>
                              <a:pt x="51830" y="18931"/>
                            </a:cubicBezTo>
                            <a:cubicBezTo>
                              <a:pt x="48020" y="17788"/>
                              <a:pt x="35924" y="16073"/>
                              <a:pt x="25732" y="13692"/>
                            </a:cubicBezTo>
                            <a:cubicBezTo>
                              <a:pt x="24589" y="13406"/>
                              <a:pt x="21922" y="13121"/>
                              <a:pt x="20207" y="12740"/>
                            </a:cubicBezTo>
                            <a:cubicBezTo>
                              <a:pt x="18397" y="12454"/>
                              <a:pt x="16588" y="12263"/>
                              <a:pt x="14873" y="11978"/>
                            </a:cubicBezTo>
                            <a:cubicBezTo>
                              <a:pt x="11635" y="12168"/>
                              <a:pt x="8396" y="11216"/>
                              <a:pt x="6015" y="11597"/>
                            </a:cubicBezTo>
                            <a:cubicBezTo>
                              <a:pt x="1252" y="11787"/>
                              <a:pt x="-1415" y="11025"/>
                              <a:pt x="776" y="8072"/>
                            </a:cubicBezTo>
                            <a:cubicBezTo>
                              <a:pt x="1824" y="6644"/>
                              <a:pt x="3634" y="5024"/>
                              <a:pt x="6015" y="3691"/>
                            </a:cubicBezTo>
                            <a:cubicBezTo>
                              <a:pt x="7253" y="3215"/>
                              <a:pt x="8682" y="2738"/>
                              <a:pt x="10206" y="2262"/>
                            </a:cubicBezTo>
                            <a:lnTo>
                              <a:pt x="11349" y="1977"/>
                            </a:lnTo>
                            <a:cubicBezTo>
                              <a:pt x="11540" y="1786"/>
                              <a:pt x="11825" y="2262"/>
                              <a:pt x="11920" y="1500"/>
                            </a:cubicBezTo>
                            <a:lnTo>
                              <a:pt x="12587" y="1405"/>
                            </a:lnTo>
                            <a:lnTo>
                              <a:pt x="15159" y="929"/>
                            </a:lnTo>
                            <a:cubicBezTo>
                              <a:pt x="16969" y="643"/>
                              <a:pt x="18683" y="357"/>
                              <a:pt x="21065" y="262"/>
                            </a:cubicBezTo>
                            <a:cubicBezTo>
                              <a:pt x="22874" y="167"/>
                              <a:pt x="24684" y="167"/>
                              <a:pt x="26589" y="72"/>
                            </a:cubicBezTo>
                            <a:cubicBezTo>
                              <a:pt x="28875" y="-24"/>
                              <a:pt x="31256" y="-24"/>
                              <a:pt x="33733" y="72"/>
                            </a:cubicBezTo>
                            <a:cubicBezTo>
                              <a:pt x="43448" y="453"/>
                              <a:pt x="53545" y="2262"/>
                              <a:pt x="58593" y="3691"/>
                            </a:cubicBezTo>
                            <a:cubicBezTo>
                              <a:pt x="68690" y="6834"/>
                              <a:pt x="72595" y="11216"/>
                              <a:pt x="80024" y="1464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534" name="Graphique 1">
                      <a:extLst>
                        <a:ext uri="{FF2B5EF4-FFF2-40B4-BE49-F238E27FC236}">
                          <a16:creationId xmlns:a16="http://schemas.microsoft.com/office/drawing/2014/main" id="{BF9A7F75-792C-4D18-A610-D5A90F4A1D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57033" y="2630063"/>
                      <a:ext cx="222527" cy="76746"/>
                      <a:chOff x="4157033" y="2630063"/>
                      <a:chExt cx="222527" cy="76746"/>
                    </a:xfrm>
                    <a:solidFill>
                      <a:schemeClr val="accent1"/>
                    </a:solidFill>
                  </p:grpSpPr>
                  <p:sp>
                    <p:nvSpPr>
                      <p:cNvPr id="12548" name="Forme libre : forme 12547">
                        <a:extLst>
                          <a:ext uri="{FF2B5EF4-FFF2-40B4-BE49-F238E27FC236}">
                            <a16:creationId xmlns:a16="http://schemas.microsoft.com/office/drawing/2014/main" id="{881A7DCC-20B5-4162-A610-665CB41F08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7033" y="2630063"/>
                        <a:ext cx="222527" cy="76746"/>
                      </a:xfrm>
                      <a:custGeom>
                        <a:avLst/>
                        <a:gdLst>
                          <a:gd name="connsiteX0" fmla="*/ 150843 w 222527"/>
                          <a:gd name="connsiteY0" fmla="*/ 75608 h 76746"/>
                          <a:gd name="connsiteX1" fmla="*/ 75119 w 222527"/>
                          <a:gd name="connsiteY1" fmla="*/ 76179 h 76746"/>
                          <a:gd name="connsiteX2" fmla="*/ 4158 w 222527"/>
                          <a:gd name="connsiteY2" fmla="*/ 47223 h 76746"/>
                          <a:gd name="connsiteX3" fmla="*/ 5491 w 222527"/>
                          <a:gd name="connsiteY3" fmla="*/ 25697 h 76746"/>
                          <a:gd name="connsiteX4" fmla="*/ 76834 w 222527"/>
                          <a:gd name="connsiteY4" fmla="*/ 741 h 76746"/>
                          <a:gd name="connsiteX5" fmla="*/ 145985 w 222527"/>
                          <a:gd name="connsiteY5" fmla="*/ 360 h 76746"/>
                          <a:gd name="connsiteX6" fmla="*/ 215898 w 222527"/>
                          <a:gd name="connsiteY6" fmla="*/ 26554 h 76746"/>
                          <a:gd name="connsiteX7" fmla="*/ 219518 w 222527"/>
                          <a:gd name="connsiteY7" fmla="*/ 47414 h 76746"/>
                          <a:gd name="connsiteX8" fmla="*/ 150843 w 222527"/>
                          <a:gd name="connsiteY8" fmla="*/ 75608 h 767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22527" h="76746">
                            <a:moveTo>
                              <a:pt x="150843" y="75608"/>
                            </a:moveTo>
                            <a:cubicBezTo>
                              <a:pt x="132936" y="76846"/>
                              <a:pt x="93883" y="77132"/>
                              <a:pt x="75119" y="76179"/>
                            </a:cubicBezTo>
                            <a:cubicBezTo>
                              <a:pt x="40067" y="74369"/>
                              <a:pt x="21970" y="63511"/>
                              <a:pt x="4158" y="47223"/>
                            </a:cubicBezTo>
                            <a:cubicBezTo>
                              <a:pt x="-2033" y="41603"/>
                              <a:pt x="-1081" y="30650"/>
                              <a:pt x="5491" y="25697"/>
                            </a:cubicBezTo>
                            <a:cubicBezTo>
                              <a:pt x="24637" y="11219"/>
                              <a:pt x="44734" y="2360"/>
                              <a:pt x="76834" y="741"/>
                            </a:cubicBezTo>
                            <a:cubicBezTo>
                              <a:pt x="93979" y="-116"/>
                              <a:pt x="128364" y="-211"/>
                              <a:pt x="145985" y="360"/>
                            </a:cubicBezTo>
                            <a:cubicBezTo>
                              <a:pt x="179037" y="1313"/>
                              <a:pt x="196848" y="11885"/>
                              <a:pt x="215898" y="26554"/>
                            </a:cubicBezTo>
                            <a:cubicBezTo>
                              <a:pt x="222756" y="31602"/>
                              <a:pt x="224852" y="42080"/>
                              <a:pt x="219518" y="47414"/>
                            </a:cubicBezTo>
                            <a:cubicBezTo>
                              <a:pt x="204373" y="63225"/>
                              <a:pt x="184180" y="73322"/>
                              <a:pt x="150843" y="7560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49" name="Forme libre : forme 12548">
                        <a:extLst>
                          <a:ext uri="{FF2B5EF4-FFF2-40B4-BE49-F238E27FC236}">
                            <a16:creationId xmlns:a16="http://schemas.microsoft.com/office/drawing/2014/main" id="{517DC60E-E1A1-4506-8324-3895F24C16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7095" y="2668333"/>
                        <a:ext cx="219551" cy="38210"/>
                      </a:xfrm>
                      <a:custGeom>
                        <a:avLst/>
                        <a:gdLst>
                          <a:gd name="connsiteX0" fmla="*/ 86582 w 219551"/>
                          <a:gd name="connsiteY0" fmla="*/ 10858 h 38210"/>
                          <a:gd name="connsiteX1" fmla="*/ 0 w 219551"/>
                          <a:gd name="connsiteY1" fmla="*/ 0 h 38210"/>
                          <a:gd name="connsiteX2" fmla="*/ 4000 w 219551"/>
                          <a:gd name="connsiteY2" fmla="*/ 8763 h 38210"/>
                          <a:gd name="connsiteX3" fmla="*/ 13335 w 219551"/>
                          <a:gd name="connsiteY3" fmla="*/ 16669 h 38210"/>
                          <a:gd name="connsiteX4" fmla="*/ 45529 w 219551"/>
                          <a:gd name="connsiteY4" fmla="*/ 33147 h 38210"/>
                          <a:gd name="connsiteX5" fmla="*/ 74962 w 219551"/>
                          <a:gd name="connsiteY5" fmla="*/ 37719 h 38210"/>
                          <a:gd name="connsiteX6" fmla="*/ 87154 w 219551"/>
                          <a:gd name="connsiteY6" fmla="*/ 38100 h 38210"/>
                          <a:gd name="connsiteX7" fmla="*/ 145066 w 219551"/>
                          <a:gd name="connsiteY7" fmla="*/ 37433 h 38210"/>
                          <a:gd name="connsiteX8" fmla="*/ 150685 w 219551"/>
                          <a:gd name="connsiteY8" fmla="*/ 37147 h 38210"/>
                          <a:gd name="connsiteX9" fmla="*/ 181546 w 219551"/>
                          <a:gd name="connsiteY9" fmla="*/ 31813 h 38210"/>
                          <a:gd name="connsiteX10" fmla="*/ 211836 w 219551"/>
                          <a:gd name="connsiteY10" fmla="*/ 16002 h 38210"/>
                          <a:gd name="connsiteX11" fmla="*/ 219361 w 219551"/>
                          <a:gd name="connsiteY11" fmla="*/ 8953 h 38210"/>
                          <a:gd name="connsiteX12" fmla="*/ 219551 w 219551"/>
                          <a:gd name="connsiteY12" fmla="*/ 8667 h 38210"/>
                          <a:gd name="connsiteX13" fmla="*/ 86582 w 219551"/>
                          <a:gd name="connsiteY13" fmla="*/ 10858 h 382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19551" h="38210">
                            <a:moveTo>
                              <a:pt x="86582" y="10858"/>
                            </a:moveTo>
                            <a:cubicBezTo>
                              <a:pt x="56292" y="12478"/>
                              <a:pt x="23336" y="11430"/>
                              <a:pt x="0" y="0"/>
                            </a:cubicBezTo>
                            <a:cubicBezTo>
                              <a:pt x="286" y="3334"/>
                              <a:pt x="1524" y="6477"/>
                              <a:pt x="4000" y="8763"/>
                            </a:cubicBezTo>
                            <a:cubicBezTo>
                              <a:pt x="7048" y="11525"/>
                              <a:pt x="10192" y="14192"/>
                              <a:pt x="13335" y="16669"/>
                            </a:cubicBezTo>
                            <a:cubicBezTo>
                              <a:pt x="22479" y="23717"/>
                              <a:pt x="32575" y="29432"/>
                              <a:pt x="45529" y="33147"/>
                            </a:cubicBezTo>
                            <a:cubicBezTo>
                              <a:pt x="53911" y="35528"/>
                              <a:pt x="63532" y="37147"/>
                              <a:pt x="74962" y="37719"/>
                            </a:cubicBezTo>
                            <a:cubicBezTo>
                              <a:pt x="78486" y="37814"/>
                              <a:pt x="82582" y="38005"/>
                              <a:pt x="87154" y="38100"/>
                            </a:cubicBezTo>
                            <a:cubicBezTo>
                              <a:pt x="105061" y="38386"/>
                              <a:pt x="129540" y="38100"/>
                              <a:pt x="145066" y="37433"/>
                            </a:cubicBezTo>
                            <a:cubicBezTo>
                              <a:pt x="147066" y="37338"/>
                              <a:pt x="148971" y="37242"/>
                              <a:pt x="150685" y="37147"/>
                            </a:cubicBezTo>
                            <a:cubicBezTo>
                              <a:pt x="162592" y="36385"/>
                              <a:pt x="172688" y="34480"/>
                              <a:pt x="181546" y="31813"/>
                            </a:cubicBezTo>
                            <a:cubicBezTo>
                              <a:pt x="193643" y="28003"/>
                              <a:pt x="203263" y="22574"/>
                              <a:pt x="211836" y="16002"/>
                            </a:cubicBezTo>
                            <a:cubicBezTo>
                              <a:pt x="214693" y="13811"/>
                              <a:pt x="216884" y="11430"/>
                              <a:pt x="219361" y="8953"/>
                            </a:cubicBezTo>
                            <a:lnTo>
                              <a:pt x="219551" y="8667"/>
                            </a:lnTo>
                            <a:cubicBezTo>
                              <a:pt x="176022" y="8953"/>
                              <a:pt x="129921" y="8477"/>
                              <a:pt x="86582" y="1085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50" name="Forme libre : forme 12549">
                        <a:extLst>
                          <a:ext uri="{FF2B5EF4-FFF2-40B4-BE49-F238E27FC236}">
                            <a16:creationId xmlns:a16="http://schemas.microsoft.com/office/drawing/2014/main" id="{BE9C6059-66A4-4C81-9F17-ADFA2443EA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4243" y="2657529"/>
                        <a:ext cx="102885" cy="24911"/>
                      </a:xfrm>
                      <a:custGeom>
                        <a:avLst/>
                        <a:gdLst>
                          <a:gd name="connsiteX0" fmla="*/ 102875 w 102885"/>
                          <a:gd name="connsiteY0" fmla="*/ 11852 h 24911"/>
                          <a:gd name="connsiteX1" fmla="*/ 49630 w 102885"/>
                          <a:gd name="connsiteY1" fmla="*/ 24901 h 24911"/>
                          <a:gd name="connsiteX2" fmla="*/ 5 w 102885"/>
                          <a:gd name="connsiteY2" fmla="*/ 11756 h 24911"/>
                          <a:gd name="connsiteX3" fmla="*/ 48868 w 102885"/>
                          <a:gd name="connsiteY3" fmla="*/ 41 h 24911"/>
                          <a:gd name="connsiteX4" fmla="*/ 102875 w 102885"/>
                          <a:gd name="connsiteY4" fmla="*/ 11852 h 24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885" h="24911">
                            <a:moveTo>
                              <a:pt x="102875" y="11852"/>
                            </a:moveTo>
                            <a:cubicBezTo>
                              <a:pt x="103637" y="21948"/>
                              <a:pt x="63251" y="24710"/>
                              <a:pt x="49630" y="24901"/>
                            </a:cubicBezTo>
                            <a:cubicBezTo>
                              <a:pt x="36009" y="25091"/>
                              <a:pt x="386" y="22805"/>
                              <a:pt x="5" y="11756"/>
                            </a:cubicBezTo>
                            <a:cubicBezTo>
                              <a:pt x="-472" y="707"/>
                              <a:pt x="36200" y="-245"/>
                              <a:pt x="48868" y="41"/>
                            </a:cubicBezTo>
                            <a:cubicBezTo>
                              <a:pt x="61536" y="326"/>
                              <a:pt x="102113" y="1755"/>
                              <a:pt x="102875" y="1185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51" name="Forme libre : forme 12550">
                        <a:extLst>
                          <a:ext uri="{FF2B5EF4-FFF2-40B4-BE49-F238E27FC236}">
                            <a16:creationId xmlns:a16="http://schemas.microsoft.com/office/drawing/2014/main" id="{DF6DE5FE-0DB8-4C72-A1C0-4C650E8084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3445" y="2659380"/>
                        <a:ext cx="72906" cy="23241"/>
                      </a:xfrm>
                      <a:custGeom>
                        <a:avLst/>
                        <a:gdLst>
                          <a:gd name="connsiteX0" fmla="*/ 22234 w 72906"/>
                          <a:gd name="connsiteY0" fmla="*/ 0 h 23241"/>
                          <a:gd name="connsiteX1" fmla="*/ 231 w 72906"/>
                          <a:gd name="connsiteY1" fmla="*/ 10096 h 23241"/>
                          <a:gd name="connsiteX2" fmla="*/ 51000 w 72906"/>
                          <a:gd name="connsiteY2" fmla="*/ 23241 h 23241"/>
                          <a:gd name="connsiteX3" fmla="*/ 72907 w 72906"/>
                          <a:gd name="connsiteY3" fmla="*/ 21336 h 23241"/>
                          <a:gd name="connsiteX4" fmla="*/ 61096 w 72906"/>
                          <a:gd name="connsiteY4" fmla="*/ 20764 h 23241"/>
                          <a:gd name="connsiteX5" fmla="*/ 22234 w 72906"/>
                          <a:gd name="connsiteY5" fmla="*/ 0 h 23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2906" h="23241">
                            <a:moveTo>
                              <a:pt x="22234" y="0"/>
                            </a:moveTo>
                            <a:cubicBezTo>
                              <a:pt x="15852" y="1905"/>
                              <a:pt x="-2245" y="3238"/>
                              <a:pt x="231" y="10096"/>
                            </a:cubicBezTo>
                            <a:cubicBezTo>
                              <a:pt x="4136" y="21146"/>
                              <a:pt x="33759" y="23241"/>
                              <a:pt x="51000" y="23241"/>
                            </a:cubicBezTo>
                            <a:cubicBezTo>
                              <a:pt x="56048" y="23241"/>
                              <a:pt x="67287" y="22384"/>
                              <a:pt x="72907" y="21336"/>
                            </a:cubicBezTo>
                            <a:cubicBezTo>
                              <a:pt x="69668" y="21241"/>
                              <a:pt x="64239" y="21336"/>
                              <a:pt x="61096" y="20764"/>
                            </a:cubicBezTo>
                            <a:cubicBezTo>
                              <a:pt x="43760" y="17335"/>
                              <a:pt x="23377" y="12001"/>
                              <a:pt x="222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52" name="Forme libre : forme 12551">
                        <a:extLst>
                          <a:ext uri="{FF2B5EF4-FFF2-40B4-BE49-F238E27FC236}">
                            <a16:creationId xmlns:a16="http://schemas.microsoft.com/office/drawing/2014/main" id="{10BD9F81-CB82-445A-BD8F-D0D0F8264C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9547" y="2660514"/>
                        <a:ext cx="103405" cy="24941"/>
                      </a:xfrm>
                      <a:custGeom>
                        <a:avLst/>
                        <a:gdLst>
                          <a:gd name="connsiteX0" fmla="*/ 103285 w 103405"/>
                          <a:gd name="connsiteY0" fmla="*/ 11344 h 24941"/>
                          <a:gd name="connsiteX1" fmla="*/ 49278 w 103405"/>
                          <a:gd name="connsiteY1" fmla="*/ 24869 h 24941"/>
                          <a:gd name="connsiteX2" fmla="*/ 34 w 103405"/>
                          <a:gd name="connsiteY2" fmla="*/ 11629 h 24941"/>
                          <a:gd name="connsiteX3" fmla="*/ 48707 w 103405"/>
                          <a:gd name="connsiteY3" fmla="*/ 9 h 24941"/>
                          <a:gd name="connsiteX4" fmla="*/ 103285 w 103405"/>
                          <a:gd name="connsiteY4" fmla="*/ 11344 h 249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3405" h="24941">
                            <a:moveTo>
                              <a:pt x="103285" y="11344"/>
                            </a:moveTo>
                            <a:cubicBezTo>
                              <a:pt x="100523" y="21535"/>
                              <a:pt x="64042" y="24297"/>
                              <a:pt x="49278" y="24869"/>
                            </a:cubicBezTo>
                            <a:cubicBezTo>
                              <a:pt x="34610" y="25440"/>
                              <a:pt x="1368" y="22773"/>
                              <a:pt x="34" y="11629"/>
                            </a:cubicBezTo>
                            <a:cubicBezTo>
                              <a:pt x="-1299" y="390"/>
                              <a:pt x="36896" y="-86"/>
                              <a:pt x="48707" y="9"/>
                            </a:cubicBezTo>
                            <a:cubicBezTo>
                              <a:pt x="60518" y="9"/>
                              <a:pt x="106047" y="1152"/>
                              <a:pt x="103285" y="1134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53" name="Forme libre : forme 12552">
                        <a:extLst>
                          <a:ext uri="{FF2B5EF4-FFF2-40B4-BE49-F238E27FC236}">
                            <a16:creationId xmlns:a16="http://schemas.microsoft.com/office/drawing/2014/main" id="{8CF12ED2-00FF-44CD-927F-A9BA22E962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702" y="2649449"/>
                        <a:ext cx="128585" cy="50521"/>
                      </a:xfrm>
                      <a:custGeom>
                        <a:avLst/>
                        <a:gdLst>
                          <a:gd name="connsiteX0" fmla="*/ 730 w 128585"/>
                          <a:gd name="connsiteY0" fmla="*/ 20503 h 50521"/>
                          <a:gd name="connsiteX1" fmla="*/ 13684 w 128585"/>
                          <a:gd name="connsiteY1" fmla="*/ 32790 h 50521"/>
                          <a:gd name="connsiteX2" fmla="*/ 60928 w 128585"/>
                          <a:gd name="connsiteY2" fmla="*/ 49363 h 50521"/>
                          <a:gd name="connsiteX3" fmla="*/ 110839 w 128585"/>
                          <a:gd name="connsiteY3" fmla="*/ 46792 h 50521"/>
                          <a:gd name="connsiteX4" fmla="*/ 128079 w 128585"/>
                          <a:gd name="connsiteY4" fmla="*/ 32790 h 50521"/>
                          <a:gd name="connsiteX5" fmla="*/ 111982 w 128585"/>
                          <a:gd name="connsiteY5" fmla="*/ 27170 h 50521"/>
                          <a:gd name="connsiteX6" fmla="*/ 68167 w 128585"/>
                          <a:gd name="connsiteY6" fmla="*/ 13264 h 50521"/>
                          <a:gd name="connsiteX7" fmla="*/ 24447 w 128585"/>
                          <a:gd name="connsiteY7" fmla="*/ 214 h 50521"/>
                          <a:gd name="connsiteX8" fmla="*/ 730 w 128585"/>
                          <a:gd name="connsiteY8" fmla="*/ 20503 h 505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8585" h="50521">
                            <a:moveTo>
                              <a:pt x="730" y="20503"/>
                            </a:moveTo>
                            <a:cubicBezTo>
                              <a:pt x="3397" y="26789"/>
                              <a:pt x="5968" y="28789"/>
                              <a:pt x="13684" y="32790"/>
                            </a:cubicBezTo>
                            <a:cubicBezTo>
                              <a:pt x="28352" y="40410"/>
                              <a:pt x="40639" y="46696"/>
                              <a:pt x="60928" y="49363"/>
                            </a:cubicBezTo>
                            <a:cubicBezTo>
                              <a:pt x="77787" y="51554"/>
                              <a:pt x="96932" y="50602"/>
                              <a:pt x="110839" y="46792"/>
                            </a:cubicBezTo>
                            <a:cubicBezTo>
                              <a:pt x="121221" y="44029"/>
                              <a:pt x="130937" y="38886"/>
                              <a:pt x="128079" y="32790"/>
                            </a:cubicBezTo>
                            <a:cubicBezTo>
                              <a:pt x="126364" y="29075"/>
                              <a:pt x="118364" y="28789"/>
                              <a:pt x="111982" y="27170"/>
                            </a:cubicBezTo>
                            <a:cubicBezTo>
                              <a:pt x="97027" y="23265"/>
                              <a:pt x="82549" y="20122"/>
                              <a:pt x="68167" y="13264"/>
                            </a:cubicBezTo>
                            <a:cubicBezTo>
                              <a:pt x="55880" y="7454"/>
                              <a:pt x="42735" y="-1500"/>
                              <a:pt x="24447" y="214"/>
                            </a:cubicBezTo>
                            <a:cubicBezTo>
                              <a:pt x="7873" y="1738"/>
                              <a:pt x="-2985" y="11740"/>
                              <a:pt x="730" y="2050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54" name="Forme libre : forme 12553">
                        <a:extLst>
                          <a:ext uri="{FF2B5EF4-FFF2-40B4-BE49-F238E27FC236}">
                            <a16:creationId xmlns:a16="http://schemas.microsoft.com/office/drawing/2014/main" id="{552873E1-54A4-4351-A717-BFC2BE8A82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1362" y="2649338"/>
                        <a:ext cx="41890" cy="12303"/>
                      </a:xfrm>
                      <a:custGeom>
                        <a:avLst/>
                        <a:gdLst>
                          <a:gd name="connsiteX0" fmla="*/ 4026 w 41890"/>
                          <a:gd name="connsiteY0" fmla="*/ 7089 h 12303"/>
                          <a:gd name="connsiteX1" fmla="*/ 121 w 41890"/>
                          <a:gd name="connsiteY1" fmla="*/ 9661 h 12303"/>
                          <a:gd name="connsiteX2" fmla="*/ 3264 w 41890"/>
                          <a:gd name="connsiteY2" fmla="*/ 12042 h 12303"/>
                          <a:gd name="connsiteX3" fmla="*/ 10884 w 41890"/>
                          <a:gd name="connsiteY3" fmla="*/ 12137 h 12303"/>
                          <a:gd name="connsiteX4" fmla="*/ 29648 w 41890"/>
                          <a:gd name="connsiteY4" fmla="*/ 10042 h 12303"/>
                          <a:gd name="connsiteX5" fmla="*/ 36316 w 41890"/>
                          <a:gd name="connsiteY5" fmla="*/ 8518 h 12303"/>
                          <a:gd name="connsiteX6" fmla="*/ 32220 w 41890"/>
                          <a:gd name="connsiteY6" fmla="*/ 40 h 12303"/>
                          <a:gd name="connsiteX7" fmla="*/ 4026 w 41890"/>
                          <a:gd name="connsiteY7" fmla="*/ 7089 h 12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1890" h="12303">
                            <a:moveTo>
                              <a:pt x="4026" y="7089"/>
                            </a:moveTo>
                            <a:cubicBezTo>
                              <a:pt x="2121" y="7851"/>
                              <a:pt x="692" y="8422"/>
                              <a:pt x="121" y="9661"/>
                            </a:cubicBezTo>
                            <a:cubicBezTo>
                              <a:pt x="-451" y="10899"/>
                              <a:pt x="1073" y="11661"/>
                              <a:pt x="3264" y="12042"/>
                            </a:cubicBezTo>
                            <a:cubicBezTo>
                              <a:pt x="5359" y="12423"/>
                              <a:pt x="8503" y="12328"/>
                              <a:pt x="10884" y="12137"/>
                            </a:cubicBezTo>
                            <a:cubicBezTo>
                              <a:pt x="17075" y="11661"/>
                              <a:pt x="23743" y="11089"/>
                              <a:pt x="29648" y="10042"/>
                            </a:cubicBezTo>
                            <a:cubicBezTo>
                              <a:pt x="32125" y="9565"/>
                              <a:pt x="34411" y="9280"/>
                              <a:pt x="36316" y="8518"/>
                            </a:cubicBezTo>
                            <a:cubicBezTo>
                              <a:pt x="44412" y="5089"/>
                              <a:pt x="44222" y="-531"/>
                              <a:pt x="32220" y="40"/>
                            </a:cubicBezTo>
                            <a:cubicBezTo>
                              <a:pt x="22885" y="517"/>
                              <a:pt x="11836" y="3946"/>
                              <a:pt x="4026" y="708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55" name="Forme libre : forme 12554">
                        <a:extLst>
                          <a:ext uri="{FF2B5EF4-FFF2-40B4-BE49-F238E27FC236}">
                            <a16:creationId xmlns:a16="http://schemas.microsoft.com/office/drawing/2014/main" id="{2188E47A-EACB-49E9-939B-04D6B12344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0447" y="2674619"/>
                        <a:ext cx="63246" cy="29241"/>
                      </a:xfrm>
                      <a:custGeom>
                        <a:avLst/>
                        <a:gdLst>
                          <a:gd name="connsiteX0" fmla="*/ 63246 w 63246"/>
                          <a:gd name="connsiteY0" fmla="*/ 0 h 29241"/>
                          <a:gd name="connsiteX1" fmla="*/ 0 w 63246"/>
                          <a:gd name="connsiteY1" fmla="*/ 29242 h 29241"/>
                          <a:gd name="connsiteX2" fmla="*/ 63246 w 63246"/>
                          <a:gd name="connsiteY2" fmla="*/ 0 h 29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3246" h="29241">
                            <a:moveTo>
                              <a:pt x="63246" y="0"/>
                            </a:moveTo>
                            <a:cubicBezTo>
                              <a:pt x="54959" y="14288"/>
                              <a:pt x="21241" y="23717"/>
                              <a:pt x="0" y="29242"/>
                            </a:cubicBezTo>
                            <a:cubicBezTo>
                              <a:pt x="23051" y="23241"/>
                              <a:pt x="47339" y="10954"/>
                              <a:pt x="6324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56" name="Forme libre : forme 12555">
                        <a:extLst>
                          <a:ext uri="{FF2B5EF4-FFF2-40B4-BE49-F238E27FC236}">
                            <a16:creationId xmlns:a16="http://schemas.microsoft.com/office/drawing/2014/main" id="{374F6B19-2B1D-420D-9D6B-4019B6EB19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3858" y="2633091"/>
                        <a:ext cx="72485" cy="24574"/>
                      </a:xfrm>
                      <a:custGeom>
                        <a:avLst/>
                        <a:gdLst>
                          <a:gd name="connsiteX0" fmla="*/ 72485 w 72485"/>
                          <a:gd name="connsiteY0" fmla="*/ 0 h 24574"/>
                          <a:gd name="connsiteX1" fmla="*/ 0 w 72485"/>
                          <a:gd name="connsiteY1" fmla="*/ 24574 h 24574"/>
                          <a:gd name="connsiteX2" fmla="*/ 72485 w 72485"/>
                          <a:gd name="connsiteY2" fmla="*/ 0 h 245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2485" h="24574">
                            <a:moveTo>
                              <a:pt x="72485" y="0"/>
                            </a:moveTo>
                            <a:cubicBezTo>
                              <a:pt x="44101" y="1714"/>
                              <a:pt x="19050" y="12763"/>
                              <a:pt x="0" y="24574"/>
                            </a:cubicBezTo>
                            <a:cubicBezTo>
                              <a:pt x="17240" y="12763"/>
                              <a:pt x="48482" y="4763"/>
                              <a:pt x="7248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57" name="Forme libre : forme 12556">
                        <a:extLst>
                          <a:ext uri="{FF2B5EF4-FFF2-40B4-BE49-F238E27FC236}">
                            <a16:creationId xmlns:a16="http://schemas.microsoft.com/office/drawing/2014/main" id="{1904588E-84CD-4A9F-B785-ED56A2A5A6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5591" y="2660043"/>
                        <a:ext cx="38166" cy="8841"/>
                      </a:xfrm>
                      <a:custGeom>
                        <a:avLst/>
                        <a:gdLst>
                          <a:gd name="connsiteX0" fmla="*/ 37904 w 38166"/>
                          <a:gd name="connsiteY0" fmla="*/ 6480 h 8841"/>
                          <a:gd name="connsiteX1" fmla="*/ 15520 w 38166"/>
                          <a:gd name="connsiteY1" fmla="*/ 8195 h 8841"/>
                          <a:gd name="connsiteX2" fmla="*/ 375 w 38166"/>
                          <a:gd name="connsiteY2" fmla="*/ 2289 h 8841"/>
                          <a:gd name="connsiteX3" fmla="*/ 21425 w 38166"/>
                          <a:gd name="connsiteY3" fmla="*/ 860 h 8841"/>
                          <a:gd name="connsiteX4" fmla="*/ 37904 w 38166"/>
                          <a:gd name="connsiteY4" fmla="*/ 6480 h 88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66" h="8841">
                            <a:moveTo>
                              <a:pt x="37904" y="6480"/>
                            </a:moveTo>
                            <a:cubicBezTo>
                              <a:pt x="35523" y="10005"/>
                              <a:pt x="20187" y="8671"/>
                              <a:pt x="15520" y="8195"/>
                            </a:cubicBezTo>
                            <a:cubicBezTo>
                              <a:pt x="10853" y="7718"/>
                              <a:pt x="-2387" y="6004"/>
                              <a:pt x="375" y="2289"/>
                            </a:cubicBezTo>
                            <a:cubicBezTo>
                              <a:pt x="3138" y="-1426"/>
                              <a:pt x="17044" y="384"/>
                              <a:pt x="21425" y="860"/>
                            </a:cubicBezTo>
                            <a:cubicBezTo>
                              <a:pt x="25807" y="1432"/>
                              <a:pt x="40285" y="2956"/>
                              <a:pt x="37904" y="648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58" name="Forme libre : forme 12557">
                        <a:extLst>
                          <a:ext uri="{FF2B5EF4-FFF2-40B4-BE49-F238E27FC236}">
                            <a16:creationId xmlns:a16="http://schemas.microsoft.com/office/drawing/2014/main" id="{DDE91E0A-252E-4D11-9E7D-FE6AB5ECE8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8512" y="2663951"/>
                        <a:ext cx="10916" cy="3333"/>
                      </a:xfrm>
                      <a:custGeom>
                        <a:avLst/>
                        <a:gdLst>
                          <a:gd name="connsiteX0" fmla="*/ 10888 w 10916"/>
                          <a:gd name="connsiteY0" fmla="*/ 1619 h 3333"/>
                          <a:gd name="connsiteX1" fmla="*/ 5936 w 10916"/>
                          <a:gd name="connsiteY1" fmla="*/ 3334 h 3333"/>
                          <a:gd name="connsiteX2" fmla="*/ 30 w 10916"/>
                          <a:gd name="connsiteY2" fmla="*/ 1714 h 3333"/>
                          <a:gd name="connsiteX3" fmla="*/ 4793 w 10916"/>
                          <a:gd name="connsiteY3" fmla="*/ 0 h 3333"/>
                          <a:gd name="connsiteX4" fmla="*/ 10888 w 10916"/>
                          <a:gd name="connsiteY4" fmla="*/ 1619 h 33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16" h="3333">
                            <a:moveTo>
                              <a:pt x="10888" y="1619"/>
                            </a:moveTo>
                            <a:cubicBezTo>
                              <a:pt x="11269" y="2953"/>
                              <a:pt x="7745" y="3334"/>
                              <a:pt x="5936" y="3334"/>
                            </a:cubicBezTo>
                            <a:cubicBezTo>
                              <a:pt x="4126" y="3334"/>
                              <a:pt x="411" y="3143"/>
                              <a:pt x="30" y="1714"/>
                            </a:cubicBezTo>
                            <a:cubicBezTo>
                              <a:pt x="-351" y="286"/>
                              <a:pt x="2983" y="0"/>
                              <a:pt x="4793" y="0"/>
                            </a:cubicBezTo>
                            <a:cubicBezTo>
                              <a:pt x="6697" y="0"/>
                              <a:pt x="10412" y="191"/>
                              <a:pt x="10888" y="16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59" name="Forme libre : forme 12558">
                        <a:extLst>
                          <a:ext uri="{FF2B5EF4-FFF2-40B4-BE49-F238E27FC236}">
                            <a16:creationId xmlns:a16="http://schemas.microsoft.com/office/drawing/2014/main" id="{461BAF13-FB34-4765-938A-40FFB36A81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5224" y="2636440"/>
                        <a:ext cx="94074" cy="35145"/>
                      </a:xfrm>
                      <a:custGeom>
                        <a:avLst/>
                        <a:gdLst>
                          <a:gd name="connsiteX0" fmla="*/ 70084 w 94074"/>
                          <a:gd name="connsiteY0" fmla="*/ 14653 h 35145"/>
                          <a:gd name="connsiteX1" fmla="*/ 93421 w 94074"/>
                          <a:gd name="connsiteY1" fmla="*/ 29321 h 35145"/>
                          <a:gd name="connsiteX2" fmla="*/ 87039 w 94074"/>
                          <a:gd name="connsiteY2" fmla="*/ 35132 h 35145"/>
                          <a:gd name="connsiteX3" fmla="*/ 75704 w 94074"/>
                          <a:gd name="connsiteY3" fmla="*/ 31798 h 35145"/>
                          <a:gd name="connsiteX4" fmla="*/ 42081 w 94074"/>
                          <a:gd name="connsiteY4" fmla="*/ 18939 h 35145"/>
                          <a:gd name="connsiteX5" fmla="*/ 838 w 94074"/>
                          <a:gd name="connsiteY5" fmla="*/ 4461 h 35145"/>
                          <a:gd name="connsiteX6" fmla="*/ 48463 w 94074"/>
                          <a:gd name="connsiteY6" fmla="*/ 3794 h 35145"/>
                          <a:gd name="connsiteX7" fmla="*/ 70084 w 94074"/>
                          <a:gd name="connsiteY7" fmla="*/ 14653 h 351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4074" h="35145">
                            <a:moveTo>
                              <a:pt x="70084" y="14653"/>
                            </a:moveTo>
                            <a:cubicBezTo>
                              <a:pt x="80086" y="19320"/>
                              <a:pt x="87420" y="22559"/>
                              <a:pt x="93421" y="29321"/>
                            </a:cubicBezTo>
                            <a:cubicBezTo>
                              <a:pt x="95611" y="31798"/>
                              <a:pt x="91992" y="34941"/>
                              <a:pt x="87039" y="35132"/>
                            </a:cubicBezTo>
                            <a:cubicBezTo>
                              <a:pt x="82086" y="35322"/>
                              <a:pt x="78943" y="33512"/>
                              <a:pt x="75704" y="31798"/>
                            </a:cubicBezTo>
                            <a:cubicBezTo>
                              <a:pt x="65417" y="26464"/>
                              <a:pt x="54368" y="22654"/>
                              <a:pt x="42081" y="18939"/>
                            </a:cubicBezTo>
                            <a:cubicBezTo>
                              <a:pt x="34366" y="16558"/>
                              <a:pt x="-6306" y="12176"/>
                              <a:pt x="838" y="4461"/>
                            </a:cubicBezTo>
                            <a:cubicBezTo>
                              <a:pt x="7982" y="-3254"/>
                              <a:pt x="38271" y="746"/>
                              <a:pt x="48463" y="3794"/>
                            </a:cubicBezTo>
                            <a:cubicBezTo>
                              <a:pt x="58464" y="6842"/>
                              <a:pt x="62560" y="11224"/>
                              <a:pt x="70084" y="1465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535" name="Graphique 1">
                      <a:extLst>
                        <a:ext uri="{FF2B5EF4-FFF2-40B4-BE49-F238E27FC236}">
                          <a16:creationId xmlns:a16="http://schemas.microsoft.com/office/drawing/2014/main" id="{8FD54F31-7BA7-41C6-977E-8C731ED608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79694" y="2628369"/>
                      <a:ext cx="222433" cy="82269"/>
                      <a:chOff x="4379694" y="2628369"/>
                      <a:chExt cx="222433" cy="82269"/>
                    </a:xfrm>
                    <a:solidFill>
                      <a:schemeClr val="accent1"/>
                    </a:solidFill>
                  </p:grpSpPr>
                  <p:sp>
                    <p:nvSpPr>
                      <p:cNvPr id="12536" name="Forme libre : forme 12535">
                        <a:extLst>
                          <a:ext uri="{FF2B5EF4-FFF2-40B4-BE49-F238E27FC236}">
                            <a16:creationId xmlns:a16="http://schemas.microsoft.com/office/drawing/2014/main" id="{7206E58B-E31B-4B1C-A898-A92FAB4BEF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9722" y="2628369"/>
                        <a:ext cx="222406" cy="82269"/>
                      </a:xfrm>
                      <a:custGeom>
                        <a:avLst/>
                        <a:gdLst>
                          <a:gd name="connsiteX0" fmla="*/ 154658 w 222406"/>
                          <a:gd name="connsiteY0" fmla="*/ 74730 h 82269"/>
                          <a:gd name="connsiteX1" fmla="*/ 117225 w 222406"/>
                          <a:gd name="connsiteY1" fmla="*/ 80350 h 82269"/>
                          <a:gd name="connsiteX2" fmla="*/ 74743 w 222406"/>
                          <a:gd name="connsiteY2" fmla="*/ 81969 h 82269"/>
                          <a:gd name="connsiteX3" fmla="*/ 3878 w 222406"/>
                          <a:gd name="connsiteY3" fmla="*/ 49870 h 82269"/>
                          <a:gd name="connsiteX4" fmla="*/ 5878 w 222406"/>
                          <a:gd name="connsiteY4" fmla="*/ 28439 h 82269"/>
                          <a:gd name="connsiteX5" fmla="*/ 76934 w 222406"/>
                          <a:gd name="connsiteY5" fmla="*/ 6627 h 82269"/>
                          <a:gd name="connsiteX6" fmla="*/ 107033 w 222406"/>
                          <a:gd name="connsiteY6" fmla="*/ 4436 h 82269"/>
                          <a:gd name="connsiteX7" fmla="*/ 141418 w 222406"/>
                          <a:gd name="connsiteY7" fmla="*/ 721 h 82269"/>
                          <a:gd name="connsiteX8" fmla="*/ 210284 w 222406"/>
                          <a:gd name="connsiteY8" fmla="*/ 14913 h 82269"/>
                          <a:gd name="connsiteX9" fmla="*/ 219143 w 222406"/>
                          <a:gd name="connsiteY9" fmla="*/ 22057 h 82269"/>
                          <a:gd name="connsiteX10" fmla="*/ 221429 w 222406"/>
                          <a:gd name="connsiteY10" fmla="*/ 32820 h 82269"/>
                          <a:gd name="connsiteX11" fmla="*/ 195711 w 222406"/>
                          <a:gd name="connsiteY11" fmla="*/ 59586 h 82269"/>
                          <a:gd name="connsiteX12" fmla="*/ 154658 w 222406"/>
                          <a:gd name="connsiteY12" fmla="*/ 74730 h 822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222406" h="82269">
                            <a:moveTo>
                              <a:pt x="154658" y="74730"/>
                            </a:moveTo>
                            <a:cubicBezTo>
                              <a:pt x="145705" y="76445"/>
                              <a:pt x="131513" y="78540"/>
                              <a:pt x="117225" y="80350"/>
                            </a:cubicBezTo>
                            <a:cubicBezTo>
                              <a:pt x="101223" y="82446"/>
                              <a:pt x="84649" y="82541"/>
                              <a:pt x="74743" y="81969"/>
                            </a:cubicBezTo>
                            <a:cubicBezTo>
                              <a:pt x="36929" y="79588"/>
                              <a:pt x="20737" y="66539"/>
                              <a:pt x="3878" y="49870"/>
                            </a:cubicBezTo>
                            <a:cubicBezTo>
                              <a:pt x="-1933" y="44060"/>
                              <a:pt x="-1171" y="33201"/>
                              <a:pt x="5878" y="28439"/>
                            </a:cubicBezTo>
                            <a:cubicBezTo>
                              <a:pt x="26071" y="14628"/>
                              <a:pt x="47407" y="7960"/>
                              <a:pt x="76934" y="6627"/>
                            </a:cubicBezTo>
                            <a:cubicBezTo>
                              <a:pt x="84840" y="6150"/>
                              <a:pt x="96270" y="5769"/>
                              <a:pt x="107033" y="4436"/>
                            </a:cubicBezTo>
                            <a:cubicBezTo>
                              <a:pt x="119797" y="3007"/>
                              <a:pt x="132655" y="1674"/>
                              <a:pt x="141418" y="721"/>
                            </a:cubicBezTo>
                            <a:cubicBezTo>
                              <a:pt x="173708" y="-2518"/>
                              <a:pt x="191425" y="5674"/>
                              <a:pt x="210284" y="14913"/>
                            </a:cubicBezTo>
                            <a:cubicBezTo>
                              <a:pt x="213427" y="16437"/>
                              <a:pt x="216475" y="19199"/>
                              <a:pt x="219143" y="22057"/>
                            </a:cubicBezTo>
                            <a:cubicBezTo>
                              <a:pt x="221809" y="25010"/>
                              <a:pt x="223619" y="28534"/>
                              <a:pt x="221429" y="32820"/>
                            </a:cubicBezTo>
                            <a:cubicBezTo>
                              <a:pt x="215428" y="44060"/>
                              <a:pt x="206570" y="52728"/>
                              <a:pt x="195711" y="59586"/>
                            </a:cubicBezTo>
                            <a:cubicBezTo>
                              <a:pt x="184757" y="66444"/>
                              <a:pt x="171422" y="71492"/>
                              <a:pt x="154658" y="7473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37" name="Forme libre : forme 12536">
                        <a:extLst>
                          <a:ext uri="{FF2B5EF4-FFF2-40B4-BE49-F238E27FC236}">
                            <a16:creationId xmlns:a16="http://schemas.microsoft.com/office/drawing/2014/main" id="{C09B5EF3-6324-4807-84A6-4CF684DCBB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9694" y="2660523"/>
                        <a:ext cx="221551" cy="49910"/>
                      </a:xfrm>
                      <a:custGeom>
                        <a:avLst/>
                        <a:gdLst>
                          <a:gd name="connsiteX0" fmla="*/ 86677 w 221551"/>
                          <a:gd name="connsiteY0" fmla="*/ 22670 h 49910"/>
                          <a:gd name="connsiteX1" fmla="*/ 0 w 221551"/>
                          <a:gd name="connsiteY1" fmla="*/ 8572 h 49910"/>
                          <a:gd name="connsiteX2" fmla="*/ 3810 w 221551"/>
                          <a:gd name="connsiteY2" fmla="*/ 17526 h 49910"/>
                          <a:gd name="connsiteX3" fmla="*/ 12573 w 221551"/>
                          <a:gd name="connsiteY3" fmla="*/ 25813 h 49910"/>
                          <a:gd name="connsiteX4" fmla="*/ 43815 w 221551"/>
                          <a:gd name="connsiteY4" fmla="*/ 44101 h 49910"/>
                          <a:gd name="connsiteX5" fmla="*/ 74676 w 221551"/>
                          <a:gd name="connsiteY5" fmla="*/ 49625 h 49910"/>
                          <a:gd name="connsiteX6" fmla="*/ 88011 w 221551"/>
                          <a:gd name="connsiteY6" fmla="*/ 49911 h 49910"/>
                          <a:gd name="connsiteX7" fmla="*/ 104204 w 221551"/>
                          <a:gd name="connsiteY7" fmla="*/ 49244 h 49910"/>
                          <a:gd name="connsiteX8" fmla="*/ 120967 w 221551"/>
                          <a:gd name="connsiteY8" fmla="*/ 47434 h 49910"/>
                          <a:gd name="connsiteX9" fmla="*/ 148971 w 221551"/>
                          <a:gd name="connsiteY9" fmla="*/ 43434 h 49910"/>
                          <a:gd name="connsiteX10" fmla="*/ 154591 w 221551"/>
                          <a:gd name="connsiteY10" fmla="*/ 42386 h 49910"/>
                          <a:gd name="connsiteX11" fmla="*/ 185451 w 221551"/>
                          <a:gd name="connsiteY11" fmla="*/ 32671 h 49910"/>
                          <a:gd name="connsiteX12" fmla="*/ 214789 w 221551"/>
                          <a:gd name="connsiteY12" fmla="*/ 10287 h 49910"/>
                          <a:gd name="connsiteX13" fmla="*/ 221361 w 221551"/>
                          <a:gd name="connsiteY13" fmla="*/ 381 h 49910"/>
                          <a:gd name="connsiteX14" fmla="*/ 221552 w 221551"/>
                          <a:gd name="connsiteY14" fmla="*/ 0 h 49910"/>
                          <a:gd name="connsiteX15" fmla="*/ 204121 w 221551"/>
                          <a:gd name="connsiteY15" fmla="*/ 5620 h 49910"/>
                          <a:gd name="connsiteX16" fmla="*/ 187261 w 221551"/>
                          <a:gd name="connsiteY16" fmla="*/ 9049 h 49910"/>
                          <a:gd name="connsiteX17" fmla="*/ 153734 w 221551"/>
                          <a:gd name="connsiteY17" fmla="*/ 14097 h 49910"/>
                          <a:gd name="connsiteX18" fmla="*/ 120491 w 221551"/>
                          <a:gd name="connsiteY18" fmla="*/ 18669 h 49910"/>
                          <a:gd name="connsiteX19" fmla="*/ 86677 w 221551"/>
                          <a:gd name="connsiteY19" fmla="*/ 22670 h 49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221551" h="49910">
                            <a:moveTo>
                              <a:pt x="86677" y="22670"/>
                            </a:moveTo>
                            <a:cubicBezTo>
                              <a:pt x="55245" y="25051"/>
                              <a:pt x="22670" y="20574"/>
                              <a:pt x="0" y="8572"/>
                            </a:cubicBezTo>
                            <a:cubicBezTo>
                              <a:pt x="190" y="11906"/>
                              <a:pt x="1429" y="15049"/>
                              <a:pt x="3810" y="17526"/>
                            </a:cubicBezTo>
                            <a:cubicBezTo>
                              <a:pt x="6763" y="20479"/>
                              <a:pt x="9620" y="23146"/>
                              <a:pt x="12573" y="25813"/>
                            </a:cubicBezTo>
                            <a:cubicBezTo>
                              <a:pt x="21241" y="33338"/>
                              <a:pt x="30766" y="39719"/>
                              <a:pt x="43815" y="44101"/>
                            </a:cubicBezTo>
                            <a:cubicBezTo>
                              <a:pt x="52292" y="46958"/>
                              <a:pt x="62293" y="48958"/>
                              <a:pt x="74676" y="49625"/>
                            </a:cubicBezTo>
                            <a:cubicBezTo>
                              <a:pt x="78391" y="49816"/>
                              <a:pt x="82963" y="49911"/>
                              <a:pt x="88011" y="49911"/>
                            </a:cubicBezTo>
                            <a:cubicBezTo>
                              <a:pt x="92964" y="49816"/>
                              <a:pt x="98488" y="49625"/>
                              <a:pt x="104204" y="49244"/>
                            </a:cubicBezTo>
                            <a:cubicBezTo>
                              <a:pt x="110014" y="48768"/>
                              <a:pt x="116205" y="48101"/>
                              <a:pt x="120967" y="47434"/>
                            </a:cubicBezTo>
                            <a:cubicBezTo>
                              <a:pt x="131159" y="46101"/>
                              <a:pt x="141161" y="44672"/>
                              <a:pt x="148971" y="43434"/>
                            </a:cubicBezTo>
                            <a:cubicBezTo>
                              <a:pt x="150971" y="43053"/>
                              <a:pt x="152876" y="42767"/>
                              <a:pt x="154591" y="42386"/>
                            </a:cubicBezTo>
                            <a:cubicBezTo>
                              <a:pt x="166497" y="40100"/>
                              <a:pt x="176593" y="36862"/>
                              <a:pt x="185451" y="32671"/>
                            </a:cubicBezTo>
                            <a:cubicBezTo>
                              <a:pt x="197453" y="26861"/>
                              <a:pt x="207073" y="19431"/>
                              <a:pt x="214789" y="10287"/>
                            </a:cubicBezTo>
                            <a:cubicBezTo>
                              <a:pt x="217265" y="7239"/>
                              <a:pt x="219551" y="3905"/>
                              <a:pt x="221361" y="381"/>
                            </a:cubicBezTo>
                            <a:lnTo>
                              <a:pt x="221552" y="0"/>
                            </a:lnTo>
                            <a:cubicBezTo>
                              <a:pt x="215360" y="2857"/>
                              <a:pt x="209741" y="4286"/>
                              <a:pt x="204121" y="5620"/>
                            </a:cubicBezTo>
                            <a:cubicBezTo>
                              <a:pt x="198501" y="6953"/>
                              <a:pt x="192881" y="8001"/>
                              <a:pt x="187261" y="9049"/>
                            </a:cubicBezTo>
                            <a:cubicBezTo>
                              <a:pt x="176022" y="11049"/>
                              <a:pt x="164878" y="12573"/>
                              <a:pt x="153734" y="14097"/>
                            </a:cubicBezTo>
                            <a:cubicBezTo>
                              <a:pt x="142589" y="15621"/>
                              <a:pt x="131540" y="17145"/>
                              <a:pt x="120491" y="18669"/>
                            </a:cubicBezTo>
                            <a:cubicBezTo>
                              <a:pt x="109633" y="20383"/>
                              <a:pt x="97726" y="21907"/>
                              <a:pt x="86677" y="2267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38" name="Forme libre : forme 12537">
                        <a:extLst>
                          <a:ext uri="{FF2B5EF4-FFF2-40B4-BE49-F238E27FC236}">
                            <a16:creationId xmlns:a16="http://schemas.microsoft.com/office/drawing/2014/main" id="{364BFC66-F77A-4146-989D-F5C0AAEC41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6653" y="2656792"/>
                        <a:ext cx="102585" cy="27462"/>
                      </a:xfrm>
                      <a:custGeom>
                        <a:avLst/>
                        <a:gdLst>
                          <a:gd name="connsiteX0" fmla="*/ 102492 w 102585"/>
                          <a:gd name="connsiteY0" fmla="*/ 6302 h 27462"/>
                          <a:gd name="connsiteX1" fmla="*/ 51057 w 102585"/>
                          <a:gd name="connsiteY1" fmla="*/ 26210 h 27462"/>
                          <a:gd name="connsiteX2" fmla="*/ 37627 w 102585"/>
                          <a:gd name="connsiteY2" fmla="*/ 27353 h 27462"/>
                          <a:gd name="connsiteX3" fmla="*/ 20482 w 102585"/>
                          <a:gd name="connsiteY3" fmla="*/ 26876 h 27462"/>
                          <a:gd name="connsiteX4" fmla="*/ 3 w 102585"/>
                          <a:gd name="connsiteY4" fmla="*/ 16685 h 27462"/>
                          <a:gd name="connsiteX5" fmla="*/ 19053 w 102585"/>
                          <a:gd name="connsiteY5" fmla="*/ 6112 h 27462"/>
                          <a:gd name="connsiteX6" fmla="*/ 47628 w 102585"/>
                          <a:gd name="connsiteY6" fmla="*/ 1635 h 27462"/>
                          <a:gd name="connsiteX7" fmla="*/ 102492 w 102585"/>
                          <a:gd name="connsiteY7" fmla="*/ 6302 h 274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2585" h="27462">
                            <a:moveTo>
                              <a:pt x="102492" y="6302"/>
                            </a:moveTo>
                            <a:cubicBezTo>
                              <a:pt x="104778" y="16494"/>
                              <a:pt x="64487" y="24686"/>
                              <a:pt x="51057" y="26210"/>
                            </a:cubicBezTo>
                            <a:cubicBezTo>
                              <a:pt x="47628" y="26686"/>
                              <a:pt x="42865" y="27067"/>
                              <a:pt x="37627" y="27353"/>
                            </a:cubicBezTo>
                            <a:cubicBezTo>
                              <a:pt x="32388" y="27543"/>
                              <a:pt x="26006" y="27543"/>
                              <a:pt x="20482" y="26876"/>
                            </a:cubicBezTo>
                            <a:cubicBezTo>
                              <a:pt x="9338" y="25543"/>
                              <a:pt x="193" y="22114"/>
                              <a:pt x="3" y="16685"/>
                            </a:cubicBezTo>
                            <a:cubicBezTo>
                              <a:pt x="-187" y="11160"/>
                              <a:pt x="8766" y="8208"/>
                              <a:pt x="19053" y="6112"/>
                            </a:cubicBezTo>
                            <a:cubicBezTo>
                              <a:pt x="29054" y="4017"/>
                              <a:pt x="41151" y="2207"/>
                              <a:pt x="47628" y="1635"/>
                            </a:cubicBezTo>
                            <a:cubicBezTo>
                              <a:pt x="60391" y="683"/>
                              <a:pt x="100397" y="-3318"/>
                              <a:pt x="102492" y="630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39" name="Forme libre : forme 12538">
                        <a:extLst>
                          <a:ext uri="{FF2B5EF4-FFF2-40B4-BE49-F238E27FC236}">
                            <a16:creationId xmlns:a16="http://schemas.microsoft.com/office/drawing/2014/main" id="{CFA67706-6FE0-4522-A006-CC4148F245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6057" y="2662808"/>
                        <a:ext cx="73941" cy="21487"/>
                      </a:xfrm>
                      <a:custGeom>
                        <a:avLst/>
                        <a:gdLst>
                          <a:gd name="connsiteX0" fmla="*/ 21649 w 73941"/>
                          <a:gd name="connsiteY0" fmla="*/ 0 h 21487"/>
                          <a:gd name="connsiteX1" fmla="*/ 218 w 73941"/>
                          <a:gd name="connsiteY1" fmla="*/ 10668 h 21487"/>
                          <a:gd name="connsiteX2" fmla="*/ 21268 w 73941"/>
                          <a:gd name="connsiteY2" fmla="*/ 20860 h 21487"/>
                          <a:gd name="connsiteX3" fmla="*/ 37746 w 73941"/>
                          <a:gd name="connsiteY3" fmla="*/ 21336 h 21487"/>
                          <a:gd name="connsiteX4" fmla="*/ 52320 w 73941"/>
                          <a:gd name="connsiteY4" fmla="*/ 20193 h 21487"/>
                          <a:gd name="connsiteX5" fmla="*/ 73941 w 73941"/>
                          <a:gd name="connsiteY5" fmla="*/ 15716 h 21487"/>
                          <a:gd name="connsiteX6" fmla="*/ 62130 w 73941"/>
                          <a:gd name="connsiteY6" fmla="*/ 16573 h 21487"/>
                          <a:gd name="connsiteX7" fmla="*/ 21649 w 73941"/>
                          <a:gd name="connsiteY7" fmla="*/ 0 h 214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3941" h="21487">
                            <a:moveTo>
                              <a:pt x="21649" y="0"/>
                            </a:moveTo>
                            <a:cubicBezTo>
                              <a:pt x="15648" y="2477"/>
                              <a:pt x="-2164" y="3905"/>
                              <a:pt x="218" y="10668"/>
                            </a:cubicBezTo>
                            <a:cubicBezTo>
                              <a:pt x="2123" y="16193"/>
                              <a:pt x="10695" y="19526"/>
                              <a:pt x="21268" y="20860"/>
                            </a:cubicBezTo>
                            <a:cubicBezTo>
                              <a:pt x="26507" y="21527"/>
                              <a:pt x="32412" y="21622"/>
                              <a:pt x="37746" y="21336"/>
                            </a:cubicBezTo>
                            <a:cubicBezTo>
                              <a:pt x="42985" y="21146"/>
                              <a:pt x="48033" y="20669"/>
                              <a:pt x="52320" y="20193"/>
                            </a:cubicBezTo>
                            <a:cubicBezTo>
                              <a:pt x="57272" y="19621"/>
                              <a:pt x="68417" y="17336"/>
                              <a:pt x="73941" y="15716"/>
                            </a:cubicBezTo>
                            <a:cubicBezTo>
                              <a:pt x="70703" y="16002"/>
                              <a:pt x="65274" y="16764"/>
                              <a:pt x="62130" y="16573"/>
                            </a:cubicBezTo>
                            <a:cubicBezTo>
                              <a:pt x="44604" y="15335"/>
                              <a:pt x="23268" y="12287"/>
                              <a:pt x="21649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40" name="Forme libre : forme 12539">
                        <a:extLst>
                          <a:ext uri="{FF2B5EF4-FFF2-40B4-BE49-F238E27FC236}">
                            <a16:creationId xmlns:a16="http://schemas.microsoft.com/office/drawing/2014/main" id="{42737D8E-02D5-4C51-B718-CC08212AC4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2146" y="2658393"/>
                        <a:ext cx="103020" cy="28471"/>
                      </a:xfrm>
                      <a:custGeom>
                        <a:avLst/>
                        <a:gdLst>
                          <a:gd name="connsiteX0" fmla="*/ 102999 w 103020"/>
                          <a:gd name="connsiteY0" fmla="*/ 6226 h 28471"/>
                          <a:gd name="connsiteX1" fmla="*/ 50802 w 103020"/>
                          <a:gd name="connsiteY1" fmla="*/ 26990 h 28471"/>
                          <a:gd name="connsiteX2" fmla="*/ 20608 w 103020"/>
                          <a:gd name="connsiteY2" fmla="*/ 28038 h 28471"/>
                          <a:gd name="connsiteX3" fmla="*/ 34 w 103020"/>
                          <a:gd name="connsiteY3" fmla="*/ 17846 h 28471"/>
                          <a:gd name="connsiteX4" fmla="*/ 18989 w 103020"/>
                          <a:gd name="connsiteY4" fmla="*/ 6988 h 28471"/>
                          <a:gd name="connsiteX5" fmla="*/ 47659 w 103020"/>
                          <a:gd name="connsiteY5" fmla="*/ 2225 h 28471"/>
                          <a:gd name="connsiteX6" fmla="*/ 102999 w 103020"/>
                          <a:gd name="connsiteY6" fmla="*/ 6226 h 284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3020" h="28471">
                            <a:moveTo>
                              <a:pt x="102999" y="6226"/>
                            </a:moveTo>
                            <a:cubicBezTo>
                              <a:pt x="101761" y="17084"/>
                              <a:pt x="65376" y="24895"/>
                              <a:pt x="50802" y="26990"/>
                            </a:cubicBezTo>
                            <a:cubicBezTo>
                              <a:pt x="43373" y="28038"/>
                              <a:pt x="31943" y="29086"/>
                              <a:pt x="20608" y="28038"/>
                            </a:cubicBezTo>
                            <a:cubicBezTo>
                              <a:pt x="9559" y="26895"/>
                              <a:pt x="701" y="23466"/>
                              <a:pt x="34" y="17846"/>
                            </a:cubicBezTo>
                            <a:cubicBezTo>
                              <a:pt x="-632" y="12226"/>
                              <a:pt x="8511" y="9369"/>
                              <a:pt x="18989" y="6988"/>
                            </a:cubicBezTo>
                            <a:cubicBezTo>
                              <a:pt x="29276" y="4606"/>
                              <a:pt x="41944" y="2797"/>
                              <a:pt x="47659" y="2225"/>
                            </a:cubicBezTo>
                            <a:cubicBezTo>
                              <a:pt x="59470" y="1177"/>
                              <a:pt x="104142" y="-3966"/>
                              <a:pt x="102999" y="622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41" name="Forme libre : forme 12540">
                        <a:extLst>
                          <a:ext uri="{FF2B5EF4-FFF2-40B4-BE49-F238E27FC236}">
                            <a16:creationId xmlns:a16="http://schemas.microsoft.com/office/drawing/2014/main" id="{CCCDE79B-789F-45FF-BFAC-A34AA8CC7A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08297" y="2653226"/>
                        <a:ext cx="129843" cy="49897"/>
                      </a:xfrm>
                      <a:custGeom>
                        <a:avLst/>
                        <a:gdLst>
                          <a:gd name="connsiteX0" fmla="*/ 544 w 129843"/>
                          <a:gd name="connsiteY0" fmla="*/ 19013 h 49897"/>
                          <a:gd name="connsiteX1" fmla="*/ 12831 w 129843"/>
                          <a:gd name="connsiteY1" fmla="*/ 32062 h 49897"/>
                          <a:gd name="connsiteX2" fmla="*/ 61599 w 129843"/>
                          <a:gd name="connsiteY2" fmla="*/ 49493 h 49897"/>
                          <a:gd name="connsiteX3" fmla="*/ 75887 w 129843"/>
                          <a:gd name="connsiteY3" fmla="*/ 49778 h 49897"/>
                          <a:gd name="connsiteX4" fmla="*/ 89983 w 129843"/>
                          <a:gd name="connsiteY4" fmla="*/ 48254 h 49897"/>
                          <a:gd name="connsiteX5" fmla="*/ 113415 w 129843"/>
                          <a:gd name="connsiteY5" fmla="*/ 41968 h 49897"/>
                          <a:gd name="connsiteX6" fmla="*/ 129036 w 129843"/>
                          <a:gd name="connsiteY6" fmla="*/ 25966 h 49897"/>
                          <a:gd name="connsiteX7" fmla="*/ 112367 w 129843"/>
                          <a:gd name="connsiteY7" fmla="*/ 22442 h 49897"/>
                          <a:gd name="connsiteX8" fmla="*/ 67600 w 129843"/>
                          <a:gd name="connsiteY8" fmla="*/ 13202 h 49897"/>
                          <a:gd name="connsiteX9" fmla="*/ 24928 w 129843"/>
                          <a:gd name="connsiteY9" fmla="*/ 58 h 49897"/>
                          <a:gd name="connsiteX10" fmla="*/ 544 w 129843"/>
                          <a:gd name="connsiteY10" fmla="*/ 19013 h 498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29843" h="49897">
                            <a:moveTo>
                              <a:pt x="544" y="19013"/>
                            </a:moveTo>
                            <a:cubicBezTo>
                              <a:pt x="2830" y="25394"/>
                              <a:pt x="5306" y="27585"/>
                              <a:pt x="12831" y="32062"/>
                            </a:cubicBezTo>
                            <a:cubicBezTo>
                              <a:pt x="27214" y="40444"/>
                              <a:pt x="39501" y="47397"/>
                              <a:pt x="61599" y="49493"/>
                            </a:cubicBezTo>
                            <a:cubicBezTo>
                              <a:pt x="66171" y="49969"/>
                              <a:pt x="71029" y="49969"/>
                              <a:pt x="75887" y="49778"/>
                            </a:cubicBezTo>
                            <a:cubicBezTo>
                              <a:pt x="80839" y="49493"/>
                              <a:pt x="85983" y="48921"/>
                              <a:pt x="89983" y="48254"/>
                            </a:cubicBezTo>
                            <a:cubicBezTo>
                              <a:pt x="98460" y="46826"/>
                              <a:pt x="106652" y="44635"/>
                              <a:pt x="113415" y="41968"/>
                            </a:cubicBezTo>
                            <a:cubicBezTo>
                              <a:pt x="123511" y="37968"/>
                              <a:pt x="132655" y="31586"/>
                              <a:pt x="129036" y="25966"/>
                            </a:cubicBezTo>
                            <a:cubicBezTo>
                              <a:pt x="126845" y="22442"/>
                              <a:pt x="118844" y="23299"/>
                              <a:pt x="112367" y="22442"/>
                            </a:cubicBezTo>
                            <a:cubicBezTo>
                              <a:pt x="97127" y="20251"/>
                              <a:pt x="82078" y="19203"/>
                              <a:pt x="67600" y="13202"/>
                            </a:cubicBezTo>
                            <a:cubicBezTo>
                              <a:pt x="55217" y="8059"/>
                              <a:pt x="42835" y="-799"/>
                              <a:pt x="24928" y="58"/>
                            </a:cubicBezTo>
                            <a:cubicBezTo>
                              <a:pt x="8926" y="725"/>
                              <a:pt x="-2695" y="9964"/>
                              <a:pt x="544" y="1901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42" name="Forme libre : forme 12541">
                        <a:extLst>
                          <a:ext uri="{FF2B5EF4-FFF2-40B4-BE49-F238E27FC236}">
                            <a16:creationId xmlns:a16="http://schemas.microsoft.com/office/drawing/2014/main" id="{B7B51817-C9A9-4FA7-8240-4153817492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4209" y="2653346"/>
                        <a:ext cx="40664" cy="12179"/>
                      </a:xfrm>
                      <a:custGeom>
                        <a:avLst/>
                        <a:gdLst>
                          <a:gd name="connsiteX0" fmla="*/ 4159 w 40664"/>
                          <a:gd name="connsiteY0" fmla="*/ 6796 h 12179"/>
                          <a:gd name="connsiteX1" fmla="*/ 158 w 40664"/>
                          <a:gd name="connsiteY1" fmla="*/ 9177 h 12179"/>
                          <a:gd name="connsiteX2" fmla="*/ 3111 w 40664"/>
                          <a:gd name="connsiteY2" fmla="*/ 11748 h 12179"/>
                          <a:gd name="connsiteX3" fmla="*/ 10636 w 40664"/>
                          <a:gd name="connsiteY3" fmla="*/ 12130 h 12179"/>
                          <a:gd name="connsiteX4" fmla="*/ 29019 w 40664"/>
                          <a:gd name="connsiteY4" fmla="*/ 10129 h 12179"/>
                          <a:gd name="connsiteX5" fmla="*/ 35496 w 40664"/>
                          <a:gd name="connsiteY5" fmla="*/ 8415 h 12179"/>
                          <a:gd name="connsiteX6" fmla="*/ 31400 w 40664"/>
                          <a:gd name="connsiteY6" fmla="*/ 128 h 12179"/>
                          <a:gd name="connsiteX7" fmla="*/ 4159 w 40664"/>
                          <a:gd name="connsiteY7" fmla="*/ 6796 h 121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664" h="12179">
                            <a:moveTo>
                              <a:pt x="4159" y="6796"/>
                            </a:moveTo>
                            <a:cubicBezTo>
                              <a:pt x="2254" y="7462"/>
                              <a:pt x="825" y="8034"/>
                              <a:pt x="158" y="9177"/>
                            </a:cubicBezTo>
                            <a:cubicBezTo>
                              <a:pt x="-508" y="10320"/>
                              <a:pt x="1016" y="11272"/>
                              <a:pt x="3111" y="11748"/>
                            </a:cubicBezTo>
                            <a:cubicBezTo>
                              <a:pt x="5207" y="12225"/>
                              <a:pt x="8255" y="12225"/>
                              <a:pt x="10636" y="12130"/>
                            </a:cubicBezTo>
                            <a:cubicBezTo>
                              <a:pt x="16827" y="11844"/>
                              <a:pt x="23304" y="11272"/>
                              <a:pt x="29019" y="10129"/>
                            </a:cubicBezTo>
                            <a:cubicBezTo>
                              <a:pt x="31400" y="9653"/>
                              <a:pt x="33591" y="9272"/>
                              <a:pt x="35496" y="8415"/>
                            </a:cubicBezTo>
                            <a:cubicBezTo>
                              <a:pt x="43211" y="4700"/>
                              <a:pt x="42640" y="-920"/>
                              <a:pt x="31400" y="128"/>
                            </a:cubicBezTo>
                            <a:cubicBezTo>
                              <a:pt x="22637" y="795"/>
                              <a:pt x="11969" y="3938"/>
                              <a:pt x="4159" y="679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43" name="Forme libre : forme 12542">
                        <a:extLst>
                          <a:ext uri="{FF2B5EF4-FFF2-40B4-BE49-F238E27FC236}">
                            <a16:creationId xmlns:a16="http://schemas.microsoft.com/office/drawing/2014/main" id="{A86DA31F-B042-4B9B-BEF9-CE31D7713E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36666" y="2659856"/>
                        <a:ext cx="60102" cy="41148"/>
                      </a:xfrm>
                      <a:custGeom>
                        <a:avLst/>
                        <a:gdLst>
                          <a:gd name="connsiteX0" fmla="*/ 60103 w 60102"/>
                          <a:gd name="connsiteY0" fmla="*/ 0 h 41148"/>
                          <a:gd name="connsiteX1" fmla="*/ 35814 w 60102"/>
                          <a:gd name="connsiteY1" fmla="*/ 24384 h 41148"/>
                          <a:gd name="connsiteX2" fmla="*/ 0 w 60102"/>
                          <a:gd name="connsiteY2" fmla="*/ 41148 h 41148"/>
                          <a:gd name="connsiteX3" fmla="*/ 60103 w 60102"/>
                          <a:gd name="connsiteY3" fmla="*/ 0 h 411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0102" h="41148">
                            <a:moveTo>
                              <a:pt x="60103" y="0"/>
                            </a:moveTo>
                            <a:cubicBezTo>
                              <a:pt x="58008" y="8572"/>
                              <a:pt x="47625" y="17431"/>
                              <a:pt x="35814" y="24384"/>
                            </a:cubicBezTo>
                            <a:cubicBezTo>
                              <a:pt x="24003" y="31432"/>
                              <a:pt x="10383" y="37052"/>
                              <a:pt x="0" y="41148"/>
                            </a:cubicBezTo>
                            <a:cubicBezTo>
                              <a:pt x="22479" y="32195"/>
                              <a:pt x="46577" y="16573"/>
                              <a:pt x="6010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44" name="Forme libre : forme 12543">
                        <a:extLst>
                          <a:ext uri="{FF2B5EF4-FFF2-40B4-BE49-F238E27FC236}">
                            <a16:creationId xmlns:a16="http://schemas.microsoft.com/office/drawing/2014/main" id="{1C807C16-3D39-46B2-BBB0-EE5E1D2808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86933" y="2637186"/>
                        <a:ext cx="71913" cy="21431"/>
                      </a:xfrm>
                      <a:custGeom>
                        <a:avLst/>
                        <a:gdLst>
                          <a:gd name="connsiteX0" fmla="*/ 71914 w 71913"/>
                          <a:gd name="connsiteY0" fmla="*/ 0 h 21431"/>
                          <a:gd name="connsiteX1" fmla="*/ 0 w 71913"/>
                          <a:gd name="connsiteY1" fmla="*/ 21431 h 21431"/>
                          <a:gd name="connsiteX2" fmla="*/ 71914 w 71913"/>
                          <a:gd name="connsiteY2" fmla="*/ 0 h 214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1913" h="21431">
                            <a:moveTo>
                              <a:pt x="71914" y="0"/>
                            </a:moveTo>
                            <a:cubicBezTo>
                              <a:pt x="46006" y="1714"/>
                              <a:pt x="19907" y="10382"/>
                              <a:pt x="0" y="21431"/>
                            </a:cubicBezTo>
                            <a:cubicBezTo>
                              <a:pt x="18098" y="10382"/>
                              <a:pt x="50102" y="4953"/>
                              <a:pt x="7191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45" name="Forme libre : forme 12544">
                        <a:extLst>
                          <a:ext uri="{FF2B5EF4-FFF2-40B4-BE49-F238E27FC236}">
                            <a16:creationId xmlns:a16="http://schemas.microsoft.com/office/drawing/2014/main" id="{34478DA4-C1CC-49E7-A292-7168A8158D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7426" y="2660041"/>
                        <a:ext cx="38094" cy="8022"/>
                      </a:xfrm>
                      <a:custGeom>
                        <a:avLst/>
                        <a:gdLst>
                          <a:gd name="connsiteX0" fmla="*/ 37906 w 38094"/>
                          <a:gd name="connsiteY0" fmla="*/ 3529 h 8022"/>
                          <a:gd name="connsiteX1" fmla="*/ 15903 w 38094"/>
                          <a:gd name="connsiteY1" fmla="*/ 8006 h 8022"/>
                          <a:gd name="connsiteX2" fmla="*/ 282 w 38094"/>
                          <a:gd name="connsiteY2" fmla="*/ 3910 h 8022"/>
                          <a:gd name="connsiteX3" fmla="*/ 21047 w 38094"/>
                          <a:gd name="connsiteY3" fmla="*/ 5 h 8022"/>
                          <a:gd name="connsiteX4" fmla="*/ 37906 w 38094"/>
                          <a:gd name="connsiteY4" fmla="*/ 3529 h 80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094" h="8022">
                            <a:moveTo>
                              <a:pt x="37906" y="3529"/>
                            </a:moveTo>
                            <a:cubicBezTo>
                              <a:pt x="35906" y="7339"/>
                              <a:pt x="20571" y="7911"/>
                              <a:pt x="15903" y="8006"/>
                            </a:cubicBezTo>
                            <a:cubicBezTo>
                              <a:pt x="11236" y="8101"/>
                              <a:pt x="-2099" y="7911"/>
                              <a:pt x="282" y="3910"/>
                            </a:cubicBezTo>
                            <a:cubicBezTo>
                              <a:pt x="2664" y="-90"/>
                              <a:pt x="16665" y="100"/>
                              <a:pt x="21047" y="5"/>
                            </a:cubicBezTo>
                            <a:cubicBezTo>
                              <a:pt x="25428" y="5"/>
                              <a:pt x="39906" y="-281"/>
                              <a:pt x="37906" y="352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46" name="Forme libre : forme 12545">
                        <a:extLst>
                          <a:ext uri="{FF2B5EF4-FFF2-40B4-BE49-F238E27FC236}">
                            <a16:creationId xmlns:a16="http://schemas.microsoft.com/office/drawing/2014/main" id="{D8B8C8B5-02CE-4D02-80CE-89B4EF8251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30410" y="2660854"/>
                        <a:ext cx="10796" cy="3589"/>
                      </a:xfrm>
                      <a:custGeom>
                        <a:avLst/>
                        <a:gdLst>
                          <a:gd name="connsiteX0" fmla="*/ 10733 w 10796"/>
                          <a:gd name="connsiteY0" fmla="*/ 1002 h 3589"/>
                          <a:gd name="connsiteX1" fmla="*/ 6065 w 10796"/>
                          <a:gd name="connsiteY1" fmla="*/ 3383 h 3589"/>
                          <a:gd name="connsiteX2" fmla="*/ 65 w 10796"/>
                          <a:gd name="connsiteY2" fmla="*/ 2526 h 3589"/>
                          <a:gd name="connsiteX3" fmla="*/ 4637 w 10796"/>
                          <a:gd name="connsiteY3" fmla="*/ 240 h 3589"/>
                          <a:gd name="connsiteX4" fmla="*/ 10733 w 10796"/>
                          <a:gd name="connsiteY4" fmla="*/ 1002 h 35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796" h="3589">
                            <a:moveTo>
                              <a:pt x="10733" y="1002"/>
                            </a:moveTo>
                            <a:cubicBezTo>
                              <a:pt x="11304" y="2336"/>
                              <a:pt x="7875" y="3097"/>
                              <a:pt x="6065" y="3383"/>
                            </a:cubicBezTo>
                            <a:cubicBezTo>
                              <a:pt x="4256" y="3669"/>
                              <a:pt x="637" y="3860"/>
                              <a:pt x="65" y="2526"/>
                            </a:cubicBezTo>
                            <a:cubicBezTo>
                              <a:pt x="-506" y="1193"/>
                              <a:pt x="2827" y="430"/>
                              <a:pt x="4637" y="240"/>
                            </a:cubicBezTo>
                            <a:cubicBezTo>
                              <a:pt x="6351" y="-46"/>
                              <a:pt x="10066" y="-331"/>
                              <a:pt x="10733" y="100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47" name="Forme libre : forme 12546">
                        <a:extLst>
                          <a:ext uri="{FF2B5EF4-FFF2-40B4-BE49-F238E27FC236}">
                            <a16:creationId xmlns:a16="http://schemas.microsoft.com/office/drawing/2014/main" id="{DD1DD3E5-3509-461A-A194-B987F5719A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4691" y="2635256"/>
                        <a:ext cx="95492" cy="25774"/>
                      </a:xfrm>
                      <a:custGeom>
                        <a:avLst/>
                        <a:gdLst>
                          <a:gd name="connsiteX0" fmla="*/ 69693 w 95492"/>
                          <a:gd name="connsiteY0" fmla="*/ 8407 h 25774"/>
                          <a:gd name="connsiteX1" fmla="*/ 94362 w 95492"/>
                          <a:gd name="connsiteY1" fmla="*/ 17932 h 25774"/>
                          <a:gd name="connsiteX2" fmla="*/ 89599 w 95492"/>
                          <a:gd name="connsiteY2" fmla="*/ 25171 h 25774"/>
                          <a:gd name="connsiteX3" fmla="*/ 77789 w 95492"/>
                          <a:gd name="connsiteY3" fmla="*/ 24314 h 25774"/>
                          <a:gd name="connsiteX4" fmla="*/ 43022 w 95492"/>
                          <a:gd name="connsiteY4" fmla="*/ 16694 h 25774"/>
                          <a:gd name="connsiteX5" fmla="*/ 636 w 95492"/>
                          <a:gd name="connsiteY5" fmla="*/ 7360 h 25774"/>
                          <a:gd name="connsiteX6" fmla="*/ 47308 w 95492"/>
                          <a:gd name="connsiteY6" fmla="*/ 883 h 25774"/>
                          <a:gd name="connsiteX7" fmla="*/ 69693 w 95492"/>
                          <a:gd name="connsiteY7" fmla="*/ 8407 h 257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5492" h="25774">
                            <a:moveTo>
                              <a:pt x="69693" y="8407"/>
                            </a:moveTo>
                            <a:cubicBezTo>
                              <a:pt x="79979" y="11265"/>
                              <a:pt x="87123" y="13075"/>
                              <a:pt x="94362" y="17932"/>
                            </a:cubicBezTo>
                            <a:cubicBezTo>
                              <a:pt x="97125" y="19647"/>
                              <a:pt x="94553" y="23838"/>
                              <a:pt x="89599" y="25171"/>
                            </a:cubicBezTo>
                            <a:cubicBezTo>
                              <a:pt x="84742" y="26505"/>
                              <a:pt x="81313" y="25362"/>
                              <a:pt x="77789" y="24314"/>
                            </a:cubicBezTo>
                            <a:cubicBezTo>
                              <a:pt x="66740" y="20980"/>
                              <a:pt x="55595" y="18885"/>
                              <a:pt x="43022" y="16694"/>
                            </a:cubicBezTo>
                            <a:cubicBezTo>
                              <a:pt x="35307" y="15456"/>
                              <a:pt x="-5555" y="15837"/>
                              <a:pt x="636" y="7360"/>
                            </a:cubicBezTo>
                            <a:cubicBezTo>
                              <a:pt x="6923" y="-1118"/>
                              <a:pt x="37212" y="-641"/>
                              <a:pt x="47308" y="883"/>
                            </a:cubicBezTo>
                            <a:cubicBezTo>
                              <a:pt x="57500" y="2502"/>
                              <a:pt x="61977" y="6217"/>
                              <a:pt x="69693" y="840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70" name="Graphique 1">
                    <a:extLst>
                      <a:ext uri="{FF2B5EF4-FFF2-40B4-BE49-F238E27FC236}">
                        <a16:creationId xmlns:a16="http://schemas.microsoft.com/office/drawing/2014/main" id="{B8C5429E-173C-4875-B4E2-5BFE67655DA2}"/>
                      </a:ext>
                    </a:extLst>
                  </p:cNvPr>
                  <p:cNvGrpSpPr/>
                  <p:nvPr/>
                </p:nvGrpSpPr>
                <p:grpSpPr>
                  <a:xfrm>
                    <a:off x="5695764" y="2579401"/>
                    <a:ext cx="446114" cy="90347"/>
                    <a:chOff x="5695764" y="2579401"/>
                    <a:chExt cx="446114" cy="90347"/>
                  </a:xfrm>
                  <a:solidFill>
                    <a:schemeClr val="accent1"/>
                  </a:solidFill>
                </p:grpSpPr>
                <p:grpSp>
                  <p:nvGrpSpPr>
                    <p:cNvPr id="12506" name="Graphique 1">
                      <a:extLst>
                        <a:ext uri="{FF2B5EF4-FFF2-40B4-BE49-F238E27FC236}">
                          <a16:creationId xmlns:a16="http://schemas.microsoft.com/office/drawing/2014/main" id="{B8A09F38-C660-4832-BB98-ADBE710D1C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695764" y="2585239"/>
                      <a:ext cx="223937" cy="84338"/>
                      <a:chOff x="5695764" y="2585239"/>
                      <a:chExt cx="223937" cy="84338"/>
                    </a:xfrm>
                    <a:solidFill>
                      <a:schemeClr val="accent1"/>
                    </a:solidFill>
                  </p:grpSpPr>
                  <p:sp>
                    <p:nvSpPr>
                      <p:cNvPr id="12520" name="Forme libre : forme 12519">
                        <a:extLst>
                          <a:ext uri="{FF2B5EF4-FFF2-40B4-BE49-F238E27FC236}">
                            <a16:creationId xmlns:a16="http://schemas.microsoft.com/office/drawing/2014/main" id="{6105BAAE-3FDF-44D2-9336-4A1CAA5B4A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95764" y="2585239"/>
                        <a:ext cx="223937" cy="84338"/>
                      </a:xfrm>
                      <a:custGeom>
                        <a:avLst/>
                        <a:gdLst>
                          <a:gd name="connsiteX0" fmla="*/ 147732 w 223937"/>
                          <a:gd name="connsiteY0" fmla="*/ 84332 h 84338"/>
                          <a:gd name="connsiteX1" fmla="*/ 68865 w 223937"/>
                          <a:gd name="connsiteY1" fmla="*/ 75284 h 84338"/>
                          <a:gd name="connsiteX2" fmla="*/ 2190 w 223937"/>
                          <a:gd name="connsiteY2" fmla="*/ 32421 h 84338"/>
                          <a:gd name="connsiteX3" fmla="*/ 8667 w 223937"/>
                          <a:gd name="connsiteY3" fmla="*/ 11847 h 84338"/>
                          <a:gd name="connsiteX4" fmla="*/ 82676 w 223937"/>
                          <a:gd name="connsiteY4" fmla="*/ 1084 h 84338"/>
                          <a:gd name="connsiteX5" fmla="*/ 150018 w 223937"/>
                          <a:gd name="connsiteY5" fmla="*/ 8989 h 84338"/>
                          <a:gd name="connsiteX6" fmla="*/ 188785 w 223937"/>
                          <a:gd name="connsiteY6" fmla="*/ 19467 h 84338"/>
                          <a:gd name="connsiteX7" fmla="*/ 217360 w 223937"/>
                          <a:gd name="connsiteY7" fmla="*/ 38327 h 84338"/>
                          <a:gd name="connsiteX8" fmla="*/ 220884 w 223937"/>
                          <a:gd name="connsiteY8" fmla="*/ 59282 h 84338"/>
                          <a:gd name="connsiteX9" fmla="*/ 147732 w 223937"/>
                          <a:gd name="connsiteY9" fmla="*/ 84332 h 843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23937" h="84338">
                            <a:moveTo>
                              <a:pt x="147732" y="84332"/>
                            </a:moveTo>
                            <a:cubicBezTo>
                              <a:pt x="128968" y="83951"/>
                              <a:pt x="88010" y="79855"/>
                              <a:pt x="68865" y="75284"/>
                            </a:cubicBezTo>
                            <a:cubicBezTo>
                              <a:pt x="32861" y="67473"/>
                              <a:pt x="16287" y="52519"/>
                              <a:pt x="2190" y="32421"/>
                            </a:cubicBezTo>
                            <a:cubicBezTo>
                              <a:pt x="-2763" y="25372"/>
                              <a:pt x="1238" y="15086"/>
                              <a:pt x="8667" y="11847"/>
                            </a:cubicBezTo>
                            <a:cubicBezTo>
                              <a:pt x="30479" y="2322"/>
                              <a:pt x="51339" y="-2250"/>
                              <a:pt x="82676" y="1084"/>
                            </a:cubicBezTo>
                            <a:cubicBezTo>
                              <a:pt x="99536" y="3084"/>
                              <a:pt x="132873" y="6989"/>
                              <a:pt x="150018" y="8989"/>
                            </a:cubicBezTo>
                            <a:cubicBezTo>
                              <a:pt x="166020" y="10704"/>
                              <a:pt x="178308" y="14324"/>
                              <a:pt x="188785" y="19467"/>
                            </a:cubicBezTo>
                            <a:cubicBezTo>
                              <a:pt x="199262" y="24325"/>
                              <a:pt x="208121" y="30802"/>
                              <a:pt x="217360" y="38327"/>
                            </a:cubicBezTo>
                            <a:cubicBezTo>
                              <a:pt x="223646" y="43565"/>
                              <a:pt x="226599" y="53567"/>
                              <a:pt x="220884" y="59282"/>
                            </a:cubicBezTo>
                            <a:cubicBezTo>
                              <a:pt x="204501" y="74617"/>
                              <a:pt x="182975" y="84618"/>
                              <a:pt x="147732" y="8433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21" name="Forme libre : forme 12520">
                        <a:extLst>
                          <a:ext uri="{FF2B5EF4-FFF2-40B4-BE49-F238E27FC236}">
                            <a16:creationId xmlns:a16="http://schemas.microsoft.com/office/drawing/2014/main" id="{89BF3357-5F83-4C8A-AD53-9568607219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95783" y="2607849"/>
                        <a:ext cx="221150" cy="61721"/>
                      </a:xfrm>
                      <a:custGeom>
                        <a:avLst/>
                        <a:gdLst>
                          <a:gd name="connsiteX0" fmla="*/ 84752 w 221150"/>
                          <a:gd name="connsiteY0" fmla="*/ 27813 h 61721"/>
                          <a:gd name="connsiteX1" fmla="*/ 266 w 221150"/>
                          <a:gd name="connsiteY1" fmla="*/ 0 h 61721"/>
                          <a:gd name="connsiteX2" fmla="*/ 2170 w 221150"/>
                          <a:gd name="connsiteY2" fmla="*/ 9620 h 61721"/>
                          <a:gd name="connsiteX3" fmla="*/ 9791 w 221150"/>
                          <a:gd name="connsiteY3" fmla="*/ 19621 h 61721"/>
                          <a:gd name="connsiteX4" fmla="*/ 39223 w 221150"/>
                          <a:gd name="connsiteY4" fmla="*/ 42767 h 61721"/>
                          <a:gd name="connsiteX5" fmla="*/ 68845 w 221150"/>
                          <a:gd name="connsiteY5" fmla="*/ 52578 h 61721"/>
                          <a:gd name="connsiteX6" fmla="*/ 81418 w 221150"/>
                          <a:gd name="connsiteY6" fmla="*/ 54959 h 61721"/>
                          <a:gd name="connsiteX7" fmla="*/ 112470 w 221150"/>
                          <a:gd name="connsiteY7" fmla="*/ 59150 h 61721"/>
                          <a:gd name="connsiteX8" fmla="*/ 141902 w 221150"/>
                          <a:gd name="connsiteY8" fmla="*/ 61436 h 61721"/>
                          <a:gd name="connsiteX9" fmla="*/ 147713 w 221150"/>
                          <a:gd name="connsiteY9" fmla="*/ 61722 h 61721"/>
                          <a:gd name="connsiteX10" fmla="*/ 180479 w 221150"/>
                          <a:gd name="connsiteY10" fmla="*/ 58483 h 61721"/>
                          <a:gd name="connsiteX11" fmla="*/ 212673 w 221150"/>
                          <a:gd name="connsiteY11" fmla="*/ 43529 h 61721"/>
                          <a:gd name="connsiteX12" fmla="*/ 220864 w 221150"/>
                          <a:gd name="connsiteY12" fmla="*/ 36671 h 61721"/>
                          <a:gd name="connsiteX13" fmla="*/ 221150 w 221150"/>
                          <a:gd name="connsiteY13" fmla="*/ 36385 h 61721"/>
                          <a:gd name="connsiteX14" fmla="*/ 84752 w 221150"/>
                          <a:gd name="connsiteY14" fmla="*/ 27813 h 61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21150" h="61721">
                            <a:moveTo>
                              <a:pt x="84752" y="27813"/>
                            </a:moveTo>
                            <a:cubicBezTo>
                              <a:pt x="53796" y="24955"/>
                              <a:pt x="20459" y="17145"/>
                              <a:pt x="266" y="0"/>
                            </a:cubicBezTo>
                            <a:cubicBezTo>
                              <a:pt x="-401" y="3238"/>
                              <a:pt x="170" y="6763"/>
                              <a:pt x="2170" y="9620"/>
                            </a:cubicBezTo>
                            <a:cubicBezTo>
                              <a:pt x="4551" y="13049"/>
                              <a:pt x="7123" y="16478"/>
                              <a:pt x="9791" y="19621"/>
                            </a:cubicBezTo>
                            <a:cubicBezTo>
                              <a:pt x="17506" y="28670"/>
                              <a:pt x="26650" y="36481"/>
                              <a:pt x="39223" y="42767"/>
                            </a:cubicBezTo>
                            <a:cubicBezTo>
                              <a:pt x="47414" y="46672"/>
                              <a:pt x="57034" y="50197"/>
                              <a:pt x="68845" y="52578"/>
                            </a:cubicBezTo>
                            <a:cubicBezTo>
                              <a:pt x="72465" y="53245"/>
                              <a:pt x="76751" y="54102"/>
                              <a:pt x="81418" y="54959"/>
                            </a:cubicBezTo>
                            <a:cubicBezTo>
                              <a:pt x="90658" y="56483"/>
                              <a:pt x="101707" y="57817"/>
                              <a:pt x="112470" y="59150"/>
                            </a:cubicBezTo>
                            <a:cubicBezTo>
                              <a:pt x="123233" y="60198"/>
                              <a:pt x="133710" y="60865"/>
                              <a:pt x="141902" y="61436"/>
                            </a:cubicBezTo>
                            <a:cubicBezTo>
                              <a:pt x="143998" y="61531"/>
                              <a:pt x="145998" y="61627"/>
                              <a:pt x="147713" y="61722"/>
                            </a:cubicBezTo>
                            <a:cubicBezTo>
                              <a:pt x="160286" y="61722"/>
                              <a:pt x="171049" y="60579"/>
                              <a:pt x="180479" y="58483"/>
                            </a:cubicBezTo>
                            <a:cubicBezTo>
                              <a:pt x="193337" y="55245"/>
                              <a:pt x="203720" y="49816"/>
                              <a:pt x="212673" y="43529"/>
                            </a:cubicBezTo>
                            <a:cubicBezTo>
                              <a:pt x="215530" y="41338"/>
                              <a:pt x="218293" y="39148"/>
                              <a:pt x="220864" y="36671"/>
                            </a:cubicBezTo>
                            <a:lnTo>
                              <a:pt x="221150" y="36385"/>
                            </a:lnTo>
                            <a:cubicBezTo>
                              <a:pt x="175716" y="36195"/>
                              <a:pt x="129139" y="32099"/>
                              <a:pt x="84752" y="2781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22" name="Forme libre : forme 12521">
                        <a:extLst>
                          <a:ext uri="{FF2B5EF4-FFF2-40B4-BE49-F238E27FC236}">
                            <a16:creationId xmlns:a16="http://schemas.microsoft.com/office/drawing/2014/main" id="{52C9F537-D155-47EA-95DC-9AF7C1C401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72493" y="2617322"/>
                        <a:ext cx="103960" cy="27588"/>
                      </a:xfrm>
                      <a:custGeom>
                        <a:avLst/>
                        <a:gdLst>
                          <a:gd name="connsiteX0" fmla="*/ 103959 w 103960"/>
                          <a:gd name="connsiteY0" fmla="*/ 18054 h 27588"/>
                          <a:gd name="connsiteX1" fmla="*/ 48524 w 103960"/>
                          <a:gd name="connsiteY1" fmla="*/ 26817 h 27588"/>
                          <a:gd name="connsiteX2" fmla="*/ 41 w 103960"/>
                          <a:gd name="connsiteY2" fmla="*/ 7101 h 27588"/>
                          <a:gd name="connsiteX3" fmla="*/ 50619 w 103960"/>
                          <a:gd name="connsiteY3" fmla="*/ 2052 h 27588"/>
                          <a:gd name="connsiteX4" fmla="*/ 81957 w 103960"/>
                          <a:gd name="connsiteY4" fmla="*/ 7101 h 27588"/>
                          <a:gd name="connsiteX5" fmla="*/ 103959 w 103960"/>
                          <a:gd name="connsiteY5" fmla="*/ 18054 h 275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3960" h="27588">
                            <a:moveTo>
                              <a:pt x="103959" y="18054"/>
                            </a:moveTo>
                            <a:cubicBezTo>
                              <a:pt x="104150" y="28342"/>
                              <a:pt x="62430" y="28437"/>
                              <a:pt x="48524" y="26817"/>
                            </a:cubicBezTo>
                            <a:cubicBezTo>
                              <a:pt x="34522" y="25770"/>
                              <a:pt x="-1387" y="18245"/>
                              <a:pt x="41" y="7101"/>
                            </a:cubicBezTo>
                            <a:cubicBezTo>
                              <a:pt x="1375" y="-3663"/>
                              <a:pt x="37951" y="624"/>
                              <a:pt x="50619" y="2052"/>
                            </a:cubicBezTo>
                            <a:cubicBezTo>
                              <a:pt x="57001" y="2719"/>
                              <a:pt x="70241" y="4815"/>
                              <a:pt x="81957" y="7101"/>
                            </a:cubicBezTo>
                            <a:cubicBezTo>
                              <a:pt x="93672" y="9482"/>
                              <a:pt x="103864" y="12911"/>
                              <a:pt x="103959" y="1805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23" name="Forme libre : forme 12522">
                        <a:extLst>
                          <a:ext uri="{FF2B5EF4-FFF2-40B4-BE49-F238E27FC236}">
                            <a16:creationId xmlns:a16="http://schemas.microsoft.com/office/drawing/2014/main" id="{5F264BFA-4CF0-42AE-8949-2E8C2C3237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71894" y="2617660"/>
                        <a:ext cx="72269" cy="27036"/>
                      </a:xfrm>
                      <a:custGeom>
                        <a:avLst/>
                        <a:gdLst>
                          <a:gd name="connsiteX0" fmla="*/ 23597 w 72269"/>
                          <a:gd name="connsiteY0" fmla="*/ 0 h 27036"/>
                          <a:gd name="connsiteX1" fmla="*/ 70 w 72269"/>
                          <a:gd name="connsiteY1" fmla="*/ 6667 h 27036"/>
                          <a:gd name="connsiteX2" fmla="*/ 49695 w 72269"/>
                          <a:gd name="connsiteY2" fmla="*/ 26479 h 27036"/>
                          <a:gd name="connsiteX3" fmla="*/ 72269 w 72269"/>
                          <a:gd name="connsiteY3" fmla="*/ 26861 h 27036"/>
                          <a:gd name="connsiteX4" fmla="*/ 60268 w 72269"/>
                          <a:gd name="connsiteY4" fmla="*/ 25051 h 27036"/>
                          <a:gd name="connsiteX5" fmla="*/ 23597 w 72269"/>
                          <a:gd name="connsiteY5" fmla="*/ 0 h 270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2269" h="27036">
                            <a:moveTo>
                              <a:pt x="23597" y="0"/>
                            </a:moveTo>
                            <a:cubicBezTo>
                              <a:pt x="16929" y="1238"/>
                              <a:pt x="-1264" y="-476"/>
                              <a:pt x="70" y="6667"/>
                            </a:cubicBezTo>
                            <a:cubicBezTo>
                              <a:pt x="2165" y="18288"/>
                              <a:pt x="32073" y="24860"/>
                              <a:pt x="49695" y="26479"/>
                            </a:cubicBezTo>
                            <a:cubicBezTo>
                              <a:pt x="54838" y="26956"/>
                              <a:pt x="66459" y="27241"/>
                              <a:pt x="72269" y="26861"/>
                            </a:cubicBezTo>
                            <a:cubicBezTo>
                              <a:pt x="68935" y="26479"/>
                              <a:pt x="63411" y="26003"/>
                              <a:pt x="60268" y="25051"/>
                            </a:cubicBezTo>
                            <a:cubicBezTo>
                              <a:pt x="42932" y="20288"/>
                              <a:pt x="23025" y="12001"/>
                              <a:pt x="23597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24" name="Forme libre : forme 12523">
                        <a:extLst>
                          <a:ext uri="{FF2B5EF4-FFF2-40B4-BE49-F238E27FC236}">
                            <a16:creationId xmlns:a16="http://schemas.microsoft.com/office/drawing/2014/main" id="{92702E7A-3E0B-4586-8DA6-118BCDD843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77483" y="2620969"/>
                        <a:ext cx="104763" cy="27112"/>
                      </a:xfrm>
                      <a:custGeom>
                        <a:avLst/>
                        <a:gdLst>
                          <a:gd name="connsiteX0" fmla="*/ 104589 w 104763"/>
                          <a:gd name="connsiteY0" fmla="*/ 17170 h 27112"/>
                          <a:gd name="connsiteX1" fmla="*/ 48297 w 104763"/>
                          <a:gd name="connsiteY1" fmla="*/ 26600 h 27112"/>
                          <a:gd name="connsiteX2" fmla="*/ 5 w 104763"/>
                          <a:gd name="connsiteY2" fmla="*/ 7169 h 27112"/>
                          <a:gd name="connsiteX3" fmla="*/ 50487 w 104763"/>
                          <a:gd name="connsiteY3" fmla="*/ 1835 h 27112"/>
                          <a:gd name="connsiteX4" fmla="*/ 104589 w 104763"/>
                          <a:gd name="connsiteY4" fmla="*/ 17170 h 271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63" h="27112">
                            <a:moveTo>
                              <a:pt x="104589" y="17170"/>
                            </a:moveTo>
                            <a:cubicBezTo>
                              <a:pt x="101256" y="27266"/>
                              <a:pt x="63441" y="27933"/>
                              <a:pt x="48297" y="26600"/>
                            </a:cubicBezTo>
                            <a:cubicBezTo>
                              <a:pt x="33056" y="25933"/>
                              <a:pt x="-471" y="18503"/>
                              <a:pt x="5" y="7169"/>
                            </a:cubicBezTo>
                            <a:cubicBezTo>
                              <a:pt x="481" y="-3976"/>
                              <a:pt x="38581" y="977"/>
                              <a:pt x="50487" y="1835"/>
                            </a:cubicBezTo>
                            <a:cubicBezTo>
                              <a:pt x="62298" y="3359"/>
                              <a:pt x="107923" y="7264"/>
                              <a:pt x="104589" y="1717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25" name="Forme libre : forme 12524">
                        <a:extLst>
                          <a:ext uri="{FF2B5EF4-FFF2-40B4-BE49-F238E27FC236}">
                            <a16:creationId xmlns:a16="http://schemas.microsoft.com/office/drawing/2014/main" id="{D933C417-9171-4373-BDCD-855A03F4E5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4452" y="2600811"/>
                        <a:ext cx="127412" cy="59454"/>
                      </a:xfrm>
                      <a:custGeom>
                        <a:avLst/>
                        <a:gdLst>
                          <a:gd name="connsiteX0" fmla="*/ 172 w 127412"/>
                          <a:gd name="connsiteY0" fmla="*/ 15420 h 59454"/>
                          <a:gd name="connsiteX1" fmla="*/ 10650 w 127412"/>
                          <a:gd name="connsiteY1" fmla="*/ 30089 h 59454"/>
                          <a:gd name="connsiteX2" fmla="*/ 55989 w 127412"/>
                          <a:gd name="connsiteY2" fmla="*/ 54663 h 59454"/>
                          <a:gd name="connsiteX3" fmla="*/ 107995 w 127412"/>
                          <a:gd name="connsiteY3" fmla="*/ 58188 h 59454"/>
                          <a:gd name="connsiteX4" fmla="*/ 127045 w 127412"/>
                          <a:gd name="connsiteY4" fmla="*/ 45805 h 59454"/>
                          <a:gd name="connsiteX5" fmla="*/ 111138 w 127412"/>
                          <a:gd name="connsiteY5" fmla="*/ 38852 h 59454"/>
                          <a:gd name="connsiteX6" fmla="*/ 89326 w 127412"/>
                          <a:gd name="connsiteY6" fmla="*/ 30851 h 59454"/>
                          <a:gd name="connsiteX7" fmla="*/ 68562 w 127412"/>
                          <a:gd name="connsiteY7" fmla="*/ 20088 h 59454"/>
                          <a:gd name="connsiteX8" fmla="*/ 27318 w 127412"/>
                          <a:gd name="connsiteY8" fmla="*/ 180 h 59454"/>
                          <a:gd name="connsiteX9" fmla="*/ 172 w 127412"/>
                          <a:gd name="connsiteY9" fmla="*/ 15420 h 594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7412" h="59454">
                            <a:moveTo>
                              <a:pt x="172" y="15420"/>
                            </a:moveTo>
                            <a:cubicBezTo>
                              <a:pt x="1505" y="22088"/>
                              <a:pt x="3697" y="24564"/>
                              <a:pt x="10650" y="30089"/>
                            </a:cubicBezTo>
                            <a:cubicBezTo>
                              <a:pt x="23985" y="40471"/>
                              <a:pt x="35510" y="48758"/>
                              <a:pt x="55989" y="54663"/>
                            </a:cubicBezTo>
                            <a:cubicBezTo>
                              <a:pt x="73134" y="59331"/>
                              <a:pt x="93041" y="60759"/>
                              <a:pt x="107995" y="58188"/>
                            </a:cubicBezTo>
                            <a:cubicBezTo>
                              <a:pt x="119044" y="56568"/>
                              <a:pt x="129522" y="51996"/>
                              <a:pt x="127045" y="45805"/>
                            </a:cubicBezTo>
                            <a:cubicBezTo>
                              <a:pt x="125521" y="41995"/>
                              <a:pt x="117425" y="41138"/>
                              <a:pt x="111138" y="38852"/>
                            </a:cubicBezTo>
                            <a:cubicBezTo>
                              <a:pt x="103709" y="36185"/>
                              <a:pt x="96470" y="33708"/>
                              <a:pt x="89326" y="30851"/>
                            </a:cubicBezTo>
                            <a:cubicBezTo>
                              <a:pt x="82278" y="27803"/>
                              <a:pt x="75324" y="24374"/>
                              <a:pt x="68562" y="20088"/>
                            </a:cubicBezTo>
                            <a:cubicBezTo>
                              <a:pt x="57132" y="12563"/>
                              <a:pt x="45511" y="1895"/>
                              <a:pt x="27318" y="180"/>
                            </a:cubicBezTo>
                            <a:cubicBezTo>
                              <a:pt x="11030" y="-1248"/>
                              <a:pt x="-1637" y="5991"/>
                              <a:pt x="172" y="1542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26" name="Forme libre : forme 12525">
                        <a:extLst>
                          <a:ext uri="{FF2B5EF4-FFF2-40B4-BE49-F238E27FC236}">
                            <a16:creationId xmlns:a16="http://schemas.microsoft.com/office/drawing/2014/main" id="{855195C9-9C47-4C26-95F2-A03FA4C424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51327" y="2605919"/>
                        <a:ext cx="42578" cy="9755"/>
                      </a:xfrm>
                      <a:custGeom>
                        <a:avLst/>
                        <a:gdLst>
                          <a:gd name="connsiteX0" fmla="*/ 4635 w 42578"/>
                          <a:gd name="connsiteY0" fmla="*/ 2597 h 9755"/>
                          <a:gd name="connsiteX1" fmla="*/ 253 w 42578"/>
                          <a:gd name="connsiteY1" fmla="*/ 4407 h 9755"/>
                          <a:gd name="connsiteX2" fmla="*/ 2920 w 42578"/>
                          <a:gd name="connsiteY2" fmla="*/ 7360 h 9755"/>
                          <a:gd name="connsiteX3" fmla="*/ 10445 w 42578"/>
                          <a:gd name="connsiteY3" fmla="*/ 8884 h 9755"/>
                          <a:gd name="connsiteX4" fmla="*/ 29399 w 42578"/>
                          <a:gd name="connsiteY4" fmla="*/ 9741 h 9755"/>
                          <a:gd name="connsiteX5" fmla="*/ 36258 w 42578"/>
                          <a:gd name="connsiteY5" fmla="*/ 9265 h 9755"/>
                          <a:gd name="connsiteX6" fmla="*/ 33496 w 42578"/>
                          <a:gd name="connsiteY6" fmla="*/ 311 h 9755"/>
                          <a:gd name="connsiteX7" fmla="*/ 4635 w 42578"/>
                          <a:gd name="connsiteY7" fmla="*/ 2597 h 97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2578" h="9755">
                            <a:moveTo>
                              <a:pt x="4635" y="2597"/>
                            </a:moveTo>
                            <a:cubicBezTo>
                              <a:pt x="2634" y="2978"/>
                              <a:pt x="1110" y="3359"/>
                              <a:pt x="253" y="4407"/>
                            </a:cubicBezTo>
                            <a:cubicBezTo>
                              <a:pt x="-604" y="5455"/>
                              <a:pt x="824" y="6598"/>
                              <a:pt x="2920" y="7360"/>
                            </a:cubicBezTo>
                            <a:cubicBezTo>
                              <a:pt x="5015" y="8122"/>
                              <a:pt x="8063" y="8598"/>
                              <a:pt x="10445" y="8884"/>
                            </a:cubicBezTo>
                            <a:cubicBezTo>
                              <a:pt x="16732" y="9455"/>
                              <a:pt x="23399" y="9836"/>
                              <a:pt x="29399" y="9741"/>
                            </a:cubicBezTo>
                            <a:cubicBezTo>
                              <a:pt x="31876" y="9741"/>
                              <a:pt x="34257" y="9741"/>
                              <a:pt x="36258" y="9265"/>
                            </a:cubicBezTo>
                            <a:cubicBezTo>
                              <a:pt x="44830" y="6883"/>
                              <a:pt x="45402" y="1454"/>
                              <a:pt x="33496" y="311"/>
                            </a:cubicBezTo>
                            <a:cubicBezTo>
                              <a:pt x="24351" y="-736"/>
                              <a:pt x="12921" y="1073"/>
                              <a:pt x="4635" y="259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27" name="Forme libre : forme 12526">
                        <a:extLst>
                          <a:ext uri="{FF2B5EF4-FFF2-40B4-BE49-F238E27FC236}">
                            <a16:creationId xmlns:a16="http://schemas.microsoft.com/office/drawing/2014/main" id="{6C67AC89-25E7-4494-8565-AF512978E8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46258" y="2641568"/>
                        <a:ext cx="67246" cy="26384"/>
                      </a:xfrm>
                      <a:custGeom>
                        <a:avLst/>
                        <a:gdLst>
                          <a:gd name="connsiteX0" fmla="*/ 67246 w 67246"/>
                          <a:gd name="connsiteY0" fmla="*/ 0 h 26384"/>
                          <a:gd name="connsiteX1" fmla="*/ 38862 w 67246"/>
                          <a:gd name="connsiteY1" fmla="*/ 17241 h 26384"/>
                          <a:gd name="connsiteX2" fmla="*/ 0 w 67246"/>
                          <a:gd name="connsiteY2" fmla="*/ 26384 h 26384"/>
                          <a:gd name="connsiteX3" fmla="*/ 36672 w 67246"/>
                          <a:gd name="connsiteY3" fmla="*/ 15716 h 26384"/>
                          <a:gd name="connsiteX4" fmla="*/ 67246 w 67246"/>
                          <a:gd name="connsiteY4" fmla="*/ 0 h 263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7246" h="26384">
                            <a:moveTo>
                              <a:pt x="67246" y="0"/>
                            </a:moveTo>
                            <a:cubicBezTo>
                              <a:pt x="62770" y="7049"/>
                              <a:pt x="51721" y="12668"/>
                              <a:pt x="38862" y="17241"/>
                            </a:cubicBezTo>
                            <a:cubicBezTo>
                              <a:pt x="26004" y="21717"/>
                              <a:pt x="11430" y="24289"/>
                              <a:pt x="0" y="26384"/>
                            </a:cubicBezTo>
                            <a:cubicBezTo>
                              <a:pt x="12383" y="24098"/>
                              <a:pt x="25051" y="20479"/>
                              <a:pt x="36672" y="15716"/>
                            </a:cubicBezTo>
                            <a:cubicBezTo>
                              <a:pt x="48292" y="10859"/>
                              <a:pt x="58864" y="5334"/>
                              <a:pt x="6724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28" name="Forme libre : forme 12527">
                        <a:extLst>
                          <a:ext uri="{FF2B5EF4-FFF2-40B4-BE49-F238E27FC236}">
                            <a16:creationId xmlns:a16="http://schemas.microsoft.com/office/drawing/2014/main" id="{5637941A-957E-4EBA-8840-4C71651194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5288" y="2588369"/>
                        <a:ext cx="75152" cy="10812"/>
                      </a:xfrm>
                      <a:custGeom>
                        <a:avLst/>
                        <a:gdLst>
                          <a:gd name="connsiteX0" fmla="*/ 75152 w 75152"/>
                          <a:gd name="connsiteY0" fmla="*/ 621 h 10812"/>
                          <a:gd name="connsiteX1" fmla="*/ 0 w 75152"/>
                          <a:gd name="connsiteY1" fmla="*/ 10813 h 10812"/>
                          <a:gd name="connsiteX2" fmla="*/ 75152 w 75152"/>
                          <a:gd name="connsiteY2" fmla="*/ 621 h 108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5152" h="10812">
                            <a:moveTo>
                              <a:pt x="75152" y="621"/>
                            </a:moveTo>
                            <a:cubicBezTo>
                              <a:pt x="47340" y="-1951"/>
                              <a:pt x="21146" y="3859"/>
                              <a:pt x="0" y="10813"/>
                            </a:cubicBezTo>
                            <a:cubicBezTo>
                              <a:pt x="19241" y="3478"/>
                              <a:pt x="51054" y="1764"/>
                              <a:pt x="75152" y="62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29" name="Forme libre : forme 12528">
                        <a:extLst>
                          <a:ext uri="{FF2B5EF4-FFF2-40B4-BE49-F238E27FC236}">
                            <a16:creationId xmlns:a16="http://schemas.microsoft.com/office/drawing/2014/main" id="{A8BBC55F-C069-47DD-B24B-6CF1660A2A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14890" y="2621855"/>
                        <a:ext cx="38172" cy="10828"/>
                      </a:xfrm>
                      <a:custGeom>
                        <a:avLst/>
                        <a:gdLst>
                          <a:gd name="connsiteX0" fmla="*/ 37845 w 38172"/>
                          <a:gd name="connsiteY0" fmla="*/ 9140 h 10828"/>
                          <a:gd name="connsiteX1" fmla="*/ 15081 w 38172"/>
                          <a:gd name="connsiteY1" fmla="*/ 8855 h 10828"/>
                          <a:gd name="connsiteX2" fmla="*/ 507 w 38172"/>
                          <a:gd name="connsiteY2" fmla="*/ 1521 h 10828"/>
                          <a:gd name="connsiteX3" fmla="*/ 21843 w 38172"/>
                          <a:gd name="connsiteY3" fmla="*/ 2187 h 10828"/>
                          <a:gd name="connsiteX4" fmla="*/ 37845 w 38172"/>
                          <a:gd name="connsiteY4" fmla="*/ 9140 h 108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72" h="10828">
                            <a:moveTo>
                              <a:pt x="37845" y="9140"/>
                            </a:moveTo>
                            <a:cubicBezTo>
                              <a:pt x="35083" y="12665"/>
                              <a:pt x="19748" y="9712"/>
                              <a:pt x="15081" y="8855"/>
                            </a:cubicBezTo>
                            <a:cubicBezTo>
                              <a:pt x="10414" y="7902"/>
                              <a:pt x="-2731" y="4949"/>
                              <a:pt x="507" y="1521"/>
                            </a:cubicBezTo>
                            <a:cubicBezTo>
                              <a:pt x="3746" y="-1813"/>
                              <a:pt x="17462" y="1235"/>
                              <a:pt x="21843" y="2187"/>
                            </a:cubicBezTo>
                            <a:cubicBezTo>
                              <a:pt x="26130" y="3235"/>
                              <a:pt x="40512" y="5902"/>
                              <a:pt x="37845" y="914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30" name="Forme libre : forme 12529">
                        <a:extLst>
                          <a:ext uri="{FF2B5EF4-FFF2-40B4-BE49-F238E27FC236}">
                            <a16:creationId xmlns:a16="http://schemas.microsoft.com/office/drawing/2014/main" id="{D6992D31-48E3-43A3-B1B9-D496A5A21B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47766" y="2628302"/>
                        <a:ext cx="10986" cy="3481"/>
                      </a:xfrm>
                      <a:custGeom>
                        <a:avLst/>
                        <a:gdLst>
                          <a:gd name="connsiteX0" fmla="*/ 10970 w 10986"/>
                          <a:gd name="connsiteY0" fmla="*/ 2027 h 3481"/>
                          <a:gd name="connsiteX1" fmla="*/ 5827 w 10986"/>
                          <a:gd name="connsiteY1" fmla="*/ 3455 h 3481"/>
                          <a:gd name="connsiteX2" fmla="*/ 17 w 10986"/>
                          <a:gd name="connsiteY2" fmla="*/ 1455 h 3481"/>
                          <a:gd name="connsiteX3" fmla="*/ 4969 w 10986"/>
                          <a:gd name="connsiteY3" fmla="*/ 26 h 3481"/>
                          <a:gd name="connsiteX4" fmla="*/ 10970 w 10986"/>
                          <a:gd name="connsiteY4" fmla="*/ 2027 h 3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86" h="3481">
                            <a:moveTo>
                              <a:pt x="10970" y="2027"/>
                            </a:moveTo>
                            <a:cubicBezTo>
                              <a:pt x="11256" y="3455"/>
                              <a:pt x="7732" y="3551"/>
                              <a:pt x="5827" y="3455"/>
                            </a:cubicBezTo>
                            <a:cubicBezTo>
                              <a:pt x="4017" y="3360"/>
                              <a:pt x="302" y="2884"/>
                              <a:pt x="17" y="1455"/>
                            </a:cubicBezTo>
                            <a:cubicBezTo>
                              <a:pt x="-269" y="26"/>
                              <a:pt x="3160" y="-69"/>
                              <a:pt x="4969" y="26"/>
                            </a:cubicBezTo>
                            <a:cubicBezTo>
                              <a:pt x="6779" y="122"/>
                              <a:pt x="10685" y="693"/>
                              <a:pt x="10970" y="202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31" name="Forme libre : forme 12530">
                        <a:extLst>
                          <a:ext uri="{FF2B5EF4-FFF2-40B4-BE49-F238E27FC236}">
                            <a16:creationId xmlns:a16="http://schemas.microsoft.com/office/drawing/2014/main" id="{4B53D9D6-F2CB-4D4C-A6DB-DA249663B4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16893" y="2599079"/>
                        <a:ext cx="92196" cy="39155"/>
                      </a:xfrm>
                      <a:custGeom>
                        <a:avLst/>
                        <a:gdLst>
                          <a:gd name="connsiteX0" fmla="*/ 68799 w 92196"/>
                          <a:gd name="connsiteY0" fmla="*/ 18391 h 39155"/>
                          <a:gd name="connsiteX1" fmla="*/ 91564 w 92196"/>
                          <a:gd name="connsiteY1" fmla="*/ 33536 h 39155"/>
                          <a:gd name="connsiteX2" fmla="*/ 84896 w 92196"/>
                          <a:gd name="connsiteY2" fmla="*/ 39156 h 39155"/>
                          <a:gd name="connsiteX3" fmla="*/ 73466 w 92196"/>
                          <a:gd name="connsiteY3" fmla="*/ 35536 h 39155"/>
                          <a:gd name="connsiteX4" fmla="*/ 40510 w 92196"/>
                          <a:gd name="connsiteY4" fmla="*/ 20963 h 39155"/>
                          <a:gd name="connsiteX5" fmla="*/ 1076 w 92196"/>
                          <a:gd name="connsiteY5" fmla="*/ 2960 h 39155"/>
                          <a:gd name="connsiteX6" fmla="*/ 48034 w 92196"/>
                          <a:gd name="connsiteY6" fmla="*/ 6294 h 39155"/>
                          <a:gd name="connsiteX7" fmla="*/ 68799 w 92196"/>
                          <a:gd name="connsiteY7" fmla="*/ 18391 h 39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2196" h="39155">
                            <a:moveTo>
                              <a:pt x="68799" y="18391"/>
                            </a:moveTo>
                            <a:cubicBezTo>
                              <a:pt x="78514" y="23249"/>
                              <a:pt x="85753" y="26678"/>
                              <a:pt x="91564" y="33536"/>
                            </a:cubicBezTo>
                            <a:cubicBezTo>
                              <a:pt x="93754" y="36107"/>
                              <a:pt x="89945" y="39156"/>
                              <a:pt x="84896" y="39156"/>
                            </a:cubicBezTo>
                            <a:cubicBezTo>
                              <a:pt x="79848" y="39156"/>
                              <a:pt x="76800" y="37346"/>
                              <a:pt x="73466" y="35536"/>
                            </a:cubicBezTo>
                            <a:cubicBezTo>
                              <a:pt x="63274" y="30107"/>
                              <a:pt x="52511" y="25440"/>
                              <a:pt x="40510" y="20963"/>
                            </a:cubicBezTo>
                            <a:cubicBezTo>
                              <a:pt x="32985" y="18582"/>
                              <a:pt x="-7020" y="9723"/>
                              <a:pt x="1076" y="2960"/>
                            </a:cubicBezTo>
                            <a:cubicBezTo>
                              <a:pt x="8982" y="-3993"/>
                              <a:pt x="38128" y="3056"/>
                              <a:pt x="48034" y="6294"/>
                            </a:cubicBezTo>
                            <a:cubicBezTo>
                              <a:pt x="57845" y="9818"/>
                              <a:pt x="61560" y="14772"/>
                              <a:pt x="68799" y="1839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2507" name="Graphique 1">
                      <a:extLst>
                        <a:ext uri="{FF2B5EF4-FFF2-40B4-BE49-F238E27FC236}">
                          <a16:creationId xmlns:a16="http://schemas.microsoft.com/office/drawing/2014/main" id="{4FA27198-40B7-4C89-BB00-B653DD74BB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19622" y="2579401"/>
                      <a:ext cx="222256" cy="90347"/>
                      <a:chOff x="5919622" y="2579401"/>
                      <a:chExt cx="222256" cy="90347"/>
                    </a:xfrm>
                    <a:solidFill>
                      <a:schemeClr val="accent1"/>
                    </a:solidFill>
                  </p:grpSpPr>
                  <p:sp>
                    <p:nvSpPr>
                      <p:cNvPr id="12508" name="Forme libre : forme 12507">
                        <a:extLst>
                          <a:ext uri="{FF2B5EF4-FFF2-40B4-BE49-F238E27FC236}">
                            <a16:creationId xmlns:a16="http://schemas.microsoft.com/office/drawing/2014/main" id="{A0F79E38-6095-4677-B885-EA9E56CB14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19622" y="2579401"/>
                        <a:ext cx="222256" cy="90347"/>
                      </a:xfrm>
                      <a:custGeom>
                        <a:avLst/>
                        <a:gdLst>
                          <a:gd name="connsiteX0" fmla="*/ 160380 w 222256"/>
                          <a:gd name="connsiteY0" fmla="*/ 75407 h 90347"/>
                          <a:gd name="connsiteX1" fmla="*/ 120851 w 222256"/>
                          <a:gd name="connsiteY1" fmla="*/ 84836 h 90347"/>
                          <a:gd name="connsiteX2" fmla="*/ 80179 w 222256"/>
                          <a:gd name="connsiteY2" fmla="*/ 90075 h 90347"/>
                          <a:gd name="connsiteX3" fmla="*/ 35126 w 222256"/>
                          <a:gd name="connsiteY3" fmla="*/ 84646 h 90347"/>
                          <a:gd name="connsiteX4" fmla="*/ 4360 w 222256"/>
                          <a:gd name="connsiteY4" fmla="*/ 65501 h 90347"/>
                          <a:gd name="connsiteX5" fmla="*/ 5408 w 222256"/>
                          <a:gd name="connsiteY5" fmla="*/ 43974 h 90347"/>
                          <a:gd name="connsiteX6" fmla="*/ 35317 w 222256"/>
                          <a:gd name="connsiteY6" fmla="*/ 25876 h 90347"/>
                          <a:gd name="connsiteX7" fmla="*/ 73797 w 222256"/>
                          <a:gd name="connsiteY7" fmla="*/ 14923 h 90347"/>
                          <a:gd name="connsiteX8" fmla="*/ 106278 w 222256"/>
                          <a:gd name="connsiteY8" fmla="*/ 9684 h 90347"/>
                          <a:gd name="connsiteX9" fmla="*/ 138663 w 222256"/>
                          <a:gd name="connsiteY9" fmla="*/ 3493 h 90347"/>
                          <a:gd name="connsiteX10" fmla="*/ 177239 w 222256"/>
                          <a:gd name="connsiteY10" fmla="*/ 635 h 90347"/>
                          <a:gd name="connsiteX11" fmla="*/ 210005 w 222256"/>
                          <a:gd name="connsiteY11" fmla="*/ 7684 h 90347"/>
                          <a:gd name="connsiteX12" fmla="*/ 221435 w 222256"/>
                          <a:gd name="connsiteY12" fmla="*/ 25591 h 90347"/>
                          <a:gd name="connsiteX13" fmla="*/ 200480 w 222256"/>
                          <a:gd name="connsiteY13" fmla="*/ 54071 h 90347"/>
                          <a:gd name="connsiteX14" fmla="*/ 183240 w 222256"/>
                          <a:gd name="connsiteY14" fmla="*/ 65786 h 90347"/>
                          <a:gd name="connsiteX15" fmla="*/ 160380 w 222256"/>
                          <a:gd name="connsiteY15" fmla="*/ 75407 h 90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222256" h="90347">
                            <a:moveTo>
                              <a:pt x="160380" y="75407"/>
                            </a:moveTo>
                            <a:cubicBezTo>
                              <a:pt x="151140" y="78645"/>
                              <a:pt x="136091" y="81598"/>
                              <a:pt x="120851" y="84836"/>
                            </a:cubicBezTo>
                            <a:cubicBezTo>
                              <a:pt x="105611" y="87789"/>
                              <a:pt x="90181" y="89123"/>
                              <a:pt x="80179" y="90075"/>
                            </a:cubicBezTo>
                            <a:cubicBezTo>
                              <a:pt x="61415" y="91218"/>
                              <a:pt x="47032" y="88646"/>
                              <a:pt x="35126" y="84646"/>
                            </a:cubicBezTo>
                            <a:cubicBezTo>
                              <a:pt x="23220" y="79979"/>
                              <a:pt x="13599" y="73406"/>
                              <a:pt x="4360" y="65501"/>
                            </a:cubicBezTo>
                            <a:cubicBezTo>
                              <a:pt x="-2022" y="59976"/>
                              <a:pt x="-1164" y="49118"/>
                              <a:pt x="5408" y="43974"/>
                            </a:cubicBezTo>
                            <a:cubicBezTo>
                              <a:pt x="14838" y="36449"/>
                              <a:pt x="24363" y="30639"/>
                              <a:pt x="35317" y="25876"/>
                            </a:cubicBezTo>
                            <a:cubicBezTo>
                              <a:pt x="46175" y="20638"/>
                              <a:pt x="58653" y="17685"/>
                              <a:pt x="73797" y="14923"/>
                            </a:cubicBezTo>
                            <a:cubicBezTo>
                              <a:pt x="81894" y="13304"/>
                              <a:pt x="94181" y="11780"/>
                              <a:pt x="106278" y="9684"/>
                            </a:cubicBezTo>
                            <a:cubicBezTo>
                              <a:pt x="118279" y="7112"/>
                              <a:pt x="130376" y="4922"/>
                              <a:pt x="138663" y="3493"/>
                            </a:cubicBezTo>
                            <a:cubicBezTo>
                              <a:pt x="153617" y="-412"/>
                              <a:pt x="165999" y="-508"/>
                              <a:pt x="177239" y="635"/>
                            </a:cubicBezTo>
                            <a:cubicBezTo>
                              <a:pt x="188288" y="1302"/>
                              <a:pt x="198670" y="4160"/>
                              <a:pt x="210005" y="7684"/>
                            </a:cubicBezTo>
                            <a:cubicBezTo>
                              <a:pt x="217815" y="10160"/>
                              <a:pt x="224674" y="18542"/>
                              <a:pt x="221435" y="25591"/>
                            </a:cubicBezTo>
                            <a:cubicBezTo>
                              <a:pt x="216768" y="35783"/>
                              <a:pt x="210195" y="45212"/>
                              <a:pt x="200480" y="54071"/>
                            </a:cubicBezTo>
                            <a:cubicBezTo>
                              <a:pt x="195717" y="58643"/>
                              <a:pt x="189907" y="62357"/>
                              <a:pt x="183240" y="65786"/>
                            </a:cubicBezTo>
                            <a:cubicBezTo>
                              <a:pt x="176667" y="69120"/>
                              <a:pt x="169047" y="72359"/>
                              <a:pt x="160380" y="7540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09" name="Forme libre : forme 12508">
                        <a:extLst>
                          <a:ext uri="{FF2B5EF4-FFF2-40B4-BE49-F238E27FC236}">
                            <a16:creationId xmlns:a16="http://schemas.microsoft.com/office/drawing/2014/main" id="{986AB63C-6CCA-4305-BE79-EE75F0165F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19696" y="2604420"/>
                        <a:ext cx="221456" cy="65292"/>
                      </a:xfrm>
                      <a:custGeom>
                        <a:avLst/>
                        <a:gdLst>
                          <a:gd name="connsiteX0" fmla="*/ 88964 w 221456"/>
                          <a:gd name="connsiteY0" fmla="*/ 36671 h 65292"/>
                          <a:gd name="connsiteX1" fmla="*/ 0 w 221456"/>
                          <a:gd name="connsiteY1" fmla="*/ 31623 h 65292"/>
                          <a:gd name="connsiteX2" fmla="*/ 4286 w 221456"/>
                          <a:gd name="connsiteY2" fmla="*/ 40291 h 65292"/>
                          <a:gd name="connsiteX3" fmla="*/ 14097 w 221456"/>
                          <a:gd name="connsiteY3" fmla="*/ 48006 h 65292"/>
                          <a:gd name="connsiteX4" fmla="*/ 48483 w 221456"/>
                          <a:gd name="connsiteY4" fmla="*/ 63055 h 65292"/>
                          <a:gd name="connsiteX5" fmla="*/ 80105 w 221456"/>
                          <a:gd name="connsiteY5" fmla="*/ 64961 h 65292"/>
                          <a:gd name="connsiteX6" fmla="*/ 93154 w 221456"/>
                          <a:gd name="connsiteY6" fmla="*/ 63627 h 65292"/>
                          <a:gd name="connsiteX7" fmla="*/ 154495 w 221456"/>
                          <a:gd name="connsiteY7" fmla="*/ 52102 h 65292"/>
                          <a:gd name="connsiteX8" fmla="*/ 160306 w 221456"/>
                          <a:gd name="connsiteY8" fmla="*/ 50197 h 65292"/>
                          <a:gd name="connsiteX9" fmla="*/ 191071 w 221456"/>
                          <a:gd name="connsiteY9" fmla="*/ 36004 h 65292"/>
                          <a:gd name="connsiteX10" fmla="*/ 216313 w 221456"/>
                          <a:gd name="connsiteY10" fmla="*/ 9811 h 65292"/>
                          <a:gd name="connsiteX11" fmla="*/ 221361 w 221456"/>
                          <a:gd name="connsiteY11" fmla="*/ 381 h 65292"/>
                          <a:gd name="connsiteX12" fmla="*/ 221456 w 221456"/>
                          <a:gd name="connsiteY12" fmla="*/ 0 h 65292"/>
                          <a:gd name="connsiteX13" fmla="*/ 88964 w 221456"/>
                          <a:gd name="connsiteY13" fmla="*/ 36671 h 652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21456" h="65292">
                            <a:moveTo>
                              <a:pt x="88964" y="36671"/>
                            </a:moveTo>
                            <a:cubicBezTo>
                              <a:pt x="58198" y="42767"/>
                              <a:pt x="23813" y="42672"/>
                              <a:pt x="0" y="31623"/>
                            </a:cubicBezTo>
                            <a:cubicBezTo>
                              <a:pt x="285" y="34957"/>
                              <a:pt x="1619" y="38100"/>
                              <a:pt x="4286" y="40291"/>
                            </a:cubicBezTo>
                            <a:cubicBezTo>
                              <a:pt x="7525" y="43053"/>
                              <a:pt x="10763" y="45625"/>
                              <a:pt x="14097" y="48006"/>
                            </a:cubicBezTo>
                            <a:cubicBezTo>
                              <a:pt x="23813" y="54864"/>
                              <a:pt x="34576" y="60579"/>
                              <a:pt x="48483" y="63055"/>
                            </a:cubicBezTo>
                            <a:cubicBezTo>
                              <a:pt x="57531" y="64675"/>
                              <a:pt x="67818" y="65913"/>
                              <a:pt x="80105" y="64961"/>
                            </a:cubicBezTo>
                            <a:cubicBezTo>
                              <a:pt x="83820" y="64579"/>
                              <a:pt x="88297" y="64103"/>
                              <a:pt x="93154" y="63627"/>
                            </a:cubicBezTo>
                            <a:cubicBezTo>
                              <a:pt x="112300" y="62103"/>
                              <a:pt x="138208" y="56007"/>
                              <a:pt x="154495" y="52102"/>
                            </a:cubicBezTo>
                            <a:cubicBezTo>
                              <a:pt x="156591" y="51530"/>
                              <a:pt x="158591" y="50768"/>
                              <a:pt x="160306" y="50197"/>
                            </a:cubicBezTo>
                            <a:cubicBezTo>
                              <a:pt x="172593" y="45911"/>
                              <a:pt x="182689" y="41148"/>
                              <a:pt x="191071" y="36004"/>
                            </a:cubicBezTo>
                            <a:cubicBezTo>
                              <a:pt x="202406" y="28289"/>
                              <a:pt x="210217" y="19050"/>
                              <a:pt x="216313" y="9811"/>
                            </a:cubicBezTo>
                            <a:cubicBezTo>
                              <a:pt x="218218" y="6763"/>
                              <a:pt x="219933" y="3620"/>
                              <a:pt x="221361" y="381"/>
                            </a:cubicBezTo>
                            <a:lnTo>
                              <a:pt x="221456" y="0"/>
                            </a:lnTo>
                            <a:cubicBezTo>
                              <a:pt x="179356" y="18383"/>
                              <a:pt x="133064" y="28575"/>
                              <a:pt x="88964" y="3667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10" name="Forme libre : forme 12509">
                        <a:extLst>
                          <a:ext uri="{FF2B5EF4-FFF2-40B4-BE49-F238E27FC236}">
                            <a16:creationId xmlns:a16="http://schemas.microsoft.com/office/drawing/2014/main" id="{E9178C80-B922-4959-A21E-9F52B8825A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97850" y="2607441"/>
                        <a:ext cx="102601" cy="33172"/>
                      </a:xfrm>
                      <a:custGeom>
                        <a:avLst/>
                        <a:gdLst>
                          <a:gd name="connsiteX0" fmla="*/ 102345 w 102601"/>
                          <a:gd name="connsiteY0" fmla="*/ 4028 h 33172"/>
                          <a:gd name="connsiteX1" fmla="*/ 52339 w 102601"/>
                          <a:gd name="connsiteY1" fmla="*/ 30127 h 33172"/>
                          <a:gd name="connsiteX2" fmla="*/ 47 w 102601"/>
                          <a:gd name="connsiteY2" fmla="*/ 25174 h 33172"/>
                          <a:gd name="connsiteX3" fmla="*/ 46910 w 102601"/>
                          <a:gd name="connsiteY3" fmla="*/ 5933 h 33172"/>
                          <a:gd name="connsiteX4" fmla="*/ 102345 w 102601"/>
                          <a:gd name="connsiteY4" fmla="*/ 4028 h 33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601" h="33172">
                            <a:moveTo>
                              <a:pt x="102345" y="4028"/>
                            </a:moveTo>
                            <a:cubicBezTo>
                              <a:pt x="106155" y="13363"/>
                              <a:pt x="66436" y="28127"/>
                              <a:pt x="52339" y="30127"/>
                            </a:cubicBezTo>
                            <a:cubicBezTo>
                              <a:pt x="38528" y="33937"/>
                              <a:pt x="1571" y="35937"/>
                              <a:pt x="47" y="25174"/>
                            </a:cubicBezTo>
                            <a:cubicBezTo>
                              <a:pt x="-1477" y="14220"/>
                              <a:pt x="34623" y="8981"/>
                              <a:pt x="46910" y="5933"/>
                            </a:cubicBezTo>
                            <a:cubicBezTo>
                              <a:pt x="59673" y="4695"/>
                              <a:pt x="98535" y="-5497"/>
                              <a:pt x="102345" y="402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11" name="Forme libre : forme 12510">
                        <a:extLst>
                          <a:ext uri="{FF2B5EF4-FFF2-40B4-BE49-F238E27FC236}">
                            <a16:creationId xmlns:a16="http://schemas.microsoft.com/office/drawing/2014/main" id="{F11D09D4-B3B7-4AD4-AD7A-258207DE98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97051" y="2619756"/>
                        <a:ext cx="75616" cy="20786"/>
                      </a:xfrm>
                      <a:custGeom>
                        <a:avLst/>
                        <a:gdLst>
                          <a:gd name="connsiteX0" fmla="*/ 21134 w 75616"/>
                          <a:gd name="connsiteY0" fmla="*/ 0 h 20786"/>
                          <a:gd name="connsiteX1" fmla="*/ 369 w 75616"/>
                          <a:gd name="connsiteY1" fmla="*/ 12859 h 20786"/>
                          <a:gd name="connsiteX2" fmla="*/ 53804 w 75616"/>
                          <a:gd name="connsiteY2" fmla="*/ 17621 h 20786"/>
                          <a:gd name="connsiteX3" fmla="*/ 75616 w 75616"/>
                          <a:gd name="connsiteY3" fmla="*/ 11049 h 20786"/>
                          <a:gd name="connsiteX4" fmla="*/ 63615 w 75616"/>
                          <a:gd name="connsiteY4" fmla="*/ 13145 h 20786"/>
                          <a:gd name="connsiteX5" fmla="*/ 36564 w 75616"/>
                          <a:gd name="connsiteY5" fmla="*/ 11335 h 20786"/>
                          <a:gd name="connsiteX6" fmla="*/ 21134 w 75616"/>
                          <a:gd name="connsiteY6" fmla="*/ 0 h 207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5616" h="20786">
                            <a:moveTo>
                              <a:pt x="21134" y="0"/>
                            </a:moveTo>
                            <a:cubicBezTo>
                              <a:pt x="15038" y="2762"/>
                              <a:pt x="-2774" y="6382"/>
                              <a:pt x="369" y="12859"/>
                            </a:cubicBezTo>
                            <a:cubicBezTo>
                              <a:pt x="5417" y="23146"/>
                              <a:pt x="36373" y="21907"/>
                              <a:pt x="53804" y="17621"/>
                            </a:cubicBezTo>
                            <a:cubicBezTo>
                              <a:pt x="58948" y="16478"/>
                              <a:pt x="70282" y="13621"/>
                              <a:pt x="75616" y="11049"/>
                            </a:cubicBezTo>
                            <a:cubicBezTo>
                              <a:pt x="72378" y="12097"/>
                              <a:pt x="66854" y="13049"/>
                              <a:pt x="63615" y="13145"/>
                            </a:cubicBezTo>
                            <a:cubicBezTo>
                              <a:pt x="54471" y="13240"/>
                              <a:pt x="44469" y="13049"/>
                              <a:pt x="36564" y="11335"/>
                            </a:cubicBezTo>
                            <a:cubicBezTo>
                              <a:pt x="28563" y="9811"/>
                              <a:pt x="22467" y="5810"/>
                              <a:pt x="211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12" name="Forme libre : forme 12511">
                        <a:extLst>
                          <a:ext uri="{FF2B5EF4-FFF2-40B4-BE49-F238E27FC236}">
                            <a16:creationId xmlns:a16="http://schemas.microsoft.com/office/drawing/2014/main" id="{961C4AC0-BB84-4B80-95E0-5ABBB3BBB5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03670" y="2607924"/>
                        <a:ext cx="102818" cy="35061"/>
                      </a:xfrm>
                      <a:custGeom>
                        <a:avLst/>
                        <a:gdLst>
                          <a:gd name="connsiteX0" fmla="*/ 102811 w 102818"/>
                          <a:gd name="connsiteY0" fmla="*/ 4212 h 35061"/>
                          <a:gd name="connsiteX1" fmla="*/ 83381 w 102818"/>
                          <a:gd name="connsiteY1" fmla="*/ 20595 h 35061"/>
                          <a:gd name="connsiteX2" fmla="*/ 66616 w 102818"/>
                          <a:gd name="connsiteY2" fmla="*/ 27643 h 35061"/>
                          <a:gd name="connsiteX3" fmla="*/ 52234 w 102818"/>
                          <a:gd name="connsiteY3" fmla="*/ 31453 h 35061"/>
                          <a:gd name="connsiteX4" fmla="*/ 21563 w 102818"/>
                          <a:gd name="connsiteY4" fmla="*/ 34978 h 35061"/>
                          <a:gd name="connsiteX5" fmla="*/ 132 w 102818"/>
                          <a:gd name="connsiteY5" fmla="*/ 26691 h 35061"/>
                          <a:gd name="connsiteX6" fmla="*/ 18325 w 102818"/>
                          <a:gd name="connsiteY6" fmla="*/ 14213 h 35061"/>
                          <a:gd name="connsiteX7" fmla="*/ 46900 w 102818"/>
                          <a:gd name="connsiteY7" fmla="*/ 7164 h 35061"/>
                          <a:gd name="connsiteX8" fmla="*/ 60616 w 102818"/>
                          <a:gd name="connsiteY8" fmla="*/ 4783 h 35061"/>
                          <a:gd name="connsiteX9" fmla="*/ 79094 w 102818"/>
                          <a:gd name="connsiteY9" fmla="*/ 1164 h 35061"/>
                          <a:gd name="connsiteX10" fmla="*/ 102811 w 102818"/>
                          <a:gd name="connsiteY10" fmla="*/ 4212 h 350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2818" h="35061">
                            <a:moveTo>
                              <a:pt x="102811" y="4212"/>
                            </a:moveTo>
                            <a:cubicBezTo>
                              <a:pt x="103097" y="9736"/>
                              <a:pt x="94144" y="15356"/>
                              <a:pt x="83381" y="20595"/>
                            </a:cubicBezTo>
                            <a:cubicBezTo>
                              <a:pt x="77951" y="23167"/>
                              <a:pt x="72046" y="25548"/>
                              <a:pt x="66616" y="27643"/>
                            </a:cubicBezTo>
                            <a:cubicBezTo>
                              <a:pt x="61092" y="29263"/>
                              <a:pt x="55948" y="30596"/>
                              <a:pt x="52234" y="31453"/>
                            </a:cubicBezTo>
                            <a:cubicBezTo>
                              <a:pt x="44709" y="33072"/>
                              <a:pt x="32421" y="35549"/>
                              <a:pt x="21563" y="34978"/>
                            </a:cubicBezTo>
                            <a:cubicBezTo>
                              <a:pt x="10705" y="34406"/>
                              <a:pt x="1465" y="32120"/>
                              <a:pt x="132" y="26691"/>
                            </a:cubicBezTo>
                            <a:cubicBezTo>
                              <a:pt x="-1202" y="21262"/>
                              <a:pt x="7752" y="17071"/>
                              <a:pt x="18325" y="14213"/>
                            </a:cubicBezTo>
                            <a:cubicBezTo>
                              <a:pt x="28897" y="11355"/>
                              <a:pt x="41090" y="8212"/>
                              <a:pt x="46900" y="7164"/>
                            </a:cubicBezTo>
                            <a:cubicBezTo>
                              <a:pt x="49757" y="6593"/>
                              <a:pt x="54806" y="5641"/>
                              <a:pt x="60616" y="4783"/>
                            </a:cubicBezTo>
                            <a:cubicBezTo>
                              <a:pt x="66330" y="3545"/>
                              <a:pt x="72903" y="2116"/>
                              <a:pt x="79094" y="1164"/>
                            </a:cubicBezTo>
                            <a:cubicBezTo>
                              <a:pt x="91381" y="-646"/>
                              <a:pt x="102621" y="-837"/>
                              <a:pt x="102811" y="421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13" name="Forme libre : forme 12512">
                        <a:extLst>
                          <a:ext uri="{FF2B5EF4-FFF2-40B4-BE49-F238E27FC236}">
                            <a16:creationId xmlns:a16="http://schemas.microsoft.com/office/drawing/2014/main" id="{4F287CCF-65C6-4720-93AD-ABECEE0180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48619" y="2614566"/>
                        <a:ext cx="133004" cy="45519"/>
                      </a:xfrm>
                      <a:custGeom>
                        <a:avLst/>
                        <a:gdLst>
                          <a:gd name="connsiteX0" fmla="*/ 890 w 133004"/>
                          <a:gd name="connsiteY0" fmla="*/ 22430 h 45519"/>
                          <a:gd name="connsiteX1" fmla="*/ 14797 w 133004"/>
                          <a:gd name="connsiteY1" fmla="*/ 33860 h 45519"/>
                          <a:gd name="connsiteX2" fmla="*/ 65564 w 133004"/>
                          <a:gd name="connsiteY2" fmla="*/ 45480 h 45519"/>
                          <a:gd name="connsiteX3" fmla="*/ 117380 w 133004"/>
                          <a:gd name="connsiteY3" fmla="*/ 33765 h 45519"/>
                          <a:gd name="connsiteX4" fmla="*/ 131859 w 133004"/>
                          <a:gd name="connsiteY4" fmla="*/ 15763 h 45519"/>
                          <a:gd name="connsiteX5" fmla="*/ 114428 w 133004"/>
                          <a:gd name="connsiteY5" fmla="*/ 14429 h 45519"/>
                          <a:gd name="connsiteX6" fmla="*/ 91091 w 133004"/>
                          <a:gd name="connsiteY6" fmla="*/ 13191 h 45519"/>
                          <a:gd name="connsiteX7" fmla="*/ 79662 w 133004"/>
                          <a:gd name="connsiteY7" fmla="*/ 11857 h 45519"/>
                          <a:gd name="connsiteX8" fmla="*/ 68136 w 133004"/>
                          <a:gd name="connsiteY8" fmla="*/ 8809 h 45519"/>
                          <a:gd name="connsiteX9" fmla="*/ 23369 w 133004"/>
                          <a:gd name="connsiteY9" fmla="*/ 618 h 45519"/>
                          <a:gd name="connsiteX10" fmla="*/ 890 w 133004"/>
                          <a:gd name="connsiteY10" fmla="*/ 22430 h 455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33004" h="45519">
                            <a:moveTo>
                              <a:pt x="890" y="22430"/>
                            </a:moveTo>
                            <a:cubicBezTo>
                              <a:pt x="3938" y="28717"/>
                              <a:pt x="6605" y="30431"/>
                              <a:pt x="14797" y="33860"/>
                            </a:cubicBezTo>
                            <a:cubicBezTo>
                              <a:pt x="30417" y="40337"/>
                              <a:pt x="43848" y="46052"/>
                              <a:pt x="65564" y="45480"/>
                            </a:cubicBezTo>
                            <a:cubicBezTo>
                              <a:pt x="83662" y="45862"/>
                              <a:pt x="103664" y="40337"/>
                              <a:pt x="117380" y="33765"/>
                            </a:cubicBezTo>
                            <a:cubicBezTo>
                              <a:pt x="127763" y="29002"/>
                              <a:pt x="136145" y="20620"/>
                              <a:pt x="131859" y="15763"/>
                            </a:cubicBezTo>
                            <a:cubicBezTo>
                              <a:pt x="129191" y="12524"/>
                              <a:pt x="121286" y="15001"/>
                              <a:pt x="114428" y="14429"/>
                            </a:cubicBezTo>
                            <a:cubicBezTo>
                              <a:pt x="106427" y="14048"/>
                              <a:pt x="98712" y="13762"/>
                              <a:pt x="91091" y="13191"/>
                            </a:cubicBezTo>
                            <a:cubicBezTo>
                              <a:pt x="87282" y="12905"/>
                              <a:pt x="83472" y="12429"/>
                              <a:pt x="79662" y="11857"/>
                            </a:cubicBezTo>
                            <a:cubicBezTo>
                              <a:pt x="75852" y="11000"/>
                              <a:pt x="72041" y="10047"/>
                              <a:pt x="68136" y="8809"/>
                            </a:cubicBezTo>
                            <a:cubicBezTo>
                              <a:pt x="54992" y="4523"/>
                              <a:pt x="41276" y="-2049"/>
                              <a:pt x="23369" y="618"/>
                            </a:cubicBezTo>
                            <a:cubicBezTo>
                              <a:pt x="7272" y="3475"/>
                              <a:pt x="-3206" y="13858"/>
                              <a:pt x="890" y="2243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14" name="Forme libre : forme 12513">
                        <a:extLst>
                          <a:ext uri="{FF2B5EF4-FFF2-40B4-BE49-F238E27FC236}">
                            <a16:creationId xmlns:a16="http://schemas.microsoft.com/office/drawing/2014/main" id="{98E9F947-ACBB-49F9-8C93-FC646D5576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73973" y="2611265"/>
                        <a:ext cx="40757" cy="15449"/>
                      </a:xfrm>
                      <a:custGeom>
                        <a:avLst/>
                        <a:gdLst>
                          <a:gd name="connsiteX0" fmla="*/ 3825 w 40757"/>
                          <a:gd name="connsiteY0" fmla="*/ 10300 h 15449"/>
                          <a:gd name="connsiteX1" fmla="*/ 111 w 40757"/>
                          <a:gd name="connsiteY1" fmla="*/ 13158 h 15449"/>
                          <a:gd name="connsiteX2" fmla="*/ 3444 w 40757"/>
                          <a:gd name="connsiteY2" fmla="*/ 15348 h 15449"/>
                          <a:gd name="connsiteX3" fmla="*/ 11160 w 40757"/>
                          <a:gd name="connsiteY3" fmla="*/ 14967 h 15449"/>
                          <a:gd name="connsiteX4" fmla="*/ 29543 w 40757"/>
                          <a:gd name="connsiteY4" fmla="*/ 10681 h 15449"/>
                          <a:gd name="connsiteX5" fmla="*/ 35924 w 40757"/>
                          <a:gd name="connsiteY5" fmla="*/ 8300 h 15449"/>
                          <a:gd name="connsiteX6" fmla="*/ 30877 w 40757"/>
                          <a:gd name="connsiteY6" fmla="*/ 490 h 15449"/>
                          <a:gd name="connsiteX7" fmla="*/ 3825 w 40757"/>
                          <a:gd name="connsiteY7" fmla="*/ 10300 h 15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757" h="15449">
                            <a:moveTo>
                              <a:pt x="3825" y="10300"/>
                            </a:moveTo>
                            <a:cubicBezTo>
                              <a:pt x="1921" y="11253"/>
                              <a:pt x="682" y="11919"/>
                              <a:pt x="111" y="13158"/>
                            </a:cubicBezTo>
                            <a:cubicBezTo>
                              <a:pt x="-460" y="14396"/>
                              <a:pt x="1254" y="15063"/>
                              <a:pt x="3444" y="15348"/>
                            </a:cubicBezTo>
                            <a:cubicBezTo>
                              <a:pt x="5635" y="15634"/>
                              <a:pt x="8778" y="15253"/>
                              <a:pt x="11160" y="14967"/>
                            </a:cubicBezTo>
                            <a:cubicBezTo>
                              <a:pt x="17351" y="14206"/>
                              <a:pt x="23828" y="12396"/>
                              <a:pt x="29543" y="10681"/>
                            </a:cubicBezTo>
                            <a:cubicBezTo>
                              <a:pt x="31924" y="9919"/>
                              <a:pt x="34115" y="9348"/>
                              <a:pt x="35924" y="8300"/>
                            </a:cubicBezTo>
                            <a:cubicBezTo>
                              <a:pt x="43450" y="3918"/>
                              <a:pt x="42497" y="-1701"/>
                              <a:pt x="30877" y="490"/>
                            </a:cubicBezTo>
                            <a:cubicBezTo>
                              <a:pt x="21828" y="2109"/>
                              <a:pt x="11446" y="6776"/>
                              <a:pt x="3825" y="1030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15" name="Forme libre : forme 12514">
                        <a:extLst>
                          <a:ext uri="{FF2B5EF4-FFF2-40B4-BE49-F238E27FC236}">
                            <a16:creationId xmlns:a16="http://schemas.microsoft.com/office/drawing/2014/main" id="{6103C1BD-0FAB-4E02-BC88-66762F5BEB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82193" y="2603468"/>
                        <a:ext cx="54864" cy="48958"/>
                      </a:xfrm>
                      <a:custGeom>
                        <a:avLst/>
                        <a:gdLst>
                          <a:gd name="connsiteX0" fmla="*/ 54864 w 54864"/>
                          <a:gd name="connsiteY0" fmla="*/ 0 h 48958"/>
                          <a:gd name="connsiteX1" fmla="*/ 34480 w 54864"/>
                          <a:gd name="connsiteY1" fmla="*/ 26861 h 48958"/>
                          <a:gd name="connsiteX2" fmla="*/ 0 w 54864"/>
                          <a:gd name="connsiteY2" fmla="*/ 48959 h 48958"/>
                          <a:gd name="connsiteX3" fmla="*/ 31909 w 54864"/>
                          <a:gd name="connsiteY3" fmla="*/ 26384 h 48958"/>
                          <a:gd name="connsiteX4" fmla="*/ 54864 w 54864"/>
                          <a:gd name="connsiteY4" fmla="*/ 0 h 489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864" h="48958">
                            <a:moveTo>
                              <a:pt x="54864" y="0"/>
                            </a:moveTo>
                            <a:cubicBezTo>
                              <a:pt x="53435" y="8192"/>
                              <a:pt x="45148" y="17621"/>
                              <a:pt x="34480" y="26861"/>
                            </a:cubicBezTo>
                            <a:cubicBezTo>
                              <a:pt x="23813" y="35909"/>
                              <a:pt x="10383" y="42863"/>
                              <a:pt x="0" y="48959"/>
                            </a:cubicBezTo>
                            <a:cubicBezTo>
                              <a:pt x="11335" y="42577"/>
                              <a:pt x="22479" y="35052"/>
                              <a:pt x="31909" y="26384"/>
                            </a:cubicBezTo>
                            <a:cubicBezTo>
                              <a:pt x="41339" y="17241"/>
                              <a:pt x="49149" y="8001"/>
                              <a:pt x="5486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16" name="Forme libre : forme 12515">
                        <a:extLst>
                          <a:ext uri="{FF2B5EF4-FFF2-40B4-BE49-F238E27FC236}">
                            <a16:creationId xmlns:a16="http://schemas.microsoft.com/office/drawing/2014/main" id="{91B81F60-2544-4C6E-8443-544D7AE1B4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26459" y="2596229"/>
                        <a:ext cx="69532" cy="28860"/>
                      </a:xfrm>
                      <a:custGeom>
                        <a:avLst/>
                        <a:gdLst>
                          <a:gd name="connsiteX0" fmla="*/ 69532 w 69532"/>
                          <a:gd name="connsiteY0" fmla="*/ 0 h 28860"/>
                          <a:gd name="connsiteX1" fmla="*/ 0 w 69532"/>
                          <a:gd name="connsiteY1" fmla="*/ 28861 h 28860"/>
                          <a:gd name="connsiteX2" fmla="*/ 69532 w 69532"/>
                          <a:gd name="connsiteY2" fmla="*/ 0 h 288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9532" h="28860">
                            <a:moveTo>
                              <a:pt x="69532" y="0"/>
                            </a:moveTo>
                            <a:cubicBezTo>
                              <a:pt x="42672" y="4858"/>
                              <a:pt x="18859" y="16859"/>
                              <a:pt x="0" y="28861"/>
                            </a:cubicBezTo>
                            <a:cubicBezTo>
                              <a:pt x="17050" y="17050"/>
                              <a:pt x="47148" y="7620"/>
                              <a:pt x="6953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17" name="Forme libre : forme 12516">
                        <a:extLst>
                          <a:ext uri="{FF2B5EF4-FFF2-40B4-BE49-F238E27FC236}">
                            <a16:creationId xmlns:a16="http://schemas.microsoft.com/office/drawing/2014/main" id="{AB3BFD62-130F-434B-B10A-BFA77B1738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8443" y="2612957"/>
                        <a:ext cx="38039" cy="9716"/>
                      </a:xfrm>
                      <a:custGeom>
                        <a:avLst/>
                        <a:gdLst>
                          <a:gd name="connsiteX0" fmla="*/ 37939 w 38039"/>
                          <a:gd name="connsiteY0" fmla="*/ 2322 h 9716"/>
                          <a:gd name="connsiteX1" fmla="*/ 28414 w 38039"/>
                          <a:gd name="connsiteY1" fmla="*/ 7465 h 9716"/>
                          <a:gd name="connsiteX2" fmla="*/ 16317 w 38039"/>
                          <a:gd name="connsiteY2" fmla="*/ 9275 h 9716"/>
                          <a:gd name="connsiteX3" fmla="*/ 220 w 38039"/>
                          <a:gd name="connsiteY3" fmla="*/ 6513 h 9716"/>
                          <a:gd name="connsiteX4" fmla="*/ 20699 w 38039"/>
                          <a:gd name="connsiteY4" fmla="*/ 893 h 9716"/>
                          <a:gd name="connsiteX5" fmla="*/ 37939 w 38039"/>
                          <a:gd name="connsiteY5" fmla="*/ 2322 h 97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039" h="9716">
                            <a:moveTo>
                              <a:pt x="37939" y="2322"/>
                            </a:moveTo>
                            <a:cubicBezTo>
                              <a:pt x="37177" y="4322"/>
                              <a:pt x="32986" y="6132"/>
                              <a:pt x="28414" y="7465"/>
                            </a:cubicBezTo>
                            <a:cubicBezTo>
                              <a:pt x="23747" y="8513"/>
                              <a:pt x="18699" y="8989"/>
                              <a:pt x="16317" y="9275"/>
                            </a:cubicBezTo>
                            <a:cubicBezTo>
                              <a:pt x="11555" y="9751"/>
                              <a:pt x="-1875" y="10704"/>
                              <a:pt x="220" y="6513"/>
                            </a:cubicBezTo>
                            <a:cubicBezTo>
                              <a:pt x="2316" y="2322"/>
                              <a:pt x="16222" y="1274"/>
                              <a:pt x="20699" y="893"/>
                            </a:cubicBezTo>
                            <a:cubicBezTo>
                              <a:pt x="25080" y="893"/>
                              <a:pt x="39368" y="-1869"/>
                              <a:pt x="37939" y="232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18" name="Forme libre : forme 12517">
                        <a:extLst>
                          <a:ext uri="{FF2B5EF4-FFF2-40B4-BE49-F238E27FC236}">
                            <a16:creationId xmlns:a16="http://schemas.microsoft.com/office/drawing/2014/main" id="{CEFC64C7-073F-45BA-BCC2-3D9F7D001A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71338" y="2612019"/>
                        <a:ext cx="10680" cy="4375"/>
                      </a:xfrm>
                      <a:custGeom>
                        <a:avLst/>
                        <a:gdLst>
                          <a:gd name="connsiteX0" fmla="*/ 10569 w 10680"/>
                          <a:gd name="connsiteY0" fmla="*/ 593 h 4375"/>
                          <a:gd name="connsiteX1" fmla="*/ 6188 w 10680"/>
                          <a:gd name="connsiteY1" fmla="*/ 3641 h 4375"/>
                          <a:gd name="connsiteX2" fmla="*/ 91 w 10680"/>
                          <a:gd name="connsiteY2" fmla="*/ 3736 h 4375"/>
                          <a:gd name="connsiteX3" fmla="*/ 4282 w 10680"/>
                          <a:gd name="connsiteY3" fmla="*/ 783 h 4375"/>
                          <a:gd name="connsiteX4" fmla="*/ 10569 w 10680"/>
                          <a:gd name="connsiteY4" fmla="*/ 593 h 43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680" h="4375">
                            <a:moveTo>
                              <a:pt x="10569" y="593"/>
                            </a:moveTo>
                            <a:cubicBezTo>
                              <a:pt x="11331" y="1831"/>
                              <a:pt x="7997" y="3069"/>
                              <a:pt x="6188" y="3641"/>
                            </a:cubicBezTo>
                            <a:cubicBezTo>
                              <a:pt x="4378" y="4117"/>
                              <a:pt x="758" y="4974"/>
                              <a:pt x="91" y="3736"/>
                            </a:cubicBezTo>
                            <a:cubicBezTo>
                              <a:pt x="-575" y="2498"/>
                              <a:pt x="2568" y="1259"/>
                              <a:pt x="4282" y="783"/>
                            </a:cubicBezTo>
                            <a:cubicBezTo>
                              <a:pt x="6092" y="212"/>
                              <a:pt x="9807" y="-550"/>
                              <a:pt x="10569" y="59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519" name="Forme libre : forme 12518">
                        <a:extLst>
                          <a:ext uri="{FF2B5EF4-FFF2-40B4-BE49-F238E27FC236}">
                            <a16:creationId xmlns:a16="http://schemas.microsoft.com/office/drawing/2014/main" id="{10BB369A-7ABA-4DB7-B604-DDA6FCC923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4223" y="2587066"/>
                        <a:ext cx="96055" cy="19113"/>
                      </a:xfrm>
                      <a:custGeom>
                        <a:avLst/>
                        <a:gdLst>
                          <a:gd name="connsiteX0" fmla="*/ 68258 w 96055"/>
                          <a:gd name="connsiteY0" fmla="*/ 4400 h 19113"/>
                          <a:gd name="connsiteX1" fmla="*/ 94737 w 96055"/>
                          <a:gd name="connsiteY1" fmla="*/ 10020 h 19113"/>
                          <a:gd name="connsiteX2" fmla="*/ 90642 w 96055"/>
                          <a:gd name="connsiteY2" fmla="*/ 17735 h 19113"/>
                          <a:gd name="connsiteX3" fmla="*/ 78735 w 96055"/>
                          <a:gd name="connsiteY3" fmla="*/ 18687 h 19113"/>
                          <a:gd name="connsiteX4" fmla="*/ 42921 w 96055"/>
                          <a:gd name="connsiteY4" fmla="*/ 16306 h 19113"/>
                          <a:gd name="connsiteX5" fmla="*/ 536 w 96055"/>
                          <a:gd name="connsiteY5" fmla="*/ 11258 h 19113"/>
                          <a:gd name="connsiteX6" fmla="*/ 21109 w 96055"/>
                          <a:gd name="connsiteY6" fmla="*/ 2685 h 19113"/>
                          <a:gd name="connsiteX7" fmla="*/ 45017 w 96055"/>
                          <a:gd name="connsiteY7" fmla="*/ 18 h 19113"/>
                          <a:gd name="connsiteX8" fmla="*/ 68258 w 96055"/>
                          <a:gd name="connsiteY8" fmla="*/ 4400 h 191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6055" h="19113">
                            <a:moveTo>
                              <a:pt x="68258" y="4400"/>
                            </a:moveTo>
                            <a:cubicBezTo>
                              <a:pt x="78831" y="5352"/>
                              <a:pt x="86641" y="5924"/>
                              <a:pt x="94737" y="10020"/>
                            </a:cubicBezTo>
                            <a:cubicBezTo>
                              <a:pt x="97690" y="11544"/>
                              <a:pt x="95404" y="15830"/>
                              <a:pt x="90642" y="17735"/>
                            </a:cubicBezTo>
                            <a:cubicBezTo>
                              <a:pt x="85975" y="19640"/>
                              <a:pt x="82450" y="19164"/>
                              <a:pt x="78735" y="18687"/>
                            </a:cubicBezTo>
                            <a:cubicBezTo>
                              <a:pt x="67401" y="17735"/>
                              <a:pt x="55590" y="16497"/>
                              <a:pt x="42921" y="16306"/>
                            </a:cubicBezTo>
                            <a:cubicBezTo>
                              <a:pt x="35206" y="17068"/>
                              <a:pt x="-5084" y="20116"/>
                              <a:pt x="536" y="11258"/>
                            </a:cubicBezTo>
                            <a:cubicBezTo>
                              <a:pt x="3202" y="6781"/>
                              <a:pt x="11870" y="4114"/>
                              <a:pt x="21109" y="2685"/>
                            </a:cubicBezTo>
                            <a:cubicBezTo>
                              <a:pt x="30349" y="1161"/>
                              <a:pt x="39874" y="-172"/>
                              <a:pt x="45017" y="18"/>
                            </a:cubicBezTo>
                            <a:cubicBezTo>
                              <a:pt x="55114" y="114"/>
                              <a:pt x="60352" y="3828"/>
                              <a:pt x="68258" y="440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71" name="Graphique 1">
                    <a:extLst>
                      <a:ext uri="{FF2B5EF4-FFF2-40B4-BE49-F238E27FC236}">
                        <a16:creationId xmlns:a16="http://schemas.microsoft.com/office/drawing/2014/main" id="{393D5822-7865-459D-8D15-94BEDEF70F0D}"/>
                      </a:ext>
                    </a:extLst>
                  </p:cNvPr>
                  <p:cNvGrpSpPr/>
                  <p:nvPr/>
                </p:nvGrpSpPr>
                <p:grpSpPr>
                  <a:xfrm>
                    <a:off x="5769421" y="2671278"/>
                    <a:ext cx="282193" cy="81164"/>
                    <a:chOff x="5769421" y="2671278"/>
                    <a:chExt cx="282193" cy="81164"/>
                  </a:xfrm>
                  <a:solidFill>
                    <a:schemeClr val="accent1"/>
                  </a:solidFill>
                </p:grpSpPr>
                <p:sp>
                  <p:nvSpPr>
                    <p:cNvPr id="12494" name="Forme libre : forme 12493">
                      <a:extLst>
                        <a:ext uri="{FF2B5EF4-FFF2-40B4-BE49-F238E27FC236}">
                          <a16:creationId xmlns:a16="http://schemas.microsoft.com/office/drawing/2014/main" id="{27378B35-89BE-4421-B8F3-4625E76596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69421" y="2671278"/>
                      <a:ext cx="282193" cy="81164"/>
                    </a:xfrm>
                    <a:custGeom>
                      <a:avLst/>
                      <a:gdLst>
                        <a:gd name="connsiteX0" fmla="*/ 197424 w 282193"/>
                        <a:gd name="connsiteY0" fmla="*/ 76874 h 81164"/>
                        <a:gd name="connsiteX1" fmla="*/ 143417 w 282193"/>
                        <a:gd name="connsiteY1" fmla="*/ 81161 h 81164"/>
                        <a:gd name="connsiteX2" fmla="*/ 113699 w 282193"/>
                        <a:gd name="connsiteY2" fmla="*/ 79637 h 81164"/>
                        <a:gd name="connsiteX3" fmla="*/ 89696 w 282193"/>
                        <a:gd name="connsiteY3" fmla="*/ 76398 h 81164"/>
                        <a:gd name="connsiteX4" fmla="*/ 2542 w 282193"/>
                        <a:gd name="connsiteY4" fmla="*/ 26011 h 81164"/>
                        <a:gd name="connsiteX5" fmla="*/ 11115 w 282193"/>
                        <a:gd name="connsiteY5" fmla="*/ 6199 h 81164"/>
                        <a:gd name="connsiteX6" fmla="*/ 102174 w 282193"/>
                        <a:gd name="connsiteY6" fmla="*/ 2008 h 81164"/>
                        <a:gd name="connsiteX7" fmla="*/ 120653 w 282193"/>
                        <a:gd name="connsiteY7" fmla="*/ 3532 h 81164"/>
                        <a:gd name="connsiteX8" fmla="*/ 142751 w 282193"/>
                        <a:gd name="connsiteY8" fmla="*/ 4580 h 81164"/>
                        <a:gd name="connsiteX9" fmla="*/ 164658 w 282193"/>
                        <a:gd name="connsiteY9" fmla="*/ 4294 h 81164"/>
                        <a:gd name="connsiteX10" fmla="*/ 182660 w 282193"/>
                        <a:gd name="connsiteY10" fmla="*/ 3055 h 81164"/>
                        <a:gd name="connsiteX11" fmla="*/ 207521 w 282193"/>
                        <a:gd name="connsiteY11" fmla="*/ 1151 h 81164"/>
                        <a:gd name="connsiteX12" fmla="*/ 228380 w 282193"/>
                        <a:gd name="connsiteY12" fmla="*/ 960 h 81164"/>
                        <a:gd name="connsiteX13" fmla="*/ 247526 w 282193"/>
                        <a:gd name="connsiteY13" fmla="*/ 2198 h 81164"/>
                        <a:gd name="connsiteX14" fmla="*/ 266766 w 282193"/>
                        <a:gd name="connsiteY14" fmla="*/ 3532 h 81164"/>
                        <a:gd name="connsiteX15" fmla="*/ 281339 w 282193"/>
                        <a:gd name="connsiteY15" fmla="*/ 19343 h 81164"/>
                        <a:gd name="connsiteX16" fmla="*/ 270671 w 282193"/>
                        <a:gd name="connsiteY16" fmla="*/ 37250 h 81164"/>
                        <a:gd name="connsiteX17" fmla="*/ 253717 w 282193"/>
                        <a:gd name="connsiteY17" fmla="*/ 53538 h 81164"/>
                        <a:gd name="connsiteX18" fmla="*/ 229523 w 282193"/>
                        <a:gd name="connsiteY18" fmla="*/ 67254 h 81164"/>
                        <a:gd name="connsiteX19" fmla="*/ 197424 w 282193"/>
                        <a:gd name="connsiteY19" fmla="*/ 76874 h 81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82193" h="81164">
                          <a:moveTo>
                            <a:pt x="197424" y="76874"/>
                          </a:moveTo>
                          <a:cubicBezTo>
                            <a:pt x="184565" y="79351"/>
                            <a:pt x="163896" y="81256"/>
                            <a:pt x="143417" y="81161"/>
                          </a:cubicBezTo>
                          <a:cubicBezTo>
                            <a:pt x="133226" y="80970"/>
                            <a:pt x="122938" y="80399"/>
                            <a:pt x="113699" y="79637"/>
                          </a:cubicBezTo>
                          <a:cubicBezTo>
                            <a:pt x="104555" y="78494"/>
                            <a:pt x="96173" y="77636"/>
                            <a:pt x="89696" y="76398"/>
                          </a:cubicBezTo>
                          <a:cubicBezTo>
                            <a:pt x="41405" y="67254"/>
                            <a:pt x="19973" y="48871"/>
                            <a:pt x="2542" y="26011"/>
                          </a:cubicBezTo>
                          <a:cubicBezTo>
                            <a:pt x="-3458" y="17819"/>
                            <a:pt x="1876" y="8199"/>
                            <a:pt x="11115" y="6199"/>
                          </a:cubicBezTo>
                          <a:cubicBezTo>
                            <a:pt x="38356" y="103"/>
                            <a:pt x="63979" y="-1897"/>
                            <a:pt x="102174" y="2008"/>
                          </a:cubicBezTo>
                          <a:cubicBezTo>
                            <a:pt x="107317" y="2389"/>
                            <a:pt x="113604" y="2960"/>
                            <a:pt x="120653" y="3532"/>
                          </a:cubicBezTo>
                          <a:cubicBezTo>
                            <a:pt x="127606" y="3818"/>
                            <a:pt x="135226" y="4199"/>
                            <a:pt x="142751" y="4580"/>
                          </a:cubicBezTo>
                          <a:cubicBezTo>
                            <a:pt x="150275" y="4484"/>
                            <a:pt x="157800" y="4389"/>
                            <a:pt x="164658" y="4294"/>
                          </a:cubicBezTo>
                          <a:cubicBezTo>
                            <a:pt x="171420" y="3818"/>
                            <a:pt x="177612" y="3437"/>
                            <a:pt x="182660" y="3055"/>
                          </a:cubicBezTo>
                          <a:cubicBezTo>
                            <a:pt x="191804" y="1817"/>
                            <a:pt x="200091" y="1531"/>
                            <a:pt x="207521" y="1151"/>
                          </a:cubicBezTo>
                          <a:cubicBezTo>
                            <a:pt x="214854" y="389"/>
                            <a:pt x="221903" y="865"/>
                            <a:pt x="228380" y="960"/>
                          </a:cubicBezTo>
                          <a:cubicBezTo>
                            <a:pt x="234762" y="865"/>
                            <a:pt x="241048" y="1341"/>
                            <a:pt x="247526" y="2198"/>
                          </a:cubicBezTo>
                          <a:cubicBezTo>
                            <a:pt x="253621" y="2675"/>
                            <a:pt x="260003" y="3055"/>
                            <a:pt x="266766" y="3532"/>
                          </a:cubicBezTo>
                          <a:cubicBezTo>
                            <a:pt x="276005" y="4389"/>
                            <a:pt x="285054" y="11152"/>
                            <a:pt x="281339" y="19343"/>
                          </a:cubicBezTo>
                          <a:cubicBezTo>
                            <a:pt x="278577" y="25344"/>
                            <a:pt x="275148" y="31250"/>
                            <a:pt x="270671" y="37250"/>
                          </a:cubicBezTo>
                          <a:cubicBezTo>
                            <a:pt x="266385" y="43537"/>
                            <a:pt x="260480" y="48109"/>
                            <a:pt x="253717" y="53538"/>
                          </a:cubicBezTo>
                          <a:cubicBezTo>
                            <a:pt x="246954" y="59063"/>
                            <a:pt x="238953" y="63254"/>
                            <a:pt x="229523" y="67254"/>
                          </a:cubicBezTo>
                          <a:cubicBezTo>
                            <a:pt x="220189" y="71826"/>
                            <a:pt x="209520" y="74303"/>
                            <a:pt x="197424" y="76874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95" name="Forme libre : forme 12494">
                      <a:extLst>
                        <a:ext uri="{FF2B5EF4-FFF2-40B4-BE49-F238E27FC236}">
                          <a16:creationId xmlns:a16="http://schemas.microsoft.com/office/drawing/2014/main" id="{86DAFC20-CF9D-454F-AAB2-F4ED3597FA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69474" y="2687002"/>
                      <a:ext cx="281095" cy="65179"/>
                    </a:xfrm>
                    <a:custGeom>
                      <a:avLst/>
                      <a:gdLst>
                        <a:gd name="connsiteX0" fmla="*/ 108502 w 281095"/>
                        <a:gd name="connsiteY0" fmla="*/ 35719 h 65179"/>
                        <a:gd name="connsiteX1" fmla="*/ 394 w 281095"/>
                        <a:gd name="connsiteY1" fmla="*/ 0 h 65179"/>
                        <a:gd name="connsiteX2" fmla="*/ 2489 w 281095"/>
                        <a:gd name="connsiteY2" fmla="*/ 10096 h 65179"/>
                        <a:gd name="connsiteX3" fmla="*/ 11919 w 281095"/>
                        <a:gd name="connsiteY3" fmla="*/ 21622 h 65179"/>
                        <a:gd name="connsiteX4" fmla="*/ 50114 w 281095"/>
                        <a:gd name="connsiteY4" fmla="*/ 48863 h 65179"/>
                        <a:gd name="connsiteX5" fmla="*/ 89548 w 281095"/>
                        <a:gd name="connsiteY5" fmla="*/ 60579 h 65179"/>
                        <a:gd name="connsiteX6" fmla="*/ 106502 w 281095"/>
                        <a:gd name="connsiteY6" fmla="*/ 62960 h 65179"/>
                        <a:gd name="connsiteX7" fmla="*/ 189179 w 281095"/>
                        <a:gd name="connsiteY7" fmla="*/ 62389 h 65179"/>
                        <a:gd name="connsiteX8" fmla="*/ 197180 w 281095"/>
                        <a:gd name="connsiteY8" fmla="*/ 61055 h 65179"/>
                        <a:gd name="connsiteX9" fmla="*/ 220802 w 281095"/>
                        <a:gd name="connsiteY9" fmla="*/ 54959 h 65179"/>
                        <a:gd name="connsiteX10" fmla="*/ 240328 w 281095"/>
                        <a:gd name="connsiteY10" fmla="*/ 46291 h 65179"/>
                        <a:gd name="connsiteX11" fmla="*/ 260712 w 281095"/>
                        <a:gd name="connsiteY11" fmla="*/ 31528 h 65179"/>
                        <a:gd name="connsiteX12" fmla="*/ 274809 w 281095"/>
                        <a:gd name="connsiteY12" fmla="*/ 14954 h 65179"/>
                        <a:gd name="connsiteX13" fmla="*/ 281000 w 281095"/>
                        <a:gd name="connsiteY13" fmla="*/ 3620 h 65179"/>
                        <a:gd name="connsiteX14" fmla="*/ 281095 w 281095"/>
                        <a:gd name="connsiteY14" fmla="*/ 3238 h 65179"/>
                        <a:gd name="connsiteX15" fmla="*/ 196608 w 281095"/>
                        <a:gd name="connsiteY15" fmla="*/ 32671 h 65179"/>
                        <a:gd name="connsiteX16" fmla="*/ 108502 w 281095"/>
                        <a:gd name="connsiteY16" fmla="*/ 35719 h 65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81095" h="65179">
                          <a:moveTo>
                            <a:pt x="108502" y="35719"/>
                          </a:moveTo>
                          <a:cubicBezTo>
                            <a:pt x="68307" y="33528"/>
                            <a:pt x="25158" y="21336"/>
                            <a:pt x="394" y="0"/>
                          </a:cubicBezTo>
                          <a:cubicBezTo>
                            <a:pt x="-464" y="3238"/>
                            <a:pt x="12" y="6858"/>
                            <a:pt x="2489" y="10096"/>
                          </a:cubicBezTo>
                          <a:cubicBezTo>
                            <a:pt x="5442" y="14097"/>
                            <a:pt x="8585" y="17907"/>
                            <a:pt x="11919" y="21622"/>
                          </a:cubicBezTo>
                          <a:cubicBezTo>
                            <a:pt x="21634" y="32004"/>
                            <a:pt x="33445" y="41243"/>
                            <a:pt x="50114" y="48863"/>
                          </a:cubicBezTo>
                          <a:cubicBezTo>
                            <a:pt x="60973" y="53626"/>
                            <a:pt x="73831" y="57721"/>
                            <a:pt x="89548" y="60579"/>
                          </a:cubicBezTo>
                          <a:cubicBezTo>
                            <a:pt x="94310" y="61531"/>
                            <a:pt x="100120" y="62103"/>
                            <a:pt x="106502" y="62960"/>
                          </a:cubicBezTo>
                          <a:cubicBezTo>
                            <a:pt x="131553" y="66008"/>
                            <a:pt x="166604" y="66008"/>
                            <a:pt x="189179" y="62389"/>
                          </a:cubicBezTo>
                          <a:cubicBezTo>
                            <a:pt x="192037" y="62103"/>
                            <a:pt x="194799" y="61531"/>
                            <a:pt x="197180" y="61055"/>
                          </a:cubicBezTo>
                          <a:cubicBezTo>
                            <a:pt x="205753" y="59150"/>
                            <a:pt x="213563" y="57340"/>
                            <a:pt x="220802" y="54959"/>
                          </a:cubicBezTo>
                          <a:cubicBezTo>
                            <a:pt x="227945" y="52197"/>
                            <a:pt x="234518" y="49244"/>
                            <a:pt x="240328" y="46291"/>
                          </a:cubicBezTo>
                          <a:cubicBezTo>
                            <a:pt x="248329" y="42196"/>
                            <a:pt x="254997" y="36481"/>
                            <a:pt x="260712" y="31528"/>
                          </a:cubicBezTo>
                          <a:cubicBezTo>
                            <a:pt x="266522" y="26670"/>
                            <a:pt x="270999" y="20669"/>
                            <a:pt x="274809" y="14954"/>
                          </a:cubicBezTo>
                          <a:cubicBezTo>
                            <a:pt x="277190" y="11144"/>
                            <a:pt x="279285" y="7429"/>
                            <a:pt x="281000" y="3620"/>
                          </a:cubicBezTo>
                          <a:lnTo>
                            <a:pt x="281095" y="3238"/>
                          </a:lnTo>
                          <a:cubicBezTo>
                            <a:pt x="255664" y="19145"/>
                            <a:pt x="226041" y="27908"/>
                            <a:pt x="196608" y="32671"/>
                          </a:cubicBezTo>
                          <a:cubicBezTo>
                            <a:pt x="167176" y="37243"/>
                            <a:pt x="137363" y="37529"/>
                            <a:pt x="108502" y="35719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96" name="Forme libre : forme 12495">
                      <a:extLst>
                        <a:ext uri="{FF2B5EF4-FFF2-40B4-BE49-F238E27FC236}">
                          <a16:creationId xmlns:a16="http://schemas.microsoft.com/office/drawing/2014/main" id="{33D83620-772F-4762-BC60-E5B048D921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6823" y="2701053"/>
                      <a:ext cx="132894" cy="27153"/>
                    </a:xfrm>
                    <a:custGeom>
                      <a:avLst/>
                      <a:gdLst>
                        <a:gd name="connsiteX0" fmla="*/ 132693 w 132894"/>
                        <a:gd name="connsiteY0" fmla="*/ 3189 h 27153"/>
                        <a:gd name="connsiteX1" fmla="*/ 126501 w 132894"/>
                        <a:gd name="connsiteY1" fmla="*/ 11381 h 27153"/>
                        <a:gd name="connsiteX2" fmla="*/ 107451 w 132894"/>
                        <a:gd name="connsiteY2" fmla="*/ 19668 h 27153"/>
                        <a:gd name="connsiteX3" fmla="*/ 64779 w 132894"/>
                        <a:gd name="connsiteY3" fmla="*/ 27097 h 27153"/>
                        <a:gd name="connsiteX4" fmla="*/ 46682 w 132894"/>
                        <a:gd name="connsiteY4" fmla="*/ 26906 h 27153"/>
                        <a:gd name="connsiteX5" fmla="*/ 24965 w 132894"/>
                        <a:gd name="connsiteY5" fmla="*/ 24049 h 27153"/>
                        <a:gd name="connsiteX6" fmla="*/ 9 w 132894"/>
                        <a:gd name="connsiteY6" fmla="*/ 10809 h 27153"/>
                        <a:gd name="connsiteX7" fmla="*/ 26012 w 132894"/>
                        <a:gd name="connsiteY7" fmla="*/ 3285 h 27153"/>
                        <a:gd name="connsiteX8" fmla="*/ 46682 w 132894"/>
                        <a:gd name="connsiteY8" fmla="*/ 2808 h 27153"/>
                        <a:gd name="connsiteX9" fmla="*/ 63160 w 132894"/>
                        <a:gd name="connsiteY9" fmla="*/ 2523 h 27153"/>
                        <a:gd name="connsiteX10" fmla="*/ 80305 w 132894"/>
                        <a:gd name="connsiteY10" fmla="*/ 1951 h 27153"/>
                        <a:gd name="connsiteX11" fmla="*/ 91354 w 132894"/>
                        <a:gd name="connsiteY11" fmla="*/ 1570 h 27153"/>
                        <a:gd name="connsiteX12" fmla="*/ 102689 w 132894"/>
                        <a:gd name="connsiteY12" fmla="*/ 713 h 27153"/>
                        <a:gd name="connsiteX13" fmla="*/ 113452 w 132894"/>
                        <a:gd name="connsiteY13" fmla="*/ 427 h 27153"/>
                        <a:gd name="connsiteX14" fmla="*/ 122596 w 132894"/>
                        <a:gd name="connsiteY14" fmla="*/ 46 h 27153"/>
                        <a:gd name="connsiteX15" fmla="*/ 132693 w 132894"/>
                        <a:gd name="connsiteY15" fmla="*/ 3189 h 27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32894" h="27153">
                          <a:moveTo>
                            <a:pt x="132693" y="3189"/>
                          </a:moveTo>
                          <a:cubicBezTo>
                            <a:pt x="133645" y="5571"/>
                            <a:pt x="131168" y="8333"/>
                            <a:pt x="126501" y="11381"/>
                          </a:cubicBezTo>
                          <a:cubicBezTo>
                            <a:pt x="121929" y="14429"/>
                            <a:pt x="115071" y="17572"/>
                            <a:pt x="107451" y="19668"/>
                          </a:cubicBezTo>
                          <a:cubicBezTo>
                            <a:pt x="92211" y="24811"/>
                            <a:pt x="73923" y="26430"/>
                            <a:pt x="64779" y="27097"/>
                          </a:cubicBezTo>
                          <a:cubicBezTo>
                            <a:pt x="60207" y="27192"/>
                            <a:pt x="53730" y="27192"/>
                            <a:pt x="46682" y="26906"/>
                          </a:cubicBezTo>
                          <a:cubicBezTo>
                            <a:pt x="39633" y="26525"/>
                            <a:pt x="32013" y="25287"/>
                            <a:pt x="24965" y="24049"/>
                          </a:cubicBezTo>
                          <a:cubicBezTo>
                            <a:pt x="10963" y="21096"/>
                            <a:pt x="-372" y="16143"/>
                            <a:pt x="9" y="10809"/>
                          </a:cubicBezTo>
                          <a:cubicBezTo>
                            <a:pt x="485" y="5285"/>
                            <a:pt x="12392" y="3761"/>
                            <a:pt x="26012" y="3285"/>
                          </a:cubicBezTo>
                          <a:cubicBezTo>
                            <a:pt x="32871" y="2808"/>
                            <a:pt x="40109" y="2904"/>
                            <a:pt x="46682" y="2808"/>
                          </a:cubicBezTo>
                          <a:cubicBezTo>
                            <a:pt x="53254" y="2523"/>
                            <a:pt x="59159" y="2427"/>
                            <a:pt x="63160" y="2523"/>
                          </a:cubicBezTo>
                          <a:cubicBezTo>
                            <a:pt x="67160" y="2713"/>
                            <a:pt x="73257" y="2046"/>
                            <a:pt x="80305" y="1951"/>
                          </a:cubicBezTo>
                          <a:cubicBezTo>
                            <a:pt x="83829" y="1761"/>
                            <a:pt x="87544" y="1856"/>
                            <a:pt x="91354" y="1570"/>
                          </a:cubicBezTo>
                          <a:cubicBezTo>
                            <a:pt x="95069" y="1189"/>
                            <a:pt x="98879" y="903"/>
                            <a:pt x="102689" y="713"/>
                          </a:cubicBezTo>
                          <a:cubicBezTo>
                            <a:pt x="106403" y="522"/>
                            <a:pt x="110023" y="427"/>
                            <a:pt x="113452" y="427"/>
                          </a:cubicBezTo>
                          <a:cubicBezTo>
                            <a:pt x="116786" y="141"/>
                            <a:pt x="119833" y="-49"/>
                            <a:pt x="122596" y="46"/>
                          </a:cubicBezTo>
                          <a:cubicBezTo>
                            <a:pt x="127930" y="-240"/>
                            <a:pt x="131835" y="808"/>
                            <a:pt x="132693" y="3189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97" name="Forme libre : forme 12496">
                      <a:extLst>
                        <a:ext uri="{FF2B5EF4-FFF2-40B4-BE49-F238E27FC236}">
                          <a16:creationId xmlns:a16="http://schemas.microsoft.com/office/drawing/2014/main" id="{D6E217FB-B75E-4BD5-AD21-2432B75189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6020" y="2704242"/>
                      <a:ext cx="95776" cy="23943"/>
                    </a:xfrm>
                    <a:custGeom>
                      <a:avLst/>
                      <a:gdLst>
                        <a:gd name="connsiteX0" fmla="*/ 29293 w 95776"/>
                        <a:gd name="connsiteY0" fmla="*/ 0 h 23943"/>
                        <a:gd name="connsiteX1" fmla="*/ 146 w 95776"/>
                        <a:gd name="connsiteY1" fmla="*/ 7334 h 23943"/>
                        <a:gd name="connsiteX2" fmla="*/ 25768 w 95776"/>
                        <a:gd name="connsiteY2" fmla="*/ 20669 h 23943"/>
                        <a:gd name="connsiteX3" fmla="*/ 46723 w 95776"/>
                        <a:gd name="connsiteY3" fmla="*/ 23622 h 23943"/>
                        <a:gd name="connsiteX4" fmla="*/ 66440 w 95776"/>
                        <a:gd name="connsiteY4" fmla="*/ 23908 h 23943"/>
                        <a:gd name="connsiteX5" fmla="*/ 95777 w 95776"/>
                        <a:gd name="connsiteY5" fmla="*/ 19621 h 23943"/>
                        <a:gd name="connsiteX6" fmla="*/ 79966 w 95776"/>
                        <a:gd name="connsiteY6" fmla="*/ 20574 h 23943"/>
                        <a:gd name="connsiteX7" fmla="*/ 45961 w 95776"/>
                        <a:gd name="connsiteY7" fmla="*/ 14669 h 23943"/>
                        <a:gd name="connsiteX8" fmla="*/ 29293 w 95776"/>
                        <a:gd name="connsiteY8" fmla="*/ 0 h 23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5776" h="23943">
                          <a:moveTo>
                            <a:pt x="29293" y="0"/>
                          </a:moveTo>
                          <a:cubicBezTo>
                            <a:pt x="21006" y="1714"/>
                            <a:pt x="-2045" y="95"/>
                            <a:pt x="146" y="7334"/>
                          </a:cubicBezTo>
                          <a:cubicBezTo>
                            <a:pt x="1956" y="13049"/>
                            <a:pt x="12528" y="17716"/>
                            <a:pt x="25768" y="20669"/>
                          </a:cubicBezTo>
                          <a:cubicBezTo>
                            <a:pt x="32436" y="21907"/>
                            <a:pt x="39674" y="23050"/>
                            <a:pt x="46723" y="23622"/>
                          </a:cubicBezTo>
                          <a:cubicBezTo>
                            <a:pt x="53772" y="23908"/>
                            <a:pt x="60630" y="24003"/>
                            <a:pt x="66440" y="23908"/>
                          </a:cubicBezTo>
                          <a:cubicBezTo>
                            <a:pt x="73203" y="23622"/>
                            <a:pt x="88348" y="21527"/>
                            <a:pt x="95777" y="19621"/>
                          </a:cubicBezTo>
                          <a:cubicBezTo>
                            <a:pt x="91396" y="20288"/>
                            <a:pt x="84061" y="20764"/>
                            <a:pt x="79966" y="20574"/>
                          </a:cubicBezTo>
                          <a:cubicBezTo>
                            <a:pt x="68249" y="20288"/>
                            <a:pt x="55582" y="17621"/>
                            <a:pt x="45961" y="14669"/>
                          </a:cubicBezTo>
                          <a:cubicBezTo>
                            <a:pt x="36246" y="10858"/>
                            <a:pt x="29578" y="6096"/>
                            <a:pt x="29293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98" name="Forme libre : forme 12497">
                      <a:extLst>
                        <a:ext uri="{FF2B5EF4-FFF2-40B4-BE49-F238E27FC236}">
                          <a16:creationId xmlns:a16="http://schemas.microsoft.com/office/drawing/2014/main" id="{70EBD21C-C8DA-479B-8FF1-66FAAAE65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73498" y="2700763"/>
                      <a:ext cx="133832" cy="30223"/>
                    </a:xfrm>
                    <a:custGeom>
                      <a:avLst/>
                      <a:gdLst>
                        <a:gd name="connsiteX0" fmla="*/ 133828 w 133832"/>
                        <a:gd name="connsiteY0" fmla="*/ 3765 h 30223"/>
                        <a:gd name="connsiteX1" fmla="*/ 107063 w 133832"/>
                        <a:gd name="connsiteY1" fmla="*/ 21481 h 30223"/>
                        <a:gd name="connsiteX2" fmla="*/ 84203 w 133832"/>
                        <a:gd name="connsiteY2" fmla="*/ 27387 h 30223"/>
                        <a:gd name="connsiteX3" fmla="*/ 64867 w 133832"/>
                        <a:gd name="connsiteY3" fmla="*/ 29863 h 30223"/>
                        <a:gd name="connsiteX4" fmla="*/ 24862 w 133832"/>
                        <a:gd name="connsiteY4" fmla="*/ 27577 h 30223"/>
                        <a:gd name="connsiteX5" fmla="*/ 2 w 133832"/>
                        <a:gd name="connsiteY5" fmla="*/ 14433 h 30223"/>
                        <a:gd name="connsiteX6" fmla="*/ 25910 w 133832"/>
                        <a:gd name="connsiteY6" fmla="*/ 6527 h 30223"/>
                        <a:gd name="connsiteX7" fmla="*/ 63152 w 133832"/>
                        <a:gd name="connsiteY7" fmla="*/ 5098 h 30223"/>
                        <a:gd name="connsiteX8" fmla="*/ 80679 w 133832"/>
                        <a:gd name="connsiteY8" fmla="*/ 3955 h 30223"/>
                        <a:gd name="connsiteX9" fmla="*/ 104396 w 133832"/>
                        <a:gd name="connsiteY9" fmla="*/ 1765 h 30223"/>
                        <a:gd name="connsiteX10" fmla="*/ 133828 w 133832"/>
                        <a:gd name="connsiteY10" fmla="*/ 3765 h 30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3832" h="30223">
                          <a:moveTo>
                            <a:pt x="133828" y="3765"/>
                          </a:moveTo>
                          <a:cubicBezTo>
                            <a:pt x="133733" y="9194"/>
                            <a:pt x="121827" y="16147"/>
                            <a:pt x="107063" y="21481"/>
                          </a:cubicBezTo>
                          <a:cubicBezTo>
                            <a:pt x="99633" y="23672"/>
                            <a:pt x="91633" y="26053"/>
                            <a:pt x="84203" y="27387"/>
                          </a:cubicBezTo>
                          <a:cubicBezTo>
                            <a:pt x="76774" y="28530"/>
                            <a:pt x="69915" y="29387"/>
                            <a:pt x="64867" y="29863"/>
                          </a:cubicBezTo>
                          <a:cubicBezTo>
                            <a:pt x="54866" y="30530"/>
                            <a:pt x="38483" y="30530"/>
                            <a:pt x="24862" y="27577"/>
                          </a:cubicBezTo>
                          <a:cubicBezTo>
                            <a:pt x="11051" y="25196"/>
                            <a:pt x="192" y="19862"/>
                            <a:pt x="2" y="14433"/>
                          </a:cubicBezTo>
                          <a:cubicBezTo>
                            <a:pt x="-188" y="8527"/>
                            <a:pt x="12003" y="7670"/>
                            <a:pt x="25910" y="6527"/>
                          </a:cubicBezTo>
                          <a:cubicBezTo>
                            <a:pt x="40102" y="5956"/>
                            <a:pt x="55723" y="5384"/>
                            <a:pt x="63152" y="5098"/>
                          </a:cubicBezTo>
                          <a:cubicBezTo>
                            <a:pt x="66867" y="4812"/>
                            <a:pt x="73249" y="4336"/>
                            <a:pt x="80679" y="3955"/>
                          </a:cubicBezTo>
                          <a:cubicBezTo>
                            <a:pt x="88108" y="3479"/>
                            <a:pt x="96490" y="2145"/>
                            <a:pt x="104396" y="1765"/>
                          </a:cubicBezTo>
                          <a:cubicBezTo>
                            <a:pt x="120017" y="-426"/>
                            <a:pt x="134114" y="-1379"/>
                            <a:pt x="133828" y="376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99" name="Forme libre : forme 12498">
                      <a:extLst>
                        <a:ext uri="{FF2B5EF4-FFF2-40B4-BE49-F238E27FC236}">
                          <a16:creationId xmlns:a16="http://schemas.microsoft.com/office/drawing/2014/main" id="{52D89C25-8100-4FD8-B291-EF5DA8E117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05540" y="2686425"/>
                      <a:ext cx="167294" cy="59099"/>
                    </a:xfrm>
                    <a:custGeom>
                      <a:avLst/>
                      <a:gdLst>
                        <a:gd name="connsiteX0" fmla="*/ 236 w 167294"/>
                        <a:gd name="connsiteY0" fmla="*/ 13531 h 59099"/>
                        <a:gd name="connsiteX1" fmla="*/ 13857 w 167294"/>
                        <a:gd name="connsiteY1" fmla="*/ 29533 h 59099"/>
                        <a:gd name="connsiteX2" fmla="*/ 74341 w 167294"/>
                        <a:gd name="connsiteY2" fmla="*/ 56203 h 59099"/>
                        <a:gd name="connsiteX3" fmla="*/ 144160 w 167294"/>
                        <a:gd name="connsiteY3" fmla="*/ 54107 h 59099"/>
                        <a:gd name="connsiteX4" fmla="*/ 162448 w 167294"/>
                        <a:gd name="connsiteY4" fmla="*/ 46202 h 59099"/>
                        <a:gd name="connsiteX5" fmla="*/ 166257 w 167294"/>
                        <a:gd name="connsiteY5" fmla="*/ 37248 h 59099"/>
                        <a:gd name="connsiteX6" fmla="*/ 144160 w 167294"/>
                        <a:gd name="connsiteY6" fmla="*/ 34486 h 59099"/>
                        <a:gd name="connsiteX7" fmla="*/ 129301 w 167294"/>
                        <a:gd name="connsiteY7" fmla="*/ 32867 h 59099"/>
                        <a:gd name="connsiteX8" fmla="*/ 114823 w 167294"/>
                        <a:gd name="connsiteY8" fmla="*/ 30009 h 59099"/>
                        <a:gd name="connsiteX9" fmla="*/ 87200 w 167294"/>
                        <a:gd name="connsiteY9" fmla="*/ 21056 h 59099"/>
                        <a:gd name="connsiteX10" fmla="*/ 63483 w 167294"/>
                        <a:gd name="connsiteY10" fmla="*/ 9340 h 59099"/>
                        <a:gd name="connsiteX11" fmla="*/ 34241 w 167294"/>
                        <a:gd name="connsiteY11" fmla="*/ 577 h 59099"/>
                        <a:gd name="connsiteX12" fmla="*/ 236 w 167294"/>
                        <a:gd name="connsiteY12" fmla="*/ 13531 h 59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67294" h="59099">
                          <a:moveTo>
                            <a:pt x="236" y="13531"/>
                          </a:moveTo>
                          <a:cubicBezTo>
                            <a:pt x="2046" y="20580"/>
                            <a:pt x="4809" y="23342"/>
                            <a:pt x="13857" y="29533"/>
                          </a:cubicBezTo>
                          <a:cubicBezTo>
                            <a:pt x="31288" y="41153"/>
                            <a:pt x="46623" y="50869"/>
                            <a:pt x="74341" y="56203"/>
                          </a:cubicBezTo>
                          <a:cubicBezTo>
                            <a:pt x="97487" y="60489"/>
                            <a:pt x="124728" y="60203"/>
                            <a:pt x="144160" y="54107"/>
                          </a:cubicBezTo>
                          <a:cubicBezTo>
                            <a:pt x="151398" y="52202"/>
                            <a:pt x="158161" y="49535"/>
                            <a:pt x="162448" y="46202"/>
                          </a:cubicBezTo>
                          <a:cubicBezTo>
                            <a:pt x="166734" y="43058"/>
                            <a:pt x="168638" y="39915"/>
                            <a:pt x="166257" y="37248"/>
                          </a:cubicBezTo>
                          <a:cubicBezTo>
                            <a:pt x="163304" y="33914"/>
                            <a:pt x="152732" y="35724"/>
                            <a:pt x="144160" y="34486"/>
                          </a:cubicBezTo>
                          <a:cubicBezTo>
                            <a:pt x="139111" y="33914"/>
                            <a:pt x="134253" y="33438"/>
                            <a:pt x="129301" y="32867"/>
                          </a:cubicBezTo>
                          <a:cubicBezTo>
                            <a:pt x="124443" y="32009"/>
                            <a:pt x="119585" y="31057"/>
                            <a:pt x="114823" y="30009"/>
                          </a:cubicBezTo>
                          <a:cubicBezTo>
                            <a:pt x="105298" y="28199"/>
                            <a:pt x="96058" y="24866"/>
                            <a:pt x="87200" y="21056"/>
                          </a:cubicBezTo>
                          <a:cubicBezTo>
                            <a:pt x="79580" y="17722"/>
                            <a:pt x="71960" y="12959"/>
                            <a:pt x="63483" y="9340"/>
                          </a:cubicBezTo>
                          <a:cubicBezTo>
                            <a:pt x="55005" y="5149"/>
                            <a:pt x="45576" y="2196"/>
                            <a:pt x="34241" y="577"/>
                          </a:cubicBezTo>
                          <a:cubicBezTo>
                            <a:pt x="13762" y="-1900"/>
                            <a:pt x="-2145" y="3815"/>
                            <a:pt x="236" y="1353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00" name="Forme libre : forme 12499">
                      <a:extLst>
                        <a:ext uri="{FF2B5EF4-FFF2-40B4-BE49-F238E27FC236}">
                          <a16:creationId xmlns:a16="http://schemas.microsoft.com/office/drawing/2014/main" id="{39966B81-7F56-4B56-A260-201565264F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39298" y="2692893"/>
                      <a:ext cx="53233" cy="9831"/>
                    </a:xfrm>
                    <a:custGeom>
                      <a:avLst/>
                      <a:gdLst>
                        <a:gd name="connsiteX0" fmla="*/ 5722 w 53233"/>
                        <a:gd name="connsiteY0" fmla="*/ 2110 h 9831"/>
                        <a:gd name="connsiteX1" fmla="*/ 293 w 53233"/>
                        <a:gd name="connsiteY1" fmla="*/ 3634 h 9831"/>
                        <a:gd name="connsiteX2" fmla="*/ 3722 w 53233"/>
                        <a:gd name="connsiteY2" fmla="*/ 6778 h 9831"/>
                        <a:gd name="connsiteX3" fmla="*/ 13343 w 53233"/>
                        <a:gd name="connsiteY3" fmla="*/ 8587 h 9831"/>
                        <a:gd name="connsiteX4" fmla="*/ 37250 w 53233"/>
                        <a:gd name="connsiteY4" fmla="*/ 9730 h 9831"/>
                        <a:gd name="connsiteX5" fmla="*/ 45823 w 53233"/>
                        <a:gd name="connsiteY5" fmla="*/ 9064 h 9831"/>
                        <a:gd name="connsiteX6" fmla="*/ 53157 w 53233"/>
                        <a:gd name="connsiteY6" fmla="*/ 3920 h 9831"/>
                        <a:gd name="connsiteX7" fmla="*/ 41536 w 53233"/>
                        <a:gd name="connsiteY7" fmla="*/ 110 h 9831"/>
                        <a:gd name="connsiteX8" fmla="*/ 5722 w 53233"/>
                        <a:gd name="connsiteY8" fmla="*/ 2110 h 98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233" h="9831">
                          <a:moveTo>
                            <a:pt x="5722" y="2110"/>
                          </a:moveTo>
                          <a:cubicBezTo>
                            <a:pt x="3151" y="2396"/>
                            <a:pt x="1341" y="2586"/>
                            <a:pt x="293" y="3634"/>
                          </a:cubicBezTo>
                          <a:cubicBezTo>
                            <a:pt x="-755" y="4682"/>
                            <a:pt x="1150" y="5825"/>
                            <a:pt x="3722" y="6778"/>
                          </a:cubicBezTo>
                          <a:cubicBezTo>
                            <a:pt x="6294" y="7730"/>
                            <a:pt x="10294" y="8397"/>
                            <a:pt x="13343" y="8587"/>
                          </a:cubicBezTo>
                          <a:cubicBezTo>
                            <a:pt x="21248" y="9349"/>
                            <a:pt x="29725" y="10111"/>
                            <a:pt x="37250" y="9730"/>
                          </a:cubicBezTo>
                          <a:cubicBezTo>
                            <a:pt x="40393" y="9635"/>
                            <a:pt x="43346" y="9635"/>
                            <a:pt x="45823" y="9064"/>
                          </a:cubicBezTo>
                          <a:cubicBezTo>
                            <a:pt x="51061" y="8016"/>
                            <a:pt x="53728" y="5730"/>
                            <a:pt x="53157" y="3920"/>
                          </a:cubicBezTo>
                          <a:cubicBezTo>
                            <a:pt x="52585" y="2206"/>
                            <a:pt x="48966" y="682"/>
                            <a:pt x="41536" y="110"/>
                          </a:cubicBezTo>
                          <a:cubicBezTo>
                            <a:pt x="30201" y="-366"/>
                            <a:pt x="16105" y="777"/>
                            <a:pt x="5722" y="211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01" name="Forme libre : forme 12500">
                      <a:extLst>
                        <a:ext uri="{FF2B5EF4-FFF2-40B4-BE49-F238E27FC236}">
                          <a16:creationId xmlns:a16="http://schemas.microsoft.com/office/drawing/2014/main" id="{94704949-16FA-4C87-9A82-1007013F6E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0274" y="2690241"/>
                      <a:ext cx="75437" cy="55721"/>
                    </a:xfrm>
                    <a:custGeom>
                      <a:avLst/>
                      <a:gdLst>
                        <a:gd name="connsiteX0" fmla="*/ 75438 w 75437"/>
                        <a:gd name="connsiteY0" fmla="*/ 0 h 55721"/>
                        <a:gd name="connsiteX1" fmla="*/ 67151 w 75437"/>
                        <a:gd name="connsiteY1" fmla="*/ 15621 h 55721"/>
                        <a:gd name="connsiteX2" fmla="*/ 48673 w 75437"/>
                        <a:gd name="connsiteY2" fmla="*/ 32004 h 55721"/>
                        <a:gd name="connsiteX3" fmla="*/ 0 w 75437"/>
                        <a:gd name="connsiteY3" fmla="*/ 55721 h 55721"/>
                        <a:gd name="connsiteX4" fmla="*/ 75438 w 75437"/>
                        <a:gd name="connsiteY4" fmla="*/ 0 h 557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437" h="55721">
                          <a:moveTo>
                            <a:pt x="75438" y="0"/>
                          </a:moveTo>
                          <a:cubicBezTo>
                            <a:pt x="74581" y="4477"/>
                            <a:pt x="71724" y="9811"/>
                            <a:pt x="67151" y="15621"/>
                          </a:cubicBezTo>
                          <a:cubicBezTo>
                            <a:pt x="62579" y="21431"/>
                            <a:pt x="55912" y="26384"/>
                            <a:pt x="48673" y="32004"/>
                          </a:cubicBezTo>
                          <a:cubicBezTo>
                            <a:pt x="33909" y="42577"/>
                            <a:pt x="14954" y="50863"/>
                            <a:pt x="0" y="55721"/>
                          </a:cubicBezTo>
                          <a:cubicBezTo>
                            <a:pt x="32861" y="44863"/>
                            <a:pt x="62865" y="21146"/>
                            <a:pt x="7543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02" name="Forme libre : forme 12501">
                      <a:extLst>
                        <a:ext uri="{FF2B5EF4-FFF2-40B4-BE49-F238E27FC236}">
                          <a16:creationId xmlns:a16="http://schemas.microsoft.com/office/drawing/2014/main" id="{CDCEE95E-DF0A-4971-B9F4-152978F983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1679" y="2674939"/>
                      <a:ext cx="92582" cy="4919"/>
                    </a:xfrm>
                    <a:custGeom>
                      <a:avLst/>
                      <a:gdLst>
                        <a:gd name="connsiteX0" fmla="*/ 92583 w 92582"/>
                        <a:gd name="connsiteY0" fmla="*/ 1014 h 4919"/>
                        <a:gd name="connsiteX1" fmla="*/ 0 w 92582"/>
                        <a:gd name="connsiteY1" fmla="*/ 4919 h 4919"/>
                        <a:gd name="connsiteX2" fmla="*/ 92583 w 92582"/>
                        <a:gd name="connsiteY2" fmla="*/ 1014 h 4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2582" h="4919">
                          <a:moveTo>
                            <a:pt x="92583" y="1014"/>
                          </a:moveTo>
                          <a:cubicBezTo>
                            <a:pt x="58769" y="-1653"/>
                            <a:pt x="26384" y="1395"/>
                            <a:pt x="0" y="4919"/>
                          </a:cubicBezTo>
                          <a:cubicBezTo>
                            <a:pt x="24003" y="918"/>
                            <a:pt x="63436" y="2442"/>
                            <a:pt x="92583" y="101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03" name="Forme libre : forme 12502">
                      <a:extLst>
                        <a:ext uri="{FF2B5EF4-FFF2-40B4-BE49-F238E27FC236}">
                          <a16:creationId xmlns:a16="http://schemas.microsoft.com/office/drawing/2014/main" id="{EA3B3E3E-543B-4CFB-AB33-E0F59C44A7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20459" y="2705332"/>
                      <a:ext cx="48883" cy="8023"/>
                    </a:xfrm>
                    <a:custGeom>
                      <a:avLst/>
                      <a:gdLst>
                        <a:gd name="connsiteX0" fmla="*/ 48671 w 48883"/>
                        <a:gd name="connsiteY0" fmla="*/ 2910 h 8023"/>
                        <a:gd name="connsiteX1" fmla="*/ 35717 w 48883"/>
                        <a:gd name="connsiteY1" fmla="*/ 7292 h 8023"/>
                        <a:gd name="connsiteX2" fmla="*/ 20096 w 48883"/>
                        <a:gd name="connsiteY2" fmla="*/ 7959 h 8023"/>
                        <a:gd name="connsiteX3" fmla="*/ 475 w 48883"/>
                        <a:gd name="connsiteY3" fmla="*/ 2720 h 8023"/>
                        <a:gd name="connsiteX4" fmla="*/ 13048 w 48883"/>
                        <a:gd name="connsiteY4" fmla="*/ 339 h 8023"/>
                        <a:gd name="connsiteX5" fmla="*/ 27145 w 48883"/>
                        <a:gd name="connsiteY5" fmla="*/ 53 h 8023"/>
                        <a:gd name="connsiteX6" fmla="*/ 48671 w 48883"/>
                        <a:gd name="connsiteY6" fmla="*/ 2910 h 80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883" h="8023">
                          <a:moveTo>
                            <a:pt x="48671" y="2910"/>
                          </a:moveTo>
                          <a:cubicBezTo>
                            <a:pt x="47433" y="4815"/>
                            <a:pt x="41813" y="6530"/>
                            <a:pt x="35717" y="7292"/>
                          </a:cubicBezTo>
                          <a:cubicBezTo>
                            <a:pt x="29621" y="7864"/>
                            <a:pt x="23144" y="7959"/>
                            <a:pt x="20096" y="7959"/>
                          </a:cubicBezTo>
                          <a:cubicBezTo>
                            <a:pt x="14000" y="8435"/>
                            <a:pt x="-3049" y="6244"/>
                            <a:pt x="475" y="2720"/>
                          </a:cubicBezTo>
                          <a:cubicBezTo>
                            <a:pt x="2189" y="910"/>
                            <a:pt x="7523" y="339"/>
                            <a:pt x="13048" y="339"/>
                          </a:cubicBezTo>
                          <a:cubicBezTo>
                            <a:pt x="18572" y="-42"/>
                            <a:pt x="24383" y="-42"/>
                            <a:pt x="27145" y="53"/>
                          </a:cubicBezTo>
                          <a:cubicBezTo>
                            <a:pt x="32765" y="529"/>
                            <a:pt x="51053" y="-1090"/>
                            <a:pt x="48671" y="291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04" name="Forme libre : forme 12503">
                      <a:extLst>
                        <a:ext uri="{FF2B5EF4-FFF2-40B4-BE49-F238E27FC236}">
                          <a16:creationId xmlns:a16="http://schemas.microsoft.com/office/drawing/2014/main" id="{BFDCBEFD-1C21-41C2-96B6-7559D2BAD9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583" y="2705211"/>
                      <a:ext cx="13874" cy="3977"/>
                    </a:xfrm>
                    <a:custGeom>
                      <a:avLst/>
                      <a:gdLst>
                        <a:gd name="connsiteX0" fmla="*/ 13787 w 13874"/>
                        <a:gd name="connsiteY0" fmla="*/ 746 h 3977"/>
                        <a:gd name="connsiteX1" fmla="*/ 7786 w 13874"/>
                        <a:gd name="connsiteY1" fmla="*/ 3508 h 3977"/>
                        <a:gd name="connsiteX2" fmla="*/ 71 w 13874"/>
                        <a:gd name="connsiteY2" fmla="*/ 3222 h 3977"/>
                        <a:gd name="connsiteX3" fmla="*/ 5881 w 13874"/>
                        <a:gd name="connsiteY3" fmla="*/ 555 h 3977"/>
                        <a:gd name="connsiteX4" fmla="*/ 13787 w 13874"/>
                        <a:gd name="connsiteY4" fmla="*/ 746 h 3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74" h="3977">
                          <a:moveTo>
                            <a:pt x="13787" y="746"/>
                          </a:moveTo>
                          <a:cubicBezTo>
                            <a:pt x="14549" y="1984"/>
                            <a:pt x="10167" y="3127"/>
                            <a:pt x="7786" y="3508"/>
                          </a:cubicBezTo>
                          <a:cubicBezTo>
                            <a:pt x="5500" y="3889"/>
                            <a:pt x="738" y="4461"/>
                            <a:pt x="71" y="3222"/>
                          </a:cubicBezTo>
                          <a:cubicBezTo>
                            <a:pt x="-596" y="1889"/>
                            <a:pt x="3595" y="936"/>
                            <a:pt x="5881" y="555"/>
                          </a:cubicBezTo>
                          <a:cubicBezTo>
                            <a:pt x="8262" y="79"/>
                            <a:pt x="13025" y="-492"/>
                            <a:pt x="13787" y="7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05" name="Forme libre : forme 12504">
                      <a:extLst>
                        <a:ext uri="{FF2B5EF4-FFF2-40B4-BE49-F238E27FC236}">
                          <a16:creationId xmlns:a16="http://schemas.microsoft.com/office/drawing/2014/main" id="{FD00D92B-9ADA-4818-83B3-248B911A75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9805" y="2680253"/>
                      <a:ext cx="117533" cy="17216"/>
                    </a:xfrm>
                    <a:custGeom>
                      <a:avLst/>
                      <a:gdLst>
                        <a:gd name="connsiteX0" fmla="*/ 84092 w 117533"/>
                        <a:gd name="connsiteY0" fmla="*/ 3320 h 17216"/>
                        <a:gd name="connsiteX1" fmla="*/ 101237 w 117533"/>
                        <a:gd name="connsiteY1" fmla="*/ 3701 h 17216"/>
                        <a:gd name="connsiteX2" fmla="*/ 115905 w 117533"/>
                        <a:gd name="connsiteY2" fmla="*/ 5320 h 17216"/>
                        <a:gd name="connsiteX3" fmla="*/ 111047 w 117533"/>
                        <a:gd name="connsiteY3" fmla="*/ 14560 h 17216"/>
                        <a:gd name="connsiteX4" fmla="*/ 96093 w 117533"/>
                        <a:gd name="connsiteY4" fmla="*/ 17131 h 17216"/>
                        <a:gd name="connsiteX5" fmla="*/ 74567 w 117533"/>
                        <a:gd name="connsiteY5" fmla="*/ 16941 h 17216"/>
                        <a:gd name="connsiteX6" fmla="*/ 52087 w 117533"/>
                        <a:gd name="connsiteY6" fmla="*/ 16274 h 17216"/>
                        <a:gd name="connsiteX7" fmla="*/ 38753 w 117533"/>
                        <a:gd name="connsiteY7" fmla="*/ 16369 h 17216"/>
                        <a:gd name="connsiteX8" fmla="*/ 19512 w 117533"/>
                        <a:gd name="connsiteY8" fmla="*/ 15131 h 17216"/>
                        <a:gd name="connsiteX9" fmla="*/ 1034 w 117533"/>
                        <a:gd name="connsiteY9" fmla="*/ 6558 h 17216"/>
                        <a:gd name="connsiteX10" fmla="*/ 11702 w 117533"/>
                        <a:gd name="connsiteY10" fmla="*/ 2653 h 17216"/>
                        <a:gd name="connsiteX11" fmla="*/ 27513 w 117533"/>
                        <a:gd name="connsiteY11" fmla="*/ 844 h 17216"/>
                        <a:gd name="connsiteX12" fmla="*/ 43991 w 117533"/>
                        <a:gd name="connsiteY12" fmla="*/ 81 h 17216"/>
                        <a:gd name="connsiteX13" fmla="*/ 56660 w 117533"/>
                        <a:gd name="connsiteY13" fmla="*/ 177 h 17216"/>
                        <a:gd name="connsiteX14" fmla="*/ 84092 w 117533"/>
                        <a:gd name="connsiteY14" fmla="*/ 3320 h 172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17533" h="17216">
                          <a:moveTo>
                            <a:pt x="84092" y="3320"/>
                          </a:moveTo>
                          <a:cubicBezTo>
                            <a:pt x="90378" y="3320"/>
                            <a:pt x="95998" y="3320"/>
                            <a:pt x="101237" y="3701"/>
                          </a:cubicBezTo>
                          <a:cubicBezTo>
                            <a:pt x="106475" y="4082"/>
                            <a:pt x="110952" y="3987"/>
                            <a:pt x="115905" y="5320"/>
                          </a:cubicBezTo>
                          <a:cubicBezTo>
                            <a:pt x="119525" y="6178"/>
                            <a:pt x="116763" y="11321"/>
                            <a:pt x="111047" y="14560"/>
                          </a:cubicBezTo>
                          <a:cubicBezTo>
                            <a:pt x="105237" y="17512"/>
                            <a:pt x="100665" y="17036"/>
                            <a:pt x="96093" y="17131"/>
                          </a:cubicBezTo>
                          <a:cubicBezTo>
                            <a:pt x="88949" y="17131"/>
                            <a:pt x="81996" y="17417"/>
                            <a:pt x="74567" y="16941"/>
                          </a:cubicBezTo>
                          <a:cubicBezTo>
                            <a:pt x="67232" y="16655"/>
                            <a:pt x="59993" y="17227"/>
                            <a:pt x="52087" y="16274"/>
                          </a:cubicBezTo>
                          <a:cubicBezTo>
                            <a:pt x="49611" y="16083"/>
                            <a:pt x="44658" y="16179"/>
                            <a:pt x="38753" y="16369"/>
                          </a:cubicBezTo>
                          <a:cubicBezTo>
                            <a:pt x="32847" y="16464"/>
                            <a:pt x="25798" y="15703"/>
                            <a:pt x="19512" y="15131"/>
                          </a:cubicBezTo>
                          <a:cubicBezTo>
                            <a:pt x="6844" y="13797"/>
                            <a:pt x="-3348" y="10273"/>
                            <a:pt x="1034" y="6558"/>
                          </a:cubicBezTo>
                          <a:cubicBezTo>
                            <a:pt x="3129" y="4654"/>
                            <a:pt x="7034" y="3415"/>
                            <a:pt x="11702" y="2653"/>
                          </a:cubicBezTo>
                          <a:cubicBezTo>
                            <a:pt x="16369" y="1796"/>
                            <a:pt x="21893" y="1034"/>
                            <a:pt x="27513" y="844"/>
                          </a:cubicBezTo>
                          <a:cubicBezTo>
                            <a:pt x="33228" y="844"/>
                            <a:pt x="38943" y="272"/>
                            <a:pt x="43991" y="81"/>
                          </a:cubicBezTo>
                          <a:cubicBezTo>
                            <a:pt x="49039" y="-109"/>
                            <a:pt x="53612" y="81"/>
                            <a:pt x="56660" y="177"/>
                          </a:cubicBezTo>
                          <a:cubicBezTo>
                            <a:pt x="68566" y="-395"/>
                            <a:pt x="74662" y="3320"/>
                            <a:pt x="84092" y="332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72" name="Graphique 1">
                    <a:extLst>
                      <a:ext uri="{FF2B5EF4-FFF2-40B4-BE49-F238E27FC236}">
                        <a16:creationId xmlns:a16="http://schemas.microsoft.com/office/drawing/2014/main" id="{74D26433-A1D2-4247-A52F-427EA0EB1EC2}"/>
                      </a:ext>
                    </a:extLst>
                  </p:cNvPr>
                  <p:cNvGrpSpPr/>
                  <p:nvPr/>
                </p:nvGrpSpPr>
                <p:grpSpPr>
                  <a:xfrm>
                    <a:off x="285087" y="1592862"/>
                    <a:ext cx="7877782" cy="1673073"/>
                    <a:chOff x="285087" y="1592862"/>
                    <a:chExt cx="7877782" cy="1673073"/>
                  </a:xfrm>
                  <a:solidFill>
                    <a:schemeClr val="accent1"/>
                  </a:solidFill>
                </p:grpSpPr>
                <p:grpSp>
                  <p:nvGrpSpPr>
                    <p:cNvPr id="11779" name="Graphique 1">
                      <a:extLst>
                        <a:ext uri="{FF2B5EF4-FFF2-40B4-BE49-F238E27FC236}">
                          <a16:creationId xmlns:a16="http://schemas.microsoft.com/office/drawing/2014/main" id="{E5457547-D801-4B38-8897-7F23683BF8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5087" y="2835957"/>
                      <a:ext cx="140448" cy="160499"/>
                      <a:chOff x="285087" y="2835957"/>
                      <a:chExt cx="140448" cy="160499"/>
                    </a:xfrm>
                    <a:solidFill>
                      <a:schemeClr val="accent1"/>
                    </a:solidFill>
                  </p:grpSpPr>
                  <p:sp>
                    <p:nvSpPr>
                      <p:cNvPr id="12482" name="Forme libre : forme 12481">
                        <a:extLst>
                          <a:ext uri="{FF2B5EF4-FFF2-40B4-BE49-F238E27FC236}">
                            <a16:creationId xmlns:a16="http://schemas.microsoft.com/office/drawing/2014/main" id="{80CD5DB5-7585-4CF0-BDD9-1B61E681AF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087" y="2835957"/>
                        <a:ext cx="140448" cy="160499"/>
                      </a:xfrm>
                      <a:custGeom>
                        <a:avLst/>
                        <a:gdLst>
                          <a:gd name="connsiteX0" fmla="*/ 125254 w 140448"/>
                          <a:gd name="connsiteY0" fmla="*/ 111 h 160499"/>
                          <a:gd name="connsiteX1" fmla="*/ 91535 w 140448"/>
                          <a:gd name="connsiteY1" fmla="*/ 3445 h 160499"/>
                          <a:gd name="connsiteX2" fmla="*/ 56483 w 140448"/>
                          <a:gd name="connsiteY2" fmla="*/ 24495 h 160499"/>
                          <a:gd name="connsiteX3" fmla="*/ 9906 w 140448"/>
                          <a:gd name="connsiteY3" fmla="*/ 76407 h 160499"/>
                          <a:gd name="connsiteX4" fmla="*/ 286 w 140448"/>
                          <a:gd name="connsiteY4" fmla="*/ 92028 h 160499"/>
                          <a:gd name="connsiteX5" fmla="*/ 0 w 140448"/>
                          <a:gd name="connsiteY5" fmla="*/ 159560 h 160499"/>
                          <a:gd name="connsiteX6" fmla="*/ 8763 w 140448"/>
                          <a:gd name="connsiteY6" fmla="*/ 160036 h 160499"/>
                          <a:gd name="connsiteX7" fmla="*/ 67818 w 140448"/>
                          <a:gd name="connsiteY7" fmla="*/ 124698 h 160499"/>
                          <a:gd name="connsiteX8" fmla="*/ 77533 w 140448"/>
                          <a:gd name="connsiteY8" fmla="*/ 113554 h 160499"/>
                          <a:gd name="connsiteX9" fmla="*/ 89535 w 140448"/>
                          <a:gd name="connsiteY9" fmla="*/ 100124 h 160499"/>
                          <a:gd name="connsiteX10" fmla="*/ 111252 w 140448"/>
                          <a:gd name="connsiteY10" fmla="*/ 76121 h 160499"/>
                          <a:gd name="connsiteX11" fmla="*/ 132302 w 140448"/>
                          <a:gd name="connsiteY11" fmla="*/ 45546 h 160499"/>
                          <a:gd name="connsiteX12" fmla="*/ 140399 w 140448"/>
                          <a:gd name="connsiteY12" fmla="*/ 14780 h 160499"/>
                          <a:gd name="connsiteX13" fmla="*/ 125254 w 140448"/>
                          <a:gd name="connsiteY13" fmla="*/ 111 h 160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40448" h="160499">
                            <a:moveTo>
                              <a:pt x="125254" y="111"/>
                            </a:moveTo>
                            <a:cubicBezTo>
                              <a:pt x="113919" y="-270"/>
                              <a:pt x="102965" y="207"/>
                              <a:pt x="91535" y="3445"/>
                            </a:cubicBezTo>
                            <a:cubicBezTo>
                              <a:pt x="80486" y="7160"/>
                              <a:pt x="68866" y="13351"/>
                              <a:pt x="56483" y="24495"/>
                            </a:cubicBezTo>
                            <a:cubicBezTo>
                              <a:pt x="43339" y="36497"/>
                              <a:pt x="19622" y="61929"/>
                              <a:pt x="9906" y="76407"/>
                            </a:cubicBezTo>
                            <a:cubicBezTo>
                              <a:pt x="6096" y="81741"/>
                              <a:pt x="2953" y="86979"/>
                              <a:pt x="286" y="92028"/>
                            </a:cubicBezTo>
                            <a:lnTo>
                              <a:pt x="0" y="159560"/>
                            </a:lnTo>
                            <a:cubicBezTo>
                              <a:pt x="2858" y="160608"/>
                              <a:pt x="6001" y="160798"/>
                              <a:pt x="8763" y="160036"/>
                            </a:cubicBezTo>
                            <a:cubicBezTo>
                              <a:pt x="30956" y="154035"/>
                              <a:pt x="47816" y="147177"/>
                              <a:pt x="67818" y="124698"/>
                            </a:cubicBezTo>
                            <a:cubicBezTo>
                              <a:pt x="70485" y="121650"/>
                              <a:pt x="73819" y="117745"/>
                              <a:pt x="77533" y="113554"/>
                            </a:cubicBezTo>
                            <a:cubicBezTo>
                              <a:pt x="81248" y="109363"/>
                              <a:pt x="85439" y="104696"/>
                              <a:pt x="89535" y="100124"/>
                            </a:cubicBezTo>
                            <a:cubicBezTo>
                              <a:pt x="97727" y="90885"/>
                              <a:pt x="106394" y="82122"/>
                              <a:pt x="111252" y="76121"/>
                            </a:cubicBezTo>
                            <a:cubicBezTo>
                              <a:pt x="121349" y="65739"/>
                              <a:pt x="127540" y="55356"/>
                              <a:pt x="132302" y="45546"/>
                            </a:cubicBezTo>
                            <a:cubicBezTo>
                              <a:pt x="136970" y="35735"/>
                              <a:pt x="139351" y="25638"/>
                              <a:pt x="140399" y="14780"/>
                            </a:cubicBezTo>
                            <a:cubicBezTo>
                              <a:pt x="141161" y="7160"/>
                              <a:pt x="133160" y="302"/>
                              <a:pt x="125254" y="11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83" name="Forme libre : forme 12482">
                        <a:extLst>
                          <a:ext uri="{FF2B5EF4-FFF2-40B4-BE49-F238E27FC236}">
                            <a16:creationId xmlns:a16="http://schemas.microsoft.com/office/drawing/2014/main" id="{BE28955D-8294-4E31-B7B0-5A608A80D4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182" y="2850165"/>
                        <a:ext cx="140112" cy="146137"/>
                      </a:xfrm>
                      <a:custGeom>
                        <a:avLst/>
                        <a:gdLst>
                          <a:gd name="connsiteX0" fmla="*/ 140113 w 140112"/>
                          <a:gd name="connsiteY0" fmla="*/ 0 h 146137"/>
                          <a:gd name="connsiteX1" fmla="*/ 53150 w 140112"/>
                          <a:gd name="connsiteY1" fmla="*/ 85439 h 146137"/>
                          <a:gd name="connsiteX2" fmla="*/ 0 w 140112"/>
                          <a:gd name="connsiteY2" fmla="*/ 144208 h 146137"/>
                          <a:gd name="connsiteX3" fmla="*/ 0 w 140112"/>
                          <a:gd name="connsiteY3" fmla="*/ 145161 h 146137"/>
                          <a:gd name="connsiteX4" fmla="*/ 8573 w 140112"/>
                          <a:gd name="connsiteY4" fmla="*/ 145732 h 146137"/>
                          <a:gd name="connsiteX5" fmla="*/ 19526 w 140112"/>
                          <a:gd name="connsiteY5" fmla="*/ 142399 h 146137"/>
                          <a:gd name="connsiteX6" fmla="*/ 48673 w 140112"/>
                          <a:gd name="connsiteY6" fmla="*/ 127825 h 146137"/>
                          <a:gd name="connsiteX7" fmla="*/ 67532 w 140112"/>
                          <a:gd name="connsiteY7" fmla="*/ 110299 h 146137"/>
                          <a:gd name="connsiteX8" fmla="*/ 74390 w 140112"/>
                          <a:gd name="connsiteY8" fmla="*/ 102394 h 146137"/>
                          <a:gd name="connsiteX9" fmla="*/ 91345 w 140112"/>
                          <a:gd name="connsiteY9" fmla="*/ 83153 h 146137"/>
                          <a:gd name="connsiteX10" fmla="*/ 107823 w 140112"/>
                          <a:gd name="connsiteY10" fmla="*/ 65341 h 146137"/>
                          <a:gd name="connsiteX11" fmla="*/ 110966 w 140112"/>
                          <a:gd name="connsiteY11" fmla="*/ 61722 h 146137"/>
                          <a:gd name="connsiteX12" fmla="*/ 127444 w 140112"/>
                          <a:gd name="connsiteY12" fmla="*/ 39814 h 146137"/>
                          <a:gd name="connsiteX13" fmla="*/ 138684 w 140112"/>
                          <a:gd name="connsiteY13" fmla="*/ 10477 h 146137"/>
                          <a:gd name="connsiteX14" fmla="*/ 140113 w 140112"/>
                          <a:gd name="connsiteY14" fmla="*/ 381 h 146137"/>
                          <a:gd name="connsiteX15" fmla="*/ 140113 w 140112"/>
                          <a:gd name="connsiteY15" fmla="*/ 0 h 146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40112" h="146137">
                            <a:moveTo>
                              <a:pt x="140113" y="0"/>
                            </a:moveTo>
                            <a:cubicBezTo>
                              <a:pt x="107633" y="24289"/>
                              <a:pt x="76581" y="53245"/>
                              <a:pt x="53150" y="85439"/>
                            </a:cubicBezTo>
                            <a:cubicBezTo>
                              <a:pt x="36767" y="107442"/>
                              <a:pt x="19812" y="130492"/>
                              <a:pt x="0" y="144208"/>
                            </a:cubicBezTo>
                            <a:lnTo>
                              <a:pt x="0" y="145161"/>
                            </a:lnTo>
                            <a:cubicBezTo>
                              <a:pt x="2858" y="146113"/>
                              <a:pt x="5715" y="146494"/>
                              <a:pt x="8573" y="145732"/>
                            </a:cubicBezTo>
                            <a:cubicBezTo>
                              <a:pt x="12478" y="144589"/>
                              <a:pt x="16097" y="143446"/>
                              <a:pt x="19526" y="142399"/>
                            </a:cubicBezTo>
                            <a:cubicBezTo>
                              <a:pt x="29718" y="138970"/>
                              <a:pt x="39243" y="134779"/>
                              <a:pt x="48673" y="127825"/>
                            </a:cubicBezTo>
                            <a:cubicBezTo>
                              <a:pt x="54959" y="123349"/>
                              <a:pt x="60769" y="117538"/>
                              <a:pt x="67532" y="110299"/>
                            </a:cubicBezTo>
                            <a:cubicBezTo>
                              <a:pt x="69533" y="108013"/>
                              <a:pt x="71819" y="105346"/>
                              <a:pt x="74390" y="102394"/>
                            </a:cubicBezTo>
                            <a:cubicBezTo>
                              <a:pt x="79439" y="96583"/>
                              <a:pt x="85535" y="89725"/>
                              <a:pt x="91345" y="83153"/>
                            </a:cubicBezTo>
                            <a:cubicBezTo>
                              <a:pt x="97346" y="76676"/>
                              <a:pt x="103346" y="70390"/>
                              <a:pt x="107823" y="65341"/>
                            </a:cubicBezTo>
                            <a:cubicBezTo>
                              <a:pt x="108966" y="64008"/>
                              <a:pt x="110014" y="62770"/>
                              <a:pt x="110966" y="61722"/>
                            </a:cubicBezTo>
                            <a:cubicBezTo>
                              <a:pt x="118015" y="54292"/>
                              <a:pt x="123349" y="47054"/>
                              <a:pt x="127444" y="39814"/>
                            </a:cubicBezTo>
                            <a:cubicBezTo>
                              <a:pt x="132969" y="30004"/>
                              <a:pt x="136589" y="20669"/>
                              <a:pt x="138684" y="10477"/>
                            </a:cubicBezTo>
                            <a:cubicBezTo>
                              <a:pt x="139351" y="7144"/>
                              <a:pt x="139827" y="3810"/>
                              <a:pt x="140113" y="381"/>
                            </a:cubicBezTo>
                            <a:lnTo>
                              <a:pt x="140113" y="0"/>
                            </a:ln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84" name="Forme libre : forme 12483">
                        <a:extLst>
                          <a:ext uri="{FF2B5EF4-FFF2-40B4-BE49-F238E27FC236}">
                            <a16:creationId xmlns:a16="http://schemas.microsoft.com/office/drawing/2014/main" id="{4B237CC3-5067-4B15-9807-7C78125A82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2959" y="2865947"/>
                        <a:ext cx="70097" cy="71366"/>
                      </a:xfrm>
                      <a:custGeom>
                        <a:avLst/>
                        <a:gdLst>
                          <a:gd name="connsiteX0" fmla="*/ 68903 w 70097"/>
                          <a:gd name="connsiteY0" fmla="*/ 1363 h 71366"/>
                          <a:gd name="connsiteX1" fmla="*/ 60998 w 70097"/>
                          <a:gd name="connsiteY1" fmla="*/ 22223 h 71366"/>
                          <a:gd name="connsiteX2" fmla="*/ 42138 w 70097"/>
                          <a:gd name="connsiteY2" fmla="*/ 44702 h 71366"/>
                          <a:gd name="connsiteX3" fmla="*/ 2228 w 70097"/>
                          <a:gd name="connsiteY3" fmla="*/ 70324 h 71366"/>
                          <a:gd name="connsiteX4" fmla="*/ 23850 w 70097"/>
                          <a:gd name="connsiteY4" fmla="*/ 27938 h 71366"/>
                          <a:gd name="connsiteX5" fmla="*/ 46710 w 70097"/>
                          <a:gd name="connsiteY5" fmla="*/ 8412 h 71366"/>
                          <a:gd name="connsiteX6" fmla="*/ 68903 w 70097"/>
                          <a:gd name="connsiteY6" fmla="*/ 1363 h 713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0097" h="71366">
                            <a:moveTo>
                              <a:pt x="68903" y="1363"/>
                            </a:moveTo>
                            <a:cubicBezTo>
                              <a:pt x="72428" y="5078"/>
                              <a:pt x="67665" y="13651"/>
                              <a:pt x="60998" y="22223"/>
                            </a:cubicBezTo>
                            <a:cubicBezTo>
                              <a:pt x="54235" y="30700"/>
                              <a:pt x="46520" y="40321"/>
                              <a:pt x="42138" y="44702"/>
                            </a:cubicBezTo>
                            <a:cubicBezTo>
                              <a:pt x="33470" y="53465"/>
                              <a:pt x="10991" y="76516"/>
                              <a:pt x="2228" y="70324"/>
                            </a:cubicBezTo>
                            <a:cubicBezTo>
                              <a:pt x="-7011" y="63657"/>
                              <a:pt x="14897" y="36130"/>
                              <a:pt x="23850" y="27938"/>
                            </a:cubicBezTo>
                            <a:cubicBezTo>
                              <a:pt x="28327" y="23843"/>
                              <a:pt x="37185" y="14698"/>
                              <a:pt x="46710" y="8412"/>
                            </a:cubicBezTo>
                            <a:cubicBezTo>
                              <a:pt x="56330" y="2030"/>
                              <a:pt x="65474" y="-2351"/>
                              <a:pt x="68903" y="136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85" name="Forme libre : forme 12484">
                        <a:extLst>
                          <a:ext uri="{FF2B5EF4-FFF2-40B4-BE49-F238E27FC236}">
                            <a16:creationId xmlns:a16="http://schemas.microsoft.com/office/drawing/2014/main" id="{C68848A2-4867-47D1-8AA9-E57EF2AF95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2564" y="2894647"/>
                        <a:ext cx="55677" cy="42403"/>
                      </a:xfrm>
                      <a:custGeom>
                        <a:avLst/>
                        <a:gdLst>
                          <a:gd name="connsiteX0" fmla="*/ 7957 w 55677"/>
                          <a:gd name="connsiteY0" fmla="*/ 19526 h 42403"/>
                          <a:gd name="connsiteX1" fmla="*/ 2433 w 55677"/>
                          <a:gd name="connsiteY1" fmla="*/ 41910 h 42403"/>
                          <a:gd name="connsiteX2" fmla="*/ 43009 w 55677"/>
                          <a:gd name="connsiteY2" fmla="*/ 15526 h 42403"/>
                          <a:gd name="connsiteX3" fmla="*/ 55677 w 55677"/>
                          <a:gd name="connsiteY3" fmla="*/ 0 h 42403"/>
                          <a:gd name="connsiteX4" fmla="*/ 47772 w 55677"/>
                          <a:gd name="connsiteY4" fmla="*/ 7239 h 42403"/>
                          <a:gd name="connsiteX5" fmla="*/ 7957 w 55677"/>
                          <a:gd name="connsiteY5" fmla="*/ 19526 h 424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5677" h="42403">
                            <a:moveTo>
                              <a:pt x="7957" y="19526"/>
                            </a:moveTo>
                            <a:cubicBezTo>
                              <a:pt x="5100" y="25241"/>
                              <a:pt x="-4425" y="39434"/>
                              <a:pt x="2433" y="41910"/>
                            </a:cubicBezTo>
                            <a:cubicBezTo>
                              <a:pt x="13196" y="45720"/>
                              <a:pt x="32055" y="26575"/>
                              <a:pt x="43009" y="15526"/>
                            </a:cubicBezTo>
                            <a:cubicBezTo>
                              <a:pt x="46248" y="12287"/>
                              <a:pt x="52725" y="4381"/>
                              <a:pt x="55677" y="0"/>
                            </a:cubicBezTo>
                            <a:cubicBezTo>
                              <a:pt x="53582" y="2096"/>
                              <a:pt x="50153" y="5620"/>
                              <a:pt x="47772" y="7239"/>
                            </a:cubicBezTo>
                            <a:cubicBezTo>
                              <a:pt x="34056" y="15812"/>
                              <a:pt x="17863" y="26670"/>
                              <a:pt x="7957" y="1952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86" name="Forme libre : forme 12485">
                        <a:extLst>
                          <a:ext uri="{FF2B5EF4-FFF2-40B4-BE49-F238E27FC236}">
                            <a16:creationId xmlns:a16="http://schemas.microsoft.com/office/drawing/2014/main" id="{3CD5EE06-82D5-4EDB-AA13-BD3F97FC11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8295" y="2863653"/>
                        <a:ext cx="69663" cy="71480"/>
                      </a:xfrm>
                      <a:custGeom>
                        <a:avLst/>
                        <a:gdLst>
                          <a:gd name="connsiteX0" fmla="*/ 69092 w 69663"/>
                          <a:gd name="connsiteY0" fmla="*/ 2038 h 71480"/>
                          <a:gd name="connsiteX1" fmla="*/ 42136 w 69663"/>
                          <a:gd name="connsiteY1" fmla="*/ 45853 h 71480"/>
                          <a:gd name="connsiteX2" fmla="*/ 33278 w 69663"/>
                          <a:gd name="connsiteY2" fmla="*/ 54520 h 71480"/>
                          <a:gd name="connsiteX3" fmla="*/ 22324 w 69663"/>
                          <a:gd name="connsiteY3" fmla="*/ 63950 h 71480"/>
                          <a:gd name="connsiteX4" fmla="*/ 2322 w 69663"/>
                          <a:gd name="connsiteY4" fmla="*/ 70427 h 71480"/>
                          <a:gd name="connsiteX5" fmla="*/ 6513 w 69663"/>
                          <a:gd name="connsiteY5" fmla="*/ 50044 h 71480"/>
                          <a:gd name="connsiteX6" fmla="*/ 15847 w 69663"/>
                          <a:gd name="connsiteY6" fmla="*/ 37376 h 71480"/>
                          <a:gd name="connsiteX7" fmla="*/ 24229 w 69663"/>
                          <a:gd name="connsiteY7" fmla="*/ 28612 h 71480"/>
                          <a:gd name="connsiteX8" fmla="*/ 69092 w 69663"/>
                          <a:gd name="connsiteY8" fmla="*/ 2038 h 714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9663" h="71480">
                            <a:moveTo>
                              <a:pt x="69092" y="2038"/>
                            </a:moveTo>
                            <a:cubicBezTo>
                              <a:pt x="73569" y="11849"/>
                              <a:pt x="50518" y="35566"/>
                              <a:pt x="42136" y="45853"/>
                            </a:cubicBezTo>
                            <a:cubicBezTo>
                              <a:pt x="39946" y="48329"/>
                              <a:pt x="36802" y="51377"/>
                              <a:pt x="33278" y="54520"/>
                            </a:cubicBezTo>
                            <a:cubicBezTo>
                              <a:pt x="29944" y="57759"/>
                              <a:pt x="26134" y="61188"/>
                              <a:pt x="22324" y="63950"/>
                            </a:cubicBezTo>
                            <a:cubicBezTo>
                              <a:pt x="14514" y="69475"/>
                              <a:pt x="6989" y="73475"/>
                              <a:pt x="2322" y="70427"/>
                            </a:cubicBezTo>
                            <a:cubicBezTo>
                              <a:pt x="-2441" y="67379"/>
                              <a:pt x="703" y="58712"/>
                              <a:pt x="6513" y="50044"/>
                            </a:cubicBezTo>
                            <a:cubicBezTo>
                              <a:pt x="9370" y="45662"/>
                              <a:pt x="12704" y="41281"/>
                              <a:pt x="15847" y="37376"/>
                            </a:cubicBezTo>
                            <a:cubicBezTo>
                              <a:pt x="19181" y="33661"/>
                              <a:pt x="22229" y="30518"/>
                              <a:pt x="24229" y="28612"/>
                            </a:cubicBezTo>
                            <a:cubicBezTo>
                              <a:pt x="31468" y="20040"/>
                              <a:pt x="64806" y="-7678"/>
                              <a:pt x="69092" y="203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87" name="Forme libre : forme 12486">
                        <a:extLst>
                          <a:ext uri="{FF2B5EF4-FFF2-40B4-BE49-F238E27FC236}">
                            <a16:creationId xmlns:a16="http://schemas.microsoft.com/office/drawing/2014/main" id="{91E907AD-BF06-4E69-B937-7A8683CF88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0820" y="2890825"/>
                        <a:ext cx="96841" cy="82237"/>
                      </a:xfrm>
                      <a:custGeom>
                        <a:avLst/>
                        <a:gdLst>
                          <a:gd name="connsiteX0" fmla="*/ 8745 w 96841"/>
                          <a:gd name="connsiteY0" fmla="*/ 81641 h 82237"/>
                          <a:gd name="connsiteX1" fmla="*/ 25509 w 96841"/>
                          <a:gd name="connsiteY1" fmla="*/ 78593 h 82237"/>
                          <a:gd name="connsiteX2" fmla="*/ 45035 w 96841"/>
                          <a:gd name="connsiteY2" fmla="*/ 68973 h 82237"/>
                          <a:gd name="connsiteX3" fmla="*/ 64180 w 96841"/>
                          <a:gd name="connsiteY3" fmla="*/ 55257 h 82237"/>
                          <a:gd name="connsiteX4" fmla="*/ 79992 w 96841"/>
                          <a:gd name="connsiteY4" fmla="*/ 38779 h 82237"/>
                          <a:gd name="connsiteX5" fmla="*/ 92089 w 96841"/>
                          <a:gd name="connsiteY5" fmla="*/ 21253 h 82237"/>
                          <a:gd name="connsiteX6" fmla="*/ 93518 w 96841"/>
                          <a:gd name="connsiteY6" fmla="*/ 393 h 82237"/>
                          <a:gd name="connsiteX7" fmla="*/ 79135 w 96841"/>
                          <a:gd name="connsiteY7" fmla="*/ 6489 h 82237"/>
                          <a:gd name="connsiteX8" fmla="*/ 60656 w 96841"/>
                          <a:gd name="connsiteY8" fmla="*/ 16966 h 82237"/>
                          <a:gd name="connsiteX9" fmla="*/ 41225 w 96841"/>
                          <a:gd name="connsiteY9" fmla="*/ 26777 h 82237"/>
                          <a:gd name="connsiteX10" fmla="*/ 22175 w 96841"/>
                          <a:gd name="connsiteY10" fmla="*/ 35159 h 82237"/>
                          <a:gd name="connsiteX11" fmla="*/ 5030 w 96841"/>
                          <a:gd name="connsiteY11" fmla="*/ 51447 h 82237"/>
                          <a:gd name="connsiteX12" fmla="*/ 8745 w 96841"/>
                          <a:gd name="connsiteY12" fmla="*/ 81641 h 822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6841" h="82237">
                            <a:moveTo>
                              <a:pt x="8745" y="81641"/>
                            </a:moveTo>
                            <a:cubicBezTo>
                              <a:pt x="15412" y="82975"/>
                              <a:pt x="18365" y="82117"/>
                              <a:pt x="25509" y="78593"/>
                            </a:cubicBezTo>
                            <a:cubicBezTo>
                              <a:pt x="32557" y="75355"/>
                              <a:pt x="38844" y="72592"/>
                              <a:pt x="45035" y="68973"/>
                            </a:cubicBezTo>
                            <a:cubicBezTo>
                              <a:pt x="51417" y="65544"/>
                              <a:pt x="57608" y="61353"/>
                              <a:pt x="64180" y="55257"/>
                            </a:cubicBezTo>
                            <a:cubicBezTo>
                              <a:pt x="69895" y="50399"/>
                              <a:pt x="75325" y="44779"/>
                              <a:pt x="79992" y="38779"/>
                            </a:cubicBezTo>
                            <a:cubicBezTo>
                              <a:pt x="84754" y="32873"/>
                              <a:pt x="89136" y="27063"/>
                              <a:pt x="92089" y="21253"/>
                            </a:cubicBezTo>
                            <a:cubicBezTo>
                              <a:pt x="96375" y="12585"/>
                              <a:pt x="99518" y="3155"/>
                              <a:pt x="93518" y="393"/>
                            </a:cubicBezTo>
                            <a:cubicBezTo>
                              <a:pt x="89707" y="-1417"/>
                              <a:pt x="84278" y="3441"/>
                              <a:pt x="79135" y="6489"/>
                            </a:cubicBezTo>
                            <a:cubicBezTo>
                              <a:pt x="72943" y="10013"/>
                              <a:pt x="66847" y="13538"/>
                              <a:pt x="60656" y="16966"/>
                            </a:cubicBezTo>
                            <a:cubicBezTo>
                              <a:pt x="54655" y="20586"/>
                              <a:pt x="48274" y="23920"/>
                              <a:pt x="41225" y="26777"/>
                            </a:cubicBezTo>
                            <a:cubicBezTo>
                              <a:pt x="35129" y="29158"/>
                              <a:pt x="28557" y="31540"/>
                              <a:pt x="22175" y="35159"/>
                            </a:cubicBezTo>
                            <a:cubicBezTo>
                              <a:pt x="15698" y="38779"/>
                              <a:pt x="9507" y="43636"/>
                              <a:pt x="5030" y="51447"/>
                            </a:cubicBezTo>
                            <a:cubicBezTo>
                              <a:pt x="-3542" y="65544"/>
                              <a:pt x="-399" y="80022"/>
                              <a:pt x="8745" y="8164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88" name="Forme libre : forme 12487">
                        <a:extLst>
                          <a:ext uri="{FF2B5EF4-FFF2-40B4-BE49-F238E27FC236}">
                            <a16:creationId xmlns:a16="http://schemas.microsoft.com/office/drawing/2014/main" id="{05FCEC55-D0CA-45AB-9627-34EE25F2BE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629" y="2911132"/>
                        <a:ext cx="21338" cy="36406"/>
                      </a:xfrm>
                      <a:custGeom>
                        <a:avLst/>
                        <a:gdLst>
                          <a:gd name="connsiteX0" fmla="*/ 508 w 21338"/>
                          <a:gd name="connsiteY0" fmla="*/ 31235 h 36406"/>
                          <a:gd name="connsiteX1" fmla="*/ 317 w 21338"/>
                          <a:gd name="connsiteY1" fmla="*/ 35807 h 36406"/>
                          <a:gd name="connsiteX2" fmla="*/ 4032 w 21338"/>
                          <a:gd name="connsiteY2" fmla="*/ 34855 h 36406"/>
                          <a:gd name="connsiteX3" fmla="*/ 8413 w 21338"/>
                          <a:gd name="connsiteY3" fmla="*/ 29044 h 36406"/>
                          <a:gd name="connsiteX4" fmla="*/ 17843 w 21338"/>
                          <a:gd name="connsiteY4" fmla="*/ 13804 h 36406"/>
                          <a:gd name="connsiteX5" fmla="*/ 20605 w 21338"/>
                          <a:gd name="connsiteY5" fmla="*/ 7899 h 36406"/>
                          <a:gd name="connsiteX6" fmla="*/ 11652 w 21338"/>
                          <a:gd name="connsiteY6" fmla="*/ 5517 h 36406"/>
                          <a:gd name="connsiteX7" fmla="*/ 508 w 21338"/>
                          <a:gd name="connsiteY7" fmla="*/ 31235 h 364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1338" h="36406">
                            <a:moveTo>
                              <a:pt x="508" y="31235"/>
                            </a:moveTo>
                            <a:cubicBezTo>
                              <a:pt x="31" y="33235"/>
                              <a:pt x="-254" y="34569"/>
                              <a:pt x="317" y="35807"/>
                            </a:cubicBezTo>
                            <a:cubicBezTo>
                              <a:pt x="889" y="37045"/>
                              <a:pt x="2508" y="36188"/>
                              <a:pt x="4032" y="34855"/>
                            </a:cubicBezTo>
                            <a:cubicBezTo>
                              <a:pt x="5556" y="33521"/>
                              <a:pt x="7175" y="30949"/>
                              <a:pt x="8413" y="29044"/>
                            </a:cubicBezTo>
                            <a:cubicBezTo>
                              <a:pt x="11747" y="24187"/>
                              <a:pt x="15176" y="18852"/>
                              <a:pt x="17843" y="13804"/>
                            </a:cubicBezTo>
                            <a:cubicBezTo>
                              <a:pt x="18986" y="11709"/>
                              <a:pt x="20034" y="9804"/>
                              <a:pt x="20605" y="7899"/>
                            </a:cubicBezTo>
                            <a:cubicBezTo>
                              <a:pt x="23177" y="-7"/>
                              <a:pt x="18700" y="-3912"/>
                              <a:pt x="11652" y="5517"/>
                            </a:cubicBezTo>
                            <a:cubicBezTo>
                              <a:pt x="6508" y="12947"/>
                              <a:pt x="2222" y="23139"/>
                              <a:pt x="508" y="3123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89" name="Forme libre : forme 12488">
                        <a:extLst>
                          <a:ext uri="{FF2B5EF4-FFF2-40B4-BE49-F238E27FC236}">
                            <a16:creationId xmlns:a16="http://schemas.microsoft.com/office/drawing/2014/main" id="{F2534B44-9A6E-4418-9FF8-92367B1E87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720" y="2850165"/>
                        <a:ext cx="25030" cy="59054"/>
                      </a:xfrm>
                      <a:custGeom>
                        <a:avLst/>
                        <a:gdLst>
                          <a:gd name="connsiteX0" fmla="*/ 24860 w 25030"/>
                          <a:gd name="connsiteY0" fmla="*/ 0 h 59054"/>
                          <a:gd name="connsiteX1" fmla="*/ 16573 w 25030"/>
                          <a:gd name="connsiteY1" fmla="*/ 29242 h 59054"/>
                          <a:gd name="connsiteX2" fmla="*/ 0 w 25030"/>
                          <a:gd name="connsiteY2" fmla="*/ 59055 h 59054"/>
                          <a:gd name="connsiteX3" fmla="*/ 14192 w 25030"/>
                          <a:gd name="connsiteY3" fmla="*/ 29337 h 59054"/>
                          <a:gd name="connsiteX4" fmla="*/ 24860 w 25030"/>
                          <a:gd name="connsiteY4" fmla="*/ 0 h 590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030" h="59054">
                            <a:moveTo>
                              <a:pt x="24860" y="0"/>
                            </a:moveTo>
                            <a:cubicBezTo>
                              <a:pt x="25908" y="8191"/>
                              <a:pt x="22003" y="18859"/>
                              <a:pt x="16573" y="29242"/>
                            </a:cubicBezTo>
                            <a:cubicBezTo>
                              <a:pt x="11335" y="39910"/>
                              <a:pt x="5048" y="50959"/>
                              <a:pt x="0" y="59055"/>
                            </a:cubicBezTo>
                            <a:cubicBezTo>
                              <a:pt x="5429" y="50197"/>
                              <a:pt x="10001" y="39719"/>
                              <a:pt x="14192" y="29337"/>
                            </a:cubicBezTo>
                            <a:cubicBezTo>
                              <a:pt x="18574" y="19336"/>
                              <a:pt x="22289" y="9049"/>
                              <a:pt x="2486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90" name="Forme libre : forme 12489">
                        <a:extLst>
                          <a:ext uri="{FF2B5EF4-FFF2-40B4-BE49-F238E27FC236}">
                            <a16:creationId xmlns:a16="http://schemas.microsoft.com/office/drawing/2014/main" id="{C9A3629D-F973-4936-81C6-DF52AECBF8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373" y="2911792"/>
                        <a:ext cx="12953" cy="29146"/>
                      </a:xfrm>
                      <a:custGeom>
                        <a:avLst/>
                        <a:gdLst>
                          <a:gd name="connsiteX0" fmla="*/ 0 w 12953"/>
                          <a:gd name="connsiteY0" fmla="*/ 24384 h 29146"/>
                          <a:gd name="connsiteX1" fmla="*/ 0 w 12953"/>
                          <a:gd name="connsiteY1" fmla="*/ 29146 h 29146"/>
                          <a:gd name="connsiteX2" fmla="*/ 12954 w 12953"/>
                          <a:gd name="connsiteY2" fmla="*/ 0 h 29146"/>
                          <a:gd name="connsiteX3" fmla="*/ 0 w 12953"/>
                          <a:gd name="connsiteY3" fmla="*/ 24384 h 29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2953" h="29146">
                            <a:moveTo>
                              <a:pt x="0" y="24384"/>
                            </a:moveTo>
                            <a:lnTo>
                              <a:pt x="0" y="29146"/>
                            </a:lnTo>
                            <a:cubicBezTo>
                              <a:pt x="3715" y="18764"/>
                              <a:pt x="8287" y="8667"/>
                              <a:pt x="12954" y="0"/>
                            </a:cubicBezTo>
                            <a:cubicBezTo>
                              <a:pt x="7334" y="7810"/>
                              <a:pt x="3143" y="16097"/>
                              <a:pt x="0" y="2438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91" name="Forme libre : forme 12490">
                        <a:extLst>
                          <a:ext uri="{FF2B5EF4-FFF2-40B4-BE49-F238E27FC236}">
                            <a16:creationId xmlns:a16="http://schemas.microsoft.com/office/drawing/2014/main" id="{D74D00AA-D91F-4770-B05D-F940445759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5522" y="2878754"/>
                        <a:ext cx="28067" cy="24365"/>
                      </a:xfrm>
                      <a:custGeom>
                        <a:avLst/>
                        <a:gdLst>
                          <a:gd name="connsiteX0" fmla="*/ 28053 w 28067"/>
                          <a:gd name="connsiteY0" fmla="*/ 1129 h 24365"/>
                          <a:gd name="connsiteX1" fmla="*/ 14241 w 28067"/>
                          <a:gd name="connsiteY1" fmla="*/ 17036 h 24365"/>
                          <a:gd name="connsiteX2" fmla="*/ 49 w 28067"/>
                          <a:gd name="connsiteY2" fmla="*/ 23037 h 24365"/>
                          <a:gd name="connsiteX3" fmla="*/ 13003 w 28067"/>
                          <a:gd name="connsiteY3" fmla="*/ 7797 h 24365"/>
                          <a:gd name="connsiteX4" fmla="*/ 21290 w 28067"/>
                          <a:gd name="connsiteY4" fmla="*/ 1701 h 24365"/>
                          <a:gd name="connsiteX5" fmla="*/ 28053 w 28067"/>
                          <a:gd name="connsiteY5" fmla="*/ 1129 h 243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8067" h="24365">
                            <a:moveTo>
                              <a:pt x="28053" y="1129"/>
                            </a:moveTo>
                            <a:cubicBezTo>
                              <a:pt x="28529" y="5035"/>
                              <a:pt x="17670" y="14274"/>
                              <a:pt x="14241" y="17036"/>
                            </a:cubicBezTo>
                            <a:cubicBezTo>
                              <a:pt x="10908" y="19798"/>
                              <a:pt x="906" y="27418"/>
                              <a:pt x="49" y="23037"/>
                            </a:cubicBezTo>
                            <a:cubicBezTo>
                              <a:pt x="-808" y="18655"/>
                              <a:pt x="9765" y="10464"/>
                              <a:pt x="13003" y="7797"/>
                            </a:cubicBezTo>
                            <a:cubicBezTo>
                              <a:pt x="14623" y="6463"/>
                              <a:pt x="18147" y="3701"/>
                              <a:pt x="21290" y="1701"/>
                            </a:cubicBezTo>
                            <a:cubicBezTo>
                              <a:pt x="24719" y="81"/>
                              <a:pt x="27672" y="-871"/>
                              <a:pt x="28053" y="112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92" name="Forme libre : forme 12491">
                        <a:extLst>
                          <a:ext uri="{FF2B5EF4-FFF2-40B4-BE49-F238E27FC236}">
                            <a16:creationId xmlns:a16="http://schemas.microsoft.com/office/drawing/2014/main" id="{0B76E126-1BC1-408F-8FF1-ADDF13053B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9207" y="2875344"/>
                        <a:ext cx="8153" cy="7178"/>
                      </a:xfrm>
                      <a:custGeom>
                        <a:avLst/>
                        <a:gdLst>
                          <a:gd name="connsiteX0" fmla="*/ 7797 w 8153"/>
                          <a:gd name="connsiteY0" fmla="*/ 158 h 7178"/>
                          <a:gd name="connsiteX1" fmla="*/ 5511 w 8153"/>
                          <a:gd name="connsiteY1" fmla="*/ 4539 h 7178"/>
                          <a:gd name="connsiteX2" fmla="*/ 367 w 8153"/>
                          <a:gd name="connsiteY2" fmla="*/ 7015 h 7178"/>
                          <a:gd name="connsiteX3" fmla="*/ 2558 w 8153"/>
                          <a:gd name="connsiteY3" fmla="*/ 2729 h 7178"/>
                          <a:gd name="connsiteX4" fmla="*/ 7797 w 8153"/>
                          <a:gd name="connsiteY4" fmla="*/ 158 h 7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53" h="7178">
                            <a:moveTo>
                              <a:pt x="7797" y="158"/>
                            </a:moveTo>
                            <a:cubicBezTo>
                              <a:pt x="9035" y="919"/>
                              <a:pt x="6749" y="3396"/>
                              <a:pt x="5511" y="4539"/>
                            </a:cubicBezTo>
                            <a:cubicBezTo>
                              <a:pt x="4272" y="5682"/>
                              <a:pt x="1510" y="7777"/>
                              <a:pt x="367" y="7015"/>
                            </a:cubicBezTo>
                            <a:cubicBezTo>
                              <a:pt x="-871" y="6253"/>
                              <a:pt x="1320" y="3967"/>
                              <a:pt x="2558" y="2729"/>
                            </a:cubicBezTo>
                            <a:cubicBezTo>
                              <a:pt x="3796" y="1586"/>
                              <a:pt x="6558" y="-605"/>
                              <a:pt x="7797" y="15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93" name="Forme libre : forme 12492">
                        <a:extLst>
                          <a:ext uri="{FF2B5EF4-FFF2-40B4-BE49-F238E27FC236}">
                            <a16:creationId xmlns:a16="http://schemas.microsoft.com/office/drawing/2014/main" id="{D5C45D43-1142-4570-BB81-B19308CDC4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9936" y="2845094"/>
                        <a:ext cx="84537" cy="44492"/>
                      </a:xfrm>
                      <a:custGeom>
                        <a:avLst/>
                        <a:gdLst>
                          <a:gd name="connsiteX0" fmla="*/ 56211 w 84537"/>
                          <a:gd name="connsiteY0" fmla="*/ 2976 h 44492"/>
                          <a:gd name="connsiteX1" fmla="*/ 82595 w 84537"/>
                          <a:gd name="connsiteY1" fmla="*/ 880 h 44492"/>
                          <a:gd name="connsiteX2" fmla="*/ 81357 w 84537"/>
                          <a:gd name="connsiteY2" fmla="*/ 9262 h 44492"/>
                          <a:gd name="connsiteX3" fmla="*/ 70975 w 84537"/>
                          <a:gd name="connsiteY3" fmla="*/ 13167 h 44492"/>
                          <a:gd name="connsiteX4" fmla="*/ 38685 w 84537"/>
                          <a:gd name="connsiteY4" fmla="*/ 24216 h 44492"/>
                          <a:gd name="connsiteX5" fmla="*/ 14 w 84537"/>
                          <a:gd name="connsiteY5" fmla="*/ 42028 h 44492"/>
                          <a:gd name="connsiteX6" fmla="*/ 33256 w 84537"/>
                          <a:gd name="connsiteY6" fmla="*/ 8786 h 44492"/>
                          <a:gd name="connsiteX7" fmla="*/ 56211 w 84537"/>
                          <a:gd name="connsiteY7" fmla="*/ 2976 h 444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4537" h="44492">
                            <a:moveTo>
                              <a:pt x="56211" y="2976"/>
                            </a:moveTo>
                            <a:cubicBezTo>
                              <a:pt x="66689" y="594"/>
                              <a:pt x="74213" y="-1120"/>
                              <a:pt x="82595" y="880"/>
                            </a:cubicBezTo>
                            <a:cubicBezTo>
                              <a:pt x="85739" y="1642"/>
                              <a:pt x="84881" y="6309"/>
                              <a:pt x="81357" y="9262"/>
                            </a:cubicBezTo>
                            <a:cubicBezTo>
                              <a:pt x="77833" y="12215"/>
                              <a:pt x="74499" y="12596"/>
                              <a:pt x="70975" y="13167"/>
                            </a:cubicBezTo>
                            <a:cubicBezTo>
                              <a:pt x="59831" y="14691"/>
                              <a:pt x="50115" y="19263"/>
                              <a:pt x="38685" y="24216"/>
                            </a:cubicBezTo>
                            <a:cubicBezTo>
                              <a:pt x="31256" y="26788"/>
                              <a:pt x="966" y="52410"/>
                              <a:pt x="14" y="42028"/>
                            </a:cubicBezTo>
                            <a:cubicBezTo>
                              <a:pt x="-653" y="31741"/>
                              <a:pt x="23445" y="12691"/>
                              <a:pt x="33256" y="8786"/>
                            </a:cubicBezTo>
                            <a:cubicBezTo>
                              <a:pt x="42781" y="4404"/>
                              <a:pt x="48401" y="4881"/>
                              <a:pt x="56211" y="297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80" name="Graphique 1">
                      <a:extLst>
                        <a:ext uri="{FF2B5EF4-FFF2-40B4-BE49-F238E27FC236}">
                          <a16:creationId xmlns:a16="http://schemas.microsoft.com/office/drawing/2014/main" id="{028A4F1E-6FA2-4261-B853-77D1AEE677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9053" y="2735751"/>
                      <a:ext cx="192281" cy="113849"/>
                      <a:chOff x="419053" y="2735751"/>
                      <a:chExt cx="192281" cy="113849"/>
                    </a:xfrm>
                    <a:solidFill>
                      <a:schemeClr val="accent1"/>
                    </a:solidFill>
                  </p:grpSpPr>
                  <p:sp>
                    <p:nvSpPr>
                      <p:cNvPr id="12470" name="Forme libre : forme 12469">
                        <a:extLst>
                          <a:ext uri="{FF2B5EF4-FFF2-40B4-BE49-F238E27FC236}">
                            <a16:creationId xmlns:a16="http://schemas.microsoft.com/office/drawing/2014/main" id="{DF7A97FD-F7E4-4145-95B3-E2E7C48620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9053" y="2735751"/>
                        <a:ext cx="192281" cy="113849"/>
                      </a:xfrm>
                      <a:custGeom>
                        <a:avLst/>
                        <a:gdLst>
                          <a:gd name="connsiteX0" fmla="*/ 140164 w 192281"/>
                          <a:gd name="connsiteY0" fmla="*/ 75171 h 113849"/>
                          <a:gd name="connsiteX1" fmla="*/ 81014 w 192281"/>
                          <a:gd name="connsiteY1" fmla="*/ 102508 h 113849"/>
                          <a:gd name="connsiteX2" fmla="*/ 45009 w 192281"/>
                          <a:gd name="connsiteY2" fmla="*/ 113271 h 113849"/>
                          <a:gd name="connsiteX3" fmla="*/ 12148 w 192281"/>
                          <a:gd name="connsiteY3" fmla="*/ 111557 h 113849"/>
                          <a:gd name="connsiteX4" fmla="*/ 527 w 192281"/>
                          <a:gd name="connsiteY4" fmla="*/ 93459 h 113849"/>
                          <a:gd name="connsiteX5" fmla="*/ 15672 w 192281"/>
                          <a:gd name="connsiteY5" fmla="*/ 62313 h 113849"/>
                          <a:gd name="connsiteX6" fmla="*/ 46819 w 192281"/>
                          <a:gd name="connsiteY6" fmla="*/ 35262 h 113849"/>
                          <a:gd name="connsiteX7" fmla="*/ 77680 w 192281"/>
                          <a:gd name="connsiteY7" fmla="*/ 19355 h 113849"/>
                          <a:gd name="connsiteX8" fmla="*/ 95111 w 192281"/>
                          <a:gd name="connsiteY8" fmla="*/ 11449 h 113849"/>
                          <a:gd name="connsiteX9" fmla="*/ 110160 w 192281"/>
                          <a:gd name="connsiteY9" fmla="*/ 6115 h 113849"/>
                          <a:gd name="connsiteX10" fmla="*/ 182836 w 192281"/>
                          <a:gd name="connsiteY10" fmla="*/ 10497 h 113849"/>
                          <a:gd name="connsiteX11" fmla="*/ 191027 w 192281"/>
                          <a:gd name="connsiteY11" fmla="*/ 29832 h 113849"/>
                          <a:gd name="connsiteX12" fmla="*/ 171596 w 192281"/>
                          <a:gd name="connsiteY12" fmla="*/ 55169 h 113849"/>
                          <a:gd name="connsiteX13" fmla="*/ 157690 w 192281"/>
                          <a:gd name="connsiteY13" fmla="*/ 65265 h 113849"/>
                          <a:gd name="connsiteX14" fmla="*/ 140164 w 192281"/>
                          <a:gd name="connsiteY14" fmla="*/ 75171 h 113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2281" h="113849">
                            <a:moveTo>
                              <a:pt x="140164" y="75171"/>
                            </a:moveTo>
                            <a:cubicBezTo>
                              <a:pt x="125781" y="80982"/>
                              <a:pt x="95587" y="95745"/>
                              <a:pt x="81014" y="102508"/>
                            </a:cubicBezTo>
                            <a:cubicBezTo>
                              <a:pt x="67583" y="109461"/>
                              <a:pt x="55677" y="111747"/>
                              <a:pt x="45009" y="113271"/>
                            </a:cubicBezTo>
                            <a:cubicBezTo>
                              <a:pt x="34246" y="114605"/>
                              <a:pt x="23768" y="113462"/>
                              <a:pt x="12148" y="111557"/>
                            </a:cubicBezTo>
                            <a:cubicBezTo>
                              <a:pt x="4147" y="110223"/>
                              <a:pt x="-1854" y="101079"/>
                              <a:pt x="527" y="93459"/>
                            </a:cubicBezTo>
                            <a:cubicBezTo>
                              <a:pt x="3861" y="82506"/>
                              <a:pt x="8528" y="72218"/>
                              <a:pt x="15672" y="62313"/>
                            </a:cubicBezTo>
                            <a:cubicBezTo>
                              <a:pt x="22911" y="52597"/>
                              <a:pt x="33198" y="44120"/>
                              <a:pt x="46819" y="35262"/>
                            </a:cubicBezTo>
                            <a:cubicBezTo>
                              <a:pt x="54058" y="30404"/>
                              <a:pt x="65964" y="25165"/>
                              <a:pt x="77680" y="19355"/>
                            </a:cubicBezTo>
                            <a:cubicBezTo>
                              <a:pt x="83585" y="16592"/>
                              <a:pt x="89396" y="13545"/>
                              <a:pt x="95111" y="11449"/>
                            </a:cubicBezTo>
                            <a:cubicBezTo>
                              <a:pt x="100826" y="9449"/>
                              <a:pt x="105969" y="7544"/>
                              <a:pt x="110160" y="6115"/>
                            </a:cubicBezTo>
                            <a:cubicBezTo>
                              <a:pt x="141497" y="-5410"/>
                              <a:pt x="162452" y="1257"/>
                              <a:pt x="182836" y="10497"/>
                            </a:cubicBezTo>
                            <a:cubicBezTo>
                              <a:pt x="189980" y="13830"/>
                              <a:pt x="194647" y="23165"/>
                              <a:pt x="191027" y="29832"/>
                            </a:cubicBezTo>
                            <a:cubicBezTo>
                              <a:pt x="185789" y="39452"/>
                              <a:pt x="179693" y="47930"/>
                              <a:pt x="171596" y="55169"/>
                            </a:cubicBezTo>
                            <a:cubicBezTo>
                              <a:pt x="167501" y="58883"/>
                              <a:pt x="162929" y="61932"/>
                              <a:pt x="157690" y="65265"/>
                            </a:cubicBezTo>
                            <a:cubicBezTo>
                              <a:pt x="152451" y="68790"/>
                              <a:pt x="146736" y="72028"/>
                              <a:pt x="140164" y="7517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71" name="Forme libre : forme 12470">
                        <a:extLst>
                          <a:ext uri="{FF2B5EF4-FFF2-40B4-BE49-F238E27FC236}">
                            <a16:creationId xmlns:a16="http://schemas.microsoft.com/office/drawing/2014/main" id="{54C6335A-E710-40E4-8A80-8AB246FE35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723" y="2765012"/>
                        <a:ext cx="187166" cy="84423"/>
                      </a:xfrm>
                      <a:custGeom>
                        <a:avLst/>
                        <a:gdLst>
                          <a:gd name="connsiteX0" fmla="*/ 73723 w 187166"/>
                          <a:gd name="connsiteY0" fmla="*/ 44482 h 84423"/>
                          <a:gd name="connsiteX1" fmla="*/ 36957 w 187166"/>
                          <a:gd name="connsiteY1" fmla="*/ 64675 h 84423"/>
                          <a:gd name="connsiteX2" fmla="*/ 0 w 187166"/>
                          <a:gd name="connsiteY2" fmla="*/ 77248 h 84423"/>
                          <a:gd name="connsiteX3" fmla="*/ 8287 w 187166"/>
                          <a:gd name="connsiteY3" fmla="*/ 82201 h 84423"/>
                          <a:gd name="connsiteX4" fmla="*/ 19907 w 187166"/>
                          <a:gd name="connsiteY4" fmla="*/ 83820 h 84423"/>
                          <a:gd name="connsiteX5" fmla="*/ 52769 w 187166"/>
                          <a:gd name="connsiteY5" fmla="*/ 81820 h 84423"/>
                          <a:gd name="connsiteX6" fmla="*/ 77152 w 187166"/>
                          <a:gd name="connsiteY6" fmla="*/ 73057 h 84423"/>
                          <a:gd name="connsiteX7" fmla="*/ 86582 w 187166"/>
                          <a:gd name="connsiteY7" fmla="*/ 68485 h 84423"/>
                          <a:gd name="connsiteX8" fmla="*/ 131921 w 187166"/>
                          <a:gd name="connsiteY8" fmla="*/ 47720 h 84423"/>
                          <a:gd name="connsiteX9" fmla="*/ 136303 w 187166"/>
                          <a:gd name="connsiteY9" fmla="*/ 45720 h 84423"/>
                          <a:gd name="connsiteX10" fmla="*/ 159925 w 187166"/>
                          <a:gd name="connsiteY10" fmla="*/ 31718 h 84423"/>
                          <a:gd name="connsiteX11" fmla="*/ 181832 w 187166"/>
                          <a:gd name="connsiteY11" fmla="*/ 9144 h 84423"/>
                          <a:gd name="connsiteX12" fmla="*/ 187071 w 187166"/>
                          <a:gd name="connsiteY12" fmla="*/ 381 h 84423"/>
                          <a:gd name="connsiteX13" fmla="*/ 187166 w 187166"/>
                          <a:gd name="connsiteY13" fmla="*/ 0 h 84423"/>
                          <a:gd name="connsiteX14" fmla="*/ 128588 w 187166"/>
                          <a:gd name="connsiteY14" fmla="*/ 18479 h 84423"/>
                          <a:gd name="connsiteX15" fmla="*/ 114300 w 187166"/>
                          <a:gd name="connsiteY15" fmla="*/ 24098 h 84423"/>
                          <a:gd name="connsiteX16" fmla="*/ 100394 w 187166"/>
                          <a:gd name="connsiteY16" fmla="*/ 30385 h 84423"/>
                          <a:gd name="connsiteX17" fmla="*/ 73723 w 187166"/>
                          <a:gd name="connsiteY17" fmla="*/ 44482 h 844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87166" h="84423">
                            <a:moveTo>
                              <a:pt x="73723" y="44482"/>
                            </a:moveTo>
                            <a:cubicBezTo>
                              <a:pt x="61817" y="51625"/>
                              <a:pt x="49625" y="59246"/>
                              <a:pt x="36957" y="64675"/>
                            </a:cubicBezTo>
                            <a:cubicBezTo>
                              <a:pt x="24860" y="71056"/>
                              <a:pt x="12478" y="75724"/>
                              <a:pt x="0" y="77248"/>
                            </a:cubicBezTo>
                            <a:cubicBezTo>
                              <a:pt x="2096" y="79724"/>
                              <a:pt x="5048" y="81629"/>
                              <a:pt x="8287" y="82201"/>
                            </a:cubicBezTo>
                            <a:cubicBezTo>
                              <a:pt x="12287" y="82867"/>
                              <a:pt x="16097" y="83439"/>
                              <a:pt x="19907" y="83820"/>
                            </a:cubicBezTo>
                            <a:cubicBezTo>
                              <a:pt x="30956" y="85058"/>
                              <a:pt x="41053" y="84391"/>
                              <a:pt x="52769" y="81820"/>
                            </a:cubicBezTo>
                            <a:cubicBezTo>
                              <a:pt x="60388" y="80200"/>
                              <a:pt x="68294" y="77438"/>
                              <a:pt x="77152" y="73057"/>
                            </a:cubicBezTo>
                            <a:cubicBezTo>
                              <a:pt x="79819" y="71723"/>
                              <a:pt x="82963" y="69913"/>
                              <a:pt x="86582" y="68485"/>
                            </a:cubicBezTo>
                            <a:cubicBezTo>
                              <a:pt x="100775" y="62389"/>
                              <a:pt x="119253" y="52388"/>
                              <a:pt x="131921" y="47720"/>
                            </a:cubicBezTo>
                            <a:cubicBezTo>
                              <a:pt x="133540" y="47054"/>
                              <a:pt x="134969" y="46291"/>
                              <a:pt x="136303" y="45720"/>
                            </a:cubicBezTo>
                            <a:cubicBezTo>
                              <a:pt x="145732" y="41624"/>
                              <a:pt x="153067" y="36100"/>
                              <a:pt x="159925" y="31718"/>
                            </a:cubicBezTo>
                            <a:cubicBezTo>
                              <a:pt x="169069" y="25241"/>
                              <a:pt x="175831" y="17621"/>
                              <a:pt x="181832" y="9144"/>
                            </a:cubicBezTo>
                            <a:cubicBezTo>
                              <a:pt x="183737" y="6287"/>
                              <a:pt x="185452" y="3429"/>
                              <a:pt x="187071" y="381"/>
                            </a:cubicBezTo>
                            <a:lnTo>
                              <a:pt x="187166" y="0"/>
                            </a:lnTo>
                            <a:cubicBezTo>
                              <a:pt x="167735" y="5810"/>
                              <a:pt x="147447" y="10287"/>
                              <a:pt x="128588" y="18479"/>
                            </a:cubicBezTo>
                            <a:lnTo>
                              <a:pt x="114300" y="24098"/>
                            </a:lnTo>
                            <a:cubicBezTo>
                              <a:pt x="109538" y="25908"/>
                              <a:pt x="104870" y="27908"/>
                              <a:pt x="100394" y="30385"/>
                            </a:cubicBezTo>
                            <a:cubicBezTo>
                              <a:pt x="91345" y="35052"/>
                              <a:pt x="82391" y="39719"/>
                              <a:pt x="73723" y="4448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72" name="Forme libre : forme 12471">
                        <a:extLst>
                          <a:ext uri="{FF2B5EF4-FFF2-40B4-BE49-F238E27FC236}">
                            <a16:creationId xmlns:a16="http://schemas.microsoft.com/office/drawing/2014/main" id="{FE1B3391-1D23-450D-9233-DC82890C9F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482" y="2763762"/>
                        <a:ext cx="89277" cy="44310"/>
                      </a:xfrm>
                      <a:custGeom>
                        <a:avLst/>
                        <a:gdLst>
                          <a:gd name="connsiteX0" fmla="*/ 89070 w 89277"/>
                          <a:gd name="connsiteY0" fmla="*/ 3917 h 44310"/>
                          <a:gd name="connsiteX1" fmla="*/ 47446 w 89277"/>
                          <a:gd name="connsiteY1" fmla="*/ 33063 h 44310"/>
                          <a:gd name="connsiteX2" fmla="*/ 773 w 89277"/>
                          <a:gd name="connsiteY2" fmla="*/ 41064 h 44310"/>
                          <a:gd name="connsiteX3" fmla="*/ 37254 w 89277"/>
                          <a:gd name="connsiteY3" fmla="*/ 10489 h 44310"/>
                          <a:gd name="connsiteX4" fmla="*/ 89070 w 89277"/>
                          <a:gd name="connsiteY4" fmla="*/ 3917 h 443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9277" h="44310">
                            <a:moveTo>
                              <a:pt x="89070" y="3917"/>
                            </a:moveTo>
                            <a:cubicBezTo>
                              <a:pt x="92213" y="12680"/>
                              <a:pt x="58876" y="28587"/>
                              <a:pt x="47446" y="33063"/>
                            </a:cubicBezTo>
                            <a:cubicBezTo>
                              <a:pt x="36492" y="38683"/>
                              <a:pt x="6107" y="49828"/>
                              <a:pt x="773" y="41064"/>
                            </a:cubicBezTo>
                            <a:cubicBezTo>
                              <a:pt x="-5323" y="30873"/>
                              <a:pt x="26300" y="15537"/>
                              <a:pt x="37254" y="10489"/>
                            </a:cubicBezTo>
                            <a:cubicBezTo>
                              <a:pt x="48684" y="6393"/>
                              <a:pt x="85355" y="-6370"/>
                              <a:pt x="89070" y="391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73" name="Forme libre : forme 12472">
                        <a:extLst>
                          <a:ext uri="{FF2B5EF4-FFF2-40B4-BE49-F238E27FC236}">
                            <a16:creationId xmlns:a16="http://schemas.microsoft.com/office/drawing/2014/main" id="{E485F443-DE20-4E92-B2B8-925E1571F4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657" y="2786919"/>
                        <a:ext cx="66748" cy="21029"/>
                      </a:xfrm>
                      <a:custGeom>
                        <a:avLst/>
                        <a:gdLst>
                          <a:gd name="connsiteX0" fmla="*/ 15123 w 66748"/>
                          <a:gd name="connsiteY0" fmla="*/ 0 h 21029"/>
                          <a:gd name="connsiteX1" fmla="*/ 4265 w 66748"/>
                          <a:gd name="connsiteY1" fmla="*/ 8668 h 21029"/>
                          <a:gd name="connsiteX2" fmla="*/ 1121 w 66748"/>
                          <a:gd name="connsiteY2" fmla="*/ 18288 h 21029"/>
                          <a:gd name="connsiteX3" fmla="*/ 48746 w 66748"/>
                          <a:gd name="connsiteY3" fmla="*/ 9811 h 21029"/>
                          <a:gd name="connsiteX4" fmla="*/ 66749 w 66748"/>
                          <a:gd name="connsiteY4" fmla="*/ 1048 h 21029"/>
                          <a:gd name="connsiteX5" fmla="*/ 56462 w 66748"/>
                          <a:gd name="connsiteY5" fmla="*/ 4286 h 21029"/>
                          <a:gd name="connsiteX6" fmla="*/ 32173 w 66748"/>
                          <a:gd name="connsiteY6" fmla="*/ 7048 h 21029"/>
                          <a:gd name="connsiteX7" fmla="*/ 15123 w 66748"/>
                          <a:gd name="connsiteY7" fmla="*/ 0 h 210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6748" h="21029">
                            <a:moveTo>
                              <a:pt x="15123" y="0"/>
                            </a:moveTo>
                            <a:cubicBezTo>
                              <a:pt x="12742" y="2191"/>
                              <a:pt x="7884" y="5429"/>
                              <a:pt x="4265" y="8668"/>
                            </a:cubicBezTo>
                            <a:cubicBezTo>
                              <a:pt x="740" y="12097"/>
                              <a:pt x="-1450" y="15812"/>
                              <a:pt x="1121" y="18288"/>
                            </a:cubicBezTo>
                            <a:cubicBezTo>
                              <a:pt x="9313" y="25622"/>
                              <a:pt x="34745" y="16669"/>
                              <a:pt x="48746" y="9811"/>
                            </a:cubicBezTo>
                            <a:cubicBezTo>
                              <a:pt x="53033" y="8192"/>
                              <a:pt x="62272" y="3810"/>
                              <a:pt x="66749" y="1048"/>
                            </a:cubicBezTo>
                            <a:cubicBezTo>
                              <a:pt x="63986" y="2000"/>
                              <a:pt x="59319" y="3810"/>
                              <a:pt x="56462" y="4286"/>
                            </a:cubicBezTo>
                            <a:cubicBezTo>
                              <a:pt x="48365" y="5239"/>
                              <a:pt x="39698" y="7048"/>
                              <a:pt x="32173" y="7048"/>
                            </a:cubicBezTo>
                            <a:cubicBezTo>
                              <a:pt x="24648" y="6953"/>
                              <a:pt x="18171" y="5144"/>
                              <a:pt x="15123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74" name="Forme libre : forme 12473">
                        <a:extLst>
                          <a:ext uri="{FF2B5EF4-FFF2-40B4-BE49-F238E27FC236}">
                            <a16:creationId xmlns:a16="http://schemas.microsoft.com/office/drawing/2014/main" id="{EADFADA5-A6FD-4764-9B27-4D9B703C6A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9053" y="2764070"/>
                        <a:ext cx="89213" cy="44485"/>
                      </a:xfrm>
                      <a:custGeom>
                        <a:avLst/>
                        <a:gdLst>
                          <a:gd name="connsiteX0" fmla="*/ 89213 w 89213"/>
                          <a:gd name="connsiteY0" fmla="*/ 4562 h 44485"/>
                          <a:gd name="connsiteX1" fmla="*/ 47113 w 89213"/>
                          <a:gd name="connsiteY1" fmla="*/ 33803 h 44485"/>
                          <a:gd name="connsiteX2" fmla="*/ 821 w 89213"/>
                          <a:gd name="connsiteY2" fmla="*/ 40757 h 44485"/>
                          <a:gd name="connsiteX3" fmla="*/ 37397 w 89213"/>
                          <a:gd name="connsiteY3" fmla="*/ 10943 h 44485"/>
                          <a:gd name="connsiteX4" fmla="*/ 67115 w 89213"/>
                          <a:gd name="connsiteY4" fmla="*/ 1799 h 44485"/>
                          <a:gd name="connsiteX5" fmla="*/ 89213 w 89213"/>
                          <a:gd name="connsiteY5" fmla="*/ 4562 h 444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9213" h="44485">
                            <a:moveTo>
                              <a:pt x="89213" y="4562"/>
                            </a:moveTo>
                            <a:cubicBezTo>
                              <a:pt x="89118" y="14182"/>
                              <a:pt x="59305" y="28755"/>
                              <a:pt x="47113" y="33803"/>
                            </a:cubicBezTo>
                            <a:cubicBezTo>
                              <a:pt x="35111" y="39423"/>
                              <a:pt x="7298" y="50186"/>
                              <a:pt x="821" y="40757"/>
                            </a:cubicBezTo>
                            <a:cubicBezTo>
                              <a:pt x="-5560" y="31517"/>
                              <a:pt x="27015" y="15134"/>
                              <a:pt x="37397" y="10943"/>
                            </a:cubicBezTo>
                            <a:cubicBezTo>
                              <a:pt x="42636" y="8943"/>
                              <a:pt x="55495" y="4466"/>
                              <a:pt x="67115" y="1799"/>
                            </a:cubicBezTo>
                            <a:cubicBezTo>
                              <a:pt x="78450" y="-1249"/>
                              <a:pt x="89118" y="-486"/>
                              <a:pt x="89213" y="456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75" name="Forme libre : forme 12474">
                        <a:extLst>
                          <a:ext uri="{FF2B5EF4-FFF2-40B4-BE49-F238E27FC236}">
                            <a16:creationId xmlns:a16="http://schemas.microsoft.com/office/drawing/2014/main" id="{1FBAA5FF-FF4D-49AF-8ED0-7DF0C558BB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002" y="2785631"/>
                        <a:ext cx="115491" cy="46430"/>
                      </a:xfrm>
                      <a:custGeom>
                        <a:avLst/>
                        <a:gdLst>
                          <a:gd name="connsiteX0" fmla="*/ 4248 w 115491"/>
                          <a:gd name="connsiteY0" fmla="*/ 42531 h 46430"/>
                          <a:gd name="connsiteX1" fmla="*/ 20727 w 115491"/>
                          <a:gd name="connsiteY1" fmla="*/ 46341 h 46430"/>
                          <a:gd name="connsiteX2" fmla="*/ 65494 w 115491"/>
                          <a:gd name="connsiteY2" fmla="*/ 40245 h 46430"/>
                          <a:gd name="connsiteX3" fmla="*/ 86544 w 115491"/>
                          <a:gd name="connsiteY3" fmla="*/ 31387 h 46430"/>
                          <a:gd name="connsiteX4" fmla="*/ 95974 w 115491"/>
                          <a:gd name="connsiteY4" fmla="*/ 25577 h 46430"/>
                          <a:gd name="connsiteX5" fmla="*/ 104451 w 115491"/>
                          <a:gd name="connsiteY5" fmla="*/ 19957 h 46430"/>
                          <a:gd name="connsiteX6" fmla="*/ 114072 w 115491"/>
                          <a:gd name="connsiteY6" fmla="*/ 1478 h 46430"/>
                          <a:gd name="connsiteX7" fmla="*/ 98355 w 115491"/>
                          <a:gd name="connsiteY7" fmla="*/ 1383 h 46430"/>
                          <a:gd name="connsiteX8" fmla="*/ 55493 w 115491"/>
                          <a:gd name="connsiteY8" fmla="*/ 5193 h 46430"/>
                          <a:gd name="connsiteX9" fmla="*/ 12440 w 115491"/>
                          <a:gd name="connsiteY9" fmla="*/ 13671 h 46430"/>
                          <a:gd name="connsiteX10" fmla="*/ 4248 w 115491"/>
                          <a:gd name="connsiteY10" fmla="*/ 42531 h 46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15491" h="46430">
                            <a:moveTo>
                              <a:pt x="4248" y="42531"/>
                            </a:moveTo>
                            <a:cubicBezTo>
                              <a:pt x="9773" y="46436"/>
                              <a:pt x="12726" y="46627"/>
                              <a:pt x="20727" y="46341"/>
                            </a:cubicBezTo>
                            <a:cubicBezTo>
                              <a:pt x="36443" y="46436"/>
                              <a:pt x="48444" y="45865"/>
                              <a:pt x="65494" y="40245"/>
                            </a:cubicBezTo>
                            <a:cubicBezTo>
                              <a:pt x="72638" y="38055"/>
                              <a:pt x="79877" y="35007"/>
                              <a:pt x="86544" y="31387"/>
                            </a:cubicBezTo>
                            <a:cubicBezTo>
                              <a:pt x="89878" y="29577"/>
                              <a:pt x="93021" y="27577"/>
                              <a:pt x="95974" y="25577"/>
                            </a:cubicBezTo>
                            <a:cubicBezTo>
                              <a:pt x="99022" y="23767"/>
                              <a:pt x="101880" y="21957"/>
                              <a:pt x="104451" y="19957"/>
                            </a:cubicBezTo>
                            <a:cubicBezTo>
                              <a:pt x="111976" y="14147"/>
                              <a:pt x="118453" y="6336"/>
                              <a:pt x="114072" y="1478"/>
                            </a:cubicBezTo>
                            <a:cubicBezTo>
                              <a:pt x="111309" y="-1474"/>
                              <a:pt x="104451" y="812"/>
                              <a:pt x="98355" y="1383"/>
                            </a:cubicBezTo>
                            <a:cubicBezTo>
                              <a:pt x="83782" y="2050"/>
                              <a:pt x="70923" y="5765"/>
                              <a:pt x="55493" y="5193"/>
                            </a:cubicBezTo>
                            <a:cubicBezTo>
                              <a:pt x="42348" y="4526"/>
                              <a:pt x="27108" y="3288"/>
                              <a:pt x="12440" y="13671"/>
                            </a:cubicBezTo>
                            <a:cubicBezTo>
                              <a:pt x="-800" y="22529"/>
                              <a:pt x="-3372" y="37483"/>
                              <a:pt x="4248" y="4253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76" name="Forme libre : forme 12475">
                        <a:extLst>
                          <a:ext uri="{FF2B5EF4-FFF2-40B4-BE49-F238E27FC236}">
                            <a16:creationId xmlns:a16="http://schemas.microsoft.com/office/drawing/2014/main" id="{8C673D24-6420-4FC9-95DD-758E597740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435" y="2780680"/>
                        <a:ext cx="32525" cy="26925"/>
                      </a:xfrm>
                      <a:custGeom>
                        <a:avLst/>
                        <a:gdLst>
                          <a:gd name="connsiteX0" fmla="*/ 2007 w 32525"/>
                          <a:gd name="connsiteY0" fmla="*/ 21766 h 26925"/>
                          <a:gd name="connsiteX1" fmla="*/ 7 w 32525"/>
                          <a:gd name="connsiteY1" fmla="*/ 25861 h 26925"/>
                          <a:gd name="connsiteX2" fmla="*/ 3817 w 32525"/>
                          <a:gd name="connsiteY2" fmla="*/ 26528 h 26925"/>
                          <a:gd name="connsiteX3" fmla="*/ 10199 w 32525"/>
                          <a:gd name="connsiteY3" fmla="*/ 23004 h 26925"/>
                          <a:gd name="connsiteX4" fmla="*/ 24677 w 32525"/>
                          <a:gd name="connsiteY4" fmla="*/ 12336 h 26925"/>
                          <a:gd name="connsiteX5" fmla="*/ 29725 w 32525"/>
                          <a:gd name="connsiteY5" fmla="*/ 8240 h 26925"/>
                          <a:gd name="connsiteX6" fmla="*/ 22391 w 32525"/>
                          <a:gd name="connsiteY6" fmla="*/ 2430 h 26925"/>
                          <a:gd name="connsiteX7" fmla="*/ 2007 w 32525"/>
                          <a:gd name="connsiteY7" fmla="*/ 21766 h 269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2525" h="26925">
                            <a:moveTo>
                              <a:pt x="2007" y="21766"/>
                            </a:moveTo>
                            <a:cubicBezTo>
                              <a:pt x="769" y="23385"/>
                              <a:pt x="-88" y="24528"/>
                              <a:pt x="7" y="25861"/>
                            </a:cubicBezTo>
                            <a:cubicBezTo>
                              <a:pt x="102" y="27195"/>
                              <a:pt x="1817" y="27099"/>
                              <a:pt x="3817" y="26528"/>
                            </a:cubicBezTo>
                            <a:cubicBezTo>
                              <a:pt x="5722" y="25861"/>
                              <a:pt x="8294" y="24337"/>
                              <a:pt x="10199" y="23004"/>
                            </a:cubicBezTo>
                            <a:cubicBezTo>
                              <a:pt x="15057" y="19670"/>
                              <a:pt x="20200" y="15955"/>
                              <a:pt x="24677" y="12336"/>
                            </a:cubicBezTo>
                            <a:cubicBezTo>
                              <a:pt x="26582" y="11002"/>
                              <a:pt x="28392" y="9764"/>
                              <a:pt x="29725" y="8240"/>
                            </a:cubicBezTo>
                            <a:cubicBezTo>
                              <a:pt x="35154" y="1858"/>
                              <a:pt x="32678" y="-3190"/>
                              <a:pt x="22391" y="2430"/>
                            </a:cubicBezTo>
                            <a:cubicBezTo>
                              <a:pt x="14390" y="6716"/>
                              <a:pt x="6960" y="15384"/>
                              <a:pt x="2007" y="2176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77" name="Forme libre : forme 12476">
                        <a:extLst>
                          <a:ext uri="{FF2B5EF4-FFF2-40B4-BE49-F238E27FC236}">
                            <a16:creationId xmlns:a16="http://schemas.microsoft.com/office/drawing/2014/main" id="{9366AE51-ADCC-4A24-B3D7-2DD2C6EF02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0645" y="2763583"/>
                        <a:ext cx="45910" cy="44862"/>
                      </a:xfrm>
                      <a:custGeom>
                        <a:avLst/>
                        <a:gdLst>
                          <a:gd name="connsiteX0" fmla="*/ 45910 w 45910"/>
                          <a:gd name="connsiteY0" fmla="*/ 0 h 44862"/>
                          <a:gd name="connsiteX1" fmla="*/ 0 w 45910"/>
                          <a:gd name="connsiteY1" fmla="*/ 44863 h 44862"/>
                          <a:gd name="connsiteX2" fmla="*/ 45910 w 45910"/>
                          <a:gd name="connsiteY2" fmla="*/ 0 h 448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5910" h="44862">
                            <a:moveTo>
                              <a:pt x="45910" y="0"/>
                            </a:moveTo>
                            <a:cubicBezTo>
                              <a:pt x="41434" y="16383"/>
                              <a:pt x="14859" y="32290"/>
                              <a:pt x="0" y="44863"/>
                            </a:cubicBezTo>
                            <a:cubicBezTo>
                              <a:pt x="16383" y="31432"/>
                              <a:pt x="34100" y="15049"/>
                              <a:pt x="459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78" name="Forme libre : forme 12477">
                        <a:extLst>
                          <a:ext uri="{FF2B5EF4-FFF2-40B4-BE49-F238E27FC236}">
                            <a16:creationId xmlns:a16="http://schemas.microsoft.com/office/drawing/2014/main" id="{17BD154C-E743-4BDD-A8B6-3E327BD152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771" y="2771775"/>
                        <a:ext cx="47243" cy="58197"/>
                      </a:xfrm>
                      <a:custGeom>
                        <a:avLst/>
                        <a:gdLst>
                          <a:gd name="connsiteX0" fmla="*/ 47244 w 47243"/>
                          <a:gd name="connsiteY0" fmla="*/ 0 h 58197"/>
                          <a:gd name="connsiteX1" fmla="*/ 17240 w 47243"/>
                          <a:gd name="connsiteY1" fmla="*/ 27051 h 58197"/>
                          <a:gd name="connsiteX2" fmla="*/ 0 w 47243"/>
                          <a:gd name="connsiteY2" fmla="*/ 58198 h 58197"/>
                          <a:gd name="connsiteX3" fmla="*/ 18669 w 47243"/>
                          <a:gd name="connsiteY3" fmla="*/ 27527 h 58197"/>
                          <a:gd name="connsiteX4" fmla="*/ 47244 w 47243"/>
                          <a:gd name="connsiteY4" fmla="*/ 0 h 581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243" h="58197">
                            <a:moveTo>
                              <a:pt x="47244" y="0"/>
                            </a:moveTo>
                            <a:cubicBezTo>
                              <a:pt x="35242" y="7811"/>
                              <a:pt x="25146" y="17145"/>
                              <a:pt x="17240" y="27051"/>
                            </a:cubicBezTo>
                            <a:cubicBezTo>
                              <a:pt x="9620" y="37529"/>
                              <a:pt x="4000" y="48292"/>
                              <a:pt x="0" y="58198"/>
                            </a:cubicBezTo>
                            <a:cubicBezTo>
                              <a:pt x="3334" y="48768"/>
                              <a:pt x="10192" y="38100"/>
                              <a:pt x="18669" y="27527"/>
                            </a:cubicBezTo>
                            <a:cubicBezTo>
                              <a:pt x="27432" y="17716"/>
                              <a:pt x="37814" y="8096"/>
                              <a:pt x="4724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79" name="Forme libre : forme 12478">
                        <a:extLst>
                          <a:ext uri="{FF2B5EF4-FFF2-40B4-BE49-F238E27FC236}">
                            <a16:creationId xmlns:a16="http://schemas.microsoft.com/office/drawing/2014/main" id="{549928BB-01D5-48F0-9D97-FE8CC06AD4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310" y="2770287"/>
                        <a:ext cx="34478" cy="13317"/>
                      </a:xfrm>
                      <a:custGeom>
                        <a:avLst/>
                        <a:gdLst>
                          <a:gd name="connsiteX0" fmla="*/ 34430 w 34478"/>
                          <a:gd name="connsiteY0" fmla="*/ 2059 h 13317"/>
                          <a:gd name="connsiteX1" fmla="*/ 15380 w 34478"/>
                          <a:gd name="connsiteY1" fmla="*/ 11012 h 13317"/>
                          <a:gd name="connsiteX2" fmla="*/ 44 w 34478"/>
                          <a:gd name="connsiteY2" fmla="*/ 11203 h 13317"/>
                          <a:gd name="connsiteX3" fmla="*/ 7664 w 34478"/>
                          <a:gd name="connsiteY3" fmla="*/ 5202 h 13317"/>
                          <a:gd name="connsiteX4" fmla="*/ 17856 w 34478"/>
                          <a:gd name="connsiteY4" fmla="*/ 2249 h 13317"/>
                          <a:gd name="connsiteX5" fmla="*/ 34430 w 34478"/>
                          <a:gd name="connsiteY5" fmla="*/ 2059 h 133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478" h="13317">
                            <a:moveTo>
                              <a:pt x="34430" y="2059"/>
                            </a:moveTo>
                            <a:cubicBezTo>
                              <a:pt x="33477" y="6154"/>
                              <a:pt x="19666" y="9869"/>
                              <a:pt x="15380" y="11012"/>
                            </a:cubicBezTo>
                            <a:cubicBezTo>
                              <a:pt x="10998" y="11774"/>
                              <a:pt x="-813" y="15679"/>
                              <a:pt x="44" y="11203"/>
                            </a:cubicBezTo>
                            <a:cubicBezTo>
                              <a:pt x="521" y="9012"/>
                              <a:pt x="3854" y="6726"/>
                              <a:pt x="7664" y="5202"/>
                            </a:cubicBezTo>
                            <a:cubicBezTo>
                              <a:pt x="11570" y="3773"/>
                              <a:pt x="15856" y="2726"/>
                              <a:pt x="17856" y="2249"/>
                            </a:cubicBezTo>
                            <a:cubicBezTo>
                              <a:pt x="22047" y="1202"/>
                              <a:pt x="35382" y="-2132"/>
                              <a:pt x="34430" y="205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80" name="Forme libre : forme 12479">
                        <a:extLst>
                          <a:ext uri="{FF2B5EF4-FFF2-40B4-BE49-F238E27FC236}">
                            <a16:creationId xmlns:a16="http://schemas.microsoft.com/office/drawing/2014/main" id="{6FF02254-98EF-4E11-AE86-94FEAEEC47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5942" y="2768881"/>
                        <a:ext cx="9778" cy="4710"/>
                      </a:xfrm>
                      <a:custGeom>
                        <a:avLst/>
                        <a:gdLst>
                          <a:gd name="connsiteX0" fmla="*/ 9655 w 9778"/>
                          <a:gd name="connsiteY0" fmla="*/ 512 h 4710"/>
                          <a:gd name="connsiteX1" fmla="*/ 5845 w 9778"/>
                          <a:gd name="connsiteY1" fmla="*/ 3750 h 4710"/>
                          <a:gd name="connsiteX2" fmla="*/ 130 w 9778"/>
                          <a:gd name="connsiteY2" fmla="*/ 4131 h 4710"/>
                          <a:gd name="connsiteX3" fmla="*/ 3750 w 9778"/>
                          <a:gd name="connsiteY3" fmla="*/ 988 h 4710"/>
                          <a:gd name="connsiteX4" fmla="*/ 9655 w 9778"/>
                          <a:gd name="connsiteY4" fmla="*/ 512 h 47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78" h="4710">
                            <a:moveTo>
                              <a:pt x="9655" y="512"/>
                            </a:moveTo>
                            <a:cubicBezTo>
                              <a:pt x="10417" y="1655"/>
                              <a:pt x="7465" y="3179"/>
                              <a:pt x="5845" y="3750"/>
                            </a:cubicBezTo>
                            <a:cubicBezTo>
                              <a:pt x="4226" y="4322"/>
                              <a:pt x="987" y="5370"/>
                              <a:pt x="130" y="4131"/>
                            </a:cubicBezTo>
                            <a:cubicBezTo>
                              <a:pt x="-632" y="2988"/>
                              <a:pt x="2130" y="1559"/>
                              <a:pt x="3750" y="988"/>
                            </a:cubicBezTo>
                            <a:cubicBezTo>
                              <a:pt x="5464" y="416"/>
                              <a:pt x="8893" y="-631"/>
                              <a:pt x="9655" y="51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81" name="Forme libre : forme 12480">
                        <a:extLst>
                          <a:ext uri="{FF2B5EF4-FFF2-40B4-BE49-F238E27FC236}">
                            <a16:creationId xmlns:a16="http://schemas.microsoft.com/office/drawing/2014/main" id="{25136B64-01E2-48A6-8E47-164AEFE91A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697" y="2743902"/>
                        <a:ext cx="93215" cy="21716"/>
                      </a:xfrm>
                      <a:custGeom>
                        <a:avLst/>
                        <a:gdLst>
                          <a:gd name="connsiteX0" fmla="*/ 67140 w 93215"/>
                          <a:gd name="connsiteY0" fmla="*/ 4155 h 21716"/>
                          <a:gd name="connsiteX1" fmla="*/ 92191 w 93215"/>
                          <a:gd name="connsiteY1" fmla="*/ 12346 h 21716"/>
                          <a:gd name="connsiteX2" fmla="*/ 87810 w 93215"/>
                          <a:gd name="connsiteY2" fmla="*/ 19586 h 21716"/>
                          <a:gd name="connsiteX3" fmla="*/ 76761 w 93215"/>
                          <a:gd name="connsiteY3" fmla="*/ 19204 h 21716"/>
                          <a:gd name="connsiteX4" fmla="*/ 60282 w 93215"/>
                          <a:gd name="connsiteY4" fmla="*/ 16537 h 21716"/>
                          <a:gd name="connsiteX5" fmla="*/ 42756 w 93215"/>
                          <a:gd name="connsiteY5" fmla="*/ 16633 h 21716"/>
                          <a:gd name="connsiteX6" fmla="*/ 17325 w 93215"/>
                          <a:gd name="connsiteY6" fmla="*/ 20633 h 21716"/>
                          <a:gd name="connsiteX7" fmla="*/ 180 w 93215"/>
                          <a:gd name="connsiteY7" fmla="*/ 17966 h 21716"/>
                          <a:gd name="connsiteX8" fmla="*/ 6847 w 93215"/>
                          <a:gd name="connsiteY8" fmla="*/ 10727 h 21716"/>
                          <a:gd name="connsiteX9" fmla="*/ 19325 w 93215"/>
                          <a:gd name="connsiteY9" fmla="*/ 5393 h 21716"/>
                          <a:gd name="connsiteX10" fmla="*/ 43709 w 93215"/>
                          <a:gd name="connsiteY10" fmla="*/ 154 h 21716"/>
                          <a:gd name="connsiteX11" fmla="*/ 67140 w 93215"/>
                          <a:gd name="connsiteY11" fmla="*/ 4155 h 217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93215" h="21716">
                            <a:moveTo>
                              <a:pt x="67140" y="4155"/>
                            </a:moveTo>
                            <a:cubicBezTo>
                              <a:pt x="77713" y="5965"/>
                              <a:pt x="85238" y="7394"/>
                              <a:pt x="92191" y="12346"/>
                            </a:cubicBezTo>
                            <a:cubicBezTo>
                              <a:pt x="94763" y="14252"/>
                              <a:pt x="92191" y="18252"/>
                              <a:pt x="87810" y="19586"/>
                            </a:cubicBezTo>
                            <a:cubicBezTo>
                              <a:pt x="83428" y="20919"/>
                              <a:pt x="80190" y="20062"/>
                              <a:pt x="76761" y="19204"/>
                            </a:cubicBezTo>
                            <a:cubicBezTo>
                              <a:pt x="71427" y="17871"/>
                              <a:pt x="65902" y="17109"/>
                              <a:pt x="60282" y="16537"/>
                            </a:cubicBezTo>
                            <a:cubicBezTo>
                              <a:pt x="54567" y="15966"/>
                              <a:pt x="48852" y="16442"/>
                              <a:pt x="42756" y="16633"/>
                            </a:cubicBezTo>
                            <a:cubicBezTo>
                              <a:pt x="38946" y="16823"/>
                              <a:pt x="27421" y="19300"/>
                              <a:pt x="17325" y="20633"/>
                            </a:cubicBezTo>
                            <a:cubicBezTo>
                              <a:pt x="7038" y="21776"/>
                              <a:pt x="-1344" y="23205"/>
                              <a:pt x="180" y="17966"/>
                            </a:cubicBezTo>
                            <a:cubicBezTo>
                              <a:pt x="1037" y="15490"/>
                              <a:pt x="3418" y="12918"/>
                              <a:pt x="6847" y="10727"/>
                            </a:cubicBezTo>
                            <a:cubicBezTo>
                              <a:pt x="10276" y="8727"/>
                              <a:pt x="14753" y="6917"/>
                              <a:pt x="19325" y="5393"/>
                            </a:cubicBezTo>
                            <a:cubicBezTo>
                              <a:pt x="28564" y="2345"/>
                              <a:pt x="38565" y="536"/>
                              <a:pt x="43709" y="154"/>
                            </a:cubicBezTo>
                            <a:cubicBezTo>
                              <a:pt x="53996" y="-798"/>
                              <a:pt x="59235" y="2917"/>
                              <a:pt x="67140" y="415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81" name="Graphique 1">
                      <a:extLst>
                        <a:ext uri="{FF2B5EF4-FFF2-40B4-BE49-F238E27FC236}">
                          <a16:creationId xmlns:a16="http://schemas.microsoft.com/office/drawing/2014/main" id="{19441819-CF95-43AD-9257-1B7D77EC3E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0015" y="2704285"/>
                      <a:ext cx="206820" cy="78690"/>
                      <a:chOff x="610015" y="2704285"/>
                      <a:chExt cx="206820" cy="78690"/>
                    </a:xfrm>
                    <a:solidFill>
                      <a:schemeClr val="accent1"/>
                    </a:solidFill>
                  </p:grpSpPr>
                  <p:sp>
                    <p:nvSpPr>
                      <p:cNvPr id="12458" name="Forme libre : forme 12457">
                        <a:extLst>
                          <a:ext uri="{FF2B5EF4-FFF2-40B4-BE49-F238E27FC236}">
                            <a16:creationId xmlns:a16="http://schemas.microsoft.com/office/drawing/2014/main" id="{90650F85-448A-4557-BA65-B929793369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0015" y="2704285"/>
                        <a:ext cx="206820" cy="78690"/>
                      </a:xfrm>
                      <a:custGeom>
                        <a:avLst/>
                        <a:gdLst>
                          <a:gd name="connsiteX0" fmla="*/ 137606 w 206820"/>
                          <a:gd name="connsiteY0" fmla="*/ 76538 h 78690"/>
                          <a:gd name="connsiteX1" fmla="*/ 105983 w 206820"/>
                          <a:gd name="connsiteY1" fmla="*/ 77015 h 78690"/>
                          <a:gd name="connsiteX2" fmla="*/ 88266 w 206820"/>
                          <a:gd name="connsiteY2" fmla="*/ 77491 h 78690"/>
                          <a:gd name="connsiteX3" fmla="*/ 73598 w 206820"/>
                          <a:gd name="connsiteY3" fmla="*/ 78539 h 78690"/>
                          <a:gd name="connsiteX4" fmla="*/ 53310 w 206820"/>
                          <a:gd name="connsiteY4" fmla="*/ 77872 h 78690"/>
                          <a:gd name="connsiteX5" fmla="*/ 36260 w 206820"/>
                          <a:gd name="connsiteY5" fmla="*/ 74919 h 78690"/>
                          <a:gd name="connsiteX6" fmla="*/ 6542 w 206820"/>
                          <a:gd name="connsiteY6" fmla="*/ 60251 h 78690"/>
                          <a:gd name="connsiteX7" fmla="*/ 2827 w 206820"/>
                          <a:gd name="connsiteY7" fmla="*/ 39010 h 78690"/>
                          <a:gd name="connsiteX8" fmla="*/ 28830 w 206820"/>
                          <a:gd name="connsiteY8" fmla="*/ 16626 h 78690"/>
                          <a:gd name="connsiteX9" fmla="*/ 46071 w 206820"/>
                          <a:gd name="connsiteY9" fmla="*/ 8244 h 78690"/>
                          <a:gd name="connsiteX10" fmla="*/ 67883 w 206820"/>
                          <a:gd name="connsiteY10" fmla="*/ 3291 h 78690"/>
                          <a:gd name="connsiteX11" fmla="*/ 83599 w 206820"/>
                          <a:gd name="connsiteY11" fmla="*/ 1196 h 78690"/>
                          <a:gd name="connsiteX12" fmla="*/ 102840 w 206820"/>
                          <a:gd name="connsiteY12" fmla="*/ 338 h 78690"/>
                          <a:gd name="connsiteX13" fmla="*/ 138558 w 206820"/>
                          <a:gd name="connsiteY13" fmla="*/ 1196 h 78690"/>
                          <a:gd name="connsiteX14" fmla="*/ 203424 w 206820"/>
                          <a:gd name="connsiteY14" fmla="*/ 36819 h 78690"/>
                          <a:gd name="connsiteX15" fmla="*/ 201804 w 206820"/>
                          <a:gd name="connsiteY15" fmla="*/ 57774 h 78690"/>
                          <a:gd name="connsiteX16" fmla="*/ 173515 w 206820"/>
                          <a:gd name="connsiteY16" fmla="*/ 71395 h 78690"/>
                          <a:gd name="connsiteX17" fmla="*/ 156942 w 206820"/>
                          <a:gd name="connsiteY17" fmla="*/ 75205 h 78690"/>
                          <a:gd name="connsiteX18" fmla="*/ 137606 w 206820"/>
                          <a:gd name="connsiteY18" fmla="*/ 76538 h 786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06820" h="78690">
                            <a:moveTo>
                              <a:pt x="137606" y="76538"/>
                            </a:moveTo>
                            <a:cubicBezTo>
                              <a:pt x="129986" y="77015"/>
                              <a:pt x="118175" y="76062"/>
                              <a:pt x="105983" y="77015"/>
                            </a:cubicBezTo>
                            <a:cubicBezTo>
                              <a:pt x="99887" y="77205"/>
                              <a:pt x="93791" y="77300"/>
                              <a:pt x="88266" y="77491"/>
                            </a:cubicBezTo>
                            <a:cubicBezTo>
                              <a:pt x="82647" y="77967"/>
                              <a:pt x="77598" y="78348"/>
                              <a:pt x="73598" y="78539"/>
                            </a:cubicBezTo>
                            <a:cubicBezTo>
                              <a:pt x="66073" y="79015"/>
                              <a:pt x="59406" y="78253"/>
                              <a:pt x="53310" y="77872"/>
                            </a:cubicBezTo>
                            <a:cubicBezTo>
                              <a:pt x="47118" y="77491"/>
                              <a:pt x="41594" y="76443"/>
                              <a:pt x="36260" y="74919"/>
                            </a:cubicBezTo>
                            <a:cubicBezTo>
                              <a:pt x="25687" y="71871"/>
                              <a:pt x="16448" y="66632"/>
                              <a:pt x="6542" y="60251"/>
                            </a:cubicBezTo>
                            <a:cubicBezTo>
                              <a:pt x="-221" y="56155"/>
                              <a:pt x="-2221" y="45201"/>
                              <a:pt x="2827" y="39010"/>
                            </a:cubicBezTo>
                            <a:cubicBezTo>
                              <a:pt x="10161" y="30247"/>
                              <a:pt x="18448" y="22817"/>
                              <a:pt x="28830" y="16626"/>
                            </a:cubicBezTo>
                            <a:cubicBezTo>
                              <a:pt x="33974" y="13483"/>
                              <a:pt x="39689" y="10721"/>
                              <a:pt x="46071" y="8244"/>
                            </a:cubicBezTo>
                            <a:cubicBezTo>
                              <a:pt x="52548" y="6053"/>
                              <a:pt x="59787" y="4530"/>
                              <a:pt x="67883" y="3291"/>
                            </a:cubicBezTo>
                            <a:cubicBezTo>
                              <a:pt x="72169" y="2624"/>
                              <a:pt x="77598" y="1862"/>
                              <a:pt x="83599" y="1196"/>
                            </a:cubicBezTo>
                            <a:cubicBezTo>
                              <a:pt x="89695" y="910"/>
                              <a:pt x="96267" y="624"/>
                              <a:pt x="102840" y="338"/>
                            </a:cubicBezTo>
                            <a:cubicBezTo>
                              <a:pt x="116079" y="-519"/>
                              <a:pt x="129510" y="434"/>
                              <a:pt x="138558" y="1196"/>
                            </a:cubicBezTo>
                            <a:cubicBezTo>
                              <a:pt x="172563" y="4148"/>
                              <a:pt x="189517" y="18722"/>
                              <a:pt x="203424" y="36819"/>
                            </a:cubicBezTo>
                            <a:cubicBezTo>
                              <a:pt x="208281" y="43010"/>
                              <a:pt x="208091" y="53488"/>
                              <a:pt x="201804" y="57774"/>
                            </a:cubicBezTo>
                            <a:cubicBezTo>
                              <a:pt x="192756" y="63965"/>
                              <a:pt x="183707" y="68633"/>
                              <a:pt x="173515" y="71395"/>
                            </a:cubicBezTo>
                            <a:cubicBezTo>
                              <a:pt x="168372" y="73109"/>
                              <a:pt x="162847" y="74443"/>
                              <a:pt x="156942" y="75205"/>
                            </a:cubicBezTo>
                            <a:cubicBezTo>
                              <a:pt x="151036" y="75967"/>
                              <a:pt x="144750" y="76062"/>
                              <a:pt x="137606" y="7653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59" name="Forme libre : forme 12458">
                        <a:extLst>
                          <a:ext uri="{FF2B5EF4-FFF2-40B4-BE49-F238E27FC236}">
                            <a16:creationId xmlns:a16="http://schemas.microsoft.com/office/drawing/2014/main" id="{7BBCFECB-D87F-49C2-8DC4-A3273A51EB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0747" y="2752050"/>
                        <a:ext cx="201453" cy="30806"/>
                      </a:xfrm>
                      <a:custGeom>
                        <a:avLst/>
                        <a:gdLst>
                          <a:gd name="connsiteX0" fmla="*/ 80581 w 201453"/>
                          <a:gd name="connsiteY0" fmla="*/ 2770 h 30806"/>
                          <a:gd name="connsiteX1" fmla="*/ 0 w 201453"/>
                          <a:gd name="connsiteY1" fmla="*/ 4675 h 30806"/>
                          <a:gd name="connsiteX2" fmla="*/ 5715 w 201453"/>
                          <a:gd name="connsiteY2" fmla="*/ 12390 h 30806"/>
                          <a:gd name="connsiteX3" fmla="*/ 15812 w 201453"/>
                          <a:gd name="connsiteY3" fmla="*/ 18581 h 30806"/>
                          <a:gd name="connsiteX4" fmla="*/ 47054 w 201453"/>
                          <a:gd name="connsiteY4" fmla="*/ 29535 h 30806"/>
                          <a:gd name="connsiteX5" fmla="*/ 72866 w 201453"/>
                          <a:gd name="connsiteY5" fmla="*/ 30678 h 30806"/>
                          <a:gd name="connsiteX6" fmla="*/ 83248 w 201453"/>
                          <a:gd name="connsiteY6" fmla="*/ 30011 h 30806"/>
                          <a:gd name="connsiteX7" fmla="*/ 132207 w 201453"/>
                          <a:gd name="connsiteY7" fmla="*/ 28773 h 30806"/>
                          <a:gd name="connsiteX8" fmla="*/ 136874 w 201453"/>
                          <a:gd name="connsiteY8" fmla="*/ 28678 h 30806"/>
                          <a:gd name="connsiteX9" fmla="*/ 163449 w 201453"/>
                          <a:gd name="connsiteY9" fmla="*/ 26106 h 30806"/>
                          <a:gd name="connsiteX10" fmla="*/ 192500 w 201453"/>
                          <a:gd name="connsiteY10" fmla="*/ 15343 h 30806"/>
                          <a:gd name="connsiteX11" fmla="*/ 201168 w 201453"/>
                          <a:gd name="connsiteY11" fmla="*/ 10009 h 30806"/>
                          <a:gd name="connsiteX12" fmla="*/ 201454 w 201453"/>
                          <a:gd name="connsiteY12" fmla="*/ 9723 h 30806"/>
                          <a:gd name="connsiteX13" fmla="*/ 80581 w 201453"/>
                          <a:gd name="connsiteY13" fmla="*/ 2770 h 308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1453" h="30806">
                            <a:moveTo>
                              <a:pt x="80581" y="2770"/>
                            </a:moveTo>
                            <a:cubicBezTo>
                              <a:pt x="53054" y="6389"/>
                              <a:pt x="24003" y="11628"/>
                              <a:pt x="0" y="4675"/>
                            </a:cubicBezTo>
                            <a:cubicBezTo>
                              <a:pt x="1048" y="7913"/>
                              <a:pt x="2858" y="10485"/>
                              <a:pt x="5715" y="12390"/>
                            </a:cubicBezTo>
                            <a:cubicBezTo>
                              <a:pt x="9144" y="14581"/>
                              <a:pt x="12478" y="16676"/>
                              <a:pt x="15812" y="18581"/>
                            </a:cubicBezTo>
                            <a:cubicBezTo>
                              <a:pt x="25527" y="23915"/>
                              <a:pt x="35338" y="27916"/>
                              <a:pt x="47054" y="29535"/>
                            </a:cubicBezTo>
                            <a:cubicBezTo>
                              <a:pt x="54673" y="30202"/>
                              <a:pt x="63056" y="31155"/>
                              <a:pt x="72866" y="30678"/>
                            </a:cubicBezTo>
                            <a:cubicBezTo>
                              <a:pt x="75819" y="30488"/>
                              <a:pt x="79343" y="30202"/>
                              <a:pt x="83248" y="30011"/>
                            </a:cubicBezTo>
                            <a:cubicBezTo>
                              <a:pt x="98489" y="29345"/>
                              <a:pt x="119158" y="28297"/>
                              <a:pt x="132207" y="28773"/>
                            </a:cubicBezTo>
                            <a:cubicBezTo>
                              <a:pt x="133921" y="28773"/>
                              <a:pt x="135541" y="28678"/>
                              <a:pt x="136874" y="28678"/>
                            </a:cubicBezTo>
                            <a:cubicBezTo>
                              <a:pt x="146971" y="27916"/>
                              <a:pt x="155448" y="28106"/>
                              <a:pt x="163449" y="26106"/>
                            </a:cubicBezTo>
                            <a:cubicBezTo>
                              <a:pt x="174308" y="23249"/>
                              <a:pt x="183452" y="20296"/>
                              <a:pt x="192500" y="15343"/>
                            </a:cubicBezTo>
                            <a:cubicBezTo>
                              <a:pt x="195358" y="13724"/>
                              <a:pt x="198311" y="11914"/>
                              <a:pt x="201168" y="10009"/>
                            </a:cubicBezTo>
                            <a:lnTo>
                              <a:pt x="201454" y="9723"/>
                            </a:lnTo>
                            <a:cubicBezTo>
                              <a:pt x="162211" y="198"/>
                              <a:pt x="119920" y="-2754"/>
                              <a:pt x="80581" y="277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60" name="Forme libre : forme 12459">
                        <a:extLst>
                          <a:ext uri="{FF2B5EF4-FFF2-40B4-BE49-F238E27FC236}">
                            <a16:creationId xmlns:a16="http://schemas.microsoft.com/office/drawing/2014/main" id="{7DEF41CD-877A-4C43-8FCE-7AE4BA8139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54" y="2731865"/>
                        <a:ext cx="95786" cy="24875"/>
                      </a:xfrm>
                      <a:custGeom>
                        <a:avLst/>
                        <a:gdLst>
                          <a:gd name="connsiteX0" fmla="*/ 95775 w 95786"/>
                          <a:gd name="connsiteY0" fmla="*/ 15621 h 24875"/>
                          <a:gd name="connsiteX1" fmla="*/ 75106 w 95786"/>
                          <a:gd name="connsiteY1" fmla="*/ 23336 h 24875"/>
                          <a:gd name="connsiteX2" fmla="*/ 46055 w 95786"/>
                          <a:gd name="connsiteY2" fmla="*/ 24765 h 24875"/>
                          <a:gd name="connsiteX3" fmla="*/ 19099 w 95786"/>
                          <a:gd name="connsiteY3" fmla="*/ 23241 h 24875"/>
                          <a:gd name="connsiteX4" fmla="*/ 49 w 95786"/>
                          <a:gd name="connsiteY4" fmla="*/ 14097 h 24875"/>
                          <a:gd name="connsiteX5" fmla="*/ 17670 w 95786"/>
                          <a:gd name="connsiteY5" fmla="*/ 2477 h 24875"/>
                          <a:gd name="connsiteX6" fmla="*/ 45769 w 95786"/>
                          <a:gd name="connsiteY6" fmla="*/ 0 h 24875"/>
                          <a:gd name="connsiteX7" fmla="*/ 75868 w 95786"/>
                          <a:gd name="connsiteY7" fmla="*/ 3620 h 24875"/>
                          <a:gd name="connsiteX8" fmla="*/ 95775 w 95786"/>
                          <a:gd name="connsiteY8" fmla="*/ 15621 h 248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5786" h="24875">
                            <a:moveTo>
                              <a:pt x="95775" y="15621"/>
                            </a:moveTo>
                            <a:cubicBezTo>
                              <a:pt x="95299" y="20669"/>
                              <a:pt x="85774" y="22670"/>
                              <a:pt x="75106" y="23336"/>
                            </a:cubicBezTo>
                            <a:cubicBezTo>
                              <a:pt x="64343" y="24860"/>
                              <a:pt x="52151" y="24955"/>
                              <a:pt x="46055" y="24765"/>
                            </a:cubicBezTo>
                            <a:cubicBezTo>
                              <a:pt x="39864" y="25051"/>
                              <a:pt x="28815" y="24860"/>
                              <a:pt x="19099" y="23241"/>
                            </a:cubicBezTo>
                            <a:cubicBezTo>
                              <a:pt x="9384" y="21622"/>
                              <a:pt x="811" y="19717"/>
                              <a:pt x="49" y="14097"/>
                            </a:cubicBezTo>
                            <a:cubicBezTo>
                              <a:pt x="-713" y="8763"/>
                              <a:pt x="7479" y="4477"/>
                              <a:pt x="17670" y="2477"/>
                            </a:cubicBezTo>
                            <a:cubicBezTo>
                              <a:pt x="27767" y="571"/>
                              <a:pt x="39673" y="95"/>
                              <a:pt x="45769" y="0"/>
                            </a:cubicBezTo>
                            <a:cubicBezTo>
                              <a:pt x="51865" y="381"/>
                              <a:pt x="64724" y="1429"/>
                              <a:pt x="75868" y="3620"/>
                            </a:cubicBezTo>
                            <a:cubicBezTo>
                              <a:pt x="86917" y="6382"/>
                              <a:pt x="96156" y="10668"/>
                              <a:pt x="95775" y="1562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61" name="Forme libre : forme 12460">
                        <a:extLst>
                          <a:ext uri="{FF2B5EF4-FFF2-40B4-BE49-F238E27FC236}">
                            <a16:creationId xmlns:a16="http://schemas.microsoft.com/office/drawing/2014/main" id="{6AF4AD11-410C-4317-8A48-9386572DFB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057" y="2734341"/>
                        <a:ext cx="67230" cy="22453"/>
                      </a:xfrm>
                      <a:custGeom>
                        <a:avLst/>
                        <a:gdLst>
                          <a:gd name="connsiteX0" fmla="*/ 20272 w 67230"/>
                          <a:gd name="connsiteY0" fmla="*/ 0 h 22453"/>
                          <a:gd name="connsiteX1" fmla="*/ 365 w 67230"/>
                          <a:gd name="connsiteY1" fmla="*/ 11716 h 22453"/>
                          <a:gd name="connsiteX2" fmla="*/ 19891 w 67230"/>
                          <a:gd name="connsiteY2" fmla="*/ 20764 h 22453"/>
                          <a:gd name="connsiteX3" fmla="*/ 47419 w 67230"/>
                          <a:gd name="connsiteY3" fmla="*/ 22384 h 22453"/>
                          <a:gd name="connsiteX4" fmla="*/ 67231 w 67230"/>
                          <a:gd name="connsiteY4" fmla="*/ 21431 h 22453"/>
                          <a:gd name="connsiteX5" fmla="*/ 56658 w 67230"/>
                          <a:gd name="connsiteY5" fmla="*/ 20383 h 22453"/>
                          <a:gd name="connsiteX6" fmla="*/ 33417 w 67230"/>
                          <a:gd name="connsiteY6" fmla="*/ 13145 h 22453"/>
                          <a:gd name="connsiteX7" fmla="*/ 20272 w 67230"/>
                          <a:gd name="connsiteY7" fmla="*/ 0 h 224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7230" h="22453">
                            <a:moveTo>
                              <a:pt x="20272" y="0"/>
                            </a:moveTo>
                            <a:cubicBezTo>
                              <a:pt x="14176" y="1714"/>
                              <a:pt x="-2683" y="5334"/>
                              <a:pt x="365" y="11716"/>
                            </a:cubicBezTo>
                            <a:cubicBezTo>
                              <a:pt x="2746" y="17145"/>
                              <a:pt x="10652" y="19145"/>
                              <a:pt x="19891" y="20764"/>
                            </a:cubicBezTo>
                            <a:cubicBezTo>
                              <a:pt x="29131" y="22479"/>
                              <a:pt x="39608" y="22574"/>
                              <a:pt x="47419" y="22384"/>
                            </a:cubicBezTo>
                            <a:cubicBezTo>
                              <a:pt x="51895" y="22574"/>
                              <a:pt x="62087" y="22193"/>
                              <a:pt x="67231" y="21431"/>
                            </a:cubicBezTo>
                            <a:cubicBezTo>
                              <a:pt x="64278" y="21241"/>
                              <a:pt x="59325" y="21050"/>
                              <a:pt x="56658" y="20383"/>
                            </a:cubicBezTo>
                            <a:cubicBezTo>
                              <a:pt x="48943" y="18097"/>
                              <a:pt x="40275" y="16192"/>
                              <a:pt x="33417" y="13145"/>
                            </a:cubicBezTo>
                            <a:cubicBezTo>
                              <a:pt x="26368" y="10192"/>
                              <a:pt x="21034" y="6001"/>
                              <a:pt x="2027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62" name="Forme libre : forme 12461">
                        <a:extLst>
                          <a:ext uri="{FF2B5EF4-FFF2-40B4-BE49-F238E27FC236}">
                            <a16:creationId xmlns:a16="http://schemas.microsoft.com/office/drawing/2014/main" id="{41AF5F73-5350-44AA-B381-4E82BF5A2D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6931" y="2734853"/>
                        <a:ext cx="95676" cy="25047"/>
                      </a:xfrm>
                      <a:custGeom>
                        <a:avLst/>
                        <a:gdLst>
                          <a:gd name="connsiteX0" fmla="*/ 95361 w 95676"/>
                          <a:gd name="connsiteY0" fmla="*/ 15776 h 25047"/>
                          <a:gd name="connsiteX1" fmla="*/ 73549 w 95676"/>
                          <a:gd name="connsiteY1" fmla="*/ 23491 h 25047"/>
                          <a:gd name="connsiteX2" fmla="*/ 45165 w 95676"/>
                          <a:gd name="connsiteY2" fmla="*/ 25015 h 25047"/>
                          <a:gd name="connsiteX3" fmla="*/ 111 w 95676"/>
                          <a:gd name="connsiteY3" fmla="*/ 13395 h 25047"/>
                          <a:gd name="connsiteX4" fmla="*/ 45450 w 95676"/>
                          <a:gd name="connsiteY4" fmla="*/ 60 h 25047"/>
                          <a:gd name="connsiteX5" fmla="*/ 76407 w 95676"/>
                          <a:gd name="connsiteY5" fmla="*/ 3774 h 25047"/>
                          <a:gd name="connsiteX6" fmla="*/ 95361 w 95676"/>
                          <a:gd name="connsiteY6" fmla="*/ 15776 h 250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5676" h="25047">
                            <a:moveTo>
                              <a:pt x="95361" y="15776"/>
                            </a:moveTo>
                            <a:cubicBezTo>
                              <a:pt x="93171" y="20634"/>
                              <a:pt x="83836" y="22729"/>
                              <a:pt x="73549" y="23491"/>
                            </a:cubicBezTo>
                            <a:cubicBezTo>
                              <a:pt x="63262" y="24539"/>
                              <a:pt x="51737" y="25206"/>
                              <a:pt x="45165" y="25015"/>
                            </a:cubicBezTo>
                            <a:cubicBezTo>
                              <a:pt x="32115" y="25206"/>
                              <a:pt x="2397" y="23872"/>
                              <a:pt x="111" y="13395"/>
                            </a:cubicBezTo>
                            <a:cubicBezTo>
                              <a:pt x="-2270" y="1774"/>
                              <a:pt x="34211" y="-417"/>
                              <a:pt x="45450" y="60"/>
                            </a:cubicBezTo>
                            <a:cubicBezTo>
                              <a:pt x="51070" y="441"/>
                              <a:pt x="64786" y="917"/>
                              <a:pt x="76407" y="3774"/>
                            </a:cubicBezTo>
                            <a:cubicBezTo>
                              <a:pt x="88027" y="6822"/>
                              <a:pt x="97552" y="10918"/>
                              <a:pt x="95361" y="1577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63" name="Forme libre : forme 12462">
                        <a:extLst>
                          <a:ext uri="{FF2B5EF4-FFF2-40B4-BE49-F238E27FC236}">
                            <a16:creationId xmlns:a16="http://schemas.microsoft.com/office/drawing/2014/main" id="{3EADD644-FF95-4D8C-AC91-DA0F1846FF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6369" y="2727960"/>
                        <a:ext cx="118463" cy="46658"/>
                      </a:xfrm>
                      <a:custGeom>
                        <a:avLst/>
                        <a:gdLst>
                          <a:gd name="connsiteX0" fmla="*/ 1524 w 118463"/>
                          <a:gd name="connsiteY0" fmla="*/ 25146 h 46658"/>
                          <a:gd name="connsiteX1" fmla="*/ 15335 w 118463"/>
                          <a:gd name="connsiteY1" fmla="*/ 35051 h 46658"/>
                          <a:gd name="connsiteX2" fmla="*/ 58865 w 118463"/>
                          <a:gd name="connsiteY2" fmla="*/ 46100 h 46658"/>
                          <a:gd name="connsiteX3" fmla="*/ 81344 w 118463"/>
                          <a:gd name="connsiteY3" fmla="*/ 46196 h 46658"/>
                          <a:gd name="connsiteX4" fmla="*/ 102013 w 118463"/>
                          <a:gd name="connsiteY4" fmla="*/ 42957 h 46658"/>
                          <a:gd name="connsiteX5" fmla="*/ 118205 w 118463"/>
                          <a:gd name="connsiteY5" fmla="*/ 29717 h 46658"/>
                          <a:gd name="connsiteX6" fmla="*/ 104013 w 118463"/>
                          <a:gd name="connsiteY6" fmla="*/ 23431 h 46658"/>
                          <a:gd name="connsiteX7" fmla="*/ 63246 w 118463"/>
                          <a:gd name="connsiteY7" fmla="*/ 9810 h 46658"/>
                          <a:gd name="connsiteX8" fmla="*/ 20193 w 118463"/>
                          <a:gd name="connsiteY8" fmla="*/ 1047 h 46658"/>
                          <a:gd name="connsiteX9" fmla="*/ 1524 w 118463"/>
                          <a:gd name="connsiteY9" fmla="*/ 25146 h 46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18463" h="46658">
                            <a:moveTo>
                              <a:pt x="1524" y="25146"/>
                            </a:moveTo>
                            <a:cubicBezTo>
                              <a:pt x="5144" y="30861"/>
                              <a:pt x="7811" y="32384"/>
                              <a:pt x="15335" y="35051"/>
                            </a:cubicBezTo>
                            <a:cubicBezTo>
                              <a:pt x="29718" y="39719"/>
                              <a:pt x="41148" y="45529"/>
                              <a:pt x="58865" y="46100"/>
                            </a:cubicBezTo>
                            <a:cubicBezTo>
                              <a:pt x="66199" y="46672"/>
                              <a:pt x="73914" y="46958"/>
                              <a:pt x="81344" y="46196"/>
                            </a:cubicBezTo>
                            <a:cubicBezTo>
                              <a:pt x="88773" y="45243"/>
                              <a:pt x="95917" y="44386"/>
                              <a:pt x="102013" y="42957"/>
                            </a:cubicBezTo>
                            <a:cubicBezTo>
                              <a:pt x="111157" y="40576"/>
                              <a:pt x="120110" y="35909"/>
                              <a:pt x="118205" y="29717"/>
                            </a:cubicBezTo>
                            <a:cubicBezTo>
                              <a:pt x="116967" y="25907"/>
                              <a:pt x="109728" y="25336"/>
                              <a:pt x="104013" y="23431"/>
                            </a:cubicBezTo>
                            <a:cubicBezTo>
                              <a:pt x="90488" y="18383"/>
                              <a:pt x="77153" y="16382"/>
                              <a:pt x="63246" y="9810"/>
                            </a:cubicBezTo>
                            <a:cubicBezTo>
                              <a:pt x="51435" y="4667"/>
                              <a:pt x="37719" y="-2763"/>
                              <a:pt x="20193" y="1047"/>
                            </a:cubicBezTo>
                            <a:cubicBezTo>
                              <a:pt x="4667" y="5524"/>
                              <a:pt x="-3619" y="17240"/>
                              <a:pt x="1524" y="2514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64" name="Forme libre : forme 12463">
                        <a:extLst>
                          <a:ext uri="{FF2B5EF4-FFF2-40B4-BE49-F238E27FC236}">
                            <a16:creationId xmlns:a16="http://schemas.microsoft.com/office/drawing/2014/main" id="{43F4A3B3-C77F-4ECD-BE26-ED4FD5BF3C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9268" y="2724900"/>
                        <a:ext cx="39308" cy="15206"/>
                      </a:xfrm>
                      <a:custGeom>
                        <a:avLst/>
                        <a:gdLst>
                          <a:gd name="connsiteX0" fmla="*/ 3390 w 39308"/>
                          <a:gd name="connsiteY0" fmla="*/ 10109 h 15206"/>
                          <a:gd name="connsiteX1" fmla="*/ 56 w 39308"/>
                          <a:gd name="connsiteY1" fmla="*/ 13156 h 15206"/>
                          <a:gd name="connsiteX2" fmla="*/ 3294 w 39308"/>
                          <a:gd name="connsiteY2" fmla="*/ 15157 h 15206"/>
                          <a:gd name="connsiteX3" fmla="*/ 10533 w 39308"/>
                          <a:gd name="connsiteY3" fmla="*/ 14490 h 15206"/>
                          <a:gd name="connsiteX4" fmla="*/ 28059 w 39308"/>
                          <a:gd name="connsiteY4" fmla="*/ 10489 h 15206"/>
                          <a:gd name="connsiteX5" fmla="*/ 34251 w 39308"/>
                          <a:gd name="connsiteY5" fmla="*/ 8299 h 15206"/>
                          <a:gd name="connsiteX6" fmla="*/ 29774 w 39308"/>
                          <a:gd name="connsiteY6" fmla="*/ 298 h 15206"/>
                          <a:gd name="connsiteX7" fmla="*/ 3390 w 39308"/>
                          <a:gd name="connsiteY7" fmla="*/ 10109 h 152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308" h="15206">
                            <a:moveTo>
                              <a:pt x="3390" y="10109"/>
                            </a:moveTo>
                            <a:cubicBezTo>
                              <a:pt x="1675" y="11061"/>
                              <a:pt x="437" y="11823"/>
                              <a:pt x="56" y="13156"/>
                            </a:cubicBezTo>
                            <a:cubicBezTo>
                              <a:pt x="-325" y="14490"/>
                              <a:pt x="1294" y="14871"/>
                              <a:pt x="3294" y="15157"/>
                            </a:cubicBezTo>
                            <a:cubicBezTo>
                              <a:pt x="5295" y="15347"/>
                              <a:pt x="8247" y="14966"/>
                              <a:pt x="10533" y="14490"/>
                            </a:cubicBezTo>
                            <a:cubicBezTo>
                              <a:pt x="16344" y="13442"/>
                              <a:pt x="22535" y="12109"/>
                              <a:pt x="28059" y="10489"/>
                            </a:cubicBezTo>
                            <a:cubicBezTo>
                              <a:pt x="30345" y="9823"/>
                              <a:pt x="32536" y="9251"/>
                              <a:pt x="34251" y="8299"/>
                            </a:cubicBezTo>
                            <a:cubicBezTo>
                              <a:pt x="41775" y="4679"/>
                              <a:pt x="41394" y="-1417"/>
                              <a:pt x="29774" y="298"/>
                            </a:cubicBezTo>
                            <a:cubicBezTo>
                              <a:pt x="20725" y="1631"/>
                              <a:pt x="10438" y="6108"/>
                              <a:pt x="3390" y="1010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65" name="Forme libre : forme 12464">
                        <a:extLst>
                          <a:ext uri="{FF2B5EF4-FFF2-40B4-BE49-F238E27FC236}">
                            <a16:creationId xmlns:a16="http://schemas.microsoft.com/office/drawing/2014/main" id="{FCCCBA27-A3F1-47DB-8968-E8C8CAEC89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907" y="2758821"/>
                        <a:ext cx="59816" cy="20383"/>
                      </a:xfrm>
                      <a:custGeom>
                        <a:avLst/>
                        <a:gdLst>
                          <a:gd name="connsiteX0" fmla="*/ 59817 w 59816"/>
                          <a:gd name="connsiteY0" fmla="*/ 0 h 20383"/>
                          <a:gd name="connsiteX1" fmla="*/ 32480 w 59816"/>
                          <a:gd name="connsiteY1" fmla="*/ 12668 h 20383"/>
                          <a:gd name="connsiteX2" fmla="*/ 0 w 59816"/>
                          <a:gd name="connsiteY2" fmla="*/ 20383 h 20383"/>
                          <a:gd name="connsiteX3" fmla="*/ 30861 w 59816"/>
                          <a:gd name="connsiteY3" fmla="*/ 11049 h 20383"/>
                          <a:gd name="connsiteX4" fmla="*/ 59817 w 59816"/>
                          <a:gd name="connsiteY4" fmla="*/ 0 h 20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816" h="20383">
                            <a:moveTo>
                              <a:pt x="59817" y="0"/>
                            </a:moveTo>
                            <a:cubicBezTo>
                              <a:pt x="54197" y="6191"/>
                              <a:pt x="43625" y="9811"/>
                              <a:pt x="32480" y="12668"/>
                            </a:cubicBezTo>
                            <a:cubicBezTo>
                              <a:pt x="21146" y="16383"/>
                              <a:pt x="9239" y="17907"/>
                              <a:pt x="0" y="20383"/>
                            </a:cubicBezTo>
                            <a:cubicBezTo>
                              <a:pt x="10001" y="17716"/>
                              <a:pt x="20479" y="15145"/>
                              <a:pt x="30861" y="11049"/>
                            </a:cubicBezTo>
                            <a:cubicBezTo>
                              <a:pt x="41148" y="7239"/>
                              <a:pt x="51149" y="3905"/>
                              <a:pt x="5981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66" name="Forme libre : forme 12465">
                        <a:extLst>
                          <a:ext uri="{FF2B5EF4-FFF2-40B4-BE49-F238E27FC236}">
                            <a16:creationId xmlns:a16="http://schemas.microsoft.com/office/drawing/2014/main" id="{891EF6E9-A329-47FA-9C55-228199307D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4557" y="2709672"/>
                        <a:ext cx="66008" cy="35337"/>
                      </a:xfrm>
                      <a:custGeom>
                        <a:avLst/>
                        <a:gdLst>
                          <a:gd name="connsiteX0" fmla="*/ 66008 w 66008"/>
                          <a:gd name="connsiteY0" fmla="*/ 0 h 35337"/>
                          <a:gd name="connsiteX1" fmla="*/ 45720 w 66008"/>
                          <a:gd name="connsiteY1" fmla="*/ 5048 h 35337"/>
                          <a:gd name="connsiteX2" fmla="*/ 27908 w 66008"/>
                          <a:gd name="connsiteY2" fmla="*/ 13811 h 35337"/>
                          <a:gd name="connsiteX3" fmla="*/ 0 w 66008"/>
                          <a:gd name="connsiteY3" fmla="*/ 35338 h 35337"/>
                          <a:gd name="connsiteX4" fmla="*/ 66008 w 66008"/>
                          <a:gd name="connsiteY4" fmla="*/ 0 h 353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6008" h="35337">
                            <a:moveTo>
                              <a:pt x="66008" y="0"/>
                            </a:moveTo>
                            <a:cubicBezTo>
                              <a:pt x="58960" y="1143"/>
                              <a:pt x="52102" y="2857"/>
                              <a:pt x="45720" y="5048"/>
                            </a:cubicBezTo>
                            <a:cubicBezTo>
                              <a:pt x="39338" y="7239"/>
                              <a:pt x="33528" y="10573"/>
                              <a:pt x="27908" y="13811"/>
                            </a:cubicBezTo>
                            <a:cubicBezTo>
                              <a:pt x="16859" y="20383"/>
                              <a:pt x="7525" y="27908"/>
                              <a:pt x="0" y="35338"/>
                            </a:cubicBezTo>
                            <a:cubicBezTo>
                              <a:pt x="13430" y="21050"/>
                              <a:pt x="42005" y="6191"/>
                              <a:pt x="6600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67" name="Forme libre : forme 12466">
                        <a:extLst>
                          <a:ext uri="{FF2B5EF4-FFF2-40B4-BE49-F238E27FC236}">
                            <a16:creationId xmlns:a16="http://schemas.microsoft.com/office/drawing/2014/main" id="{16C85691-054F-4852-982A-1AF6878D9F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246" y="2734444"/>
                        <a:ext cx="35910" cy="9531"/>
                      </a:xfrm>
                      <a:custGeom>
                        <a:avLst/>
                        <a:gdLst>
                          <a:gd name="connsiteX0" fmla="*/ 35567 w 35910"/>
                          <a:gd name="connsiteY0" fmla="*/ 7612 h 9531"/>
                          <a:gd name="connsiteX1" fmla="*/ 14517 w 35910"/>
                          <a:gd name="connsiteY1" fmla="*/ 8374 h 9531"/>
                          <a:gd name="connsiteX2" fmla="*/ 324 w 35910"/>
                          <a:gd name="connsiteY2" fmla="*/ 2373 h 9531"/>
                          <a:gd name="connsiteX3" fmla="*/ 20422 w 35910"/>
                          <a:gd name="connsiteY3" fmla="*/ 1326 h 9531"/>
                          <a:gd name="connsiteX4" fmla="*/ 35567 w 35910"/>
                          <a:gd name="connsiteY4" fmla="*/ 7612 h 9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910" h="9531">
                            <a:moveTo>
                              <a:pt x="35567" y="7612"/>
                            </a:moveTo>
                            <a:cubicBezTo>
                              <a:pt x="32995" y="11041"/>
                              <a:pt x="18898" y="8945"/>
                              <a:pt x="14517" y="8374"/>
                            </a:cubicBezTo>
                            <a:cubicBezTo>
                              <a:pt x="10230" y="7421"/>
                              <a:pt x="-2152" y="6088"/>
                              <a:pt x="324" y="2373"/>
                            </a:cubicBezTo>
                            <a:cubicBezTo>
                              <a:pt x="2896" y="-1722"/>
                              <a:pt x="16231" y="564"/>
                              <a:pt x="20422" y="1326"/>
                            </a:cubicBezTo>
                            <a:cubicBezTo>
                              <a:pt x="24613" y="1992"/>
                              <a:pt x="38234" y="4183"/>
                              <a:pt x="35567" y="761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68" name="Forme libre : forme 12467">
                        <a:extLst>
                          <a:ext uri="{FF2B5EF4-FFF2-40B4-BE49-F238E27FC236}">
                            <a16:creationId xmlns:a16="http://schemas.microsoft.com/office/drawing/2014/main" id="{3CD376A8-EEF8-4433-BE76-4B4551B8DF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318" y="2739553"/>
                        <a:ext cx="10122" cy="3273"/>
                      </a:xfrm>
                      <a:custGeom>
                        <a:avLst/>
                        <a:gdLst>
                          <a:gd name="connsiteX0" fmla="*/ 10114 w 10122"/>
                          <a:gd name="connsiteY0" fmla="*/ 2027 h 3273"/>
                          <a:gd name="connsiteX1" fmla="*/ 5352 w 10122"/>
                          <a:gd name="connsiteY1" fmla="*/ 3265 h 3273"/>
                          <a:gd name="connsiteX2" fmla="*/ 18 w 10122"/>
                          <a:gd name="connsiteY2" fmla="*/ 1455 h 3273"/>
                          <a:gd name="connsiteX3" fmla="*/ 4685 w 10122"/>
                          <a:gd name="connsiteY3" fmla="*/ 26 h 3273"/>
                          <a:gd name="connsiteX4" fmla="*/ 10114 w 10122"/>
                          <a:gd name="connsiteY4" fmla="*/ 2027 h 32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22" h="3273">
                            <a:moveTo>
                              <a:pt x="10114" y="2027"/>
                            </a:moveTo>
                            <a:cubicBezTo>
                              <a:pt x="10305" y="3456"/>
                              <a:pt x="7066" y="3265"/>
                              <a:pt x="5352" y="3265"/>
                            </a:cubicBezTo>
                            <a:cubicBezTo>
                              <a:pt x="3637" y="3170"/>
                              <a:pt x="208" y="2789"/>
                              <a:pt x="18" y="1455"/>
                            </a:cubicBezTo>
                            <a:cubicBezTo>
                              <a:pt x="-268" y="26"/>
                              <a:pt x="2970" y="-69"/>
                              <a:pt x="4685" y="26"/>
                            </a:cubicBezTo>
                            <a:cubicBezTo>
                              <a:pt x="6399" y="-69"/>
                              <a:pt x="9924" y="503"/>
                              <a:pt x="10114" y="202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69" name="Forme libre : forme 12468">
                        <a:extLst>
                          <a:ext uri="{FF2B5EF4-FFF2-40B4-BE49-F238E27FC236}">
                            <a16:creationId xmlns:a16="http://schemas.microsoft.com/office/drawing/2014/main" id="{8D924DFB-A147-45D0-9431-5E6DE05F1A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655" y="2711100"/>
                        <a:ext cx="87786" cy="42658"/>
                      </a:xfrm>
                      <a:custGeom>
                        <a:avLst/>
                        <a:gdLst>
                          <a:gd name="connsiteX0" fmla="*/ 68543 w 87786"/>
                          <a:gd name="connsiteY0" fmla="*/ 19336 h 42658"/>
                          <a:gd name="connsiteX1" fmla="*/ 87497 w 87786"/>
                          <a:gd name="connsiteY1" fmla="*/ 38100 h 42658"/>
                          <a:gd name="connsiteX2" fmla="*/ 80354 w 87786"/>
                          <a:gd name="connsiteY2" fmla="*/ 42482 h 42658"/>
                          <a:gd name="connsiteX3" fmla="*/ 70638 w 87786"/>
                          <a:gd name="connsiteY3" fmla="*/ 37052 h 42658"/>
                          <a:gd name="connsiteX4" fmla="*/ 40730 w 87786"/>
                          <a:gd name="connsiteY4" fmla="*/ 20098 h 42658"/>
                          <a:gd name="connsiteX5" fmla="*/ 15584 w 87786"/>
                          <a:gd name="connsiteY5" fmla="*/ 13621 h 42658"/>
                          <a:gd name="connsiteX6" fmla="*/ 820 w 87786"/>
                          <a:gd name="connsiteY6" fmla="*/ 4286 h 42658"/>
                          <a:gd name="connsiteX7" fmla="*/ 23775 w 87786"/>
                          <a:gd name="connsiteY7" fmla="*/ 381 h 42658"/>
                          <a:gd name="connsiteX8" fmla="*/ 48635 w 87786"/>
                          <a:gd name="connsiteY8" fmla="*/ 5810 h 42658"/>
                          <a:gd name="connsiteX9" fmla="*/ 68543 w 87786"/>
                          <a:gd name="connsiteY9" fmla="*/ 19336 h 4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7786" h="42658">
                            <a:moveTo>
                              <a:pt x="68543" y="19336"/>
                            </a:moveTo>
                            <a:cubicBezTo>
                              <a:pt x="77401" y="25432"/>
                              <a:pt x="83497" y="30480"/>
                              <a:pt x="87497" y="38100"/>
                            </a:cubicBezTo>
                            <a:cubicBezTo>
                              <a:pt x="88926" y="40958"/>
                              <a:pt x="84830" y="43339"/>
                              <a:pt x="80354" y="42482"/>
                            </a:cubicBezTo>
                            <a:cubicBezTo>
                              <a:pt x="75877" y="41720"/>
                              <a:pt x="73400" y="39338"/>
                              <a:pt x="70638" y="37052"/>
                            </a:cubicBezTo>
                            <a:cubicBezTo>
                              <a:pt x="62161" y="30194"/>
                              <a:pt x="52160" y="25432"/>
                              <a:pt x="40730" y="20098"/>
                            </a:cubicBezTo>
                            <a:cubicBezTo>
                              <a:pt x="37110" y="18669"/>
                              <a:pt x="25585" y="16478"/>
                              <a:pt x="15584" y="13621"/>
                            </a:cubicBezTo>
                            <a:cubicBezTo>
                              <a:pt x="5678" y="10478"/>
                              <a:pt x="-2704" y="8382"/>
                              <a:pt x="820" y="4286"/>
                            </a:cubicBezTo>
                            <a:cubicBezTo>
                              <a:pt x="4344" y="95"/>
                              <a:pt x="13869" y="-571"/>
                              <a:pt x="23775" y="381"/>
                            </a:cubicBezTo>
                            <a:cubicBezTo>
                              <a:pt x="33681" y="1238"/>
                              <a:pt x="43682" y="3429"/>
                              <a:pt x="48635" y="5810"/>
                            </a:cubicBezTo>
                            <a:cubicBezTo>
                              <a:pt x="58541" y="10097"/>
                              <a:pt x="61875" y="14954"/>
                              <a:pt x="68543" y="1933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82" name="Graphique 1">
                      <a:extLst>
                        <a:ext uri="{FF2B5EF4-FFF2-40B4-BE49-F238E27FC236}">
                          <a16:creationId xmlns:a16="http://schemas.microsoft.com/office/drawing/2014/main" id="{13E710DE-6B83-41CE-BF02-9CBF28C8E1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6324" y="2736588"/>
                      <a:ext cx="182820" cy="125029"/>
                      <a:chOff x="816324" y="2736588"/>
                      <a:chExt cx="182820" cy="125029"/>
                    </a:xfrm>
                    <a:solidFill>
                      <a:schemeClr val="accent1"/>
                    </a:solidFill>
                  </p:grpSpPr>
                  <p:sp>
                    <p:nvSpPr>
                      <p:cNvPr id="12446" name="Forme libre : forme 12445">
                        <a:extLst>
                          <a:ext uri="{FF2B5EF4-FFF2-40B4-BE49-F238E27FC236}">
                            <a16:creationId xmlns:a16="http://schemas.microsoft.com/office/drawing/2014/main" id="{F6BB612A-C1DE-4709-AF38-3F396D3DCC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6324" y="2736588"/>
                        <a:ext cx="182820" cy="125029"/>
                      </a:xfrm>
                      <a:custGeom>
                        <a:avLst/>
                        <a:gdLst>
                          <a:gd name="connsiteX0" fmla="*/ 105414 w 182820"/>
                          <a:gd name="connsiteY0" fmla="*/ 107957 h 125029"/>
                          <a:gd name="connsiteX1" fmla="*/ 49693 w 182820"/>
                          <a:gd name="connsiteY1" fmla="*/ 76334 h 125029"/>
                          <a:gd name="connsiteX2" fmla="*/ 20356 w 182820"/>
                          <a:gd name="connsiteY2" fmla="*/ 54331 h 125029"/>
                          <a:gd name="connsiteX3" fmla="*/ 1687 w 182820"/>
                          <a:gd name="connsiteY3" fmla="*/ 27852 h 125029"/>
                          <a:gd name="connsiteX4" fmla="*/ 8354 w 182820"/>
                          <a:gd name="connsiteY4" fmla="*/ 7373 h 125029"/>
                          <a:gd name="connsiteX5" fmla="*/ 83697 w 182820"/>
                          <a:gd name="connsiteY5" fmla="*/ 8992 h 125029"/>
                          <a:gd name="connsiteX6" fmla="*/ 145133 w 182820"/>
                          <a:gd name="connsiteY6" fmla="*/ 44140 h 125029"/>
                          <a:gd name="connsiteX7" fmla="*/ 172661 w 182820"/>
                          <a:gd name="connsiteY7" fmla="*/ 74429 h 125029"/>
                          <a:gd name="connsiteX8" fmla="*/ 182662 w 182820"/>
                          <a:gd name="connsiteY8" fmla="*/ 106624 h 125029"/>
                          <a:gd name="connsiteX9" fmla="*/ 171232 w 182820"/>
                          <a:gd name="connsiteY9" fmla="*/ 124531 h 125029"/>
                          <a:gd name="connsiteX10" fmla="*/ 105414 w 182820"/>
                          <a:gd name="connsiteY10" fmla="*/ 107957 h 1250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82820" h="125029">
                            <a:moveTo>
                              <a:pt x="105414" y="107957"/>
                            </a:moveTo>
                            <a:cubicBezTo>
                              <a:pt x="92079" y="100337"/>
                              <a:pt x="63885" y="82906"/>
                              <a:pt x="49693" y="76334"/>
                            </a:cubicBezTo>
                            <a:cubicBezTo>
                              <a:pt x="37025" y="68714"/>
                              <a:pt x="27500" y="62713"/>
                              <a:pt x="20356" y="54331"/>
                            </a:cubicBezTo>
                            <a:cubicBezTo>
                              <a:pt x="12926" y="46616"/>
                              <a:pt x="7307" y="38139"/>
                              <a:pt x="1687" y="27852"/>
                            </a:cubicBezTo>
                            <a:cubicBezTo>
                              <a:pt x="-2218" y="20803"/>
                              <a:pt x="925" y="10421"/>
                              <a:pt x="8354" y="7373"/>
                            </a:cubicBezTo>
                            <a:cubicBezTo>
                              <a:pt x="29786" y="-1485"/>
                              <a:pt x="53122" y="-3962"/>
                              <a:pt x="83697" y="8992"/>
                            </a:cubicBezTo>
                            <a:cubicBezTo>
                              <a:pt x="100461" y="15088"/>
                              <a:pt x="130751" y="33472"/>
                              <a:pt x="145133" y="44140"/>
                            </a:cubicBezTo>
                            <a:cubicBezTo>
                              <a:pt x="158659" y="54046"/>
                              <a:pt x="167041" y="64333"/>
                              <a:pt x="172661" y="74429"/>
                            </a:cubicBezTo>
                            <a:cubicBezTo>
                              <a:pt x="177995" y="84907"/>
                              <a:pt x="180757" y="95384"/>
                              <a:pt x="182662" y="106624"/>
                            </a:cubicBezTo>
                            <a:cubicBezTo>
                              <a:pt x="183805" y="114529"/>
                              <a:pt x="178661" y="123864"/>
                              <a:pt x="171232" y="124531"/>
                            </a:cubicBezTo>
                            <a:cubicBezTo>
                              <a:pt x="149610" y="126531"/>
                              <a:pt x="129989" y="122816"/>
                              <a:pt x="105414" y="10795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47" name="Forme libre : forme 12446">
                        <a:extLst>
                          <a:ext uri="{FF2B5EF4-FFF2-40B4-BE49-F238E27FC236}">
                            <a16:creationId xmlns:a16="http://schemas.microsoft.com/office/drawing/2014/main" id="{9E8A32BC-99EE-4B9C-95D2-FFB165FCEE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6332" y="2754534"/>
                        <a:ext cx="171699" cy="106775"/>
                      </a:xfrm>
                      <a:custGeom>
                        <a:avLst/>
                        <a:gdLst>
                          <a:gd name="connsiteX0" fmla="*/ 70735 w 171699"/>
                          <a:gd name="connsiteY0" fmla="*/ 38386 h 106775"/>
                          <a:gd name="connsiteX1" fmla="*/ 250 w 171699"/>
                          <a:gd name="connsiteY1" fmla="*/ 0 h 106775"/>
                          <a:gd name="connsiteX2" fmla="*/ 1679 w 171699"/>
                          <a:gd name="connsiteY2" fmla="*/ 9620 h 106775"/>
                          <a:gd name="connsiteX3" fmla="*/ 7584 w 171699"/>
                          <a:gd name="connsiteY3" fmla="*/ 19621 h 106775"/>
                          <a:gd name="connsiteX4" fmla="*/ 17109 w 171699"/>
                          <a:gd name="connsiteY4" fmla="*/ 32385 h 106775"/>
                          <a:gd name="connsiteX5" fmla="*/ 28730 w 171699"/>
                          <a:gd name="connsiteY5" fmla="*/ 44196 h 106775"/>
                          <a:gd name="connsiteX6" fmla="*/ 38255 w 171699"/>
                          <a:gd name="connsiteY6" fmla="*/ 51054 h 106775"/>
                          <a:gd name="connsiteX7" fmla="*/ 49685 w 171699"/>
                          <a:gd name="connsiteY7" fmla="*/ 58198 h 106775"/>
                          <a:gd name="connsiteX8" fmla="*/ 58733 w 171699"/>
                          <a:gd name="connsiteY8" fmla="*/ 62960 h 106775"/>
                          <a:gd name="connsiteX9" fmla="*/ 80736 w 171699"/>
                          <a:gd name="connsiteY9" fmla="*/ 75152 h 106775"/>
                          <a:gd name="connsiteX10" fmla="*/ 101215 w 171699"/>
                          <a:gd name="connsiteY10" fmla="*/ 87439 h 106775"/>
                          <a:gd name="connsiteX11" fmla="*/ 105406 w 171699"/>
                          <a:gd name="connsiteY11" fmla="*/ 89821 h 106775"/>
                          <a:gd name="connsiteX12" fmla="*/ 130076 w 171699"/>
                          <a:gd name="connsiteY12" fmla="*/ 101537 h 106775"/>
                          <a:gd name="connsiteX13" fmla="*/ 161222 w 171699"/>
                          <a:gd name="connsiteY13" fmla="*/ 106775 h 106775"/>
                          <a:gd name="connsiteX14" fmla="*/ 171319 w 171699"/>
                          <a:gd name="connsiteY14" fmla="*/ 106299 h 106775"/>
                          <a:gd name="connsiteX15" fmla="*/ 171700 w 171699"/>
                          <a:gd name="connsiteY15" fmla="*/ 106204 h 106775"/>
                          <a:gd name="connsiteX16" fmla="*/ 70735 w 171699"/>
                          <a:gd name="connsiteY16" fmla="*/ 38386 h 1067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71699" h="106775">
                            <a:moveTo>
                              <a:pt x="70735" y="38386"/>
                            </a:moveTo>
                            <a:cubicBezTo>
                              <a:pt x="45494" y="26956"/>
                              <a:pt x="18347" y="17050"/>
                              <a:pt x="250" y="0"/>
                            </a:cubicBezTo>
                            <a:cubicBezTo>
                              <a:pt x="-322" y="3238"/>
                              <a:pt x="59" y="6763"/>
                              <a:pt x="1679" y="9620"/>
                            </a:cubicBezTo>
                            <a:cubicBezTo>
                              <a:pt x="3679" y="13145"/>
                              <a:pt x="5584" y="16478"/>
                              <a:pt x="7584" y="19621"/>
                            </a:cubicBezTo>
                            <a:cubicBezTo>
                              <a:pt x="10537" y="24194"/>
                              <a:pt x="13585" y="28385"/>
                              <a:pt x="17109" y="32385"/>
                            </a:cubicBezTo>
                            <a:cubicBezTo>
                              <a:pt x="20633" y="36386"/>
                              <a:pt x="24253" y="40577"/>
                              <a:pt x="28730" y="44196"/>
                            </a:cubicBezTo>
                            <a:cubicBezTo>
                              <a:pt x="31587" y="46577"/>
                              <a:pt x="34730" y="48863"/>
                              <a:pt x="38255" y="51054"/>
                            </a:cubicBezTo>
                            <a:cubicBezTo>
                              <a:pt x="41779" y="53340"/>
                              <a:pt x="45398" y="55912"/>
                              <a:pt x="49685" y="58198"/>
                            </a:cubicBezTo>
                            <a:cubicBezTo>
                              <a:pt x="52256" y="59627"/>
                              <a:pt x="55304" y="61246"/>
                              <a:pt x="58733" y="62960"/>
                            </a:cubicBezTo>
                            <a:cubicBezTo>
                              <a:pt x="65401" y="66389"/>
                              <a:pt x="73021" y="71152"/>
                              <a:pt x="80736" y="75152"/>
                            </a:cubicBezTo>
                            <a:cubicBezTo>
                              <a:pt x="88356" y="79343"/>
                              <a:pt x="95405" y="84201"/>
                              <a:pt x="101215" y="87439"/>
                            </a:cubicBezTo>
                            <a:cubicBezTo>
                              <a:pt x="102739" y="88297"/>
                              <a:pt x="104168" y="89059"/>
                              <a:pt x="105406" y="89821"/>
                            </a:cubicBezTo>
                            <a:cubicBezTo>
                              <a:pt x="114169" y="95155"/>
                              <a:pt x="122170" y="99060"/>
                              <a:pt x="130076" y="101537"/>
                            </a:cubicBezTo>
                            <a:cubicBezTo>
                              <a:pt x="140744" y="105251"/>
                              <a:pt x="150840" y="106680"/>
                              <a:pt x="161222" y="106775"/>
                            </a:cubicBezTo>
                            <a:cubicBezTo>
                              <a:pt x="164651" y="106680"/>
                              <a:pt x="167985" y="106585"/>
                              <a:pt x="171319" y="106299"/>
                            </a:cubicBezTo>
                            <a:lnTo>
                              <a:pt x="171700" y="106204"/>
                            </a:lnTo>
                            <a:cubicBezTo>
                              <a:pt x="141315" y="79248"/>
                              <a:pt x="107120" y="54007"/>
                              <a:pt x="70735" y="3838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48" name="Forme libre : forme 12447">
                        <a:extLst>
                          <a:ext uri="{FF2B5EF4-FFF2-40B4-BE49-F238E27FC236}">
                            <a16:creationId xmlns:a16="http://schemas.microsoft.com/office/drawing/2014/main" id="{16218A82-5949-406C-9800-05B4DF0451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01" y="2776846"/>
                        <a:ext cx="82417" cy="56399"/>
                      </a:xfrm>
                      <a:custGeom>
                        <a:avLst/>
                        <a:gdLst>
                          <a:gd name="connsiteX0" fmla="*/ 81695 w 82417"/>
                          <a:gd name="connsiteY0" fmla="*/ 54460 h 56399"/>
                          <a:gd name="connsiteX1" fmla="*/ 59692 w 82417"/>
                          <a:gd name="connsiteY1" fmla="*/ 50840 h 56399"/>
                          <a:gd name="connsiteX2" fmla="*/ 33975 w 82417"/>
                          <a:gd name="connsiteY2" fmla="*/ 36838 h 56399"/>
                          <a:gd name="connsiteX3" fmla="*/ 11877 w 82417"/>
                          <a:gd name="connsiteY3" fmla="*/ 21312 h 56399"/>
                          <a:gd name="connsiteX4" fmla="*/ 447 w 82417"/>
                          <a:gd name="connsiteY4" fmla="*/ 3596 h 56399"/>
                          <a:gd name="connsiteX5" fmla="*/ 21497 w 82417"/>
                          <a:gd name="connsiteY5" fmla="*/ 2834 h 56399"/>
                          <a:gd name="connsiteX6" fmla="*/ 46643 w 82417"/>
                          <a:gd name="connsiteY6" fmla="*/ 15598 h 56399"/>
                          <a:gd name="connsiteX7" fmla="*/ 70360 w 82417"/>
                          <a:gd name="connsiteY7" fmla="*/ 34171 h 56399"/>
                          <a:gd name="connsiteX8" fmla="*/ 81695 w 82417"/>
                          <a:gd name="connsiteY8" fmla="*/ 54460 h 56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2417" h="56399">
                            <a:moveTo>
                              <a:pt x="81695" y="54460"/>
                            </a:moveTo>
                            <a:cubicBezTo>
                              <a:pt x="78742" y="58555"/>
                              <a:pt x="69408" y="55602"/>
                              <a:pt x="59692" y="50840"/>
                            </a:cubicBezTo>
                            <a:cubicBezTo>
                              <a:pt x="49977" y="45982"/>
                              <a:pt x="39118" y="40362"/>
                              <a:pt x="33975" y="36838"/>
                            </a:cubicBezTo>
                            <a:cubicBezTo>
                              <a:pt x="28831" y="33409"/>
                              <a:pt x="19306" y="27885"/>
                              <a:pt x="11877" y="21312"/>
                            </a:cubicBezTo>
                            <a:cubicBezTo>
                              <a:pt x="4447" y="14835"/>
                              <a:pt x="-1744" y="8740"/>
                              <a:pt x="447" y="3596"/>
                            </a:cubicBezTo>
                            <a:cubicBezTo>
                              <a:pt x="2542" y="-1357"/>
                              <a:pt x="11877" y="-785"/>
                              <a:pt x="21497" y="2834"/>
                            </a:cubicBezTo>
                            <a:cubicBezTo>
                              <a:pt x="31117" y="6549"/>
                              <a:pt x="41690" y="11978"/>
                              <a:pt x="46643" y="15598"/>
                            </a:cubicBezTo>
                            <a:cubicBezTo>
                              <a:pt x="51596" y="19122"/>
                              <a:pt x="62264" y="26266"/>
                              <a:pt x="70360" y="34171"/>
                            </a:cubicBezTo>
                            <a:cubicBezTo>
                              <a:pt x="78552" y="42268"/>
                              <a:pt x="84553" y="50364"/>
                              <a:pt x="81695" y="5446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49" name="Forme libre : forme 12448">
                        <a:extLst>
                          <a:ext uri="{FF2B5EF4-FFF2-40B4-BE49-F238E27FC236}">
                            <a16:creationId xmlns:a16="http://schemas.microsoft.com/office/drawing/2014/main" id="{E718B133-DAE6-4B4E-81DF-8F766816D1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2998" y="2776778"/>
                        <a:ext cx="52074" cy="46622"/>
                      </a:xfrm>
                      <a:custGeom>
                        <a:avLst/>
                        <a:gdLst>
                          <a:gd name="connsiteX0" fmla="*/ 23214 w 52074"/>
                          <a:gd name="connsiteY0" fmla="*/ 3855 h 46622"/>
                          <a:gd name="connsiteX1" fmla="*/ 68 w 52074"/>
                          <a:gd name="connsiteY1" fmla="*/ 3474 h 46622"/>
                          <a:gd name="connsiteX2" fmla="*/ 11975 w 52074"/>
                          <a:gd name="connsiteY2" fmla="*/ 21381 h 46622"/>
                          <a:gd name="connsiteX3" fmla="*/ 34454 w 52074"/>
                          <a:gd name="connsiteY3" fmla="*/ 37288 h 46622"/>
                          <a:gd name="connsiteX4" fmla="*/ 52075 w 52074"/>
                          <a:gd name="connsiteY4" fmla="*/ 46623 h 46622"/>
                          <a:gd name="connsiteX5" fmla="*/ 43502 w 52074"/>
                          <a:gd name="connsiteY5" fmla="*/ 40241 h 46622"/>
                          <a:gd name="connsiteX6" fmla="*/ 23214 w 52074"/>
                          <a:gd name="connsiteY6" fmla="*/ 3855 h 466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2074" h="46622">
                            <a:moveTo>
                              <a:pt x="23214" y="3855"/>
                            </a:moveTo>
                            <a:cubicBezTo>
                              <a:pt x="17118" y="2141"/>
                              <a:pt x="830" y="-3669"/>
                              <a:pt x="68" y="3474"/>
                            </a:cubicBezTo>
                            <a:cubicBezTo>
                              <a:pt x="-694" y="9380"/>
                              <a:pt x="5021" y="15095"/>
                              <a:pt x="11975" y="21381"/>
                            </a:cubicBezTo>
                            <a:cubicBezTo>
                              <a:pt x="18928" y="27668"/>
                              <a:pt x="27977" y="32907"/>
                              <a:pt x="34454" y="37288"/>
                            </a:cubicBezTo>
                            <a:cubicBezTo>
                              <a:pt x="38264" y="39765"/>
                              <a:pt x="47217" y="44622"/>
                              <a:pt x="52075" y="46623"/>
                            </a:cubicBezTo>
                            <a:cubicBezTo>
                              <a:pt x="49598" y="44908"/>
                              <a:pt x="45502" y="42241"/>
                              <a:pt x="43502" y="40241"/>
                            </a:cubicBezTo>
                            <a:cubicBezTo>
                              <a:pt x="32453" y="28334"/>
                              <a:pt x="18356" y="15190"/>
                              <a:pt x="23214" y="385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50" name="Forme libre : forme 12449">
                        <a:extLst>
                          <a:ext uri="{FF2B5EF4-FFF2-40B4-BE49-F238E27FC236}">
                            <a16:creationId xmlns:a16="http://schemas.microsoft.com/office/drawing/2014/main" id="{3AE3A982-8733-4DA6-B23C-6C5F9D290B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6535" y="2781315"/>
                        <a:ext cx="82193" cy="56392"/>
                      </a:xfrm>
                      <a:custGeom>
                        <a:avLst/>
                        <a:gdLst>
                          <a:gd name="connsiteX0" fmla="*/ 80732 w 82193"/>
                          <a:gd name="connsiteY0" fmla="*/ 55135 h 56392"/>
                          <a:gd name="connsiteX1" fmla="*/ 32631 w 82193"/>
                          <a:gd name="connsiteY1" fmla="*/ 37323 h 56392"/>
                          <a:gd name="connsiteX2" fmla="*/ 341 w 82193"/>
                          <a:gd name="connsiteY2" fmla="*/ 3700 h 56392"/>
                          <a:gd name="connsiteX3" fmla="*/ 45871 w 82193"/>
                          <a:gd name="connsiteY3" fmla="*/ 16178 h 56392"/>
                          <a:gd name="connsiteX4" fmla="*/ 80732 w 82193"/>
                          <a:gd name="connsiteY4" fmla="*/ 55135 h 563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2193" h="56392">
                            <a:moveTo>
                              <a:pt x="80732" y="55135"/>
                            </a:moveTo>
                            <a:cubicBezTo>
                              <a:pt x="72160" y="61231"/>
                              <a:pt x="44252" y="43514"/>
                              <a:pt x="32631" y="37323"/>
                            </a:cubicBezTo>
                            <a:cubicBezTo>
                              <a:pt x="21487" y="30274"/>
                              <a:pt x="-3183" y="13987"/>
                              <a:pt x="341" y="3700"/>
                            </a:cubicBezTo>
                            <a:cubicBezTo>
                              <a:pt x="4247" y="-7445"/>
                              <a:pt x="36727" y="9510"/>
                              <a:pt x="45871" y="16178"/>
                            </a:cubicBezTo>
                            <a:cubicBezTo>
                              <a:pt x="55682" y="21797"/>
                              <a:pt x="89591" y="48753"/>
                              <a:pt x="80732" y="5513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51" name="Forme libre : forme 12450">
                        <a:extLst>
                          <a:ext uri="{FF2B5EF4-FFF2-40B4-BE49-F238E27FC236}">
                            <a16:creationId xmlns:a16="http://schemas.microsoft.com/office/drawing/2014/main" id="{24D337A9-19BB-47CF-85F5-76BE9587C8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2281" y="2751365"/>
                        <a:ext cx="97484" cy="81969"/>
                      </a:xfrm>
                      <a:custGeom>
                        <a:avLst/>
                        <a:gdLst>
                          <a:gd name="connsiteX0" fmla="*/ 18 w 97484"/>
                          <a:gd name="connsiteY0" fmla="*/ 12599 h 81969"/>
                          <a:gd name="connsiteX1" fmla="*/ 6971 w 97484"/>
                          <a:gd name="connsiteY1" fmla="*/ 28315 h 81969"/>
                          <a:gd name="connsiteX2" fmla="*/ 20783 w 97484"/>
                          <a:gd name="connsiteY2" fmla="*/ 44698 h 81969"/>
                          <a:gd name="connsiteX3" fmla="*/ 38118 w 97484"/>
                          <a:gd name="connsiteY3" fmla="*/ 60033 h 81969"/>
                          <a:gd name="connsiteX4" fmla="*/ 76599 w 97484"/>
                          <a:gd name="connsiteY4" fmla="*/ 80036 h 81969"/>
                          <a:gd name="connsiteX5" fmla="*/ 89934 w 97484"/>
                          <a:gd name="connsiteY5" fmla="*/ 81941 h 81969"/>
                          <a:gd name="connsiteX6" fmla="*/ 97364 w 97484"/>
                          <a:gd name="connsiteY6" fmla="*/ 77274 h 81969"/>
                          <a:gd name="connsiteX7" fmla="*/ 88505 w 97484"/>
                          <a:gd name="connsiteY7" fmla="*/ 64415 h 81969"/>
                          <a:gd name="connsiteX8" fmla="*/ 74504 w 97484"/>
                          <a:gd name="connsiteY8" fmla="*/ 48413 h 81969"/>
                          <a:gd name="connsiteX9" fmla="*/ 60883 w 97484"/>
                          <a:gd name="connsiteY9" fmla="*/ 31363 h 81969"/>
                          <a:gd name="connsiteX10" fmla="*/ 48310 w 97484"/>
                          <a:gd name="connsiteY10" fmla="*/ 14599 h 81969"/>
                          <a:gd name="connsiteX11" fmla="*/ 28308 w 97484"/>
                          <a:gd name="connsiteY11" fmla="*/ 1550 h 81969"/>
                          <a:gd name="connsiteX12" fmla="*/ 18 w 97484"/>
                          <a:gd name="connsiteY12" fmla="*/ 12599 h 819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7484" h="81969">
                            <a:moveTo>
                              <a:pt x="18" y="12599"/>
                            </a:moveTo>
                            <a:cubicBezTo>
                              <a:pt x="399" y="19267"/>
                              <a:pt x="1828" y="22124"/>
                              <a:pt x="6971" y="28315"/>
                            </a:cubicBezTo>
                            <a:cubicBezTo>
                              <a:pt x="11734" y="34316"/>
                              <a:pt x="16020" y="39459"/>
                              <a:pt x="20783" y="44698"/>
                            </a:cubicBezTo>
                            <a:cubicBezTo>
                              <a:pt x="25450" y="50127"/>
                              <a:pt x="30879" y="55176"/>
                              <a:pt x="38118" y="60033"/>
                            </a:cubicBezTo>
                            <a:cubicBezTo>
                              <a:pt x="49834" y="68987"/>
                              <a:pt x="64502" y="76035"/>
                              <a:pt x="76599" y="80036"/>
                            </a:cubicBezTo>
                            <a:cubicBezTo>
                              <a:pt x="81171" y="81369"/>
                              <a:pt x="86029" y="82132"/>
                              <a:pt x="89934" y="81941"/>
                            </a:cubicBezTo>
                            <a:cubicBezTo>
                              <a:pt x="93744" y="81846"/>
                              <a:pt x="96602" y="80512"/>
                              <a:pt x="97364" y="77274"/>
                            </a:cubicBezTo>
                            <a:cubicBezTo>
                              <a:pt x="98412" y="73178"/>
                              <a:pt x="92411" y="68987"/>
                              <a:pt x="88505" y="64415"/>
                            </a:cubicBezTo>
                            <a:cubicBezTo>
                              <a:pt x="83838" y="59081"/>
                              <a:pt x="79266" y="53652"/>
                              <a:pt x="74504" y="48413"/>
                            </a:cubicBezTo>
                            <a:cubicBezTo>
                              <a:pt x="69741" y="43269"/>
                              <a:pt x="65169" y="37745"/>
                              <a:pt x="60883" y="31363"/>
                            </a:cubicBezTo>
                            <a:cubicBezTo>
                              <a:pt x="57359" y="25743"/>
                              <a:pt x="53358" y="20219"/>
                              <a:pt x="48310" y="14599"/>
                            </a:cubicBezTo>
                            <a:cubicBezTo>
                              <a:pt x="43262" y="9265"/>
                              <a:pt x="37071" y="3836"/>
                              <a:pt x="28308" y="1550"/>
                            </a:cubicBezTo>
                            <a:cubicBezTo>
                              <a:pt x="12401" y="-3022"/>
                              <a:pt x="-553" y="3074"/>
                              <a:pt x="18" y="1259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52" name="Forme libre : forme 12451">
                        <a:extLst>
                          <a:ext uri="{FF2B5EF4-FFF2-40B4-BE49-F238E27FC236}">
                            <a16:creationId xmlns:a16="http://schemas.microsoft.com/office/drawing/2014/main" id="{E8BA2397-5288-4774-A6F3-58D13B6E19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7806" y="2761107"/>
                        <a:ext cx="39814" cy="14569"/>
                      </a:xfrm>
                      <a:custGeom>
                        <a:avLst/>
                        <a:gdLst>
                          <a:gd name="connsiteX0" fmla="*/ 4878 w 39814"/>
                          <a:gd name="connsiteY0" fmla="*/ 0 h 14569"/>
                          <a:gd name="connsiteX1" fmla="*/ 402 w 39814"/>
                          <a:gd name="connsiteY1" fmla="*/ 953 h 14569"/>
                          <a:gd name="connsiteX2" fmla="*/ 2211 w 39814"/>
                          <a:gd name="connsiteY2" fmla="*/ 4286 h 14569"/>
                          <a:gd name="connsiteX3" fmla="*/ 8879 w 39814"/>
                          <a:gd name="connsiteY3" fmla="*/ 7334 h 14569"/>
                          <a:gd name="connsiteX4" fmla="*/ 25929 w 39814"/>
                          <a:gd name="connsiteY4" fmla="*/ 13145 h 14569"/>
                          <a:gd name="connsiteX5" fmla="*/ 32406 w 39814"/>
                          <a:gd name="connsiteY5" fmla="*/ 14478 h 14569"/>
                          <a:gd name="connsiteX6" fmla="*/ 32691 w 39814"/>
                          <a:gd name="connsiteY6" fmla="*/ 5239 h 14569"/>
                          <a:gd name="connsiteX7" fmla="*/ 4878 w 39814"/>
                          <a:gd name="connsiteY7" fmla="*/ 0 h 14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814" h="14569">
                            <a:moveTo>
                              <a:pt x="4878" y="0"/>
                            </a:moveTo>
                            <a:cubicBezTo>
                              <a:pt x="2878" y="0"/>
                              <a:pt x="1354" y="95"/>
                              <a:pt x="402" y="953"/>
                            </a:cubicBezTo>
                            <a:cubicBezTo>
                              <a:pt x="-646" y="1810"/>
                              <a:pt x="497" y="3143"/>
                              <a:pt x="2211" y="4286"/>
                            </a:cubicBezTo>
                            <a:cubicBezTo>
                              <a:pt x="3926" y="5334"/>
                              <a:pt x="6688" y="6382"/>
                              <a:pt x="8879" y="7334"/>
                            </a:cubicBezTo>
                            <a:cubicBezTo>
                              <a:pt x="14403" y="9430"/>
                              <a:pt x="20309" y="11621"/>
                              <a:pt x="25929" y="13145"/>
                            </a:cubicBezTo>
                            <a:cubicBezTo>
                              <a:pt x="28215" y="13716"/>
                              <a:pt x="30405" y="14478"/>
                              <a:pt x="32406" y="14478"/>
                            </a:cubicBezTo>
                            <a:cubicBezTo>
                              <a:pt x="40692" y="15335"/>
                              <a:pt x="43645" y="10001"/>
                              <a:pt x="32691" y="5239"/>
                            </a:cubicBezTo>
                            <a:cubicBezTo>
                              <a:pt x="24119" y="1810"/>
                              <a:pt x="13070" y="0"/>
                              <a:pt x="487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53" name="Forme libre : forme 12452">
                        <a:extLst>
                          <a:ext uri="{FF2B5EF4-FFF2-40B4-BE49-F238E27FC236}">
                            <a16:creationId xmlns:a16="http://schemas.microsoft.com/office/drawing/2014/main" id="{97F55C07-83BF-43D6-B772-66811B33F4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24500" y="2844260"/>
                        <a:ext cx="62865" cy="13981"/>
                      </a:xfrm>
                      <a:custGeom>
                        <a:avLst/>
                        <a:gdLst>
                          <a:gd name="connsiteX0" fmla="*/ 62865 w 62865"/>
                          <a:gd name="connsiteY0" fmla="*/ 12668 h 13981"/>
                          <a:gd name="connsiteX1" fmla="*/ 32385 w 62865"/>
                          <a:gd name="connsiteY1" fmla="*/ 10383 h 13981"/>
                          <a:gd name="connsiteX2" fmla="*/ 0 w 62865"/>
                          <a:gd name="connsiteY2" fmla="*/ 0 h 13981"/>
                          <a:gd name="connsiteX3" fmla="*/ 31814 w 62865"/>
                          <a:gd name="connsiteY3" fmla="*/ 8096 h 13981"/>
                          <a:gd name="connsiteX4" fmla="*/ 62865 w 62865"/>
                          <a:gd name="connsiteY4" fmla="*/ 12668 h 139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865" h="13981">
                            <a:moveTo>
                              <a:pt x="62865" y="12668"/>
                            </a:moveTo>
                            <a:cubicBezTo>
                              <a:pt x="55054" y="15335"/>
                              <a:pt x="43720" y="13621"/>
                              <a:pt x="32385" y="10383"/>
                            </a:cubicBezTo>
                            <a:cubicBezTo>
                              <a:pt x="20955" y="7144"/>
                              <a:pt x="8858" y="3334"/>
                              <a:pt x="0" y="0"/>
                            </a:cubicBezTo>
                            <a:cubicBezTo>
                              <a:pt x="9716" y="3620"/>
                              <a:pt x="20955" y="6001"/>
                              <a:pt x="31814" y="8096"/>
                            </a:cubicBezTo>
                            <a:cubicBezTo>
                              <a:pt x="42672" y="10478"/>
                              <a:pt x="53531" y="11906"/>
                              <a:pt x="62865" y="1266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54" name="Forme libre : forme 12453">
                        <a:extLst>
                          <a:ext uri="{FF2B5EF4-FFF2-40B4-BE49-F238E27FC236}">
                            <a16:creationId xmlns:a16="http://schemas.microsoft.com/office/drawing/2014/main" id="{009BBF1A-1399-46A2-B907-0BAAF6D715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5440" y="2740590"/>
                        <a:ext cx="75914" cy="8133"/>
                      </a:xfrm>
                      <a:custGeom>
                        <a:avLst/>
                        <a:gdLst>
                          <a:gd name="connsiteX0" fmla="*/ 75914 w 75914"/>
                          <a:gd name="connsiteY0" fmla="*/ 8133 h 8133"/>
                          <a:gd name="connsiteX1" fmla="*/ 55626 w 75914"/>
                          <a:gd name="connsiteY1" fmla="*/ 1847 h 8133"/>
                          <a:gd name="connsiteX2" fmla="*/ 35528 w 75914"/>
                          <a:gd name="connsiteY2" fmla="*/ 37 h 8133"/>
                          <a:gd name="connsiteX3" fmla="*/ 26003 w 75914"/>
                          <a:gd name="connsiteY3" fmla="*/ 228 h 8133"/>
                          <a:gd name="connsiteX4" fmla="*/ 16764 w 75914"/>
                          <a:gd name="connsiteY4" fmla="*/ 1561 h 8133"/>
                          <a:gd name="connsiteX5" fmla="*/ 0 w 75914"/>
                          <a:gd name="connsiteY5" fmla="*/ 5562 h 8133"/>
                          <a:gd name="connsiteX6" fmla="*/ 75914 w 75914"/>
                          <a:gd name="connsiteY6" fmla="*/ 8133 h 81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5914" h="8133">
                            <a:moveTo>
                              <a:pt x="75914" y="8133"/>
                            </a:moveTo>
                            <a:cubicBezTo>
                              <a:pt x="69151" y="5466"/>
                              <a:pt x="62484" y="3085"/>
                              <a:pt x="55626" y="1847"/>
                            </a:cubicBezTo>
                            <a:cubicBezTo>
                              <a:pt x="48768" y="704"/>
                              <a:pt x="42005" y="132"/>
                              <a:pt x="35528" y="37"/>
                            </a:cubicBezTo>
                            <a:cubicBezTo>
                              <a:pt x="32290" y="-58"/>
                              <a:pt x="29146" y="37"/>
                              <a:pt x="26003" y="228"/>
                            </a:cubicBezTo>
                            <a:cubicBezTo>
                              <a:pt x="22860" y="609"/>
                              <a:pt x="19717" y="990"/>
                              <a:pt x="16764" y="1561"/>
                            </a:cubicBezTo>
                            <a:cubicBezTo>
                              <a:pt x="10763" y="2609"/>
                              <a:pt x="5144" y="3943"/>
                              <a:pt x="0" y="5562"/>
                            </a:cubicBezTo>
                            <a:cubicBezTo>
                              <a:pt x="18764" y="-1582"/>
                              <a:pt x="51911" y="799"/>
                              <a:pt x="75914" y="813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55" name="Forme libre : forme 12454">
                        <a:extLst>
                          <a:ext uri="{FF2B5EF4-FFF2-40B4-BE49-F238E27FC236}">
                            <a16:creationId xmlns:a16="http://schemas.microsoft.com/office/drawing/2014/main" id="{299DDA41-A820-412F-88D5-3B4D12C004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20488" y="2792538"/>
                        <a:ext cx="29110" cy="23361"/>
                      </a:xfrm>
                      <a:custGeom>
                        <a:avLst/>
                        <a:gdLst>
                          <a:gd name="connsiteX0" fmla="*/ 28206 w 29110"/>
                          <a:gd name="connsiteY0" fmla="*/ 23241 h 23361"/>
                          <a:gd name="connsiteX1" fmla="*/ 9823 w 29110"/>
                          <a:gd name="connsiteY1" fmla="*/ 12955 h 23361"/>
                          <a:gd name="connsiteX2" fmla="*/ 965 w 29110"/>
                          <a:gd name="connsiteY2" fmla="*/ 286 h 23361"/>
                          <a:gd name="connsiteX3" fmla="*/ 18586 w 29110"/>
                          <a:gd name="connsiteY3" fmla="*/ 9907 h 23361"/>
                          <a:gd name="connsiteX4" fmla="*/ 28206 w 29110"/>
                          <a:gd name="connsiteY4" fmla="*/ 23241 h 233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9110" h="23361">
                            <a:moveTo>
                              <a:pt x="28206" y="23241"/>
                            </a:moveTo>
                            <a:cubicBezTo>
                              <a:pt x="24491" y="24480"/>
                              <a:pt x="13252" y="15812"/>
                              <a:pt x="9823" y="12955"/>
                            </a:cubicBezTo>
                            <a:cubicBezTo>
                              <a:pt x="6489" y="10097"/>
                              <a:pt x="-3036" y="2001"/>
                              <a:pt x="965" y="286"/>
                            </a:cubicBezTo>
                            <a:cubicBezTo>
                              <a:pt x="5251" y="-1714"/>
                              <a:pt x="15347" y="7335"/>
                              <a:pt x="18586" y="9907"/>
                            </a:cubicBezTo>
                            <a:cubicBezTo>
                              <a:pt x="21824" y="12478"/>
                              <a:pt x="32207" y="21622"/>
                              <a:pt x="28206" y="2324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56" name="Forme libre : forme 12455">
                        <a:extLst>
                          <a:ext uri="{FF2B5EF4-FFF2-40B4-BE49-F238E27FC236}">
                            <a16:creationId xmlns:a16="http://schemas.microsoft.com/office/drawing/2014/main" id="{BCDA922F-ACFC-42BA-8546-1B4C4C2509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5399" y="2811734"/>
                        <a:ext cx="8397" cy="7009"/>
                      </a:xfrm>
                      <a:custGeom>
                        <a:avLst/>
                        <a:gdLst>
                          <a:gd name="connsiteX0" fmla="*/ 8343 w 8397"/>
                          <a:gd name="connsiteY0" fmla="*/ 6522 h 7009"/>
                          <a:gd name="connsiteX1" fmla="*/ 3580 w 8397"/>
                          <a:gd name="connsiteY1" fmla="*/ 5093 h 7009"/>
                          <a:gd name="connsiteX2" fmla="*/ 56 w 8397"/>
                          <a:gd name="connsiteY2" fmla="*/ 521 h 7009"/>
                          <a:gd name="connsiteX3" fmla="*/ 4723 w 8397"/>
                          <a:gd name="connsiteY3" fmla="*/ 1760 h 7009"/>
                          <a:gd name="connsiteX4" fmla="*/ 8343 w 8397"/>
                          <a:gd name="connsiteY4" fmla="*/ 6522 h 70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397" h="7009">
                            <a:moveTo>
                              <a:pt x="8343" y="6522"/>
                            </a:moveTo>
                            <a:cubicBezTo>
                              <a:pt x="7867" y="7855"/>
                              <a:pt x="5009" y="6141"/>
                              <a:pt x="3580" y="5093"/>
                            </a:cubicBezTo>
                            <a:cubicBezTo>
                              <a:pt x="2247" y="4046"/>
                              <a:pt x="-420" y="1855"/>
                              <a:pt x="56" y="521"/>
                            </a:cubicBezTo>
                            <a:cubicBezTo>
                              <a:pt x="628" y="-812"/>
                              <a:pt x="3295" y="712"/>
                              <a:pt x="4723" y="1760"/>
                            </a:cubicBezTo>
                            <a:cubicBezTo>
                              <a:pt x="6057" y="2903"/>
                              <a:pt x="8819" y="5188"/>
                              <a:pt x="8343" y="652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57" name="Forme libre : forme 12456">
                        <a:extLst>
                          <a:ext uri="{FF2B5EF4-FFF2-40B4-BE49-F238E27FC236}">
                            <a16:creationId xmlns:a16="http://schemas.microsoft.com/office/drawing/2014/main" id="{119D5592-0351-4522-9A3F-4A0DE21732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30914" y="2774261"/>
                        <a:ext cx="58840" cy="75542"/>
                      </a:xfrm>
                      <a:custGeom>
                        <a:avLst/>
                        <a:gdLst>
                          <a:gd name="connsiteX0" fmla="*/ 51403 w 58840"/>
                          <a:gd name="connsiteY0" fmla="*/ 47710 h 75542"/>
                          <a:gd name="connsiteX1" fmla="*/ 58832 w 58840"/>
                          <a:gd name="connsiteY1" fmla="*/ 73047 h 75542"/>
                          <a:gd name="connsiteX2" fmla="*/ 50355 w 58840"/>
                          <a:gd name="connsiteY2" fmla="*/ 73523 h 75542"/>
                          <a:gd name="connsiteX3" fmla="*/ 44449 w 58840"/>
                          <a:gd name="connsiteY3" fmla="*/ 64188 h 75542"/>
                          <a:gd name="connsiteX4" fmla="*/ 27304 w 58840"/>
                          <a:gd name="connsiteY4" fmla="*/ 34661 h 75542"/>
                          <a:gd name="connsiteX5" fmla="*/ 1873 w 58840"/>
                          <a:gd name="connsiteY5" fmla="*/ 276 h 75542"/>
                          <a:gd name="connsiteX6" fmla="*/ 41401 w 58840"/>
                          <a:gd name="connsiteY6" fmla="*/ 26279 h 75542"/>
                          <a:gd name="connsiteX7" fmla="*/ 51403 w 58840"/>
                          <a:gd name="connsiteY7" fmla="*/ 47710 h 755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8840" h="75542">
                            <a:moveTo>
                              <a:pt x="51403" y="47710"/>
                            </a:moveTo>
                            <a:cubicBezTo>
                              <a:pt x="55879" y="57426"/>
                              <a:pt x="59023" y="64379"/>
                              <a:pt x="58832" y="73047"/>
                            </a:cubicBezTo>
                            <a:cubicBezTo>
                              <a:pt x="58737" y="76190"/>
                              <a:pt x="53974" y="76380"/>
                              <a:pt x="50355" y="73523"/>
                            </a:cubicBezTo>
                            <a:cubicBezTo>
                              <a:pt x="46735" y="70665"/>
                              <a:pt x="45687" y="67522"/>
                              <a:pt x="44449" y="64188"/>
                            </a:cubicBezTo>
                            <a:cubicBezTo>
                              <a:pt x="40639" y="53711"/>
                              <a:pt x="34448" y="44757"/>
                              <a:pt x="27304" y="34661"/>
                            </a:cubicBezTo>
                            <a:cubicBezTo>
                              <a:pt x="23208" y="28089"/>
                              <a:pt x="-7843" y="3038"/>
                              <a:pt x="1873" y="276"/>
                            </a:cubicBezTo>
                            <a:cubicBezTo>
                              <a:pt x="12064" y="-2582"/>
                              <a:pt x="35591" y="17516"/>
                              <a:pt x="41401" y="26279"/>
                            </a:cubicBezTo>
                            <a:cubicBezTo>
                              <a:pt x="47497" y="34756"/>
                              <a:pt x="48069" y="40281"/>
                              <a:pt x="51403" y="4771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83" name="Graphique 1">
                      <a:extLst>
                        <a:ext uri="{FF2B5EF4-FFF2-40B4-BE49-F238E27FC236}">
                          <a16:creationId xmlns:a16="http://schemas.microsoft.com/office/drawing/2014/main" id="{0A423281-17C3-4859-8D09-E5D5845B8A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2019" y="2850802"/>
                      <a:ext cx="145221" cy="166448"/>
                      <a:chOff x="992019" y="2850802"/>
                      <a:chExt cx="145221" cy="166448"/>
                    </a:xfrm>
                    <a:solidFill>
                      <a:schemeClr val="accent1"/>
                    </a:solidFill>
                  </p:grpSpPr>
                  <p:sp>
                    <p:nvSpPr>
                      <p:cNvPr id="12434" name="Forme libre : forme 12433">
                        <a:extLst>
                          <a:ext uri="{FF2B5EF4-FFF2-40B4-BE49-F238E27FC236}">
                            <a16:creationId xmlns:a16="http://schemas.microsoft.com/office/drawing/2014/main" id="{658475CC-F1E2-4019-B98B-2CD8C0F399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2019" y="2850802"/>
                        <a:ext cx="145221" cy="166448"/>
                      </a:xfrm>
                      <a:custGeom>
                        <a:avLst/>
                        <a:gdLst>
                          <a:gd name="connsiteX0" fmla="*/ 69356 w 145221"/>
                          <a:gd name="connsiteY0" fmla="*/ 131475 h 166448"/>
                          <a:gd name="connsiteX1" fmla="*/ 47448 w 145221"/>
                          <a:gd name="connsiteY1" fmla="*/ 106805 h 166448"/>
                          <a:gd name="connsiteX2" fmla="*/ 25064 w 145221"/>
                          <a:gd name="connsiteY2" fmla="*/ 80992 h 166448"/>
                          <a:gd name="connsiteX3" fmla="*/ 14 w 145221"/>
                          <a:gd name="connsiteY3" fmla="*/ 15175 h 166448"/>
                          <a:gd name="connsiteX4" fmla="*/ 15349 w 145221"/>
                          <a:gd name="connsiteY4" fmla="*/ 30 h 166448"/>
                          <a:gd name="connsiteX5" fmla="*/ 48782 w 145221"/>
                          <a:gd name="connsiteY5" fmla="*/ 7936 h 166448"/>
                          <a:gd name="connsiteX6" fmla="*/ 81738 w 145221"/>
                          <a:gd name="connsiteY6" fmla="*/ 31081 h 166448"/>
                          <a:gd name="connsiteX7" fmla="*/ 104598 w 145221"/>
                          <a:gd name="connsiteY7" fmla="*/ 55561 h 166448"/>
                          <a:gd name="connsiteX8" fmla="*/ 126410 w 145221"/>
                          <a:gd name="connsiteY8" fmla="*/ 82231 h 166448"/>
                          <a:gd name="connsiteX9" fmla="*/ 144317 w 145221"/>
                          <a:gd name="connsiteY9" fmla="*/ 151858 h 166448"/>
                          <a:gd name="connsiteX10" fmla="*/ 128887 w 145221"/>
                          <a:gd name="connsiteY10" fmla="*/ 166337 h 166448"/>
                          <a:gd name="connsiteX11" fmla="*/ 69356 w 145221"/>
                          <a:gd name="connsiteY11" fmla="*/ 131475 h 1664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45221" h="166448">
                            <a:moveTo>
                              <a:pt x="69356" y="131475"/>
                            </a:moveTo>
                            <a:cubicBezTo>
                              <a:pt x="64117" y="125474"/>
                              <a:pt x="55830" y="116140"/>
                              <a:pt x="47448" y="106805"/>
                            </a:cubicBezTo>
                            <a:cubicBezTo>
                              <a:pt x="39066" y="97090"/>
                              <a:pt x="30589" y="87374"/>
                              <a:pt x="25064" y="80992"/>
                            </a:cubicBezTo>
                            <a:cubicBezTo>
                              <a:pt x="5157" y="56799"/>
                              <a:pt x="1252" y="38416"/>
                              <a:pt x="14" y="15175"/>
                            </a:cubicBezTo>
                            <a:cubicBezTo>
                              <a:pt x="-368" y="7174"/>
                              <a:pt x="7348" y="-542"/>
                              <a:pt x="15349" y="30"/>
                            </a:cubicBezTo>
                            <a:cubicBezTo>
                              <a:pt x="26874" y="887"/>
                              <a:pt x="38114" y="2983"/>
                              <a:pt x="48782" y="7936"/>
                            </a:cubicBezTo>
                            <a:cubicBezTo>
                              <a:pt x="59640" y="12794"/>
                              <a:pt x="70594" y="20032"/>
                              <a:pt x="81738" y="31081"/>
                            </a:cubicBezTo>
                            <a:cubicBezTo>
                              <a:pt x="87834" y="36892"/>
                              <a:pt x="96407" y="46036"/>
                              <a:pt x="104598" y="55561"/>
                            </a:cubicBezTo>
                            <a:cubicBezTo>
                              <a:pt x="112885" y="64800"/>
                              <a:pt x="121172" y="75087"/>
                              <a:pt x="126410" y="82231"/>
                            </a:cubicBezTo>
                            <a:cubicBezTo>
                              <a:pt x="145841" y="108901"/>
                              <a:pt x="146603" y="129284"/>
                              <a:pt x="144317" y="151858"/>
                            </a:cubicBezTo>
                            <a:cubicBezTo>
                              <a:pt x="143460" y="159669"/>
                              <a:pt x="136316" y="167480"/>
                              <a:pt x="128887" y="166337"/>
                            </a:cubicBezTo>
                            <a:cubicBezTo>
                              <a:pt x="107456" y="162907"/>
                              <a:pt x="88977" y="153287"/>
                              <a:pt x="69356" y="13147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35" name="Forme libre : forme 12434">
                        <a:extLst>
                          <a:ext uri="{FF2B5EF4-FFF2-40B4-BE49-F238E27FC236}">
                            <a16:creationId xmlns:a16="http://schemas.microsoft.com/office/drawing/2014/main" id="{3F8A7FB0-A6D3-415F-8248-8C965E3B53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2123" y="2856642"/>
                        <a:ext cx="129354" cy="160305"/>
                      </a:xfrm>
                      <a:custGeom>
                        <a:avLst/>
                        <a:gdLst>
                          <a:gd name="connsiteX0" fmla="*/ 52107 w 129354"/>
                          <a:gd name="connsiteY0" fmla="*/ 64579 h 160305"/>
                          <a:gd name="connsiteX1" fmla="*/ 3148 w 129354"/>
                          <a:gd name="connsiteY1" fmla="*/ 0 h 160305"/>
                          <a:gd name="connsiteX2" fmla="*/ 5 w 129354"/>
                          <a:gd name="connsiteY2" fmla="*/ 9144 h 160305"/>
                          <a:gd name="connsiteX3" fmla="*/ 958 w 129354"/>
                          <a:gd name="connsiteY3" fmla="*/ 20764 h 160305"/>
                          <a:gd name="connsiteX4" fmla="*/ 10197 w 129354"/>
                          <a:gd name="connsiteY4" fmla="*/ 52864 h 160305"/>
                          <a:gd name="connsiteX5" fmla="*/ 25056 w 129354"/>
                          <a:gd name="connsiteY5" fmla="*/ 74962 h 160305"/>
                          <a:gd name="connsiteX6" fmla="*/ 32200 w 129354"/>
                          <a:gd name="connsiteY6" fmla="*/ 83248 h 160305"/>
                          <a:gd name="connsiteX7" fmla="*/ 66109 w 129354"/>
                          <a:gd name="connsiteY7" fmla="*/ 121825 h 160305"/>
                          <a:gd name="connsiteX8" fmla="*/ 69347 w 129354"/>
                          <a:gd name="connsiteY8" fmla="*/ 125444 h 160305"/>
                          <a:gd name="connsiteX9" fmla="*/ 90016 w 129354"/>
                          <a:gd name="connsiteY9" fmla="*/ 144304 h 160305"/>
                          <a:gd name="connsiteX10" fmla="*/ 118972 w 129354"/>
                          <a:gd name="connsiteY10" fmla="*/ 158115 h 160305"/>
                          <a:gd name="connsiteX11" fmla="*/ 128974 w 129354"/>
                          <a:gd name="connsiteY11" fmla="*/ 160306 h 160305"/>
                          <a:gd name="connsiteX12" fmla="*/ 129355 w 129354"/>
                          <a:gd name="connsiteY12" fmla="*/ 160306 h 160305"/>
                          <a:gd name="connsiteX13" fmla="*/ 93064 w 129354"/>
                          <a:gd name="connsiteY13" fmla="*/ 110109 h 160305"/>
                          <a:gd name="connsiteX14" fmla="*/ 52107 w 129354"/>
                          <a:gd name="connsiteY14" fmla="*/ 64579 h 160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29354" h="160305">
                            <a:moveTo>
                              <a:pt x="52107" y="64579"/>
                            </a:moveTo>
                            <a:cubicBezTo>
                              <a:pt x="32104" y="44863"/>
                              <a:pt x="11721" y="23050"/>
                              <a:pt x="3148" y="0"/>
                            </a:cubicBezTo>
                            <a:cubicBezTo>
                              <a:pt x="1148" y="2667"/>
                              <a:pt x="-90" y="5810"/>
                              <a:pt x="5" y="9144"/>
                            </a:cubicBezTo>
                            <a:cubicBezTo>
                              <a:pt x="196" y="13145"/>
                              <a:pt x="481" y="17050"/>
                              <a:pt x="958" y="20764"/>
                            </a:cubicBezTo>
                            <a:cubicBezTo>
                              <a:pt x="2386" y="31432"/>
                              <a:pt x="4768" y="42005"/>
                              <a:pt x="10197" y="52864"/>
                            </a:cubicBezTo>
                            <a:cubicBezTo>
                              <a:pt x="13816" y="59722"/>
                              <a:pt x="18579" y="67056"/>
                              <a:pt x="25056" y="74962"/>
                            </a:cubicBezTo>
                            <a:cubicBezTo>
                              <a:pt x="27056" y="77343"/>
                              <a:pt x="29533" y="80105"/>
                              <a:pt x="32200" y="83248"/>
                            </a:cubicBezTo>
                            <a:cubicBezTo>
                              <a:pt x="42677" y="95155"/>
                              <a:pt x="56965" y="111442"/>
                              <a:pt x="66109" y="121825"/>
                            </a:cubicBezTo>
                            <a:cubicBezTo>
                              <a:pt x="67252" y="123158"/>
                              <a:pt x="68395" y="124396"/>
                              <a:pt x="69347" y="125444"/>
                            </a:cubicBezTo>
                            <a:cubicBezTo>
                              <a:pt x="76396" y="133064"/>
                              <a:pt x="83158" y="139351"/>
                              <a:pt x="90016" y="144304"/>
                            </a:cubicBezTo>
                            <a:cubicBezTo>
                              <a:pt x="99446" y="150971"/>
                              <a:pt x="109066" y="155257"/>
                              <a:pt x="118972" y="158115"/>
                            </a:cubicBezTo>
                            <a:cubicBezTo>
                              <a:pt x="122211" y="158972"/>
                              <a:pt x="125545" y="159734"/>
                              <a:pt x="128974" y="160306"/>
                            </a:cubicBezTo>
                            <a:lnTo>
                              <a:pt x="129355" y="160306"/>
                            </a:lnTo>
                            <a:cubicBezTo>
                              <a:pt x="117734" y="143351"/>
                              <a:pt x="105828" y="126206"/>
                              <a:pt x="93064" y="110109"/>
                            </a:cubicBezTo>
                            <a:cubicBezTo>
                              <a:pt x="80396" y="93916"/>
                              <a:pt x="66299" y="78772"/>
                              <a:pt x="52107" y="6457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36" name="Forme libre : forme 12435">
                        <a:extLst>
                          <a:ext uri="{FF2B5EF4-FFF2-40B4-BE49-F238E27FC236}">
                            <a16:creationId xmlns:a16="http://schemas.microsoft.com/office/drawing/2014/main" id="{2EAF1F69-E691-4248-AF3F-90222CF89F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3790" y="2906611"/>
                        <a:ext cx="64531" cy="76523"/>
                      </a:xfrm>
                      <a:custGeom>
                        <a:avLst/>
                        <a:gdLst>
                          <a:gd name="connsiteX0" fmla="*/ 62733 w 64531"/>
                          <a:gd name="connsiteY0" fmla="*/ 75666 h 76523"/>
                          <a:gd name="connsiteX1" fmla="*/ 22347 w 64531"/>
                          <a:gd name="connsiteY1" fmla="*/ 44614 h 76523"/>
                          <a:gd name="connsiteX2" fmla="*/ 6155 w 64531"/>
                          <a:gd name="connsiteY2" fmla="*/ 22326 h 76523"/>
                          <a:gd name="connsiteX3" fmla="*/ 1773 w 64531"/>
                          <a:gd name="connsiteY3" fmla="*/ 1466 h 76523"/>
                          <a:gd name="connsiteX4" fmla="*/ 21585 w 64531"/>
                          <a:gd name="connsiteY4" fmla="*/ 8229 h 76523"/>
                          <a:gd name="connsiteX5" fmla="*/ 40921 w 64531"/>
                          <a:gd name="connsiteY5" fmla="*/ 28136 h 76523"/>
                          <a:gd name="connsiteX6" fmla="*/ 62733 w 64531"/>
                          <a:gd name="connsiteY6" fmla="*/ 75666 h 765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4531" h="76523">
                            <a:moveTo>
                              <a:pt x="62733" y="75666"/>
                            </a:moveTo>
                            <a:cubicBezTo>
                              <a:pt x="54923" y="81762"/>
                              <a:pt x="30634" y="53663"/>
                              <a:pt x="22347" y="44614"/>
                            </a:cubicBezTo>
                            <a:cubicBezTo>
                              <a:pt x="18156" y="39947"/>
                              <a:pt x="11108" y="31089"/>
                              <a:pt x="6155" y="22326"/>
                            </a:cubicBezTo>
                            <a:cubicBezTo>
                              <a:pt x="1107" y="13658"/>
                              <a:pt x="-2227" y="5467"/>
                              <a:pt x="1773" y="1466"/>
                            </a:cubicBezTo>
                            <a:cubicBezTo>
                              <a:pt x="5679" y="-2344"/>
                              <a:pt x="13775" y="1752"/>
                              <a:pt x="21585" y="8229"/>
                            </a:cubicBezTo>
                            <a:cubicBezTo>
                              <a:pt x="29396" y="14801"/>
                              <a:pt x="37111" y="23469"/>
                              <a:pt x="40921" y="28136"/>
                            </a:cubicBezTo>
                            <a:cubicBezTo>
                              <a:pt x="48922" y="37566"/>
                              <a:pt x="70925" y="69284"/>
                              <a:pt x="62733" y="7566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37" name="Forme libre : forme 12436">
                        <a:extLst>
                          <a:ext uri="{FF2B5EF4-FFF2-40B4-BE49-F238E27FC236}">
                            <a16:creationId xmlns:a16="http://schemas.microsoft.com/office/drawing/2014/main" id="{F94AAE0A-9195-4ADC-B1ED-AA2B032216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4107" y="2906032"/>
                        <a:ext cx="36317" cy="60052"/>
                      </a:xfrm>
                      <a:custGeom>
                        <a:avLst/>
                        <a:gdLst>
                          <a:gd name="connsiteX0" fmla="*/ 22411 w 36317"/>
                          <a:gd name="connsiteY0" fmla="*/ 10427 h 60052"/>
                          <a:gd name="connsiteX1" fmla="*/ 1075 w 36317"/>
                          <a:gd name="connsiteY1" fmla="*/ 1855 h 60052"/>
                          <a:gd name="connsiteX2" fmla="*/ 22316 w 36317"/>
                          <a:gd name="connsiteY2" fmla="*/ 45670 h 60052"/>
                          <a:gd name="connsiteX3" fmla="*/ 36318 w 36317"/>
                          <a:gd name="connsiteY3" fmla="*/ 60052 h 60052"/>
                          <a:gd name="connsiteX4" fmla="*/ 30126 w 36317"/>
                          <a:gd name="connsiteY4" fmla="*/ 51290 h 60052"/>
                          <a:gd name="connsiteX5" fmla="*/ 22411 w 36317"/>
                          <a:gd name="connsiteY5" fmla="*/ 10427 h 60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317" h="60052">
                            <a:moveTo>
                              <a:pt x="22411" y="10427"/>
                            </a:moveTo>
                            <a:cubicBezTo>
                              <a:pt x="17077" y="6998"/>
                              <a:pt x="4504" y="-4432"/>
                              <a:pt x="1075" y="1855"/>
                            </a:cubicBezTo>
                            <a:cubicBezTo>
                              <a:pt x="-4354" y="11856"/>
                              <a:pt x="12029" y="33668"/>
                              <a:pt x="22316" y="45670"/>
                            </a:cubicBezTo>
                            <a:cubicBezTo>
                              <a:pt x="25173" y="49194"/>
                              <a:pt x="32412" y="56433"/>
                              <a:pt x="36318" y="60052"/>
                            </a:cubicBezTo>
                            <a:cubicBezTo>
                              <a:pt x="34603" y="57671"/>
                              <a:pt x="31460" y="53766"/>
                              <a:pt x="30126" y="51290"/>
                            </a:cubicBezTo>
                            <a:cubicBezTo>
                              <a:pt x="22792" y="36907"/>
                              <a:pt x="13934" y="19190"/>
                              <a:pt x="22411" y="1042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38" name="Forme libre : forme 12437">
                        <a:extLst>
                          <a:ext uri="{FF2B5EF4-FFF2-40B4-BE49-F238E27FC236}">
                            <a16:creationId xmlns:a16="http://schemas.microsoft.com/office/drawing/2014/main" id="{0A73B6AE-4FC8-4C02-922A-0B8EE67C0B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5226" y="2912087"/>
                        <a:ext cx="64790" cy="76222"/>
                      </a:xfrm>
                      <a:custGeom>
                        <a:avLst/>
                        <a:gdLst>
                          <a:gd name="connsiteX0" fmla="*/ 62344 w 64790"/>
                          <a:gd name="connsiteY0" fmla="*/ 75905 h 76222"/>
                          <a:gd name="connsiteX1" fmla="*/ 21482 w 64790"/>
                          <a:gd name="connsiteY1" fmla="*/ 44568 h 76222"/>
                          <a:gd name="connsiteX2" fmla="*/ 1670 w 64790"/>
                          <a:gd name="connsiteY2" fmla="*/ 1705 h 76222"/>
                          <a:gd name="connsiteX3" fmla="*/ 40532 w 64790"/>
                          <a:gd name="connsiteY3" fmla="*/ 28470 h 76222"/>
                          <a:gd name="connsiteX4" fmla="*/ 62344 w 64790"/>
                          <a:gd name="connsiteY4" fmla="*/ 75905 h 76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790" h="76222">
                            <a:moveTo>
                              <a:pt x="62344" y="75905"/>
                            </a:moveTo>
                            <a:cubicBezTo>
                              <a:pt x="52534" y="79334"/>
                              <a:pt x="30531" y="54093"/>
                              <a:pt x="21482" y="44568"/>
                            </a:cubicBezTo>
                            <a:cubicBezTo>
                              <a:pt x="12529" y="34661"/>
                              <a:pt x="-5569" y="9992"/>
                              <a:pt x="1670" y="1705"/>
                            </a:cubicBezTo>
                            <a:cubicBezTo>
                              <a:pt x="9290" y="-6963"/>
                              <a:pt x="33388" y="19802"/>
                              <a:pt x="40532" y="28470"/>
                            </a:cubicBezTo>
                            <a:cubicBezTo>
                              <a:pt x="48057" y="36757"/>
                              <a:pt x="72536" y="72190"/>
                              <a:pt x="62344" y="7590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39" name="Forme libre : forme 12438">
                        <a:extLst>
                          <a:ext uri="{FF2B5EF4-FFF2-40B4-BE49-F238E27FC236}">
                            <a16:creationId xmlns:a16="http://schemas.microsoft.com/office/drawing/2014/main" id="{58399C27-C474-4FC2-A227-66C6159772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2213" y="2870201"/>
                        <a:ext cx="71593" cy="105009"/>
                      </a:xfrm>
                      <a:custGeom>
                        <a:avLst/>
                        <a:gdLst>
                          <a:gd name="connsiteX0" fmla="*/ 1917 w 71593"/>
                          <a:gd name="connsiteY0" fmla="*/ 6349 h 105009"/>
                          <a:gd name="connsiteX1" fmla="*/ 1727 w 71593"/>
                          <a:gd name="connsiteY1" fmla="*/ 23589 h 105009"/>
                          <a:gd name="connsiteX2" fmla="*/ 19157 w 71593"/>
                          <a:gd name="connsiteY2" fmla="*/ 66070 h 105009"/>
                          <a:gd name="connsiteX3" fmla="*/ 50399 w 71593"/>
                          <a:gd name="connsiteY3" fmla="*/ 98551 h 105009"/>
                          <a:gd name="connsiteX4" fmla="*/ 71069 w 71593"/>
                          <a:gd name="connsiteY4" fmla="*/ 102265 h 105009"/>
                          <a:gd name="connsiteX5" fmla="*/ 66497 w 71593"/>
                          <a:gd name="connsiteY5" fmla="*/ 87216 h 105009"/>
                          <a:gd name="connsiteX6" fmla="*/ 50685 w 71593"/>
                          <a:gd name="connsiteY6" fmla="*/ 47211 h 105009"/>
                          <a:gd name="connsiteX7" fmla="*/ 32111 w 71593"/>
                          <a:gd name="connsiteY7" fmla="*/ 7968 h 105009"/>
                          <a:gd name="connsiteX8" fmla="*/ 1917 w 71593"/>
                          <a:gd name="connsiteY8" fmla="*/ 6349 h 1050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1593" h="105009">
                            <a:moveTo>
                              <a:pt x="1917" y="6349"/>
                            </a:moveTo>
                            <a:cubicBezTo>
                              <a:pt x="-750" y="12635"/>
                              <a:pt x="-464" y="15683"/>
                              <a:pt x="1727" y="23589"/>
                            </a:cubicBezTo>
                            <a:cubicBezTo>
                              <a:pt x="5918" y="38353"/>
                              <a:pt x="8775" y="50831"/>
                              <a:pt x="19157" y="66070"/>
                            </a:cubicBezTo>
                            <a:cubicBezTo>
                              <a:pt x="27444" y="78929"/>
                              <a:pt x="39922" y="91407"/>
                              <a:pt x="50399" y="98551"/>
                            </a:cubicBezTo>
                            <a:cubicBezTo>
                              <a:pt x="58400" y="103980"/>
                              <a:pt x="67735" y="107885"/>
                              <a:pt x="71069" y="102265"/>
                            </a:cubicBezTo>
                            <a:cubicBezTo>
                              <a:pt x="73069" y="98836"/>
                              <a:pt x="68878" y="92740"/>
                              <a:pt x="66497" y="87216"/>
                            </a:cubicBezTo>
                            <a:cubicBezTo>
                              <a:pt x="60972" y="74071"/>
                              <a:pt x="54305" y="61975"/>
                              <a:pt x="50685" y="47211"/>
                            </a:cubicBezTo>
                            <a:cubicBezTo>
                              <a:pt x="47447" y="34828"/>
                              <a:pt x="45446" y="19493"/>
                              <a:pt x="32111" y="7968"/>
                            </a:cubicBezTo>
                            <a:cubicBezTo>
                              <a:pt x="19729" y="-2319"/>
                              <a:pt x="5537" y="-2414"/>
                              <a:pt x="1917" y="634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40" name="Forme libre : forme 12439">
                        <a:extLst>
                          <a:ext uri="{FF2B5EF4-FFF2-40B4-BE49-F238E27FC236}">
                            <a16:creationId xmlns:a16="http://schemas.microsoft.com/office/drawing/2014/main" id="{7A3B7D7F-2AB8-4998-8360-468AFCE292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7641" y="2885369"/>
                        <a:ext cx="32977" cy="25628"/>
                      </a:xfrm>
                      <a:custGeom>
                        <a:avLst/>
                        <a:gdLst>
                          <a:gd name="connsiteX0" fmla="*/ 5255 w 32977"/>
                          <a:gd name="connsiteY0" fmla="*/ 991 h 25628"/>
                          <a:gd name="connsiteX1" fmla="*/ 778 w 32977"/>
                          <a:gd name="connsiteY1" fmla="*/ 134 h 25628"/>
                          <a:gd name="connsiteX2" fmla="*/ 1064 w 32977"/>
                          <a:gd name="connsiteY2" fmla="*/ 3849 h 25628"/>
                          <a:gd name="connsiteX3" fmla="*/ 5922 w 32977"/>
                          <a:gd name="connsiteY3" fmla="*/ 9183 h 25628"/>
                          <a:gd name="connsiteX4" fmla="*/ 19447 w 32977"/>
                          <a:gd name="connsiteY4" fmla="*/ 20708 h 25628"/>
                          <a:gd name="connsiteX5" fmla="*/ 24876 w 32977"/>
                          <a:gd name="connsiteY5" fmla="*/ 24328 h 25628"/>
                          <a:gd name="connsiteX6" fmla="*/ 28496 w 32977"/>
                          <a:gd name="connsiteY6" fmla="*/ 15850 h 25628"/>
                          <a:gd name="connsiteX7" fmla="*/ 5255 w 32977"/>
                          <a:gd name="connsiteY7" fmla="*/ 991 h 256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2977" h="25628">
                            <a:moveTo>
                              <a:pt x="5255" y="991"/>
                            </a:moveTo>
                            <a:cubicBezTo>
                              <a:pt x="3350" y="229"/>
                              <a:pt x="2112" y="-247"/>
                              <a:pt x="778" y="134"/>
                            </a:cubicBezTo>
                            <a:cubicBezTo>
                              <a:pt x="-555" y="515"/>
                              <a:pt x="16" y="2230"/>
                              <a:pt x="1064" y="3849"/>
                            </a:cubicBezTo>
                            <a:cubicBezTo>
                              <a:pt x="2207" y="5563"/>
                              <a:pt x="4207" y="7659"/>
                              <a:pt x="5922" y="9183"/>
                            </a:cubicBezTo>
                            <a:cubicBezTo>
                              <a:pt x="10208" y="13183"/>
                              <a:pt x="14875" y="17279"/>
                              <a:pt x="19447" y="20708"/>
                            </a:cubicBezTo>
                            <a:cubicBezTo>
                              <a:pt x="21352" y="22137"/>
                              <a:pt x="23067" y="23470"/>
                              <a:pt x="24876" y="24328"/>
                            </a:cubicBezTo>
                            <a:cubicBezTo>
                              <a:pt x="32401" y="27852"/>
                              <a:pt x="36783" y="23947"/>
                              <a:pt x="28496" y="15850"/>
                            </a:cubicBezTo>
                            <a:cubicBezTo>
                              <a:pt x="22209" y="9659"/>
                              <a:pt x="12589" y="4230"/>
                              <a:pt x="5255" y="99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41" name="Forme libre : forme 12440">
                        <a:extLst>
                          <a:ext uri="{FF2B5EF4-FFF2-40B4-BE49-F238E27FC236}">
                            <a16:creationId xmlns:a16="http://schemas.microsoft.com/office/drawing/2014/main" id="{7DE1FD28-7592-42DB-976A-C2E75FC406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4042" y="2982944"/>
                        <a:ext cx="57626" cy="30240"/>
                      </a:xfrm>
                      <a:custGeom>
                        <a:avLst/>
                        <a:gdLst>
                          <a:gd name="connsiteX0" fmla="*/ 57626 w 57626"/>
                          <a:gd name="connsiteY0" fmla="*/ 30194 h 30240"/>
                          <a:gd name="connsiteX1" fmla="*/ 0 w 57626"/>
                          <a:gd name="connsiteY1" fmla="*/ 0 h 30240"/>
                          <a:gd name="connsiteX2" fmla="*/ 57626 w 57626"/>
                          <a:gd name="connsiteY2" fmla="*/ 30194 h 30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626" h="30240">
                            <a:moveTo>
                              <a:pt x="57626" y="30194"/>
                            </a:moveTo>
                            <a:cubicBezTo>
                              <a:pt x="41243" y="31337"/>
                              <a:pt x="15907" y="11239"/>
                              <a:pt x="0" y="0"/>
                            </a:cubicBezTo>
                            <a:cubicBezTo>
                              <a:pt x="17240" y="12382"/>
                              <a:pt x="40005" y="23813"/>
                              <a:pt x="57626" y="3019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42" name="Forme libre : forme 12441">
                        <a:extLst>
                          <a:ext uri="{FF2B5EF4-FFF2-40B4-BE49-F238E27FC236}">
                            <a16:creationId xmlns:a16="http://schemas.microsoft.com/office/drawing/2014/main" id="{4E086B5B-3DC6-4B45-BEC1-21B7013BAA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7177" y="2853023"/>
                        <a:ext cx="66484" cy="32194"/>
                      </a:xfrm>
                      <a:custGeom>
                        <a:avLst/>
                        <a:gdLst>
                          <a:gd name="connsiteX0" fmla="*/ 66484 w 66484"/>
                          <a:gd name="connsiteY0" fmla="*/ 32195 h 32194"/>
                          <a:gd name="connsiteX1" fmla="*/ 50768 w 66484"/>
                          <a:gd name="connsiteY1" fmla="*/ 19431 h 32194"/>
                          <a:gd name="connsiteX2" fmla="*/ 33718 w 66484"/>
                          <a:gd name="connsiteY2" fmla="*/ 10096 h 32194"/>
                          <a:gd name="connsiteX3" fmla="*/ 0 w 66484"/>
                          <a:gd name="connsiteY3" fmla="*/ 0 h 32194"/>
                          <a:gd name="connsiteX4" fmla="*/ 33623 w 66484"/>
                          <a:gd name="connsiteY4" fmla="*/ 11525 h 32194"/>
                          <a:gd name="connsiteX5" fmla="*/ 66484 w 66484"/>
                          <a:gd name="connsiteY5" fmla="*/ 32195 h 321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6484" h="32194">
                            <a:moveTo>
                              <a:pt x="66484" y="32195"/>
                            </a:moveTo>
                            <a:cubicBezTo>
                              <a:pt x="61436" y="27432"/>
                              <a:pt x="56197" y="23146"/>
                              <a:pt x="50768" y="19431"/>
                            </a:cubicBezTo>
                            <a:cubicBezTo>
                              <a:pt x="45148" y="15812"/>
                              <a:pt x="39433" y="12763"/>
                              <a:pt x="33718" y="10096"/>
                            </a:cubicBezTo>
                            <a:cubicBezTo>
                              <a:pt x="22384" y="4763"/>
                              <a:pt x="10573" y="1714"/>
                              <a:pt x="0" y="0"/>
                            </a:cubicBezTo>
                            <a:cubicBezTo>
                              <a:pt x="10001" y="1143"/>
                              <a:pt x="22003" y="5429"/>
                              <a:pt x="33623" y="11525"/>
                            </a:cubicBezTo>
                            <a:cubicBezTo>
                              <a:pt x="45434" y="17526"/>
                              <a:pt x="56864" y="25146"/>
                              <a:pt x="66484" y="3219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43" name="Forme libre : forme 12442">
                        <a:extLst>
                          <a:ext uri="{FF2B5EF4-FFF2-40B4-BE49-F238E27FC236}">
                            <a16:creationId xmlns:a16="http://schemas.microsoft.com/office/drawing/2014/main" id="{21812EF2-6E2E-42EB-B54B-E4012162C6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5117" y="2932828"/>
                        <a:ext cx="21862" cy="29928"/>
                      </a:xfrm>
                      <a:custGeom>
                        <a:avLst/>
                        <a:gdLst>
                          <a:gd name="connsiteX0" fmla="*/ 20547 w 21862"/>
                          <a:gd name="connsiteY0" fmla="*/ 29923 h 29928"/>
                          <a:gd name="connsiteX1" fmla="*/ 6164 w 21862"/>
                          <a:gd name="connsiteY1" fmla="*/ 14588 h 29928"/>
                          <a:gd name="connsiteX2" fmla="*/ 1497 w 21862"/>
                          <a:gd name="connsiteY2" fmla="*/ 15 h 29928"/>
                          <a:gd name="connsiteX3" fmla="*/ 15404 w 21862"/>
                          <a:gd name="connsiteY3" fmla="*/ 14398 h 29928"/>
                          <a:gd name="connsiteX4" fmla="*/ 20547 w 21862"/>
                          <a:gd name="connsiteY4" fmla="*/ 29923 h 299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862" h="29928">
                            <a:moveTo>
                              <a:pt x="20547" y="29923"/>
                            </a:moveTo>
                            <a:cubicBezTo>
                              <a:pt x="16356" y="30209"/>
                              <a:pt x="8736" y="18112"/>
                              <a:pt x="6164" y="14588"/>
                            </a:cubicBezTo>
                            <a:cubicBezTo>
                              <a:pt x="3783" y="10873"/>
                              <a:pt x="-2980" y="396"/>
                              <a:pt x="1497" y="15"/>
                            </a:cubicBezTo>
                            <a:cubicBezTo>
                              <a:pt x="6069" y="-462"/>
                              <a:pt x="13213" y="10778"/>
                              <a:pt x="15404" y="14398"/>
                            </a:cubicBezTo>
                            <a:cubicBezTo>
                              <a:pt x="17785" y="17826"/>
                              <a:pt x="24738" y="29637"/>
                              <a:pt x="20547" y="2992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44" name="Forme libre : forme 12443">
                        <a:extLst>
                          <a:ext uri="{FF2B5EF4-FFF2-40B4-BE49-F238E27FC236}">
                            <a16:creationId xmlns:a16="http://schemas.microsoft.com/office/drawing/2014/main" id="{165D9AD3-F981-4115-82DE-1DA3209ACC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3353" y="2958250"/>
                        <a:ext cx="6717" cy="8603"/>
                      </a:xfrm>
                      <a:custGeom>
                        <a:avLst/>
                        <a:gdLst>
                          <a:gd name="connsiteX0" fmla="*/ 6502 w 6717"/>
                          <a:gd name="connsiteY0" fmla="*/ 8311 h 8603"/>
                          <a:gd name="connsiteX1" fmla="*/ 2311 w 6717"/>
                          <a:gd name="connsiteY1" fmla="*/ 5644 h 8603"/>
                          <a:gd name="connsiteX2" fmla="*/ 216 w 6717"/>
                          <a:gd name="connsiteY2" fmla="*/ 310 h 8603"/>
                          <a:gd name="connsiteX3" fmla="*/ 4311 w 6717"/>
                          <a:gd name="connsiteY3" fmla="*/ 2881 h 8603"/>
                          <a:gd name="connsiteX4" fmla="*/ 6502 w 6717"/>
                          <a:gd name="connsiteY4" fmla="*/ 8311 h 86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717" h="8603">
                            <a:moveTo>
                              <a:pt x="6502" y="8311"/>
                            </a:moveTo>
                            <a:cubicBezTo>
                              <a:pt x="5645" y="9454"/>
                              <a:pt x="3359" y="6977"/>
                              <a:pt x="2311" y="5644"/>
                            </a:cubicBezTo>
                            <a:cubicBezTo>
                              <a:pt x="1263" y="4310"/>
                              <a:pt x="-642" y="1453"/>
                              <a:pt x="216" y="310"/>
                            </a:cubicBezTo>
                            <a:cubicBezTo>
                              <a:pt x="1073" y="-833"/>
                              <a:pt x="3264" y="1453"/>
                              <a:pt x="4311" y="2881"/>
                            </a:cubicBezTo>
                            <a:cubicBezTo>
                              <a:pt x="5454" y="4310"/>
                              <a:pt x="7359" y="7263"/>
                              <a:pt x="6502" y="831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45" name="Forme libre : forme 12444">
                        <a:extLst>
                          <a:ext uri="{FF2B5EF4-FFF2-40B4-BE49-F238E27FC236}">
                            <a16:creationId xmlns:a16="http://schemas.microsoft.com/office/drawing/2014/main" id="{77F1B845-B694-497F-83CB-DC185C12FC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0358" y="2919031"/>
                        <a:ext cx="37462" cy="87127"/>
                      </a:xfrm>
                      <a:custGeom>
                        <a:avLst/>
                        <a:gdLst>
                          <a:gd name="connsiteX0" fmla="*/ 35691 w 37462"/>
                          <a:gd name="connsiteY0" fmla="*/ 59150 h 87127"/>
                          <a:gd name="connsiteX1" fmla="*/ 36072 w 37462"/>
                          <a:gd name="connsiteY1" fmla="*/ 85344 h 87127"/>
                          <a:gd name="connsiteX2" fmla="*/ 27785 w 37462"/>
                          <a:gd name="connsiteY2" fmla="*/ 83629 h 87127"/>
                          <a:gd name="connsiteX3" fmla="*/ 24547 w 37462"/>
                          <a:gd name="connsiteY3" fmla="*/ 73057 h 87127"/>
                          <a:gd name="connsiteX4" fmla="*/ 16450 w 37462"/>
                          <a:gd name="connsiteY4" fmla="*/ 40005 h 87127"/>
                          <a:gd name="connsiteX5" fmla="*/ 5020 w 37462"/>
                          <a:gd name="connsiteY5" fmla="*/ 17050 h 87127"/>
                          <a:gd name="connsiteX6" fmla="*/ 2734 w 37462"/>
                          <a:gd name="connsiteY6" fmla="*/ 0 h 87127"/>
                          <a:gd name="connsiteX7" fmla="*/ 20356 w 37462"/>
                          <a:gd name="connsiteY7" fmla="*/ 14288 h 87127"/>
                          <a:gd name="connsiteX8" fmla="*/ 32357 w 37462"/>
                          <a:gd name="connsiteY8" fmla="*/ 35909 h 87127"/>
                          <a:gd name="connsiteX9" fmla="*/ 35691 w 37462"/>
                          <a:gd name="connsiteY9" fmla="*/ 59150 h 871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7462" h="87127">
                            <a:moveTo>
                              <a:pt x="35691" y="59150"/>
                            </a:moveTo>
                            <a:cubicBezTo>
                              <a:pt x="37405" y="69533"/>
                              <a:pt x="38453" y="77057"/>
                              <a:pt x="36072" y="85344"/>
                            </a:cubicBezTo>
                            <a:cubicBezTo>
                              <a:pt x="35119" y="88392"/>
                              <a:pt x="30547" y="87344"/>
                              <a:pt x="27785" y="83629"/>
                            </a:cubicBezTo>
                            <a:cubicBezTo>
                              <a:pt x="25023" y="79915"/>
                              <a:pt x="24832" y="76581"/>
                              <a:pt x="24547" y="73057"/>
                            </a:cubicBezTo>
                            <a:cubicBezTo>
                              <a:pt x="23404" y="62198"/>
                              <a:pt x="20451" y="51626"/>
                              <a:pt x="16450" y="40005"/>
                            </a:cubicBezTo>
                            <a:cubicBezTo>
                              <a:pt x="15117" y="36481"/>
                              <a:pt x="9592" y="26194"/>
                              <a:pt x="5020" y="17050"/>
                            </a:cubicBezTo>
                            <a:cubicBezTo>
                              <a:pt x="639" y="7715"/>
                              <a:pt x="-2504" y="0"/>
                              <a:pt x="2734" y="0"/>
                            </a:cubicBezTo>
                            <a:cubicBezTo>
                              <a:pt x="7973" y="0"/>
                              <a:pt x="14545" y="6477"/>
                              <a:pt x="20356" y="14288"/>
                            </a:cubicBezTo>
                            <a:cubicBezTo>
                              <a:pt x="25975" y="22098"/>
                              <a:pt x="30643" y="31052"/>
                              <a:pt x="32357" y="35909"/>
                            </a:cubicBezTo>
                            <a:cubicBezTo>
                              <a:pt x="35786" y="45625"/>
                              <a:pt x="34357" y="51340"/>
                              <a:pt x="35691" y="5915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84" name="Graphique 1">
                      <a:extLst>
                        <a:ext uri="{FF2B5EF4-FFF2-40B4-BE49-F238E27FC236}">
                          <a16:creationId xmlns:a16="http://schemas.microsoft.com/office/drawing/2014/main" id="{16E3209F-625A-45A9-ABC4-58EF71C6F6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2002" y="3011341"/>
                      <a:ext cx="137402" cy="173056"/>
                      <a:chOff x="1122002" y="3011341"/>
                      <a:chExt cx="137402" cy="173056"/>
                    </a:xfrm>
                    <a:solidFill>
                      <a:schemeClr val="accent1"/>
                    </a:solidFill>
                  </p:grpSpPr>
                  <p:sp>
                    <p:nvSpPr>
                      <p:cNvPr id="12422" name="Forme libre : forme 12421">
                        <a:extLst>
                          <a:ext uri="{FF2B5EF4-FFF2-40B4-BE49-F238E27FC236}">
                            <a16:creationId xmlns:a16="http://schemas.microsoft.com/office/drawing/2014/main" id="{DB24B3FE-4443-4219-86BA-9D7DD514CF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2002" y="3011341"/>
                        <a:ext cx="137402" cy="173056"/>
                      </a:xfrm>
                      <a:custGeom>
                        <a:avLst/>
                        <a:gdLst>
                          <a:gd name="connsiteX0" fmla="*/ 59673 w 137402"/>
                          <a:gd name="connsiteY0" fmla="*/ 141433 h 173056"/>
                          <a:gd name="connsiteX1" fmla="*/ 15573 w 137402"/>
                          <a:gd name="connsiteY1" fmla="*/ 83045 h 173056"/>
                          <a:gd name="connsiteX2" fmla="*/ 2238 w 137402"/>
                          <a:gd name="connsiteY2" fmla="*/ 11607 h 173056"/>
                          <a:gd name="connsiteX3" fmla="*/ 20716 w 137402"/>
                          <a:gd name="connsiteY3" fmla="*/ 558 h 173056"/>
                          <a:gd name="connsiteX4" fmla="*/ 78533 w 137402"/>
                          <a:gd name="connsiteY4" fmla="*/ 41516 h 173056"/>
                          <a:gd name="connsiteX5" fmla="*/ 116061 w 137402"/>
                          <a:gd name="connsiteY5" fmla="*/ 91427 h 173056"/>
                          <a:gd name="connsiteX6" fmla="*/ 133111 w 137402"/>
                          <a:gd name="connsiteY6" fmla="*/ 123907 h 173056"/>
                          <a:gd name="connsiteX7" fmla="*/ 134159 w 137402"/>
                          <a:gd name="connsiteY7" fmla="*/ 127813 h 173056"/>
                          <a:gd name="connsiteX8" fmla="*/ 134540 w 137402"/>
                          <a:gd name="connsiteY8" fmla="*/ 130956 h 173056"/>
                          <a:gd name="connsiteX9" fmla="*/ 135016 w 137402"/>
                          <a:gd name="connsiteY9" fmla="*/ 137528 h 173056"/>
                          <a:gd name="connsiteX10" fmla="*/ 136636 w 137402"/>
                          <a:gd name="connsiteY10" fmla="*/ 150673 h 173056"/>
                          <a:gd name="connsiteX11" fmla="*/ 131016 w 137402"/>
                          <a:gd name="connsiteY11" fmla="*/ 171056 h 173056"/>
                          <a:gd name="connsiteX12" fmla="*/ 92725 w 137402"/>
                          <a:gd name="connsiteY12" fmla="*/ 166198 h 173056"/>
                          <a:gd name="connsiteX13" fmla="*/ 59673 w 137402"/>
                          <a:gd name="connsiteY13" fmla="*/ 141433 h 1730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37402" h="173056">
                            <a:moveTo>
                              <a:pt x="59673" y="141433"/>
                            </a:moveTo>
                            <a:cubicBezTo>
                              <a:pt x="47577" y="128670"/>
                              <a:pt x="24717" y="98380"/>
                              <a:pt x="15573" y="83045"/>
                            </a:cubicBezTo>
                            <a:cubicBezTo>
                              <a:pt x="-1858" y="54470"/>
                              <a:pt x="-1858" y="34563"/>
                              <a:pt x="2238" y="11607"/>
                            </a:cubicBezTo>
                            <a:cubicBezTo>
                              <a:pt x="3667" y="3702"/>
                              <a:pt x="13096" y="-1823"/>
                              <a:pt x="20716" y="558"/>
                            </a:cubicBezTo>
                            <a:cubicBezTo>
                              <a:pt x="42719" y="7321"/>
                              <a:pt x="60531" y="18275"/>
                              <a:pt x="78533" y="41516"/>
                            </a:cubicBezTo>
                            <a:cubicBezTo>
                              <a:pt x="87963" y="53994"/>
                              <a:pt x="106441" y="78664"/>
                              <a:pt x="116061" y="91427"/>
                            </a:cubicBezTo>
                            <a:cubicBezTo>
                              <a:pt x="124920" y="103238"/>
                              <a:pt x="130063" y="113620"/>
                              <a:pt x="133111" y="123907"/>
                            </a:cubicBezTo>
                            <a:cubicBezTo>
                              <a:pt x="133492" y="125146"/>
                              <a:pt x="133778" y="126479"/>
                              <a:pt x="134159" y="127813"/>
                            </a:cubicBezTo>
                            <a:cubicBezTo>
                              <a:pt x="134445" y="129146"/>
                              <a:pt x="134445" y="129813"/>
                              <a:pt x="134540" y="130956"/>
                            </a:cubicBezTo>
                            <a:cubicBezTo>
                              <a:pt x="134731" y="133051"/>
                              <a:pt x="134826" y="135242"/>
                              <a:pt x="135016" y="137528"/>
                            </a:cubicBezTo>
                            <a:cubicBezTo>
                              <a:pt x="135302" y="141243"/>
                              <a:pt x="135493" y="146482"/>
                              <a:pt x="136636" y="150673"/>
                            </a:cubicBezTo>
                            <a:cubicBezTo>
                              <a:pt x="137779" y="157054"/>
                              <a:pt x="138731" y="168103"/>
                              <a:pt x="131016" y="171056"/>
                            </a:cubicBezTo>
                            <a:cubicBezTo>
                              <a:pt x="119395" y="175057"/>
                              <a:pt x="105489" y="172866"/>
                              <a:pt x="92725" y="166198"/>
                            </a:cubicBezTo>
                            <a:cubicBezTo>
                              <a:pt x="81772" y="161245"/>
                              <a:pt x="70913" y="153435"/>
                              <a:pt x="59673" y="14143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23" name="Forme libre : forme 12422">
                        <a:extLst>
                          <a:ext uri="{FF2B5EF4-FFF2-40B4-BE49-F238E27FC236}">
                            <a16:creationId xmlns:a16="http://schemas.microsoft.com/office/drawing/2014/main" id="{9836FDFB-DC16-4619-9B6D-9C4CA49852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2114" y="3014757"/>
                        <a:ext cx="131093" cy="169640"/>
                      </a:xfrm>
                      <a:custGeom>
                        <a:avLst/>
                        <a:gdLst>
                          <a:gd name="connsiteX0" fmla="*/ 43845 w 131093"/>
                          <a:gd name="connsiteY0" fmla="*/ 73152 h 169640"/>
                          <a:gd name="connsiteX1" fmla="*/ 7364 w 131093"/>
                          <a:gd name="connsiteY1" fmla="*/ 0 h 169640"/>
                          <a:gd name="connsiteX2" fmla="*/ 2220 w 131093"/>
                          <a:gd name="connsiteY2" fmla="*/ 8096 h 169640"/>
                          <a:gd name="connsiteX3" fmla="*/ 506 w 131093"/>
                          <a:gd name="connsiteY3" fmla="*/ 19717 h 169640"/>
                          <a:gd name="connsiteX4" fmla="*/ 3554 w 131093"/>
                          <a:gd name="connsiteY4" fmla="*/ 53912 h 169640"/>
                          <a:gd name="connsiteX5" fmla="*/ 15460 w 131093"/>
                          <a:gd name="connsiteY5" fmla="*/ 79534 h 169640"/>
                          <a:gd name="connsiteX6" fmla="*/ 21842 w 131093"/>
                          <a:gd name="connsiteY6" fmla="*/ 89345 h 169640"/>
                          <a:gd name="connsiteX7" fmla="*/ 55941 w 131093"/>
                          <a:gd name="connsiteY7" fmla="*/ 133826 h 169640"/>
                          <a:gd name="connsiteX8" fmla="*/ 59561 w 131093"/>
                          <a:gd name="connsiteY8" fmla="*/ 137922 h 169640"/>
                          <a:gd name="connsiteX9" fmla="*/ 83088 w 131093"/>
                          <a:gd name="connsiteY9" fmla="*/ 157543 h 169640"/>
                          <a:gd name="connsiteX10" fmla="*/ 90993 w 131093"/>
                          <a:gd name="connsiteY10" fmla="*/ 161830 h 169640"/>
                          <a:gd name="connsiteX11" fmla="*/ 100233 w 131093"/>
                          <a:gd name="connsiteY11" fmla="*/ 165925 h 169640"/>
                          <a:gd name="connsiteX12" fmla="*/ 119092 w 131093"/>
                          <a:gd name="connsiteY12" fmla="*/ 169640 h 169640"/>
                          <a:gd name="connsiteX13" fmla="*/ 130713 w 131093"/>
                          <a:gd name="connsiteY13" fmla="*/ 167640 h 169640"/>
                          <a:gd name="connsiteX14" fmla="*/ 131094 w 131093"/>
                          <a:gd name="connsiteY14" fmla="*/ 167449 h 169640"/>
                          <a:gd name="connsiteX15" fmla="*/ 103757 w 131093"/>
                          <a:gd name="connsiteY15" fmla="*/ 146209 h 169640"/>
                          <a:gd name="connsiteX16" fmla="*/ 82992 w 131093"/>
                          <a:gd name="connsiteY16" fmla="*/ 122206 h 169640"/>
                          <a:gd name="connsiteX17" fmla="*/ 43845 w 131093"/>
                          <a:gd name="connsiteY17" fmla="*/ 73152 h 1696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31093" h="169640">
                            <a:moveTo>
                              <a:pt x="43845" y="73152"/>
                            </a:moveTo>
                            <a:cubicBezTo>
                              <a:pt x="26033" y="50768"/>
                              <a:pt x="10031" y="24479"/>
                              <a:pt x="7364" y="0"/>
                            </a:cubicBezTo>
                            <a:cubicBezTo>
                              <a:pt x="4792" y="2096"/>
                              <a:pt x="2792" y="4858"/>
                              <a:pt x="2220" y="8096"/>
                            </a:cubicBezTo>
                            <a:cubicBezTo>
                              <a:pt x="1458" y="12001"/>
                              <a:pt x="887" y="15907"/>
                              <a:pt x="506" y="19717"/>
                            </a:cubicBezTo>
                            <a:cubicBezTo>
                              <a:pt x="-542" y="30766"/>
                              <a:pt x="-161" y="41720"/>
                              <a:pt x="3554" y="53912"/>
                            </a:cubicBezTo>
                            <a:cubicBezTo>
                              <a:pt x="5935" y="61817"/>
                              <a:pt x="9840" y="70199"/>
                              <a:pt x="15460" y="79534"/>
                            </a:cubicBezTo>
                            <a:cubicBezTo>
                              <a:pt x="17270" y="82296"/>
                              <a:pt x="19461" y="85630"/>
                              <a:pt x="21842" y="89345"/>
                            </a:cubicBezTo>
                            <a:cubicBezTo>
                              <a:pt x="31462" y="103537"/>
                              <a:pt x="45845" y="122491"/>
                              <a:pt x="55941" y="133826"/>
                            </a:cubicBezTo>
                            <a:cubicBezTo>
                              <a:pt x="57275" y="135255"/>
                              <a:pt x="58513" y="136684"/>
                              <a:pt x="59561" y="137922"/>
                            </a:cubicBezTo>
                            <a:cubicBezTo>
                              <a:pt x="67562" y="146399"/>
                              <a:pt x="75277" y="152876"/>
                              <a:pt x="83088" y="157543"/>
                            </a:cubicBezTo>
                            <a:cubicBezTo>
                              <a:pt x="85755" y="159163"/>
                              <a:pt x="88422" y="160591"/>
                              <a:pt x="90993" y="161830"/>
                            </a:cubicBezTo>
                            <a:cubicBezTo>
                              <a:pt x="93565" y="163068"/>
                              <a:pt x="97280" y="164878"/>
                              <a:pt x="100233" y="165925"/>
                            </a:cubicBezTo>
                            <a:cubicBezTo>
                              <a:pt x="106043" y="168307"/>
                              <a:pt x="113282" y="169450"/>
                              <a:pt x="119092" y="169640"/>
                            </a:cubicBezTo>
                            <a:cubicBezTo>
                              <a:pt x="123283" y="169450"/>
                              <a:pt x="127284" y="168688"/>
                              <a:pt x="130713" y="167640"/>
                            </a:cubicBezTo>
                            <a:lnTo>
                              <a:pt x="131094" y="167449"/>
                            </a:lnTo>
                            <a:cubicBezTo>
                              <a:pt x="119187" y="163068"/>
                              <a:pt x="110805" y="154019"/>
                              <a:pt x="103757" y="146209"/>
                            </a:cubicBezTo>
                            <a:cubicBezTo>
                              <a:pt x="96708" y="138398"/>
                              <a:pt x="89850" y="130302"/>
                              <a:pt x="82992" y="122206"/>
                            </a:cubicBezTo>
                            <a:cubicBezTo>
                              <a:pt x="69562" y="105823"/>
                              <a:pt x="56608" y="89249"/>
                              <a:pt x="43845" y="7315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24" name="Forme libre : forme 12423">
                        <a:extLst>
                          <a:ext uri="{FF2B5EF4-FFF2-40B4-BE49-F238E27FC236}">
                            <a16:creationId xmlns:a16="http://schemas.microsoft.com/office/drawing/2014/main" id="{1492E551-B528-4E1B-B3D7-C2C8897EDE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66420" y="3074039"/>
                        <a:ext cx="62562" cy="78456"/>
                      </a:xfrm>
                      <a:custGeom>
                        <a:avLst/>
                        <a:gdLst>
                          <a:gd name="connsiteX0" fmla="*/ 61261 w 62562"/>
                          <a:gd name="connsiteY0" fmla="*/ 77212 h 78456"/>
                          <a:gd name="connsiteX1" fmla="*/ 19255 w 62562"/>
                          <a:gd name="connsiteY1" fmla="*/ 46446 h 78456"/>
                          <a:gd name="connsiteX2" fmla="*/ 2491 w 62562"/>
                          <a:gd name="connsiteY2" fmla="*/ 1012 h 78456"/>
                          <a:gd name="connsiteX3" fmla="*/ 38687 w 62562"/>
                          <a:gd name="connsiteY3" fmla="*/ 31015 h 78456"/>
                          <a:gd name="connsiteX4" fmla="*/ 61261 w 62562"/>
                          <a:gd name="connsiteY4" fmla="*/ 77212 h 784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562" h="78456">
                            <a:moveTo>
                              <a:pt x="61261" y="77212"/>
                            </a:moveTo>
                            <a:cubicBezTo>
                              <a:pt x="53831" y="84641"/>
                              <a:pt x="27066" y="56828"/>
                              <a:pt x="19255" y="46446"/>
                            </a:cubicBezTo>
                            <a:cubicBezTo>
                              <a:pt x="10969" y="36445"/>
                              <a:pt x="-6462" y="7584"/>
                              <a:pt x="2491" y="1012"/>
                            </a:cubicBezTo>
                            <a:cubicBezTo>
                              <a:pt x="11350" y="-5560"/>
                              <a:pt x="31638" y="21681"/>
                              <a:pt x="38687" y="31015"/>
                            </a:cubicBezTo>
                            <a:cubicBezTo>
                              <a:pt x="45354" y="40636"/>
                              <a:pt x="68214" y="70258"/>
                              <a:pt x="61261" y="7721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25" name="Forme libre : forme 12424">
                        <a:extLst>
                          <a:ext uri="{FF2B5EF4-FFF2-40B4-BE49-F238E27FC236}">
                            <a16:creationId xmlns:a16="http://schemas.microsoft.com/office/drawing/2014/main" id="{05F99655-7297-46C2-8949-2995914681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66787" y="3073208"/>
                        <a:ext cx="33557" cy="62993"/>
                      </a:xfrm>
                      <a:custGeom>
                        <a:avLst/>
                        <a:gdLst>
                          <a:gd name="connsiteX0" fmla="*/ 21937 w 33557"/>
                          <a:gd name="connsiteY0" fmla="*/ 12416 h 62993"/>
                          <a:gd name="connsiteX1" fmla="*/ 1839 w 33557"/>
                          <a:gd name="connsiteY1" fmla="*/ 1462 h 62993"/>
                          <a:gd name="connsiteX2" fmla="*/ 19270 w 33557"/>
                          <a:gd name="connsiteY2" fmla="*/ 47753 h 62993"/>
                          <a:gd name="connsiteX3" fmla="*/ 33557 w 33557"/>
                          <a:gd name="connsiteY3" fmla="*/ 62993 h 62993"/>
                          <a:gd name="connsiteX4" fmla="*/ 27080 w 33557"/>
                          <a:gd name="connsiteY4" fmla="*/ 53849 h 62993"/>
                          <a:gd name="connsiteX5" fmla="*/ 21937 w 33557"/>
                          <a:gd name="connsiteY5" fmla="*/ 12416 h 629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557" h="62993">
                            <a:moveTo>
                              <a:pt x="21937" y="12416"/>
                            </a:moveTo>
                            <a:cubicBezTo>
                              <a:pt x="16794" y="8796"/>
                              <a:pt x="6221" y="-4349"/>
                              <a:pt x="1839" y="1462"/>
                            </a:cubicBezTo>
                            <a:cubicBezTo>
                              <a:pt x="-5114" y="10701"/>
                              <a:pt x="9174" y="34894"/>
                              <a:pt x="19270" y="47753"/>
                            </a:cubicBezTo>
                            <a:cubicBezTo>
                              <a:pt x="22032" y="51563"/>
                              <a:pt x="29557" y="59374"/>
                              <a:pt x="33557" y="62993"/>
                            </a:cubicBezTo>
                            <a:cubicBezTo>
                              <a:pt x="31653" y="60517"/>
                              <a:pt x="28414" y="56516"/>
                              <a:pt x="27080" y="53849"/>
                            </a:cubicBezTo>
                            <a:cubicBezTo>
                              <a:pt x="19556" y="38895"/>
                              <a:pt x="12698" y="20226"/>
                              <a:pt x="21937" y="1241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26" name="Forme libre : forme 12425">
                        <a:extLst>
                          <a:ext uri="{FF2B5EF4-FFF2-40B4-BE49-F238E27FC236}">
                            <a16:creationId xmlns:a16="http://schemas.microsoft.com/office/drawing/2014/main" id="{1F9F65EA-F5B8-4F50-81CE-A2C98DD98F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67011" y="3079479"/>
                        <a:ext cx="64266" cy="77941"/>
                      </a:xfrm>
                      <a:custGeom>
                        <a:avLst/>
                        <a:gdLst>
                          <a:gd name="connsiteX0" fmla="*/ 62290 w 64266"/>
                          <a:gd name="connsiteY0" fmla="*/ 77296 h 77941"/>
                          <a:gd name="connsiteX1" fmla="*/ 19141 w 64266"/>
                          <a:gd name="connsiteY1" fmla="*/ 46435 h 77941"/>
                          <a:gd name="connsiteX2" fmla="*/ 2473 w 64266"/>
                          <a:gd name="connsiteY2" fmla="*/ 1191 h 77941"/>
                          <a:gd name="connsiteX3" fmla="*/ 38763 w 64266"/>
                          <a:gd name="connsiteY3" fmla="*/ 31005 h 77941"/>
                          <a:gd name="connsiteX4" fmla="*/ 56289 w 64266"/>
                          <a:gd name="connsiteY4" fmla="*/ 55770 h 77941"/>
                          <a:gd name="connsiteX5" fmla="*/ 62290 w 64266"/>
                          <a:gd name="connsiteY5" fmla="*/ 77296 h 779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4266" h="77941">
                            <a:moveTo>
                              <a:pt x="62290" y="77296"/>
                            </a:moveTo>
                            <a:cubicBezTo>
                              <a:pt x="52765" y="82249"/>
                              <a:pt x="28000" y="57389"/>
                              <a:pt x="19141" y="46435"/>
                            </a:cubicBezTo>
                            <a:cubicBezTo>
                              <a:pt x="9997" y="35672"/>
                              <a:pt x="-6195" y="8621"/>
                              <a:pt x="2473" y="1191"/>
                            </a:cubicBezTo>
                            <a:cubicBezTo>
                              <a:pt x="10855" y="-6143"/>
                              <a:pt x="31905" y="22432"/>
                              <a:pt x="38763" y="31005"/>
                            </a:cubicBezTo>
                            <a:cubicBezTo>
                              <a:pt x="42192" y="35291"/>
                              <a:pt x="50002" y="45959"/>
                              <a:pt x="56289" y="55770"/>
                            </a:cubicBezTo>
                            <a:cubicBezTo>
                              <a:pt x="62480" y="65771"/>
                              <a:pt x="67052" y="74915"/>
                              <a:pt x="62290" y="7729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27" name="Forme libre : forme 12426">
                        <a:extLst>
                          <a:ext uri="{FF2B5EF4-FFF2-40B4-BE49-F238E27FC236}">
                            <a16:creationId xmlns:a16="http://schemas.microsoft.com/office/drawing/2014/main" id="{5CEEFA17-BD96-43AB-8CA4-369FDAE0AC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9633" y="3034100"/>
                        <a:ext cx="64363" cy="111328"/>
                      </a:xfrm>
                      <a:custGeom>
                        <a:avLst/>
                        <a:gdLst>
                          <a:gd name="connsiteX0" fmla="*/ 3751 w 64363"/>
                          <a:gd name="connsiteY0" fmla="*/ 4280 h 111328"/>
                          <a:gd name="connsiteX1" fmla="*/ 322 w 64363"/>
                          <a:gd name="connsiteY1" fmla="*/ 21139 h 111328"/>
                          <a:gd name="connsiteX2" fmla="*/ 11943 w 64363"/>
                          <a:gd name="connsiteY2" fmla="*/ 67240 h 111328"/>
                          <a:gd name="connsiteX3" fmla="*/ 42613 w 64363"/>
                          <a:gd name="connsiteY3" fmla="*/ 104197 h 111328"/>
                          <a:gd name="connsiteX4" fmla="*/ 63949 w 64363"/>
                          <a:gd name="connsiteY4" fmla="*/ 108388 h 111328"/>
                          <a:gd name="connsiteX5" fmla="*/ 58806 w 64363"/>
                          <a:gd name="connsiteY5" fmla="*/ 93053 h 111328"/>
                          <a:gd name="connsiteX6" fmla="*/ 45376 w 64363"/>
                          <a:gd name="connsiteY6" fmla="*/ 52000 h 111328"/>
                          <a:gd name="connsiteX7" fmla="*/ 32898 w 64363"/>
                          <a:gd name="connsiteY7" fmla="*/ 11233 h 111328"/>
                          <a:gd name="connsiteX8" fmla="*/ 3751 w 64363"/>
                          <a:gd name="connsiteY8" fmla="*/ 4280 h 1113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4363" h="111328">
                            <a:moveTo>
                              <a:pt x="3751" y="4280"/>
                            </a:moveTo>
                            <a:cubicBezTo>
                              <a:pt x="-59" y="9899"/>
                              <a:pt x="-440" y="12947"/>
                              <a:pt x="322" y="21139"/>
                            </a:cubicBezTo>
                            <a:cubicBezTo>
                              <a:pt x="1751" y="36760"/>
                              <a:pt x="2894" y="49904"/>
                              <a:pt x="11943" y="67240"/>
                            </a:cubicBezTo>
                            <a:cubicBezTo>
                              <a:pt x="19468" y="81623"/>
                              <a:pt x="31279" y="95910"/>
                              <a:pt x="42613" y="104197"/>
                            </a:cubicBezTo>
                            <a:cubicBezTo>
                              <a:pt x="50995" y="110484"/>
                              <a:pt x="60901" y="114293"/>
                              <a:pt x="63949" y="108388"/>
                            </a:cubicBezTo>
                            <a:cubicBezTo>
                              <a:pt x="65759" y="104768"/>
                              <a:pt x="61187" y="98768"/>
                              <a:pt x="58806" y="93053"/>
                            </a:cubicBezTo>
                            <a:cubicBezTo>
                              <a:pt x="53091" y="79622"/>
                              <a:pt x="47662" y="66859"/>
                              <a:pt x="45376" y="52000"/>
                            </a:cubicBezTo>
                            <a:cubicBezTo>
                              <a:pt x="43471" y="39332"/>
                              <a:pt x="43852" y="24377"/>
                              <a:pt x="32898" y="11233"/>
                            </a:cubicBezTo>
                            <a:cubicBezTo>
                              <a:pt x="22992" y="-483"/>
                              <a:pt x="8990" y="-3436"/>
                              <a:pt x="3751" y="428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28" name="Forme libre : forme 12427">
                        <a:extLst>
                          <a:ext uri="{FF2B5EF4-FFF2-40B4-BE49-F238E27FC236}">
                            <a16:creationId xmlns:a16="http://schemas.microsoft.com/office/drawing/2014/main" id="{071073FB-39A3-449D-890D-9A161E8F0E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64505" y="3051685"/>
                        <a:ext cx="29245" cy="28862"/>
                      </a:xfrm>
                      <a:custGeom>
                        <a:avLst/>
                        <a:gdLst>
                          <a:gd name="connsiteX0" fmla="*/ 5169 w 29245"/>
                          <a:gd name="connsiteY0" fmla="*/ 1648 h 28862"/>
                          <a:gd name="connsiteX1" fmla="*/ 978 w 29245"/>
                          <a:gd name="connsiteY1" fmla="*/ 29 h 28862"/>
                          <a:gd name="connsiteX2" fmla="*/ 597 w 29245"/>
                          <a:gd name="connsiteY2" fmla="*/ 3744 h 28862"/>
                          <a:gd name="connsiteX3" fmla="*/ 4502 w 29245"/>
                          <a:gd name="connsiteY3" fmla="*/ 9745 h 28862"/>
                          <a:gd name="connsiteX4" fmla="*/ 16218 w 29245"/>
                          <a:gd name="connsiteY4" fmla="*/ 22889 h 28862"/>
                          <a:gd name="connsiteX5" fmla="*/ 21076 w 29245"/>
                          <a:gd name="connsiteY5" fmla="*/ 27080 h 28862"/>
                          <a:gd name="connsiteX6" fmla="*/ 25838 w 29245"/>
                          <a:gd name="connsiteY6" fmla="*/ 19174 h 28862"/>
                          <a:gd name="connsiteX7" fmla="*/ 5169 w 29245"/>
                          <a:gd name="connsiteY7" fmla="*/ 1648 h 288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245" h="28862">
                            <a:moveTo>
                              <a:pt x="5169" y="1648"/>
                            </a:moveTo>
                            <a:cubicBezTo>
                              <a:pt x="3550" y="601"/>
                              <a:pt x="2311" y="-161"/>
                              <a:pt x="978" y="29"/>
                            </a:cubicBezTo>
                            <a:cubicBezTo>
                              <a:pt x="-356" y="220"/>
                              <a:pt x="-165" y="1934"/>
                              <a:pt x="597" y="3744"/>
                            </a:cubicBezTo>
                            <a:cubicBezTo>
                              <a:pt x="1359" y="5554"/>
                              <a:pt x="3073" y="7935"/>
                              <a:pt x="4502" y="9745"/>
                            </a:cubicBezTo>
                            <a:cubicBezTo>
                              <a:pt x="8122" y="14221"/>
                              <a:pt x="12122" y="18984"/>
                              <a:pt x="16218" y="22889"/>
                            </a:cubicBezTo>
                            <a:cubicBezTo>
                              <a:pt x="17837" y="24508"/>
                              <a:pt x="19361" y="26032"/>
                              <a:pt x="21076" y="27080"/>
                            </a:cubicBezTo>
                            <a:cubicBezTo>
                              <a:pt x="28219" y="31271"/>
                              <a:pt x="32696" y="27842"/>
                              <a:pt x="25838" y="19174"/>
                            </a:cubicBezTo>
                            <a:cubicBezTo>
                              <a:pt x="20409" y="12316"/>
                              <a:pt x="11932" y="5839"/>
                              <a:pt x="5169" y="164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29" name="Forme libre : forme 12428">
                        <a:extLst>
                          <a:ext uri="{FF2B5EF4-FFF2-40B4-BE49-F238E27FC236}">
                            <a16:creationId xmlns:a16="http://schemas.microsoft.com/office/drawing/2014/main" id="{B0EE906B-09A6-4387-8539-477CB4C476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84628" y="3153441"/>
                        <a:ext cx="66389" cy="27375"/>
                      </a:xfrm>
                      <a:custGeom>
                        <a:avLst/>
                        <a:gdLst>
                          <a:gd name="connsiteX0" fmla="*/ 66389 w 66389"/>
                          <a:gd name="connsiteY0" fmla="*/ 24955 h 27375"/>
                          <a:gd name="connsiteX1" fmla="*/ 59531 w 66389"/>
                          <a:gd name="connsiteY1" fmla="*/ 27241 h 27375"/>
                          <a:gd name="connsiteX2" fmla="*/ 51054 w 66389"/>
                          <a:gd name="connsiteY2" fmla="*/ 26861 h 27375"/>
                          <a:gd name="connsiteX3" fmla="*/ 46101 w 66389"/>
                          <a:gd name="connsiteY3" fmla="*/ 25813 h 27375"/>
                          <a:gd name="connsiteX4" fmla="*/ 41434 w 66389"/>
                          <a:gd name="connsiteY4" fmla="*/ 24098 h 27375"/>
                          <a:gd name="connsiteX5" fmla="*/ 31718 w 66389"/>
                          <a:gd name="connsiteY5" fmla="*/ 19621 h 27375"/>
                          <a:gd name="connsiteX6" fmla="*/ 0 w 66389"/>
                          <a:gd name="connsiteY6" fmla="*/ 0 h 27375"/>
                          <a:gd name="connsiteX7" fmla="*/ 31432 w 66389"/>
                          <a:gd name="connsiteY7" fmla="*/ 17145 h 27375"/>
                          <a:gd name="connsiteX8" fmla="*/ 40291 w 66389"/>
                          <a:gd name="connsiteY8" fmla="*/ 20669 h 27375"/>
                          <a:gd name="connsiteX9" fmla="*/ 49339 w 66389"/>
                          <a:gd name="connsiteY9" fmla="*/ 23527 h 27375"/>
                          <a:gd name="connsiteX10" fmla="*/ 66389 w 66389"/>
                          <a:gd name="connsiteY10" fmla="*/ 24955 h 273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6389" h="27375">
                            <a:moveTo>
                              <a:pt x="66389" y="24955"/>
                            </a:moveTo>
                            <a:cubicBezTo>
                              <a:pt x="64579" y="26098"/>
                              <a:pt x="62293" y="26861"/>
                              <a:pt x="59531" y="27241"/>
                            </a:cubicBezTo>
                            <a:cubicBezTo>
                              <a:pt x="57055" y="27527"/>
                              <a:pt x="54197" y="27337"/>
                              <a:pt x="51054" y="26861"/>
                            </a:cubicBezTo>
                            <a:cubicBezTo>
                              <a:pt x="49435" y="26575"/>
                              <a:pt x="47815" y="26289"/>
                              <a:pt x="46101" y="25813"/>
                            </a:cubicBezTo>
                            <a:cubicBezTo>
                              <a:pt x="44577" y="25337"/>
                              <a:pt x="42958" y="24765"/>
                              <a:pt x="41434" y="24098"/>
                            </a:cubicBezTo>
                            <a:cubicBezTo>
                              <a:pt x="38386" y="22955"/>
                              <a:pt x="34385" y="20955"/>
                              <a:pt x="31718" y="19621"/>
                            </a:cubicBezTo>
                            <a:cubicBezTo>
                              <a:pt x="20288" y="14097"/>
                              <a:pt x="8668" y="6287"/>
                              <a:pt x="0" y="0"/>
                            </a:cubicBezTo>
                            <a:cubicBezTo>
                              <a:pt x="9525" y="6858"/>
                              <a:pt x="20479" y="12668"/>
                              <a:pt x="31432" y="17145"/>
                            </a:cubicBezTo>
                            <a:cubicBezTo>
                              <a:pt x="34385" y="18288"/>
                              <a:pt x="37338" y="19526"/>
                              <a:pt x="40291" y="20669"/>
                            </a:cubicBezTo>
                            <a:cubicBezTo>
                              <a:pt x="43434" y="21812"/>
                              <a:pt x="46291" y="22860"/>
                              <a:pt x="49339" y="23527"/>
                            </a:cubicBezTo>
                            <a:cubicBezTo>
                              <a:pt x="55626" y="25051"/>
                              <a:pt x="61055" y="25813"/>
                              <a:pt x="66389" y="2495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30" name="Forme libre : forme 12429">
                        <a:extLst>
                          <a:ext uri="{FF2B5EF4-FFF2-40B4-BE49-F238E27FC236}">
                            <a16:creationId xmlns:a16="http://schemas.microsoft.com/office/drawing/2014/main" id="{193436B2-C41A-41E9-B740-A6C14DA3AC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41861" y="3014091"/>
                        <a:ext cx="58007" cy="42005"/>
                      </a:xfrm>
                      <a:custGeom>
                        <a:avLst/>
                        <a:gdLst>
                          <a:gd name="connsiteX0" fmla="*/ 58007 w 58007"/>
                          <a:gd name="connsiteY0" fmla="*/ 42005 h 42005"/>
                          <a:gd name="connsiteX1" fmla="*/ 0 w 58007"/>
                          <a:gd name="connsiteY1" fmla="*/ 0 h 42005"/>
                          <a:gd name="connsiteX2" fmla="*/ 58007 w 58007"/>
                          <a:gd name="connsiteY2" fmla="*/ 42005 h 420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8007" h="42005">
                            <a:moveTo>
                              <a:pt x="58007" y="42005"/>
                            </a:moveTo>
                            <a:cubicBezTo>
                              <a:pt x="41815" y="21717"/>
                              <a:pt x="19717" y="8191"/>
                              <a:pt x="0" y="0"/>
                            </a:cubicBezTo>
                            <a:cubicBezTo>
                              <a:pt x="18764" y="6668"/>
                              <a:pt x="41624" y="26765"/>
                              <a:pt x="58007" y="4200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31" name="Forme libre : forme 12430">
                        <a:extLst>
                          <a:ext uri="{FF2B5EF4-FFF2-40B4-BE49-F238E27FC236}">
                            <a16:creationId xmlns:a16="http://schemas.microsoft.com/office/drawing/2014/main" id="{7C4D7CB5-2569-45F3-AFDC-6F2384892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95720" y="3102577"/>
                        <a:ext cx="21147" cy="30023"/>
                      </a:xfrm>
                      <a:custGeom>
                        <a:avLst/>
                        <a:gdLst>
                          <a:gd name="connsiteX0" fmla="*/ 19864 w 21147"/>
                          <a:gd name="connsiteY0" fmla="*/ 30004 h 30023"/>
                          <a:gd name="connsiteX1" fmla="*/ 5482 w 21147"/>
                          <a:gd name="connsiteY1" fmla="*/ 14764 h 30023"/>
                          <a:gd name="connsiteX2" fmla="*/ 1672 w 21147"/>
                          <a:gd name="connsiteY2" fmla="*/ 1 h 30023"/>
                          <a:gd name="connsiteX3" fmla="*/ 14721 w 21147"/>
                          <a:gd name="connsiteY3" fmla="*/ 14574 h 30023"/>
                          <a:gd name="connsiteX4" fmla="*/ 19864 w 21147"/>
                          <a:gd name="connsiteY4" fmla="*/ 30004 h 30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147" h="30023">
                            <a:moveTo>
                              <a:pt x="19864" y="30004"/>
                            </a:moveTo>
                            <a:cubicBezTo>
                              <a:pt x="15578" y="30576"/>
                              <a:pt x="7863" y="18479"/>
                              <a:pt x="5482" y="14764"/>
                            </a:cubicBezTo>
                            <a:cubicBezTo>
                              <a:pt x="3100" y="11050"/>
                              <a:pt x="-2900" y="191"/>
                              <a:pt x="1672" y="1"/>
                            </a:cubicBezTo>
                            <a:cubicBezTo>
                              <a:pt x="6148" y="-95"/>
                              <a:pt x="12530" y="11145"/>
                              <a:pt x="14721" y="14574"/>
                            </a:cubicBezTo>
                            <a:cubicBezTo>
                              <a:pt x="16816" y="18098"/>
                              <a:pt x="24055" y="29528"/>
                              <a:pt x="19864" y="3000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32" name="Forme libre : forme 12431">
                        <a:extLst>
                          <a:ext uri="{FF2B5EF4-FFF2-40B4-BE49-F238E27FC236}">
                            <a16:creationId xmlns:a16="http://schemas.microsoft.com/office/drawing/2014/main" id="{F1DBE4D6-696C-4207-97B6-08BA25B96A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13097" y="3128166"/>
                        <a:ext cx="6974" cy="8344"/>
                      </a:xfrm>
                      <a:custGeom>
                        <a:avLst/>
                        <a:gdLst>
                          <a:gd name="connsiteX0" fmla="*/ 6773 w 6974"/>
                          <a:gd name="connsiteY0" fmla="*/ 8035 h 8344"/>
                          <a:gd name="connsiteX1" fmla="*/ 2487 w 6974"/>
                          <a:gd name="connsiteY1" fmla="*/ 5558 h 8344"/>
                          <a:gd name="connsiteX2" fmla="*/ 201 w 6974"/>
                          <a:gd name="connsiteY2" fmla="*/ 320 h 8344"/>
                          <a:gd name="connsiteX3" fmla="*/ 4392 w 6974"/>
                          <a:gd name="connsiteY3" fmla="*/ 2701 h 8344"/>
                          <a:gd name="connsiteX4" fmla="*/ 6773 w 6974"/>
                          <a:gd name="connsiteY4" fmla="*/ 8035 h 83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974" h="8344">
                            <a:moveTo>
                              <a:pt x="6773" y="8035"/>
                            </a:moveTo>
                            <a:cubicBezTo>
                              <a:pt x="5916" y="9178"/>
                              <a:pt x="3630" y="6892"/>
                              <a:pt x="2487" y="5558"/>
                            </a:cubicBezTo>
                            <a:cubicBezTo>
                              <a:pt x="1439" y="4225"/>
                              <a:pt x="-656" y="1462"/>
                              <a:pt x="201" y="320"/>
                            </a:cubicBezTo>
                            <a:cubicBezTo>
                              <a:pt x="1058" y="-824"/>
                              <a:pt x="3249" y="1367"/>
                              <a:pt x="4392" y="2701"/>
                            </a:cubicBezTo>
                            <a:cubicBezTo>
                              <a:pt x="5535" y="4034"/>
                              <a:pt x="7631" y="6796"/>
                              <a:pt x="6773" y="803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33" name="Forme libre : forme 12432">
                        <a:extLst>
                          <a:ext uri="{FF2B5EF4-FFF2-40B4-BE49-F238E27FC236}">
                            <a16:creationId xmlns:a16="http://schemas.microsoft.com/office/drawing/2014/main" id="{8C9D0D8E-9D70-424A-800B-DF1E851A85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11623" y="3089804"/>
                        <a:ext cx="39407" cy="81599"/>
                      </a:xfrm>
                      <a:custGeom>
                        <a:avLst/>
                        <a:gdLst>
                          <a:gd name="connsiteX0" fmla="*/ 34918 w 39407"/>
                          <a:gd name="connsiteY0" fmla="*/ 55160 h 81599"/>
                          <a:gd name="connsiteX1" fmla="*/ 37680 w 39407"/>
                          <a:gd name="connsiteY1" fmla="*/ 67257 h 81599"/>
                          <a:gd name="connsiteX2" fmla="*/ 39394 w 39407"/>
                          <a:gd name="connsiteY2" fmla="*/ 78686 h 81599"/>
                          <a:gd name="connsiteX3" fmla="*/ 31203 w 39407"/>
                          <a:gd name="connsiteY3" fmla="*/ 79829 h 81599"/>
                          <a:gd name="connsiteX4" fmla="*/ 25583 w 39407"/>
                          <a:gd name="connsiteY4" fmla="*/ 70114 h 81599"/>
                          <a:gd name="connsiteX5" fmla="*/ 14915 w 39407"/>
                          <a:gd name="connsiteY5" fmla="*/ 38396 h 81599"/>
                          <a:gd name="connsiteX6" fmla="*/ 3009 w 39407"/>
                          <a:gd name="connsiteY6" fmla="*/ 10 h 81599"/>
                          <a:gd name="connsiteX7" fmla="*/ 30345 w 39407"/>
                          <a:gd name="connsiteY7" fmla="*/ 33252 h 81599"/>
                          <a:gd name="connsiteX8" fmla="*/ 34918 w 39407"/>
                          <a:gd name="connsiteY8" fmla="*/ 55160 h 815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9407" h="81599">
                            <a:moveTo>
                              <a:pt x="34918" y="55160"/>
                            </a:moveTo>
                            <a:cubicBezTo>
                              <a:pt x="36251" y="60208"/>
                              <a:pt x="36918" y="63256"/>
                              <a:pt x="37680" y="67257"/>
                            </a:cubicBezTo>
                            <a:cubicBezTo>
                              <a:pt x="38442" y="70781"/>
                              <a:pt x="39108" y="74210"/>
                              <a:pt x="39394" y="78686"/>
                            </a:cubicBezTo>
                            <a:cubicBezTo>
                              <a:pt x="39680" y="81925"/>
                              <a:pt x="35203" y="82687"/>
                              <a:pt x="31203" y="79829"/>
                            </a:cubicBezTo>
                            <a:cubicBezTo>
                              <a:pt x="27107" y="77162"/>
                              <a:pt x="26631" y="73352"/>
                              <a:pt x="25583" y="70114"/>
                            </a:cubicBezTo>
                            <a:cubicBezTo>
                              <a:pt x="23107" y="59541"/>
                              <a:pt x="19201" y="49445"/>
                              <a:pt x="14915" y="38396"/>
                            </a:cubicBezTo>
                            <a:cubicBezTo>
                              <a:pt x="11867" y="31728"/>
                              <a:pt x="-7278" y="-657"/>
                              <a:pt x="3009" y="10"/>
                            </a:cubicBezTo>
                            <a:cubicBezTo>
                              <a:pt x="13010" y="772"/>
                              <a:pt x="26631" y="24394"/>
                              <a:pt x="30345" y="33252"/>
                            </a:cubicBezTo>
                            <a:cubicBezTo>
                              <a:pt x="33870" y="42206"/>
                              <a:pt x="33012" y="47730"/>
                              <a:pt x="34918" y="5516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85" name="Graphique 1">
                      <a:extLst>
                        <a:ext uri="{FF2B5EF4-FFF2-40B4-BE49-F238E27FC236}">
                          <a16:creationId xmlns:a16="http://schemas.microsoft.com/office/drawing/2014/main" id="{DA4F9727-D5D6-4516-9A4A-D1E53E9B03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58165" y="3053407"/>
                      <a:ext cx="167377" cy="147266"/>
                      <a:chOff x="1258165" y="3053407"/>
                      <a:chExt cx="167377" cy="147266"/>
                    </a:xfrm>
                    <a:solidFill>
                      <a:schemeClr val="accent1"/>
                    </a:solidFill>
                  </p:grpSpPr>
                  <p:sp>
                    <p:nvSpPr>
                      <p:cNvPr id="12410" name="Forme libre : forme 12409">
                        <a:extLst>
                          <a:ext uri="{FF2B5EF4-FFF2-40B4-BE49-F238E27FC236}">
                            <a16:creationId xmlns:a16="http://schemas.microsoft.com/office/drawing/2014/main" id="{34AB0ABA-DE59-40C2-9C16-1973B9CE85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58165" y="3053407"/>
                        <a:ext cx="167377" cy="147266"/>
                      </a:xfrm>
                      <a:custGeom>
                        <a:avLst/>
                        <a:gdLst>
                          <a:gd name="connsiteX0" fmla="*/ 142871 w 167377"/>
                          <a:gd name="connsiteY0" fmla="*/ 78794 h 147266"/>
                          <a:gd name="connsiteX1" fmla="*/ 87435 w 167377"/>
                          <a:gd name="connsiteY1" fmla="*/ 130324 h 147266"/>
                          <a:gd name="connsiteX2" fmla="*/ 81816 w 167377"/>
                          <a:gd name="connsiteY2" fmla="*/ 134134 h 147266"/>
                          <a:gd name="connsiteX3" fmla="*/ 75815 w 167377"/>
                          <a:gd name="connsiteY3" fmla="*/ 137372 h 147266"/>
                          <a:gd name="connsiteX4" fmla="*/ 64385 w 167377"/>
                          <a:gd name="connsiteY4" fmla="*/ 142611 h 147266"/>
                          <a:gd name="connsiteX5" fmla="*/ 41049 w 167377"/>
                          <a:gd name="connsiteY5" fmla="*/ 147183 h 147266"/>
                          <a:gd name="connsiteX6" fmla="*/ 19332 w 167377"/>
                          <a:gd name="connsiteY6" fmla="*/ 143849 h 147266"/>
                          <a:gd name="connsiteX7" fmla="*/ 9807 w 167377"/>
                          <a:gd name="connsiteY7" fmla="*/ 138801 h 147266"/>
                          <a:gd name="connsiteX8" fmla="*/ 5806 w 167377"/>
                          <a:gd name="connsiteY8" fmla="*/ 135848 h 147266"/>
                          <a:gd name="connsiteX9" fmla="*/ 2377 w 167377"/>
                          <a:gd name="connsiteY9" fmla="*/ 132038 h 147266"/>
                          <a:gd name="connsiteX10" fmla="*/ 7616 w 167377"/>
                          <a:gd name="connsiteY10" fmla="*/ 111179 h 147266"/>
                          <a:gd name="connsiteX11" fmla="*/ 12283 w 167377"/>
                          <a:gd name="connsiteY11" fmla="*/ 106321 h 147266"/>
                          <a:gd name="connsiteX12" fmla="*/ 15712 w 167377"/>
                          <a:gd name="connsiteY12" fmla="*/ 101463 h 147266"/>
                          <a:gd name="connsiteX13" fmla="*/ 18665 w 167377"/>
                          <a:gd name="connsiteY13" fmla="*/ 96796 h 147266"/>
                          <a:gd name="connsiteX14" fmla="*/ 21999 w 167377"/>
                          <a:gd name="connsiteY14" fmla="*/ 91748 h 147266"/>
                          <a:gd name="connsiteX15" fmla="*/ 25809 w 167377"/>
                          <a:gd name="connsiteY15" fmla="*/ 86699 h 147266"/>
                          <a:gd name="connsiteX16" fmla="*/ 30381 w 167377"/>
                          <a:gd name="connsiteY16" fmla="*/ 81556 h 147266"/>
                          <a:gd name="connsiteX17" fmla="*/ 42668 w 167377"/>
                          <a:gd name="connsiteY17" fmla="*/ 69554 h 147266"/>
                          <a:gd name="connsiteX18" fmla="*/ 86578 w 167377"/>
                          <a:gd name="connsiteY18" fmla="*/ 28692 h 147266"/>
                          <a:gd name="connsiteX19" fmla="*/ 149348 w 167377"/>
                          <a:gd name="connsiteY19" fmla="*/ 117 h 147266"/>
                          <a:gd name="connsiteX20" fmla="*/ 167064 w 167377"/>
                          <a:gd name="connsiteY20" fmla="*/ 11642 h 147266"/>
                          <a:gd name="connsiteX21" fmla="*/ 142871 w 167377"/>
                          <a:gd name="connsiteY21" fmla="*/ 78794 h 1472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167377" h="147266">
                            <a:moveTo>
                              <a:pt x="142871" y="78794"/>
                            </a:moveTo>
                            <a:cubicBezTo>
                              <a:pt x="132012" y="92033"/>
                              <a:pt x="104390" y="118894"/>
                              <a:pt x="87435" y="130324"/>
                            </a:cubicBezTo>
                            <a:cubicBezTo>
                              <a:pt x="85530" y="131658"/>
                              <a:pt x="83625" y="132896"/>
                              <a:pt x="81816" y="134134"/>
                            </a:cubicBezTo>
                            <a:cubicBezTo>
                              <a:pt x="79815" y="135277"/>
                              <a:pt x="77815" y="136325"/>
                              <a:pt x="75815" y="137372"/>
                            </a:cubicBezTo>
                            <a:cubicBezTo>
                              <a:pt x="71814" y="139373"/>
                              <a:pt x="68290" y="141183"/>
                              <a:pt x="64385" y="142611"/>
                            </a:cubicBezTo>
                            <a:cubicBezTo>
                              <a:pt x="56193" y="145373"/>
                              <a:pt x="49145" y="147088"/>
                              <a:pt x="41049" y="147183"/>
                            </a:cubicBezTo>
                            <a:cubicBezTo>
                              <a:pt x="33810" y="147659"/>
                              <a:pt x="25713" y="146040"/>
                              <a:pt x="19332" y="143849"/>
                            </a:cubicBezTo>
                            <a:cubicBezTo>
                              <a:pt x="15998" y="142611"/>
                              <a:pt x="12664" y="140611"/>
                              <a:pt x="9807" y="138801"/>
                            </a:cubicBezTo>
                            <a:cubicBezTo>
                              <a:pt x="8378" y="137849"/>
                              <a:pt x="7044" y="136896"/>
                              <a:pt x="5806" y="135848"/>
                            </a:cubicBezTo>
                            <a:cubicBezTo>
                              <a:pt x="4568" y="134610"/>
                              <a:pt x="3425" y="133372"/>
                              <a:pt x="2377" y="132038"/>
                            </a:cubicBezTo>
                            <a:cubicBezTo>
                              <a:pt x="-3528" y="124895"/>
                              <a:pt x="2853" y="115179"/>
                              <a:pt x="7616" y="111179"/>
                            </a:cubicBezTo>
                            <a:cubicBezTo>
                              <a:pt x="9330" y="110036"/>
                              <a:pt x="10950" y="107940"/>
                              <a:pt x="12283" y="106321"/>
                            </a:cubicBezTo>
                            <a:cubicBezTo>
                              <a:pt x="13617" y="104702"/>
                              <a:pt x="14569" y="103368"/>
                              <a:pt x="15712" y="101463"/>
                            </a:cubicBezTo>
                            <a:cubicBezTo>
                              <a:pt x="16760" y="99844"/>
                              <a:pt x="17712" y="98320"/>
                              <a:pt x="18665" y="96796"/>
                            </a:cubicBezTo>
                            <a:cubicBezTo>
                              <a:pt x="19808" y="94986"/>
                              <a:pt x="20856" y="93271"/>
                              <a:pt x="21999" y="91748"/>
                            </a:cubicBezTo>
                            <a:cubicBezTo>
                              <a:pt x="23332" y="90033"/>
                              <a:pt x="24570" y="88319"/>
                              <a:pt x="25809" y="86699"/>
                            </a:cubicBezTo>
                            <a:cubicBezTo>
                              <a:pt x="27237" y="84890"/>
                              <a:pt x="28666" y="83556"/>
                              <a:pt x="30381" y="81556"/>
                            </a:cubicBezTo>
                            <a:cubicBezTo>
                              <a:pt x="33905" y="77555"/>
                              <a:pt x="37810" y="74221"/>
                              <a:pt x="42668" y="69554"/>
                            </a:cubicBezTo>
                            <a:cubicBezTo>
                              <a:pt x="53050" y="60791"/>
                              <a:pt x="75148" y="40027"/>
                              <a:pt x="86578" y="28692"/>
                            </a:cubicBezTo>
                            <a:cubicBezTo>
                              <a:pt x="108105" y="8118"/>
                              <a:pt x="126869" y="2879"/>
                              <a:pt x="149348" y="117"/>
                            </a:cubicBezTo>
                            <a:cubicBezTo>
                              <a:pt x="157063" y="-835"/>
                              <a:pt x="166493" y="4118"/>
                              <a:pt x="167064" y="11642"/>
                            </a:cubicBezTo>
                            <a:cubicBezTo>
                              <a:pt x="168779" y="33169"/>
                              <a:pt x="163826" y="54124"/>
                              <a:pt x="142871" y="7879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11" name="Forme libre : forme 12410">
                        <a:extLst>
                          <a:ext uri="{FF2B5EF4-FFF2-40B4-BE49-F238E27FC236}">
                            <a16:creationId xmlns:a16="http://schemas.microsoft.com/office/drawing/2014/main" id="{A40A1C3E-A03E-4278-AF42-8FB1A7F314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58357" y="3064287"/>
                        <a:ext cx="166738" cy="136135"/>
                      </a:xfrm>
                      <a:custGeom>
                        <a:avLst/>
                        <a:gdLst>
                          <a:gd name="connsiteX0" fmla="*/ 79623 w 166738"/>
                          <a:gd name="connsiteY0" fmla="*/ 91059 h 136135"/>
                          <a:gd name="connsiteX1" fmla="*/ 41714 w 166738"/>
                          <a:gd name="connsiteY1" fmla="*/ 116015 h 136135"/>
                          <a:gd name="connsiteX2" fmla="*/ 19044 w 166738"/>
                          <a:gd name="connsiteY2" fmla="*/ 119444 h 136135"/>
                          <a:gd name="connsiteX3" fmla="*/ 8472 w 166738"/>
                          <a:gd name="connsiteY3" fmla="*/ 116872 h 136135"/>
                          <a:gd name="connsiteX4" fmla="*/ 375 w 166738"/>
                          <a:gd name="connsiteY4" fmla="*/ 111347 h 136135"/>
                          <a:gd name="connsiteX5" fmla="*/ 2280 w 166738"/>
                          <a:gd name="connsiteY5" fmla="*/ 120872 h 136135"/>
                          <a:gd name="connsiteX6" fmla="*/ 13044 w 166738"/>
                          <a:gd name="connsiteY6" fmla="*/ 129826 h 136135"/>
                          <a:gd name="connsiteX7" fmla="*/ 17901 w 166738"/>
                          <a:gd name="connsiteY7" fmla="*/ 132302 h 136135"/>
                          <a:gd name="connsiteX8" fmla="*/ 22854 w 166738"/>
                          <a:gd name="connsiteY8" fmla="*/ 133921 h 136135"/>
                          <a:gd name="connsiteX9" fmla="*/ 33903 w 166738"/>
                          <a:gd name="connsiteY9" fmla="*/ 136017 h 136135"/>
                          <a:gd name="connsiteX10" fmla="*/ 56763 w 166738"/>
                          <a:gd name="connsiteY10" fmla="*/ 133731 h 136135"/>
                          <a:gd name="connsiteX11" fmla="*/ 64479 w 166738"/>
                          <a:gd name="connsiteY11" fmla="*/ 131350 h 136135"/>
                          <a:gd name="connsiteX12" fmla="*/ 71813 w 166738"/>
                          <a:gd name="connsiteY12" fmla="*/ 128111 h 136135"/>
                          <a:gd name="connsiteX13" fmla="*/ 86862 w 166738"/>
                          <a:gd name="connsiteY13" fmla="*/ 119253 h 136135"/>
                          <a:gd name="connsiteX14" fmla="*/ 97245 w 166738"/>
                          <a:gd name="connsiteY14" fmla="*/ 111538 h 136135"/>
                          <a:gd name="connsiteX15" fmla="*/ 138774 w 166738"/>
                          <a:gd name="connsiteY15" fmla="*/ 71819 h 136135"/>
                          <a:gd name="connsiteX16" fmla="*/ 142298 w 166738"/>
                          <a:gd name="connsiteY16" fmla="*/ 67723 h 136135"/>
                          <a:gd name="connsiteX17" fmla="*/ 158871 w 166738"/>
                          <a:gd name="connsiteY17" fmla="*/ 42672 h 136135"/>
                          <a:gd name="connsiteX18" fmla="*/ 166682 w 166738"/>
                          <a:gd name="connsiteY18" fmla="*/ 10668 h 136135"/>
                          <a:gd name="connsiteX19" fmla="*/ 166491 w 166738"/>
                          <a:gd name="connsiteY19" fmla="*/ 381 h 136135"/>
                          <a:gd name="connsiteX20" fmla="*/ 166396 w 166738"/>
                          <a:gd name="connsiteY20" fmla="*/ 0 h 136135"/>
                          <a:gd name="connsiteX21" fmla="*/ 79623 w 166738"/>
                          <a:gd name="connsiteY21" fmla="*/ 91059 h 1361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166738" h="136135">
                            <a:moveTo>
                              <a:pt x="79623" y="91059"/>
                            </a:moveTo>
                            <a:cubicBezTo>
                              <a:pt x="68670" y="100775"/>
                              <a:pt x="56478" y="110585"/>
                              <a:pt x="41714" y="116015"/>
                            </a:cubicBezTo>
                            <a:cubicBezTo>
                              <a:pt x="34284" y="118586"/>
                              <a:pt x="26569" y="120110"/>
                              <a:pt x="19044" y="119444"/>
                            </a:cubicBezTo>
                            <a:cubicBezTo>
                              <a:pt x="15425" y="119348"/>
                              <a:pt x="11615" y="117824"/>
                              <a:pt x="8472" y="116872"/>
                            </a:cubicBezTo>
                            <a:cubicBezTo>
                              <a:pt x="5328" y="115634"/>
                              <a:pt x="2566" y="113252"/>
                              <a:pt x="375" y="111347"/>
                            </a:cubicBezTo>
                            <a:cubicBezTo>
                              <a:pt x="-387" y="114586"/>
                              <a:pt x="-101" y="117920"/>
                              <a:pt x="2280" y="120872"/>
                            </a:cubicBezTo>
                            <a:cubicBezTo>
                              <a:pt x="5138" y="124682"/>
                              <a:pt x="8757" y="127349"/>
                              <a:pt x="13044" y="129826"/>
                            </a:cubicBezTo>
                            <a:cubicBezTo>
                              <a:pt x="14568" y="130683"/>
                              <a:pt x="16187" y="131540"/>
                              <a:pt x="17901" y="132302"/>
                            </a:cubicBezTo>
                            <a:cubicBezTo>
                              <a:pt x="19521" y="132969"/>
                              <a:pt x="21140" y="133445"/>
                              <a:pt x="22854" y="133921"/>
                            </a:cubicBezTo>
                            <a:cubicBezTo>
                              <a:pt x="26283" y="134874"/>
                              <a:pt x="30189" y="135731"/>
                              <a:pt x="33903" y="136017"/>
                            </a:cubicBezTo>
                            <a:cubicBezTo>
                              <a:pt x="40857" y="136398"/>
                              <a:pt x="49524" y="135922"/>
                              <a:pt x="56763" y="133731"/>
                            </a:cubicBezTo>
                            <a:cubicBezTo>
                              <a:pt x="59240" y="133064"/>
                              <a:pt x="61812" y="132302"/>
                              <a:pt x="64479" y="131350"/>
                            </a:cubicBezTo>
                            <a:cubicBezTo>
                              <a:pt x="67050" y="130397"/>
                              <a:pt x="69336" y="129350"/>
                              <a:pt x="71813" y="128111"/>
                            </a:cubicBezTo>
                            <a:cubicBezTo>
                              <a:pt x="76766" y="125730"/>
                              <a:pt x="82195" y="122777"/>
                              <a:pt x="86862" y="119253"/>
                            </a:cubicBezTo>
                            <a:cubicBezTo>
                              <a:pt x="89815" y="117158"/>
                              <a:pt x="93435" y="114491"/>
                              <a:pt x="97245" y="111538"/>
                            </a:cubicBezTo>
                            <a:cubicBezTo>
                              <a:pt x="111437" y="99822"/>
                              <a:pt x="128963" y="83058"/>
                              <a:pt x="138774" y="71819"/>
                            </a:cubicBezTo>
                            <a:cubicBezTo>
                              <a:pt x="140012" y="70390"/>
                              <a:pt x="141250" y="68961"/>
                              <a:pt x="142298" y="67723"/>
                            </a:cubicBezTo>
                            <a:cubicBezTo>
                              <a:pt x="149918" y="59055"/>
                              <a:pt x="154966" y="50673"/>
                              <a:pt x="158871" y="42672"/>
                            </a:cubicBezTo>
                            <a:cubicBezTo>
                              <a:pt x="164110" y="31718"/>
                              <a:pt x="166015" y="21146"/>
                              <a:pt x="166682" y="10668"/>
                            </a:cubicBezTo>
                            <a:cubicBezTo>
                              <a:pt x="166777" y="7239"/>
                              <a:pt x="166777" y="3810"/>
                              <a:pt x="166491" y="381"/>
                            </a:cubicBezTo>
                            <a:lnTo>
                              <a:pt x="166396" y="0"/>
                            </a:lnTo>
                            <a:cubicBezTo>
                              <a:pt x="139155" y="31147"/>
                              <a:pt x="109818" y="62198"/>
                              <a:pt x="79623" y="9105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12" name="Forme libre : forme 12411">
                        <a:extLst>
                          <a:ext uri="{FF2B5EF4-FFF2-40B4-BE49-F238E27FC236}">
                            <a16:creationId xmlns:a16="http://schemas.microsoft.com/office/drawing/2014/main" id="{FC240643-083F-4934-B0FA-3CBA6C147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23604" y="3085808"/>
                        <a:ext cx="72294" cy="69593"/>
                      </a:xfrm>
                      <a:custGeom>
                        <a:avLst/>
                        <a:gdLst>
                          <a:gd name="connsiteX0" fmla="*/ 70765 w 72294"/>
                          <a:gd name="connsiteY0" fmla="*/ 1053 h 69593"/>
                          <a:gd name="connsiteX1" fmla="*/ 64383 w 72294"/>
                          <a:gd name="connsiteY1" fmla="*/ 22675 h 69593"/>
                          <a:gd name="connsiteX2" fmla="*/ 44952 w 72294"/>
                          <a:gd name="connsiteY2" fmla="*/ 46107 h 69593"/>
                          <a:gd name="connsiteX3" fmla="*/ 1137 w 72294"/>
                          <a:gd name="connsiteY3" fmla="*/ 67442 h 69593"/>
                          <a:gd name="connsiteX4" fmla="*/ 27331 w 72294"/>
                          <a:gd name="connsiteY4" fmla="*/ 28676 h 69593"/>
                          <a:gd name="connsiteX5" fmla="*/ 49429 w 72294"/>
                          <a:gd name="connsiteY5" fmla="*/ 9626 h 69593"/>
                          <a:gd name="connsiteX6" fmla="*/ 70765 w 72294"/>
                          <a:gd name="connsiteY6" fmla="*/ 1053 h 695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2294" h="69593">
                            <a:moveTo>
                              <a:pt x="70765" y="1053"/>
                            </a:moveTo>
                            <a:cubicBezTo>
                              <a:pt x="74670" y="4292"/>
                              <a:pt x="70574" y="13341"/>
                              <a:pt x="64383" y="22675"/>
                            </a:cubicBezTo>
                            <a:cubicBezTo>
                              <a:pt x="58001" y="31914"/>
                              <a:pt x="49619" y="41630"/>
                              <a:pt x="44952" y="46107"/>
                            </a:cubicBezTo>
                            <a:cubicBezTo>
                              <a:pt x="36094" y="55536"/>
                              <a:pt x="8376" y="76301"/>
                              <a:pt x="1137" y="67442"/>
                            </a:cubicBezTo>
                            <a:cubicBezTo>
                              <a:pt x="-5531" y="59251"/>
                              <a:pt x="18949" y="36963"/>
                              <a:pt x="27331" y="28676"/>
                            </a:cubicBezTo>
                            <a:cubicBezTo>
                              <a:pt x="31712" y="24866"/>
                              <a:pt x="40570" y="16198"/>
                              <a:pt x="49429" y="9626"/>
                            </a:cubicBezTo>
                            <a:cubicBezTo>
                              <a:pt x="58192" y="2768"/>
                              <a:pt x="66859" y="-2280"/>
                              <a:pt x="70765" y="105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13" name="Forme libre : forme 12412">
                        <a:extLst>
                          <a:ext uri="{FF2B5EF4-FFF2-40B4-BE49-F238E27FC236}">
                            <a16:creationId xmlns:a16="http://schemas.microsoft.com/office/drawing/2014/main" id="{9C7A10B1-B827-4E1B-85A7-C1E36F7945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22766" y="3115532"/>
                        <a:ext cx="59600" cy="39561"/>
                      </a:xfrm>
                      <a:custGeom>
                        <a:avLst/>
                        <a:gdLst>
                          <a:gd name="connsiteX0" fmla="*/ 10833 w 59600"/>
                          <a:gd name="connsiteY0" fmla="*/ 17240 h 39561"/>
                          <a:gd name="connsiteX1" fmla="*/ 1594 w 59600"/>
                          <a:gd name="connsiteY1" fmla="*/ 38005 h 39561"/>
                          <a:gd name="connsiteX2" fmla="*/ 46266 w 59600"/>
                          <a:gd name="connsiteY2" fmla="*/ 16002 h 39561"/>
                          <a:gd name="connsiteX3" fmla="*/ 59601 w 59600"/>
                          <a:gd name="connsiteY3" fmla="*/ 0 h 39561"/>
                          <a:gd name="connsiteX4" fmla="*/ 51409 w 59600"/>
                          <a:gd name="connsiteY4" fmla="*/ 7525 h 39561"/>
                          <a:gd name="connsiteX5" fmla="*/ 10833 w 59600"/>
                          <a:gd name="connsiteY5" fmla="*/ 17240 h 395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9600" h="39561">
                            <a:moveTo>
                              <a:pt x="10833" y="17240"/>
                            </a:moveTo>
                            <a:cubicBezTo>
                              <a:pt x="7880" y="22765"/>
                              <a:pt x="-4312" y="34004"/>
                              <a:pt x="1594" y="38005"/>
                            </a:cubicBezTo>
                            <a:cubicBezTo>
                              <a:pt x="11404" y="44863"/>
                              <a:pt x="34741" y="27527"/>
                              <a:pt x="46266" y="16002"/>
                            </a:cubicBezTo>
                            <a:cubicBezTo>
                              <a:pt x="49790" y="12763"/>
                              <a:pt x="56553" y="4381"/>
                              <a:pt x="59601" y="0"/>
                            </a:cubicBezTo>
                            <a:cubicBezTo>
                              <a:pt x="57410" y="2096"/>
                              <a:pt x="53791" y="5905"/>
                              <a:pt x="51409" y="7525"/>
                            </a:cubicBezTo>
                            <a:cubicBezTo>
                              <a:pt x="37408" y="16764"/>
                              <a:pt x="19596" y="25908"/>
                              <a:pt x="10833" y="1724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14" name="Forme libre : forme 12413">
                        <a:extLst>
                          <a:ext uri="{FF2B5EF4-FFF2-40B4-BE49-F238E27FC236}">
                            <a16:creationId xmlns:a16="http://schemas.microsoft.com/office/drawing/2014/main" id="{38AAEB68-C775-40E8-B1AC-A6DD317447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29119" y="3083074"/>
                        <a:ext cx="71618" cy="71254"/>
                      </a:xfrm>
                      <a:custGeom>
                        <a:avLst/>
                        <a:gdLst>
                          <a:gd name="connsiteX0" fmla="*/ 70678 w 71618"/>
                          <a:gd name="connsiteY0" fmla="*/ 1597 h 71254"/>
                          <a:gd name="connsiteX1" fmla="*/ 44961 w 71618"/>
                          <a:gd name="connsiteY1" fmla="*/ 47698 h 71254"/>
                          <a:gd name="connsiteX2" fmla="*/ 1336 w 71618"/>
                          <a:gd name="connsiteY2" fmla="*/ 69224 h 71254"/>
                          <a:gd name="connsiteX3" fmla="*/ 27244 w 71618"/>
                          <a:gd name="connsiteY3" fmla="*/ 30172 h 71254"/>
                          <a:gd name="connsiteX4" fmla="*/ 70678 w 71618"/>
                          <a:gd name="connsiteY4" fmla="*/ 1597 h 712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618" h="71254">
                            <a:moveTo>
                              <a:pt x="70678" y="1597"/>
                            </a:moveTo>
                            <a:cubicBezTo>
                              <a:pt x="76393" y="10550"/>
                              <a:pt x="54581" y="37506"/>
                              <a:pt x="44961" y="47698"/>
                            </a:cubicBezTo>
                            <a:cubicBezTo>
                              <a:pt x="35436" y="57985"/>
                              <a:pt x="9718" y="77606"/>
                              <a:pt x="1336" y="69224"/>
                            </a:cubicBezTo>
                            <a:cubicBezTo>
                              <a:pt x="-6093" y="61700"/>
                              <a:pt x="19529" y="37887"/>
                              <a:pt x="27244" y="30172"/>
                            </a:cubicBezTo>
                            <a:cubicBezTo>
                              <a:pt x="35150" y="22647"/>
                              <a:pt x="65154" y="-7166"/>
                              <a:pt x="70678" y="159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15" name="Forme libre : forme 12414">
                        <a:extLst>
                          <a:ext uri="{FF2B5EF4-FFF2-40B4-BE49-F238E27FC236}">
                            <a16:creationId xmlns:a16="http://schemas.microsoft.com/office/drawing/2014/main" id="{76F831A8-F61E-46CA-893C-540A1C9777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84005" y="3111667"/>
                        <a:ext cx="107887" cy="71111"/>
                      </a:xfrm>
                      <a:custGeom>
                        <a:avLst/>
                        <a:gdLst>
                          <a:gd name="connsiteX0" fmla="*/ 2255 w 107887"/>
                          <a:gd name="connsiteY0" fmla="*/ 64825 h 71111"/>
                          <a:gd name="connsiteX1" fmla="*/ 19114 w 107887"/>
                          <a:gd name="connsiteY1" fmla="*/ 71111 h 71111"/>
                          <a:gd name="connsiteX2" fmla="*/ 31782 w 107887"/>
                          <a:gd name="connsiteY2" fmla="*/ 70445 h 71111"/>
                          <a:gd name="connsiteX3" fmla="*/ 43688 w 107887"/>
                          <a:gd name="connsiteY3" fmla="*/ 68063 h 71111"/>
                          <a:gd name="connsiteX4" fmla="*/ 68549 w 107887"/>
                          <a:gd name="connsiteY4" fmla="*/ 57015 h 71111"/>
                          <a:gd name="connsiteX5" fmla="*/ 102648 w 107887"/>
                          <a:gd name="connsiteY5" fmla="*/ 21772 h 71111"/>
                          <a:gd name="connsiteX6" fmla="*/ 104363 w 107887"/>
                          <a:gd name="connsiteY6" fmla="*/ 245 h 71111"/>
                          <a:gd name="connsiteX7" fmla="*/ 89694 w 107887"/>
                          <a:gd name="connsiteY7" fmla="*/ 7103 h 71111"/>
                          <a:gd name="connsiteX8" fmla="*/ 70739 w 107887"/>
                          <a:gd name="connsiteY8" fmla="*/ 17390 h 71111"/>
                          <a:gd name="connsiteX9" fmla="*/ 50451 w 107887"/>
                          <a:gd name="connsiteY9" fmla="*/ 25010 h 71111"/>
                          <a:gd name="connsiteX10" fmla="*/ 30925 w 107887"/>
                          <a:gd name="connsiteY10" fmla="*/ 29106 h 71111"/>
                          <a:gd name="connsiteX11" fmla="*/ 11970 w 107887"/>
                          <a:gd name="connsiteY11" fmla="*/ 38060 h 71111"/>
                          <a:gd name="connsiteX12" fmla="*/ 1397 w 107887"/>
                          <a:gd name="connsiteY12" fmla="*/ 51490 h 71111"/>
                          <a:gd name="connsiteX13" fmla="*/ 2255 w 107887"/>
                          <a:gd name="connsiteY13" fmla="*/ 64825 h 711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07887" h="71111">
                            <a:moveTo>
                              <a:pt x="2255" y="64825"/>
                            </a:moveTo>
                            <a:cubicBezTo>
                              <a:pt x="6541" y="69778"/>
                              <a:pt x="10065" y="71111"/>
                              <a:pt x="19114" y="71111"/>
                            </a:cubicBezTo>
                            <a:cubicBezTo>
                              <a:pt x="23400" y="71016"/>
                              <a:pt x="27591" y="70826"/>
                              <a:pt x="31782" y="70445"/>
                            </a:cubicBezTo>
                            <a:cubicBezTo>
                              <a:pt x="35687" y="69873"/>
                              <a:pt x="39688" y="69111"/>
                              <a:pt x="43688" y="68063"/>
                            </a:cubicBezTo>
                            <a:cubicBezTo>
                              <a:pt x="51975" y="66063"/>
                              <a:pt x="59595" y="62539"/>
                              <a:pt x="68549" y="57015"/>
                            </a:cubicBezTo>
                            <a:cubicBezTo>
                              <a:pt x="82931" y="47680"/>
                              <a:pt x="95885" y="33964"/>
                              <a:pt x="102648" y="21772"/>
                            </a:cubicBezTo>
                            <a:cubicBezTo>
                              <a:pt x="107696" y="12628"/>
                              <a:pt x="110554" y="2532"/>
                              <a:pt x="104363" y="245"/>
                            </a:cubicBezTo>
                            <a:cubicBezTo>
                              <a:pt x="100553" y="-1183"/>
                              <a:pt x="95123" y="3960"/>
                              <a:pt x="89694" y="7103"/>
                            </a:cubicBezTo>
                            <a:cubicBezTo>
                              <a:pt x="83408" y="10818"/>
                              <a:pt x="77121" y="14247"/>
                              <a:pt x="70739" y="17390"/>
                            </a:cubicBezTo>
                            <a:cubicBezTo>
                              <a:pt x="64453" y="20629"/>
                              <a:pt x="57690" y="23296"/>
                              <a:pt x="50451" y="25010"/>
                            </a:cubicBezTo>
                            <a:cubicBezTo>
                              <a:pt x="44355" y="26630"/>
                              <a:pt x="37592" y="27487"/>
                              <a:pt x="30925" y="29106"/>
                            </a:cubicBezTo>
                            <a:cubicBezTo>
                              <a:pt x="24353" y="31107"/>
                              <a:pt x="17876" y="33107"/>
                              <a:pt x="11970" y="38060"/>
                            </a:cubicBezTo>
                            <a:cubicBezTo>
                              <a:pt x="6636" y="41774"/>
                              <a:pt x="3302" y="47013"/>
                              <a:pt x="1397" y="51490"/>
                            </a:cubicBezTo>
                            <a:cubicBezTo>
                              <a:pt x="-412" y="56157"/>
                              <a:pt x="-793" y="61301"/>
                              <a:pt x="2255" y="6482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16" name="Forme libre : forme 12415">
                        <a:extLst>
                          <a:ext uri="{FF2B5EF4-FFF2-40B4-BE49-F238E27FC236}">
                            <a16:creationId xmlns:a16="http://schemas.microsoft.com/office/drawing/2014/main" id="{63B160BA-AB03-402C-A5AA-F9D3763BA3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01872" y="3128463"/>
                        <a:ext cx="26461" cy="29342"/>
                      </a:xfrm>
                      <a:custGeom>
                        <a:avLst/>
                        <a:gdLst>
                          <a:gd name="connsiteX0" fmla="*/ 1533 w 26461"/>
                          <a:gd name="connsiteY0" fmla="*/ 24217 h 29342"/>
                          <a:gd name="connsiteX1" fmla="*/ 9 w 26461"/>
                          <a:gd name="connsiteY1" fmla="*/ 28312 h 29342"/>
                          <a:gd name="connsiteX2" fmla="*/ 3628 w 26461"/>
                          <a:gd name="connsiteY2" fmla="*/ 28789 h 29342"/>
                          <a:gd name="connsiteX3" fmla="*/ 9439 w 26461"/>
                          <a:gd name="connsiteY3" fmla="*/ 25074 h 29342"/>
                          <a:gd name="connsiteX4" fmla="*/ 21631 w 26461"/>
                          <a:gd name="connsiteY4" fmla="*/ 13072 h 29342"/>
                          <a:gd name="connsiteX5" fmla="*/ 25250 w 26461"/>
                          <a:gd name="connsiteY5" fmla="*/ 8024 h 29342"/>
                          <a:gd name="connsiteX6" fmla="*/ 17059 w 26461"/>
                          <a:gd name="connsiteY6" fmla="*/ 3928 h 29342"/>
                          <a:gd name="connsiteX7" fmla="*/ 1533 w 26461"/>
                          <a:gd name="connsiteY7" fmla="*/ 24217 h 29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461" h="29342">
                            <a:moveTo>
                              <a:pt x="1533" y="24217"/>
                            </a:moveTo>
                            <a:cubicBezTo>
                              <a:pt x="581" y="25836"/>
                              <a:pt x="-86" y="26979"/>
                              <a:pt x="9" y="28312"/>
                            </a:cubicBezTo>
                            <a:cubicBezTo>
                              <a:pt x="199" y="29646"/>
                              <a:pt x="1819" y="29550"/>
                              <a:pt x="3628" y="28789"/>
                            </a:cubicBezTo>
                            <a:cubicBezTo>
                              <a:pt x="5438" y="28027"/>
                              <a:pt x="7724" y="26407"/>
                              <a:pt x="9439" y="25074"/>
                            </a:cubicBezTo>
                            <a:cubicBezTo>
                              <a:pt x="13820" y="21645"/>
                              <a:pt x="18011" y="17073"/>
                              <a:pt x="21631" y="13072"/>
                            </a:cubicBezTo>
                            <a:cubicBezTo>
                              <a:pt x="23155" y="11453"/>
                              <a:pt x="24488" y="9834"/>
                              <a:pt x="25250" y="8024"/>
                            </a:cubicBezTo>
                            <a:cubicBezTo>
                              <a:pt x="28584" y="595"/>
                              <a:pt x="24774" y="-3501"/>
                              <a:pt x="17059" y="3928"/>
                            </a:cubicBezTo>
                            <a:cubicBezTo>
                              <a:pt x="10963" y="9358"/>
                              <a:pt x="5534" y="18025"/>
                              <a:pt x="1533" y="2421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17" name="Forme libre : forme 12416">
                        <a:extLst>
                          <a:ext uri="{FF2B5EF4-FFF2-40B4-BE49-F238E27FC236}">
                            <a16:creationId xmlns:a16="http://schemas.microsoft.com/office/drawing/2014/main" id="{39C9015B-C9E1-48F9-892E-FFBFA0D590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01608" y="3065144"/>
                        <a:ext cx="20788" cy="64103"/>
                      </a:xfrm>
                      <a:custGeom>
                        <a:avLst/>
                        <a:gdLst>
                          <a:gd name="connsiteX0" fmla="*/ 19717 w 20788"/>
                          <a:gd name="connsiteY0" fmla="*/ 0 h 64103"/>
                          <a:gd name="connsiteX1" fmla="*/ 0 w 20788"/>
                          <a:gd name="connsiteY1" fmla="*/ 64103 h 64103"/>
                          <a:gd name="connsiteX2" fmla="*/ 19717 w 20788"/>
                          <a:gd name="connsiteY2" fmla="*/ 0 h 641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0788" h="64103">
                            <a:moveTo>
                              <a:pt x="19717" y="0"/>
                            </a:moveTo>
                            <a:cubicBezTo>
                              <a:pt x="24860" y="15621"/>
                              <a:pt x="10382" y="45529"/>
                              <a:pt x="0" y="64103"/>
                            </a:cubicBezTo>
                            <a:cubicBezTo>
                              <a:pt x="11239" y="44006"/>
                              <a:pt x="17621" y="18669"/>
                              <a:pt x="1971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18" name="Forme libre : forme 12417">
                        <a:extLst>
                          <a:ext uri="{FF2B5EF4-FFF2-40B4-BE49-F238E27FC236}">
                            <a16:creationId xmlns:a16="http://schemas.microsoft.com/office/drawing/2014/main" id="{C95E7028-13B0-42AE-A249-7379AB535E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66448" y="3123438"/>
                        <a:ext cx="37528" cy="43148"/>
                      </a:xfrm>
                      <a:custGeom>
                        <a:avLst/>
                        <a:gdLst>
                          <a:gd name="connsiteX0" fmla="*/ 37529 w 37528"/>
                          <a:gd name="connsiteY0" fmla="*/ 0 h 43148"/>
                          <a:gd name="connsiteX1" fmla="*/ 16859 w 37528"/>
                          <a:gd name="connsiteY1" fmla="*/ 23813 h 43148"/>
                          <a:gd name="connsiteX2" fmla="*/ 0 w 37528"/>
                          <a:gd name="connsiteY2" fmla="*/ 43148 h 43148"/>
                          <a:gd name="connsiteX3" fmla="*/ 18002 w 37528"/>
                          <a:gd name="connsiteY3" fmla="*/ 24479 h 43148"/>
                          <a:gd name="connsiteX4" fmla="*/ 27813 w 37528"/>
                          <a:gd name="connsiteY4" fmla="*/ 12382 h 43148"/>
                          <a:gd name="connsiteX5" fmla="*/ 32766 w 37528"/>
                          <a:gd name="connsiteY5" fmla="*/ 6286 h 43148"/>
                          <a:gd name="connsiteX6" fmla="*/ 37529 w 37528"/>
                          <a:gd name="connsiteY6" fmla="*/ 0 h 431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7528" h="43148">
                            <a:moveTo>
                              <a:pt x="37529" y="0"/>
                            </a:moveTo>
                            <a:cubicBezTo>
                              <a:pt x="28861" y="8382"/>
                              <a:pt x="22479" y="15716"/>
                              <a:pt x="16859" y="23813"/>
                            </a:cubicBezTo>
                            <a:cubicBezTo>
                              <a:pt x="11430" y="30861"/>
                              <a:pt x="7239" y="37909"/>
                              <a:pt x="0" y="43148"/>
                            </a:cubicBezTo>
                            <a:cubicBezTo>
                              <a:pt x="6667" y="37909"/>
                              <a:pt x="11716" y="31813"/>
                              <a:pt x="18002" y="24479"/>
                            </a:cubicBezTo>
                            <a:cubicBezTo>
                              <a:pt x="21241" y="20288"/>
                              <a:pt x="24384" y="16859"/>
                              <a:pt x="27813" y="12382"/>
                            </a:cubicBezTo>
                            <a:cubicBezTo>
                              <a:pt x="29527" y="10287"/>
                              <a:pt x="31147" y="8287"/>
                              <a:pt x="32766" y="6286"/>
                            </a:cubicBezTo>
                            <a:cubicBezTo>
                              <a:pt x="34385" y="4096"/>
                              <a:pt x="36004" y="2000"/>
                              <a:pt x="3752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19" name="Forme libre : forme 12418">
                        <a:extLst>
                          <a:ext uri="{FF2B5EF4-FFF2-40B4-BE49-F238E27FC236}">
                            <a16:creationId xmlns:a16="http://schemas.microsoft.com/office/drawing/2014/main" id="{A28D2165-8BDB-48E2-8893-38AAA50C05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49475" y="3099763"/>
                        <a:ext cx="27710" cy="24109"/>
                      </a:xfrm>
                      <a:custGeom>
                        <a:avLst/>
                        <a:gdLst>
                          <a:gd name="connsiteX0" fmla="*/ 27653 w 27710"/>
                          <a:gd name="connsiteY0" fmla="*/ 1100 h 24109"/>
                          <a:gd name="connsiteX1" fmla="*/ 14223 w 27710"/>
                          <a:gd name="connsiteY1" fmla="*/ 17197 h 24109"/>
                          <a:gd name="connsiteX2" fmla="*/ 30 w 27710"/>
                          <a:gd name="connsiteY2" fmla="*/ 22722 h 24109"/>
                          <a:gd name="connsiteX3" fmla="*/ 12984 w 27710"/>
                          <a:gd name="connsiteY3" fmla="*/ 8053 h 24109"/>
                          <a:gd name="connsiteX4" fmla="*/ 27653 w 27710"/>
                          <a:gd name="connsiteY4" fmla="*/ 1100 h 2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7710" h="24109">
                            <a:moveTo>
                              <a:pt x="27653" y="1100"/>
                            </a:moveTo>
                            <a:cubicBezTo>
                              <a:pt x="28605" y="5196"/>
                              <a:pt x="17556" y="14435"/>
                              <a:pt x="14223" y="17197"/>
                            </a:cubicBezTo>
                            <a:cubicBezTo>
                              <a:pt x="10794" y="19959"/>
                              <a:pt x="602" y="27103"/>
                              <a:pt x="30" y="22722"/>
                            </a:cubicBezTo>
                            <a:cubicBezTo>
                              <a:pt x="-636" y="18340"/>
                              <a:pt x="9841" y="10720"/>
                              <a:pt x="12984" y="8053"/>
                            </a:cubicBezTo>
                            <a:cubicBezTo>
                              <a:pt x="16128" y="5481"/>
                              <a:pt x="26700" y="-2996"/>
                              <a:pt x="27653" y="110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20" name="Forme libre : forme 12419">
                        <a:extLst>
                          <a:ext uri="{FF2B5EF4-FFF2-40B4-BE49-F238E27FC236}">
                            <a16:creationId xmlns:a16="http://schemas.microsoft.com/office/drawing/2014/main" id="{686CF38B-C60E-4339-A6C4-FBDC12EE35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72928" y="3096080"/>
                        <a:ext cx="7639" cy="7601"/>
                      </a:xfrm>
                      <a:custGeom>
                        <a:avLst/>
                        <a:gdLst>
                          <a:gd name="connsiteX0" fmla="*/ 7249 w 7639"/>
                          <a:gd name="connsiteY0" fmla="*/ 116 h 7601"/>
                          <a:gd name="connsiteX1" fmla="*/ 5344 w 7639"/>
                          <a:gd name="connsiteY1" fmla="*/ 4688 h 7601"/>
                          <a:gd name="connsiteX2" fmla="*/ 391 w 7639"/>
                          <a:gd name="connsiteY2" fmla="*/ 7450 h 7601"/>
                          <a:gd name="connsiteX3" fmla="*/ 2296 w 7639"/>
                          <a:gd name="connsiteY3" fmla="*/ 3068 h 7601"/>
                          <a:gd name="connsiteX4" fmla="*/ 7249 w 7639"/>
                          <a:gd name="connsiteY4" fmla="*/ 116 h 7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39" h="7601">
                            <a:moveTo>
                              <a:pt x="7249" y="116"/>
                            </a:moveTo>
                            <a:cubicBezTo>
                              <a:pt x="8487" y="782"/>
                              <a:pt x="6487" y="3449"/>
                              <a:pt x="5344" y="4688"/>
                            </a:cubicBezTo>
                            <a:cubicBezTo>
                              <a:pt x="4201" y="5926"/>
                              <a:pt x="1629" y="8212"/>
                              <a:pt x="391" y="7450"/>
                            </a:cubicBezTo>
                            <a:cubicBezTo>
                              <a:pt x="-848" y="6688"/>
                              <a:pt x="1153" y="4307"/>
                              <a:pt x="2296" y="3068"/>
                            </a:cubicBezTo>
                            <a:cubicBezTo>
                              <a:pt x="3534" y="1830"/>
                              <a:pt x="6010" y="-551"/>
                              <a:pt x="7249" y="11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21" name="Forme libre : forme 12420">
                        <a:extLst>
                          <a:ext uri="{FF2B5EF4-FFF2-40B4-BE49-F238E27FC236}">
                            <a16:creationId xmlns:a16="http://schemas.microsoft.com/office/drawing/2014/main" id="{BB296E1A-C68C-43B2-BA20-F0CC72E647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4731" y="3062632"/>
                        <a:ext cx="79330" cy="46763"/>
                      </a:xfrm>
                      <a:custGeom>
                        <a:avLst/>
                        <a:gdLst>
                          <a:gd name="connsiteX0" fmla="*/ 51636 w 79330"/>
                          <a:gd name="connsiteY0" fmla="*/ 6037 h 46763"/>
                          <a:gd name="connsiteX1" fmla="*/ 76878 w 79330"/>
                          <a:gd name="connsiteY1" fmla="*/ 36 h 46763"/>
                          <a:gd name="connsiteX2" fmla="*/ 77068 w 79330"/>
                          <a:gd name="connsiteY2" fmla="*/ 8418 h 46763"/>
                          <a:gd name="connsiteX3" fmla="*/ 67448 w 79330"/>
                          <a:gd name="connsiteY3" fmla="*/ 13943 h 46763"/>
                          <a:gd name="connsiteX4" fmla="*/ 36777 w 79330"/>
                          <a:gd name="connsiteY4" fmla="*/ 27849 h 46763"/>
                          <a:gd name="connsiteX5" fmla="*/ 16203 w 79330"/>
                          <a:gd name="connsiteY5" fmla="*/ 41375 h 46763"/>
                          <a:gd name="connsiteX6" fmla="*/ 11 w 79330"/>
                          <a:gd name="connsiteY6" fmla="*/ 44137 h 46763"/>
                          <a:gd name="connsiteX7" fmla="*/ 30015 w 79330"/>
                          <a:gd name="connsiteY7" fmla="*/ 12990 h 46763"/>
                          <a:gd name="connsiteX8" fmla="*/ 51636 w 79330"/>
                          <a:gd name="connsiteY8" fmla="*/ 6037 h 467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9330" h="46763">
                            <a:moveTo>
                              <a:pt x="51636" y="6037"/>
                            </a:moveTo>
                            <a:cubicBezTo>
                              <a:pt x="61257" y="2322"/>
                              <a:pt x="68210" y="-345"/>
                              <a:pt x="76878" y="36"/>
                            </a:cubicBezTo>
                            <a:cubicBezTo>
                              <a:pt x="80116" y="227"/>
                              <a:pt x="80116" y="4894"/>
                              <a:pt x="77068" y="8418"/>
                            </a:cubicBezTo>
                            <a:cubicBezTo>
                              <a:pt x="74020" y="11942"/>
                              <a:pt x="70782" y="12895"/>
                              <a:pt x="67448" y="13943"/>
                            </a:cubicBezTo>
                            <a:cubicBezTo>
                              <a:pt x="57066" y="17372"/>
                              <a:pt x="47255" y="22134"/>
                              <a:pt x="36777" y="27849"/>
                            </a:cubicBezTo>
                            <a:cubicBezTo>
                              <a:pt x="33539" y="29564"/>
                              <a:pt x="24395" y="36326"/>
                              <a:pt x="16203" y="41375"/>
                            </a:cubicBezTo>
                            <a:cubicBezTo>
                              <a:pt x="7821" y="46233"/>
                              <a:pt x="297" y="49185"/>
                              <a:pt x="11" y="44137"/>
                            </a:cubicBezTo>
                            <a:cubicBezTo>
                              <a:pt x="-561" y="34326"/>
                              <a:pt x="21442" y="17848"/>
                              <a:pt x="30015" y="12990"/>
                            </a:cubicBezTo>
                            <a:cubicBezTo>
                              <a:pt x="38587" y="8323"/>
                              <a:pt x="44302" y="8704"/>
                              <a:pt x="51636" y="603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86" name="Graphique 1">
                      <a:extLst>
                        <a:ext uri="{FF2B5EF4-FFF2-40B4-BE49-F238E27FC236}">
                          <a16:creationId xmlns:a16="http://schemas.microsoft.com/office/drawing/2014/main" id="{BF763A3B-1794-4AD7-ACA1-3212540DB0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15030" y="2884715"/>
                      <a:ext cx="130501" cy="175601"/>
                      <a:chOff x="1415030" y="2884715"/>
                      <a:chExt cx="130501" cy="175601"/>
                    </a:xfrm>
                    <a:solidFill>
                      <a:schemeClr val="accent1"/>
                    </a:solidFill>
                  </p:grpSpPr>
                  <p:sp>
                    <p:nvSpPr>
                      <p:cNvPr id="12398" name="Forme libre : forme 12397">
                        <a:extLst>
                          <a:ext uri="{FF2B5EF4-FFF2-40B4-BE49-F238E27FC236}">
                            <a16:creationId xmlns:a16="http://schemas.microsoft.com/office/drawing/2014/main" id="{E075087A-030E-4773-9A35-8A9FE9BA4F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5030" y="2884715"/>
                        <a:ext cx="130501" cy="175601"/>
                      </a:xfrm>
                      <a:custGeom>
                        <a:avLst/>
                        <a:gdLst>
                          <a:gd name="connsiteX0" fmla="*/ 113355 w 130501"/>
                          <a:gd name="connsiteY0" fmla="*/ 75750 h 175601"/>
                          <a:gd name="connsiteX1" fmla="*/ 98973 w 130501"/>
                          <a:gd name="connsiteY1" fmla="*/ 103182 h 175601"/>
                          <a:gd name="connsiteX2" fmla="*/ 81923 w 130501"/>
                          <a:gd name="connsiteY2" fmla="*/ 135376 h 175601"/>
                          <a:gd name="connsiteX3" fmla="*/ 48300 w 130501"/>
                          <a:gd name="connsiteY3" fmla="*/ 168333 h 175601"/>
                          <a:gd name="connsiteX4" fmla="*/ 15343 w 130501"/>
                          <a:gd name="connsiteY4" fmla="*/ 175572 h 175601"/>
                          <a:gd name="connsiteX5" fmla="*/ 8 w 130501"/>
                          <a:gd name="connsiteY5" fmla="*/ 160332 h 175601"/>
                          <a:gd name="connsiteX6" fmla="*/ 6009 w 130501"/>
                          <a:gd name="connsiteY6" fmla="*/ 127470 h 175601"/>
                          <a:gd name="connsiteX7" fmla="*/ 16486 w 130501"/>
                          <a:gd name="connsiteY7" fmla="*/ 97752 h 175601"/>
                          <a:gd name="connsiteX8" fmla="*/ 30107 w 130501"/>
                          <a:gd name="connsiteY8" fmla="*/ 69368 h 175601"/>
                          <a:gd name="connsiteX9" fmla="*/ 48109 w 130501"/>
                          <a:gd name="connsiteY9" fmla="*/ 38031 h 175601"/>
                          <a:gd name="connsiteX10" fmla="*/ 80304 w 130501"/>
                          <a:gd name="connsiteY10" fmla="*/ 8408 h 175601"/>
                          <a:gd name="connsiteX11" fmla="*/ 113927 w 130501"/>
                          <a:gd name="connsiteY11" fmla="*/ 26 h 175601"/>
                          <a:gd name="connsiteX12" fmla="*/ 130500 w 130501"/>
                          <a:gd name="connsiteY12" fmla="*/ 13170 h 175601"/>
                          <a:gd name="connsiteX13" fmla="*/ 126500 w 130501"/>
                          <a:gd name="connsiteY13" fmla="*/ 44032 h 175601"/>
                          <a:gd name="connsiteX14" fmla="*/ 113355 w 130501"/>
                          <a:gd name="connsiteY14" fmla="*/ 75750 h 175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30501" h="175601">
                            <a:moveTo>
                              <a:pt x="113355" y="75750"/>
                            </a:moveTo>
                            <a:cubicBezTo>
                              <a:pt x="109926" y="82036"/>
                              <a:pt x="104497" y="91942"/>
                              <a:pt x="98973" y="103182"/>
                            </a:cubicBezTo>
                            <a:cubicBezTo>
                              <a:pt x="93448" y="114326"/>
                              <a:pt x="87162" y="126899"/>
                              <a:pt x="81923" y="135376"/>
                            </a:cubicBezTo>
                            <a:cubicBezTo>
                              <a:pt x="72684" y="150997"/>
                              <a:pt x="59634" y="163189"/>
                              <a:pt x="48300" y="168333"/>
                            </a:cubicBezTo>
                            <a:cubicBezTo>
                              <a:pt x="37632" y="172905"/>
                              <a:pt x="26964" y="174715"/>
                              <a:pt x="15343" y="175572"/>
                            </a:cubicBezTo>
                            <a:cubicBezTo>
                              <a:pt x="7342" y="176143"/>
                              <a:pt x="-278" y="168333"/>
                              <a:pt x="8" y="160332"/>
                            </a:cubicBezTo>
                            <a:cubicBezTo>
                              <a:pt x="484" y="148902"/>
                              <a:pt x="2199" y="138138"/>
                              <a:pt x="6009" y="127470"/>
                            </a:cubicBezTo>
                            <a:cubicBezTo>
                              <a:pt x="8199" y="118517"/>
                              <a:pt x="10866" y="109849"/>
                              <a:pt x="16486" y="97752"/>
                            </a:cubicBezTo>
                            <a:cubicBezTo>
                              <a:pt x="19534" y="91371"/>
                              <a:pt x="24297" y="80893"/>
                              <a:pt x="30107" y="69368"/>
                            </a:cubicBezTo>
                            <a:cubicBezTo>
                              <a:pt x="35822" y="57938"/>
                              <a:pt x="42775" y="45841"/>
                              <a:pt x="48109" y="38031"/>
                            </a:cubicBezTo>
                            <a:cubicBezTo>
                              <a:pt x="58015" y="23267"/>
                              <a:pt x="69255" y="13932"/>
                              <a:pt x="80304" y="8408"/>
                            </a:cubicBezTo>
                            <a:cubicBezTo>
                              <a:pt x="91353" y="2693"/>
                              <a:pt x="102402" y="883"/>
                              <a:pt x="113927" y="26"/>
                            </a:cubicBezTo>
                            <a:cubicBezTo>
                              <a:pt x="122023" y="-450"/>
                              <a:pt x="130596" y="5741"/>
                              <a:pt x="130500" y="13170"/>
                            </a:cubicBezTo>
                            <a:cubicBezTo>
                              <a:pt x="130405" y="23838"/>
                              <a:pt x="129357" y="34030"/>
                              <a:pt x="126500" y="44032"/>
                            </a:cubicBezTo>
                            <a:cubicBezTo>
                              <a:pt x="123833" y="54128"/>
                              <a:pt x="119737" y="64129"/>
                              <a:pt x="113355" y="7575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99" name="Forme libre : forme 12398">
                        <a:extLst>
                          <a:ext uri="{FF2B5EF4-FFF2-40B4-BE49-F238E27FC236}">
                            <a16:creationId xmlns:a16="http://schemas.microsoft.com/office/drawing/2014/main" id="{EC01BC1A-9B12-4BF8-A9E4-DE7BB65548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38" y="2897505"/>
                        <a:ext cx="124301" cy="162801"/>
                      </a:xfrm>
                      <a:custGeom>
                        <a:avLst/>
                        <a:gdLst>
                          <a:gd name="connsiteX0" fmla="*/ 57341 w 124301"/>
                          <a:gd name="connsiteY0" fmla="*/ 99822 h 162801"/>
                          <a:gd name="connsiteX1" fmla="*/ 33052 w 124301"/>
                          <a:gd name="connsiteY1" fmla="*/ 137731 h 162801"/>
                          <a:gd name="connsiteX2" fmla="*/ 0 w 124301"/>
                          <a:gd name="connsiteY2" fmla="*/ 159734 h 162801"/>
                          <a:gd name="connsiteX3" fmla="*/ 9144 w 124301"/>
                          <a:gd name="connsiteY3" fmla="*/ 162782 h 162801"/>
                          <a:gd name="connsiteX4" fmla="*/ 20860 w 124301"/>
                          <a:gd name="connsiteY4" fmla="*/ 161449 h 162801"/>
                          <a:gd name="connsiteX5" fmla="*/ 37147 w 124301"/>
                          <a:gd name="connsiteY5" fmla="*/ 157353 h 162801"/>
                          <a:gd name="connsiteX6" fmla="*/ 45244 w 124301"/>
                          <a:gd name="connsiteY6" fmla="*/ 153924 h 162801"/>
                          <a:gd name="connsiteX7" fmla="*/ 54388 w 124301"/>
                          <a:gd name="connsiteY7" fmla="*/ 147638 h 162801"/>
                          <a:gd name="connsiteX8" fmla="*/ 75724 w 124301"/>
                          <a:gd name="connsiteY8" fmla="*/ 122587 h 162801"/>
                          <a:gd name="connsiteX9" fmla="*/ 81915 w 124301"/>
                          <a:gd name="connsiteY9" fmla="*/ 111823 h 162801"/>
                          <a:gd name="connsiteX10" fmla="*/ 94297 w 124301"/>
                          <a:gd name="connsiteY10" fmla="*/ 87344 h 162801"/>
                          <a:gd name="connsiteX11" fmla="*/ 105061 w 124301"/>
                          <a:gd name="connsiteY11" fmla="*/ 66865 h 162801"/>
                          <a:gd name="connsiteX12" fmla="*/ 107156 w 124301"/>
                          <a:gd name="connsiteY12" fmla="*/ 62960 h 162801"/>
                          <a:gd name="connsiteX13" fmla="*/ 117538 w 124301"/>
                          <a:gd name="connsiteY13" fmla="*/ 40005 h 162801"/>
                          <a:gd name="connsiteX14" fmla="*/ 123920 w 124301"/>
                          <a:gd name="connsiteY14" fmla="*/ 10382 h 162801"/>
                          <a:gd name="connsiteX15" fmla="*/ 124301 w 124301"/>
                          <a:gd name="connsiteY15" fmla="*/ 381 h 162801"/>
                          <a:gd name="connsiteX16" fmla="*/ 124206 w 124301"/>
                          <a:gd name="connsiteY16" fmla="*/ 0 h 162801"/>
                          <a:gd name="connsiteX17" fmla="*/ 84772 w 124301"/>
                          <a:gd name="connsiteY17" fmla="*/ 45529 h 162801"/>
                          <a:gd name="connsiteX18" fmla="*/ 57341 w 124301"/>
                          <a:gd name="connsiteY18" fmla="*/ 99822 h 162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24301" h="162801">
                            <a:moveTo>
                              <a:pt x="57341" y="99822"/>
                            </a:moveTo>
                            <a:cubicBezTo>
                              <a:pt x="51530" y="112966"/>
                              <a:pt x="43910" y="126968"/>
                              <a:pt x="33052" y="137731"/>
                            </a:cubicBezTo>
                            <a:cubicBezTo>
                              <a:pt x="22479" y="147923"/>
                              <a:pt x="11525" y="155257"/>
                              <a:pt x="0" y="159734"/>
                            </a:cubicBezTo>
                            <a:cubicBezTo>
                              <a:pt x="2667" y="161734"/>
                              <a:pt x="5810" y="162973"/>
                              <a:pt x="9144" y="162782"/>
                            </a:cubicBezTo>
                            <a:cubicBezTo>
                              <a:pt x="13145" y="162496"/>
                              <a:pt x="17050" y="162020"/>
                              <a:pt x="20860" y="161449"/>
                            </a:cubicBezTo>
                            <a:cubicBezTo>
                              <a:pt x="26384" y="160591"/>
                              <a:pt x="31718" y="159258"/>
                              <a:pt x="37147" y="157353"/>
                            </a:cubicBezTo>
                            <a:cubicBezTo>
                              <a:pt x="39910" y="156400"/>
                              <a:pt x="42482" y="155448"/>
                              <a:pt x="45244" y="153924"/>
                            </a:cubicBezTo>
                            <a:cubicBezTo>
                              <a:pt x="48196" y="152114"/>
                              <a:pt x="51435" y="150019"/>
                              <a:pt x="54388" y="147638"/>
                            </a:cubicBezTo>
                            <a:cubicBezTo>
                              <a:pt x="62198" y="141351"/>
                              <a:pt x="69437" y="132779"/>
                              <a:pt x="75724" y="122587"/>
                            </a:cubicBezTo>
                            <a:cubicBezTo>
                              <a:pt x="77629" y="119443"/>
                              <a:pt x="79724" y="115824"/>
                              <a:pt x="81915" y="111823"/>
                            </a:cubicBezTo>
                            <a:cubicBezTo>
                              <a:pt x="86011" y="104013"/>
                              <a:pt x="90297" y="95345"/>
                              <a:pt x="94297" y="87344"/>
                            </a:cubicBezTo>
                            <a:cubicBezTo>
                              <a:pt x="98298" y="79534"/>
                              <a:pt x="102108" y="72295"/>
                              <a:pt x="105061" y="66865"/>
                            </a:cubicBezTo>
                            <a:cubicBezTo>
                              <a:pt x="105823" y="65437"/>
                              <a:pt x="106585" y="64103"/>
                              <a:pt x="107156" y="62960"/>
                            </a:cubicBezTo>
                            <a:cubicBezTo>
                              <a:pt x="111538" y="54578"/>
                              <a:pt x="115157" y="47339"/>
                              <a:pt x="117538" y="40005"/>
                            </a:cubicBezTo>
                            <a:cubicBezTo>
                              <a:pt x="121063" y="30289"/>
                              <a:pt x="122777" y="20288"/>
                              <a:pt x="123920" y="10382"/>
                            </a:cubicBezTo>
                            <a:cubicBezTo>
                              <a:pt x="124206" y="7048"/>
                              <a:pt x="124301" y="3715"/>
                              <a:pt x="124301" y="381"/>
                            </a:cubicBezTo>
                            <a:lnTo>
                              <a:pt x="124206" y="0"/>
                            </a:lnTo>
                            <a:cubicBezTo>
                              <a:pt x="109442" y="13621"/>
                              <a:pt x="95726" y="28575"/>
                              <a:pt x="84772" y="45529"/>
                            </a:cubicBezTo>
                            <a:cubicBezTo>
                              <a:pt x="73724" y="62389"/>
                              <a:pt x="65627" y="80963"/>
                              <a:pt x="57341" y="9982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00" name="Forme libre : forme 12399">
                        <a:extLst>
                          <a:ext uri="{FF2B5EF4-FFF2-40B4-BE49-F238E27FC236}">
                            <a16:creationId xmlns:a16="http://schemas.microsoft.com/office/drawing/2014/main" id="{4BDAB138-E687-45D1-B86D-7CFD965CDA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2242" y="2917621"/>
                        <a:ext cx="54167" cy="83692"/>
                      </a:xfrm>
                      <a:custGeom>
                        <a:avLst/>
                        <a:gdLst>
                          <a:gd name="connsiteX0" fmla="*/ 52332 w 54167"/>
                          <a:gd name="connsiteY0" fmla="*/ 838 h 83692"/>
                          <a:gd name="connsiteX1" fmla="*/ 48617 w 54167"/>
                          <a:gd name="connsiteY1" fmla="*/ 22555 h 83692"/>
                          <a:gd name="connsiteX2" fmla="*/ 35949 w 54167"/>
                          <a:gd name="connsiteY2" fmla="*/ 48273 h 83692"/>
                          <a:gd name="connsiteX3" fmla="*/ 21376 w 54167"/>
                          <a:gd name="connsiteY3" fmla="*/ 71418 h 83692"/>
                          <a:gd name="connsiteX4" fmla="*/ 3278 w 54167"/>
                          <a:gd name="connsiteY4" fmla="*/ 83134 h 83692"/>
                          <a:gd name="connsiteX5" fmla="*/ 13946 w 54167"/>
                          <a:gd name="connsiteY5" fmla="*/ 36842 h 83692"/>
                          <a:gd name="connsiteX6" fmla="*/ 31758 w 54167"/>
                          <a:gd name="connsiteY6" fmla="*/ 11982 h 83692"/>
                          <a:gd name="connsiteX7" fmla="*/ 52332 w 54167"/>
                          <a:gd name="connsiteY7" fmla="*/ 838 h 83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4167" h="83692">
                            <a:moveTo>
                              <a:pt x="52332" y="838"/>
                            </a:moveTo>
                            <a:cubicBezTo>
                              <a:pt x="56428" y="3981"/>
                              <a:pt x="52999" y="12840"/>
                              <a:pt x="48617" y="22555"/>
                            </a:cubicBezTo>
                            <a:cubicBezTo>
                              <a:pt x="44236" y="32175"/>
                              <a:pt x="38902" y="42939"/>
                              <a:pt x="35949" y="48273"/>
                            </a:cubicBezTo>
                            <a:cubicBezTo>
                              <a:pt x="33092" y="53702"/>
                              <a:pt x="27567" y="63322"/>
                              <a:pt x="21376" y="71418"/>
                            </a:cubicBezTo>
                            <a:cubicBezTo>
                              <a:pt x="15184" y="79515"/>
                              <a:pt x="8231" y="85610"/>
                              <a:pt x="3278" y="83134"/>
                            </a:cubicBezTo>
                            <a:cubicBezTo>
                              <a:pt x="-6342" y="78467"/>
                              <a:pt x="7660" y="47701"/>
                              <a:pt x="13946" y="36842"/>
                            </a:cubicBezTo>
                            <a:cubicBezTo>
                              <a:pt x="16994" y="31604"/>
                              <a:pt x="23852" y="20459"/>
                              <a:pt x="31758" y="11982"/>
                            </a:cubicBezTo>
                            <a:cubicBezTo>
                              <a:pt x="39759" y="3410"/>
                              <a:pt x="48331" y="-2210"/>
                              <a:pt x="52332" y="83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01" name="Forme libre : forme 12400">
                        <a:extLst>
                          <a:ext uri="{FF2B5EF4-FFF2-40B4-BE49-F238E27FC236}">
                            <a16:creationId xmlns:a16="http://schemas.microsoft.com/office/drawing/2014/main" id="{C21D23D1-9C58-4BC8-8536-88CFBD1A68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2104" y="2947701"/>
                        <a:ext cx="44754" cy="53550"/>
                      </a:xfrm>
                      <a:custGeom>
                        <a:avLst/>
                        <a:gdLst>
                          <a:gd name="connsiteX0" fmla="*/ 3607 w 44754"/>
                          <a:gd name="connsiteY0" fmla="*/ 30575 h 53550"/>
                          <a:gd name="connsiteX1" fmla="*/ 3226 w 44754"/>
                          <a:gd name="connsiteY1" fmla="*/ 53435 h 53550"/>
                          <a:gd name="connsiteX2" fmla="*/ 36373 w 44754"/>
                          <a:gd name="connsiteY2" fmla="*/ 17716 h 53550"/>
                          <a:gd name="connsiteX3" fmla="*/ 44755 w 44754"/>
                          <a:gd name="connsiteY3" fmla="*/ 0 h 53550"/>
                          <a:gd name="connsiteX4" fmla="*/ 38754 w 44754"/>
                          <a:gd name="connsiteY4" fmla="*/ 8572 h 53550"/>
                          <a:gd name="connsiteX5" fmla="*/ 3607 w 44754"/>
                          <a:gd name="connsiteY5" fmla="*/ 30575 h 535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4754" h="53550">
                            <a:moveTo>
                              <a:pt x="3607" y="30575"/>
                            </a:moveTo>
                            <a:cubicBezTo>
                              <a:pt x="2750" y="36862"/>
                              <a:pt x="-3823" y="52197"/>
                              <a:pt x="3226" y="53435"/>
                            </a:cubicBezTo>
                            <a:cubicBezTo>
                              <a:pt x="14942" y="55436"/>
                              <a:pt x="29134" y="30956"/>
                              <a:pt x="36373" y="17716"/>
                            </a:cubicBezTo>
                            <a:cubicBezTo>
                              <a:pt x="38564" y="13811"/>
                              <a:pt x="42850" y="4667"/>
                              <a:pt x="44755" y="0"/>
                            </a:cubicBezTo>
                            <a:cubicBezTo>
                              <a:pt x="43040" y="2381"/>
                              <a:pt x="40659" y="6572"/>
                              <a:pt x="38754" y="8572"/>
                            </a:cubicBezTo>
                            <a:cubicBezTo>
                              <a:pt x="27991" y="20193"/>
                              <a:pt x="14942" y="35052"/>
                              <a:pt x="3607" y="3057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02" name="Forme libre : forme 12401">
                        <a:extLst>
                          <a:ext uri="{FF2B5EF4-FFF2-40B4-BE49-F238E27FC236}">
                            <a16:creationId xmlns:a16="http://schemas.microsoft.com/office/drawing/2014/main" id="{F8D59258-A620-493B-8B04-F2B9B782F3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778" y="2914543"/>
                        <a:ext cx="54101" cy="83280"/>
                      </a:xfrm>
                      <a:custGeom>
                        <a:avLst/>
                        <a:gdLst>
                          <a:gd name="connsiteX0" fmla="*/ 53034 w 54101"/>
                          <a:gd name="connsiteY0" fmla="*/ 1535 h 83280"/>
                          <a:gd name="connsiteX1" fmla="*/ 48367 w 54101"/>
                          <a:gd name="connsiteY1" fmla="*/ 23919 h 83280"/>
                          <a:gd name="connsiteX2" fmla="*/ 36080 w 54101"/>
                          <a:gd name="connsiteY2" fmla="*/ 48874 h 83280"/>
                          <a:gd name="connsiteX3" fmla="*/ 3504 w 54101"/>
                          <a:gd name="connsiteY3" fmla="*/ 82879 h 83280"/>
                          <a:gd name="connsiteX4" fmla="*/ 14268 w 54101"/>
                          <a:gd name="connsiteY4" fmla="*/ 36778 h 83280"/>
                          <a:gd name="connsiteX5" fmla="*/ 32841 w 54101"/>
                          <a:gd name="connsiteY5" fmla="*/ 11441 h 83280"/>
                          <a:gd name="connsiteX6" fmla="*/ 53034 w 54101"/>
                          <a:gd name="connsiteY6" fmla="*/ 1535 h 832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4101" h="83280">
                            <a:moveTo>
                              <a:pt x="53034" y="1535"/>
                            </a:moveTo>
                            <a:cubicBezTo>
                              <a:pt x="55892" y="5916"/>
                              <a:pt x="52558" y="14680"/>
                              <a:pt x="48367" y="23919"/>
                            </a:cubicBezTo>
                            <a:cubicBezTo>
                              <a:pt x="44081" y="33158"/>
                              <a:pt x="39033" y="43064"/>
                              <a:pt x="36080" y="48874"/>
                            </a:cubicBezTo>
                            <a:cubicBezTo>
                              <a:pt x="30174" y="59923"/>
                              <a:pt x="14268" y="86879"/>
                              <a:pt x="3504" y="82879"/>
                            </a:cubicBezTo>
                            <a:cubicBezTo>
                              <a:pt x="-6783" y="78878"/>
                              <a:pt x="8267" y="46684"/>
                              <a:pt x="14268" y="36778"/>
                            </a:cubicBezTo>
                            <a:cubicBezTo>
                              <a:pt x="16935" y="31825"/>
                              <a:pt x="24364" y="20109"/>
                              <a:pt x="32841" y="11441"/>
                            </a:cubicBezTo>
                            <a:cubicBezTo>
                              <a:pt x="41223" y="2678"/>
                              <a:pt x="50177" y="-2846"/>
                              <a:pt x="53034" y="153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03" name="Forme libre : forme 12402">
                        <a:extLst>
                          <a:ext uri="{FF2B5EF4-FFF2-40B4-BE49-F238E27FC236}">
                            <a16:creationId xmlns:a16="http://schemas.microsoft.com/office/drawing/2014/main" id="{9B1E2927-5FE2-4D5B-AAC1-3CB8946362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311" y="2943043"/>
                        <a:ext cx="83609" cy="96247"/>
                      </a:xfrm>
                      <a:custGeom>
                        <a:avLst/>
                        <a:gdLst>
                          <a:gd name="connsiteX0" fmla="*/ 7063 w 83609"/>
                          <a:gd name="connsiteY0" fmla="*/ 94765 h 96247"/>
                          <a:gd name="connsiteX1" fmla="*/ 24589 w 83609"/>
                          <a:gd name="connsiteY1" fmla="*/ 93146 h 96247"/>
                          <a:gd name="connsiteX2" fmla="*/ 63737 w 83609"/>
                          <a:gd name="connsiteY2" fmla="*/ 60760 h 96247"/>
                          <a:gd name="connsiteX3" fmla="*/ 82215 w 83609"/>
                          <a:gd name="connsiteY3" fmla="*/ 20184 h 96247"/>
                          <a:gd name="connsiteX4" fmla="*/ 78501 w 83609"/>
                          <a:gd name="connsiteY4" fmla="*/ 86 h 96247"/>
                          <a:gd name="connsiteX5" fmla="*/ 66023 w 83609"/>
                          <a:gd name="connsiteY5" fmla="*/ 9040 h 96247"/>
                          <a:gd name="connsiteX6" fmla="*/ 34686 w 83609"/>
                          <a:gd name="connsiteY6" fmla="*/ 38186 h 96247"/>
                          <a:gd name="connsiteX7" fmla="*/ 4301 w 83609"/>
                          <a:gd name="connsiteY7" fmla="*/ 65809 h 96247"/>
                          <a:gd name="connsiteX8" fmla="*/ 7063 w 83609"/>
                          <a:gd name="connsiteY8" fmla="*/ 94765 h 962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3609" h="96247">
                            <a:moveTo>
                              <a:pt x="7063" y="94765"/>
                            </a:moveTo>
                            <a:cubicBezTo>
                              <a:pt x="13540" y="96956"/>
                              <a:pt x="16398" y="96956"/>
                              <a:pt x="24589" y="93146"/>
                            </a:cubicBezTo>
                            <a:cubicBezTo>
                              <a:pt x="40020" y="86097"/>
                              <a:pt x="52402" y="77143"/>
                              <a:pt x="63737" y="60760"/>
                            </a:cubicBezTo>
                            <a:cubicBezTo>
                              <a:pt x="73071" y="47140"/>
                              <a:pt x="79358" y="32090"/>
                              <a:pt x="82215" y="20184"/>
                            </a:cubicBezTo>
                            <a:cubicBezTo>
                              <a:pt x="84216" y="11231"/>
                              <a:pt x="84882" y="1610"/>
                              <a:pt x="78501" y="86"/>
                            </a:cubicBezTo>
                            <a:cubicBezTo>
                              <a:pt x="74595" y="-771"/>
                              <a:pt x="70309" y="4944"/>
                              <a:pt x="66023" y="9040"/>
                            </a:cubicBezTo>
                            <a:cubicBezTo>
                              <a:pt x="55641" y="18565"/>
                              <a:pt x="46782" y="29233"/>
                              <a:pt x="34686" y="38186"/>
                            </a:cubicBezTo>
                            <a:cubicBezTo>
                              <a:pt x="24303" y="45806"/>
                              <a:pt x="11254" y="52569"/>
                              <a:pt x="4301" y="65809"/>
                            </a:cubicBezTo>
                            <a:cubicBezTo>
                              <a:pt x="-1700" y="77239"/>
                              <a:pt x="-1986" y="91622"/>
                              <a:pt x="7063" y="9476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04" name="Forme libre : forme 12403">
                        <a:extLst>
                          <a:ext uri="{FF2B5EF4-FFF2-40B4-BE49-F238E27FC236}">
                            <a16:creationId xmlns:a16="http://schemas.microsoft.com/office/drawing/2014/main" id="{8B67CF81-ECAF-49DE-B8FB-BE870C0B4B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5457" y="2977092"/>
                        <a:ext cx="15606" cy="36698"/>
                      </a:xfrm>
                      <a:custGeom>
                        <a:avLst/>
                        <a:gdLst>
                          <a:gd name="connsiteX0" fmla="*/ 251 w 15606"/>
                          <a:gd name="connsiteY0" fmla="*/ 31855 h 36698"/>
                          <a:gd name="connsiteX1" fmla="*/ 537 w 15606"/>
                          <a:gd name="connsiteY1" fmla="*/ 36141 h 36698"/>
                          <a:gd name="connsiteX2" fmla="*/ 4061 w 15606"/>
                          <a:gd name="connsiteY2" fmla="*/ 35189 h 36698"/>
                          <a:gd name="connsiteX3" fmla="*/ 7776 w 15606"/>
                          <a:gd name="connsiteY3" fmla="*/ 29379 h 36698"/>
                          <a:gd name="connsiteX4" fmla="*/ 14157 w 15606"/>
                          <a:gd name="connsiteY4" fmla="*/ 13376 h 36698"/>
                          <a:gd name="connsiteX5" fmla="*/ 15586 w 15606"/>
                          <a:gd name="connsiteY5" fmla="*/ 7185 h 36698"/>
                          <a:gd name="connsiteX6" fmla="*/ 6347 w 15606"/>
                          <a:gd name="connsiteY6" fmla="*/ 6614 h 36698"/>
                          <a:gd name="connsiteX7" fmla="*/ 251 w 15606"/>
                          <a:gd name="connsiteY7" fmla="*/ 31855 h 366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5606" h="36698">
                            <a:moveTo>
                              <a:pt x="251" y="31855"/>
                            </a:moveTo>
                            <a:cubicBezTo>
                              <a:pt x="-35" y="33665"/>
                              <a:pt x="-225" y="34998"/>
                              <a:pt x="537" y="36141"/>
                            </a:cubicBezTo>
                            <a:cubicBezTo>
                              <a:pt x="1203" y="37284"/>
                              <a:pt x="2727" y="36522"/>
                              <a:pt x="4061" y="35189"/>
                            </a:cubicBezTo>
                            <a:cubicBezTo>
                              <a:pt x="5394" y="33855"/>
                              <a:pt x="6918" y="31379"/>
                              <a:pt x="7776" y="29379"/>
                            </a:cubicBezTo>
                            <a:cubicBezTo>
                              <a:pt x="10252" y="24330"/>
                              <a:pt x="12633" y="18710"/>
                              <a:pt x="14157" y="13376"/>
                            </a:cubicBezTo>
                            <a:cubicBezTo>
                              <a:pt x="14824" y="11186"/>
                              <a:pt x="15491" y="9185"/>
                              <a:pt x="15586" y="7185"/>
                            </a:cubicBezTo>
                            <a:cubicBezTo>
                              <a:pt x="15967" y="-1102"/>
                              <a:pt x="10824" y="-3387"/>
                              <a:pt x="6347" y="6614"/>
                            </a:cubicBezTo>
                            <a:cubicBezTo>
                              <a:pt x="3013" y="14519"/>
                              <a:pt x="1394" y="24425"/>
                              <a:pt x="251" y="3185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05" name="Forme libre : forme 12404">
                        <a:extLst>
                          <a:ext uri="{FF2B5EF4-FFF2-40B4-BE49-F238E27FC236}">
                            <a16:creationId xmlns:a16="http://schemas.microsoft.com/office/drawing/2014/main" id="{B23C0C12-D231-4577-B1A0-01D15ADFA2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28100" y="2897695"/>
                        <a:ext cx="14137" cy="60102"/>
                      </a:xfrm>
                      <a:custGeom>
                        <a:avLst/>
                        <a:gdLst>
                          <a:gd name="connsiteX0" fmla="*/ 13525 w 14137"/>
                          <a:gd name="connsiteY0" fmla="*/ 0 h 60102"/>
                          <a:gd name="connsiteX1" fmla="*/ 9334 w 14137"/>
                          <a:gd name="connsiteY1" fmla="*/ 29623 h 60102"/>
                          <a:gd name="connsiteX2" fmla="*/ 0 w 14137"/>
                          <a:gd name="connsiteY2" fmla="*/ 60103 h 60102"/>
                          <a:gd name="connsiteX3" fmla="*/ 7144 w 14137"/>
                          <a:gd name="connsiteY3" fmla="*/ 30004 h 60102"/>
                          <a:gd name="connsiteX4" fmla="*/ 13525 w 14137"/>
                          <a:gd name="connsiteY4" fmla="*/ 0 h 60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137" h="60102">
                            <a:moveTo>
                              <a:pt x="13525" y="0"/>
                            </a:moveTo>
                            <a:cubicBezTo>
                              <a:pt x="15430" y="8001"/>
                              <a:pt x="12573" y="18764"/>
                              <a:pt x="9334" y="29623"/>
                            </a:cubicBezTo>
                            <a:cubicBezTo>
                              <a:pt x="5905" y="40386"/>
                              <a:pt x="2381" y="51530"/>
                              <a:pt x="0" y="60103"/>
                            </a:cubicBezTo>
                            <a:cubicBezTo>
                              <a:pt x="2667" y="50768"/>
                              <a:pt x="4763" y="40386"/>
                              <a:pt x="7144" y="30004"/>
                            </a:cubicBezTo>
                            <a:cubicBezTo>
                              <a:pt x="9239" y="19621"/>
                              <a:pt x="11811" y="9144"/>
                              <a:pt x="1352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06" name="Forme libre : forme 12405">
                        <a:extLst>
                          <a:ext uri="{FF2B5EF4-FFF2-40B4-BE49-F238E27FC236}">
                            <a16:creationId xmlns:a16="http://schemas.microsoft.com/office/drawing/2014/main" id="{F61A43A1-7B7F-488F-9E8D-FA3269CDD8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229" y="2981801"/>
                        <a:ext cx="17240" cy="63531"/>
                      </a:xfrm>
                      <a:custGeom>
                        <a:avLst/>
                        <a:gdLst>
                          <a:gd name="connsiteX0" fmla="*/ 17240 w 17240"/>
                          <a:gd name="connsiteY0" fmla="*/ 0 h 63531"/>
                          <a:gd name="connsiteX1" fmla="*/ 7620 w 17240"/>
                          <a:gd name="connsiteY1" fmla="*/ 30575 h 63531"/>
                          <a:gd name="connsiteX2" fmla="*/ 5334 w 17240"/>
                          <a:gd name="connsiteY2" fmla="*/ 38671 h 63531"/>
                          <a:gd name="connsiteX3" fmla="*/ 3048 w 17240"/>
                          <a:gd name="connsiteY3" fmla="*/ 47149 h 63531"/>
                          <a:gd name="connsiteX4" fmla="*/ 0 w 17240"/>
                          <a:gd name="connsiteY4" fmla="*/ 63532 h 63531"/>
                          <a:gd name="connsiteX5" fmla="*/ 3238 w 17240"/>
                          <a:gd name="connsiteY5" fmla="*/ 47530 h 63531"/>
                          <a:gd name="connsiteX6" fmla="*/ 6096 w 17240"/>
                          <a:gd name="connsiteY6" fmla="*/ 38958 h 63531"/>
                          <a:gd name="connsiteX7" fmla="*/ 8953 w 17240"/>
                          <a:gd name="connsiteY7" fmla="*/ 30671 h 63531"/>
                          <a:gd name="connsiteX8" fmla="*/ 17240 w 17240"/>
                          <a:gd name="connsiteY8" fmla="*/ 0 h 63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7240" h="63531">
                            <a:moveTo>
                              <a:pt x="17240" y="0"/>
                            </a:moveTo>
                            <a:cubicBezTo>
                              <a:pt x="12287" y="11049"/>
                              <a:pt x="9906" y="20860"/>
                              <a:pt x="7620" y="30575"/>
                            </a:cubicBezTo>
                            <a:cubicBezTo>
                              <a:pt x="7239" y="32861"/>
                              <a:pt x="6096" y="35909"/>
                              <a:pt x="5334" y="38671"/>
                            </a:cubicBezTo>
                            <a:cubicBezTo>
                              <a:pt x="4477" y="41529"/>
                              <a:pt x="3715" y="44387"/>
                              <a:pt x="3048" y="47149"/>
                            </a:cubicBezTo>
                            <a:cubicBezTo>
                              <a:pt x="1714" y="52769"/>
                              <a:pt x="762" y="58293"/>
                              <a:pt x="0" y="63532"/>
                            </a:cubicBezTo>
                            <a:cubicBezTo>
                              <a:pt x="476" y="58579"/>
                              <a:pt x="1619" y="53150"/>
                              <a:pt x="3238" y="47530"/>
                            </a:cubicBezTo>
                            <a:cubicBezTo>
                              <a:pt x="4096" y="44672"/>
                              <a:pt x="5048" y="41815"/>
                              <a:pt x="6096" y="38958"/>
                            </a:cubicBezTo>
                            <a:cubicBezTo>
                              <a:pt x="7239" y="36004"/>
                              <a:pt x="8382" y="33147"/>
                              <a:pt x="8953" y="30671"/>
                            </a:cubicBezTo>
                            <a:cubicBezTo>
                              <a:pt x="12001" y="20765"/>
                              <a:pt x="14573" y="10192"/>
                              <a:pt x="1724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07" name="Forme libre : forme 12406">
                        <a:extLst>
                          <a:ext uri="{FF2B5EF4-FFF2-40B4-BE49-F238E27FC236}">
                            <a16:creationId xmlns:a16="http://schemas.microsoft.com/office/drawing/2014/main" id="{4FEDB96E-392A-4772-BFE9-328CBCF3D5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6795" y="2933476"/>
                        <a:ext cx="22238" cy="30101"/>
                      </a:xfrm>
                      <a:custGeom>
                        <a:avLst/>
                        <a:gdLst>
                          <a:gd name="connsiteX0" fmla="*/ 22063 w 22238"/>
                          <a:gd name="connsiteY0" fmla="*/ 890 h 30101"/>
                          <a:gd name="connsiteX1" fmla="*/ 12347 w 22238"/>
                          <a:gd name="connsiteY1" fmla="*/ 19559 h 30101"/>
                          <a:gd name="connsiteX2" fmla="*/ 346 w 22238"/>
                          <a:gd name="connsiteY2" fmla="*/ 29180 h 30101"/>
                          <a:gd name="connsiteX3" fmla="*/ 8918 w 22238"/>
                          <a:gd name="connsiteY3" fmla="*/ 10987 h 30101"/>
                          <a:gd name="connsiteX4" fmla="*/ 22063 w 22238"/>
                          <a:gd name="connsiteY4" fmla="*/ 890 h 301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238" h="30101">
                            <a:moveTo>
                              <a:pt x="22063" y="890"/>
                            </a:moveTo>
                            <a:cubicBezTo>
                              <a:pt x="23587" y="4796"/>
                              <a:pt x="14729" y="15940"/>
                              <a:pt x="12347" y="19559"/>
                            </a:cubicBezTo>
                            <a:cubicBezTo>
                              <a:pt x="9776" y="23084"/>
                              <a:pt x="2346" y="33180"/>
                              <a:pt x="346" y="29180"/>
                            </a:cubicBezTo>
                            <a:cubicBezTo>
                              <a:pt x="-1750" y="25084"/>
                              <a:pt x="6251" y="14225"/>
                              <a:pt x="8918" y="10987"/>
                            </a:cubicBezTo>
                            <a:cubicBezTo>
                              <a:pt x="11395" y="7463"/>
                              <a:pt x="20539" y="-3110"/>
                              <a:pt x="22063" y="89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08" name="Forme libre : forme 12407">
                        <a:extLst>
                          <a:ext uri="{FF2B5EF4-FFF2-40B4-BE49-F238E27FC236}">
                            <a16:creationId xmlns:a16="http://schemas.microsoft.com/office/drawing/2014/main" id="{448E397A-47F9-4D2B-9D74-63555A9DB3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5096" y="2929167"/>
                        <a:ext cx="6727" cy="8587"/>
                      </a:xfrm>
                      <a:custGeom>
                        <a:avLst/>
                        <a:gdLst>
                          <a:gd name="connsiteX0" fmla="*/ 6238 w 6727"/>
                          <a:gd name="connsiteY0" fmla="*/ 56 h 8587"/>
                          <a:gd name="connsiteX1" fmla="*/ 4905 w 6727"/>
                          <a:gd name="connsiteY1" fmla="*/ 4819 h 8587"/>
                          <a:gd name="connsiteX2" fmla="*/ 523 w 6727"/>
                          <a:gd name="connsiteY2" fmla="*/ 8534 h 8587"/>
                          <a:gd name="connsiteX3" fmla="*/ 1666 w 6727"/>
                          <a:gd name="connsiteY3" fmla="*/ 3771 h 8587"/>
                          <a:gd name="connsiteX4" fmla="*/ 6238 w 6727"/>
                          <a:gd name="connsiteY4" fmla="*/ 56 h 85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727" h="8587">
                            <a:moveTo>
                              <a:pt x="6238" y="56"/>
                            </a:moveTo>
                            <a:cubicBezTo>
                              <a:pt x="7572" y="532"/>
                              <a:pt x="5857" y="3390"/>
                              <a:pt x="4905" y="4819"/>
                            </a:cubicBezTo>
                            <a:cubicBezTo>
                              <a:pt x="3952" y="6247"/>
                              <a:pt x="1857" y="9010"/>
                              <a:pt x="523" y="8534"/>
                            </a:cubicBezTo>
                            <a:cubicBezTo>
                              <a:pt x="-810" y="8057"/>
                              <a:pt x="714" y="5200"/>
                              <a:pt x="1666" y="3771"/>
                            </a:cubicBezTo>
                            <a:cubicBezTo>
                              <a:pt x="2523" y="2247"/>
                              <a:pt x="4905" y="-420"/>
                              <a:pt x="6238" y="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409" name="Forme libre : forme 12408">
                        <a:extLst>
                          <a:ext uri="{FF2B5EF4-FFF2-40B4-BE49-F238E27FC236}">
                            <a16:creationId xmlns:a16="http://schemas.microsoft.com/office/drawing/2014/main" id="{1C9A84EB-FE6D-415D-AE76-9660912FC5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663" y="2894217"/>
                        <a:ext cx="76741" cy="60203"/>
                      </a:xfrm>
                      <a:custGeom>
                        <a:avLst/>
                        <a:gdLst>
                          <a:gd name="connsiteX0" fmla="*/ 48434 w 76741"/>
                          <a:gd name="connsiteY0" fmla="*/ 6049 h 60203"/>
                          <a:gd name="connsiteX1" fmla="*/ 74532 w 76741"/>
                          <a:gd name="connsiteY1" fmla="*/ 239 h 60203"/>
                          <a:gd name="connsiteX2" fmla="*/ 74151 w 76741"/>
                          <a:gd name="connsiteY2" fmla="*/ 8621 h 60203"/>
                          <a:gd name="connsiteX3" fmla="*/ 64436 w 76741"/>
                          <a:gd name="connsiteY3" fmla="*/ 13860 h 60203"/>
                          <a:gd name="connsiteX4" fmla="*/ 34146 w 76741"/>
                          <a:gd name="connsiteY4" fmla="*/ 30719 h 60203"/>
                          <a:gd name="connsiteX5" fmla="*/ 15763 w 76741"/>
                          <a:gd name="connsiteY5" fmla="*/ 49769 h 60203"/>
                          <a:gd name="connsiteX6" fmla="*/ 428 w 76741"/>
                          <a:gd name="connsiteY6" fmla="*/ 58437 h 60203"/>
                          <a:gd name="connsiteX7" fmla="*/ 8048 w 76741"/>
                          <a:gd name="connsiteY7" fmla="*/ 36148 h 60203"/>
                          <a:gd name="connsiteX8" fmla="*/ 25764 w 76741"/>
                          <a:gd name="connsiteY8" fmla="*/ 16527 h 60203"/>
                          <a:gd name="connsiteX9" fmla="*/ 48434 w 76741"/>
                          <a:gd name="connsiteY9" fmla="*/ 6049 h 602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6741" h="60203">
                            <a:moveTo>
                              <a:pt x="48434" y="6049"/>
                            </a:moveTo>
                            <a:cubicBezTo>
                              <a:pt x="58530" y="1668"/>
                              <a:pt x="65865" y="-809"/>
                              <a:pt x="74532" y="239"/>
                            </a:cubicBezTo>
                            <a:cubicBezTo>
                              <a:pt x="77676" y="620"/>
                              <a:pt x="77390" y="5383"/>
                              <a:pt x="74151" y="8621"/>
                            </a:cubicBezTo>
                            <a:cubicBezTo>
                              <a:pt x="71103" y="11955"/>
                              <a:pt x="67865" y="12812"/>
                              <a:pt x="64436" y="13860"/>
                            </a:cubicBezTo>
                            <a:cubicBezTo>
                              <a:pt x="54149" y="17384"/>
                              <a:pt x="44148" y="22909"/>
                              <a:pt x="34146" y="30719"/>
                            </a:cubicBezTo>
                            <a:cubicBezTo>
                              <a:pt x="30908" y="33100"/>
                              <a:pt x="22907" y="42149"/>
                              <a:pt x="15763" y="49769"/>
                            </a:cubicBezTo>
                            <a:cubicBezTo>
                              <a:pt x="8619" y="57389"/>
                              <a:pt x="2238" y="63295"/>
                              <a:pt x="428" y="58437"/>
                            </a:cubicBezTo>
                            <a:cubicBezTo>
                              <a:pt x="-1287" y="53484"/>
                              <a:pt x="2333" y="44626"/>
                              <a:pt x="8048" y="36148"/>
                            </a:cubicBezTo>
                            <a:cubicBezTo>
                              <a:pt x="13668" y="27576"/>
                              <a:pt x="21383" y="19861"/>
                              <a:pt x="25764" y="16527"/>
                            </a:cubicBezTo>
                            <a:cubicBezTo>
                              <a:pt x="34813" y="9669"/>
                              <a:pt x="40814" y="9383"/>
                              <a:pt x="48434" y="604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87" name="Graphique 1">
                      <a:extLst>
                        <a:ext uri="{FF2B5EF4-FFF2-40B4-BE49-F238E27FC236}">
                          <a16:creationId xmlns:a16="http://schemas.microsoft.com/office/drawing/2014/main" id="{CCD2EC0D-A3AB-40BF-A99D-18F193E433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37413" y="2771320"/>
                      <a:ext cx="185276" cy="123419"/>
                      <a:chOff x="1537413" y="2771320"/>
                      <a:chExt cx="185276" cy="123419"/>
                    </a:xfrm>
                    <a:solidFill>
                      <a:schemeClr val="accent1"/>
                    </a:solidFill>
                  </p:grpSpPr>
                  <p:sp>
                    <p:nvSpPr>
                      <p:cNvPr id="12386" name="Forme libre : forme 12385">
                        <a:extLst>
                          <a:ext uri="{FF2B5EF4-FFF2-40B4-BE49-F238E27FC236}">
                            <a16:creationId xmlns:a16="http://schemas.microsoft.com/office/drawing/2014/main" id="{705DB8CD-23C0-4147-B64D-205E4B0CFE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37413" y="2771320"/>
                        <a:ext cx="185276" cy="123419"/>
                      </a:xfrm>
                      <a:custGeom>
                        <a:avLst/>
                        <a:gdLst>
                          <a:gd name="connsiteX0" fmla="*/ 139943 w 185276"/>
                          <a:gd name="connsiteY0" fmla="*/ 75511 h 123419"/>
                          <a:gd name="connsiteX1" fmla="*/ 110606 w 185276"/>
                          <a:gd name="connsiteY1" fmla="*/ 92847 h 123419"/>
                          <a:gd name="connsiteX2" fmla="*/ 81079 w 185276"/>
                          <a:gd name="connsiteY2" fmla="*/ 109516 h 123419"/>
                          <a:gd name="connsiteX3" fmla="*/ 13451 w 185276"/>
                          <a:gd name="connsiteY3" fmla="*/ 122660 h 123419"/>
                          <a:gd name="connsiteX4" fmla="*/ 211 w 185276"/>
                          <a:gd name="connsiteY4" fmla="*/ 105610 h 123419"/>
                          <a:gd name="connsiteX5" fmla="*/ 42979 w 185276"/>
                          <a:gd name="connsiteY5" fmla="*/ 44269 h 123419"/>
                          <a:gd name="connsiteX6" fmla="*/ 71744 w 185276"/>
                          <a:gd name="connsiteY6" fmla="*/ 26553 h 123419"/>
                          <a:gd name="connsiteX7" fmla="*/ 87556 w 185276"/>
                          <a:gd name="connsiteY7" fmla="*/ 17790 h 123419"/>
                          <a:gd name="connsiteX8" fmla="*/ 101081 w 185276"/>
                          <a:gd name="connsiteY8" fmla="*/ 10741 h 123419"/>
                          <a:gd name="connsiteX9" fmla="*/ 174138 w 185276"/>
                          <a:gd name="connsiteY9" fmla="*/ 6074 h 123419"/>
                          <a:gd name="connsiteX10" fmla="*/ 184520 w 185276"/>
                          <a:gd name="connsiteY10" fmla="*/ 24553 h 123419"/>
                          <a:gd name="connsiteX11" fmla="*/ 139943 w 185276"/>
                          <a:gd name="connsiteY11" fmla="*/ 75511 h 123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85276" h="123419">
                            <a:moveTo>
                              <a:pt x="139943" y="75511"/>
                            </a:moveTo>
                            <a:cubicBezTo>
                              <a:pt x="133752" y="79321"/>
                              <a:pt x="121846" y="86465"/>
                              <a:pt x="110606" y="92847"/>
                            </a:cubicBezTo>
                            <a:cubicBezTo>
                              <a:pt x="99462" y="99133"/>
                              <a:pt x="88413" y="105420"/>
                              <a:pt x="81079" y="109516"/>
                            </a:cubicBezTo>
                            <a:cubicBezTo>
                              <a:pt x="54313" y="124089"/>
                              <a:pt x="36597" y="124470"/>
                              <a:pt x="13451" y="122660"/>
                            </a:cubicBezTo>
                            <a:cubicBezTo>
                              <a:pt x="5641" y="122184"/>
                              <a:pt x="-1313" y="113611"/>
                              <a:pt x="211" y="105610"/>
                            </a:cubicBezTo>
                            <a:cubicBezTo>
                              <a:pt x="4879" y="82750"/>
                              <a:pt x="16594" y="62462"/>
                              <a:pt x="42979" y="44269"/>
                            </a:cubicBezTo>
                            <a:cubicBezTo>
                              <a:pt x="50027" y="39412"/>
                              <a:pt x="60886" y="32744"/>
                              <a:pt x="71744" y="26553"/>
                            </a:cubicBezTo>
                            <a:cubicBezTo>
                              <a:pt x="77173" y="23600"/>
                              <a:pt x="82507" y="20552"/>
                              <a:pt x="87556" y="17790"/>
                            </a:cubicBezTo>
                            <a:cubicBezTo>
                              <a:pt x="92413" y="15123"/>
                              <a:pt x="96985" y="12742"/>
                              <a:pt x="101081" y="10741"/>
                            </a:cubicBezTo>
                            <a:cubicBezTo>
                              <a:pt x="130894" y="-4213"/>
                              <a:pt x="152516" y="-1355"/>
                              <a:pt x="174138" y="6074"/>
                            </a:cubicBezTo>
                            <a:cubicBezTo>
                              <a:pt x="181758" y="8741"/>
                              <a:pt x="187378" y="17695"/>
                              <a:pt x="184520" y="24553"/>
                            </a:cubicBezTo>
                            <a:cubicBezTo>
                              <a:pt x="176138" y="44460"/>
                              <a:pt x="164422" y="60176"/>
                              <a:pt x="139943" y="7551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87" name="Forme libre : forme 12386">
                        <a:extLst>
                          <a:ext uri="{FF2B5EF4-FFF2-40B4-BE49-F238E27FC236}">
                            <a16:creationId xmlns:a16="http://schemas.microsoft.com/office/drawing/2014/main" id="{8ED1D632-0540-4880-9660-E64ABA3F82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42101" y="2795492"/>
                        <a:ext cx="179736" cy="99210"/>
                      </a:xfrm>
                      <a:custGeom>
                        <a:avLst/>
                        <a:gdLst>
                          <a:gd name="connsiteX0" fmla="*/ 71247 w 179736"/>
                          <a:gd name="connsiteY0" fmla="*/ 56864 h 99210"/>
                          <a:gd name="connsiteX1" fmla="*/ 0 w 179736"/>
                          <a:gd name="connsiteY1" fmla="*/ 94393 h 99210"/>
                          <a:gd name="connsiteX2" fmla="*/ 8668 w 179736"/>
                          <a:gd name="connsiteY2" fmla="*/ 98488 h 99210"/>
                          <a:gd name="connsiteX3" fmla="*/ 20193 w 179736"/>
                          <a:gd name="connsiteY3" fmla="*/ 99155 h 99210"/>
                          <a:gd name="connsiteX4" fmla="*/ 52483 w 179736"/>
                          <a:gd name="connsiteY4" fmla="*/ 95441 h 99210"/>
                          <a:gd name="connsiteX5" fmla="*/ 76295 w 179736"/>
                          <a:gd name="connsiteY5" fmla="*/ 85344 h 99210"/>
                          <a:gd name="connsiteX6" fmla="*/ 85630 w 179736"/>
                          <a:gd name="connsiteY6" fmla="*/ 80105 h 99210"/>
                          <a:gd name="connsiteX7" fmla="*/ 130969 w 179736"/>
                          <a:gd name="connsiteY7" fmla="*/ 53816 h 99210"/>
                          <a:gd name="connsiteX8" fmla="*/ 135064 w 179736"/>
                          <a:gd name="connsiteY8" fmla="*/ 51245 h 99210"/>
                          <a:gd name="connsiteX9" fmla="*/ 156686 w 179736"/>
                          <a:gd name="connsiteY9" fmla="*/ 34576 h 99210"/>
                          <a:gd name="connsiteX10" fmla="*/ 175355 w 179736"/>
                          <a:gd name="connsiteY10" fmla="*/ 9430 h 99210"/>
                          <a:gd name="connsiteX11" fmla="*/ 179642 w 179736"/>
                          <a:gd name="connsiteY11" fmla="*/ 381 h 99210"/>
                          <a:gd name="connsiteX12" fmla="*/ 179737 w 179736"/>
                          <a:gd name="connsiteY12" fmla="*/ 0 h 99210"/>
                          <a:gd name="connsiteX13" fmla="*/ 123920 w 179736"/>
                          <a:gd name="connsiteY13" fmla="*/ 25241 h 99210"/>
                          <a:gd name="connsiteX14" fmla="*/ 71247 w 179736"/>
                          <a:gd name="connsiteY14" fmla="*/ 56864 h 992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79736" h="99210">
                            <a:moveTo>
                              <a:pt x="71247" y="56864"/>
                            </a:moveTo>
                            <a:cubicBezTo>
                              <a:pt x="47911" y="72485"/>
                              <a:pt x="23717" y="88297"/>
                              <a:pt x="0" y="94393"/>
                            </a:cubicBezTo>
                            <a:cubicBezTo>
                              <a:pt x="2381" y="96679"/>
                              <a:pt x="5429" y="98298"/>
                              <a:pt x="8668" y="98488"/>
                            </a:cubicBezTo>
                            <a:cubicBezTo>
                              <a:pt x="12668" y="98774"/>
                              <a:pt x="16478" y="99060"/>
                              <a:pt x="20193" y="99155"/>
                            </a:cubicBezTo>
                            <a:cubicBezTo>
                              <a:pt x="31051" y="99441"/>
                              <a:pt x="41243" y="98679"/>
                              <a:pt x="52483" y="95441"/>
                            </a:cubicBezTo>
                            <a:cubicBezTo>
                              <a:pt x="59722" y="93250"/>
                              <a:pt x="67437" y="90011"/>
                              <a:pt x="76295" y="85344"/>
                            </a:cubicBezTo>
                            <a:cubicBezTo>
                              <a:pt x="78962" y="83820"/>
                              <a:pt x="82201" y="82105"/>
                              <a:pt x="85630" y="80105"/>
                            </a:cubicBezTo>
                            <a:cubicBezTo>
                              <a:pt x="99155" y="72390"/>
                              <a:pt x="119063" y="61055"/>
                              <a:pt x="130969" y="53816"/>
                            </a:cubicBezTo>
                            <a:cubicBezTo>
                              <a:pt x="132397" y="52959"/>
                              <a:pt x="133826" y="52007"/>
                              <a:pt x="135064" y="51245"/>
                            </a:cubicBezTo>
                            <a:cubicBezTo>
                              <a:pt x="143732" y="45529"/>
                              <a:pt x="150781" y="40291"/>
                              <a:pt x="156686" y="34576"/>
                            </a:cubicBezTo>
                            <a:cubicBezTo>
                              <a:pt x="164687" y="26670"/>
                              <a:pt x="170497" y="18479"/>
                              <a:pt x="175355" y="9430"/>
                            </a:cubicBezTo>
                            <a:cubicBezTo>
                              <a:pt x="176879" y="6477"/>
                              <a:pt x="178308" y="3524"/>
                              <a:pt x="179642" y="381"/>
                            </a:cubicBezTo>
                            <a:lnTo>
                              <a:pt x="179737" y="0"/>
                            </a:lnTo>
                            <a:cubicBezTo>
                              <a:pt x="160782" y="6953"/>
                              <a:pt x="141922" y="15335"/>
                              <a:pt x="123920" y="25241"/>
                            </a:cubicBezTo>
                            <a:cubicBezTo>
                              <a:pt x="105918" y="35052"/>
                              <a:pt x="87725" y="45815"/>
                              <a:pt x="71247" y="5686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88" name="Forme libre : forme 12387">
                        <a:extLst>
                          <a:ext uri="{FF2B5EF4-FFF2-40B4-BE49-F238E27FC236}">
                            <a16:creationId xmlns:a16="http://schemas.microsoft.com/office/drawing/2014/main" id="{7001D903-13AF-4C00-90AA-D6B92FB055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0004" y="2799761"/>
                        <a:ext cx="85631" cy="51548"/>
                      </a:xfrm>
                      <a:custGeom>
                        <a:avLst/>
                        <a:gdLst>
                          <a:gd name="connsiteX0" fmla="*/ 85163 w 85631"/>
                          <a:gd name="connsiteY0" fmla="*/ 2780 h 51548"/>
                          <a:gd name="connsiteX1" fmla="*/ 71923 w 85631"/>
                          <a:gd name="connsiteY1" fmla="*/ 20591 h 51548"/>
                          <a:gd name="connsiteX2" fmla="*/ 47253 w 85631"/>
                          <a:gd name="connsiteY2" fmla="*/ 37069 h 51548"/>
                          <a:gd name="connsiteX3" fmla="*/ 867 w 85631"/>
                          <a:gd name="connsiteY3" fmla="*/ 48690 h 51548"/>
                          <a:gd name="connsiteX4" fmla="*/ 34776 w 85631"/>
                          <a:gd name="connsiteY4" fmla="*/ 15638 h 51548"/>
                          <a:gd name="connsiteX5" fmla="*/ 62017 w 85631"/>
                          <a:gd name="connsiteY5" fmla="*/ 3446 h 51548"/>
                          <a:gd name="connsiteX6" fmla="*/ 85163 w 85631"/>
                          <a:gd name="connsiteY6" fmla="*/ 2780 h 515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5631" h="51548">
                            <a:moveTo>
                              <a:pt x="85163" y="2780"/>
                            </a:moveTo>
                            <a:cubicBezTo>
                              <a:pt x="87544" y="7351"/>
                              <a:pt x="80496" y="13924"/>
                              <a:pt x="71923" y="20591"/>
                            </a:cubicBezTo>
                            <a:cubicBezTo>
                              <a:pt x="63446" y="27259"/>
                              <a:pt x="52873" y="33736"/>
                              <a:pt x="47253" y="37069"/>
                            </a:cubicBezTo>
                            <a:cubicBezTo>
                              <a:pt x="36109" y="43261"/>
                              <a:pt x="6867" y="57643"/>
                              <a:pt x="867" y="48690"/>
                            </a:cubicBezTo>
                            <a:cubicBezTo>
                              <a:pt x="-5420" y="39356"/>
                              <a:pt x="24203" y="20972"/>
                              <a:pt x="34776" y="15638"/>
                            </a:cubicBezTo>
                            <a:cubicBezTo>
                              <a:pt x="39919" y="12876"/>
                              <a:pt x="51159" y="7161"/>
                              <a:pt x="62017" y="3446"/>
                            </a:cubicBezTo>
                            <a:cubicBezTo>
                              <a:pt x="72685" y="-364"/>
                              <a:pt x="82877" y="-1602"/>
                              <a:pt x="85163" y="278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89" name="Forme libre : forme 12388">
                        <a:extLst>
                          <a:ext uri="{FF2B5EF4-FFF2-40B4-BE49-F238E27FC236}">
                            <a16:creationId xmlns:a16="http://schemas.microsoft.com/office/drawing/2014/main" id="{AC32120A-9644-4860-979B-F257023E2E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9077" y="2825305"/>
                        <a:ext cx="65516" cy="25740"/>
                      </a:xfrm>
                      <a:custGeom>
                        <a:avLst/>
                        <a:gdLst>
                          <a:gd name="connsiteX0" fmla="*/ 13986 w 65516"/>
                          <a:gd name="connsiteY0" fmla="*/ 4191 h 25740"/>
                          <a:gd name="connsiteX1" fmla="*/ 1318 w 65516"/>
                          <a:gd name="connsiteY1" fmla="*/ 23431 h 25740"/>
                          <a:gd name="connsiteX2" fmla="*/ 48657 w 65516"/>
                          <a:gd name="connsiteY2" fmla="*/ 11335 h 25740"/>
                          <a:gd name="connsiteX3" fmla="*/ 65516 w 65516"/>
                          <a:gd name="connsiteY3" fmla="*/ 0 h 25740"/>
                          <a:gd name="connsiteX4" fmla="*/ 55705 w 65516"/>
                          <a:gd name="connsiteY4" fmla="*/ 4572 h 25740"/>
                          <a:gd name="connsiteX5" fmla="*/ 13986 w 65516"/>
                          <a:gd name="connsiteY5" fmla="*/ 4191 h 257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5516" h="25740">
                            <a:moveTo>
                              <a:pt x="13986" y="4191"/>
                            </a:moveTo>
                            <a:cubicBezTo>
                              <a:pt x="9604" y="8858"/>
                              <a:pt x="-4302" y="18764"/>
                              <a:pt x="1318" y="23431"/>
                            </a:cubicBezTo>
                            <a:cubicBezTo>
                              <a:pt x="10176" y="30766"/>
                              <a:pt x="34560" y="18955"/>
                              <a:pt x="48657" y="11335"/>
                            </a:cubicBezTo>
                            <a:cubicBezTo>
                              <a:pt x="52752" y="9049"/>
                              <a:pt x="61515" y="3143"/>
                              <a:pt x="65516" y="0"/>
                            </a:cubicBezTo>
                            <a:cubicBezTo>
                              <a:pt x="62849" y="1334"/>
                              <a:pt x="58563" y="3620"/>
                              <a:pt x="55705" y="4572"/>
                            </a:cubicBezTo>
                            <a:cubicBezTo>
                              <a:pt x="39989" y="9430"/>
                              <a:pt x="20939" y="14097"/>
                              <a:pt x="13986" y="419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90" name="Forme libre : forme 12389">
                        <a:extLst>
                          <a:ext uri="{FF2B5EF4-FFF2-40B4-BE49-F238E27FC236}">
                            <a16:creationId xmlns:a16="http://schemas.microsoft.com/office/drawing/2014/main" id="{A39BAFE2-237E-45A4-8937-DCC9EF778C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485" y="2799232"/>
                        <a:ext cx="85469" cy="51994"/>
                      </a:xfrm>
                      <a:custGeom>
                        <a:avLst/>
                        <a:gdLst>
                          <a:gd name="connsiteX0" fmla="*/ 85397 w 85469"/>
                          <a:gd name="connsiteY0" fmla="*/ 3308 h 51994"/>
                          <a:gd name="connsiteX1" fmla="*/ 71014 w 85469"/>
                          <a:gd name="connsiteY1" fmla="*/ 21596 h 51994"/>
                          <a:gd name="connsiteX2" fmla="*/ 47106 w 85469"/>
                          <a:gd name="connsiteY2" fmla="*/ 37979 h 51994"/>
                          <a:gd name="connsiteX3" fmla="*/ 1005 w 85469"/>
                          <a:gd name="connsiteY3" fmla="*/ 49028 h 51994"/>
                          <a:gd name="connsiteX4" fmla="*/ 34819 w 85469"/>
                          <a:gd name="connsiteY4" fmla="*/ 16358 h 51994"/>
                          <a:gd name="connsiteX5" fmla="*/ 62918 w 85469"/>
                          <a:gd name="connsiteY5" fmla="*/ 3403 h 51994"/>
                          <a:gd name="connsiteX6" fmla="*/ 85397 w 85469"/>
                          <a:gd name="connsiteY6" fmla="*/ 3308 h 519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5469" h="51994">
                            <a:moveTo>
                              <a:pt x="85397" y="3308"/>
                            </a:moveTo>
                            <a:cubicBezTo>
                              <a:pt x="86254" y="8547"/>
                              <a:pt x="79396" y="15310"/>
                              <a:pt x="71014" y="21596"/>
                            </a:cubicBezTo>
                            <a:cubicBezTo>
                              <a:pt x="62823" y="28264"/>
                              <a:pt x="53107" y="34169"/>
                              <a:pt x="47106" y="37979"/>
                            </a:cubicBezTo>
                            <a:cubicBezTo>
                              <a:pt x="35200" y="45028"/>
                              <a:pt x="7768" y="57791"/>
                              <a:pt x="1005" y="49028"/>
                            </a:cubicBezTo>
                            <a:cubicBezTo>
                              <a:pt x="-5948" y="39884"/>
                              <a:pt x="25103" y="21501"/>
                              <a:pt x="34819" y="16358"/>
                            </a:cubicBezTo>
                            <a:cubicBezTo>
                              <a:pt x="39486" y="13691"/>
                              <a:pt x="51774" y="7499"/>
                              <a:pt x="62918" y="3403"/>
                            </a:cubicBezTo>
                            <a:cubicBezTo>
                              <a:pt x="74348" y="-216"/>
                              <a:pt x="84540" y="-1931"/>
                              <a:pt x="85397" y="330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91" name="Forme libre : forme 12390">
                        <a:extLst>
                          <a:ext uri="{FF2B5EF4-FFF2-40B4-BE49-F238E27FC236}">
                            <a16:creationId xmlns:a16="http://schemas.microsoft.com/office/drawing/2014/main" id="{ADCD3E7F-A34F-435E-871B-C7C70D1CFA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59414" y="2822609"/>
                        <a:ext cx="113592" cy="54566"/>
                      </a:xfrm>
                      <a:custGeom>
                        <a:avLst/>
                        <a:gdLst>
                          <a:gd name="connsiteX0" fmla="*/ 4785 w 113592"/>
                          <a:gd name="connsiteY0" fmla="*/ 51274 h 54566"/>
                          <a:gd name="connsiteX1" fmla="*/ 21549 w 113592"/>
                          <a:gd name="connsiteY1" fmla="*/ 54226 h 54566"/>
                          <a:gd name="connsiteX2" fmla="*/ 65935 w 113592"/>
                          <a:gd name="connsiteY2" fmla="*/ 45368 h 54566"/>
                          <a:gd name="connsiteX3" fmla="*/ 104512 w 113592"/>
                          <a:gd name="connsiteY3" fmla="*/ 20603 h 54566"/>
                          <a:gd name="connsiteX4" fmla="*/ 111655 w 113592"/>
                          <a:gd name="connsiteY4" fmla="*/ 982 h 54566"/>
                          <a:gd name="connsiteX5" fmla="*/ 96034 w 113592"/>
                          <a:gd name="connsiteY5" fmla="*/ 2887 h 54566"/>
                          <a:gd name="connsiteX6" fmla="*/ 53648 w 113592"/>
                          <a:gd name="connsiteY6" fmla="*/ 10792 h 54566"/>
                          <a:gd name="connsiteX7" fmla="*/ 11262 w 113592"/>
                          <a:gd name="connsiteY7" fmla="*/ 21746 h 54566"/>
                          <a:gd name="connsiteX8" fmla="*/ 4785 w 113592"/>
                          <a:gd name="connsiteY8" fmla="*/ 51274 h 545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3592" h="54566">
                            <a:moveTo>
                              <a:pt x="4785" y="51274"/>
                            </a:moveTo>
                            <a:cubicBezTo>
                              <a:pt x="10595" y="54893"/>
                              <a:pt x="13548" y="54893"/>
                              <a:pt x="21549" y="54226"/>
                            </a:cubicBezTo>
                            <a:cubicBezTo>
                              <a:pt x="36789" y="52893"/>
                              <a:pt x="49076" y="52321"/>
                              <a:pt x="65935" y="45368"/>
                            </a:cubicBezTo>
                            <a:cubicBezTo>
                              <a:pt x="80032" y="39653"/>
                              <a:pt x="94796" y="30318"/>
                              <a:pt x="104512" y="20603"/>
                            </a:cubicBezTo>
                            <a:cubicBezTo>
                              <a:pt x="111274" y="13840"/>
                              <a:pt x="116608" y="5268"/>
                              <a:pt x="111655" y="982"/>
                            </a:cubicBezTo>
                            <a:cubicBezTo>
                              <a:pt x="108607" y="-1590"/>
                              <a:pt x="102035" y="1553"/>
                              <a:pt x="96034" y="2887"/>
                            </a:cubicBezTo>
                            <a:cubicBezTo>
                              <a:pt x="81937" y="6220"/>
                              <a:pt x="68698" y="9935"/>
                              <a:pt x="53648" y="10792"/>
                            </a:cubicBezTo>
                            <a:cubicBezTo>
                              <a:pt x="40885" y="11554"/>
                              <a:pt x="25264" y="10316"/>
                              <a:pt x="11262" y="21746"/>
                            </a:cubicBezTo>
                            <a:cubicBezTo>
                              <a:pt x="-1121" y="32033"/>
                              <a:pt x="-3311" y="46511"/>
                              <a:pt x="4785" y="5127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92" name="Forme libre : forme 12391">
                        <a:extLst>
                          <a:ext uri="{FF2B5EF4-FFF2-40B4-BE49-F238E27FC236}">
                            <a16:creationId xmlns:a16="http://schemas.microsoft.com/office/drawing/2014/main" id="{095137C2-5D27-4AF0-ABA4-1D399E9B3C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77124" y="2823805"/>
                        <a:ext cx="31066" cy="28385"/>
                      </a:xfrm>
                      <a:custGeom>
                        <a:avLst/>
                        <a:gdLst>
                          <a:gd name="connsiteX0" fmla="*/ 1744 w 31066"/>
                          <a:gd name="connsiteY0" fmla="*/ 23217 h 28385"/>
                          <a:gd name="connsiteX1" fmla="*/ 29 w 31066"/>
                          <a:gd name="connsiteY1" fmla="*/ 27408 h 28385"/>
                          <a:gd name="connsiteX2" fmla="*/ 3839 w 31066"/>
                          <a:gd name="connsiteY2" fmla="*/ 27789 h 28385"/>
                          <a:gd name="connsiteX3" fmla="*/ 10030 w 31066"/>
                          <a:gd name="connsiteY3" fmla="*/ 23979 h 28385"/>
                          <a:gd name="connsiteX4" fmla="*/ 24032 w 31066"/>
                          <a:gd name="connsiteY4" fmla="*/ 12835 h 28385"/>
                          <a:gd name="connsiteX5" fmla="*/ 28699 w 31066"/>
                          <a:gd name="connsiteY5" fmla="*/ 8262 h 28385"/>
                          <a:gd name="connsiteX6" fmla="*/ 21079 w 31066"/>
                          <a:gd name="connsiteY6" fmla="*/ 3024 h 28385"/>
                          <a:gd name="connsiteX7" fmla="*/ 1744 w 31066"/>
                          <a:gd name="connsiteY7" fmla="*/ 23217 h 283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1066" h="28385">
                            <a:moveTo>
                              <a:pt x="1744" y="23217"/>
                            </a:moveTo>
                            <a:cubicBezTo>
                              <a:pt x="601" y="24931"/>
                              <a:pt x="-161" y="26074"/>
                              <a:pt x="29" y="27408"/>
                            </a:cubicBezTo>
                            <a:cubicBezTo>
                              <a:pt x="220" y="28741"/>
                              <a:pt x="1934" y="28551"/>
                              <a:pt x="3839" y="27789"/>
                            </a:cubicBezTo>
                            <a:cubicBezTo>
                              <a:pt x="5744" y="27027"/>
                              <a:pt x="8125" y="25312"/>
                              <a:pt x="10030" y="23979"/>
                            </a:cubicBezTo>
                            <a:cubicBezTo>
                              <a:pt x="14698" y="20359"/>
                              <a:pt x="19746" y="16644"/>
                              <a:pt x="24032" y="12835"/>
                            </a:cubicBezTo>
                            <a:cubicBezTo>
                              <a:pt x="25747" y="11310"/>
                              <a:pt x="27461" y="9882"/>
                              <a:pt x="28699" y="8262"/>
                            </a:cubicBezTo>
                            <a:cubicBezTo>
                              <a:pt x="33652" y="1500"/>
                              <a:pt x="30700" y="-3453"/>
                              <a:pt x="21079" y="3024"/>
                            </a:cubicBezTo>
                            <a:cubicBezTo>
                              <a:pt x="13555" y="7977"/>
                              <a:pt x="6316" y="16549"/>
                              <a:pt x="1744" y="2321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93" name="Forme libre : forme 12392">
                        <a:extLst>
                          <a:ext uri="{FF2B5EF4-FFF2-40B4-BE49-F238E27FC236}">
                            <a16:creationId xmlns:a16="http://schemas.microsoft.com/office/drawing/2014/main" id="{F9367B54-48FB-4529-9E1D-58E52C16A8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404" y="2794349"/>
                        <a:ext cx="39909" cy="49910"/>
                      </a:xfrm>
                      <a:custGeom>
                        <a:avLst/>
                        <a:gdLst>
                          <a:gd name="connsiteX0" fmla="*/ 39910 w 39909"/>
                          <a:gd name="connsiteY0" fmla="*/ 0 h 49910"/>
                          <a:gd name="connsiteX1" fmla="*/ 0 w 39909"/>
                          <a:gd name="connsiteY1" fmla="*/ 49911 h 49910"/>
                          <a:gd name="connsiteX2" fmla="*/ 21526 w 39909"/>
                          <a:gd name="connsiteY2" fmla="*/ 25146 h 49910"/>
                          <a:gd name="connsiteX3" fmla="*/ 39910 w 39909"/>
                          <a:gd name="connsiteY3" fmla="*/ 0 h 49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909" h="49910">
                            <a:moveTo>
                              <a:pt x="39910" y="0"/>
                            </a:moveTo>
                            <a:cubicBezTo>
                              <a:pt x="36957" y="15907"/>
                              <a:pt x="13525" y="36195"/>
                              <a:pt x="0" y="49911"/>
                            </a:cubicBezTo>
                            <a:cubicBezTo>
                              <a:pt x="7429" y="42386"/>
                              <a:pt x="14859" y="34100"/>
                              <a:pt x="21526" y="25146"/>
                            </a:cubicBezTo>
                            <a:cubicBezTo>
                              <a:pt x="28575" y="16764"/>
                              <a:pt x="34766" y="7525"/>
                              <a:pt x="399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94" name="Forme libre : forme 12393">
                        <a:extLst>
                          <a:ext uri="{FF2B5EF4-FFF2-40B4-BE49-F238E27FC236}">
                            <a16:creationId xmlns:a16="http://schemas.microsoft.com/office/drawing/2014/main" id="{25D40C43-C4FD-46BC-8816-57DB79D77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39815" y="2816351"/>
                        <a:ext cx="43910" cy="61150"/>
                      </a:xfrm>
                      <a:custGeom>
                        <a:avLst/>
                        <a:gdLst>
                          <a:gd name="connsiteX0" fmla="*/ 43910 w 43910"/>
                          <a:gd name="connsiteY0" fmla="*/ 0 h 61150"/>
                          <a:gd name="connsiteX1" fmla="*/ 0 w 43910"/>
                          <a:gd name="connsiteY1" fmla="*/ 61151 h 61150"/>
                          <a:gd name="connsiteX2" fmla="*/ 43910 w 43910"/>
                          <a:gd name="connsiteY2" fmla="*/ 0 h 61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3910" h="61150">
                            <a:moveTo>
                              <a:pt x="43910" y="0"/>
                            </a:moveTo>
                            <a:cubicBezTo>
                              <a:pt x="20574" y="16002"/>
                              <a:pt x="6096" y="40386"/>
                              <a:pt x="0" y="61151"/>
                            </a:cubicBezTo>
                            <a:cubicBezTo>
                              <a:pt x="4667" y="41434"/>
                              <a:pt x="25908" y="16097"/>
                              <a:pt x="439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95" name="Forme libre : forme 12394">
                        <a:extLst>
                          <a:ext uri="{FF2B5EF4-FFF2-40B4-BE49-F238E27FC236}">
                            <a16:creationId xmlns:a16="http://schemas.microsoft.com/office/drawing/2014/main" id="{1119D7EE-A1AF-4A80-AABD-F4914BBB03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146" y="2808038"/>
                        <a:ext cx="32888" cy="16721"/>
                      </a:xfrm>
                      <a:custGeom>
                        <a:avLst/>
                        <a:gdLst>
                          <a:gd name="connsiteX0" fmla="*/ 32875 w 32888"/>
                          <a:gd name="connsiteY0" fmla="*/ 1646 h 16721"/>
                          <a:gd name="connsiteX1" fmla="*/ 15159 w 32888"/>
                          <a:gd name="connsiteY1" fmla="*/ 13076 h 16721"/>
                          <a:gd name="connsiteX2" fmla="*/ 14 w 32888"/>
                          <a:gd name="connsiteY2" fmla="*/ 14790 h 16721"/>
                          <a:gd name="connsiteX3" fmla="*/ 16588 w 32888"/>
                          <a:gd name="connsiteY3" fmla="*/ 3932 h 16721"/>
                          <a:gd name="connsiteX4" fmla="*/ 32875 w 32888"/>
                          <a:gd name="connsiteY4" fmla="*/ 1646 h 16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88" h="16721">
                            <a:moveTo>
                              <a:pt x="32875" y="1646"/>
                            </a:moveTo>
                            <a:cubicBezTo>
                              <a:pt x="32495" y="5932"/>
                              <a:pt x="19160" y="11266"/>
                              <a:pt x="15159" y="13076"/>
                            </a:cubicBezTo>
                            <a:cubicBezTo>
                              <a:pt x="11158" y="14790"/>
                              <a:pt x="-462" y="19267"/>
                              <a:pt x="14" y="14790"/>
                            </a:cubicBezTo>
                            <a:cubicBezTo>
                              <a:pt x="490" y="10314"/>
                              <a:pt x="12778" y="5456"/>
                              <a:pt x="16588" y="3932"/>
                            </a:cubicBezTo>
                            <a:cubicBezTo>
                              <a:pt x="20493" y="2408"/>
                              <a:pt x="33352" y="-2545"/>
                              <a:pt x="32875" y="164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96" name="Forme libre : forme 12395">
                        <a:extLst>
                          <a:ext uri="{FF2B5EF4-FFF2-40B4-BE49-F238E27FC236}">
                            <a16:creationId xmlns:a16="http://schemas.microsoft.com/office/drawing/2014/main" id="{80688346-2AC2-409D-B675-C35303B2C9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9344" y="2805886"/>
                        <a:ext cx="9349" cy="5597"/>
                      </a:xfrm>
                      <a:custGeom>
                        <a:avLst/>
                        <a:gdLst>
                          <a:gd name="connsiteX0" fmla="*/ 9154 w 9349"/>
                          <a:gd name="connsiteY0" fmla="*/ 369 h 5597"/>
                          <a:gd name="connsiteX1" fmla="*/ 5820 w 9349"/>
                          <a:gd name="connsiteY1" fmla="*/ 4084 h 5597"/>
                          <a:gd name="connsiteX2" fmla="*/ 201 w 9349"/>
                          <a:gd name="connsiteY2" fmla="*/ 5227 h 5597"/>
                          <a:gd name="connsiteX3" fmla="*/ 3439 w 9349"/>
                          <a:gd name="connsiteY3" fmla="*/ 1607 h 5597"/>
                          <a:gd name="connsiteX4" fmla="*/ 9154 w 9349"/>
                          <a:gd name="connsiteY4" fmla="*/ 369 h 5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49" h="5597">
                            <a:moveTo>
                              <a:pt x="9154" y="369"/>
                            </a:moveTo>
                            <a:cubicBezTo>
                              <a:pt x="10107" y="1417"/>
                              <a:pt x="7344" y="3227"/>
                              <a:pt x="5820" y="4084"/>
                            </a:cubicBezTo>
                            <a:cubicBezTo>
                              <a:pt x="4296" y="4846"/>
                              <a:pt x="1153" y="6274"/>
                              <a:pt x="201" y="5227"/>
                            </a:cubicBezTo>
                            <a:cubicBezTo>
                              <a:pt x="-752" y="4179"/>
                              <a:pt x="1915" y="2465"/>
                              <a:pt x="3439" y="1607"/>
                            </a:cubicBezTo>
                            <a:cubicBezTo>
                              <a:pt x="4963" y="750"/>
                              <a:pt x="8202" y="-679"/>
                              <a:pt x="9154" y="36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97" name="Forme libre : forme 12396">
                        <a:extLst>
                          <a:ext uri="{FF2B5EF4-FFF2-40B4-BE49-F238E27FC236}">
                            <a16:creationId xmlns:a16="http://schemas.microsoft.com/office/drawing/2014/main" id="{A65CCE6C-F293-41E5-986A-2792DCD196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0689" y="2781064"/>
                        <a:ext cx="91427" cy="26381"/>
                      </a:xfrm>
                      <a:custGeom>
                        <a:avLst/>
                        <a:gdLst>
                          <a:gd name="connsiteX0" fmla="*/ 64192 w 91427"/>
                          <a:gd name="connsiteY0" fmla="*/ 1474 h 26381"/>
                          <a:gd name="connsiteX1" fmla="*/ 90195 w 91427"/>
                          <a:gd name="connsiteY1" fmla="*/ 6617 h 26381"/>
                          <a:gd name="connsiteX2" fmla="*/ 86671 w 91427"/>
                          <a:gd name="connsiteY2" fmla="*/ 14237 h 26381"/>
                          <a:gd name="connsiteX3" fmla="*/ 75717 w 91427"/>
                          <a:gd name="connsiteY3" fmla="*/ 15190 h 26381"/>
                          <a:gd name="connsiteX4" fmla="*/ 41523 w 91427"/>
                          <a:gd name="connsiteY4" fmla="*/ 16904 h 26381"/>
                          <a:gd name="connsiteX5" fmla="*/ 16948 w 91427"/>
                          <a:gd name="connsiteY5" fmla="*/ 24143 h 26381"/>
                          <a:gd name="connsiteX6" fmla="*/ 89 w 91427"/>
                          <a:gd name="connsiteY6" fmla="*/ 22905 h 26381"/>
                          <a:gd name="connsiteX7" fmla="*/ 16758 w 91427"/>
                          <a:gd name="connsiteY7" fmla="*/ 8713 h 26381"/>
                          <a:gd name="connsiteX8" fmla="*/ 40379 w 91427"/>
                          <a:gd name="connsiteY8" fmla="*/ 521 h 26381"/>
                          <a:gd name="connsiteX9" fmla="*/ 64192 w 91427"/>
                          <a:gd name="connsiteY9" fmla="*/ 1474 h 263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1427" h="26381">
                            <a:moveTo>
                              <a:pt x="64192" y="1474"/>
                            </a:moveTo>
                            <a:cubicBezTo>
                              <a:pt x="74955" y="2045"/>
                              <a:pt x="82575" y="2331"/>
                              <a:pt x="90195" y="6617"/>
                            </a:cubicBezTo>
                            <a:cubicBezTo>
                              <a:pt x="92958" y="8236"/>
                              <a:pt x="90767" y="12332"/>
                              <a:pt x="86671" y="14237"/>
                            </a:cubicBezTo>
                            <a:cubicBezTo>
                              <a:pt x="82480" y="16142"/>
                              <a:pt x="79146" y="15570"/>
                              <a:pt x="75717" y="15190"/>
                            </a:cubicBezTo>
                            <a:cubicBezTo>
                              <a:pt x="64763" y="13856"/>
                              <a:pt x="53810" y="15094"/>
                              <a:pt x="41523" y="16904"/>
                            </a:cubicBezTo>
                            <a:cubicBezTo>
                              <a:pt x="37903" y="17571"/>
                              <a:pt x="26473" y="21476"/>
                              <a:pt x="16948" y="24143"/>
                            </a:cubicBezTo>
                            <a:cubicBezTo>
                              <a:pt x="7423" y="26715"/>
                              <a:pt x="-959" y="27953"/>
                              <a:pt x="89" y="22905"/>
                            </a:cubicBezTo>
                            <a:cubicBezTo>
                              <a:pt x="1232" y="17857"/>
                              <a:pt x="8375" y="12808"/>
                              <a:pt x="16758" y="8713"/>
                            </a:cubicBezTo>
                            <a:cubicBezTo>
                              <a:pt x="25521" y="4617"/>
                              <a:pt x="35141" y="1283"/>
                              <a:pt x="40379" y="521"/>
                            </a:cubicBezTo>
                            <a:cubicBezTo>
                              <a:pt x="50857" y="-1003"/>
                              <a:pt x="56191" y="1283"/>
                              <a:pt x="64192" y="147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88" name="Graphique 1">
                      <a:extLst>
                        <a:ext uri="{FF2B5EF4-FFF2-40B4-BE49-F238E27FC236}">
                          <a16:creationId xmlns:a16="http://schemas.microsoft.com/office/drawing/2014/main" id="{B551E4A9-CBEF-4986-9AE0-1B99914409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20494" y="2727864"/>
                      <a:ext cx="205867" cy="80222"/>
                      <a:chOff x="1720494" y="2727864"/>
                      <a:chExt cx="205867" cy="80222"/>
                    </a:xfrm>
                    <a:solidFill>
                      <a:schemeClr val="accent1"/>
                    </a:solidFill>
                  </p:grpSpPr>
                  <p:sp>
                    <p:nvSpPr>
                      <p:cNvPr id="12374" name="Forme libre : forme 12373">
                        <a:extLst>
                          <a:ext uri="{FF2B5EF4-FFF2-40B4-BE49-F238E27FC236}">
                            <a16:creationId xmlns:a16="http://schemas.microsoft.com/office/drawing/2014/main" id="{2490275D-77DE-4D55-96F7-0F56D1289C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0494" y="2727864"/>
                        <a:ext cx="205867" cy="80222"/>
                      </a:xfrm>
                      <a:custGeom>
                        <a:avLst/>
                        <a:gdLst>
                          <a:gd name="connsiteX0" fmla="*/ 136790 w 205867"/>
                          <a:gd name="connsiteY0" fmla="*/ 76009 h 80222"/>
                          <a:gd name="connsiteX1" fmla="*/ 106024 w 205867"/>
                          <a:gd name="connsiteY1" fmla="*/ 76867 h 80222"/>
                          <a:gd name="connsiteX2" fmla="*/ 88879 w 205867"/>
                          <a:gd name="connsiteY2" fmla="*/ 78105 h 80222"/>
                          <a:gd name="connsiteX3" fmla="*/ 74782 w 205867"/>
                          <a:gd name="connsiteY3" fmla="*/ 79534 h 80222"/>
                          <a:gd name="connsiteX4" fmla="*/ 7916 w 205867"/>
                          <a:gd name="connsiteY4" fmla="*/ 66580 h 80222"/>
                          <a:gd name="connsiteX5" fmla="*/ 2011 w 205867"/>
                          <a:gd name="connsiteY5" fmla="*/ 45815 h 80222"/>
                          <a:gd name="connsiteX6" fmla="*/ 65352 w 205867"/>
                          <a:gd name="connsiteY6" fmla="*/ 4667 h 80222"/>
                          <a:gd name="connsiteX7" fmla="*/ 81449 w 205867"/>
                          <a:gd name="connsiteY7" fmla="*/ 2095 h 80222"/>
                          <a:gd name="connsiteX8" fmla="*/ 101166 w 205867"/>
                          <a:gd name="connsiteY8" fmla="*/ 381 h 80222"/>
                          <a:gd name="connsiteX9" fmla="*/ 121073 w 205867"/>
                          <a:gd name="connsiteY9" fmla="*/ 0 h 80222"/>
                          <a:gd name="connsiteX10" fmla="*/ 137742 w 205867"/>
                          <a:gd name="connsiteY10" fmla="*/ 857 h 80222"/>
                          <a:gd name="connsiteX11" fmla="*/ 202798 w 205867"/>
                          <a:gd name="connsiteY11" fmla="*/ 37624 h 80222"/>
                          <a:gd name="connsiteX12" fmla="*/ 200512 w 205867"/>
                          <a:gd name="connsiteY12" fmla="*/ 58674 h 80222"/>
                          <a:gd name="connsiteX13" fmla="*/ 136790 w 205867"/>
                          <a:gd name="connsiteY13" fmla="*/ 76009 h 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5867" h="80222">
                            <a:moveTo>
                              <a:pt x="136790" y="76009"/>
                            </a:moveTo>
                            <a:cubicBezTo>
                              <a:pt x="129455" y="76295"/>
                              <a:pt x="117835" y="76200"/>
                              <a:pt x="106024" y="76867"/>
                            </a:cubicBezTo>
                            <a:cubicBezTo>
                              <a:pt x="100118" y="77248"/>
                              <a:pt x="94308" y="77724"/>
                              <a:pt x="88879" y="78105"/>
                            </a:cubicBezTo>
                            <a:cubicBezTo>
                              <a:pt x="83545" y="78676"/>
                              <a:pt x="78592" y="79248"/>
                              <a:pt x="74782" y="79534"/>
                            </a:cubicBezTo>
                            <a:cubicBezTo>
                              <a:pt x="45921" y="82201"/>
                              <a:pt x="28681" y="76962"/>
                              <a:pt x="7916" y="66580"/>
                            </a:cubicBezTo>
                            <a:cubicBezTo>
                              <a:pt x="773" y="63151"/>
                              <a:pt x="-2371" y="52673"/>
                              <a:pt x="2011" y="45815"/>
                            </a:cubicBezTo>
                            <a:cubicBezTo>
                              <a:pt x="14774" y="26575"/>
                              <a:pt x="32395" y="11334"/>
                              <a:pt x="65352" y="4667"/>
                            </a:cubicBezTo>
                            <a:cubicBezTo>
                              <a:pt x="69733" y="3905"/>
                              <a:pt x="75258" y="2857"/>
                              <a:pt x="81449" y="2095"/>
                            </a:cubicBezTo>
                            <a:cubicBezTo>
                              <a:pt x="87640" y="1524"/>
                              <a:pt x="94403" y="952"/>
                              <a:pt x="101166" y="381"/>
                            </a:cubicBezTo>
                            <a:cubicBezTo>
                              <a:pt x="108024" y="286"/>
                              <a:pt x="114787" y="95"/>
                              <a:pt x="121073" y="0"/>
                            </a:cubicBezTo>
                            <a:cubicBezTo>
                              <a:pt x="127360" y="286"/>
                              <a:pt x="133075" y="667"/>
                              <a:pt x="137742" y="857"/>
                            </a:cubicBezTo>
                            <a:cubicBezTo>
                              <a:pt x="172603" y="3905"/>
                              <a:pt x="189368" y="19145"/>
                              <a:pt x="202798" y="37624"/>
                            </a:cubicBezTo>
                            <a:cubicBezTo>
                              <a:pt x="207465" y="44196"/>
                              <a:pt x="206894" y="54673"/>
                              <a:pt x="200512" y="58674"/>
                            </a:cubicBezTo>
                            <a:cubicBezTo>
                              <a:pt x="182224" y="69818"/>
                              <a:pt x="164126" y="76009"/>
                              <a:pt x="136790" y="7600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75" name="Forme libre : forme 12374">
                        <a:extLst>
                          <a:ext uri="{FF2B5EF4-FFF2-40B4-BE49-F238E27FC236}">
                            <a16:creationId xmlns:a16="http://schemas.microsoft.com/office/drawing/2014/main" id="{47FC87C7-6854-43AB-B96B-D59CB9905B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1743" y="2775339"/>
                        <a:ext cx="199453" cy="32584"/>
                      </a:xfrm>
                      <a:custGeom>
                        <a:avLst/>
                        <a:gdLst>
                          <a:gd name="connsiteX0" fmla="*/ 79724 w 199453"/>
                          <a:gd name="connsiteY0" fmla="*/ 3865 h 32584"/>
                          <a:gd name="connsiteX1" fmla="*/ 0 w 199453"/>
                          <a:gd name="connsiteY1" fmla="*/ 11866 h 32584"/>
                          <a:gd name="connsiteX2" fmla="*/ 6477 w 199453"/>
                          <a:gd name="connsiteY2" fmla="*/ 18914 h 32584"/>
                          <a:gd name="connsiteX3" fmla="*/ 16954 w 199453"/>
                          <a:gd name="connsiteY3" fmla="*/ 23772 h 32584"/>
                          <a:gd name="connsiteX4" fmla="*/ 48387 w 199453"/>
                          <a:gd name="connsiteY4" fmla="*/ 32154 h 32584"/>
                          <a:gd name="connsiteX5" fmla="*/ 73438 w 199453"/>
                          <a:gd name="connsiteY5" fmla="*/ 31868 h 32584"/>
                          <a:gd name="connsiteX6" fmla="*/ 83439 w 199453"/>
                          <a:gd name="connsiteY6" fmla="*/ 30916 h 32584"/>
                          <a:gd name="connsiteX7" fmla="*/ 130873 w 199453"/>
                          <a:gd name="connsiteY7" fmla="*/ 28535 h 32584"/>
                          <a:gd name="connsiteX8" fmla="*/ 135445 w 199453"/>
                          <a:gd name="connsiteY8" fmla="*/ 28344 h 32584"/>
                          <a:gd name="connsiteX9" fmla="*/ 161544 w 199453"/>
                          <a:gd name="connsiteY9" fmla="*/ 26058 h 32584"/>
                          <a:gd name="connsiteX10" fmla="*/ 176593 w 199453"/>
                          <a:gd name="connsiteY10" fmla="*/ 21867 h 32584"/>
                          <a:gd name="connsiteX11" fmla="*/ 190500 w 199453"/>
                          <a:gd name="connsiteY11" fmla="*/ 15866 h 32584"/>
                          <a:gd name="connsiteX12" fmla="*/ 199168 w 199453"/>
                          <a:gd name="connsiteY12" fmla="*/ 10913 h 32584"/>
                          <a:gd name="connsiteX13" fmla="*/ 199453 w 199453"/>
                          <a:gd name="connsiteY13" fmla="*/ 10628 h 32584"/>
                          <a:gd name="connsiteX14" fmla="*/ 79724 w 199453"/>
                          <a:gd name="connsiteY14" fmla="*/ 3865 h 325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9453" h="32584">
                            <a:moveTo>
                              <a:pt x="79724" y="3865"/>
                            </a:moveTo>
                            <a:cubicBezTo>
                              <a:pt x="52673" y="8723"/>
                              <a:pt x="24384" y="15295"/>
                              <a:pt x="0" y="11866"/>
                            </a:cubicBezTo>
                            <a:cubicBezTo>
                              <a:pt x="1333" y="14914"/>
                              <a:pt x="3524" y="17486"/>
                              <a:pt x="6477" y="18914"/>
                            </a:cubicBezTo>
                            <a:cubicBezTo>
                              <a:pt x="10192" y="20629"/>
                              <a:pt x="13716" y="22248"/>
                              <a:pt x="16954" y="23772"/>
                            </a:cubicBezTo>
                            <a:cubicBezTo>
                              <a:pt x="26956" y="27963"/>
                              <a:pt x="36862" y="31011"/>
                              <a:pt x="48387" y="32154"/>
                            </a:cubicBezTo>
                            <a:cubicBezTo>
                              <a:pt x="55817" y="32726"/>
                              <a:pt x="64008" y="32821"/>
                              <a:pt x="73438" y="31868"/>
                            </a:cubicBezTo>
                            <a:cubicBezTo>
                              <a:pt x="76295" y="31678"/>
                              <a:pt x="79724" y="31297"/>
                              <a:pt x="83439" y="30916"/>
                            </a:cubicBezTo>
                            <a:cubicBezTo>
                              <a:pt x="98107" y="29487"/>
                              <a:pt x="118110" y="28249"/>
                              <a:pt x="130873" y="28535"/>
                            </a:cubicBezTo>
                            <a:cubicBezTo>
                              <a:pt x="132493" y="28439"/>
                              <a:pt x="134112" y="28439"/>
                              <a:pt x="135445" y="28344"/>
                            </a:cubicBezTo>
                            <a:cubicBezTo>
                              <a:pt x="145161" y="28439"/>
                              <a:pt x="153734" y="27392"/>
                              <a:pt x="161544" y="26058"/>
                            </a:cubicBezTo>
                            <a:cubicBezTo>
                              <a:pt x="166878" y="24820"/>
                              <a:pt x="171831" y="23486"/>
                              <a:pt x="176593" y="21867"/>
                            </a:cubicBezTo>
                            <a:cubicBezTo>
                              <a:pt x="181356" y="20248"/>
                              <a:pt x="186023" y="17867"/>
                              <a:pt x="190500" y="15866"/>
                            </a:cubicBezTo>
                            <a:cubicBezTo>
                              <a:pt x="193453" y="14342"/>
                              <a:pt x="196310" y="12723"/>
                              <a:pt x="199168" y="10913"/>
                            </a:cubicBezTo>
                            <a:lnTo>
                              <a:pt x="199453" y="10628"/>
                            </a:lnTo>
                            <a:cubicBezTo>
                              <a:pt x="160877" y="-231"/>
                              <a:pt x="118491" y="-3279"/>
                              <a:pt x="79724" y="386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76" name="Forme libre : forme 12375">
                        <a:extLst>
                          <a:ext uri="{FF2B5EF4-FFF2-40B4-BE49-F238E27FC236}">
                            <a16:creationId xmlns:a16="http://schemas.microsoft.com/office/drawing/2014/main" id="{B01EC6B1-B7EB-4184-948D-06104EFD38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91565" y="2755358"/>
                        <a:ext cx="95557" cy="24854"/>
                      </a:xfrm>
                      <a:custGeom>
                        <a:avLst/>
                        <a:gdLst>
                          <a:gd name="connsiteX0" fmla="*/ 95532 w 95557"/>
                          <a:gd name="connsiteY0" fmla="*/ 15559 h 24854"/>
                          <a:gd name="connsiteX1" fmla="*/ 74863 w 95557"/>
                          <a:gd name="connsiteY1" fmla="*/ 23275 h 24854"/>
                          <a:gd name="connsiteX2" fmla="*/ 58765 w 95557"/>
                          <a:gd name="connsiteY2" fmla="*/ 24322 h 24854"/>
                          <a:gd name="connsiteX3" fmla="*/ 46097 w 95557"/>
                          <a:gd name="connsiteY3" fmla="*/ 24799 h 24854"/>
                          <a:gd name="connsiteX4" fmla="*/ 19427 w 95557"/>
                          <a:gd name="connsiteY4" fmla="*/ 23751 h 24854"/>
                          <a:gd name="connsiteX5" fmla="*/ 91 w 95557"/>
                          <a:gd name="connsiteY5" fmla="*/ 15178 h 24854"/>
                          <a:gd name="connsiteX6" fmla="*/ 17236 w 95557"/>
                          <a:gd name="connsiteY6" fmla="*/ 2986 h 24854"/>
                          <a:gd name="connsiteX7" fmla="*/ 45430 w 95557"/>
                          <a:gd name="connsiteY7" fmla="*/ 34 h 24854"/>
                          <a:gd name="connsiteX8" fmla="*/ 58670 w 95557"/>
                          <a:gd name="connsiteY8" fmla="*/ 795 h 24854"/>
                          <a:gd name="connsiteX9" fmla="*/ 75720 w 95557"/>
                          <a:gd name="connsiteY9" fmla="*/ 3463 h 24854"/>
                          <a:gd name="connsiteX10" fmla="*/ 95532 w 95557"/>
                          <a:gd name="connsiteY10" fmla="*/ 15559 h 248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5557" h="24854">
                            <a:moveTo>
                              <a:pt x="95532" y="15559"/>
                            </a:moveTo>
                            <a:cubicBezTo>
                              <a:pt x="94960" y="20703"/>
                              <a:pt x="85531" y="22132"/>
                              <a:pt x="74863" y="23275"/>
                            </a:cubicBezTo>
                            <a:cubicBezTo>
                              <a:pt x="69338" y="23656"/>
                              <a:pt x="63718" y="24036"/>
                              <a:pt x="58765" y="24322"/>
                            </a:cubicBezTo>
                            <a:cubicBezTo>
                              <a:pt x="53622" y="24513"/>
                              <a:pt x="49145" y="24703"/>
                              <a:pt x="46097" y="24799"/>
                            </a:cubicBezTo>
                            <a:cubicBezTo>
                              <a:pt x="40001" y="24989"/>
                              <a:pt x="29047" y="24703"/>
                              <a:pt x="19427" y="23751"/>
                            </a:cubicBezTo>
                            <a:cubicBezTo>
                              <a:pt x="9712" y="22513"/>
                              <a:pt x="1139" y="20798"/>
                              <a:pt x="91" y="15178"/>
                            </a:cubicBezTo>
                            <a:cubicBezTo>
                              <a:pt x="-956" y="9844"/>
                              <a:pt x="7140" y="5368"/>
                              <a:pt x="17236" y="2986"/>
                            </a:cubicBezTo>
                            <a:cubicBezTo>
                              <a:pt x="27333" y="415"/>
                              <a:pt x="39334" y="-157"/>
                              <a:pt x="45430" y="34"/>
                            </a:cubicBezTo>
                            <a:cubicBezTo>
                              <a:pt x="48478" y="-62"/>
                              <a:pt x="53241" y="224"/>
                              <a:pt x="58670" y="795"/>
                            </a:cubicBezTo>
                            <a:cubicBezTo>
                              <a:pt x="64099" y="1272"/>
                              <a:pt x="70100" y="2034"/>
                              <a:pt x="75720" y="3463"/>
                            </a:cubicBezTo>
                            <a:cubicBezTo>
                              <a:pt x="86864" y="6034"/>
                              <a:pt x="96103" y="10606"/>
                              <a:pt x="95532" y="1555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77" name="Forme libre : forme 12376">
                        <a:extLst>
                          <a:ext uri="{FF2B5EF4-FFF2-40B4-BE49-F238E27FC236}">
                            <a16:creationId xmlns:a16="http://schemas.microsoft.com/office/drawing/2014/main" id="{0EE78A6F-38D2-460A-B2B2-792E8FB44A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90746" y="2758344"/>
                        <a:ext cx="67109" cy="21907"/>
                      </a:xfrm>
                      <a:custGeom>
                        <a:avLst/>
                        <a:gdLst>
                          <a:gd name="connsiteX0" fmla="*/ 19961 w 67109"/>
                          <a:gd name="connsiteY0" fmla="*/ 0 h 21907"/>
                          <a:gd name="connsiteX1" fmla="*/ 434 w 67109"/>
                          <a:gd name="connsiteY1" fmla="*/ 12383 h 21907"/>
                          <a:gd name="connsiteX2" fmla="*/ 47488 w 67109"/>
                          <a:gd name="connsiteY2" fmla="*/ 21908 h 21907"/>
                          <a:gd name="connsiteX3" fmla="*/ 67109 w 67109"/>
                          <a:gd name="connsiteY3" fmla="*/ 20574 h 21907"/>
                          <a:gd name="connsiteX4" fmla="*/ 56536 w 67109"/>
                          <a:gd name="connsiteY4" fmla="*/ 19621 h 21907"/>
                          <a:gd name="connsiteX5" fmla="*/ 33295 w 67109"/>
                          <a:gd name="connsiteY5" fmla="*/ 12668 h 21907"/>
                          <a:gd name="connsiteX6" fmla="*/ 19961 w 67109"/>
                          <a:gd name="connsiteY6" fmla="*/ 0 h 219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109" h="21907">
                            <a:moveTo>
                              <a:pt x="19961" y="0"/>
                            </a:moveTo>
                            <a:cubicBezTo>
                              <a:pt x="13865" y="2096"/>
                              <a:pt x="-2900" y="6096"/>
                              <a:pt x="434" y="12383"/>
                            </a:cubicBezTo>
                            <a:cubicBezTo>
                              <a:pt x="5768" y="22574"/>
                              <a:pt x="32152" y="21431"/>
                              <a:pt x="47488" y="21908"/>
                            </a:cubicBezTo>
                            <a:cubicBezTo>
                              <a:pt x="51965" y="21717"/>
                              <a:pt x="62061" y="21431"/>
                              <a:pt x="67109" y="20574"/>
                            </a:cubicBezTo>
                            <a:cubicBezTo>
                              <a:pt x="64157" y="20384"/>
                              <a:pt x="59299" y="20288"/>
                              <a:pt x="56536" y="19621"/>
                            </a:cubicBezTo>
                            <a:cubicBezTo>
                              <a:pt x="48821" y="17431"/>
                              <a:pt x="40249" y="15907"/>
                              <a:pt x="33295" y="12668"/>
                            </a:cubicBezTo>
                            <a:cubicBezTo>
                              <a:pt x="26342" y="9811"/>
                              <a:pt x="21008" y="6001"/>
                              <a:pt x="19961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78" name="Forme libre : forme 12377">
                        <a:extLst>
                          <a:ext uri="{FF2B5EF4-FFF2-40B4-BE49-F238E27FC236}">
                            <a16:creationId xmlns:a16="http://schemas.microsoft.com/office/drawing/2014/main" id="{35505CD7-3BAA-446B-BCF6-03DCE1833F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96752" y="2758154"/>
                        <a:ext cx="95453" cy="24991"/>
                      </a:xfrm>
                      <a:custGeom>
                        <a:avLst/>
                        <a:gdLst>
                          <a:gd name="connsiteX0" fmla="*/ 95107 w 95453"/>
                          <a:gd name="connsiteY0" fmla="*/ 16002 h 24991"/>
                          <a:gd name="connsiteX1" fmla="*/ 73295 w 95453"/>
                          <a:gd name="connsiteY1" fmla="*/ 23527 h 24991"/>
                          <a:gd name="connsiteX2" fmla="*/ 45196 w 95453"/>
                          <a:gd name="connsiteY2" fmla="*/ 24955 h 24991"/>
                          <a:gd name="connsiteX3" fmla="*/ 143 w 95453"/>
                          <a:gd name="connsiteY3" fmla="*/ 14573 h 24991"/>
                          <a:gd name="connsiteX4" fmla="*/ 17288 w 95453"/>
                          <a:gd name="connsiteY4" fmla="*/ 2667 h 24991"/>
                          <a:gd name="connsiteX5" fmla="*/ 45196 w 95453"/>
                          <a:gd name="connsiteY5" fmla="*/ 0 h 24991"/>
                          <a:gd name="connsiteX6" fmla="*/ 76343 w 95453"/>
                          <a:gd name="connsiteY6" fmla="*/ 3810 h 24991"/>
                          <a:gd name="connsiteX7" fmla="*/ 95107 w 95453"/>
                          <a:gd name="connsiteY7" fmla="*/ 16002 h 24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5453" h="24991">
                            <a:moveTo>
                              <a:pt x="95107" y="16002"/>
                            </a:moveTo>
                            <a:cubicBezTo>
                              <a:pt x="92821" y="20955"/>
                              <a:pt x="83582" y="22288"/>
                              <a:pt x="73295" y="23527"/>
                            </a:cubicBezTo>
                            <a:cubicBezTo>
                              <a:pt x="63008" y="24289"/>
                              <a:pt x="51768" y="24955"/>
                              <a:pt x="45196" y="24955"/>
                            </a:cubicBezTo>
                            <a:cubicBezTo>
                              <a:pt x="32242" y="25146"/>
                              <a:pt x="3000" y="24955"/>
                              <a:pt x="143" y="14573"/>
                            </a:cubicBezTo>
                            <a:cubicBezTo>
                              <a:pt x="-1191" y="9144"/>
                              <a:pt x="7001" y="4858"/>
                              <a:pt x="17288" y="2667"/>
                            </a:cubicBezTo>
                            <a:cubicBezTo>
                              <a:pt x="27479" y="95"/>
                              <a:pt x="39576" y="190"/>
                              <a:pt x="45196" y="0"/>
                            </a:cubicBezTo>
                            <a:cubicBezTo>
                              <a:pt x="50816" y="286"/>
                              <a:pt x="64627" y="762"/>
                              <a:pt x="76343" y="3810"/>
                            </a:cubicBezTo>
                            <a:cubicBezTo>
                              <a:pt x="88058" y="6572"/>
                              <a:pt x="97393" y="11335"/>
                              <a:pt x="95107" y="1600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79" name="Forme libre : forme 12378">
                        <a:extLst>
                          <a:ext uri="{FF2B5EF4-FFF2-40B4-BE49-F238E27FC236}">
                            <a16:creationId xmlns:a16="http://schemas.microsoft.com/office/drawing/2014/main" id="{07A00B58-20C9-46F1-9E15-DB8201A71C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6239" y="2753483"/>
                        <a:ext cx="118163" cy="45039"/>
                      </a:xfrm>
                      <a:custGeom>
                        <a:avLst/>
                        <a:gdLst>
                          <a:gd name="connsiteX0" fmla="*/ 1983 w 118163"/>
                          <a:gd name="connsiteY0" fmla="*/ 26959 h 45039"/>
                          <a:gd name="connsiteX1" fmla="*/ 16557 w 118163"/>
                          <a:gd name="connsiteY1" fmla="*/ 35913 h 45039"/>
                          <a:gd name="connsiteX2" fmla="*/ 59895 w 118163"/>
                          <a:gd name="connsiteY2" fmla="*/ 44866 h 45039"/>
                          <a:gd name="connsiteX3" fmla="*/ 101996 w 118163"/>
                          <a:gd name="connsiteY3" fmla="*/ 40675 h 45039"/>
                          <a:gd name="connsiteX4" fmla="*/ 117903 w 118163"/>
                          <a:gd name="connsiteY4" fmla="*/ 27626 h 45039"/>
                          <a:gd name="connsiteX5" fmla="*/ 103805 w 118163"/>
                          <a:gd name="connsiteY5" fmla="*/ 21149 h 45039"/>
                          <a:gd name="connsiteX6" fmla="*/ 62848 w 118163"/>
                          <a:gd name="connsiteY6" fmla="*/ 8385 h 45039"/>
                          <a:gd name="connsiteX7" fmla="*/ 19033 w 118163"/>
                          <a:gd name="connsiteY7" fmla="*/ 1908 h 45039"/>
                          <a:gd name="connsiteX8" fmla="*/ 1983 w 118163"/>
                          <a:gd name="connsiteY8" fmla="*/ 26959 h 45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8163" h="45039">
                            <a:moveTo>
                              <a:pt x="1983" y="26959"/>
                            </a:moveTo>
                            <a:cubicBezTo>
                              <a:pt x="6079" y="32388"/>
                              <a:pt x="8841" y="33722"/>
                              <a:pt x="16557" y="35913"/>
                            </a:cubicBezTo>
                            <a:cubicBezTo>
                              <a:pt x="31130" y="40104"/>
                              <a:pt x="42560" y="44390"/>
                              <a:pt x="59895" y="44866"/>
                            </a:cubicBezTo>
                            <a:cubicBezTo>
                              <a:pt x="74278" y="45628"/>
                              <a:pt x="89994" y="43818"/>
                              <a:pt x="101996" y="40675"/>
                            </a:cubicBezTo>
                            <a:cubicBezTo>
                              <a:pt x="110949" y="38008"/>
                              <a:pt x="119808" y="33912"/>
                              <a:pt x="117903" y="27626"/>
                            </a:cubicBezTo>
                            <a:cubicBezTo>
                              <a:pt x="116759" y="23625"/>
                              <a:pt x="109521" y="22863"/>
                              <a:pt x="103805" y="21149"/>
                            </a:cubicBezTo>
                            <a:cubicBezTo>
                              <a:pt x="90375" y="16577"/>
                              <a:pt x="76945" y="14005"/>
                              <a:pt x="62848" y="8385"/>
                            </a:cubicBezTo>
                            <a:cubicBezTo>
                              <a:pt x="50847" y="3623"/>
                              <a:pt x="36464" y="-3426"/>
                              <a:pt x="19033" y="1908"/>
                            </a:cubicBezTo>
                            <a:cubicBezTo>
                              <a:pt x="3507" y="7052"/>
                              <a:pt x="-3827" y="19434"/>
                              <a:pt x="1983" y="2695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80" name="Forme libre : forme 12379">
                        <a:extLst>
                          <a:ext uri="{FF2B5EF4-FFF2-40B4-BE49-F238E27FC236}">
                            <a16:creationId xmlns:a16="http://schemas.microsoft.com/office/drawing/2014/main" id="{F74EE401-82F5-46A4-AFAD-A0A9A54B29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8552" y="2749335"/>
                        <a:ext cx="39078" cy="16724"/>
                      </a:xfrm>
                      <a:custGeom>
                        <a:avLst/>
                        <a:gdLst>
                          <a:gd name="connsiteX0" fmla="*/ 3292 w 39078"/>
                          <a:gd name="connsiteY0" fmla="*/ 11677 h 16724"/>
                          <a:gd name="connsiteX1" fmla="*/ 53 w 39078"/>
                          <a:gd name="connsiteY1" fmla="*/ 14915 h 16724"/>
                          <a:gd name="connsiteX2" fmla="*/ 3482 w 39078"/>
                          <a:gd name="connsiteY2" fmla="*/ 16725 h 16724"/>
                          <a:gd name="connsiteX3" fmla="*/ 10626 w 39078"/>
                          <a:gd name="connsiteY3" fmla="*/ 15486 h 16724"/>
                          <a:gd name="connsiteX4" fmla="*/ 27962 w 39078"/>
                          <a:gd name="connsiteY4" fmla="*/ 10629 h 16724"/>
                          <a:gd name="connsiteX5" fmla="*/ 34153 w 39078"/>
                          <a:gd name="connsiteY5" fmla="*/ 8248 h 16724"/>
                          <a:gd name="connsiteX6" fmla="*/ 29295 w 39078"/>
                          <a:gd name="connsiteY6" fmla="*/ 437 h 16724"/>
                          <a:gd name="connsiteX7" fmla="*/ 15389 w 39078"/>
                          <a:gd name="connsiteY7" fmla="*/ 4819 h 16724"/>
                          <a:gd name="connsiteX8" fmla="*/ 3292 w 39078"/>
                          <a:gd name="connsiteY8" fmla="*/ 11677 h 167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9078" h="16724">
                            <a:moveTo>
                              <a:pt x="3292" y="11677"/>
                            </a:moveTo>
                            <a:cubicBezTo>
                              <a:pt x="1577" y="12820"/>
                              <a:pt x="434" y="13582"/>
                              <a:pt x="53" y="14915"/>
                            </a:cubicBezTo>
                            <a:cubicBezTo>
                              <a:pt x="-328" y="16249"/>
                              <a:pt x="1387" y="16725"/>
                              <a:pt x="3482" y="16725"/>
                            </a:cubicBezTo>
                            <a:cubicBezTo>
                              <a:pt x="5578" y="16725"/>
                              <a:pt x="8435" y="16058"/>
                              <a:pt x="10626" y="15486"/>
                            </a:cubicBezTo>
                            <a:cubicBezTo>
                              <a:pt x="16341" y="13772"/>
                              <a:pt x="22532" y="12534"/>
                              <a:pt x="27962" y="10629"/>
                            </a:cubicBezTo>
                            <a:cubicBezTo>
                              <a:pt x="30248" y="9867"/>
                              <a:pt x="32343" y="9295"/>
                              <a:pt x="34153" y="8248"/>
                            </a:cubicBezTo>
                            <a:cubicBezTo>
                              <a:pt x="41582" y="4247"/>
                              <a:pt x="41106" y="-1658"/>
                              <a:pt x="29295" y="437"/>
                            </a:cubicBezTo>
                            <a:cubicBezTo>
                              <a:pt x="24723" y="1294"/>
                              <a:pt x="19865" y="2914"/>
                              <a:pt x="15389" y="4819"/>
                            </a:cubicBezTo>
                            <a:cubicBezTo>
                              <a:pt x="10912" y="6914"/>
                              <a:pt x="6721" y="9391"/>
                              <a:pt x="3292" y="1167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81" name="Forme libre : forme 12380">
                        <a:extLst>
                          <a:ext uri="{FF2B5EF4-FFF2-40B4-BE49-F238E27FC236}">
                            <a16:creationId xmlns:a16="http://schemas.microsoft.com/office/drawing/2014/main" id="{33AC04E8-E6AB-4FFB-A11B-3B8C8D7821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59474" y="2783014"/>
                        <a:ext cx="59531" cy="19335"/>
                      </a:xfrm>
                      <a:custGeom>
                        <a:avLst/>
                        <a:gdLst>
                          <a:gd name="connsiteX0" fmla="*/ 59531 w 59531"/>
                          <a:gd name="connsiteY0" fmla="*/ 0 h 19335"/>
                          <a:gd name="connsiteX1" fmla="*/ 32004 w 59531"/>
                          <a:gd name="connsiteY1" fmla="*/ 12002 h 19335"/>
                          <a:gd name="connsiteX2" fmla="*/ 15145 w 59531"/>
                          <a:gd name="connsiteY2" fmla="*/ 15907 h 19335"/>
                          <a:gd name="connsiteX3" fmla="*/ 0 w 59531"/>
                          <a:gd name="connsiteY3" fmla="*/ 19336 h 19335"/>
                          <a:gd name="connsiteX4" fmla="*/ 59531 w 59531"/>
                          <a:gd name="connsiteY4" fmla="*/ 0 h 19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531" h="19335">
                            <a:moveTo>
                              <a:pt x="59531" y="0"/>
                            </a:moveTo>
                            <a:cubicBezTo>
                              <a:pt x="53816" y="5620"/>
                              <a:pt x="43148" y="9335"/>
                              <a:pt x="32004" y="12002"/>
                            </a:cubicBezTo>
                            <a:cubicBezTo>
                              <a:pt x="26384" y="13526"/>
                              <a:pt x="20574" y="14859"/>
                              <a:pt x="15145" y="15907"/>
                            </a:cubicBezTo>
                            <a:cubicBezTo>
                              <a:pt x="9620" y="17145"/>
                              <a:pt x="4382" y="18383"/>
                              <a:pt x="0" y="19336"/>
                            </a:cubicBezTo>
                            <a:cubicBezTo>
                              <a:pt x="19336" y="14478"/>
                              <a:pt x="42196" y="6572"/>
                              <a:pt x="5953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82" name="Forme libre : forme 12381">
                        <a:extLst>
                          <a:ext uri="{FF2B5EF4-FFF2-40B4-BE49-F238E27FC236}">
                            <a16:creationId xmlns:a16="http://schemas.microsoft.com/office/drawing/2014/main" id="{28936A51-6B5A-4183-A4A5-74D7DAE9CE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4219" y="2734436"/>
                        <a:ext cx="64388" cy="40481"/>
                      </a:xfrm>
                      <a:custGeom>
                        <a:avLst/>
                        <a:gdLst>
                          <a:gd name="connsiteX0" fmla="*/ 64389 w 64388"/>
                          <a:gd name="connsiteY0" fmla="*/ 0 h 40481"/>
                          <a:gd name="connsiteX1" fmla="*/ 0 w 64388"/>
                          <a:gd name="connsiteY1" fmla="*/ 40481 h 40481"/>
                          <a:gd name="connsiteX2" fmla="*/ 64389 w 64388"/>
                          <a:gd name="connsiteY2" fmla="*/ 0 h 40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4388" h="40481">
                            <a:moveTo>
                              <a:pt x="64389" y="0"/>
                            </a:moveTo>
                            <a:cubicBezTo>
                              <a:pt x="35242" y="5810"/>
                              <a:pt x="13335" y="23717"/>
                              <a:pt x="0" y="40481"/>
                            </a:cubicBezTo>
                            <a:cubicBezTo>
                              <a:pt x="11621" y="24003"/>
                              <a:pt x="40196" y="7906"/>
                              <a:pt x="6438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83" name="Forme libre : forme 12382">
                        <a:extLst>
                          <a:ext uri="{FF2B5EF4-FFF2-40B4-BE49-F238E27FC236}">
                            <a16:creationId xmlns:a16="http://schemas.microsoft.com/office/drawing/2014/main" id="{CBE8554A-0396-4055-A784-2583B019AA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9815" y="2757831"/>
                        <a:ext cx="36008" cy="9276"/>
                      </a:xfrm>
                      <a:custGeom>
                        <a:avLst/>
                        <a:gdLst>
                          <a:gd name="connsiteX0" fmla="*/ 35660 w 36008"/>
                          <a:gd name="connsiteY0" fmla="*/ 7562 h 9276"/>
                          <a:gd name="connsiteX1" fmla="*/ 14610 w 36008"/>
                          <a:gd name="connsiteY1" fmla="*/ 8134 h 9276"/>
                          <a:gd name="connsiteX2" fmla="*/ 322 w 36008"/>
                          <a:gd name="connsiteY2" fmla="*/ 2419 h 9276"/>
                          <a:gd name="connsiteX3" fmla="*/ 20420 w 36008"/>
                          <a:gd name="connsiteY3" fmla="*/ 1085 h 9276"/>
                          <a:gd name="connsiteX4" fmla="*/ 30612 w 36008"/>
                          <a:gd name="connsiteY4" fmla="*/ 3180 h 9276"/>
                          <a:gd name="connsiteX5" fmla="*/ 35660 w 36008"/>
                          <a:gd name="connsiteY5" fmla="*/ 7562 h 92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008" h="9276">
                            <a:moveTo>
                              <a:pt x="35660" y="7562"/>
                            </a:moveTo>
                            <a:cubicBezTo>
                              <a:pt x="33088" y="10610"/>
                              <a:pt x="18991" y="8800"/>
                              <a:pt x="14610" y="8134"/>
                            </a:cubicBezTo>
                            <a:cubicBezTo>
                              <a:pt x="10323" y="7467"/>
                              <a:pt x="-2154" y="6229"/>
                              <a:pt x="322" y="2419"/>
                            </a:cubicBezTo>
                            <a:cubicBezTo>
                              <a:pt x="2894" y="-1391"/>
                              <a:pt x="16324" y="228"/>
                              <a:pt x="20420" y="1085"/>
                            </a:cubicBezTo>
                            <a:cubicBezTo>
                              <a:pt x="22515" y="1371"/>
                              <a:pt x="26992" y="2038"/>
                              <a:pt x="30612" y="3180"/>
                            </a:cubicBezTo>
                            <a:cubicBezTo>
                              <a:pt x="34326" y="4419"/>
                              <a:pt x="36993" y="5943"/>
                              <a:pt x="35660" y="756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84" name="Forme libre : forme 12383">
                        <a:extLst>
                          <a:ext uri="{FF2B5EF4-FFF2-40B4-BE49-F238E27FC236}">
                            <a16:creationId xmlns:a16="http://schemas.microsoft.com/office/drawing/2014/main" id="{A4683925-F3EF-499B-9C12-232C3DA89E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61085" y="2762828"/>
                        <a:ext cx="10112" cy="3510"/>
                      </a:xfrm>
                      <a:custGeom>
                        <a:avLst/>
                        <a:gdLst>
                          <a:gd name="connsiteX0" fmla="*/ 10105 w 10112"/>
                          <a:gd name="connsiteY0" fmla="*/ 2184 h 3510"/>
                          <a:gd name="connsiteX1" fmla="*/ 5342 w 10112"/>
                          <a:gd name="connsiteY1" fmla="*/ 3422 h 3510"/>
                          <a:gd name="connsiteX2" fmla="*/ 8 w 10112"/>
                          <a:gd name="connsiteY2" fmla="*/ 1327 h 3510"/>
                          <a:gd name="connsiteX3" fmla="*/ 4676 w 10112"/>
                          <a:gd name="connsiteY3" fmla="*/ 88 h 3510"/>
                          <a:gd name="connsiteX4" fmla="*/ 10105 w 10112"/>
                          <a:gd name="connsiteY4" fmla="*/ 2184 h 35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12" h="3510">
                            <a:moveTo>
                              <a:pt x="10105" y="2184"/>
                            </a:moveTo>
                            <a:cubicBezTo>
                              <a:pt x="10295" y="3613"/>
                              <a:pt x="6962" y="3613"/>
                              <a:pt x="5342" y="3422"/>
                            </a:cubicBezTo>
                            <a:cubicBezTo>
                              <a:pt x="3628" y="3232"/>
                              <a:pt x="199" y="2755"/>
                              <a:pt x="8" y="1327"/>
                            </a:cubicBezTo>
                            <a:cubicBezTo>
                              <a:pt x="-182" y="-102"/>
                              <a:pt x="2961" y="-102"/>
                              <a:pt x="4676" y="88"/>
                            </a:cubicBezTo>
                            <a:cubicBezTo>
                              <a:pt x="6295" y="183"/>
                              <a:pt x="9819" y="755"/>
                              <a:pt x="10105" y="218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85" name="Forme libre : forme 12384">
                        <a:extLst>
                          <a:ext uri="{FF2B5EF4-FFF2-40B4-BE49-F238E27FC236}">
                            <a16:creationId xmlns:a16="http://schemas.microsoft.com/office/drawing/2014/main" id="{6578FA01-DD47-4DF8-89B3-6D95274CBF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8664" y="2734331"/>
                        <a:ext cx="88310" cy="43231"/>
                      </a:xfrm>
                      <a:custGeom>
                        <a:avLst/>
                        <a:gdLst>
                          <a:gd name="connsiteX0" fmla="*/ 69482 w 88310"/>
                          <a:gd name="connsiteY0" fmla="*/ 19822 h 43231"/>
                          <a:gd name="connsiteX1" fmla="*/ 88055 w 88310"/>
                          <a:gd name="connsiteY1" fmla="*/ 38872 h 43231"/>
                          <a:gd name="connsiteX2" fmla="*/ 80721 w 88310"/>
                          <a:gd name="connsiteY2" fmla="*/ 43063 h 43231"/>
                          <a:gd name="connsiteX3" fmla="*/ 71101 w 88310"/>
                          <a:gd name="connsiteY3" fmla="*/ 37634 h 43231"/>
                          <a:gd name="connsiteX4" fmla="*/ 57385 w 88310"/>
                          <a:gd name="connsiteY4" fmla="*/ 28204 h 43231"/>
                          <a:gd name="connsiteX5" fmla="*/ 41288 w 88310"/>
                          <a:gd name="connsiteY5" fmla="*/ 20394 h 43231"/>
                          <a:gd name="connsiteX6" fmla="*/ 31096 w 88310"/>
                          <a:gd name="connsiteY6" fmla="*/ 17250 h 43231"/>
                          <a:gd name="connsiteX7" fmla="*/ 15951 w 88310"/>
                          <a:gd name="connsiteY7" fmla="*/ 13631 h 43231"/>
                          <a:gd name="connsiteX8" fmla="*/ 806 w 88310"/>
                          <a:gd name="connsiteY8" fmla="*/ 4487 h 43231"/>
                          <a:gd name="connsiteX9" fmla="*/ 49384 w 88310"/>
                          <a:gd name="connsiteY9" fmla="*/ 5820 h 43231"/>
                          <a:gd name="connsiteX10" fmla="*/ 69482 w 88310"/>
                          <a:gd name="connsiteY10" fmla="*/ 19822 h 432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8310" h="43231">
                            <a:moveTo>
                              <a:pt x="69482" y="19822"/>
                            </a:moveTo>
                            <a:cubicBezTo>
                              <a:pt x="78245" y="26394"/>
                              <a:pt x="84436" y="30871"/>
                              <a:pt x="88055" y="38872"/>
                            </a:cubicBezTo>
                            <a:cubicBezTo>
                              <a:pt x="89389" y="41920"/>
                              <a:pt x="85293" y="43825"/>
                              <a:pt x="80721" y="43063"/>
                            </a:cubicBezTo>
                            <a:cubicBezTo>
                              <a:pt x="76244" y="42301"/>
                              <a:pt x="73768" y="39920"/>
                              <a:pt x="71101" y="37634"/>
                            </a:cubicBezTo>
                            <a:cubicBezTo>
                              <a:pt x="67005" y="33919"/>
                              <a:pt x="62338" y="31061"/>
                              <a:pt x="57385" y="28204"/>
                            </a:cubicBezTo>
                            <a:cubicBezTo>
                              <a:pt x="52432" y="25251"/>
                              <a:pt x="47098" y="22680"/>
                              <a:pt x="41288" y="20394"/>
                            </a:cubicBezTo>
                            <a:cubicBezTo>
                              <a:pt x="39478" y="19632"/>
                              <a:pt x="35668" y="18489"/>
                              <a:pt x="31096" y="17250"/>
                            </a:cubicBezTo>
                            <a:cubicBezTo>
                              <a:pt x="26429" y="16202"/>
                              <a:pt x="20999" y="14964"/>
                              <a:pt x="15951" y="13631"/>
                            </a:cubicBezTo>
                            <a:cubicBezTo>
                              <a:pt x="5855" y="11154"/>
                              <a:pt x="-2718" y="8583"/>
                              <a:pt x="806" y="4487"/>
                            </a:cubicBezTo>
                            <a:cubicBezTo>
                              <a:pt x="7950" y="-3990"/>
                              <a:pt x="39573" y="1344"/>
                              <a:pt x="49384" y="5820"/>
                            </a:cubicBezTo>
                            <a:cubicBezTo>
                              <a:pt x="59576" y="10107"/>
                              <a:pt x="62814" y="15345"/>
                              <a:pt x="69482" y="1982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89" name="Graphique 1">
                      <a:extLst>
                        <a:ext uri="{FF2B5EF4-FFF2-40B4-BE49-F238E27FC236}">
                          <a16:creationId xmlns:a16="http://schemas.microsoft.com/office/drawing/2014/main" id="{B47105F6-1047-439B-8CAC-FE1FB495AD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25525" y="2762314"/>
                      <a:ext cx="182368" cy="126374"/>
                      <a:chOff x="1925525" y="2762314"/>
                      <a:chExt cx="182368" cy="126374"/>
                    </a:xfrm>
                    <a:solidFill>
                      <a:schemeClr val="accent1"/>
                    </a:solidFill>
                  </p:grpSpPr>
                  <p:sp>
                    <p:nvSpPr>
                      <p:cNvPr id="12362" name="Forme libre : forme 12361">
                        <a:extLst>
                          <a:ext uri="{FF2B5EF4-FFF2-40B4-BE49-F238E27FC236}">
                            <a16:creationId xmlns:a16="http://schemas.microsoft.com/office/drawing/2014/main" id="{E7B57462-43ED-4E5E-ADD3-F2C12D546C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25746" y="2762314"/>
                        <a:ext cx="182147" cy="126374"/>
                      </a:xfrm>
                      <a:custGeom>
                        <a:avLst/>
                        <a:gdLst>
                          <a:gd name="connsiteX0" fmla="*/ 104036 w 182147"/>
                          <a:gd name="connsiteY0" fmla="*/ 110045 h 126374"/>
                          <a:gd name="connsiteX1" fmla="*/ 76032 w 182147"/>
                          <a:gd name="connsiteY1" fmla="*/ 92995 h 126374"/>
                          <a:gd name="connsiteX2" fmla="*/ 47838 w 182147"/>
                          <a:gd name="connsiteY2" fmla="*/ 76517 h 126374"/>
                          <a:gd name="connsiteX3" fmla="*/ 1547 w 182147"/>
                          <a:gd name="connsiteY3" fmla="*/ 26415 h 126374"/>
                          <a:gd name="connsiteX4" fmla="*/ 8881 w 182147"/>
                          <a:gd name="connsiteY4" fmla="*/ 6127 h 126374"/>
                          <a:gd name="connsiteX5" fmla="*/ 84224 w 182147"/>
                          <a:gd name="connsiteY5" fmla="*/ 10318 h 126374"/>
                          <a:gd name="connsiteX6" fmla="*/ 143850 w 182147"/>
                          <a:gd name="connsiteY6" fmla="*/ 45941 h 126374"/>
                          <a:gd name="connsiteX7" fmla="*/ 181855 w 182147"/>
                          <a:gd name="connsiteY7" fmla="*/ 106997 h 126374"/>
                          <a:gd name="connsiteX8" fmla="*/ 171377 w 182147"/>
                          <a:gd name="connsiteY8" fmla="*/ 125285 h 126374"/>
                          <a:gd name="connsiteX9" fmla="*/ 104036 w 182147"/>
                          <a:gd name="connsiteY9" fmla="*/ 110045 h 126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82147" h="126374">
                            <a:moveTo>
                              <a:pt x="104036" y="110045"/>
                            </a:moveTo>
                            <a:cubicBezTo>
                              <a:pt x="97178" y="106044"/>
                              <a:pt x="86605" y="99472"/>
                              <a:pt x="76032" y="92995"/>
                            </a:cubicBezTo>
                            <a:cubicBezTo>
                              <a:pt x="65459" y="86804"/>
                              <a:pt x="54792" y="80517"/>
                              <a:pt x="47838" y="76517"/>
                            </a:cubicBezTo>
                            <a:cubicBezTo>
                              <a:pt x="22216" y="61562"/>
                              <a:pt x="12405" y="47084"/>
                              <a:pt x="1547" y="26415"/>
                            </a:cubicBezTo>
                            <a:cubicBezTo>
                              <a:pt x="-2263" y="19557"/>
                              <a:pt x="1261" y="9175"/>
                              <a:pt x="8881" y="6127"/>
                            </a:cubicBezTo>
                            <a:cubicBezTo>
                              <a:pt x="30598" y="-2160"/>
                              <a:pt x="54220" y="-3207"/>
                              <a:pt x="84224" y="10318"/>
                            </a:cubicBezTo>
                            <a:cubicBezTo>
                              <a:pt x="100321" y="17462"/>
                              <a:pt x="129944" y="35464"/>
                              <a:pt x="143850" y="45941"/>
                            </a:cubicBezTo>
                            <a:cubicBezTo>
                              <a:pt x="170234" y="65372"/>
                              <a:pt x="177378" y="84708"/>
                              <a:pt x="181855" y="106997"/>
                            </a:cubicBezTo>
                            <a:cubicBezTo>
                              <a:pt x="183379" y="114712"/>
                              <a:pt x="178807" y="124237"/>
                              <a:pt x="171377" y="125285"/>
                            </a:cubicBezTo>
                            <a:cubicBezTo>
                              <a:pt x="149660" y="128428"/>
                              <a:pt x="129372" y="125189"/>
                              <a:pt x="104036" y="11004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63" name="Forme libre : forme 12362">
                        <a:extLst>
                          <a:ext uri="{FF2B5EF4-FFF2-40B4-BE49-F238E27FC236}">
                            <a16:creationId xmlns:a16="http://schemas.microsoft.com/office/drawing/2014/main" id="{ACA39006-BEC0-4A55-9CE4-082F77D3F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25525" y="2779109"/>
                        <a:ext cx="171598" cy="109352"/>
                      </a:xfrm>
                      <a:custGeom>
                        <a:avLst/>
                        <a:gdLst>
                          <a:gd name="connsiteX0" fmla="*/ 69585 w 171598"/>
                          <a:gd name="connsiteY0" fmla="*/ 40672 h 109352"/>
                          <a:gd name="connsiteX1" fmla="*/ 32247 w 171598"/>
                          <a:gd name="connsiteY1" fmla="*/ 22003 h 109352"/>
                          <a:gd name="connsiteX2" fmla="*/ 339 w 171598"/>
                          <a:gd name="connsiteY2" fmla="*/ 0 h 109352"/>
                          <a:gd name="connsiteX3" fmla="*/ 1482 w 171598"/>
                          <a:gd name="connsiteY3" fmla="*/ 9430 h 109352"/>
                          <a:gd name="connsiteX4" fmla="*/ 7101 w 171598"/>
                          <a:gd name="connsiteY4" fmla="*/ 19621 h 109352"/>
                          <a:gd name="connsiteX5" fmla="*/ 27294 w 171598"/>
                          <a:gd name="connsiteY5" fmla="*/ 44863 h 109352"/>
                          <a:gd name="connsiteX6" fmla="*/ 47868 w 171598"/>
                          <a:gd name="connsiteY6" fmla="*/ 59627 h 109352"/>
                          <a:gd name="connsiteX7" fmla="*/ 56822 w 171598"/>
                          <a:gd name="connsiteY7" fmla="*/ 64865 h 109352"/>
                          <a:gd name="connsiteX8" fmla="*/ 99875 w 171598"/>
                          <a:gd name="connsiteY8" fmla="*/ 90583 h 109352"/>
                          <a:gd name="connsiteX9" fmla="*/ 104066 w 171598"/>
                          <a:gd name="connsiteY9" fmla="*/ 93059 h 109352"/>
                          <a:gd name="connsiteX10" fmla="*/ 129498 w 171598"/>
                          <a:gd name="connsiteY10" fmla="*/ 104870 h 109352"/>
                          <a:gd name="connsiteX11" fmla="*/ 161121 w 171598"/>
                          <a:gd name="connsiteY11" fmla="*/ 109347 h 109352"/>
                          <a:gd name="connsiteX12" fmla="*/ 171217 w 171598"/>
                          <a:gd name="connsiteY12" fmla="*/ 108395 h 109352"/>
                          <a:gd name="connsiteX13" fmla="*/ 171598 w 171598"/>
                          <a:gd name="connsiteY13" fmla="*/ 108299 h 109352"/>
                          <a:gd name="connsiteX14" fmla="*/ 69585 w 171598"/>
                          <a:gd name="connsiteY14" fmla="*/ 40672 h 1093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71598" h="109352">
                            <a:moveTo>
                              <a:pt x="69585" y="40672"/>
                            </a:moveTo>
                            <a:cubicBezTo>
                              <a:pt x="57108" y="34576"/>
                              <a:pt x="44154" y="28766"/>
                              <a:pt x="32247" y="22003"/>
                            </a:cubicBezTo>
                            <a:cubicBezTo>
                              <a:pt x="20341" y="15526"/>
                              <a:pt x="9292" y="8477"/>
                              <a:pt x="339" y="0"/>
                            </a:cubicBezTo>
                            <a:cubicBezTo>
                              <a:pt x="-328" y="3238"/>
                              <a:pt x="-42" y="6668"/>
                              <a:pt x="1482" y="9430"/>
                            </a:cubicBezTo>
                            <a:cubicBezTo>
                              <a:pt x="3387" y="12954"/>
                              <a:pt x="5196" y="16383"/>
                              <a:pt x="7101" y="19621"/>
                            </a:cubicBezTo>
                            <a:cubicBezTo>
                              <a:pt x="12721" y="28766"/>
                              <a:pt x="18722" y="37148"/>
                              <a:pt x="27294" y="44863"/>
                            </a:cubicBezTo>
                            <a:cubicBezTo>
                              <a:pt x="32914" y="49816"/>
                              <a:pt x="39486" y="54674"/>
                              <a:pt x="47868" y="59627"/>
                            </a:cubicBezTo>
                            <a:cubicBezTo>
                              <a:pt x="50440" y="61151"/>
                              <a:pt x="53488" y="62960"/>
                              <a:pt x="56822" y="64865"/>
                            </a:cubicBezTo>
                            <a:cubicBezTo>
                              <a:pt x="70062" y="72390"/>
                              <a:pt x="88254" y="83344"/>
                              <a:pt x="99875" y="90583"/>
                            </a:cubicBezTo>
                            <a:cubicBezTo>
                              <a:pt x="101399" y="91440"/>
                              <a:pt x="102828" y="92297"/>
                              <a:pt x="104066" y="93059"/>
                            </a:cubicBezTo>
                            <a:cubicBezTo>
                              <a:pt x="113115" y="98393"/>
                              <a:pt x="121497" y="102203"/>
                              <a:pt x="129498" y="104870"/>
                            </a:cubicBezTo>
                            <a:cubicBezTo>
                              <a:pt x="140451" y="108395"/>
                              <a:pt x="150834" y="109442"/>
                              <a:pt x="161121" y="109347"/>
                            </a:cubicBezTo>
                            <a:cubicBezTo>
                              <a:pt x="164454" y="109252"/>
                              <a:pt x="167883" y="108871"/>
                              <a:pt x="171217" y="108395"/>
                            </a:cubicBezTo>
                            <a:lnTo>
                              <a:pt x="171598" y="108299"/>
                            </a:lnTo>
                            <a:cubicBezTo>
                              <a:pt x="139880" y="82868"/>
                              <a:pt x="105590" y="57626"/>
                              <a:pt x="69585" y="4067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64" name="Forme libre : forme 12363">
                        <a:extLst>
                          <a:ext uri="{FF2B5EF4-FFF2-40B4-BE49-F238E27FC236}">
                            <a16:creationId xmlns:a16="http://schemas.microsoft.com/office/drawing/2014/main" id="{A3FDF7AD-68CB-4182-A41F-15CF53B34F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91660" y="2803688"/>
                        <a:ext cx="81901" cy="57128"/>
                      </a:xfrm>
                      <a:custGeom>
                        <a:avLst/>
                        <a:gdLst>
                          <a:gd name="connsiteX0" fmla="*/ 81174 w 81901"/>
                          <a:gd name="connsiteY0" fmla="*/ 55145 h 57128"/>
                          <a:gd name="connsiteX1" fmla="*/ 33263 w 81901"/>
                          <a:gd name="connsiteY1" fmla="*/ 37619 h 57128"/>
                          <a:gd name="connsiteX2" fmla="*/ 497 w 81901"/>
                          <a:gd name="connsiteY2" fmla="*/ 3234 h 57128"/>
                          <a:gd name="connsiteX3" fmla="*/ 21452 w 81901"/>
                          <a:gd name="connsiteY3" fmla="*/ 3234 h 57128"/>
                          <a:gd name="connsiteX4" fmla="*/ 46217 w 81901"/>
                          <a:gd name="connsiteY4" fmla="*/ 16473 h 57128"/>
                          <a:gd name="connsiteX5" fmla="*/ 81174 w 81901"/>
                          <a:gd name="connsiteY5" fmla="*/ 55145 h 57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1901" h="57128">
                            <a:moveTo>
                              <a:pt x="81174" y="55145"/>
                            </a:moveTo>
                            <a:cubicBezTo>
                              <a:pt x="75554" y="63337"/>
                              <a:pt x="43931" y="43906"/>
                              <a:pt x="33263" y="37619"/>
                            </a:cubicBezTo>
                            <a:cubicBezTo>
                              <a:pt x="22976" y="30571"/>
                              <a:pt x="-3980" y="13140"/>
                              <a:pt x="497" y="3234"/>
                            </a:cubicBezTo>
                            <a:cubicBezTo>
                              <a:pt x="2878" y="-1719"/>
                              <a:pt x="11737" y="-386"/>
                              <a:pt x="21452" y="3234"/>
                            </a:cubicBezTo>
                            <a:cubicBezTo>
                              <a:pt x="31072" y="6948"/>
                              <a:pt x="41169" y="12949"/>
                              <a:pt x="46217" y="16473"/>
                            </a:cubicBezTo>
                            <a:cubicBezTo>
                              <a:pt x="56409" y="23046"/>
                              <a:pt x="86984" y="46573"/>
                              <a:pt x="81174" y="5514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65" name="Forme libre : forme 12364">
                        <a:extLst>
                          <a:ext uri="{FF2B5EF4-FFF2-40B4-BE49-F238E27FC236}">
                            <a16:creationId xmlns:a16="http://schemas.microsoft.com/office/drawing/2014/main" id="{1E24F787-32A1-47B4-98A9-ABFABC92CE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91588" y="2803559"/>
                        <a:ext cx="51432" cy="47558"/>
                      </a:xfrm>
                      <a:custGeom>
                        <a:avLst/>
                        <a:gdLst>
                          <a:gd name="connsiteX0" fmla="*/ 23144 w 51432"/>
                          <a:gd name="connsiteY0" fmla="*/ 4410 h 47558"/>
                          <a:gd name="connsiteX1" fmla="*/ 93 w 51432"/>
                          <a:gd name="connsiteY1" fmla="*/ 3172 h 47558"/>
                          <a:gd name="connsiteX2" fmla="*/ 33716 w 51432"/>
                          <a:gd name="connsiteY2" fmla="*/ 38033 h 47558"/>
                          <a:gd name="connsiteX3" fmla="*/ 51433 w 51432"/>
                          <a:gd name="connsiteY3" fmla="*/ 47558 h 47558"/>
                          <a:gd name="connsiteX4" fmla="*/ 42860 w 51432"/>
                          <a:gd name="connsiteY4" fmla="*/ 41081 h 47558"/>
                          <a:gd name="connsiteX5" fmla="*/ 23144 w 51432"/>
                          <a:gd name="connsiteY5" fmla="*/ 4410 h 475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1432" h="47558">
                            <a:moveTo>
                              <a:pt x="23144" y="4410"/>
                            </a:moveTo>
                            <a:cubicBezTo>
                              <a:pt x="16857" y="2981"/>
                              <a:pt x="1236" y="-3972"/>
                              <a:pt x="93" y="3172"/>
                            </a:cubicBezTo>
                            <a:cubicBezTo>
                              <a:pt x="-1622" y="14602"/>
                              <a:pt x="20762" y="29270"/>
                              <a:pt x="33716" y="38033"/>
                            </a:cubicBezTo>
                            <a:cubicBezTo>
                              <a:pt x="37622" y="40415"/>
                              <a:pt x="46575" y="45558"/>
                              <a:pt x="51433" y="47558"/>
                            </a:cubicBezTo>
                            <a:cubicBezTo>
                              <a:pt x="48956" y="45844"/>
                              <a:pt x="44861" y="43082"/>
                              <a:pt x="42860" y="41081"/>
                            </a:cubicBezTo>
                            <a:cubicBezTo>
                              <a:pt x="31621" y="29461"/>
                              <a:pt x="18095" y="15459"/>
                              <a:pt x="23144" y="441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66" name="Forme libre : forme 12365">
                        <a:extLst>
                          <a:ext uri="{FF2B5EF4-FFF2-40B4-BE49-F238E27FC236}">
                            <a16:creationId xmlns:a16="http://schemas.microsoft.com/office/drawing/2014/main" id="{F74F2B0A-E4F0-40BB-A276-EBE7BFE3E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94768" y="2808517"/>
                        <a:ext cx="82075" cy="56803"/>
                      </a:xfrm>
                      <a:custGeom>
                        <a:avLst/>
                        <a:gdLst>
                          <a:gd name="connsiteX0" fmla="*/ 80733 w 82075"/>
                          <a:gd name="connsiteY0" fmla="*/ 55459 h 56803"/>
                          <a:gd name="connsiteX1" fmla="*/ 32251 w 82075"/>
                          <a:gd name="connsiteY1" fmla="*/ 37743 h 56803"/>
                          <a:gd name="connsiteX2" fmla="*/ 437 w 82075"/>
                          <a:gd name="connsiteY2" fmla="*/ 3357 h 56803"/>
                          <a:gd name="connsiteX3" fmla="*/ 21202 w 82075"/>
                          <a:gd name="connsiteY3" fmla="*/ 3548 h 56803"/>
                          <a:gd name="connsiteX4" fmla="*/ 45681 w 82075"/>
                          <a:gd name="connsiteY4" fmla="*/ 16787 h 56803"/>
                          <a:gd name="connsiteX5" fmla="*/ 70065 w 82075"/>
                          <a:gd name="connsiteY5" fmla="*/ 35837 h 56803"/>
                          <a:gd name="connsiteX6" fmla="*/ 80733 w 82075"/>
                          <a:gd name="connsiteY6" fmla="*/ 55459 h 56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2075" h="56803">
                            <a:moveTo>
                              <a:pt x="80733" y="55459"/>
                            </a:moveTo>
                            <a:cubicBezTo>
                              <a:pt x="72351" y="61745"/>
                              <a:pt x="43776" y="44315"/>
                              <a:pt x="32251" y="37743"/>
                            </a:cubicBezTo>
                            <a:cubicBezTo>
                              <a:pt x="20916" y="30694"/>
                              <a:pt x="-3563" y="13739"/>
                              <a:pt x="437" y="3357"/>
                            </a:cubicBezTo>
                            <a:cubicBezTo>
                              <a:pt x="2437" y="-1786"/>
                              <a:pt x="11677" y="-453"/>
                              <a:pt x="21202" y="3548"/>
                            </a:cubicBezTo>
                            <a:cubicBezTo>
                              <a:pt x="30917" y="7358"/>
                              <a:pt x="40918" y="13739"/>
                              <a:pt x="45681" y="16787"/>
                            </a:cubicBezTo>
                            <a:cubicBezTo>
                              <a:pt x="50348" y="19931"/>
                              <a:pt x="61492" y="27646"/>
                              <a:pt x="70065" y="35837"/>
                            </a:cubicBezTo>
                            <a:cubicBezTo>
                              <a:pt x="78733" y="43934"/>
                              <a:pt x="84924" y="52220"/>
                              <a:pt x="80733" y="5545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67" name="Forme libre : forme 12366">
                        <a:extLst>
                          <a:ext uri="{FF2B5EF4-FFF2-40B4-BE49-F238E27FC236}">
                            <a16:creationId xmlns:a16="http://schemas.microsoft.com/office/drawing/2014/main" id="{AAE29B45-819D-41F5-9C21-8D3181C260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51291" y="2777254"/>
                        <a:ext cx="96404" cy="83937"/>
                      </a:xfrm>
                      <a:custGeom>
                        <a:avLst/>
                        <a:gdLst>
                          <a:gd name="connsiteX0" fmla="*/ 4 w 96404"/>
                          <a:gd name="connsiteY0" fmla="*/ 12047 h 83937"/>
                          <a:gd name="connsiteX1" fmla="*/ 6482 w 96404"/>
                          <a:gd name="connsiteY1" fmla="*/ 27763 h 83937"/>
                          <a:gd name="connsiteX2" fmla="*/ 36580 w 96404"/>
                          <a:gd name="connsiteY2" fmla="*/ 60910 h 83937"/>
                          <a:gd name="connsiteX3" fmla="*/ 75442 w 96404"/>
                          <a:gd name="connsiteY3" fmla="*/ 81770 h 83937"/>
                          <a:gd name="connsiteX4" fmla="*/ 96302 w 96404"/>
                          <a:gd name="connsiteY4" fmla="*/ 79198 h 83937"/>
                          <a:gd name="connsiteX5" fmla="*/ 87349 w 96404"/>
                          <a:gd name="connsiteY5" fmla="*/ 66244 h 83937"/>
                          <a:gd name="connsiteX6" fmla="*/ 60107 w 96404"/>
                          <a:gd name="connsiteY6" fmla="*/ 32907 h 83937"/>
                          <a:gd name="connsiteX7" fmla="*/ 28579 w 96404"/>
                          <a:gd name="connsiteY7" fmla="*/ 2141 h 83937"/>
                          <a:gd name="connsiteX8" fmla="*/ 4 w 96404"/>
                          <a:gd name="connsiteY8" fmla="*/ 12047 h 839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6404" h="83937">
                            <a:moveTo>
                              <a:pt x="4" y="12047"/>
                            </a:moveTo>
                            <a:cubicBezTo>
                              <a:pt x="100" y="18810"/>
                              <a:pt x="1528" y="21477"/>
                              <a:pt x="6482" y="27763"/>
                            </a:cubicBezTo>
                            <a:cubicBezTo>
                              <a:pt x="15530" y="40146"/>
                              <a:pt x="22483" y="49956"/>
                              <a:pt x="36580" y="60910"/>
                            </a:cubicBezTo>
                            <a:cubicBezTo>
                              <a:pt x="48391" y="69959"/>
                              <a:pt x="62965" y="77865"/>
                              <a:pt x="75442" y="81770"/>
                            </a:cubicBezTo>
                            <a:cubicBezTo>
                              <a:pt x="84777" y="84532"/>
                              <a:pt x="94874" y="85580"/>
                              <a:pt x="96302" y="79198"/>
                            </a:cubicBezTo>
                            <a:cubicBezTo>
                              <a:pt x="97255" y="75198"/>
                              <a:pt x="91349" y="70816"/>
                              <a:pt x="87349" y="66244"/>
                            </a:cubicBezTo>
                            <a:cubicBezTo>
                              <a:pt x="78109" y="55195"/>
                              <a:pt x="68489" y="45670"/>
                              <a:pt x="60107" y="32907"/>
                            </a:cubicBezTo>
                            <a:cubicBezTo>
                              <a:pt x="52963" y="22239"/>
                              <a:pt x="45820" y="8047"/>
                              <a:pt x="28579" y="2141"/>
                            </a:cubicBezTo>
                            <a:cubicBezTo>
                              <a:pt x="13244" y="-3479"/>
                              <a:pt x="-281" y="2712"/>
                              <a:pt x="4" y="1204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68" name="Forme libre : forme 12367">
                        <a:extLst>
                          <a:ext uri="{FF2B5EF4-FFF2-40B4-BE49-F238E27FC236}">
                            <a16:creationId xmlns:a16="http://schemas.microsoft.com/office/drawing/2014/main" id="{16941813-761A-4115-B0F4-37BCC65947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76880" y="2787449"/>
                        <a:ext cx="39385" cy="15551"/>
                      </a:xfrm>
                      <a:custGeom>
                        <a:avLst/>
                        <a:gdLst>
                          <a:gd name="connsiteX0" fmla="*/ 4991 w 39385"/>
                          <a:gd name="connsiteY0" fmla="*/ 42 h 15551"/>
                          <a:gd name="connsiteX1" fmla="*/ 419 w 39385"/>
                          <a:gd name="connsiteY1" fmla="*/ 804 h 15551"/>
                          <a:gd name="connsiteX2" fmla="*/ 2133 w 39385"/>
                          <a:gd name="connsiteY2" fmla="*/ 4233 h 15551"/>
                          <a:gd name="connsiteX3" fmla="*/ 8610 w 39385"/>
                          <a:gd name="connsiteY3" fmla="*/ 7471 h 15551"/>
                          <a:gd name="connsiteX4" fmla="*/ 25469 w 39385"/>
                          <a:gd name="connsiteY4" fmla="*/ 13758 h 15551"/>
                          <a:gd name="connsiteX5" fmla="*/ 31851 w 39385"/>
                          <a:gd name="connsiteY5" fmla="*/ 15472 h 15551"/>
                          <a:gd name="connsiteX6" fmla="*/ 32518 w 39385"/>
                          <a:gd name="connsiteY6" fmla="*/ 6233 h 15551"/>
                          <a:gd name="connsiteX7" fmla="*/ 4991 w 39385"/>
                          <a:gd name="connsiteY7" fmla="*/ 42 h 155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385" h="15551">
                            <a:moveTo>
                              <a:pt x="4991" y="42"/>
                            </a:moveTo>
                            <a:cubicBezTo>
                              <a:pt x="2990" y="-53"/>
                              <a:pt x="1562" y="-53"/>
                              <a:pt x="419" y="804"/>
                            </a:cubicBezTo>
                            <a:cubicBezTo>
                              <a:pt x="-629" y="1661"/>
                              <a:pt x="419" y="2994"/>
                              <a:pt x="2133" y="4233"/>
                            </a:cubicBezTo>
                            <a:cubicBezTo>
                              <a:pt x="3848" y="5376"/>
                              <a:pt x="6515" y="6709"/>
                              <a:pt x="8610" y="7471"/>
                            </a:cubicBezTo>
                            <a:cubicBezTo>
                              <a:pt x="14135" y="9662"/>
                              <a:pt x="20040" y="11853"/>
                              <a:pt x="25469" y="13758"/>
                            </a:cubicBezTo>
                            <a:cubicBezTo>
                              <a:pt x="27756" y="14520"/>
                              <a:pt x="29756" y="15282"/>
                              <a:pt x="31851" y="15472"/>
                            </a:cubicBezTo>
                            <a:cubicBezTo>
                              <a:pt x="40328" y="16234"/>
                              <a:pt x="43091" y="11376"/>
                              <a:pt x="32518" y="6233"/>
                            </a:cubicBezTo>
                            <a:cubicBezTo>
                              <a:pt x="24327" y="2137"/>
                              <a:pt x="13087" y="518"/>
                              <a:pt x="4991" y="4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69" name="Forme libre : forme 12368">
                        <a:extLst>
                          <a:ext uri="{FF2B5EF4-FFF2-40B4-BE49-F238E27FC236}">
                            <a16:creationId xmlns:a16="http://schemas.microsoft.com/office/drawing/2014/main" id="{2F82B874-346A-4B50-92E6-ECE8CDC71F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32543" y="2872263"/>
                        <a:ext cx="63912" cy="13135"/>
                      </a:xfrm>
                      <a:custGeom>
                        <a:avLst/>
                        <a:gdLst>
                          <a:gd name="connsiteX0" fmla="*/ 63913 w 63912"/>
                          <a:gd name="connsiteY0" fmla="*/ 11525 h 13135"/>
                          <a:gd name="connsiteX1" fmla="*/ 0 w 63912"/>
                          <a:gd name="connsiteY1" fmla="*/ 0 h 13135"/>
                          <a:gd name="connsiteX2" fmla="*/ 63913 w 63912"/>
                          <a:gd name="connsiteY2" fmla="*/ 11525 h 131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3912" h="13135">
                            <a:moveTo>
                              <a:pt x="63913" y="11525"/>
                            </a:moveTo>
                            <a:cubicBezTo>
                              <a:pt x="48578" y="17336"/>
                              <a:pt x="18574" y="6001"/>
                              <a:pt x="0" y="0"/>
                            </a:cubicBezTo>
                            <a:cubicBezTo>
                              <a:pt x="20193" y="6763"/>
                              <a:pt x="45244" y="10478"/>
                              <a:pt x="63913" y="1152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70" name="Forme libre : forme 12369">
                        <a:extLst>
                          <a:ext uri="{FF2B5EF4-FFF2-40B4-BE49-F238E27FC236}">
                            <a16:creationId xmlns:a16="http://schemas.microsoft.com/office/drawing/2014/main" id="{CD3DE187-C39B-469A-B606-092E924BBB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35198" y="2766458"/>
                        <a:ext cx="75723" cy="9507"/>
                      </a:xfrm>
                      <a:custGeom>
                        <a:avLst/>
                        <a:gdLst>
                          <a:gd name="connsiteX0" fmla="*/ 75724 w 75723"/>
                          <a:gd name="connsiteY0" fmla="*/ 9507 h 9507"/>
                          <a:gd name="connsiteX1" fmla="*/ 0 w 75723"/>
                          <a:gd name="connsiteY1" fmla="*/ 4268 h 9507"/>
                          <a:gd name="connsiteX2" fmla="*/ 75724 w 75723"/>
                          <a:gd name="connsiteY2" fmla="*/ 9507 h 95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5723" h="9507">
                            <a:moveTo>
                              <a:pt x="75724" y="9507"/>
                            </a:moveTo>
                            <a:cubicBezTo>
                              <a:pt x="49435" y="-2590"/>
                              <a:pt x="20669" y="-1732"/>
                              <a:pt x="0" y="4268"/>
                            </a:cubicBezTo>
                            <a:cubicBezTo>
                              <a:pt x="19145" y="-2590"/>
                              <a:pt x="52197" y="1887"/>
                              <a:pt x="75724" y="950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71" name="Forme libre : forme 12370">
                        <a:extLst>
                          <a:ext uri="{FF2B5EF4-FFF2-40B4-BE49-F238E27FC236}">
                            <a16:creationId xmlns:a16="http://schemas.microsoft.com/office/drawing/2014/main" id="{B4F838EB-7B2F-4125-848E-2548B7E369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28552" y="2820318"/>
                        <a:ext cx="28962" cy="23331"/>
                      </a:xfrm>
                      <a:custGeom>
                        <a:avLst/>
                        <a:gdLst>
                          <a:gd name="connsiteX0" fmla="*/ 28090 w 28962"/>
                          <a:gd name="connsiteY0" fmla="*/ 23180 h 23331"/>
                          <a:gd name="connsiteX1" fmla="*/ 9802 w 28962"/>
                          <a:gd name="connsiteY1" fmla="*/ 12798 h 23331"/>
                          <a:gd name="connsiteX2" fmla="*/ 1039 w 28962"/>
                          <a:gd name="connsiteY2" fmla="*/ 225 h 23331"/>
                          <a:gd name="connsiteX3" fmla="*/ 18565 w 28962"/>
                          <a:gd name="connsiteY3" fmla="*/ 9845 h 23331"/>
                          <a:gd name="connsiteX4" fmla="*/ 28090 w 28962"/>
                          <a:gd name="connsiteY4" fmla="*/ 23180 h 233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962" h="23331">
                            <a:moveTo>
                              <a:pt x="28090" y="23180"/>
                            </a:moveTo>
                            <a:cubicBezTo>
                              <a:pt x="24280" y="24609"/>
                              <a:pt x="13231" y="15560"/>
                              <a:pt x="9802" y="12798"/>
                            </a:cubicBezTo>
                            <a:cubicBezTo>
                              <a:pt x="6468" y="10035"/>
                              <a:pt x="-3152" y="1939"/>
                              <a:pt x="1039" y="225"/>
                            </a:cubicBezTo>
                            <a:cubicBezTo>
                              <a:pt x="5230" y="-1490"/>
                              <a:pt x="15422" y="7083"/>
                              <a:pt x="18565" y="9845"/>
                            </a:cubicBezTo>
                            <a:cubicBezTo>
                              <a:pt x="21708" y="12512"/>
                              <a:pt x="31995" y="21656"/>
                              <a:pt x="28090" y="2318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72" name="Forme libre : forme 12371">
                        <a:extLst>
                          <a:ext uri="{FF2B5EF4-FFF2-40B4-BE49-F238E27FC236}">
                            <a16:creationId xmlns:a16="http://schemas.microsoft.com/office/drawing/2014/main" id="{9633B23B-B40D-4DC2-9A5A-30AB5C62B2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53324" y="2839658"/>
                        <a:ext cx="8420" cy="6819"/>
                      </a:xfrm>
                      <a:custGeom>
                        <a:avLst/>
                        <a:gdLst>
                          <a:gd name="connsiteX0" fmla="*/ 8366 w 8420"/>
                          <a:gd name="connsiteY0" fmla="*/ 6316 h 6819"/>
                          <a:gd name="connsiteX1" fmla="*/ 3603 w 8420"/>
                          <a:gd name="connsiteY1" fmla="*/ 4982 h 6819"/>
                          <a:gd name="connsiteX2" fmla="*/ 79 w 8420"/>
                          <a:gd name="connsiteY2" fmla="*/ 506 h 6819"/>
                          <a:gd name="connsiteX3" fmla="*/ 4746 w 8420"/>
                          <a:gd name="connsiteY3" fmla="*/ 1744 h 6819"/>
                          <a:gd name="connsiteX4" fmla="*/ 8366 w 8420"/>
                          <a:gd name="connsiteY4" fmla="*/ 6316 h 68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20" h="6819">
                            <a:moveTo>
                              <a:pt x="8366" y="6316"/>
                            </a:moveTo>
                            <a:cubicBezTo>
                              <a:pt x="7890" y="7649"/>
                              <a:pt x="4937" y="6030"/>
                              <a:pt x="3603" y="4982"/>
                            </a:cubicBezTo>
                            <a:cubicBezTo>
                              <a:pt x="2175" y="4030"/>
                              <a:pt x="-492" y="1839"/>
                              <a:pt x="79" y="506"/>
                            </a:cubicBezTo>
                            <a:cubicBezTo>
                              <a:pt x="651" y="-828"/>
                              <a:pt x="3317" y="791"/>
                              <a:pt x="4746" y="1744"/>
                            </a:cubicBezTo>
                            <a:cubicBezTo>
                              <a:pt x="6080" y="2696"/>
                              <a:pt x="8842" y="4982"/>
                              <a:pt x="8366" y="631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73" name="Forme libre : forme 12372">
                        <a:extLst>
                          <a:ext uri="{FF2B5EF4-FFF2-40B4-BE49-F238E27FC236}">
                            <a16:creationId xmlns:a16="http://schemas.microsoft.com/office/drawing/2014/main" id="{A155EA20-6585-4A85-8E51-7423DCFA11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39091" y="2802153"/>
                        <a:ext cx="59270" cy="74473"/>
                      </a:xfrm>
                      <a:custGeom>
                        <a:avLst/>
                        <a:gdLst>
                          <a:gd name="connsiteX0" fmla="*/ 51079 w 59270"/>
                          <a:gd name="connsiteY0" fmla="*/ 46869 h 74473"/>
                          <a:gd name="connsiteX1" fmla="*/ 59270 w 59270"/>
                          <a:gd name="connsiteY1" fmla="*/ 71825 h 74473"/>
                          <a:gd name="connsiteX2" fmla="*/ 50888 w 59270"/>
                          <a:gd name="connsiteY2" fmla="*/ 72587 h 74473"/>
                          <a:gd name="connsiteX3" fmla="*/ 44602 w 59270"/>
                          <a:gd name="connsiteY3" fmla="*/ 63538 h 74473"/>
                          <a:gd name="connsiteX4" fmla="*/ 26885 w 59270"/>
                          <a:gd name="connsiteY4" fmla="*/ 34392 h 74473"/>
                          <a:gd name="connsiteX5" fmla="*/ 1930 w 59270"/>
                          <a:gd name="connsiteY5" fmla="*/ 292 h 74473"/>
                          <a:gd name="connsiteX6" fmla="*/ 40887 w 59270"/>
                          <a:gd name="connsiteY6" fmla="*/ 25724 h 74473"/>
                          <a:gd name="connsiteX7" fmla="*/ 51079 w 59270"/>
                          <a:gd name="connsiteY7" fmla="*/ 46869 h 744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9270" h="74473">
                            <a:moveTo>
                              <a:pt x="51079" y="46869"/>
                            </a:moveTo>
                            <a:cubicBezTo>
                              <a:pt x="55746" y="56299"/>
                              <a:pt x="59175" y="63062"/>
                              <a:pt x="59270" y="71825"/>
                            </a:cubicBezTo>
                            <a:cubicBezTo>
                              <a:pt x="59270" y="75064"/>
                              <a:pt x="54603" y="75349"/>
                              <a:pt x="50888" y="72587"/>
                            </a:cubicBezTo>
                            <a:cubicBezTo>
                              <a:pt x="47174" y="69920"/>
                              <a:pt x="45935" y="66777"/>
                              <a:pt x="44602" y="63538"/>
                            </a:cubicBezTo>
                            <a:cubicBezTo>
                              <a:pt x="40316" y="53442"/>
                              <a:pt x="34315" y="44202"/>
                              <a:pt x="26885" y="34392"/>
                            </a:cubicBezTo>
                            <a:cubicBezTo>
                              <a:pt x="22694" y="27915"/>
                              <a:pt x="-7881" y="3055"/>
                              <a:pt x="1930" y="292"/>
                            </a:cubicBezTo>
                            <a:cubicBezTo>
                              <a:pt x="12217" y="-2660"/>
                              <a:pt x="34791" y="17533"/>
                              <a:pt x="40887" y="25724"/>
                            </a:cubicBezTo>
                            <a:cubicBezTo>
                              <a:pt x="47078" y="34011"/>
                              <a:pt x="47555" y="39821"/>
                              <a:pt x="51079" y="4686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90" name="Graphique 1">
                      <a:extLst>
                        <a:ext uri="{FF2B5EF4-FFF2-40B4-BE49-F238E27FC236}">
                          <a16:creationId xmlns:a16="http://schemas.microsoft.com/office/drawing/2014/main" id="{5964EF57-0898-4C7A-89DB-21A3EEA367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01627" y="2876549"/>
                      <a:ext cx="157993" cy="153406"/>
                      <a:chOff x="2101627" y="2876549"/>
                      <a:chExt cx="157993" cy="153406"/>
                    </a:xfrm>
                    <a:solidFill>
                      <a:schemeClr val="accent1"/>
                    </a:solidFill>
                  </p:grpSpPr>
                  <p:sp>
                    <p:nvSpPr>
                      <p:cNvPr id="12350" name="Forme libre : forme 12349">
                        <a:extLst>
                          <a:ext uri="{FF2B5EF4-FFF2-40B4-BE49-F238E27FC236}">
                            <a16:creationId xmlns:a16="http://schemas.microsoft.com/office/drawing/2014/main" id="{1983CA58-49B2-4CA8-9364-609AE02BAB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01627" y="2876549"/>
                        <a:ext cx="157993" cy="153406"/>
                      </a:xfrm>
                      <a:custGeom>
                        <a:avLst/>
                        <a:gdLst>
                          <a:gd name="connsiteX0" fmla="*/ 79506 w 157993"/>
                          <a:gd name="connsiteY0" fmla="*/ 127350 h 153406"/>
                          <a:gd name="connsiteX1" fmla="*/ 54360 w 157993"/>
                          <a:gd name="connsiteY1" fmla="*/ 102966 h 153406"/>
                          <a:gd name="connsiteX2" fmla="*/ 42073 w 157993"/>
                          <a:gd name="connsiteY2" fmla="*/ 90679 h 153406"/>
                          <a:gd name="connsiteX3" fmla="*/ 31119 w 157993"/>
                          <a:gd name="connsiteY3" fmla="*/ 80297 h 153406"/>
                          <a:gd name="connsiteX4" fmla="*/ 68 w 157993"/>
                          <a:gd name="connsiteY4" fmla="*/ 15908 h 153406"/>
                          <a:gd name="connsiteX5" fmla="*/ 14546 w 157993"/>
                          <a:gd name="connsiteY5" fmla="*/ 1 h 153406"/>
                          <a:gd name="connsiteX6" fmla="*/ 82173 w 157993"/>
                          <a:gd name="connsiteY6" fmla="*/ 24861 h 153406"/>
                          <a:gd name="connsiteX7" fmla="*/ 87507 w 157993"/>
                          <a:gd name="connsiteY7" fmla="*/ 29147 h 153406"/>
                          <a:gd name="connsiteX8" fmla="*/ 94175 w 157993"/>
                          <a:gd name="connsiteY8" fmla="*/ 34862 h 153406"/>
                          <a:gd name="connsiteX9" fmla="*/ 108271 w 157993"/>
                          <a:gd name="connsiteY9" fmla="*/ 48578 h 153406"/>
                          <a:gd name="connsiteX10" fmla="*/ 130751 w 157993"/>
                          <a:gd name="connsiteY10" fmla="*/ 72296 h 153406"/>
                          <a:gd name="connsiteX11" fmla="*/ 157897 w 157993"/>
                          <a:gd name="connsiteY11" fmla="*/ 135446 h 153406"/>
                          <a:gd name="connsiteX12" fmla="*/ 146371 w 157993"/>
                          <a:gd name="connsiteY12" fmla="*/ 153163 h 153406"/>
                          <a:gd name="connsiteX13" fmla="*/ 79506 w 157993"/>
                          <a:gd name="connsiteY13" fmla="*/ 127350 h 1534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57993" h="153406">
                            <a:moveTo>
                              <a:pt x="79506" y="127350"/>
                            </a:moveTo>
                            <a:cubicBezTo>
                              <a:pt x="73124" y="121730"/>
                              <a:pt x="63504" y="112205"/>
                              <a:pt x="54360" y="102966"/>
                            </a:cubicBezTo>
                            <a:cubicBezTo>
                              <a:pt x="50169" y="98775"/>
                              <a:pt x="45883" y="94489"/>
                              <a:pt x="42073" y="90679"/>
                            </a:cubicBezTo>
                            <a:cubicBezTo>
                              <a:pt x="37882" y="86773"/>
                              <a:pt x="34167" y="83154"/>
                              <a:pt x="31119" y="80297"/>
                            </a:cubicBezTo>
                            <a:cubicBezTo>
                              <a:pt x="8069" y="57722"/>
                              <a:pt x="2639" y="38958"/>
                              <a:pt x="68" y="15908"/>
                            </a:cubicBezTo>
                            <a:cubicBezTo>
                              <a:pt x="-790" y="7906"/>
                              <a:pt x="6640" y="-94"/>
                              <a:pt x="14546" y="1"/>
                            </a:cubicBezTo>
                            <a:cubicBezTo>
                              <a:pt x="37596" y="191"/>
                              <a:pt x="58265" y="6002"/>
                              <a:pt x="82173" y="24861"/>
                            </a:cubicBezTo>
                            <a:cubicBezTo>
                              <a:pt x="83792" y="26099"/>
                              <a:pt x="85507" y="27623"/>
                              <a:pt x="87507" y="29147"/>
                            </a:cubicBezTo>
                            <a:cubicBezTo>
                              <a:pt x="89412" y="30671"/>
                              <a:pt x="91412" y="32291"/>
                              <a:pt x="94175" y="34862"/>
                            </a:cubicBezTo>
                            <a:cubicBezTo>
                              <a:pt x="99509" y="39625"/>
                              <a:pt x="103795" y="44006"/>
                              <a:pt x="108271" y="48578"/>
                            </a:cubicBezTo>
                            <a:cubicBezTo>
                              <a:pt x="117035" y="57532"/>
                              <a:pt x="125226" y="66295"/>
                              <a:pt x="130751" y="72296"/>
                            </a:cubicBezTo>
                            <a:cubicBezTo>
                              <a:pt x="151229" y="94679"/>
                              <a:pt x="155230" y="113158"/>
                              <a:pt x="157897" y="135446"/>
                            </a:cubicBezTo>
                            <a:cubicBezTo>
                              <a:pt x="158754" y="143162"/>
                              <a:pt x="153801" y="152591"/>
                              <a:pt x="146371" y="153163"/>
                            </a:cubicBezTo>
                            <a:cubicBezTo>
                              <a:pt x="124655" y="154782"/>
                              <a:pt x="103414" y="148591"/>
                              <a:pt x="79506" y="12735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51" name="Forme libre : forme 12350">
                        <a:extLst>
                          <a:ext uri="{FF2B5EF4-FFF2-40B4-BE49-F238E27FC236}">
                            <a16:creationId xmlns:a16="http://schemas.microsoft.com/office/drawing/2014/main" id="{577D0F9B-ACF2-477D-8E81-6C41088018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01713" y="2883026"/>
                        <a:ext cx="146857" cy="146693"/>
                      </a:xfrm>
                      <a:custGeom>
                        <a:avLst/>
                        <a:gdLst>
                          <a:gd name="connsiteX0" fmla="*/ 56942 w 146857"/>
                          <a:gd name="connsiteY0" fmla="*/ 60579 h 146693"/>
                          <a:gd name="connsiteX1" fmla="*/ 2649 w 146857"/>
                          <a:gd name="connsiteY1" fmla="*/ 0 h 146693"/>
                          <a:gd name="connsiteX2" fmla="*/ 78 w 146857"/>
                          <a:gd name="connsiteY2" fmla="*/ 9239 h 146693"/>
                          <a:gd name="connsiteX3" fmla="*/ 1792 w 146857"/>
                          <a:gd name="connsiteY3" fmla="*/ 20860 h 146693"/>
                          <a:gd name="connsiteX4" fmla="*/ 13794 w 146857"/>
                          <a:gd name="connsiteY4" fmla="*/ 52578 h 146693"/>
                          <a:gd name="connsiteX5" fmla="*/ 31224 w 146857"/>
                          <a:gd name="connsiteY5" fmla="*/ 73724 h 146693"/>
                          <a:gd name="connsiteX6" fmla="*/ 39416 w 146857"/>
                          <a:gd name="connsiteY6" fmla="*/ 81439 h 146693"/>
                          <a:gd name="connsiteX7" fmla="*/ 56942 w 146857"/>
                          <a:gd name="connsiteY7" fmla="*/ 98870 h 146693"/>
                          <a:gd name="connsiteX8" fmla="*/ 75611 w 146857"/>
                          <a:gd name="connsiteY8" fmla="*/ 117253 h 146693"/>
                          <a:gd name="connsiteX9" fmla="*/ 79516 w 146857"/>
                          <a:gd name="connsiteY9" fmla="*/ 120777 h 146693"/>
                          <a:gd name="connsiteX10" fmla="*/ 104091 w 146857"/>
                          <a:gd name="connsiteY10" fmla="*/ 137922 h 146693"/>
                          <a:gd name="connsiteX11" fmla="*/ 136190 w 146857"/>
                          <a:gd name="connsiteY11" fmla="*/ 146590 h 146693"/>
                          <a:gd name="connsiteX12" fmla="*/ 146477 w 146857"/>
                          <a:gd name="connsiteY12" fmla="*/ 146495 h 146693"/>
                          <a:gd name="connsiteX13" fmla="*/ 146858 w 146857"/>
                          <a:gd name="connsiteY13" fmla="*/ 146399 h 146693"/>
                          <a:gd name="connsiteX14" fmla="*/ 101328 w 146857"/>
                          <a:gd name="connsiteY14" fmla="*/ 102775 h 146693"/>
                          <a:gd name="connsiteX15" fmla="*/ 56942 w 146857"/>
                          <a:gd name="connsiteY15" fmla="*/ 60579 h 1466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46857" h="146693">
                            <a:moveTo>
                              <a:pt x="56942" y="60579"/>
                            </a:moveTo>
                            <a:cubicBezTo>
                              <a:pt x="34653" y="43053"/>
                              <a:pt x="12365" y="22574"/>
                              <a:pt x="2649" y="0"/>
                            </a:cubicBezTo>
                            <a:cubicBezTo>
                              <a:pt x="744" y="2762"/>
                              <a:pt x="-303" y="6001"/>
                              <a:pt x="78" y="9239"/>
                            </a:cubicBezTo>
                            <a:cubicBezTo>
                              <a:pt x="554" y="13240"/>
                              <a:pt x="1030" y="17050"/>
                              <a:pt x="1792" y="20860"/>
                            </a:cubicBezTo>
                            <a:cubicBezTo>
                              <a:pt x="3888" y="31718"/>
                              <a:pt x="7221" y="42005"/>
                              <a:pt x="13794" y="52578"/>
                            </a:cubicBezTo>
                            <a:cubicBezTo>
                              <a:pt x="18080" y="59341"/>
                              <a:pt x="23700" y="66389"/>
                              <a:pt x="31224" y="73724"/>
                            </a:cubicBezTo>
                            <a:cubicBezTo>
                              <a:pt x="33606" y="75914"/>
                              <a:pt x="36368" y="78581"/>
                              <a:pt x="39416" y="81439"/>
                            </a:cubicBezTo>
                            <a:cubicBezTo>
                              <a:pt x="43893" y="85535"/>
                              <a:pt x="50274" y="92107"/>
                              <a:pt x="56942" y="98870"/>
                            </a:cubicBezTo>
                            <a:cubicBezTo>
                              <a:pt x="63514" y="105537"/>
                              <a:pt x="70277" y="112204"/>
                              <a:pt x="75611" y="117253"/>
                            </a:cubicBezTo>
                            <a:cubicBezTo>
                              <a:pt x="77040" y="118491"/>
                              <a:pt x="78373" y="119729"/>
                              <a:pt x="79516" y="120777"/>
                            </a:cubicBezTo>
                            <a:cubicBezTo>
                              <a:pt x="87993" y="128302"/>
                              <a:pt x="96090" y="133921"/>
                              <a:pt x="104091" y="137922"/>
                            </a:cubicBezTo>
                            <a:cubicBezTo>
                              <a:pt x="115044" y="143351"/>
                              <a:pt x="125617" y="145828"/>
                              <a:pt x="136190" y="146590"/>
                            </a:cubicBezTo>
                            <a:cubicBezTo>
                              <a:pt x="139619" y="146780"/>
                              <a:pt x="143048" y="146685"/>
                              <a:pt x="146477" y="146495"/>
                            </a:cubicBezTo>
                            <a:lnTo>
                              <a:pt x="146858" y="146399"/>
                            </a:lnTo>
                            <a:cubicBezTo>
                              <a:pt x="131237" y="132493"/>
                              <a:pt x="116187" y="117634"/>
                              <a:pt x="101328" y="102775"/>
                            </a:cubicBezTo>
                            <a:cubicBezTo>
                              <a:pt x="86469" y="88202"/>
                              <a:pt x="71896" y="72485"/>
                              <a:pt x="56942" y="6057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52" name="Forme libre : forme 12351">
                        <a:extLst>
                          <a:ext uri="{FF2B5EF4-FFF2-40B4-BE49-F238E27FC236}">
                            <a16:creationId xmlns:a16="http://schemas.microsoft.com/office/drawing/2014/main" id="{183D7BD4-930C-4778-AFA6-8A8D1B7082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7236" y="2928526"/>
                        <a:ext cx="70404" cy="71231"/>
                      </a:xfrm>
                      <a:custGeom>
                        <a:avLst/>
                        <a:gdLst>
                          <a:gd name="connsiteX0" fmla="*/ 69332 w 70404"/>
                          <a:gd name="connsiteY0" fmla="*/ 69753 h 71231"/>
                          <a:gd name="connsiteX1" fmla="*/ 24945 w 70404"/>
                          <a:gd name="connsiteY1" fmla="*/ 43178 h 71231"/>
                          <a:gd name="connsiteX2" fmla="*/ 7514 w 70404"/>
                          <a:gd name="connsiteY2" fmla="*/ 22032 h 71231"/>
                          <a:gd name="connsiteX3" fmla="*/ 1323 w 70404"/>
                          <a:gd name="connsiteY3" fmla="*/ 1935 h 71231"/>
                          <a:gd name="connsiteX4" fmla="*/ 21897 w 70404"/>
                          <a:gd name="connsiteY4" fmla="*/ 6888 h 71231"/>
                          <a:gd name="connsiteX5" fmla="*/ 42471 w 70404"/>
                          <a:gd name="connsiteY5" fmla="*/ 25652 h 71231"/>
                          <a:gd name="connsiteX6" fmla="*/ 69332 w 70404"/>
                          <a:gd name="connsiteY6" fmla="*/ 69753 h 712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0404" h="71231">
                            <a:moveTo>
                              <a:pt x="69332" y="69753"/>
                            </a:moveTo>
                            <a:cubicBezTo>
                              <a:pt x="62569" y="77563"/>
                              <a:pt x="33803" y="52322"/>
                              <a:pt x="24945" y="43178"/>
                            </a:cubicBezTo>
                            <a:cubicBezTo>
                              <a:pt x="20468" y="38701"/>
                              <a:pt x="12944" y="30033"/>
                              <a:pt x="7514" y="22032"/>
                            </a:cubicBezTo>
                            <a:cubicBezTo>
                              <a:pt x="2371" y="14412"/>
                              <a:pt x="-2392" y="6126"/>
                              <a:pt x="1323" y="1935"/>
                            </a:cubicBezTo>
                            <a:cubicBezTo>
                              <a:pt x="4847" y="-2161"/>
                              <a:pt x="13039" y="601"/>
                              <a:pt x="21897" y="6888"/>
                            </a:cubicBezTo>
                            <a:cubicBezTo>
                              <a:pt x="30374" y="12984"/>
                              <a:pt x="38471" y="21270"/>
                              <a:pt x="42471" y="25652"/>
                            </a:cubicBezTo>
                            <a:cubicBezTo>
                              <a:pt x="50472" y="34510"/>
                              <a:pt x="75904" y="62228"/>
                              <a:pt x="69332" y="6975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53" name="Forme libre : forme 12352">
                        <a:extLst>
                          <a:ext uri="{FF2B5EF4-FFF2-40B4-BE49-F238E27FC236}">
                            <a16:creationId xmlns:a16="http://schemas.microsoft.com/office/drawing/2014/main" id="{07907079-BB86-4A7E-A99C-DC3CE6102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7453" y="2927984"/>
                        <a:ext cx="40729" cy="57626"/>
                      </a:xfrm>
                      <a:custGeom>
                        <a:avLst/>
                        <a:gdLst>
                          <a:gd name="connsiteX0" fmla="*/ 23013 w 40729"/>
                          <a:gd name="connsiteY0" fmla="*/ 8858 h 57626"/>
                          <a:gd name="connsiteX1" fmla="*/ 725 w 40729"/>
                          <a:gd name="connsiteY1" fmla="*/ 2191 h 57626"/>
                          <a:gd name="connsiteX2" fmla="*/ 7297 w 40729"/>
                          <a:gd name="connsiteY2" fmla="*/ 22574 h 57626"/>
                          <a:gd name="connsiteX3" fmla="*/ 25109 w 40729"/>
                          <a:gd name="connsiteY3" fmla="*/ 44196 h 57626"/>
                          <a:gd name="connsiteX4" fmla="*/ 40730 w 40729"/>
                          <a:gd name="connsiteY4" fmla="*/ 57626 h 57626"/>
                          <a:gd name="connsiteX5" fmla="*/ 33491 w 40729"/>
                          <a:gd name="connsiteY5" fmla="*/ 49339 h 57626"/>
                          <a:gd name="connsiteX6" fmla="*/ 23013 w 40729"/>
                          <a:gd name="connsiteY6" fmla="*/ 8858 h 57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0729" h="57626">
                            <a:moveTo>
                              <a:pt x="23013" y="8858"/>
                            </a:moveTo>
                            <a:cubicBezTo>
                              <a:pt x="17108" y="5620"/>
                              <a:pt x="3582" y="-4381"/>
                              <a:pt x="725" y="2191"/>
                            </a:cubicBezTo>
                            <a:cubicBezTo>
                              <a:pt x="-1752" y="7525"/>
                              <a:pt x="2535" y="15240"/>
                              <a:pt x="7297" y="22574"/>
                            </a:cubicBezTo>
                            <a:cubicBezTo>
                              <a:pt x="12345" y="30194"/>
                              <a:pt x="19489" y="38481"/>
                              <a:pt x="25109" y="44196"/>
                            </a:cubicBezTo>
                            <a:cubicBezTo>
                              <a:pt x="28347" y="47530"/>
                              <a:pt x="36348" y="54578"/>
                              <a:pt x="40730" y="57626"/>
                            </a:cubicBezTo>
                            <a:cubicBezTo>
                              <a:pt x="38634" y="55436"/>
                              <a:pt x="35015" y="51816"/>
                              <a:pt x="33491" y="49339"/>
                            </a:cubicBezTo>
                            <a:cubicBezTo>
                              <a:pt x="24633" y="35243"/>
                              <a:pt x="15488" y="18193"/>
                              <a:pt x="23013" y="8858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54" name="Forme libre : forme 12353">
                        <a:extLst>
                          <a:ext uri="{FF2B5EF4-FFF2-40B4-BE49-F238E27FC236}">
                            <a16:creationId xmlns:a16="http://schemas.microsoft.com/office/drawing/2014/main" id="{A09FBAE3-7AE6-47FD-8AA6-8E30EB87C3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9297" y="2933675"/>
                        <a:ext cx="71033" cy="70891"/>
                      </a:xfrm>
                      <a:custGeom>
                        <a:avLst/>
                        <a:gdLst>
                          <a:gd name="connsiteX0" fmla="*/ 69366 w 71033"/>
                          <a:gd name="connsiteY0" fmla="*/ 70033 h 70891"/>
                          <a:gd name="connsiteX1" fmla="*/ 24027 w 71033"/>
                          <a:gd name="connsiteY1" fmla="*/ 43363 h 70891"/>
                          <a:gd name="connsiteX2" fmla="*/ 6596 w 71033"/>
                          <a:gd name="connsiteY2" fmla="*/ 22217 h 70891"/>
                          <a:gd name="connsiteX3" fmla="*/ 976 w 71033"/>
                          <a:gd name="connsiteY3" fmla="*/ 11073 h 70891"/>
                          <a:gd name="connsiteX4" fmla="*/ 1167 w 71033"/>
                          <a:gd name="connsiteY4" fmla="*/ 2120 h 70891"/>
                          <a:gd name="connsiteX5" fmla="*/ 21360 w 71033"/>
                          <a:gd name="connsiteY5" fmla="*/ 7263 h 70891"/>
                          <a:gd name="connsiteX6" fmla="*/ 41743 w 71033"/>
                          <a:gd name="connsiteY6" fmla="*/ 25837 h 70891"/>
                          <a:gd name="connsiteX7" fmla="*/ 69366 w 71033"/>
                          <a:gd name="connsiteY7" fmla="*/ 70033 h 708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1033" h="70891">
                            <a:moveTo>
                              <a:pt x="69366" y="70033"/>
                            </a:moveTo>
                            <a:cubicBezTo>
                              <a:pt x="60126" y="75557"/>
                              <a:pt x="33838" y="52983"/>
                              <a:pt x="24027" y="43363"/>
                            </a:cubicBezTo>
                            <a:cubicBezTo>
                              <a:pt x="19074" y="38600"/>
                              <a:pt x="11740" y="30219"/>
                              <a:pt x="6596" y="22217"/>
                            </a:cubicBezTo>
                            <a:cubicBezTo>
                              <a:pt x="4024" y="18217"/>
                              <a:pt x="2024" y="14502"/>
                              <a:pt x="976" y="11073"/>
                            </a:cubicBezTo>
                            <a:cubicBezTo>
                              <a:pt x="-262" y="7549"/>
                              <a:pt x="-452" y="4406"/>
                              <a:pt x="1167" y="2120"/>
                            </a:cubicBezTo>
                            <a:cubicBezTo>
                              <a:pt x="4310" y="-2452"/>
                              <a:pt x="12978" y="881"/>
                              <a:pt x="21360" y="7263"/>
                            </a:cubicBezTo>
                            <a:cubicBezTo>
                              <a:pt x="29742" y="13550"/>
                              <a:pt x="37838" y="21932"/>
                              <a:pt x="41743" y="25837"/>
                            </a:cubicBezTo>
                            <a:cubicBezTo>
                              <a:pt x="49268" y="34124"/>
                              <a:pt x="78224" y="64794"/>
                              <a:pt x="69366" y="7003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55" name="Forme libre : forme 12354">
                        <a:extLst>
                          <a:ext uri="{FF2B5EF4-FFF2-40B4-BE49-F238E27FC236}">
                            <a16:creationId xmlns:a16="http://schemas.microsoft.com/office/drawing/2014/main" id="{A1E96062-5AF1-476B-92B4-5916C335A8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23030" y="2894491"/>
                        <a:ext cx="79052" cy="100626"/>
                      </a:xfrm>
                      <a:custGeom>
                        <a:avLst/>
                        <a:gdLst>
                          <a:gd name="connsiteX0" fmla="*/ 1335 w 79052"/>
                          <a:gd name="connsiteY0" fmla="*/ 7300 h 100626"/>
                          <a:gd name="connsiteX1" fmla="*/ 2573 w 79052"/>
                          <a:gd name="connsiteY1" fmla="*/ 24445 h 100626"/>
                          <a:gd name="connsiteX2" fmla="*/ 24480 w 79052"/>
                          <a:gd name="connsiteY2" fmla="*/ 65498 h 100626"/>
                          <a:gd name="connsiteX3" fmla="*/ 39339 w 79052"/>
                          <a:gd name="connsiteY3" fmla="*/ 81690 h 100626"/>
                          <a:gd name="connsiteX4" fmla="*/ 57341 w 79052"/>
                          <a:gd name="connsiteY4" fmla="*/ 95215 h 100626"/>
                          <a:gd name="connsiteX5" fmla="*/ 78773 w 79052"/>
                          <a:gd name="connsiteY5" fmla="*/ 97216 h 100626"/>
                          <a:gd name="connsiteX6" fmla="*/ 72296 w 79052"/>
                          <a:gd name="connsiteY6" fmla="*/ 82547 h 100626"/>
                          <a:gd name="connsiteX7" fmla="*/ 53627 w 79052"/>
                          <a:gd name="connsiteY7" fmla="*/ 43495 h 100626"/>
                          <a:gd name="connsiteX8" fmla="*/ 31338 w 79052"/>
                          <a:gd name="connsiteY8" fmla="*/ 6252 h 100626"/>
                          <a:gd name="connsiteX9" fmla="*/ 1335 w 79052"/>
                          <a:gd name="connsiteY9" fmla="*/ 7300 h 100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9052" h="100626">
                            <a:moveTo>
                              <a:pt x="1335" y="7300"/>
                            </a:moveTo>
                            <a:cubicBezTo>
                              <a:pt x="-856" y="13682"/>
                              <a:pt x="-285" y="16730"/>
                              <a:pt x="2573" y="24445"/>
                            </a:cubicBezTo>
                            <a:cubicBezTo>
                              <a:pt x="7907" y="39018"/>
                              <a:pt x="12384" y="51210"/>
                              <a:pt x="24480" y="65498"/>
                            </a:cubicBezTo>
                            <a:cubicBezTo>
                              <a:pt x="27909" y="70069"/>
                              <a:pt x="33719" y="76451"/>
                              <a:pt x="39339" y="81690"/>
                            </a:cubicBezTo>
                            <a:cubicBezTo>
                              <a:pt x="45149" y="87024"/>
                              <a:pt x="51341" y="91786"/>
                              <a:pt x="57341" y="95215"/>
                            </a:cubicBezTo>
                            <a:cubicBezTo>
                              <a:pt x="66200" y="100359"/>
                              <a:pt x="76296" y="103312"/>
                              <a:pt x="78773" y="97216"/>
                            </a:cubicBezTo>
                            <a:cubicBezTo>
                              <a:pt x="80297" y="93501"/>
                              <a:pt x="75248" y="87976"/>
                              <a:pt x="72296" y="82547"/>
                            </a:cubicBezTo>
                            <a:cubicBezTo>
                              <a:pt x="65343" y="69784"/>
                              <a:pt x="58580" y="57973"/>
                              <a:pt x="53627" y="43495"/>
                            </a:cubicBezTo>
                            <a:cubicBezTo>
                              <a:pt x="48864" y="30922"/>
                              <a:pt x="45530" y="16539"/>
                              <a:pt x="31338" y="6252"/>
                            </a:cubicBezTo>
                            <a:cubicBezTo>
                              <a:pt x="18670" y="-2797"/>
                              <a:pt x="4287" y="-1654"/>
                              <a:pt x="1335" y="730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56" name="Forme libre : forme 12355">
                        <a:extLst>
                          <a:ext uri="{FF2B5EF4-FFF2-40B4-BE49-F238E27FC236}">
                            <a16:creationId xmlns:a16="http://schemas.microsoft.com/office/drawing/2014/main" id="{345954B7-7F63-4CB1-B1C9-B202F543A0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48629" y="2908391"/>
                        <a:ext cx="35213" cy="22917"/>
                      </a:xfrm>
                      <a:custGeom>
                        <a:avLst/>
                        <a:gdLst>
                          <a:gd name="connsiteX0" fmla="*/ 5168 w 35213"/>
                          <a:gd name="connsiteY0" fmla="*/ 734 h 22917"/>
                          <a:gd name="connsiteX1" fmla="*/ 691 w 35213"/>
                          <a:gd name="connsiteY1" fmla="*/ 258 h 22917"/>
                          <a:gd name="connsiteX2" fmla="*/ 1262 w 35213"/>
                          <a:gd name="connsiteY2" fmla="*/ 3973 h 22917"/>
                          <a:gd name="connsiteX3" fmla="*/ 6596 w 35213"/>
                          <a:gd name="connsiteY3" fmla="*/ 8830 h 22917"/>
                          <a:gd name="connsiteX4" fmla="*/ 21169 w 35213"/>
                          <a:gd name="connsiteY4" fmla="*/ 18832 h 22917"/>
                          <a:gd name="connsiteX5" fmla="*/ 26980 w 35213"/>
                          <a:gd name="connsiteY5" fmla="*/ 21880 h 22917"/>
                          <a:gd name="connsiteX6" fmla="*/ 29647 w 35213"/>
                          <a:gd name="connsiteY6" fmla="*/ 12926 h 22917"/>
                          <a:gd name="connsiteX7" fmla="*/ 5168 w 35213"/>
                          <a:gd name="connsiteY7" fmla="*/ 734 h 229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213" h="22917">
                            <a:moveTo>
                              <a:pt x="5168" y="734"/>
                            </a:moveTo>
                            <a:cubicBezTo>
                              <a:pt x="3262" y="163"/>
                              <a:pt x="1929" y="-313"/>
                              <a:pt x="691" y="258"/>
                            </a:cubicBezTo>
                            <a:cubicBezTo>
                              <a:pt x="-547" y="734"/>
                              <a:pt x="24" y="2354"/>
                              <a:pt x="1262" y="3973"/>
                            </a:cubicBezTo>
                            <a:cubicBezTo>
                              <a:pt x="2501" y="5592"/>
                              <a:pt x="4786" y="7402"/>
                              <a:pt x="6596" y="8830"/>
                            </a:cubicBezTo>
                            <a:cubicBezTo>
                              <a:pt x="11263" y="12355"/>
                              <a:pt x="16312" y="15974"/>
                              <a:pt x="21169" y="18832"/>
                            </a:cubicBezTo>
                            <a:cubicBezTo>
                              <a:pt x="23170" y="20070"/>
                              <a:pt x="24979" y="21118"/>
                              <a:pt x="26980" y="21880"/>
                            </a:cubicBezTo>
                            <a:cubicBezTo>
                              <a:pt x="35267" y="25023"/>
                              <a:pt x="39172" y="20737"/>
                              <a:pt x="29647" y="12926"/>
                            </a:cubicBezTo>
                            <a:cubicBezTo>
                              <a:pt x="22884" y="7497"/>
                              <a:pt x="12883" y="3211"/>
                              <a:pt x="5168" y="73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57" name="Forme libre : forme 12356">
                        <a:extLst>
                          <a:ext uri="{FF2B5EF4-FFF2-40B4-BE49-F238E27FC236}">
                            <a16:creationId xmlns:a16="http://schemas.microsoft.com/office/drawing/2014/main" id="{2D7F6278-ECCA-407C-A70D-5028E683B7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84086" y="3004375"/>
                        <a:ext cx="63817" cy="22280"/>
                      </a:xfrm>
                      <a:custGeom>
                        <a:avLst/>
                        <a:gdLst>
                          <a:gd name="connsiteX0" fmla="*/ 63818 w 63817"/>
                          <a:gd name="connsiteY0" fmla="*/ 21241 h 22280"/>
                          <a:gd name="connsiteX1" fmla="*/ 0 w 63817"/>
                          <a:gd name="connsiteY1" fmla="*/ 0 h 22280"/>
                          <a:gd name="connsiteX2" fmla="*/ 63818 w 63817"/>
                          <a:gd name="connsiteY2" fmla="*/ 21241 h 222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3817" h="22280">
                            <a:moveTo>
                              <a:pt x="63818" y="21241"/>
                            </a:moveTo>
                            <a:cubicBezTo>
                              <a:pt x="48006" y="26479"/>
                              <a:pt x="18002" y="10763"/>
                              <a:pt x="0" y="0"/>
                            </a:cubicBezTo>
                            <a:cubicBezTo>
                              <a:pt x="19621" y="11716"/>
                              <a:pt x="45053" y="19145"/>
                              <a:pt x="63818" y="2124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58" name="Forme libre : forme 12357">
                        <a:extLst>
                          <a:ext uri="{FF2B5EF4-FFF2-40B4-BE49-F238E27FC236}">
                            <a16:creationId xmlns:a16="http://schemas.microsoft.com/office/drawing/2014/main" id="{DD56A759-063D-42C6-911C-BFC93107C9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15983" y="2878740"/>
                        <a:ext cx="68103" cy="25908"/>
                      </a:xfrm>
                      <a:custGeom>
                        <a:avLst/>
                        <a:gdLst>
                          <a:gd name="connsiteX0" fmla="*/ 68104 w 68103"/>
                          <a:gd name="connsiteY0" fmla="*/ 25908 h 25908"/>
                          <a:gd name="connsiteX1" fmla="*/ 0 w 68103"/>
                          <a:gd name="connsiteY1" fmla="*/ 0 h 25908"/>
                          <a:gd name="connsiteX2" fmla="*/ 68104 w 68103"/>
                          <a:gd name="connsiteY2" fmla="*/ 25908 h 259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103" h="25908">
                            <a:moveTo>
                              <a:pt x="68104" y="25908"/>
                            </a:moveTo>
                            <a:cubicBezTo>
                              <a:pt x="46863" y="9430"/>
                              <a:pt x="21336" y="2191"/>
                              <a:pt x="0" y="0"/>
                            </a:cubicBezTo>
                            <a:cubicBezTo>
                              <a:pt x="20098" y="1048"/>
                              <a:pt x="48006" y="14383"/>
                              <a:pt x="68104" y="2590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59" name="Forme libre : forme 12358">
                        <a:extLst>
                          <a:ext uri="{FF2B5EF4-FFF2-40B4-BE49-F238E27FC236}">
                            <a16:creationId xmlns:a16="http://schemas.microsoft.com/office/drawing/2014/main" id="{81336267-3744-4E4B-9E2C-AF28BA9651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90290" y="2952624"/>
                        <a:ext cx="23871" cy="28080"/>
                      </a:xfrm>
                      <a:custGeom>
                        <a:avLst/>
                        <a:gdLst>
                          <a:gd name="connsiteX0" fmla="*/ 22752 w 23871"/>
                          <a:gd name="connsiteY0" fmla="*/ 28034 h 28080"/>
                          <a:gd name="connsiteX1" fmla="*/ 6940 w 23871"/>
                          <a:gd name="connsiteY1" fmla="*/ 14223 h 28080"/>
                          <a:gd name="connsiteX2" fmla="*/ 1416 w 23871"/>
                          <a:gd name="connsiteY2" fmla="*/ 30 h 28080"/>
                          <a:gd name="connsiteX3" fmla="*/ 16180 w 23871"/>
                          <a:gd name="connsiteY3" fmla="*/ 13175 h 28080"/>
                          <a:gd name="connsiteX4" fmla="*/ 22752 w 23871"/>
                          <a:gd name="connsiteY4" fmla="*/ 28034 h 28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871" h="28080">
                            <a:moveTo>
                              <a:pt x="22752" y="28034"/>
                            </a:moveTo>
                            <a:cubicBezTo>
                              <a:pt x="18561" y="28891"/>
                              <a:pt x="9607" y="17651"/>
                              <a:pt x="6940" y="14223"/>
                            </a:cubicBezTo>
                            <a:cubicBezTo>
                              <a:pt x="4273" y="10793"/>
                              <a:pt x="-3061" y="697"/>
                              <a:pt x="1416" y="30"/>
                            </a:cubicBezTo>
                            <a:cubicBezTo>
                              <a:pt x="5892" y="-636"/>
                              <a:pt x="13608" y="9936"/>
                              <a:pt x="16180" y="13175"/>
                            </a:cubicBezTo>
                            <a:cubicBezTo>
                              <a:pt x="18561" y="16509"/>
                              <a:pt x="26848" y="27176"/>
                              <a:pt x="22752" y="2803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60" name="Forme libre : forme 12359">
                        <a:extLst>
                          <a:ext uri="{FF2B5EF4-FFF2-40B4-BE49-F238E27FC236}">
                            <a16:creationId xmlns:a16="http://schemas.microsoft.com/office/drawing/2014/main" id="{6246CBE8-105D-42F8-9437-E81ED9F5F3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10313" y="2976363"/>
                        <a:ext cx="7448" cy="7911"/>
                      </a:xfrm>
                      <a:custGeom>
                        <a:avLst/>
                        <a:gdLst>
                          <a:gd name="connsiteX0" fmla="*/ 7301 w 7448"/>
                          <a:gd name="connsiteY0" fmla="*/ 7533 h 7911"/>
                          <a:gd name="connsiteX1" fmla="*/ 2824 w 7448"/>
                          <a:gd name="connsiteY1" fmla="*/ 5438 h 7911"/>
                          <a:gd name="connsiteX2" fmla="*/ 157 w 7448"/>
                          <a:gd name="connsiteY2" fmla="*/ 390 h 7911"/>
                          <a:gd name="connsiteX3" fmla="*/ 4539 w 7448"/>
                          <a:gd name="connsiteY3" fmla="*/ 2390 h 7911"/>
                          <a:gd name="connsiteX4" fmla="*/ 7301 w 7448"/>
                          <a:gd name="connsiteY4" fmla="*/ 7533 h 7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48" h="7911">
                            <a:moveTo>
                              <a:pt x="7301" y="7533"/>
                            </a:moveTo>
                            <a:cubicBezTo>
                              <a:pt x="6539" y="8772"/>
                              <a:pt x="4062" y="6676"/>
                              <a:pt x="2824" y="5438"/>
                            </a:cubicBezTo>
                            <a:cubicBezTo>
                              <a:pt x="1586" y="4200"/>
                              <a:pt x="-605" y="1628"/>
                              <a:pt x="157" y="390"/>
                            </a:cubicBezTo>
                            <a:cubicBezTo>
                              <a:pt x="919" y="-848"/>
                              <a:pt x="3301" y="1152"/>
                              <a:pt x="4539" y="2390"/>
                            </a:cubicBezTo>
                            <a:cubicBezTo>
                              <a:pt x="5682" y="3628"/>
                              <a:pt x="8063" y="6295"/>
                              <a:pt x="7301" y="753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61" name="Forme libre : forme 12360">
                        <a:extLst>
                          <a:ext uri="{FF2B5EF4-FFF2-40B4-BE49-F238E27FC236}">
                            <a16:creationId xmlns:a16="http://schemas.microsoft.com/office/drawing/2014/main" id="{E578BB38-C5D0-4B5E-B7CC-246E5FF46B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4606" y="2937695"/>
                        <a:ext cx="45833" cy="80574"/>
                      </a:xfrm>
                      <a:custGeom>
                        <a:avLst/>
                        <a:gdLst>
                          <a:gd name="connsiteX0" fmla="*/ 40345 w 45833"/>
                          <a:gd name="connsiteY0" fmla="*/ 52964 h 80574"/>
                          <a:gd name="connsiteX1" fmla="*/ 45774 w 45833"/>
                          <a:gd name="connsiteY1" fmla="*/ 78205 h 80574"/>
                          <a:gd name="connsiteX2" fmla="*/ 37297 w 45833"/>
                          <a:gd name="connsiteY2" fmla="*/ 78300 h 80574"/>
                          <a:gd name="connsiteX3" fmla="*/ 31963 w 45833"/>
                          <a:gd name="connsiteY3" fmla="*/ 68585 h 80574"/>
                          <a:gd name="connsiteX4" fmla="*/ 18914 w 45833"/>
                          <a:gd name="connsiteY4" fmla="*/ 37628 h 80574"/>
                          <a:gd name="connsiteX5" fmla="*/ 2531 w 45833"/>
                          <a:gd name="connsiteY5" fmla="*/ 5 h 80574"/>
                          <a:gd name="connsiteX6" fmla="*/ 33868 w 45833"/>
                          <a:gd name="connsiteY6" fmla="*/ 31247 h 80574"/>
                          <a:gd name="connsiteX7" fmla="*/ 40345 w 45833"/>
                          <a:gd name="connsiteY7" fmla="*/ 52964 h 805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5833" h="80574">
                            <a:moveTo>
                              <a:pt x="40345" y="52964"/>
                            </a:moveTo>
                            <a:cubicBezTo>
                              <a:pt x="43774" y="62584"/>
                              <a:pt x="46251" y="69632"/>
                              <a:pt x="45774" y="78205"/>
                            </a:cubicBezTo>
                            <a:cubicBezTo>
                              <a:pt x="45584" y="81348"/>
                              <a:pt x="40822" y="81348"/>
                              <a:pt x="37297" y="78300"/>
                            </a:cubicBezTo>
                            <a:cubicBezTo>
                              <a:pt x="33868" y="75252"/>
                              <a:pt x="32916" y="71918"/>
                              <a:pt x="31963" y="68585"/>
                            </a:cubicBezTo>
                            <a:cubicBezTo>
                              <a:pt x="28820" y="58107"/>
                              <a:pt x="24248" y="48296"/>
                              <a:pt x="18914" y="37628"/>
                            </a:cubicBezTo>
                            <a:cubicBezTo>
                              <a:pt x="15580" y="31056"/>
                              <a:pt x="-7566" y="576"/>
                              <a:pt x="2531" y="5"/>
                            </a:cubicBezTo>
                            <a:cubicBezTo>
                              <a:pt x="12913" y="-376"/>
                              <a:pt x="29391" y="22579"/>
                              <a:pt x="33868" y="31247"/>
                            </a:cubicBezTo>
                            <a:cubicBezTo>
                              <a:pt x="38345" y="40105"/>
                              <a:pt x="37869" y="45725"/>
                              <a:pt x="40345" y="5296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91" name="Graphique 1">
                      <a:extLst>
                        <a:ext uri="{FF2B5EF4-FFF2-40B4-BE49-F238E27FC236}">
                          <a16:creationId xmlns:a16="http://schemas.microsoft.com/office/drawing/2014/main" id="{2CA165F7-89E3-4333-B22D-CCD8622CBF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252816" y="3019231"/>
                      <a:ext cx="189922" cy="114112"/>
                      <a:chOff x="2252816" y="3019231"/>
                      <a:chExt cx="189922" cy="114112"/>
                    </a:xfrm>
                    <a:solidFill>
                      <a:schemeClr val="accent1"/>
                    </a:solidFill>
                  </p:grpSpPr>
                  <p:sp>
                    <p:nvSpPr>
                      <p:cNvPr id="12338" name="Forme libre : forme 12337">
                        <a:extLst>
                          <a:ext uri="{FF2B5EF4-FFF2-40B4-BE49-F238E27FC236}">
                            <a16:creationId xmlns:a16="http://schemas.microsoft.com/office/drawing/2014/main" id="{671508C6-7FFC-48CA-82D4-2514376DA9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52817" y="3019231"/>
                        <a:ext cx="189920" cy="114112"/>
                      </a:xfrm>
                      <a:custGeom>
                        <a:avLst/>
                        <a:gdLst>
                          <a:gd name="connsiteX0" fmla="*/ 115768 w 189920"/>
                          <a:gd name="connsiteY0" fmla="*/ 113256 h 114112"/>
                          <a:gd name="connsiteX1" fmla="*/ 73954 w 189920"/>
                          <a:gd name="connsiteY1" fmla="*/ 101540 h 114112"/>
                          <a:gd name="connsiteX2" fmla="*/ 37568 w 189920"/>
                          <a:gd name="connsiteY2" fmla="*/ 81061 h 114112"/>
                          <a:gd name="connsiteX3" fmla="*/ 39 w 189920"/>
                          <a:gd name="connsiteY3" fmla="*/ 15434 h 114112"/>
                          <a:gd name="connsiteX4" fmla="*/ 15184 w 189920"/>
                          <a:gd name="connsiteY4" fmla="*/ 4 h 114112"/>
                          <a:gd name="connsiteX5" fmla="*/ 80049 w 189920"/>
                          <a:gd name="connsiteY5" fmla="*/ 18672 h 114112"/>
                          <a:gd name="connsiteX6" fmla="*/ 103671 w 189920"/>
                          <a:gd name="connsiteY6" fmla="*/ 30674 h 114112"/>
                          <a:gd name="connsiteX7" fmla="*/ 116435 w 189920"/>
                          <a:gd name="connsiteY7" fmla="*/ 35722 h 114112"/>
                          <a:gd name="connsiteX8" fmla="*/ 126912 w 189920"/>
                          <a:gd name="connsiteY8" fmla="*/ 38865 h 114112"/>
                          <a:gd name="connsiteX9" fmla="*/ 153678 w 189920"/>
                          <a:gd name="connsiteY9" fmla="*/ 48295 h 114112"/>
                          <a:gd name="connsiteX10" fmla="*/ 165870 w 189920"/>
                          <a:gd name="connsiteY10" fmla="*/ 54677 h 114112"/>
                          <a:gd name="connsiteX11" fmla="*/ 179395 w 189920"/>
                          <a:gd name="connsiteY11" fmla="*/ 61725 h 114112"/>
                          <a:gd name="connsiteX12" fmla="*/ 189015 w 189920"/>
                          <a:gd name="connsiteY12" fmla="*/ 80395 h 114112"/>
                          <a:gd name="connsiteX13" fmla="*/ 179300 w 189920"/>
                          <a:gd name="connsiteY13" fmla="*/ 94491 h 114112"/>
                          <a:gd name="connsiteX14" fmla="*/ 164155 w 189920"/>
                          <a:gd name="connsiteY14" fmla="*/ 105826 h 114112"/>
                          <a:gd name="connsiteX15" fmla="*/ 142914 w 189920"/>
                          <a:gd name="connsiteY15" fmla="*/ 112780 h 114112"/>
                          <a:gd name="connsiteX16" fmla="*/ 129960 w 189920"/>
                          <a:gd name="connsiteY16" fmla="*/ 114113 h 114112"/>
                          <a:gd name="connsiteX17" fmla="*/ 115768 w 189920"/>
                          <a:gd name="connsiteY17" fmla="*/ 113256 h 1141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89920" h="114112">
                            <a:moveTo>
                              <a:pt x="115768" y="113256"/>
                            </a:moveTo>
                            <a:cubicBezTo>
                              <a:pt x="105100" y="112113"/>
                              <a:pt x="89003" y="107731"/>
                              <a:pt x="73954" y="101540"/>
                            </a:cubicBezTo>
                            <a:cubicBezTo>
                              <a:pt x="59190" y="94968"/>
                              <a:pt x="45569" y="86872"/>
                              <a:pt x="37568" y="81061"/>
                            </a:cubicBezTo>
                            <a:cubicBezTo>
                              <a:pt x="8231" y="59154"/>
                              <a:pt x="2135" y="38675"/>
                              <a:pt x="39" y="15434"/>
                            </a:cubicBezTo>
                            <a:cubicBezTo>
                              <a:pt x="-627" y="7338"/>
                              <a:pt x="7279" y="-187"/>
                              <a:pt x="15184" y="4"/>
                            </a:cubicBezTo>
                            <a:cubicBezTo>
                              <a:pt x="37854" y="575"/>
                              <a:pt x="57094" y="5338"/>
                              <a:pt x="80049" y="18672"/>
                            </a:cubicBezTo>
                            <a:cubicBezTo>
                              <a:pt x="86146" y="21911"/>
                              <a:pt x="94908" y="26769"/>
                              <a:pt x="103671" y="30674"/>
                            </a:cubicBezTo>
                            <a:cubicBezTo>
                              <a:pt x="108053" y="32579"/>
                              <a:pt x="112434" y="34008"/>
                              <a:pt x="116435" y="35722"/>
                            </a:cubicBezTo>
                            <a:cubicBezTo>
                              <a:pt x="120435" y="36770"/>
                              <a:pt x="124055" y="37818"/>
                              <a:pt x="126912" y="38865"/>
                            </a:cubicBezTo>
                            <a:cubicBezTo>
                              <a:pt x="137676" y="41056"/>
                              <a:pt x="145677" y="44771"/>
                              <a:pt x="153678" y="48295"/>
                            </a:cubicBezTo>
                            <a:cubicBezTo>
                              <a:pt x="157678" y="50296"/>
                              <a:pt x="161774" y="52677"/>
                              <a:pt x="165870" y="54677"/>
                            </a:cubicBezTo>
                            <a:cubicBezTo>
                              <a:pt x="170061" y="56677"/>
                              <a:pt x="174633" y="59725"/>
                              <a:pt x="179395" y="61725"/>
                            </a:cubicBezTo>
                            <a:cubicBezTo>
                              <a:pt x="185872" y="64773"/>
                              <a:pt x="192349" y="73346"/>
                              <a:pt x="189015" y="80395"/>
                            </a:cubicBezTo>
                            <a:cubicBezTo>
                              <a:pt x="186634" y="85538"/>
                              <a:pt x="183491" y="90396"/>
                              <a:pt x="179300" y="94491"/>
                            </a:cubicBezTo>
                            <a:cubicBezTo>
                              <a:pt x="175109" y="98492"/>
                              <a:pt x="170346" y="103159"/>
                              <a:pt x="164155" y="105826"/>
                            </a:cubicBezTo>
                            <a:cubicBezTo>
                              <a:pt x="158059" y="108684"/>
                              <a:pt x="151011" y="111827"/>
                              <a:pt x="142914" y="112780"/>
                            </a:cubicBezTo>
                            <a:cubicBezTo>
                              <a:pt x="138819" y="113351"/>
                              <a:pt x="134532" y="114018"/>
                              <a:pt x="129960" y="114113"/>
                            </a:cubicBezTo>
                            <a:cubicBezTo>
                              <a:pt x="125484" y="114018"/>
                              <a:pt x="120721" y="113732"/>
                              <a:pt x="115768" y="11325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39" name="Forme libre : forme 12338">
                        <a:extLst>
                          <a:ext uri="{FF2B5EF4-FFF2-40B4-BE49-F238E27FC236}">
                            <a16:creationId xmlns:a16="http://schemas.microsoft.com/office/drawing/2014/main" id="{26B4DE3F-3EF7-4646-8F17-294544E3A0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52816" y="3025330"/>
                        <a:ext cx="189016" cy="107653"/>
                      </a:xfrm>
                      <a:custGeom>
                        <a:avLst/>
                        <a:gdLst>
                          <a:gd name="connsiteX0" fmla="*/ 61858 w 189016"/>
                          <a:gd name="connsiteY0" fmla="*/ 58103 h 107653"/>
                          <a:gd name="connsiteX1" fmla="*/ 2994 w 189016"/>
                          <a:gd name="connsiteY1" fmla="*/ 0 h 107653"/>
                          <a:gd name="connsiteX2" fmla="*/ 41 w 189016"/>
                          <a:gd name="connsiteY2" fmla="*/ 9144 h 107653"/>
                          <a:gd name="connsiteX3" fmla="*/ 1565 w 189016"/>
                          <a:gd name="connsiteY3" fmla="*/ 20955 h 107653"/>
                          <a:gd name="connsiteX4" fmla="*/ 15662 w 189016"/>
                          <a:gd name="connsiteY4" fmla="*/ 53626 h 107653"/>
                          <a:gd name="connsiteX5" fmla="*/ 37569 w 189016"/>
                          <a:gd name="connsiteY5" fmla="*/ 74676 h 107653"/>
                          <a:gd name="connsiteX6" fmla="*/ 48523 w 189016"/>
                          <a:gd name="connsiteY6" fmla="*/ 81820 h 107653"/>
                          <a:gd name="connsiteX7" fmla="*/ 109197 w 189016"/>
                          <a:gd name="connsiteY7" fmla="*/ 105918 h 107653"/>
                          <a:gd name="connsiteX8" fmla="*/ 115770 w 189016"/>
                          <a:gd name="connsiteY8" fmla="*/ 106871 h 107653"/>
                          <a:gd name="connsiteX9" fmla="*/ 152536 w 189016"/>
                          <a:gd name="connsiteY9" fmla="*/ 104299 h 107653"/>
                          <a:gd name="connsiteX10" fmla="*/ 170634 w 189016"/>
                          <a:gd name="connsiteY10" fmla="*/ 95441 h 107653"/>
                          <a:gd name="connsiteX11" fmla="*/ 183397 w 189016"/>
                          <a:gd name="connsiteY11" fmla="*/ 83344 h 107653"/>
                          <a:gd name="connsiteX12" fmla="*/ 188921 w 189016"/>
                          <a:gd name="connsiteY12" fmla="*/ 74009 h 107653"/>
                          <a:gd name="connsiteX13" fmla="*/ 189017 w 189016"/>
                          <a:gd name="connsiteY13" fmla="*/ 73628 h 107653"/>
                          <a:gd name="connsiteX14" fmla="*/ 123390 w 189016"/>
                          <a:gd name="connsiteY14" fmla="*/ 79534 h 107653"/>
                          <a:gd name="connsiteX15" fmla="*/ 61858 w 189016"/>
                          <a:gd name="connsiteY15" fmla="*/ 58103 h 1076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89016" h="107653">
                            <a:moveTo>
                              <a:pt x="61858" y="58103"/>
                            </a:moveTo>
                            <a:cubicBezTo>
                              <a:pt x="35379" y="44577"/>
                              <a:pt x="11757" y="22955"/>
                              <a:pt x="2994" y="0"/>
                            </a:cubicBezTo>
                            <a:cubicBezTo>
                              <a:pt x="993" y="2667"/>
                              <a:pt x="-245" y="5810"/>
                              <a:pt x="41" y="9144"/>
                            </a:cubicBezTo>
                            <a:cubicBezTo>
                              <a:pt x="422" y="13145"/>
                              <a:pt x="898" y="17145"/>
                              <a:pt x="1565" y="20955"/>
                            </a:cubicBezTo>
                            <a:cubicBezTo>
                              <a:pt x="3660" y="32004"/>
                              <a:pt x="7661" y="42767"/>
                              <a:pt x="15662" y="53626"/>
                            </a:cubicBezTo>
                            <a:cubicBezTo>
                              <a:pt x="20996" y="60579"/>
                              <a:pt x="27949" y="67723"/>
                              <a:pt x="37569" y="74676"/>
                            </a:cubicBezTo>
                            <a:cubicBezTo>
                              <a:pt x="40332" y="76867"/>
                              <a:pt x="44427" y="79248"/>
                              <a:pt x="48523" y="81820"/>
                            </a:cubicBezTo>
                            <a:cubicBezTo>
                              <a:pt x="64906" y="92202"/>
                              <a:pt x="90814" y="102965"/>
                              <a:pt x="109197" y="105918"/>
                            </a:cubicBezTo>
                            <a:cubicBezTo>
                              <a:pt x="111483" y="106489"/>
                              <a:pt x="113769" y="106585"/>
                              <a:pt x="115770" y="106871"/>
                            </a:cubicBezTo>
                            <a:cubicBezTo>
                              <a:pt x="129771" y="108680"/>
                              <a:pt x="142249" y="107156"/>
                              <a:pt x="152536" y="104299"/>
                            </a:cubicBezTo>
                            <a:cubicBezTo>
                              <a:pt x="159489" y="101727"/>
                              <a:pt x="165585" y="99060"/>
                              <a:pt x="170634" y="95441"/>
                            </a:cubicBezTo>
                            <a:cubicBezTo>
                              <a:pt x="175682" y="91630"/>
                              <a:pt x="179873" y="87535"/>
                              <a:pt x="183397" y="83344"/>
                            </a:cubicBezTo>
                            <a:cubicBezTo>
                              <a:pt x="185588" y="80581"/>
                              <a:pt x="187398" y="77153"/>
                              <a:pt x="188921" y="74009"/>
                            </a:cubicBezTo>
                            <a:lnTo>
                              <a:pt x="189017" y="73628"/>
                            </a:lnTo>
                            <a:cubicBezTo>
                              <a:pt x="168443" y="81058"/>
                              <a:pt x="145297" y="83058"/>
                              <a:pt x="123390" y="79534"/>
                            </a:cubicBezTo>
                            <a:cubicBezTo>
                              <a:pt x="101292" y="76200"/>
                              <a:pt x="80718" y="67913"/>
                              <a:pt x="61858" y="5810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40" name="Forme libre : forme 12339">
                        <a:extLst>
                          <a:ext uri="{FF2B5EF4-FFF2-40B4-BE49-F238E27FC236}">
                            <a16:creationId xmlns:a16="http://schemas.microsoft.com/office/drawing/2014/main" id="{36B404AC-E9D0-4382-BD99-F05812408A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11253" y="3067523"/>
                        <a:ext cx="91633" cy="40765"/>
                      </a:xfrm>
                      <a:custGeom>
                        <a:avLst/>
                        <a:gdLst>
                          <a:gd name="connsiteX0" fmla="*/ 91622 w 91633"/>
                          <a:gd name="connsiteY0" fmla="*/ 31530 h 40765"/>
                          <a:gd name="connsiteX1" fmla="*/ 85717 w 91633"/>
                          <a:gd name="connsiteY1" fmla="*/ 37722 h 40765"/>
                          <a:gd name="connsiteX2" fmla="*/ 70286 w 91633"/>
                          <a:gd name="connsiteY2" fmla="*/ 40674 h 40765"/>
                          <a:gd name="connsiteX3" fmla="*/ 37996 w 91633"/>
                          <a:gd name="connsiteY3" fmla="*/ 35912 h 40765"/>
                          <a:gd name="connsiteX4" fmla="*/ 25423 w 91633"/>
                          <a:gd name="connsiteY4" fmla="*/ 30673 h 40765"/>
                          <a:gd name="connsiteX5" fmla="*/ 11707 w 91633"/>
                          <a:gd name="connsiteY5" fmla="*/ 21815 h 40765"/>
                          <a:gd name="connsiteX6" fmla="*/ 753 w 91633"/>
                          <a:gd name="connsiteY6" fmla="*/ 2860 h 40765"/>
                          <a:gd name="connsiteX7" fmla="*/ 21327 w 91633"/>
                          <a:gd name="connsiteY7" fmla="*/ 3241 h 40765"/>
                          <a:gd name="connsiteX8" fmla="*/ 34948 w 91633"/>
                          <a:gd name="connsiteY8" fmla="*/ 8289 h 40765"/>
                          <a:gd name="connsiteX9" fmla="*/ 45711 w 91633"/>
                          <a:gd name="connsiteY9" fmla="*/ 12194 h 40765"/>
                          <a:gd name="connsiteX10" fmla="*/ 56951 w 91633"/>
                          <a:gd name="connsiteY10" fmla="*/ 16100 h 40765"/>
                          <a:gd name="connsiteX11" fmla="*/ 71810 w 91633"/>
                          <a:gd name="connsiteY11" fmla="*/ 20672 h 40765"/>
                          <a:gd name="connsiteX12" fmla="*/ 85240 w 91633"/>
                          <a:gd name="connsiteY12" fmla="*/ 25149 h 40765"/>
                          <a:gd name="connsiteX13" fmla="*/ 91622 w 91633"/>
                          <a:gd name="connsiteY13" fmla="*/ 31530 h 40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91633" h="40765">
                            <a:moveTo>
                              <a:pt x="91622" y="31530"/>
                            </a:moveTo>
                            <a:cubicBezTo>
                              <a:pt x="91812" y="34102"/>
                              <a:pt x="89622" y="36198"/>
                              <a:pt x="85717" y="37722"/>
                            </a:cubicBezTo>
                            <a:cubicBezTo>
                              <a:pt x="81907" y="39055"/>
                              <a:pt x="76287" y="40865"/>
                              <a:pt x="70286" y="40674"/>
                            </a:cubicBezTo>
                            <a:cubicBezTo>
                              <a:pt x="58189" y="41341"/>
                              <a:pt x="44569" y="38198"/>
                              <a:pt x="37996" y="35912"/>
                            </a:cubicBezTo>
                            <a:cubicBezTo>
                              <a:pt x="34758" y="34769"/>
                              <a:pt x="30281" y="32959"/>
                              <a:pt x="25423" y="30673"/>
                            </a:cubicBezTo>
                            <a:cubicBezTo>
                              <a:pt x="20851" y="28101"/>
                              <a:pt x="15994" y="24958"/>
                              <a:pt x="11707" y="21815"/>
                            </a:cubicBezTo>
                            <a:cubicBezTo>
                              <a:pt x="3516" y="14957"/>
                              <a:pt x="-2104" y="7623"/>
                              <a:pt x="753" y="2860"/>
                            </a:cubicBezTo>
                            <a:cubicBezTo>
                              <a:pt x="3611" y="-1807"/>
                              <a:pt x="12279" y="-93"/>
                              <a:pt x="21327" y="3241"/>
                            </a:cubicBezTo>
                            <a:cubicBezTo>
                              <a:pt x="25995" y="4670"/>
                              <a:pt x="30757" y="6480"/>
                              <a:pt x="34948" y="8289"/>
                            </a:cubicBezTo>
                            <a:cubicBezTo>
                              <a:pt x="39330" y="9718"/>
                              <a:pt x="43140" y="11147"/>
                              <a:pt x="45711" y="12194"/>
                            </a:cubicBezTo>
                            <a:cubicBezTo>
                              <a:pt x="48283" y="13433"/>
                              <a:pt x="52379" y="14576"/>
                              <a:pt x="56951" y="16100"/>
                            </a:cubicBezTo>
                            <a:cubicBezTo>
                              <a:pt x="61523" y="17910"/>
                              <a:pt x="66857" y="19148"/>
                              <a:pt x="71810" y="20672"/>
                            </a:cubicBezTo>
                            <a:cubicBezTo>
                              <a:pt x="76763" y="22577"/>
                              <a:pt x="81621" y="23339"/>
                              <a:pt x="85240" y="25149"/>
                            </a:cubicBezTo>
                            <a:cubicBezTo>
                              <a:pt x="88860" y="27054"/>
                              <a:pt x="91432" y="29149"/>
                              <a:pt x="91622" y="3153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41" name="Forme libre : forme 12340">
                        <a:extLst>
                          <a:ext uri="{FF2B5EF4-FFF2-40B4-BE49-F238E27FC236}">
                            <a16:creationId xmlns:a16="http://schemas.microsoft.com/office/drawing/2014/main" id="{D54A4F64-5E2A-4AA8-B15C-F8C6B5A653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11362" y="3067408"/>
                        <a:ext cx="60557" cy="40408"/>
                      </a:xfrm>
                      <a:custGeom>
                        <a:avLst/>
                        <a:gdLst>
                          <a:gd name="connsiteX0" fmla="*/ 22838 w 60557"/>
                          <a:gd name="connsiteY0" fmla="*/ 4309 h 40408"/>
                          <a:gd name="connsiteX1" fmla="*/ 264 w 60557"/>
                          <a:gd name="connsiteY1" fmla="*/ 2880 h 40408"/>
                          <a:gd name="connsiteX2" fmla="*/ 11694 w 60557"/>
                          <a:gd name="connsiteY2" fmla="*/ 22026 h 40408"/>
                          <a:gd name="connsiteX3" fmla="*/ 24934 w 60557"/>
                          <a:gd name="connsiteY3" fmla="*/ 30598 h 40408"/>
                          <a:gd name="connsiteX4" fmla="*/ 38554 w 60557"/>
                          <a:gd name="connsiteY4" fmla="*/ 36408 h 40408"/>
                          <a:gd name="connsiteX5" fmla="*/ 60557 w 60557"/>
                          <a:gd name="connsiteY5" fmla="*/ 40409 h 40408"/>
                          <a:gd name="connsiteX6" fmla="*/ 49127 w 60557"/>
                          <a:gd name="connsiteY6" fmla="*/ 37075 h 40408"/>
                          <a:gd name="connsiteX7" fmla="*/ 27982 w 60557"/>
                          <a:gd name="connsiteY7" fmla="*/ 22121 h 40408"/>
                          <a:gd name="connsiteX8" fmla="*/ 22838 w 60557"/>
                          <a:gd name="connsiteY8" fmla="*/ 4309 h 404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0557" h="40408">
                            <a:moveTo>
                              <a:pt x="22838" y="4309"/>
                            </a:moveTo>
                            <a:cubicBezTo>
                              <a:pt x="16837" y="3452"/>
                              <a:pt x="2074" y="-3978"/>
                              <a:pt x="264" y="2880"/>
                            </a:cubicBezTo>
                            <a:cubicBezTo>
                              <a:pt x="-1260" y="8500"/>
                              <a:pt x="3979" y="15453"/>
                              <a:pt x="11694" y="22026"/>
                            </a:cubicBezTo>
                            <a:cubicBezTo>
                              <a:pt x="15695" y="25074"/>
                              <a:pt x="20362" y="28026"/>
                              <a:pt x="24934" y="30598"/>
                            </a:cubicBezTo>
                            <a:cubicBezTo>
                              <a:pt x="29696" y="32884"/>
                              <a:pt x="34459" y="34789"/>
                              <a:pt x="38554" y="36408"/>
                            </a:cubicBezTo>
                            <a:cubicBezTo>
                              <a:pt x="43317" y="38123"/>
                              <a:pt x="54747" y="40313"/>
                              <a:pt x="60557" y="40409"/>
                            </a:cubicBezTo>
                            <a:cubicBezTo>
                              <a:pt x="57223" y="40028"/>
                              <a:pt x="51985" y="38313"/>
                              <a:pt x="49127" y="37075"/>
                            </a:cubicBezTo>
                            <a:cubicBezTo>
                              <a:pt x="41031" y="33551"/>
                              <a:pt x="33316" y="27550"/>
                              <a:pt x="27982" y="22121"/>
                            </a:cubicBezTo>
                            <a:cubicBezTo>
                              <a:pt x="22838" y="15834"/>
                              <a:pt x="20457" y="9834"/>
                              <a:pt x="22838" y="430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42" name="Forme libre : forme 12341">
                        <a:extLst>
                          <a:ext uri="{FF2B5EF4-FFF2-40B4-BE49-F238E27FC236}">
                            <a16:creationId xmlns:a16="http://schemas.microsoft.com/office/drawing/2014/main" id="{57BEBCDF-9230-4745-AF57-2AA651BC4D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14377" y="3072428"/>
                        <a:ext cx="93990" cy="39040"/>
                      </a:xfrm>
                      <a:custGeom>
                        <a:avLst/>
                        <a:gdLst>
                          <a:gd name="connsiteX0" fmla="*/ 93928 w 93990"/>
                          <a:gd name="connsiteY0" fmla="*/ 28626 h 39040"/>
                          <a:gd name="connsiteX1" fmla="*/ 86784 w 93990"/>
                          <a:gd name="connsiteY1" fmla="*/ 35484 h 39040"/>
                          <a:gd name="connsiteX2" fmla="*/ 71259 w 93990"/>
                          <a:gd name="connsiteY2" fmla="*/ 39008 h 39040"/>
                          <a:gd name="connsiteX3" fmla="*/ 53256 w 93990"/>
                          <a:gd name="connsiteY3" fmla="*/ 38437 h 39040"/>
                          <a:gd name="connsiteX4" fmla="*/ 38778 w 93990"/>
                          <a:gd name="connsiteY4" fmla="*/ 35484 h 39040"/>
                          <a:gd name="connsiteX5" fmla="*/ 11823 w 93990"/>
                          <a:gd name="connsiteY5" fmla="*/ 21959 h 39040"/>
                          <a:gd name="connsiteX6" fmla="*/ 583 w 93990"/>
                          <a:gd name="connsiteY6" fmla="*/ 3099 h 39040"/>
                          <a:gd name="connsiteX7" fmla="*/ 21252 w 93990"/>
                          <a:gd name="connsiteY7" fmla="*/ 3099 h 39040"/>
                          <a:gd name="connsiteX8" fmla="*/ 46112 w 93990"/>
                          <a:gd name="connsiteY8" fmla="*/ 11672 h 39040"/>
                          <a:gd name="connsiteX9" fmla="*/ 57924 w 93990"/>
                          <a:gd name="connsiteY9" fmla="*/ 15196 h 39040"/>
                          <a:gd name="connsiteX10" fmla="*/ 74116 w 93990"/>
                          <a:gd name="connsiteY10" fmla="*/ 19292 h 39040"/>
                          <a:gd name="connsiteX11" fmla="*/ 88499 w 93990"/>
                          <a:gd name="connsiteY11" fmla="*/ 23102 h 39040"/>
                          <a:gd name="connsiteX12" fmla="*/ 93928 w 93990"/>
                          <a:gd name="connsiteY12" fmla="*/ 28626 h 390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3990" h="39040">
                            <a:moveTo>
                              <a:pt x="93928" y="28626"/>
                            </a:moveTo>
                            <a:cubicBezTo>
                              <a:pt x="93452" y="31198"/>
                              <a:pt x="90785" y="33770"/>
                              <a:pt x="86784" y="35484"/>
                            </a:cubicBezTo>
                            <a:cubicBezTo>
                              <a:pt x="82688" y="37103"/>
                              <a:pt x="77259" y="38246"/>
                              <a:pt x="71259" y="39008"/>
                            </a:cubicBezTo>
                            <a:cubicBezTo>
                              <a:pt x="65448" y="39104"/>
                              <a:pt x="59067" y="39008"/>
                              <a:pt x="53256" y="38437"/>
                            </a:cubicBezTo>
                            <a:cubicBezTo>
                              <a:pt x="47636" y="37484"/>
                              <a:pt x="42493" y="36341"/>
                              <a:pt x="38778" y="35484"/>
                            </a:cubicBezTo>
                            <a:cubicBezTo>
                              <a:pt x="31539" y="33293"/>
                              <a:pt x="20014" y="28531"/>
                              <a:pt x="11823" y="21959"/>
                            </a:cubicBezTo>
                            <a:cubicBezTo>
                              <a:pt x="3345" y="15767"/>
                              <a:pt x="-1798" y="7957"/>
                              <a:pt x="583" y="3099"/>
                            </a:cubicBezTo>
                            <a:cubicBezTo>
                              <a:pt x="3060" y="-2140"/>
                              <a:pt x="11727" y="242"/>
                              <a:pt x="21252" y="3099"/>
                            </a:cubicBezTo>
                            <a:cubicBezTo>
                              <a:pt x="30968" y="6433"/>
                              <a:pt x="41160" y="9957"/>
                              <a:pt x="46112" y="11672"/>
                            </a:cubicBezTo>
                            <a:cubicBezTo>
                              <a:pt x="48684" y="12338"/>
                              <a:pt x="52970" y="13577"/>
                              <a:pt x="57924" y="15196"/>
                            </a:cubicBezTo>
                            <a:cubicBezTo>
                              <a:pt x="62877" y="16434"/>
                              <a:pt x="68592" y="17863"/>
                              <a:pt x="74116" y="19292"/>
                            </a:cubicBezTo>
                            <a:cubicBezTo>
                              <a:pt x="79545" y="20149"/>
                              <a:pt x="84784" y="21578"/>
                              <a:pt x="88499" y="23102"/>
                            </a:cubicBezTo>
                            <a:cubicBezTo>
                              <a:pt x="92118" y="24245"/>
                              <a:pt x="94404" y="25959"/>
                              <a:pt x="93928" y="2862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43" name="Forme libre : forme 12342">
                        <a:extLst>
                          <a:ext uri="{FF2B5EF4-FFF2-40B4-BE49-F238E27FC236}">
                            <a16:creationId xmlns:a16="http://schemas.microsoft.com/office/drawing/2014/main" id="{FDA50D34-4918-43B3-B5EA-F13223B800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74359" y="3036876"/>
                        <a:ext cx="104869" cy="83549"/>
                      </a:xfrm>
                      <a:custGeom>
                        <a:avLst/>
                        <a:gdLst>
                          <a:gd name="connsiteX0" fmla="*/ 1167 w 104869"/>
                          <a:gd name="connsiteY0" fmla="*/ 7599 h 83549"/>
                          <a:gd name="connsiteX1" fmla="*/ 3167 w 104869"/>
                          <a:gd name="connsiteY1" fmla="*/ 24840 h 83549"/>
                          <a:gd name="connsiteX2" fmla="*/ 32885 w 104869"/>
                          <a:gd name="connsiteY2" fmla="*/ 64940 h 83549"/>
                          <a:gd name="connsiteX3" fmla="*/ 83654 w 104869"/>
                          <a:gd name="connsiteY3" fmla="*/ 83514 h 83549"/>
                          <a:gd name="connsiteX4" fmla="*/ 92226 w 104869"/>
                          <a:gd name="connsiteY4" fmla="*/ 83228 h 83549"/>
                          <a:gd name="connsiteX5" fmla="*/ 99465 w 104869"/>
                          <a:gd name="connsiteY5" fmla="*/ 81132 h 83549"/>
                          <a:gd name="connsiteX6" fmla="*/ 104608 w 104869"/>
                          <a:gd name="connsiteY6" fmla="*/ 73608 h 83549"/>
                          <a:gd name="connsiteX7" fmla="*/ 89845 w 104869"/>
                          <a:gd name="connsiteY7" fmla="*/ 64940 h 83549"/>
                          <a:gd name="connsiteX8" fmla="*/ 56603 w 104869"/>
                          <a:gd name="connsiteY8" fmla="*/ 37127 h 83549"/>
                          <a:gd name="connsiteX9" fmla="*/ 46220 w 104869"/>
                          <a:gd name="connsiteY9" fmla="*/ 20268 h 83549"/>
                          <a:gd name="connsiteX10" fmla="*/ 30695 w 104869"/>
                          <a:gd name="connsiteY10" fmla="*/ 4932 h 83549"/>
                          <a:gd name="connsiteX11" fmla="*/ 1167 w 104869"/>
                          <a:gd name="connsiteY11" fmla="*/ 7599 h 835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4869" h="83549">
                            <a:moveTo>
                              <a:pt x="1167" y="7599"/>
                            </a:moveTo>
                            <a:cubicBezTo>
                              <a:pt x="-928" y="14076"/>
                              <a:pt x="-167" y="17124"/>
                              <a:pt x="3167" y="24840"/>
                            </a:cubicBezTo>
                            <a:cubicBezTo>
                              <a:pt x="9930" y="39413"/>
                              <a:pt x="15455" y="51891"/>
                              <a:pt x="32885" y="64940"/>
                            </a:cubicBezTo>
                            <a:cubicBezTo>
                              <a:pt x="47173" y="75798"/>
                              <a:pt x="67366" y="83609"/>
                              <a:pt x="83654" y="83514"/>
                            </a:cubicBezTo>
                            <a:cubicBezTo>
                              <a:pt x="86606" y="83609"/>
                              <a:pt x="89559" y="83514"/>
                              <a:pt x="92226" y="83228"/>
                            </a:cubicBezTo>
                            <a:cubicBezTo>
                              <a:pt x="94988" y="82656"/>
                              <a:pt x="97465" y="81990"/>
                              <a:pt x="99465" y="81132"/>
                            </a:cubicBezTo>
                            <a:cubicBezTo>
                              <a:pt x="103465" y="79323"/>
                              <a:pt x="105656" y="76846"/>
                              <a:pt x="104608" y="73608"/>
                            </a:cubicBezTo>
                            <a:cubicBezTo>
                              <a:pt x="103370" y="69512"/>
                              <a:pt x="95465" y="68559"/>
                              <a:pt x="89845" y="64940"/>
                            </a:cubicBezTo>
                            <a:cubicBezTo>
                              <a:pt x="76415" y="57891"/>
                              <a:pt x="65175" y="48938"/>
                              <a:pt x="56603" y="37127"/>
                            </a:cubicBezTo>
                            <a:cubicBezTo>
                              <a:pt x="53078" y="31793"/>
                              <a:pt x="50125" y="25697"/>
                              <a:pt x="46220" y="20268"/>
                            </a:cubicBezTo>
                            <a:cubicBezTo>
                              <a:pt x="42410" y="14362"/>
                              <a:pt x="37648" y="9219"/>
                              <a:pt x="30695" y="4932"/>
                            </a:cubicBezTo>
                            <a:cubicBezTo>
                              <a:pt x="18122" y="-2592"/>
                              <a:pt x="4120" y="-1354"/>
                              <a:pt x="1167" y="759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44" name="Forme libre : forme 12343">
                        <a:extLst>
                          <a:ext uri="{FF2B5EF4-FFF2-40B4-BE49-F238E27FC236}">
                            <a16:creationId xmlns:a16="http://schemas.microsoft.com/office/drawing/2014/main" id="{9FCFEA72-6BF7-4877-9CA7-6D1D7BF07B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0088" y="3049600"/>
                        <a:ext cx="35429" cy="17412"/>
                      </a:xfrm>
                      <a:custGeom>
                        <a:avLst/>
                        <a:gdLst>
                          <a:gd name="connsiteX0" fmla="*/ 4966 w 35429"/>
                          <a:gd name="connsiteY0" fmla="*/ 400 h 17412"/>
                          <a:gd name="connsiteX1" fmla="*/ 584 w 35429"/>
                          <a:gd name="connsiteY1" fmla="*/ 400 h 17412"/>
                          <a:gd name="connsiteX2" fmla="*/ 1441 w 35429"/>
                          <a:gd name="connsiteY2" fmla="*/ 4019 h 17412"/>
                          <a:gd name="connsiteX3" fmla="*/ 7061 w 35429"/>
                          <a:gd name="connsiteY3" fmla="*/ 8210 h 17412"/>
                          <a:gd name="connsiteX4" fmla="*/ 22492 w 35429"/>
                          <a:gd name="connsiteY4" fmla="*/ 15640 h 17412"/>
                          <a:gd name="connsiteX5" fmla="*/ 28397 w 35429"/>
                          <a:gd name="connsiteY5" fmla="*/ 17354 h 17412"/>
                          <a:gd name="connsiteX6" fmla="*/ 29540 w 35429"/>
                          <a:gd name="connsiteY6" fmla="*/ 8210 h 17412"/>
                          <a:gd name="connsiteX7" fmla="*/ 4966 w 35429"/>
                          <a:gd name="connsiteY7" fmla="*/ 400 h 174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429" h="17412">
                            <a:moveTo>
                              <a:pt x="4966" y="400"/>
                            </a:moveTo>
                            <a:cubicBezTo>
                              <a:pt x="3061" y="19"/>
                              <a:pt x="1727" y="-267"/>
                              <a:pt x="584" y="400"/>
                            </a:cubicBezTo>
                            <a:cubicBezTo>
                              <a:pt x="-559" y="1067"/>
                              <a:pt x="108" y="2591"/>
                              <a:pt x="1441" y="4019"/>
                            </a:cubicBezTo>
                            <a:cubicBezTo>
                              <a:pt x="2775" y="5448"/>
                              <a:pt x="5156" y="7163"/>
                              <a:pt x="7061" y="8210"/>
                            </a:cubicBezTo>
                            <a:cubicBezTo>
                              <a:pt x="12014" y="10973"/>
                              <a:pt x="17348" y="14021"/>
                              <a:pt x="22492" y="15640"/>
                            </a:cubicBezTo>
                            <a:cubicBezTo>
                              <a:pt x="24587" y="16402"/>
                              <a:pt x="26588" y="17164"/>
                              <a:pt x="28397" y="17354"/>
                            </a:cubicBezTo>
                            <a:cubicBezTo>
                              <a:pt x="36303" y="18021"/>
                              <a:pt x="38684" y="12878"/>
                              <a:pt x="29540" y="8210"/>
                            </a:cubicBezTo>
                            <a:cubicBezTo>
                              <a:pt x="22587" y="4782"/>
                              <a:pt x="12586" y="2019"/>
                              <a:pt x="4966" y="40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45" name="Forme libre : forme 12344">
                        <a:extLst>
                          <a:ext uri="{FF2B5EF4-FFF2-40B4-BE49-F238E27FC236}">
                            <a16:creationId xmlns:a16="http://schemas.microsoft.com/office/drawing/2014/main" id="{FB11E91B-32C4-42B5-8995-B47EBDFAAF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71824" y="3098006"/>
                        <a:ext cx="66294" cy="33337"/>
                      </a:xfrm>
                      <a:custGeom>
                        <a:avLst/>
                        <a:gdLst>
                          <a:gd name="connsiteX0" fmla="*/ 66294 w 66294"/>
                          <a:gd name="connsiteY0" fmla="*/ 0 h 33337"/>
                          <a:gd name="connsiteX1" fmla="*/ 58484 w 66294"/>
                          <a:gd name="connsiteY1" fmla="*/ 12287 h 33337"/>
                          <a:gd name="connsiteX2" fmla="*/ 42291 w 66294"/>
                          <a:gd name="connsiteY2" fmla="*/ 23336 h 33337"/>
                          <a:gd name="connsiteX3" fmla="*/ 32004 w 66294"/>
                          <a:gd name="connsiteY3" fmla="*/ 27718 h 33337"/>
                          <a:gd name="connsiteX4" fmla="*/ 21050 w 66294"/>
                          <a:gd name="connsiteY4" fmla="*/ 30575 h 33337"/>
                          <a:gd name="connsiteX5" fmla="*/ 0 w 66294"/>
                          <a:gd name="connsiteY5" fmla="*/ 33338 h 33337"/>
                          <a:gd name="connsiteX6" fmla="*/ 20765 w 66294"/>
                          <a:gd name="connsiteY6" fmla="*/ 29909 h 33337"/>
                          <a:gd name="connsiteX7" fmla="*/ 30671 w 66294"/>
                          <a:gd name="connsiteY7" fmla="*/ 26765 h 33337"/>
                          <a:gd name="connsiteX8" fmla="*/ 39815 w 66294"/>
                          <a:gd name="connsiteY8" fmla="*/ 22193 h 33337"/>
                          <a:gd name="connsiteX9" fmla="*/ 48101 w 66294"/>
                          <a:gd name="connsiteY9" fmla="*/ 17336 h 33337"/>
                          <a:gd name="connsiteX10" fmla="*/ 55245 w 66294"/>
                          <a:gd name="connsiteY10" fmla="*/ 11621 h 33337"/>
                          <a:gd name="connsiteX11" fmla="*/ 66294 w 66294"/>
                          <a:gd name="connsiteY11" fmla="*/ 0 h 333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66294" h="33337">
                            <a:moveTo>
                              <a:pt x="66294" y="0"/>
                            </a:moveTo>
                            <a:cubicBezTo>
                              <a:pt x="65437" y="4286"/>
                              <a:pt x="62675" y="8382"/>
                              <a:pt x="58484" y="12287"/>
                            </a:cubicBezTo>
                            <a:cubicBezTo>
                              <a:pt x="54293" y="16288"/>
                              <a:pt x="48863" y="20479"/>
                              <a:pt x="42291" y="23336"/>
                            </a:cubicBezTo>
                            <a:cubicBezTo>
                              <a:pt x="39053" y="24860"/>
                              <a:pt x="35624" y="26289"/>
                              <a:pt x="32004" y="27718"/>
                            </a:cubicBezTo>
                            <a:cubicBezTo>
                              <a:pt x="28480" y="28861"/>
                              <a:pt x="24765" y="29718"/>
                              <a:pt x="21050" y="30575"/>
                            </a:cubicBezTo>
                            <a:cubicBezTo>
                              <a:pt x="13621" y="32480"/>
                              <a:pt x="6382" y="33052"/>
                              <a:pt x="0" y="33338"/>
                            </a:cubicBezTo>
                            <a:cubicBezTo>
                              <a:pt x="6953" y="32956"/>
                              <a:pt x="14002" y="32099"/>
                              <a:pt x="20765" y="29909"/>
                            </a:cubicBezTo>
                            <a:cubicBezTo>
                              <a:pt x="24194" y="28956"/>
                              <a:pt x="27432" y="27908"/>
                              <a:pt x="30671" y="26765"/>
                            </a:cubicBezTo>
                            <a:cubicBezTo>
                              <a:pt x="33814" y="25432"/>
                              <a:pt x="36862" y="23813"/>
                              <a:pt x="39815" y="22193"/>
                            </a:cubicBezTo>
                            <a:cubicBezTo>
                              <a:pt x="42767" y="20574"/>
                              <a:pt x="45529" y="18955"/>
                              <a:pt x="48101" y="17336"/>
                            </a:cubicBezTo>
                            <a:cubicBezTo>
                              <a:pt x="50673" y="15526"/>
                              <a:pt x="53054" y="13526"/>
                              <a:pt x="55245" y="11621"/>
                            </a:cubicBezTo>
                            <a:cubicBezTo>
                              <a:pt x="59627" y="7525"/>
                              <a:pt x="63437" y="4096"/>
                              <a:pt x="6629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46" name="Forme libre : forme 12345">
                        <a:extLst>
                          <a:ext uri="{FF2B5EF4-FFF2-40B4-BE49-F238E27FC236}">
                            <a16:creationId xmlns:a16="http://schemas.microsoft.com/office/drawing/2014/main" id="{6CD17C14-17B2-492D-968B-E213B5830E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67620" y="3021520"/>
                        <a:ext cx="65627" cy="19431"/>
                      </a:xfrm>
                      <a:custGeom>
                        <a:avLst/>
                        <a:gdLst>
                          <a:gd name="connsiteX0" fmla="*/ 65627 w 65627"/>
                          <a:gd name="connsiteY0" fmla="*/ 19431 h 19431"/>
                          <a:gd name="connsiteX1" fmla="*/ 0 w 65627"/>
                          <a:gd name="connsiteY1" fmla="*/ 0 h 19431"/>
                          <a:gd name="connsiteX2" fmla="*/ 65627 w 65627"/>
                          <a:gd name="connsiteY2" fmla="*/ 19431 h 194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5627" h="19431">
                            <a:moveTo>
                              <a:pt x="65627" y="19431"/>
                            </a:moveTo>
                            <a:cubicBezTo>
                              <a:pt x="45053" y="8382"/>
                              <a:pt x="20955" y="2667"/>
                              <a:pt x="0" y="0"/>
                            </a:cubicBezTo>
                            <a:cubicBezTo>
                              <a:pt x="19526" y="1619"/>
                              <a:pt x="46292" y="13049"/>
                              <a:pt x="65627" y="1943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47" name="Forme libre : forme 12346">
                        <a:extLst>
                          <a:ext uri="{FF2B5EF4-FFF2-40B4-BE49-F238E27FC236}">
                            <a16:creationId xmlns:a16="http://schemas.microsoft.com/office/drawing/2014/main" id="{7AE30402-9527-425E-91A7-A20ADFB541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8668" y="3081408"/>
                        <a:ext cx="32837" cy="14717"/>
                      </a:xfrm>
                      <a:custGeom>
                        <a:avLst/>
                        <a:gdLst>
                          <a:gd name="connsiteX0" fmla="*/ 32491 w 32837"/>
                          <a:gd name="connsiteY0" fmla="*/ 13455 h 14717"/>
                          <a:gd name="connsiteX1" fmla="*/ 22585 w 32837"/>
                          <a:gd name="connsiteY1" fmla="*/ 14217 h 14717"/>
                          <a:gd name="connsiteX2" fmla="*/ 11917 w 32837"/>
                          <a:gd name="connsiteY2" fmla="*/ 10693 h 14717"/>
                          <a:gd name="connsiteX3" fmla="*/ 772 w 32837"/>
                          <a:gd name="connsiteY3" fmla="*/ 596 h 14717"/>
                          <a:gd name="connsiteX4" fmla="*/ 9821 w 32837"/>
                          <a:gd name="connsiteY4" fmla="*/ 1644 h 14717"/>
                          <a:gd name="connsiteX5" fmla="*/ 19060 w 32837"/>
                          <a:gd name="connsiteY5" fmla="*/ 5073 h 14717"/>
                          <a:gd name="connsiteX6" fmla="*/ 32491 w 32837"/>
                          <a:gd name="connsiteY6" fmla="*/ 13455 h 147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2837" h="14717">
                            <a:moveTo>
                              <a:pt x="32491" y="13455"/>
                            </a:moveTo>
                            <a:cubicBezTo>
                              <a:pt x="31157" y="14979"/>
                              <a:pt x="26871" y="14979"/>
                              <a:pt x="22585" y="14217"/>
                            </a:cubicBezTo>
                            <a:cubicBezTo>
                              <a:pt x="18299" y="13074"/>
                              <a:pt x="13917" y="11455"/>
                              <a:pt x="11917" y="10693"/>
                            </a:cubicBezTo>
                            <a:cubicBezTo>
                              <a:pt x="7726" y="9359"/>
                              <a:pt x="-2942" y="2882"/>
                              <a:pt x="772" y="596"/>
                            </a:cubicBezTo>
                            <a:cubicBezTo>
                              <a:pt x="2582" y="-642"/>
                              <a:pt x="6297" y="215"/>
                              <a:pt x="9821" y="1644"/>
                            </a:cubicBezTo>
                            <a:cubicBezTo>
                              <a:pt x="13441" y="2882"/>
                              <a:pt x="17251" y="4311"/>
                              <a:pt x="19060" y="5073"/>
                            </a:cubicBezTo>
                            <a:cubicBezTo>
                              <a:pt x="22585" y="7073"/>
                              <a:pt x="35062" y="10216"/>
                              <a:pt x="32491" y="1345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48" name="Forme libre : forme 12347">
                        <a:extLst>
                          <a:ext uri="{FF2B5EF4-FFF2-40B4-BE49-F238E27FC236}">
                            <a16:creationId xmlns:a16="http://schemas.microsoft.com/office/drawing/2014/main" id="{7CD1FEA4-5013-4C4E-87D1-80436EFFC1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76870" y="3092160"/>
                        <a:ext cx="9725" cy="3690"/>
                      </a:xfrm>
                      <a:custGeom>
                        <a:avLst/>
                        <a:gdLst>
                          <a:gd name="connsiteX0" fmla="*/ 9718 w 9725"/>
                          <a:gd name="connsiteY0" fmla="*/ 2512 h 3690"/>
                          <a:gd name="connsiteX1" fmla="*/ 5050 w 9725"/>
                          <a:gd name="connsiteY1" fmla="*/ 3560 h 3690"/>
                          <a:gd name="connsiteX2" fmla="*/ 2 w 9725"/>
                          <a:gd name="connsiteY2" fmla="*/ 1179 h 3690"/>
                          <a:gd name="connsiteX3" fmla="*/ 4574 w 9725"/>
                          <a:gd name="connsiteY3" fmla="*/ 131 h 3690"/>
                          <a:gd name="connsiteX4" fmla="*/ 9718 w 9725"/>
                          <a:gd name="connsiteY4" fmla="*/ 2512 h 36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25" h="3690">
                            <a:moveTo>
                              <a:pt x="9718" y="2512"/>
                            </a:moveTo>
                            <a:cubicBezTo>
                              <a:pt x="9908" y="3941"/>
                              <a:pt x="6670" y="3750"/>
                              <a:pt x="5050" y="3560"/>
                            </a:cubicBezTo>
                            <a:cubicBezTo>
                              <a:pt x="3431" y="3274"/>
                              <a:pt x="98" y="2607"/>
                              <a:pt x="2" y="1179"/>
                            </a:cubicBezTo>
                            <a:cubicBezTo>
                              <a:pt x="-93" y="-250"/>
                              <a:pt x="2955" y="-60"/>
                              <a:pt x="4574" y="131"/>
                            </a:cubicBezTo>
                            <a:cubicBezTo>
                              <a:pt x="6194" y="416"/>
                              <a:pt x="9527" y="1083"/>
                              <a:pt x="9718" y="251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49" name="Forme libre : forme 12348">
                        <a:extLst>
                          <a:ext uri="{FF2B5EF4-FFF2-40B4-BE49-F238E27FC236}">
                            <a16:creationId xmlns:a16="http://schemas.microsoft.com/office/drawing/2014/main" id="{FDA8014D-834F-4144-9C64-EFE819B84B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55963" y="3060812"/>
                        <a:ext cx="76185" cy="37507"/>
                      </a:xfrm>
                      <a:custGeom>
                        <a:avLst/>
                        <a:gdLst>
                          <a:gd name="connsiteX0" fmla="*/ 53008 w 76185"/>
                          <a:gd name="connsiteY0" fmla="*/ 19287 h 37507"/>
                          <a:gd name="connsiteX1" fmla="*/ 59104 w 76185"/>
                          <a:gd name="connsiteY1" fmla="*/ 22049 h 37507"/>
                          <a:gd name="connsiteX2" fmla="*/ 64629 w 76185"/>
                          <a:gd name="connsiteY2" fmla="*/ 24145 h 37507"/>
                          <a:gd name="connsiteX3" fmla="*/ 75106 w 76185"/>
                          <a:gd name="connsiteY3" fmla="*/ 30050 h 37507"/>
                          <a:gd name="connsiteX4" fmla="*/ 70629 w 76185"/>
                          <a:gd name="connsiteY4" fmla="*/ 37003 h 37507"/>
                          <a:gd name="connsiteX5" fmla="*/ 59580 w 76185"/>
                          <a:gd name="connsiteY5" fmla="*/ 35765 h 37507"/>
                          <a:gd name="connsiteX6" fmla="*/ 44626 w 76185"/>
                          <a:gd name="connsiteY6" fmla="*/ 29955 h 37507"/>
                          <a:gd name="connsiteX7" fmla="*/ 29958 w 76185"/>
                          <a:gd name="connsiteY7" fmla="*/ 23382 h 37507"/>
                          <a:gd name="connsiteX8" fmla="*/ 21480 w 76185"/>
                          <a:gd name="connsiteY8" fmla="*/ 19954 h 37507"/>
                          <a:gd name="connsiteX9" fmla="*/ 9765 w 76185"/>
                          <a:gd name="connsiteY9" fmla="*/ 13953 h 37507"/>
                          <a:gd name="connsiteX10" fmla="*/ 1478 w 76185"/>
                          <a:gd name="connsiteY10" fmla="*/ 1285 h 37507"/>
                          <a:gd name="connsiteX11" fmla="*/ 9288 w 76185"/>
                          <a:gd name="connsiteY11" fmla="*/ 237 h 37507"/>
                          <a:gd name="connsiteX12" fmla="*/ 19099 w 76185"/>
                          <a:gd name="connsiteY12" fmla="*/ 2428 h 37507"/>
                          <a:gd name="connsiteX13" fmla="*/ 28910 w 76185"/>
                          <a:gd name="connsiteY13" fmla="*/ 5761 h 37507"/>
                          <a:gd name="connsiteX14" fmla="*/ 36339 w 76185"/>
                          <a:gd name="connsiteY14" fmla="*/ 8809 h 37507"/>
                          <a:gd name="connsiteX15" fmla="*/ 45007 w 76185"/>
                          <a:gd name="connsiteY15" fmla="*/ 14334 h 37507"/>
                          <a:gd name="connsiteX16" fmla="*/ 53008 w 76185"/>
                          <a:gd name="connsiteY16" fmla="*/ 19287 h 375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76185" h="37507">
                            <a:moveTo>
                              <a:pt x="53008" y="19287"/>
                            </a:moveTo>
                            <a:cubicBezTo>
                              <a:pt x="55104" y="20239"/>
                              <a:pt x="57104" y="21192"/>
                              <a:pt x="59104" y="22049"/>
                            </a:cubicBezTo>
                            <a:cubicBezTo>
                              <a:pt x="61009" y="22716"/>
                              <a:pt x="62819" y="23478"/>
                              <a:pt x="64629" y="24145"/>
                            </a:cubicBezTo>
                            <a:cubicBezTo>
                              <a:pt x="68248" y="25669"/>
                              <a:pt x="71582" y="27478"/>
                              <a:pt x="75106" y="30050"/>
                            </a:cubicBezTo>
                            <a:cubicBezTo>
                              <a:pt x="77773" y="31955"/>
                              <a:pt x="75201" y="35860"/>
                              <a:pt x="70629" y="37003"/>
                            </a:cubicBezTo>
                            <a:cubicBezTo>
                              <a:pt x="66057" y="38051"/>
                              <a:pt x="62914" y="37384"/>
                              <a:pt x="59580" y="35765"/>
                            </a:cubicBezTo>
                            <a:cubicBezTo>
                              <a:pt x="54437" y="33479"/>
                              <a:pt x="49579" y="31955"/>
                              <a:pt x="44626" y="29955"/>
                            </a:cubicBezTo>
                            <a:cubicBezTo>
                              <a:pt x="39768" y="27573"/>
                              <a:pt x="34815" y="25954"/>
                              <a:pt x="29958" y="23382"/>
                            </a:cubicBezTo>
                            <a:cubicBezTo>
                              <a:pt x="28434" y="22525"/>
                              <a:pt x="25195" y="21287"/>
                              <a:pt x="21480" y="19954"/>
                            </a:cubicBezTo>
                            <a:cubicBezTo>
                              <a:pt x="17766" y="18620"/>
                              <a:pt x="13575" y="15953"/>
                              <a:pt x="9765" y="13953"/>
                            </a:cubicBezTo>
                            <a:cubicBezTo>
                              <a:pt x="2335" y="9286"/>
                              <a:pt x="-2618" y="3666"/>
                              <a:pt x="1478" y="1285"/>
                            </a:cubicBezTo>
                            <a:cubicBezTo>
                              <a:pt x="3478" y="-49"/>
                              <a:pt x="6240" y="-239"/>
                              <a:pt x="9288" y="237"/>
                            </a:cubicBezTo>
                            <a:cubicBezTo>
                              <a:pt x="12336" y="713"/>
                              <a:pt x="15765" y="1189"/>
                              <a:pt x="19099" y="2428"/>
                            </a:cubicBezTo>
                            <a:cubicBezTo>
                              <a:pt x="22528" y="3761"/>
                              <a:pt x="25862" y="4523"/>
                              <a:pt x="28910" y="5761"/>
                            </a:cubicBezTo>
                            <a:cubicBezTo>
                              <a:pt x="31767" y="6904"/>
                              <a:pt x="34434" y="8047"/>
                              <a:pt x="36339" y="8809"/>
                            </a:cubicBezTo>
                            <a:cubicBezTo>
                              <a:pt x="39864" y="10429"/>
                              <a:pt x="42531" y="12334"/>
                              <a:pt x="45007" y="14334"/>
                            </a:cubicBezTo>
                            <a:cubicBezTo>
                              <a:pt x="47484" y="16239"/>
                              <a:pt x="49865" y="17858"/>
                              <a:pt x="53008" y="1928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92" name="Graphique 1">
                      <a:extLst>
                        <a:ext uri="{FF2B5EF4-FFF2-40B4-BE49-F238E27FC236}">
                          <a16:creationId xmlns:a16="http://schemas.microsoft.com/office/drawing/2014/main" id="{17C81D9E-73AF-4C4B-B513-54E68D9096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40294" y="2942058"/>
                      <a:ext cx="152164" cy="160438"/>
                      <a:chOff x="2440294" y="2942058"/>
                      <a:chExt cx="152164" cy="160438"/>
                    </a:xfrm>
                    <a:solidFill>
                      <a:schemeClr val="accent1"/>
                    </a:solidFill>
                  </p:grpSpPr>
                  <p:sp>
                    <p:nvSpPr>
                      <p:cNvPr id="12326" name="Forme libre : forme 12325">
                        <a:extLst>
                          <a:ext uri="{FF2B5EF4-FFF2-40B4-BE49-F238E27FC236}">
                            <a16:creationId xmlns:a16="http://schemas.microsoft.com/office/drawing/2014/main" id="{9613884D-C87F-4557-BA06-D51A9A7178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40294" y="2942058"/>
                        <a:ext cx="152164" cy="160438"/>
                      </a:xfrm>
                      <a:custGeom>
                        <a:avLst/>
                        <a:gdLst>
                          <a:gd name="connsiteX0" fmla="*/ 136603 w 152164"/>
                          <a:gd name="connsiteY0" fmla="*/ 79938 h 160438"/>
                          <a:gd name="connsiteX1" fmla="*/ 126983 w 152164"/>
                          <a:gd name="connsiteY1" fmla="*/ 93940 h 160438"/>
                          <a:gd name="connsiteX2" fmla="*/ 113934 w 152164"/>
                          <a:gd name="connsiteY2" fmla="*/ 110704 h 160438"/>
                          <a:gd name="connsiteX3" fmla="*/ 99361 w 152164"/>
                          <a:gd name="connsiteY3" fmla="*/ 126897 h 160438"/>
                          <a:gd name="connsiteX4" fmla="*/ 85835 w 152164"/>
                          <a:gd name="connsiteY4" fmla="*/ 139184 h 160438"/>
                          <a:gd name="connsiteX5" fmla="*/ 8492 w 152164"/>
                          <a:gd name="connsiteY5" fmla="*/ 155758 h 160438"/>
                          <a:gd name="connsiteX6" fmla="*/ 1444 w 152164"/>
                          <a:gd name="connsiteY6" fmla="*/ 135374 h 160438"/>
                          <a:gd name="connsiteX7" fmla="*/ 35924 w 152164"/>
                          <a:gd name="connsiteY7" fmla="*/ 82510 h 160438"/>
                          <a:gd name="connsiteX8" fmla="*/ 73453 w 152164"/>
                          <a:gd name="connsiteY8" fmla="*/ 38886 h 160438"/>
                          <a:gd name="connsiteX9" fmla="*/ 130126 w 152164"/>
                          <a:gd name="connsiteY9" fmla="*/ 691 h 160438"/>
                          <a:gd name="connsiteX10" fmla="*/ 149462 w 152164"/>
                          <a:gd name="connsiteY10" fmla="*/ 9263 h 160438"/>
                          <a:gd name="connsiteX11" fmla="*/ 151367 w 152164"/>
                          <a:gd name="connsiteY11" fmla="*/ 41648 h 160438"/>
                          <a:gd name="connsiteX12" fmla="*/ 136603 w 152164"/>
                          <a:gd name="connsiteY12" fmla="*/ 79938 h 1604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52164" h="160438">
                            <a:moveTo>
                              <a:pt x="136603" y="79938"/>
                            </a:moveTo>
                            <a:cubicBezTo>
                              <a:pt x="134508" y="83844"/>
                              <a:pt x="130793" y="88511"/>
                              <a:pt x="126983" y="93940"/>
                            </a:cubicBezTo>
                            <a:cubicBezTo>
                              <a:pt x="122983" y="99179"/>
                              <a:pt x="119077" y="105180"/>
                              <a:pt x="113934" y="110704"/>
                            </a:cubicBezTo>
                            <a:cubicBezTo>
                              <a:pt x="108981" y="116324"/>
                              <a:pt x="104123" y="121944"/>
                              <a:pt x="99361" y="126897"/>
                            </a:cubicBezTo>
                            <a:cubicBezTo>
                              <a:pt x="94312" y="131659"/>
                              <a:pt x="89550" y="135946"/>
                              <a:pt x="85835" y="139184"/>
                            </a:cubicBezTo>
                            <a:cubicBezTo>
                              <a:pt x="56689" y="163282"/>
                              <a:pt x="30685" y="163854"/>
                              <a:pt x="8492" y="155758"/>
                            </a:cubicBezTo>
                            <a:cubicBezTo>
                              <a:pt x="586" y="152614"/>
                              <a:pt x="-1890" y="141946"/>
                              <a:pt x="1444" y="135374"/>
                            </a:cubicBezTo>
                            <a:cubicBezTo>
                              <a:pt x="10874" y="115372"/>
                              <a:pt x="18112" y="100989"/>
                              <a:pt x="35924" y="82510"/>
                            </a:cubicBezTo>
                            <a:cubicBezTo>
                              <a:pt x="45830" y="73366"/>
                              <a:pt x="64023" y="50602"/>
                              <a:pt x="73453" y="38886"/>
                            </a:cubicBezTo>
                            <a:cubicBezTo>
                              <a:pt x="90217" y="16597"/>
                              <a:pt x="108505" y="7072"/>
                              <a:pt x="130126" y="691"/>
                            </a:cubicBezTo>
                            <a:cubicBezTo>
                              <a:pt x="137651" y="-1595"/>
                              <a:pt x="147652" y="1929"/>
                              <a:pt x="149462" y="9263"/>
                            </a:cubicBezTo>
                            <a:cubicBezTo>
                              <a:pt x="152034" y="19836"/>
                              <a:pt x="152986" y="30313"/>
                              <a:pt x="151367" y="41648"/>
                            </a:cubicBezTo>
                            <a:cubicBezTo>
                              <a:pt x="150129" y="52697"/>
                              <a:pt x="145176" y="65365"/>
                              <a:pt x="136603" y="7993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27" name="Forme libre : forme 12326">
                        <a:extLst>
                          <a:ext uri="{FF2B5EF4-FFF2-40B4-BE49-F238E27FC236}">
                            <a16:creationId xmlns:a16="http://schemas.microsoft.com/office/drawing/2014/main" id="{24F2B47F-2E94-4C1A-AAEA-E871C18124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41737" y="2950844"/>
                        <a:ext cx="150355" cy="151470"/>
                      </a:xfrm>
                      <a:custGeom>
                        <a:avLst/>
                        <a:gdLst>
                          <a:gd name="connsiteX0" fmla="*/ 74200 w 150355"/>
                          <a:gd name="connsiteY0" fmla="*/ 102679 h 151470"/>
                          <a:gd name="connsiteX1" fmla="*/ 39529 w 150355"/>
                          <a:gd name="connsiteY1" fmla="*/ 130969 h 151470"/>
                          <a:gd name="connsiteX2" fmla="*/ 19526 w 150355"/>
                          <a:gd name="connsiteY2" fmla="*/ 138684 h 151470"/>
                          <a:gd name="connsiteX3" fmla="*/ 9620 w 150355"/>
                          <a:gd name="connsiteY3" fmla="*/ 140303 h 151470"/>
                          <a:gd name="connsiteX4" fmla="*/ 0 w 150355"/>
                          <a:gd name="connsiteY4" fmla="*/ 139827 h 151470"/>
                          <a:gd name="connsiteX5" fmla="*/ 6858 w 150355"/>
                          <a:gd name="connsiteY5" fmla="*/ 146685 h 151470"/>
                          <a:gd name="connsiteX6" fmla="*/ 18764 w 150355"/>
                          <a:gd name="connsiteY6" fmla="*/ 150114 h 151470"/>
                          <a:gd name="connsiteX7" fmla="*/ 37052 w 150355"/>
                          <a:gd name="connsiteY7" fmla="*/ 151352 h 151470"/>
                          <a:gd name="connsiteX8" fmla="*/ 56769 w 150355"/>
                          <a:gd name="connsiteY8" fmla="*/ 146876 h 151470"/>
                          <a:gd name="connsiteX9" fmla="*/ 70104 w 150355"/>
                          <a:gd name="connsiteY9" fmla="*/ 140208 h 151470"/>
                          <a:gd name="connsiteX10" fmla="*/ 84106 w 150355"/>
                          <a:gd name="connsiteY10" fmla="*/ 130302 h 151470"/>
                          <a:gd name="connsiteX11" fmla="*/ 93726 w 150355"/>
                          <a:gd name="connsiteY11" fmla="*/ 121634 h 151470"/>
                          <a:gd name="connsiteX12" fmla="*/ 114776 w 150355"/>
                          <a:gd name="connsiteY12" fmla="*/ 98774 h 151470"/>
                          <a:gd name="connsiteX13" fmla="*/ 131826 w 150355"/>
                          <a:gd name="connsiteY13" fmla="*/ 75819 h 151470"/>
                          <a:gd name="connsiteX14" fmla="*/ 134874 w 150355"/>
                          <a:gd name="connsiteY14" fmla="*/ 71057 h 151470"/>
                          <a:gd name="connsiteX15" fmla="*/ 147638 w 150355"/>
                          <a:gd name="connsiteY15" fmla="*/ 42863 h 151470"/>
                          <a:gd name="connsiteX16" fmla="*/ 149733 w 150355"/>
                          <a:gd name="connsiteY16" fmla="*/ 10383 h 151470"/>
                          <a:gd name="connsiteX17" fmla="*/ 147828 w 150355"/>
                          <a:gd name="connsiteY17" fmla="*/ 381 h 151470"/>
                          <a:gd name="connsiteX18" fmla="*/ 147733 w 150355"/>
                          <a:gd name="connsiteY18" fmla="*/ 0 h 151470"/>
                          <a:gd name="connsiteX19" fmla="*/ 74200 w 150355"/>
                          <a:gd name="connsiteY19" fmla="*/ 102679 h 1514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50355" h="151470">
                            <a:moveTo>
                              <a:pt x="74200" y="102679"/>
                            </a:moveTo>
                            <a:cubicBezTo>
                              <a:pt x="64389" y="113633"/>
                              <a:pt x="52578" y="124016"/>
                              <a:pt x="39529" y="130969"/>
                            </a:cubicBezTo>
                            <a:cubicBezTo>
                              <a:pt x="32957" y="134398"/>
                              <a:pt x="26479" y="137446"/>
                              <a:pt x="19526" y="138684"/>
                            </a:cubicBezTo>
                            <a:cubicBezTo>
                              <a:pt x="16193" y="139446"/>
                              <a:pt x="12859" y="140018"/>
                              <a:pt x="9620" y="140303"/>
                            </a:cubicBezTo>
                            <a:cubicBezTo>
                              <a:pt x="6382" y="140589"/>
                              <a:pt x="3048" y="140208"/>
                              <a:pt x="0" y="139827"/>
                            </a:cubicBezTo>
                            <a:cubicBezTo>
                              <a:pt x="1334" y="142875"/>
                              <a:pt x="3620" y="145447"/>
                              <a:pt x="6858" y="146685"/>
                            </a:cubicBezTo>
                            <a:cubicBezTo>
                              <a:pt x="10859" y="148304"/>
                              <a:pt x="14764" y="149352"/>
                              <a:pt x="18764" y="150114"/>
                            </a:cubicBezTo>
                            <a:cubicBezTo>
                              <a:pt x="24479" y="151162"/>
                              <a:pt x="30766" y="151733"/>
                              <a:pt x="37052" y="151352"/>
                            </a:cubicBezTo>
                            <a:cubicBezTo>
                              <a:pt x="43244" y="150686"/>
                              <a:pt x="49721" y="149257"/>
                              <a:pt x="56769" y="146876"/>
                            </a:cubicBezTo>
                            <a:cubicBezTo>
                              <a:pt x="61246" y="145256"/>
                              <a:pt x="65437" y="142875"/>
                              <a:pt x="70104" y="140208"/>
                            </a:cubicBezTo>
                            <a:cubicBezTo>
                              <a:pt x="74676" y="137446"/>
                              <a:pt x="79724" y="134398"/>
                              <a:pt x="84106" y="130302"/>
                            </a:cubicBezTo>
                            <a:cubicBezTo>
                              <a:pt x="86868" y="127826"/>
                              <a:pt x="90107" y="124873"/>
                              <a:pt x="93726" y="121634"/>
                            </a:cubicBezTo>
                            <a:cubicBezTo>
                              <a:pt x="100870" y="115253"/>
                              <a:pt x="107633" y="106775"/>
                              <a:pt x="114776" y="98774"/>
                            </a:cubicBezTo>
                            <a:cubicBezTo>
                              <a:pt x="121349" y="90488"/>
                              <a:pt x="127254" y="82296"/>
                              <a:pt x="131826" y="75819"/>
                            </a:cubicBezTo>
                            <a:cubicBezTo>
                              <a:pt x="133064" y="74200"/>
                              <a:pt x="134017" y="72485"/>
                              <a:pt x="134874" y="71057"/>
                            </a:cubicBezTo>
                            <a:cubicBezTo>
                              <a:pt x="140875" y="60865"/>
                              <a:pt x="145256" y="51340"/>
                              <a:pt x="147638" y="42863"/>
                            </a:cubicBezTo>
                            <a:cubicBezTo>
                              <a:pt x="150590" y="31337"/>
                              <a:pt x="150876" y="20669"/>
                              <a:pt x="149733" y="10383"/>
                            </a:cubicBezTo>
                            <a:cubicBezTo>
                              <a:pt x="149257" y="7049"/>
                              <a:pt x="148685" y="3715"/>
                              <a:pt x="147828" y="381"/>
                            </a:cubicBezTo>
                            <a:lnTo>
                              <a:pt x="147733" y="0"/>
                            </a:lnTo>
                            <a:cubicBezTo>
                              <a:pt x="125730" y="34385"/>
                              <a:pt x="102775" y="71723"/>
                              <a:pt x="74200" y="10267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28" name="Forme libre : forme 12327">
                        <a:extLst>
                          <a:ext uri="{FF2B5EF4-FFF2-40B4-BE49-F238E27FC236}">
                            <a16:creationId xmlns:a16="http://schemas.microsoft.com/office/drawing/2014/main" id="{239EC7E9-A340-4A04-8CB7-190BD347B3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01170" y="2977387"/>
                        <a:ext cx="64272" cy="76914"/>
                      </a:xfrm>
                      <a:custGeom>
                        <a:avLst/>
                        <a:gdLst>
                          <a:gd name="connsiteX0" fmla="*/ 61916 w 64272"/>
                          <a:gd name="connsiteY0" fmla="*/ 509 h 76914"/>
                          <a:gd name="connsiteX1" fmla="*/ 43057 w 64272"/>
                          <a:gd name="connsiteY1" fmla="*/ 49277 h 76914"/>
                          <a:gd name="connsiteX2" fmla="*/ 22578 w 64272"/>
                          <a:gd name="connsiteY2" fmla="*/ 69565 h 76914"/>
                          <a:gd name="connsiteX3" fmla="*/ 1528 w 64272"/>
                          <a:gd name="connsiteY3" fmla="*/ 75280 h 76914"/>
                          <a:gd name="connsiteX4" fmla="*/ 7243 w 64272"/>
                          <a:gd name="connsiteY4" fmla="*/ 55468 h 76914"/>
                          <a:gd name="connsiteX5" fmla="*/ 23435 w 64272"/>
                          <a:gd name="connsiteY5" fmla="*/ 34227 h 76914"/>
                          <a:gd name="connsiteX6" fmla="*/ 61916 w 64272"/>
                          <a:gd name="connsiteY6" fmla="*/ 509 h 769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4272" h="76914">
                            <a:moveTo>
                              <a:pt x="61916" y="509"/>
                            </a:moveTo>
                            <a:cubicBezTo>
                              <a:pt x="70965" y="5367"/>
                              <a:pt x="51629" y="39085"/>
                              <a:pt x="43057" y="49277"/>
                            </a:cubicBezTo>
                            <a:cubicBezTo>
                              <a:pt x="39342" y="54706"/>
                              <a:pt x="30769" y="63183"/>
                              <a:pt x="22578" y="69565"/>
                            </a:cubicBezTo>
                            <a:cubicBezTo>
                              <a:pt x="14196" y="75852"/>
                              <a:pt x="5242" y="79090"/>
                              <a:pt x="1528" y="75280"/>
                            </a:cubicBezTo>
                            <a:cubicBezTo>
                              <a:pt x="-2378" y="71280"/>
                              <a:pt x="1813" y="63660"/>
                              <a:pt x="7243" y="55468"/>
                            </a:cubicBezTo>
                            <a:cubicBezTo>
                              <a:pt x="12481" y="47086"/>
                              <a:pt x="20006" y="38895"/>
                              <a:pt x="23435" y="34227"/>
                            </a:cubicBezTo>
                            <a:cubicBezTo>
                              <a:pt x="31150" y="25750"/>
                              <a:pt x="53058" y="-4253"/>
                              <a:pt x="61916" y="50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29" name="Forme libre : forme 12328">
                        <a:extLst>
                          <a:ext uri="{FF2B5EF4-FFF2-40B4-BE49-F238E27FC236}">
                            <a16:creationId xmlns:a16="http://schemas.microsoft.com/office/drawing/2014/main" id="{D95AFA28-91CE-4330-AE32-B5FBC8BDEB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00401" y="3008375"/>
                        <a:ext cx="55540" cy="45675"/>
                      </a:xfrm>
                      <a:custGeom>
                        <a:avLst/>
                        <a:gdLst>
                          <a:gd name="connsiteX0" fmla="*/ 9154 w 55540"/>
                          <a:gd name="connsiteY0" fmla="*/ 23241 h 45675"/>
                          <a:gd name="connsiteX1" fmla="*/ 1915 w 55540"/>
                          <a:gd name="connsiteY1" fmla="*/ 44672 h 45675"/>
                          <a:gd name="connsiteX2" fmla="*/ 23251 w 55540"/>
                          <a:gd name="connsiteY2" fmla="*/ 38576 h 45675"/>
                          <a:gd name="connsiteX3" fmla="*/ 44206 w 55540"/>
                          <a:gd name="connsiteY3" fmla="*/ 17907 h 45675"/>
                          <a:gd name="connsiteX4" fmla="*/ 55541 w 55540"/>
                          <a:gd name="connsiteY4" fmla="*/ 0 h 45675"/>
                          <a:gd name="connsiteX5" fmla="*/ 48302 w 55540"/>
                          <a:gd name="connsiteY5" fmla="*/ 8668 h 45675"/>
                          <a:gd name="connsiteX6" fmla="*/ 9154 w 55540"/>
                          <a:gd name="connsiteY6" fmla="*/ 23241 h 456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5540" h="45675">
                            <a:moveTo>
                              <a:pt x="9154" y="23241"/>
                            </a:moveTo>
                            <a:cubicBezTo>
                              <a:pt x="6963" y="29146"/>
                              <a:pt x="-4467" y="41053"/>
                              <a:pt x="1915" y="44672"/>
                            </a:cubicBezTo>
                            <a:cubicBezTo>
                              <a:pt x="6868" y="47339"/>
                              <a:pt x="15250" y="44482"/>
                              <a:pt x="23251" y="38576"/>
                            </a:cubicBezTo>
                            <a:cubicBezTo>
                              <a:pt x="31062" y="32576"/>
                              <a:pt x="39348" y="24670"/>
                              <a:pt x="44206" y="17907"/>
                            </a:cubicBezTo>
                            <a:cubicBezTo>
                              <a:pt x="47159" y="14002"/>
                              <a:pt x="53255" y="4953"/>
                              <a:pt x="55541" y="0"/>
                            </a:cubicBezTo>
                            <a:cubicBezTo>
                              <a:pt x="53826" y="2572"/>
                              <a:pt x="50493" y="6668"/>
                              <a:pt x="48302" y="8668"/>
                            </a:cubicBezTo>
                            <a:cubicBezTo>
                              <a:pt x="35729" y="20098"/>
                              <a:pt x="18489" y="30766"/>
                              <a:pt x="9154" y="2324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30" name="Forme libre : forme 12329">
                        <a:extLst>
                          <a:ext uri="{FF2B5EF4-FFF2-40B4-BE49-F238E27FC236}">
                            <a16:creationId xmlns:a16="http://schemas.microsoft.com/office/drawing/2014/main" id="{0A1AFE57-5519-45F2-8BC2-F60F42FD1A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06515" y="2973756"/>
                        <a:ext cx="63215" cy="79144"/>
                      </a:xfrm>
                      <a:custGeom>
                        <a:avLst/>
                        <a:gdLst>
                          <a:gd name="connsiteX0" fmla="*/ 61429 w 63215"/>
                          <a:gd name="connsiteY0" fmla="*/ 1092 h 79144"/>
                          <a:gd name="connsiteX1" fmla="*/ 58191 w 63215"/>
                          <a:gd name="connsiteY1" fmla="*/ 24619 h 79144"/>
                          <a:gd name="connsiteX2" fmla="*/ 50666 w 63215"/>
                          <a:gd name="connsiteY2" fmla="*/ 39573 h 79144"/>
                          <a:gd name="connsiteX3" fmla="*/ 42950 w 63215"/>
                          <a:gd name="connsiteY3" fmla="*/ 51098 h 79144"/>
                          <a:gd name="connsiteX4" fmla="*/ 1707 w 63215"/>
                          <a:gd name="connsiteY4" fmla="*/ 77578 h 79144"/>
                          <a:gd name="connsiteX5" fmla="*/ 23139 w 63215"/>
                          <a:gd name="connsiteY5" fmla="*/ 35953 h 79144"/>
                          <a:gd name="connsiteX6" fmla="*/ 61429 w 63215"/>
                          <a:gd name="connsiteY6" fmla="*/ 1092 h 791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215" h="79144">
                            <a:moveTo>
                              <a:pt x="61429" y="1092"/>
                            </a:moveTo>
                            <a:cubicBezTo>
                              <a:pt x="65049" y="4997"/>
                              <a:pt x="62763" y="14427"/>
                              <a:pt x="58191" y="24619"/>
                            </a:cubicBezTo>
                            <a:cubicBezTo>
                              <a:pt x="55905" y="29667"/>
                              <a:pt x="53333" y="34906"/>
                              <a:pt x="50666" y="39573"/>
                            </a:cubicBezTo>
                            <a:cubicBezTo>
                              <a:pt x="47808" y="44145"/>
                              <a:pt x="45046" y="48145"/>
                              <a:pt x="42950" y="51098"/>
                            </a:cubicBezTo>
                            <a:cubicBezTo>
                              <a:pt x="35331" y="63195"/>
                              <a:pt x="10566" y="85198"/>
                              <a:pt x="1707" y="77578"/>
                            </a:cubicBezTo>
                            <a:cubicBezTo>
                              <a:pt x="-6484" y="70529"/>
                              <a:pt x="17138" y="45193"/>
                              <a:pt x="23139" y="35953"/>
                            </a:cubicBezTo>
                            <a:cubicBezTo>
                              <a:pt x="30378" y="27952"/>
                              <a:pt x="54381" y="-6528"/>
                              <a:pt x="61429" y="109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31" name="Forme libre : forme 12330">
                        <a:extLst>
                          <a:ext uri="{FF2B5EF4-FFF2-40B4-BE49-F238E27FC236}">
                            <a16:creationId xmlns:a16="http://schemas.microsoft.com/office/drawing/2014/main" id="{5656234D-228B-4996-AE3D-021B8BA498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63381" y="3003438"/>
                        <a:ext cx="102376" cy="80906"/>
                      </a:xfrm>
                      <a:custGeom>
                        <a:avLst/>
                        <a:gdLst>
                          <a:gd name="connsiteX0" fmla="*/ 3978 w 102376"/>
                          <a:gd name="connsiteY0" fmla="*/ 77042 h 80906"/>
                          <a:gd name="connsiteX1" fmla="*/ 21123 w 102376"/>
                          <a:gd name="connsiteY1" fmla="*/ 80470 h 80906"/>
                          <a:gd name="connsiteX2" fmla="*/ 68367 w 102376"/>
                          <a:gd name="connsiteY2" fmla="*/ 61992 h 80906"/>
                          <a:gd name="connsiteX3" fmla="*/ 86941 w 102376"/>
                          <a:gd name="connsiteY3" fmla="*/ 42942 h 80906"/>
                          <a:gd name="connsiteX4" fmla="*/ 99038 w 102376"/>
                          <a:gd name="connsiteY4" fmla="*/ 21987 h 80906"/>
                          <a:gd name="connsiteX5" fmla="*/ 97704 w 102376"/>
                          <a:gd name="connsiteY5" fmla="*/ 79 h 80906"/>
                          <a:gd name="connsiteX6" fmla="*/ 84179 w 102376"/>
                          <a:gd name="connsiteY6" fmla="*/ 9224 h 80906"/>
                          <a:gd name="connsiteX7" fmla="*/ 66748 w 102376"/>
                          <a:gd name="connsiteY7" fmla="*/ 22082 h 80906"/>
                          <a:gd name="connsiteX8" fmla="*/ 47317 w 102376"/>
                          <a:gd name="connsiteY8" fmla="*/ 31798 h 80906"/>
                          <a:gd name="connsiteX9" fmla="*/ 9884 w 102376"/>
                          <a:gd name="connsiteY9" fmla="*/ 48371 h 80906"/>
                          <a:gd name="connsiteX10" fmla="*/ 359 w 102376"/>
                          <a:gd name="connsiteY10" fmla="*/ 63992 h 80906"/>
                          <a:gd name="connsiteX11" fmla="*/ 3978 w 102376"/>
                          <a:gd name="connsiteY11" fmla="*/ 77042 h 809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2376" h="80906">
                            <a:moveTo>
                              <a:pt x="3978" y="77042"/>
                            </a:moveTo>
                            <a:cubicBezTo>
                              <a:pt x="9312" y="81042"/>
                              <a:pt x="12456" y="81423"/>
                              <a:pt x="21123" y="80470"/>
                            </a:cubicBezTo>
                            <a:cubicBezTo>
                              <a:pt x="37506" y="78375"/>
                              <a:pt x="51603" y="74851"/>
                              <a:pt x="68367" y="61992"/>
                            </a:cubicBezTo>
                            <a:cubicBezTo>
                              <a:pt x="75321" y="56658"/>
                              <a:pt x="81417" y="49800"/>
                              <a:pt x="86941" y="42942"/>
                            </a:cubicBezTo>
                            <a:cubicBezTo>
                              <a:pt x="92370" y="35989"/>
                              <a:pt x="96180" y="28559"/>
                              <a:pt x="99038" y="21987"/>
                            </a:cubicBezTo>
                            <a:cubicBezTo>
                              <a:pt x="103419" y="12176"/>
                              <a:pt x="103991" y="1223"/>
                              <a:pt x="97704" y="79"/>
                            </a:cubicBezTo>
                            <a:cubicBezTo>
                              <a:pt x="93704" y="-778"/>
                              <a:pt x="89417" y="5509"/>
                              <a:pt x="84179" y="9224"/>
                            </a:cubicBezTo>
                            <a:cubicBezTo>
                              <a:pt x="78273" y="13700"/>
                              <a:pt x="72654" y="18082"/>
                              <a:pt x="66748" y="22082"/>
                            </a:cubicBezTo>
                            <a:cubicBezTo>
                              <a:pt x="60557" y="25797"/>
                              <a:pt x="54175" y="29131"/>
                              <a:pt x="47317" y="31798"/>
                            </a:cubicBezTo>
                            <a:cubicBezTo>
                              <a:pt x="35125" y="35893"/>
                              <a:pt x="21123" y="37703"/>
                              <a:pt x="9884" y="48371"/>
                            </a:cubicBezTo>
                            <a:cubicBezTo>
                              <a:pt x="5026" y="53610"/>
                              <a:pt x="1407" y="58468"/>
                              <a:pt x="359" y="63992"/>
                            </a:cubicBezTo>
                            <a:cubicBezTo>
                              <a:pt x="-594" y="69231"/>
                              <a:pt x="264" y="74184"/>
                              <a:pt x="3978" y="7704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32" name="Forme libre : forme 12331">
                        <a:extLst>
                          <a:ext uri="{FF2B5EF4-FFF2-40B4-BE49-F238E27FC236}">
                            <a16:creationId xmlns:a16="http://schemas.microsoft.com/office/drawing/2014/main" id="{A70A98D1-D307-49A0-8423-AEBBC7CCD4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80049" y="3028204"/>
                        <a:ext cx="24416" cy="30999"/>
                      </a:xfrm>
                      <a:custGeom>
                        <a:avLst/>
                        <a:gdLst>
                          <a:gd name="connsiteX0" fmla="*/ 1218 w 24416"/>
                          <a:gd name="connsiteY0" fmla="*/ 25892 h 30999"/>
                          <a:gd name="connsiteX1" fmla="*/ 74 w 24416"/>
                          <a:gd name="connsiteY1" fmla="*/ 30082 h 30999"/>
                          <a:gd name="connsiteX2" fmla="*/ 3789 w 24416"/>
                          <a:gd name="connsiteY2" fmla="*/ 30273 h 30999"/>
                          <a:gd name="connsiteX3" fmla="*/ 9314 w 24416"/>
                          <a:gd name="connsiteY3" fmla="*/ 26082 h 30999"/>
                          <a:gd name="connsiteX4" fmla="*/ 20363 w 24416"/>
                          <a:gd name="connsiteY4" fmla="*/ 13033 h 30999"/>
                          <a:gd name="connsiteX5" fmla="*/ 23601 w 24416"/>
                          <a:gd name="connsiteY5" fmla="*/ 7794 h 30999"/>
                          <a:gd name="connsiteX6" fmla="*/ 22839 w 24416"/>
                          <a:gd name="connsiteY6" fmla="*/ 269 h 30999"/>
                          <a:gd name="connsiteX7" fmla="*/ 15029 w 24416"/>
                          <a:gd name="connsiteY7" fmla="*/ 4365 h 30999"/>
                          <a:gd name="connsiteX8" fmla="*/ 1218 w 24416"/>
                          <a:gd name="connsiteY8" fmla="*/ 25892 h 30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4416" h="30999">
                            <a:moveTo>
                              <a:pt x="1218" y="25892"/>
                            </a:moveTo>
                            <a:cubicBezTo>
                              <a:pt x="360" y="27606"/>
                              <a:pt x="-211" y="28749"/>
                              <a:pt x="74" y="30082"/>
                            </a:cubicBezTo>
                            <a:cubicBezTo>
                              <a:pt x="360" y="31416"/>
                              <a:pt x="1979" y="31130"/>
                              <a:pt x="3789" y="30273"/>
                            </a:cubicBezTo>
                            <a:cubicBezTo>
                              <a:pt x="5504" y="29416"/>
                              <a:pt x="7695" y="27511"/>
                              <a:pt x="9314" y="26082"/>
                            </a:cubicBezTo>
                            <a:cubicBezTo>
                              <a:pt x="13505" y="22367"/>
                              <a:pt x="17124" y="17319"/>
                              <a:pt x="20363" y="13033"/>
                            </a:cubicBezTo>
                            <a:cubicBezTo>
                              <a:pt x="21601" y="11223"/>
                              <a:pt x="22935" y="9509"/>
                              <a:pt x="23601" y="7794"/>
                            </a:cubicBezTo>
                            <a:cubicBezTo>
                              <a:pt x="25030" y="4079"/>
                              <a:pt x="24459" y="1031"/>
                              <a:pt x="22839" y="269"/>
                            </a:cubicBezTo>
                            <a:cubicBezTo>
                              <a:pt x="21220" y="-588"/>
                              <a:pt x="18648" y="555"/>
                              <a:pt x="15029" y="4365"/>
                            </a:cubicBezTo>
                            <a:cubicBezTo>
                              <a:pt x="9409" y="10271"/>
                              <a:pt x="4837" y="19414"/>
                              <a:pt x="1218" y="2589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33" name="Forme libre : forme 12332">
                        <a:extLst>
                          <a:ext uri="{FF2B5EF4-FFF2-40B4-BE49-F238E27FC236}">
                            <a16:creationId xmlns:a16="http://schemas.microsoft.com/office/drawing/2014/main" id="{E1EFB190-02A1-48F9-919C-D0D891397D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76993" y="2952083"/>
                        <a:ext cx="11806" cy="66770"/>
                      </a:xfrm>
                      <a:custGeom>
                        <a:avLst/>
                        <a:gdLst>
                          <a:gd name="connsiteX0" fmla="*/ 8954 w 11806"/>
                          <a:gd name="connsiteY0" fmla="*/ 0 h 66770"/>
                          <a:gd name="connsiteX1" fmla="*/ 0 w 11806"/>
                          <a:gd name="connsiteY1" fmla="*/ 66770 h 66770"/>
                          <a:gd name="connsiteX2" fmla="*/ 8954 w 11806"/>
                          <a:gd name="connsiteY2" fmla="*/ 0 h 667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1806" h="66770">
                            <a:moveTo>
                              <a:pt x="8954" y="0"/>
                            </a:moveTo>
                            <a:cubicBezTo>
                              <a:pt x="16288" y="14764"/>
                              <a:pt x="8096" y="45720"/>
                              <a:pt x="0" y="66770"/>
                            </a:cubicBezTo>
                            <a:cubicBezTo>
                              <a:pt x="8572" y="44005"/>
                              <a:pt x="9715" y="18860"/>
                              <a:pt x="895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34" name="Forme libre : forme 12333">
                        <a:extLst>
                          <a:ext uri="{FF2B5EF4-FFF2-40B4-BE49-F238E27FC236}">
                            <a16:creationId xmlns:a16="http://schemas.microsoft.com/office/drawing/2014/main" id="{4A76573E-1A2A-4332-92C6-43AA39D302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43547" y="3024854"/>
                        <a:ext cx="35718" cy="53911"/>
                      </a:xfrm>
                      <a:custGeom>
                        <a:avLst/>
                        <a:gdLst>
                          <a:gd name="connsiteX0" fmla="*/ 35719 w 35718"/>
                          <a:gd name="connsiteY0" fmla="*/ 0 h 53911"/>
                          <a:gd name="connsiteX1" fmla="*/ 0 w 35718"/>
                          <a:gd name="connsiteY1" fmla="*/ 53912 h 53911"/>
                          <a:gd name="connsiteX2" fmla="*/ 17336 w 35718"/>
                          <a:gd name="connsiteY2" fmla="*/ 27241 h 53911"/>
                          <a:gd name="connsiteX3" fmla="*/ 26861 w 35718"/>
                          <a:gd name="connsiteY3" fmla="*/ 13335 h 53911"/>
                          <a:gd name="connsiteX4" fmla="*/ 31528 w 35718"/>
                          <a:gd name="connsiteY4" fmla="*/ 6763 h 53911"/>
                          <a:gd name="connsiteX5" fmla="*/ 35719 w 35718"/>
                          <a:gd name="connsiteY5" fmla="*/ 0 h 53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5718" h="53911">
                            <a:moveTo>
                              <a:pt x="35719" y="0"/>
                            </a:moveTo>
                            <a:cubicBezTo>
                              <a:pt x="20288" y="17050"/>
                              <a:pt x="10763" y="36290"/>
                              <a:pt x="0" y="53912"/>
                            </a:cubicBezTo>
                            <a:cubicBezTo>
                              <a:pt x="4477" y="45244"/>
                              <a:pt x="11049" y="36766"/>
                              <a:pt x="17336" y="27241"/>
                            </a:cubicBezTo>
                            <a:cubicBezTo>
                              <a:pt x="20669" y="22955"/>
                              <a:pt x="23717" y="17812"/>
                              <a:pt x="26861" y="13335"/>
                            </a:cubicBezTo>
                            <a:cubicBezTo>
                              <a:pt x="28480" y="11049"/>
                              <a:pt x="30004" y="8858"/>
                              <a:pt x="31528" y="6763"/>
                            </a:cubicBezTo>
                            <a:cubicBezTo>
                              <a:pt x="32957" y="4381"/>
                              <a:pt x="34385" y="2096"/>
                              <a:pt x="3571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35" name="Forme libre : forme 12334">
                        <a:extLst>
                          <a:ext uri="{FF2B5EF4-FFF2-40B4-BE49-F238E27FC236}">
                            <a16:creationId xmlns:a16="http://schemas.microsoft.com/office/drawing/2014/main" id="{BEED2B8F-25AE-4C90-832B-C506A42B61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24014" y="2993684"/>
                        <a:ext cx="24483" cy="27342"/>
                      </a:xfrm>
                      <a:custGeom>
                        <a:avLst/>
                        <a:gdLst>
                          <a:gd name="connsiteX0" fmla="*/ 24308 w 24483"/>
                          <a:gd name="connsiteY0" fmla="*/ 880 h 27342"/>
                          <a:gd name="connsiteX1" fmla="*/ 20688 w 24483"/>
                          <a:gd name="connsiteY1" fmla="*/ 10215 h 27342"/>
                          <a:gd name="connsiteX2" fmla="*/ 13259 w 24483"/>
                          <a:gd name="connsiteY2" fmla="*/ 18692 h 27342"/>
                          <a:gd name="connsiteX3" fmla="*/ 115 w 24483"/>
                          <a:gd name="connsiteY3" fmla="*/ 26121 h 27342"/>
                          <a:gd name="connsiteX4" fmla="*/ 10878 w 24483"/>
                          <a:gd name="connsiteY4" fmla="*/ 9929 h 27342"/>
                          <a:gd name="connsiteX5" fmla="*/ 24308 w 24483"/>
                          <a:gd name="connsiteY5" fmla="*/ 880 h 27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4483" h="27342">
                            <a:moveTo>
                              <a:pt x="24308" y="880"/>
                            </a:moveTo>
                            <a:cubicBezTo>
                              <a:pt x="25070" y="2785"/>
                              <a:pt x="23260" y="6595"/>
                              <a:pt x="20688" y="10215"/>
                            </a:cubicBezTo>
                            <a:cubicBezTo>
                              <a:pt x="18021" y="13739"/>
                              <a:pt x="14783" y="17168"/>
                              <a:pt x="13259" y="18692"/>
                            </a:cubicBezTo>
                            <a:cubicBezTo>
                              <a:pt x="10211" y="21930"/>
                              <a:pt x="1353" y="30503"/>
                              <a:pt x="115" y="26121"/>
                            </a:cubicBezTo>
                            <a:cubicBezTo>
                              <a:pt x="-1124" y="21740"/>
                              <a:pt x="8020" y="12787"/>
                              <a:pt x="10878" y="9929"/>
                            </a:cubicBezTo>
                            <a:cubicBezTo>
                              <a:pt x="13926" y="7167"/>
                              <a:pt x="22689" y="-3025"/>
                              <a:pt x="24308" y="88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36" name="Forme libre : forme 12335">
                        <a:extLst>
                          <a:ext uri="{FF2B5EF4-FFF2-40B4-BE49-F238E27FC236}">
                            <a16:creationId xmlns:a16="http://schemas.microsoft.com/office/drawing/2014/main" id="{0AC0A6FE-8263-4E66-BF16-010E523312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44560" y="2989366"/>
                        <a:ext cx="6571" cy="8420"/>
                      </a:xfrm>
                      <a:custGeom>
                        <a:avLst/>
                        <a:gdLst>
                          <a:gd name="connsiteX0" fmla="*/ 6048 w 6571"/>
                          <a:gd name="connsiteY0" fmla="*/ 55 h 8420"/>
                          <a:gd name="connsiteX1" fmla="*/ 4905 w 6571"/>
                          <a:gd name="connsiteY1" fmla="*/ 4817 h 8420"/>
                          <a:gd name="connsiteX2" fmla="*/ 523 w 6571"/>
                          <a:gd name="connsiteY2" fmla="*/ 8341 h 8420"/>
                          <a:gd name="connsiteX3" fmla="*/ 1666 w 6571"/>
                          <a:gd name="connsiteY3" fmla="*/ 3674 h 8420"/>
                          <a:gd name="connsiteX4" fmla="*/ 6048 w 6571"/>
                          <a:gd name="connsiteY4" fmla="*/ 5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571" h="8420">
                            <a:moveTo>
                              <a:pt x="6048" y="55"/>
                            </a:moveTo>
                            <a:cubicBezTo>
                              <a:pt x="7381" y="531"/>
                              <a:pt x="5857" y="3388"/>
                              <a:pt x="4905" y="4817"/>
                            </a:cubicBezTo>
                            <a:cubicBezTo>
                              <a:pt x="3952" y="6246"/>
                              <a:pt x="1857" y="8913"/>
                              <a:pt x="523" y="8341"/>
                            </a:cubicBezTo>
                            <a:cubicBezTo>
                              <a:pt x="-810" y="7770"/>
                              <a:pt x="714" y="5103"/>
                              <a:pt x="1666" y="3674"/>
                            </a:cubicBezTo>
                            <a:cubicBezTo>
                              <a:pt x="2523" y="2340"/>
                              <a:pt x="4619" y="-422"/>
                              <a:pt x="6048" y="5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37" name="Forme libre : forme 12336">
                        <a:extLst>
                          <a:ext uri="{FF2B5EF4-FFF2-40B4-BE49-F238E27FC236}">
                            <a16:creationId xmlns:a16="http://schemas.microsoft.com/office/drawing/2014/main" id="{23404406-F10F-4F12-8A45-27134C5B29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07489" y="2951108"/>
                        <a:ext cx="71439" cy="57174"/>
                      </a:xfrm>
                      <a:custGeom>
                        <a:avLst/>
                        <a:gdLst>
                          <a:gd name="connsiteX0" fmla="*/ 44453 w 71439"/>
                          <a:gd name="connsiteY0" fmla="*/ 10214 h 57174"/>
                          <a:gd name="connsiteX1" fmla="*/ 68456 w 71439"/>
                          <a:gd name="connsiteY1" fmla="*/ 22 h 57174"/>
                          <a:gd name="connsiteX2" fmla="*/ 70075 w 71439"/>
                          <a:gd name="connsiteY2" fmla="*/ 8309 h 57174"/>
                          <a:gd name="connsiteX3" fmla="*/ 61502 w 71439"/>
                          <a:gd name="connsiteY3" fmla="*/ 15357 h 57174"/>
                          <a:gd name="connsiteX4" fmla="*/ 33594 w 71439"/>
                          <a:gd name="connsiteY4" fmla="*/ 34122 h 57174"/>
                          <a:gd name="connsiteX5" fmla="*/ 161 w 71439"/>
                          <a:gd name="connsiteY5" fmla="*/ 54886 h 57174"/>
                          <a:gd name="connsiteX6" fmla="*/ 8829 w 71439"/>
                          <a:gd name="connsiteY6" fmla="*/ 36598 h 57174"/>
                          <a:gd name="connsiteX7" fmla="*/ 24355 w 71439"/>
                          <a:gd name="connsiteY7" fmla="*/ 20787 h 57174"/>
                          <a:gd name="connsiteX8" fmla="*/ 44453 w 71439"/>
                          <a:gd name="connsiteY8" fmla="*/ 10214 h 571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1439" h="57174">
                            <a:moveTo>
                              <a:pt x="44453" y="10214"/>
                            </a:moveTo>
                            <a:cubicBezTo>
                              <a:pt x="53406" y="4880"/>
                              <a:pt x="59883" y="974"/>
                              <a:pt x="68456" y="22"/>
                            </a:cubicBezTo>
                            <a:cubicBezTo>
                              <a:pt x="71599" y="-359"/>
                              <a:pt x="72456" y="4308"/>
                              <a:pt x="70075" y="8309"/>
                            </a:cubicBezTo>
                            <a:cubicBezTo>
                              <a:pt x="67694" y="12214"/>
                              <a:pt x="64645" y="13738"/>
                              <a:pt x="61502" y="15357"/>
                            </a:cubicBezTo>
                            <a:cubicBezTo>
                              <a:pt x="51882" y="20596"/>
                              <a:pt x="43024" y="27073"/>
                              <a:pt x="33594" y="34122"/>
                            </a:cubicBezTo>
                            <a:cubicBezTo>
                              <a:pt x="28165" y="39170"/>
                              <a:pt x="1971" y="64887"/>
                              <a:pt x="161" y="54886"/>
                            </a:cubicBezTo>
                            <a:cubicBezTo>
                              <a:pt x="-887" y="49933"/>
                              <a:pt x="3304" y="42980"/>
                              <a:pt x="8829" y="36598"/>
                            </a:cubicBezTo>
                            <a:cubicBezTo>
                              <a:pt x="14354" y="30216"/>
                              <a:pt x="20545" y="23549"/>
                              <a:pt x="24355" y="20787"/>
                            </a:cubicBezTo>
                            <a:cubicBezTo>
                              <a:pt x="31975" y="15167"/>
                              <a:pt x="37785" y="14309"/>
                              <a:pt x="44453" y="1021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93" name="Graphique 1">
                      <a:extLst>
                        <a:ext uri="{FF2B5EF4-FFF2-40B4-BE49-F238E27FC236}">
                          <a16:creationId xmlns:a16="http://schemas.microsoft.com/office/drawing/2014/main" id="{DF7B9219-6F9F-4201-B226-05285BA3A5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75951" y="2787944"/>
                      <a:ext cx="153638" cy="158249"/>
                      <a:chOff x="2575951" y="2787944"/>
                      <a:chExt cx="153638" cy="158249"/>
                    </a:xfrm>
                    <a:solidFill>
                      <a:schemeClr val="accent1"/>
                    </a:solidFill>
                  </p:grpSpPr>
                  <p:sp>
                    <p:nvSpPr>
                      <p:cNvPr id="12314" name="Forme libre : forme 12313">
                        <a:extLst>
                          <a:ext uri="{FF2B5EF4-FFF2-40B4-BE49-F238E27FC236}">
                            <a16:creationId xmlns:a16="http://schemas.microsoft.com/office/drawing/2014/main" id="{3EDEB6B3-CC20-4A95-8788-4CE5A035B1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75951" y="2787944"/>
                        <a:ext cx="153638" cy="158249"/>
                      </a:xfrm>
                      <a:custGeom>
                        <a:avLst/>
                        <a:gdLst>
                          <a:gd name="connsiteX0" fmla="*/ 119532 w 153638"/>
                          <a:gd name="connsiteY0" fmla="*/ 75461 h 158249"/>
                          <a:gd name="connsiteX1" fmla="*/ 98673 w 153638"/>
                          <a:gd name="connsiteY1" fmla="*/ 96987 h 158249"/>
                          <a:gd name="connsiteX2" fmla="*/ 78289 w 153638"/>
                          <a:gd name="connsiteY2" fmla="*/ 121085 h 158249"/>
                          <a:gd name="connsiteX3" fmla="*/ 18091 w 153638"/>
                          <a:gd name="connsiteY3" fmla="*/ 157947 h 158249"/>
                          <a:gd name="connsiteX4" fmla="*/ 660 w 153638"/>
                          <a:gd name="connsiteY4" fmla="*/ 145279 h 158249"/>
                          <a:gd name="connsiteX5" fmla="*/ 18948 w 153638"/>
                          <a:gd name="connsiteY5" fmla="*/ 74508 h 158249"/>
                          <a:gd name="connsiteX6" fmla="*/ 41047 w 153638"/>
                          <a:gd name="connsiteY6" fmla="*/ 46314 h 158249"/>
                          <a:gd name="connsiteX7" fmla="*/ 68002 w 153638"/>
                          <a:gd name="connsiteY7" fmla="*/ 20501 h 158249"/>
                          <a:gd name="connsiteX8" fmla="*/ 140392 w 153638"/>
                          <a:gd name="connsiteY8" fmla="*/ 1833 h 158249"/>
                          <a:gd name="connsiteX9" fmla="*/ 153346 w 153638"/>
                          <a:gd name="connsiteY9" fmla="*/ 18501 h 158249"/>
                          <a:gd name="connsiteX10" fmla="*/ 119532 w 153638"/>
                          <a:gd name="connsiteY10" fmla="*/ 75461 h 158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53638" h="158249">
                            <a:moveTo>
                              <a:pt x="119532" y="75461"/>
                            </a:moveTo>
                            <a:cubicBezTo>
                              <a:pt x="114294" y="80604"/>
                              <a:pt x="106293" y="88415"/>
                              <a:pt x="98673" y="96987"/>
                            </a:cubicBezTo>
                            <a:cubicBezTo>
                              <a:pt x="91053" y="105560"/>
                              <a:pt x="83433" y="114894"/>
                              <a:pt x="78289" y="121085"/>
                            </a:cubicBezTo>
                            <a:cubicBezTo>
                              <a:pt x="58953" y="144517"/>
                              <a:pt x="40856" y="152994"/>
                              <a:pt x="18091" y="157947"/>
                            </a:cubicBezTo>
                            <a:cubicBezTo>
                              <a:pt x="10281" y="159757"/>
                              <a:pt x="1518" y="153185"/>
                              <a:pt x="660" y="145279"/>
                            </a:cubicBezTo>
                            <a:cubicBezTo>
                              <a:pt x="-1530" y="122419"/>
                              <a:pt x="1041" y="101559"/>
                              <a:pt x="18948" y="74508"/>
                            </a:cubicBezTo>
                            <a:cubicBezTo>
                              <a:pt x="23711" y="67364"/>
                              <a:pt x="31807" y="56601"/>
                              <a:pt x="41047" y="46314"/>
                            </a:cubicBezTo>
                            <a:cubicBezTo>
                              <a:pt x="50286" y="36027"/>
                              <a:pt x="60668" y="26312"/>
                              <a:pt x="68002" y="20501"/>
                            </a:cubicBezTo>
                            <a:cubicBezTo>
                              <a:pt x="95053" y="-1121"/>
                              <a:pt x="117818" y="-2168"/>
                              <a:pt x="140392" y="1833"/>
                            </a:cubicBezTo>
                            <a:cubicBezTo>
                              <a:pt x="148298" y="3261"/>
                              <a:pt x="155156" y="11358"/>
                              <a:pt x="153346" y="18501"/>
                            </a:cubicBezTo>
                            <a:cubicBezTo>
                              <a:pt x="147917" y="39456"/>
                              <a:pt x="139440" y="56029"/>
                              <a:pt x="119532" y="7546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15" name="Forme libre : forme 12314">
                        <a:extLst>
                          <a:ext uri="{FF2B5EF4-FFF2-40B4-BE49-F238E27FC236}">
                            <a16:creationId xmlns:a16="http://schemas.microsoft.com/office/drawing/2014/main" id="{0DA149A7-021C-4BF5-A2E7-EADCB613D5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4327" y="2806160"/>
                        <a:ext cx="144684" cy="139988"/>
                      </a:xfrm>
                      <a:custGeom>
                        <a:avLst/>
                        <a:gdLst>
                          <a:gd name="connsiteX0" fmla="*/ 54483 w 144684"/>
                          <a:gd name="connsiteY0" fmla="*/ 78391 h 139988"/>
                          <a:gd name="connsiteX1" fmla="*/ 0 w 144684"/>
                          <a:gd name="connsiteY1" fmla="*/ 138113 h 139988"/>
                          <a:gd name="connsiteX2" fmla="*/ 9430 w 144684"/>
                          <a:gd name="connsiteY2" fmla="*/ 139732 h 139988"/>
                          <a:gd name="connsiteX3" fmla="*/ 20765 w 144684"/>
                          <a:gd name="connsiteY3" fmla="*/ 136779 h 139988"/>
                          <a:gd name="connsiteX4" fmla="*/ 50863 w 144684"/>
                          <a:gd name="connsiteY4" fmla="*/ 121349 h 139988"/>
                          <a:gd name="connsiteX5" fmla="*/ 69628 w 144684"/>
                          <a:gd name="connsiteY5" fmla="*/ 102870 h 139988"/>
                          <a:gd name="connsiteX6" fmla="*/ 76200 w 144684"/>
                          <a:gd name="connsiteY6" fmla="*/ 94869 h 139988"/>
                          <a:gd name="connsiteX7" fmla="*/ 107633 w 144684"/>
                          <a:gd name="connsiteY7" fmla="*/ 60389 h 139988"/>
                          <a:gd name="connsiteX8" fmla="*/ 110871 w 144684"/>
                          <a:gd name="connsiteY8" fmla="*/ 57245 h 139988"/>
                          <a:gd name="connsiteX9" fmla="*/ 128207 w 144684"/>
                          <a:gd name="connsiteY9" fmla="*/ 37433 h 139988"/>
                          <a:gd name="connsiteX10" fmla="*/ 141827 w 144684"/>
                          <a:gd name="connsiteY10" fmla="*/ 9906 h 139988"/>
                          <a:gd name="connsiteX11" fmla="*/ 144685 w 144684"/>
                          <a:gd name="connsiteY11" fmla="*/ 381 h 139988"/>
                          <a:gd name="connsiteX12" fmla="*/ 144685 w 144684"/>
                          <a:gd name="connsiteY12" fmla="*/ 0 h 139988"/>
                          <a:gd name="connsiteX13" fmla="*/ 54483 w 144684"/>
                          <a:gd name="connsiteY13" fmla="*/ 78391 h 1399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44684" h="139988">
                            <a:moveTo>
                              <a:pt x="54483" y="78391"/>
                            </a:moveTo>
                            <a:cubicBezTo>
                              <a:pt x="38862" y="101060"/>
                              <a:pt x="21527" y="126111"/>
                              <a:pt x="0" y="138113"/>
                            </a:cubicBezTo>
                            <a:cubicBezTo>
                              <a:pt x="2953" y="139732"/>
                              <a:pt x="6287" y="140399"/>
                              <a:pt x="9430" y="139732"/>
                            </a:cubicBezTo>
                            <a:cubicBezTo>
                              <a:pt x="13335" y="138875"/>
                              <a:pt x="17145" y="137827"/>
                              <a:pt x="20765" y="136779"/>
                            </a:cubicBezTo>
                            <a:cubicBezTo>
                              <a:pt x="31337" y="133541"/>
                              <a:pt x="41243" y="128969"/>
                              <a:pt x="50863" y="121349"/>
                            </a:cubicBezTo>
                            <a:cubicBezTo>
                              <a:pt x="57150" y="116491"/>
                              <a:pt x="63246" y="110395"/>
                              <a:pt x="69628" y="102870"/>
                            </a:cubicBezTo>
                            <a:cubicBezTo>
                              <a:pt x="71533" y="100584"/>
                              <a:pt x="73724" y="97822"/>
                              <a:pt x="76200" y="94869"/>
                            </a:cubicBezTo>
                            <a:cubicBezTo>
                              <a:pt x="85630" y="83058"/>
                              <a:pt x="98488" y="68961"/>
                              <a:pt x="107633" y="60389"/>
                            </a:cubicBezTo>
                            <a:cubicBezTo>
                              <a:pt x="108776" y="59246"/>
                              <a:pt x="109919" y="58198"/>
                              <a:pt x="110871" y="57245"/>
                            </a:cubicBezTo>
                            <a:cubicBezTo>
                              <a:pt x="117729" y="50387"/>
                              <a:pt x="123730" y="43720"/>
                              <a:pt x="128207" y="37433"/>
                            </a:cubicBezTo>
                            <a:cubicBezTo>
                              <a:pt x="134207" y="28289"/>
                              <a:pt x="138589" y="19622"/>
                              <a:pt x="141827" y="9906"/>
                            </a:cubicBezTo>
                            <a:cubicBezTo>
                              <a:pt x="142875" y="6858"/>
                              <a:pt x="143828" y="3620"/>
                              <a:pt x="144685" y="381"/>
                            </a:cubicBezTo>
                            <a:lnTo>
                              <a:pt x="144685" y="0"/>
                            </a:lnTo>
                            <a:cubicBezTo>
                              <a:pt x="109633" y="19050"/>
                              <a:pt x="76391" y="45625"/>
                              <a:pt x="54483" y="7839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16" name="Forme libre : forme 12315">
                        <a:extLst>
                          <a:ext uri="{FF2B5EF4-FFF2-40B4-BE49-F238E27FC236}">
                            <a16:creationId xmlns:a16="http://schemas.microsoft.com/office/drawing/2014/main" id="{7B2E62BD-A613-403B-90E4-3E241D3DC6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3447" y="2817058"/>
                        <a:ext cx="71587" cy="69414"/>
                      </a:xfrm>
                      <a:custGeom>
                        <a:avLst/>
                        <a:gdLst>
                          <a:gd name="connsiteX0" fmla="*/ 70703 w 71587"/>
                          <a:gd name="connsiteY0" fmla="*/ 1770 h 69414"/>
                          <a:gd name="connsiteX1" fmla="*/ 61083 w 71587"/>
                          <a:gd name="connsiteY1" fmla="*/ 21677 h 69414"/>
                          <a:gd name="connsiteX2" fmla="*/ 41557 w 71587"/>
                          <a:gd name="connsiteY2" fmla="*/ 42727 h 69414"/>
                          <a:gd name="connsiteX3" fmla="*/ 22030 w 71587"/>
                          <a:gd name="connsiteY3" fmla="*/ 60730 h 69414"/>
                          <a:gd name="connsiteX4" fmla="*/ 2314 w 71587"/>
                          <a:gd name="connsiteY4" fmla="*/ 68445 h 69414"/>
                          <a:gd name="connsiteX5" fmla="*/ 5743 w 71587"/>
                          <a:gd name="connsiteY5" fmla="*/ 47681 h 69414"/>
                          <a:gd name="connsiteX6" fmla="*/ 23650 w 71587"/>
                          <a:gd name="connsiteY6" fmla="*/ 25583 h 69414"/>
                          <a:gd name="connsiteX7" fmla="*/ 47843 w 71587"/>
                          <a:gd name="connsiteY7" fmla="*/ 6914 h 69414"/>
                          <a:gd name="connsiteX8" fmla="*/ 70703 w 71587"/>
                          <a:gd name="connsiteY8" fmla="*/ 1770 h 694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1587" h="69414">
                            <a:moveTo>
                              <a:pt x="70703" y="1770"/>
                            </a:moveTo>
                            <a:cubicBezTo>
                              <a:pt x="73846" y="5770"/>
                              <a:pt x="68131" y="13486"/>
                              <a:pt x="61083" y="21677"/>
                            </a:cubicBezTo>
                            <a:cubicBezTo>
                              <a:pt x="53939" y="29774"/>
                              <a:pt x="45748" y="38441"/>
                              <a:pt x="41557" y="42727"/>
                            </a:cubicBezTo>
                            <a:cubicBezTo>
                              <a:pt x="37366" y="47014"/>
                              <a:pt x="29555" y="54539"/>
                              <a:pt x="22030" y="60730"/>
                            </a:cubicBezTo>
                            <a:cubicBezTo>
                              <a:pt x="14506" y="66921"/>
                              <a:pt x="6886" y="71493"/>
                              <a:pt x="2314" y="68445"/>
                            </a:cubicBezTo>
                            <a:cubicBezTo>
                              <a:pt x="-2258" y="65302"/>
                              <a:pt x="504" y="56634"/>
                              <a:pt x="5743" y="47681"/>
                            </a:cubicBezTo>
                            <a:cubicBezTo>
                              <a:pt x="11077" y="38727"/>
                              <a:pt x="19173" y="29774"/>
                              <a:pt x="23650" y="25583"/>
                            </a:cubicBezTo>
                            <a:cubicBezTo>
                              <a:pt x="28126" y="21296"/>
                              <a:pt x="37937" y="12628"/>
                              <a:pt x="47843" y="6914"/>
                            </a:cubicBezTo>
                            <a:cubicBezTo>
                              <a:pt x="57845" y="1008"/>
                              <a:pt x="67560" y="-2231"/>
                              <a:pt x="70703" y="177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17" name="Forme libre : forme 12316">
                        <a:extLst>
                          <a:ext uri="{FF2B5EF4-FFF2-40B4-BE49-F238E27FC236}">
                            <a16:creationId xmlns:a16="http://schemas.microsoft.com/office/drawing/2014/main" id="{7D537C5B-F654-43E8-B36F-55ED16CFF0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3030" y="2844926"/>
                        <a:ext cx="55594" cy="41242"/>
                      </a:xfrm>
                      <a:custGeom>
                        <a:avLst/>
                        <a:gdLst>
                          <a:gd name="connsiteX0" fmla="*/ 7493 w 55594"/>
                          <a:gd name="connsiteY0" fmla="*/ 18288 h 41242"/>
                          <a:gd name="connsiteX1" fmla="*/ 2540 w 55594"/>
                          <a:gd name="connsiteY1" fmla="*/ 40862 h 41242"/>
                          <a:gd name="connsiteX2" fmla="*/ 42450 w 55594"/>
                          <a:gd name="connsiteY2" fmla="*/ 14478 h 41242"/>
                          <a:gd name="connsiteX3" fmla="*/ 55595 w 55594"/>
                          <a:gd name="connsiteY3" fmla="*/ 0 h 41242"/>
                          <a:gd name="connsiteX4" fmla="*/ 47308 w 55594"/>
                          <a:gd name="connsiteY4" fmla="*/ 6477 h 41242"/>
                          <a:gd name="connsiteX5" fmla="*/ 7493 w 55594"/>
                          <a:gd name="connsiteY5" fmla="*/ 18288 h 412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5594" h="41242">
                            <a:moveTo>
                              <a:pt x="7493" y="18288"/>
                            </a:moveTo>
                            <a:cubicBezTo>
                              <a:pt x="4826" y="24194"/>
                              <a:pt x="-4413" y="38576"/>
                              <a:pt x="2540" y="40862"/>
                            </a:cubicBezTo>
                            <a:cubicBezTo>
                              <a:pt x="13399" y="44196"/>
                              <a:pt x="31496" y="24765"/>
                              <a:pt x="42450" y="14478"/>
                            </a:cubicBezTo>
                            <a:cubicBezTo>
                              <a:pt x="45593" y="11335"/>
                              <a:pt x="52356" y="4001"/>
                              <a:pt x="55595" y="0"/>
                            </a:cubicBezTo>
                            <a:cubicBezTo>
                              <a:pt x="53404" y="1905"/>
                              <a:pt x="49784" y="5144"/>
                              <a:pt x="47308" y="6477"/>
                            </a:cubicBezTo>
                            <a:cubicBezTo>
                              <a:pt x="33592" y="14288"/>
                              <a:pt x="17495" y="25146"/>
                              <a:pt x="7493" y="18288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18" name="Forme libre : forme 12317">
                        <a:extLst>
                          <a:ext uri="{FF2B5EF4-FFF2-40B4-BE49-F238E27FC236}">
                            <a16:creationId xmlns:a16="http://schemas.microsoft.com/office/drawing/2014/main" id="{9D58CB1D-0A58-49FD-A503-87B16B6CF7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8548" y="2815425"/>
                        <a:ext cx="71560" cy="68670"/>
                      </a:xfrm>
                      <a:custGeom>
                        <a:avLst/>
                        <a:gdLst>
                          <a:gd name="connsiteX0" fmla="*/ 71221 w 71560"/>
                          <a:gd name="connsiteY0" fmla="*/ 2450 h 68670"/>
                          <a:gd name="connsiteX1" fmla="*/ 60649 w 71560"/>
                          <a:gd name="connsiteY1" fmla="*/ 22929 h 68670"/>
                          <a:gd name="connsiteX2" fmla="*/ 41599 w 71560"/>
                          <a:gd name="connsiteY2" fmla="*/ 43408 h 68670"/>
                          <a:gd name="connsiteX3" fmla="*/ 22167 w 71560"/>
                          <a:gd name="connsiteY3" fmla="*/ 60839 h 68670"/>
                          <a:gd name="connsiteX4" fmla="*/ 2451 w 71560"/>
                          <a:gd name="connsiteY4" fmla="*/ 67697 h 68670"/>
                          <a:gd name="connsiteX5" fmla="*/ 6166 w 71560"/>
                          <a:gd name="connsiteY5" fmla="*/ 47218 h 68670"/>
                          <a:gd name="connsiteX6" fmla="*/ 24263 w 71560"/>
                          <a:gd name="connsiteY6" fmla="*/ 25596 h 68670"/>
                          <a:gd name="connsiteX7" fmla="*/ 49218 w 71560"/>
                          <a:gd name="connsiteY7" fmla="*/ 6642 h 68670"/>
                          <a:gd name="connsiteX8" fmla="*/ 71221 w 71560"/>
                          <a:gd name="connsiteY8" fmla="*/ 2450 h 68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1560" h="68670">
                            <a:moveTo>
                              <a:pt x="71221" y="2450"/>
                            </a:moveTo>
                            <a:cubicBezTo>
                              <a:pt x="73031" y="7594"/>
                              <a:pt x="67316" y="15024"/>
                              <a:pt x="60649" y="22929"/>
                            </a:cubicBezTo>
                            <a:cubicBezTo>
                              <a:pt x="53886" y="30835"/>
                              <a:pt x="45980" y="38741"/>
                              <a:pt x="41599" y="43408"/>
                            </a:cubicBezTo>
                            <a:cubicBezTo>
                              <a:pt x="37122" y="47980"/>
                              <a:pt x="29597" y="55124"/>
                              <a:pt x="22167" y="60839"/>
                            </a:cubicBezTo>
                            <a:cubicBezTo>
                              <a:pt x="14738" y="66458"/>
                              <a:pt x="7213" y="70650"/>
                              <a:pt x="2451" y="67697"/>
                            </a:cubicBezTo>
                            <a:cubicBezTo>
                              <a:pt x="-2407" y="64839"/>
                              <a:pt x="546" y="56076"/>
                              <a:pt x="6166" y="47218"/>
                            </a:cubicBezTo>
                            <a:cubicBezTo>
                              <a:pt x="11690" y="38265"/>
                              <a:pt x="20072" y="29501"/>
                              <a:pt x="24263" y="25596"/>
                            </a:cubicBezTo>
                            <a:cubicBezTo>
                              <a:pt x="28264" y="21596"/>
                              <a:pt x="38836" y="12642"/>
                              <a:pt x="49218" y="6642"/>
                            </a:cubicBezTo>
                            <a:cubicBezTo>
                              <a:pt x="59601" y="641"/>
                              <a:pt x="69602" y="-2502"/>
                              <a:pt x="71221" y="245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19" name="Forme libre : forme 12318">
                        <a:extLst>
                          <a:ext uri="{FF2B5EF4-FFF2-40B4-BE49-F238E27FC236}">
                            <a16:creationId xmlns:a16="http://schemas.microsoft.com/office/drawing/2014/main" id="{64F98BB9-F51E-47FC-BB25-B6A857C1E7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91966" y="2841378"/>
                        <a:ext cx="95528" cy="81544"/>
                      </a:xfrm>
                      <a:custGeom>
                        <a:avLst/>
                        <a:gdLst>
                          <a:gd name="connsiteX0" fmla="*/ 8744 w 95528"/>
                          <a:gd name="connsiteY0" fmla="*/ 80891 h 81544"/>
                          <a:gd name="connsiteX1" fmla="*/ 25604 w 95528"/>
                          <a:gd name="connsiteY1" fmla="*/ 77748 h 81544"/>
                          <a:gd name="connsiteX2" fmla="*/ 63704 w 95528"/>
                          <a:gd name="connsiteY2" fmla="*/ 53269 h 81544"/>
                          <a:gd name="connsiteX3" fmla="*/ 90183 w 95528"/>
                          <a:gd name="connsiteY3" fmla="*/ 20884 h 81544"/>
                          <a:gd name="connsiteX4" fmla="*/ 92564 w 95528"/>
                          <a:gd name="connsiteY4" fmla="*/ 500 h 81544"/>
                          <a:gd name="connsiteX5" fmla="*/ 77991 w 95528"/>
                          <a:gd name="connsiteY5" fmla="*/ 5548 h 81544"/>
                          <a:gd name="connsiteX6" fmla="*/ 39986 w 95528"/>
                          <a:gd name="connsiteY6" fmla="*/ 25265 h 81544"/>
                          <a:gd name="connsiteX7" fmla="*/ 4458 w 95528"/>
                          <a:gd name="connsiteY7" fmla="*/ 50887 h 81544"/>
                          <a:gd name="connsiteX8" fmla="*/ 8744 w 95528"/>
                          <a:gd name="connsiteY8" fmla="*/ 80891 h 815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5528" h="81544">
                            <a:moveTo>
                              <a:pt x="8744" y="80891"/>
                            </a:moveTo>
                            <a:cubicBezTo>
                              <a:pt x="15412" y="82320"/>
                              <a:pt x="18364" y="81462"/>
                              <a:pt x="25604" y="77748"/>
                            </a:cubicBezTo>
                            <a:cubicBezTo>
                              <a:pt x="39510" y="70985"/>
                              <a:pt x="50940" y="65270"/>
                              <a:pt x="63704" y="53269"/>
                            </a:cubicBezTo>
                            <a:cubicBezTo>
                              <a:pt x="74371" y="43267"/>
                              <a:pt x="83896" y="31456"/>
                              <a:pt x="90183" y="20884"/>
                            </a:cubicBezTo>
                            <a:cubicBezTo>
                              <a:pt x="94755" y="12978"/>
                              <a:pt x="98279" y="3739"/>
                              <a:pt x="92564" y="500"/>
                            </a:cubicBezTo>
                            <a:cubicBezTo>
                              <a:pt x="89040" y="-1500"/>
                              <a:pt x="83325" y="2977"/>
                              <a:pt x="77991" y="5548"/>
                            </a:cubicBezTo>
                            <a:cubicBezTo>
                              <a:pt x="65323" y="11740"/>
                              <a:pt x="53893" y="19169"/>
                              <a:pt x="39986" y="25265"/>
                            </a:cubicBezTo>
                            <a:cubicBezTo>
                              <a:pt x="28175" y="30504"/>
                              <a:pt x="13221" y="35552"/>
                              <a:pt x="4458" y="50887"/>
                            </a:cubicBezTo>
                            <a:cubicBezTo>
                              <a:pt x="-3257" y="64984"/>
                              <a:pt x="-400" y="78986"/>
                              <a:pt x="8744" y="8089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20" name="Forme libre : forme 12319">
                        <a:extLst>
                          <a:ext uri="{FF2B5EF4-FFF2-40B4-BE49-F238E27FC236}">
                            <a16:creationId xmlns:a16="http://schemas.microsoft.com/office/drawing/2014/main" id="{6AA8A340-64BD-4109-9472-E657A8BDA6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04501" y="2860410"/>
                        <a:ext cx="20501" cy="36886"/>
                      </a:xfrm>
                      <a:custGeom>
                        <a:avLst/>
                        <a:gdLst>
                          <a:gd name="connsiteX0" fmla="*/ 400 w 20501"/>
                          <a:gd name="connsiteY0" fmla="*/ 31761 h 36886"/>
                          <a:gd name="connsiteX1" fmla="*/ 400 w 20501"/>
                          <a:gd name="connsiteY1" fmla="*/ 36332 h 36886"/>
                          <a:gd name="connsiteX2" fmla="*/ 4019 w 20501"/>
                          <a:gd name="connsiteY2" fmla="*/ 35285 h 36886"/>
                          <a:gd name="connsiteX3" fmla="*/ 8306 w 20501"/>
                          <a:gd name="connsiteY3" fmla="*/ 29474 h 36886"/>
                          <a:gd name="connsiteX4" fmla="*/ 17164 w 20501"/>
                          <a:gd name="connsiteY4" fmla="*/ 13949 h 36886"/>
                          <a:gd name="connsiteX5" fmla="*/ 19926 w 20501"/>
                          <a:gd name="connsiteY5" fmla="*/ 7948 h 36886"/>
                          <a:gd name="connsiteX6" fmla="*/ 10877 w 20501"/>
                          <a:gd name="connsiteY6" fmla="*/ 5757 h 36886"/>
                          <a:gd name="connsiteX7" fmla="*/ 400 w 20501"/>
                          <a:gd name="connsiteY7" fmla="*/ 31761 h 3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0501" h="36886">
                            <a:moveTo>
                              <a:pt x="400" y="31761"/>
                            </a:moveTo>
                            <a:cubicBezTo>
                              <a:pt x="19" y="33761"/>
                              <a:pt x="-267" y="35094"/>
                              <a:pt x="400" y="36332"/>
                            </a:cubicBezTo>
                            <a:cubicBezTo>
                              <a:pt x="1067" y="37475"/>
                              <a:pt x="2591" y="36714"/>
                              <a:pt x="4019" y="35285"/>
                            </a:cubicBezTo>
                            <a:cubicBezTo>
                              <a:pt x="5448" y="33856"/>
                              <a:pt x="7163" y="31475"/>
                              <a:pt x="8306" y="29474"/>
                            </a:cubicBezTo>
                            <a:cubicBezTo>
                              <a:pt x="11354" y="24426"/>
                              <a:pt x="14592" y="19092"/>
                              <a:pt x="17164" y="13949"/>
                            </a:cubicBezTo>
                            <a:cubicBezTo>
                              <a:pt x="18212" y="11853"/>
                              <a:pt x="19355" y="9948"/>
                              <a:pt x="19926" y="7948"/>
                            </a:cubicBezTo>
                            <a:cubicBezTo>
                              <a:pt x="22117" y="-243"/>
                              <a:pt x="17831" y="-3863"/>
                              <a:pt x="10877" y="5757"/>
                            </a:cubicBezTo>
                            <a:cubicBezTo>
                              <a:pt x="5639" y="13282"/>
                              <a:pt x="2114" y="23855"/>
                              <a:pt x="400" y="3176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21" name="Forme libre : forme 12320">
                        <a:extLst>
                          <a:ext uri="{FF2B5EF4-FFF2-40B4-BE49-F238E27FC236}">
                            <a16:creationId xmlns:a16="http://schemas.microsoft.com/office/drawing/2014/main" id="{29B1ADFE-8A24-4A7B-89DA-542CF438CD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95960" y="2805398"/>
                        <a:ext cx="29527" cy="55435"/>
                      </a:xfrm>
                      <a:custGeom>
                        <a:avLst/>
                        <a:gdLst>
                          <a:gd name="connsiteX0" fmla="*/ 29528 w 29527"/>
                          <a:gd name="connsiteY0" fmla="*/ 0 h 55435"/>
                          <a:gd name="connsiteX1" fmla="*/ 18098 w 29527"/>
                          <a:gd name="connsiteY1" fmla="*/ 27718 h 55435"/>
                          <a:gd name="connsiteX2" fmla="*/ 8668 w 29527"/>
                          <a:gd name="connsiteY2" fmla="*/ 42291 h 55435"/>
                          <a:gd name="connsiteX3" fmla="*/ 0 w 29527"/>
                          <a:gd name="connsiteY3" fmla="*/ 55436 h 55435"/>
                          <a:gd name="connsiteX4" fmla="*/ 29528 w 29527"/>
                          <a:gd name="connsiteY4" fmla="*/ 0 h 55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9527" h="55435">
                            <a:moveTo>
                              <a:pt x="29528" y="0"/>
                            </a:moveTo>
                            <a:cubicBezTo>
                              <a:pt x="29337" y="8001"/>
                              <a:pt x="24289" y="18097"/>
                              <a:pt x="18098" y="27718"/>
                            </a:cubicBezTo>
                            <a:cubicBezTo>
                              <a:pt x="15145" y="32766"/>
                              <a:pt x="11906" y="37624"/>
                              <a:pt x="8668" y="42291"/>
                            </a:cubicBezTo>
                            <a:cubicBezTo>
                              <a:pt x="5525" y="47054"/>
                              <a:pt x="2572" y="51530"/>
                              <a:pt x="0" y="55436"/>
                            </a:cubicBezTo>
                            <a:cubicBezTo>
                              <a:pt x="10954" y="38290"/>
                              <a:pt x="21431" y="16859"/>
                              <a:pt x="2952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22" name="Forme libre : forme 12321">
                        <a:extLst>
                          <a:ext uri="{FF2B5EF4-FFF2-40B4-BE49-F238E27FC236}">
                            <a16:creationId xmlns:a16="http://schemas.microsoft.com/office/drawing/2014/main" id="{9DF34D35-7A52-4F51-8222-E2FD36BCB4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78722" y="2861881"/>
                        <a:ext cx="19416" cy="71342"/>
                      </a:xfrm>
                      <a:custGeom>
                        <a:avLst/>
                        <a:gdLst>
                          <a:gd name="connsiteX0" fmla="*/ 19416 w 19416"/>
                          <a:gd name="connsiteY0" fmla="*/ 0 h 71342"/>
                          <a:gd name="connsiteX1" fmla="*/ 80 w 19416"/>
                          <a:gd name="connsiteY1" fmla="*/ 71342 h 71342"/>
                          <a:gd name="connsiteX2" fmla="*/ 19416 w 19416"/>
                          <a:gd name="connsiteY2" fmla="*/ 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9416" h="71342">
                            <a:moveTo>
                              <a:pt x="19416" y="0"/>
                            </a:moveTo>
                            <a:cubicBezTo>
                              <a:pt x="3414" y="24003"/>
                              <a:pt x="-15" y="50006"/>
                              <a:pt x="80" y="71342"/>
                            </a:cubicBezTo>
                            <a:cubicBezTo>
                              <a:pt x="-967" y="51435"/>
                              <a:pt x="8367" y="22193"/>
                              <a:pt x="1941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23" name="Forme libre : forme 12322">
                        <a:extLst>
                          <a:ext uri="{FF2B5EF4-FFF2-40B4-BE49-F238E27FC236}">
                            <a16:creationId xmlns:a16="http://schemas.microsoft.com/office/drawing/2014/main" id="{7C976E2A-E37F-4B85-A851-0ACD36CC7D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45620" y="2828584"/>
                        <a:ext cx="29108" cy="23568"/>
                      </a:xfrm>
                      <a:custGeom>
                        <a:avLst/>
                        <a:gdLst>
                          <a:gd name="connsiteX0" fmla="*/ 29099 w 29108"/>
                          <a:gd name="connsiteY0" fmla="*/ 1293 h 23568"/>
                          <a:gd name="connsiteX1" fmla="*/ 14336 w 29108"/>
                          <a:gd name="connsiteY1" fmla="*/ 16343 h 23568"/>
                          <a:gd name="connsiteX2" fmla="*/ 48 w 29108"/>
                          <a:gd name="connsiteY2" fmla="*/ 22248 h 23568"/>
                          <a:gd name="connsiteX3" fmla="*/ 13574 w 29108"/>
                          <a:gd name="connsiteY3" fmla="*/ 7104 h 23568"/>
                          <a:gd name="connsiteX4" fmla="*/ 29099 w 29108"/>
                          <a:gd name="connsiteY4" fmla="*/ 1293 h 23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9108" h="23568">
                            <a:moveTo>
                              <a:pt x="29099" y="1293"/>
                            </a:moveTo>
                            <a:cubicBezTo>
                              <a:pt x="29480" y="5484"/>
                              <a:pt x="17765" y="13581"/>
                              <a:pt x="14336" y="16343"/>
                            </a:cubicBezTo>
                            <a:cubicBezTo>
                              <a:pt x="10811" y="18915"/>
                              <a:pt x="905" y="26630"/>
                              <a:pt x="48" y="22248"/>
                            </a:cubicBezTo>
                            <a:cubicBezTo>
                              <a:pt x="-809" y="17771"/>
                              <a:pt x="10049" y="9485"/>
                              <a:pt x="13574" y="7104"/>
                            </a:cubicBezTo>
                            <a:cubicBezTo>
                              <a:pt x="17003" y="4532"/>
                              <a:pt x="28718" y="-2993"/>
                              <a:pt x="29099" y="129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24" name="Forme libre : forme 12323">
                        <a:extLst>
                          <a:ext uri="{FF2B5EF4-FFF2-40B4-BE49-F238E27FC236}">
                            <a16:creationId xmlns:a16="http://schemas.microsoft.com/office/drawing/2014/main" id="{DC2B7DE3-4B98-46F9-AEB3-8AC45B622A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70313" y="2825383"/>
                        <a:ext cx="8414" cy="6885"/>
                      </a:xfrm>
                      <a:custGeom>
                        <a:avLst/>
                        <a:gdLst>
                          <a:gd name="connsiteX0" fmla="*/ 8121 w 8414"/>
                          <a:gd name="connsiteY0" fmla="*/ 208 h 6885"/>
                          <a:gd name="connsiteX1" fmla="*/ 5549 w 8414"/>
                          <a:gd name="connsiteY1" fmla="*/ 4399 h 6885"/>
                          <a:gd name="connsiteX2" fmla="*/ 310 w 8414"/>
                          <a:gd name="connsiteY2" fmla="*/ 6685 h 6885"/>
                          <a:gd name="connsiteX3" fmla="*/ 2787 w 8414"/>
                          <a:gd name="connsiteY3" fmla="*/ 2494 h 6885"/>
                          <a:gd name="connsiteX4" fmla="*/ 8121 w 8414"/>
                          <a:gd name="connsiteY4" fmla="*/ 208 h 6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14" h="6885">
                            <a:moveTo>
                              <a:pt x="8121" y="208"/>
                            </a:moveTo>
                            <a:cubicBezTo>
                              <a:pt x="9264" y="1065"/>
                              <a:pt x="6787" y="3351"/>
                              <a:pt x="5549" y="4399"/>
                            </a:cubicBezTo>
                            <a:cubicBezTo>
                              <a:pt x="4215" y="5447"/>
                              <a:pt x="1453" y="7542"/>
                              <a:pt x="310" y="6685"/>
                            </a:cubicBezTo>
                            <a:cubicBezTo>
                              <a:pt x="-833" y="5827"/>
                              <a:pt x="1453" y="3637"/>
                              <a:pt x="2787" y="2494"/>
                            </a:cubicBezTo>
                            <a:cubicBezTo>
                              <a:pt x="4025" y="1351"/>
                              <a:pt x="6978" y="-650"/>
                              <a:pt x="812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25" name="Forme libre : forme 12324">
                        <a:extLst>
                          <a:ext uri="{FF2B5EF4-FFF2-40B4-BE49-F238E27FC236}">
                            <a16:creationId xmlns:a16="http://schemas.microsoft.com/office/drawing/2014/main" id="{EE7FA1EE-60BB-42B4-9216-D8AF646C2B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30423" y="2797778"/>
                        <a:ext cx="88279" cy="40496"/>
                      </a:xfrm>
                      <a:custGeom>
                        <a:avLst/>
                        <a:gdLst>
                          <a:gd name="connsiteX0" fmla="*/ 60012 w 88279"/>
                          <a:gd name="connsiteY0" fmla="*/ 1333 h 40496"/>
                          <a:gd name="connsiteX1" fmla="*/ 86682 w 88279"/>
                          <a:gd name="connsiteY1" fmla="*/ 2096 h 40496"/>
                          <a:gd name="connsiteX2" fmla="*/ 84396 w 88279"/>
                          <a:gd name="connsiteY2" fmla="*/ 10192 h 40496"/>
                          <a:gd name="connsiteX3" fmla="*/ 73728 w 88279"/>
                          <a:gd name="connsiteY3" fmla="*/ 12859 h 40496"/>
                          <a:gd name="connsiteX4" fmla="*/ 40295 w 88279"/>
                          <a:gd name="connsiteY4" fmla="*/ 20955 h 40496"/>
                          <a:gd name="connsiteX5" fmla="*/ 17340 w 88279"/>
                          <a:gd name="connsiteY5" fmla="*/ 33814 h 40496"/>
                          <a:gd name="connsiteX6" fmla="*/ 4 w 88279"/>
                          <a:gd name="connsiteY6" fmla="*/ 38005 h 40496"/>
                          <a:gd name="connsiteX7" fmla="*/ 14006 w 88279"/>
                          <a:gd name="connsiteY7" fmla="*/ 18383 h 40496"/>
                          <a:gd name="connsiteX8" fmla="*/ 36104 w 88279"/>
                          <a:gd name="connsiteY8" fmla="*/ 4953 h 40496"/>
                          <a:gd name="connsiteX9" fmla="*/ 60012 w 88279"/>
                          <a:gd name="connsiteY9" fmla="*/ 1333 h 40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8279" h="40496">
                            <a:moveTo>
                              <a:pt x="60012" y="1333"/>
                            </a:moveTo>
                            <a:cubicBezTo>
                              <a:pt x="70870" y="-191"/>
                              <a:pt x="78490" y="-952"/>
                              <a:pt x="86682" y="2096"/>
                            </a:cubicBezTo>
                            <a:cubicBezTo>
                              <a:pt x="89730" y="3334"/>
                              <a:pt x="88110" y="7620"/>
                              <a:pt x="84396" y="10192"/>
                            </a:cubicBezTo>
                            <a:cubicBezTo>
                              <a:pt x="80586" y="12764"/>
                              <a:pt x="77252" y="12764"/>
                              <a:pt x="73728" y="12859"/>
                            </a:cubicBezTo>
                            <a:cubicBezTo>
                              <a:pt x="62869" y="13621"/>
                              <a:pt x="51916" y="16574"/>
                              <a:pt x="40295" y="20955"/>
                            </a:cubicBezTo>
                            <a:cubicBezTo>
                              <a:pt x="36676" y="22384"/>
                              <a:pt x="26389" y="28480"/>
                              <a:pt x="17340" y="33814"/>
                            </a:cubicBezTo>
                            <a:cubicBezTo>
                              <a:pt x="8196" y="39052"/>
                              <a:pt x="195" y="43434"/>
                              <a:pt x="4" y="38005"/>
                            </a:cubicBezTo>
                            <a:cubicBezTo>
                              <a:pt x="-186" y="32671"/>
                              <a:pt x="6100" y="24860"/>
                              <a:pt x="14006" y="18383"/>
                            </a:cubicBezTo>
                            <a:cubicBezTo>
                              <a:pt x="21912" y="11811"/>
                              <a:pt x="31151" y="6858"/>
                              <a:pt x="36104" y="4953"/>
                            </a:cubicBezTo>
                            <a:cubicBezTo>
                              <a:pt x="46010" y="1333"/>
                              <a:pt x="52106" y="2762"/>
                              <a:pt x="60012" y="133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94" name="Graphique 1">
                      <a:extLst>
                        <a:ext uri="{FF2B5EF4-FFF2-40B4-BE49-F238E27FC236}">
                          <a16:creationId xmlns:a16="http://schemas.microsoft.com/office/drawing/2014/main" id="{22C5891D-7058-4B12-B5FF-7CACB06BA8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25402" y="2724226"/>
                      <a:ext cx="204435" cy="87736"/>
                      <a:chOff x="2725402" y="2724226"/>
                      <a:chExt cx="204435" cy="87736"/>
                    </a:xfrm>
                    <a:solidFill>
                      <a:schemeClr val="accent1"/>
                    </a:solidFill>
                  </p:grpSpPr>
                  <p:sp>
                    <p:nvSpPr>
                      <p:cNvPr id="12302" name="Forme libre : forme 12301">
                        <a:extLst>
                          <a:ext uri="{FF2B5EF4-FFF2-40B4-BE49-F238E27FC236}">
                            <a16:creationId xmlns:a16="http://schemas.microsoft.com/office/drawing/2014/main" id="{85CAADE9-8D71-4BCF-88C9-9A9439924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25402" y="2724226"/>
                        <a:ext cx="204435" cy="87736"/>
                      </a:xfrm>
                      <a:custGeom>
                        <a:avLst/>
                        <a:gdLst>
                          <a:gd name="connsiteX0" fmla="*/ 138675 w 204435"/>
                          <a:gd name="connsiteY0" fmla="*/ 75076 h 87736"/>
                          <a:gd name="connsiteX1" fmla="*/ 107909 w 204435"/>
                          <a:gd name="connsiteY1" fmla="*/ 79076 h 87736"/>
                          <a:gd name="connsiteX2" fmla="*/ 77143 w 204435"/>
                          <a:gd name="connsiteY2" fmla="*/ 84791 h 87736"/>
                          <a:gd name="connsiteX3" fmla="*/ 9896 w 204435"/>
                          <a:gd name="connsiteY3" fmla="*/ 79648 h 87736"/>
                          <a:gd name="connsiteX4" fmla="*/ 1134 w 204435"/>
                          <a:gd name="connsiteY4" fmla="*/ 59931 h 87736"/>
                          <a:gd name="connsiteX5" fmla="*/ 59903 w 204435"/>
                          <a:gd name="connsiteY5" fmla="*/ 11354 h 87736"/>
                          <a:gd name="connsiteX6" fmla="*/ 75714 w 204435"/>
                          <a:gd name="connsiteY6" fmla="*/ 7162 h 87736"/>
                          <a:gd name="connsiteX7" fmla="*/ 95145 w 204435"/>
                          <a:gd name="connsiteY7" fmla="*/ 3448 h 87736"/>
                          <a:gd name="connsiteX8" fmla="*/ 131340 w 204435"/>
                          <a:gd name="connsiteY8" fmla="*/ 19 h 87736"/>
                          <a:gd name="connsiteX9" fmla="*/ 199920 w 204435"/>
                          <a:gd name="connsiteY9" fmla="*/ 28689 h 87736"/>
                          <a:gd name="connsiteX10" fmla="*/ 200492 w 204435"/>
                          <a:gd name="connsiteY10" fmla="*/ 49739 h 87736"/>
                          <a:gd name="connsiteX11" fmla="*/ 138675 w 204435"/>
                          <a:gd name="connsiteY11" fmla="*/ 75076 h 877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04435" h="87736">
                            <a:moveTo>
                              <a:pt x="138675" y="75076"/>
                            </a:moveTo>
                            <a:cubicBezTo>
                              <a:pt x="131245" y="75838"/>
                              <a:pt x="119625" y="77362"/>
                              <a:pt x="107909" y="79076"/>
                            </a:cubicBezTo>
                            <a:cubicBezTo>
                              <a:pt x="96288" y="80886"/>
                              <a:pt x="84668" y="83362"/>
                              <a:pt x="77143" y="84791"/>
                            </a:cubicBezTo>
                            <a:cubicBezTo>
                              <a:pt x="49139" y="90697"/>
                              <a:pt x="31899" y="87077"/>
                              <a:pt x="9896" y="79648"/>
                            </a:cubicBezTo>
                            <a:cubicBezTo>
                              <a:pt x="2467" y="77362"/>
                              <a:pt x="-2296" y="67456"/>
                              <a:pt x="1134" y="59931"/>
                            </a:cubicBezTo>
                            <a:cubicBezTo>
                              <a:pt x="11230" y="38976"/>
                              <a:pt x="27613" y="21736"/>
                              <a:pt x="59903" y="11354"/>
                            </a:cubicBezTo>
                            <a:cubicBezTo>
                              <a:pt x="64189" y="10115"/>
                              <a:pt x="69713" y="8687"/>
                              <a:pt x="75714" y="7162"/>
                            </a:cubicBezTo>
                            <a:cubicBezTo>
                              <a:pt x="81810" y="5829"/>
                              <a:pt x="88478" y="4591"/>
                              <a:pt x="95145" y="3448"/>
                            </a:cubicBezTo>
                            <a:cubicBezTo>
                              <a:pt x="108576" y="1447"/>
                              <a:pt x="122101" y="304"/>
                              <a:pt x="131340" y="19"/>
                            </a:cubicBezTo>
                            <a:cubicBezTo>
                              <a:pt x="165916" y="-553"/>
                              <a:pt x="184109" y="12020"/>
                              <a:pt x="199920" y="28689"/>
                            </a:cubicBezTo>
                            <a:cubicBezTo>
                              <a:pt x="205445" y="34499"/>
                              <a:pt x="206207" y="44977"/>
                              <a:pt x="200492" y="49739"/>
                            </a:cubicBezTo>
                            <a:cubicBezTo>
                              <a:pt x="183632" y="63550"/>
                              <a:pt x="166297" y="71742"/>
                              <a:pt x="138675" y="7507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03" name="Forme libre : forme 12302">
                        <a:extLst>
                          <a:ext uri="{FF2B5EF4-FFF2-40B4-BE49-F238E27FC236}">
                            <a16:creationId xmlns:a16="http://schemas.microsoft.com/office/drawing/2014/main" id="{EB5DA010-4207-426D-8B28-E8C7B179CC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27773" y="2770502"/>
                        <a:ext cx="198024" cy="41290"/>
                      </a:xfrm>
                      <a:custGeom>
                        <a:avLst/>
                        <a:gdLst>
                          <a:gd name="connsiteX0" fmla="*/ 78010 w 198024"/>
                          <a:gd name="connsiteY0" fmla="*/ 10036 h 41290"/>
                          <a:gd name="connsiteX1" fmla="*/ 38195 w 198024"/>
                          <a:gd name="connsiteY1" fmla="*/ 21370 h 41290"/>
                          <a:gd name="connsiteX2" fmla="*/ 0 w 198024"/>
                          <a:gd name="connsiteY2" fmla="*/ 27276 h 41290"/>
                          <a:gd name="connsiteX3" fmla="*/ 7334 w 198024"/>
                          <a:gd name="connsiteY3" fmla="*/ 33277 h 41290"/>
                          <a:gd name="connsiteX4" fmla="*/ 18383 w 198024"/>
                          <a:gd name="connsiteY4" fmla="*/ 36706 h 41290"/>
                          <a:gd name="connsiteX5" fmla="*/ 50102 w 198024"/>
                          <a:gd name="connsiteY5" fmla="*/ 41278 h 41290"/>
                          <a:gd name="connsiteX6" fmla="*/ 61627 w 198024"/>
                          <a:gd name="connsiteY6" fmla="*/ 40420 h 41290"/>
                          <a:gd name="connsiteX7" fmla="*/ 74581 w 198024"/>
                          <a:gd name="connsiteY7" fmla="*/ 38420 h 41290"/>
                          <a:gd name="connsiteX8" fmla="*/ 84392 w 198024"/>
                          <a:gd name="connsiteY8" fmla="*/ 36515 h 41290"/>
                          <a:gd name="connsiteX9" fmla="*/ 131541 w 198024"/>
                          <a:gd name="connsiteY9" fmla="*/ 29086 h 41290"/>
                          <a:gd name="connsiteX10" fmla="*/ 136112 w 198024"/>
                          <a:gd name="connsiteY10" fmla="*/ 28609 h 41290"/>
                          <a:gd name="connsiteX11" fmla="*/ 162020 w 198024"/>
                          <a:gd name="connsiteY11" fmla="*/ 23180 h 41290"/>
                          <a:gd name="connsiteX12" fmla="*/ 189738 w 198024"/>
                          <a:gd name="connsiteY12" fmla="*/ 9464 h 41290"/>
                          <a:gd name="connsiteX13" fmla="*/ 197739 w 198024"/>
                          <a:gd name="connsiteY13" fmla="*/ 3368 h 41290"/>
                          <a:gd name="connsiteX14" fmla="*/ 198025 w 198024"/>
                          <a:gd name="connsiteY14" fmla="*/ 3082 h 41290"/>
                          <a:gd name="connsiteX15" fmla="*/ 78010 w 198024"/>
                          <a:gd name="connsiteY15" fmla="*/ 10036 h 412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98024" h="41290">
                            <a:moveTo>
                              <a:pt x="78010" y="10036"/>
                            </a:moveTo>
                            <a:cubicBezTo>
                              <a:pt x="64770" y="13655"/>
                              <a:pt x="51435" y="18227"/>
                              <a:pt x="38195" y="21370"/>
                            </a:cubicBezTo>
                            <a:cubicBezTo>
                              <a:pt x="25146" y="24895"/>
                              <a:pt x="12287" y="27181"/>
                              <a:pt x="0" y="27276"/>
                            </a:cubicBezTo>
                            <a:cubicBezTo>
                              <a:pt x="1810" y="30038"/>
                              <a:pt x="4286" y="32324"/>
                              <a:pt x="7334" y="33277"/>
                            </a:cubicBezTo>
                            <a:cubicBezTo>
                              <a:pt x="11049" y="34515"/>
                              <a:pt x="14764" y="35753"/>
                              <a:pt x="18383" y="36706"/>
                            </a:cubicBezTo>
                            <a:cubicBezTo>
                              <a:pt x="28670" y="39468"/>
                              <a:pt x="38767" y="41468"/>
                              <a:pt x="50102" y="41278"/>
                            </a:cubicBezTo>
                            <a:cubicBezTo>
                              <a:pt x="53816" y="41278"/>
                              <a:pt x="57626" y="40992"/>
                              <a:pt x="61627" y="40420"/>
                            </a:cubicBezTo>
                            <a:cubicBezTo>
                              <a:pt x="65723" y="40039"/>
                              <a:pt x="70009" y="39373"/>
                              <a:pt x="74581" y="38420"/>
                            </a:cubicBezTo>
                            <a:cubicBezTo>
                              <a:pt x="77343" y="37849"/>
                              <a:pt x="80772" y="37182"/>
                              <a:pt x="84392" y="36515"/>
                            </a:cubicBezTo>
                            <a:cubicBezTo>
                              <a:pt x="98774" y="33467"/>
                              <a:pt x="118682" y="30514"/>
                              <a:pt x="131541" y="29086"/>
                            </a:cubicBezTo>
                            <a:cubicBezTo>
                              <a:pt x="133160" y="28895"/>
                              <a:pt x="134779" y="28705"/>
                              <a:pt x="136112" y="28609"/>
                            </a:cubicBezTo>
                            <a:cubicBezTo>
                              <a:pt x="145923" y="27276"/>
                              <a:pt x="154400" y="25561"/>
                              <a:pt x="162020" y="23180"/>
                            </a:cubicBezTo>
                            <a:cubicBezTo>
                              <a:pt x="172498" y="19751"/>
                              <a:pt x="181261" y="15084"/>
                              <a:pt x="189738" y="9464"/>
                            </a:cubicBezTo>
                            <a:cubicBezTo>
                              <a:pt x="192405" y="7559"/>
                              <a:pt x="195072" y="5559"/>
                              <a:pt x="197739" y="3368"/>
                            </a:cubicBezTo>
                            <a:lnTo>
                              <a:pt x="198025" y="3082"/>
                            </a:lnTo>
                            <a:cubicBezTo>
                              <a:pt x="158306" y="-2252"/>
                              <a:pt x="115824" y="-1109"/>
                              <a:pt x="78010" y="1003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04" name="Forme libre : forme 12303">
                        <a:extLst>
                          <a:ext uri="{FF2B5EF4-FFF2-40B4-BE49-F238E27FC236}">
                            <a16:creationId xmlns:a16="http://schemas.microsoft.com/office/drawing/2014/main" id="{E0EF1B43-0EC0-4D53-A8F4-7CD8EDF85C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94897" y="2752453"/>
                        <a:ext cx="95278" cy="27036"/>
                      </a:xfrm>
                      <a:custGeom>
                        <a:avLst/>
                        <a:gdLst>
                          <a:gd name="connsiteX0" fmla="*/ 95277 w 95278"/>
                          <a:gd name="connsiteY0" fmla="*/ 10558 h 27036"/>
                          <a:gd name="connsiteX1" fmla="*/ 75561 w 95278"/>
                          <a:gd name="connsiteY1" fmla="*/ 20655 h 27036"/>
                          <a:gd name="connsiteX2" fmla="*/ 46986 w 95278"/>
                          <a:gd name="connsiteY2" fmla="*/ 25322 h 27036"/>
                          <a:gd name="connsiteX3" fmla="*/ 20316 w 95278"/>
                          <a:gd name="connsiteY3" fmla="*/ 27037 h 27036"/>
                          <a:gd name="connsiteX4" fmla="*/ 218 w 95278"/>
                          <a:gd name="connsiteY4" fmla="*/ 20464 h 27036"/>
                          <a:gd name="connsiteX5" fmla="*/ 16029 w 95278"/>
                          <a:gd name="connsiteY5" fmla="*/ 6558 h 27036"/>
                          <a:gd name="connsiteX6" fmla="*/ 43747 w 95278"/>
                          <a:gd name="connsiteY6" fmla="*/ 653 h 27036"/>
                          <a:gd name="connsiteX7" fmla="*/ 74132 w 95278"/>
                          <a:gd name="connsiteY7" fmla="*/ 748 h 27036"/>
                          <a:gd name="connsiteX8" fmla="*/ 95277 w 95278"/>
                          <a:gd name="connsiteY8" fmla="*/ 10558 h 270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5278" h="27036">
                            <a:moveTo>
                              <a:pt x="95277" y="10558"/>
                            </a:moveTo>
                            <a:cubicBezTo>
                              <a:pt x="95373" y="15512"/>
                              <a:pt x="86133" y="18560"/>
                              <a:pt x="75561" y="20655"/>
                            </a:cubicBezTo>
                            <a:cubicBezTo>
                              <a:pt x="64988" y="22846"/>
                              <a:pt x="53082" y="24655"/>
                              <a:pt x="46986" y="25322"/>
                            </a:cubicBezTo>
                            <a:cubicBezTo>
                              <a:pt x="40985" y="26180"/>
                              <a:pt x="30031" y="27037"/>
                              <a:pt x="20316" y="27037"/>
                            </a:cubicBezTo>
                            <a:cubicBezTo>
                              <a:pt x="10600" y="27037"/>
                              <a:pt x="1837" y="25798"/>
                              <a:pt x="218" y="20464"/>
                            </a:cubicBezTo>
                            <a:cubicBezTo>
                              <a:pt x="-1401" y="15226"/>
                              <a:pt x="6219" y="10178"/>
                              <a:pt x="16029" y="6558"/>
                            </a:cubicBezTo>
                            <a:cubicBezTo>
                              <a:pt x="25840" y="2938"/>
                              <a:pt x="37651" y="1224"/>
                              <a:pt x="43747" y="653"/>
                            </a:cubicBezTo>
                            <a:cubicBezTo>
                              <a:pt x="49843" y="176"/>
                              <a:pt x="62702" y="-586"/>
                              <a:pt x="74132" y="748"/>
                            </a:cubicBezTo>
                            <a:cubicBezTo>
                              <a:pt x="85467" y="2272"/>
                              <a:pt x="95182" y="5320"/>
                              <a:pt x="95277" y="1055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05" name="Forme libre : forme 12304">
                        <a:extLst>
                          <a:ext uri="{FF2B5EF4-FFF2-40B4-BE49-F238E27FC236}">
                            <a16:creationId xmlns:a16="http://schemas.microsoft.com/office/drawing/2014/main" id="{07B86745-5243-438E-9F1B-EAEC6FDE5A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93922" y="2758821"/>
                        <a:ext cx="67868" cy="20676"/>
                      </a:xfrm>
                      <a:custGeom>
                        <a:avLst/>
                        <a:gdLst>
                          <a:gd name="connsiteX0" fmla="*/ 18815 w 67868"/>
                          <a:gd name="connsiteY0" fmla="*/ 0 h 20676"/>
                          <a:gd name="connsiteX1" fmla="*/ 622 w 67868"/>
                          <a:gd name="connsiteY1" fmla="*/ 14288 h 20676"/>
                          <a:gd name="connsiteX2" fmla="*/ 21196 w 67868"/>
                          <a:gd name="connsiteY2" fmla="*/ 20669 h 20676"/>
                          <a:gd name="connsiteX3" fmla="*/ 48437 w 67868"/>
                          <a:gd name="connsiteY3" fmla="*/ 18955 h 20676"/>
                          <a:gd name="connsiteX4" fmla="*/ 67868 w 67868"/>
                          <a:gd name="connsiteY4" fmla="*/ 15621 h 20676"/>
                          <a:gd name="connsiteX5" fmla="*/ 57296 w 67868"/>
                          <a:gd name="connsiteY5" fmla="*/ 15716 h 20676"/>
                          <a:gd name="connsiteX6" fmla="*/ 18815 w 67868"/>
                          <a:gd name="connsiteY6" fmla="*/ 0 h 206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868" h="20676">
                            <a:moveTo>
                              <a:pt x="18815" y="0"/>
                            </a:moveTo>
                            <a:cubicBezTo>
                              <a:pt x="13005" y="2857"/>
                              <a:pt x="-3378" y="8287"/>
                              <a:pt x="622" y="14288"/>
                            </a:cubicBezTo>
                            <a:cubicBezTo>
                              <a:pt x="3765" y="19240"/>
                              <a:pt x="11957" y="20574"/>
                              <a:pt x="21196" y="20669"/>
                            </a:cubicBezTo>
                            <a:cubicBezTo>
                              <a:pt x="30435" y="20764"/>
                              <a:pt x="40817" y="19907"/>
                              <a:pt x="48437" y="18955"/>
                            </a:cubicBezTo>
                            <a:cubicBezTo>
                              <a:pt x="52914" y="18669"/>
                              <a:pt x="62820" y="16573"/>
                              <a:pt x="67868" y="15621"/>
                            </a:cubicBezTo>
                            <a:cubicBezTo>
                              <a:pt x="64916" y="15621"/>
                              <a:pt x="60058" y="16002"/>
                              <a:pt x="57296" y="15716"/>
                            </a:cubicBezTo>
                            <a:cubicBezTo>
                              <a:pt x="41580" y="13335"/>
                              <a:pt x="22244" y="11525"/>
                              <a:pt x="18815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06" name="Forme libre : forme 12305">
                        <a:extLst>
                          <a:ext uri="{FF2B5EF4-FFF2-40B4-BE49-F238E27FC236}">
                            <a16:creationId xmlns:a16="http://schemas.microsoft.com/office/drawing/2014/main" id="{6AD3E6B2-D34C-40DF-902F-91F4DEC828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00349" y="2754878"/>
                        <a:ext cx="95067" cy="26895"/>
                      </a:xfrm>
                      <a:custGeom>
                        <a:avLst/>
                        <a:gdLst>
                          <a:gd name="connsiteX0" fmla="*/ 94874 w 95067"/>
                          <a:gd name="connsiteY0" fmla="*/ 10801 h 26895"/>
                          <a:gd name="connsiteX1" fmla="*/ 46201 w 95067"/>
                          <a:gd name="connsiteY1" fmla="*/ 25374 h 26895"/>
                          <a:gd name="connsiteX2" fmla="*/ 291 w 95067"/>
                          <a:gd name="connsiteY2" fmla="*/ 19659 h 26895"/>
                          <a:gd name="connsiteX3" fmla="*/ 16102 w 95067"/>
                          <a:gd name="connsiteY3" fmla="*/ 6134 h 26895"/>
                          <a:gd name="connsiteX4" fmla="*/ 43534 w 95067"/>
                          <a:gd name="connsiteY4" fmla="*/ 704 h 26895"/>
                          <a:gd name="connsiteX5" fmla="*/ 74776 w 95067"/>
                          <a:gd name="connsiteY5" fmla="*/ 895 h 26895"/>
                          <a:gd name="connsiteX6" fmla="*/ 94874 w 95067"/>
                          <a:gd name="connsiteY6" fmla="*/ 10801 h 268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5067" h="26895">
                            <a:moveTo>
                              <a:pt x="94874" y="10801"/>
                            </a:moveTo>
                            <a:cubicBezTo>
                              <a:pt x="91445" y="20326"/>
                              <a:pt x="58965" y="22993"/>
                              <a:pt x="46201" y="25374"/>
                            </a:cubicBezTo>
                            <a:cubicBezTo>
                              <a:pt x="33247" y="26708"/>
                              <a:pt x="4196" y="29851"/>
                              <a:pt x="291" y="19659"/>
                            </a:cubicBezTo>
                            <a:cubicBezTo>
                              <a:pt x="-1615" y="14516"/>
                              <a:pt x="6101" y="9277"/>
                              <a:pt x="16102" y="6134"/>
                            </a:cubicBezTo>
                            <a:cubicBezTo>
                              <a:pt x="26008" y="2609"/>
                              <a:pt x="38009" y="1181"/>
                              <a:pt x="43534" y="704"/>
                            </a:cubicBezTo>
                            <a:cubicBezTo>
                              <a:pt x="49154" y="133"/>
                              <a:pt x="62870" y="-629"/>
                              <a:pt x="74776" y="895"/>
                            </a:cubicBezTo>
                            <a:cubicBezTo>
                              <a:pt x="86682" y="2324"/>
                              <a:pt x="96588" y="5848"/>
                              <a:pt x="94874" y="1080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07" name="Forme libre : forme 12306">
                        <a:extLst>
                          <a:ext uri="{FF2B5EF4-FFF2-40B4-BE49-F238E27FC236}">
                            <a16:creationId xmlns:a16="http://schemas.microsoft.com/office/drawing/2014/main" id="{D3979847-DD27-4C77-B446-21215C7368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50397" y="2757092"/>
                        <a:ext cx="118532" cy="42263"/>
                      </a:xfrm>
                      <a:custGeom>
                        <a:avLst/>
                        <a:gdLst>
                          <a:gd name="connsiteX0" fmla="*/ 2713 w 118532"/>
                          <a:gd name="connsiteY0" fmla="*/ 30589 h 42263"/>
                          <a:gd name="connsiteX1" fmla="*/ 18143 w 118532"/>
                          <a:gd name="connsiteY1" fmla="*/ 37638 h 42263"/>
                          <a:gd name="connsiteX2" fmla="*/ 61959 w 118532"/>
                          <a:gd name="connsiteY2" fmla="*/ 42019 h 42263"/>
                          <a:gd name="connsiteX3" fmla="*/ 103583 w 118532"/>
                          <a:gd name="connsiteY3" fmla="*/ 33351 h 42263"/>
                          <a:gd name="connsiteX4" fmla="*/ 118061 w 118532"/>
                          <a:gd name="connsiteY4" fmla="*/ 18588 h 42263"/>
                          <a:gd name="connsiteX5" fmla="*/ 103297 w 118532"/>
                          <a:gd name="connsiteY5" fmla="*/ 13730 h 42263"/>
                          <a:gd name="connsiteX6" fmla="*/ 61197 w 118532"/>
                          <a:gd name="connsiteY6" fmla="*/ 5348 h 42263"/>
                          <a:gd name="connsiteX7" fmla="*/ 16810 w 118532"/>
                          <a:gd name="connsiteY7" fmla="*/ 3633 h 42263"/>
                          <a:gd name="connsiteX8" fmla="*/ 1570 w 118532"/>
                          <a:gd name="connsiteY8" fmla="*/ 17159 h 42263"/>
                          <a:gd name="connsiteX9" fmla="*/ 2713 w 118532"/>
                          <a:gd name="connsiteY9" fmla="*/ 30589 h 422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18532" h="42263">
                            <a:moveTo>
                              <a:pt x="2713" y="30589"/>
                            </a:moveTo>
                            <a:cubicBezTo>
                              <a:pt x="7380" y="35447"/>
                              <a:pt x="10333" y="36399"/>
                              <a:pt x="18143" y="37638"/>
                            </a:cubicBezTo>
                            <a:cubicBezTo>
                              <a:pt x="33193" y="40590"/>
                              <a:pt x="44718" y="43067"/>
                              <a:pt x="61959" y="42019"/>
                            </a:cubicBezTo>
                            <a:cubicBezTo>
                              <a:pt x="76341" y="41257"/>
                              <a:pt x="91772" y="37828"/>
                              <a:pt x="103583" y="33351"/>
                            </a:cubicBezTo>
                            <a:cubicBezTo>
                              <a:pt x="112250" y="29827"/>
                              <a:pt x="120633" y="24683"/>
                              <a:pt x="118061" y="18588"/>
                            </a:cubicBezTo>
                            <a:cubicBezTo>
                              <a:pt x="116442" y="14968"/>
                              <a:pt x="109203" y="14778"/>
                              <a:pt x="103297" y="13730"/>
                            </a:cubicBezTo>
                            <a:cubicBezTo>
                              <a:pt x="89391" y="10777"/>
                              <a:pt x="75865" y="9444"/>
                              <a:pt x="61197" y="5348"/>
                            </a:cubicBezTo>
                            <a:cubicBezTo>
                              <a:pt x="48814" y="1919"/>
                              <a:pt x="33669" y="-3796"/>
                              <a:pt x="16810" y="3633"/>
                            </a:cubicBezTo>
                            <a:cubicBezTo>
                              <a:pt x="9285" y="6872"/>
                              <a:pt x="3951" y="12015"/>
                              <a:pt x="1570" y="17159"/>
                            </a:cubicBezTo>
                            <a:cubicBezTo>
                              <a:pt x="-811" y="22302"/>
                              <a:pt x="-525" y="27160"/>
                              <a:pt x="2713" y="3058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08" name="Forme libre : forme 12307">
                        <a:extLst>
                          <a:ext uri="{FF2B5EF4-FFF2-40B4-BE49-F238E27FC236}">
                            <a16:creationId xmlns:a16="http://schemas.microsoft.com/office/drawing/2014/main" id="{4E09A7E2-6B4F-418D-870E-6288BC5B12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71479" y="2750502"/>
                        <a:ext cx="37597" cy="20039"/>
                      </a:xfrm>
                      <a:custGeom>
                        <a:avLst/>
                        <a:gdLst>
                          <a:gd name="connsiteX0" fmla="*/ 2872 w 37597"/>
                          <a:gd name="connsiteY0" fmla="*/ 14986 h 20039"/>
                          <a:gd name="connsiteX1" fmla="*/ 15 w 37597"/>
                          <a:gd name="connsiteY1" fmla="*/ 18606 h 20039"/>
                          <a:gd name="connsiteX2" fmla="*/ 3539 w 37597"/>
                          <a:gd name="connsiteY2" fmla="*/ 19939 h 20039"/>
                          <a:gd name="connsiteX3" fmla="*/ 10587 w 37597"/>
                          <a:gd name="connsiteY3" fmla="*/ 17939 h 20039"/>
                          <a:gd name="connsiteX4" fmla="*/ 27351 w 37597"/>
                          <a:gd name="connsiteY4" fmla="*/ 11272 h 20039"/>
                          <a:gd name="connsiteX5" fmla="*/ 33257 w 37597"/>
                          <a:gd name="connsiteY5" fmla="*/ 8319 h 20039"/>
                          <a:gd name="connsiteX6" fmla="*/ 27542 w 37597"/>
                          <a:gd name="connsiteY6" fmla="*/ 984 h 20039"/>
                          <a:gd name="connsiteX7" fmla="*/ 2872 w 37597"/>
                          <a:gd name="connsiteY7" fmla="*/ 14986 h 20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597" h="20039">
                            <a:moveTo>
                              <a:pt x="2872" y="14986"/>
                            </a:moveTo>
                            <a:cubicBezTo>
                              <a:pt x="1348" y="16320"/>
                              <a:pt x="300" y="17272"/>
                              <a:pt x="15" y="18606"/>
                            </a:cubicBezTo>
                            <a:cubicBezTo>
                              <a:pt x="-176" y="19939"/>
                              <a:pt x="1538" y="20225"/>
                              <a:pt x="3539" y="19939"/>
                            </a:cubicBezTo>
                            <a:cubicBezTo>
                              <a:pt x="5539" y="19558"/>
                              <a:pt x="8396" y="18796"/>
                              <a:pt x="10587" y="17939"/>
                            </a:cubicBezTo>
                            <a:cubicBezTo>
                              <a:pt x="16112" y="15843"/>
                              <a:pt x="22112" y="13462"/>
                              <a:pt x="27351" y="11272"/>
                            </a:cubicBezTo>
                            <a:cubicBezTo>
                              <a:pt x="29542" y="10319"/>
                              <a:pt x="31637" y="9557"/>
                              <a:pt x="33257" y="8319"/>
                            </a:cubicBezTo>
                            <a:cubicBezTo>
                              <a:pt x="40210" y="3461"/>
                              <a:pt x="39162" y="-2349"/>
                              <a:pt x="27542" y="984"/>
                            </a:cubicBezTo>
                            <a:cubicBezTo>
                              <a:pt x="18683" y="3366"/>
                              <a:pt x="9158" y="9748"/>
                              <a:pt x="2872" y="1498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09" name="Forme libre : forme 12308">
                        <a:extLst>
                          <a:ext uri="{FF2B5EF4-FFF2-40B4-BE49-F238E27FC236}">
                            <a16:creationId xmlns:a16="http://schemas.microsoft.com/office/drawing/2014/main" id="{B4D1CDBA-FCEF-48D8-8B2D-FBAA090A8F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6076" y="2771013"/>
                        <a:ext cx="57245" cy="26574"/>
                      </a:xfrm>
                      <a:custGeom>
                        <a:avLst/>
                        <a:gdLst>
                          <a:gd name="connsiteX0" fmla="*/ 57245 w 57245"/>
                          <a:gd name="connsiteY0" fmla="*/ 0 h 26574"/>
                          <a:gd name="connsiteX1" fmla="*/ 31337 w 57245"/>
                          <a:gd name="connsiteY1" fmla="*/ 15526 h 26574"/>
                          <a:gd name="connsiteX2" fmla="*/ 0 w 57245"/>
                          <a:gd name="connsiteY2" fmla="*/ 26575 h 26574"/>
                          <a:gd name="connsiteX3" fmla="*/ 57245 w 57245"/>
                          <a:gd name="connsiteY3" fmla="*/ 0 h 265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7245" h="26574">
                            <a:moveTo>
                              <a:pt x="57245" y="0"/>
                            </a:moveTo>
                            <a:cubicBezTo>
                              <a:pt x="52292" y="6477"/>
                              <a:pt x="42196" y="11334"/>
                              <a:pt x="31337" y="15526"/>
                            </a:cubicBezTo>
                            <a:cubicBezTo>
                              <a:pt x="20479" y="19812"/>
                              <a:pt x="8763" y="23336"/>
                              <a:pt x="0" y="26575"/>
                            </a:cubicBezTo>
                            <a:cubicBezTo>
                              <a:pt x="19050" y="19621"/>
                              <a:pt x="40862" y="8763"/>
                              <a:pt x="5724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10" name="Forme libre : forme 12309">
                        <a:extLst>
                          <a:ext uri="{FF2B5EF4-FFF2-40B4-BE49-F238E27FC236}">
                            <a16:creationId xmlns:a16="http://schemas.microsoft.com/office/drawing/2014/main" id="{1804E4BF-EABD-4F5A-A374-BFA5A74641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28631" y="2737294"/>
                        <a:ext cx="59721" cy="48006"/>
                      </a:xfrm>
                      <a:custGeom>
                        <a:avLst/>
                        <a:gdLst>
                          <a:gd name="connsiteX0" fmla="*/ 59722 w 59721"/>
                          <a:gd name="connsiteY0" fmla="*/ 0 h 48006"/>
                          <a:gd name="connsiteX1" fmla="*/ 0 w 59721"/>
                          <a:gd name="connsiteY1" fmla="*/ 48006 h 48006"/>
                          <a:gd name="connsiteX2" fmla="*/ 59722 w 59721"/>
                          <a:gd name="connsiteY2" fmla="*/ 0 h 480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9721" h="48006">
                            <a:moveTo>
                              <a:pt x="59722" y="0"/>
                            </a:moveTo>
                            <a:cubicBezTo>
                              <a:pt x="31147" y="8763"/>
                              <a:pt x="10858" y="29337"/>
                              <a:pt x="0" y="48006"/>
                            </a:cubicBezTo>
                            <a:cubicBezTo>
                              <a:pt x="9144" y="29813"/>
                              <a:pt x="36290" y="10192"/>
                              <a:pt x="5972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11" name="Forme libre : forme 12310">
                        <a:extLst>
                          <a:ext uri="{FF2B5EF4-FFF2-40B4-BE49-F238E27FC236}">
                            <a16:creationId xmlns:a16="http://schemas.microsoft.com/office/drawing/2014/main" id="{EEF284E2-F6C3-41A9-94D4-1363A82B07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32123" y="2755082"/>
                        <a:ext cx="36112" cy="7929"/>
                      </a:xfrm>
                      <a:custGeom>
                        <a:avLst/>
                        <a:gdLst>
                          <a:gd name="connsiteX0" fmla="*/ 35859 w 36112"/>
                          <a:gd name="connsiteY0" fmla="*/ 4977 h 7929"/>
                          <a:gd name="connsiteX1" fmla="*/ 14999 w 36112"/>
                          <a:gd name="connsiteY1" fmla="*/ 7930 h 7929"/>
                          <a:gd name="connsiteX2" fmla="*/ 235 w 36112"/>
                          <a:gd name="connsiteY2" fmla="*/ 3644 h 7929"/>
                          <a:gd name="connsiteX3" fmla="*/ 20047 w 36112"/>
                          <a:gd name="connsiteY3" fmla="*/ 120 h 7929"/>
                          <a:gd name="connsiteX4" fmla="*/ 35859 w 36112"/>
                          <a:gd name="connsiteY4" fmla="*/ 4977 h 7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12" h="7929">
                            <a:moveTo>
                              <a:pt x="35859" y="4977"/>
                            </a:moveTo>
                            <a:cubicBezTo>
                              <a:pt x="33668" y="8502"/>
                              <a:pt x="19381" y="7835"/>
                              <a:pt x="14999" y="7930"/>
                            </a:cubicBezTo>
                            <a:cubicBezTo>
                              <a:pt x="10617" y="7644"/>
                              <a:pt x="-1860" y="7644"/>
                              <a:pt x="235" y="3644"/>
                            </a:cubicBezTo>
                            <a:cubicBezTo>
                              <a:pt x="2331" y="-547"/>
                              <a:pt x="15856" y="-71"/>
                              <a:pt x="20047" y="120"/>
                            </a:cubicBezTo>
                            <a:cubicBezTo>
                              <a:pt x="24333" y="120"/>
                              <a:pt x="38145" y="1453"/>
                              <a:pt x="35859" y="497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12" name="Forme libre : forme 12311">
                        <a:extLst>
                          <a:ext uri="{FF2B5EF4-FFF2-40B4-BE49-F238E27FC236}">
                            <a16:creationId xmlns:a16="http://schemas.microsoft.com/office/drawing/2014/main" id="{D728114E-F701-47D6-BE86-63C95C7DB7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3473" y="2757461"/>
                        <a:ext cx="10158" cy="3291"/>
                      </a:xfrm>
                      <a:custGeom>
                        <a:avLst/>
                        <a:gdLst>
                          <a:gd name="connsiteX0" fmla="*/ 10128 w 10158"/>
                          <a:gd name="connsiteY0" fmla="*/ 1455 h 3291"/>
                          <a:gd name="connsiteX1" fmla="*/ 5556 w 10158"/>
                          <a:gd name="connsiteY1" fmla="*/ 3265 h 3291"/>
                          <a:gd name="connsiteX2" fmla="*/ 32 w 10158"/>
                          <a:gd name="connsiteY2" fmla="*/ 1932 h 3291"/>
                          <a:gd name="connsiteX3" fmla="*/ 4508 w 10158"/>
                          <a:gd name="connsiteY3" fmla="*/ 26 h 3291"/>
                          <a:gd name="connsiteX4" fmla="*/ 10128 w 10158"/>
                          <a:gd name="connsiteY4" fmla="*/ 1455 h 3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58" h="3291">
                            <a:moveTo>
                              <a:pt x="10128" y="1455"/>
                            </a:moveTo>
                            <a:cubicBezTo>
                              <a:pt x="10509" y="2789"/>
                              <a:pt x="7175" y="3170"/>
                              <a:pt x="5556" y="3265"/>
                            </a:cubicBezTo>
                            <a:cubicBezTo>
                              <a:pt x="3842" y="3360"/>
                              <a:pt x="413" y="3265"/>
                              <a:pt x="32" y="1932"/>
                            </a:cubicBezTo>
                            <a:cubicBezTo>
                              <a:pt x="-349" y="503"/>
                              <a:pt x="2794" y="122"/>
                              <a:pt x="4508" y="26"/>
                            </a:cubicBezTo>
                            <a:cubicBezTo>
                              <a:pt x="6128" y="-69"/>
                              <a:pt x="9652" y="26"/>
                              <a:pt x="10128" y="145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13" name="Forme libre : forme 12312">
                        <a:extLst>
                          <a:ext uri="{FF2B5EF4-FFF2-40B4-BE49-F238E27FC236}">
                            <a16:creationId xmlns:a16="http://schemas.microsoft.com/office/drawing/2014/main" id="{E19F5BB5-6E65-4F62-A1D1-A11E9BE999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29042" y="2730837"/>
                        <a:ext cx="91173" cy="35899"/>
                      </a:xfrm>
                      <a:custGeom>
                        <a:avLst/>
                        <a:gdLst>
                          <a:gd name="connsiteX0" fmla="*/ 69991 w 91173"/>
                          <a:gd name="connsiteY0" fmla="*/ 14268 h 35899"/>
                          <a:gd name="connsiteX1" fmla="*/ 90755 w 91173"/>
                          <a:gd name="connsiteY1" fmla="*/ 30746 h 35899"/>
                          <a:gd name="connsiteX2" fmla="*/ 84088 w 91173"/>
                          <a:gd name="connsiteY2" fmla="*/ 35889 h 35899"/>
                          <a:gd name="connsiteX3" fmla="*/ 73896 w 91173"/>
                          <a:gd name="connsiteY3" fmla="*/ 31603 h 35899"/>
                          <a:gd name="connsiteX4" fmla="*/ 42368 w 91173"/>
                          <a:gd name="connsiteY4" fmla="*/ 17887 h 35899"/>
                          <a:gd name="connsiteX5" fmla="*/ 16555 w 91173"/>
                          <a:gd name="connsiteY5" fmla="*/ 14172 h 35899"/>
                          <a:gd name="connsiteX6" fmla="*/ 649 w 91173"/>
                          <a:gd name="connsiteY6" fmla="*/ 6647 h 35899"/>
                          <a:gd name="connsiteX7" fmla="*/ 48750 w 91173"/>
                          <a:gd name="connsiteY7" fmla="*/ 2837 h 35899"/>
                          <a:gd name="connsiteX8" fmla="*/ 69991 w 91173"/>
                          <a:gd name="connsiteY8" fmla="*/ 14268 h 358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1173" h="35899">
                            <a:moveTo>
                              <a:pt x="69991" y="14268"/>
                            </a:moveTo>
                            <a:cubicBezTo>
                              <a:pt x="79420" y="19506"/>
                              <a:pt x="86088" y="23411"/>
                              <a:pt x="90755" y="30746"/>
                            </a:cubicBezTo>
                            <a:cubicBezTo>
                              <a:pt x="92470" y="33508"/>
                              <a:pt x="88659" y="36080"/>
                              <a:pt x="84088" y="35889"/>
                            </a:cubicBezTo>
                            <a:cubicBezTo>
                              <a:pt x="79516" y="35603"/>
                              <a:pt x="76849" y="33603"/>
                              <a:pt x="73896" y="31603"/>
                            </a:cubicBezTo>
                            <a:cubicBezTo>
                              <a:pt x="64752" y="25602"/>
                              <a:pt x="54370" y="21506"/>
                              <a:pt x="42368" y="17887"/>
                            </a:cubicBezTo>
                            <a:cubicBezTo>
                              <a:pt x="38653" y="16935"/>
                              <a:pt x="26842" y="15410"/>
                              <a:pt x="16555" y="14172"/>
                            </a:cubicBezTo>
                            <a:cubicBezTo>
                              <a:pt x="6268" y="12553"/>
                              <a:pt x="-2495" y="11029"/>
                              <a:pt x="649" y="6647"/>
                            </a:cubicBezTo>
                            <a:cubicBezTo>
                              <a:pt x="6840" y="-2497"/>
                              <a:pt x="38653" y="-591"/>
                              <a:pt x="48750" y="2837"/>
                            </a:cubicBezTo>
                            <a:cubicBezTo>
                              <a:pt x="59037" y="5695"/>
                              <a:pt x="62847" y="10457"/>
                              <a:pt x="69991" y="1426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95" name="Graphique 1">
                      <a:extLst>
                        <a:ext uri="{FF2B5EF4-FFF2-40B4-BE49-F238E27FC236}">
                          <a16:creationId xmlns:a16="http://schemas.microsoft.com/office/drawing/2014/main" id="{BB103B91-B72A-4BF9-80B9-B33D04B52F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929642" y="2742020"/>
                      <a:ext cx="189930" cy="113353"/>
                      <a:chOff x="2929642" y="2742020"/>
                      <a:chExt cx="189930" cy="113353"/>
                    </a:xfrm>
                    <a:solidFill>
                      <a:schemeClr val="accent1"/>
                    </a:solidFill>
                  </p:grpSpPr>
                  <p:sp>
                    <p:nvSpPr>
                      <p:cNvPr id="2" name="Forme libre : forme 12289">
                        <a:extLst>
                          <a:ext uri="{FF2B5EF4-FFF2-40B4-BE49-F238E27FC236}">
                            <a16:creationId xmlns:a16="http://schemas.microsoft.com/office/drawing/2014/main" id="{E1144F3D-C96A-4E2D-9B33-BCF34C7B03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29642" y="2742020"/>
                        <a:ext cx="189930" cy="113353"/>
                      </a:xfrm>
                      <a:custGeom>
                        <a:avLst/>
                        <a:gdLst>
                          <a:gd name="connsiteX0" fmla="*/ 113695 w 189930"/>
                          <a:gd name="connsiteY0" fmla="*/ 99287 h 113353"/>
                          <a:gd name="connsiteX1" fmla="*/ 86358 w 189930"/>
                          <a:gd name="connsiteY1" fmla="*/ 86618 h 113353"/>
                          <a:gd name="connsiteX2" fmla="*/ 57307 w 189930"/>
                          <a:gd name="connsiteY2" fmla="*/ 75379 h 113353"/>
                          <a:gd name="connsiteX3" fmla="*/ 2538 w 189930"/>
                          <a:gd name="connsiteY3" fmla="*/ 33659 h 113353"/>
                          <a:gd name="connsiteX4" fmla="*/ 7015 w 189930"/>
                          <a:gd name="connsiteY4" fmla="*/ 12609 h 113353"/>
                          <a:gd name="connsiteX5" fmla="*/ 81405 w 189930"/>
                          <a:gd name="connsiteY5" fmla="*/ 3846 h 113353"/>
                          <a:gd name="connsiteX6" fmla="*/ 115600 w 189930"/>
                          <a:gd name="connsiteY6" fmla="*/ 15562 h 113353"/>
                          <a:gd name="connsiteX7" fmla="*/ 133888 w 189930"/>
                          <a:gd name="connsiteY7" fmla="*/ 24134 h 113353"/>
                          <a:gd name="connsiteX8" fmla="*/ 148651 w 189930"/>
                          <a:gd name="connsiteY8" fmla="*/ 32421 h 113353"/>
                          <a:gd name="connsiteX9" fmla="*/ 189800 w 189930"/>
                          <a:gd name="connsiteY9" fmla="*/ 95382 h 113353"/>
                          <a:gd name="connsiteX10" fmla="*/ 178084 w 189930"/>
                          <a:gd name="connsiteY10" fmla="*/ 113003 h 113353"/>
                          <a:gd name="connsiteX11" fmla="*/ 113695 w 189930"/>
                          <a:gd name="connsiteY11" fmla="*/ 99287 h 1133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89930" h="113353">
                            <a:moveTo>
                              <a:pt x="113695" y="99287"/>
                            </a:moveTo>
                            <a:cubicBezTo>
                              <a:pt x="107122" y="96239"/>
                              <a:pt x="97026" y="91000"/>
                              <a:pt x="86358" y="86618"/>
                            </a:cubicBezTo>
                            <a:cubicBezTo>
                              <a:pt x="75690" y="82142"/>
                              <a:pt x="64641" y="78046"/>
                              <a:pt x="57307" y="75379"/>
                            </a:cubicBezTo>
                            <a:cubicBezTo>
                              <a:pt x="29970" y="65378"/>
                              <a:pt x="16254" y="52519"/>
                              <a:pt x="2538" y="33659"/>
                            </a:cubicBezTo>
                            <a:cubicBezTo>
                              <a:pt x="-2225" y="27183"/>
                              <a:pt x="-34" y="16514"/>
                              <a:pt x="7015" y="12609"/>
                            </a:cubicBezTo>
                            <a:cubicBezTo>
                              <a:pt x="27112" y="1275"/>
                              <a:pt x="48925" y="-4250"/>
                              <a:pt x="81405" y="3846"/>
                            </a:cubicBezTo>
                            <a:cubicBezTo>
                              <a:pt x="90073" y="5942"/>
                              <a:pt x="102931" y="10323"/>
                              <a:pt x="115600" y="15562"/>
                            </a:cubicBezTo>
                            <a:cubicBezTo>
                              <a:pt x="121886" y="18419"/>
                              <a:pt x="128268" y="21182"/>
                              <a:pt x="133888" y="24134"/>
                            </a:cubicBezTo>
                            <a:cubicBezTo>
                              <a:pt x="139508" y="27278"/>
                              <a:pt x="144556" y="30135"/>
                              <a:pt x="148651" y="32421"/>
                            </a:cubicBezTo>
                            <a:cubicBezTo>
                              <a:pt x="178846" y="51281"/>
                              <a:pt x="186370" y="72807"/>
                              <a:pt x="189800" y="95382"/>
                            </a:cubicBezTo>
                            <a:cubicBezTo>
                              <a:pt x="190847" y="103383"/>
                              <a:pt x="185513" y="112431"/>
                              <a:pt x="178084" y="113003"/>
                            </a:cubicBezTo>
                            <a:cubicBezTo>
                              <a:pt x="156557" y="114527"/>
                              <a:pt x="137698" y="111288"/>
                              <a:pt x="113695" y="9928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91" name="Forme libre : forme 12290">
                        <a:extLst>
                          <a:ext uri="{FF2B5EF4-FFF2-40B4-BE49-F238E27FC236}">
                            <a16:creationId xmlns:a16="http://schemas.microsoft.com/office/drawing/2014/main" id="{89734F2D-4F6E-4A15-B0E9-D3F3E2782C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29672" y="2766155"/>
                        <a:ext cx="178339" cy="89189"/>
                      </a:xfrm>
                      <a:custGeom>
                        <a:avLst/>
                        <a:gdLst>
                          <a:gd name="connsiteX0" fmla="*/ 75183 w 178339"/>
                          <a:gd name="connsiteY0" fmla="*/ 28480 h 89189"/>
                          <a:gd name="connsiteX1" fmla="*/ 31 w 178339"/>
                          <a:gd name="connsiteY1" fmla="*/ 0 h 89189"/>
                          <a:gd name="connsiteX2" fmla="*/ 2508 w 178339"/>
                          <a:gd name="connsiteY2" fmla="*/ 9335 h 89189"/>
                          <a:gd name="connsiteX3" fmla="*/ 9651 w 178339"/>
                          <a:gd name="connsiteY3" fmla="*/ 18574 h 89189"/>
                          <a:gd name="connsiteX4" fmla="*/ 34417 w 178339"/>
                          <a:gd name="connsiteY4" fmla="*/ 40196 h 89189"/>
                          <a:gd name="connsiteX5" fmla="*/ 57181 w 178339"/>
                          <a:gd name="connsiteY5" fmla="*/ 51054 h 89189"/>
                          <a:gd name="connsiteX6" fmla="*/ 66706 w 178339"/>
                          <a:gd name="connsiteY6" fmla="*/ 54483 h 89189"/>
                          <a:gd name="connsiteX7" fmla="*/ 109664 w 178339"/>
                          <a:gd name="connsiteY7" fmla="*/ 73057 h 89189"/>
                          <a:gd name="connsiteX8" fmla="*/ 113664 w 178339"/>
                          <a:gd name="connsiteY8" fmla="*/ 75057 h 89189"/>
                          <a:gd name="connsiteX9" fmla="*/ 126047 w 178339"/>
                          <a:gd name="connsiteY9" fmla="*/ 80581 h 89189"/>
                          <a:gd name="connsiteX10" fmla="*/ 137572 w 178339"/>
                          <a:gd name="connsiteY10" fmla="*/ 84772 h 89189"/>
                          <a:gd name="connsiteX11" fmla="*/ 167957 w 178339"/>
                          <a:gd name="connsiteY11" fmla="*/ 89154 h 89189"/>
                          <a:gd name="connsiteX12" fmla="*/ 177958 w 178339"/>
                          <a:gd name="connsiteY12" fmla="*/ 88868 h 89189"/>
                          <a:gd name="connsiteX13" fmla="*/ 178339 w 178339"/>
                          <a:gd name="connsiteY13" fmla="*/ 88773 h 89189"/>
                          <a:gd name="connsiteX14" fmla="*/ 75183 w 178339"/>
                          <a:gd name="connsiteY14" fmla="*/ 28480 h 891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78339" h="89189">
                            <a:moveTo>
                              <a:pt x="75183" y="28480"/>
                            </a:moveTo>
                            <a:cubicBezTo>
                              <a:pt x="48799" y="21146"/>
                              <a:pt x="20034" y="14573"/>
                              <a:pt x="31" y="0"/>
                            </a:cubicBezTo>
                            <a:cubicBezTo>
                              <a:pt x="-159" y="3334"/>
                              <a:pt x="507" y="6667"/>
                              <a:pt x="2508" y="9335"/>
                            </a:cubicBezTo>
                            <a:cubicBezTo>
                              <a:pt x="4889" y="12573"/>
                              <a:pt x="7270" y="15621"/>
                              <a:pt x="9651" y="18574"/>
                            </a:cubicBezTo>
                            <a:cubicBezTo>
                              <a:pt x="16795" y="26765"/>
                              <a:pt x="24320" y="34290"/>
                              <a:pt x="34417" y="40196"/>
                            </a:cubicBezTo>
                            <a:cubicBezTo>
                              <a:pt x="40703" y="44482"/>
                              <a:pt x="48513" y="47530"/>
                              <a:pt x="57181" y="51054"/>
                            </a:cubicBezTo>
                            <a:cubicBezTo>
                              <a:pt x="59848" y="52102"/>
                              <a:pt x="63087" y="53245"/>
                              <a:pt x="66706" y="54483"/>
                            </a:cubicBezTo>
                            <a:cubicBezTo>
                              <a:pt x="80422" y="59627"/>
                              <a:pt x="98520" y="67246"/>
                              <a:pt x="109664" y="73057"/>
                            </a:cubicBezTo>
                            <a:cubicBezTo>
                              <a:pt x="111188" y="73723"/>
                              <a:pt x="112521" y="74390"/>
                              <a:pt x="113664" y="75057"/>
                            </a:cubicBezTo>
                            <a:cubicBezTo>
                              <a:pt x="117951" y="77248"/>
                              <a:pt x="122046" y="79057"/>
                              <a:pt x="126047" y="80581"/>
                            </a:cubicBezTo>
                            <a:cubicBezTo>
                              <a:pt x="129952" y="82201"/>
                              <a:pt x="133762" y="83725"/>
                              <a:pt x="137572" y="84772"/>
                            </a:cubicBezTo>
                            <a:cubicBezTo>
                              <a:pt x="148050" y="87630"/>
                              <a:pt x="157765" y="89059"/>
                              <a:pt x="167957" y="89154"/>
                            </a:cubicBezTo>
                            <a:cubicBezTo>
                              <a:pt x="171195" y="89249"/>
                              <a:pt x="174529" y="89154"/>
                              <a:pt x="177958" y="88868"/>
                            </a:cubicBezTo>
                            <a:lnTo>
                              <a:pt x="178339" y="88773"/>
                            </a:lnTo>
                            <a:cubicBezTo>
                              <a:pt x="149288" y="60770"/>
                              <a:pt x="113093" y="38957"/>
                              <a:pt x="75183" y="2848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92" name="Forme libre : forme 12291">
                        <a:extLst>
                          <a:ext uri="{FF2B5EF4-FFF2-40B4-BE49-F238E27FC236}">
                            <a16:creationId xmlns:a16="http://schemas.microsoft.com/office/drawing/2014/main" id="{E4FFF260-6F31-4899-8A13-12D57C780E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99503" y="2777888"/>
                        <a:ext cx="86040" cy="49787"/>
                      </a:xfrm>
                      <a:custGeom>
                        <a:avLst/>
                        <a:gdLst>
                          <a:gd name="connsiteX0" fmla="*/ 85362 w 86040"/>
                          <a:gd name="connsiteY0" fmla="*/ 47702 h 49787"/>
                          <a:gd name="connsiteX1" fmla="*/ 63455 w 86040"/>
                          <a:gd name="connsiteY1" fmla="*/ 45131 h 49787"/>
                          <a:gd name="connsiteX2" fmla="*/ 37261 w 86040"/>
                          <a:gd name="connsiteY2" fmla="*/ 33510 h 49787"/>
                          <a:gd name="connsiteX3" fmla="*/ 13830 w 86040"/>
                          <a:gd name="connsiteY3" fmla="*/ 20937 h 49787"/>
                          <a:gd name="connsiteX4" fmla="*/ 209 w 86040"/>
                          <a:gd name="connsiteY4" fmla="*/ 4840 h 49787"/>
                          <a:gd name="connsiteX5" fmla="*/ 20973 w 86040"/>
                          <a:gd name="connsiteY5" fmla="*/ 1316 h 49787"/>
                          <a:gd name="connsiteX6" fmla="*/ 47738 w 86040"/>
                          <a:gd name="connsiteY6" fmla="*/ 10936 h 49787"/>
                          <a:gd name="connsiteX7" fmla="*/ 59264 w 86040"/>
                          <a:gd name="connsiteY7" fmla="*/ 17603 h 49787"/>
                          <a:gd name="connsiteX8" fmla="*/ 73265 w 86040"/>
                          <a:gd name="connsiteY8" fmla="*/ 27795 h 49787"/>
                          <a:gd name="connsiteX9" fmla="*/ 85362 w 86040"/>
                          <a:gd name="connsiteY9" fmla="*/ 47702 h 497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040" h="49787">
                            <a:moveTo>
                              <a:pt x="85362" y="47702"/>
                            </a:moveTo>
                            <a:cubicBezTo>
                              <a:pt x="82410" y="52084"/>
                              <a:pt x="73551" y="48750"/>
                              <a:pt x="63455" y="45131"/>
                            </a:cubicBezTo>
                            <a:cubicBezTo>
                              <a:pt x="53644" y="40940"/>
                              <a:pt x="42595" y="36272"/>
                              <a:pt x="37261" y="33510"/>
                            </a:cubicBezTo>
                            <a:cubicBezTo>
                              <a:pt x="31641" y="31129"/>
                              <a:pt x="22212" y="25890"/>
                              <a:pt x="13830" y="20937"/>
                            </a:cubicBezTo>
                            <a:cubicBezTo>
                              <a:pt x="5733" y="15508"/>
                              <a:pt x="-1315" y="10269"/>
                              <a:pt x="209" y="4840"/>
                            </a:cubicBezTo>
                            <a:cubicBezTo>
                              <a:pt x="1638" y="-399"/>
                              <a:pt x="10877" y="-1066"/>
                              <a:pt x="20973" y="1316"/>
                            </a:cubicBezTo>
                            <a:cubicBezTo>
                              <a:pt x="31260" y="3221"/>
                              <a:pt x="42214" y="8364"/>
                              <a:pt x="47738" y="10936"/>
                            </a:cubicBezTo>
                            <a:cubicBezTo>
                              <a:pt x="50501" y="12174"/>
                              <a:pt x="54597" y="14746"/>
                              <a:pt x="59264" y="17603"/>
                            </a:cubicBezTo>
                            <a:cubicBezTo>
                              <a:pt x="63931" y="20366"/>
                              <a:pt x="68979" y="23890"/>
                              <a:pt x="73265" y="27795"/>
                            </a:cubicBezTo>
                            <a:cubicBezTo>
                              <a:pt x="82124" y="35034"/>
                              <a:pt x="88124" y="43607"/>
                              <a:pt x="85362" y="4770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93" name="Forme libre : forme 12292">
                        <a:extLst>
                          <a:ext uri="{FF2B5EF4-FFF2-40B4-BE49-F238E27FC236}">
                            <a16:creationId xmlns:a16="http://schemas.microsoft.com/office/drawing/2014/main" id="{05233CC2-46DC-4D65-A371-7C8465E960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99234" y="2778317"/>
                        <a:ext cx="56008" cy="40891"/>
                      </a:xfrm>
                      <a:custGeom>
                        <a:avLst/>
                        <a:gdLst>
                          <a:gd name="connsiteX0" fmla="*/ 22957 w 56008"/>
                          <a:gd name="connsiteY0" fmla="*/ 1648 h 40891"/>
                          <a:gd name="connsiteX1" fmla="*/ 2 w 56008"/>
                          <a:gd name="connsiteY1" fmla="*/ 4316 h 40891"/>
                          <a:gd name="connsiteX2" fmla="*/ 38007 w 56008"/>
                          <a:gd name="connsiteY2" fmla="*/ 33271 h 40891"/>
                          <a:gd name="connsiteX3" fmla="*/ 56009 w 56008"/>
                          <a:gd name="connsiteY3" fmla="*/ 40892 h 40891"/>
                          <a:gd name="connsiteX4" fmla="*/ 47055 w 56008"/>
                          <a:gd name="connsiteY4" fmla="*/ 35367 h 40891"/>
                          <a:gd name="connsiteX5" fmla="*/ 22957 w 56008"/>
                          <a:gd name="connsiteY5" fmla="*/ 1648 h 408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6008" h="40891">
                            <a:moveTo>
                              <a:pt x="22957" y="1648"/>
                            </a:moveTo>
                            <a:cubicBezTo>
                              <a:pt x="16575" y="982"/>
                              <a:pt x="-189" y="-2923"/>
                              <a:pt x="2" y="4316"/>
                            </a:cubicBezTo>
                            <a:cubicBezTo>
                              <a:pt x="478" y="15650"/>
                              <a:pt x="24481" y="26413"/>
                              <a:pt x="38007" y="33271"/>
                            </a:cubicBezTo>
                            <a:cubicBezTo>
                              <a:pt x="41912" y="35272"/>
                              <a:pt x="51151" y="39272"/>
                              <a:pt x="56009" y="40892"/>
                            </a:cubicBezTo>
                            <a:cubicBezTo>
                              <a:pt x="53532" y="39368"/>
                              <a:pt x="49151" y="37177"/>
                              <a:pt x="47055" y="35367"/>
                            </a:cubicBezTo>
                            <a:cubicBezTo>
                              <a:pt x="35244" y="24889"/>
                              <a:pt x="19718" y="13174"/>
                              <a:pt x="22957" y="1648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94" name="Forme libre : forme 12293">
                        <a:extLst>
                          <a:ext uri="{FF2B5EF4-FFF2-40B4-BE49-F238E27FC236}">
                            <a16:creationId xmlns:a16="http://schemas.microsoft.com/office/drawing/2014/main" id="{824691E3-770D-411B-9069-F303F1569F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03518" y="2782144"/>
                        <a:ext cx="85410" cy="49926"/>
                      </a:xfrm>
                      <a:custGeom>
                        <a:avLst/>
                        <a:gdLst>
                          <a:gd name="connsiteX0" fmla="*/ 84109 w 85410"/>
                          <a:gd name="connsiteY0" fmla="*/ 48495 h 49926"/>
                          <a:gd name="connsiteX1" fmla="*/ 61345 w 85410"/>
                          <a:gd name="connsiteY1" fmla="*/ 45066 h 49926"/>
                          <a:gd name="connsiteX2" fmla="*/ 47248 w 85410"/>
                          <a:gd name="connsiteY2" fmla="*/ 38970 h 49926"/>
                          <a:gd name="connsiteX3" fmla="*/ 35818 w 85410"/>
                          <a:gd name="connsiteY3" fmla="*/ 33826 h 49926"/>
                          <a:gd name="connsiteX4" fmla="*/ 99 w 85410"/>
                          <a:gd name="connsiteY4" fmla="*/ 4775 h 49926"/>
                          <a:gd name="connsiteX5" fmla="*/ 7052 w 85410"/>
                          <a:gd name="connsiteY5" fmla="*/ 108 h 49926"/>
                          <a:gd name="connsiteX6" fmla="*/ 20673 w 85410"/>
                          <a:gd name="connsiteY6" fmla="*/ 1536 h 49926"/>
                          <a:gd name="connsiteX7" fmla="*/ 46962 w 85410"/>
                          <a:gd name="connsiteY7" fmla="*/ 11537 h 49926"/>
                          <a:gd name="connsiteX8" fmla="*/ 58582 w 85410"/>
                          <a:gd name="connsiteY8" fmla="*/ 18205 h 49926"/>
                          <a:gd name="connsiteX9" fmla="*/ 73156 w 85410"/>
                          <a:gd name="connsiteY9" fmla="*/ 28968 h 49926"/>
                          <a:gd name="connsiteX10" fmla="*/ 84109 w 85410"/>
                          <a:gd name="connsiteY10" fmla="*/ 48495 h 499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5410" h="49926">
                            <a:moveTo>
                              <a:pt x="84109" y="48495"/>
                            </a:moveTo>
                            <a:cubicBezTo>
                              <a:pt x="79823" y="51828"/>
                              <a:pt x="70870" y="48780"/>
                              <a:pt x="61345" y="45066"/>
                            </a:cubicBezTo>
                            <a:cubicBezTo>
                              <a:pt x="56487" y="43256"/>
                              <a:pt x="51724" y="40875"/>
                              <a:pt x="47248" y="38970"/>
                            </a:cubicBezTo>
                            <a:cubicBezTo>
                              <a:pt x="42676" y="37065"/>
                              <a:pt x="38675" y="35255"/>
                              <a:pt x="35818" y="33826"/>
                            </a:cubicBezTo>
                            <a:cubicBezTo>
                              <a:pt x="24292" y="28206"/>
                              <a:pt x="-1806" y="15348"/>
                              <a:pt x="99" y="4775"/>
                            </a:cubicBezTo>
                            <a:cubicBezTo>
                              <a:pt x="670" y="2012"/>
                              <a:pt x="3242" y="584"/>
                              <a:pt x="7052" y="108"/>
                            </a:cubicBezTo>
                            <a:cubicBezTo>
                              <a:pt x="10767" y="-273"/>
                              <a:pt x="15625" y="393"/>
                              <a:pt x="20673" y="1536"/>
                            </a:cubicBezTo>
                            <a:cubicBezTo>
                              <a:pt x="30960" y="3822"/>
                              <a:pt x="41914" y="8966"/>
                              <a:pt x="46962" y="11537"/>
                            </a:cubicBezTo>
                            <a:cubicBezTo>
                              <a:pt x="49438" y="12871"/>
                              <a:pt x="53725" y="15252"/>
                              <a:pt x="58582" y="18205"/>
                            </a:cubicBezTo>
                            <a:cubicBezTo>
                              <a:pt x="63440" y="21158"/>
                              <a:pt x="68488" y="25158"/>
                              <a:pt x="73156" y="28968"/>
                            </a:cubicBezTo>
                            <a:cubicBezTo>
                              <a:pt x="82109" y="36874"/>
                              <a:pt x="88205" y="45351"/>
                              <a:pt x="84109" y="4849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95" name="Forme libre : forme 12294">
                        <a:extLst>
                          <a:ext uri="{FF2B5EF4-FFF2-40B4-BE49-F238E27FC236}">
                            <a16:creationId xmlns:a16="http://schemas.microsoft.com/office/drawing/2014/main" id="{1DF1FD59-6BE0-4E46-A652-4A4CE8262C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56193" y="2757135"/>
                        <a:ext cx="103864" cy="72329"/>
                      </a:xfrm>
                      <a:custGeom>
                        <a:avLst/>
                        <a:gdLst>
                          <a:gd name="connsiteX0" fmla="*/ 181 w 103864"/>
                          <a:gd name="connsiteY0" fmla="*/ 15307 h 72329"/>
                          <a:gd name="connsiteX1" fmla="*/ 9325 w 103864"/>
                          <a:gd name="connsiteY1" fmla="*/ 29689 h 72329"/>
                          <a:gd name="connsiteX2" fmla="*/ 44567 w 103864"/>
                          <a:gd name="connsiteY2" fmla="*/ 56741 h 72329"/>
                          <a:gd name="connsiteX3" fmla="*/ 83810 w 103864"/>
                          <a:gd name="connsiteY3" fmla="*/ 71409 h 72329"/>
                          <a:gd name="connsiteX4" fmla="*/ 103813 w 103864"/>
                          <a:gd name="connsiteY4" fmla="*/ 66932 h 72329"/>
                          <a:gd name="connsiteX5" fmla="*/ 94288 w 103864"/>
                          <a:gd name="connsiteY5" fmla="*/ 54835 h 72329"/>
                          <a:gd name="connsiteX6" fmla="*/ 78857 w 103864"/>
                          <a:gd name="connsiteY6" fmla="*/ 40548 h 72329"/>
                          <a:gd name="connsiteX7" fmla="*/ 63236 w 103864"/>
                          <a:gd name="connsiteY7" fmla="*/ 25308 h 72329"/>
                          <a:gd name="connsiteX8" fmla="*/ 48472 w 103864"/>
                          <a:gd name="connsiteY8" fmla="*/ 10354 h 72329"/>
                          <a:gd name="connsiteX9" fmla="*/ 26755 w 103864"/>
                          <a:gd name="connsiteY9" fmla="*/ 448 h 72329"/>
                          <a:gd name="connsiteX10" fmla="*/ 181 w 103864"/>
                          <a:gd name="connsiteY10" fmla="*/ 15307 h 723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3864" h="72329">
                            <a:moveTo>
                              <a:pt x="181" y="15307"/>
                            </a:moveTo>
                            <a:cubicBezTo>
                              <a:pt x="1419" y="21974"/>
                              <a:pt x="3324" y="24355"/>
                              <a:pt x="9325" y="29689"/>
                            </a:cubicBezTo>
                            <a:cubicBezTo>
                              <a:pt x="20564" y="40072"/>
                              <a:pt x="29232" y="48835"/>
                              <a:pt x="44567" y="56741"/>
                            </a:cubicBezTo>
                            <a:cubicBezTo>
                              <a:pt x="57140" y="63789"/>
                              <a:pt x="71904" y="68742"/>
                              <a:pt x="83810" y="71409"/>
                            </a:cubicBezTo>
                            <a:cubicBezTo>
                              <a:pt x="92954" y="72838"/>
                              <a:pt x="102479" y="73409"/>
                              <a:pt x="103813" y="66932"/>
                            </a:cubicBezTo>
                            <a:cubicBezTo>
                              <a:pt x="104479" y="62932"/>
                              <a:pt x="98574" y="58836"/>
                              <a:pt x="94288" y="54835"/>
                            </a:cubicBezTo>
                            <a:cubicBezTo>
                              <a:pt x="89335" y="49883"/>
                              <a:pt x="84191" y="45120"/>
                              <a:pt x="78857" y="40548"/>
                            </a:cubicBezTo>
                            <a:cubicBezTo>
                              <a:pt x="73714" y="35690"/>
                              <a:pt x="68380" y="30833"/>
                              <a:pt x="63236" y="25308"/>
                            </a:cubicBezTo>
                            <a:cubicBezTo>
                              <a:pt x="58855" y="20450"/>
                              <a:pt x="54283" y="15021"/>
                              <a:pt x="48472" y="10354"/>
                            </a:cubicBezTo>
                            <a:cubicBezTo>
                              <a:pt x="42662" y="5496"/>
                              <a:pt x="35614" y="1781"/>
                              <a:pt x="26755" y="448"/>
                            </a:cubicBezTo>
                            <a:cubicBezTo>
                              <a:pt x="10372" y="-2029"/>
                              <a:pt x="-1629" y="6163"/>
                              <a:pt x="181" y="1530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96" name="Forme libre : forme 12295">
                        <a:extLst>
                          <a:ext uri="{FF2B5EF4-FFF2-40B4-BE49-F238E27FC236}">
                            <a16:creationId xmlns:a16="http://schemas.microsoft.com/office/drawing/2014/main" id="{4D7CCA99-2266-4FCC-92AF-D531B8CFDE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81528" y="2764478"/>
                        <a:ext cx="40894" cy="11217"/>
                      </a:xfrm>
                      <a:custGeom>
                        <a:avLst/>
                        <a:gdLst>
                          <a:gd name="connsiteX0" fmla="*/ 4563 w 40894"/>
                          <a:gd name="connsiteY0" fmla="*/ 915 h 11217"/>
                          <a:gd name="connsiteX1" fmla="*/ 277 w 40894"/>
                          <a:gd name="connsiteY1" fmla="*/ 2439 h 11217"/>
                          <a:gd name="connsiteX2" fmla="*/ 2563 w 40894"/>
                          <a:gd name="connsiteY2" fmla="*/ 5487 h 11217"/>
                          <a:gd name="connsiteX3" fmla="*/ 9611 w 40894"/>
                          <a:gd name="connsiteY3" fmla="*/ 7392 h 11217"/>
                          <a:gd name="connsiteX4" fmla="*/ 27328 w 40894"/>
                          <a:gd name="connsiteY4" fmla="*/ 10631 h 11217"/>
                          <a:gd name="connsiteX5" fmla="*/ 33900 w 40894"/>
                          <a:gd name="connsiteY5" fmla="*/ 11202 h 11217"/>
                          <a:gd name="connsiteX6" fmla="*/ 32947 w 40894"/>
                          <a:gd name="connsiteY6" fmla="*/ 1868 h 11217"/>
                          <a:gd name="connsiteX7" fmla="*/ 4563 w 40894"/>
                          <a:gd name="connsiteY7" fmla="*/ 915 h 112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894" h="11217">
                            <a:moveTo>
                              <a:pt x="4563" y="915"/>
                            </a:moveTo>
                            <a:cubicBezTo>
                              <a:pt x="2563" y="1201"/>
                              <a:pt x="1134" y="1391"/>
                              <a:pt x="277" y="2439"/>
                            </a:cubicBezTo>
                            <a:cubicBezTo>
                              <a:pt x="-580" y="3487"/>
                              <a:pt x="658" y="4630"/>
                              <a:pt x="2563" y="5487"/>
                            </a:cubicBezTo>
                            <a:cubicBezTo>
                              <a:pt x="4372" y="6344"/>
                              <a:pt x="7325" y="7011"/>
                              <a:pt x="9611" y="7392"/>
                            </a:cubicBezTo>
                            <a:cubicBezTo>
                              <a:pt x="15421" y="8535"/>
                              <a:pt x="21613" y="9964"/>
                              <a:pt x="27328" y="10631"/>
                            </a:cubicBezTo>
                            <a:cubicBezTo>
                              <a:pt x="29709" y="10916"/>
                              <a:pt x="31900" y="11297"/>
                              <a:pt x="33900" y="11202"/>
                            </a:cubicBezTo>
                            <a:cubicBezTo>
                              <a:pt x="42377" y="10821"/>
                              <a:pt x="44378" y="5392"/>
                              <a:pt x="32947" y="1868"/>
                            </a:cubicBezTo>
                            <a:cubicBezTo>
                              <a:pt x="23899" y="-323"/>
                              <a:pt x="12659" y="-514"/>
                              <a:pt x="4563" y="91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97" name="Forme libre : forme 12296">
                        <a:extLst>
                          <a:ext uri="{FF2B5EF4-FFF2-40B4-BE49-F238E27FC236}">
                            <a16:creationId xmlns:a16="http://schemas.microsoft.com/office/drawing/2014/main" id="{2AD3DE67-F1A5-47EE-99CA-1908D0A9EE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46099" y="2841021"/>
                        <a:ext cx="61436" cy="11179"/>
                      </a:xfrm>
                      <a:custGeom>
                        <a:avLst/>
                        <a:gdLst>
                          <a:gd name="connsiteX0" fmla="*/ 61436 w 61436"/>
                          <a:gd name="connsiteY0" fmla="*/ 10096 h 11179"/>
                          <a:gd name="connsiteX1" fmla="*/ 31528 w 61436"/>
                          <a:gd name="connsiteY1" fmla="*/ 7906 h 11179"/>
                          <a:gd name="connsiteX2" fmla="*/ 14859 w 61436"/>
                          <a:gd name="connsiteY2" fmla="*/ 3715 h 11179"/>
                          <a:gd name="connsiteX3" fmla="*/ 0 w 61436"/>
                          <a:gd name="connsiteY3" fmla="*/ 0 h 11179"/>
                          <a:gd name="connsiteX4" fmla="*/ 61436 w 61436"/>
                          <a:gd name="connsiteY4" fmla="*/ 10096 h 111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436" h="11179">
                            <a:moveTo>
                              <a:pt x="61436" y="10096"/>
                            </a:moveTo>
                            <a:cubicBezTo>
                              <a:pt x="53816" y="12383"/>
                              <a:pt x="42481" y="10763"/>
                              <a:pt x="31528" y="7906"/>
                            </a:cubicBezTo>
                            <a:cubicBezTo>
                              <a:pt x="25908" y="6668"/>
                              <a:pt x="20098" y="5239"/>
                              <a:pt x="14859" y="3715"/>
                            </a:cubicBezTo>
                            <a:cubicBezTo>
                              <a:pt x="9525" y="2191"/>
                              <a:pt x="4286" y="1143"/>
                              <a:pt x="0" y="0"/>
                            </a:cubicBezTo>
                            <a:cubicBezTo>
                              <a:pt x="19050" y="4096"/>
                              <a:pt x="42863" y="7811"/>
                              <a:pt x="61436" y="1009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98" name="Forme libre : forme 12297">
                        <a:extLst>
                          <a:ext uri="{FF2B5EF4-FFF2-40B4-BE49-F238E27FC236}">
                            <a16:creationId xmlns:a16="http://schemas.microsoft.com/office/drawing/2014/main" id="{39A88392-F01D-4CBD-BD66-AA1F861066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37609" y="2745619"/>
                        <a:ext cx="75057" cy="11010"/>
                      </a:xfrm>
                      <a:custGeom>
                        <a:avLst/>
                        <a:gdLst>
                          <a:gd name="connsiteX0" fmla="*/ 75057 w 75057"/>
                          <a:gd name="connsiteY0" fmla="*/ 3200 h 11010"/>
                          <a:gd name="connsiteX1" fmla="*/ 0 w 75057"/>
                          <a:gd name="connsiteY1" fmla="*/ 11011 h 11010"/>
                          <a:gd name="connsiteX2" fmla="*/ 75057 w 75057"/>
                          <a:gd name="connsiteY2" fmla="*/ 3200 h 110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5057" h="11010">
                            <a:moveTo>
                              <a:pt x="75057" y="3200"/>
                            </a:moveTo>
                            <a:cubicBezTo>
                              <a:pt x="46292" y="-4039"/>
                              <a:pt x="19431" y="2057"/>
                              <a:pt x="0" y="11011"/>
                            </a:cubicBezTo>
                            <a:cubicBezTo>
                              <a:pt x="17812" y="1581"/>
                              <a:pt x="49816" y="-38"/>
                              <a:pt x="75057" y="320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99" name="Forme libre : forme 12298">
                        <a:extLst>
                          <a:ext uri="{FF2B5EF4-FFF2-40B4-BE49-F238E27FC236}">
                            <a16:creationId xmlns:a16="http://schemas.microsoft.com/office/drawing/2014/main" id="{7FED62EC-10CE-4AEB-815B-25AFE4D523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7975" y="2789812"/>
                        <a:ext cx="31050" cy="21171"/>
                      </a:xfrm>
                      <a:custGeom>
                        <a:avLst/>
                        <a:gdLst>
                          <a:gd name="connsiteX0" fmla="*/ 30221 w 31050"/>
                          <a:gd name="connsiteY0" fmla="*/ 20919 h 21171"/>
                          <a:gd name="connsiteX1" fmla="*/ 20696 w 31050"/>
                          <a:gd name="connsiteY1" fmla="*/ 17871 h 21171"/>
                          <a:gd name="connsiteX2" fmla="*/ 11076 w 31050"/>
                          <a:gd name="connsiteY2" fmla="*/ 11966 h 21171"/>
                          <a:gd name="connsiteX3" fmla="*/ 884 w 31050"/>
                          <a:gd name="connsiteY3" fmla="*/ 441 h 21171"/>
                          <a:gd name="connsiteX4" fmla="*/ 10505 w 31050"/>
                          <a:gd name="connsiteY4" fmla="*/ 2346 h 21171"/>
                          <a:gd name="connsiteX5" fmla="*/ 19553 w 31050"/>
                          <a:gd name="connsiteY5" fmla="*/ 8156 h 21171"/>
                          <a:gd name="connsiteX6" fmla="*/ 30221 w 31050"/>
                          <a:gd name="connsiteY6" fmla="*/ 20919 h 211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1050" h="21171">
                            <a:moveTo>
                              <a:pt x="30221" y="20919"/>
                            </a:moveTo>
                            <a:cubicBezTo>
                              <a:pt x="28316" y="21872"/>
                              <a:pt x="24602" y="19967"/>
                              <a:pt x="20696" y="17871"/>
                            </a:cubicBezTo>
                            <a:cubicBezTo>
                              <a:pt x="16791" y="15776"/>
                              <a:pt x="12886" y="13204"/>
                              <a:pt x="11076" y="11966"/>
                            </a:cubicBezTo>
                            <a:cubicBezTo>
                              <a:pt x="7552" y="9299"/>
                              <a:pt x="-3116" y="2822"/>
                              <a:pt x="884" y="441"/>
                            </a:cubicBezTo>
                            <a:cubicBezTo>
                              <a:pt x="2885" y="-702"/>
                              <a:pt x="6790" y="536"/>
                              <a:pt x="10505" y="2346"/>
                            </a:cubicBezTo>
                            <a:cubicBezTo>
                              <a:pt x="14219" y="4346"/>
                              <a:pt x="17839" y="6918"/>
                              <a:pt x="19553" y="8156"/>
                            </a:cubicBezTo>
                            <a:cubicBezTo>
                              <a:pt x="23173" y="10442"/>
                              <a:pt x="34127" y="19110"/>
                              <a:pt x="30221" y="2091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00" name="Forme libre : forme 12299">
                        <a:extLst>
                          <a:ext uri="{FF2B5EF4-FFF2-40B4-BE49-F238E27FC236}">
                            <a16:creationId xmlns:a16="http://schemas.microsoft.com/office/drawing/2014/main" id="{392CC464-EE77-4E92-ADC2-ED554DDA23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64715" y="2807044"/>
                        <a:ext cx="8755" cy="6404"/>
                      </a:xfrm>
                      <a:custGeom>
                        <a:avLst/>
                        <a:gdLst>
                          <a:gd name="connsiteX0" fmla="*/ 8721 w 8755"/>
                          <a:gd name="connsiteY0" fmla="*/ 5879 h 6404"/>
                          <a:gd name="connsiteX1" fmla="*/ 3863 w 8755"/>
                          <a:gd name="connsiteY1" fmla="*/ 4831 h 6404"/>
                          <a:gd name="connsiteX2" fmla="*/ 53 w 8755"/>
                          <a:gd name="connsiteY2" fmla="*/ 545 h 6404"/>
                          <a:gd name="connsiteX3" fmla="*/ 4815 w 8755"/>
                          <a:gd name="connsiteY3" fmla="*/ 1497 h 6404"/>
                          <a:gd name="connsiteX4" fmla="*/ 8721 w 8755"/>
                          <a:gd name="connsiteY4" fmla="*/ 5879 h 64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755" h="6404">
                            <a:moveTo>
                              <a:pt x="8721" y="5879"/>
                            </a:moveTo>
                            <a:cubicBezTo>
                              <a:pt x="8245" y="7212"/>
                              <a:pt x="5292" y="5688"/>
                              <a:pt x="3863" y="4831"/>
                            </a:cubicBezTo>
                            <a:cubicBezTo>
                              <a:pt x="2434" y="3974"/>
                              <a:pt x="-423" y="1878"/>
                              <a:pt x="53" y="545"/>
                            </a:cubicBezTo>
                            <a:cubicBezTo>
                              <a:pt x="529" y="-789"/>
                              <a:pt x="3291" y="640"/>
                              <a:pt x="4815" y="1497"/>
                            </a:cubicBezTo>
                            <a:cubicBezTo>
                              <a:pt x="6244" y="2354"/>
                              <a:pt x="9102" y="4450"/>
                              <a:pt x="8721" y="587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301" name="Forme libre : forme 12300">
                        <a:extLst>
                          <a:ext uri="{FF2B5EF4-FFF2-40B4-BE49-F238E27FC236}">
                            <a16:creationId xmlns:a16="http://schemas.microsoft.com/office/drawing/2014/main" id="{0EEC5EF0-8906-4955-A9C1-1B2F5F78D0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46314" y="2769995"/>
                        <a:ext cx="63822" cy="73754"/>
                      </a:xfrm>
                      <a:custGeom>
                        <a:avLst/>
                        <a:gdLst>
                          <a:gd name="connsiteX0" fmla="*/ 56173 w 63822"/>
                          <a:gd name="connsiteY0" fmla="*/ 45785 h 73754"/>
                          <a:gd name="connsiteX1" fmla="*/ 63792 w 63822"/>
                          <a:gd name="connsiteY1" fmla="*/ 71312 h 73754"/>
                          <a:gd name="connsiteX2" fmla="*/ 55315 w 63822"/>
                          <a:gd name="connsiteY2" fmla="*/ 71693 h 73754"/>
                          <a:gd name="connsiteX3" fmla="*/ 49410 w 63822"/>
                          <a:gd name="connsiteY3" fmla="*/ 62358 h 73754"/>
                          <a:gd name="connsiteX4" fmla="*/ 41694 w 63822"/>
                          <a:gd name="connsiteY4" fmla="*/ 47595 h 73754"/>
                          <a:gd name="connsiteX5" fmla="*/ 31026 w 63822"/>
                          <a:gd name="connsiteY5" fmla="*/ 33212 h 73754"/>
                          <a:gd name="connsiteX6" fmla="*/ 23311 w 63822"/>
                          <a:gd name="connsiteY6" fmla="*/ 25783 h 73754"/>
                          <a:gd name="connsiteX7" fmla="*/ 11310 w 63822"/>
                          <a:gd name="connsiteY7" fmla="*/ 15686 h 73754"/>
                          <a:gd name="connsiteX8" fmla="*/ 1689 w 63822"/>
                          <a:gd name="connsiteY8" fmla="*/ 732 h 73754"/>
                          <a:gd name="connsiteX9" fmla="*/ 44933 w 63822"/>
                          <a:gd name="connsiteY9" fmla="*/ 24068 h 73754"/>
                          <a:gd name="connsiteX10" fmla="*/ 56173 w 63822"/>
                          <a:gd name="connsiteY10" fmla="*/ 45785 h 73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3822" h="73754">
                            <a:moveTo>
                              <a:pt x="56173" y="45785"/>
                            </a:moveTo>
                            <a:cubicBezTo>
                              <a:pt x="60840" y="55691"/>
                              <a:pt x="64173" y="62645"/>
                              <a:pt x="63792" y="71312"/>
                            </a:cubicBezTo>
                            <a:cubicBezTo>
                              <a:pt x="63602" y="74551"/>
                              <a:pt x="59030" y="74455"/>
                              <a:pt x="55315" y="71693"/>
                            </a:cubicBezTo>
                            <a:cubicBezTo>
                              <a:pt x="51696" y="68836"/>
                              <a:pt x="50648" y="65692"/>
                              <a:pt x="49410" y="62358"/>
                            </a:cubicBezTo>
                            <a:cubicBezTo>
                              <a:pt x="47505" y="57120"/>
                              <a:pt x="44742" y="52453"/>
                              <a:pt x="41694" y="47595"/>
                            </a:cubicBezTo>
                            <a:cubicBezTo>
                              <a:pt x="38646" y="42737"/>
                              <a:pt x="35122" y="37879"/>
                              <a:pt x="31026" y="33212"/>
                            </a:cubicBezTo>
                            <a:cubicBezTo>
                              <a:pt x="29788" y="31688"/>
                              <a:pt x="26835" y="29021"/>
                              <a:pt x="23311" y="25783"/>
                            </a:cubicBezTo>
                            <a:cubicBezTo>
                              <a:pt x="19692" y="22735"/>
                              <a:pt x="15406" y="19210"/>
                              <a:pt x="11310" y="15686"/>
                            </a:cubicBezTo>
                            <a:cubicBezTo>
                              <a:pt x="3499" y="8638"/>
                              <a:pt x="-3264" y="2827"/>
                              <a:pt x="1689" y="732"/>
                            </a:cubicBezTo>
                            <a:cubicBezTo>
                              <a:pt x="12072" y="-4030"/>
                              <a:pt x="38170" y="15686"/>
                              <a:pt x="44933" y="24068"/>
                            </a:cubicBezTo>
                            <a:cubicBezTo>
                              <a:pt x="51696" y="32641"/>
                              <a:pt x="52267" y="38641"/>
                              <a:pt x="56173" y="4578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96" name="Graphique 1">
                      <a:extLst>
                        <a:ext uri="{FF2B5EF4-FFF2-40B4-BE49-F238E27FC236}">
                          <a16:creationId xmlns:a16="http://schemas.microsoft.com/office/drawing/2014/main" id="{22538120-F009-4BDB-A447-D20BBEBEE8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112008" y="2845254"/>
                      <a:ext cx="136177" cy="173674"/>
                      <a:chOff x="3112008" y="2845254"/>
                      <a:chExt cx="136177" cy="173674"/>
                    </a:xfrm>
                    <a:solidFill>
                      <a:schemeClr val="accent1"/>
                    </a:solidFill>
                  </p:grpSpPr>
                  <p:sp>
                    <p:nvSpPr>
                      <p:cNvPr id="12278" name="Forme libre : forme 12277">
                        <a:extLst>
                          <a:ext uri="{FF2B5EF4-FFF2-40B4-BE49-F238E27FC236}">
                            <a16:creationId xmlns:a16="http://schemas.microsoft.com/office/drawing/2014/main" id="{7896A07E-4BEF-4761-A6F9-93C7888AE2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12008" y="2845254"/>
                        <a:ext cx="136177" cy="173674"/>
                      </a:xfrm>
                      <a:custGeom>
                        <a:avLst/>
                        <a:gdLst>
                          <a:gd name="connsiteX0" fmla="*/ 59820 w 136177"/>
                          <a:gd name="connsiteY0" fmla="*/ 136166 h 173674"/>
                          <a:gd name="connsiteX1" fmla="*/ 39627 w 136177"/>
                          <a:gd name="connsiteY1" fmla="*/ 108543 h 173674"/>
                          <a:gd name="connsiteX2" fmla="*/ 20101 w 136177"/>
                          <a:gd name="connsiteY2" fmla="*/ 81111 h 173674"/>
                          <a:gd name="connsiteX3" fmla="*/ 3 w 136177"/>
                          <a:gd name="connsiteY3" fmla="*/ 14722 h 173674"/>
                          <a:gd name="connsiteX4" fmla="*/ 15910 w 136177"/>
                          <a:gd name="connsiteY4" fmla="*/ 53 h 173674"/>
                          <a:gd name="connsiteX5" fmla="*/ 80871 w 136177"/>
                          <a:gd name="connsiteY5" fmla="*/ 36248 h 173674"/>
                          <a:gd name="connsiteX6" fmla="*/ 101635 w 136177"/>
                          <a:gd name="connsiteY6" fmla="*/ 63204 h 173674"/>
                          <a:gd name="connsiteX7" fmla="*/ 120304 w 136177"/>
                          <a:gd name="connsiteY7" fmla="*/ 91017 h 173674"/>
                          <a:gd name="connsiteX8" fmla="*/ 135544 w 136177"/>
                          <a:gd name="connsiteY8" fmla="*/ 158549 h 173674"/>
                          <a:gd name="connsiteX9" fmla="*/ 120685 w 136177"/>
                          <a:gd name="connsiteY9" fmla="*/ 173599 h 173674"/>
                          <a:gd name="connsiteX10" fmla="*/ 59820 w 136177"/>
                          <a:gd name="connsiteY10" fmla="*/ 136166 h 1736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36177" h="173674">
                            <a:moveTo>
                              <a:pt x="59820" y="136166"/>
                            </a:moveTo>
                            <a:cubicBezTo>
                              <a:pt x="54486" y="129212"/>
                              <a:pt x="46866" y="118925"/>
                              <a:pt x="39627" y="108543"/>
                            </a:cubicBezTo>
                            <a:cubicBezTo>
                              <a:pt x="32293" y="98256"/>
                              <a:pt x="24959" y="87874"/>
                              <a:pt x="20101" y="81111"/>
                            </a:cubicBezTo>
                            <a:cubicBezTo>
                              <a:pt x="2765" y="55775"/>
                              <a:pt x="289" y="37963"/>
                              <a:pt x="3" y="14722"/>
                            </a:cubicBezTo>
                            <a:cubicBezTo>
                              <a:pt x="-187" y="6816"/>
                              <a:pt x="7719" y="-709"/>
                              <a:pt x="15910" y="53"/>
                            </a:cubicBezTo>
                            <a:cubicBezTo>
                              <a:pt x="38961" y="2720"/>
                              <a:pt x="60201" y="11960"/>
                              <a:pt x="80871" y="36248"/>
                            </a:cubicBezTo>
                            <a:cubicBezTo>
                              <a:pt x="86490" y="42725"/>
                              <a:pt x="94110" y="52822"/>
                              <a:pt x="101635" y="63204"/>
                            </a:cubicBezTo>
                            <a:cubicBezTo>
                              <a:pt x="108779" y="73491"/>
                              <a:pt x="116113" y="84350"/>
                              <a:pt x="120304" y="91017"/>
                            </a:cubicBezTo>
                            <a:cubicBezTo>
                              <a:pt x="136497" y="116830"/>
                              <a:pt x="137258" y="135975"/>
                              <a:pt x="135544" y="158549"/>
                            </a:cubicBezTo>
                            <a:cubicBezTo>
                              <a:pt x="134877" y="166360"/>
                              <a:pt x="128114" y="174551"/>
                              <a:pt x="120685" y="173599"/>
                            </a:cubicBezTo>
                            <a:cubicBezTo>
                              <a:pt x="98873" y="170837"/>
                              <a:pt x="79347" y="161121"/>
                              <a:pt x="59820" y="13616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79" name="Forme libre : forme 12278">
                        <a:extLst>
                          <a:ext uri="{FF2B5EF4-FFF2-40B4-BE49-F238E27FC236}">
                            <a16:creationId xmlns:a16="http://schemas.microsoft.com/office/drawing/2014/main" id="{62AEFAD2-DE56-4D71-87A3-6A5A328E72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12102" y="2850832"/>
                        <a:ext cx="120877" cy="167830"/>
                      </a:xfrm>
                      <a:custGeom>
                        <a:avLst/>
                        <a:gdLst>
                          <a:gd name="connsiteX0" fmla="*/ 47725 w 120877"/>
                          <a:gd name="connsiteY0" fmla="*/ 67342 h 167830"/>
                          <a:gd name="connsiteX1" fmla="*/ 3339 w 120877"/>
                          <a:gd name="connsiteY1" fmla="*/ 0 h 167830"/>
                          <a:gd name="connsiteX2" fmla="*/ 5 w 120877"/>
                          <a:gd name="connsiteY2" fmla="*/ 8954 h 167830"/>
                          <a:gd name="connsiteX3" fmla="*/ 386 w 120877"/>
                          <a:gd name="connsiteY3" fmla="*/ 20479 h 167830"/>
                          <a:gd name="connsiteX4" fmla="*/ 7339 w 120877"/>
                          <a:gd name="connsiteY4" fmla="*/ 52578 h 167830"/>
                          <a:gd name="connsiteX5" fmla="*/ 20007 w 120877"/>
                          <a:gd name="connsiteY5" fmla="*/ 75343 h 167830"/>
                          <a:gd name="connsiteX6" fmla="*/ 26199 w 120877"/>
                          <a:gd name="connsiteY6" fmla="*/ 84106 h 167830"/>
                          <a:gd name="connsiteX7" fmla="*/ 56583 w 120877"/>
                          <a:gd name="connsiteY7" fmla="*/ 126206 h 167830"/>
                          <a:gd name="connsiteX8" fmla="*/ 59822 w 120877"/>
                          <a:gd name="connsiteY8" fmla="*/ 130397 h 167830"/>
                          <a:gd name="connsiteX9" fmla="*/ 80777 w 120877"/>
                          <a:gd name="connsiteY9" fmla="*/ 151543 h 167830"/>
                          <a:gd name="connsiteX10" fmla="*/ 110399 w 120877"/>
                          <a:gd name="connsiteY10" fmla="*/ 165926 h 167830"/>
                          <a:gd name="connsiteX11" fmla="*/ 120496 w 120877"/>
                          <a:gd name="connsiteY11" fmla="*/ 167831 h 167830"/>
                          <a:gd name="connsiteX12" fmla="*/ 120877 w 120877"/>
                          <a:gd name="connsiteY12" fmla="*/ 167831 h 167830"/>
                          <a:gd name="connsiteX13" fmla="*/ 47725 w 120877"/>
                          <a:gd name="connsiteY13" fmla="*/ 67342 h 167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20877" h="167830">
                            <a:moveTo>
                              <a:pt x="47725" y="67342"/>
                            </a:moveTo>
                            <a:cubicBezTo>
                              <a:pt x="29628" y="45911"/>
                              <a:pt x="11244" y="23241"/>
                              <a:pt x="3339" y="0"/>
                            </a:cubicBezTo>
                            <a:cubicBezTo>
                              <a:pt x="1243" y="2572"/>
                              <a:pt x="-90" y="5715"/>
                              <a:pt x="5" y="8954"/>
                            </a:cubicBezTo>
                            <a:cubicBezTo>
                              <a:pt x="195" y="13049"/>
                              <a:pt x="291" y="16859"/>
                              <a:pt x="386" y="20479"/>
                            </a:cubicBezTo>
                            <a:cubicBezTo>
                              <a:pt x="1053" y="31433"/>
                              <a:pt x="2957" y="41434"/>
                              <a:pt x="7339" y="52578"/>
                            </a:cubicBezTo>
                            <a:cubicBezTo>
                              <a:pt x="10387" y="59531"/>
                              <a:pt x="14292" y="67151"/>
                              <a:pt x="20007" y="75343"/>
                            </a:cubicBezTo>
                            <a:cubicBezTo>
                              <a:pt x="21722" y="77819"/>
                              <a:pt x="23913" y="80772"/>
                              <a:pt x="26199" y="84106"/>
                            </a:cubicBezTo>
                            <a:cubicBezTo>
                              <a:pt x="35533" y="96965"/>
                              <a:pt x="47725" y="114395"/>
                              <a:pt x="56583" y="126206"/>
                            </a:cubicBezTo>
                            <a:cubicBezTo>
                              <a:pt x="57726" y="127730"/>
                              <a:pt x="58869" y="129159"/>
                              <a:pt x="59822" y="130397"/>
                            </a:cubicBezTo>
                            <a:cubicBezTo>
                              <a:pt x="66775" y="139256"/>
                              <a:pt x="73728" y="146209"/>
                              <a:pt x="80777" y="151543"/>
                            </a:cubicBezTo>
                            <a:cubicBezTo>
                              <a:pt x="90397" y="158877"/>
                              <a:pt x="100303" y="163163"/>
                              <a:pt x="110399" y="165926"/>
                            </a:cubicBezTo>
                            <a:cubicBezTo>
                              <a:pt x="113733" y="166783"/>
                              <a:pt x="117067" y="167354"/>
                              <a:pt x="120496" y="167831"/>
                            </a:cubicBezTo>
                            <a:lnTo>
                              <a:pt x="120877" y="167831"/>
                            </a:lnTo>
                            <a:cubicBezTo>
                              <a:pt x="95826" y="134779"/>
                              <a:pt x="73443" y="97822"/>
                              <a:pt x="47725" y="6734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80" name="Forme libre : forme 12279">
                        <a:extLst>
                          <a:ext uri="{FF2B5EF4-FFF2-40B4-BE49-F238E27FC236}">
                            <a16:creationId xmlns:a16="http://schemas.microsoft.com/office/drawing/2014/main" id="{FDFC0F2A-A107-482C-AC49-8C4E5E6162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60152" y="2904117"/>
                        <a:ext cx="59095" cy="80773"/>
                      </a:xfrm>
                      <a:custGeom>
                        <a:avLst/>
                        <a:gdLst>
                          <a:gd name="connsiteX0" fmla="*/ 57302 w 59095"/>
                          <a:gd name="connsiteY0" fmla="*/ 79874 h 80773"/>
                          <a:gd name="connsiteX1" fmla="*/ 18344 w 59095"/>
                          <a:gd name="connsiteY1" fmla="*/ 46060 h 80773"/>
                          <a:gd name="connsiteX2" fmla="*/ 2152 w 59095"/>
                          <a:gd name="connsiteY2" fmla="*/ 1197 h 80773"/>
                          <a:gd name="connsiteX3" fmla="*/ 38537 w 59095"/>
                          <a:gd name="connsiteY3" fmla="*/ 31678 h 80773"/>
                          <a:gd name="connsiteX4" fmla="*/ 57302 w 59095"/>
                          <a:gd name="connsiteY4" fmla="*/ 79874 h 807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095" h="80773">
                            <a:moveTo>
                              <a:pt x="57302" y="79874"/>
                            </a:moveTo>
                            <a:cubicBezTo>
                              <a:pt x="49206" y="86351"/>
                              <a:pt x="25584" y="56062"/>
                              <a:pt x="18344" y="46060"/>
                            </a:cubicBezTo>
                            <a:cubicBezTo>
                              <a:pt x="11296" y="35678"/>
                              <a:pt x="-6039" y="8151"/>
                              <a:pt x="2152" y="1197"/>
                            </a:cubicBezTo>
                            <a:cubicBezTo>
                              <a:pt x="10725" y="-6041"/>
                              <a:pt x="32251" y="21486"/>
                              <a:pt x="38537" y="31678"/>
                            </a:cubicBezTo>
                            <a:cubicBezTo>
                              <a:pt x="45300" y="41774"/>
                              <a:pt x="65112" y="73683"/>
                              <a:pt x="57302" y="7987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81" name="Forme libre : forme 12280">
                        <a:extLst>
                          <a:ext uri="{FF2B5EF4-FFF2-40B4-BE49-F238E27FC236}">
                            <a16:creationId xmlns:a16="http://schemas.microsoft.com/office/drawing/2014/main" id="{AC23C9E7-4983-4778-9430-19E4416BF4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60467" y="2903320"/>
                        <a:ext cx="31363" cy="63145"/>
                      </a:xfrm>
                      <a:custGeom>
                        <a:avLst/>
                        <a:gdLst>
                          <a:gd name="connsiteX0" fmla="*/ 22029 w 31363"/>
                          <a:gd name="connsiteY0" fmla="*/ 12187 h 63145"/>
                          <a:gd name="connsiteX1" fmla="*/ 1551 w 31363"/>
                          <a:gd name="connsiteY1" fmla="*/ 1615 h 63145"/>
                          <a:gd name="connsiteX2" fmla="*/ 18314 w 31363"/>
                          <a:gd name="connsiteY2" fmla="*/ 47334 h 63145"/>
                          <a:gd name="connsiteX3" fmla="*/ 31364 w 31363"/>
                          <a:gd name="connsiteY3" fmla="*/ 63146 h 63145"/>
                          <a:gd name="connsiteX4" fmla="*/ 25649 w 31363"/>
                          <a:gd name="connsiteY4" fmla="*/ 53716 h 63145"/>
                          <a:gd name="connsiteX5" fmla="*/ 22029 w 31363"/>
                          <a:gd name="connsiteY5" fmla="*/ 12187 h 631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1363" h="63145">
                            <a:moveTo>
                              <a:pt x="22029" y="12187"/>
                            </a:moveTo>
                            <a:cubicBezTo>
                              <a:pt x="16886" y="8377"/>
                              <a:pt x="5741" y="-4482"/>
                              <a:pt x="1551" y="1615"/>
                            </a:cubicBezTo>
                            <a:cubicBezTo>
                              <a:pt x="-4736" y="11140"/>
                              <a:pt x="9552" y="34190"/>
                              <a:pt x="18314" y="47334"/>
                            </a:cubicBezTo>
                            <a:cubicBezTo>
                              <a:pt x="20886" y="51049"/>
                              <a:pt x="27554" y="59241"/>
                              <a:pt x="31364" y="63146"/>
                            </a:cubicBezTo>
                            <a:cubicBezTo>
                              <a:pt x="29745" y="60574"/>
                              <a:pt x="26792" y="56383"/>
                              <a:pt x="25649" y="53716"/>
                            </a:cubicBezTo>
                            <a:cubicBezTo>
                              <a:pt x="19553" y="38571"/>
                              <a:pt x="13076" y="19998"/>
                              <a:pt x="22029" y="1218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82" name="Forme libre : forme 12281">
                        <a:extLst>
                          <a:ext uri="{FF2B5EF4-FFF2-40B4-BE49-F238E27FC236}">
                            <a16:creationId xmlns:a16="http://schemas.microsoft.com/office/drawing/2014/main" id="{2C36CE25-9040-47FC-BDF7-B1F2F5D474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61001" y="2909583"/>
                        <a:ext cx="59872" cy="80471"/>
                      </a:xfrm>
                      <a:custGeom>
                        <a:avLst/>
                        <a:gdLst>
                          <a:gd name="connsiteX0" fmla="*/ 57500 w 59872"/>
                          <a:gd name="connsiteY0" fmla="*/ 80123 h 80471"/>
                          <a:gd name="connsiteX1" fmla="*/ 17686 w 59872"/>
                          <a:gd name="connsiteY1" fmla="*/ 45929 h 80471"/>
                          <a:gd name="connsiteX2" fmla="*/ 2255 w 59872"/>
                          <a:gd name="connsiteY2" fmla="*/ 1351 h 80471"/>
                          <a:gd name="connsiteX3" fmla="*/ 38164 w 59872"/>
                          <a:gd name="connsiteY3" fmla="*/ 31832 h 80471"/>
                          <a:gd name="connsiteX4" fmla="*/ 57500 w 59872"/>
                          <a:gd name="connsiteY4" fmla="*/ 80123 h 804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872" h="80471">
                            <a:moveTo>
                              <a:pt x="57500" y="80123"/>
                            </a:moveTo>
                            <a:cubicBezTo>
                              <a:pt x="47499" y="83838"/>
                              <a:pt x="25782" y="56882"/>
                              <a:pt x="17686" y="45929"/>
                            </a:cubicBezTo>
                            <a:cubicBezTo>
                              <a:pt x="9875" y="34975"/>
                              <a:pt x="-5841" y="9162"/>
                              <a:pt x="2255" y="1351"/>
                            </a:cubicBezTo>
                            <a:cubicBezTo>
                              <a:pt x="10447" y="-6554"/>
                              <a:pt x="32164" y="22402"/>
                              <a:pt x="38164" y="31832"/>
                            </a:cubicBezTo>
                            <a:cubicBezTo>
                              <a:pt x="44356" y="41071"/>
                              <a:pt x="67216" y="76599"/>
                              <a:pt x="57500" y="8012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83" name="Forme libre : forme 12282">
                        <a:extLst>
                          <a:ext uri="{FF2B5EF4-FFF2-40B4-BE49-F238E27FC236}">
                            <a16:creationId xmlns:a16="http://schemas.microsoft.com/office/drawing/2014/main" id="{BB334EF0-39A6-42A6-B58E-D104AD998A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30999" y="2865751"/>
                        <a:ext cx="63946" cy="109730"/>
                      </a:xfrm>
                      <a:custGeom>
                        <a:avLst/>
                        <a:gdLst>
                          <a:gd name="connsiteX0" fmla="*/ 2349 w 63946"/>
                          <a:gd name="connsiteY0" fmla="*/ 5750 h 109730"/>
                          <a:gd name="connsiteX1" fmla="*/ 1015 w 63946"/>
                          <a:gd name="connsiteY1" fmla="*/ 22800 h 109730"/>
                          <a:gd name="connsiteX2" fmla="*/ 14541 w 63946"/>
                          <a:gd name="connsiteY2" fmla="*/ 66138 h 109730"/>
                          <a:gd name="connsiteX3" fmla="*/ 42544 w 63946"/>
                          <a:gd name="connsiteY3" fmla="*/ 101476 h 109730"/>
                          <a:gd name="connsiteX4" fmla="*/ 63309 w 63946"/>
                          <a:gd name="connsiteY4" fmla="*/ 107287 h 109730"/>
                          <a:gd name="connsiteX5" fmla="*/ 59594 w 63946"/>
                          <a:gd name="connsiteY5" fmla="*/ 91665 h 109730"/>
                          <a:gd name="connsiteX6" fmla="*/ 47688 w 63946"/>
                          <a:gd name="connsiteY6" fmla="*/ 50327 h 109730"/>
                          <a:gd name="connsiteX7" fmla="*/ 32448 w 63946"/>
                          <a:gd name="connsiteY7" fmla="*/ 9370 h 109730"/>
                          <a:gd name="connsiteX8" fmla="*/ 2349 w 63946"/>
                          <a:gd name="connsiteY8" fmla="*/ 5750 h 1097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3946" h="109730">
                            <a:moveTo>
                              <a:pt x="2349" y="5750"/>
                            </a:moveTo>
                            <a:cubicBezTo>
                              <a:pt x="-509" y="11751"/>
                              <a:pt x="-509" y="14989"/>
                              <a:pt x="1015" y="22800"/>
                            </a:cubicBezTo>
                            <a:cubicBezTo>
                              <a:pt x="4063" y="37754"/>
                              <a:pt x="5873" y="50137"/>
                              <a:pt x="14541" y="66138"/>
                            </a:cubicBezTo>
                            <a:cubicBezTo>
                              <a:pt x="21780" y="79473"/>
                              <a:pt x="32162" y="92999"/>
                              <a:pt x="42544" y="101476"/>
                            </a:cubicBezTo>
                            <a:cubicBezTo>
                              <a:pt x="50355" y="108144"/>
                              <a:pt x="59689" y="112811"/>
                              <a:pt x="63309" y="107287"/>
                            </a:cubicBezTo>
                            <a:cubicBezTo>
                              <a:pt x="65499" y="103857"/>
                              <a:pt x="61499" y="97476"/>
                              <a:pt x="59594" y="91665"/>
                            </a:cubicBezTo>
                            <a:cubicBezTo>
                              <a:pt x="54927" y="78045"/>
                              <a:pt x="50259" y="65091"/>
                              <a:pt x="47688" y="50327"/>
                            </a:cubicBezTo>
                            <a:cubicBezTo>
                              <a:pt x="45687" y="37563"/>
                              <a:pt x="45021" y="22038"/>
                              <a:pt x="32448" y="9370"/>
                            </a:cubicBezTo>
                            <a:cubicBezTo>
                              <a:pt x="20827" y="-1965"/>
                              <a:pt x="6444" y="-2822"/>
                              <a:pt x="2349" y="575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84" name="Forme libre : forme 12283">
                        <a:extLst>
                          <a:ext uri="{FF2B5EF4-FFF2-40B4-BE49-F238E27FC236}">
                            <a16:creationId xmlns:a16="http://schemas.microsoft.com/office/drawing/2014/main" id="{D46E8E78-0D37-4FA9-BA75-91E701E914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56329" y="2881965"/>
                        <a:ext cx="30938" cy="28268"/>
                      </a:xfrm>
                      <a:custGeom>
                        <a:avLst/>
                        <a:gdLst>
                          <a:gd name="connsiteX0" fmla="*/ 5212 w 30938"/>
                          <a:gd name="connsiteY0" fmla="*/ 1347 h 28268"/>
                          <a:gd name="connsiteX1" fmla="*/ 831 w 30938"/>
                          <a:gd name="connsiteY1" fmla="*/ 109 h 28268"/>
                          <a:gd name="connsiteX2" fmla="*/ 831 w 30938"/>
                          <a:gd name="connsiteY2" fmla="*/ 3919 h 28268"/>
                          <a:gd name="connsiteX3" fmla="*/ 5212 w 30938"/>
                          <a:gd name="connsiteY3" fmla="*/ 9634 h 28268"/>
                          <a:gd name="connsiteX4" fmla="*/ 17786 w 30938"/>
                          <a:gd name="connsiteY4" fmla="*/ 22302 h 28268"/>
                          <a:gd name="connsiteX5" fmla="*/ 22738 w 30938"/>
                          <a:gd name="connsiteY5" fmla="*/ 26493 h 28268"/>
                          <a:gd name="connsiteX6" fmla="*/ 27215 w 30938"/>
                          <a:gd name="connsiteY6" fmla="*/ 18302 h 28268"/>
                          <a:gd name="connsiteX7" fmla="*/ 5212 w 30938"/>
                          <a:gd name="connsiteY7" fmla="*/ 1347 h 282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0938" h="28268">
                            <a:moveTo>
                              <a:pt x="5212" y="1347"/>
                            </a:moveTo>
                            <a:cubicBezTo>
                              <a:pt x="3498" y="395"/>
                              <a:pt x="2164" y="-272"/>
                              <a:pt x="831" y="109"/>
                            </a:cubicBezTo>
                            <a:cubicBezTo>
                              <a:pt x="-503" y="395"/>
                              <a:pt x="-26" y="2109"/>
                              <a:pt x="831" y="3919"/>
                            </a:cubicBezTo>
                            <a:cubicBezTo>
                              <a:pt x="1784" y="5729"/>
                              <a:pt x="3688" y="8015"/>
                              <a:pt x="5212" y="9634"/>
                            </a:cubicBezTo>
                            <a:cubicBezTo>
                              <a:pt x="9213" y="14016"/>
                              <a:pt x="13690" y="18397"/>
                              <a:pt x="17786" y="22302"/>
                            </a:cubicBezTo>
                            <a:cubicBezTo>
                              <a:pt x="19500" y="23921"/>
                              <a:pt x="21024" y="25445"/>
                              <a:pt x="22738" y="26493"/>
                            </a:cubicBezTo>
                            <a:cubicBezTo>
                              <a:pt x="29978" y="30684"/>
                              <a:pt x="34550" y="27255"/>
                              <a:pt x="27215" y="18302"/>
                            </a:cubicBezTo>
                            <a:cubicBezTo>
                              <a:pt x="21691" y="11349"/>
                              <a:pt x="12166" y="5253"/>
                              <a:pt x="5212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85" name="Forme libre : forme 12284">
                        <a:extLst>
                          <a:ext uri="{FF2B5EF4-FFF2-40B4-BE49-F238E27FC236}">
                            <a16:creationId xmlns:a16="http://schemas.microsoft.com/office/drawing/2014/main" id="{8B0BD243-A72E-41D6-9BC6-1F750487A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74591" y="2982372"/>
                        <a:ext cx="58483" cy="32592"/>
                      </a:xfrm>
                      <a:custGeom>
                        <a:avLst/>
                        <a:gdLst>
                          <a:gd name="connsiteX0" fmla="*/ 58484 w 58483"/>
                          <a:gd name="connsiteY0" fmla="*/ 32480 h 32592"/>
                          <a:gd name="connsiteX1" fmla="*/ 0 w 58483"/>
                          <a:gd name="connsiteY1" fmla="*/ 0 h 32592"/>
                          <a:gd name="connsiteX2" fmla="*/ 58484 w 58483"/>
                          <a:gd name="connsiteY2" fmla="*/ 32480 h 325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8483" h="32592">
                            <a:moveTo>
                              <a:pt x="58484" y="32480"/>
                            </a:moveTo>
                            <a:cubicBezTo>
                              <a:pt x="42101" y="34290"/>
                              <a:pt x="15716" y="13716"/>
                              <a:pt x="0" y="0"/>
                            </a:cubicBezTo>
                            <a:cubicBezTo>
                              <a:pt x="17145" y="14859"/>
                              <a:pt x="40672" y="26670"/>
                              <a:pt x="58484" y="3248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86" name="Forme libre : forme 12285">
                        <a:extLst>
                          <a:ext uri="{FF2B5EF4-FFF2-40B4-BE49-F238E27FC236}">
                            <a16:creationId xmlns:a16="http://schemas.microsoft.com/office/drawing/2014/main" id="{94675BAB-D821-4CE3-A62B-3581773A43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27537" y="2847593"/>
                        <a:ext cx="64960" cy="37338"/>
                      </a:xfrm>
                      <a:custGeom>
                        <a:avLst/>
                        <a:gdLst>
                          <a:gd name="connsiteX0" fmla="*/ 64961 w 64960"/>
                          <a:gd name="connsiteY0" fmla="*/ 37338 h 37338"/>
                          <a:gd name="connsiteX1" fmla="*/ 0 w 64960"/>
                          <a:gd name="connsiteY1" fmla="*/ 0 h 37338"/>
                          <a:gd name="connsiteX2" fmla="*/ 64961 w 64960"/>
                          <a:gd name="connsiteY2" fmla="*/ 37338 h 373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4960" h="37338">
                            <a:moveTo>
                              <a:pt x="64961" y="37338"/>
                            </a:moveTo>
                            <a:cubicBezTo>
                              <a:pt x="46577" y="15907"/>
                              <a:pt x="21050" y="4382"/>
                              <a:pt x="0" y="0"/>
                            </a:cubicBezTo>
                            <a:cubicBezTo>
                              <a:pt x="19908" y="3048"/>
                              <a:pt x="46958" y="21146"/>
                              <a:pt x="64961" y="3733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87" name="Forme libre : forme 12286">
                        <a:extLst>
                          <a:ext uri="{FF2B5EF4-FFF2-40B4-BE49-F238E27FC236}">
                            <a16:creationId xmlns:a16="http://schemas.microsoft.com/office/drawing/2014/main" id="{DE83B2F8-762C-442E-975C-F3674B6BC5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89366" y="2932842"/>
                        <a:ext cx="19405" cy="31338"/>
                      </a:xfrm>
                      <a:custGeom>
                        <a:avLst/>
                        <a:gdLst>
                          <a:gd name="connsiteX0" fmla="*/ 17991 w 19405"/>
                          <a:gd name="connsiteY0" fmla="*/ 31338 h 31338"/>
                          <a:gd name="connsiteX1" fmla="*/ 4847 w 19405"/>
                          <a:gd name="connsiteY1" fmla="*/ 14955 h 31338"/>
                          <a:gd name="connsiteX2" fmla="*/ 1704 w 19405"/>
                          <a:gd name="connsiteY2" fmla="*/ 1 h 31338"/>
                          <a:gd name="connsiteX3" fmla="*/ 14086 w 19405"/>
                          <a:gd name="connsiteY3" fmla="*/ 15526 h 31338"/>
                          <a:gd name="connsiteX4" fmla="*/ 17991 w 19405"/>
                          <a:gd name="connsiteY4" fmla="*/ 31338 h 313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405" h="31338">
                            <a:moveTo>
                              <a:pt x="17991" y="31338"/>
                            </a:moveTo>
                            <a:cubicBezTo>
                              <a:pt x="13800" y="31433"/>
                              <a:pt x="6942" y="18765"/>
                              <a:pt x="4847" y="14955"/>
                            </a:cubicBezTo>
                            <a:cubicBezTo>
                              <a:pt x="2751" y="11145"/>
                              <a:pt x="-2773" y="-95"/>
                              <a:pt x="1704" y="1"/>
                            </a:cubicBezTo>
                            <a:cubicBezTo>
                              <a:pt x="6180" y="96"/>
                              <a:pt x="12276" y="11907"/>
                              <a:pt x="14086" y="15526"/>
                            </a:cubicBezTo>
                            <a:cubicBezTo>
                              <a:pt x="15896" y="19241"/>
                              <a:pt x="22182" y="31243"/>
                              <a:pt x="17991" y="3133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88" name="Forme libre : forme 12287">
                        <a:extLst>
                          <a:ext uri="{FF2B5EF4-FFF2-40B4-BE49-F238E27FC236}">
                            <a16:creationId xmlns:a16="http://schemas.microsoft.com/office/drawing/2014/main" id="{B63BF07F-751F-44B3-9070-C617B019D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05268" y="2959635"/>
                        <a:ext cx="6263" cy="8796"/>
                      </a:xfrm>
                      <a:custGeom>
                        <a:avLst/>
                        <a:gdLst>
                          <a:gd name="connsiteX0" fmla="*/ 5994 w 6263"/>
                          <a:gd name="connsiteY0" fmla="*/ 8545 h 8796"/>
                          <a:gd name="connsiteX1" fmla="*/ 1994 w 6263"/>
                          <a:gd name="connsiteY1" fmla="*/ 5688 h 8796"/>
                          <a:gd name="connsiteX2" fmla="*/ 279 w 6263"/>
                          <a:gd name="connsiteY2" fmla="*/ 259 h 8796"/>
                          <a:gd name="connsiteX3" fmla="*/ 4184 w 6263"/>
                          <a:gd name="connsiteY3" fmla="*/ 3021 h 8796"/>
                          <a:gd name="connsiteX4" fmla="*/ 5994 w 6263"/>
                          <a:gd name="connsiteY4" fmla="*/ 8545 h 87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63" h="8796">
                            <a:moveTo>
                              <a:pt x="5994" y="8545"/>
                            </a:moveTo>
                            <a:cubicBezTo>
                              <a:pt x="5041" y="9593"/>
                              <a:pt x="2946" y="7117"/>
                              <a:pt x="1994" y="5688"/>
                            </a:cubicBezTo>
                            <a:cubicBezTo>
                              <a:pt x="1041" y="4259"/>
                              <a:pt x="-673" y="1306"/>
                              <a:pt x="279" y="259"/>
                            </a:cubicBezTo>
                            <a:cubicBezTo>
                              <a:pt x="1232" y="-789"/>
                              <a:pt x="3232" y="1592"/>
                              <a:pt x="4184" y="3021"/>
                            </a:cubicBezTo>
                            <a:cubicBezTo>
                              <a:pt x="5137" y="4450"/>
                              <a:pt x="6947" y="7498"/>
                              <a:pt x="5994" y="854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89" name="Forme libre : forme 12288">
                        <a:extLst>
                          <a:ext uri="{FF2B5EF4-FFF2-40B4-BE49-F238E27FC236}">
                            <a16:creationId xmlns:a16="http://schemas.microsoft.com/office/drawing/2014/main" id="{9A5AA3F6-12F7-48BC-9067-8089F3DF45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05799" y="2920708"/>
                        <a:ext cx="32910" cy="87054"/>
                      </a:xfrm>
                      <a:custGeom>
                        <a:avLst/>
                        <a:gdLst>
                          <a:gd name="connsiteX0" fmla="*/ 31181 w 32910"/>
                          <a:gd name="connsiteY0" fmla="*/ 59282 h 87054"/>
                          <a:gd name="connsiteX1" fmla="*/ 31752 w 32910"/>
                          <a:gd name="connsiteY1" fmla="*/ 85191 h 87054"/>
                          <a:gd name="connsiteX2" fmla="*/ 23465 w 32910"/>
                          <a:gd name="connsiteY2" fmla="*/ 83667 h 87054"/>
                          <a:gd name="connsiteX3" fmla="*/ 20036 w 32910"/>
                          <a:gd name="connsiteY3" fmla="*/ 73094 h 87054"/>
                          <a:gd name="connsiteX4" fmla="*/ 12892 w 32910"/>
                          <a:gd name="connsiteY4" fmla="*/ 40137 h 87054"/>
                          <a:gd name="connsiteX5" fmla="*/ 3558 w 32910"/>
                          <a:gd name="connsiteY5" fmla="*/ 17087 h 87054"/>
                          <a:gd name="connsiteX6" fmla="*/ 3082 w 32910"/>
                          <a:gd name="connsiteY6" fmla="*/ 37 h 87054"/>
                          <a:gd name="connsiteX7" fmla="*/ 18989 w 32910"/>
                          <a:gd name="connsiteY7" fmla="*/ 15563 h 87054"/>
                          <a:gd name="connsiteX8" fmla="*/ 28799 w 32910"/>
                          <a:gd name="connsiteY8" fmla="*/ 36708 h 87054"/>
                          <a:gd name="connsiteX9" fmla="*/ 31181 w 32910"/>
                          <a:gd name="connsiteY9" fmla="*/ 59282 h 870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2910" h="87054">
                            <a:moveTo>
                              <a:pt x="31181" y="59282"/>
                            </a:moveTo>
                            <a:cubicBezTo>
                              <a:pt x="32609" y="69570"/>
                              <a:pt x="33943" y="76809"/>
                              <a:pt x="31752" y="85191"/>
                            </a:cubicBezTo>
                            <a:cubicBezTo>
                              <a:pt x="30895" y="88334"/>
                              <a:pt x="26323" y="87286"/>
                              <a:pt x="23465" y="83667"/>
                            </a:cubicBezTo>
                            <a:cubicBezTo>
                              <a:pt x="20608" y="80047"/>
                              <a:pt x="20322" y="76618"/>
                              <a:pt x="20036" y="73094"/>
                            </a:cubicBezTo>
                            <a:cubicBezTo>
                              <a:pt x="18989" y="62140"/>
                              <a:pt x="16131" y="51758"/>
                              <a:pt x="12892" y="40137"/>
                            </a:cubicBezTo>
                            <a:cubicBezTo>
                              <a:pt x="11845" y="36518"/>
                              <a:pt x="7082" y="26326"/>
                              <a:pt x="3558" y="17087"/>
                            </a:cubicBezTo>
                            <a:cubicBezTo>
                              <a:pt x="34" y="7752"/>
                              <a:pt x="-2062" y="-630"/>
                              <a:pt x="3082" y="37"/>
                            </a:cubicBezTo>
                            <a:cubicBezTo>
                              <a:pt x="8130" y="609"/>
                              <a:pt x="14226" y="7848"/>
                              <a:pt x="18989" y="15563"/>
                            </a:cubicBezTo>
                            <a:cubicBezTo>
                              <a:pt x="23656" y="23278"/>
                              <a:pt x="27466" y="31946"/>
                              <a:pt x="28799" y="36708"/>
                            </a:cubicBezTo>
                            <a:cubicBezTo>
                              <a:pt x="31561" y="46043"/>
                              <a:pt x="30038" y="51567"/>
                              <a:pt x="31181" y="5928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97" name="Graphique 1">
                      <a:extLst>
                        <a:ext uri="{FF2B5EF4-FFF2-40B4-BE49-F238E27FC236}">
                          <a16:creationId xmlns:a16="http://schemas.microsoft.com/office/drawing/2014/main" id="{EE1EFE10-5D3B-4AB1-AC93-CB0FE206B8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34946" y="3012456"/>
                      <a:ext cx="153580" cy="158873"/>
                      <a:chOff x="3234946" y="3012456"/>
                      <a:chExt cx="153580" cy="158873"/>
                    </a:xfrm>
                    <a:solidFill>
                      <a:schemeClr val="accent1"/>
                    </a:solidFill>
                  </p:grpSpPr>
                  <p:sp>
                    <p:nvSpPr>
                      <p:cNvPr id="12266" name="Forme libre : forme 12265">
                        <a:extLst>
                          <a:ext uri="{FF2B5EF4-FFF2-40B4-BE49-F238E27FC236}">
                            <a16:creationId xmlns:a16="http://schemas.microsoft.com/office/drawing/2014/main" id="{656AA300-2B61-4624-BBB4-EA6CE02235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34946" y="3012456"/>
                        <a:ext cx="153580" cy="158873"/>
                      </a:xfrm>
                      <a:custGeom>
                        <a:avLst/>
                        <a:gdLst>
                          <a:gd name="connsiteX0" fmla="*/ 72900 w 153580"/>
                          <a:gd name="connsiteY0" fmla="*/ 137080 h 158873"/>
                          <a:gd name="connsiteX1" fmla="*/ 20703 w 153580"/>
                          <a:gd name="connsiteY1" fmla="*/ 83359 h 158873"/>
                          <a:gd name="connsiteX2" fmla="*/ 1082 w 153580"/>
                          <a:gd name="connsiteY2" fmla="*/ 12303 h 158873"/>
                          <a:gd name="connsiteX3" fmla="*/ 18989 w 153580"/>
                          <a:gd name="connsiteY3" fmla="*/ 397 h 158873"/>
                          <a:gd name="connsiteX4" fmla="*/ 79091 w 153580"/>
                          <a:gd name="connsiteY4" fmla="*/ 35639 h 158873"/>
                          <a:gd name="connsiteX5" fmla="*/ 121287 w 153580"/>
                          <a:gd name="connsiteY5" fmla="*/ 79359 h 158873"/>
                          <a:gd name="connsiteX6" fmla="*/ 142433 w 153580"/>
                          <a:gd name="connsiteY6" fmla="*/ 107458 h 158873"/>
                          <a:gd name="connsiteX7" fmla="*/ 148148 w 153580"/>
                          <a:gd name="connsiteY7" fmla="*/ 121840 h 158873"/>
                          <a:gd name="connsiteX8" fmla="*/ 152910 w 153580"/>
                          <a:gd name="connsiteY8" fmla="*/ 136890 h 158873"/>
                          <a:gd name="connsiteX9" fmla="*/ 144909 w 153580"/>
                          <a:gd name="connsiteY9" fmla="*/ 156512 h 158873"/>
                          <a:gd name="connsiteX10" fmla="*/ 111095 w 153580"/>
                          <a:gd name="connsiteY10" fmla="*/ 156892 h 158873"/>
                          <a:gd name="connsiteX11" fmla="*/ 92522 w 153580"/>
                          <a:gd name="connsiteY11" fmla="*/ 150034 h 158873"/>
                          <a:gd name="connsiteX12" fmla="*/ 72900 w 153580"/>
                          <a:gd name="connsiteY12" fmla="*/ 137080 h 1588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53580" h="158873">
                            <a:moveTo>
                              <a:pt x="72900" y="137080"/>
                            </a:moveTo>
                            <a:cubicBezTo>
                              <a:pt x="58803" y="125841"/>
                              <a:pt x="31276" y="98123"/>
                              <a:pt x="20703" y="83359"/>
                            </a:cubicBezTo>
                            <a:cubicBezTo>
                              <a:pt x="-157" y="56118"/>
                              <a:pt x="-1776" y="35354"/>
                              <a:pt x="1082" y="12303"/>
                            </a:cubicBezTo>
                            <a:cubicBezTo>
                              <a:pt x="2129" y="4207"/>
                              <a:pt x="11464" y="-1604"/>
                              <a:pt x="18989" y="397"/>
                            </a:cubicBezTo>
                            <a:cubicBezTo>
                              <a:pt x="41277" y="5826"/>
                              <a:pt x="59184" y="14970"/>
                              <a:pt x="79091" y="35639"/>
                            </a:cubicBezTo>
                            <a:cubicBezTo>
                              <a:pt x="89474" y="47069"/>
                              <a:pt x="110524" y="68596"/>
                              <a:pt x="121287" y="79359"/>
                            </a:cubicBezTo>
                            <a:cubicBezTo>
                              <a:pt x="131479" y="89074"/>
                              <a:pt x="137670" y="98504"/>
                              <a:pt x="142433" y="107458"/>
                            </a:cubicBezTo>
                            <a:cubicBezTo>
                              <a:pt x="144718" y="112030"/>
                              <a:pt x="146528" y="116983"/>
                              <a:pt x="148148" y="121840"/>
                            </a:cubicBezTo>
                            <a:cubicBezTo>
                              <a:pt x="149862" y="126508"/>
                              <a:pt x="151386" y="131556"/>
                              <a:pt x="152910" y="136890"/>
                            </a:cubicBezTo>
                            <a:cubicBezTo>
                              <a:pt x="155006" y="144224"/>
                              <a:pt x="152148" y="154606"/>
                              <a:pt x="144909" y="156512"/>
                            </a:cubicBezTo>
                            <a:cubicBezTo>
                              <a:pt x="134432" y="159083"/>
                              <a:pt x="122716" y="160036"/>
                              <a:pt x="111095" y="156892"/>
                            </a:cubicBezTo>
                            <a:cubicBezTo>
                              <a:pt x="105190" y="155368"/>
                              <a:pt x="98808" y="153273"/>
                              <a:pt x="92522" y="150034"/>
                            </a:cubicBezTo>
                            <a:cubicBezTo>
                              <a:pt x="86235" y="146415"/>
                              <a:pt x="79758" y="142224"/>
                              <a:pt x="72900" y="13708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67" name="Forme libre : forme 12266">
                        <a:extLst>
                          <a:ext uri="{FF2B5EF4-FFF2-40B4-BE49-F238E27FC236}">
                            <a16:creationId xmlns:a16="http://schemas.microsoft.com/office/drawing/2014/main" id="{42F7478B-E915-42F2-9BCB-29F50A301E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35129" y="3016186"/>
                        <a:ext cx="145106" cy="154679"/>
                      </a:xfrm>
                      <a:custGeom>
                        <a:avLst/>
                        <a:gdLst>
                          <a:gd name="connsiteX0" fmla="*/ 48237 w 145106"/>
                          <a:gd name="connsiteY0" fmla="*/ 70295 h 154679"/>
                          <a:gd name="connsiteX1" fmla="*/ 5851 w 145106"/>
                          <a:gd name="connsiteY1" fmla="*/ 0 h 154679"/>
                          <a:gd name="connsiteX2" fmla="*/ 993 w 145106"/>
                          <a:gd name="connsiteY2" fmla="*/ 8382 h 154679"/>
                          <a:gd name="connsiteX3" fmla="*/ 41 w 145106"/>
                          <a:gd name="connsiteY3" fmla="*/ 20193 h 154679"/>
                          <a:gd name="connsiteX4" fmla="*/ 5946 w 145106"/>
                          <a:gd name="connsiteY4" fmla="*/ 54578 h 154679"/>
                          <a:gd name="connsiteX5" fmla="*/ 20615 w 145106"/>
                          <a:gd name="connsiteY5" fmla="*/ 79438 h 154679"/>
                          <a:gd name="connsiteX6" fmla="*/ 28139 w 145106"/>
                          <a:gd name="connsiteY6" fmla="*/ 88773 h 154679"/>
                          <a:gd name="connsiteX7" fmla="*/ 68525 w 145106"/>
                          <a:gd name="connsiteY7" fmla="*/ 129635 h 154679"/>
                          <a:gd name="connsiteX8" fmla="*/ 72812 w 145106"/>
                          <a:gd name="connsiteY8" fmla="*/ 133255 h 154679"/>
                          <a:gd name="connsiteX9" fmla="*/ 100244 w 145106"/>
                          <a:gd name="connsiteY9" fmla="*/ 149447 h 154679"/>
                          <a:gd name="connsiteX10" fmla="*/ 134438 w 145106"/>
                          <a:gd name="connsiteY10" fmla="*/ 154305 h 154679"/>
                          <a:gd name="connsiteX11" fmla="*/ 144725 w 145106"/>
                          <a:gd name="connsiteY11" fmla="*/ 152495 h 154679"/>
                          <a:gd name="connsiteX12" fmla="*/ 145106 w 145106"/>
                          <a:gd name="connsiteY12" fmla="*/ 152305 h 154679"/>
                          <a:gd name="connsiteX13" fmla="*/ 48237 w 145106"/>
                          <a:gd name="connsiteY13" fmla="*/ 70295 h 1546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45106" h="154679">
                            <a:moveTo>
                              <a:pt x="48237" y="70295"/>
                            </a:moveTo>
                            <a:cubicBezTo>
                              <a:pt x="27758" y="50006"/>
                              <a:pt x="9661" y="24384"/>
                              <a:pt x="5851" y="0"/>
                            </a:cubicBezTo>
                            <a:cubicBezTo>
                              <a:pt x="3374" y="2191"/>
                              <a:pt x="1469" y="5048"/>
                              <a:pt x="993" y="8382"/>
                            </a:cubicBezTo>
                            <a:cubicBezTo>
                              <a:pt x="422" y="12382"/>
                              <a:pt x="136" y="16288"/>
                              <a:pt x="41" y="20193"/>
                            </a:cubicBezTo>
                            <a:cubicBezTo>
                              <a:pt x="-245" y="31337"/>
                              <a:pt x="898" y="42577"/>
                              <a:pt x="5946" y="54578"/>
                            </a:cubicBezTo>
                            <a:cubicBezTo>
                              <a:pt x="9280" y="62389"/>
                              <a:pt x="13661" y="70675"/>
                              <a:pt x="20615" y="79438"/>
                            </a:cubicBezTo>
                            <a:cubicBezTo>
                              <a:pt x="22710" y="82105"/>
                              <a:pt x="25282" y="85249"/>
                              <a:pt x="28139" y="88773"/>
                            </a:cubicBezTo>
                            <a:cubicBezTo>
                              <a:pt x="39379" y="102203"/>
                              <a:pt x="56619" y="119444"/>
                              <a:pt x="68525" y="129635"/>
                            </a:cubicBezTo>
                            <a:cubicBezTo>
                              <a:pt x="70049" y="130969"/>
                              <a:pt x="71383" y="132207"/>
                              <a:pt x="72812" y="133255"/>
                            </a:cubicBezTo>
                            <a:cubicBezTo>
                              <a:pt x="82622" y="140494"/>
                              <a:pt x="91195" y="146113"/>
                              <a:pt x="100244" y="149447"/>
                            </a:cubicBezTo>
                            <a:cubicBezTo>
                              <a:pt x="112436" y="154019"/>
                              <a:pt x="123485" y="155448"/>
                              <a:pt x="134438" y="154305"/>
                            </a:cubicBezTo>
                            <a:cubicBezTo>
                              <a:pt x="137962" y="153924"/>
                              <a:pt x="141392" y="153257"/>
                              <a:pt x="144725" y="152495"/>
                            </a:cubicBezTo>
                            <a:lnTo>
                              <a:pt x="145106" y="152305"/>
                            </a:lnTo>
                            <a:cubicBezTo>
                              <a:pt x="108340" y="130207"/>
                              <a:pt x="77003" y="99631"/>
                              <a:pt x="48237" y="7029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68" name="Forme libre : forme 12267">
                        <a:extLst>
                          <a:ext uri="{FF2B5EF4-FFF2-40B4-BE49-F238E27FC236}">
                            <a16:creationId xmlns:a16="http://schemas.microsoft.com/office/drawing/2014/main" id="{A5029B7A-05A2-4124-8667-6ED7352DE8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83036" y="3071944"/>
                        <a:ext cx="71131" cy="70812"/>
                      </a:xfrm>
                      <a:custGeom>
                        <a:avLst/>
                        <a:gdLst>
                          <a:gd name="connsiteX0" fmla="*/ 70434 w 71131"/>
                          <a:gd name="connsiteY0" fmla="*/ 68829 h 70812"/>
                          <a:gd name="connsiteX1" fmla="*/ 24048 w 71131"/>
                          <a:gd name="connsiteY1" fmla="*/ 44730 h 70812"/>
                          <a:gd name="connsiteX2" fmla="*/ 6140 w 71131"/>
                          <a:gd name="connsiteY2" fmla="*/ 22537 h 70812"/>
                          <a:gd name="connsiteX3" fmla="*/ 1854 w 71131"/>
                          <a:gd name="connsiteY3" fmla="*/ 1392 h 70812"/>
                          <a:gd name="connsiteX4" fmla="*/ 21381 w 71131"/>
                          <a:gd name="connsiteY4" fmla="*/ 8345 h 70812"/>
                          <a:gd name="connsiteX5" fmla="*/ 41193 w 71131"/>
                          <a:gd name="connsiteY5" fmla="*/ 26823 h 70812"/>
                          <a:gd name="connsiteX6" fmla="*/ 70434 w 71131"/>
                          <a:gd name="connsiteY6" fmla="*/ 68829 h 708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131" h="70812">
                            <a:moveTo>
                              <a:pt x="70434" y="68829"/>
                            </a:moveTo>
                            <a:cubicBezTo>
                              <a:pt x="64338" y="77782"/>
                              <a:pt x="33191" y="54065"/>
                              <a:pt x="24048" y="44730"/>
                            </a:cubicBezTo>
                            <a:cubicBezTo>
                              <a:pt x="19190" y="40349"/>
                              <a:pt x="11760" y="31205"/>
                              <a:pt x="6140" y="22537"/>
                            </a:cubicBezTo>
                            <a:cubicBezTo>
                              <a:pt x="806" y="13774"/>
                              <a:pt x="-2146" y="5011"/>
                              <a:pt x="1854" y="1392"/>
                            </a:cubicBezTo>
                            <a:cubicBezTo>
                              <a:pt x="5950" y="-2418"/>
                              <a:pt x="13570" y="2154"/>
                              <a:pt x="21381" y="8345"/>
                            </a:cubicBezTo>
                            <a:cubicBezTo>
                              <a:pt x="29381" y="14441"/>
                              <a:pt x="37002" y="22728"/>
                              <a:pt x="41193" y="26823"/>
                            </a:cubicBezTo>
                            <a:cubicBezTo>
                              <a:pt x="49003" y="35491"/>
                              <a:pt x="75768" y="60923"/>
                              <a:pt x="70434" y="6882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69" name="Forme libre : forme 12268">
                        <a:extLst>
                          <a:ext uri="{FF2B5EF4-FFF2-40B4-BE49-F238E27FC236}">
                            <a16:creationId xmlns:a16="http://schemas.microsoft.com/office/drawing/2014/main" id="{8F427C71-60EA-4BC6-99B2-6F3603512D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83355" y="3071159"/>
                        <a:ext cx="40492" cy="59136"/>
                      </a:xfrm>
                      <a:custGeom>
                        <a:avLst/>
                        <a:gdLst>
                          <a:gd name="connsiteX0" fmla="*/ 22300 w 40492"/>
                          <a:gd name="connsiteY0" fmla="*/ 10464 h 59136"/>
                          <a:gd name="connsiteX1" fmla="*/ 1249 w 40492"/>
                          <a:gd name="connsiteY1" fmla="*/ 1796 h 59136"/>
                          <a:gd name="connsiteX2" fmla="*/ 5917 w 40492"/>
                          <a:gd name="connsiteY2" fmla="*/ 23323 h 59136"/>
                          <a:gd name="connsiteX3" fmla="*/ 24109 w 40492"/>
                          <a:gd name="connsiteY3" fmla="*/ 45897 h 59136"/>
                          <a:gd name="connsiteX4" fmla="*/ 40492 w 40492"/>
                          <a:gd name="connsiteY4" fmla="*/ 59137 h 59136"/>
                          <a:gd name="connsiteX5" fmla="*/ 32777 w 40492"/>
                          <a:gd name="connsiteY5" fmla="*/ 50850 h 59136"/>
                          <a:gd name="connsiteX6" fmla="*/ 22300 w 40492"/>
                          <a:gd name="connsiteY6" fmla="*/ 10464 h 59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0492" h="59136">
                            <a:moveTo>
                              <a:pt x="22300" y="10464"/>
                            </a:moveTo>
                            <a:cubicBezTo>
                              <a:pt x="16680" y="7511"/>
                              <a:pt x="5059" y="-4490"/>
                              <a:pt x="1249" y="1796"/>
                            </a:cubicBezTo>
                            <a:cubicBezTo>
                              <a:pt x="-1703" y="6749"/>
                              <a:pt x="868" y="14941"/>
                              <a:pt x="5917" y="23323"/>
                            </a:cubicBezTo>
                            <a:cubicBezTo>
                              <a:pt x="11155" y="31514"/>
                              <a:pt x="18109" y="40277"/>
                              <a:pt x="24109" y="45897"/>
                            </a:cubicBezTo>
                            <a:cubicBezTo>
                              <a:pt x="27538" y="49231"/>
                              <a:pt x="35920" y="56089"/>
                              <a:pt x="40492" y="59137"/>
                            </a:cubicBezTo>
                            <a:cubicBezTo>
                              <a:pt x="38302" y="56946"/>
                              <a:pt x="34492" y="53327"/>
                              <a:pt x="32777" y="50850"/>
                            </a:cubicBezTo>
                            <a:cubicBezTo>
                              <a:pt x="22871" y="37229"/>
                              <a:pt x="14108" y="19132"/>
                              <a:pt x="22300" y="1046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70" name="Forme libre : forme 12269">
                        <a:extLst>
                          <a:ext uri="{FF2B5EF4-FFF2-40B4-BE49-F238E27FC236}">
                            <a16:creationId xmlns:a16="http://schemas.microsoft.com/office/drawing/2014/main" id="{11328BCA-0FA8-444A-BF5C-BA9687BCB8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84217" y="3077406"/>
                        <a:ext cx="73170" cy="69901"/>
                      </a:xfrm>
                      <a:custGeom>
                        <a:avLst/>
                        <a:gdLst>
                          <a:gd name="connsiteX0" fmla="*/ 71921 w 73170"/>
                          <a:gd name="connsiteY0" fmla="*/ 68510 h 69901"/>
                          <a:gd name="connsiteX1" fmla="*/ 24105 w 73170"/>
                          <a:gd name="connsiteY1" fmla="*/ 44603 h 69901"/>
                          <a:gd name="connsiteX2" fmla="*/ 1817 w 73170"/>
                          <a:gd name="connsiteY2" fmla="*/ 1550 h 69901"/>
                          <a:gd name="connsiteX3" fmla="*/ 41345 w 73170"/>
                          <a:gd name="connsiteY3" fmla="*/ 26696 h 69901"/>
                          <a:gd name="connsiteX4" fmla="*/ 71921 w 73170"/>
                          <a:gd name="connsiteY4" fmla="*/ 68510 h 699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3170" h="69901">
                            <a:moveTo>
                              <a:pt x="71921" y="68510"/>
                            </a:moveTo>
                            <a:cubicBezTo>
                              <a:pt x="63253" y="75464"/>
                              <a:pt x="34202" y="54604"/>
                              <a:pt x="24105" y="44603"/>
                            </a:cubicBezTo>
                            <a:cubicBezTo>
                              <a:pt x="13247" y="35268"/>
                              <a:pt x="-5994" y="9836"/>
                              <a:pt x="1817" y="1550"/>
                            </a:cubicBezTo>
                            <a:cubicBezTo>
                              <a:pt x="9342" y="-6547"/>
                              <a:pt x="33345" y="19361"/>
                              <a:pt x="41345" y="26696"/>
                            </a:cubicBezTo>
                            <a:cubicBezTo>
                              <a:pt x="48680" y="34887"/>
                              <a:pt x="79731" y="62415"/>
                              <a:pt x="71921" y="6851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71" name="Forme libre : forme 12270">
                        <a:extLst>
                          <a:ext uri="{FF2B5EF4-FFF2-40B4-BE49-F238E27FC236}">
                            <a16:creationId xmlns:a16="http://schemas.microsoft.com/office/drawing/2014/main" id="{6B4BCDEA-4B5F-45F5-A382-F7725E9C52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53119" y="3034045"/>
                        <a:ext cx="75095" cy="105862"/>
                      </a:xfrm>
                      <a:custGeom>
                        <a:avLst/>
                        <a:gdLst>
                          <a:gd name="connsiteX0" fmla="*/ 3006 w 75095"/>
                          <a:gd name="connsiteY0" fmla="*/ 5001 h 105862"/>
                          <a:gd name="connsiteX1" fmla="*/ 911 w 75095"/>
                          <a:gd name="connsiteY1" fmla="*/ 22146 h 105862"/>
                          <a:gd name="connsiteX2" fmla="*/ 5959 w 75095"/>
                          <a:gd name="connsiteY2" fmla="*/ 44435 h 105862"/>
                          <a:gd name="connsiteX3" fmla="*/ 17294 w 75095"/>
                          <a:gd name="connsiteY3" fmla="*/ 67390 h 105862"/>
                          <a:gd name="connsiteX4" fmla="*/ 53013 w 75095"/>
                          <a:gd name="connsiteY4" fmla="*/ 100822 h 105862"/>
                          <a:gd name="connsiteX5" fmla="*/ 74920 w 75095"/>
                          <a:gd name="connsiteY5" fmla="*/ 102061 h 105862"/>
                          <a:gd name="connsiteX6" fmla="*/ 67491 w 75095"/>
                          <a:gd name="connsiteY6" fmla="*/ 87583 h 105862"/>
                          <a:gd name="connsiteX7" fmla="*/ 48822 w 75095"/>
                          <a:gd name="connsiteY7" fmla="*/ 48626 h 105862"/>
                          <a:gd name="connsiteX8" fmla="*/ 32534 w 75095"/>
                          <a:gd name="connsiteY8" fmla="*/ 9478 h 105862"/>
                          <a:gd name="connsiteX9" fmla="*/ 3006 w 75095"/>
                          <a:gd name="connsiteY9" fmla="*/ 5001 h 1058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5095" h="105862">
                            <a:moveTo>
                              <a:pt x="3006" y="5001"/>
                            </a:moveTo>
                            <a:cubicBezTo>
                              <a:pt x="-422" y="10811"/>
                              <a:pt x="-613" y="14050"/>
                              <a:pt x="911" y="22146"/>
                            </a:cubicBezTo>
                            <a:cubicBezTo>
                              <a:pt x="2340" y="29956"/>
                              <a:pt x="3673" y="37100"/>
                              <a:pt x="5959" y="44435"/>
                            </a:cubicBezTo>
                            <a:cubicBezTo>
                              <a:pt x="8436" y="51673"/>
                              <a:pt x="11865" y="59103"/>
                              <a:pt x="17294" y="67390"/>
                            </a:cubicBezTo>
                            <a:cubicBezTo>
                              <a:pt x="26628" y="81106"/>
                              <a:pt x="40345" y="94060"/>
                              <a:pt x="53013" y="100822"/>
                            </a:cubicBezTo>
                            <a:cubicBezTo>
                              <a:pt x="62157" y="106061"/>
                              <a:pt x="73015" y="108347"/>
                              <a:pt x="74920" y="102061"/>
                            </a:cubicBezTo>
                            <a:cubicBezTo>
                              <a:pt x="76159" y="98251"/>
                              <a:pt x="70539" y="93012"/>
                              <a:pt x="67491" y="87583"/>
                            </a:cubicBezTo>
                            <a:cubicBezTo>
                              <a:pt x="59776" y="75105"/>
                              <a:pt x="52822" y="63008"/>
                              <a:pt x="48822" y="48626"/>
                            </a:cubicBezTo>
                            <a:cubicBezTo>
                              <a:pt x="45583" y="36148"/>
                              <a:pt x="44345" y="21574"/>
                              <a:pt x="32534" y="9478"/>
                            </a:cubicBezTo>
                            <a:cubicBezTo>
                              <a:pt x="21771" y="-1190"/>
                              <a:pt x="7864" y="-3095"/>
                              <a:pt x="3006" y="500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72" name="Forme libre : forme 12271">
                        <a:extLst>
                          <a:ext uri="{FF2B5EF4-FFF2-40B4-BE49-F238E27FC236}">
                            <a16:creationId xmlns:a16="http://schemas.microsoft.com/office/drawing/2014/main" id="{76CA619D-C913-4CF5-AA50-C29ECAE66A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78398" y="3050314"/>
                        <a:ext cx="31354" cy="25988"/>
                      </a:xfrm>
                      <a:custGeom>
                        <a:avLst/>
                        <a:gdLst>
                          <a:gd name="connsiteX0" fmla="*/ 5159 w 31354"/>
                          <a:gd name="connsiteY0" fmla="*/ 1305 h 25988"/>
                          <a:gd name="connsiteX1" fmla="*/ 873 w 31354"/>
                          <a:gd name="connsiteY1" fmla="*/ 67 h 25988"/>
                          <a:gd name="connsiteX2" fmla="*/ 777 w 31354"/>
                          <a:gd name="connsiteY2" fmla="*/ 3877 h 25988"/>
                          <a:gd name="connsiteX3" fmla="*/ 5159 w 31354"/>
                          <a:gd name="connsiteY3" fmla="*/ 9497 h 25988"/>
                          <a:gd name="connsiteX4" fmla="*/ 18113 w 31354"/>
                          <a:gd name="connsiteY4" fmla="*/ 21213 h 25988"/>
                          <a:gd name="connsiteX5" fmla="*/ 23352 w 31354"/>
                          <a:gd name="connsiteY5" fmla="*/ 24832 h 25988"/>
                          <a:gd name="connsiteX6" fmla="*/ 27257 w 31354"/>
                          <a:gd name="connsiteY6" fmla="*/ 16450 h 25988"/>
                          <a:gd name="connsiteX7" fmla="*/ 5159 w 31354"/>
                          <a:gd name="connsiteY7" fmla="*/ 1305 h 259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1354" h="25988">
                            <a:moveTo>
                              <a:pt x="5159" y="1305"/>
                            </a:moveTo>
                            <a:cubicBezTo>
                              <a:pt x="3444" y="448"/>
                              <a:pt x="2206" y="-219"/>
                              <a:pt x="873" y="67"/>
                            </a:cubicBezTo>
                            <a:cubicBezTo>
                              <a:pt x="-461" y="353"/>
                              <a:pt x="-80" y="2067"/>
                              <a:pt x="777" y="3877"/>
                            </a:cubicBezTo>
                            <a:cubicBezTo>
                              <a:pt x="1730" y="5687"/>
                              <a:pt x="3635" y="7878"/>
                              <a:pt x="5159" y="9497"/>
                            </a:cubicBezTo>
                            <a:cubicBezTo>
                              <a:pt x="9254" y="13593"/>
                              <a:pt x="13731" y="17783"/>
                              <a:pt x="18113" y="21213"/>
                            </a:cubicBezTo>
                            <a:cubicBezTo>
                              <a:pt x="19923" y="22641"/>
                              <a:pt x="21542" y="24070"/>
                              <a:pt x="23352" y="24832"/>
                            </a:cubicBezTo>
                            <a:cubicBezTo>
                              <a:pt x="30876" y="28071"/>
                              <a:pt x="34877" y="24261"/>
                              <a:pt x="27257" y="16450"/>
                            </a:cubicBezTo>
                            <a:cubicBezTo>
                              <a:pt x="21351" y="10259"/>
                              <a:pt x="12017" y="5020"/>
                              <a:pt x="5159" y="130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73" name="Forme libre : forme 12272">
                        <a:extLst>
                          <a:ext uri="{FF2B5EF4-FFF2-40B4-BE49-F238E27FC236}">
                            <a16:creationId xmlns:a16="http://schemas.microsoft.com/office/drawing/2014/main" id="{183326C5-DD62-4369-B16B-F66606E8BE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10894" y="3149917"/>
                        <a:ext cx="67818" cy="17595"/>
                      </a:xfrm>
                      <a:custGeom>
                        <a:avLst/>
                        <a:gdLst>
                          <a:gd name="connsiteX0" fmla="*/ 67818 w 67818"/>
                          <a:gd name="connsiteY0" fmla="*/ 14859 h 17595"/>
                          <a:gd name="connsiteX1" fmla="*/ 0 w 67818"/>
                          <a:gd name="connsiteY1" fmla="*/ 0 h 17595"/>
                          <a:gd name="connsiteX2" fmla="*/ 34862 w 67818"/>
                          <a:gd name="connsiteY2" fmla="*/ 12192 h 17595"/>
                          <a:gd name="connsiteX3" fmla="*/ 52102 w 67818"/>
                          <a:gd name="connsiteY3" fmla="*/ 14764 h 17595"/>
                          <a:gd name="connsiteX4" fmla="*/ 67818 w 67818"/>
                          <a:gd name="connsiteY4" fmla="*/ 14859 h 175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7818" h="17595">
                            <a:moveTo>
                              <a:pt x="67818" y="14859"/>
                            </a:moveTo>
                            <a:cubicBezTo>
                              <a:pt x="53150" y="23241"/>
                              <a:pt x="19526" y="10668"/>
                              <a:pt x="0" y="0"/>
                            </a:cubicBezTo>
                            <a:cubicBezTo>
                              <a:pt x="10954" y="5429"/>
                              <a:pt x="22670" y="9906"/>
                              <a:pt x="34862" y="12192"/>
                            </a:cubicBezTo>
                            <a:cubicBezTo>
                              <a:pt x="40862" y="13335"/>
                              <a:pt x="46482" y="14478"/>
                              <a:pt x="52102" y="14764"/>
                            </a:cubicBezTo>
                            <a:cubicBezTo>
                              <a:pt x="57817" y="15145"/>
                              <a:pt x="63151" y="15145"/>
                              <a:pt x="67818" y="1485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74" name="Forme libre : forme 12273">
                        <a:extLst>
                          <a:ext uri="{FF2B5EF4-FFF2-40B4-BE49-F238E27FC236}">
                            <a16:creationId xmlns:a16="http://schemas.microsoft.com/office/drawing/2014/main" id="{39B0D72B-4A86-41AC-9CA8-7943BA8E7B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53268" y="3014852"/>
                        <a:ext cx="60483" cy="36290"/>
                      </a:xfrm>
                      <a:custGeom>
                        <a:avLst/>
                        <a:gdLst>
                          <a:gd name="connsiteX0" fmla="*/ 60484 w 60483"/>
                          <a:gd name="connsiteY0" fmla="*/ 36290 h 36290"/>
                          <a:gd name="connsiteX1" fmla="*/ 0 w 60483"/>
                          <a:gd name="connsiteY1" fmla="*/ 0 h 36290"/>
                          <a:gd name="connsiteX2" fmla="*/ 60484 w 60483"/>
                          <a:gd name="connsiteY2" fmla="*/ 36290 h 362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0483" h="36290">
                            <a:moveTo>
                              <a:pt x="60484" y="36290"/>
                            </a:moveTo>
                            <a:cubicBezTo>
                              <a:pt x="42577" y="18383"/>
                              <a:pt x="20098" y="6953"/>
                              <a:pt x="0" y="0"/>
                            </a:cubicBezTo>
                            <a:cubicBezTo>
                              <a:pt x="19050" y="5620"/>
                              <a:pt x="42672" y="23432"/>
                              <a:pt x="60484" y="3629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75" name="Forme libre : forme 12274">
                        <a:extLst>
                          <a:ext uri="{FF2B5EF4-FFF2-40B4-BE49-F238E27FC236}">
                            <a16:creationId xmlns:a16="http://schemas.microsoft.com/office/drawing/2014/main" id="{8F23B6AE-FF50-4C5D-9E02-7110B8D270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14777" y="3097411"/>
                        <a:ext cx="24659" cy="27091"/>
                      </a:xfrm>
                      <a:custGeom>
                        <a:avLst/>
                        <a:gdLst>
                          <a:gd name="connsiteX0" fmla="*/ 23644 w 24659"/>
                          <a:gd name="connsiteY0" fmla="*/ 26979 h 27091"/>
                          <a:gd name="connsiteX1" fmla="*/ 7261 w 24659"/>
                          <a:gd name="connsiteY1" fmla="*/ 14025 h 27091"/>
                          <a:gd name="connsiteX2" fmla="*/ 1451 w 24659"/>
                          <a:gd name="connsiteY2" fmla="*/ 24 h 27091"/>
                          <a:gd name="connsiteX3" fmla="*/ 16310 w 24659"/>
                          <a:gd name="connsiteY3" fmla="*/ 12597 h 27091"/>
                          <a:gd name="connsiteX4" fmla="*/ 23644 w 24659"/>
                          <a:gd name="connsiteY4" fmla="*/ 26979 h 270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659" h="27091">
                            <a:moveTo>
                              <a:pt x="23644" y="26979"/>
                            </a:moveTo>
                            <a:cubicBezTo>
                              <a:pt x="19358" y="28313"/>
                              <a:pt x="10024" y="17359"/>
                              <a:pt x="7261" y="14025"/>
                            </a:cubicBezTo>
                            <a:cubicBezTo>
                              <a:pt x="4309" y="10692"/>
                              <a:pt x="-3121" y="786"/>
                              <a:pt x="1451" y="24"/>
                            </a:cubicBezTo>
                            <a:cubicBezTo>
                              <a:pt x="5737" y="-548"/>
                              <a:pt x="13834" y="9358"/>
                              <a:pt x="16310" y="12597"/>
                            </a:cubicBezTo>
                            <a:cubicBezTo>
                              <a:pt x="18691" y="15835"/>
                              <a:pt x="27645" y="25836"/>
                              <a:pt x="23644" y="2697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76" name="Forme libre : forme 12275">
                        <a:extLst>
                          <a:ext uri="{FF2B5EF4-FFF2-40B4-BE49-F238E27FC236}">
                            <a16:creationId xmlns:a16="http://schemas.microsoft.com/office/drawing/2014/main" id="{FED527CA-EAD8-46B8-9F04-6585DE5070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35543" y="3120258"/>
                        <a:ext cx="7819" cy="7350"/>
                      </a:xfrm>
                      <a:custGeom>
                        <a:avLst/>
                        <a:gdLst>
                          <a:gd name="connsiteX0" fmla="*/ 7736 w 7819"/>
                          <a:gd name="connsiteY0" fmla="*/ 6894 h 7350"/>
                          <a:gd name="connsiteX1" fmla="*/ 3164 w 7819"/>
                          <a:gd name="connsiteY1" fmla="*/ 5180 h 7350"/>
                          <a:gd name="connsiteX2" fmla="*/ 115 w 7819"/>
                          <a:gd name="connsiteY2" fmla="*/ 418 h 7350"/>
                          <a:gd name="connsiteX3" fmla="*/ 4592 w 7819"/>
                          <a:gd name="connsiteY3" fmla="*/ 2037 h 7350"/>
                          <a:gd name="connsiteX4" fmla="*/ 7736 w 7819"/>
                          <a:gd name="connsiteY4" fmla="*/ 6894 h 73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19" h="7350">
                            <a:moveTo>
                              <a:pt x="7736" y="6894"/>
                            </a:moveTo>
                            <a:cubicBezTo>
                              <a:pt x="7164" y="8228"/>
                              <a:pt x="4402" y="6323"/>
                              <a:pt x="3164" y="5180"/>
                            </a:cubicBezTo>
                            <a:cubicBezTo>
                              <a:pt x="1830" y="4037"/>
                              <a:pt x="-551" y="1656"/>
                              <a:pt x="115" y="418"/>
                            </a:cubicBezTo>
                            <a:cubicBezTo>
                              <a:pt x="782" y="-821"/>
                              <a:pt x="3354" y="989"/>
                              <a:pt x="4592" y="2037"/>
                            </a:cubicBezTo>
                            <a:cubicBezTo>
                              <a:pt x="5831" y="3180"/>
                              <a:pt x="8307" y="5656"/>
                              <a:pt x="7736" y="689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77" name="Forme libre : forme 12276">
                        <a:extLst>
                          <a:ext uri="{FF2B5EF4-FFF2-40B4-BE49-F238E27FC236}">
                            <a16:creationId xmlns:a16="http://schemas.microsoft.com/office/drawing/2014/main" id="{EDEE3009-C954-4977-988E-C8BBBC39AD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29207" y="3082560"/>
                        <a:ext cx="50384" cy="75199"/>
                      </a:xfrm>
                      <a:custGeom>
                        <a:avLst/>
                        <a:gdLst>
                          <a:gd name="connsiteX0" fmla="*/ 41599 w 50384"/>
                          <a:gd name="connsiteY0" fmla="*/ 48307 h 75199"/>
                          <a:gd name="connsiteX1" fmla="*/ 47124 w 50384"/>
                          <a:gd name="connsiteY1" fmla="*/ 60594 h 75199"/>
                          <a:gd name="connsiteX2" fmla="*/ 50362 w 50384"/>
                          <a:gd name="connsiteY2" fmla="*/ 72215 h 75199"/>
                          <a:gd name="connsiteX3" fmla="*/ 42076 w 50384"/>
                          <a:gd name="connsiteY3" fmla="*/ 73834 h 75199"/>
                          <a:gd name="connsiteX4" fmla="*/ 35313 w 50384"/>
                          <a:gd name="connsiteY4" fmla="*/ 64976 h 75199"/>
                          <a:gd name="connsiteX5" fmla="*/ 27788 w 50384"/>
                          <a:gd name="connsiteY5" fmla="*/ 50498 h 75199"/>
                          <a:gd name="connsiteX6" fmla="*/ 19406 w 50384"/>
                          <a:gd name="connsiteY6" fmla="*/ 35734 h 75199"/>
                          <a:gd name="connsiteX7" fmla="*/ 13596 w 50384"/>
                          <a:gd name="connsiteY7" fmla="*/ 27828 h 75199"/>
                          <a:gd name="connsiteX8" fmla="*/ 5595 w 50384"/>
                          <a:gd name="connsiteY8" fmla="*/ 15922 h 75199"/>
                          <a:gd name="connsiteX9" fmla="*/ 2547 w 50384"/>
                          <a:gd name="connsiteY9" fmla="*/ 15 h 75199"/>
                          <a:gd name="connsiteX10" fmla="*/ 33598 w 50384"/>
                          <a:gd name="connsiteY10" fmla="*/ 28114 h 75199"/>
                          <a:gd name="connsiteX11" fmla="*/ 41599 w 50384"/>
                          <a:gd name="connsiteY11" fmla="*/ 48307 h 751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0384" h="75199">
                            <a:moveTo>
                              <a:pt x="41599" y="48307"/>
                            </a:moveTo>
                            <a:cubicBezTo>
                              <a:pt x="43695" y="52784"/>
                              <a:pt x="45600" y="56784"/>
                              <a:pt x="47124" y="60594"/>
                            </a:cubicBezTo>
                            <a:cubicBezTo>
                              <a:pt x="48743" y="64214"/>
                              <a:pt x="49791" y="67929"/>
                              <a:pt x="50362" y="72215"/>
                            </a:cubicBezTo>
                            <a:cubicBezTo>
                              <a:pt x="50743" y="75358"/>
                              <a:pt x="46076" y="76215"/>
                              <a:pt x="42076" y="73834"/>
                            </a:cubicBezTo>
                            <a:cubicBezTo>
                              <a:pt x="37980" y="71548"/>
                              <a:pt x="36837" y="68119"/>
                              <a:pt x="35313" y="64976"/>
                            </a:cubicBezTo>
                            <a:cubicBezTo>
                              <a:pt x="33122" y="59928"/>
                              <a:pt x="30550" y="55165"/>
                              <a:pt x="27788" y="50498"/>
                            </a:cubicBezTo>
                            <a:cubicBezTo>
                              <a:pt x="25026" y="45545"/>
                              <a:pt x="22263" y="40687"/>
                              <a:pt x="19406" y="35734"/>
                            </a:cubicBezTo>
                            <a:cubicBezTo>
                              <a:pt x="18453" y="34210"/>
                              <a:pt x="16263" y="31257"/>
                              <a:pt x="13596" y="27828"/>
                            </a:cubicBezTo>
                            <a:cubicBezTo>
                              <a:pt x="11024" y="24209"/>
                              <a:pt x="8166" y="19923"/>
                              <a:pt x="5595" y="15922"/>
                            </a:cubicBezTo>
                            <a:cubicBezTo>
                              <a:pt x="546" y="7921"/>
                              <a:pt x="-2406" y="301"/>
                              <a:pt x="2547" y="15"/>
                            </a:cubicBezTo>
                            <a:cubicBezTo>
                              <a:pt x="12453" y="-651"/>
                              <a:pt x="28645" y="20399"/>
                              <a:pt x="33598" y="28114"/>
                            </a:cubicBezTo>
                            <a:cubicBezTo>
                              <a:pt x="38265" y="36306"/>
                              <a:pt x="38361" y="41544"/>
                              <a:pt x="41599" y="4830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98" name="Graphique 1">
                      <a:extLst>
                        <a:ext uri="{FF2B5EF4-FFF2-40B4-BE49-F238E27FC236}">
                          <a16:creationId xmlns:a16="http://schemas.microsoft.com/office/drawing/2014/main" id="{C86F8B6B-27B3-478F-A09C-E09C1DE36F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84842" y="3133996"/>
                      <a:ext cx="196526" cy="91930"/>
                      <a:chOff x="3384842" y="3133996"/>
                      <a:chExt cx="196526" cy="91930"/>
                    </a:xfrm>
                    <a:solidFill>
                      <a:schemeClr val="accent1"/>
                    </a:solidFill>
                  </p:grpSpPr>
                  <p:sp>
                    <p:nvSpPr>
                      <p:cNvPr id="12254" name="Forme libre : forme 12253">
                        <a:extLst>
                          <a:ext uri="{FF2B5EF4-FFF2-40B4-BE49-F238E27FC236}">
                            <a16:creationId xmlns:a16="http://schemas.microsoft.com/office/drawing/2014/main" id="{64E65EAF-47FD-4170-9044-D7ACE0B2F3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84842" y="3133996"/>
                        <a:ext cx="196526" cy="91930"/>
                      </a:xfrm>
                      <a:custGeom>
                        <a:avLst/>
                        <a:gdLst>
                          <a:gd name="connsiteX0" fmla="*/ 150651 w 196526"/>
                          <a:gd name="connsiteY0" fmla="*/ 76214 h 91930"/>
                          <a:gd name="connsiteX1" fmla="*/ 108741 w 196526"/>
                          <a:gd name="connsiteY1" fmla="*/ 89930 h 91930"/>
                          <a:gd name="connsiteX2" fmla="*/ 83404 w 196526"/>
                          <a:gd name="connsiteY2" fmla="*/ 91930 h 91930"/>
                          <a:gd name="connsiteX3" fmla="*/ 62830 w 196526"/>
                          <a:gd name="connsiteY3" fmla="*/ 90025 h 91930"/>
                          <a:gd name="connsiteX4" fmla="*/ 19015 w 196526"/>
                          <a:gd name="connsiteY4" fmla="*/ 69451 h 91930"/>
                          <a:gd name="connsiteX5" fmla="*/ 12538 w 196526"/>
                          <a:gd name="connsiteY5" fmla="*/ 62593 h 91930"/>
                          <a:gd name="connsiteX6" fmla="*/ 7681 w 196526"/>
                          <a:gd name="connsiteY6" fmla="*/ 54878 h 91930"/>
                          <a:gd name="connsiteX7" fmla="*/ 537 w 196526"/>
                          <a:gd name="connsiteY7" fmla="*/ 38781 h 91930"/>
                          <a:gd name="connsiteX8" fmla="*/ 12062 w 196526"/>
                          <a:gd name="connsiteY8" fmla="*/ 20493 h 91930"/>
                          <a:gd name="connsiteX9" fmla="*/ 42637 w 196526"/>
                          <a:gd name="connsiteY9" fmla="*/ 15540 h 91930"/>
                          <a:gd name="connsiteX10" fmla="*/ 57401 w 196526"/>
                          <a:gd name="connsiteY10" fmla="*/ 14873 h 91930"/>
                          <a:gd name="connsiteX11" fmla="*/ 72927 w 196526"/>
                          <a:gd name="connsiteY11" fmla="*/ 15063 h 91930"/>
                          <a:gd name="connsiteX12" fmla="*/ 83309 w 196526"/>
                          <a:gd name="connsiteY12" fmla="*/ 15349 h 91930"/>
                          <a:gd name="connsiteX13" fmla="*/ 95501 w 196526"/>
                          <a:gd name="connsiteY13" fmla="*/ 14111 h 91930"/>
                          <a:gd name="connsiteX14" fmla="*/ 118266 w 196526"/>
                          <a:gd name="connsiteY14" fmla="*/ 8015 h 91930"/>
                          <a:gd name="connsiteX15" fmla="*/ 181321 w 196526"/>
                          <a:gd name="connsiteY15" fmla="*/ 1062 h 91930"/>
                          <a:gd name="connsiteX16" fmla="*/ 196466 w 196526"/>
                          <a:gd name="connsiteY16" fmla="*/ 15730 h 91930"/>
                          <a:gd name="connsiteX17" fmla="*/ 184846 w 196526"/>
                          <a:gd name="connsiteY17" fmla="*/ 47258 h 91930"/>
                          <a:gd name="connsiteX18" fmla="*/ 150651 w 196526"/>
                          <a:gd name="connsiteY18" fmla="*/ 76214 h 919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96526" h="91930">
                            <a:moveTo>
                              <a:pt x="150651" y="76214"/>
                            </a:moveTo>
                            <a:cubicBezTo>
                              <a:pt x="141602" y="80595"/>
                              <a:pt x="126362" y="86977"/>
                              <a:pt x="108741" y="89930"/>
                            </a:cubicBezTo>
                            <a:cubicBezTo>
                              <a:pt x="100073" y="90882"/>
                              <a:pt x="91310" y="91549"/>
                              <a:pt x="83404" y="91930"/>
                            </a:cubicBezTo>
                            <a:cubicBezTo>
                              <a:pt x="75499" y="91644"/>
                              <a:pt x="68355" y="90692"/>
                              <a:pt x="62830" y="90025"/>
                            </a:cubicBezTo>
                            <a:cubicBezTo>
                              <a:pt x="42161" y="86501"/>
                              <a:pt x="28350" y="78595"/>
                              <a:pt x="19015" y="69451"/>
                            </a:cubicBezTo>
                            <a:cubicBezTo>
                              <a:pt x="16634" y="67260"/>
                              <a:pt x="14443" y="64974"/>
                              <a:pt x="12538" y="62593"/>
                            </a:cubicBezTo>
                            <a:cubicBezTo>
                              <a:pt x="10729" y="60021"/>
                              <a:pt x="9109" y="57545"/>
                              <a:pt x="7681" y="54878"/>
                            </a:cubicBezTo>
                            <a:cubicBezTo>
                              <a:pt x="4823" y="49639"/>
                              <a:pt x="2442" y="44305"/>
                              <a:pt x="537" y="38781"/>
                            </a:cubicBezTo>
                            <a:cubicBezTo>
                              <a:pt x="-1940" y="30875"/>
                              <a:pt x="4537" y="22112"/>
                              <a:pt x="12062" y="20493"/>
                            </a:cubicBezTo>
                            <a:cubicBezTo>
                              <a:pt x="23111" y="17731"/>
                              <a:pt x="32731" y="16873"/>
                              <a:pt x="42637" y="15540"/>
                            </a:cubicBezTo>
                            <a:cubicBezTo>
                              <a:pt x="47495" y="14968"/>
                              <a:pt x="52353" y="15444"/>
                              <a:pt x="57401" y="14873"/>
                            </a:cubicBezTo>
                            <a:cubicBezTo>
                              <a:pt x="62354" y="14397"/>
                              <a:pt x="67498" y="15635"/>
                              <a:pt x="72927" y="15063"/>
                            </a:cubicBezTo>
                            <a:cubicBezTo>
                              <a:pt x="75784" y="14968"/>
                              <a:pt x="79404" y="15349"/>
                              <a:pt x="83309" y="15349"/>
                            </a:cubicBezTo>
                            <a:cubicBezTo>
                              <a:pt x="87119" y="14778"/>
                              <a:pt x="91310" y="14397"/>
                              <a:pt x="95501" y="14111"/>
                            </a:cubicBezTo>
                            <a:cubicBezTo>
                              <a:pt x="103597" y="12873"/>
                              <a:pt x="112170" y="10206"/>
                              <a:pt x="118266" y="8015"/>
                            </a:cubicBezTo>
                            <a:cubicBezTo>
                              <a:pt x="140840" y="-653"/>
                              <a:pt x="159128" y="-1034"/>
                              <a:pt x="181321" y="1062"/>
                            </a:cubicBezTo>
                            <a:cubicBezTo>
                              <a:pt x="188941" y="1633"/>
                              <a:pt x="197323" y="8206"/>
                              <a:pt x="196466" y="15730"/>
                            </a:cubicBezTo>
                            <a:cubicBezTo>
                              <a:pt x="195133" y="26589"/>
                              <a:pt x="191799" y="37066"/>
                              <a:pt x="184846" y="47258"/>
                            </a:cubicBezTo>
                            <a:cubicBezTo>
                              <a:pt x="177797" y="57545"/>
                              <a:pt x="167510" y="67737"/>
                              <a:pt x="150651" y="7621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55" name="Forme libre : forme 12254">
                        <a:extLst>
                          <a:ext uri="{FF2B5EF4-FFF2-40B4-BE49-F238E27FC236}">
                            <a16:creationId xmlns:a16="http://schemas.microsoft.com/office/drawing/2014/main" id="{50B8DBAE-633B-4592-98CA-BED92DB7D6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84895" y="3149346"/>
                        <a:ext cx="196223" cy="76317"/>
                      </a:xfrm>
                      <a:custGeom>
                        <a:avLst/>
                        <a:gdLst>
                          <a:gd name="connsiteX0" fmla="*/ 77447 w 196223"/>
                          <a:gd name="connsiteY0" fmla="*/ 48768 h 76317"/>
                          <a:gd name="connsiteX1" fmla="*/ 32584 w 196223"/>
                          <a:gd name="connsiteY1" fmla="*/ 39433 h 76317"/>
                          <a:gd name="connsiteX2" fmla="*/ 1533 w 196223"/>
                          <a:gd name="connsiteY2" fmla="*/ 13716 h 76317"/>
                          <a:gd name="connsiteX3" fmla="*/ 580 w 196223"/>
                          <a:gd name="connsiteY3" fmla="*/ 23336 h 76317"/>
                          <a:gd name="connsiteX4" fmla="*/ 5152 w 196223"/>
                          <a:gd name="connsiteY4" fmla="*/ 34480 h 76317"/>
                          <a:gd name="connsiteX5" fmla="*/ 14868 w 196223"/>
                          <a:gd name="connsiteY5" fmla="*/ 49625 h 76317"/>
                          <a:gd name="connsiteX6" fmla="*/ 30393 w 196223"/>
                          <a:gd name="connsiteY6" fmla="*/ 62865 h 76317"/>
                          <a:gd name="connsiteX7" fmla="*/ 44681 w 196223"/>
                          <a:gd name="connsiteY7" fmla="*/ 69628 h 76317"/>
                          <a:gd name="connsiteX8" fmla="*/ 62683 w 196223"/>
                          <a:gd name="connsiteY8" fmla="*/ 74485 h 76317"/>
                          <a:gd name="connsiteX9" fmla="*/ 77256 w 196223"/>
                          <a:gd name="connsiteY9" fmla="*/ 76009 h 76317"/>
                          <a:gd name="connsiteX10" fmla="*/ 94687 w 196223"/>
                          <a:gd name="connsiteY10" fmla="*/ 75628 h 76317"/>
                          <a:gd name="connsiteX11" fmla="*/ 113261 w 196223"/>
                          <a:gd name="connsiteY11" fmla="*/ 73342 h 76317"/>
                          <a:gd name="connsiteX12" fmla="*/ 122310 w 196223"/>
                          <a:gd name="connsiteY12" fmla="*/ 71342 h 76317"/>
                          <a:gd name="connsiteX13" fmla="*/ 130596 w 196223"/>
                          <a:gd name="connsiteY13" fmla="*/ 68770 h 76317"/>
                          <a:gd name="connsiteX14" fmla="*/ 144693 w 196223"/>
                          <a:gd name="connsiteY14" fmla="*/ 63341 h 76317"/>
                          <a:gd name="connsiteX15" fmla="*/ 150408 w 196223"/>
                          <a:gd name="connsiteY15" fmla="*/ 60674 h 76317"/>
                          <a:gd name="connsiteX16" fmla="*/ 177554 w 196223"/>
                          <a:gd name="connsiteY16" fmla="*/ 40672 h 76317"/>
                          <a:gd name="connsiteX17" fmla="*/ 194318 w 196223"/>
                          <a:gd name="connsiteY17" fmla="*/ 10573 h 76317"/>
                          <a:gd name="connsiteX18" fmla="*/ 196224 w 196223"/>
                          <a:gd name="connsiteY18" fmla="*/ 381 h 76317"/>
                          <a:gd name="connsiteX19" fmla="*/ 196224 w 196223"/>
                          <a:gd name="connsiteY19" fmla="*/ 0 h 76317"/>
                          <a:gd name="connsiteX20" fmla="*/ 141550 w 196223"/>
                          <a:gd name="connsiteY20" fmla="*/ 33814 h 76317"/>
                          <a:gd name="connsiteX21" fmla="*/ 110403 w 196223"/>
                          <a:gd name="connsiteY21" fmla="*/ 44767 h 76317"/>
                          <a:gd name="connsiteX22" fmla="*/ 94020 w 196223"/>
                          <a:gd name="connsiteY22" fmla="*/ 47434 h 76317"/>
                          <a:gd name="connsiteX23" fmla="*/ 77447 w 196223"/>
                          <a:gd name="connsiteY23" fmla="*/ 48768 h 763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</a:cxnLst>
                        <a:rect l="l" t="t" r="r" b="b"/>
                        <a:pathLst>
                          <a:path w="196223" h="76317">
                            <a:moveTo>
                              <a:pt x="77447" y="48768"/>
                            </a:moveTo>
                            <a:cubicBezTo>
                              <a:pt x="62111" y="48958"/>
                              <a:pt x="46014" y="46006"/>
                              <a:pt x="32584" y="39433"/>
                            </a:cubicBezTo>
                            <a:cubicBezTo>
                              <a:pt x="18963" y="33338"/>
                              <a:pt x="8200" y="23908"/>
                              <a:pt x="1533" y="13716"/>
                            </a:cubicBezTo>
                            <a:cubicBezTo>
                              <a:pt x="104" y="16669"/>
                              <a:pt x="-563" y="20288"/>
                              <a:pt x="580" y="23336"/>
                            </a:cubicBezTo>
                            <a:cubicBezTo>
                              <a:pt x="1913" y="27146"/>
                              <a:pt x="3437" y="30861"/>
                              <a:pt x="5152" y="34480"/>
                            </a:cubicBezTo>
                            <a:cubicBezTo>
                              <a:pt x="7819" y="39624"/>
                              <a:pt x="10581" y="45053"/>
                              <a:pt x="14868" y="49625"/>
                            </a:cubicBezTo>
                            <a:cubicBezTo>
                              <a:pt x="19059" y="54197"/>
                              <a:pt x="24202" y="58674"/>
                              <a:pt x="30393" y="62865"/>
                            </a:cubicBezTo>
                            <a:cubicBezTo>
                              <a:pt x="34394" y="65627"/>
                              <a:pt x="39442" y="67437"/>
                              <a:pt x="44681" y="69628"/>
                            </a:cubicBezTo>
                            <a:cubicBezTo>
                              <a:pt x="50110" y="71533"/>
                              <a:pt x="55825" y="73914"/>
                              <a:pt x="62683" y="74485"/>
                            </a:cubicBezTo>
                            <a:cubicBezTo>
                              <a:pt x="66779" y="75057"/>
                              <a:pt x="71732" y="75533"/>
                              <a:pt x="77256" y="76009"/>
                            </a:cubicBezTo>
                            <a:cubicBezTo>
                              <a:pt x="82590" y="76771"/>
                              <a:pt x="88591" y="75914"/>
                              <a:pt x="94687" y="75628"/>
                            </a:cubicBezTo>
                            <a:cubicBezTo>
                              <a:pt x="100783" y="74962"/>
                              <a:pt x="107165" y="74962"/>
                              <a:pt x="113261" y="73342"/>
                            </a:cubicBezTo>
                            <a:cubicBezTo>
                              <a:pt x="116309" y="72676"/>
                              <a:pt x="119357" y="72009"/>
                              <a:pt x="122310" y="71342"/>
                            </a:cubicBezTo>
                            <a:cubicBezTo>
                              <a:pt x="125167" y="70485"/>
                              <a:pt x="127929" y="69628"/>
                              <a:pt x="130596" y="68770"/>
                            </a:cubicBezTo>
                            <a:cubicBezTo>
                              <a:pt x="136026" y="67151"/>
                              <a:pt x="140597" y="65056"/>
                              <a:pt x="144693" y="63341"/>
                            </a:cubicBezTo>
                            <a:cubicBezTo>
                              <a:pt x="146789" y="62389"/>
                              <a:pt x="148789" y="61626"/>
                              <a:pt x="150408" y="60674"/>
                            </a:cubicBezTo>
                            <a:cubicBezTo>
                              <a:pt x="162219" y="54578"/>
                              <a:pt x="171077" y="47815"/>
                              <a:pt x="177554" y="40672"/>
                            </a:cubicBezTo>
                            <a:cubicBezTo>
                              <a:pt x="186508" y="30956"/>
                              <a:pt x="191366" y="20764"/>
                              <a:pt x="194318" y="10573"/>
                            </a:cubicBezTo>
                            <a:cubicBezTo>
                              <a:pt x="195176" y="7239"/>
                              <a:pt x="195843" y="3810"/>
                              <a:pt x="196224" y="381"/>
                            </a:cubicBezTo>
                            <a:lnTo>
                              <a:pt x="196224" y="0"/>
                            </a:lnTo>
                            <a:cubicBezTo>
                              <a:pt x="179555" y="12859"/>
                              <a:pt x="161362" y="24574"/>
                              <a:pt x="141550" y="33814"/>
                            </a:cubicBezTo>
                            <a:cubicBezTo>
                              <a:pt x="131644" y="38386"/>
                              <a:pt x="121262" y="42291"/>
                              <a:pt x="110403" y="44767"/>
                            </a:cubicBezTo>
                            <a:cubicBezTo>
                              <a:pt x="104974" y="46291"/>
                              <a:pt x="99545" y="46863"/>
                              <a:pt x="94020" y="47434"/>
                            </a:cubicBezTo>
                            <a:cubicBezTo>
                              <a:pt x="88496" y="47911"/>
                              <a:pt x="82971" y="49244"/>
                              <a:pt x="77447" y="4876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56" name="Forme libre : forme 12255">
                        <a:extLst>
                          <a:ext uri="{FF2B5EF4-FFF2-40B4-BE49-F238E27FC236}">
                            <a16:creationId xmlns:a16="http://schemas.microsoft.com/office/drawing/2014/main" id="{142B3F77-8002-4F24-B2FC-BA79AEC3E2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53852" y="3161949"/>
                        <a:ext cx="92704" cy="37664"/>
                      </a:xfrm>
                      <a:custGeom>
                        <a:avLst/>
                        <a:gdLst>
                          <a:gd name="connsiteX0" fmla="*/ 92024 w 92704"/>
                          <a:gd name="connsiteY0" fmla="*/ 2255 h 37664"/>
                          <a:gd name="connsiteX1" fmla="*/ 78784 w 92704"/>
                          <a:gd name="connsiteY1" fmla="*/ 21019 h 37664"/>
                          <a:gd name="connsiteX2" fmla="*/ 49638 w 92704"/>
                          <a:gd name="connsiteY2" fmla="*/ 35021 h 37664"/>
                          <a:gd name="connsiteX3" fmla="*/ 35922 w 92704"/>
                          <a:gd name="connsiteY3" fmla="*/ 37593 h 37664"/>
                          <a:gd name="connsiteX4" fmla="*/ 19062 w 92704"/>
                          <a:gd name="connsiteY4" fmla="*/ 37021 h 37664"/>
                          <a:gd name="connsiteX5" fmla="*/ 5251 w 92704"/>
                          <a:gd name="connsiteY5" fmla="*/ 32830 h 37664"/>
                          <a:gd name="connsiteX6" fmla="*/ 12 w 92704"/>
                          <a:gd name="connsiteY6" fmla="*/ 25687 h 37664"/>
                          <a:gd name="connsiteX7" fmla="*/ 5728 w 92704"/>
                          <a:gd name="connsiteY7" fmla="*/ 19590 h 37664"/>
                          <a:gd name="connsiteX8" fmla="*/ 17920 w 92704"/>
                          <a:gd name="connsiteY8" fmla="*/ 16257 h 37664"/>
                          <a:gd name="connsiteX9" fmla="*/ 31826 w 92704"/>
                          <a:gd name="connsiteY9" fmla="*/ 13685 h 37664"/>
                          <a:gd name="connsiteX10" fmla="*/ 42685 w 92704"/>
                          <a:gd name="connsiteY10" fmla="*/ 11113 h 37664"/>
                          <a:gd name="connsiteX11" fmla="*/ 69354 w 92704"/>
                          <a:gd name="connsiteY11" fmla="*/ 3493 h 37664"/>
                          <a:gd name="connsiteX12" fmla="*/ 92024 w 92704"/>
                          <a:gd name="connsiteY12" fmla="*/ 2255 h 376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2704" h="37664">
                            <a:moveTo>
                              <a:pt x="92024" y="2255"/>
                            </a:moveTo>
                            <a:cubicBezTo>
                              <a:pt x="94881" y="6446"/>
                              <a:pt x="88404" y="14161"/>
                              <a:pt x="78784" y="21019"/>
                            </a:cubicBezTo>
                            <a:cubicBezTo>
                              <a:pt x="69354" y="27972"/>
                              <a:pt x="56401" y="33116"/>
                              <a:pt x="49638" y="35021"/>
                            </a:cubicBezTo>
                            <a:cubicBezTo>
                              <a:pt x="46304" y="36164"/>
                              <a:pt x="41351" y="36831"/>
                              <a:pt x="35922" y="37593"/>
                            </a:cubicBezTo>
                            <a:cubicBezTo>
                              <a:pt x="30493" y="37783"/>
                              <a:pt x="24492" y="37593"/>
                              <a:pt x="19062" y="37021"/>
                            </a:cubicBezTo>
                            <a:cubicBezTo>
                              <a:pt x="13633" y="36736"/>
                              <a:pt x="8680" y="34830"/>
                              <a:pt x="5251" y="32830"/>
                            </a:cubicBezTo>
                            <a:cubicBezTo>
                              <a:pt x="1822" y="30830"/>
                              <a:pt x="-178" y="28449"/>
                              <a:pt x="12" y="25687"/>
                            </a:cubicBezTo>
                            <a:cubicBezTo>
                              <a:pt x="203" y="22924"/>
                              <a:pt x="2489" y="21019"/>
                              <a:pt x="5728" y="19590"/>
                            </a:cubicBezTo>
                            <a:cubicBezTo>
                              <a:pt x="9061" y="18162"/>
                              <a:pt x="13347" y="17781"/>
                              <a:pt x="17920" y="16257"/>
                            </a:cubicBezTo>
                            <a:cubicBezTo>
                              <a:pt x="22492" y="15114"/>
                              <a:pt x="27349" y="14256"/>
                              <a:pt x="31826" y="13685"/>
                            </a:cubicBezTo>
                            <a:cubicBezTo>
                              <a:pt x="36112" y="12447"/>
                              <a:pt x="40018" y="11875"/>
                              <a:pt x="42685" y="11113"/>
                            </a:cubicBezTo>
                            <a:cubicBezTo>
                              <a:pt x="48019" y="9780"/>
                              <a:pt x="59163" y="6827"/>
                              <a:pt x="69354" y="3493"/>
                            </a:cubicBezTo>
                            <a:cubicBezTo>
                              <a:pt x="79642" y="445"/>
                              <a:pt x="89167" y="-1936"/>
                              <a:pt x="92024" y="225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57" name="Forme libre : forme 12256">
                        <a:extLst>
                          <a:ext uri="{FF2B5EF4-FFF2-40B4-BE49-F238E27FC236}">
                            <a16:creationId xmlns:a16="http://schemas.microsoft.com/office/drawing/2014/main" id="{44E8D39D-FA92-4541-B975-2F235D05D6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53312" y="3178111"/>
                        <a:ext cx="71132" cy="21549"/>
                      </a:xfrm>
                      <a:custGeom>
                        <a:avLst/>
                        <a:gdLst>
                          <a:gd name="connsiteX0" fmla="*/ 20269 w 71132"/>
                          <a:gd name="connsiteY0" fmla="*/ 0 h 21549"/>
                          <a:gd name="connsiteX1" fmla="*/ 14649 w 71132"/>
                          <a:gd name="connsiteY1" fmla="*/ 1905 h 21549"/>
                          <a:gd name="connsiteX2" fmla="*/ 7696 w 71132"/>
                          <a:gd name="connsiteY2" fmla="*/ 3238 h 21549"/>
                          <a:gd name="connsiteX3" fmla="*/ 76 w 71132"/>
                          <a:gd name="connsiteY3" fmla="*/ 9525 h 21549"/>
                          <a:gd name="connsiteX4" fmla="*/ 6458 w 71132"/>
                          <a:gd name="connsiteY4" fmla="*/ 16764 h 21549"/>
                          <a:gd name="connsiteX5" fmla="*/ 19698 w 71132"/>
                          <a:gd name="connsiteY5" fmla="*/ 20860 h 21549"/>
                          <a:gd name="connsiteX6" fmla="*/ 35985 w 71132"/>
                          <a:gd name="connsiteY6" fmla="*/ 21527 h 21549"/>
                          <a:gd name="connsiteX7" fmla="*/ 50844 w 71132"/>
                          <a:gd name="connsiteY7" fmla="*/ 18764 h 21549"/>
                          <a:gd name="connsiteX8" fmla="*/ 61131 w 71132"/>
                          <a:gd name="connsiteY8" fmla="*/ 14954 h 21549"/>
                          <a:gd name="connsiteX9" fmla="*/ 71133 w 71132"/>
                          <a:gd name="connsiteY9" fmla="*/ 9715 h 21549"/>
                          <a:gd name="connsiteX10" fmla="*/ 59893 w 71132"/>
                          <a:gd name="connsiteY10" fmla="*/ 13335 h 21549"/>
                          <a:gd name="connsiteX11" fmla="*/ 46368 w 71132"/>
                          <a:gd name="connsiteY11" fmla="*/ 14288 h 21549"/>
                          <a:gd name="connsiteX12" fmla="*/ 33699 w 71132"/>
                          <a:gd name="connsiteY12" fmla="*/ 12573 h 21549"/>
                          <a:gd name="connsiteX13" fmla="*/ 20269 w 71132"/>
                          <a:gd name="connsiteY13" fmla="*/ 0 h 215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1132" h="21549">
                            <a:moveTo>
                              <a:pt x="20269" y="0"/>
                            </a:moveTo>
                            <a:cubicBezTo>
                              <a:pt x="18935" y="571"/>
                              <a:pt x="16935" y="1238"/>
                              <a:pt x="14649" y="1905"/>
                            </a:cubicBezTo>
                            <a:cubicBezTo>
                              <a:pt x="12363" y="2477"/>
                              <a:pt x="9982" y="2667"/>
                              <a:pt x="7696" y="3238"/>
                            </a:cubicBezTo>
                            <a:cubicBezTo>
                              <a:pt x="3219" y="4286"/>
                              <a:pt x="-591" y="6001"/>
                              <a:pt x="76" y="9525"/>
                            </a:cubicBezTo>
                            <a:cubicBezTo>
                              <a:pt x="648" y="12287"/>
                              <a:pt x="2934" y="14764"/>
                              <a:pt x="6458" y="16764"/>
                            </a:cubicBezTo>
                            <a:cubicBezTo>
                              <a:pt x="9887" y="18860"/>
                              <a:pt x="14459" y="20574"/>
                              <a:pt x="19698" y="20860"/>
                            </a:cubicBezTo>
                            <a:cubicBezTo>
                              <a:pt x="24841" y="21431"/>
                              <a:pt x="30556" y="21622"/>
                              <a:pt x="35985" y="21527"/>
                            </a:cubicBezTo>
                            <a:cubicBezTo>
                              <a:pt x="41319" y="20764"/>
                              <a:pt x="46653" y="20098"/>
                              <a:pt x="50844" y="18764"/>
                            </a:cubicBezTo>
                            <a:cubicBezTo>
                              <a:pt x="53321" y="18002"/>
                              <a:pt x="57321" y="16669"/>
                              <a:pt x="61131" y="14954"/>
                            </a:cubicBezTo>
                            <a:cubicBezTo>
                              <a:pt x="64941" y="13145"/>
                              <a:pt x="68751" y="11239"/>
                              <a:pt x="71133" y="9715"/>
                            </a:cubicBezTo>
                            <a:cubicBezTo>
                              <a:pt x="68084" y="10858"/>
                              <a:pt x="62941" y="12859"/>
                              <a:pt x="59893" y="13335"/>
                            </a:cubicBezTo>
                            <a:cubicBezTo>
                              <a:pt x="55511" y="13906"/>
                              <a:pt x="50844" y="14192"/>
                              <a:pt x="46368" y="14288"/>
                            </a:cubicBezTo>
                            <a:cubicBezTo>
                              <a:pt x="41796" y="14002"/>
                              <a:pt x="37509" y="13621"/>
                              <a:pt x="33699" y="12573"/>
                            </a:cubicBezTo>
                            <a:cubicBezTo>
                              <a:pt x="26175" y="9906"/>
                              <a:pt x="21031" y="5905"/>
                              <a:pt x="20269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58" name="Forme libre : forme 12257">
                        <a:extLst>
                          <a:ext uri="{FF2B5EF4-FFF2-40B4-BE49-F238E27FC236}">
                            <a16:creationId xmlns:a16="http://schemas.microsoft.com/office/drawing/2014/main" id="{95894E07-C306-4211-B079-3B286D362B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58719" y="3160852"/>
                        <a:ext cx="93192" cy="41243"/>
                      </a:xfrm>
                      <a:custGeom>
                        <a:avLst/>
                        <a:gdLst>
                          <a:gd name="connsiteX0" fmla="*/ 92967 w 93192"/>
                          <a:gd name="connsiteY0" fmla="*/ 2686 h 41243"/>
                          <a:gd name="connsiteX1" fmla="*/ 78965 w 93192"/>
                          <a:gd name="connsiteY1" fmla="*/ 22498 h 41243"/>
                          <a:gd name="connsiteX2" fmla="*/ 50485 w 93192"/>
                          <a:gd name="connsiteY2" fmla="*/ 37357 h 41243"/>
                          <a:gd name="connsiteX3" fmla="*/ 19625 w 93192"/>
                          <a:gd name="connsiteY3" fmla="*/ 40691 h 41243"/>
                          <a:gd name="connsiteX4" fmla="*/ 3 w 93192"/>
                          <a:gd name="connsiteY4" fmla="*/ 29833 h 41243"/>
                          <a:gd name="connsiteX5" fmla="*/ 17910 w 93192"/>
                          <a:gd name="connsiteY5" fmla="*/ 19736 h 41243"/>
                          <a:gd name="connsiteX6" fmla="*/ 42961 w 93192"/>
                          <a:gd name="connsiteY6" fmla="*/ 13640 h 41243"/>
                          <a:gd name="connsiteX7" fmla="*/ 70774 w 93192"/>
                          <a:gd name="connsiteY7" fmla="*/ 4305 h 41243"/>
                          <a:gd name="connsiteX8" fmla="*/ 92967 w 93192"/>
                          <a:gd name="connsiteY8" fmla="*/ 2686 h 412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192" h="41243">
                            <a:moveTo>
                              <a:pt x="92967" y="2686"/>
                            </a:moveTo>
                            <a:cubicBezTo>
                              <a:pt x="94491" y="7734"/>
                              <a:pt x="88109" y="15545"/>
                              <a:pt x="78965" y="22498"/>
                            </a:cubicBezTo>
                            <a:cubicBezTo>
                              <a:pt x="69821" y="29356"/>
                              <a:pt x="57915" y="35167"/>
                              <a:pt x="50485" y="37357"/>
                            </a:cubicBezTo>
                            <a:cubicBezTo>
                              <a:pt x="43342" y="40119"/>
                              <a:pt x="30483" y="42310"/>
                              <a:pt x="19625" y="40691"/>
                            </a:cubicBezTo>
                            <a:cubicBezTo>
                              <a:pt x="8671" y="40024"/>
                              <a:pt x="193" y="35452"/>
                              <a:pt x="3" y="29833"/>
                            </a:cubicBezTo>
                            <a:cubicBezTo>
                              <a:pt x="-188" y="24117"/>
                              <a:pt x="8480" y="22498"/>
                              <a:pt x="17910" y="19736"/>
                            </a:cubicBezTo>
                            <a:cubicBezTo>
                              <a:pt x="27435" y="17926"/>
                              <a:pt x="38008" y="15354"/>
                              <a:pt x="42961" y="13640"/>
                            </a:cubicBezTo>
                            <a:cubicBezTo>
                              <a:pt x="48009" y="12497"/>
                              <a:pt x="59915" y="8020"/>
                              <a:pt x="70774" y="4305"/>
                            </a:cubicBezTo>
                            <a:cubicBezTo>
                              <a:pt x="81632" y="591"/>
                              <a:pt x="91348" y="-2362"/>
                              <a:pt x="92967" y="268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59" name="Forme libre : forme 12258">
                        <a:extLst>
                          <a:ext uri="{FF2B5EF4-FFF2-40B4-BE49-F238E27FC236}">
                            <a16:creationId xmlns:a16="http://schemas.microsoft.com/office/drawing/2014/main" id="{7D433DD3-7052-4787-8C31-0B189F97C9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10335" y="3164237"/>
                        <a:ext cx="123237" cy="54164"/>
                      </a:xfrm>
                      <a:custGeom>
                        <a:avLst/>
                        <a:gdLst>
                          <a:gd name="connsiteX0" fmla="*/ 0 w 123237"/>
                          <a:gd name="connsiteY0" fmla="*/ 12636 h 54164"/>
                          <a:gd name="connsiteX1" fmla="*/ 7525 w 123237"/>
                          <a:gd name="connsiteY1" fmla="*/ 28543 h 54164"/>
                          <a:gd name="connsiteX2" fmla="*/ 54578 w 123237"/>
                          <a:gd name="connsiteY2" fmla="*/ 53689 h 54164"/>
                          <a:gd name="connsiteX3" fmla="*/ 84773 w 123237"/>
                          <a:gd name="connsiteY3" fmla="*/ 52260 h 54164"/>
                          <a:gd name="connsiteX4" fmla="*/ 110014 w 123237"/>
                          <a:gd name="connsiteY4" fmla="*/ 41782 h 54164"/>
                          <a:gd name="connsiteX5" fmla="*/ 121444 w 123237"/>
                          <a:gd name="connsiteY5" fmla="*/ 21970 h 54164"/>
                          <a:gd name="connsiteX6" fmla="*/ 104680 w 123237"/>
                          <a:gd name="connsiteY6" fmla="*/ 22923 h 54164"/>
                          <a:gd name="connsiteX7" fmla="*/ 82582 w 123237"/>
                          <a:gd name="connsiteY7" fmla="*/ 23209 h 54164"/>
                          <a:gd name="connsiteX8" fmla="*/ 77248 w 123237"/>
                          <a:gd name="connsiteY8" fmla="*/ 22637 h 54164"/>
                          <a:gd name="connsiteX9" fmla="*/ 71914 w 123237"/>
                          <a:gd name="connsiteY9" fmla="*/ 21208 h 54164"/>
                          <a:gd name="connsiteX10" fmla="*/ 61817 w 123237"/>
                          <a:gd name="connsiteY10" fmla="*/ 17494 h 54164"/>
                          <a:gd name="connsiteX11" fmla="*/ 45339 w 123237"/>
                          <a:gd name="connsiteY11" fmla="*/ 7588 h 54164"/>
                          <a:gd name="connsiteX12" fmla="*/ 26479 w 123237"/>
                          <a:gd name="connsiteY12" fmla="*/ 349 h 54164"/>
                          <a:gd name="connsiteX13" fmla="*/ 16859 w 123237"/>
                          <a:gd name="connsiteY13" fmla="*/ 63 h 54164"/>
                          <a:gd name="connsiteX14" fmla="*/ 8573 w 123237"/>
                          <a:gd name="connsiteY14" fmla="*/ 2158 h 54164"/>
                          <a:gd name="connsiteX15" fmla="*/ 0 w 123237"/>
                          <a:gd name="connsiteY15" fmla="*/ 12636 h 541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23237" h="54164">
                            <a:moveTo>
                              <a:pt x="0" y="12636"/>
                            </a:moveTo>
                            <a:cubicBezTo>
                              <a:pt x="0" y="19303"/>
                              <a:pt x="1524" y="22065"/>
                              <a:pt x="7525" y="28543"/>
                            </a:cubicBezTo>
                            <a:cubicBezTo>
                              <a:pt x="19145" y="40354"/>
                              <a:pt x="31242" y="49974"/>
                              <a:pt x="54578" y="53689"/>
                            </a:cubicBezTo>
                            <a:cubicBezTo>
                              <a:pt x="64199" y="54641"/>
                              <a:pt x="74962" y="54165"/>
                              <a:pt x="84773" y="52260"/>
                            </a:cubicBezTo>
                            <a:cubicBezTo>
                              <a:pt x="94679" y="49974"/>
                              <a:pt x="103442" y="46164"/>
                              <a:pt x="110014" y="41782"/>
                            </a:cubicBezTo>
                            <a:cubicBezTo>
                              <a:pt x="120015" y="35305"/>
                              <a:pt x="126587" y="26161"/>
                              <a:pt x="121444" y="21970"/>
                            </a:cubicBezTo>
                            <a:cubicBezTo>
                              <a:pt x="118396" y="19303"/>
                              <a:pt x="111062" y="22351"/>
                              <a:pt x="104680" y="22923"/>
                            </a:cubicBezTo>
                            <a:cubicBezTo>
                              <a:pt x="97155" y="23590"/>
                              <a:pt x="89821" y="24066"/>
                              <a:pt x="82582" y="23209"/>
                            </a:cubicBezTo>
                            <a:cubicBezTo>
                              <a:pt x="80867" y="23018"/>
                              <a:pt x="79058" y="22828"/>
                              <a:pt x="77248" y="22637"/>
                            </a:cubicBezTo>
                            <a:cubicBezTo>
                              <a:pt x="75438" y="22256"/>
                              <a:pt x="73724" y="21685"/>
                              <a:pt x="71914" y="21208"/>
                            </a:cubicBezTo>
                            <a:cubicBezTo>
                              <a:pt x="68390" y="20161"/>
                              <a:pt x="65056" y="18922"/>
                              <a:pt x="61817" y="17494"/>
                            </a:cubicBezTo>
                            <a:cubicBezTo>
                              <a:pt x="56293" y="15493"/>
                              <a:pt x="50863" y="10540"/>
                              <a:pt x="45339" y="7588"/>
                            </a:cubicBezTo>
                            <a:cubicBezTo>
                              <a:pt x="39719" y="4921"/>
                              <a:pt x="34004" y="1111"/>
                              <a:pt x="26479" y="349"/>
                            </a:cubicBezTo>
                            <a:cubicBezTo>
                              <a:pt x="23051" y="158"/>
                              <a:pt x="19812" y="-128"/>
                              <a:pt x="16859" y="63"/>
                            </a:cubicBezTo>
                            <a:cubicBezTo>
                              <a:pt x="13811" y="349"/>
                              <a:pt x="11049" y="1015"/>
                              <a:pt x="8573" y="2158"/>
                            </a:cubicBezTo>
                            <a:cubicBezTo>
                              <a:pt x="3524" y="4254"/>
                              <a:pt x="0" y="7969"/>
                              <a:pt x="0" y="1263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60" name="Forme libre : forme 12259">
                        <a:extLst>
                          <a:ext uri="{FF2B5EF4-FFF2-40B4-BE49-F238E27FC236}">
                            <a16:creationId xmlns:a16="http://schemas.microsoft.com/office/drawing/2014/main" id="{87D19508-D3CE-4FC7-8317-2CAEA79956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5202" y="3168387"/>
                        <a:ext cx="36177" cy="10486"/>
                      </a:xfrm>
                      <a:custGeom>
                        <a:avLst/>
                        <a:gdLst>
                          <a:gd name="connsiteX0" fmla="*/ 4184 w 36177"/>
                          <a:gd name="connsiteY0" fmla="*/ 3628 h 10486"/>
                          <a:gd name="connsiteX1" fmla="*/ 279 w 36177"/>
                          <a:gd name="connsiteY1" fmla="*/ 5343 h 10486"/>
                          <a:gd name="connsiteX2" fmla="*/ 2374 w 36177"/>
                          <a:gd name="connsiteY2" fmla="*/ 8296 h 10486"/>
                          <a:gd name="connsiteX3" fmla="*/ 9042 w 36177"/>
                          <a:gd name="connsiteY3" fmla="*/ 9915 h 10486"/>
                          <a:gd name="connsiteX4" fmla="*/ 13233 w 36177"/>
                          <a:gd name="connsiteY4" fmla="*/ 10486 h 10486"/>
                          <a:gd name="connsiteX5" fmla="*/ 17519 w 36177"/>
                          <a:gd name="connsiteY5" fmla="*/ 10391 h 10486"/>
                          <a:gd name="connsiteX6" fmla="*/ 25710 w 36177"/>
                          <a:gd name="connsiteY6" fmla="*/ 9724 h 10486"/>
                          <a:gd name="connsiteX7" fmla="*/ 31521 w 36177"/>
                          <a:gd name="connsiteY7" fmla="*/ 8677 h 10486"/>
                          <a:gd name="connsiteX8" fmla="*/ 36093 w 36177"/>
                          <a:gd name="connsiteY8" fmla="*/ 2676 h 10486"/>
                          <a:gd name="connsiteX9" fmla="*/ 28377 w 36177"/>
                          <a:gd name="connsiteY9" fmla="*/ 9 h 10486"/>
                          <a:gd name="connsiteX10" fmla="*/ 16376 w 36177"/>
                          <a:gd name="connsiteY10" fmla="*/ 1533 h 10486"/>
                          <a:gd name="connsiteX11" fmla="*/ 4184 w 36177"/>
                          <a:gd name="connsiteY11" fmla="*/ 3628 h 104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6177" h="10486">
                            <a:moveTo>
                              <a:pt x="4184" y="3628"/>
                            </a:moveTo>
                            <a:cubicBezTo>
                              <a:pt x="2374" y="4009"/>
                              <a:pt x="1041" y="4295"/>
                              <a:pt x="279" y="5343"/>
                            </a:cubicBezTo>
                            <a:cubicBezTo>
                              <a:pt x="-578" y="6391"/>
                              <a:pt x="660" y="7534"/>
                              <a:pt x="2374" y="8296"/>
                            </a:cubicBezTo>
                            <a:cubicBezTo>
                              <a:pt x="4089" y="9058"/>
                              <a:pt x="6851" y="9629"/>
                              <a:pt x="9042" y="9915"/>
                            </a:cubicBezTo>
                            <a:cubicBezTo>
                              <a:pt x="10375" y="10106"/>
                              <a:pt x="11804" y="10296"/>
                              <a:pt x="13233" y="10486"/>
                            </a:cubicBezTo>
                            <a:lnTo>
                              <a:pt x="17519" y="10391"/>
                            </a:lnTo>
                            <a:cubicBezTo>
                              <a:pt x="20376" y="10296"/>
                              <a:pt x="23139" y="10106"/>
                              <a:pt x="25710" y="9724"/>
                            </a:cubicBezTo>
                            <a:cubicBezTo>
                              <a:pt x="27806" y="9439"/>
                              <a:pt x="29901" y="9343"/>
                              <a:pt x="31521" y="8677"/>
                            </a:cubicBezTo>
                            <a:cubicBezTo>
                              <a:pt x="35045" y="6867"/>
                              <a:pt x="36569" y="4390"/>
                              <a:pt x="36093" y="2676"/>
                            </a:cubicBezTo>
                            <a:cubicBezTo>
                              <a:pt x="35616" y="771"/>
                              <a:pt x="33235" y="295"/>
                              <a:pt x="28377" y="9"/>
                            </a:cubicBezTo>
                            <a:cubicBezTo>
                              <a:pt x="24663" y="-86"/>
                              <a:pt x="20567" y="581"/>
                              <a:pt x="16376" y="1533"/>
                            </a:cubicBezTo>
                            <a:cubicBezTo>
                              <a:pt x="11994" y="2390"/>
                              <a:pt x="7899" y="2676"/>
                              <a:pt x="4184" y="362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61" name="Forme libre : forme 12260">
                        <a:extLst>
                          <a:ext uri="{FF2B5EF4-FFF2-40B4-BE49-F238E27FC236}">
                            <a16:creationId xmlns:a16="http://schemas.microsoft.com/office/drawing/2014/main" id="{0D575799-D397-4B65-9702-E0253875E9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37398" y="3149346"/>
                        <a:ext cx="40104" cy="58102"/>
                      </a:xfrm>
                      <a:custGeom>
                        <a:avLst/>
                        <a:gdLst>
                          <a:gd name="connsiteX0" fmla="*/ 40005 w 40104"/>
                          <a:gd name="connsiteY0" fmla="*/ 0 h 58102"/>
                          <a:gd name="connsiteX1" fmla="*/ 28385 w 40104"/>
                          <a:gd name="connsiteY1" fmla="*/ 29813 h 58102"/>
                          <a:gd name="connsiteX2" fmla="*/ 0 w 40104"/>
                          <a:gd name="connsiteY2" fmla="*/ 58102 h 58102"/>
                          <a:gd name="connsiteX3" fmla="*/ 40005 w 40104"/>
                          <a:gd name="connsiteY3" fmla="*/ 0 h 58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0104" h="58102">
                            <a:moveTo>
                              <a:pt x="40005" y="0"/>
                            </a:moveTo>
                            <a:cubicBezTo>
                              <a:pt x="40862" y="8096"/>
                              <a:pt x="36100" y="19050"/>
                              <a:pt x="28385" y="29813"/>
                            </a:cubicBezTo>
                            <a:cubicBezTo>
                              <a:pt x="20479" y="40386"/>
                              <a:pt x="9811" y="50959"/>
                              <a:pt x="0" y="58102"/>
                            </a:cubicBezTo>
                            <a:cubicBezTo>
                              <a:pt x="21146" y="42005"/>
                              <a:pt x="34290" y="17907"/>
                              <a:pt x="400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62" name="Forme libre : forme 12261">
                        <a:extLst>
                          <a:ext uri="{FF2B5EF4-FFF2-40B4-BE49-F238E27FC236}">
                            <a16:creationId xmlns:a16="http://schemas.microsoft.com/office/drawing/2014/main" id="{CD604344-589D-44B7-BF19-DD6E36ECC1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7095" y="3151632"/>
                        <a:ext cx="62102" cy="5143"/>
                      </a:xfrm>
                      <a:custGeom>
                        <a:avLst/>
                        <a:gdLst>
                          <a:gd name="connsiteX0" fmla="*/ 62103 w 62102"/>
                          <a:gd name="connsiteY0" fmla="*/ 0 h 5143"/>
                          <a:gd name="connsiteX1" fmla="*/ 0 w 62102"/>
                          <a:gd name="connsiteY1" fmla="*/ 5144 h 5143"/>
                          <a:gd name="connsiteX2" fmla="*/ 15430 w 62102"/>
                          <a:gd name="connsiteY2" fmla="*/ 3810 h 5143"/>
                          <a:gd name="connsiteX3" fmla="*/ 32004 w 62102"/>
                          <a:gd name="connsiteY3" fmla="*/ 3143 h 5143"/>
                          <a:gd name="connsiteX4" fmla="*/ 48006 w 62102"/>
                          <a:gd name="connsiteY4" fmla="*/ 2000 h 5143"/>
                          <a:gd name="connsiteX5" fmla="*/ 55340 w 62102"/>
                          <a:gd name="connsiteY5" fmla="*/ 1429 h 5143"/>
                          <a:gd name="connsiteX6" fmla="*/ 62103 w 62102"/>
                          <a:gd name="connsiteY6" fmla="*/ 0 h 5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2102" h="5143">
                            <a:moveTo>
                              <a:pt x="62103" y="0"/>
                            </a:moveTo>
                            <a:cubicBezTo>
                              <a:pt x="43053" y="0"/>
                              <a:pt x="20764" y="3143"/>
                              <a:pt x="0" y="5144"/>
                            </a:cubicBezTo>
                            <a:cubicBezTo>
                              <a:pt x="4763" y="4286"/>
                              <a:pt x="10096" y="3905"/>
                              <a:pt x="15430" y="3810"/>
                            </a:cubicBezTo>
                            <a:cubicBezTo>
                              <a:pt x="20764" y="4000"/>
                              <a:pt x="26575" y="3048"/>
                              <a:pt x="32004" y="3143"/>
                            </a:cubicBezTo>
                            <a:cubicBezTo>
                              <a:pt x="37529" y="3334"/>
                              <a:pt x="42958" y="2572"/>
                              <a:pt x="48006" y="2000"/>
                            </a:cubicBezTo>
                            <a:cubicBezTo>
                              <a:pt x="50482" y="1810"/>
                              <a:pt x="52959" y="1619"/>
                              <a:pt x="55340" y="1429"/>
                            </a:cubicBezTo>
                            <a:cubicBezTo>
                              <a:pt x="57721" y="953"/>
                              <a:pt x="60007" y="476"/>
                              <a:pt x="6210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63" name="Forme libre : forme 12262">
                        <a:extLst>
                          <a:ext uri="{FF2B5EF4-FFF2-40B4-BE49-F238E27FC236}">
                            <a16:creationId xmlns:a16="http://schemas.microsoft.com/office/drawing/2014/main" id="{A1F85BFB-A205-4DB1-B74D-DD2CF9FF22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91417" y="3170173"/>
                        <a:ext cx="33707" cy="12136"/>
                      </a:xfrm>
                      <a:custGeom>
                        <a:avLst/>
                        <a:gdLst>
                          <a:gd name="connsiteX0" fmla="*/ 33694 w 33707"/>
                          <a:gd name="connsiteY0" fmla="*/ 1841 h 12136"/>
                          <a:gd name="connsiteX1" fmla="*/ 15025 w 33707"/>
                          <a:gd name="connsiteY1" fmla="*/ 11081 h 12136"/>
                          <a:gd name="connsiteX2" fmla="*/ 5310 w 33707"/>
                          <a:gd name="connsiteY2" fmla="*/ 12129 h 12136"/>
                          <a:gd name="connsiteX3" fmla="*/ 166 w 33707"/>
                          <a:gd name="connsiteY3" fmla="*/ 8985 h 12136"/>
                          <a:gd name="connsiteX4" fmla="*/ 17787 w 33707"/>
                          <a:gd name="connsiteY4" fmla="*/ 2413 h 12136"/>
                          <a:gd name="connsiteX5" fmla="*/ 33694 w 33707"/>
                          <a:gd name="connsiteY5" fmla="*/ 1841 h 12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707" h="12136">
                            <a:moveTo>
                              <a:pt x="33694" y="1841"/>
                            </a:moveTo>
                            <a:cubicBezTo>
                              <a:pt x="33218" y="6223"/>
                              <a:pt x="19311" y="10414"/>
                              <a:pt x="15025" y="11081"/>
                            </a:cubicBezTo>
                            <a:cubicBezTo>
                              <a:pt x="12835" y="11462"/>
                              <a:pt x="8739" y="12224"/>
                              <a:pt x="5310" y="12129"/>
                            </a:cubicBezTo>
                            <a:cubicBezTo>
                              <a:pt x="1881" y="11843"/>
                              <a:pt x="-691" y="10986"/>
                              <a:pt x="166" y="8985"/>
                            </a:cubicBezTo>
                            <a:cubicBezTo>
                              <a:pt x="1881" y="5175"/>
                              <a:pt x="13882" y="3556"/>
                              <a:pt x="17787" y="2413"/>
                            </a:cubicBezTo>
                            <a:cubicBezTo>
                              <a:pt x="21597" y="1651"/>
                              <a:pt x="34170" y="-2254"/>
                              <a:pt x="33694" y="184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64" name="Forme libre : forme 12263">
                        <a:extLst>
                          <a:ext uri="{FF2B5EF4-FFF2-40B4-BE49-F238E27FC236}">
                            <a16:creationId xmlns:a16="http://schemas.microsoft.com/office/drawing/2014/main" id="{CC2A9061-B96D-4904-8F5F-73D5CA32E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20468" y="3168371"/>
                        <a:ext cx="9309" cy="5157"/>
                      </a:xfrm>
                      <a:custGeom>
                        <a:avLst/>
                        <a:gdLst>
                          <a:gd name="connsiteX0" fmla="*/ 9120 w 9309"/>
                          <a:gd name="connsiteY0" fmla="*/ 405 h 5157"/>
                          <a:gd name="connsiteX1" fmla="*/ 5690 w 9309"/>
                          <a:gd name="connsiteY1" fmla="*/ 3929 h 5157"/>
                          <a:gd name="connsiteX2" fmla="*/ 166 w 9309"/>
                          <a:gd name="connsiteY2" fmla="*/ 4691 h 5157"/>
                          <a:gd name="connsiteX3" fmla="*/ 3500 w 9309"/>
                          <a:gd name="connsiteY3" fmla="*/ 1262 h 5157"/>
                          <a:gd name="connsiteX4" fmla="*/ 9120 w 9309"/>
                          <a:gd name="connsiteY4" fmla="*/ 405 h 5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09" h="5157">
                            <a:moveTo>
                              <a:pt x="9120" y="405"/>
                            </a:moveTo>
                            <a:cubicBezTo>
                              <a:pt x="10072" y="1548"/>
                              <a:pt x="7214" y="3167"/>
                              <a:pt x="5690" y="3929"/>
                            </a:cubicBezTo>
                            <a:cubicBezTo>
                              <a:pt x="4166" y="4596"/>
                              <a:pt x="928" y="5834"/>
                              <a:pt x="166" y="4691"/>
                            </a:cubicBezTo>
                            <a:cubicBezTo>
                              <a:pt x="-691" y="3549"/>
                              <a:pt x="1976" y="2024"/>
                              <a:pt x="3500" y="1262"/>
                            </a:cubicBezTo>
                            <a:cubicBezTo>
                              <a:pt x="4928" y="596"/>
                              <a:pt x="8167" y="-642"/>
                              <a:pt x="9120" y="40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65" name="Forme libre : forme 12264">
                        <a:extLst>
                          <a:ext uri="{FF2B5EF4-FFF2-40B4-BE49-F238E27FC236}">
                            <a16:creationId xmlns:a16="http://schemas.microsoft.com/office/drawing/2014/main" id="{9004D822-62AC-489A-9F6E-C786C01CEB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86999" y="3143661"/>
                        <a:ext cx="83213" cy="20301"/>
                      </a:xfrm>
                      <a:custGeom>
                        <a:avLst/>
                        <a:gdLst>
                          <a:gd name="connsiteX0" fmla="*/ 55924 w 83213"/>
                          <a:gd name="connsiteY0" fmla="*/ 1017 h 20301"/>
                          <a:gd name="connsiteX1" fmla="*/ 81356 w 83213"/>
                          <a:gd name="connsiteY1" fmla="*/ 1303 h 20301"/>
                          <a:gd name="connsiteX2" fmla="*/ 79737 w 83213"/>
                          <a:gd name="connsiteY2" fmla="*/ 9590 h 20301"/>
                          <a:gd name="connsiteX3" fmla="*/ 69069 w 83213"/>
                          <a:gd name="connsiteY3" fmla="*/ 12733 h 20301"/>
                          <a:gd name="connsiteX4" fmla="*/ 36398 w 83213"/>
                          <a:gd name="connsiteY4" fmla="*/ 16733 h 20301"/>
                          <a:gd name="connsiteX5" fmla="*/ 27159 w 83213"/>
                          <a:gd name="connsiteY5" fmla="*/ 18638 h 20301"/>
                          <a:gd name="connsiteX6" fmla="*/ 13919 w 83213"/>
                          <a:gd name="connsiteY6" fmla="*/ 20258 h 20301"/>
                          <a:gd name="connsiteX7" fmla="*/ 298 w 83213"/>
                          <a:gd name="connsiteY7" fmla="*/ 14352 h 20301"/>
                          <a:gd name="connsiteX8" fmla="*/ 15157 w 83213"/>
                          <a:gd name="connsiteY8" fmla="*/ 5399 h 20301"/>
                          <a:gd name="connsiteX9" fmla="*/ 25825 w 83213"/>
                          <a:gd name="connsiteY9" fmla="*/ 2446 h 20301"/>
                          <a:gd name="connsiteX10" fmla="*/ 34493 w 83213"/>
                          <a:gd name="connsiteY10" fmla="*/ 636 h 20301"/>
                          <a:gd name="connsiteX11" fmla="*/ 55924 w 83213"/>
                          <a:gd name="connsiteY11" fmla="*/ 1017 h 203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83213" h="20301">
                            <a:moveTo>
                              <a:pt x="55924" y="1017"/>
                            </a:moveTo>
                            <a:cubicBezTo>
                              <a:pt x="65735" y="160"/>
                              <a:pt x="73069" y="-888"/>
                              <a:pt x="81356" y="1303"/>
                            </a:cubicBezTo>
                            <a:cubicBezTo>
                              <a:pt x="84499" y="2160"/>
                              <a:pt x="83451" y="6732"/>
                              <a:pt x="79737" y="9590"/>
                            </a:cubicBezTo>
                            <a:cubicBezTo>
                              <a:pt x="76022" y="12447"/>
                              <a:pt x="72593" y="12447"/>
                              <a:pt x="69069" y="12733"/>
                            </a:cubicBezTo>
                            <a:cubicBezTo>
                              <a:pt x="58210" y="13590"/>
                              <a:pt x="47637" y="15305"/>
                              <a:pt x="36398" y="16733"/>
                            </a:cubicBezTo>
                            <a:cubicBezTo>
                              <a:pt x="34588" y="16924"/>
                              <a:pt x="31159" y="17686"/>
                              <a:pt x="27159" y="18638"/>
                            </a:cubicBezTo>
                            <a:cubicBezTo>
                              <a:pt x="23063" y="19305"/>
                              <a:pt x="18300" y="20258"/>
                              <a:pt x="13919" y="20258"/>
                            </a:cubicBezTo>
                            <a:cubicBezTo>
                              <a:pt x="5156" y="20639"/>
                              <a:pt x="-1512" y="18543"/>
                              <a:pt x="298" y="14352"/>
                            </a:cubicBezTo>
                            <a:cubicBezTo>
                              <a:pt x="2108" y="10161"/>
                              <a:pt x="8109" y="7685"/>
                              <a:pt x="15157" y="5399"/>
                            </a:cubicBezTo>
                            <a:cubicBezTo>
                              <a:pt x="18681" y="4351"/>
                              <a:pt x="22396" y="3398"/>
                              <a:pt x="25825" y="2446"/>
                            </a:cubicBezTo>
                            <a:cubicBezTo>
                              <a:pt x="29254" y="1684"/>
                              <a:pt x="32302" y="1017"/>
                              <a:pt x="34493" y="636"/>
                            </a:cubicBezTo>
                            <a:cubicBezTo>
                              <a:pt x="43256" y="-412"/>
                              <a:pt x="48399" y="1303"/>
                              <a:pt x="55924" y="101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799" name="Graphique 1">
                      <a:extLst>
                        <a:ext uri="{FF2B5EF4-FFF2-40B4-BE49-F238E27FC236}">
                          <a16:creationId xmlns:a16="http://schemas.microsoft.com/office/drawing/2014/main" id="{7DEC3432-F4C0-408D-9953-D878FEDC61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74563" y="2995706"/>
                      <a:ext cx="160689" cy="151009"/>
                      <a:chOff x="3574563" y="2995706"/>
                      <a:chExt cx="160689" cy="151009"/>
                    </a:xfrm>
                    <a:solidFill>
                      <a:schemeClr val="accent1"/>
                    </a:solidFill>
                  </p:grpSpPr>
                  <p:sp>
                    <p:nvSpPr>
                      <p:cNvPr id="12242" name="Forme libre : forme 12241">
                        <a:extLst>
                          <a:ext uri="{FF2B5EF4-FFF2-40B4-BE49-F238E27FC236}">
                            <a16:creationId xmlns:a16="http://schemas.microsoft.com/office/drawing/2014/main" id="{99AE464A-C0E6-4CFE-B258-6EF10AA499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74563" y="2995706"/>
                        <a:ext cx="160689" cy="151009"/>
                      </a:xfrm>
                      <a:custGeom>
                        <a:avLst/>
                        <a:gdLst>
                          <a:gd name="connsiteX0" fmla="*/ 133618 w 160689"/>
                          <a:gd name="connsiteY0" fmla="*/ 77154 h 151009"/>
                          <a:gd name="connsiteX1" fmla="*/ 83041 w 160689"/>
                          <a:gd name="connsiteY1" fmla="*/ 127446 h 151009"/>
                          <a:gd name="connsiteX2" fmla="*/ 12651 w 160689"/>
                          <a:gd name="connsiteY2" fmla="*/ 150401 h 151009"/>
                          <a:gd name="connsiteX3" fmla="*/ 268 w 160689"/>
                          <a:gd name="connsiteY3" fmla="*/ 132780 h 151009"/>
                          <a:gd name="connsiteX4" fmla="*/ 32558 w 160689"/>
                          <a:gd name="connsiteY4" fmla="*/ 71439 h 151009"/>
                          <a:gd name="connsiteX5" fmla="*/ 77992 w 160689"/>
                          <a:gd name="connsiteY5" fmla="*/ 26385 h 151009"/>
                          <a:gd name="connsiteX6" fmla="*/ 144953 w 160689"/>
                          <a:gd name="connsiteY6" fmla="*/ 1 h 151009"/>
                          <a:gd name="connsiteX7" fmla="*/ 160669 w 160689"/>
                          <a:gd name="connsiteY7" fmla="*/ 14098 h 151009"/>
                          <a:gd name="connsiteX8" fmla="*/ 133618 w 160689"/>
                          <a:gd name="connsiteY8" fmla="*/ 77154 h 1510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0689" h="151009">
                            <a:moveTo>
                              <a:pt x="133618" y="77154"/>
                            </a:moveTo>
                            <a:cubicBezTo>
                              <a:pt x="122950" y="89536"/>
                              <a:pt x="96852" y="115920"/>
                              <a:pt x="83041" y="127446"/>
                            </a:cubicBezTo>
                            <a:cubicBezTo>
                              <a:pt x="57228" y="149258"/>
                              <a:pt x="35987" y="152687"/>
                              <a:pt x="12651" y="150401"/>
                            </a:cubicBezTo>
                            <a:cubicBezTo>
                              <a:pt x="4555" y="149544"/>
                              <a:pt x="-1351" y="140304"/>
                              <a:pt x="268" y="132780"/>
                            </a:cubicBezTo>
                            <a:cubicBezTo>
                              <a:pt x="5031" y="110586"/>
                              <a:pt x="12365" y="92679"/>
                              <a:pt x="32558" y="71439"/>
                            </a:cubicBezTo>
                            <a:cubicBezTo>
                              <a:pt x="43417" y="60104"/>
                              <a:pt x="65800" y="37911"/>
                              <a:pt x="77992" y="26385"/>
                            </a:cubicBezTo>
                            <a:cubicBezTo>
                              <a:pt x="100947" y="4954"/>
                              <a:pt x="121807" y="-94"/>
                              <a:pt x="144953" y="1"/>
                            </a:cubicBezTo>
                            <a:cubicBezTo>
                              <a:pt x="153049" y="1"/>
                              <a:pt x="161146" y="6669"/>
                              <a:pt x="160669" y="14098"/>
                            </a:cubicBezTo>
                            <a:cubicBezTo>
                              <a:pt x="159145" y="35529"/>
                              <a:pt x="153716" y="54008"/>
                              <a:pt x="133618" y="7715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43" name="Forme libre : forme 12242">
                        <a:extLst>
                          <a:ext uri="{FF2B5EF4-FFF2-40B4-BE49-F238E27FC236}">
                            <a16:creationId xmlns:a16="http://schemas.microsoft.com/office/drawing/2014/main" id="{68AFAF5F-746A-471C-ADC0-7C7A903079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78642" y="3009328"/>
                        <a:ext cx="156591" cy="137374"/>
                      </a:xfrm>
                      <a:custGeom>
                        <a:avLst/>
                        <a:gdLst>
                          <a:gd name="connsiteX0" fmla="*/ 68294 w 156591"/>
                          <a:gd name="connsiteY0" fmla="*/ 86773 h 137374"/>
                          <a:gd name="connsiteX1" fmla="*/ 0 w 156591"/>
                          <a:gd name="connsiteY1" fmla="*/ 132207 h 137374"/>
                          <a:gd name="connsiteX2" fmla="*/ 8477 w 156591"/>
                          <a:gd name="connsiteY2" fmla="*/ 136779 h 137374"/>
                          <a:gd name="connsiteX3" fmla="*/ 20383 w 156591"/>
                          <a:gd name="connsiteY3" fmla="*/ 137350 h 137374"/>
                          <a:gd name="connsiteX4" fmla="*/ 54864 w 156591"/>
                          <a:gd name="connsiteY4" fmla="*/ 129635 h 137374"/>
                          <a:gd name="connsiteX5" fmla="*/ 78867 w 156591"/>
                          <a:gd name="connsiteY5" fmla="*/ 113824 h 137374"/>
                          <a:gd name="connsiteX6" fmla="*/ 87630 w 156591"/>
                          <a:gd name="connsiteY6" fmla="*/ 106108 h 137374"/>
                          <a:gd name="connsiteX7" fmla="*/ 126016 w 156591"/>
                          <a:gd name="connsiteY7" fmla="*/ 67342 h 137374"/>
                          <a:gd name="connsiteX8" fmla="*/ 129445 w 156591"/>
                          <a:gd name="connsiteY8" fmla="*/ 63532 h 137374"/>
                          <a:gd name="connsiteX9" fmla="*/ 145828 w 156591"/>
                          <a:gd name="connsiteY9" fmla="*/ 40291 h 137374"/>
                          <a:gd name="connsiteX10" fmla="*/ 155543 w 156591"/>
                          <a:gd name="connsiteY10" fmla="*/ 10382 h 137374"/>
                          <a:gd name="connsiteX11" fmla="*/ 156591 w 156591"/>
                          <a:gd name="connsiteY11" fmla="*/ 381 h 137374"/>
                          <a:gd name="connsiteX12" fmla="*/ 156591 w 156591"/>
                          <a:gd name="connsiteY12" fmla="*/ 0 h 137374"/>
                          <a:gd name="connsiteX13" fmla="*/ 68294 w 156591"/>
                          <a:gd name="connsiteY13" fmla="*/ 86773 h 137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56591" h="137374">
                            <a:moveTo>
                              <a:pt x="68294" y="86773"/>
                            </a:moveTo>
                            <a:cubicBezTo>
                              <a:pt x="48958" y="107632"/>
                              <a:pt x="24479" y="128016"/>
                              <a:pt x="0" y="132207"/>
                            </a:cubicBezTo>
                            <a:cubicBezTo>
                              <a:pt x="2191" y="134683"/>
                              <a:pt x="5144" y="136493"/>
                              <a:pt x="8477" y="136779"/>
                            </a:cubicBezTo>
                            <a:cubicBezTo>
                              <a:pt x="12573" y="137255"/>
                              <a:pt x="16478" y="137446"/>
                              <a:pt x="20383" y="137350"/>
                            </a:cubicBezTo>
                            <a:cubicBezTo>
                              <a:pt x="31718" y="137255"/>
                              <a:pt x="42958" y="135255"/>
                              <a:pt x="54864" y="129635"/>
                            </a:cubicBezTo>
                            <a:cubicBezTo>
                              <a:pt x="62579" y="126016"/>
                              <a:pt x="70485" y="120872"/>
                              <a:pt x="78867" y="113824"/>
                            </a:cubicBezTo>
                            <a:cubicBezTo>
                              <a:pt x="81344" y="111633"/>
                              <a:pt x="84391" y="109061"/>
                              <a:pt x="87630" y="106108"/>
                            </a:cubicBezTo>
                            <a:cubicBezTo>
                              <a:pt x="100203" y="94583"/>
                              <a:pt x="116396" y="78010"/>
                              <a:pt x="126016" y="67342"/>
                            </a:cubicBezTo>
                            <a:cubicBezTo>
                              <a:pt x="127254" y="66008"/>
                              <a:pt x="128397" y="64675"/>
                              <a:pt x="129445" y="63532"/>
                            </a:cubicBezTo>
                            <a:cubicBezTo>
                              <a:pt x="136588" y="55245"/>
                              <a:pt x="141827" y="47625"/>
                              <a:pt x="145828" y="40291"/>
                            </a:cubicBezTo>
                            <a:cubicBezTo>
                              <a:pt x="151066" y="30099"/>
                              <a:pt x="153829" y="20383"/>
                              <a:pt x="155543" y="10382"/>
                            </a:cubicBezTo>
                            <a:cubicBezTo>
                              <a:pt x="156020" y="7144"/>
                              <a:pt x="156400" y="3810"/>
                              <a:pt x="156591" y="381"/>
                            </a:cubicBezTo>
                            <a:lnTo>
                              <a:pt x="156591" y="0"/>
                            </a:lnTo>
                            <a:cubicBezTo>
                              <a:pt x="125349" y="25432"/>
                              <a:pt x="96298" y="57055"/>
                              <a:pt x="68294" y="8677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44" name="Forme libre : forme 12243">
                        <a:extLst>
                          <a:ext uri="{FF2B5EF4-FFF2-40B4-BE49-F238E27FC236}">
                            <a16:creationId xmlns:a16="http://schemas.microsoft.com/office/drawing/2014/main" id="{14C26233-F890-4646-BCCA-C84853D72B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32270" y="3026578"/>
                        <a:ext cx="71572" cy="70054"/>
                      </a:xfrm>
                      <a:custGeom>
                        <a:avLst/>
                        <a:gdLst>
                          <a:gd name="connsiteX0" fmla="*/ 70291 w 71572"/>
                          <a:gd name="connsiteY0" fmla="*/ 1228 h 70054"/>
                          <a:gd name="connsiteX1" fmla="*/ 43907 w 71572"/>
                          <a:gd name="connsiteY1" fmla="*/ 45424 h 70054"/>
                          <a:gd name="connsiteX2" fmla="*/ 1521 w 71572"/>
                          <a:gd name="connsiteY2" fmla="*/ 68379 h 70054"/>
                          <a:gd name="connsiteX3" fmla="*/ 26095 w 71572"/>
                          <a:gd name="connsiteY3" fmla="*/ 28184 h 70054"/>
                          <a:gd name="connsiteX4" fmla="*/ 70291 w 71572"/>
                          <a:gd name="connsiteY4" fmla="*/ 1228 h 700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572" h="70054">
                            <a:moveTo>
                              <a:pt x="70291" y="1228"/>
                            </a:moveTo>
                            <a:cubicBezTo>
                              <a:pt x="77435" y="8086"/>
                              <a:pt x="52765" y="36090"/>
                              <a:pt x="43907" y="45424"/>
                            </a:cubicBezTo>
                            <a:cubicBezTo>
                              <a:pt x="35049" y="54663"/>
                              <a:pt x="9426" y="76190"/>
                              <a:pt x="1521" y="68379"/>
                            </a:cubicBezTo>
                            <a:cubicBezTo>
                              <a:pt x="-6194" y="60759"/>
                              <a:pt x="17523" y="36375"/>
                              <a:pt x="26095" y="28184"/>
                            </a:cubicBezTo>
                            <a:cubicBezTo>
                              <a:pt x="34477" y="20088"/>
                              <a:pt x="62767" y="-5916"/>
                              <a:pt x="70291" y="122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45" name="Forme libre : forme 12244">
                        <a:extLst>
                          <a:ext uri="{FF2B5EF4-FFF2-40B4-BE49-F238E27FC236}">
                            <a16:creationId xmlns:a16="http://schemas.microsoft.com/office/drawing/2014/main" id="{94055FE4-9AD7-49EB-B794-F55103D779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31434" y="3056000"/>
                        <a:ext cx="58173" cy="40498"/>
                      </a:xfrm>
                      <a:custGeom>
                        <a:avLst/>
                        <a:gdLst>
                          <a:gd name="connsiteX0" fmla="*/ 9787 w 58173"/>
                          <a:gd name="connsiteY0" fmla="*/ 17907 h 40498"/>
                          <a:gd name="connsiteX1" fmla="*/ 1881 w 58173"/>
                          <a:gd name="connsiteY1" fmla="*/ 39434 h 40498"/>
                          <a:gd name="connsiteX2" fmla="*/ 45029 w 58173"/>
                          <a:gd name="connsiteY2" fmla="*/ 15716 h 40498"/>
                          <a:gd name="connsiteX3" fmla="*/ 58174 w 58173"/>
                          <a:gd name="connsiteY3" fmla="*/ 0 h 40498"/>
                          <a:gd name="connsiteX4" fmla="*/ 49983 w 58173"/>
                          <a:gd name="connsiteY4" fmla="*/ 7334 h 40498"/>
                          <a:gd name="connsiteX5" fmla="*/ 9787 w 58173"/>
                          <a:gd name="connsiteY5" fmla="*/ 17907 h 404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8173" h="40498">
                            <a:moveTo>
                              <a:pt x="9787" y="17907"/>
                            </a:moveTo>
                            <a:cubicBezTo>
                              <a:pt x="6834" y="23527"/>
                              <a:pt x="-4405" y="36004"/>
                              <a:pt x="1881" y="39434"/>
                            </a:cubicBezTo>
                            <a:cubicBezTo>
                              <a:pt x="12168" y="45053"/>
                              <a:pt x="33695" y="27146"/>
                              <a:pt x="45029" y="15716"/>
                            </a:cubicBezTo>
                            <a:cubicBezTo>
                              <a:pt x="48363" y="12383"/>
                              <a:pt x="55221" y="4286"/>
                              <a:pt x="58174" y="0"/>
                            </a:cubicBezTo>
                            <a:cubicBezTo>
                              <a:pt x="55983" y="2096"/>
                              <a:pt x="52459" y="5715"/>
                              <a:pt x="49983" y="7334"/>
                            </a:cubicBezTo>
                            <a:cubicBezTo>
                              <a:pt x="36362" y="16288"/>
                              <a:pt x="18931" y="25908"/>
                              <a:pt x="9787" y="1790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46" name="Forme libre : forme 12245">
                        <a:extLst>
                          <a:ext uri="{FF2B5EF4-FFF2-40B4-BE49-F238E27FC236}">
                            <a16:creationId xmlns:a16="http://schemas.microsoft.com/office/drawing/2014/main" id="{631F4DC8-BCD2-4EF4-A54A-47BF502FC6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37467" y="3024161"/>
                        <a:ext cx="71190" cy="71055"/>
                      </a:xfrm>
                      <a:custGeom>
                        <a:avLst/>
                        <a:gdLst>
                          <a:gd name="connsiteX0" fmla="*/ 70524 w 71190"/>
                          <a:gd name="connsiteY0" fmla="*/ 1931 h 71055"/>
                          <a:gd name="connsiteX1" fmla="*/ 43949 w 71190"/>
                          <a:gd name="connsiteY1" fmla="*/ 46793 h 71055"/>
                          <a:gd name="connsiteX2" fmla="*/ 1753 w 71190"/>
                          <a:gd name="connsiteY2" fmla="*/ 69463 h 71055"/>
                          <a:gd name="connsiteX3" fmla="*/ 26137 w 71190"/>
                          <a:gd name="connsiteY3" fmla="*/ 29268 h 71055"/>
                          <a:gd name="connsiteX4" fmla="*/ 70524 w 71190"/>
                          <a:gd name="connsiteY4" fmla="*/ 1931 h 710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190" h="71055">
                            <a:moveTo>
                              <a:pt x="70524" y="1931"/>
                            </a:moveTo>
                            <a:cubicBezTo>
                              <a:pt x="75286" y="11170"/>
                              <a:pt x="53284" y="36506"/>
                              <a:pt x="43949" y="46793"/>
                            </a:cubicBezTo>
                            <a:cubicBezTo>
                              <a:pt x="34615" y="56985"/>
                              <a:pt x="10421" y="76797"/>
                              <a:pt x="1753" y="69463"/>
                            </a:cubicBezTo>
                            <a:cubicBezTo>
                              <a:pt x="-6819" y="62224"/>
                              <a:pt x="18422" y="37173"/>
                              <a:pt x="26137" y="29268"/>
                            </a:cubicBezTo>
                            <a:cubicBezTo>
                              <a:pt x="33948" y="21362"/>
                              <a:pt x="65571" y="-7690"/>
                              <a:pt x="70524" y="193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47" name="Forme libre : forme 12246">
                        <a:extLst>
                          <a:ext uri="{FF2B5EF4-FFF2-40B4-BE49-F238E27FC236}">
                            <a16:creationId xmlns:a16="http://schemas.microsoft.com/office/drawing/2014/main" id="{7A8DB966-EB58-44AD-884D-4375E7CA48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5475" y="3052005"/>
                        <a:ext cx="103650" cy="75973"/>
                      </a:xfrm>
                      <a:custGeom>
                        <a:avLst/>
                        <a:gdLst>
                          <a:gd name="connsiteX0" fmla="*/ 5455 w 103650"/>
                          <a:gd name="connsiteY0" fmla="*/ 73432 h 75973"/>
                          <a:gd name="connsiteX1" fmla="*/ 22695 w 103650"/>
                          <a:gd name="connsiteY1" fmla="*/ 74671 h 75973"/>
                          <a:gd name="connsiteX2" fmla="*/ 66891 w 103650"/>
                          <a:gd name="connsiteY2" fmla="*/ 56287 h 75973"/>
                          <a:gd name="connsiteX3" fmla="*/ 98610 w 103650"/>
                          <a:gd name="connsiteY3" fmla="*/ 21521 h 75973"/>
                          <a:gd name="connsiteX4" fmla="*/ 100229 w 103650"/>
                          <a:gd name="connsiteY4" fmla="*/ 280 h 75973"/>
                          <a:gd name="connsiteX5" fmla="*/ 85751 w 103650"/>
                          <a:gd name="connsiteY5" fmla="*/ 6757 h 75973"/>
                          <a:gd name="connsiteX6" fmla="*/ 46984 w 103650"/>
                          <a:gd name="connsiteY6" fmla="*/ 25522 h 75973"/>
                          <a:gd name="connsiteX7" fmla="*/ 8598 w 103650"/>
                          <a:gd name="connsiteY7" fmla="*/ 43809 h 75973"/>
                          <a:gd name="connsiteX8" fmla="*/ 5455 w 103650"/>
                          <a:gd name="connsiteY8" fmla="*/ 73432 h 75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3650" h="75973">
                            <a:moveTo>
                              <a:pt x="5455" y="73432"/>
                            </a:moveTo>
                            <a:cubicBezTo>
                              <a:pt x="11456" y="76575"/>
                              <a:pt x="14599" y="76575"/>
                              <a:pt x="22695" y="74671"/>
                            </a:cubicBezTo>
                            <a:cubicBezTo>
                              <a:pt x="38221" y="71146"/>
                              <a:pt x="51080" y="67717"/>
                              <a:pt x="66891" y="56287"/>
                            </a:cubicBezTo>
                            <a:cubicBezTo>
                              <a:pt x="79941" y="46858"/>
                              <a:pt x="92037" y="33332"/>
                              <a:pt x="98610" y="21521"/>
                            </a:cubicBezTo>
                            <a:cubicBezTo>
                              <a:pt x="103467" y="12663"/>
                              <a:pt x="106229" y="2757"/>
                              <a:pt x="100229" y="280"/>
                            </a:cubicBezTo>
                            <a:cubicBezTo>
                              <a:pt x="96514" y="-1244"/>
                              <a:pt x="91085" y="3805"/>
                              <a:pt x="85751" y="6757"/>
                            </a:cubicBezTo>
                            <a:cubicBezTo>
                              <a:pt x="73178" y="13901"/>
                              <a:pt x="61271" y="21140"/>
                              <a:pt x="46984" y="25522"/>
                            </a:cubicBezTo>
                            <a:cubicBezTo>
                              <a:pt x="34792" y="29332"/>
                              <a:pt x="19838" y="31237"/>
                              <a:pt x="8598" y="43809"/>
                            </a:cubicBezTo>
                            <a:cubicBezTo>
                              <a:pt x="-1593" y="54954"/>
                              <a:pt x="-2832" y="68956"/>
                              <a:pt x="5455" y="7343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48" name="Forme libre : forme 12247">
                        <a:extLst>
                          <a:ext uri="{FF2B5EF4-FFF2-40B4-BE49-F238E27FC236}">
                            <a16:creationId xmlns:a16="http://schemas.microsoft.com/office/drawing/2014/main" id="{0804A386-4DCB-4829-92C6-B4D2B119FC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1096" y="3070114"/>
                        <a:ext cx="24864" cy="32612"/>
                      </a:xfrm>
                      <a:custGeom>
                        <a:avLst/>
                        <a:gdLst>
                          <a:gd name="connsiteX0" fmla="*/ 1074 w 24864"/>
                          <a:gd name="connsiteY0" fmla="*/ 27416 h 32612"/>
                          <a:gd name="connsiteX1" fmla="*/ 121 w 24864"/>
                          <a:gd name="connsiteY1" fmla="*/ 31797 h 32612"/>
                          <a:gd name="connsiteX2" fmla="*/ 3836 w 24864"/>
                          <a:gd name="connsiteY2" fmla="*/ 31607 h 32612"/>
                          <a:gd name="connsiteX3" fmla="*/ 9170 w 24864"/>
                          <a:gd name="connsiteY3" fmla="*/ 26845 h 32612"/>
                          <a:gd name="connsiteX4" fmla="*/ 20409 w 24864"/>
                          <a:gd name="connsiteY4" fmla="*/ 13414 h 32612"/>
                          <a:gd name="connsiteX5" fmla="*/ 23839 w 24864"/>
                          <a:gd name="connsiteY5" fmla="*/ 7985 h 32612"/>
                          <a:gd name="connsiteX6" fmla="*/ 15266 w 24864"/>
                          <a:gd name="connsiteY6" fmla="*/ 4556 h 32612"/>
                          <a:gd name="connsiteX7" fmla="*/ 1074 w 24864"/>
                          <a:gd name="connsiteY7" fmla="*/ 27416 h 326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4864" h="32612">
                            <a:moveTo>
                              <a:pt x="1074" y="27416"/>
                            </a:moveTo>
                            <a:cubicBezTo>
                              <a:pt x="312" y="29226"/>
                              <a:pt x="-260" y="30464"/>
                              <a:pt x="121" y="31797"/>
                            </a:cubicBezTo>
                            <a:cubicBezTo>
                              <a:pt x="502" y="33131"/>
                              <a:pt x="2122" y="32655"/>
                              <a:pt x="3836" y="31607"/>
                            </a:cubicBezTo>
                            <a:cubicBezTo>
                              <a:pt x="5550" y="30559"/>
                              <a:pt x="7646" y="28559"/>
                              <a:pt x="9170" y="26845"/>
                            </a:cubicBezTo>
                            <a:cubicBezTo>
                              <a:pt x="13075" y="22654"/>
                              <a:pt x="17076" y="17891"/>
                              <a:pt x="20409" y="13414"/>
                            </a:cubicBezTo>
                            <a:cubicBezTo>
                              <a:pt x="21743" y="11509"/>
                              <a:pt x="23076" y="9795"/>
                              <a:pt x="23839" y="7985"/>
                            </a:cubicBezTo>
                            <a:cubicBezTo>
                              <a:pt x="26887" y="270"/>
                              <a:pt x="22886" y="-3636"/>
                              <a:pt x="15266" y="4556"/>
                            </a:cubicBezTo>
                            <a:cubicBezTo>
                              <a:pt x="9265" y="10747"/>
                              <a:pt x="4217" y="20177"/>
                              <a:pt x="1074" y="2741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49" name="Forme libre : forme 12248">
                        <a:extLst>
                          <a:ext uri="{FF2B5EF4-FFF2-40B4-BE49-F238E27FC236}">
                            <a16:creationId xmlns:a16="http://schemas.microsoft.com/office/drawing/2014/main" id="{5F591F10-869C-4775-B35B-27F9A0F962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8562" y="3009328"/>
                        <a:ext cx="23031" cy="60769"/>
                      </a:xfrm>
                      <a:custGeom>
                        <a:avLst/>
                        <a:gdLst>
                          <a:gd name="connsiteX0" fmla="*/ 22765 w 23031"/>
                          <a:gd name="connsiteY0" fmla="*/ 0 h 60769"/>
                          <a:gd name="connsiteX1" fmla="*/ 0 w 23031"/>
                          <a:gd name="connsiteY1" fmla="*/ 60770 h 60769"/>
                          <a:gd name="connsiteX2" fmla="*/ 22765 w 23031"/>
                          <a:gd name="connsiteY2" fmla="*/ 0 h 607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3031" h="60769">
                            <a:moveTo>
                              <a:pt x="22765" y="0"/>
                            </a:moveTo>
                            <a:cubicBezTo>
                              <a:pt x="25241" y="16002"/>
                              <a:pt x="9906" y="42767"/>
                              <a:pt x="0" y="60770"/>
                            </a:cubicBezTo>
                            <a:cubicBezTo>
                              <a:pt x="10859" y="41434"/>
                              <a:pt x="18002" y="17907"/>
                              <a:pt x="2276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50" name="Forme libre : forme 12249">
                        <a:extLst>
                          <a:ext uri="{FF2B5EF4-FFF2-40B4-BE49-F238E27FC236}">
                            <a16:creationId xmlns:a16="http://schemas.microsoft.com/office/drawing/2014/main" id="{A922ADAD-B13D-4048-947A-959478ECDF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76927" y="3067240"/>
                        <a:ext cx="33337" cy="61912"/>
                      </a:xfrm>
                      <a:custGeom>
                        <a:avLst/>
                        <a:gdLst>
                          <a:gd name="connsiteX0" fmla="*/ 33338 w 33337"/>
                          <a:gd name="connsiteY0" fmla="*/ 0 h 61912"/>
                          <a:gd name="connsiteX1" fmla="*/ 0 w 33337"/>
                          <a:gd name="connsiteY1" fmla="*/ 61913 h 61912"/>
                          <a:gd name="connsiteX2" fmla="*/ 33338 w 33337"/>
                          <a:gd name="connsiteY2" fmla="*/ 0 h 619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3337" h="61912">
                            <a:moveTo>
                              <a:pt x="33338" y="0"/>
                            </a:moveTo>
                            <a:cubicBezTo>
                              <a:pt x="15716" y="19050"/>
                              <a:pt x="6382" y="41910"/>
                              <a:pt x="0" y="61913"/>
                            </a:cubicBezTo>
                            <a:cubicBezTo>
                              <a:pt x="5143" y="43148"/>
                              <a:pt x="20764" y="18669"/>
                              <a:pt x="333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51" name="Forme libre : forme 12250">
                        <a:extLst>
                          <a:ext uri="{FF2B5EF4-FFF2-40B4-BE49-F238E27FC236}">
                            <a16:creationId xmlns:a16="http://schemas.microsoft.com/office/drawing/2014/main" id="{285937CD-7238-40F9-AA39-11AF136329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56898" y="3040033"/>
                        <a:ext cx="27804" cy="24273"/>
                      </a:xfrm>
                      <a:custGeom>
                        <a:avLst/>
                        <a:gdLst>
                          <a:gd name="connsiteX0" fmla="*/ 27757 w 27804"/>
                          <a:gd name="connsiteY0" fmla="*/ 1109 h 24273"/>
                          <a:gd name="connsiteX1" fmla="*/ 14136 w 27804"/>
                          <a:gd name="connsiteY1" fmla="*/ 17111 h 24273"/>
                          <a:gd name="connsiteX2" fmla="*/ 40 w 27804"/>
                          <a:gd name="connsiteY2" fmla="*/ 22921 h 24273"/>
                          <a:gd name="connsiteX3" fmla="*/ 12993 w 27804"/>
                          <a:gd name="connsiteY3" fmla="*/ 7967 h 24273"/>
                          <a:gd name="connsiteX4" fmla="*/ 27757 w 27804"/>
                          <a:gd name="connsiteY4" fmla="*/ 1109 h 242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7804" h="24273">
                            <a:moveTo>
                              <a:pt x="27757" y="1109"/>
                            </a:moveTo>
                            <a:cubicBezTo>
                              <a:pt x="28615" y="5204"/>
                              <a:pt x="17470" y="14349"/>
                              <a:pt x="14136" y="17111"/>
                            </a:cubicBezTo>
                            <a:cubicBezTo>
                              <a:pt x="10707" y="19873"/>
                              <a:pt x="706" y="27302"/>
                              <a:pt x="40" y="22921"/>
                            </a:cubicBezTo>
                            <a:cubicBezTo>
                              <a:pt x="-723" y="18539"/>
                              <a:pt x="9755" y="10538"/>
                              <a:pt x="12993" y="7967"/>
                            </a:cubicBezTo>
                            <a:cubicBezTo>
                              <a:pt x="16137" y="5395"/>
                              <a:pt x="26900" y="-2987"/>
                              <a:pt x="27757" y="110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52" name="Forme libre : forme 12251">
                        <a:extLst>
                          <a:ext uri="{FF2B5EF4-FFF2-40B4-BE49-F238E27FC236}">
                            <a16:creationId xmlns:a16="http://schemas.microsoft.com/office/drawing/2014/main" id="{0CCE8AB6-DD75-43C5-B502-380C8C6EE1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80360" y="3036422"/>
                        <a:ext cx="7901" cy="7448"/>
                      </a:xfrm>
                      <a:custGeom>
                        <a:avLst/>
                        <a:gdLst>
                          <a:gd name="connsiteX0" fmla="*/ 7533 w 7901"/>
                          <a:gd name="connsiteY0" fmla="*/ 148 h 7448"/>
                          <a:gd name="connsiteX1" fmla="*/ 5438 w 7901"/>
                          <a:gd name="connsiteY1" fmla="*/ 4624 h 7448"/>
                          <a:gd name="connsiteX2" fmla="*/ 390 w 7901"/>
                          <a:gd name="connsiteY2" fmla="*/ 7291 h 7448"/>
                          <a:gd name="connsiteX3" fmla="*/ 2390 w 7901"/>
                          <a:gd name="connsiteY3" fmla="*/ 2910 h 7448"/>
                          <a:gd name="connsiteX4" fmla="*/ 7533 w 7901"/>
                          <a:gd name="connsiteY4" fmla="*/ 148 h 74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901" h="7448">
                            <a:moveTo>
                              <a:pt x="7533" y="148"/>
                            </a:moveTo>
                            <a:cubicBezTo>
                              <a:pt x="8772" y="910"/>
                              <a:pt x="6581" y="3386"/>
                              <a:pt x="5438" y="4624"/>
                            </a:cubicBezTo>
                            <a:cubicBezTo>
                              <a:pt x="4200" y="5863"/>
                              <a:pt x="1628" y="8053"/>
                              <a:pt x="390" y="7291"/>
                            </a:cubicBezTo>
                            <a:cubicBezTo>
                              <a:pt x="-849" y="6529"/>
                              <a:pt x="1152" y="4148"/>
                              <a:pt x="2390" y="2910"/>
                            </a:cubicBezTo>
                            <a:cubicBezTo>
                              <a:pt x="3628" y="1767"/>
                              <a:pt x="6295" y="-614"/>
                              <a:pt x="7533" y="14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53" name="Forme libre : forme 12252">
                        <a:extLst>
                          <a:ext uri="{FF2B5EF4-FFF2-40B4-BE49-F238E27FC236}">
                            <a16:creationId xmlns:a16="http://schemas.microsoft.com/office/drawing/2014/main" id="{4B57AA9B-C3D7-460C-9BCC-3ED18E1D08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41869" y="3004901"/>
                        <a:ext cx="82252" cy="45094"/>
                      </a:xfrm>
                      <a:custGeom>
                        <a:avLst/>
                        <a:gdLst>
                          <a:gd name="connsiteX0" fmla="*/ 54025 w 82252"/>
                          <a:gd name="connsiteY0" fmla="*/ 4141 h 45094"/>
                          <a:gd name="connsiteX1" fmla="*/ 80219 w 82252"/>
                          <a:gd name="connsiteY1" fmla="*/ 521 h 45094"/>
                          <a:gd name="connsiteX2" fmla="*/ 79362 w 82252"/>
                          <a:gd name="connsiteY2" fmla="*/ 8904 h 45094"/>
                          <a:gd name="connsiteX3" fmla="*/ 69265 w 82252"/>
                          <a:gd name="connsiteY3" fmla="*/ 13380 h 45094"/>
                          <a:gd name="connsiteX4" fmla="*/ 37547 w 82252"/>
                          <a:gd name="connsiteY4" fmla="*/ 25668 h 45094"/>
                          <a:gd name="connsiteX5" fmla="*/ 19 w 82252"/>
                          <a:gd name="connsiteY5" fmla="*/ 42527 h 45094"/>
                          <a:gd name="connsiteX6" fmla="*/ 31451 w 82252"/>
                          <a:gd name="connsiteY6" fmla="*/ 10428 h 45094"/>
                          <a:gd name="connsiteX7" fmla="*/ 54025 w 82252"/>
                          <a:gd name="connsiteY7" fmla="*/ 4141 h 450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2252" h="45094">
                            <a:moveTo>
                              <a:pt x="54025" y="4141"/>
                            </a:moveTo>
                            <a:cubicBezTo>
                              <a:pt x="64217" y="998"/>
                              <a:pt x="71647" y="-1003"/>
                              <a:pt x="80219" y="521"/>
                            </a:cubicBezTo>
                            <a:cubicBezTo>
                              <a:pt x="83362" y="1093"/>
                              <a:pt x="82696" y="5855"/>
                              <a:pt x="79362" y="8904"/>
                            </a:cubicBezTo>
                            <a:cubicBezTo>
                              <a:pt x="76028" y="11952"/>
                              <a:pt x="72694" y="12523"/>
                              <a:pt x="69265" y="13380"/>
                            </a:cubicBezTo>
                            <a:cubicBezTo>
                              <a:pt x="58597" y="15857"/>
                              <a:pt x="48501" y="20333"/>
                              <a:pt x="37547" y="25668"/>
                            </a:cubicBezTo>
                            <a:cubicBezTo>
                              <a:pt x="30689" y="29096"/>
                              <a:pt x="590" y="52814"/>
                              <a:pt x="19" y="42527"/>
                            </a:cubicBezTo>
                            <a:cubicBezTo>
                              <a:pt x="-743" y="32526"/>
                              <a:pt x="22212" y="15190"/>
                              <a:pt x="31451" y="10428"/>
                            </a:cubicBezTo>
                            <a:cubicBezTo>
                              <a:pt x="40595" y="5951"/>
                              <a:pt x="46406" y="6427"/>
                              <a:pt x="54025" y="414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00" name="Graphique 1">
                      <a:extLst>
                        <a:ext uri="{FF2B5EF4-FFF2-40B4-BE49-F238E27FC236}">
                          <a16:creationId xmlns:a16="http://schemas.microsoft.com/office/drawing/2014/main" id="{3884D957-3A6C-4B3B-ADB7-78EC75F18C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28166" y="2926623"/>
                      <a:ext cx="199327" cy="81949"/>
                      <a:chOff x="3728166" y="2926623"/>
                      <a:chExt cx="199327" cy="81949"/>
                    </a:xfrm>
                    <a:solidFill>
                      <a:schemeClr val="accent1"/>
                    </a:solidFill>
                  </p:grpSpPr>
                  <p:sp>
                    <p:nvSpPr>
                      <p:cNvPr id="12230" name="Forme libre : forme 12229">
                        <a:extLst>
                          <a:ext uri="{FF2B5EF4-FFF2-40B4-BE49-F238E27FC236}">
                            <a16:creationId xmlns:a16="http://schemas.microsoft.com/office/drawing/2014/main" id="{6CD08D68-0EDD-4A84-930E-0DCF7595A0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8166" y="2926623"/>
                        <a:ext cx="199327" cy="81949"/>
                      </a:xfrm>
                      <a:custGeom>
                        <a:avLst/>
                        <a:gdLst>
                          <a:gd name="connsiteX0" fmla="*/ 128700 w 199327"/>
                          <a:gd name="connsiteY0" fmla="*/ 78038 h 81949"/>
                          <a:gd name="connsiteX1" fmla="*/ 100411 w 199327"/>
                          <a:gd name="connsiteY1" fmla="*/ 76800 h 81949"/>
                          <a:gd name="connsiteX2" fmla="*/ 92029 w 199327"/>
                          <a:gd name="connsiteY2" fmla="*/ 76990 h 81949"/>
                          <a:gd name="connsiteX3" fmla="*/ 84695 w 199327"/>
                          <a:gd name="connsiteY3" fmla="*/ 77276 h 81949"/>
                          <a:gd name="connsiteX4" fmla="*/ 74598 w 199327"/>
                          <a:gd name="connsiteY4" fmla="*/ 78514 h 81949"/>
                          <a:gd name="connsiteX5" fmla="*/ 44214 w 199327"/>
                          <a:gd name="connsiteY5" fmla="*/ 81943 h 81949"/>
                          <a:gd name="connsiteX6" fmla="*/ 12591 w 199327"/>
                          <a:gd name="connsiteY6" fmla="*/ 79467 h 81949"/>
                          <a:gd name="connsiteX7" fmla="*/ 399 w 199327"/>
                          <a:gd name="connsiteY7" fmla="*/ 61655 h 81949"/>
                          <a:gd name="connsiteX8" fmla="*/ 17067 w 199327"/>
                          <a:gd name="connsiteY8" fmla="*/ 29746 h 81949"/>
                          <a:gd name="connsiteX9" fmla="*/ 58215 w 199327"/>
                          <a:gd name="connsiteY9" fmla="*/ 4886 h 81949"/>
                          <a:gd name="connsiteX10" fmla="*/ 67074 w 199327"/>
                          <a:gd name="connsiteY10" fmla="*/ 2695 h 81949"/>
                          <a:gd name="connsiteX11" fmla="*/ 77741 w 199327"/>
                          <a:gd name="connsiteY11" fmla="*/ 1171 h 81949"/>
                          <a:gd name="connsiteX12" fmla="*/ 88314 w 199327"/>
                          <a:gd name="connsiteY12" fmla="*/ 409 h 81949"/>
                          <a:gd name="connsiteX13" fmla="*/ 98792 w 199327"/>
                          <a:gd name="connsiteY13" fmla="*/ 123 h 81949"/>
                          <a:gd name="connsiteX14" fmla="*/ 119652 w 199327"/>
                          <a:gd name="connsiteY14" fmla="*/ 885 h 81949"/>
                          <a:gd name="connsiteX15" fmla="*/ 137368 w 199327"/>
                          <a:gd name="connsiteY15" fmla="*/ 3171 h 81949"/>
                          <a:gd name="connsiteX16" fmla="*/ 150417 w 199327"/>
                          <a:gd name="connsiteY16" fmla="*/ 6219 h 81949"/>
                          <a:gd name="connsiteX17" fmla="*/ 161752 w 199327"/>
                          <a:gd name="connsiteY17" fmla="*/ 10887 h 81949"/>
                          <a:gd name="connsiteX18" fmla="*/ 171467 w 199327"/>
                          <a:gd name="connsiteY18" fmla="*/ 16316 h 81949"/>
                          <a:gd name="connsiteX19" fmla="*/ 179469 w 199327"/>
                          <a:gd name="connsiteY19" fmla="*/ 22888 h 81949"/>
                          <a:gd name="connsiteX20" fmla="*/ 186136 w 199327"/>
                          <a:gd name="connsiteY20" fmla="*/ 29746 h 81949"/>
                          <a:gd name="connsiteX21" fmla="*/ 191375 w 199327"/>
                          <a:gd name="connsiteY21" fmla="*/ 37557 h 81949"/>
                          <a:gd name="connsiteX22" fmla="*/ 198614 w 199327"/>
                          <a:gd name="connsiteY22" fmla="*/ 53940 h 81949"/>
                          <a:gd name="connsiteX23" fmla="*/ 189279 w 199327"/>
                          <a:gd name="connsiteY23" fmla="*/ 72894 h 81949"/>
                          <a:gd name="connsiteX24" fmla="*/ 128700 w 199327"/>
                          <a:gd name="connsiteY24" fmla="*/ 78038 h 819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99327" h="81949">
                            <a:moveTo>
                              <a:pt x="128700" y="78038"/>
                            </a:moveTo>
                            <a:cubicBezTo>
                              <a:pt x="122319" y="77276"/>
                              <a:pt x="111555" y="76704"/>
                              <a:pt x="100411" y="76800"/>
                            </a:cubicBezTo>
                            <a:cubicBezTo>
                              <a:pt x="97554" y="76895"/>
                              <a:pt x="94791" y="76990"/>
                              <a:pt x="92029" y="76990"/>
                            </a:cubicBezTo>
                            <a:cubicBezTo>
                              <a:pt x="89362" y="77085"/>
                              <a:pt x="86219" y="76990"/>
                              <a:pt x="84695" y="77276"/>
                            </a:cubicBezTo>
                            <a:cubicBezTo>
                              <a:pt x="80885" y="77467"/>
                              <a:pt x="77456" y="78133"/>
                              <a:pt x="74598" y="78514"/>
                            </a:cubicBezTo>
                            <a:cubicBezTo>
                              <a:pt x="64025" y="80229"/>
                              <a:pt x="54215" y="81848"/>
                              <a:pt x="44214" y="81943"/>
                            </a:cubicBezTo>
                            <a:cubicBezTo>
                              <a:pt x="34212" y="82038"/>
                              <a:pt x="24021" y="81086"/>
                              <a:pt x="12591" y="79467"/>
                            </a:cubicBezTo>
                            <a:cubicBezTo>
                              <a:pt x="4780" y="78419"/>
                              <a:pt x="-1697" y="69561"/>
                              <a:pt x="399" y="61655"/>
                            </a:cubicBezTo>
                            <a:cubicBezTo>
                              <a:pt x="3447" y="50225"/>
                              <a:pt x="8304" y="39652"/>
                              <a:pt x="17067" y="29746"/>
                            </a:cubicBezTo>
                            <a:cubicBezTo>
                              <a:pt x="25925" y="20030"/>
                              <a:pt x="38689" y="10505"/>
                              <a:pt x="58215" y="4886"/>
                            </a:cubicBezTo>
                            <a:cubicBezTo>
                              <a:pt x="60882" y="4219"/>
                              <a:pt x="63835" y="3457"/>
                              <a:pt x="67074" y="2695"/>
                            </a:cubicBezTo>
                            <a:cubicBezTo>
                              <a:pt x="70407" y="2124"/>
                              <a:pt x="74027" y="1647"/>
                              <a:pt x="77741" y="1171"/>
                            </a:cubicBezTo>
                            <a:cubicBezTo>
                              <a:pt x="81837" y="600"/>
                              <a:pt x="84885" y="600"/>
                              <a:pt x="88314" y="409"/>
                            </a:cubicBezTo>
                            <a:cubicBezTo>
                              <a:pt x="91743" y="314"/>
                              <a:pt x="95267" y="219"/>
                              <a:pt x="98792" y="123"/>
                            </a:cubicBezTo>
                            <a:cubicBezTo>
                              <a:pt x="105745" y="-258"/>
                              <a:pt x="112984" y="314"/>
                              <a:pt x="119652" y="885"/>
                            </a:cubicBezTo>
                            <a:cubicBezTo>
                              <a:pt x="126319" y="1362"/>
                              <a:pt x="132320" y="1933"/>
                              <a:pt x="137368" y="3171"/>
                            </a:cubicBezTo>
                            <a:cubicBezTo>
                              <a:pt x="142035" y="4124"/>
                              <a:pt x="146322" y="5076"/>
                              <a:pt x="150417" y="6219"/>
                            </a:cubicBezTo>
                            <a:cubicBezTo>
                              <a:pt x="154418" y="7458"/>
                              <a:pt x="158228" y="9267"/>
                              <a:pt x="161752" y="10887"/>
                            </a:cubicBezTo>
                            <a:cubicBezTo>
                              <a:pt x="165276" y="12601"/>
                              <a:pt x="168515" y="14316"/>
                              <a:pt x="171467" y="16316"/>
                            </a:cubicBezTo>
                            <a:cubicBezTo>
                              <a:pt x="174420" y="18507"/>
                              <a:pt x="177087" y="20697"/>
                              <a:pt x="179469" y="22888"/>
                            </a:cubicBezTo>
                            <a:cubicBezTo>
                              <a:pt x="181945" y="25174"/>
                              <a:pt x="184136" y="27365"/>
                              <a:pt x="186136" y="29746"/>
                            </a:cubicBezTo>
                            <a:cubicBezTo>
                              <a:pt x="188041" y="32318"/>
                              <a:pt x="189756" y="34890"/>
                              <a:pt x="191375" y="37557"/>
                            </a:cubicBezTo>
                            <a:cubicBezTo>
                              <a:pt x="194518" y="42700"/>
                              <a:pt x="196995" y="48034"/>
                              <a:pt x="198614" y="53940"/>
                            </a:cubicBezTo>
                            <a:cubicBezTo>
                              <a:pt x="201186" y="61941"/>
                              <a:pt x="196518" y="71275"/>
                              <a:pt x="189279" y="72894"/>
                            </a:cubicBezTo>
                            <a:cubicBezTo>
                              <a:pt x="168420" y="77657"/>
                              <a:pt x="152894" y="80133"/>
                              <a:pt x="128700" y="7803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31" name="Forme libre : forme 12230">
                        <a:extLst>
                          <a:ext uri="{FF2B5EF4-FFF2-40B4-BE49-F238E27FC236}">
                            <a16:creationId xmlns:a16="http://schemas.microsoft.com/office/drawing/2014/main" id="{BE66FB94-7297-41F0-A951-E94CE5829C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2184" y="2974535"/>
                        <a:ext cx="185737" cy="33945"/>
                      </a:xfrm>
                      <a:custGeom>
                        <a:avLst/>
                        <a:gdLst>
                          <a:gd name="connsiteX0" fmla="*/ 73343 w 185737"/>
                          <a:gd name="connsiteY0" fmla="*/ 2599 h 33945"/>
                          <a:gd name="connsiteX1" fmla="*/ 0 w 185737"/>
                          <a:gd name="connsiteY1" fmla="*/ 26888 h 33945"/>
                          <a:gd name="connsiteX2" fmla="*/ 8382 w 185737"/>
                          <a:gd name="connsiteY2" fmla="*/ 31555 h 33945"/>
                          <a:gd name="connsiteX3" fmla="*/ 19717 w 185737"/>
                          <a:gd name="connsiteY3" fmla="*/ 32888 h 33945"/>
                          <a:gd name="connsiteX4" fmla="*/ 50387 w 185737"/>
                          <a:gd name="connsiteY4" fmla="*/ 33460 h 33945"/>
                          <a:gd name="connsiteX5" fmla="*/ 70390 w 185737"/>
                          <a:gd name="connsiteY5" fmla="*/ 30602 h 33945"/>
                          <a:gd name="connsiteX6" fmla="*/ 77629 w 185737"/>
                          <a:gd name="connsiteY6" fmla="*/ 29555 h 33945"/>
                          <a:gd name="connsiteX7" fmla="*/ 99346 w 185737"/>
                          <a:gd name="connsiteY7" fmla="*/ 28602 h 33945"/>
                          <a:gd name="connsiteX8" fmla="*/ 110776 w 185737"/>
                          <a:gd name="connsiteY8" fmla="*/ 28983 h 33945"/>
                          <a:gd name="connsiteX9" fmla="*/ 120587 w 185737"/>
                          <a:gd name="connsiteY9" fmla="*/ 29555 h 33945"/>
                          <a:gd name="connsiteX10" fmla="*/ 124682 w 185737"/>
                          <a:gd name="connsiteY10" fmla="*/ 29936 h 33945"/>
                          <a:gd name="connsiteX11" fmla="*/ 131064 w 185737"/>
                          <a:gd name="connsiteY11" fmla="*/ 30221 h 33945"/>
                          <a:gd name="connsiteX12" fmla="*/ 136874 w 185737"/>
                          <a:gd name="connsiteY12" fmla="*/ 30698 h 33945"/>
                          <a:gd name="connsiteX13" fmla="*/ 147828 w 185737"/>
                          <a:gd name="connsiteY13" fmla="*/ 30602 h 33945"/>
                          <a:gd name="connsiteX14" fmla="*/ 175831 w 185737"/>
                          <a:gd name="connsiteY14" fmla="*/ 26888 h 33945"/>
                          <a:gd name="connsiteX15" fmla="*/ 185356 w 185737"/>
                          <a:gd name="connsiteY15" fmla="*/ 24983 h 33945"/>
                          <a:gd name="connsiteX16" fmla="*/ 185738 w 185737"/>
                          <a:gd name="connsiteY16" fmla="*/ 24887 h 33945"/>
                          <a:gd name="connsiteX17" fmla="*/ 73343 w 185737"/>
                          <a:gd name="connsiteY17" fmla="*/ 2599 h 339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85737" h="33945">
                            <a:moveTo>
                              <a:pt x="73343" y="2599"/>
                            </a:moveTo>
                            <a:cubicBezTo>
                              <a:pt x="48387" y="7647"/>
                              <a:pt x="24289" y="22316"/>
                              <a:pt x="0" y="26888"/>
                            </a:cubicBezTo>
                            <a:cubicBezTo>
                              <a:pt x="2286" y="29364"/>
                              <a:pt x="5144" y="31079"/>
                              <a:pt x="8382" y="31555"/>
                            </a:cubicBezTo>
                            <a:cubicBezTo>
                              <a:pt x="12287" y="32126"/>
                              <a:pt x="16097" y="32603"/>
                              <a:pt x="19717" y="32888"/>
                            </a:cubicBezTo>
                            <a:cubicBezTo>
                              <a:pt x="30385" y="34127"/>
                              <a:pt x="40291" y="34222"/>
                              <a:pt x="50387" y="33460"/>
                            </a:cubicBezTo>
                            <a:cubicBezTo>
                              <a:pt x="56960" y="32698"/>
                              <a:pt x="63437" y="31936"/>
                              <a:pt x="70390" y="30602"/>
                            </a:cubicBezTo>
                            <a:cubicBezTo>
                              <a:pt x="72485" y="30507"/>
                              <a:pt x="74962" y="29650"/>
                              <a:pt x="77629" y="29555"/>
                            </a:cubicBezTo>
                            <a:cubicBezTo>
                              <a:pt x="81820" y="28793"/>
                              <a:pt x="91630" y="29078"/>
                              <a:pt x="99346" y="28602"/>
                            </a:cubicBezTo>
                            <a:cubicBezTo>
                              <a:pt x="103346" y="28507"/>
                              <a:pt x="107156" y="28983"/>
                              <a:pt x="110776" y="28983"/>
                            </a:cubicBezTo>
                            <a:cubicBezTo>
                              <a:pt x="114395" y="29078"/>
                              <a:pt x="117824" y="29078"/>
                              <a:pt x="120587" y="29555"/>
                            </a:cubicBezTo>
                            <a:cubicBezTo>
                              <a:pt x="122015" y="29650"/>
                              <a:pt x="123444" y="29841"/>
                              <a:pt x="124682" y="29936"/>
                            </a:cubicBezTo>
                            <a:cubicBezTo>
                              <a:pt x="126873" y="30126"/>
                              <a:pt x="128969" y="30221"/>
                              <a:pt x="131064" y="30221"/>
                            </a:cubicBezTo>
                            <a:cubicBezTo>
                              <a:pt x="133064" y="30412"/>
                              <a:pt x="134969" y="30602"/>
                              <a:pt x="136874" y="30698"/>
                            </a:cubicBezTo>
                            <a:cubicBezTo>
                              <a:pt x="140589" y="30983"/>
                              <a:pt x="144494" y="30412"/>
                              <a:pt x="147828" y="30602"/>
                            </a:cubicBezTo>
                            <a:cubicBezTo>
                              <a:pt x="157353" y="30126"/>
                              <a:pt x="166211" y="28697"/>
                              <a:pt x="175831" y="26888"/>
                            </a:cubicBezTo>
                            <a:cubicBezTo>
                              <a:pt x="178879" y="26316"/>
                              <a:pt x="182023" y="25745"/>
                              <a:pt x="185356" y="24983"/>
                            </a:cubicBezTo>
                            <a:lnTo>
                              <a:pt x="185738" y="24887"/>
                            </a:lnTo>
                            <a:cubicBezTo>
                              <a:pt x="154591" y="1932"/>
                              <a:pt x="110585" y="-4164"/>
                              <a:pt x="73343" y="259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32" name="Forme libre : forme 12231">
                        <a:extLst>
                          <a:ext uri="{FF2B5EF4-FFF2-40B4-BE49-F238E27FC236}">
                            <a16:creationId xmlns:a16="http://schemas.microsoft.com/office/drawing/2014/main" id="{C7ED5CBE-9E81-42B6-9FAA-DFDD797356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95414" y="2954259"/>
                        <a:ext cx="94626" cy="26260"/>
                      </a:xfrm>
                      <a:custGeom>
                        <a:avLst/>
                        <a:gdLst>
                          <a:gd name="connsiteX0" fmla="*/ 94409 w 94626"/>
                          <a:gd name="connsiteY0" fmla="*/ 21636 h 26260"/>
                          <a:gd name="connsiteX1" fmla="*/ 73168 w 94626"/>
                          <a:gd name="connsiteY1" fmla="*/ 26018 h 26260"/>
                          <a:gd name="connsiteX2" fmla="*/ 57547 w 94626"/>
                          <a:gd name="connsiteY2" fmla="*/ 25446 h 26260"/>
                          <a:gd name="connsiteX3" fmla="*/ 45165 w 94626"/>
                          <a:gd name="connsiteY3" fmla="*/ 25256 h 26260"/>
                          <a:gd name="connsiteX4" fmla="*/ 18971 w 94626"/>
                          <a:gd name="connsiteY4" fmla="*/ 22874 h 26260"/>
                          <a:gd name="connsiteX5" fmla="*/ 6874 w 94626"/>
                          <a:gd name="connsiteY5" fmla="*/ 20207 h 26260"/>
                          <a:gd name="connsiteX6" fmla="*/ 207 w 94626"/>
                          <a:gd name="connsiteY6" fmla="*/ 14778 h 26260"/>
                          <a:gd name="connsiteX7" fmla="*/ 17447 w 94626"/>
                          <a:gd name="connsiteY7" fmla="*/ 2015 h 26260"/>
                          <a:gd name="connsiteX8" fmla="*/ 46022 w 94626"/>
                          <a:gd name="connsiteY8" fmla="*/ 395 h 26260"/>
                          <a:gd name="connsiteX9" fmla="*/ 59452 w 94626"/>
                          <a:gd name="connsiteY9" fmla="*/ 1919 h 26260"/>
                          <a:gd name="connsiteX10" fmla="*/ 76502 w 94626"/>
                          <a:gd name="connsiteY10" fmla="*/ 6491 h 26260"/>
                          <a:gd name="connsiteX11" fmla="*/ 94409 w 94626"/>
                          <a:gd name="connsiteY11" fmla="*/ 21636 h 262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94626" h="26260">
                            <a:moveTo>
                              <a:pt x="94409" y="21636"/>
                            </a:moveTo>
                            <a:cubicBezTo>
                              <a:pt x="92980" y="26208"/>
                              <a:pt x="83360" y="26684"/>
                              <a:pt x="73168" y="26018"/>
                            </a:cubicBezTo>
                            <a:cubicBezTo>
                              <a:pt x="67929" y="26113"/>
                              <a:pt x="62405" y="25922"/>
                              <a:pt x="57547" y="25446"/>
                            </a:cubicBezTo>
                            <a:cubicBezTo>
                              <a:pt x="52594" y="25446"/>
                              <a:pt x="48117" y="25446"/>
                              <a:pt x="45165" y="25256"/>
                            </a:cubicBezTo>
                            <a:cubicBezTo>
                              <a:pt x="39259" y="24494"/>
                              <a:pt x="28496" y="24684"/>
                              <a:pt x="18971" y="22874"/>
                            </a:cubicBezTo>
                            <a:cubicBezTo>
                              <a:pt x="14399" y="22303"/>
                              <a:pt x="10303" y="21446"/>
                              <a:pt x="6874" y="20207"/>
                            </a:cubicBezTo>
                            <a:cubicBezTo>
                              <a:pt x="3541" y="19160"/>
                              <a:pt x="969" y="17445"/>
                              <a:pt x="207" y="14778"/>
                            </a:cubicBezTo>
                            <a:cubicBezTo>
                              <a:pt x="-1413" y="9444"/>
                              <a:pt x="6684" y="4300"/>
                              <a:pt x="17447" y="2015"/>
                            </a:cubicBezTo>
                            <a:cubicBezTo>
                              <a:pt x="27734" y="300"/>
                              <a:pt x="39831" y="-557"/>
                              <a:pt x="46022" y="395"/>
                            </a:cubicBezTo>
                            <a:cubicBezTo>
                              <a:pt x="49165" y="681"/>
                              <a:pt x="53928" y="1157"/>
                              <a:pt x="59452" y="1919"/>
                            </a:cubicBezTo>
                            <a:cubicBezTo>
                              <a:pt x="64882" y="3062"/>
                              <a:pt x="70977" y="4682"/>
                              <a:pt x="76502" y="6491"/>
                            </a:cubicBezTo>
                            <a:cubicBezTo>
                              <a:pt x="87456" y="10968"/>
                              <a:pt x="96124" y="16588"/>
                              <a:pt x="94409" y="2163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33" name="Forme libre : forme 12232">
                        <a:extLst>
                          <a:ext uri="{FF2B5EF4-FFF2-40B4-BE49-F238E27FC236}">
                            <a16:creationId xmlns:a16="http://schemas.microsoft.com/office/drawing/2014/main" id="{291205BE-F6FC-479D-9780-4A555D4016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94578" y="2956369"/>
                        <a:ext cx="65622" cy="23572"/>
                      </a:xfrm>
                      <a:custGeom>
                        <a:avLst/>
                        <a:gdLst>
                          <a:gd name="connsiteX0" fmla="*/ 20188 w 65622"/>
                          <a:gd name="connsiteY0" fmla="*/ 0 h 23572"/>
                          <a:gd name="connsiteX1" fmla="*/ 6377 w 65622"/>
                          <a:gd name="connsiteY1" fmla="*/ 4572 h 23572"/>
                          <a:gd name="connsiteX2" fmla="*/ 566 w 65622"/>
                          <a:gd name="connsiteY2" fmla="*/ 12859 h 23572"/>
                          <a:gd name="connsiteX3" fmla="*/ 8186 w 65622"/>
                          <a:gd name="connsiteY3" fmla="*/ 18002 h 23572"/>
                          <a:gd name="connsiteX4" fmla="*/ 19807 w 65622"/>
                          <a:gd name="connsiteY4" fmla="*/ 20764 h 23572"/>
                          <a:gd name="connsiteX5" fmla="*/ 46572 w 65622"/>
                          <a:gd name="connsiteY5" fmla="*/ 23241 h 23572"/>
                          <a:gd name="connsiteX6" fmla="*/ 55907 w 65622"/>
                          <a:gd name="connsiteY6" fmla="*/ 23336 h 23572"/>
                          <a:gd name="connsiteX7" fmla="*/ 65622 w 65622"/>
                          <a:gd name="connsiteY7" fmla="*/ 23527 h 23572"/>
                          <a:gd name="connsiteX8" fmla="*/ 55526 w 65622"/>
                          <a:gd name="connsiteY8" fmla="*/ 21431 h 23572"/>
                          <a:gd name="connsiteX9" fmla="*/ 20188 w 65622"/>
                          <a:gd name="connsiteY9" fmla="*/ 0 h 23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5622" h="23572">
                            <a:moveTo>
                              <a:pt x="20188" y="0"/>
                            </a:moveTo>
                            <a:cubicBezTo>
                              <a:pt x="17235" y="762"/>
                              <a:pt x="10949" y="2667"/>
                              <a:pt x="6377" y="4572"/>
                            </a:cubicBezTo>
                            <a:cubicBezTo>
                              <a:pt x="1804" y="7048"/>
                              <a:pt x="-1339" y="9811"/>
                              <a:pt x="566" y="12859"/>
                            </a:cubicBezTo>
                            <a:cubicBezTo>
                              <a:pt x="2090" y="15335"/>
                              <a:pt x="4852" y="16954"/>
                              <a:pt x="8186" y="18002"/>
                            </a:cubicBezTo>
                            <a:cubicBezTo>
                              <a:pt x="11615" y="19336"/>
                              <a:pt x="15425" y="20098"/>
                              <a:pt x="19807" y="20764"/>
                            </a:cubicBezTo>
                            <a:cubicBezTo>
                              <a:pt x="28855" y="22670"/>
                              <a:pt x="39143" y="22384"/>
                              <a:pt x="46572" y="23241"/>
                            </a:cubicBezTo>
                            <a:cubicBezTo>
                              <a:pt x="48763" y="23431"/>
                              <a:pt x="52287" y="23431"/>
                              <a:pt x="55907" y="23336"/>
                            </a:cubicBezTo>
                            <a:cubicBezTo>
                              <a:pt x="59526" y="23241"/>
                              <a:pt x="63145" y="23717"/>
                              <a:pt x="65622" y="23527"/>
                            </a:cubicBezTo>
                            <a:cubicBezTo>
                              <a:pt x="62860" y="23050"/>
                              <a:pt x="58193" y="22003"/>
                              <a:pt x="55526" y="21431"/>
                            </a:cubicBezTo>
                            <a:cubicBezTo>
                              <a:pt x="40857" y="16383"/>
                              <a:pt x="21998" y="12097"/>
                              <a:pt x="20188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34" name="Forme libre : forme 12233">
                        <a:extLst>
                          <a:ext uri="{FF2B5EF4-FFF2-40B4-BE49-F238E27FC236}">
                            <a16:creationId xmlns:a16="http://schemas.microsoft.com/office/drawing/2014/main" id="{402C7059-A22B-4809-B844-3FF3D6E7EF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00529" y="2957322"/>
                        <a:ext cx="93948" cy="26707"/>
                      </a:xfrm>
                      <a:custGeom>
                        <a:avLst/>
                        <a:gdLst>
                          <a:gd name="connsiteX0" fmla="*/ 93199 w 93948"/>
                          <a:gd name="connsiteY0" fmla="*/ 22860 h 26707"/>
                          <a:gd name="connsiteX1" fmla="*/ 84627 w 93948"/>
                          <a:gd name="connsiteY1" fmla="*/ 26194 h 26707"/>
                          <a:gd name="connsiteX2" fmla="*/ 71006 w 93948"/>
                          <a:gd name="connsiteY2" fmla="*/ 26479 h 26707"/>
                          <a:gd name="connsiteX3" fmla="*/ 43955 w 93948"/>
                          <a:gd name="connsiteY3" fmla="*/ 25432 h 26707"/>
                          <a:gd name="connsiteX4" fmla="*/ 32239 w 93948"/>
                          <a:gd name="connsiteY4" fmla="*/ 24384 h 26707"/>
                          <a:gd name="connsiteX5" fmla="*/ 18333 w 93948"/>
                          <a:gd name="connsiteY5" fmla="*/ 22765 h 26707"/>
                          <a:gd name="connsiteX6" fmla="*/ 6617 w 93948"/>
                          <a:gd name="connsiteY6" fmla="*/ 19431 h 26707"/>
                          <a:gd name="connsiteX7" fmla="*/ 236 w 93948"/>
                          <a:gd name="connsiteY7" fmla="*/ 13430 h 26707"/>
                          <a:gd name="connsiteX8" fmla="*/ 4141 w 93948"/>
                          <a:gd name="connsiteY8" fmla="*/ 6191 h 26707"/>
                          <a:gd name="connsiteX9" fmla="*/ 17380 w 93948"/>
                          <a:gd name="connsiteY9" fmla="*/ 1714 h 26707"/>
                          <a:gd name="connsiteX10" fmla="*/ 33192 w 93948"/>
                          <a:gd name="connsiteY10" fmla="*/ 0 h 26707"/>
                          <a:gd name="connsiteX11" fmla="*/ 45574 w 93948"/>
                          <a:gd name="connsiteY11" fmla="*/ 571 h 26707"/>
                          <a:gd name="connsiteX12" fmla="*/ 76626 w 93948"/>
                          <a:gd name="connsiteY12" fmla="*/ 7429 h 26707"/>
                          <a:gd name="connsiteX13" fmla="*/ 93199 w 93948"/>
                          <a:gd name="connsiteY13" fmla="*/ 22860 h 267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93948" h="26707">
                            <a:moveTo>
                              <a:pt x="93199" y="22860"/>
                            </a:moveTo>
                            <a:cubicBezTo>
                              <a:pt x="91580" y="24955"/>
                              <a:pt x="88437" y="25908"/>
                              <a:pt x="84627" y="26194"/>
                            </a:cubicBezTo>
                            <a:cubicBezTo>
                              <a:pt x="80722" y="26765"/>
                              <a:pt x="75864" y="26860"/>
                              <a:pt x="71006" y="26479"/>
                            </a:cubicBezTo>
                            <a:cubicBezTo>
                              <a:pt x="61100" y="26289"/>
                              <a:pt x="50432" y="25337"/>
                              <a:pt x="43955" y="25432"/>
                            </a:cubicBezTo>
                            <a:cubicBezTo>
                              <a:pt x="40812" y="25432"/>
                              <a:pt x="36716" y="24955"/>
                              <a:pt x="32239" y="24384"/>
                            </a:cubicBezTo>
                            <a:cubicBezTo>
                              <a:pt x="27763" y="24193"/>
                              <a:pt x="22905" y="23622"/>
                              <a:pt x="18333" y="22765"/>
                            </a:cubicBezTo>
                            <a:cubicBezTo>
                              <a:pt x="13666" y="21717"/>
                              <a:pt x="9761" y="20860"/>
                              <a:pt x="6617" y="19431"/>
                            </a:cubicBezTo>
                            <a:cubicBezTo>
                              <a:pt x="3474" y="17907"/>
                              <a:pt x="1093" y="16002"/>
                              <a:pt x="236" y="13430"/>
                            </a:cubicBezTo>
                            <a:cubicBezTo>
                              <a:pt x="-622" y="10763"/>
                              <a:pt x="902" y="8096"/>
                              <a:pt x="4141" y="6191"/>
                            </a:cubicBezTo>
                            <a:cubicBezTo>
                              <a:pt x="7379" y="4191"/>
                              <a:pt x="12237" y="2381"/>
                              <a:pt x="17380" y="1714"/>
                            </a:cubicBezTo>
                            <a:cubicBezTo>
                              <a:pt x="22524" y="857"/>
                              <a:pt x="28239" y="286"/>
                              <a:pt x="33192" y="0"/>
                            </a:cubicBezTo>
                            <a:cubicBezTo>
                              <a:pt x="38240" y="0"/>
                              <a:pt x="42717" y="381"/>
                              <a:pt x="45574" y="571"/>
                            </a:cubicBezTo>
                            <a:cubicBezTo>
                              <a:pt x="51289" y="667"/>
                              <a:pt x="65196" y="2953"/>
                              <a:pt x="76626" y="7429"/>
                            </a:cubicBezTo>
                            <a:cubicBezTo>
                              <a:pt x="88342" y="11906"/>
                              <a:pt x="96533" y="18669"/>
                              <a:pt x="93199" y="2286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35" name="Forme libre : forme 12234">
                        <a:extLst>
                          <a:ext uri="{FF2B5EF4-FFF2-40B4-BE49-F238E27FC236}">
                            <a16:creationId xmlns:a16="http://schemas.microsoft.com/office/drawing/2014/main" id="{6741B2D4-AD36-4F32-B4E1-B3C5BF3055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51453" y="2953141"/>
                        <a:ext cx="114818" cy="43648"/>
                      </a:xfrm>
                      <a:custGeom>
                        <a:avLst/>
                        <a:gdLst>
                          <a:gd name="connsiteX0" fmla="*/ 3973 w 114818"/>
                          <a:gd name="connsiteY0" fmla="*/ 33899 h 43648"/>
                          <a:gd name="connsiteX1" fmla="*/ 20070 w 114818"/>
                          <a:gd name="connsiteY1" fmla="*/ 38851 h 43648"/>
                          <a:gd name="connsiteX2" fmla="*/ 58837 w 114818"/>
                          <a:gd name="connsiteY2" fmla="*/ 43138 h 43648"/>
                          <a:gd name="connsiteX3" fmla="*/ 68362 w 114818"/>
                          <a:gd name="connsiteY3" fmla="*/ 43614 h 43648"/>
                          <a:gd name="connsiteX4" fmla="*/ 79030 w 114818"/>
                          <a:gd name="connsiteY4" fmla="*/ 43233 h 43648"/>
                          <a:gd name="connsiteX5" fmla="*/ 98366 w 114818"/>
                          <a:gd name="connsiteY5" fmla="*/ 40757 h 43648"/>
                          <a:gd name="connsiteX6" fmla="*/ 114749 w 114818"/>
                          <a:gd name="connsiteY6" fmla="*/ 29326 h 43648"/>
                          <a:gd name="connsiteX7" fmla="*/ 101890 w 114818"/>
                          <a:gd name="connsiteY7" fmla="*/ 21421 h 43648"/>
                          <a:gd name="connsiteX8" fmla="*/ 82268 w 114818"/>
                          <a:gd name="connsiteY8" fmla="*/ 14182 h 43648"/>
                          <a:gd name="connsiteX9" fmla="*/ 61790 w 114818"/>
                          <a:gd name="connsiteY9" fmla="*/ 6562 h 43648"/>
                          <a:gd name="connsiteX10" fmla="*/ 15117 w 114818"/>
                          <a:gd name="connsiteY10" fmla="*/ 5038 h 43648"/>
                          <a:gd name="connsiteX11" fmla="*/ 3973 w 114818"/>
                          <a:gd name="connsiteY11" fmla="*/ 33899 h 43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14818" h="43648">
                            <a:moveTo>
                              <a:pt x="3973" y="33899"/>
                            </a:moveTo>
                            <a:cubicBezTo>
                              <a:pt x="9402" y="38090"/>
                              <a:pt x="12355" y="38280"/>
                              <a:pt x="20070" y="38851"/>
                            </a:cubicBezTo>
                            <a:cubicBezTo>
                              <a:pt x="34643" y="39994"/>
                              <a:pt x="45407" y="42281"/>
                              <a:pt x="58837" y="43138"/>
                            </a:cubicBezTo>
                            <a:cubicBezTo>
                              <a:pt x="62076" y="43328"/>
                              <a:pt x="65219" y="43424"/>
                              <a:pt x="68362" y="43614"/>
                            </a:cubicBezTo>
                            <a:cubicBezTo>
                              <a:pt x="71886" y="43709"/>
                              <a:pt x="75506" y="43614"/>
                              <a:pt x="79030" y="43233"/>
                            </a:cubicBezTo>
                            <a:cubicBezTo>
                              <a:pt x="85983" y="42757"/>
                              <a:pt x="92460" y="42376"/>
                              <a:pt x="98366" y="40757"/>
                            </a:cubicBezTo>
                            <a:cubicBezTo>
                              <a:pt x="106748" y="39233"/>
                              <a:pt x="115701" y="35613"/>
                              <a:pt x="114749" y="29326"/>
                            </a:cubicBezTo>
                            <a:cubicBezTo>
                              <a:pt x="114082" y="25421"/>
                              <a:pt x="107224" y="23992"/>
                              <a:pt x="101890" y="21421"/>
                            </a:cubicBezTo>
                            <a:cubicBezTo>
                              <a:pt x="95318" y="19040"/>
                              <a:pt x="88936" y="16658"/>
                              <a:pt x="82268" y="14182"/>
                            </a:cubicBezTo>
                            <a:cubicBezTo>
                              <a:pt x="75601" y="12182"/>
                              <a:pt x="68838" y="9800"/>
                              <a:pt x="61790" y="6562"/>
                            </a:cubicBezTo>
                            <a:cubicBezTo>
                              <a:pt x="49979" y="1514"/>
                              <a:pt x="32643" y="-4487"/>
                              <a:pt x="15117" y="5038"/>
                            </a:cubicBezTo>
                            <a:cubicBezTo>
                              <a:pt x="-504" y="13896"/>
                              <a:pt x="-3647" y="28565"/>
                              <a:pt x="3973" y="3389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36" name="Forme libre : forme 12235">
                        <a:extLst>
                          <a:ext uri="{FF2B5EF4-FFF2-40B4-BE49-F238E27FC236}">
                            <a16:creationId xmlns:a16="http://schemas.microsoft.com/office/drawing/2014/main" id="{D78A5F9F-E73F-436B-856D-479AA9333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1519" y="2947313"/>
                        <a:ext cx="40507" cy="20204"/>
                      </a:xfrm>
                      <a:custGeom>
                        <a:avLst/>
                        <a:gdLst>
                          <a:gd name="connsiteX0" fmla="*/ 2671 w 40507"/>
                          <a:gd name="connsiteY0" fmla="*/ 15057 h 20204"/>
                          <a:gd name="connsiteX1" fmla="*/ 4 w 40507"/>
                          <a:gd name="connsiteY1" fmla="*/ 18962 h 20204"/>
                          <a:gd name="connsiteX2" fmla="*/ 3814 w 40507"/>
                          <a:gd name="connsiteY2" fmla="*/ 20010 h 20204"/>
                          <a:gd name="connsiteX3" fmla="*/ 10957 w 40507"/>
                          <a:gd name="connsiteY3" fmla="*/ 17533 h 20204"/>
                          <a:gd name="connsiteX4" fmla="*/ 28483 w 40507"/>
                          <a:gd name="connsiteY4" fmla="*/ 10675 h 20204"/>
                          <a:gd name="connsiteX5" fmla="*/ 35056 w 40507"/>
                          <a:gd name="connsiteY5" fmla="*/ 8294 h 20204"/>
                          <a:gd name="connsiteX6" fmla="*/ 29626 w 40507"/>
                          <a:gd name="connsiteY6" fmla="*/ 484 h 20204"/>
                          <a:gd name="connsiteX7" fmla="*/ 2671 w 40507"/>
                          <a:gd name="connsiteY7" fmla="*/ 15057 h 20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507" h="20204">
                            <a:moveTo>
                              <a:pt x="2671" y="15057"/>
                            </a:moveTo>
                            <a:cubicBezTo>
                              <a:pt x="1147" y="16581"/>
                              <a:pt x="99" y="17629"/>
                              <a:pt x="4" y="18962"/>
                            </a:cubicBezTo>
                            <a:cubicBezTo>
                              <a:pt x="-92" y="20296"/>
                              <a:pt x="1718" y="20391"/>
                              <a:pt x="3814" y="20010"/>
                            </a:cubicBezTo>
                            <a:cubicBezTo>
                              <a:pt x="5814" y="19534"/>
                              <a:pt x="8671" y="18296"/>
                              <a:pt x="10957" y="17533"/>
                            </a:cubicBezTo>
                            <a:cubicBezTo>
                              <a:pt x="16577" y="14962"/>
                              <a:pt x="22864" y="12962"/>
                              <a:pt x="28483" y="10675"/>
                            </a:cubicBezTo>
                            <a:cubicBezTo>
                              <a:pt x="30865" y="9818"/>
                              <a:pt x="33151" y="9342"/>
                              <a:pt x="35056" y="8294"/>
                            </a:cubicBezTo>
                            <a:cubicBezTo>
                              <a:pt x="43057" y="4008"/>
                              <a:pt x="43057" y="-1707"/>
                              <a:pt x="29626" y="484"/>
                            </a:cubicBezTo>
                            <a:cubicBezTo>
                              <a:pt x="19435" y="2389"/>
                              <a:pt x="8766" y="9056"/>
                              <a:pt x="2671" y="1505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37" name="Forme libre : forme 12236">
                        <a:extLst>
                          <a:ext uri="{FF2B5EF4-FFF2-40B4-BE49-F238E27FC236}">
                            <a16:creationId xmlns:a16="http://schemas.microsoft.com/office/drawing/2014/main" id="{82F35E5F-F4AB-493A-8F09-870FFD693B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9058" y="2995802"/>
                        <a:ext cx="57816" cy="7524"/>
                      </a:xfrm>
                      <a:custGeom>
                        <a:avLst/>
                        <a:gdLst>
                          <a:gd name="connsiteX0" fmla="*/ 57817 w 57816"/>
                          <a:gd name="connsiteY0" fmla="*/ 0 h 7524"/>
                          <a:gd name="connsiteX1" fmla="*/ 29528 w 57816"/>
                          <a:gd name="connsiteY1" fmla="*/ 4572 h 7524"/>
                          <a:gd name="connsiteX2" fmla="*/ 13906 w 57816"/>
                          <a:gd name="connsiteY2" fmla="*/ 5810 h 7524"/>
                          <a:gd name="connsiteX3" fmla="*/ 0 w 57816"/>
                          <a:gd name="connsiteY3" fmla="*/ 7525 h 7524"/>
                          <a:gd name="connsiteX4" fmla="*/ 13906 w 57816"/>
                          <a:gd name="connsiteY4" fmla="*/ 5144 h 7524"/>
                          <a:gd name="connsiteX5" fmla="*/ 28575 w 57816"/>
                          <a:gd name="connsiteY5" fmla="*/ 2667 h 7524"/>
                          <a:gd name="connsiteX6" fmla="*/ 43529 w 57816"/>
                          <a:gd name="connsiteY6" fmla="*/ 857 h 7524"/>
                          <a:gd name="connsiteX7" fmla="*/ 50959 w 57816"/>
                          <a:gd name="connsiteY7" fmla="*/ 191 h 7524"/>
                          <a:gd name="connsiteX8" fmla="*/ 57817 w 57816"/>
                          <a:gd name="connsiteY8" fmla="*/ 0 h 7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7816" h="7524">
                            <a:moveTo>
                              <a:pt x="57817" y="0"/>
                            </a:moveTo>
                            <a:cubicBezTo>
                              <a:pt x="50578" y="3334"/>
                              <a:pt x="40005" y="3810"/>
                              <a:pt x="29528" y="4572"/>
                            </a:cubicBezTo>
                            <a:cubicBezTo>
                              <a:pt x="24194" y="5048"/>
                              <a:pt x="19145" y="4953"/>
                              <a:pt x="13906" y="5810"/>
                            </a:cubicBezTo>
                            <a:cubicBezTo>
                              <a:pt x="8858" y="6287"/>
                              <a:pt x="4286" y="6572"/>
                              <a:pt x="0" y="7525"/>
                            </a:cubicBezTo>
                            <a:cubicBezTo>
                              <a:pt x="4667" y="6572"/>
                              <a:pt x="9049" y="6096"/>
                              <a:pt x="13906" y="5144"/>
                            </a:cubicBezTo>
                            <a:cubicBezTo>
                              <a:pt x="18859" y="4001"/>
                              <a:pt x="23622" y="3429"/>
                              <a:pt x="28575" y="2667"/>
                            </a:cubicBezTo>
                            <a:cubicBezTo>
                              <a:pt x="33719" y="1715"/>
                              <a:pt x="38576" y="1334"/>
                              <a:pt x="43529" y="857"/>
                            </a:cubicBezTo>
                            <a:cubicBezTo>
                              <a:pt x="46006" y="667"/>
                              <a:pt x="48482" y="381"/>
                              <a:pt x="50959" y="191"/>
                            </a:cubicBezTo>
                            <a:cubicBezTo>
                              <a:pt x="53245" y="95"/>
                              <a:pt x="55531" y="95"/>
                              <a:pt x="5781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38" name="Forme libre : forme 12237">
                        <a:extLst>
                          <a:ext uri="{FF2B5EF4-FFF2-40B4-BE49-F238E27FC236}">
                            <a16:creationId xmlns:a16="http://schemas.microsoft.com/office/drawing/2014/main" id="{26B1E717-9526-48B0-BA07-A710102C26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0851" y="2933223"/>
                        <a:ext cx="59150" cy="55816"/>
                      </a:xfrm>
                      <a:custGeom>
                        <a:avLst/>
                        <a:gdLst>
                          <a:gd name="connsiteX0" fmla="*/ 59150 w 59150"/>
                          <a:gd name="connsiteY0" fmla="*/ 0 h 55816"/>
                          <a:gd name="connsiteX1" fmla="*/ 19050 w 59150"/>
                          <a:gd name="connsiteY1" fmla="*/ 24193 h 55816"/>
                          <a:gd name="connsiteX2" fmla="*/ 0 w 59150"/>
                          <a:gd name="connsiteY2" fmla="*/ 55816 h 55816"/>
                          <a:gd name="connsiteX3" fmla="*/ 20574 w 59150"/>
                          <a:gd name="connsiteY3" fmla="*/ 24670 h 55816"/>
                          <a:gd name="connsiteX4" fmla="*/ 59150 w 59150"/>
                          <a:gd name="connsiteY4" fmla="*/ 0 h 55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150" h="55816">
                            <a:moveTo>
                              <a:pt x="59150" y="0"/>
                            </a:moveTo>
                            <a:cubicBezTo>
                              <a:pt x="42005" y="4572"/>
                              <a:pt x="28480" y="14002"/>
                              <a:pt x="19050" y="24193"/>
                            </a:cubicBezTo>
                            <a:cubicBezTo>
                              <a:pt x="9715" y="34576"/>
                              <a:pt x="3619" y="45529"/>
                              <a:pt x="0" y="55816"/>
                            </a:cubicBezTo>
                            <a:cubicBezTo>
                              <a:pt x="2953" y="46006"/>
                              <a:pt x="10287" y="35052"/>
                              <a:pt x="20574" y="24670"/>
                            </a:cubicBezTo>
                            <a:cubicBezTo>
                              <a:pt x="30670" y="14288"/>
                              <a:pt x="44958" y="5334"/>
                              <a:pt x="5915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39" name="Forme libre : forme 12238">
                        <a:extLst>
                          <a:ext uri="{FF2B5EF4-FFF2-40B4-BE49-F238E27FC236}">
                            <a16:creationId xmlns:a16="http://schemas.microsoft.com/office/drawing/2014/main" id="{9A700510-BF5B-4EB2-9B46-58BA6AAAAA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4013" y="2957166"/>
                        <a:ext cx="35774" cy="11170"/>
                      </a:xfrm>
                      <a:custGeom>
                        <a:avLst/>
                        <a:gdLst>
                          <a:gd name="connsiteX0" fmla="*/ 35332 w 35774"/>
                          <a:gd name="connsiteY0" fmla="*/ 9966 h 11170"/>
                          <a:gd name="connsiteX1" fmla="*/ 14281 w 35774"/>
                          <a:gd name="connsiteY1" fmla="*/ 8633 h 11170"/>
                          <a:gd name="connsiteX2" fmla="*/ 375 w 35774"/>
                          <a:gd name="connsiteY2" fmla="*/ 1775 h 11170"/>
                          <a:gd name="connsiteX3" fmla="*/ 20758 w 35774"/>
                          <a:gd name="connsiteY3" fmla="*/ 1775 h 11170"/>
                          <a:gd name="connsiteX4" fmla="*/ 35332 w 35774"/>
                          <a:gd name="connsiteY4" fmla="*/ 9966 h 111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774" h="11170">
                            <a:moveTo>
                              <a:pt x="35332" y="9966"/>
                            </a:moveTo>
                            <a:cubicBezTo>
                              <a:pt x="32283" y="13205"/>
                              <a:pt x="18663" y="8919"/>
                              <a:pt x="14281" y="8633"/>
                            </a:cubicBezTo>
                            <a:cubicBezTo>
                              <a:pt x="9995" y="7871"/>
                              <a:pt x="-2292" y="5299"/>
                              <a:pt x="375" y="1775"/>
                            </a:cubicBezTo>
                            <a:cubicBezTo>
                              <a:pt x="3137" y="-1749"/>
                              <a:pt x="16663" y="918"/>
                              <a:pt x="20758" y="1775"/>
                            </a:cubicBezTo>
                            <a:cubicBezTo>
                              <a:pt x="24854" y="3013"/>
                              <a:pt x="38380" y="6918"/>
                              <a:pt x="35332" y="996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40" name="Forme libre : forme 12239">
                        <a:extLst>
                          <a:ext uri="{FF2B5EF4-FFF2-40B4-BE49-F238E27FC236}">
                            <a16:creationId xmlns:a16="http://schemas.microsoft.com/office/drawing/2014/main" id="{C2379486-C410-484E-8A8D-15C052FF8A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4961" y="2964422"/>
                        <a:ext cx="10098" cy="3889"/>
                      </a:xfrm>
                      <a:custGeom>
                        <a:avLst/>
                        <a:gdLst>
                          <a:gd name="connsiteX0" fmla="*/ 10099 w 10098"/>
                          <a:gd name="connsiteY0" fmla="*/ 2996 h 3889"/>
                          <a:gd name="connsiteX1" fmla="*/ 5146 w 10098"/>
                          <a:gd name="connsiteY1" fmla="*/ 3567 h 3889"/>
                          <a:gd name="connsiteX2" fmla="*/ 2 w 10098"/>
                          <a:gd name="connsiteY2" fmla="*/ 1091 h 3889"/>
                          <a:gd name="connsiteX3" fmla="*/ 4860 w 10098"/>
                          <a:gd name="connsiteY3" fmla="*/ 233 h 3889"/>
                          <a:gd name="connsiteX4" fmla="*/ 10099 w 10098"/>
                          <a:gd name="connsiteY4" fmla="*/ 2996 h 3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98" h="3889">
                            <a:moveTo>
                              <a:pt x="10099" y="2996"/>
                            </a:moveTo>
                            <a:cubicBezTo>
                              <a:pt x="10099" y="4424"/>
                              <a:pt x="6860" y="3758"/>
                              <a:pt x="5146" y="3567"/>
                            </a:cubicBezTo>
                            <a:cubicBezTo>
                              <a:pt x="3431" y="3281"/>
                              <a:pt x="97" y="2519"/>
                              <a:pt x="2" y="1091"/>
                            </a:cubicBezTo>
                            <a:cubicBezTo>
                              <a:pt x="-93" y="-338"/>
                              <a:pt x="3145" y="-52"/>
                              <a:pt x="4860" y="233"/>
                            </a:cubicBezTo>
                            <a:cubicBezTo>
                              <a:pt x="6574" y="424"/>
                              <a:pt x="10003" y="1472"/>
                              <a:pt x="10099" y="299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41" name="Forme libre : forme 12240">
                        <a:extLst>
                          <a:ext uri="{FF2B5EF4-FFF2-40B4-BE49-F238E27FC236}">
                            <a16:creationId xmlns:a16="http://schemas.microsoft.com/office/drawing/2014/main" id="{775E5231-0908-4DB8-8240-CE45B5E867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4043" y="2934499"/>
                        <a:ext cx="83987" cy="54349"/>
                      </a:xfrm>
                      <a:custGeom>
                        <a:avLst/>
                        <a:gdLst>
                          <a:gd name="connsiteX0" fmla="*/ 70353 w 83987"/>
                          <a:gd name="connsiteY0" fmla="*/ 27681 h 54349"/>
                          <a:gd name="connsiteX1" fmla="*/ 79592 w 83987"/>
                          <a:gd name="connsiteY1" fmla="*/ 39492 h 54349"/>
                          <a:gd name="connsiteX2" fmla="*/ 83974 w 83987"/>
                          <a:gd name="connsiteY2" fmla="*/ 51398 h 54349"/>
                          <a:gd name="connsiteX3" fmla="*/ 75687 w 83987"/>
                          <a:gd name="connsiteY3" fmla="*/ 53303 h 54349"/>
                          <a:gd name="connsiteX4" fmla="*/ 68067 w 83987"/>
                          <a:gd name="connsiteY4" fmla="*/ 45302 h 54349"/>
                          <a:gd name="connsiteX5" fmla="*/ 56542 w 83987"/>
                          <a:gd name="connsiteY5" fmla="*/ 33015 h 54349"/>
                          <a:gd name="connsiteX6" fmla="*/ 41397 w 83987"/>
                          <a:gd name="connsiteY6" fmla="*/ 22632 h 54349"/>
                          <a:gd name="connsiteX7" fmla="*/ 31205 w 83987"/>
                          <a:gd name="connsiteY7" fmla="*/ 18632 h 54349"/>
                          <a:gd name="connsiteX8" fmla="*/ 15965 w 83987"/>
                          <a:gd name="connsiteY8" fmla="*/ 13584 h 54349"/>
                          <a:gd name="connsiteX9" fmla="*/ 916 w 83987"/>
                          <a:gd name="connsiteY9" fmla="*/ 3297 h 54349"/>
                          <a:gd name="connsiteX10" fmla="*/ 25586 w 83987"/>
                          <a:gd name="connsiteY10" fmla="*/ 820 h 54349"/>
                          <a:gd name="connsiteX11" fmla="*/ 51875 w 83987"/>
                          <a:gd name="connsiteY11" fmla="*/ 9869 h 54349"/>
                          <a:gd name="connsiteX12" fmla="*/ 70353 w 83987"/>
                          <a:gd name="connsiteY12" fmla="*/ 27681 h 543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83987" h="54349">
                            <a:moveTo>
                              <a:pt x="70353" y="27681"/>
                            </a:moveTo>
                            <a:cubicBezTo>
                              <a:pt x="74354" y="31586"/>
                              <a:pt x="77306" y="35586"/>
                              <a:pt x="79592" y="39492"/>
                            </a:cubicBezTo>
                            <a:cubicBezTo>
                              <a:pt x="81879" y="43397"/>
                              <a:pt x="83498" y="46921"/>
                              <a:pt x="83974" y="51398"/>
                            </a:cubicBezTo>
                            <a:cubicBezTo>
                              <a:pt x="84260" y="54636"/>
                              <a:pt x="79783" y="55113"/>
                              <a:pt x="75687" y="53303"/>
                            </a:cubicBezTo>
                            <a:cubicBezTo>
                              <a:pt x="71687" y="51303"/>
                              <a:pt x="70067" y="48350"/>
                              <a:pt x="68067" y="45302"/>
                            </a:cubicBezTo>
                            <a:cubicBezTo>
                              <a:pt x="64829" y="41111"/>
                              <a:pt x="60923" y="37015"/>
                              <a:pt x="56542" y="33015"/>
                            </a:cubicBezTo>
                            <a:cubicBezTo>
                              <a:pt x="51970" y="29490"/>
                              <a:pt x="46922" y="26156"/>
                              <a:pt x="41397" y="22632"/>
                            </a:cubicBezTo>
                            <a:cubicBezTo>
                              <a:pt x="39683" y="21585"/>
                              <a:pt x="35873" y="20251"/>
                              <a:pt x="31205" y="18632"/>
                            </a:cubicBezTo>
                            <a:cubicBezTo>
                              <a:pt x="26538" y="16917"/>
                              <a:pt x="21014" y="14917"/>
                              <a:pt x="15965" y="13584"/>
                            </a:cubicBezTo>
                            <a:cubicBezTo>
                              <a:pt x="5774" y="10440"/>
                              <a:pt x="-2894" y="7011"/>
                              <a:pt x="916" y="3297"/>
                            </a:cubicBezTo>
                            <a:cubicBezTo>
                              <a:pt x="4821" y="-228"/>
                              <a:pt x="15013" y="-704"/>
                              <a:pt x="25586" y="820"/>
                            </a:cubicBezTo>
                            <a:cubicBezTo>
                              <a:pt x="36254" y="3011"/>
                              <a:pt x="46827" y="6535"/>
                              <a:pt x="51875" y="9869"/>
                            </a:cubicBezTo>
                            <a:cubicBezTo>
                              <a:pt x="61876" y="15489"/>
                              <a:pt x="64353" y="21394"/>
                              <a:pt x="70353" y="2768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01" name="Graphique 1">
                      <a:extLst>
                        <a:ext uri="{FF2B5EF4-FFF2-40B4-BE49-F238E27FC236}">
                          <a16:creationId xmlns:a16="http://schemas.microsoft.com/office/drawing/2014/main" id="{CC3566FA-079E-444A-B151-F608711B60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22011" y="2988069"/>
                      <a:ext cx="150873" cy="148989"/>
                      <a:chOff x="3922011" y="2988069"/>
                      <a:chExt cx="150873" cy="148989"/>
                    </a:xfrm>
                    <a:solidFill>
                      <a:schemeClr val="accent1"/>
                    </a:solidFill>
                  </p:grpSpPr>
                  <p:sp>
                    <p:nvSpPr>
                      <p:cNvPr id="12218" name="Forme libre : forme 12217">
                        <a:extLst>
                          <a:ext uri="{FF2B5EF4-FFF2-40B4-BE49-F238E27FC236}">
                            <a16:creationId xmlns:a16="http://schemas.microsoft.com/office/drawing/2014/main" id="{FB2BD5C7-0096-4EA6-952D-1276985D95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2164" y="2988069"/>
                        <a:ext cx="150720" cy="148989"/>
                      </a:xfrm>
                      <a:custGeom>
                        <a:avLst/>
                        <a:gdLst>
                          <a:gd name="connsiteX0" fmla="*/ 78721 w 150720"/>
                          <a:gd name="connsiteY0" fmla="*/ 148990 h 148989"/>
                          <a:gd name="connsiteX1" fmla="*/ 50527 w 150720"/>
                          <a:gd name="connsiteY1" fmla="*/ 141655 h 148989"/>
                          <a:gd name="connsiteX2" fmla="*/ 26239 w 150720"/>
                          <a:gd name="connsiteY2" fmla="*/ 115176 h 148989"/>
                          <a:gd name="connsiteX3" fmla="*/ 22524 w 150720"/>
                          <a:gd name="connsiteY3" fmla="*/ 106032 h 148989"/>
                          <a:gd name="connsiteX4" fmla="*/ 20714 w 150720"/>
                          <a:gd name="connsiteY4" fmla="*/ 101460 h 148989"/>
                          <a:gd name="connsiteX5" fmla="*/ 19381 w 150720"/>
                          <a:gd name="connsiteY5" fmla="*/ 97936 h 148989"/>
                          <a:gd name="connsiteX6" fmla="*/ 16428 w 150720"/>
                          <a:gd name="connsiteY6" fmla="*/ 90125 h 148989"/>
                          <a:gd name="connsiteX7" fmla="*/ 11380 w 150720"/>
                          <a:gd name="connsiteY7" fmla="*/ 77647 h 148989"/>
                          <a:gd name="connsiteX8" fmla="*/ 2331 w 150720"/>
                          <a:gd name="connsiteY8" fmla="*/ 46310 h 148989"/>
                          <a:gd name="connsiteX9" fmla="*/ 997 w 150720"/>
                          <a:gd name="connsiteY9" fmla="*/ 31737 h 148989"/>
                          <a:gd name="connsiteX10" fmla="*/ 45 w 150720"/>
                          <a:gd name="connsiteY10" fmla="*/ 15925 h 148989"/>
                          <a:gd name="connsiteX11" fmla="*/ 14618 w 150720"/>
                          <a:gd name="connsiteY11" fmla="*/ 19 h 148989"/>
                          <a:gd name="connsiteX12" fmla="*/ 50051 w 150720"/>
                          <a:gd name="connsiteY12" fmla="*/ 11830 h 148989"/>
                          <a:gd name="connsiteX13" fmla="*/ 80245 w 150720"/>
                          <a:gd name="connsiteY13" fmla="*/ 46405 h 148989"/>
                          <a:gd name="connsiteX14" fmla="*/ 87580 w 150720"/>
                          <a:gd name="connsiteY14" fmla="*/ 61645 h 148989"/>
                          <a:gd name="connsiteX15" fmla="*/ 91199 w 150720"/>
                          <a:gd name="connsiteY15" fmla="*/ 70599 h 148989"/>
                          <a:gd name="connsiteX16" fmla="*/ 91961 w 150720"/>
                          <a:gd name="connsiteY16" fmla="*/ 72504 h 148989"/>
                          <a:gd name="connsiteX17" fmla="*/ 91961 w 150720"/>
                          <a:gd name="connsiteY17" fmla="*/ 72409 h 148989"/>
                          <a:gd name="connsiteX18" fmla="*/ 91961 w 150720"/>
                          <a:gd name="connsiteY18" fmla="*/ 72409 h 148989"/>
                          <a:gd name="connsiteX19" fmla="*/ 91961 w 150720"/>
                          <a:gd name="connsiteY19" fmla="*/ 72599 h 148989"/>
                          <a:gd name="connsiteX20" fmla="*/ 92056 w 150720"/>
                          <a:gd name="connsiteY20" fmla="*/ 73361 h 148989"/>
                          <a:gd name="connsiteX21" fmla="*/ 92247 w 150720"/>
                          <a:gd name="connsiteY21" fmla="*/ 74028 h 148989"/>
                          <a:gd name="connsiteX22" fmla="*/ 93485 w 150720"/>
                          <a:gd name="connsiteY22" fmla="*/ 74600 h 148989"/>
                          <a:gd name="connsiteX23" fmla="*/ 108344 w 150720"/>
                          <a:gd name="connsiteY23" fmla="*/ 75933 h 148989"/>
                          <a:gd name="connsiteX24" fmla="*/ 139110 w 150720"/>
                          <a:gd name="connsiteY24" fmla="*/ 83743 h 148989"/>
                          <a:gd name="connsiteX25" fmla="*/ 150064 w 150720"/>
                          <a:gd name="connsiteY25" fmla="*/ 101746 h 148989"/>
                          <a:gd name="connsiteX26" fmla="*/ 131680 w 150720"/>
                          <a:gd name="connsiteY26" fmla="*/ 129463 h 148989"/>
                          <a:gd name="connsiteX27" fmla="*/ 114916 w 150720"/>
                          <a:gd name="connsiteY27" fmla="*/ 141084 h 148989"/>
                          <a:gd name="connsiteX28" fmla="*/ 109297 w 150720"/>
                          <a:gd name="connsiteY28" fmla="*/ 143656 h 148989"/>
                          <a:gd name="connsiteX29" fmla="*/ 100152 w 150720"/>
                          <a:gd name="connsiteY29" fmla="*/ 146323 h 148989"/>
                          <a:gd name="connsiteX30" fmla="*/ 89866 w 150720"/>
                          <a:gd name="connsiteY30" fmla="*/ 148228 h 148989"/>
                          <a:gd name="connsiteX31" fmla="*/ 78721 w 150720"/>
                          <a:gd name="connsiteY31" fmla="*/ 148990 h 1489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</a:cxnLst>
                        <a:rect l="l" t="t" r="r" b="b"/>
                        <a:pathLst>
                          <a:path w="150720" h="148989">
                            <a:moveTo>
                              <a:pt x="78721" y="148990"/>
                            </a:moveTo>
                            <a:cubicBezTo>
                              <a:pt x="70816" y="148704"/>
                              <a:pt x="60528" y="147085"/>
                              <a:pt x="50527" y="141655"/>
                            </a:cubicBezTo>
                            <a:cubicBezTo>
                              <a:pt x="40526" y="136131"/>
                              <a:pt x="31382" y="127082"/>
                              <a:pt x="26239" y="115176"/>
                            </a:cubicBezTo>
                            <a:lnTo>
                              <a:pt x="22524" y="106032"/>
                            </a:lnTo>
                            <a:lnTo>
                              <a:pt x="20714" y="101460"/>
                            </a:lnTo>
                            <a:lnTo>
                              <a:pt x="19381" y="97936"/>
                            </a:lnTo>
                            <a:cubicBezTo>
                              <a:pt x="18333" y="95269"/>
                              <a:pt x="17380" y="92602"/>
                              <a:pt x="16428" y="90125"/>
                            </a:cubicBezTo>
                            <a:cubicBezTo>
                              <a:pt x="14523" y="85267"/>
                              <a:pt x="12808" y="80886"/>
                              <a:pt x="11380" y="77647"/>
                            </a:cubicBezTo>
                            <a:cubicBezTo>
                              <a:pt x="6236" y="65360"/>
                              <a:pt x="3759" y="55835"/>
                              <a:pt x="2331" y="46310"/>
                            </a:cubicBezTo>
                            <a:cubicBezTo>
                              <a:pt x="1759" y="41452"/>
                              <a:pt x="1092" y="36976"/>
                              <a:pt x="997" y="31737"/>
                            </a:cubicBezTo>
                            <a:cubicBezTo>
                              <a:pt x="711" y="26879"/>
                              <a:pt x="331" y="21545"/>
                              <a:pt x="45" y="15925"/>
                            </a:cubicBezTo>
                            <a:cubicBezTo>
                              <a:pt x="-622" y="8305"/>
                              <a:pt x="6236" y="-458"/>
                              <a:pt x="14618" y="19"/>
                            </a:cubicBezTo>
                            <a:cubicBezTo>
                              <a:pt x="26715" y="781"/>
                              <a:pt x="38811" y="4305"/>
                              <a:pt x="50051" y="11830"/>
                            </a:cubicBezTo>
                            <a:cubicBezTo>
                              <a:pt x="61481" y="19259"/>
                              <a:pt x="71768" y="30784"/>
                              <a:pt x="80245" y="46405"/>
                            </a:cubicBezTo>
                            <a:cubicBezTo>
                              <a:pt x="82626" y="50596"/>
                              <a:pt x="85008" y="55835"/>
                              <a:pt x="87580" y="61645"/>
                            </a:cubicBezTo>
                            <a:cubicBezTo>
                              <a:pt x="88818" y="64503"/>
                              <a:pt x="89961" y="67551"/>
                              <a:pt x="91199" y="70599"/>
                            </a:cubicBezTo>
                            <a:lnTo>
                              <a:pt x="91961" y="72504"/>
                            </a:lnTo>
                            <a:cubicBezTo>
                              <a:pt x="91961" y="72409"/>
                              <a:pt x="91961" y="72409"/>
                              <a:pt x="91961" y="72409"/>
                            </a:cubicBezTo>
                            <a:lnTo>
                              <a:pt x="91961" y="72409"/>
                            </a:lnTo>
                            <a:cubicBezTo>
                              <a:pt x="92056" y="72313"/>
                              <a:pt x="91961" y="72409"/>
                              <a:pt x="91961" y="72599"/>
                            </a:cubicBezTo>
                            <a:cubicBezTo>
                              <a:pt x="91961" y="72694"/>
                              <a:pt x="91961" y="72980"/>
                              <a:pt x="92056" y="73361"/>
                            </a:cubicBezTo>
                            <a:cubicBezTo>
                              <a:pt x="92056" y="73552"/>
                              <a:pt x="92151" y="73742"/>
                              <a:pt x="92247" y="74028"/>
                            </a:cubicBezTo>
                            <a:cubicBezTo>
                              <a:pt x="92437" y="74314"/>
                              <a:pt x="92247" y="74600"/>
                              <a:pt x="93485" y="74600"/>
                            </a:cubicBezTo>
                            <a:cubicBezTo>
                              <a:pt x="98152" y="74885"/>
                              <a:pt x="103391" y="75171"/>
                              <a:pt x="108344" y="75933"/>
                            </a:cubicBezTo>
                            <a:cubicBezTo>
                              <a:pt x="118536" y="77266"/>
                              <a:pt x="128537" y="80029"/>
                              <a:pt x="139110" y="83743"/>
                            </a:cubicBezTo>
                            <a:cubicBezTo>
                              <a:pt x="146444" y="86220"/>
                              <a:pt x="152826" y="94792"/>
                              <a:pt x="150064" y="101746"/>
                            </a:cubicBezTo>
                            <a:cubicBezTo>
                              <a:pt x="146063" y="111937"/>
                              <a:pt x="140634" y="121177"/>
                              <a:pt x="131680" y="129463"/>
                            </a:cubicBezTo>
                            <a:cubicBezTo>
                              <a:pt x="127203" y="133654"/>
                              <a:pt x="121774" y="137560"/>
                              <a:pt x="114916" y="141084"/>
                            </a:cubicBezTo>
                            <a:cubicBezTo>
                              <a:pt x="113202" y="141941"/>
                              <a:pt x="111201" y="142799"/>
                              <a:pt x="109297" y="143656"/>
                            </a:cubicBezTo>
                            <a:cubicBezTo>
                              <a:pt x="107010" y="144703"/>
                              <a:pt x="103391" y="145466"/>
                              <a:pt x="100152" y="146323"/>
                            </a:cubicBezTo>
                            <a:cubicBezTo>
                              <a:pt x="96819" y="147275"/>
                              <a:pt x="93390" y="147847"/>
                              <a:pt x="89866" y="148228"/>
                            </a:cubicBezTo>
                            <a:cubicBezTo>
                              <a:pt x="86056" y="148894"/>
                              <a:pt x="82436" y="148990"/>
                              <a:pt x="78721" y="14899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19" name="Forme libre : forme 12218">
                        <a:extLst>
                          <a:ext uri="{FF2B5EF4-FFF2-40B4-BE49-F238E27FC236}">
                            <a16:creationId xmlns:a16="http://schemas.microsoft.com/office/drawing/2014/main" id="{73ACA431-1724-428E-A5B3-3D6AA7035F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2011" y="2994564"/>
                        <a:ext cx="149835" cy="142325"/>
                      </a:xfrm>
                      <a:custGeom>
                        <a:avLst/>
                        <a:gdLst>
                          <a:gd name="connsiteX0" fmla="*/ 40012 w 149835"/>
                          <a:gd name="connsiteY0" fmla="*/ 68580 h 142325"/>
                          <a:gd name="connsiteX1" fmla="*/ 20676 w 149835"/>
                          <a:gd name="connsiteY1" fmla="*/ 33242 h 142325"/>
                          <a:gd name="connsiteX2" fmla="*/ 2579 w 149835"/>
                          <a:gd name="connsiteY2" fmla="*/ 0 h 142325"/>
                          <a:gd name="connsiteX3" fmla="*/ 7 w 149835"/>
                          <a:gd name="connsiteY3" fmla="*/ 9144 h 142325"/>
                          <a:gd name="connsiteX4" fmla="*/ 674 w 149835"/>
                          <a:gd name="connsiteY4" fmla="*/ 20288 h 142325"/>
                          <a:gd name="connsiteX5" fmla="*/ 4293 w 149835"/>
                          <a:gd name="connsiteY5" fmla="*/ 49625 h 142325"/>
                          <a:gd name="connsiteX6" fmla="*/ 11342 w 149835"/>
                          <a:gd name="connsiteY6" fmla="*/ 70961 h 142325"/>
                          <a:gd name="connsiteX7" fmla="*/ 14961 w 149835"/>
                          <a:gd name="connsiteY7" fmla="*/ 79724 h 142325"/>
                          <a:gd name="connsiteX8" fmla="*/ 19152 w 149835"/>
                          <a:gd name="connsiteY8" fmla="*/ 90583 h 142325"/>
                          <a:gd name="connsiteX9" fmla="*/ 20962 w 149835"/>
                          <a:gd name="connsiteY9" fmla="*/ 95250 h 142325"/>
                          <a:gd name="connsiteX10" fmla="*/ 23629 w 149835"/>
                          <a:gd name="connsiteY10" fmla="*/ 101822 h 142325"/>
                          <a:gd name="connsiteX11" fmla="*/ 29439 w 149835"/>
                          <a:gd name="connsiteY11" fmla="*/ 114586 h 142325"/>
                          <a:gd name="connsiteX12" fmla="*/ 47537 w 149835"/>
                          <a:gd name="connsiteY12" fmla="*/ 133255 h 142325"/>
                          <a:gd name="connsiteX13" fmla="*/ 68778 w 149835"/>
                          <a:gd name="connsiteY13" fmla="*/ 141351 h 142325"/>
                          <a:gd name="connsiteX14" fmla="*/ 78588 w 149835"/>
                          <a:gd name="connsiteY14" fmla="*/ 142303 h 142325"/>
                          <a:gd name="connsiteX15" fmla="*/ 107640 w 149835"/>
                          <a:gd name="connsiteY15" fmla="*/ 137541 h 142325"/>
                          <a:gd name="connsiteX16" fmla="*/ 122499 w 149835"/>
                          <a:gd name="connsiteY16" fmla="*/ 129921 h 142325"/>
                          <a:gd name="connsiteX17" fmla="*/ 145454 w 149835"/>
                          <a:gd name="connsiteY17" fmla="*/ 104584 h 142325"/>
                          <a:gd name="connsiteX18" fmla="*/ 149740 w 149835"/>
                          <a:gd name="connsiteY18" fmla="*/ 95250 h 142325"/>
                          <a:gd name="connsiteX19" fmla="*/ 149835 w 149835"/>
                          <a:gd name="connsiteY19" fmla="*/ 94869 h 142325"/>
                          <a:gd name="connsiteX20" fmla="*/ 120308 w 149835"/>
                          <a:gd name="connsiteY20" fmla="*/ 106299 h 142325"/>
                          <a:gd name="connsiteX21" fmla="*/ 104687 w 149835"/>
                          <a:gd name="connsiteY21" fmla="*/ 111061 h 142325"/>
                          <a:gd name="connsiteX22" fmla="*/ 86209 w 149835"/>
                          <a:gd name="connsiteY22" fmla="*/ 114205 h 142325"/>
                          <a:gd name="connsiteX23" fmla="*/ 67635 w 149835"/>
                          <a:gd name="connsiteY23" fmla="*/ 111538 h 142325"/>
                          <a:gd name="connsiteX24" fmla="*/ 53633 w 149835"/>
                          <a:gd name="connsiteY24" fmla="*/ 99346 h 142325"/>
                          <a:gd name="connsiteX25" fmla="*/ 46013 w 149835"/>
                          <a:gd name="connsiteY25" fmla="*/ 82010 h 142325"/>
                          <a:gd name="connsiteX26" fmla="*/ 40012 w 149835"/>
                          <a:gd name="connsiteY26" fmla="*/ 68580 h 142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49835" h="142325">
                            <a:moveTo>
                              <a:pt x="40012" y="68580"/>
                            </a:moveTo>
                            <a:cubicBezTo>
                              <a:pt x="33916" y="56483"/>
                              <a:pt x="27249" y="44482"/>
                              <a:pt x="20676" y="33242"/>
                            </a:cubicBezTo>
                            <a:cubicBezTo>
                              <a:pt x="14390" y="21717"/>
                              <a:pt x="7627" y="11334"/>
                              <a:pt x="2579" y="0"/>
                            </a:cubicBezTo>
                            <a:cubicBezTo>
                              <a:pt x="769" y="2762"/>
                              <a:pt x="-88" y="5905"/>
                              <a:pt x="7" y="9144"/>
                            </a:cubicBezTo>
                            <a:cubicBezTo>
                              <a:pt x="293" y="13049"/>
                              <a:pt x="484" y="16764"/>
                              <a:pt x="674" y="20288"/>
                            </a:cubicBezTo>
                            <a:cubicBezTo>
                              <a:pt x="1341" y="30575"/>
                              <a:pt x="1912" y="39909"/>
                              <a:pt x="4293" y="49625"/>
                            </a:cubicBezTo>
                            <a:cubicBezTo>
                              <a:pt x="5722" y="56102"/>
                              <a:pt x="8103" y="62770"/>
                              <a:pt x="11342" y="70961"/>
                            </a:cubicBezTo>
                            <a:cubicBezTo>
                              <a:pt x="12294" y="73438"/>
                              <a:pt x="13628" y="76295"/>
                              <a:pt x="14961" y="79724"/>
                            </a:cubicBezTo>
                            <a:cubicBezTo>
                              <a:pt x="16295" y="82963"/>
                              <a:pt x="17724" y="86677"/>
                              <a:pt x="19152" y="90583"/>
                            </a:cubicBezTo>
                            <a:lnTo>
                              <a:pt x="20962" y="95250"/>
                            </a:lnTo>
                            <a:lnTo>
                              <a:pt x="23629" y="101822"/>
                            </a:lnTo>
                            <a:cubicBezTo>
                              <a:pt x="25629" y="106013"/>
                              <a:pt x="26772" y="110966"/>
                              <a:pt x="29439" y="114586"/>
                            </a:cubicBezTo>
                            <a:cubicBezTo>
                              <a:pt x="34107" y="122396"/>
                              <a:pt x="40584" y="128588"/>
                              <a:pt x="47537" y="133255"/>
                            </a:cubicBezTo>
                            <a:cubicBezTo>
                              <a:pt x="54681" y="137636"/>
                              <a:pt x="62205" y="139922"/>
                              <a:pt x="68778" y="141351"/>
                            </a:cubicBezTo>
                            <a:cubicBezTo>
                              <a:pt x="72302" y="141732"/>
                              <a:pt x="75541" y="142399"/>
                              <a:pt x="78588" y="142303"/>
                            </a:cubicBezTo>
                            <a:cubicBezTo>
                              <a:pt x="89066" y="142589"/>
                              <a:pt x="99258" y="140017"/>
                              <a:pt x="107640" y="137541"/>
                            </a:cubicBezTo>
                            <a:cubicBezTo>
                              <a:pt x="113926" y="135159"/>
                              <a:pt x="118212" y="132683"/>
                              <a:pt x="122499" y="129921"/>
                            </a:cubicBezTo>
                            <a:cubicBezTo>
                              <a:pt x="133452" y="122396"/>
                              <a:pt x="140215" y="113728"/>
                              <a:pt x="145454" y="104584"/>
                            </a:cubicBezTo>
                            <a:cubicBezTo>
                              <a:pt x="147073" y="101536"/>
                              <a:pt x="148502" y="98393"/>
                              <a:pt x="149740" y="95250"/>
                            </a:cubicBezTo>
                            <a:lnTo>
                              <a:pt x="149835" y="94869"/>
                            </a:lnTo>
                            <a:cubicBezTo>
                              <a:pt x="140215" y="98869"/>
                              <a:pt x="130500" y="102870"/>
                              <a:pt x="120308" y="106299"/>
                            </a:cubicBezTo>
                            <a:cubicBezTo>
                              <a:pt x="115164" y="108013"/>
                              <a:pt x="110021" y="109728"/>
                              <a:pt x="104687" y="111061"/>
                            </a:cubicBezTo>
                            <a:cubicBezTo>
                              <a:pt x="99258" y="112585"/>
                              <a:pt x="92400" y="113824"/>
                              <a:pt x="86209" y="114205"/>
                            </a:cubicBezTo>
                            <a:cubicBezTo>
                              <a:pt x="79827" y="114586"/>
                              <a:pt x="73445" y="113919"/>
                              <a:pt x="67635" y="111538"/>
                            </a:cubicBezTo>
                            <a:cubicBezTo>
                              <a:pt x="61729" y="109251"/>
                              <a:pt x="56967" y="104680"/>
                              <a:pt x="53633" y="99346"/>
                            </a:cubicBezTo>
                            <a:cubicBezTo>
                              <a:pt x="50490" y="94012"/>
                              <a:pt x="48489" y="87534"/>
                              <a:pt x="46013" y="82010"/>
                            </a:cubicBezTo>
                            <a:cubicBezTo>
                              <a:pt x="44203" y="77438"/>
                              <a:pt x="42203" y="72866"/>
                              <a:pt x="40012" y="6858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20" name="Forme libre : forme 12219">
                        <a:extLst>
                          <a:ext uri="{FF2B5EF4-FFF2-40B4-BE49-F238E27FC236}">
                            <a16:creationId xmlns:a16="http://schemas.microsoft.com/office/drawing/2014/main" id="{223FBEE9-77EC-425A-8805-CEAD03E02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3373" y="3050740"/>
                        <a:ext cx="71180" cy="61728"/>
                      </a:xfrm>
                      <a:custGeom>
                        <a:avLst/>
                        <a:gdLst>
                          <a:gd name="connsiteX0" fmla="*/ 70945 w 71180"/>
                          <a:gd name="connsiteY0" fmla="*/ 44694 h 61728"/>
                          <a:gd name="connsiteX1" fmla="*/ 67039 w 71180"/>
                          <a:gd name="connsiteY1" fmla="*/ 52410 h 61728"/>
                          <a:gd name="connsiteX2" fmla="*/ 60944 w 71180"/>
                          <a:gd name="connsiteY2" fmla="*/ 56315 h 61728"/>
                          <a:gd name="connsiteX3" fmla="*/ 51514 w 71180"/>
                          <a:gd name="connsiteY3" fmla="*/ 59744 h 61728"/>
                          <a:gd name="connsiteX4" fmla="*/ 29702 w 71180"/>
                          <a:gd name="connsiteY4" fmla="*/ 60982 h 61728"/>
                          <a:gd name="connsiteX5" fmla="*/ 14366 w 71180"/>
                          <a:gd name="connsiteY5" fmla="*/ 53171 h 61728"/>
                          <a:gd name="connsiteX6" fmla="*/ 5794 w 71180"/>
                          <a:gd name="connsiteY6" fmla="*/ 39075 h 61728"/>
                          <a:gd name="connsiteX7" fmla="*/ 2841 w 71180"/>
                          <a:gd name="connsiteY7" fmla="*/ 29264 h 61728"/>
                          <a:gd name="connsiteX8" fmla="*/ 1127 w 71180"/>
                          <a:gd name="connsiteY8" fmla="*/ 21453 h 61728"/>
                          <a:gd name="connsiteX9" fmla="*/ 3889 w 71180"/>
                          <a:gd name="connsiteY9" fmla="*/ 594 h 61728"/>
                          <a:gd name="connsiteX10" fmla="*/ 20462 w 71180"/>
                          <a:gd name="connsiteY10" fmla="*/ 13643 h 61728"/>
                          <a:gd name="connsiteX11" fmla="*/ 23987 w 71180"/>
                          <a:gd name="connsiteY11" fmla="*/ 20405 h 61728"/>
                          <a:gd name="connsiteX12" fmla="*/ 26272 w 71180"/>
                          <a:gd name="connsiteY12" fmla="*/ 25359 h 61728"/>
                          <a:gd name="connsiteX13" fmla="*/ 30463 w 71180"/>
                          <a:gd name="connsiteY13" fmla="*/ 32979 h 61728"/>
                          <a:gd name="connsiteX14" fmla="*/ 37988 w 71180"/>
                          <a:gd name="connsiteY14" fmla="*/ 38217 h 61728"/>
                          <a:gd name="connsiteX15" fmla="*/ 50085 w 71180"/>
                          <a:gd name="connsiteY15" fmla="*/ 40122 h 61728"/>
                          <a:gd name="connsiteX16" fmla="*/ 56372 w 71180"/>
                          <a:gd name="connsiteY16" fmla="*/ 40503 h 61728"/>
                          <a:gd name="connsiteX17" fmla="*/ 62848 w 71180"/>
                          <a:gd name="connsiteY17" fmla="*/ 40980 h 61728"/>
                          <a:gd name="connsiteX18" fmla="*/ 70945 w 71180"/>
                          <a:gd name="connsiteY18" fmla="*/ 44694 h 617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71180" h="61728">
                            <a:moveTo>
                              <a:pt x="70945" y="44694"/>
                            </a:moveTo>
                            <a:cubicBezTo>
                              <a:pt x="71802" y="47076"/>
                              <a:pt x="70278" y="49743"/>
                              <a:pt x="67039" y="52410"/>
                            </a:cubicBezTo>
                            <a:cubicBezTo>
                              <a:pt x="65420" y="53743"/>
                              <a:pt x="63420" y="54981"/>
                              <a:pt x="60944" y="56315"/>
                            </a:cubicBezTo>
                            <a:cubicBezTo>
                              <a:pt x="58277" y="57553"/>
                              <a:pt x="54943" y="58791"/>
                              <a:pt x="51514" y="59744"/>
                            </a:cubicBezTo>
                            <a:cubicBezTo>
                              <a:pt x="44561" y="61839"/>
                              <a:pt x="36560" y="62315"/>
                              <a:pt x="29702" y="60982"/>
                            </a:cubicBezTo>
                            <a:cubicBezTo>
                              <a:pt x="22748" y="59648"/>
                              <a:pt x="17319" y="56124"/>
                              <a:pt x="14366" y="53171"/>
                            </a:cubicBezTo>
                            <a:cubicBezTo>
                              <a:pt x="11128" y="50409"/>
                              <a:pt x="7985" y="45361"/>
                              <a:pt x="5794" y="39075"/>
                            </a:cubicBezTo>
                            <a:cubicBezTo>
                              <a:pt x="4746" y="35931"/>
                              <a:pt x="3794" y="32597"/>
                              <a:pt x="2841" y="29264"/>
                            </a:cubicBezTo>
                            <a:cubicBezTo>
                              <a:pt x="1888" y="25835"/>
                              <a:pt x="1603" y="24120"/>
                              <a:pt x="1127" y="21453"/>
                            </a:cubicBezTo>
                            <a:cubicBezTo>
                              <a:pt x="-493" y="11833"/>
                              <a:pt x="-969" y="3165"/>
                              <a:pt x="3889" y="594"/>
                            </a:cubicBezTo>
                            <a:cubicBezTo>
                              <a:pt x="8842" y="-2073"/>
                              <a:pt x="15319" y="4594"/>
                              <a:pt x="20462" y="13643"/>
                            </a:cubicBezTo>
                            <a:cubicBezTo>
                              <a:pt x="21700" y="15738"/>
                              <a:pt x="23129" y="18596"/>
                              <a:pt x="23987" y="20405"/>
                            </a:cubicBezTo>
                            <a:cubicBezTo>
                              <a:pt x="24844" y="22120"/>
                              <a:pt x="25606" y="23835"/>
                              <a:pt x="26272" y="25359"/>
                            </a:cubicBezTo>
                            <a:cubicBezTo>
                              <a:pt x="27606" y="28597"/>
                              <a:pt x="29035" y="31359"/>
                              <a:pt x="30463" y="32979"/>
                            </a:cubicBezTo>
                            <a:cubicBezTo>
                              <a:pt x="31702" y="34693"/>
                              <a:pt x="34369" y="36979"/>
                              <a:pt x="37988" y="38217"/>
                            </a:cubicBezTo>
                            <a:cubicBezTo>
                              <a:pt x="41608" y="39455"/>
                              <a:pt x="45894" y="39837"/>
                              <a:pt x="50085" y="40122"/>
                            </a:cubicBezTo>
                            <a:cubicBezTo>
                              <a:pt x="52180" y="40218"/>
                              <a:pt x="54276" y="40313"/>
                              <a:pt x="56372" y="40503"/>
                            </a:cubicBezTo>
                            <a:cubicBezTo>
                              <a:pt x="58467" y="40598"/>
                              <a:pt x="60944" y="40694"/>
                              <a:pt x="62848" y="40980"/>
                            </a:cubicBezTo>
                            <a:cubicBezTo>
                              <a:pt x="67135" y="41170"/>
                              <a:pt x="70088" y="42408"/>
                              <a:pt x="70945" y="4469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21" name="Forme libre : forme 12220">
                        <a:extLst>
                          <a:ext uri="{FF2B5EF4-FFF2-40B4-BE49-F238E27FC236}">
                            <a16:creationId xmlns:a16="http://schemas.microsoft.com/office/drawing/2014/main" id="{5DCC8D6E-3647-4429-9739-2A53B2DDB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3764" y="3049812"/>
                        <a:ext cx="39692" cy="62530"/>
                      </a:xfrm>
                      <a:custGeom>
                        <a:avLst/>
                        <a:gdLst>
                          <a:gd name="connsiteX0" fmla="*/ 20928 w 39692"/>
                          <a:gd name="connsiteY0" fmla="*/ 16285 h 62530"/>
                          <a:gd name="connsiteX1" fmla="*/ 3402 w 39692"/>
                          <a:gd name="connsiteY1" fmla="*/ 1045 h 62530"/>
                          <a:gd name="connsiteX2" fmla="*/ 926 w 39692"/>
                          <a:gd name="connsiteY2" fmla="*/ 22286 h 62530"/>
                          <a:gd name="connsiteX3" fmla="*/ 2450 w 39692"/>
                          <a:gd name="connsiteY3" fmla="*/ 29620 h 62530"/>
                          <a:gd name="connsiteX4" fmla="*/ 5307 w 39692"/>
                          <a:gd name="connsiteY4" fmla="*/ 39241 h 62530"/>
                          <a:gd name="connsiteX5" fmla="*/ 14547 w 39692"/>
                          <a:gd name="connsiteY5" fmla="*/ 54671 h 62530"/>
                          <a:gd name="connsiteX6" fmla="*/ 26072 w 39692"/>
                          <a:gd name="connsiteY6" fmla="*/ 61053 h 62530"/>
                          <a:gd name="connsiteX7" fmla="*/ 39693 w 39692"/>
                          <a:gd name="connsiteY7" fmla="*/ 62386 h 62530"/>
                          <a:gd name="connsiteX8" fmla="*/ 26167 w 39692"/>
                          <a:gd name="connsiteY8" fmla="*/ 59053 h 62530"/>
                          <a:gd name="connsiteX9" fmla="*/ 15594 w 39692"/>
                          <a:gd name="connsiteY9" fmla="*/ 47908 h 62530"/>
                          <a:gd name="connsiteX10" fmla="*/ 12737 w 39692"/>
                          <a:gd name="connsiteY10" fmla="*/ 33621 h 62530"/>
                          <a:gd name="connsiteX11" fmla="*/ 20928 w 39692"/>
                          <a:gd name="connsiteY11" fmla="*/ 16285 h 625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9692" h="62530">
                            <a:moveTo>
                              <a:pt x="20928" y="16285"/>
                            </a:moveTo>
                            <a:cubicBezTo>
                              <a:pt x="17118" y="11142"/>
                              <a:pt x="8736" y="-4098"/>
                              <a:pt x="3402" y="1045"/>
                            </a:cubicBezTo>
                            <a:cubicBezTo>
                              <a:pt x="-694" y="5046"/>
                              <a:pt x="-503" y="13237"/>
                              <a:pt x="926" y="22286"/>
                            </a:cubicBezTo>
                            <a:cubicBezTo>
                              <a:pt x="1307" y="24763"/>
                              <a:pt x="1593" y="26477"/>
                              <a:pt x="2450" y="29620"/>
                            </a:cubicBezTo>
                            <a:cubicBezTo>
                              <a:pt x="3307" y="32764"/>
                              <a:pt x="4260" y="36002"/>
                              <a:pt x="5307" y="39241"/>
                            </a:cubicBezTo>
                            <a:cubicBezTo>
                              <a:pt x="7307" y="45623"/>
                              <a:pt x="10546" y="51147"/>
                              <a:pt x="14547" y="54671"/>
                            </a:cubicBezTo>
                            <a:cubicBezTo>
                              <a:pt x="16737" y="56862"/>
                              <a:pt x="21023" y="59719"/>
                              <a:pt x="26072" y="61053"/>
                            </a:cubicBezTo>
                            <a:cubicBezTo>
                              <a:pt x="30930" y="62672"/>
                              <a:pt x="36263" y="62672"/>
                              <a:pt x="39693" y="62386"/>
                            </a:cubicBezTo>
                            <a:cubicBezTo>
                              <a:pt x="35787" y="62101"/>
                              <a:pt x="29215" y="61243"/>
                              <a:pt x="26167" y="59053"/>
                            </a:cubicBezTo>
                            <a:cubicBezTo>
                              <a:pt x="21786" y="56481"/>
                              <a:pt x="17880" y="52576"/>
                              <a:pt x="15594" y="47908"/>
                            </a:cubicBezTo>
                            <a:cubicBezTo>
                              <a:pt x="13404" y="43146"/>
                              <a:pt x="12546" y="38098"/>
                              <a:pt x="12737" y="33621"/>
                            </a:cubicBezTo>
                            <a:cubicBezTo>
                              <a:pt x="13022" y="24572"/>
                              <a:pt x="15499" y="19143"/>
                              <a:pt x="20928" y="1628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22" name="Forme libre : forme 12221">
                        <a:extLst>
                          <a:ext uri="{FF2B5EF4-FFF2-40B4-BE49-F238E27FC236}">
                            <a16:creationId xmlns:a16="http://schemas.microsoft.com/office/drawing/2014/main" id="{1BE29947-A5DC-421B-B79A-D81C2D1508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2883" y="3056386"/>
                        <a:ext cx="77248" cy="59271"/>
                      </a:xfrm>
                      <a:custGeom>
                        <a:avLst/>
                        <a:gdLst>
                          <a:gd name="connsiteX0" fmla="*/ 77245 w 77248"/>
                          <a:gd name="connsiteY0" fmla="*/ 39810 h 59271"/>
                          <a:gd name="connsiteX1" fmla="*/ 72197 w 77248"/>
                          <a:gd name="connsiteY1" fmla="*/ 48097 h 59271"/>
                          <a:gd name="connsiteX2" fmla="*/ 57623 w 77248"/>
                          <a:gd name="connsiteY2" fmla="*/ 55907 h 59271"/>
                          <a:gd name="connsiteX3" fmla="*/ 35621 w 77248"/>
                          <a:gd name="connsiteY3" fmla="*/ 59146 h 59271"/>
                          <a:gd name="connsiteX4" fmla="*/ 18095 w 77248"/>
                          <a:gd name="connsiteY4" fmla="*/ 53907 h 59271"/>
                          <a:gd name="connsiteX5" fmla="*/ 6570 w 77248"/>
                          <a:gd name="connsiteY5" fmla="*/ 40667 h 59271"/>
                          <a:gd name="connsiteX6" fmla="*/ 3045 w 77248"/>
                          <a:gd name="connsiteY6" fmla="*/ 30761 h 59271"/>
                          <a:gd name="connsiteX7" fmla="*/ 1712 w 77248"/>
                          <a:gd name="connsiteY7" fmla="*/ 25618 h 59271"/>
                          <a:gd name="connsiteX8" fmla="*/ 1045 w 77248"/>
                          <a:gd name="connsiteY8" fmla="*/ 22951 h 59271"/>
                          <a:gd name="connsiteX9" fmla="*/ 759 w 77248"/>
                          <a:gd name="connsiteY9" fmla="*/ 21236 h 59271"/>
                          <a:gd name="connsiteX10" fmla="*/ 4284 w 77248"/>
                          <a:gd name="connsiteY10" fmla="*/ 662 h 59271"/>
                          <a:gd name="connsiteX11" fmla="*/ 20476 w 77248"/>
                          <a:gd name="connsiteY11" fmla="*/ 13806 h 59271"/>
                          <a:gd name="connsiteX12" fmla="*/ 26191 w 77248"/>
                          <a:gd name="connsiteY12" fmla="*/ 25237 h 59271"/>
                          <a:gd name="connsiteX13" fmla="*/ 32287 w 77248"/>
                          <a:gd name="connsiteY13" fmla="*/ 32380 h 59271"/>
                          <a:gd name="connsiteX14" fmla="*/ 41812 w 77248"/>
                          <a:gd name="connsiteY14" fmla="*/ 35905 h 59271"/>
                          <a:gd name="connsiteX15" fmla="*/ 56004 w 77248"/>
                          <a:gd name="connsiteY15" fmla="*/ 36190 h 59271"/>
                          <a:gd name="connsiteX16" fmla="*/ 77245 w 77248"/>
                          <a:gd name="connsiteY16" fmla="*/ 39810 h 592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77248" h="59271">
                            <a:moveTo>
                              <a:pt x="77245" y="39810"/>
                            </a:moveTo>
                            <a:cubicBezTo>
                              <a:pt x="77340" y="42381"/>
                              <a:pt x="75531" y="45335"/>
                              <a:pt x="72197" y="48097"/>
                            </a:cubicBezTo>
                            <a:cubicBezTo>
                              <a:pt x="68577" y="50859"/>
                              <a:pt x="64863" y="53526"/>
                              <a:pt x="57623" y="55907"/>
                            </a:cubicBezTo>
                            <a:cubicBezTo>
                              <a:pt x="50765" y="58288"/>
                              <a:pt x="42764" y="59717"/>
                              <a:pt x="35621" y="59146"/>
                            </a:cubicBezTo>
                            <a:cubicBezTo>
                              <a:pt x="28382" y="58764"/>
                              <a:pt x="22190" y="56383"/>
                              <a:pt x="18095" y="53907"/>
                            </a:cubicBezTo>
                            <a:cubicBezTo>
                              <a:pt x="14094" y="51335"/>
                              <a:pt x="9522" y="46763"/>
                              <a:pt x="6570" y="40667"/>
                            </a:cubicBezTo>
                            <a:cubicBezTo>
                              <a:pt x="4950" y="37714"/>
                              <a:pt x="3998" y="34190"/>
                              <a:pt x="3045" y="30761"/>
                            </a:cubicBezTo>
                            <a:lnTo>
                              <a:pt x="1712" y="25618"/>
                            </a:lnTo>
                            <a:lnTo>
                              <a:pt x="1045" y="22951"/>
                            </a:lnTo>
                            <a:lnTo>
                              <a:pt x="759" y="21236"/>
                            </a:lnTo>
                            <a:cubicBezTo>
                              <a:pt x="-574" y="11902"/>
                              <a:pt x="-574" y="3615"/>
                              <a:pt x="4284" y="662"/>
                            </a:cubicBezTo>
                            <a:cubicBezTo>
                              <a:pt x="9046" y="-2195"/>
                              <a:pt x="15428" y="4567"/>
                              <a:pt x="20476" y="13806"/>
                            </a:cubicBezTo>
                            <a:cubicBezTo>
                              <a:pt x="22953" y="18093"/>
                              <a:pt x="24381" y="21712"/>
                              <a:pt x="26191" y="25237"/>
                            </a:cubicBezTo>
                            <a:cubicBezTo>
                              <a:pt x="28001" y="28666"/>
                              <a:pt x="30382" y="31142"/>
                              <a:pt x="32287" y="32380"/>
                            </a:cubicBezTo>
                            <a:cubicBezTo>
                              <a:pt x="34097" y="33619"/>
                              <a:pt x="37526" y="35333"/>
                              <a:pt x="41812" y="35905"/>
                            </a:cubicBezTo>
                            <a:cubicBezTo>
                              <a:pt x="46098" y="36571"/>
                              <a:pt x="51147" y="36476"/>
                              <a:pt x="56004" y="36190"/>
                            </a:cubicBezTo>
                            <a:cubicBezTo>
                              <a:pt x="66291" y="35428"/>
                              <a:pt x="77055" y="34381"/>
                              <a:pt x="77245" y="3981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23" name="Forme libre : forme 12222">
                        <a:extLst>
                          <a:ext uri="{FF2B5EF4-FFF2-40B4-BE49-F238E27FC236}">
                            <a16:creationId xmlns:a16="http://schemas.microsoft.com/office/drawing/2014/main" id="{11971CD2-3E86-440C-A1FB-5CCE004E0A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0270" y="3009166"/>
                        <a:ext cx="72676" cy="115959"/>
                      </a:xfrm>
                      <a:custGeom>
                        <a:avLst/>
                        <a:gdLst>
                          <a:gd name="connsiteX0" fmla="*/ 2989 w 72676"/>
                          <a:gd name="connsiteY0" fmla="*/ 5210 h 115959"/>
                          <a:gd name="connsiteX1" fmla="*/ 417 w 72676"/>
                          <a:gd name="connsiteY1" fmla="*/ 21784 h 115959"/>
                          <a:gd name="connsiteX2" fmla="*/ 4703 w 72676"/>
                          <a:gd name="connsiteY2" fmla="*/ 63885 h 115959"/>
                          <a:gd name="connsiteX3" fmla="*/ 7751 w 72676"/>
                          <a:gd name="connsiteY3" fmla="*/ 74362 h 115959"/>
                          <a:gd name="connsiteX4" fmla="*/ 8227 w 72676"/>
                          <a:gd name="connsiteY4" fmla="*/ 75695 h 115959"/>
                          <a:gd name="connsiteX5" fmla="*/ 9275 w 72676"/>
                          <a:gd name="connsiteY5" fmla="*/ 78648 h 115959"/>
                          <a:gd name="connsiteX6" fmla="*/ 11275 w 72676"/>
                          <a:gd name="connsiteY6" fmla="*/ 83792 h 115959"/>
                          <a:gd name="connsiteX7" fmla="*/ 15562 w 72676"/>
                          <a:gd name="connsiteY7" fmla="*/ 93793 h 115959"/>
                          <a:gd name="connsiteX8" fmla="*/ 28801 w 72676"/>
                          <a:gd name="connsiteY8" fmla="*/ 108557 h 115959"/>
                          <a:gd name="connsiteX9" fmla="*/ 45184 w 72676"/>
                          <a:gd name="connsiteY9" fmla="*/ 115415 h 115959"/>
                          <a:gd name="connsiteX10" fmla="*/ 66520 w 72676"/>
                          <a:gd name="connsiteY10" fmla="*/ 113034 h 115959"/>
                          <a:gd name="connsiteX11" fmla="*/ 72140 w 72676"/>
                          <a:gd name="connsiteY11" fmla="*/ 104461 h 115959"/>
                          <a:gd name="connsiteX12" fmla="*/ 54519 w 72676"/>
                          <a:gd name="connsiteY12" fmla="*/ 97889 h 115959"/>
                          <a:gd name="connsiteX13" fmla="*/ 40612 w 72676"/>
                          <a:gd name="connsiteY13" fmla="*/ 79220 h 115959"/>
                          <a:gd name="connsiteX14" fmla="*/ 39946 w 72676"/>
                          <a:gd name="connsiteY14" fmla="*/ 67694 h 115959"/>
                          <a:gd name="connsiteX15" fmla="*/ 40612 w 72676"/>
                          <a:gd name="connsiteY15" fmla="*/ 56741 h 115959"/>
                          <a:gd name="connsiteX16" fmla="*/ 32992 w 72676"/>
                          <a:gd name="connsiteY16" fmla="*/ 12259 h 115959"/>
                          <a:gd name="connsiteX17" fmla="*/ 15371 w 72676"/>
                          <a:gd name="connsiteY17" fmla="*/ 448 h 115959"/>
                          <a:gd name="connsiteX18" fmla="*/ 2989 w 72676"/>
                          <a:gd name="connsiteY18" fmla="*/ 5210 h 1159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72676" h="115959">
                            <a:moveTo>
                              <a:pt x="2989" y="5210"/>
                            </a:moveTo>
                            <a:cubicBezTo>
                              <a:pt x="-155" y="11116"/>
                              <a:pt x="-441" y="14259"/>
                              <a:pt x="417" y="21784"/>
                            </a:cubicBezTo>
                            <a:cubicBezTo>
                              <a:pt x="1369" y="36452"/>
                              <a:pt x="607" y="47597"/>
                              <a:pt x="4703" y="63885"/>
                            </a:cubicBezTo>
                            <a:cubicBezTo>
                              <a:pt x="5560" y="67218"/>
                              <a:pt x="6513" y="70838"/>
                              <a:pt x="7751" y="74362"/>
                            </a:cubicBezTo>
                            <a:lnTo>
                              <a:pt x="8227" y="75695"/>
                            </a:lnTo>
                            <a:lnTo>
                              <a:pt x="9275" y="78648"/>
                            </a:lnTo>
                            <a:lnTo>
                              <a:pt x="11275" y="83792"/>
                            </a:lnTo>
                            <a:cubicBezTo>
                              <a:pt x="12704" y="87126"/>
                              <a:pt x="13942" y="90650"/>
                              <a:pt x="15562" y="93793"/>
                            </a:cubicBezTo>
                            <a:cubicBezTo>
                              <a:pt x="19086" y="99794"/>
                              <a:pt x="23658" y="104747"/>
                              <a:pt x="28801" y="108557"/>
                            </a:cubicBezTo>
                            <a:cubicBezTo>
                              <a:pt x="34040" y="112271"/>
                              <a:pt x="39755" y="114462"/>
                              <a:pt x="45184" y="115415"/>
                            </a:cubicBezTo>
                            <a:cubicBezTo>
                              <a:pt x="53376" y="116748"/>
                              <a:pt x="61472" y="115510"/>
                              <a:pt x="66520" y="113034"/>
                            </a:cubicBezTo>
                            <a:cubicBezTo>
                              <a:pt x="71664" y="110557"/>
                              <a:pt x="73759" y="107223"/>
                              <a:pt x="72140" y="104461"/>
                            </a:cubicBezTo>
                            <a:cubicBezTo>
                              <a:pt x="70140" y="101127"/>
                              <a:pt x="60805" y="101318"/>
                              <a:pt x="54519" y="97889"/>
                            </a:cubicBezTo>
                            <a:cubicBezTo>
                              <a:pt x="47184" y="94079"/>
                              <a:pt x="41755" y="87221"/>
                              <a:pt x="40612" y="79220"/>
                            </a:cubicBezTo>
                            <a:cubicBezTo>
                              <a:pt x="39946" y="75314"/>
                              <a:pt x="39850" y="71314"/>
                              <a:pt x="39946" y="67694"/>
                            </a:cubicBezTo>
                            <a:cubicBezTo>
                              <a:pt x="40136" y="64170"/>
                              <a:pt x="40231" y="60551"/>
                              <a:pt x="40612" y="56741"/>
                            </a:cubicBezTo>
                            <a:cubicBezTo>
                              <a:pt x="41755" y="44072"/>
                              <a:pt x="44708" y="27785"/>
                              <a:pt x="32992" y="12259"/>
                            </a:cubicBezTo>
                            <a:cubicBezTo>
                              <a:pt x="27849" y="5306"/>
                              <a:pt x="20991" y="1401"/>
                              <a:pt x="15371" y="448"/>
                            </a:cubicBezTo>
                            <a:cubicBezTo>
                              <a:pt x="9847" y="-981"/>
                              <a:pt x="4989" y="1115"/>
                              <a:pt x="2989" y="521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24" name="Forme libre : forme 12223">
                        <a:extLst>
                          <a:ext uri="{FF2B5EF4-FFF2-40B4-BE49-F238E27FC236}">
                            <a16:creationId xmlns:a16="http://schemas.microsoft.com/office/drawing/2014/main" id="{192DF3A0-8DEC-41D7-8E95-5DAABCC3E0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5126" y="3027227"/>
                        <a:ext cx="26309" cy="34386"/>
                      </a:xfrm>
                      <a:custGeom>
                        <a:avLst/>
                        <a:gdLst>
                          <a:gd name="connsiteX0" fmla="*/ 5278 w 26309"/>
                          <a:gd name="connsiteY0" fmla="*/ 2008 h 34386"/>
                          <a:gd name="connsiteX1" fmla="*/ 992 w 26309"/>
                          <a:gd name="connsiteY1" fmla="*/ 8 h 34386"/>
                          <a:gd name="connsiteX2" fmla="*/ 516 w 26309"/>
                          <a:gd name="connsiteY2" fmla="*/ 3818 h 34386"/>
                          <a:gd name="connsiteX3" fmla="*/ 4040 w 26309"/>
                          <a:gd name="connsiteY3" fmla="*/ 10390 h 34386"/>
                          <a:gd name="connsiteX4" fmla="*/ 13946 w 26309"/>
                          <a:gd name="connsiteY4" fmla="*/ 25725 h 34386"/>
                          <a:gd name="connsiteX5" fmla="*/ 17946 w 26309"/>
                          <a:gd name="connsiteY5" fmla="*/ 31059 h 34386"/>
                          <a:gd name="connsiteX6" fmla="*/ 24138 w 26309"/>
                          <a:gd name="connsiteY6" fmla="*/ 24106 h 34386"/>
                          <a:gd name="connsiteX7" fmla="*/ 5278 w 26309"/>
                          <a:gd name="connsiteY7" fmla="*/ 2008 h 343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309" h="34386">
                            <a:moveTo>
                              <a:pt x="5278" y="2008"/>
                            </a:moveTo>
                            <a:cubicBezTo>
                              <a:pt x="3659" y="675"/>
                              <a:pt x="2326" y="-87"/>
                              <a:pt x="992" y="8"/>
                            </a:cubicBezTo>
                            <a:cubicBezTo>
                              <a:pt x="-341" y="103"/>
                              <a:pt x="-151" y="1913"/>
                              <a:pt x="516" y="3818"/>
                            </a:cubicBezTo>
                            <a:cubicBezTo>
                              <a:pt x="1182" y="5818"/>
                              <a:pt x="2706" y="8390"/>
                              <a:pt x="4040" y="10390"/>
                            </a:cubicBezTo>
                            <a:cubicBezTo>
                              <a:pt x="7469" y="15343"/>
                              <a:pt x="10612" y="20963"/>
                              <a:pt x="13946" y="25725"/>
                            </a:cubicBezTo>
                            <a:cubicBezTo>
                              <a:pt x="15280" y="27726"/>
                              <a:pt x="16422" y="29631"/>
                              <a:pt x="17946" y="31059"/>
                            </a:cubicBezTo>
                            <a:cubicBezTo>
                              <a:pt x="24043" y="37060"/>
                              <a:pt x="29472" y="35060"/>
                              <a:pt x="24138" y="24106"/>
                            </a:cubicBezTo>
                            <a:cubicBezTo>
                              <a:pt x="20137" y="15629"/>
                              <a:pt x="11851" y="7152"/>
                              <a:pt x="5278" y="200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25" name="Forme libre : forme 12224">
                        <a:extLst>
                          <a:ext uri="{FF2B5EF4-FFF2-40B4-BE49-F238E27FC236}">
                            <a16:creationId xmlns:a16="http://schemas.microsoft.com/office/drawing/2014/main" id="{719B8BBC-A264-485E-8EB9-146A4C29A9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5552" y="3088385"/>
                        <a:ext cx="62769" cy="47053"/>
                      </a:xfrm>
                      <a:custGeom>
                        <a:avLst/>
                        <a:gdLst>
                          <a:gd name="connsiteX0" fmla="*/ 62770 w 62769"/>
                          <a:gd name="connsiteY0" fmla="*/ 0 h 47053"/>
                          <a:gd name="connsiteX1" fmla="*/ 44767 w 62769"/>
                          <a:gd name="connsiteY1" fmla="*/ 26099 h 47053"/>
                          <a:gd name="connsiteX2" fmla="*/ 27718 w 62769"/>
                          <a:gd name="connsiteY2" fmla="*/ 38195 h 47053"/>
                          <a:gd name="connsiteX3" fmla="*/ 22193 w 62769"/>
                          <a:gd name="connsiteY3" fmla="*/ 40958 h 47053"/>
                          <a:gd name="connsiteX4" fmla="*/ 14668 w 62769"/>
                          <a:gd name="connsiteY4" fmla="*/ 43529 h 47053"/>
                          <a:gd name="connsiteX5" fmla="*/ 0 w 62769"/>
                          <a:gd name="connsiteY5" fmla="*/ 47054 h 47053"/>
                          <a:gd name="connsiteX6" fmla="*/ 15049 w 62769"/>
                          <a:gd name="connsiteY6" fmla="*/ 43148 h 47053"/>
                          <a:gd name="connsiteX7" fmla="*/ 22193 w 62769"/>
                          <a:gd name="connsiteY7" fmla="*/ 40386 h 47053"/>
                          <a:gd name="connsiteX8" fmla="*/ 27241 w 62769"/>
                          <a:gd name="connsiteY8" fmla="*/ 37529 h 47053"/>
                          <a:gd name="connsiteX9" fmla="*/ 42291 w 62769"/>
                          <a:gd name="connsiteY9" fmla="*/ 25432 h 47053"/>
                          <a:gd name="connsiteX10" fmla="*/ 62770 w 62769"/>
                          <a:gd name="connsiteY10" fmla="*/ 0 h 470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2769" h="47053">
                            <a:moveTo>
                              <a:pt x="62770" y="0"/>
                            </a:moveTo>
                            <a:cubicBezTo>
                              <a:pt x="61627" y="8192"/>
                              <a:pt x="54578" y="17431"/>
                              <a:pt x="44767" y="26099"/>
                            </a:cubicBezTo>
                            <a:cubicBezTo>
                              <a:pt x="39814" y="30385"/>
                              <a:pt x="34099" y="34576"/>
                              <a:pt x="27718" y="38195"/>
                            </a:cubicBezTo>
                            <a:cubicBezTo>
                              <a:pt x="26098" y="39053"/>
                              <a:pt x="24670" y="39910"/>
                              <a:pt x="22193" y="40958"/>
                            </a:cubicBezTo>
                            <a:cubicBezTo>
                              <a:pt x="19621" y="41815"/>
                              <a:pt x="17145" y="42672"/>
                              <a:pt x="14668" y="43529"/>
                            </a:cubicBezTo>
                            <a:cubicBezTo>
                              <a:pt x="9715" y="45244"/>
                              <a:pt x="4667" y="46292"/>
                              <a:pt x="0" y="47054"/>
                            </a:cubicBezTo>
                            <a:cubicBezTo>
                              <a:pt x="5143" y="46101"/>
                              <a:pt x="10192" y="45053"/>
                              <a:pt x="15049" y="43148"/>
                            </a:cubicBezTo>
                            <a:cubicBezTo>
                              <a:pt x="17335" y="42291"/>
                              <a:pt x="19717" y="41338"/>
                              <a:pt x="22193" y="40386"/>
                            </a:cubicBezTo>
                            <a:cubicBezTo>
                              <a:pt x="24479" y="39338"/>
                              <a:pt x="25813" y="38481"/>
                              <a:pt x="27241" y="37529"/>
                            </a:cubicBezTo>
                            <a:cubicBezTo>
                              <a:pt x="33052" y="33814"/>
                              <a:pt x="37909" y="29623"/>
                              <a:pt x="42291" y="25432"/>
                            </a:cubicBezTo>
                            <a:cubicBezTo>
                              <a:pt x="51054" y="16954"/>
                              <a:pt x="57721" y="8001"/>
                              <a:pt x="6277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26" name="Forme libre : forme 12225">
                        <a:extLst>
                          <a:ext uri="{FF2B5EF4-FFF2-40B4-BE49-F238E27FC236}">
                            <a16:creationId xmlns:a16="http://schemas.microsoft.com/office/drawing/2014/main" id="{DBE3B987-3A85-40C1-8423-1E06C719F1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6401" y="2990278"/>
                        <a:ext cx="64769" cy="47625"/>
                      </a:xfrm>
                      <a:custGeom>
                        <a:avLst/>
                        <a:gdLst>
                          <a:gd name="connsiteX0" fmla="*/ 64770 w 64769"/>
                          <a:gd name="connsiteY0" fmla="*/ 47625 h 47625"/>
                          <a:gd name="connsiteX1" fmla="*/ 35338 w 64769"/>
                          <a:gd name="connsiteY1" fmla="*/ 14383 h 47625"/>
                          <a:gd name="connsiteX2" fmla="*/ 26575 w 64769"/>
                          <a:gd name="connsiteY2" fmla="*/ 8858 h 47625"/>
                          <a:gd name="connsiteX3" fmla="*/ 17431 w 64769"/>
                          <a:gd name="connsiteY3" fmla="*/ 4763 h 47625"/>
                          <a:gd name="connsiteX4" fmla="*/ 0 w 64769"/>
                          <a:gd name="connsiteY4" fmla="*/ 0 h 47625"/>
                          <a:gd name="connsiteX5" fmla="*/ 17050 w 64769"/>
                          <a:gd name="connsiteY5" fmla="*/ 4858 h 47625"/>
                          <a:gd name="connsiteX6" fmla="*/ 26194 w 64769"/>
                          <a:gd name="connsiteY6" fmla="*/ 9620 h 47625"/>
                          <a:gd name="connsiteX7" fmla="*/ 35052 w 64769"/>
                          <a:gd name="connsiteY7" fmla="*/ 15812 h 47625"/>
                          <a:gd name="connsiteX8" fmla="*/ 64770 w 64769"/>
                          <a:gd name="connsiteY8" fmla="*/ 47625 h 476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4769" h="47625">
                            <a:moveTo>
                              <a:pt x="64770" y="47625"/>
                            </a:moveTo>
                            <a:cubicBezTo>
                              <a:pt x="57626" y="34004"/>
                              <a:pt x="46958" y="22384"/>
                              <a:pt x="35338" y="14383"/>
                            </a:cubicBezTo>
                            <a:cubicBezTo>
                              <a:pt x="32385" y="12382"/>
                              <a:pt x="29432" y="10573"/>
                              <a:pt x="26575" y="8858"/>
                            </a:cubicBezTo>
                            <a:cubicBezTo>
                              <a:pt x="23527" y="7334"/>
                              <a:pt x="20479" y="6001"/>
                              <a:pt x="17431" y="4763"/>
                            </a:cubicBezTo>
                            <a:cubicBezTo>
                              <a:pt x="11621" y="2191"/>
                              <a:pt x="5429" y="953"/>
                              <a:pt x="0" y="0"/>
                            </a:cubicBezTo>
                            <a:cubicBezTo>
                              <a:pt x="5048" y="667"/>
                              <a:pt x="11239" y="2000"/>
                              <a:pt x="17050" y="4858"/>
                            </a:cubicBezTo>
                            <a:cubicBezTo>
                              <a:pt x="20003" y="6191"/>
                              <a:pt x="23146" y="7811"/>
                              <a:pt x="26194" y="9620"/>
                            </a:cubicBezTo>
                            <a:cubicBezTo>
                              <a:pt x="29146" y="11525"/>
                              <a:pt x="32099" y="13621"/>
                              <a:pt x="35052" y="15812"/>
                            </a:cubicBezTo>
                            <a:cubicBezTo>
                              <a:pt x="46672" y="24860"/>
                              <a:pt x="57340" y="36766"/>
                              <a:pt x="64770" y="4762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27" name="Forme libre : forme 12226">
                        <a:extLst>
                          <a:ext uri="{FF2B5EF4-FFF2-40B4-BE49-F238E27FC236}">
                            <a16:creationId xmlns:a16="http://schemas.microsoft.com/office/drawing/2014/main" id="{99475293-F8A8-4E97-AA07-38C8AFFBDC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5835" y="3082838"/>
                        <a:ext cx="27076" cy="17592"/>
                      </a:xfrm>
                      <a:custGeom>
                        <a:avLst/>
                        <a:gdLst>
                          <a:gd name="connsiteX0" fmla="*/ 26861 w 27076"/>
                          <a:gd name="connsiteY0" fmla="*/ 14787 h 17592"/>
                          <a:gd name="connsiteX1" fmla="*/ 17050 w 27076"/>
                          <a:gd name="connsiteY1" fmla="*/ 17549 h 17592"/>
                          <a:gd name="connsiteX2" fmla="*/ 6477 w 27076"/>
                          <a:gd name="connsiteY2" fmla="*/ 14216 h 17592"/>
                          <a:gd name="connsiteX3" fmla="*/ 572 w 27076"/>
                          <a:gd name="connsiteY3" fmla="*/ 6596 h 17592"/>
                          <a:gd name="connsiteX4" fmla="*/ 1810 w 27076"/>
                          <a:gd name="connsiteY4" fmla="*/ 23 h 17592"/>
                          <a:gd name="connsiteX5" fmla="*/ 7906 w 27076"/>
                          <a:gd name="connsiteY5" fmla="*/ 4214 h 17592"/>
                          <a:gd name="connsiteX6" fmla="*/ 14764 w 27076"/>
                          <a:gd name="connsiteY6" fmla="*/ 8691 h 17592"/>
                          <a:gd name="connsiteX7" fmla="*/ 26861 w 27076"/>
                          <a:gd name="connsiteY7" fmla="*/ 14787 h 175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7076" h="17592">
                            <a:moveTo>
                              <a:pt x="26861" y="14787"/>
                            </a:moveTo>
                            <a:cubicBezTo>
                              <a:pt x="25813" y="16692"/>
                              <a:pt x="21527" y="17835"/>
                              <a:pt x="17050" y="17549"/>
                            </a:cubicBezTo>
                            <a:cubicBezTo>
                              <a:pt x="12573" y="17359"/>
                              <a:pt x="8192" y="15644"/>
                              <a:pt x="6477" y="14216"/>
                            </a:cubicBezTo>
                            <a:cubicBezTo>
                              <a:pt x="4477" y="13263"/>
                              <a:pt x="1715" y="9834"/>
                              <a:pt x="572" y="6596"/>
                            </a:cubicBezTo>
                            <a:cubicBezTo>
                              <a:pt x="-476" y="3167"/>
                              <a:pt x="-95" y="309"/>
                              <a:pt x="1810" y="23"/>
                            </a:cubicBezTo>
                            <a:cubicBezTo>
                              <a:pt x="3715" y="-262"/>
                              <a:pt x="5620" y="2119"/>
                              <a:pt x="7906" y="4214"/>
                            </a:cubicBezTo>
                            <a:cubicBezTo>
                              <a:pt x="10192" y="6500"/>
                              <a:pt x="13240" y="8024"/>
                              <a:pt x="14764" y="8691"/>
                            </a:cubicBezTo>
                            <a:cubicBezTo>
                              <a:pt x="17526" y="10596"/>
                              <a:pt x="28766" y="11168"/>
                              <a:pt x="26861" y="1478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28" name="Forme libre : forme 12227">
                        <a:extLst>
                          <a:ext uri="{FF2B5EF4-FFF2-40B4-BE49-F238E27FC236}">
                            <a16:creationId xmlns:a16="http://schemas.microsoft.com/office/drawing/2014/main" id="{8530FB4F-BC8C-4D9D-98A2-DA0482F5BA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8503" y="3094882"/>
                        <a:ext cx="9310" cy="3558"/>
                      </a:xfrm>
                      <a:custGeom>
                        <a:avLst/>
                        <a:gdLst>
                          <a:gd name="connsiteX0" fmla="*/ 9242 w 9310"/>
                          <a:gd name="connsiteY0" fmla="*/ 933 h 3558"/>
                          <a:gd name="connsiteX1" fmla="*/ 5051 w 9310"/>
                          <a:gd name="connsiteY1" fmla="*/ 3409 h 3558"/>
                          <a:gd name="connsiteX2" fmla="*/ 2 w 9310"/>
                          <a:gd name="connsiteY2" fmla="*/ 2266 h 3558"/>
                          <a:gd name="connsiteX3" fmla="*/ 4193 w 9310"/>
                          <a:gd name="connsiteY3" fmla="*/ 171 h 3558"/>
                          <a:gd name="connsiteX4" fmla="*/ 9242 w 9310"/>
                          <a:gd name="connsiteY4" fmla="*/ 933 h 35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10" h="3558">
                            <a:moveTo>
                              <a:pt x="9242" y="933"/>
                            </a:moveTo>
                            <a:cubicBezTo>
                              <a:pt x="9813" y="2266"/>
                              <a:pt x="6670" y="3219"/>
                              <a:pt x="5051" y="3409"/>
                            </a:cubicBezTo>
                            <a:cubicBezTo>
                              <a:pt x="3431" y="3695"/>
                              <a:pt x="97" y="3695"/>
                              <a:pt x="2" y="2266"/>
                            </a:cubicBezTo>
                            <a:cubicBezTo>
                              <a:pt x="-93" y="838"/>
                              <a:pt x="2764" y="456"/>
                              <a:pt x="4193" y="171"/>
                            </a:cubicBezTo>
                            <a:cubicBezTo>
                              <a:pt x="5717" y="-20"/>
                              <a:pt x="8765" y="-305"/>
                              <a:pt x="9242" y="93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29" name="Forme libre : forme 12228">
                        <a:extLst>
                          <a:ext uri="{FF2B5EF4-FFF2-40B4-BE49-F238E27FC236}">
                            <a16:creationId xmlns:a16="http://schemas.microsoft.com/office/drawing/2014/main" id="{2039E586-5254-4607-A8B6-027B160EAF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1046" y="3066698"/>
                        <a:ext cx="60925" cy="24152"/>
                      </a:xfrm>
                      <a:custGeom>
                        <a:avLst/>
                        <a:gdLst>
                          <a:gd name="connsiteX0" fmla="*/ 34796 w 60925"/>
                          <a:gd name="connsiteY0" fmla="*/ 9019 h 24152"/>
                          <a:gd name="connsiteX1" fmla="*/ 59656 w 60925"/>
                          <a:gd name="connsiteY1" fmla="*/ 15306 h 24152"/>
                          <a:gd name="connsiteX2" fmla="*/ 56132 w 60925"/>
                          <a:gd name="connsiteY2" fmla="*/ 22926 h 24152"/>
                          <a:gd name="connsiteX3" fmla="*/ 45083 w 60925"/>
                          <a:gd name="connsiteY3" fmla="*/ 23592 h 24152"/>
                          <a:gd name="connsiteX4" fmla="*/ 28985 w 60925"/>
                          <a:gd name="connsiteY4" fmla="*/ 21592 h 24152"/>
                          <a:gd name="connsiteX5" fmla="*/ 14412 w 60925"/>
                          <a:gd name="connsiteY5" fmla="*/ 19211 h 24152"/>
                          <a:gd name="connsiteX6" fmla="*/ 1554 w 60925"/>
                          <a:gd name="connsiteY6" fmla="*/ 13019 h 24152"/>
                          <a:gd name="connsiteX7" fmla="*/ 315 w 60925"/>
                          <a:gd name="connsiteY7" fmla="*/ 5781 h 24152"/>
                          <a:gd name="connsiteX8" fmla="*/ 4030 w 60925"/>
                          <a:gd name="connsiteY8" fmla="*/ 1399 h 24152"/>
                          <a:gd name="connsiteX9" fmla="*/ 10316 w 60925"/>
                          <a:gd name="connsiteY9" fmla="*/ 447 h 24152"/>
                          <a:gd name="connsiteX10" fmla="*/ 15079 w 60925"/>
                          <a:gd name="connsiteY10" fmla="*/ 3685 h 24152"/>
                          <a:gd name="connsiteX11" fmla="*/ 34796 w 60925"/>
                          <a:gd name="connsiteY11" fmla="*/ 9019 h 241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60925" h="24152">
                            <a:moveTo>
                              <a:pt x="34796" y="9019"/>
                            </a:moveTo>
                            <a:cubicBezTo>
                              <a:pt x="44606" y="10448"/>
                              <a:pt x="52131" y="11019"/>
                              <a:pt x="59656" y="15306"/>
                            </a:cubicBezTo>
                            <a:cubicBezTo>
                              <a:pt x="62418" y="16830"/>
                              <a:pt x="60418" y="21116"/>
                              <a:pt x="56132" y="22926"/>
                            </a:cubicBezTo>
                            <a:cubicBezTo>
                              <a:pt x="51846" y="24735"/>
                              <a:pt x="48512" y="24164"/>
                              <a:pt x="45083" y="23592"/>
                            </a:cubicBezTo>
                            <a:cubicBezTo>
                              <a:pt x="39654" y="22735"/>
                              <a:pt x="34319" y="22164"/>
                              <a:pt x="28985" y="21592"/>
                            </a:cubicBezTo>
                            <a:cubicBezTo>
                              <a:pt x="23651" y="21116"/>
                              <a:pt x="17841" y="20544"/>
                              <a:pt x="14412" y="19211"/>
                            </a:cubicBezTo>
                            <a:cubicBezTo>
                              <a:pt x="12031" y="18449"/>
                              <a:pt x="4792" y="17782"/>
                              <a:pt x="1554" y="13019"/>
                            </a:cubicBezTo>
                            <a:cubicBezTo>
                              <a:pt x="30" y="10734"/>
                              <a:pt x="-352" y="7876"/>
                              <a:pt x="315" y="5781"/>
                            </a:cubicBezTo>
                            <a:cubicBezTo>
                              <a:pt x="887" y="3685"/>
                              <a:pt x="2315" y="2256"/>
                              <a:pt x="4030" y="1399"/>
                            </a:cubicBezTo>
                            <a:cubicBezTo>
                              <a:pt x="7554" y="-315"/>
                              <a:pt x="8983" y="-220"/>
                              <a:pt x="10316" y="447"/>
                            </a:cubicBezTo>
                            <a:cubicBezTo>
                              <a:pt x="11555" y="1113"/>
                              <a:pt x="13269" y="2542"/>
                              <a:pt x="15079" y="3685"/>
                            </a:cubicBezTo>
                            <a:cubicBezTo>
                              <a:pt x="22413" y="4923"/>
                              <a:pt x="27652" y="7686"/>
                              <a:pt x="34796" y="901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02" name="Graphique 1">
                      <a:extLst>
                        <a:ext uri="{FF2B5EF4-FFF2-40B4-BE49-F238E27FC236}">
                          <a16:creationId xmlns:a16="http://schemas.microsoft.com/office/drawing/2014/main" id="{0D297CDF-8922-4063-A0DA-40F5454B05E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69731" y="2987120"/>
                      <a:ext cx="196574" cy="108290"/>
                      <a:chOff x="4069731" y="2987120"/>
                      <a:chExt cx="196574" cy="108290"/>
                    </a:xfrm>
                    <a:solidFill>
                      <a:schemeClr val="accent1"/>
                    </a:solidFill>
                  </p:grpSpPr>
                  <p:sp>
                    <p:nvSpPr>
                      <p:cNvPr id="12206" name="Forme libre : forme 12205">
                        <a:extLst>
                          <a:ext uri="{FF2B5EF4-FFF2-40B4-BE49-F238E27FC236}">
                            <a16:creationId xmlns:a16="http://schemas.microsoft.com/office/drawing/2014/main" id="{A2966083-4B1F-4209-9CCE-ED1909CDB3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9731" y="2987120"/>
                        <a:ext cx="196574" cy="108290"/>
                      </a:xfrm>
                      <a:custGeom>
                        <a:avLst/>
                        <a:gdLst>
                          <a:gd name="connsiteX0" fmla="*/ 144609 w 196574"/>
                          <a:gd name="connsiteY0" fmla="*/ 75167 h 108290"/>
                          <a:gd name="connsiteX1" fmla="*/ 80887 w 196574"/>
                          <a:gd name="connsiteY1" fmla="*/ 101266 h 108290"/>
                          <a:gd name="connsiteX2" fmla="*/ 8783 w 196574"/>
                          <a:gd name="connsiteY2" fmla="*/ 100694 h 108290"/>
                          <a:gd name="connsiteX3" fmla="*/ 1449 w 196574"/>
                          <a:gd name="connsiteY3" fmla="*/ 80406 h 108290"/>
                          <a:gd name="connsiteX4" fmla="*/ 53169 w 196574"/>
                          <a:gd name="connsiteY4" fmla="*/ 31067 h 108290"/>
                          <a:gd name="connsiteX5" fmla="*/ 114701 w 196574"/>
                          <a:gd name="connsiteY5" fmla="*/ 5921 h 108290"/>
                          <a:gd name="connsiteX6" fmla="*/ 154325 w 196574"/>
                          <a:gd name="connsiteY6" fmla="*/ 206 h 108290"/>
                          <a:gd name="connsiteX7" fmla="*/ 189186 w 196574"/>
                          <a:gd name="connsiteY7" fmla="*/ 11445 h 108290"/>
                          <a:gd name="connsiteX8" fmla="*/ 194330 w 196574"/>
                          <a:gd name="connsiteY8" fmla="*/ 31924 h 108290"/>
                          <a:gd name="connsiteX9" fmla="*/ 175566 w 196574"/>
                          <a:gd name="connsiteY9" fmla="*/ 54689 h 108290"/>
                          <a:gd name="connsiteX10" fmla="*/ 170327 w 196574"/>
                          <a:gd name="connsiteY10" fmla="*/ 59642 h 108290"/>
                          <a:gd name="connsiteX11" fmla="*/ 162897 w 196574"/>
                          <a:gd name="connsiteY11" fmla="*/ 65071 h 108290"/>
                          <a:gd name="connsiteX12" fmla="*/ 144609 w 196574"/>
                          <a:gd name="connsiteY12" fmla="*/ 75167 h 1082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96574" h="108290">
                            <a:moveTo>
                              <a:pt x="144609" y="75167"/>
                            </a:moveTo>
                            <a:cubicBezTo>
                              <a:pt x="129846" y="81835"/>
                              <a:pt x="97080" y="95360"/>
                              <a:pt x="80887" y="101266"/>
                            </a:cubicBezTo>
                            <a:cubicBezTo>
                              <a:pt x="50598" y="112124"/>
                              <a:pt x="30595" y="109172"/>
                              <a:pt x="8783" y="100694"/>
                            </a:cubicBezTo>
                            <a:cubicBezTo>
                              <a:pt x="1258" y="97742"/>
                              <a:pt x="-2171" y="87359"/>
                              <a:pt x="1449" y="80406"/>
                            </a:cubicBezTo>
                            <a:cubicBezTo>
                              <a:pt x="12116" y="60308"/>
                              <a:pt x="25547" y="44497"/>
                              <a:pt x="53169" y="31067"/>
                            </a:cubicBezTo>
                            <a:cubicBezTo>
                              <a:pt x="67838" y="23827"/>
                              <a:pt x="98508" y="11350"/>
                              <a:pt x="114701" y="5921"/>
                            </a:cubicBezTo>
                            <a:cubicBezTo>
                              <a:pt x="130036" y="682"/>
                              <a:pt x="141752" y="-557"/>
                              <a:pt x="154325" y="206"/>
                            </a:cubicBezTo>
                            <a:cubicBezTo>
                              <a:pt x="167660" y="872"/>
                              <a:pt x="178995" y="4968"/>
                              <a:pt x="189186" y="11445"/>
                            </a:cubicBezTo>
                            <a:cubicBezTo>
                              <a:pt x="196330" y="15922"/>
                              <a:pt x="198807" y="26018"/>
                              <a:pt x="194330" y="31924"/>
                            </a:cubicBezTo>
                            <a:cubicBezTo>
                              <a:pt x="187948" y="40401"/>
                              <a:pt x="182138" y="47735"/>
                              <a:pt x="175566" y="54689"/>
                            </a:cubicBezTo>
                            <a:cubicBezTo>
                              <a:pt x="173851" y="56498"/>
                              <a:pt x="172327" y="58022"/>
                              <a:pt x="170327" y="59642"/>
                            </a:cubicBezTo>
                            <a:cubicBezTo>
                              <a:pt x="168041" y="61547"/>
                              <a:pt x="165564" y="63261"/>
                              <a:pt x="162897" y="65071"/>
                            </a:cubicBezTo>
                            <a:cubicBezTo>
                              <a:pt x="157563" y="68690"/>
                              <a:pt x="151563" y="72024"/>
                              <a:pt x="144609" y="7516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07" name="Forme libre : forme 12206">
                        <a:extLst>
                          <a:ext uri="{FF2B5EF4-FFF2-40B4-BE49-F238E27FC236}">
                            <a16:creationId xmlns:a16="http://schemas.microsoft.com/office/drawing/2014/main" id="{0D3F08E2-C45C-4C9C-A33C-A9769D4F4F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1465" y="3018948"/>
                        <a:ext cx="192881" cy="76399"/>
                      </a:xfrm>
                      <a:custGeom>
                        <a:avLst/>
                        <a:gdLst>
                          <a:gd name="connsiteX0" fmla="*/ 78581 w 192881"/>
                          <a:gd name="connsiteY0" fmla="*/ 40481 h 76399"/>
                          <a:gd name="connsiteX1" fmla="*/ 0 w 192881"/>
                          <a:gd name="connsiteY1" fmla="*/ 62198 h 76399"/>
                          <a:gd name="connsiteX2" fmla="*/ 6953 w 192881"/>
                          <a:gd name="connsiteY2" fmla="*/ 68866 h 76399"/>
                          <a:gd name="connsiteX3" fmla="*/ 18193 w 192881"/>
                          <a:gd name="connsiteY3" fmla="*/ 72676 h 76399"/>
                          <a:gd name="connsiteX4" fmla="*/ 52388 w 192881"/>
                          <a:gd name="connsiteY4" fmla="*/ 75914 h 76399"/>
                          <a:gd name="connsiteX5" fmla="*/ 79153 w 192881"/>
                          <a:gd name="connsiteY5" fmla="*/ 69437 h 76399"/>
                          <a:gd name="connsiteX6" fmla="*/ 89630 w 192881"/>
                          <a:gd name="connsiteY6" fmla="*/ 65532 h 76399"/>
                          <a:gd name="connsiteX7" fmla="*/ 138303 w 192881"/>
                          <a:gd name="connsiteY7" fmla="*/ 45434 h 76399"/>
                          <a:gd name="connsiteX8" fmla="*/ 142875 w 192881"/>
                          <a:gd name="connsiteY8" fmla="*/ 43339 h 76399"/>
                          <a:gd name="connsiteX9" fmla="*/ 167450 w 192881"/>
                          <a:gd name="connsiteY9" fmla="*/ 28861 h 76399"/>
                          <a:gd name="connsiteX10" fmla="*/ 177546 w 192881"/>
                          <a:gd name="connsiteY10" fmla="*/ 18669 h 76399"/>
                          <a:gd name="connsiteX11" fmla="*/ 186690 w 192881"/>
                          <a:gd name="connsiteY11" fmla="*/ 7906 h 76399"/>
                          <a:gd name="connsiteX12" fmla="*/ 192691 w 192881"/>
                          <a:gd name="connsiteY12" fmla="*/ 286 h 76399"/>
                          <a:gd name="connsiteX13" fmla="*/ 192881 w 192881"/>
                          <a:gd name="connsiteY13" fmla="*/ 0 h 76399"/>
                          <a:gd name="connsiteX14" fmla="*/ 164402 w 192881"/>
                          <a:gd name="connsiteY14" fmla="*/ 5715 h 76399"/>
                          <a:gd name="connsiteX15" fmla="*/ 135255 w 192881"/>
                          <a:gd name="connsiteY15" fmla="*/ 16288 h 76399"/>
                          <a:gd name="connsiteX16" fmla="*/ 78581 w 192881"/>
                          <a:gd name="connsiteY16" fmla="*/ 40481 h 76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92881" h="76399">
                            <a:moveTo>
                              <a:pt x="78581" y="40481"/>
                            </a:moveTo>
                            <a:cubicBezTo>
                              <a:pt x="53245" y="52768"/>
                              <a:pt x="24670" y="64294"/>
                              <a:pt x="0" y="62198"/>
                            </a:cubicBezTo>
                            <a:cubicBezTo>
                              <a:pt x="1524" y="65151"/>
                              <a:pt x="3810" y="67627"/>
                              <a:pt x="6953" y="68866"/>
                            </a:cubicBezTo>
                            <a:cubicBezTo>
                              <a:pt x="10668" y="70294"/>
                              <a:pt x="14478" y="71628"/>
                              <a:pt x="18193" y="72676"/>
                            </a:cubicBezTo>
                            <a:cubicBezTo>
                              <a:pt x="28956" y="75724"/>
                              <a:pt x="39910" y="77248"/>
                              <a:pt x="52388" y="75914"/>
                            </a:cubicBezTo>
                            <a:cubicBezTo>
                              <a:pt x="60484" y="75057"/>
                              <a:pt x="69247" y="72961"/>
                              <a:pt x="79153" y="69437"/>
                            </a:cubicBezTo>
                            <a:cubicBezTo>
                              <a:pt x="82105" y="68294"/>
                              <a:pt x="85725" y="66961"/>
                              <a:pt x="89630" y="65532"/>
                            </a:cubicBezTo>
                            <a:cubicBezTo>
                              <a:pt x="104870" y="59531"/>
                              <a:pt x="125349" y="50959"/>
                              <a:pt x="138303" y="45434"/>
                            </a:cubicBezTo>
                            <a:cubicBezTo>
                              <a:pt x="139922" y="44672"/>
                              <a:pt x="141542" y="44005"/>
                              <a:pt x="142875" y="43339"/>
                            </a:cubicBezTo>
                            <a:cubicBezTo>
                              <a:pt x="152686" y="38862"/>
                              <a:pt x="160687" y="34004"/>
                              <a:pt x="167450" y="28861"/>
                            </a:cubicBezTo>
                            <a:cubicBezTo>
                              <a:pt x="171736" y="25432"/>
                              <a:pt x="174403" y="22384"/>
                              <a:pt x="177546" y="18669"/>
                            </a:cubicBezTo>
                            <a:cubicBezTo>
                              <a:pt x="180689" y="15430"/>
                              <a:pt x="183642" y="11621"/>
                              <a:pt x="186690" y="7906"/>
                            </a:cubicBezTo>
                            <a:cubicBezTo>
                              <a:pt x="188690" y="5524"/>
                              <a:pt x="190595" y="2953"/>
                              <a:pt x="192691" y="286"/>
                            </a:cubicBezTo>
                            <a:lnTo>
                              <a:pt x="192881" y="0"/>
                            </a:lnTo>
                            <a:cubicBezTo>
                              <a:pt x="183261" y="667"/>
                              <a:pt x="173736" y="2762"/>
                              <a:pt x="164402" y="5715"/>
                            </a:cubicBezTo>
                            <a:cubicBezTo>
                              <a:pt x="154877" y="8858"/>
                              <a:pt x="144875" y="12573"/>
                              <a:pt x="135255" y="16288"/>
                            </a:cubicBezTo>
                            <a:cubicBezTo>
                              <a:pt x="115824" y="23431"/>
                              <a:pt x="96774" y="31623"/>
                              <a:pt x="78581" y="4048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08" name="Forme libre : forme 12207">
                        <a:extLst>
                          <a:ext uri="{FF2B5EF4-FFF2-40B4-BE49-F238E27FC236}">
                            <a16:creationId xmlns:a16="http://schemas.microsoft.com/office/drawing/2014/main" id="{FBDBD7BA-1490-4A71-A32D-4317B78E3B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7654" y="3015348"/>
                        <a:ext cx="90397" cy="42485"/>
                      </a:xfrm>
                      <a:custGeom>
                        <a:avLst/>
                        <a:gdLst>
                          <a:gd name="connsiteX0" fmla="*/ 90116 w 90397"/>
                          <a:gd name="connsiteY0" fmla="*/ 3600 h 42485"/>
                          <a:gd name="connsiteX1" fmla="*/ 48111 w 90397"/>
                          <a:gd name="connsiteY1" fmla="*/ 33128 h 42485"/>
                          <a:gd name="connsiteX2" fmla="*/ 486 w 90397"/>
                          <a:gd name="connsiteY2" fmla="*/ 38367 h 42485"/>
                          <a:gd name="connsiteX3" fmla="*/ 38586 w 90397"/>
                          <a:gd name="connsiteY3" fmla="*/ 10268 h 42485"/>
                          <a:gd name="connsiteX4" fmla="*/ 90116 w 90397"/>
                          <a:gd name="connsiteY4" fmla="*/ 3600 h 424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0397" h="42485">
                            <a:moveTo>
                              <a:pt x="90116" y="3600"/>
                            </a:moveTo>
                            <a:cubicBezTo>
                              <a:pt x="93831" y="12935"/>
                              <a:pt x="59732" y="28175"/>
                              <a:pt x="48111" y="33128"/>
                            </a:cubicBezTo>
                            <a:cubicBezTo>
                              <a:pt x="36491" y="37795"/>
                              <a:pt x="5154" y="48273"/>
                              <a:pt x="486" y="38367"/>
                            </a:cubicBezTo>
                            <a:cubicBezTo>
                              <a:pt x="-4276" y="28365"/>
                              <a:pt x="27251" y="14268"/>
                              <a:pt x="38586" y="10268"/>
                            </a:cubicBezTo>
                            <a:cubicBezTo>
                              <a:pt x="49730" y="5982"/>
                              <a:pt x="86211" y="-5925"/>
                              <a:pt x="90116" y="360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09" name="Forme libre : forme 12208">
                        <a:extLst>
                          <a:ext uri="{FF2B5EF4-FFF2-40B4-BE49-F238E27FC236}">
                            <a16:creationId xmlns:a16="http://schemas.microsoft.com/office/drawing/2014/main" id="{37BFC155-15C2-4312-B5A4-48C9B67DF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6811" y="3036760"/>
                        <a:ext cx="67813" cy="20930"/>
                      </a:xfrm>
                      <a:custGeom>
                        <a:avLst/>
                        <a:gdLst>
                          <a:gd name="connsiteX0" fmla="*/ 16093 w 67813"/>
                          <a:gd name="connsiteY0" fmla="*/ 0 h 20930"/>
                          <a:gd name="connsiteX1" fmla="*/ 948 w 67813"/>
                          <a:gd name="connsiteY1" fmla="*/ 17240 h 20930"/>
                          <a:gd name="connsiteX2" fmla="*/ 49526 w 67813"/>
                          <a:gd name="connsiteY2" fmla="*/ 11621 h 20930"/>
                          <a:gd name="connsiteX3" fmla="*/ 67814 w 67813"/>
                          <a:gd name="connsiteY3" fmla="*/ 2667 h 20930"/>
                          <a:gd name="connsiteX4" fmla="*/ 57432 w 67813"/>
                          <a:gd name="connsiteY4" fmla="*/ 6001 h 20930"/>
                          <a:gd name="connsiteX5" fmla="*/ 16093 w 67813"/>
                          <a:gd name="connsiteY5" fmla="*/ 0 h 209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7813" h="20930">
                            <a:moveTo>
                              <a:pt x="16093" y="0"/>
                            </a:moveTo>
                            <a:cubicBezTo>
                              <a:pt x="11235" y="4096"/>
                              <a:pt x="-3909" y="11811"/>
                              <a:pt x="948" y="17240"/>
                            </a:cubicBezTo>
                            <a:cubicBezTo>
                              <a:pt x="8568" y="25908"/>
                              <a:pt x="34762" y="17336"/>
                              <a:pt x="49526" y="11621"/>
                            </a:cubicBezTo>
                            <a:cubicBezTo>
                              <a:pt x="53812" y="9906"/>
                              <a:pt x="63242" y="5334"/>
                              <a:pt x="67814" y="2667"/>
                            </a:cubicBezTo>
                            <a:cubicBezTo>
                              <a:pt x="64956" y="3715"/>
                              <a:pt x="60289" y="5524"/>
                              <a:pt x="57432" y="6001"/>
                            </a:cubicBezTo>
                            <a:cubicBezTo>
                              <a:pt x="41239" y="8477"/>
                              <a:pt x="21618" y="10763"/>
                              <a:pt x="16093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10" name="Forme libre : forme 12209">
                        <a:extLst>
                          <a:ext uri="{FF2B5EF4-FFF2-40B4-BE49-F238E27FC236}">
                            <a16:creationId xmlns:a16="http://schemas.microsoft.com/office/drawing/2014/main" id="{882D95FC-38D8-4410-B338-D4F0C5F371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3237" y="3015524"/>
                        <a:ext cx="90258" cy="43175"/>
                      </a:xfrm>
                      <a:custGeom>
                        <a:avLst/>
                        <a:gdLst>
                          <a:gd name="connsiteX0" fmla="*/ 90248 w 90258"/>
                          <a:gd name="connsiteY0" fmla="*/ 4186 h 43175"/>
                          <a:gd name="connsiteX1" fmla="*/ 47862 w 90258"/>
                          <a:gd name="connsiteY1" fmla="*/ 34095 h 43175"/>
                          <a:gd name="connsiteX2" fmla="*/ 618 w 90258"/>
                          <a:gd name="connsiteY2" fmla="*/ 38858 h 43175"/>
                          <a:gd name="connsiteX3" fmla="*/ 38528 w 90258"/>
                          <a:gd name="connsiteY3" fmla="*/ 10949 h 43175"/>
                          <a:gd name="connsiteX4" fmla="*/ 90248 w 90258"/>
                          <a:gd name="connsiteY4" fmla="*/ 4186 h 43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0258" h="43175">
                            <a:moveTo>
                              <a:pt x="90248" y="4186"/>
                            </a:moveTo>
                            <a:cubicBezTo>
                              <a:pt x="90915" y="14473"/>
                              <a:pt x="60245" y="28570"/>
                              <a:pt x="47862" y="34095"/>
                            </a:cubicBezTo>
                            <a:cubicBezTo>
                              <a:pt x="35384" y="39429"/>
                              <a:pt x="6142" y="48668"/>
                              <a:pt x="618" y="38858"/>
                            </a:cubicBezTo>
                            <a:cubicBezTo>
                              <a:pt x="-4906" y="28951"/>
                              <a:pt x="28145" y="14854"/>
                              <a:pt x="38528" y="10949"/>
                            </a:cubicBezTo>
                            <a:cubicBezTo>
                              <a:pt x="48814" y="6758"/>
                              <a:pt x="89581" y="-6767"/>
                              <a:pt x="90248" y="418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11" name="Forme libre : forme 12210">
                        <a:extLst>
                          <a:ext uri="{FF2B5EF4-FFF2-40B4-BE49-F238E27FC236}">
                            <a16:creationId xmlns:a16="http://schemas.microsoft.com/office/drawing/2014/main" id="{88D74993-E3E0-4F54-90E2-06D8599DF3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4512" y="3037116"/>
                        <a:ext cx="118520" cy="42725"/>
                      </a:xfrm>
                      <a:custGeom>
                        <a:avLst/>
                        <a:gdLst>
                          <a:gd name="connsiteX0" fmla="*/ 2861 w 118520"/>
                          <a:gd name="connsiteY0" fmla="*/ 34791 h 42725"/>
                          <a:gd name="connsiteX1" fmla="*/ 18863 w 118520"/>
                          <a:gd name="connsiteY1" fmla="*/ 41268 h 42725"/>
                          <a:gd name="connsiteX2" fmla="*/ 65536 w 118520"/>
                          <a:gd name="connsiteY2" fmla="*/ 39458 h 42725"/>
                          <a:gd name="connsiteX3" fmla="*/ 107064 w 118520"/>
                          <a:gd name="connsiteY3" fmla="*/ 20122 h 42725"/>
                          <a:gd name="connsiteX4" fmla="*/ 117066 w 118520"/>
                          <a:gd name="connsiteY4" fmla="*/ 1454 h 42725"/>
                          <a:gd name="connsiteX5" fmla="*/ 101254 w 118520"/>
                          <a:gd name="connsiteY5" fmla="*/ 1358 h 42725"/>
                          <a:gd name="connsiteX6" fmla="*/ 58201 w 118520"/>
                          <a:gd name="connsiteY6" fmla="*/ 3454 h 42725"/>
                          <a:gd name="connsiteX7" fmla="*/ 15244 w 118520"/>
                          <a:gd name="connsiteY7" fmla="*/ 7359 h 42725"/>
                          <a:gd name="connsiteX8" fmla="*/ 2861 w 118520"/>
                          <a:gd name="connsiteY8" fmla="*/ 34791 h 427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8520" h="42725">
                            <a:moveTo>
                              <a:pt x="2861" y="34791"/>
                            </a:moveTo>
                            <a:cubicBezTo>
                              <a:pt x="7623" y="39554"/>
                              <a:pt x="10671" y="40411"/>
                              <a:pt x="18863" y="41268"/>
                            </a:cubicBezTo>
                            <a:cubicBezTo>
                              <a:pt x="34484" y="42887"/>
                              <a:pt x="47343" y="44125"/>
                              <a:pt x="65536" y="39458"/>
                            </a:cubicBezTo>
                            <a:cubicBezTo>
                              <a:pt x="80680" y="35553"/>
                              <a:pt x="96396" y="28219"/>
                              <a:pt x="107064" y="20122"/>
                            </a:cubicBezTo>
                            <a:cubicBezTo>
                              <a:pt x="114970" y="14122"/>
                              <a:pt x="121542" y="6216"/>
                              <a:pt x="117066" y="1454"/>
                            </a:cubicBezTo>
                            <a:cubicBezTo>
                              <a:pt x="114304" y="-1499"/>
                              <a:pt x="107255" y="882"/>
                              <a:pt x="101254" y="1358"/>
                            </a:cubicBezTo>
                            <a:cubicBezTo>
                              <a:pt x="86871" y="2692"/>
                              <a:pt x="73251" y="4692"/>
                              <a:pt x="58201" y="3454"/>
                            </a:cubicBezTo>
                            <a:cubicBezTo>
                              <a:pt x="45438" y="2406"/>
                              <a:pt x="30483" y="-928"/>
                              <a:pt x="15244" y="7359"/>
                            </a:cubicBezTo>
                            <a:cubicBezTo>
                              <a:pt x="1528" y="14884"/>
                              <a:pt x="-3806" y="28123"/>
                              <a:pt x="2861" y="3479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12" name="Forme libre : forme 12211">
                        <a:extLst>
                          <a:ext uri="{FF2B5EF4-FFF2-40B4-BE49-F238E27FC236}">
                            <a16:creationId xmlns:a16="http://schemas.microsoft.com/office/drawing/2014/main" id="{3F655B39-7898-4069-82A5-08DC2C5431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14514" y="3030106"/>
                        <a:ext cx="33954" cy="23749"/>
                      </a:xfrm>
                      <a:custGeom>
                        <a:avLst/>
                        <a:gdLst>
                          <a:gd name="connsiteX0" fmla="*/ 2385 w 33954"/>
                          <a:gd name="connsiteY0" fmla="*/ 18655 h 23749"/>
                          <a:gd name="connsiteX1" fmla="*/ 4 w 33954"/>
                          <a:gd name="connsiteY1" fmla="*/ 22465 h 23749"/>
                          <a:gd name="connsiteX2" fmla="*/ 3623 w 33954"/>
                          <a:gd name="connsiteY2" fmla="*/ 23513 h 23749"/>
                          <a:gd name="connsiteX3" fmla="*/ 10291 w 33954"/>
                          <a:gd name="connsiteY3" fmla="*/ 20846 h 23749"/>
                          <a:gd name="connsiteX4" fmla="*/ 25626 w 33954"/>
                          <a:gd name="connsiteY4" fmla="*/ 12083 h 23749"/>
                          <a:gd name="connsiteX5" fmla="*/ 30865 w 33954"/>
                          <a:gd name="connsiteY5" fmla="*/ 8273 h 23749"/>
                          <a:gd name="connsiteX6" fmla="*/ 24102 w 33954"/>
                          <a:gd name="connsiteY6" fmla="*/ 1986 h 23749"/>
                          <a:gd name="connsiteX7" fmla="*/ 2385 w 33954"/>
                          <a:gd name="connsiteY7" fmla="*/ 18655 h 237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3954" h="23749">
                            <a:moveTo>
                              <a:pt x="2385" y="18655"/>
                            </a:moveTo>
                            <a:cubicBezTo>
                              <a:pt x="1051" y="20084"/>
                              <a:pt x="99" y="21132"/>
                              <a:pt x="4" y="22465"/>
                            </a:cubicBezTo>
                            <a:cubicBezTo>
                              <a:pt x="-92" y="23799"/>
                              <a:pt x="1623" y="23990"/>
                              <a:pt x="3623" y="23513"/>
                            </a:cubicBezTo>
                            <a:cubicBezTo>
                              <a:pt x="5624" y="23132"/>
                              <a:pt x="8290" y="21894"/>
                              <a:pt x="10291" y="20846"/>
                            </a:cubicBezTo>
                            <a:cubicBezTo>
                              <a:pt x="15434" y="18179"/>
                              <a:pt x="20959" y="15131"/>
                              <a:pt x="25626" y="12083"/>
                            </a:cubicBezTo>
                            <a:cubicBezTo>
                              <a:pt x="27531" y="10845"/>
                              <a:pt x="29436" y="9702"/>
                              <a:pt x="30865" y="8273"/>
                            </a:cubicBezTo>
                            <a:cubicBezTo>
                              <a:pt x="36580" y="2177"/>
                              <a:pt x="34389" y="-2966"/>
                              <a:pt x="24102" y="1986"/>
                            </a:cubicBezTo>
                            <a:cubicBezTo>
                              <a:pt x="16101" y="5701"/>
                              <a:pt x="7909" y="12845"/>
                              <a:pt x="2385" y="1865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13" name="Forme libre : forme 12212">
                        <a:extLst>
                          <a:ext uri="{FF2B5EF4-FFF2-40B4-BE49-F238E27FC236}">
                            <a16:creationId xmlns:a16="http://schemas.microsoft.com/office/drawing/2014/main" id="{4EA89392-B5DC-4328-9594-A76588481A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864" y="3016662"/>
                        <a:ext cx="45339" cy="43338"/>
                      </a:xfrm>
                      <a:custGeom>
                        <a:avLst/>
                        <a:gdLst>
                          <a:gd name="connsiteX0" fmla="*/ 45339 w 45339"/>
                          <a:gd name="connsiteY0" fmla="*/ 0 h 43338"/>
                          <a:gd name="connsiteX1" fmla="*/ 37624 w 45339"/>
                          <a:gd name="connsiteY1" fmla="*/ 10954 h 43338"/>
                          <a:gd name="connsiteX2" fmla="*/ 26765 w 45339"/>
                          <a:gd name="connsiteY2" fmla="*/ 21908 h 43338"/>
                          <a:gd name="connsiteX3" fmla="*/ 13430 w 45339"/>
                          <a:gd name="connsiteY3" fmla="*/ 33242 h 43338"/>
                          <a:gd name="connsiteX4" fmla="*/ 0 w 45339"/>
                          <a:gd name="connsiteY4" fmla="*/ 43339 h 43338"/>
                          <a:gd name="connsiteX5" fmla="*/ 24765 w 45339"/>
                          <a:gd name="connsiteY5" fmla="*/ 21050 h 43338"/>
                          <a:gd name="connsiteX6" fmla="*/ 34957 w 45339"/>
                          <a:gd name="connsiteY6" fmla="*/ 10001 h 43338"/>
                          <a:gd name="connsiteX7" fmla="*/ 45339 w 45339"/>
                          <a:gd name="connsiteY7" fmla="*/ 0 h 433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5339" h="43338">
                            <a:moveTo>
                              <a:pt x="45339" y="0"/>
                            </a:moveTo>
                            <a:cubicBezTo>
                              <a:pt x="43720" y="3810"/>
                              <a:pt x="40862" y="7049"/>
                              <a:pt x="37624" y="10954"/>
                            </a:cubicBezTo>
                            <a:cubicBezTo>
                              <a:pt x="34290" y="14573"/>
                              <a:pt x="30575" y="18097"/>
                              <a:pt x="26765" y="21908"/>
                            </a:cubicBezTo>
                            <a:cubicBezTo>
                              <a:pt x="23431" y="25241"/>
                              <a:pt x="18097" y="29623"/>
                              <a:pt x="13430" y="33242"/>
                            </a:cubicBezTo>
                            <a:cubicBezTo>
                              <a:pt x="8668" y="36957"/>
                              <a:pt x="4096" y="40386"/>
                              <a:pt x="0" y="43339"/>
                            </a:cubicBezTo>
                            <a:cubicBezTo>
                              <a:pt x="8572" y="37052"/>
                              <a:pt x="17907" y="28575"/>
                              <a:pt x="24765" y="21050"/>
                            </a:cubicBezTo>
                            <a:cubicBezTo>
                              <a:pt x="28099" y="17336"/>
                              <a:pt x="31432" y="13335"/>
                              <a:pt x="34957" y="10001"/>
                            </a:cubicBezTo>
                            <a:cubicBezTo>
                              <a:pt x="38481" y="6287"/>
                              <a:pt x="42005" y="2953"/>
                              <a:pt x="4533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14" name="Forme libre : forme 12213">
                        <a:extLst>
                          <a:ext uri="{FF2B5EF4-FFF2-40B4-BE49-F238E27FC236}">
                            <a16:creationId xmlns:a16="http://schemas.microsoft.com/office/drawing/2014/main" id="{5E381D11-6E64-4AE5-B8F7-FE119E8C96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3179" y="3019520"/>
                        <a:ext cx="52863" cy="49339"/>
                      </a:xfrm>
                      <a:custGeom>
                        <a:avLst/>
                        <a:gdLst>
                          <a:gd name="connsiteX0" fmla="*/ 52864 w 52863"/>
                          <a:gd name="connsiteY0" fmla="*/ 0 h 49339"/>
                          <a:gd name="connsiteX1" fmla="*/ 0 w 52863"/>
                          <a:gd name="connsiteY1" fmla="*/ 49339 h 49339"/>
                          <a:gd name="connsiteX2" fmla="*/ 52864 w 52863"/>
                          <a:gd name="connsiteY2" fmla="*/ 0 h 49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2863" h="49339">
                            <a:moveTo>
                              <a:pt x="52864" y="0"/>
                            </a:moveTo>
                            <a:cubicBezTo>
                              <a:pt x="28575" y="12097"/>
                              <a:pt x="11525" y="31623"/>
                              <a:pt x="0" y="49339"/>
                            </a:cubicBezTo>
                            <a:cubicBezTo>
                              <a:pt x="10001" y="32290"/>
                              <a:pt x="33528" y="13145"/>
                              <a:pt x="5286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15" name="Forme libre : forme 12214">
                        <a:extLst>
                          <a:ext uri="{FF2B5EF4-FFF2-40B4-BE49-F238E27FC236}">
                            <a16:creationId xmlns:a16="http://schemas.microsoft.com/office/drawing/2014/main" id="{47347867-CB4B-4478-8FAD-057315F3B3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71605" y="3021723"/>
                        <a:ext cx="34402" cy="13168"/>
                      </a:xfrm>
                      <a:custGeom>
                        <a:avLst/>
                        <a:gdLst>
                          <a:gd name="connsiteX0" fmla="*/ 34353 w 34402"/>
                          <a:gd name="connsiteY0" fmla="*/ 2083 h 13168"/>
                          <a:gd name="connsiteX1" fmla="*/ 15399 w 34402"/>
                          <a:gd name="connsiteY1" fmla="*/ 11132 h 13168"/>
                          <a:gd name="connsiteX2" fmla="*/ 64 w 34402"/>
                          <a:gd name="connsiteY2" fmla="*/ 10846 h 13168"/>
                          <a:gd name="connsiteX3" fmla="*/ 17970 w 34402"/>
                          <a:gd name="connsiteY3" fmla="*/ 2274 h 13168"/>
                          <a:gd name="connsiteX4" fmla="*/ 34353 w 34402"/>
                          <a:gd name="connsiteY4" fmla="*/ 2083 h 131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402" h="13168">
                            <a:moveTo>
                              <a:pt x="34353" y="2083"/>
                            </a:moveTo>
                            <a:cubicBezTo>
                              <a:pt x="33401" y="6179"/>
                              <a:pt x="19590" y="9894"/>
                              <a:pt x="15399" y="11132"/>
                            </a:cubicBezTo>
                            <a:cubicBezTo>
                              <a:pt x="11208" y="12275"/>
                              <a:pt x="-984" y="15228"/>
                              <a:pt x="64" y="10846"/>
                            </a:cubicBezTo>
                            <a:cubicBezTo>
                              <a:pt x="1111" y="6465"/>
                              <a:pt x="13970" y="3321"/>
                              <a:pt x="17970" y="2274"/>
                            </a:cubicBezTo>
                            <a:cubicBezTo>
                              <a:pt x="22066" y="1131"/>
                              <a:pt x="35306" y="-2108"/>
                              <a:pt x="34353" y="208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16" name="Forme libre : forme 12215">
                        <a:extLst>
                          <a:ext uri="{FF2B5EF4-FFF2-40B4-BE49-F238E27FC236}">
                            <a16:creationId xmlns:a16="http://schemas.microsoft.com/office/drawing/2014/main" id="{54BF3A20-899F-446C-BC6E-338EA0DE3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01256" y="3020416"/>
                        <a:ext cx="9709" cy="4688"/>
                      </a:xfrm>
                      <a:custGeom>
                        <a:avLst/>
                        <a:gdLst>
                          <a:gd name="connsiteX0" fmla="*/ 9560 w 9709"/>
                          <a:gd name="connsiteY0" fmla="*/ 533 h 4688"/>
                          <a:gd name="connsiteX1" fmla="*/ 5845 w 9709"/>
                          <a:gd name="connsiteY1" fmla="*/ 3771 h 4688"/>
                          <a:gd name="connsiteX2" fmla="*/ 130 w 9709"/>
                          <a:gd name="connsiteY2" fmla="*/ 4152 h 4688"/>
                          <a:gd name="connsiteX3" fmla="*/ 3750 w 9709"/>
                          <a:gd name="connsiteY3" fmla="*/ 1009 h 4688"/>
                          <a:gd name="connsiteX4" fmla="*/ 9560 w 9709"/>
                          <a:gd name="connsiteY4" fmla="*/ 533 h 46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09" h="4688">
                            <a:moveTo>
                              <a:pt x="9560" y="533"/>
                            </a:moveTo>
                            <a:cubicBezTo>
                              <a:pt x="10417" y="1676"/>
                              <a:pt x="7369" y="3104"/>
                              <a:pt x="5845" y="3771"/>
                            </a:cubicBezTo>
                            <a:cubicBezTo>
                              <a:pt x="4226" y="4343"/>
                              <a:pt x="987" y="5295"/>
                              <a:pt x="130" y="4152"/>
                            </a:cubicBezTo>
                            <a:cubicBezTo>
                              <a:pt x="-632" y="2914"/>
                              <a:pt x="2130" y="1580"/>
                              <a:pt x="3750" y="1009"/>
                            </a:cubicBezTo>
                            <a:cubicBezTo>
                              <a:pt x="5369" y="342"/>
                              <a:pt x="8798" y="-610"/>
                              <a:pt x="9560" y="53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17" name="Forme libre : forme 12216">
                        <a:extLst>
                          <a:ext uri="{FF2B5EF4-FFF2-40B4-BE49-F238E27FC236}">
                            <a16:creationId xmlns:a16="http://schemas.microsoft.com/office/drawing/2014/main" id="{1C8DB138-CDE0-40CA-8093-FAB5743697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3625" y="2995575"/>
                        <a:ext cx="92872" cy="21029"/>
                      </a:xfrm>
                      <a:custGeom>
                        <a:avLst/>
                        <a:gdLst>
                          <a:gd name="connsiteX0" fmla="*/ 66241 w 92872"/>
                          <a:gd name="connsiteY0" fmla="*/ 3561 h 21029"/>
                          <a:gd name="connsiteX1" fmla="*/ 92054 w 92872"/>
                          <a:gd name="connsiteY1" fmla="*/ 12705 h 21029"/>
                          <a:gd name="connsiteX2" fmla="*/ 86910 w 92872"/>
                          <a:gd name="connsiteY2" fmla="*/ 19468 h 21029"/>
                          <a:gd name="connsiteX3" fmla="*/ 75956 w 92872"/>
                          <a:gd name="connsiteY3" fmla="*/ 18515 h 21029"/>
                          <a:gd name="connsiteX4" fmla="*/ 41857 w 92872"/>
                          <a:gd name="connsiteY4" fmla="*/ 16420 h 21029"/>
                          <a:gd name="connsiteX5" fmla="*/ 233 w 92872"/>
                          <a:gd name="connsiteY5" fmla="*/ 16896 h 21029"/>
                          <a:gd name="connsiteX6" fmla="*/ 42524 w 92872"/>
                          <a:gd name="connsiteY6" fmla="*/ 37 h 21029"/>
                          <a:gd name="connsiteX7" fmla="*/ 54906 w 92872"/>
                          <a:gd name="connsiteY7" fmla="*/ 1180 h 21029"/>
                          <a:gd name="connsiteX8" fmla="*/ 66241 w 92872"/>
                          <a:gd name="connsiteY8" fmla="*/ 3561 h 210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872" h="21029">
                            <a:moveTo>
                              <a:pt x="66241" y="3561"/>
                            </a:moveTo>
                            <a:cubicBezTo>
                              <a:pt x="77576" y="4704"/>
                              <a:pt x="85577" y="7085"/>
                              <a:pt x="92054" y="12705"/>
                            </a:cubicBezTo>
                            <a:cubicBezTo>
                              <a:pt x="94435" y="14991"/>
                              <a:pt x="91292" y="18325"/>
                              <a:pt x="86910" y="19468"/>
                            </a:cubicBezTo>
                            <a:cubicBezTo>
                              <a:pt x="82529" y="20516"/>
                              <a:pt x="79386" y="19182"/>
                              <a:pt x="75956" y="18515"/>
                            </a:cubicBezTo>
                            <a:cubicBezTo>
                              <a:pt x="65098" y="15944"/>
                              <a:pt x="54049" y="16039"/>
                              <a:pt x="41857" y="16420"/>
                            </a:cubicBezTo>
                            <a:cubicBezTo>
                              <a:pt x="34237" y="16515"/>
                              <a:pt x="-3291" y="26421"/>
                              <a:pt x="233" y="16896"/>
                            </a:cubicBezTo>
                            <a:cubicBezTo>
                              <a:pt x="3757" y="7085"/>
                              <a:pt x="32427" y="418"/>
                              <a:pt x="42524" y="37"/>
                            </a:cubicBezTo>
                            <a:cubicBezTo>
                              <a:pt x="47572" y="-154"/>
                              <a:pt x="51382" y="418"/>
                              <a:pt x="54906" y="1180"/>
                            </a:cubicBezTo>
                            <a:cubicBezTo>
                              <a:pt x="58430" y="2037"/>
                              <a:pt x="61764" y="2990"/>
                              <a:pt x="66241" y="356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03" name="Graphique 1">
                      <a:extLst>
                        <a:ext uri="{FF2B5EF4-FFF2-40B4-BE49-F238E27FC236}">
                          <a16:creationId xmlns:a16="http://schemas.microsoft.com/office/drawing/2014/main" id="{995C0FEF-7E9B-4283-8510-F18115CF086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66298" y="2983749"/>
                      <a:ext cx="184380" cy="124840"/>
                      <a:chOff x="4266298" y="2983749"/>
                      <a:chExt cx="184380" cy="124840"/>
                    </a:xfrm>
                    <a:solidFill>
                      <a:schemeClr val="accent1"/>
                    </a:solidFill>
                  </p:grpSpPr>
                  <p:sp>
                    <p:nvSpPr>
                      <p:cNvPr id="12194" name="Forme libre : forme 12193">
                        <a:extLst>
                          <a:ext uri="{FF2B5EF4-FFF2-40B4-BE49-F238E27FC236}">
                            <a16:creationId xmlns:a16="http://schemas.microsoft.com/office/drawing/2014/main" id="{2C8F50ED-F3E8-4F28-89D3-463B9135DC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6298" y="2983749"/>
                        <a:ext cx="184380" cy="124840"/>
                      </a:xfrm>
                      <a:custGeom>
                        <a:avLst/>
                        <a:gdLst>
                          <a:gd name="connsiteX0" fmla="*/ 106538 w 184380"/>
                          <a:gd name="connsiteY0" fmla="*/ 107684 h 124840"/>
                          <a:gd name="connsiteX1" fmla="*/ 79011 w 184380"/>
                          <a:gd name="connsiteY1" fmla="*/ 90540 h 124840"/>
                          <a:gd name="connsiteX2" fmla="*/ 52436 w 184380"/>
                          <a:gd name="connsiteY2" fmla="*/ 75681 h 124840"/>
                          <a:gd name="connsiteX3" fmla="*/ 25480 w 184380"/>
                          <a:gd name="connsiteY3" fmla="*/ 57488 h 124840"/>
                          <a:gd name="connsiteX4" fmla="*/ 15098 w 184380"/>
                          <a:gd name="connsiteY4" fmla="*/ 47296 h 124840"/>
                          <a:gd name="connsiteX5" fmla="*/ 4145 w 184380"/>
                          <a:gd name="connsiteY5" fmla="*/ 35771 h 124840"/>
                          <a:gd name="connsiteX6" fmla="*/ 5002 w 184380"/>
                          <a:gd name="connsiteY6" fmla="*/ 14244 h 124840"/>
                          <a:gd name="connsiteX7" fmla="*/ 85107 w 184380"/>
                          <a:gd name="connsiteY7" fmla="*/ 7672 h 124840"/>
                          <a:gd name="connsiteX8" fmla="*/ 117968 w 184380"/>
                          <a:gd name="connsiteY8" fmla="*/ 24436 h 124840"/>
                          <a:gd name="connsiteX9" fmla="*/ 147115 w 184380"/>
                          <a:gd name="connsiteY9" fmla="*/ 44153 h 124840"/>
                          <a:gd name="connsiteX10" fmla="*/ 184167 w 184380"/>
                          <a:gd name="connsiteY10" fmla="*/ 106160 h 124840"/>
                          <a:gd name="connsiteX11" fmla="*/ 173118 w 184380"/>
                          <a:gd name="connsiteY11" fmla="*/ 124163 h 124840"/>
                          <a:gd name="connsiteX12" fmla="*/ 106538 w 184380"/>
                          <a:gd name="connsiteY12" fmla="*/ 107684 h 1248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84380" h="124840">
                            <a:moveTo>
                              <a:pt x="106538" y="107684"/>
                            </a:moveTo>
                            <a:cubicBezTo>
                              <a:pt x="99871" y="103589"/>
                              <a:pt x="89488" y="97112"/>
                              <a:pt x="79011" y="90540"/>
                            </a:cubicBezTo>
                            <a:cubicBezTo>
                              <a:pt x="68819" y="84348"/>
                              <a:pt x="58723" y="79014"/>
                              <a:pt x="52436" y="75681"/>
                            </a:cubicBezTo>
                            <a:cubicBezTo>
                              <a:pt x="40625" y="69394"/>
                              <a:pt x="32624" y="64060"/>
                              <a:pt x="25480" y="57488"/>
                            </a:cubicBezTo>
                            <a:cubicBezTo>
                              <a:pt x="21861" y="54249"/>
                              <a:pt x="18527" y="50725"/>
                              <a:pt x="15098" y="47296"/>
                            </a:cubicBezTo>
                            <a:cubicBezTo>
                              <a:pt x="11669" y="43486"/>
                              <a:pt x="8145" y="39867"/>
                              <a:pt x="4145" y="35771"/>
                            </a:cubicBezTo>
                            <a:cubicBezTo>
                              <a:pt x="-1285" y="30151"/>
                              <a:pt x="-1761" y="19293"/>
                              <a:pt x="5002" y="14244"/>
                            </a:cubicBezTo>
                            <a:cubicBezTo>
                              <a:pt x="24242" y="-424"/>
                              <a:pt x="52055" y="-5663"/>
                              <a:pt x="85107" y="7672"/>
                            </a:cubicBezTo>
                            <a:cubicBezTo>
                              <a:pt x="93965" y="11101"/>
                              <a:pt x="106348" y="17483"/>
                              <a:pt x="117968" y="24436"/>
                            </a:cubicBezTo>
                            <a:cubicBezTo>
                              <a:pt x="129589" y="31389"/>
                              <a:pt x="140162" y="38914"/>
                              <a:pt x="147115" y="44153"/>
                            </a:cubicBezTo>
                            <a:cubicBezTo>
                              <a:pt x="173023" y="63774"/>
                              <a:pt x="180547" y="83777"/>
                              <a:pt x="184167" y="106160"/>
                            </a:cubicBezTo>
                            <a:cubicBezTo>
                              <a:pt x="185500" y="113971"/>
                              <a:pt x="180452" y="123401"/>
                              <a:pt x="173118" y="124163"/>
                            </a:cubicBezTo>
                            <a:cubicBezTo>
                              <a:pt x="151401" y="126544"/>
                              <a:pt x="131875" y="123020"/>
                              <a:pt x="106538" y="10768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95" name="Forme libre : forme 12194">
                        <a:extLst>
                          <a:ext uri="{FF2B5EF4-FFF2-40B4-BE49-F238E27FC236}">
                            <a16:creationId xmlns:a16="http://schemas.microsoft.com/office/drawing/2014/main" id="{41F41EF0-F334-48A5-AFD3-E6D584CEDA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6346" y="3010566"/>
                        <a:ext cx="173450" cy="97821"/>
                      </a:xfrm>
                      <a:custGeom>
                        <a:avLst/>
                        <a:gdLst>
                          <a:gd name="connsiteX0" fmla="*/ 72676 w 173450"/>
                          <a:gd name="connsiteY0" fmla="*/ 28575 h 97821"/>
                          <a:gd name="connsiteX1" fmla="*/ 35147 w 173450"/>
                          <a:gd name="connsiteY1" fmla="*/ 13811 h 97821"/>
                          <a:gd name="connsiteX2" fmla="*/ 0 w 173450"/>
                          <a:gd name="connsiteY2" fmla="*/ 0 h 97821"/>
                          <a:gd name="connsiteX3" fmla="*/ 4001 w 173450"/>
                          <a:gd name="connsiteY3" fmla="*/ 8763 h 97821"/>
                          <a:gd name="connsiteX4" fmla="*/ 11716 w 173450"/>
                          <a:gd name="connsiteY4" fmla="*/ 16669 h 97821"/>
                          <a:gd name="connsiteX5" fmla="*/ 33338 w 173450"/>
                          <a:gd name="connsiteY5" fmla="*/ 36957 h 97821"/>
                          <a:gd name="connsiteX6" fmla="*/ 52388 w 173450"/>
                          <a:gd name="connsiteY6" fmla="*/ 48673 h 97821"/>
                          <a:gd name="connsiteX7" fmla="*/ 60770 w 173450"/>
                          <a:gd name="connsiteY7" fmla="*/ 53149 h 97821"/>
                          <a:gd name="connsiteX8" fmla="*/ 102299 w 173450"/>
                          <a:gd name="connsiteY8" fmla="*/ 78105 h 97821"/>
                          <a:gd name="connsiteX9" fmla="*/ 106490 w 173450"/>
                          <a:gd name="connsiteY9" fmla="*/ 80677 h 97821"/>
                          <a:gd name="connsiteX10" fmla="*/ 131636 w 173450"/>
                          <a:gd name="connsiteY10" fmla="*/ 92773 h 97821"/>
                          <a:gd name="connsiteX11" fmla="*/ 162973 w 173450"/>
                          <a:gd name="connsiteY11" fmla="*/ 97822 h 97821"/>
                          <a:gd name="connsiteX12" fmla="*/ 173069 w 173450"/>
                          <a:gd name="connsiteY12" fmla="*/ 97250 h 97821"/>
                          <a:gd name="connsiteX13" fmla="*/ 173450 w 173450"/>
                          <a:gd name="connsiteY13" fmla="*/ 97155 h 97821"/>
                          <a:gd name="connsiteX14" fmla="*/ 124778 w 173450"/>
                          <a:gd name="connsiteY14" fmla="*/ 59246 h 97821"/>
                          <a:gd name="connsiteX15" fmla="*/ 72676 w 173450"/>
                          <a:gd name="connsiteY15" fmla="*/ 28575 h 978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73450" h="97821">
                            <a:moveTo>
                              <a:pt x="72676" y="28575"/>
                            </a:moveTo>
                            <a:cubicBezTo>
                              <a:pt x="60198" y="23241"/>
                              <a:pt x="47435" y="18288"/>
                              <a:pt x="35147" y="13811"/>
                            </a:cubicBezTo>
                            <a:cubicBezTo>
                              <a:pt x="22860" y="9334"/>
                              <a:pt x="11144" y="5334"/>
                              <a:pt x="0" y="0"/>
                            </a:cubicBezTo>
                            <a:cubicBezTo>
                              <a:pt x="381" y="3238"/>
                              <a:pt x="1715" y="6477"/>
                              <a:pt x="4001" y="8763"/>
                            </a:cubicBezTo>
                            <a:cubicBezTo>
                              <a:pt x="6668" y="11525"/>
                              <a:pt x="9239" y="14192"/>
                              <a:pt x="11716" y="16669"/>
                            </a:cubicBezTo>
                            <a:cubicBezTo>
                              <a:pt x="18860" y="24384"/>
                              <a:pt x="25146" y="30671"/>
                              <a:pt x="33338" y="36957"/>
                            </a:cubicBezTo>
                            <a:cubicBezTo>
                              <a:pt x="38672" y="40862"/>
                              <a:pt x="44672" y="44672"/>
                              <a:pt x="52388" y="48673"/>
                            </a:cubicBezTo>
                            <a:cubicBezTo>
                              <a:pt x="54769" y="49911"/>
                              <a:pt x="57626" y="51435"/>
                              <a:pt x="60770" y="53149"/>
                            </a:cubicBezTo>
                            <a:cubicBezTo>
                              <a:pt x="73152" y="59722"/>
                              <a:pt x="90678" y="70580"/>
                              <a:pt x="102299" y="78105"/>
                            </a:cubicBezTo>
                            <a:cubicBezTo>
                              <a:pt x="103823" y="79057"/>
                              <a:pt x="105251" y="79915"/>
                              <a:pt x="106490" y="80677"/>
                            </a:cubicBezTo>
                            <a:cubicBezTo>
                              <a:pt x="115729" y="86296"/>
                              <a:pt x="123730" y="89916"/>
                              <a:pt x="131636" y="92773"/>
                            </a:cubicBezTo>
                            <a:cubicBezTo>
                              <a:pt x="142494" y="96393"/>
                              <a:pt x="152686" y="97726"/>
                              <a:pt x="162973" y="97822"/>
                            </a:cubicBezTo>
                            <a:cubicBezTo>
                              <a:pt x="166307" y="97822"/>
                              <a:pt x="169736" y="97536"/>
                              <a:pt x="173069" y="97250"/>
                            </a:cubicBezTo>
                            <a:lnTo>
                              <a:pt x="173450" y="97155"/>
                            </a:lnTo>
                            <a:cubicBezTo>
                              <a:pt x="157925" y="83820"/>
                              <a:pt x="141732" y="71056"/>
                              <a:pt x="124778" y="59246"/>
                            </a:cubicBezTo>
                            <a:cubicBezTo>
                              <a:pt x="107918" y="47244"/>
                              <a:pt x="90488" y="36386"/>
                              <a:pt x="72676" y="2857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96" name="Forme libre : forme 12195">
                        <a:extLst>
                          <a:ext uri="{FF2B5EF4-FFF2-40B4-BE49-F238E27FC236}">
                            <a16:creationId xmlns:a16="http://schemas.microsoft.com/office/drawing/2014/main" id="{FCFB4C74-595D-4396-8C21-763AB96359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5171" y="3022948"/>
                        <a:ext cx="81688" cy="57405"/>
                      </a:xfrm>
                      <a:custGeom>
                        <a:avLst/>
                        <a:gdLst>
                          <a:gd name="connsiteX0" fmla="*/ 80909 w 81688"/>
                          <a:gd name="connsiteY0" fmla="*/ 55531 h 57405"/>
                          <a:gd name="connsiteX1" fmla="*/ 33284 w 81688"/>
                          <a:gd name="connsiteY1" fmla="*/ 37339 h 57405"/>
                          <a:gd name="connsiteX2" fmla="*/ 11662 w 81688"/>
                          <a:gd name="connsiteY2" fmla="*/ 21336 h 57405"/>
                          <a:gd name="connsiteX3" fmla="*/ 423 w 81688"/>
                          <a:gd name="connsiteY3" fmla="*/ 3620 h 57405"/>
                          <a:gd name="connsiteX4" fmla="*/ 21568 w 81688"/>
                          <a:gd name="connsiteY4" fmla="*/ 2953 h 57405"/>
                          <a:gd name="connsiteX5" fmla="*/ 46524 w 81688"/>
                          <a:gd name="connsiteY5" fmla="*/ 16288 h 57405"/>
                          <a:gd name="connsiteX6" fmla="*/ 80909 w 81688"/>
                          <a:gd name="connsiteY6" fmla="*/ 55531 h 574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88" h="57405">
                            <a:moveTo>
                              <a:pt x="80909" y="55531"/>
                            </a:moveTo>
                            <a:cubicBezTo>
                              <a:pt x="75289" y="63532"/>
                              <a:pt x="43761" y="43720"/>
                              <a:pt x="33284" y="37339"/>
                            </a:cubicBezTo>
                            <a:cubicBezTo>
                              <a:pt x="28141" y="33909"/>
                              <a:pt x="19092" y="27718"/>
                              <a:pt x="11662" y="21336"/>
                            </a:cubicBezTo>
                            <a:cubicBezTo>
                              <a:pt x="4328" y="15050"/>
                              <a:pt x="-1673" y="8764"/>
                              <a:pt x="423" y="3620"/>
                            </a:cubicBezTo>
                            <a:cubicBezTo>
                              <a:pt x="2518" y="-1524"/>
                              <a:pt x="11662" y="-666"/>
                              <a:pt x="21568" y="2953"/>
                            </a:cubicBezTo>
                            <a:cubicBezTo>
                              <a:pt x="31379" y="6573"/>
                              <a:pt x="41571" y="12764"/>
                              <a:pt x="46524" y="16288"/>
                            </a:cubicBezTo>
                            <a:cubicBezTo>
                              <a:pt x="56620" y="23051"/>
                              <a:pt x="86910" y="46959"/>
                              <a:pt x="80909" y="5553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97" name="Forme libre : forme 12196">
                        <a:extLst>
                          <a:ext uri="{FF2B5EF4-FFF2-40B4-BE49-F238E27FC236}">
                            <a16:creationId xmlns:a16="http://schemas.microsoft.com/office/drawing/2014/main" id="{140CD5B1-A930-4D3E-AE96-C619DCF6F5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5075" y="3022947"/>
                        <a:ext cx="51286" cy="47531"/>
                      </a:xfrm>
                      <a:custGeom>
                        <a:avLst/>
                        <a:gdLst>
                          <a:gd name="connsiteX0" fmla="*/ 23283 w 51286"/>
                          <a:gd name="connsiteY0" fmla="*/ 4002 h 47531"/>
                          <a:gd name="connsiteX1" fmla="*/ 42 w 51286"/>
                          <a:gd name="connsiteY1" fmla="*/ 3526 h 47531"/>
                          <a:gd name="connsiteX2" fmla="*/ 11758 w 51286"/>
                          <a:gd name="connsiteY2" fmla="*/ 21433 h 47531"/>
                          <a:gd name="connsiteX3" fmla="*/ 33761 w 51286"/>
                          <a:gd name="connsiteY3" fmla="*/ 37721 h 47531"/>
                          <a:gd name="connsiteX4" fmla="*/ 51287 w 51286"/>
                          <a:gd name="connsiteY4" fmla="*/ 47531 h 47531"/>
                          <a:gd name="connsiteX5" fmla="*/ 42809 w 51286"/>
                          <a:gd name="connsiteY5" fmla="*/ 40864 h 47531"/>
                          <a:gd name="connsiteX6" fmla="*/ 23283 w 51286"/>
                          <a:gd name="connsiteY6" fmla="*/ 4002 h 47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286" h="47531">
                            <a:moveTo>
                              <a:pt x="23283" y="4002"/>
                            </a:moveTo>
                            <a:cubicBezTo>
                              <a:pt x="16996" y="2478"/>
                              <a:pt x="804" y="-3904"/>
                              <a:pt x="42" y="3526"/>
                            </a:cubicBezTo>
                            <a:cubicBezTo>
                              <a:pt x="-530" y="9336"/>
                              <a:pt x="4804" y="15432"/>
                              <a:pt x="11758" y="21433"/>
                            </a:cubicBezTo>
                            <a:cubicBezTo>
                              <a:pt x="18616" y="27529"/>
                              <a:pt x="27284" y="33435"/>
                              <a:pt x="33761" y="37721"/>
                            </a:cubicBezTo>
                            <a:cubicBezTo>
                              <a:pt x="37571" y="40197"/>
                              <a:pt x="46524" y="45246"/>
                              <a:pt x="51287" y="47531"/>
                            </a:cubicBezTo>
                            <a:cubicBezTo>
                              <a:pt x="48905" y="45722"/>
                              <a:pt x="44714" y="42960"/>
                              <a:pt x="42809" y="40864"/>
                            </a:cubicBezTo>
                            <a:cubicBezTo>
                              <a:pt x="31856" y="28958"/>
                              <a:pt x="18425" y="15146"/>
                              <a:pt x="23283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98" name="Forme libre : forme 12197">
                        <a:extLst>
                          <a:ext uri="{FF2B5EF4-FFF2-40B4-BE49-F238E27FC236}">
                            <a16:creationId xmlns:a16="http://schemas.microsoft.com/office/drawing/2014/main" id="{66CEB02E-5F92-4FC4-8527-B8F8C58929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8476" y="3027716"/>
                        <a:ext cx="81615" cy="57163"/>
                      </a:xfrm>
                      <a:custGeom>
                        <a:avLst/>
                        <a:gdLst>
                          <a:gd name="connsiteX0" fmla="*/ 80176 w 81615"/>
                          <a:gd name="connsiteY0" fmla="*/ 55907 h 57163"/>
                          <a:gd name="connsiteX1" fmla="*/ 31979 w 81615"/>
                          <a:gd name="connsiteY1" fmla="*/ 37524 h 57163"/>
                          <a:gd name="connsiteX2" fmla="*/ 10738 w 81615"/>
                          <a:gd name="connsiteY2" fmla="*/ 21617 h 57163"/>
                          <a:gd name="connsiteX3" fmla="*/ 356 w 81615"/>
                          <a:gd name="connsiteY3" fmla="*/ 3615 h 57163"/>
                          <a:gd name="connsiteX4" fmla="*/ 21216 w 81615"/>
                          <a:gd name="connsiteY4" fmla="*/ 3329 h 57163"/>
                          <a:gd name="connsiteX5" fmla="*/ 45695 w 81615"/>
                          <a:gd name="connsiteY5" fmla="*/ 16760 h 57163"/>
                          <a:gd name="connsiteX6" fmla="*/ 80176 w 81615"/>
                          <a:gd name="connsiteY6" fmla="*/ 55907 h 571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15" h="57163">
                            <a:moveTo>
                              <a:pt x="80176" y="55907"/>
                            </a:moveTo>
                            <a:cubicBezTo>
                              <a:pt x="71794" y="62003"/>
                              <a:pt x="43504" y="44287"/>
                              <a:pt x="31979" y="37524"/>
                            </a:cubicBezTo>
                            <a:cubicBezTo>
                              <a:pt x="26264" y="34095"/>
                              <a:pt x="17692" y="27713"/>
                              <a:pt x="10738" y="21617"/>
                            </a:cubicBezTo>
                            <a:cubicBezTo>
                              <a:pt x="3880" y="15331"/>
                              <a:pt x="-1454" y="8854"/>
                              <a:pt x="356" y="3615"/>
                            </a:cubicBezTo>
                            <a:cubicBezTo>
                              <a:pt x="2261" y="-1719"/>
                              <a:pt x="11405" y="-576"/>
                              <a:pt x="21216" y="3329"/>
                            </a:cubicBezTo>
                            <a:cubicBezTo>
                              <a:pt x="31027" y="7139"/>
                              <a:pt x="41028" y="13616"/>
                              <a:pt x="45695" y="16760"/>
                            </a:cubicBezTo>
                            <a:cubicBezTo>
                              <a:pt x="55220" y="22665"/>
                              <a:pt x="88939" y="49430"/>
                              <a:pt x="80176" y="5590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99" name="Forme libre : forme 12198">
                        <a:extLst>
                          <a:ext uri="{FF2B5EF4-FFF2-40B4-BE49-F238E27FC236}">
                            <a16:creationId xmlns:a16="http://schemas.microsoft.com/office/drawing/2014/main" id="{62FD4B43-ED98-4477-B200-616A50C4F7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93011" y="2998807"/>
                        <a:ext cx="98025" cy="81600"/>
                      </a:xfrm>
                      <a:custGeom>
                        <a:avLst/>
                        <a:gdLst>
                          <a:gd name="connsiteX0" fmla="*/ 292 w 98025"/>
                          <a:gd name="connsiteY0" fmla="*/ 15093 h 81600"/>
                          <a:gd name="connsiteX1" fmla="*/ 8959 w 98025"/>
                          <a:gd name="connsiteY1" fmla="*/ 29476 h 81600"/>
                          <a:gd name="connsiteX2" fmla="*/ 39153 w 98025"/>
                          <a:gd name="connsiteY2" fmla="*/ 58908 h 81600"/>
                          <a:gd name="connsiteX3" fmla="*/ 76968 w 98025"/>
                          <a:gd name="connsiteY3" fmla="*/ 79196 h 81600"/>
                          <a:gd name="connsiteX4" fmla="*/ 97923 w 98025"/>
                          <a:gd name="connsiteY4" fmla="*/ 76910 h 81600"/>
                          <a:gd name="connsiteX5" fmla="*/ 89160 w 98025"/>
                          <a:gd name="connsiteY5" fmla="*/ 63766 h 81600"/>
                          <a:gd name="connsiteX6" fmla="*/ 62109 w 98025"/>
                          <a:gd name="connsiteY6" fmla="*/ 30238 h 81600"/>
                          <a:gd name="connsiteX7" fmla="*/ 27724 w 98025"/>
                          <a:gd name="connsiteY7" fmla="*/ 901 h 81600"/>
                          <a:gd name="connsiteX8" fmla="*/ 292 w 98025"/>
                          <a:gd name="connsiteY8" fmla="*/ 15093 h 816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8025" h="81600">
                            <a:moveTo>
                              <a:pt x="292" y="15093"/>
                            </a:moveTo>
                            <a:cubicBezTo>
                              <a:pt x="1625" y="21856"/>
                              <a:pt x="3625" y="23761"/>
                              <a:pt x="8959" y="29476"/>
                            </a:cubicBezTo>
                            <a:cubicBezTo>
                              <a:pt x="19056" y="40049"/>
                              <a:pt x="25628" y="49002"/>
                              <a:pt x="39153" y="58908"/>
                            </a:cubicBezTo>
                            <a:cubicBezTo>
                              <a:pt x="50393" y="67195"/>
                              <a:pt x="64490" y="75100"/>
                              <a:pt x="76968" y="79196"/>
                            </a:cubicBezTo>
                            <a:cubicBezTo>
                              <a:pt x="86207" y="82149"/>
                              <a:pt x="96399" y="83387"/>
                              <a:pt x="97923" y="76910"/>
                            </a:cubicBezTo>
                            <a:cubicBezTo>
                              <a:pt x="98875" y="73005"/>
                              <a:pt x="92970" y="68433"/>
                              <a:pt x="89160" y="63766"/>
                            </a:cubicBezTo>
                            <a:cubicBezTo>
                              <a:pt x="80016" y="52717"/>
                              <a:pt x="70681" y="42906"/>
                              <a:pt x="62109" y="30238"/>
                            </a:cubicBezTo>
                            <a:cubicBezTo>
                              <a:pt x="54870" y="19665"/>
                              <a:pt x="46583" y="5377"/>
                              <a:pt x="27724" y="901"/>
                            </a:cubicBezTo>
                            <a:cubicBezTo>
                              <a:pt x="10388" y="-2909"/>
                              <a:pt x="-2090" y="6044"/>
                              <a:pt x="292" y="1509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00" name="Forme libre : forme 12199">
                        <a:extLst>
                          <a:ext uri="{FF2B5EF4-FFF2-40B4-BE49-F238E27FC236}">
                            <a16:creationId xmlns:a16="http://schemas.microsoft.com/office/drawing/2014/main" id="{926D3FE5-D867-4F31-A21C-AD3B778F3E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8785" y="3007807"/>
                        <a:ext cx="40831" cy="14250"/>
                      </a:xfrm>
                      <a:custGeom>
                        <a:avLst/>
                        <a:gdLst>
                          <a:gd name="connsiteX0" fmla="*/ 4902 w 40831"/>
                          <a:gd name="connsiteY0" fmla="*/ 92 h 14250"/>
                          <a:gd name="connsiteX1" fmla="*/ 330 w 40831"/>
                          <a:gd name="connsiteY1" fmla="*/ 1235 h 14250"/>
                          <a:gd name="connsiteX2" fmla="*/ 2425 w 40831"/>
                          <a:gd name="connsiteY2" fmla="*/ 4474 h 14250"/>
                          <a:gd name="connsiteX3" fmla="*/ 9379 w 40831"/>
                          <a:gd name="connsiteY3" fmla="*/ 7141 h 14250"/>
                          <a:gd name="connsiteX4" fmla="*/ 26809 w 40831"/>
                          <a:gd name="connsiteY4" fmla="*/ 12570 h 14250"/>
                          <a:gd name="connsiteX5" fmla="*/ 33286 w 40831"/>
                          <a:gd name="connsiteY5" fmla="*/ 14189 h 14250"/>
                          <a:gd name="connsiteX6" fmla="*/ 33572 w 40831"/>
                          <a:gd name="connsiteY6" fmla="*/ 4855 h 14250"/>
                          <a:gd name="connsiteX7" fmla="*/ 4902 w 40831"/>
                          <a:gd name="connsiteY7" fmla="*/ 92 h 14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831" h="14250">
                            <a:moveTo>
                              <a:pt x="4902" y="92"/>
                            </a:moveTo>
                            <a:cubicBezTo>
                              <a:pt x="2806" y="187"/>
                              <a:pt x="1378" y="283"/>
                              <a:pt x="330" y="1235"/>
                            </a:cubicBezTo>
                            <a:cubicBezTo>
                              <a:pt x="-623" y="2188"/>
                              <a:pt x="615" y="3426"/>
                              <a:pt x="2425" y="4474"/>
                            </a:cubicBezTo>
                            <a:cubicBezTo>
                              <a:pt x="4235" y="5426"/>
                              <a:pt x="7092" y="6379"/>
                              <a:pt x="9379" y="7141"/>
                            </a:cubicBezTo>
                            <a:cubicBezTo>
                              <a:pt x="15189" y="8855"/>
                              <a:pt x="21189" y="10951"/>
                              <a:pt x="26809" y="12570"/>
                            </a:cubicBezTo>
                            <a:cubicBezTo>
                              <a:pt x="29190" y="13142"/>
                              <a:pt x="31191" y="13999"/>
                              <a:pt x="33286" y="14189"/>
                            </a:cubicBezTo>
                            <a:cubicBezTo>
                              <a:pt x="41859" y="14856"/>
                              <a:pt x="44621" y="9998"/>
                              <a:pt x="33572" y="4855"/>
                            </a:cubicBezTo>
                            <a:cubicBezTo>
                              <a:pt x="24999" y="950"/>
                              <a:pt x="13284" y="-384"/>
                              <a:pt x="4902" y="9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01" name="Forme libre : forme 12200">
                        <a:extLst>
                          <a:ext uri="{FF2B5EF4-FFF2-40B4-BE49-F238E27FC236}">
                            <a16:creationId xmlns:a16="http://schemas.microsoft.com/office/drawing/2014/main" id="{C0FEF4DD-1A6A-4939-83C1-E48098D2C0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5598" y="3091433"/>
                        <a:ext cx="63436" cy="13893"/>
                      </a:xfrm>
                      <a:custGeom>
                        <a:avLst/>
                        <a:gdLst>
                          <a:gd name="connsiteX0" fmla="*/ 63437 w 63436"/>
                          <a:gd name="connsiteY0" fmla="*/ 12573 h 13893"/>
                          <a:gd name="connsiteX1" fmla="*/ 0 w 63436"/>
                          <a:gd name="connsiteY1" fmla="*/ 0 h 13893"/>
                          <a:gd name="connsiteX2" fmla="*/ 63437 w 63436"/>
                          <a:gd name="connsiteY2" fmla="*/ 12573 h 138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3436" h="13893">
                            <a:moveTo>
                              <a:pt x="63437" y="12573"/>
                            </a:moveTo>
                            <a:cubicBezTo>
                              <a:pt x="47911" y="17812"/>
                              <a:pt x="18669" y="6191"/>
                              <a:pt x="0" y="0"/>
                            </a:cubicBezTo>
                            <a:cubicBezTo>
                              <a:pt x="20193" y="6858"/>
                              <a:pt x="44768" y="10859"/>
                              <a:pt x="63437" y="1257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02" name="Forme libre : forme 12201">
                        <a:extLst>
                          <a:ext uri="{FF2B5EF4-FFF2-40B4-BE49-F238E27FC236}">
                            <a16:creationId xmlns:a16="http://schemas.microsoft.com/office/drawing/2014/main" id="{8E9C61DE-66C5-46AE-BB80-A859448F05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2633" y="2987682"/>
                        <a:ext cx="80200" cy="12216"/>
                      </a:xfrm>
                      <a:custGeom>
                        <a:avLst/>
                        <a:gdLst>
                          <a:gd name="connsiteX0" fmla="*/ 80201 w 80200"/>
                          <a:gd name="connsiteY0" fmla="*/ 7073 h 12216"/>
                          <a:gd name="connsiteX1" fmla="*/ 36290 w 80200"/>
                          <a:gd name="connsiteY1" fmla="*/ 405 h 12216"/>
                          <a:gd name="connsiteX2" fmla="*/ 0 w 80200"/>
                          <a:gd name="connsiteY2" fmla="*/ 12216 h 12216"/>
                          <a:gd name="connsiteX3" fmla="*/ 37052 w 80200"/>
                          <a:gd name="connsiteY3" fmla="*/ 1739 h 12216"/>
                          <a:gd name="connsiteX4" fmla="*/ 80201 w 80200"/>
                          <a:gd name="connsiteY4" fmla="*/ 7073 h 122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0200" h="12216">
                            <a:moveTo>
                              <a:pt x="80201" y="7073"/>
                            </a:moveTo>
                            <a:cubicBezTo>
                              <a:pt x="65818" y="1358"/>
                              <a:pt x="50483" y="-1024"/>
                              <a:pt x="36290" y="405"/>
                            </a:cubicBezTo>
                            <a:cubicBezTo>
                              <a:pt x="22098" y="1834"/>
                              <a:pt x="9525" y="6120"/>
                              <a:pt x="0" y="12216"/>
                            </a:cubicBezTo>
                            <a:cubicBezTo>
                              <a:pt x="8668" y="6025"/>
                              <a:pt x="22193" y="2501"/>
                              <a:pt x="37052" y="1739"/>
                            </a:cubicBezTo>
                            <a:cubicBezTo>
                              <a:pt x="51911" y="976"/>
                              <a:pt x="67437" y="3643"/>
                              <a:pt x="80201" y="707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03" name="Forme libre : forme 12202">
                        <a:extLst>
                          <a:ext uri="{FF2B5EF4-FFF2-40B4-BE49-F238E27FC236}">
                            <a16:creationId xmlns:a16="http://schemas.microsoft.com/office/drawing/2014/main" id="{4ADDAFFC-6601-4A6C-8897-CC8D75BEED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2299" y="3039397"/>
                        <a:ext cx="28663" cy="23723"/>
                      </a:xfrm>
                      <a:custGeom>
                        <a:avLst/>
                        <a:gdLst>
                          <a:gd name="connsiteX0" fmla="*/ 27778 w 28663"/>
                          <a:gd name="connsiteY0" fmla="*/ 23557 h 23723"/>
                          <a:gd name="connsiteX1" fmla="*/ 9681 w 28663"/>
                          <a:gd name="connsiteY1" fmla="*/ 12889 h 23723"/>
                          <a:gd name="connsiteX2" fmla="*/ 1013 w 28663"/>
                          <a:gd name="connsiteY2" fmla="*/ 220 h 23723"/>
                          <a:gd name="connsiteX3" fmla="*/ 18444 w 28663"/>
                          <a:gd name="connsiteY3" fmla="*/ 10126 h 23723"/>
                          <a:gd name="connsiteX4" fmla="*/ 27778 w 28663"/>
                          <a:gd name="connsiteY4" fmla="*/ 23557 h 237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663" h="23723">
                            <a:moveTo>
                              <a:pt x="27778" y="23557"/>
                            </a:moveTo>
                            <a:cubicBezTo>
                              <a:pt x="23873" y="25081"/>
                              <a:pt x="13014" y="15746"/>
                              <a:pt x="9681" y="12889"/>
                            </a:cubicBezTo>
                            <a:cubicBezTo>
                              <a:pt x="6347" y="10031"/>
                              <a:pt x="-3083" y="1840"/>
                              <a:pt x="1013" y="220"/>
                            </a:cubicBezTo>
                            <a:cubicBezTo>
                              <a:pt x="5299" y="-1494"/>
                              <a:pt x="15396" y="7269"/>
                              <a:pt x="18444" y="10126"/>
                            </a:cubicBezTo>
                            <a:cubicBezTo>
                              <a:pt x="21587" y="12793"/>
                              <a:pt x="31683" y="22033"/>
                              <a:pt x="27778" y="2355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04" name="Forme libre : forme 12203">
                        <a:extLst>
                          <a:ext uri="{FF2B5EF4-FFF2-40B4-BE49-F238E27FC236}">
                            <a16:creationId xmlns:a16="http://schemas.microsoft.com/office/drawing/2014/main" id="{BA96669A-0BE6-4F88-81BC-0ABE407398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96760" y="3059114"/>
                        <a:ext cx="8442" cy="6804"/>
                      </a:xfrm>
                      <a:custGeom>
                        <a:avLst/>
                        <a:gdLst>
                          <a:gd name="connsiteX0" fmla="*/ 8366 w 8442"/>
                          <a:gd name="connsiteY0" fmla="*/ 6316 h 6804"/>
                          <a:gd name="connsiteX1" fmla="*/ 3603 w 8442"/>
                          <a:gd name="connsiteY1" fmla="*/ 4982 h 6804"/>
                          <a:gd name="connsiteX2" fmla="*/ 79 w 8442"/>
                          <a:gd name="connsiteY2" fmla="*/ 506 h 6804"/>
                          <a:gd name="connsiteX3" fmla="*/ 4746 w 8442"/>
                          <a:gd name="connsiteY3" fmla="*/ 1744 h 6804"/>
                          <a:gd name="connsiteX4" fmla="*/ 8366 w 8442"/>
                          <a:gd name="connsiteY4" fmla="*/ 6316 h 68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42" h="6804">
                            <a:moveTo>
                              <a:pt x="8366" y="6316"/>
                            </a:moveTo>
                            <a:cubicBezTo>
                              <a:pt x="7890" y="7649"/>
                              <a:pt x="5032" y="5935"/>
                              <a:pt x="3603" y="4982"/>
                            </a:cubicBezTo>
                            <a:cubicBezTo>
                              <a:pt x="2175" y="4030"/>
                              <a:pt x="-492" y="1839"/>
                              <a:pt x="79" y="506"/>
                            </a:cubicBezTo>
                            <a:cubicBezTo>
                              <a:pt x="651" y="-828"/>
                              <a:pt x="3317" y="791"/>
                              <a:pt x="4746" y="1744"/>
                            </a:cubicBezTo>
                            <a:cubicBezTo>
                              <a:pt x="6175" y="2697"/>
                              <a:pt x="8937" y="4982"/>
                              <a:pt x="8366" y="631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205" name="Forme libre : forme 12204">
                        <a:extLst>
                          <a:ext uri="{FF2B5EF4-FFF2-40B4-BE49-F238E27FC236}">
                            <a16:creationId xmlns:a16="http://schemas.microsoft.com/office/drawing/2014/main" id="{1DC21133-E385-4FCB-B0E1-692F393C59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83011" y="3021375"/>
                        <a:ext cx="58312" cy="75445"/>
                      </a:xfrm>
                      <a:custGeom>
                        <a:avLst/>
                        <a:gdLst>
                          <a:gd name="connsiteX0" fmla="*/ 50690 w 58312"/>
                          <a:gd name="connsiteY0" fmla="*/ 47675 h 75445"/>
                          <a:gd name="connsiteX1" fmla="*/ 58310 w 58312"/>
                          <a:gd name="connsiteY1" fmla="*/ 72916 h 75445"/>
                          <a:gd name="connsiteX2" fmla="*/ 49928 w 58312"/>
                          <a:gd name="connsiteY2" fmla="*/ 73393 h 75445"/>
                          <a:gd name="connsiteX3" fmla="*/ 43927 w 58312"/>
                          <a:gd name="connsiteY3" fmla="*/ 64153 h 75445"/>
                          <a:gd name="connsiteX4" fmla="*/ 26687 w 58312"/>
                          <a:gd name="connsiteY4" fmla="*/ 34721 h 75445"/>
                          <a:gd name="connsiteX5" fmla="*/ 9256 w 58312"/>
                          <a:gd name="connsiteY5" fmla="*/ 16052 h 75445"/>
                          <a:gd name="connsiteX6" fmla="*/ 2017 w 58312"/>
                          <a:gd name="connsiteY6" fmla="*/ 241 h 75445"/>
                          <a:gd name="connsiteX7" fmla="*/ 23163 w 58312"/>
                          <a:gd name="connsiteY7" fmla="*/ 9099 h 75445"/>
                          <a:gd name="connsiteX8" fmla="*/ 40689 w 58312"/>
                          <a:gd name="connsiteY8" fmla="*/ 26244 h 75445"/>
                          <a:gd name="connsiteX9" fmla="*/ 50690 w 58312"/>
                          <a:gd name="connsiteY9" fmla="*/ 47675 h 754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8312" h="75445">
                            <a:moveTo>
                              <a:pt x="50690" y="47675"/>
                            </a:moveTo>
                            <a:cubicBezTo>
                              <a:pt x="55262" y="57295"/>
                              <a:pt x="58405" y="64153"/>
                              <a:pt x="58310" y="72916"/>
                            </a:cubicBezTo>
                            <a:cubicBezTo>
                              <a:pt x="58215" y="76155"/>
                              <a:pt x="53548" y="76250"/>
                              <a:pt x="49928" y="73393"/>
                            </a:cubicBezTo>
                            <a:cubicBezTo>
                              <a:pt x="46309" y="70535"/>
                              <a:pt x="45166" y="67392"/>
                              <a:pt x="43927" y="64153"/>
                            </a:cubicBezTo>
                            <a:cubicBezTo>
                              <a:pt x="39832" y="53962"/>
                              <a:pt x="33926" y="44627"/>
                              <a:pt x="26687" y="34721"/>
                            </a:cubicBezTo>
                            <a:cubicBezTo>
                              <a:pt x="24401" y="31578"/>
                              <a:pt x="16114" y="23577"/>
                              <a:pt x="9256" y="16052"/>
                            </a:cubicBezTo>
                            <a:cubicBezTo>
                              <a:pt x="2398" y="8527"/>
                              <a:pt x="-3126" y="1574"/>
                              <a:pt x="2017" y="241"/>
                            </a:cubicBezTo>
                            <a:cubicBezTo>
                              <a:pt x="7161" y="-1093"/>
                              <a:pt x="15638" y="3288"/>
                              <a:pt x="23163" y="9099"/>
                            </a:cubicBezTo>
                            <a:cubicBezTo>
                              <a:pt x="30783" y="14909"/>
                              <a:pt x="37545" y="22053"/>
                              <a:pt x="40689" y="26244"/>
                            </a:cubicBezTo>
                            <a:cubicBezTo>
                              <a:pt x="46880" y="34530"/>
                              <a:pt x="47070" y="40531"/>
                              <a:pt x="50690" y="4767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04" name="Graphique 1">
                      <a:extLst>
                        <a:ext uri="{FF2B5EF4-FFF2-40B4-BE49-F238E27FC236}">
                          <a16:creationId xmlns:a16="http://schemas.microsoft.com/office/drawing/2014/main" id="{D4A28262-0FF7-4A6F-A1C1-E35797D11B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43767" y="3097230"/>
                      <a:ext cx="165576" cy="147862"/>
                      <a:chOff x="4443767" y="3097230"/>
                      <a:chExt cx="165576" cy="147862"/>
                    </a:xfrm>
                    <a:solidFill>
                      <a:schemeClr val="accent1"/>
                    </a:solidFill>
                  </p:grpSpPr>
                  <p:sp>
                    <p:nvSpPr>
                      <p:cNvPr id="12182" name="Forme libre : forme 12181">
                        <a:extLst>
                          <a:ext uri="{FF2B5EF4-FFF2-40B4-BE49-F238E27FC236}">
                            <a16:creationId xmlns:a16="http://schemas.microsoft.com/office/drawing/2014/main" id="{5DA3147A-1020-47FF-A7D9-AD3D4CFD6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3767" y="3097230"/>
                        <a:ext cx="165576" cy="147862"/>
                      </a:xfrm>
                      <a:custGeom>
                        <a:avLst/>
                        <a:gdLst>
                          <a:gd name="connsiteX0" fmla="*/ 82422 w 165576"/>
                          <a:gd name="connsiteY0" fmla="*/ 135078 h 147862"/>
                          <a:gd name="connsiteX1" fmla="*/ 74420 w 165576"/>
                          <a:gd name="connsiteY1" fmla="*/ 129649 h 147862"/>
                          <a:gd name="connsiteX2" fmla="*/ 69849 w 165576"/>
                          <a:gd name="connsiteY2" fmla="*/ 126220 h 147862"/>
                          <a:gd name="connsiteX3" fmla="*/ 64800 w 165576"/>
                          <a:gd name="connsiteY3" fmla="*/ 121648 h 147862"/>
                          <a:gd name="connsiteX4" fmla="*/ 59943 w 165576"/>
                          <a:gd name="connsiteY4" fmla="*/ 116980 h 147862"/>
                          <a:gd name="connsiteX5" fmla="*/ 56609 w 165576"/>
                          <a:gd name="connsiteY5" fmla="*/ 113456 h 147862"/>
                          <a:gd name="connsiteX6" fmla="*/ 49846 w 165576"/>
                          <a:gd name="connsiteY6" fmla="*/ 106312 h 147862"/>
                          <a:gd name="connsiteX7" fmla="*/ 26605 w 165576"/>
                          <a:gd name="connsiteY7" fmla="*/ 80881 h 147862"/>
                          <a:gd name="connsiteX8" fmla="*/ 30 w 165576"/>
                          <a:gd name="connsiteY8" fmla="*/ 15444 h 147862"/>
                          <a:gd name="connsiteX9" fmla="*/ 15175 w 165576"/>
                          <a:gd name="connsiteY9" fmla="*/ 13 h 147862"/>
                          <a:gd name="connsiteX10" fmla="*/ 82040 w 165576"/>
                          <a:gd name="connsiteY10" fmla="*/ 29541 h 147862"/>
                          <a:gd name="connsiteX11" fmla="*/ 105377 w 165576"/>
                          <a:gd name="connsiteY11" fmla="*/ 53258 h 147862"/>
                          <a:gd name="connsiteX12" fmla="*/ 117283 w 165576"/>
                          <a:gd name="connsiteY12" fmla="*/ 66212 h 147862"/>
                          <a:gd name="connsiteX13" fmla="*/ 119760 w 165576"/>
                          <a:gd name="connsiteY13" fmla="*/ 68784 h 147862"/>
                          <a:gd name="connsiteX14" fmla="*/ 123093 w 165576"/>
                          <a:gd name="connsiteY14" fmla="*/ 71451 h 147862"/>
                          <a:gd name="connsiteX15" fmla="*/ 144524 w 165576"/>
                          <a:gd name="connsiteY15" fmla="*/ 91834 h 147862"/>
                          <a:gd name="connsiteX16" fmla="*/ 162241 w 165576"/>
                          <a:gd name="connsiteY16" fmla="*/ 116314 h 147862"/>
                          <a:gd name="connsiteX17" fmla="*/ 160908 w 165576"/>
                          <a:gd name="connsiteY17" fmla="*/ 137459 h 147862"/>
                          <a:gd name="connsiteX18" fmla="*/ 127951 w 165576"/>
                          <a:gd name="connsiteY18" fmla="*/ 147841 h 147862"/>
                          <a:gd name="connsiteX19" fmla="*/ 82422 w 165576"/>
                          <a:gd name="connsiteY19" fmla="*/ 135078 h 1478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65576" h="147862">
                            <a:moveTo>
                              <a:pt x="82422" y="135078"/>
                            </a:moveTo>
                            <a:cubicBezTo>
                              <a:pt x="80040" y="133744"/>
                              <a:pt x="77373" y="131744"/>
                              <a:pt x="74420" y="129649"/>
                            </a:cubicBezTo>
                            <a:cubicBezTo>
                              <a:pt x="72992" y="128601"/>
                              <a:pt x="71468" y="127553"/>
                              <a:pt x="69849" y="126220"/>
                            </a:cubicBezTo>
                            <a:cubicBezTo>
                              <a:pt x="68230" y="124791"/>
                              <a:pt x="66515" y="123267"/>
                              <a:pt x="64800" y="121648"/>
                            </a:cubicBezTo>
                            <a:cubicBezTo>
                              <a:pt x="63276" y="120219"/>
                              <a:pt x="60990" y="118123"/>
                              <a:pt x="59943" y="116980"/>
                            </a:cubicBezTo>
                            <a:cubicBezTo>
                              <a:pt x="58895" y="115837"/>
                              <a:pt x="57752" y="114694"/>
                              <a:pt x="56609" y="113456"/>
                            </a:cubicBezTo>
                            <a:cubicBezTo>
                              <a:pt x="54418" y="111075"/>
                              <a:pt x="52132" y="108693"/>
                              <a:pt x="49846" y="106312"/>
                            </a:cubicBezTo>
                            <a:cubicBezTo>
                              <a:pt x="40893" y="96787"/>
                              <a:pt x="32129" y="87262"/>
                              <a:pt x="26605" y="80881"/>
                            </a:cubicBezTo>
                            <a:cubicBezTo>
                              <a:pt x="5936" y="57163"/>
                              <a:pt x="1650" y="38685"/>
                              <a:pt x="30" y="15444"/>
                            </a:cubicBezTo>
                            <a:cubicBezTo>
                              <a:pt x="-541" y="7443"/>
                              <a:pt x="7079" y="-368"/>
                              <a:pt x="15175" y="13"/>
                            </a:cubicBezTo>
                            <a:cubicBezTo>
                              <a:pt x="38321" y="1251"/>
                              <a:pt x="59085" y="8205"/>
                              <a:pt x="82040" y="29541"/>
                            </a:cubicBezTo>
                            <a:cubicBezTo>
                              <a:pt x="88136" y="35256"/>
                              <a:pt x="96899" y="44209"/>
                              <a:pt x="105377" y="53258"/>
                            </a:cubicBezTo>
                            <a:cubicBezTo>
                              <a:pt x="109472" y="57735"/>
                              <a:pt x="113473" y="62116"/>
                              <a:pt x="117283" y="66212"/>
                            </a:cubicBezTo>
                            <a:cubicBezTo>
                              <a:pt x="118236" y="67069"/>
                              <a:pt x="119093" y="67831"/>
                              <a:pt x="119760" y="68784"/>
                            </a:cubicBezTo>
                            <a:cubicBezTo>
                              <a:pt x="120998" y="69736"/>
                              <a:pt x="122141" y="70593"/>
                              <a:pt x="123093" y="71451"/>
                            </a:cubicBezTo>
                            <a:cubicBezTo>
                              <a:pt x="130999" y="77832"/>
                              <a:pt x="138524" y="84405"/>
                              <a:pt x="144524" y="91834"/>
                            </a:cubicBezTo>
                            <a:cubicBezTo>
                              <a:pt x="150716" y="99073"/>
                              <a:pt x="155954" y="107360"/>
                              <a:pt x="162241" y="116314"/>
                            </a:cubicBezTo>
                            <a:cubicBezTo>
                              <a:pt x="166432" y="122695"/>
                              <a:pt x="167385" y="132982"/>
                              <a:pt x="160908" y="137459"/>
                            </a:cubicBezTo>
                            <a:cubicBezTo>
                              <a:pt x="151668" y="143269"/>
                              <a:pt x="140905" y="147460"/>
                              <a:pt x="127951" y="147841"/>
                            </a:cubicBezTo>
                            <a:cubicBezTo>
                              <a:pt x="115092" y="148127"/>
                              <a:pt x="99947" y="145555"/>
                              <a:pt x="82422" y="13507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83" name="Forme libre : forme 12182">
                        <a:extLst>
                          <a:ext uri="{FF2B5EF4-FFF2-40B4-BE49-F238E27FC236}">
                            <a16:creationId xmlns:a16="http://schemas.microsoft.com/office/drawing/2014/main" id="{69208CBB-4E64-4BFE-B515-110FEEF772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3967" y="3103530"/>
                        <a:ext cx="160898" cy="141453"/>
                      </a:xfrm>
                      <a:custGeom>
                        <a:avLst/>
                        <a:gdLst>
                          <a:gd name="connsiteX0" fmla="*/ 53360 w 160898"/>
                          <a:gd name="connsiteY0" fmla="*/ 63532 h 141453"/>
                          <a:gd name="connsiteX1" fmla="*/ 2973 w 160898"/>
                          <a:gd name="connsiteY1" fmla="*/ 0 h 141453"/>
                          <a:gd name="connsiteX2" fmla="*/ 21 w 160898"/>
                          <a:gd name="connsiteY2" fmla="*/ 9144 h 141453"/>
                          <a:gd name="connsiteX3" fmla="*/ 1164 w 160898"/>
                          <a:gd name="connsiteY3" fmla="*/ 20765 h 141453"/>
                          <a:gd name="connsiteX4" fmla="*/ 11165 w 160898"/>
                          <a:gd name="connsiteY4" fmla="*/ 52673 h 141453"/>
                          <a:gd name="connsiteX5" fmla="*/ 26595 w 160898"/>
                          <a:gd name="connsiteY5" fmla="*/ 74486 h 141453"/>
                          <a:gd name="connsiteX6" fmla="*/ 33930 w 160898"/>
                          <a:gd name="connsiteY6" fmla="*/ 82677 h 141453"/>
                          <a:gd name="connsiteX7" fmla="*/ 52313 w 160898"/>
                          <a:gd name="connsiteY7" fmla="*/ 102489 h 141453"/>
                          <a:gd name="connsiteX8" fmla="*/ 57171 w 160898"/>
                          <a:gd name="connsiteY8" fmla="*/ 107633 h 141453"/>
                          <a:gd name="connsiteX9" fmla="*/ 62695 w 160898"/>
                          <a:gd name="connsiteY9" fmla="*/ 113252 h 141453"/>
                          <a:gd name="connsiteX10" fmla="*/ 69934 w 160898"/>
                          <a:gd name="connsiteY10" fmla="*/ 119920 h 141453"/>
                          <a:gd name="connsiteX11" fmla="*/ 76316 w 160898"/>
                          <a:gd name="connsiteY11" fmla="*/ 124683 h 141453"/>
                          <a:gd name="connsiteX12" fmla="*/ 82126 w 160898"/>
                          <a:gd name="connsiteY12" fmla="*/ 128588 h 141453"/>
                          <a:gd name="connsiteX13" fmla="*/ 99842 w 160898"/>
                          <a:gd name="connsiteY13" fmla="*/ 136875 h 141453"/>
                          <a:gd name="connsiteX14" fmla="*/ 115844 w 160898"/>
                          <a:gd name="connsiteY14" fmla="*/ 140779 h 141453"/>
                          <a:gd name="connsiteX15" fmla="*/ 134990 w 160898"/>
                          <a:gd name="connsiteY15" fmla="*/ 140684 h 141453"/>
                          <a:gd name="connsiteX16" fmla="*/ 151373 w 160898"/>
                          <a:gd name="connsiteY16" fmla="*/ 136112 h 141453"/>
                          <a:gd name="connsiteX17" fmla="*/ 160612 w 160898"/>
                          <a:gd name="connsiteY17" fmla="*/ 131159 h 141453"/>
                          <a:gd name="connsiteX18" fmla="*/ 160898 w 160898"/>
                          <a:gd name="connsiteY18" fmla="*/ 130874 h 141453"/>
                          <a:gd name="connsiteX19" fmla="*/ 100224 w 160898"/>
                          <a:gd name="connsiteY19" fmla="*/ 106680 h 141453"/>
                          <a:gd name="connsiteX20" fmla="*/ 93270 w 160898"/>
                          <a:gd name="connsiteY20" fmla="*/ 101918 h 141453"/>
                          <a:gd name="connsiteX21" fmla="*/ 86603 w 160898"/>
                          <a:gd name="connsiteY21" fmla="*/ 96488 h 141453"/>
                          <a:gd name="connsiteX22" fmla="*/ 74982 w 160898"/>
                          <a:gd name="connsiteY22" fmla="*/ 84963 h 141453"/>
                          <a:gd name="connsiteX23" fmla="*/ 53360 w 160898"/>
                          <a:gd name="connsiteY23" fmla="*/ 63532 h 1414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</a:cxnLst>
                        <a:rect l="l" t="t" r="r" b="b"/>
                        <a:pathLst>
                          <a:path w="160898" h="141453">
                            <a:moveTo>
                              <a:pt x="53360" y="63532"/>
                            </a:moveTo>
                            <a:cubicBezTo>
                              <a:pt x="32882" y="44291"/>
                              <a:pt x="11927" y="22860"/>
                              <a:pt x="2973" y="0"/>
                            </a:cubicBezTo>
                            <a:cubicBezTo>
                              <a:pt x="973" y="2667"/>
                              <a:pt x="-170" y="5906"/>
                              <a:pt x="21" y="9144"/>
                            </a:cubicBezTo>
                            <a:cubicBezTo>
                              <a:pt x="306" y="13145"/>
                              <a:pt x="687" y="16954"/>
                              <a:pt x="1164" y="20765"/>
                            </a:cubicBezTo>
                            <a:cubicBezTo>
                              <a:pt x="2688" y="31623"/>
                              <a:pt x="5450" y="41910"/>
                              <a:pt x="11165" y="52673"/>
                            </a:cubicBezTo>
                            <a:cubicBezTo>
                              <a:pt x="14880" y="59627"/>
                              <a:pt x="19832" y="66770"/>
                              <a:pt x="26595" y="74486"/>
                            </a:cubicBezTo>
                            <a:cubicBezTo>
                              <a:pt x="28691" y="76772"/>
                              <a:pt x="31167" y="79629"/>
                              <a:pt x="33930" y="82677"/>
                            </a:cubicBezTo>
                            <a:cubicBezTo>
                              <a:pt x="39454" y="88583"/>
                              <a:pt x="46026" y="95631"/>
                              <a:pt x="52313" y="102489"/>
                            </a:cubicBezTo>
                            <a:cubicBezTo>
                              <a:pt x="53932" y="104204"/>
                              <a:pt x="55551" y="105918"/>
                              <a:pt x="57171" y="107633"/>
                            </a:cubicBezTo>
                            <a:cubicBezTo>
                              <a:pt x="58980" y="109538"/>
                              <a:pt x="59837" y="110490"/>
                              <a:pt x="62695" y="113252"/>
                            </a:cubicBezTo>
                            <a:cubicBezTo>
                              <a:pt x="65171" y="115538"/>
                              <a:pt x="67648" y="117824"/>
                              <a:pt x="69934" y="119920"/>
                            </a:cubicBezTo>
                            <a:cubicBezTo>
                              <a:pt x="72220" y="121539"/>
                              <a:pt x="74316" y="123158"/>
                              <a:pt x="76316" y="124683"/>
                            </a:cubicBezTo>
                            <a:cubicBezTo>
                              <a:pt x="78411" y="126111"/>
                              <a:pt x="80412" y="127635"/>
                              <a:pt x="82126" y="128588"/>
                            </a:cubicBezTo>
                            <a:cubicBezTo>
                              <a:pt x="88318" y="132112"/>
                              <a:pt x="94223" y="135160"/>
                              <a:pt x="99842" y="136875"/>
                            </a:cubicBezTo>
                            <a:cubicBezTo>
                              <a:pt x="105462" y="138970"/>
                              <a:pt x="110796" y="140208"/>
                              <a:pt x="115844" y="140779"/>
                            </a:cubicBezTo>
                            <a:cubicBezTo>
                              <a:pt x="122703" y="141827"/>
                              <a:pt x="129084" y="141542"/>
                              <a:pt x="134990" y="140684"/>
                            </a:cubicBezTo>
                            <a:cubicBezTo>
                              <a:pt x="140800" y="140018"/>
                              <a:pt x="146324" y="138208"/>
                              <a:pt x="151373" y="136112"/>
                            </a:cubicBezTo>
                            <a:cubicBezTo>
                              <a:pt x="154611" y="134684"/>
                              <a:pt x="157755" y="133064"/>
                              <a:pt x="160612" y="131159"/>
                            </a:cubicBezTo>
                            <a:lnTo>
                              <a:pt x="160898" y="130874"/>
                            </a:lnTo>
                            <a:cubicBezTo>
                              <a:pt x="139848" y="126492"/>
                              <a:pt x="119083" y="118586"/>
                              <a:pt x="100224" y="106680"/>
                            </a:cubicBezTo>
                            <a:cubicBezTo>
                              <a:pt x="97843" y="105347"/>
                              <a:pt x="95556" y="103632"/>
                              <a:pt x="93270" y="101918"/>
                            </a:cubicBezTo>
                            <a:cubicBezTo>
                              <a:pt x="90984" y="100203"/>
                              <a:pt x="88698" y="98679"/>
                              <a:pt x="86603" y="96488"/>
                            </a:cubicBezTo>
                            <a:cubicBezTo>
                              <a:pt x="82031" y="92393"/>
                              <a:pt x="78602" y="88678"/>
                              <a:pt x="74982" y="84963"/>
                            </a:cubicBezTo>
                            <a:cubicBezTo>
                              <a:pt x="67934" y="77534"/>
                              <a:pt x="60695" y="70390"/>
                              <a:pt x="53360" y="6353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84" name="Forme libre : forme 12183">
                        <a:extLst>
                          <a:ext uri="{FF2B5EF4-FFF2-40B4-BE49-F238E27FC236}">
                            <a16:creationId xmlns:a16="http://schemas.microsoft.com/office/drawing/2014/main" id="{43E79CD8-2578-46A2-BA92-273902E62D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6793" y="3152401"/>
                        <a:ext cx="74599" cy="66571"/>
                      </a:xfrm>
                      <a:custGeom>
                        <a:avLst/>
                        <a:gdLst>
                          <a:gd name="connsiteX0" fmla="*/ 74353 w 74599"/>
                          <a:gd name="connsiteY0" fmla="*/ 63239 h 66571"/>
                          <a:gd name="connsiteX1" fmla="*/ 51207 w 74599"/>
                          <a:gd name="connsiteY1" fmla="*/ 62953 h 66571"/>
                          <a:gd name="connsiteX2" fmla="*/ 42825 w 74599"/>
                          <a:gd name="connsiteY2" fmla="*/ 59143 h 66571"/>
                          <a:gd name="connsiteX3" fmla="*/ 34919 w 74599"/>
                          <a:gd name="connsiteY3" fmla="*/ 54190 h 66571"/>
                          <a:gd name="connsiteX4" fmla="*/ 23490 w 74599"/>
                          <a:gd name="connsiteY4" fmla="*/ 44284 h 66571"/>
                          <a:gd name="connsiteX5" fmla="*/ 1582 w 74599"/>
                          <a:gd name="connsiteY5" fmla="*/ 1612 h 66571"/>
                          <a:gd name="connsiteX6" fmla="*/ 41397 w 74599"/>
                          <a:gd name="connsiteY6" fmla="*/ 27139 h 66571"/>
                          <a:gd name="connsiteX7" fmla="*/ 49207 w 74599"/>
                          <a:gd name="connsiteY7" fmla="*/ 35521 h 66571"/>
                          <a:gd name="connsiteX8" fmla="*/ 60732 w 74599"/>
                          <a:gd name="connsiteY8" fmla="*/ 45617 h 66571"/>
                          <a:gd name="connsiteX9" fmla="*/ 74353 w 74599"/>
                          <a:gd name="connsiteY9" fmla="*/ 63239 h 66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4599" h="66571">
                            <a:moveTo>
                              <a:pt x="74353" y="63239"/>
                            </a:moveTo>
                            <a:cubicBezTo>
                              <a:pt x="72639" y="68096"/>
                              <a:pt x="62447" y="67334"/>
                              <a:pt x="51207" y="62953"/>
                            </a:cubicBezTo>
                            <a:cubicBezTo>
                              <a:pt x="48445" y="61810"/>
                              <a:pt x="45588" y="60476"/>
                              <a:pt x="42825" y="59143"/>
                            </a:cubicBezTo>
                            <a:cubicBezTo>
                              <a:pt x="40063" y="57524"/>
                              <a:pt x="37396" y="55809"/>
                              <a:pt x="34919" y="54190"/>
                            </a:cubicBezTo>
                            <a:cubicBezTo>
                              <a:pt x="30062" y="50761"/>
                              <a:pt x="25300" y="46284"/>
                              <a:pt x="23490" y="44284"/>
                            </a:cubicBezTo>
                            <a:cubicBezTo>
                              <a:pt x="14822" y="34949"/>
                              <a:pt x="-5847" y="9518"/>
                              <a:pt x="1582" y="1612"/>
                            </a:cubicBezTo>
                            <a:cubicBezTo>
                              <a:pt x="9298" y="-6484"/>
                              <a:pt x="33777" y="18090"/>
                              <a:pt x="41397" y="27139"/>
                            </a:cubicBezTo>
                            <a:cubicBezTo>
                              <a:pt x="43492" y="29616"/>
                              <a:pt x="46064" y="32187"/>
                              <a:pt x="49207" y="35521"/>
                            </a:cubicBezTo>
                            <a:cubicBezTo>
                              <a:pt x="52636" y="38664"/>
                              <a:pt x="56637" y="42284"/>
                              <a:pt x="60732" y="45617"/>
                            </a:cubicBezTo>
                            <a:cubicBezTo>
                              <a:pt x="68543" y="52285"/>
                              <a:pt x="76068" y="58571"/>
                              <a:pt x="74353" y="6323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85" name="Forme libre : forme 12184">
                        <a:extLst>
                          <a:ext uri="{FF2B5EF4-FFF2-40B4-BE49-F238E27FC236}">
                            <a16:creationId xmlns:a16="http://schemas.microsoft.com/office/drawing/2014/main" id="{FE155F55-CD84-4656-8674-9DDE71CA52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7018" y="3151666"/>
                        <a:ext cx="42219" cy="59401"/>
                      </a:xfrm>
                      <a:custGeom>
                        <a:avLst/>
                        <a:gdLst>
                          <a:gd name="connsiteX0" fmla="*/ 22503 w 42219"/>
                          <a:gd name="connsiteY0" fmla="*/ 9967 h 59401"/>
                          <a:gd name="connsiteX1" fmla="*/ 976 w 42219"/>
                          <a:gd name="connsiteY1" fmla="*/ 1966 h 59401"/>
                          <a:gd name="connsiteX2" fmla="*/ 23550 w 42219"/>
                          <a:gd name="connsiteY2" fmla="*/ 45400 h 59401"/>
                          <a:gd name="connsiteX3" fmla="*/ 32123 w 42219"/>
                          <a:gd name="connsiteY3" fmla="*/ 53115 h 59401"/>
                          <a:gd name="connsiteX4" fmla="*/ 42219 w 42219"/>
                          <a:gd name="connsiteY4" fmla="*/ 59402 h 59401"/>
                          <a:gd name="connsiteX5" fmla="*/ 32885 w 42219"/>
                          <a:gd name="connsiteY5" fmla="*/ 51305 h 59401"/>
                          <a:gd name="connsiteX6" fmla="*/ 25551 w 42219"/>
                          <a:gd name="connsiteY6" fmla="*/ 39685 h 59401"/>
                          <a:gd name="connsiteX7" fmla="*/ 20884 w 42219"/>
                          <a:gd name="connsiteY7" fmla="*/ 28446 h 59401"/>
                          <a:gd name="connsiteX8" fmla="*/ 22503 w 42219"/>
                          <a:gd name="connsiteY8" fmla="*/ 9967 h 59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2219" h="59401">
                            <a:moveTo>
                              <a:pt x="22503" y="9967"/>
                            </a:moveTo>
                            <a:cubicBezTo>
                              <a:pt x="16978" y="6824"/>
                              <a:pt x="4310" y="-4511"/>
                              <a:pt x="976" y="1966"/>
                            </a:cubicBezTo>
                            <a:cubicBezTo>
                              <a:pt x="-4263" y="12158"/>
                              <a:pt x="12787" y="33494"/>
                              <a:pt x="23550" y="45400"/>
                            </a:cubicBezTo>
                            <a:cubicBezTo>
                              <a:pt x="24884" y="46924"/>
                              <a:pt x="28694" y="50258"/>
                              <a:pt x="32123" y="53115"/>
                            </a:cubicBezTo>
                            <a:cubicBezTo>
                              <a:pt x="35743" y="55782"/>
                              <a:pt x="39648" y="57973"/>
                              <a:pt x="42219" y="59402"/>
                            </a:cubicBezTo>
                            <a:cubicBezTo>
                              <a:pt x="39552" y="57211"/>
                              <a:pt x="34885" y="54068"/>
                              <a:pt x="32885" y="51305"/>
                            </a:cubicBezTo>
                            <a:cubicBezTo>
                              <a:pt x="29932" y="47400"/>
                              <a:pt x="27265" y="43400"/>
                              <a:pt x="25551" y="39685"/>
                            </a:cubicBezTo>
                            <a:cubicBezTo>
                              <a:pt x="23646" y="35875"/>
                              <a:pt x="22027" y="32065"/>
                              <a:pt x="20884" y="28446"/>
                            </a:cubicBezTo>
                            <a:cubicBezTo>
                              <a:pt x="18692" y="21111"/>
                              <a:pt x="18407" y="14444"/>
                              <a:pt x="22503" y="996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86" name="Forme libre : forme 12185">
                        <a:extLst>
                          <a:ext uri="{FF2B5EF4-FFF2-40B4-BE49-F238E27FC236}">
                            <a16:creationId xmlns:a16="http://schemas.microsoft.com/office/drawing/2014/main" id="{2300BC9B-F632-4D82-853A-BF1DCD3681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8267" y="3157641"/>
                        <a:ext cx="77501" cy="65326"/>
                      </a:xfrm>
                      <a:custGeom>
                        <a:avLst/>
                        <a:gdLst>
                          <a:gd name="connsiteX0" fmla="*/ 76785 w 77501"/>
                          <a:gd name="connsiteY0" fmla="*/ 62380 h 65326"/>
                          <a:gd name="connsiteX1" fmla="*/ 52211 w 77501"/>
                          <a:gd name="connsiteY1" fmla="*/ 62190 h 65326"/>
                          <a:gd name="connsiteX2" fmla="*/ 23255 w 77501"/>
                          <a:gd name="connsiteY2" fmla="*/ 44473 h 65326"/>
                          <a:gd name="connsiteX3" fmla="*/ 1538 w 77501"/>
                          <a:gd name="connsiteY3" fmla="*/ 1801 h 65326"/>
                          <a:gd name="connsiteX4" fmla="*/ 41067 w 77501"/>
                          <a:gd name="connsiteY4" fmla="*/ 27042 h 65326"/>
                          <a:gd name="connsiteX5" fmla="*/ 62783 w 77501"/>
                          <a:gd name="connsiteY5" fmla="*/ 45235 h 65326"/>
                          <a:gd name="connsiteX6" fmla="*/ 76785 w 77501"/>
                          <a:gd name="connsiteY6" fmla="*/ 62380 h 653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7501" h="65326">
                            <a:moveTo>
                              <a:pt x="76785" y="62380"/>
                            </a:moveTo>
                            <a:cubicBezTo>
                              <a:pt x="73642" y="66571"/>
                              <a:pt x="63355" y="66095"/>
                              <a:pt x="52211" y="62190"/>
                            </a:cubicBezTo>
                            <a:cubicBezTo>
                              <a:pt x="41162" y="58189"/>
                              <a:pt x="29446" y="50950"/>
                              <a:pt x="23255" y="44473"/>
                            </a:cubicBezTo>
                            <a:cubicBezTo>
                              <a:pt x="12872" y="34091"/>
                              <a:pt x="-5415" y="10469"/>
                              <a:pt x="1538" y="1801"/>
                            </a:cubicBezTo>
                            <a:cubicBezTo>
                              <a:pt x="8777" y="-7057"/>
                              <a:pt x="33827" y="19232"/>
                              <a:pt x="41067" y="27042"/>
                            </a:cubicBezTo>
                            <a:cubicBezTo>
                              <a:pt x="44209" y="30662"/>
                              <a:pt x="53734" y="38472"/>
                              <a:pt x="62783" y="45235"/>
                            </a:cubicBezTo>
                            <a:cubicBezTo>
                              <a:pt x="71737" y="52093"/>
                              <a:pt x="80023" y="57999"/>
                              <a:pt x="76785" y="6238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87" name="Forme libre : forme 12186">
                        <a:extLst>
                          <a:ext uri="{FF2B5EF4-FFF2-40B4-BE49-F238E27FC236}">
                            <a16:creationId xmlns:a16="http://schemas.microsoft.com/office/drawing/2014/main" id="{5E403D27-39E2-4467-A5FB-B27D686626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4389" y="3116447"/>
                        <a:ext cx="80311" cy="104658"/>
                      </a:xfrm>
                      <a:custGeom>
                        <a:avLst/>
                        <a:gdLst>
                          <a:gd name="connsiteX0" fmla="*/ 1697 w 80311"/>
                          <a:gd name="connsiteY0" fmla="*/ 6609 h 104658"/>
                          <a:gd name="connsiteX1" fmla="*/ 1888 w 80311"/>
                          <a:gd name="connsiteY1" fmla="*/ 23754 h 104658"/>
                          <a:gd name="connsiteX2" fmla="*/ 20366 w 80311"/>
                          <a:gd name="connsiteY2" fmla="*/ 65950 h 104658"/>
                          <a:gd name="connsiteX3" fmla="*/ 35892 w 80311"/>
                          <a:gd name="connsiteY3" fmla="*/ 83952 h 104658"/>
                          <a:gd name="connsiteX4" fmla="*/ 44655 w 80311"/>
                          <a:gd name="connsiteY4" fmla="*/ 91763 h 104658"/>
                          <a:gd name="connsiteX5" fmla="*/ 50370 w 80311"/>
                          <a:gd name="connsiteY5" fmla="*/ 96049 h 104658"/>
                          <a:gd name="connsiteX6" fmla="*/ 56466 w 80311"/>
                          <a:gd name="connsiteY6" fmla="*/ 99954 h 104658"/>
                          <a:gd name="connsiteX7" fmla="*/ 80279 w 80311"/>
                          <a:gd name="connsiteY7" fmla="*/ 99859 h 104658"/>
                          <a:gd name="connsiteX8" fmla="*/ 76849 w 80311"/>
                          <a:gd name="connsiteY8" fmla="*/ 93477 h 104658"/>
                          <a:gd name="connsiteX9" fmla="*/ 70182 w 80311"/>
                          <a:gd name="connsiteY9" fmla="*/ 85857 h 104658"/>
                          <a:gd name="connsiteX10" fmla="*/ 63895 w 80311"/>
                          <a:gd name="connsiteY10" fmla="*/ 76046 h 104658"/>
                          <a:gd name="connsiteX11" fmla="*/ 59228 w 80311"/>
                          <a:gd name="connsiteY11" fmla="*/ 66521 h 104658"/>
                          <a:gd name="connsiteX12" fmla="*/ 51418 w 80311"/>
                          <a:gd name="connsiteY12" fmla="*/ 46233 h 104658"/>
                          <a:gd name="connsiteX13" fmla="*/ 31891 w 80311"/>
                          <a:gd name="connsiteY13" fmla="*/ 7466 h 104658"/>
                          <a:gd name="connsiteX14" fmla="*/ 1697 w 80311"/>
                          <a:gd name="connsiteY14" fmla="*/ 6609 h 104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80311" h="104658">
                            <a:moveTo>
                              <a:pt x="1697" y="6609"/>
                            </a:moveTo>
                            <a:cubicBezTo>
                              <a:pt x="-779" y="12896"/>
                              <a:pt x="-399" y="15943"/>
                              <a:pt x="1888" y="23754"/>
                            </a:cubicBezTo>
                            <a:cubicBezTo>
                              <a:pt x="6269" y="38613"/>
                              <a:pt x="9698" y="50805"/>
                              <a:pt x="20366" y="65950"/>
                            </a:cubicBezTo>
                            <a:cubicBezTo>
                              <a:pt x="24843" y="72236"/>
                              <a:pt x="30177" y="78428"/>
                              <a:pt x="35892" y="83952"/>
                            </a:cubicBezTo>
                            <a:cubicBezTo>
                              <a:pt x="38749" y="86714"/>
                              <a:pt x="41702" y="89286"/>
                              <a:pt x="44655" y="91763"/>
                            </a:cubicBezTo>
                            <a:cubicBezTo>
                              <a:pt x="45893" y="92715"/>
                              <a:pt x="48369" y="94715"/>
                              <a:pt x="50370" y="96049"/>
                            </a:cubicBezTo>
                            <a:cubicBezTo>
                              <a:pt x="52465" y="97478"/>
                              <a:pt x="54466" y="98906"/>
                              <a:pt x="56466" y="99954"/>
                            </a:cubicBezTo>
                            <a:cubicBezTo>
                              <a:pt x="68182" y="105955"/>
                              <a:pt x="79612" y="106526"/>
                              <a:pt x="80279" y="99859"/>
                            </a:cubicBezTo>
                            <a:cubicBezTo>
                              <a:pt x="80564" y="97763"/>
                              <a:pt x="78945" y="95668"/>
                              <a:pt x="76849" y="93477"/>
                            </a:cubicBezTo>
                            <a:cubicBezTo>
                              <a:pt x="74754" y="91096"/>
                              <a:pt x="72182" y="88429"/>
                              <a:pt x="70182" y="85857"/>
                            </a:cubicBezTo>
                            <a:cubicBezTo>
                              <a:pt x="67896" y="82714"/>
                              <a:pt x="65800" y="79190"/>
                              <a:pt x="63895" y="76046"/>
                            </a:cubicBezTo>
                            <a:cubicBezTo>
                              <a:pt x="62371" y="72903"/>
                              <a:pt x="60752" y="69760"/>
                              <a:pt x="59228" y="66521"/>
                            </a:cubicBezTo>
                            <a:cubicBezTo>
                              <a:pt x="56180" y="60044"/>
                              <a:pt x="53513" y="53472"/>
                              <a:pt x="51418" y="46233"/>
                            </a:cubicBezTo>
                            <a:cubicBezTo>
                              <a:pt x="47798" y="33946"/>
                              <a:pt x="45512" y="18611"/>
                              <a:pt x="31891" y="7466"/>
                            </a:cubicBezTo>
                            <a:cubicBezTo>
                              <a:pt x="19509" y="-2535"/>
                              <a:pt x="5126" y="-2154"/>
                              <a:pt x="1697" y="660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88" name="Forme libre : forme 12187">
                        <a:extLst>
                          <a:ext uri="{FF2B5EF4-FFF2-40B4-BE49-F238E27FC236}">
                            <a16:creationId xmlns:a16="http://schemas.microsoft.com/office/drawing/2014/main" id="{9ABF8F52-B0FE-4D41-9BFB-DC433EEB3F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9930" y="3131343"/>
                        <a:ext cx="33394" cy="25048"/>
                      </a:xfrm>
                      <a:custGeom>
                        <a:avLst/>
                        <a:gdLst>
                          <a:gd name="connsiteX0" fmla="*/ 5208 w 33394"/>
                          <a:gd name="connsiteY0" fmla="*/ 953 h 25048"/>
                          <a:gd name="connsiteX1" fmla="*/ 731 w 33394"/>
                          <a:gd name="connsiteY1" fmla="*/ 191 h 25048"/>
                          <a:gd name="connsiteX2" fmla="*/ 1112 w 33394"/>
                          <a:gd name="connsiteY2" fmla="*/ 4001 h 25048"/>
                          <a:gd name="connsiteX3" fmla="*/ 6065 w 33394"/>
                          <a:gd name="connsiteY3" fmla="*/ 9239 h 25048"/>
                          <a:gd name="connsiteX4" fmla="*/ 19876 w 33394"/>
                          <a:gd name="connsiteY4" fmla="*/ 20384 h 25048"/>
                          <a:gd name="connsiteX5" fmla="*/ 25305 w 33394"/>
                          <a:gd name="connsiteY5" fmla="*/ 23908 h 25048"/>
                          <a:gd name="connsiteX6" fmla="*/ 28829 w 33394"/>
                          <a:gd name="connsiteY6" fmla="*/ 15335 h 25048"/>
                          <a:gd name="connsiteX7" fmla="*/ 5208 w 33394"/>
                          <a:gd name="connsiteY7" fmla="*/ 953 h 250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3394" h="25048">
                            <a:moveTo>
                              <a:pt x="5208" y="953"/>
                            </a:moveTo>
                            <a:cubicBezTo>
                              <a:pt x="3398" y="191"/>
                              <a:pt x="2064" y="-286"/>
                              <a:pt x="731" y="191"/>
                            </a:cubicBezTo>
                            <a:cubicBezTo>
                              <a:pt x="-508" y="667"/>
                              <a:pt x="-31" y="2286"/>
                              <a:pt x="1112" y="4001"/>
                            </a:cubicBezTo>
                            <a:cubicBezTo>
                              <a:pt x="2255" y="5715"/>
                              <a:pt x="4445" y="7715"/>
                              <a:pt x="6065" y="9239"/>
                            </a:cubicBezTo>
                            <a:cubicBezTo>
                              <a:pt x="10541" y="13049"/>
                              <a:pt x="15304" y="17145"/>
                              <a:pt x="19876" y="20384"/>
                            </a:cubicBezTo>
                            <a:cubicBezTo>
                              <a:pt x="21781" y="21717"/>
                              <a:pt x="23495" y="23146"/>
                              <a:pt x="25305" y="23908"/>
                            </a:cubicBezTo>
                            <a:cubicBezTo>
                              <a:pt x="33020" y="27147"/>
                              <a:pt x="37116" y="23241"/>
                              <a:pt x="28829" y="15335"/>
                            </a:cubicBezTo>
                            <a:cubicBezTo>
                              <a:pt x="22448" y="9049"/>
                              <a:pt x="12637" y="3906"/>
                              <a:pt x="5208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89" name="Forme libre : forme 12188">
                        <a:extLst>
                          <a:ext uri="{FF2B5EF4-FFF2-40B4-BE49-F238E27FC236}">
                            <a16:creationId xmlns:a16="http://schemas.microsoft.com/office/drawing/2014/main" id="{AC5D9237-8640-4338-89EC-EC64F56B09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9713" y="3231451"/>
                        <a:ext cx="72771" cy="9334"/>
                      </a:xfrm>
                      <a:custGeom>
                        <a:avLst/>
                        <a:gdLst>
                          <a:gd name="connsiteX0" fmla="*/ 72771 w 72771"/>
                          <a:gd name="connsiteY0" fmla="*/ 0 h 9334"/>
                          <a:gd name="connsiteX1" fmla="*/ 60103 w 72771"/>
                          <a:gd name="connsiteY1" fmla="*/ 6953 h 9334"/>
                          <a:gd name="connsiteX2" fmla="*/ 41338 w 72771"/>
                          <a:gd name="connsiteY2" fmla="*/ 9334 h 9334"/>
                          <a:gd name="connsiteX3" fmla="*/ 0 w 72771"/>
                          <a:gd name="connsiteY3" fmla="*/ 1143 h 9334"/>
                          <a:gd name="connsiteX4" fmla="*/ 72771 w 72771"/>
                          <a:gd name="connsiteY4" fmla="*/ 0 h 9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2771" h="9334">
                            <a:moveTo>
                              <a:pt x="72771" y="0"/>
                            </a:moveTo>
                            <a:cubicBezTo>
                              <a:pt x="69913" y="2953"/>
                              <a:pt x="65532" y="5239"/>
                              <a:pt x="60103" y="6953"/>
                            </a:cubicBezTo>
                            <a:cubicBezTo>
                              <a:pt x="54673" y="8572"/>
                              <a:pt x="48292" y="9049"/>
                              <a:pt x="41338" y="9334"/>
                            </a:cubicBezTo>
                            <a:cubicBezTo>
                              <a:pt x="27622" y="9049"/>
                              <a:pt x="12097" y="6191"/>
                              <a:pt x="0" y="1143"/>
                            </a:cubicBezTo>
                            <a:cubicBezTo>
                              <a:pt x="26575" y="11144"/>
                              <a:pt x="55150" y="7429"/>
                              <a:pt x="7277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90" name="Forme libre : forme 12189">
                        <a:extLst>
                          <a:ext uri="{FF2B5EF4-FFF2-40B4-BE49-F238E27FC236}">
                            <a16:creationId xmlns:a16="http://schemas.microsoft.com/office/drawing/2014/main" id="{75FF5EE4-4B95-42D8-A9CD-FE5993EB81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8847" y="3099720"/>
                        <a:ext cx="67055" cy="30575"/>
                      </a:xfrm>
                      <a:custGeom>
                        <a:avLst/>
                        <a:gdLst>
                          <a:gd name="connsiteX0" fmla="*/ 67056 w 67055"/>
                          <a:gd name="connsiteY0" fmla="*/ 30575 h 30575"/>
                          <a:gd name="connsiteX1" fmla="*/ 0 w 67055"/>
                          <a:gd name="connsiteY1" fmla="*/ 0 h 30575"/>
                          <a:gd name="connsiteX2" fmla="*/ 67056 w 67055"/>
                          <a:gd name="connsiteY2" fmla="*/ 30575 h 30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7055" h="30575">
                            <a:moveTo>
                              <a:pt x="67056" y="30575"/>
                            </a:moveTo>
                            <a:cubicBezTo>
                              <a:pt x="46672" y="11906"/>
                              <a:pt x="21241" y="2953"/>
                              <a:pt x="0" y="0"/>
                            </a:cubicBezTo>
                            <a:cubicBezTo>
                              <a:pt x="19907" y="1714"/>
                              <a:pt x="47530" y="16954"/>
                              <a:pt x="67056" y="3057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91" name="Forme libre : forme 12190">
                        <a:extLst>
                          <a:ext uri="{FF2B5EF4-FFF2-40B4-BE49-F238E27FC236}">
                            <a16:creationId xmlns:a16="http://schemas.microsoft.com/office/drawing/2014/main" id="{1693678B-396C-4EFF-92C5-F5D9004FE2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8657" y="3177613"/>
                        <a:ext cx="25132" cy="25611"/>
                      </a:xfrm>
                      <a:custGeom>
                        <a:avLst/>
                        <a:gdLst>
                          <a:gd name="connsiteX0" fmla="*/ 24297 w 25132"/>
                          <a:gd name="connsiteY0" fmla="*/ 25358 h 25611"/>
                          <a:gd name="connsiteX1" fmla="*/ 6771 w 25132"/>
                          <a:gd name="connsiteY1" fmla="*/ 14214 h 25611"/>
                          <a:gd name="connsiteX2" fmla="*/ 1437 w 25132"/>
                          <a:gd name="connsiteY2" fmla="*/ 22 h 25611"/>
                          <a:gd name="connsiteX3" fmla="*/ 9438 w 25132"/>
                          <a:gd name="connsiteY3" fmla="*/ 5356 h 25611"/>
                          <a:gd name="connsiteX4" fmla="*/ 15629 w 25132"/>
                          <a:gd name="connsiteY4" fmla="*/ 12404 h 25611"/>
                          <a:gd name="connsiteX5" fmla="*/ 22106 w 25132"/>
                          <a:gd name="connsiteY5" fmla="*/ 19358 h 25611"/>
                          <a:gd name="connsiteX6" fmla="*/ 24297 w 25132"/>
                          <a:gd name="connsiteY6" fmla="*/ 25358 h 256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5132" h="25611">
                            <a:moveTo>
                              <a:pt x="24297" y="25358"/>
                            </a:moveTo>
                            <a:cubicBezTo>
                              <a:pt x="20391" y="27263"/>
                              <a:pt x="9247" y="17929"/>
                              <a:pt x="6771" y="14214"/>
                            </a:cubicBezTo>
                            <a:cubicBezTo>
                              <a:pt x="3818" y="11071"/>
                              <a:pt x="-2944" y="498"/>
                              <a:pt x="1437" y="22"/>
                            </a:cubicBezTo>
                            <a:cubicBezTo>
                              <a:pt x="3628" y="-264"/>
                              <a:pt x="6675" y="2308"/>
                              <a:pt x="9438" y="5356"/>
                            </a:cubicBezTo>
                            <a:cubicBezTo>
                              <a:pt x="12105" y="8023"/>
                              <a:pt x="14296" y="10976"/>
                              <a:pt x="15629" y="12404"/>
                            </a:cubicBezTo>
                            <a:cubicBezTo>
                              <a:pt x="17058" y="13738"/>
                              <a:pt x="19820" y="16690"/>
                              <a:pt x="22106" y="19358"/>
                            </a:cubicBezTo>
                            <a:cubicBezTo>
                              <a:pt x="24582" y="21929"/>
                              <a:pt x="26202" y="24501"/>
                              <a:pt x="24297" y="2535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92" name="Forme libre : forme 12191">
                        <a:extLst>
                          <a:ext uri="{FF2B5EF4-FFF2-40B4-BE49-F238E27FC236}">
                            <a16:creationId xmlns:a16="http://schemas.microsoft.com/office/drawing/2014/main" id="{CAB0DE3F-0BA9-499F-BC75-519DDAAB85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9565" y="3199361"/>
                        <a:ext cx="8553" cy="6217"/>
                      </a:xfrm>
                      <a:custGeom>
                        <a:avLst/>
                        <a:gdLst>
                          <a:gd name="connsiteX0" fmla="*/ 8532 w 8553"/>
                          <a:gd name="connsiteY0" fmla="*/ 5611 h 6217"/>
                          <a:gd name="connsiteX1" fmla="*/ 3769 w 8553"/>
                          <a:gd name="connsiteY1" fmla="*/ 4753 h 6217"/>
                          <a:gd name="connsiteX2" fmla="*/ 54 w 8553"/>
                          <a:gd name="connsiteY2" fmla="*/ 562 h 6217"/>
                          <a:gd name="connsiteX3" fmla="*/ 4627 w 8553"/>
                          <a:gd name="connsiteY3" fmla="*/ 1515 h 6217"/>
                          <a:gd name="connsiteX4" fmla="*/ 8532 w 8553"/>
                          <a:gd name="connsiteY4" fmla="*/ 5611 h 62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53" h="6217">
                            <a:moveTo>
                              <a:pt x="8532" y="5611"/>
                            </a:moveTo>
                            <a:cubicBezTo>
                              <a:pt x="8151" y="7039"/>
                              <a:pt x="5198" y="5611"/>
                              <a:pt x="3769" y="4753"/>
                            </a:cubicBezTo>
                            <a:cubicBezTo>
                              <a:pt x="2341" y="3896"/>
                              <a:pt x="-422" y="1896"/>
                              <a:pt x="54" y="562"/>
                            </a:cubicBezTo>
                            <a:cubicBezTo>
                              <a:pt x="531" y="-771"/>
                              <a:pt x="3293" y="562"/>
                              <a:pt x="4627" y="1515"/>
                            </a:cubicBezTo>
                            <a:cubicBezTo>
                              <a:pt x="6151" y="2277"/>
                              <a:pt x="8818" y="4372"/>
                              <a:pt x="8532" y="561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93" name="Forme libre : forme 12192">
                        <a:extLst>
                          <a:ext uri="{FF2B5EF4-FFF2-40B4-BE49-F238E27FC236}">
                            <a16:creationId xmlns:a16="http://schemas.microsoft.com/office/drawing/2014/main" id="{0C6FE2C8-CE73-478C-8785-59CFD95F82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3307" y="3163157"/>
                        <a:ext cx="56856" cy="62838"/>
                      </a:xfrm>
                      <a:custGeom>
                        <a:avLst/>
                        <a:gdLst>
                          <a:gd name="connsiteX0" fmla="*/ 41651 w 56856"/>
                          <a:gd name="connsiteY0" fmla="*/ 38576 h 62838"/>
                          <a:gd name="connsiteX1" fmla="*/ 56605 w 56856"/>
                          <a:gd name="connsiteY1" fmla="*/ 58484 h 62838"/>
                          <a:gd name="connsiteX2" fmla="*/ 49176 w 56856"/>
                          <a:gd name="connsiteY2" fmla="*/ 62579 h 62838"/>
                          <a:gd name="connsiteX3" fmla="*/ 40127 w 56856"/>
                          <a:gd name="connsiteY3" fmla="*/ 56102 h 62838"/>
                          <a:gd name="connsiteX4" fmla="*/ 18315 w 56856"/>
                          <a:gd name="connsiteY4" fmla="*/ 32099 h 62838"/>
                          <a:gd name="connsiteX5" fmla="*/ 11933 w 56856"/>
                          <a:gd name="connsiteY5" fmla="*/ 25527 h 62838"/>
                          <a:gd name="connsiteX6" fmla="*/ 4789 w 56856"/>
                          <a:gd name="connsiteY6" fmla="*/ 15716 h 62838"/>
                          <a:gd name="connsiteX7" fmla="*/ 312 w 56856"/>
                          <a:gd name="connsiteY7" fmla="*/ 5144 h 62838"/>
                          <a:gd name="connsiteX8" fmla="*/ 2693 w 56856"/>
                          <a:gd name="connsiteY8" fmla="*/ 0 h 62838"/>
                          <a:gd name="connsiteX9" fmla="*/ 11266 w 56856"/>
                          <a:gd name="connsiteY9" fmla="*/ 3715 h 62838"/>
                          <a:gd name="connsiteX10" fmla="*/ 14600 w 56856"/>
                          <a:gd name="connsiteY10" fmla="*/ 6096 h 62838"/>
                          <a:gd name="connsiteX11" fmla="*/ 17553 w 56856"/>
                          <a:gd name="connsiteY11" fmla="*/ 8763 h 62838"/>
                          <a:gd name="connsiteX12" fmla="*/ 20982 w 56856"/>
                          <a:gd name="connsiteY12" fmla="*/ 12002 h 62838"/>
                          <a:gd name="connsiteX13" fmla="*/ 24601 w 56856"/>
                          <a:gd name="connsiteY13" fmla="*/ 15335 h 62838"/>
                          <a:gd name="connsiteX14" fmla="*/ 30316 w 56856"/>
                          <a:gd name="connsiteY14" fmla="*/ 21241 h 62838"/>
                          <a:gd name="connsiteX15" fmla="*/ 41651 w 56856"/>
                          <a:gd name="connsiteY15" fmla="*/ 38576 h 628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56856" h="62838">
                            <a:moveTo>
                              <a:pt x="41651" y="38576"/>
                            </a:moveTo>
                            <a:cubicBezTo>
                              <a:pt x="48033" y="45625"/>
                              <a:pt x="53081" y="50863"/>
                              <a:pt x="56605" y="58484"/>
                            </a:cubicBezTo>
                            <a:cubicBezTo>
                              <a:pt x="57939" y="61341"/>
                              <a:pt x="53748" y="63627"/>
                              <a:pt x="49176" y="62579"/>
                            </a:cubicBezTo>
                            <a:cubicBezTo>
                              <a:pt x="44604" y="61436"/>
                              <a:pt x="42413" y="58674"/>
                              <a:pt x="40127" y="56102"/>
                            </a:cubicBezTo>
                            <a:cubicBezTo>
                              <a:pt x="32888" y="48006"/>
                              <a:pt x="25554" y="40481"/>
                              <a:pt x="18315" y="32099"/>
                            </a:cubicBezTo>
                            <a:cubicBezTo>
                              <a:pt x="17267" y="30766"/>
                              <a:pt x="14790" y="28289"/>
                              <a:pt x="11933" y="25527"/>
                            </a:cubicBezTo>
                            <a:cubicBezTo>
                              <a:pt x="9552" y="22479"/>
                              <a:pt x="6218" y="19145"/>
                              <a:pt x="4789" y="15716"/>
                            </a:cubicBezTo>
                            <a:cubicBezTo>
                              <a:pt x="3360" y="13049"/>
                              <a:pt x="884" y="7906"/>
                              <a:pt x="312" y="5144"/>
                            </a:cubicBezTo>
                            <a:cubicBezTo>
                              <a:pt x="-449" y="2096"/>
                              <a:pt x="122" y="95"/>
                              <a:pt x="2693" y="0"/>
                            </a:cubicBezTo>
                            <a:cubicBezTo>
                              <a:pt x="5265" y="0"/>
                              <a:pt x="8218" y="1429"/>
                              <a:pt x="11266" y="3715"/>
                            </a:cubicBezTo>
                            <a:cubicBezTo>
                              <a:pt x="12981" y="5239"/>
                              <a:pt x="13647" y="5239"/>
                              <a:pt x="14600" y="6096"/>
                            </a:cubicBezTo>
                            <a:cubicBezTo>
                              <a:pt x="15457" y="6858"/>
                              <a:pt x="16219" y="7715"/>
                              <a:pt x="17553" y="8763"/>
                            </a:cubicBezTo>
                            <a:cubicBezTo>
                              <a:pt x="18696" y="9811"/>
                              <a:pt x="19839" y="10859"/>
                              <a:pt x="20982" y="12002"/>
                            </a:cubicBezTo>
                            <a:cubicBezTo>
                              <a:pt x="22220" y="13145"/>
                              <a:pt x="23459" y="14288"/>
                              <a:pt x="24601" y="15335"/>
                            </a:cubicBezTo>
                            <a:cubicBezTo>
                              <a:pt x="26792" y="17621"/>
                              <a:pt x="28983" y="19717"/>
                              <a:pt x="30316" y="21241"/>
                            </a:cubicBezTo>
                            <a:cubicBezTo>
                              <a:pt x="35746" y="27813"/>
                              <a:pt x="37269" y="32766"/>
                              <a:pt x="41651" y="3857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05" name="Graphique 1">
                      <a:extLst>
                        <a:ext uri="{FF2B5EF4-FFF2-40B4-BE49-F238E27FC236}">
                          <a16:creationId xmlns:a16="http://schemas.microsoft.com/office/drawing/2014/main" id="{F3B034DB-63D1-4FE9-BAC3-9E2FC242FF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09136" y="3156309"/>
                      <a:ext cx="191870" cy="109627"/>
                      <a:chOff x="4609136" y="3156309"/>
                      <a:chExt cx="191870" cy="109627"/>
                    </a:xfrm>
                    <a:solidFill>
                      <a:schemeClr val="accent1"/>
                    </a:solidFill>
                  </p:grpSpPr>
                  <p:sp>
                    <p:nvSpPr>
                      <p:cNvPr id="12170" name="Forme libre : forme 12169">
                        <a:extLst>
                          <a:ext uri="{FF2B5EF4-FFF2-40B4-BE49-F238E27FC236}">
                            <a16:creationId xmlns:a16="http://schemas.microsoft.com/office/drawing/2014/main" id="{2307F5A9-89EE-490E-94FE-8491E6F6D4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9179" y="3156309"/>
                        <a:ext cx="191827" cy="109627"/>
                      </a:xfrm>
                      <a:custGeom>
                        <a:avLst/>
                        <a:gdLst>
                          <a:gd name="connsiteX0" fmla="*/ 154277 w 191827"/>
                          <a:gd name="connsiteY0" fmla="*/ 78667 h 109627"/>
                          <a:gd name="connsiteX1" fmla="*/ 138561 w 191827"/>
                          <a:gd name="connsiteY1" fmla="*/ 88096 h 109627"/>
                          <a:gd name="connsiteX2" fmla="*/ 117701 w 191827"/>
                          <a:gd name="connsiteY2" fmla="*/ 97621 h 109627"/>
                          <a:gd name="connsiteX3" fmla="*/ 76648 w 191827"/>
                          <a:gd name="connsiteY3" fmla="*/ 108575 h 109627"/>
                          <a:gd name="connsiteX4" fmla="*/ 50549 w 191827"/>
                          <a:gd name="connsiteY4" fmla="*/ 108861 h 109627"/>
                          <a:gd name="connsiteX5" fmla="*/ 30166 w 191827"/>
                          <a:gd name="connsiteY5" fmla="*/ 103146 h 109627"/>
                          <a:gd name="connsiteX6" fmla="*/ 2448 w 191827"/>
                          <a:gd name="connsiteY6" fmla="*/ 80286 h 109627"/>
                          <a:gd name="connsiteX7" fmla="*/ 7211 w 191827"/>
                          <a:gd name="connsiteY7" fmla="*/ 59236 h 109627"/>
                          <a:gd name="connsiteX8" fmla="*/ 64552 w 191827"/>
                          <a:gd name="connsiteY8" fmla="*/ 33994 h 109627"/>
                          <a:gd name="connsiteX9" fmla="*/ 89316 w 191827"/>
                          <a:gd name="connsiteY9" fmla="*/ 26375 h 109627"/>
                          <a:gd name="connsiteX10" fmla="*/ 102556 w 191827"/>
                          <a:gd name="connsiteY10" fmla="*/ 20850 h 109627"/>
                          <a:gd name="connsiteX11" fmla="*/ 113415 w 191827"/>
                          <a:gd name="connsiteY11" fmla="*/ 15230 h 109627"/>
                          <a:gd name="connsiteX12" fmla="*/ 173708 w 191827"/>
                          <a:gd name="connsiteY12" fmla="*/ 85 h 109627"/>
                          <a:gd name="connsiteX13" fmla="*/ 191615 w 191827"/>
                          <a:gd name="connsiteY13" fmla="*/ 11325 h 109627"/>
                          <a:gd name="connsiteX14" fmla="*/ 191043 w 191827"/>
                          <a:gd name="connsiteY14" fmla="*/ 27994 h 109627"/>
                          <a:gd name="connsiteX15" fmla="*/ 185328 w 191827"/>
                          <a:gd name="connsiteY15" fmla="*/ 45234 h 109627"/>
                          <a:gd name="connsiteX16" fmla="*/ 154277 w 191827"/>
                          <a:gd name="connsiteY16" fmla="*/ 78667 h 1096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91827" h="109627">
                            <a:moveTo>
                              <a:pt x="154277" y="78667"/>
                            </a:moveTo>
                            <a:cubicBezTo>
                              <a:pt x="150181" y="81334"/>
                              <a:pt x="144752" y="84572"/>
                              <a:pt x="138561" y="88096"/>
                            </a:cubicBezTo>
                            <a:cubicBezTo>
                              <a:pt x="132369" y="91526"/>
                              <a:pt x="124940" y="94478"/>
                              <a:pt x="117701" y="97621"/>
                            </a:cubicBezTo>
                            <a:cubicBezTo>
                              <a:pt x="102842" y="103432"/>
                              <a:pt x="87030" y="107337"/>
                              <a:pt x="76648" y="108575"/>
                            </a:cubicBezTo>
                            <a:cubicBezTo>
                              <a:pt x="67028" y="110385"/>
                              <a:pt x="58170" y="109432"/>
                              <a:pt x="50549" y="108861"/>
                            </a:cubicBezTo>
                            <a:cubicBezTo>
                              <a:pt x="42834" y="107813"/>
                              <a:pt x="36072" y="105527"/>
                              <a:pt x="30166" y="103146"/>
                            </a:cubicBezTo>
                            <a:cubicBezTo>
                              <a:pt x="18355" y="97526"/>
                              <a:pt x="9687" y="90002"/>
                              <a:pt x="2448" y="80286"/>
                            </a:cubicBezTo>
                            <a:cubicBezTo>
                              <a:pt x="-2600" y="73714"/>
                              <a:pt x="734" y="63236"/>
                              <a:pt x="7211" y="59236"/>
                            </a:cubicBezTo>
                            <a:cubicBezTo>
                              <a:pt x="26071" y="47425"/>
                              <a:pt x="41310" y="39900"/>
                              <a:pt x="64552" y="33994"/>
                            </a:cubicBezTo>
                            <a:cubicBezTo>
                              <a:pt x="70838" y="32661"/>
                              <a:pt x="80077" y="29613"/>
                              <a:pt x="89316" y="26375"/>
                            </a:cubicBezTo>
                            <a:cubicBezTo>
                              <a:pt x="93793" y="24374"/>
                              <a:pt x="98365" y="22469"/>
                              <a:pt x="102556" y="20850"/>
                            </a:cubicBezTo>
                            <a:cubicBezTo>
                              <a:pt x="106652" y="18754"/>
                              <a:pt x="110367" y="16850"/>
                              <a:pt x="113415" y="15230"/>
                            </a:cubicBezTo>
                            <a:cubicBezTo>
                              <a:pt x="136274" y="2657"/>
                              <a:pt x="151515" y="2943"/>
                              <a:pt x="173708" y="85"/>
                            </a:cubicBezTo>
                            <a:cubicBezTo>
                              <a:pt x="181328" y="-677"/>
                              <a:pt x="190853" y="3705"/>
                              <a:pt x="191615" y="11325"/>
                            </a:cubicBezTo>
                            <a:cubicBezTo>
                              <a:pt x="191996" y="16754"/>
                              <a:pt x="191901" y="22374"/>
                              <a:pt x="191043" y="27994"/>
                            </a:cubicBezTo>
                            <a:cubicBezTo>
                              <a:pt x="189996" y="33613"/>
                              <a:pt x="188186" y="39328"/>
                              <a:pt x="185328" y="45234"/>
                            </a:cubicBezTo>
                            <a:cubicBezTo>
                              <a:pt x="178852" y="57426"/>
                              <a:pt x="169040" y="68094"/>
                              <a:pt x="154277" y="7866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71" name="Forme libre : forme 12170">
                        <a:extLst>
                          <a:ext uri="{FF2B5EF4-FFF2-40B4-BE49-F238E27FC236}">
                            <a16:creationId xmlns:a16="http://schemas.microsoft.com/office/drawing/2014/main" id="{64AC72FD-6190-4329-8C19-6C5396CFF9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9136" y="3167157"/>
                        <a:ext cx="191610" cy="98509"/>
                      </a:xfrm>
                      <a:custGeom>
                        <a:avLst/>
                        <a:gdLst>
                          <a:gd name="connsiteX0" fmla="*/ 82882 w 191610"/>
                          <a:gd name="connsiteY0" fmla="*/ 68866 h 98509"/>
                          <a:gd name="connsiteX1" fmla="*/ 110 w 191610"/>
                          <a:gd name="connsiteY1" fmla="*/ 60007 h 98509"/>
                          <a:gd name="connsiteX2" fmla="*/ 2396 w 191610"/>
                          <a:gd name="connsiteY2" fmla="*/ 69342 h 98509"/>
                          <a:gd name="connsiteX3" fmla="*/ 10493 w 191610"/>
                          <a:gd name="connsiteY3" fmla="*/ 78676 h 98509"/>
                          <a:gd name="connsiteX4" fmla="*/ 43735 w 191610"/>
                          <a:gd name="connsiteY4" fmla="*/ 96583 h 98509"/>
                          <a:gd name="connsiteX5" fmla="*/ 58880 w 191610"/>
                          <a:gd name="connsiteY5" fmla="*/ 98393 h 98509"/>
                          <a:gd name="connsiteX6" fmla="*/ 76596 w 191610"/>
                          <a:gd name="connsiteY6" fmla="*/ 97536 h 98509"/>
                          <a:gd name="connsiteX7" fmla="*/ 90026 w 191610"/>
                          <a:gd name="connsiteY7" fmla="*/ 95250 h 98509"/>
                          <a:gd name="connsiteX8" fmla="*/ 148986 w 191610"/>
                          <a:gd name="connsiteY8" fmla="*/ 70866 h 98509"/>
                          <a:gd name="connsiteX9" fmla="*/ 154130 w 191610"/>
                          <a:gd name="connsiteY9" fmla="*/ 67627 h 98509"/>
                          <a:gd name="connsiteX10" fmla="*/ 178608 w 191610"/>
                          <a:gd name="connsiteY10" fmla="*/ 44577 h 98509"/>
                          <a:gd name="connsiteX11" fmla="*/ 191468 w 191610"/>
                          <a:gd name="connsiteY11" fmla="*/ 10858 h 98509"/>
                          <a:gd name="connsiteX12" fmla="*/ 191468 w 191610"/>
                          <a:gd name="connsiteY12" fmla="*/ 381 h 98509"/>
                          <a:gd name="connsiteX13" fmla="*/ 191372 w 191610"/>
                          <a:gd name="connsiteY13" fmla="*/ 0 h 98509"/>
                          <a:gd name="connsiteX14" fmla="*/ 82882 w 191610"/>
                          <a:gd name="connsiteY14" fmla="*/ 68866 h 985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1610" h="98509">
                            <a:moveTo>
                              <a:pt x="82882" y="68866"/>
                            </a:moveTo>
                            <a:cubicBezTo>
                              <a:pt x="54307" y="77819"/>
                              <a:pt x="19351" y="75819"/>
                              <a:pt x="110" y="60007"/>
                            </a:cubicBezTo>
                            <a:cubicBezTo>
                              <a:pt x="-271" y="63341"/>
                              <a:pt x="301" y="66675"/>
                              <a:pt x="2396" y="69342"/>
                            </a:cubicBezTo>
                            <a:cubicBezTo>
                              <a:pt x="4873" y="72580"/>
                              <a:pt x="7540" y="75724"/>
                              <a:pt x="10493" y="78676"/>
                            </a:cubicBezTo>
                            <a:cubicBezTo>
                              <a:pt x="18970" y="86582"/>
                              <a:pt x="29352" y="93345"/>
                              <a:pt x="43735" y="96583"/>
                            </a:cubicBezTo>
                            <a:cubicBezTo>
                              <a:pt x="48402" y="97917"/>
                              <a:pt x="53355" y="98203"/>
                              <a:pt x="58880" y="98393"/>
                            </a:cubicBezTo>
                            <a:cubicBezTo>
                              <a:pt x="64308" y="98584"/>
                              <a:pt x="70309" y="98679"/>
                              <a:pt x="76596" y="97536"/>
                            </a:cubicBezTo>
                            <a:cubicBezTo>
                              <a:pt x="80406" y="96964"/>
                              <a:pt x="84978" y="96202"/>
                              <a:pt x="90026" y="95250"/>
                            </a:cubicBezTo>
                            <a:cubicBezTo>
                              <a:pt x="109457" y="90583"/>
                              <a:pt x="134984" y="80581"/>
                              <a:pt x="148986" y="70866"/>
                            </a:cubicBezTo>
                            <a:cubicBezTo>
                              <a:pt x="150796" y="69723"/>
                              <a:pt x="152605" y="68580"/>
                              <a:pt x="154130" y="67627"/>
                            </a:cubicBezTo>
                            <a:cubicBezTo>
                              <a:pt x="164798" y="60293"/>
                              <a:pt x="172418" y="52483"/>
                              <a:pt x="178608" y="44577"/>
                            </a:cubicBezTo>
                            <a:cubicBezTo>
                              <a:pt x="187086" y="32956"/>
                              <a:pt x="190515" y="21717"/>
                              <a:pt x="191468" y="10858"/>
                            </a:cubicBezTo>
                            <a:cubicBezTo>
                              <a:pt x="191658" y="7334"/>
                              <a:pt x="191658" y="3810"/>
                              <a:pt x="191468" y="381"/>
                            </a:cubicBezTo>
                            <a:lnTo>
                              <a:pt x="191372" y="0"/>
                            </a:lnTo>
                            <a:cubicBezTo>
                              <a:pt x="163559" y="33623"/>
                              <a:pt x="123650" y="56007"/>
                              <a:pt x="82882" y="6886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72" name="Forme libre : forme 12171">
                        <a:extLst>
                          <a:ext uri="{FF2B5EF4-FFF2-40B4-BE49-F238E27FC236}">
                            <a16:creationId xmlns:a16="http://schemas.microsoft.com/office/drawing/2014/main" id="{AB1D6755-2C87-421C-AF76-A689AEE012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0839" y="3186622"/>
                        <a:ext cx="88172" cy="47998"/>
                      </a:xfrm>
                      <a:custGeom>
                        <a:avLst/>
                        <a:gdLst>
                          <a:gd name="connsiteX0" fmla="*/ 87190 w 88172"/>
                          <a:gd name="connsiteY0" fmla="*/ 1681 h 47998"/>
                          <a:gd name="connsiteX1" fmla="*/ 76236 w 88172"/>
                          <a:gd name="connsiteY1" fmla="*/ 21778 h 47998"/>
                          <a:gd name="connsiteX2" fmla="*/ 62044 w 88172"/>
                          <a:gd name="connsiteY2" fmla="*/ 32446 h 47998"/>
                          <a:gd name="connsiteX3" fmla="*/ 49756 w 88172"/>
                          <a:gd name="connsiteY3" fmla="*/ 39400 h 47998"/>
                          <a:gd name="connsiteX4" fmla="*/ 21277 w 88172"/>
                          <a:gd name="connsiteY4" fmla="*/ 47496 h 47998"/>
                          <a:gd name="connsiteX5" fmla="*/ 131 w 88172"/>
                          <a:gd name="connsiteY5" fmla="*/ 41590 h 47998"/>
                          <a:gd name="connsiteX6" fmla="*/ 15086 w 88172"/>
                          <a:gd name="connsiteY6" fmla="*/ 27589 h 47998"/>
                          <a:gd name="connsiteX7" fmla="*/ 38993 w 88172"/>
                          <a:gd name="connsiteY7" fmla="*/ 17016 h 47998"/>
                          <a:gd name="connsiteX8" fmla="*/ 50138 w 88172"/>
                          <a:gd name="connsiteY8" fmla="*/ 12063 h 47998"/>
                          <a:gd name="connsiteX9" fmla="*/ 64806 w 88172"/>
                          <a:gd name="connsiteY9" fmla="*/ 5586 h 47998"/>
                          <a:gd name="connsiteX10" fmla="*/ 87190 w 88172"/>
                          <a:gd name="connsiteY10" fmla="*/ 1681 h 479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8172" h="47998">
                            <a:moveTo>
                              <a:pt x="87190" y="1681"/>
                            </a:moveTo>
                            <a:cubicBezTo>
                              <a:pt x="90619" y="5681"/>
                              <a:pt x="84618" y="13492"/>
                              <a:pt x="76236" y="21778"/>
                            </a:cubicBezTo>
                            <a:cubicBezTo>
                              <a:pt x="72140" y="26065"/>
                              <a:pt x="66711" y="29208"/>
                              <a:pt x="62044" y="32446"/>
                            </a:cubicBezTo>
                            <a:cubicBezTo>
                              <a:pt x="57281" y="35590"/>
                              <a:pt x="52995" y="38257"/>
                              <a:pt x="49756" y="39400"/>
                            </a:cubicBezTo>
                            <a:cubicBezTo>
                              <a:pt x="43565" y="42162"/>
                              <a:pt x="32040" y="46734"/>
                              <a:pt x="21277" y="47496"/>
                            </a:cubicBezTo>
                            <a:cubicBezTo>
                              <a:pt x="10704" y="49115"/>
                              <a:pt x="1274" y="46734"/>
                              <a:pt x="131" y="41590"/>
                            </a:cubicBezTo>
                            <a:cubicBezTo>
                              <a:pt x="-1107" y="35970"/>
                              <a:pt x="6608" y="32256"/>
                              <a:pt x="15086" y="27589"/>
                            </a:cubicBezTo>
                            <a:cubicBezTo>
                              <a:pt x="23848" y="23683"/>
                              <a:pt x="33659" y="19111"/>
                              <a:pt x="38993" y="17016"/>
                            </a:cubicBezTo>
                            <a:cubicBezTo>
                              <a:pt x="41660" y="16158"/>
                              <a:pt x="45660" y="14253"/>
                              <a:pt x="50138" y="12063"/>
                            </a:cubicBezTo>
                            <a:cubicBezTo>
                              <a:pt x="54614" y="9872"/>
                              <a:pt x="59948" y="7967"/>
                              <a:pt x="64806" y="5586"/>
                            </a:cubicBezTo>
                            <a:cubicBezTo>
                              <a:pt x="74426" y="918"/>
                              <a:pt x="83951" y="-2034"/>
                              <a:pt x="87190" y="168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73" name="Forme libre : forme 12172">
                        <a:extLst>
                          <a:ext uri="{FF2B5EF4-FFF2-40B4-BE49-F238E27FC236}">
                            <a16:creationId xmlns:a16="http://schemas.microsoft.com/office/drawing/2014/main" id="{E737C0D7-7DEA-4B1C-8469-8DF70E192D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0129" y="3213734"/>
                        <a:ext cx="69516" cy="20689"/>
                      </a:xfrm>
                      <a:custGeom>
                        <a:avLst/>
                        <a:gdLst>
                          <a:gd name="connsiteX0" fmla="*/ 17605 w 69516"/>
                          <a:gd name="connsiteY0" fmla="*/ 0 h 20689"/>
                          <a:gd name="connsiteX1" fmla="*/ 460 w 69516"/>
                          <a:gd name="connsiteY1" fmla="*/ 14669 h 20689"/>
                          <a:gd name="connsiteX2" fmla="*/ 51133 w 69516"/>
                          <a:gd name="connsiteY2" fmla="*/ 12097 h 20689"/>
                          <a:gd name="connsiteX3" fmla="*/ 69516 w 69516"/>
                          <a:gd name="connsiteY3" fmla="*/ 381 h 20689"/>
                          <a:gd name="connsiteX4" fmla="*/ 59039 w 69516"/>
                          <a:gd name="connsiteY4" fmla="*/ 5429 h 20689"/>
                          <a:gd name="connsiteX5" fmla="*/ 46085 w 69516"/>
                          <a:gd name="connsiteY5" fmla="*/ 8382 h 20689"/>
                          <a:gd name="connsiteX6" fmla="*/ 33607 w 69516"/>
                          <a:gd name="connsiteY6" fmla="*/ 9144 h 20689"/>
                          <a:gd name="connsiteX7" fmla="*/ 17605 w 69516"/>
                          <a:gd name="connsiteY7" fmla="*/ 0 h 206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9516" h="20689">
                            <a:moveTo>
                              <a:pt x="17605" y="0"/>
                            </a:moveTo>
                            <a:cubicBezTo>
                              <a:pt x="12843" y="4096"/>
                              <a:pt x="-2874" y="8287"/>
                              <a:pt x="460" y="14669"/>
                            </a:cubicBezTo>
                            <a:cubicBezTo>
                              <a:pt x="5889" y="25432"/>
                              <a:pt x="35703" y="20003"/>
                              <a:pt x="51133" y="12097"/>
                            </a:cubicBezTo>
                            <a:cubicBezTo>
                              <a:pt x="55896" y="10382"/>
                              <a:pt x="65040" y="3715"/>
                              <a:pt x="69516" y="381"/>
                            </a:cubicBezTo>
                            <a:cubicBezTo>
                              <a:pt x="66659" y="1905"/>
                              <a:pt x="61992" y="4572"/>
                              <a:pt x="59039" y="5429"/>
                            </a:cubicBezTo>
                            <a:cubicBezTo>
                              <a:pt x="54943" y="6858"/>
                              <a:pt x="50562" y="7811"/>
                              <a:pt x="46085" y="8382"/>
                            </a:cubicBezTo>
                            <a:cubicBezTo>
                              <a:pt x="41703" y="8954"/>
                              <a:pt x="37417" y="9335"/>
                              <a:pt x="33607" y="9144"/>
                            </a:cubicBezTo>
                            <a:cubicBezTo>
                              <a:pt x="25892" y="8572"/>
                              <a:pt x="19796" y="5525"/>
                              <a:pt x="176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74" name="Forme libre : forme 12173">
                        <a:extLst>
                          <a:ext uri="{FF2B5EF4-FFF2-40B4-BE49-F238E27FC236}">
                            <a16:creationId xmlns:a16="http://schemas.microsoft.com/office/drawing/2014/main" id="{E45C426F-FE4C-433C-8A8B-D20C111C36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6351" y="3184735"/>
                        <a:ext cx="87764" cy="51264"/>
                      </a:xfrm>
                      <a:custGeom>
                        <a:avLst/>
                        <a:gdLst>
                          <a:gd name="connsiteX0" fmla="*/ 87297 w 87764"/>
                          <a:gd name="connsiteY0" fmla="*/ 2044 h 51264"/>
                          <a:gd name="connsiteX1" fmla="*/ 85487 w 87764"/>
                          <a:gd name="connsiteY1" fmla="*/ 11664 h 51264"/>
                          <a:gd name="connsiteX2" fmla="*/ 75677 w 87764"/>
                          <a:gd name="connsiteY2" fmla="*/ 23284 h 51264"/>
                          <a:gd name="connsiteX3" fmla="*/ 69295 w 87764"/>
                          <a:gd name="connsiteY3" fmla="*/ 29285 h 51264"/>
                          <a:gd name="connsiteX4" fmla="*/ 62246 w 87764"/>
                          <a:gd name="connsiteY4" fmla="*/ 34238 h 51264"/>
                          <a:gd name="connsiteX5" fmla="*/ 50149 w 87764"/>
                          <a:gd name="connsiteY5" fmla="*/ 41954 h 51264"/>
                          <a:gd name="connsiteX6" fmla="*/ 37291 w 87764"/>
                          <a:gd name="connsiteY6" fmla="*/ 47192 h 51264"/>
                          <a:gd name="connsiteX7" fmla="*/ 29576 w 87764"/>
                          <a:gd name="connsiteY7" fmla="*/ 49574 h 51264"/>
                          <a:gd name="connsiteX8" fmla="*/ 21574 w 87764"/>
                          <a:gd name="connsiteY8" fmla="*/ 50812 h 51264"/>
                          <a:gd name="connsiteX9" fmla="*/ 7668 w 87764"/>
                          <a:gd name="connsiteY9" fmla="*/ 50716 h 51264"/>
                          <a:gd name="connsiteX10" fmla="*/ 238 w 87764"/>
                          <a:gd name="connsiteY10" fmla="*/ 45192 h 51264"/>
                          <a:gd name="connsiteX11" fmla="*/ 3668 w 87764"/>
                          <a:gd name="connsiteY11" fmla="*/ 37858 h 51264"/>
                          <a:gd name="connsiteX12" fmla="*/ 15003 w 87764"/>
                          <a:gd name="connsiteY12" fmla="*/ 30809 h 51264"/>
                          <a:gd name="connsiteX13" fmla="*/ 28433 w 87764"/>
                          <a:gd name="connsiteY13" fmla="*/ 24332 h 51264"/>
                          <a:gd name="connsiteX14" fmla="*/ 38910 w 87764"/>
                          <a:gd name="connsiteY14" fmla="*/ 19665 h 51264"/>
                          <a:gd name="connsiteX15" fmla="*/ 50055 w 87764"/>
                          <a:gd name="connsiteY15" fmla="*/ 13950 h 51264"/>
                          <a:gd name="connsiteX16" fmla="*/ 57674 w 87764"/>
                          <a:gd name="connsiteY16" fmla="*/ 10426 h 51264"/>
                          <a:gd name="connsiteX17" fmla="*/ 65294 w 87764"/>
                          <a:gd name="connsiteY17" fmla="*/ 6330 h 51264"/>
                          <a:gd name="connsiteX18" fmla="*/ 79391 w 87764"/>
                          <a:gd name="connsiteY18" fmla="*/ 710 h 51264"/>
                          <a:gd name="connsiteX19" fmla="*/ 87297 w 87764"/>
                          <a:gd name="connsiteY19" fmla="*/ 2044 h 512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87764" h="51264">
                            <a:moveTo>
                              <a:pt x="87297" y="2044"/>
                            </a:moveTo>
                            <a:cubicBezTo>
                              <a:pt x="88345" y="4425"/>
                              <a:pt x="87583" y="7949"/>
                              <a:pt x="85487" y="11664"/>
                            </a:cubicBezTo>
                            <a:cubicBezTo>
                              <a:pt x="83297" y="15283"/>
                              <a:pt x="79773" y="19284"/>
                              <a:pt x="75677" y="23284"/>
                            </a:cubicBezTo>
                            <a:cubicBezTo>
                              <a:pt x="73676" y="25285"/>
                              <a:pt x="71486" y="27285"/>
                              <a:pt x="69295" y="29285"/>
                            </a:cubicBezTo>
                            <a:cubicBezTo>
                              <a:pt x="66913" y="31000"/>
                              <a:pt x="64532" y="32619"/>
                              <a:pt x="62246" y="34238"/>
                            </a:cubicBezTo>
                            <a:cubicBezTo>
                              <a:pt x="57579" y="37382"/>
                              <a:pt x="53293" y="40049"/>
                              <a:pt x="50149" y="41954"/>
                            </a:cubicBezTo>
                            <a:cubicBezTo>
                              <a:pt x="46816" y="43573"/>
                              <a:pt x="42244" y="45382"/>
                              <a:pt x="37291" y="47192"/>
                            </a:cubicBezTo>
                            <a:cubicBezTo>
                              <a:pt x="34814" y="48049"/>
                              <a:pt x="32243" y="48907"/>
                              <a:pt x="29576" y="49574"/>
                            </a:cubicBezTo>
                            <a:cubicBezTo>
                              <a:pt x="26909" y="50145"/>
                              <a:pt x="24146" y="50526"/>
                              <a:pt x="21574" y="50812"/>
                            </a:cubicBezTo>
                            <a:cubicBezTo>
                              <a:pt x="16336" y="51383"/>
                              <a:pt x="11478" y="51479"/>
                              <a:pt x="7668" y="50716"/>
                            </a:cubicBezTo>
                            <a:cubicBezTo>
                              <a:pt x="3858" y="49669"/>
                              <a:pt x="1096" y="47859"/>
                              <a:pt x="238" y="45192"/>
                            </a:cubicBezTo>
                            <a:cubicBezTo>
                              <a:pt x="-618" y="42525"/>
                              <a:pt x="905" y="40049"/>
                              <a:pt x="3668" y="37858"/>
                            </a:cubicBezTo>
                            <a:cubicBezTo>
                              <a:pt x="6430" y="35476"/>
                              <a:pt x="10526" y="32905"/>
                              <a:pt x="15003" y="30809"/>
                            </a:cubicBezTo>
                            <a:cubicBezTo>
                              <a:pt x="19574" y="28809"/>
                              <a:pt x="24242" y="26523"/>
                              <a:pt x="28433" y="24332"/>
                            </a:cubicBezTo>
                            <a:cubicBezTo>
                              <a:pt x="32719" y="22332"/>
                              <a:pt x="36434" y="20713"/>
                              <a:pt x="38910" y="19665"/>
                            </a:cubicBezTo>
                            <a:cubicBezTo>
                              <a:pt x="41196" y="18427"/>
                              <a:pt x="45292" y="16236"/>
                              <a:pt x="50055" y="13950"/>
                            </a:cubicBezTo>
                            <a:cubicBezTo>
                              <a:pt x="52436" y="12807"/>
                              <a:pt x="55007" y="11664"/>
                              <a:pt x="57674" y="10426"/>
                            </a:cubicBezTo>
                            <a:cubicBezTo>
                              <a:pt x="60151" y="8997"/>
                              <a:pt x="62818" y="7568"/>
                              <a:pt x="65294" y="6330"/>
                            </a:cubicBezTo>
                            <a:cubicBezTo>
                              <a:pt x="70343" y="3758"/>
                              <a:pt x="75486" y="1758"/>
                              <a:pt x="79391" y="710"/>
                            </a:cubicBezTo>
                            <a:cubicBezTo>
                              <a:pt x="83297" y="-433"/>
                              <a:pt x="86249" y="-337"/>
                              <a:pt x="87297" y="204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75" name="Forme libre : forme 12174">
                        <a:extLst>
                          <a:ext uri="{FF2B5EF4-FFF2-40B4-BE49-F238E27FC236}">
                            <a16:creationId xmlns:a16="http://schemas.microsoft.com/office/drawing/2014/main" id="{DD57E48A-247B-4926-BD20-53DC73E740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5910" y="3210919"/>
                        <a:ext cx="123086" cy="44030"/>
                      </a:xfrm>
                      <a:custGeom>
                        <a:avLst/>
                        <a:gdLst>
                          <a:gd name="connsiteX0" fmla="*/ 483 w 123086"/>
                          <a:gd name="connsiteY0" fmla="*/ 21199 h 44030"/>
                          <a:gd name="connsiteX1" fmla="*/ 12865 w 123086"/>
                          <a:gd name="connsiteY1" fmla="*/ 33581 h 44030"/>
                          <a:gd name="connsiteX2" fmla="*/ 63728 w 123086"/>
                          <a:gd name="connsiteY2" fmla="*/ 43487 h 44030"/>
                          <a:gd name="connsiteX3" fmla="*/ 112306 w 123086"/>
                          <a:gd name="connsiteY3" fmla="*/ 21675 h 44030"/>
                          <a:gd name="connsiteX4" fmla="*/ 120784 w 123086"/>
                          <a:gd name="connsiteY4" fmla="*/ 815 h 44030"/>
                          <a:gd name="connsiteX5" fmla="*/ 104305 w 123086"/>
                          <a:gd name="connsiteY5" fmla="*/ 3673 h 44030"/>
                          <a:gd name="connsiteX6" fmla="*/ 82778 w 123086"/>
                          <a:gd name="connsiteY6" fmla="*/ 7483 h 44030"/>
                          <a:gd name="connsiteX7" fmla="*/ 61252 w 123086"/>
                          <a:gd name="connsiteY7" fmla="*/ 6625 h 44030"/>
                          <a:gd name="connsiteX8" fmla="*/ 42297 w 123086"/>
                          <a:gd name="connsiteY8" fmla="*/ 1673 h 44030"/>
                          <a:gd name="connsiteX9" fmla="*/ 21437 w 123086"/>
                          <a:gd name="connsiteY9" fmla="*/ 815 h 44030"/>
                          <a:gd name="connsiteX10" fmla="*/ 483 w 123086"/>
                          <a:gd name="connsiteY10" fmla="*/ 21199 h 440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23086" h="44030">
                            <a:moveTo>
                              <a:pt x="483" y="21199"/>
                            </a:moveTo>
                            <a:cubicBezTo>
                              <a:pt x="2769" y="27771"/>
                              <a:pt x="5150" y="29486"/>
                              <a:pt x="12865" y="33581"/>
                            </a:cubicBezTo>
                            <a:cubicBezTo>
                              <a:pt x="27724" y="41011"/>
                              <a:pt x="41631" y="45678"/>
                              <a:pt x="63728" y="43487"/>
                            </a:cubicBezTo>
                            <a:cubicBezTo>
                              <a:pt x="81826" y="40820"/>
                              <a:pt x="101257" y="32248"/>
                              <a:pt x="112306" y="21675"/>
                            </a:cubicBezTo>
                            <a:cubicBezTo>
                              <a:pt x="120784" y="14055"/>
                              <a:pt x="126498" y="4625"/>
                              <a:pt x="120784" y="815"/>
                            </a:cubicBezTo>
                            <a:cubicBezTo>
                              <a:pt x="117545" y="-1185"/>
                              <a:pt x="110401" y="2149"/>
                              <a:pt x="104305" y="3673"/>
                            </a:cubicBezTo>
                            <a:cubicBezTo>
                              <a:pt x="97161" y="5673"/>
                              <a:pt x="89922" y="6816"/>
                              <a:pt x="82778" y="7483"/>
                            </a:cubicBezTo>
                            <a:cubicBezTo>
                              <a:pt x="75730" y="8435"/>
                              <a:pt x="68491" y="8054"/>
                              <a:pt x="61252" y="6625"/>
                            </a:cubicBezTo>
                            <a:cubicBezTo>
                              <a:pt x="55156" y="5673"/>
                              <a:pt x="48775" y="3292"/>
                              <a:pt x="42297" y="1673"/>
                            </a:cubicBezTo>
                            <a:cubicBezTo>
                              <a:pt x="35820" y="434"/>
                              <a:pt x="29058" y="-899"/>
                              <a:pt x="21437" y="815"/>
                            </a:cubicBezTo>
                            <a:cubicBezTo>
                              <a:pt x="7817" y="3006"/>
                              <a:pt x="-2375" y="12340"/>
                              <a:pt x="483" y="2119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76" name="Forme libre : forme 12175">
                        <a:extLst>
                          <a:ext uri="{FF2B5EF4-FFF2-40B4-BE49-F238E27FC236}">
                            <a16:creationId xmlns:a16="http://schemas.microsoft.com/office/drawing/2014/main" id="{F5CF09B9-93FC-420E-850F-C56265581A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9069" y="3206060"/>
                        <a:ext cx="34815" cy="16869"/>
                      </a:xfrm>
                      <a:custGeom>
                        <a:avLst/>
                        <a:gdLst>
                          <a:gd name="connsiteX0" fmla="*/ 3327 w 34815"/>
                          <a:gd name="connsiteY0" fmla="*/ 11865 h 16869"/>
                          <a:gd name="connsiteX1" fmla="*/ 88 w 34815"/>
                          <a:gd name="connsiteY1" fmla="*/ 14723 h 16869"/>
                          <a:gd name="connsiteX2" fmla="*/ 3041 w 34815"/>
                          <a:gd name="connsiteY2" fmla="*/ 16818 h 16869"/>
                          <a:gd name="connsiteX3" fmla="*/ 9899 w 34815"/>
                          <a:gd name="connsiteY3" fmla="*/ 16247 h 16869"/>
                          <a:gd name="connsiteX4" fmla="*/ 25996 w 34815"/>
                          <a:gd name="connsiteY4" fmla="*/ 11199 h 16869"/>
                          <a:gd name="connsiteX5" fmla="*/ 31426 w 34815"/>
                          <a:gd name="connsiteY5" fmla="*/ 8341 h 16869"/>
                          <a:gd name="connsiteX6" fmla="*/ 25996 w 34815"/>
                          <a:gd name="connsiteY6" fmla="*/ 1007 h 16869"/>
                          <a:gd name="connsiteX7" fmla="*/ 3327 w 34815"/>
                          <a:gd name="connsiteY7" fmla="*/ 11865 h 168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4815" h="16869">
                            <a:moveTo>
                              <a:pt x="3327" y="11865"/>
                            </a:moveTo>
                            <a:cubicBezTo>
                              <a:pt x="1708" y="12818"/>
                              <a:pt x="565" y="13485"/>
                              <a:pt x="88" y="14723"/>
                            </a:cubicBezTo>
                            <a:cubicBezTo>
                              <a:pt x="-388" y="15961"/>
                              <a:pt x="1136" y="16628"/>
                              <a:pt x="3041" y="16818"/>
                            </a:cubicBezTo>
                            <a:cubicBezTo>
                              <a:pt x="4946" y="17009"/>
                              <a:pt x="7803" y="16628"/>
                              <a:pt x="9899" y="16247"/>
                            </a:cubicBezTo>
                            <a:cubicBezTo>
                              <a:pt x="15424" y="15295"/>
                              <a:pt x="21043" y="13104"/>
                              <a:pt x="25996" y="11199"/>
                            </a:cubicBezTo>
                            <a:cubicBezTo>
                              <a:pt x="27997" y="10341"/>
                              <a:pt x="29997" y="9770"/>
                              <a:pt x="31426" y="8341"/>
                            </a:cubicBezTo>
                            <a:cubicBezTo>
                              <a:pt x="37331" y="2912"/>
                              <a:pt x="35521" y="-2232"/>
                              <a:pt x="25996" y="1007"/>
                            </a:cubicBezTo>
                            <a:cubicBezTo>
                              <a:pt x="18472" y="3103"/>
                              <a:pt x="9899" y="8341"/>
                              <a:pt x="3327" y="1186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77" name="Forme libre : forme 12176">
                        <a:extLst>
                          <a:ext uri="{FF2B5EF4-FFF2-40B4-BE49-F238E27FC236}">
                            <a16:creationId xmlns:a16="http://schemas.microsoft.com/office/drawing/2014/main" id="{599E4864-0FA1-4D9D-A3DF-9C3A84D07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4885" y="3168110"/>
                        <a:ext cx="32671" cy="63912"/>
                      </a:xfrm>
                      <a:custGeom>
                        <a:avLst/>
                        <a:gdLst>
                          <a:gd name="connsiteX0" fmla="*/ 31718 w 32671"/>
                          <a:gd name="connsiteY0" fmla="*/ 0 h 63912"/>
                          <a:gd name="connsiteX1" fmla="*/ 31909 w 32671"/>
                          <a:gd name="connsiteY1" fmla="*/ 14383 h 63912"/>
                          <a:gd name="connsiteX2" fmla="*/ 25051 w 32671"/>
                          <a:gd name="connsiteY2" fmla="*/ 32004 h 63912"/>
                          <a:gd name="connsiteX3" fmla="*/ 19335 w 32671"/>
                          <a:gd name="connsiteY3" fmla="*/ 41148 h 63912"/>
                          <a:gd name="connsiteX4" fmla="*/ 12954 w 32671"/>
                          <a:gd name="connsiteY4" fmla="*/ 49340 h 63912"/>
                          <a:gd name="connsiteX5" fmla="*/ 0 w 32671"/>
                          <a:gd name="connsiteY5" fmla="*/ 63913 h 63912"/>
                          <a:gd name="connsiteX6" fmla="*/ 12287 w 32671"/>
                          <a:gd name="connsiteY6" fmla="*/ 48959 h 63912"/>
                          <a:gd name="connsiteX7" fmla="*/ 17621 w 32671"/>
                          <a:gd name="connsiteY7" fmla="*/ 41053 h 63912"/>
                          <a:gd name="connsiteX8" fmla="*/ 22288 w 32671"/>
                          <a:gd name="connsiteY8" fmla="*/ 32290 h 63912"/>
                          <a:gd name="connsiteX9" fmla="*/ 31718 w 32671"/>
                          <a:gd name="connsiteY9" fmla="*/ 0 h 639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2671" h="63912">
                            <a:moveTo>
                              <a:pt x="31718" y="0"/>
                            </a:moveTo>
                            <a:cubicBezTo>
                              <a:pt x="32956" y="3905"/>
                              <a:pt x="32956" y="8858"/>
                              <a:pt x="31909" y="14383"/>
                            </a:cubicBezTo>
                            <a:cubicBezTo>
                              <a:pt x="30575" y="19717"/>
                              <a:pt x="28480" y="26003"/>
                              <a:pt x="25051" y="32004"/>
                            </a:cubicBezTo>
                            <a:cubicBezTo>
                              <a:pt x="23336" y="35052"/>
                              <a:pt x="21431" y="38100"/>
                              <a:pt x="19335" y="41148"/>
                            </a:cubicBezTo>
                            <a:cubicBezTo>
                              <a:pt x="17240" y="44101"/>
                              <a:pt x="15144" y="46673"/>
                              <a:pt x="12954" y="49340"/>
                            </a:cubicBezTo>
                            <a:cubicBezTo>
                              <a:pt x="8572" y="54578"/>
                              <a:pt x="4191" y="59817"/>
                              <a:pt x="0" y="63913"/>
                            </a:cubicBezTo>
                            <a:cubicBezTo>
                              <a:pt x="4572" y="59341"/>
                              <a:pt x="8572" y="54102"/>
                              <a:pt x="12287" y="48959"/>
                            </a:cubicBezTo>
                            <a:cubicBezTo>
                              <a:pt x="14192" y="46387"/>
                              <a:pt x="16002" y="43720"/>
                              <a:pt x="17621" y="41053"/>
                            </a:cubicBezTo>
                            <a:cubicBezTo>
                              <a:pt x="19335" y="38100"/>
                              <a:pt x="20860" y="35147"/>
                              <a:pt x="22288" y="32290"/>
                            </a:cubicBezTo>
                            <a:cubicBezTo>
                              <a:pt x="28099" y="20860"/>
                              <a:pt x="30670" y="9430"/>
                              <a:pt x="3171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78" name="Forme libre : forme 12177">
                        <a:extLst>
                          <a:ext uri="{FF2B5EF4-FFF2-40B4-BE49-F238E27FC236}">
                            <a16:creationId xmlns:a16="http://schemas.microsoft.com/office/drawing/2014/main" id="{24E2DEDC-29E7-4C74-948F-5E766B63FF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17152" y="3192303"/>
                        <a:ext cx="58769" cy="25431"/>
                      </a:xfrm>
                      <a:custGeom>
                        <a:avLst/>
                        <a:gdLst>
                          <a:gd name="connsiteX0" fmla="*/ 58769 w 58769"/>
                          <a:gd name="connsiteY0" fmla="*/ 0 h 25431"/>
                          <a:gd name="connsiteX1" fmla="*/ 0 w 58769"/>
                          <a:gd name="connsiteY1" fmla="*/ 25432 h 25431"/>
                          <a:gd name="connsiteX2" fmla="*/ 14001 w 58769"/>
                          <a:gd name="connsiteY2" fmla="*/ 18955 h 25431"/>
                          <a:gd name="connsiteX3" fmla="*/ 21622 w 58769"/>
                          <a:gd name="connsiteY3" fmla="*/ 16002 h 25431"/>
                          <a:gd name="connsiteX4" fmla="*/ 29433 w 58769"/>
                          <a:gd name="connsiteY4" fmla="*/ 12763 h 25431"/>
                          <a:gd name="connsiteX5" fmla="*/ 37242 w 58769"/>
                          <a:gd name="connsiteY5" fmla="*/ 9811 h 25431"/>
                          <a:gd name="connsiteX6" fmla="*/ 44768 w 58769"/>
                          <a:gd name="connsiteY6" fmla="*/ 6477 h 25431"/>
                          <a:gd name="connsiteX7" fmla="*/ 58769 w 58769"/>
                          <a:gd name="connsiteY7" fmla="*/ 0 h 254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8769" h="25431">
                            <a:moveTo>
                              <a:pt x="58769" y="0"/>
                            </a:moveTo>
                            <a:cubicBezTo>
                              <a:pt x="38195" y="6001"/>
                              <a:pt x="18764" y="16383"/>
                              <a:pt x="0" y="25432"/>
                            </a:cubicBezTo>
                            <a:cubicBezTo>
                              <a:pt x="4191" y="23241"/>
                              <a:pt x="8954" y="21146"/>
                              <a:pt x="14001" y="18955"/>
                            </a:cubicBezTo>
                            <a:cubicBezTo>
                              <a:pt x="16478" y="17907"/>
                              <a:pt x="19050" y="16954"/>
                              <a:pt x="21622" y="16002"/>
                            </a:cubicBezTo>
                            <a:cubicBezTo>
                              <a:pt x="24289" y="14859"/>
                              <a:pt x="26861" y="13811"/>
                              <a:pt x="29433" y="12763"/>
                            </a:cubicBezTo>
                            <a:cubicBezTo>
                              <a:pt x="32099" y="11716"/>
                              <a:pt x="34671" y="10763"/>
                              <a:pt x="37242" y="9811"/>
                            </a:cubicBezTo>
                            <a:cubicBezTo>
                              <a:pt x="39814" y="8668"/>
                              <a:pt x="42386" y="7525"/>
                              <a:pt x="44768" y="6477"/>
                            </a:cubicBezTo>
                            <a:cubicBezTo>
                              <a:pt x="49911" y="4477"/>
                              <a:pt x="54578" y="2096"/>
                              <a:pt x="5876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79" name="Forme libre : forme 12178">
                        <a:extLst>
                          <a:ext uri="{FF2B5EF4-FFF2-40B4-BE49-F238E27FC236}">
                            <a16:creationId xmlns:a16="http://schemas.microsoft.com/office/drawing/2014/main" id="{0FEBAB22-978E-4846-90BF-3D6A08C6E9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15768" y="3197025"/>
                        <a:ext cx="32544" cy="15744"/>
                      </a:xfrm>
                      <a:custGeom>
                        <a:avLst/>
                        <a:gdLst>
                          <a:gd name="connsiteX0" fmla="*/ 32544 w 32544"/>
                          <a:gd name="connsiteY0" fmla="*/ 1470 h 15744"/>
                          <a:gd name="connsiteX1" fmla="*/ 15209 w 32544"/>
                          <a:gd name="connsiteY1" fmla="*/ 13185 h 15744"/>
                          <a:gd name="connsiteX2" fmla="*/ 64 w 32544"/>
                          <a:gd name="connsiteY2" fmla="*/ 13471 h 15744"/>
                          <a:gd name="connsiteX3" fmla="*/ 7398 w 32544"/>
                          <a:gd name="connsiteY3" fmla="*/ 7852 h 15744"/>
                          <a:gd name="connsiteX4" fmla="*/ 16637 w 32544"/>
                          <a:gd name="connsiteY4" fmla="*/ 3946 h 15744"/>
                          <a:gd name="connsiteX5" fmla="*/ 32544 w 32544"/>
                          <a:gd name="connsiteY5" fmla="*/ 1470 h 15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544" h="15744">
                            <a:moveTo>
                              <a:pt x="32544" y="1470"/>
                            </a:moveTo>
                            <a:cubicBezTo>
                              <a:pt x="32639" y="5851"/>
                              <a:pt x="19209" y="11376"/>
                              <a:pt x="15209" y="13185"/>
                            </a:cubicBezTo>
                            <a:cubicBezTo>
                              <a:pt x="11208" y="14995"/>
                              <a:pt x="-984" y="17758"/>
                              <a:pt x="64" y="13471"/>
                            </a:cubicBezTo>
                            <a:cubicBezTo>
                              <a:pt x="540" y="11280"/>
                              <a:pt x="3778" y="9376"/>
                              <a:pt x="7398" y="7852"/>
                            </a:cubicBezTo>
                            <a:cubicBezTo>
                              <a:pt x="10922" y="6327"/>
                              <a:pt x="14827" y="4708"/>
                              <a:pt x="16637" y="3946"/>
                            </a:cubicBezTo>
                            <a:cubicBezTo>
                              <a:pt x="20352" y="2518"/>
                              <a:pt x="32639" y="-2435"/>
                              <a:pt x="32544" y="147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80" name="Forme libre : forme 12179">
                        <a:extLst>
                          <a:ext uri="{FF2B5EF4-FFF2-40B4-BE49-F238E27FC236}">
                            <a16:creationId xmlns:a16="http://schemas.microsoft.com/office/drawing/2014/main" id="{377F8034-FA19-4DFD-B7B1-A5C511E047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3787" y="3194310"/>
                        <a:ext cx="8776" cy="6114"/>
                      </a:xfrm>
                      <a:custGeom>
                        <a:avLst/>
                        <a:gdLst>
                          <a:gd name="connsiteX0" fmla="*/ 8525 w 8776"/>
                          <a:gd name="connsiteY0" fmla="*/ 279 h 6114"/>
                          <a:gd name="connsiteX1" fmla="*/ 5668 w 8776"/>
                          <a:gd name="connsiteY1" fmla="*/ 4279 h 6114"/>
                          <a:gd name="connsiteX2" fmla="*/ 239 w 8776"/>
                          <a:gd name="connsiteY2" fmla="*/ 5708 h 6114"/>
                          <a:gd name="connsiteX3" fmla="*/ 3096 w 8776"/>
                          <a:gd name="connsiteY3" fmla="*/ 1994 h 6114"/>
                          <a:gd name="connsiteX4" fmla="*/ 8525 w 8776"/>
                          <a:gd name="connsiteY4" fmla="*/ 279 h 6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776" h="6114">
                            <a:moveTo>
                              <a:pt x="8525" y="279"/>
                            </a:moveTo>
                            <a:cubicBezTo>
                              <a:pt x="9573" y="1231"/>
                              <a:pt x="7096" y="3327"/>
                              <a:pt x="5668" y="4279"/>
                            </a:cubicBezTo>
                            <a:cubicBezTo>
                              <a:pt x="4334" y="5327"/>
                              <a:pt x="1286" y="6851"/>
                              <a:pt x="239" y="5708"/>
                            </a:cubicBezTo>
                            <a:cubicBezTo>
                              <a:pt x="-809" y="4661"/>
                              <a:pt x="1858" y="3041"/>
                              <a:pt x="3096" y="1994"/>
                            </a:cubicBezTo>
                            <a:cubicBezTo>
                              <a:pt x="4430" y="1041"/>
                              <a:pt x="7382" y="-673"/>
                              <a:pt x="8525" y="27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81" name="Forme libre : forme 12180">
                        <a:extLst>
                          <a:ext uri="{FF2B5EF4-FFF2-40B4-BE49-F238E27FC236}">
                            <a16:creationId xmlns:a16="http://schemas.microsoft.com/office/drawing/2014/main" id="{1FAFF2D4-6DCA-4148-8B9B-46FB89547A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07697" y="3165567"/>
                        <a:ext cx="81596" cy="29364"/>
                      </a:xfrm>
                      <a:custGeom>
                        <a:avLst/>
                        <a:gdLst>
                          <a:gd name="connsiteX0" fmla="*/ 54521 w 81596"/>
                          <a:gd name="connsiteY0" fmla="*/ 3781 h 29364"/>
                          <a:gd name="connsiteX1" fmla="*/ 79191 w 81596"/>
                          <a:gd name="connsiteY1" fmla="*/ 66 h 29364"/>
                          <a:gd name="connsiteX2" fmla="*/ 79287 w 81596"/>
                          <a:gd name="connsiteY2" fmla="*/ 8543 h 29364"/>
                          <a:gd name="connsiteX3" fmla="*/ 69380 w 81596"/>
                          <a:gd name="connsiteY3" fmla="*/ 13591 h 29364"/>
                          <a:gd name="connsiteX4" fmla="*/ 53760 w 81596"/>
                          <a:gd name="connsiteY4" fmla="*/ 17497 h 29364"/>
                          <a:gd name="connsiteX5" fmla="*/ 37567 w 81596"/>
                          <a:gd name="connsiteY5" fmla="*/ 21592 h 29364"/>
                          <a:gd name="connsiteX6" fmla="*/ 15374 w 81596"/>
                          <a:gd name="connsiteY6" fmla="*/ 28450 h 29364"/>
                          <a:gd name="connsiteX7" fmla="*/ 134 w 81596"/>
                          <a:gd name="connsiteY7" fmla="*/ 25117 h 29364"/>
                          <a:gd name="connsiteX8" fmla="*/ 14612 w 81596"/>
                          <a:gd name="connsiteY8" fmla="*/ 13306 h 29364"/>
                          <a:gd name="connsiteX9" fmla="*/ 25280 w 81596"/>
                          <a:gd name="connsiteY9" fmla="*/ 8924 h 29364"/>
                          <a:gd name="connsiteX10" fmla="*/ 33757 w 81596"/>
                          <a:gd name="connsiteY10" fmla="*/ 5781 h 29364"/>
                          <a:gd name="connsiteX11" fmla="*/ 44996 w 81596"/>
                          <a:gd name="connsiteY11" fmla="*/ 4447 h 29364"/>
                          <a:gd name="connsiteX12" fmla="*/ 54521 w 81596"/>
                          <a:gd name="connsiteY12" fmla="*/ 3781 h 29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81596" h="29364">
                            <a:moveTo>
                              <a:pt x="54521" y="3781"/>
                            </a:moveTo>
                            <a:cubicBezTo>
                              <a:pt x="63761" y="1780"/>
                              <a:pt x="70714" y="-410"/>
                              <a:pt x="79191" y="66"/>
                            </a:cubicBezTo>
                            <a:cubicBezTo>
                              <a:pt x="82335" y="256"/>
                              <a:pt x="82430" y="5019"/>
                              <a:pt x="79287" y="8543"/>
                            </a:cubicBezTo>
                            <a:cubicBezTo>
                              <a:pt x="76048" y="11877"/>
                              <a:pt x="72714" y="12734"/>
                              <a:pt x="69380" y="13591"/>
                            </a:cubicBezTo>
                            <a:cubicBezTo>
                              <a:pt x="64046" y="14735"/>
                              <a:pt x="58903" y="16068"/>
                              <a:pt x="53760" y="17497"/>
                            </a:cubicBezTo>
                            <a:cubicBezTo>
                              <a:pt x="48330" y="18640"/>
                              <a:pt x="42996" y="20069"/>
                              <a:pt x="37567" y="21592"/>
                            </a:cubicBezTo>
                            <a:cubicBezTo>
                              <a:pt x="34328" y="22926"/>
                              <a:pt x="24041" y="26260"/>
                              <a:pt x="15374" y="28450"/>
                            </a:cubicBezTo>
                            <a:cubicBezTo>
                              <a:pt x="6420" y="30165"/>
                              <a:pt x="-1104" y="29689"/>
                              <a:pt x="134" y="25117"/>
                            </a:cubicBezTo>
                            <a:cubicBezTo>
                              <a:pt x="1372" y="20354"/>
                              <a:pt x="7754" y="17021"/>
                              <a:pt x="14612" y="13306"/>
                            </a:cubicBezTo>
                            <a:cubicBezTo>
                              <a:pt x="18041" y="11591"/>
                              <a:pt x="21946" y="10353"/>
                              <a:pt x="25280" y="8924"/>
                            </a:cubicBezTo>
                            <a:cubicBezTo>
                              <a:pt x="28518" y="7496"/>
                              <a:pt x="31566" y="6353"/>
                              <a:pt x="33757" y="5781"/>
                            </a:cubicBezTo>
                            <a:cubicBezTo>
                              <a:pt x="38043" y="4638"/>
                              <a:pt x="41567" y="4447"/>
                              <a:pt x="44996" y="4447"/>
                            </a:cubicBezTo>
                            <a:cubicBezTo>
                              <a:pt x="48044" y="4352"/>
                              <a:pt x="50997" y="4447"/>
                              <a:pt x="54521" y="378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06" name="Graphique 1">
                      <a:extLst>
                        <a:ext uri="{FF2B5EF4-FFF2-40B4-BE49-F238E27FC236}">
                          <a16:creationId xmlns:a16="http://schemas.microsoft.com/office/drawing/2014/main" id="{D2E844AE-7C36-48BA-A236-21FA2D9909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89569" y="2980499"/>
                      <a:ext cx="124297" cy="182387"/>
                      <a:chOff x="4789569" y="2980499"/>
                      <a:chExt cx="124297" cy="182387"/>
                    </a:xfrm>
                    <a:solidFill>
                      <a:schemeClr val="accent1"/>
                    </a:solidFill>
                  </p:grpSpPr>
                  <p:sp>
                    <p:nvSpPr>
                      <p:cNvPr id="12158" name="Forme libre : forme 12157">
                        <a:extLst>
                          <a:ext uri="{FF2B5EF4-FFF2-40B4-BE49-F238E27FC236}">
                            <a16:creationId xmlns:a16="http://schemas.microsoft.com/office/drawing/2014/main" id="{8723071E-201C-49F1-899D-5FDDABAED7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9569" y="2980499"/>
                        <a:ext cx="124297" cy="182387"/>
                      </a:xfrm>
                      <a:custGeom>
                        <a:avLst/>
                        <a:gdLst>
                          <a:gd name="connsiteX0" fmla="*/ 113810 w 124297"/>
                          <a:gd name="connsiteY0" fmla="*/ 78454 h 182387"/>
                          <a:gd name="connsiteX1" fmla="*/ 78948 w 124297"/>
                          <a:gd name="connsiteY1" fmla="*/ 141509 h 182387"/>
                          <a:gd name="connsiteX2" fmla="*/ 16083 w 124297"/>
                          <a:gd name="connsiteY2" fmla="*/ 182276 h 182387"/>
                          <a:gd name="connsiteX3" fmla="*/ 81 w 124297"/>
                          <a:gd name="connsiteY3" fmla="*/ 167798 h 182387"/>
                          <a:gd name="connsiteX4" fmla="*/ 15131 w 124297"/>
                          <a:gd name="connsiteY4" fmla="*/ 101219 h 182387"/>
                          <a:gd name="connsiteX5" fmla="*/ 45896 w 124297"/>
                          <a:gd name="connsiteY5" fmla="*/ 45783 h 182387"/>
                          <a:gd name="connsiteX6" fmla="*/ 99903 w 124297"/>
                          <a:gd name="connsiteY6" fmla="*/ 1111 h 182387"/>
                          <a:gd name="connsiteX7" fmla="*/ 119810 w 124297"/>
                          <a:gd name="connsiteY7" fmla="*/ 8159 h 182387"/>
                          <a:gd name="connsiteX8" fmla="*/ 113810 w 124297"/>
                          <a:gd name="connsiteY8" fmla="*/ 78454 h 1823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4297" h="182387">
                            <a:moveTo>
                              <a:pt x="113810" y="78454"/>
                            </a:moveTo>
                            <a:cubicBezTo>
                              <a:pt x="107047" y="93694"/>
                              <a:pt x="89330" y="126365"/>
                              <a:pt x="78948" y="141509"/>
                            </a:cubicBezTo>
                            <a:cubicBezTo>
                              <a:pt x="59803" y="169799"/>
                              <a:pt x="39515" y="179133"/>
                              <a:pt x="16083" y="182276"/>
                            </a:cubicBezTo>
                            <a:cubicBezTo>
                              <a:pt x="7987" y="183420"/>
                              <a:pt x="272" y="175514"/>
                              <a:pt x="81" y="167798"/>
                            </a:cubicBezTo>
                            <a:cubicBezTo>
                              <a:pt x="-490" y="145415"/>
                              <a:pt x="1700" y="126746"/>
                              <a:pt x="15131" y="101219"/>
                            </a:cubicBezTo>
                            <a:cubicBezTo>
                              <a:pt x="22370" y="87693"/>
                              <a:pt x="37610" y="60071"/>
                              <a:pt x="45896" y="45783"/>
                            </a:cubicBezTo>
                            <a:cubicBezTo>
                              <a:pt x="61422" y="19208"/>
                              <a:pt x="78662" y="9207"/>
                              <a:pt x="99903" y="1111"/>
                            </a:cubicBezTo>
                            <a:cubicBezTo>
                              <a:pt x="107237" y="-1746"/>
                              <a:pt x="117429" y="1016"/>
                              <a:pt x="119810" y="8159"/>
                            </a:cubicBezTo>
                            <a:cubicBezTo>
                              <a:pt x="126478" y="28829"/>
                              <a:pt x="126669" y="49784"/>
                              <a:pt x="113810" y="7845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59" name="Forme libre : forme 12158">
                        <a:extLst>
                          <a:ext uri="{FF2B5EF4-FFF2-40B4-BE49-F238E27FC236}">
                            <a16:creationId xmlns:a16="http://schemas.microsoft.com/office/drawing/2014/main" id="{69348BF3-77CB-4101-890F-3632D5FBAC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6222" y="2988278"/>
                        <a:ext cx="117297" cy="174605"/>
                      </a:xfrm>
                      <a:custGeom>
                        <a:avLst/>
                        <a:gdLst>
                          <a:gd name="connsiteX0" fmla="*/ 54673 w 117297"/>
                          <a:gd name="connsiteY0" fmla="*/ 110490 h 174605"/>
                          <a:gd name="connsiteX1" fmla="*/ 0 w 117297"/>
                          <a:gd name="connsiteY1" fmla="*/ 171926 h 174605"/>
                          <a:gd name="connsiteX2" fmla="*/ 9240 w 117297"/>
                          <a:gd name="connsiteY2" fmla="*/ 174498 h 174605"/>
                          <a:gd name="connsiteX3" fmla="*/ 21146 w 117297"/>
                          <a:gd name="connsiteY3" fmla="*/ 172307 h 174605"/>
                          <a:gd name="connsiteX4" fmla="*/ 52959 w 117297"/>
                          <a:gd name="connsiteY4" fmla="*/ 155829 h 174605"/>
                          <a:gd name="connsiteX5" fmla="*/ 72104 w 117297"/>
                          <a:gd name="connsiteY5" fmla="*/ 133826 h 174605"/>
                          <a:gd name="connsiteX6" fmla="*/ 78486 w 117297"/>
                          <a:gd name="connsiteY6" fmla="*/ 123825 h 174605"/>
                          <a:gd name="connsiteX7" fmla="*/ 104775 w 117297"/>
                          <a:gd name="connsiteY7" fmla="*/ 75438 h 174605"/>
                          <a:gd name="connsiteX8" fmla="*/ 106966 w 117297"/>
                          <a:gd name="connsiteY8" fmla="*/ 70675 h 174605"/>
                          <a:gd name="connsiteX9" fmla="*/ 116014 w 117297"/>
                          <a:gd name="connsiteY9" fmla="*/ 42767 h 174605"/>
                          <a:gd name="connsiteX10" fmla="*/ 115538 w 117297"/>
                          <a:gd name="connsiteY10" fmla="*/ 10287 h 174605"/>
                          <a:gd name="connsiteX11" fmla="*/ 112872 w 117297"/>
                          <a:gd name="connsiteY11" fmla="*/ 381 h 174605"/>
                          <a:gd name="connsiteX12" fmla="*/ 112681 w 117297"/>
                          <a:gd name="connsiteY12" fmla="*/ 0 h 174605"/>
                          <a:gd name="connsiteX13" fmla="*/ 54673 w 117297"/>
                          <a:gd name="connsiteY13" fmla="*/ 110490 h 174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17297" h="174605">
                            <a:moveTo>
                              <a:pt x="54673" y="110490"/>
                            </a:moveTo>
                            <a:cubicBezTo>
                              <a:pt x="42006" y="135922"/>
                              <a:pt x="23050" y="162401"/>
                              <a:pt x="0" y="171926"/>
                            </a:cubicBezTo>
                            <a:cubicBezTo>
                              <a:pt x="2667" y="173831"/>
                              <a:pt x="5905" y="174974"/>
                              <a:pt x="9240" y="174498"/>
                            </a:cubicBezTo>
                            <a:cubicBezTo>
                              <a:pt x="13240" y="173926"/>
                              <a:pt x="17240" y="173260"/>
                              <a:pt x="21146" y="172307"/>
                            </a:cubicBezTo>
                            <a:cubicBezTo>
                              <a:pt x="32195" y="169354"/>
                              <a:pt x="42767" y="164497"/>
                              <a:pt x="52959" y="155829"/>
                            </a:cubicBezTo>
                            <a:cubicBezTo>
                              <a:pt x="59436" y="150209"/>
                              <a:pt x="65913" y="143065"/>
                              <a:pt x="72104" y="133826"/>
                            </a:cubicBezTo>
                            <a:cubicBezTo>
                              <a:pt x="74009" y="131064"/>
                              <a:pt x="76200" y="127635"/>
                              <a:pt x="78486" y="123825"/>
                            </a:cubicBezTo>
                            <a:cubicBezTo>
                              <a:pt x="87630" y="109061"/>
                              <a:pt x="98393" y="88582"/>
                              <a:pt x="104775" y="75438"/>
                            </a:cubicBezTo>
                            <a:cubicBezTo>
                              <a:pt x="105537" y="73723"/>
                              <a:pt x="106299" y="72104"/>
                              <a:pt x="106966" y="70675"/>
                            </a:cubicBezTo>
                            <a:cubicBezTo>
                              <a:pt x="111538" y="60484"/>
                              <a:pt x="114395" y="51340"/>
                              <a:pt x="116014" y="42767"/>
                            </a:cubicBezTo>
                            <a:cubicBezTo>
                              <a:pt x="118015" y="31051"/>
                              <a:pt x="117539" y="20479"/>
                              <a:pt x="115538" y="10287"/>
                            </a:cubicBezTo>
                            <a:cubicBezTo>
                              <a:pt x="114871" y="6953"/>
                              <a:pt x="113919" y="3715"/>
                              <a:pt x="112872" y="381"/>
                            </a:cubicBezTo>
                            <a:lnTo>
                              <a:pt x="112681" y="0"/>
                            </a:lnTo>
                            <a:cubicBezTo>
                              <a:pt x="93155" y="36195"/>
                              <a:pt x="73247" y="73914"/>
                              <a:pt x="54673" y="11049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60" name="Forme libre : forme 12159">
                        <a:extLst>
                          <a:ext uri="{FF2B5EF4-FFF2-40B4-BE49-F238E27FC236}">
                            <a16:creationId xmlns:a16="http://schemas.microsoft.com/office/drawing/2014/main" id="{4E5F303F-A821-4F7C-9C9B-F713AE0B53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5032" y="3016850"/>
                        <a:ext cx="52505" cy="85180"/>
                      </a:xfrm>
                      <a:custGeom>
                        <a:avLst/>
                        <a:gdLst>
                          <a:gd name="connsiteX0" fmla="*/ 49677 w 52505"/>
                          <a:gd name="connsiteY0" fmla="*/ 383 h 85180"/>
                          <a:gd name="connsiteX1" fmla="*/ 37294 w 52505"/>
                          <a:gd name="connsiteY1" fmla="*/ 50580 h 85180"/>
                          <a:gd name="connsiteX2" fmla="*/ 2909 w 52505"/>
                          <a:gd name="connsiteY2" fmla="*/ 84489 h 85180"/>
                          <a:gd name="connsiteX3" fmla="*/ 15387 w 52505"/>
                          <a:gd name="connsiteY3" fmla="*/ 39055 h 85180"/>
                          <a:gd name="connsiteX4" fmla="*/ 49677 w 52505"/>
                          <a:gd name="connsiteY4" fmla="*/ 383 h 851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505" h="85180">
                            <a:moveTo>
                              <a:pt x="49677" y="383"/>
                            </a:moveTo>
                            <a:cubicBezTo>
                              <a:pt x="58821" y="4670"/>
                              <a:pt x="43391" y="39245"/>
                              <a:pt x="37294" y="50580"/>
                            </a:cubicBezTo>
                            <a:cubicBezTo>
                              <a:pt x="31389" y="61915"/>
                              <a:pt x="12625" y="89919"/>
                              <a:pt x="2909" y="84489"/>
                            </a:cubicBezTo>
                            <a:cubicBezTo>
                              <a:pt x="-6520" y="79250"/>
                              <a:pt x="9482" y="49342"/>
                              <a:pt x="15387" y="39055"/>
                            </a:cubicBezTo>
                            <a:cubicBezTo>
                              <a:pt x="21388" y="28958"/>
                              <a:pt x="40533" y="-3903"/>
                              <a:pt x="49677" y="38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61" name="Forme libre : forme 12160">
                        <a:extLst>
                          <a:ext uri="{FF2B5EF4-FFF2-40B4-BE49-F238E27FC236}">
                            <a16:creationId xmlns:a16="http://schemas.microsoft.com/office/drawing/2014/main" id="{5B02DC84-57FB-403B-B77A-48A71154B7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4723" y="3048000"/>
                        <a:ext cx="46081" cy="53931"/>
                      </a:xfrm>
                      <a:custGeom>
                        <a:avLst/>
                        <a:gdLst>
                          <a:gd name="connsiteX0" fmla="*/ 4648 w 46081"/>
                          <a:gd name="connsiteY0" fmla="*/ 30956 h 53931"/>
                          <a:gd name="connsiteX1" fmla="*/ 2933 w 46081"/>
                          <a:gd name="connsiteY1" fmla="*/ 53721 h 53931"/>
                          <a:gd name="connsiteX2" fmla="*/ 37890 w 46081"/>
                          <a:gd name="connsiteY2" fmla="*/ 18955 h 53931"/>
                          <a:gd name="connsiteX3" fmla="*/ 46081 w 46081"/>
                          <a:gd name="connsiteY3" fmla="*/ 0 h 53931"/>
                          <a:gd name="connsiteX4" fmla="*/ 40271 w 46081"/>
                          <a:gd name="connsiteY4" fmla="*/ 9430 h 53931"/>
                          <a:gd name="connsiteX5" fmla="*/ 4648 w 46081"/>
                          <a:gd name="connsiteY5" fmla="*/ 30956 h 539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6081" h="53931">
                            <a:moveTo>
                              <a:pt x="4648" y="30956"/>
                            </a:moveTo>
                            <a:cubicBezTo>
                              <a:pt x="3409" y="37147"/>
                              <a:pt x="-4021" y="52197"/>
                              <a:pt x="2933" y="53721"/>
                            </a:cubicBezTo>
                            <a:cubicBezTo>
                              <a:pt x="14363" y="56388"/>
                              <a:pt x="30174" y="33052"/>
                              <a:pt x="37890" y="18955"/>
                            </a:cubicBezTo>
                            <a:cubicBezTo>
                              <a:pt x="40176" y="14859"/>
                              <a:pt x="44462" y="5144"/>
                              <a:pt x="46081" y="0"/>
                            </a:cubicBezTo>
                            <a:cubicBezTo>
                              <a:pt x="44557" y="2667"/>
                              <a:pt x="42271" y="7144"/>
                              <a:pt x="40271" y="9430"/>
                            </a:cubicBezTo>
                            <a:cubicBezTo>
                              <a:pt x="29698" y="22098"/>
                              <a:pt x="15601" y="36195"/>
                              <a:pt x="4648" y="3095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62" name="Forme libre : forme 12161">
                        <a:extLst>
                          <a:ext uri="{FF2B5EF4-FFF2-40B4-BE49-F238E27FC236}">
                            <a16:creationId xmlns:a16="http://schemas.microsoft.com/office/drawing/2014/main" id="{0F67BF02-9C66-4917-9F3D-12ACA1C236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9838" y="3012870"/>
                        <a:ext cx="51795" cy="86092"/>
                      </a:xfrm>
                      <a:custGeom>
                        <a:avLst/>
                        <a:gdLst>
                          <a:gd name="connsiteX0" fmla="*/ 49539 w 51795"/>
                          <a:gd name="connsiteY0" fmla="*/ 935 h 86092"/>
                          <a:gd name="connsiteX1" fmla="*/ 37347 w 51795"/>
                          <a:gd name="connsiteY1" fmla="*/ 51894 h 86092"/>
                          <a:gd name="connsiteX2" fmla="*/ 3153 w 51795"/>
                          <a:gd name="connsiteY2" fmla="*/ 85517 h 86092"/>
                          <a:gd name="connsiteX3" fmla="*/ 15440 w 51795"/>
                          <a:gd name="connsiteY3" fmla="*/ 40083 h 86092"/>
                          <a:gd name="connsiteX4" fmla="*/ 49539 w 51795"/>
                          <a:gd name="connsiteY4" fmla="*/ 935 h 860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795" h="86092">
                            <a:moveTo>
                              <a:pt x="49539" y="935"/>
                            </a:moveTo>
                            <a:cubicBezTo>
                              <a:pt x="57159" y="8174"/>
                              <a:pt x="43538" y="39511"/>
                              <a:pt x="37347" y="51894"/>
                            </a:cubicBezTo>
                            <a:cubicBezTo>
                              <a:pt x="31346" y="64276"/>
                              <a:pt x="13439" y="90280"/>
                              <a:pt x="3153" y="85517"/>
                            </a:cubicBezTo>
                            <a:cubicBezTo>
                              <a:pt x="-7039" y="80850"/>
                              <a:pt x="10296" y="49894"/>
                              <a:pt x="15440" y="40083"/>
                            </a:cubicBezTo>
                            <a:cubicBezTo>
                              <a:pt x="20678" y="30558"/>
                              <a:pt x="41824" y="-6304"/>
                              <a:pt x="49539" y="93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63" name="Forme libre : forme 12162">
                        <a:extLst>
                          <a:ext uri="{FF2B5EF4-FFF2-40B4-BE49-F238E27FC236}">
                            <a16:creationId xmlns:a16="http://schemas.microsoft.com/office/drawing/2014/main" id="{D5EFB266-CD87-4436-B767-693B4CA749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05622" y="3042745"/>
                        <a:ext cx="85679" cy="97310"/>
                      </a:xfrm>
                      <a:custGeom>
                        <a:avLst/>
                        <a:gdLst>
                          <a:gd name="connsiteX0" fmla="*/ 8602 w 85679"/>
                          <a:gd name="connsiteY0" fmla="*/ 96599 h 97310"/>
                          <a:gd name="connsiteX1" fmla="*/ 25652 w 85679"/>
                          <a:gd name="connsiteY1" fmla="*/ 93361 h 97310"/>
                          <a:gd name="connsiteX2" fmla="*/ 63467 w 85679"/>
                          <a:gd name="connsiteY2" fmla="*/ 63548 h 97310"/>
                          <a:gd name="connsiteX3" fmla="*/ 84422 w 85679"/>
                          <a:gd name="connsiteY3" fmla="*/ 20971 h 97310"/>
                          <a:gd name="connsiteX4" fmla="*/ 79945 w 85679"/>
                          <a:gd name="connsiteY4" fmla="*/ 16 h 97310"/>
                          <a:gd name="connsiteX5" fmla="*/ 67848 w 85679"/>
                          <a:gd name="connsiteY5" fmla="*/ 10493 h 97310"/>
                          <a:gd name="connsiteX6" fmla="*/ 35844 w 85679"/>
                          <a:gd name="connsiteY6" fmla="*/ 39449 h 97310"/>
                          <a:gd name="connsiteX7" fmla="*/ 3840 w 85679"/>
                          <a:gd name="connsiteY7" fmla="*/ 67167 h 97310"/>
                          <a:gd name="connsiteX8" fmla="*/ 8602 w 85679"/>
                          <a:gd name="connsiteY8" fmla="*/ 96599 h 973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5679" h="97310">
                            <a:moveTo>
                              <a:pt x="8602" y="96599"/>
                            </a:moveTo>
                            <a:cubicBezTo>
                              <a:pt x="15175" y="98123"/>
                              <a:pt x="18127" y="97266"/>
                              <a:pt x="25652" y="93361"/>
                            </a:cubicBezTo>
                            <a:cubicBezTo>
                              <a:pt x="39749" y="85836"/>
                              <a:pt x="51465" y="78978"/>
                              <a:pt x="63467" y="63548"/>
                            </a:cubicBezTo>
                            <a:cubicBezTo>
                              <a:pt x="73563" y="50689"/>
                              <a:pt x="81374" y="34401"/>
                              <a:pt x="84422" y="20971"/>
                            </a:cubicBezTo>
                            <a:cubicBezTo>
                              <a:pt x="86612" y="10970"/>
                              <a:pt x="86421" y="588"/>
                              <a:pt x="79945" y="16"/>
                            </a:cubicBezTo>
                            <a:cubicBezTo>
                              <a:pt x="75944" y="-365"/>
                              <a:pt x="72134" y="6112"/>
                              <a:pt x="67848" y="10493"/>
                            </a:cubicBezTo>
                            <a:cubicBezTo>
                              <a:pt x="57751" y="20876"/>
                              <a:pt x="48417" y="31163"/>
                              <a:pt x="35844" y="39449"/>
                            </a:cubicBezTo>
                            <a:cubicBezTo>
                              <a:pt x="25080" y="46403"/>
                              <a:pt x="11460" y="52404"/>
                              <a:pt x="3840" y="67167"/>
                            </a:cubicBezTo>
                            <a:cubicBezTo>
                              <a:pt x="-2828" y="80502"/>
                              <a:pt x="-542" y="94314"/>
                              <a:pt x="8602" y="9659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64" name="Forme libre : forme 12163">
                        <a:extLst>
                          <a:ext uri="{FF2B5EF4-FFF2-40B4-BE49-F238E27FC236}">
                            <a16:creationId xmlns:a16="http://schemas.microsoft.com/office/drawing/2014/main" id="{63C01572-D60C-4264-8C20-D538575408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17582" y="3077230"/>
                        <a:ext cx="16931" cy="37116"/>
                      </a:xfrm>
                      <a:custGeom>
                        <a:avLst/>
                        <a:gdLst>
                          <a:gd name="connsiteX0" fmla="*/ 262 w 16931"/>
                          <a:gd name="connsiteY0" fmla="*/ 32206 h 37116"/>
                          <a:gd name="connsiteX1" fmla="*/ 453 w 16931"/>
                          <a:gd name="connsiteY1" fmla="*/ 36587 h 37116"/>
                          <a:gd name="connsiteX2" fmla="*/ 4072 w 16931"/>
                          <a:gd name="connsiteY2" fmla="*/ 35444 h 37116"/>
                          <a:gd name="connsiteX3" fmla="*/ 7977 w 16931"/>
                          <a:gd name="connsiteY3" fmla="*/ 29539 h 37116"/>
                          <a:gd name="connsiteX4" fmla="*/ 15121 w 16931"/>
                          <a:gd name="connsiteY4" fmla="*/ 13537 h 37116"/>
                          <a:gd name="connsiteX5" fmla="*/ 16835 w 16931"/>
                          <a:gd name="connsiteY5" fmla="*/ 7346 h 37116"/>
                          <a:gd name="connsiteX6" fmla="*/ 7691 w 16931"/>
                          <a:gd name="connsiteY6" fmla="*/ 6298 h 37116"/>
                          <a:gd name="connsiteX7" fmla="*/ 262 w 16931"/>
                          <a:gd name="connsiteY7" fmla="*/ 32206 h 37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6931" h="37116">
                            <a:moveTo>
                              <a:pt x="262" y="32206"/>
                            </a:moveTo>
                            <a:cubicBezTo>
                              <a:pt x="-24" y="34111"/>
                              <a:pt x="-214" y="35444"/>
                              <a:pt x="453" y="36587"/>
                            </a:cubicBezTo>
                            <a:cubicBezTo>
                              <a:pt x="1119" y="37730"/>
                              <a:pt x="2643" y="36873"/>
                              <a:pt x="4072" y="35444"/>
                            </a:cubicBezTo>
                            <a:cubicBezTo>
                              <a:pt x="5405" y="34016"/>
                              <a:pt x="6930" y="31539"/>
                              <a:pt x="7977" y="29539"/>
                            </a:cubicBezTo>
                            <a:cubicBezTo>
                              <a:pt x="10549" y="24395"/>
                              <a:pt x="13216" y="18776"/>
                              <a:pt x="15121" y="13537"/>
                            </a:cubicBezTo>
                            <a:cubicBezTo>
                              <a:pt x="15883" y="11346"/>
                              <a:pt x="16645" y="9346"/>
                              <a:pt x="16835" y="7346"/>
                            </a:cubicBezTo>
                            <a:cubicBezTo>
                              <a:pt x="17693" y="-846"/>
                              <a:pt x="12644" y="-3513"/>
                              <a:pt x="7691" y="6298"/>
                            </a:cubicBezTo>
                            <a:cubicBezTo>
                              <a:pt x="3691" y="14108"/>
                              <a:pt x="1405" y="24491"/>
                              <a:pt x="262" y="3220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65" name="Forme libre : forme 12164">
                        <a:extLst>
                          <a:ext uri="{FF2B5EF4-FFF2-40B4-BE49-F238E27FC236}">
                            <a16:creationId xmlns:a16="http://schemas.microsoft.com/office/drawing/2014/main" id="{91AA518B-937C-4899-A99D-92C2C6B687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02998" y="2989802"/>
                        <a:ext cx="6765" cy="66198"/>
                      </a:xfrm>
                      <a:custGeom>
                        <a:avLst/>
                        <a:gdLst>
                          <a:gd name="connsiteX0" fmla="*/ 2571 w 6765"/>
                          <a:gd name="connsiteY0" fmla="*/ 0 h 66198"/>
                          <a:gd name="connsiteX1" fmla="*/ 0 w 6765"/>
                          <a:gd name="connsiteY1" fmla="*/ 66199 h 66198"/>
                          <a:gd name="connsiteX2" fmla="*/ 2571 w 6765"/>
                          <a:gd name="connsiteY2" fmla="*/ 0 h 66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765" h="66198">
                            <a:moveTo>
                              <a:pt x="2571" y="0"/>
                            </a:moveTo>
                            <a:cubicBezTo>
                              <a:pt x="11144" y="14001"/>
                              <a:pt x="4667" y="46006"/>
                              <a:pt x="0" y="66199"/>
                            </a:cubicBezTo>
                            <a:cubicBezTo>
                              <a:pt x="5048" y="44291"/>
                              <a:pt x="4858" y="18574"/>
                              <a:pt x="257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66" name="Forme libre : forme 12165">
                        <a:extLst>
                          <a:ext uri="{FF2B5EF4-FFF2-40B4-BE49-F238E27FC236}">
                            <a16:creationId xmlns:a16="http://schemas.microsoft.com/office/drawing/2014/main" id="{99649858-A3D6-4B67-8B32-7810815E19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1841" y="3081051"/>
                        <a:ext cx="16001" cy="67532"/>
                      </a:xfrm>
                      <a:custGeom>
                        <a:avLst/>
                        <a:gdLst>
                          <a:gd name="connsiteX0" fmla="*/ 16002 w 16001"/>
                          <a:gd name="connsiteY0" fmla="*/ 0 h 67532"/>
                          <a:gd name="connsiteX1" fmla="*/ 0 w 16001"/>
                          <a:gd name="connsiteY1" fmla="*/ 67532 h 67532"/>
                          <a:gd name="connsiteX2" fmla="*/ 16002 w 16001"/>
                          <a:gd name="connsiteY2" fmla="*/ 0 h 675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6001" h="67532">
                            <a:moveTo>
                              <a:pt x="16002" y="0"/>
                            </a:moveTo>
                            <a:cubicBezTo>
                              <a:pt x="4381" y="22860"/>
                              <a:pt x="1524" y="46768"/>
                              <a:pt x="0" y="67532"/>
                            </a:cubicBezTo>
                            <a:cubicBezTo>
                              <a:pt x="571" y="48196"/>
                              <a:pt x="9048" y="21146"/>
                              <a:pt x="1600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67" name="Forme libre : forme 12166">
                        <a:extLst>
                          <a:ext uri="{FF2B5EF4-FFF2-40B4-BE49-F238E27FC236}">
                            <a16:creationId xmlns:a16="http://schemas.microsoft.com/office/drawing/2014/main" id="{F9608679-3FB9-429F-B37A-B65841CA08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50977" y="3034612"/>
                        <a:ext cx="21000" cy="30452"/>
                      </a:xfrm>
                      <a:custGeom>
                        <a:avLst/>
                        <a:gdLst>
                          <a:gd name="connsiteX0" fmla="*/ 20683 w 21000"/>
                          <a:gd name="connsiteY0" fmla="*/ 719 h 30452"/>
                          <a:gd name="connsiteX1" fmla="*/ 12206 w 21000"/>
                          <a:gd name="connsiteY1" fmla="*/ 19959 h 30452"/>
                          <a:gd name="connsiteX2" fmla="*/ 299 w 21000"/>
                          <a:gd name="connsiteY2" fmla="*/ 29484 h 30452"/>
                          <a:gd name="connsiteX3" fmla="*/ 8491 w 21000"/>
                          <a:gd name="connsiteY3" fmla="*/ 11577 h 30452"/>
                          <a:gd name="connsiteX4" fmla="*/ 20683 w 21000"/>
                          <a:gd name="connsiteY4" fmla="*/ 719 h 304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000" h="30452">
                            <a:moveTo>
                              <a:pt x="20683" y="719"/>
                            </a:moveTo>
                            <a:cubicBezTo>
                              <a:pt x="22683" y="4434"/>
                              <a:pt x="14682" y="16340"/>
                              <a:pt x="12206" y="19959"/>
                            </a:cubicBezTo>
                            <a:cubicBezTo>
                              <a:pt x="9729" y="23579"/>
                              <a:pt x="2299" y="33580"/>
                              <a:pt x="299" y="29484"/>
                            </a:cubicBezTo>
                            <a:cubicBezTo>
                              <a:pt x="-1606" y="25484"/>
                              <a:pt x="6110" y="14911"/>
                              <a:pt x="8491" y="11577"/>
                            </a:cubicBezTo>
                            <a:cubicBezTo>
                              <a:pt x="10872" y="8149"/>
                              <a:pt x="18683" y="-2901"/>
                              <a:pt x="20683" y="71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68" name="Forme libre : forme 12167">
                        <a:extLst>
                          <a:ext uri="{FF2B5EF4-FFF2-40B4-BE49-F238E27FC236}">
                            <a16:creationId xmlns:a16="http://schemas.microsoft.com/office/drawing/2014/main" id="{092B4538-CD09-4753-8599-95BDE4A443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8150" y="3029978"/>
                        <a:ext cx="5952" cy="8912"/>
                      </a:xfrm>
                      <a:custGeom>
                        <a:avLst/>
                        <a:gdLst>
                          <a:gd name="connsiteX0" fmla="*/ 5320 w 5952"/>
                          <a:gd name="connsiteY0" fmla="*/ 19 h 8912"/>
                          <a:gd name="connsiteX1" fmla="*/ 4653 w 5952"/>
                          <a:gd name="connsiteY1" fmla="*/ 4877 h 8912"/>
                          <a:gd name="connsiteX2" fmla="*/ 652 w 5952"/>
                          <a:gd name="connsiteY2" fmla="*/ 8878 h 8912"/>
                          <a:gd name="connsiteX3" fmla="*/ 1319 w 5952"/>
                          <a:gd name="connsiteY3" fmla="*/ 4115 h 8912"/>
                          <a:gd name="connsiteX4" fmla="*/ 5320 w 5952"/>
                          <a:gd name="connsiteY4" fmla="*/ 19 h 89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52" h="8912">
                            <a:moveTo>
                              <a:pt x="5320" y="19"/>
                            </a:moveTo>
                            <a:cubicBezTo>
                              <a:pt x="6749" y="305"/>
                              <a:pt x="5415" y="3448"/>
                              <a:pt x="4653" y="4877"/>
                            </a:cubicBezTo>
                            <a:cubicBezTo>
                              <a:pt x="3891" y="6401"/>
                              <a:pt x="1986" y="9259"/>
                              <a:pt x="652" y="8878"/>
                            </a:cubicBezTo>
                            <a:cubicBezTo>
                              <a:pt x="-776" y="8497"/>
                              <a:pt x="462" y="5639"/>
                              <a:pt x="1319" y="4115"/>
                            </a:cubicBezTo>
                            <a:cubicBezTo>
                              <a:pt x="2081" y="2687"/>
                              <a:pt x="3891" y="-266"/>
                              <a:pt x="5320" y="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69" name="Forme libre : forme 12168">
                        <a:extLst>
                          <a:ext uri="{FF2B5EF4-FFF2-40B4-BE49-F238E27FC236}">
                            <a16:creationId xmlns:a16="http://schemas.microsoft.com/office/drawing/2014/main" id="{6A0AB3AC-1CBD-4A86-8E98-1C7BC52E0E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2036" y="2989563"/>
                        <a:ext cx="66690" cy="65826"/>
                      </a:xfrm>
                      <a:custGeom>
                        <a:avLst/>
                        <a:gdLst>
                          <a:gd name="connsiteX0" fmla="*/ 40291 w 66690"/>
                          <a:gd name="connsiteY0" fmla="*/ 12050 h 65826"/>
                          <a:gd name="connsiteX1" fmla="*/ 63436 w 66690"/>
                          <a:gd name="connsiteY1" fmla="*/ 49 h 65826"/>
                          <a:gd name="connsiteX2" fmla="*/ 65628 w 66690"/>
                          <a:gd name="connsiteY2" fmla="*/ 8145 h 65826"/>
                          <a:gd name="connsiteX3" fmla="*/ 57626 w 66690"/>
                          <a:gd name="connsiteY3" fmla="*/ 15860 h 65826"/>
                          <a:gd name="connsiteX4" fmla="*/ 31433 w 66690"/>
                          <a:gd name="connsiteY4" fmla="*/ 37291 h 65826"/>
                          <a:gd name="connsiteX5" fmla="*/ 476 w 66690"/>
                          <a:gd name="connsiteY5" fmla="*/ 63961 h 65826"/>
                          <a:gd name="connsiteX6" fmla="*/ 21051 w 66690"/>
                          <a:gd name="connsiteY6" fmla="*/ 24718 h 65826"/>
                          <a:gd name="connsiteX7" fmla="*/ 40291 w 66690"/>
                          <a:gd name="connsiteY7" fmla="*/ 12050 h 65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6690" h="65826">
                            <a:moveTo>
                              <a:pt x="40291" y="12050"/>
                            </a:moveTo>
                            <a:cubicBezTo>
                              <a:pt x="48768" y="6049"/>
                              <a:pt x="54960" y="1668"/>
                              <a:pt x="63436" y="49"/>
                            </a:cubicBezTo>
                            <a:cubicBezTo>
                              <a:pt x="66580" y="-523"/>
                              <a:pt x="67723" y="4049"/>
                              <a:pt x="65628" y="8145"/>
                            </a:cubicBezTo>
                            <a:cubicBezTo>
                              <a:pt x="63532" y="12241"/>
                              <a:pt x="60674" y="13955"/>
                              <a:pt x="57626" y="15860"/>
                            </a:cubicBezTo>
                            <a:cubicBezTo>
                              <a:pt x="48387" y="21766"/>
                              <a:pt x="40195" y="29005"/>
                              <a:pt x="31433" y="37291"/>
                            </a:cubicBezTo>
                            <a:cubicBezTo>
                              <a:pt x="26003" y="42530"/>
                              <a:pt x="4000" y="73677"/>
                              <a:pt x="476" y="63961"/>
                            </a:cubicBezTo>
                            <a:cubicBezTo>
                              <a:pt x="-3048" y="54436"/>
                              <a:pt x="13907" y="31672"/>
                              <a:pt x="21051" y="24718"/>
                            </a:cubicBezTo>
                            <a:cubicBezTo>
                              <a:pt x="28289" y="17765"/>
                              <a:pt x="33909" y="16622"/>
                              <a:pt x="40291" y="1205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07" name="Graphique 1">
                      <a:extLst>
                        <a:ext uri="{FF2B5EF4-FFF2-40B4-BE49-F238E27FC236}">
                          <a16:creationId xmlns:a16="http://schemas.microsoft.com/office/drawing/2014/main" id="{331A197E-CBD9-4F0C-B2DD-2092A6EB29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92920" y="2812252"/>
                      <a:ext cx="138862" cy="171321"/>
                      <a:chOff x="4892920" y="2812252"/>
                      <a:chExt cx="138862" cy="171321"/>
                    </a:xfrm>
                    <a:solidFill>
                      <a:schemeClr val="accent1"/>
                    </a:solidFill>
                  </p:grpSpPr>
                  <p:sp>
                    <p:nvSpPr>
                      <p:cNvPr id="12146" name="Forme libre : forme 12145">
                        <a:extLst>
                          <a:ext uri="{FF2B5EF4-FFF2-40B4-BE49-F238E27FC236}">
                            <a16:creationId xmlns:a16="http://schemas.microsoft.com/office/drawing/2014/main" id="{A6CE1BF5-79CB-4D52-BE2A-00FE9F424D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92920" y="2812252"/>
                        <a:ext cx="138862" cy="171321"/>
                      </a:xfrm>
                      <a:custGeom>
                        <a:avLst/>
                        <a:gdLst>
                          <a:gd name="connsiteX0" fmla="*/ 115996 w 138862"/>
                          <a:gd name="connsiteY0" fmla="*/ 76776 h 171321"/>
                          <a:gd name="connsiteX1" fmla="*/ 77705 w 138862"/>
                          <a:gd name="connsiteY1" fmla="*/ 130116 h 171321"/>
                          <a:gd name="connsiteX2" fmla="*/ 20174 w 138862"/>
                          <a:gd name="connsiteY2" fmla="*/ 170787 h 171321"/>
                          <a:gd name="connsiteX3" fmla="*/ 1887 w 138862"/>
                          <a:gd name="connsiteY3" fmla="*/ 159453 h 171321"/>
                          <a:gd name="connsiteX4" fmla="*/ 1220 w 138862"/>
                          <a:gd name="connsiteY4" fmla="*/ 125544 h 171321"/>
                          <a:gd name="connsiteX5" fmla="*/ 15507 w 138862"/>
                          <a:gd name="connsiteY5" fmla="*/ 87539 h 171321"/>
                          <a:gd name="connsiteX6" fmla="*/ 56084 w 138862"/>
                          <a:gd name="connsiteY6" fmla="*/ 31342 h 171321"/>
                          <a:gd name="connsiteX7" fmla="*/ 122664 w 138862"/>
                          <a:gd name="connsiteY7" fmla="*/ 4 h 171321"/>
                          <a:gd name="connsiteX8" fmla="*/ 138856 w 138862"/>
                          <a:gd name="connsiteY8" fmla="*/ 13530 h 171321"/>
                          <a:gd name="connsiteX9" fmla="*/ 137237 w 138862"/>
                          <a:gd name="connsiteY9" fmla="*/ 29151 h 171321"/>
                          <a:gd name="connsiteX10" fmla="*/ 133522 w 138862"/>
                          <a:gd name="connsiteY10" fmla="*/ 44581 h 171321"/>
                          <a:gd name="connsiteX11" fmla="*/ 115996 w 138862"/>
                          <a:gd name="connsiteY11" fmla="*/ 76776 h 1713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38862" h="171321">
                            <a:moveTo>
                              <a:pt x="115996" y="76776"/>
                            </a:moveTo>
                            <a:cubicBezTo>
                              <a:pt x="107042" y="89253"/>
                              <a:pt x="87040" y="116304"/>
                              <a:pt x="77705" y="130116"/>
                            </a:cubicBezTo>
                            <a:cubicBezTo>
                              <a:pt x="59703" y="154881"/>
                              <a:pt x="42653" y="163929"/>
                              <a:pt x="20174" y="170787"/>
                            </a:cubicBezTo>
                            <a:cubicBezTo>
                              <a:pt x="12459" y="173169"/>
                              <a:pt x="3220" y="167263"/>
                              <a:pt x="1887" y="159453"/>
                            </a:cubicBezTo>
                            <a:cubicBezTo>
                              <a:pt x="-18" y="148118"/>
                              <a:pt x="-876" y="137260"/>
                              <a:pt x="1220" y="125544"/>
                            </a:cubicBezTo>
                            <a:cubicBezTo>
                              <a:pt x="3220" y="113828"/>
                              <a:pt x="7221" y="101255"/>
                              <a:pt x="15507" y="87539"/>
                            </a:cubicBezTo>
                            <a:cubicBezTo>
                              <a:pt x="23603" y="72585"/>
                              <a:pt x="44082" y="44676"/>
                              <a:pt x="56084" y="31342"/>
                            </a:cubicBezTo>
                            <a:cubicBezTo>
                              <a:pt x="78563" y="6386"/>
                              <a:pt x="99613" y="671"/>
                              <a:pt x="122664" y="4"/>
                            </a:cubicBezTo>
                            <a:cubicBezTo>
                              <a:pt x="130664" y="-186"/>
                              <a:pt x="139142" y="6100"/>
                              <a:pt x="138856" y="13530"/>
                            </a:cubicBezTo>
                            <a:cubicBezTo>
                              <a:pt x="138666" y="18959"/>
                              <a:pt x="138189" y="24102"/>
                              <a:pt x="137237" y="29151"/>
                            </a:cubicBezTo>
                            <a:cubicBezTo>
                              <a:pt x="136474" y="34389"/>
                              <a:pt x="135237" y="39533"/>
                              <a:pt x="133522" y="44581"/>
                            </a:cubicBezTo>
                            <a:cubicBezTo>
                              <a:pt x="129807" y="54583"/>
                              <a:pt x="124568" y="65346"/>
                              <a:pt x="115996" y="7677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47" name="Forme libre : forme 12146">
                        <a:extLst>
                          <a:ext uri="{FF2B5EF4-FFF2-40B4-BE49-F238E27FC236}">
                            <a16:creationId xmlns:a16="http://schemas.microsoft.com/office/drawing/2014/main" id="{1710584E-427B-4EEF-AD68-9E2C5D910E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03378" y="2825210"/>
                        <a:ext cx="128302" cy="158233"/>
                      </a:xfrm>
                      <a:custGeom>
                        <a:avLst/>
                        <a:gdLst>
                          <a:gd name="connsiteX0" fmla="*/ 50388 w 128302"/>
                          <a:gd name="connsiteY0" fmla="*/ 93536 h 158233"/>
                          <a:gd name="connsiteX1" fmla="*/ 39338 w 128302"/>
                          <a:gd name="connsiteY1" fmla="*/ 111538 h 158233"/>
                          <a:gd name="connsiteX2" fmla="*/ 27623 w 128302"/>
                          <a:gd name="connsiteY2" fmla="*/ 129064 h 158233"/>
                          <a:gd name="connsiteX3" fmla="*/ 0 w 128302"/>
                          <a:gd name="connsiteY3" fmla="*/ 156877 h 158233"/>
                          <a:gd name="connsiteX4" fmla="*/ 9525 w 128302"/>
                          <a:gd name="connsiteY4" fmla="*/ 157734 h 158233"/>
                          <a:gd name="connsiteX5" fmla="*/ 20669 w 128302"/>
                          <a:gd name="connsiteY5" fmla="*/ 153924 h 158233"/>
                          <a:gd name="connsiteX6" fmla="*/ 49625 w 128302"/>
                          <a:gd name="connsiteY6" fmla="*/ 136684 h 158233"/>
                          <a:gd name="connsiteX7" fmla="*/ 67151 w 128302"/>
                          <a:gd name="connsiteY7" fmla="*/ 116967 h 158233"/>
                          <a:gd name="connsiteX8" fmla="*/ 73343 w 128302"/>
                          <a:gd name="connsiteY8" fmla="*/ 108204 h 158233"/>
                          <a:gd name="connsiteX9" fmla="*/ 102680 w 128302"/>
                          <a:gd name="connsiteY9" fmla="*/ 67533 h 158233"/>
                          <a:gd name="connsiteX10" fmla="*/ 105442 w 128302"/>
                          <a:gd name="connsiteY10" fmla="*/ 63627 h 158233"/>
                          <a:gd name="connsiteX11" fmla="*/ 119253 w 128302"/>
                          <a:gd name="connsiteY11" fmla="*/ 40291 h 158233"/>
                          <a:gd name="connsiteX12" fmla="*/ 127540 w 128302"/>
                          <a:gd name="connsiteY12" fmla="*/ 10383 h 158233"/>
                          <a:gd name="connsiteX13" fmla="*/ 128302 w 128302"/>
                          <a:gd name="connsiteY13" fmla="*/ 381 h 158233"/>
                          <a:gd name="connsiteX14" fmla="*/ 128302 w 128302"/>
                          <a:gd name="connsiteY14" fmla="*/ 0 h 158233"/>
                          <a:gd name="connsiteX15" fmla="*/ 50388 w 128302"/>
                          <a:gd name="connsiteY15" fmla="*/ 93536 h 158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28302" h="158233">
                            <a:moveTo>
                              <a:pt x="50388" y="93536"/>
                            </a:moveTo>
                            <a:cubicBezTo>
                              <a:pt x="46958" y="99632"/>
                              <a:pt x="43244" y="105633"/>
                              <a:pt x="39338" y="111538"/>
                            </a:cubicBezTo>
                            <a:cubicBezTo>
                              <a:pt x="35528" y="117539"/>
                              <a:pt x="31814" y="123539"/>
                              <a:pt x="27623" y="129064"/>
                            </a:cubicBezTo>
                            <a:cubicBezTo>
                              <a:pt x="19241" y="140018"/>
                              <a:pt x="10287" y="150114"/>
                              <a:pt x="0" y="156877"/>
                            </a:cubicBezTo>
                            <a:cubicBezTo>
                              <a:pt x="3048" y="158210"/>
                              <a:pt x="6382" y="158687"/>
                              <a:pt x="9525" y="157734"/>
                            </a:cubicBezTo>
                            <a:cubicBezTo>
                              <a:pt x="13335" y="156591"/>
                              <a:pt x="17050" y="155353"/>
                              <a:pt x="20669" y="153924"/>
                            </a:cubicBezTo>
                            <a:cubicBezTo>
                              <a:pt x="30956" y="149733"/>
                              <a:pt x="40577" y="144685"/>
                              <a:pt x="49625" y="136684"/>
                            </a:cubicBezTo>
                            <a:cubicBezTo>
                              <a:pt x="55436" y="131445"/>
                              <a:pt x="61056" y="124968"/>
                              <a:pt x="67151" y="116967"/>
                            </a:cubicBezTo>
                            <a:cubicBezTo>
                              <a:pt x="68866" y="114491"/>
                              <a:pt x="70961" y="111538"/>
                              <a:pt x="73343" y="108204"/>
                            </a:cubicBezTo>
                            <a:cubicBezTo>
                              <a:pt x="82296" y="95345"/>
                              <a:pt x="94583" y="78200"/>
                              <a:pt x="102680" y="67533"/>
                            </a:cubicBezTo>
                            <a:cubicBezTo>
                              <a:pt x="103632" y="66104"/>
                              <a:pt x="104584" y="64770"/>
                              <a:pt x="105442" y="63627"/>
                            </a:cubicBezTo>
                            <a:cubicBezTo>
                              <a:pt x="111443" y="55341"/>
                              <a:pt x="116014" y="47911"/>
                              <a:pt x="119253" y="40291"/>
                            </a:cubicBezTo>
                            <a:cubicBezTo>
                              <a:pt x="124016" y="30480"/>
                              <a:pt x="126016" y="20288"/>
                              <a:pt x="127540" y="10383"/>
                            </a:cubicBezTo>
                            <a:cubicBezTo>
                              <a:pt x="127921" y="7144"/>
                              <a:pt x="128207" y="3810"/>
                              <a:pt x="128302" y="381"/>
                            </a:cubicBezTo>
                            <a:lnTo>
                              <a:pt x="128302" y="0"/>
                            </a:lnTo>
                            <a:cubicBezTo>
                              <a:pt x="97631" y="26480"/>
                              <a:pt x="70485" y="59055"/>
                              <a:pt x="50388" y="9353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48" name="Forme libre : forme 12147">
                        <a:extLst>
                          <a:ext uri="{FF2B5EF4-FFF2-40B4-BE49-F238E27FC236}">
                            <a16:creationId xmlns:a16="http://schemas.microsoft.com/office/drawing/2014/main" id="{C8087E51-A3B5-4ED9-B26E-259B4DA243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8143" y="2844006"/>
                        <a:ext cx="63066" cy="77476"/>
                      </a:xfrm>
                      <a:custGeom>
                        <a:avLst/>
                        <a:gdLst>
                          <a:gd name="connsiteX0" fmla="*/ 61533 w 63066"/>
                          <a:gd name="connsiteY0" fmla="*/ 1016 h 77476"/>
                          <a:gd name="connsiteX1" fmla="*/ 55818 w 63066"/>
                          <a:gd name="connsiteY1" fmla="*/ 22543 h 77476"/>
                          <a:gd name="connsiteX2" fmla="*/ 39530 w 63066"/>
                          <a:gd name="connsiteY2" fmla="*/ 46831 h 77476"/>
                          <a:gd name="connsiteX3" fmla="*/ 21718 w 63066"/>
                          <a:gd name="connsiteY3" fmla="*/ 67405 h 77476"/>
                          <a:gd name="connsiteX4" fmla="*/ 2668 w 63066"/>
                          <a:gd name="connsiteY4" fmla="*/ 76645 h 77476"/>
                          <a:gd name="connsiteX5" fmla="*/ 4478 w 63066"/>
                          <a:gd name="connsiteY5" fmla="*/ 55690 h 77476"/>
                          <a:gd name="connsiteX6" fmla="*/ 19623 w 63066"/>
                          <a:gd name="connsiteY6" fmla="*/ 32163 h 77476"/>
                          <a:gd name="connsiteX7" fmla="*/ 40388 w 63066"/>
                          <a:gd name="connsiteY7" fmla="*/ 10255 h 77476"/>
                          <a:gd name="connsiteX8" fmla="*/ 61533 w 63066"/>
                          <a:gd name="connsiteY8" fmla="*/ 1016 h 774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3066" h="77476">
                            <a:moveTo>
                              <a:pt x="61533" y="1016"/>
                            </a:moveTo>
                            <a:cubicBezTo>
                              <a:pt x="65343" y="4350"/>
                              <a:pt x="61533" y="13304"/>
                              <a:pt x="55818" y="22543"/>
                            </a:cubicBezTo>
                            <a:cubicBezTo>
                              <a:pt x="50198" y="31782"/>
                              <a:pt x="43340" y="42069"/>
                              <a:pt x="39530" y="46831"/>
                            </a:cubicBezTo>
                            <a:cubicBezTo>
                              <a:pt x="35816" y="51784"/>
                              <a:pt x="28957" y="60643"/>
                              <a:pt x="21718" y="67405"/>
                            </a:cubicBezTo>
                            <a:cubicBezTo>
                              <a:pt x="14575" y="74263"/>
                              <a:pt x="7431" y="79597"/>
                              <a:pt x="2668" y="76645"/>
                            </a:cubicBezTo>
                            <a:cubicBezTo>
                              <a:pt x="-1999" y="73882"/>
                              <a:pt x="2" y="64929"/>
                              <a:pt x="4478" y="55690"/>
                            </a:cubicBezTo>
                            <a:cubicBezTo>
                              <a:pt x="9145" y="46546"/>
                              <a:pt x="15813" y="36830"/>
                              <a:pt x="19623" y="32163"/>
                            </a:cubicBezTo>
                            <a:cubicBezTo>
                              <a:pt x="23624" y="27591"/>
                              <a:pt x="31720" y="17685"/>
                              <a:pt x="40388" y="10255"/>
                            </a:cubicBezTo>
                            <a:cubicBezTo>
                              <a:pt x="49150" y="3016"/>
                              <a:pt x="57723" y="-2318"/>
                              <a:pt x="61533" y="101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49" name="Forme libre : forme 12148">
                        <a:extLst>
                          <a:ext uri="{FF2B5EF4-FFF2-40B4-BE49-F238E27FC236}">
                            <a16:creationId xmlns:a16="http://schemas.microsoft.com/office/drawing/2014/main" id="{C7116B3E-57A7-41AC-992E-B7462C847D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7741" y="2873883"/>
                        <a:ext cx="51362" cy="47525"/>
                      </a:xfrm>
                      <a:custGeom>
                        <a:avLst/>
                        <a:gdLst>
                          <a:gd name="connsiteX0" fmla="*/ 5928 w 51362"/>
                          <a:gd name="connsiteY0" fmla="*/ 24384 h 47525"/>
                          <a:gd name="connsiteX1" fmla="*/ 2785 w 51362"/>
                          <a:gd name="connsiteY1" fmla="*/ 47244 h 47525"/>
                          <a:gd name="connsiteX2" fmla="*/ 22026 w 51362"/>
                          <a:gd name="connsiteY2" fmla="*/ 37529 h 47525"/>
                          <a:gd name="connsiteX3" fmla="*/ 40314 w 51362"/>
                          <a:gd name="connsiteY3" fmla="*/ 16669 h 47525"/>
                          <a:gd name="connsiteX4" fmla="*/ 51363 w 51362"/>
                          <a:gd name="connsiteY4" fmla="*/ 0 h 47525"/>
                          <a:gd name="connsiteX5" fmla="*/ 44219 w 51362"/>
                          <a:gd name="connsiteY5" fmla="*/ 8001 h 47525"/>
                          <a:gd name="connsiteX6" fmla="*/ 34313 w 51362"/>
                          <a:gd name="connsiteY6" fmla="*/ 15621 h 47525"/>
                          <a:gd name="connsiteX7" fmla="*/ 24407 w 51362"/>
                          <a:gd name="connsiteY7" fmla="*/ 22288 h 47525"/>
                          <a:gd name="connsiteX8" fmla="*/ 5928 w 51362"/>
                          <a:gd name="connsiteY8" fmla="*/ 24384 h 47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1362" h="47525">
                            <a:moveTo>
                              <a:pt x="5928" y="24384"/>
                            </a:moveTo>
                            <a:cubicBezTo>
                              <a:pt x="3833" y="30385"/>
                              <a:pt x="-4168" y="45529"/>
                              <a:pt x="2785" y="47244"/>
                            </a:cubicBezTo>
                            <a:cubicBezTo>
                              <a:pt x="8405" y="48768"/>
                              <a:pt x="15263" y="43910"/>
                              <a:pt x="22026" y="37529"/>
                            </a:cubicBezTo>
                            <a:cubicBezTo>
                              <a:pt x="28979" y="31242"/>
                              <a:pt x="35551" y="22765"/>
                              <a:pt x="40314" y="16669"/>
                            </a:cubicBezTo>
                            <a:cubicBezTo>
                              <a:pt x="43171" y="13145"/>
                              <a:pt x="48886" y="4667"/>
                              <a:pt x="51363" y="0"/>
                            </a:cubicBezTo>
                            <a:cubicBezTo>
                              <a:pt x="49458" y="2286"/>
                              <a:pt x="46410" y="6191"/>
                              <a:pt x="44219" y="8001"/>
                            </a:cubicBezTo>
                            <a:cubicBezTo>
                              <a:pt x="41076" y="10573"/>
                              <a:pt x="37742" y="13145"/>
                              <a:pt x="34313" y="15621"/>
                            </a:cubicBezTo>
                            <a:cubicBezTo>
                              <a:pt x="31074" y="18193"/>
                              <a:pt x="27646" y="20479"/>
                              <a:pt x="24407" y="22288"/>
                            </a:cubicBezTo>
                            <a:cubicBezTo>
                              <a:pt x="17740" y="25813"/>
                              <a:pt x="11263" y="27337"/>
                              <a:pt x="5928" y="2438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50" name="Forme libre : forme 12149">
                        <a:extLst>
                          <a:ext uri="{FF2B5EF4-FFF2-40B4-BE49-F238E27FC236}">
                            <a16:creationId xmlns:a16="http://schemas.microsoft.com/office/drawing/2014/main" id="{725B80B7-2474-4B58-8693-24C7C946A9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43056" y="2841250"/>
                        <a:ext cx="62929" cy="77418"/>
                      </a:xfrm>
                      <a:custGeom>
                        <a:avLst/>
                        <a:gdLst>
                          <a:gd name="connsiteX0" fmla="*/ 62145 w 62929"/>
                          <a:gd name="connsiteY0" fmla="*/ 1866 h 77418"/>
                          <a:gd name="connsiteX1" fmla="*/ 39856 w 62929"/>
                          <a:gd name="connsiteY1" fmla="*/ 47967 h 77418"/>
                          <a:gd name="connsiteX2" fmla="*/ 2899 w 62929"/>
                          <a:gd name="connsiteY2" fmla="*/ 76733 h 77418"/>
                          <a:gd name="connsiteX3" fmla="*/ 20044 w 62929"/>
                          <a:gd name="connsiteY3" fmla="*/ 32728 h 77418"/>
                          <a:gd name="connsiteX4" fmla="*/ 62145 w 62929"/>
                          <a:gd name="connsiteY4" fmla="*/ 1866 h 774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929" h="77418">
                            <a:moveTo>
                              <a:pt x="62145" y="1866"/>
                            </a:moveTo>
                            <a:cubicBezTo>
                              <a:pt x="67098" y="10820"/>
                              <a:pt x="47286" y="37014"/>
                              <a:pt x="39856" y="47967"/>
                            </a:cubicBezTo>
                            <a:cubicBezTo>
                              <a:pt x="31951" y="58540"/>
                              <a:pt x="12710" y="81686"/>
                              <a:pt x="2899" y="76733"/>
                            </a:cubicBezTo>
                            <a:cubicBezTo>
                              <a:pt x="-7483" y="71494"/>
                              <a:pt x="12805" y="41395"/>
                              <a:pt x="20044" y="32728"/>
                            </a:cubicBezTo>
                            <a:cubicBezTo>
                              <a:pt x="26617" y="23679"/>
                              <a:pt x="56430" y="-7944"/>
                              <a:pt x="62145" y="186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51" name="Forme libre : forme 12150">
                        <a:extLst>
                          <a:ext uri="{FF2B5EF4-FFF2-40B4-BE49-F238E27FC236}">
                            <a16:creationId xmlns:a16="http://schemas.microsoft.com/office/drawing/2014/main" id="{514F9CDD-6ABF-4B65-A6C5-F57BE74357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08416" y="2869464"/>
                        <a:ext cx="90159" cy="89899"/>
                      </a:xfrm>
                      <a:custGeom>
                        <a:avLst/>
                        <a:gdLst>
                          <a:gd name="connsiteX0" fmla="*/ 9726 w 90159"/>
                          <a:gd name="connsiteY0" fmla="*/ 89572 h 89899"/>
                          <a:gd name="connsiteX1" fmla="*/ 26395 w 90159"/>
                          <a:gd name="connsiteY1" fmla="*/ 85381 h 89899"/>
                          <a:gd name="connsiteX2" fmla="*/ 62875 w 90159"/>
                          <a:gd name="connsiteY2" fmla="*/ 58140 h 89899"/>
                          <a:gd name="connsiteX3" fmla="*/ 86974 w 90159"/>
                          <a:gd name="connsiteY3" fmla="*/ 21183 h 89899"/>
                          <a:gd name="connsiteX4" fmla="*/ 86117 w 90159"/>
                          <a:gd name="connsiteY4" fmla="*/ 228 h 89899"/>
                          <a:gd name="connsiteX5" fmla="*/ 72496 w 90159"/>
                          <a:gd name="connsiteY5" fmla="*/ 7848 h 89899"/>
                          <a:gd name="connsiteX6" fmla="*/ 36968 w 90159"/>
                          <a:gd name="connsiteY6" fmla="*/ 32041 h 89899"/>
                          <a:gd name="connsiteX7" fmla="*/ 3440 w 90159"/>
                          <a:gd name="connsiteY7" fmla="*/ 59950 h 89899"/>
                          <a:gd name="connsiteX8" fmla="*/ 9726 w 90159"/>
                          <a:gd name="connsiteY8" fmla="*/ 89572 h 898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159" h="89899">
                            <a:moveTo>
                              <a:pt x="9726" y="89572"/>
                            </a:moveTo>
                            <a:cubicBezTo>
                              <a:pt x="16489" y="90525"/>
                              <a:pt x="19346" y="89477"/>
                              <a:pt x="26395" y="85381"/>
                            </a:cubicBezTo>
                            <a:cubicBezTo>
                              <a:pt x="39634" y="77571"/>
                              <a:pt x="50874" y="71665"/>
                              <a:pt x="62875" y="58140"/>
                            </a:cubicBezTo>
                            <a:cubicBezTo>
                              <a:pt x="73258" y="47186"/>
                              <a:pt x="82021" y="32994"/>
                              <a:pt x="86974" y="21183"/>
                            </a:cubicBezTo>
                            <a:cubicBezTo>
                              <a:pt x="90498" y="12230"/>
                              <a:pt x="92213" y="2323"/>
                              <a:pt x="86117" y="228"/>
                            </a:cubicBezTo>
                            <a:cubicBezTo>
                              <a:pt x="82116" y="-1201"/>
                              <a:pt x="77449" y="4419"/>
                              <a:pt x="72496" y="7848"/>
                            </a:cubicBezTo>
                            <a:cubicBezTo>
                              <a:pt x="60590" y="15944"/>
                              <a:pt x="50493" y="24993"/>
                              <a:pt x="36968" y="32041"/>
                            </a:cubicBezTo>
                            <a:cubicBezTo>
                              <a:pt x="25823" y="38233"/>
                              <a:pt x="11155" y="43948"/>
                              <a:pt x="3440" y="59950"/>
                            </a:cubicBezTo>
                            <a:cubicBezTo>
                              <a:pt x="-3228" y="74523"/>
                              <a:pt x="296" y="88334"/>
                              <a:pt x="9726" y="8957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52" name="Forme libre : forme 12151">
                        <a:extLst>
                          <a:ext uri="{FF2B5EF4-FFF2-40B4-BE49-F238E27FC236}">
                            <a16:creationId xmlns:a16="http://schemas.microsoft.com/office/drawing/2014/main" id="{2A2B84DD-58F2-4539-97E6-7341763543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0082" y="2895979"/>
                        <a:ext cx="18349" cy="37771"/>
                      </a:xfrm>
                      <a:custGeom>
                        <a:avLst/>
                        <a:gdLst>
                          <a:gd name="connsiteX0" fmla="*/ 251 w 18349"/>
                          <a:gd name="connsiteY0" fmla="*/ 32673 h 37771"/>
                          <a:gd name="connsiteX1" fmla="*/ 537 w 18349"/>
                          <a:gd name="connsiteY1" fmla="*/ 37245 h 37771"/>
                          <a:gd name="connsiteX2" fmla="*/ 4061 w 18349"/>
                          <a:gd name="connsiteY2" fmla="*/ 36006 h 37771"/>
                          <a:gd name="connsiteX3" fmla="*/ 7966 w 18349"/>
                          <a:gd name="connsiteY3" fmla="*/ 29910 h 37771"/>
                          <a:gd name="connsiteX4" fmla="*/ 15872 w 18349"/>
                          <a:gd name="connsiteY4" fmla="*/ 13908 h 37771"/>
                          <a:gd name="connsiteX5" fmla="*/ 18063 w 18349"/>
                          <a:gd name="connsiteY5" fmla="*/ 7717 h 37771"/>
                          <a:gd name="connsiteX6" fmla="*/ 8919 w 18349"/>
                          <a:gd name="connsiteY6" fmla="*/ 6288 h 37771"/>
                          <a:gd name="connsiteX7" fmla="*/ 251 w 18349"/>
                          <a:gd name="connsiteY7" fmla="*/ 32673 h 377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349" h="37771">
                            <a:moveTo>
                              <a:pt x="251" y="32673"/>
                            </a:moveTo>
                            <a:cubicBezTo>
                              <a:pt x="-35" y="34673"/>
                              <a:pt x="-226" y="36101"/>
                              <a:pt x="537" y="37245"/>
                            </a:cubicBezTo>
                            <a:cubicBezTo>
                              <a:pt x="1299" y="38388"/>
                              <a:pt x="2728" y="37530"/>
                              <a:pt x="4061" y="36006"/>
                            </a:cubicBezTo>
                            <a:cubicBezTo>
                              <a:pt x="5394" y="34482"/>
                              <a:pt x="6918" y="31911"/>
                              <a:pt x="7966" y="29910"/>
                            </a:cubicBezTo>
                            <a:cubicBezTo>
                              <a:pt x="10824" y="24767"/>
                              <a:pt x="13681" y="19147"/>
                              <a:pt x="15872" y="13908"/>
                            </a:cubicBezTo>
                            <a:cubicBezTo>
                              <a:pt x="16729" y="11717"/>
                              <a:pt x="17681" y="9717"/>
                              <a:pt x="18063" y="7717"/>
                            </a:cubicBezTo>
                            <a:cubicBezTo>
                              <a:pt x="19587" y="-570"/>
                              <a:pt x="14824" y="-3808"/>
                              <a:pt x="8919" y="6288"/>
                            </a:cubicBezTo>
                            <a:cubicBezTo>
                              <a:pt x="4442" y="14099"/>
                              <a:pt x="1394" y="24672"/>
                              <a:pt x="251" y="3267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53" name="Forme libre : forme 12152">
                        <a:extLst>
                          <a:ext uri="{FF2B5EF4-FFF2-40B4-BE49-F238E27FC236}">
                            <a16:creationId xmlns:a16="http://schemas.microsoft.com/office/drawing/2014/main" id="{D556F569-981F-4C3A-A67D-D8376157B6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8916" y="2825496"/>
                        <a:ext cx="19194" cy="60674"/>
                      </a:xfrm>
                      <a:custGeom>
                        <a:avLst/>
                        <a:gdLst>
                          <a:gd name="connsiteX0" fmla="*/ 18859 w 19194"/>
                          <a:gd name="connsiteY0" fmla="*/ 0 h 60674"/>
                          <a:gd name="connsiteX1" fmla="*/ 0 w 19194"/>
                          <a:gd name="connsiteY1" fmla="*/ 60674 h 60674"/>
                          <a:gd name="connsiteX2" fmla="*/ 18859 w 19194"/>
                          <a:gd name="connsiteY2" fmla="*/ 0 h 606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9194" h="60674">
                            <a:moveTo>
                              <a:pt x="18859" y="0"/>
                            </a:moveTo>
                            <a:cubicBezTo>
                              <a:pt x="21527" y="15716"/>
                              <a:pt x="7620" y="43434"/>
                              <a:pt x="0" y="60674"/>
                            </a:cubicBezTo>
                            <a:cubicBezTo>
                              <a:pt x="8477" y="42005"/>
                              <a:pt x="14478" y="18002"/>
                              <a:pt x="188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54" name="Forme libre : forme 12153">
                        <a:extLst>
                          <a:ext uri="{FF2B5EF4-FFF2-40B4-BE49-F238E27FC236}">
                            <a16:creationId xmlns:a16="http://schemas.microsoft.com/office/drawing/2014/main" id="{54ED2D15-FF8D-405F-B037-2D5B6B4BBB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96533" y="2899028"/>
                        <a:ext cx="15132" cy="72390"/>
                      </a:xfrm>
                      <a:custGeom>
                        <a:avLst/>
                        <a:gdLst>
                          <a:gd name="connsiteX0" fmla="*/ 15133 w 15132"/>
                          <a:gd name="connsiteY0" fmla="*/ 0 h 72390"/>
                          <a:gd name="connsiteX1" fmla="*/ 1893 w 15132"/>
                          <a:gd name="connsiteY1" fmla="*/ 37529 h 72390"/>
                          <a:gd name="connsiteX2" fmla="*/ 560 w 15132"/>
                          <a:gd name="connsiteY2" fmla="*/ 72390 h 72390"/>
                          <a:gd name="connsiteX3" fmla="*/ 3322 w 15132"/>
                          <a:gd name="connsiteY3" fmla="*/ 37243 h 72390"/>
                          <a:gd name="connsiteX4" fmla="*/ 8370 w 15132"/>
                          <a:gd name="connsiteY4" fmla="*/ 17907 h 72390"/>
                          <a:gd name="connsiteX5" fmla="*/ 15133 w 15132"/>
                          <a:gd name="connsiteY5" fmla="*/ 0 h 72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132" h="72390">
                            <a:moveTo>
                              <a:pt x="15133" y="0"/>
                            </a:moveTo>
                            <a:cubicBezTo>
                              <a:pt x="7989" y="12192"/>
                              <a:pt x="3988" y="25146"/>
                              <a:pt x="1893" y="37529"/>
                            </a:cubicBezTo>
                            <a:cubicBezTo>
                              <a:pt x="-393" y="50006"/>
                              <a:pt x="-298" y="61722"/>
                              <a:pt x="560" y="72390"/>
                            </a:cubicBezTo>
                            <a:cubicBezTo>
                              <a:pt x="-774" y="62484"/>
                              <a:pt x="369" y="50197"/>
                              <a:pt x="3322" y="37243"/>
                            </a:cubicBezTo>
                            <a:cubicBezTo>
                              <a:pt x="4751" y="30766"/>
                              <a:pt x="6465" y="24289"/>
                              <a:pt x="8370" y="17907"/>
                            </a:cubicBezTo>
                            <a:cubicBezTo>
                              <a:pt x="10465" y="11716"/>
                              <a:pt x="12847" y="5620"/>
                              <a:pt x="1513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55" name="Forme libre : forme 12154">
                        <a:extLst>
                          <a:ext uri="{FF2B5EF4-FFF2-40B4-BE49-F238E27FC236}">
                            <a16:creationId xmlns:a16="http://schemas.microsoft.com/office/drawing/2014/main" id="{04180CA2-733C-46BA-B219-0B6264714A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57206" y="2858459"/>
                        <a:ext cx="25593" cy="27146"/>
                      </a:xfrm>
                      <a:custGeom>
                        <a:avLst/>
                        <a:gdLst>
                          <a:gd name="connsiteX0" fmla="*/ 25516 w 25593"/>
                          <a:gd name="connsiteY0" fmla="*/ 1041 h 27146"/>
                          <a:gd name="connsiteX1" fmla="*/ 13514 w 25593"/>
                          <a:gd name="connsiteY1" fmla="*/ 18377 h 27146"/>
                          <a:gd name="connsiteX2" fmla="*/ 179 w 25593"/>
                          <a:gd name="connsiteY2" fmla="*/ 25997 h 27146"/>
                          <a:gd name="connsiteX3" fmla="*/ 11324 w 25593"/>
                          <a:gd name="connsiteY3" fmla="*/ 9423 h 27146"/>
                          <a:gd name="connsiteX4" fmla="*/ 25516 w 25593"/>
                          <a:gd name="connsiteY4" fmla="*/ 1041 h 27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593" h="27146">
                            <a:moveTo>
                              <a:pt x="25516" y="1041"/>
                            </a:moveTo>
                            <a:cubicBezTo>
                              <a:pt x="26564" y="4946"/>
                              <a:pt x="16658" y="15234"/>
                              <a:pt x="13514" y="18377"/>
                            </a:cubicBezTo>
                            <a:cubicBezTo>
                              <a:pt x="10276" y="21425"/>
                              <a:pt x="1513" y="30283"/>
                              <a:pt x="179" y="25997"/>
                            </a:cubicBezTo>
                            <a:cubicBezTo>
                              <a:pt x="-1440" y="21520"/>
                              <a:pt x="8371" y="12281"/>
                              <a:pt x="11324" y="9423"/>
                            </a:cubicBezTo>
                            <a:cubicBezTo>
                              <a:pt x="14372" y="6470"/>
                              <a:pt x="24278" y="-3150"/>
                              <a:pt x="25516" y="104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56" name="Forme libre : forme 12155">
                        <a:extLst>
                          <a:ext uri="{FF2B5EF4-FFF2-40B4-BE49-F238E27FC236}">
                            <a16:creationId xmlns:a16="http://schemas.microsoft.com/office/drawing/2014/main" id="{EA329EDE-1AFF-43EB-B93A-BEB70FA6D9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78672" y="2854629"/>
                        <a:ext cx="7405" cy="7908"/>
                      </a:xfrm>
                      <a:custGeom>
                        <a:avLst/>
                        <a:gdLst>
                          <a:gd name="connsiteX0" fmla="*/ 7003 w 7405"/>
                          <a:gd name="connsiteY0" fmla="*/ 109 h 7908"/>
                          <a:gd name="connsiteX1" fmla="*/ 5193 w 7405"/>
                          <a:gd name="connsiteY1" fmla="*/ 4681 h 7908"/>
                          <a:gd name="connsiteX2" fmla="*/ 430 w 7405"/>
                          <a:gd name="connsiteY2" fmla="*/ 7824 h 7908"/>
                          <a:gd name="connsiteX3" fmla="*/ 2049 w 7405"/>
                          <a:gd name="connsiteY3" fmla="*/ 3252 h 7908"/>
                          <a:gd name="connsiteX4" fmla="*/ 7003 w 7405"/>
                          <a:gd name="connsiteY4" fmla="*/ 109 h 79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05" h="7908">
                            <a:moveTo>
                              <a:pt x="7003" y="109"/>
                            </a:moveTo>
                            <a:cubicBezTo>
                              <a:pt x="8241" y="775"/>
                              <a:pt x="6336" y="3442"/>
                              <a:pt x="5193" y="4681"/>
                            </a:cubicBezTo>
                            <a:cubicBezTo>
                              <a:pt x="4050" y="5919"/>
                              <a:pt x="1669" y="8395"/>
                              <a:pt x="430" y="7824"/>
                            </a:cubicBezTo>
                            <a:cubicBezTo>
                              <a:pt x="-808" y="7157"/>
                              <a:pt x="906" y="4490"/>
                              <a:pt x="2049" y="3252"/>
                            </a:cubicBezTo>
                            <a:cubicBezTo>
                              <a:pt x="3192" y="2014"/>
                              <a:pt x="5764" y="-558"/>
                              <a:pt x="7003" y="10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57" name="Forme libre : forme 12156">
                        <a:extLst>
                          <a:ext uri="{FF2B5EF4-FFF2-40B4-BE49-F238E27FC236}">
                            <a16:creationId xmlns:a16="http://schemas.microsoft.com/office/drawing/2014/main" id="{1C358C0D-28D1-4AA3-A6EC-539C2A68BC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40292" y="2821447"/>
                        <a:ext cx="80278" cy="52171"/>
                      </a:xfrm>
                      <a:custGeom>
                        <a:avLst/>
                        <a:gdLst>
                          <a:gd name="connsiteX0" fmla="*/ 52050 w 80278"/>
                          <a:gd name="connsiteY0" fmla="*/ 5097 h 52171"/>
                          <a:gd name="connsiteX1" fmla="*/ 78149 w 80278"/>
                          <a:gd name="connsiteY1" fmla="*/ 429 h 52171"/>
                          <a:gd name="connsiteX2" fmla="*/ 77577 w 80278"/>
                          <a:gd name="connsiteY2" fmla="*/ 8812 h 52171"/>
                          <a:gd name="connsiteX3" fmla="*/ 67766 w 80278"/>
                          <a:gd name="connsiteY3" fmla="*/ 13764 h 52171"/>
                          <a:gd name="connsiteX4" fmla="*/ 36620 w 80278"/>
                          <a:gd name="connsiteY4" fmla="*/ 27957 h 52171"/>
                          <a:gd name="connsiteX5" fmla="*/ 139 w 80278"/>
                          <a:gd name="connsiteY5" fmla="*/ 50055 h 52171"/>
                          <a:gd name="connsiteX6" fmla="*/ 29571 w 80278"/>
                          <a:gd name="connsiteY6" fmla="*/ 13193 h 52171"/>
                          <a:gd name="connsiteX7" fmla="*/ 52050 w 80278"/>
                          <a:gd name="connsiteY7" fmla="*/ 5097 h 521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0278" h="52171">
                            <a:moveTo>
                              <a:pt x="52050" y="5097"/>
                            </a:moveTo>
                            <a:cubicBezTo>
                              <a:pt x="62337" y="1668"/>
                              <a:pt x="69290" y="-1095"/>
                              <a:pt x="78149" y="429"/>
                            </a:cubicBezTo>
                            <a:cubicBezTo>
                              <a:pt x="81387" y="1001"/>
                              <a:pt x="80720" y="5573"/>
                              <a:pt x="77577" y="8812"/>
                            </a:cubicBezTo>
                            <a:cubicBezTo>
                              <a:pt x="74434" y="12145"/>
                              <a:pt x="71100" y="12812"/>
                              <a:pt x="67766" y="13764"/>
                            </a:cubicBezTo>
                            <a:cubicBezTo>
                              <a:pt x="57003" y="16431"/>
                              <a:pt x="47288" y="21670"/>
                              <a:pt x="36620" y="27957"/>
                            </a:cubicBezTo>
                            <a:cubicBezTo>
                              <a:pt x="29666" y="31576"/>
                              <a:pt x="1949" y="60056"/>
                              <a:pt x="139" y="50055"/>
                            </a:cubicBezTo>
                            <a:cubicBezTo>
                              <a:pt x="-1957" y="39672"/>
                              <a:pt x="20236" y="18337"/>
                              <a:pt x="29571" y="13193"/>
                            </a:cubicBezTo>
                            <a:cubicBezTo>
                              <a:pt x="38524" y="7668"/>
                              <a:pt x="44240" y="7764"/>
                              <a:pt x="52050" y="509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08" name="Graphique 1">
                      <a:extLst>
                        <a:ext uri="{FF2B5EF4-FFF2-40B4-BE49-F238E27FC236}">
                          <a16:creationId xmlns:a16="http://schemas.microsoft.com/office/drawing/2014/main" id="{D910C120-5E09-4749-A399-75DF0072CC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24078" y="2710658"/>
                      <a:ext cx="192412" cy="112329"/>
                      <a:chOff x="5024078" y="2710658"/>
                      <a:chExt cx="192412" cy="112329"/>
                    </a:xfrm>
                    <a:solidFill>
                      <a:schemeClr val="accent1"/>
                    </a:solidFill>
                  </p:grpSpPr>
                  <p:sp>
                    <p:nvSpPr>
                      <p:cNvPr id="12134" name="Forme libre : forme 12133">
                        <a:extLst>
                          <a:ext uri="{FF2B5EF4-FFF2-40B4-BE49-F238E27FC236}">
                            <a16:creationId xmlns:a16="http://schemas.microsoft.com/office/drawing/2014/main" id="{E8F426AB-B42E-4BC1-8786-75419FBEA3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24078" y="2710658"/>
                        <a:ext cx="192412" cy="112329"/>
                      </a:xfrm>
                      <a:custGeom>
                        <a:avLst/>
                        <a:gdLst>
                          <a:gd name="connsiteX0" fmla="*/ 138285 w 192412"/>
                          <a:gd name="connsiteY0" fmla="*/ 75023 h 112329"/>
                          <a:gd name="connsiteX1" fmla="*/ 125046 w 192412"/>
                          <a:gd name="connsiteY1" fmla="*/ 80452 h 112329"/>
                          <a:gd name="connsiteX2" fmla="*/ 108948 w 192412"/>
                          <a:gd name="connsiteY2" fmla="*/ 87214 h 112329"/>
                          <a:gd name="connsiteX3" fmla="*/ 80088 w 192412"/>
                          <a:gd name="connsiteY3" fmla="*/ 100454 h 112329"/>
                          <a:gd name="connsiteX4" fmla="*/ 13127 w 192412"/>
                          <a:gd name="connsiteY4" fmla="*/ 111313 h 112329"/>
                          <a:gd name="connsiteX5" fmla="*/ 268 w 192412"/>
                          <a:gd name="connsiteY5" fmla="*/ 93977 h 112329"/>
                          <a:gd name="connsiteX6" fmla="*/ 45703 w 192412"/>
                          <a:gd name="connsiteY6" fmla="*/ 33303 h 112329"/>
                          <a:gd name="connsiteX7" fmla="*/ 77611 w 192412"/>
                          <a:gd name="connsiteY7" fmla="*/ 17206 h 112329"/>
                          <a:gd name="connsiteX8" fmla="*/ 111044 w 192412"/>
                          <a:gd name="connsiteY8" fmla="*/ 4728 h 112329"/>
                          <a:gd name="connsiteX9" fmla="*/ 183529 w 192412"/>
                          <a:gd name="connsiteY9" fmla="*/ 12062 h 112329"/>
                          <a:gd name="connsiteX10" fmla="*/ 190959 w 192412"/>
                          <a:gd name="connsiteY10" fmla="*/ 31874 h 112329"/>
                          <a:gd name="connsiteX11" fmla="*/ 138285 w 192412"/>
                          <a:gd name="connsiteY11" fmla="*/ 75023 h 1123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92412" h="112329">
                            <a:moveTo>
                              <a:pt x="138285" y="75023"/>
                            </a:moveTo>
                            <a:cubicBezTo>
                              <a:pt x="134666" y="76451"/>
                              <a:pt x="130094" y="78261"/>
                              <a:pt x="125046" y="80452"/>
                            </a:cubicBezTo>
                            <a:cubicBezTo>
                              <a:pt x="119998" y="82547"/>
                              <a:pt x="114282" y="84738"/>
                              <a:pt x="108948" y="87214"/>
                            </a:cubicBezTo>
                            <a:cubicBezTo>
                              <a:pt x="97804" y="91882"/>
                              <a:pt x="87232" y="97311"/>
                              <a:pt x="80088" y="100454"/>
                            </a:cubicBezTo>
                            <a:cubicBezTo>
                              <a:pt x="53989" y="112837"/>
                              <a:pt x="36178" y="113599"/>
                              <a:pt x="13127" y="111313"/>
                            </a:cubicBezTo>
                            <a:cubicBezTo>
                              <a:pt x="5316" y="110646"/>
                              <a:pt x="-1446" y="101978"/>
                              <a:pt x="268" y="93977"/>
                            </a:cubicBezTo>
                            <a:cubicBezTo>
                              <a:pt x="5412" y="71403"/>
                              <a:pt x="16937" y="50734"/>
                              <a:pt x="45703" y="33303"/>
                            </a:cubicBezTo>
                            <a:cubicBezTo>
                              <a:pt x="53418" y="28922"/>
                              <a:pt x="65229" y="22349"/>
                              <a:pt x="77611" y="17206"/>
                            </a:cubicBezTo>
                            <a:cubicBezTo>
                              <a:pt x="89804" y="11586"/>
                              <a:pt x="102471" y="7490"/>
                              <a:pt x="111044" y="4728"/>
                            </a:cubicBezTo>
                            <a:cubicBezTo>
                              <a:pt x="143334" y="-4892"/>
                              <a:pt x="162765" y="1489"/>
                              <a:pt x="183529" y="12062"/>
                            </a:cubicBezTo>
                            <a:cubicBezTo>
                              <a:pt x="190673" y="15777"/>
                              <a:pt x="194769" y="25493"/>
                              <a:pt x="190959" y="31874"/>
                            </a:cubicBezTo>
                            <a:cubicBezTo>
                              <a:pt x="180100" y="50067"/>
                              <a:pt x="164765" y="64164"/>
                              <a:pt x="138285" y="7502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35" name="Forme libre : forme 12134">
                        <a:extLst>
                          <a:ext uri="{FF2B5EF4-FFF2-40B4-BE49-F238E27FC236}">
                            <a16:creationId xmlns:a16="http://schemas.microsoft.com/office/drawing/2014/main" id="{71BE21B9-874C-4FE8-BA1E-F1065D6D74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28442" y="2741961"/>
                        <a:ext cx="186595" cy="80987"/>
                      </a:xfrm>
                      <a:custGeom>
                        <a:avLst/>
                        <a:gdLst>
                          <a:gd name="connsiteX0" fmla="*/ 72009 w 186595"/>
                          <a:gd name="connsiteY0" fmla="*/ 40672 h 80987"/>
                          <a:gd name="connsiteX1" fmla="*/ 0 w 186595"/>
                          <a:gd name="connsiteY1" fmla="*/ 75629 h 80987"/>
                          <a:gd name="connsiteX2" fmla="*/ 8573 w 186595"/>
                          <a:gd name="connsiteY2" fmla="*/ 79915 h 80987"/>
                          <a:gd name="connsiteX3" fmla="*/ 20098 w 186595"/>
                          <a:gd name="connsiteY3" fmla="*/ 80772 h 80987"/>
                          <a:gd name="connsiteX4" fmla="*/ 52292 w 186595"/>
                          <a:gd name="connsiteY4" fmla="*/ 77914 h 80987"/>
                          <a:gd name="connsiteX5" fmla="*/ 75629 w 186595"/>
                          <a:gd name="connsiteY5" fmla="*/ 69152 h 80987"/>
                          <a:gd name="connsiteX6" fmla="*/ 84773 w 186595"/>
                          <a:gd name="connsiteY6" fmla="*/ 64865 h 80987"/>
                          <a:gd name="connsiteX7" fmla="*/ 129350 w 186595"/>
                          <a:gd name="connsiteY7" fmla="*/ 45434 h 80987"/>
                          <a:gd name="connsiteX8" fmla="*/ 133826 w 186595"/>
                          <a:gd name="connsiteY8" fmla="*/ 43625 h 80987"/>
                          <a:gd name="connsiteX9" fmla="*/ 158115 w 186595"/>
                          <a:gd name="connsiteY9" fmla="*/ 30766 h 80987"/>
                          <a:gd name="connsiteX10" fmla="*/ 180880 w 186595"/>
                          <a:gd name="connsiteY10" fmla="*/ 8763 h 80987"/>
                          <a:gd name="connsiteX11" fmla="*/ 186404 w 186595"/>
                          <a:gd name="connsiteY11" fmla="*/ 381 h 80987"/>
                          <a:gd name="connsiteX12" fmla="*/ 186595 w 186595"/>
                          <a:gd name="connsiteY12" fmla="*/ 0 h 80987"/>
                          <a:gd name="connsiteX13" fmla="*/ 72009 w 186595"/>
                          <a:gd name="connsiteY13" fmla="*/ 40672 h 809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86595" h="80987">
                            <a:moveTo>
                              <a:pt x="72009" y="40672"/>
                            </a:moveTo>
                            <a:cubicBezTo>
                              <a:pt x="48101" y="54388"/>
                              <a:pt x="23908" y="70199"/>
                              <a:pt x="0" y="75629"/>
                            </a:cubicBezTo>
                            <a:cubicBezTo>
                              <a:pt x="2286" y="78010"/>
                              <a:pt x="5334" y="79629"/>
                              <a:pt x="8573" y="79915"/>
                            </a:cubicBezTo>
                            <a:cubicBezTo>
                              <a:pt x="12573" y="80201"/>
                              <a:pt x="16478" y="80486"/>
                              <a:pt x="20098" y="80772"/>
                            </a:cubicBezTo>
                            <a:cubicBezTo>
                              <a:pt x="31052" y="81439"/>
                              <a:pt x="41053" y="80581"/>
                              <a:pt x="52292" y="77914"/>
                            </a:cubicBezTo>
                            <a:cubicBezTo>
                              <a:pt x="59341" y="75819"/>
                              <a:pt x="67151" y="73343"/>
                              <a:pt x="75629" y="69152"/>
                            </a:cubicBezTo>
                            <a:cubicBezTo>
                              <a:pt x="78105" y="67818"/>
                              <a:pt x="81343" y="66485"/>
                              <a:pt x="84773" y="64865"/>
                            </a:cubicBezTo>
                            <a:cubicBezTo>
                              <a:pt x="97917" y="58103"/>
                              <a:pt x="117062" y="50483"/>
                              <a:pt x="129350" y="45434"/>
                            </a:cubicBezTo>
                            <a:cubicBezTo>
                              <a:pt x="130969" y="44768"/>
                              <a:pt x="132493" y="44196"/>
                              <a:pt x="133826" y="43625"/>
                            </a:cubicBezTo>
                            <a:cubicBezTo>
                              <a:pt x="143256" y="39624"/>
                              <a:pt x="151257" y="35433"/>
                              <a:pt x="158115" y="30766"/>
                            </a:cubicBezTo>
                            <a:cubicBezTo>
                              <a:pt x="167450" y="24384"/>
                              <a:pt x="174879" y="16764"/>
                              <a:pt x="180880" y="8763"/>
                            </a:cubicBezTo>
                            <a:cubicBezTo>
                              <a:pt x="182785" y="6096"/>
                              <a:pt x="184690" y="3334"/>
                              <a:pt x="186404" y="381"/>
                            </a:cubicBezTo>
                            <a:lnTo>
                              <a:pt x="186595" y="0"/>
                            </a:lnTo>
                            <a:cubicBezTo>
                              <a:pt x="147066" y="8572"/>
                              <a:pt x="105918" y="20574"/>
                              <a:pt x="72009" y="4067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36" name="Forme libre : forme 12135">
                        <a:extLst>
                          <a:ext uri="{FF2B5EF4-FFF2-40B4-BE49-F238E27FC236}">
                            <a16:creationId xmlns:a16="http://schemas.microsoft.com/office/drawing/2014/main" id="{DD63CD06-CE95-4A5F-9D50-D922207CBA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87465" y="2739031"/>
                        <a:ext cx="90221" cy="42275"/>
                      </a:xfrm>
                      <a:custGeom>
                        <a:avLst/>
                        <a:gdLst>
                          <a:gd name="connsiteX0" fmla="*/ 90043 w 90221"/>
                          <a:gd name="connsiteY0" fmla="*/ 4263 h 42275"/>
                          <a:gd name="connsiteX1" fmla="*/ 47466 w 90221"/>
                          <a:gd name="connsiteY1" fmla="*/ 31886 h 42275"/>
                          <a:gd name="connsiteX2" fmla="*/ 21844 w 90221"/>
                          <a:gd name="connsiteY2" fmla="*/ 40268 h 42275"/>
                          <a:gd name="connsiteX3" fmla="*/ 698 w 90221"/>
                          <a:gd name="connsiteY3" fmla="*/ 38839 h 42275"/>
                          <a:gd name="connsiteX4" fmla="*/ 12700 w 90221"/>
                          <a:gd name="connsiteY4" fmla="*/ 21599 h 42275"/>
                          <a:gd name="connsiteX5" fmla="*/ 37941 w 90221"/>
                          <a:gd name="connsiteY5" fmla="*/ 9026 h 42275"/>
                          <a:gd name="connsiteX6" fmla="*/ 90043 w 90221"/>
                          <a:gd name="connsiteY6" fmla="*/ 4263 h 422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0221" h="42275">
                            <a:moveTo>
                              <a:pt x="90043" y="4263"/>
                            </a:moveTo>
                            <a:cubicBezTo>
                              <a:pt x="92996" y="13788"/>
                              <a:pt x="58515" y="26647"/>
                              <a:pt x="47466" y="31886"/>
                            </a:cubicBezTo>
                            <a:cubicBezTo>
                              <a:pt x="41656" y="34077"/>
                              <a:pt x="31464" y="38077"/>
                              <a:pt x="21844" y="40268"/>
                            </a:cubicBezTo>
                            <a:cubicBezTo>
                              <a:pt x="12509" y="42840"/>
                              <a:pt x="3461" y="43506"/>
                              <a:pt x="698" y="38839"/>
                            </a:cubicBezTo>
                            <a:cubicBezTo>
                              <a:pt x="-2159" y="33981"/>
                              <a:pt x="4127" y="27599"/>
                              <a:pt x="12700" y="21599"/>
                            </a:cubicBezTo>
                            <a:cubicBezTo>
                              <a:pt x="21368" y="15884"/>
                              <a:pt x="32226" y="10931"/>
                              <a:pt x="37941" y="9026"/>
                            </a:cubicBezTo>
                            <a:cubicBezTo>
                              <a:pt x="49276" y="4168"/>
                              <a:pt x="86900" y="-5643"/>
                              <a:pt x="90043" y="426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37" name="Forme libre : forme 12136">
                        <a:extLst>
                          <a:ext uri="{FF2B5EF4-FFF2-40B4-BE49-F238E27FC236}">
                            <a16:creationId xmlns:a16="http://schemas.microsoft.com/office/drawing/2014/main" id="{8C404FE1-254F-48BC-8893-54BD274A42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86600" y="2759773"/>
                        <a:ext cx="66809" cy="21321"/>
                      </a:xfrm>
                      <a:custGeom>
                        <a:avLst/>
                        <a:gdLst>
                          <a:gd name="connsiteX0" fmla="*/ 15279 w 66809"/>
                          <a:gd name="connsiteY0" fmla="*/ 0 h 21321"/>
                          <a:gd name="connsiteX1" fmla="*/ 1182 w 66809"/>
                          <a:gd name="connsiteY1" fmla="*/ 18383 h 21321"/>
                          <a:gd name="connsiteX2" fmla="*/ 22709 w 66809"/>
                          <a:gd name="connsiteY2" fmla="*/ 19526 h 21321"/>
                          <a:gd name="connsiteX3" fmla="*/ 48807 w 66809"/>
                          <a:gd name="connsiteY3" fmla="*/ 11049 h 21321"/>
                          <a:gd name="connsiteX4" fmla="*/ 66809 w 66809"/>
                          <a:gd name="connsiteY4" fmla="*/ 2572 h 21321"/>
                          <a:gd name="connsiteX5" fmla="*/ 56522 w 66809"/>
                          <a:gd name="connsiteY5" fmla="*/ 5525 h 21321"/>
                          <a:gd name="connsiteX6" fmla="*/ 15279 w 66809"/>
                          <a:gd name="connsiteY6" fmla="*/ 0 h 213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6809" h="21321">
                            <a:moveTo>
                              <a:pt x="15279" y="0"/>
                            </a:moveTo>
                            <a:cubicBezTo>
                              <a:pt x="10517" y="4572"/>
                              <a:pt x="-4247" y="13240"/>
                              <a:pt x="1182" y="18383"/>
                            </a:cubicBezTo>
                            <a:cubicBezTo>
                              <a:pt x="5373" y="22288"/>
                              <a:pt x="13755" y="21908"/>
                              <a:pt x="22709" y="19526"/>
                            </a:cubicBezTo>
                            <a:cubicBezTo>
                              <a:pt x="31757" y="17526"/>
                              <a:pt x="41568" y="13716"/>
                              <a:pt x="48807" y="11049"/>
                            </a:cubicBezTo>
                            <a:cubicBezTo>
                              <a:pt x="53093" y="9525"/>
                              <a:pt x="62238" y="4953"/>
                              <a:pt x="66809" y="2572"/>
                            </a:cubicBezTo>
                            <a:cubicBezTo>
                              <a:pt x="63952" y="3334"/>
                              <a:pt x="59285" y="5048"/>
                              <a:pt x="56522" y="5525"/>
                            </a:cubicBezTo>
                            <a:cubicBezTo>
                              <a:pt x="40616" y="7429"/>
                              <a:pt x="21470" y="10478"/>
                              <a:pt x="152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38" name="Forme libre : forme 12137">
                        <a:extLst>
                          <a:ext uri="{FF2B5EF4-FFF2-40B4-BE49-F238E27FC236}">
                            <a16:creationId xmlns:a16="http://schemas.microsoft.com/office/drawing/2014/main" id="{F258DDD7-1822-4F49-91A7-58EAD24D8E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93065" y="2739660"/>
                        <a:ext cx="90063" cy="42052"/>
                      </a:xfrm>
                      <a:custGeom>
                        <a:avLst/>
                        <a:gdLst>
                          <a:gd name="connsiteX0" fmla="*/ 90063 w 90063"/>
                          <a:gd name="connsiteY0" fmla="*/ 4587 h 42052"/>
                          <a:gd name="connsiteX1" fmla="*/ 72822 w 90063"/>
                          <a:gd name="connsiteY1" fmla="*/ 20304 h 42052"/>
                          <a:gd name="connsiteX2" fmla="*/ 46915 w 90063"/>
                          <a:gd name="connsiteY2" fmla="*/ 32496 h 42052"/>
                          <a:gd name="connsiteX3" fmla="*/ 21578 w 90063"/>
                          <a:gd name="connsiteY3" fmla="*/ 40496 h 42052"/>
                          <a:gd name="connsiteX4" fmla="*/ 813 w 90063"/>
                          <a:gd name="connsiteY4" fmla="*/ 38401 h 42052"/>
                          <a:gd name="connsiteX5" fmla="*/ 12815 w 90063"/>
                          <a:gd name="connsiteY5" fmla="*/ 21351 h 42052"/>
                          <a:gd name="connsiteX6" fmla="*/ 37961 w 90063"/>
                          <a:gd name="connsiteY6" fmla="*/ 9255 h 42052"/>
                          <a:gd name="connsiteX7" fmla="*/ 67965 w 90063"/>
                          <a:gd name="connsiteY7" fmla="*/ 1063 h 42052"/>
                          <a:gd name="connsiteX8" fmla="*/ 90063 w 90063"/>
                          <a:gd name="connsiteY8" fmla="*/ 4587 h 42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063" h="42052">
                            <a:moveTo>
                              <a:pt x="90063" y="4587"/>
                            </a:moveTo>
                            <a:cubicBezTo>
                              <a:pt x="90063" y="9921"/>
                              <a:pt x="82157" y="15446"/>
                              <a:pt x="72822" y="20304"/>
                            </a:cubicBezTo>
                            <a:cubicBezTo>
                              <a:pt x="63584" y="25352"/>
                              <a:pt x="52916" y="29733"/>
                              <a:pt x="46915" y="32496"/>
                            </a:cubicBezTo>
                            <a:cubicBezTo>
                              <a:pt x="40723" y="34877"/>
                              <a:pt x="30817" y="38687"/>
                              <a:pt x="21578" y="40496"/>
                            </a:cubicBezTo>
                            <a:cubicBezTo>
                              <a:pt x="12434" y="42592"/>
                              <a:pt x="3957" y="43163"/>
                              <a:pt x="813" y="38401"/>
                            </a:cubicBezTo>
                            <a:cubicBezTo>
                              <a:pt x="-2330" y="33734"/>
                              <a:pt x="4052" y="27162"/>
                              <a:pt x="12815" y="21351"/>
                            </a:cubicBezTo>
                            <a:cubicBezTo>
                              <a:pt x="21673" y="15827"/>
                              <a:pt x="32627" y="10969"/>
                              <a:pt x="37961" y="9255"/>
                            </a:cubicBezTo>
                            <a:cubicBezTo>
                              <a:pt x="43200" y="7159"/>
                              <a:pt x="56249" y="3063"/>
                              <a:pt x="67965" y="1063"/>
                            </a:cubicBezTo>
                            <a:cubicBezTo>
                              <a:pt x="79776" y="-747"/>
                              <a:pt x="90158" y="-652"/>
                              <a:pt x="90063" y="458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39" name="Forme libre : forme 12138">
                        <a:extLst>
                          <a:ext uri="{FF2B5EF4-FFF2-40B4-BE49-F238E27FC236}">
                            <a16:creationId xmlns:a16="http://schemas.microsoft.com/office/drawing/2014/main" id="{5DAFFDD0-76A2-4BD0-96CB-12E785120E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6169" y="2760169"/>
                        <a:ext cx="115277" cy="45452"/>
                      </a:xfrm>
                      <a:custGeom>
                        <a:avLst/>
                        <a:gdLst>
                          <a:gd name="connsiteX0" fmla="*/ 4656 w 115277"/>
                          <a:gd name="connsiteY0" fmla="*/ 41895 h 45452"/>
                          <a:gd name="connsiteX1" fmla="*/ 21420 w 115277"/>
                          <a:gd name="connsiteY1" fmla="*/ 45324 h 45452"/>
                          <a:gd name="connsiteX2" fmla="*/ 42756 w 115277"/>
                          <a:gd name="connsiteY2" fmla="*/ 43800 h 45452"/>
                          <a:gd name="connsiteX3" fmla="*/ 65140 w 115277"/>
                          <a:gd name="connsiteY3" fmla="*/ 38942 h 45452"/>
                          <a:gd name="connsiteX4" fmla="*/ 103716 w 115277"/>
                          <a:gd name="connsiteY4" fmla="*/ 19797 h 45452"/>
                          <a:gd name="connsiteX5" fmla="*/ 114003 w 115277"/>
                          <a:gd name="connsiteY5" fmla="*/ 1699 h 45452"/>
                          <a:gd name="connsiteX6" fmla="*/ 98382 w 115277"/>
                          <a:gd name="connsiteY6" fmla="*/ 938 h 45452"/>
                          <a:gd name="connsiteX7" fmla="*/ 55520 w 115277"/>
                          <a:gd name="connsiteY7" fmla="*/ 3509 h 45452"/>
                          <a:gd name="connsiteX8" fmla="*/ 34469 w 115277"/>
                          <a:gd name="connsiteY8" fmla="*/ 3605 h 45452"/>
                          <a:gd name="connsiteX9" fmla="*/ 12086 w 115277"/>
                          <a:gd name="connsiteY9" fmla="*/ 12367 h 45452"/>
                          <a:gd name="connsiteX10" fmla="*/ 370 w 115277"/>
                          <a:gd name="connsiteY10" fmla="*/ 29036 h 45452"/>
                          <a:gd name="connsiteX11" fmla="*/ 4656 w 115277"/>
                          <a:gd name="connsiteY11" fmla="*/ 41895 h 454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15277" h="45452">
                            <a:moveTo>
                              <a:pt x="4656" y="41895"/>
                            </a:moveTo>
                            <a:cubicBezTo>
                              <a:pt x="10276" y="45419"/>
                              <a:pt x="13419" y="45705"/>
                              <a:pt x="21420" y="45324"/>
                            </a:cubicBezTo>
                            <a:cubicBezTo>
                              <a:pt x="29041" y="44848"/>
                              <a:pt x="35708" y="44467"/>
                              <a:pt x="42756" y="43800"/>
                            </a:cubicBezTo>
                            <a:cubicBezTo>
                              <a:pt x="49805" y="43038"/>
                              <a:pt x="56758" y="41419"/>
                              <a:pt x="65140" y="38942"/>
                            </a:cubicBezTo>
                            <a:cubicBezTo>
                              <a:pt x="78856" y="34275"/>
                              <a:pt x="93524" y="27512"/>
                              <a:pt x="103716" y="19797"/>
                            </a:cubicBezTo>
                            <a:cubicBezTo>
                              <a:pt x="111336" y="14082"/>
                              <a:pt x="118194" y="6748"/>
                              <a:pt x="114003" y="1699"/>
                            </a:cubicBezTo>
                            <a:cubicBezTo>
                              <a:pt x="111432" y="-1348"/>
                              <a:pt x="104383" y="556"/>
                              <a:pt x="98382" y="938"/>
                            </a:cubicBezTo>
                            <a:cubicBezTo>
                              <a:pt x="84190" y="1890"/>
                              <a:pt x="70665" y="3986"/>
                              <a:pt x="55520" y="3509"/>
                            </a:cubicBezTo>
                            <a:cubicBezTo>
                              <a:pt x="49138" y="3509"/>
                              <a:pt x="41899" y="2842"/>
                              <a:pt x="34469" y="3605"/>
                            </a:cubicBezTo>
                            <a:cubicBezTo>
                              <a:pt x="27231" y="4747"/>
                              <a:pt x="19325" y="6843"/>
                              <a:pt x="12086" y="12367"/>
                            </a:cubicBezTo>
                            <a:cubicBezTo>
                              <a:pt x="5704" y="17511"/>
                              <a:pt x="1703" y="23607"/>
                              <a:pt x="370" y="29036"/>
                            </a:cubicBezTo>
                            <a:cubicBezTo>
                              <a:pt x="-773" y="34561"/>
                              <a:pt x="751" y="39419"/>
                              <a:pt x="4656" y="4189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40" name="Forme libre : forme 12139">
                        <a:extLst>
                          <a:ext uri="{FF2B5EF4-FFF2-40B4-BE49-F238E27FC236}">
                            <a16:creationId xmlns:a16="http://schemas.microsoft.com/office/drawing/2014/main" id="{BD0A062D-DA8E-4CD0-ADB0-A9801C888D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4343" y="2753507"/>
                        <a:ext cx="32781" cy="27198"/>
                      </a:xfrm>
                      <a:custGeom>
                        <a:avLst/>
                        <a:gdLst>
                          <a:gd name="connsiteX0" fmla="*/ 1913 w 32781"/>
                          <a:gd name="connsiteY0" fmla="*/ 21982 h 27198"/>
                          <a:gd name="connsiteX1" fmla="*/ 8 w 32781"/>
                          <a:gd name="connsiteY1" fmla="*/ 26173 h 27198"/>
                          <a:gd name="connsiteX2" fmla="*/ 3818 w 32781"/>
                          <a:gd name="connsiteY2" fmla="*/ 26650 h 27198"/>
                          <a:gd name="connsiteX3" fmla="*/ 10200 w 32781"/>
                          <a:gd name="connsiteY3" fmla="*/ 23125 h 27198"/>
                          <a:gd name="connsiteX4" fmla="*/ 24868 w 32781"/>
                          <a:gd name="connsiteY4" fmla="*/ 12648 h 27198"/>
                          <a:gd name="connsiteX5" fmla="*/ 29917 w 32781"/>
                          <a:gd name="connsiteY5" fmla="*/ 8361 h 27198"/>
                          <a:gd name="connsiteX6" fmla="*/ 22582 w 32781"/>
                          <a:gd name="connsiteY6" fmla="*/ 2551 h 27198"/>
                          <a:gd name="connsiteX7" fmla="*/ 1913 w 32781"/>
                          <a:gd name="connsiteY7" fmla="*/ 21982 h 2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2781" h="27198">
                            <a:moveTo>
                              <a:pt x="1913" y="21982"/>
                            </a:moveTo>
                            <a:cubicBezTo>
                              <a:pt x="675" y="23601"/>
                              <a:pt x="-87" y="24744"/>
                              <a:pt x="8" y="26173"/>
                            </a:cubicBezTo>
                            <a:cubicBezTo>
                              <a:pt x="198" y="27602"/>
                              <a:pt x="1818" y="27316"/>
                              <a:pt x="3818" y="26650"/>
                            </a:cubicBezTo>
                            <a:cubicBezTo>
                              <a:pt x="5723" y="25983"/>
                              <a:pt x="8295" y="24459"/>
                              <a:pt x="10200" y="23125"/>
                            </a:cubicBezTo>
                            <a:cubicBezTo>
                              <a:pt x="15152" y="19792"/>
                              <a:pt x="20201" y="15886"/>
                              <a:pt x="24868" y="12648"/>
                            </a:cubicBezTo>
                            <a:cubicBezTo>
                              <a:pt x="26773" y="11219"/>
                              <a:pt x="28583" y="9981"/>
                              <a:pt x="29917" y="8361"/>
                            </a:cubicBezTo>
                            <a:cubicBezTo>
                              <a:pt x="35441" y="1789"/>
                              <a:pt x="32964" y="-3259"/>
                              <a:pt x="22582" y="2551"/>
                            </a:cubicBezTo>
                            <a:cubicBezTo>
                              <a:pt x="14486" y="6933"/>
                              <a:pt x="6866" y="15696"/>
                              <a:pt x="1913" y="2198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41" name="Forme libre : forme 12140">
                        <a:extLst>
                          <a:ext uri="{FF2B5EF4-FFF2-40B4-BE49-F238E27FC236}">
                            <a16:creationId xmlns:a16="http://schemas.microsoft.com/office/drawing/2014/main" id="{17166645-455C-4ED2-9552-C73BE837AB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3888" y="2740342"/>
                        <a:ext cx="47719" cy="43052"/>
                      </a:xfrm>
                      <a:custGeom>
                        <a:avLst/>
                        <a:gdLst>
                          <a:gd name="connsiteX0" fmla="*/ 47720 w 47719"/>
                          <a:gd name="connsiteY0" fmla="*/ 0 h 43052"/>
                          <a:gd name="connsiteX1" fmla="*/ 0 w 47719"/>
                          <a:gd name="connsiteY1" fmla="*/ 43053 h 43052"/>
                          <a:gd name="connsiteX2" fmla="*/ 47720 w 47719"/>
                          <a:gd name="connsiteY2" fmla="*/ 0 h 43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719" h="43052">
                            <a:moveTo>
                              <a:pt x="47720" y="0"/>
                            </a:moveTo>
                            <a:cubicBezTo>
                              <a:pt x="42863" y="15145"/>
                              <a:pt x="15430" y="32004"/>
                              <a:pt x="0" y="43053"/>
                            </a:cubicBezTo>
                            <a:cubicBezTo>
                              <a:pt x="16954" y="31147"/>
                              <a:pt x="35433" y="13621"/>
                              <a:pt x="4772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42" name="Forme libre : forme 12141">
                        <a:extLst>
                          <a:ext uri="{FF2B5EF4-FFF2-40B4-BE49-F238E27FC236}">
                            <a16:creationId xmlns:a16="http://schemas.microsoft.com/office/drawing/2014/main" id="{37603063-1182-4410-BAE7-259324F7DD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26441" y="2744819"/>
                        <a:ext cx="46577" cy="60388"/>
                      </a:xfrm>
                      <a:custGeom>
                        <a:avLst/>
                        <a:gdLst>
                          <a:gd name="connsiteX0" fmla="*/ 46577 w 46577"/>
                          <a:gd name="connsiteY0" fmla="*/ 0 h 60388"/>
                          <a:gd name="connsiteX1" fmla="*/ 0 w 46577"/>
                          <a:gd name="connsiteY1" fmla="*/ 60388 h 60388"/>
                          <a:gd name="connsiteX2" fmla="*/ 6668 w 46577"/>
                          <a:gd name="connsiteY2" fmla="*/ 44958 h 60388"/>
                          <a:gd name="connsiteX3" fmla="*/ 17622 w 46577"/>
                          <a:gd name="connsiteY3" fmla="*/ 28765 h 60388"/>
                          <a:gd name="connsiteX4" fmla="*/ 46577 w 46577"/>
                          <a:gd name="connsiteY4" fmla="*/ 0 h 603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577" h="60388">
                            <a:moveTo>
                              <a:pt x="46577" y="0"/>
                            </a:moveTo>
                            <a:cubicBezTo>
                              <a:pt x="21146" y="15335"/>
                              <a:pt x="6572" y="40005"/>
                              <a:pt x="0" y="60388"/>
                            </a:cubicBezTo>
                            <a:cubicBezTo>
                              <a:pt x="1238" y="55340"/>
                              <a:pt x="3620" y="50387"/>
                              <a:pt x="6668" y="44958"/>
                            </a:cubicBezTo>
                            <a:cubicBezTo>
                              <a:pt x="9620" y="39529"/>
                              <a:pt x="13240" y="33909"/>
                              <a:pt x="17622" y="28765"/>
                            </a:cubicBezTo>
                            <a:cubicBezTo>
                              <a:pt x="26099" y="17907"/>
                              <a:pt x="36767" y="8096"/>
                              <a:pt x="4657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43" name="Forme libre : forme 12142">
                        <a:extLst>
                          <a:ext uri="{FF2B5EF4-FFF2-40B4-BE49-F238E27FC236}">
                            <a16:creationId xmlns:a16="http://schemas.microsoft.com/office/drawing/2014/main" id="{83A68291-AFDE-4A0F-B0D9-4E1DD81C43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580" y="2744620"/>
                        <a:ext cx="34909" cy="12487"/>
                      </a:xfrm>
                      <a:custGeom>
                        <a:avLst/>
                        <a:gdLst>
                          <a:gd name="connsiteX0" fmla="*/ 34830 w 34909"/>
                          <a:gd name="connsiteY0" fmla="*/ 2199 h 12487"/>
                          <a:gd name="connsiteX1" fmla="*/ 15494 w 34909"/>
                          <a:gd name="connsiteY1" fmla="*/ 10581 h 12487"/>
                          <a:gd name="connsiteX2" fmla="*/ 64 w 34909"/>
                          <a:gd name="connsiteY2" fmla="*/ 10200 h 12487"/>
                          <a:gd name="connsiteX3" fmla="*/ 18257 w 34909"/>
                          <a:gd name="connsiteY3" fmla="*/ 1723 h 12487"/>
                          <a:gd name="connsiteX4" fmla="*/ 34830 w 34909"/>
                          <a:gd name="connsiteY4" fmla="*/ 2199 h 124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909" h="12487">
                            <a:moveTo>
                              <a:pt x="34830" y="2199"/>
                            </a:moveTo>
                            <a:cubicBezTo>
                              <a:pt x="33687" y="6200"/>
                              <a:pt x="19780" y="9343"/>
                              <a:pt x="15494" y="10581"/>
                            </a:cubicBezTo>
                            <a:cubicBezTo>
                              <a:pt x="11208" y="11629"/>
                              <a:pt x="-984" y="14487"/>
                              <a:pt x="64" y="10200"/>
                            </a:cubicBezTo>
                            <a:cubicBezTo>
                              <a:pt x="1111" y="5628"/>
                              <a:pt x="14256" y="2771"/>
                              <a:pt x="18257" y="1723"/>
                            </a:cubicBezTo>
                            <a:cubicBezTo>
                              <a:pt x="22448" y="675"/>
                              <a:pt x="36068" y="-1801"/>
                              <a:pt x="34830" y="219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44" name="Forme libre : forme 12143">
                        <a:extLst>
                          <a:ext uri="{FF2B5EF4-FFF2-40B4-BE49-F238E27FC236}">
                            <a16:creationId xmlns:a16="http://schemas.microsoft.com/office/drawing/2014/main" id="{043B7410-AF59-4BCA-B3F2-87549CD771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0715" y="2743584"/>
                        <a:ext cx="9863" cy="4440"/>
                      </a:xfrm>
                      <a:custGeom>
                        <a:avLst/>
                        <a:gdLst>
                          <a:gd name="connsiteX0" fmla="*/ 9744 w 9863"/>
                          <a:gd name="connsiteY0" fmla="*/ 568 h 4440"/>
                          <a:gd name="connsiteX1" fmla="*/ 5839 w 9863"/>
                          <a:gd name="connsiteY1" fmla="*/ 3616 h 4440"/>
                          <a:gd name="connsiteX2" fmla="*/ 123 w 9863"/>
                          <a:gd name="connsiteY2" fmla="*/ 3806 h 4440"/>
                          <a:gd name="connsiteX3" fmla="*/ 3933 w 9863"/>
                          <a:gd name="connsiteY3" fmla="*/ 758 h 4440"/>
                          <a:gd name="connsiteX4" fmla="*/ 9744 w 9863"/>
                          <a:gd name="connsiteY4" fmla="*/ 568 h 44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863" h="4440">
                            <a:moveTo>
                              <a:pt x="9744" y="568"/>
                            </a:moveTo>
                            <a:cubicBezTo>
                              <a:pt x="10506" y="1806"/>
                              <a:pt x="7458" y="3140"/>
                              <a:pt x="5839" y="3616"/>
                            </a:cubicBezTo>
                            <a:cubicBezTo>
                              <a:pt x="4219" y="4187"/>
                              <a:pt x="885" y="5045"/>
                              <a:pt x="123" y="3806"/>
                            </a:cubicBezTo>
                            <a:cubicBezTo>
                              <a:pt x="-638" y="2568"/>
                              <a:pt x="2314" y="1330"/>
                              <a:pt x="3933" y="758"/>
                            </a:cubicBezTo>
                            <a:cubicBezTo>
                              <a:pt x="5553" y="282"/>
                              <a:pt x="8982" y="-575"/>
                              <a:pt x="9744" y="56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45" name="Forme libre : forme 12144">
                        <a:extLst>
                          <a:ext uri="{FF2B5EF4-FFF2-40B4-BE49-F238E27FC236}">
                            <a16:creationId xmlns:a16="http://schemas.microsoft.com/office/drawing/2014/main" id="{E00E4AA0-E4B8-495A-A785-C600D6DC85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2500" y="2718621"/>
                        <a:ext cx="93698" cy="21527"/>
                      </a:xfrm>
                      <a:custGeom>
                        <a:avLst/>
                        <a:gdLst>
                          <a:gd name="connsiteX0" fmla="*/ 67960 w 93698"/>
                          <a:gd name="connsiteY0" fmla="*/ 4957 h 21527"/>
                          <a:gd name="connsiteX1" fmla="*/ 92725 w 93698"/>
                          <a:gd name="connsiteY1" fmla="*/ 14006 h 21527"/>
                          <a:gd name="connsiteX2" fmla="*/ 88058 w 93698"/>
                          <a:gd name="connsiteY2" fmla="*/ 20959 h 21527"/>
                          <a:gd name="connsiteX3" fmla="*/ 77009 w 93698"/>
                          <a:gd name="connsiteY3" fmla="*/ 20292 h 21527"/>
                          <a:gd name="connsiteX4" fmla="*/ 43100 w 93698"/>
                          <a:gd name="connsiteY4" fmla="*/ 16387 h 21527"/>
                          <a:gd name="connsiteX5" fmla="*/ 237 w 93698"/>
                          <a:gd name="connsiteY5" fmla="*/ 16292 h 21527"/>
                          <a:gd name="connsiteX6" fmla="*/ 20049 w 93698"/>
                          <a:gd name="connsiteY6" fmla="*/ 4100 h 21527"/>
                          <a:gd name="connsiteX7" fmla="*/ 44815 w 93698"/>
                          <a:gd name="connsiteY7" fmla="*/ 4 h 21527"/>
                          <a:gd name="connsiteX8" fmla="*/ 67960 w 93698"/>
                          <a:gd name="connsiteY8" fmla="*/ 4957 h 215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698" h="21527">
                            <a:moveTo>
                              <a:pt x="67960" y="4957"/>
                            </a:moveTo>
                            <a:cubicBezTo>
                              <a:pt x="78438" y="7148"/>
                              <a:pt x="85772" y="8481"/>
                              <a:pt x="92725" y="14006"/>
                            </a:cubicBezTo>
                            <a:cubicBezTo>
                              <a:pt x="95297" y="16101"/>
                              <a:pt x="92440" y="19721"/>
                              <a:pt x="88058" y="20959"/>
                            </a:cubicBezTo>
                            <a:cubicBezTo>
                              <a:pt x="83676" y="22197"/>
                              <a:pt x="80438" y="21150"/>
                              <a:pt x="77009" y="20292"/>
                            </a:cubicBezTo>
                            <a:cubicBezTo>
                              <a:pt x="66436" y="17340"/>
                              <a:pt x="55483" y="16673"/>
                              <a:pt x="43100" y="16387"/>
                            </a:cubicBezTo>
                            <a:cubicBezTo>
                              <a:pt x="35480" y="15911"/>
                              <a:pt x="-3382" y="25531"/>
                              <a:pt x="237" y="16292"/>
                            </a:cubicBezTo>
                            <a:cubicBezTo>
                              <a:pt x="2047" y="11244"/>
                              <a:pt x="10715" y="7243"/>
                              <a:pt x="20049" y="4100"/>
                            </a:cubicBezTo>
                            <a:cubicBezTo>
                              <a:pt x="29479" y="1433"/>
                              <a:pt x="39576" y="-91"/>
                              <a:pt x="44815" y="4"/>
                            </a:cubicBezTo>
                            <a:cubicBezTo>
                              <a:pt x="55197" y="290"/>
                              <a:pt x="60150" y="3338"/>
                              <a:pt x="67960" y="495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09" name="Graphique 1">
                      <a:extLst>
                        <a:ext uri="{FF2B5EF4-FFF2-40B4-BE49-F238E27FC236}">
                          <a16:creationId xmlns:a16="http://schemas.microsoft.com/office/drawing/2014/main" id="{19BD1F58-6E81-4D96-A3DF-5CFE86B4426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15556" y="2691669"/>
                      <a:ext cx="203454" cy="87706"/>
                      <a:chOff x="5215556" y="2691669"/>
                      <a:chExt cx="203454" cy="87706"/>
                    </a:xfrm>
                    <a:solidFill>
                      <a:schemeClr val="accent1"/>
                    </a:solidFill>
                  </p:grpSpPr>
                  <p:sp>
                    <p:nvSpPr>
                      <p:cNvPr id="12122" name="Forme libre : forme 12121">
                        <a:extLst>
                          <a:ext uri="{FF2B5EF4-FFF2-40B4-BE49-F238E27FC236}">
                            <a16:creationId xmlns:a16="http://schemas.microsoft.com/office/drawing/2014/main" id="{4A5B0D86-0D6B-4468-97D6-021C8CF82C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5556" y="2691669"/>
                        <a:ext cx="203454" cy="87706"/>
                      </a:xfrm>
                      <a:custGeom>
                        <a:avLst/>
                        <a:gdLst>
                          <a:gd name="connsiteX0" fmla="*/ 129497 w 203454"/>
                          <a:gd name="connsiteY0" fmla="*/ 84677 h 87706"/>
                          <a:gd name="connsiteX1" fmla="*/ 99208 w 203454"/>
                          <a:gd name="connsiteY1" fmla="*/ 79058 h 87706"/>
                          <a:gd name="connsiteX2" fmla="*/ 82253 w 203454"/>
                          <a:gd name="connsiteY2" fmla="*/ 76771 h 87706"/>
                          <a:gd name="connsiteX3" fmla="*/ 68347 w 203454"/>
                          <a:gd name="connsiteY3" fmla="*/ 75247 h 87706"/>
                          <a:gd name="connsiteX4" fmla="*/ 5863 w 203454"/>
                          <a:gd name="connsiteY4" fmla="*/ 50292 h 87706"/>
                          <a:gd name="connsiteX5" fmla="*/ 3386 w 203454"/>
                          <a:gd name="connsiteY5" fmla="*/ 28861 h 87706"/>
                          <a:gd name="connsiteX6" fmla="*/ 74061 w 203454"/>
                          <a:gd name="connsiteY6" fmla="*/ 0 h 87706"/>
                          <a:gd name="connsiteX7" fmla="*/ 90445 w 203454"/>
                          <a:gd name="connsiteY7" fmla="*/ 762 h 87706"/>
                          <a:gd name="connsiteX8" fmla="*/ 110162 w 203454"/>
                          <a:gd name="connsiteY8" fmla="*/ 3143 h 87706"/>
                          <a:gd name="connsiteX9" fmla="*/ 129688 w 203454"/>
                          <a:gd name="connsiteY9" fmla="*/ 6953 h 87706"/>
                          <a:gd name="connsiteX10" fmla="*/ 145785 w 203454"/>
                          <a:gd name="connsiteY10" fmla="*/ 11144 h 87706"/>
                          <a:gd name="connsiteX11" fmla="*/ 201982 w 203454"/>
                          <a:gd name="connsiteY11" fmla="*/ 60103 h 87706"/>
                          <a:gd name="connsiteX12" fmla="*/ 195791 w 203454"/>
                          <a:gd name="connsiteY12" fmla="*/ 80201 h 87706"/>
                          <a:gd name="connsiteX13" fmla="*/ 129497 w 203454"/>
                          <a:gd name="connsiteY13" fmla="*/ 84677 h 877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3454" h="87706">
                            <a:moveTo>
                              <a:pt x="129497" y="84677"/>
                            </a:moveTo>
                            <a:cubicBezTo>
                              <a:pt x="122258" y="83248"/>
                              <a:pt x="110733" y="80963"/>
                              <a:pt x="99208" y="79058"/>
                            </a:cubicBezTo>
                            <a:cubicBezTo>
                              <a:pt x="93398" y="78296"/>
                              <a:pt x="87587" y="77438"/>
                              <a:pt x="82253" y="76771"/>
                            </a:cubicBezTo>
                            <a:cubicBezTo>
                              <a:pt x="76919" y="76295"/>
                              <a:pt x="72062" y="75724"/>
                              <a:pt x="68347" y="75247"/>
                            </a:cubicBezTo>
                            <a:cubicBezTo>
                              <a:pt x="39962" y="72580"/>
                              <a:pt x="24627" y="63818"/>
                              <a:pt x="5863" y="50292"/>
                            </a:cubicBezTo>
                            <a:cubicBezTo>
                              <a:pt x="-614" y="45815"/>
                              <a:pt x="-2139" y="34862"/>
                              <a:pt x="3386" y="28861"/>
                            </a:cubicBezTo>
                            <a:cubicBezTo>
                              <a:pt x="19198" y="11621"/>
                              <a:pt x="40057" y="95"/>
                              <a:pt x="74061" y="0"/>
                            </a:cubicBezTo>
                            <a:cubicBezTo>
                              <a:pt x="78539" y="95"/>
                              <a:pt x="84253" y="381"/>
                              <a:pt x="90445" y="762"/>
                            </a:cubicBezTo>
                            <a:cubicBezTo>
                              <a:pt x="96636" y="1334"/>
                              <a:pt x="103399" y="2191"/>
                              <a:pt x="110162" y="3143"/>
                            </a:cubicBezTo>
                            <a:cubicBezTo>
                              <a:pt x="116829" y="4381"/>
                              <a:pt x="123592" y="5620"/>
                              <a:pt x="129688" y="6953"/>
                            </a:cubicBezTo>
                            <a:cubicBezTo>
                              <a:pt x="135784" y="8572"/>
                              <a:pt x="141308" y="10001"/>
                              <a:pt x="145785" y="11144"/>
                            </a:cubicBezTo>
                            <a:cubicBezTo>
                              <a:pt x="178932" y="21527"/>
                              <a:pt x="192362" y="39148"/>
                              <a:pt x="201982" y="60103"/>
                            </a:cubicBezTo>
                            <a:cubicBezTo>
                              <a:pt x="205412" y="67246"/>
                              <a:pt x="202649" y="77724"/>
                              <a:pt x="195791" y="80201"/>
                            </a:cubicBezTo>
                            <a:cubicBezTo>
                              <a:pt x="175598" y="88011"/>
                              <a:pt x="156548" y="90106"/>
                              <a:pt x="129497" y="8467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23" name="Forme libre : forme 12122">
                        <a:extLst>
                          <a:ext uri="{FF2B5EF4-FFF2-40B4-BE49-F238E27FC236}">
                            <a16:creationId xmlns:a16="http://schemas.microsoft.com/office/drawing/2014/main" id="{D245FE31-561B-42C5-8A9D-CCAB2FF01C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6084" y="2733770"/>
                        <a:ext cx="195453" cy="45447"/>
                      </a:xfrm>
                      <a:custGeom>
                        <a:avLst/>
                        <a:gdLst>
                          <a:gd name="connsiteX0" fmla="*/ 79534 w 195453"/>
                          <a:gd name="connsiteY0" fmla="*/ 6858 h 45447"/>
                          <a:gd name="connsiteX1" fmla="*/ 0 w 195453"/>
                          <a:gd name="connsiteY1" fmla="*/ 0 h 45447"/>
                          <a:gd name="connsiteX2" fmla="*/ 5239 w 195453"/>
                          <a:gd name="connsiteY2" fmla="*/ 8001 h 45447"/>
                          <a:gd name="connsiteX3" fmla="*/ 14764 w 195453"/>
                          <a:gd name="connsiteY3" fmla="*/ 14573 h 45447"/>
                          <a:gd name="connsiteX4" fmla="*/ 28480 w 195453"/>
                          <a:gd name="connsiteY4" fmla="*/ 22479 h 45447"/>
                          <a:gd name="connsiteX5" fmla="*/ 43625 w 195453"/>
                          <a:gd name="connsiteY5" fmla="*/ 28480 h 45447"/>
                          <a:gd name="connsiteX6" fmla="*/ 67723 w 195453"/>
                          <a:gd name="connsiteY6" fmla="*/ 33052 h 45447"/>
                          <a:gd name="connsiteX7" fmla="*/ 77628 w 195453"/>
                          <a:gd name="connsiteY7" fmla="*/ 34195 h 45447"/>
                          <a:gd name="connsiteX8" fmla="*/ 124396 w 195453"/>
                          <a:gd name="connsiteY8" fmla="*/ 41529 h 45447"/>
                          <a:gd name="connsiteX9" fmla="*/ 128873 w 195453"/>
                          <a:gd name="connsiteY9" fmla="*/ 42481 h 45447"/>
                          <a:gd name="connsiteX10" fmla="*/ 155067 w 195453"/>
                          <a:gd name="connsiteY10" fmla="*/ 45434 h 45447"/>
                          <a:gd name="connsiteX11" fmla="*/ 185642 w 195453"/>
                          <a:gd name="connsiteY11" fmla="*/ 41243 h 45447"/>
                          <a:gd name="connsiteX12" fmla="*/ 195167 w 195453"/>
                          <a:gd name="connsiteY12" fmla="*/ 37909 h 45447"/>
                          <a:gd name="connsiteX13" fmla="*/ 195453 w 195453"/>
                          <a:gd name="connsiteY13" fmla="*/ 37719 h 45447"/>
                          <a:gd name="connsiteX14" fmla="*/ 79534 w 195453"/>
                          <a:gd name="connsiteY14" fmla="*/ 6858 h 45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5453" h="45447">
                            <a:moveTo>
                              <a:pt x="79534" y="6858"/>
                            </a:moveTo>
                            <a:cubicBezTo>
                              <a:pt x="52101" y="6001"/>
                              <a:pt x="23432" y="6953"/>
                              <a:pt x="0" y="0"/>
                            </a:cubicBezTo>
                            <a:cubicBezTo>
                              <a:pt x="857" y="3238"/>
                              <a:pt x="2572" y="6001"/>
                              <a:pt x="5239" y="8001"/>
                            </a:cubicBezTo>
                            <a:cubicBezTo>
                              <a:pt x="8477" y="10382"/>
                              <a:pt x="11620" y="12573"/>
                              <a:pt x="14764" y="14573"/>
                            </a:cubicBezTo>
                            <a:cubicBezTo>
                              <a:pt x="19241" y="17431"/>
                              <a:pt x="23813" y="20002"/>
                              <a:pt x="28480" y="22479"/>
                            </a:cubicBezTo>
                            <a:cubicBezTo>
                              <a:pt x="33242" y="24860"/>
                              <a:pt x="38195" y="26575"/>
                              <a:pt x="43625" y="28480"/>
                            </a:cubicBezTo>
                            <a:cubicBezTo>
                              <a:pt x="50673" y="30480"/>
                              <a:pt x="58484" y="32195"/>
                              <a:pt x="67723" y="33052"/>
                            </a:cubicBezTo>
                            <a:cubicBezTo>
                              <a:pt x="70580" y="33338"/>
                              <a:pt x="73914" y="33814"/>
                              <a:pt x="77628" y="34195"/>
                            </a:cubicBezTo>
                            <a:cubicBezTo>
                              <a:pt x="92107" y="35623"/>
                              <a:pt x="111919" y="38767"/>
                              <a:pt x="124396" y="41529"/>
                            </a:cubicBezTo>
                            <a:cubicBezTo>
                              <a:pt x="126016" y="41815"/>
                              <a:pt x="127540" y="42100"/>
                              <a:pt x="128873" y="42481"/>
                            </a:cubicBezTo>
                            <a:cubicBezTo>
                              <a:pt x="138493" y="44387"/>
                              <a:pt x="147066" y="45339"/>
                              <a:pt x="155067" y="45434"/>
                            </a:cubicBezTo>
                            <a:cubicBezTo>
                              <a:pt x="165925" y="45625"/>
                              <a:pt x="175926" y="43720"/>
                              <a:pt x="185642" y="41243"/>
                            </a:cubicBezTo>
                            <a:cubicBezTo>
                              <a:pt x="188786" y="40291"/>
                              <a:pt x="192024" y="39243"/>
                              <a:pt x="195167" y="37909"/>
                            </a:cubicBezTo>
                            <a:lnTo>
                              <a:pt x="195453" y="37719"/>
                            </a:lnTo>
                            <a:cubicBezTo>
                              <a:pt x="159544" y="19907"/>
                              <a:pt x="118776" y="7715"/>
                              <a:pt x="79534" y="685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24" name="Forme libre : forme 12123">
                        <a:extLst>
                          <a:ext uri="{FF2B5EF4-FFF2-40B4-BE49-F238E27FC236}">
                            <a16:creationId xmlns:a16="http://schemas.microsoft.com/office/drawing/2014/main" id="{32CB6110-7B2F-4EE2-8305-2BEF0C80CB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7616" y="2721506"/>
                        <a:ext cx="93701" cy="32567"/>
                      </a:xfrm>
                      <a:custGeom>
                        <a:avLst/>
                        <a:gdLst>
                          <a:gd name="connsiteX0" fmla="*/ 93536 w 93701"/>
                          <a:gd name="connsiteY0" fmla="*/ 28456 h 32567"/>
                          <a:gd name="connsiteX1" fmla="*/ 71628 w 93701"/>
                          <a:gd name="connsiteY1" fmla="*/ 31885 h 32567"/>
                          <a:gd name="connsiteX2" fmla="*/ 43053 w 93701"/>
                          <a:gd name="connsiteY2" fmla="*/ 27409 h 32567"/>
                          <a:gd name="connsiteX3" fmla="*/ 17146 w 93701"/>
                          <a:gd name="connsiteY3" fmla="*/ 20836 h 32567"/>
                          <a:gd name="connsiteX4" fmla="*/ 1 w 93701"/>
                          <a:gd name="connsiteY4" fmla="*/ 8549 h 32567"/>
                          <a:gd name="connsiteX5" fmla="*/ 19336 w 93701"/>
                          <a:gd name="connsiteY5" fmla="*/ 72 h 32567"/>
                          <a:gd name="connsiteX6" fmla="*/ 47531 w 93701"/>
                          <a:gd name="connsiteY6" fmla="*/ 2929 h 32567"/>
                          <a:gd name="connsiteX7" fmla="*/ 76391 w 93701"/>
                          <a:gd name="connsiteY7" fmla="*/ 12550 h 32567"/>
                          <a:gd name="connsiteX8" fmla="*/ 93536 w 93701"/>
                          <a:gd name="connsiteY8" fmla="*/ 28456 h 325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701" h="32567">
                            <a:moveTo>
                              <a:pt x="93536" y="28456"/>
                            </a:moveTo>
                            <a:cubicBezTo>
                              <a:pt x="91917" y="33409"/>
                              <a:pt x="82392" y="32933"/>
                              <a:pt x="71628" y="31885"/>
                            </a:cubicBezTo>
                            <a:cubicBezTo>
                              <a:pt x="60960" y="30552"/>
                              <a:pt x="49054" y="28647"/>
                              <a:pt x="43053" y="27409"/>
                            </a:cubicBezTo>
                            <a:cubicBezTo>
                              <a:pt x="37053" y="26266"/>
                              <a:pt x="26385" y="23884"/>
                              <a:pt x="17146" y="20836"/>
                            </a:cubicBezTo>
                            <a:cubicBezTo>
                              <a:pt x="7906" y="17788"/>
                              <a:pt x="-94" y="14169"/>
                              <a:pt x="1" y="8549"/>
                            </a:cubicBezTo>
                            <a:cubicBezTo>
                              <a:pt x="96" y="3120"/>
                              <a:pt x="8859" y="548"/>
                              <a:pt x="19336" y="72"/>
                            </a:cubicBezTo>
                            <a:cubicBezTo>
                              <a:pt x="29719" y="-405"/>
                              <a:pt x="41625" y="1596"/>
                              <a:pt x="47531" y="2929"/>
                            </a:cubicBezTo>
                            <a:cubicBezTo>
                              <a:pt x="53531" y="4358"/>
                              <a:pt x="66009" y="7501"/>
                              <a:pt x="76391" y="12550"/>
                            </a:cubicBezTo>
                            <a:cubicBezTo>
                              <a:pt x="86964" y="17312"/>
                              <a:pt x="94965" y="23789"/>
                              <a:pt x="93536" y="2845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25" name="Forme libre : forme 12124">
                        <a:extLst>
                          <a:ext uri="{FF2B5EF4-FFF2-40B4-BE49-F238E27FC236}">
                            <a16:creationId xmlns:a16="http://schemas.microsoft.com/office/drawing/2014/main" id="{9D4F1678-95AF-4675-AAAC-0D5B680C58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7075" y="2722054"/>
                        <a:ext cx="63692" cy="29813"/>
                      </a:xfrm>
                      <a:custGeom>
                        <a:avLst/>
                        <a:gdLst>
                          <a:gd name="connsiteX0" fmla="*/ 21782 w 63692"/>
                          <a:gd name="connsiteY0" fmla="*/ 0 h 29813"/>
                          <a:gd name="connsiteX1" fmla="*/ 160 w 63692"/>
                          <a:gd name="connsiteY1" fmla="*/ 8096 h 29813"/>
                          <a:gd name="connsiteX2" fmla="*/ 44166 w 63692"/>
                          <a:gd name="connsiteY2" fmla="*/ 27051 h 29813"/>
                          <a:gd name="connsiteX3" fmla="*/ 63693 w 63692"/>
                          <a:gd name="connsiteY3" fmla="*/ 29813 h 29813"/>
                          <a:gd name="connsiteX4" fmla="*/ 53596 w 63692"/>
                          <a:gd name="connsiteY4" fmla="*/ 26670 h 29813"/>
                          <a:gd name="connsiteX5" fmla="*/ 32260 w 63692"/>
                          <a:gd name="connsiteY5" fmla="*/ 15049 h 29813"/>
                          <a:gd name="connsiteX6" fmla="*/ 21782 w 63692"/>
                          <a:gd name="connsiteY6" fmla="*/ 0 h 298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692" h="29813">
                            <a:moveTo>
                              <a:pt x="21782" y="0"/>
                            </a:moveTo>
                            <a:cubicBezTo>
                              <a:pt x="15401" y="857"/>
                              <a:pt x="-1839" y="1238"/>
                              <a:pt x="160" y="8096"/>
                            </a:cubicBezTo>
                            <a:cubicBezTo>
                              <a:pt x="3399" y="19240"/>
                              <a:pt x="29307" y="23431"/>
                              <a:pt x="44166" y="27051"/>
                            </a:cubicBezTo>
                            <a:cubicBezTo>
                              <a:pt x="48548" y="27908"/>
                              <a:pt x="58549" y="29432"/>
                              <a:pt x="63693" y="29813"/>
                            </a:cubicBezTo>
                            <a:cubicBezTo>
                              <a:pt x="60930" y="28861"/>
                              <a:pt x="56072" y="27908"/>
                              <a:pt x="53596" y="26670"/>
                            </a:cubicBezTo>
                            <a:cubicBezTo>
                              <a:pt x="46452" y="22955"/>
                              <a:pt x="38451" y="19621"/>
                              <a:pt x="32260" y="15049"/>
                            </a:cubicBezTo>
                            <a:cubicBezTo>
                              <a:pt x="26069" y="10954"/>
                              <a:pt x="21592" y="6096"/>
                              <a:pt x="2178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26" name="Forme libre : forme 12125">
                        <a:extLst>
                          <a:ext uri="{FF2B5EF4-FFF2-40B4-BE49-F238E27FC236}">
                            <a16:creationId xmlns:a16="http://schemas.microsoft.com/office/drawing/2014/main" id="{45599F11-5921-41DF-8B40-890392774B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92468" y="2725253"/>
                        <a:ext cx="93358" cy="32571"/>
                      </a:xfrm>
                      <a:custGeom>
                        <a:avLst/>
                        <a:gdLst>
                          <a:gd name="connsiteX0" fmla="*/ 92685 w 93358"/>
                          <a:gd name="connsiteY0" fmla="*/ 28900 h 32571"/>
                          <a:gd name="connsiteX1" fmla="*/ 69729 w 93358"/>
                          <a:gd name="connsiteY1" fmla="*/ 31853 h 32571"/>
                          <a:gd name="connsiteX2" fmla="*/ 54394 w 93358"/>
                          <a:gd name="connsiteY2" fmla="*/ 29662 h 32571"/>
                          <a:gd name="connsiteX3" fmla="*/ 41916 w 93358"/>
                          <a:gd name="connsiteY3" fmla="*/ 27567 h 32571"/>
                          <a:gd name="connsiteX4" fmla="*/ 7 w 93358"/>
                          <a:gd name="connsiteY4" fmla="*/ 8136 h 32571"/>
                          <a:gd name="connsiteX5" fmla="*/ 19151 w 93358"/>
                          <a:gd name="connsiteY5" fmla="*/ 39 h 32571"/>
                          <a:gd name="connsiteX6" fmla="*/ 47060 w 93358"/>
                          <a:gd name="connsiteY6" fmla="*/ 3183 h 32571"/>
                          <a:gd name="connsiteX7" fmla="*/ 76778 w 93358"/>
                          <a:gd name="connsiteY7" fmla="*/ 13089 h 32571"/>
                          <a:gd name="connsiteX8" fmla="*/ 92685 w 93358"/>
                          <a:gd name="connsiteY8" fmla="*/ 28900 h 32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358" h="32571">
                            <a:moveTo>
                              <a:pt x="92685" y="28900"/>
                            </a:moveTo>
                            <a:cubicBezTo>
                              <a:pt x="89541" y="33091"/>
                              <a:pt x="80016" y="33091"/>
                              <a:pt x="69729" y="31853"/>
                            </a:cubicBezTo>
                            <a:cubicBezTo>
                              <a:pt x="64586" y="31377"/>
                              <a:pt x="59252" y="30424"/>
                              <a:pt x="54394" y="29662"/>
                            </a:cubicBezTo>
                            <a:cubicBezTo>
                              <a:pt x="49536" y="28996"/>
                              <a:pt x="45060" y="28233"/>
                              <a:pt x="41916" y="27567"/>
                            </a:cubicBezTo>
                            <a:cubicBezTo>
                              <a:pt x="29248" y="24900"/>
                              <a:pt x="673" y="18994"/>
                              <a:pt x="7" y="8136"/>
                            </a:cubicBezTo>
                            <a:cubicBezTo>
                              <a:pt x="-279" y="2611"/>
                              <a:pt x="8674" y="-56"/>
                              <a:pt x="19151" y="39"/>
                            </a:cubicBezTo>
                            <a:cubicBezTo>
                              <a:pt x="29629" y="-342"/>
                              <a:pt x="41440" y="2135"/>
                              <a:pt x="47060" y="3183"/>
                            </a:cubicBezTo>
                            <a:cubicBezTo>
                              <a:pt x="52584" y="4421"/>
                              <a:pt x="65920" y="8040"/>
                              <a:pt x="76778" y="13089"/>
                            </a:cubicBezTo>
                            <a:cubicBezTo>
                              <a:pt x="87541" y="18423"/>
                              <a:pt x="95828" y="24519"/>
                              <a:pt x="92685" y="2890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27" name="Forme libre : forme 12126">
                        <a:extLst>
                          <a:ext uri="{FF2B5EF4-FFF2-40B4-BE49-F238E27FC236}">
                            <a16:creationId xmlns:a16="http://schemas.microsoft.com/office/drawing/2014/main" id="{F5862F3F-FE61-490A-B780-446FB59E87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2159" y="2709814"/>
                        <a:ext cx="114348" cy="55129"/>
                      </a:xfrm>
                      <a:custGeom>
                        <a:avLst/>
                        <a:gdLst>
                          <a:gd name="connsiteX0" fmla="*/ 1071 w 114348"/>
                          <a:gd name="connsiteY0" fmla="*/ 21861 h 55129"/>
                          <a:gd name="connsiteX1" fmla="*/ 13645 w 114348"/>
                          <a:gd name="connsiteY1" fmla="*/ 33195 h 55129"/>
                          <a:gd name="connsiteX2" fmla="*/ 54030 w 114348"/>
                          <a:gd name="connsiteY2" fmla="*/ 50531 h 55129"/>
                          <a:gd name="connsiteX3" fmla="*/ 96036 w 114348"/>
                          <a:gd name="connsiteY3" fmla="*/ 55007 h 55129"/>
                          <a:gd name="connsiteX4" fmla="*/ 114324 w 114348"/>
                          <a:gd name="connsiteY4" fmla="*/ 45482 h 55129"/>
                          <a:gd name="connsiteX5" fmla="*/ 101846 w 114348"/>
                          <a:gd name="connsiteY5" fmla="*/ 36243 h 55129"/>
                          <a:gd name="connsiteX6" fmla="*/ 64318 w 114348"/>
                          <a:gd name="connsiteY6" fmla="*/ 15288 h 55129"/>
                          <a:gd name="connsiteX7" fmla="*/ 22503 w 114348"/>
                          <a:gd name="connsiteY7" fmla="*/ 239 h 55129"/>
                          <a:gd name="connsiteX8" fmla="*/ 1071 w 114348"/>
                          <a:gd name="connsiteY8" fmla="*/ 21861 h 551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4348" h="55129">
                            <a:moveTo>
                              <a:pt x="1071" y="21861"/>
                            </a:moveTo>
                            <a:cubicBezTo>
                              <a:pt x="4120" y="27957"/>
                              <a:pt x="6596" y="29481"/>
                              <a:pt x="13645" y="33195"/>
                            </a:cubicBezTo>
                            <a:cubicBezTo>
                              <a:pt x="27075" y="40434"/>
                              <a:pt x="37362" y="46245"/>
                              <a:pt x="54030" y="50531"/>
                            </a:cubicBezTo>
                            <a:cubicBezTo>
                              <a:pt x="67937" y="54150"/>
                              <a:pt x="83558" y="55579"/>
                              <a:pt x="96036" y="55007"/>
                            </a:cubicBezTo>
                            <a:cubicBezTo>
                              <a:pt x="105370" y="54150"/>
                              <a:pt x="114895" y="52150"/>
                              <a:pt x="114324" y="45482"/>
                            </a:cubicBezTo>
                            <a:cubicBezTo>
                              <a:pt x="113943" y="41482"/>
                              <a:pt x="107085" y="39101"/>
                              <a:pt x="101846" y="36243"/>
                            </a:cubicBezTo>
                            <a:cubicBezTo>
                              <a:pt x="89559" y="29004"/>
                              <a:pt x="77081" y="23766"/>
                              <a:pt x="64318" y="15288"/>
                            </a:cubicBezTo>
                            <a:cubicBezTo>
                              <a:pt x="53554" y="8240"/>
                              <a:pt x="40886" y="-1666"/>
                              <a:pt x="22503" y="239"/>
                            </a:cubicBezTo>
                            <a:cubicBezTo>
                              <a:pt x="6120" y="2144"/>
                              <a:pt x="-3310" y="13669"/>
                              <a:pt x="1071" y="2186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28" name="Forme libre : forme 12127">
                        <a:extLst>
                          <a:ext uri="{FF2B5EF4-FFF2-40B4-BE49-F238E27FC236}">
                            <a16:creationId xmlns:a16="http://schemas.microsoft.com/office/drawing/2014/main" id="{616EE710-042A-47EC-BEA8-57A0E6AFAE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6160" y="2711034"/>
                        <a:ext cx="40964" cy="11097"/>
                      </a:xfrm>
                      <a:custGeom>
                        <a:avLst/>
                        <a:gdLst>
                          <a:gd name="connsiteX0" fmla="*/ 3931 w 40964"/>
                          <a:gd name="connsiteY0" fmla="*/ 5781 h 11097"/>
                          <a:gd name="connsiteX1" fmla="*/ 121 w 40964"/>
                          <a:gd name="connsiteY1" fmla="*/ 8448 h 11097"/>
                          <a:gd name="connsiteX2" fmla="*/ 3074 w 40964"/>
                          <a:gd name="connsiteY2" fmla="*/ 10734 h 11097"/>
                          <a:gd name="connsiteX3" fmla="*/ 10408 w 40964"/>
                          <a:gd name="connsiteY3" fmla="*/ 11020 h 11097"/>
                          <a:gd name="connsiteX4" fmla="*/ 28410 w 40964"/>
                          <a:gd name="connsiteY4" fmla="*/ 9781 h 11097"/>
                          <a:gd name="connsiteX5" fmla="*/ 34983 w 40964"/>
                          <a:gd name="connsiteY5" fmla="*/ 8734 h 11097"/>
                          <a:gd name="connsiteX6" fmla="*/ 31744 w 40964"/>
                          <a:gd name="connsiteY6" fmla="*/ 66 h 11097"/>
                          <a:gd name="connsiteX7" fmla="*/ 3931 w 40964"/>
                          <a:gd name="connsiteY7" fmla="*/ 5781 h 110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964" h="11097">
                            <a:moveTo>
                              <a:pt x="3931" y="5781"/>
                            </a:moveTo>
                            <a:cubicBezTo>
                              <a:pt x="2026" y="6543"/>
                              <a:pt x="788" y="7210"/>
                              <a:pt x="121" y="8448"/>
                            </a:cubicBezTo>
                            <a:cubicBezTo>
                              <a:pt x="-450" y="9686"/>
                              <a:pt x="1074" y="10448"/>
                              <a:pt x="3074" y="10734"/>
                            </a:cubicBezTo>
                            <a:cubicBezTo>
                              <a:pt x="5074" y="11210"/>
                              <a:pt x="8122" y="11115"/>
                              <a:pt x="10408" y="11020"/>
                            </a:cubicBezTo>
                            <a:cubicBezTo>
                              <a:pt x="16313" y="10639"/>
                              <a:pt x="22696" y="10258"/>
                              <a:pt x="28410" y="9781"/>
                            </a:cubicBezTo>
                            <a:cubicBezTo>
                              <a:pt x="30792" y="9496"/>
                              <a:pt x="32982" y="9400"/>
                              <a:pt x="34983" y="8734"/>
                            </a:cubicBezTo>
                            <a:cubicBezTo>
                              <a:pt x="43079" y="6257"/>
                              <a:pt x="43841" y="352"/>
                              <a:pt x="31744" y="66"/>
                            </a:cubicBezTo>
                            <a:cubicBezTo>
                              <a:pt x="22600" y="-505"/>
                              <a:pt x="11551" y="2733"/>
                              <a:pt x="3931" y="578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29" name="Forme libre : forme 12128">
                        <a:extLst>
                          <a:ext uri="{FF2B5EF4-FFF2-40B4-BE49-F238E27FC236}">
                            <a16:creationId xmlns:a16="http://schemas.microsoft.com/office/drawing/2014/main" id="{3BE8D1AE-0B49-4C23-9822-A3ADDFB7B0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47529" y="2768060"/>
                        <a:ext cx="62579" cy="7143"/>
                      </a:xfrm>
                      <a:custGeom>
                        <a:avLst/>
                        <a:gdLst>
                          <a:gd name="connsiteX0" fmla="*/ 62579 w 62579"/>
                          <a:gd name="connsiteY0" fmla="*/ 0 h 7143"/>
                          <a:gd name="connsiteX1" fmla="*/ 0 w 62579"/>
                          <a:gd name="connsiteY1" fmla="*/ 7144 h 7143"/>
                          <a:gd name="connsiteX2" fmla="*/ 62579 w 62579"/>
                          <a:gd name="connsiteY2" fmla="*/ 0 h 7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2579" h="7143">
                            <a:moveTo>
                              <a:pt x="62579" y="0"/>
                            </a:moveTo>
                            <a:cubicBezTo>
                              <a:pt x="48959" y="8858"/>
                              <a:pt x="18479" y="6287"/>
                              <a:pt x="0" y="7144"/>
                            </a:cubicBezTo>
                            <a:cubicBezTo>
                              <a:pt x="20002" y="6668"/>
                              <a:pt x="44196" y="3048"/>
                              <a:pt x="625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30" name="Forme libre : forme 12129">
                        <a:extLst>
                          <a:ext uri="{FF2B5EF4-FFF2-40B4-BE49-F238E27FC236}">
                            <a16:creationId xmlns:a16="http://schemas.microsoft.com/office/drawing/2014/main" id="{9E8291ED-5702-4020-96A3-AFE93D876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0466" y="2694141"/>
                        <a:ext cx="71532" cy="28007"/>
                      </a:xfrm>
                      <a:custGeom>
                        <a:avLst/>
                        <a:gdLst>
                          <a:gd name="connsiteX0" fmla="*/ 71532 w 71532"/>
                          <a:gd name="connsiteY0" fmla="*/ 4 h 28007"/>
                          <a:gd name="connsiteX1" fmla="*/ 0 w 71532"/>
                          <a:gd name="connsiteY1" fmla="*/ 28008 h 28007"/>
                          <a:gd name="connsiteX2" fmla="*/ 71532 w 71532"/>
                          <a:gd name="connsiteY2" fmla="*/ 4 h 28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1532" h="28007">
                            <a:moveTo>
                              <a:pt x="71532" y="4"/>
                            </a:moveTo>
                            <a:cubicBezTo>
                              <a:pt x="41529" y="-281"/>
                              <a:pt x="15907" y="13244"/>
                              <a:pt x="0" y="28008"/>
                            </a:cubicBezTo>
                            <a:cubicBezTo>
                              <a:pt x="14192" y="13244"/>
                              <a:pt x="46005" y="2767"/>
                              <a:pt x="71532" y="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31" name="Forme libre : forme 12130">
                        <a:extLst>
                          <a:ext uri="{FF2B5EF4-FFF2-40B4-BE49-F238E27FC236}">
                            <a16:creationId xmlns:a16="http://schemas.microsoft.com/office/drawing/2014/main" id="{B066D254-78AF-4AFA-940B-8BE66C264E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975" y="2726920"/>
                        <a:ext cx="34600" cy="14150"/>
                      </a:xfrm>
                      <a:custGeom>
                        <a:avLst/>
                        <a:gdLst>
                          <a:gd name="connsiteX0" fmla="*/ 34079 w 34600"/>
                          <a:gd name="connsiteY0" fmla="*/ 13422 h 14150"/>
                          <a:gd name="connsiteX1" fmla="*/ 13315 w 34600"/>
                          <a:gd name="connsiteY1" fmla="*/ 9707 h 14150"/>
                          <a:gd name="connsiteX2" fmla="*/ 552 w 34600"/>
                          <a:gd name="connsiteY2" fmla="*/ 1134 h 14150"/>
                          <a:gd name="connsiteX3" fmla="*/ 10362 w 34600"/>
                          <a:gd name="connsiteY3" fmla="*/ 658 h 14150"/>
                          <a:gd name="connsiteX4" fmla="*/ 20554 w 34600"/>
                          <a:gd name="connsiteY4" fmla="*/ 3992 h 14150"/>
                          <a:gd name="connsiteX5" fmla="*/ 34079 w 34600"/>
                          <a:gd name="connsiteY5" fmla="*/ 13422 h 14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600" h="14150">
                            <a:moveTo>
                              <a:pt x="34079" y="13422"/>
                            </a:moveTo>
                            <a:cubicBezTo>
                              <a:pt x="30936" y="15993"/>
                              <a:pt x="17601" y="11041"/>
                              <a:pt x="13315" y="9707"/>
                            </a:cubicBezTo>
                            <a:cubicBezTo>
                              <a:pt x="9219" y="7992"/>
                              <a:pt x="-2687" y="4373"/>
                              <a:pt x="552" y="1134"/>
                            </a:cubicBezTo>
                            <a:cubicBezTo>
                              <a:pt x="2171" y="-390"/>
                              <a:pt x="6171" y="-199"/>
                              <a:pt x="10362" y="658"/>
                            </a:cubicBezTo>
                            <a:cubicBezTo>
                              <a:pt x="14458" y="1611"/>
                              <a:pt x="18553" y="3230"/>
                              <a:pt x="20554" y="3992"/>
                            </a:cubicBezTo>
                            <a:cubicBezTo>
                              <a:pt x="24554" y="5135"/>
                              <a:pt x="37318" y="10659"/>
                              <a:pt x="34079" y="1342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32" name="Forme libre : forme 12131">
                        <a:extLst>
                          <a:ext uri="{FF2B5EF4-FFF2-40B4-BE49-F238E27FC236}">
                            <a16:creationId xmlns:a16="http://schemas.microsoft.com/office/drawing/2014/main" id="{7D9DE6B1-F0AF-4BB7-8114-E420931F2D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56864" y="2737159"/>
                        <a:ext cx="9811" cy="4618"/>
                      </a:xfrm>
                      <a:custGeom>
                        <a:avLst/>
                        <a:gdLst>
                          <a:gd name="connsiteX0" fmla="*/ 9811 w 9811"/>
                          <a:gd name="connsiteY0" fmla="*/ 3754 h 4618"/>
                          <a:gd name="connsiteX1" fmla="*/ 4858 w 9811"/>
                          <a:gd name="connsiteY1" fmla="*/ 4040 h 4618"/>
                          <a:gd name="connsiteX2" fmla="*/ 0 w 9811"/>
                          <a:gd name="connsiteY2" fmla="*/ 897 h 4618"/>
                          <a:gd name="connsiteX3" fmla="*/ 4858 w 9811"/>
                          <a:gd name="connsiteY3" fmla="*/ 611 h 4618"/>
                          <a:gd name="connsiteX4" fmla="*/ 9811 w 9811"/>
                          <a:gd name="connsiteY4" fmla="*/ 3754 h 46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811" h="4618">
                            <a:moveTo>
                              <a:pt x="9811" y="3754"/>
                            </a:moveTo>
                            <a:cubicBezTo>
                              <a:pt x="9716" y="5183"/>
                              <a:pt x="6478" y="4516"/>
                              <a:pt x="4858" y="4040"/>
                            </a:cubicBezTo>
                            <a:cubicBezTo>
                              <a:pt x="3239" y="3564"/>
                              <a:pt x="0" y="2421"/>
                              <a:pt x="0" y="897"/>
                            </a:cubicBezTo>
                            <a:cubicBezTo>
                              <a:pt x="95" y="-532"/>
                              <a:pt x="3143" y="39"/>
                              <a:pt x="4858" y="611"/>
                            </a:cubicBezTo>
                            <a:cubicBezTo>
                              <a:pt x="6478" y="1182"/>
                              <a:pt x="9811" y="2325"/>
                              <a:pt x="9811" y="375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33" name="Forme libre : forme 12132">
                        <a:extLst>
                          <a:ext uri="{FF2B5EF4-FFF2-40B4-BE49-F238E27FC236}">
                            <a16:creationId xmlns:a16="http://schemas.microsoft.com/office/drawing/2014/main" id="{7132678E-154E-477E-817D-17F7D031BF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30321" y="2704749"/>
                        <a:ext cx="79490" cy="56888"/>
                      </a:xfrm>
                      <a:custGeom>
                        <a:avLst/>
                        <a:gdLst>
                          <a:gd name="connsiteX0" fmla="*/ 64928 w 79490"/>
                          <a:gd name="connsiteY0" fmla="*/ 31116 h 56888"/>
                          <a:gd name="connsiteX1" fmla="*/ 79406 w 79490"/>
                          <a:gd name="connsiteY1" fmla="*/ 53405 h 56888"/>
                          <a:gd name="connsiteX2" fmla="*/ 71501 w 79490"/>
                          <a:gd name="connsiteY2" fmla="*/ 56072 h 56888"/>
                          <a:gd name="connsiteX3" fmla="*/ 63119 w 79490"/>
                          <a:gd name="connsiteY3" fmla="*/ 48833 h 56888"/>
                          <a:gd name="connsiteX4" fmla="*/ 37496 w 79490"/>
                          <a:gd name="connsiteY4" fmla="*/ 25877 h 56888"/>
                          <a:gd name="connsiteX5" fmla="*/ 14065 w 79490"/>
                          <a:gd name="connsiteY5" fmla="*/ 14162 h 56888"/>
                          <a:gd name="connsiteX6" fmla="*/ 1206 w 79490"/>
                          <a:gd name="connsiteY6" fmla="*/ 2065 h 56888"/>
                          <a:gd name="connsiteX7" fmla="*/ 48355 w 79490"/>
                          <a:gd name="connsiteY7" fmla="*/ 13304 h 56888"/>
                          <a:gd name="connsiteX8" fmla="*/ 64928 w 79490"/>
                          <a:gd name="connsiteY8" fmla="*/ 31116 h 56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9490" h="56888">
                            <a:moveTo>
                              <a:pt x="64928" y="31116"/>
                            </a:moveTo>
                            <a:cubicBezTo>
                              <a:pt x="72263" y="39022"/>
                              <a:pt x="77311" y="44832"/>
                              <a:pt x="79406" y="53405"/>
                            </a:cubicBezTo>
                            <a:cubicBezTo>
                              <a:pt x="80168" y="56548"/>
                              <a:pt x="75596" y="57882"/>
                              <a:pt x="71501" y="56072"/>
                            </a:cubicBezTo>
                            <a:cubicBezTo>
                              <a:pt x="67310" y="54167"/>
                              <a:pt x="65309" y="51690"/>
                              <a:pt x="63119" y="48833"/>
                            </a:cubicBezTo>
                            <a:cubicBezTo>
                              <a:pt x="56356" y="40165"/>
                              <a:pt x="47783" y="33021"/>
                              <a:pt x="37496" y="25877"/>
                            </a:cubicBezTo>
                            <a:cubicBezTo>
                              <a:pt x="34258" y="23592"/>
                              <a:pt x="23495" y="18639"/>
                              <a:pt x="14065" y="14162"/>
                            </a:cubicBezTo>
                            <a:cubicBezTo>
                              <a:pt x="4730" y="9494"/>
                              <a:pt x="-3080" y="5303"/>
                              <a:pt x="1206" y="2065"/>
                            </a:cubicBezTo>
                            <a:cubicBezTo>
                              <a:pt x="9969" y="-4793"/>
                              <a:pt x="39687" y="7113"/>
                              <a:pt x="48355" y="13304"/>
                            </a:cubicBezTo>
                            <a:cubicBezTo>
                              <a:pt x="57022" y="19782"/>
                              <a:pt x="59404" y="25020"/>
                              <a:pt x="64928" y="3111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10" name="Graphique 1">
                      <a:extLst>
                        <a:ext uri="{FF2B5EF4-FFF2-40B4-BE49-F238E27FC236}">
                          <a16:creationId xmlns:a16="http://schemas.microsoft.com/office/drawing/2014/main" id="{72A4E1CD-1A99-4DEA-B30A-838029BD4A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416116" y="2755295"/>
                      <a:ext cx="159532" cy="152870"/>
                      <a:chOff x="5416116" y="2755295"/>
                      <a:chExt cx="159532" cy="152870"/>
                    </a:xfrm>
                    <a:solidFill>
                      <a:schemeClr val="accent1"/>
                    </a:solidFill>
                  </p:grpSpPr>
                  <p:sp>
                    <p:nvSpPr>
                      <p:cNvPr id="12110" name="Forme libre : forme 12109">
                        <a:extLst>
                          <a:ext uri="{FF2B5EF4-FFF2-40B4-BE49-F238E27FC236}">
                            <a16:creationId xmlns:a16="http://schemas.microsoft.com/office/drawing/2014/main" id="{E1E8A556-DEFA-4970-9820-A5E309B6C9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16116" y="2755295"/>
                        <a:ext cx="159532" cy="152870"/>
                      </a:xfrm>
                      <a:custGeom>
                        <a:avLst/>
                        <a:gdLst>
                          <a:gd name="connsiteX0" fmla="*/ 84099 w 159532"/>
                          <a:gd name="connsiteY0" fmla="*/ 120588 h 152870"/>
                          <a:gd name="connsiteX1" fmla="*/ 61334 w 159532"/>
                          <a:gd name="connsiteY1" fmla="*/ 99157 h 152870"/>
                          <a:gd name="connsiteX2" fmla="*/ 48380 w 159532"/>
                          <a:gd name="connsiteY2" fmla="*/ 87346 h 152870"/>
                          <a:gd name="connsiteX3" fmla="*/ 37046 w 159532"/>
                          <a:gd name="connsiteY3" fmla="*/ 78202 h 152870"/>
                          <a:gd name="connsiteX4" fmla="*/ 22948 w 159532"/>
                          <a:gd name="connsiteY4" fmla="*/ 63819 h 152870"/>
                          <a:gd name="connsiteX5" fmla="*/ 13042 w 159532"/>
                          <a:gd name="connsiteY5" fmla="*/ 50103 h 152870"/>
                          <a:gd name="connsiteX6" fmla="*/ 565 w 159532"/>
                          <a:gd name="connsiteY6" fmla="*/ 20195 h 152870"/>
                          <a:gd name="connsiteX7" fmla="*/ 11613 w 159532"/>
                          <a:gd name="connsiteY7" fmla="*/ 1621 h 152870"/>
                          <a:gd name="connsiteX8" fmla="*/ 84575 w 159532"/>
                          <a:gd name="connsiteY8" fmla="*/ 19623 h 152870"/>
                          <a:gd name="connsiteX9" fmla="*/ 97529 w 159532"/>
                          <a:gd name="connsiteY9" fmla="*/ 28957 h 152870"/>
                          <a:gd name="connsiteX10" fmla="*/ 112103 w 159532"/>
                          <a:gd name="connsiteY10" fmla="*/ 41912 h 152870"/>
                          <a:gd name="connsiteX11" fmla="*/ 126390 w 159532"/>
                          <a:gd name="connsiteY11" fmla="*/ 55342 h 152870"/>
                          <a:gd name="connsiteX12" fmla="*/ 137344 w 159532"/>
                          <a:gd name="connsiteY12" fmla="*/ 67724 h 152870"/>
                          <a:gd name="connsiteX13" fmla="*/ 158394 w 159532"/>
                          <a:gd name="connsiteY13" fmla="*/ 139066 h 152870"/>
                          <a:gd name="connsiteX14" fmla="*/ 142297 w 159532"/>
                          <a:gd name="connsiteY14" fmla="*/ 152687 h 152870"/>
                          <a:gd name="connsiteX15" fmla="*/ 112769 w 159532"/>
                          <a:gd name="connsiteY15" fmla="*/ 142210 h 152870"/>
                          <a:gd name="connsiteX16" fmla="*/ 98481 w 159532"/>
                          <a:gd name="connsiteY16" fmla="*/ 133256 h 152870"/>
                          <a:gd name="connsiteX17" fmla="*/ 91528 w 159532"/>
                          <a:gd name="connsiteY17" fmla="*/ 127351 h 152870"/>
                          <a:gd name="connsiteX18" fmla="*/ 84099 w 159532"/>
                          <a:gd name="connsiteY18" fmla="*/ 120588 h 1528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59532" h="152870">
                            <a:moveTo>
                              <a:pt x="84099" y="120588"/>
                            </a:moveTo>
                            <a:cubicBezTo>
                              <a:pt x="78574" y="115540"/>
                              <a:pt x="70668" y="106872"/>
                              <a:pt x="61334" y="99157"/>
                            </a:cubicBezTo>
                            <a:cubicBezTo>
                              <a:pt x="56952" y="95156"/>
                              <a:pt x="52476" y="91060"/>
                              <a:pt x="48380" y="87346"/>
                            </a:cubicBezTo>
                            <a:cubicBezTo>
                              <a:pt x="43999" y="83917"/>
                              <a:pt x="40094" y="80774"/>
                              <a:pt x="37046" y="78202"/>
                            </a:cubicBezTo>
                            <a:cubicBezTo>
                              <a:pt x="31426" y="73439"/>
                              <a:pt x="26854" y="68486"/>
                              <a:pt x="22948" y="63819"/>
                            </a:cubicBezTo>
                            <a:cubicBezTo>
                              <a:pt x="18948" y="59342"/>
                              <a:pt x="15804" y="54770"/>
                              <a:pt x="13042" y="50103"/>
                            </a:cubicBezTo>
                            <a:cubicBezTo>
                              <a:pt x="7518" y="40959"/>
                              <a:pt x="4089" y="31053"/>
                              <a:pt x="565" y="20195"/>
                            </a:cubicBezTo>
                            <a:cubicBezTo>
                              <a:pt x="-1817" y="12574"/>
                              <a:pt x="3613" y="3049"/>
                              <a:pt x="11613" y="1621"/>
                            </a:cubicBezTo>
                            <a:cubicBezTo>
                              <a:pt x="34474" y="-2475"/>
                              <a:pt x="58000" y="382"/>
                              <a:pt x="84575" y="19623"/>
                            </a:cubicBezTo>
                            <a:cubicBezTo>
                              <a:pt x="88195" y="22099"/>
                              <a:pt x="92671" y="25338"/>
                              <a:pt x="97529" y="28957"/>
                            </a:cubicBezTo>
                            <a:cubicBezTo>
                              <a:pt x="102101" y="33053"/>
                              <a:pt x="107149" y="37435"/>
                              <a:pt x="112103" y="41912"/>
                            </a:cubicBezTo>
                            <a:cubicBezTo>
                              <a:pt x="117055" y="46483"/>
                              <a:pt x="122104" y="50865"/>
                              <a:pt x="126390" y="55342"/>
                            </a:cubicBezTo>
                            <a:cubicBezTo>
                              <a:pt x="130486" y="60009"/>
                              <a:pt x="134295" y="64295"/>
                              <a:pt x="137344" y="67724"/>
                            </a:cubicBezTo>
                            <a:cubicBezTo>
                              <a:pt x="159918" y="93918"/>
                              <a:pt x="161347" y="116397"/>
                              <a:pt x="158394" y="139066"/>
                            </a:cubicBezTo>
                            <a:cubicBezTo>
                              <a:pt x="157441" y="146972"/>
                              <a:pt x="149726" y="154116"/>
                              <a:pt x="142297" y="152687"/>
                            </a:cubicBezTo>
                            <a:cubicBezTo>
                              <a:pt x="131533" y="150592"/>
                              <a:pt x="122008" y="147353"/>
                              <a:pt x="112769" y="142210"/>
                            </a:cubicBezTo>
                            <a:cubicBezTo>
                              <a:pt x="107912" y="139829"/>
                              <a:pt x="103149" y="136876"/>
                              <a:pt x="98481" y="133256"/>
                            </a:cubicBezTo>
                            <a:cubicBezTo>
                              <a:pt x="96195" y="131447"/>
                              <a:pt x="93814" y="129446"/>
                              <a:pt x="91528" y="127351"/>
                            </a:cubicBezTo>
                            <a:cubicBezTo>
                              <a:pt x="89242" y="125065"/>
                              <a:pt x="86670" y="122969"/>
                              <a:pt x="84099" y="12058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11" name="Forme libre : forme 12110">
                        <a:extLst>
                          <a:ext uri="{FF2B5EF4-FFF2-40B4-BE49-F238E27FC236}">
                            <a16:creationId xmlns:a16="http://schemas.microsoft.com/office/drawing/2014/main" id="{2D3B3FB5-AC26-4930-A8DA-F77FDE708F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16337" y="2765678"/>
                        <a:ext cx="142742" cy="142113"/>
                      </a:xfrm>
                      <a:custGeom>
                        <a:avLst/>
                        <a:gdLst>
                          <a:gd name="connsiteX0" fmla="*/ 61780 w 142742"/>
                          <a:gd name="connsiteY0" fmla="*/ 52769 h 142113"/>
                          <a:gd name="connsiteX1" fmla="*/ 28443 w 142742"/>
                          <a:gd name="connsiteY1" fmla="*/ 27718 h 142113"/>
                          <a:gd name="connsiteX2" fmla="*/ 1201 w 142742"/>
                          <a:gd name="connsiteY2" fmla="*/ 0 h 142113"/>
                          <a:gd name="connsiteX3" fmla="*/ 535 w 142742"/>
                          <a:gd name="connsiteY3" fmla="*/ 9620 h 142113"/>
                          <a:gd name="connsiteX4" fmla="*/ 4249 w 142742"/>
                          <a:gd name="connsiteY4" fmla="*/ 20574 h 142113"/>
                          <a:gd name="connsiteX5" fmla="*/ 19489 w 142742"/>
                          <a:gd name="connsiteY5" fmla="*/ 49244 h 142113"/>
                          <a:gd name="connsiteX6" fmla="*/ 36920 w 142742"/>
                          <a:gd name="connsiteY6" fmla="*/ 67723 h 142113"/>
                          <a:gd name="connsiteX7" fmla="*/ 44921 w 142742"/>
                          <a:gd name="connsiteY7" fmla="*/ 74295 h 142113"/>
                          <a:gd name="connsiteX8" fmla="*/ 63590 w 142742"/>
                          <a:gd name="connsiteY8" fmla="*/ 90869 h 142113"/>
                          <a:gd name="connsiteX9" fmla="*/ 80544 w 142742"/>
                          <a:gd name="connsiteY9" fmla="*/ 106966 h 142113"/>
                          <a:gd name="connsiteX10" fmla="*/ 83878 w 142742"/>
                          <a:gd name="connsiteY10" fmla="*/ 110204 h 142113"/>
                          <a:gd name="connsiteX11" fmla="*/ 104357 w 142742"/>
                          <a:gd name="connsiteY11" fmla="*/ 126873 h 142113"/>
                          <a:gd name="connsiteX12" fmla="*/ 132456 w 142742"/>
                          <a:gd name="connsiteY12" fmla="*/ 139732 h 142113"/>
                          <a:gd name="connsiteX13" fmla="*/ 142361 w 142742"/>
                          <a:gd name="connsiteY13" fmla="*/ 142113 h 142113"/>
                          <a:gd name="connsiteX14" fmla="*/ 142743 w 142742"/>
                          <a:gd name="connsiteY14" fmla="*/ 142113 h 142113"/>
                          <a:gd name="connsiteX15" fmla="*/ 61780 w 142742"/>
                          <a:gd name="connsiteY15" fmla="*/ 52769 h 1421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42742" h="142113">
                            <a:moveTo>
                              <a:pt x="61780" y="52769"/>
                            </a:moveTo>
                            <a:cubicBezTo>
                              <a:pt x="50159" y="45244"/>
                              <a:pt x="39206" y="36005"/>
                              <a:pt x="28443" y="27718"/>
                            </a:cubicBezTo>
                            <a:cubicBezTo>
                              <a:pt x="17965" y="19050"/>
                              <a:pt x="8345" y="10192"/>
                              <a:pt x="1201" y="0"/>
                            </a:cubicBezTo>
                            <a:cubicBezTo>
                              <a:pt x="-37" y="3048"/>
                              <a:pt x="-418" y="6477"/>
                              <a:pt x="535" y="9620"/>
                            </a:cubicBezTo>
                            <a:cubicBezTo>
                              <a:pt x="1677" y="13430"/>
                              <a:pt x="2916" y="17050"/>
                              <a:pt x="4249" y="20574"/>
                            </a:cubicBezTo>
                            <a:cubicBezTo>
                              <a:pt x="7964" y="30861"/>
                              <a:pt x="12536" y="39910"/>
                              <a:pt x="19489" y="49244"/>
                            </a:cubicBezTo>
                            <a:cubicBezTo>
                              <a:pt x="24252" y="54864"/>
                              <a:pt x="29586" y="61532"/>
                              <a:pt x="36920" y="67723"/>
                            </a:cubicBezTo>
                            <a:cubicBezTo>
                              <a:pt x="39111" y="69628"/>
                              <a:pt x="41873" y="71914"/>
                              <a:pt x="44921" y="74295"/>
                            </a:cubicBezTo>
                            <a:cubicBezTo>
                              <a:pt x="51017" y="78867"/>
                              <a:pt x="57018" y="85344"/>
                              <a:pt x="63590" y="90869"/>
                            </a:cubicBezTo>
                            <a:cubicBezTo>
                              <a:pt x="70352" y="96393"/>
                              <a:pt x="75877" y="102394"/>
                              <a:pt x="80544" y="106966"/>
                            </a:cubicBezTo>
                            <a:cubicBezTo>
                              <a:pt x="81782" y="108109"/>
                              <a:pt x="82925" y="109252"/>
                              <a:pt x="83878" y="110204"/>
                            </a:cubicBezTo>
                            <a:cubicBezTo>
                              <a:pt x="91498" y="116681"/>
                              <a:pt x="97594" y="122587"/>
                              <a:pt x="104357" y="126873"/>
                            </a:cubicBezTo>
                            <a:cubicBezTo>
                              <a:pt x="113882" y="132493"/>
                              <a:pt x="122645" y="136779"/>
                              <a:pt x="132456" y="139732"/>
                            </a:cubicBezTo>
                            <a:cubicBezTo>
                              <a:pt x="135694" y="140684"/>
                              <a:pt x="138932" y="141446"/>
                              <a:pt x="142361" y="142113"/>
                            </a:cubicBezTo>
                            <a:lnTo>
                              <a:pt x="142743" y="142113"/>
                            </a:lnTo>
                            <a:cubicBezTo>
                              <a:pt x="122073" y="107442"/>
                              <a:pt x="93975" y="75819"/>
                              <a:pt x="61780" y="5276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12" name="Forme libre : forme 12111">
                        <a:extLst>
                          <a:ext uri="{FF2B5EF4-FFF2-40B4-BE49-F238E27FC236}">
                            <a16:creationId xmlns:a16="http://schemas.microsoft.com/office/drawing/2014/main" id="{1C3D71EF-9ADF-4EAC-8FE0-8F6287E729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76318" y="2803154"/>
                        <a:ext cx="70110" cy="70955"/>
                      </a:xfrm>
                      <a:custGeom>
                        <a:avLst/>
                        <a:gdLst>
                          <a:gd name="connsiteX0" fmla="*/ 68474 w 70110"/>
                          <a:gd name="connsiteY0" fmla="*/ 69967 h 70955"/>
                          <a:gd name="connsiteX1" fmla="*/ 48376 w 70110"/>
                          <a:gd name="connsiteY1" fmla="*/ 60918 h 70955"/>
                          <a:gd name="connsiteX2" fmla="*/ 26755 w 70110"/>
                          <a:gd name="connsiteY2" fmla="*/ 41678 h 70955"/>
                          <a:gd name="connsiteX3" fmla="*/ 8562 w 70110"/>
                          <a:gd name="connsiteY3" fmla="*/ 21865 h 70955"/>
                          <a:gd name="connsiteX4" fmla="*/ 1037 w 70110"/>
                          <a:gd name="connsiteY4" fmla="*/ 2244 h 70955"/>
                          <a:gd name="connsiteX5" fmla="*/ 21897 w 70110"/>
                          <a:gd name="connsiteY5" fmla="*/ 5863 h 70955"/>
                          <a:gd name="connsiteX6" fmla="*/ 43804 w 70110"/>
                          <a:gd name="connsiteY6" fmla="*/ 23675 h 70955"/>
                          <a:gd name="connsiteX7" fmla="*/ 62854 w 70110"/>
                          <a:gd name="connsiteY7" fmla="*/ 47297 h 70955"/>
                          <a:gd name="connsiteX8" fmla="*/ 68474 w 70110"/>
                          <a:gd name="connsiteY8" fmla="*/ 69967 h 709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0110" h="70955">
                            <a:moveTo>
                              <a:pt x="68474" y="69967"/>
                            </a:moveTo>
                            <a:cubicBezTo>
                              <a:pt x="64473" y="73300"/>
                              <a:pt x="56663" y="67681"/>
                              <a:pt x="48376" y="60918"/>
                            </a:cubicBezTo>
                            <a:cubicBezTo>
                              <a:pt x="39613" y="54441"/>
                              <a:pt x="31136" y="45868"/>
                              <a:pt x="26755" y="41678"/>
                            </a:cubicBezTo>
                            <a:cubicBezTo>
                              <a:pt x="22182" y="37677"/>
                              <a:pt x="14372" y="29866"/>
                              <a:pt x="8562" y="21865"/>
                            </a:cubicBezTo>
                            <a:cubicBezTo>
                              <a:pt x="2656" y="14055"/>
                              <a:pt x="-2202" y="6816"/>
                              <a:pt x="1037" y="2244"/>
                            </a:cubicBezTo>
                            <a:cubicBezTo>
                              <a:pt x="4180" y="-2138"/>
                              <a:pt x="13134" y="339"/>
                              <a:pt x="21897" y="5863"/>
                            </a:cubicBezTo>
                            <a:cubicBezTo>
                              <a:pt x="30470" y="11579"/>
                              <a:pt x="39423" y="19484"/>
                              <a:pt x="43804" y="23675"/>
                            </a:cubicBezTo>
                            <a:cubicBezTo>
                              <a:pt x="48186" y="27962"/>
                              <a:pt x="56377" y="37963"/>
                              <a:pt x="62854" y="47297"/>
                            </a:cubicBezTo>
                            <a:cubicBezTo>
                              <a:pt x="69046" y="57013"/>
                              <a:pt x="72284" y="66919"/>
                              <a:pt x="68474" y="6996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13" name="Forme libre : forme 12112">
                        <a:extLst>
                          <a:ext uri="{FF2B5EF4-FFF2-40B4-BE49-F238E27FC236}">
                            <a16:creationId xmlns:a16="http://schemas.microsoft.com/office/drawing/2014/main" id="{168096F0-652A-4546-A7CF-C4F61E5F83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76482" y="2802685"/>
                        <a:ext cx="41735" cy="55671"/>
                      </a:xfrm>
                      <a:custGeom>
                        <a:avLst/>
                        <a:gdLst>
                          <a:gd name="connsiteX0" fmla="*/ 23067 w 41735"/>
                          <a:gd name="connsiteY0" fmla="*/ 7666 h 55671"/>
                          <a:gd name="connsiteX1" fmla="*/ 493 w 41735"/>
                          <a:gd name="connsiteY1" fmla="*/ 2427 h 55671"/>
                          <a:gd name="connsiteX2" fmla="*/ 8398 w 41735"/>
                          <a:gd name="connsiteY2" fmla="*/ 22334 h 55671"/>
                          <a:gd name="connsiteX3" fmla="*/ 26972 w 41735"/>
                          <a:gd name="connsiteY3" fmla="*/ 42527 h 55671"/>
                          <a:gd name="connsiteX4" fmla="*/ 41736 w 41735"/>
                          <a:gd name="connsiteY4" fmla="*/ 55672 h 55671"/>
                          <a:gd name="connsiteX5" fmla="*/ 34973 w 41735"/>
                          <a:gd name="connsiteY5" fmla="*/ 47481 h 55671"/>
                          <a:gd name="connsiteX6" fmla="*/ 23257 w 41735"/>
                          <a:gd name="connsiteY6" fmla="*/ 26240 h 55671"/>
                          <a:gd name="connsiteX7" fmla="*/ 23067 w 41735"/>
                          <a:gd name="connsiteY7" fmla="*/ 7666 h 556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1735" h="55671">
                            <a:moveTo>
                              <a:pt x="23067" y="7666"/>
                            </a:moveTo>
                            <a:cubicBezTo>
                              <a:pt x="17542" y="4618"/>
                              <a:pt x="2683" y="-4240"/>
                              <a:pt x="493" y="2427"/>
                            </a:cubicBezTo>
                            <a:cubicBezTo>
                              <a:pt x="-1508" y="8047"/>
                              <a:pt x="2874" y="14810"/>
                              <a:pt x="8398" y="22334"/>
                            </a:cubicBezTo>
                            <a:cubicBezTo>
                              <a:pt x="13827" y="29955"/>
                              <a:pt x="21257" y="37384"/>
                              <a:pt x="26972" y="42527"/>
                            </a:cubicBezTo>
                            <a:cubicBezTo>
                              <a:pt x="30211" y="45671"/>
                              <a:pt x="37544" y="52624"/>
                              <a:pt x="41736" y="55672"/>
                            </a:cubicBezTo>
                            <a:cubicBezTo>
                              <a:pt x="39831" y="53481"/>
                              <a:pt x="36402" y="49862"/>
                              <a:pt x="34973" y="47481"/>
                            </a:cubicBezTo>
                            <a:cubicBezTo>
                              <a:pt x="31163" y="40337"/>
                              <a:pt x="26020" y="33288"/>
                              <a:pt x="23257" y="26240"/>
                            </a:cubicBezTo>
                            <a:cubicBezTo>
                              <a:pt x="20400" y="19286"/>
                              <a:pt x="19543" y="12619"/>
                              <a:pt x="23067" y="766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14" name="Forme libre : forme 12113">
                        <a:extLst>
                          <a:ext uri="{FF2B5EF4-FFF2-40B4-BE49-F238E27FC236}">
                            <a16:creationId xmlns:a16="http://schemas.microsoft.com/office/drawing/2014/main" id="{4845E626-89C8-45B9-8351-EF320C5D71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78758" y="2808209"/>
                        <a:ext cx="69553" cy="70932"/>
                      </a:xfrm>
                      <a:custGeom>
                        <a:avLst/>
                        <a:gdLst>
                          <a:gd name="connsiteX0" fmla="*/ 67272 w 69553"/>
                          <a:gd name="connsiteY0" fmla="*/ 70532 h 70932"/>
                          <a:gd name="connsiteX1" fmla="*/ 46602 w 69553"/>
                          <a:gd name="connsiteY1" fmla="*/ 60530 h 70932"/>
                          <a:gd name="connsiteX2" fmla="*/ 25362 w 69553"/>
                          <a:gd name="connsiteY2" fmla="*/ 41861 h 70932"/>
                          <a:gd name="connsiteX3" fmla="*/ 882 w 69553"/>
                          <a:gd name="connsiteY3" fmla="*/ 2428 h 70932"/>
                          <a:gd name="connsiteX4" fmla="*/ 21361 w 69553"/>
                          <a:gd name="connsiteY4" fmla="*/ 6333 h 70932"/>
                          <a:gd name="connsiteX5" fmla="*/ 42983 w 69553"/>
                          <a:gd name="connsiteY5" fmla="*/ 24145 h 70932"/>
                          <a:gd name="connsiteX6" fmla="*/ 62510 w 69553"/>
                          <a:gd name="connsiteY6" fmla="*/ 48529 h 70932"/>
                          <a:gd name="connsiteX7" fmla="*/ 67272 w 69553"/>
                          <a:gd name="connsiteY7" fmla="*/ 70532 h 709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9553" h="70932">
                            <a:moveTo>
                              <a:pt x="67272" y="70532"/>
                            </a:moveTo>
                            <a:cubicBezTo>
                              <a:pt x="62319" y="72436"/>
                              <a:pt x="54223" y="67293"/>
                              <a:pt x="46602" y="60530"/>
                            </a:cubicBezTo>
                            <a:cubicBezTo>
                              <a:pt x="38316" y="54244"/>
                              <a:pt x="29934" y="46528"/>
                              <a:pt x="25362" y="41861"/>
                            </a:cubicBezTo>
                            <a:cubicBezTo>
                              <a:pt x="15741" y="33098"/>
                              <a:pt x="-4452" y="11572"/>
                              <a:pt x="882" y="2428"/>
                            </a:cubicBezTo>
                            <a:cubicBezTo>
                              <a:pt x="3740" y="-2240"/>
                              <a:pt x="12884" y="237"/>
                              <a:pt x="21361" y="6333"/>
                            </a:cubicBezTo>
                            <a:cubicBezTo>
                              <a:pt x="29934" y="12238"/>
                              <a:pt x="39078" y="20049"/>
                              <a:pt x="42983" y="24145"/>
                            </a:cubicBezTo>
                            <a:cubicBezTo>
                              <a:pt x="46698" y="28336"/>
                              <a:pt x="55937" y="38527"/>
                              <a:pt x="62510" y="48529"/>
                            </a:cubicBezTo>
                            <a:cubicBezTo>
                              <a:pt x="68415" y="59006"/>
                              <a:pt x="72225" y="68722"/>
                              <a:pt x="67272" y="7053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15" name="Forme libre : forme 12114">
                        <a:extLst>
                          <a:ext uri="{FF2B5EF4-FFF2-40B4-BE49-F238E27FC236}">
                            <a16:creationId xmlns:a16="http://schemas.microsoft.com/office/drawing/2014/main" id="{CEC42232-9124-4EF0-B8A3-3A58F897DA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40146" y="2771180"/>
                        <a:ext cx="81518" cy="96321"/>
                      </a:xfrm>
                      <a:custGeom>
                        <a:avLst/>
                        <a:gdLst>
                          <a:gd name="connsiteX0" fmla="*/ 442 w 81518"/>
                          <a:gd name="connsiteY0" fmla="*/ 9262 h 96321"/>
                          <a:gd name="connsiteX1" fmla="*/ 3871 w 81518"/>
                          <a:gd name="connsiteY1" fmla="*/ 25931 h 96321"/>
                          <a:gd name="connsiteX2" fmla="*/ 27493 w 81518"/>
                          <a:gd name="connsiteY2" fmla="*/ 63841 h 96321"/>
                          <a:gd name="connsiteX3" fmla="*/ 43495 w 81518"/>
                          <a:gd name="connsiteY3" fmla="*/ 79366 h 96321"/>
                          <a:gd name="connsiteX4" fmla="*/ 52258 w 81518"/>
                          <a:gd name="connsiteY4" fmla="*/ 85748 h 96321"/>
                          <a:gd name="connsiteX5" fmla="*/ 60450 w 81518"/>
                          <a:gd name="connsiteY5" fmla="*/ 91273 h 96321"/>
                          <a:gd name="connsiteX6" fmla="*/ 81119 w 81518"/>
                          <a:gd name="connsiteY6" fmla="*/ 93178 h 96321"/>
                          <a:gd name="connsiteX7" fmla="*/ 75499 w 81518"/>
                          <a:gd name="connsiteY7" fmla="*/ 78700 h 96321"/>
                          <a:gd name="connsiteX8" fmla="*/ 70642 w 81518"/>
                          <a:gd name="connsiteY8" fmla="*/ 69175 h 96321"/>
                          <a:gd name="connsiteX9" fmla="*/ 65308 w 81518"/>
                          <a:gd name="connsiteY9" fmla="*/ 60221 h 96321"/>
                          <a:gd name="connsiteX10" fmla="*/ 55687 w 81518"/>
                          <a:gd name="connsiteY10" fmla="*/ 40600 h 96321"/>
                          <a:gd name="connsiteX11" fmla="*/ 30351 w 81518"/>
                          <a:gd name="connsiteY11" fmla="*/ 4500 h 96321"/>
                          <a:gd name="connsiteX12" fmla="*/ 442 w 81518"/>
                          <a:gd name="connsiteY12" fmla="*/ 9262 h 963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81518" h="96321">
                            <a:moveTo>
                              <a:pt x="442" y="9262"/>
                            </a:moveTo>
                            <a:cubicBezTo>
                              <a:pt x="-701" y="15930"/>
                              <a:pt x="347" y="18692"/>
                              <a:pt x="3871" y="25931"/>
                            </a:cubicBezTo>
                            <a:cubicBezTo>
                              <a:pt x="10824" y="39266"/>
                              <a:pt x="15111" y="51458"/>
                              <a:pt x="27493" y="63841"/>
                            </a:cubicBezTo>
                            <a:cubicBezTo>
                              <a:pt x="32542" y="69175"/>
                              <a:pt x="37589" y="74890"/>
                              <a:pt x="43495" y="79366"/>
                            </a:cubicBezTo>
                            <a:cubicBezTo>
                              <a:pt x="46353" y="81653"/>
                              <a:pt x="49306" y="83843"/>
                              <a:pt x="52258" y="85748"/>
                            </a:cubicBezTo>
                            <a:cubicBezTo>
                              <a:pt x="55116" y="87748"/>
                              <a:pt x="57782" y="89749"/>
                              <a:pt x="60450" y="91273"/>
                            </a:cubicBezTo>
                            <a:cubicBezTo>
                              <a:pt x="68451" y="95940"/>
                              <a:pt x="78166" y="98893"/>
                              <a:pt x="81119" y="93178"/>
                            </a:cubicBezTo>
                            <a:cubicBezTo>
                              <a:pt x="82929" y="89654"/>
                              <a:pt x="78166" y="84129"/>
                              <a:pt x="75499" y="78700"/>
                            </a:cubicBezTo>
                            <a:cubicBezTo>
                              <a:pt x="73880" y="75461"/>
                              <a:pt x="72261" y="72318"/>
                              <a:pt x="70642" y="69175"/>
                            </a:cubicBezTo>
                            <a:cubicBezTo>
                              <a:pt x="68832" y="66222"/>
                              <a:pt x="67117" y="63269"/>
                              <a:pt x="65308" y="60221"/>
                            </a:cubicBezTo>
                            <a:cubicBezTo>
                              <a:pt x="61783" y="54125"/>
                              <a:pt x="58545" y="47744"/>
                              <a:pt x="55687" y="40600"/>
                            </a:cubicBezTo>
                            <a:cubicBezTo>
                              <a:pt x="50734" y="28694"/>
                              <a:pt x="45591" y="14120"/>
                              <a:pt x="30351" y="4500"/>
                            </a:cubicBezTo>
                            <a:cubicBezTo>
                              <a:pt x="16158" y="-3501"/>
                              <a:pt x="1966" y="-167"/>
                              <a:pt x="442" y="926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16" name="Forme libre : forme 12115">
                        <a:extLst>
                          <a:ext uri="{FF2B5EF4-FFF2-40B4-BE49-F238E27FC236}">
                            <a16:creationId xmlns:a16="http://schemas.microsoft.com/office/drawing/2014/main" id="{C63253EE-C110-4E34-8FDF-4F831AB035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65843" y="2783798"/>
                        <a:ext cx="36666" cy="21094"/>
                      </a:xfrm>
                      <a:custGeom>
                        <a:avLst/>
                        <a:gdLst>
                          <a:gd name="connsiteX0" fmla="*/ 5035 w 36666"/>
                          <a:gd name="connsiteY0" fmla="*/ 549 h 21094"/>
                          <a:gd name="connsiteX1" fmla="*/ 558 w 36666"/>
                          <a:gd name="connsiteY1" fmla="*/ 358 h 21094"/>
                          <a:gd name="connsiteX2" fmla="*/ 1510 w 36666"/>
                          <a:gd name="connsiteY2" fmla="*/ 4169 h 21094"/>
                          <a:gd name="connsiteX3" fmla="*/ 7225 w 36666"/>
                          <a:gd name="connsiteY3" fmla="*/ 8645 h 21094"/>
                          <a:gd name="connsiteX4" fmla="*/ 22656 w 36666"/>
                          <a:gd name="connsiteY4" fmla="*/ 17789 h 21094"/>
                          <a:gd name="connsiteX5" fmla="*/ 28752 w 36666"/>
                          <a:gd name="connsiteY5" fmla="*/ 20456 h 21094"/>
                          <a:gd name="connsiteX6" fmla="*/ 36467 w 36666"/>
                          <a:gd name="connsiteY6" fmla="*/ 19504 h 21094"/>
                          <a:gd name="connsiteX7" fmla="*/ 30942 w 36666"/>
                          <a:gd name="connsiteY7" fmla="*/ 11503 h 21094"/>
                          <a:gd name="connsiteX8" fmla="*/ 5035 w 36666"/>
                          <a:gd name="connsiteY8" fmla="*/ 549 h 210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6666" h="21094">
                            <a:moveTo>
                              <a:pt x="5035" y="549"/>
                            </a:moveTo>
                            <a:cubicBezTo>
                              <a:pt x="3129" y="73"/>
                              <a:pt x="1700" y="-308"/>
                              <a:pt x="558" y="358"/>
                            </a:cubicBezTo>
                            <a:cubicBezTo>
                              <a:pt x="-585" y="930"/>
                              <a:pt x="177" y="2549"/>
                              <a:pt x="1510" y="4169"/>
                            </a:cubicBezTo>
                            <a:cubicBezTo>
                              <a:pt x="2844" y="5692"/>
                              <a:pt x="5320" y="7407"/>
                              <a:pt x="7225" y="8645"/>
                            </a:cubicBezTo>
                            <a:cubicBezTo>
                              <a:pt x="12178" y="11884"/>
                              <a:pt x="17608" y="15217"/>
                              <a:pt x="22656" y="17789"/>
                            </a:cubicBezTo>
                            <a:cubicBezTo>
                              <a:pt x="24751" y="18837"/>
                              <a:pt x="26751" y="19980"/>
                              <a:pt x="28752" y="20456"/>
                            </a:cubicBezTo>
                            <a:cubicBezTo>
                              <a:pt x="32943" y="21504"/>
                              <a:pt x="35705" y="21314"/>
                              <a:pt x="36467" y="19504"/>
                            </a:cubicBezTo>
                            <a:cubicBezTo>
                              <a:pt x="37229" y="17789"/>
                              <a:pt x="35895" y="14741"/>
                              <a:pt x="30942" y="11503"/>
                            </a:cubicBezTo>
                            <a:cubicBezTo>
                              <a:pt x="23513" y="6264"/>
                              <a:pt x="12845" y="2454"/>
                              <a:pt x="5035" y="54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17" name="Forme libre : forme 12116">
                        <a:extLst>
                          <a:ext uri="{FF2B5EF4-FFF2-40B4-BE49-F238E27FC236}">
                            <a16:creationId xmlns:a16="http://schemas.microsoft.com/office/drawing/2014/main" id="{FF3DD225-BCA0-4BF1-BFF4-5B294CBAF0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02882" y="2876264"/>
                        <a:ext cx="56673" cy="27738"/>
                      </a:xfrm>
                      <a:custGeom>
                        <a:avLst/>
                        <a:gdLst>
                          <a:gd name="connsiteX0" fmla="*/ 56674 w 56673"/>
                          <a:gd name="connsiteY0" fmla="*/ 27718 h 27738"/>
                          <a:gd name="connsiteX1" fmla="*/ 28384 w 56673"/>
                          <a:gd name="connsiteY1" fmla="*/ 17240 h 27738"/>
                          <a:gd name="connsiteX2" fmla="*/ 0 w 56673"/>
                          <a:gd name="connsiteY2" fmla="*/ 0 h 27738"/>
                          <a:gd name="connsiteX3" fmla="*/ 56674 w 56673"/>
                          <a:gd name="connsiteY3" fmla="*/ 27718 h 277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6673" h="27738">
                            <a:moveTo>
                              <a:pt x="56674" y="27718"/>
                            </a:moveTo>
                            <a:cubicBezTo>
                              <a:pt x="48292" y="28099"/>
                              <a:pt x="38481" y="23051"/>
                              <a:pt x="28384" y="17240"/>
                            </a:cubicBezTo>
                            <a:cubicBezTo>
                              <a:pt x="17812" y="11811"/>
                              <a:pt x="8573" y="4477"/>
                              <a:pt x="0" y="0"/>
                            </a:cubicBezTo>
                            <a:cubicBezTo>
                              <a:pt x="17431" y="10287"/>
                              <a:pt x="39434" y="20479"/>
                              <a:pt x="56674" y="2771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18" name="Forme libre : forme 12117">
                        <a:extLst>
                          <a:ext uri="{FF2B5EF4-FFF2-40B4-BE49-F238E27FC236}">
                            <a16:creationId xmlns:a16="http://schemas.microsoft.com/office/drawing/2014/main" id="{36ABBD22-1605-4E19-9319-746EB1939A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28206" y="2758686"/>
                        <a:ext cx="73247" cy="19565"/>
                      </a:xfrm>
                      <a:custGeom>
                        <a:avLst/>
                        <a:gdLst>
                          <a:gd name="connsiteX0" fmla="*/ 73247 w 73247"/>
                          <a:gd name="connsiteY0" fmla="*/ 19565 h 19565"/>
                          <a:gd name="connsiteX1" fmla="*/ 0 w 73247"/>
                          <a:gd name="connsiteY1" fmla="*/ 515 h 19565"/>
                          <a:gd name="connsiteX2" fmla="*/ 36004 w 73247"/>
                          <a:gd name="connsiteY2" fmla="*/ 4421 h 19565"/>
                          <a:gd name="connsiteX3" fmla="*/ 73247 w 73247"/>
                          <a:gd name="connsiteY3" fmla="*/ 19565 h 195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3247" h="19565">
                            <a:moveTo>
                              <a:pt x="73247" y="19565"/>
                            </a:moveTo>
                            <a:cubicBezTo>
                              <a:pt x="49720" y="2706"/>
                              <a:pt x="21526" y="-1580"/>
                              <a:pt x="0" y="515"/>
                            </a:cubicBezTo>
                            <a:cubicBezTo>
                              <a:pt x="10096" y="-913"/>
                              <a:pt x="22860" y="706"/>
                              <a:pt x="36004" y="4421"/>
                            </a:cubicBezTo>
                            <a:cubicBezTo>
                              <a:pt x="49339" y="7850"/>
                              <a:pt x="62007" y="14041"/>
                              <a:pt x="73247" y="1956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19" name="Forme libre : forme 12118">
                        <a:extLst>
                          <a:ext uri="{FF2B5EF4-FFF2-40B4-BE49-F238E27FC236}">
                            <a16:creationId xmlns:a16="http://schemas.microsoft.com/office/drawing/2014/main" id="{01163070-3978-4956-8D04-37A043FF7B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10387" y="2825625"/>
                        <a:ext cx="24108" cy="28466"/>
                      </a:xfrm>
                      <a:custGeom>
                        <a:avLst/>
                        <a:gdLst>
                          <a:gd name="connsiteX0" fmla="*/ 22879 w 24108"/>
                          <a:gd name="connsiteY0" fmla="*/ 28446 h 28466"/>
                          <a:gd name="connsiteX1" fmla="*/ 7449 w 24108"/>
                          <a:gd name="connsiteY1" fmla="*/ 14158 h 28466"/>
                          <a:gd name="connsiteX2" fmla="*/ 1353 w 24108"/>
                          <a:gd name="connsiteY2" fmla="*/ 61 h 28466"/>
                          <a:gd name="connsiteX3" fmla="*/ 9926 w 24108"/>
                          <a:gd name="connsiteY3" fmla="*/ 4824 h 28466"/>
                          <a:gd name="connsiteX4" fmla="*/ 16498 w 24108"/>
                          <a:gd name="connsiteY4" fmla="*/ 13301 h 28466"/>
                          <a:gd name="connsiteX5" fmla="*/ 22879 w 24108"/>
                          <a:gd name="connsiteY5" fmla="*/ 28446 h 284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4108" h="28466">
                            <a:moveTo>
                              <a:pt x="22879" y="28446"/>
                            </a:moveTo>
                            <a:cubicBezTo>
                              <a:pt x="18593" y="29017"/>
                              <a:pt x="10116" y="17682"/>
                              <a:pt x="7449" y="14158"/>
                            </a:cubicBezTo>
                            <a:cubicBezTo>
                              <a:pt x="5068" y="10348"/>
                              <a:pt x="-3219" y="1109"/>
                              <a:pt x="1353" y="61"/>
                            </a:cubicBezTo>
                            <a:cubicBezTo>
                              <a:pt x="3544" y="-415"/>
                              <a:pt x="6877" y="1966"/>
                              <a:pt x="9926" y="4824"/>
                            </a:cubicBezTo>
                            <a:cubicBezTo>
                              <a:pt x="12688" y="7967"/>
                              <a:pt x="15260" y="11586"/>
                              <a:pt x="16498" y="13301"/>
                            </a:cubicBezTo>
                            <a:cubicBezTo>
                              <a:pt x="19069" y="16634"/>
                              <a:pt x="27166" y="27874"/>
                              <a:pt x="22879" y="2844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20" name="Forme libre : forme 12119">
                        <a:extLst>
                          <a:ext uri="{FF2B5EF4-FFF2-40B4-BE49-F238E27FC236}">
                            <a16:creationId xmlns:a16="http://schemas.microsoft.com/office/drawing/2014/main" id="{60BEACD2-AB39-422D-BBC8-498598ABEC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30596" y="2849835"/>
                        <a:ext cx="7335" cy="8079"/>
                      </a:xfrm>
                      <a:custGeom>
                        <a:avLst/>
                        <a:gdLst>
                          <a:gd name="connsiteX0" fmla="*/ 7148 w 7335"/>
                          <a:gd name="connsiteY0" fmla="*/ 7760 h 8079"/>
                          <a:gd name="connsiteX1" fmla="*/ 2671 w 7335"/>
                          <a:gd name="connsiteY1" fmla="*/ 5473 h 8079"/>
                          <a:gd name="connsiteX2" fmla="*/ 194 w 7335"/>
                          <a:gd name="connsiteY2" fmla="*/ 330 h 8079"/>
                          <a:gd name="connsiteX3" fmla="*/ 4576 w 7335"/>
                          <a:gd name="connsiteY3" fmla="*/ 2521 h 8079"/>
                          <a:gd name="connsiteX4" fmla="*/ 7148 w 7335"/>
                          <a:gd name="connsiteY4" fmla="*/ 7760 h 8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335" h="8079">
                            <a:moveTo>
                              <a:pt x="7148" y="7760"/>
                            </a:moveTo>
                            <a:cubicBezTo>
                              <a:pt x="6386" y="8903"/>
                              <a:pt x="3814" y="6712"/>
                              <a:pt x="2671" y="5473"/>
                            </a:cubicBezTo>
                            <a:cubicBezTo>
                              <a:pt x="1528" y="4235"/>
                              <a:pt x="-663" y="1568"/>
                              <a:pt x="194" y="330"/>
                            </a:cubicBezTo>
                            <a:cubicBezTo>
                              <a:pt x="1052" y="-813"/>
                              <a:pt x="3338" y="1282"/>
                              <a:pt x="4576" y="2521"/>
                            </a:cubicBezTo>
                            <a:cubicBezTo>
                              <a:pt x="5719" y="3759"/>
                              <a:pt x="8005" y="6521"/>
                              <a:pt x="7148" y="776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21" name="Forme libre : forme 12120">
                        <a:extLst>
                          <a:ext uri="{FF2B5EF4-FFF2-40B4-BE49-F238E27FC236}">
                            <a16:creationId xmlns:a16="http://schemas.microsoft.com/office/drawing/2014/main" id="{473E20A9-87A4-43FC-A2A8-D2AE13584F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24223" y="2810238"/>
                        <a:ext cx="42126" cy="86857"/>
                      </a:xfrm>
                      <a:custGeom>
                        <a:avLst/>
                        <a:gdLst>
                          <a:gd name="connsiteX0" fmla="*/ 40286 w 42126"/>
                          <a:gd name="connsiteY0" fmla="*/ 58501 h 86857"/>
                          <a:gd name="connsiteX1" fmla="*/ 40381 w 42126"/>
                          <a:gd name="connsiteY1" fmla="*/ 85172 h 86857"/>
                          <a:gd name="connsiteX2" fmla="*/ 32190 w 42126"/>
                          <a:gd name="connsiteY2" fmla="*/ 83171 h 86857"/>
                          <a:gd name="connsiteX3" fmla="*/ 29332 w 42126"/>
                          <a:gd name="connsiteY3" fmla="*/ 72408 h 86857"/>
                          <a:gd name="connsiteX4" fmla="*/ 20093 w 42126"/>
                          <a:gd name="connsiteY4" fmla="*/ 39356 h 86857"/>
                          <a:gd name="connsiteX5" fmla="*/ 6663 w 42126"/>
                          <a:gd name="connsiteY5" fmla="*/ 16973 h 86857"/>
                          <a:gd name="connsiteX6" fmla="*/ 2472 w 42126"/>
                          <a:gd name="connsiteY6" fmla="*/ 18 h 86857"/>
                          <a:gd name="connsiteX7" fmla="*/ 11806 w 42126"/>
                          <a:gd name="connsiteY7" fmla="*/ 3447 h 86857"/>
                          <a:gd name="connsiteX8" fmla="*/ 21713 w 42126"/>
                          <a:gd name="connsiteY8" fmla="*/ 13258 h 86857"/>
                          <a:gd name="connsiteX9" fmla="*/ 35809 w 42126"/>
                          <a:gd name="connsiteY9" fmla="*/ 34689 h 86857"/>
                          <a:gd name="connsiteX10" fmla="*/ 40286 w 42126"/>
                          <a:gd name="connsiteY10" fmla="*/ 58501 h 86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2126" h="86857">
                            <a:moveTo>
                              <a:pt x="40286" y="58501"/>
                            </a:moveTo>
                            <a:cubicBezTo>
                              <a:pt x="42477" y="68979"/>
                              <a:pt x="42953" y="76980"/>
                              <a:pt x="40381" y="85172"/>
                            </a:cubicBezTo>
                            <a:cubicBezTo>
                              <a:pt x="39334" y="88219"/>
                              <a:pt x="34762" y="86886"/>
                              <a:pt x="32190" y="83171"/>
                            </a:cubicBezTo>
                            <a:cubicBezTo>
                              <a:pt x="29618" y="79361"/>
                              <a:pt x="29523" y="76027"/>
                              <a:pt x="29332" y="72408"/>
                            </a:cubicBezTo>
                            <a:cubicBezTo>
                              <a:pt x="27903" y="61740"/>
                              <a:pt x="24665" y="50977"/>
                              <a:pt x="20093" y="39356"/>
                            </a:cubicBezTo>
                            <a:cubicBezTo>
                              <a:pt x="18474" y="35832"/>
                              <a:pt x="11806" y="26021"/>
                              <a:pt x="6663" y="16973"/>
                            </a:cubicBezTo>
                            <a:cubicBezTo>
                              <a:pt x="1520" y="7924"/>
                              <a:pt x="-2957" y="494"/>
                              <a:pt x="2472" y="18"/>
                            </a:cubicBezTo>
                            <a:cubicBezTo>
                              <a:pt x="5139" y="-173"/>
                              <a:pt x="8377" y="1161"/>
                              <a:pt x="11806" y="3447"/>
                            </a:cubicBezTo>
                            <a:cubicBezTo>
                              <a:pt x="15140" y="5923"/>
                              <a:pt x="18474" y="9448"/>
                              <a:pt x="21713" y="13258"/>
                            </a:cubicBezTo>
                            <a:cubicBezTo>
                              <a:pt x="27999" y="20973"/>
                              <a:pt x="34095" y="29450"/>
                              <a:pt x="35809" y="34689"/>
                            </a:cubicBezTo>
                            <a:cubicBezTo>
                              <a:pt x="39715" y="44785"/>
                              <a:pt x="38571" y="50596"/>
                              <a:pt x="40286" y="5850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11" name="Graphique 1">
                      <a:extLst>
                        <a:ext uri="{FF2B5EF4-FFF2-40B4-BE49-F238E27FC236}">
                          <a16:creationId xmlns:a16="http://schemas.microsoft.com/office/drawing/2014/main" id="{85F80C88-3020-44AE-95E9-B062B4AD40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55643" y="2903224"/>
                      <a:ext cx="104099" cy="195926"/>
                      <a:chOff x="5555643" y="2903224"/>
                      <a:chExt cx="104099" cy="195926"/>
                    </a:xfrm>
                    <a:solidFill>
                      <a:schemeClr val="accent1"/>
                    </a:solidFill>
                  </p:grpSpPr>
                  <p:sp>
                    <p:nvSpPr>
                      <p:cNvPr id="12098" name="Forme libre : forme 12097">
                        <a:extLst>
                          <a:ext uri="{FF2B5EF4-FFF2-40B4-BE49-F238E27FC236}">
                            <a16:creationId xmlns:a16="http://schemas.microsoft.com/office/drawing/2014/main" id="{72A09A95-63D1-4E46-9FBE-D16F55AEEE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55643" y="2903224"/>
                        <a:ext cx="104099" cy="195926"/>
                      </a:xfrm>
                      <a:custGeom>
                        <a:avLst/>
                        <a:gdLst>
                          <a:gd name="connsiteX0" fmla="*/ 29154 w 104099"/>
                          <a:gd name="connsiteY0" fmla="*/ 144966 h 195926"/>
                          <a:gd name="connsiteX1" fmla="*/ 5913 w 104099"/>
                          <a:gd name="connsiteY1" fmla="*/ 79529 h 195926"/>
                          <a:gd name="connsiteX2" fmla="*/ 5722 w 104099"/>
                          <a:gd name="connsiteY2" fmla="*/ 10568 h 195926"/>
                          <a:gd name="connsiteX3" fmla="*/ 24963 w 104099"/>
                          <a:gd name="connsiteY3" fmla="*/ 948 h 195926"/>
                          <a:gd name="connsiteX4" fmla="*/ 77065 w 104099"/>
                          <a:gd name="connsiteY4" fmla="*/ 54478 h 195926"/>
                          <a:gd name="connsiteX5" fmla="*/ 98972 w 104099"/>
                          <a:gd name="connsiteY5" fmla="*/ 116677 h 195926"/>
                          <a:gd name="connsiteX6" fmla="*/ 100210 w 104099"/>
                          <a:gd name="connsiteY6" fmla="*/ 180685 h 195926"/>
                          <a:gd name="connsiteX7" fmla="*/ 85447 w 104099"/>
                          <a:gd name="connsiteY7" fmla="*/ 195829 h 195926"/>
                          <a:gd name="connsiteX8" fmla="*/ 29154 w 104099"/>
                          <a:gd name="connsiteY8" fmla="*/ 144966 h 1959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4099" h="195926">
                            <a:moveTo>
                              <a:pt x="29154" y="144966"/>
                            </a:moveTo>
                            <a:cubicBezTo>
                              <a:pt x="22201" y="128488"/>
                              <a:pt x="10866" y="94865"/>
                              <a:pt x="5913" y="79529"/>
                            </a:cubicBezTo>
                            <a:cubicBezTo>
                              <a:pt x="-3136" y="50478"/>
                              <a:pt x="-659" y="33142"/>
                              <a:pt x="5722" y="10568"/>
                            </a:cubicBezTo>
                            <a:cubicBezTo>
                              <a:pt x="7913" y="2853"/>
                              <a:pt x="17629" y="-2195"/>
                              <a:pt x="24963" y="948"/>
                            </a:cubicBezTo>
                            <a:cubicBezTo>
                              <a:pt x="46299" y="9901"/>
                              <a:pt x="64396" y="24951"/>
                              <a:pt x="77065" y="54478"/>
                            </a:cubicBezTo>
                            <a:cubicBezTo>
                              <a:pt x="84018" y="70195"/>
                              <a:pt x="94496" y="101913"/>
                              <a:pt x="98972" y="116677"/>
                            </a:cubicBezTo>
                            <a:cubicBezTo>
                              <a:pt x="107735" y="144966"/>
                              <a:pt x="103258" y="159349"/>
                              <a:pt x="100210" y="180685"/>
                            </a:cubicBezTo>
                            <a:cubicBezTo>
                              <a:pt x="99163" y="187828"/>
                              <a:pt x="93067" y="196973"/>
                              <a:pt x="85447" y="195829"/>
                            </a:cubicBezTo>
                            <a:cubicBezTo>
                              <a:pt x="62586" y="192972"/>
                              <a:pt x="42203" y="175256"/>
                              <a:pt x="29154" y="14496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99" name="Forme libre : forme 12098">
                        <a:extLst>
                          <a:ext uri="{FF2B5EF4-FFF2-40B4-BE49-F238E27FC236}">
                            <a16:creationId xmlns:a16="http://schemas.microsoft.com/office/drawing/2014/main" id="{C9D1AC65-E447-4950-850C-85C393C60A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55838" y="2905886"/>
                        <a:ext cx="85823" cy="192881"/>
                      </a:xfrm>
                      <a:custGeom>
                        <a:avLst/>
                        <a:gdLst>
                          <a:gd name="connsiteX0" fmla="*/ 34674 w 85823"/>
                          <a:gd name="connsiteY0" fmla="*/ 77153 h 192881"/>
                          <a:gd name="connsiteX1" fmla="*/ 11528 w 85823"/>
                          <a:gd name="connsiteY1" fmla="*/ 0 h 192881"/>
                          <a:gd name="connsiteX2" fmla="*/ 5718 w 85823"/>
                          <a:gd name="connsiteY2" fmla="*/ 7716 h 192881"/>
                          <a:gd name="connsiteX3" fmla="*/ 2766 w 85823"/>
                          <a:gd name="connsiteY3" fmla="*/ 18955 h 192881"/>
                          <a:gd name="connsiteX4" fmla="*/ 479 w 85823"/>
                          <a:gd name="connsiteY4" fmla="*/ 34671 h 192881"/>
                          <a:gd name="connsiteX5" fmla="*/ 384 w 85823"/>
                          <a:gd name="connsiteY5" fmla="*/ 51435 h 192881"/>
                          <a:gd name="connsiteX6" fmla="*/ 5908 w 85823"/>
                          <a:gd name="connsiteY6" fmla="*/ 76676 h 192881"/>
                          <a:gd name="connsiteX7" fmla="*/ 9243 w 85823"/>
                          <a:gd name="connsiteY7" fmla="*/ 86868 h 192881"/>
                          <a:gd name="connsiteX8" fmla="*/ 27054 w 85823"/>
                          <a:gd name="connsiteY8" fmla="*/ 137160 h 192881"/>
                          <a:gd name="connsiteX9" fmla="*/ 29149 w 85823"/>
                          <a:gd name="connsiteY9" fmla="*/ 142113 h 192881"/>
                          <a:gd name="connsiteX10" fmla="*/ 45628 w 85823"/>
                          <a:gd name="connsiteY10" fmla="*/ 169545 h 192881"/>
                          <a:gd name="connsiteX11" fmla="*/ 52200 w 85823"/>
                          <a:gd name="connsiteY11" fmla="*/ 176498 h 192881"/>
                          <a:gd name="connsiteX12" fmla="*/ 59630 w 85823"/>
                          <a:gd name="connsiteY12" fmla="*/ 182309 h 192881"/>
                          <a:gd name="connsiteX13" fmla="*/ 74869 w 85823"/>
                          <a:gd name="connsiteY13" fmla="*/ 190405 h 192881"/>
                          <a:gd name="connsiteX14" fmla="*/ 85443 w 85823"/>
                          <a:gd name="connsiteY14" fmla="*/ 192881 h 192881"/>
                          <a:gd name="connsiteX15" fmla="*/ 85823 w 85823"/>
                          <a:gd name="connsiteY15" fmla="*/ 192881 h 192881"/>
                          <a:gd name="connsiteX16" fmla="*/ 56582 w 85823"/>
                          <a:gd name="connsiteY16" fmla="*/ 134969 h 192881"/>
                          <a:gd name="connsiteX17" fmla="*/ 34674 w 85823"/>
                          <a:gd name="connsiteY17" fmla="*/ 77153 h 1928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85823" h="192881">
                            <a:moveTo>
                              <a:pt x="34674" y="77153"/>
                            </a:moveTo>
                            <a:cubicBezTo>
                              <a:pt x="23816" y="51245"/>
                              <a:pt x="12385" y="24670"/>
                              <a:pt x="11528" y="0"/>
                            </a:cubicBezTo>
                            <a:cubicBezTo>
                              <a:pt x="8766" y="1905"/>
                              <a:pt x="6575" y="4572"/>
                              <a:pt x="5718" y="7716"/>
                            </a:cubicBezTo>
                            <a:cubicBezTo>
                              <a:pt x="4575" y="11621"/>
                              <a:pt x="3623" y="15335"/>
                              <a:pt x="2766" y="18955"/>
                            </a:cubicBezTo>
                            <a:cubicBezTo>
                              <a:pt x="1622" y="24289"/>
                              <a:pt x="765" y="29433"/>
                              <a:pt x="479" y="34671"/>
                            </a:cubicBezTo>
                            <a:cubicBezTo>
                              <a:pt x="-92" y="40100"/>
                              <a:pt x="-188" y="45625"/>
                              <a:pt x="384" y="51435"/>
                            </a:cubicBezTo>
                            <a:cubicBezTo>
                              <a:pt x="1337" y="58769"/>
                              <a:pt x="2766" y="67247"/>
                              <a:pt x="5908" y="76676"/>
                            </a:cubicBezTo>
                            <a:cubicBezTo>
                              <a:pt x="6861" y="79629"/>
                              <a:pt x="8004" y="83058"/>
                              <a:pt x="9243" y="86868"/>
                            </a:cubicBezTo>
                            <a:cubicBezTo>
                              <a:pt x="14291" y="101727"/>
                              <a:pt x="21530" y="123063"/>
                              <a:pt x="27054" y="137160"/>
                            </a:cubicBezTo>
                            <a:cubicBezTo>
                              <a:pt x="27816" y="138970"/>
                              <a:pt x="28483" y="140684"/>
                              <a:pt x="29149" y="142113"/>
                            </a:cubicBezTo>
                            <a:cubicBezTo>
                              <a:pt x="34007" y="153067"/>
                              <a:pt x="39151" y="161925"/>
                              <a:pt x="45628" y="169545"/>
                            </a:cubicBezTo>
                            <a:cubicBezTo>
                              <a:pt x="47819" y="172117"/>
                              <a:pt x="49914" y="174403"/>
                              <a:pt x="52200" y="176498"/>
                            </a:cubicBezTo>
                            <a:cubicBezTo>
                              <a:pt x="54676" y="178689"/>
                              <a:pt x="57153" y="180594"/>
                              <a:pt x="59630" y="182309"/>
                            </a:cubicBezTo>
                            <a:cubicBezTo>
                              <a:pt x="64773" y="185738"/>
                              <a:pt x="69155" y="188595"/>
                              <a:pt x="74869" y="190405"/>
                            </a:cubicBezTo>
                            <a:cubicBezTo>
                              <a:pt x="78394" y="191548"/>
                              <a:pt x="81918" y="192405"/>
                              <a:pt x="85443" y="192881"/>
                            </a:cubicBezTo>
                            <a:lnTo>
                              <a:pt x="85823" y="192881"/>
                            </a:lnTo>
                            <a:cubicBezTo>
                              <a:pt x="72203" y="175355"/>
                              <a:pt x="63725" y="154781"/>
                              <a:pt x="56582" y="134969"/>
                            </a:cubicBezTo>
                            <a:cubicBezTo>
                              <a:pt x="49247" y="115253"/>
                              <a:pt x="42675" y="95441"/>
                              <a:pt x="34674" y="7715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00" name="Forme libre : forme 12099">
                        <a:extLst>
                          <a:ext uri="{FF2B5EF4-FFF2-40B4-BE49-F238E27FC236}">
                            <a16:creationId xmlns:a16="http://schemas.microsoft.com/office/drawing/2014/main" id="{6DFD0CFE-A908-4A18-B8EA-D317870800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92132" y="2971015"/>
                        <a:ext cx="39983" cy="91429"/>
                      </a:xfrm>
                      <a:custGeom>
                        <a:avLst/>
                        <a:gdLst>
                          <a:gd name="connsiteX0" fmla="*/ 36956 w 39983"/>
                          <a:gd name="connsiteY0" fmla="*/ 90987 h 91429"/>
                          <a:gd name="connsiteX1" fmla="*/ 19906 w 39983"/>
                          <a:gd name="connsiteY1" fmla="*/ 75937 h 91429"/>
                          <a:gd name="connsiteX2" fmla="*/ 7333 w 39983"/>
                          <a:gd name="connsiteY2" fmla="*/ 48219 h 91429"/>
                          <a:gd name="connsiteX3" fmla="*/ 4666 w 39983"/>
                          <a:gd name="connsiteY3" fmla="*/ 404 h 91429"/>
                          <a:gd name="connsiteX4" fmla="*/ 30765 w 39983"/>
                          <a:gd name="connsiteY4" fmla="*/ 39932 h 91429"/>
                          <a:gd name="connsiteX5" fmla="*/ 36956 w 39983"/>
                          <a:gd name="connsiteY5" fmla="*/ 90987 h 9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9983" h="91429">
                            <a:moveTo>
                              <a:pt x="36956" y="90987"/>
                            </a:moveTo>
                            <a:cubicBezTo>
                              <a:pt x="32479" y="93368"/>
                              <a:pt x="25430" y="85843"/>
                              <a:pt x="19906" y="75937"/>
                            </a:cubicBezTo>
                            <a:cubicBezTo>
                              <a:pt x="14001" y="66031"/>
                              <a:pt x="9524" y="54220"/>
                              <a:pt x="7333" y="48219"/>
                            </a:cubicBezTo>
                            <a:cubicBezTo>
                              <a:pt x="3237" y="36122"/>
                              <a:pt x="-5335" y="4595"/>
                              <a:pt x="4666" y="404"/>
                            </a:cubicBezTo>
                            <a:cubicBezTo>
                              <a:pt x="15048" y="-3978"/>
                              <a:pt x="27431" y="28503"/>
                              <a:pt x="30765" y="39932"/>
                            </a:cubicBezTo>
                            <a:cubicBezTo>
                              <a:pt x="34003" y="51458"/>
                              <a:pt x="45338" y="86605"/>
                              <a:pt x="36956" y="9098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01" name="Forme libre : forme 12100">
                        <a:extLst>
                          <a:ext uri="{FF2B5EF4-FFF2-40B4-BE49-F238E27FC236}">
                            <a16:creationId xmlns:a16="http://schemas.microsoft.com/office/drawing/2014/main" id="{9C32773E-8CA1-4177-B842-F8B2AC6572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92236" y="2970110"/>
                        <a:ext cx="20754" cy="68554"/>
                      </a:xfrm>
                      <a:custGeom>
                        <a:avLst/>
                        <a:gdLst>
                          <a:gd name="connsiteX0" fmla="*/ 20755 w 20754"/>
                          <a:gd name="connsiteY0" fmla="*/ 16929 h 68554"/>
                          <a:gd name="connsiteX1" fmla="*/ 4277 w 20754"/>
                          <a:gd name="connsiteY1" fmla="*/ 832 h 68554"/>
                          <a:gd name="connsiteX2" fmla="*/ 7325 w 20754"/>
                          <a:gd name="connsiteY2" fmla="*/ 49600 h 68554"/>
                          <a:gd name="connsiteX3" fmla="*/ 15707 w 20754"/>
                          <a:gd name="connsiteY3" fmla="*/ 68555 h 68554"/>
                          <a:gd name="connsiteX4" fmla="*/ 12754 w 20754"/>
                          <a:gd name="connsiteY4" fmla="*/ 57887 h 68554"/>
                          <a:gd name="connsiteX5" fmla="*/ 20755 w 20754"/>
                          <a:gd name="connsiteY5" fmla="*/ 16929 h 685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754" h="68554">
                            <a:moveTo>
                              <a:pt x="20755" y="16929"/>
                            </a:moveTo>
                            <a:cubicBezTo>
                              <a:pt x="16945" y="11786"/>
                              <a:pt x="9992" y="-3740"/>
                              <a:pt x="4277" y="832"/>
                            </a:cubicBezTo>
                            <a:cubicBezTo>
                              <a:pt x="-4581" y="8071"/>
                              <a:pt x="2276" y="34360"/>
                              <a:pt x="7325" y="49600"/>
                            </a:cubicBezTo>
                            <a:cubicBezTo>
                              <a:pt x="8849" y="54077"/>
                              <a:pt x="13135" y="63887"/>
                              <a:pt x="15707" y="68555"/>
                            </a:cubicBezTo>
                            <a:cubicBezTo>
                              <a:pt x="14754" y="65602"/>
                              <a:pt x="13040" y="60744"/>
                              <a:pt x="12754" y="57887"/>
                            </a:cubicBezTo>
                            <a:cubicBezTo>
                              <a:pt x="10658" y="41409"/>
                              <a:pt x="9896" y="21882"/>
                              <a:pt x="20755" y="1692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02" name="Forme libre : forme 12101">
                        <a:extLst>
                          <a:ext uri="{FF2B5EF4-FFF2-40B4-BE49-F238E27FC236}">
                            <a16:creationId xmlns:a16="http://schemas.microsoft.com/office/drawing/2014/main" id="{33DA4985-AEC0-43FE-8E19-F1D8236663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90912" y="2976512"/>
                        <a:ext cx="41492" cy="91380"/>
                      </a:xfrm>
                      <a:custGeom>
                        <a:avLst/>
                        <a:gdLst>
                          <a:gd name="connsiteX0" fmla="*/ 38081 w 41492"/>
                          <a:gd name="connsiteY0" fmla="*/ 91299 h 91380"/>
                          <a:gd name="connsiteX1" fmla="*/ 20174 w 41492"/>
                          <a:gd name="connsiteY1" fmla="*/ 75202 h 91380"/>
                          <a:gd name="connsiteX2" fmla="*/ 7220 w 41492"/>
                          <a:gd name="connsiteY2" fmla="*/ 47961 h 91380"/>
                          <a:gd name="connsiteX3" fmla="*/ 4934 w 41492"/>
                          <a:gd name="connsiteY3" fmla="*/ 526 h 91380"/>
                          <a:gd name="connsiteX4" fmla="*/ 30747 w 41492"/>
                          <a:gd name="connsiteY4" fmla="*/ 39864 h 91380"/>
                          <a:gd name="connsiteX5" fmla="*/ 39033 w 41492"/>
                          <a:gd name="connsiteY5" fmla="*/ 69011 h 91380"/>
                          <a:gd name="connsiteX6" fmla="*/ 38081 w 41492"/>
                          <a:gd name="connsiteY6" fmla="*/ 91299 h 91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492" h="91380">
                            <a:moveTo>
                              <a:pt x="38081" y="91299"/>
                            </a:moveTo>
                            <a:cubicBezTo>
                              <a:pt x="33128" y="92252"/>
                              <a:pt x="25698" y="84727"/>
                              <a:pt x="20174" y="75202"/>
                            </a:cubicBezTo>
                            <a:cubicBezTo>
                              <a:pt x="14363" y="65677"/>
                              <a:pt x="9696" y="54438"/>
                              <a:pt x="7220" y="47961"/>
                            </a:cubicBezTo>
                            <a:cubicBezTo>
                              <a:pt x="2457" y="34912"/>
                              <a:pt x="-5067" y="5479"/>
                              <a:pt x="4934" y="526"/>
                            </a:cubicBezTo>
                            <a:cubicBezTo>
                              <a:pt x="15126" y="-4617"/>
                              <a:pt x="27413" y="29387"/>
                              <a:pt x="30747" y="39864"/>
                            </a:cubicBezTo>
                            <a:cubicBezTo>
                              <a:pt x="32461" y="45103"/>
                              <a:pt x="36366" y="57771"/>
                              <a:pt x="39033" y="69011"/>
                            </a:cubicBezTo>
                            <a:cubicBezTo>
                              <a:pt x="41605" y="80346"/>
                              <a:pt x="43319" y="90347"/>
                              <a:pt x="38081" y="9129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03" name="Forme libre : forme 12102">
                        <a:extLst>
                          <a:ext uri="{FF2B5EF4-FFF2-40B4-BE49-F238E27FC236}">
                            <a16:creationId xmlns:a16="http://schemas.microsoft.com/office/drawing/2014/main" id="{96E6FD8D-BAD8-4FC4-8116-D516DCD35C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70832" y="2927505"/>
                        <a:ext cx="40946" cy="119769"/>
                      </a:xfrm>
                      <a:custGeom>
                        <a:avLst/>
                        <a:gdLst>
                          <a:gd name="connsiteX0" fmla="*/ 7965 w 40946"/>
                          <a:gd name="connsiteY0" fmla="*/ 3242 h 119769"/>
                          <a:gd name="connsiteX1" fmla="*/ 1773 w 40946"/>
                          <a:gd name="connsiteY1" fmla="*/ 19244 h 119769"/>
                          <a:gd name="connsiteX2" fmla="*/ 59 w 40946"/>
                          <a:gd name="connsiteY2" fmla="*/ 40866 h 119769"/>
                          <a:gd name="connsiteX3" fmla="*/ 2154 w 40946"/>
                          <a:gd name="connsiteY3" fmla="*/ 64487 h 119769"/>
                          <a:gd name="connsiteX4" fmla="*/ 19394 w 40946"/>
                          <a:gd name="connsiteY4" fmla="*/ 107255 h 119769"/>
                          <a:gd name="connsiteX5" fmla="*/ 38064 w 40946"/>
                          <a:gd name="connsiteY5" fmla="*/ 118304 h 119769"/>
                          <a:gd name="connsiteX6" fmla="*/ 38350 w 40946"/>
                          <a:gd name="connsiteY6" fmla="*/ 102111 h 119769"/>
                          <a:gd name="connsiteX7" fmla="*/ 38444 w 40946"/>
                          <a:gd name="connsiteY7" fmla="*/ 58963 h 119769"/>
                          <a:gd name="connsiteX8" fmla="*/ 35778 w 40946"/>
                          <a:gd name="connsiteY8" fmla="*/ 15243 h 119769"/>
                          <a:gd name="connsiteX9" fmla="*/ 7965 w 40946"/>
                          <a:gd name="connsiteY9" fmla="*/ 3242 h 1197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0946" h="119769">
                            <a:moveTo>
                              <a:pt x="7965" y="3242"/>
                            </a:moveTo>
                            <a:cubicBezTo>
                              <a:pt x="3393" y="8290"/>
                              <a:pt x="2536" y="11243"/>
                              <a:pt x="1773" y="19244"/>
                            </a:cubicBezTo>
                            <a:cubicBezTo>
                              <a:pt x="1107" y="26864"/>
                              <a:pt x="344" y="33627"/>
                              <a:pt x="59" y="40866"/>
                            </a:cubicBezTo>
                            <a:cubicBezTo>
                              <a:pt x="-227" y="48104"/>
                              <a:pt x="535" y="55344"/>
                              <a:pt x="2154" y="64487"/>
                            </a:cubicBezTo>
                            <a:cubicBezTo>
                              <a:pt x="5202" y="79346"/>
                              <a:pt x="11394" y="95634"/>
                              <a:pt x="19394" y="107255"/>
                            </a:cubicBezTo>
                            <a:cubicBezTo>
                              <a:pt x="25110" y="115732"/>
                              <a:pt x="33397" y="122971"/>
                              <a:pt x="38064" y="118304"/>
                            </a:cubicBezTo>
                            <a:cubicBezTo>
                              <a:pt x="40921" y="115446"/>
                              <a:pt x="38635" y="108303"/>
                              <a:pt x="38350" y="102111"/>
                            </a:cubicBezTo>
                            <a:cubicBezTo>
                              <a:pt x="37492" y="87538"/>
                              <a:pt x="36445" y="73917"/>
                              <a:pt x="38444" y="58963"/>
                            </a:cubicBezTo>
                            <a:cubicBezTo>
                              <a:pt x="40254" y="46295"/>
                              <a:pt x="44160" y="31150"/>
                              <a:pt x="35778" y="15243"/>
                            </a:cubicBezTo>
                            <a:cubicBezTo>
                              <a:pt x="27586" y="1051"/>
                              <a:pt x="14251" y="-3902"/>
                              <a:pt x="7965" y="324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04" name="Forme libre : forme 12103">
                        <a:extLst>
                          <a:ext uri="{FF2B5EF4-FFF2-40B4-BE49-F238E27FC236}">
                            <a16:creationId xmlns:a16="http://schemas.microsoft.com/office/drawing/2014/main" id="{1C385720-CF99-4B55-91FF-CBB414358A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97292" y="2947697"/>
                        <a:ext cx="22930" cy="35069"/>
                      </a:xfrm>
                      <a:custGeom>
                        <a:avLst/>
                        <a:gdLst>
                          <a:gd name="connsiteX0" fmla="*/ 5031 w 22930"/>
                          <a:gd name="connsiteY0" fmla="*/ 2480 h 35069"/>
                          <a:gd name="connsiteX1" fmla="*/ 1316 w 22930"/>
                          <a:gd name="connsiteY1" fmla="*/ 4 h 35069"/>
                          <a:gd name="connsiteX2" fmla="*/ 173 w 22930"/>
                          <a:gd name="connsiteY2" fmla="*/ 3623 h 35069"/>
                          <a:gd name="connsiteX3" fmla="*/ 2745 w 22930"/>
                          <a:gd name="connsiteY3" fmla="*/ 10386 h 35069"/>
                          <a:gd name="connsiteX4" fmla="*/ 11127 w 22930"/>
                          <a:gd name="connsiteY4" fmla="*/ 26198 h 35069"/>
                          <a:gd name="connsiteX5" fmla="*/ 14651 w 22930"/>
                          <a:gd name="connsiteY5" fmla="*/ 31627 h 35069"/>
                          <a:gd name="connsiteX6" fmla="*/ 21319 w 22930"/>
                          <a:gd name="connsiteY6" fmla="*/ 25150 h 35069"/>
                          <a:gd name="connsiteX7" fmla="*/ 5031 w 22930"/>
                          <a:gd name="connsiteY7" fmla="*/ 2480 h 350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930" h="35069">
                            <a:moveTo>
                              <a:pt x="5031" y="2480"/>
                            </a:moveTo>
                            <a:cubicBezTo>
                              <a:pt x="3602" y="1051"/>
                              <a:pt x="2650" y="99"/>
                              <a:pt x="1316" y="4"/>
                            </a:cubicBezTo>
                            <a:cubicBezTo>
                              <a:pt x="-17" y="-92"/>
                              <a:pt x="-208" y="1623"/>
                              <a:pt x="173" y="3623"/>
                            </a:cubicBezTo>
                            <a:cubicBezTo>
                              <a:pt x="555" y="5624"/>
                              <a:pt x="1698" y="8386"/>
                              <a:pt x="2745" y="10386"/>
                            </a:cubicBezTo>
                            <a:cubicBezTo>
                              <a:pt x="5222" y="15720"/>
                              <a:pt x="8365" y="21245"/>
                              <a:pt x="11127" y="26198"/>
                            </a:cubicBezTo>
                            <a:cubicBezTo>
                              <a:pt x="12270" y="28198"/>
                              <a:pt x="13318" y="30198"/>
                              <a:pt x="14651" y="31627"/>
                            </a:cubicBezTo>
                            <a:cubicBezTo>
                              <a:pt x="20366" y="37723"/>
                              <a:pt x="25700" y="35818"/>
                              <a:pt x="21319" y="25150"/>
                            </a:cubicBezTo>
                            <a:cubicBezTo>
                              <a:pt x="17890" y="16863"/>
                              <a:pt x="10556" y="8195"/>
                              <a:pt x="5031" y="248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05" name="Forme libre : forme 12104">
                        <a:extLst>
                          <a:ext uri="{FF2B5EF4-FFF2-40B4-BE49-F238E27FC236}">
                            <a16:creationId xmlns:a16="http://schemas.microsoft.com/office/drawing/2014/main" id="{CE61B344-38B0-4070-9B78-7D48F2FFC8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87369" y="3050000"/>
                        <a:ext cx="54197" cy="44934"/>
                      </a:xfrm>
                      <a:custGeom>
                        <a:avLst/>
                        <a:gdLst>
                          <a:gd name="connsiteX0" fmla="*/ 54197 w 54197"/>
                          <a:gd name="connsiteY0" fmla="*/ 44863 h 44934"/>
                          <a:gd name="connsiteX1" fmla="*/ 39910 w 54197"/>
                          <a:gd name="connsiteY1" fmla="*/ 41434 h 44934"/>
                          <a:gd name="connsiteX2" fmla="*/ 24479 w 54197"/>
                          <a:gd name="connsiteY2" fmla="*/ 30099 h 44934"/>
                          <a:gd name="connsiteX3" fmla="*/ 10763 w 54197"/>
                          <a:gd name="connsiteY3" fmla="*/ 14859 h 44934"/>
                          <a:gd name="connsiteX4" fmla="*/ 0 w 54197"/>
                          <a:gd name="connsiteY4" fmla="*/ 0 h 44934"/>
                          <a:gd name="connsiteX5" fmla="*/ 54197 w 54197"/>
                          <a:gd name="connsiteY5" fmla="*/ 44863 h 449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4197" h="44934">
                            <a:moveTo>
                              <a:pt x="54197" y="44863"/>
                            </a:moveTo>
                            <a:cubicBezTo>
                              <a:pt x="50197" y="45244"/>
                              <a:pt x="44768" y="44101"/>
                              <a:pt x="39910" y="41434"/>
                            </a:cubicBezTo>
                            <a:cubicBezTo>
                              <a:pt x="35052" y="38767"/>
                              <a:pt x="29718" y="34766"/>
                              <a:pt x="24479" y="30099"/>
                            </a:cubicBezTo>
                            <a:cubicBezTo>
                              <a:pt x="19812" y="25432"/>
                              <a:pt x="15145" y="20193"/>
                              <a:pt x="10763" y="14859"/>
                            </a:cubicBezTo>
                            <a:cubicBezTo>
                              <a:pt x="6763" y="9620"/>
                              <a:pt x="3143" y="4572"/>
                              <a:pt x="0" y="0"/>
                            </a:cubicBezTo>
                            <a:cubicBezTo>
                              <a:pt x="12668" y="19431"/>
                              <a:pt x="35623" y="38957"/>
                              <a:pt x="54197" y="4486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06" name="Forme libre : forme 12105">
                        <a:extLst>
                          <a:ext uri="{FF2B5EF4-FFF2-40B4-BE49-F238E27FC236}">
                            <a16:creationId xmlns:a16="http://schemas.microsoft.com/office/drawing/2014/main" id="{3014790A-0FED-454C-A80F-404FC21CD6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79749" y="2906172"/>
                        <a:ext cx="51816" cy="54578"/>
                      </a:xfrm>
                      <a:custGeom>
                        <a:avLst/>
                        <a:gdLst>
                          <a:gd name="connsiteX0" fmla="*/ 51816 w 51816"/>
                          <a:gd name="connsiteY0" fmla="*/ 54578 h 54578"/>
                          <a:gd name="connsiteX1" fmla="*/ 0 w 51816"/>
                          <a:gd name="connsiteY1" fmla="*/ 0 h 54578"/>
                          <a:gd name="connsiteX2" fmla="*/ 51816 w 51816"/>
                          <a:gd name="connsiteY2" fmla="*/ 54578 h 545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1816" h="54578">
                            <a:moveTo>
                              <a:pt x="51816" y="54578"/>
                            </a:moveTo>
                            <a:cubicBezTo>
                              <a:pt x="40386" y="28575"/>
                              <a:pt x="19145" y="9906"/>
                              <a:pt x="0" y="0"/>
                            </a:cubicBezTo>
                            <a:cubicBezTo>
                              <a:pt x="18479" y="8287"/>
                              <a:pt x="39148" y="33719"/>
                              <a:pt x="51816" y="5457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07" name="Forme libre : forme 12106">
                        <a:extLst>
                          <a:ext uri="{FF2B5EF4-FFF2-40B4-BE49-F238E27FC236}">
                            <a16:creationId xmlns:a16="http://schemas.microsoft.com/office/drawing/2014/main" id="{612B46A8-C43D-4599-83F2-CA9380D19A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13715" y="3005989"/>
                        <a:ext cx="11963" cy="34526"/>
                      </a:xfrm>
                      <a:custGeom>
                        <a:avLst/>
                        <a:gdLst>
                          <a:gd name="connsiteX0" fmla="*/ 9944 w 11963"/>
                          <a:gd name="connsiteY0" fmla="*/ 34486 h 34526"/>
                          <a:gd name="connsiteX1" fmla="*/ 1466 w 11963"/>
                          <a:gd name="connsiteY1" fmla="*/ 15341 h 34526"/>
                          <a:gd name="connsiteX2" fmla="*/ 2515 w 11963"/>
                          <a:gd name="connsiteY2" fmla="*/ 101 h 34526"/>
                          <a:gd name="connsiteX3" fmla="*/ 10134 w 11963"/>
                          <a:gd name="connsiteY3" fmla="*/ 18293 h 34526"/>
                          <a:gd name="connsiteX4" fmla="*/ 9944 w 11963"/>
                          <a:gd name="connsiteY4" fmla="*/ 34486 h 34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63" h="34526">
                            <a:moveTo>
                              <a:pt x="9944" y="34486"/>
                            </a:moveTo>
                            <a:cubicBezTo>
                              <a:pt x="5753" y="33629"/>
                              <a:pt x="2419" y="19627"/>
                              <a:pt x="1466" y="15341"/>
                            </a:cubicBezTo>
                            <a:cubicBezTo>
                              <a:pt x="514" y="11054"/>
                              <a:pt x="-1772" y="-1233"/>
                              <a:pt x="2515" y="101"/>
                            </a:cubicBezTo>
                            <a:cubicBezTo>
                              <a:pt x="6801" y="1434"/>
                              <a:pt x="9277" y="14293"/>
                              <a:pt x="10134" y="18293"/>
                            </a:cubicBezTo>
                            <a:cubicBezTo>
                              <a:pt x="10897" y="22294"/>
                              <a:pt x="13945" y="35343"/>
                              <a:pt x="9944" y="3448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08" name="Forme libre : forme 12107">
                        <a:extLst>
                          <a:ext uri="{FF2B5EF4-FFF2-40B4-BE49-F238E27FC236}">
                            <a16:creationId xmlns:a16="http://schemas.microsoft.com/office/drawing/2014/main" id="{AD18A44F-3D8C-4F36-817B-7A91D436E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22223" y="3035773"/>
                        <a:ext cx="4773" cy="9617"/>
                      </a:xfrm>
                      <a:custGeom>
                        <a:avLst/>
                        <a:gdLst>
                          <a:gd name="connsiteX0" fmla="*/ 4198 w 4773"/>
                          <a:gd name="connsiteY0" fmla="*/ 9465 h 9617"/>
                          <a:gd name="connsiteX1" fmla="*/ 960 w 4773"/>
                          <a:gd name="connsiteY1" fmla="*/ 5750 h 9617"/>
                          <a:gd name="connsiteX2" fmla="*/ 579 w 4773"/>
                          <a:gd name="connsiteY2" fmla="*/ 130 h 9617"/>
                          <a:gd name="connsiteX3" fmla="*/ 3722 w 4773"/>
                          <a:gd name="connsiteY3" fmla="*/ 3750 h 9617"/>
                          <a:gd name="connsiteX4" fmla="*/ 4198 w 4773"/>
                          <a:gd name="connsiteY4" fmla="*/ 9465 h 96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73" h="9617">
                            <a:moveTo>
                              <a:pt x="4198" y="9465"/>
                            </a:moveTo>
                            <a:cubicBezTo>
                              <a:pt x="3055" y="10322"/>
                              <a:pt x="1626" y="7369"/>
                              <a:pt x="960" y="5750"/>
                            </a:cubicBezTo>
                            <a:cubicBezTo>
                              <a:pt x="388" y="4131"/>
                              <a:pt x="-659" y="892"/>
                              <a:pt x="579" y="130"/>
                            </a:cubicBezTo>
                            <a:cubicBezTo>
                              <a:pt x="1817" y="-632"/>
                              <a:pt x="3150" y="2130"/>
                              <a:pt x="3722" y="3750"/>
                            </a:cubicBezTo>
                            <a:cubicBezTo>
                              <a:pt x="4389" y="5274"/>
                              <a:pt x="5437" y="8607"/>
                              <a:pt x="4198" y="946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109" name="Forme libre : forme 12108">
                        <a:extLst>
                          <a:ext uri="{FF2B5EF4-FFF2-40B4-BE49-F238E27FC236}">
                            <a16:creationId xmlns:a16="http://schemas.microsoft.com/office/drawing/2014/main" id="{81825390-C110-432E-8991-AC9AB1C2F8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31993" y="2999043"/>
                        <a:ext cx="19537" cy="88740"/>
                      </a:xfrm>
                      <a:custGeom>
                        <a:avLst/>
                        <a:gdLst>
                          <a:gd name="connsiteX0" fmla="*/ 16812 w 19537"/>
                          <a:gd name="connsiteY0" fmla="*/ 62292 h 88740"/>
                          <a:gd name="connsiteX1" fmla="*/ 14050 w 19537"/>
                          <a:gd name="connsiteY1" fmla="*/ 86961 h 88740"/>
                          <a:gd name="connsiteX2" fmla="*/ 5858 w 19537"/>
                          <a:gd name="connsiteY2" fmla="*/ 84961 h 88740"/>
                          <a:gd name="connsiteX3" fmla="*/ 3667 w 19537"/>
                          <a:gd name="connsiteY3" fmla="*/ 74008 h 88740"/>
                          <a:gd name="connsiteX4" fmla="*/ 3858 w 19537"/>
                          <a:gd name="connsiteY4" fmla="*/ 57720 h 88740"/>
                          <a:gd name="connsiteX5" fmla="*/ 3382 w 19537"/>
                          <a:gd name="connsiteY5" fmla="*/ 40860 h 88740"/>
                          <a:gd name="connsiteX6" fmla="*/ 4619 w 19537"/>
                          <a:gd name="connsiteY6" fmla="*/ 284 h 88740"/>
                          <a:gd name="connsiteX7" fmla="*/ 19479 w 19537"/>
                          <a:gd name="connsiteY7" fmla="*/ 40956 h 88740"/>
                          <a:gd name="connsiteX8" fmla="*/ 16812 w 19537"/>
                          <a:gd name="connsiteY8" fmla="*/ 62292 h 887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9537" h="88740">
                            <a:moveTo>
                              <a:pt x="16812" y="62292"/>
                            </a:moveTo>
                            <a:cubicBezTo>
                              <a:pt x="16716" y="71626"/>
                              <a:pt x="16431" y="79056"/>
                              <a:pt x="14050" y="86961"/>
                            </a:cubicBezTo>
                            <a:cubicBezTo>
                              <a:pt x="13383" y="89914"/>
                              <a:pt x="8144" y="89152"/>
                              <a:pt x="5858" y="84961"/>
                            </a:cubicBezTo>
                            <a:cubicBezTo>
                              <a:pt x="3476" y="80961"/>
                              <a:pt x="3572" y="77436"/>
                              <a:pt x="3667" y="74008"/>
                            </a:cubicBezTo>
                            <a:cubicBezTo>
                              <a:pt x="3572" y="68769"/>
                              <a:pt x="4048" y="63149"/>
                              <a:pt x="3858" y="57720"/>
                            </a:cubicBezTo>
                            <a:cubicBezTo>
                              <a:pt x="3667" y="52100"/>
                              <a:pt x="3572" y="46575"/>
                              <a:pt x="3382" y="40860"/>
                            </a:cubicBezTo>
                            <a:cubicBezTo>
                              <a:pt x="2905" y="33907"/>
                              <a:pt x="-4715" y="-3621"/>
                              <a:pt x="4619" y="284"/>
                            </a:cubicBezTo>
                            <a:cubicBezTo>
                              <a:pt x="14144" y="4666"/>
                              <a:pt x="19098" y="31812"/>
                              <a:pt x="19479" y="40956"/>
                            </a:cubicBezTo>
                            <a:cubicBezTo>
                              <a:pt x="19955" y="50195"/>
                              <a:pt x="17383" y="54767"/>
                              <a:pt x="16812" y="6229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12" name="Graphique 1">
                      <a:extLst>
                        <a:ext uri="{FF2B5EF4-FFF2-40B4-BE49-F238E27FC236}">
                          <a16:creationId xmlns:a16="http://schemas.microsoft.com/office/drawing/2014/main" id="{C6FC8466-7F05-449C-B881-3B76DA4B7A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645090" y="3091570"/>
                      <a:ext cx="177346" cy="133219"/>
                      <a:chOff x="5645090" y="3091570"/>
                      <a:chExt cx="177346" cy="133219"/>
                    </a:xfrm>
                    <a:solidFill>
                      <a:schemeClr val="accent1"/>
                    </a:solidFill>
                  </p:grpSpPr>
                  <p:sp>
                    <p:nvSpPr>
                      <p:cNvPr id="12086" name="Forme libre : forme 12085">
                        <a:extLst>
                          <a:ext uri="{FF2B5EF4-FFF2-40B4-BE49-F238E27FC236}">
                            <a16:creationId xmlns:a16="http://schemas.microsoft.com/office/drawing/2014/main" id="{213F807B-D96D-490E-ACD6-2C9B3E5775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45090" y="3091570"/>
                        <a:ext cx="177346" cy="133219"/>
                      </a:xfrm>
                      <a:custGeom>
                        <a:avLst/>
                        <a:gdLst>
                          <a:gd name="connsiteX0" fmla="*/ 96964 w 177346"/>
                          <a:gd name="connsiteY0" fmla="*/ 123117 h 133219"/>
                          <a:gd name="connsiteX1" fmla="*/ 81629 w 177346"/>
                          <a:gd name="connsiteY1" fmla="*/ 115021 h 133219"/>
                          <a:gd name="connsiteX2" fmla="*/ 63627 w 177346"/>
                          <a:gd name="connsiteY2" fmla="*/ 103782 h 133219"/>
                          <a:gd name="connsiteX3" fmla="*/ 33242 w 177346"/>
                          <a:gd name="connsiteY3" fmla="*/ 80541 h 133219"/>
                          <a:gd name="connsiteX4" fmla="*/ 8191 w 177346"/>
                          <a:gd name="connsiteY4" fmla="*/ 47965 h 133219"/>
                          <a:gd name="connsiteX5" fmla="*/ 5334 w 177346"/>
                          <a:gd name="connsiteY5" fmla="*/ 40345 h 133219"/>
                          <a:gd name="connsiteX6" fmla="*/ 2857 w 177346"/>
                          <a:gd name="connsiteY6" fmla="*/ 31868 h 133219"/>
                          <a:gd name="connsiteX7" fmla="*/ 0 w 177346"/>
                          <a:gd name="connsiteY7" fmla="*/ 13580 h 133219"/>
                          <a:gd name="connsiteX8" fmla="*/ 16859 w 177346"/>
                          <a:gd name="connsiteY8" fmla="*/ 54 h 133219"/>
                          <a:gd name="connsiteX9" fmla="*/ 31623 w 177346"/>
                          <a:gd name="connsiteY9" fmla="*/ 816 h 133219"/>
                          <a:gd name="connsiteX10" fmla="*/ 48196 w 177346"/>
                          <a:gd name="connsiteY10" fmla="*/ 4912 h 133219"/>
                          <a:gd name="connsiteX11" fmla="*/ 81534 w 177346"/>
                          <a:gd name="connsiteY11" fmla="*/ 22533 h 133219"/>
                          <a:gd name="connsiteX12" fmla="*/ 130588 w 177346"/>
                          <a:gd name="connsiteY12" fmla="*/ 55585 h 133219"/>
                          <a:gd name="connsiteX13" fmla="*/ 174498 w 177346"/>
                          <a:gd name="connsiteY13" fmla="*/ 102829 h 133219"/>
                          <a:gd name="connsiteX14" fmla="*/ 172117 w 177346"/>
                          <a:gd name="connsiteY14" fmla="*/ 123689 h 133219"/>
                          <a:gd name="connsiteX15" fmla="*/ 96964 w 177346"/>
                          <a:gd name="connsiteY15" fmla="*/ 123117 h 1332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77346" h="133219">
                            <a:moveTo>
                              <a:pt x="96964" y="123117"/>
                            </a:moveTo>
                            <a:cubicBezTo>
                              <a:pt x="92869" y="121117"/>
                              <a:pt x="87535" y="118260"/>
                              <a:pt x="81629" y="115021"/>
                            </a:cubicBezTo>
                            <a:cubicBezTo>
                              <a:pt x="75915" y="111592"/>
                              <a:pt x="69723" y="107782"/>
                              <a:pt x="63627" y="103782"/>
                            </a:cubicBezTo>
                            <a:cubicBezTo>
                              <a:pt x="51626" y="95590"/>
                              <a:pt x="40196" y="86732"/>
                              <a:pt x="33242" y="80541"/>
                            </a:cubicBezTo>
                            <a:cubicBezTo>
                              <a:pt x="20288" y="69016"/>
                              <a:pt x="12859" y="58348"/>
                              <a:pt x="8191" y="47965"/>
                            </a:cubicBezTo>
                            <a:cubicBezTo>
                              <a:pt x="7048" y="45393"/>
                              <a:pt x="6191" y="42917"/>
                              <a:pt x="5334" y="40345"/>
                            </a:cubicBezTo>
                            <a:cubicBezTo>
                              <a:pt x="4572" y="37583"/>
                              <a:pt x="3715" y="34821"/>
                              <a:pt x="2857" y="31868"/>
                            </a:cubicBezTo>
                            <a:cubicBezTo>
                              <a:pt x="1143" y="25582"/>
                              <a:pt x="286" y="19485"/>
                              <a:pt x="0" y="13580"/>
                            </a:cubicBezTo>
                            <a:cubicBezTo>
                              <a:pt x="381" y="4912"/>
                              <a:pt x="9716" y="-612"/>
                              <a:pt x="16859" y="54"/>
                            </a:cubicBezTo>
                            <a:cubicBezTo>
                              <a:pt x="22384" y="340"/>
                              <a:pt x="27241" y="435"/>
                              <a:pt x="31623" y="816"/>
                            </a:cubicBezTo>
                            <a:cubicBezTo>
                              <a:pt x="36672" y="1483"/>
                              <a:pt x="42863" y="3102"/>
                              <a:pt x="48196" y="4912"/>
                            </a:cubicBezTo>
                            <a:cubicBezTo>
                              <a:pt x="59246" y="8722"/>
                              <a:pt x="69914" y="14342"/>
                              <a:pt x="81534" y="22533"/>
                            </a:cubicBezTo>
                            <a:cubicBezTo>
                              <a:pt x="93916" y="31487"/>
                              <a:pt x="117920" y="48346"/>
                              <a:pt x="130588" y="55585"/>
                            </a:cubicBezTo>
                            <a:cubicBezTo>
                              <a:pt x="153924" y="69777"/>
                              <a:pt x="162973" y="83589"/>
                              <a:pt x="174498" y="102829"/>
                            </a:cubicBezTo>
                            <a:cubicBezTo>
                              <a:pt x="178498" y="109020"/>
                              <a:pt x="178784" y="119689"/>
                              <a:pt x="172117" y="123689"/>
                            </a:cubicBezTo>
                            <a:cubicBezTo>
                              <a:pt x="153448" y="134738"/>
                              <a:pt x="128492" y="138167"/>
                              <a:pt x="96964" y="12311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87" name="Forme libre : forme 12086">
                        <a:extLst>
                          <a:ext uri="{FF2B5EF4-FFF2-40B4-BE49-F238E27FC236}">
                            <a16:creationId xmlns:a16="http://schemas.microsoft.com/office/drawing/2014/main" id="{BF1DA41D-DD51-4F9C-ADF7-4A84B5AB7E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45090" y="3096196"/>
                        <a:ext cx="172307" cy="128324"/>
                      </a:xfrm>
                      <a:custGeom>
                        <a:avLst/>
                        <a:gdLst>
                          <a:gd name="connsiteX0" fmla="*/ 58770 w 172307"/>
                          <a:gd name="connsiteY0" fmla="*/ 61531 h 128324"/>
                          <a:gd name="connsiteX1" fmla="*/ 25432 w 172307"/>
                          <a:gd name="connsiteY1" fmla="*/ 33719 h 128324"/>
                          <a:gd name="connsiteX2" fmla="*/ 12382 w 172307"/>
                          <a:gd name="connsiteY2" fmla="*/ 18002 h 128324"/>
                          <a:gd name="connsiteX3" fmla="*/ 4286 w 172307"/>
                          <a:gd name="connsiteY3" fmla="*/ 0 h 128324"/>
                          <a:gd name="connsiteX4" fmla="*/ 0 w 172307"/>
                          <a:gd name="connsiteY4" fmla="*/ 8858 h 128324"/>
                          <a:gd name="connsiteX5" fmla="*/ 1429 w 172307"/>
                          <a:gd name="connsiteY5" fmla="*/ 21336 h 128324"/>
                          <a:gd name="connsiteX6" fmla="*/ 3906 w 172307"/>
                          <a:gd name="connsiteY6" fmla="*/ 30671 h 128324"/>
                          <a:gd name="connsiteX7" fmla="*/ 6382 w 172307"/>
                          <a:gd name="connsiteY7" fmla="*/ 38576 h 128324"/>
                          <a:gd name="connsiteX8" fmla="*/ 14192 w 172307"/>
                          <a:gd name="connsiteY8" fmla="*/ 54293 h 128324"/>
                          <a:gd name="connsiteX9" fmla="*/ 33242 w 172307"/>
                          <a:gd name="connsiteY9" fmla="*/ 75914 h 128324"/>
                          <a:gd name="connsiteX10" fmla="*/ 42577 w 172307"/>
                          <a:gd name="connsiteY10" fmla="*/ 83629 h 128324"/>
                          <a:gd name="connsiteX11" fmla="*/ 91726 w 172307"/>
                          <a:gd name="connsiteY11" fmla="*/ 115824 h 128324"/>
                          <a:gd name="connsiteX12" fmla="*/ 96870 w 172307"/>
                          <a:gd name="connsiteY12" fmla="*/ 118396 h 128324"/>
                          <a:gd name="connsiteX13" fmla="*/ 128016 w 172307"/>
                          <a:gd name="connsiteY13" fmla="*/ 127730 h 128324"/>
                          <a:gd name="connsiteX14" fmla="*/ 162592 w 172307"/>
                          <a:gd name="connsiteY14" fmla="*/ 123635 h 128324"/>
                          <a:gd name="connsiteX15" fmla="*/ 172021 w 172307"/>
                          <a:gd name="connsiteY15" fmla="*/ 119063 h 128324"/>
                          <a:gd name="connsiteX16" fmla="*/ 172308 w 172307"/>
                          <a:gd name="connsiteY16" fmla="*/ 118777 h 128324"/>
                          <a:gd name="connsiteX17" fmla="*/ 112586 w 172307"/>
                          <a:gd name="connsiteY17" fmla="*/ 94964 h 128324"/>
                          <a:gd name="connsiteX18" fmla="*/ 58770 w 172307"/>
                          <a:gd name="connsiteY18" fmla="*/ 61531 h 12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72307" h="128324">
                            <a:moveTo>
                              <a:pt x="58770" y="61531"/>
                            </a:moveTo>
                            <a:cubicBezTo>
                              <a:pt x="46768" y="53435"/>
                              <a:pt x="35147" y="43910"/>
                              <a:pt x="25432" y="33719"/>
                            </a:cubicBezTo>
                            <a:cubicBezTo>
                              <a:pt x="20574" y="28480"/>
                              <a:pt x="16288" y="23717"/>
                              <a:pt x="12382" y="18002"/>
                            </a:cubicBezTo>
                            <a:cubicBezTo>
                              <a:pt x="8668" y="11811"/>
                              <a:pt x="5144" y="6287"/>
                              <a:pt x="4286" y="0"/>
                            </a:cubicBezTo>
                            <a:cubicBezTo>
                              <a:pt x="1905" y="2286"/>
                              <a:pt x="0" y="5429"/>
                              <a:pt x="0" y="8858"/>
                            </a:cubicBezTo>
                            <a:cubicBezTo>
                              <a:pt x="191" y="12954"/>
                              <a:pt x="571" y="17050"/>
                              <a:pt x="1429" y="21336"/>
                            </a:cubicBezTo>
                            <a:cubicBezTo>
                              <a:pt x="2096" y="24384"/>
                              <a:pt x="2857" y="27527"/>
                              <a:pt x="3906" y="30671"/>
                            </a:cubicBezTo>
                            <a:cubicBezTo>
                              <a:pt x="4667" y="33433"/>
                              <a:pt x="5429" y="35909"/>
                              <a:pt x="6382" y="38576"/>
                            </a:cubicBezTo>
                            <a:cubicBezTo>
                              <a:pt x="8097" y="43625"/>
                              <a:pt x="10859" y="49054"/>
                              <a:pt x="14192" y="54293"/>
                            </a:cubicBezTo>
                            <a:cubicBezTo>
                              <a:pt x="18765" y="61246"/>
                              <a:pt x="24860" y="68389"/>
                              <a:pt x="33242" y="75914"/>
                            </a:cubicBezTo>
                            <a:cubicBezTo>
                              <a:pt x="35719" y="78200"/>
                              <a:pt x="39053" y="80772"/>
                              <a:pt x="42577" y="83629"/>
                            </a:cubicBezTo>
                            <a:cubicBezTo>
                              <a:pt x="56483" y="94774"/>
                              <a:pt x="77153" y="108680"/>
                              <a:pt x="91726" y="115824"/>
                            </a:cubicBezTo>
                            <a:cubicBezTo>
                              <a:pt x="93536" y="116777"/>
                              <a:pt x="95345" y="117634"/>
                              <a:pt x="96870" y="118396"/>
                            </a:cubicBezTo>
                            <a:cubicBezTo>
                              <a:pt x="108204" y="123444"/>
                              <a:pt x="118301" y="126873"/>
                              <a:pt x="128016" y="127730"/>
                            </a:cubicBezTo>
                            <a:cubicBezTo>
                              <a:pt x="141065" y="129445"/>
                              <a:pt x="152591" y="127254"/>
                              <a:pt x="162592" y="123635"/>
                            </a:cubicBezTo>
                            <a:cubicBezTo>
                              <a:pt x="165831" y="122396"/>
                              <a:pt x="168973" y="120968"/>
                              <a:pt x="172021" y="119063"/>
                            </a:cubicBezTo>
                            <a:lnTo>
                              <a:pt x="172308" y="118777"/>
                            </a:lnTo>
                            <a:cubicBezTo>
                              <a:pt x="151638" y="113252"/>
                              <a:pt x="131540" y="104870"/>
                              <a:pt x="112586" y="94964"/>
                            </a:cubicBezTo>
                            <a:cubicBezTo>
                              <a:pt x="93822" y="84772"/>
                              <a:pt x="75915" y="73152"/>
                              <a:pt x="58770" y="6153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88" name="Forme libre : forme 12087">
                        <a:extLst>
                          <a:ext uri="{FF2B5EF4-FFF2-40B4-BE49-F238E27FC236}">
                            <a16:creationId xmlns:a16="http://schemas.microsoft.com/office/drawing/2014/main" id="{0A479FAA-8EC1-4BCF-AF75-00064E15EA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1626" y="3142311"/>
                        <a:ext cx="83098" cy="56374"/>
                      </a:xfrm>
                      <a:custGeom>
                        <a:avLst/>
                        <a:gdLst>
                          <a:gd name="connsiteX0" fmla="*/ 82815 w 83098"/>
                          <a:gd name="connsiteY0" fmla="*/ 52945 h 56374"/>
                          <a:gd name="connsiteX1" fmla="*/ 74814 w 83098"/>
                          <a:gd name="connsiteY1" fmla="*/ 56374 h 56374"/>
                          <a:gd name="connsiteX2" fmla="*/ 59955 w 83098"/>
                          <a:gd name="connsiteY2" fmla="*/ 53326 h 56374"/>
                          <a:gd name="connsiteX3" fmla="*/ 31761 w 83098"/>
                          <a:gd name="connsiteY3" fmla="*/ 40181 h 56374"/>
                          <a:gd name="connsiteX4" fmla="*/ 1090 w 83098"/>
                          <a:gd name="connsiteY4" fmla="*/ 2177 h 56374"/>
                          <a:gd name="connsiteX5" fmla="*/ 44619 w 83098"/>
                          <a:gd name="connsiteY5" fmla="*/ 19036 h 56374"/>
                          <a:gd name="connsiteX6" fmla="*/ 68242 w 83098"/>
                          <a:gd name="connsiteY6" fmla="*/ 35324 h 56374"/>
                          <a:gd name="connsiteX7" fmla="*/ 79386 w 83098"/>
                          <a:gd name="connsiteY7" fmla="*/ 44849 h 56374"/>
                          <a:gd name="connsiteX8" fmla="*/ 82815 w 83098"/>
                          <a:gd name="connsiteY8" fmla="*/ 52945 h 56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3098" h="56374">
                            <a:moveTo>
                              <a:pt x="82815" y="52945"/>
                            </a:moveTo>
                            <a:cubicBezTo>
                              <a:pt x="81958" y="55326"/>
                              <a:pt x="79005" y="56374"/>
                              <a:pt x="74814" y="56374"/>
                            </a:cubicBezTo>
                            <a:cubicBezTo>
                              <a:pt x="70718" y="56183"/>
                              <a:pt x="65479" y="55040"/>
                              <a:pt x="59955" y="53326"/>
                            </a:cubicBezTo>
                            <a:cubicBezTo>
                              <a:pt x="49001" y="49802"/>
                              <a:pt x="37190" y="43801"/>
                              <a:pt x="31761" y="40181"/>
                            </a:cubicBezTo>
                            <a:cubicBezTo>
                              <a:pt x="20045" y="33704"/>
                              <a:pt x="-5577" y="10940"/>
                              <a:pt x="1090" y="2177"/>
                            </a:cubicBezTo>
                            <a:cubicBezTo>
                              <a:pt x="7662" y="-6491"/>
                              <a:pt x="34809" y="13130"/>
                              <a:pt x="44619" y="19036"/>
                            </a:cubicBezTo>
                            <a:cubicBezTo>
                              <a:pt x="49286" y="22465"/>
                              <a:pt x="59478" y="28847"/>
                              <a:pt x="68242" y="35324"/>
                            </a:cubicBezTo>
                            <a:cubicBezTo>
                              <a:pt x="72623" y="38467"/>
                              <a:pt x="76624" y="41705"/>
                              <a:pt x="79386" y="44849"/>
                            </a:cubicBezTo>
                            <a:cubicBezTo>
                              <a:pt x="82243" y="47897"/>
                              <a:pt x="83767" y="50564"/>
                              <a:pt x="82815" y="5294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89" name="Forme libre : forme 12088">
                        <a:extLst>
                          <a:ext uri="{FF2B5EF4-FFF2-40B4-BE49-F238E27FC236}">
                            <a16:creationId xmlns:a16="http://schemas.microsoft.com/office/drawing/2014/main" id="{B85D9555-8333-48BA-B344-08C54DA0F8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1916" y="3141872"/>
                        <a:ext cx="51188" cy="50431"/>
                      </a:xfrm>
                      <a:custGeom>
                        <a:avLst/>
                        <a:gdLst>
                          <a:gd name="connsiteX0" fmla="*/ 22899 w 51188"/>
                          <a:gd name="connsiteY0" fmla="*/ 6807 h 50431"/>
                          <a:gd name="connsiteX1" fmla="*/ 515 w 51188"/>
                          <a:gd name="connsiteY1" fmla="*/ 2426 h 50431"/>
                          <a:gd name="connsiteX2" fmla="*/ 32043 w 51188"/>
                          <a:gd name="connsiteY2" fmla="*/ 41097 h 50431"/>
                          <a:gd name="connsiteX3" fmla="*/ 51188 w 51188"/>
                          <a:gd name="connsiteY3" fmla="*/ 50432 h 50431"/>
                          <a:gd name="connsiteX4" fmla="*/ 41663 w 51188"/>
                          <a:gd name="connsiteY4" fmla="*/ 44240 h 50431"/>
                          <a:gd name="connsiteX5" fmla="*/ 22899 w 51188"/>
                          <a:gd name="connsiteY5" fmla="*/ 6807 h 504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1188" h="50431">
                            <a:moveTo>
                              <a:pt x="22899" y="6807"/>
                            </a:moveTo>
                            <a:cubicBezTo>
                              <a:pt x="16993" y="4997"/>
                              <a:pt x="2992" y="-4337"/>
                              <a:pt x="515" y="2426"/>
                            </a:cubicBezTo>
                            <a:cubicBezTo>
                              <a:pt x="-3581" y="13284"/>
                              <a:pt x="17660" y="32525"/>
                              <a:pt x="32043" y="41097"/>
                            </a:cubicBezTo>
                            <a:cubicBezTo>
                              <a:pt x="36043" y="43859"/>
                              <a:pt x="46044" y="48431"/>
                              <a:pt x="51188" y="50432"/>
                            </a:cubicBezTo>
                            <a:cubicBezTo>
                              <a:pt x="48521" y="48813"/>
                              <a:pt x="43949" y="46241"/>
                              <a:pt x="41663" y="44240"/>
                            </a:cubicBezTo>
                            <a:cubicBezTo>
                              <a:pt x="28995" y="32715"/>
                              <a:pt x="16422" y="16999"/>
                              <a:pt x="22899" y="680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90" name="Forme libre : forme 12089">
                        <a:extLst>
                          <a:ext uri="{FF2B5EF4-FFF2-40B4-BE49-F238E27FC236}">
                            <a16:creationId xmlns:a16="http://schemas.microsoft.com/office/drawing/2014/main" id="{202BEAF0-6F37-44D1-8361-176F66F414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4102" y="3147379"/>
                        <a:ext cx="84996" cy="55139"/>
                      </a:xfrm>
                      <a:custGeom>
                        <a:avLst/>
                        <a:gdLst>
                          <a:gd name="connsiteX0" fmla="*/ 84245 w 84996"/>
                          <a:gd name="connsiteY0" fmla="*/ 52163 h 55139"/>
                          <a:gd name="connsiteX1" fmla="*/ 60146 w 84996"/>
                          <a:gd name="connsiteY1" fmla="*/ 52544 h 55139"/>
                          <a:gd name="connsiteX2" fmla="*/ 31762 w 84996"/>
                          <a:gd name="connsiteY2" fmla="*/ 40257 h 55139"/>
                          <a:gd name="connsiteX3" fmla="*/ 996 w 84996"/>
                          <a:gd name="connsiteY3" fmla="*/ 2443 h 55139"/>
                          <a:gd name="connsiteX4" fmla="*/ 21570 w 84996"/>
                          <a:gd name="connsiteY4" fmla="*/ 5300 h 55139"/>
                          <a:gd name="connsiteX5" fmla="*/ 44811 w 84996"/>
                          <a:gd name="connsiteY5" fmla="*/ 19016 h 55139"/>
                          <a:gd name="connsiteX6" fmla="*/ 70052 w 84996"/>
                          <a:gd name="connsiteY6" fmla="*/ 35209 h 55139"/>
                          <a:gd name="connsiteX7" fmla="*/ 84245 w 84996"/>
                          <a:gd name="connsiteY7" fmla="*/ 52163 h 551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4996" h="55139">
                            <a:moveTo>
                              <a:pt x="84245" y="52163"/>
                            </a:moveTo>
                            <a:cubicBezTo>
                              <a:pt x="81101" y="56259"/>
                              <a:pt x="70814" y="55878"/>
                              <a:pt x="60146" y="52544"/>
                            </a:cubicBezTo>
                            <a:cubicBezTo>
                              <a:pt x="49192" y="49591"/>
                              <a:pt x="38143" y="43686"/>
                              <a:pt x="31762" y="40257"/>
                            </a:cubicBezTo>
                            <a:cubicBezTo>
                              <a:pt x="18998" y="33304"/>
                              <a:pt x="-5195" y="12063"/>
                              <a:pt x="996" y="2443"/>
                            </a:cubicBezTo>
                            <a:cubicBezTo>
                              <a:pt x="4044" y="-2415"/>
                              <a:pt x="12426" y="728"/>
                              <a:pt x="21570" y="5300"/>
                            </a:cubicBezTo>
                            <a:cubicBezTo>
                              <a:pt x="30524" y="10062"/>
                              <a:pt x="40239" y="16063"/>
                              <a:pt x="44811" y="19016"/>
                            </a:cubicBezTo>
                            <a:cubicBezTo>
                              <a:pt x="49478" y="21778"/>
                              <a:pt x="60337" y="29017"/>
                              <a:pt x="70052" y="35209"/>
                            </a:cubicBezTo>
                            <a:cubicBezTo>
                              <a:pt x="79292" y="42067"/>
                              <a:pt x="87578" y="47877"/>
                              <a:pt x="84245" y="5216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91" name="Forme libre : forme 12090">
                        <a:extLst>
                          <a:ext uri="{FF2B5EF4-FFF2-40B4-BE49-F238E27FC236}">
                            <a16:creationId xmlns:a16="http://schemas.microsoft.com/office/drawing/2014/main" id="{75409907-53C1-4922-ADB4-C86221912F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66758" y="3109146"/>
                        <a:ext cx="91778" cy="93563"/>
                      </a:xfrm>
                      <a:custGeom>
                        <a:avLst/>
                        <a:gdLst>
                          <a:gd name="connsiteX0" fmla="*/ 1287 w 91778"/>
                          <a:gd name="connsiteY0" fmla="*/ 7338 h 93563"/>
                          <a:gd name="connsiteX1" fmla="*/ 2620 w 91778"/>
                          <a:gd name="connsiteY1" fmla="*/ 24483 h 93563"/>
                          <a:gd name="connsiteX2" fmla="*/ 27386 w 91778"/>
                          <a:gd name="connsiteY2" fmla="*/ 65821 h 93563"/>
                          <a:gd name="connsiteX3" fmla="*/ 69962 w 91778"/>
                          <a:gd name="connsiteY3" fmla="*/ 91634 h 93563"/>
                          <a:gd name="connsiteX4" fmla="*/ 91775 w 91778"/>
                          <a:gd name="connsiteY4" fmla="*/ 87919 h 93563"/>
                          <a:gd name="connsiteX5" fmla="*/ 81107 w 91778"/>
                          <a:gd name="connsiteY5" fmla="*/ 75442 h 93563"/>
                          <a:gd name="connsiteX6" fmla="*/ 54627 w 91778"/>
                          <a:gd name="connsiteY6" fmla="*/ 41247 h 93563"/>
                          <a:gd name="connsiteX7" fmla="*/ 31195 w 91778"/>
                          <a:gd name="connsiteY7" fmla="*/ 6004 h 93563"/>
                          <a:gd name="connsiteX8" fmla="*/ 1287 w 91778"/>
                          <a:gd name="connsiteY8" fmla="*/ 7338 h 935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1778" h="93563">
                            <a:moveTo>
                              <a:pt x="1287" y="7338"/>
                            </a:moveTo>
                            <a:cubicBezTo>
                              <a:pt x="-808" y="13720"/>
                              <a:pt x="-332" y="16768"/>
                              <a:pt x="2620" y="24483"/>
                            </a:cubicBezTo>
                            <a:cubicBezTo>
                              <a:pt x="8240" y="39152"/>
                              <a:pt x="13003" y="51629"/>
                              <a:pt x="27386" y="65821"/>
                            </a:cubicBezTo>
                            <a:cubicBezTo>
                              <a:pt x="39197" y="77633"/>
                              <a:pt x="55865" y="87729"/>
                              <a:pt x="69962" y="91634"/>
                            </a:cubicBezTo>
                            <a:cubicBezTo>
                              <a:pt x="80440" y="94682"/>
                              <a:pt x="91298" y="94587"/>
                              <a:pt x="91775" y="87919"/>
                            </a:cubicBezTo>
                            <a:cubicBezTo>
                              <a:pt x="91965" y="84014"/>
                              <a:pt x="85488" y="79919"/>
                              <a:pt x="81107" y="75442"/>
                            </a:cubicBezTo>
                            <a:cubicBezTo>
                              <a:pt x="70724" y="64964"/>
                              <a:pt x="61390" y="54582"/>
                              <a:pt x="54627" y="41247"/>
                            </a:cubicBezTo>
                            <a:cubicBezTo>
                              <a:pt x="49008" y="29817"/>
                              <a:pt x="45197" y="15625"/>
                              <a:pt x="31195" y="6004"/>
                            </a:cubicBezTo>
                            <a:cubicBezTo>
                              <a:pt x="18623" y="-2663"/>
                              <a:pt x="4145" y="-1711"/>
                              <a:pt x="1287" y="733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92" name="Forme libre : forme 12091">
                        <a:extLst>
                          <a:ext uri="{FF2B5EF4-FFF2-40B4-BE49-F238E27FC236}">
                            <a16:creationId xmlns:a16="http://schemas.microsoft.com/office/drawing/2014/main" id="{503E7EBF-3E92-490F-83B9-7E9F0D6B9E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92341" y="3122869"/>
                        <a:ext cx="35002" cy="20584"/>
                      </a:xfrm>
                      <a:custGeom>
                        <a:avLst/>
                        <a:gdLst>
                          <a:gd name="connsiteX0" fmla="*/ 5136 w 35002"/>
                          <a:gd name="connsiteY0" fmla="*/ 664 h 20584"/>
                          <a:gd name="connsiteX1" fmla="*/ 660 w 35002"/>
                          <a:gd name="connsiteY1" fmla="*/ 283 h 20584"/>
                          <a:gd name="connsiteX2" fmla="*/ 1327 w 35002"/>
                          <a:gd name="connsiteY2" fmla="*/ 3997 h 20584"/>
                          <a:gd name="connsiteX3" fmla="*/ 6756 w 35002"/>
                          <a:gd name="connsiteY3" fmla="*/ 8570 h 20584"/>
                          <a:gd name="connsiteX4" fmla="*/ 21615 w 35002"/>
                          <a:gd name="connsiteY4" fmla="*/ 17714 h 20584"/>
                          <a:gd name="connsiteX5" fmla="*/ 27425 w 35002"/>
                          <a:gd name="connsiteY5" fmla="*/ 20190 h 20584"/>
                          <a:gd name="connsiteX6" fmla="*/ 29615 w 35002"/>
                          <a:gd name="connsiteY6" fmla="*/ 11237 h 20584"/>
                          <a:gd name="connsiteX7" fmla="*/ 5136 w 35002"/>
                          <a:gd name="connsiteY7" fmla="*/ 664 h 205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002" h="20584">
                            <a:moveTo>
                              <a:pt x="5136" y="664"/>
                            </a:moveTo>
                            <a:cubicBezTo>
                              <a:pt x="3231" y="92"/>
                              <a:pt x="1898" y="-289"/>
                              <a:pt x="660" y="283"/>
                            </a:cubicBezTo>
                            <a:cubicBezTo>
                              <a:pt x="-579" y="854"/>
                              <a:pt x="88" y="2473"/>
                              <a:pt x="1327" y="3997"/>
                            </a:cubicBezTo>
                            <a:cubicBezTo>
                              <a:pt x="2565" y="5617"/>
                              <a:pt x="4851" y="7331"/>
                              <a:pt x="6756" y="8570"/>
                            </a:cubicBezTo>
                            <a:cubicBezTo>
                              <a:pt x="11518" y="11808"/>
                              <a:pt x="16662" y="15237"/>
                              <a:pt x="21615" y="17714"/>
                            </a:cubicBezTo>
                            <a:cubicBezTo>
                              <a:pt x="23615" y="18761"/>
                              <a:pt x="25520" y="19809"/>
                              <a:pt x="27425" y="20190"/>
                            </a:cubicBezTo>
                            <a:cubicBezTo>
                              <a:pt x="35331" y="22000"/>
                              <a:pt x="38569" y="17332"/>
                              <a:pt x="29615" y="11237"/>
                            </a:cubicBezTo>
                            <a:cubicBezTo>
                              <a:pt x="22567" y="6569"/>
                              <a:pt x="12756" y="2759"/>
                              <a:pt x="5136" y="66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93" name="Forme libre : forme 12092">
                        <a:extLst>
                          <a:ext uri="{FF2B5EF4-FFF2-40B4-BE49-F238E27FC236}">
                            <a16:creationId xmlns:a16="http://schemas.microsoft.com/office/drawing/2014/main" id="{3E038D41-70AC-4BF5-A641-874BF09C8C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45198" y="3212020"/>
                        <a:ext cx="70008" cy="8105"/>
                      </a:xfrm>
                      <a:custGeom>
                        <a:avLst/>
                        <a:gdLst>
                          <a:gd name="connsiteX0" fmla="*/ 70009 w 70008"/>
                          <a:gd name="connsiteY0" fmla="*/ 0 h 8105"/>
                          <a:gd name="connsiteX1" fmla="*/ 38862 w 70008"/>
                          <a:gd name="connsiteY1" fmla="*/ 8096 h 8105"/>
                          <a:gd name="connsiteX2" fmla="*/ 18574 w 70008"/>
                          <a:gd name="connsiteY2" fmla="*/ 6287 h 8105"/>
                          <a:gd name="connsiteX3" fmla="*/ 0 w 70008"/>
                          <a:gd name="connsiteY3" fmla="*/ 2381 h 8105"/>
                          <a:gd name="connsiteX4" fmla="*/ 70009 w 70008"/>
                          <a:gd name="connsiteY4" fmla="*/ 0 h 81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0008" h="8105">
                            <a:moveTo>
                              <a:pt x="70009" y="0"/>
                            </a:moveTo>
                            <a:cubicBezTo>
                              <a:pt x="64198" y="5429"/>
                              <a:pt x="52102" y="8287"/>
                              <a:pt x="38862" y="8096"/>
                            </a:cubicBezTo>
                            <a:cubicBezTo>
                              <a:pt x="32290" y="7906"/>
                              <a:pt x="25146" y="7525"/>
                              <a:pt x="18574" y="6287"/>
                            </a:cubicBezTo>
                            <a:cubicBezTo>
                              <a:pt x="12002" y="5144"/>
                              <a:pt x="5620" y="3715"/>
                              <a:pt x="0" y="2381"/>
                            </a:cubicBezTo>
                            <a:cubicBezTo>
                              <a:pt x="24003" y="8858"/>
                              <a:pt x="52292" y="6191"/>
                              <a:pt x="7000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94" name="Forme libre : forme 12093">
                        <a:extLst>
                          <a:ext uri="{FF2B5EF4-FFF2-40B4-BE49-F238E27FC236}">
                            <a16:creationId xmlns:a16="http://schemas.microsoft.com/office/drawing/2014/main" id="{1BE80A3C-50C2-4C7A-98D7-31545B483C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61378" y="3093624"/>
                        <a:ext cx="65532" cy="23717"/>
                      </a:xfrm>
                      <a:custGeom>
                        <a:avLst/>
                        <a:gdLst>
                          <a:gd name="connsiteX0" fmla="*/ 65532 w 65532"/>
                          <a:gd name="connsiteY0" fmla="*/ 23717 h 23717"/>
                          <a:gd name="connsiteX1" fmla="*/ 32290 w 65532"/>
                          <a:gd name="connsiteY1" fmla="*/ 7239 h 23717"/>
                          <a:gd name="connsiteX2" fmla="*/ 14668 w 65532"/>
                          <a:gd name="connsiteY2" fmla="*/ 2286 h 23717"/>
                          <a:gd name="connsiteX3" fmla="*/ 0 w 65532"/>
                          <a:gd name="connsiteY3" fmla="*/ 0 h 23717"/>
                          <a:gd name="connsiteX4" fmla="*/ 14288 w 65532"/>
                          <a:gd name="connsiteY4" fmla="*/ 2476 h 23717"/>
                          <a:gd name="connsiteX5" fmla="*/ 32195 w 65532"/>
                          <a:gd name="connsiteY5" fmla="*/ 8668 h 23717"/>
                          <a:gd name="connsiteX6" fmla="*/ 65532 w 65532"/>
                          <a:gd name="connsiteY6" fmla="*/ 23717 h 237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5532" h="23717">
                            <a:moveTo>
                              <a:pt x="65532" y="23717"/>
                            </a:moveTo>
                            <a:cubicBezTo>
                              <a:pt x="55150" y="16573"/>
                              <a:pt x="43910" y="11335"/>
                              <a:pt x="32290" y="7239"/>
                            </a:cubicBezTo>
                            <a:cubicBezTo>
                              <a:pt x="26575" y="5239"/>
                              <a:pt x="20478" y="3524"/>
                              <a:pt x="14668" y="2286"/>
                            </a:cubicBezTo>
                            <a:cubicBezTo>
                              <a:pt x="9716" y="1333"/>
                              <a:pt x="5143" y="762"/>
                              <a:pt x="0" y="0"/>
                            </a:cubicBezTo>
                            <a:cubicBezTo>
                              <a:pt x="4858" y="476"/>
                              <a:pt x="9334" y="1238"/>
                              <a:pt x="14288" y="2476"/>
                            </a:cubicBezTo>
                            <a:cubicBezTo>
                              <a:pt x="20098" y="4096"/>
                              <a:pt x="26289" y="6287"/>
                              <a:pt x="32195" y="8668"/>
                            </a:cubicBezTo>
                            <a:cubicBezTo>
                              <a:pt x="44196" y="13525"/>
                              <a:pt x="55721" y="18955"/>
                              <a:pt x="65532" y="2371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95" name="Forme libre : forme 12094">
                        <a:extLst>
                          <a:ext uri="{FF2B5EF4-FFF2-40B4-BE49-F238E27FC236}">
                            <a16:creationId xmlns:a16="http://schemas.microsoft.com/office/drawing/2014/main" id="{7D7C172B-08DA-4C18-8E05-CDC7631C70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7271" y="3161501"/>
                        <a:ext cx="29296" cy="22038"/>
                      </a:xfrm>
                      <a:custGeom>
                        <a:avLst/>
                        <a:gdLst>
                          <a:gd name="connsiteX0" fmla="*/ 28596 w 29296"/>
                          <a:gd name="connsiteY0" fmla="*/ 21658 h 22038"/>
                          <a:gd name="connsiteX1" fmla="*/ 9642 w 29296"/>
                          <a:gd name="connsiteY1" fmla="*/ 12800 h 22038"/>
                          <a:gd name="connsiteX2" fmla="*/ 1069 w 29296"/>
                          <a:gd name="connsiteY2" fmla="*/ 227 h 22038"/>
                          <a:gd name="connsiteX3" fmla="*/ 18214 w 29296"/>
                          <a:gd name="connsiteY3" fmla="*/ 9276 h 22038"/>
                          <a:gd name="connsiteX4" fmla="*/ 28596 w 29296"/>
                          <a:gd name="connsiteY4" fmla="*/ 21658 h 220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9296" h="22038">
                            <a:moveTo>
                              <a:pt x="28596" y="21658"/>
                            </a:moveTo>
                            <a:cubicBezTo>
                              <a:pt x="24787" y="23944"/>
                              <a:pt x="13166" y="15277"/>
                              <a:pt x="9642" y="12800"/>
                            </a:cubicBezTo>
                            <a:cubicBezTo>
                              <a:pt x="6117" y="10133"/>
                              <a:pt x="-3122" y="1846"/>
                              <a:pt x="1069" y="227"/>
                            </a:cubicBezTo>
                            <a:cubicBezTo>
                              <a:pt x="5260" y="-1487"/>
                              <a:pt x="14880" y="6990"/>
                              <a:pt x="18214" y="9276"/>
                            </a:cubicBezTo>
                            <a:cubicBezTo>
                              <a:pt x="21358" y="11848"/>
                              <a:pt x="32120" y="19753"/>
                              <a:pt x="28596" y="2165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96" name="Forme libre : forme 12095">
                        <a:extLst>
                          <a:ext uri="{FF2B5EF4-FFF2-40B4-BE49-F238E27FC236}">
                            <a16:creationId xmlns:a16="http://schemas.microsoft.com/office/drawing/2014/main" id="{DFA1FAB4-87F3-4936-A862-706659DC00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62291" y="3179613"/>
                        <a:ext cx="8928" cy="5726"/>
                      </a:xfrm>
                      <a:custGeom>
                        <a:avLst/>
                        <a:gdLst>
                          <a:gd name="connsiteX0" fmla="*/ 8910 w 8928"/>
                          <a:gd name="connsiteY0" fmla="*/ 5070 h 5726"/>
                          <a:gd name="connsiteX1" fmla="*/ 4052 w 8928"/>
                          <a:gd name="connsiteY1" fmla="*/ 4499 h 5726"/>
                          <a:gd name="connsiteX2" fmla="*/ 51 w 8928"/>
                          <a:gd name="connsiteY2" fmla="*/ 593 h 5726"/>
                          <a:gd name="connsiteX3" fmla="*/ 4814 w 8928"/>
                          <a:gd name="connsiteY3" fmla="*/ 1165 h 5726"/>
                          <a:gd name="connsiteX4" fmla="*/ 8910 w 8928"/>
                          <a:gd name="connsiteY4" fmla="*/ 5070 h 57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928" h="5726">
                            <a:moveTo>
                              <a:pt x="8910" y="5070"/>
                            </a:moveTo>
                            <a:cubicBezTo>
                              <a:pt x="8624" y="6499"/>
                              <a:pt x="5576" y="5260"/>
                              <a:pt x="4052" y="4499"/>
                            </a:cubicBezTo>
                            <a:cubicBezTo>
                              <a:pt x="2528" y="3736"/>
                              <a:pt x="-425" y="2022"/>
                              <a:pt x="51" y="593"/>
                            </a:cubicBezTo>
                            <a:cubicBezTo>
                              <a:pt x="433" y="-740"/>
                              <a:pt x="3290" y="498"/>
                              <a:pt x="4814" y="1165"/>
                            </a:cubicBezTo>
                            <a:cubicBezTo>
                              <a:pt x="6243" y="2022"/>
                              <a:pt x="9196" y="3736"/>
                              <a:pt x="8910" y="507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97" name="Forme libre : forme 12096">
                        <a:extLst>
                          <a:ext uri="{FF2B5EF4-FFF2-40B4-BE49-F238E27FC236}">
                            <a16:creationId xmlns:a16="http://schemas.microsoft.com/office/drawing/2014/main" id="{540BF266-D6D4-49D1-B56E-7CF9BB1255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48238" y="3143608"/>
                        <a:ext cx="65185" cy="62461"/>
                      </a:xfrm>
                      <a:custGeom>
                        <a:avLst/>
                        <a:gdLst>
                          <a:gd name="connsiteX0" fmla="*/ 50395 w 65185"/>
                          <a:gd name="connsiteY0" fmla="*/ 37741 h 62461"/>
                          <a:gd name="connsiteX1" fmla="*/ 64969 w 65185"/>
                          <a:gd name="connsiteY1" fmla="*/ 58410 h 62461"/>
                          <a:gd name="connsiteX2" fmla="*/ 57444 w 65185"/>
                          <a:gd name="connsiteY2" fmla="*/ 62030 h 62461"/>
                          <a:gd name="connsiteX3" fmla="*/ 48491 w 65185"/>
                          <a:gd name="connsiteY3" fmla="*/ 55457 h 62461"/>
                          <a:gd name="connsiteX4" fmla="*/ 25916 w 65185"/>
                          <a:gd name="connsiteY4" fmla="*/ 31169 h 62461"/>
                          <a:gd name="connsiteX5" fmla="*/ 8104 w 65185"/>
                          <a:gd name="connsiteY5" fmla="*/ 15262 h 62461"/>
                          <a:gd name="connsiteX6" fmla="*/ 2009 w 65185"/>
                          <a:gd name="connsiteY6" fmla="*/ 308 h 62461"/>
                          <a:gd name="connsiteX7" fmla="*/ 37822 w 65185"/>
                          <a:gd name="connsiteY7" fmla="*/ 20215 h 62461"/>
                          <a:gd name="connsiteX8" fmla="*/ 50395 w 65185"/>
                          <a:gd name="connsiteY8" fmla="*/ 37741 h 624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5185" h="62461">
                            <a:moveTo>
                              <a:pt x="50395" y="37741"/>
                            </a:moveTo>
                            <a:cubicBezTo>
                              <a:pt x="56682" y="45647"/>
                              <a:pt x="61921" y="50123"/>
                              <a:pt x="64969" y="58410"/>
                            </a:cubicBezTo>
                            <a:cubicBezTo>
                              <a:pt x="66207" y="61458"/>
                              <a:pt x="61921" y="63363"/>
                              <a:pt x="57444" y="62030"/>
                            </a:cubicBezTo>
                            <a:cubicBezTo>
                              <a:pt x="52967" y="60696"/>
                              <a:pt x="50777" y="58220"/>
                              <a:pt x="48491" y="55457"/>
                            </a:cubicBezTo>
                            <a:cubicBezTo>
                              <a:pt x="41632" y="46790"/>
                              <a:pt x="33917" y="39741"/>
                              <a:pt x="25916" y="31169"/>
                            </a:cubicBezTo>
                            <a:cubicBezTo>
                              <a:pt x="23345" y="28788"/>
                              <a:pt x="14772" y="21834"/>
                              <a:pt x="8104" y="15262"/>
                            </a:cubicBezTo>
                            <a:cubicBezTo>
                              <a:pt x="1627" y="8309"/>
                              <a:pt x="-2754" y="1737"/>
                              <a:pt x="2009" y="308"/>
                            </a:cubicBezTo>
                            <a:cubicBezTo>
                              <a:pt x="11438" y="-2454"/>
                              <a:pt x="31155" y="14119"/>
                              <a:pt x="37822" y="20215"/>
                            </a:cubicBezTo>
                            <a:cubicBezTo>
                              <a:pt x="44204" y="27073"/>
                              <a:pt x="45728" y="31836"/>
                              <a:pt x="50395" y="3774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13" name="Graphique 1">
                      <a:extLst>
                        <a:ext uri="{FF2B5EF4-FFF2-40B4-BE49-F238E27FC236}">
                          <a16:creationId xmlns:a16="http://schemas.microsoft.com/office/drawing/2014/main" id="{B09F468C-1138-4B71-9F73-3ED516D72D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21876" y="3151080"/>
                      <a:ext cx="196403" cy="100272"/>
                      <a:chOff x="5821876" y="3151080"/>
                      <a:chExt cx="196403" cy="1002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074" name="Forme libre : forme 12073">
                        <a:extLst>
                          <a:ext uri="{FF2B5EF4-FFF2-40B4-BE49-F238E27FC236}">
                            <a16:creationId xmlns:a16="http://schemas.microsoft.com/office/drawing/2014/main" id="{03D77F82-E102-4BFB-BC66-997765C27A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21876" y="3151080"/>
                        <a:ext cx="196248" cy="100272"/>
                      </a:xfrm>
                      <a:custGeom>
                        <a:avLst/>
                        <a:gdLst>
                          <a:gd name="connsiteX0" fmla="*/ 153827 w 196248"/>
                          <a:gd name="connsiteY0" fmla="*/ 76466 h 100272"/>
                          <a:gd name="connsiteX1" fmla="*/ 137349 w 196248"/>
                          <a:gd name="connsiteY1" fmla="*/ 84848 h 100272"/>
                          <a:gd name="connsiteX2" fmla="*/ 115251 w 196248"/>
                          <a:gd name="connsiteY2" fmla="*/ 92944 h 100272"/>
                          <a:gd name="connsiteX3" fmla="*/ 92486 w 196248"/>
                          <a:gd name="connsiteY3" fmla="*/ 97992 h 100272"/>
                          <a:gd name="connsiteX4" fmla="*/ 73531 w 196248"/>
                          <a:gd name="connsiteY4" fmla="*/ 100087 h 100272"/>
                          <a:gd name="connsiteX5" fmla="*/ 47623 w 196248"/>
                          <a:gd name="connsiteY5" fmla="*/ 98183 h 100272"/>
                          <a:gd name="connsiteX6" fmla="*/ 27906 w 196248"/>
                          <a:gd name="connsiteY6" fmla="*/ 91039 h 100272"/>
                          <a:gd name="connsiteX7" fmla="*/ 1998 w 196248"/>
                          <a:gd name="connsiteY7" fmla="*/ 66464 h 100272"/>
                          <a:gd name="connsiteX8" fmla="*/ 7999 w 196248"/>
                          <a:gd name="connsiteY8" fmla="*/ 45795 h 100272"/>
                          <a:gd name="connsiteX9" fmla="*/ 67626 w 196248"/>
                          <a:gd name="connsiteY9" fmla="*/ 24935 h 100272"/>
                          <a:gd name="connsiteX10" fmla="*/ 73055 w 196248"/>
                          <a:gd name="connsiteY10" fmla="*/ 24269 h 100272"/>
                          <a:gd name="connsiteX11" fmla="*/ 79246 w 196248"/>
                          <a:gd name="connsiteY11" fmla="*/ 22744 h 100272"/>
                          <a:gd name="connsiteX12" fmla="*/ 93153 w 196248"/>
                          <a:gd name="connsiteY12" fmla="*/ 19601 h 100272"/>
                          <a:gd name="connsiteX13" fmla="*/ 117251 w 196248"/>
                          <a:gd name="connsiteY13" fmla="*/ 10743 h 100272"/>
                          <a:gd name="connsiteX14" fmla="*/ 180401 w 196248"/>
                          <a:gd name="connsiteY14" fmla="*/ 266 h 100272"/>
                          <a:gd name="connsiteX15" fmla="*/ 196213 w 196248"/>
                          <a:gd name="connsiteY15" fmla="*/ 14267 h 100272"/>
                          <a:gd name="connsiteX16" fmla="*/ 186021 w 196248"/>
                          <a:gd name="connsiteY16" fmla="*/ 46367 h 100272"/>
                          <a:gd name="connsiteX17" fmla="*/ 180592 w 196248"/>
                          <a:gd name="connsiteY17" fmla="*/ 54272 h 100272"/>
                          <a:gd name="connsiteX18" fmla="*/ 173353 w 196248"/>
                          <a:gd name="connsiteY18" fmla="*/ 61892 h 100272"/>
                          <a:gd name="connsiteX19" fmla="*/ 164590 w 196248"/>
                          <a:gd name="connsiteY19" fmla="*/ 69512 h 100272"/>
                          <a:gd name="connsiteX20" fmla="*/ 153827 w 196248"/>
                          <a:gd name="connsiteY20" fmla="*/ 76466 h 1002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96248" h="100272">
                            <a:moveTo>
                              <a:pt x="153827" y="76466"/>
                            </a:moveTo>
                            <a:cubicBezTo>
                              <a:pt x="149731" y="79133"/>
                              <a:pt x="143921" y="81895"/>
                              <a:pt x="137349" y="84848"/>
                            </a:cubicBezTo>
                            <a:cubicBezTo>
                              <a:pt x="130871" y="87991"/>
                              <a:pt x="123061" y="90467"/>
                              <a:pt x="115251" y="92944"/>
                            </a:cubicBezTo>
                            <a:cubicBezTo>
                              <a:pt x="107440" y="95516"/>
                              <a:pt x="99630" y="96468"/>
                              <a:pt x="92486" y="97992"/>
                            </a:cubicBezTo>
                            <a:cubicBezTo>
                              <a:pt x="85342" y="99516"/>
                              <a:pt x="78770" y="99992"/>
                              <a:pt x="73531" y="100087"/>
                            </a:cubicBezTo>
                            <a:cubicBezTo>
                              <a:pt x="63815" y="100564"/>
                              <a:pt x="55243" y="100183"/>
                              <a:pt x="47623" y="98183"/>
                            </a:cubicBezTo>
                            <a:cubicBezTo>
                              <a:pt x="40098" y="96278"/>
                              <a:pt x="33526" y="94563"/>
                              <a:pt x="27906" y="91039"/>
                            </a:cubicBezTo>
                            <a:cubicBezTo>
                              <a:pt x="16667" y="84657"/>
                              <a:pt x="8571" y="76656"/>
                              <a:pt x="1998" y="66464"/>
                            </a:cubicBezTo>
                            <a:cubicBezTo>
                              <a:pt x="-2574" y="59606"/>
                              <a:pt x="1236" y="49319"/>
                              <a:pt x="7999" y="45795"/>
                            </a:cubicBezTo>
                            <a:cubicBezTo>
                              <a:pt x="27716" y="35413"/>
                              <a:pt x="43718" y="28936"/>
                              <a:pt x="67626" y="24935"/>
                            </a:cubicBezTo>
                            <a:cubicBezTo>
                              <a:pt x="69245" y="24745"/>
                              <a:pt x="71055" y="24459"/>
                              <a:pt x="73055" y="24269"/>
                            </a:cubicBezTo>
                            <a:cubicBezTo>
                              <a:pt x="74960" y="23792"/>
                              <a:pt x="77055" y="23316"/>
                              <a:pt x="79246" y="22744"/>
                            </a:cubicBezTo>
                            <a:cubicBezTo>
                              <a:pt x="83532" y="21602"/>
                              <a:pt x="88580" y="20935"/>
                              <a:pt x="93153" y="19601"/>
                            </a:cubicBezTo>
                            <a:cubicBezTo>
                              <a:pt x="102106" y="17029"/>
                              <a:pt x="111060" y="13315"/>
                              <a:pt x="117251" y="10743"/>
                            </a:cubicBezTo>
                            <a:cubicBezTo>
                              <a:pt x="140111" y="75"/>
                              <a:pt x="158209" y="-592"/>
                              <a:pt x="180401" y="266"/>
                            </a:cubicBezTo>
                            <a:cubicBezTo>
                              <a:pt x="188021" y="551"/>
                              <a:pt x="196880" y="6743"/>
                              <a:pt x="196213" y="14267"/>
                            </a:cubicBezTo>
                            <a:cubicBezTo>
                              <a:pt x="195356" y="25126"/>
                              <a:pt x="192594" y="35984"/>
                              <a:pt x="186021" y="46367"/>
                            </a:cubicBezTo>
                            <a:cubicBezTo>
                              <a:pt x="184402" y="49034"/>
                              <a:pt x="182593" y="51605"/>
                              <a:pt x="180592" y="54272"/>
                            </a:cubicBezTo>
                            <a:cubicBezTo>
                              <a:pt x="178402" y="56844"/>
                              <a:pt x="176020" y="59320"/>
                              <a:pt x="173353" y="61892"/>
                            </a:cubicBezTo>
                            <a:cubicBezTo>
                              <a:pt x="170686" y="64464"/>
                              <a:pt x="167828" y="67036"/>
                              <a:pt x="164590" y="69512"/>
                            </a:cubicBezTo>
                            <a:cubicBezTo>
                              <a:pt x="161351" y="71798"/>
                              <a:pt x="157732" y="74179"/>
                              <a:pt x="153827" y="7646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75" name="Forme libre : forme 12074">
                        <a:extLst>
                          <a:ext uri="{FF2B5EF4-FFF2-40B4-BE49-F238E27FC236}">
                            <a16:creationId xmlns:a16="http://schemas.microsoft.com/office/drawing/2014/main" id="{9244D084-19CA-4E8A-8EF0-975FBCFE27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22012" y="3164966"/>
                        <a:ext cx="196267" cy="86219"/>
                      </a:xfrm>
                      <a:custGeom>
                        <a:avLst/>
                        <a:gdLst>
                          <a:gd name="connsiteX0" fmla="*/ 82063 w 196267"/>
                          <a:gd name="connsiteY0" fmla="*/ 58103 h 86219"/>
                          <a:gd name="connsiteX1" fmla="*/ 59489 w 196267"/>
                          <a:gd name="connsiteY1" fmla="*/ 60865 h 86219"/>
                          <a:gd name="connsiteX2" fmla="*/ 37010 w 196267"/>
                          <a:gd name="connsiteY2" fmla="*/ 59436 h 86219"/>
                          <a:gd name="connsiteX3" fmla="*/ 244 w 196267"/>
                          <a:gd name="connsiteY3" fmla="*/ 42958 h 86219"/>
                          <a:gd name="connsiteX4" fmla="*/ 1958 w 196267"/>
                          <a:gd name="connsiteY4" fmla="*/ 52388 h 86219"/>
                          <a:gd name="connsiteX5" fmla="*/ 9292 w 196267"/>
                          <a:gd name="connsiteY5" fmla="*/ 62198 h 86219"/>
                          <a:gd name="connsiteX6" fmla="*/ 22818 w 196267"/>
                          <a:gd name="connsiteY6" fmla="*/ 73819 h 86219"/>
                          <a:gd name="connsiteX7" fmla="*/ 40915 w 196267"/>
                          <a:gd name="connsiteY7" fmla="*/ 82391 h 86219"/>
                          <a:gd name="connsiteX8" fmla="*/ 55774 w 196267"/>
                          <a:gd name="connsiteY8" fmla="*/ 85725 h 86219"/>
                          <a:gd name="connsiteX9" fmla="*/ 73395 w 196267"/>
                          <a:gd name="connsiteY9" fmla="*/ 86106 h 86219"/>
                          <a:gd name="connsiteX10" fmla="*/ 86921 w 196267"/>
                          <a:gd name="connsiteY10" fmla="*/ 84963 h 86219"/>
                          <a:gd name="connsiteX11" fmla="*/ 102637 w 196267"/>
                          <a:gd name="connsiteY11" fmla="*/ 82010 h 86219"/>
                          <a:gd name="connsiteX12" fmla="*/ 110924 w 196267"/>
                          <a:gd name="connsiteY12" fmla="*/ 80296 h 86219"/>
                          <a:gd name="connsiteX13" fmla="*/ 119401 w 196267"/>
                          <a:gd name="connsiteY13" fmla="*/ 77629 h 86219"/>
                          <a:gd name="connsiteX14" fmla="*/ 148548 w 196267"/>
                          <a:gd name="connsiteY14" fmla="*/ 65627 h 86219"/>
                          <a:gd name="connsiteX15" fmla="*/ 153787 w 196267"/>
                          <a:gd name="connsiteY15" fmla="*/ 62579 h 86219"/>
                          <a:gd name="connsiteX16" fmla="*/ 179504 w 196267"/>
                          <a:gd name="connsiteY16" fmla="*/ 41529 h 86219"/>
                          <a:gd name="connsiteX17" fmla="*/ 194744 w 196267"/>
                          <a:gd name="connsiteY17" fmla="*/ 10668 h 86219"/>
                          <a:gd name="connsiteX18" fmla="*/ 196268 w 196267"/>
                          <a:gd name="connsiteY18" fmla="*/ 381 h 86219"/>
                          <a:gd name="connsiteX19" fmla="*/ 196268 w 196267"/>
                          <a:gd name="connsiteY19" fmla="*/ 0 h 86219"/>
                          <a:gd name="connsiteX20" fmla="*/ 143309 w 196267"/>
                          <a:gd name="connsiteY20" fmla="*/ 36290 h 86219"/>
                          <a:gd name="connsiteX21" fmla="*/ 136165 w 196267"/>
                          <a:gd name="connsiteY21" fmla="*/ 40100 h 86219"/>
                          <a:gd name="connsiteX22" fmla="*/ 128640 w 196267"/>
                          <a:gd name="connsiteY22" fmla="*/ 43434 h 86219"/>
                          <a:gd name="connsiteX23" fmla="*/ 113495 w 196267"/>
                          <a:gd name="connsiteY23" fmla="*/ 49530 h 86219"/>
                          <a:gd name="connsiteX24" fmla="*/ 82063 w 196267"/>
                          <a:gd name="connsiteY24" fmla="*/ 58103 h 862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96267" h="86219">
                            <a:moveTo>
                              <a:pt x="82063" y="58103"/>
                            </a:moveTo>
                            <a:cubicBezTo>
                              <a:pt x="74729" y="59627"/>
                              <a:pt x="67109" y="60198"/>
                              <a:pt x="59489" y="60865"/>
                            </a:cubicBezTo>
                            <a:cubicBezTo>
                              <a:pt x="51869" y="61246"/>
                              <a:pt x="44249" y="60293"/>
                              <a:pt x="37010" y="59436"/>
                            </a:cubicBezTo>
                            <a:cubicBezTo>
                              <a:pt x="22532" y="56769"/>
                              <a:pt x="9387" y="51340"/>
                              <a:pt x="244" y="42958"/>
                            </a:cubicBezTo>
                            <a:cubicBezTo>
                              <a:pt x="-328" y="46196"/>
                              <a:pt x="53" y="49625"/>
                              <a:pt x="1958" y="52388"/>
                            </a:cubicBezTo>
                            <a:cubicBezTo>
                              <a:pt x="4244" y="55817"/>
                              <a:pt x="6720" y="59055"/>
                              <a:pt x="9292" y="62198"/>
                            </a:cubicBezTo>
                            <a:cubicBezTo>
                              <a:pt x="13197" y="66580"/>
                              <a:pt x="17674" y="70199"/>
                              <a:pt x="22818" y="73819"/>
                            </a:cubicBezTo>
                            <a:cubicBezTo>
                              <a:pt x="27961" y="77438"/>
                              <a:pt x="33866" y="80486"/>
                              <a:pt x="40915" y="82391"/>
                            </a:cubicBezTo>
                            <a:cubicBezTo>
                              <a:pt x="45392" y="83725"/>
                              <a:pt x="50345" y="84868"/>
                              <a:pt x="55774" y="85725"/>
                            </a:cubicBezTo>
                            <a:cubicBezTo>
                              <a:pt x="61203" y="86296"/>
                              <a:pt x="67013" y="86296"/>
                              <a:pt x="73395" y="86106"/>
                            </a:cubicBezTo>
                            <a:cubicBezTo>
                              <a:pt x="77205" y="85820"/>
                              <a:pt x="81968" y="86011"/>
                              <a:pt x="86921" y="84963"/>
                            </a:cubicBezTo>
                            <a:cubicBezTo>
                              <a:pt x="91779" y="84011"/>
                              <a:pt x="97113" y="83058"/>
                              <a:pt x="102637" y="82010"/>
                            </a:cubicBezTo>
                            <a:cubicBezTo>
                              <a:pt x="105399" y="81439"/>
                              <a:pt x="108161" y="80867"/>
                              <a:pt x="110924" y="80296"/>
                            </a:cubicBezTo>
                            <a:lnTo>
                              <a:pt x="119401" y="77629"/>
                            </a:lnTo>
                            <a:cubicBezTo>
                              <a:pt x="130831" y="74295"/>
                              <a:pt x="140642" y="69342"/>
                              <a:pt x="148548" y="65627"/>
                            </a:cubicBezTo>
                            <a:cubicBezTo>
                              <a:pt x="150452" y="64484"/>
                              <a:pt x="152262" y="63437"/>
                              <a:pt x="153787" y="62579"/>
                            </a:cubicBezTo>
                            <a:cubicBezTo>
                              <a:pt x="165121" y="56102"/>
                              <a:pt x="173122" y="48673"/>
                              <a:pt x="179504" y="41529"/>
                            </a:cubicBezTo>
                            <a:cubicBezTo>
                              <a:pt x="187600" y="31242"/>
                              <a:pt x="192458" y="21146"/>
                              <a:pt x="194744" y="10668"/>
                            </a:cubicBezTo>
                            <a:cubicBezTo>
                              <a:pt x="195411" y="7239"/>
                              <a:pt x="195982" y="3810"/>
                              <a:pt x="196268" y="381"/>
                            </a:cubicBezTo>
                            <a:lnTo>
                              <a:pt x="196268" y="0"/>
                            </a:lnTo>
                            <a:cubicBezTo>
                              <a:pt x="180361" y="13716"/>
                              <a:pt x="162454" y="26098"/>
                              <a:pt x="143309" y="36290"/>
                            </a:cubicBezTo>
                            <a:lnTo>
                              <a:pt x="136165" y="40100"/>
                            </a:lnTo>
                            <a:lnTo>
                              <a:pt x="128640" y="43434"/>
                            </a:lnTo>
                            <a:cubicBezTo>
                              <a:pt x="123687" y="45720"/>
                              <a:pt x="118735" y="47911"/>
                              <a:pt x="113495" y="49530"/>
                            </a:cubicBezTo>
                            <a:cubicBezTo>
                              <a:pt x="103018" y="53435"/>
                              <a:pt x="92445" y="55245"/>
                              <a:pt x="82063" y="5810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76" name="Forme libre : forme 12075">
                        <a:extLst>
                          <a:ext uri="{FF2B5EF4-FFF2-40B4-BE49-F238E27FC236}">
                            <a16:creationId xmlns:a16="http://schemas.microsoft.com/office/drawing/2014/main" id="{48976505-A35C-4FCC-982C-5A292662A2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93853" y="3179246"/>
                        <a:ext cx="90419" cy="42750"/>
                      </a:xfrm>
                      <a:custGeom>
                        <a:avLst/>
                        <a:gdLst>
                          <a:gd name="connsiteX0" fmla="*/ 89661 w 90419"/>
                          <a:gd name="connsiteY0" fmla="*/ 2008 h 42750"/>
                          <a:gd name="connsiteX1" fmla="*/ 77468 w 90419"/>
                          <a:gd name="connsiteY1" fmla="*/ 21344 h 42750"/>
                          <a:gd name="connsiteX2" fmla="*/ 49846 w 90419"/>
                          <a:gd name="connsiteY2" fmla="*/ 37251 h 42750"/>
                          <a:gd name="connsiteX3" fmla="*/ 30 w 90419"/>
                          <a:gd name="connsiteY3" fmla="*/ 35060 h 42750"/>
                          <a:gd name="connsiteX4" fmla="*/ 40797 w 90419"/>
                          <a:gd name="connsiteY4" fmla="*/ 14105 h 42750"/>
                          <a:gd name="connsiteX5" fmla="*/ 67087 w 90419"/>
                          <a:gd name="connsiteY5" fmla="*/ 4390 h 42750"/>
                          <a:gd name="connsiteX6" fmla="*/ 89661 w 90419"/>
                          <a:gd name="connsiteY6" fmla="*/ 2008 h 427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0419" h="42750">
                            <a:moveTo>
                              <a:pt x="89661" y="2008"/>
                            </a:moveTo>
                            <a:cubicBezTo>
                              <a:pt x="92614" y="5914"/>
                              <a:pt x="86613" y="14105"/>
                              <a:pt x="77468" y="21344"/>
                            </a:cubicBezTo>
                            <a:cubicBezTo>
                              <a:pt x="68420" y="28774"/>
                              <a:pt x="56133" y="34584"/>
                              <a:pt x="49846" y="37251"/>
                            </a:cubicBezTo>
                            <a:cubicBezTo>
                              <a:pt x="36892" y="42775"/>
                              <a:pt x="1364" y="47062"/>
                              <a:pt x="30" y="35060"/>
                            </a:cubicBezTo>
                            <a:cubicBezTo>
                              <a:pt x="-1113" y="25059"/>
                              <a:pt x="30510" y="18106"/>
                              <a:pt x="40797" y="14105"/>
                            </a:cubicBezTo>
                            <a:cubicBezTo>
                              <a:pt x="46036" y="12200"/>
                              <a:pt x="56799" y="8200"/>
                              <a:pt x="67087" y="4390"/>
                            </a:cubicBezTo>
                            <a:cubicBezTo>
                              <a:pt x="77183" y="961"/>
                              <a:pt x="86517" y="-2183"/>
                              <a:pt x="89661" y="200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77" name="Forme libre : forme 12076">
                        <a:extLst>
                          <a:ext uri="{FF2B5EF4-FFF2-40B4-BE49-F238E27FC236}">
                            <a16:creationId xmlns:a16="http://schemas.microsoft.com/office/drawing/2014/main" id="{10B7565B-ED33-4CE4-AAC2-96619AEF9A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92983" y="3201352"/>
                        <a:ext cx="70433" cy="20700"/>
                      </a:xfrm>
                      <a:custGeom>
                        <a:avLst/>
                        <a:gdLst>
                          <a:gd name="connsiteX0" fmla="*/ 18712 w 70433"/>
                          <a:gd name="connsiteY0" fmla="*/ 0 h 20700"/>
                          <a:gd name="connsiteX1" fmla="*/ 6616 w 70433"/>
                          <a:gd name="connsiteY1" fmla="*/ 5715 h 20700"/>
                          <a:gd name="connsiteX2" fmla="*/ 329 w 70433"/>
                          <a:gd name="connsiteY2" fmla="*/ 13145 h 20700"/>
                          <a:gd name="connsiteX3" fmla="*/ 7949 w 70433"/>
                          <a:gd name="connsiteY3" fmla="*/ 19240 h 20700"/>
                          <a:gd name="connsiteX4" fmla="*/ 21284 w 70433"/>
                          <a:gd name="connsiteY4" fmla="*/ 20669 h 20700"/>
                          <a:gd name="connsiteX5" fmla="*/ 51193 w 70433"/>
                          <a:gd name="connsiteY5" fmla="*/ 15049 h 20700"/>
                          <a:gd name="connsiteX6" fmla="*/ 70434 w 70433"/>
                          <a:gd name="connsiteY6" fmla="*/ 4572 h 20700"/>
                          <a:gd name="connsiteX7" fmla="*/ 59670 w 70433"/>
                          <a:gd name="connsiteY7" fmla="*/ 8858 h 20700"/>
                          <a:gd name="connsiteX8" fmla="*/ 46526 w 70433"/>
                          <a:gd name="connsiteY8" fmla="*/ 10954 h 20700"/>
                          <a:gd name="connsiteX9" fmla="*/ 33953 w 70433"/>
                          <a:gd name="connsiteY9" fmla="*/ 10573 h 20700"/>
                          <a:gd name="connsiteX10" fmla="*/ 18712 w 70433"/>
                          <a:gd name="connsiteY10" fmla="*/ 0 h 20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0433" h="20700">
                            <a:moveTo>
                              <a:pt x="18712" y="0"/>
                            </a:moveTo>
                            <a:cubicBezTo>
                              <a:pt x="16046" y="1524"/>
                              <a:pt x="10902" y="3429"/>
                              <a:pt x="6616" y="5715"/>
                            </a:cubicBezTo>
                            <a:cubicBezTo>
                              <a:pt x="2330" y="7525"/>
                              <a:pt x="-1099" y="9811"/>
                              <a:pt x="329" y="13145"/>
                            </a:cubicBezTo>
                            <a:cubicBezTo>
                              <a:pt x="1567" y="15812"/>
                              <a:pt x="4235" y="17812"/>
                              <a:pt x="7949" y="19240"/>
                            </a:cubicBezTo>
                            <a:cubicBezTo>
                              <a:pt x="11664" y="20383"/>
                              <a:pt x="16236" y="20764"/>
                              <a:pt x="21284" y="20669"/>
                            </a:cubicBezTo>
                            <a:cubicBezTo>
                              <a:pt x="31476" y="21050"/>
                              <a:pt x="43001" y="17907"/>
                              <a:pt x="51193" y="15049"/>
                            </a:cubicBezTo>
                            <a:cubicBezTo>
                              <a:pt x="55765" y="12954"/>
                              <a:pt x="66147" y="8191"/>
                              <a:pt x="70434" y="4572"/>
                            </a:cubicBezTo>
                            <a:cubicBezTo>
                              <a:pt x="67671" y="6096"/>
                              <a:pt x="62718" y="8287"/>
                              <a:pt x="59670" y="8858"/>
                            </a:cubicBezTo>
                            <a:cubicBezTo>
                              <a:pt x="55384" y="9620"/>
                              <a:pt x="51002" y="10763"/>
                              <a:pt x="46526" y="10954"/>
                            </a:cubicBezTo>
                            <a:cubicBezTo>
                              <a:pt x="42049" y="11144"/>
                              <a:pt x="37762" y="11049"/>
                              <a:pt x="33953" y="10573"/>
                            </a:cubicBezTo>
                            <a:cubicBezTo>
                              <a:pt x="26237" y="9334"/>
                              <a:pt x="20332" y="5620"/>
                              <a:pt x="1871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78" name="Forme libre : forme 12077">
                        <a:extLst>
                          <a:ext uri="{FF2B5EF4-FFF2-40B4-BE49-F238E27FC236}">
                            <a16:creationId xmlns:a16="http://schemas.microsoft.com/office/drawing/2014/main" id="{B0DBCD00-0993-4F0D-825B-D4BF401B8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99089" y="3177922"/>
                        <a:ext cx="90478" cy="46026"/>
                      </a:xfrm>
                      <a:custGeom>
                        <a:avLst/>
                        <a:gdLst>
                          <a:gd name="connsiteX0" fmla="*/ 90140 w 90478"/>
                          <a:gd name="connsiteY0" fmla="*/ 2475 h 46026"/>
                          <a:gd name="connsiteX1" fmla="*/ 77186 w 90478"/>
                          <a:gd name="connsiteY1" fmla="*/ 22953 h 46026"/>
                          <a:gd name="connsiteX2" fmla="*/ 62994 w 90478"/>
                          <a:gd name="connsiteY2" fmla="*/ 32860 h 46026"/>
                          <a:gd name="connsiteX3" fmla="*/ 50135 w 90478"/>
                          <a:gd name="connsiteY3" fmla="*/ 39432 h 46026"/>
                          <a:gd name="connsiteX4" fmla="*/ 36895 w 90478"/>
                          <a:gd name="connsiteY4" fmla="*/ 43813 h 46026"/>
                          <a:gd name="connsiteX5" fmla="*/ 20798 w 90478"/>
                          <a:gd name="connsiteY5" fmla="*/ 46004 h 46026"/>
                          <a:gd name="connsiteX6" fmla="*/ 128 w 90478"/>
                          <a:gd name="connsiteY6" fmla="*/ 38670 h 46026"/>
                          <a:gd name="connsiteX7" fmla="*/ 16130 w 90478"/>
                          <a:gd name="connsiteY7" fmla="*/ 25430 h 46026"/>
                          <a:gd name="connsiteX8" fmla="*/ 30132 w 90478"/>
                          <a:gd name="connsiteY8" fmla="*/ 20286 h 46026"/>
                          <a:gd name="connsiteX9" fmla="*/ 40800 w 90478"/>
                          <a:gd name="connsiteY9" fmla="*/ 16286 h 46026"/>
                          <a:gd name="connsiteX10" fmla="*/ 52421 w 90478"/>
                          <a:gd name="connsiteY10" fmla="*/ 11714 h 46026"/>
                          <a:gd name="connsiteX11" fmla="*/ 68232 w 90478"/>
                          <a:gd name="connsiteY11" fmla="*/ 5142 h 46026"/>
                          <a:gd name="connsiteX12" fmla="*/ 90140 w 90478"/>
                          <a:gd name="connsiteY12" fmla="*/ 2475 h 4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0478" h="46026">
                            <a:moveTo>
                              <a:pt x="90140" y="2475"/>
                            </a:moveTo>
                            <a:cubicBezTo>
                              <a:pt x="92045" y="7618"/>
                              <a:pt x="85663" y="15238"/>
                              <a:pt x="77186" y="22953"/>
                            </a:cubicBezTo>
                            <a:cubicBezTo>
                              <a:pt x="72709" y="26478"/>
                              <a:pt x="67756" y="29907"/>
                              <a:pt x="62994" y="32860"/>
                            </a:cubicBezTo>
                            <a:cubicBezTo>
                              <a:pt x="58136" y="35717"/>
                              <a:pt x="53469" y="37812"/>
                              <a:pt x="50135" y="39432"/>
                            </a:cubicBezTo>
                            <a:cubicBezTo>
                              <a:pt x="46801" y="41146"/>
                              <a:pt x="42039" y="42670"/>
                              <a:pt x="36895" y="43813"/>
                            </a:cubicBezTo>
                            <a:cubicBezTo>
                              <a:pt x="31751" y="45147"/>
                              <a:pt x="26132" y="46194"/>
                              <a:pt x="20798" y="46004"/>
                            </a:cubicBezTo>
                            <a:cubicBezTo>
                              <a:pt x="10225" y="46004"/>
                              <a:pt x="1462" y="44480"/>
                              <a:pt x="128" y="38670"/>
                            </a:cubicBezTo>
                            <a:cubicBezTo>
                              <a:pt x="-1110" y="33526"/>
                              <a:pt x="6796" y="28764"/>
                              <a:pt x="16130" y="25430"/>
                            </a:cubicBezTo>
                            <a:cubicBezTo>
                              <a:pt x="20893" y="23906"/>
                              <a:pt x="25751" y="22001"/>
                              <a:pt x="30132" y="20286"/>
                            </a:cubicBezTo>
                            <a:cubicBezTo>
                              <a:pt x="34514" y="18762"/>
                              <a:pt x="38419" y="17429"/>
                              <a:pt x="40800" y="16286"/>
                            </a:cubicBezTo>
                            <a:cubicBezTo>
                              <a:pt x="43277" y="15334"/>
                              <a:pt x="47468" y="13714"/>
                              <a:pt x="52421" y="11714"/>
                            </a:cubicBezTo>
                            <a:cubicBezTo>
                              <a:pt x="57184" y="9428"/>
                              <a:pt x="62803" y="7142"/>
                              <a:pt x="68232" y="5142"/>
                            </a:cubicBezTo>
                            <a:cubicBezTo>
                              <a:pt x="78615" y="665"/>
                              <a:pt x="88521" y="-2383"/>
                              <a:pt x="90140" y="247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79" name="Forme libre : forme 12078">
                        <a:extLst>
                          <a:ext uri="{FF2B5EF4-FFF2-40B4-BE49-F238E27FC236}">
                            <a16:creationId xmlns:a16="http://schemas.microsoft.com/office/drawing/2014/main" id="{2B1674DD-26FA-45E3-B9E6-36500D7D93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48643" y="3195785"/>
                        <a:ext cx="123974" cy="46293"/>
                      </a:xfrm>
                      <a:custGeom>
                        <a:avLst/>
                        <a:gdLst>
                          <a:gd name="connsiteX0" fmla="*/ 282 w 123974"/>
                          <a:gd name="connsiteY0" fmla="*/ 18806 h 46293"/>
                          <a:gd name="connsiteX1" fmla="*/ 11712 w 123974"/>
                          <a:gd name="connsiteY1" fmla="*/ 32237 h 46293"/>
                          <a:gd name="connsiteX2" fmla="*/ 33620 w 123974"/>
                          <a:gd name="connsiteY2" fmla="*/ 42619 h 46293"/>
                          <a:gd name="connsiteX3" fmla="*/ 61337 w 123974"/>
                          <a:gd name="connsiteY3" fmla="*/ 46143 h 46293"/>
                          <a:gd name="connsiteX4" fmla="*/ 112105 w 123974"/>
                          <a:gd name="connsiteY4" fmla="*/ 28522 h 46293"/>
                          <a:gd name="connsiteX5" fmla="*/ 122011 w 123974"/>
                          <a:gd name="connsiteY5" fmla="*/ 8138 h 46293"/>
                          <a:gd name="connsiteX6" fmla="*/ 105438 w 123974"/>
                          <a:gd name="connsiteY6" fmla="*/ 10044 h 46293"/>
                          <a:gd name="connsiteX7" fmla="*/ 83530 w 123974"/>
                          <a:gd name="connsiteY7" fmla="*/ 12139 h 46293"/>
                          <a:gd name="connsiteX8" fmla="*/ 72862 w 123974"/>
                          <a:gd name="connsiteY8" fmla="*/ 11663 h 46293"/>
                          <a:gd name="connsiteX9" fmla="*/ 62195 w 123974"/>
                          <a:gd name="connsiteY9" fmla="*/ 9186 h 46293"/>
                          <a:gd name="connsiteX10" fmla="*/ 43621 w 123974"/>
                          <a:gd name="connsiteY10" fmla="*/ 2709 h 46293"/>
                          <a:gd name="connsiteX11" fmla="*/ 22856 w 123974"/>
                          <a:gd name="connsiteY11" fmla="*/ 42 h 46293"/>
                          <a:gd name="connsiteX12" fmla="*/ 282 w 123974"/>
                          <a:gd name="connsiteY12" fmla="*/ 18806 h 462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23974" h="46293">
                            <a:moveTo>
                              <a:pt x="282" y="18806"/>
                            </a:moveTo>
                            <a:cubicBezTo>
                              <a:pt x="2092" y="25188"/>
                              <a:pt x="4282" y="28141"/>
                              <a:pt x="11712" y="32237"/>
                            </a:cubicBezTo>
                            <a:cubicBezTo>
                              <a:pt x="18856" y="36142"/>
                              <a:pt x="25714" y="40333"/>
                              <a:pt x="33620" y="42619"/>
                            </a:cubicBezTo>
                            <a:cubicBezTo>
                              <a:pt x="41430" y="44619"/>
                              <a:pt x="50479" y="46905"/>
                              <a:pt x="61337" y="46143"/>
                            </a:cubicBezTo>
                            <a:cubicBezTo>
                              <a:pt x="79244" y="45381"/>
                              <a:pt x="100295" y="38523"/>
                              <a:pt x="112105" y="28522"/>
                            </a:cubicBezTo>
                            <a:cubicBezTo>
                              <a:pt x="121344" y="21569"/>
                              <a:pt x="127250" y="12044"/>
                              <a:pt x="122011" y="8138"/>
                            </a:cubicBezTo>
                            <a:cubicBezTo>
                              <a:pt x="118678" y="5472"/>
                              <a:pt x="111915" y="9281"/>
                              <a:pt x="105438" y="10044"/>
                            </a:cubicBezTo>
                            <a:cubicBezTo>
                              <a:pt x="97913" y="11091"/>
                              <a:pt x="90865" y="12330"/>
                              <a:pt x="83530" y="12139"/>
                            </a:cubicBezTo>
                            <a:cubicBezTo>
                              <a:pt x="79911" y="12044"/>
                              <a:pt x="76387" y="12234"/>
                              <a:pt x="72862" y="11663"/>
                            </a:cubicBezTo>
                            <a:cubicBezTo>
                              <a:pt x="69243" y="10996"/>
                              <a:pt x="65719" y="10234"/>
                              <a:pt x="62195" y="9186"/>
                            </a:cubicBezTo>
                            <a:cubicBezTo>
                              <a:pt x="56194" y="7377"/>
                              <a:pt x="50098" y="5186"/>
                              <a:pt x="43621" y="2709"/>
                            </a:cubicBezTo>
                            <a:cubicBezTo>
                              <a:pt x="37144" y="233"/>
                              <a:pt x="30571" y="-148"/>
                              <a:pt x="22856" y="42"/>
                            </a:cubicBezTo>
                            <a:cubicBezTo>
                              <a:pt x="8950" y="1566"/>
                              <a:pt x="-1909" y="9567"/>
                              <a:pt x="282" y="1880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80" name="Forme libre : forme 12079">
                        <a:extLst>
                          <a:ext uri="{FF2B5EF4-FFF2-40B4-BE49-F238E27FC236}">
                            <a16:creationId xmlns:a16="http://schemas.microsoft.com/office/drawing/2014/main" id="{C1562789-598F-4E8F-9A18-F20B4FC966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72420" y="3192941"/>
                        <a:ext cx="35888" cy="15014"/>
                      </a:xfrm>
                      <a:custGeom>
                        <a:avLst/>
                        <a:gdLst>
                          <a:gd name="connsiteX0" fmla="*/ 3556 w 35888"/>
                          <a:gd name="connsiteY0" fmla="*/ 9745 h 15014"/>
                          <a:gd name="connsiteX1" fmla="*/ 127 w 35888"/>
                          <a:gd name="connsiteY1" fmla="*/ 12221 h 15014"/>
                          <a:gd name="connsiteX2" fmla="*/ 2890 w 35888"/>
                          <a:gd name="connsiteY2" fmla="*/ 14698 h 15014"/>
                          <a:gd name="connsiteX3" fmla="*/ 9748 w 35888"/>
                          <a:gd name="connsiteY3" fmla="*/ 14507 h 15014"/>
                          <a:gd name="connsiteX4" fmla="*/ 26321 w 35888"/>
                          <a:gd name="connsiteY4" fmla="*/ 10983 h 15014"/>
                          <a:gd name="connsiteX5" fmla="*/ 31941 w 35888"/>
                          <a:gd name="connsiteY5" fmla="*/ 8316 h 15014"/>
                          <a:gd name="connsiteX6" fmla="*/ 27179 w 35888"/>
                          <a:gd name="connsiteY6" fmla="*/ 696 h 15014"/>
                          <a:gd name="connsiteX7" fmla="*/ 3556 w 35888"/>
                          <a:gd name="connsiteY7" fmla="*/ 9745 h 150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888" h="15014">
                            <a:moveTo>
                              <a:pt x="3556" y="9745"/>
                            </a:moveTo>
                            <a:cubicBezTo>
                              <a:pt x="1842" y="10507"/>
                              <a:pt x="699" y="10983"/>
                              <a:pt x="127" y="12221"/>
                            </a:cubicBezTo>
                            <a:cubicBezTo>
                              <a:pt x="-444" y="13364"/>
                              <a:pt x="985" y="14317"/>
                              <a:pt x="2890" y="14698"/>
                            </a:cubicBezTo>
                            <a:cubicBezTo>
                              <a:pt x="4794" y="15269"/>
                              <a:pt x="7652" y="14984"/>
                              <a:pt x="9748" y="14507"/>
                            </a:cubicBezTo>
                            <a:cubicBezTo>
                              <a:pt x="15272" y="13555"/>
                              <a:pt x="21178" y="12507"/>
                              <a:pt x="26321" y="10983"/>
                            </a:cubicBezTo>
                            <a:cubicBezTo>
                              <a:pt x="28417" y="10221"/>
                              <a:pt x="30321" y="9459"/>
                              <a:pt x="31941" y="8316"/>
                            </a:cubicBezTo>
                            <a:cubicBezTo>
                              <a:pt x="38418" y="3554"/>
                              <a:pt x="36989" y="-1971"/>
                              <a:pt x="27179" y="696"/>
                            </a:cubicBezTo>
                            <a:cubicBezTo>
                              <a:pt x="19463" y="2125"/>
                              <a:pt x="10414" y="6316"/>
                              <a:pt x="3556" y="974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81" name="Forme libre : forme 12080">
                        <a:extLst>
                          <a:ext uri="{FF2B5EF4-FFF2-40B4-BE49-F238E27FC236}">
                            <a16:creationId xmlns:a16="http://schemas.microsoft.com/office/drawing/2014/main" id="{B2ABD427-228B-47AF-855E-9BE09667DC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77322" y="3164966"/>
                        <a:ext cx="37169" cy="59816"/>
                      </a:xfrm>
                      <a:custGeom>
                        <a:avLst/>
                        <a:gdLst>
                          <a:gd name="connsiteX0" fmla="*/ 36862 w 37169"/>
                          <a:gd name="connsiteY0" fmla="*/ 0 h 59816"/>
                          <a:gd name="connsiteX1" fmla="*/ 0 w 37169"/>
                          <a:gd name="connsiteY1" fmla="*/ 59817 h 59816"/>
                          <a:gd name="connsiteX2" fmla="*/ 36862 w 37169"/>
                          <a:gd name="connsiteY2" fmla="*/ 0 h 59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7169" h="59816">
                            <a:moveTo>
                              <a:pt x="36862" y="0"/>
                            </a:moveTo>
                            <a:cubicBezTo>
                              <a:pt x="40005" y="16478"/>
                              <a:pt x="18479" y="44482"/>
                              <a:pt x="0" y="59817"/>
                            </a:cubicBezTo>
                            <a:cubicBezTo>
                              <a:pt x="19717" y="42767"/>
                              <a:pt x="32290" y="18383"/>
                              <a:pt x="368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82" name="Forme libre : forme 12081">
                        <a:extLst>
                          <a:ext uri="{FF2B5EF4-FFF2-40B4-BE49-F238E27FC236}">
                            <a16:creationId xmlns:a16="http://schemas.microsoft.com/office/drawing/2014/main" id="{2AF3C17E-B0F1-4209-A7EE-D0DCF773F3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0638" y="3178111"/>
                        <a:ext cx="61054" cy="20859"/>
                      </a:xfrm>
                      <a:custGeom>
                        <a:avLst/>
                        <a:gdLst>
                          <a:gd name="connsiteX0" fmla="*/ 61055 w 61054"/>
                          <a:gd name="connsiteY0" fmla="*/ 0 h 20859"/>
                          <a:gd name="connsiteX1" fmla="*/ 0 w 61054"/>
                          <a:gd name="connsiteY1" fmla="*/ 20860 h 20859"/>
                          <a:gd name="connsiteX2" fmla="*/ 61055 w 61054"/>
                          <a:gd name="connsiteY2" fmla="*/ 0 h 208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1054" h="20859">
                            <a:moveTo>
                              <a:pt x="61055" y="0"/>
                            </a:moveTo>
                            <a:cubicBezTo>
                              <a:pt x="39910" y="4572"/>
                              <a:pt x="19335" y="12954"/>
                              <a:pt x="0" y="20860"/>
                            </a:cubicBezTo>
                            <a:cubicBezTo>
                              <a:pt x="17716" y="12859"/>
                              <a:pt x="43434" y="7811"/>
                              <a:pt x="6105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83" name="Forme libre : forme 12082">
                        <a:extLst>
                          <a:ext uri="{FF2B5EF4-FFF2-40B4-BE49-F238E27FC236}">
                            <a16:creationId xmlns:a16="http://schemas.microsoft.com/office/drawing/2014/main" id="{A7D55470-6ECE-4790-9CD9-4ABEE5F376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29964" y="3188423"/>
                        <a:ext cx="33168" cy="14058"/>
                      </a:xfrm>
                      <a:custGeom>
                        <a:avLst/>
                        <a:gdLst>
                          <a:gd name="connsiteX0" fmla="*/ 33166 w 33168"/>
                          <a:gd name="connsiteY0" fmla="*/ 1689 h 14058"/>
                          <a:gd name="connsiteX1" fmla="*/ 25642 w 33168"/>
                          <a:gd name="connsiteY1" fmla="*/ 8261 h 14058"/>
                          <a:gd name="connsiteX2" fmla="*/ 15069 w 33168"/>
                          <a:gd name="connsiteY2" fmla="*/ 12166 h 14058"/>
                          <a:gd name="connsiteX3" fmla="*/ 115 w 33168"/>
                          <a:gd name="connsiteY3" fmla="*/ 11405 h 14058"/>
                          <a:gd name="connsiteX4" fmla="*/ 7830 w 33168"/>
                          <a:gd name="connsiteY4" fmla="*/ 6356 h 14058"/>
                          <a:gd name="connsiteX5" fmla="*/ 17355 w 33168"/>
                          <a:gd name="connsiteY5" fmla="*/ 3213 h 14058"/>
                          <a:gd name="connsiteX6" fmla="*/ 33166 w 33168"/>
                          <a:gd name="connsiteY6" fmla="*/ 1689 h 140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3168" h="14058">
                            <a:moveTo>
                              <a:pt x="33166" y="1689"/>
                            </a:moveTo>
                            <a:cubicBezTo>
                              <a:pt x="32976" y="3785"/>
                              <a:pt x="29547" y="6166"/>
                              <a:pt x="25642" y="8261"/>
                            </a:cubicBezTo>
                            <a:cubicBezTo>
                              <a:pt x="21736" y="10262"/>
                              <a:pt x="17165" y="11500"/>
                              <a:pt x="15069" y="12166"/>
                            </a:cubicBezTo>
                            <a:cubicBezTo>
                              <a:pt x="10973" y="13786"/>
                              <a:pt x="-1314" y="15786"/>
                              <a:pt x="115" y="11405"/>
                            </a:cubicBezTo>
                            <a:cubicBezTo>
                              <a:pt x="686" y="9214"/>
                              <a:pt x="4211" y="7880"/>
                              <a:pt x="7830" y="6356"/>
                            </a:cubicBezTo>
                            <a:cubicBezTo>
                              <a:pt x="11449" y="4832"/>
                              <a:pt x="15450" y="3785"/>
                              <a:pt x="17355" y="3213"/>
                            </a:cubicBezTo>
                            <a:cubicBezTo>
                              <a:pt x="21165" y="2546"/>
                              <a:pt x="33357" y="-2597"/>
                              <a:pt x="33166" y="168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84" name="Forme libre : forme 12083">
                        <a:extLst>
                          <a:ext uri="{FF2B5EF4-FFF2-40B4-BE49-F238E27FC236}">
                            <a16:creationId xmlns:a16="http://schemas.microsoft.com/office/drawing/2014/main" id="{842E3C41-3341-4691-8D02-D96EC1EAC9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58447" y="3186313"/>
                        <a:ext cx="9200" cy="5464"/>
                      </a:xfrm>
                      <a:custGeom>
                        <a:avLst/>
                        <a:gdLst>
                          <a:gd name="connsiteX0" fmla="*/ 8969 w 9200"/>
                          <a:gd name="connsiteY0" fmla="*/ 371 h 5464"/>
                          <a:gd name="connsiteX1" fmla="*/ 5730 w 9200"/>
                          <a:gd name="connsiteY1" fmla="*/ 3990 h 5464"/>
                          <a:gd name="connsiteX2" fmla="*/ 206 w 9200"/>
                          <a:gd name="connsiteY2" fmla="*/ 5038 h 5464"/>
                          <a:gd name="connsiteX3" fmla="*/ 3349 w 9200"/>
                          <a:gd name="connsiteY3" fmla="*/ 1513 h 5464"/>
                          <a:gd name="connsiteX4" fmla="*/ 8969 w 9200"/>
                          <a:gd name="connsiteY4" fmla="*/ 371 h 54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00" h="5464">
                            <a:moveTo>
                              <a:pt x="8969" y="371"/>
                            </a:moveTo>
                            <a:cubicBezTo>
                              <a:pt x="10017" y="1418"/>
                              <a:pt x="7255" y="3228"/>
                              <a:pt x="5730" y="3990"/>
                            </a:cubicBezTo>
                            <a:cubicBezTo>
                              <a:pt x="4207" y="4752"/>
                              <a:pt x="1159" y="6181"/>
                              <a:pt x="206" y="5038"/>
                            </a:cubicBezTo>
                            <a:cubicBezTo>
                              <a:pt x="-747" y="3895"/>
                              <a:pt x="1825" y="2276"/>
                              <a:pt x="3349" y="1513"/>
                            </a:cubicBezTo>
                            <a:cubicBezTo>
                              <a:pt x="4873" y="752"/>
                              <a:pt x="8016" y="-677"/>
                              <a:pt x="8969" y="37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85" name="Forme libre : forme 12084">
                        <a:extLst>
                          <a:ext uri="{FF2B5EF4-FFF2-40B4-BE49-F238E27FC236}">
                            <a16:creationId xmlns:a16="http://schemas.microsoft.com/office/drawing/2014/main" id="{19119E91-C853-4545-88F0-A32A19564D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23378" y="3160196"/>
                        <a:ext cx="83641" cy="24176"/>
                      </a:xfrm>
                      <a:custGeom>
                        <a:avLst/>
                        <a:gdLst>
                          <a:gd name="connsiteX0" fmla="*/ 56230 w 83641"/>
                          <a:gd name="connsiteY0" fmla="*/ 1627 h 24176"/>
                          <a:gd name="connsiteX1" fmla="*/ 81662 w 83641"/>
                          <a:gd name="connsiteY1" fmla="*/ 865 h 24176"/>
                          <a:gd name="connsiteX2" fmla="*/ 80519 w 83641"/>
                          <a:gd name="connsiteY2" fmla="*/ 9247 h 24176"/>
                          <a:gd name="connsiteX3" fmla="*/ 69946 w 83641"/>
                          <a:gd name="connsiteY3" fmla="*/ 12867 h 24176"/>
                          <a:gd name="connsiteX4" fmla="*/ 37466 w 83641"/>
                          <a:gd name="connsiteY4" fmla="*/ 18486 h 24176"/>
                          <a:gd name="connsiteX5" fmla="*/ 14892 w 83641"/>
                          <a:gd name="connsiteY5" fmla="*/ 23630 h 24176"/>
                          <a:gd name="connsiteX6" fmla="*/ 223 w 83641"/>
                          <a:gd name="connsiteY6" fmla="*/ 19153 h 24176"/>
                          <a:gd name="connsiteX7" fmla="*/ 5652 w 83641"/>
                          <a:gd name="connsiteY7" fmla="*/ 13343 h 24176"/>
                          <a:gd name="connsiteX8" fmla="*/ 15273 w 83641"/>
                          <a:gd name="connsiteY8" fmla="*/ 8676 h 24176"/>
                          <a:gd name="connsiteX9" fmla="*/ 34799 w 83641"/>
                          <a:gd name="connsiteY9" fmla="*/ 2579 h 24176"/>
                          <a:gd name="connsiteX10" fmla="*/ 56230 w 83641"/>
                          <a:gd name="connsiteY10" fmla="*/ 1627 h 241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3641" h="24176">
                            <a:moveTo>
                              <a:pt x="56230" y="1627"/>
                            </a:moveTo>
                            <a:cubicBezTo>
                              <a:pt x="66041" y="294"/>
                              <a:pt x="73376" y="-849"/>
                              <a:pt x="81662" y="865"/>
                            </a:cubicBezTo>
                            <a:cubicBezTo>
                              <a:pt x="84805" y="1532"/>
                              <a:pt x="84044" y="6199"/>
                              <a:pt x="80519" y="9247"/>
                            </a:cubicBezTo>
                            <a:cubicBezTo>
                              <a:pt x="76900" y="12200"/>
                              <a:pt x="73470" y="12390"/>
                              <a:pt x="69946" y="12867"/>
                            </a:cubicBezTo>
                            <a:cubicBezTo>
                              <a:pt x="59183" y="14295"/>
                              <a:pt x="48706" y="16391"/>
                              <a:pt x="37466" y="18486"/>
                            </a:cubicBezTo>
                            <a:cubicBezTo>
                              <a:pt x="33847" y="18962"/>
                              <a:pt x="23845" y="22773"/>
                              <a:pt x="14892" y="23630"/>
                            </a:cubicBezTo>
                            <a:cubicBezTo>
                              <a:pt x="6034" y="25154"/>
                              <a:pt x="-1396" y="23439"/>
                              <a:pt x="223" y="19153"/>
                            </a:cubicBezTo>
                            <a:cubicBezTo>
                              <a:pt x="985" y="16867"/>
                              <a:pt x="2986" y="15153"/>
                              <a:pt x="5652" y="13343"/>
                            </a:cubicBezTo>
                            <a:cubicBezTo>
                              <a:pt x="8320" y="11438"/>
                              <a:pt x="11653" y="9914"/>
                              <a:pt x="15273" y="8676"/>
                            </a:cubicBezTo>
                            <a:cubicBezTo>
                              <a:pt x="22321" y="5723"/>
                              <a:pt x="30418" y="3532"/>
                              <a:pt x="34799" y="2579"/>
                            </a:cubicBezTo>
                            <a:cubicBezTo>
                              <a:pt x="43467" y="484"/>
                              <a:pt x="48896" y="2770"/>
                              <a:pt x="56230" y="162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14" name="Graphique 1">
                      <a:extLst>
                        <a:ext uri="{FF2B5EF4-FFF2-40B4-BE49-F238E27FC236}">
                          <a16:creationId xmlns:a16="http://schemas.microsoft.com/office/drawing/2014/main" id="{4C43032A-BC2E-47BD-A849-C51AC7B587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10504" y="2998748"/>
                      <a:ext cx="148556" cy="162813"/>
                      <a:chOff x="6010504" y="2998748"/>
                      <a:chExt cx="148556" cy="162813"/>
                    </a:xfrm>
                    <a:solidFill>
                      <a:schemeClr val="accent1"/>
                    </a:solidFill>
                  </p:grpSpPr>
                  <p:sp>
                    <p:nvSpPr>
                      <p:cNvPr id="12062" name="Forme libre : forme 12061">
                        <a:extLst>
                          <a:ext uri="{FF2B5EF4-FFF2-40B4-BE49-F238E27FC236}">
                            <a16:creationId xmlns:a16="http://schemas.microsoft.com/office/drawing/2014/main" id="{5F78B3E0-C9F0-46D2-95D5-76A1406ED7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10504" y="2998748"/>
                        <a:ext cx="148556" cy="162813"/>
                      </a:xfrm>
                      <a:custGeom>
                        <a:avLst/>
                        <a:gdLst>
                          <a:gd name="connsiteX0" fmla="*/ 129601 w 148556"/>
                          <a:gd name="connsiteY0" fmla="*/ 79255 h 162813"/>
                          <a:gd name="connsiteX1" fmla="*/ 82738 w 148556"/>
                          <a:gd name="connsiteY1" fmla="*/ 135262 h 162813"/>
                          <a:gd name="connsiteX2" fmla="*/ 13396 w 148556"/>
                          <a:gd name="connsiteY2" fmla="*/ 162694 h 162813"/>
                          <a:gd name="connsiteX3" fmla="*/ 156 w 148556"/>
                          <a:gd name="connsiteY3" fmla="*/ 145644 h 162813"/>
                          <a:gd name="connsiteX4" fmla="*/ 28350 w 148556"/>
                          <a:gd name="connsiteY4" fmla="*/ 82970 h 162813"/>
                          <a:gd name="connsiteX5" fmla="*/ 68546 w 148556"/>
                          <a:gd name="connsiteY5" fmla="*/ 35059 h 162813"/>
                          <a:gd name="connsiteX6" fmla="*/ 128363 w 148556"/>
                          <a:gd name="connsiteY6" fmla="*/ 388 h 162813"/>
                          <a:gd name="connsiteX7" fmla="*/ 147127 w 148556"/>
                          <a:gd name="connsiteY7" fmla="*/ 10104 h 162813"/>
                          <a:gd name="connsiteX8" fmla="*/ 129601 w 148556"/>
                          <a:gd name="connsiteY8" fmla="*/ 79255 h 1628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8556" h="162813">
                            <a:moveTo>
                              <a:pt x="129601" y="79255"/>
                            </a:moveTo>
                            <a:cubicBezTo>
                              <a:pt x="120171" y="93448"/>
                              <a:pt x="95882" y="122403"/>
                              <a:pt x="82738" y="135262"/>
                            </a:cubicBezTo>
                            <a:cubicBezTo>
                              <a:pt x="58164" y="159265"/>
                              <a:pt x="36732" y="163647"/>
                              <a:pt x="13396" y="162694"/>
                            </a:cubicBezTo>
                            <a:cubicBezTo>
                              <a:pt x="5205" y="162218"/>
                              <a:pt x="-1082" y="153360"/>
                              <a:pt x="156" y="145644"/>
                            </a:cubicBezTo>
                            <a:cubicBezTo>
                              <a:pt x="3680" y="123261"/>
                              <a:pt x="10062" y="105068"/>
                              <a:pt x="28350" y="82970"/>
                            </a:cubicBezTo>
                            <a:cubicBezTo>
                              <a:pt x="38065" y="70968"/>
                              <a:pt x="58259" y="47537"/>
                              <a:pt x="68546" y="35059"/>
                            </a:cubicBezTo>
                            <a:cubicBezTo>
                              <a:pt x="88167" y="12199"/>
                              <a:pt x="106265" y="5341"/>
                              <a:pt x="128363" y="388"/>
                            </a:cubicBezTo>
                            <a:cubicBezTo>
                              <a:pt x="135983" y="-1326"/>
                              <a:pt x="145794" y="2769"/>
                              <a:pt x="147127" y="10104"/>
                            </a:cubicBezTo>
                            <a:cubicBezTo>
                              <a:pt x="150937" y="31535"/>
                              <a:pt x="147794" y="52776"/>
                              <a:pt x="129601" y="7925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63" name="Forme libre : forme 12062">
                        <a:extLst>
                          <a:ext uri="{FF2B5EF4-FFF2-40B4-BE49-F238E27FC236}">
                            <a16:creationId xmlns:a16="http://schemas.microsoft.com/office/drawing/2014/main" id="{F4FE6913-83F1-4179-839D-7C94E1D077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15137" y="3008185"/>
                        <a:ext cx="143709" cy="153199"/>
                      </a:xfrm>
                      <a:custGeom>
                        <a:avLst/>
                        <a:gdLst>
                          <a:gd name="connsiteX0" fmla="*/ 65532 w 143709"/>
                          <a:gd name="connsiteY0" fmla="*/ 99346 h 153199"/>
                          <a:gd name="connsiteX1" fmla="*/ 0 w 143709"/>
                          <a:gd name="connsiteY1" fmla="*/ 148876 h 153199"/>
                          <a:gd name="connsiteX2" fmla="*/ 8667 w 143709"/>
                          <a:gd name="connsiteY2" fmla="*/ 153067 h 153199"/>
                          <a:gd name="connsiteX3" fmla="*/ 20574 w 143709"/>
                          <a:gd name="connsiteY3" fmla="*/ 152971 h 153199"/>
                          <a:gd name="connsiteX4" fmla="*/ 54769 w 143709"/>
                          <a:gd name="connsiteY4" fmla="*/ 143256 h 153199"/>
                          <a:gd name="connsiteX5" fmla="*/ 78010 w 143709"/>
                          <a:gd name="connsiteY5" fmla="*/ 125635 h 153199"/>
                          <a:gd name="connsiteX6" fmla="*/ 86201 w 143709"/>
                          <a:gd name="connsiteY6" fmla="*/ 117062 h 153199"/>
                          <a:gd name="connsiteX7" fmla="*/ 121729 w 143709"/>
                          <a:gd name="connsiteY7" fmla="*/ 74009 h 153199"/>
                          <a:gd name="connsiteX8" fmla="*/ 124873 w 143709"/>
                          <a:gd name="connsiteY8" fmla="*/ 69628 h 153199"/>
                          <a:gd name="connsiteX9" fmla="*/ 138874 w 143709"/>
                          <a:gd name="connsiteY9" fmla="*/ 43148 h 153199"/>
                          <a:gd name="connsiteX10" fmla="*/ 143637 w 143709"/>
                          <a:gd name="connsiteY10" fmla="*/ 10573 h 153199"/>
                          <a:gd name="connsiteX11" fmla="*/ 142494 w 143709"/>
                          <a:gd name="connsiteY11" fmla="*/ 381 h 153199"/>
                          <a:gd name="connsiteX12" fmla="*/ 142398 w 143709"/>
                          <a:gd name="connsiteY12" fmla="*/ 0 h 153199"/>
                          <a:gd name="connsiteX13" fmla="*/ 65532 w 143709"/>
                          <a:gd name="connsiteY13" fmla="*/ 99346 h 1531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43709" h="153199">
                            <a:moveTo>
                              <a:pt x="65532" y="99346"/>
                            </a:moveTo>
                            <a:cubicBezTo>
                              <a:pt x="47815" y="121825"/>
                              <a:pt x="24193" y="143542"/>
                              <a:pt x="0" y="148876"/>
                            </a:cubicBezTo>
                            <a:cubicBezTo>
                              <a:pt x="2286" y="151257"/>
                              <a:pt x="5429" y="152971"/>
                              <a:pt x="8667" y="153067"/>
                            </a:cubicBezTo>
                            <a:cubicBezTo>
                              <a:pt x="12668" y="153257"/>
                              <a:pt x="16669" y="153257"/>
                              <a:pt x="20574" y="152971"/>
                            </a:cubicBezTo>
                            <a:cubicBezTo>
                              <a:pt x="32004" y="152400"/>
                              <a:pt x="43053" y="149638"/>
                              <a:pt x="54769" y="143256"/>
                            </a:cubicBezTo>
                            <a:cubicBezTo>
                              <a:pt x="62389" y="139160"/>
                              <a:pt x="69818" y="133255"/>
                              <a:pt x="78010" y="125635"/>
                            </a:cubicBezTo>
                            <a:cubicBezTo>
                              <a:pt x="80391" y="123254"/>
                              <a:pt x="83153" y="120301"/>
                              <a:pt x="86201" y="117062"/>
                            </a:cubicBezTo>
                            <a:cubicBezTo>
                              <a:pt x="98203" y="104394"/>
                              <a:pt x="112966" y="86106"/>
                              <a:pt x="121729" y="74009"/>
                            </a:cubicBezTo>
                            <a:cubicBezTo>
                              <a:pt x="122872" y="72485"/>
                              <a:pt x="123920" y="70961"/>
                              <a:pt x="124873" y="69628"/>
                            </a:cubicBezTo>
                            <a:cubicBezTo>
                              <a:pt x="131445" y="60293"/>
                              <a:pt x="135826" y="51530"/>
                              <a:pt x="138874" y="43148"/>
                            </a:cubicBezTo>
                            <a:cubicBezTo>
                              <a:pt x="142970" y="31718"/>
                              <a:pt x="144018" y="21050"/>
                              <a:pt x="143637" y="10573"/>
                            </a:cubicBezTo>
                            <a:cubicBezTo>
                              <a:pt x="143446" y="7144"/>
                              <a:pt x="143065" y="3810"/>
                              <a:pt x="142494" y="381"/>
                            </a:cubicBezTo>
                            <a:lnTo>
                              <a:pt x="142398" y="0"/>
                            </a:lnTo>
                            <a:cubicBezTo>
                              <a:pt x="117824" y="33623"/>
                              <a:pt x="91154" y="67151"/>
                              <a:pt x="65532" y="9934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64" name="Forme libre : forme 12063">
                        <a:extLst>
                          <a:ext uri="{FF2B5EF4-FFF2-40B4-BE49-F238E27FC236}">
                            <a16:creationId xmlns:a16="http://schemas.microsoft.com/office/drawing/2014/main" id="{DF51E122-7FDB-4331-8421-88E5C76BC2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65574" y="3032802"/>
                        <a:ext cx="65341" cy="76017"/>
                      </a:xfrm>
                      <a:custGeom>
                        <a:avLst/>
                        <a:gdLst>
                          <a:gd name="connsiteX0" fmla="*/ 63386 w 65341"/>
                          <a:gd name="connsiteY0" fmla="*/ 720 h 76017"/>
                          <a:gd name="connsiteX1" fmla="*/ 42336 w 65341"/>
                          <a:gd name="connsiteY1" fmla="*/ 48059 h 76017"/>
                          <a:gd name="connsiteX2" fmla="*/ 1855 w 65341"/>
                          <a:gd name="connsiteY2" fmla="*/ 74634 h 76017"/>
                          <a:gd name="connsiteX3" fmla="*/ 22905 w 65341"/>
                          <a:gd name="connsiteY3" fmla="*/ 32533 h 76017"/>
                          <a:gd name="connsiteX4" fmla="*/ 63386 w 65341"/>
                          <a:gd name="connsiteY4" fmla="*/ 720 h 76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5341" h="76017">
                            <a:moveTo>
                              <a:pt x="63386" y="720"/>
                            </a:moveTo>
                            <a:cubicBezTo>
                              <a:pt x="71864" y="6530"/>
                              <a:pt x="50528" y="38153"/>
                              <a:pt x="42336" y="48059"/>
                            </a:cubicBezTo>
                            <a:cubicBezTo>
                              <a:pt x="34430" y="58251"/>
                              <a:pt x="10333" y="81968"/>
                              <a:pt x="1855" y="74634"/>
                            </a:cubicBezTo>
                            <a:cubicBezTo>
                              <a:pt x="-6432" y="67490"/>
                              <a:pt x="15285" y="41582"/>
                              <a:pt x="22905" y="32533"/>
                            </a:cubicBezTo>
                            <a:cubicBezTo>
                              <a:pt x="30811" y="23961"/>
                              <a:pt x="55100" y="-4900"/>
                              <a:pt x="63386" y="72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65" name="Forme libre : forme 12064">
                        <a:extLst>
                          <a:ext uri="{FF2B5EF4-FFF2-40B4-BE49-F238E27FC236}">
                            <a16:creationId xmlns:a16="http://schemas.microsoft.com/office/drawing/2014/main" id="{19ED3F36-DC24-4A14-81A1-60CEADBA4A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65064" y="3063240"/>
                        <a:ext cx="54942" cy="45402"/>
                      </a:xfrm>
                      <a:custGeom>
                        <a:avLst/>
                        <a:gdLst>
                          <a:gd name="connsiteX0" fmla="*/ 8270 w 54942"/>
                          <a:gd name="connsiteY0" fmla="*/ 22670 h 45402"/>
                          <a:gd name="connsiteX1" fmla="*/ 2174 w 54942"/>
                          <a:gd name="connsiteY1" fmla="*/ 44672 h 45402"/>
                          <a:gd name="connsiteX2" fmla="*/ 43322 w 54942"/>
                          <a:gd name="connsiteY2" fmla="*/ 17240 h 45402"/>
                          <a:gd name="connsiteX3" fmla="*/ 54942 w 54942"/>
                          <a:gd name="connsiteY3" fmla="*/ 0 h 45402"/>
                          <a:gd name="connsiteX4" fmla="*/ 47513 w 54942"/>
                          <a:gd name="connsiteY4" fmla="*/ 8287 h 45402"/>
                          <a:gd name="connsiteX5" fmla="*/ 8270 w 54942"/>
                          <a:gd name="connsiteY5" fmla="*/ 22670 h 454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4942" h="45402">
                            <a:moveTo>
                              <a:pt x="8270" y="22670"/>
                            </a:moveTo>
                            <a:cubicBezTo>
                              <a:pt x="5793" y="28384"/>
                              <a:pt x="-4398" y="41720"/>
                              <a:pt x="2174" y="44672"/>
                            </a:cubicBezTo>
                            <a:cubicBezTo>
                              <a:pt x="12747" y="49435"/>
                              <a:pt x="33035" y="29813"/>
                              <a:pt x="43322" y="17240"/>
                            </a:cubicBezTo>
                            <a:cubicBezTo>
                              <a:pt x="46465" y="13621"/>
                              <a:pt x="52275" y="4763"/>
                              <a:pt x="54942" y="0"/>
                            </a:cubicBezTo>
                            <a:cubicBezTo>
                              <a:pt x="52942" y="2381"/>
                              <a:pt x="49799" y="6382"/>
                              <a:pt x="47513" y="8287"/>
                            </a:cubicBezTo>
                            <a:cubicBezTo>
                              <a:pt x="34464" y="18764"/>
                              <a:pt x="17986" y="30004"/>
                              <a:pt x="8270" y="2267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66" name="Forme libre : forme 12065">
                        <a:extLst>
                          <a:ext uri="{FF2B5EF4-FFF2-40B4-BE49-F238E27FC236}">
                            <a16:creationId xmlns:a16="http://schemas.microsoft.com/office/drawing/2014/main" id="{162C5E99-EA29-431E-AEDE-ADDF6787AB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70875" y="3029508"/>
                        <a:ext cx="64582" cy="77411"/>
                      </a:xfrm>
                      <a:custGeom>
                        <a:avLst/>
                        <a:gdLst>
                          <a:gd name="connsiteX0" fmla="*/ 63229 w 64582"/>
                          <a:gd name="connsiteY0" fmla="*/ 1347 h 77411"/>
                          <a:gd name="connsiteX1" fmla="*/ 42274 w 64582"/>
                          <a:gd name="connsiteY1" fmla="*/ 49734 h 77411"/>
                          <a:gd name="connsiteX2" fmla="*/ 22557 w 64582"/>
                          <a:gd name="connsiteY2" fmla="*/ 69736 h 77411"/>
                          <a:gd name="connsiteX3" fmla="*/ 2079 w 64582"/>
                          <a:gd name="connsiteY3" fmla="*/ 76213 h 77411"/>
                          <a:gd name="connsiteX4" fmla="*/ 6651 w 64582"/>
                          <a:gd name="connsiteY4" fmla="*/ 56020 h 77411"/>
                          <a:gd name="connsiteX5" fmla="*/ 22938 w 64582"/>
                          <a:gd name="connsiteY5" fmla="*/ 34208 h 77411"/>
                          <a:gd name="connsiteX6" fmla="*/ 43417 w 64582"/>
                          <a:gd name="connsiteY6" fmla="*/ 11634 h 77411"/>
                          <a:gd name="connsiteX7" fmla="*/ 63229 w 64582"/>
                          <a:gd name="connsiteY7" fmla="*/ 1347 h 774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4582" h="77411">
                            <a:moveTo>
                              <a:pt x="63229" y="1347"/>
                            </a:moveTo>
                            <a:cubicBezTo>
                              <a:pt x="69802" y="9729"/>
                              <a:pt x="50752" y="38589"/>
                              <a:pt x="42274" y="49734"/>
                            </a:cubicBezTo>
                            <a:cubicBezTo>
                              <a:pt x="37988" y="55258"/>
                              <a:pt x="30273" y="63640"/>
                              <a:pt x="22557" y="69736"/>
                            </a:cubicBezTo>
                            <a:cubicBezTo>
                              <a:pt x="14557" y="75737"/>
                              <a:pt x="6555" y="79452"/>
                              <a:pt x="2079" y="76213"/>
                            </a:cubicBezTo>
                            <a:cubicBezTo>
                              <a:pt x="-2493" y="72879"/>
                              <a:pt x="1126" y="64497"/>
                              <a:pt x="6651" y="56020"/>
                            </a:cubicBezTo>
                            <a:cubicBezTo>
                              <a:pt x="12080" y="47352"/>
                              <a:pt x="19414" y="38399"/>
                              <a:pt x="22938" y="34208"/>
                            </a:cubicBezTo>
                            <a:cubicBezTo>
                              <a:pt x="26368" y="29922"/>
                              <a:pt x="35035" y="19825"/>
                              <a:pt x="43417" y="11634"/>
                            </a:cubicBezTo>
                            <a:cubicBezTo>
                              <a:pt x="51704" y="3347"/>
                              <a:pt x="60086" y="-2844"/>
                              <a:pt x="63229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67" name="Forme libre : forme 12066">
                        <a:extLst>
                          <a:ext uri="{FF2B5EF4-FFF2-40B4-BE49-F238E27FC236}">
                            <a16:creationId xmlns:a16="http://schemas.microsoft.com/office/drawing/2014/main" id="{0B9E2E83-1FDE-4595-9181-2642241A46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0494" y="3058732"/>
                        <a:ext cx="99168" cy="83208"/>
                      </a:xfrm>
                      <a:custGeom>
                        <a:avLst/>
                        <a:gdLst>
                          <a:gd name="connsiteX0" fmla="*/ 6074 w 99168"/>
                          <a:gd name="connsiteY0" fmla="*/ 81184 h 83208"/>
                          <a:gd name="connsiteX1" fmla="*/ 23410 w 99168"/>
                          <a:gd name="connsiteY1" fmla="*/ 81375 h 83208"/>
                          <a:gd name="connsiteX2" fmla="*/ 45031 w 99168"/>
                          <a:gd name="connsiteY2" fmla="*/ 73659 h 83208"/>
                          <a:gd name="connsiteX3" fmla="*/ 66462 w 99168"/>
                          <a:gd name="connsiteY3" fmla="*/ 59753 h 83208"/>
                          <a:gd name="connsiteX4" fmla="*/ 95514 w 99168"/>
                          <a:gd name="connsiteY4" fmla="*/ 21653 h 83208"/>
                          <a:gd name="connsiteX5" fmla="*/ 94942 w 99168"/>
                          <a:gd name="connsiteY5" fmla="*/ 126 h 83208"/>
                          <a:gd name="connsiteX6" fmla="*/ 81131 w 99168"/>
                          <a:gd name="connsiteY6" fmla="*/ 8318 h 83208"/>
                          <a:gd name="connsiteX7" fmla="*/ 44174 w 99168"/>
                          <a:gd name="connsiteY7" fmla="*/ 30606 h 83208"/>
                          <a:gd name="connsiteX8" fmla="*/ 7313 w 99168"/>
                          <a:gd name="connsiteY8" fmla="*/ 51371 h 83208"/>
                          <a:gd name="connsiteX9" fmla="*/ 6074 w 99168"/>
                          <a:gd name="connsiteY9" fmla="*/ 81184 h 832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9168" h="83208">
                            <a:moveTo>
                              <a:pt x="6074" y="81184"/>
                            </a:moveTo>
                            <a:cubicBezTo>
                              <a:pt x="12170" y="83946"/>
                              <a:pt x="15313" y="83756"/>
                              <a:pt x="23410" y="81375"/>
                            </a:cubicBezTo>
                            <a:cubicBezTo>
                              <a:pt x="31220" y="79279"/>
                              <a:pt x="38078" y="76898"/>
                              <a:pt x="45031" y="73659"/>
                            </a:cubicBezTo>
                            <a:cubicBezTo>
                              <a:pt x="52080" y="70421"/>
                              <a:pt x="59033" y="66230"/>
                              <a:pt x="66462" y="59753"/>
                            </a:cubicBezTo>
                            <a:cubicBezTo>
                              <a:pt x="79036" y="49180"/>
                              <a:pt x="89989" y="34321"/>
                              <a:pt x="95514" y="21653"/>
                            </a:cubicBezTo>
                            <a:cubicBezTo>
                              <a:pt x="99610" y="12128"/>
                              <a:pt x="101324" y="1841"/>
                              <a:pt x="94942" y="126"/>
                            </a:cubicBezTo>
                            <a:cubicBezTo>
                              <a:pt x="91037" y="-922"/>
                              <a:pt x="86084" y="4793"/>
                              <a:pt x="81131" y="8318"/>
                            </a:cubicBezTo>
                            <a:cubicBezTo>
                              <a:pt x="69320" y="16795"/>
                              <a:pt x="58080" y="25082"/>
                              <a:pt x="44174" y="30606"/>
                            </a:cubicBezTo>
                            <a:cubicBezTo>
                              <a:pt x="32268" y="35369"/>
                              <a:pt x="17694" y="38226"/>
                              <a:pt x="7313" y="51371"/>
                            </a:cubicBezTo>
                            <a:cubicBezTo>
                              <a:pt x="-2022" y="63086"/>
                              <a:pt x="-2403" y="77279"/>
                              <a:pt x="6074" y="8118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68" name="Forme libre : forme 12067">
                        <a:extLst>
                          <a:ext uri="{FF2B5EF4-FFF2-40B4-BE49-F238E27FC236}">
                            <a16:creationId xmlns:a16="http://schemas.microsoft.com/office/drawing/2014/main" id="{C20CAE0F-A7A6-46A1-A94C-4F738085DE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45233" y="3082676"/>
                        <a:ext cx="22703" cy="33777"/>
                      </a:xfrm>
                      <a:custGeom>
                        <a:avLst/>
                        <a:gdLst>
                          <a:gd name="connsiteX0" fmla="*/ 860 w 22703"/>
                          <a:gd name="connsiteY0" fmla="*/ 28665 h 33777"/>
                          <a:gd name="connsiteX1" fmla="*/ 193 w 22703"/>
                          <a:gd name="connsiteY1" fmla="*/ 33046 h 33777"/>
                          <a:gd name="connsiteX2" fmla="*/ 3908 w 22703"/>
                          <a:gd name="connsiteY2" fmla="*/ 32665 h 33777"/>
                          <a:gd name="connsiteX3" fmla="*/ 8860 w 22703"/>
                          <a:gd name="connsiteY3" fmla="*/ 27617 h 33777"/>
                          <a:gd name="connsiteX4" fmla="*/ 19052 w 22703"/>
                          <a:gd name="connsiteY4" fmla="*/ 13425 h 33777"/>
                          <a:gd name="connsiteX5" fmla="*/ 22005 w 22703"/>
                          <a:gd name="connsiteY5" fmla="*/ 7805 h 33777"/>
                          <a:gd name="connsiteX6" fmla="*/ 13242 w 22703"/>
                          <a:gd name="connsiteY6" fmla="*/ 4948 h 33777"/>
                          <a:gd name="connsiteX7" fmla="*/ 860 w 22703"/>
                          <a:gd name="connsiteY7" fmla="*/ 28665 h 337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703" h="33777">
                            <a:moveTo>
                              <a:pt x="860" y="28665"/>
                            </a:moveTo>
                            <a:cubicBezTo>
                              <a:pt x="193" y="30475"/>
                              <a:pt x="-283" y="31808"/>
                              <a:pt x="193" y="33046"/>
                            </a:cubicBezTo>
                            <a:cubicBezTo>
                              <a:pt x="669" y="34285"/>
                              <a:pt x="2288" y="33808"/>
                              <a:pt x="3908" y="32665"/>
                            </a:cubicBezTo>
                            <a:cubicBezTo>
                              <a:pt x="5527" y="31523"/>
                              <a:pt x="7432" y="29332"/>
                              <a:pt x="8860" y="27617"/>
                            </a:cubicBezTo>
                            <a:cubicBezTo>
                              <a:pt x="12480" y="23140"/>
                              <a:pt x="16290" y="18283"/>
                              <a:pt x="19052" y="13425"/>
                            </a:cubicBezTo>
                            <a:cubicBezTo>
                              <a:pt x="20195" y="11425"/>
                              <a:pt x="21433" y="9615"/>
                              <a:pt x="22005" y="7805"/>
                            </a:cubicBezTo>
                            <a:cubicBezTo>
                              <a:pt x="24481" y="-5"/>
                              <a:pt x="20100" y="-3625"/>
                              <a:pt x="13242" y="4948"/>
                            </a:cubicBezTo>
                            <a:cubicBezTo>
                              <a:pt x="8003" y="11806"/>
                              <a:pt x="3526" y="21235"/>
                              <a:pt x="860" y="2866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69" name="Forme libre : forme 12068">
                        <a:extLst>
                          <a:ext uri="{FF2B5EF4-FFF2-40B4-BE49-F238E27FC236}">
                            <a16:creationId xmlns:a16="http://schemas.microsoft.com/office/drawing/2014/main" id="{3042FF9D-0B4C-4DE3-A8E7-EC57D24FCA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40295" y="3009423"/>
                        <a:ext cx="15373" cy="65627"/>
                      </a:xfrm>
                      <a:custGeom>
                        <a:avLst/>
                        <a:gdLst>
                          <a:gd name="connsiteX0" fmla="*/ 13431 w 15373"/>
                          <a:gd name="connsiteY0" fmla="*/ 0 h 65627"/>
                          <a:gd name="connsiteX1" fmla="*/ 0 w 15373"/>
                          <a:gd name="connsiteY1" fmla="*/ 65627 h 65627"/>
                          <a:gd name="connsiteX2" fmla="*/ 13431 w 15373"/>
                          <a:gd name="connsiteY2" fmla="*/ 0 h 656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5373" h="65627">
                            <a:moveTo>
                              <a:pt x="13431" y="0"/>
                            </a:moveTo>
                            <a:cubicBezTo>
                              <a:pt x="20003" y="15145"/>
                              <a:pt x="8477" y="46291"/>
                              <a:pt x="0" y="65627"/>
                            </a:cubicBezTo>
                            <a:cubicBezTo>
                              <a:pt x="9144" y="44577"/>
                              <a:pt x="13145" y="18764"/>
                              <a:pt x="1343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70" name="Forme libre : forme 12069">
                        <a:extLst>
                          <a:ext uri="{FF2B5EF4-FFF2-40B4-BE49-F238E27FC236}">
                            <a16:creationId xmlns:a16="http://schemas.microsoft.com/office/drawing/2014/main" id="{5C42E82D-E4E9-4BB1-BCC7-BF163E3467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12946" y="3081527"/>
                        <a:ext cx="29146" cy="63341"/>
                      </a:xfrm>
                      <a:custGeom>
                        <a:avLst/>
                        <a:gdLst>
                          <a:gd name="connsiteX0" fmla="*/ 29146 w 29146"/>
                          <a:gd name="connsiteY0" fmla="*/ 0 h 63341"/>
                          <a:gd name="connsiteX1" fmla="*/ 0 w 29146"/>
                          <a:gd name="connsiteY1" fmla="*/ 63341 h 63341"/>
                          <a:gd name="connsiteX2" fmla="*/ 29146 w 29146"/>
                          <a:gd name="connsiteY2" fmla="*/ 0 h 633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9146" h="63341">
                            <a:moveTo>
                              <a:pt x="29146" y="0"/>
                            </a:moveTo>
                            <a:cubicBezTo>
                              <a:pt x="13240" y="19812"/>
                              <a:pt x="5334" y="43053"/>
                              <a:pt x="0" y="63341"/>
                            </a:cubicBezTo>
                            <a:cubicBezTo>
                              <a:pt x="4096" y="44291"/>
                              <a:pt x="18098" y="19145"/>
                              <a:pt x="2914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71" name="Forme libre : forme 12070">
                        <a:extLst>
                          <a:ext uri="{FF2B5EF4-FFF2-40B4-BE49-F238E27FC236}">
                            <a16:creationId xmlns:a16="http://schemas.microsoft.com/office/drawing/2014/main" id="{285D0216-0824-48E8-840C-F04E2A609D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87719" y="3048216"/>
                        <a:ext cx="25551" cy="26525"/>
                      </a:xfrm>
                      <a:custGeom>
                        <a:avLst/>
                        <a:gdLst>
                          <a:gd name="connsiteX0" fmla="*/ 25430 w 25551"/>
                          <a:gd name="connsiteY0" fmla="*/ 927 h 26525"/>
                          <a:gd name="connsiteX1" fmla="*/ 13619 w 25551"/>
                          <a:gd name="connsiteY1" fmla="*/ 18263 h 26525"/>
                          <a:gd name="connsiteX2" fmla="*/ 94 w 25551"/>
                          <a:gd name="connsiteY2" fmla="*/ 25311 h 26525"/>
                          <a:gd name="connsiteX3" fmla="*/ 11429 w 25551"/>
                          <a:gd name="connsiteY3" fmla="*/ 9309 h 26525"/>
                          <a:gd name="connsiteX4" fmla="*/ 25430 w 25551"/>
                          <a:gd name="connsiteY4" fmla="*/ 927 h 26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551" h="26525">
                            <a:moveTo>
                              <a:pt x="25430" y="927"/>
                            </a:moveTo>
                            <a:cubicBezTo>
                              <a:pt x="26764" y="4928"/>
                              <a:pt x="16763" y="15214"/>
                              <a:pt x="13619" y="18263"/>
                            </a:cubicBezTo>
                            <a:cubicBezTo>
                              <a:pt x="10571" y="21406"/>
                              <a:pt x="1237" y="29597"/>
                              <a:pt x="94" y="25311"/>
                            </a:cubicBezTo>
                            <a:cubicBezTo>
                              <a:pt x="-1050" y="21025"/>
                              <a:pt x="8571" y="12262"/>
                              <a:pt x="11429" y="9309"/>
                            </a:cubicBezTo>
                            <a:cubicBezTo>
                              <a:pt x="14381" y="6547"/>
                              <a:pt x="24097" y="-2978"/>
                              <a:pt x="25430" y="92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72" name="Forme libre : forme 12071">
                        <a:extLst>
                          <a:ext uri="{FF2B5EF4-FFF2-40B4-BE49-F238E27FC236}">
                            <a16:creationId xmlns:a16="http://schemas.microsoft.com/office/drawing/2014/main" id="{7B4E2D7C-1E44-4DE1-A637-7651388E1A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09139" y="3044203"/>
                        <a:ext cx="7148" cy="8095"/>
                      </a:xfrm>
                      <a:custGeom>
                        <a:avLst/>
                        <a:gdLst>
                          <a:gd name="connsiteX0" fmla="*/ 6677 w 7148"/>
                          <a:gd name="connsiteY0" fmla="*/ 82 h 8095"/>
                          <a:gd name="connsiteX1" fmla="*/ 5153 w 7148"/>
                          <a:gd name="connsiteY1" fmla="*/ 4749 h 8095"/>
                          <a:gd name="connsiteX2" fmla="*/ 486 w 7148"/>
                          <a:gd name="connsiteY2" fmla="*/ 7987 h 8095"/>
                          <a:gd name="connsiteX3" fmla="*/ 2009 w 7148"/>
                          <a:gd name="connsiteY3" fmla="*/ 3415 h 8095"/>
                          <a:gd name="connsiteX4" fmla="*/ 6677 w 7148"/>
                          <a:gd name="connsiteY4" fmla="*/ 82 h 8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48" h="8095">
                            <a:moveTo>
                              <a:pt x="6677" y="82"/>
                            </a:moveTo>
                            <a:cubicBezTo>
                              <a:pt x="8010" y="653"/>
                              <a:pt x="6200" y="3415"/>
                              <a:pt x="5153" y="4749"/>
                            </a:cubicBezTo>
                            <a:cubicBezTo>
                              <a:pt x="4105" y="6082"/>
                              <a:pt x="1819" y="8654"/>
                              <a:pt x="486" y="7987"/>
                            </a:cubicBezTo>
                            <a:cubicBezTo>
                              <a:pt x="-848" y="7416"/>
                              <a:pt x="867" y="4749"/>
                              <a:pt x="2009" y="3415"/>
                            </a:cubicBezTo>
                            <a:cubicBezTo>
                              <a:pt x="3152" y="2082"/>
                              <a:pt x="5344" y="-490"/>
                              <a:pt x="6677" y="8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73" name="Forme libre : forme 12072">
                        <a:extLst>
                          <a:ext uri="{FF2B5EF4-FFF2-40B4-BE49-F238E27FC236}">
                            <a16:creationId xmlns:a16="http://schemas.microsoft.com/office/drawing/2014/main" id="{E470E12D-0E41-4E99-B871-3564698E39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71434" y="3007898"/>
                        <a:ext cx="75120" cy="54197"/>
                      </a:xfrm>
                      <a:custGeom>
                        <a:avLst/>
                        <a:gdLst>
                          <a:gd name="connsiteX0" fmla="*/ 47811 w 75120"/>
                          <a:gd name="connsiteY0" fmla="*/ 8288 h 54197"/>
                          <a:gd name="connsiteX1" fmla="*/ 72385 w 75120"/>
                          <a:gd name="connsiteY1" fmla="*/ 1 h 54197"/>
                          <a:gd name="connsiteX2" fmla="*/ 73433 w 75120"/>
                          <a:gd name="connsiteY2" fmla="*/ 8383 h 54197"/>
                          <a:gd name="connsiteX3" fmla="*/ 64480 w 75120"/>
                          <a:gd name="connsiteY3" fmla="*/ 14860 h 54197"/>
                          <a:gd name="connsiteX4" fmla="*/ 35238 w 75120"/>
                          <a:gd name="connsiteY4" fmla="*/ 31624 h 54197"/>
                          <a:gd name="connsiteX5" fmla="*/ 15997 w 75120"/>
                          <a:gd name="connsiteY5" fmla="*/ 47245 h 54197"/>
                          <a:gd name="connsiteX6" fmla="*/ 91 w 75120"/>
                          <a:gd name="connsiteY6" fmla="*/ 51913 h 54197"/>
                          <a:gd name="connsiteX7" fmla="*/ 27047 w 75120"/>
                          <a:gd name="connsiteY7" fmla="*/ 17527 h 54197"/>
                          <a:gd name="connsiteX8" fmla="*/ 47811 w 75120"/>
                          <a:gd name="connsiteY8" fmla="*/ 8288 h 541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5120" h="54197">
                            <a:moveTo>
                              <a:pt x="47811" y="8288"/>
                            </a:moveTo>
                            <a:cubicBezTo>
                              <a:pt x="57145" y="3811"/>
                              <a:pt x="63718" y="287"/>
                              <a:pt x="72385" y="1"/>
                            </a:cubicBezTo>
                            <a:cubicBezTo>
                              <a:pt x="75624" y="-94"/>
                              <a:pt x="76005" y="4573"/>
                              <a:pt x="73433" y="8383"/>
                            </a:cubicBezTo>
                            <a:cubicBezTo>
                              <a:pt x="70766" y="12193"/>
                              <a:pt x="67623" y="13432"/>
                              <a:pt x="64480" y="14860"/>
                            </a:cubicBezTo>
                            <a:cubicBezTo>
                              <a:pt x="54383" y="19242"/>
                              <a:pt x="45239" y="24957"/>
                              <a:pt x="35238" y="31624"/>
                            </a:cubicBezTo>
                            <a:cubicBezTo>
                              <a:pt x="32095" y="33625"/>
                              <a:pt x="23808" y="41340"/>
                              <a:pt x="15997" y="47245"/>
                            </a:cubicBezTo>
                            <a:cubicBezTo>
                              <a:pt x="8187" y="53055"/>
                              <a:pt x="853" y="56866"/>
                              <a:pt x="91" y="51913"/>
                            </a:cubicBezTo>
                            <a:cubicBezTo>
                              <a:pt x="-1528" y="42102"/>
                              <a:pt x="18950" y="23147"/>
                              <a:pt x="27047" y="17527"/>
                            </a:cubicBezTo>
                            <a:cubicBezTo>
                              <a:pt x="35047" y="11908"/>
                              <a:pt x="40857" y="11622"/>
                              <a:pt x="47811" y="828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15" name="Graphique 1">
                      <a:extLst>
                        <a:ext uri="{FF2B5EF4-FFF2-40B4-BE49-F238E27FC236}">
                          <a16:creationId xmlns:a16="http://schemas.microsoft.com/office/drawing/2014/main" id="{A28119DE-C56C-49C9-A73B-3FB2328BDD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45337" y="2832130"/>
                      <a:ext cx="137888" cy="171744"/>
                      <a:chOff x="6145337" y="2832130"/>
                      <a:chExt cx="137888" cy="171744"/>
                    </a:xfrm>
                    <a:solidFill>
                      <a:schemeClr val="accent1"/>
                    </a:solidFill>
                  </p:grpSpPr>
                  <p:sp>
                    <p:nvSpPr>
                      <p:cNvPr id="12050" name="Forme libre : forme 12049">
                        <a:extLst>
                          <a:ext uri="{FF2B5EF4-FFF2-40B4-BE49-F238E27FC236}">
                            <a16:creationId xmlns:a16="http://schemas.microsoft.com/office/drawing/2014/main" id="{803E0085-2365-4332-A62D-67256ED5C4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45337" y="2832130"/>
                        <a:ext cx="137888" cy="171739"/>
                      </a:xfrm>
                      <a:custGeom>
                        <a:avLst/>
                        <a:gdLst>
                          <a:gd name="connsiteX0" fmla="*/ 119545 w 137888"/>
                          <a:gd name="connsiteY0" fmla="*/ 78329 h 171739"/>
                          <a:gd name="connsiteX1" fmla="*/ 100019 w 137888"/>
                          <a:gd name="connsiteY1" fmla="*/ 106332 h 171739"/>
                          <a:gd name="connsiteX2" fmla="*/ 79255 w 137888"/>
                          <a:gd name="connsiteY2" fmla="*/ 134336 h 171739"/>
                          <a:gd name="connsiteX3" fmla="*/ 16866 w 137888"/>
                          <a:gd name="connsiteY3" fmla="*/ 171578 h 171739"/>
                          <a:gd name="connsiteX4" fmla="*/ 197 w 137888"/>
                          <a:gd name="connsiteY4" fmla="*/ 157862 h 171739"/>
                          <a:gd name="connsiteX5" fmla="*/ 18581 w 137888"/>
                          <a:gd name="connsiteY5" fmla="*/ 89378 h 171739"/>
                          <a:gd name="connsiteX6" fmla="*/ 57347 w 137888"/>
                          <a:gd name="connsiteY6" fmla="*/ 35656 h 171739"/>
                          <a:gd name="connsiteX7" fmla="*/ 119069 w 137888"/>
                          <a:gd name="connsiteY7" fmla="*/ 223 h 171739"/>
                          <a:gd name="connsiteX8" fmla="*/ 137167 w 137888"/>
                          <a:gd name="connsiteY8" fmla="*/ 11082 h 171739"/>
                          <a:gd name="connsiteX9" fmla="*/ 119545 w 137888"/>
                          <a:gd name="connsiteY9" fmla="*/ 78329 h 171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37888" h="171739">
                            <a:moveTo>
                              <a:pt x="119545" y="78329"/>
                            </a:moveTo>
                            <a:cubicBezTo>
                              <a:pt x="115164" y="85187"/>
                              <a:pt x="107639" y="95759"/>
                              <a:pt x="100019" y="106332"/>
                            </a:cubicBezTo>
                            <a:cubicBezTo>
                              <a:pt x="92495" y="117000"/>
                              <a:pt x="84684" y="127668"/>
                              <a:pt x="79255" y="134336"/>
                            </a:cubicBezTo>
                            <a:cubicBezTo>
                              <a:pt x="58776" y="160053"/>
                              <a:pt x="39917" y="167673"/>
                              <a:pt x="16866" y="171578"/>
                            </a:cubicBezTo>
                            <a:cubicBezTo>
                              <a:pt x="8865" y="172912"/>
                              <a:pt x="578" y="165768"/>
                              <a:pt x="197" y="157862"/>
                            </a:cubicBezTo>
                            <a:cubicBezTo>
                              <a:pt x="-946" y="134907"/>
                              <a:pt x="2579" y="114809"/>
                              <a:pt x="18581" y="89378"/>
                            </a:cubicBezTo>
                            <a:cubicBezTo>
                              <a:pt x="27343" y="75471"/>
                              <a:pt x="46584" y="48801"/>
                              <a:pt x="57347" y="35656"/>
                            </a:cubicBezTo>
                            <a:cubicBezTo>
                              <a:pt x="77350" y="10987"/>
                              <a:pt x="96495" y="4034"/>
                              <a:pt x="119069" y="223"/>
                            </a:cubicBezTo>
                            <a:cubicBezTo>
                              <a:pt x="126880" y="-1110"/>
                              <a:pt x="136309" y="3653"/>
                              <a:pt x="137167" y="11082"/>
                            </a:cubicBezTo>
                            <a:cubicBezTo>
                              <a:pt x="139643" y="32609"/>
                              <a:pt x="136214" y="52897"/>
                              <a:pt x="119545" y="7832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51" name="Forme libre : forme 12050">
                        <a:extLst>
                          <a:ext uri="{FF2B5EF4-FFF2-40B4-BE49-F238E27FC236}">
                            <a16:creationId xmlns:a16="http://schemas.microsoft.com/office/drawing/2014/main" id="{62E688FE-9F7C-4BFC-861F-2A0AD72D2D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52678" y="2842641"/>
                        <a:ext cx="130397" cy="161233"/>
                      </a:xfrm>
                      <a:custGeom>
                        <a:avLst/>
                        <a:gdLst>
                          <a:gd name="connsiteX0" fmla="*/ 56007 w 130397"/>
                          <a:gd name="connsiteY0" fmla="*/ 99631 h 161233"/>
                          <a:gd name="connsiteX1" fmla="*/ 0 w 130397"/>
                          <a:gd name="connsiteY1" fmla="*/ 158972 h 161233"/>
                          <a:gd name="connsiteX2" fmla="*/ 9334 w 130397"/>
                          <a:gd name="connsiteY2" fmla="*/ 161068 h 161233"/>
                          <a:gd name="connsiteX3" fmla="*/ 20860 w 130397"/>
                          <a:gd name="connsiteY3" fmla="*/ 158591 h 161233"/>
                          <a:gd name="connsiteX4" fmla="*/ 52006 w 130397"/>
                          <a:gd name="connsiteY4" fmla="*/ 143637 h 161233"/>
                          <a:gd name="connsiteX5" fmla="*/ 71723 w 130397"/>
                          <a:gd name="connsiteY5" fmla="*/ 123730 h 161233"/>
                          <a:gd name="connsiteX6" fmla="*/ 78581 w 130397"/>
                          <a:gd name="connsiteY6" fmla="*/ 114871 h 161233"/>
                          <a:gd name="connsiteX7" fmla="*/ 94488 w 130397"/>
                          <a:gd name="connsiteY7" fmla="*/ 92773 h 161233"/>
                          <a:gd name="connsiteX8" fmla="*/ 109251 w 130397"/>
                          <a:gd name="connsiteY8" fmla="*/ 71914 h 161233"/>
                          <a:gd name="connsiteX9" fmla="*/ 112014 w 130397"/>
                          <a:gd name="connsiteY9" fmla="*/ 67628 h 161233"/>
                          <a:gd name="connsiteX10" fmla="*/ 125063 w 130397"/>
                          <a:gd name="connsiteY10" fmla="*/ 42196 h 161233"/>
                          <a:gd name="connsiteX11" fmla="*/ 130397 w 130397"/>
                          <a:gd name="connsiteY11" fmla="*/ 10573 h 161233"/>
                          <a:gd name="connsiteX12" fmla="*/ 129730 w 130397"/>
                          <a:gd name="connsiteY12" fmla="*/ 381 h 161233"/>
                          <a:gd name="connsiteX13" fmla="*/ 129635 w 130397"/>
                          <a:gd name="connsiteY13" fmla="*/ 0 h 161233"/>
                          <a:gd name="connsiteX14" fmla="*/ 56007 w 130397"/>
                          <a:gd name="connsiteY14" fmla="*/ 99631 h 161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30397" h="161233">
                            <a:moveTo>
                              <a:pt x="56007" y="99631"/>
                            </a:moveTo>
                            <a:cubicBezTo>
                              <a:pt x="40957" y="123444"/>
                              <a:pt x="22193" y="148209"/>
                              <a:pt x="0" y="158972"/>
                            </a:cubicBezTo>
                            <a:cubicBezTo>
                              <a:pt x="2762" y="160687"/>
                              <a:pt x="6096" y="161639"/>
                              <a:pt x="9334" y="161068"/>
                            </a:cubicBezTo>
                            <a:cubicBezTo>
                              <a:pt x="13335" y="160401"/>
                              <a:pt x="17145" y="159544"/>
                              <a:pt x="20860" y="158591"/>
                            </a:cubicBezTo>
                            <a:cubicBezTo>
                              <a:pt x="31622" y="155734"/>
                              <a:pt x="41910" y="151447"/>
                              <a:pt x="52006" y="143637"/>
                            </a:cubicBezTo>
                            <a:cubicBezTo>
                              <a:pt x="58483" y="138589"/>
                              <a:pt x="65055" y="132112"/>
                              <a:pt x="71723" y="123730"/>
                            </a:cubicBezTo>
                            <a:cubicBezTo>
                              <a:pt x="73628" y="121253"/>
                              <a:pt x="76009" y="118205"/>
                              <a:pt x="78581" y="114871"/>
                            </a:cubicBezTo>
                            <a:cubicBezTo>
                              <a:pt x="83439" y="108299"/>
                              <a:pt x="89154" y="100489"/>
                              <a:pt x="94488" y="92773"/>
                            </a:cubicBezTo>
                            <a:cubicBezTo>
                              <a:pt x="100013" y="85154"/>
                              <a:pt x="105251" y="77819"/>
                              <a:pt x="109251" y="71914"/>
                            </a:cubicBezTo>
                            <a:cubicBezTo>
                              <a:pt x="110299" y="70390"/>
                              <a:pt x="111252" y="68961"/>
                              <a:pt x="112014" y="67628"/>
                            </a:cubicBezTo>
                            <a:cubicBezTo>
                              <a:pt x="117824" y="58388"/>
                              <a:pt x="122205" y="50292"/>
                              <a:pt x="125063" y="42196"/>
                            </a:cubicBezTo>
                            <a:cubicBezTo>
                              <a:pt x="128873" y="31147"/>
                              <a:pt x="130207" y="20764"/>
                              <a:pt x="130397" y="10573"/>
                            </a:cubicBezTo>
                            <a:cubicBezTo>
                              <a:pt x="130302" y="7239"/>
                              <a:pt x="130111" y="3810"/>
                              <a:pt x="129730" y="381"/>
                            </a:cubicBezTo>
                            <a:lnTo>
                              <a:pt x="129635" y="0"/>
                            </a:lnTo>
                            <a:cubicBezTo>
                              <a:pt x="103441" y="31623"/>
                              <a:pt x="77438" y="65246"/>
                              <a:pt x="56007" y="9963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52" name="Forme libre : forme 12051">
                        <a:extLst>
                          <a:ext uri="{FF2B5EF4-FFF2-40B4-BE49-F238E27FC236}">
                            <a16:creationId xmlns:a16="http://schemas.microsoft.com/office/drawing/2014/main" id="{A10F9030-A81A-429C-935F-6004337D12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93108" y="2865895"/>
                        <a:ext cx="61819" cy="78636"/>
                      </a:xfrm>
                      <a:custGeom>
                        <a:avLst/>
                        <a:gdLst>
                          <a:gd name="connsiteX0" fmla="*/ 59963 w 61819"/>
                          <a:gd name="connsiteY0" fmla="*/ 748 h 78636"/>
                          <a:gd name="connsiteX1" fmla="*/ 55676 w 61819"/>
                          <a:gd name="connsiteY1" fmla="*/ 22656 h 78636"/>
                          <a:gd name="connsiteX2" fmla="*/ 40055 w 61819"/>
                          <a:gd name="connsiteY2" fmla="*/ 48087 h 78636"/>
                          <a:gd name="connsiteX3" fmla="*/ 2432 w 61819"/>
                          <a:gd name="connsiteY3" fmla="*/ 77710 h 78636"/>
                          <a:gd name="connsiteX4" fmla="*/ 19862 w 61819"/>
                          <a:gd name="connsiteY4" fmla="*/ 33705 h 78636"/>
                          <a:gd name="connsiteX5" fmla="*/ 39389 w 61819"/>
                          <a:gd name="connsiteY5" fmla="*/ 11321 h 78636"/>
                          <a:gd name="connsiteX6" fmla="*/ 59963 w 61819"/>
                          <a:gd name="connsiteY6" fmla="*/ 748 h 786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1819" h="78636">
                            <a:moveTo>
                              <a:pt x="59963" y="748"/>
                            </a:moveTo>
                            <a:cubicBezTo>
                              <a:pt x="64058" y="3701"/>
                              <a:pt x="60820" y="12940"/>
                              <a:pt x="55676" y="22656"/>
                            </a:cubicBezTo>
                            <a:cubicBezTo>
                              <a:pt x="50723" y="32562"/>
                              <a:pt x="43770" y="42944"/>
                              <a:pt x="40055" y="48087"/>
                            </a:cubicBezTo>
                            <a:cubicBezTo>
                              <a:pt x="32626" y="58184"/>
                              <a:pt x="11671" y="83806"/>
                              <a:pt x="2432" y="77710"/>
                            </a:cubicBezTo>
                            <a:cubicBezTo>
                              <a:pt x="-6712" y="71709"/>
                              <a:pt x="12338" y="43039"/>
                              <a:pt x="19862" y="33705"/>
                            </a:cubicBezTo>
                            <a:cubicBezTo>
                              <a:pt x="23577" y="29037"/>
                              <a:pt x="31483" y="19227"/>
                              <a:pt x="39389" y="11321"/>
                            </a:cubicBezTo>
                            <a:cubicBezTo>
                              <a:pt x="47580" y="3606"/>
                              <a:pt x="55867" y="-2109"/>
                              <a:pt x="59963" y="74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53" name="Forme libre : forme 12052">
                        <a:extLst>
                          <a:ext uri="{FF2B5EF4-FFF2-40B4-BE49-F238E27FC236}">
                            <a16:creationId xmlns:a16="http://schemas.microsoft.com/office/drawing/2014/main" id="{1EE34A5D-EA82-49A6-B7EE-D274AD27DF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92727" y="2896266"/>
                        <a:ext cx="51581" cy="48184"/>
                      </a:xfrm>
                      <a:custGeom>
                        <a:avLst/>
                        <a:gdLst>
                          <a:gd name="connsiteX0" fmla="*/ 6433 w 51581"/>
                          <a:gd name="connsiteY0" fmla="*/ 25241 h 48184"/>
                          <a:gd name="connsiteX1" fmla="*/ 2623 w 51581"/>
                          <a:gd name="connsiteY1" fmla="*/ 47815 h 48184"/>
                          <a:gd name="connsiteX2" fmla="*/ 40913 w 51581"/>
                          <a:gd name="connsiteY2" fmla="*/ 17336 h 48184"/>
                          <a:gd name="connsiteX3" fmla="*/ 51581 w 51581"/>
                          <a:gd name="connsiteY3" fmla="*/ 0 h 48184"/>
                          <a:gd name="connsiteX4" fmla="*/ 44533 w 51581"/>
                          <a:gd name="connsiteY4" fmla="*/ 8382 h 48184"/>
                          <a:gd name="connsiteX5" fmla="*/ 6433 w 51581"/>
                          <a:gd name="connsiteY5" fmla="*/ 25241 h 481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1581" h="48184">
                            <a:moveTo>
                              <a:pt x="6433" y="25241"/>
                            </a:moveTo>
                            <a:cubicBezTo>
                              <a:pt x="4528" y="31337"/>
                              <a:pt x="-4330" y="45720"/>
                              <a:pt x="2623" y="47815"/>
                            </a:cubicBezTo>
                            <a:cubicBezTo>
                              <a:pt x="13862" y="51245"/>
                              <a:pt x="31293" y="30004"/>
                              <a:pt x="40913" y="17336"/>
                            </a:cubicBezTo>
                            <a:cubicBezTo>
                              <a:pt x="43675" y="13621"/>
                              <a:pt x="49295" y="4763"/>
                              <a:pt x="51581" y="0"/>
                            </a:cubicBezTo>
                            <a:cubicBezTo>
                              <a:pt x="49676" y="2381"/>
                              <a:pt x="46723" y="6477"/>
                              <a:pt x="44533" y="8382"/>
                            </a:cubicBezTo>
                            <a:cubicBezTo>
                              <a:pt x="32150" y="19050"/>
                              <a:pt x="16815" y="31432"/>
                              <a:pt x="6433" y="2524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54" name="Forme libre : forme 12053">
                        <a:extLst>
                          <a:ext uri="{FF2B5EF4-FFF2-40B4-BE49-F238E27FC236}">
                            <a16:creationId xmlns:a16="http://schemas.microsoft.com/office/drawing/2014/main" id="{F43DA618-CECF-42FF-839A-1A0E53130B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98244" y="2862701"/>
                        <a:ext cx="61328" cy="79351"/>
                      </a:xfrm>
                      <a:custGeom>
                        <a:avLst/>
                        <a:gdLst>
                          <a:gd name="connsiteX0" fmla="*/ 60066 w 61328"/>
                          <a:gd name="connsiteY0" fmla="*/ 1371 h 79351"/>
                          <a:gd name="connsiteX1" fmla="*/ 55208 w 61328"/>
                          <a:gd name="connsiteY1" fmla="*/ 24326 h 79351"/>
                          <a:gd name="connsiteX2" fmla="*/ 40159 w 61328"/>
                          <a:gd name="connsiteY2" fmla="*/ 49472 h 79351"/>
                          <a:gd name="connsiteX3" fmla="*/ 2631 w 61328"/>
                          <a:gd name="connsiteY3" fmla="*/ 78524 h 79351"/>
                          <a:gd name="connsiteX4" fmla="*/ 20061 w 61328"/>
                          <a:gd name="connsiteY4" fmla="*/ 34804 h 79351"/>
                          <a:gd name="connsiteX5" fmla="*/ 40064 w 61328"/>
                          <a:gd name="connsiteY5" fmla="*/ 11468 h 79351"/>
                          <a:gd name="connsiteX6" fmla="*/ 60066 w 61328"/>
                          <a:gd name="connsiteY6" fmla="*/ 1371 h 793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1328" h="79351">
                            <a:moveTo>
                              <a:pt x="60066" y="1371"/>
                            </a:moveTo>
                            <a:cubicBezTo>
                              <a:pt x="63209" y="5657"/>
                              <a:pt x="60066" y="14801"/>
                              <a:pt x="55208" y="24326"/>
                            </a:cubicBezTo>
                            <a:cubicBezTo>
                              <a:pt x="50350" y="33851"/>
                              <a:pt x="44064" y="43853"/>
                              <a:pt x="40159" y="49472"/>
                            </a:cubicBezTo>
                            <a:cubicBezTo>
                              <a:pt x="32253" y="60521"/>
                              <a:pt x="12536" y="84048"/>
                              <a:pt x="2631" y="78524"/>
                            </a:cubicBezTo>
                            <a:cubicBezTo>
                              <a:pt x="-7180" y="73094"/>
                              <a:pt x="13108" y="43471"/>
                              <a:pt x="20061" y="34804"/>
                            </a:cubicBezTo>
                            <a:cubicBezTo>
                              <a:pt x="23490" y="30422"/>
                              <a:pt x="31682" y="19754"/>
                              <a:pt x="40064" y="11468"/>
                            </a:cubicBezTo>
                            <a:cubicBezTo>
                              <a:pt x="48541" y="3181"/>
                              <a:pt x="56923" y="-2820"/>
                              <a:pt x="60066" y="13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55" name="Forme libre : forme 12054">
                        <a:extLst>
                          <a:ext uri="{FF2B5EF4-FFF2-40B4-BE49-F238E27FC236}">
                            <a16:creationId xmlns:a16="http://schemas.microsoft.com/office/drawing/2014/main" id="{69E8F9E4-F632-4819-BDE6-DE7AE009D6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61812" y="2891665"/>
                        <a:ext cx="92211" cy="89518"/>
                      </a:xfrm>
                      <a:custGeom>
                        <a:avLst/>
                        <a:gdLst>
                          <a:gd name="connsiteX0" fmla="*/ 8296 w 92211"/>
                          <a:gd name="connsiteY0" fmla="*/ 88707 h 89518"/>
                          <a:gd name="connsiteX1" fmla="*/ 25346 w 92211"/>
                          <a:gd name="connsiteY1" fmla="*/ 86040 h 89518"/>
                          <a:gd name="connsiteX2" fmla="*/ 64303 w 92211"/>
                          <a:gd name="connsiteY2" fmla="*/ 59846 h 89518"/>
                          <a:gd name="connsiteX3" fmla="*/ 89259 w 92211"/>
                          <a:gd name="connsiteY3" fmla="*/ 21365 h 89518"/>
                          <a:gd name="connsiteX4" fmla="*/ 87735 w 92211"/>
                          <a:gd name="connsiteY4" fmla="*/ 124 h 89518"/>
                          <a:gd name="connsiteX5" fmla="*/ 74304 w 92211"/>
                          <a:gd name="connsiteY5" fmla="*/ 8602 h 89518"/>
                          <a:gd name="connsiteX6" fmla="*/ 38967 w 92211"/>
                          <a:gd name="connsiteY6" fmla="*/ 33271 h 89518"/>
                          <a:gd name="connsiteX7" fmla="*/ 4582 w 92211"/>
                          <a:gd name="connsiteY7" fmla="*/ 58989 h 89518"/>
                          <a:gd name="connsiteX8" fmla="*/ 8296 w 92211"/>
                          <a:gd name="connsiteY8" fmla="*/ 88707 h 895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211" h="89518">
                            <a:moveTo>
                              <a:pt x="8296" y="88707"/>
                            </a:moveTo>
                            <a:cubicBezTo>
                              <a:pt x="14868" y="90326"/>
                              <a:pt x="17916" y="89564"/>
                              <a:pt x="25346" y="86040"/>
                            </a:cubicBezTo>
                            <a:cubicBezTo>
                              <a:pt x="39443" y="79372"/>
                              <a:pt x="51349" y="73276"/>
                              <a:pt x="64303" y="59846"/>
                            </a:cubicBezTo>
                            <a:cubicBezTo>
                              <a:pt x="75066" y="48511"/>
                              <a:pt x="84496" y="33843"/>
                              <a:pt x="89259" y="21365"/>
                            </a:cubicBezTo>
                            <a:cubicBezTo>
                              <a:pt x="92783" y="12031"/>
                              <a:pt x="94116" y="1743"/>
                              <a:pt x="87735" y="124"/>
                            </a:cubicBezTo>
                            <a:cubicBezTo>
                              <a:pt x="83829" y="-923"/>
                              <a:pt x="79162" y="4887"/>
                              <a:pt x="74304" y="8602"/>
                            </a:cubicBezTo>
                            <a:cubicBezTo>
                              <a:pt x="62779" y="17269"/>
                              <a:pt x="52302" y="26223"/>
                              <a:pt x="38967" y="33271"/>
                            </a:cubicBezTo>
                            <a:cubicBezTo>
                              <a:pt x="27632" y="39177"/>
                              <a:pt x="12963" y="44225"/>
                              <a:pt x="4582" y="58989"/>
                            </a:cubicBezTo>
                            <a:cubicBezTo>
                              <a:pt x="-2943" y="72419"/>
                              <a:pt x="-848" y="86421"/>
                              <a:pt x="8296" y="8870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56" name="Forme libre : forme 12055">
                        <a:extLst>
                          <a:ext uri="{FF2B5EF4-FFF2-40B4-BE49-F238E27FC236}">
                            <a16:creationId xmlns:a16="http://schemas.microsoft.com/office/drawing/2014/main" id="{167129E0-778B-4988-B93B-1C1E2E59D9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74471" y="2919031"/>
                        <a:ext cx="19522" cy="36467"/>
                      </a:xfrm>
                      <a:custGeom>
                        <a:avLst/>
                        <a:gdLst>
                          <a:gd name="connsiteX0" fmla="*/ 400 w 19522"/>
                          <a:gd name="connsiteY0" fmla="*/ 31433 h 36467"/>
                          <a:gd name="connsiteX1" fmla="*/ 400 w 19522"/>
                          <a:gd name="connsiteY1" fmla="*/ 35910 h 36467"/>
                          <a:gd name="connsiteX2" fmla="*/ 4019 w 19522"/>
                          <a:gd name="connsiteY2" fmla="*/ 34957 h 36467"/>
                          <a:gd name="connsiteX3" fmla="*/ 8306 w 19522"/>
                          <a:gd name="connsiteY3" fmla="*/ 29242 h 36467"/>
                          <a:gd name="connsiteX4" fmla="*/ 16783 w 19522"/>
                          <a:gd name="connsiteY4" fmla="*/ 13716 h 36467"/>
                          <a:gd name="connsiteX5" fmla="*/ 19164 w 19522"/>
                          <a:gd name="connsiteY5" fmla="*/ 7716 h 36467"/>
                          <a:gd name="connsiteX6" fmla="*/ 10116 w 19522"/>
                          <a:gd name="connsiteY6" fmla="*/ 5906 h 36467"/>
                          <a:gd name="connsiteX7" fmla="*/ 400 w 19522"/>
                          <a:gd name="connsiteY7" fmla="*/ 31433 h 36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9522" h="36467">
                            <a:moveTo>
                              <a:pt x="400" y="31433"/>
                            </a:moveTo>
                            <a:cubicBezTo>
                              <a:pt x="19" y="33338"/>
                              <a:pt x="-267" y="34767"/>
                              <a:pt x="400" y="35910"/>
                            </a:cubicBezTo>
                            <a:cubicBezTo>
                              <a:pt x="1067" y="37053"/>
                              <a:pt x="2591" y="36291"/>
                              <a:pt x="4019" y="34957"/>
                            </a:cubicBezTo>
                            <a:cubicBezTo>
                              <a:pt x="5448" y="33624"/>
                              <a:pt x="7068" y="31147"/>
                              <a:pt x="8306" y="29242"/>
                            </a:cubicBezTo>
                            <a:cubicBezTo>
                              <a:pt x="11259" y="24289"/>
                              <a:pt x="14402" y="18860"/>
                              <a:pt x="16783" y="13716"/>
                            </a:cubicBezTo>
                            <a:cubicBezTo>
                              <a:pt x="17735" y="11621"/>
                              <a:pt x="18783" y="9621"/>
                              <a:pt x="19164" y="7716"/>
                            </a:cubicBezTo>
                            <a:cubicBezTo>
                              <a:pt x="20879" y="-476"/>
                              <a:pt x="16212" y="-3714"/>
                              <a:pt x="10116" y="5906"/>
                            </a:cubicBezTo>
                            <a:cubicBezTo>
                              <a:pt x="5162" y="13431"/>
                              <a:pt x="2020" y="23718"/>
                              <a:pt x="400" y="3143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57" name="Forme libre : forme 12056">
                        <a:extLst>
                          <a:ext uri="{FF2B5EF4-FFF2-40B4-BE49-F238E27FC236}">
                            <a16:creationId xmlns:a16="http://schemas.microsoft.com/office/drawing/2014/main" id="{D22290BD-F953-4CF4-B2D0-63170524E4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64882" y="2843593"/>
                        <a:ext cx="15091" cy="64008"/>
                      </a:xfrm>
                      <a:custGeom>
                        <a:avLst/>
                        <a:gdLst>
                          <a:gd name="connsiteX0" fmla="*/ 13716 w 15091"/>
                          <a:gd name="connsiteY0" fmla="*/ 0 h 64008"/>
                          <a:gd name="connsiteX1" fmla="*/ 0 w 15091"/>
                          <a:gd name="connsiteY1" fmla="*/ 64008 h 64008"/>
                          <a:gd name="connsiteX2" fmla="*/ 13716 w 15091"/>
                          <a:gd name="connsiteY2" fmla="*/ 0 h 64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5091" h="64008">
                            <a:moveTo>
                              <a:pt x="13716" y="0"/>
                            </a:moveTo>
                            <a:cubicBezTo>
                              <a:pt x="19145" y="15335"/>
                              <a:pt x="7239" y="45244"/>
                              <a:pt x="0" y="64008"/>
                            </a:cubicBezTo>
                            <a:cubicBezTo>
                              <a:pt x="8097" y="43720"/>
                              <a:pt x="12192" y="18574"/>
                              <a:pt x="1371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58" name="Forme libre : forme 12057">
                        <a:extLst>
                          <a:ext uri="{FF2B5EF4-FFF2-40B4-BE49-F238E27FC236}">
                            <a16:creationId xmlns:a16="http://schemas.microsoft.com/office/drawing/2014/main" id="{86CCAEB9-3EEA-448B-A31E-EC69CFCCD5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47819" y="2921031"/>
                        <a:ext cx="19431" cy="69151"/>
                      </a:xfrm>
                      <a:custGeom>
                        <a:avLst/>
                        <a:gdLst>
                          <a:gd name="connsiteX0" fmla="*/ 19431 w 19431"/>
                          <a:gd name="connsiteY0" fmla="*/ 0 h 69151"/>
                          <a:gd name="connsiteX1" fmla="*/ 1 w 19431"/>
                          <a:gd name="connsiteY1" fmla="*/ 69151 h 69151"/>
                          <a:gd name="connsiteX2" fmla="*/ 19431 w 19431"/>
                          <a:gd name="connsiteY2" fmla="*/ 0 h 691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9431" h="69151">
                            <a:moveTo>
                              <a:pt x="19431" y="0"/>
                            </a:moveTo>
                            <a:cubicBezTo>
                              <a:pt x="5335" y="22765"/>
                              <a:pt x="953" y="47911"/>
                              <a:pt x="1" y="69151"/>
                            </a:cubicBezTo>
                            <a:cubicBezTo>
                              <a:pt x="-95" y="49244"/>
                              <a:pt x="10097" y="21146"/>
                              <a:pt x="1943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59" name="Forme libre : forme 12058">
                        <a:extLst>
                          <a:ext uri="{FF2B5EF4-FFF2-40B4-BE49-F238E27FC236}">
                            <a16:creationId xmlns:a16="http://schemas.microsoft.com/office/drawing/2014/main" id="{A9AE35F5-AA27-4C7B-ABAB-7999193673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2537" y="2881327"/>
                        <a:ext cx="24770" cy="27708"/>
                      </a:xfrm>
                      <a:custGeom>
                        <a:avLst/>
                        <a:gdLst>
                          <a:gd name="connsiteX0" fmla="*/ 24627 w 24770"/>
                          <a:gd name="connsiteY0" fmla="*/ 938 h 27708"/>
                          <a:gd name="connsiteX1" fmla="*/ 13388 w 24770"/>
                          <a:gd name="connsiteY1" fmla="*/ 18750 h 27708"/>
                          <a:gd name="connsiteX2" fmla="*/ 148 w 24770"/>
                          <a:gd name="connsiteY2" fmla="*/ 26560 h 27708"/>
                          <a:gd name="connsiteX3" fmla="*/ 10911 w 24770"/>
                          <a:gd name="connsiteY3" fmla="*/ 9891 h 27708"/>
                          <a:gd name="connsiteX4" fmla="*/ 24627 w 24770"/>
                          <a:gd name="connsiteY4" fmla="*/ 938 h 277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770" h="27708">
                            <a:moveTo>
                              <a:pt x="24627" y="938"/>
                            </a:moveTo>
                            <a:cubicBezTo>
                              <a:pt x="26055" y="4938"/>
                              <a:pt x="16435" y="15511"/>
                              <a:pt x="13388" y="18750"/>
                            </a:cubicBezTo>
                            <a:cubicBezTo>
                              <a:pt x="10435" y="21988"/>
                              <a:pt x="1576" y="30846"/>
                              <a:pt x="148" y="26560"/>
                            </a:cubicBezTo>
                            <a:cubicBezTo>
                              <a:pt x="-1281" y="22274"/>
                              <a:pt x="8054" y="12844"/>
                              <a:pt x="10911" y="9891"/>
                            </a:cubicBezTo>
                            <a:cubicBezTo>
                              <a:pt x="13768" y="6843"/>
                              <a:pt x="23198" y="-3063"/>
                              <a:pt x="24627" y="93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60" name="Forme libre : forme 12059">
                        <a:extLst>
                          <a:ext uri="{FF2B5EF4-FFF2-40B4-BE49-F238E27FC236}">
                            <a16:creationId xmlns:a16="http://schemas.microsoft.com/office/drawing/2014/main" id="{C999DA05-69ED-4840-9BD1-023B544CDA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33151" y="2877232"/>
                        <a:ext cx="7056" cy="8254"/>
                      </a:xfrm>
                      <a:custGeom>
                        <a:avLst/>
                        <a:gdLst>
                          <a:gd name="connsiteX0" fmla="*/ 6585 w 7056"/>
                          <a:gd name="connsiteY0" fmla="*/ 79 h 8254"/>
                          <a:gd name="connsiteX1" fmla="*/ 5061 w 7056"/>
                          <a:gd name="connsiteY1" fmla="*/ 4747 h 8254"/>
                          <a:gd name="connsiteX2" fmla="*/ 489 w 7056"/>
                          <a:gd name="connsiteY2" fmla="*/ 8175 h 8254"/>
                          <a:gd name="connsiteX3" fmla="*/ 1822 w 7056"/>
                          <a:gd name="connsiteY3" fmla="*/ 3508 h 8254"/>
                          <a:gd name="connsiteX4" fmla="*/ 6585 w 7056"/>
                          <a:gd name="connsiteY4" fmla="*/ 79 h 82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056" h="8254">
                            <a:moveTo>
                              <a:pt x="6585" y="79"/>
                            </a:moveTo>
                            <a:cubicBezTo>
                              <a:pt x="7918" y="651"/>
                              <a:pt x="6108" y="3413"/>
                              <a:pt x="5061" y="4747"/>
                            </a:cubicBezTo>
                            <a:cubicBezTo>
                              <a:pt x="4013" y="6080"/>
                              <a:pt x="1822" y="8747"/>
                              <a:pt x="489" y="8175"/>
                            </a:cubicBezTo>
                            <a:cubicBezTo>
                              <a:pt x="-845" y="7604"/>
                              <a:pt x="870" y="4937"/>
                              <a:pt x="1822" y="3508"/>
                            </a:cubicBezTo>
                            <a:cubicBezTo>
                              <a:pt x="2965" y="2175"/>
                              <a:pt x="5252" y="-492"/>
                              <a:pt x="6585" y="7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61" name="Forme libre : forme 12060">
                        <a:extLst>
                          <a:ext uri="{FF2B5EF4-FFF2-40B4-BE49-F238E27FC236}">
                            <a16:creationId xmlns:a16="http://schemas.microsoft.com/office/drawing/2014/main" id="{6B218A95-3050-4B1B-A0A3-1C6982038E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95403" y="2841495"/>
                        <a:ext cx="76060" cy="55664"/>
                      </a:xfrm>
                      <a:custGeom>
                        <a:avLst/>
                        <a:gdLst>
                          <a:gd name="connsiteX0" fmla="*/ 48334 w 76060"/>
                          <a:gd name="connsiteY0" fmla="*/ 7527 h 55664"/>
                          <a:gd name="connsiteX1" fmla="*/ 73479 w 76060"/>
                          <a:gd name="connsiteY1" fmla="*/ 2 h 55664"/>
                          <a:gd name="connsiteX2" fmla="*/ 74051 w 76060"/>
                          <a:gd name="connsiteY2" fmla="*/ 8384 h 55664"/>
                          <a:gd name="connsiteX3" fmla="*/ 64717 w 76060"/>
                          <a:gd name="connsiteY3" fmla="*/ 14385 h 55664"/>
                          <a:gd name="connsiteX4" fmla="*/ 35094 w 76060"/>
                          <a:gd name="connsiteY4" fmla="*/ 31053 h 55664"/>
                          <a:gd name="connsiteX5" fmla="*/ 137 w 76060"/>
                          <a:gd name="connsiteY5" fmla="*/ 53533 h 55664"/>
                          <a:gd name="connsiteX6" fmla="*/ 26997 w 76060"/>
                          <a:gd name="connsiteY6" fmla="*/ 16861 h 55664"/>
                          <a:gd name="connsiteX7" fmla="*/ 48334 w 76060"/>
                          <a:gd name="connsiteY7" fmla="*/ 7527 h 556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6060" h="55664">
                            <a:moveTo>
                              <a:pt x="48334" y="7527"/>
                            </a:moveTo>
                            <a:cubicBezTo>
                              <a:pt x="57668" y="2955"/>
                              <a:pt x="64812" y="-93"/>
                              <a:pt x="73479" y="2"/>
                            </a:cubicBezTo>
                            <a:cubicBezTo>
                              <a:pt x="76718" y="2"/>
                              <a:pt x="76909" y="4765"/>
                              <a:pt x="74051" y="8384"/>
                            </a:cubicBezTo>
                            <a:cubicBezTo>
                              <a:pt x="71193" y="12003"/>
                              <a:pt x="67955" y="13051"/>
                              <a:pt x="64717" y="14385"/>
                            </a:cubicBezTo>
                            <a:cubicBezTo>
                              <a:pt x="54620" y="18481"/>
                              <a:pt x="45286" y="24291"/>
                              <a:pt x="35094" y="31053"/>
                            </a:cubicBezTo>
                            <a:cubicBezTo>
                              <a:pt x="28902" y="35340"/>
                              <a:pt x="2233" y="63534"/>
                              <a:pt x="137" y="53533"/>
                            </a:cubicBezTo>
                            <a:cubicBezTo>
                              <a:pt x="-1863" y="43531"/>
                              <a:pt x="18520" y="22576"/>
                              <a:pt x="26997" y="16861"/>
                            </a:cubicBezTo>
                            <a:cubicBezTo>
                              <a:pt x="35379" y="11146"/>
                              <a:pt x="41190" y="10956"/>
                              <a:pt x="48334" y="752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16" name="Graphique 1">
                      <a:extLst>
                        <a:ext uri="{FF2B5EF4-FFF2-40B4-BE49-F238E27FC236}">
                          <a16:creationId xmlns:a16="http://schemas.microsoft.com/office/drawing/2014/main" id="{1A3433D5-FEA3-41D3-80E4-3918466B7C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71737" y="2693669"/>
                      <a:ext cx="167792" cy="145023"/>
                      <a:chOff x="6271737" y="2693669"/>
                      <a:chExt cx="167792" cy="145023"/>
                    </a:xfrm>
                    <a:solidFill>
                      <a:schemeClr val="accent1"/>
                    </a:solidFill>
                  </p:grpSpPr>
                  <p:sp>
                    <p:nvSpPr>
                      <p:cNvPr id="12038" name="Forme libre : forme 12037">
                        <a:extLst>
                          <a:ext uri="{FF2B5EF4-FFF2-40B4-BE49-F238E27FC236}">
                            <a16:creationId xmlns:a16="http://schemas.microsoft.com/office/drawing/2014/main" id="{33A7B30E-B0C0-43C4-977B-9C9AACFD5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1737" y="2693669"/>
                        <a:ext cx="167792" cy="145023"/>
                      </a:xfrm>
                      <a:custGeom>
                        <a:avLst/>
                        <a:gdLst>
                          <a:gd name="connsiteX0" fmla="*/ 128876 w 167792"/>
                          <a:gd name="connsiteY0" fmla="*/ 75153 h 145023"/>
                          <a:gd name="connsiteX1" fmla="*/ 104873 w 167792"/>
                          <a:gd name="connsiteY1" fmla="*/ 95727 h 145023"/>
                          <a:gd name="connsiteX2" fmla="*/ 80299 w 167792"/>
                          <a:gd name="connsiteY2" fmla="*/ 117539 h 145023"/>
                          <a:gd name="connsiteX3" fmla="*/ 15624 w 167792"/>
                          <a:gd name="connsiteY3" fmla="*/ 144971 h 145023"/>
                          <a:gd name="connsiteX4" fmla="*/ 3 w 167792"/>
                          <a:gd name="connsiteY4" fmla="*/ 130112 h 145023"/>
                          <a:gd name="connsiteX5" fmla="*/ 28768 w 167792"/>
                          <a:gd name="connsiteY5" fmla="*/ 62580 h 145023"/>
                          <a:gd name="connsiteX6" fmla="*/ 81918 w 167792"/>
                          <a:gd name="connsiteY6" fmla="*/ 16479 h 145023"/>
                          <a:gd name="connsiteX7" fmla="*/ 156404 w 167792"/>
                          <a:gd name="connsiteY7" fmla="*/ 4192 h 145023"/>
                          <a:gd name="connsiteX8" fmla="*/ 167072 w 167792"/>
                          <a:gd name="connsiteY8" fmla="*/ 22480 h 145023"/>
                          <a:gd name="connsiteX9" fmla="*/ 128876 w 167792"/>
                          <a:gd name="connsiteY9" fmla="*/ 75153 h 145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67792" h="145023">
                            <a:moveTo>
                              <a:pt x="128876" y="75153"/>
                            </a:moveTo>
                            <a:cubicBezTo>
                              <a:pt x="123352" y="80297"/>
                              <a:pt x="114017" y="87345"/>
                              <a:pt x="104873" y="95727"/>
                            </a:cubicBezTo>
                            <a:cubicBezTo>
                              <a:pt x="95539" y="103442"/>
                              <a:pt x="86585" y="112491"/>
                              <a:pt x="80299" y="117539"/>
                            </a:cubicBezTo>
                            <a:cubicBezTo>
                              <a:pt x="57439" y="138018"/>
                              <a:pt x="38865" y="142971"/>
                              <a:pt x="15624" y="144971"/>
                            </a:cubicBezTo>
                            <a:cubicBezTo>
                              <a:pt x="7719" y="145733"/>
                              <a:pt x="-187" y="138113"/>
                              <a:pt x="3" y="130112"/>
                            </a:cubicBezTo>
                            <a:cubicBezTo>
                              <a:pt x="860" y="107062"/>
                              <a:pt x="7242" y="86297"/>
                              <a:pt x="28768" y="62580"/>
                            </a:cubicBezTo>
                            <a:cubicBezTo>
                              <a:pt x="40294" y="50007"/>
                              <a:pt x="66297" y="26576"/>
                              <a:pt x="81918" y="16479"/>
                            </a:cubicBezTo>
                            <a:cubicBezTo>
                              <a:pt x="110493" y="-3047"/>
                              <a:pt x="134306" y="-2476"/>
                              <a:pt x="156404" y="4192"/>
                            </a:cubicBezTo>
                            <a:cubicBezTo>
                              <a:pt x="164310" y="6668"/>
                              <a:pt x="169834" y="15717"/>
                              <a:pt x="167072" y="22480"/>
                            </a:cubicBezTo>
                            <a:cubicBezTo>
                              <a:pt x="159261" y="42482"/>
                              <a:pt x="150022" y="57246"/>
                              <a:pt x="128876" y="7515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39" name="Forme libre : forme 12038">
                        <a:extLst>
                          <a:ext uri="{FF2B5EF4-FFF2-40B4-BE49-F238E27FC236}">
                            <a16:creationId xmlns:a16="http://schemas.microsoft.com/office/drawing/2014/main" id="{0DA01507-D99D-4CB2-AEFC-0E7BD3911B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8026" y="2715482"/>
                        <a:ext cx="160686" cy="123036"/>
                      </a:xfrm>
                      <a:custGeom>
                        <a:avLst/>
                        <a:gdLst>
                          <a:gd name="connsiteX0" fmla="*/ 62675 w 160686"/>
                          <a:gd name="connsiteY0" fmla="*/ 69152 h 123036"/>
                          <a:gd name="connsiteX1" fmla="*/ 0 w 160686"/>
                          <a:gd name="connsiteY1" fmla="*/ 120205 h 123036"/>
                          <a:gd name="connsiteX2" fmla="*/ 9144 w 160686"/>
                          <a:gd name="connsiteY2" fmla="*/ 122968 h 123036"/>
                          <a:gd name="connsiteX3" fmla="*/ 20764 w 160686"/>
                          <a:gd name="connsiteY3" fmla="*/ 121539 h 123036"/>
                          <a:gd name="connsiteX4" fmla="*/ 52483 w 160686"/>
                          <a:gd name="connsiteY4" fmla="*/ 110966 h 123036"/>
                          <a:gd name="connsiteX5" fmla="*/ 73819 w 160686"/>
                          <a:gd name="connsiteY5" fmla="*/ 95536 h 123036"/>
                          <a:gd name="connsiteX6" fmla="*/ 81820 w 160686"/>
                          <a:gd name="connsiteY6" fmla="*/ 88583 h 123036"/>
                          <a:gd name="connsiteX7" fmla="*/ 90964 w 160686"/>
                          <a:gd name="connsiteY7" fmla="*/ 80105 h 123036"/>
                          <a:gd name="connsiteX8" fmla="*/ 100870 w 160686"/>
                          <a:gd name="connsiteY8" fmla="*/ 71533 h 123036"/>
                          <a:gd name="connsiteX9" fmla="*/ 118872 w 160686"/>
                          <a:gd name="connsiteY9" fmla="*/ 56293 h 123036"/>
                          <a:gd name="connsiteX10" fmla="*/ 122396 w 160686"/>
                          <a:gd name="connsiteY10" fmla="*/ 53245 h 123036"/>
                          <a:gd name="connsiteX11" fmla="*/ 140875 w 160686"/>
                          <a:gd name="connsiteY11" fmla="*/ 35147 h 123036"/>
                          <a:gd name="connsiteX12" fmla="*/ 156686 w 160686"/>
                          <a:gd name="connsiteY12" fmla="*/ 9430 h 123036"/>
                          <a:gd name="connsiteX13" fmla="*/ 160591 w 160686"/>
                          <a:gd name="connsiteY13" fmla="*/ 381 h 123036"/>
                          <a:gd name="connsiteX14" fmla="*/ 160687 w 160686"/>
                          <a:gd name="connsiteY14" fmla="*/ 0 h 123036"/>
                          <a:gd name="connsiteX15" fmla="*/ 107918 w 160686"/>
                          <a:gd name="connsiteY15" fmla="*/ 28956 h 123036"/>
                          <a:gd name="connsiteX16" fmla="*/ 62675 w 160686"/>
                          <a:gd name="connsiteY16" fmla="*/ 69152 h 1230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60686" h="123036">
                            <a:moveTo>
                              <a:pt x="62675" y="69152"/>
                            </a:moveTo>
                            <a:cubicBezTo>
                              <a:pt x="43625" y="89345"/>
                              <a:pt x="22765" y="110871"/>
                              <a:pt x="0" y="120205"/>
                            </a:cubicBezTo>
                            <a:cubicBezTo>
                              <a:pt x="2667" y="122111"/>
                              <a:pt x="5905" y="123349"/>
                              <a:pt x="9144" y="122968"/>
                            </a:cubicBezTo>
                            <a:cubicBezTo>
                              <a:pt x="13145" y="122587"/>
                              <a:pt x="16859" y="122111"/>
                              <a:pt x="20764" y="121539"/>
                            </a:cubicBezTo>
                            <a:cubicBezTo>
                              <a:pt x="31718" y="119920"/>
                              <a:pt x="42005" y="116872"/>
                              <a:pt x="52483" y="110966"/>
                            </a:cubicBezTo>
                            <a:cubicBezTo>
                              <a:pt x="59436" y="107252"/>
                              <a:pt x="66390" y="102203"/>
                              <a:pt x="73819" y="95536"/>
                            </a:cubicBezTo>
                            <a:cubicBezTo>
                              <a:pt x="76105" y="93536"/>
                              <a:pt x="78772" y="91154"/>
                              <a:pt x="81820" y="88583"/>
                            </a:cubicBezTo>
                            <a:cubicBezTo>
                              <a:pt x="84677" y="85915"/>
                              <a:pt x="87725" y="83058"/>
                              <a:pt x="90964" y="80105"/>
                            </a:cubicBezTo>
                            <a:cubicBezTo>
                              <a:pt x="94202" y="77248"/>
                              <a:pt x="97536" y="74390"/>
                              <a:pt x="100870" y="71533"/>
                            </a:cubicBezTo>
                            <a:cubicBezTo>
                              <a:pt x="107347" y="65532"/>
                              <a:pt x="113919" y="60579"/>
                              <a:pt x="118872" y="56293"/>
                            </a:cubicBezTo>
                            <a:cubicBezTo>
                              <a:pt x="120110" y="55150"/>
                              <a:pt x="121348" y="54102"/>
                              <a:pt x="122396" y="53245"/>
                            </a:cubicBezTo>
                            <a:cubicBezTo>
                              <a:pt x="130016" y="47339"/>
                              <a:pt x="135827" y="40767"/>
                              <a:pt x="140875" y="35147"/>
                            </a:cubicBezTo>
                            <a:cubicBezTo>
                              <a:pt x="147542" y="26670"/>
                              <a:pt x="152400" y="18764"/>
                              <a:pt x="156686" y="9430"/>
                            </a:cubicBezTo>
                            <a:cubicBezTo>
                              <a:pt x="158020" y="6382"/>
                              <a:pt x="159353" y="3620"/>
                              <a:pt x="160591" y="381"/>
                            </a:cubicBezTo>
                            <a:lnTo>
                              <a:pt x="160687" y="0"/>
                            </a:lnTo>
                            <a:cubicBezTo>
                              <a:pt x="142304" y="7144"/>
                              <a:pt x="124396" y="17050"/>
                              <a:pt x="107918" y="28956"/>
                            </a:cubicBezTo>
                            <a:cubicBezTo>
                              <a:pt x="91726" y="41148"/>
                              <a:pt x="76105" y="54293"/>
                              <a:pt x="62675" y="6915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40" name="Forme libre : forme 12039">
                        <a:extLst>
                          <a:ext uri="{FF2B5EF4-FFF2-40B4-BE49-F238E27FC236}">
                            <a16:creationId xmlns:a16="http://schemas.microsoft.com/office/drawing/2014/main" id="{52022620-32AD-4E8D-AFAB-5CDF85A40C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26067" y="2722118"/>
                        <a:ext cx="77414" cy="63013"/>
                      </a:xfrm>
                      <a:custGeom>
                        <a:avLst/>
                        <a:gdLst>
                          <a:gd name="connsiteX0" fmla="*/ 76736 w 77414"/>
                          <a:gd name="connsiteY0" fmla="*/ 2317 h 63013"/>
                          <a:gd name="connsiteX1" fmla="*/ 75022 w 77414"/>
                          <a:gd name="connsiteY1" fmla="*/ 10509 h 63013"/>
                          <a:gd name="connsiteX2" fmla="*/ 65688 w 77414"/>
                          <a:gd name="connsiteY2" fmla="*/ 21367 h 63013"/>
                          <a:gd name="connsiteX3" fmla="*/ 44161 w 77414"/>
                          <a:gd name="connsiteY3" fmla="*/ 40703 h 63013"/>
                          <a:gd name="connsiteX4" fmla="*/ 22254 w 77414"/>
                          <a:gd name="connsiteY4" fmla="*/ 56610 h 63013"/>
                          <a:gd name="connsiteX5" fmla="*/ 1585 w 77414"/>
                          <a:gd name="connsiteY5" fmla="*/ 61372 h 63013"/>
                          <a:gd name="connsiteX6" fmla="*/ 8062 w 77414"/>
                          <a:gd name="connsiteY6" fmla="*/ 41370 h 63013"/>
                          <a:gd name="connsiteX7" fmla="*/ 28159 w 77414"/>
                          <a:gd name="connsiteY7" fmla="*/ 21748 h 63013"/>
                          <a:gd name="connsiteX8" fmla="*/ 53781 w 77414"/>
                          <a:gd name="connsiteY8" fmla="*/ 5460 h 63013"/>
                          <a:gd name="connsiteX9" fmla="*/ 68069 w 77414"/>
                          <a:gd name="connsiteY9" fmla="*/ 222 h 63013"/>
                          <a:gd name="connsiteX10" fmla="*/ 76736 w 77414"/>
                          <a:gd name="connsiteY10" fmla="*/ 2317 h 63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7414" h="63013">
                            <a:moveTo>
                              <a:pt x="76736" y="2317"/>
                            </a:moveTo>
                            <a:cubicBezTo>
                              <a:pt x="78165" y="4413"/>
                              <a:pt x="77213" y="7366"/>
                              <a:pt x="75022" y="10509"/>
                            </a:cubicBezTo>
                            <a:cubicBezTo>
                              <a:pt x="72831" y="13842"/>
                              <a:pt x="69498" y="17748"/>
                              <a:pt x="65688" y="21367"/>
                            </a:cubicBezTo>
                            <a:cubicBezTo>
                              <a:pt x="57877" y="28701"/>
                              <a:pt x="49019" y="37083"/>
                              <a:pt x="44161" y="40703"/>
                            </a:cubicBezTo>
                            <a:cubicBezTo>
                              <a:pt x="39589" y="44894"/>
                              <a:pt x="30636" y="51371"/>
                              <a:pt x="22254" y="56610"/>
                            </a:cubicBezTo>
                            <a:cubicBezTo>
                              <a:pt x="13872" y="61849"/>
                              <a:pt x="5585" y="65182"/>
                              <a:pt x="1585" y="61372"/>
                            </a:cubicBezTo>
                            <a:cubicBezTo>
                              <a:pt x="-2416" y="57562"/>
                              <a:pt x="1680" y="49561"/>
                              <a:pt x="8062" y="41370"/>
                            </a:cubicBezTo>
                            <a:cubicBezTo>
                              <a:pt x="14443" y="33274"/>
                              <a:pt x="23587" y="25654"/>
                              <a:pt x="28159" y="21748"/>
                            </a:cubicBezTo>
                            <a:cubicBezTo>
                              <a:pt x="33112" y="18224"/>
                              <a:pt x="43304" y="10318"/>
                              <a:pt x="53781" y="5460"/>
                            </a:cubicBezTo>
                            <a:cubicBezTo>
                              <a:pt x="59020" y="2984"/>
                              <a:pt x="63973" y="984"/>
                              <a:pt x="68069" y="222"/>
                            </a:cubicBezTo>
                            <a:cubicBezTo>
                              <a:pt x="72165" y="-350"/>
                              <a:pt x="75403" y="126"/>
                              <a:pt x="76736" y="231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41" name="Forme libre : forme 12040">
                        <a:extLst>
                          <a:ext uri="{FF2B5EF4-FFF2-40B4-BE49-F238E27FC236}">
                            <a16:creationId xmlns:a16="http://schemas.microsoft.com/office/drawing/2014/main" id="{4EB0ECF4-E9FB-4E9D-A8A0-F869921682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25327" y="2749105"/>
                        <a:ext cx="59950" cy="35772"/>
                      </a:xfrm>
                      <a:custGeom>
                        <a:avLst/>
                        <a:gdLst>
                          <a:gd name="connsiteX0" fmla="*/ 10135 w 59950"/>
                          <a:gd name="connsiteY0" fmla="*/ 13240 h 35772"/>
                          <a:gd name="connsiteX1" fmla="*/ 1943 w 59950"/>
                          <a:gd name="connsiteY1" fmla="*/ 34766 h 35772"/>
                          <a:gd name="connsiteX2" fmla="*/ 22994 w 59950"/>
                          <a:gd name="connsiteY2" fmla="*/ 29623 h 35772"/>
                          <a:gd name="connsiteX3" fmla="*/ 45377 w 59950"/>
                          <a:gd name="connsiteY3" fmla="*/ 13430 h 35772"/>
                          <a:gd name="connsiteX4" fmla="*/ 59951 w 59950"/>
                          <a:gd name="connsiteY4" fmla="*/ 0 h 35772"/>
                          <a:gd name="connsiteX5" fmla="*/ 51188 w 59950"/>
                          <a:gd name="connsiteY5" fmla="*/ 6001 h 35772"/>
                          <a:gd name="connsiteX6" fmla="*/ 28614 w 59950"/>
                          <a:gd name="connsiteY6" fmla="*/ 15240 h 35772"/>
                          <a:gd name="connsiteX7" fmla="*/ 10135 w 59950"/>
                          <a:gd name="connsiteY7" fmla="*/ 13240 h 357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9950" h="35772">
                            <a:moveTo>
                              <a:pt x="10135" y="13240"/>
                            </a:moveTo>
                            <a:cubicBezTo>
                              <a:pt x="6992" y="18860"/>
                              <a:pt x="-4533" y="31528"/>
                              <a:pt x="1943" y="34766"/>
                            </a:cubicBezTo>
                            <a:cubicBezTo>
                              <a:pt x="7087" y="37433"/>
                              <a:pt x="14993" y="34480"/>
                              <a:pt x="22994" y="29623"/>
                            </a:cubicBezTo>
                            <a:cubicBezTo>
                              <a:pt x="30995" y="24765"/>
                              <a:pt x="39472" y="18574"/>
                              <a:pt x="45377" y="13430"/>
                            </a:cubicBezTo>
                            <a:cubicBezTo>
                              <a:pt x="48997" y="10668"/>
                              <a:pt x="56427" y="3905"/>
                              <a:pt x="59951" y="0"/>
                            </a:cubicBezTo>
                            <a:cubicBezTo>
                              <a:pt x="57570" y="1714"/>
                              <a:pt x="53664" y="4763"/>
                              <a:pt x="51188" y="6001"/>
                            </a:cubicBezTo>
                            <a:cubicBezTo>
                              <a:pt x="43854" y="9239"/>
                              <a:pt x="35948" y="13240"/>
                              <a:pt x="28614" y="15240"/>
                            </a:cubicBezTo>
                            <a:cubicBezTo>
                              <a:pt x="21184" y="17145"/>
                              <a:pt x="14517" y="17240"/>
                              <a:pt x="10135" y="1324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42" name="Forme libre : forme 12041">
                        <a:extLst>
                          <a:ext uri="{FF2B5EF4-FFF2-40B4-BE49-F238E27FC236}">
                            <a16:creationId xmlns:a16="http://schemas.microsoft.com/office/drawing/2014/main" id="{48A44EE3-79C7-4454-AE4B-E472AB5E11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1297" y="2721060"/>
                        <a:ext cx="77334" cy="62630"/>
                      </a:xfrm>
                      <a:custGeom>
                        <a:avLst/>
                        <a:gdLst>
                          <a:gd name="connsiteX0" fmla="*/ 77222 w 77334"/>
                          <a:gd name="connsiteY0" fmla="*/ 2899 h 62630"/>
                          <a:gd name="connsiteX1" fmla="*/ 44170 w 77334"/>
                          <a:gd name="connsiteY1" fmla="*/ 41380 h 62630"/>
                          <a:gd name="connsiteX2" fmla="*/ 22358 w 77334"/>
                          <a:gd name="connsiteY2" fmla="*/ 56811 h 62630"/>
                          <a:gd name="connsiteX3" fmla="*/ 1784 w 77334"/>
                          <a:gd name="connsiteY3" fmla="*/ 61001 h 62630"/>
                          <a:gd name="connsiteX4" fmla="*/ 8166 w 77334"/>
                          <a:gd name="connsiteY4" fmla="*/ 41094 h 62630"/>
                          <a:gd name="connsiteX5" fmla="*/ 28454 w 77334"/>
                          <a:gd name="connsiteY5" fmla="*/ 21949 h 62630"/>
                          <a:gd name="connsiteX6" fmla="*/ 54838 w 77334"/>
                          <a:gd name="connsiteY6" fmla="*/ 5185 h 62630"/>
                          <a:gd name="connsiteX7" fmla="*/ 77222 w 77334"/>
                          <a:gd name="connsiteY7" fmla="*/ 2899 h 6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7334" h="62630">
                            <a:moveTo>
                              <a:pt x="77222" y="2899"/>
                            </a:moveTo>
                            <a:cubicBezTo>
                              <a:pt x="79222" y="12710"/>
                              <a:pt x="53886" y="32331"/>
                              <a:pt x="44170" y="41380"/>
                            </a:cubicBezTo>
                            <a:cubicBezTo>
                              <a:pt x="39122" y="45476"/>
                              <a:pt x="30835" y="52334"/>
                              <a:pt x="22358" y="56811"/>
                            </a:cubicBezTo>
                            <a:cubicBezTo>
                              <a:pt x="14262" y="61763"/>
                              <a:pt x="6165" y="64621"/>
                              <a:pt x="1784" y="61001"/>
                            </a:cubicBezTo>
                            <a:cubicBezTo>
                              <a:pt x="-2597" y="57382"/>
                              <a:pt x="1689" y="49286"/>
                              <a:pt x="8166" y="41094"/>
                            </a:cubicBezTo>
                            <a:cubicBezTo>
                              <a:pt x="15024" y="33379"/>
                              <a:pt x="23882" y="25283"/>
                              <a:pt x="28454" y="21949"/>
                            </a:cubicBezTo>
                            <a:cubicBezTo>
                              <a:pt x="33026" y="18615"/>
                              <a:pt x="43885" y="10233"/>
                              <a:pt x="54838" y="5185"/>
                            </a:cubicBezTo>
                            <a:cubicBezTo>
                              <a:pt x="65601" y="-244"/>
                              <a:pt x="76174" y="-2054"/>
                              <a:pt x="77222" y="289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43" name="Forme libre : forme 12042">
                        <a:extLst>
                          <a:ext uri="{FF2B5EF4-FFF2-40B4-BE49-F238E27FC236}">
                            <a16:creationId xmlns:a16="http://schemas.microsoft.com/office/drawing/2014/main" id="{C5745108-FA8F-4B24-B825-03D8496FBA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90406" y="2746003"/>
                        <a:ext cx="103599" cy="71802"/>
                      </a:xfrm>
                      <a:custGeom>
                        <a:avLst/>
                        <a:gdLst>
                          <a:gd name="connsiteX0" fmla="*/ 6861 w 103599"/>
                          <a:gd name="connsiteY0" fmla="*/ 70254 h 71802"/>
                          <a:gd name="connsiteX1" fmla="*/ 23911 w 103599"/>
                          <a:gd name="connsiteY1" fmla="*/ 69587 h 71802"/>
                          <a:gd name="connsiteX2" fmla="*/ 65535 w 103599"/>
                          <a:gd name="connsiteY2" fmla="*/ 51204 h 71802"/>
                          <a:gd name="connsiteX3" fmla="*/ 83061 w 103599"/>
                          <a:gd name="connsiteY3" fmla="*/ 36726 h 71802"/>
                          <a:gd name="connsiteX4" fmla="*/ 90586 w 103599"/>
                          <a:gd name="connsiteY4" fmla="*/ 28725 h 71802"/>
                          <a:gd name="connsiteX5" fmla="*/ 96967 w 103599"/>
                          <a:gd name="connsiteY5" fmla="*/ 21009 h 71802"/>
                          <a:gd name="connsiteX6" fmla="*/ 101063 w 103599"/>
                          <a:gd name="connsiteY6" fmla="*/ 721 h 71802"/>
                          <a:gd name="connsiteX7" fmla="*/ 86109 w 103599"/>
                          <a:gd name="connsiteY7" fmla="*/ 4626 h 71802"/>
                          <a:gd name="connsiteX8" fmla="*/ 46009 w 103599"/>
                          <a:gd name="connsiteY8" fmla="*/ 20057 h 71802"/>
                          <a:gd name="connsiteX9" fmla="*/ 7147 w 103599"/>
                          <a:gd name="connsiteY9" fmla="*/ 40059 h 71802"/>
                          <a:gd name="connsiteX10" fmla="*/ 6861 w 103599"/>
                          <a:gd name="connsiteY10" fmla="*/ 70254 h 718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3599" h="71802">
                            <a:moveTo>
                              <a:pt x="6861" y="70254"/>
                            </a:moveTo>
                            <a:cubicBezTo>
                              <a:pt x="13147" y="72635"/>
                              <a:pt x="16195" y="72159"/>
                              <a:pt x="23911" y="69587"/>
                            </a:cubicBezTo>
                            <a:cubicBezTo>
                              <a:pt x="38865" y="65205"/>
                              <a:pt x="50581" y="61205"/>
                              <a:pt x="65535" y="51204"/>
                            </a:cubicBezTo>
                            <a:cubicBezTo>
                              <a:pt x="71631" y="46822"/>
                              <a:pt x="77632" y="41869"/>
                              <a:pt x="83061" y="36726"/>
                            </a:cubicBezTo>
                            <a:cubicBezTo>
                              <a:pt x="85728" y="34154"/>
                              <a:pt x="88300" y="31392"/>
                              <a:pt x="90586" y="28725"/>
                            </a:cubicBezTo>
                            <a:cubicBezTo>
                              <a:pt x="92967" y="26153"/>
                              <a:pt x="95063" y="23581"/>
                              <a:pt x="96967" y="21009"/>
                            </a:cubicBezTo>
                            <a:cubicBezTo>
                              <a:pt x="102301" y="13199"/>
                              <a:pt x="106492" y="4341"/>
                              <a:pt x="101063" y="721"/>
                            </a:cubicBezTo>
                            <a:cubicBezTo>
                              <a:pt x="97634" y="-1660"/>
                              <a:pt x="91633" y="2435"/>
                              <a:pt x="86109" y="4626"/>
                            </a:cubicBezTo>
                            <a:cubicBezTo>
                              <a:pt x="72774" y="9579"/>
                              <a:pt x="60677" y="16056"/>
                              <a:pt x="46009" y="20057"/>
                            </a:cubicBezTo>
                            <a:cubicBezTo>
                              <a:pt x="33722" y="23581"/>
                              <a:pt x="18101" y="25962"/>
                              <a:pt x="7147" y="40059"/>
                            </a:cubicBezTo>
                            <a:cubicBezTo>
                              <a:pt x="-2855" y="52442"/>
                              <a:pt x="-1807" y="67110"/>
                              <a:pt x="6861" y="7025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44" name="Forme libre : forme 12043">
                        <a:extLst>
                          <a:ext uri="{FF2B5EF4-FFF2-40B4-BE49-F238E27FC236}">
                            <a16:creationId xmlns:a16="http://schemas.microsoft.com/office/drawing/2014/main" id="{75FE1051-D238-4D0F-8482-9AE1602C41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05077" y="2758400"/>
                        <a:ext cx="25005" cy="33821"/>
                      </a:xfrm>
                      <a:custGeom>
                        <a:avLst/>
                        <a:gdLst>
                          <a:gd name="connsiteX0" fmla="*/ 953 w 25005"/>
                          <a:gd name="connsiteY0" fmla="*/ 28615 h 33821"/>
                          <a:gd name="connsiteX1" fmla="*/ 191 w 25005"/>
                          <a:gd name="connsiteY1" fmla="*/ 33091 h 33821"/>
                          <a:gd name="connsiteX2" fmla="*/ 4001 w 25005"/>
                          <a:gd name="connsiteY2" fmla="*/ 32710 h 33821"/>
                          <a:gd name="connsiteX3" fmla="*/ 9144 w 25005"/>
                          <a:gd name="connsiteY3" fmla="*/ 27567 h 33821"/>
                          <a:gd name="connsiteX4" fmla="*/ 20289 w 25005"/>
                          <a:gd name="connsiteY4" fmla="*/ 13660 h 33821"/>
                          <a:gd name="connsiteX5" fmla="*/ 23813 w 25005"/>
                          <a:gd name="connsiteY5" fmla="*/ 8136 h 33821"/>
                          <a:gd name="connsiteX6" fmla="*/ 15240 w 25005"/>
                          <a:gd name="connsiteY6" fmla="*/ 4707 h 33821"/>
                          <a:gd name="connsiteX7" fmla="*/ 953 w 25005"/>
                          <a:gd name="connsiteY7" fmla="*/ 28615 h 338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5005" h="33821">
                            <a:moveTo>
                              <a:pt x="953" y="28615"/>
                            </a:moveTo>
                            <a:cubicBezTo>
                              <a:pt x="191" y="30519"/>
                              <a:pt x="-286" y="31853"/>
                              <a:pt x="191" y="33091"/>
                            </a:cubicBezTo>
                            <a:cubicBezTo>
                              <a:pt x="667" y="34330"/>
                              <a:pt x="2286" y="33853"/>
                              <a:pt x="4001" y="32710"/>
                            </a:cubicBezTo>
                            <a:cubicBezTo>
                              <a:pt x="5715" y="31567"/>
                              <a:pt x="7620" y="29376"/>
                              <a:pt x="9144" y="27567"/>
                            </a:cubicBezTo>
                            <a:cubicBezTo>
                              <a:pt x="12859" y="22995"/>
                              <a:pt x="16859" y="18137"/>
                              <a:pt x="20289" y="13660"/>
                            </a:cubicBezTo>
                            <a:cubicBezTo>
                              <a:pt x="21717" y="11755"/>
                              <a:pt x="23051" y="10041"/>
                              <a:pt x="23813" y="8136"/>
                            </a:cubicBezTo>
                            <a:cubicBezTo>
                              <a:pt x="27147" y="325"/>
                              <a:pt x="23242" y="-3770"/>
                              <a:pt x="15240" y="4707"/>
                            </a:cubicBezTo>
                            <a:cubicBezTo>
                              <a:pt x="8763" y="11089"/>
                              <a:pt x="3810" y="21090"/>
                              <a:pt x="953" y="2861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45" name="Forme libre : forme 12044">
                        <a:extLst>
                          <a:ext uri="{FF2B5EF4-FFF2-40B4-BE49-F238E27FC236}">
                            <a16:creationId xmlns:a16="http://schemas.microsoft.com/office/drawing/2014/main" id="{03E3ED8A-DC99-4F69-BF75-88AF6C0E75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1375" y="2714339"/>
                        <a:ext cx="33813" cy="51816"/>
                      </a:xfrm>
                      <a:custGeom>
                        <a:avLst/>
                        <a:gdLst>
                          <a:gd name="connsiteX0" fmla="*/ 33814 w 33813"/>
                          <a:gd name="connsiteY0" fmla="*/ 0 h 51816"/>
                          <a:gd name="connsiteX1" fmla="*/ 28956 w 33813"/>
                          <a:gd name="connsiteY1" fmla="*/ 12763 h 51816"/>
                          <a:gd name="connsiteX2" fmla="*/ 19907 w 33813"/>
                          <a:gd name="connsiteY2" fmla="*/ 26194 h 51816"/>
                          <a:gd name="connsiteX3" fmla="*/ 9525 w 33813"/>
                          <a:gd name="connsiteY3" fmla="*/ 39624 h 51816"/>
                          <a:gd name="connsiteX4" fmla="*/ 0 w 33813"/>
                          <a:gd name="connsiteY4" fmla="*/ 51816 h 51816"/>
                          <a:gd name="connsiteX5" fmla="*/ 33814 w 33813"/>
                          <a:gd name="connsiteY5" fmla="*/ 0 h 5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813" h="51816">
                            <a:moveTo>
                              <a:pt x="33814" y="0"/>
                            </a:moveTo>
                            <a:cubicBezTo>
                              <a:pt x="33242" y="3905"/>
                              <a:pt x="31432" y="8287"/>
                              <a:pt x="28956" y="12763"/>
                            </a:cubicBezTo>
                            <a:cubicBezTo>
                              <a:pt x="26479" y="17336"/>
                              <a:pt x="23146" y="21336"/>
                              <a:pt x="19907" y="26194"/>
                            </a:cubicBezTo>
                            <a:cubicBezTo>
                              <a:pt x="16573" y="30956"/>
                              <a:pt x="12954" y="35243"/>
                              <a:pt x="9525" y="39624"/>
                            </a:cubicBezTo>
                            <a:cubicBezTo>
                              <a:pt x="6096" y="44196"/>
                              <a:pt x="2857" y="48292"/>
                              <a:pt x="0" y="51816"/>
                            </a:cubicBezTo>
                            <a:cubicBezTo>
                              <a:pt x="12002" y="35814"/>
                              <a:pt x="23908" y="15716"/>
                              <a:pt x="3381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46" name="Forme libre : forme 12045">
                        <a:extLst>
                          <a:ext uri="{FF2B5EF4-FFF2-40B4-BE49-F238E27FC236}">
                            <a16:creationId xmlns:a16="http://schemas.microsoft.com/office/drawing/2014/main" id="{97996253-4570-4417-B309-F70AEE9BFE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3931" y="2756058"/>
                        <a:ext cx="29908" cy="67817"/>
                      </a:xfrm>
                      <a:custGeom>
                        <a:avLst/>
                        <a:gdLst>
                          <a:gd name="connsiteX0" fmla="*/ 29909 w 29908"/>
                          <a:gd name="connsiteY0" fmla="*/ 0 h 67817"/>
                          <a:gd name="connsiteX1" fmla="*/ 0 w 29908"/>
                          <a:gd name="connsiteY1" fmla="*/ 67818 h 67817"/>
                          <a:gd name="connsiteX2" fmla="*/ 10192 w 29908"/>
                          <a:gd name="connsiteY2" fmla="*/ 33909 h 67817"/>
                          <a:gd name="connsiteX3" fmla="*/ 29909 w 29908"/>
                          <a:gd name="connsiteY3" fmla="*/ 0 h 678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9908" h="67817">
                            <a:moveTo>
                              <a:pt x="29909" y="0"/>
                            </a:moveTo>
                            <a:cubicBezTo>
                              <a:pt x="10859" y="20955"/>
                              <a:pt x="2762" y="46672"/>
                              <a:pt x="0" y="67818"/>
                            </a:cubicBezTo>
                            <a:cubicBezTo>
                              <a:pt x="667" y="57817"/>
                              <a:pt x="4858" y="46006"/>
                              <a:pt x="10192" y="33909"/>
                            </a:cubicBezTo>
                            <a:cubicBezTo>
                              <a:pt x="15907" y="22003"/>
                              <a:pt x="22955" y="10001"/>
                              <a:pt x="2990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47" name="Forme libre : forme 12046">
                        <a:extLst>
                          <a:ext uri="{FF2B5EF4-FFF2-40B4-BE49-F238E27FC236}">
                            <a16:creationId xmlns:a16="http://schemas.microsoft.com/office/drawing/2014/main" id="{5B1E3D9A-914D-46A0-8F8B-84296AFDB4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52022" y="2732375"/>
                        <a:ext cx="30589" cy="21128"/>
                      </a:xfrm>
                      <a:custGeom>
                        <a:avLst/>
                        <a:gdLst>
                          <a:gd name="connsiteX0" fmla="*/ 30589 w 30589"/>
                          <a:gd name="connsiteY0" fmla="*/ 1395 h 21128"/>
                          <a:gd name="connsiteX1" fmla="*/ 14683 w 30589"/>
                          <a:gd name="connsiteY1" fmla="*/ 15206 h 21128"/>
                          <a:gd name="connsiteX2" fmla="*/ 14 w 30589"/>
                          <a:gd name="connsiteY2" fmla="*/ 19588 h 21128"/>
                          <a:gd name="connsiteX3" fmla="*/ 14778 w 30589"/>
                          <a:gd name="connsiteY3" fmla="*/ 5967 h 21128"/>
                          <a:gd name="connsiteX4" fmla="*/ 23922 w 30589"/>
                          <a:gd name="connsiteY4" fmla="*/ 1110 h 21128"/>
                          <a:gd name="connsiteX5" fmla="*/ 30589 w 30589"/>
                          <a:gd name="connsiteY5" fmla="*/ 1395 h 21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0589" h="21128">
                            <a:moveTo>
                              <a:pt x="30589" y="1395"/>
                            </a:moveTo>
                            <a:cubicBezTo>
                              <a:pt x="30494" y="5301"/>
                              <a:pt x="18493" y="12920"/>
                              <a:pt x="14683" y="15206"/>
                            </a:cubicBezTo>
                            <a:cubicBezTo>
                              <a:pt x="10778" y="17302"/>
                              <a:pt x="395" y="24160"/>
                              <a:pt x="14" y="19588"/>
                            </a:cubicBezTo>
                            <a:cubicBezTo>
                              <a:pt x="-462" y="14921"/>
                              <a:pt x="11063" y="7968"/>
                              <a:pt x="14778" y="5967"/>
                            </a:cubicBezTo>
                            <a:cubicBezTo>
                              <a:pt x="16588" y="4920"/>
                              <a:pt x="20493" y="2634"/>
                              <a:pt x="23922" y="1110"/>
                            </a:cubicBezTo>
                            <a:cubicBezTo>
                              <a:pt x="27446" y="-129"/>
                              <a:pt x="30589" y="-700"/>
                              <a:pt x="30589" y="139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48" name="Forme libre : forme 12047">
                        <a:extLst>
                          <a:ext uri="{FF2B5EF4-FFF2-40B4-BE49-F238E27FC236}">
                            <a16:creationId xmlns:a16="http://schemas.microsoft.com/office/drawing/2014/main" id="{1698ECCF-034F-421D-BD22-1A9EBBBA1F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77971" y="2729632"/>
                        <a:ext cx="8979" cy="6227"/>
                      </a:xfrm>
                      <a:custGeom>
                        <a:avLst/>
                        <a:gdLst>
                          <a:gd name="connsiteX0" fmla="*/ 8735 w 8979"/>
                          <a:gd name="connsiteY0" fmla="*/ 233 h 6227"/>
                          <a:gd name="connsiteX1" fmla="*/ 5782 w 8979"/>
                          <a:gd name="connsiteY1" fmla="*/ 4233 h 6227"/>
                          <a:gd name="connsiteX2" fmla="*/ 258 w 8979"/>
                          <a:gd name="connsiteY2" fmla="*/ 5948 h 6227"/>
                          <a:gd name="connsiteX3" fmla="*/ 3116 w 8979"/>
                          <a:gd name="connsiteY3" fmla="*/ 2043 h 6227"/>
                          <a:gd name="connsiteX4" fmla="*/ 8735 w 8979"/>
                          <a:gd name="connsiteY4" fmla="*/ 233 h 62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979" h="6227">
                            <a:moveTo>
                              <a:pt x="8735" y="233"/>
                            </a:moveTo>
                            <a:cubicBezTo>
                              <a:pt x="9783" y="1186"/>
                              <a:pt x="7211" y="3281"/>
                              <a:pt x="5782" y="4233"/>
                            </a:cubicBezTo>
                            <a:cubicBezTo>
                              <a:pt x="4354" y="5186"/>
                              <a:pt x="1401" y="6900"/>
                              <a:pt x="258" y="5948"/>
                            </a:cubicBezTo>
                            <a:cubicBezTo>
                              <a:pt x="-790" y="4995"/>
                              <a:pt x="1591" y="2995"/>
                              <a:pt x="3116" y="2043"/>
                            </a:cubicBezTo>
                            <a:cubicBezTo>
                              <a:pt x="4545" y="1090"/>
                              <a:pt x="7688" y="-624"/>
                              <a:pt x="8735" y="23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49" name="Forme libre : forme 12048">
                        <a:extLst>
                          <a:ext uri="{FF2B5EF4-FFF2-40B4-BE49-F238E27FC236}">
                            <a16:creationId xmlns:a16="http://schemas.microsoft.com/office/drawing/2014/main" id="{2D2EBAC3-E9EB-4092-B7CC-1C337A8D70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8217" y="2704123"/>
                        <a:ext cx="90650" cy="34073"/>
                      </a:xfrm>
                      <a:custGeom>
                        <a:avLst/>
                        <a:gdLst>
                          <a:gd name="connsiteX0" fmla="*/ 62777 w 90650"/>
                          <a:gd name="connsiteY0" fmla="*/ 310 h 34073"/>
                          <a:gd name="connsiteX1" fmla="*/ 89352 w 90650"/>
                          <a:gd name="connsiteY1" fmla="*/ 3644 h 34073"/>
                          <a:gd name="connsiteX2" fmla="*/ 86113 w 90650"/>
                          <a:gd name="connsiteY2" fmla="*/ 11549 h 34073"/>
                          <a:gd name="connsiteX3" fmla="*/ 75160 w 90650"/>
                          <a:gd name="connsiteY3" fmla="*/ 12978 h 34073"/>
                          <a:gd name="connsiteX4" fmla="*/ 41155 w 90650"/>
                          <a:gd name="connsiteY4" fmla="*/ 18407 h 34073"/>
                          <a:gd name="connsiteX5" fmla="*/ 7 w 90650"/>
                          <a:gd name="connsiteY5" fmla="*/ 31361 h 34073"/>
                          <a:gd name="connsiteX6" fmla="*/ 38298 w 90650"/>
                          <a:gd name="connsiteY6" fmla="*/ 2120 h 34073"/>
                          <a:gd name="connsiteX7" fmla="*/ 62777 w 90650"/>
                          <a:gd name="connsiteY7" fmla="*/ 310 h 340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0650" h="34073">
                            <a:moveTo>
                              <a:pt x="62777" y="310"/>
                            </a:moveTo>
                            <a:cubicBezTo>
                              <a:pt x="73635" y="-452"/>
                              <a:pt x="81732" y="24"/>
                              <a:pt x="89352" y="3644"/>
                            </a:cubicBezTo>
                            <a:cubicBezTo>
                              <a:pt x="92114" y="5072"/>
                              <a:pt x="90209" y="9454"/>
                              <a:pt x="86113" y="11549"/>
                            </a:cubicBezTo>
                            <a:cubicBezTo>
                              <a:pt x="82017" y="13550"/>
                              <a:pt x="78684" y="13169"/>
                              <a:pt x="75160" y="12978"/>
                            </a:cubicBezTo>
                            <a:cubicBezTo>
                              <a:pt x="64396" y="12883"/>
                              <a:pt x="53062" y="14597"/>
                              <a:pt x="41155" y="18407"/>
                            </a:cubicBezTo>
                            <a:cubicBezTo>
                              <a:pt x="33154" y="19836"/>
                              <a:pt x="-564" y="41553"/>
                              <a:pt x="7" y="31361"/>
                            </a:cubicBezTo>
                            <a:cubicBezTo>
                              <a:pt x="103" y="20503"/>
                              <a:pt x="27725" y="4882"/>
                              <a:pt x="38298" y="2120"/>
                            </a:cubicBezTo>
                            <a:cubicBezTo>
                              <a:pt x="48584" y="-1214"/>
                              <a:pt x="54776" y="1072"/>
                              <a:pt x="62777" y="31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17" name="Graphique 1">
                      <a:extLst>
                        <a:ext uri="{FF2B5EF4-FFF2-40B4-BE49-F238E27FC236}">
                          <a16:creationId xmlns:a16="http://schemas.microsoft.com/office/drawing/2014/main" id="{46A68F46-21EB-430C-98E7-32333122C6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7206" y="2658808"/>
                      <a:ext cx="201109" cy="91131"/>
                      <a:chOff x="6437206" y="2658808"/>
                      <a:chExt cx="201109" cy="91131"/>
                    </a:xfrm>
                    <a:solidFill>
                      <a:schemeClr val="accent1"/>
                    </a:solidFill>
                  </p:grpSpPr>
                  <p:sp>
                    <p:nvSpPr>
                      <p:cNvPr id="12026" name="Forme libre : forme 12025">
                        <a:extLst>
                          <a:ext uri="{FF2B5EF4-FFF2-40B4-BE49-F238E27FC236}">
                            <a16:creationId xmlns:a16="http://schemas.microsoft.com/office/drawing/2014/main" id="{8697F7A8-AB63-4088-BCAF-D827205E3C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37206" y="2658808"/>
                        <a:ext cx="201109" cy="91131"/>
                      </a:xfrm>
                      <a:custGeom>
                        <a:avLst/>
                        <a:gdLst>
                          <a:gd name="connsiteX0" fmla="*/ 126571 w 201109"/>
                          <a:gd name="connsiteY0" fmla="*/ 85915 h 91131"/>
                          <a:gd name="connsiteX1" fmla="*/ 97805 w 201109"/>
                          <a:gd name="connsiteY1" fmla="*/ 79248 h 91131"/>
                          <a:gd name="connsiteX2" fmla="*/ 68849 w 201109"/>
                          <a:gd name="connsiteY2" fmla="*/ 75247 h 91131"/>
                          <a:gd name="connsiteX3" fmla="*/ 7889 w 201109"/>
                          <a:gd name="connsiteY3" fmla="*/ 55531 h 91131"/>
                          <a:gd name="connsiteX4" fmla="*/ 2079 w 201109"/>
                          <a:gd name="connsiteY4" fmla="*/ 34766 h 91131"/>
                          <a:gd name="connsiteX5" fmla="*/ 73231 w 201109"/>
                          <a:gd name="connsiteY5" fmla="*/ 0 h 91131"/>
                          <a:gd name="connsiteX6" fmla="*/ 111045 w 201109"/>
                          <a:gd name="connsiteY6" fmla="*/ 3715 h 91131"/>
                          <a:gd name="connsiteX7" fmla="*/ 147430 w 201109"/>
                          <a:gd name="connsiteY7" fmla="*/ 13621 h 91131"/>
                          <a:gd name="connsiteX8" fmla="*/ 183530 w 201109"/>
                          <a:gd name="connsiteY8" fmla="*/ 37147 h 91131"/>
                          <a:gd name="connsiteX9" fmla="*/ 200294 w 201109"/>
                          <a:gd name="connsiteY9" fmla="*/ 67342 h 91131"/>
                          <a:gd name="connsiteX10" fmla="*/ 192007 w 201109"/>
                          <a:gd name="connsiteY10" fmla="*/ 86773 h 91131"/>
                          <a:gd name="connsiteX11" fmla="*/ 126571 w 201109"/>
                          <a:gd name="connsiteY11" fmla="*/ 85915 h 91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01109" h="91131">
                            <a:moveTo>
                              <a:pt x="126571" y="85915"/>
                            </a:moveTo>
                            <a:cubicBezTo>
                              <a:pt x="119618" y="84296"/>
                              <a:pt x="108759" y="81058"/>
                              <a:pt x="97805" y="79248"/>
                            </a:cubicBezTo>
                            <a:cubicBezTo>
                              <a:pt x="86851" y="76962"/>
                              <a:pt x="75898" y="76200"/>
                              <a:pt x="68849" y="75247"/>
                            </a:cubicBezTo>
                            <a:cubicBezTo>
                              <a:pt x="42751" y="73247"/>
                              <a:pt x="28368" y="66199"/>
                              <a:pt x="7889" y="55531"/>
                            </a:cubicBezTo>
                            <a:cubicBezTo>
                              <a:pt x="936" y="52101"/>
                              <a:pt x="-2493" y="41719"/>
                              <a:pt x="2079" y="34766"/>
                            </a:cubicBezTo>
                            <a:cubicBezTo>
                              <a:pt x="15319" y="15430"/>
                              <a:pt x="37226" y="571"/>
                              <a:pt x="73231" y="0"/>
                            </a:cubicBezTo>
                            <a:cubicBezTo>
                              <a:pt x="82756" y="0"/>
                              <a:pt x="97138" y="952"/>
                              <a:pt x="111045" y="3715"/>
                            </a:cubicBezTo>
                            <a:cubicBezTo>
                              <a:pt x="125047" y="6096"/>
                              <a:pt x="138572" y="10382"/>
                              <a:pt x="147430" y="13621"/>
                            </a:cubicBezTo>
                            <a:cubicBezTo>
                              <a:pt x="164099" y="19717"/>
                              <a:pt x="175434" y="28003"/>
                              <a:pt x="183530" y="37147"/>
                            </a:cubicBezTo>
                            <a:cubicBezTo>
                              <a:pt x="191626" y="46291"/>
                              <a:pt x="196579" y="56388"/>
                              <a:pt x="200294" y="67342"/>
                            </a:cubicBezTo>
                            <a:cubicBezTo>
                              <a:pt x="202866" y="75057"/>
                              <a:pt x="199151" y="84867"/>
                              <a:pt x="192007" y="86773"/>
                            </a:cubicBezTo>
                            <a:cubicBezTo>
                              <a:pt x="171243" y="92488"/>
                              <a:pt x="152384" y="92964"/>
                              <a:pt x="126571" y="8591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27" name="Forme libre : forme 12026">
                        <a:extLst>
                          <a:ext uri="{FF2B5EF4-FFF2-40B4-BE49-F238E27FC236}">
                            <a16:creationId xmlns:a16="http://schemas.microsoft.com/office/drawing/2014/main" id="{A5854781-BA85-4AF4-8E1D-06EBCABDB8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38522" y="2707290"/>
                        <a:ext cx="190976" cy="42318"/>
                      </a:xfrm>
                      <a:custGeom>
                        <a:avLst/>
                        <a:gdLst>
                          <a:gd name="connsiteX0" fmla="*/ 78581 w 190976"/>
                          <a:gd name="connsiteY0" fmla="*/ 476 h 42318"/>
                          <a:gd name="connsiteX1" fmla="*/ 38195 w 190976"/>
                          <a:gd name="connsiteY1" fmla="*/ 952 h 42318"/>
                          <a:gd name="connsiteX2" fmla="*/ 0 w 190976"/>
                          <a:gd name="connsiteY2" fmla="*/ 0 h 42318"/>
                          <a:gd name="connsiteX3" fmla="*/ 6382 w 190976"/>
                          <a:gd name="connsiteY3" fmla="*/ 7048 h 42318"/>
                          <a:gd name="connsiteX4" fmla="*/ 16479 w 190976"/>
                          <a:gd name="connsiteY4" fmla="*/ 12192 h 42318"/>
                          <a:gd name="connsiteX5" fmla="*/ 44958 w 190976"/>
                          <a:gd name="connsiteY5" fmla="*/ 23146 h 42318"/>
                          <a:gd name="connsiteX6" fmla="*/ 55340 w 190976"/>
                          <a:gd name="connsiteY6" fmla="*/ 25146 h 42318"/>
                          <a:gd name="connsiteX7" fmla="*/ 67342 w 190976"/>
                          <a:gd name="connsiteY7" fmla="*/ 26670 h 42318"/>
                          <a:gd name="connsiteX8" fmla="*/ 76581 w 190976"/>
                          <a:gd name="connsiteY8" fmla="*/ 27622 h 42318"/>
                          <a:gd name="connsiteX9" fmla="*/ 120872 w 190976"/>
                          <a:gd name="connsiteY9" fmla="*/ 36195 h 42318"/>
                          <a:gd name="connsiteX10" fmla="*/ 125159 w 190976"/>
                          <a:gd name="connsiteY10" fmla="*/ 37243 h 42318"/>
                          <a:gd name="connsiteX11" fmla="*/ 138303 w 190976"/>
                          <a:gd name="connsiteY11" fmla="*/ 40196 h 42318"/>
                          <a:gd name="connsiteX12" fmla="*/ 150400 w 190976"/>
                          <a:gd name="connsiteY12" fmla="*/ 41910 h 42318"/>
                          <a:gd name="connsiteX13" fmla="*/ 165926 w 190976"/>
                          <a:gd name="connsiteY13" fmla="*/ 42005 h 42318"/>
                          <a:gd name="connsiteX14" fmla="*/ 180880 w 190976"/>
                          <a:gd name="connsiteY14" fmla="*/ 40291 h 42318"/>
                          <a:gd name="connsiteX15" fmla="*/ 190595 w 190976"/>
                          <a:gd name="connsiteY15" fmla="*/ 38100 h 42318"/>
                          <a:gd name="connsiteX16" fmla="*/ 190977 w 190976"/>
                          <a:gd name="connsiteY16" fmla="*/ 37909 h 42318"/>
                          <a:gd name="connsiteX17" fmla="*/ 78581 w 190976"/>
                          <a:gd name="connsiteY17" fmla="*/ 476 h 423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90976" h="42318">
                            <a:moveTo>
                              <a:pt x="78581" y="476"/>
                            </a:moveTo>
                            <a:cubicBezTo>
                              <a:pt x="65151" y="-95"/>
                              <a:pt x="51435" y="857"/>
                              <a:pt x="38195" y="952"/>
                            </a:cubicBezTo>
                            <a:cubicBezTo>
                              <a:pt x="25051" y="1619"/>
                              <a:pt x="12192" y="1333"/>
                              <a:pt x="0" y="0"/>
                            </a:cubicBezTo>
                            <a:cubicBezTo>
                              <a:pt x="1334" y="3048"/>
                              <a:pt x="3525" y="5620"/>
                              <a:pt x="6382" y="7048"/>
                            </a:cubicBezTo>
                            <a:cubicBezTo>
                              <a:pt x="9811" y="8668"/>
                              <a:pt x="13240" y="10477"/>
                              <a:pt x="16479" y="12192"/>
                            </a:cubicBezTo>
                            <a:cubicBezTo>
                              <a:pt x="25908" y="16764"/>
                              <a:pt x="34862" y="20669"/>
                              <a:pt x="44958" y="23146"/>
                            </a:cubicBezTo>
                            <a:cubicBezTo>
                              <a:pt x="48292" y="24098"/>
                              <a:pt x="51721" y="24670"/>
                              <a:pt x="55340" y="25146"/>
                            </a:cubicBezTo>
                            <a:cubicBezTo>
                              <a:pt x="59055" y="25908"/>
                              <a:pt x="63056" y="26384"/>
                              <a:pt x="67342" y="26670"/>
                            </a:cubicBezTo>
                            <a:cubicBezTo>
                              <a:pt x="69914" y="27051"/>
                              <a:pt x="73057" y="27337"/>
                              <a:pt x="76581" y="27622"/>
                            </a:cubicBezTo>
                            <a:cubicBezTo>
                              <a:pt x="90107" y="28956"/>
                              <a:pt x="108871" y="32766"/>
                              <a:pt x="120872" y="36195"/>
                            </a:cubicBezTo>
                            <a:cubicBezTo>
                              <a:pt x="122397" y="36576"/>
                              <a:pt x="123920" y="36957"/>
                              <a:pt x="125159" y="37243"/>
                            </a:cubicBezTo>
                            <a:cubicBezTo>
                              <a:pt x="129731" y="38481"/>
                              <a:pt x="134112" y="39529"/>
                              <a:pt x="138303" y="40196"/>
                            </a:cubicBezTo>
                            <a:cubicBezTo>
                              <a:pt x="142494" y="41053"/>
                              <a:pt x="146495" y="41624"/>
                              <a:pt x="150400" y="41910"/>
                            </a:cubicBezTo>
                            <a:cubicBezTo>
                              <a:pt x="155734" y="42386"/>
                              <a:pt x="160877" y="42481"/>
                              <a:pt x="165926" y="42005"/>
                            </a:cubicBezTo>
                            <a:cubicBezTo>
                              <a:pt x="170879" y="41815"/>
                              <a:pt x="175832" y="41148"/>
                              <a:pt x="180880" y="40291"/>
                            </a:cubicBezTo>
                            <a:cubicBezTo>
                              <a:pt x="184118" y="39624"/>
                              <a:pt x="187357" y="38957"/>
                              <a:pt x="190595" y="38100"/>
                            </a:cubicBezTo>
                            <a:lnTo>
                              <a:pt x="190977" y="37909"/>
                            </a:lnTo>
                            <a:cubicBezTo>
                              <a:pt x="157449" y="16669"/>
                              <a:pt x="117348" y="1143"/>
                              <a:pt x="78581" y="47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28" name="Forme libre : forme 12027">
                        <a:extLst>
                          <a:ext uri="{FF2B5EF4-FFF2-40B4-BE49-F238E27FC236}">
                            <a16:creationId xmlns:a16="http://schemas.microsoft.com/office/drawing/2014/main" id="{53F4FDDD-9FDE-4068-8519-51D382A367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198" y="2688865"/>
                        <a:ext cx="92403" cy="35608"/>
                      </a:xfrm>
                      <a:custGeom>
                        <a:avLst/>
                        <a:gdLst>
                          <a:gd name="connsiteX0" fmla="*/ 92107 w 92403"/>
                          <a:gd name="connsiteY0" fmla="*/ 32236 h 35608"/>
                          <a:gd name="connsiteX1" fmla="*/ 70105 w 92403"/>
                          <a:gd name="connsiteY1" fmla="*/ 34046 h 35608"/>
                          <a:gd name="connsiteX2" fmla="*/ 42196 w 92403"/>
                          <a:gd name="connsiteY2" fmla="*/ 28045 h 35608"/>
                          <a:gd name="connsiteX3" fmla="*/ 30766 w 92403"/>
                          <a:gd name="connsiteY3" fmla="*/ 24997 h 35608"/>
                          <a:gd name="connsiteX4" fmla="*/ 16955 w 92403"/>
                          <a:gd name="connsiteY4" fmla="*/ 20711 h 35608"/>
                          <a:gd name="connsiteX5" fmla="*/ 1 w 92403"/>
                          <a:gd name="connsiteY5" fmla="*/ 8424 h 35608"/>
                          <a:gd name="connsiteX6" fmla="*/ 19336 w 92403"/>
                          <a:gd name="connsiteY6" fmla="*/ 42 h 35608"/>
                          <a:gd name="connsiteX7" fmla="*/ 35243 w 92403"/>
                          <a:gd name="connsiteY7" fmla="*/ 1185 h 35608"/>
                          <a:gd name="connsiteX8" fmla="*/ 47721 w 92403"/>
                          <a:gd name="connsiteY8" fmla="*/ 3852 h 35608"/>
                          <a:gd name="connsiteX9" fmla="*/ 76201 w 92403"/>
                          <a:gd name="connsiteY9" fmla="*/ 15091 h 35608"/>
                          <a:gd name="connsiteX10" fmla="*/ 92107 w 92403"/>
                          <a:gd name="connsiteY10" fmla="*/ 32236 h 35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2403" h="35608">
                            <a:moveTo>
                              <a:pt x="92107" y="32236"/>
                            </a:moveTo>
                            <a:cubicBezTo>
                              <a:pt x="90107" y="37094"/>
                              <a:pt x="80677" y="35760"/>
                              <a:pt x="70105" y="34046"/>
                            </a:cubicBezTo>
                            <a:cubicBezTo>
                              <a:pt x="59627" y="31950"/>
                              <a:pt x="48007" y="29379"/>
                              <a:pt x="42196" y="28045"/>
                            </a:cubicBezTo>
                            <a:cubicBezTo>
                              <a:pt x="39339" y="27283"/>
                              <a:pt x="35338" y="26235"/>
                              <a:pt x="30766" y="24997"/>
                            </a:cubicBezTo>
                            <a:cubicBezTo>
                              <a:pt x="26290" y="23664"/>
                              <a:pt x="21432" y="22235"/>
                              <a:pt x="16955" y="20711"/>
                            </a:cubicBezTo>
                            <a:cubicBezTo>
                              <a:pt x="7906" y="17377"/>
                              <a:pt x="1" y="14139"/>
                              <a:pt x="1" y="8424"/>
                            </a:cubicBezTo>
                            <a:cubicBezTo>
                              <a:pt x="-95" y="3090"/>
                              <a:pt x="8859" y="42"/>
                              <a:pt x="19336" y="42"/>
                            </a:cubicBezTo>
                            <a:cubicBezTo>
                              <a:pt x="24575" y="-149"/>
                              <a:pt x="30290" y="327"/>
                              <a:pt x="35243" y="1185"/>
                            </a:cubicBezTo>
                            <a:cubicBezTo>
                              <a:pt x="40291" y="1947"/>
                              <a:pt x="44768" y="2899"/>
                              <a:pt x="47721" y="3852"/>
                            </a:cubicBezTo>
                            <a:cubicBezTo>
                              <a:pt x="53721" y="5471"/>
                              <a:pt x="66200" y="9472"/>
                              <a:pt x="76201" y="15091"/>
                            </a:cubicBezTo>
                            <a:cubicBezTo>
                              <a:pt x="86487" y="20616"/>
                              <a:pt x="94012" y="27664"/>
                              <a:pt x="92107" y="3223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29" name="Forme libre : forme 12028">
                        <a:extLst>
                          <a:ext uri="{FF2B5EF4-FFF2-40B4-BE49-F238E27FC236}">
                            <a16:creationId xmlns:a16="http://schemas.microsoft.com/office/drawing/2014/main" id="{3D0AB8B2-02AF-4974-B928-CDA0F3B905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8533" y="2689288"/>
                        <a:ext cx="62482" cy="31623"/>
                      </a:xfrm>
                      <a:custGeom>
                        <a:avLst/>
                        <a:gdLst>
                          <a:gd name="connsiteX0" fmla="*/ 21906 w 62482"/>
                          <a:gd name="connsiteY0" fmla="*/ 0 h 31623"/>
                          <a:gd name="connsiteX1" fmla="*/ 189 w 62482"/>
                          <a:gd name="connsiteY1" fmla="*/ 8096 h 31623"/>
                          <a:gd name="connsiteX2" fmla="*/ 17620 w 62482"/>
                          <a:gd name="connsiteY2" fmla="*/ 20384 h 31623"/>
                          <a:gd name="connsiteX3" fmla="*/ 30955 w 62482"/>
                          <a:gd name="connsiteY3" fmla="*/ 24479 h 31623"/>
                          <a:gd name="connsiteX4" fmla="*/ 43337 w 62482"/>
                          <a:gd name="connsiteY4" fmla="*/ 27813 h 31623"/>
                          <a:gd name="connsiteX5" fmla="*/ 62483 w 62482"/>
                          <a:gd name="connsiteY5" fmla="*/ 31623 h 31623"/>
                          <a:gd name="connsiteX6" fmla="*/ 52671 w 62482"/>
                          <a:gd name="connsiteY6" fmla="*/ 27813 h 31623"/>
                          <a:gd name="connsiteX7" fmla="*/ 21906 w 62482"/>
                          <a:gd name="connsiteY7" fmla="*/ 0 h 316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2482" h="31623">
                            <a:moveTo>
                              <a:pt x="21906" y="0"/>
                            </a:moveTo>
                            <a:cubicBezTo>
                              <a:pt x="15429" y="667"/>
                              <a:pt x="-2002" y="1143"/>
                              <a:pt x="189" y="8096"/>
                            </a:cubicBezTo>
                            <a:cubicBezTo>
                              <a:pt x="1808" y="13906"/>
                              <a:pt x="9142" y="17050"/>
                              <a:pt x="17620" y="20384"/>
                            </a:cubicBezTo>
                            <a:cubicBezTo>
                              <a:pt x="21906" y="21812"/>
                              <a:pt x="26478" y="23146"/>
                              <a:pt x="30955" y="24479"/>
                            </a:cubicBezTo>
                            <a:cubicBezTo>
                              <a:pt x="35431" y="25718"/>
                              <a:pt x="39718" y="26861"/>
                              <a:pt x="43337" y="27813"/>
                            </a:cubicBezTo>
                            <a:cubicBezTo>
                              <a:pt x="47624" y="28765"/>
                              <a:pt x="57339" y="30861"/>
                              <a:pt x="62483" y="31623"/>
                            </a:cubicBezTo>
                            <a:cubicBezTo>
                              <a:pt x="59720" y="30671"/>
                              <a:pt x="55148" y="29242"/>
                              <a:pt x="52671" y="27813"/>
                            </a:cubicBezTo>
                            <a:cubicBezTo>
                              <a:pt x="38955" y="20098"/>
                              <a:pt x="21525" y="11906"/>
                              <a:pt x="21906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30" name="Forme libre : forme 12029">
                        <a:extLst>
                          <a:ext uri="{FF2B5EF4-FFF2-40B4-BE49-F238E27FC236}">
                            <a16:creationId xmlns:a16="http://schemas.microsoft.com/office/drawing/2014/main" id="{04E143AA-351A-4027-901D-5D96BFF64D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13954" y="2692612"/>
                        <a:ext cx="91835" cy="35717"/>
                      </a:xfrm>
                      <a:custGeom>
                        <a:avLst/>
                        <a:gdLst>
                          <a:gd name="connsiteX0" fmla="*/ 90970 w 91835"/>
                          <a:gd name="connsiteY0" fmla="*/ 32966 h 35717"/>
                          <a:gd name="connsiteX1" fmla="*/ 68015 w 91835"/>
                          <a:gd name="connsiteY1" fmla="*/ 34109 h 35717"/>
                          <a:gd name="connsiteX2" fmla="*/ 40869 w 91835"/>
                          <a:gd name="connsiteY2" fmla="*/ 28299 h 35717"/>
                          <a:gd name="connsiteX3" fmla="*/ 16199 w 91835"/>
                          <a:gd name="connsiteY3" fmla="*/ 20774 h 35717"/>
                          <a:gd name="connsiteX4" fmla="*/ 7 w 91835"/>
                          <a:gd name="connsiteY4" fmla="*/ 8011 h 35717"/>
                          <a:gd name="connsiteX5" fmla="*/ 19247 w 91835"/>
                          <a:gd name="connsiteY5" fmla="*/ 10 h 35717"/>
                          <a:gd name="connsiteX6" fmla="*/ 47156 w 91835"/>
                          <a:gd name="connsiteY6" fmla="*/ 4296 h 35717"/>
                          <a:gd name="connsiteX7" fmla="*/ 76302 w 91835"/>
                          <a:gd name="connsiteY7" fmla="*/ 16107 h 35717"/>
                          <a:gd name="connsiteX8" fmla="*/ 90970 w 91835"/>
                          <a:gd name="connsiteY8" fmla="*/ 32966 h 357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1835" h="35717">
                            <a:moveTo>
                              <a:pt x="90970" y="32966"/>
                            </a:moveTo>
                            <a:cubicBezTo>
                              <a:pt x="87541" y="36872"/>
                              <a:pt x="78016" y="36014"/>
                              <a:pt x="68015" y="34109"/>
                            </a:cubicBezTo>
                            <a:cubicBezTo>
                              <a:pt x="57918" y="32204"/>
                              <a:pt x="47060" y="29632"/>
                              <a:pt x="40869" y="28299"/>
                            </a:cubicBezTo>
                            <a:cubicBezTo>
                              <a:pt x="34677" y="26775"/>
                              <a:pt x="24771" y="24013"/>
                              <a:pt x="16199" y="20774"/>
                            </a:cubicBezTo>
                            <a:cubicBezTo>
                              <a:pt x="7722" y="17440"/>
                              <a:pt x="387" y="13535"/>
                              <a:pt x="7" y="8011"/>
                            </a:cubicBezTo>
                            <a:cubicBezTo>
                              <a:pt x="-279" y="2391"/>
                              <a:pt x="8674" y="-181"/>
                              <a:pt x="19247" y="10"/>
                            </a:cubicBezTo>
                            <a:cubicBezTo>
                              <a:pt x="29820" y="10"/>
                              <a:pt x="41726" y="2677"/>
                              <a:pt x="47156" y="4296"/>
                            </a:cubicBezTo>
                            <a:cubicBezTo>
                              <a:pt x="52680" y="5630"/>
                              <a:pt x="65824" y="10202"/>
                              <a:pt x="76302" y="16107"/>
                            </a:cubicBezTo>
                            <a:cubicBezTo>
                              <a:pt x="86779" y="21917"/>
                              <a:pt x="94495" y="28966"/>
                              <a:pt x="90970" y="3296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31" name="Forme libre : forme 12030">
                        <a:extLst>
                          <a:ext uri="{FF2B5EF4-FFF2-40B4-BE49-F238E27FC236}">
                            <a16:creationId xmlns:a16="http://schemas.microsoft.com/office/drawing/2014/main" id="{9CA920CA-0791-4718-8864-3243E5FB29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3528" y="2677768"/>
                        <a:ext cx="112917" cy="55250"/>
                      </a:xfrm>
                      <a:custGeom>
                        <a:avLst/>
                        <a:gdLst>
                          <a:gd name="connsiteX0" fmla="*/ 1570 w 112917"/>
                          <a:gd name="connsiteY0" fmla="*/ 23617 h 55250"/>
                          <a:gd name="connsiteX1" fmla="*/ 14904 w 112917"/>
                          <a:gd name="connsiteY1" fmla="*/ 33713 h 55250"/>
                          <a:gd name="connsiteX2" fmla="*/ 54052 w 112917"/>
                          <a:gd name="connsiteY2" fmla="*/ 49620 h 55250"/>
                          <a:gd name="connsiteX3" fmla="*/ 94343 w 112917"/>
                          <a:gd name="connsiteY3" fmla="*/ 55240 h 55250"/>
                          <a:gd name="connsiteX4" fmla="*/ 112917 w 112917"/>
                          <a:gd name="connsiteY4" fmla="*/ 46858 h 55250"/>
                          <a:gd name="connsiteX5" fmla="*/ 101201 w 112917"/>
                          <a:gd name="connsiteY5" fmla="*/ 36952 h 55250"/>
                          <a:gd name="connsiteX6" fmla="*/ 64530 w 112917"/>
                          <a:gd name="connsiteY6" fmla="*/ 14758 h 55250"/>
                          <a:gd name="connsiteX7" fmla="*/ 21572 w 112917"/>
                          <a:gd name="connsiteY7" fmla="*/ 566 h 55250"/>
                          <a:gd name="connsiteX8" fmla="*/ 10428 w 112917"/>
                          <a:gd name="connsiteY8" fmla="*/ 4186 h 55250"/>
                          <a:gd name="connsiteX9" fmla="*/ 2998 w 112917"/>
                          <a:gd name="connsiteY9" fmla="*/ 10377 h 55250"/>
                          <a:gd name="connsiteX10" fmla="*/ 1570 w 112917"/>
                          <a:gd name="connsiteY10" fmla="*/ 23617 h 55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12917" h="55250">
                            <a:moveTo>
                              <a:pt x="1570" y="23617"/>
                            </a:moveTo>
                            <a:cubicBezTo>
                              <a:pt x="5189" y="29332"/>
                              <a:pt x="7856" y="30951"/>
                              <a:pt x="14904" y="33713"/>
                            </a:cubicBezTo>
                            <a:cubicBezTo>
                              <a:pt x="28430" y="40190"/>
                              <a:pt x="38145" y="45524"/>
                              <a:pt x="54052" y="49620"/>
                            </a:cubicBezTo>
                            <a:cubicBezTo>
                              <a:pt x="67197" y="53144"/>
                              <a:pt x="82151" y="55430"/>
                              <a:pt x="94343" y="55240"/>
                            </a:cubicBezTo>
                            <a:cubicBezTo>
                              <a:pt x="103392" y="55049"/>
                              <a:pt x="113012" y="53335"/>
                              <a:pt x="112917" y="46858"/>
                            </a:cubicBezTo>
                            <a:cubicBezTo>
                              <a:pt x="112822" y="42667"/>
                              <a:pt x="106154" y="40190"/>
                              <a:pt x="101201" y="36952"/>
                            </a:cubicBezTo>
                            <a:cubicBezTo>
                              <a:pt x="89390" y="29332"/>
                              <a:pt x="77294" y="23141"/>
                              <a:pt x="64530" y="14758"/>
                            </a:cubicBezTo>
                            <a:cubicBezTo>
                              <a:pt x="53862" y="7424"/>
                              <a:pt x="40527" y="-2482"/>
                              <a:pt x="21572" y="566"/>
                            </a:cubicBezTo>
                            <a:cubicBezTo>
                              <a:pt x="17381" y="1328"/>
                              <a:pt x="13571" y="2471"/>
                              <a:pt x="10428" y="4186"/>
                            </a:cubicBezTo>
                            <a:cubicBezTo>
                              <a:pt x="7284" y="5996"/>
                              <a:pt x="4808" y="8186"/>
                              <a:pt x="2998" y="10377"/>
                            </a:cubicBezTo>
                            <a:cubicBezTo>
                              <a:pt x="-335" y="14758"/>
                              <a:pt x="-1002" y="19616"/>
                              <a:pt x="1570" y="2361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32" name="Forme libre : forme 12031">
                        <a:extLst>
                          <a:ext uri="{FF2B5EF4-FFF2-40B4-BE49-F238E27FC236}">
                            <a16:creationId xmlns:a16="http://schemas.microsoft.com/office/drawing/2014/main" id="{23D5B073-BD3B-414F-B007-00F4B2A2BD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87179" y="2678176"/>
                        <a:ext cx="41726" cy="11445"/>
                      </a:xfrm>
                      <a:custGeom>
                        <a:avLst/>
                        <a:gdLst>
                          <a:gd name="connsiteX0" fmla="*/ 3826 w 41726"/>
                          <a:gd name="connsiteY0" fmla="*/ 6254 h 11445"/>
                          <a:gd name="connsiteX1" fmla="*/ 112 w 41726"/>
                          <a:gd name="connsiteY1" fmla="*/ 9112 h 11445"/>
                          <a:gd name="connsiteX2" fmla="*/ 3254 w 41726"/>
                          <a:gd name="connsiteY2" fmla="*/ 11302 h 11445"/>
                          <a:gd name="connsiteX3" fmla="*/ 10684 w 41726"/>
                          <a:gd name="connsiteY3" fmla="*/ 11302 h 11445"/>
                          <a:gd name="connsiteX4" fmla="*/ 19923 w 41726"/>
                          <a:gd name="connsiteY4" fmla="*/ 10445 h 11445"/>
                          <a:gd name="connsiteX5" fmla="*/ 28972 w 41726"/>
                          <a:gd name="connsiteY5" fmla="*/ 9778 h 11445"/>
                          <a:gd name="connsiteX6" fmla="*/ 35640 w 41726"/>
                          <a:gd name="connsiteY6" fmla="*/ 8731 h 11445"/>
                          <a:gd name="connsiteX7" fmla="*/ 32401 w 41726"/>
                          <a:gd name="connsiteY7" fmla="*/ 63 h 11445"/>
                          <a:gd name="connsiteX8" fmla="*/ 3826 w 41726"/>
                          <a:gd name="connsiteY8" fmla="*/ 6254 h 114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1726" h="11445">
                            <a:moveTo>
                              <a:pt x="3826" y="6254"/>
                            </a:moveTo>
                            <a:cubicBezTo>
                              <a:pt x="1921" y="7207"/>
                              <a:pt x="683" y="7873"/>
                              <a:pt x="112" y="9112"/>
                            </a:cubicBezTo>
                            <a:cubicBezTo>
                              <a:pt x="-460" y="10350"/>
                              <a:pt x="1255" y="11016"/>
                              <a:pt x="3254" y="11302"/>
                            </a:cubicBezTo>
                            <a:cubicBezTo>
                              <a:pt x="5350" y="11493"/>
                              <a:pt x="8303" y="11493"/>
                              <a:pt x="10684" y="11302"/>
                            </a:cubicBezTo>
                            <a:cubicBezTo>
                              <a:pt x="13637" y="11016"/>
                              <a:pt x="16780" y="10731"/>
                              <a:pt x="19923" y="10445"/>
                            </a:cubicBezTo>
                            <a:cubicBezTo>
                              <a:pt x="22971" y="10255"/>
                              <a:pt x="26019" y="10064"/>
                              <a:pt x="28972" y="9778"/>
                            </a:cubicBezTo>
                            <a:cubicBezTo>
                              <a:pt x="31353" y="9493"/>
                              <a:pt x="33639" y="9302"/>
                              <a:pt x="35640" y="8731"/>
                            </a:cubicBezTo>
                            <a:cubicBezTo>
                              <a:pt x="43831" y="6540"/>
                              <a:pt x="44689" y="539"/>
                              <a:pt x="32401" y="63"/>
                            </a:cubicBezTo>
                            <a:cubicBezTo>
                              <a:pt x="22781" y="-509"/>
                              <a:pt x="11446" y="2920"/>
                              <a:pt x="3826" y="625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33" name="Forme libre : forme 12032">
                        <a:extLst>
                          <a:ext uri="{FF2B5EF4-FFF2-40B4-BE49-F238E27FC236}">
                            <a16:creationId xmlns:a16="http://schemas.microsoft.com/office/drawing/2014/main" id="{F22D5476-529A-4D4C-B8F1-423E790AD0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66253" y="2741771"/>
                        <a:ext cx="62103" cy="3865"/>
                      </a:xfrm>
                      <a:custGeom>
                        <a:avLst/>
                        <a:gdLst>
                          <a:gd name="connsiteX0" fmla="*/ 62103 w 62103"/>
                          <a:gd name="connsiteY0" fmla="*/ 0 h 3865"/>
                          <a:gd name="connsiteX1" fmla="*/ 32385 w 62103"/>
                          <a:gd name="connsiteY1" fmla="*/ 3810 h 3865"/>
                          <a:gd name="connsiteX2" fmla="*/ 0 w 62103"/>
                          <a:gd name="connsiteY2" fmla="*/ 2096 h 3865"/>
                          <a:gd name="connsiteX3" fmla="*/ 62103 w 62103"/>
                          <a:gd name="connsiteY3" fmla="*/ 0 h 38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103" h="3865">
                            <a:moveTo>
                              <a:pt x="62103" y="0"/>
                            </a:moveTo>
                            <a:cubicBezTo>
                              <a:pt x="54864" y="3905"/>
                              <a:pt x="43815" y="4000"/>
                              <a:pt x="32385" y="3810"/>
                            </a:cubicBezTo>
                            <a:cubicBezTo>
                              <a:pt x="20288" y="3143"/>
                              <a:pt x="8763" y="2572"/>
                              <a:pt x="0" y="2096"/>
                            </a:cubicBezTo>
                            <a:cubicBezTo>
                              <a:pt x="19526" y="2572"/>
                              <a:pt x="43625" y="1238"/>
                              <a:pt x="6210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34" name="Forme libre : forme 12033">
                        <a:extLst>
                          <a:ext uri="{FF2B5EF4-FFF2-40B4-BE49-F238E27FC236}">
                            <a16:creationId xmlns:a16="http://schemas.microsoft.com/office/drawing/2014/main" id="{65AADAA5-93E2-4EA6-AA6A-A854CC3146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41094" y="2661267"/>
                        <a:ext cx="72008" cy="33640"/>
                      </a:xfrm>
                      <a:custGeom>
                        <a:avLst/>
                        <a:gdLst>
                          <a:gd name="connsiteX0" fmla="*/ 72009 w 72008"/>
                          <a:gd name="connsiteY0" fmla="*/ 17 h 33640"/>
                          <a:gd name="connsiteX1" fmla="*/ 49339 w 72008"/>
                          <a:gd name="connsiteY1" fmla="*/ 2779 h 33640"/>
                          <a:gd name="connsiteX2" fmla="*/ 29146 w 72008"/>
                          <a:gd name="connsiteY2" fmla="*/ 10399 h 33640"/>
                          <a:gd name="connsiteX3" fmla="*/ 0 w 72008"/>
                          <a:gd name="connsiteY3" fmla="*/ 33640 h 33640"/>
                          <a:gd name="connsiteX4" fmla="*/ 30289 w 72008"/>
                          <a:gd name="connsiteY4" fmla="*/ 11352 h 33640"/>
                          <a:gd name="connsiteX5" fmla="*/ 51054 w 72008"/>
                          <a:gd name="connsiteY5" fmla="*/ 4018 h 33640"/>
                          <a:gd name="connsiteX6" fmla="*/ 72009 w 72008"/>
                          <a:gd name="connsiteY6" fmla="*/ 17 h 336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2008" h="33640">
                            <a:moveTo>
                              <a:pt x="72009" y="17"/>
                            </a:moveTo>
                            <a:cubicBezTo>
                              <a:pt x="64198" y="-173"/>
                              <a:pt x="56483" y="1255"/>
                              <a:pt x="49339" y="2779"/>
                            </a:cubicBezTo>
                            <a:cubicBezTo>
                              <a:pt x="42100" y="4970"/>
                              <a:pt x="35338" y="7161"/>
                              <a:pt x="29146" y="10399"/>
                            </a:cubicBezTo>
                            <a:cubicBezTo>
                              <a:pt x="16764" y="16686"/>
                              <a:pt x="7144" y="25258"/>
                              <a:pt x="0" y="33640"/>
                            </a:cubicBezTo>
                            <a:cubicBezTo>
                              <a:pt x="6191" y="25544"/>
                              <a:pt x="17050" y="17353"/>
                              <a:pt x="30289" y="11352"/>
                            </a:cubicBezTo>
                            <a:cubicBezTo>
                              <a:pt x="36862" y="8399"/>
                              <a:pt x="44005" y="6018"/>
                              <a:pt x="51054" y="4018"/>
                            </a:cubicBezTo>
                            <a:cubicBezTo>
                              <a:pt x="58198" y="2398"/>
                              <a:pt x="65341" y="589"/>
                              <a:pt x="72009" y="1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35" name="Forme libre : forme 12034">
                        <a:extLst>
                          <a:ext uri="{FF2B5EF4-FFF2-40B4-BE49-F238E27FC236}">
                            <a16:creationId xmlns:a16="http://schemas.microsoft.com/office/drawing/2014/main" id="{ACA86213-2E67-4EF1-A83C-3602133F95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48610" y="2694713"/>
                        <a:ext cx="34070" cy="15688"/>
                      </a:xfrm>
                      <a:custGeom>
                        <a:avLst/>
                        <a:gdLst>
                          <a:gd name="connsiteX0" fmla="*/ 33454 w 34070"/>
                          <a:gd name="connsiteY0" fmla="*/ 15149 h 15688"/>
                          <a:gd name="connsiteX1" fmla="*/ 12976 w 34070"/>
                          <a:gd name="connsiteY1" fmla="*/ 10196 h 15688"/>
                          <a:gd name="connsiteX2" fmla="*/ 593 w 34070"/>
                          <a:gd name="connsiteY2" fmla="*/ 957 h 15688"/>
                          <a:gd name="connsiteX3" fmla="*/ 20500 w 34070"/>
                          <a:gd name="connsiteY3" fmla="*/ 4767 h 15688"/>
                          <a:gd name="connsiteX4" fmla="*/ 33454 w 34070"/>
                          <a:gd name="connsiteY4" fmla="*/ 15149 h 156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070" h="15688">
                            <a:moveTo>
                              <a:pt x="33454" y="15149"/>
                            </a:moveTo>
                            <a:cubicBezTo>
                              <a:pt x="30121" y="17435"/>
                              <a:pt x="17071" y="11815"/>
                              <a:pt x="12976" y="10196"/>
                            </a:cubicBezTo>
                            <a:cubicBezTo>
                              <a:pt x="8880" y="8577"/>
                              <a:pt x="-2741" y="3910"/>
                              <a:pt x="593" y="957"/>
                            </a:cubicBezTo>
                            <a:cubicBezTo>
                              <a:pt x="4022" y="-2091"/>
                              <a:pt x="16690" y="2957"/>
                              <a:pt x="20500" y="4767"/>
                            </a:cubicBezTo>
                            <a:cubicBezTo>
                              <a:pt x="24406" y="6481"/>
                              <a:pt x="36978" y="12482"/>
                              <a:pt x="33454" y="1514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36" name="Forme libre : forme 12035">
                        <a:extLst>
                          <a:ext uri="{FF2B5EF4-FFF2-40B4-BE49-F238E27FC236}">
                            <a16:creationId xmlns:a16="http://schemas.microsoft.com/office/drawing/2014/main" id="{3C9ED229-798B-4505-BC59-125B8DA3E6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78056" y="2706604"/>
                        <a:ext cx="9541" cy="5055"/>
                      </a:xfrm>
                      <a:custGeom>
                        <a:avLst/>
                        <a:gdLst>
                          <a:gd name="connsiteX0" fmla="*/ 9533 w 9541"/>
                          <a:gd name="connsiteY0" fmla="*/ 4306 h 5055"/>
                          <a:gd name="connsiteX1" fmla="*/ 4580 w 9541"/>
                          <a:gd name="connsiteY1" fmla="*/ 4211 h 5055"/>
                          <a:gd name="connsiteX2" fmla="*/ 8 w 9541"/>
                          <a:gd name="connsiteY2" fmla="*/ 782 h 5055"/>
                          <a:gd name="connsiteX3" fmla="*/ 4866 w 9541"/>
                          <a:gd name="connsiteY3" fmla="*/ 782 h 5055"/>
                          <a:gd name="connsiteX4" fmla="*/ 9533 w 9541"/>
                          <a:gd name="connsiteY4" fmla="*/ 4306 h 50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41" h="5055">
                            <a:moveTo>
                              <a:pt x="9533" y="4306"/>
                            </a:moveTo>
                            <a:cubicBezTo>
                              <a:pt x="9343" y="5735"/>
                              <a:pt x="6200" y="4782"/>
                              <a:pt x="4580" y="4211"/>
                            </a:cubicBezTo>
                            <a:cubicBezTo>
                              <a:pt x="2961" y="3640"/>
                              <a:pt x="-182" y="2115"/>
                              <a:pt x="8" y="782"/>
                            </a:cubicBezTo>
                            <a:cubicBezTo>
                              <a:pt x="199" y="-647"/>
                              <a:pt x="3247" y="210"/>
                              <a:pt x="4866" y="782"/>
                            </a:cubicBezTo>
                            <a:cubicBezTo>
                              <a:pt x="6390" y="1449"/>
                              <a:pt x="9724" y="2877"/>
                              <a:pt x="9533" y="430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37" name="Forme libre : forme 12036">
                        <a:extLst>
                          <a:ext uri="{FF2B5EF4-FFF2-40B4-BE49-F238E27FC236}">
                            <a16:creationId xmlns:a16="http://schemas.microsoft.com/office/drawing/2014/main" id="{EDF5B3C0-D165-4022-97E3-233CB5F9CA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52618" y="2673216"/>
                        <a:ext cx="76533" cy="61671"/>
                      </a:xfrm>
                      <a:custGeom>
                        <a:avLst/>
                        <a:gdLst>
                          <a:gd name="connsiteX0" fmla="*/ 64022 w 76533"/>
                          <a:gd name="connsiteY0" fmla="*/ 35027 h 61671"/>
                          <a:gd name="connsiteX1" fmla="*/ 76500 w 76533"/>
                          <a:gd name="connsiteY1" fmla="*/ 58553 h 61671"/>
                          <a:gd name="connsiteX2" fmla="*/ 68308 w 76533"/>
                          <a:gd name="connsiteY2" fmla="*/ 60554 h 61671"/>
                          <a:gd name="connsiteX3" fmla="*/ 60688 w 76533"/>
                          <a:gd name="connsiteY3" fmla="*/ 52553 h 61671"/>
                          <a:gd name="connsiteX4" fmla="*/ 36876 w 76533"/>
                          <a:gd name="connsiteY4" fmla="*/ 27597 h 61671"/>
                          <a:gd name="connsiteX5" fmla="*/ 13920 w 76533"/>
                          <a:gd name="connsiteY5" fmla="*/ 14357 h 61671"/>
                          <a:gd name="connsiteX6" fmla="*/ 1252 w 76533"/>
                          <a:gd name="connsiteY6" fmla="*/ 1594 h 61671"/>
                          <a:gd name="connsiteX7" fmla="*/ 25350 w 76533"/>
                          <a:gd name="connsiteY7" fmla="*/ 3594 h 61671"/>
                          <a:gd name="connsiteX8" fmla="*/ 48591 w 76533"/>
                          <a:gd name="connsiteY8" fmla="*/ 15881 h 61671"/>
                          <a:gd name="connsiteX9" fmla="*/ 64022 w 76533"/>
                          <a:gd name="connsiteY9" fmla="*/ 35027 h 616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6533" h="61671">
                            <a:moveTo>
                              <a:pt x="64022" y="35027"/>
                            </a:moveTo>
                            <a:cubicBezTo>
                              <a:pt x="70785" y="43504"/>
                              <a:pt x="75166" y="50076"/>
                              <a:pt x="76500" y="58553"/>
                            </a:cubicBezTo>
                            <a:cubicBezTo>
                              <a:pt x="76976" y="61697"/>
                              <a:pt x="72309" y="62649"/>
                              <a:pt x="68308" y="60554"/>
                            </a:cubicBezTo>
                            <a:cubicBezTo>
                              <a:pt x="64308" y="58363"/>
                              <a:pt x="62688" y="55410"/>
                              <a:pt x="60688" y="52553"/>
                            </a:cubicBezTo>
                            <a:cubicBezTo>
                              <a:pt x="54687" y="43409"/>
                              <a:pt x="46782" y="35408"/>
                              <a:pt x="36876" y="27597"/>
                            </a:cubicBezTo>
                            <a:cubicBezTo>
                              <a:pt x="33828" y="25025"/>
                              <a:pt x="23255" y="19406"/>
                              <a:pt x="13920" y="14357"/>
                            </a:cubicBezTo>
                            <a:cubicBezTo>
                              <a:pt x="4681" y="9309"/>
                              <a:pt x="-3129" y="4547"/>
                              <a:pt x="1252" y="1594"/>
                            </a:cubicBezTo>
                            <a:cubicBezTo>
                              <a:pt x="5729" y="-1359"/>
                              <a:pt x="15730" y="70"/>
                              <a:pt x="25350" y="3594"/>
                            </a:cubicBezTo>
                            <a:cubicBezTo>
                              <a:pt x="35066" y="6928"/>
                              <a:pt x="44210" y="12643"/>
                              <a:pt x="48591" y="15881"/>
                            </a:cubicBezTo>
                            <a:cubicBezTo>
                              <a:pt x="57069" y="22930"/>
                              <a:pt x="58974" y="28359"/>
                              <a:pt x="64022" y="3502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18" name="Graphique 1">
                      <a:extLst>
                        <a:ext uri="{FF2B5EF4-FFF2-40B4-BE49-F238E27FC236}">
                          <a16:creationId xmlns:a16="http://schemas.microsoft.com/office/drawing/2014/main" id="{10E34A91-C8AA-464B-B214-5F14C73722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634128" y="2732165"/>
                      <a:ext cx="152810" cy="159557"/>
                      <a:chOff x="6634128" y="2732165"/>
                      <a:chExt cx="152810" cy="159557"/>
                    </a:xfrm>
                    <a:solidFill>
                      <a:schemeClr val="accent1"/>
                    </a:solidFill>
                  </p:grpSpPr>
                  <p:sp>
                    <p:nvSpPr>
                      <p:cNvPr id="12014" name="Forme libre : forme 12013">
                        <a:extLst>
                          <a:ext uri="{FF2B5EF4-FFF2-40B4-BE49-F238E27FC236}">
                            <a16:creationId xmlns:a16="http://schemas.microsoft.com/office/drawing/2014/main" id="{5013614B-C551-4633-9FBF-6E7D13DD9D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34128" y="2732165"/>
                        <a:ext cx="152810" cy="159557"/>
                      </a:xfrm>
                      <a:custGeom>
                        <a:avLst/>
                        <a:gdLst>
                          <a:gd name="connsiteX0" fmla="*/ 79477 w 152810"/>
                          <a:gd name="connsiteY0" fmla="*/ 122667 h 159557"/>
                          <a:gd name="connsiteX1" fmla="*/ 59474 w 152810"/>
                          <a:gd name="connsiteY1" fmla="*/ 106475 h 159557"/>
                          <a:gd name="connsiteX2" fmla="*/ 26804 w 152810"/>
                          <a:gd name="connsiteY2" fmla="*/ 78757 h 159557"/>
                          <a:gd name="connsiteX3" fmla="*/ 24613 w 152810"/>
                          <a:gd name="connsiteY3" fmla="*/ 76090 h 159557"/>
                          <a:gd name="connsiteX4" fmla="*/ 23184 w 152810"/>
                          <a:gd name="connsiteY4" fmla="*/ 74185 h 159557"/>
                          <a:gd name="connsiteX5" fmla="*/ 20517 w 152810"/>
                          <a:gd name="connsiteY5" fmla="*/ 70375 h 159557"/>
                          <a:gd name="connsiteX6" fmla="*/ 15754 w 152810"/>
                          <a:gd name="connsiteY6" fmla="*/ 62946 h 159557"/>
                          <a:gd name="connsiteX7" fmla="*/ 8516 w 152810"/>
                          <a:gd name="connsiteY7" fmla="*/ 48372 h 159557"/>
                          <a:gd name="connsiteX8" fmla="*/ 229 w 152810"/>
                          <a:gd name="connsiteY8" fmla="*/ 17416 h 159557"/>
                          <a:gd name="connsiteX9" fmla="*/ 13278 w 152810"/>
                          <a:gd name="connsiteY9" fmla="*/ 176 h 159557"/>
                          <a:gd name="connsiteX10" fmla="*/ 48426 w 152810"/>
                          <a:gd name="connsiteY10" fmla="*/ 5129 h 159557"/>
                          <a:gd name="connsiteX11" fmla="*/ 66428 w 152810"/>
                          <a:gd name="connsiteY11" fmla="*/ 14558 h 159557"/>
                          <a:gd name="connsiteX12" fmla="*/ 75572 w 152810"/>
                          <a:gd name="connsiteY12" fmla="*/ 21607 h 159557"/>
                          <a:gd name="connsiteX13" fmla="*/ 80144 w 152810"/>
                          <a:gd name="connsiteY13" fmla="*/ 25798 h 159557"/>
                          <a:gd name="connsiteX14" fmla="*/ 82429 w 152810"/>
                          <a:gd name="connsiteY14" fmla="*/ 27989 h 159557"/>
                          <a:gd name="connsiteX15" fmla="*/ 83287 w 152810"/>
                          <a:gd name="connsiteY15" fmla="*/ 28560 h 159557"/>
                          <a:gd name="connsiteX16" fmla="*/ 134246 w 152810"/>
                          <a:gd name="connsiteY16" fmla="*/ 70756 h 159557"/>
                          <a:gd name="connsiteX17" fmla="*/ 143676 w 152810"/>
                          <a:gd name="connsiteY17" fmla="*/ 84281 h 159557"/>
                          <a:gd name="connsiteX18" fmla="*/ 146438 w 152810"/>
                          <a:gd name="connsiteY18" fmla="*/ 90092 h 159557"/>
                          <a:gd name="connsiteX19" fmla="*/ 148343 w 152810"/>
                          <a:gd name="connsiteY19" fmla="*/ 95045 h 159557"/>
                          <a:gd name="connsiteX20" fmla="*/ 152439 w 152810"/>
                          <a:gd name="connsiteY20" fmla="*/ 113428 h 159557"/>
                          <a:gd name="connsiteX21" fmla="*/ 149295 w 152810"/>
                          <a:gd name="connsiteY21" fmla="*/ 146765 h 159557"/>
                          <a:gd name="connsiteX22" fmla="*/ 132150 w 152810"/>
                          <a:gd name="connsiteY22" fmla="*/ 159148 h 159557"/>
                          <a:gd name="connsiteX23" fmla="*/ 103289 w 152810"/>
                          <a:gd name="connsiteY23" fmla="*/ 145146 h 159557"/>
                          <a:gd name="connsiteX24" fmla="*/ 90240 w 152810"/>
                          <a:gd name="connsiteY24" fmla="*/ 133812 h 159557"/>
                          <a:gd name="connsiteX25" fmla="*/ 83858 w 152810"/>
                          <a:gd name="connsiteY25" fmla="*/ 126954 h 159557"/>
                          <a:gd name="connsiteX26" fmla="*/ 81382 w 152810"/>
                          <a:gd name="connsiteY26" fmla="*/ 124477 h 159557"/>
                          <a:gd name="connsiteX27" fmla="*/ 79477 w 152810"/>
                          <a:gd name="connsiteY27" fmla="*/ 122667 h 159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</a:cxnLst>
                        <a:rect l="l" t="t" r="r" b="b"/>
                        <a:pathLst>
                          <a:path w="152810" h="159557">
                            <a:moveTo>
                              <a:pt x="79477" y="122667"/>
                            </a:moveTo>
                            <a:cubicBezTo>
                              <a:pt x="76524" y="119715"/>
                              <a:pt x="69380" y="113714"/>
                              <a:pt x="59474" y="106475"/>
                            </a:cubicBezTo>
                            <a:cubicBezTo>
                              <a:pt x="49663" y="99140"/>
                              <a:pt x="37186" y="90949"/>
                              <a:pt x="26804" y="78757"/>
                            </a:cubicBezTo>
                            <a:cubicBezTo>
                              <a:pt x="25375" y="77138"/>
                              <a:pt x="25185" y="76852"/>
                              <a:pt x="24613" y="76090"/>
                            </a:cubicBezTo>
                            <a:lnTo>
                              <a:pt x="23184" y="74185"/>
                            </a:lnTo>
                            <a:cubicBezTo>
                              <a:pt x="22327" y="72851"/>
                              <a:pt x="21374" y="71613"/>
                              <a:pt x="20517" y="70375"/>
                            </a:cubicBezTo>
                            <a:cubicBezTo>
                              <a:pt x="18803" y="67803"/>
                              <a:pt x="17088" y="65422"/>
                              <a:pt x="15754" y="62946"/>
                            </a:cubicBezTo>
                            <a:cubicBezTo>
                              <a:pt x="12992" y="57992"/>
                              <a:pt x="10326" y="53325"/>
                              <a:pt x="8516" y="48372"/>
                            </a:cubicBezTo>
                            <a:cubicBezTo>
                              <a:pt x="4515" y="38752"/>
                              <a:pt x="2324" y="28751"/>
                              <a:pt x="229" y="17416"/>
                            </a:cubicBezTo>
                            <a:cubicBezTo>
                              <a:pt x="-1295" y="9701"/>
                              <a:pt x="4991" y="842"/>
                              <a:pt x="13278" y="176"/>
                            </a:cubicBezTo>
                            <a:cubicBezTo>
                              <a:pt x="24994" y="-491"/>
                              <a:pt x="36519" y="652"/>
                              <a:pt x="48426" y="5129"/>
                            </a:cubicBezTo>
                            <a:cubicBezTo>
                              <a:pt x="54331" y="7510"/>
                              <a:pt x="60427" y="10367"/>
                              <a:pt x="66428" y="14558"/>
                            </a:cubicBezTo>
                            <a:cubicBezTo>
                              <a:pt x="69476" y="16654"/>
                              <a:pt x="72619" y="18845"/>
                              <a:pt x="75572" y="21607"/>
                            </a:cubicBezTo>
                            <a:cubicBezTo>
                              <a:pt x="77095" y="23036"/>
                              <a:pt x="78620" y="24369"/>
                              <a:pt x="80144" y="25798"/>
                            </a:cubicBezTo>
                            <a:lnTo>
                              <a:pt x="82429" y="27989"/>
                            </a:lnTo>
                            <a:cubicBezTo>
                              <a:pt x="83001" y="28465"/>
                              <a:pt x="83001" y="28370"/>
                              <a:pt x="83287" y="28560"/>
                            </a:cubicBezTo>
                            <a:cubicBezTo>
                              <a:pt x="86526" y="32180"/>
                              <a:pt x="118910" y="51992"/>
                              <a:pt x="134246" y="70756"/>
                            </a:cubicBezTo>
                            <a:cubicBezTo>
                              <a:pt x="137865" y="74947"/>
                              <a:pt x="141008" y="79519"/>
                              <a:pt x="143676" y="84281"/>
                            </a:cubicBezTo>
                            <a:cubicBezTo>
                              <a:pt x="145199" y="86948"/>
                              <a:pt x="145771" y="88377"/>
                              <a:pt x="146438" y="90092"/>
                            </a:cubicBezTo>
                            <a:lnTo>
                              <a:pt x="148343" y="95045"/>
                            </a:lnTo>
                            <a:cubicBezTo>
                              <a:pt x="150724" y="101522"/>
                              <a:pt x="151772" y="107618"/>
                              <a:pt x="152439" y="113428"/>
                            </a:cubicBezTo>
                            <a:cubicBezTo>
                              <a:pt x="153582" y="125048"/>
                              <a:pt x="151962" y="135716"/>
                              <a:pt x="149295" y="146765"/>
                            </a:cubicBezTo>
                            <a:cubicBezTo>
                              <a:pt x="147485" y="154385"/>
                              <a:pt x="139389" y="161339"/>
                              <a:pt x="132150" y="159148"/>
                            </a:cubicBezTo>
                            <a:cubicBezTo>
                              <a:pt x="121768" y="156100"/>
                              <a:pt x="112243" y="151623"/>
                              <a:pt x="103289" y="145146"/>
                            </a:cubicBezTo>
                            <a:cubicBezTo>
                              <a:pt x="98813" y="141908"/>
                              <a:pt x="94431" y="138193"/>
                              <a:pt x="90240" y="133812"/>
                            </a:cubicBezTo>
                            <a:cubicBezTo>
                              <a:pt x="88049" y="131716"/>
                              <a:pt x="85954" y="129430"/>
                              <a:pt x="83858" y="126954"/>
                            </a:cubicBezTo>
                            <a:cubicBezTo>
                              <a:pt x="82716" y="125430"/>
                              <a:pt x="81953" y="124953"/>
                              <a:pt x="81382" y="124477"/>
                            </a:cubicBezTo>
                            <a:lnTo>
                              <a:pt x="79477" y="122667"/>
                            </a:ln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15" name="Forme libre : forme 12014">
                        <a:extLst>
                          <a:ext uri="{FF2B5EF4-FFF2-40B4-BE49-F238E27FC236}">
                            <a16:creationId xmlns:a16="http://schemas.microsoft.com/office/drawing/2014/main" id="{042BFC12-DBF5-44FE-964E-8C2D11BAEE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34211" y="2740056"/>
                        <a:ext cx="132734" cy="151161"/>
                      </a:xfrm>
                      <a:custGeom>
                        <a:avLst/>
                        <a:gdLst>
                          <a:gd name="connsiteX0" fmla="*/ 55772 w 132734"/>
                          <a:gd name="connsiteY0" fmla="*/ 61246 h 151161"/>
                          <a:gd name="connsiteX1" fmla="*/ 46533 w 132734"/>
                          <a:gd name="connsiteY1" fmla="*/ 53149 h 151161"/>
                          <a:gd name="connsiteX2" fmla="*/ 39294 w 132734"/>
                          <a:gd name="connsiteY2" fmla="*/ 45529 h 151161"/>
                          <a:gd name="connsiteX3" fmla="*/ 25387 w 132734"/>
                          <a:gd name="connsiteY3" fmla="*/ 30671 h 151161"/>
                          <a:gd name="connsiteX4" fmla="*/ 1956 w 132734"/>
                          <a:gd name="connsiteY4" fmla="*/ 0 h 151161"/>
                          <a:gd name="connsiteX5" fmla="*/ 241 w 132734"/>
                          <a:gd name="connsiteY5" fmla="*/ 9334 h 151161"/>
                          <a:gd name="connsiteX6" fmla="*/ 2527 w 132734"/>
                          <a:gd name="connsiteY6" fmla="*/ 20669 h 151161"/>
                          <a:gd name="connsiteX7" fmla="*/ 13290 w 132734"/>
                          <a:gd name="connsiteY7" fmla="*/ 50482 h 151161"/>
                          <a:gd name="connsiteX8" fmla="*/ 19006 w 132734"/>
                          <a:gd name="connsiteY8" fmla="*/ 60007 h 151161"/>
                          <a:gd name="connsiteX9" fmla="*/ 22339 w 132734"/>
                          <a:gd name="connsiteY9" fmla="*/ 64960 h 151161"/>
                          <a:gd name="connsiteX10" fmla="*/ 24149 w 132734"/>
                          <a:gd name="connsiteY10" fmla="*/ 67437 h 151161"/>
                          <a:gd name="connsiteX11" fmla="*/ 25102 w 132734"/>
                          <a:gd name="connsiteY11" fmla="*/ 68675 h 151161"/>
                          <a:gd name="connsiteX12" fmla="*/ 26721 w 132734"/>
                          <a:gd name="connsiteY12" fmla="*/ 70580 h 151161"/>
                          <a:gd name="connsiteX13" fmla="*/ 38818 w 132734"/>
                          <a:gd name="connsiteY13" fmla="*/ 82582 h 151161"/>
                          <a:gd name="connsiteX14" fmla="*/ 77203 w 132734"/>
                          <a:gd name="connsiteY14" fmla="*/ 112490 h 151161"/>
                          <a:gd name="connsiteX15" fmla="*/ 79394 w 132734"/>
                          <a:gd name="connsiteY15" fmla="*/ 114490 h 151161"/>
                          <a:gd name="connsiteX16" fmla="*/ 82347 w 132734"/>
                          <a:gd name="connsiteY16" fmla="*/ 117062 h 151161"/>
                          <a:gd name="connsiteX17" fmla="*/ 86633 w 132734"/>
                          <a:gd name="connsiteY17" fmla="*/ 121825 h 151161"/>
                          <a:gd name="connsiteX18" fmla="*/ 95777 w 132734"/>
                          <a:gd name="connsiteY18" fmla="*/ 130873 h 151161"/>
                          <a:gd name="connsiteX19" fmla="*/ 122733 w 132734"/>
                          <a:gd name="connsiteY19" fmla="*/ 147733 h 151161"/>
                          <a:gd name="connsiteX20" fmla="*/ 132353 w 132734"/>
                          <a:gd name="connsiteY20" fmla="*/ 151066 h 151161"/>
                          <a:gd name="connsiteX21" fmla="*/ 132734 w 132734"/>
                          <a:gd name="connsiteY21" fmla="*/ 151162 h 151161"/>
                          <a:gd name="connsiteX22" fmla="*/ 118351 w 132734"/>
                          <a:gd name="connsiteY22" fmla="*/ 123825 h 151161"/>
                          <a:gd name="connsiteX23" fmla="*/ 110636 w 132734"/>
                          <a:gd name="connsiteY23" fmla="*/ 110490 h 151161"/>
                          <a:gd name="connsiteX24" fmla="*/ 102635 w 132734"/>
                          <a:gd name="connsiteY24" fmla="*/ 98203 h 151161"/>
                          <a:gd name="connsiteX25" fmla="*/ 55772 w 132734"/>
                          <a:gd name="connsiteY25" fmla="*/ 61246 h 1511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132734" h="151161">
                            <a:moveTo>
                              <a:pt x="55772" y="61246"/>
                            </a:moveTo>
                            <a:cubicBezTo>
                              <a:pt x="52724" y="58864"/>
                              <a:pt x="49581" y="56388"/>
                              <a:pt x="46533" y="53149"/>
                            </a:cubicBezTo>
                            <a:cubicBezTo>
                              <a:pt x="43771" y="50292"/>
                              <a:pt x="41675" y="48101"/>
                              <a:pt x="39294" y="45529"/>
                            </a:cubicBezTo>
                            <a:lnTo>
                              <a:pt x="25387" y="30671"/>
                            </a:lnTo>
                            <a:cubicBezTo>
                              <a:pt x="16338" y="20669"/>
                              <a:pt x="7956" y="10763"/>
                              <a:pt x="1956" y="0"/>
                            </a:cubicBezTo>
                            <a:cubicBezTo>
                              <a:pt x="337" y="2953"/>
                              <a:pt x="-426" y="6191"/>
                              <a:pt x="241" y="9334"/>
                            </a:cubicBezTo>
                            <a:cubicBezTo>
                              <a:pt x="1003" y="13240"/>
                              <a:pt x="1670" y="17050"/>
                              <a:pt x="2527" y="20669"/>
                            </a:cubicBezTo>
                            <a:cubicBezTo>
                              <a:pt x="5004" y="31051"/>
                              <a:pt x="8052" y="40767"/>
                              <a:pt x="13290" y="50482"/>
                            </a:cubicBezTo>
                            <a:cubicBezTo>
                              <a:pt x="15005" y="53626"/>
                              <a:pt x="16815" y="56864"/>
                              <a:pt x="19006" y="60007"/>
                            </a:cubicBezTo>
                            <a:cubicBezTo>
                              <a:pt x="20149" y="61531"/>
                              <a:pt x="21101" y="63341"/>
                              <a:pt x="22339" y="64960"/>
                            </a:cubicBezTo>
                            <a:lnTo>
                              <a:pt x="24149" y="67437"/>
                            </a:lnTo>
                            <a:lnTo>
                              <a:pt x="25102" y="68675"/>
                            </a:lnTo>
                            <a:lnTo>
                              <a:pt x="26721" y="70580"/>
                            </a:lnTo>
                            <a:cubicBezTo>
                              <a:pt x="30531" y="75057"/>
                              <a:pt x="34627" y="78867"/>
                              <a:pt x="38818" y="82582"/>
                            </a:cubicBezTo>
                            <a:cubicBezTo>
                              <a:pt x="55201" y="95917"/>
                              <a:pt x="71298" y="106299"/>
                              <a:pt x="77203" y="112490"/>
                            </a:cubicBezTo>
                            <a:cubicBezTo>
                              <a:pt x="77966" y="113252"/>
                              <a:pt x="78918" y="113919"/>
                              <a:pt x="79394" y="114490"/>
                            </a:cubicBezTo>
                            <a:cubicBezTo>
                              <a:pt x="80537" y="115538"/>
                              <a:pt x="81394" y="116396"/>
                              <a:pt x="82347" y="117062"/>
                            </a:cubicBezTo>
                            <a:cubicBezTo>
                              <a:pt x="83395" y="118110"/>
                              <a:pt x="85205" y="120396"/>
                              <a:pt x="86633" y="121825"/>
                            </a:cubicBezTo>
                            <a:cubicBezTo>
                              <a:pt x="89681" y="125063"/>
                              <a:pt x="92729" y="128016"/>
                              <a:pt x="95777" y="130873"/>
                            </a:cubicBezTo>
                            <a:cubicBezTo>
                              <a:pt x="104255" y="138303"/>
                              <a:pt x="113208" y="143637"/>
                              <a:pt x="122733" y="147733"/>
                            </a:cubicBezTo>
                            <a:cubicBezTo>
                              <a:pt x="125876" y="148971"/>
                              <a:pt x="129019" y="150114"/>
                              <a:pt x="132353" y="151066"/>
                            </a:cubicBezTo>
                            <a:lnTo>
                              <a:pt x="132734" y="151162"/>
                            </a:lnTo>
                            <a:cubicBezTo>
                              <a:pt x="128067" y="142018"/>
                              <a:pt x="123305" y="132874"/>
                              <a:pt x="118351" y="123825"/>
                            </a:cubicBezTo>
                            <a:cubicBezTo>
                              <a:pt x="115780" y="119348"/>
                              <a:pt x="113398" y="114776"/>
                              <a:pt x="110636" y="110490"/>
                            </a:cubicBezTo>
                            <a:cubicBezTo>
                              <a:pt x="107969" y="106013"/>
                              <a:pt x="105398" y="101632"/>
                              <a:pt x="102635" y="98203"/>
                            </a:cubicBezTo>
                            <a:cubicBezTo>
                              <a:pt x="91015" y="83725"/>
                              <a:pt x="73203" y="73914"/>
                              <a:pt x="55772" y="6124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16" name="Forme libre : forme 12015">
                        <a:extLst>
                          <a:ext uri="{FF2B5EF4-FFF2-40B4-BE49-F238E27FC236}">
                            <a16:creationId xmlns:a16="http://schemas.microsoft.com/office/drawing/2014/main" id="{69828F3F-D6FE-494B-831F-87C3A21702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88225" y="2786017"/>
                        <a:ext cx="70420" cy="69927"/>
                      </a:xfrm>
                      <a:custGeom>
                        <a:avLst/>
                        <a:gdLst>
                          <a:gd name="connsiteX0" fmla="*/ 68147 w 70420"/>
                          <a:gd name="connsiteY0" fmla="*/ 69291 h 69927"/>
                          <a:gd name="connsiteX1" fmla="*/ 49383 w 70420"/>
                          <a:gd name="connsiteY1" fmla="*/ 57671 h 69927"/>
                          <a:gd name="connsiteX2" fmla="*/ 29475 w 70420"/>
                          <a:gd name="connsiteY2" fmla="*/ 40621 h 69927"/>
                          <a:gd name="connsiteX3" fmla="*/ 9282 w 70420"/>
                          <a:gd name="connsiteY3" fmla="*/ 22333 h 69927"/>
                          <a:gd name="connsiteX4" fmla="*/ 1472 w 70420"/>
                          <a:gd name="connsiteY4" fmla="*/ 1664 h 69927"/>
                          <a:gd name="connsiteX5" fmla="*/ 21570 w 70420"/>
                          <a:gd name="connsiteY5" fmla="*/ 5474 h 69927"/>
                          <a:gd name="connsiteX6" fmla="*/ 44811 w 70420"/>
                          <a:gd name="connsiteY6" fmla="*/ 21095 h 69927"/>
                          <a:gd name="connsiteX7" fmla="*/ 65385 w 70420"/>
                          <a:gd name="connsiteY7" fmla="*/ 45955 h 69927"/>
                          <a:gd name="connsiteX8" fmla="*/ 68147 w 70420"/>
                          <a:gd name="connsiteY8" fmla="*/ 69291 h 699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0420" h="69927">
                            <a:moveTo>
                              <a:pt x="68147" y="69291"/>
                            </a:moveTo>
                            <a:cubicBezTo>
                              <a:pt x="63956" y="72054"/>
                              <a:pt x="56527" y="65386"/>
                              <a:pt x="49383" y="57671"/>
                            </a:cubicBezTo>
                            <a:cubicBezTo>
                              <a:pt x="43001" y="51194"/>
                              <a:pt x="34048" y="44336"/>
                              <a:pt x="29475" y="40621"/>
                            </a:cubicBezTo>
                            <a:cubicBezTo>
                              <a:pt x="24999" y="36907"/>
                              <a:pt x="16426" y="30048"/>
                              <a:pt x="9282" y="22333"/>
                            </a:cubicBezTo>
                            <a:cubicBezTo>
                              <a:pt x="2139" y="14713"/>
                              <a:pt x="-2528" y="5665"/>
                              <a:pt x="1472" y="1664"/>
                            </a:cubicBezTo>
                            <a:cubicBezTo>
                              <a:pt x="5377" y="-2051"/>
                              <a:pt x="12807" y="997"/>
                              <a:pt x="21570" y="5474"/>
                            </a:cubicBezTo>
                            <a:cubicBezTo>
                              <a:pt x="30333" y="10046"/>
                              <a:pt x="40049" y="16904"/>
                              <a:pt x="44811" y="21095"/>
                            </a:cubicBezTo>
                            <a:cubicBezTo>
                              <a:pt x="49478" y="25096"/>
                              <a:pt x="59765" y="34335"/>
                              <a:pt x="65385" y="45955"/>
                            </a:cubicBezTo>
                            <a:cubicBezTo>
                              <a:pt x="70338" y="56814"/>
                              <a:pt x="72338" y="66434"/>
                              <a:pt x="68147" y="6929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17" name="Forme libre : forme 12016">
                        <a:extLst>
                          <a:ext uri="{FF2B5EF4-FFF2-40B4-BE49-F238E27FC236}">
                            <a16:creationId xmlns:a16="http://schemas.microsoft.com/office/drawing/2014/main" id="{AC4B4F5A-2BE8-49D2-A9D2-894E1A0EF8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88427" y="2785514"/>
                        <a:ext cx="43941" cy="52745"/>
                      </a:xfrm>
                      <a:custGeom>
                        <a:avLst/>
                        <a:gdLst>
                          <a:gd name="connsiteX0" fmla="*/ 22796 w 43941"/>
                          <a:gd name="connsiteY0" fmla="*/ 7216 h 52745"/>
                          <a:gd name="connsiteX1" fmla="*/ 888 w 43941"/>
                          <a:gd name="connsiteY1" fmla="*/ 1882 h 52745"/>
                          <a:gd name="connsiteX2" fmla="*/ 9080 w 43941"/>
                          <a:gd name="connsiteY2" fmla="*/ 22836 h 52745"/>
                          <a:gd name="connsiteX3" fmla="*/ 29559 w 43941"/>
                          <a:gd name="connsiteY3" fmla="*/ 41505 h 52745"/>
                          <a:gd name="connsiteX4" fmla="*/ 43942 w 43941"/>
                          <a:gd name="connsiteY4" fmla="*/ 52745 h 52745"/>
                          <a:gd name="connsiteX5" fmla="*/ 37750 w 43941"/>
                          <a:gd name="connsiteY5" fmla="*/ 45316 h 52745"/>
                          <a:gd name="connsiteX6" fmla="*/ 22796 w 43941"/>
                          <a:gd name="connsiteY6" fmla="*/ 7216 h 527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3941" h="52745">
                            <a:moveTo>
                              <a:pt x="22796" y="7216"/>
                            </a:moveTo>
                            <a:cubicBezTo>
                              <a:pt x="16510" y="5406"/>
                              <a:pt x="4223" y="-3929"/>
                              <a:pt x="888" y="1882"/>
                            </a:cubicBezTo>
                            <a:cubicBezTo>
                              <a:pt x="-1969" y="7025"/>
                              <a:pt x="2413" y="15597"/>
                              <a:pt x="9080" y="22836"/>
                            </a:cubicBezTo>
                            <a:cubicBezTo>
                              <a:pt x="15652" y="30171"/>
                              <a:pt x="23939" y="36743"/>
                              <a:pt x="29559" y="41505"/>
                            </a:cubicBezTo>
                            <a:cubicBezTo>
                              <a:pt x="32702" y="43982"/>
                              <a:pt x="39941" y="49697"/>
                              <a:pt x="43942" y="52745"/>
                            </a:cubicBezTo>
                            <a:cubicBezTo>
                              <a:pt x="42323" y="50745"/>
                              <a:pt x="39179" y="47602"/>
                              <a:pt x="37750" y="45316"/>
                            </a:cubicBezTo>
                            <a:cubicBezTo>
                              <a:pt x="29368" y="32933"/>
                              <a:pt x="16129" y="17502"/>
                              <a:pt x="22796" y="721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18" name="Forme libre : forme 12017">
                        <a:extLst>
                          <a:ext uri="{FF2B5EF4-FFF2-40B4-BE49-F238E27FC236}">
                            <a16:creationId xmlns:a16="http://schemas.microsoft.com/office/drawing/2014/main" id="{107CEB80-F146-40E6-83E4-51EAF0748A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90459" y="2791354"/>
                        <a:ext cx="69203" cy="69824"/>
                      </a:xfrm>
                      <a:custGeom>
                        <a:avLst/>
                        <a:gdLst>
                          <a:gd name="connsiteX0" fmla="*/ 66294 w 69203"/>
                          <a:gd name="connsiteY0" fmla="*/ 69670 h 69824"/>
                          <a:gd name="connsiteX1" fmla="*/ 46958 w 69203"/>
                          <a:gd name="connsiteY1" fmla="*/ 56907 h 69824"/>
                          <a:gd name="connsiteX2" fmla="*/ 42195 w 69203"/>
                          <a:gd name="connsiteY2" fmla="*/ 51954 h 69824"/>
                          <a:gd name="connsiteX3" fmla="*/ 37338 w 69203"/>
                          <a:gd name="connsiteY3" fmla="*/ 47572 h 69824"/>
                          <a:gd name="connsiteX4" fmla="*/ 28574 w 69203"/>
                          <a:gd name="connsiteY4" fmla="*/ 40333 h 69824"/>
                          <a:gd name="connsiteX5" fmla="*/ 9144 w 69203"/>
                          <a:gd name="connsiteY5" fmla="*/ 22522 h 69824"/>
                          <a:gd name="connsiteX6" fmla="*/ 1142 w 69203"/>
                          <a:gd name="connsiteY6" fmla="*/ 2138 h 69824"/>
                          <a:gd name="connsiteX7" fmla="*/ 21621 w 69203"/>
                          <a:gd name="connsiteY7" fmla="*/ 5567 h 69824"/>
                          <a:gd name="connsiteX8" fmla="*/ 44672 w 69203"/>
                          <a:gd name="connsiteY8" fmla="*/ 21474 h 69824"/>
                          <a:gd name="connsiteX9" fmla="*/ 64389 w 69203"/>
                          <a:gd name="connsiteY9" fmla="*/ 47477 h 69824"/>
                          <a:gd name="connsiteX10" fmla="*/ 66294 w 69203"/>
                          <a:gd name="connsiteY10" fmla="*/ 69670 h 698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9203" h="69824">
                            <a:moveTo>
                              <a:pt x="66294" y="69670"/>
                            </a:moveTo>
                            <a:cubicBezTo>
                              <a:pt x="61150" y="70908"/>
                              <a:pt x="54007" y="64527"/>
                              <a:pt x="46958" y="56907"/>
                            </a:cubicBezTo>
                            <a:cubicBezTo>
                              <a:pt x="45148" y="54716"/>
                              <a:pt x="43624" y="53478"/>
                              <a:pt x="42195" y="51954"/>
                            </a:cubicBezTo>
                            <a:cubicBezTo>
                              <a:pt x="40481" y="50525"/>
                              <a:pt x="39052" y="49001"/>
                              <a:pt x="37338" y="47572"/>
                            </a:cubicBezTo>
                            <a:cubicBezTo>
                              <a:pt x="34194" y="44715"/>
                              <a:pt x="30860" y="42238"/>
                              <a:pt x="28574" y="40333"/>
                            </a:cubicBezTo>
                            <a:cubicBezTo>
                              <a:pt x="23907" y="36523"/>
                              <a:pt x="15907" y="29856"/>
                              <a:pt x="9144" y="22522"/>
                            </a:cubicBezTo>
                            <a:cubicBezTo>
                              <a:pt x="2476" y="15187"/>
                              <a:pt x="-2286" y="6710"/>
                              <a:pt x="1142" y="2138"/>
                            </a:cubicBezTo>
                            <a:cubicBezTo>
                              <a:pt x="4477" y="-2339"/>
                              <a:pt x="12573" y="900"/>
                              <a:pt x="21621" y="5567"/>
                            </a:cubicBezTo>
                            <a:cubicBezTo>
                              <a:pt x="30670" y="10330"/>
                              <a:pt x="40385" y="17473"/>
                              <a:pt x="44672" y="21474"/>
                            </a:cubicBezTo>
                            <a:cubicBezTo>
                              <a:pt x="48863" y="24998"/>
                              <a:pt x="59817" y="35666"/>
                              <a:pt x="64389" y="47477"/>
                            </a:cubicBezTo>
                            <a:cubicBezTo>
                              <a:pt x="69246" y="58335"/>
                              <a:pt x="71342" y="68432"/>
                              <a:pt x="66294" y="6967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19" name="Forme libre : forme 12018">
                        <a:extLst>
                          <a:ext uri="{FF2B5EF4-FFF2-40B4-BE49-F238E27FC236}">
                            <a16:creationId xmlns:a16="http://schemas.microsoft.com/office/drawing/2014/main" id="{D8455661-17CE-497C-BAB3-ED28786C50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56007" y="2750020"/>
                        <a:ext cx="79296" cy="96620"/>
                      </a:xfrm>
                      <a:custGeom>
                        <a:avLst/>
                        <a:gdLst>
                          <a:gd name="connsiteX0" fmla="*/ 1209 w 79296"/>
                          <a:gd name="connsiteY0" fmla="*/ 7372 h 96620"/>
                          <a:gd name="connsiteX1" fmla="*/ 2257 w 79296"/>
                          <a:gd name="connsiteY1" fmla="*/ 24327 h 96620"/>
                          <a:gd name="connsiteX2" fmla="*/ 8449 w 79296"/>
                          <a:gd name="connsiteY2" fmla="*/ 44329 h 96620"/>
                          <a:gd name="connsiteX3" fmla="*/ 10163 w 79296"/>
                          <a:gd name="connsiteY3" fmla="*/ 49187 h 96620"/>
                          <a:gd name="connsiteX4" fmla="*/ 11115 w 79296"/>
                          <a:gd name="connsiteY4" fmla="*/ 51568 h 96620"/>
                          <a:gd name="connsiteX5" fmla="*/ 11592 w 79296"/>
                          <a:gd name="connsiteY5" fmla="*/ 52806 h 96620"/>
                          <a:gd name="connsiteX6" fmla="*/ 12830 w 79296"/>
                          <a:gd name="connsiteY6" fmla="*/ 54711 h 96620"/>
                          <a:gd name="connsiteX7" fmla="*/ 23784 w 79296"/>
                          <a:gd name="connsiteY7" fmla="*/ 68332 h 96620"/>
                          <a:gd name="connsiteX8" fmla="*/ 59788 w 79296"/>
                          <a:gd name="connsiteY8" fmla="*/ 93478 h 96620"/>
                          <a:gd name="connsiteX9" fmla="*/ 78457 w 79296"/>
                          <a:gd name="connsiteY9" fmla="*/ 93764 h 96620"/>
                          <a:gd name="connsiteX10" fmla="*/ 74361 w 79296"/>
                          <a:gd name="connsiteY10" fmla="*/ 80334 h 96620"/>
                          <a:gd name="connsiteX11" fmla="*/ 51787 w 79296"/>
                          <a:gd name="connsiteY11" fmla="*/ 44424 h 96620"/>
                          <a:gd name="connsiteX12" fmla="*/ 45215 w 79296"/>
                          <a:gd name="connsiteY12" fmla="*/ 26708 h 96620"/>
                          <a:gd name="connsiteX13" fmla="*/ 40548 w 79296"/>
                          <a:gd name="connsiteY13" fmla="*/ 16992 h 96620"/>
                          <a:gd name="connsiteX14" fmla="*/ 31785 w 79296"/>
                          <a:gd name="connsiteY14" fmla="*/ 7372 h 96620"/>
                          <a:gd name="connsiteX15" fmla="*/ 1209 w 79296"/>
                          <a:gd name="connsiteY15" fmla="*/ 7372 h 966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79296" h="96620">
                            <a:moveTo>
                              <a:pt x="1209" y="7372"/>
                            </a:moveTo>
                            <a:cubicBezTo>
                              <a:pt x="-791" y="13754"/>
                              <a:pt x="-219" y="16802"/>
                              <a:pt x="2257" y="24327"/>
                            </a:cubicBezTo>
                            <a:cubicBezTo>
                              <a:pt x="4638" y="31375"/>
                              <a:pt x="6258" y="38043"/>
                              <a:pt x="8449" y="44329"/>
                            </a:cubicBezTo>
                            <a:cubicBezTo>
                              <a:pt x="8925" y="45948"/>
                              <a:pt x="9496" y="47568"/>
                              <a:pt x="10163" y="49187"/>
                            </a:cubicBezTo>
                            <a:lnTo>
                              <a:pt x="11115" y="51568"/>
                            </a:lnTo>
                            <a:lnTo>
                              <a:pt x="11592" y="52806"/>
                            </a:lnTo>
                            <a:lnTo>
                              <a:pt x="12830" y="54711"/>
                            </a:lnTo>
                            <a:cubicBezTo>
                              <a:pt x="16259" y="60045"/>
                              <a:pt x="19879" y="64236"/>
                              <a:pt x="23784" y="68332"/>
                            </a:cubicBezTo>
                            <a:cubicBezTo>
                              <a:pt x="37119" y="81572"/>
                              <a:pt x="50263" y="89097"/>
                              <a:pt x="59788" y="93478"/>
                            </a:cubicBezTo>
                            <a:cubicBezTo>
                              <a:pt x="66932" y="96431"/>
                              <a:pt x="74361" y="98622"/>
                              <a:pt x="78457" y="93764"/>
                            </a:cubicBezTo>
                            <a:cubicBezTo>
                              <a:pt x="81029" y="90525"/>
                              <a:pt x="77124" y="85287"/>
                              <a:pt x="74361" y="80334"/>
                            </a:cubicBezTo>
                            <a:cubicBezTo>
                              <a:pt x="67980" y="68427"/>
                              <a:pt x="58264" y="57855"/>
                              <a:pt x="51787" y="44424"/>
                            </a:cubicBezTo>
                            <a:cubicBezTo>
                              <a:pt x="49121" y="38805"/>
                              <a:pt x="46644" y="32232"/>
                              <a:pt x="45215" y="26708"/>
                            </a:cubicBezTo>
                            <a:cubicBezTo>
                              <a:pt x="45024" y="24517"/>
                              <a:pt x="42643" y="20231"/>
                              <a:pt x="40548" y="16992"/>
                            </a:cubicBezTo>
                            <a:cubicBezTo>
                              <a:pt x="38357" y="13468"/>
                              <a:pt x="35405" y="10325"/>
                              <a:pt x="31785" y="7372"/>
                            </a:cubicBezTo>
                            <a:cubicBezTo>
                              <a:pt x="18545" y="-3296"/>
                              <a:pt x="3877" y="-1581"/>
                              <a:pt x="1209" y="737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20" name="Forme libre : forme 12019">
                        <a:extLst>
                          <a:ext uri="{FF2B5EF4-FFF2-40B4-BE49-F238E27FC236}">
                            <a16:creationId xmlns:a16="http://schemas.microsoft.com/office/drawing/2014/main" id="{F87B4DDA-8DFA-4A10-9662-D3F76D20F6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81543" y="2764838"/>
                        <a:ext cx="32331" cy="22752"/>
                      </a:xfrm>
                      <a:custGeom>
                        <a:avLst/>
                        <a:gdLst>
                          <a:gd name="connsiteX0" fmla="*/ 5296 w 32331"/>
                          <a:gd name="connsiteY0" fmla="*/ 1031 h 22752"/>
                          <a:gd name="connsiteX1" fmla="*/ 724 w 32331"/>
                          <a:gd name="connsiteY1" fmla="*/ 174 h 22752"/>
                          <a:gd name="connsiteX2" fmla="*/ 1200 w 32331"/>
                          <a:gd name="connsiteY2" fmla="*/ 3984 h 22752"/>
                          <a:gd name="connsiteX3" fmla="*/ 6249 w 32331"/>
                          <a:gd name="connsiteY3" fmla="*/ 9414 h 22752"/>
                          <a:gd name="connsiteX4" fmla="*/ 13011 w 32331"/>
                          <a:gd name="connsiteY4" fmla="*/ 15509 h 22752"/>
                          <a:gd name="connsiteX5" fmla="*/ 19393 w 32331"/>
                          <a:gd name="connsiteY5" fmla="*/ 19891 h 22752"/>
                          <a:gd name="connsiteX6" fmla="*/ 24823 w 32331"/>
                          <a:gd name="connsiteY6" fmla="*/ 22367 h 22752"/>
                          <a:gd name="connsiteX7" fmla="*/ 27489 w 32331"/>
                          <a:gd name="connsiteY7" fmla="*/ 13700 h 22752"/>
                          <a:gd name="connsiteX8" fmla="*/ 22918 w 32331"/>
                          <a:gd name="connsiteY8" fmla="*/ 10747 h 22752"/>
                          <a:gd name="connsiteX9" fmla="*/ 17869 w 32331"/>
                          <a:gd name="connsiteY9" fmla="*/ 7794 h 22752"/>
                          <a:gd name="connsiteX10" fmla="*/ 5296 w 32331"/>
                          <a:gd name="connsiteY10" fmla="*/ 1031 h 227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2331" h="22752">
                            <a:moveTo>
                              <a:pt x="5296" y="1031"/>
                            </a:moveTo>
                            <a:cubicBezTo>
                              <a:pt x="3391" y="269"/>
                              <a:pt x="2058" y="-302"/>
                              <a:pt x="724" y="174"/>
                            </a:cubicBezTo>
                            <a:cubicBezTo>
                              <a:pt x="-514" y="650"/>
                              <a:pt x="-38" y="2270"/>
                              <a:pt x="1200" y="3984"/>
                            </a:cubicBezTo>
                            <a:cubicBezTo>
                              <a:pt x="2439" y="5603"/>
                              <a:pt x="4534" y="7699"/>
                              <a:pt x="6249" y="9414"/>
                            </a:cubicBezTo>
                            <a:cubicBezTo>
                              <a:pt x="8439" y="11414"/>
                              <a:pt x="10821" y="13605"/>
                              <a:pt x="13011" y="15509"/>
                            </a:cubicBezTo>
                            <a:cubicBezTo>
                              <a:pt x="14916" y="17129"/>
                              <a:pt x="17107" y="18653"/>
                              <a:pt x="19393" y="19891"/>
                            </a:cubicBezTo>
                            <a:cubicBezTo>
                              <a:pt x="21203" y="20939"/>
                              <a:pt x="23013" y="21986"/>
                              <a:pt x="24823" y="22367"/>
                            </a:cubicBezTo>
                            <a:cubicBezTo>
                              <a:pt x="32728" y="24177"/>
                              <a:pt x="35585" y="19319"/>
                              <a:pt x="27489" y="13700"/>
                            </a:cubicBezTo>
                            <a:cubicBezTo>
                              <a:pt x="25966" y="12557"/>
                              <a:pt x="24441" y="11604"/>
                              <a:pt x="22918" y="10747"/>
                            </a:cubicBezTo>
                            <a:cubicBezTo>
                              <a:pt x="21298" y="9794"/>
                              <a:pt x="20346" y="9604"/>
                              <a:pt x="17869" y="7794"/>
                            </a:cubicBezTo>
                            <a:cubicBezTo>
                              <a:pt x="13488" y="4937"/>
                              <a:pt x="9202" y="2460"/>
                              <a:pt x="5296" y="103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21" name="Forme libre : forme 12020">
                        <a:extLst>
                          <a:ext uri="{FF2B5EF4-FFF2-40B4-BE49-F238E27FC236}">
                            <a16:creationId xmlns:a16="http://schemas.microsoft.com/office/drawing/2014/main" id="{70C7F7FA-1FD6-40EC-ABE5-FE27469B2C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15700" y="2854642"/>
                        <a:ext cx="51911" cy="33051"/>
                      </a:xfrm>
                      <a:custGeom>
                        <a:avLst/>
                        <a:gdLst>
                          <a:gd name="connsiteX0" fmla="*/ 51911 w 51911"/>
                          <a:gd name="connsiteY0" fmla="*/ 33052 h 33051"/>
                          <a:gd name="connsiteX1" fmla="*/ 24479 w 51911"/>
                          <a:gd name="connsiteY1" fmla="*/ 19145 h 33051"/>
                          <a:gd name="connsiteX2" fmla="*/ 10668 w 51911"/>
                          <a:gd name="connsiteY2" fmla="*/ 7810 h 33051"/>
                          <a:gd name="connsiteX3" fmla="*/ 4381 w 51911"/>
                          <a:gd name="connsiteY3" fmla="*/ 2381 h 33051"/>
                          <a:gd name="connsiteX4" fmla="*/ 0 w 51911"/>
                          <a:gd name="connsiteY4" fmla="*/ 0 h 33051"/>
                          <a:gd name="connsiteX5" fmla="*/ 2191 w 51911"/>
                          <a:gd name="connsiteY5" fmla="*/ 952 h 33051"/>
                          <a:gd name="connsiteX6" fmla="*/ 4763 w 51911"/>
                          <a:gd name="connsiteY6" fmla="*/ 2476 h 33051"/>
                          <a:gd name="connsiteX7" fmla="*/ 11239 w 51911"/>
                          <a:gd name="connsiteY7" fmla="*/ 7334 h 33051"/>
                          <a:gd name="connsiteX8" fmla="*/ 24955 w 51911"/>
                          <a:gd name="connsiteY8" fmla="*/ 16859 h 33051"/>
                          <a:gd name="connsiteX9" fmla="*/ 51911 w 51911"/>
                          <a:gd name="connsiteY9" fmla="*/ 33052 h 33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1911" h="33051">
                            <a:moveTo>
                              <a:pt x="51911" y="33052"/>
                            </a:moveTo>
                            <a:cubicBezTo>
                              <a:pt x="43719" y="32575"/>
                              <a:pt x="33909" y="26575"/>
                              <a:pt x="24479" y="19145"/>
                            </a:cubicBezTo>
                            <a:cubicBezTo>
                              <a:pt x="19717" y="15621"/>
                              <a:pt x="15144" y="11525"/>
                              <a:pt x="10668" y="7810"/>
                            </a:cubicBezTo>
                            <a:cubicBezTo>
                              <a:pt x="8477" y="5905"/>
                              <a:pt x="6382" y="4096"/>
                              <a:pt x="4381" y="2381"/>
                            </a:cubicBezTo>
                            <a:cubicBezTo>
                              <a:pt x="2286" y="667"/>
                              <a:pt x="1524" y="857"/>
                              <a:pt x="0" y="0"/>
                            </a:cubicBezTo>
                            <a:cubicBezTo>
                              <a:pt x="667" y="286"/>
                              <a:pt x="1428" y="571"/>
                              <a:pt x="2191" y="952"/>
                            </a:cubicBezTo>
                            <a:cubicBezTo>
                              <a:pt x="2857" y="1238"/>
                              <a:pt x="3620" y="1429"/>
                              <a:pt x="4763" y="2476"/>
                            </a:cubicBezTo>
                            <a:cubicBezTo>
                              <a:pt x="6858" y="4096"/>
                              <a:pt x="8954" y="5715"/>
                              <a:pt x="11239" y="7334"/>
                            </a:cubicBezTo>
                            <a:cubicBezTo>
                              <a:pt x="15716" y="10477"/>
                              <a:pt x="20193" y="13811"/>
                              <a:pt x="24955" y="16859"/>
                            </a:cubicBezTo>
                            <a:cubicBezTo>
                              <a:pt x="34100" y="23146"/>
                              <a:pt x="43625" y="28765"/>
                              <a:pt x="51911" y="3305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22" name="Forme libre : forme 12021">
                        <a:extLst>
                          <a:ext uri="{FF2B5EF4-FFF2-40B4-BE49-F238E27FC236}">
                            <a16:creationId xmlns:a16="http://schemas.microsoft.com/office/drawing/2014/main" id="{5B412D67-4594-459E-B7A2-8104E98404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47501" y="2734720"/>
                        <a:ext cx="68961" cy="28482"/>
                      </a:xfrm>
                      <a:custGeom>
                        <a:avLst/>
                        <a:gdLst>
                          <a:gd name="connsiteX0" fmla="*/ 68961 w 68961"/>
                          <a:gd name="connsiteY0" fmla="*/ 28482 h 28482"/>
                          <a:gd name="connsiteX1" fmla="*/ 67342 w 68961"/>
                          <a:gd name="connsiteY1" fmla="*/ 27434 h 28482"/>
                          <a:gd name="connsiteX2" fmla="*/ 63055 w 68961"/>
                          <a:gd name="connsiteY2" fmla="*/ 23624 h 28482"/>
                          <a:gd name="connsiteX3" fmla="*/ 54197 w 68961"/>
                          <a:gd name="connsiteY3" fmla="*/ 16862 h 28482"/>
                          <a:gd name="connsiteX4" fmla="*/ 35624 w 68961"/>
                          <a:gd name="connsiteY4" fmla="*/ 7241 h 28482"/>
                          <a:gd name="connsiteX5" fmla="*/ 0 w 68961"/>
                          <a:gd name="connsiteY5" fmla="*/ 2 h 28482"/>
                          <a:gd name="connsiteX6" fmla="*/ 35624 w 68961"/>
                          <a:gd name="connsiteY6" fmla="*/ 8765 h 28482"/>
                          <a:gd name="connsiteX7" fmla="*/ 54483 w 68961"/>
                          <a:gd name="connsiteY7" fmla="*/ 18957 h 28482"/>
                          <a:gd name="connsiteX8" fmla="*/ 63246 w 68961"/>
                          <a:gd name="connsiteY8" fmla="*/ 25148 h 28482"/>
                          <a:gd name="connsiteX9" fmla="*/ 67152 w 68961"/>
                          <a:gd name="connsiteY9" fmla="*/ 27911 h 28482"/>
                          <a:gd name="connsiteX10" fmla="*/ 68961 w 68961"/>
                          <a:gd name="connsiteY10" fmla="*/ 28482 h 284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8961" h="28482">
                            <a:moveTo>
                              <a:pt x="68961" y="28482"/>
                            </a:moveTo>
                            <a:cubicBezTo>
                              <a:pt x="68199" y="27911"/>
                              <a:pt x="68009" y="27815"/>
                              <a:pt x="67342" y="27434"/>
                            </a:cubicBezTo>
                            <a:lnTo>
                              <a:pt x="63055" y="23624"/>
                            </a:lnTo>
                            <a:cubicBezTo>
                              <a:pt x="60103" y="21243"/>
                              <a:pt x="57245" y="18766"/>
                              <a:pt x="54197" y="16862"/>
                            </a:cubicBezTo>
                            <a:cubicBezTo>
                              <a:pt x="48102" y="12861"/>
                              <a:pt x="41910" y="9623"/>
                              <a:pt x="35624" y="7241"/>
                            </a:cubicBezTo>
                            <a:cubicBezTo>
                              <a:pt x="23241" y="2288"/>
                              <a:pt x="10859" y="383"/>
                              <a:pt x="0" y="2"/>
                            </a:cubicBezTo>
                            <a:cubicBezTo>
                              <a:pt x="10096" y="-93"/>
                              <a:pt x="22956" y="2955"/>
                              <a:pt x="35624" y="8765"/>
                            </a:cubicBezTo>
                            <a:cubicBezTo>
                              <a:pt x="42101" y="11528"/>
                              <a:pt x="48292" y="15147"/>
                              <a:pt x="54483" y="18957"/>
                            </a:cubicBezTo>
                            <a:cubicBezTo>
                              <a:pt x="57531" y="20862"/>
                              <a:pt x="60389" y="23053"/>
                              <a:pt x="63246" y="25148"/>
                            </a:cubicBezTo>
                            <a:cubicBezTo>
                              <a:pt x="64580" y="26006"/>
                              <a:pt x="66390" y="27625"/>
                              <a:pt x="67152" y="27911"/>
                            </a:cubicBezTo>
                            <a:cubicBezTo>
                              <a:pt x="67818" y="28196"/>
                              <a:pt x="68104" y="28196"/>
                              <a:pt x="68961" y="2848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23" name="Forme libre : forme 12022">
                        <a:extLst>
                          <a:ext uri="{FF2B5EF4-FFF2-40B4-BE49-F238E27FC236}">
                            <a16:creationId xmlns:a16="http://schemas.microsoft.com/office/drawing/2014/main" id="{961EEF59-A77E-4DE3-8988-DAC8B56412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23485" y="2806404"/>
                        <a:ext cx="25301" cy="28330"/>
                      </a:xfrm>
                      <a:custGeom>
                        <a:avLst/>
                        <a:gdLst>
                          <a:gd name="connsiteX0" fmla="*/ 23839 w 25301"/>
                          <a:gd name="connsiteY0" fmla="*/ 28330 h 28330"/>
                          <a:gd name="connsiteX1" fmla="*/ 8408 w 25301"/>
                          <a:gd name="connsiteY1" fmla="*/ 13757 h 28330"/>
                          <a:gd name="connsiteX2" fmla="*/ 1169 w 25301"/>
                          <a:gd name="connsiteY2" fmla="*/ 136 h 28330"/>
                          <a:gd name="connsiteX3" fmla="*/ 17647 w 25301"/>
                          <a:gd name="connsiteY3" fmla="*/ 12424 h 28330"/>
                          <a:gd name="connsiteX4" fmla="*/ 23839 w 25301"/>
                          <a:gd name="connsiteY4" fmla="*/ 28330 h 283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301" h="28330">
                            <a:moveTo>
                              <a:pt x="23839" y="28330"/>
                            </a:moveTo>
                            <a:cubicBezTo>
                              <a:pt x="19933" y="28140"/>
                              <a:pt x="11646" y="16900"/>
                              <a:pt x="8408" y="13757"/>
                            </a:cubicBezTo>
                            <a:cubicBezTo>
                              <a:pt x="5550" y="10423"/>
                              <a:pt x="-3117" y="1375"/>
                              <a:pt x="1169" y="136"/>
                            </a:cubicBezTo>
                            <a:cubicBezTo>
                              <a:pt x="5550" y="-1292"/>
                              <a:pt x="15075" y="8899"/>
                              <a:pt x="17647" y="12424"/>
                            </a:cubicBezTo>
                            <a:cubicBezTo>
                              <a:pt x="20791" y="15662"/>
                              <a:pt x="28506" y="28235"/>
                              <a:pt x="23839" y="2833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24" name="Forme libre : forme 12023">
                        <a:extLst>
                          <a:ext uri="{FF2B5EF4-FFF2-40B4-BE49-F238E27FC236}">
                            <a16:creationId xmlns:a16="http://schemas.microsoft.com/office/drawing/2014/main" id="{36F45A2D-2E04-41C7-8C2C-740BC6EA00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5107" y="2830243"/>
                        <a:ext cx="6532" cy="9015"/>
                      </a:xfrm>
                      <a:custGeom>
                        <a:avLst/>
                        <a:gdLst>
                          <a:gd name="connsiteX0" fmla="*/ 6217 w 6532"/>
                          <a:gd name="connsiteY0" fmla="*/ 8777 h 9015"/>
                          <a:gd name="connsiteX1" fmla="*/ 2217 w 6532"/>
                          <a:gd name="connsiteY1" fmla="*/ 5729 h 9015"/>
                          <a:gd name="connsiteX2" fmla="*/ 216 w 6532"/>
                          <a:gd name="connsiteY2" fmla="*/ 300 h 9015"/>
                          <a:gd name="connsiteX3" fmla="*/ 4407 w 6532"/>
                          <a:gd name="connsiteY3" fmla="*/ 3062 h 9015"/>
                          <a:gd name="connsiteX4" fmla="*/ 6217 w 6532"/>
                          <a:gd name="connsiteY4" fmla="*/ 8777 h 90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532" h="9015">
                            <a:moveTo>
                              <a:pt x="6217" y="8777"/>
                            </a:moveTo>
                            <a:cubicBezTo>
                              <a:pt x="5265" y="9825"/>
                              <a:pt x="3264" y="7158"/>
                              <a:pt x="2217" y="5729"/>
                            </a:cubicBezTo>
                            <a:cubicBezTo>
                              <a:pt x="1264" y="4301"/>
                              <a:pt x="-641" y="1348"/>
                              <a:pt x="216" y="300"/>
                            </a:cubicBezTo>
                            <a:cubicBezTo>
                              <a:pt x="1074" y="-843"/>
                              <a:pt x="3455" y="1538"/>
                              <a:pt x="4407" y="3062"/>
                            </a:cubicBezTo>
                            <a:cubicBezTo>
                              <a:pt x="5455" y="4491"/>
                              <a:pt x="7264" y="7730"/>
                              <a:pt x="6217" y="877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25" name="Forme libre : forme 12024">
                        <a:extLst>
                          <a:ext uri="{FF2B5EF4-FFF2-40B4-BE49-F238E27FC236}">
                            <a16:creationId xmlns:a16="http://schemas.microsoft.com/office/drawing/2014/main" id="{71C3DDE7-CD0C-4E67-A42B-76BA4BDADF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35636" y="2789514"/>
                        <a:ext cx="40951" cy="91475"/>
                      </a:xfrm>
                      <a:custGeom>
                        <a:avLst/>
                        <a:gdLst>
                          <a:gd name="connsiteX0" fmla="*/ 40643 w 40951"/>
                          <a:gd name="connsiteY0" fmla="*/ 63890 h 91475"/>
                          <a:gd name="connsiteX1" fmla="*/ 37786 w 40951"/>
                          <a:gd name="connsiteY1" fmla="*/ 89988 h 91475"/>
                          <a:gd name="connsiteX2" fmla="*/ 29880 w 40951"/>
                          <a:gd name="connsiteY2" fmla="*/ 87226 h 91475"/>
                          <a:gd name="connsiteX3" fmla="*/ 27880 w 40951"/>
                          <a:gd name="connsiteY3" fmla="*/ 76367 h 91475"/>
                          <a:gd name="connsiteX4" fmla="*/ 23307 w 40951"/>
                          <a:gd name="connsiteY4" fmla="*/ 42363 h 91475"/>
                          <a:gd name="connsiteX5" fmla="*/ 8448 w 40951"/>
                          <a:gd name="connsiteY5" fmla="*/ 17217 h 91475"/>
                          <a:gd name="connsiteX6" fmla="*/ 2258 w 40951"/>
                          <a:gd name="connsiteY6" fmla="*/ 72 h 91475"/>
                          <a:gd name="connsiteX7" fmla="*/ 24260 w 40951"/>
                          <a:gd name="connsiteY7" fmla="*/ 13502 h 91475"/>
                          <a:gd name="connsiteX8" fmla="*/ 34928 w 40951"/>
                          <a:gd name="connsiteY8" fmla="*/ 28457 h 91475"/>
                          <a:gd name="connsiteX9" fmla="*/ 39595 w 40951"/>
                          <a:gd name="connsiteY9" fmla="*/ 39982 h 91475"/>
                          <a:gd name="connsiteX10" fmla="*/ 40643 w 40951"/>
                          <a:gd name="connsiteY10" fmla="*/ 63890 h 914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0951" h="91475">
                            <a:moveTo>
                              <a:pt x="40643" y="63890"/>
                            </a:moveTo>
                            <a:cubicBezTo>
                              <a:pt x="41119" y="74462"/>
                              <a:pt x="41310" y="82082"/>
                              <a:pt x="37786" y="89988"/>
                            </a:cubicBezTo>
                            <a:cubicBezTo>
                              <a:pt x="36452" y="92941"/>
                              <a:pt x="32070" y="91226"/>
                              <a:pt x="29880" y="87226"/>
                            </a:cubicBezTo>
                            <a:cubicBezTo>
                              <a:pt x="27594" y="83225"/>
                              <a:pt x="27880" y="79892"/>
                              <a:pt x="27880" y="76367"/>
                            </a:cubicBezTo>
                            <a:cubicBezTo>
                              <a:pt x="28165" y="65414"/>
                              <a:pt x="26260" y="54555"/>
                              <a:pt x="23307" y="42363"/>
                            </a:cubicBezTo>
                            <a:cubicBezTo>
                              <a:pt x="22260" y="37982"/>
                              <a:pt x="15116" y="25980"/>
                              <a:pt x="8448" y="17217"/>
                            </a:cubicBezTo>
                            <a:cubicBezTo>
                              <a:pt x="1876" y="8168"/>
                              <a:pt x="-3076" y="929"/>
                              <a:pt x="2258" y="72"/>
                            </a:cubicBezTo>
                            <a:cubicBezTo>
                              <a:pt x="7496" y="-690"/>
                              <a:pt x="16068" y="4644"/>
                              <a:pt x="24260" y="13502"/>
                            </a:cubicBezTo>
                            <a:cubicBezTo>
                              <a:pt x="28261" y="17884"/>
                              <a:pt x="32070" y="23123"/>
                              <a:pt x="34928" y="28457"/>
                            </a:cubicBezTo>
                            <a:cubicBezTo>
                              <a:pt x="38166" y="34267"/>
                              <a:pt x="38738" y="37315"/>
                              <a:pt x="39595" y="39982"/>
                            </a:cubicBezTo>
                            <a:cubicBezTo>
                              <a:pt x="42262" y="50364"/>
                              <a:pt x="40072" y="55889"/>
                              <a:pt x="40643" y="6389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19" name="Graphique 1">
                      <a:extLst>
                        <a:ext uri="{FF2B5EF4-FFF2-40B4-BE49-F238E27FC236}">
                          <a16:creationId xmlns:a16="http://schemas.microsoft.com/office/drawing/2014/main" id="{8C8F7E30-7FE0-4D26-960D-2370E8BE6E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63360" y="2888115"/>
                      <a:ext cx="154097" cy="139890"/>
                      <a:chOff x="6763360" y="2888115"/>
                      <a:chExt cx="154097" cy="139890"/>
                    </a:xfrm>
                    <a:solidFill>
                      <a:schemeClr val="accent1"/>
                    </a:solidFill>
                  </p:grpSpPr>
                  <p:sp>
                    <p:nvSpPr>
                      <p:cNvPr id="12002" name="Forme libre : forme 12001">
                        <a:extLst>
                          <a:ext uri="{FF2B5EF4-FFF2-40B4-BE49-F238E27FC236}">
                            <a16:creationId xmlns:a16="http://schemas.microsoft.com/office/drawing/2014/main" id="{62D8E663-D111-4C6F-BEE4-059263C500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63360" y="2888115"/>
                        <a:ext cx="154097" cy="139890"/>
                      </a:xfrm>
                      <a:custGeom>
                        <a:avLst/>
                        <a:gdLst>
                          <a:gd name="connsiteX0" fmla="*/ 105502 w 154097"/>
                          <a:gd name="connsiteY0" fmla="*/ 138073 h 139890"/>
                          <a:gd name="connsiteX1" fmla="*/ 77404 w 154097"/>
                          <a:gd name="connsiteY1" fmla="*/ 138549 h 139890"/>
                          <a:gd name="connsiteX2" fmla="*/ 65116 w 154097"/>
                          <a:gd name="connsiteY2" fmla="*/ 134644 h 139890"/>
                          <a:gd name="connsiteX3" fmla="*/ 52544 w 154097"/>
                          <a:gd name="connsiteY3" fmla="*/ 128167 h 139890"/>
                          <a:gd name="connsiteX4" fmla="*/ 41209 w 154097"/>
                          <a:gd name="connsiteY4" fmla="*/ 119880 h 139890"/>
                          <a:gd name="connsiteX5" fmla="*/ 33017 w 154097"/>
                          <a:gd name="connsiteY5" fmla="*/ 111974 h 139890"/>
                          <a:gd name="connsiteX6" fmla="*/ 12729 w 154097"/>
                          <a:gd name="connsiteY6" fmla="*/ 84352 h 139890"/>
                          <a:gd name="connsiteX7" fmla="*/ 61 w 154097"/>
                          <a:gd name="connsiteY7" fmla="*/ 43108 h 139890"/>
                          <a:gd name="connsiteX8" fmla="*/ 5490 w 154097"/>
                          <a:gd name="connsiteY8" fmla="*/ 9771 h 139890"/>
                          <a:gd name="connsiteX9" fmla="*/ 25206 w 154097"/>
                          <a:gd name="connsiteY9" fmla="*/ 1103 h 139890"/>
                          <a:gd name="connsiteX10" fmla="*/ 77213 w 154097"/>
                          <a:gd name="connsiteY10" fmla="*/ 45299 h 139890"/>
                          <a:gd name="connsiteX11" fmla="*/ 82928 w 154097"/>
                          <a:gd name="connsiteY11" fmla="*/ 52824 h 139890"/>
                          <a:gd name="connsiteX12" fmla="*/ 89119 w 154097"/>
                          <a:gd name="connsiteY12" fmla="*/ 59777 h 139890"/>
                          <a:gd name="connsiteX13" fmla="*/ 91786 w 154097"/>
                          <a:gd name="connsiteY13" fmla="*/ 62254 h 139890"/>
                          <a:gd name="connsiteX14" fmla="*/ 92358 w 154097"/>
                          <a:gd name="connsiteY14" fmla="*/ 62730 h 139890"/>
                          <a:gd name="connsiteX15" fmla="*/ 92358 w 154097"/>
                          <a:gd name="connsiteY15" fmla="*/ 62825 h 139890"/>
                          <a:gd name="connsiteX16" fmla="*/ 92358 w 154097"/>
                          <a:gd name="connsiteY16" fmla="*/ 62921 h 139890"/>
                          <a:gd name="connsiteX17" fmla="*/ 92358 w 154097"/>
                          <a:gd name="connsiteY17" fmla="*/ 63111 h 139890"/>
                          <a:gd name="connsiteX18" fmla="*/ 93786 w 154097"/>
                          <a:gd name="connsiteY18" fmla="*/ 65016 h 139890"/>
                          <a:gd name="connsiteX19" fmla="*/ 95311 w 154097"/>
                          <a:gd name="connsiteY19" fmla="*/ 65206 h 139890"/>
                          <a:gd name="connsiteX20" fmla="*/ 97882 w 154097"/>
                          <a:gd name="connsiteY20" fmla="*/ 64635 h 139890"/>
                          <a:gd name="connsiteX21" fmla="*/ 103693 w 154097"/>
                          <a:gd name="connsiteY21" fmla="*/ 63016 h 139890"/>
                          <a:gd name="connsiteX22" fmla="*/ 131696 w 154097"/>
                          <a:gd name="connsiteY22" fmla="*/ 54443 h 139890"/>
                          <a:gd name="connsiteX23" fmla="*/ 151508 w 154097"/>
                          <a:gd name="connsiteY23" fmla="*/ 61873 h 139890"/>
                          <a:gd name="connsiteX24" fmla="*/ 151318 w 154097"/>
                          <a:gd name="connsiteY24" fmla="*/ 96925 h 139890"/>
                          <a:gd name="connsiteX25" fmla="*/ 139411 w 154097"/>
                          <a:gd name="connsiteY25" fmla="*/ 117880 h 139890"/>
                          <a:gd name="connsiteX26" fmla="*/ 105502 w 154097"/>
                          <a:gd name="connsiteY26" fmla="*/ 138073 h 139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54097" h="139890">
                            <a:moveTo>
                              <a:pt x="105502" y="138073"/>
                            </a:moveTo>
                            <a:cubicBezTo>
                              <a:pt x="99025" y="139597"/>
                              <a:pt x="90357" y="141025"/>
                              <a:pt x="77404" y="138549"/>
                            </a:cubicBezTo>
                            <a:cubicBezTo>
                              <a:pt x="73593" y="137311"/>
                              <a:pt x="69402" y="135977"/>
                              <a:pt x="65116" y="134644"/>
                            </a:cubicBezTo>
                            <a:cubicBezTo>
                              <a:pt x="61020" y="132644"/>
                              <a:pt x="56829" y="130453"/>
                              <a:pt x="52544" y="128167"/>
                            </a:cubicBezTo>
                            <a:cubicBezTo>
                              <a:pt x="48257" y="126166"/>
                              <a:pt x="44256" y="122166"/>
                              <a:pt x="41209" y="119880"/>
                            </a:cubicBezTo>
                            <a:cubicBezTo>
                              <a:pt x="37779" y="117213"/>
                              <a:pt x="35684" y="114641"/>
                              <a:pt x="33017" y="111974"/>
                            </a:cubicBezTo>
                            <a:cubicBezTo>
                              <a:pt x="23016" y="101306"/>
                              <a:pt x="16825" y="91305"/>
                              <a:pt x="12729" y="84352"/>
                            </a:cubicBezTo>
                            <a:cubicBezTo>
                              <a:pt x="3490" y="67873"/>
                              <a:pt x="632" y="54920"/>
                              <a:pt x="61" y="43108"/>
                            </a:cubicBezTo>
                            <a:cubicBezTo>
                              <a:pt x="-416" y="31297"/>
                              <a:pt x="1965" y="20820"/>
                              <a:pt x="5490" y="9771"/>
                            </a:cubicBezTo>
                            <a:cubicBezTo>
                              <a:pt x="7966" y="2056"/>
                              <a:pt x="17968" y="-2135"/>
                              <a:pt x="25206" y="1103"/>
                            </a:cubicBezTo>
                            <a:cubicBezTo>
                              <a:pt x="46161" y="10342"/>
                              <a:pt x="62354" y="24344"/>
                              <a:pt x="77213" y="45299"/>
                            </a:cubicBezTo>
                            <a:cubicBezTo>
                              <a:pt x="78832" y="47395"/>
                              <a:pt x="80737" y="50062"/>
                              <a:pt x="82928" y="52824"/>
                            </a:cubicBezTo>
                            <a:cubicBezTo>
                              <a:pt x="84928" y="55015"/>
                              <a:pt x="87214" y="58158"/>
                              <a:pt x="89119" y="59777"/>
                            </a:cubicBezTo>
                            <a:cubicBezTo>
                              <a:pt x="90071" y="60730"/>
                              <a:pt x="91120" y="61968"/>
                              <a:pt x="91786" y="62254"/>
                            </a:cubicBezTo>
                            <a:cubicBezTo>
                              <a:pt x="92263" y="62635"/>
                              <a:pt x="92358" y="62730"/>
                              <a:pt x="92358" y="62730"/>
                            </a:cubicBezTo>
                            <a:cubicBezTo>
                              <a:pt x="92358" y="62825"/>
                              <a:pt x="92358" y="62825"/>
                              <a:pt x="92358" y="62825"/>
                            </a:cubicBezTo>
                            <a:lnTo>
                              <a:pt x="92358" y="62921"/>
                            </a:lnTo>
                            <a:cubicBezTo>
                              <a:pt x="92358" y="63016"/>
                              <a:pt x="92358" y="63111"/>
                              <a:pt x="92358" y="63111"/>
                            </a:cubicBezTo>
                            <a:cubicBezTo>
                              <a:pt x="92358" y="63301"/>
                              <a:pt x="92739" y="64159"/>
                              <a:pt x="93786" y="65016"/>
                            </a:cubicBezTo>
                            <a:cubicBezTo>
                              <a:pt x="93786" y="65397"/>
                              <a:pt x="94453" y="65397"/>
                              <a:pt x="95311" y="65206"/>
                            </a:cubicBezTo>
                            <a:cubicBezTo>
                              <a:pt x="96168" y="65016"/>
                              <a:pt x="96930" y="64825"/>
                              <a:pt x="97882" y="64635"/>
                            </a:cubicBezTo>
                            <a:cubicBezTo>
                              <a:pt x="99692" y="64063"/>
                              <a:pt x="101597" y="63682"/>
                              <a:pt x="103693" y="63016"/>
                            </a:cubicBezTo>
                            <a:cubicBezTo>
                              <a:pt x="111789" y="60539"/>
                              <a:pt x="121028" y="57682"/>
                              <a:pt x="131696" y="54443"/>
                            </a:cubicBezTo>
                            <a:cubicBezTo>
                              <a:pt x="138935" y="52253"/>
                              <a:pt x="149222" y="54538"/>
                              <a:pt x="151508" y="61873"/>
                            </a:cubicBezTo>
                            <a:cubicBezTo>
                              <a:pt x="154556" y="72541"/>
                              <a:pt x="155413" y="83780"/>
                              <a:pt x="151318" y="96925"/>
                            </a:cubicBezTo>
                            <a:cubicBezTo>
                              <a:pt x="149031" y="103402"/>
                              <a:pt x="145793" y="110450"/>
                              <a:pt x="139411" y="117880"/>
                            </a:cubicBezTo>
                            <a:cubicBezTo>
                              <a:pt x="132268" y="125786"/>
                              <a:pt x="120075" y="134644"/>
                              <a:pt x="105502" y="13807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03" name="Forme libre : forme 12002">
                        <a:extLst>
                          <a:ext uri="{FF2B5EF4-FFF2-40B4-BE49-F238E27FC236}">
                            <a16:creationId xmlns:a16="http://schemas.microsoft.com/office/drawing/2014/main" id="{BCF75A67-EAEE-4048-B93F-53AF1F7D5F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63528" y="2890361"/>
                        <a:ext cx="153643" cy="137560"/>
                      </a:xfrm>
                      <a:custGeom>
                        <a:avLst/>
                        <a:gdLst>
                          <a:gd name="connsiteX0" fmla="*/ 41707 w 153643"/>
                          <a:gd name="connsiteY0" fmla="*/ 77057 h 137560"/>
                          <a:gd name="connsiteX1" fmla="*/ 11609 w 153643"/>
                          <a:gd name="connsiteY1" fmla="*/ 0 h 137560"/>
                          <a:gd name="connsiteX2" fmla="*/ 5417 w 153643"/>
                          <a:gd name="connsiteY2" fmla="*/ 7334 h 137560"/>
                          <a:gd name="connsiteX3" fmla="*/ 2274 w 153643"/>
                          <a:gd name="connsiteY3" fmla="*/ 18669 h 137560"/>
                          <a:gd name="connsiteX4" fmla="*/ 1607 w 153643"/>
                          <a:gd name="connsiteY4" fmla="*/ 53530 h 137560"/>
                          <a:gd name="connsiteX5" fmla="*/ 12656 w 153643"/>
                          <a:gd name="connsiteY5" fmla="*/ 81915 h 137560"/>
                          <a:gd name="connsiteX6" fmla="*/ 19895 w 153643"/>
                          <a:gd name="connsiteY6" fmla="*/ 93440 h 137560"/>
                          <a:gd name="connsiteX7" fmla="*/ 28468 w 153643"/>
                          <a:gd name="connsiteY7" fmla="*/ 104680 h 137560"/>
                          <a:gd name="connsiteX8" fmla="*/ 40279 w 153643"/>
                          <a:gd name="connsiteY8" fmla="*/ 116776 h 137560"/>
                          <a:gd name="connsiteX9" fmla="*/ 43994 w 153643"/>
                          <a:gd name="connsiteY9" fmla="*/ 119824 h 137560"/>
                          <a:gd name="connsiteX10" fmla="*/ 48470 w 153643"/>
                          <a:gd name="connsiteY10" fmla="*/ 123349 h 137560"/>
                          <a:gd name="connsiteX11" fmla="*/ 58186 w 153643"/>
                          <a:gd name="connsiteY11" fmla="*/ 128778 h 137560"/>
                          <a:gd name="connsiteX12" fmla="*/ 77236 w 153643"/>
                          <a:gd name="connsiteY12" fmla="*/ 136207 h 137560"/>
                          <a:gd name="connsiteX13" fmla="*/ 95238 w 153643"/>
                          <a:gd name="connsiteY13" fmla="*/ 137446 h 137560"/>
                          <a:gd name="connsiteX14" fmla="*/ 105144 w 153643"/>
                          <a:gd name="connsiteY14" fmla="*/ 135826 h 137560"/>
                          <a:gd name="connsiteX15" fmla="*/ 131529 w 153643"/>
                          <a:gd name="connsiteY15" fmla="*/ 122587 h 137560"/>
                          <a:gd name="connsiteX16" fmla="*/ 136672 w 153643"/>
                          <a:gd name="connsiteY16" fmla="*/ 118015 h 137560"/>
                          <a:gd name="connsiteX17" fmla="*/ 140196 w 153643"/>
                          <a:gd name="connsiteY17" fmla="*/ 114109 h 137560"/>
                          <a:gd name="connsiteX18" fmla="*/ 145530 w 153643"/>
                          <a:gd name="connsiteY18" fmla="*/ 106489 h 137560"/>
                          <a:gd name="connsiteX19" fmla="*/ 153341 w 153643"/>
                          <a:gd name="connsiteY19" fmla="*/ 70009 h 137560"/>
                          <a:gd name="connsiteX20" fmla="*/ 151245 w 153643"/>
                          <a:gd name="connsiteY20" fmla="*/ 59722 h 137560"/>
                          <a:gd name="connsiteX21" fmla="*/ 151055 w 153643"/>
                          <a:gd name="connsiteY21" fmla="*/ 59341 h 137560"/>
                          <a:gd name="connsiteX22" fmla="*/ 126289 w 153643"/>
                          <a:gd name="connsiteY22" fmla="*/ 93250 h 137560"/>
                          <a:gd name="connsiteX23" fmla="*/ 82855 w 153643"/>
                          <a:gd name="connsiteY23" fmla="*/ 108204 h 137560"/>
                          <a:gd name="connsiteX24" fmla="*/ 58471 w 153643"/>
                          <a:gd name="connsiteY24" fmla="*/ 95155 h 137560"/>
                          <a:gd name="connsiteX25" fmla="*/ 41707 w 153643"/>
                          <a:gd name="connsiteY25" fmla="*/ 77057 h 1375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153643" h="137560">
                            <a:moveTo>
                              <a:pt x="41707" y="77057"/>
                            </a:moveTo>
                            <a:cubicBezTo>
                              <a:pt x="23039" y="53149"/>
                              <a:pt x="11418" y="24384"/>
                              <a:pt x="11609" y="0"/>
                            </a:cubicBezTo>
                            <a:cubicBezTo>
                              <a:pt x="8751" y="1714"/>
                              <a:pt x="6465" y="4191"/>
                              <a:pt x="5417" y="7334"/>
                            </a:cubicBezTo>
                            <a:cubicBezTo>
                              <a:pt x="4179" y="11144"/>
                              <a:pt x="3131" y="14859"/>
                              <a:pt x="2274" y="18669"/>
                            </a:cubicBezTo>
                            <a:cubicBezTo>
                              <a:pt x="-107" y="29527"/>
                              <a:pt x="-1060" y="40576"/>
                              <a:pt x="1607" y="53530"/>
                            </a:cubicBezTo>
                            <a:cubicBezTo>
                              <a:pt x="3322" y="61913"/>
                              <a:pt x="6560" y="71152"/>
                              <a:pt x="12656" y="81915"/>
                            </a:cubicBezTo>
                            <a:cubicBezTo>
                              <a:pt x="14276" y="85154"/>
                              <a:pt x="17133" y="89154"/>
                              <a:pt x="19895" y="93440"/>
                            </a:cubicBezTo>
                            <a:cubicBezTo>
                              <a:pt x="22181" y="96869"/>
                              <a:pt x="25420" y="100870"/>
                              <a:pt x="28468" y="104680"/>
                            </a:cubicBezTo>
                            <a:cubicBezTo>
                              <a:pt x="32088" y="108680"/>
                              <a:pt x="35707" y="112776"/>
                              <a:pt x="40279" y="116776"/>
                            </a:cubicBezTo>
                            <a:lnTo>
                              <a:pt x="43994" y="119824"/>
                            </a:lnTo>
                            <a:lnTo>
                              <a:pt x="48470" y="123349"/>
                            </a:lnTo>
                            <a:cubicBezTo>
                              <a:pt x="51518" y="125635"/>
                              <a:pt x="55043" y="126968"/>
                              <a:pt x="58186" y="128778"/>
                            </a:cubicBezTo>
                            <a:cubicBezTo>
                              <a:pt x="64472" y="132588"/>
                              <a:pt x="71331" y="134112"/>
                              <a:pt x="77236" y="136207"/>
                            </a:cubicBezTo>
                            <a:cubicBezTo>
                              <a:pt x="85047" y="137541"/>
                              <a:pt x="90381" y="137731"/>
                              <a:pt x="95238" y="137446"/>
                            </a:cubicBezTo>
                            <a:cubicBezTo>
                              <a:pt x="98857" y="137065"/>
                              <a:pt x="102287" y="136684"/>
                              <a:pt x="105144" y="135826"/>
                            </a:cubicBezTo>
                            <a:cubicBezTo>
                              <a:pt x="115526" y="133255"/>
                              <a:pt x="124480" y="128397"/>
                              <a:pt x="131529" y="122587"/>
                            </a:cubicBezTo>
                            <a:cubicBezTo>
                              <a:pt x="133338" y="121253"/>
                              <a:pt x="135053" y="119539"/>
                              <a:pt x="136672" y="118015"/>
                            </a:cubicBezTo>
                            <a:cubicBezTo>
                              <a:pt x="137910" y="116681"/>
                              <a:pt x="139148" y="115443"/>
                              <a:pt x="140196" y="114109"/>
                            </a:cubicBezTo>
                            <a:cubicBezTo>
                              <a:pt x="142291" y="111538"/>
                              <a:pt x="144101" y="108966"/>
                              <a:pt x="145530" y="106489"/>
                            </a:cubicBezTo>
                            <a:cubicBezTo>
                              <a:pt x="153341" y="92678"/>
                              <a:pt x="154293" y="80867"/>
                              <a:pt x="153341" y="70009"/>
                            </a:cubicBezTo>
                            <a:cubicBezTo>
                              <a:pt x="152864" y="66484"/>
                              <a:pt x="152102" y="63055"/>
                              <a:pt x="151245" y="59722"/>
                            </a:cubicBezTo>
                            <a:lnTo>
                              <a:pt x="151055" y="59341"/>
                            </a:lnTo>
                            <a:cubicBezTo>
                              <a:pt x="144387" y="71152"/>
                              <a:pt x="136863" y="82963"/>
                              <a:pt x="126289" y="93250"/>
                            </a:cubicBezTo>
                            <a:cubicBezTo>
                              <a:pt x="115812" y="103822"/>
                              <a:pt x="98763" y="112395"/>
                              <a:pt x="82855" y="108204"/>
                            </a:cubicBezTo>
                            <a:cubicBezTo>
                              <a:pt x="73807" y="106013"/>
                              <a:pt x="65139" y="100774"/>
                              <a:pt x="58471" y="95155"/>
                            </a:cubicBezTo>
                            <a:cubicBezTo>
                              <a:pt x="52090" y="89249"/>
                              <a:pt x="46565" y="83248"/>
                              <a:pt x="41707" y="7705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04" name="Forme libre : forme 12003">
                        <a:extLst>
                          <a:ext uri="{FF2B5EF4-FFF2-40B4-BE49-F238E27FC236}">
                            <a16:creationId xmlns:a16="http://schemas.microsoft.com/office/drawing/2014/main" id="{D33BE0F1-F52F-47BF-BE08-01627FD086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05615" y="2953526"/>
                        <a:ext cx="81920" cy="50098"/>
                      </a:xfrm>
                      <a:custGeom>
                        <a:avLst/>
                        <a:gdLst>
                          <a:gd name="connsiteX0" fmla="*/ 80582 w 81920"/>
                          <a:gd name="connsiteY0" fmla="*/ 22465 h 50098"/>
                          <a:gd name="connsiteX1" fmla="*/ 73248 w 81920"/>
                          <a:gd name="connsiteY1" fmla="*/ 40086 h 50098"/>
                          <a:gd name="connsiteX2" fmla="*/ 57436 w 81920"/>
                          <a:gd name="connsiteY2" fmla="*/ 48754 h 50098"/>
                          <a:gd name="connsiteX3" fmla="*/ 39720 w 81920"/>
                          <a:gd name="connsiteY3" fmla="*/ 49420 h 50098"/>
                          <a:gd name="connsiteX4" fmla="*/ 29910 w 81920"/>
                          <a:gd name="connsiteY4" fmla="*/ 46182 h 50098"/>
                          <a:gd name="connsiteX5" fmla="*/ 16098 w 81920"/>
                          <a:gd name="connsiteY5" fmla="*/ 36752 h 50098"/>
                          <a:gd name="connsiteX6" fmla="*/ 10097 w 81920"/>
                          <a:gd name="connsiteY6" fmla="*/ 30084 h 50098"/>
                          <a:gd name="connsiteX7" fmla="*/ 5240 w 81920"/>
                          <a:gd name="connsiteY7" fmla="*/ 22846 h 50098"/>
                          <a:gd name="connsiteX8" fmla="*/ 2572 w 81920"/>
                          <a:gd name="connsiteY8" fmla="*/ 938 h 50098"/>
                          <a:gd name="connsiteX9" fmla="*/ 21146 w 81920"/>
                          <a:gd name="connsiteY9" fmla="*/ 9415 h 50098"/>
                          <a:gd name="connsiteX10" fmla="*/ 26480 w 81920"/>
                          <a:gd name="connsiteY10" fmla="*/ 13987 h 50098"/>
                          <a:gd name="connsiteX11" fmla="*/ 31529 w 81920"/>
                          <a:gd name="connsiteY11" fmla="*/ 18083 h 50098"/>
                          <a:gd name="connsiteX12" fmla="*/ 39053 w 81920"/>
                          <a:gd name="connsiteY12" fmla="*/ 23036 h 50098"/>
                          <a:gd name="connsiteX13" fmla="*/ 44578 w 81920"/>
                          <a:gd name="connsiteY13" fmla="*/ 25417 h 50098"/>
                          <a:gd name="connsiteX14" fmla="*/ 54198 w 81920"/>
                          <a:gd name="connsiteY14" fmla="*/ 26751 h 50098"/>
                          <a:gd name="connsiteX15" fmla="*/ 64580 w 81920"/>
                          <a:gd name="connsiteY15" fmla="*/ 24751 h 50098"/>
                          <a:gd name="connsiteX16" fmla="*/ 80582 w 81920"/>
                          <a:gd name="connsiteY16" fmla="*/ 22465 h 500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81920" h="50098">
                            <a:moveTo>
                              <a:pt x="80582" y="22465"/>
                            </a:moveTo>
                            <a:cubicBezTo>
                              <a:pt x="83535" y="25322"/>
                              <a:pt x="81820" y="32275"/>
                              <a:pt x="73248" y="40086"/>
                            </a:cubicBezTo>
                            <a:cubicBezTo>
                              <a:pt x="69057" y="43705"/>
                              <a:pt x="63533" y="47134"/>
                              <a:pt x="57436" y="48754"/>
                            </a:cubicBezTo>
                            <a:cubicBezTo>
                              <a:pt x="51341" y="50468"/>
                              <a:pt x="44959" y="50373"/>
                              <a:pt x="39720" y="49420"/>
                            </a:cubicBezTo>
                            <a:cubicBezTo>
                              <a:pt x="35910" y="48182"/>
                              <a:pt x="32291" y="47420"/>
                              <a:pt x="29910" y="46182"/>
                            </a:cubicBezTo>
                            <a:cubicBezTo>
                              <a:pt x="26195" y="44182"/>
                              <a:pt x="20479" y="41324"/>
                              <a:pt x="16098" y="36752"/>
                            </a:cubicBezTo>
                            <a:cubicBezTo>
                              <a:pt x="13812" y="34752"/>
                              <a:pt x="11907" y="32466"/>
                              <a:pt x="10097" y="30084"/>
                            </a:cubicBezTo>
                            <a:cubicBezTo>
                              <a:pt x="8288" y="27703"/>
                              <a:pt x="6478" y="25322"/>
                              <a:pt x="5240" y="22846"/>
                            </a:cubicBezTo>
                            <a:cubicBezTo>
                              <a:pt x="-380" y="13130"/>
                              <a:pt x="-1809" y="3986"/>
                              <a:pt x="2572" y="938"/>
                            </a:cubicBezTo>
                            <a:cubicBezTo>
                              <a:pt x="7240" y="-2300"/>
                              <a:pt x="14002" y="3415"/>
                              <a:pt x="21146" y="9415"/>
                            </a:cubicBezTo>
                            <a:cubicBezTo>
                              <a:pt x="22861" y="11034"/>
                              <a:pt x="24670" y="12463"/>
                              <a:pt x="26480" y="13987"/>
                            </a:cubicBezTo>
                            <a:cubicBezTo>
                              <a:pt x="28195" y="15511"/>
                              <a:pt x="29910" y="17035"/>
                              <a:pt x="31529" y="18083"/>
                            </a:cubicBezTo>
                            <a:cubicBezTo>
                              <a:pt x="34577" y="20559"/>
                              <a:pt x="37148" y="21893"/>
                              <a:pt x="39053" y="23036"/>
                            </a:cubicBezTo>
                            <a:cubicBezTo>
                              <a:pt x="40292" y="23989"/>
                              <a:pt x="42292" y="24370"/>
                              <a:pt x="44578" y="25417"/>
                            </a:cubicBezTo>
                            <a:cubicBezTo>
                              <a:pt x="47245" y="26370"/>
                              <a:pt x="50674" y="26846"/>
                              <a:pt x="54198" y="26751"/>
                            </a:cubicBezTo>
                            <a:cubicBezTo>
                              <a:pt x="57722" y="26560"/>
                              <a:pt x="61247" y="25703"/>
                              <a:pt x="64580" y="24751"/>
                            </a:cubicBezTo>
                            <a:cubicBezTo>
                              <a:pt x="70772" y="22655"/>
                              <a:pt x="77629" y="19607"/>
                              <a:pt x="80582" y="2246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05" name="Forme libre : forme 12004">
                        <a:extLst>
                          <a:ext uri="{FF2B5EF4-FFF2-40B4-BE49-F238E27FC236}">
                            <a16:creationId xmlns:a16="http://schemas.microsoft.com/office/drawing/2014/main" id="{86DF8125-50B1-4416-9304-4CAEF5941A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05953" y="2952665"/>
                        <a:ext cx="56908" cy="50857"/>
                      </a:xfrm>
                      <a:custGeom>
                        <a:avLst/>
                        <a:gdLst>
                          <a:gd name="connsiteX0" fmla="*/ 21857 w 56908"/>
                          <a:gd name="connsiteY0" fmla="*/ 11515 h 50857"/>
                          <a:gd name="connsiteX1" fmla="*/ 1949 w 56908"/>
                          <a:gd name="connsiteY1" fmla="*/ 1323 h 50857"/>
                          <a:gd name="connsiteX2" fmla="*/ 30238 w 56908"/>
                          <a:gd name="connsiteY2" fmla="*/ 47424 h 50857"/>
                          <a:gd name="connsiteX3" fmla="*/ 39382 w 56908"/>
                          <a:gd name="connsiteY3" fmla="*/ 50281 h 50857"/>
                          <a:gd name="connsiteX4" fmla="*/ 56909 w 56908"/>
                          <a:gd name="connsiteY4" fmla="*/ 49234 h 50857"/>
                          <a:gd name="connsiteX5" fmla="*/ 42716 w 56908"/>
                          <a:gd name="connsiteY5" fmla="*/ 48662 h 50857"/>
                          <a:gd name="connsiteX6" fmla="*/ 39859 w 56908"/>
                          <a:gd name="connsiteY6" fmla="*/ 47614 h 50857"/>
                          <a:gd name="connsiteX7" fmla="*/ 20047 w 56908"/>
                          <a:gd name="connsiteY7" fmla="*/ 28660 h 50857"/>
                          <a:gd name="connsiteX8" fmla="*/ 21857 w 56908"/>
                          <a:gd name="connsiteY8" fmla="*/ 11515 h 50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6908" h="50857">
                            <a:moveTo>
                              <a:pt x="21857" y="11515"/>
                            </a:moveTo>
                            <a:cubicBezTo>
                              <a:pt x="16713" y="8752"/>
                              <a:pt x="6521" y="-4106"/>
                              <a:pt x="1949" y="1323"/>
                            </a:cubicBezTo>
                            <a:cubicBezTo>
                              <a:pt x="-5099" y="9800"/>
                              <a:pt x="7569" y="37137"/>
                              <a:pt x="30238" y="47424"/>
                            </a:cubicBezTo>
                            <a:cubicBezTo>
                              <a:pt x="32334" y="48281"/>
                              <a:pt x="35477" y="49138"/>
                              <a:pt x="39382" y="50281"/>
                            </a:cubicBezTo>
                            <a:cubicBezTo>
                              <a:pt x="45193" y="51424"/>
                              <a:pt x="52718" y="50758"/>
                              <a:pt x="56909" y="49234"/>
                            </a:cubicBezTo>
                            <a:cubicBezTo>
                              <a:pt x="53003" y="49805"/>
                              <a:pt x="46241" y="50186"/>
                              <a:pt x="42716" y="48662"/>
                            </a:cubicBezTo>
                            <a:cubicBezTo>
                              <a:pt x="41764" y="48376"/>
                              <a:pt x="40811" y="48091"/>
                              <a:pt x="39859" y="47614"/>
                            </a:cubicBezTo>
                            <a:cubicBezTo>
                              <a:pt x="30429" y="43519"/>
                              <a:pt x="22809" y="35422"/>
                              <a:pt x="20047" y="28660"/>
                            </a:cubicBezTo>
                            <a:cubicBezTo>
                              <a:pt x="17475" y="21611"/>
                              <a:pt x="17666" y="15706"/>
                              <a:pt x="21857" y="1151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06" name="Forme libre : forme 12005">
                        <a:extLst>
                          <a:ext uri="{FF2B5EF4-FFF2-40B4-BE49-F238E27FC236}">
                            <a16:creationId xmlns:a16="http://schemas.microsoft.com/office/drawing/2014/main" id="{AF70301C-E701-4E5B-A569-F721570B76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06374" y="2958943"/>
                        <a:ext cx="86288" cy="47708"/>
                      </a:xfrm>
                      <a:custGeom>
                        <a:avLst/>
                        <a:gdLst>
                          <a:gd name="connsiteX0" fmla="*/ 85349 w 86288"/>
                          <a:gd name="connsiteY0" fmla="*/ 14762 h 47708"/>
                          <a:gd name="connsiteX1" fmla="*/ 85063 w 86288"/>
                          <a:gd name="connsiteY1" fmla="*/ 23810 h 47708"/>
                          <a:gd name="connsiteX2" fmla="*/ 75443 w 86288"/>
                          <a:gd name="connsiteY2" fmla="*/ 36574 h 47708"/>
                          <a:gd name="connsiteX3" fmla="*/ 57250 w 86288"/>
                          <a:gd name="connsiteY3" fmla="*/ 46384 h 47708"/>
                          <a:gd name="connsiteX4" fmla="*/ 38486 w 86288"/>
                          <a:gd name="connsiteY4" fmla="*/ 46956 h 47708"/>
                          <a:gd name="connsiteX5" fmla="*/ 34295 w 86288"/>
                          <a:gd name="connsiteY5" fmla="*/ 45718 h 47708"/>
                          <a:gd name="connsiteX6" fmla="*/ 18102 w 86288"/>
                          <a:gd name="connsiteY6" fmla="*/ 37336 h 47708"/>
                          <a:gd name="connsiteX7" fmla="*/ 10863 w 86288"/>
                          <a:gd name="connsiteY7" fmla="*/ 30573 h 47708"/>
                          <a:gd name="connsiteX8" fmla="*/ 5720 w 86288"/>
                          <a:gd name="connsiteY8" fmla="*/ 23429 h 47708"/>
                          <a:gd name="connsiteX9" fmla="*/ 2386 w 86288"/>
                          <a:gd name="connsiteY9" fmla="*/ 1141 h 47708"/>
                          <a:gd name="connsiteX10" fmla="*/ 21246 w 86288"/>
                          <a:gd name="connsiteY10" fmla="*/ 9237 h 47708"/>
                          <a:gd name="connsiteX11" fmla="*/ 40676 w 86288"/>
                          <a:gd name="connsiteY11" fmla="*/ 21620 h 47708"/>
                          <a:gd name="connsiteX12" fmla="*/ 43248 w 86288"/>
                          <a:gd name="connsiteY12" fmla="*/ 22477 h 47708"/>
                          <a:gd name="connsiteX13" fmla="*/ 54202 w 86288"/>
                          <a:gd name="connsiteY13" fmla="*/ 23334 h 47708"/>
                          <a:gd name="connsiteX14" fmla="*/ 66965 w 86288"/>
                          <a:gd name="connsiteY14" fmla="*/ 19429 h 47708"/>
                          <a:gd name="connsiteX15" fmla="*/ 85349 w 86288"/>
                          <a:gd name="connsiteY15" fmla="*/ 14762 h 477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86288" h="47708">
                            <a:moveTo>
                              <a:pt x="85349" y="14762"/>
                            </a:moveTo>
                            <a:cubicBezTo>
                              <a:pt x="86778" y="16857"/>
                              <a:pt x="86492" y="20000"/>
                              <a:pt x="85063" y="23810"/>
                            </a:cubicBezTo>
                            <a:cubicBezTo>
                              <a:pt x="83444" y="27525"/>
                              <a:pt x="80681" y="32097"/>
                              <a:pt x="75443" y="36574"/>
                            </a:cubicBezTo>
                            <a:cubicBezTo>
                              <a:pt x="70490" y="40955"/>
                              <a:pt x="64108" y="44670"/>
                              <a:pt x="57250" y="46384"/>
                            </a:cubicBezTo>
                            <a:cubicBezTo>
                              <a:pt x="50487" y="48194"/>
                              <a:pt x="43724" y="47908"/>
                              <a:pt x="38486" y="46956"/>
                            </a:cubicBezTo>
                            <a:cubicBezTo>
                              <a:pt x="36961" y="46480"/>
                              <a:pt x="35533" y="46099"/>
                              <a:pt x="34295" y="45718"/>
                            </a:cubicBezTo>
                            <a:cubicBezTo>
                              <a:pt x="29437" y="44670"/>
                              <a:pt x="23817" y="41241"/>
                              <a:pt x="18102" y="37336"/>
                            </a:cubicBezTo>
                            <a:cubicBezTo>
                              <a:pt x="15435" y="34954"/>
                              <a:pt x="13054" y="32764"/>
                              <a:pt x="10863" y="30573"/>
                            </a:cubicBezTo>
                            <a:cubicBezTo>
                              <a:pt x="8958" y="28192"/>
                              <a:pt x="7244" y="25810"/>
                              <a:pt x="5720" y="23429"/>
                            </a:cubicBezTo>
                            <a:cubicBezTo>
                              <a:pt x="-186" y="13809"/>
                              <a:pt x="-1900" y="4855"/>
                              <a:pt x="2386" y="1141"/>
                            </a:cubicBezTo>
                            <a:cubicBezTo>
                              <a:pt x="6672" y="-2479"/>
                              <a:pt x="13816" y="3141"/>
                              <a:pt x="21246" y="9237"/>
                            </a:cubicBezTo>
                            <a:cubicBezTo>
                              <a:pt x="28770" y="15904"/>
                              <a:pt x="36390" y="20381"/>
                              <a:pt x="40676" y="21620"/>
                            </a:cubicBezTo>
                            <a:cubicBezTo>
                              <a:pt x="41343" y="21905"/>
                              <a:pt x="42201" y="22191"/>
                              <a:pt x="43248" y="22477"/>
                            </a:cubicBezTo>
                            <a:cubicBezTo>
                              <a:pt x="46010" y="23239"/>
                              <a:pt x="49916" y="23810"/>
                              <a:pt x="54202" y="23334"/>
                            </a:cubicBezTo>
                            <a:cubicBezTo>
                              <a:pt x="58488" y="22858"/>
                              <a:pt x="62870" y="21238"/>
                              <a:pt x="66965" y="19429"/>
                            </a:cubicBezTo>
                            <a:cubicBezTo>
                              <a:pt x="75061" y="15619"/>
                              <a:pt x="82682" y="10666"/>
                              <a:pt x="85349" y="1476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07" name="Forme libre : forme 12006">
                        <a:extLst>
                          <a:ext uri="{FF2B5EF4-FFF2-40B4-BE49-F238E27FC236}">
                            <a16:creationId xmlns:a16="http://schemas.microsoft.com/office/drawing/2014/main" id="{5931CCB1-8A8E-4768-9298-6D0170D0F7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80637" y="2912156"/>
                        <a:ext cx="92694" cy="105615"/>
                      </a:xfrm>
                      <a:custGeom>
                        <a:avLst/>
                        <a:gdLst>
                          <a:gd name="connsiteX0" fmla="*/ 5357 w 92694"/>
                          <a:gd name="connsiteY0" fmla="*/ 3350 h 105615"/>
                          <a:gd name="connsiteX1" fmla="*/ 23 w 92694"/>
                          <a:gd name="connsiteY1" fmla="*/ 19829 h 105615"/>
                          <a:gd name="connsiteX2" fmla="*/ 10405 w 92694"/>
                          <a:gd name="connsiteY2" fmla="*/ 69073 h 105615"/>
                          <a:gd name="connsiteX3" fmla="*/ 18216 w 92694"/>
                          <a:gd name="connsiteY3" fmla="*/ 80407 h 105615"/>
                          <a:gd name="connsiteX4" fmla="*/ 29170 w 92694"/>
                          <a:gd name="connsiteY4" fmla="*/ 91266 h 105615"/>
                          <a:gd name="connsiteX5" fmla="*/ 36599 w 92694"/>
                          <a:gd name="connsiteY5" fmla="*/ 96695 h 105615"/>
                          <a:gd name="connsiteX6" fmla="*/ 45172 w 92694"/>
                          <a:gd name="connsiteY6" fmla="*/ 100696 h 105615"/>
                          <a:gd name="connsiteX7" fmla="*/ 61745 w 92694"/>
                          <a:gd name="connsiteY7" fmla="*/ 105458 h 105615"/>
                          <a:gd name="connsiteX8" fmla="*/ 68604 w 92694"/>
                          <a:gd name="connsiteY8" fmla="*/ 105554 h 105615"/>
                          <a:gd name="connsiteX9" fmla="*/ 88701 w 92694"/>
                          <a:gd name="connsiteY9" fmla="*/ 98219 h 105615"/>
                          <a:gd name="connsiteX10" fmla="*/ 91273 w 92694"/>
                          <a:gd name="connsiteY10" fmla="*/ 88694 h 105615"/>
                          <a:gd name="connsiteX11" fmla="*/ 71842 w 92694"/>
                          <a:gd name="connsiteY11" fmla="*/ 86218 h 105615"/>
                          <a:gd name="connsiteX12" fmla="*/ 65936 w 92694"/>
                          <a:gd name="connsiteY12" fmla="*/ 83741 h 105615"/>
                          <a:gd name="connsiteX13" fmla="*/ 50506 w 92694"/>
                          <a:gd name="connsiteY13" fmla="*/ 70121 h 105615"/>
                          <a:gd name="connsiteX14" fmla="*/ 43362 w 92694"/>
                          <a:gd name="connsiteY14" fmla="*/ 52785 h 105615"/>
                          <a:gd name="connsiteX15" fmla="*/ 33170 w 92694"/>
                          <a:gd name="connsiteY15" fmla="*/ 13066 h 105615"/>
                          <a:gd name="connsiteX16" fmla="*/ 5357 w 92694"/>
                          <a:gd name="connsiteY16" fmla="*/ 3350 h 1056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92694" h="105615">
                            <a:moveTo>
                              <a:pt x="5357" y="3350"/>
                            </a:moveTo>
                            <a:cubicBezTo>
                              <a:pt x="976" y="8494"/>
                              <a:pt x="214" y="11447"/>
                              <a:pt x="23" y="19829"/>
                            </a:cubicBezTo>
                            <a:cubicBezTo>
                              <a:pt x="-72" y="35735"/>
                              <a:pt x="-358" y="49261"/>
                              <a:pt x="10405" y="69073"/>
                            </a:cubicBezTo>
                            <a:cubicBezTo>
                              <a:pt x="12787" y="72883"/>
                              <a:pt x="15168" y="76598"/>
                              <a:pt x="18216" y="80407"/>
                            </a:cubicBezTo>
                            <a:cubicBezTo>
                              <a:pt x="21740" y="84217"/>
                              <a:pt x="24503" y="87837"/>
                              <a:pt x="29170" y="91266"/>
                            </a:cubicBezTo>
                            <a:cubicBezTo>
                              <a:pt x="31170" y="92790"/>
                              <a:pt x="34028" y="95076"/>
                              <a:pt x="36599" y="96695"/>
                            </a:cubicBezTo>
                            <a:cubicBezTo>
                              <a:pt x="39456" y="98219"/>
                              <a:pt x="42410" y="99457"/>
                              <a:pt x="45172" y="100696"/>
                            </a:cubicBezTo>
                            <a:cubicBezTo>
                              <a:pt x="50601" y="103648"/>
                              <a:pt x="56602" y="104220"/>
                              <a:pt x="61745" y="105458"/>
                            </a:cubicBezTo>
                            <a:cubicBezTo>
                              <a:pt x="64317" y="105649"/>
                              <a:pt x="66508" y="105649"/>
                              <a:pt x="68604" y="105554"/>
                            </a:cubicBezTo>
                            <a:cubicBezTo>
                              <a:pt x="76985" y="105077"/>
                              <a:pt x="84510" y="101839"/>
                              <a:pt x="88701" y="98219"/>
                            </a:cubicBezTo>
                            <a:cubicBezTo>
                              <a:pt x="92892" y="94505"/>
                              <a:pt x="93844" y="90980"/>
                              <a:pt x="91273" y="88694"/>
                            </a:cubicBezTo>
                            <a:cubicBezTo>
                              <a:pt x="88225" y="86123"/>
                              <a:pt x="78985" y="88599"/>
                              <a:pt x="71842" y="86218"/>
                            </a:cubicBezTo>
                            <a:cubicBezTo>
                              <a:pt x="69841" y="85456"/>
                              <a:pt x="67746" y="84789"/>
                              <a:pt x="65936" y="83741"/>
                            </a:cubicBezTo>
                            <a:cubicBezTo>
                              <a:pt x="59459" y="80122"/>
                              <a:pt x="54030" y="75645"/>
                              <a:pt x="50506" y="70121"/>
                            </a:cubicBezTo>
                            <a:cubicBezTo>
                              <a:pt x="46791" y="64882"/>
                              <a:pt x="44600" y="58976"/>
                              <a:pt x="43362" y="52785"/>
                            </a:cubicBezTo>
                            <a:cubicBezTo>
                              <a:pt x="40885" y="40593"/>
                              <a:pt x="42600" y="26687"/>
                              <a:pt x="33170" y="13066"/>
                            </a:cubicBezTo>
                            <a:cubicBezTo>
                              <a:pt x="24979" y="969"/>
                              <a:pt x="11548" y="-3794"/>
                              <a:pt x="5357" y="335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08" name="Forme libre : forme 12007">
                        <a:extLst>
                          <a:ext uri="{FF2B5EF4-FFF2-40B4-BE49-F238E27FC236}">
                            <a16:creationId xmlns:a16="http://schemas.microsoft.com/office/drawing/2014/main" id="{FB952C8D-2DE1-44BC-A9F3-A2B994C41D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05349" y="2930937"/>
                        <a:ext cx="27115" cy="28092"/>
                      </a:xfrm>
                      <a:custGeom>
                        <a:avLst/>
                        <a:gdLst>
                          <a:gd name="connsiteX0" fmla="*/ 5125 w 27115"/>
                          <a:gd name="connsiteY0" fmla="*/ 1905 h 28092"/>
                          <a:gd name="connsiteX1" fmla="*/ 1124 w 27115"/>
                          <a:gd name="connsiteY1" fmla="*/ 0 h 28092"/>
                          <a:gd name="connsiteX2" fmla="*/ 363 w 27115"/>
                          <a:gd name="connsiteY2" fmla="*/ 3620 h 28092"/>
                          <a:gd name="connsiteX3" fmla="*/ 3696 w 27115"/>
                          <a:gd name="connsiteY3" fmla="*/ 9811 h 28092"/>
                          <a:gd name="connsiteX4" fmla="*/ 14555 w 27115"/>
                          <a:gd name="connsiteY4" fmla="*/ 22955 h 28092"/>
                          <a:gd name="connsiteX5" fmla="*/ 19222 w 27115"/>
                          <a:gd name="connsiteY5" fmla="*/ 26861 h 28092"/>
                          <a:gd name="connsiteX6" fmla="*/ 23985 w 27115"/>
                          <a:gd name="connsiteY6" fmla="*/ 19145 h 28092"/>
                          <a:gd name="connsiteX7" fmla="*/ 5125 w 27115"/>
                          <a:gd name="connsiteY7" fmla="*/ 1905 h 280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7115" h="28092">
                            <a:moveTo>
                              <a:pt x="5125" y="1905"/>
                            </a:moveTo>
                            <a:cubicBezTo>
                              <a:pt x="3601" y="762"/>
                              <a:pt x="2458" y="0"/>
                              <a:pt x="1124" y="0"/>
                            </a:cubicBezTo>
                            <a:cubicBezTo>
                              <a:pt x="-209" y="95"/>
                              <a:pt x="-209" y="1810"/>
                              <a:pt x="363" y="3620"/>
                            </a:cubicBezTo>
                            <a:cubicBezTo>
                              <a:pt x="934" y="5525"/>
                              <a:pt x="2458" y="8001"/>
                              <a:pt x="3696" y="9811"/>
                            </a:cubicBezTo>
                            <a:cubicBezTo>
                              <a:pt x="7030" y="14383"/>
                              <a:pt x="10649" y="19336"/>
                              <a:pt x="14555" y="22955"/>
                            </a:cubicBezTo>
                            <a:cubicBezTo>
                              <a:pt x="16174" y="24479"/>
                              <a:pt x="17508" y="26099"/>
                              <a:pt x="19222" y="26861"/>
                            </a:cubicBezTo>
                            <a:cubicBezTo>
                              <a:pt x="26270" y="30194"/>
                              <a:pt x="30271" y="26479"/>
                              <a:pt x="23985" y="19145"/>
                            </a:cubicBezTo>
                            <a:cubicBezTo>
                              <a:pt x="19222" y="13240"/>
                              <a:pt x="11316" y="6668"/>
                              <a:pt x="5125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09" name="Forme libre : forme 12008">
                        <a:extLst>
                          <a:ext uri="{FF2B5EF4-FFF2-40B4-BE49-F238E27FC236}">
                            <a16:creationId xmlns:a16="http://schemas.microsoft.com/office/drawing/2014/main" id="{ED4B3010-1895-4C22-9643-CEFA4EF116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2958" y="2951035"/>
                        <a:ext cx="40932" cy="72485"/>
                      </a:xfrm>
                      <a:custGeom>
                        <a:avLst/>
                        <a:gdLst>
                          <a:gd name="connsiteX0" fmla="*/ 38005 w 40932"/>
                          <a:gd name="connsiteY0" fmla="*/ 0 h 72485"/>
                          <a:gd name="connsiteX1" fmla="*/ 37052 w 40932"/>
                          <a:gd name="connsiteY1" fmla="*/ 33147 h 72485"/>
                          <a:gd name="connsiteX2" fmla="*/ 24955 w 40932"/>
                          <a:gd name="connsiteY2" fmla="*/ 54197 h 72485"/>
                          <a:gd name="connsiteX3" fmla="*/ 0 w 40932"/>
                          <a:gd name="connsiteY3" fmla="*/ 72485 h 72485"/>
                          <a:gd name="connsiteX4" fmla="*/ 24193 w 40932"/>
                          <a:gd name="connsiteY4" fmla="*/ 54007 h 72485"/>
                          <a:gd name="connsiteX5" fmla="*/ 34480 w 40932"/>
                          <a:gd name="connsiteY5" fmla="*/ 34099 h 72485"/>
                          <a:gd name="connsiteX6" fmla="*/ 38005 w 40932"/>
                          <a:gd name="connsiteY6" fmla="*/ 0 h 724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0932" h="72485">
                            <a:moveTo>
                              <a:pt x="38005" y="0"/>
                            </a:moveTo>
                            <a:cubicBezTo>
                              <a:pt x="42100" y="7239"/>
                              <a:pt x="42005" y="19431"/>
                              <a:pt x="37052" y="33147"/>
                            </a:cubicBezTo>
                            <a:cubicBezTo>
                              <a:pt x="34576" y="40005"/>
                              <a:pt x="30575" y="47244"/>
                              <a:pt x="24955" y="54197"/>
                            </a:cubicBezTo>
                            <a:cubicBezTo>
                              <a:pt x="17621" y="62389"/>
                              <a:pt x="8858" y="68675"/>
                              <a:pt x="0" y="72485"/>
                            </a:cubicBezTo>
                            <a:cubicBezTo>
                              <a:pt x="9620" y="68294"/>
                              <a:pt x="17716" y="61722"/>
                              <a:pt x="24193" y="54007"/>
                            </a:cubicBezTo>
                            <a:cubicBezTo>
                              <a:pt x="29337" y="47244"/>
                              <a:pt x="32385" y="40576"/>
                              <a:pt x="34480" y="34099"/>
                            </a:cubicBezTo>
                            <a:cubicBezTo>
                              <a:pt x="38481" y="21146"/>
                              <a:pt x="38767" y="9430"/>
                              <a:pt x="380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10" name="Forme libre : forme 12009">
                        <a:extLst>
                          <a:ext uri="{FF2B5EF4-FFF2-40B4-BE49-F238E27FC236}">
                            <a16:creationId xmlns:a16="http://schemas.microsoft.com/office/drawing/2014/main" id="{E1ADC840-0C1E-4526-966F-5EB76FFE32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87519" y="2891123"/>
                        <a:ext cx="52197" cy="45053"/>
                      </a:xfrm>
                      <a:custGeom>
                        <a:avLst/>
                        <a:gdLst>
                          <a:gd name="connsiteX0" fmla="*/ 52197 w 52197"/>
                          <a:gd name="connsiteY0" fmla="*/ 45053 h 45053"/>
                          <a:gd name="connsiteX1" fmla="*/ 0 w 52197"/>
                          <a:gd name="connsiteY1" fmla="*/ 0 h 45053"/>
                          <a:gd name="connsiteX2" fmla="*/ 52197 w 52197"/>
                          <a:gd name="connsiteY2" fmla="*/ 45053 h 450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2197" h="45053">
                            <a:moveTo>
                              <a:pt x="52197" y="45053"/>
                            </a:moveTo>
                            <a:cubicBezTo>
                              <a:pt x="38671" y="27242"/>
                              <a:pt x="18574" y="10478"/>
                              <a:pt x="0" y="0"/>
                            </a:cubicBezTo>
                            <a:cubicBezTo>
                              <a:pt x="17716" y="9049"/>
                              <a:pt x="37910" y="32099"/>
                              <a:pt x="52197" y="4505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11" name="Forme libre : forme 12010">
                        <a:extLst>
                          <a:ext uri="{FF2B5EF4-FFF2-40B4-BE49-F238E27FC236}">
                            <a16:creationId xmlns:a16="http://schemas.microsoft.com/office/drawing/2014/main" id="{51C0BA79-2167-4C9B-A338-352B23EF25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36827" y="2977635"/>
                        <a:ext cx="30262" cy="13151"/>
                      </a:xfrm>
                      <a:custGeom>
                        <a:avLst/>
                        <a:gdLst>
                          <a:gd name="connsiteX0" fmla="*/ 30226 w 30262"/>
                          <a:gd name="connsiteY0" fmla="*/ 8452 h 13151"/>
                          <a:gd name="connsiteX1" fmla="*/ 22320 w 30262"/>
                          <a:gd name="connsiteY1" fmla="*/ 12929 h 13151"/>
                          <a:gd name="connsiteX2" fmla="*/ 11271 w 30262"/>
                          <a:gd name="connsiteY2" fmla="*/ 11690 h 13151"/>
                          <a:gd name="connsiteX3" fmla="*/ 10509 w 30262"/>
                          <a:gd name="connsiteY3" fmla="*/ 11309 h 13151"/>
                          <a:gd name="connsiteX4" fmla="*/ 1080 w 30262"/>
                          <a:gd name="connsiteY4" fmla="*/ 355 h 13151"/>
                          <a:gd name="connsiteX5" fmla="*/ 12891 w 30262"/>
                          <a:gd name="connsiteY5" fmla="*/ 3689 h 13151"/>
                          <a:gd name="connsiteX6" fmla="*/ 16510 w 30262"/>
                          <a:gd name="connsiteY6" fmla="*/ 4928 h 13151"/>
                          <a:gd name="connsiteX7" fmla="*/ 24797 w 30262"/>
                          <a:gd name="connsiteY7" fmla="*/ 5975 h 13151"/>
                          <a:gd name="connsiteX8" fmla="*/ 30226 w 30262"/>
                          <a:gd name="connsiteY8" fmla="*/ 8452 h 131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0262" h="13151">
                            <a:moveTo>
                              <a:pt x="30226" y="8452"/>
                            </a:moveTo>
                            <a:cubicBezTo>
                              <a:pt x="29845" y="10452"/>
                              <a:pt x="26416" y="12452"/>
                              <a:pt x="22320" y="12929"/>
                            </a:cubicBezTo>
                            <a:cubicBezTo>
                              <a:pt x="18224" y="13595"/>
                              <a:pt x="13652" y="12643"/>
                              <a:pt x="11271" y="11690"/>
                            </a:cubicBezTo>
                            <a:cubicBezTo>
                              <a:pt x="10985" y="11595"/>
                              <a:pt x="10699" y="11405"/>
                              <a:pt x="10509" y="11309"/>
                            </a:cubicBezTo>
                            <a:cubicBezTo>
                              <a:pt x="5937" y="10071"/>
                              <a:pt x="-3111" y="2070"/>
                              <a:pt x="1080" y="355"/>
                            </a:cubicBezTo>
                            <a:cubicBezTo>
                              <a:pt x="3937" y="-1073"/>
                              <a:pt x="8604" y="2165"/>
                              <a:pt x="12891" y="3689"/>
                            </a:cubicBezTo>
                            <a:cubicBezTo>
                              <a:pt x="14319" y="4356"/>
                              <a:pt x="15653" y="4547"/>
                              <a:pt x="16510" y="4928"/>
                            </a:cubicBezTo>
                            <a:cubicBezTo>
                              <a:pt x="18129" y="5309"/>
                              <a:pt x="21653" y="5880"/>
                              <a:pt x="24797" y="5975"/>
                            </a:cubicBezTo>
                            <a:cubicBezTo>
                              <a:pt x="27940" y="6261"/>
                              <a:pt x="30607" y="6261"/>
                              <a:pt x="30226" y="845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12" name="Forme libre : forme 12011">
                        <a:extLst>
                          <a:ext uri="{FF2B5EF4-FFF2-40B4-BE49-F238E27FC236}">
                            <a16:creationId xmlns:a16="http://schemas.microsoft.com/office/drawing/2014/main" id="{744C95BC-6206-48BA-8898-B1F07C78A7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62685" y="2982414"/>
                        <a:ext cx="8854" cy="4829"/>
                      </a:xfrm>
                      <a:custGeom>
                        <a:avLst/>
                        <a:gdLst>
                          <a:gd name="connsiteX0" fmla="*/ 8654 w 8854"/>
                          <a:gd name="connsiteY0" fmla="*/ 435 h 4829"/>
                          <a:gd name="connsiteX1" fmla="*/ 5415 w 8854"/>
                          <a:gd name="connsiteY1" fmla="*/ 3959 h 4829"/>
                          <a:gd name="connsiteX2" fmla="*/ 81 w 8854"/>
                          <a:gd name="connsiteY2" fmla="*/ 4054 h 4829"/>
                          <a:gd name="connsiteX3" fmla="*/ 3510 w 8854"/>
                          <a:gd name="connsiteY3" fmla="*/ 1102 h 4829"/>
                          <a:gd name="connsiteX4" fmla="*/ 8654 w 8854"/>
                          <a:gd name="connsiteY4" fmla="*/ 435 h 48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54" h="4829">
                            <a:moveTo>
                              <a:pt x="8654" y="435"/>
                            </a:moveTo>
                            <a:cubicBezTo>
                              <a:pt x="9606" y="1482"/>
                              <a:pt x="6939" y="3292"/>
                              <a:pt x="5415" y="3959"/>
                            </a:cubicBezTo>
                            <a:cubicBezTo>
                              <a:pt x="3891" y="4626"/>
                              <a:pt x="653" y="5483"/>
                              <a:pt x="81" y="4054"/>
                            </a:cubicBezTo>
                            <a:cubicBezTo>
                              <a:pt x="-490" y="2816"/>
                              <a:pt x="2081" y="1768"/>
                              <a:pt x="3510" y="1102"/>
                            </a:cubicBezTo>
                            <a:cubicBezTo>
                              <a:pt x="4939" y="721"/>
                              <a:pt x="7701" y="-708"/>
                              <a:pt x="8654" y="43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13" name="Forme libre : forme 12012">
                        <a:extLst>
                          <a:ext uri="{FF2B5EF4-FFF2-40B4-BE49-F238E27FC236}">
                            <a16:creationId xmlns:a16="http://schemas.microsoft.com/office/drawing/2014/main" id="{C02E9F12-AF79-476E-9FDF-9C20FDCE79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47632" y="2950441"/>
                        <a:ext cx="56381" cy="24022"/>
                      </a:xfrm>
                      <a:custGeom>
                        <a:avLst/>
                        <a:gdLst>
                          <a:gd name="connsiteX0" fmla="*/ 29898 w 56381"/>
                          <a:gd name="connsiteY0" fmla="*/ 7833 h 24022"/>
                          <a:gd name="connsiteX1" fmla="*/ 53329 w 56381"/>
                          <a:gd name="connsiteY1" fmla="*/ 22 h 24022"/>
                          <a:gd name="connsiteX2" fmla="*/ 54948 w 56381"/>
                          <a:gd name="connsiteY2" fmla="*/ 8309 h 24022"/>
                          <a:gd name="connsiteX3" fmla="*/ 46090 w 56381"/>
                          <a:gd name="connsiteY3" fmla="*/ 15072 h 24022"/>
                          <a:gd name="connsiteX4" fmla="*/ 18087 w 56381"/>
                          <a:gd name="connsiteY4" fmla="*/ 23835 h 24022"/>
                          <a:gd name="connsiteX5" fmla="*/ 4085 w 56381"/>
                          <a:gd name="connsiteY5" fmla="*/ 20787 h 24022"/>
                          <a:gd name="connsiteX6" fmla="*/ 84 w 56381"/>
                          <a:gd name="connsiteY6" fmla="*/ 14500 h 24022"/>
                          <a:gd name="connsiteX7" fmla="*/ 2085 w 56381"/>
                          <a:gd name="connsiteY7" fmla="*/ 9547 h 24022"/>
                          <a:gd name="connsiteX8" fmla="*/ 6752 w 56381"/>
                          <a:gd name="connsiteY8" fmla="*/ 6880 h 24022"/>
                          <a:gd name="connsiteX9" fmla="*/ 13419 w 56381"/>
                          <a:gd name="connsiteY9" fmla="*/ 8976 h 24022"/>
                          <a:gd name="connsiteX10" fmla="*/ 20944 w 56381"/>
                          <a:gd name="connsiteY10" fmla="*/ 9357 h 24022"/>
                          <a:gd name="connsiteX11" fmla="*/ 29898 w 56381"/>
                          <a:gd name="connsiteY11" fmla="*/ 7833 h 240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6381" h="24022">
                            <a:moveTo>
                              <a:pt x="29898" y="7833"/>
                            </a:moveTo>
                            <a:cubicBezTo>
                              <a:pt x="38470" y="4689"/>
                              <a:pt x="44757" y="1070"/>
                              <a:pt x="53329" y="22"/>
                            </a:cubicBezTo>
                            <a:cubicBezTo>
                              <a:pt x="56567" y="-359"/>
                              <a:pt x="57425" y="4213"/>
                              <a:pt x="54948" y="8309"/>
                            </a:cubicBezTo>
                            <a:cubicBezTo>
                              <a:pt x="52472" y="12309"/>
                              <a:pt x="49328" y="13738"/>
                              <a:pt x="46090" y="15072"/>
                            </a:cubicBezTo>
                            <a:cubicBezTo>
                              <a:pt x="36374" y="19167"/>
                              <a:pt x="25897" y="24216"/>
                              <a:pt x="18087" y="23835"/>
                            </a:cubicBezTo>
                            <a:cubicBezTo>
                              <a:pt x="15705" y="24121"/>
                              <a:pt x="8466" y="24597"/>
                              <a:pt x="4085" y="20787"/>
                            </a:cubicBezTo>
                            <a:cubicBezTo>
                              <a:pt x="1703" y="18882"/>
                              <a:pt x="370" y="16596"/>
                              <a:pt x="84" y="14500"/>
                            </a:cubicBezTo>
                            <a:cubicBezTo>
                              <a:pt x="-297" y="12595"/>
                              <a:pt x="656" y="10786"/>
                              <a:pt x="2085" y="9547"/>
                            </a:cubicBezTo>
                            <a:cubicBezTo>
                              <a:pt x="4371" y="7452"/>
                              <a:pt x="5704" y="6880"/>
                              <a:pt x="6752" y="6880"/>
                            </a:cubicBezTo>
                            <a:cubicBezTo>
                              <a:pt x="8371" y="6975"/>
                              <a:pt x="10943" y="8404"/>
                              <a:pt x="13419" y="8976"/>
                            </a:cubicBezTo>
                            <a:cubicBezTo>
                              <a:pt x="14658" y="10023"/>
                              <a:pt x="18372" y="9262"/>
                              <a:pt x="20944" y="9357"/>
                            </a:cubicBezTo>
                            <a:cubicBezTo>
                              <a:pt x="23801" y="9071"/>
                              <a:pt x="26754" y="9071"/>
                              <a:pt x="29898" y="783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20" name="Graphique 1">
                      <a:extLst>
                        <a:ext uri="{FF2B5EF4-FFF2-40B4-BE49-F238E27FC236}">
                          <a16:creationId xmlns:a16="http://schemas.microsoft.com/office/drawing/2014/main" id="{86A3467B-DE2A-452D-91F5-15C1C56D65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895618" y="2744723"/>
                      <a:ext cx="96910" cy="199989"/>
                      <a:chOff x="6895618" y="2744723"/>
                      <a:chExt cx="96910" cy="199989"/>
                    </a:xfrm>
                    <a:solidFill>
                      <a:schemeClr val="accent1"/>
                    </a:solidFill>
                  </p:grpSpPr>
                  <p:sp>
                    <p:nvSpPr>
                      <p:cNvPr id="11990" name="Forme libre : forme 11989">
                        <a:extLst>
                          <a:ext uri="{FF2B5EF4-FFF2-40B4-BE49-F238E27FC236}">
                            <a16:creationId xmlns:a16="http://schemas.microsoft.com/office/drawing/2014/main" id="{9F2E2323-D11A-4755-AF0F-8E2566896A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95618" y="2744723"/>
                        <a:ext cx="96910" cy="199989"/>
                      </a:xfrm>
                      <a:custGeom>
                        <a:avLst/>
                        <a:gdLst>
                          <a:gd name="connsiteX0" fmla="*/ 95164 w 96910"/>
                          <a:gd name="connsiteY0" fmla="*/ 74581 h 199989"/>
                          <a:gd name="connsiteX1" fmla="*/ 76114 w 96910"/>
                          <a:gd name="connsiteY1" fmla="*/ 145732 h 199989"/>
                          <a:gd name="connsiteX2" fmla="*/ 23060 w 96910"/>
                          <a:gd name="connsiteY2" fmla="*/ 199358 h 199989"/>
                          <a:gd name="connsiteX3" fmla="*/ 4486 w 96910"/>
                          <a:gd name="connsiteY3" fmla="*/ 188405 h 199989"/>
                          <a:gd name="connsiteX4" fmla="*/ 4962 w 96910"/>
                          <a:gd name="connsiteY4" fmla="*/ 120587 h 199989"/>
                          <a:gd name="connsiteX5" fmla="*/ 21155 w 96910"/>
                          <a:gd name="connsiteY5" fmla="*/ 60770 h 199989"/>
                          <a:gd name="connsiteX6" fmla="*/ 59922 w 96910"/>
                          <a:gd name="connsiteY6" fmla="*/ 3810 h 199989"/>
                          <a:gd name="connsiteX7" fmla="*/ 81067 w 96910"/>
                          <a:gd name="connsiteY7" fmla="*/ 4477 h 199989"/>
                          <a:gd name="connsiteX8" fmla="*/ 95164 w 96910"/>
                          <a:gd name="connsiteY8" fmla="*/ 74581 h 1999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6910" h="199989">
                            <a:moveTo>
                              <a:pt x="95164" y="74581"/>
                            </a:moveTo>
                            <a:cubicBezTo>
                              <a:pt x="92593" y="91630"/>
                              <a:pt x="82972" y="128397"/>
                              <a:pt x="76114" y="145732"/>
                            </a:cubicBezTo>
                            <a:cubicBezTo>
                              <a:pt x="63446" y="178022"/>
                              <a:pt x="45348" y="191357"/>
                              <a:pt x="23060" y="199358"/>
                            </a:cubicBezTo>
                            <a:cubicBezTo>
                              <a:pt x="15250" y="202025"/>
                              <a:pt x="6201" y="195834"/>
                              <a:pt x="4486" y="188405"/>
                            </a:cubicBezTo>
                            <a:cubicBezTo>
                              <a:pt x="-752" y="166592"/>
                              <a:pt x="-2371" y="148019"/>
                              <a:pt x="4962" y="120587"/>
                            </a:cubicBezTo>
                            <a:cubicBezTo>
                              <a:pt x="8963" y="105632"/>
                              <a:pt x="16964" y="76010"/>
                              <a:pt x="21155" y="60770"/>
                            </a:cubicBezTo>
                            <a:cubicBezTo>
                              <a:pt x="28966" y="32004"/>
                              <a:pt x="42110" y="17907"/>
                              <a:pt x="59922" y="3810"/>
                            </a:cubicBezTo>
                            <a:cubicBezTo>
                              <a:pt x="66018" y="-1048"/>
                              <a:pt x="76591" y="-1714"/>
                              <a:pt x="81067" y="4477"/>
                            </a:cubicBezTo>
                            <a:cubicBezTo>
                              <a:pt x="93640" y="22003"/>
                              <a:pt x="100308" y="42481"/>
                              <a:pt x="95164" y="7458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91" name="Forme libre : forme 11990">
                        <a:extLst>
                          <a:ext uri="{FF2B5EF4-FFF2-40B4-BE49-F238E27FC236}">
                            <a16:creationId xmlns:a16="http://schemas.microsoft.com/office/drawing/2014/main" id="{E4C53781-429C-4859-BAB7-24274EBCF4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08867" y="2748724"/>
                        <a:ext cx="83426" cy="195811"/>
                      </a:xfrm>
                      <a:custGeom>
                        <a:avLst/>
                        <a:gdLst>
                          <a:gd name="connsiteX0" fmla="*/ 40481 w 83426"/>
                          <a:gd name="connsiteY0" fmla="*/ 122777 h 195811"/>
                          <a:gd name="connsiteX1" fmla="*/ 0 w 83426"/>
                          <a:gd name="connsiteY1" fmla="*/ 194501 h 195811"/>
                          <a:gd name="connsiteX2" fmla="*/ 9620 w 83426"/>
                          <a:gd name="connsiteY2" fmla="*/ 195167 h 195811"/>
                          <a:gd name="connsiteX3" fmla="*/ 20764 w 83426"/>
                          <a:gd name="connsiteY3" fmla="*/ 190500 h 195811"/>
                          <a:gd name="connsiteX4" fmla="*/ 48578 w 83426"/>
                          <a:gd name="connsiteY4" fmla="*/ 167545 h 195811"/>
                          <a:gd name="connsiteX5" fmla="*/ 62675 w 83426"/>
                          <a:gd name="connsiteY5" fmla="*/ 141542 h 195811"/>
                          <a:gd name="connsiteX6" fmla="*/ 66675 w 83426"/>
                          <a:gd name="connsiteY6" fmla="*/ 130207 h 195811"/>
                          <a:gd name="connsiteX7" fmla="*/ 80772 w 83426"/>
                          <a:gd name="connsiteY7" fmla="*/ 75724 h 195811"/>
                          <a:gd name="connsiteX8" fmla="*/ 81725 w 83426"/>
                          <a:gd name="connsiteY8" fmla="*/ 70390 h 195811"/>
                          <a:gd name="connsiteX9" fmla="*/ 82963 w 83426"/>
                          <a:gd name="connsiteY9" fmla="*/ 40291 h 195811"/>
                          <a:gd name="connsiteX10" fmla="*/ 73057 w 83426"/>
                          <a:gd name="connsiteY10" fmla="*/ 8954 h 195811"/>
                          <a:gd name="connsiteX11" fmla="*/ 67533 w 83426"/>
                          <a:gd name="connsiteY11" fmla="*/ 286 h 195811"/>
                          <a:gd name="connsiteX12" fmla="*/ 67246 w 83426"/>
                          <a:gd name="connsiteY12" fmla="*/ 0 h 195811"/>
                          <a:gd name="connsiteX13" fmla="*/ 40481 w 83426"/>
                          <a:gd name="connsiteY13" fmla="*/ 122777 h 195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83426" h="195811">
                            <a:moveTo>
                              <a:pt x="40481" y="122777"/>
                            </a:moveTo>
                            <a:cubicBezTo>
                              <a:pt x="33814" y="150591"/>
                              <a:pt x="20764" y="180594"/>
                              <a:pt x="0" y="194501"/>
                            </a:cubicBezTo>
                            <a:cubicBezTo>
                              <a:pt x="3048" y="195834"/>
                              <a:pt x="6382" y="196310"/>
                              <a:pt x="9620" y="195167"/>
                            </a:cubicBezTo>
                            <a:cubicBezTo>
                              <a:pt x="13526" y="193834"/>
                              <a:pt x="17145" y="192310"/>
                              <a:pt x="20764" y="190500"/>
                            </a:cubicBezTo>
                            <a:cubicBezTo>
                              <a:pt x="31052" y="185357"/>
                              <a:pt x="40386" y="178308"/>
                              <a:pt x="48578" y="167545"/>
                            </a:cubicBezTo>
                            <a:cubicBezTo>
                              <a:pt x="53816" y="160592"/>
                              <a:pt x="58484" y="152114"/>
                              <a:pt x="62675" y="141542"/>
                            </a:cubicBezTo>
                            <a:cubicBezTo>
                              <a:pt x="63913" y="138398"/>
                              <a:pt x="65247" y="134493"/>
                              <a:pt x="66675" y="130207"/>
                            </a:cubicBezTo>
                            <a:cubicBezTo>
                              <a:pt x="72200" y="113538"/>
                              <a:pt x="78010" y="90488"/>
                              <a:pt x="80772" y="75724"/>
                            </a:cubicBezTo>
                            <a:cubicBezTo>
                              <a:pt x="81153" y="73819"/>
                              <a:pt x="81439" y="72009"/>
                              <a:pt x="81725" y="70390"/>
                            </a:cubicBezTo>
                            <a:cubicBezTo>
                              <a:pt x="83534" y="59055"/>
                              <a:pt x="83820" y="49149"/>
                              <a:pt x="82963" y="40291"/>
                            </a:cubicBezTo>
                            <a:cubicBezTo>
                              <a:pt x="81629" y="28099"/>
                              <a:pt x="77914" y="18193"/>
                              <a:pt x="73057" y="8954"/>
                            </a:cubicBezTo>
                            <a:cubicBezTo>
                              <a:pt x="71343" y="6001"/>
                              <a:pt x="69533" y="3143"/>
                              <a:pt x="67533" y="286"/>
                            </a:cubicBezTo>
                            <a:lnTo>
                              <a:pt x="67246" y="0"/>
                            </a:lnTo>
                            <a:cubicBezTo>
                              <a:pt x="60008" y="40862"/>
                              <a:pt x="50483" y="82772"/>
                              <a:pt x="40481" y="12277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92" name="Forme libre : forme 11991">
                        <a:extLst>
                          <a:ext uri="{FF2B5EF4-FFF2-40B4-BE49-F238E27FC236}">
                            <a16:creationId xmlns:a16="http://schemas.microsoft.com/office/drawing/2014/main" id="{C4F49910-B1E7-4D32-B347-030D45166A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2343" y="2783830"/>
                        <a:ext cx="35020" cy="93412"/>
                      </a:xfrm>
                      <a:custGeom>
                        <a:avLst/>
                        <a:gdLst>
                          <a:gd name="connsiteX0" fmla="*/ 29197 w 35020"/>
                          <a:gd name="connsiteY0" fmla="*/ 41 h 93412"/>
                          <a:gd name="connsiteX1" fmla="*/ 30531 w 35020"/>
                          <a:gd name="connsiteY1" fmla="*/ 51952 h 93412"/>
                          <a:gd name="connsiteX2" fmla="*/ 4909 w 35020"/>
                          <a:gd name="connsiteY2" fmla="*/ 93195 h 93412"/>
                          <a:gd name="connsiteX3" fmla="*/ 6337 w 35020"/>
                          <a:gd name="connsiteY3" fmla="*/ 46237 h 93412"/>
                          <a:gd name="connsiteX4" fmla="*/ 29197 w 35020"/>
                          <a:gd name="connsiteY4" fmla="*/ 41 h 934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020" h="93412">
                            <a:moveTo>
                              <a:pt x="29197" y="41"/>
                            </a:moveTo>
                            <a:cubicBezTo>
                              <a:pt x="39389" y="1565"/>
                              <a:pt x="33769" y="39379"/>
                              <a:pt x="30531" y="51952"/>
                            </a:cubicBezTo>
                            <a:cubicBezTo>
                              <a:pt x="27768" y="64525"/>
                              <a:pt x="15672" y="96339"/>
                              <a:pt x="4909" y="93195"/>
                            </a:cubicBezTo>
                            <a:cubicBezTo>
                              <a:pt x="-5474" y="90148"/>
                              <a:pt x="3384" y="57667"/>
                              <a:pt x="6337" y="46237"/>
                            </a:cubicBezTo>
                            <a:cubicBezTo>
                              <a:pt x="9861" y="34998"/>
                              <a:pt x="19292" y="-1388"/>
                              <a:pt x="29197" y="4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93" name="Forme libre : forme 11992">
                        <a:extLst>
                          <a:ext uri="{FF2B5EF4-FFF2-40B4-BE49-F238E27FC236}">
                            <a16:creationId xmlns:a16="http://schemas.microsoft.com/office/drawing/2014/main" id="{BCC70BBD-B1BB-4B84-B604-35FCAA837A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2833" y="2814732"/>
                        <a:ext cx="33469" cy="62769"/>
                      </a:xfrm>
                      <a:custGeom>
                        <a:avLst/>
                        <a:gdLst>
                          <a:gd name="connsiteX0" fmla="*/ 799 w 33469"/>
                          <a:gd name="connsiteY0" fmla="*/ 40196 h 62769"/>
                          <a:gd name="connsiteX1" fmla="*/ 4418 w 33469"/>
                          <a:gd name="connsiteY1" fmla="*/ 62770 h 62769"/>
                          <a:gd name="connsiteX2" fmla="*/ 30326 w 33469"/>
                          <a:gd name="connsiteY2" fmla="*/ 20574 h 62769"/>
                          <a:gd name="connsiteX3" fmla="*/ 33470 w 33469"/>
                          <a:gd name="connsiteY3" fmla="*/ 0 h 62769"/>
                          <a:gd name="connsiteX4" fmla="*/ 30326 w 33469"/>
                          <a:gd name="connsiteY4" fmla="*/ 10668 h 62769"/>
                          <a:gd name="connsiteX5" fmla="*/ 799 w 33469"/>
                          <a:gd name="connsiteY5" fmla="*/ 40196 h 627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469" h="62769">
                            <a:moveTo>
                              <a:pt x="799" y="40196"/>
                            </a:moveTo>
                            <a:cubicBezTo>
                              <a:pt x="1084" y="46482"/>
                              <a:pt x="-2821" y="62770"/>
                              <a:pt x="4418" y="62770"/>
                            </a:cubicBezTo>
                            <a:cubicBezTo>
                              <a:pt x="16134" y="62770"/>
                              <a:pt x="26421" y="36385"/>
                              <a:pt x="30326" y="20574"/>
                            </a:cubicBezTo>
                            <a:cubicBezTo>
                              <a:pt x="31564" y="16002"/>
                              <a:pt x="33184" y="5429"/>
                              <a:pt x="33470" y="0"/>
                            </a:cubicBezTo>
                            <a:cubicBezTo>
                              <a:pt x="32707" y="2953"/>
                              <a:pt x="31564" y="8001"/>
                              <a:pt x="30326" y="10668"/>
                            </a:cubicBezTo>
                            <a:cubicBezTo>
                              <a:pt x="23087" y="25717"/>
                              <a:pt x="12610" y="42672"/>
                              <a:pt x="799" y="4019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94" name="Forme libre : forme 11993">
                        <a:extLst>
                          <a:ext uri="{FF2B5EF4-FFF2-40B4-BE49-F238E27FC236}">
                            <a16:creationId xmlns:a16="http://schemas.microsoft.com/office/drawing/2014/main" id="{25CC235A-5691-4F62-914B-746BB416A1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6494" y="2778849"/>
                        <a:ext cx="34319" cy="94310"/>
                      </a:xfrm>
                      <a:custGeom>
                        <a:avLst/>
                        <a:gdLst>
                          <a:gd name="connsiteX0" fmla="*/ 28571 w 34319"/>
                          <a:gd name="connsiteY0" fmla="*/ 355 h 94310"/>
                          <a:gd name="connsiteX1" fmla="*/ 30381 w 34319"/>
                          <a:gd name="connsiteY1" fmla="*/ 53123 h 94310"/>
                          <a:gd name="connsiteX2" fmla="*/ 5044 w 34319"/>
                          <a:gd name="connsiteY2" fmla="*/ 94176 h 94310"/>
                          <a:gd name="connsiteX3" fmla="*/ 6188 w 34319"/>
                          <a:gd name="connsiteY3" fmla="*/ 47218 h 94310"/>
                          <a:gd name="connsiteX4" fmla="*/ 28571 w 34319"/>
                          <a:gd name="connsiteY4" fmla="*/ 355 h 943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319" h="94310">
                            <a:moveTo>
                              <a:pt x="28571" y="355"/>
                            </a:moveTo>
                            <a:cubicBezTo>
                              <a:pt x="38192" y="5117"/>
                              <a:pt x="33524" y="39407"/>
                              <a:pt x="30381" y="53123"/>
                            </a:cubicBezTo>
                            <a:cubicBezTo>
                              <a:pt x="27714" y="66839"/>
                              <a:pt x="16189" y="96557"/>
                              <a:pt x="5044" y="94176"/>
                            </a:cubicBezTo>
                            <a:cubicBezTo>
                              <a:pt x="-5719" y="91985"/>
                              <a:pt x="3711" y="57981"/>
                              <a:pt x="6188" y="47218"/>
                            </a:cubicBezTo>
                            <a:cubicBezTo>
                              <a:pt x="9235" y="36740"/>
                              <a:pt x="19332" y="-4217"/>
                              <a:pt x="28571" y="35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95" name="Forme libre : forme 11994">
                        <a:extLst>
                          <a:ext uri="{FF2B5EF4-FFF2-40B4-BE49-F238E27FC236}">
                            <a16:creationId xmlns:a16="http://schemas.microsoft.com/office/drawing/2014/main" id="{353180BE-95DF-45BB-8FC4-9D91BC6869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10308" y="2808262"/>
                        <a:ext cx="68893" cy="110975"/>
                      </a:xfrm>
                      <a:custGeom>
                        <a:avLst/>
                        <a:gdLst>
                          <a:gd name="connsiteX0" fmla="*/ 11990 w 68893"/>
                          <a:gd name="connsiteY0" fmla="*/ 110960 h 110975"/>
                          <a:gd name="connsiteX1" fmla="*/ 27992 w 68893"/>
                          <a:gd name="connsiteY1" fmla="*/ 104197 h 110975"/>
                          <a:gd name="connsiteX2" fmla="*/ 58567 w 68893"/>
                          <a:gd name="connsiteY2" fmla="*/ 66478 h 110975"/>
                          <a:gd name="connsiteX3" fmla="*/ 68854 w 68893"/>
                          <a:gd name="connsiteY3" fmla="*/ 19424 h 110975"/>
                          <a:gd name="connsiteX4" fmla="*/ 59139 w 68893"/>
                          <a:gd name="connsiteY4" fmla="*/ 89 h 110975"/>
                          <a:gd name="connsiteX5" fmla="*/ 50185 w 68893"/>
                          <a:gd name="connsiteY5" fmla="*/ 13519 h 110975"/>
                          <a:gd name="connsiteX6" fmla="*/ 26182 w 68893"/>
                          <a:gd name="connsiteY6" fmla="*/ 49333 h 110975"/>
                          <a:gd name="connsiteX7" fmla="*/ 1227 w 68893"/>
                          <a:gd name="connsiteY7" fmla="*/ 83337 h 110975"/>
                          <a:gd name="connsiteX8" fmla="*/ 11990 w 68893"/>
                          <a:gd name="connsiteY8" fmla="*/ 110960 h 1109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8893" h="110975">
                            <a:moveTo>
                              <a:pt x="11990" y="110960"/>
                            </a:moveTo>
                            <a:cubicBezTo>
                              <a:pt x="18752" y="111150"/>
                              <a:pt x="21515" y="109626"/>
                              <a:pt x="27992" y="104197"/>
                            </a:cubicBezTo>
                            <a:cubicBezTo>
                              <a:pt x="40279" y="93815"/>
                              <a:pt x="50185" y="84480"/>
                              <a:pt x="58567" y="66478"/>
                            </a:cubicBezTo>
                            <a:cubicBezTo>
                              <a:pt x="65520" y="51429"/>
                              <a:pt x="69330" y="33331"/>
                              <a:pt x="68854" y="19424"/>
                            </a:cubicBezTo>
                            <a:cubicBezTo>
                              <a:pt x="68568" y="9042"/>
                              <a:pt x="65520" y="-1054"/>
                              <a:pt x="59139" y="89"/>
                            </a:cubicBezTo>
                            <a:cubicBezTo>
                              <a:pt x="55138" y="851"/>
                              <a:pt x="53233" y="8090"/>
                              <a:pt x="50185" y="13519"/>
                            </a:cubicBezTo>
                            <a:cubicBezTo>
                              <a:pt x="43041" y="26282"/>
                              <a:pt x="36469" y="38474"/>
                              <a:pt x="26182" y="49333"/>
                            </a:cubicBezTo>
                            <a:cubicBezTo>
                              <a:pt x="17419" y="58572"/>
                              <a:pt x="5322" y="67240"/>
                              <a:pt x="1227" y="83337"/>
                            </a:cubicBezTo>
                            <a:cubicBezTo>
                              <a:pt x="-2488" y="97625"/>
                              <a:pt x="2560" y="110579"/>
                              <a:pt x="11990" y="11096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96" name="Forme libre : forme 11995">
                        <a:extLst>
                          <a:ext uri="{FF2B5EF4-FFF2-40B4-BE49-F238E27FC236}">
                            <a16:creationId xmlns:a16="http://schemas.microsoft.com/office/drawing/2014/main" id="{0BEDF7D7-3504-4970-AE4E-02FA006E45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19153" y="2855177"/>
                        <a:ext cx="10977" cy="38768"/>
                      </a:xfrm>
                      <a:custGeom>
                        <a:avLst/>
                        <a:gdLst>
                          <a:gd name="connsiteX0" fmla="*/ 287 w 10977"/>
                          <a:gd name="connsiteY0" fmla="*/ 34136 h 38768"/>
                          <a:gd name="connsiteX1" fmla="*/ 1430 w 10977"/>
                          <a:gd name="connsiteY1" fmla="*/ 38423 h 38768"/>
                          <a:gd name="connsiteX2" fmla="*/ 4668 w 10977"/>
                          <a:gd name="connsiteY2" fmla="*/ 36518 h 38768"/>
                          <a:gd name="connsiteX3" fmla="*/ 7144 w 10977"/>
                          <a:gd name="connsiteY3" fmla="*/ 29945 h 38768"/>
                          <a:gd name="connsiteX4" fmla="*/ 10573 w 10977"/>
                          <a:gd name="connsiteY4" fmla="*/ 12896 h 38768"/>
                          <a:gd name="connsiteX5" fmla="*/ 10859 w 10977"/>
                          <a:gd name="connsiteY5" fmla="*/ 6514 h 38768"/>
                          <a:gd name="connsiteX6" fmla="*/ 1715 w 10977"/>
                          <a:gd name="connsiteY6" fmla="*/ 7562 h 38768"/>
                          <a:gd name="connsiteX7" fmla="*/ 287 w 10977"/>
                          <a:gd name="connsiteY7" fmla="*/ 34136 h 38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977" h="38768">
                            <a:moveTo>
                              <a:pt x="287" y="34136"/>
                            </a:moveTo>
                            <a:cubicBezTo>
                              <a:pt x="382" y="36041"/>
                              <a:pt x="572" y="37470"/>
                              <a:pt x="1430" y="38423"/>
                            </a:cubicBezTo>
                            <a:cubicBezTo>
                              <a:pt x="2382" y="39375"/>
                              <a:pt x="3620" y="38232"/>
                              <a:pt x="4668" y="36518"/>
                            </a:cubicBezTo>
                            <a:cubicBezTo>
                              <a:pt x="5715" y="34803"/>
                              <a:pt x="6573" y="32041"/>
                              <a:pt x="7144" y="29945"/>
                            </a:cubicBezTo>
                            <a:cubicBezTo>
                              <a:pt x="8573" y="24326"/>
                              <a:pt x="9907" y="18325"/>
                              <a:pt x="10573" y="12896"/>
                            </a:cubicBezTo>
                            <a:cubicBezTo>
                              <a:pt x="10859" y="10610"/>
                              <a:pt x="11145" y="8514"/>
                              <a:pt x="10859" y="6514"/>
                            </a:cubicBezTo>
                            <a:cubicBezTo>
                              <a:pt x="9812" y="-1582"/>
                              <a:pt x="4287" y="-3106"/>
                              <a:pt x="1715" y="7562"/>
                            </a:cubicBezTo>
                            <a:cubicBezTo>
                              <a:pt x="-285" y="15753"/>
                              <a:pt x="-190" y="26326"/>
                              <a:pt x="287" y="3413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97" name="Forme libre : forme 11996">
                        <a:extLst>
                          <a:ext uri="{FF2B5EF4-FFF2-40B4-BE49-F238E27FC236}">
                            <a16:creationId xmlns:a16="http://schemas.microsoft.com/office/drawing/2014/main" id="{5317773D-B960-453C-8D29-49FBF3E722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73351" y="2751391"/>
                        <a:ext cx="16383" cy="65055"/>
                      </a:xfrm>
                      <a:custGeom>
                        <a:avLst/>
                        <a:gdLst>
                          <a:gd name="connsiteX0" fmla="*/ 0 w 16383"/>
                          <a:gd name="connsiteY0" fmla="*/ 0 h 65055"/>
                          <a:gd name="connsiteX1" fmla="*/ 16383 w 16383"/>
                          <a:gd name="connsiteY1" fmla="*/ 65056 h 65055"/>
                          <a:gd name="connsiteX2" fmla="*/ 0 w 16383"/>
                          <a:gd name="connsiteY2" fmla="*/ 0 h 650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6383" h="65055">
                            <a:moveTo>
                              <a:pt x="0" y="0"/>
                            </a:moveTo>
                            <a:cubicBezTo>
                              <a:pt x="12478" y="10668"/>
                              <a:pt x="15716" y="43815"/>
                              <a:pt x="16383" y="65056"/>
                            </a:cubicBezTo>
                            <a:cubicBezTo>
                              <a:pt x="15621" y="42005"/>
                              <a:pt x="7906" y="16955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98" name="Forme libre : forme 11997">
                        <a:extLst>
                          <a:ext uri="{FF2B5EF4-FFF2-40B4-BE49-F238E27FC236}">
                            <a16:creationId xmlns:a16="http://schemas.microsoft.com/office/drawing/2014/main" id="{BC4FCB27-881D-484F-B72F-3FE2EB62A0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99576" y="2863881"/>
                        <a:ext cx="3861" cy="68865"/>
                      </a:xfrm>
                      <a:custGeom>
                        <a:avLst/>
                        <a:gdLst>
                          <a:gd name="connsiteX0" fmla="*/ 3861 w 3861"/>
                          <a:gd name="connsiteY0" fmla="*/ 0 h 68865"/>
                          <a:gd name="connsiteX1" fmla="*/ 2814 w 3861"/>
                          <a:gd name="connsiteY1" fmla="*/ 68866 h 68865"/>
                          <a:gd name="connsiteX2" fmla="*/ 3861 w 3861"/>
                          <a:gd name="connsiteY2" fmla="*/ 0 h 688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861" h="68865">
                            <a:moveTo>
                              <a:pt x="3861" y="0"/>
                            </a:moveTo>
                            <a:cubicBezTo>
                              <a:pt x="-2234" y="24479"/>
                              <a:pt x="52" y="48292"/>
                              <a:pt x="2814" y="68866"/>
                            </a:cubicBezTo>
                            <a:cubicBezTo>
                              <a:pt x="-615" y="49911"/>
                              <a:pt x="1957" y="21812"/>
                              <a:pt x="386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99" name="Forme libre : forme 11998">
                        <a:extLst>
                          <a:ext uri="{FF2B5EF4-FFF2-40B4-BE49-F238E27FC236}">
                            <a16:creationId xmlns:a16="http://schemas.microsoft.com/office/drawing/2014/main" id="{5BBED14F-BA0E-4241-A041-D55C38CC53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40653" y="2804384"/>
                        <a:ext cx="14321" cy="33968"/>
                      </a:xfrm>
                      <a:custGeom>
                        <a:avLst/>
                        <a:gdLst>
                          <a:gd name="connsiteX0" fmla="*/ 13363 w 14321"/>
                          <a:gd name="connsiteY0" fmla="*/ 442 h 33968"/>
                          <a:gd name="connsiteX1" fmla="*/ 10124 w 14321"/>
                          <a:gd name="connsiteY1" fmla="*/ 21206 h 33968"/>
                          <a:gd name="connsiteX2" fmla="*/ 884 w 14321"/>
                          <a:gd name="connsiteY2" fmla="*/ 33303 h 33968"/>
                          <a:gd name="connsiteX3" fmla="*/ 4314 w 14321"/>
                          <a:gd name="connsiteY3" fmla="*/ 13968 h 33968"/>
                          <a:gd name="connsiteX4" fmla="*/ 13363 w 14321"/>
                          <a:gd name="connsiteY4" fmla="*/ 442 h 339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321" h="33968">
                            <a:moveTo>
                              <a:pt x="13363" y="442"/>
                            </a:moveTo>
                            <a:cubicBezTo>
                              <a:pt x="16315" y="3490"/>
                              <a:pt x="11648" y="17015"/>
                              <a:pt x="10124" y="21206"/>
                            </a:cubicBezTo>
                            <a:cubicBezTo>
                              <a:pt x="8695" y="25397"/>
                              <a:pt x="3838" y="36828"/>
                              <a:pt x="884" y="33303"/>
                            </a:cubicBezTo>
                            <a:cubicBezTo>
                              <a:pt x="-1973" y="29874"/>
                              <a:pt x="2885" y="17873"/>
                              <a:pt x="4314" y="13968"/>
                            </a:cubicBezTo>
                            <a:cubicBezTo>
                              <a:pt x="5933" y="10157"/>
                              <a:pt x="10505" y="-2511"/>
                              <a:pt x="13363" y="44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00" name="Forme libre : forme 11999">
                        <a:extLst>
                          <a:ext uri="{FF2B5EF4-FFF2-40B4-BE49-F238E27FC236}">
                            <a16:creationId xmlns:a16="http://schemas.microsoft.com/office/drawing/2014/main" id="{4A69300E-7257-40C6-87C2-6A4976C30F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1190" y="2799205"/>
                        <a:ext cx="4128" cy="9812"/>
                      </a:xfrm>
                      <a:custGeom>
                        <a:avLst/>
                        <a:gdLst>
                          <a:gd name="connsiteX0" fmla="*/ 3112 w 4128"/>
                          <a:gd name="connsiteY0" fmla="*/ 2 h 9812"/>
                          <a:gd name="connsiteX1" fmla="*/ 3779 w 4128"/>
                          <a:gd name="connsiteY1" fmla="*/ 4860 h 9812"/>
                          <a:gd name="connsiteX2" fmla="*/ 1017 w 4128"/>
                          <a:gd name="connsiteY2" fmla="*/ 9813 h 9812"/>
                          <a:gd name="connsiteX3" fmla="*/ 350 w 4128"/>
                          <a:gd name="connsiteY3" fmla="*/ 5050 h 9812"/>
                          <a:gd name="connsiteX4" fmla="*/ 3112 w 4128"/>
                          <a:gd name="connsiteY4" fmla="*/ 2 h 98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28" h="9812">
                            <a:moveTo>
                              <a:pt x="3112" y="2"/>
                            </a:moveTo>
                            <a:cubicBezTo>
                              <a:pt x="4541" y="-93"/>
                              <a:pt x="4159" y="3240"/>
                              <a:pt x="3779" y="4860"/>
                            </a:cubicBezTo>
                            <a:cubicBezTo>
                              <a:pt x="3398" y="6479"/>
                              <a:pt x="2445" y="9813"/>
                              <a:pt x="1017" y="9813"/>
                            </a:cubicBezTo>
                            <a:cubicBezTo>
                              <a:pt x="-412" y="9813"/>
                              <a:pt x="-32" y="6765"/>
                              <a:pt x="350" y="5050"/>
                            </a:cubicBezTo>
                            <a:cubicBezTo>
                              <a:pt x="731" y="3431"/>
                              <a:pt x="1683" y="97"/>
                              <a:pt x="3112" y="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2001" name="Forme libre : forme 12000">
                        <a:extLst>
                          <a:ext uri="{FF2B5EF4-FFF2-40B4-BE49-F238E27FC236}">
                            <a16:creationId xmlns:a16="http://schemas.microsoft.com/office/drawing/2014/main" id="{09D8C08A-446C-47F9-A966-7D99B172A1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19244" y="2754019"/>
                        <a:ext cx="49172" cy="79264"/>
                      </a:xfrm>
                      <a:custGeom>
                        <a:avLst/>
                        <a:gdLst>
                          <a:gd name="connsiteX0" fmla="*/ 26009 w 49172"/>
                          <a:gd name="connsiteY0" fmla="*/ 18517 h 79264"/>
                          <a:gd name="connsiteX1" fmla="*/ 44487 w 49172"/>
                          <a:gd name="connsiteY1" fmla="*/ 324 h 79264"/>
                          <a:gd name="connsiteX2" fmla="*/ 49060 w 49172"/>
                          <a:gd name="connsiteY2" fmla="*/ 7373 h 79264"/>
                          <a:gd name="connsiteX3" fmla="*/ 43725 w 49172"/>
                          <a:gd name="connsiteY3" fmla="*/ 17088 h 79264"/>
                          <a:gd name="connsiteX4" fmla="*/ 24675 w 49172"/>
                          <a:gd name="connsiteY4" fmla="*/ 44806 h 79264"/>
                          <a:gd name="connsiteX5" fmla="*/ 1625 w 49172"/>
                          <a:gd name="connsiteY5" fmla="*/ 77953 h 79264"/>
                          <a:gd name="connsiteX6" fmla="*/ 11150 w 49172"/>
                          <a:gd name="connsiteY6" fmla="*/ 35567 h 79264"/>
                          <a:gd name="connsiteX7" fmla="*/ 26009 w 49172"/>
                          <a:gd name="connsiteY7" fmla="*/ 18517 h 792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9172" h="79264">
                            <a:moveTo>
                              <a:pt x="26009" y="18517"/>
                            </a:moveTo>
                            <a:cubicBezTo>
                              <a:pt x="32391" y="10421"/>
                              <a:pt x="36868" y="4420"/>
                              <a:pt x="44487" y="324"/>
                            </a:cubicBezTo>
                            <a:cubicBezTo>
                              <a:pt x="47345" y="-1200"/>
                              <a:pt x="49726" y="2896"/>
                              <a:pt x="49060" y="7373"/>
                            </a:cubicBezTo>
                            <a:cubicBezTo>
                              <a:pt x="48298" y="11945"/>
                              <a:pt x="46012" y="14421"/>
                              <a:pt x="43725" y="17088"/>
                            </a:cubicBezTo>
                            <a:cubicBezTo>
                              <a:pt x="36581" y="25375"/>
                              <a:pt x="30867" y="34614"/>
                              <a:pt x="24675" y="44806"/>
                            </a:cubicBezTo>
                            <a:cubicBezTo>
                              <a:pt x="21056" y="51283"/>
                              <a:pt x="7530" y="86430"/>
                              <a:pt x="1625" y="77953"/>
                            </a:cubicBezTo>
                            <a:cubicBezTo>
                              <a:pt x="-3995" y="69762"/>
                              <a:pt x="6387" y="44139"/>
                              <a:pt x="11150" y="35567"/>
                            </a:cubicBezTo>
                            <a:cubicBezTo>
                              <a:pt x="16198" y="27280"/>
                              <a:pt x="21246" y="24518"/>
                              <a:pt x="26009" y="1851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21" name="Graphique 1">
                      <a:extLst>
                        <a:ext uri="{FF2B5EF4-FFF2-40B4-BE49-F238E27FC236}">
                          <a16:creationId xmlns:a16="http://schemas.microsoft.com/office/drawing/2014/main" id="{6236AE30-6E98-4FDA-AFC7-ADE8D0B0DC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43330" y="2539067"/>
                      <a:ext cx="84922" cy="205777"/>
                      <a:chOff x="6943330" y="2539067"/>
                      <a:chExt cx="84922" cy="205777"/>
                    </a:xfrm>
                    <a:solidFill>
                      <a:schemeClr val="accent1"/>
                    </a:solidFill>
                  </p:grpSpPr>
                  <p:sp>
                    <p:nvSpPr>
                      <p:cNvPr id="11978" name="Forme libre : forme 11977">
                        <a:extLst>
                          <a:ext uri="{FF2B5EF4-FFF2-40B4-BE49-F238E27FC236}">
                            <a16:creationId xmlns:a16="http://schemas.microsoft.com/office/drawing/2014/main" id="{2E12041B-DCBA-451C-ACD1-8A26809418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43330" y="2539067"/>
                        <a:ext cx="84922" cy="205777"/>
                      </a:xfrm>
                      <a:custGeom>
                        <a:avLst/>
                        <a:gdLst>
                          <a:gd name="connsiteX0" fmla="*/ 84695 w 84922"/>
                          <a:gd name="connsiteY0" fmla="*/ 71735 h 205777"/>
                          <a:gd name="connsiteX1" fmla="*/ 75075 w 84922"/>
                          <a:gd name="connsiteY1" fmla="*/ 142601 h 205777"/>
                          <a:gd name="connsiteX2" fmla="*/ 35165 w 84922"/>
                          <a:gd name="connsiteY2" fmla="*/ 203466 h 205777"/>
                          <a:gd name="connsiteX3" fmla="*/ 14211 w 84922"/>
                          <a:gd name="connsiteY3" fmla="*/ 198418 h 205777"/>
                          <a:gd name="connsiteX4" fmla="*/ 875 w 84922"/>
                          <a:gd name="connsiteY4" fmla="*/ 128980 h 205777"/>
                          <a:gd name="connsiteX5" fmla="*/ 9638 w 84922"/>
                          <a:gd name="connsiteY5" fmla="*/ 65639 h 205777"/>
                          <a:gd name="connsiteX6" fmla="*/ 43166 w 84922"/>
                          <a:gd name="connsiteY6" fmla="*/ 4774 h 205777"/>
                          <a:gd name="connsiteX7" fmla="*/ 64217 w 84922"/>
                          <a:gd name="connsiteY7" fmla="*/ 3632 h 205777"/>
                          <a:gd name="connsiteX8" fmla="*/ 84695 w 84922"/>
                          <a:gd name="connsiteY8" fmla="*/ 71735 h 2057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4922" h="205777">
                            <a:moveTo>
                              <a:pt x="84695" y="71735"/>
                            </a:moveTo>
                            <a:cubicBezTo>
                              <a:pt x="83838" y="88690"/>
                              <a:pt x="78885" y="125266"/>
                              <a:pt x="75075" y="142601"/>
                            </a:cubicBezTo>
                            <a:cubicBezTo>
                              <a:pt x="68026" y="175082"/>
                              <a:pt x="54215" y="189941"/>
                              <a:pt x="35165" y="203466"/>
                            </a:cubicBezTo>
                            <a:cubicBezTo>
                              <a:pt x="28593" y="208133"/>
                              <a:pt x="18020" y="205371"/>
                              <a:pt x="14211" y="198418"/>
                            </a:cubicBezTo>
                            <a:cubicBezTo>
                              <a:pt x="3257" y="178320"/>
                              <a:pt x="-2268" y="158508"/>
                              <a:pt x="875" y="128980"/>
                            </a:cubicBezTo>
                            <a:cubicBezTo>
                              <a:pt x="2590" y="113169"/>
                              <a:pt x="6971" y="81736"/>
                              <a:pt x="9638" y="65639"/>
                            </a:cubicBezTo>
                            <a:cubicBezTo>
                              <a:pt x="14496" y="35540"/>
                              <a:pt x="26688" y="20300"/>
                              <a:pt x="43166" y="4774"/>
                            </a:cubicBezTo>
                            <a:cubicBezTo>
                              <a:pt x="48786" y="-559"/>
                              <a:pt x="59359" y="-2084"/>
                              <a:pt x="64217" y="3632"/>
                            </a:cubicBezTo>
                            <a:cubicBezTo>
                              <a:pt x="78314" y="20205"/>
                              <a:pt x="86410" y="40112"/>
                              <a:pt x="84695" y="7173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79" name="Forme libre : forme 11978">
                        <a:extLst>
                          <a:ext uri="{FF2B5EF4-FFF2-40B4-BE49-F238E27FC236}">
                            <a16:creationId xmlns:a16="http://schemas.microsoft.com/office/drawing/2014/main" id="{71E737E6-97F5-4FEA-B947-C34D0CE31A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68970" y="2542317"/>
                        <a:ext cx="59119" cy="202517"/>
                      </a:xfrm>
                      <a:custGeom>
                        <a:avLst/>
                        <a:gdLst>
                          <a:gd name="connsiteX0" fmla="*/ 24384 w 59119"/>
                          <a:gd name="connsiteY0" fmla="*/ 124396 h 202517"/>
                          <a:gd name="connsiteX1" fmla="*/ 0 w 59119"/>
                          <a:gd name="connsiteY1" fmla="*/ 202406 h 202517"/>
                          <a:gd name="connsiteX2" fmla="*/ 9335 w 59119"/>
                          <a:gd name="connsiteY2" fmla="*/ 200215 h 202517"/>
                          <a:gd name="connsiteX3" fmla="*/ 18669 w 59119"/>
                          <a:gd name="connsiteY3" fmla="*/ 192977 h 202517"/>
                          <a:gd name="connsiteX4" fmla="*/ 40196 w 59119"/>
                          <a:gd name="connsiteY4" fmla="*/ 165925 h 202517"/>
                          <a:gd name="connsiteX5" fmla="*/ 49245 w 59119"/>
                          <a:gd name="connsiteY5" fmla="*/ 139255 h 202517"/>
                          <a:gd name="connsiteX6" fmla="*/ 51435 w 59119"/>
                          <a:gd name="connsiteY6" fmla="*/ 127921 h 202517"/>
                          <a:gd name="connsiteX7" fmla="*/ 58484 w 59119"/>
                          <a:gd name="connsiteY7" fmla="*/ 73628 h 202517"/>
                          <a:gd name="connsiteX8" fmla="*/ 58865 w 59119"/>
                          <a:gd name="connsiteY8" fmla="*/ 68389 h 202517"/>
                          <a:gd name="connsiteX9" fmla="*/ 57150 w 59119"/>
                          <a:gd name="connsiteY9" fmla="*/ 38767 h 202517"/>
                          <a:gd name="connsiteX10" fmla="*/ 44578 w 59119"/>
                          <a:gd name="connsiteY10" fmla="*/ 8477 h 202517"/>
                          <a:gd name="connsiteX11" fmla="*/ 38291 w 59119"/>
                          <a:gd name="connsiteY11" fmla="*/ 286 h 202517"/>
                          <a:gd name="connsiteX12" fmla="*/ 38005 w 59119"/>
                          <a:gd name="connsiteY12" fmla="*/ 0 h 202517"/>
                          <a:gd name="connsiteX13" fmla="*/ 24384 w 59119"/>
                          <a:gd name="connsiteY13" fmla="*/ 124396 h 202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59119" h="202517">
                            <a:moveTo>
                              <a:pt x="24384" y="124396"/>
                            </a:moveTo>
                            <a:cubicBezTo>
                              <a:pt x="21717" y="152686"/>
                              <a:pt x="15336" y="183071"/>
                              <a:pt x="0" y="202406"/>
                            </a:cubicBezTo>
                            <a:cubicBezTo>
                              <a:pt x="3334" y="202787"/>
                              <a:pt x="6668" y="202216"/>
                              <a:pt x="9335" y="200215"/>
                            </a:cubicBezTo>
                            <a:cubicBezTo>
                              <a:pt x="12573" y="197834"/>
                              <a:pt x="15716" y="195453"/>
                              <a:pt x="18669" y="192977"/>
                            </a:cubicBezTo>
                            <a:cubicBezTo>
                              <a:pt x="27242" y="185738"/>
                              <a:pt x="34386" y="177355"/>
                              <a:pt x="40196" y="165925"/>
                            </a:cubicBezTo>
                            <a:cubicBezTo>
                              <a:pt x="43911" y="158496"/>
                              <a:pt x="46863" y="149828"/>
                              <a:pt x="49245" y="139255"/>
                            </a:cubicBezTo>
                            <a:cubicBezTo>
                              <a:pt x="49816" y="136017"/>
                              <a:pt x="50578" y="132207"/>
                              <a:pt x="51435" y="127921"/>
                            </a:cubicBezTo>
                            <a:cubicBezTo>
                              <a:pt x="54388" y="111252"/>
                              <a:pt x="57245" y="88297"/>
                              <a:pt x="58484" y="73628"/>
                            </a:cubicBezTo>
                            <a:cubicBezTo>
                              <a:pt x="58579" y="71723"/>
                              <a:pt x="58770" y="69913"/>
                              <a:pt x="58865" y="68389"/>
                            </a:cubicBezTo>
                            <a:cubicBezTo>
                              <a:pt x="59531" y="57150"/>
                              <a:pt x="58865" y="47435"/>
                              <a:pt x="57150" y="38767"/>
                            </a:cubicBezTo>
                            <a:cubicBezTo>
                              <a:pt x="54769" y="26956"/>
                              <a:pt x="50292" y="17240"/>
                              <a:pt x="44578" y="8477"/>
                            </a:cubicBezTo>
                            <a:cubicBezTo>
                              <a:pt x="42672" y="5620"/>
                              <a:pt x="40577" y="2953"/>
                              <a:pt x="38291" y="286"/>
                            </a:cubicBezTo>
                            <a:lnTo>
                              <a:pt x="38005" y="0"/>
                            </a:lnTo>
                            <a:cubicBezTo>
                              <a:pt x="34100" y="41434"/>
                              <a:pt x="28290" y="83820"/>
                              <a:pt x="24384" y="12439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80" name="Forme libre : forme 11979">
                        <a:extLst>
                          <a:ext uri="{FF2B5EF4-FFF2-40B4-BE49-F238E27FC236}">
                            <a16:creationId xmlns:a16="http://schemas.microsoft.com/office/drawing/2014/main" id="{A1621EC4-7581-432A-AEEE-40A8F4AA95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75027" y="2578694"/>
                        <a:ext cx="28359" cy="95393"/>
                      </a:xfrm>
                      <a:custGeom>
                        <a:avLst/>
                        <a:gdLst>
                          <a:gd name="connsiteX0" fmla="*/ 20423 w 28359"/>
                          <a:gd name="connsiteY0" fmla="*/ 9 h 95393"/>
                          <a:gd name="connsiteX1" fmla="*/ 26995 w 28359"/>
                          <a:gd name="connsiteY1" fmla="*/ 51348 h 95393"/>
                          <a:gd name="connsiteX2" fmla="*/ 7183 w 28359"/>
                          <a:gd name="connsiteY2" fmla="*/ 95354 h 95393"/>
                          <a:gd name="connsiteX3" fmla="*/ 2325 w 28359"/>
                          <a:gd name="connsiteY3" fmla="*/ 48491 h 95393"/>
                          <a:gd name="connsiteX4" fmla="*/ 20423 w 28359"/>
                          <a:gd name="connsiteY4" fmla="*/ 9 h 953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359" h="95393">
                            <a:moveTo>
                              <a:pt x="20423" y="9"/>
                            </a:moveTo>
                            <a:cubicBezTo>
                              <a:pt x="30615" y="580"/>
                              <a:pt x="28710" y="38585"/>
                              <a:pt x="26995" y="51348"/>
                            </a:cubicBezTo>
                            <a:cubicBezTo>
                              <a:pt x="25566" y="64017"/>
                              <a:pt x="18232" y="96688"/>
                              <a:pt x="7183" y="95354"/>
                            </a:cubicBezTo>
                            <a:cubicBezTo>
                              <a:pt x="-3676" y="94021"/>
                              <a:pt x="515" y="60207"/>
                              <a:pt x="2325" y="48491"/>
                            </a:cubicBezTo>
                            <a:cubicBezTo>
                              <a:pt x="4421" y="36680"/>
                              <a:pt x="10422" y="-658"/>
                              <a:pt x="20423" y="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81" name="Forme libre : forme 11980">
                        <a:extLst>
                          <a:ext uri="{FF2B5EF4-FFF2-40B4-BE49-F238E27FC236}">
                            <a16:creationId xmlns:a16="http://schemas.microsoft.com/office/drawing/2014/main" id="{C327E0AA-FAF3-41CC-A062-932E418218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75447" y="2608707"/>
                        <a:ext cx="27734" cy="65787"/>
                      </a:xfrm>
                      <a:custGeom>
                        <a:avLst/>
                        <a:gdLst>
                          <a:gd name="connsiteX0" fmla="*/ 0 w 27734"/>
                          <a:gd name="connsiteY0" fmla="*/ 43910 h 65787"/>
                          <a:gd name="connsiteX1" fmla="*/ 6858 w 27734"/>
                          <a:gd name="connsiteY1" fmla="*/ 65722 h 65787"/>
                          <a:gd name="connsiteX2" fmla="*/ 26765 w 27734"/>
                          <a:gd name="connsiteY2" fmla="*/ 20669 h 65787"/>
                          <a:gd name="connsiteX3" fmla="*/ 27622 w 27734"/>
                          <a:gd name="connsiteY3" fmla="*/ 0 h 65787"/>
                          <a:gd name="connsiteX4" fmla="*/ 25622 w 27734"/>
                          <a:gd name="connsiteY4" fmla="*/ 10858 h 65787"/>
                          <a:gd name="connsiteX5" fmla="*/ 0 w 27734"/>
                          <a:gd name="connsiteY5" fmla="*/ 43910 h 657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734" h="65787">
                            <a:moveTo>
                              <a:pt x="0" y="43910"/>
                            </a:moveTo>
                            <a:cubicBezTo>
                              <a:pt x="1048" y="50102"/>
                              <a:pt x="-286" y="66961"/>
                              <a:pt x="6858" y="65722"/>
                            </a:cubicBezTo>
                            <a:cubicBezTo>
                              <a:pt x="18288" y="63913"/>
                              <a:pt x="24669" y="36671"/>
                              <a:pt x="26765" y="20669"/>
                            </a:cubicBezTo>
                            <a:cubicBezTo>
                              <a:pt x="27337" y="16002"/>
                              <a:pt x="28003" y="5429"/>
                              <a:pt x="27622" y="0"/>
                            </a:cubicBezTo>
                            <a:cubicBezTo>
                              <a:pt x="27146" y="3048"/>
                              <a:pt x="26575" y="8096"/>
                              <a:pt x="25622" y="10858"/>
                            </a:cubicBezTo>
                            <a:cubicBezTo>
                              <a:pt x="20193" y="26575"/>
                              <a:pt x="12001" y="44672"/>
                              <a:pt x="0" y="4391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82" name="Forme libre : forme 11981">
                        <a:extLst>
                          <a:ext uri="{FF2B5EF4-FFF2-40B4-BE49-F238E27FC236}">
                            <a16:creationId xmlns:a16="http://schemas.microsoft.com/office/drawing/2014/main" id="{41DA1EE0-15F3-43BB-853F-42229D4E94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78638" y="2573494"/>
                        <a:ext cx="28036" cy="95894"/>
                      </a:xfrm>
                      <a:custGeom>
                        <a:avLst/>
                        <a:gdLst>
                          <a:gd name="connsiteX0" fmla="*/ 19955 w 28036"/>
                          <a:gd name="connsiteY0" fmla="*/ 256 h 95894"/>
                          <a:gd name="connsiteX1" fmla="*/ 27003 w 28036"/>
                          <a:gd name="connsiteY1" fmla="*/ 52263 h 95894"/>
                          <a:gd name="connsiteX2" fmla="*/ 7191 w 28036"/>
                          <a:gd name="connsiteY2" fmla="*/ 95887 h 95894"/>
                          <a:gd name="connsiteX3" fmla="*/ 2238 w 28036"/>
                          <a:gd name="connsiteY3" fmla="*/ 49119 h 95894"/>
                          <a:gd name="connsiteX4" fmla="*/ 19955 w 28036"/>
                          <a:gd name="connsiteY4" fmla="*/ 256 h 958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036" h="95894">
                            <a:moveTo>
                              <a:pt x="19955" y="256"/>
                            </a:moveTo>
                            <a:cubicBezTo>
                              <a:pt x="29765" y="4161"/>
                              <a:pt x="28527" y="38547"/>
                              <a:pt x="27003" y="52263"/>
                            </a:cubicBezTo>
                            <a:cubicBezTo>
                              <a:pt x="25765" y="66074"/>
                              <a:pt x="18526" y="96459"/>
                              <a:pt x="7191" y="95887"/>
                            </a:cubicBezTo>
                            <a:cubicBezTo>
                              <a:pt x="-4048" y="95316"/>
                              <a:pt x="905" y="60073"/>
                              <a:pt x="2238" y="49119"/>
                            </a:cubicBezTo>
                            <a:cubicBezTo>
                              <a:pt x="3953" y="38261"/>
                              <a:pt x="10144" y="-3649"/>
                              <a:pt x="19955" y="25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83" name="Forme libre : forme 11982">
                        <a:extLst>
                          <a:ext uri="{FF2B5EF4-FFF2-40B4-BE49-F238E27FC236}">
                            <a16:creationId xmlns:a16="http://schemas.microsoft.com/office/drawing/2014/main" id="{F73732F9-1CC8-450E-AF55-500FF17E16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9163" y="2602011"/>
                        <a:ext cx="58917" cy="116341"/>
                      </a:xfrm>
                      <a:custGeom>
                        <a:avLst/>
                        <a:gdLst>
                          <a:gd name="connsiteX0" fmla="*/ 16284 w 58917"/>
                          <a:gd name="connsiteY0" fmla="*/ 116138 h 116341"/>
                          <a:gd name="connsiteX1" fmla="*/ 30476 w 58917"/>
                          <a:gd name="connsiteY1" fmla="*/ 106327 h 116341"/>
                          <a:gd name="connsiteX2" fmla="*/ 53908 w 58917"/>
                          <a:gd name="connsiteY2" fmla="*/ 65179 h 116341"/>
                          <a:gd name="connsiteX3" fmla="*/ 58099 w 58917"/>
                          <a:gd name="connsiteY3" fmla="*/ 18221 h 116341"/>
                          <a:gd name="connsiteX4" fmla="*/ 46383 w 58917"/>
                          <a:gd name="connsiteY4" fmla="*/ 219 h 116341"/>
                          <a:gd name="connsiteX5" fmla="*/ 38859 w 58917"/>
                          <a:gd name="connsiteY5" fmla="*/ 14411 h 116341"/>
                          <a:gd name="connsiteX6" fmla="*/ 19427 w 58917"/>
                          <a:gd name="connsiteY6" fmla="*/ 52892 h 116341"/>
                          <a:gd name="connsiteX7" fmla="*/ 92 w 58917"/>
                          <a:gd name="connsiteY7" fmla="*/ 91087 h 116341"/>
                          <a:gd name="connsiteX8" fmla="*/ 16284 w 58917"/>
                          <a:gd name="connsiteY8" fmla="*/ 116138 h 1163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8917" h="116341">
                            <a:moveTo>
                              <a:pt x="16284" y="116138"/>
                            </a:moveTo>
                            <a:cubicBezTo>
                              <a:pt x="22951" y="114709"/>
                              <a:pt x="25237" y="112709"/>
                              <a:pt x="30476" y="106327"/>
                            </a:cubicBezTo>
                            <a:cubicBezTo>
                              <a:pt x="40287" y="94040"/>
                              <a:pt x="48384" y="83658"/>
                              <a:pt x="53908" y="65179"/>
                            </a:cubicBezTo>
                            <a:cubicBezTo>
                              <a:pt x="58575" y="49749"/>
                              <a:pt x="60004" y="31842"/>
                              <a:pt x="58099" y="18221"/>
                            </a:cubicBezTo>
                            <a:cubicBezTo>
                              <a:pt x="56670" y="8124"/>
                              <a:pt x="52669" y="-1591"/>
                              <a:pt x="46383" y="219"/>
                            </a:cubicBezTo>
                            <a:cubicBezTo>
                              <a:pt x="42478" y="1362"/>
                              <a:pt x="41335" y="8696"/>
                              <a:pt x="38859" y="14411"/>
                            </a:cubicBezTo>
                            <a:cubicBezTo>
                              <a:pt x="33143" y="27746"/>
                              <a:pt x="28095" y="40700"/>
                              <a:pt x="19427" y="52892"/>
                            </a:cubicBezTo>
                            <a:cubicBezTo>
                              <a:pt x="11998" y="63274"/>
                              <a:pt x="1330" y="73942"/>
                              <a:pt x="92" y="91087"/>
                            </a:cubicBezTo>
                            <a:cubicBezTo>
                              <a:pt x="-956" y="106327"/>
                              <a:pt x="7140" y="118043"/>
                              <a:pt x="16284" y="11613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84" name="Forme libre : forme 11983">
                        <a:extLst>
                          <a:ext uri="{FF2B5EF4-FFF2-40B4-BE49-F238E27FC236}">
                            <a16:creationId xmlns:a16="http://schemas.microsoft.com/office/drawing/2014/main" id="{0A9AB304-AD98-430F-8BEE-03753842D3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63729" y="2653803"/>
                        <a:ext cx="9767" cy="39608"/>
                      </a:xfrm>
                      <a:custGeom>
                        <a:avLst/>
                        <a:gdLst>
                          <a:gd name="connsiteX0" fmla="*/ 2955 w 9767"/>
                          <a:gd name="connsiteY0" fmla="*/ 35390 h 39608"/>
                          <a:gd name="connsiteX1" fmla="*/ 4860 w 9767"/>
                          <a:gd name="connsiteY1" fmla="*/ 39390 h 39608"/>
                          <a:gd name="connsiteX2" fmla="*/ 7717 w 9767"/>
                          <a:gd name="connsiteY2" fmla="*/ 36914 h 39608"/>
                          <a:gd name="connsiteX3" fmla="*/ 9051 w 9767"/>
                          <a:gd name="connsiteY3" fmla="*/ 29865 h 39608"/>
                          <a:gd name="connsiteX4" fmla="*/ 9718 w 9767"/>
                          <a:gd name="connsiteY4" fmla="*/ 12339 h 39608"/>
                          <a:gd name="connsiteX5" fmla="*/ 9146 w 9767"/>
                          <a:gd name="connsiteY5" fmla="*/ 5957 h 39608"/>
                          <a:gd name="connsiteX6" fmla="*/ 193 w 9767"/>
                          <a:gd name="connsiteY6" fmla="*/ 8434 h 39608"/>
                          <a:gd name="connsiteX7" fmla="*/ 2955 w 9767"/>
                          <a:gd name="connsiteY7" fmla="*/ 35390 h 39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767" h="39608">
                            <a:moveTo>
                              <a:pt x="2955" y="35390"/>
                            </a:moveTo>
                            <a:cubicBezTo>
                              <a:pt x="3431" y="37295"/>
                              <a:pt x="3812" y="38628"/>
                              <a:pt x="4860" y="39390"/>
                            </a:cubicBezTo>
                            <a:cubicBezTo>
                              <a:pt x="5907" y="40152"/>
                              <a:pt x="7050" y="38819"/>
                              <a:pt x="7717" y="36914"/>
                            </a:cubicBezTo>
                            <a:cubicBezTo>
                              <a:pt x="8384" y="35009"/>
                              <a:pt x="8860" y="32151"/>
                              <a:pt x="9051" y="29865"/>
                            </a:cubicBezTo>
                            <a:cubicBezTo>
                              <a:pt x="9527" y="24055"/>
                              <a:pt x="9908" y="17864"/>
                              <a:pt x="9718" y="12339"/>
                            </a:cubicBezTo>
                            <a:cubicBezTo>
                              <a:pt x="9622" y="10053"/>
                              <a:pt x="9622" y="7862"/>
                              <a:pt x="9146" y="5957"/>
                            </a:cubicBezTo>
                            <a:cubicBezTo>
                              <a:pt x="6956" y="-2044"/>
                              <a:pt x="1336" y="-2710"/>
                              <a:pt x="193" y="8434"/>
                            </a:cubicBezTo>
                            <a:cubicBezTo>
                              <a:pt x="-570" y="17006"/>
                              <a:pt x="1050" y="27674"/>
                              <a:pt x="2955" y="3539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85" name="Forme libre : forme 11984">
                        <a:extLst>
                          <a:ext uri="{FF2B5EF4-FFF2-40B4-BE49-F238E27FC236}">
                            <a16:creationId xmlns:a16="http://schemas.microsoft.com/office/drawing/2014/main" id="{83D6F48C-EE04-4FAF-A212-5EE82D6911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04403" y="2545270"/>
                        <a:ext cx="22193" cy="62960"/>
                      </a:xfrm>
                      <a:custGeom>
                        <a:avLst/>
                        <a:gdLst>
                          <a:gd name="connsiteX0" fmla="*/ 0 w 22193"/>
                          <a:gd name="connsiteY0" fmla="*/ 0 h 62960"/>
                          <a:gd name="connsiteX1" fmla="*/ 22193 w 22193"/>
                          <a:gd name="connsiteY1" fmla="*/ 62960 h 62960"/>
                          <a:gd name="connsiteX2" fmla="*/ 0 w 22193"/>
                          <a:gd name="connsiteY2" fmla="*/ 0 h 629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193" h="62960">
                            <a:moveTo>
                              <a:pt x="0" y="0"/>
                            </a:moveTo>
                            <a:cubicBezTo>
                              <a:pt x="13430" y="9620"/>
                              <a:pt x="19335" y="42291"/>
                              <a:pt x="22193" y="62960"/>
                            </a:cubicBezTo>
                            <a:cubicBezTo>
                              <a:pt x="19050" y="40481"/>
                              <a:pt x="9334" y="16288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86" name="Forme libre : forme 11985">
                        <a:extLst>
                          <a:ext uri="{FF2B5EF4-FFF2-40B4-BE49-F238E27FC236}">
                            <a16:creationId xmlns:a16="http://schemas.microsoft.com/office/drawing/2014/main" id="{9B89D798-74F8-486B-A2CA-64A9B6420A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46269" y="2666238"/>
                        <a:ext cx="13271" cy="70389"/>
                      </a:xfrm>
                      <a:custGeom>
                        <a:avLst/>
                        <a:gdLst>
                          <a:gd name="connsiteX0" fmla="*/ 508 w 13271"/>
                          <a:gd name="connsiteY0" fmla="*/ 0 h 70389"/>
                          <a:gd name="connsiteX1" fmla="*/ 13271 w 13271"/>
                          <a:gd name="connsiteY1" fmla="*/ 70390 h 70389"/>
                          <a:gd name="connsiteX2" fmla="*/ 508 w 13271"/>
                          <a:gd name="connsiteY2" fmla="*/ 0 h 703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3271" h="70389">
                            <a:moveTo>
                              <a:pt x="508" y="0"/>
                            </a:moveTo>
                            <a:cubicBezTo>
                              <a:pt x="-1969" y="26194"/>
                              <a:pt x="4984" y="50863"/>
                              <a:pt x="13271" y="70390"/>
                            </a:cubicBezTo>
                            <a:cubicBezTo>
                              <a:pt x="4699" y="52578"/>
                              <a:pt x="1746" y="22669"/>
                              <a:pt x="50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87" name="Forme libre : forme 11986">
                        <a:extLst>
                          <a:ext uri="{FF2B5EF4-FFF2-40B4-BE49-F238E27FC236}">
                            <a16:creationId xmlns:a16="http://schemas.microsoft.com/office/drawing/2014/main" id="{B070BEA0-7B92-4E96-AEC8-BD109D2C9E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79803" y="2599853"/>
                        <a:ext cx="11525" cy="34968"/>
                      </a:xfrm>
                      <a:custGeom>
                        <a:avLst/>
                        <a:gdLst>
                          <a:gd name="connsiteX0" fmla="*/ 10122 w 11525"/>
                          <a:gd name="connsiteY0" fmla="*/ 376 h 34968"/>
                          <a:gd name="connsiteX1" fmla="*/ 9075 w 11525"/>
                          <a:gd name="connsiteY1" fmla="*/ 21331 h 34968"/>
                          <a:gd name="connsiteX2" fmla="*/ 1359 w 11525"/>
                          <a:gd name="connsiteY2" fmla="*/ 34475 h 34968"/>
                          <a:gd name="connsiteX3" fmla="*/ 2598 w 11525"/>
                          <a:gd name="connsiteY3" fmla="*/ 14759 h 34968"/>
                          <a:gd name="connsiteX4" fmla="*/ 10122 w 11525"/>
                          <a:gd name="connsiteY4" fmla="*/ 376 h 349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525" h="34968">
                            <a:moveTo>
                              <a:pt x="10122" y="376"/>
                            </a:moveTo>
                            <a:cubicBezTo>
                              <a:pt x="13361" y="3138"/>
                              <a:pt x="10122" y="17045"/>
                              <a:pt x="9075" y="21331"/>
                            </a:cubicBezTo>
                            <a:cubicBezTo>
                              <a:pt x="8027" y="25617"/>
                              <a:pt x="4598" y="37524"/>
                              <a:pt x="1359" y="34475"/>
                            </a:cubicBezTo>
                            <a:cubicBezTo>
                              <a:pt x="-1879" y="31427"/>
                              <a:pt x="1550" y="18759"/>
                              <a:pt x="2598" y="14759"/>
                            </a:cubicBezTo>
                            <a:cubicBezTo>
                              <a:pt x="3741" y="10853"/>
                              <a:pt x="6884" y="-2386"/>
                              <a:pt x="10122" y="37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88" name="Forme libre : forme 11987">
                        <a:extLst>
                          <a:ext uri="{FF2B5EF4-FFF2-40B4-BE49-F238E27FC236}">
                            <a16:creationId xmlns:a16="http://schemas.microsoft.com/office/drawing/2014/main" id="{CB85A6A5-A774-4522-84A5-3883344505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7246" y="2594602"/>
                        <a:ext cx="3643" cy="10017"/>
                      </a:xfrm>
                      <a:custGeom>
                        <a:avLst/>
                        <a:gdLst>
                          <a:gd name="connsiteX0" fmla="*/ 2393 w 3643"/>
                          <a:gd name="connsiteY0" fmla="*/ 8 h 10017"/>
                          <a:gd name="connsiteX1" fmla="*/ 3536 w 3643"/>
                          <a:gd name="connsiteY1" fmla="*/ 4770 h 10017"/>
                          <a:gd name="connsiteX2" fmla="*/ 1250 w 3643"/>
                          <a:gd name="connsiteY2" fmla="*/ 10009 h 10017"/>
                          <a:gd name="connsiteX3" fmla="*/ 107 w 3643"/>
                          <a:gd name="connsiteY3" fmla="*/ 5342 h 10017"/>
                          <a:gd name="connsiteX4" fmla="*/ 2393 w 3643"/>
                          <a:gd name="connsiteY4" fmla="*/ 8 h 10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43" h="10017">
                            <a:moveTo>
                              <a:pt x="2393" y="8"/>
                            </a:moveTo>
                            <a:cubicBezTo>
                              <a:pt x="3822" y="-183"/>
                              <a:pt x="3726" y="3151"/>
                              <a:pt x="3536" y="4770"/>
                            </a:cubicBezTo>
                            <a:cubicBezTo>
                              <a:pt x="3346" y="6485"/>
                              <a:pt x="2679" y="9819"/>
                              <a:pt x="1250" y="10009"/>
                            </a:cubicBezTo>
                            <a:cubicBezTo>
                              <a:pt x="-179" y="10200"/>
                              <a:pt x="-83" y="7057"/>
                              <a:pt x="107" y="5342"/>
                            </a:cubicBezTo>
                            <a:cubicBezTo>
                              <a:pt x="393" y="3723"/>
                              <a:pt x="964" y="199"/>
                              <a:pt x="2393" y="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89" name="Forme libre : forme 11988">
                        <a:extLst>
                          <a:ext uri="{FF2B5EF4-FFF2-40B4-BE49-F238E27FC236}">
                            <a16:creationId xmlns:a16="http://schemas.microsoft.com/office/drawing/2014/main" id="{EC1C36EF-C302-47CF-B07A-99AF781EC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7290" y="2548566"/>
                        <a:ext cx="42956" cy="83673"/>
                      </a:xfrm>
                      <a:custGeom>
                        <a:avLst/>
                        <a:gdLst>
                          <a:gd name="connsiteX0" fmla="*/ 20920 w 42956"/>
                          <a:gd name="connsiteY0" fmla="*/ 20136 h 83673"/>
                          <a:gd name="connsiteX1" fmla="*/ 37779 w 42956"/>
                          <a:gd name="connsiteY1" fmla="*/ 419 h 83673"/>
                          <a:gd name="connsiteX2" fmla="*/ 42922 w 42956"/>
                          <a:gd name="connsiteY2" fmla="*/ 7087 h 83673"/>
                          <a:gd name="connsiteX3" fmla="*/ 38445 w 42956"/>
                          <a:gd name="connsiteY3" fmla="*/ 17183 h 83673"/>
                          <a:gd name="connsiteX4" fmla="*/ 21967 w 42956"/>
                          <a:gd name="connsiteY4" fmla="*/ 46615 h 83673"/>
                          <a:gd name="connsiteX5" fmla="*/ 2632 w 42956"/>
                          <a:gd name="connsiteY5" fmla="*/ 82620 h 83673"/>
                          <a:gd name="connsiteX6" fmla="*/ 7680 w 42956"/>
                          <a:gd name="connsiteY6" fmla="*/ 38805 h 83673"/>
                          <a:gd name="connsiteX7" fmla="*/ 20920 w 42956"/>
                          <a:gd name="connsiteY7" fmla="*/ 20136 h 836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2956" h="83673">
                            <a:moveTo>
                              <a:pt x="20920" y="20136"/>
                            </a:moveTo>
                            <a:cubicBezTo>
                              <a:pt x="26539" y="11468"/>
                              <a:pt x="30635" y="5181"/>
                              <a:pt x="37779" y="419"/>
                            </a:cubicBezTo>
                            <a:cubicBezTo>
                              <a:pt x="40446" y="-1296"/>
                              <a:pt x="43303" y="2514"/>
                              <a:pt x="42922" y="7087"/>
                            </a:cubicBezTo>
                            <a:cubicBezTo>
                              <a:pt x="42541" y="11659"/>
                              <a:pt x="40446" y="14326"/>
                              <a:pt x="38445" y="17183"/>
                            </a:cubicBezTo>
                            <a:cubicBezTo>
                              <a:pt x="32064" y="26041"/>
                              <a:pt x="27110" y="35757"/>
                              <a:pt x="21967" y="46615"/>
                            </a:cubicBezTo>
                            <a:cubicBezTo>
                              <a:pt x="18824" y="53378"/>
                              <a:pt x="9394" y="90335"/>
                              <a:pt x="2632" y="82620"/>
                            </a:cubicBezTo>
                            <a:cubicBezTo>
                              <a:pt x="-4036" y="75000"/>
                              <a:pt x="3584" y="47758"/>
                              <a:pt x="7680" y="38805"/>
                            </a:cubicBezTo>
                            <a:cubicBezTo>
                              <a:pt x="11871" y="29851"/>
                              <a:pt x="16633" y="26708"/>
                              <a:pt x="20920" y="2013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22" name="Graphique 1">
                      <a:extLst>
                        <a:ext uri="{FF2B5EF4-FFF2-40B4-BE49-F238E27FC236}">
                          <a16:creationId xmlns:a16="http://schemas.microsoft.com/office/drawing/2014/main" id="{B9926AF3-595E-4627-81F5-8E497621DF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68533" y="2337080"/>
                      <a:ext cx="87606" cy="202005"/>
                      <a:chOff x="6968533" y="2337080"/>
                      <a:chExt cx="87606" cy="202005"/>
                    </a:xfrm>
                    <a:solidFill>
                      <a:schemeClr val="accent1"/>
                    </a:solidFill>
                  </p:grpSpPr>
                  <p:sp>
                    <p:nvSpPr>
                      <p:cNvPr id="11966" name="Forme libre : forme 11965">
                        <a:extLst>
                          <a:ext uri="{FF2B5EF4-FFF2-40B4-BE49-F238E27FC236}">
                            <a16:creationId xmlns:a16="http://schemas.microsoft.com/office/drawing/2014/main" id="{79D5C31E-96EE-469D-BC81-4022F8E793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68533" y="2337080"/>
                        <a:ext cx="87606" cy="201967"/>
                      </a:xfrm>
                      <a:custGeom>
                        <a:avLst/>
                        <a:gdLst>
                          <a:gd name="connsiteX0" fmla="*/ 83876 w 87606"/>
                          <a:gd name="connsiteY0" fmla="*/ 73411 h 201967"/>
                          <a:gd name="connsiteX1" fmla="*/ 78828 w 87606"/>
                          <a:gd name="connsiteY1" fmla="*/ 102272 h 201967"/>
                          <a:gd name="connsiteX2" fmla="*/ 76923 w 87606"/>
                          <a:gd name="connsiteY2" fmla="*/ 119226 h 201967"/>
                          <a:gd name="connsiteX3" fmla="*/ 75113 w 87606"/>
                          <a:gd name="connsiteY3" fmla="*/ 135228 h 201967"/>
                          <a:gd name="connsiteX4" fmla="*/ 40347 w 87606"/>
                          <a:gd name="connsiteY4" fmla="*/ 198951 h 201967"/>
                          <a:gd name="connsiteX5" fmla="*/ 19011 w 87606"/>
                          <a:gd name="connsiteY5" fmla="*/ 195712 h 201967"/>
                          <a:gd name="connsiteX6" fmla="*/ 56 w 87606"/>
                          <a:gd name="connsiteY6" fmla="*/ 127323 h 201967"/>
                          <a:gd name="connsiteX7" fmla="*/ 723 w 87606"/>
                          <a:gd name="connsiteY7" fmla="*/ 112750 h 201967"/>
                          <a:gd name="connsiteX8" fmla="*/ 2628 w 87606"/>
                          <a:gd name="connsiteY8" fmla="*/ 92937 h 201967"/>
                          <a:gd name="connsiteX9" fmla="*/ 10629 w 87606"/>
                          <a:gd name="connsiteY9" fmla="*/ 55980 h 201967"/>
                          <a:gd name="connsiteX10" fmla="*/ 33489 w 87606"/>
                          <a:gd name="connsiteY10" fmla="*/ 17880 h 201967"/>
                          <a:gd name="connsiteX11" fmla="*/ 64064 w 87606"/>
                          <a:gd name="connsiteY11" fmla="*/ 735 h 201967"/>
                          <a:gd name="connsiteX12" fmla="*/ 83304 w 87606"/>
                          <a:gd name="connsiteY12" fmla="*/ 9403 h 201967"/>
                          <a:gd name="connsiteX13" fmla="*/ 83876 w 87606"/>
                          <a:gd name="connsiteY13" fmla="*/ 73411 h 201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87606" h="201967">
                            <a:moveTo>
                              <a:pt x="83876" y="73411"/>
                            </a:moveTo>
                            <a:cubicBezTo>
                              <a:pt x="82638" y="80269"/>
                              <a:pt x="80161" y="90937"/>
                              <a:pt x="78828" y="102272"/>
                            </a:cubicBezTo>
                            <a:cubicBezTo>
                              <a:pt x="77970" y="107987"/>
                              <a:pt x="77590" y="113416"/>
                              <a:pt x="76923" y="119226"/>
                            </a:cubicBezTo>
                            <a:cubicBezTo>
                              <a:pt x="76351" y="125322"/>
                              <a:pt x="75780" y="130847"/>
                              <a:pt x="75113" y="135228"/>
                            </a:cubicBezTo>
                            <a:cubicBezTo>
                              <a:pt x="70636" y="167804"/>
                              <a:pt x="58158" y="183901"/>
                              <a:pt x="40347" y="198951"/>
                            </a:cubicBezTo>
                            <a:cubicBezTo>
                              <a:pt x="34156" y="204189"/>
                              <a:pt x="23392" y="202284"/>
                              <a:pt x="19011" y="195712"/>
                            </a:cubicBezTo>
                            <a:cubicBezTo>
                              <a:pt x="6342" y="176567"/>
                              <a:pt x="-706" y="157326"/>
                              <a:pt x="56" y="127323"/>
                            </a:cubicBezTo>
                            <a:cubicBezTo>
                              <a:pt x="247" y="123322"/>
                              <a:pt x="437" y="118274"/>
                              <a:pt x="723" y="112750"/>
                            </a:cubicBezTo>
                            <a:cubicBezTo>
                              <a:pt x="1104" y="106939"/>
                              <a:pt x="1770" y="99795"/>
                              <a:pt x="2628" y="92937"/>
                            </a:cubicBezTo>
                            <a:cubicBezTo>
                              <a:pt x="4533" y="79126"/>
                              <a:pt x="7581" y="65220"/>
                              <a:pt x="10629" y="55980"/>
                            </a:cubicBezTo>
                            <a:cubicBezTo>
                              <a:pt x="16153" y="38645"/>
                              <a:pt x="24155" y="26358"/>
                              <a:pt x="33489" y="17880"/>
                            </a:cubicBezTo>
                            <a:cubicBezTo>
                              <a:pt x="42728" y="9308"/>
                              <a:pt x="53015" y="4355"/>
                              <a:pt x="64064" y="735"/>
                            </a:cubicBezTo>
                            <a:cubicBezTo>
                              <a:pt x="71874" y="-1741"/>
                              <a:pt x="81590" y="2259"/>
                              <a:pt x="83304" y="9403"/>
                            </a:cubicBezTo>
                            <a:cubicBezTo>
                              <a:pt x="88543" y="30549"/>
                              <a:pt x="89305" y="48456"/>
                              <a:pt x="83876" y="7341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67" name="Forme libre : forme 11966">
                        <a:extLst>
                          <a:ext uri="{FF2B5EF4-FFF2-40B4-BE49-F238E27FC236}">
                            <a16:creationId xmlns:a16="http://schemas.microsoft.com/office/drawing/2014/main" id="{D4FB2A03-3B2A-4E4E-88D9-B6F23D0A61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9450" y="2346198"/>
                        <a:ext cx="56397" cy="192888"/>
                      </a:xfrm>
                      <a:custGeom>
                        <a:avLst/>
                        <a:gdLst>
                          <a:gd name="connsiteX0" fmla="*/ 18098 w 56397"/>
                          <a:gd name="connsiteY0" fmla="*/ 113252 h 192888"/>
                          <a:gd name="connsiteX1" fmla="*/ 0 w 56397"/>
                          <a:gd name="connsiteY1" fmla="*/ 192881 h 192888"/>
                          <a:gd name="connsiteX2" fmla="*/ 9144 w 56397"/>
                          <a:gd name="connsiteY2" fmla="*/ 189929 h 192888"/>
                          <a:gd name="connsiteX3" fmla="*/ 17812 w 56397"/>
                          <a:gd name="connsiteY3" fmla="*/ 181928 h 192888"/>
                          <a:gd name="connsiteX4" fmla="*/ 37052 w 56397"/>
                          <a:gd name="connsiteY4" fmla="*/ 153353 h 192888"/>
                          <a:gd name="connsiteX5" fmla="*/ 43910 w 56397"/>
                          <a:gd name="connsiteY5" fmla="*/ 126206 h 192888"/>
                          <a:gd name="connsiteX6" fmla="*/ 45244 w 56397"/>
                          <a:gd name="connsiteY6" fmla="*/ 114871 h 192888"/>
                          <a:gd name="connsiteX7" fmla="*/ 46482 w 56397"/>
                          <a:gd name="connsiteY7" fmla="*/ 102394 h 192888"/>
                          <a:gd name="connsiteX8" fmla="*/ 48006 w 56397"/>
                          <a:gd name="connsiteY8" fmla="*/ 90202 h 192888"/>
                          <a:gd name="connsiteX9" fmla="*/ 49911 w 56397"/>
                          <a:gd name="connsiteY9" fmla="*/ 78581 h 192888"/>
                          <a:gd name="connsiteX10" fmla="*/ 51911 w 56397"/>
                          <a:gd name="connsiteY10" fmla="*/ 68580 h 192888"/>
                          <a:gd name="connsiteX11" fmla="*/ 52769 w 56397"/>
                          <a:gd name="connsiteY11" fmla="*/ 64294 h 192888"/>
                          <a:gd name="connsiteX12" fmla="*/ 56293 w 56397"/>
                          <a:gd name="connsiteY12" fmla="*/ 39910 h 192888"/>
                          <a:gd name="connsiteX13" fmla="*/ 54388 w 56397"/>
                          <a:gd name="connsiteY13" fmla="*/ 10096 h 192888"/>
                          <a:gd name="connsiteX14" fmla="*/ 52292 w 56397"/>
                          <a:gd name="connsiteY14" fmla="*/ 381 h 192888"/>
                          <a:gd name="connsiteX15" fmla="*/ 52197 w 56397"/>
                          <a:gd name="connsiteY15" fmla="*/ 0 h 192888"/>
                          <a:gd name="connsiteX16" fmla="*/ 26480 w 56397"/>
                          <a:gd name="connsiteY16" fmla="*/ 54007 h 192888"/>
                          <a:gd name="connsiteX17" fmla="*/ 18098 w 56397"/>
                          <a:gd name="connsiteY17" fmla="*/ 113252 h 192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56397" h="192888">
                            <a:moveTo>
                              <a:pt x="18098" y="113252"/>
                            </a:moveTo>
                            <a:cubicBezTo>
                              <a:pt x="17526" y="141637"/>
                              <a:pt x="13716" y="172307"/>
                              <a:pt x="0" y="192881"/>
                            </a:cubicBezTo>
                            <a:cubicBezTo>
                              <a:pt x="3334" y="192976"/>
                              <a:pt x="6668" y="192119"/>
                              <a:pt x="9144" y="189929"/>
                            </a:cubicBezTo>
                            <a:cubicBezTo>
                              <a:pt x="12192" y="187357"/>
                              <a:pt x="15145" y="184690"/>
                              <a:pt x="17812" y="181928"/>
                            </a:cubicBezTo>
                            <a:cubicBezTo>
                              <a:pt x="25718" y="174022"/>
                              <a:pt x="32195" y="165068"/>
                              <a:pt x="37052" y="153353"/>
                            </a:cubicBezTo>
                            <a:cubicBezTo>
                              <a:pt x="40100" y="145732"/>
                              <a:pt x="42482" y="136874"/>
                              <a:pt x="43910" y="126206"/>
                            </a:cubicBezTo>
                            <a:cubicBezTo>
                              <a:pt x="44291" y="122968"/>
                              <a:pt x="44768" y="119158"/>
                              <a:pt x="45244" y="114871"/>
                            </a:cubicBezTo>
                            <a:cubicBezTo>
                              <a:pt x="45625" y="110966"/>
                              <a:pt x="46101" y="106775"/>
                              <a:pt x="46482" y="102394"/>
                            </a:cubicBezTo>
                            <a:cubicBezTo>
                              <a:pt x="46863" y="98298"/>
                              <a:pt x="47340" y="94202"/>
                              <a:pt x="48006" y="90202"/>
                            </a:cubicBezTo>
                            <a:cubicBezTo>
                              <a:pt x="48483" y="86106"/>
                              <a:pt x="49149" y="82201"/>
                              <a:pt x="49911" y="78581"/>
                            </a:cubicBezTo>
                            <a:cubicBezTo>
                              <a:pt x="50482" y="74866"/>
                              <a:pt x="51245" y="71533"/>
                              <a:pt x="51911" y="68580"/>
                            </a:cubicBezTo>
                            <a:cubicBezTo>
                              <a:pt x="52197" y="67056"/>
                              <a:pt x="52483" y="65627"/>
                              <a:pt x="52769" y="64294"/>
                            </a:cubicBezTo>
                            <a:cubicBezTo>
                              <a:pt x="54673" y="55340"/>
                              <a:pt x="55722" y="47434"/>
                              <a:pt x="56293" y="39910"/>
                            </a:cubicBezTo>
                            <a:cubicBezTo>
                              <a:pt x="56674" y="29527"/>
                              <a:pt x="56007" y="20002"/>
                              <a:pt x="54388" y="10096"/>
                            </a:cubicBezTo>
                            <a:cubicBezTo>
                              <a:pt x="53721" y="6858"/>
                              <a:pt x="53150" y="3619"/>
                              <a:pt x="52292" y="381"/>
                            </a:cubicBezTo>
                            <a:lnTo>
                              <a:pt x="52197" y="0"/>
                            </a:lnTo>
                            <a:cubicBezTo>
                              <a:pt x="41053" y="16573"/>
                              <a:pt x="32290" y="34861"/>
                              <a:pt x="26480" y="54007"/>
                            </a:cubicBezTo>
                            <a:cubicBezTo>
                              <a:pt x="20669" y="73342"/>
                              <a:pt x="18479" y="93154"/>
                              <a:pt x="18098" y="11325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68" name="Forme libre : forme 11967">
                        <a:extLst>
                          <a:ext uri="{FF2B5EF4-FFF2-40B4-BE49-F238E27FC236}">
                            <a16:creationId xmlns:a16="http://schemas.microsoft.com/office/drawing/2014/main" id="{422CD2F0-D889-4CD2-8A5F-87ACC8C160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8438" y="2374009"/>
                        <a:ext cx="32451" cy="93448"/>
                      </a:xfrm>
                      <a:custGeom>
                        <a:avLst/>
                        <a:gdLst>
                          <a:gd name="connsiteX0" fmla="*/ 28920 w 32451"/>
                          <a:gd name="connsiteY0" fmla="*/ 287 h 93448"/>
                          <a:gd name="connsiteX1" fmla="*/ 31397 w 32451"/>
                          <a:gd name="connsiteY1" fmla="*/ 22099 h 93448"/>
                          <a:gd name="connsiteX2" fmla="*/ 26920 w 32451"/>
                          <a:gd name="connsiteY2" fmla="*/ 50103 h 93448"/>
                          <a:gd name="connsiteX3" fmla="*/ 20919 w 32451"/>
                          <a:gd name="connsiteY3" fmla="*/ 75915 h 93448"/>
                          <a:gd name="connsiteX4" fmla="*/ 8632 w 32451"/>
                          <a:gd name="connsiteY4" fmla="*/ 93441 h 93448"/>
                          <a:gd name="connsiteX5" fmla="*/ 155 w 32451"/>
                          <a:gd name="connsiteY5" fmla="*/ 74391 h 93448"/>
                          <a:gd name="connsiteX6" fmla="*/ 2441 w 32451"/>
                          <a:gd name="connsiteY6" fmla="*/ 45912 h 93448"/>
                          <a:gd name="connsiteX7" fmla="*/ 12347 w 32451"/>
                          <a:gd name="connsiteY7" fmla="*/ 16765 h 93448"/>
                          <a:gd name="connsiteX8" fmla="*/ 28920 w 32451"/>
                          <a:gd name="connsiteY8" fmla="*/ 287 h 934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2451" h="93448">
                            <a:moveTo>
                              <a:pt x="28920" y="287"/>
                            </a:moveTo>
                            <a:cubicBezTo>
                              <a:pt x="33587" y="2192"/>
                              <a:pt x="32730" y="11622"/>
                              <a:pt x="31397" y="22099"/>
                            </a:cubicBezTo>
                            <a:cubicBezTo>
                              <a:pt x="29778" y="32481"/>
                              <a:pt x="27968" y="44197"/>
                              <a:pt x="26920" y="50103"/>
                            </a:cubicBezTo>
                            <a:cubicBezTo>
                              <a:pt x="25872" y="56008"/>
                              <a:pt x="23682" y="66581"/>
                              <a:pt x="20919" y="75915"/>
                            </a:cubicBezTo>
                            <a:cubicBezTo>
                              <a:pt x="18062" y="85440"/>
                              <a:pt x="14157" y="93727"/>
                              <a:pt x="8632" y="93441"/>
                            </a:cubicBezTo>
                            <a:cubicBezTo>
                              <a:pt x="3203" y="93156"/>
                              <a:pt x="727" y="84583"/>
                              <a:pt x="155" y="74391"/>
                            </a:cubicBezTo>
                            <a:cubicBezTo>
                              <a:pt x="-512" y="64009"/>
                              <a:pt x="1107" y="52008"/>
                              <a:pt x="2441" y="45912"/>
                            </a:cubicBezTo>
                            <a:cubicBezTo>
                              <a:pt x="3775" y="39911"/>
                              <a:pt x="6917" y="27147"/>
                              <a:pt x="12347" y="16765"/>
                            </a:cubicBezTo>
                            <a:cubicBezTo>
                              <a:pt x="17395" y="6193"/>
                              <a:pt x="24158" y="-1618"/>
                              <a:pt x="28920" y="28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69" name="Forme libre : forme 11968">
                        <a:extLst>
                          <a:ext uri="{FF2B5EF4-FFF2-40B4-BE49-F238E27FC236}">
                            <a16:creationId xmlns:a16="http://schemas.microsoft.com/office/drawing/2014/main" id="{063BDAF3-DBCF-4B98-932A-89750EFFB3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8783" y="2404395"/>
                        <a:ext cx="29527" cy="63558"/>
                      </a:xfrm>
                      <a:custGeom>
                        <a:avLst/>
                        <a:gdLst>
                          <a:gd name="connsiteX0" fmla="*/ 0 w 29527"/>
                          <a:gd name="connsiteY0" fmla="*/ 42005 h 63558"/>
                          <a:gd name="connsiteX1" fmla="*/ 8287 w 29527"/>
                          <a:gd name="connsiteY1" fmla="*/ 63437 h 63558"/>
                          <a:gd name="connsiteX2" fmla="*/ 20574 w 29527"/>
                          <a:gd name="connsiteY2" fmla="*/ 45434 h 63558"/>
                          <a:gd name="connsiteX3" fmla="*/ 26765 w 29527"/>
                          <a:gd name="connsiteY3" fmla="*/ 19145 h 63558"/>
                          <a:gd name="connsiteX4" fmla="*/ 28194 w 29527"/>
                          <a:gd name="connsiteY4" fmla="*/ 9811 h 63558"/>
                          <a:gd name="connsiteX5" fmla="*/ 29528 w 29527"/>
                          <a:gd name="connsiteY5" fmla="*/ 0 h 63558"/>
                          <a:gd name="connsiteX6" fmla="*/ 26289 w 29527"/>
                          <a:gd name="connsiteY6" fmla="*/ 9906 h 63558"/>
                          <a:gd name="connsiteX7" fmla="*/ 0 w 29527"/>
                          <a:gd name="connsiteY7" fmla="*/ 42005 h 635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527" h="63558">
                            <a:moveTo>
                              <a:pt x="0" y="42005"/>
                            </a:moveTo>
                            <a:cubicBezTo>
                              <a:pt x="1238" y="48387"/>
                              <a:pt x="1334" y="65151"/>
                              <a:pt x="8287" y="63437"/>
                            </a:cubicBezTo>
                            <a:cubicBezTo>
                              <a:pt x="13907" y="62103"/>
                              <a:pt x="17812" y="54388"/>
                              <a:pt x="20574" y="45434"/>
                            </a:cubicBezTo>
                            <a:cubicBezTo>
                              <a:pt x="23241" y="36671"/>
                              <a:pt x="25241" y="26575"/>
                              <a:pt x="26765" y="19145"/>
                            </a:cubicBezTo>
                            <a:cubicBezTo>
                              <a:pt x="27242" y="16955"/>
                              <a:pt x="27718" y="13430"/>
                              <a:pt x="28194" y="9811"/>
                            </a:cubicBezTo>
                            <a:cubicBezTo>
                              <a:pt x="28766" y="6191"/>
                              <a:pt x="29337" y="2477"/>
                              <a:pt x="29528" y="0"/>
                            </a:cubicBezTo>
                            <a:cubicBezTo>
                              <a:pt x="28766" y="2762"/>
                              <a:pt x="27432" y="7430"/>
                              <a:pt x="26289" y="9906"/>
                            </a:cubicBezTo>
                            <a:cubicBezTo>
                              <a:pt x="19050" y="23908"/>
                              <a:pt x="12192" y="42005"/>
                              <a:pt x="0" y="4200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70" name="Forme libre : forme 11969">
                        <a:extLst>
                          <a:ext uri="{FF2B5EF4-FFF2-40B4-BE49-F238E27FC236}">
                            <a16:creationId xmlns:a16="http://schemas.microsoft.com/office/drawing/2014/main" id="{752C58AB-9C79-4F4C-9FA1-B51FB338C4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01925" y="2369759"/>
                        <a:ext cx="32783" cy="92930"/>
                      </a:xfrm>
                      <a:custGeom>
                        <a:avLst/>
                        <a:gdLst>
                          <a:gd name="connsiteX0" fmla="*/ 29910 w 32783"/>
                          <a:gd name="connsiteY0" fmla="*/ 823 h 92930"/>
                          <a:gd name="connsiteX1" fmla="*/ 31624 w 32783"/>
                          <a:gd name="connsiteY1" fmla="*/ 23587 h 92930"/>
                          <a:gd name="connsiteX2" fmla="*/ 27243 w 32783"/>
                          <a:gd name="connsiteY2" fmla="*/ 50734 h 92930"/>
                          <a:gd name="connsiteX3" fmla="*/ 21052 w 32783"/>
                          <a:gd name="connsiteY3" fmla="*/ 75975 h 92930"/>
                          <a:gd name="connsiteX4" fmla="*/ 8479 w 32783"/>
                          <a:gd name="connsiteY4" fmla="*/ 92929 h 92930"/>
                          <a:gd name="connsiteX5" fmla="*/ 97 w 32783"/>
                          <a:gd name="connsiteY5" fmla="*/ 73879 h 92930"/>
                          <a:gd name="connsiteX6" fmla="*/ 2859 w 32783"/>
                          <a:gd name="connsiteY6" fmla="*/ 45876 h 92930"/>
                          <a:gd name="connsiteX7" fmla="*/ 13241 w 32783"/>
                          <a:gd name="connsiteY7" fmla="*/ 16063 h 92930"/>
                          <a:gd name="connsiteX8" fmla="*/ 29910 w 32783"/>
                          <a:gd name="connsiteY8" fmla="*/ 823 h 929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2783" h="92930">
                            <a:moveTo>
                              <a:pt x="29910" y="823"/>
                            </a:moveTo>
                            <a:cubicBezTo>
                              <a:pt x="33815" y="4252"/>
                              <a:pt x="33053" y="13586"/>
                              <a:pt x="31624" y="23587"/>
                            </a:cubicBezTo>
                            <a:cubicBezTo>
                              <a:pt x="29910" y="34065"/>
                              <a:pt x="28196" y="44638"/>
                              <a:pt x="27243" y="50734"/>
                            </a:cubicBezTo>
                            <a:cubicBezTo>
                              <a:pt x="26100" y="57020"/>
                              <a:pt x="23814" y="67117"/>
                              <a:pt x="21052" y="75975"/>
                            </a:cubicBezTo>
                            <a:cubicBezTo>
                              <a:pt x="18004" y="84643"/>
                              <a:pt x="14098" y="92929"/>
                              <a:pt x="8479" y="92929"/>
                            </a:cubicBezTo>
                            <a:cubicBezTo>
                              <a:pt x="2954" y="93025"/>
                              <a:pt x="478" y="84357"/>
                              <a:pt x="97" y="73879"/>
                            </a:cubicBezTo>
                            <a:cubicBezTo>
                              <a:pt x="-475" y="63402"/>
                              <a:pt x="1620" y="51400"/>
                              <a:pt x="2859" y="45876"/>
                            </a:cubicBezTo>
                            <a:cubicBezTo>
                              <a:pt x="3906" y="40256"/>
                              <a:pt x="7717" y="26826"/>
                              <a:pt x="13241" y="16063"/>
                            </a:cubicBezTo>
                            <a:cubicBezTo>
                              <a:pt x="18861" y="5109"/>
                              <a:pt x="25910" y="-2606"/>
                              <a:pt x="29910" y="82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71" name="Forme libre : forme 11970">
                        <a:extLst>
                          <a:ext uri="{FF2B5EF4-FFF2-40B4-BE49-F238E27FC236}">
                            <a16:creationId xmlns:a16="http://schemas.microsoft.com/office/drawing/2014/main" id="{B1D59605-8BCD-4557-A8F1-61422ADEFC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5541" y="2398764"/>
                        <a:ext cx="55616" cy="113568"/>
                      </a:xfrm>
                      <a:custGeom>
                        <a:avLst/>
                        <a:gdLst>
                          <a:gd name="connsiteX0" fmla="*/ 18195 w 55616"/>
                          <a:gd name="connsiteY0" fmla="*/ 113168 h 113568"/>
                          <a:gd name="connsiteX1" fmla="*/ 31530 w 55616"/>
                          <a:gd name="connsiteY1" fmla="*/ 102215 h 113568"/>
                          <a:gd name="connsiteX2" fmla="*/ 51723 w 55616"/>
                          <a:gd name="connsiteY2" fmla="*/ 59638 h 113568"/>
                          <a:gd name="connsiteX3" fmla="*/ 55343 w 55616"/>
                          <a:gd name="connsiteY3" fmla="*/ 17918 h 113568"/>
                          <a:gd name="connsiteX4" fmla="*/ 46008 w 55616"/>
                          <a:gd name="connsiteY4" fmla="*/ 11 h 113568"/>
                          <a:gd name="connsiteX5" fmla="*/ 36674 w 55616"/>
                          <a:gd name="connsiteY5" fmla="*/ 12108 h 113568"/>
                          <a:gd name="connsiteX6" fmla="*/ 16385 w 55616"/>
                          <a:gd name="connsiteY6" fmla="*/ 49827 h 113568"/>
                          <a:gd name="connsiteX7" fmla="*/ 3 w 55616"/>
                          <a:gd name="connsiteY7" fmla="*/ 89451 h 113568"/>
                          <a:gd name="connsiteX8" fmla="*/ 18195 w 55616"/>
                          <a:gd name="connsiteY8" fmla="*/ 113168 h 113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5616" h="113568">
                            <a:moveTo>
                              <a:pt x="18195" y="113168"/>
                            </a:moveTo>
                            <a:cubicBezTo>
                              <a:pt x="24672" y="111263"/>
                              <a:pt x="26863" y="109073"/>
                              <a:pt x="31530" y="102215"/>
                            </a:cubicBezTo>
                            <a:cubicBezTo>
                              <a:pt x="40293" y="89165"/>
                              <a:pt x="47532" y="78307"/>
                              <a:pt x="51723" y="59638"/>
                            </a:cubicBezTo>
                            <a:cubicBezTo>
                              <a:pt x="55057" y="44683"/>
                              <a:pt x="56200" y="30205"/>
                              <a:pt x="55343" y="17918"/>
                            </a:cubicBezTo>
                            <a:cubicBezTo>
                              <a:pt x="54676" y="9060"/>
                              <a:pt x="52485" y="-370"/>
                              <a:pt x="46008" y="11"/>
                            </a:cubicBezTo>
                            <a:cubicBezTo>
                              <a:pt x="41817" y="202"/>
                              <a:pt x="39722" y="6965"/>
                              <a:pt x="36674" y="12108"/>
                            </a:cubicBezTo>
                            <a:cubicBezTo>
                              <a:pt x="29721" y="24300"/>
                              <a:pt x="24387" y="36873"/>
                              <a:pt x="16385" y="49827"/>
                            </a:cubicBezTo>
                            <a:cubicBezTo>
                              <a:pt x="9528" y="60781"/>
                              <a:pt x="-188" y="72306"/>
                              <a:pt x="3" y="89451"/>
                            </a:cubicBezTo>
                            <a:cubicBezTo>
                              <a:pt x="193" y="104882"/>
                              <a:pt x="9242" y="115835"/>
                              <a:pt x="18195" y="11316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72" name="Forme libre : forme 11971">
                        <a:extLst>
                          <a:ext uri="{FF2B5EF4-FFF2-40B4-BE49-F238E27FC236}">
                            <a16:creationId xmlns:a16="http://schemas.microsoft.com/office/drawing/2014/main" id="{BC2E96BA-D35F-42ED-96D4-C1F2D3EDC9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7903" y="2448232"/>
                        <a:ext cx="10403" cy="39673"/>
                      </a:xfrm>
                      <a:custGeom>
                        <a:avLst/>
                        <a:gdLst>
                          <a:gd name="connsiteX0" fmla="*/ 4784 w 10403"/>
                          <a:gd name="connsiteY0" fmla="*/ 35601 h 39673"/>
                          <a:gd name="connsiteX1" fmla="*/ 6975 w 10403"/>
                          <a:gd name="connsiteY1" fmla="*/ 39507 h 39673"/>
                          <a:gd name="connsiteX2" fmla="*/ 9642 w 10403"/>
                          <a:gd name="connsiteY2" fmla="*/ 36840 h 39673"/>
                          <a:gd name="connsiteX3" fmla="*/ 10404 w 10403"/>
                          <a:gd name="connsiteY3" fmla="*/ 29696 h 39673"/>
                          <a:gd name="connsiteX4" fmla="*/ 9737 w 10403"/>
                          <a:gd name="connsiteY4" fmla="*/ 12075 h 39673"/>
                          <a:gd name="connsiteX5" fmla="*/ 8689 w 10403"/>
                          <a:gd name="connsiteY5" fmla="*/ 5693 h 39673"/>
                          <a:gd name="connsiteX6" fmla="*/ 22 w 10403"/>
                          <a:gd name="connsiteY6" fmla="*/ 8741 h 39673"/>
                          <a:gd name="connsiteX7" fmla="*/ 4784 w 10403"/>
                          <a:gd name="connsiteY7" fmla="*/ 35601 h 396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403" h="39673">
                            <a:moveTo>
                              <a:pt x="4784" y="35601"/>
                            </a:moveTo>
                            <a:cubicBezTo>
                              <a:pt x="5451" y="37507"/>
                              <a:pt x="5832" y="38745"/>
                              <a:pt x="6975" y="39507"/>
                            </a:cubicBezTo>
                            <a:cubicBezTo>
                              <a:pt x="8118" y="40174"/>
                              <a:pt x="9070" y="38745"/>
                              <a:pt x="9642" y="36840"/>
                            </a:cubicBezTo>
                            <a:cubicBezTo>
                              <a:pt x="10213" y="34935"/>
                              <a:pt x="10404" y="31982"/>
                              <a:pt x="10404" y="29696"/>
                            </a:cubicBezTo>
                            <a:cubicBezTo>
                              <a:pt x="10404" y="23886"/>
                              <a:pt x="10308" y="17695"/>
                              <a:pt x="9737" y="12075"/>
                            </a:cubicBezTo>
                            <a:cubicBezTo>
                              <a:pt x="9452" y="9789"/>
                              <a:pt x="9356" y="7598"/>
                              <a:pt x="8689" y="5693"/>
                            </a:cubicBezTo>
                            <a:cubicBezTo>
                              <a:pt x="6022" y="-2213"/>
                              <a:pt x="307" y="-2499"/>
                              <a:pt x="22" y="8741"/>
                            </a:cubicBezTo>
                            <a:cubicBezTo>
                              <a:pt x="-264" y="17504"/>
                              <a:pt x="2308" y="27982"/>
                              <a:pt x="4784" y="3560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73" name="Forme libre : forme 11972">
                        <a:extLst>
                          <a:ext uri="{FF2B5EF4-FFF2-40B4-BE49-F238E27FC236}">
                            <a16:creationId xmlns:a16="http://schemas.microsoft.com/office/drawing/2014/main" id="{F1DF6EA0-0F71-45AD-9CF7-088C4783CF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8028" y="2347436"/>
                        <a:ext cx="3709" cy="60769"/>
                      </a:xfrm>
                      <a:custGeom>
                        <a:avLst/>
                        <a:gdLst>
                          <a:gd name="connsiteX0" fmla="*/ 0 w 3709"/>
                          <a:gd name="connsiteY0" fmla="*/ 0 h 60769"/>
                          <a:gd name="connsiteX1" fmla="*/ 3620 w 3709"/>
                          <a:gd name="connsiteY1" fmla="*/ 29432 h 60769"/>
                          <a:gd name="connsiteX2" fmla="*/ 3238 w 3709"/>
                          <a:gd name="connsiteY2" fmla="*/ 60770 h 60769"/>
                          <a:gd name="connsiteX3" fmla="*/ 0 w 3709"/>
                          <a:gd name="connsiteY3" fmla="*/ 0 h 607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709" h="60769">
                            <a:moveTo>
                              <a:pt x="0" y="0"/>
                            </a:moveTo>
                            <a:cubicBezTo>
                              <a:pt x="3714" y="7239"/>
                              <a:pt x="3905" y="18288"/>
                              <a:pt x="3620" y="29432"/>
                            </a:cubicBezTo>
                            <a:cubicBezTo>
                              <a:pt x="3429" y="40672"/>
                              <a:pt x="3047" y="52102"/>
                              <a:pt x="3238" y="60770"/>
                            </a:cubicBezTo>
                            <a:cubicBezTo>
                              <a:pt x="2762" y="42005"/>
                              <a:pt x="666" y="18574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74" name="Forme libre : forme 11973">
                        <a:extLst>
                          <a:ext uri="{FF2B5EF4-FFF2-40B4-BE49-F238E27FC236}">
                            <a16:creationId xmlns:a16="http://schemas.microsoft.com/office/drawing/2014/main" id="{A50238D9-692B-437E-867D-DB3CBF4E42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71047" y="2462307"/>
                        <a:ext cx="18401" cy="69341"/>
                      </a:xfrm>
                      <a:custGeom>
                        <a:avLst/>
                        <a:gdLst>
                          <a:gd name="connsiteX0" fmla="*/ 18 w 18401"/>
                          <a:gd name="connsiteY0" fmla="*/ 0 h 69341"/>
                          <a:gd name="connsiteX1" fmla="*/ 18402 w 18401"/>
                          <a:gd name="connsiteY1" fmla="*/ 69342 h 69341"/>
                          <a:gd name="connsiteX2" fmla="*/ 18 w 18401"/>
                          <a:gd name="connsiteY2" fmla="*/ 0 h 693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8401" h="69341">
                            <a:moveTo>
                              <a:pt x="18" y="0"/>
                            </a:moveTo>
                            <a:cubicBezTo>
                              <a:pt x="-458" y="26575"/>
                              <a:pt x="8400" y="50578"/>
                              <a:pt x="18402" y="69342"/>
                            </a:cubicBezTo>
                            <a:cubicBezTo>
                              <a:pt x="8305" y="52388"/>
                              <a:pt x="2971" y="22765"/>
                              <a:pt x="1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75" name="Forme libre : forme 11974">
                        <a:extLst>
                          <a:ext uri="{FF2B5EF4-FFF2-40B4-BE49-F238E27FC236}">
                            <a16:creationId xmlns:a16="http://schemas.microsoft.com/office/drawing/2014/main" id="{FF3E95B9-D6C3-4D6E-91D9-613C11C0F1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03062" y="2393343"/>
                        <a:ext cx="14294" cy="34720"/>
                      </a:xfrm>
                      <a:custGeom>
                        <a:avLst/>
                        <a:gdLst>
                          <a:gd name="connsiteX0" fmla="*/ 13629 w 14294"/>
                          <a:gd name="connsiteY0" fmla="*/ 575 h 34720"/>
                          <a:gd name="connsiteX1" fmla="*/ 9724 w 14294"/>
                          <a:gd name="connsiteY1" fmla="*/ 21339 h 34720"/>
                          <a:gd name="connsiteX2" fmla="*/ 1246 w 14294"/>
                          <a:gd name="connsiteY2" fmla="*/ 34198 h 34720"/>
                          <a:gd name="connsiteX3" fmla="*/ 3913 w 14294"/>
                          <a:gd name="connsiteY3" fmla="*/ 14005 h 34720"/>
                          <a:gd name="connsiteX4" fmla="*/ 13629 w 14294"/>
                          <a:gd name="connsiteY4" fmla="*/ 575 h 34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294" h="34720">
                            <a:moveTo>
                              <a:pt x="13629" y="575"/>
                            </a:moveTo>
                            <a:cubicBezTo>
                              <a:pt x="16105" y="3814"/>
                              <a:pt x="10962" y="17053"/>
                              <a:pt x="9724" y="21339"/>
                            </a:cubicBezTo>
                            <a:cubicBezTo>
                              <a:pt x="8199" y="25435"/>
                              <a:pt x="4390" y="37342"/>
                              <a:pt x="1246" y="34198"/>
                            </a:cubicBezTo>
                            <a:cubicBezTo>
                              <a:pt x="-2183" y="30960"/>
                              <a:pt x="2389" y="18006"/>
                              <a:pt x="3913" y="14005"/>
                            </a:cubicBezTo>
                            <a:cubicBezTo>
                              <a:pt x="5342" y="10005"/>
                              <a:pt x="10867" y="-2854"/>
                              <a:pt x="13629" y="57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76" name="Forme libre : forme 11975">
                        <a:extLst>
                          <a:ext uri="{FF2B5EF4-FFF2-40B4-BE49-F238E27FC236}">
                            <a16:creationId xmlns:a16="http://schemas.microsoft.com/office/drawing/2014/main" id="{700AECCC-F338-435E-9399-FEF3956EDF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13539" y="2388296"/>
                        <a:ext cx="4825" cy="9719"/>
                      </a:xfrm>
                      <a:custGeom>
                        <a:avLst/>
                        <a:gdLst>
                          <a:gd name="connsiteX0" fmla="*/ 4008 w 4825"/>
                          <a:gd name="connsiteY0" fmla="*/ 2 h 9719"/>
                          <a:gd name="connsiteX1" fmla="*/ 4103 w 4825"/>
                          <a:gd name="connsiteY1" fmla="*/ 4955 h 9719"/>
                          <a:gd name="connsiteX2" fmla="*/ 865 w 4825"/>
                          <a:gd name="connsiteY2" fmla="*/ 9717 h 9719"/>
                          <a:gd name="connsiteX3" fmla="*/ 674 w 4825"/>
                          <a:gd name="connsiteY3" fmla="*/ 4860 h 9719"/>
                          <a:gd name="connsiteX4" fmla="*/ 4008 w 4825"/>
                          <a:gd name="connsiteY4" fmla="*/ 2 h 9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825" h="9719">
                            <a:moveTo>
                              <a:pt x="4008" y="2"/>
                            </a:moveTo>
                            <a:cubicBezTo>
                              <a:pt x="5437" y="97"/>
                              <a:pt x="4675" y="3336"/>
                              <a:pt x="4103" y="4955"/>
                            </a:cubicBezTo>
                            <a:cubicBezTo>
                              <a:pt x="3532" y="6574"/>
                              <a:pt x="2294" y="9813"/>
                              <a:pt x="865" y="9717"/>
                            </a:cubicBezTo>
                            <a:cubicBezTo>
                              <a:pt x="-659" y="9622"/>
                              <a:pt x="198" y="6574"/>
                              <a:pt x="674" y="4860"/>
                            </a:cubicBezTo>
                            <a:cubicBezTo>
                              <a:pt x="1246" y="3240"/>
                              <a:pt x="2579" y="-93"/>
                              <a:pt x="4008" y="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77" name="Forme libre : forme 11976">
                        <a:extLst>
                          <a:ext uri="{FF2B5EF4-FFF2-40B4-BE49-F238E27FC236}">
                            <a16:creationId xmlns:a16="http://schemas.microsoft.com/office/drawing/2014/main" id="{7DA2A946-FB22-44AA-95F2-66C3B1B62E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1095" y="2346461"/>
                        <a:ext cx="60055" cy="78542"/>
                      </a:xfrm>
                      <a:custGeom>
                        <a:avLst/>
                        <a:gdLst>
                          <a:gd name="connsiteX0" fmla="*/ 33214 w 60055"/>
                          <a:gd name="connsiteY0" fmla="*/ 12595 h 78542"/>
                          <a:gd name="connsiteX1" fmla="*/ 57026 w 60055"/>
                          <a:gd name="connsiteY1" fmla="*/ 22 h 78542"/>
                          <a:gd name="connsiteX2" fmla="*/ 58836 w 60055"/>
                          <a:gd name="connsiteY2" fmla="*/ 8213 h 78542"/>
                          <a:gd name="connsiteX3" fmla="*/ 50835 w 60055"/>
                          <a:gd name="connsiteY3" fmla="*/ 15738 h 78542"/>
                          <a:gd name="connsiteX4" fmla="*/ 26261 w 60055"/>
                          <a:gd name="connsiteY4" fmla="*/ 40217 h 78542"/>
                          <a:gd name="connsiteX5" fmla="*/ 14068 w 60055"/>
                          <a:gd name="connsiteY5" fmla="*/ 64030 h 78542"/>
                          <a:gd name="connsiteX6" fmla="*/ 2067 w 60055"/>
                          <a:gd name="connsiteY6" fmla="*/ 77365 h 78542"/>
                          <a:gd name="connsiteX7" fmla="*/ 2734 w 60055"/>
                          <a:gd name="connsiteY7" fmla="*/ 53076 h 78542"/>
                          <a:gd name="connsiteX8" fmla="*/ 14259 w 60055"/>
                          <a:gd name="connsiteY8" fmla="*/ 28787 h 78542"/>
                          <a:gd name="connsiteX9" fmla="*/ 33214 w 60055"/>
                          <a:gd name="connsiteY9" fmla="*/ 12595 h 785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0055" h="78542">
                            <a:moveTo>
                              <a:pt x="33214" y="12595"/>
                            </a:moveTo>
                            <a:cubicBezTo>
                              <a:pt x="41882" y="5642"/>
                              <a:pt x="48359" y="1260"/>
                              <a:pt x="57026" y="22"/>
                            </a:cubicBezTo>
                            <a:cubicBezTo>
                              <a:pt x="60170" y="-359"/>
                              <a:pt x="61027" y="4308"/>
                              <a:pt x="58836" y="8213"/>
                            </a:cubicBezTo>
                            <a:cubicBezTo>
                              <a:pt x="56550" y="12119"/>
                              <a:pt x="53884" y="13928"/>
                              <a:pt x="50835" y="15738"/>
                            </a:cubicBezTo>
                            <a:cubicBezTo>
                              <a:pt x="41596" y="21739"/>
                              <a:pt x="33785" y="29930"/>
                              <a:pt x="26261" y="40217"/>
                            </a:cubicBezTo>
                            <a:cubicBezTo>
                              <a:pt x="23880" y="43361"/>
                              <a:pt x="18546" y="54410"/>
                              <a:pt x="14068" y="64030"/>
                            </a:cubicBezTo>
                            <a:cubicBezTo>
                              <a:pt x="9401" y="73555"/>
                              <a:pt x="5401" y="81651"/>
                              <a:pt x="2067" y="77365"/>
                            </a:cubicBezTo>
                            <a:cubicBezTo>
                              <a:pt x="-1267" y="73079"/>
                              <a:pt x="-219" y="63077"/>
                              <a:pt x="2734" y="53076"/>
                            </a:cubicBezTo>
                            <a:cubicBezTo>
                              <a:pt x="5686" y="43075"/>
                              <a:pt x="10926" y="33264"/>
                              <a:pt x="14259" y="28787"/>
                            </a:cubicBezTo>
                            <a:cubicBezTo>
                              <a:pt x="21022" y="19834"/>
                              <a:pt x="26832" y="17929"/>
                              <a:pt x="33214" y="1259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23" name="Graphique 1">
                      <a:extLst>
                        <a:ext uri="{FF2B5EF4-FFF2-40B4-BE49-F238E27FC236}">
                          <a16:creationId xmlns:a16="http://schemas.microsoft.com/office/drawing/2014/main" id="{19193DB0-8CB0-4389-830B-32A5BF7ABF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39185" y="2193106"/>
                      <a:ext cx="165776" cy="148611"/>
                      <a:chOff x="7039185" y="2193106"/>
                      <a:chExt cx="165776" cy="148611"/>
                    </a:xfrm>
                    <a:solidFill>
                      <a:schemeClr val="accent1"/>
                    </a:solidFill>
                  </p:grpSpPr>
                  <p:sp>
                    <p:nvSpPr>
                      <p:cNvPr id="11954" name="Forme libre : forme 11953">
                        <a:extLst>
                          <a:ext uri="{FF2B5EF4-FFF2-40B4-BE49-F238E27FC236}">
                            <a16:creationId xmlns:a16="http://schemas.microsoft.com/office/drawing/2014/main" id="{8A567A6B-5FA4-4679-B2A9-73FCE7EBAE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39185" y="2193106"/>
                        <a:ext cx="165776" cy="148596"/>
                      </a:xfrm>
                      <a:custGeom>
                        <a:avLst/>
                        <a:gdLst>
                          <a:gd name="connsiteX0" fmla="*/ 122095 w 165776"/>
                          <a:gd name="connsiteY0" fmla="*/ 74224 h 148596"/>
                          <a:gd name="connsiteX1" fmla="*/ 105045 w 165776"/>
                          <a:gd name="connsiteY1" fmla="*/ 91370 h 148596"/>
                          <a:gd name="connsiteX2" fmla="*/ 93139 w 165776"/>
                          <a:gd name="connsiteY2" fmla="*/ 105848 h 148596"/>
                          <a:gd name="connsiteX3" fmla="*/ 79899 w 165776"/>
                          <a:gd name="connsiteY3" fmla="*/ 119849 h 148596"/>
                          <a:gd name="connsiteX4" fmla="*/ 16939 w 165776"/>
                          <a:gd name="connsiteY4" fmla="*/ 148424 h 148596"/>
                          <a:gd name="connsiteX5" fmla="*/ 79 w 165776"/>
                          <a:gd name="connsiteY5" fmla="*/ 134994 h 148596"/>
                          <a:gd name="connsiteX6" fmla="*/ 27226 w 165776"/>
                          <a:gd name="connsiteY6" fmla="*/ 65652 h 148596"/>
                          <a:gd name="connsiteX7" fmla="*/ 45800 w 165776"/>
                          <a:gd name="connsiteY7" fmla="*/ 42506 h 148596"/>
                          <a:gd name="connsiteX8" fmla="*/ 76756 w 165776"/>
                          <a:gd name="connsiteY8" fmla="*/ 13931 h 148596"/>
                          <a:gd name="connsiteX9" fmla="*/ 123904 w 165776"/>
                          <a:gd name="connsiteY9" fmla="*/ 120 h 148596"/>
                          <a:gd name="connsiteX10" fmla="*/ 158290 w 165776"/>
                          <a:gd name="connsiteY10" fmla="*/ 11740 h 148596"/>
                          <a:gd name="connsiteX11" fmla="*/ 163624 w 165776"/>
                          <a:gd name="connsiteY11" fmla="*/ 32124 h 148596"/>
                          <a:gd name="connsiteX12" fmla="*/ 122095 w 165776"/>
                          <a:gd name="connsiteY12" fmla="*/ 74224 h 1485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65776" h="148596">
                            <a:moveTo>
                              <a:pt x="122095" y="74224"/>
                            </a:moveTo>
                            <a:cubicBezTo>
                              <a:pt x="117809" y="77749"/>
                              <a:pt x="111998" y="82892"/>
                              <a:pt x="105045" y="91370"/>
                            </a:cubicBezTo>
                            <a:cubicBezTo>
                              <a:pt x="100949" y="96323"/>
                              <a:pt x="96854" y="101276"/>
                              <a:pt x="93139" y="105848"/>
                            </a:cubicBezTo>
                            <a:cubicBezTo>
                              <a:pt x="88948" y="110896"/>
                              <a:pt x="83519" y="116515"/>
                              <a:pt x="79899" y="119849"/>
                            </a:cubicBezTo>
                            <a:cubicBezTo>
                              <a:pt x="56753" y="140899"/>
                              <a:pt x="39799" y="144710"/>
                              <a:pt x="16939" y="148424"/>
                            </a:cubicBezTo>
                            <a:cubicBezTo>
                              <a:pt x="9224" y="149758"/>
                              <a:pt x="365" y="143186"/>
                              <a:pt x="79" y="134994"/>
                            </a:cubicBezTo>
                            <a:cubicBezTo>
                              <a:pt x="-873" y="111467"/>
                              <a:pt x="6652" y="88893"/>
                              <a:pt x="27226" y="65652"/>
                            </a:cubicBezTo>
                            <a:cubicBezTo>
                              <a:pt x="31893" y="59842"/>
                              <a:pt x="38846" y="51269"/>
                              <a:pt x="45800" y="42506"/>
                            </a:cubicBezTo>
                            <a:cubicBezTo>
                              <a:pt x="54658" y="31648"/>
                              <a:pt x="67231" y="20027"/>
                              <a:pt x="76756" y="13931"/>
                            </a:cubicBezTo>
                            <a:cubicBezTo>
                              <a:pt x="94663" y="2025"/>
                              <a:pt x="110665" y="-642"/>
                              <a:pt x="123904" y="120"/>
                            </a:cubicBezTo>
                            <a:cubicBezTo>
                              <a:pt x="137240" y="692"/>
                              <a:pt x="148288" y="5549"/>
                              <a:pt x="158290" y="11740"/>
                            </a:cubicBezTo>
                            <a:cubicBezTo>
                              <a:pt x="165243" y="16027"/>
                              <a:pt x="168101" y="26504"/>
                              <a:pt x="163624" y="32124"/>
                            </a:cubicBezTo>
                            <a:cubicBezTo>
                              <a:pt x="150956" y="49174"/>
                              <a:pt x="138192" y="61842"/>
                              <a:pt x="122095" y="7422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55" name="Forme libre : forme 11954">
                        <a:extLst>
                          <a:ext uri="{FF2B5EF4-FFF2-40B4-BE49-F238E27FC236}">
                            <a16:creationId xmlns:a16="http://schemas.microsoft.com/office/drawing/2014/main" id="{FCB6FAA3-19AC-4061-B21F-514EFFE7AA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6599" y="2224849"/>
                        <a:ext cx="156210" cy="116868"/>
                      </a:xfrm>
                      <a:custGeom>
                        <a:avLst/>
                        <a:gdLst>
                          <a:gd name="connsiteX0" fmla="*/ 60960 w 156210"/>
                          <a:gd name="connsiteY0" fmla="*/ 60770 h 116868"/>
                          <a:gd name="connsiteX1" fmla="*/ 53530 w 156210"/>
                          <a:gd name="connsiteY1" fmla="*/ 69533 h 116868"/>
                          <a:gd name="connsiteX2" fmla="*/ 46196 w 156210"/>
                          <a:gd name="connsiteY2" fmla="*/ 77248 h 116868"/>
                          <a:gd name="connsiteX3" fmla="*/ 31242 w 156210"/>
                          <a:gd name="connsiteY3" fmla="*/ 91821 h 116868"/>
                          <a:gd name="connsiteX4" fmla="*/ 0 w 156210"/>
                          <a:gd name="connsiteY4" fmla="*/ 114776 h 116868"/>
                          <a:gd name="connsiteX5" fmla="*/ 9334 w 156210"/>
                          <a:gd name="connsiteY5" fmla="*/ 116681 h 116868"/>
                          <a:gd name="connsiteX6" fmla="*/ 20669 w 156210"/>
                          <a:gd name="connsiteY6" fmla="*/ 114681 h 116868"/>
                          <a:gd name="connsiteX7" fmla="*/ 51245 w 156210"/>
                          <a:gd name="connsiteY7" fmla="*/ 103727 h 116868"/>
                          <a:gd name="connsiteX8" fmla="*/ 72295 w 156210"/>
                          <a:gd name="connsiteY8" fmla="*/ 88011 h 116868"/>
                          <a:gd name="connsiteX9" fmla="*/ 76962 w 156210"/>
                          <a:gd name="connsiteY9" fmla="*/ 83534 h 116868"/>
                          <a:gd name="connsiteX10" fmla="*/ 82010 w 156210"/>
                          <a:gd name="connsiteY10" fmla="*/ 78105 h 116868"/>
                          <a:gd name="connsiteX11" fmla="*/ 99346 w 156210"/>
                          <a:gd name="connsiteY11" fmla="*/ 57341 h 116868"/>
                          <a:gd name="connsiteX12" fmla="*/ 112014 w 156210"/>
                          <a:gd name="connsiteY12" fmla="*/ 44577 h 116868"/>
                          <a:gd name="connsiteX13" fmla="*/ 114586 w 156210"/>
                          <a:gd name="connsiteY13" fmla="*/ 42386 h 116868"/>
                          <a:gd name="connsiteX14" fmla="*/ 122682 w 156210"/>
                          <a:gd name="connsiteY14" fmla="*/ 35624 h 116868"/>
                          <a:gd name="connsiteX15" fmla="*/ 130588 w 156210"/>
                          <a:gd name="connsiteY15" fmla="*/ 28766 h 116868"/>
                          <a:gd name="connsiteX16" fmla="*/ 150019 w 156210"/>
                          <a:gd name="connsiteY16" fmla="*/ 8096 h 116868"/>
                          <a:gd name="connsiteX17" fmla="*/ 156020 w 156210"/>
                          <a:gd name="connsiteY17" fmla="*/ 286 h 116868"/>
                          <a:gd name="connsiteX18" fmla="*/ 156210 w 156210"/>
                          <a:gd name="connsiteY18" fmla="*/ 0 h 116868"/>
                          <a:gd name="connsiteX19" fmla="*/ 100965 w 156210"/>
                          <a:gd name="connsiteY19" fmla="*/ 17621 h 116868"/>
                          <a:gd name="connsiteX20" fmla="*/ 60960 w 156210"/>
                          <a:gd name="connsiteY20" fmla="*/ 60770 h 1168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56210" h="116868">
                            <a:moveTo>
                              <a:pt x="60960" y="60770"/>
                            </a:moveTo>
                            <a:cubicBezTo>
                              <a:pt x="58674" y="63722"/>
                              <a:pt x="56102" y="66770"/>
                              <a:pt x="53530" y="69533"/>
                            </a:cubicBezTo>
                            <a:lnTo>
                              <a:pt x="46196" y="77248"/>
                            </a:lnTo>
                            <a:cubicBezTo>
                              <a:pt x="41243" y="82296"/>
                              <a:pt x="36290" y="87249"/>
                              <a:pt x="31242" y="91821"/>
                            </a:cubicBezTo>
                            <a:cubicBezTo>
                              <a:pt x="21145" y="101060"/>
                              <a:pt x="10954" y="109061"/>
                              <a:pt x="0" y="114776"/>
                            </a:cubicBezTo>
                            <a:cubicBezTo>
                              <a:pt x="2857" y="116491"/>
                              <a:pt x="6191" y="117253"/>
                              <a:pt x="9334" y="116681"/>
                            </a:cubicBezTo>
                            <a:cubicBezTo>
                              <a:pt x="13240" y="116014"/>
                              <a:pt x="17050" y="115443"/>
                              <a:pt x="20669" y="114681"/>
                            </a:cubicBezTo>
                            <a:cubicBezTo>
                              <a:pt x="31242" y="112490"/>
                              <a:pt x="40957" y="109538"/>
                              <a:pt x="51245" y="103727"/>
                            </a:cubicBezTo>
                            <a:cubicBezTo>
                              <a:pt x="57817" y="99917"/>
                              <a:pt x="64770" y="94964"/>
                              <a:pt x="72295" y="88011"/>
                            </a:cubicBezTo>
                            <a:cubicBezTo>
                              <a:pt x="73247" y="87154"/>
                              <a:pt x="75342" y="85154"/>
                              <a:pt x="76962" y="83534"/>
                            </a:cubicBezTo>
                            <a:cubicBezTo>
                              <a:pt x="78581" y="81820"/>
                              <a:pt x="80296" y="80010"/>
                              <a:pt x="82010" y="78105"/>
                            </a:cubicBezTo>
                            <a:cubicBezTo>
                              <a:pt x="88582" y="70675"/>
                              <a:pt x="94488" y="62960"/>
                              <a:pt x="99346" y="57341"/>
                            </a:cubicBezTo>
                            <a:cubicBezTo>
                              <a:pt x="104299" y="51530"/>
                              <a:pt x="108490" y="47625"/>
                              <a:pt x="112014" y="44577"/>
                            </a:cubicBezTo>
                            <a:cubicBezTo>
                              <a:pt x="112871" y="43720"/>
                              <a:pt x="113824" y="43053"/>
                              <a:pt x="114586" y="42386"/>
                            </a:cubicBezTo>
                            <a:cubicBezTo>
                              <a:pt x="117348" y="40005"/>
                              <a:pt x="120015" y="37814"/>
                              <a:pt x="122682" y="35624"/>
                            </a:cubicBezTo>
                            <a:cubicBezTo>
                              <a:pt x="125444" y="33528"/>
                              <a:pt x="128111" y="31242"/>
                              <a:pt x="130588" y="28766"/>
                            </a:cubicBezTo>
                            <a:cubicBezTo>
                              <a:pt x="137541" y="22670"/>
                              <a:pt x="143637" y="15430"/>
                              <a:pt x="150019" y="8096"/>
                            </a:cubicBezTo>
                            <a:cubicBezTo>
                              <a:pt x="152019" y="5620"/>
                              <a:pt x="154019" y="2953"/>
                              <a:pt x="156020" y="286"/>
                            </a:cubicBezTo>
                            <a:lnTo>
                              <a:pt x="156210" y="0"/>
                            </a:lnTo>
                            <a:cubicBezTo>
                              <a:pt x="136779" y="1810"/>
                              <a:pt x="117253" y="7334"/>
                              <a:pt x="100965" y="17621"/>
                            </a:cubicBezTo>
                            <a:cubicBezTo>
                              <a:pt x="84487" y="27718"/>
                              <a:pt x="73628" y="43625"/>
                              <a:pt x="60960" y="6077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56" name="Forme libre : forme 11955">
                        <a:extLst>
                          <a:ext uri="{FF2B5EF4-FFF2-40B4-BE49-F238E27FC236}">
                            <a16:creationId xmlns:a16="http://schemas.microsoft.com/office/drawing/2014/main" id="{28B04924-2095-4606-A899-664DB816D1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2349" y="2221702"/>
                        <a:ext cx="74114" cy="65535"/>
                      </a:xfrm>
                      <a:custGeom>
                        <a:avLst/>
                        <a:gdLst>
                          <a:gd name="connsiteX0" fmla="*/ 73788 w 74114"/>
                          <a:gd name="connsiteY0" fmla="*/ 3242 h 65535"/>
                          <a:gd name="connsiteX1" fmla="*/ 60643 w 74114"/>
                          <a:gd name="connsiteY1" fmla="*/ 20292 h 65535"/>
                          <a:gd name="connsiteX2" fmla="*/ 41308 w 74114"/>
                          <a:gd name="connsiteY2" fmla="*/ 38484 h 65535"/>
                          <a:gd name="connsiteX3" fmla="*/ 22353 w 74114"/>
                          <a:gd name="connsiteY3" fmla="*/ 56868 h 65535"/>
                          <a:gd name="connsiteX4" fmla="*/ 1779 w 74114"/>
                          <a:gd name="connsiteY4" fmla="*/ 64107 h 65535"/>
                          <a:gd name="connsiteX5" fmla="*/ 5970 w 74114"/>
                          <a:gd name="connsiteY5" fmla="*/ 43914 h 65535"/>
                          <a:gd name="connsiteX6" fmla="*/ 23401 w 74114"/>
                          <a:gd name="connsiteY6" fmla="*/ 21339 h 65535"/>
                          <a:gd name="connsiteX7" fmla="*/ 50071 w 74114"/>
                          <a:gd name="connsiteY7" fmla="*/ 3623 h 65535"/>
                          <a:gd name="connsiteX8" fmla="*/ 73788 w 74114"/>
                          <a:gd name="connsiteY8" fmla="*/ 3242 h 65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4114" h="65535">
                            <a:moveTo>
                              <a:pt x="73788" y="3242"/>
                            </a:moveTo>
                            <a:cubicBezTo>
                              <a:pt x="75788" y="8195"/>
                              <a:pt x="68263" y="13815"/>
                              <a:pt x="60643" y="20292"/>
                            </a:cubicBezTo>
                            <a:cubicBezTo>
                              <a:pt x="52928" y="26673"/>
                              <a:pt x="45213" y="34293"/>
                              <a:pt x="41308" y="38484"/>
                            </a:cubicBezTo>
                            <a:cubicBezTo>
                              <a:pt x="37307" y="42390"/>
                              <a:pt x="30069" y="50105"/>
                              <a:pt x="22353" y="56868"/>
                            </a:cubicBezTo>
                            <a:cubicBezTo>
                              <a:pt x="14543" y="63630"/>
                              <a:pt x="5779" y="67917"/>
                              <a:pt x="1779" y="64107"/>
                            </a:cubicBezTo>
                            <a:cubicBezTo>
                              <a:pt x="-2221" y="60297"/>
                              <a:pt x="1112" y="52581"/>
                              <a:pt x="5970" y="43914"/>
                            </a:cubicBezTo>
                            <a:cubicBezTo>
                              <a:pt x="10828" y="35246"/>
                              <a:pt x="18638" y="25721"/>
                              <a:pt x="23401" y="21339"/>
                            </a:cubicBezTo>
                            <a:cubicBezTo>
                              <a:pt x="27877" y="16863"/>
                              <a:pt x="38736" y="7909"/>
                              <a:pt x="50071" y="3623"/>
                            </a:cubicBezTo>
                            <a:cubicBezTo>
                              <a:pt x="61406" y="-1044"/>
                              <a:pt x="72074" y="-1235"/>
                              <a:pt x="73788" y="324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57" name="Forme libre : forme 11956">
                        <a:extLst>
                          <a:ext uri="{FF2B5EF4-FFF2-40B4-BE49-F238E27FC236}">
                            <a16:creationId xmlns:a16="http://schemas.microsoft.com/office/drawing/2014/main" id="{5D1B97BB-F5E8-4DF2-9F87-8E577F789F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1782" y="2247042"/>
                        <a:ext cx="55115" cy="39976"/>
                      </a:xfrm>
                      <a:custGeom>
                        <a:avLst/>
                        <a:gdLst>
                          <a:gd name="connsiteX0" fmla="*/ 7776 w 55115"/>
                          <a:gd name="connsiteY0" fmla="*/ 17145 h 39976"/>
                          <a:gd name="connsiteX1" fmla="*/ 2061 w 55115"/>
                          <a:gd name="connsiteY1" fmla="*/ 39148 h 39976"/>
                          <a:gd name="connsiteX2" fmla="*/ 22921 w 55115"/>
                          <a:gd name="connsiteY2" fmla="*/ 31528 h 39976"/>
                          <a:gd name="connsiteX3" fmla="*/ 42351 w 55115"/>
                          <a:gd name="connsiteY3" fmla="*/ 12859 h 39976"/>
                          <a:gd name="connsiteX4" fmla="*/ 55115 w 55115"/>
                          <a:gd name="connsiteY4" fmla="*/ 0 h 39976"/>
                          <a:gd name="connsiteX5" fmla="*/ 47019 w 55115"/>
                          <a:gd name="connsiteY5" fmla="*/ 5334 h 39976"/>
                          <a:gd name="connsiteX6" fmla="*/ 7776 w 55115"/>
                          <a:gd name="connsiteY6" fmla="*/ 17145 h 399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5115" h="39976">
                            <a:moveTo>
                              <a:pt x="7776" y="17145"/>
                            </a:moveTo>
                            <a:cubicBezTo>
                              <a:pt x="5680" y="23241"/>
                              <a:pt x="-4226" y="35909"/>
                              <a:pt x="2061" y="39148"/>
                            </a:cubicBezTo>
                            <a:cubicBezTo>
                              <a:pt x="7204" y="41815"/>
                              <a:pt x="15491" y="37719"/>
                              <a:pt x="22921" y="31528"/>
                            </a:cubicBezTo>
                            <a:cubicBezTo>
                              <a:pt x="30350" y="25241"/>
                              <a:pt x="37208" y="17812"/>
                              <a:pt x="42351" y="12859"/>
                            </a:cubicBezTo>
                            <a:cubicBezTo>
                              <a:pt x="45209" y="9811"/>
                              <a:pt x="51686" y="3334"/>
                              <a:pt x="55115" y="0"/>
                            </a:cubicBezTo>
                            <a:cubicBezTo>
                              <a:pt x="52829" y="1429"/>
                              <a:pt x="49305" y="4191"/>
                              <a:pt x="47019" y="5334"/>
                            </a:cubicBezTo>
                            <a:cubicBezTo>
                              <a:pt x="33684" y="11621"/>
                              <a:pt x="17872" y="24098"/>
                              <a:pt x="7776" y="1714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58" name="Forme libre : forme 11957">
                        <a:extLst>
                          <a:ext uri="{FF2B5EF4-FFF2-40B4-BE49-F238E27FC236}">
                            <a16:creationId xmlns:a16="http://schemas.microsoft.com/office/drawing/2014/main" id="{51BB4845-7ED3-4FF2-92B7-E4F2209563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7557" y="2221420"/>
                        <a:ext cx="74296" cy="63591"/>
                      </a:xfrm>
                      <a:custGeom>
                        <a:avLst/>
                        <a:gdLst>
                          <a:gd name="connsiteX0" fmla="*/ 74296 w 74296"/>
                          <a:gd name="connsiteY0" fmla="*/ 4286 h 63591"/>
                          <a:gd name="connsiteX1" fmla="*/ 59913 w 74296"/>
                          <a:gd name="connsiteY1" fmla="*/ 21146 h 63591"/>
                          <a:gd name="connsiteX2" fmla="*/ 41053 w 74296"/>
                          <a:gd name="connsiteY2" fmla="*/ 38005 h 63591"/>
                          <a:gd name="connsiteX3" fmla="*/ 22480 w 74296"/>
                          <a:gd name="connsiteY3" fmla="*/ 55245 h 63591"/>
                          <a:gd name="connsiteX4" fmla="*/ 2096 w 74296"/>
                          <a:gd name="connsiteY4" fmla="*/ 62389 h 63591"/>
                          <a:gd name="connsiteX5" fmla="*/ 6096 w 74296"/>
                          <a:gd name="connsiteY5" fmla="*/ 42005 h 63591"/>
                          <a:gd name="connsiteX6" fmla="*/ 24004 w 74296"/>
                          <a:gd name="connsiteY6" fmla="*/ 19907 h 63591"/>
                          <a:gd name="connsiteX7" fmla="*/ 51816 w 74296"/>
                          <a:gd name="connsiteY7" fmla="*/ 2953 h 63591"/>
                          <a:gd name="connsiteX8" fmla="*/ 67438 w 74296"/>
                          <a:gd name="connsiteY8" fmla="*/ 0 h 63591"/>
                          <a:gd name="connsiteX9" fmla="*/ 74296 w 74296"/>
                          <a:gd name="connsiteY9" fmla="*/ 4286 h 63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4296" h="63591">
                            <a:moveTo>
                              <a:pt x="74296" y="4286"/>
                            </a:moveTo>
                            <a:cubicBezTo>
                              <a:pt x="74391" y="9430"/>
                              <a:pt x="67342" y="15335"/>
                              <a:pt x="59913" y="21146"/>
                            </a:cubicBezTo>
                            <a:cubicBezTo>
                              <a:pt x="52388" y="27051"/>
                              <a:pt x="45149" y="33814"/>
                              <a:pt x="41053" y="38005"/>
                            </a:cubicBezTo>
                            <a:cubicBezTo>
                              <a:pt x="36862" y="42005"/>
                              <a:pt x="30004" y="49054"/>
                              <a:pt x="22480" y="55245"/>
                            </a:cubicBezTo>
                            <a:cubicBezTo>
                              <a:pt x="14955" y="61436"/>
                              <a:pt x="6573" y="65818"/>
                              <a:pt x="2096" y="62389"/>
                            </a:cubicBezTo>
                            <a:cubicBezTo>
                              <a:pt x="-2381" y="59055"/>
                              <a:pt x="953" y="50863"/>
                              <a:pt x="6096" y="42005"/>
                            </a:cubicBezTo>
                            <a:cubicBezTo>
                              <a:pt x="11240" y="33052"/>
                              <a:pt x="19527" y="23717"/>
                              <a:pt x="24004" y="19907"/>
                            </a:cubicBezTo>
                            <a:cubicBezTo>
                              <a:pt x="28195" y="15812"/>
                              <a:pt x="39910" y="6858"/>
                              <a:pt x="51816" y="2953"/>
                            </a:cubicBezTo>
                            <a:cubicBezTo>
                              <a:pt x="57627" y="857"/>
                              <a:pt x="63437" y="95"/>
                              <a:pt x="67438" y="0"/>
                            </a:cubicBezTo>
                            <a:cubicBezTo>
                              <a:pt x="71629" y="286"/>
                              <a:pt x="74200" y="1714"/>
                              <a:pt x="74296" y="428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59" name="Forme libre : forme 11958">
                        <a:extLst>
                          <a:ext uri="{FF2B5EF4-FFF2-40B4-BE49-F238E27FC236}">
                            <a16:creationId xmlns:a16="http://schemas.microsoft.com/office/drawing/2014/main" id="{281AE14F-4F7D-4C9C-AE59-3235712430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7149" y="2244163"/>
                        <a:ext cx="97833" cy="76148"/>
                      </a:xfrm>
                      <a:custGeom>
                        <a:avLst/>
                        <a:gdLst>
                          <a:gd name="connsiteX0" fmla="*/ 7261 w 97833"/>
                          <a:gd name="connsiteY0" fmla="*/ 74793 h 76148"/>
                          <a:gd name="connsiteX1" fmla="*/ 24311 w 97833"/>
                          <a:gd name="connsiteY1" fmla="*/ 73841 h 76148"/>
                          <a:gd name="connsiteX2" fmla="*/ 44885 w 97833"/>
                          <a:gd name="connsiteY2" fmla="*/ 66507 h 76148"/>
                          <a:gd name="connsiteX3" fmla="*/ 55077 w 97833"/>
                          <a:gd name="connsiteY3" fmla="*/ 61458 h 76148"/>
                          <a:gd name="connsiteX4" fmla="*/ 67173 w 97833"/>
                          <a:gd name="connsiteY4" fmla="*/ 52029 h 76148"/>
                          <a:gd name="connsiteX5" fmla="*/ 92795 w 97833"/>
                          <a:gd name="connsiteY5" fmla="*/ 19834 h 76148"/>
                          <a:gd name="connsiteX6" fmla="*/ 95653 w 97833"/>
                          <a:gd name="connsiteY6" fmla="*/ 975 h 76148"/>
                          <a:gd name="connsiteX7" fmla="*/ 81461 w 97833"/>
                          <a:gd name="connsiteY7" fmla="*/ 3832 h 76148"/>
                          <a:gd name="connsiteX8" fmla="*/ 44027 w 97833"/>
                          <a:gd name="connsiteY8" fmla="*/ 23454 h 76148"/>
                          <a:gd name="connsiteX9" fmla="*/ 25644 w 97833"/>
                          <a:gd name="connsiteY9" fmla="*/ 30407 h 76148"/>
                          <a:gd name="connsiteX10" fmla="*/ 6976 w 97833"/>
                          <a:gd name="connsiteY10" fmla="*/ 44504 h 76148"/>
                          <a:gd name="connsiteX11" fmla="*/ 7261 w 97833"/>
                          <a:gd name="connsiteY11" fmla="*/ 74793 h 761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97833" h="76148">
                            <a:moveTo>
                              <a:pt x="7261" y="74793"/>
                            </a:moveTo>
                            <a:cubicBezTo>
                              <a:pt x="13738" y="76984"/>
                              <a:pt x="16691" y="76413"/>
                              <a:pt x="24311" y="73841"/>
                            </a:cubicBezTo>
                            <a:cubicBezTo>
                              <a:pt x="31550" y="71460"/>
                              <a:pt x="38217" y="69364"/>
                              <a:pt x="44885" y="66507"/>
                            </a:cubicBezTo>
                            <a:cubicBezTo>
                              <a:pt x="48218" y="65078"/>
                              <a:pt x="51648" y="63459"/>
                              <a:pt x="55077" y="61458"/>
                            </a:cubicBezTo>
                            <a:cubicBezTo>
                              <a:pt x="58982" y="59077"/>
                              <a:pt x="63363" y="55553"/>
                              <a:pt x="67173" y="52029"/>
                            </a:cubicBezTo>
                            <a:cubicBezTo>
                              <a:pt x="80413" y="39360"/>
                              <a:pt x="87557" y="28597"/>
                              <a:pt x="92795" y="19834"/>
                            </a:cubicBezTo>
                            <a:cubicBezTo>
                              <a:pt x="96415" y="13167"/>
                              <a:pt x="100416" y="5261"/>
                              <a:pt x="95653" y="975"/>
                            </a:cubicBezTo>
                            <a:cubicBezTo>
                              <a:pt x="92510" y="-1692"/>
                              <a:pt x="86700" y="1737"/>
                              <a:pt x="81461" y="3832"/>
                            </a:cubicBezTo>
                            <a:cubicBezTo>
                              <a:pt x="68888" y="8690"/>
                              <a:pt x="57743" y="17262"/>
                              <a:pt x="44027" y="23454"/>
                            </a:cubicBezTo>
                            <a:cubicBezTo>
                              <a:pt x="38217" y="26025"/>
                              <a:pt x="31645" y="28121"/>
                              <a:pt x="25644" y="30407"/>
                            </a:cubicBezTo>
                            <a:cubicBezTo>
                              <a:pt x="19072" y="33169"/>
                              <a:pt x="12404" y="37455"/>
                              <a:pt x="6976" y="44504"/>
                            </a:cubicBezTo>
                            <a:cubicBezTo>
                              <a:pt x="-2931" y="57363"/>
                              <a:pt x="-1788" y="71936"/>
                              <a:pt x="7261" y="7479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60" name="Forme libre : forme 11959">
                        <a:extLst>
                          <a:ext uri="{FF2B5EF4-FFF2-40B4-BE49-F238E27FC236}">
                            <a16:creationId xmlns:a16="http://schemas.microsoft.com/office/drawing/2014/main" id="{9514125F-067D-4882-853A-38D6786639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71647" y="2261259"/>
                        <a:ext cx="22519" cy="33438"/>
                      </a:xfrm>
                      <a:custGeom>
                        <a:avLst/>
                        <a:gdLst>
                          <a:gd name="connsiteX0" fmla="*/ 859 w 22519"/>
                          <a:gd name="connsiteY0" fmla="*/ 28265 h 33438"/>
                          <a:gd name="connsiteX1" fmla="*/ 193 w 22519"/>
                          <a:gd name="connsiteY1" fmla="*/ 32742 h 33438"/>
                          <a:gd name="connsiteX2" fmla="*/ 4003 w 22519"/>
                          <a:gd name="connsiteY2" fmla="*/ 32266 h 33438"/>
                          <a:gd name="connsiteX3" fmla="*/ 9051 w 22519"/>
                          <a:gd name="connsiteY3" fmla="*/ 27122 h 33438"/>
                          <a:gd name="connsiteX4" fmla="*/ 19338 w 22519"/>
                          <a:gd name="connsiteY4" fmla="*/ 13216 h 33438"/>
                          <a:gd name="connsiteX5" fmla="*/ 22005 w 22519"/>
                          <a:gd name="connsiteY5" fmla="*/ 7691 h 33438"/>
                          <a:gd name="connsiteX6" fmla="*/ 13242 w 22519"/>
                          <a:gd name="connsiteY6" fmla="*/ 4929 h 33438"/>
                          <a:gd name="connsiteX7" fmla="*/ 859 w 22519"/>
                          <a:gd name="connsiteY7" fmla="*/ 28265 h 334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519" h="33438">
                            <a:moveTo>
                              <a:pt x="859" y="28265"/>
                            </a:moveTo>
                            <a:cubicBezTo>
                              <a:pt x="193" y="30170"/>
                              <a:pt x="-284" y="31504"/>
                              <a:pt x="193" y="32742"/>
                            </a:cubicBezTo>
                            <a:cubicBezTo>
                              <a:pt x="669" y="33980"/>
                              <a:pt x="2288" y="33409"/>
                              <a:pt x="4003" y="32266"/>
                            </a:cubicBezTo>
                            <a:cubicBezTo>
                              <a:pt x="5622" y="31123"/>
                              <a:pt x="7622" y="28837"/>
                              <a:pt x="9051" y="27122"/>
                            </a:cubicBezTo>
                            <a:cubicBezTo>
                              <a:pt x="12861" y="22550"/>
                              <a:pt x="16862" y="17692"/>
                              <a:pt x="19338" y="13216"/>
                            </a:cubicBezTo>
                            <a:cubicBezTo>
                              <a:pt x="20481" y="11311"/>
                              <a:pt x="21529" y="9501"/>
                              <a:pt x="22005" y="7691"/>
                            </a:cubicBezTo>
                            <a:cubicBezTo>
                              <a:pt x="24100" y="-215"/>
                              <a:pt x="19528" y="-3453"/>
                              <a:pt x="13242" y="4929"/>
                            </a:cubicBezTo>
                            <a:cubicBezTo>
                              <a:pt x="9146" y="10644"/>
                              <a:pt x="3622" y="20645"/>
                              <a:pt x="859" y="2826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61" name="Forme libre : forme 11960">
                        <a:extLst>
                          <a:ext uri="{FF2B5EF4-FFF2-40B4-BE49-F238E27FC236}">
                            <a16:creationId xmlns:a16="http://schemas.microsoft.com/office/drawing/2014/main" id="{24FCDA2E-FE22-445E-8BC5-6DD306EE75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1661" y="2222849"/>
                        <a:ext cx="38100" cy="42100"/>
                      </a:xfrm>
                      <a:custGeom>
                        <a:avLst/>
                        <a:gdLst>
                          <a:gd name="connsiteX0" fmla="*/ 38100 w 38100"/>
                          <a:gd name="connsiteY0" fmla="*/ 0 h 42100"/>
                          <a:gd name="connsiteX1" fmla="*/ 30194 w 38100"/>
                          <a:gd name="connsiteY1" fmla="*/ 10858 h 42100"/>
                          <a:gd name="connsiteX2" fmla="*/ 19050 w 38100"/>
                          <a:gd name="connsiteY2" fmla="*/ 21717 h 42100"/>
                          <a:gd name="connsiteX3" fmla="*/ 0 w 38100"/>
                          <a:gd name="connsiteY3" fmla="*/ 42100 h 42100"/>
                          <a:gd name="connsiteX4" fmla="*/ 38100 w 38100"/>
                          <a:gd name="connsiteY4" fmla="*/ 0 h 421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00" h="42100">
                            <a:moveTo>
                              <a:pt x="38100" y="0"/>
                            </a:moveTo>
                            <a:cubicBezTo>
                              <a:pt x="36480" y="3810"/>
                              <a:pt x="33623" y="7429"/>
                              <a:pt x="30194" y="10858"/>
                            </a:cubicBezTo>
                            <a:cubicBezTo>
                              <a:pt x="26861" y="14764"/>
                              <a:pt x="22860" y="17907"/>
                              <a:pt x="19050" y="21717"/>
                            </a:cubicBezTo>
                            <a:cubicBezTo>
                              <a:pt x="11239" y="28766"/>
                              <a:pt x="4000" y="36386"/>
                              <a:pt x="0" y="42100"/>
                            </a:cubicBezTo>
                            <a:cubicBezTo>
                              <a:pt x="8667" y="29528"/>
                              <a:pt x="24384" y="12192"/>
                              <a:pt x="3810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62" name="Forme libre : forme 11961">
                        <a:extLst>
                          <a:ext uri="{FF2B5EF4-FFF2-40B4-BE49-F238E27FC236}">
                            <a16:creationId xmlns:a16="http://schemas.microsoft.com/office/drawing/2014/main" id="{78C85238-49E9-45C0-B0C2-7CDEDD088E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1741" y="2259329"/>
                        <a:ext cx="27527" cy="68961"/>
                      </a:xfrm>
                      <a:custGeom>
                        <a:avLst/>
                        <a:gdLst>
                          <a:gd name="connsiteX0" fmla="*/ 27527 w 27527"/>
                          <a:gd name="connsiteY0" fmla="*/ 0 h 68961"/>
                          <a:gd name="connsiteX1" fmla="*/ 24860 w 27527"/>
                          <a:gd name="connsiteY1" fmla="*/ 3429 h 68961"/>
                          <a:gd name="connsiteX2" fmla="*/ 21813 w 27527"/>
                          <a:gd name="connsiteY2" fmla="*/ 7525 h 68961"/>
                          <a:gd name="connsiteX3" fmla="*/ 16288 w 27527"/>
                          <a:gd name="connsiteY3" fmla="*/ 16002 h 68961"/>
                          <a:gd name="connsiteX4" fmla="*/ 7620 w 27527"/>
                          <a:gd name="connsiteY4" fmla="*/ 33719 h 68961"/>
                          <a:gd name="connsiteX5" fmla="*/ 0 w 27527"/>
                          <a:gd name="connsiteY5" fmla="*/ 68961 h 68961"/>
                          <a:gd name="connsiteX6" fmla="*/ 9144 w 27527"/>
                          <a:gd name="connsiteY6" fmla="*/ 33814 h 68961"/>
                          <a:gd name="connsiteX7" fmla="*/ 18383 w 27527"/>
                          <a:gd name="connsiteY7" fmla="*/ 15716 h 68961"/>
                          <a:gd name="connsiteX8" fmla="*/ 23336 w 27527"/>
                          <a:gd name="connsiteY8" fmla="*/ 7334 h 68961"/>
                          <a:gd name="connsiteX9" fmla="*/ 27527 w 27527"/>
                          <a:gd name="connsiteY9" fmla="*/ 0 h 689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7527" h="68961">
                            <a:moveTo>
                              <a:pt x="27527" y="0"/>
                            </a:moveTo>
                            <a:lnTo>
                              <a:pt x="24860" y="3429"/>
                            </a:lnTo>
                            <a:lnTo>
                              <a:pt x="21813" y="7525"/>
                            </a:lnTo>
                            <a:cubicBezTo>
                              <a:pt x="19812" y="10287"/>
                              <a:pt x="18002" y="13049"/>
                              <a:pt x="16288" y="16002"/>
                            </a:cubicBezTo>
                            <a:cubicBezTo>
                              <a:pt x="12859" y="21717"/>
                              <a:pt x="10001" y="27813"/>
                              <a:pt x="7620" y="33719"/>
                            </a:cubicBezTo>
                            <a:cubicBezTo>
                              <a:pt x="2953" y="45911"/>
                              <a:pt x="476" y="58007"/>
                              <a:pt x="0" y="68961"/>
                            </a:cubicBezTo>
                            <a:cubicBezTo>
                              <a:pt x="0" y="58769"/>
                              <a:pt x="3715" y="46196"/>
                              <a:pt x="9144" y="33814"/>
                            </a:cubicBezTo>
                            <a:cubicBezTo>
                              <a:pt x="11906" y="27718"/>
                              <a:pt x="15050" y="21527"/>
                              <a:pt x="18383" y="15716"/>
                            </a:cubicBezTo>
                            <a:cubicBezTo>
                              <a:pt x="20003" y="12763"/>
                              <a:pt x="21717" y="10001"/>
                              <a:pt x="23336" y="7334"/>
                            </a:cubicBezTo>
                            <a:cubicBezTo>
                              <a:pt x="24670" y="4667"/>
                              <a:pt x="26861" y="1619"/>
                              <a:pt x="2752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63" name="Forme libre : forme 11962">
                        <a:extLst>
                          <a:ext uri="{FF2B5EF4-FFF2-40B4-BE49-F238E27FC236}">
                            <a16:creationId xmlns:a16="http://schemas.microsoft.com/office/drawing/2014/main" id="{F4086613-6F2F-4C4D-A8CF-1350A18F45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4253" y="2230033"/>
                        <a:ext cx="30553" cy="22584"/>
                      </a:xfrm>
                      <a:custGeom>
                        <a:avLst/>
                        <a:gdLst>
                          <a:gd name="connsiteX0" fmla="*/ 30549 w 30553"/>
                          <a:gd name="connsiteY0" fmla="*/ 1579 h 22584"/>
                          <a:gd name="connsiteX1" fmla="*/ 14451 w 30553"/>
                          <a:gd name="connsiteY1" fmla="*/ 15295 h 22584"/>
                          <a:gd name="connsiteX2" fmla="*/ 69 w 30553"/>
                          <a:gd name="connsiteY2" fmla="*/ 21296 h 22584"/>
                          <a:gd name="connsiteX3" fmla="*/ 14166 w 30553"/>
                          <a:gd name="connsiteY3" fmla="*/ 5961 h 22584"/>
                          <a:gd name="connsiteX4" fmla="*/ 30549 w 30553"/>
                          <a:gd name="connsiteY4" fmla="*/ 1579 h 225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553" h="22584">
                            <a:moveTo>
                              <a:pt x="30549" y="1579"/>
                            </a:moveTo>
                            <a:cubicBezTo>
                              <a:pt x="30073" y="5484"/>
                              <a:pt x="17880" y="12438"/>
                              <a:pt x="14451" y="15295"/>
                            </a:cubicBezTo>
                            <a:cubicBezTo>
                              <a:pt x="10737" y="17676"/>
                              <a:pt x="1021" y="25677"/>
                              <a:pt x="69" y="21296"/>
                            </a:cubicBezTo>
                            <a:cubicBezTo>
                              <a:pt x="-979" y="16724"/>
                              <a:pt x="10260" y="8056"/>
                              <a:pt x="14166" y="5961"/>
                            </a:cubicBezTo>
                            <a:cubicBezTo>
                              <a:pt x="17785" y="3294"/>
                              <a:pt x="30835" y="-2898"/>
                              <a:pt x="30549" y="157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64" name="Forme libre : forme 11963">
                        <a:extLst>
                          <a:ext uri="{FF2B5EF4-FFF2-40B4-BE49-F238E27FC236}">
                            <a16:creationId xmlns:a16="http://schemas.microsoft.com/office/drawing/2014/main" id="{53711117-824B-466C-9388-134F71A72D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0081" y="2227598"/>
                        <a:ext cx="9388" cy="5924"/>
                      </a:xfrm>
                      <a:custGeom>
                        <a:avLst/>
                        <a:gdLst>
                          <a:gd name="connsiteX0" fmla="*/ 9198 w 9388"/>
                          <a:gd name="connsiteY0" fmla="*/ 395 h 5924"/>
                          <a:gd name="connsiteX1" fmla="*/ 5864 w 9388"/>
                          <a:gd name="connsiteY1" fmla="*/ 4109 h 5924"/>
                          <a:gd name="connsiteX2" fmla="*/ 244 w 9388"/>
                          <a:gd name="connsiteY2" fmla="*/ 5633 h 5924"/>
                          <a:gd name="connsiteX3" fmla="*/ 3292 w 9388"/>
                          <a:gd name="connsiteY3" fmla="*/ 1728 h 5924"/>
                          <a:gd name="connsiteX4" fmla="*/ 9198 w 9388"/>
                          <a:gd name="connsiteY4" fmla="*/ 395 h 59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88" h="5924">
                            <a:moveTo>
                              <a:pt x="9198" y="395"/>
                            </a:moveTo>
                            <a:cubicBezTo>
                              <a:pt x="10150" y="1442"/>
                              <a:pt x="7293" y="3252"/>
                              <a:pt x="5864" y="4109"/>
                            </a:cubicBezTo>
                            <a:cubicBezTo>
                              <a:pt x="4340" y="4967"/>
                              <a:pt x="1292" y="6586"/>
                              <a:pt x="244" y="5633"/>
                            </a:cubicBezTo>
                            <a:cubicBezTo>
                              <a:pt x="-804" y="4681"/>
                              <a:pt x="1768" y="2585"/>
                              <a:pt x="3292" y="1728"/>
                            </a:cubicBezTo>
                            <a:cubicBezTo>
                              <a:pt x="4911" y="871"/>
                              <a:pt x="8245" y="-749"/>
                              <a:pt x="9198" y="39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65" name="Forme libre : forme 11964">
                        <a:extLst>
                          <a:ext uri="{FF2B5EF4-FFF2-40B4-BE49-F238E27FC236}">
                            <a16:creationId xmlns:a16="http://schemas.microsoft.com/office/drawing/2014/main" id="{FABBDCFE-E55D-473E-A2B3-C2A97FE630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8501" y="2202505"/>
                        <a:ext cx="96458" cy="36659"/>
                      </a:xfrm>
                      <a:custGeom>
                        <a:avLst/>
                        <a:gdLst>
                          <a:gd name="connsiteX0" fmla="*/ 70017 w 96458"/>
                          <a:gd name="connsiteY0" fmla="*/ 2532 h 36659"/>
                          <a:gd name="connsiteX1" fmla="*/ 84686 w 96458"/>
                          <a:gd name="connsiteY1" fmla="*/ 5675 h 36659"/>
                          <a:gd name="connsiteX2" fmla="*/ 95639 w 96458"/>
                          <a:gd name="connsiteY2" fmla="*/ 12057 h 36659"/>
                          <a:gd name="connsiteX3" fmla="*/ 90496 w 96458"/>
                          <a:gd name="connsiteY3" fmla="*/ 18629 h 36659"/>
                          <a:gd name="connsiteX4" fmla="*/ 79542 w 96458"/>
                          <a:gd name="connsiteY4" fmla="*/ 17486 h 36659"/>
                          <a:gd name="connsiteX5" fmla="*/ 44205 w 96458"/>
                          <a:gd name="connsiteY5" fmla="*/ 17391 h 36659"/>
                          <a:gd name="connsiteX6" fmla="*/ 18201 w 96458"/>
                          <a:gd name="connsiteY6" fmla="*/ 29202 h 36659"/>
                          <a:gd name="connsiteX7" fmla="*/ 9 w 96458"/>
                          <a:gd name="connsiteY7" fmla="*/ 34250 h 36659"/>
                          <a:gd name="connsiteX8" fmla="*/ 16391 w 96458"/>
                          <a:gd name="connsiteY8" fmla="*/ 13009 h 36659"/>
                          <a:gd name="connsiteX9" fmla="*/ 43823 w 96458"/>
                          <a:gd name="connsiteY9" fmla="*/ 627 h 36659"/>
                          <a:gd name="connsiteX10" fmla="*/ 70017 w 96458"/>
                          <a:gd name="connsiteY10" fmla="*/ 2532 h 366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6458" h="36659">
                            <a:moveTo>
                              <a:pt x="70017" y="2532"/>
                            </a:moveTo>
                            <a:cubicBezTo>
                              <a:pt x="75637" y="3103"/>
                              <a:pt x="80495" y="4246"/>
                              <a:pt x="84686" y="5675"/>
                            </a:cubicBezTo>
                            <a:cubicBezTo>
                              <a:pt x="88877" y="7008"/>
                              <a:pt x="92401" y="9009"/>
                              <a:pt x="95639" y="12057"/>
                            </a:cubicBezTo>
                            <a:cubicBezTo>
                              <a:pt x="98021" y="14343"/>
                              <a:pt x="94877" y="17772"/>
                              <a:pt x="90496" y="18629"/>
                            </a:cubicBezTo>
                            <a:cubicBezTo>
                              <a:pt x="86114" y="19677"/>
                              <a:pt x="82971" y="18534"/>
                              <a:pt x="79542" y="17486"/>
                            </a:cubicBezTo>
                            <a:cubicBezTo>
                              <a:pt x="68970" y="14914"/>
                              <a:pt x="57349" y="14628"/>
                              <a:pt x="44205" y="17391"/>
                            </a:cubicBezTo>
                            <a:cubicBezTo>
                              <a:pt x="40204" y="18153"/>
                              <a:pt x="28107" y="23391"/>
                              <a:pt x="18201" y="29202"/>
                            </a:cubicBezTo>
                            <a:cubicBezTo>
                              <a:pt x="8295" y="34821"/>
                              <a:pt x="294" y="39774"/>
                              <a:pt x="9" y="34250"/>
                            </a:cubicBezTo>
                            <a:cubicBezTo>
                              <a:pt x="-277" y="28821"/>
                              <a:pt x="6581" y="20058"/>
                              <a:pt x="16391" y="13009"/>
                            </a:cubicBezTo>
                            <a:cubicBezTo>
                              <a:pt x="26107" y="5961"/>
                              <a:pt x="37918" y="1674"/>
                              <a:pt x="43823" y="627"/>
                            </a:cubicBezTo>
                            <a:cubicBezTo>
                              <a:pt x="55825" y="-1183"/>
                              <a:pt x="61445" y="1389"/>
                              <a:pt x="70017" y="253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24" name="Graphique 1">
                      <a:extLst>
                        <a:ext uri="{FF2B5EF4-FFF2-40B4-BE49-F238E27FC236}">
                          <a16:creationId xmlns:a16="http://schemas.microsoft.com/office/drawing/2014/main" id="{653D1553-F7CC-4656-8628-E35E97386E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4666" y="2185801"/>
                      <a:ext cx="197566" cy="101157"/>
                      <a:chOff x="7204666" y="2185801"/>
                      <a:chExt cx="197566" cy="101157"/>
                    </a:xfrm>
                    <a:solidFill>
                      <a:schemeClr val="accent1"/>
                    </a:solidFill>
                  </p:grpSpPr>
                  <p:sp>
                    <p:nvSpPr>
                      <p:cNvPr id="11942" name="Forme libre : forme 11941">
                        <a:extLst>
                          <a:ext uri="{FF2B5EF4-FFF2-40B4-BE49-F238E27FC236}">
                            <a16:creationId xmlns:a16="http://schemas.microsoft.com/office/drawing/2014/main" id="{5324169D-FC0F-4F09-B165-03BFC7C73B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4666" y="2185801"/>
                        <a:ext cx="197566" cy="101157"/>
                      </a:xfrm>
                      <a:custGeom>
                        <a:avLst/>
                        <a:gdLst>
                          <a:gd name="connsiteX0" fmla="*/ 122540 w 197566"/>
                          <a:gd name="connsiteY0" fmla="*/ 94388 h 101157"/>
                          <a:gd name="connsiteX1" fmla="*/ 91678 w 197566"/>
                          <a:gd name="connsiteY1" fmla="*/ 84673 h 101157"/>
                          <a:gd name="connsiteX2" fmla="*/ 60532 w 197566"/>
                          <a:gd name="connsiteY2" fmla="*/ 75053 h 101157"/>
                          <a:gd name="connsiteX3" fmla="*/ 4429 w 197566"/>
                          <a:gd name="connsiteY3" fmla="*/ 39810 h 101157"/>
                          <a:gd name="connsiteX4" fmla="*/ 4715 w 197566"/>
                          <a:gd name="connsiteY4" fmla="*/ 18284 h 101157"/>
                          <a:gd name="connsiteX5" fmla="*/ 80344 w 197566"/>
                          <a:gd name="connsiteY5" fmla="*/ 2377 h 101157"/>
                          <a:gd name="connsiteX6" fmla="*/ 114158 w 197566"/>
                          <a:gd name="connsiteY6" fmla="*/ 11425 h 101157"/>
                          <a:gd name="connsiteX7" fmla="*/ 131398 w 197566"/>
                          <a:gd name="connsiteY7" fmla="*/ 17236 h 101157"/>
                          <a:gd name="connsiteX8" fmla="*/ 146924 w 197566"/>
                          <a:gd name="connsiteY8" fmla="*/ 23141 h 101157"/>
                          <a:gd name="connsiteX9" fmla="*/ 197215 w 197566"/>
                          <a:gd name="connsiteY9" fmla="*/ 81053 h 101157"/>
                          <a:gd name="connsiteX10" fmla="*/ 186452 w 197566"/>
                          <a:gd name="connsiteY10" fmla="*/ 99246 h 101157"/>
                          <a:gd name="connsiteX11" fmla="*/ 122540 w 197566"/>
                          <a:gd name="connsiteY11" fmla="*/ 94388 h 101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97566" h="101157">
                            <a:moveTo>
                              <a:pt x="122540" y="94388"/>
                            </a:moveTo>
                            <a:cubicBezTo>
                              <a:pt x="115110" y="92007"/>
                              <a:pt x="103394" y="88388"/>
                              <a:pt x="91678" y="84673"/>
                            </a:cubicBezTo>
                            <a:cubicBezTo>
                              <a:pt x="79963" y="81053"/>
                              <a:pt x="68247" y="77434"/>
                              <a:pt x="60532" y="75053"/>
                            </a:cubicBezTo>
                            <a:cubicBezTo>
                              <a:pt x="32909" y="66766"/>
                              <a:pt x="21003" y="55526"/>
                              <a:pt x="4429" y="39810"/>
                            </a:cubicBezTo>
                            <a:cubicBezTo>
                              <a:pt x="-1285" y="34476"/>
                              <a:pt x="-1762" y="23618"/>
                              <a:pt x="4715" y="18284"/>
                            </a:cubicBezTo>
                            <a:cubicBezTo>
                              <a:pt x="23194" y="3139"/>
                              <a:pt x="47483" y="-4100"/>
                              <a:pt x="80344" y="2377"/>
                            </a:cubicBezTo>
                            <a:cubicBezTo>
                              <a:pt x="89107" y="4091"/>
                              <a:pt x="101965" y="7520"/>
                              <a:pt x="114158" y="11425"/>
                            </a:cubicBezTo>
                            <a:cubicBezTo>
                              <a:pt x="120063" y="13426"/>
                              <a:pt x="125968" y="15426"/>
                              <a:pt x="131398" y="17236"/>
                            </a:cubicBezTo>
                            <a:cubicBezTo>
                              <a:pt x="137208" y="19427"/>
                              <a:pt x="142542" y="21522"/>
                              <a:pt x="146924" y="23141"/>
                            </a:cubicBezTo>
                            <a:cubicBezTo>
                              <a:pt x="179118" y="37048"/>
                              <a:pt x="192072" y="58193"/>
                              <a:pt x="197215" y="81053"/>
                            </a:cubicBezTo>
                            <a:cubicBezTo>
                              <a:pt x="199025" y="89245"/>
                              <a:pt x="193596" y="98389"/>
                              <a:pt x="186452" y="99246"/>
                            </a:cubicBezTo>
                            <a:cubicBezTo>
                              <a:pt x="165211" y="102104"/>
                              <a:pt x="148352" y="102675"/>
                              <a:pt x="122540" y="9438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43" name="Forme libre : forme 11942">
                        <a:extLst>
                          <a:ext uri="{FF2B5EF4-FFF2-40B4-BE49-F238E27FC236}">
                            <a16:creationId xmlns:a16="http://schemas.microsoft.com/office/drawing/2014/main" id="{9CAF5657-23EC-4EA6-AE50-B6DD4EB4CB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4809" y="2216848"/>
                        <a:ext cx="186690" cy="69629"/>
                      </a:xfrm>
                      <a:custGeom>
                        <a:avLst/>
                        <a:gdLst>
                          <a:gd name="connsiteX0" fmla="*/ 76867 w 186690"/>
                          <a:gd name="connsiteY0" fmla="*/ 20383 h 69629"/>
                          <a:gd name="connsiteX1" fmla="*/ 0 w 186690"/>
                          <a:gd name="connsiteY1" fmla="*/ 0 h 69629"/>
                          <a:gd name="connsiteX2" fmla="*/ 4191 w 186690"/>
                          <a:gd name="connsiteY2" fmla="*/ 8572 h 69629"/>
                          <a:gd name="connsiteX3" fmla="*/ 12478 w 186690"/>
                          <a:gd name="connsiteY3" fmla="*/ 16288 h 69629"/>
                          <a:gd name="connsiteX4" fmla="*/ 37624 w 186690"/>
                          <a:gd name="connsiteY4" fmla="*/ 34671 h 69629"/>
                          <a:gd name="connsiteX5" fmla="*/ 60293 w 186690"/>
                          <a:gd name="connsiteY5" fmla="*/ 43815 h 69629"/>
                          <a:gd name="connsiteX6" fmla="*/ 70104 w 186690"/>
                          <a:gd name="connsiteY6" fmla="*/ 46768 h 69629"/>
                          <a:gd name="connsiteX7" fmla="*/ 94774 w 186690"/>
                          <a:gd name="connsiteY7" fmla="*/ 54388 h 69629"/>
                          <a:gd name="connsiteX8" fmla="*/ 118015 w 186690"/>
                          <a:gd name="connsiteY8" fmla="*/ 61722 h 69629"/>
                          <a:gd name="connsiteX9" fmla="*/ 122397 w 186690"/>
                          <a:gd name="connsiteY9" fmla="*/ 63055 h 69629"/>
                          <a:gd name="connsiteX10" fmla="*/ 147066 w 186690"/>
                          <a:gd name="connsiteY10" fmla="*/ 68771 h 69629"/>
                          <a:gd name="connsiteX11" fmla="*/ 176499 w 186690"/>
                          <a:gd name="connsiteY11" fmla="*/ 69056 h 69629"/>
                          <a:gd name="connsiteX12" fmla="*/ 186309 w 186690"/>
                          <a:gd name="connsiteY12" fmla="*/ 67913 h 69629"/>
                          <a:gd name="connsiteX13" fmla="*/ 186690 w 186690"/>
                          <a:gd name="connsiteY13" fmla="*/ 67818 h 69629"/>
                          <a:gd name="connsiteX14" fmla="*/ 76867 w 186690"/>
                          <a:gd name="connsiteY14" fmla="*/ 20383 h 696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86690" h="69629">
                            <a:moveTo>
                              <a:pt x="76867" y="20383"/>
                            </a:moveTo>
                            <a:cubicBezTo>
                              <a:pt x="49625" y="14478"/>
                              <a:pt x="22289" y="9620"/>
                              <a:pt x="0" y="0"/>
                            </a:cubicBezTo>
                            <a:cubicBezTo>
                              <a:pt x="476" y="3334"/>
                              <a:pt x="1905" y="6382"/>
                              <a:pt x="4191" y="8572"/>
                            </a:cubicBezTo>
                            <a:cubicBezTo>
                              <a:pt x="7048" y="11239"/>
                              <a:pt x="9811" y="13811"/>
                              <a:pt x="12478" y="16288"/>
                            </a:cubicBezTo>
                            <a:cubicBezTo>
                              <a:pt x="20288" y="23241"/>
                              <a:pt x="27908" y="29718"/>
                              <a:pt x="37624" y="34671"/>
                            </a:cubicBezTo>
                            <a:cubicBezTo>
                              <a:pt x="44005" y="38100"/>
                              <a:pt x="51245" y="40957"/>
                              <a:pt x="60293" y="43815"/>
                            </a:cubicBezTo>
                            <a:cubicBezTo>
                              <a:pt x="63055" y="44672"/>
                              <a:pt x="66390" y="45625"/>
                              <a:pt x="70104" y="46768"/>
                            </a:cubicBezTo>
                            <a:cubicBezTo>
                              <a:pt x="77534" y="49054"/>
                              <a:pt x="86296" y="51721"/>
                              <a:pt x="94774" y="54388"/>
                            </a:cubicBezTo>
                            <a:cubicBezTo>
                              <a:pt x="103251" y="57055"/>
                              <a:pt x="111538" y="59722"/>
                              <a:pt x="118015" y="61722"/>
                            </a:cubicBezTo>
                            <a:cubicBezTo>
                              <a:pt x="119634" y="62198"/>
                              <a:pt x="121063" y="62675"/>
                              <a:pt x="122397" y="63055"/>
                            </a:cubicBezTo>
                            <a:cubicBezTo>
                              <a:pt x="131636" y="65913"/>
                              <a:pt x="139637" y="67723"/>
                              <a:pt x="147066" y="68771"/>
                            </a:cubicBezTo>
                            <a:cubicBezTo>
                              <a:pt x="157258" y="70104"/>
                              <a:pt x="166783" y="69628"/>
                              <a:pt x="176499" y="69056"/>
                            </a:cubicBezTo>
                            <a:cubicBezTo>
                              <a:pt x="179641" y="68675"/>
                              <a:pt x="182880" y="68294"/>
                              <a:pt x="186309" y="67913"/>
                            </a:cubicBezTo>
                            <a:lnTo>
                              <a:pt x="186690" y="67818"/>
                            </a:lnTo>
                            <a:cubicBezTo>
                              <a:pt x="156782" y="42481"/>
                              <a:pt x="115634" y="29432"/>
                              <a:pt x="76867" y="2038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44" name="Forme libre : forme 11943">
                        <a:extLst>
                          <a:ext uri="{FF2B5EF4-FFF2-40B4-BE49-F238E27FC236}">
                            <a16:creationId xmlns:a16="http://schemas.microsoft.com/office/drawing/2014/main" id="{B519FD1F-0BC4-4E4D-A16B-15950D531D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75770" y="2220195"/>
                        <a:ext cx="90427" cy="41044"/>
                      </a:xfrm>
                      <a:custGeom>
                        <a:avLst/>
                        <a:gdLst>
                          <a:gd name="connsiteX0" fmla="*/ 90012 w 90427"/>
                          <a:gd name="connsiteY0" fmla="*/ 38087 h 41044"/>
                          <a:gd name="connsiteX1" fmla="*/ 68009 w 90427"/>
                          <a:gd name="connsiteY1" fmla="*/ 38849 h 41044"/>
                          <a:gd name="connsiteX2" fmla="*/ 40101 w 90427"/>
                          <a:gd name="connsiteY2" fmla="*/ 31229 h 41044"/>
                          <a:gd name="connsiteX3" fmla="*/ 96 w 90427"/>
                          <a:gd name="connsiteY3" fmla="*/ 5416 h 41044"/>
                          <a:gd name="connsiteX4" fmla="*/ 47530 w 90427"/>
                          <a:gd name="connsiteY4" fmla="*/ 7607 h 41044"/>
                          <a:gd name="connsiteX5" fmla="*/ 75057 w 90427"/>
                          <a:gd name="connsiteY5" fmla="*/ 20370 h 41044"/>
                          <a:gd name="connsiteX6" fmla="*/ 90012 w 90427"/>
                          <a:gd name="connsiteY6" fmla="*/ 38087 h 410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0427" h="41044">
                            <a:moveTo>
                              <a:pt x="90012" y="38087"/>
                            </a:moveTo>
                            <a:cubicBezTo>
                              <a:pt x="87821" y="42564"/>
                              <a:pt x="78296" y="41230"/>
                              <a:pt x="68009" y="38849"/>
                            </a:cubicBezTo>
                            <a:cubicBezTo>
                              <a:pt x="57626" y="36372"/>
                              <a:pt x="46102" y="33229"/>
                              <a:pt x="40101" y="31229"/>
                            </a:cubicBezTo>
                            <a:cubicBezTo>
                              <a:pt x="28004" y="27038"/>
                              <a:pt x="-1905" y="15798"/>
                              <a:pt x="96" y="5416"/>
                            </a:cubicBezTo>
                            <a:cubicBezTo>
                              <a:pt x="2286" y="-5823"/>
                              <a:pt x="36577" y="3225"/>
                              <a:pt x="47530" y="7607"/>
                            </a:cubicBezTo>
                            <a:cubicBezTo>
                              <a:pt x="53055" y="9702"/>
                              <a:pt x="65342" y="14179"/>
                              <a:pt x="75057" y="20370"/>
                            </a:cubicBezTo>
                            <a:cubicBezTo>
                              <a:pt x="84868" y="26276"/>
                              <a:pt x="92298" y="33515"/>
                              <a:pt x="90012" y="3808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45" name="Forme libre : forme 11944">
                        <a:extLst>
                          <a:ext uri="{FF2B5EF4-FFF2-40B4-BE49-F238E27FC236}">
                            <a16:creationId xmlns:a16="http://schemas.microsoft.com/office/drawing/2014/main" id="{F8613130-6878-4D90-9C30-969644898C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75370" y="2220617"/>
                        <a:ext cx="60121" cy="36140"/>
                      </a:xfrm>
                      <a:custGeom>
                        <a:avLst/>
                        <a:gdLst>
                          <a:gd name="connsiteX0" fmla="*/ 22689 w 60121"/>
                          <a:gd name="connsiteY0" fmla="*/ 708 h 36140"/>
                          <a:gd name="connsiteX1" fmla="*/ 19 w 60121"/>
                          <a:gd name="connsiteY1" fmla="*/ 4899 h 36140"/>
                          <a:gd name="connsiteX2" fmla="*/ 40977 w 60121"/>
                          <a:gd name="connsiteY2" fmla="*/ 31093 h 36140"/>
                          <a:gd name="connsiteX3" fmla="*/ 60122 w 60121"/>
                          <a:gd name="connsiteY3" fmla="*/ 36141 h 36140"/>
                          <a:gd name="connsiteX4" fmla="*/ 50406 w 60121"/>
                          <a:gd name="connsiteY4" fmla="*/ 31950 h 36140"/>
                          <a:gd name="connsiteX5" fmla="*/ 22689 w 60121"/>
                          <a:gd name="connsiteY5" fmla="*/ 708 h 361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0121" h="36140">
                            <a:moveTo>
                              <a:pt x="22689" y="708"/>
                            </a:moveTo>
                            <a:cubicBezTo>
                              <a:pt x="16306" y="613"/>
                              <a:pt x="-648" y="-2435"/>
                              <a:pt x="19" y="4899"/>
                            </a:cubicBezTo>
                            <a:cubicBezTo>
                              <a:pt x="1067" y="16234"/>
                              <a:pt x="25831" y="25663"/>
                              <a:pt x="40977" y="31093"/>
                            </a:cubicBezTo>
                            <a:cubicBezTo>
                              <a:pt x="45358" y="32617"/>
                              <a:pt x="55073" y="35093"/>
                              <a:pt x="60122" y="36141"/>
                            </a:cubicBezTo>
                            <a:cubicBezTo>
                              <a:pt x="57455" y="34903"/>
                              <a:pt x="52787" y="33474"/>
                              <a:pt x="50406" y="31950"/>
                            </a:cubicBezTo>
                            <a:cubicBezTo>
                              <a:pt x="36785" y="23187"/>
                              <a:pt x="20212" y="12519"/>
                              <a:pt x="22689" y="708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46" name="Forme libre : forme 11945">
                        <a:extLst>
                          <a:ext uri="{FF2B5EF4-FFF2-40B4-BE49-F238E27FC236}">
                            <a16:creationId xmlns:a16="http://schemas.microsoft.com/office/drawing/2014/main" id="{B9B2DC07-4D85-4C7C-B9B4-5BA8BAF0C5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79996" y="2224174"/>
                        <a:ext cx="90150" cy="41042"/>
                      </a:xfrm>
                      <a:custGeom>
                        <a:avLst/>
                        <a:gdLst>
                          <a:gd name="connsiteX0" fmla="*/ 89119 w 90150"/>
                          <a:gd name="connsiteY0" fmla="*/ 38871 h 41042"/>
                          <a:gd name="connsiteX1" fmla="*/ 80070 w 90150"/>
                          <a:gd name="connsiteY1" fmla="*/ 40966 h 41042"/>
                          <a:gd name="connsiteX2" fmla="*/ 66354 w 90150"/>
                          <a:gd name="connsiteY2" fmla="*/ 38776 h 41042"/>
                          <a:gd name="connsiteX3" fmla="*/ 51401 w 90150"/>
                          <a:gd name="connsiteY3" fmla="*/ 34965 h 41042"/>
                          <a:gd name="connsiteX4" fmla="*/ 39208 w 90150"/>
                          <a:gd name="connsiteY4" fmla="*/ 31537 h 41042"/>
                          <a:gd name="connsiteX5" fmla="*/ 61 w 90150"/>
                          <a:gd name="connsiteY5" fmla="*/ 5343 h 41042"/>
                          <a:gd name="connsiteX6" fmla="*/ 20349 w 90150"/>
                          <a:gd name="connsiteY6" fmla="*/ 771 h 41042"/>
                          <a:gd name="connsiteX7" fmla="*/ 47019 w 90150"/>
                          <a:gd name="connsiteY7" fmla="*/ 7914 h 41042"/>
                          <a:gd name="connsiteX8" fmla="*/ 75403 w 90150"/>
                          <a:gd name="connsiteY8" fmla="*/ 21154 h 41042"/>
                          <a:gd name="connsiteX9" fmla="*/ 89119 w 90150"/>
                          <a:gd name="connsiteY9" fmla="*/ 38871 h 41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0150" h="41042">
                            <a:moveTo>
                              <a:pt x="89119" y="38871"/>
                            </a:moveTo>
                            <a:cubicBezTo>
                              <a:pt x="87214" y="40776"/>
                              <a:pt x="83976" y="41252"/>
                              <a:pt x="80070" y="40966"/>
                            </a:cubicBezTo>
                            <a:cubicBezTo>
                              <a:pt x="75975" y="40871"/>
                              <a:pt x="71212" y="39918"/>
                              <a:pt x="66354" y="38776"/>
                            </a:cubicBezTo>
                            <a:cubicBezTo>
                              <a:pt x="61306" y="37823"/>
                              <a:pt x="56163" y="36299"/>
                              <a:pt x="51401" y="34965"/>
                            </a:cubicBezTo>
                            <a:cubicBezTo>
                              <a:pt x="46638" y="33727"/>
                              <a:pt x="42352" y="32489"/>
                              <a:pt x="39208" y="31537"/>
                            </a:cubicBezTo>
                            <a:cubicBezTo>
                              <a:pt x="26064" y="27346"/>
                              <a:pt x="-1464" y="16297"/>
                              <a:pt x="61" y="5343"/>
                            </a:cubicBezTo>
                            <a:cubicBezTo>
                              <a:pt x="823" y="-182"/>
                              <a:pt x="10062" y="-849"/>
                              <a:pt x="20349" y="771"/>
                            </a:cubicBezTo>
                            <a:cubicBezTo>
                              <a:pt x="30636" y="2390"/>
                              <a:pt x="41780" y="6009"/>
                              <a:pt x="47019" y="7914"/>
                            </a:cubicBezTo>
                            <a:cubicBezTo>
                              <a:pt x="52353" y="9724"/>
                              <a:pt x="65211" y="14772"/>
                              <a:pt x="75403" y="21154"/>
                            </a:cubicBezTo>
                            <a:cubicBezTo>
                              <a:pt x="85690" y="27536"/>
                              <a:pt x="92930" y="35061"/>
                              <a:pt x="89119" y="388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47" name="Forme libre : forme 11946">
                        <a:extLst>
                          <a:ext uri="{FF2B5EF4-FFF2-40B4-BE49-F238E27FC236}">
                            <a16:creationId xmlns:a16="http://schemas.microsoft.com/office/drawing/2014/main" id="{D524F91F-F0AE-4735-B266-7382F5BAC9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31558" y="2201449"/>
                        <a:ext cx="109364" cy="66663"/>
                      </a:xfrm>
                      <a:custGeom>
                        <a:avLst/>
                        <a:gdLst>
                          <a:gd name="connsiteX0" fmla="*/ 492 w 109364"/>
                          <a:gd name="connsiteY0" fmla="*/ 17209 h 66663"/>
                          <a:gd name="connsiteX1" fmla="*/ 10780 w 109364"/>
                          <a:gd name="connsiteY1" fmla="*/ 30639 h 66663"/>
                          <a:gd name="connsiteX2" fmla="*/ 47261 w 109364"/>
                          <a:gd name="connsiteY2" fmla="*/ 55309 h 66663"/>
                          <a:gd name="connsiteX3" fmla="*/ 68883 w 109364"/>
                          <a:gd name="connsiteY3" fmla="*/ 63024 h 66663"/>
                          <a:gd name="connsiteX4" fmla="*/ 80217 w 109364"/>
                          <a:gd name="connsiteY4" fmla="*/ 65500 h 66663"/>
                          <a:gd name="connsiteX5" fmla="*/ 90218 w 109364"/>
                          <a:gd name="connsiteY5" fmla="*/ 66643 h 66663"/>
                          <a:gd name="connsiteX6" fmla="*/ 109364 w 109364"/>
                          <a:gd name="connsiteY6" fmla="*/ 59214 h 66663"/>
                          <a:gd name="connsiteX7" fmla="*/ 98029 w 109364"/>
                          <a:gd name="connsiteY7" fmla="*/ 48737 h 66663"/>
                          <a:gd name="connsiteX8" fmla="*/ 63739 w 109364"/>
                          <a:gd name="connsiteY8" fmla="*/ 22733 h 66663"/>
                          <a:gd name="connsiteX9" fmla="*/ 25543 w 109364"/>
                          <a:gd name="connsiteY9" fmla="*/ 159 h 66663"/>
                          <a:gd name="connsiteX10" fmla="*/ 492 w 109364"/>
                          <a:gd name="connsiteY10" fmla="*/ 17209 h 666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9364" h="66663">
                            <a:moveTo>
                              <a:pt x="492" y="17209"/>
                            </a:moveTo>
                            <a:cubicBezTo>
                              <a:pt x="2493" y="23591"/>
                              <a:pt x="4589" y="25781"/>
                              <a:pt x="10780" y="30639"/>
                            </a:cubicBezTo>
                            <a:cubicBezTo>
                              <a:pt x="22591" y="39974"/>
                              <a:pt x="31163" y="48070"/>
                              <a:pt x="47261" y="55309"/>
                            </a:cubicBezTo>
                            <a:cubicBezTo>
                              <a:pt x="53928" y="58357"/>
                              <a:pt x="61357" y="60929"/>
                              <a:pt x="68883" y="63024"/>
                            </a:cubicBezTo>
                            <a:cubicBezTo>
                              <a:pt x="72597" y="63976"/>
                              <a:pt x="76407" y="64834"/>
                              <a:pt x="80217" y="65500"/>
                            </a:cubicBezTo>
                            <a:cubicBezTo>
                              <a:pt x="83932" y="66167"/>
                              <a:pt x="86980" y="66453"/>
                              <a:pt x="90218" y="66643"/>
                            </a:cubicBezTo>
                            <a:cubicBezTo>
                              <a:pt x="99648" y="66834"/>
                              <a:pt x="109078" y="65786"/>
                              <a:pt x="109364" y="59214"/>
                            </a:cubicBezTo>
                            <a:cubicBezTo>
                              <a:pt x="109459" y="55213"/>
                              <a:pt x="102982" y="52070"/>
                              <a:pt x="98029" y="48737"/>
                            </a:cubicBezTo>
                            <a:cubicBezTo>
                              <a:pt x="86599" y="40354"/>
                              <a:pt x="74693" y="33211"/>
                              <a:pt x="63739" y="22733"/>
                            </a:cubicBezTo>
                            <a:cubicBezTo>
                              <a:pt x="54404" y="13970"/>
                              <a:pt x="44117" y="1778"/>
                              <a:pt x="25543" y="159"/>
                            </a:cubicBezTo>
                            <a:cubicBezTo>
                              <a:pt x="8875" y="-1365"/>
                              <a:pt x="-2555" y="8350"/>
                              <a:pt x="492" y="1720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48" name="Forme libre : forme 11947">
                        <a:extLst>
                          <a:ext uri="{FF2B5EF4-FFF2-40B4-BE49-F238E27FC236}">
                            <a16:creationId xmlns:a16="http://schemas.microsoft.com/office/drawing/2014/main" id="{AEC32C5A-2F8F-47B7-9A13-3ECC5A0691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56752" y="2207337"/>
                        <a:ext cx="41057" cy="10394"/>
                      </a:xfrm>
                      <a:custGeom>
                        <a:avLst/>
                        <a:gdLst>
                          <a:gd name="connsiteX0" fmla="*/ 4446 w 41057"/>
                          <a:gd name="connsiteY0" fmla="*/ 1701 h 10394"/>
                          <a:gd name="connsiteX1" fmla="*/ 255 w 41057"/>
                          <a:gd name="connsiteY1" fmla="*/ 3511 h 10394"/>
                          <a:gd name="connsiteX2" fmla="*/ 2731 w 41057"/>
                          <a:gd name="connsiteY2" fmla="*/ 6368 h 10394"/>
                          <a:gd name="connsiteX3" fmla="*/ 9874 w 41057"/>
                          <a:gd name="connsiteY3" fmla="*/ 7987 h 10394"/>
                          <a:gd name="connsiteX4" fmla="*/ 27782 w 41057"/>
                          <a:gd name="connsiteY4" fmla="*/ 10083 h 10394"/>
                          <a:gd name="connsiteX5" fmla="*/ 34354 w 41057"/>
                          <a:gd name="connsiteY5" fmla="*/ 10273 h 10394"/>
                          <a:gd name="connsiteX6" fmla="*/ 32830 w 41057"/>
                          <a:gd name="connsiteY6" fmla="*/ 1129 h 10394"/>
                          <a:gd name="connsiteX7" fmla="*/ 4446 w 41057"/>
                          <a:gd name="connsiteY7" fmla="*/ 1701 h 103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1057" h="10394">
                            <a:moveTo>
                              <a:pt x="4446" y="1701"/>
                            </a:moveTo>
                            <a:cubicBezTo>
                              <a:pt x="2445" y="2082"/>
                              <a:pt x="1016" y="2463"/>
                              <a:pt x="255" y="3511"/>
                            </a:cubicBezTo>
                            <a:cubicBezTo>
                              <a:pt x="-603" y="4558"/>
                              <a:pt x="826" y="5701"/>
                              <a:pt x="2731" y="6368"/>
                            </a:cubicBezTo>
                            <a:cubicBezTo>
                              <a:pt x="4636" y="7130"/>
                              <a:pt x="7589" y="7702"/>
                              <a:pt x="9874" y="7987"/>
                            </a:cubicBezTo>
                            <a:cubicBezTo>
                              <a:pt x="15780" y="8749"/>
                              <a:pt x="22067" y="9702"/>
                              <a:pt x="27782" y="10083"/>
                            </a:cubicBezTo>
                            <a:cubicBezTo>
                              <a:pt x="30163" y="10273"/>
                              <a:pt x="32354" y="10559"/>
                              <a:pt x="34354" y="10273"/>
                            </a:cubicBezTo>
                            <a:cubicBezTo>
                              <a:pt x="42736" y="9226"/>
                              <a:pt x="44355" y="3701"/>
                              <a:pt x="32830" y="1129"/>
                            </a:cubicBezTo>
                            <a:cubicBezTo>
                              <a:pt x="23972" y="-871"/>
                              <a:pt x="12446" y="82"/>
                              <a:pt x="4446" y="170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49" name="Forme libre : forme 11948">
                        <a:extLst>
                          <a:ext uri="{FF2B5EF4-FFF2-40B4-BE49-F238E27FC236}">
                            <a16:creationId xmlns:a16="http://schemas.microsoft.com/office/drawing/2014/main" id="{46457D2F-5002-4FCC-B85D-24652CF905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9777" y="2279332"/>
                        <a:ext cx="60960" cy="3852"/>
                      </a:xfrm>
                      <a:custGeom>
                        <a:avLst/>
                        <a:gdLst>
                          <a:gd name="connsiteX0" fmla="*/ 60960 w 60960"/>
                          <a:gd name="connsiteY0" fmla="*/ 1714 h 3852"/>
                          <a:gd name="connsiteX1" fmla="*/ 47625 w 60960"/>
                          <a:gd name="connsiteY1" fmla="*/ 3810 h 3852"/>
                          <a:gd name="connsiteX2" fmla="*/ 31718 w 60960"/>
                          <a:gd name="connsiteY2" fmla="*/ 3048 h 3852"/>
                          <a:gd name="connsiteX3" fmla="*/ 0 w 60960"/>
                          <a:gd name="connsiteY3" fmla="*/ 0 h 3852"/>
                          <a:gd name="connsiteX4" fmla="*/ 60960 w 60960"/>
                          <a:gd name="connsiteY4" fmla="*/ 1714 h 3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0960" h="3852">
                            <a:moveTo>
                              <a:pt x="60960" y="1714"/>
                            </a:moveTo>
                            <a:cubicBezTo>
                              <a:pt x="57150" y="3238"/>
                              <a:pt x="52483" y="3810"/>
                              <a:pt x="47625" y="3810"/>
                            </a:cubicBezTo>
                            <a:cubicBezTo>
                              <a:pt x="42577" y="4000"/>
                              <a:pt x="37243" y="3524"/>
                              <a:pt x="31718" y="3048"/>
                            </a:cubicBezTo>
                            <a:cubicBezTo>
                              <a:pt x="20670" y="2096"/>
                              <a:pt x="9144" y="762"/>
                              <a:pt x="0" y="0"/>
                            </a:cubicBezTo>
                            <a:cubicBezTo>
                              <a:pt x="19621" y="1524"/>
                              <a:pt x="42577" y="667"/>
                              <a:pt x="60960" y="171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50" name="Forme libre : forme 11949">
                        <a:extLst>
                          <a:ext uri="{FF2B5EF4-FFF2-40B4-BE49-F238E27FC236}">
                            <a16:creationId xmlns:a16="http://schemas.microsoft.com/office/drawing/2014/main" id="{3E5006AA-3891-49BF-A88B-A29512CA5E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0810" y="2189023"/>
                        <a:ext cx="76104" cy="16776"/>
                      </a:xfrm>
                      <a:custGeom>
                        <a:avLst/>
                        <a:gdLst>
                          <a:gd name="connsiteX0" fmla="*/ 76105 w 76104"/>
                          <a:gd name="connsiteY0" fmla="*/ 1917 h 16776"/>
                          <a:gd name="connsiteX1" fmla="*/ 0 w 76104"/>
                          <a:gd name="connsiteY1" fmla="*/ 16776 h 16776"/>
                          <a:gd name="connsiteX2" fmla="*/ 76105 w 76104"/>
                          <a:gd name="connsiteY2" fmla="*/ 1917 h 167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6104" h="16776">
                            <a:moveTo>
                              <a:pt x="76105" y="1917"/>
                            </a:moveTo>
                            <a:cubicBezTo>
                              <a:pt x="47244" y="-3893"/>
                              <a:pt x="18193" y="4203"/>
                              <a:pt x="0" y="16776"/>
                            </a:cubicBezTo>
                            <a:cubicBezTo>
                              <a:pt x="16478" y="3822"/>
                              <a:pt x="51054" y="-83"/>
                              <a:pt x="76105" y="191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51" name="Forme libre : forme 11950">
                        <a:extLst>
                          <a:ext uri="{FF2B5EF4-FFF2-40B4-BE49-F238E27FC236}">
                            <a16:creationId xmlns:a16="http://schemas.microsoft.com/office/drawing/2014/main" id="{76493E94-3EDB-43D3-9F88-83FCFCEA6D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14686" y="2229373"/>
                        <a:ext cx="33062" cy="17264"/>
                      </a:xfrm>
                      <a:custGeom>
                        <a:avLst/>
                        <a:gdLst>
                          <a:gd name="connsiteX0" fmla="*/ 32426 w 33062"/>
                          <a:gd name="connsiteY0" fmla="*/ 16812 h 17264"/>
                          <a:gd name="connsiteX1" fmla="*/ 12233 w 33062"/>
                          <a:gd name="connsiteY1" fmla="*/ 10811 h 17264"/>
                          <a:gd name="connsiteX2" fmla="*/ 708 w 33062"/>
                          <a:gd name="connsiteY2" fmla="*/ 715 h 17264"/>
                          <a:gd name="connsiteX3" fmla="*/ 20044 w 33062"/>
                          <a:gd name="connsiteY3" fmla="*/ 5858 h 17264"/>
                          <a:gd name="connsiteX4" fmla="*/ 32426 w 33062"/>
                          <a:gd name="connsiteY4" fmla="*/ 16812 h 172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062" h="17264">
                            <a:moveTo>
                              <a:pt x="32426" y="16812"/>
                            </a:moveTo>
                            <a:cubicBezTo>
                              <a:pt x="28997" y="19003"/>
                              <a:pt x="16234" y="12621"/>
                              <a:pt x="12233" y="10811"/>
                            </a:cubicBezTo>
                            <a:cubicBezTo>
                              <a:pt x="8328" y="8811"/>
                              <a:pt x="-2911" y="3382"/>
                              <a:pt x="708" y="715"/>
                            </a:cubicBezTo>
                            <a:cubicBezTo>
                              <a:pt x="4327" y="-2047"/>
                              <a:pt x="16139" y="3953"/>
                              <a:pt x="20044" y="5858"/>
                            </a:cubicBezTo>
                            <a:cubicBezTo>
                              <a:pt x="23854" y="7573"/>
                              <a:pt x="35951" y="14526"/>
                              <a:pt x="32426" y="1681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52" name="Forme libre : forme 11951">
                        <a:extLst>
                          <a:ext uri="{FF2B5EF4-FFF2-40B4-BE49-F238E27FC236}">
                            <a16:creationId xmlns:a16="http://schemas.microsoft.com/office/drawing/2014/main" id="{94B31482-E71B-41BA-A824-BFE7441C8A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43199" y="2242774"/>
                        <a:ext cx="9446" cy="5362"/>
                      </a:xfrm>
                      <a:custGeom>
                        <a:avLst/>
                        <a:gdLst>
                          <a:gd name="connsiteX0" fmla="*/ 9438 w 9446"/>
                          <a:gd name="connsiteY0" fmla="*/ 4649 h 5362"/>
                          <a:gd name="connsiteX1" fmla="*/ 4485 w 9446"/>
                          <a:gd name="connsiteY1" fmla="*/ 4363 h 5362"/>
                          <a:gd name="connsiteX2" fmla="*/ 9 w 9446"/>
                          <a:gd name="connsiteY2" fmla="*/ 744 h 5362"/>
                          <a:gd name="connsiteX3" fmla="*/ 4866 w 9446"/>
                          <a:gd name="connsiteY3" fmla="*/ 934 h 5362"/>
                          <a:gd name="connsiteX4" fmla="*/ 9438 w 9446"/>
                          <a:gd name="connsiteY4" fmla="*/ 4649 h 53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46" h="5362">
                            <a:moveTo>
                              <a:pt x="9438" y="4649"/>
                            </a:moveTo>
                            <a:cubicBezTo>
                              <a:pt x="9248" y="6078"/>
                              <a:pt x="6009" y="5030"/>
                              <a:pt x="4485" y="4363"/>
                            </a:cubicBezTo>
                            <a:cubicBezTo>
                              <a:pt x="2866" y="3696"/>
                              <a:pt x="-182" y="2172"/>
                              <a:pt x="9" y="744"/>
                            </a:cubicBezTo>
                            <a:cubicBezTo>
                              <a:pt x="199" y="-685"/>
                              <a:pt x="3247" y="267"/>
                              <a:pt x="4866" y="934"/>
                            </a:cubicBezTo>
                            <a:cubicBezTo>
                              <a:pt x="6390" y="1696"/>
                              <a:pt x="9629" y="3315"/>
                              <a:pt x="9438" y="464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53" name="Forme libre : forme 11952">
                        <a:extLst>
                          <a:ext uri="{FF2B5EF4-FFF2-40B4-BE49-F238E27FC236}">
                            <a16:creationId xmlns:a16="http://schemas.microsoft.com/office/drawing/2014/main" id="{ABB08467-91C7-4899-8A06-3D36F25C8A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0833" y="2208388"/>
                        <a:ext cx="71810" cy="65622"/>
                      </a:xfrm>
                      <a:custGeom>
                        <a:avLst/>
                        <a:gdLst>
                          <a:gd name="connsiteX0" fmla="*/ 61141 w 71810"/>
                          <a:gd name="connsiteY0" fmla="*/ 38083 h 65622"/>
                          <a:gd name="connsiteX1" fmla="*/ 71809 w 71810"/>
                          <a:gd name="connsiteY1" fmla="*/ 62943 h 65622"/>
                          <a:gd name="connsiteX2" fmla="*/ 63523 w 71810"/>
                          <a:gd name="connsiteY2" fmla="*/ 63895 h 65622"/>
                          <a:gd name="connsiteX3" fmla="*/ 56664 w 71810"/>
                          <a:gd name="connsiteY3" fmla="*/ 55323 h 65622"/>
                          <a:gd name="connsiteX4" fmla="*/ 47044 w 71810"/>
                          <a:gd name="connsiteY4" fmla="*/ 41607 h 65622"/>
                          <a:gd name="connsiteX5" fmla="*/ 34186 w 71810"/>
                          <a:gd name="connsiteY5" fmla="*/ 29034 h 65622"/>
                          <a:gd name="connsiteX6" fmla="*/ 12088 w 71810"/>
                          <a:gd name="connsiteY6" fmla="*/ 14746 h 65622"/>
                          <a:gd name="connsiteX7" fmla="*/ 1420 w 71810"/>
                          <a:gd name="connsiteY7" fmla="*/ 1316 h 65622"/>
                          <a:gd name="connsiteX8" fmla="*/ 46473 w 71810"/>
                          <a:gd name="connsiteY8" fmla="*/ 17985 h 65622"/>
                          <a:gd name="connsiteX9" fmla="*/ 61141 w 71810"/>
                          <a:gd name="connsiteY9" fmla="*/ 38083 h 656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1810" h="65622">
                            <a:moveTo>
                              <a:pt x="61141" y="38083"/>
                            </a:moveTo>
                            <a:cubicBezTo>
                              <a:pt x="67428" y="47227"/>
                              <a:pt x="71523" y="54180"/>
                              <a:pt x="71809" y="62943"/>
                            </a:cubicBezTo>
                            <a:cubicBezTo>
                              <a:pt x="71905" y="66181"/>
                              <a:pt x="67142" y="66467"/>
                              <a:pt x="63523" y="63895"/>
                            </a:cubicBezTo>
                            <a:cubicBezTo>
                              <a:pt x="59617" y="61514"/>
                              <a:pt x="58284" y="58466"/>
                              <a:pt x="56664" y="55323"/>
                            </a:cubicBezTo>
                            <a:cubicBezTo>
                              <a:pt x="53998" y="50560"/>
                              <a:pt x="50759" y="46084"/>
                              <a:pt x="47044" y="41607"/>
                            </a:cubicBezTo>
                            <a:cubicBezTo>
                              <a:pt x="43234" y="37511"/>
                              <a:pt x="38948" y="33034"/>
                              <a:pt x="34186" y="29034"/>
                            </a:cubicBezTo>
                            <a:cubicBezTo>
                              <a:pt x="31233" y="26462"/>
                              <a:pt x="20946" y="20271"/>
                              <a:pt x="12088" y="14746"/>
                            </a:cubicBezTo>
                            <a:cubicBezTo>
                              <a:pt x="3420" y="9127"/>
                              <a:pt x="-2962" y="3983"/>
                              <a:pt x="1420" y="1316"/>
                            </a:cubicBezTo>
                            <a:cubicBezTo>
                              <a:pt x="9516" y="-4494"/>
                              <a:pt x="38377" y="10365"/>
                              <a:pt x="46473" y="17985"/>
                            </a:cubicBezTo>
                            <a:cubicBezTo>
                              <a:pt x="54759" y="25319"/>
                              <a:pt x="56284" y="31225"/>
                              <a:pt x="61141" y="3808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25" name="Graphique 1">
                      <a:extLst>
                        <a:ext uri="{FF2B5EF4-FFF2-40B4-BE49-F238E27FC236}">
                          <a16:creationId xmlns:a16="http://schemas.microsoft.com/office/drawing/2014/main" id="{3B5E22C1-9EC0-4C27-9DD9-8C79356892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5305" y="2274507"/>
                      <a:ext cx="87577" cy="225379"/>
                      <a:chOff x="7395305" y="2274507"/>
                      <a:chExt cx="87577" cy="225379"/>
                    </a:xfrm>
                    <a:solidFill>
                      <a:schemeClr val="accent1"/>
                    </a:solidFill>
                  </p:grpSpPr>
                  <p:sp>
                    <p:nvSpPr>
                      <p:cNvPr id="11930" name="Forme libre : forme 11929">
                        <a:extLst>
                          <a:ext uri="{FF2B5EF4-FFF2-40B4-BE49-F238E27FC236}">
                            <a16:creationId xmlns:a16="http://schemas.microsoft.com/office/drawing/2014/main" id="{459C2849-9900-472D-8EDC-6DDB9A9275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95305" y="2274507"/>
                        <a:ext cx="87577" cy="225379"/>
                      </a:xfrm>
                      <a:custGeom>
                        <a:avLst/>
                        <a:gdLst>
                          <a:gd name="connsiteX0" fmla="*/ 42390 w 87577"/>
                          <a:gd name="connsiteY0" fmla="*/ 198564 h 225379"/>
                          <a:gd name="connsiteX1" fmla="*/ 26388 w 87577"/>
                          <a:gd name="connsiteY1" fmla="*/ 128745 h 225379"/>
                          <a:gd name="connsiteX2" fmla="*/ 21721 w 87577"/>
                          <a:gd name="connsiteY2" fmla="*/ 108267 h 225379"/>
                          <a:gd name="connsiteX3" fmla="*/ 19149 w 87577"/>
                          <a:gd name="connsiteY3" fmla="*/ 98932 h 225379"/>
                          <a:gd name="connsiteX4" fmla="*/ 17054 w 87577"/>
                          <a:gd name="connsiteY4" fmla="*/ 93789 h 225379"/>
                          <a:gd name="connsiteX5" fmla="*/ 10386 w 87577"/>
                          <a:gd name="connsiteY5" fmla="*/ 79406 h 225379"/>
                          <a:gd name="connsiteX6" fmla="*/ 861 w 87577"/>
                          <a:gd name="connsiteY6" fmla="*/ 45878 h 225379"/>
                          <a:gd name="connsiteX7" fmla="*/ 4 w 87577"/>
                          <a:gd name="connsiteY7" fmla="*/ 15017 h 225379"/>
                          <a:gd name="connsiteX8" fmla="*/ 15625 w 87577"/>
                          <a:gd name="connsiteY8" fmla="*/ 63 h 225379"/>
                          <a:gd name="connsiteX9" fmla="*/ 50105 w 87577"/>
                          <a:gd name="connsiteY9" fmla="*/ 13493 h 225379"/>
                          <a:gd name="connsiteX10" fmla="*/ 78490 w 87577"/>
                          <a:gd name="connsiteY10" fmla="*/ 46640 h 225379"/>
                          <a:gd name="connsiteX11" fmla="*/ 85539 w 87577"/>
                          <a:gd name="connsiteY11" fmla="*/ 59594 h 225379"/>
                          <a:gd name="connsiteX12" fmla="*/ 87158 w 87577"/>
                          <a:gd name="connsiteY12" fmla="*/ 62737 h 225379"/>
                          <a:gd name="connsiteX13" fmla="*/ 87443 w 87577"/>
                          <a:gd name="connsiteY13" fmla="*/ 63213 h 225379"/>
                          <a:gd name="connsiteX14" fmla="*/ 87538 w 87577"/>
                          <a:gd name="connsiteY14" fmla="*/ 63118 h 225379"/>
                          <a:gd name="connsiteX15" fmla="*/ 87443 w 87577"/>
                          <a:gd name="connsiteY15" fmla="*/ 63499 h 225379"/>
                          <a:gd name="connsiteX16" fmla="*/ 84395 w 87577"/>
                          <a:gd name="connsiteY16" fmla="*/ 83883 h 225379"/>
                          <a:gd name="connsiteX17" fmla="*/ 81157 w 87577"/>
                          <a:gd name="connsiteY17" fmla="*/ 148843 h 225379"/>
                          <a:gd name="connsiteX18" fmla="*/ 80014 w 87577"/>
                          <a:gd name="connsiteY18" fmla="*/ 187800 h 225379"/>
                          <a:gd name="connsiteX19" fmla="*/ 79252 w 87577"/>
                          <a:gd name="connsiteY19" fmla="*/ 200469 h 225379"/>
                          <a:gd name="connsiteX20" fmla="*/ 78013 w 87577"/>
                          <a:gd name="connsiteY20" fmla="*/ 206279 h 225379"/>
                          <a:gd name="connsiteX21" fmla="*/ 65060 w 87577"/>
                          <a:gd name="connsiteY21" fmla="*/ 224376 h 225379"/>
                          <a:gd name="connsiteX22" fmla="*/ 54582 w 87577"/>
                          <a:gd name="connsiteY22" fmla="*/ 222757 h 225379"/>
                          <a:gd name="connsiteX23" fmla="*/ 42390 w 87577"/>
                          <a:gd name="connsiteY23" fmla="*/ 198564 h 2253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</a:cxnLst>
                        <a:rect l="l" t="t" r="r" b="b"/>
                        <a:pathLst>
                          <a:path w="87577" h="225379">
                            <a:moveTo>
                              <a:pt x="42390" y="198564"/>
                            </a:moveTo>
                            <a:cubicBezTo>
                              <a:pt x="38008" y="184752"/>
                              <a:pt x="32294" y="156844"/>
                              <a:pt x="26388" y="128745"/>
                            </a:cubicBezTo>
                            <a:cubicBezTo>
                              <a:pt x="24864" y="121792"/>
                              <a:pt x="23340" y="114839"/>
                              <a:pt x="21721" y="108267"/>
                            </a:cubicBezTo>
                            <a:cubicBezTo>
                              <a:pt x="20959" y="105123"/>
                              <a:pt x="19816" y="101504"/>
                              <a:pt x="19149" y="98932"/>
                            </a:cubicBezTo>
                            <a:cubicBezTo>
                              <a:pt x="18482" y="96837"/>
                              <a:pt x="17815" y="95027"/>
                              <a:pt x="17054" y="93789"/>
                            </a:cubicBezTo>
                            <a:cubicBezTo>
                              <a:pt x="14291" y="88074"/>
                              <a:pt x="12101" y="83311"/>
                              <a:pt x="10386" y="79406"/>
                            </a:cubicBezTo>
                            <a:cubicBezTo>
                              <a:pt x="4290" y="65499"/>
                              <a:pt x="2004" y="55784"/>
                              <a:pt x="861" y="45878"/>
                            </a:cubicBezTo>
                            <a:cubicBezTo>
                              <a:pt x="-92" y="36067"/>
                              <a:pt x="99" y="26447"/>
                              <a:pt x="4" y="15017"/>
                            </a:cubicBezTo>
                            <a:cubicBezTo>
                              <a:pt x="-186" y="7302"/>
                              <a:pt x="7147" y="-795"/>
                              <a:pt x="15625" y="63"/>
                            </a:cubicBezTo>
                            <a:cubicBezTo>
                              <a:pt x="27436" y="1587"/>
                              <a:pt x="39342" y="5682"/>
                              <a:pt x="50105" y="13493"/>
                            </a:cubicBezTo>
                            <a:cubicBezTo>
                              <a:pt x="60869" y="21303"/>
                              <a:pt x="70584" y="32829"/>
                              <a:pt x="78490" y="46640"/>
                            </a:cubicBezTo>
                            <a:cubicBezTo>
                              <a:pt x="80490" y="50259"/>
                              <a:pt x="82871" y="54641"/>
                              <a:pt x="85539" y="59594"/>
                            </a:cubicBezTo>
                            <a:cubicBezTo>
                              <a:pt x="86110" y="60642"/>
                              <a:pt x="86586" y="61689"/>
                              <a:pt x="87158" y="62737"/>
                            </a:cubicBezTo>
                            <a:cubicBezTo>
                              <a:pt x="87634" y="63690"/>
                              <a:pt x="87348" y="63023"/>
                              <a:pt x="87443" y="63213"/>
                            </a:cubicBezTo>
                            <a:lnTo>
                              <a:pt x="87538" y="63118"/>
                            </a:lnTo>
                            <a:cubicBezTo>
                              <a:pt x="87634" y="63023"/>
                              <a:pt x="87538" y="63023"/>
                              <a:pt x="87443" y="63499"/>
                            </a:cubicBezTo>
                            <a:cubicBezTo>
                              <a:pt x="87158" y="64166"/>
                              <a:pt x="85729" y="69976"/>
                              <a:pt x="84395" y="83883"/>
                            </a:cubicBezTo>
                            <a:cubicBezTo>
                              <a:pt x="83062" y="97694"/>
                              <a:pt x="81633" y="119220"/>
                              <a:pt x="81157" y="148843"/>
                            </a:cubicBezTo>
                            <a:cubicBezTo>
                              <a:pt x="81061" y="159035"/>
                              <a:pt x="80681" y="173799"/>
                              <a:pt x="80014" y="187800"/>
                            </a:cubicBezTo>
                            <a:cubicBezTo>
                              <a:pt x="79632" y="196373"/>
                              <a:pt x="79538" y="197516"/>
                              <a:pt x="79252" y="200469"/>
                            </a:cubicBezTo>
                            <a:cubicBezTo>
                              <a:pt x="78966" y="203040"/>
                              <a:pt x="78585" y="205041"/>
                              <a:pt x="78013" y="206279"/>
                            </a:cubicBezTo>
                            <a:cubicBezTo>
                              <a:pt x="74965" y="213327"/>
                              <a:pt x="71060" y="220947"/>
                              <a:pt x="65060" y="224376"/>
                            </a:cubicBezTo>
                            <a:cubicBezTo>
                              <a:pt x="62107" y="225710"/>
                              <a:pt x="58583" y="226186"/>
                              <a:pt x="54582" y="222757"/>
                            </a:cubicBezTo>
                            <a:cubicBezTo>
                              <a:pt x="50677" y="219423"/>
                              <a:pt x="46486" y="211803"/>
                              <a:pt x="42390" y="19856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31" name="Forme libre : forme 11930">
                        <a:extLst>
                          <a:ext uri="{FF2B5EF4-FFF2-40B4-BE49-F238E27FC236}">
                            <a16:creationId xmlns:a16="http://schemas.microsoft.com/office/drawing/2014/main" id="{2C550200-807A-45F9-84BB-E8C538C4C7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95399" y="2280570"/>
                        <a:ext cx="78014" cy="219065"/>
                      </a:xfrm>
                      <a:custGeom>
                        <a:avLst/>
                        <a:gdLst>
                          <a:gd name="connsiteX0" fmla="*/ 39153 w 78014"/>
                          <a:gd name="connsiteY0" fmla="*/ 70676 h 219065"/>
                          <a:gd name="connsiteX1" fmla="*/ 19436 w 78014"/>
                          <a:gd name="connsiteY1" fmla="*/ 34290 h 219065"/>
                          <a:gd name="connsiteX2" fmla="*/ 3149 w 78014"/>
                          <a:gd name="connsiteY2" fmla="*/ 0 h 219065"/>
                          <a:gd name="connsiteX3" fmla="*/ 5 w 78014"/>
                          <a:gd name="connsiteY3" fmla="*/ 8954 h 219065"/>
                          <a:gd name="connsiteX4" fmla="*/ 100 w 78014"/>
                          <a:gd name="connsiteY4" fmla="*/ 20193 h 219065"/>
                          <a:gd name="connsiteX5" fmla="*/ 2672 w 78014"/>
                          <a:gd name="connsiteY5" fmla="*/ 50197 h 219065"/>
                          <a:gd name="connsiteX6" fmla="*/ 10482 w 78014"/>
                          <a:gd name="connsiteY6" fmla="*/ 73343 h 219065"/>
                          <a:gd name="connsiteX7" fmla="*/ 15055 w 78014"/>
                          <a:gd name="connsiteY7" fmla="*/ 83439 h 219065"/>
                          <a:gd name="connsiteX8" fmla="*/ 17912 w 78014"/>
                          <a:gd name="connsiteY8" fmla="*/ 89440 h 219065"/>
                          <a:gd name="connsiteX9" fmla="*/ 19436 w 78014"/>
                          <a:gd name="connsiteY9" fmla="*/ 93631 h 219065"/>
                          <a:gd name="connsiteX10" fmla="*/ 21436 w 78014"/>
                          <a:gd name="connsiteY10" fmla="*/ 100489 h 219065"/>
                          <a:gd name="connsiteX11" fmla="*/ 28104 w 78014"/>
                          <a:gd name="connsiteY11" fmla="*/ 130016 h 219065"/>
                          <a:gd name="connsiteX12" fmla="*/ 39820 w 78014"/>
                          <a:gd name="connsiteY12" fmla="*/ 182975 h 219065"/>
                          <a:gd name="connsiteX13" fmla="*/ 42392 w 78014"/>
                          <a:gd name="connsiteY13" fmla="*/ 192119 h 219065"/>
                          <a:gd name="connsiteX14" fmla="*/ 59346 w 78014"/>
                          <a:gd name="connsiteY14" fmla="*/ 218980 h 219065"/>
                          <a:gd name="connsiteX15" fmla="*/ 74681 w 78014"/>
                          <a:gd name="connsiteY15" fmla="*/ 206883 h 219065"/>
                          <a:gd name="connsiteX16" fmla="*/ 77920 w 78014"/>
                          <a:gd name="connsiteY16" fmla="*/ 200216 h 219065"/>
                          <a:gd name="connsiteX17" fmla="*/ 78015 w 78014"/>
                          <a:gd name="connsiteY17" fmla="*/ 199835 h 219065"/>
                          <a:gd name="connsiteX18" fmla="*/ 60679 w 78014"/>
                          <a:gd name="connsiteY18" fmla="*/ 142018 h 219065"/>
                          <a:gd name="connsiteX19" fmla="*/ 51917 w 78014"/>
                          <a:gd name="connsiteY19" fmla="*/ 104680 h 219065"/>
                          <a:gd name="connsiteX20" fmla="*/ 39153 w 78014"/>
                          <a:gd name="connsiteY20" fmla="*/ 70676 h 219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78014" h="219065">
                            <a:moveTo>
                              <a:pt x="39153" y="70676"/>
                            </a:moveTo>
                            <a:cubicBezTo>
                              <a:pt x="32104" y="58293"/>
                              <a:pt x="25532" y="45911"/>
                              <a:pt x="19436" y="34290"/>
                            </a:cubicBezTo>
                            <a:cubicBezTo>
                              <a:pt x="13340" y="22574"/>
                              <a:pt x="7530" y="11525"/>
                              <a:pt x="3149" y="0"/>
                            </a:cubicBezTo>
                            <a:cubicBezTo>
                              <a:pt x="1148" y="2667"/>
                              <a:pt x="-90" y="5810"/>
                              <a:pt x="5" y="8954"/>
                            </a:cubicBezTo>
                            <a:cubicBezTo>
                              <a:pt x="5" y="12859"/>
                              <a:pt x="100" y="16669"/>
                              <a:pt x="100" y="20193"/>
                            </a:cubicBezTo>
                            <a:cubicBezTo>
                              <a:pt x="196" y="30671"/>
                              <a:pt x="481" y="39815"/>
                              <a:pt x="2672" y="50197"/>
                            </a:cubicBezTo>
                            <a:cubicBezTo>
                              <a:pt x="4101" y="57055"/>
                              <a:pt x="6482" y="64103"/>
                              <a:pt x="10482" y="73343"/>
                            </a:cubicBezTo>
                            <a:cubicBezTo>
                              <a:pt x="11816" y="76200"/>
                              <a:pt x="13340" y="79629"/>
                              <a:pt x="15055" y="83439"/>
                            </a:cubicBezTo>
                            <a:cubicBezTo>
                              <a:pt x="16007" y="85344"/>
                              <a:pt x="16960" y="87344"/>
                              <a:pt x="17912" y="89440"/>
                            </a:cubicBezTo>
                            <a:cubicBezTo>
                              <a:pt x="18388" y="90678"/>
                              <a:pt x="18864" y="92107"/>
                              <a:pt x="19436" y="93631"/>
                            </a:cubicBezTo>
                            <a:cubicBezTo>
                              <a:pt x="20103" y="95917"/>
                              <a:pt x="20770" y="98203"/>
                              <a:pt x="21436" y="100489"/>
                            </a:cubicBezTo>
                            <a:cubicBezTo>
                              <a:pt x="23913" y="109919"/>
                              <a:pt x="26008" y="120015"/>
                              <a:pt x="28104" y="130016"/>
                            </a:cubicBezTo>
                            <a:cubicBezTo>
                              <a:pt x="32295" y="150019"/>
                              <a:pt x="36295" y="169545"/>
                              <a:pt x="39820" y="182975"/>
                            </a:cubicBezTo>
                            <a:cubicBezTo>
                              <a:pt x="40772" y="186309"/>
                              <a:pt x="41629" y="189357"/>
                              <a:pt x="42392" y="192119"/>
                            </a:cubicBezTo>
                            <a:cubicBezTo>
                              <a:pt x="48011" y="211264"/>
                              <a:pt x="54298" y="218027"/>
                              <a:pt x="59346" y="218980"/>
                            </a:cubicBezTo>
                            <a:cubicBezTo>
                              <a:pt x="66299" y="219932"/>
                              <a:pt x="71157" y="212788"/>
                              <a:pt x="74681" y="206883"/>
                            </a:cubicBezTo>
                            <a:cubicBezTo>
                              <a:pt x="75824" y="204692"/>
                              <a:pt x="76872" y="202502"/>
                              <a:pt x="77920" y="200216"/>
                            </a:cubicBezTo>
                            <a:lnTo>
                              <a:pt x="78015" y="199835"/>
                            </a:lnTo>
                            <a:cubicBezTo>
                              <a:pt x="72205" y="183261"/>
                              <a:pt x="66395" y="166211"/>
                              <a:pt x="60679" y="142018"/>
                            </a:cubicBezTo>
                            <a:cubicBezTo>
                              <a:pt x="57822" y="130112"/>
                              <a:pt x="55060" y="117253"/>
                              <a:pt x="51917" y="104680"/>
                            </a:cubicBezTo>
                            <a:cubicBezTo>
                              <a:pt x="48773" y="92488"/>
                              <a:pt x="44582" y="78010"/>
                              <a:pt x="39153" y="7067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32" name="Forme libre : forme 11931">
                        <a:extLst>
                          <a:ext uri="{FF2B5EF4-FFF2-40B4-BE49-F238E27FC236}">
                            <a16:creationId xmlns:a16="http://schemas.microsoft.com/office/drawing/2014/main" id="{72584A8E-0DA2-46D3-AD83-8A8CFAD3A5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35953" y="2338406"/>
                        <a:ext cx="31542" cy="101922"/>
                      </a:xfrm>
                      <a:custGeom>
                        <a:avLst/>
                        <a:gdLst>
                          <a:gd name="connsiteX0" fmla="*/ 30032 w 31542"/>
                          <a:gd name="connsiteY0" fmla="*/ 93898 h 101922"/>
                          <a:gd name="connsiteX1" fmla="*/ 20126 w 31542"/>
                          <a:gd name="connsiteY1" fmla="*/ 95231 h 101922"/>
                          <a:gd name="connsiteX2" fmla="*/ 9648 w 31542"/>
                          <a:gd name="connsiteY2" fmla="*/ 61132 h 101922"/>
                          <a:gd name="connsiteX3" fmla="*/ 2123 w 31542"/>
                          <a:gd name="connsiteY3" fmla="*/ 22365 h 101922"/>
                          <a:gd name="connsiteX4" fmla="*/ 3457 w 31542"/>
                          <a:gd name="connsiteY4" fmla="*/ 648 h 101922"/>
                          <a:gd name="connsiteX5" fmla="*/ 20507 w 31542"/>
                          <a:gd name="connsiteY5" fmla="*/ 12364 h 101922"/>
                          <a:gd name="connsiteX6" fmla="*/ 27651 w 31542"/>
                          <a:gd name="connsiteY6" fmla="*/ 30747 h 101922"/>
                          <a:gd name="connsiteX7" fmla="*/ 30889 w 31542"/>
                          <a:gd name="connsiteY7" fmla="*/ 55417 h 101922"/>
                          <a:gd name="connsiteX8" fmla="*/ 30032 w 31542"/>
                          <a:gd name="connsiteY8" fmla="*/ 93898 h 101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1542" h="101922">
                            <a:moveTo>
                              <a:pt x="30032" y="93898"/>
                            </a:moveTo>
                            <a:cubicBezTo>
                              <a:pt x="28317" y="104947"/>
                              <a:pt x="24603" y="103804"/>
                              <a:pt x="20126" y="95231"/>
                            </a:cubicBezTo>
                            <a:cubicBezTo>
                              <a:pt x="15839" y="86563"/>
                              <a:pt x="11554" y="69799"/>
                              <a:pt x="9648" y="61132"/>
                            </a:cubicBezTo>
                            <a:cubicBezTo>
                              <a:pt x="7648" y="52559"/>
                              <a:pt x="4791" y="35128"/>
                              <a:pt x="2123" y="22365"/>
                            </a:cubicBezTo>
                            <a:cubicBezTo>
                              <a:pt x="-543" y="11983"/>
                              <a:pt x="-1306" y="3505"/>
                              <a:pt x="3457" y="648"/>
                            </a:cubicBezTo>
                            <a:cubicBezTo>
                              <a:pt x="8219" y="-2114"/>
                              <a:pt x="14887" y="4363"/>
                              <a:pt x="20507" y="12364"/>
                            </a:cubicBezTo>
                            <a:cubicBezTo>
                              <a:pt x="24984" y="18936"/>
                              <a:pt x="26698" y="26270"/>
                              <a:pt x="27651" y="30747"/>
                            </a:cubicBezTo>
                            <a:cubicBezTo>
                              <a:pt x="28603" y="35128"/>
                              <a:pt x="30127" y="44082"/>
                              <a:pt x="30889" y="55417"/>
                            </a:cubicBezTo>
                            <a:cubicBezTo>
                              <a:pt x="31746" y="66275"/>
                              <a:pt x="32032" y="81420"/>
                              <a:pt x="30032" y="9389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33" name="Forme libre : forme 11932">
                        <a:extLst>
                          <a:ext uri="{FF2B5EF4-FFF2-40B4-BE49-F238E27FC236}">
                            <a16:creationId xmlns:a16="http://schemas.microsoft.com/office/drawing/2014/main" id="{2CBB48B4-FF81-4D6F-8EBB-89653ABDF9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36227" y="2337477"/>
                        <a:ext cx="20898" cy="87206"/>
                      </a:xfrm>
                      <a:custGeom>
                        <a:avLst/>
                        <a:gdLst>
                          <a:gd name="connsiteX0" fmla="*/ 20899 w 20898"/>
                          <a:gd name="connsiteY0" fmla="*/ 14721 h 87206"/>
                          <a:gd name="connsiteX1" fmla="*/ 2992 w 20898"/>
                          <a:gd name="connsiteY1" fmla="*/ 1101 h 87206"/>
                          <a:gd name="connsiteX2" fmla="*/ 1944 w 20898"/>
                          <a:gd name="connsiteY2" fmla="*/ 23198 h 87206"/>
                          <a:gd name="connsiteX3" fmla="*/ 9659 w 20898"/>
                          <a:gd name="connsiteY3" fmla="*/ 62822 h 87206"/>
                          <a:gd name="connsiteX4" fmla="*/ 16898 w 20898"/>
                          <a:gd name="connsiteY4" fmla="*/ 87206 h 87206"/>
                          <a:gd name="connsiteX5" fmla="*/ 14232 w 20898"/>
                          <a:gd name="connsiteY5" fmla="*/ 72062 h 87206"/>
                          <a:gd name="connsiteX6" fmla="*/ 13183 w 20898"/>
                          <a:gd name="connsiteY6" fmla="*/ 34724 h 87206"/>
                          <a:gd name="connsiteX7" fmla="*/ 20899 w 20898"/>
                          <a:gd name="connsiteY7" fmla="*/ 14721 h 872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0898" h="87206">
                            <a:moveTo>
                              <a:pt x="20899" y="14721"/>
                            </a:moveTo>
                            <a:cubicBezTo>
                              <a:pt x="17184" y="10816"/>
                              <a:pt x="7945" y="-4138"/>
                              <a:pt x="2992" y="1101"/>
                            </a:cubicBezTo>
                            <a:cubicBezTo>
                              <a:pt x="-1104" y="5292"/>
                              <a:pt x="-533" y="13388"/>
                              <a:pt x="1944" y="23198"/>
                            </a:cubicBezTo>
                            <a:cubicBezTo>
                              <a:pt x="4421" y="35295"/>
                              <a:pt x="7183" y="51869"/>
                              <a:pt x="9659" y="62822"/>
                            </a:cubicBezTo>
                            <a:cubicBezTo>
                              <a:pt x="11088" y="69395"/>
                              <a:pt x="14803" y="82539"/>
                              <a:pt x="16898" y="87206"/>
                            </a:cubicBezTo>
                            <a:cubicBezTo>
                              <a:pt x="16041" y="83301"/>
                              <a:pt x="14612" y="76729"/>
                              <a:pt x="14232" y="72062"/>
                            </a:cubicBezTo>
                            <a:cubicBezTo>
                              <a:pt x="13183" y="58917"/>
                              <a:pt x="12422" y="45011"/>
                              <a:pt x="13183" y="34724"/>
                            </a:cubicBezTo>
                            <a:cubicBezTo>
                              <a:pt x="13755" y="24342"/>
                              <a:pt x="15660" y="17864"/>
                              <a:pt x="20899" y="1472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34" name="Forme libre : forme 11933">
                        <a:extLst>
                          <a:ext uri="{FF2B5EF4-FFF2-40B4-BE49-F238E27FC236}">
                            <a16:creationId xmlns:a16="http://schemas.microsoft.com/office/drawing/2014/main" id="{A6BA079A-AF23-49B8-A867-7640F35C5C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35686" y="2344003"/>
                        <a:ext cx="31918" cy="105495"/>
                      </a:xfrm>
                      <a:custGeom>
                        <a:avLst/>
                        <a:gdLst>
                          <a:gd name="connsiteX0" fmla="*/ 30584 w 31918"/>
                          <a:gd name="connsiteY0" fmla="*/ 98588 h 105495"/>
                          <a:gd name="connsiteX1" fmla="*/ 20297 w 31918"/>
                          <a:gd name="connsiteY1" fmla="*/ 99541 h 105495"/>
                          <a:gd name="connsiteX2" fmla="*/ 9153 w 31918"/>
                          <a:gd name="connsiteY2" fmla="*/ 65917 h 105495"/>
                          <a:gd name="connsiteX3" fmla="*/ 1724 w 31918"/>
                          <a:gd name="connsiteY3" fmla="*/ 24198 h 105495"/>
                          <a:gd name="connsiteX4" fmla="*/ 9 w 31918"/>
                          <a:gd name="connsiteY4" fmla="*/ 8958 h 105495"/>
                          <a:gd name="connsiteX5" fmla="*/ 3533 w 31918"/>
                          <a:gd name="connsiteY5" fmla="*/ 766 h 105495"/>
                          <a:gd name="connsiteX6" fmla="*/ 11630 w 31918"/>
                          <a:gd name="connsiteY6" fmla="*/ 2385 h 105495"/>
                          <a:gd name="connsiteX7" fmla="*/ 19916 w 31918"/>
                          <a:gd name="connsiteY7" fmla="*/ 12006 h 105495"/>
                          <a:gd name="connsiteX8" fmla="*/ 26869 w 31918"/>
                          <a:gd name="connsiteY8" fmla="*/ 32008 h 105495"/>
                          <a:gd name="connsiteX9" fmla="*/ 30870 w 31918"/>
                          <a:gd name="connsiteY9" fmla="*/ 59345 h 105495"/>
                          <a:gd name="connsiteX10" fmla="*/ 31918 w 31918"/>
                          <a:gd name="connsiteY10" fmla="*/ 79824 h 105495"/>
                          <a:gd name="connsiteX11" fmla="*/ 31632 w 31918"/>
                          <a:gd name="connsiteY11" fmla="*/ 90396 h 105495"/>
                          <a:gd name="connsiteX12" fmla="*/ 30584 w 31918"/>
                          <a:gd name="connsiteY12" fmla="*/ 98588 h 1054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1918" h="105495">
                            <a:moveTo>
                              <a:pt x="30584" y="98588"/>
                            </a:moveTo>
                            <a:cubicBezTo>
                              <a:pt x="28679" y="107827"/>
                              <a:pt x="24774" y="107446"/>
                              <a:pt x="20297" y="99541"/>
                            </a:cubicBezTo>
                            <a:cubicBezTo>
                              <a:pt x="15821" y="91825"/>
                              <a:pt x="11534" y="75633"/>
                              <a:pt x="9153" y="65917"/>
                            </a:cubicBezTo>
                            <a:cubicBezTo>
                              <a:pt x="6772" y="56297"/>
                              <a:pt x="3819" y="38390"/>
                              <a:pt x="1724" y="24198"/>
                            </a:cubicBezTo>
                            <a:cubicBezTo>
                              <a:pt x="580" y="16387"/>
                              <a:pt x="-86" y="12863"/>
                              <a:pt x="9" y="8958"/>
                            </a:cubicBezTo>
                            <a:cubicBezTo>
                              <a:pt x="104" y="5148"/>
                              <a:pt x="1247" y="2290"/>
                              <a:pt x="3533" y="766"/>
                            </a:cubicBezTo>
                            <a:cubicBezTo>
                              <a:pt x="5914" y="-758"/>
                              <a:pt x="8677" y="100"/>
                              <a:pt x="11630" y="2385"/>
                            </a:cubicBezTo>
                            <a:cubicBezTo>
                              <a:pt x="14487" y="4576"/>
                              <a:pt x="18011" y="8672"/>
                              <a:pt x="19916" y="12006"/>
                            </a:cubicBezTo>
                            <a:cubicBezTo>
                              <a:pt x="24012" y="19150"/>
                              <a:pt x="25917" y="27722"/>
                              <a:pt x="26869" y="32008"/>
                            </a:cubicBezTo>
                            <a:cubicBezTo>
                              <a:pt x="27822" y="36390"/>
                              <a:pt x="29727" y="46677"/>
                              <a:pt x="30870" y="59345"/>
                            </a:cubicBezTo>
                            <a:cubicBezTo>
                              <a:pt x="31442" y="65727"/>
                              <a:pt x="31823" y="72680"/>
                              <a:pt x="31918" y="79824"/>
                            </a:cubicBezTo>
                            <a:cubicBezTo>
                              <a:pt x="31918" y="83348"/>
                              <a:pt x="31823" y="86967"/>
                              <a:pt x="31632" y="90396"/>
                            </a:cubicBezTo>
                            <a:cubicBezTo>
                              <a:pt x="31347" y="93540"/>
                              <a:pt x="31061" y="96207"/>
                              <a:pt x="30584" y="9858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35" name="Forme libre : forme 11934">
                        <a:extLst>
                          <a:ext uri="{FF2B5EF4-FFF2-40B4-BE49-F238E27FC236}">
                            <a16:creationId xmlns:a16="http://schemas.microsoft.com/office/drawing/2014/main" id="{51F7AB2B-956B-4714-A477-DE462ABD91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12627" y="2296562"/>
                        <a:ext cx="42251" cy="151171"/>
                      </a:xfrm>
                      <a:custGeom>
                        <a:avLst/>
                        <a:gdLst>
                          <a:gd name="connsiteX0" fmla="*/ 3352 w 42251"/>
                          <a:gd name="connsiteY0" fmla="*/ 4868 h 151171"/>
                          <a:gd name="connsiteX1" fmla="*/ 113 w 42251"/>
                          <a:gd name="connsiteY1" fmla="*/ 21346 h 151171"/>
                          <a:gd name="connsiteX2" fmla="*/ 5733 w 42251"/>
                          <a:gd name="connsiteY2" fmla="*/ 65733 h 151171"/>
                          <a:gd name="connsiteX3" fmla="*/ 7828 w 42251"/>
                          <a:gd name="connsiteY3" fmla="*/ 71733 h 151171"/>
                          <a:gd name="connsiteX4" fmla="*/ 10495 w 42251"/>
                          <a:gd name="connsiteY4" fmla="*/ 81735 h 151171"/>
                          <a:gd name="connsiteX5" fmla="*/ 15829 w 42251"/>
                          <a:gd name="connsiteY5" fmla="*/ 104404 h 151171"/>
                          <a:gd name="connsiteX6" fmla="*/ 26973 w 42251"/>
                          <a:gd name="connsiteY6" fmla="*/ 140980 h 151171"/>
                          <a:gd name="connsiteX7" fmla="*/ 35451 w 42251"/>
                          <a:gd name="connsiteY7" fmla="*/ 151172 h 151171"/>
                          <a:gd name="connsiteX8" fmla="*/ 41546 w 42251"/>
                          <a:gd name="connsiteY8" fmla="*/ 139742 h 151171"/>
                          <a:gd name="connsiteX9" fmla="*/ 40975 w 42251"/>
                          <a:gd name="connsiteY9" fmla="*/ 111072 h 151171"/>
                          <a:gd name="connsiteX10" fmla="*/ 40975 w 42251"/>
                          <a:gd name="connsiteY10" fmla="*/ 55827 h 151171"/>
                          <a:gd name="connsiteX11" fmla="*/ 33069 w 42251"/>
                          <a:gd name="connsiteY11" fmla="*/ 12678 h 151171"/>
                          <a:gd name="connsiteX12" fmla="*/ 3352 w 42251"/>
                          <a:gd name="connsiteY12" fmla="*/ 4868 h 1511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42251" h="151171">
                            <a:moveTo>
                              <a:pt x="3352" y="4868"/>
                            </a:moveTo>
                            <a:cubicBezTo>
                              <a:pt x="-173" y="10773"/>
                              <a:pt x="-173" y="13536"/>
                              <a:pt x="113" y="21346"/>
                            </a:cubicBezTo>
                            <a:cubicBezTo>
                              <a:pt x="780" y="36205"/>
                              <a:pt x="-459" y="47445"/>
                              <a:pt x="5733" y="65733"/>
                            </a:cubicBezTo>
                            <a:cubicBezTo>
                              <a:pt x="6399" y="67828"/>
                              <a:pt x="7066" y="69257"/>
                              <a:pt x="7828" y="71733"/>
                            </a:cubicBezTo>
                            <a:cubicBezTo>
                              <a:pt x="8399" y="73638"/>
                              <a:pt x="9638" y="78115"/>
                              <a:pt x="10495" y="81735"/>
                            </a:cubicBezTo>
                            <a:cubicBezTo>
                              <a:pt x="12304" y="89355"/>
                              <a:pt x="14114" y="96879"/>
                              <a:pt x="15829" y="104404"/>
                            </a:cubicBezTo>
                            <a:cubicBezTo>
                              <a:pt x="19353" y="119263"/>
                              <a:pt x="23258" y="132598"/>
                              <a:pt x="26973" y="140980"/>
                            </a:cubicBezTo>
                            <a:cubicBezTo>
                              <a:pt x="29831" y="147267"/>
                              <a:pt x="32879" y="151172"/>
                              <a:pt x="35451" y="151172"/>
                            </a:cubicBezTo>
                            <a:cubicBezTo>
                              <a:pt x="38117" y="151077"/>
                              <a:pt x="40118" y="147362"/>
                              <a:pt x="41546" y="139742"/>
                            </a:cubicBezTo>
                            <a:cubicBezTo>
                              <a:pt x="43261" y="130312"/>
                              <a:pt x="41356" y="120978"/>
                              <a:pt x="40975" y="111072"/>
                            </a:cubicBezTo>
                            <a:cubicBezTo>
                              <a:pt x="40023" y="88212"/>
                              <a:pt x="39642" y="69733"/>
                              <a:pt x="40975" y="55827"/>
                            </a:cubicBezTo>
                            <a:cubicBezTo>
                              <a:pt x="41165" y="43254"/>
                              <a:pt x="44023" y="28014"/>
                              <a:pt x="33069" y="12678"/>
                            </a:cubicBezTo>
                            <a:cubicBezTo>
                              <a:pt x="22878" y="-1323"/>
                              <a:pt x="7828" y="-3419"/>
                              <a:pt x="3352" y="486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36" name="Forme libre : forme 11935">
                        <a:extLst>
                          <a:ext uri="{FF2B5EF4-FFF2-40B4-BE49-F238E27FC236}">
                            <a16:creationId xmlns:a16="http://schemas.microsoft.com/office/drawing/2014/main" id="{750EB560-60F2-4085-BCAA-AB3F223E5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37315" y="2315139"/>
                        <a:ext cx="26340" cy="32470"/>
                      </a:xfrm>
                      <a:custGeom>
                        <a:avLst/>
                        <a:gdLst>
                          <a:gd name="connsiteX0" fmla="*/ 5142 w 26340"/>
                          <a:gd name="connsiteY0" fmla="*/ 2008 h 32470"/>
                          <a:gd name="connsiteX1" fmla="*/ 1047 w 26340"/>
                          <a:gd name="connsiteY1" fmla="*/ 7 h 32470"/>
                          <a:gd name="connsiteX2" fmla="*/ 475 w 26340"/>
                          <a:gd name="connsiteY2" fmla="*/ 3817 h 32470"/>
                          <a:gd name="connsiteX3" fmla="*/ 3904 w 26340"/>
                          <a:gd name="connsiteY3" fmla="*/ 10294 h 32470"/>
                          <a:gd name="connsiteX4" fmla="*/ 13905 w 26340"/>
                          <a:gd name="connsiteY4" fmla="*/ 25058 h 32470"/>
                          <a:gd name="connsiteX5" fmla="*/ 18096 w 26340"/>
                          <a:gd name="connsiteY5" fmla="*/ 29916 h 32470"/>
                          <a:gd name="connsiteX6" fmla="*/ 25431 w 26340"/>
                          <a:gd name="connsiteY6" fmla="*/ 31821 h 32470"/>
                          <a:gd name="connsiteX7" fmla="*/ 24002 w 26340"/>
                          <a:gd name="connsiteY7" fmla="*/ 22772 h 32470"/>
                          <a:gd name="connsiteX8" fmla="*/ 5142 w 26340"/>
                          <a:gd name="connsiteY8" fmla="*/ 2008 h 324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40" h="32470">
                            <a:moveTo>
                              <a:pt x="5142" y="2008"/>
                            </a:moveTo>
                            <a:cubicBezTo>
                              <a:pt x="3619" y="769"/>
                              <a:pt x="2380" y="-88"/>
                              <a:pt x="1047" y="7"/>
                            </a:cubicBezTo>
                            <a:cubicBezTo>
                              <a:pt x="-287" y="103"/>
                              <a:pt x="-192" y="1817"/>
                              <a:pt x="475" y="3817"/>
                            </a:cubicBezTo>
                            <a:cubicBezTo>
                              <a:pt x="1142" y="5817"/>
                              <a:pt x="2666" y="8389"/>
                              <a:pt x="3904" y="10294"/>
                            </a:cubicBezTo>
                            <a:cubicBezTo>
                              <a:pt x="7048" y="15342"/>
                              <a:pt x="10476" y="20581"/>
                              <a:pt x="13905" y="25058"/>
                            </a:cubicBezTo>
                            <a:cubicBezTo>
                              <a:pt x="15334" y="26868"/>
                              <a:pt x="16573" y="28678"/>
                              <a:pt x="18096" y="29916"/>
                            </a:cubicBezTo>
                            <a:cubicBezTo>
                              <a:pt x="21335" y="32583"/>
                              <a:pt x="24002" y="33059"/>
                              <a:pt x="25431" y="31821"/>
                            </a:cubicBezTo>
                            <a:cubicBezTo>
                              <a:pt x="26860" y="30773"/>
                              <a:pt x="26764" y="27630"/>
                              <a:pt x="24002" y="22772"/>
                            </a:cubicBezTo>
                            <a:cubicBezTo>
                              <a:pt x="19525" y="15152"/>
                              <a:pt x="11715" y="7056"/>
                              <a:pt x="5142" y="200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37" name="Forme libre : forme 11936">
                        <a:extLst>
                          <a:ext uri="{FF2B5EF4-FFF2-40B4-BE49-F238E27FC236}">
                            <a16:creationId xmlns:a16="http://schemas.microsoft.com/office/drawing/2014/main" id="{C236CCB5-5ADC-4934-8DC7-B937A2FDAE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39886" y="2473928"/>
                        <a:ext cx="32956" cy="15786"/>
                      </a:xfrm>
                      <a:custGeom>
                        <a:avLst/>
                        <a:gdLst>
                          <a:gd name="connsiteX0" fmla="*/ 32957 w 32956"/>
                          <a:gd name="connsiteY0" fmla="*/ 0 h 15786"/>
                          <a:gd name="connsiteX1" fmla="*/ 28480 w 32956"/>
                          <a:gd name="connsiteY1" fmla="*/ 9906 h 15786"/>
                          <a:gd name="connsiteX2" fmla="*/ 20860 w 32956"/>
                          <a:gd name="connsiteY2" fmla="*/ 15240 h 15786"/>
                          <a:gd name="connsiteX3" fmla="*/ 10478 w 32956"/>
                          <a:gd name="connsiteY3" fmla="*/ 13430 h 15786"/>
                          <a:gd name="connsiteX4" fmla="*/ 0 w 32956"/>
                          <a:gd name="connsiteY4" fmla="*/ 0 h 15786"/>
                          <a:gd name="connsiteX5" fmla="*/ 10668 w 32956"/>
                          <a:gd name="connsiteY5" fmla="*/ 11811 h 15786"/>
                          <a:gd name="connsiteX6" fmla="*/ 15812 w 32956"/>
                          <a:gd name="connsiteY6" fmla="*/ 12478 h 15786"/>
                          <a:gd name="connsiteX7" fmla="*/ 20479 w 32956"/>
                          <a:gd name="connsiteY7" fmla="*/ 10858 h 15786"/>
                          <a:gd name="connsiteX8" fmla="*/ 32957 w 32956"/>
                          <a:gd name="connsiteY8" fmla="*/ 0 h 157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2956" h="15786">
                            <a:moveTo>
                              <a:pt x="32957" y="0"/>
                            </a:moveTo>
                            <a:cubicBezTo>
                              <a:pt x="32004" y="4286"/>
                              <a:pt x="30480" y="7429"/>
                              <a:pt x="28480" y="9906"/>
                            </a:cubicBezTo>
                            <a:cubicBezTo>
                              <a:pt x="26480" y="12382"/>
                              <a:pt x="23908" y="14383"/>
                              <a:pt x="20860" y="15240"/>
                            </a:cubicBezTo>
                            <a:cubicBezTo>
                              <a:pt x="17812" y="16288"/>
                              <a:pt x="14193" y="15907"/>
                              <a:pt x="10478" y="13430"/>
                            </a:cubicBezTo>
                            <a:cubicBezTo>
                              <a:pt x="6763" y="11049"/>
                              <a:pt x="3143" y="5810"/>
                              <a:pt x="0" y="0"/>
                            </a:cubicBezTo>
                            <a:cubicBezTo>
                              <a:pt x="3429" y="6477"/>
                              <a:pt x="7144" y="10382"/>
                              <a:pt x="10668" y="11811"/>
                            </a:cubicBezTo>
                            <a:cubicBezTo>
                              <a:pt x="12478" y="12763"/>
                              <a:pt x="14193" y="12382"/>
                              <a:pt x="15812" y="12478"/>
                            </a:cubicBezTo>
                            <a:cubicBezTo>
                              <a:pt x="17431" y="12001"/>
                              <a:pt x="19050" y="11716"/>
                              <a:pt x="20479" y="10858"/>
                            </a:cubicBezTo>
                            <a:cubicBezTo>
                              <a:pt x="26289" y="7525"/>
                              <a:pt x="30195" y="2667"/>
                              <a:pt x="3295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38" name="Forme libre : forme 11937">
                        <a:extLst>
                          <a:ext uri="{FF2B5EF4-FFF2-40B4-BE49-F238E27FC236}">
                            <a16:creationId xmlns:a16="http://schemas.microsoft.com/office/drawing/2014/main" id="{43B00F34-7ECC-4B3B-A4DF-BD4FC9B6A9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10644" y="2277046"/>
                        <a:ext cx="62103" cy="47529"/>
                      </a:xfrm>
                      <a:custGeom>
                        <a:avLst/>
                        <a:gdLst>
                          <a:gd name="connsiteX0" fmla="*/ 62103 w 62103"/>
                          <a:gd name="connsiteY0" fmla="*/ 47530 h 47529"/>
                          <a:gd name="connsiteX1" fmla="*/ 34195 w 62103"/>
                          <a:gd name="connsiteY1" fmla="*/ 15907 h 47529"/>
                          <a:gd name="connsiteX2" fmla="*/ 0 w 62103"/>
                          <a:gd name="connsiteY2" fmla="*/ 0 h 47529"/>
                          <a:gd name="connsiteX3" fmla="*/ 33910 w 62103"/>
                          <a:gd name="connsiteY3" fmla="*/ 17336 h 47529"/>
                          <a:gd name="connsiteX4" fmla="*/ 62103 w 62103"/>
                          <a:gd name="connsiteY4" fmla="*/ 47530 h 475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103" h="47529">
                            <a:moveTo>
                              <a:pt x="62103" y="47530"/>
                            </a:moveTo>
                            <a:cubicBezTo>
                              <a:pt x="55150" y="35624"/>
                              <a:pt x="45434" y="24289"/>
                              <a:pt x="34195" y="15907"/>
                            </a:cubicBezTo>
                            <a:cubicBezTo>
                              <a:pt x="23051" y="7525"/>
                              <a:pt x="10859" y="2381"/>
                              <a:pt x="0" y="0"/>
                            </a:cubicBezTo>
                            <a:cubicBezTo>
                              <a:pt x="10192" y="1715"/>
                              <a:pt x="22670" y="8001"/>
                              <a:pt x="33910" y="17336"/>
                            </a:cubicBezTo>
                            <a:cubicBezTo>
                              <a:pt x="45149" y="26575"/>
                              <a:pt x="54769" y="38195"/>
                              <a:pt x="62103" y="4753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39" name="Forme libre : forme 11938">
                        <a:extLst>
                          <a:ext uri="{FF2B5EF4-FFF2-40B4-BE49-F238E27FC236}">
                            <a16:creationId xmlns:a16="http://schemas.microsoft.com/office/drawing/2014/main" id="{5CF6DDE2-1C1B-44EF-B455-8BABE9788E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57052" y="2368838"/>
                        <a:ext cx="7349" cy="37163"/>
                      </a:xfrm>
                      <a:custGeom>
                        <a:avLst/>
                        <a:gdLst>
                          <a:gd name="connsiteX0" fmla="*/ 6075 w 7349"/>
                          <a:gd name="connsiteY0" fmla="*/ 36415 h 37163"/>
                          <a:gd name="connsiteX1" fmla="*/ 932 w 7349"/>
                          <a:gd name="connsiteY1" fmla="*/ 19365 h 37163"/>
                          <a:gd name="connsiteX2" fmla="*/ 2075 w 7349"/>
                          <a:gd name="connsiteY2" fmla="*/ 125 h 37163"/>
                          <a:gd name="connsiteX3" fmla="*/ 6647 w 7349"/>
                          <a:gd name="connsiteY3" fmla="*/ 14126 h 37163"/>
                          <a:gd name="connsiteX4" fmla="*/ 6075 w 7349"/>
                          <a:gd name="connsiteY4" fmla="*/ 36415 h 371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349" h="37163">
                            <a:moveTo>
                              <a:pt x="6075" y="36415"/>
                            </a:moveTo>
                            <a:cubicBezTo>
                              <a:pt x="3789" y="40892"/>
                              <a:pt x="1503" y="24032"/>
                              <a:pt x="932" y="19365"/>
                            </a:cubicBezTo>
                            <a:cubicBezTo>
                              <a:pt x="265" y="14317"/>
                              <a:pt x="-1259" y="1077"/>
                              <a:pt x="2075" y="125"/>
                            </a:cubicBezTo>
                            <a:cubicBezTo>
                              <a:pt x="5314" y="-1304"/>
                              <a:pt x="6266" y="9935"/>
                              <a:pt x="6647" y="14126"/>
                            </a:cubicBezTo>
                            <a:cubicBezTo>
                              <a:pt x="6933" y="17746"/>
                              <a:pt x="8361" y="31557"/>
                              <a:pt x="6075" y="3641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40" name="Forme libre : forme 11939">
                        <a:extLst>
                          <a:ext uri="{FF2B5EF4-FFF2-40B4-BE49-F238E27FC236}">
                            <a16:creationId xmlns:a16="http://schemas.microsoft.com/office/drawing/2014/main" id="{57579CFF-6499-4CA2-865C-9E38B30ECA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62461" y="2398159"/>
                        <a:ext cx="2504" cy="11653"/>
                      </a:xfrm>
                      <a:custGeom>
                        <a:avLst/>
                        <a:gdLst>
                          <a:gd name="connsiteX0" fmla="*/ 2190 w 2504"/>
                          <a:gd name="connsiteY0" fmla="*/ 10141 h 11653"/>
                          <a:gd name="connsiteX1" fmla="*/ 476 w 2504"/>
                          <a:gd name="connsiteY1" fmla="*/ 9189 h 11653"/>
                          <a:gd name="connsiteX2" fmla="*/ 380 w 2504"/>
                          <a:gd name="connsiteY2" fmla="*/ 1283 h 11653"/>
                          <a:gd name="connsiteX3" fmla="*/ 2095 w 2504"/>
                          <a:gd name="connsiteY3" fmla="*/ 2140 h 11653"/>
                          <a:gd name="connsiteX4" fmla="*/ 2190 w 2504"/>
                          <a:gd name="connsiteY4" fmla="*/ 10141 h 116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04" h="11653">
                            <a:moveTo>
                              <a:pt x="2190" y="10141"/>
                            </a:moveTo>
                            <a:cubicBezTo>
                              <a:pt x="1523" y="13284"/>
                              <a:pt x="761" y="10808"/>
                              <a:pt x="476" y="9189"/>
                            </a:cubicBezTo>
                            <a:cubicBezTo>
                              <a:pt x="190" y="7569"/>
                              <a:pt x="-382" y="3950"/>
                              <a:pt x="380" y="1283"/>
                            </a:cubicBezTo>
                            <a:cubicBezTo>
                              <a:pt x="1142" y="-1384"/>
                              <a:pt x="1809" y="711"/>
                              <a:pt x="2095" y="2140"/>
                            </a:cubicBezTo>
                            <a:cubicBezTo>
                              <a:pt x="2285" y="3664"/>
                              <a:pt x="2857" y="7093"/>
                              <a:pt x="2190" y="1014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41" name="Forme libre : forme 11940">
                        <a:extLst>
                          <a:ext uri="{FF2B5EF4-FFF2-40B4-BE49-F238E27FC236}">
                            <a16:creationId xmlns:a16="http://schemas.microsoft.com/office/drawing/2014/main" id="{4232AA39-6AF9-4BCB-8BEA-B3647EEAC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69128" y="2346242"/>
                        <a:ext cx="9820" cy="114615"/>
                      </a:xfrm>
                      <a:custGeom>
                        <a:avLst/>
                        <a:gdLst>
                          <a:gd name="connsiteX0" fmla="*/ 5620 w 9820"/>
                          <a:gd name="connsiteY0" fmla="*/ 46152 h 114615"/>
                          <a:gd name="connsiteX1" fmla="*/ 4191 w 9820"/>
                          <a:gd name="connsiteY1" fmla="*/ 103778 h 114615"/>
                          <a:gd name="connsiteX2" fmla="*/ 3810 w 9820"/>
                          <a:gd name="connsiteY2" fmla="*/ 110445 h 114615"/>
                          <a:gd name="connsiteX3" fmla="*/ 3429 w 9820"/>
                          <a:gd name="connsiteY3" fmla="*/ 113112 h 114615"/>
                          <a:gd name="connsiteX4" fmla="*/ 3143 w 9820"/>
                          <a:gd name="connsiteY4" fmla="*/ 114160 h 114615"/>
                          <a:gd name="connsiteX5" fmla="*/ 1524 w 9820"/>
                          <a:gd name="connsiteY5" fmla="*/ 112731 h 114615"/>
                          <a:gd name="connsiteX6" fmla="*/ 0 w 9820"/>
                          <a:gd name="connsiteY6" fmla="*/ 95777 h 114615"/>
                          <a:gd name="connsiteX7" fmla="*/ 571 w 9820"/>
                          <a:gd name="connsiteY7" fmla="*/ 40627 h 114615"/>
                          <a:gd name="connsiteX8" fmla="*/ 667 w 9820"/>
                          <a:gd name="connsiteY8" fmla="*/ 18148 h 114615"/>
                          <a:gd name="connsiteX9" fmla="*/ 5715 w 9820"/>
                          <a:gd name="connsiteY9" fmla="*/ 2146 h 114615"/>
                          <a:gd name="connsiteX10" fmla="*/ 9811 w 9820"/>
                          <a:gd name="connsiteY10" fmla="*/ 1384 h 114615"/>
                          <a:gd name="connsiteX11" fmla="*/ 8858 w 9820"/>
                          <a:gd name="connsiteY11" fmla="*/ 12719 h 114615"/>
                          <a:gd name="connsiteX12" fmla="*/ 5620 w 9820"/>
                          <a:gd name="connsiteY12" fmla="*/ 46152 h 1146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820" h="114615">
                            <a:moveTo>
                              <a:pt x="5620" y="46152"/>
                            </a:moveTo>
                            <a:cubicBezTo>
                              <a:pt x="4858" y="63297"/>
                              <a:pt x="4858" y="77775"/>
                              <a:pt x="4191" y="103778"/>
                            </a:cubicBezTo>
                            <a:cubicBezTo>
                              <a:pt x="4096" y="106159"/>
                              <a:pt x="4001" y="108445"/>
                              <a:pt x="3810" y="110445"/>
                            </a:cubicBezTo>
                            <a:lnTo>
                              <a:pt x="3429" y="113112"/>
                            </a:lnTo>
                            <a:cubicBezTo>
                              <a:pt x="3334" y="113779"/>
                              <a:pt x="3239" y="113874"/>
                              <a:pt x="3143" y="114160"/>
                            </a:cubicBezTo>
                            <a:cubicBezTo>
                              <a:pt x="2667" y="115017"/>
                              <a:pt x="2096" y="114731"/>
                              <a:pt x="1524" y="112731"/>
                            </a:cubicBezTo>
                            <a:cubicBezTo>
                              <a:pt x="381" y="108636"/>
                              <a:pt x="95" y="102921"/>
                              <a:pt x="0" y="95777"/>
                            </a:cubicBezTo>
                            <a:cubicBezTo>
                              <a:pt x="0" y="72060"/>
                              <a:pt x="95" y="55391"/>
                              <a:pt x="571" y="40627"/>
                            </a:cubicBezTo>
                            <a:cubicBezTo>
                              <a:pt x="667" y="36055"/>
                              <a:pt x="191" y="26054"/>
                              <a:pt x="667" y="18148"/>
                            </a:cubicBezTo>
                            <a:cubicBezTo>
                              <a:pt x="1048" y="9956"/>
                              <a:pt x="2572" y="4718"/>
                              <a:pt x="5715" y="2146"/>
                            </a:cubicBezTo>
                            <a:cubicBezTo>
                              <a:pt x="8858" y="-521"/>
                              <a:pt x="9716" y="-616"/>
                              <a:pt x="9811" y="1384"/>
                            </a:cubicBezTo>
                            <a:cubicBezTo>
                              <a:pt x="9906" y="3289"/>
                              <a:pt x="9240" y="8337"/>
                              <a:pt x="8858" y="12719"/>
                            </a:cubicBezTo>
                            <a:cubicBezTo>
                              <a:pt x="7811" y="21387"/>
                              <a:pt x="6191" y="33483"/>
                              <a:pt x="5620" y="4615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26" name="Graphique 1">
                      <a:extLst>
                        <a:ext uri="{FF2B5EF4-FFF2-40B4-BE49-F238E27FC236}">
                          <a16:creationId xmlns:a16="http://schemas.microsoft.com/office/drawing/2014/main" id="{FD663AD5-07D3-487E-BA09-B8481FF54A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474748" y="2324650"/>
                      <a:ext cx="73243" cy="201493"/>
                      <a:chOff x="7474748" y="2324650"/>
                      <a:chExt cx="73243" cy="201493"/>
                    </a:xfrm>
                    <a:solidFill>
                      <a:schemeClr val="accent1"/>
                    </a:solidFill>
                  </p:grpSpPr>
                  <p:sp>
                    <p:nvSpPr>
                      <p:cNvPr id="11918" name="Forme libre : forme 11917">
                        <a:extLst>
                          <a:ext uri="{FF2B5EF4-FFF2-40B4-BE49-F238E27FC236}">
                            <a16:creationId xmlns:a16="http://schemas.microsoft.com/office/drawing/2014/main" id="{675F2DE1-15F2-45C9-BD51-CCE581DA35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74748" y="2324650"/>
                        <a:ext cx="73243" cy="201493"/>
                      </a:xfrm>
                      <a:custGeom>
                        <a:avLst/>
                        <a:gdLst>
                          <a:gd name="connsiteX0" fmla="*/ 70295 w 73243"/>
                          <a:gd name="connsiteY0" fmla="*/ 117274 h 201493"/>
                          <a:gd name="connsiteX1" fmla="*/ 58007 w 73243"/>
                          <a:gd name="connsiteY1" fmla="*/ 174805 h 201493"/>
                          <a:gd name="connsiteX2" fmla="*/ 40195 w 73243"/>
                          <a:gd name="connsiteY2" fmla="*/ 199189 h 201493"/>
                          <a:gd name="connsiteX3" fmla="*/ 28575 w 73243"/>
                          <a:gd name="connsiteY3" fmla="*/ 201475 h 201493"/>
                          <a:gd name="connsiteX4" fmla="*/ 15144 w 73243"/>
                          <a:gd name="connsiteY4" fmla="*/ 199951 h 201493"/>
                          <a:gd name="connsiteX5" fmla="*/ 4763 w 73243"/>
                          <a:gd name="connsiteY5" fmla="*/ 185854 h 201493"/>
                          <a:gd name="connsiteX6" fmla="*/ 476 w 73243"/>
                          <a:gd name="connsiteY6" fmla="*/ 162613 h 201493"/>
                          <a:gd name="connsiteX7" fmla="*/ 0 w 73243"/>
                          <a:gd name="connsiteY7" fmla="*/ 152231 h 201493"/>
                          <a:gd name="connsiteX8" fmla="*/ 95 w 73243"/>
                          <a:gd name="connsiteY8" fmla="*/ 146992 h 201493"/>
                          <a:gd name="connsiteX9" fmla="*/ 571 w 73243"/>
                          <a:gd name="connsiteY9" fmla="*/ 138896 h 201493"/>
                          <a:gd name="connsiteX10" fmla="*/ 3620 w 73243"/>
                          <a:gd name="connsiteY10" fmla="*/ 106035 h 201493"/>
                          <a:gd name="connsiteX11" fmla="*/ 7239 w 73243"/>
                          <a:gd name="connsiteY11" fmla="*/ 76603 h 201493"/>
                          <a:gd name="connsiteX12" fmla="*/ 10001 w 73243"/>
                          <a:gd name="connsiteY12" fmla="*/ 48789 h 201493"/>
                          <a:gd name="connsiteX13" fmla="*/ 8572 w 73243"/>
                          <a:gd name="connsiteY13" fmla="*/ 16119 h 201493"/>
                          <a:gd name="connsiteX14" fmla="*/ 8287 w 73243"/>
                          <a:gd name="connsiteY14" fmla="*/ 13642 h 201493"/>
                          <a:gd name="connsiteX15" fmla="*/ 15716 w 73243"/>
                          <a:gd name="connsiteY15" fmla="*/ 17452 h 201493"/>
                          <a:gd name="connsiteX16" fmla="*/ 24003 w 73243"/>
                          <a:gd name="connsiteY16" fmla="*/ 15738 h 201493"/>
                          <a:gd name="connsiteX17" fmla="*/ 26670 w 73243"/>
                          <a:gd name="connsiteY17" fmla="*/ 13357 h 201493"/>
                          <a:gd name="connsiteX18" fmla="*/ 29527 w 73243"/>
                          <a:gd name="connsiteY18" fmla="*/ 10404 h 201493"/>
                          <a:gd name="connsiteX19" fmla="*/ 35623 w 73243"/>
                          <a:gd name="connsiteY19" fmla="*/ 4593 h 201493"/>
                          <a:gd name="connsiteX20" fmla="*/ 56769 w 73243"/>
                          <a:gd name="connsiteY20" fmla="*/ 3832 h 201493"/>
                          <a:gd name="connsiteX21" fmla="*/ 71628 w 73243"/>
                          <a:gd name="connsiteY21" fmla="*/ 39931 h 201493"/>
                          <a:gd name="connsiteX22" fmla="*/ 70295 w 73243"/>
                          <a:gd name="connsiteY22" fmla="*/ 117274 h 2014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73243" h="201493">
                            <a:moveTo>
                              <a:pt x="70295" y="117274"/>
                            </a:moveTo>
                            <a:cubicBezTo>
                              <a:pt x="68485" y="133562"/>
                              <a:pt x="64389" y="159184"/>
                              <a:pt x="58007" y="174805"/>
                            </a:cubicBezTo>
                            <a:cubicBezTo>
                              <a:pt x="51721" y="190903"/>
                              <a:pt x="44482" y="196141"/>
                              <a:pt x="40195" y="199189"/>
                            </a:cubicBezTo>
                            <a:cubicBezTo>
                              <a:pt x="36004" y="201856"/>
                              <a:pt x="32290" y="201475"/>
                              <a:pt x="28575" y="201475"/>
                            </a:cubicBezTo>
                            <a:cubicBezTo>
                              <a:pt x="24765" y="201285"/>
                              <a:pt x="21527" y="201952"/>
                              <a:pt x="15144" y="199951"/>
                            </a:cubicBezTo>
                            <a:cubicBezTo>
                              <a:pt x="8572" y="196046"/>
                              <a:pt x="6953" y="192141"/>
                              <a:pt x="4763" y="185854"/>
                            </a:cubicBezTo>
                            <a:cubicBezTo>
                              <a:pt x="2857" y="179854"/>
                              <a:pt x="1524" y="171948"/>
                              <a:pt x="476" y="162613"/>
                            </a:cubicBezTo>
                            <a:cubicBezTo>
                              <a:pt x="95" y="159375"/>
                              <a:pt x="0" y="155851"/>
                              <a:pt x="0" y="152231"/>
                            </a:cubicBezTo>
                            <a:cubicBezTo>
                              <a:pt x="0" y="150516"/>
                              <a:pt x="95" y="148707"/>
                              <a:pt x="95" y="146992"/>
                            </a:cubicBezTo>
                            <a:cubicBezTo>
                              <a:pt x="285" y="144325"/>
                              <a:pt x="381" y="141563"/>
                              <a:pt x="571" y="138896"/>
                            </a:cubicBezTo>
                            <a:cubicBezTo>
                              <a:pt x="1428" y="125180"/>
                              <a:pt x="2667" y="112988"/>
                              <a:pt x="3620" y="106035"/>
                            </a:cubicBezTo>
                            <a:cubicBezTo>
                              <a:pt x="5048" y="96033"/>
                              <a:pt x="6286" y="86128"/>
                              <a:pt x="7239" y="76603"/>
                            </a:cubicBezTo>
                            <a:cubicBezTo>
                              <a:pt x="8096" y="66982"/>
                              <a:pt x="9144" y="58600"/>
                              <a:pt x="10001" y="48789"/>
                            </a:cubicBezTo>
                            <a:cubicBezTo>
                              <a:pt x="10668" y="29454"/>
                              <a:pt x="8858" y="18976"/>
                              <a:pt x="8572" y="16119"/>
                            </a:cubicBezTo>
                            <a:cubicBezTo>
                              <a:pt x="8096" y="12690"/>
                              <a:pt x="7906" y="13071"/>
                              <a:pt x="8287" y="13642"/>
                            </a:cubicBezTo>
                            <a:cubicBezTo>
                              <a:pt x="8667" y="14309"/>
                              <a:pt x="11144" y="17357"/>
                              <a:pt x="15716" y="17452"/>
                            </a:cubicBezTo>
                            <a:cubicBezTo>
                              <a:pt x="18002" y="17547"/>
                              <a:pt x="20764" y="17071"/>
                              <a:pt x="24003" y="15738"/>
                            </a:cubicBezTo>
                            <a:cubicBezTo>
                              <a:pt x="24765" y="15642"/>
                              <a:pt x="25718" y="14214"/>
                              <a:pt x="26670" y="13357"/>
                            </a:cubicBezTo>
                            <a:cubicBezTo>
                              <a:pt x="27622" y="12404"/>
                              <a:pt x="28575" y="11451"/>
                              <a:pt x="29527" y="10404"/>
                            </a:cubicBezTo>
                            <a:cubicBezTo>
                              <a:pt x="31432" y="8499"/>
                              <a:pt x="33528" y="6594"/>
                              <a:pt x="35623" y="4593"/>
                            </a:cubicBezTo>
                            <a:cubicBezTo>
                              <a:pt x="41338" y="-741"/>
                              <a:pt x="51911" y="-1979"/>
                              <a:pt x="56769" y="3832"/>
                            </a:cubicBezTo>
                            <a:cubicBezTo>
                              <a:pt x="63627" y="12880"/>
                              <a:pt x="69532" y="18119"/>
                              <a:pt x="71628" y="39931"/>
                            </a:cubicBezTo>
                            <a:cubicBezTo>
                              <a:pt x="74009" y="59362"/>
                              <a:pt x="73914" y="86604"/>
                              <a:pt x="70295" y="11727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19" name="Forme libre : forme 11918">
                        <a:extLst>
                          <a:ext uri="{FF2B5EF4-FFF2-40B4-BE49-F238E27FC236}">
                            <a16:creationId xmlns:a16="http://schemas.microsoft.com/office/drawing/2014/main" id="{589BF436-27AD-490D-AE08-BA6CC6F897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74877" y="2328195"/>
                        <a:ext cx="72926" cy="197812"/>
                      </a:xfrm>
                      <a:custGeom>
                        <a:avLst/>
                        <a:gdLst>
                          <a:gd name="connsiteX0" fmla="*/ 35303 w 72926"/>
                          <a:gd name="connsiteY0" fmla="*/ 141827 h 197812"/>
                          <a:gd name="connsiteX1" fmla="*/ 20159 w 72926"/>
                          <a:gd name="connsiteY1" fmla="*/ 174593 h 197812"/>
                          <a:gd name="connsiteX2" fmla="*/ 16158 w 72926"/>
                          <a:gd name="connsiteY2" fmla="*/ 176784 h 197812"/>
                          <a:gd name="connsiteX3" fmla="*/ 11110 w 72926"/>
                          <a:gd name="connsiteY3" fmla="*/ 175641 h 197812"/>
                          <a:gd name="connsiteX4" fmla="*/ 5585 w 72926"/>
                          <a:gd name="connsiteY4" fmla="*/ 166783 h 197812"/>
                          <a:gd name="connsiteX5" fmla="*/ 156 w 72926"/>
                          <a:gd name="connsiteY5" fmla="*/ 141827 h 197812"/>
                          <a:gd name="connsiteX6" fmla="*/ 537 w 72926"/>
                          <a:gd name="connsiteY6" fmla="*/ 158877 h 197812"/>
                          <a:gd name="connsiteX7" fmla="*/ 3204 w 72926"/>
                          <a:gd name="connsiteY7" fmla="*/ 176022 h 197812"/>
                          <a:gd name="connsiteX8" fmla="*/ 10348 w 72926"/>
                          <a:gd name="connsiteY8" fmla="*/ 192596 h 197812"/>
                          <a:gd name="connsiteX9" fmla="*/ 14062 w 72926"/>
                          <a:gd name="connsiteY9" fmla="*/ 195167 h 197812"/>
                          <a:gd name="connsiteX10" fmla="*/ 14634 w 72926"/>
                          <a:gd name="connsiteY10" fmla="*/ 195453 h 197812"/>
                          <a:gd name="connsiteX11" fmla="*/ 14920 w 72926"/>
                          <a:gd name="connsiteY11" fmla="*/ 195548 h 197812"/>
                          <a:gd name="connsiteX12" fmla="*/ 15110 w 72926"/>
                          <a:gd name="connsiteY12" fmla="*/ 195644 h 197812"/>
                          <a:gd name="connsiteX13" fmla="*/ 15110 w 72926"/>
                          <a:gd name="connsiteY13" fmla="*/ 195644 h 197812"/>
                          <a:gd name="connsiteX14" fmla="*/ 15110 w 72926"/>
                          <a:gd name="connsiteY14" fmla="*/ 196310 h 197812"/>
                          <a:gd name="connsiteX15" fmla="*/ 15110 w 72926"/>
                          <a:gd name="connsiteY15" fmla="*/ 196310 h 197812"/>
                          <a:gd name="connsiteX16" fmla="*/ 15110 w 72926"/>
                          <a:gd name="connsiteY16" fmla="*/ 196310 h 197812"/>
                          <a:gd name="connsiteX17" fmla="*/ 15205 w 72926"/>
                          <a:gd name="connsiteY17" fmla="*/ 196310 h 197812"/>
                          <a:gd name="connsiteX18" fmla="*/ 16348 w 72926"/>
                          <a:gd name="connsiteY18" fmla="*/ 196596 h 197812"/>
                          <a:gd name="connsiteX19" fmla="*/ 18444 w 72926"/>
                          <a:gd name="connsiteY19" fmla="*/ 197072 h 197812"/>
                          <a:gd name="connsiteX20" fmla="*/ 25111 w 72926"/>
                          <a:gd name="connsiteY20" fmla="*/ 197739 h 197812"/>
                          <a:gd name="connsiteX21" fmla="*/ 40066 w 72926"/>
                          <a:gd name="connsiteY21" fmla="*/ 195453 h 197812"/>
                          <a:gd name="connsiteX22" fmla="*/ 45781 w 72926"/>
                          <a:gd name="connsiteY22" fmla="*/ 190691 h 197812"/>
                          <a:gd name="connsiteX23" fmla="*/ 59402 w 72926"/>
                          <a:gd name="connsiteY23" fmla="*/ 166307 h 197812"/>
                          <a:gd name="connsiteX24" fmla="*/ 65021 w 72926"/>
                          <a:gd name="connsiteY24" fmla="*/ 145637 h 197812"/>
                          <a:gd name="connsiteX25" fmla="*/ 68831 w 72926"/>
                          <a:gd name="connsiteY25" fmla="*/ 123825 h 197812"/>
                          <a:gd name="connsiteX26" fmla="*/ 70070 w 72926"/>
                          <a:gd name="connsiteY26" fmla="*/ 113729 h 197812"/>
                          <a:gd name="connsiteX27" fmla="*/ 72736 w 72926"/>
                          <a:gd name="connsiteY27" fmla="*/ 55245 h 197812"/>
                          <a:gd name="connsiteX28" fmla="*/ 62545 w 72926"/>
                          <a:gd name="connsiteY28" fmla="*/ 8477 h 197812"/>
                          <a:gd name="connsiteX29" fmla="*/ 56449 w 72926"/>
                          <a:gd name="connsiteY29" fmla="*/ 286 h 197812"/>
                          <a:gd name="connsiteX30" fmla="*/ 56163 w 72926"/>
                          <a:gd name="connsiteY30" fmla="*/ 0 h 197812"/>
                          <a:gd name="connsiteX31" fmla="*/ 47495 w 72926"/>
                          <a:gd name="connsiteY31" fmla="*/ 72485 h 197812"/>
                          <a:gd name="connsiteX32" fmla="*/ 35303 w 72926"/>
                          <a:gd name="connsiteY32" fmla="*/ 141827 h 1978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</a:cxnLst>
                        <a:rect l="l" t="t" r="r" b="b"/>
                        <a:pathLst>
                          <a:path w="72926" h="197812">
                            <a:moveTo>
                              <a:pt x="35303" y="141827"/>
                            </a:moveTo>
                            <a:cubicBezTo>
                              <a:pt x="31493" y="155734"/>
                              <a:pt x="28064" y="166211"/>
                              <a:pt x="20159" y="174593"/>
                            </a:cubicBezTo>
                            <a:cubicBezTo>
                              <a:pt x="19016" y="175546"/>
                              <a:pt x="17777" y="176308"/>
                              <a:pt x="16158" y="176784"/>
                            </a:cubicBezTo>
                            <a:cubicBezTo>
                              <a:pt x="14539" y="177355"/>
                              <a:pt x="12539" y="176498"/>
                              <a:pt x="11110" y="175641"/>
                            </a:cubicBezTo>
                            <a:cubicBezTo>
                              <a:pt x="8442" y="173355"/>
                              <a:pt x="6919" y="170117"/>
                              <a:pt x="5585" y="166783"/>
                            </a:cubicBezTo>
                            <a:cubicBezTo>
                              <a:pt x="3014" y="159925"/>
                              <a:pt x="1394" y="151543"/>
                              <a:pt x="156" y="141827"/>
                            </a:cubicBezTo>
                            <a:cubicBezTo>
                              <a:pt x="-130" y="147352"/>
                              <a:pt x="-34" y="153543"/>
                              <a:pt x="537" y="158877"/>
                            </a:cubicBezTo>
                            <a:cubicBezTo>
                              <a:pt x="1204" y="165354"/>
                              <a:pt x="2156" y="170974"/>
                              <a:pt x="3204" y="176022"/>
                            </a:cubicBezTo>
                            <a:cubicBezTo>
                              <a:pt x="4918" y="183071"/>
                              <a:pt x="6633" y="188500"/>
                              <a:pt x="10348" y="192596"/>
                            </a:cubicBezTo>
                            <a:cubicBezTo>
                              <a:pt x="11300" y="193548"/>
                              <a:pt x="12539" y="194501"/>
                              <a:pt x="14062" y="195167"/>
                            </a:cubicBezTo>
                            <a:lnTo>
                              <a:pt x="14634" y="195453"/>
                            </a:lnTo>
                            <a:lnTo>
                              <a:pt x="14920" y="195548"/>
                            </a:lnTo>
                            <a:lnTo>
                              <a:pt x="15110" y="195644"/>
                            </a:lnTo>
                            <a:lnTo>
                              <a:pt x="15110" y="195644"/>
                            </a:lnTo>
                            <a:cubicBezTo>
                              <a:pt x="15110" y="195929"/>
                              <a:pt x="15110" y="194977"/>
                              <a:pt x="15110" y="196310"/>
                            </a:cubicBezTo>
                            <a:lnTo>
                              <a:pt x="15110" y="196310"/>
                            </a:lnTo>
                            <a:lnTo>
                              <a:pt x="15110" y="196310"/>
                            </a:lnTo>
                            <a:lnTo>
                              <a:pt x="15205" y="196310"/>
                            </a:lnTo>
                            <a:lnTo>
                              <a:pt x="16348" y="196596"/>
                            </a:lnTo>
                            <a:cubicBezTo>
                              <a:pt x="17111" y="196787"/>
                              <a:pt x="17777" y="196977"/>
                              <a:pt x="18444" y="197072"/>
                            </a:cubicBezTo>
                            <a:cubicBezTo>
                              <a:pt x="21111" y="197739"/>
                              <a:pt x="23207" y="197644"/>
                              <a:pt x="25111" y="197739"/>
                            </a:cubicBezTo>
                            <a:cubicBezTo>
                              <a:pt x="30064" y="197549"/>
                              <a:pt x="34636" y="198787"/>
                              <a:pt x="40066" y="195453"/>
                            </a:cubicBezTo>
                            <a:cubicBezTo>
                              <a:pt x="41685" y="194501"/>
                              <a:pt x="43685" y="192881"/>
                              <a:pt x="45781" y="190691"/>
                            </a:cubicBezTo>
                            <a:cubicBezTo>
                              <a:pt x="49972" y="186690"/>
                              <a:pt x="55211" y="178975"/>
                              <a:pt x="59402" y="166307"/>
                            </a:cubicBezTo>
                            <a:cubicBezTo>
                              <a:pt x="61592" y="160687"/>
                              <a:pt x="63307" y="152495"/>
                              <a:pt x="65021" y="145637"/>
                            </a:cubicBezTo>
                            <a:cubicBezTo>
                              <a:pt x="66545" y="138017"/>
                              <a:pt x="67784" y="130397"/>
                              <a:pt x="68831" y="123825"/>
                            </a:cubicBezTo>
                            <a:cubicBezTo>
                              <a:pt x="69307" y="120205"/>
                              <a:pt x="69689" y="116777"/>
                              <a:pt x="70070" y="113729"/>
                            </a:cubicBezTo>
                            <a:cubicBezTo>
                              <a:pt x="72641" y="92107"/>
                              <a:pt x="73308" y="71819"/>
                              <a:pt x="72736" y="55245"/>
                            </a:cubicBezTo>
                            <a:cubicBezTo>
                              <a:pt x="71784" y="32480"/>
                              <a:pt x="68355" y="14764"/>
                              <a:pt x="62545" y="8477"/>
                            </a:cubicBezTo>
                            <a:cubicBezTo>
                              <a:pt x="60640" y="5620"/>
                              <a:pt x="58639" y="2953"/>
                              <a:pt x="56449" y="286"/>
                            </a:cubicBezTo>
                            <a:lnTo>
                              <a:pt x="56163" y="0"/>
                            </a:lnTo>
                            <a:cubicBezTo>
                              <a:pt x="53305" y="23908"/>
                              <a:pt x="50353" y="48197"/>
                              <a:pt x="47495" y="72485"/>
                            </a:cubicBezTo>
                            <a:cubicBezTo>
                              <a:pt x="44257" y="98012"/>
                              <a:pt x="40352" y="122682"/>
                              <a:pt x="35303" y="14182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20" name="Forme libre : forme 11919">
                        <a:extLst>
                          <a:ext uri="{FF2B5EF4-FFF2-40B4-BE49-F238E27FC236}">
                            <a16:creationId xmlns:a16="http://schemas.microsoft.com/office/drawing/2014/main" id="{69E2D522-6B99-472B-B705-3E95CB2CF0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01859" y="2363769"/>
                        <a:ext cx="23290" cy="103590"/>
                      </a:xfrm>
                      <a:custGeom>
                        <a:avLst/>
                        <a:gdLst>
                          <a:gd name="connsiteX0" fmla="*/ 17085 w 23290"/>
                          <a:gd name="connsiteY0" fmla="*/ 716 h 103590"/>
                          <a:gd name="connsiteX1" fmla="*/ 23275 w 23290"/>
                          <a:gd name="connsiteY1" fmla="*/ 33101 h 103590"/>
                          <a:gd name="connsiteX2" fmla="*/ 19656 w 23290"/>
                          <a:gd name="connsiteY2" fmla="*/ 74821 h 103590"/>
                          <a:gd name="connsiteX3" fmla="*/ 11274 w 23290"/>
                          <a:gd name="connsiteY3" fmla="*/ 99395 h 103590"/>
                          <a:gd name="connsiteX4" fmla="*/ 2892 w 23290"/>
                          <a:gd name="connsiteY4" fmla="*/ 97205 h 103590"/>
                          <a:gd name="connsiteX5" fmla="*/ 2130 w 23290"/>
                          <a:gd name="connsiteY5" fmla="*/ 92252 h 103590"/>
                          <a:gd name="connsiteX6" fmla="*/ 1368 w 23290"/>
                          <a:gd name="connsiteY6" fmla="*/ 85870 h 103590"/>
                          <a:gd name="connsiteX7" fmla="*/ 416 w 23290"/>
                          <a:gd name="connsiteY7" fmla="*/ 73678 h 103590"/>
                          <a:gd name="connsiteX8" fmla="*/ 34 w 23290"/>
                          <a:gd name="connsiteY8" fmla="*/ 53009 h 103590"/>
                          <a:gd name="connsiteX9" fmla="*/ 1844 w 23290"/>
                          <a:gd name="connsiteY9" fmla="*/ 28910 h 103590"/>
                          <a:gd name="connsiteX10" fmla="*/ 6416 w 23290"/>
                          <a:gd name="connsiteY10" fmla="*/ 10432 h 103590"/>
                          <a:gd name="connsiteX11" fmla="*/ 17085 w 23290"/>
                          <a:gd name="connsiteY11" fmla="*/ 716 h 1035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3290" h="103590">
                            <a:moveTo>
                              <a:pt x="17085" y="716"/>
                            </a:moveTo>
                            <a:cubicBezTo>
                              <a:pt x="21847" y="3574"/>
                              <a:pt x="23466" y="16623"/>
                              <a:pt x="23275" y="33101"/>
                            </a:cubicBezTo>
                            <a:cubicBezTo>
                              <a:pt x="23085" y="49294"/>
                              <a:pt x="21085" y="67487"/>
                              <a:pt x="19656" y="74821"/>
                            </a:cubicBezTo>
                            <a:cubicBezTo>
                              <a:pt x="18322" y="82917"/>
                              <a:pt x="14798" y="94157"/>
                              <a:pt x="11274" y="99395"/>
                            </a:cubicBezTo>
                            <a:cubicBezTo>
                              <a:pt x="7654" y="104634"/>
                              <a:pt x="4511" y="106063"/>
                              <a:pt x="2892" y="97205"/>
                            </a:cubicBezTo>
                            <a:cubicBezTo>
                              <a:pt x="2606" y="95490"/>
                              <a:pt x="2416" y="93871"/>
                              <a:pt x="2130" y="92252"/>
                            </a:cubicBezTo>
                            <a:cubicBezTo>
                              <a:pt x="1844" y="90061"/>
                              <a:pt x="1559" y="87870"/>
                              <a:pt x="1368" y="85870"/>
                            </a:cubicBezTo>
                            <a:cubicBezTo>
                              <a:pt x="892" y="81679"/>
                              <a:pt x="606" y="77583"/>
                              <a:pt x="416" y="73678"/>
                            </a:cubicBezTo>
                            <a:cubicBezTo>
                              <a:pt x="34" y="65867"/>
                              <a:pt x="-61" y="58914"/>
                              <a:pt x="34" y="53009"/>
                            </a:cubicBezTo>
                            <a:cubicBezTo>
                              <a:pt x="225" y="41198"/>
                              <a:pt x="1177" y="32911"/>
                              <a:pt x="1844" y="28910"/>
                            </a:cubicBezTo>
                            <a:cubicBezTo>
                              <a:pt x="2511" y="24910"/>
                              <a:pt x="3940" y="16909"/>
                              <a:pt x="6416" y="10432"/>
                            </a:cubicBezTo>
                            <a:cubicBezTo>
                              <a:pt x="8797" y="4050"/>
                              <a:pt x="12417" y="-2141"/>
                              <a:pt x="17085" y="71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21" name="Forme libre : forme 11920">
                        <a:extLst>
                          <a:ext uri="{FF2B5EF4-FFF2-40B4-BE49-F238E27FC236}">
                            <a16:creationId xmlns:a16="http://schemas.microsoft.com/office/drawing/2014/main" id="{FC522740-D933-4F9D-B0C7-1BC560F8A7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02084" y="2409444"/>
                        <a:ext cx="22383" cy="57297"/>
                      </a:xfrm>
                      <a:custGeom>
                        <a:avLst/>
                        <a:gdLst>
                          <a:gd name="connsiteX0" fmla="*/ 0 w 22383"/>
                          <a:gd name="connsiteY0" fmla="*/ 6001 h 57297"/>
                          <a:gd name="connsiteX1" fmla="*/ 191 w 22383"/>
                          <a:gd name="connsiteY1" fmla="*/ 25717 h 57297"/>
                          <a:gd name="connsiteX2" fmla="*/ 762 w 22383"/>
                          <a:gd name="connsiteY2" fmla="*/ 38957 h 57297"/>
                          <a:gd name="connsiteX3" fmla="*/ 1524 w 22383"/>
                          <a:gd name="connsiteY3" fmla="*/ 46196 h 57297"/>
                          <a:gd name="connsiteX4" fmla="*/ 2095 w 22383"/>
                          <a:gd name="connsiteY4" fmla="*/ 49911 h 57297"/>
                          <a:gd name="connsiteX5" fmla="*/ 2572 w 22383"/>
                          <a:gd name="connsiteY5" fmla="*/ 51911 h 57297"/>
                          <a:gd name="connsiteX6" fmla="*/ 11049 w 22383"/>
                          <a:gd name="connsiteY6" fmla="*/ 53530 h 57297"/>
                          <a:gd name="connsiteX7" fmla="*/ 19621 w 22383"/>
                          <a:gd name="connsiteY7" fmla="*/ 28480 h 57297"/>
                          <a:gd name="connsiteX8" fmla="*/ 22384 w 22383"/>
                          <a:gd name="connsiteY8" fmla="*/ 0 h 57297"/>
                          <a:gd name="connsiteX9" fmla="*/ 19812 w 22383"/>
                          <a:gd name="connsiteY9" fmla="*/ 12859 h 57297"/>
                          <a:gd name="connsiteX10" fmla="*/ 10477 w 22383"/>
                          <a:gd name="connsiteY10" fmla="*/ 26384 h 57297"/>
                          <a:gd name="connsiteX11" fmla="*/ 8096 w 22383"/>
                          <a:gd name="connsiteY11" fmla="*/ 26003 h 57297"/>
                          <a:gd name="connsiteX12" fmla="*/ 5715 w 22383"/>
                          <a:gd name="connsiteY12" fmla="*/ 23050 h 57297"/>
                          <a:gd name="connsiteX13" fmla="*/ 0 w 22383"/>
                          <a:gd name="connsiteY13" fmla="*/ 6001 h 572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2383" h="57297">
                            <a:moveTo>
                              <a:pt x="0" y="6001"/>
                            </a:moveTo>
                            <a:cubicBezTo>
                              <a:pt x="285" y="10858"/>
                              <a:pt x="95" y="17621"/>
                              <a:pt x="191" y="25717"/>
                            </a:cubicBezTo>
                            <a:cubicBezTo>
                              <a:pt x="285" y="29813"/>
                              <a:pt x="381" y="34290"/>
                              <a:pt x="762" y="38957"/>
                            </a:cubicBezTo>
                            <a:cubicBezTo>
                              <a:pt x="952" y="41338"/>
                              <a:pt x="1238" y="43720"/>
                              <a:pt x="1524" y="46196"/>
                            </a:cubicBezTo>
                            <a:cubicBezTo>
                              <a:pt x="1714" y="47339"/>
                              <a:pt x="1905" y="48577"/>
                              <a:pt x="2095" y="49911"/>
                            </a:cubicBezTo>
                            <a:cubicBezTo>
                              <a:pt x="2286" y="50863"/>
                              <a:pt x="2381" y="51244"/>
                              <a:pt x="2572" y="51911"/>
                            </a:cubicBezTo>
                            <a:cubicBezTo>
                              <a:pt x="4572" y="59245"/>
                              <a:pt x="7620" y="58388"/>
                              <a:pt x="11049" y="53530"/>
                            </a:cubicBezTo>
                            <a:cubicBezTo>
                              <a:pt x="14478" y="48768"/>
                              <a:pt x="17812" y="38386"/>
                              <a:pt x="19621" y="28480"/>
                            </a:cubicBezTo>
                            <a:cubicBezTo>
                              <a:pt x="20764" y="23050"/>
                              <a:pt x="22288" y="8001"/>
                              <a:pt x="22384" y="0"/>
                            </a:cubicBezTo>
                            <a:cubicBezTo>
                              <a:pt x="21812" y="3810"/>
                              <a:pt x="20860" y="10287"/>
                              <a:pt x="19812" y="12859"/>
                            </a:cubicBezTo>
                            <a:cubicBezTo>
                              <a:pt x="16954" y="20193"/>
                              <a:pt x="13621" y="25622"/>
                              <a:pt x="10477" y="26384"/>
                            </a:cubicBezTo>
                            <a:cubicBezTo>
                              <a:pt x="9716" y="26575"/>
                              <a:pt x="8858" y="26479"/>
                              <a:pt x="8096" y="26003"/>
                            </a:cubicBezTo>
                            <a:cubicBezTo>
                              <a:pt x="7334" y="25527"/>
                              <a:pt x="6668" y="25146"/>
                              <a:pt x="5715" y="23050"/>
                            </a:cubicBezTo>
                            <a:cubicBezTo>
                              <a:pt x="3905" y="19431"/>
                              <a:pt x="2000" y="13811"/>
                              <a:pt x="0" y="600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22" name="Forme libre : forme 11921">
                        <a:extLst>
                          <a:ext uri="{FF2B5EF4-FFF2-40B4-BE49-F238E27FC236}">
                            <a16:creationId xmlns:a16="http://schemas.microsoft.com/office/drawing/2014/main" id="{08E9D2F5-F711-4489-810B-62F73539AD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04225" y="2359481"/>
                        <a:ext cx="23961" cy="108580"/>
                      </a:xfrm>
                      <a:custGeom>
                        <a:avLst/>
                        <a:gdLst>
                          <a:gd name="connsiteX0" fmla="*/ 17766 w 23961"/>
                          <a:gd name="connsiteY0" fmla="*/ 1004 h 108580"/>
                          <a:gd name="connsiteX1" fmla="*/ 23958 w 23961"/>
                          <a:gd name="connsiteY1" fmla="*/ 35008 h 108580"/>
                          <a:gd name="connsiteX2" fmla="*/ 20529 w 23961"/>
                          <a:gd name="connsiteY2" fmla="*/ 78633 h 108580"/>
                          <a:gd name="connsiteX3" fmla="*/ 11766 w 23961"/>
                          <a:gd name="connsiteY3" fmla="*/ 105112 h 108580"/>
                          <a:gd name="connsiteX4" fmla="*/ 2526 w 23961"/>
                          <a:gd name="connsiteY4" fmla="*/ 101397 h 108580"/>
                          <a:gd name="connsiteX5" fmla="*/ 1479 w 23961"/>
                          <a:gd name="connsiteY5" fmla="*/ 93777 h 108580"/>
                          <a:gd name="connsiteX6" fmla="*/ 431 w 23961"/>
                          <a:gd name="connsiteY6" fmla="*/ 81871 h 108580"/>
                          <a:gd name="connsiteX7" fmla="*/ 50 w 23961"/>
                          <a:gd name="connsiteY7" fmla="*/ 60821 h 108580"/>
                          <a:gd name="connsiteX8" fmla="*/ 2050 w 23961"/>
                          <a:gd name="connsiteY8" fmla="*/ 34913 h 108580"/>
                          <a:gd name="connsiteX9" fmla="*/ 6717 w 23961"/>
                          <a:gd name="connsiteY9" fmla="*/ 12720 h 108580"/>
                          <a:gd name="connsiteX10" fmla="*/ 17766 w 23961"/>
                          <a:gd name="connsiteY10" fmla="*/ 1004 h 1085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3961" h="108580">
                            <a:moveTo>
                              <a:pt x="17766" y="1004"/>
                            </a:moveTo>
                            <a:cubicBezTo>
                              <a:pt x="22434" y="5004"/>
                              <a:pt x="24053" y="18530"/>
                              <a:pt x="23958" y="35008"/>
                            </a:cubicBezTo>
                            <a:cubicBezTo>
                              <a:pt x="23958" y="51486"/>
                              <a:pt x="21957" y="69393"/>
                              <a:pt x="20529" y="78633"/>
                            </a:cubicBezTo>
                            <a:cubicBezTo>
                              <a:pt x="19100" y="87967"/>
                              <a:pt x="15576" y="100159"/>
                              <a:pt x="11766" y="105112"/>
                            </a:cubicBezTo>
                            <a:cubicBezTo>
                              <a:pt x="7956" y="110065"/>
                              <a:pt x="4527" y="110446"/>
                              <a:pt x="2526" y="101397"/>
                            </a:cubicBezTo>
                            <a:cubicBezTo>
                              <a:pt x="2050" y="99111"/>
                              <a:pt x="1669" y="96540"/>
                              <a:pt x="1479" y="93777"/>
                            </a:cubicBezTo>
                            <a:cubicBezTo>
                              <a:pt x="1097" y="89967"/>
                              <a:pt x="717" y="85681"/>
                              <a:pt x="431" y="81871"/>
                            </a:cubicBezTo>
                            <a:cubicBezTo>
                              <a:pt x="-46" y="74061"/>
                              <a:pt x="-46" y="67012"/>
                              <a:pt x="50" y="60821"/>
                            </a:cubicBezTo>
                            <a:cubicBezTo>
                              <a:pt x="336" y="48534"/>
                              <a:pt x="1479" y="39390"/>
                              <a:pt x="2050" y="34913"/>
                            </a:cubicBezTo>
                            <a:cubicBezTo>
                              <a:pt x="2622" y="30436"/>
                              <a:pt x="4146" y="20816"/>
                              <a:pt x="6717" y="12720"/>
                            </a:cubicBezTo>
                            <a:cubicBezTo>
                              <a:pt x="9289" y="4909"/>
                              <a:pt x="13099" y="-2806"/>
                              <a:pt x="17766" y="100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23" name="Forme libre : forme 11922">
                        <a:extLst>
                          <a:ext uri="{FF2B5EF4-FFF2-40B4-BE49-F238E27FC236}">
                            <a16:creationId xmlns:a16="http://schemas.microsoft.com/office/drawing/2014/main" id="{804ECDD9-6CB7-4EB2-959D-6B137A3A6A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4877" y="2402251"/>
                        <a:ext cx="49899" cy="104942"/>
                      </a:xfrm>
                      <a:custGeom>
                        <a:avLst/>
                        <a:gdLst>
                          <a:gd name="connsiteX0" fmla="*/ 634 w 49899"/>
                          <a:gd name="connsiteY0" fmla="*/ 94060 h 104942"/>
                          <a:gd name="connsiteX1" fmla="*/ 4920 w 49899"/>
                          <a:gd name="connsiteY1" fmla="*/ 101966 h 104942"/>
                          <a:gd name="connsiteX2" fmla="*/ 11302 w 49899"/>
                          <a:gd name="connsiteY2" fmla="*/ 103395 h 104942"/>
                          <a:gd name="connsiteX3" fmla="*/ 33781 w 49899"/>
                          <a:gd name="connsiteY3" fmla="*/ 101299 h 104942"/>
                          <a:gd name="connsiteX4" fmla="*/ 39591 w 49899"/>
                          <a:gd name="connsiteY4" fmla="*/ 94155 h 104942"/>
                          <a:gd name="connsiteX5" fmla="*/ 42258 w 49899"/>
                          <a:gd name="connsiteY5" fmla="*/ 88345 h 104942"/>
                          <a:gd name="connsiteX6" fmla="*/ 43497 w 49899"/>
                          <a:gd name="connsiteY6" fmla="*/ 85202 h 104942"/>
                          <a:gd name="connsiteX7" fmla="*/ 44640 w 49899"/>
                          <a:gd name="connsiteY7" fmla="*/ 81201 h 104942"/>
                          <a:gd name="connsiteX8" fmla="*/ 46639 w 49899"/>
                          <a:gd name="connsiteY8" fmla="*/ 73010 h 104942"/>
                          <a:gd name="connsiteX9" fmla="*/ 48164 w 49899"/>
                          <a:gd name="connsiteY9" fmla="*/ 63485 h 104942"/>
                          <a:gd name="connsiteX10" fmla="*/ 49783 w 49899"/>
                          <a:gd name="connsiteY10" fmla="*/ 43768 h 104942"/>
                          <a:gd name="connsiteX11" fmla="*/ 48354 w 49899"/>
                          <a:gd name="connsiteY11" fmla="*/ 15765 h 104942"/>
                          <a:gd name="connsiteX12" fmla="*/ 42258 w 49899"/>
                          <a:gd name="connsiteY12" fmla="*/ 429 h 104942"/>
                          <a:gd name="connsiteX13" fmla="*/ 35019 w 49899"/>
                          <a:gd name="connsiteY13" fmla="*/ 11097 h 104942"/>
                          <a:gd name="connsiteX14" fmla="*/ 27495 w 49899"/>
                          <a:gd name="connsiteY14" fmla="*/ 23194 h 104942"/>
                          <a:gd name="connsiteX15" fmla="*/ 19303 w 49899"/>
                          <a:gd name="connsiteY15" fmla="*/ 23670 h 104942"/>
                          <a:gd name="connsiteX16" fmla="*/ 11302 w 49899"/>
                          <a:gd name="connsiteY16" fmla="*/ 9859 h 104942"/>
                          <a:gd name="connsiteX17" fmla="*/ 6349 w 49899"/>
                          <a:gd name="connsiteY17" fmla="*/ 9764 h 104942"/>
                          <a:gd name="connsiteX18" fmla="*/ 2444 w 49899"/>
                          <a:gd name="connsiteY18" fmla="*/ 47959 h 104942"/>
                          <a:gd name="connsiteX19" fmla="*/ 158 w 49899"/>
                          <a:gd name="connsiteY19" fmla="*/ 72438 h 104942"/>
                          <a:gd name="connsiteX20" fmla="*/ 63 w 49899"/>
                          <a:gd name="connsiteY20" fmla="*/ 85678 h 104942"/>
                          <a:gd name="connsiteX21" fmla="*/ 253 w 49899"/>
                          <a:gd name="connsiteY21" fmla="*/ 92060 h 104942"/>
                          <a:gd name="connsiteX22" fmla="*/ 634 w 49899"/>
                          <a:gd name="connsiteY22" fmla="*/ 94060 h 1049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49899" h="104942">
                            <a:moveTo>
                              <a:pt x="634" y="94060"/>
                            </a:moveTo>
                            <a:cubicBezTo>
                              <a:pt x="1586" y="98061"/>
                              <a:pt x="3015" y="100347"/>
                              <a:pt x="4920" y="101966"/>
                            </a:cubicBezTo>
                            <a:cubicBezTo>
                              <a:pt x="6920" y="103395"/>
                              <a:pt x="9016" y="103490"/>
                              <a:pt x="11302" y="103395"/>
                            </a:cubicBezTo>
                            <a:cubicBezTo>
                              <a:pt x="19398" y="102156"/>
                              <a:pt x="24256" y="108824"/>
                              <a:pt x="33781" y="101299"/>
                            </a:cubicBezTo>
                            <a:cubicBezTo>
                              <a:pt x="35686" y="99966"/>
                              <a:pt x="37686" y="97013"/>
                              <a:pt x="39591" y="94155"/>
                            </a:cubicBezTo>
                            <a:cubicBezTo>
                              <a:pt x="40544" y="92346"/>
                              <a:pt x="41401" y="90345"/>
                              <a:pt x="42258" y="88345"/>
                            </a:cubicBezTo>
                            <a:lnTo>
                              <a:pt x="43497" y="85202"/>
                            </a:lnTo>
                            <a:lnTo>
                              <a:pt x="44640" y="81201"/>
                            </a:lnTo>
                            <a:lnTo>
                              <a:pt x="46639" y="73010"/>
                            </a:lnTo>
                            <a:cubicBezTo>
                              <a:pt x="47211" y="69962"/>
                              <a:pt x="47688" y="66628"/>
                              <a:pt x="48164" y="63485"/>
                            </a:cubicBezTo>
                            <a:cubicBezTo>
                              <a:pt x="49116" y="57294"/>
                              <a:pt x="49592" y="50340"/>
                              <a:pt x="49783" y="43768"/>
                            </a:cubicBezTo>
                            <a:cubicBezTo>
                              <a:pt x="50164" y="34148"/>
                              <a:pt x="49592" y="23575"/>
                              <a:pt x="48354" y="15765"/>
                            </a:cubicBezTo>
                            <a:cubicBezTo>
                              <a:pt x="47116" y="7859"/>
                              <a:pt x="45020" y="2430"/>
                              <a:pt x="42258" y="429"/>
                            </a:cubicBezTo>
                            <a:cubicBezTo>
                              <a:pt x="38829" y="-2047"/>
                              <a:pt x="37400" y="6811"/>
                              <a:pt x="35019" y="11097"/>
                            </a:cubicBezTo>
                            <a:cubicBezTo>
                              <a:pt x="32352" y="16241"/>
                              <a:pt x="29876" y="20337"/>
                              <a:pt x="27495" y="23194"/>
                            </a:cubicBezTo>
                            <a:cubicBezTo>
                              <a:pt x="25208" y="26528"/>
                              <a:pt x="22446" y="27099"/>
                              <a:pt x="19303" y="23670"/>
                            </a:cubicBezTo>
                            <a:cubicBezTo>
                              <a:pt x="16636" y="20813"/>
                              <a:pt x="13588" y="14431"/>
                              <a:pt x="11302" y="9859"/>
                            </a:cubicBezTo>
                            <a:cubicBezTo>
                              <a:pt x="8921" y="5382"/>
                              <a:pt x="7396" y="2334"/>
                              <a:pt x="6349" y="9764"/>
                            </a:cubicBezTo>
                            <a:cubicBezTo>
                              <a:pt x="5397" y="16241"/>
                              <a:pt x="4825" y="31481"/>
                              <a:pt x="2444" y="47959"/>
                            </a:cubicBezTo>
                            <a:cubicBezTo>
                              <a:pt x="1301" y="56055"/>
                              <a:pt x="443" y="63866"/>
                              <a:pt x="158" y="72438"/>
                            </a:cubicBezTo>
                            <a:cubicBezTo>
                              <a:pt x="-33" y="76725"/>
                              <a:pt x="-33" y="81106"/>
                              <a:pt x="63" y="85678"/>
                            </a:cubicBezTo>
                            <a:lnTo>
                              <a:pt x="253" y="92060"/>
                            </a:lnTo>
                            <a:cubicBezTo>
                              <a:pt x="348" y="92631"/>
                              <a:pt x="443" y="93298"/>
                              <a:pt x="634" y="9406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24" name="Forme libre : forme 11923">
                        <a:extLst>
                          <a:ext uri="{FF2B5EF4-FFF2-40B4-BE49-F238E27FC236}">
                            <a16:creationId xmlns:a16="http://schemas.microsoft.com/office/drawing/2014/main" id="{EC66AB1A-D57A-4AE1-A788-48AF84B8FF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553" y="2393218"/>
                        <a:ext cx="5973" cy="59091"/>
                      </a:xfrm>
                      <a:custGeom>
                        <a:avLst/>
                        <a:gdLst>
                          <a:gd name="connsiteX0" fmla="*/ 482 w 5973"/>
                          <a:gd name="connsiteY0" fmla="*/ 40514 h 59091"/>
                          <a:gd name="connsiteX1" fmla="*/ 863 w 5973"/>
                          <a:gd name="connsiteY1" fmla="*/ 52420 h 59091"/>
                          <a:gd name="connsiteX2" fmla="*/ 2578 w 5973"/>
                          <a:gd name="connsiteY2" fmla="*/ 59088 h 59091"/>
                          <a:gd name="connsiteX3" fmla="*/ 4197 w 5973"/>
                          <a:gd name="connsiteY3" fmla="*/ 53754 h 59091"/>
                          <a:gd name="connsiteX4" fmla="*/ 5912 w 5973"/>
                          <a:gd name="connsiteY4" fmla="*/ 33084 h 59091"/>
                          <a:gd name="connsiteX5" fmla="*/ 5816 w 5973"/>
                          <a:gd name="connsiteY5" fmla="*/ 23845 h 59091"/>
                          <a:gd name="connsiteX6" fmla="*/ 196 w 5973"/>
                          <a:gd name="connsiteY6" fmla="*/ 1842 h 59091"/>
                          <a:gd name="connsiteX7" fmla="*/ 482 w 5973"/>
                          <a:gd name="connsiteY7" fmla="*/ 40514 h 590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973" h="59091">
                            <a:moveTo>
                              <a:pt x="482" y="40514"/>
                            </a:moveTo>
                            <a:cubicBezTo>
                              <a:pt x="482" y="44514"/>
                              <a:pt x="482" y="47562"/>
                              <a:pt x="863" y="52420"/>
                            </a:cubicBezTo>
                            <a:cubicBezTo>
                              <a:pt x="1244" y="57278"/>
                              <a:pt x="1911" y="59183"/>
                              <a:pt x="2578" y="59088"/>
                            </a:cubicBezTo>
                            <a:cubicBezTo>
                              <a:pt x="3244" y="58897"/>
                              <a:pt x="3816" y="56230"/>
                              <a:pt x="4197" y="53754"/>
                            </a:cubicBezTo>
                            <a:cubicBezTo>
                              <a:pt x="5150" y="47467"/>
                              <a:pt x="5721" y="40419"/>
                              <a:pt x="5912" y="33084"/>
                            </a:cubicBezTo>
                            <a:cubicBezTo>
                              <a:pt x="6007" y="30037"/>
                              <a:pt x="6007" y="27465"/>
                              <a:pt x="5816" y="23845"/>
                            </a:cubicBezTo>
                            <a:cubicBezTo>
                              <a:pt x="4578" y="8796"/>
                              <a:pt x="768" y="-5111"/>
                              <a:pt x="196" y="1842"/>
                            </a:cubicBezTo>
                            <a:cubicBezTo>
                              <a:pt x="-375" y="7462"/>
                              <a:pt x="482" y="23845"/>
                              <a:pt x="482" y="4051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25" name="Forme libre : forme 11924">
                        <a:extLst>
                          <a:ext uri="{FF2B5EF4-FFF2-40B4-BE49-F238E27FC236}">
                            <a16:creationId xmlns:a16="http://schemas.microsoft.com/office/drawing/2014/main" id="{68B95107-26B1-481E-AA34-2D9DC32859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28373" y="2330862"/>
                        <a:ext cx="16180" cy="104584"/>
                      </a:xfrm>
                      <a:custGeom>
                        <a:avLst/>
                        <a:gdLst>
                          <a:gd name="connsiteX0" fmla="*/ 0 w 16180"/>
                          <a:gd name="connsiteY0" fmla="*/ 0 h 104584"/>
                          <a:gd name="connsiteX1" fmla="*/ 8572 w 16180"/>
                          <a:gd name="connsiteY1" fmla="*/ 11049 h 104584"/>
                          <a:gd name="connsiteX2" fmla="*/ 11620 w 16180"/>
                          <a:gd name="connsiteY2" fmla="*/ 21145 h 104584"/>
                          <a:gd name="connsiteX3" fmla="*/ 13716 w 16180"/>
                          <a:gd name="connsiteY3" fmla="*/ 35242 h 104584"/>
                          <a:gd name="connsiteX4" fmla="*/ 16002 w 16180"/>
                          <a:gd name="connsiteY4" fmla="*/ 104584 h 104584"/>
                          <a:gd name="connsiteX5" fmla="*/ 0 w 16180"/>
                          <a:gd name="connsiteY5" fmla="*/ 0 h 1045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180" h="104584">
                            <a:moveTo>
                              <a:pt x="0" y="0"/>
                            </a:moveTo>
                            <a:cubicBezTo>
                              <a:pt x="3334" y="2476"/>
                              <a:pt x="6096" y="6382"/>
                              <a:pt x="8572" y="11049"/>
                            </a:cubicBezTo>
                            <a:cubicBezTo>
                              <a:pt x="9810" y="12954"/>
                              <a:pt x="10763" y="16764"/>
                              <a:pt x="11620" y="21145"/>
                            </a:cubicBezTo>
                            <a:cubicBezTo>
                              <a:pt x="12478" y="25336"/>
                              <a:pt x="13145" y="30099"/>
                              <a:pt x="13716" y="35242"/>
                            </a:cubicBezTo>
                            <a:cubicBezTo>
                              <a:pt x="16097" y="55626"/>
                              <a:pt x="16478" y="82677"/>
                              <a:pt x="16002" y="104584"/>
                            </a:cubicBezTo>
                            <a:cubicBezTo>
                              <a:pt x="16954" y="56102"/>
                              <a:pt x="9715" y="9620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26" name="Forme libre : forme 11925">
                        <a:extLst>
                          <a:ext uri="{FF2B5EF4-FFF2-40B4-BE49-F238E27FC236}">
                            <a16:creationId xmlns:a16="http://schemas.microsoft.com/office/drawing/2014/main" id="{EBBAA7B5-717B-4FD1-A0E1-D15862924A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78367" y="2347817"/>
                        <a:ext cx="8423" cy="90392"/>
                      </a:xfrm>
                      <a:custGeom>
                        <a:avLst/>
                        <a:gdLst>
                          <a:gd name="connsiteX0" fmla="*/ 6286 w 8423"/>
                          <a:gd name="connsiteY0" fmla="*/ 0 h 90392"/>
                          <a:gd name="connsiteX1" fmla="*/ 7715 w 8423"/>
                          <a:gd name="connsiteY1" fmla="*/ 37528 h 90392"/>
                          <a:gd name="connsiteX2" fmla="*/ 5905 w 8423"/>
                          <a:gd name="connsiteY2" fmla="*/ 53054 h 90392"/>
                          <a:gd name="connsiteX3" fmla="*/ 3905 w 8423"/>
                          <a:gd name="connsiteY3" fmla="*/ 66199 h 90392"/>
                          <a:gd name="connsiteX4" fmla="*/ 0 w 8423"/>
                          <a:gd name="connsiteY4" fmla="*/ 90392 h 90392"/>
                          <a:gd name="connsiteX5" fmla="*/ 3810 w 8423"/>
                          <a:gd name="connsiteY5" fmla="*/ 67818 h 90392"/>
                          <a:gd name="connsiteX6" fmla="*/ 6096 w 8423"/>
                          <a:gd name="connsiteY6" fmla="*/ 56483 h 90392"/>
                          <a:gd name="connsiteX7" fmla="*/ 8191 w 8423"/>
                          <a:gd name="connsiteY7" fmla="*/ 41910 h 90392"/>
                          <a:gd name="connsiteX8" fmla="*/ 6286 w 8423"/>
                          <a:gd name="connsiteY8" fmla="*/ 0 h 903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423" h="90392">
                            <a:moveTo>
                              <a:pt x="6286" y="0"/>
                            </a:moveTo>
                            <a:cubicBezTo>
                              <a:pt x="6477" y="3619"/>
                              <a:pt x="8382" y="16383"/>
                              <a:pt x="7715" y="37528"/>
                            </a:cubicBezTo>
                            <a:cubicBezTo>
                              <a:pt x="7525" y="42672"/>
                              <a:pt x="6762" y="48482"/>
                              <a:pt x="5905" y="53054"/>
                            </a:cubicBezTo>
                            <a:cubicBezTo>
                              <a:pt x="5239" y="57340"/>
                              <a:pt x="4572" y="61722"/>
                              <a:pt x="3905" y="66199"/>
                            </a:cubicBezTo>
                            <a:cubicBezTo>
                              <a:pt x="2667" y="74676"/>
                              <a:pt x="1428" y="82867"/>
                              <a:pt x="0" y="90392"/>
                            </a:cubicBezTo>
                            <a:cubicBezTo>
                              <a:pt x="1333" y="82772"/>
                              <a:pt x="2571" y="75247"/>
                              <a:pt x="3810" y="67818"/>
                            </a:cubicBezTo>
                            <a:cubicBezTo>
                              <a:pt x="4476" y="64103"/>
                              <a:pt x="5048" y="60484"/>
                              <a:pt x="6096" y="56483"/>
                            </a:cubicBezTo>
                            <a:cubicBezTo>
                              <a:pt x="7144" y="52388"/>
                              <a:pt x="8001" y="46768"/>
                              <a:pt x="8191" y="41910"/>
                            </a:cubicBezTo>
                            <a:cubicBezTo>
                              <a:pt x="9049" y="21717"/>
                              <a:pt x="7334" y="8192"/>
                              <a:pt x="628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27" name="Forme libre : forme 11926">
                        <a:extLst>
                          <a:ext uri="{FF2B5EF4-FFF2-40B4-BE49-F238E27FC236}">
                            <a16:creationId xmlns:a16="http://schemas.microsoft.com/office/drawing/2014/main" id="{BE506D00-D497-4BC3-8995-13113AC1DB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05480" y="2381284"/>
                        <a:ext cx="9453" cy="31511"/>
                      </a:xfrm>
                      <a:custGeom>
                        <a:avLst/>
                        <a:gdLst>
                          <a:gd name="connsiteX0" fmla="*/ 8320 w 9453"/>
                          <a:gd name="connsiteY0" fmla="*/ 2061 h 31511"/>
                          <a:gd name="connsiteX1" fmla="*/ 7177 w 9453"/>
                          <a:gd name="connsiteY1" fmla="*/ 24921 h 31511"/>
                          <a:gd name="connsiteX2" fmla="*/ 986 w 9453"/>
                          <a:gd name="connsiteY2" fmla="*/ 26350 h 31511"/>
                          <a:gd name="connsiteX3" fmla="*/ 2034 w 9453"/>
                          <a:gd name="connsiteY3" fmla="*/ 7395 h 31511"/>
                          <a:gd name="connsiteX4" fmla="*/ 8320 w 9453"/>
                          <a:gd name="connsiteY4" fmla="*/ 2061 h 315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53" h="31511">
                            <a:moveTo>
                              <a:pt x="8320" y="2061"/>
                            </a:moveTo>
                            <a:cubicBezTo>
                              <a:pt x="11082" y="8634"/>
                              <a:pt x="8034" y="21588"/>
                              <a:pt x="7177" y="24921"/>
                            </a:cubicBezTo>
                            <a:cubicBezTo>
                              <a:pt x="6225" y="28731"/>
                              <a:pt x="3367" y="36828"/>
                              <a:pt x="986" y="26350"/>
                            </a:cubicBezTo>
                            <a:cubicBezTo>
                              <a:pt x="-1395" y="16349"/>
                              <a:pt x="1176" y="10158"/>
                              <a:pt x="2034" y="7395"/>
                            </a:cubicBezTo>
                            <a:cubicBezTo>
                              <a:pt x="2795" y="5109"/>
                              <a:pt x="5558" y="-4035"/>
                              <a:pt x="8320" y="206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28" name="Forme libre : forme 11927">
                        <a:extLst>
                          <a:ext uri="{FF2B5EF4-FFF2-40B4-BE49-F238E27FC236}">
                            <a16:creationId xmlns:a16="http://schemas.microsoft.com/office/drawing/2014/main" id="{50D28B5E-6D24-413B-9AD9-A9FFE98C87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1538" y="2376789"/>
                        <a:ext cx="3136" cy="10159"/>
                      </a:xfrm>
                      <a:custGeom>
                        <a:avLst/>
                        <a:gdLst>
                          <a:gd name="connsiteX0" fmla="*/ 2071 w 3136"/>
                          <a:gd name="connsiteY0" fmla="*/ 270 h 10159"/>
                          <a:gd name="connsiteX1" fmla="*/ 3024 w 3136"/>
                          <a:gd name="connsiteY1" fmla="*/ 6652 h 10159"/>
                          <a:gd name="connsiteX2" fmla="*/ 1023 w 3136"/>
                          <a:gd name="connsiteY2" fmla="*/ 9700 h 10159"/>
                          <a:gd name="connsiteX3" fmla="*/ 71 w 3136"/>
                          <a:gd name="connsiteY3" fmla="*/ 3413 h 10159"/>
                          <a:gd name="connsiteX4" fmla="*/ 2071 w 3136"/>
                          <a:gd name="connsiteY4" fmla="*/ 270 h 101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36" h="10159">
                            <a:moveTo>
                              <a:pt x="2071" y="270"/>
                            </a:moveTo>
                            <a:cubicBezTo>
                              <a:pt x="3309" y="1413"/>
                              <a:pt x="3214" y="4937"/>
                              <a:pt x="3024" y="6652"/>
                            </a:cubicBezTo>
                            <a:cubicBezTo>
                              <a:pt x="2833" y="8271"/>
                              <a:pt x="2261" y="11319"/>
                              <a:pt x="1023" y="9700"/>
                            </a:cubicBezTo>
                            <a:cubicBezTo>
                              <a:pt x="-215" y="8080"/>
                              <a:pt x="-24" y="4937"/>
                              <a:pt x="71" y="3413"/>
                            </a:cubicBezTo>
                            <a:cubicBezTo>
                              <a:pt x="262" y="1889"/>
                              <a:pt x="833" y="-873"/>
                              <a:pt x="2071" y="27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29" name="Forme libre : forme 11928">
                        <a:extLst>
                          <a:ext uri="{FF2B5EF4-FFF2-40B4-BE49-F238E27FC236}">
                            <a16:creationId xmlns:a16="http://schemas.microsoft.com/office/drawing/2014/main" id="{F296D316-0F70-4A4D-B3C0-4B72A547C4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7931" y="2333975"/>
                        <a:ext cx="36191" cy="40008"/>
                      </a:xfrm>
                      <a:custGeom>
                        <a:avLst/>
                        <a:gdLst>
                          <a:gd name="connsiteX0" fmla="*/ 14725 w 36191"/>
                          <a:gd name="connsiteY0" fmla="*/ 13842 h 40008"/>
                          <a:gd name="connsiteX1" fmla="*/ 21964 w 36191"/>
                          <a:gd name="connsiteY1" fmla="*/ 8318 h 40008"/>
                          <a:gd name="connsiteX2" fmla="*/ 31108 w 36191"/>
                          <a:gd name="connsiteY2" fmla="*/ 412 h 40008"/>
                          <a:gd name="connsiteX3" fmla="*/ 36156 w 36191"/>
                          <a:gd name="connsiteY3" fmla="*/ 7175 h 40008"/>
                          <a:gd name="connsiteX4" fmla="*/ 31585 w 36191"/>
                          <a:gd name="connsiteY4" fmla="*/ 17176 h 40008"/>
                          <a:gd name="connsiteX5" fmla="*/ 16726 w 36191"/>
                          <a:gd name="connsiteY5" fmla="*/ 33083 h 40008"/>
                          <a:gd name="connsiteX6" fmla="*/ 10630 w 36191"/>
                          <a:gd name="connsiteY6" fmla="*/ 39845 h 40008"/>
                          <a:gd name="connsiteX7" fmla="*/ 2914 w 36191"/>
                          <a:gd name="connsiteY7" fmla="*/ 27368 h 40008"/>
                          <a:gd name="connsiteX8" fmla="*/ 152 w 36191"/>
                          <a:gd name="connsiteY8" fmla="*/ 14223 h 40008"/>
                          <a:gd name="connsiteX9" fmla="*/ 3771 w 36191"/>
                          <a:gd name="connsiteY9" fmla="*/ 13937 h 40008"/>
                          <a:gd name="connsiteX10" fmla="*/ 14725 w 36191"/>
                          <a:gd name="connsiteY10" fmla="*/ 13842 h 40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6191" h="40008">
                            <a:moveTo>
                              <a:pt x="14725" y="13842"/>
                            </a:moveTo>
                            <a:cubicBezTo>
                              <a:pt x="17202" y="12413"/>
                              <a:pt x="19488" y="10413"/>
                              <a:pt x="21964" y="8318"/>
                            </a:cubicBezTo>
                            <a:cubicBezTo>
                              <a:pt x="24536" y="5936"/>
                              <a:pt x="27488" y="2603"/>
                              <a:pt x="31108" y="412"/>
                            </a:cubicBezTo>
                            <a:cubicBezTo>
                              <a:pt x="33775" y="-1303"/>
                              <a:pt x="36537" y="2603"/>
                              <a:pt x="36156" y="7175"/>
                            </a:cubicBezTo>
                            <a:cubicBezTo>
                              <a:pt x="35776" y="11842"/>
                              <a:pt x="33585" y="14795"/>
                              <a:pt x="31585" y="17176"/>
                            </a:cubicBezTo>
                            <a:cubicBezTo>
                              <a:pt x="25298" y="24605"/>
                              <a:pt x="20917" y="29844"/>
                              <a:pt x="16726" y="33083"/>
                            </a:cubicBezTo>
                            <a:cubicBezTo>
                              <a:pt x="15392" y="34130"/>
                              <a:pt x="13106" y="39083"/>
                              <a:pt x="10630" y="39845"/>
                            </a:cubicBezTo>
                            <a:cubicBezTo>
                              <a:pt x="8153" y="40893"/>
                              <a:pt x="5581" y="36893"/>
                              <a:pt x="2914" y="27368"/>
                            </a:cubicBezTo>
                            <a:cubicBezTo>
                              <a:pt x="247" y="17938"/>
                              <a:pt x="-324" y="15080"/>
                              <a:pt x="152" y="14223"/>
                            </a:cubicBezTo>
                            <a:cubicBezTo>
                              <a:pt x="628" y="13461"/>
                              <a:pt x="2343" y="13747"/>
                              <a:pt x="3771" y="13937"/>
                            </a:cubicBezTo>
                            <a:cubicBezTo>
                              <a:pt x="6724" y="14318"/>
                              <a:pt x="10915" y="15842"/>
                              <a:pt x="14725" y="1384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27" name="Graphique 1">
                      <a:extLst>
                        <a:ext uri="{FF2B5EF4-FFF2-40B4-BE49-F238E27FC236}">
                          <a16:creationId xmlns:a16="http://schemas.microsoft.com/office/drawing/2014/main" id="{72E26D1B-BA03-43AB-A092-F42DF5120F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494929" y="2118820"/>
                      <a:ext cx="84649" cy="205781"/>
                      <a:chOff x="7494929" y="2118820"/>
                      <a:chExt cx="84649" cy="205781"/>
                    </a:xfrm>
                    <a:solidFill>
                      <a:schemeClr val="accent1"/>
                    </a:solidFill>
                  </p:grpSpPr>
                  <p:sp>
                    <p:nvSpPr>
                      <p:cNvPr id="11906" name="Forme libre : forme 11905">
                        <a:extLst>
                          <a:ext uri="{FF2B5EF4-FFF2-40B4-BE49-F238E27FC236}">
                            <a16:creationId xmlns:a16="http://schemas.microsoft.com/office/drawing/2014/main" id="{FB70A766-67B9-473F-B61F-B9FCBA5CFA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929" y="2118820"/>
                        <a:ext cx="84649" cy="205699"/>
                      </a:xfrm>
                      <a:custGeom>
                        <a:avLst/>
                        <a:gdLst>
                          <a:gd name="connsiteX0" fmla="*/ 84118 w 84649"/>
                          <a:gd name="connsiteY0" fmla="*/ 71929 h 205699"/>
                          <a:gd name="connsiteX1" fmla="*/ 74974 w 84649"/>
                          <a:gd name="connsiteY1" fmla="*/ 141176 h 205699"/>
                          <a:gd name="connsiteX2" fmla="*/ 38017 w 84649"/>
                          <a:gd name="connsiteY2" fmla="*/ 202898 h 205699"/>
                          <a:gd name="connsiteX3" fmla="*/ 16776 w 84649"/>
                          <a:gd name="connsiteY3" fmla="*/ 199183 h 205699"/>
                          <a:gd name="connsiteX4" fmla="*/ 488 w 84649"/>
                          <a:gd name="connsiteY4" fmla="*/ 129460 h 205699"/>
                          <a:gd name="connsiteX5" fmla="*/ 9156 w 84649"/>
                          <a:gd name="connsiteY5" fmla="*/ 64500 h 205699"/>
                          <a:gd name="connsiteX6" fmla="*/ 46494 w 84649"/>
                          <a:gd name="connsiteY6" fmla="*/ 3635 h 205699"/>
                          <a:gd name="connsiteX7" fmla="*/ 67639 w 84649"/>
                          <a:gd name="connsiteY7" fmla="*/ 4588 h 205699"/>
                          <a:gd name="connsiteX8" fmla="*/ 84118 w 84649"/>
                          <a:gd name="connsiteY8" fmla="*/ 71929 h 2056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4649" h="205699">
                            <a:moveTo>
                              <a:pt x="84118" y="71929"/>
                            </a:moveTo>
                            <a:cubicBezTo>
                              <a:pt x="82879" y="88408"/>
                              <a:pt x="78212" y="124126"/>
                              <a:pt x="74974" y="141176"/>
                            </a:cubicBezTo>
                            <a:cubicBezTo>
                              <a:pt x="68973" y="172990"/>
                              <a:pt x="56209" y="188325"/>
                              <a:pt x="38017" y="202898"/>
                            </a:cubicBezTo>
                            <a:cubicBezTo>
                              <a:pt x="31730" y="207946"/>
                              <a:pt x="20967" y="205851"/>
                              <a:pt x="16776" y="199183"/>
                            </a:cubicBezTo>
                            <a:cubicBezTo>
                              <a:pt x="4584" y="179753"/>
                              <a:pt x="-1893" y="159750"/>
                              <a:pt x="488" y="129460"/>
                            </a:cubicBezTo>
                            <a:cubicBezTo>
                              <a:pt x="1726" y="113268"/>
                              <a:pt x="6203" y="80978"/>
                              <a:pt x="9156" y="64500"/>
                            </a:cubicBezTo>
                            <a:cubicBezTo>
                              <a:pt x="15252" y="33258"/>
                              <a:pt x="28301" y="17732"/>
                              <a:pt x="46494" y="3635"/>
                            </a:cubicBezTo>
                            <a:cubicBezTo>
                              <a:pt x="52685" y="-1222"/>
                              <a:pt x="63258" y="-1508"/>
                              <a:pt x="67639" y="4588"/>
                            </a:cubicBezTo>
                            <a:cubicBezTo>
                              <a:pt x="79736" y="22399"/>
                              <a:pt x="86689" y="41830"/>
                              <a:pt x="84118" y="7192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07" name="Forme libre : forme 11906">
                        <a:extLst>
                          <a:ext uri="{FF2B5EF4-FFF2-40B4-BE49-F238E27FC236}">
                            <a16:creationId xmlns:a16="http://schemas.microsoft.com/office/drawing/2014/main" id="{4358BD0B-0BB4-47C0-B77E-A2F5B90258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23516" y="2123312"/>
                        <a:ext cx="55901" cy="201289"/>
                      </a:xfrm>
                      <a:custGeom>
                        <a:avLst/>
                        <a:gdLst>
                          <a:gd name="connsiteX0" fmla="*/ 20955 w 55901"/>
                          <a:gd name="connsiteY0" fmla="*/ 122492 h 201289"/>
                          <a:gd name="connsiteX1" fmla="*/ 0 w 55901"/>
                          <a:gd name="connsiteY1" fmla="*/ 201263 h 201289"/>
                          <a:gd name="connsiteX2" fmla="*/ 9239 w 55901"/>
                          <a:gd name="connsiteY2" fmla="*/ 198501 h 201289"/>
                          <a:gd name="connsiteX3" fmla="*/ 18097 w 55901"/>
                          <a:gd name="connsiteY3" fmla="*/ 190786 h 201289"/>
                          <a:gd name="connsiteX4" fmla="*/ 38195 w 55901"/>
                          <a:gd name="connsiteY4" fmla="*/ 163163 h 201289"/>
                          <a:gd name="connsiteX5" fmla="*/ 46196 w 55901"/>
                          <a:gd name="connsiteY5" fmla="*/ 136779 h 201289"/>
                          <a:gd name="connsiteX6" fmla="*/ 48101 w 55901"/>
                          <a:gd name="connsiteY6" fmla="*/ 125635 h 201289"/>
                          <a:gd name="connsiteX7" fmla="*/ 54864 w 55901"/>
                          <a:gd name="connsiteY7" fmla="*/ 72676 h 201289"/>
                          <a:gd name="connsiteX8" fmla="*/ 55340 w 55901"/>
                          <a:gd name="connsiteY8" fmla="*/ 67532 h 201289"/>
                          <a:gd name="connsiteX9" fmla="*/ 54673 w 55901"/>
                          <a:gd name="connsiteY9" fmla="*/ 39148 h 201289"/>
                          <a:gd name="connsiteX10" fmla="*/ 44196 w 55901"/>
                          <a:gd name="connsiteY10" fmla="*/ 8858 h 201289"/>
                          <a:gd name="connsiteX11" fmla="*/ 38767 w 55901"/>
                          <a:gd name="connsiteY11" fmla="*/ 286 h 201289"/>
                          <a:gd name="connsiteX12" fmla="*/ 38481 w 55901"/>
                          <a:gd name="connsiteY12" fmla="*/ 0 h 201289"/>
                          <a:gd name="connsiteX13" fmla="*/ 20955 w 55901"/>
                          <a:gd name="connsiteY13" fmla="*/ 122492 h 2012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55901" h="201289">
                            <a:moveTo>
                              <a:pt x="20955" y="122492"/>
                            </a:moveTo>
                            <a:cubicBezTo>
                              <a:pt x="18764" y="150686"/>
                              <a:pt x="14001" y="180880"/>
                              <a:pt x="0" y="201263"/>
                            </a:cubicBezTo>
                            <a:cubicBezTo>
                              <a:pt x="3334" y="201454"/>
                              <a:pt x="6668" y="200596"/>
                              <a:pt x="9239" y="198501"/>
                            </a:cubicBezTo>
                            <a:cubicBezTo>
                              <a:pt x="12382" y="196025"/>
                              <a:pt x="15335" y="193453"/>
                              <a:pt x="18097" y="190786"/>
                            </a:cubicBezTo>
                            <a:cubicBezTo>
                              <a:pt x="26194" y="183166"/>
                              <a:pt x="32957" y="174593"/>
                              <a:pt x="38195" y="163163"/>
                            </a:cubicBezTo>
                            <a:cubicBezTo>
                              <a:pt x="41529" y="155734"/>
                              <a:pt x="44196" y="147161"/>
                              <a:pt x="46196" y="136779"/>
                            </a:cubicBezTo>
                            <a:cubicBezTo>
                              <a:pt x="46767" y="133636"/>
                              <a:pt x="47339" y="129826"/>
                              <a:pt x="48101" y="125635"/>
                            </a:cubicBezTo>
                            <a:cubicBezTo>
                              <a:pt x="50578" y="109252"/>
                              <a:pt x="53435" y="86963"/>
                              <a:pt x="54864" y="72676"/>
                            </a:cubicBezTo>
                            <a:cubicBezTo>
                              <a:pt x="55054" y="70866"/>
                              <a:pt x="55150" y="69056"/>
                              <a:pt x="55340" y="67532"/>
                            </a:cubicBezTo>
                            <a:cubicBezTo>
                              <a:pt x="56292" y="56769"/>
                              <a:pt x="56007" y="47530"/>
                              <a:pt x="54673" y="39148"/>
                            </a:cubicBezTo>
                            <a:cubicBezTo>
                              <a:pt x="52673" y="27623"/>
                              <a:pt x="48863" y="17907"/>
                              <a:pt x="44196" y="8858"/>
                            </a:cubicBezTo>
                            <a:cubicBezTo>
                              <a:pt x="42576" y="5905"/>
                              <a:pt x="40767" y="3048"/>
                              <a:pt x="38767" y="286"/>
                            </a:cubicBezTo>
                            <a:lnTo>
                              <a:pt x="38481" y="0"/>
                            </a:lnTo>
                            <a:cubicBezTo>
                              <a:pt x="30289" y="39910"/>
                              <a:pt x="24098" y="82010"/>
                              <a:pt x="20955" y="12249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08" name="Forme libre : forme 11907">
                        <a:extLst>
                          <a:ext uri="{FF2B5EF4-FFF2-40B4-BE49-F238E27FC236}">
                            <a16:creationId xmlns:a16="http://schemas.microsoft.com/office/drawing/2014/main" id="{3CF08A5A-E9EA-4092-B84E-421AD91E2A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26032" y="2158049"/>
                        <a:ext cx="28574" cy="95205"/>
                      </a:xfrm>
                      <a:custGeom>
                        <a:avLst/>
                        <a:gdLst>
                          <a:gd name="connsiteX0" fmla="*/ 21677 w 28574"/>
                          <a:gd name="connsiteY0" fmla="*/ 30 h 95205"/>
                          <a:gd name="connsiteX1" fmla="*/ 26915 w 28574"/>
                          <a:gd name="connsiteY1" fmla="*/ 51179 h 95205"/>
                          <a:gd name="connsiteX2" fmla="*/ 7580 w 28574"/>
                          <a:gd name="connsiteY2" fmla="*/ 95185 h 95205"/>
                          <a:gd name="connsiteX3" fmla="*/ 2246 w 28574"/>
                          <a:gd name="connsiteY3" fmla="*/ 48226 h 95205"/>
                          <a:gd name="connsiteX4" fmla="*/ 21677 w 28574"/>
                          <a:gd name="connsiteY4" fmla="*/ 30 h 952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4" h="95205">
                            <a:moveTo>
                              <a:pt x="21677" y="30"/>
                            </a:moveTo>
                            <a:cubicBezTo>
                              <a:pt x="31678" y="1268"/>
                              <a:pt x="28249" y="38416"/>
                              <a:pt x="26915" y="51179"/>
                            </a:cubicBezTo>
                            <a:cubicBezTo>
                              <a:pt x="25296" y="63752"/>
                              <a:pt x="18534" y="96137"/>
                              <a:pt x="7580" y="95185"/>
                            </a:cubicBezTo>
                            <a:cubicBezTo>
                              <a:pt x="-3469" y="94137"/>
                              <a:pt x="246" y="59942"/>
                              <a:pt x="2246" y="48226"/>
                            </a:cubicBezTo>
                            <a:cubicBezTo>
                              <a:pt x="3960" y="36415"/>
                              <a:pt x="11580" y="-1208"/>
                              <a:pt x="21677" y="3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09" name="Forme libre : forme 11908">
                        <a:extLst>
                          <a:ext uri="{FF2B5EF4-FFF2-40B4-BE49-F238E27FC236}">
                            <a16:creationId xmlns:a16="http://schemas.microsoft.com/office/drawing/2014/main" id="{B77EFB46-C142-424E-A5E1-8341229C46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26373" y="2188273"/>
                        <a:ext cx="27785" cy="65511"/>
                      </a:xfrm>
                      <a:custGeom>
                        <a:avLst/>
                        <a:gdLst>
                          <a:gd name="connsiteX0" fmla="*/ 0 w 27785"/>
                          <a:gd name="connsiteY0" fmla="*/ 43625 h 65511"/>
                          <a:gd name="connsiteX1" fmla="*/ 7239 w 27785"/>
                          <a:gd name="connsiteY1" fmla="*/ 65437 h 65511"/>
                          <a:gd name="connsiteX2" fmla="*/ 26670 w 27785"/>
                          <a:gd name="connsiteY2" fmla="*/ 20479 h 65511"/>
                          <a:gd name="connsiteX3" fmla="*/ 27718 w 27785"/>
                          <a:gd name="connsiteY3" fmla="*/ 0 h 65511"/>
                          <a:gd name="connsiteX4" fmla="*/ 25527 w 27785"/>
                          <a:gd name="connsiteY4" fmla="*/ 10763 h 65511"/>
                          <a:gd name="connsiteX5" fmla="*/ 0 w 27785"/>
                          <a:gd name="connsiteY5" fmla="*/ 43625 h 655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785" h="65511">
                            <a:moveTo>
                              <a:pt x="0" y="43625"/>
                            </a:moveTo>
                            <a:cubicBezTo>
                              <a:pt x="1143" y="49911"/>
                              <a:pt x="95" y="66770"/>
                              <a:pt x="7239" y="65437"/>
                            </a:cubicBezTo>
                            <a:cubicBezTo>
                              <a:pt x="18574" y="63246"/>
                              <a:pt x="24384" y="36290"/>
                              <a:pt x="26670" y="20479"/>
                            </a:cubicBezTo>
                            <a:cubicBezTo>
                              <a:pt x="27337" y="15811"/>
                              <a:pt x="28004" y="5334"/>
                              <a:pt x="27718" y="0"/>
                            </a:cubicBezTo>
                            <a:cubicBezTo>
                              <a:pt x="27241" y="2953"/>
                              <a:pt x="26575" y="8001"/>
                              <a:pt x="25527" y="10763"/>
                            </a:cubicBezTo>
                            <a:cubicBezTo>
                              <a:pt x="19908" y="26098"/>
                              <a:pt x="12097" y="44291"/>
                              <a:pt x="0" y="4362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10" name="Forme libre : forme 11909">
                        <a:extLst>
                          <a:ext uri="{FF2B5EF4-FFF2-40B4-BE49-F238E27FC236}">
                            <a16:creationId xmlns:a16="http://schemas.microsoft.com/office/drawing/2014/main" id="{7CAD6F18-D220-40B5-A560-78A3902DE4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29523" y="2153052"/>
                        <a:ext cx="28362" cy="95516"/>
                      </a:xfrm>
                      <a:custGeom>
                        <a:avLst/>
                        <a:gdLst>
                          <a:gd name="connsiteX0" fmla="*/ 21520 w 28362"/>
                          <a:gd name="connsiteY0" fmla="*/ 360 h 95516"/>
                          <a:gd name="connsiteX1" fmla="*/ 26950 w 28362"/>
                          <a:gd name="connsiteY1" fmla="*/ 52080 h 95516"/>
                          <a:gd name="connsiteX2" fmla="*/ 7518 w 28362"/>
                          <a:gd name="connsiteY2" fmla="*/ 95514 h 95516"/>
                          <a:gd name="connsiteX3" fmla="*/ 2279 w 28362"/>
                          <a:gd name="connsiteY3" fmla="*/ 48747 h 95516"/>
                          <a:gd name="connsiteX4" fmla="*/ 21520 w 28362"/>
                          <a:gd name="connsiteY4" fmla="*/ 360 h 955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362" h="95516">
                            <a:moveTo>
                              <a:pt x="21520" y="360"/>
                            </a:moveTo>
                            <a:cubicBezTo>
                              <a:pt x="31140" y="4932"/>
                              <a:pt x="28187" y="38364"/>
                              <a:pt x="26950" y="52080"/>
                            </a:cubicBezTo>
                            <a:cubicBezTo>
                              <a:pt x="25521" y="65701"/>
                              <a:pt x="18758" y="95800"/>
                              <a:pt x="7518" y="95514"/>
                            </a:cubicBezTo>
                            <a:cubicBezTo>
                              <a:pt x="-3817" y="95229"/>
                              <a:pt x="565" y="59700"/>
                              <a:pt x="2279" y="48747"/>
                            </a:cubicBezTo>
                            <a:cubicBezTo>
                              <a:pt x="3613" y="37793"/>
                              <a:pt x="11900" y="-4308"/>
                              <a:pt x="21520" y="36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11" name="Forme libre : forme 11910">
                        <a:extLst>
                          <a:ext uri="{FF2B5EF4-FFF2-40B4-BE49-F238E27FC236}">
                            <a16:creationId xmlns:a16="http://schemas.microsoft.com/office/drawing/2014/main" id="{F0DF5314-F325-4BC7-94A9-FFBB1D9C95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1210" y="2181539"/>
                        <a:ext cx="57745" cy="116301"/>
                      </a:xfrm>
                      <a:custGeom>
                        <a:avLst/>
                        <a:gdLst>
                          <a:gd name="connsiteX0" fmla="*/ 17259 w 57745"/>
                          <a:gd name="connsiteY0" fmla="*/ 115985 h 116301"/>
                          <a:gd name="connsiteX1" fmla="*/ 30975 w 57745"/>
                          <a:gd name="connsiteY1" fmla="*/ 105508 h 116301"/>
                          <a:gd name="connsiteX2" fmla="*/ 53073 w 57745"/>
                          <a:gd name="connsiteY2" fmla="*/ 64265 h 116301"/>
                          <a:gd name="connsiteX3" fmla="*/ 56978 w 57745"/>
                          <a:gd name="connsiteY3" fmla="*/ 18164 h 116301"/>
                          <a:gd name="connsiteX4" fmla="*/ 45548 w 57745"/>
                          <a:gd name="connsiteY4" fmla="*/ 161 h 116301"/>
                          <a:gd name="connsiteX5" fmla="*/ 37737 w 57745"/>
                          <a:gd name="connsiteY5" fmla="*/ 14068 h 116301"/>
                          <a:gd name="connsiteX6" fmla="*/ 18307 w 57745"/>
                          <a:gd name="connsiteY6" fmla="*/ 52549 h 116301"/>
                          <a:gd name="connsiteX7" fmla="*/ 19 w 57745"/>
                          <a:gd name="connsiteY7" fmla="*/ 91506 h 116301"/>
                          <a:gd name="connsiteX8" fmla="*/ 17259 w 57745"/>
                          <a:gd name="connsiteY8" fmla="*/ 115985 h 1163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7745" h="116301">
                            <a:moveTo>
                              <a:pt x="17259" y="115985"/>
                            </a:moveTo>
                            <a:cubicBezTo>
                              <a:pt x="23831" y="114271"/>
                              <a:pt x="26117" y="112175"/>
                              <a:pt x="30975" y="105508"/>
                            </a:cubicBezTo>
                            <a:cubicBezTo>
                              <a:pt x="40309" y="92935"/>
                              <a:pt x="47929" y="82457"/>
                              <a:pt x="53073" y="64265"/>
                            </a:cubicBezTo>
                            <a:cubicBezTo>
                              <a:pt x="57359" y="49120"/>
                              <a:pt x="58788" y="31499"/>
                              <a:pt x="56978" y="18164"/>
                            </a:cubicBezTo>
                            <a:cubicBezTo>
                              <a:pt x="55549" y="8162"/>
                              <a:pt x="51930" y="-1363"/>
                              <a:pt x="45548" y="161"/>
                            </a:cubicBezTo>
                            <a:cubicBezTo>
                              <a:pt x="41548" y="1114"/>
                              <a:pt x="40214" y="8448"/>
                              <a:pt x="37737" y="14068"/>
                            </a:cubicBezTo>
                            <a:cubicBezTo>
                              <a:pt x="31832" y="27307"/>
                              <a:pt x="26879" y="40166"/>
                              <a:pt x="18307" y="52549"/>
                            </a:cubicBezTo>
                            <a:cubicBezTo>
                              <a:pt x="11068" y="63122"/>
                              <a:pt x="495" y="74171"/>
                              <a:pt x="19" y="91506"/>
                            </a:cubicBezTo>
                            <a:cubicBezTo>
                              <a:pt x="-458" y="107032"/>
                              <a:pt x="8210" y="118367"/>
                              <a:pt x="17259" y="11598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12" name="Forme libre : forme 11911">
                        <a:extLst>
                          <a:ext uri="{FF2B5EF4-FFF2-40B4-BE49-F238E27FC236}">
                            <a16:creationId xmlns:a16="http://schemas.microsoft.com/office/drawing/2014/main" id="{237405B2-7418-4284-B30E-5586989374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4873" y="2233390"/>
                        <a:ext cx="9831" cy="39769"/>
                      </a:xfrm>
                      <a:custGeom>
                        <a:avLst/>
                        <a:gdLst>
                          <a:gd name="connsiteX0" fmla="*/ 3594 w 9831"/>
                          <a:gd name="connsiteY0" fmla="*/ 35560 h 39769"/>
                          <a:gd name="connsiteX1" fmla="*/ 5690 w 9831"/>
                          <a:gd name="connsiteY1" fmla="*/ 39560 h 39769"/>
                          <a:gd name="connsiteX2" fmla="*/ 8452 w 9831"/>
                          <a:gd name="connsiteY2" fmla="*/ 36988 h 39769"/>
                          <a:gd name="connsiteX3" fmla="*/ 9500 w 9831"/>
                          <a:gd name="connsiteY3" fmla="*/ 29940 h 39769"/>
                          <a:gd name="connsiteX4" fmla="*/ 9690 w 9831"/>
                          <a:gd name="connsiteY4" fmla="*/ 12319 h 39769"/>
                          <a:gd name="connsiteX5" fmla="*/ 9023 w 9831"/>
                          <a:gd name="connsiteY5" fmla="*/ 5937 h 39769"/>
                          <a:gd name="connsiteX6" fmla="*/ 165 w 9831"/>
                          <a:gd name="connsiteY6" fmla="*/ 8604 h 39769"/>
                          <a:gd name="connsiteX7" fmla="*/ 3594 w 9831"/>
                          <a:gd name="connsiteY7" fmla="*/ 35560 h 397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831" h="39769">
                            <a:moveTo>
                              <a:pt x="3594" y="35560"/>
                            </a:moveTo>
                            <a:cubicBezTo>
                              <a:pt x="4166" y="37465"/>
                              <a:pt x="4547" y="38798"/>
                              <a:pt x="5690" y="39560"/>
                            </a:cubicBezTo>
                            <a:cubicBezTo>
                              <a:pt x="6833" y="40322"/>
                              <a:pt x="7785" y="38893"/>
                              <a:pt x="8452" y="36988"/>
                            </a:cubicBezTo>
                            <a:cubicBezTo>
                              <a:pt x="9119" y="35083"/>
                              <a:pt x="9405" y="32131"/>
                              <a:pt x="9500" y="29940"/>
                            </a:cubicBezTo>
                            <a:cubicBezTo>
                              <a:pt x="9786" y="24130"/>
                              <a:pt x="9976" y="17938"/>
                              <a:pt x="9690" y="12319"/>
                            </a:cubicBezTo>
                            <a:cubicBezTo>
                              <a:pt x="9595" y="10033"/>
                              <a:pt x="9500" y="7842"/>
                              <a:pt x="9023" y="5937"/>
                            </a:cubicBezTo>
                            <a:cubicBezTo>
                              <a:pt x="6642" y="-2064"/>
                              <a:pt x="1023" y="-2731"/>
                              <a:pt x="165" y="8604"/>
                            </a:cubicBezTo>
                            <a:cubicBezTo>
                              <a:pt x="-597" y="17176"/>
                              <a:pt x="1403" y="27844"/>
                              <a:pt x="3594" y="3556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13" name="Forme libre : forme 11912">
                        <a:extLst>
                          <a:ext uri="{FF2B5EF4-FFF2-40B4-BE49-F238E27FC236}">
                            <a16:creationId xmlns:a16="http://schemas.microsoft.com/office/drawing/2014/main" id="{7295261F-5F9E-4B4D-AC7C-A524677D0B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59139" y="2125694"/>
                        <a:ext cx="18478" cy="62483"/>
                      </a:xfrm>
                      <a:custGeom>
                        <a:avLst/>
                        <a:gdLst>
                          <a:gd name="connsiteX0" fmla="*/ 0 w 18478"/>
                          <a:gd name="connsiteY0" fmla="*/ 0 h 62483"/>
                          <a:gd name="connsiteX1" fmla="*/ 18479 w 18478"/>
                          <a:gd name="connsiteY1" fmla="*/ 62484 h 62483"/>
                          <a:gd name="connsiteX2" fmla="*/ 0 w 18478"/>
                          <a:gd name="connsiteY2" fmla="*/ 0 h 624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8478" h="62483">
                            <a:moveTo>
                              <a:pt x="0" y="0"/>
                            </a:moveTo>
                            <a:cubicBezTo>
                              <a:pt x="11906" y="10858"/>
                              <a:pt x="16097" y="42767"/>
                              <a:pt x="18479" y="62484"/>
                            </a:cubicBezTo>
                            <a:cubicBezTo>
                              <a:pt x="16097" y="41053"/>
                              <a:pt x="7334" y="16954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14" name="Forme libre : forme 11913">
                        <a:extLst>
                          <a:ext uri="{FF2B5EF4-FFF2-40B4-BE49-F238E27FC236}">
                            <a16:creationId xmlns:a16="http://schemas.microsoft.com/office/drawing/2014/main" id="{C3114644-388B-4449-83A4-C7DCC7E66E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7709" y="2246280"/>
                        <a:ext cx="15995" cy="70675"/>
                      </a:xfrm>
                      <a:custGeom>
                        <a:avLst/>
                        <a:gdLst>
                          <a:gd name="connsiteX0" fmla="*/ 280 w 15995"/>
                          <a:gd name="connsiteY0" fmla="*/ 0 h 70675"/>
                          <a:gd name="connsiteX1" fmla="*/ 15996 w 15995"/>
                          <a:gd name="connsiteY1" fmla="*/ 70675 h 70675"/>
                          <a:gd name="connsiteX2" fmla="*/ 280 w 15995"/>
                          <a:gd name="connsiteY2" fmla="*/ 0 h 706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5995" h="70675">
                            <a:moveTo>
                              <a:pt x="280" y="0"/>
                            </a:moveTo>
                            <a:cubicBezTo>
                              <a:pt x="-1625" y="26860"/>
                              <a:pt x="6471" y="51625"/>
                              <a:pt x="15996" y="70675"/>
                            </a:cubicBezTo>
                            <a:cubicBezTo>
                              <a:pt x="6186" y="53340"/>
                              <a:pt x="1899" y="23146"/>
                              <a:pt x="28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15" name="Forme libre : forme 11914">
                        <a:extLst>
                          <a:ext uri="{FF2B5EF4-FFF2-40B4-BE49-F238E27FC236}">
                            <a16:creationId xmlns:a16="http://schemas.microsoft.com/office/drawing/2014/main" id="{434D1AA6-4A60-47C8-82A1-B1DA783AE5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30655" y="2179037"/>
                        <a:ext cx="11829" cy="34970"/>
                      </a:xfrm>
                      <a:custGeom>
                        <a:avLst/>
                        <a:gdLst>
                          <a:gd name="connsiteX0" fmla="*/ 10577 w 11829"/>
                          <a:gd name="connsiteY0" fmla="*/ 378 h 34970"/>
                          <a:gd name="connsiteX1" fmla="*/ 9149 w 11829"/>
                          <a:gd name="connsiteY1" fmla="*/ 21333 h 34970"/>
                          <a:gd name="connsiteX2" fmla="*/ 1338 w 11829"/>
                          <a:gd name="connsiteY2" fmla="*/ 34478 h 34970"/>
                          <a:gd name="connsiteX3" fmla="*/ 2671 w 11829"/>
                          <a:gd name="connsiteY3" fmla="*/ 14761 h 34970"/>
                          <a:gd name="connsiteX4" fmla="*/ 10577 w 11829"/>
                          <a:gd name="connsiteY4" fmla="*/ 378 h 349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829" h="34970">
                            <a:moveTo>
                              <a:pt x="10577" y="378"/>
                            </a:moveTo>
                            <a:cubicBezTo>
                              <a:pt x="13625" y="3140"/>
                              <a:pt x="10292" y="17047"/>
                              <a:pt x="9149" y="21333"/>
                            </a:cubicBezTo>
                            <a:cubicBezTo>
                              <a:pt x="8101" y="25619"/>
                              <a:pt x="4577" y="37526"/>
                              <a:pt x="1338" y="34478"/>
                            </a:cubicBezTo>
                            <a:cubicBezTo>
                              <a:pt x="-1900" y="31430"/>
                              <a:pt x="1624" y="18666"/>
                              <a:pt x="2671" y="14761"/>
                            </a:cubicBezTo>
                            <a:cubicBezTo>
                              <a:pt x="3814" y="10760"/>
                              <a:pt x="7434" y="-2384"/>
                              <a:pt x="10577" y="37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16" name="Forme libre : forme 11915">
                        <a:extLst>
                          <a:ext uri="{FF2B5EF4-FFF2-40B4-BE49-F238E27FC236}">
                            <a16:creationId xmlns:a16="http://schemas.microsoft.com/office/drawing/2014/main" id="{3778F29A-9A0F-4C40-BF44-C3A1BEDAFF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38459" y="2173787"/>
                        <a:ext cx="3830" cy="10011"/>
                      </a:xfrm>
                      <a:custGeom>
                        <a:avLst/>
                        <a:gdLst>
                          <a:gd name="connsiteX0" fmla="*/ 2677 w 3830"/>
                          <a:gd name="connsiteY0" fmla="*/ 8 h 10011"/>
                          <a:gd name="connsiteX1" fmla="*/ 3630 w 3830"/>
                          <a:gd name="connsiteY1" fmla="*/ 4866 h 10011"/>
                          <a:gd name="connsiteX2" fmla="*/ 1154 w 3830"/>
                          <a:gd name="connsiteY2" fmla="*/ 10009 h 10011"/>
                          <a:gd name="connsiteX3" fmla="*/ 201 w 3830"/>
                          <a:gd name="connsiteY3" fmla="*/ 5342 h 10011"/>
                          <a:gd name="connsiteX4" fmla="*/ 2677 w 3830"/>
                          <a:gd name="connsiteY4" fmla="*/ 8 h 100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30" h="10011">
                            <a:moveTo>
                              <a:pt x="2677" y="8"/>
                            </a:moveTo>
                            <a:cubicBezTo>
                              <a:pt x="4106" y="-183"/>
                              <a:pt x="3916" y="3151"/>
                              <a:pt x="3630" y="4866"/>
                            </a:cubicBezTo>
                            <a:cubicBezTo>
                              <a:pt x="3344" y="6580"/>
                              <a:pt x="2582" y="9914"/>
                              <a:pt x="1154" y="10009"/>
                            </a:cubicBezTo>
                            <a:cubicBezTo>
                              <a:pt x="-275" y="10104"/>
                              <a:pt x="-85" y="6961"/>
                              <a:pt x="201" y="5342"/>
                            </a:cubicBezTo>
                            <a:cubicBezTo>
                              <a:pt x="487" y="3627"/>
                              <a:pt x="1249" y="198"/>
                              <a:pt x="2677" y="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17" name="Forme libre : forme 11916">
                        <a:extLst>
                          <a:ext uri="{FF2B5EF4-FFF2-40B4-BE49-F238E27FC236}">
                            <a16:creationId xmlns:a16="http://schemas.microsoft.com/office/drawing/2014/main" id="{A7EED76D-FE8F-45B5-92EE-D163F4BC0C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08191" y="2128132"/>
                        <a:ext cx="45948" cy="83286"/>
                      </a:xfrm>
                      <a:custGeom>
                        <a:avLst/>
                        <a:gdLst>
                          <a:gd name="connsiteX0" fmla="*/ 22849 w 45948"/>
                          <a:gd name="connsiteY0" fmla="*/ 18993 h 83286"/>
                          <a:gd name="connsiteX1" fmla="*/ 41327 w 45948"/>
                          <a:gd name="connsiteY1" fmla="*/ 324 h 83286"/>
                          <a:gd name="connsiteX2" fmla="*/ 45805 w 45948"/>
                          <a:gd name="connsiteY2" fmla="*/ 7373 h 83286"/>
                          <a:gd name="connsiteX3" fmla="*/ 40471 w 45948"/>
                          <a:gd name="connsiteY3" fmla="*/ 17088 h 83286"/>
                          <a:gd name="connsiteX4" fmla="*/ 22564 w 45948"/>
                          <a:gd name="connsiteY4" fmla="*/ 45949 h 83286"/>
                          <a:gd name="connsiteX5" fmla="*/ 2561 w 45948"/>
                          <a:gd name="connsiteY5" fmla="*/ 82239 h 83286"/>
                          <a:gd name="connsiteX6" fmla="*/ 8657 w 45948"/>
                          <a:gd name="connsiteY6" fmla="*/ 37472 h 83286"/>
                          <a:gd name="connsiteX7" fmla="*/ 22849 w 45948"/>
                          <a:gd name="connsiteY7" fmla="*/ 18993 h 83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5948" h="83286">
                            <a:moveTo>
                              <a:pt x="22849" y="18993"/>
                            </a:moveTo>
                            <a:cubicBezTo>
                              <a:pt x="28850" y="10516"/>
                              <a:pt x="33708" y="4420"/>
                              <a:pt x="41327" y="324"/>
                            </a:cubicBezTo>
                            <a:cubicBezTo>
                              <a:pt x="44185" y="-1200"/>
                              <a:pt x="46566" y="2896"/>
                              <a:pt x="45805" y="7373"/>
                            </a:cubicBezTo>
                            <a:cubicBezTo>
                              <a:pt x="44947" y="11850"/>
                              <a:pt x="42661" y="14421"/>
                              <a:pt x="40471" y="17088"/>
                            </a:cubicBezTo>
                            <a:cubicBezTo>
                              <a:pt x="33612" y="25566"/>
                              <a:pt x="28183" y="35091"/>
                              <a:pt x="22564" y="45949"/>
                            </a:cubicBezTo>
                            <a:cubicBezTo>
                              <a:pt x="18849" y="52712"/>
                              <a:pt x="9228" y="89955"/>
                              <a:pt x="2561" y="82239"/>
                            </a:cubicBezTo>
                            <a:cubicBezTo>
                              <a:pt x="-4106" y="74429"/>
                              <a:pt x="3799" y="46711"/>
                              <a:pt x="8657" y="37472"/>
                            </a:cubicBezTo>
                            <a:cubicBezTo>
                              <a:pt x="13229" y="28328"/>
                              <a:pt x="18277" y="25375"/>
                              <a:pt x="22849" y="1899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28" name="Graphique 1">
                      <a:extLst>
                        <a:ext uri="{FF2B5EF4-FFF2-40B4-BE49-F238E27FC236}">
                          <a16:creationId xmlns:a16="http://schemas.microsoft.com/office/drawing/2014/main" id="{D7544124-60F2-4285-BB05-2BB3B84A17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532942" y="1924409"/>
                      <a:ext cx="106285" cy="194777"/>
                      <a:chOff x="7532942" y="1924409"/>
                      <a:chExt cx="106285" cy="194777"/>
                    </a:xfrm>
                    <a:solidFill>
                      <a:schemeClr val="accent1"/>
                    </a:solidFill>
                  </p:grpSpPr>
                  <p:sp>
                    <p:nvSpPr>
                      <p:cNvPr id="11894" name="Forme libre : forme 11893">
                        <a:extLst>
                          <a:ext uri="{FF2B5EF4-FFF2-40B4-BE49-F238E27FC236}">
                            <a16:creationId xmlns:a16="http://schemas.microsoft.com/office/drawing/2014/main" id="{5249B917-9EC1-4525-986A-7C2F9DEC8A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32942" y="1924409"/>
                        <a:ext cx="106285" cy="194693"/>
                      </a:xfrm>
                      <a:custGeom>
                        <a:avLst/>
                        <a:gdLst>
                          <a:gd name="connsiteX0" fmla="*/ 97921 w 106285"/>
                          <a:gd name="connsiteY0" fmla="*/ 76317 h 194693"/>
                          <a:gd name="connsiteX1" fmla="*/ 75537 w 106285"/>
                          <a:gd name="connsiteY1" fmla="*/ 137944 h 194693"/>
                          <a:gd name="connsiteX2" fmla="*/ 56868 w 106285"/>
                          <a:gd name="connsiteY2" fmla="*/ 171376 h 194693"/>
                          <a:gd name="connsiteX3" fmla="*/ 31436 w 106285"/>
                          <a:gd name="connsiteY3" fmla="*/ 192617 h 194693"/>
                          <a:gd name="connsiteX4" fmla="*/ 10672 w 106285"/>
                          <a:gd name="connsiteY4" fmla="*/ 186902 h 194693"/>
                          <a:gd name="connsiteX5" fmla="*/ 671 w 106285"/>
                          <a:gd name="connsiteY5" fmla="*/ 154231 h 194693"/>
                          <a:gd name="connsiteX6" fmla="*/ 194 w 106285"/>
                          <a:gd name="connsiteY6" fmla="*/ 135372 h 194693"/>
                          <a:gd name="connsiteX7" fmla="*/ 4099 w 106285"/>
                          <a:gd name="connsiteY7" fmla="*/ 113845 h 194693"/>
                          <a:gd name="connsiteX8" fmla="*/ 27912 w 106285"/>
                          <a:gd name="connsiteY8" fmla="*/ 48694 h 194693"/>
                          <a:gd name="connsiteX9" fmla="*/ 83919 w 106285"/>
                          <a:gd name="connsiteY9" fmla="*/ 688 h 194693"/>
                          <a:gd name="connsiteX10" fmla="*/ 103064 w 106285"/>
                          <a:gd name="connsiteY10" fmla="*/ 9547 h 194693"/>
                          <a:gd name="connsiteX11" fmla="*/ 105636 w 106285"/>
                          <a:gd name="connsiteY11" fmla="*/ 24977 h 194693"/>
                          <a:gd name="connsiteX12" fmla="*/ 106112 w 106285"/>
                          <a:gd name="connsiteY12" fmla="*/ 40789 h 194693"/>
                          <a:gd name="connsiteX13" fmla="*/ 97921 w 106285"/>
                          <a:gd name="connsiteY13" fmla="*/ 76317 h 1946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06285" h="194693">
                            <a:moveTo>
                              <a:pt x="97921" y="76317"/>
                            </a:moveTo>
                            <a:cubicBezTo>
                              <a:pt x="92777" y="90795"/>
                              <a:pt x="80681" y="122132"/>
                              <a:pt x="75537" y="137944"/>
                            </a:cubicBezTo>
                            <a:cubicBezTo>
                              <a:pt x="70012" y="152231"/>
                              <a:pt x="64107" y="162899"/>
                              <a:pt x="56868" y="171376"/>
                            </a:cubicBezTo>
                            <a:cubicBezTo>
                              <a:pt x="49534" y="179854"/>
                              <a:pt x="40961" y="186235"/>
                              <a:pt x="31436" y="192617"/>
                            </a:cubicBezTo>
                            <a:cubicBezTo>
                              <a:pt x="24768" y="196999"/>
                              <a:pt x="14196" y="194141"/>
                              <a:pt x="10672" y="186902"/>
                            </a:cubicBezTo>
                            <a:cubicBezTo>
                              <a:pt x="5338" y="176520"/>
                              <a:pt x="2004" y="166042"/>
                              <a:pt x="671" y="154231"/>
                            </a:cubicBezTo>
                            <a:cubicBezTo>
                              <a:pt x="4" y="148326"/>
                              <a:pt x="-187" y="142039"/>
                              <a:pt x="194" y="135372"/>
                            </a:cubicBezTo>
                            <a:cubicBezTo>
                              <a:pt x="861" y="128704"/>
                              <a:pt x="2100" y="121561"/>
                              <a:pt x="4099" y="113845"/>
                            </a:cubicBezTo>
                            <a:cubicBezTo>
                              <a:pt x="7719" y="97272"/>
                              <a:pt x="20101" y="64792"/>
                              <a:pt x="27912" y="48694"/>
                            </a:cubicBezTo>
                            <a:cubicBezTo>
                              <a:pt x="42866" y="18500"/>
                              <a:pt x="61726" y="7261"/>
                              <a:pt x="83919" y="688"/>
                            </a:cubicBezTo>
                            <a:cubicBezTo>
                              <a:pt x="91634" y="-1693"/>
                              <a:pt x="101350" y="2308"/>
                              <a:pt x="103064" y="9547"/>
                            </a:cubicBezTo>
                            <a:cubicBezTo>
                              <a:pt x="104303" y="14785"/>
                              <a:pt x="105160" y="19929"/>
                              <a:pt x="105636" y="24977"/>
                            </a:cubicBezTo>
                            <a:cubicBezTo>
                              <a:pt x="106208" y="30121"/>
                              <a:pt x="106493" y="35455"/>
                              <a:pt x="106112" y="40789"/>
                            </a:cubicBezTo>
                            <a:cubicBezTo>
                              <a:pt x="105255" y="51361"/>
                              <a:pt x="103160" y="63077"/>
                              <a:pt x="97921" y="7631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95" name="Forme libre : forme 11894">
                        <a:extLst>
                          <a:ext uri="{FF2B5EF4-FFF2-40B4-BE49-F238E27FC236}">
                            <a16:creationId xmlns:a16="http://schemas.microsoft.com/office/drawing/2014/main" id="{964C4D68-E97E-482C-82AC-6E3608184A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54948" y="1933575"/>
                        <a:ext cx="84132" cy="185611"/>
                      </a:xfrm>
                      <a:custGeom>
                        <a:avLst/>
                        <a:gdLst>
                          <a:gd name="connsiteX0" fmla="*/ 30861 w 84132"/>
                          <a:gd name="connsiteY0" fmla="*/ 110680 h 185611"/>
                          <a:gd name="connsiteX1" fmla="*/ 18669 w 84132"/>
                          <a:gd name="connsiteY1" fmla="*/ 151067 h 185611"/>
                          <a:gd name="connsiteX2" fmla="*/ 0 w 84132"/>
                          <a:gd name="connsiteY2" fmla="*/ 185452 h 185611"/>
                          <a:gd name="connsiteX3" fmla="*/ 9430 w 84132"/>
                          <a:gd name="connsiteY3" fmla="*/ 183547 h 185611"/>
                          <a:gd name="connsiteX4" fmla="*/ 18859 w 84132"/>
                          <a:gd name="connsiteY4" fmla="*/ 176784 h 185611"/>
                          <a:gd name="connsiteX5" fmla="*/ 41910 w 84132"/>
                          <a:gd name="connsiteY5" fmla="*/ 152495 h 185611"/>
                          <a:gd name="connsiteX6" fmla="*/ 53435 w 84132"/>
                          <a:gd name="connsiteY6" fmla="*/ 128778 h 185611"/>
                          <a:gd name="connsiteX7" fmla="*/ 56959 w 84132"/>
                          <a:gd name="connsiteY7" fmla="*/ 118682 h 185611"/>
                          <a:gd name="connsiteX8" fmla="*/ 65723 w 84132"/>
                          <a:gd name="connsiteY8" fmla="*/ 94297 h 185611"/>
                          <a:gd name="connsiteX9" fmla="*/ 74295 w 84132"/>
                          <a:gd name="connsiteY9" fmla="*/ 71723 h 185611"/>
                          <a:gd name="connsiteX10" fmla="*/ 75915 w 84132"/>
                          <a:gd name="connsiteY10" fmla="*/ 67151 h 185611"/>
                          <a:gd name="connsiteX11" fmla="*/ 82963 w 84132"/>
                          <a:gd name="connsiteY11" fmla="*/ 41053 h 185611"/>
                          <a:gd name="connsiteX12" fmla="*/ 82963 w 84132"/>
                          <a:gd name="connsiteY12" fmla="*/ 10096 h 185611"/>
                          <a:gd name="connsiteX13" fmla="*/ 81058 w 84132"/>
                          <a:gd name="connsiteY13" fmla="*/ 286 h 185611"/>
                          <a:gd name="connsiteX14" fmla="*/ 80772 w 84132"/>
                          <a:gd name="connsiteY14" fmla="*/ 0 h 185611"/>
                          <a:gd name="connsiteX15" fmla="*/ 51054 w 84132"/>
                          <a:gd name="connsiteY15" fmla="*/ 53340 h 185611"/>
                          <a:gd name="connsiteX16" fmla="*/ 39719 w 84132"/>
                          <a:gd name="connsiteY16" fmla="*/ 81820 h 185611"/>
                          <a:gd name="connsiteX17" fmla="*/ 30861 w 84132"/>
                          <a:gd name="connsiteY17" fmla="*/ 110680 h 1856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84132" h="185611">
                            <a:moveTo>
                              <a:pt x="30861" y="110680"/>
                            </a:moveTo>
                            <a:cubicBezTo>
                              <a:pt x="27718" y="124301"/>
                              <a:pt x="23241" y="138017"/>
                              <a:pt x="18669" y="151067"/>
                            </a:cubicBezTo>
                            <a:cubicBezTo>
                              <a:pt x="13716" y="164021"/>
                              <a:pt x="7620" y="175927"/>
                              <a:pt x="0" y="185452"/>
                            </a:cubicBezTo>
                            <a:cubicBezTo>
                              <a:pt x="3334" y="185928"/>
                              <a:pt x="6668" y="185357"/>
                              <a:pt x="9430" y="183547"/>
                            </a:cubicBezTo>
                            <a:cubicBezTo>
                              <a:pt x="12764" y="181356"/>
                              <a:pt x="15907" y="179165"/>
                              <a:pt x="18859" y="176784"/>
                            </a:cubicBezTo>
                            <a:cubicBezTo>
                              <a:pt x="27527" y="170117"/>
                              <a:pt x="35528" y="162782"/>
                              <a:pt x="41910" y="152495"/>
                            </a:cubicBezTo>
                            <a:cubicBezTo>
                              <a:pt x="45911" y="145733"/>
                              <a:pt x="50006" y="138208"/>
                              <a:pt x="53435" y="128778"/>
                            </a:cubicBezTo>
                            <a:cubicBezTo>
                              <a:pt x="54388" y="125921"/>
                              <a:pt x="55626" y="122492"/>
                              <a:pt x="56959" y="118682"/>
                            </a:cubicBezTo>
                            <a:cubicBezTo>
                              <a:pt x="59627" y="111347"/>
                              <a:pt x="62675" y="102679"/>
                              <a:pt x="65723" y="94297"/>
                            </a:cubicBezTo>
                            <a:cubicBezTo>
                              <a:pt x="68580" y="85820"/>
                              <a:pt x="72104" y="78105"/>
                              <a:pt x="74295" y="71723"/>
                            </a:cubicBezTo>
                            <a:cubicBezTo>
                              <a:pt x="74866" y="70104"/>
                              <a:pt x="75438" y="68580"/>
                              <a:pt x="75915" y="67151"/>
                            </a:cubicBezTo>
                            <a:cubicBezTo>
                              <a:pt x="79534" y="57721"/>
                              <a:pt x="81820" y="49149"/>
                              <a:pt x="82963" y="41053"/>
                            </a:cubicBezTo>
                            <a:cubicBezTo>
                              <a:pt x="84963" y="30385"/>
                              <a:pt x="84011" y="19907"/>
                              <a:pt x="82963" y="10096"/>
                            </a:cubicBezTo>
                            <a:cubicBezTo>
                              <a:pt x="82487" y="6858"/>
                              <a:pt x="81820" y="3620"/>
                              <a:pt x="81058" y="286"/>
                            </a:cubicBezTo>
                            <a:lnTo>
                              <a:pt x="80772" y="0"/>
                            </a:lnTo>
                            <a:cubicBezTo>
                              <a:pt x="69247" y="16478"/>
                              <a:pt x="59912" y="34862"/>
                              <a:pt x="51054" y="53340"/>
                            </a:cubicBezTo>
                            <a:cubicBezTo>
                              <a:pt x="47149" y="62865"/>
                              <a:pt x="43149" y="72200"/>
                              <a:pt x="39719" y="81820"/>
                            </a:cubicBezTo>
                            <a:cubicBezTo>
                              <a:pt x="36576" y="91440"/>
                              <a:pt x="33338" y="100965"/>
                              <a:pt x="30861" y="11068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96" name="Forme libre : forme 11895">
                        <a:extLst>
                          <a:ext uri="{FF2B5EF4-FFF2-40B4-BE49-F238E27FC236}">
                            <a16:creationId xmlns:a16="http://schemas.microsoft.com/office/drawing/2014/main" id="{6FB2F78F-8137-49CC-893E-7EFE80A0B0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68936" y="1960521"/>
                        <a:ext cx="44278" cy="89330"/>
                      </a:xfrm>
                      <a:custGeom>
                        <a:avLst/>
                        <a:gdLst>
                          <a:gd name="connsiteX0" fmla="*/ 41257 w 44278"/>
                          <a:gd name="connsiteY0" fmla="*/ 390 h 89330"/>
                          <a:gd name="connsiteX1" fmla="*/ 41639 w 44278"/>
                          <a:gd name="connsiteY1" fmla="*/ 22678 h 89330"/>
                          <a:gd name="connsiteX2" fmla="*/ 32494 w 44278"/>
                          <a:gd name="connsiteY2" fmla="*/ 50491 h 89330"/>
                          <a:gd name="connsiteX3" fmla="*/ 4967 w 44278"/>
                          <a:gd name="connsiteY3" fmla="*/ 89163 h 89330"/>
                          <a:gd name="connsiteX4" fmla="*/ 1062 w 44278"/>
                          <a:gd name="connsiteY4" fmla="*/ 68494 h 89330"/>
                          <a:gd name="connsiteX5" fmla="*/ 9253 w 44278"/>
                          <a:gd name="connsiteY5" fmla="*/ 41728 h 89330"/>
                          <a:gd name="connsiteX6" fmla="*/ 23350 w 44278"/>
                          <a:gd name="connsiteY6" fmla="*/ 15058 h 89330"/>
                          <a:gd name="connsiteX7" fmla="*/ 41257 w 44278"/>
                          <a:gd name="connsiteY7" fmla="*/ 390 h 893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4278" h="89330">
                            <a:moveTo>
                              <a:pt x="41257" y="390"/>
                            </a:moveTo>
                            <a:cubicBezTo>
                              <a:pt x="45830" y="2581"/>
                              <a:pt x="44591" y="12296"/>
                              <a:pt x="41639" y="22678"/>
                            </a:cubicBezTo>
                            <a:cubicBezTo>
                              <a:pt x="38591" y="33061"/>
                              <a:pt x="34971" y="44776"/>
                              <a:pt x="32494" y="50491"/>
                            </a:cubicBezTo>
                            <a:cubicBezTo>
                              <a:pt x="27923" y="61921"/>
                              <a:pt x="15350" y="91830"/>
                              <a:pt x="4967" y="89163"/>
                            </a:cubicBezTo>
                            <a:cubicBezTo>
                              <a:pt x="-176" y="87734"/>
                              <a:pt x="-1034" y="78590"/>
                              <a:pt x="1062" y="68494"/>
                            </a:cubicBezTo>
                            <a:cubicBezTo>
                              <a:pt x="3062" y="58397"/>
                              <a:pt x="6682" y="47253"/>
                              <a:pt x="9253" y="41728"/>
                            </a:cubicBezTo>
                            <a:cubicBezTo>
                              <a:pt x="11921" y="36204"/>
                              <a:pt x="16873" y="24488"/>
                              <a:pt x="23350" y="15058"/>
                            </a:cubicBezTo>
                            <a:cubicBezTo>
                              <a:pt x="29732" y="5533"/>
                              <a:pt x="36686" y="-1801"/>
                              <a:pt x="41257" y="39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97" name="Forme libre : forme 11896">
                        <a:extLst>
                          <a:ext uri="{FF2B5EF4-FFF2-40B4-BE49-F238E27FC236}">
                            <a16:creationId xmlns:a16="http://schemas.microsoft.com/office/drawing/2014/main" id="{1CF67DF3-C496-4E52-B9C4-24DF154409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69342" y="1991391"/>
                        <a:ext cx="38374" cy="58675"/>
                      </a:xfrm>
                      <a:custGeom>
                        <a:avLst/>
                        <a:gdLst>
                          <a:gd name="connsiteX0" fmla="*/ 1323 w 38374"/>
                          <a:gd name="connsiteY0" fmla="*/ 35814 h 58675"/>
                          <a:gd name="connsiteX1" fmla="*/ 4466 w 38374"/>
                          <a:gd name="connsiteY1" fmla="*/ 58674 h 58675"/>
                          <a:gd name="connsiteX2" fmla="*/ 32279 w 38374"/>
                          <a:gd name="connsiteY2" fmla="*/ 19050 h 58675"/>
                          <a:gd name="connsiteX3" fmla="*/ 38375 w 38374"/>
                          <a:gd name="connsiteY3" fmla="*/ 0 h 58675"/>
                          <a:gd name="connsiteX4" fmla="*/ 33612 w 38374"/>
                          <a:gd name="connsiteY4" fmla="*/ 9620 h 58675"/>
                          <a:gd name="connsiteX5" fmla="*/ 1323 w 38374"/>
                          <a:gd name="connsiteY5" fmla="*/ 35814 h 586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374" h="58675">
                            <a:moveTo>
                              <a:pt x="1323" y="35814"/>
                            </a:moveTo>
                            <a:cubicBezTo>
                              <a:pt x="751" y="42100"/>
                              <a:pt x="-2678" y="58864"/>
                              <a:pt x="4466" y="58674"/>
                            </a:cubicBezTo>
                            <a:cubicBezTo>
                              <a:pt x="15800" y="58293"/>
                              <a:pt x="26468" y="33528"/>
                              <a:pt x="32279" y="19050"/>
                            </a:cubicBezTo>
                            <a:cubicBezTo>
                              <a:pt x="34089" y="14859"/>
                              <a:pt x="37232" y="5143"/>
                              <a:pt x="38375" y="0"/>
                            </a:cubicBezTo>
                            <a:cubicBezTo>
                              <a:pt x="37137" y="2667"/>
                              <a:pt x="35327" y="7334"/>
                              <a:pt x="33612" y="9620"/>
                            </a:cubicBezTo>
                            <a:cubicBezTo>
                              <a:pt x="23992" y="22574"/>
                              <a:pt x="13229" y="38862"/>
                              <a:pt x="1323" y="3581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98" name="Forme libre : forme 11897">
                        <a:extLst>
                          <a:ext uri="{FF2B5EF4-FFF2-40B4-BE49-F238E27FC236}">
                            <a16:creationId xmlns:a16="http://schemas.microsoft.com/office/drawing/2014/main" id="{6DCAD85E-0BBA-4337-B391-2053B58CBB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73076" y="1956492"/>
                        <a:ext cx="44061" cy="89296"/>
                      </a:xfrm>
                      <a:custGeom>
                        <a:avLst/>
                        <a:gdLst>
                          <a:gd name="connsiteX0" fmla="*/ 41879 w 44061"/>
                          <a:gd name="connsiteY0" fmla="*/ 1086 h 89296"/>
                          <a:gd name="connsiteX1" fmla="*/ 32736 w 44061"/>
                          <a:gd name="connsiteY1" fmla="*/ 51473 h 89296"/>
                          <a:gd name="connsiteX2" fmla="*/ 4922 w 44061"/>
                          <a:gd name="connsiteY2" fmla="*/ 89192 h 89296"/>
                          <a:gd name="connsiteX3" fmla="*/ 9590 w 44061"/>
                          <a:gd name="connsiteY3" fmla="*/ 42234 h 89296"/>
                          <a:gd name="connsiteX4" fmla="*/ 41879 w 44061"/>
                          <a:gd name="connsiteY4" fmla="*/ 1086 h 892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4061" h="89296">
                            <a:moveTo>
                              <a:pt x="41879" y="1086"/>
                            </a:moveTo>
                            <a:cubicBezTo>
                              <a:pt x="48928" y="8325"/>
                              <a:pt x="37021" y="38900"/>
                              <a:pt x="32736" y="51473"/>
                            </a:cubicBezTo>
                            <a:cubicBezTo>
                              <a:pt x="27973" y="63761"/>
                              <a:pt x="15686" y="91192"/>
                              <a:pt x="4922" y="89192"/>
                            </a:cubicBezTo>
                            <a:cubicBezTo>
                              <a:pt x="-6507" y="87001"/>
                              <a:pt x="4922" y="52426"/>
                              <a:pt x="9590" y="42234"/>
                            </a:cubicBezTo>
                            <a:cubicBezTo>
                              <a:pt x="13495" y="31566"/>
                              <a:pt x="33688" y="-6915"/>
                              <a:pt x="41879" y="108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99" name="Forme libre : forme 11898">
                        <a:extLst>
                          <a:ext uri="{FF2B5EF4-FFF2-40B4-BE49-F238E27FC236}">
                            <a16:creationId xmlns:a16="http://schemas.microsoft.com/office/drawing/2014/main" id="{F69B4CA3-FCB9-4A4D-BB96-53B7C54D3E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47976" y="1986048"/>
                        <a:ext cx="70781" cy="106787"/>
                      </a:xfrm>
                      <a:custGeom>
                        <a:avLst/>
                        <a:gdLst>
                          <a:gd name="connsiteX0" fmla="*/ 14592 w 70781"/>
                          <a:gd name="connsiteY0" fmla="*/ 106689 h 106787"/>
                          <a:gd name="connsiteX1" fmla="*/ 29451 w 70781"/>
                          <a:gd name="connsiteY1" fmla="*/ 98117 h 106787"/>
                          <a:gd name="connsiteX2" fmla="*/ 57169 w 70781"/>
                          <a:gd name="connsiteY2" fmla="*/ 61922 h 106787"/>
                          <a:gd name="connsiteX3" fmla="*/ 70504 w 70781"/>
                          <a:gd name="connsiteY3" fmla="*/ 19916 h 106787"/>
                          <a:gd name="connsiteX4" fmla="*/ 64027 w 70781"/>
                          <a:gd name="connsiteY4" fmla="*/ 9 h 106787"/>
                          <a:gd name="connsiteX5" fmla="*/ 52978 w 70781"/>
                          <a:gd name="connsiteY5" fmla="*/ 11058 h 106787"/>
                          <a:gd name="connsiteX6" fmla="*/ 25355 w 70781"/>
                          <a:gd name="connsiteY6" fmla="*/ 44015 h 106787"/>
                          <a:gd name="connsiteX7" fmla="*/ 495 w 70781"/>
                          <a:gd name="connsiteY7" fmla="*/ 79924 h 106787"/>
                          <a:gd name="connsiteX8" fmla="*/ 14592 w 70781"/>
                          <a:gd name="connsiteY8" fmla="*/ 106689 h 1067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0781" h="106787">
                            <a:moveTo>
                              <a:pt x="14592" y="106689"/>
                            </a:moveTo>
                            <a:cubicBezTo>
                              <a:pt x="21355" y="105737"/>
                              <a:pt x="23831" y="103927"/>
                              <a:pt x="29451" y="98117"/>
                            </a:cubicBezTo>
                            <a:cubicBezTo>
                              <a:pt x="39929" y="86877"/>
                              <a:pt x="49549" y="78400"/>
                              <a:pt x="57169" y="61922"/>
                            </a:cubicBezTo>
                            <a:cubicBezTo>
                              <a:pt x="64313" y="48587"/>
                              <a:pt x="68789" y="32584"/>
                              <a:pt x="70504" y="19916"/>
                            </a:cubicBezTo>
                            <a:cubicBezTo>
                              <a:pt x="71361" y="10296"/>
                              <a:pt x="70504" y="390"/>
                              <a:pt x="64027" y="9"/>
                            </a:cubicBezTo>
                            <a:cubicBezTo>
                              <a:pt x="59836" y="-277"/>
                              <a:pt x="56788" y="6296"/>
                              <a:pt x="52978" y="11058"/>
                            </a:cubicBezTo>
                            <a:cubicBezTo>
                              <a:pt x="43738" y="22012"/>
                              <a:pt x="36309" y="33442"/>
                              <a:pt x="25355" y="44015"/>
                            </a:cubicBezTo>
                            <a:cubicBezTo>
                              <a:pt x="15926" y="52873"/>
                              <a:pt x="4019" y="62588"/>
                              <a:pt x="495" y="79924"/>
                            </a:cubicBezTo>
                            <a:cubicBezTo>
                              <a:pt x="-1982" y="95640"/>
                              <a:pt x="5162" y="108023"/>
                              <a:pt x="14592" y="10668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00" name="Forme libre : forme 11899">
                        <a:extLst>
                          <a:ext uri="{FF2B5EF4-FFF2-40B4-BE49-F238E27FC236}">
                            <a16:creationId xmlns:a16="http://schemas.microsoft.com/office/drawing/2014/main" id="{F683FFFD-5C2F-40F6-B330-E0CF41E643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55710" y="2027166"/>
                        <a:ext cx="10920" cy="40226"/>
                      </a:xfrm>
                      <a:custGeom>
                        <a:avLst/>
                        <a:gdLst>
                          <a:gd name="connsiteX0" fmla="*/ 572 w 10920"/>
                          <a:gd name="connsiteY0" fmla="*/ 35663 h 40226"/>
                          <a:gd name="connsiteX1" fmla="*/ 2000 w 10920"/>
                          <a:gd name="connsiteY1" fmla="*/ 39949 h 40226"/>
                          <a:gd name="connsiteX2" fmla="*/ 5144 w 10920"/>
                          <a:gd name="connsiteY2" fmla="*/ 37758 h 40226"/>
                          <a:gd name="connsiteX3" fmla="*/ 7334 w 10920"/>
                          <a:gd name="connsiteY3" fmla="*/ 30900 h 40226"/>
                          <a:gd name="connsiteX4" fmla="*/ 10478 w 10920"/>
                          <a:gd name="connsiteY4" fmla="*/ 13374 h 40226"/>
                          <a:gd name="connsiteX5" fmla="*/ 10859 w 10920"/>
                          <a:gd name="connsiteY5" fmla="*/ 6802 h 40226"/>
                          <a:gd name="connsiteX6" fmla="*/ 1715 w 10920"/>
                          <a:gd name="connsiteY6" fmla="*/ 7850 h 40226"/>
                          <a:gd name="connsiteX7" fmla="*/ 572 w 10920"/>
                          <a:gd name="connsiteY7" fmla="*/ 35663 h 402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920" h="40226">
                            <a:moveTo>
                              <a:pt x="572" y="35663"/>
                            </a:moveTo>
                            <a:cubicBezTo>
                              <a:pt x="763" y="37663"/>
                              <a:pt x="953" y="38996"/>
                              <a:pt x="2000" y="39949"/>
                            </a:cubicBezTo>
                            <a:cubicBezTo>
                              <a:pt x="3049" y="40806"/>
                              <a:pt x="4191" y="39568"/>
                              <a:pt x="5144" y="37758"/>
                            </a:cubicBezTo>
                            <a:cubicBezTo>
                              <a:pt x="6097" y="35949"/>
                              <a:pt x="6858" y="33091"/>
                              <a:pt x="7334" y="30900"/>
                            </a:cubicBezTo>
                            <a:cubicBezTo>
                              <a:pt x="8573" y="25185"/>
                              <a:pt x="9811" y="18994"/>
                              <a:pt x="10478" y="13374"/>
                            </a:cubicBezTo>
                            <a:cubicBezTo>
                              <a:pt x="10764" y="10993"/>
                              <a:pt x="11049" y="8802"/>
                              <a:pt x="10859" y="6802"/>
                            </a:cubicBezTo>
                            <a:cubicBezTo>
                              <a:pt x="10382" y="-1485"/>
                              <a:pt x="4763" y="-3390"/>
                              <a:pt x="1715" y="7850"/>
                            </a:cubicBezTo>
                            <a:cubicBezTo>
                              <a:pt x="-381" y="16613"/>
                              <a:pt x="-286" y="27662"/>
                              <a:pt x="572" y="3566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01" name="Forme libre : forme 11900">
                        <a:extLst>
                          <a:ext uri="{FF2B5EF4-FFF2-40B4-BE49-F238E27FC236}">
                            <a16:creationId xmlns:a16="http://schemas.microsoft.com/office/drawing/2014/main" id="{B9F4A53B-4C5B-42D0-ACC1-092CBDD412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0100" y="1934717"/>
                        <a:ext cx="5016" cy="63341"/>
                      </a:xfrm>
                      <a:custGeom>
                        <a:avLst/>
                        <a:gdLst>
                          <a:gd name="connsiteX0" fmla="*/ 2000 w 5016"/>
                          <a:gd name="connsiteY0" fmla="*/ 0 h 63341"/>
                          <a:gd name="connsiteX1" fmla="*/ 0 w 5016"/>
                          <a:gd name="connsiteY1" fmla="*/ 63341 h 63341"/>
                          <a:gd name="connsiteX2" fmla="*/ 2000 w 5016"/>
                          <a:gd name="connsiteY2" fmla="*/ 0 h 633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016" h="63341">
                            <a:moveTo>
                              <a:pt x="2000" y="0"/>
                            </a:moveTo>
                            <a:cubicBezTo>
                              <a:pt x="8572" y="14383"/>
                              <a:pt x="2762" y="44672"/>
                              <a:pt x="0" y="63341"/>
                            </a:cubicBezTo>
                            <a:cubicBezTo>
                              <a:pt x="3238" y="43148"/>
                              <a:pt x="2381" y="18383"/>
                              <a:pt x="200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02" name="Forme libre : forme 11901">
                        <a:extLst>
                          <a:ext uri="{FF2B5EF4-FFF2-40B4-BE49-F238E27FC236}">
                            <a16:creationId xmlns:a16="http://schemas.microsoft.com/office/drawing/2014/main" id="{E462B8BE-B24D-4882-AB2D-53F518FDE2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36533" y="2036635"/>
                        <a:ext cx="9080" cy="73818"/>
                      </a:xfrm>
                      <a:custGeom>
                        <a:avLst/>
                        <a:gdLst>
                          <a:gd name="connsiteX0" fmla="*/ 3366 w 9080"/>
                          <a:gd name="connsiteY0" fmla="*/ 0 h 73818"/>
                          <a:gd name="connsiteX1" fmla="*/ 794 w 9080"/>
                          <a:gd name="connsiteY1" fmla="*/ 39719 h 73818"/>
                          <a:gd name="connsiteX2" fmla="*/ 9081 w 9080"/>
                          <a:gd name="connsiteY2" fmla="*/ 73819 h 73818"/>
                          <a:gd name="connsiteX3" fmla="*/ 2033 w 9080"/>
                          <a:gd name="connsiteY3" fmla="*/ 39052 h 73818"/>
                          <a:gd name="connsiteX4" fmla="*/ 3366 w 9080"/>
                          <a:gd name="connsiteY4" fmla="*/ 0 h 738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080" h="73818">
                            <a:moveTo>
                              <a:pt x="3366" y="0"/>
                            </a:moveTo>
                            <a:cubicBezTo>
                              <a:pt x="32" y="13716"/>
                              <a:pt x="-825" y="27146"/>
                              <a:pt x="794" y="39719"/>
                            </a:cubicBezTo>
                            <a:cubicBezTo>
                              <a:pt x="2223" y="52292"/>
                              <a:pt x="4985" y="63817"/>
                              <a:pt x="9081" y="73819"/>
                            </a:cubicBezTo>
                            <a:cubicBezTo>
                              <a:pt x="4795" y="64579"/>
                              <a:pt x="2890" y="52292"/>
                              <a:pt x="2033" y="39052"/>
                            </a:cubicBezTo>
                            <a:cubicBezTo>
                              <a:pt x="1080" y="25908"/>
                              <a:pt x="2127" y="12097"/>
                              <a:pt x="336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03" name="Forme libre : forme 11902">
                        <a:extLst>
                          <a:ext uri="{FF2B5EF4-FFF2-40B4-BE49-F238E27FC236}">
                            <a16:creationId xmlns:a16="http://schemas.microsoft.com/office/drawing/2014/main" id="{6D5A316C-E5DB-42B9-A76C-8DC4CD37F9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79366" y="1978680"/>
                        <a:ext cx="18691" cy="32333"/>
                      </a:xfrm>
                      <a:custGeom>
                        <a:avLst/>
                        <a:gdLst>
                          <a:gd name="connsiteX0" fmla="*/ 18350 w 18691"/>
                          <a:gd name="connsiteY0" fmla="*/ 709 h 32333"/>
                          <a:gd name="connsiteX1" fmla="*/ 11492 w 18691"/>
                          <a:gd name="connsiteY1" fmla="*/ 20617 h 32333"/>
                          <a:gd name="connsiteX2" fmla="*/ 633 w 18691"/>
                          <a:gd name="connsiteY2" fmla="*/ 31571 h 32333"/>
                          <a:gd name="connsiteX3" fmla="*/ 6919 w 18691"/>
                          <a:gd name="connsiteY3" fmla="*/ 12521 h 32333"/>
                          <a:gd name="connsiteX4" fmla="*/ 18350 w 18691"/>
                          <a:gd name="connsiteY4" fmla="*/ 709 h 323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691" h="32333">
                            <a:moveTo>
                              <a:pt x="18350" y="709"/>
                            </a:moveTo>
                            <a:cubicBezTo>
                              <a:pt x="20255" y="4138"/>
                              <a:pt x="13682" y="16807"/>
                              <a:pt x="11492" y="20617"/>
                            </a:cubicBezTo>
                            <a:cubicBezTo>
                              <a:pt x="9206" y="24427"/>
                              <a:pt x="3110" y="35285"/>
                              <a:pt x="633" y="31571"/>
                            </a:cubicBezTo>
                            <a:cubicBezTo>
                              <a:pt x="-2129" y="27665"/>
                              <a:pt x="4920" y="16235"/>
                              <a:pt x="6919" y="12521"/>
                            </a:cubicBezTo>
                            <a:cubicBezTo>
                              <a:pt x="8920" y="8901"/>
                              <a:pt x="16064" y="-3005"/>
                              <a:pt x="18350" y="70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04" name="Forme libre : forme 11903">
                        <a:extLst>
                          <a:ext uri="{FF2B5EF4-FFF2-40B4-BE49-F238E27FC236}">
                            <a16:creationId xmlns:a16="http://schemas.microsoft.com/office/drawing/2014/main" id="{9C4E1AC6-1994-49DC-A811-1A671521DD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94248" y="1973942"/>
                        <a:ext cx="5742" cy="9170"/>
                      </a:xfrm>
                      <a:custGeom>
                        <a:avLst/>
                        <a:gdLst>
                          <a:gd name="connsiteX0" fmla="*/ 5086 w 5742"/>
                          <a:gd name="connsiteY0" fmla="*/ 18 h 9170"/>
                          <a:gd name="connsiteX1" fmla="*/ 4514 w 5742"/>
                          <a:gd name="connsiteY1" fmla="*/ 4876 h 9170"/>
                          <a:gd name="connsiteX2" fmla="*/ 705 w 5742"/>
                          <a:gd name="connsiteY2" fmla="*/ 9162 h 9170"/>
                          <a:gd name="connsiteX3" fmla="*/ 1181 w 5742"/>
                          <a:gd name="connsiteY3" fmla="*/ 4400 h 9170"/>
                          <a:gd name="connsiteX4" fmla="*/ 5086 w 5742"/>
                          <a:gd name="connsiteY4" fmla="*/ 18 h 91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742" h="9170">
                            <a:moveTo>
                              <a:pt x="5086" y="18"/>
                            </a:moveTo>
                            <a:cubicBezTo>
                              <a:pt x="6515" y="304"/>
                              <a:pt x="5277" y="3352"/>
                              <a:pt x="4514" y="4876"/>
                            </a:cubicBezTo>
                            <a:cubicBezTo>
                              <a:pt x="3753" y="6400"/>
                              <a:pt x="2038" y="9353"/>
                              <a:pt x="705" y="9162"/>
                            </a:cubicBezTo>
                            <a:cubicBezTo>
                              <a:pt x="-724" y="8876"/>
                              <a:pt x="324" y="5924"/>
                              <a:pt x="1181" y="4400"/>
                            </a:cubicBezTo>
                            <a:cubicBezTo>
                              <a:pt x="1848" y="2876"/>
                              <a:pt x="3657" y="-267"/>
                              <a:pt x="5086" y="1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905" name="Forme libre : forme 11904">
                        <a:extLst>
                          <a:ext uri="{FF2B5EF4-FFF2-40B4-BE49-F238E27FC236}">
                            <a16:creationId xmlns:a16="http://schemas.microsoft.com/office/drawing/2014/main" id="{ACF049B3-06BC-4B55-81D7-2E9C7F59F0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59229" y="1933562"/>
                        <a:ext cx="65915" cy="70274"/>
                      </a:xfrm>
                      <a:custGeom>
                        <a:avLst/>
                        <a:gdLst>
                          <a:gd name="connsiteX0" fmla="*/ 38963 w 65915"/>
                          <a:gd name="connsiteY0" fmla="*/ 11443 h 70274"/>
                          <a:gd name="connsiteX1" fmla="*/ 62966 w 65915"/>
                          <a:gd name="connsiteY1" fmla="*/ 13 h 70274"/>
                          <a:gd name="connsiteX2" fmla="*/ 64490 w 65915"/>
                          <a:gd name="connsiteY2" fmla="*/ 8204 h 70274"/>
                          <a:gd name="connsiteX3" fmla="*/ 56394 w 65915"/>
                          <a:gd name="connsiteY3" fmla="*/ 15634 h 70274"/>
                          <a:gd name="connsiteX4" fmla="*/ 30105 w 65915"/>
                          <a:gd name="connsiteY4" fmla="*/ 37636 h 70274"/>
                          <a:gd name="connsiteX5" fmla="*/ 863 w 65915"/>
                          <a:gd name="connsiteY5" fmla="*/ 68783 h 70274"/>
                          <a:gd name="connsiteX6" fmla="*/ 19341 w 65915"/>
                          <a:gd name="connsiteY6" fmla="*/ 25254 h 70274"/>
                          <a:gd name="connsiteX7" fmla="*/ 38963 w 65915"/>
                          <a:gd name="connsiteY7" fmla="*/ 11443 h 702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5915" h="70274">
                            <a:moveTo>
                              <a:pt x="38963" y="11443"/>
                            </a:moveTo>
                            <a:cubicBezTo>
                              <a:pt x="47916" y="5347"/>
                              <a:pt x="54012" y="965"/>
                              <a:pt x="62966" y="13"/>
                            </a:cubicBezTo>
                            <a:cubicBezTo>
                              <a:pt x="66205" y="-273"/>
                              <a:pt x="66871" y="4299"/>
                              <a:pt x="64490" y="8204"/>
                            </a:cubicBezTo>
                            <a:cubicBezTo>
                              <a:pt x="62299" y="12205"/>
                              <a:pt x="59346" y="13824"/>
                              <a:pt x="56394" y="15634"/>
                            </a:cubicBezTo>
                            <a:cubicBezTo>
                              <a:pt x="46773" y="21063"/>
                              <a:pt x="38677" y="28683"/>
                              <a:pt x="30105" y="37636"/>
                            </a:cubicBezTo>
                            <a:cubicBezTo>
                              <a:pt x="24294" y="42970"/>
                              <a:pt x="5340" y="77832"/>
                              <a:pt x="863" y="68783"/>
                            </a:cubicBezTo>
                            <a:cubicBezTo>
                              <a:pt x="-3804" y="59353"/>
                              <a:pt x="11626" y="32779"/>
                              <a:pt x="19341" y="25254"/>
                            </a:cubicBezTo>
                            <a:cubicBezTo>
                              <a:pt x="26580" y="17539"/>
                              <a:pt x="32200" y="16110"/>
                              <a:pt x="38963" y="1144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29" name="Graphique 1">
                      <a:extLst>
                        <a:ext uri="{FF2B5EF4-FFF2-40B4-BE49-F238E27FC236}">
                          <a16:creationId xmlns:a16="http://schemas.microsoft.com/office/drawing/2014/main" id="{FF980F34-0839-4D85-9DFB-FCFB61DA73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23290" y="1788275"/>
                      <a:ext cx="171295" cy="140731"/>
                      <a:chOff x="7623290" y="1788275"/>
                      <a:chExt cx="171295" cy="140731"/>
                    </a:xfrm>
                    <a:solidFill>
                      <a:schemeClr val="accent1"/>
                    </a:solidFill>
                  </p:grpSpPr>
                  <p:sp>
                    <p:nvSpPr>
                      <p:cNvPr id="11882" name="Forme libre : forme 11881">
                        <a:extLst>
                          <a:ext uri="{FF2B5EF4-FFF2-40B4-BE49-F238E27FC236}">
                            <a16:creationId xmlns:a16="http://schemas.microsoft.com/office/drawing/2014/main" id="{7F349F1C-86A1-44E3-8BD5-38E7124EE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23290" y="1788275"/>
                        <a:ext cx="171295" cy="140731"/>
                      </a:xfrm>
                      <a:custGeom>
                        <a:avLst/>
                        <a:gdLst>
                          <a:gd name="connsiteX0" fmla="*/ 131111 w 171295"/>
                          <a:gd name="connsiteY0" fmla="*/ 76529 h 140731"/>
                          <a:gd name="connsiteX1" fmla="*/ 124920 w 171295"/>
                          <a:gd name="connsiteY1" fmla="*/ 81006 h 140731"/>
                          <a:gd name="connsiteX2" fmla="*/ 117776 w 171295"/>
                          <a:gd name="connsiteY2" fmla="*/ 85864 h 140731"/>
                          <a:gd name="connsiteX3" fmla="*/ 103489 w 171295"/>
                          <a:gd name="connsiteY3" fmla="*/ 95770 h 140731"/>
                          <a:gd name="connsiteX4" fmla="*/ 78724 w 171295"/>
                          <a:gd name="connsiteY4" fmla="*/ 114534 h 140731"/>
                          <a:gd name="connsiteX5" fmla="*/ 16907 w 171295"/>
                          <a:gd name="connsiteY5" fmla="*/ 140537 h 140731"/>
                          <a:gd name="connsiteX6" fmla="*/ 47 w 171295"/>
                          <a:gd name="connsiteY6" fmla="*/ 127107 h 140731"/>
                          <a:gd name="connsiteX7" fmla="*/ 30241 w 171295"/>
                          <a:gd name="connsiteY7" fmla="*/ 56813 h 140731"/>
                          <a:gd name="connsiteX8" fmla="*/ 58340 w 171295"/>
                          <a:gd name="connsiteY8" fmla="*/ 33762 h 140731"/>
                          <a:gd name="connsiteX9" fmla="*/ 74628 w 171295"/>
                          <a:gd name="connsiteY9" fmla="*/ 22904 h 140731"/>
                          <a:gd name="connsiteX10" fmla="*/ 87201 w 171295"/>
                          <a:gd name="connsiteY10" fmla="*/ 15284 h 140731"/>
                          <a:gd name="connsiteX11" fmla="*/ 125015 w 171295"/>
                          <a:gd name="connsiteY11" fmla="*/ 806 h 140731"/>
                          <a:gd name="connsiteX12" fmla="*/ 162639 w 171295"/>
                          <a:gd name="connsiteY12" fmla="*/ 5568 h 140731"/>
                          <a:gd name="connsiteX13" fmla="*/ 169592 w 171295"/>
                          <a:gd name="connsiteY13" fmla="*/ 25475 h 140731"/>
                          <a:gd name="connsiteX14" fmla="*/ 131111 w 171295"/>
                          <a:gd name="connsiteY14" fmla="*/ 76529 h 1407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71295" h="140731">
                            <a:moveTo>
                              <a:pt x="131111" y="76529"/>
                            </a:moveTo>
                            <a:cubicBezTo>
                              <a:pt x="129302" y="77863"/>
                              <a:pt x="127206" y="79387"/>
                              <a:pt x="124920" y="81006"/>
                            </a:cubicBezTo>
                            <a:cubicBezTo>
                              <a:pt x="122729" y="82530"/>
                              <a:pt x="120253" y="84149"/>
                              <a:pt x="117776" y="85864"/>
                            </a:cubicBezTo>
                            <a:cubicBezTo>
                              <a:pt x="113204" y="88912"/>
                              <a:pt x="108156" y="92246"/>
                              <a:pt x="103489" y="95770"/>
                            </a:cubicBezTo>
                            <a:cubicBezTo>
                              <a:pt x="93774" y="102533"/>
                              <a:pt x="84725" y="109867"/>
                              <a:pt x="78724" y="114534"/>
                            </a:cubicBezTo>
                            <a:cubicBezTo>
                              <a:pt x="56626" y="131965"/>
                              <a:pt x="39957" y="137108"/>
                              <a:pt x="16907" y="140537"/>
                            </a:cubicBezTo>
                            <a:cubicBezTo>
                              <a:pt x="9192" y="141966"/>
                              <a:pt x="524" y="135299"/>
                              <a:pt x="47" y="127107"/>
                            </a:cubicBezTo>
                            <a:cubicBezTo>
                              <a:pt x="-619" y="104057"/>
                              <a:pt x="5572" y="80720"/>
                              <a:pt x="30241" y="56813"/>
                            </a:cubicBezTo>
                            <a:cubicBezTo>
                              <a:pt x="36719" y="50431"/>
                              <a:pt x="47292" y="41573"/>
                              <a:pt x="58340" y="33762"/>
                            </a:cubicBezTo>
                            <a:cubicBezTo>
                              <a:pt x="63865" y="29762"/>
                              <a:pt x="69485" y="26047"/>
                              <a:pt x="74628" y="22904"/>
                            </a:cubicBezTo>
                            <a:cubicBezTo>
                              <a:pt x="79391" y="20046"/>
                              <a:pt x="83677" y="17379"/>
                              <a:pt x="87201" y="15284"/>
                            </a:cubicBezTo>
                            <a:cubicBezTo>
                              <a:pt x="99393" y="8045"/>
                              <a:pt x="111966" y="2711"/>
                              <a:pt x="125015" y="806"/>
                            </a:cubicBezTo>
                            <a:cubicBezTo>
                              <a:pt x="137874" y="-1099"/>
                              <a:pt x="151114" y="329"/>
                              <a:pt x="162639" y="5568"/>
                            </a:cubicBezTo>
                            <a:cubicBezTo>
                              <a:pt x="170926" y="9188"/>
                              <a:pt x="173307" y="19665"/>
                              <a:pt x="169592" y="25475"/>
                            </a:cubicBezTo>
                            <a:cubicBezTo>
                              <a:pt x="159115" y="43382"/>
                              <a:pt x="157305" y="56432"/>
                              <a:pt x="131111" y="7652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83" name="Forme libre : forme 11882">
                        <a:extLst>
                          <a:ext uri="{FF2B5EF4-FFF2-40B4-BE49-F238E27FC236}">
                            <a16:creationId xmlns:a16="http://schemas.microsoft.com/office/drawing/2014/main" id="{E2988D77-1560-4F5D-8336-BB0DB623D9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0767" y="1813083"/>
                        <a:ext cx="162305" cy="115821"/>
                      </a:xfrm>
                      <a:custGeom>
                        <a:avLst/>
                        <a:gdLst>
                          <a:gd name="connsiteX0" fmla="*/ 61150 w 162305"/>
                          <a:gd name="connsiteY0" fmla="*/ 62674 h 115821"/>
                          <a:gd name="connsiteX1" fmla="*/ 0 w 162305"/>
                          <a:gd name="connsiteY1" fmla="*/ 113728 h 115821"/>
                          <a:gd name="connsiteX2" fmla="*/ 9334 w 162305"/>
                          <a:gd name="connsiteY2" fmla="*/ 115633 h 115821"/>
                          <a:gd name="connsiteX3" fmla="*/ 20764 w 162305"/>
                          <a:gd name="connsiteY3" fmla="*/ 113538 h 115821"/>
                          <a:gd name="connsiteX4" fmla="*/ 36004 w 162305"/>
                          <a:gd name="connsiteY4" fmla="*/ 109347 h 115821"/>
                          <a:gd name="connsiteX5" fmla="*/ 50959 w 162305"/>
                          <a:gd name="connsiteY5" fmla="*/ 102965 h 115821"/>
                          <a:gd name="connsiteX6" fmla="*/ 60864 w 162305"/>
                          <a:gd name="connsiteY6" fmla="*/ 97060 h 115821"/>
                          <a:gd name="connsiteX7" fmla="*/ 71247 w 162305"/>
                          <a:gd name="connsiteY7" fmla="*/ 89440 h 115821"/>
                          <a:gd name="connsiteX8" fmla="*/ 78962 w 162305"/>
                          <a:gd name="connsiteY8" fmla="*/ 83248 h 115821"/>
                          <a:gd name="connsiteX9" fmla="*/ 98584 w 162305"/>
                          <a:gd name="connsiteY9" fmla="*/ 68771 h 115821"/>
                          <a:gd name="connsiteX10" fmla="*/ 108966 w 162305"/>
                          <a:gd name="connsiteY10" fmla="*/ 61627 h 115821"/>
                          <a:gd name="connsiteX11" fmla="*/ 119253 w 162305"/>
                          <a:gd name="connsiteY11" fmla="*/ 54673 h 115821"/>
                          <a:gd name="connsiteX12" fmla="*/ 123730 w 162305"/>
                          <a:gd name="connsiteY12" fmla="*/ 51435 h 115821"/>
                          <a:gd name="connsiteX13" fmla="*/ 143827 w 162305"/>
                          <a:gd name="connsiteY13" fmla="*/ 32099 h 115821"/>
                          <a:gd name="connsiteX14" fmla="*/ 157734 w 162305"/>
                          <a:gd name="connsiteY14" fmla="*/ 8477 h 115821"/>
                          <a:gd name="connsiteX15" fmla="*/ 162210 w 162305"/>
                          <a:gd name="connsiteY15" fmla="*/ 286 h 115821"/>
                          <a:gd name="connsiteX16" fmla="*/ 162306 w 162305"/>
                          <a:gd name="connsiteY16" fmla="*/ 0 h 115821"/>
                          <a:gd name="connsiteX17" fmla="*/ 110299 w 162305"/>
                          <a:gd name="connsiteY17" fmla="*/ 26479 h 115821"/>
                          <a:gd name="connsiteX18" fmla="*/ 97060 w 162305"/>
                          <a:gd name="connsiteY18" fmla="*/ 35242 h 115821"/>
                          <a:gd name="connsiteX19" fmla="*/ 84487 w 162305"/>
                          <a:gd name="connsiteY19" fmla="*/ 43815 h 115821"/>
                          <a:gd name="connsiteX20" fmla="*/ 61150 w 162305"/>
                          <a:gd name="connsiteY20" fmla="*/ 62674 h 1158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62305" h="115821">
                            <a:moveTo>
                              <a:pt x="61150" y="62674"/>
                            </a:moveTo>
                            <a:cubicBezTo>
                              <a:pt x="41053" y="81248"/>
                              <a:pt x="21717" y="102298"/>
                              <a:pt x="0" y="113728"/>
                            </a:cubicBezTo>
                            <a:cubicBezTo>
                              <a:pt x="2857" y="115443"/>
                              <a:pt x="6191" y="116205"/>
                              <a:pt x="9334" y="115633"/>
                            </a:cubicBezTo>
                            <a:cubicBezTo>
                              <a:pt x="13335" y="114871"/>
                              <a:pt x="17145" y="114205"/>
                              <a:pt x="20764" y="113538"/>
                            </a:cubicBezTo>
                            <a:cubicBezTo>
                              <a:pt x="26098" y="112490"/>
                              <a:pt x="31146" y="111157"/>
                              <a:pt x="36004" y="109347"/>
                            </a:cubicBezTo>
                            <a:cubicBezTo>
                              <a:pt x="41053" y="107728"/>
                              <a:pt x="46101" y="105727"/>
                              <a:pt x="50959" y="102965"/>
                            </a:cubicBezTo>
                            <a:cubicBezTo>
                              <a:pt x="54007" y="101060"/>
                              <a:pt x="57531" y="99346"/>
                              <a:pt x="60864" y="97060"/>
                            </a:cubicBezTo>
                            <a:cubicBezTo>
                              <a:pt x="64198" y="94869"/>
                              <a:pt x="67532" y="92202"/>
                              <a:pt x="71247" y="89440"/>
                            </a:cubicBezTo>
                            <a:cubicBezTo>
                              <a:pt x="73437" y="87725"/>
                              <a:pt x="76105" y="85630"/>
                              <a:pt x="78962" y="83248"/>
                            </a:cubicBezTo>
                            <a:cubicBezTo>
                              <a:pt x="84867" y="78962"/>
                              <a:pt x="91535" y="73628"/>
                              <a:pt x="98584" y="68771"/>
                            </a:cubicBezTo>
                            <a:cubicBezTo>
                              <a:pt x="101918" y="66199"/>
                              <a:pt x="105632" y="63913"/>
                              <a:pt x="108966" y="61627"/>
                            </a:cubicBezTo>
                            <a:cubicBezTo>
                              <a:pt x="112680" y="59055"/>
                              <a:pt x="116205" y="56769"/>
                              <a:pt x="119253" y="54673"/>
                            </a:cubicBezTo>
                            <a:cubicBezTo>
                              <a:pt x="120872" y="53530"/>
                              <a:pt x="122396" y="52388"/>
                              <a:pt x="123730" y="51435"/>
                            </a:cubicBezTo>
                            <a:cubicBezTo>
                              <a:pt x="133064" y="44386"/>
                              <a:pt x="139160" y="38005"/>
                              <a:pt x="143827" y="32099"/>
                            </a:cubicBezTo>
                            <a:cubicBezTo>
                              <a:pt x="150114" y="23908"/>
                              <a:pt x="153352" y="16573"/>
                              <a:pt x="157734" y="8477"/>
                            </a:cubicBezTo>
                            <a:cubicBezTo>
                              <a:pt x="159068" y="5810"/>
                              <a:pt x="160591" y="3143"/>
                              <a:pt x="162210" y="286"/>
                            </a:cubicBezTo>
                            <a:lnTo>
                              <a:pt x="162306" y="0"/>
                            </a:lnTo>
                            <a:cubicBezTo>
                              <a:pt x="144494" y="2667"/>
                              <a:pt x="127635" y="14764"/>
                              <a:pt x="110299" y="26479"/>
                            </a:cubicBezTo>
                            <a:lnTo>
                              <a:pt x="97060" y="35242"/>
                            </a:lnTo>
                            <a:cubicBezTo>
                              <a:pt x="92869" y="38100"/>
                              <a:pt x="88582" y="40862"/>
                              <a:pt x="84487" y="43815"/>
                            </a:cubicBezTo>
                            <a:cubicBezTo>
                              <a:pt x="76105" y="49816"/>
                              <a:pt x="68389" y="56197"/>
                              <a:pt x="61150" y="6267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84" name="Forme libre : forme 11883">
                        <a:extLst>
                          <a:ext uri="{FF2B5EF4-FFF2-40B4-BE49-F238E27FC236}">
                            <a16:creationId xmlns:a16="http://schemas.microsoft.com/office/drawing/2014/main" id="{5125A471-E811-43C5-A0DE-6BB866425B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77696" y="1817296"/>
                        <a:ext cx="80919" cy="58567"/>
                      </a:xfrm>
                      <a:custGeom>
                        <a:avLst/>
                        <a:gdLst>
                          <a:gd name="connsiteX0" fmla="*/ 80230 w 80919"/>
                          <a:gd name="connsiteY0" fmla="*/ 2169 h 58567"/>
                          <a:gd name="connsiteX1" fmla="*/ 69086 w 80919"/>
                          <a:gd name="connsiteY1" fmla="*/ 21505 h 58567"/>
                          <a:gd name="connsiteX2" fmla="*/ 55941 w 80919"/>
                          <a:gd name="connsiteY2" fmla="*/ 32554 h 58567"/>
                          <a:gd name="connsiteX3" fmla="*/ 45369 w 80919"/>
                          <a:gd name="connsiteY3" fmla="*/ 40079 h 58567"/>
                          <a:gd name="connsiteX4" fmla="*/ 22223 w 80919"/>
                          <a:gd name="connsiteY4" fmla="*/ 53509 h 58567"/>
                          <a:gd name="connsiteX5" fmla="*/ 1363 w 80919"/>
                          <a:gd name="connsiteY5" fmla="*/ 56652 h 58567"/>
                          <a:gd name="connsiteX6" fmla="*/ 9269 w 80919"/>
                          <a:gd name="connsiteY6" fmla="*/ 37126 h 58567"/>
                          <a:gd name="connsiteX7" fmla="*/ 31462 w 80919"/>
                          <a:gd name="connsiteY7" fmla="*/ 19505 h 58567"/>
                          <a:gd name="connsiteX8" fmla="*/ 42797 w 80919"/>
                          <a:gd name="connsiteY8" fmla="*/ 12932 h 58567"/>
                          <a:gd name="connsiteX9" fmla="*/ 57465 w 80919"/>
                          <a:gd name="connsiteY9" fmla="*/ 5408 h 58567"/>
                          <a:gd name="connsiteX10" fmla="*/ 80230 w 80919"/>
                          <a:gd name="connsiteY10" fmla="*/ 2169 h 585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0919" h="58567">
                            <a:moveTo>
                              <a:pt x="80230" y="2169"/>
                            </a:moveTo>
                            <a:cubicBezTo>
                              <a:pt x="82992" y="6360"/>
                              <a:pt x="77087" y="13790"/>
                              <a:pt x="69086" y="21505"/>
                            </a:cubicBezTo>
                            <a:cubicBezTo>
                              <a:pt x="65086" y="25315"/>
                              <a:pt x="60418" y="29220"/>
                              <a:pt x="55941" y="32554"/>
                            </a:cubicBezTo>
                            <a:cubicBezTo>
                              <a:pt x="51464" y="35888"/>
                              <a:pt x="47940" y="38364"/>
                              <a:pt x="45369" y="40079"/>
                            </a:cubicBezTo>
                            <a:cubicBezTo>
                              <a:pt x="40225" y="43508"/>
                              <a:pt x="30795" y="49127"/>
                              <a:pt x="22223" y="53509"/>
                            </a:cubicBezTo>
                            <a:cubicBezTo>
                              <a:pt x="13364" y="57605"/>
                              <a:pt x="5268" y="60748"/>
                              <a:pt x="1363" y="56652"/>
                            </a:cubicBezTo>
                            <a:cubicBezTo>
                              <a:pt x="-2351" y="52747"/>
                              <a:pt x="1935" y="44555"/>
                              <a:pt x="9269" y="37126"/>
                            </a:cubicBezTo>
                            <a:cubicBezTo>
                              <a:pt x="16317" y="29411"/>
                              <a:pt x="26224" y="22648"/>
                              <a:pt x="31462" y="19505"/>
                            </a:cubicBezTo>
                            <a:cubicBezTo>
                              <a:pt x="34034" y="17981"/>
                              <a:pt x="38225" y="15409"/>
                              <a:pt x="42797" y="12932"/>
                            </a:cubicBezTo>
                            <a:cubicBezTo>
                              <a:pt x="47273" y="10551"/>
                              <a:pt x="52417" y="7789"/>
                              <a:pt x="57465" y="5408"/>
                            </a:cubicBezTo>
                            <a:cubicBezTo>
                              <a:pt x="67372" y="645"/>
                              <a:pt x="77373" y="-2212"/>
                              <a:pt x="80230" y="216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85" name="Forme libre : forme 11884">
                        <a:extLst>
                          <a:ext uri="{FF2B5EF4-FFF2-40B4-BE49-F238E27FC236}">
                            <a16:creationId xmlns:a16="http://schemas.microsoft.com/office/drawing/2014/main" id="{8B1BD830-D2B2-465B-9DFA-DBF644B015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76909" y="1844516"/>
                        <a:ext cx="62824" cy="30995"/>
                      </a:xfrm>
                      <a:custGeom>
                        <a:avLst/>
                        <a:gdLst>
                          <a:gd name="connsiteX0" fmla="*/ 11580 w 62824"/>
                          <a:gd name="connsiteY0" fmla="*/ 8763 h 30995"/>
                          <a:gd name="connsiteX1" fmla="*/ 1769 w 62824"/>
                          <a:gd name="connsiteY1" fmla="*/ 29813 h 30995"/>
                          <a:gd name="connsiteX2" fmla="*/ 46536 w 62824"/>
                          <a:gd name="connsiteY2" fmla="*/ 12573 h 30995"/>
                          <a:gd name="connsiteX3" fmla="*/ 54442 w 62824"/>
                          <a:gd name="connsiteY3" fmla="*/ 6858 h 30995"/>
                          <a:gd name="connsiteX4" fmla="*/ 62824 w 62824"/>
                          <a:gd name="connsiteY4" fmla="*/ 0 h 30995"/>
                          <a:gd name="connsiteX5" fmla="*/ 53013 w 62824"/>
                          <a:gd name="connsiteY5" fmla="*/ 5525 h 30995"/>
                          <a:gd name="connsiteX6" fmla="*/ 11580 w 62824"/>
                          <a:gd name="connsiteY6" fmla="*/ 8763 h 309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2824" h="30995">
                            <a:moveTo>
                              <a:pt x="11580" y="8763"/>
                            </a:moveTo>
                            <a:cubicBezTo>
                              <a:pt x="7674" y="13907"/>
                              <a:pt x="-4518" y="26099"/>
                              <a:pt x="1769" y="29813"/>
                            </a:cubicBezTo>
                            <a:cubicBezTo>
                              <a:pt x="11675" y="35243"/>
                              <a:pt x="33392" y="20669"/>
                              <a:pt x="46536" y="12573"/>
                            </a:cubicBezTo>
                            <a:cubicBezTo>
                              <a:pt x="48441" y="11335"/>
                              <a:pt x="51394" y="9239"/>
                              <a:pt x="54442" y="6858"/>
                            </a:cubicBezTo>
                            <a:cubicBezTo>
                              <a:pt x="57680" y="4477"/>
                              <a:pt x="60919" y="1905"/>
                              <a:pt x="62824" y="0"/>
                            </a:cubicBezTo>
                            <a:cubicBezTo>
                              <a:pt x="60252" y="1619"/>
                              <a:pt x="55776" y="4477"/>
                              <a:pt x="53013" y="5525"/>
                            </a:cubicBezTo>
                            <a:cubicBezTo>
                              <a:pt x="37869" y="10763"/>
                              <a:pt x="19676" y="17526"/>
                              <a:pt x="11580" y="8763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86" name="Forme libre : forme 11885">
                        <a:extLst>
                          <a:ext uri="{FF2B5EF4-FFF2-40B4-BE49-F238E27FC236}">
                            <a16:creationId xmlns:a16="http://schemas.microsoft.com/office/drawing/2014/main" id="{A3BAAAC8-0DBA-4F6F-9CA0-42B952302C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83033" y="1816118"/>
                        <a:ext cx="80776" cy="58530"/>
                      </a:xfrm>
                      <a:custGeom>
                        <a:avLst/>
                        <a:gdLst>
                          <a:gd name="connsiteX0" fmla="*/ 80608 w 80776"/>
                          <a:gd name="connsiteY0" fmla="*/ 2871 h 58530"/>
                          <a:gd name="connsiteX1" fmla="*/ 68511 w 80776"/>
                          <a:gd name="connsiteY1" fmla="*/ 22588 h 58530"/>
                          <a:gd name="connsiteX2" fmla="*/ 56129 w 80776"/>
                          <a:gd name="connsiteY2" fmla="*/ 33351 h 58530"/>
                          <a:gd name="connsiteX3" fmla="*/ 49937 w 80776"/>
                          <a:gd name="connsiteY3" fmla="*/ 37923 h 58530"/>
                          <a:gd name="connsiteX4" fmla="*/ 45270 w 80776"/>
                          <a:gd name="connsiteY4" fmla="*/ 41257 h 58530"/>
                          <a:gd name="connsiteX5" fmla="*/ 1550 w 80776"/>
                          <a:gd name="connsiteY5" fmla="*/ 56687 h 58530"/>
                          <a:gd name="connsiteX6" fmla="*/ 9551 w 80776"/>
                          <a:gd name="connsiteY6" fmla="*/ 37447 h 58530"/>
                          <a:gd name="connsiteX7" fmla="*/ 31649 w 80776"/>
                          <a:gd name="connsiteY7" fmla="*/ 20397 h 58530"/>
                          <a:gd name="connsiteX8" fmla="*/ 58224 w 80776"/>
                          <a:gd name="connsiteY8" fmla="*/ 5443 h 58530"/>
                          <a:gd name="connsiteX9" fmla="*/ 80608 w 80776"/>
                          <a:gd name="connsiteY9" fmla="*/ 2871 h 585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0776" h="58530">
                            <a:moveTo>
                              <a:pt x="80608" y="2871"/>
                            </a:moveTo>
                            <a:cubicBezTo>
                              <a:pt x="81846" y="7919"/>
                              <a:pt x="76131" y="15063"/>
                              <a:pt x="68511" y="22588"/>
                            </a:cubicBezTo>
                            <a:cubicBezTo>
                              <a:pt x="64701" y="26303"/>
                              <a:pt x="60320" y="30113"/>
                              <a:pt x="56129" y="33351"/>
                            </a:cubicBezTo>
                            <a:cubicBezTo>
                              <a:pt x="53937" y="34970"/>
                              <a:pt x="51842" y="36494"/>
                              <a:pt x="49937" y="37923"/>
                            </a:cubicBezTo>
                            <a:cubicBezTo>
                              <a:pt x="48127" y="39161"/>
                              <a:pt x="46604" y="40304"/>
                              <a:pt x="45270" y="41257"/>
                            </a:cubicBezTo>
                            <a:cubicBezTo>
                              <a:pt x="34126" y="48401"/>
                              <a:pt x="9551" y="63831"/>
                              <a:pt x="1550" y="56687"/>
                            </a:cubicBezTo>
                            <a:cubicBezTo>
                              <a:pt x="-2641" y="52782"/>
                              <a:pt x="2217" y="44972"/>
                              <a:pt x="9551" y="37447"/>
                            </a:cubicBezTo>
                            <a:cubicBezTo>
                              <a:pt x="16980" y="30017"/>
                              <a:pt x="26887" y="23255"/>
                              <a:pt x="31649" y="20397"/>
                            </a:cubicBezTo>
                            <a:cubicBezTo>
                              <a:pt x="36602" y="17254"/>
                              <a:pt x="47556" y="10777"/>
                              <a:pt x="58224" y="5443"/>
                            </a:cubicBezTo>
                            <a:cubicBezTo>
                              <a:pt x="69082" y="204"/>
                              <a:pt x="79370" y="-2368"/>
                              <a:pt x="80608" y="28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87" name="Forme libre : forme 11886">
                        <a:extLst>
                          <a:ext uri="{FF2B5EF4-FFF2-40B4-BE49-F238E27FC236}">
                            <a16:creationId xmlns:a16="http://schemas.microsoft.com/office/drawing/2014/main" id="{682F680A-EB16-4D42-81BF-5F4A874A63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229" y="1841257"/>
                        <a:ext cx="107548" cy="66190"/>
                      </a:xfrm>
                      <a:custGeom>
                        <a:avLst/>
                        <a:gdLst>
                          <a:gd name="connsiteX0" fmla="*/ 7159 w 107548"/>
                          <a:gd name="connsiteY0" fmla="*/ 64790 h 66190"/>
                          <a:gd name="connsiteX1" fmla="*/ 24209 w 107548"/>
                          <a:gd name="connsiteY1" fmla="*/ 64028 h 66190"/>
                          <a:gd name="connsiteX2" fmla="*/ 64881 w 107548"/>
                          <a:gd name="connsiteY2" fmla="*/ 48122 h 66190"/>
                          <a:gd name="connsiteX3" fmla="*/ 98504 w 107548"/>
                          <a:gd name="connsiteY3" fmla="*/ 21547 h 66190"/>
                          <a:gd name="connsiteX4" fmla="*/ 105171 w 107548"/>
                          <a:gd name="connsiteY4" fmla="*/ 687 h 66190"/>
                          <a:gd name="connsiteX5" fmla="*/ 89360 w 107548"/>
                          <a:gd name="connsiteY5" fmla="*/ 4211 h 66190"/>
                          <a:gd name="connsiteX6" fmla="*/ 47831 w 107548"/>
                          <a:gd name="connsiteY6" fmla="*/ 15737 h 66190"/>
                          <a:gd name="connsiteX7" fmla="*/ 27257 w 107548"/>
                          <a:gd name="connsiteY7" fmla="*/ 20594 h 66190"/>
                          <a:gd name="connsiteX8" fmla="*/ 7350 w 107548"/>
                          <a:gd name="connsiteY8" fmla="*/ 34310 h 66190"/>
                          <a:gd name="connsiteX9" fmla="*/ 7159 w 107548"/>
                          <a:gd name="connsiteY9" fmla="*/ 64790 h 66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07548" h="66190">
                            <a:moveTo>
                              <a:pt x="7159" y="64790"/>
                            </a:moveTo>
                            <a:cubicBezTo>
                              <a:pt x="13636" y="66981"/>
                              <a:pt x="16684" y="66505"/>
                              <a:pt x="24209" y="64028"/>
                            </a:cubicBezTo>
                            <a:cubicBezTo>
                              <a:pt x="38592" y="59456"/>
                              <a:pt x="50308" y="56885"/>
                              <a:pt x="64881" y="48122"/>
                            </a:cubicBezTo>
                            <a:cubicBezTo>
                              <a:pt x="77168" y="40883"/>
                              <a:pt x="89741" y="31453"/>
                              <a:pt x="98504" y="21547"/>
                            </a:cubicBezTo>
                            <a:cubicBezTo>
                              <a:pt x="106029" y="13546"/>
                              <a:pt x="110601" y="4306"/>
                              <a:pt x="105171" y="687"/>
                            </a:cubicBezTo>
                            <a:cubicBezTo>
                              <a:pt x="101742" y="-1599"/>
                              <a:pt x="95361" y="2402"/>
                              <a:pt x="89360" y="4211"/>
                            </a:cubicBezTo>
                            <a:cubicBezTo>
                              <a:pt x="75549" y="8307"/>
                              <a:pt x="62785" y="12689"/>
                              <a:pt x="47831" y="15737"/>
                            </a:cubicBezTo>
                            <a:cubicBezTo>
                              <a:pt x="41354" y="16880"/>
                              <a:pt x="34306" y="17927"/>
                              <a:pt x="27257" y="20594"/>
                            </a:cubicBezTo>
                            <a:cubicBezTo>
                              <a:pt x="20018" y="22976"/>
                              <a:pt x="13255" y="27357"/>
                              <a:pt x="7350" y="34310"/>
                            </a:cubicBezTo>
                            <a:cubicBezTo>
                              <a:pt x="-2937" y="47550"/>
                              <a:pt x="-1890" y="62028"/>
                              <a:pt x="7159" y="6479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88" name="Forme libre : forme 11887">
                        <a:extLst>
                          <a:ext uri="{FF2B5EF4-FFF2-40B4-BE49-F238E27FC236}">
                            <a16:creationId xmlns:a16="http://schemas.microsoft.com/office/drawing/2014/main" id="{3F067A83-C945-4198-AA6B-4C83707A0D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56078" y="1848664"/>
                        <a:ext cx="26977" cy="33253"/>
                      </a:xfrm>
                      <a:custGeom>
                        <a:avLst/>
                        <a:gdLst>
                          <a:gd name="connsiteX0" fmla="*/ 1073 w 26977"/>
                          <a:gd name="connsiteY0" fmla="*/ 28046 h 33253"/>
                          <a:gd name="connsiteX1" fmla="*/ 121 w 26977"/>
                          <a:gd name="connsiteY1" fmla="*/ 32523 h 33253"/>
                          <a:gd name="connsiteX2" fmla="*/ 3931 w 26977"/>
                          <a:gd name="connsiteY2" fmla="*/ 32142 h 33253"/>
                          <a:gd name="connsiteX3" fmla="*/ 9265 w 26977"/>
                          <a:gd name="connsiteY3" fmla="*/ 27093 h 33253"/>
                          <a:gd name="connsiteX4" fmla="*/ 21266 w 26977"/>
                          <a:gd name="connsiteY4" fmla="*/ 13568 h 33253"/>
                          <a:gd name="connsiteX5" fmla="*/ 25267 w 26977"/>
                          <a:gd name="connsiteY5" fmla="*/ 8234 h 33253"/>
                          <a:gd name="connsiteX6" fmla="*/ 16790 w 26977"/>
                          <a:gd name="connsiteY6" fmla="*/ 4138 h 33253"/>
                          <a:gd name="connsiteX7" fmla="*/ 1073 w 26977"/>
                          <a:gd name="connsiteY7" fmla="*/ 28046 h 332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977" h="33253">
                            <a:moveTo>
                              <a:pt x="1073" y="28046"/>
                            </a:moveTo>
                            <a:cubicBezTo>
                              <a:pt x="312" y="29951"/>
                              <a:pt x="-260" y="31284"/>
                              <a:pt x="121" y="32523"/>
                            </a:cubicBezTo>
                            <a:cubicBezTo>
                              <a:pt x="502" y="33761"/>
                              <a:pt x="2216" y="33285"/>
                              <a:pt x="3931" y="32142"/>
                            </a:cubicBezTo>
                            <a:cubicBezTo>
                              <a:pt x="5646" y="30999"/>
                              <a:pt x="7741" y="28808"/>
                              <a:pt x="9265" y="27093"/>
                            </a:cubicBezTo>
                            <a:cubicBezTo>
                              <a:pt x="13170" y="22521"/>
                              <a:pt x="17742" y="18140"/>
                              <a:pt x="21266" y="13568"/>
                            </a:cubicBezTo>
                            <a:cubicBezTo>
                              <a:pt x="22695" y="11663"/>
                              <a:pt x="24220" y="10044"/>
                              <a:pt x="25267" y="8234"/>
                            </a:cubicBezTo>
                            <a:cubicBezTo>
                              <a:pt x="29363" y="804"/>
                              <a:pt x="25934" y="-3768"/>
                              <a:pt x="16790" y="4138"/>
                            </a:cubicBezTo>
                            <a:cubicBezTo>
                              <a:pt x="10122" y="10615"/>
                              <a:pt x="4122" y="20331"/>
                              <a:pt x="1073" y="2804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89" name="Forme libre : forme 11888">
                        <a:extLst>
                          <a:ext uri="{FF2B5EF4-FFF2-40B4-BE49-F238E27FC236}">
                            <a16:creationId xmlns:a16="http://schemas.microsoft.com/office/drawing/2014/main" id="{F1D02812-2972-41AE-B24F-B5D6EB5A04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55544" y="1811464"/>
                        <a:ext cx="34385" cy="50577"/>
                      </a:xfrm>
                      <a:custGeom>
                        <a:avLst/>
                        <a:gdLst>
                          <a:gd name="connsiteX0" fmla="*/ 34385 w 34385"/>
                          <a:gd name="connsiteY0" fmla="*/ 0 h 50577"/>
                          <a:gd name="connsiteX1" fmla="*/ 20764 w 34385"/>
                          <a:gd name="connsiteY1" fmla="*/ 24098 h 50577"/>
                          <a:gd name="connsiteX2" fmla="*/ 0 w 34385"/>
                          <a:gd name="connsiteY2" fmla="*/ 50578 h 50577"/>
                          <a:gd name="connsiteX3" fmla="*/ 34385 w 34385"/>
                          <a:gd name="connsiteY3" fmla="*/ 0 h 50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4385" h="50577">
                            <a:moveTo>
                              <a:pt x="34385" y="0"/>
                            </a:moveTo>
                            <a:cubicBezTo>
                              <a:pt x="31909" y="7620"/>
                              <a:pt x="26575" y="15431"/>
                              <a:pt x="20764" y="24098"/>
                            </a:cubicBezTo>
                            <a:cubicBezTo>
                              <a:pt x="14859" y="32766"/>
                              <a:pt x="7144" y="42482"/>
                              <a:pt x="0" y="50578"/>
                            </a:cubicBezTo>
                            <a:cubicBezTo>
                              <a:pt x="15621" y="32957"/>
                              <a:pt x="22574" y="13335"/>
                              <a:pt x="3438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90" name="Forme libre : forme 11889">
                        <a:extLst>
                          <a:ext uri="{FF2B5EF4-FFF2-40B4-BE49-F238E27FC236}">
                            <a16:creationId xmlns:a16="http://schemas.microsoft.com/office/drawing/2014/main" id="{75A199BF-940E-4347-BB56-1F08960786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25623" y="1845087"/>
                        <a:ext cx="31337" cy="70294"/>
                      </a:xfrm>
                      <a:custGeom>
                        <a:avLst/>
                        <a:gdLst>
                          <a:gd name="connsiteX0" fmla="*/ 31338 w 31337"/>
                          <a:gd name="connsiteY0" fmla="*/ 0 h 70294"/>
                          <a:gd name="connsiteX1" fmla="*/ 0 w 31337"/>
                          <a:gd name="connsiteY1" fmla="*/ 70294 h 70294"/>
                          <a:gd name="connsiteX2" fmla="*/ 9430 w 31337"/>
                          <a:gd name="connsiteY2" fmla="*/ 35052 h 70294"/>
                          <a:gd name="connsiteX3" fmla="*/ 19527 w 31337"/>
                          <a:gd name="connsiteY3" fmla="*/ 16573 h 70294"/>
                          <a:gd name="connsiteX4" fmla="*/ 31338 w 31337"/>
                          <a:gd name="connsiteY4" fmla="*/ 0 h 702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337" h="70294">
                            <a:moveTo>
                              <a:pt x="31338" y="0"/>
                            </a:moveTo>
                            <a:cubicBezTo>
                              <a:pt x="9525" y="20955"/>
                              <a:pt x="1143" y="48863"/>
                              <a:pt x="0" y="70294"/>
                            </a:cubicBezTo>
                            <a:cubicBezTo>
                              <a:pt x="381" y="60388"/>
                              <a:pt x="3334" y="47434"/>
                              <a:pt x="9430" y="35052"/>
                            </a:cubicBezTo>
                            <a:cubicBezTo>
                              <a:pt x="12192" y="28670"/>
                              <a:pt x="15716" y="22479"/>
                              <a:pt x="19527" y="16573"/>
                            </a:cubicBezTo>
                            <a:cubicBezTo>
                              <a:pt x="23146" y="10573"/>
                              <a:pt x="27242" y="5048"/>
                              <a:pt x="313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91" name="Forme libre : forme 11890">
                        <a:extLst>
                          <a:ext uri="{FF2B5EF4-FFF2-40B4-BE49-F238E27FC236}">
                            <a16:creationId xmlns:a16="http://schemas.microsoft.com/office/drawing/2014/main" id="{07CB1F2D-8E97-43C6-841A-963132D51E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05918" y="1827505"/>
                        <a:ext cx="31814" cy="18754"/>
                      </a:xfrm>
                      <a:custGeom>
                        <a:avLst/>
                        <a:gdLst>
                          <a:gd name="connsiteX0" fmla="*/ 31814 w 31814"/>
                          <a:gd name="connsiteY0" fmla="*/ 1485 h 18754"/>
                          <a:gd name="connsiteX1" fmla="*/ 15146 w 31814"/>
                          <a:gd name="connsiteY1" fmla="*/ 14249 h 18754"/>
                          <a:gd name="connsiteX2" fmla="*/ 1 w 31814"/>
                          <a:gd name="connsiteY2" fmla="*/ 17011 h 18754"/>
                          <a:gd name="connsiteX3" fmla="*/ 16003 w 31814"/>
                          <a:gd name="connsiteY3" fmla="*/ 5010 h 18754"/>
                          <a:gd name="connsiteX4" fmla="*/ 31814 w 31814"/>
                          <a:gd name="connsiteY4" fmla="*/ 1485 h 18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814" h="18754">
                            <a:moveTo>
                              <a:pt x="31814" y="1485"/>
                            </a:moveTo>
                            <a:cubicBezTo>
                              <a:pt x="31910" y="5772"/>
                              <a:pt x="19051" y="12248"/>
                              <a:pt x="15146" y="14249"/>
                            </a:cubicBezTo>
                            <a:cubicBezTo>
                              <a:pt x="11241" y="16154"/>
                              <a:pt x="-94" y="21488"/>
                              <a:pt x="1" y="17011"/>
                            </a:cubicBezTo>
                            <a:cubicBezTo>
                              <a:pt x="1" y="12344"/>
                              <a:pt x="12384" y="6724"/>
                              <a:pt x="16003" y="5010"/>
                            </a:cubicBezTo>
                            <a:cubicBezTo>
                              <a:pt x="19717" y="3390"/>
                              <a:pt x="31814" y="-2801"/>
                              <a:pt x="31814" y="148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92" name="Forme libre : forme 11891">
                        <a:extLst>
                          <a:ext uri="{FF2B5EF4-FFF2-40B4-BE49-F238E27FC236}">
                            <a16:creationId xmlns:a16="http://schemas.microsoft.com/office/drawing/2014/main" id="{A239ADC3-99FC-4915-93FC-CC935B7366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33195" y="1824815"/>
                        <a:ext cx="8878" cy="6217"/>
                      </a:xfrm>
                      <a:custGeom>
                        <a:avLst/>
                        <a:gdLst>
                          <a:gd name="connsiteX0" fmla="*/ 8634 w 8878"/>
                          <a:gd name="connsiteY0" fmla="*/ 270 h 6217"/>
                          <a:gd name="connsiteX1" fmla="*/ 5681 w 8878"/>
                          <a:gd name="connsiteY1" fmla="*/ 4270 h 6217"/>
                          <a:gd name="connsiteX2" fmla="*/ 252 w 8878"/>
                          <a:gd name="connsiteY2" fmla="*/ 5889 h 6217"/>
                          <a:gd name="connsiteX3" fmla="*/ 3014 w 8878"/>
                          <a:gd name="connsiteY3" fmla="*/ 1984 h 6217"/>
                          <a:gd name="connsiteX4" fmla="*/ 8634 w 8878"/>
                          <a:gd name="connsiteY4" fmla="*/ 270 h 62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78" h="6217">
                            <a:moveTo>
                              <a:pt x="8634" y="270"/>
                            </a:moveTo>
                            <a:cubicBezTo>
                              <a:pt x="9681" y="1222"/>
                              <a:pt x="7110" y="3318"/>
                              <a:pt x="5681" y="4270"/>
                            </a:cubicBezTo>
                            <a:cubicBezTo>
                              <a:pt x="4253" y="5223"/>
                              <a:pt x="1299" y="6937"/>
                              <a:pt x="252" y="5889"/>
                            </a:cubicBezTo>
                            <a:cubicBezTo>
                              <a:pt x="-796" y="4937"/>
                              <a:pt x="1681" y="2937"/>
                              <a:pt x="3014" y="1984"/>
                            </a:cubicBezTo>
                            <a:cubicBezTo>
                              <a:pt x="4538" y="1127"/>
                              <a:pt x="7586" y="-683"/>
                              <a:pt x="8634" y="27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93" name="Forme libre : forme 11892">
                        <a:extLst>
                          <a:ext uri="{FF2B5EF4-FFF2-40B4-BE49-F238E27FC236}">
                            <a16:creationId xmlns:a16="http://schemas.microsoft.com/office/drawing/2014/main" id="{42ECE1A6-5A70-4538-B53C-69DFECE394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93966" y="1799048"/>
                        <a:ext cx="90517" cy="30780"/>
                      </a:xfrm>
                      <a:custGeom>
                        <a:avLst/>
                        <a:gdLst>
                          <a:gd name="connsiteX0" fmla="*/ 62055 w 90517"/>
                          <a:gd name="connsiteY0" fmla="*/ 414 h 30780"/>
                          <a:gd name="connsiteX1" fmla="*/ 89487 w 90517"/>
                          <a:gd name="connsiteY1" fmla="*/ 4891 h 30780"/>
                          <a:gd name="connsiteX2" fmla="*/ 85391 w 90517"/>
                          <a:gd name="connsiteY2" fmla="*/ 12225 h 30780"/>
                          <a:gd name="connsiteX3" fmla="*/ 74533 w 90517"/>
                          <a:gd name="connsiteY3" fmla="*/ 13273 h 30780"/>
                          <a:gd name="connsiteX4" fmla="*/ 40624 w 90517"/>
                          <a:gd name="connsiteY4" fmla="*/ 18702 h 30780"/>
                          <a:gd name="connsiteX5" fmla="*/ 17573 w 90517"/>
                          <a:gd name="connsiteY5" fmla="*/ 27370 h 30780"/>
                          <a:gd name="connsiteX6" fmla="*/ 47 w 90517"/>
                          <a:gd name="connsiteY6" fmla="*/ 27751 h 30780"/>
                          <a:gd name="connsiteX7" fmla="*/ 5572 w 90517"/>
                          <a:gd name="connsiteY7" fmla="*/ 19559 h 30780"/>
                          <a:gd name="connsiteX8" fmla="*/ 16430 w 90517"/>
                          <a:gd name="connsiteY8" fmla="*/ 12035 h 30780"/>
                          <a:gd name="connsiteX9" fmla="*/ 37481 w 90517"/>
                          <a:gd name="connsiteY9" fmla="*/ 2700 h 30780"/>
                          <a:gd name="connsiteX10" fmla="*/ 62055 w 90517"/>
                          <a:gd name="connsiteY10" fmla="*/ 414 h 307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0517" h="30780">
                            <a:moveTo>
                              <a:pt x="62055" y="414"/>
                            </a:moveTo>
                            <a:cubicBezTo>
                              <a:pt x="73390" y="-538"/>
                              <a:pt x="82153" y="-157"/>
                              <a:pt x="89487" y="4891"/>
                            </a:cubicBezTo>
                            <a:cubicBezTo>
                              <a:pt x="92059" y="6796"/>
                              <a:pt x="89487" y="10606"/>
                              <a:pt x="85391" y="12225"/>
                            </a:cubicBezTo>
                            <a:cubicBezTo>
                              <a:pt x="81296" y="13845"/>
                              <a:pt x="78057" y="13463"/>
                              <a:pt x="74533" y="13273"/>
                            </a:cubicBezTo>
                            <a:cubicBezTo>
                              <a:pt x="63484" y="12702"/>
                              <a:pt x="52245" y="15464"/>
                              <a:pt x="40624" y="18702"/>
                            </a:cubicBezTo>
                            <a:cubicBezTo>
                              <a:pt x="36814" y="19845"/>
                              <a:pt x="27003" y="24322"/>
                              <a:pt x="17573" y="27370"/>
                            </a:cubicBezTo>
                            <a:cubicBezTo>
                              <a:pt x="7858" y="30609"/>
                              <a:pt x="-714" y="32895"/>
                              <a:pt x="47" y="27751"/>
                            </a:cubicBezTo>
                            <a:cubicBezTo>
                              <a:pt x="429" y="25084"/>
                              <a:pt x="2524" y="22322"/>
                              <a:pt x="5572" y="19559"/>
                            </a:cubicBezTo>
                            <a:cubicBezTo>
                              <a:pt x="8429" y="16988"/>
                              <a:pt x="13097" y="13845"/>
                              <a:pt x="16430" y="12035"/>
                            </a:cubicBezTo>
                            <a:cubicBezTo>
                              <a:pt x="23574" y="8034"/>
                              <a:pt x="32528" y="4129"/>
                              <a:pt x="37481" y="2700"/>
                            </a:cubicBezTo>
                            <a:cubicBezTo>
                              <a:pt x="47672" y="-443"/>
                              <a:pt x="53578" y="1081"/>
                              <a:pt x="62055" y="41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30" name="Graphique 1">
                      <a:extLst>
                        <a:ext uri="{FF2B5EF4-FFF2-40B4-BE49-F238E27FC236}">
                          <a16:creationId xmlns:a16="http://schemas.microsoft.com/office/drawing/2014/main" id="{BD6D51C5-42C8-477A-920B-5D087FE4A6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94145" y="1778139"/>
                      <a:ext cx="182269" cy="124858"/>
                      <a:chOff x="7794145" y="1778139"/>
                      <a:chExt cx="182269" cy="124858"/>
                    </a:xfrm>
                    <a:solidFill>
                      <a:schemeClr val="accent1"/>
                    </a:solidFill>
                  </p:grpSpPr>
                  <p:sp>
                    <p:nvSpPr>
                      <p:cNvPr id="11870" name="Forme libre : forme 11869">
                        <a:extLst>
                          <a:ext uri="{FF2B5EF4-FFF2-40B4-BE49-F238E27FC236}">
                            <a16:creationId xmlns:a16="http://schemas.microsoft.com/office/drawing/2014/main" id="{2327F933-E5E8-443E-B760-A0AA24C666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94145" y="1778139"/>
                        <a:ext cx="182269" cy="124858"/>
                      </a:xfrm>
                      <a:custGeom>
                        <a:avLst/>
                        <a:gdLst>
                          <a:gd name="connsiteX0" fmla="*/ 108561 w 182269"/>
                          <a:gd name="connsiteY0" fmla="*/ 99810 h 124858"/>
                          <a:gd name="connsiteX1" fmla="*/ 84844 w 182269"/>
                          <a:gd name="connsiteY1" fmla="*/ 86475 h 124858"/>
                          <a:gd name="connsiteX2" fmla="*/ 57697 w 182269"/>
                          <a:gd name="connsiteY2" fmla="*/ 75140 h 124858"/>
                          <a:gd name="connsiteX3" fmla="*/ 40171 w 182269"/>
                          <a:gd name="connsiteY3" fmla="*/ 67330 h 124858"/>
                          <a:gd name="connsiteX4" fmla="*/ 25979 w 182269"/>
                          <a:gd name="connsiteY4" fmla="*/ 58281 h 124858"/>
                          <a:gd name="connsiteX5" fmla="*/ 14073 w 182269"/>
                          <a:gd name="connsiteY5" fmla="*/ 47613 h 124858"/>
                          <a:gd name="connsiteX6" fmla="*/ 11310 w 182269"/>
                          <a:gd name="connsiteY6" fmla="*/ 44565 h 124858"/>
                          <a:gd name="connsiteX7" fmla="*/ 9215 w 182269"/>
                          <a:gd name="connsiteY7" fmla="*/ 41707 h 124858"/>
                          <a:gd name="connsiteX8" fmla="*/ 4357 w 182269"/>
                          <a:gd name="connsiteY8" fmla="*/ 35802 h 124858"/>
                          <a:gd name="connsiteX9" fmla="*/ 5024 w 182269"/>
                          <a:gd name="connsiteY9" fmla="*/ 14275 h 124858"/>
                          <a:gd name="connsiteX10" fmla="*/ 21978 w 182269"/>
                          <a:gd name="connsiteY10" fmla="*/ 5989 h 124858"/>
                          <a:gd name="connsiteX11" fmla="*/ 39029 w 182269"/>
                          <a:gd name="connsiteY11" fmla="*/ 1131 h 124858"/>
                          <a:gd name="connsiteX12" fmla="*/ 58745 w 182269"/>
                          <a:gd name="connsiteY12" fmla="*/ 83 h 124858"/>
                          <a:gd name="connsiteX13" fmla="*/ 81891 w 182269"/>
                          <a:gd name="connsiteY13" fmla="*/ 3893 h 124858"/>
                          <a:gd name="connsiteX14" fmla="*/ 117228 w 182269"/>
                          <a:gd name="connsiteY14" fmla="*/ 17133 h 124858"/>
                          <a:gd name="connsiteX15" fmla="*/ 136088 w 182269"/>
                          <a:gd name="connsiteY15" fmla="*/ 27515 h 124858"/>
                          <a:gd name="connsiteX16" fmla="*/ 151137 w 182269"/>
                          <a:gd name="connsiteY16" fmla="*/ 37993 h 124858"/>
                          <a:gd name="connsiteX17" fmla="*/ 178951 w 182269"/>
                          <a:gd name="connsiteY17" fmla="*/ 75902 h 124858"/>
                          <a:gd name="connsiteX18" fmla="*/ 182189 w 182269"/>
                          <a:gd name="connsiteY18" fmla="*/ 94381 h 124858"/>
                          <a:gd name="connsiteX19" fmla="*/ 180761 w 182269"/>
                          <a:gd name="connsiteY19" fmla="*/ 112097 h 124858"/>
                          <a:gd name="connsiteX20" fmla="*/ 163710 w 182269"/>
                          <a:gd name="connsiteY20" fmla="*/ 124480 h 124858"/>
                          <a:gd name="connsiteX21" fmla="*/ 108561 w 182269"/>
                          <a:gd name="connsiteY21" fmla="*/ 99810 h 1248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182269" h="124858">
                            <a:moveTo>
                              <a:pt x="108561" y="99810"/>
                            </a:moveTo>
                            <a:cubicBezTo>
                              <a:pt x="103036" y="96571"/>
                              <a:pt x="94750" y="90952"/>
                              <a:pt x="84844" y="86475"/>
                            </a:cubicBezTo>
                            <a:cubicBezTo>
                              <a:pt x="75319" y="81712"/>
                              <a:pt x="64651" y="77902"/>
                              <a:pt x="57697" y="75140"/>
                            </a:cubicBezTo>
                            <a:cubicBezTo>
                              <a:pt x="51220" y="72664"/>
                              <a:pt x="45315" y="70187"/>
                              <a:pt x="40171" y="67330"/>
                            </a:cubicBezTo>
                            <a:cubicBezTo>
                              <a:pt x="34837" y="64758"/>
                              <a:pt x="30265" y="61614"/>
                              <a:pt x="25979" y="58281"/>
                            </a:cubicBezTo>
                            <a:cubicBezTo>
                              <a:pt x="21693" y="55138"/>
                              <a:pt x="17787" y="51518"/>
                              <a:pt x="14073" y="47613"/>
                            </a:cubicBezTo>
                            <a:cubicBezTo>
                              <a:pt x="13216" y="46660"/>
                              <a:pt x="12263" y="45613"/>
                              <a:pt x="11310" y="44565"/>
                            </a:cubicBezTo>
                            <a:cubicBezTo>
                              <a:pt x="10644" y="43612"/>
                              <a:pt x="9977" y="42660"/>
                              <a:pt x="9215" y="41707"/>
                            </a:cubicBezTo>
                            <a:cubicBezTo>
                              <a:pt x="7786" y="39612"/>
                              <a:pt x="6167" y="37707"/>
                              <a:pt x="4357" y="35802"/>
                            </a:cubicBezTo>
                            <a:cubicBezTo>
                              <a:pt x="-596" y="30563"/>
                              <a:pt x="-2501" y="19514"/>
                              <a:pt x="5024" y="14275"/>
                            </a:cubicBezTo>
                            <a:cubicBezTo>
                              <a:pt x="10358" y="10465"/>
                              <a:pt x="17121" y="8084"/>
                              <a:pt x="21978" y="5989"/>
                            </a:cubicBezTo>
                            <a:cubicBezTo>
                              <a:pt x="27312" y="3893"/>
                              <a:pt x="33028" y="2083"/>
                              <a:pt x="39029" y="1131"/>
                            </a:cubicBezTo>
                            <a:cubicBezTo>
                              <a:pt x="45124" y="274"/>
                              <a:pt x="51602" y="-203"/>
                              <a:pt x="58745" y="83"/>
                            </a:cubicBezTo>
                            <a:cubicBezTo>
                              <a:pt x="65889" y="750"/>
                              <a:pt x="73509" y="1512"/>
                              <a:pt x="81891" y="3893"/>
                            </a:cubicBezTo>
                            <a:cubicBezTo>
                              <a:pt x="90845" y="6274"/>
                              <a:pt x="104179" y="10751"/>
                              <a:pt x="117228" y="17133"/>
                            </a:cubicBezTo>
                            <a:cubicBezTo>
                              <a:pt x="123801" y="20276"/>
                              <a:pt x="130278" y="23705"/>
                              <a:pt x="136088" y="27515"/>
                            </a:cubicBezTo>
                            <a:cubicBezTo>
                              <a:pt x="141994" y="30944"/>
                              <a:pt x="147042" y="34849"/>
                              <a:pt x="151137" y="37993"/>
                            </a:cubicBezTo>
                            <a:cubicBezTo>
                              <a:pt x="166282" y="49994"/>
                              <a:pt x="174950" y="63234"/>
                              <a:pt x="178951" y="75902"/>
                            </a:cubicBezTo>
                            <a:cubicBezTo>
                              <a:pt x="181046" y="82189"/>
                              <a:pt x="182189" y="88285"/>
                              <a:pt x="182189" y="94381"/>
                            </a:cubicBezTo>
                            <a:cubicBezTo>
                              <a:pt x="182475" y="100381"/>
                              <a:pt x="181999" y="106192"/>
                              <a:pt x="180761" y="112097"/>
                            </a:cubicBezTo>
                            <a:cubicBezTo>
                              <a:pt x="179236" y="120289"/>
                              <a:pt x="170854" y="126480"/>
                              <a:pt x="163710" y="124480"/>
                            </a:cubicBezTo>
                            <a:cubicBezTo>
                              <a:pt x="143232" y="118669"/>
                              <a:pt x="127802" y="112668"/>
                              <a:pt x="108561" y="9981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71" name="Forme libre : forme 11870">
                        <a:extLst>
                          <a:ext uri="{FF2B5EF4-FFF2-40B4-BE49-F238E27FC236}">
                            <a16:creationId xmlns:a16="http://schemas.microsoft.com/office/drawing/2014/main" id="{30192851-CAA9-408F-B273-ED6DD49B3D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94502" y="1805273"/>
                        <a:ext cx="164020" cy="97250"/>
                      </a:xfrm>
                      <a:custGeom>
                        <a:avLst/>
                        <a:gdLst>
                          <a:gd name="connsiteX0" fmla="*/ 75152 w 164020"/>
                          <a:gd name="connsiteY0" fmla="*/ 25527 h 97250"/>
                          <a:gd name="connsiteX1" fmla="*/ 35528 w 164020"/>
                          <a:gd name="connsiteY1" fmla="*/ 14288 h 97250"/>
                          <a:gd name="connsiteX2" fmla="*/ 16764 w 164020"/>
                          <a:gd name="connsiteY2" fmla="*/ 7525 h 97250"/>
                          <a:gd name="connsiteX3" fmla="*/ 0 w 164020"/>
                          <a:gd name="connsiteY3" fmla="*/ 0 h 97250"/>
                          <a:gd name="connsiteX4" fmla="*/ 4096 w 164020"/>
                          <a:gd name="connsiteY4" fmla="*/ 8572 h 97250"/>
                          <a:gd name="connsiteX5" fmla="*/ 10573 w 164020"/>
                          <a:gd name="connsiteY5" fmla="*/ 16669 h 97250"/>
                          <a:gd name="connsiteX6" fmla="*/ 35242 w 164020"/>
                          <a:gd name="connsiteY6" fmla="*/ 37624 h 97250"/>
                          <a:gd name="connsiteX7" fmla="*/ 57435 w 164020"/>
                          <a:gd name="connsiteY7" fmla="*/ 48006 h 97250"/>
                          <a:gd name="connsiteX8" fmla="*/ 66484 w 164020"/>
                          <a:gd name="connsiteY8" fmla="*/ 51435 h 97250"/>
                          <a:gd name="connsiteX9" fmla="*/ 104965 w 164020"/>
                          <a:gd name="connsiteY9" fmla="*/ 70580 h 97250"/>
                          <a:gd name="connsiteX10" fmla="*/ 108395 w 164020"/>
                          <a:gd name="connsiteY10" fmla="*/ 72676 h 97250"/>
                          <a:gd name="connsiteX11" fmla="*/ 118491 w 164020"/>
                          <a:gd name="connsiteY11" fmla="*/ 78867 h 97250"/>
                          <a:gd name="connsiteX12" fmla="*/ 127921 w 164020"/>
                          <a:gd name="connsiteY12" fmla="*/ 84011 h 97250"/>
                          <a:gd name="connsiteX13" fmla="*/ 154305 w 164020"/>
                          <a:gd name="connsiteY13" fmla="*/ 94488 h 97250"/>
                          <a:gd name="connsiteX14" fmla="*/ 163639 w 164020"/>
                          <a:gd name="connsiteY14" fmla="*/ 97250 h 97250"/>
                          <a:gd name="connsiteX15" fmla="*/ 164020 w 164020"/>
                          <a:gd name="connsiteY15" fmla="*/ 97250 h 97250"/>
                          <a:gd name="connsiteX16" fmla="*/ 127445 w 164020"/>
                          <a:gd name="connsiteY16" fmla="*/ 51816 h 97250"/>
                          <a:gd name="connsiteX17" fmla="*/ 75152 w 164020"/>
                          <a:gd name="connsiteY17" fmla="*/ 25527 h 97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64020" h="97250">
                            <a:moveTo>
                              <a:pt x="75152" y="25527"/>
                            </a:moveTo>
                            <a:cubicBezTo>
                              <a:pt x="62103" y="21812"/>
                              <a:pt x="48482" y="18288"/>
                              <a:pt x="35528" y="14288"/>
                            </a:cubicBezTo>
                            <a:cubicBezTo>
                              <a:pt x="29146" y="12001"/>
                              <a:pt x="22670" y="10192"/>
                              <a:pt x="16764" y="7525"/>
                            </a:cubicBezTo>
                            <a:cubicBezTo>
                              <a:pt x="10668" y="4667"/>
                              <a:pt x="5905" y="2381"/>
                              <a:pt x="0" y="0"/>
                            </a:cubicBezTo>
                            <a:cubicBezTo>
                              <a:pt x="571" y="3334"/>
                              <a:pt x="2000" y="6191"/>
                              <a:pt x="4096" y="8572"/>
                            </a:cubicBezTo>
                            <a:cubicBezTo>
                              <a:pt x="6572" y="11240"/>
                              <a:pt x="8667" y="14097"/>
                              <a:pt x="10573" y="16669"/>
                            </a:cubicBezTo>
                            <a:cubicBezTo>
                              <a:pt x="17430" y="24860"/>
                              <a:pt x="25527" y="31528"/>
                              <a:pt x="35242" y="37624"/>
                            </a:cubicBezTo>
                            <a:cubicBezTo>
                              <a:pt x="41720" y="41243"/>
                              <a:pt x="48863" y="44863"/>
                              <a:pt x="57435" y="48006"/>
                            </a:cubicBezTo>
                            <a:cubicBezTo>
                              <a:pt x="60007" y="49054"/>
                              <a:pt x="63055" y="50197"/>
                              <a:pt x="66484" y="51435"/>
                            </a:cubicBezTo>
                            <a:cubicBezTo>
                              <a:pt x="79629" y="56388"/>
                              <a:pt x="95821" y="64389"/>
                              <a:pt x="104965" y="70580"/>
                            </a:cubicBezTo>
                            <a:cubicBezTo>
                              <a:pt x="106203" y="71342"/>
                              <a:pt x="107346" y="72009"/>
                              <a:pt x="108395" y="72676"/>
                            </a:cubicBezTo>
                            <a:cubicBezTo>
                              <a:pt x="111919" y="74962"/>
                              <a:pt x="115157" y="77153"/>
                              <a:pt x="118491" y="78867"/>
                            </a:cubicBezTo>
                            <a:cubicBezTo>
                              <a:pt x="121539" y="80867"/>
                              <a:pt x="124682" y="82582"/>
                              <a:pt x="127921" y="84011"/>
                            </a:cubicBezTo>
                            <a:cubicBezTo>
                              <a:pt x="136303" y="88392"/>
                              <a:pt x="145066" y="91440"/>
                              <a:pt x="154305" y="94488"/>
                            </a:cubicBezTo>
                            <a:cubicBezTo>
                              <a:pt x="157258" y="95441"/>
                              <a:pt x="160401" y="96393"/>
                              <a:pt x="163639" y="97250"/>
                            </a:cubicBezTo>
                            <a:lnTo>
                              <a:pt x="164020" y="97250"/>
                            </a:lnTo>
                            <a:cubicBezTo>
                              <a:pt x="155353" y="79820"/>
                              <a:pt x="142875" y="64008"/>
                              <a:pt x="127445" y="51816"/>
                            </a:cubicBezTo>
                            <a:cubicBezTo>
                              <a:pt x="111919" y="39529"/>
                              <a:pt x="93726" y="30956"/>
                              <a:pt x="75152" y="2552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72" name="Forme libre : forme 11871">
                        <a:extLst>
                          <a:ext uri="{FF2B5EF4-FFF2-40B4-BE49-F238E27FC236}">
                            <a16:creationId xmlns:a16="http://schemas.microsoft.com/office/drawing/2014/main" id="{46E76ADE-F039-43BA-975F-2ED1850B2E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64585" y="1813889"/>
                        <a:ext cx="81746" cy="55665"/>
                      </a:xfrm>
                      <a:custGeom>
                        <a:avLst/>
                        <a:gdLst>
                          <a:gd name="connsiteX0" fmla="*/ 80412 w 81746"/>
                          <a:gd name="connsiteY0" fmla="*/ 54439 h 55665"/>
                          <a:gd name="connsiteX1" fmla="*/ 71934 w 81746"/>
                          <a:gd name="connsiteY1" fmla="*/ 54535 h 55665"/>
                          <a:gd name="connsiteX2" fmla="*/ 59647 w 81746"/>
                          <a:gd name="connsiteY2" fmla="*/ 48153 h 55665"/>
                          <a:gd name="connsiteX3" fmla="*/ 35644 w 81746"/>
                          <a:gd name="connsiteY3" fmla="*/ 34437 h 55665"/>
                          <a:gd name="connsiteX4" fmla="*/ 25643 w 81746"/>
                          <a:gd name="connsiteY4" fmla="*/ 28627 h 55665"/>
                          <a:gd name="connsiteX5" fmla="*/ 13451 w 81746"/>
                          <a:gd name="connsiteY5" fmla="*/ 21007 h 55665"/>
                          <a:gd name="connsiteX6" fmla="*/ 211 w 81746"/>
                          <a:gd name="connsiteY6" fmla="*/ 4719 h 55665"/>
                          <a:gd name="connsiteX7" fmla="*/ 21071 w 81746"/>
                          <a:gd name="connsiteY7" fmla="*/ 1576 h 55665"/>
                          <a:gd name="connsiteX8" fmla="*/ 36216 w 81746"/>
                          <a:gd name="connsiteY8" fmla="*/ 6814 h 55665"/>
                          <a:gd name="connsiteX9" fmla="*/ 47646 w 81746"/>
                          <a:gd name="connsiteY9" fmla="*/ 12720 h 55665"/>
                          <a:gd name="connsiteX10" fmla="*/ 71839 w 81746"/>
                          <a:gd name="connsiteY10" fmla="*/ 32532 h 55665"/>
                          <a:gd name="connsiteX11" fmla="*/ 80507 w 81746"/>
                          <a:gd name="connsiteY11" fmla="*/ 45486 h 55665"/>
                          <a:gd name="connsiteX12" fmla="*/ 80412 w 81746"/>
                          <a:gd name="connsiteY12" fmla="*/ 54439 h 556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81746" h="55665">
                            <a:moveTo>
                              <a:pt x="80412" y="54439"/>
                            </a:moveTo>
                            <a:cubicBezTo>
                              <a:pt x="78602" y="56154"/>
                              <a:pt x="75459" y="55963"/>
                              <a:pt x="71934" y="54535"/>
                            </a:cubicBezTo>
                            <a:cubicBezTo>
                              <a:pt x="68410" y="53106"/>
                              <a:pt x="64219" y="50629"/>
                              <a:pt x="59647" y="48153"/>
                            </a:cubicBezTo>
                            <a:cubicBezTo>
                              <a:pt x="50884" y="42819"/>
                              <a:pt x="40787" y="37294"/>
                              <a:pt x="35644" y="34437"/>
                            </a:cubicBezTo>
                            <a:cubicBezTo>
                              <a:pt x="33168" y="32818"/>
                              <a:pt x="29548" y="30912"/>
                              <a:pt x="25643" y="28627"/>
                            </a:cubicBezTo>
                            <a:cubicBezTo>
                              <a:pt x="21833" y="26245"/>
                              <a:pt x="17642" y="23674"/>
                              <a:pt x="13451" y="21007"/>
                            </a:cubicBezTo>
                            <a:cubicBezTo>
                              <a:pt x="5640" y="15387"/>
                              <a:pt x="-1313" y="10243"/>
                              <a:pt x="211" y="4719"/>
                            </a:cubicBezTo>
                            <a:cubicBezTo>
                              <a:pt x="1640" y="-425"/>
                              <a:pt x="10879" y="-1187"/>
                              <a:pt x="21071" y="1576"/>
                            </a:cubicBezTo>
                            <a:cubicBezTo>
                              <a:pt x="26215" y="2719"/>
                              <a:pt x="31549" y="4528"/>
                              <a:pt x="36216" y="6814"/>
                            </a:cubicBezTo>
                            <a:cubicBezTo>
                              <a:pt x="40883" y="8910"/>
                              <a:pt x="45074" y="10910"/>
                              <a:pt x="47646" y="12720"/>
                            </a:cubicBezTo>
                            <a:cubicBezTo>
                              <a:pt x="52980" y="15958"/>
                              <a:pt x="64124" y="23483"/>
                              <a:pt x="71839" y="32532"/>
                            </a:cubicBezTo>
                            <a:cubicBezTo>
                              <a:pt x="75745" y="36913"/>
                              <a:pt x="78983" y="41485"/>
                              <a:pt x="80507" y="45486"/>
                            </a:cubicBezTo>
                            <a:cubicBezTo>
                              <a:pt x="82031" y="49582"/>
                              <a:pt x="82317" y="52725"/>
                              <a:pt x="80412" y="5443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73" name="Forme libre : forme 11872">
                        <a:extLst>
                          <a:ext uri="{FF2B5EF4-FFF2-40B4-BE49-F238E27FC236}">
                            <a16:creationId xmlns:a16="http://schemas.microsoft.com/office/drawing/2014/main" id="{1D80A656-2904-41EA-A738-94549F19F2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64128" y="1814418"/>
                        <a:ext cx="52960" cy="43337"/>
                      </a:xfrm>
                      <a:custGeom>
                        <a:avLst/>
                        <a:gdLst>
                          <a:gd name="connsiteX0" fmla="*/ 23147 w 52960"/>
                          <a:gd name="connsiteY0" fmla="*/ 1999 h 43337"/>
                          <a:gd name="connsiteX1" fmla="*/ 2 w 52960"/>
                          <a:gd name="connsiteY1" fmla="*/ 4286 h 43337"/>
                          <a:gd name="connsiteX2" fmla="*/ 13718 w 52960"/>
                          <a:gd name="connsiteY2" fmla="*/ 20669 h 43337"/>
                          <a:gd name="connsiteX3" fmla="*/ 25433 w 52960"/>
                          <a:gd name="connsiteY3" fmla="*/ 28098 h 43337"/>
                          <a:gd name="connsiteX4" fmla="*/ 36292 w 52960"/>
                          <a:gd name="connsiteY4" fmla="*/ 34480 h 43337"/>
                          <a:gd name="connsiteX5" fmla="*/ 44483 w 52960"/>
                          <a:gd name="connsiteY5" fmla="*/ 38766 h 43337"/>
                          <a:gd name="connsiteX6" fmla="*/ 52961 w 52960"/>
                          <a:gd name="connsiteY6" fmla="*/ 43338 h 43337"/>
                          <a:gd name="connsiteX7" fmla="*/ 45055 w 52960"/>
                          <a:gd name="connsiteY7" fmla="*/ 36861 h 43337"/>
                          <a:gd name="connsiteX8" fmla="*/ 23147 w 52960"/>
                          <a:gd name="connsiteY8" fmla="*/ 1999 h 433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2960" h="43337">
                            <a:moveTo>
                              <a:pt x="23147" y="1999"/>
                            </a:moveTo>
                            <a:cubicBezTo>
                              <a:pt x="16670" y="1047"/>
                              <a:pt x="-189" y="-3049"/>
                              <a:pt x="2" y="4286"/>
                            </a:cubicBezTo>
                            <a:cubicBezTo>
                              <a:pt x="2" y="10286"/>
                              <a:pt x="6383" y="15239"/>
                              <a:pt x="13718" y="20669"/>
                            </a:cubicBezTo>
                            <a:cubicBezTo>
                              <a:pt x="17527" y="23145"/>
                              <a:pt x="21623" y="25526"/>
                              <a:pt x="25433" y="28098"/>
                            </a:cubicBezTo>
                            <a:cubicBezTo>
                              <a:pt x="29338" y="30479"/>
                              <a:pt x="33244" y="32479"/>
                              <a:pt x="36292" y="34480"/>
                            </a:cubicBezTo>
                            <a:cubicBezTo>
                              <a:pt x="38102" y="35623"/>
                              <a:pt x="41244" y="37147"/>
                              <a:pt x="44483" y="38766"/>
                            </a:cubicBezTo>
                            <a:cubicBezTo>
                              <a:pt x="47531" y="40576"/>
                              <a:pt x="50769" y="42290"/>
                              <a:pt x="52961" y="43338"/>
                            </a:cubicBezTo>
                            <a:cubicBezTo>
                              <a:pt x="50769" y="41623"/>
                              <a:pt x="46864" y="38957"/>
                              <a:pt x="45055" y="36861"/>
                            </a:cubicBezTo>
                            <a:cubicBezTo>
                              <a:pt x="34768" y="25717"/>
                              <a:pt x="19813" y="13429"/>
                              <a:pt x="23147" y="199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74" name="Forme libre : forme 11873">
                        <a:extLst>
                          <a:ext uri="{FF2B5EF4-FFF2-40B4-BE49-F238E27FC236}">
                            <a16:creationId xmlns:a16="http://schemas.microsoft.com/office/drawing/2014/main" id="{D63E098E-A942-4FFA-B5CA-10B6DD8C9F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68278" y="1818448"/>
                        <a:ext cx="80199" cy="55988"/>
                      </a:xfrm>
                      <a:custGeom>
                        <a:avLst/>
                        <a:gdLst>
                          <a:gd name="connsiteX0" fmla="*/ 78053 w 80199"/>
                          <a:gd name="connsiteY0" fmla="*/ 55500 h 55988"/>
                          <a:gd name="connsiteX1" fmla="*/ 56907 w 80199"/>
                          <a:gd name="connsiteY1" fmla="*/ 48071 h 55988"/>
                          <a:gd name="connsiteX2" fmla="*/ 44239 w 80199"/>
                          <a:gd name="connsiteY2" fmla="*/ 40641 h 55988"/>
                          <a:gd name="connsiteX3" fmla="*/ 33857 w 80199"/>
                          <a:gd name="connsiteY3" fmla="*/ 34736 h 55988"/>
                          <a:gd name="connsiteX4" fmla="*/ 12521 w 80199"/>
                          <a:gd name="connsiteY4" fmla="*/ 21115 h 55988"/>
                          <a:gd name="connsiteX5" fmla="*/ 3186 w 80199"/>
                          <a:gd name="connsiteY5" fmla="*/ 12828 h 55988"/>
                          <a:gd name="connsiteX6" fmla="*/ 138 w 80199"/>
                          <a:gd name="connsiteY6" fmla="*/ 4637 h 55988"/>
                          <a:gd name="connsiteX7" fmla="*/ 20807 w 80199"/>
                          <a:gd name="connsiteY7" fmla="*/ 1779 h 55988"/>
                          <a:gd name="connsiteX8" fmla="*/ 46715 w 80199"/>
                          <a:gd name="connsiteY8" fmla="*/ 13495 h 55988"/>
                          <a:gd name="connsiteX9" fmla="*/ 57764 w 80199"/>
                          <a:gd name="connsiteY9" fmla="*/ 21401 h 55988"/>
                          <a:gd name="connsiteX10" fmla="*/ 71004 w 80199"/>
                          <a:gd name="connsiteY10" fmla="*/ 34259 h 55988"/>
                          <a:gd name="connsiteX11" fmla="*/ 79291 w 80199"/>
                          <a:gd name="connsiteY11" fmla="*/ 47690 h 55988"/>
                          <a:gd name="connsiteX12" fmla="*/ 78053 w 80199"/>
                          <a:gd name="connsiteY12" fmla="*/ 55500 h 559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80199" h="55988">
                            <a:moveTo>
                              <a:pt x="78053" y="55500"/>
                            </a:moveTo>
                            <a:cubicBezTo>
                              <a:pt x="73290" y="57501"/>
                              <a:pt x="65289" y="53024"/>
                              <a:pt x="56907" y="48071"/>
                            </a:cubicBezTo>
                            <a:cubicBezTo>
                              <a:pt x="52621" y="45690"/>
                              <a:pt x="48430" y="42737"/>
                              <a:pt x="44239" y="40641"/>
                            </a:cubicBezTo>
                            <a:cubicBezTo>
                              <a:pt x="40238" y="38260"/>
                              <a:pt x="36619" y="36069"/>
                              <a:pt x="33857" y="34736"/>
                            </a:cubicBezTo>
                            <a:cubicBezTo>
                              <a:pt x="28523" y="31593"/>
                              <a:pt x="19855" y="26449"/>
                              <a:pt x="12521" y="21115"/>
                            </a:cubicBezTo>
                            <a:cubicBezTo>
                              <a:pt x="8806" y="18543"/>
                              <a:pt x="5472" y="15686"/>
                              <a:pt x="3186" y="12828"/>
                            </a:cubicBezTo>
                            <a:cubicBezTo>
                              <a:pt x="805" y="10161"/>
                              <a:pt x="-434" y="7304"/>
                              <a:pt x="138" y="4637"/>
                            </a:cubicBezTo>
                            <a:cubicBezTo>
                              <a:pt x="1376" y="-888"/>
                              <a:pt x="10616" y="-983"/>
                              <a:pt x="20807" y="1779"/>
                            </a:cubicBezTo>
                            <a:cubicBezTo>
                              <a:pt x="31095" y="4446"/>
                              <a:pt x="41953" y="10257"/>
                              <a:pt x="46715" y="13495"/>
                            </a:cubicBezTo>
                            <a:cubicBezTo>
                              <a:pt x="49287" y="14924"/>
                              <a:pt x="53383" y="17686"/>
                              <a:pt x="57764" y="21401"/>
                            </a:cubicBezTo>
                            <a:cubicBezTo>
                              <a:pt x="62432" y="24830"/>
                              <a:pt x="67003" y="29592"/>
                              <a:pt x="71004" y="34259"/>
                            </a:cubicBezTo>
                            <a:cubicBezTo>
                              <a:pt x="75005" y="38927"/>
                              <a:pt x="77767" y="43975"/>
                              <a:pt x="79291" y="47690"/>
                            </a:cubicBezTo>
                            <a:cubicBezTo>
                              <a:pt x="80815" y="51500"/>
                              <a:pt x="80434" y="54453"/>
                              <a:pt x="78053" y="5550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75" name="Forme libre : forme 11874">
                        <a:extLst>
                          <a:ext uri="{FF2B5EF4-FFF2-40B4-BE49-F238E27FC236}">
                            <a16:creationId xmlns:a16="http://schemas.microsoft.com/office/drawing/2014/main" id="{B80C006F-7029-49BC-A626-F8F408BDCB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21028" y="1793232"/>
                        <a:ext cx="100320" cy="73889"/>
                      </a:xfrm>
                      <a:custGeom>
                        <a:avLst/>
                        <a:gdLst>
                          <a:gd name="connsiteX0" fmla="*/ 239 w 100320"/>
                          <a:gd name="connsiteY0" fmla="*/ 15850 h 73889"/>
                          <a:gd name="connsiteX1" fmla="*/ 9669 w 100320"/>
                          <a:gd name="connsiteY1" fmla="*/ 30043 h 73889"/>
                          <a:gd name="connsiteX2" fmla="*/ 25671 w 100320"/>
                          <a:gd name="connsiteY2" fmla="*/ 44140 h 73889"/>
                          <a:gd name="connsiteX3" fmla="*/ 44150 w 100320"/>
                          <a:gd name="connsiteY3" fmla="*/ 56617 h 73889"/>
                          <a:gd name="connsiteX4" fmla="*/ 80440 w 100320"/>
                          <a:gd name="connsiteY4" fmla="*/ 72143 h 73889"/>
                          <a:gd name="connsiteX5" fmla="*/ 92537 w 100320"/>
                          <a:gd name="connsiteY5" fmla="*/ 73858 h 73889"/>
                          <a:gd name="connsiteX6" fmla="*/ 100061 w 100320"/>
                          <a:gd name="connsiteY6" fmla="*/ 69571 h 73889"/>
                          <a:gd name="connsiteX7" fmla="*/ 92441 w 100320"/>
                          <a:gd name="connsiteY7" fmla="*/ 56713 h 73889"/>
                          <a:gd name="connsiteX8" fmla="*/ 63295 w 100320"/>
                          <a:gd name="connsiteY8" fmla="*/ 25566 h 73889"/>
                          <a:gd name="connsiteX9" fmla="*/ 26433 w 100320"/>
                          <a:gd name="connsiteY9" fmla="*/ 325 h 73889"/>
                          <a:gd name="connsiteX10" fmla="*/ 239 w 100320"/>
                          <a:gd name="connsiteY10" fmla="*/ 15850 h 73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0320" h="73889">
                            <a:moveTo>
                              <a:pt x="239" y="15850"/>
                            </a:moveTo>
                            <a:cubicBezTo>
                              <a:pt x="1668" y="22423"/>
                              <a:pt x="3668" y="24709"/>
                              <a:pt x="9669" y="30043"/>
                            </a:cubicBezTo>
                            <a:cubicBezTo>
                              <a:pt x="15384" y="34996"/>
                              <a:pt x="20337" y="39663"/>
                              <a:pt x="25671" y="44140"/>
                            </a:cubicBezTo>
                            <a:cubicBezTo>
                              <a:pt x="31196" y="48331"/>
                              <a:pt x="36720" y="52807"/>
                              <a:pt x="44150" y="56617"/>
                            </a:cubicBezTo>
                            <a:cubicBezTo>
                              <a:pt x="56151" y="63475"/>
                              <a:pt x="69296" y="69190"/>
                              <a:pt x="80440" y="72143"/>
                            </a:cubicBezTo>
                            <a:cubicBezTo>
                              <a:pt x="84440" y="73381"/>
                              <a:pt x="88917" y="74048"/>
                              <a:pt x="92537" y="73858"/>
                            </a:cubicBezTo>
                            <a:cubicBezTo>
                              <a:pt x="96061" y="73762"/>
                              <a:pt x="99014" y="72619"/>
                              <a:pt x="100061" y="69571"/>
                            </a:cubicBezTo>
                            <a:cubicBezTo>
                              <a:pt x="101585" y="65571"/>
                              <a:pt x="96061" y="61285"/>
                              <a:pt x="92441" y="56713"/>
                            </a:cubicBezTo>
                            <a:cubicBezTo>
                              <a:pt x="83583" y="46140"/>
                              <a:pt x="73487" y="36805"/>
                              <a:pt x="63295" y="25566"/>
                            </a:cubicBezTo>
                            <a:cubicBezTo>
                              <a:pt x="54817" y="15660"/>
                              <a:pt x="44626" y="3182"/>
                              <a:pt x="26433" y="325"/>
                            </a:cubicBezTo>
                            <a:cubicBezTo>
                              <a:pt x="10050" y="-1771"/>
                              <a:pt x="-1856" y="6611"/>
                              <a:pt x="239" y="1585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76" name="Forme libre : forme 11875">
                        <a:extLst>
                          <a:ext uri="{FF2B5EF4-FFF2-40B4-BE49-F238E27FC236}">
                            <a16:creationId xmlns:a16="http://schemas.microsoft.com/office/drawing/2014/main" id="{F0FC8D8D-C802-445A-8E45-E1D13F5B00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46432" y="1800510"/>
                        <a:ext cx="41268" cy="11525"/>
                      </a:xfrm>
                      <a:custGeom>
                        <a:avLst/>
                        <a:gdLst>
                          <a:gd name="connsiteX0" fmla="*/ 4553 w 41268"/>
                          <a:gd name="connsiteY0" fmla="*/ 953 h 11525"/>
                          <a:gd name="connsiteX1" fmla="*/ 266 w 41268"/>
                          <a:gd name="connsiteY1" fmla="*/ 2476 h 11525"/>
                          <a:gd name="connsiteX2" fmla="*/ 2552 w 41268"/>
                          <a:gd name="connsiteY2" fmla="*/ 5620 h 11525"/>
                          <a:gd name="connsiteX3" fmla="*/ 9601 w 41268"/>
                          <a:gd name="connsiteY3" fmla="*/ 7620 h 11525"/>
                          <a:gd name="connsiteX4" fmla="*/ 27412 w 41268"/>
                          <a:gd name="connsiteY4" fmla="*/ 10858 h 11525"/>
                          <a:gd name="connsiteX5" fmla="*/ 34080 w 41268"/>
                          <a:gd name="connsiteY5" fmla="*/ 11525 h 11525"/>
                          <a:gd name="connsiteX6" fmla="*/ 33223 w 41268"/>
                          <a:gd name="connsiteY6" fmla="*/ 2286 h 11525"/>
                          <a:gd name="connsiteX7" fmla="*/ 18554 w 41268"/>
                          <a:gd name="connsiteY7" fmla="*/ 0 h 11525"/>
                          <a:gd name="connsiteX8" fmla="*/ 4553 w 41268"/>
                          <a:gd name="connsiteY8" fmla="*/ 953 h 11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1268" h="11525">
                            <a:moveTo>
                              <a:pt x="4553" y="953"/>
                            </a:moveTo>
                            <a:cubicBezTo>
                              <a:pt x="2552" y="1238"/>
                              <a:pt x="1124" y="1429"/>
                              <a:pt x="266" y="2476"/>
                            </a:cubicBezTo>
                            <a:cubicBezTo>
                              <a:pt x="-591" y="3524"/>
                              <a:pt x="742" y="4667"/>
                              <a:pt x="2552" y="5620"/>
                            </a:cubicBezTo>
                            <a:cubicBezTo>
                              <a:pt x="4362" y="6477"/>
                              <a:pt x="7315" y="7239"/>
                              <a:pt x="9601" y="7620"/>
                            </a:cubicBezTo>
                            <a:cubicBezTo>
                              <a:pt x="15506" y="8572"/>
                              <a:pt x="21698" y="10096"/>
                              <a:pt x="27412" y="10858"/>
                            </a:cubicBezTo>
                            <a:cubicBezTo>
                              <a:pt x="29794" y="11240"/>
                              <a:pt x="32080" y="11525"/>
                              <a:pt x="34080" y="11525"/>
                            </a:cubicBezTo>
                            <a:cubicBezTo>
                              <a:pt x="42653" y="11430"/>
                              <a:pt x="44939" y="6001"/>
                              <a:pt x="33223" y="2286"/>
                            </a:cubicBezTo>
                            <a:cubicBezTo>
                              <a:pt x="28651" y="1048"/>
                              <a:pt x="23507" y="286"/>
                              <a:pt x="18554" y="0"/>
                            </a:cubicBezTo>
                            <a:cubicBezTo>
                              <a:pt x="13506" y="0"/>
                              <a:pt x="8648" y="381"/>
                              <a:pt x="4553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77" name="Forme libre : forme 11876">
                        <a:extLst>
                          <a:ext uri="{FF2B5EF4-FFF2-40B4-BE49-F238E27FC236}">
                            <a16:creationId xmlns:a16="http://schemas.microsoft.com/office/drawing/2014/main" id="{43742F86-054C-4B8E-AC0F-E31C28389D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05182" y="1877758"/>
                        <a:ext cx="54101" cy="21145"/>
                      </a:xfrm>
                      <a:custGeom>
                        <a:avLst/>
                        <a:gdLst>
                          <a:gd name="connsiteX0" fmla="*/ 54102 w 54101"/>
                          <a:gd name="connsiteY0" fmla="*/ 21146 h 21145"/>
                          <a:gd name="connsiteX1" fmla="*/ 26861 w 54101"/>
                          <a:gd name="connsiteY1" fmla="*/ 11525 h 21145"/>
                          <a:gd name="connsiteX2" fmla="*/ 0 w 54101"/>
                          <a:gd name="connsiteY2" fmla="*/ 0 h 21145"/>
                          <a:gd name="connsiteX3" fmla="*/ 26955 w 54101"/>
                          <a:gd name="connsiteY3" fmla="*/ 9334 h 21145"/>
                          <a:gd name="connsiteX4" fmla="*/ 34099 w 54101"/>
                          <a:gd name="connsiteY4" fmla="*/ 12001 h 21145"/>
                          <a:gd name="connsiteX5" fmla="*/ 40957 w 54101"/>
                          <a:gd name="connsiteY5" fmla="*/ 15050 h 21145"/>
                          <a:gd name="connsiteX6" fmla="*/ 54102 w 54101"/>
                          <a:gd name="connsiteY6" fmla="*/ 21146 h 211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4101" h="21145">
                            <a:moveTo>
                              <a:pt x="54102" y="21146"/>
                            </a:moveTo>
                            <a:cubicBezTo>
                              <a:pt x="46005" y="20765"/>
                              <a:pt x="36480" y="15907"/>
                              <a:pt x="26861" y="11525"/>
                            </a:cubicBezTo>
                            <a:cubicBezTo>
                              <a:pt x="17526" y="6763"/>
                              <a:pt x="7429" y="2858"/>
                              <a:pt x="0" y="0"/>
                            </a:cubicBezTo>
                            <a:cubicBezTo>
                              <a:pt x="8096" y="3048"/>
                              <a:pt x="17716" y="5620"/>
                              <a:pt x="26955" y="9334"/>
                            </a:cubicBezTo>
                            <a:cubicBezTo>
                              <a:pt x="29337" y="10192"/>
                              <a:pt x="31718" y="11144"/>
                              <a:pt x="34099" y="12001"/>
                            </a:cubicBezTo>
                            <a:lnTo>
                              <a:pt x="40957" y="15050"/>
                            </a:lnTo>
                            <a:cubicBezTo>
                              <a:pt x="45720" y="16954"/>
                              <a:pt x="50006" y="19050"/>
                              <a:pt x="54102" y="2114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78" name="Forme libre : forme 11877">
                        <a:extLst>
                          <a:ext uri="{FF2B5EF4-FFF2-40B4-BE49-F238E27FC236}">
                            <a16:creationId xmlns:a16="http://schemas.microsoft.com/office/drawing/2014/main" id="{6F5A8194-97F1-4D8B-B4F1-E43A916DB5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00693" y="1781651"/>
                        <a:ext cx="77248" cy="12477"/>
                      </a:xfrm>
                      <a:custGeom>
                        <a:avLst/>
                        <a:gdLst>
                          <a:gd name="connsiteX0" fmla="*/ 77248 w 77248"/>
                          <a:gd name="connsiteY0" fmla="*/ 3334 h 12477"/>
                          <a:gd name="connsiteX1" fmla="*/ 35243 w 77248"/>
                          <a:gd name="connsiteY1" fmla="*/ 1238 h 12477"/>
                          <a:gd name="connsiteX2" fmla="*/ 16955 w 77248"/>
                          <a:gd name="connsiteY2" fmla="*/ 5715 h 12477"/>
                          <a:gd name="connsiteX3" fmla="*/ 8668 w 77248"/>
                          <a:gd name="connsiteY3" fmla="*/ 8668 h 12477"/>
                          <a:gd name="connsiteX4" fmla="*/ 0 w 77248"/>
                          <a:gd name="connsiteY4" fmla="*/ 12478 h 12477"/>
                          <a:gd name="connsiteX5" fmla="*/ 8287 w 77248"/>
                          <a:gd name="connsiteY5" fmla="*/ 8763 h 12477"/>
                          <a:gd name="connsiteX6" fmla="*/ 16764 w 77248"/>
                          <a:gd name="connsiteY6" fmla="*/ 6096 h 12477"/>
                          <a:gd name="connsiteX7" fmla="*/ 36005 w 77248"/>
                          <a:gd name="connsiteY7" fmla="*/ 2476 h 12477"/>
                          <a:gd name="connsiteX8" fmla="*/ 77248 w 77248"/>
                          <a:gd name="connsiteY8" fmla="*/ 3334 h 12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7248" h="12477">
                            <a:moveTo>
                              <a:pt x="77248" y="3334"/>
                            </a:moveTo>
                            <a:cubicBezTo>
                              <a:pt x="62579" y="-667"/>
                              <a:pt x="48196" y="-667"/>
                              <a:pt x="35243" y="1238"/>
                            </a:cubicBezTo>
                            <a:cubicBezTo>
                              <a:pt x="28766" y="2000"/>
                              <a:pt x="22670" y="3905"/>
                              <a:pt x="16955" y="5715"/>
                            </a:cubicBezTo>
                            <a:cubicBezTo>
                              <a:pt x="14097" y="6667"/>
                              <a:pt x="11430" y="7620"/>
                              <a:pt x="8668" y="8668"/>
                            </a:cubicBezTo>
                            <a:cubicBezTo>
                              <a:pt x="5525" y="9906"/>
                              <a:pt x="2667" y="10954"/>
                              <a:pt x="0" y="12478"/>
                            </a:cubicBezTo>
                            <a:cubicBezTo>
                              <a:pt x="2381" y="10954"/>
                              <a:pt x="5144" y="9906"/>
                              <a:pt x="8287" y="8763"/>
                            </a:cubicBezTo>
                            <a:cubicBezTo>
                              <a:pt x="11049" y="7715"/>
                              <a:pt x="13716" y="6858"/>
                              <a:pt x="16764" y="6096"/>
                            </a:cubicBezTo>
                            <a:cubicBezTo>
                              <a:pt x="22670" y="4572"/>
                              <a:pt x="29146" y="3048"/>
                              <a:pt x="36005" y="2476"/>
                            </a:cubicBezTo>
                            <a:cubicBezTo>
                              <a:pt x="49625" y="1048"/>
                              <a:pt x="64294" y="1429"/>
                              <a:pt x="77248" y="333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79" name="Forme libre : forme 11878">
                        <a:extLst>
                          <a:ext uri="{FF2B5EF4-FFF2-40B4-BE49-F238E27FC236}">
                            <a16:creationId xmlns:a16="http://schemas.microsoft.com/office/drawing/2014/main" id="{C4B9587E-9377-47ED-9181-1B3544329C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02857" y="1827115"/>
                        <a:ext cx="29329" cy="23849"/>
                      </a:xfrm>
                      <a:custGeom>
                        <a:avLst/>
                        <a:gdLst>
                          <a:gd name="connsiteX0" fmla="*/ 28329 w 29329"/>
                          <a:gd name="connsiteY0" fmla="*/ 23783 h 23849"/>
                          <a:gd name="connsiteX1" fmla="*/ 10326 w 29329"/>
                          <a:gd name="connsiteY1" fmla="*/ 12638 h 23849"/>
                          <a:gd name="connsiteX2" fmla="*/ 897 w 29329"/>
                          <a:gd name="connsiteY2" fmla="*/ 351 h 23849"/>
                          <a:gd name="connsiteX3" fmla="*/ 19185 w 29329"/>
                          <a:gd name="connsiteY3" fmla="*/ 9685 h 23849"/>
                          <a:gd name="connsiteX4" fmla="*/ 26710 w 29329"/>
                          <a:gd name="connsiteY4" fmla="*/ 17210 h 23849"/>
                          <a:gd name="connsiteX5" fmla="*/ 28329 w 29329"/>
                          <a:gd name="connsiteY5" fmla="*/ 23783 h 23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9329" h="23849">
                            <a:moveTo>
                              <a:pt x="28329" y="23783"/>
                            </a:moveTo>
                            <a:cubicBezTo>
                              <a:pt x="24519" y="24735"/>
                              <a:pt x="13946" y="15305"/>
                              <a:pt x="10326" y="12638"/>
                            </a:cubicBezTo>
                            <a:cubicBezTo>
                              <a:pt x="6898" y="9876"/>
                              <a:pt x="-3008" y="2256"/>
                              <a:pt x="897" y="351"/>
                            </a:cubicBezTo>
                            <a:cubicBezTo>
                              <a:pt x="5088" y="-1840"/>
                              <a:pt x="16042" y="6828"/>
                              <a:pt x="19185" y="9685"/>
                            </a:cubicBezTo>
                            <a:cubicBezTo>
                              <a:pt x="20804" y="11114"/>
                              <a:pt x="24233" y="14258"/>
                              <a:pt x="26710" y="17210"/>
                            </a:cubicBezTo>
                            <a:cubicBezTo>
                              <a:pt x="29091" y="20258"/>
                              <a:pt x="30329" y="23211"/>
                              <a:pt x="28329" y="2378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80" name="Forme libre : forme 11879">
                        <a:extLst>
                          <a:ext uri="{FF2B5EF4-FFF2-40B4-BE49-F238E27FC236}">
                            <a16:creationId xmlns:a16="http://schemas.microsoft.com/office/drawing/2014/main" id="{765CF52E-E327-49DD-A235-2EE354177A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28146" y="1846727"/>
                        <a:ext cx="8006" cy="7526"/>
                      </a:xfrm>
                      <a:custGeom>
                        <a:avLst/>
                        <a:gdLst>
                          <a:gd name="connsiteX0" fmla="*/ 7898 w 8006"/>
                          <a:gd name="connsiteY0" fmla="*/ 7123 h 7526"/>
                          <a:gd name="connsiteX1" fmla="*/ 3230 w 8006"/>
                          <a:gd name="connsiteY1" fmla="*/ 5314 h 7526"/>
                          <a:gd name="connsiteX2" fmla="*/ 87 w 8006"/>
                          <a:gd name="connsiteY2" fmla="*/ 456 h 7526"/>
                          <a:gd name="connsiteX3" fmla="*/ 4659 w 8006"/>
                          <a:gd name="connsiteY3" fmla="*/ 2170 h 7526"/>
                          <a:gd name="connsiteX4" fmla="*/ 7898 w 8006"/>
                          <a:gd name="connsiteY4" fmla="*/ 7123 h 7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006" h="7526">
                            <a:moveTo>
                              <a:pt x="7898" y="7123"/>
                            </a:moveTo>
                            <a:cubicBezTo>
                              <a:pt x="7231" y="8362"/>
                              <a:pt x="4564" y="6457"/>
                              <a:pt x="3230" y="5314"/>
                            </a:cubicBezTo>
                            <a:cubicBezTo>
                              <a:pt x="1897" y="4171"/>
                              <a:pt x="-484" y="1694"/>
                              <a:pt x="87" y="456"/>
                            </a:cubicBezTo>
                            <a:cubicBezTo>
                              <a:pt x="754" y="-878"/>
                              <a:pt x="3326" y="1027"/>
                              <a:pt x="4659" y="2170"/>
                            </a:cubicBezTo>
                            <a:cubicBezTo>
                              <a:pt x="5992" y="3313"/>
                              <a:pt x="8564" y="5790"/>
                              <a:pt x="7898" y="712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81" name="Forme libre : forme 11880">
                        <a:extLst>
                          <a:ext uri="{FF2B5EF4-FFF2-40B4-BE49-F238E27FC236}">
                            <a16:creationId xmlns:a16="http://schemas.microsoft.com/office/drawing/2014/main" id="{C311B12C-D728-400B-9131-EEDD44370E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12243" y="1808234"/>
                        <a:ext cx="54586" cy="83861"/>
                      </a:xfrm>
                      <a:custGeom>
                        <a:avLst/>
                        <a:gdLst>
                          <a:gd name="connsiteX0" fmla="*/ 52090 w 54586"/>
                          <a:gd name="connsiteY0" fmla="*/ 55046 h 83861"/>
                          <a:gd name="connsiteX1" fmla="*/ 54566 w 54586"/>
                          <a:gd name="connsiteY1" fmla="*/ 69810 h 83861"/>
                          <a:gd name="connsiteX2" fmla="*/ 52757 w 54586"/>
                          <a:gd name="connsiteY2" fmla="*/ 82288 h 83861"/>
                          <a:gd name="connsiteX3" fmla="*/ 44661 w 54586"/>
                          <a:gd name="connsiteY3" fmla="*/ 80002 h 83861"/>
                          <a:gd name="connsiteX4" fmla="*/ 41708 w 54586"/>
                          <a:gd name="connsiteY4" fmla="*/ 69429 h 83861"/>
                          <a:gd name="connsiteX5" fmla="*/ 29230 w 54586"/>
                          <a:gd name="connsiteY5" fmla="*/ 36663 h 83861"/>
                          <a:gd name="connsiteX6" fmla="*/ 10942 w 54586"/>
                          <a:gd name="connsiteY6" fmla="*/ 16280 h 83861"/>
                          <a:gd name="connsiteX7" fmla="*/ 1607 w 54586"/>
                          <a:gd name="connsiteY7" fmla="*/ 5993 h 83861"/>
                          <a:gd name="connsiteX8" fmla="*/ 1893 w 54586"/>
                          <a:gd name="connsiteY8" fmla="*/ 373 h 83861"/>
                          <a:gd name="connsiteX9" fmla="*/ 25420 w 54586"/>
                          <a:gd name="connsiteY9" fmla="*/ 9707 h 83861"/>
                          <a:gd name="connsiteX10" fmla="*/ 44756 w 54586"/>
                          <a:gd name="connsiteY10" fmla="*/ 30282 h 83861"/>
                          <a:gd name="connsiteX11" fmla="*/ 52090 w 54586"/>
                          <a:gd name="connsiteY11" fmla="*/ 55046 h 83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4586" h="83861">
                            <a:moveTo>
                              <a:pt x="52090" y="55046"/>
                            </a:moveTo>
                            <a:cubicBezTo>
                              <a:pt x="53614" y="60476"/>
                              <a:pt x="54471" y="65333"/>
                              <a:pt x="54566" y="69810"/>
                            </a:cubicBezTo>
                            <a:cubicBezTo>
                              <a:pt x="54662" y="74287"/>
                              <a:pt x="54471" y="78192"/>
                              <a:pt x="52757" y="82288"/>
                            </a:cubicBezTo>
                            <a:cubicBezTo>
                              <a:pt x="51518" y="85336"/>
                              <a:pt x="47232" y="83621"/>
                              <a:pt x="44661" y="80002"/>
                            </a:cubicBezTo>
                            <a:cubicBezTo>
                              <a:pt x="42089" y="76287"/>
                              <a:pt x="42184" y="72858"/>
                              <a:pt x="41708" y="69429"/>
                            </a:cubicBezTo>
                            <a:cubicBezTo>
                              <a:pt x="40279" y="58666"/>
                              <a:pt x="36183" y="47617"/>
                              <a:pt x="29230" y="36663"/>
                            </a:cubicBezTo>
                            <a:cubicBezTo>
                              <a:pt x="27230" y="33044"/>
                              <a:pt x="18657" y="23995"/>
                              <a:pt x="10942" y="16280"/>
                            </a:cubicBezTo>
                            <a:cubicBezTo>
                              <a:pt x="7037" y="12565"/>
                              <a:pt x="3608" y="8850"/>
                              <a:pt x="1607" y="5993"/>
                            </a:cubicBezTo>
                            <a:cubicBezTo>
                              <a:pt x="-393" y="3230"/>
                              <a:pt x="-774" y="1135"/>
                              <a:pt x="1893" y="373"/>
                            </a:cubicBezTo>
                            <a:cubicBezTo>
                              <a:pt x="7132" y="-1342"/>
                              <a:pt x="16752" y="3040"/>
                              <a:pt x="25420" y="9707"/>
                            </a:cubicBezTo>
                            <a:cubicBezTo>
                              <a:pt x="34278" y="16184"/>
                              <a:pt x="41612" y="25424"/>
                              <a:pt x="44756" y="30282"/>
                            </a:cubicBezTo>
                            <a:cubicBezTo>
                              <a:pt x="50375" y="40664"/>
                              <a:pt x="50185" y="46569"/>
                              <a:pt x="52090" y="5504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31" name="Graphique 1">
                      <a:extLst>
                        <a:ext uri="{FF2B5EF4-FFF2-40B4-BE49-F238E27FC236}">
                          <a16:creationId xmlns:a16="http://schemas.microsoft.com/office/drawing/2014/main" id="{D7599C80-2307-4D7B-A868-82ED389170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950353" y="1899383"/>
                      <a:ext cx="91882" cy="175721"/>
                      <a:chOff x="7950353" y="1899383"/>
                      <a:chExt cx="91882" cy="175721"/>
                    </a:xfrm>
                    <a:solidFill>
                      <a:schemeClr val="accent1"/>
                    </a:solidFill>
                  </p:grpSpPr>
                  <p:sp>
                    <p:nvSpPr>
                      <p:cNvPr id="11858" name="Forme libre : forme 11857">
                        <a:extLst>
                          <a:ext uri="{FF2B5EF4-FFF2-40B4-BE49-F238E27FC236}">
                            <a16:creationId xmlns:a16="http://schemas.microsoft.com/office/drawing/2014/main" id="{0F23266B-2647-4C16-B982-E87364A927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50353" y="1899383"/>
                        <a:ext cx="91882" cy="175721"/>
                      </a:xfrm>
                      <a:custGeom>
                        <a:avLst/>
                        <a:gdLst>
                          <a:gd name="connsiteX0" fmla="*/ 57032 w 91882"/>
                          <a:gd name="connsiteY0" fmla="*/ 175352 h 175721"/>
                          <a:gd name="connsiteX1" fmla="*/ 31315 w 91882"/>
                          <a:gd name="connsiteY1" fmla="*/ 162302 h 175721"/>
                          <a:gd name="connsiteX2" fmla="*/ 18456 w 91882"/>
                          <a:gd name="connsiteY2" fmla="*/ 144205 h 175721"/>
                          <a:gd name="connsiteX3" fmla="*/ 9312 w 91882"/>
                          <a:gd name="connsiteY3" fmla="*/ 120678 h 175721"/>
                          <a:gd name="connsiteX4" fmla="*/ 168 w 91882"/>
                          <a:gd name="connsiteY4" fmla="*/ 43621 h 175721"/>
                          <a:gd name="connsiteX5" fmla="*/ 549 w 91882"/>
                          <a:gd name="connsiteY5" fmla="*/ 36382 h 175721"/>
                          <a:gd name="connsiteX6" fmla="*/ 644 w 91882"/>
                          <a:gd name="connsiteY6" fmla="*/ 32953 h 175721"/>
                          <a:gd name="connsiteX7" fmla="*/ 1216 w 91882"/>
                          <a:gd name="connsiteY7" fmla="*/ 31143 h 175721"/>
                          <a:gd name="connsiteX8" fmla="*/ 3883 w 91882"/>
                          <a:gd name="connsiteY8" fmla="*/ 23999 h 175721"/>
                          <a:gd name="connsiteX9" fmla="*/ 9979 w 91882"/>
                          <a:gd name="connsiteY9" fmla="*/ 9140 h 175721"/>
                          <a:gd name="connsiteX10" fmla="*/ 30172 w 91882"/>
                          <a:gd name="connsiteY10" fmla="*/ 1616 h 175721"/>
                          <a:gd name="connsiteX11" fmla="*/ 44650 w 91882"/>
                          <a:gd name="connsiteY11" fmla="*/ 12284 h 175721"/>
                          <a:gd name="connsiteX12" fmla="*/ 51032 w 91882"/>
                          <a:gd name="connsiteY12" fmla="*/ 18951 h 175721"/>
                          <a:gd name="connsiteX13" fmla="*/ 54651 w 91882"/>
                          <a:gd name="connsiteY13" fmla="*/ 19142 h 175721"/>
                          <a:gd name="connsiteX14" fmla="*/ 61890 w 91882"/>
                          <a:gd name="connsiteY14" fmla="*/ 16189 h 175721"/>
                          <a:gd name="connsiteX15" fmla="*/ 62462 w 91882"/>
                          <a:gd name="connsiteY15" fmla="*/ 15617 h 175721"/>
                          <a:gd name="connsiteX16" fmla="*/ 63509 w 91882"/>
                          <a:gd name="connsiteY16" fmla="*/ 25142 h 175721"/>
                          <a:gd name="connsiteX17" fmla="*/ 78368 w 91882"/>
                          <a:gd name="connsiteY17" fmla="*/ 68386 h 175721"/>
                          <a:gd name="connsiteX18" fmla="*/ 85798 w 91882"/>
                          <a:gd name="connsiteY18" fmla="*/ 83912 h 175721"/>
                          <a:gd name="connsiteX19" fmla="*/ 91037 w 91882"/>
                          <a:gd name="connsiteY19" fmla="*/ 104200 h 175721"/>
                          <a:gd name="connsiteX20" fmla="*/ 89894 w 91882"/>
                          <a:gd name="connsiteY20" fmla="*/ 146205 h 175721"/>
                          <a:gd name="connsiteX21" fmla="*/ 77892 w 91882"/>
                          <a:gd name="connsiteY21" fmla="*/ 171446 h 175721"/>
                          <a:gd name="connsiteX22" fmla="*/ 69225 w 91882"/>
                          <a:gd name="connsiteY22" fmla="*/ 175161 h 175721"/>
                          <a:gd name="connsiteX23" fmla="*/ 57032 w 91882"/>
                          <a:gd name="connsiteY23" fmla="*/ 175352 h 175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</a:cxnLst>
                        <a:rect l="l" t="t" r="r" b="b"/>
                        <a:pathLst>
                          <a:path w="91882" h="175721">
                            <a:moveTo>
                              <a:pt x="57032" y="175352"/>
                            </a:moveTo>
                            <a:cubicBezTo>
                              <a:pt x="49032" y="174209"/>
                              <a:pt x="40459" y="171065"/>
                              <a:pt x="31315" y="162302"/>
                            </a:cubicBezTo>
                            <a:cubicBezTo>
                              <a:pt x="26838" y="157826"/>
                              <a:pt x="22266" y="151730"/>
                              <a:pt x="18456" y="144205"/>
                            </a:cubicBezTo>
                            <a:cubicBezTo>
                              <a:pt x="14551" y="136775"/>
                              <a:pt x="11503" y="128108"/>
                              <a:pt x="9312" y="120678"/>
                            </a:cubicBezTo>
                            <a:cubicBezTo>
                              <a:pt x="1025" y="92484"/>
                              <a:pt x="-594" y="63433"/>
                              <a:pt x="168" y="43621"/>
                            </a:cubicBezTo>
                            <a:cubicBezTo>
                              <a:pt x="263" y="41240"/>
                              <a:pt x="454" y="38858"/>
                              <a:pt x="549" y="36382"/>
                            </a:cubicBezTo>
                            <a:cubicBezTo>
                              <a:pt x="740" y="35525"/>
                              <a:pt x="263" y="33143"/>
                              <a:pt x="644" y="32953"/>
                            </a:cubicBezTo>
                            <a:lnTo>
                              <a:pt x="1216" y="31143"/>
                            </a:lnTo>
                            <a:cubicBezTo>
                              <a:pt x="1978" y="28762"/>
                              <a:pt x="2930" y="26381"/>
                              <a:pt x="3883" y="23999"/>
                            </a:cubicBezTo>
                            <a:cubicBezTo>
                              <a:pt x="5788" y="19237"/>
                              <a:pt x="7693" y="14379"/>
                              <a:pt x="9979" y="9140"/>
                            </a:cubicBezTo>
                            <a:cubicBezTo>
                              <a:pt x="12932" y="1901"/>
                              <a:pt x="23028" y="-2575"/>
                              <a:pt x="30172" y="1616"/>
                            </a:cubicBezTo>
                            <a:cubicBezTo>
                              <a:pt x="35220" y="4664"/>
                              <a:pt x="40554" y="8093"/>
                              <a:pt x="44650" y="12284"/>
                            </a:cubicBezTo>
                            <a:cubicBezTo>
                              <a:pt x="46841" y="14379"/>
                              <a:pt x="48936" y="16570"/>
                              <a:pt x="51032" y="18951"/>
                            </a:cubicBezTo>
                            <a:cubicBezTo>
                              <a:pt x="52174" y="18380"/>
                              <a:pt x="53603" y="19237"/>
                              <a:pt x="54651" y="19142"/>
                            </a:cubicBezTo>
                            <a:cubicBezTo>
                              <a:pt x="59033" y="19427"/>
                              <a:pt x="61223" y="17141"/>
                              <a:pt x="61890" y="16189"/>
                            </a:cubicBezTo>
                            <a:cubicBezTo>
                              <a:pt x="62652" y="15236"/>
                              <a:pt x="62557" y="14093"/>
                              <a:pt x="62462" y="15617"/>
                            </a:cubicBezTo>
                            <a:cubicBezTo>
                              <a:pt x="62366" y="16379"/>
                              <a:pt x="62652" y="20285"/>
                              <a:pt x="63509" y="25142"/>
                            </a:cubicBezTo>
                            <a:cubicBezTo>
                              <a:pt x="65414" y="36953"/>
                              <a:pt x="70272" y="55432"/>
                              <a:pt x="78368" y="68386"/>
                            </a:cubicBezTo>
                            <a:cubicBezTo>
                              <a:pt x="80369" y="71624"/>
                              <a:pt x="83131" y="77244"/>
                              <a:pt x="85798" y="83912"/>
                            </a:cubicBezTo>
                            <a:cubicBezTo>
                              <a:pt x="88465" y="90579"/>
                              <a:pt x="90370" y="96866"/>
                              <a:pt x="91037" y="104200"/>
                            </a:cubicBezTo>
                            <a:cubicBezTo>
                              <a:pt x="92466" y="119916"/>
                              <a:pt x="92084" y="134585"/>
                              <a:pt x="89894" y="146205"/>
                            </a:cubicBezTo>
                            <a:cubicBezTo>
                              <a:pt x="87608" y="157921"/>
                              <a:pt x="83988" y="165160"/>
                              <a:pt x="77892" y="171446"/>
                            </a:cubicBezTo>
                            <a:cubicBezTo>
                              <a:pt x="75892" y="172971"/>
                              <a:pt x="73701" y="174399"/>
                              <a:pt x="69225" y="175161"/>
                            </a:cubicBezTo>
                            <a:cubicBezTo>
                              <a:pt x="64748" y="175923"/>
                              <a:pt x="60366" y="175828"/>
                              <a:pt x="57032" y="17535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59" name="Forme libre : forme 11858">
                        <a:extLst>
                          <a:ext uri="{FF2B5EF4-FFF2-40B4-BE49-F238E27FC236}">
                            <a16:creationId xmlns:a16="http://schemas.microsoft.com/office/drawing/2014/main" id="{3ADD6FE5-F7BF-466A-8847-8E016936D5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50385" y="1901380"/>
                        <a:ext cx="91385" cy="173569"/>
                      </a:xfrm>
                      <a:custGeom>
                        <a:avLst/>
                        <a:gdLst>
                          <a:gd name="connsiteX0" fmla="*/ 30902 w 91385"/>
                          <a:gd name="connsiteY0" fmla="*/ 94107 h 173569"/>
                          <a:gd name="connsiteX1" fmla="*/ 19091 w 91385"/>
                          <a:gd name="connsiteY1" fmla="*/ 42291 h 173569"/>
                          <a:gd name="connsiteX2" fmla="*/ 17567 w 91385"/>
                          <a:gd name="connsiteY2" fmla="*/ 28956 h 173569"/>
                          <a:gd name="connsiteX3" fmla="*/ 16900 w 91385"/>
                          <a:gd name="connsiteY3" fmla="*/ 23527 h 173569"/>
                          <a:gd name="connsiteX4" fmla="*/ 16615 w 91385"/>
                          <a:gd name="connsiteY4" fmla="*/ 18764 h 173569"/>
                          <a:gd name="connsiteX5" fmla="*/ 16424 w 91385"/>
                          <a:gd name="connsiteY5" fmla="*/ 0 h 173569"/>
                          <a:gd name="connsiteX6" fmla="*/ 9947 w 91385"/>
                          <a:gd name="connsiteY6" fmla="*/ 7049 h 173569"/>
                          <a:gd name="connsiteX7" fmla="*/ 5661 w 91385"/>
                          <a:gd name="connsiteY7" fmla="*/ 17431 h 173569"/>
                          <a:gd name="connsiteX8" fmla="*/ 2803 w 91385"/>
                          <a:gd name="connsiteY8" fmla="*/ 24670 h 173569"/>
                          <a:gd name="connsiteX9" fmla="*/ 1470 w 91385"/>
                          <a:gd name="connsiteY9" fmla="*/ 28289 h 173569"/>
                          <a:gd name="connsiteX10" fmla="*/ 898 w 91385"/>
                          <a:gd name="connsiteY10" fmla="*/ 30099 h 173569"/>
                          <a:gd name="connsiteX11" fmla="*/ 613 w 91385"/>
                          <a:gd name="connsiteY11" fmla="*/ 30956 h 173569"/>
                          <a:gd name="connsiteX12" fmla="*/ 517 w 91385"/>
                          <a:gd name="connsiteY12" fmla="*/ 32385 h 173569"/>
                          <a:gd name="connsiteX13" fmla="*/ 422 w 91385"/>
                          <a:gd name="connsiteY13" fmla="*/ 65056 h 173569"/>
                          <a:gd name="connsiteX14" fmla="*/ 9185 w 91385"/>
                          <a:gd name="connsiteY14" fmla="*/ 118396 h 173569"/>
                          <a:gd name="connsiteX15" fmla="*/ 15472 w 91385"/>
                          <a:gd name="connsiteY15" fmla="*/ 135922 h 173569"/>
                          <a:gd name="connsiteX16" fmla="*/ 33664 w 91385"/>
                          <a:gd name="connsiteY16" fmla="*/ 162211 h 173569"/>
                          <a:gd name="connsiteX17" fmla="*/ 52333 w 91385"/>
                          <a:gd name="connsiteY17" fmla="*/ 172212 h 173569"/>
                          <a:gd name="connsiteX18" fmla="*/ 56905 w 91385"/>
                          <a:gd name="connsiteY18" fmla="*/ 173165 h 173569"/>
                          <a:gd name="connsiteX19" fmla="*/ 68907 w 91385"/>
                          <a:gd name="connsiteY19" fmla="*/ 172974 h 173569"/>
                          <a:gd name="connsiteX20" fmla="*/ 77575 w 91385"/>
                          <a:gd name="connsiteY20" fmla="*/ 169259 h 173569"/>
                          <a:gd name="connsiteX21" fmla="*/ 82528 w 91385"/>
                          <a:gd name="connsiteY21" fmla="*/ 162973 h 173569"/>
                          <a:gd name="connsiteX22" fmla="*/ 91386 w 91385"/>
                          <a:gd name="connsiteY22" fmla="*/ 120872 h 173569"/>
                          <a:gd name="connsiteX23" fmla="*/ 90529 w 91385"/>
                          <a:gd name="connsiteY23" fmla="*/ 102013 h 173569"/>
                          <a:gd name="connsiteX24" fmla="*/ 90433 w 91385"/>
                          <a:gd name="connsiteY24" fmla="*/ 101251 h 173569"/>
                          <a:gd name="connsiteX25" fmla="*/ 74717 w 91385"/>
                          <a:gd name="connsiteY25" fmla="*/ 140399 h 173569"/>
                          <a:gd name="connsiteX26" fmla="*/ 67192 w 91385"/>
                          <a:gd name="connsiteY26" fmla="*/ 145923 h 173569"/>
                          <a:gd name="connsiteX27" fmla="*/ 57858 w 91385"/>
                          <a:gd name="connsiteY27" fmla="*/ 142589 h 173569"/>
                          <a:gd name="connsiteX28" fmla="*/ 46619 w 91385"/>
                          <a:gd name="connsiteY28" fmla="*/ 128397 h 173569"/>
                          <a:gd name="connsiteX29" fmla="*/ 30902 w 91385"/>
                          <a:gd name="connsiteY29" fmla="*/ 94107 h 173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</a:cxnLst>
                        <a:rect l="l" t="t" r="r" b="b"/>
                        <a:pathLst>
                          <a:path w="91385" h="173569">
                            <a:moveTo>
                              <a:pt x="30902" y="94107"/>
                            </a:moveTo>
                            <a:cubicBezTo>
                              <a:pt x="25568" y="80200"/>
                              <a:pt x="21473" y="60865"/>
                              <a:pt x="19091" y="42291"/>
                            </a:cubicBezTo>
                            <a:cubicBezTo>
                              <a:pt x="18615" y="37910"/>
                              <a:pt x="18044" y="33433"/>
                              <a:pt x="17567" y="28956"/>
                            </a:cubicBezTo>
                            <a:cubicBezTo>
                              <a:pt x="17186" y="26479"/>
                              <a:pt x="16996" y="25051"/>
                              <a:pt x="16900" y="23527"/>
                            </a:cubicBezTo>
                            <a:cubicBezTo>
                              <a:pt x="16805" y="21908"/>
                              <a:pt x="16710" y="20383"/>
                              <a:pt x="16615" y="18764"/>
                            </a:cubicBezTo>
                            <a:cubicBezTo>
                              <a:pt x="16234" y="12383"/>
                              <a:pt x="15948" y="6191"/>
                              <a:pt x="16424" y="0"/>
                            </a:cubicBezTo>
                            <a:cubicBezTo>
                              <a:pt x="13567" y="1619"/>
                              <a:pt x="11185" y="4000"/>
                              <a:pt x="9947" y="7049"/>
                            </a:cubicBezTo>
                            <a:cubicBezTo>
                              <a:pt x="8423" y="10668"/>
                              <a:pt x="6994" y="14192"/>
                              <a:pt x="5661" y="17431"/>
                            </a:cubicBezTo>
                            <a:cubicBezTo>
                              <a:pt x="4708" y="19907"/>
                              <a:pt x="3756" y="22289"/>
                              <a:pt x="2803" y="24670"/>
                            </a:cubicBezTo>
                            <a:cubicBezTo>
                              <a:pt x="2327" y="25908"/>
                              <a:pt x="1946" y="27051"/>
                              <a:pt x="1470" y="28289"/>
                            </a:cubicBezTo>
                            <a:lnTo>
                              <a:pt x="898" y="30099"/>
                            </a:lnTo>
                            <a:lnTo>
                              <a:pt x="613" y="30956"/>
                            </a:lnTo>
                            <a:cubicBezTo>
                              <a:pt x="517" y="31147"/>
                              <a:pt x="422" y="31528"/>
                              <a:pt x="517" y="32385"/>
                            </a:cubicBezTo>
                            <a:cubicBezTo>
                              <a:pt x="231" y="41910"/>
                              <a:pt x="-435" y="52388"/>
                              <a:pt x="422" y="65056"/>
                            </a:cubicBezTo>
                            <a:cubicBezTo>
                              <a:pt x="1280" y="81153"/>
                              <a:pt x="3851" y="100203"/>
                              <a:pt x="9185" y="118396"/>
                            </a:cubicBezTo>
                            <a:cubicBezTo>
                              <a:pt x="10805" y="123920"/>
                              <a:pt x="12995" y="129921"/>
                              <a:pt x="15472" y="135922"/>
                            </a:cubicBezTo>
                            <a:cubicBezTo>
                              <a:pt x="20520" y="147352"/>
                              <a:pt x="27092" y="156877"/>
                              <a:pt x="33664" y="162211"/>
                            </a:cubicBezTo>
                            <a:cubicBezTo>
                              <a:pt x="40141" y="167831"/>
                              <a:pt x="46428" y="170688"/>
                              <a:pt x="52333" y="172212"/>
                            </a:cubicBezTo>
                            <a:cubicBezTo>
                              <a:pt x="53857" y="172593"/>
                              <a:pt x="55382" y="172879"/>
                              <a:pt x="56905" y="173165"/>
                            </a:cubicBezTo>
                            <a:cubicBezTo>
                              <a:pt x="60334" y="173641"/>
                              <a:pt x="64621" y="173831"/>
                              <a:pt x="68907" y="172974"/>
                            </a:cubicBezTo>
                            <a:cubicBezTo>
                              <a:pt x="73384" y="172212"/>
                              <a:pt x="75575" y="170783"/>
                              <a:pt x="77575" y="169259"/>
                            </a:cubicBezTo>
                            <a:cubicBezTo>
                              <a:pt x="79575" y="167259"/>
                              <a:pt x="81194" y="165259"/>
                              <a:pt x="82528" y="162973"/>
                            </a:cubicBezTo>
                            <a:cubicBezTo>
                              <a:pt x="88243" y="154210"/>
                              <a:pt x="91196" y="139160"/>
                              <a:pt x="91386" y="120872"/>
                            </a:cubicBezTo>
                            <a:cubicBezTo>
                              <a:pt x="91386" y="114776"/>
                              <a:pt x="91100" y="108585"/>
                              <a:pt x="90529" y="102013"/>
                            </a:cubicBezTo>
                            <a:lnTo>
                              <a:pt x="90433" y="101251"/>
                            </a:lnTo>
                            <a:cubicBezTo>
                              <a:pt x="85862" y="116396"/>
                              <a:pt x="81575" y="128588"/>
                              <a:pt x="74717" y="140399"/>
                            </a:cubicBezTo>
                            <a:cubicBezTo>
                              <a:pt x="73003" y="142685"/>
                              <a:pt x="71097" y="145733"/>
                              <a:pt x="67192" y="145923"/>
                            </a:cubicBezTo>
                            <a:cubicBezTo>
                              <a:pt x="63573" y="146209"/>
                              <a:pt x="60239" y="144590"/>
                              <a:pt x="57858" y="142589"/>
                            </a:cubicBezTo>
                            <a:cubicBezTo>
                              <a:pt x="52905" y="138589"/>
                              <a:pt x="49666" y="133445"/>
                              <a:pt x="46619" y="128397"/>
                            </a:cubicBezTo>
                            <a:cubicBezTo>
                              <a:pt x="40713" y="118015"/>
                              <a:pt x="35855" y="107061"/>
                              <a:pt x="30902" y="9410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60" name="Forme libre : forme 11859">
                        <a:extLst>
                          <a:ext uri="{FF2B5EF4-FFF2-40B4-BE49-F238E27FC236}">
                            <a16:creationId xmlns:a16="http://schemas.microsoft.com/office/drawing/2014/main" id="{9C2B16B7-FF9D-4DB0-846F-90BC47DB9B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82150" y="1966960"/>
                        <a:ext cx="45311" cy="82730"/>
                      </a:xfrm>
                      <a:custGeom>
                        <a:avLst/>
                        <a:gdLst>
                          <a:gd name="connsiteX0" fmla="*/ 45143 w 45311"/>
                          <a:gd name="connsiteY0" fmla="*/ 59103 h 82730"/>
                          <a:gd name="connsiteX1" fmla="*/ 42952 w 45311"/>
                          <a:gd name="connsiteY1" fmla="*/ 74152 h 82730"/>
                          <a:gd name="connsiteX2" fmla="*/ 35332 w 45311"/>
                          <a:gd name="connsiteY2" fmla="*/ 82439 h 82730"/>
                          <a:gd name="connsiteX3" fmla="*/ 24473 w 45311"/>
                          <a:gd name="connsiteY3" fmla="*/ 79962 h 82730"/>
                          <a:gd name="connsiteX4" fmla="*/ 12949 w 45311"/>
                          <a:gd name="connsiteY4" fmla="*/ 67866 h 82730"/>
                          <a:gd name="connsiteX5" fmla="*/ 2090 w 45311"/>
                          <a:gd name="connsiteY5" fmla="*/ 40053 h 82730"/>
                          <a:gd name="connsiteX6" fmla="*/ 2852 w 45311"/>
                          <a:gd name="connsiteY6" fmla="*/ 5096 h 82730"/>
                          <a:gd name="connsiteX7" fmla="*/ 13044 w 45311"/>
                          <a:gd name="connsiteY7" fmla="*/ 3858 h 82730"/>
                          <a:gd name="connsiteX8" fmla="*/ 19806 w 45311"/>
                          <a:gd name="connsiteY8" fmla="*/ 19479 h 82730"/>
                          <a:gd name="connsiteX9" fmla="*/ 26283 w 45311"/>
                          <a:gd name="connsiteY9" fmla="*/ 35481 h 82730"/>
                          <a:gd name="connsiteX10" fmla="*/ 33904 w 45311"/>
                          <a:gd name="connsiteY10" fmla="*/ 44910 h 82730"/>
                          <a:gd name="connsiteX11" fmla="*/ 40475 w 45311"/>
                          <a:gd name="connsiteY11" fmla="*/ 47577 h 82730"/>
                          <a:gd name="connsiteX12" fmla="*/ 43333 w 45311"/>
                          <a:gd name="connsiteY12" fmla="*/ 51578 h 82730"/>
                          <a:gd name="connsiteX13" fmla="*/ 44476 w 45311"/>
                          <a:gd name="connsiteY13" fmla="*/ 55197 h 82730"/>
                          <a:gd name="connsiteX14" fmla="*/ 45143 w 45311"/>
                          <a:gd name="connsiteY14" fmla="*/ 59103 h 827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45311" h="82730">
                            <a:moveTo>
                              <a:pt x="45143" y="59103"/>
                            </a:moveTo>
                            <a:cubicBezTo>
                              <a:pt x="45619" y="62627"/>
                              <a:pt x="45143" y="68342"/>
                              <a:pt x="42952" y="74152"/>
                            </a:cubicBezTo>
                            <a:cubicBezTo>
                              <a:pt x="41619" y="77391"/>
                              <a:pt x="39809" y="81582"/>
                              <a:pt x="35332" y="82439"/>
                            </a:cubicBezTo>
                            <a:cubicBezTo>
                              <a:pt x="31141" y="83391"/>
                              <a:pt x="27236" y="81867"/>
                              <a:pt x="24473" y="79962"/>
                            </a:cubicBezTo>
                            <a:cubicBezTo>
                              <a:pt x="18854" y="76152"/>
                              <a:pt x="15234" y="71104"/>
                              <a:pt x="12949" y="67866"/>
                            </a:cubicBezTo>
                            <a:cubicBezTo>
                              <a:pt x="9900" y="63294"/>
                              <a:pt x="4852" y="53197"/>
                              <a:pt x="2090" y="40053"/>
                            </a:cubicBezTo>
                            <a:cubicBezTo>
                              <a:pt x="-768" y="27003"/>
                              <a:pt x="-863" y="12621"/>
                              <a:pt x="2852" y="5096"/>
                            </a:cubicBezTo>
                            <a:cubicBezTo>
                              <a:pt x="6662" y="-2715"/>
                              <a:pt x="10281" y="-238"/>
                              <a:pt x="13044" y="3858"/>
                            </a:cubicBezTo>
                            <a:cubicBezTo>
                              <a:pt x="15806" y="8144"/>
                              <a:pt x="18282" y="15097"/>
                              <a:pt x="19806" y="19479"/>
                            </a:cubicBezTo>
                            <a:cubicBezTo>
                              <a:pt x="20949" y="22622"/>
                              <a:pt x="22759" y="28432"/>
                              <a:pt x="26283" y="35481"/>
                            </a:cubicBezTo>
                            <a:cubicBezTo>
                              <a:pt x="27998" y="38910"/>
                              <a:pt x="30665" y="42815"/>
                              <a:pt x="33904" y="44910"/>
                            </a:cubicBezTo>
                            <a:cubicBezTo>
                              <a:pt x="37332" y="47101"/>
                              <a:pt x="38952" y="46339"/>
                              <a:pt x="40475" y="47577"/>
                            </a:cubicBezTo>
                            <a:cubicBezTo>
                              <a:pt x="41524" y="48339"/>
                              <a:pt x="42476" y="49578"/>
                              <a:pt x="43333" y="51578"/>
                            </a:cubicBezTo>
                            <a:cubicBezTo>
                              <a:pt x="43714" y="52626"/>
                              <a:pt x="44095" y="53769"/>
                              <a:pt x="44476" y="55197"/>
                            </a:cubicBezTo>
                            <a:cubicBezTo>
                              <a:pt x="44572" y="56436"/>
                              <a:pt x="44857" y="57674"/>
                              <a:pt x="45143" y="5910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61" name="Forme libre : forme 11860">
                        <a:extLst>
                          <a:ext uri="{FF2B5EF4-FFF2-40B4-BE49-F238E27FC236}">
                            <a16:creationId xmlns:a16="http://schemas.microsoft.com/office/drawing/2014/main" id="{E83DBFC8-ACDE-4F85-80B9-AC8005F854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82404" y="1966744"/>
                        <a:ext cx="24981" cy="80273"/>
                      </a:xfrm>
                      <a:custGeom>
                        <a:avLst/>
                        <a:gdLst>
                          <a:gd name="connsiteX0" fmla="*/ 13171 w 24981"/>
                          <a:gd name="connsiteY0" fmla="*/ 5598 h 80273"/>
                          <a:gd name="connsiteX1" fmla="*/ 2503 w 24981"/>
                          <a:gd name="connsiteY1" fmla="*/ 4931 h 80273"/>
                          <a:gd name="connsiteX2" fmla="*/ 1931 w 24981"/>
                          <a:gd name="connsiteY2" fmla="*/ 40269 h 80273"/>
                          <a:gd name="connsiteX3" fmla="*/ 13075 w 24981"/>
                          <a:gd name="connsiteY3" fmla="*/ 68558 h 80273"/>
                          <a:gd name="connsiteX4" fmla="*/ 24982 w 24981"/>
                          <a:gd name="connsiteY4" fmla="*/ 80274 h 80273"/>
                          <a:gd name="connsiteX5" fmla="*/ 18219 w 24981"/>
                          <a:gd name="connsiteY5" fmla="*/ 72273 h 80273"/>
                          <a:gd name="connsiteX6" fmla="*/ 9742 w 24981"/>
                          <a:gd name="connsiteY6" fmla="*/ 42364 h 80273"/>
                          <a:gd name="connsiteX7" fmla="*/ 9170 w 24981"/>
                          <a:gd name="connsiteY7" fmla="*/ 33792 h 80273"/>
                          <a:gd name="connsiteX8" fmla="*/ 9551 w 24981"/>
                          <a:gd name="connsiteY8" fmla="*/ 24648 h 80273"/>
                          <a:gd name="connsiteX9" fmla="*/ 13171 w 24981"/>
                          <a:gd name="connsiteY9" fmla="*/ 5598 h 802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4981" h="80273">
                            <a:moveTo>
                              <a:pt x="13171" y="5598"/>
                            </a:moveTo>
                            <a:cubicBezTo>
                              <a:pt x="10885" y="5312"/>
                              <a:pt x="6884" y="-6404"/>
                              <a:pt x="2503" y="4931"/>
                            </a:cubicBezTo>
                            <a:cubicBezTo>
                              <a:pt x="-831" y="14170"/>
                              <a:pt x="-641" y="27886"/>
                              <a:pt x="1931" y="40269"/>
                            </a:cubicBezTo>
                            <a:cubicBezTo>
                              <a:pt x="4503" y="52746"/>
                              <a:pt x="9170" y="62652"/>
                              <a:pt x="13075" y="68558"/>
                            </a:cubicBezTo>
                            <a:cubicBezTo>
                              <a:pt x="15266" y="72082"/>
                              <a:pt x="20886" y="78273"/>
                              <a:pt x="24982" y="80274"/>
                            </a:cubicBezTo>
                            <a:cubicBezTo>
                              <a:pt x="22696" y="78464"/>
                              <a:pt x="19648" y="75130"/>
                              <a:pt x="18219" y="72273"/>
                            </a:cubicBezTo>
                            <a:cubicBezTo>
                              <a:pt x="14123" y="64367"/>
                              <a:pt x="10980" y="53794"/>
                              <a:pt x="9742" y="42364"/>
                            </a:cubicBezTo>
                            <a:cubicBezTo>
                              <a:pt x="9456" y="39507"/>
                              <a:pt x="9265" y="36649"/>
                              <a:pt x="9170" y="33792"/>
                            </a:cubicBezTo>
                            <a:cubicBezTo>
                              <a:pt x="9075" y="30934"/>
                              <a:pt x="9170" y="28267"/>
                              <a:pt x="9551" y="24648"/>
                            </a:cubicBezTo>
                            <a:cubicBezTo>
                              <a:pt x="10218" y="17980"/>
                              <a:pt x="11456" y="11694"/>
                              <a:pt x="13171" y="5598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62" name="Forme libre : forme 11861">
                        <a:extLst>
                          <a:ext uri="{FF2B5EF4-FFF2-40B4-BE49-F238E27FC236}">
                            <a16:creationId xmlns:a16="http://schemas.microsoft.com/office/drawing/2014/main" id="{6BFC6AFD-FC16-4F18-9DCF-BEB5EB13EE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82146" y="1975702"/>
                        <a:ext cx="47412" cy="77286"/>
                      </a:xfrm>
                      <a:custGeom>
                        <a:avLst/>
                        <a:gdLst>
                          <a:gd name="connsiteX0" fmla="*/ 47338 w 47412"/>
                          <a:gd name="connsiteY0" fmla="*/ 48741 h 77286"/>
                          <a:gd name="connsiteX1" fmla="*/ 43433 w 47412"/>
                          <a:gd name="connsiteY1" fmla="*/ 69696 h 77286"/>
                          <a:gd name="connsiteX2" fmla="*/ 36194 w 47412"/>
                          <a:gd name="connsiteY2" fmla="*/ 76840 h 77286"/>
                          <a:gd name="connsiteX3" fmla="*/ 26002 w 47412"/>
                          <a:gd name="connsiteY3" fmla="*/ 75601 h 77286"/>
                          <a:gd name="connsiteX4" fmla="*/ 14858 w 47412"/>
                          <a:gd name="connsiteY4" fmla="*/ 66457 h 77286"/>
                          <a:gd name="connsiteX5" fmla="*/ 2666 w 47412"/>
                          <a:gd name="connsiteY5" fmla="*/ 40740 h 77286"/>
                          <a:gd name="connsiteX6" fmla="*/ 2285 w 47412"/>
                          <a:gd name="connsiteY6" fmla="*/ 5402 h 77286"/>
                          <a:gd name="connsiteX7" fmla="*/ 12477 w 47412"/>
                          <a:gd name="connsiteY7" fmla="*/ 4640 h 77286"/>
                          <a:gd name="connsiteX8" fmla="*/ 20192 w 47412"/>
                          <a:gd name="connsiteY8" fmla="*/ 21690 h 77286"/>
                          <a:gd name="connsiteX9" fmla="*/ 26669 w 47412"/>
                          <a:gd name="connsiteY9" fmla="*/ 34739 h 77286"/>
                          <a:gd name="connsiteX10" fmla="*/ 34193 w 47412"/>
                          <a:gd name="connsiteY10" fmla="*/ 41692 h 77286"/>
                          <a:gd name="connsiteX11" fmla="*/ 40670 w 47412"/>
                          <a:gd name="connsiteY11" fmla="*/ 41025 h 77286"/>
                          <a:gd name="connsiteX12" fmla="*/ 45147 w 47412"/>
                          <a:gd name="connsiteY12" fmla="*/ 42169 h 77286"/>
                          <a:gd name="connsiteX13" fmla="*/ 46004 w 47412"/>
                          <a:gd name="connsiteY13" fmla="*/ 43788 h 77286"/>
                          <a:gd name="connsiteX14" fmla="*/ 46671 w 47412"/>
                          <a:gd name="connsiteY14" fmla="*/ 45407 h 77286"/>
                          <a:gd name="connsiteX15" fmla="*/ 47338 w 47412"/>
                          <a:gd name="connsiteY15" fmla="*/ 48741 h 77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47412" h="77286">
                            <a:moveTo>
                              <a:pt x="47338" y="48741"/>
                            </a:moveTo>
                            <a:cubicBezTo>
                              <a:pt x="47719" y="54646"/>
                              <a:pt x="46671" y="62552"/>
                              <a:pt x="43433" y="69696"/>
                            </a:cubicBezTo>
                            <a:cubicBezTo>
                              <a:pt x="41909" y="72553"/>
                              <a:pt x="40194" y="75982"/>
                              <a:pt x="36194" y="76840"/>
                            </a:cubicBezTo>
                            <a:cubicBezTo>
                              <a:pt x="32384" y="77887"/>
                              <a:pt x="28669" y="76935"/>
                              <a:pt x="26002" y="75601"/>
                            </a:cubicBezTo>
                            <a:cubicBezTo>
                              <a:pt x="20668" y="72934"/>
                              <a:pt x="17239" y="69124"/>
                              <a:pt x="14858" y="66457"/>
                            </a:cubicBezTo>
                            <a:cubicBezTo>
                              <a:pt x="11143" y="62171"/>
                              <a:pt x="5809" y="53217"/>
                              <a:pt x="2666" y="40740"/>
                            </a:cubicBezTo>
                            <a:cubicBezTo>
                              <a:pt x="-573" y="28453"/>
                              <a:pt x="-1049" y="13975"/>
                              <a:pt x="2285" y="5402"/>
                            </a:cubicBezTo>
                            <a:cubicBezTo>
                              <a:pt x="5523" y="-2885"/>
                              <a:pt x="9523" y="-408"/>
                              <a:pt x="12477" y="4640"/>
                            </a:cubicBezTo>
                            <a:cubicBezTo>
                              <a:pt x="15429" y="9593"/>
                              <a:pt x="18382" y="17689"/>
                              <a:pt x="20192" y="21690"/>
                            </a:cubicBezTo>
                            <a:cubicBezTo>
                              <a:pt x="21240" y="24071"/>
                              <a:pt x="23049" y="29024"/>
                              <a:pt x="26669" y="34739"/>
                            </a:cubicBezTo>
                            <a:cubicBezTo>
                              <a:pt x="28479" y="37501"/>
                              <a:pt x="31050" y="40549"/>
                              <a:pt x="34193" y="41692"/>
                            </a:cubicBezTo>
                            <a:cubicBezTo>
                              <a:pt x="37527" y="43026"/>
                              <a:pt x="39242" y="41311"/>
                              <a:pt x="40670" y="41025"/>
                            </a:cubicBezTo>
                            <a:cubicBezTo>
                              <a:pt x="42480" y="40359"/>
                              <a:pt x="43909" y="40454"/>
                              <a:pt x="45147" y="42169"/>
                            </a:cubicBezTo>
                            <a:cubicBezTo>
                              <a:pt x="45433" y="42550"/>
                              <a:pt x="45719" y="43121"/>
                              <a:pt x="46004" y="43788"/>
                            </a:cubicBezTo>
                            <a:cubicBezTo>
                              <a:pt x="46290" y="44454"/>
                              <a:pt x="46576" y="45312"/>
                              <a:pt x="46671" y="45407"/>
                            </a:cubicBezTo>
                            <a:cubicBezTo>
                              <a:pt x="46957" y="46074"/>
                              <a:pt x="47243" y="47121"/>
                              <a:pt x="47338" y="4874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63" name="Forme libre : forme 11862">
                        <a:extLst>
                          <a:ext uri="{FF2B5EF4-FFF2-40B4-BE49-F238E27FC236}">
                            <a16:creationId xmlns:a16="http://schemas.microsoft.com/office/drawing/2014/main" id="{BE78FD45-0D18-4C59-8AF8-9CA157ED6C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699" y="1925144"/>
                        <a:ext cx="49089" cy="135296"/>
                      </a:xfrm>
                      <a:custGeom>
                        <a:avLst/>
                        <a:gdLst>
                          <a:gd name="connsiteX0" fmla="*/ 10016 w 49089"/>
                          <a:gd name="connsiteY0" fmla="*/ 2430 h 135296"/>
                          <a:gd name="connsiteX1" fmla="*/ 2110 w 49089"/>
                          <a:gd name="connsiteY1" fmla="*/ 22813 h 135296"/>
                          <a:gd name="connsiteX2" fmla="*/ 110 w 49089"/>
                          <a:gd name="connsiteY2" fmla="*/ 60913 h 135296"/>
                          <a:gd name="connsiteX3" fmla="*/ 6777 w 49089"/>
                          <a:gd name="connsiteY3" fmla="*/ 103014 h 135296"/>
                          <a:gd name="connsiteX4" fmla="*/ 20493 w 49089"/>
                          <a:gd name="connsiteY4" fmla="*/ 127302 h 135296"/>
                          <a:gd name="connsiteX5" fmla="*/ 35067 w 49089"/>
                          <a:gd name="connsiteY5" fmla="*/ 135018 h 135296"/>
                          <a:gd name="connsiteX6" fmla="*/ 45163 w 49089"/>
                          <a:gd name="connsiteY6" fmla="*/ 133970 h 135296"/>
                          <a:gd name="connsiteX7" fmla="*/ 48592 w 49089"/>
                          <a:gd name="connsiteY7" fmla="*/ 126636 h 135296"/>
                          <a:gd name="connsiteX8" fmla="*/ 37829 w 49089"/>
                          <a:gd name="connsiteY8" fmla="*/ 111681 h 135296"/>
                          <a:gd name="connsiteX9" fmla="*/ 30114 w 49089"/>
                          <a:gd name="connsiteY9" fmla="*/ 86250 h 135296"/>
                          <a:gd name="connsiteX10" fmla="*/ 28495 w 49089"/>
                          <a:gd name="connsiteY10" fmla="*/ 52436 h 135296"/>
                          <a:gd name="connsiteX11" fmla="*/ 31447 w 49089"/>
                          <a:gd name="connsiteY11" fmla="*/ 23575 h 135296"/>
                          <a:gd name="connsiteX12" fmla="*/ 31733 w 49089"/>
                          <a:gd name="connsiteY12" fmla="*/ 6716 h 135296"/>
                          <a:gd name="connsiteX13" fmla="*/ 22875 w 49089"/>
                          <a:gd name="connsiteY13" fmla="*/ 715 h 135296"/>
                          <a:gd name="connsiteX14" fmla="*/ 10016 w 49089"/>
                          <a:gd name="connsiteY14" fmla="*/ 2430 h 1352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49089" h="135296">
                            <a:moveTo>
                              <a:pt x="10016" y="2430"/>
                            </a:moveTo>
                            <a:cubicBezTo>
                              <a:pt x="4968" y="7192"/>
                              <a:pt x="3539" y="10717"/>
                              <a:pt x="2110" y="22813"/>
                            </a:cubicBezTo>
                            <a:cubicBezTo>
                              <a:pt x="777" y="34624"/>
                              <a:pt x="-366" y="47197"/>
                              <a:pt x="110" y="60913"/>
                            </a:cubicBezTo>
                            <a:cubicBezTo>
                              <a:pt x="586" y="74439"/>
                              <a:pt x="2396" y="89488"/>
                              <a:pt x="6777" y="103014"/>
                            </a:cubicBezTo>
                            <a:cubicBezTo>
                              <a:pt x="10397" y="114444"/>
                              <a:pt x="15445" y="122540"/>
                              <a:pt x="20493" y="127302"/>
                            </a:cubicBezTo>
                            <a:cubicBezTo>
                              <a:pt x="25542" y="132256"/>
                              <a:pt x="30495" y="134256"/>
                              <a:pt x="35067" y="135018"/>
                            </a:cubicBezTo>
                            <a:cubicBezTo>
                              <a:pt x="38400" y="135589"/>
                              <a:pt x="42211" y="135304"/>
                              <a:pt x="45163" y="133970"/>
                            </a:cubicBezTo>
                            <a:cubicBezTo>
                              <a:pt x="48211" y="132541"/>
                              <a:pt x="50021" y="130065"/>
                              <a:pt x="48592" y="126636"/>
                            </a:cubicBezTo>
                            <a:cubicBezTo>
                              <a:pt x="46687" y="122731"/>
                              <a:pt x="40686" y="118254"/>
                              <a:pt x="37829" y="111681"/>
                            </a:cubicBezTo>
                            <a:cubicBezTo>
                              <a:pt x="34305" y="104061"/>
                              <a:pt x="31828" y="95680"/>
                              <a:pt x="30114" y="86250"/>
                            </a:cubicBezTo>
                            <a:cubicBezTo>
                              <a:pt x="28209" y="77582"/>
                              <a:pt x="27923" y="64342"/>
                              <a:pt x="28495" y="52436"/>
                            </a:cubicBezTo>
                            <a:cubicBezTo>
                              <a:pt x="28971" y="42054"/>
                              <a:pt x="30400" y="31576"/>
                              <a:pt x="31447" y="23575"/>
                            </a:cubicBezTo>
                            <a:cubicBezTo>
                              <a:pt x="32495" y="15479"/>
                              <a:pt x="33257" y="10240"/>
                              <a:pt x="31733" y="6716"/>
                            </a:cubicBezTo>
                            <a:cubicBezTo>
                              <a:pt x="30400" y="3573"/>
                              <a:pt x="26970" y="2049"/>
                              <a:pt x="22875" y="715"/>
                            </a:cubicBezTo>
                            <a:cubicBezTo>
                              <a:pt x="18779" y="-237"/>
                              <a:pt x="13540" y="-714"/>
                              <a:pt x="10016" y="243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64" name="Forme libre : forme 11863">
                        <a:extLst>
                          <a:ext uri="{FF2B5EF4-FFF2-40B4-BE49-F238E27FC236}">
                            <a16:creationId xmlns:a16="http://schemas.microsoft.com/office/drawing/2014/main" id="{2F9FC705-1334-48B8-8B1F-F33E5CDC2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87479" y="1940926"/>
                        <a:ext cx="12924" cy="23246"/>
                      </a:xfrm>
                      <a:custGeom>
                        <a:avLst/>
                        <a:gdLst>
                          <a:gd name="connsiteX0" fmla="*/ 4096 w 12924"/>
                          <a:gd name="connsiteY0" fmla="*/ 460 h 23246"/>
                          <a:gd name="connsiteX1" fmla="*/ 1524 w 12924"/>
                          <a:gd name="connsiteY1" fmla="*/ 364 h 23246"/>
                          <a:gd name="connsiteX2" fmla="*/ 0 w 12924"/>
                          <a:gd name="connsiteY2" fmla="*/ 4936 h 23246"/>
                          <a:gd name="connsiteX3" fmla="*/ 1048 w 12924"/>
                          <a:gd name="connsiteY3" fmla="*/ 10842 h 23246"/>
                          <a:gd name="connsiteX4" fmla="*/ 5524 w 12924"/>
                          <a:gd name="connsiteY4" fmla="*/ 21415 h 23246"/>
                          <a:gd name="connsiteX5" fmla="*/ 7620 w 12924"/>
                          <a:gd name="connsiteY5" fmla="*/ 23224 h 23246"/>
                          <a:gd name="connsiteX6" fmla="*/ 12478 w 12924"/>
                          <a:gd name="connsiteY6" fmla="*/ 6270 h 23246"/>
                          <a:gd name="connsiteX7" fmla="*/ 4096 w 12924"/>
                          <a:gd name="connsiteY7" fmla="*/ 460 h 232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2924" h="23246">
                            <a:moveTo>
                              <a:pt x="4096" y="460"/>
                            </a:moveTo>
                            <a:cubicBezTo>
                              <a:pt x="3238" y="78"/>
                              <a:pt x="2571" y="-302"/>
                              <a:pt x="1524" y="364"/>
                            </a:cubicBezTo>
                            <a:cubicBezTo>
                              <a:pt x="476" y="1031"/>
                              <a:pt x="0" y="2936"/>
                              <a:pt x="0" y="4936"/>
                            </a:cubicBezTo>
                            <a:cubicBezTo>
                              <a:pt x="0" y="6936"/>
                              <a:pt x="571" y="9223"/>
                              <a:pt x="1048" y="10842"/>
                            </a:cubicBezTo>
                            <a:cubicBezTo>
                              <a:pt x="2381" y="14937"/>
                              <a:pt x="3810" y="19033"/>
                              <a:pt x="5524" y="21415"/>
                            </a:cubicBezTo>
                            <a:cubicBezTo>
                              <a:pt x="6191" y="22367"/>
                              <a:pt x="6762" y="23415"/>
                              <a:pt x="7620" y="23224"/>
                            </a:cubicBezTo>
                            <a:cubicBezTo>
                              <a:pt x="11049" y="22367"/>
                              <a:pt x="14097" y="10270"/>
                              <a:pt x="12478" y="6270"/>
                            </a:cubicBezTo>
                            <a:cubicBezTo>
                              <a:pt x="11144" y="3031"/>
                              <a:pt x="7620" y="2365"/>
                              <a:pt x="4096" y="46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65" name="Forme libre : forme 11864">
                        <a:extLst>
                          <a:ext uri="{FF2B5EF4-FFF2-40B4-BE49-F238E27FC236}">
                            <a16:creationId xmlns:a16="http://schemas.microsoft.com/office/drawing/2014/main" id="{EF336023-DAE8-477E-971E-3AB3D17355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09767" y="2001869"/>
                        <a:ext cx="30383" cy="71628"/>
                      </a:xfrm>
                      <a:custGeom>
                        <a:avLst/>
                        <a:gdLst>
                          <a:gd name="connsiteX0" fmla="*/ 29146 w 30383"/>
                          <a:gd name="connsiteY0" fmla="*/ 0 h 71628"/>
                          <a:gd name="connsiteX1" fmla="*/ 28670 w 30383"/>
                          <a:gd name="connsiteY1" fmla="*/ 36957 h 71628"/>
                          <a:gd name="connsiteX2" fmla="*/ 17812 w 30383"/>
                          <a:gd name="connsiteY2" fmla="*/ 64294 h 71628"/>
                          <a:gd name="connsiteX3" fmla="*/ 9906 w 30383"/>
                          <a:gd name="connsiteY3" fmla="*/ 69628 h 71628"/>
                          <a:gd name="connsiteX4" fmla="*/ 0 w 30383"/>
                          <a:gd name="connsiteY4" fmla="*/ 71628 h 71628"/>
                          <a:gd name="connsiteX5" fmla="*/ 10383 w 30383"/>
                          <a:gd name="connsiteY5" fmla="*/ 69247 h 71628"/>
                          <a:gd name="connsiteX6" fmla="*/ 17716 w 30383"/>
                          <a:gd name="connsiteY6" fmla="*/ 63437 h 71628"/>
                          <a:gd name="connsiteX7" fmla="*/ 27051 w 30383"/>
                          <a:gd name="connsiteY7" fmla="*/ 36386 h 71628"/>
                          <a:gd name="connsiteX8" fmla="*/ 29146 w 30383"/>
                          <a:gd name="connsiteY8" fmla="*/ 0 h 716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0383" h="71628">
                            <a:moveTo>
                              <a:pt x="29146" y="0"/>
                            </a:moveTo>
                            <a:cubicBezTo>
                              <a:pt x="30956" y="11525"/>
                              <a:pt x="30766" y="25241"/>
                              <a:pt x="28670" y="36957"/>
                            </a:cubicBezTo>
                            <a:cubicBezTo>
                              <a:pt x="26480" y="48768"/>
                              <a:pt x="22860" y="57245"/>
                              <a:pt x="17812" y="64294"/>
                            </a:cubicBezTo>
                            <a:cubicBezTo>
                              <a:pt x="15812" y="66484"/>
                              <a:pt x="13716" y="68485"/>
                              <a:pt x="9906" y="69628"/>
                            </a:cubicBezTo>
                            <a:cubicBezTo>
                              <a:pt x="6191" y="70961"/>
                              <a:pt x="2572" y="71247"/>
                              <a:pt x="0" y="71628"/>
                            </a:cubicBezTo>
                            <a:cubicBezTo>
                              <a:pt x="2953" y="71247"/>
                              <a:pt x="6763" y="70866"/>
                              <a:pt x="10383" y="69247"/>
                            </a:cubicBezTo>
                            <a:cubicBezTo>
                              <a:pt x="14002" y="67913"/>
                              <a:pt x="16002" y="65723"/>
                              <a:pt x="17716" y="63437"/>
                            </a:cubicBezTo>
                            <a:cubicBezTo>
                              <a:pt x="22193" y="56198"/>
                              <a:pt x="25146" y="47530"/>
                              <a:pt x="27051" y="36386"/>
                            </a:cubicBezTo>
                            <a:cubicBezTo>
                              <a:pt x="28956" y="24955"/>
                              <a:pt x="29623" y="12001"/>
                              <a:pt x="2914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66" name="Forme libre : forme 11865">
                        <a:extLst>
                          <a:ext uri="{FF2B5EF4-FFF2-40B4-BE49-F238E27FC236}">
                            <a16:creationId xmlns:a16="http://schemas.microsoft.com/office/drawing/2014/main" id="{83BAD9B6-FCDF-409E-9538-5F54C42889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9096" y="1902999"/>
                        <a:ext cx="31337" cy="19543"/>
                      </a:xfrm>
                      <a:custGeom>
                        <a:avLst/>
                        <a:gdLst>
                          <a:gd name="connsiteX0" fmla="*/ 31337 w 31337"/>
                          <a:gd name="connsiteY0" fmla="*/ 16193 h 19543"/>
                          <a:gd name="connsiteX1" fmla="*/ 23050 w 31337"/>
                          <a:gd name="connsiteY1" fmla="*/ 18002 h 19543"/>
                          <a:gd name="connsiteX2" fmla="*/ 13430 w 31337"/>
                          <a:gd name="connsiteY2" fmla="*/ 11621 h 19543"/>
                          <a:gd name="connsiteX3" fmla="*/ 0 w 31337"/>
                          <a:gd name="connsiteY3" fmla="*/ 0 h 19543"/>
                          <a:gd name="connsiteX4" fmla="*/ 22193 w 31337"/>
                          <a:gd name="connsiteY4" fmla="*/ 18955 h 19543"/>
                          <a:gd name="connsiteX5" fmla="*/ 31337 w 31337"/>
                          <a:gd name="connsiteY5" fmla="*/ 16193 h 195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1337" h="19543">
                            <a:moveTo>
                              <a:pt x="31337" y="16193"/>
                            </a:moveTo>
                            <a:cubicBezTo>
                              <a:pt x="30480" y="16574"/>
                              <a:pt x="27908" y="19050"/>
                              <a:pt x="23050" y="18002"/>
                            </a:cubicBezTo>
                            <a:cubicBezTo>
                              <a:pt x="20574" y="17050"/>
                              <a:pt x="18192" y="17907"/>
                              <a:pt x="13430" y="11621"/>
                            </a:cubicBezTo>
                            <a:cubicBezTo>
                              <a:pt x="9334" y="7049"/>
                              <a:pt x="4476" y="3239"/>
                              <a:pt x="0" y="0"/>
                            </a:cubicBezTo>
                            <a:cubicBezTo>
                              <a:pt x="8572" y="4286"/>
                              <a:pt x="18669" y="20288"/>
                              <a:pt x="22193" y="18955"/>
                            </a:cubicBezTo>
                            <a:cubicBezTo>
                              <a:pt x="26670" y="20479"/>
                              <a:pt x="29432" y="18860"/>
                              <a:pt x="31337" y="1619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67" name="Forme libre : forme 11866">
                        <a:extLst>
                          <a:ext uri="{FF2B5EF4-FFF2-40B4-BE49-F238E27FC236}">
                            <a16:creationId xmlns:a16="http://schemas.microsoft.com/office/drawing/2014/main" id="{188808EB-E5E7-44A5-9D88-9838A10CEE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97217" y="1991621"/>
                        <a:ext cx="16023" cy="43683"/>
                      </a:xfrm>
                      <a:custGeom>
                        <a:avLst/>
                        <a:gdLst>
                          <a:gd name="connsiteX0" fmla="*/ 15788 w 16023"/>
                          <a:gd name="connsiteY0" fmla="*/ 39776 h 43683"/>
                          <a:gd name="connsiteX1" fmla="*/ 12835 w 16023"/>
                          <a:gd name="connsiteY1" fmla="*/ 43681 h 43683"/>
                          <a:gd name="connsiteX2" fmla="*/ 8739 w 16023"/>
                          <a:gd name="connsiteY2" fmla="*/ 40157 h 43683"/>
                          <a:gd name="connsiteX3" fmla="*/ 3405 w 16023"/>
                          <a:gd name="connsiteY3" fmla="*/ 29298 h 43683"/>
                          <a:gd name="connsiteX4" fmla="*/ 929 w 16023"/>
                          <a:gd name="connsiteY4" fmla="*/ 1961 h 43683"/>
                          <a:gd name="connsiteX5" fmla="*/ 7692 w 16023"/>
                          <a:gd name="connsiteY5" fmla="*/ 12820 h 43683"/>
                          <a:gd name="connsiteX6" fmla="*/ 12169 w 16023"/>
                          <a:gd name="connsiteY6" fmla="*/ 24536 h 43683"/>
                          <a:gd name="connsiteX7" fmla="*/ 15788 w 16023"/>
                          <a:gd name="connsiteY7" fmla="*/ 39776 h 436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6023" h="43683">
                            <a:moveTo>
                              <a:pt x="15788" y="39776"/>
                            </a:moveTo>
                            <a:cubicBezTo>
                              <a:pt x="15311" y="42443"/>
                              <a:pt x="14168" y="43681"/>
                              <a:pt x="12835" y="43681"/>
                            </a:cubicBezTo>
                            <a:cubicBezTo>
                              <a:pt x="11502" y="43776"/>
                              <a:pt x="10073" y="41681"/>
                              <a:pt x="8739" y="40157"/>
                            </a:cubicBezTo>
                            <a:cubicBezTo>
                              <a:pt x="6168" y="36537"/>
                              <a:pt x="4167" y="32156"/>
                              <a:pt x="3405" y="29298"/>
                            </a:cubicBezTo>
                            <a:cubicBezTo>
                              <a:pt x="1501" y="23964"/>
                              <a:pt x="-1547" y="8534"/>
                              <a:pt x="929" y="1961"/>
                            </a:cubicBezTo>
                            <a:cubicBezTo>
                              <a:pt x="3120" y="-4992"/>
                              <a:pt x="5977" y="8438"/>
                              <a:pt x="7692" y="12820"/>
                            </a:cubicBezTo>
                            <a:cubicBezTo>
                              <a:pt x="8454" y="14915"/>
                              <a:pt x="10073" y="19487"/>
                              <a:pt x="12169" y="24536"/>
                            </a:cubicBezTo>
                            <a:cubicBezTo>
                              <a:pt x="14168" y="29489"/>
                              <a:pt x="16836" y="34442"/>
                              <a:pt x="15788" y="3977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68" name="Forme libre : forme 11867">
                        <a:extLst>
                          <a:ext uri="{FF2B5EF4-FFF2-40B4-BE49-F238E27FC236}">
                            <a16:creationId xmlns:a16="http://schemas.microsoft.com/office/drawing/2014/main" id="{DE431EAB-C4D7-445F-A51E-B08B9650E6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09573" y="2022689"/>
                        <a:ext cx="8453" cy="11555"/>
                      </a:xfrm>
                      <a:custGeom>
                        <a:avLst/>
                        <a:gdLst>
                          <a:gd name="connsiteX0" fmla="*/ 8385 w 8453"/>
                          <a:gd name="connsiteY0" fmla="*/ 6040 h 11555"/>
                          <a:gd name="connsiteX1" fmla="*/ 4290 w 8453"/>
                          <a:gd name="connsiteY1" fmla="*/ 11374 h 11555"/>
                          <a:gd name="connsiteX2" fmla="*/ 3 w 8453"/>
                          <a:gd name="connsiteY2" fmla="*/ 3563 h 11555"/>
                          <a:gd name="connsiteX3" fmla="*/ 3337 w 8453"/>
                          <a:gd name="connsiteY3" fmla="*/ 420 h 11555"/>
                          <a:gd name="connsiteX4" fmla="*/ 8385 w 8453"/>
                          <a:gd name="connsiteY4" fmla="*/ 6040 h 11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53" h="11555">
                            <a:moveTo>
                              <a:pt x="8385" y="6040"/>
                            </a:moveTo>
                            <a:cubicBezTo>
                              <a:pt x="8957" y="10517"/>
                              <a:pt x="5814" y="12136"/>
                              <a:pt x="4290" y="11374"/>
                            </a:cubicBezTo>
                            <a:cubicBezTo>
                              <a:pt x="2671" y="10993"/>
                              <a:pt x="99" y="8136"/>
                              <a:pt x="3" y="3563"/>
                            </a:cubicBezTo>
                            <a:cubicBezTo>
                              <a:pt x="-92" y="-1008"/>
                              <a:pt x="1908" y="-56"/>
                              <a:pt x="3337" y="420"/>
                            </a:cubicBezTo>
                            <a:cubicBezTo>
                              <a:pt x="4671" y="1182"/>
                              <a:pt x="7909" y="1754"/>
                              <a:pt x="8385" y="604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69" name="Forme libre : forme 11868">
                        <a:extLst>
                          <a:ext uri="{FF2B5EF4-FFF2-40B4-BE49-F238E27FC236}">
                            <a16:creationId xmlns:a16="http://schemas.microsoft.com/office/drawing/2014/main" id="{1DE2AAC2-1D32-4230-B8D5-D65D3ECEAA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05766" y="1932559"/>
                        <a:ext cx="29503" cy="79390"/>
                      </a:xfrm>
                      <a:custGeom>
                        <a:avLst/>
                        <a:gdLst>
                          <a:gd name="connsiteX0" fmla="*/ 16098 w 29503"/>
                          <a:gd name="connsiteY0" fmla="*/ 37877 h 79390"/>
                          <a:gd name="connsiteX1" fmla="*/ 27432 w 29503"/>
                          <a:gd name="connsiteY1" fmla="*/ 57784 h 79390"/>
                          <a:gd name="connsiteX2" fmla="*/ 29432 w 29503"/>
                          <a:gd name="connsiteY2" fmla="*/ 66071 h 79390"/>
                          <a:gd name="connsiteX3" fmla="*/ 28861 w 29503"/>
                          <a:gd name="connsiteY3" fmla="*/ 74739 h 79390"/>
                          <a:gd name="connsiteX4" fmla="*/ 24956 w 29503"/>
                          <a:gd name="connsiteY4" fmla="*/ 79215 h 79390"/>
                          <a:gd name="connsiteX5" fmla="*/ 15622 w 29503"/>
                          <a:gd name="connsiteY5" fmla="*/ 70548 h 79390"/>
                          <a:gd name="connsiteX6" fmla="*/ 9430 w 29503"/>
                          <a:gd name="connsiteY6" fmla="*/ 63499 h 79390"/>
                          <a:gd name="connsiteX7" fmla="*/ 4191 w 29503"/>
                          <a:gd name="connsiteY7" fmla="*/ 53784 h 79390"/>
                          <a:gd name="connsiteX8" fmla="*/ 667 w 29503"/>
                          <a:gd name="connsiteY8" fmla="*/ 37972 h 79390"/>
                          <a:gd name="connsiteX9" fmla="*/ 2096 w 29503"/>
                          <a:gd name="connsiteY9" fmla="*/ 8635 h 79390"/>
                          <a:gd name="connsiteX10" fmla="*/ 5430 w 29503"/>
                          <a:gd name="connsiteY10" fmla="*/ 1015 h 79390"/>
                          <a:gd name="connsiteX11" fmla="*/ 6953 w 29503"/>
                          <a:gd name="connsiteY11" fmla="*/ 7111 h 79390"/>
                          <a:gd name="connsiteX12" fmla="*/ 9335 w 29503"/>
                          <a:gd name="connsiteY12" fmla="*/ 13779 h 79390"/>
                          <a:gd name="connsiteX13" fmla="*/ 10573 w 29503"/>
                          <a:gd name="connsiteY13" fmla="*/ 18446 h 79390"/>
                          <a:gd name="connsiteX14" fmla="*/ 16098 w 29503"/>
                          <a:gd name="connsiteY14" fmla="*/ 37877 h 79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9503" h="79390">
                            <a:moveTo>
                              <a:pt x="16098" y="37877"/>
                            </a:moveTo>
                            <a:cubicBezTo>
                              <a:pt x="19622" y="45116"/>
                              <a:pt x="22479" y="48164"/>
                              <a:pt x="27432" y="57784"/>
                            </a:cubicBezTo>
                            <a:cubicBezTo>
                              <a:pt x="28289" y="59308"/>
                              <a:pt x="29242" y="63213"/>
                              <a:pt x="29432" y="66071"/>
                            </a:cubicBezTo>
                            <a:cubicBezTo>
                              <a:pt x="29623" y="69119"/>
                              <a:pt x="29432" y="72357"/>
                              <a:pt x="28861" y="74739"/>
                            </a:cubicBezTo>
                            <a:cubicBezTo>
                              <a:pt x="27623" y="79120"/>
                              <a:pt x="26384" y="79787"/>
                              <a:pt x="24956" y="79215"/>
                            </a:cubicBezTo>
                            <a:cubicBezTo>
                              <a:pt x="21527" y="76167"/>
                              <a:pt x="18764" y="73596"/>
                              <a:pt x="15622" y="70548"/>
                            </a:cubicBezTo>
                            <a:cubicBezTo>
                              <a:pt x="14097" y="68833"/>
                              <a:pt x="12287" y="67690"/>
                              <a:pt x="9430" y="63499"/>
                            </a:cubicBezTo>
                            <a:cubicBezTo>
                              <a:pt x="8192" y="61689"/>
                              <a:pt x="5715" y="58546"/>
                              <a:pt x="4191" y="53784"/>
                            </a:cubicBezTo>
                            <a:cubicBezTo>
                              <a:pt x="2477" y="49116"/>
                              <a:pt x="1334" y="43497"/>
                              <a:pt x="667" y="37972"/>
                            </a:cubicBezTo>
                            <a:cubicBezTo>
                              <a:pt x="-666" y="26733"/>
                              <a:pt x="96" y="16922"/>
                              <a:pt x="2096" y="8635"/>
                            </a:cubicBezTo>
                            <a:cubicBezTo>
                              <a:pt x="4191" y="158"/>
                              <a:pt x="4858" y="-1366"/>
                              <a:pt x="5430" y="1015"/>
                            </a:cubicBezTo>
                            <a:cubicBezTo>
                              <a:pt x="5811" y="2253"/>
                              <a:pt x="6191" y="4539"/>
                              <a:pt x="6953" y="7111"/>
                            </a:cubicBezTo>
                            <a:cubicBezTo>
                              <a:pt x="7716" y="9683"/>
                              <a:pt x="8859" y="12064"/>
                              <a:pt x="9335" y="13779"/>
                            </a:cubicBezTo>
                            <a:cubicBezTo>
                              <a:pt x="9811" y="15207"/>
                              <a:pt x="10192" y="16731"/>
                              <a:pt x="10573" y="18446"/>
                            </a:cubicBezTo>
                            <a:cubicBezTo>
                              <a:pt x="12192" y="24923"/>
                              <a:pt x="14002" y="33210"/>
                              <a:pt x="16098" y="3787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32" name="Graphique 1">
                      <a:extLst>
                        <a:ext uri="{FF2B5EF4-FFF2-40B4-BE49-F238E27FC236}">
                          <a16:creationId xmlns:a16="http://schemas.microsoft.com/office/drawing/2014/main" id="{5200B03D-5152-4A82-AA8C-ADE589B4D3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014148" y="1784508"/>
                      <a:ext cx="92248" cy="214928"/>
                      <a:chOff x="8014148" y="1784508"/>
                      <a:chExt cx="92248" cy="214928"/>
                    </a:xfrm>
                    <a:solidFill>
                      <a:schemeClr val="accent1"/>
                    </a:solidFill>
                  </p:grpSpPr>
                  <p:sp>
                    <p:nvSpPr>
                      <p:cNvPr id="11846" name="Forme libre : forme 11845">
                        <a:extLst>
                          <a:ext uri="{FF2B5EF4-FFF2-40B4-BE49-F238E27FC236}">
                            <a16:creationId xmlns:a16="http://schemas.microsoft.com/office/drawing/2014/main" id="{A265F060-7072-438F-8502-2DA4943CB1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14148" y="1784508"/>
                        <a:ext cx="92248" cy="214928"/>
                      </a:xfrm>
                      <a:custGeom>
                        <a:avLst/>
                        <a:gdLst>
                          <a:gd name="connsiteX0" fmla="*/ 88487 w 92248"/>
                          <a:gd name="connsiteY0" fmla="*/ 75915 h 214928"/>
                          <a:gd name="connsiteX1" fmla="*/ 85249 w 92248"/>
                          <a:gd name="connsiteY1" fmla="*/ 89631 h 214928"/>
                          <a:gd name="connsiteX2" fmla="*/ 81629 w 92248"/>
                          <a:gd name="connsiteY2" fmla="*/ 106490 h 214928"/>
                          <a:gd name="connsiteX3" fmla="*/ 74200 w 92248"/>
                          <a:gd name="connsiteY3" fmla="*/ 140685 h 214928"/>
                          <a:gd name="connsiteX4" fmla="*/ 69532 w 92248"/>
                          <a:gd name="connsiteY4" fmla="*/ 158687 h 214928"/>
                          <a:gd name="connsiteX5" fmla="*/ 64008 w 92248"/>
                          <a:gd name="connsiteY5" fmla="*/ 177165 h 214928"/>
                          <a:gd name="connsiteX6" fmla="*/ 52578 w 92248"/>
                          <a:gd name="connsiteY6" fmla="*/ 202883 h 214928"/>
                          <a:gd name="connsiteX7" fmla="*/ 29432 w 92248"/>
                          <a:gd name="connsiteY7" fmla="*/ 212979 h 214928"/>
                          <a:gd name="connsiteX8" fmla="*/ 22003 w 92248"/>
                          <a:gd name="connsiteY8" fmla="*/ 198787 h 214928"/>
                          <a:gd name="connsiteX9" fmla="*/ 16002 w 92248"/>
                          <a:gd name="connsiteY9" fmla="*/ 175546 h 214928"/>
                          <a:gd name="connsiteX10" fmla="*/ 5715 w 92248"/>
                          <a:gd name="connsiteY10" fmla="*/ 138589 h 214928"/>
                          <a:gd name="connsiteX11" fmla="*/ 1810 w 92248"/>
                          <a:gd name="connsiteY11" fmla="*/ 131731 h 214928"/>
                          <a:gd name="connsiteX12" fmla="*/ 476 w 92248"/>
                          <a:gd name="connsiteY12" fmla="*/ 130207 h 214928"/>
                          <a:gd name="connsiteX13" fmla="*/ 0 w 92248"/>
                          <a:gd name="connsiteY13" fmla="*/ 129540 h 214928"/>
                          <a:gd name="connsiteX14" fmla="*/ 667 w 92248"/>
                          <a:gd name="connsiteY14" fmla="*/ 124206 h 214928"/>
                          <a:gd name="connsiteX15" fmla="*/ 6477 w 92248"/>
                          <a:gd name="connsiteY15" fmla="*/ 91917 h 214928"/>
                          <a:gd name="connsiteX16" fmla="*/ 10858 w 92248"/>
                          <a:gd name="connsiteY16" fmla="*/ 72962 h 214928"/>
                          <a:gd name="connsiteX17" fmla="*/ 15621 w 92248"/>
                          <a:gd name="connsiteY17" fmla="*/ 57150 h 214928"/>
                          <a:gd name="connsiteX18" fmla="*/ 59150 w 92248"/>
                          <a:gd name="connsiteY18" fmla="*/ 3525 h 214928"/>
                          <a:gd name="connsiteX19" fmla="*/ 80200 w 92248"/>
                          <a:gd name="connsiteY19" fmla="*/ 4477 h 214928"/>
                          <a:gd name="connsiteX20" fmla="*/ 88487 w 92248"/>
                          <a:gd name="connsiteY20" fmla="*/ 75915 h 2149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92248" h="214928">
                            <a:moveTo>
                              <a:pt x="88487" y="75915"/>
                            </a:moveTo>
                            <a:cubicBezTo>
                              <a:pt x="87630" y="79629"/>
                              <a:pt x="86487" y="84392"/>
                              <a:pt x="85249" y="89631"/>
                            </a:cubicBezTo>
                            <a:cubicBezTo>
                              <a:pt x="84011" y="95060"/>
                              <a:pt x="83058" y="99727"/>
                              <a:pt x="81629" y="106490"/>
                            </a:cubicBezTo>
                            <a:cubicBezTo>
                              <a:pt x="79057" y="119253"/>
                              <a:pt x="76295" y="132303"/>
                              <a:pt x="74200" y="140685"/>
                            </a:cubicBezTo>
                            <a:cubicBezTo>
                              <a:pt x="72580" y="146971"/>
                              <a:pt x="71056" y="152877"/>
                              <a:pt x="69532" y="158687"/>
                            </a:cubicBezTo>
                            <a:cubicBezTo>
                              <a:pt x="67723" y="165450"/>
                              <a:pt x="65817" y="171641"/>
                              <a:pt x="64008" y="177165"/>
                            </a:cubicBezTo>
                            <a:cubicBezTo>
                              <a:pt x="60293" y="188214"/>
                              <a:pt x="56388" y="196787"/>
                              <a:pt x="52578" y="202883"/>
                            </a:cubicBezTo>
                            <a:cubicBezTo>
                              <a:pt x="44862" y="215170"/>
                              <a:pt x="36766" y="217075"/>
                              <a:pt x="29432" y="212979"/>
                            </a:cubicBezTo>
                            <a:cubicBezTo>
                              <a:pt x="26861" y="211455"/>
                              <a:pt x="24479" y="206502"/>
                              <a:pt x="22003" y="198787"/>
                            </a:cubicBezTo>
                            <a:cubicBezTo>
                              <a:pt x="19431" y="190881"/>
                              <a:pt x="17240" y="182023"/>
                              <a:pt x="16002" y="175546"/>
                            </a:cubicBezTo>
                            <a:cubicBezTo>
                              <a:pt x="12382" y="156877"/>
                              <a:pt x="8763" y="145352"/>
                              <a:pt x="5715" y="138589"/>
                            </a:cubicBezTo>
                            <a:cubicBezTo>
                              <a:pt x="4191" y="135255"/>
                              <a:pt x="2857" y="133065"/>
                              <a:pt x="1810" y="131731"/>
                            </a:cubicBezTo>
                            <a:cubicBezTo>
                              <a:pt x="1238" y="131064"/>
                              <a:pt x="762" y="130683"/>
                              <a:pt x="476" y="130207"/>
                            </a:cubicBezTo>
                            <a:lnTo>
                              <a:pt x="0" y="129540"/>
                            </a:lnTo>
                            <a:cubicBezTo>
                              <a:pt x="95" y="128207"/>
                              <a:pt x="381" y="126016"/>
                              <a:pt x="667" y="124206"/>
                            </a:cubicBezTo>
                            <a:cubicBezTo>
                              <a:pt x="1810" y="116110"/>
                              <a:pt x="4000" y="104109"/>
                              <a:pt x="6477" y="91917"/>
                            </a:cubicBezTo>
                            <a:cubicBezTo>
                              <a:pt x="7620" y="86202"/>
                              <a:pt x="9239" y="79058"/>
                              <a:pt x="10858" y="72962"/>
                            </a:cubicBezTo>
                            <a:cubicBezTo>
                              <a:pt x="12478" y="66771"/>
                              <a:pt x="14192" y="61437"/>
                              <a:pt x="15621" y="57150"/>
                            </a:cubicBezTo>
                            <a:cubicBezTo>
                              <a:pt x="26670" y="25432"/>
                              <a:pt x="41529" y="16479"/>
                              <a:pt x="59150" y="3525"/>
                            </a:cubicBezTo>
                            <a:cubicBezTo>
                              <a:pt x="65246" y="-762"/>
                              <a:pt x="75819" y="-1905"/>
                              <a:pt x="80200" y="4477"/>
                            </a:cubicBezTo>
                            <a:cubicBezTo>
                              <a:pt x="92964" y="22860"/>
                              <a:pt x="95345" y="47625"/>
                              <a:pt x="88487" y="7591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47" name="Forme libre : forme 11846">
                        <a:extLst>
                          <a:ext uri="{FF2B5EF4-FFF2-40B4-BE49-F238E27FC236}">
                            <a16:creationId xmlns:a16="http://schemas.microsoft.com/office/drawing/2014/main" id="{B51DE029-809F-44E0-9AAB-C13CF22F27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37389" y="1788890"/>
                        <a:ext cx="68674" cy="210418"/>
                      </a:xfrm>
                      <a:custGeom>
                        <a:avLst/>
                        <a:gdLst>
                          <a:gd name="connsiteX0" fmla="*/ 26479 w 68674"/>
                          <a:gd name="connsiteY0" fmla="*/ 120587 h 210418"/>
                          <a:gd name="connsiteX1" fmla="*/ 22574 w 68674"/>
                          <a:gd name="connsiteY1" fmla="*/ 143732 h 210418"/>
                          <a:gd name="connsiteX2" fmla="*/ 16287 w 68674"/>
                          <a:gd name="connsiteY2" fmla="*/ 170021 h 210418"/>
                          <a:gd name="connsiteX3" fmla="*/ 0 w 68674"/>
                          <a:gd name="connsiteY3" fmla="*/ 198215 h 210418"/>
                          <a:gd name="connsiteX4" fmla="*/ 6001 w 68674"/>
                          <a:gd name="connsiteY4" fmla="*/ 208502 h 210418"/>
                          <a:gd name="connsiteX5" fmla="*/ 13811 w 68674"/>
                          <a:gd name="connsiteY5" fmla="*/ 210407 h 210418"/>
                          <a:gd name="connsiteX6" fmla="*/ 37052 w 68674"/>
                          <a:gd name="connsiteY6" fmla="*/ 182213 h 210418"/>
                          <a:gd name="connsiteX7" fmla="*/ 44386 w 68674"/>
                          <a:gd name="connsiteY7" fmla="*/ 160401 h 210418"/>
                          <a:gd name="connsiteX8" fmla="*/ 47910 w 68674"/>
                          <a:gd name="connsiteY8" fmla="*/ 147352 h 210418"/>
                          <a:gd name="connsiteX9" fmla="*/ 50673 w 68674"/>
                          <a:gd name="connsiteY9" fmla="*/ 136398 h 210418"/>
                          <a:gd name="connsiteX10" fmla="*/ 53244 w 68674"/>
                          <a:gd name="connsiteY10" fmla="*/ 125444 h 210418"/>
                          <a:gd name="connsiteX11" fmla="*/ 58769 w 68674"/>
                          <a:gd name="connsiteY11" fmla="*/ 98774 h 210418"/>
                          <a:gd name="connsiteX12" fmla="*/ 63817 w 68674"/>
                          <a:gd name="connsiteY12" fmla="*/ 76295 h 210418"/>
                          <a:gd name="connsiteX13" fmla="*/ 64961 w 68674"/>
                          <a:gd name="connsiteY13" fmla="*/ 71628 h 210418"/>
                          <a:gd name="connsiteX14" fmla="*/ 68675 w 68674"/>
                          <a:gd name="connsiteY14" fmla="*/ 42958 h 210418"/>
                          <a:gd name="connsiteX15" fmla="*/ 61817 w 68674"/>
                          <a:gd name="connsiteY15" fmla="*/ 9430 h 210418"/>
                          <a:gd name="connsiteX16" fmla="*/ 56579 w 68674"/>
                          <a:gd name="connsiteY16" fmla="*/ 286 h 210418"/>
                          <a:gd name="connsiteX17" fmla="*/ 56292 w 68674"/>
                          <a:gd name="connsiteY17" fmla="*/ 0 h 210418"/>
                          <a:gd name="connsiteX18" fmla="*/ 38671 w 68674"/>
                          <a:gd name="connsiteY18" fmla="*/ 60960 h 210418"/>
                          <a:gd name="connsiteX19" fmla="*/ 31242 w 68674"/>
                          <a:gd name="connsiteY19" fmla="*/ 90392 h 210418"/>
                          <a:gd name="connsiteX20" fmla="*/ 26479 w 68674"/>
                          <a:gd name="connsiteY20" fmla="*/ 120587 h 2104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68674" h="210418">
                            <a:moveTo>
                              <a:pt x="26479" y="120587"/>
                            </a:moveTo>
                            <a:cubicBezTo>
                              <a:pt x="25432" y="127825"/>
                              <a:pt x="24574" y="133731"/>
                              <a:pt x="22574" y="143732"/>
                            </a:cubicBezTo>
                            <a:cubicBezTo>
                              <a:pt x="20764" y="152876"/>
                              <a:pt x="18669" y="161925"/>
                              <a:pt x="16287" y="170021"/>
                            </a:cubicBezTo>
                            <a:cubicBezTo>
                              <a:pt x="11620" y="186309"/>
                              <a:pt x="5619" y="197167"/>
                              <a:pt x="0" y="198215"/>
                            </a:cubicBezTo>
                            <a:cubicBezTo>
                              <a:pt x="1905" y="203359"/>
                              <a:pt x="4000" y="207359"/>
                              <a:pt x="6001" y="208502"/>
                            </a:cubicBezTo>
                            <a:cubicBezTo>
                              <a:pt x="8572" y="210026"/>
                              <a:pt x="11144" y="210503"/>
                              <a:pt x="13811" y="210407"/>
                            </a:cubicBezTo>
                            <a:cubicBezTo>
                              <a:pt x="21431" y="209836"/>
                              <a:pt x="29432" y="201359"/>
                              <a:pt x="37052" y="182213"/>
                            </a:cubicBezTo>
                            <a:cubicBezTo>
                              <a:pt x="39528" y="176022"/>
                              <a:pt x="42005" y="168783"/>
                              <a:pt x="44386" y="160401"/>
                            </a:cubicBezTo>
                            <a:cubicBezTo>
                              <a:pt x="45529" y="156115"/>
                              <a:pt x="46767" y="151733"/>
                              <a:pt x="47910" y="147352"/>
                            </a:cubicBezTo>
                            <a:cubicBezTo>
                              <a:pt x="48863" y="143828"/>
                              <a:pt x="49720" y="140113"/>
                              <a:pt x="50673" y="136398"/>
                            </a:cubicBezTo>
                            <a:cubicBezTo>
                              <a:pt x="51435" y="133255"/>
                              <a:pt x="52292" y="129540"/>
                              <a:pt x="53244" y="125444"/>
                            </a:cubicBezTo>
                            <a:cubicBezTo>
                              <a:pt x="54864" y="117443"/>
                              <a:pt x="56864" y="107918"/>
                              <a:pt x="58769" y="98774"/>
                            </a:cubicBezTo>
                            <a:cubicBezTo>
                              <a:pt x="60388" y="90392"/>
                              <a:pt x="62198" y="82772"/>
                              <a:pt x="63817" y="76295"/>
                            </a:cubicBezTo>
                            <a:cubicBezTo>
                              <a:pt x="64198" y="74581"/>
                              <a:pt x="64579" y="73057"/>
                              <a:pt x="64961" y="71628"/>
                            </a:cubicBezTo>
                            <a:cubicBezTo>
                              <a:pt x="67246" y="61532"/>
                              <a:pt x="68580" y="52007"/>
                              <a:pt x="68675" y="42958"/>
                            </a:cubicBezTo>
                            <a:cubicBezTo>
                              <a:pt x="68675" y="30575"/>
                              <a:pt x="66198" y="19336"/>
                              <a:pt x="61817" y="9430"/>
                            </a:cubicBezTo>
                            <a:cubicBezTo>
                              <a:pt x="60293" y="6191"/>
                              <a:pt x="58578" y="3238"/>
                              <a:pt x="56579" y="286"/>
                            </a:cubicBezTo>
                            <a:lnTo>
                              <a:pt x="56292" y="0"/>
                            </a:lnTo>
                            <a:cubicBezTo>
                              <a:pt x="52292" y="21241"/>
                              <a:pt x="44672" y="41243"/>
                              <a:pt x="38671" y="60960"/>
                            </a:cubicBezTo>
                            <a:cubicBezTo>
                              <a:pt x="35719" y="70771"/>
                              <a:pt x="33051" y="80582"/>
                              <a:pt x="31242" y="90392"/>
                            </a:cubicBezTo>
                            <a:cubicBezTo>
                              <a:pt x="29527" y="100489"/>
                              <a:pt x="27908" y="110585"/>
                              <a:pt x="26479" y="12058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48" name="Forme libre : forme 11847">
                        <a:extLst>
                          <a:ext uri="{FF2B5EF4-FFF2-40B4-BE49-F238E27FC236}">
                            <a16:creationId xmlns:a16="http://schemas.microsoft.com/office/drawing/2014/main" id="{CA939707-F8FD-4078-A918-68C5EA2B42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6165" y="1823124"/>
                        <a:ext cx="34821" cy="93100"/>
                      </a:xfrm>
                      <a:custGeom>
                        <a:avLst/>
                        <a:gdLst>
                          <a:gd name="connsiteX0" fmla="*/ 30468 w 34821"/>
                          <a:gd name="connsiteY0" fmla="*/ 151 h 93100"/>
                          <a:gd name="connsiteX1" fmla="*/ 28563 w 34821"/>
                          <a:gd name="connsiteY1" fmla="*/ 50920 h 93100"/>
                          <a:gd name="connsiteX2" fmla="*/ 6369 w 34821"/>
                          <a:gd name="connsiteY2" fmla="*/ 93020 h 93100"/>
                          <a:gd name="connsiteX3" fmla="*/ 4369 w 34821"/>
                          <a:gd name="connsiteY3" fmla="*/ 45490 h 93100"/>
                          <a:gd name="connsiteX4" fmla="*/ 30468 w 34821"/>
                          <a:gd name="connsiteY4" fmla="*/ 151 h 931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821" h="93100">
                            <a:moveTo>
                              <a:pt x="30468" y="151"/>
                            </a:moveTo>
                            <a:cubicBezTo>
                              <a:pt x="40278" y="2914"/>
                              <a:pt x="30753" y="39394"/>
                              <a:pt x="28563" y="50920"/>
                            </a:cubicBezTo>
                            <a:cubicBezTo>
                              <a:pt x="25991" y="62540"/>
                              <a:pt x="17228" y="94925"/>
                              <a:pt x="6369" y="93020"/>
                            </a:cubicBezTo>
                            <a:cubicBezTo>
                              <a:pt x="-4489" y="91210"/>
                              <a:pt x="1131" y="57587"/>
                              <a:pt x="4369" y="45490"/>
                            </a:cubicBezTo>
                            <a:cubicBezTo>
                              <a:pt x="7227" y="33203"/>
                              <a:pt x="20752" y="-2611"/>
                              <a:pt x="30468" y="15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49" name="Forme libre : forme 11848">
                        <a:extLst>
                          <a:ext uri="{FF2B5EF4-FFF2-40B4-BE49-F238E27FC236}">
                            <a16:creationId xmlns:a16="http://schemas.microsoft.com/office/drawing/2014/main" id="{B263DA8A-B8E0-477C-AE9A-4FE50B7EF8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6724" y="1854041"/>
                        <a:ext cx="31718" cy="62618"/>
                      </a:xfrm>
                      <a:custGeom>
                        <a:avLst/>
                        <a:gdLst>
                          <a:gd name="connsiteX0" fmla="*/ 0 w 31718"/>
                          <a:gd name="connsiteY0" fmla="*/ 40386 h 62618"/>
                          <a:gd name="connsiteX1" fmla="*/ 5810 w 31718"/>
                          <a:gd name="connsiteY1" fmla="*/ 62579 h 62618"/>
                          <a:gd name="connsiteX2" fmla="*/ 28194 w 31718"/>
                          <a:gd name="connsiteY2" fmla="*/ 19431 h 62618"/>
                          <a:gd name="connsiteX3" fmla="*/ 31718 w 31718"/>
                          <a:gd name="connsiteY3" fmla="*/ 0 h 62618"/>
                          <a:gd name="connsiteX4" fmla="*/ 28099 w 31718"/>
                          <a:gd name="connsiteY4" fmla="*/ 10097 h 62618"/>
                          <a:gd name="connsiteX5" fmla="*/ 0 w 31718"/>
                          <a:gd name="connsiteY5" fmla="*/ 40386 h 626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1718" h="62618">
                            <a:moveTo>
                              <a:pt x="0" y="40386"/>
                            </a:moveTo>
                            <a:cubicBezTo>
                              <a:pt x="667" y="46673"/>
                              <a:pt x="-1334" y="63532"/>
                              <a:pt x="5810" y="62579"/>
                            </a:cubicBezTo>
                            <a:cubicBezTo>
                              <a:pt x="17336" y="61246"/>
                              <a:pt x="24765" y="34195"/>
                              <a:pt x="28194" y="19431"/>
                            </a:cubicBezTo>
                            <a:cubicBezTo>
                              <a:pt x="29242" y="15145"/>
                              <a:pt x="31052" y="5144"/>
                              <a:pt x="31718" y="0"/>
                            </a:cubicBezTo>
                            <a:cubicBezTo>
                              <a:pt x="30766" y="2858"/>
                              <a:pt x="29433" y="7525"/>
                              <a:pt x="28099" y="10097"/>
                            </a:cubicBezTo>
                            <a:cubicBezTo>
                              <a:pt x="20764" y="23908"/>
                              <a:pt x="12097" y="41910"/>
                              <a:pt x="0" y="4038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50" name="Forme libre : forme 11849">
                        <a:extLst>
                          <a:ext uri="{FF2B5EF4-FFF2-40B4-BE49-F238E27FC236}">
                            <a16:creationId xmlns:a16="http://schemas.microsoft.com/office/drawing/2014/main" id="{05F269F1-22F3-4C57-BA4E-25D242CFD8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9963" y="1818525"/>
                        <a:ext cx="34663" cy="93355"/>
                      </a:xfrm>
                      <a:custGeom>
                        <a:avLst/>
                        <a:gdLst>
                          <a:gd name="connsiteX0" fmla="*/ 30669 w 34663"/>
                          <a:gd name="connsiteY0" fmla="*/ 559 h 93355"/>
                          <a:gd name="connsiteX1" fmla="*/ 28764 w 34663"/>
                          <a:gd name="connsiteY1" fmla="*/ 52089 h 93355"/>
                          <a:gd name="connsiteX2" fmla="*/ 25716 w 34663"/>
                          <a:gd name="connsiteY2" fmla="*/ 63710 h 93355"/>
                          <a:gd name="connsiteX3" fmla="*/ 20764 w 34663"/>
                          <a:gd name="connsiteY3" fmla="*/ 77712 h 93355"/>
                          <a:gd name="connsiteX4" fmla="*/ 6381 w 34663"/>
                          <a:gd name="connsiteY4" fmla="*/ 93333 h 93355"/>
                          <a:gd name="connsiteX5" fmla="*/ 4571 w 34663"/>
                          <a:gd name="connsiteY5" fmla="*/ 46089 h 93355"/>
                          <a:gd name="connsiteX6" fmla="*/ 30669 w 34663"/>
                          <a:gd name="connsiteY6" fmla="*/ 559 h 933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4663" h="93355">
                            <a:moveTo>
                              <a:pt x="30669" y="559"/>
                            </a:moveTo>
                            <a:cubicBezTo>
                              <a:pt x="39623" y="6560"/>
                              <a:pt x="31050" y="39707"/>
                              <a:pt x="28764" y="52089"/>
                            </a:cubicBezTo>
                            <a:cubicBezTo>
                              <a:pt x="28003" y="55328"/>
                              <a:pt x="27050" y="59233"/>
                              <a:pt x="25716" y="63710"/>
                            </a:cubicBezTo>
                            <a:cubicBezTo>
                              <a:pt x="24383" y="68377"/>
                              <a:pt x="22763" y="73235"/>
                              <a:pt x="20764" y="77712"/>
                            </a:cubicBezTo>
                            <a:cubicBezTo>
                              <a:pt x="16858" y="86665"/>
                              <a:pt x="12000" y="93809"/>
                              <a:pt x="6381" y="93333"/>
                            </a:cubicBezTo>
                            <a:cubicBezTo>
                              <a:pt x="-4763" y="92285"/>
                              <a:pt x="1428" y="57328"/>
                              <a:pt x="4571" y="46089"/>
                            </a:cubicBezTo>
                            <a:cubicBezTo>
                              <a:pt x="7048" y="34563"/>
                              <a:pt x="22002" y="-5156"/>
                              <a:pt x="30669" y="55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51" name="Forme libre : forme 11850">
                        <a:extLst>
                          <a:ext uri="{FF2B5EF4-FFF2-40B4-BE49-F238E27FC236}">
                            <a16:creationId xmlns:a16="http://schemas.microsoft.com/office/drawing/2014/main" id="{4730EB4E-AFB7-41AC-9850-2CAFA1191F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30432" y="1848112"/>
                        <a:ext cx="60406" cy="116822"/>
                      </a:xfrm>
                      <a:custGeom>
                        <a:avLst/>
                        <a:gdLst>
                          <a:gd name="connsiteX0" fmla="*/ 13720 w 60406"/>
                          <a:gd name="connsiteY0" fmla="*/ 113752 h 116822"/>
                          <a:gd name="connsiteX1" fmla="*/ 26579 w 60406"/>
                          <a:gd name="connsiteY1" fmla="*/ 111942 h 116822"/>
                          <a:gd name="connsiteX2" fmla="*/ 41438 w 60406"/>
                          <a:gd name="connsiteY2" fmla="*/ 88701 h 116822"/>
                          <a:gd name="connsiteX3" fmla="*/ 53153 w 60406"/>
                          <a:gd name="connsiteY3" fmla="*/ 62603 h 116822"/>
                          <a:gd name="connsiteX4" fmla="*/ 58963 w 60406"/>
                          <a:gd name="connsiteY4" fmla="*/ 39361 h 116822"/>
                          <a:gd name="connsiteX5" fmla="*/ 60392 w 60406"/>
                          <a:gd name="connsiteY5" fmla="*/ 18883 h 116822"/>
                          <a:gd name="connsiteX6" fmla="*/ 51534 w 60406"/>
                          <a:gd name="connsiteY6" fmla="*/ 23 h 116822"/>
                          <a:gd name="connsiteX7" fmla="*/ 41914 w 60406"/>
                          <a:gd name="connsiteY7" fmla="*/ 12311 h 116822"/>
                          <a:gd name="connsiteX8" fmla="*/ 19244 w 60406"/>
                          <a:gd name="connsiteY8" fmla="*/ 48696 h 116822"/>
                          <a:gd name="connsiteX9" fmla="*/ 6480 w 60406"/>
                          <a:gd name="connsiteY9" fmla="*/ 64888 h 116822"/>
                          <a:gd name="connsiteX10" fmla="*/ 3623 w 60406"/>
                          <a:gd name="connsiteY10" fmla="*/ 69556 h 116822"/>
                          <a:gd name="connsiteX11" fmla="*/ 1718 w 60406"/>
                          <a:gd name="connsiteY11" fmla="*/ 72413 h 116822"/>
                          <a:gd name="connsiteX12" fmla="*/ 4 w 60406"/>
                          <a:gd name="connsiteY12" fmla="*/ 78414 h 116822"/>
                          <a:gd name="connsiteX13" fmla="*/ 4195 w 60406"/>
                          <a:gd name="connsiteY13" fmla="*/ 95749 h 116822"/>
                          <a:gd name="connsiteX14" fmla="*/ 13720 w 60406"/>
                          <a:gd name="connsiteY14" fmla="*/ 113752 h 1168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60406" h="116822">
                            <a:moveTo>
                              <a:pt x="13720" y="113752"/>
                            </a:moveTo>
                            <a:cubicBezTo>
                              <a:pt x="19149" y="118324"/>
                              <a:pt x="21245" y="117847"/>
                              <a:pt x="26579" y="111942"/>
                            </a:cubicBezTo>
                            <a:cubicBezTo>
                              <a:pt x="31627" y="106132"/>
                              <a:pt x="36580" y="98702"/>
                              <a:pt x="41438" y="88701"/>
                            </a:cubicBezTo>
                            <a:cubicBezTo>
                              <a:pt x="46676" y="76604"/>
                              <a:pt x="49915" y="71937"/>
                              <a:pt x="53153" y="62603"/>
                            </a:cubicBezTo>
                            <a:cubicBezTo>
                              <a:pt x="55725" y="55173"/>
                              <a:pt x="57725" y="47172"/>
                              <a:pt x="58963" y="39361"/>
                            </a:cubicBezTo>
                            <a:cubicBezTo>
                              <a:pt x="60106" y="31741"/>
                              <a:pt x="60488" y="25360"/>
                              <a:pt x="60392" y="18883"/>
                            </a:cubicBezTo>
                            <a:cubicBezTo>
                              <a:pt x="60106" y="9548"/>
                              <a:pt x="58106" y="-548"/>
                              <a:pt x="51534" y="23"/>
                            </a:cubicBezTo>
                            <a:cubicBezTo>
                              <a:pt x="47534" y="404"/>
                              <a:pt x="45057" y="7262"/>
                              <a:pt x="41914" y="12311"/>
                            </a:cubicBezTo>
                            <a:cubicBezTo>
                              <a:pt x="34294" y="24217"/>
                              <a:pt x="28674" y="36885"/>
                              <a:pt x="19244" y="48696"/>
                            </a:cubicBezTo>
                            <a:cubicBezTo>
                              <a:pt x="15244" y="53744"/>
                              <a:pt x="10481" y="58888"/>
                              <a:pt x="6480" y="64888"/>
                            </a:cubicBezTo>
                            <a:cubicBezTo>
                              <a:pt x="5528" y="66412"/>
                              <a:pt x="4576" y="67936"/>
                              <a:pt x="3623" y="69556"/>
                            </a:cubicBezTo>
                            <a:cubicBezTo>
                              <a:pt x="2862" y="70794"/>
                              <a:pt x="2195" y="71461"/>
                              <a:pt x="1718" y="72413"/>
                            </a:cubicBezTo>
                            <a:cubicBezTo>
                              <a:pt x="670" y="74223"/>
                              <a:pt x="99" y="75937"/>
                              <a:pt x="4" y="78414"/>
                            </a:cubicBezTo>
                            <a:cubicBezTo>
                              <a:pt x="-91" y="82700"/>
                              <a:pt x="1718" y="88701"/>
                              <a:pt x="4195" y="95749"/>
                            </a:cubicBezTo>
                            <a:cubicBezTo>
                              <a:pt x="6767" y="102703"/>
                              <a:pt x="10005" y="110418"/>
                              <a:pt x="13720" y="11375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52" name="Forme libre : forme 11851">
                        <a:extLst>
                          <a:ext uri="{FF2B5EF4-FFF2-40B4-BE49-F238E27FC236}">
                            <a16:creationId xmlns:a16="http://schemas.microsoft.com/office/drawing/2014/main" id="{708772D1-EAE8-464E-A0A6-B328CA1728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34233" y="1895362"/>
                        <a:ext cx="9833" cy="36601"/>
                      </a:xfrm>
                      <a:custGeom>
                        <a:avLst/>
                        <a:gdLst>
                          <a:gd name="connsiteX0" fmla="*/ 2966 w 9833"/>
                          <a:gd name="connsiteY0" fmla="*/ 32021 h 36601"/>
                          <a:gd name="connsiteX1" fmla="*/ 4775 w 9833"/>
                          <a:gd name="connsiteY1" fmla="*/ 36022 h 36601"/>
                          <a:gd name="connsiteX2" fmla="*/ 7442 w 9833"/>
                          <a:gd name="connsiteY2" fmla="*/ 35069 h 36601"/>
                          <a:gd name="connsiteX3" fmla="*/ 8680 w 9833"/>
                          <a:gd name="connsiteY3" fmla="*/ 29354 h 36601"/>
                          <a:gd name="connsiteX4" fmla="*/ 9823 w 9833"/>
                          <a:gd name="connsiteY4" fmla="*/ 12686 h 36601"/>
                          <a:gd name="connsiteX5" fmla="*/ 9538 w 9833"/>
                          <a:gd name="connsiteY5" fmla="*/ 6209 h 36601"/>
                          <a:gd name="connsiteX6" fmla="*/ 489 w 9833"/>
                          <a:gd name="connsiteY6" fmla="*/ 8304 h 36601"/>
                          <a:gd name="connsiteX7" fmla="*/ 298 w 9833"/>
                          <a:gd name="connsiteY7" fmla="*/ 22306 h 36601"/>
                          <a:gd name="connsiteX8" fmla="*/ 2966 w 9833"/>
                          <a:gd name="connsiteY8" fmla="*/ 32021 h 36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833" h="36601">
                            <a:moveTo>
                              <a:pt x="2966" y="32021"/>
                            </a:moveTo>
                            <a:cubicBezTo>
                              <a:pt x="3442" y="33641"/>
                              <a:pt x="3823" y="34879"/>
                              <a:pt x="4775" y="36022"/>
                            </a:cubicBezTo>
                            <a:cubicBezTo>
                              <a:pt x="5728" y="37165"/>
                              <a:pt x="6776" y="36498"/>
                              <a:pt x="7442" y="35069"/>
                            </a:cubicBezTo>
                            <a:cubicBezTo>
                              <a:pt x="8109" y="33641"/>
                              <a:pt x="8490" y="31259"/>
                              <a:pt x="8680" y="29354"/>
                            </a:cubicBezTo>
                            <a:cubicBezTo>
                              <a:pt x="9062" y="24973"/>
                              <a:pt x="9729" y="18115"/>
                              <a:pt x="9823" y="12686"/>
                            </a:cubicBezTo>
                            <a:cubicBezTo>
                              <a:pt x="9823" y="10400"/>
                              <a:pt x="9919" y="8209"/>
                              <a:pt x="9538" y="6209"/>
                            </a:cubicBezTo>
                            <a:cubicBezTo>
                              <a:pt x="7728" y="-1888"/>
                              <a:pt x="2203" y="-2936"/>
                              <a:pt x="489" y="8304"/>
                            </a:cubicBezTo>
                            <a:cubicBezTo>
                              <a:pt x="-178" y="12686"/>
                              <a:pt x="-82" y="17543"/>
                              <a:pt x="298" y="22306"/>
                            </a:cubicBezTo>
                            <a:cubicBezTo>
                              <a:pt x="870" y="25639"/>
                              <a:pt x="2013" y="28688"/>
                              <a:pt x="2966" y="3202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53" name="Forme libre : forme 11852">
                        <a:extLst>
                          <a:ext uri="{FF2B5EF4-FFF2-40B4-BE49-F238E27FC236}">
                            <a16:creationId xmlns:a16="http://schemas.microsoft.com/office/drawing/2014/main" id="{D9BDBD6D-3528-4528-9416-8BD0B4E634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90920" y="1791462"/>
                        <a:ext cx="10964" cy="66389"/>
                      </a:xfrm>
                      <a:custGeom>
                        <a:avLst/>
                        <a:gdLst>
                          <a:gd name="connsiteX0" fmla="*/ 0 w 10964"/>
                          <a:gd name="connsiteY0" fmla="*/ 0 h 66389"/>
                          <a:gd name="connsiteX1" fmla="*/ 10382 w 10964"/>
                          <a:gd name="connsiteY1" fmla="*/ 30385 h 66389"/>
                          <a:gd name="connsiteX2" fmla="*/ 10668 w 10964"/>
                          <a:gd name="connsiteY2" fmla="*/ 66389 h 66389"/>
                          <a:gd name="connsiteX3" fmla="*/ 0 w 10964"/>
                          <a:gd name="connsiteY3" fmla="*/ 0 h 663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964" h="66389">
                            <a:moveTo>
                              <a:pt x="0" y="0"/>
                            </a:moveTo>
                            <a:cubicBezTo>
                              <a:pt x="6096" y="5525"/>
                              <a:pt x="9430" y="17431"/>
                              <a:pt x="10382" y="30385"/>
                            </a:cubicBezTo>
                            <a:cubicBezTo>
                              <a:pt x="11430" y="43243"/>
                              <a:pt x="10763" y="56769"/>
                              <a:pt x="10668" y="66389"/>
                            </a:cubicBezTo>
                            <a:cubicBezTo>
                              <a:pt x="11144" y="45434"/>
                              <a:pt x="7811" y="17621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54" name="Forme libre : forme 11853">
                        <a:extLst>
                          <a:ext uri="{FF2B5EF4-FFF2-40B4-BE49-F238E27FC236}">
                            <a16:creationId xmlns:a16="http://schemas.microsoft.com/office/drawing/2014/main" id="{CFE0EDD0-F0FF-4BF6-A82F-92D7D9F830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16625" y="1907095"/>
                        <a:ext cx="14953" cy="55435"/>
                      </a:xfrm>
                      <a:custGeom>
                        <a:avLst/>
                        <a:gdLst>
                          <a:gd name="connsiteX0" fmla="*/ 762 w 14953"/>
                          <a:gd name="connsiteY0" fmla="*/ 0 h 55435"/>
                          <a:gd name="connsiteX1" fmla="*/ 190 w 14953"/>
                          <a:gd name="connsiteY1" fmla="*/ 4953 h 55435"/>
                          <a:gd name="connsiteX2" fmla="*/ 0 w 14953"/>
                          <a:gd name="connsiteY2" fmla="*/ 7429 h 55435"/>
                          <a:gd name="connsiteX3" fmla="*/ 285 w 14953"/>
                          <a:gd name="connsiteY3" fmla="*/ 8001 h 55435"/>
                          <a:gd name="connsiteX4" fmla="*/ 1714 w 14953"/>
                          <a:gd name="connsiteY4" fmla="*/ 10192 h 55435"/>
                          <a:gd name="connsiteX5" fmla="*/ 5905 w 14953"/>
                          <a:gd name="connsiteY5" fmla="*/ 18383 h 55435"/>
                          <a:gd name="connsiteX6" fmla="*/ 14954 w 14953"/>
                          <a:gd name="connsiteY6" fmla="*/ 55435 h 55435"/>
                          <a:gd name="connsiteX7" fmla="*/ 6953 w 14953"/>
                          <a:gd name="connsiteY7" fmla="*/ 19145 h 55435"/>
                          <a:gd name="connsiteX8" fmla="*/ 3047 w 14953"/>
                          <a:gd name="connsiteY8" fmla="*/ 10573 h 55435"/>
                          <a:gd name="connsiteX9" fmla="*/ 1238 w 14953"/>
                          <a:gd name="connsiteY9" fmla="*/ 8096 h 55435"/>
                          <a:gd name="connsiteX10" fmla="*/ 1048 w 14953"/>
                          <a:gd name="connsiteY10" fmla="*/ 7810 h 55435"/>
                          <a:gd name="connsiteX11" fmla="*/ 1048 w 14953"/>
                          <a:gd name="connsiteY11" fmla="*/ 6667 h 55435"/>
                          <a:gd name="connsiteX12" fmla="*/ 952 w 14953"/>
                          <a:gd name="connsiteY12" fmla="*/ 4381 h 55435"/>
                          <a:gd name="connsiteX13" fmla="*/ 762 w 14953"/>
                          <a:gd name="connsiteY13" fmla="*/ 0 h 55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4953" h="55435">
                            <a:moveTo>
                              <a:pt x="762" y="0"/>
                            </a:moveTo>
                            <a:lnTo>
                              <a:pt x="190" y="4953"/>
                            </a:lnTo>
                            <a:lnTo>
                              <a:pt x="0" y="7429"/>
                            </a:lnTo>
                            <a:cubicBezTo>
                              <a:pt x="0" y="7810"/>
                              <a:pt x="190" y="7810"/>
                              <a:pt x="285" y="8001"/>
                            </a:cubicBezTo>
                            <a:cubicBezTo>
                              <a:pt x="666" y="8668"/>
                              <a:pt x="1143" y="9430"/>
                              <a:pt x="1714" y="10192"/>
                            </a:cubicBezTo>
                            <a:cubicBezTo>
                              <a:pt x="2857" y="11906"/>
                              <a:pt x="4381" y="14478"/>
                              <a:pt x="5905" y="18383"/>
                            </a:cubicBezTo>
                            <a:cubicBezTo>
                              <a:pt x="8954" y="26003"/>
                              <a:pt x="12287" y="38862"/>
                              <a:pt x="14954" y="55435"/>
                            </a:cubicBezTo>
                            <a:cubicBezTo>
                              <a:pt x="12192" y="39433"/>
                              <a:pt x="9620" y="26860"/>
                              <a:pt x="6953" y="19145"/>
                            </a:cubicBezTo>
                            <a:cubicBezTo>
                              <a:pt x="5619" y="15240"/>
                              <a:pt x="4286" y="12478"/>
                              <a:pt x="3047" y="10573"/>
                            </a:cubicBezTo>
                            <a:cubicBezTo>
                              <a:pt x="2381" y="9716"/>
                              <a:pt x="1810" y="8763"/>
                              <a:pt x="1238" y="8096"/>
                            </a:cubicBezTo>
                            <a:lnTo>
                              <a:pt x="1048" y="7810"/>
                            </a:lnTo>
                            <a:lnTo>
                              <a:pt x="1048" y="6667"/>
                            </a:lnTo>
                            <a:lnTo>
                              <a:pt x="952" y="4381"/>
                            </a:lnTo>
                            <a:cubicBezTo>
                              <a:pt x="762" y="2858"/>
                              <a:pt x="762" y="1429"/>
                              <a:pt x="7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55" name="Forme libre : forme 11854">
                        <a:extLst>
                          <a:ext uri="{FF2B5EF4-FFF2-40B4-BE49-F238E27FC236}">
                            <a16:creationId xmlns:a16="http://schemas.microsoft.com/office/drawing/2014/main" id="{3F4EA3BF-B16D-4637-93E9-E5D425477D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52599" y="1842842"/>
                        <a:ext cx="15094" cy="34171"/>
                      </a:xfrm>
                      <a:custGeom>
                        <a:avLst/>
                        <a:gdLst>
                          <a:gd name="connsiteX0" fmla="*/ 14413 w 15094"/>
                          <a:gd name="connsiteY0" fmla="*/ 531 h 34171"/>
                          <a:gd name="connsiteX1" fmla="*/ 10032 w 15094"/>
                          <a:gd name="connsiteY1" fmla="*/ 21105 h 34171"/>
                          <a:gd name="connsiteX2" fmla="*/ 983 w 15094"/>
                          <a:gd name="connsiteY2" fmla="*/ 33583 h 34171"/>
                          <a:gd name="connsiteX3" fmla="*/ 4507 w 15094"/>
                          <a:gd name="connsiteY3" fmla="*/ 13675 h 34171"/>
                          <a:gd name="connsiteX4" fmla="*/ 14413 w 15094"/>
                          <a:gd name="connsiteY4" fmla="*/ 531 h 341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094" h="34171">
                            <a:moveTo>
                              <a:pt x="14413" y="531"/>
                            </a:moveTo>
                            <a:cubicBezTo>
                              <a:pt x="16985" y="3769"/>
                              <a:pt x="11556" y="17009"/>
                              <a:pt x="10032" y="21105"/>
                            </a:cubicBezTo>
                            <a:cubicBezTo>
                              <a:pt x="8412" y="25201"/>
                              <a:pt x="3936" y="36916"/>
                              <a:pt x="983" y="33583"/>
                            </a:cubicBezTo>
                            <a:cubicBezTo>
                              <a:pt x="-2065" y="30154"/>
                              <a:pt x="2792" y="17485"/>
                              <a:pt x="4507" y="13675"/>
                            </a:cubicBezTo>
                            <a:cubicBezTo>
                              <a:pt x="6031" y="9770"/>
                              <a:pt x="11746" y="-2708"/>
                              <a:pt x="14413" y="53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56" name="Forme libre : forme 11855">
                        <a:extLst>
                          <a:ext uri="{FF2B5EF4-FFF2-40B4-BE49-F238E27FC236}">
                            <a16:creationId xmlns:a16="http://schemas.microsoft.com/office/drawing/2014/main" id="{F954972F-6D69-4B70-BFFA-65026BC3CF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63957" y="1837846"/>
                        <a:ext cx="4641" cy="9719"/>
                      </a:xfrm>
                      <a:custGeom>
                        <a:avLst/>
                        <a:gdLst>
                          <a:gd name="connsiteX0" fmla="*/ 3817 w 4641"/>
                          <a:gd name="connsiteY0" fmla="*/ 2 h 9719"/>
                          <a:gd name="connsiteX1" fmla="*/ 4007 w 4641"/>
                          <a:gd name="connsiteY1" fmla="*/ 4955 h 9719"/>
                          <a:gd name="connsiteX2" fmla="*/ 864 w 4641"/>
                          <a:gd name="connsiteY2" fmla="*/ 9718 h 9719"/>
                          <a:gd name="connsiteX3" fmla="*/ 578 w 4641"/>
                          <a:gd name="connsiteY3" fmla="*/ 4860 h 9719"/>
                          <a:gd name="connsiteX4" fmla="*/ 3817 w 4641"/>
                          <a:gd name="connsiteY4" fmla="*/ 2 h 9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41" h="9719">
                            <a:moveTo>
                              <a:pt x="3817" y="2"/>
                            </a:moveTo>
                            <a:cubicBezTo>
                              <a:pt x="5245" y="97"/>
                              <a:pt x="4484" y="3336"/>
                              <a:pt x="4007" y="4955"/>
                            </a:cubicBezTo>
                            <a:cubicBezTo>
                              <a:pt x="3531" y="6574"/>
                              <a:pt x="2197" y="9813"/>
                              <a:pt x="864" y="9718"/>
                            </a:cubicBezTo>
                            <a:cubicBezTo>
                              <a:pt x="-565" y="9622"/>
                              <a:pt x="102" y="6574"/>
                              <a:pt x="578" y="4860"/>
                            </a:cubicBezTo>
                            <a:cubicBezTo>
                              <a:pt x="1054" y="3240"/>
                              <a:pt x="2388" y="-93"/>
                              <a:pt x="3817" y="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57" name="Forme libre : forme 11856">
                        <a:extLst>
                          <a:ext uri="{FF2B5EF4-FFF2-40B4-BE49-F238E27FC236}">
                            <a16:creationId xmlns:a16="http://schemas.microsoft.com/office/drawing/2014/main" id="{D27082CC-931A-4DFF-9069-E60B996CBB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31082" y="1793844"/>
                        <a:ext cx="54660" cy="79319"/>
                      </a:xfrm>
                      <a:custGeom>
                        <a:avLst/>
                        <a:gdLst>
                          <a:gd name="connsiteX0" fmla="*/ 30501 w 54660"/>
                          <a:gd name="connsiteY0" fmla="*/ 16477 h 79319"/>
                          <a:gd name="connsiteX1" fmla="*/ 50218 w 54660"/>
                          <a:gd name="connsiteY1" fmla="*/ 284 h 79319"/>
                          <a:gd name="connsiteX2" fmla="*/ 54409 w 54660"/>
                          <a:gd name="connsiteY2" fmla="*/ 7619 h 79319"/>
                          <a:gd name="connsiteX3" fmla="*/ 48313 w 54660"/>
                          <a:gd name="connsiteY3" fmla="*/ 16953 h 79319"/>
                          <a:gd name="connsiteX4" fmla="*/ 26501 w 54660"/>
                          <a:gd name="connsiteY4" fmla="*/ 42670 h 79319"/>
                          <a:gd name="connsiteX5" fmla="*/ 14213 w 54660"/>
                          <a:gd name="connsiteY5" fmla="*/ 65435 h 79319"/>
                          <a:gd name="connsiteX6" fmla="*/ 1641 w 54660"/>
                          <a:gd name="connsiteY6" fmla="*/ 78104 h 79319"/>
                          <a:gd name="connsiteX7" fmla="*/ 3260 w 54660"/>
                          <a:gd name="connsiteY7" fmla="*/ 54291 h 79319"/>
                          <a:gd name="connsiteX8" fmla="*/ 14118 w 54660"/>
                          <a:gd name="connsiteY8" fmla="*/ 32098 h 79319"/>
                          <a:gd name="connsiteX9" fmla="*/ 30501 w 54660"/>
                          <a:gd name="connsiteY9" fmla="*/ 16477 h 793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4660" h="79319">
                            <a:moveTo>
                              <a:pt x="30501" y="16477"/>
                            </a:moveTo>
                            <a:cubicBezTo>
                              <a:pt x="37645" y="9238"/>
                              <a:pt x="42407" y="3999"/>
                              <a:pt x="50218" y="284"/>
                            </a:cubicBezTo>
                            <a:cubicBezTo>
                              <a:pt x="53075" y="-1144"/>
                              <a:pt x="55457" y="3046"/>
                              <a:pt x="54409" y="7619"/>
                            </a:cubicBezTo>
                            <a:cubicBezTo>
                              <a:pt x="53361" y="12191"/>
                              <a:pt x="50789" y="14477"/>
                              <a:pt x="48313" y="16953"/>
                            </a:cubicBezTo>
                            <a:cubicBezTo>
                              <a:pt x="40502" y="24573"/>
                              <a:pt x="33645" y="32765"/>
                              <a:pt x="26501" y="42670"/>
                            </a:cubicBezTo>
                            <a:cubicBezTo>
                              <a:pt x="24310" y="45719"/>
                              <a:pt x="19071" y="56196"/>
                              <a:pt x="14213" y="65435"/>
                            </a:cubicBezTo>
                            <a:cubicBezTo>
                              <a:pt x="9261" y="74674"/>
                              <a:pt x="4688" y="82390"/>
                              <a:pt x="1641" y="78104"/>
                            </a:cubicBezTo>
                            <a:cubicBezTo>
                              <a:pt x="-1313" y="73722"/>
                              <a:pt x="21" y="63625"/>
                              <a:pt x="3260" y="54291"/>
                            </a:cubicBezTo>
                            <a:cubicBezTo>
                              <a:pt x="6403" y="44861"/>
                              <a:pt x="11166" y="36098"/>
                              <a:pt x="14118" y="32098"/>
                            </a:cubicBezTo>
                            <a:cubicBezTo>
                              <a:pt x="19833" y="23906"/>
                              <a:pt x="25167" y="21906"/>
                              <a:pt x="30501" y="1647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833" name="Graphique 1">
                      <a:extLst>
                        <a:ext uri="{FF2B5EF4-FFF2-40B4-BE49-F238E27FC236}">
                          <a16:creationId xmlns:a16="http://schemas.microsoft.com/office/drawing/2014/main" id="{CEE704DA-D407-4B8C-AB3E-879D9CB64D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055044" y="1592862"/>
                      <a:ext cx="107825" cy="191935"/>
                      <a:chOff x="8055044" y="1592862"/>
                      <a:chExt cx="107825" cy="191935"/>
                    </a:xfrm>
                    <a:solidFill>
                      <a:schemeClr val="accent1"/>
                    </a:solidFill>
                  </p:grpSpPr>
                  <p:sp>
                    <p:nvSpPr>
                      <p:cNvPr id="11834" name="Forme libre : forme 11833">
                        <a:extLst>
                          <a:ext uri="{FF2B5EF4-FFF2-40B4-BE49-F238E27FC236}">
                            <a16:creationId xmlns:a16="http://schemas.microsoft.com/office/drawing/2014/main" id="{21CA926A-BFC9-4122-9E76-4A495F1D88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55044" y="1592862"/>
                        <a:ext cx="107825" cy="191935"/>
                      </a:xfrm>
                      <a:custGeom>
                        <a:avLst/>
                        <a:gdLst>
                          <a:gd name="connsiteX0" fmla="*/ 92740 w 107825"/>
                          <a:gd name="connsiteY0" fmla="*/ 74298 h 191935"/>
                          <a:gd name="connsiteX1" fmla="*/ 82453 w 107825"/>
                          <a:gd name="connsiteY1" fmla="*/ 100206 h 191935"/>
                          <a:gd name="connsiteX2" fmla="*/ 77976 w 107825"/>
                          <a:gd name="connsiteY2" fmla="*/ 115446 h 191935"/>
                          <a:gd name="connsiteX3" fmla="*/ 74928 w 107825"/>
                          <a:gd name="connsiteY3" fmla="*/ 128400 h 191935"/>
                          <a:gd name="connsiteX4" fmla="*/ 69690 w 107825"/>
                          <a:gd name="connsiteY4" fmla="*/ 146402 h 191935"/>
                          <a:gd name="connsiteX5" fmla="*/ 63022 w 107825"/>
                          <a:gd name="connsiteY5" fmla="*/ 161452 h 191935"/>
                          <a:gd name="connsiteX6" fmla="*/ 53688 w 107825"/>
                          <a:gd name="connsiteY6" fmla="*/ 176597 h 191935"/>
                          <a:gd name="connsiteX7" fmla="*/ 41115 w 107825"/>
                          <a:gd name="connsiteY7" fmla="*/ 189360 h 191935"/>
                          <a:gd name="connsiteX8" fmla="*/ 19969 w 107825"/>
                          <a:gd name="connsiteY8" fmla="*/ 185074 h 191935"/>
                          <a:gd name="connsiteX9" fmla="*/ 11492 w 107825"/>
                          <a:gd name="connsiteY9" fmla="*/ 172024 h 191935"/>
                          <a:gd name="connsiteX10" fmla="*/ 7586 w 107825"/>
                          <a:gd name="connsiteY10" fmla="*/ 165928 h 191935"/>
                          <a:gd name="connsiteX11" fmla="*/ 4444 w 107825"/>
                          <a:gd name="connsiteY11" fmla="*/ 157356 h 191935"/>
                          <a:gd name="connsiteX12" fmla="*/ 919 w 107825"/>
                          <a:gd name="connsiteY12" fmla="*/ 113922 h 191935"/>
                          <a:gd name="connsiteX13" fmla="*/ 3777 w 107825"/>
                          <a:gd name="connsiteY13" fmla="*/ 97158 h 191935"/>
                          <a:gd name="connsiteX14" fmla="*/ 9396 w 107825"/>
                          <a:gd name="connsiteY14" fmla="*/ 76965 h 191935"/>
                          <a:gd name="connsiteX15" fmla="*/ 25208 w 107825"/>
                          <a:gd name="connsiteY15" fmla="*/ 41056 h 191935"/>
                          <a:gd name="connsiteX16" fmla="*/ 57497 w 107825"/>
                          <a:gd name="connsiteY16" fmla="*/ 8290 h 191935"/>
                          <a:gd name="connsiteX17" fmla="*/ 93026 w 107825"/>
                          <a:gd name="connsiteY17" fmla="*/ 3 h 191935"/>
                          <a:gd name="connsiteX18" fmla="*/ 104075 w 107825"/>
                          <a:gd name="connsiteY18" fmla="*/ 4861 h 191935"/>
                          <a:gd name="connsiteX19" fmla="*/ 107790 w 107825"/>
                          <a:gd name="connsiteY19" fmla="*/ 15052 h 191935"/>
                          <a:gd name="connsiteX20" fmla="*/ 92740 w 107825"/>
                          <a:gd name="connsiteY20" fmla="*/ 74298 h 1919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07825" h="191935">
                            <a:moveTo>
                              <a:pt x="92740" y="74298"/>
                            </a:moveTo>
                            <a:cubicBezTo>
                              <a:pt x="89883" y="80203"/>
                              <a:pt x="85787" y="89919"/>
                              <a:pt x="82453" y="100206"/>
                            </a:cubicBezTo>
                            <a:cubicBezTo>
                              <a:pt x="80644" y="105254"/>
                              <a:pt x="79500" y="110684"/>
                              <a:pt x="77976" y="115446"/>
                            </a:cubicBezTo>
                            <a:cubicBezTo>
                              <a:pt x="76833" y="120399"/>
                              <a:pt x="75881" y="124876"/>
                              <a:pt x="74928" y="128400"/>
                            </a:cubicBezTo>
                            <a:cubicBezTo>
                              <a:pt x="73309" y="135068"/>
                              <a:pt x="71976" y="141068"/>
                              <a:pt x="69690" y="146402"/>
                            </a:cubicBezTo>
                            <a:cubicBezTo>
                              <a:pt x="67880" y="151831"/>
                              <a:pt x="65785" y="156785"/>
                              <a:pt x="63022" y="161452"/>
                            </a:cubicBezTo>
                            <a:cubicBezTo>
                              <a:pt x="60355" y="165452"/>
                              <a:pt x="57403" y="171929"/>
                              <a:pt x="53688" y="176597"/>
                            </a:cubicBezTo>
                            <a:cubicBezTo>
                              <a:pt x="50068" y="181454"/>
                              <a:pt x="45782" y="185645"/>
                              <a:pt x="41115" y="189360"/>
                            </a:cubicBezTo>
                            <a:cubicBezTo>
                              <a:pt x="34542" y="194503"/>
                              <a:pt x="24065" y="191360"/>
                              <a:pt x="19969" y="185074"/>
                            </a:cubicBezTo>
                            <a:cubicBezTo>
                              <a:pt x="16921" y="180406"/>
                              <a:pt x="14063" y="176025"/>
                              <a:pt x="11492" y="172024"/>
                            </a:cubicBezTo>
                            <a:cubicBezTo>
                              <a:pt x="10063" y="169929"/>
                              <a:pt x="8825" y="167929"/>
                              <a:pt x="7586" y="165928"/>
                            </a:cubicBezTo>
                            <a:cubicBezTo>
                              <a:pt x="6444" y="163166"/>
                              <a:pt x="5396" y="160309"/>
                              <a:pt x="4444" y="157356"/>
                            </a:cubicBezTo>
                            <a:cubicBezTo>
                              <a:pt x="443" y="145450"/>
                              <a:pt x="-1176" y="131257"/>
                              <a:pt x="919" y="113922"/>
                            </a:cubicBezTo>
                            <a:cubicBezTo>
                              <a:pt x="1586" y="109255"/>
                              <a:pt x="2443" y="103444"/>
                              <a:pt x="3777" y="97158"/>
                            </a:cubicBezTo>
                            <a:cubicBezTo>
                              <a:pt x="5491" y="90776"/>
                              <a:pt x="7110" y="83823"/>
                              <a:pt x="9396" y="76965"/>
                            </a:cubicBezTo>
                            <a:cubicBezTo>
                              <a:pt x="14063" y="63249"/>
                              <a:pt x="20064" y="49723"/>
                              <a:pt x="25208" y="41056"/>
                            </a:cubicBezTo>
                            <a:cubicBezTo>
                              <a:pt x="34542" y="24673"/>
                              <a:pt x="45973" y="14386"/>
                              <a:pt x="57497" y="8290"/>
                            </a:cubicBezTo>
                            <a:cubicBezTo>
                              <a:pt x="69118" y="2098"/>
                              <a:pt x="80834" y="-92"/>
                              <a:pt x="93026" y="3"/>
                            </a:cubicBezTo>
                            <a:cubicBezTo>
                              <a:pt x="97217" y="3"/>
                              <a:pt x="101408" y="1908"/>
                              <a:pt x="104075" y="4861"/>
                            </a:cubicBezTo>
                            <a:cubicBezTo>
                              <a:pt x="106647" y="7909"/>
                              <a:pt x="108075" y="11528"/>
                              <a:pt x="107790" y="15052"/>
                            </a:cubicBezTo>
                            <a:cubicBezTo>
                              <a:pt x="106075" y="35817"/>
                              <a:pt x="103123" y="52105"/>
                              <a:pt x="92740" y="7429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35" name="Forme libre : forme 11834">
                        <a:extLst>
                          <a:ext uri="{FF2B5EF4-FFF2-40B4-BE49-F238E27FC236}">
                            <a16:creationId xmlns:a16="http://schemas.microsoft.com/office/drawing/2014/main" id="{E5D48BEB-9CB1-4B12-AD76-16E5634D71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86443" y="1607248"/>
                        <a:ext cx="76104" cy="177518"/>
                      </a:xfrm>
                      <a:custGeom>
                        <a:avLst/>
                        <a:gdLst>
                          <a:gd name="connsiteX0" fmla="*/ 18765 w 76104"/>
                          <a:gd name="connsiteY0" fmla="*/ 99441 h 177518"/>
                          <a:gd name="connsiteX1" fmla="*/ 16002 w 76104"/>
                          <a:gd name="connsiteY1" fmla="*/ 119729 h 177518"/>
                          <a:gd name="connsiteX2" fmla="*/ 13240 w 76104"/>
                          <a:gd name="connsiteY2" fmla="*/ 140017 h 177518"/>
                          <a:gd name="connsiteX3" fmla="*/ 8954 w 76104"/>
                          <a:gd name="connsiteY3" fmla="*/ 160115 h 177518"/>
                          <a:gd name="connsiteX4" fmla="*/ 0 w 76104"/>
                          <a:gd name="connsiteY4" fmla="*/ 177451 h 177518"/>
                          <a:gd name="connsiteX5" fmla="*/ 9335 w 76104"/>
                          <a:gd name="connsiteY5" fmla="*/ 174974 h 177518"/>
                          <a:gd name="connsiteX6" fmla="*/ 18288 w 76104"/>
                          <a:gd name="connsiteY6" fmla="*/ 166497 h 177518"/>
                          <a:gd name="connsiteX7" fmla="*/ 28575 w 76104"/>
                          <a:gd name="connsiteY7" fmla="*/ 151162 h 177518"/>
                          <a:gd name="connsiteX8" fmla="*/ 36100 w 76104"/>
                          <a:gd name="connsiteY8" fmla="*/ 136779 h 177518"/>
                          <a:gd name="connsiteX9" fmla="*/ 40005 w 76104"/>
                          <a:gd name="connsiteY9" fmla="*/ 126111 h 177518"/>
                          <a:gd name="connsiteX10" fmla="*/ 43149 w 76104"/>
                          <a:gd name="connsiteY10" fmla="*/ 113919 h 177518"/>
                          <a:gd name="connsiteX11" fmla="*/ 45339 w 76104"/>
                          <a:gd name="connsiteY11" fmla="*/ 104680 h 177518"/>
                          <a:gd name="connsiteX12" fmla="*/ 59341 w 76104"/>
                          <a:gd name="connsiteY12" fmla="*/ 63436 h 177518"/>
                          <a:gd name="connsiteX13" fmla="*/ 61056 w 76104"/>
                          <a:gd name="connsiteY13" fmla="*/ 59722 h 177518"/>
                          <a:gd name="connsiteX14" fmla="*/ 69532 w 76104"/>
                          <a:gd name="connsiteY14" fmla="*/ 37814 h 177518"/>
                          <a:gd name="connsiteX15" fmla="*/ 75152 w 76104"/>
                          <a:gd name="connsiteY15" fmla="*/ 9906 h 177518"/>
                          <a:gd name="connsiteX16" fmla="*/ 76105 w 76104"/>
                          <a:gd name="connsiteY16" fmla="*/ 381 h 177518"/>
                          <a:gd name="connsiteX17" fmla="*/ 76105 w 76104"/>
                          <a:gd name="connsiteY17" fmla="*/ 0 h 177518"/>
                          <a:gd name="connsiteX18" fmla="*/ 37719 w 76104"/>
                          <a:gd name="connsiteY18" fmla="*/ 43815 h 177518"/>
                          <a:gd name="connsiteX19" fmla="*/ 18765 w 76104"/>
                          <a:gd name="connsiteY19" fmla="*/ 99441 h 1775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76104" h="177518">
                            <a:moveTo>
                              <a:pt x="18765" y="99441"/>
                            </a:moveTo>
                            <a:cubicBezTo>
                              <a:pt x="17907" y="106108"/>
                              <a:pt x="16573" y="112871"/>
                              <a:pt x="16002" y="119729"/>
                            </a:cubicBezTo>
                            <a:cubicBezTo>
                              <a:pt x="15050" y="126492"/>
                              <a:pt x="14002" y="133350"/>
                              <a:pt x="13240" y="140017"/>
                            </a:cubicBezTo>
                            <a:cubicBezTo>
                              <a:pt x="12288" y="146590"/>
                              <a:pt x="10859" y="153257"/>
                              <a:pt x="8954" y="160115"/>
                            </a:cubicBezTo>
                            <a:cubicBezTo>
                              <a:pt x="6763" y="166688"/>
                              <a:pt x="3906" y="172593"/>
                              <a:pt x="0" y="177451"/>
                            </a:cubicBezTo>
                            <a:cubicBezTo>
                              <a:pt x="3334" y="177736"/>
                              <a:pt x="6668" y="177165"/>
                              <a:pt x="9335" y="174974"/>
                            </a:cubicBezTo>
                            <a:cubicBezTo>
                              <a:pt x="12478" y="172402"/>
                              <a:pt x="15621" y="169640"/>
                              <a:pt x="18288" y="166497"/>
                            </a:cubicBezTo>
                            <a:cubicBezTo>
                              <a:pt x="22289" y="162115"/>
                              <a:pt x="25622" y="156877"/>
                              <a:pt x="28575" y="151162"/>
                            </a:cubicBezTo>
                            <a:cubicBezTo>
                              <a:pt x="31528" y="146685"/>
                              <a:pt x="34100" y="142018"/>
                              <a:pt x="36100" y="136779"/>
                            </a:cubicBezTo>
                            <a:cubicBezTo>
                              <a:pt x="37243" y="133350"/>
                              <a:pt x="38767" y="129921"/>
                              <a:pt x="40005" y="126111"/>
                            </a:cubicBezTo>
                            <a:cubicBezTo>
                              <a:pt x="41339" y="122396"/>
                              <a:pt x="42006" y="118205"/>
                              <a:pt x="43149" y="113919"/>
                            </a:cubicBezTo>
                            <a:cubicBezTo>
                              <a:pt x="43815" y="111347"/>
                              <a:pt x="44577" y="108204"/>
                              <a:pt x="45339" y="104680"/>
                            </a:cubicBezTo>
                            <a:cubicBezTo>
                              <a:pt x="48483" y="91154"/>
                              <a:pt x="54388" y="73819"/>
                              <a:pt x="59341" y="63436"/>
                            </a:cubicBezTo>
                            <a:cubicBezTo>
                              <a:pt x="59913" y="62103"/>
                              <a:pt x="60579" y="60865"/>
                              <a:pt x="61056" y="59722"/>
                            </a:cubicBezTo>
                            <a:cubicBezTo>
                              <a:pt x="64580" y="51625"/>
                              <a:pt x="67437" y="44767"/>
                              <a:pt x="69532" y="37814"/>
                            </a:cubicBezTo>
                            <a:cubicBezTo>
                              <a:pt x="72390" y="28480"/>
                              <a:pt x="73819" y="19431"/>
                              <a:pt x="75152" y="9906"/>
                            </a:cubicBezTo>
                            <a:cubicBezTo>
                              <a:pt x="75438" y="6858"/>
                              <a:pt x="75819" y="3715"/>
                              <a:pt x="76105" y="381"/>
                            </a:cubicBezTo>
                            <a:lnTo>
                              <a:pt x="76105" y="0"/>
                            </a:lnTo>
                            <a:cubicBezTo>
                              <a:pt x="60865" y="10954"/>
                              <a:pt x="47340" y="26575"/>
                              <a:pt x="37719" y="43815"/>
                            </a:cubicBezTo>
                            <a:cubicBezTo>
                              <a:pt x="28004" y="61246"/>
                              <a:pt x="21717" y="80391"/>
                              <a:pt x="18765" y="9944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36" name="Forme libre : forme 11835">
                        <a:extLst>
                          <a:ext uri="{FF2B5EF4-FFF2-40B4-BE49-F238E27FC236}">
                            <a16:creationId xmlns:a16="http://schemas.microsoft.com/office/drawing/2014/main" id="{E5DEA0F5-30F4-4C75-9B73-49C618D305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87498" y="1625626"/>
                        <a:ext cx="46135" cy="87593"/>
                      </a:xfrm>
                      <a:custGeom>
                        <a:avLst/>
                        <a:gdLst>
                          <a:gd name="connsiteX0" fmla="*/ 44188 w 46135"/>
                          <a:gd name="connsiteY0" fmla="*/ 768 h 87593"/>
                          <a:gd name="connsiteX1" fmla="*/ 41331 w 46135"/>
                          <a:gd name="connsiteY1" fmla="*/ 22389 h 87593"/>
                          <a:gd name="connsiteX2" fmla="*/ 35521 w 46135"/>
                          <a:gd name="connsiteY2" fmla="*/ 36963 h 87593"/>
                          <a:gd name="connsiteX3" fmla="*/ 31044 w 46135"/>
                          <a:gd name="connsiteY3" fmla="*/ 48393 h 87593"/>
                          <a:gd name="connsiteX4" fmla="*/ 20662 w 46135"/>
                          <a:gd name="connsiteY4" fmla="*/ 72300 h 87593"/>
                          <a:gd name="connsiteX5" fmla="*/ 6279 w 46135"/>
                          <a:gd name="connsiteY5" fmla="*/ 87540 h 87593"/>
                          <a:gd name="connsiteX6" fmla="*/ 373 w 46135"/>
                          <a:gd name="connsiteY6" fmla="*/ 67252 h 87593"/>
                          <a:gd name="connsiteX7" fmla="*/ 7803 w 46135"/>
                          <a:gd name="connsiteY7" fmla="*/ 39344 h 87593"/>
                          <a:gd name="connsiteX8" fmla="*/ 13899 w 46135"/>
                          <a:gd name="connsiteY8" fmla="*/ 27247 h 87593"/>
                          <a:gd name="connsiteX9" fmla="*/ 23805 w 46135"/>
                          <a:gd name="connsiteY9" fmla="*/ 12674 h 87593"/>
                          <a:gd name="connsiteX10" fmla="*/ 44188 w 46135"/>
                          <a:gd name="connsiteY10" fmla="*/ 768 h 875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135" h="87593">
                            <a:moveTo>
                              <a:pt x="44188" y="768"/>
                            </a:moveTo>
                            <a:cubicBezTo>
                              <a:pt x="48379" y="3911"/>
                              <a:pt x="45046" y="12674"/>
                              <a:pt x="41331" y="22389"/>
                            </a:cubicBezTo>
                            <a:cubicBezTo>
                              <a:pt x="39330" y="27152"/>
                              <a:pt x="37521" y="32391"/>
                              <a:pt x="35521" y="36963"/>
                            </a:cubicBezTo>
                            <a:cubicBezTo>
                              <a:pt x="33902" y="41630"/>
                              <a:pt x="32282" y="45726"/>
                              <a:pt x="31044" y="48393"/>
                            </a:cubicBezTo>
                            <a:cubicBezTo>
                              <a:pt x="29044" y="53917"/>
                              <a:pt x="24757" y="63633"/>
                              <a:pt x="20662" y="72300"/>
                            </a:cubicBezTo>
                            <a:cubicBezTo>
                              <a:pt x="16280" y="80778"/>
                              <a:pt x="11994" y="88302"/>
                              <a:pt x="6279" y="87540"/>
                            </a:cubicBezTo>
                            <a:cubicBezTo>
                              <a:pt x="945" y="86874"/>
                              <a:pt x="-865" y="77730"/>
                              <a:pt x="373" y="67252"/>
                            </a:cubicBezTo>
                            <a:cubicBezTo>
                              <a:pt x="1326" y="56679"/>
                              <a:pt x="5517" y="45154"/>
                              <a:pt x="7803" y="39344"/>
                            </a:cubicBezTo>
                            <a:cubicBezTo>
                              <a:pt x="9136" y="36486"/>
                              <a:pt x="11327" y="32105"/>
                              <a:pt x="13899" y="27247"/>
                            </a:cubicBezTo>
                            <a:cubicBezTo>
                              <a:pt x="16661" y="22485"/>
                              <a:pt x="20186" y="17246"/>
                              <a:pt x="23805" y="12674"/>
                            </a:cubicBezTo>
                            <a:cubicBezTo>
                              <a:pt x="31615" y="3720"/>
                              <a:pt x="40283" y="-2185"/>
                              <a:pt x="44188" y="76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37" name="Forme libre : forme 11836">
                        <a:extLst>
                          <a:ext uri="{FF2B5EF4-FFF2-40B4-BE49-F238E27FC236}">
                            <a16:creationId xmlns:a16="http://schemas.microsoft.com/office/drawing/2014/main" id="{12B3070A-83EF-4C52-8C89-423B49069F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88299" y="1655921"/>
                        <a:ext cx="37292" cy="57870"/>
                      </a:xfrm>
                      <a:custGeom>
                        <a:avLst/>
                        <a:gdLst>
                          <a:gd name="connsiteX0" fmla="*/ 335 w 37292"/>
                          <a:gd name="connsiteY0" fmla="*/ 35147 h 57870"/>
                          <a:gd name="connsiteX1" fmla="*/ 5574 w 37292"/>
                          <a:gd name="connsiteY1" fmla="*/ 57817 h 57870"/>
                          <a:gd name="connsiteX2" fmla="*/ 19957 w 37292"/>
                          <a:gd name="connsiteY2" fmla="*/ 42100 h 57870"/>
                          <a:gd name="connsiteX3" fmla="*/ 30625 w 37292"/>
                          <a:gd name="connsiteY3" fmla="*/ 17812 h 57870"/>
                          <a:gd name="connsiteX4" fmla="*/ 37292 w 37292"/>
                          <a:gd name="connsiteY4" fmla="*/ 0 h 57870"/>
                          <a:gd name="connsiteX5" fmla="*/ 32053 w 37292"/>
                          <a:gd name="connsiteY5" fmla="*/ 8858 h 57870"/>
                          <a:gd name="connsiteX6" fmla="*/ 335 w 37292"/>
                          <a:gd name="connsiteY6" fmla="*/ 35147 h 578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7292" h="57870">
                            <a:moveTo>
                              <a:pt x="335" y="35147"/>
                            </a:moveTo>
                            <a:cubicBezTo>
                              <a:pt x="49" y="41624"/>
                              <a:pt x="-1474" y="58960"/>
                              <a:pt x="5574" y="57817"/>
                            </a:cubicBezTo>
                            <a:cubicBezTo>
                              <a:pt x="11480" y="56959"/>
                              <a:pt x="15671" y="50006"/>
                              <a:pt x="19957" y="42100"/>
                            </a:cubicBezTo>
                            <a:cubicBezTo>
                              <a:pt x="23957" y="34004"/>
                              <a:pt x="27862" y="24670"/>
                              <a:pt x="30625" y="17812"/>
                            </a:cubicBezTo>
                            <a:cubicBezTo>
                              <a:pt x="32435" y="13906"/>
                              <a:pt x="35577" y="4572"/>
                              <a:pt x="37292" y="0"/>
                            </a:cubicBezTo>
                            <a:cubicBezTo>
                              <a:pt x="35864" y="2476"/>
                              <a:pt x="33578" y="6572"/>
                              <a:pt x="32053" y="8858"/>
                            </a:cubicBezTo>
                            <a:cubicBezTo>
                              <a:pt x="22147" y="20574"/>
                              <a:pt x="12242" y="37052"/>
                              <a:pt x="335" y="3514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38" name="Forme libre : forme 11837">
                        <a:extLst>
                          <a:ext uri="{FF2B5EF4-FFF2-40B4-BE49-F238E27FC236}">
                            <a16:creationId xmlns:a16="http://schemas.microsoft.com/office/drawing/2014/main" id="{84B0FEF5-350E-45A1-9086-3EC729AD28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91561" y="1622540"/>
                        <a:ext cx="46572" cy="86362"/>
                      </a:xfrm>
                      <a:custGeom>
                        <a:avLst/>
                        <a:gdLst>
                          <a:gd name="connsiteX0" fmla="*/ 45460 w 46572"/>
                          <a:gd name="connsiteY0" fmla="*/ 1567 h 86362"/>
                          <a:gd name="connsiteX1" fmla="*/ 41650 w 46572"/>
                          <a:gd name="connsiteY1" fmla="*/ 23855 h 86362"/>
                          <a:gd name="connsiteX2" fmla="*/ 31554 w 46572"/>
                          <a:gd name="connsiteY2" fmla="*/ 48906 h 86362"/>
                          <a:gd name="connsiteX3" fmla="*/ 26981 w 46572"/>
                          <a:gd name="connsiteY3" fmla="*/ 59574 h 86362"/>
                          <a:gd name="connsiteX4" fmla="*/ 20886 w 46572"/>
                          <a:gd name="connsiteY4" fmla="*/ 71957 h 86362"/>
                          <a:gd name="connsiteX5" fmla="*/ 6121 w 46572"/>
                          <a:gd name="connsiteY5" fmla="*/ 86339 h 86362"/>
                          <a:gd name="connsiteX6" fmla="*/ 597 w 46572"/>
                          <a:gd name="connsiteY6" fmla="*/ 66242 h 86362"/>
                          <a:gd name="connsiteX7" fmla="*/ 4217 w 46572"/>
                          <a:gd name="connsiteY7" fmla="*/ 50621 h 86362"/>
                          <a:gd name="connsiteX8" fmla="*/ 8693 w 46572"/>
                          <a:gd name="connsiteY8" fmla="*/ 39000 h 86362"/>
                          <a:gd name="connsiteX9" fmla="*/ 25553 w 46572"/>
                          <a:gd name="connsiteY9" fmla="*/ 12044 h 86362"/>
                          <a:gd name="connsiteX10" fmla="*/ 45460 w 46572"/>
                          <a:gd name="connsiteY10" fmla="*/ 1567 h 863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572" h="86362">
                            <a:moveTo>
                              <a:pt x="45460" y="1567"/>
                            </a:moveTo>
                            <a:cubicBezTo>
                              <a:pt x="48318" y="5948"/>
                              <a:pt x="45174" y="14521"/>
                              <a:pt x="41650" y="23855"/>
                            </a:cubicBezTo>
                            <a:cubicBezTo>
                              <a:pt x="37840" y="32999"/>
                              <a:pt x="33840" y="43096"/>
                              <a:pt x="31554" y="48906"/>
                            </a:cubicBezTo>
                            <a:cubicBezTo>
                              <a:pt x="30315" y="51764"/>
                              <a:pt x="28696" y="55478"/>
                              <a:pt x="26981" y="59574"/>
                            </a:cubicBezTo>
                            <a:cubicBezTo>
                              <a:pt x="25077" y="63479"/>
                              <a:pt x="22981" y="67670"/>
                              <a:pt x="20886" y="71957"/>
                            </a:cubicBezTo>
                            <a:cubicBezTo>
                              <a:pt x="16313" y="79862"/>
                              <a:pt x="11741" y="86816"/>
                              <a:pt x="6121" y="86339"/>
                            </a:cubicBezTo>
                            <a:cubicBezTo>
                              <a:pt x="597" y="85863"/>
                              <a:pt x="-1022" y="76719"/>
                              <a:pt x="597" y="66242"/>
                            </a:cubicBezTo>
                            <a:cubicBezTo>
                              <a:pt x="1169" y="60908"/>
                              <a:pt x="2597" y="55478"/>
                              <a:pt x="4217" y="50621"/>
                            </a:cubicBezTo>
                            <a:cubicBezTo>
                              <a:pt x="5645" y="45763"/>
                              <a:pt x="7360" y="41572"/>
                              <a:pt x="8693" y="39000"/>
                            </a:cubicBezTo>
                            <a:cubicBezTo>
                              <a:pt x="10979" y="33761"/>
                              <a:pt x="17266" y="21093"/>
                              <a:pt x="25553" y="12044"/>
                            </a:cubicBezTo>
                            <a:cubicBezTo>
                              <a:pt x="33553" y="2710"/>
                              <a:pt x="42507" y="-2910"/>
                              <a:pt x="45460" y="156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39" name="Forme libre : forme 11838">
                        <a:extLst>
                          <a:ext uri="{FF2B5EF4-FFF2-40B4-BE49-F238E27FC236}">
                            <a16:creationId xmlns:a16="http://schemas.microsoft.com/office/drawing/2014/main" id="{5FF432A0-7F9A-4840-A243-A332D7D5F6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71394" y="1650998"/>
                        <a:ext cx="64549" cy="107173"/>
                      </a:xfrm>
                      <a:custGeom>
                        <a:avLst/>
                        <a:gdLst>
                          <a:gd name="connsiteX0" fmla="*/ 19240 w 64549"/>
                          <a:gd name="connsiteY0" fmla="*/ 106459 h 107173"/>
                          <a:gd name="connsiteX1" fmla="*/ 31909 w 64549"/>
                          <a:gd name="connsiteY1" fmla="*/ 95029 h 107173"/>
                          <a:gd name="connsiteX2" fmla="*/ 43529 w 64549"/>
                          <a:gd name="connsiteY2" fmla="*/ 77408 h 107173"/>
                          <a:gd name="connsiteX3" fmla="*/ 53340 w 64549"/>
                          <a:gd name="connsiteY3" fmla="*/ 57691 h 107173"/>
                          <a:gd name="connsiteX4" fmla="*/ 64008 w 64549"/>
                          <a:gd name="connsiteY4" fmla="*/ 19401 h 107173"/>
                          <a:gd name="connsiteX5" fmla="*/ 58674 w 64549"/>
                          <a:gd name="connsiteY5" fmla="*/ 65 h 107173"/>
                          <a:gd name="connsiteX6" fmla="*/ 46958 w 64549"/>
                          <a:gd name="connsiteY6" fmla="*/ 9590 h 107173"/>
                          <a:gd name="connsiteX7" fmla="*/ 20002 w 64549"/>
                          <a:gd name="connsiteY7" fmla="*/ 42737 h 107173"/>
                          <a:gd name="connsiteX8" fmla="*/ 0 w 64549"/>
                          <a:gd name="connsiteY8" fmla="*/ 82837 h 107173"/>
                          <a:gd name="connsiteX9" fmla="*/ 19240 w 64549"/>
                          <a:gd name="connsiteY9" fmla="*/ 106459 h 1071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4549" h="107173">
                            <a:moveTo>
                              <a:pt x="19240" y="106459"/>
                            </a:moveTo>
                            <a:cubicBezTo>
                              <a:pt x="25622" y="103983"/>
                              <a:pt x="27717" y="101697"/>
                              <a:pt x="31909" y="95029"/>
                            </a:cubicBezTo>
                            <a:cubicBezTo>
                              <a:pt x="35719" y="88648"/>
                              <a:pt x="40005" y="83218"/>
                              <a:pt x="43529" y="77408"/>
                            </a:cubicBezTo>
                            <a:cubicBezTo>
                              <a:pt x="46767" y="71503"/>
                              <a:pt x="50578" y="65407"/>
                              <a:pt x="53340" y="57691"/>
                            </a:cubicBezTo>
                            <a:cubicBezTo>
                              <a:pt x="58674" y="45023"/>
                              <a:pt x="62293" y="30926"/>
                              <a:pt x="64008" y="19401"/>
                            </a:cubicBezTo>
                            <a:cubicBezTo>
                              <a:pt x="65151" y="10924"/>
                              <a:pt x="64960" y="1303"/>
                              <a:pt x="58674" y="65"/>
                            </a:cubicBezTo>
                            <a:cubicBezTo>
                              <a:pt x="54673" y="-697"/>
                              <a:pt x="51054" y="5399"/>
                              <a:pt x="46958" y="9590"/>
                            </a:cubicBezTo>
                            <a:cubicBezTo>
                              <a:pt x="37719" y="19972"/>
                              <a:pt x="29908" y="31117"/>
                              <a:pt x="20002" y="42737"/>
                            </a:cubicBezTo>
                            <a:cubicBezTo>
                              <a:pt x="11430" y="52453"/>
                              <a:pt x="95" y="64264"/>
                              <a:pt x="0" y="82837"/>
                            </a:cubicBezTo>
                            <a:cubicBezTo>
                              <a:pt x="571" y="99601"/>
                              <a:pt x="10477" y="110079"/>
                              <a:pt x="19240" y="10645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40" name="Forme libre : forme 11839">
                        <a:extLst>
                          <a:ext uri="{FF2B5EF4-FFF2-40B4-BE49-F238E27FC236}">
                            <a16:creationId xmlns:a16="http://schemas.microsoft.com/office/drawing/2014/main" id="{33119DC6-6EB9-4498-8F3C-7E7775B199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75457" y="1691638"/>
                        <a:ext cx="9976" cy="41920"/>
                      </a:xfrm>
                      <a:custGeom>
                        <a:avLst/>
                        <a:gdLst>
                          <a:gd name="connsiteX0" fmla="*/ 3271 w 9976"/>
                          <a:gd name="connsiteY0" fmla="*/ 37625 h 41920"/>
                          <a:gd name="connsiteX1" fmla="*/ 5367 w 9976"/>
                          <a:gd name="connsiteY1" fmla="*/ 41721 h 41920"/>
                          <a:gd name="connsiteX2" fmla="*/ 8129 w 9976"/>
                          <a:gd name="connsiteY2" fmla="*/ 38959 h 41920"/>
                          <a:gd name="connsiteX3" fmla="*/ 9081 w 9976"/>
                          <a:gd name="connsiteY3" fmla="*/ 31624 h 41920"/>
                          <a:gd name="connsiteX4" fmla="*/ 9938 w 9976"/>
                          <a:gd name="connsiteY4" fmla="*/ 13432 h 41920"/>
                          <a:gd name="connsiteX5" fmla="*/ 9653 w 9976"/>
                          <a:gd name="connsiteY5" fmla="*/ 6669 h 41920"/>
                          <a:gd name="connsiteX6" fmla="*/ 604 w 9976"/>
                          <a:gd name="connsiteY6" fmla="*/ 8765 h 41920"/>
                          <a:gd name="connsiteX7" fmla="*/ 223 w 9976"/>
                          <a:gd name="connsiteY7" fmla="*/ 23719 h 41920"/>
                          <a:gd name="connsiteX8" fmla="*/ 3271 w 9976"/>
                          <a:gd name="connsiteY8" fmla="*/ 37625 h 419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976" h="41920">
                            <a:moveTo>
                              <a:pt x="3271" y="37625"/>
                            </a:moveTo>
                            <a:cubicBezTo>
                              <a:pt x="3842" y="39625"/>
                              <a:pt x="4224" y="40959"/>
                              <a:pt x="5367" y="41721"/>
                            </a:cubicBezTo>
                            <a:cubicBezTo>
                              <a:pt x="6509" y="42483"/>
                              <a:pt x="7462" y="40959"/>
                              <a:pt x="8129" y="38959"/>
                            </a:cubicBezTo>
                            <a:cubicBezTo>
                              <a:pt x="8795" y="36958"/>
                              <a:pt x="8986" y="34006"/>
                              <a:pt x="9081" y="31624"/>
                            </a:cubicBezTo>
                            <a:cubicBezTo>
                              <a:pt x="9081" y="25624"/>
                              <a:pt x="9843" y="19242"/>
                              <a:pt x="9938" y="13432"/>
                            </a:cubicBezTo>
                            <a:cubicBezTo>
                              <a:pt x="9938" y="11050"/>
                              <a:pt x="10129" y="8765"/>
                              <a:pt x="9653" y="6669"/>
                            </a:cubicBezTo>
                            <a:cubicBezTo>
                              <a:pt x="8509" y="-1808"/>
                              <a:pt x="2604" y="-3332"/>
                              <a:pt x="604" y="8765"/>
                            </a:cubicBezTo>
                            <a:cubicBezTo>
                              <a:pt x="-63" y="13432"/>
                              <a:pt x="-158" y="18670"/>
                              <a:pt x="223" y="23719"/>
                            </a:cubicBezTo>
                            <a:cubicBezTo>
                              <a:pt x="985" y="28767"/>
                              <a:pt x="2128" y="33625"/>
                              <a:pt x="3271" y="3762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41" name="Forme libre : forme 11840">
                        <a:extLst>
                          <a:ext uri="{FF2B5EF4-FFF2-40B4-BE49-F238E27FC236}">
                            <a16:creationId xmlns:a16="http://schemas.microsoft.com/office/drawing/2014/main" id="{07B8C9EC-5E9A-4724-842F-02BA07826C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47308" y="1607153"/>
                        <a:ext cx="12032" cy="57626"/>
                      </a:xfrm>
                      <a:custGeom>
                        <a:avLst/>
                        <a:gdLst>
                          <a:gd name="connsiteX0" fmla="*/ 11811 w 12032"/>
                          <a:gd name="connsiteY0" fmla="*/ 0 h 57626"/>
                          <a:gd name="connsiteX1" fmla="*/ 7239 w 12032"/>
                          <a:gd name="connsiteY1" fmla="*/ 28385 h 57626"/>
                          <a:gd name="connsiteX2" fmla="*/ 0 w 12032"/>
                          <a:gd name="connsiteY2" fmla="*/ 57626 h 57626"/>
                          <a:gd name="connsiteX3" fmla="*/ 11811 w 12032"/>
                          <a:gd name="connsiteY3" fmla="*/ 0 h 57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2032" h="57626">
                            <a:moveTo>
                              <a:pt x="11811" y="0"/>
                            </a:moveTo>
                            <a:cubicBezTo>
                              <a:pt x="12859" y="8001"/>
                              <a:pt x="10001" y="18002"/>
                              <a:pt x="7239" y="28385"/>
                            </a:cubicBezTo>
                            <a:cubicBezTo>
                              <a:pt x="4286" y="38576"/>
                              <a:pt x="1619" y="49435"/>
                              <a:pt x="0" y="57626"/>
                            </a:cubicBezTo>
                            <a:cubicBezTo>
                              <a:pt x="3048" y="39719"/>
                              <a:pt x="6477" y="17336"/>
                              <a:pt x="1181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42" name="Forme libre : forme 11841">
                        <a:extLst>
                          <a:ext uri="{FF2B5EF4-FFF2-40B4-BE49-F238E27FC236}">
                            <a16:creationId xmlns:a16="http://schemas.microsoft.com/office/drawing/2014/main" id="{91BD42E4-9023-4A30-A681-95585BD7EC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57903" y="1704594"/>
                        <a:ext cx="19109" cy="72389"/>
                      </a:xfrm>
                      <a:custGeom>
                        <a:avLst/>
                        <a:gdLst>
                          <a:gd name="connsiteX0" fmla="*/ 822 w 19109"/>
                          <a:gd name="connsiteY0" fmla="*/ 0 h 72389"/>
                          <a:gd name="connsiteX1" fmla="*/ 536 w 19109"/>
                          <a:gd name="connsiteY1" fmla="*/ 22193 h 72389"/>
                          <a:gd name="connsiteX2" fmla="*/ 4727 w 19109"/>
                          <a:gd name="connsiteY2" fmla="*/ 42386 h 72389"/>
                          <a:gd name="connsiteX3" fmla="*/ 11681 w 19109"/>
                          <a:gd name="connsiteY3" fmla="*/ 58864 h 72389"/>
                          <a:gd name="connsiteX4" fmla="*/ 19110 w 19109"/>
                          <a:gd name="connsiteY4" fmla="*/ 72390 h 72389"/>
                          <a:gd name="connsiteX5" fmla="*/ 12157 w 19109"/>
                          <a:gd name="connsiteY5" fmla="*/ 58960 h 72389"/>
                          <a:gd name="connsiteX6" fmla="*/ 5965 w 19109"/>
                          <a:gd name="connsiteY6" fmla="*/ 41434 h 72389"/>
                          <a:gd name="connsiteX7" fmla="*/ 3489 w 19109"/>
                          <a:gd name="connsiteY7" fmla="*/ 31147 h 72389"/>
                          <a:gd name="connsiteX8" fmla="*/ 2060 w 19109"/>
                          <a:gd name="connsiteY8" fmla="*/ 20574 h 72389"/>
                          <a:gd name="connsiteX9" fmla="*/ 822 w 19109"/>
                          <a:gd name="connsiteY9" fmla="*/ 0 h 723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9109" h="72389">
                            <a:moveTo>
                              <a:pt x="822" y="0"/>
                            </a:moveTo>
                            <a:cubicBezTo>
                              <a:pt x="-416" y="7620"/>
                              <a:pt x="-35" y="15049"/>
                              <a:pt x="536" y="22193"/>
                            </a:cubicBezTo>
                            <a:cubicBezTo>
                              <a:pt x="1013" y="29337"/>
                              <a:pt x="2727" y="36100"/>
                              <a:pt x="4727" y="42386"/>
                            </a:cubicBezTo>
                            <a:cubicBezTo>
                              <a:pt x="6728" y="48673"/>
                              <a:pt x="9014" y="54959"/>
                              <a:pt x="11681" y="58864"/>
                            </a:cubicBezTo>
                            <a:cubicBezTo>
                              <a:pt x="14252" y="63341"/>
                              <a:pt x="16729" y="67913"/>
                              <a:pt x="19110" y="72390"/>
                            </a:cubicBezTo>
                            <a:cubicBezTo>
                              <a:pt x="16729" y="68294"/>
                              <a:pt x="14443" y="63722"/>
                              <a:pt x="12157" y="58960"/>
                            </a:cubicBezTo>
                            <a:cubicBezTo>
                              <a:pt x="9776" y="54864"/>
                              <a:pt x="7775" y="48006"/>
                              <a:pt x="5965" y="41434"/>
                            </a:cubicBezTo>
                            <a:cubicBezTo>
                              <a:pt x="5109" y="38100"/>
                              <a:pt x="4251" y="34671"/>
                              <a:pt x="3489" y="31147"/>
                            </a:cubicBezTo>
                            <a:cubicBezTo>
                              <a:pt x="2917" y="27622"/>
                              <a:pt x="2441" y="24098"/>
                              <a:pt x="2060" y="20574"/>
                            </a:cubicBezTo>
                            <a:cubicBezTo>
                              <a:pt x="1108" y="13621"/>
                              <a:pt x="536" y="6572"/>
                              <a:pt x="82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43" name="Forme libre : forme 11842">
                        <a:extLst>
                          <a:ext uri="{FF2B5EF4-FFF2-40B4-BE49-F238E27FC236}">
                            <a16:creationId xmlns:a16="http://schemas.microsoft.com/office/drawing/2014/main" id="{EE90A479-72C4-4728-9F81-27A4B8B29D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96866" y="1642069"/>
                        <a:ext cx="20032" cy="31940"/>
                      </a:xfrm>
                      <a:custGeom>
                        <a:avLst/>
                        <a:gdLst>
                          <a:gd name="connsiteX0" fmla="*/ 19771 w 20032"/>
                          <a:gd name="connsiteY0" fmla="*/ 803 h 31940"/>
                          <a:gd name="connsiteX1" fmla="*/ 11484 w 20032"/>
                          <a:gd name="connsiteY1" fmla="*/ 20234 h 31940"/>
                          <a:gd name="connsiteX2" fmla="*/ 626 w 20032"/>
                          <a:gd name="connsiteY2" fmla="*/ 31187 h 31940"/>
                          <a:gd name="connsiteX3" fmla="*/ 7293 w 20032"/>
                          <a:gd name="connsiteY3" fmla="*/ 11852 h 31940"/>
                          <a:gd name="connsiteX4" fmla="*/ 19771 w 20032"/>
                          <a:gd name="connsiteY4" fmla="*/ 803 h 319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032" h="31940">
                            <a:moveTo>
                              <a:pt x="19771" y="803"/>
                            </a:moveTo>
                            <a:cubicBezTo>
                              <a:pt x="21581" y="4613"/>
                              <a:pt x="13484" y="16233"/>
                              <a:pt x="11484" y="20234"/>
                            </a:cubicBezTo>
                            <a:cubicBezTo>
                              <a:pt x="9008" y="23853"/>
                              <a:pt x="3102" y="34902"/>
                              <a:pt x="626" y="31187"/>
                            </a:cubicBezTo>
                            <a:cubicBezTo>
                              <a:pt x="-2137" y="27282"/>
                              <a:pt x="5007" y="15376"/>
                              <a:pt x="7293" y="11852"/>
                            </a:cubicBezTo>
                            <a:cubicBezTo>
                              <a:pt x="9675" y="8327"/>
                              <a:pt x="17866" y="-3103"/>
                              <a:pt x="19771" y="80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44" name="Forme libre : forme 11843">
                        <a:extLst>
                          <a:ext uri="{FF2B5EF4-FFF2-40B4-BE49-F238E27FC236}">
                            <a16:creationId xmlns:a16="http://schemas.microsoft.com/office/drawing/2014/main" id="{E25622F0-430E-44A3-916F-200363E118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12907" y="1637675"/>
                        <a:ext cx="6444" cy="8944"/>
                      </a:xfrm>
                      <a:custGeom>
                        <a:avLst/>
                        <a:gdLst>
                          <a:gd name="connsiteX0" fmla="*/ 5921 w 6444"/>
                          <a:gd name="connsiteY0" fmla="*/ 53 h 8944"/>
                          <a:gd name="connsiteX1" fmla="*/ 4778 w 6444"/>
                          <a:gd name="connsiteY1" fmla="*/ 4911 h 8944"/>
                          <a:gd name="connsiteX2" fmla="*/ 587 w 6444"/>
                          <a:gd name="connsiteY2" fmla="*/ 8911 h 8944"/>
                          <a:gd name="connsiteX3" fmla="*/ 1349 w 6444"/>
                          <a:gd name="connsiteY3" fmla="*/ 4053 h 8944"/>
                          <a:gd name="connsiteX4" fmla="*/ 5921 w 6444"/>
                          <a:gd name="connsiteY4" fmla="*/ 53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44" h="8944">
                            <a:moveTo>
                              <a:pt x="5921" y="53"/>
                            </a:moveTo>
                            <a:cubicBezTo>
                              <a:pt x="7255" y="529"/>
                              <a:pt x="5730" y="3482"/>
                              <a:pt x="4778" y="4911"/>
                            </a:cubicBezTo>
                            <a:cubicBezTo>
                              <a:pt x="3730" y="6339"/>
                              <a:pt x="2015" y="9292"/>
                              <a:pt x="587" y="8911"/>
                            </a:cubicBezTo>
                            <a:cubicBezTo>
                              <a:pt x="-747" y="8530"/>
                              <a:pt x="492" y="5577"/>
                              <a:pt x="1349" y="4053"/>
                            </a:cubicBezTo>
                            <a:cubicBezTo>
                              <a:pt x="2397" y="2434"/>
                              <a:pt x="4587" y="-423"/>
                              <a:pt x="5921" y="5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845" name="Forme libre : forme 11844">
                        <a:extLst>
                          <a:ext uri="{FF2B5EF4-FFF2-40B4-BE49-F238E27FC236}">
                            <a16:creationId xmlns:a16="http://schemas.microsoft.com/office/drawing/2014/main" id="{5DAE26D9-0CA6-4FC4-9F82-FE4B3E0A9C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76543" y="1602416"/>
                        <a:ext cx="75498" cy="65040"/>
                      </a:xfrm>
                      <a:custGeom>
                        <a:avLst/>
                        <a:gdLst>
                          <a:gd name="connsiteX0" fmla="*/ 46761 w 75498"/>
                          <a:gd name="connsiteY0" fmla="*/ 5880 h 65040"/>
                          <a:gd name="connsiteX1" fmla="*/ 73527 w 75498"/>
                          <a:gd name="connsiteY1" fmla="*/ 545 h 65040"/>
                          <a:gd name="connsiteX2" fmla="*/ 72670 w 75498"/>
                          <a:gd name="connsiteY2" fmla="*/ 8928 h 65040"/>
                          <a:gd name="connsiteX3" fmla="*/ 62859 w 75498"/>
                          <a:gd name="connsiteY3" fmla="*/ 13785 h 65040"/>
                          <a:gd name="connsiteX4" fmla="*/ 32760 w 75498"/>
                          <a:gd name="connsiteY4" fmla="*/ 31502 h 65040"/>
                          <a:gd name="connsiteX5" fmla="*/ 25330 w 75498"/>
                          <a:gd name="connsiteY5" fmla="*/ 39693 h 65040"/>
                          <a:gd name="connsiteX6" fmla="*/ 15424 w 75498"/>
                          <a:gd name="connsiteY6" fmla="*/ 52457 h 65040"/>
                          <a:gd name="connsiteX7" fmla="*/ 851 w 75498"/>
                          <a:gd name="connsiteY7" fmla="*/ 63411 h 65040"/>
                          <a:gd name="connsiteX8" fmla="*/ 6566 w 75498"/>
                          <a:gd name="connsiteY8" fmla="*/ 39027 h 65040"/>
                          <a:gd name="connsiteX9" fmla="*/ 15424 w 75498"/>
                          <a:gd name="connsiteY9" fmla="*/ 25977 h 65040"/>
                          <a:gd name="connsiteX10" fmla="*/ 23806 w 75498"/>
                          <a:gd name="connsiteY10" fmla="*/ 17310 h 65040"/>
                          <a:gd name="connsiteX11" fmla="*/ 46761 w 75498"/>
                          <a:gd name="connsiteY11" fmla="*/ 5880 h 650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75498" h="65040">
                            <a:moveTo>
                              <a:pt x="46761" y="5880"/>
                            </a:moveTo>
                            <a:cubicBezTo>
                              <a:pt x="57144" y="1307"/>
                              <a:pt x="64859" y="-1169"/>
                              <a:pt x="73527" y="545"/>
                            </a:cubicBezTo>
                            <a:cubicBezTo>
                              <a:pt x="76670" y="1212"/>
                              <a:pt x="75813" y="5784"/>
                              <a:pt x="72670" y="8928"/>
                            </a:cubicBezTo>
                            <a:cubicBezTo>
                              <a:pt x="69336" y="11976"/>
                              <a:pt x="66193" y="12738"/>
                              <a:pt x="62859" y="13785"/>
                            </a:cubicBezTo>
                            <a:cubicBezTo>
                              <a:pt x="52477" y="17024"/>
                              <a:pt x="42380" y="23024"/>
                              <a:pt x="32760" y="31502"/>
                            </a:cubicBezTo>
                            <a:cubicBezTo>
                              <a:pt x="31141" y="32740"/>
                              <a:pt x="28378" y="35788"/>
                              <a:pt x="25330" y="39693"/>
                            </a:cubicBezTo>
                            <a:cubicBezTo>
                              <a:pt x="22092" y="43503"/>
                              <a:pt x="18568" y="48075"/>
                              <a:pt x="15424" y="52457"/>
                            </a:cubicBezTo>
                            <a:cubicBezTo>
                              <a:pt x="8661" y="60934"/>
                              <a:pt x="3327" y="68459"/>
                              <a:pt x="851" y="63411"/>
                            </a:cubicBezTo>
                            <a:cubicBezTo>
                              <a:pt x="-1625" y="58457"/>
                              <a:pt x="1613" y="48552"/>
                              <a:pt x="6566" y="39027"/>
                            </a:cubicBezTo>
                            <a:cubicBezTo>
                              <a:pt x="9328" y="34359"/>
                              <a:pt x="12472" y="29882"/>
                              <a:pt x="15424" y="25977"/>
                            </a:cubicBezTo>
                            <a:cubicBezTo>
                              <a:pt x="18663" y="22263"/>
                              <a:pt x="21616" y="19215"/>
                              <a:pt x="23806" y="17310"/>
                            </a:cubicBezTo>
                            <a:cubicBezTo>
                              <a:pt x="32855" y="9880"/>
                              <a:pt x="38951" y="9404"/>
                              <a:pt x="46761" y="588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73" name="Graphique 1">
                    <a:extLst>
                      <a:ext uri="{FF2B5EF4-FFF2-40B4-BE49-F238E27FC236}">
                        <a16:creationId xmlns:a16="http://schemas.microsoft.com/office/drawing/2014/main" id="{63F670EC-0B66-449B-B8E0-5CEA76EDB0D7}"/>
                      </a:ext>
                    </a:extLst>
                  </p:cNvPr>
                  <p:cNvGrpSpPr/>
                  <p:nvPr/>
                </p:nvGrpSpPr>
                <p:grpSpPr>
                  <a:xfrm>
                    <a:off x="285754" y="1461372"/>
                    <a:ext cx="7873081" cy="1731972"/>
                    <a:chOff x="285754" y="1461372"/>
                    <a:chExt cx="7873081" cy="1731972"/>
                  </a:xfrm>
                  <a:solidFill>
                    <a:schemeClr val="accent1"/>
                  </a:solidFill>
                </p:grpSpPr>
                <p:grpSp>
                  <p:nvGrpSpPr>
                    <p:cNvPr id="11115" name="Graphique 1">
                      <a:extLst>
                        <a:ext uri="{FF2B5EF4-FFF2-40B4-BE49-F238E27FC236}">
                          <a16:creationId xmlns:a16="http://schemas.microsoft.com/office/drawing/2014/main" id="{6476F2F6-6276-4BDF-9E5D-B04EF61388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5754" y="2736454"/>
                      <a:ext cx="170968" cy="133237"/>
                      <a:chOff x="285754" y="2736454"/>
                      <a:chExt cx="170968" cy="133237"/>
                    </a:xfrm>
                    <a:solidFill>
                      <a:schemeClr val="accent1"/>
                    </a:solidFill>
                  </p:grpSpPr>
                  <p:sp>
                    <p:nvSpPr>
                      <p:cNvPr id="11766" name="Forme libre : forme 11765">
                        <a:extLst>
                          <a:ext uri="{FF2B5EF4-FFF2-40B4-BE49-F238E27FC236}">
                            <a16:creationId xmlns:a16="http://schemas.microsoft.com/office/drawing/2014/main" id="{6121FF60-7623-473B-8F51-F15FD047DE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754" y="2736454"/>
                        <a:ext cx="170968" cy="133229"/>
                      </a:xfrm>
                      <a:custGeom>
                        <a:avLst/>
                        <a:gdLst>
                          <a:gd name="connsiteX0" fmla="*/ 157544 w 170968"/>
                          <a:gd name="connsiteY0" fmla="*/ 2364 h 133229"/>
                          <a:gd name="connsiteX1" fmla="*/ 124397 w 170968"/>
                          <a:gd name="connsiteY1" fmla="*/ 744 h 133229"/>
                          <a:gd name="connsiteX2" fmla="*/ 87440 w 170968"/>
                          <a:gd name="connsiteY2" fmla="*/ 14746 h 133229"/>
                          <a:gd name="connsiteX3" fmla="*/ 59531 w 170968"/>
                          <a:gd name="connsiteY3" fmla="*/ 33415 h 133229"/>
                          <a:gd name="connsiteX4" fmla="*/ 33147 w 170968"/>
                          <a:gd name="connsiteY4" fmla="*/ 53703 h 133229"/>
                          <a:gd name="connsiteX5" fmla="*/ 95 w 170968"/>
                          <a:gd name="connsiteY5" fmla="*/ 99614 h 133229"/>
                          <a:gd name="connsiteX6" fmla="*/ 0 w 170968"/>
                          <a:gd name="connsiteY6" fmla="*/ 128094 h 133229"/>
                          <a:gd name="connsiteX7" fmla="*/ 9430 w 170968"/>
                          <a:gd name="connsiteY7" fmla="*/ 132856 h 133229"/>
                          <a:gd name="connsiteX8" fmla="*/ 77248 w 170968"/>
                          <a:gd name="connsiteY8" fmla="*/ 114854 h 133229"/>
                          <a:gd name="connsiteX9" fmla="*/ 131921 w 170968"/>
                          <a:gd name="connsiteY9" fmla="*/ 75516 h 133229"/>
                          <a:gd name="connsiteX10" fmla="*/ 158306 w 170968"/>
                          <a:gd name="connsiteY10" fmla="*/ 48274 h 133229"/>
                          <a:gd name="connsiteX11" fmla="*/ 170688 w 170968"/>
                          <a:gd name="connsiteY11" fmla="*/ 18842 h 133229"/>
                          <a:gd name="connsiteX12" fmla="*/ 157544 w 170968"/>
                          <a:gd name="connsiteY12" fmla="*/ 2364 h 133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70968" h="133229">
                            <a:moveTo>
                              <a:pt x="157544" y="2364"/>
                            </a:moveTo>
                            <a:cubicBezTo>
                              <a:pt x="146304" y="173"/>
                              <a:pt x="135731" y="-780"/>
                              <a:pt x="124397" y="744"/>
                            </a:cubicBezTo>
                            <a:cubicBezTo>
                              <a:pt x="112967" y="2173"/>
                              <a:pt x="101060" y="6364"/>
                              <a:pt x="87440" y="14746"/>
                            </a:cubicBezTo>
                            <a:cubicBezTo>
                              <a:pt x="80105" y="19128"/>
                              <a:pt x="69818" y="26367"/>
                              <a:pt x="59531" y="33415"/>
                            </a:cubicBezTo>
                            <a:cubicBezTo>
                              <a:pt x="49435" y="40845"/>
                              <a:pt x="39433" y="48274"/>
                              <a:pt x="33147" y="53703"/>
                            </a:cubicBezTo>
                            <a:cubicBezTo>
                              <a:pt x="15335" y="68753"/>
                              <a:pt x="5525" y="83517"/>
                              <a:pt x="95" y="99614"/>
                            </a:cubicBezTo>
                            <a:lnTo>
                              <a:pt x="0" y="128094"/>
                            </a:lnTo>
                            <a:cubicBezTo>
                              <a:pt x="2572" y="130761"/>
                              <a:pt x="5906" y="132666"/>
                              <a:pt x="9430" y="132856"/>
                            </a:cubicBezTo>
                            <a:cubicBezTo>
                              <a:pt x="32480" y="134285"/>
                              <a:pt x="51435" y="132285"/>
                              <a:pt x="77248" y="114854"/>
                            </a:cubicBezTo>
                            <a:cubicBezTo>
                              <a:pt x="90964" y="105424"/>
                              <a:pt x="119158" y="85041"/>
                              <a:pt x="131921" y="75516"/>
                            </a:cubicBezTo>
                            <a:cubicBezTo>
                              <a:pt x="143732" y="66276"/>
                              <a:pt x="152210" y="57513"/>
                              <a:pt x="158306" y="48274"/>
                            </a:cubicBezTo>
                            <a:cubicBezTo>
                              <a:pt x="164402" y="38844"/>
                              <a:pt x="168212" y="29224"/>
                              <a:pt x="170688" y="18842"/>
                            </a:cubicBezTo>
                            <a:cubicBezTo>
                              <a:pt x="172498" y="11603"/>
                              <a:pt x="165259" y="3792"/>
                              <a:pt x="157544" y="236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67" name="Forme libre : forme 11766">
                        <a:extLst>
                          <a:ext uri="{FF2B5EF4-FFF2-40B4-BE49-F238E27FC236}">
                            <a16:creationId xmlns:a16="http://schemas.microsoft.com/office/drawing/2014/main" id="{3068E628-7D9D-4BDD-ADA6-527D84DFC2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325" y="2754820"/>
                        <a:ext cx="170116" cy="114871"/>
                      </a:xfrm>
                      <a:custGeom>
                        <a:avLst/>
                        <a:gdLst>
                          <a:gd name="connsiteX0" fmla="*/ 68771 w 170116"/>
                          <a:gd name="connsiteY0" fmla="*/ 68675 h 114871"/>
                          <a:gd name="connsiteX1" fmla="*/ 0 w 170116"/>
                          <a:gd name="connsiteY1" fmla="*/ 110490 h 114871"/>
                          <a:gd name="connsiteX2" fmla="*/ 8668 w 170116"/>
                          <a:gd name="connsiteY2" fmla="*/ 114490 h 114871"/>
                          <a:gd name="connsiteX3" fmla="*/ 20288 w 170116"/>
                          <a:gd name="connsiteY3" fmla="*/ 114871 h 114871"/>
                          <a:gd name="connsiteX4" fmla="*/ 53054 w 170116"/>
                          <a:gd name="connsiteY4" fmla="*/ 109061 h 114871"/>
                          <a:gd name="connsiteX5" fmla="*/ 76486 w 170116"/>
                          <a:gd name="connsiteY5" fmla="*/ 96488 h 114871"/>
                          <a:gd name="connsiteX6" fmla="*/ 85439 w 170116"/>
                          <a:gd name="connsiteY6" fmla="*/ 90297 h 114871"/>
                          <a:gd name="connsiteX7" fmla="*/ 127254 w 170116"/>
                          <a:gd name="connsiteY7" fmla="*/ 60103 h 114871"/>
                          <a:gd name="connsiteX8" fmla="*/ 131254 w 170116"/>
                          <a:gd name="connsiteY8" fmla="*/ 57150 h 114871"/>
                          <a:gd name="connsiteX9" fmla="*/ 151733 w 170116"/>
                          <a:gd name="connsiteY9" fmla="*/ 37814 h 114871"/>
                          <a:gd name="connsiteX10" fmla="*/ 167259 w 170116"/>
                          <a:gd name="connsiteY10" fmla="*/ 10096 h 114871"/>
                          <a:gd name="connsiteX11" fmla="*/ 170117 w 170116"/>
                          <a:gd name="connsiteY11" fmla="*/ 381 h 114871"/>
                          <a:gd name="connsiteX12" fmla="*/ 170117 w 170116"/>
                          <a:gd name="connsiteY12" fmla="*/ 0 h 114871"/>
                          <a:gd name="connsiteX13" fmla="*/ 68771 w 170116"/>
                          <a:gd name="connsiteY13" fmla="*/ 68675 h 1148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70116" h="114871">
                            <a:moveTo>
                              <a:pt x="68771" y="68675"/>
                            </a:moveTo>
                            <a:cubicBezTo>
                              <a:pt x="47339" y="86582"/>
                              <a:pt x="23622" y="104489"/>
                              <a:pt x="0" y="110490"/>
                            </a:cubicBezTo>
                            <a:cubicBezTo>
                              <a:pt x="2476" y="112776"/>
                              <a:pt x="5429" y="114300"/>
                              <a:pt x="8668" y="114490"/>
                            </a:cubicBezTo>
                            <a:cubicBezTo>
                              <a:pt x="12668" y="114681"/>
                              <a:pt x="16478" y="114871"/>
                              <a:pt x="20288" y="114871"/>
                            </a:cubicBezTo>
                            <a:cubicBezTo>
                              <a:pt x="31242" y="114776"/>
                              <a:pt x="41719" y="113347"/>
                              <a:pt x="53054" y="109061"/>
                            </a:cubicBezTo>
                            <a:cubicBezTo>
                              <a:pt x="60388" y="106204"/>
                              <a:pt x="68008" y="102203"/>
                              <a:pt x="76486" y="96488"/>
                            </a:cubicBezTo>
                            <a:cubicBezTo>
                              <a:pt x="79057" y="94679"/>
                              <a:pt x="82105" y="92583"/>
                              <a:pt x="85439" y="90297"/>
                            </a:cubicBezTo>
                            <a:cubicBezTo>
                              <a:pt x="98393" y="80963"/>
                              <a:pt x="115919" y="68294"/>
                              <a:pt x="127254" y="60103"/>
                            </a:cubicBezTo>
                            <a:cubicBezTo>
                              <a:pt x="128683" y="59055"/>
                              <a:pt x="130016" y="58007"/>
                              <a:pt x="131254" y="57150"/>
                            </a:cubicBezTo>
                            <a:cubicBezTo>
                              <a:pt x="139732" y="50768"/>
                              <a:pt x="146209" y="44196"/>
                              <a:pt x="151733" y="37814"/>
                            </a:cubicBezTo>
                            <a:cubicBezTo>
                              <a:pt x="159067" y="29051"/>
                              <a:pt x="163640" y="19526"/>
                              <a:pt x="167259" y="10096"/>
                            </a:cubicBezTo>
                            <a:cubicBezTo>
                              <a:pt x="168307" y="6953"/>
                              <a:pt x="169259" y="3715"/>
                              <a:pt x="170117" y="381"/>
                            </a:cubicBezTo>
                            <a:lnTo>
                              <a:pt x="170117" y="0"/>
                            </a:lnTo>
                            <a:cubicBezTo>
                              <a:pt x="134874" y="20193"/>
                              <a:pt x="99441" y="43053"/>
                              <a:pt x="68771" y="6867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68" name="Forme libre : forme 11767">
                        <a:extLst>
                          <a:ext uri="{FF2B5EF4-FFF2-40B4-BE49-F238E27FC236}">
                            <a16:creationId xmlns:a16="http://schemas.microsoft.com/office/drawing/2014/main" id="{7CFEFC40-FE90-4860-B401-C5848C5DD3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1058" y="2764866"/>
                        <a:ext cx="80556" cy="58201"/>
                      </a:xfrm>
                      <a:custGeom>
                        <a:avLst/>
                        <a:gdLst>
                          <a:gd name="connsiteX0" fmla="*/ 79855 w 80556"/>
                          <a:gd name="connsiteY0" fmla="*/ 2146 h 58201"/>
                          <a:gd name="connsiteX1" fmla="*/ 45851 w 80556"/>
                          <a:gd name="connsiteY1" fmla="*/ 39960 h 58201"/>
                          <a:gd name="connsiteX2" fmla="*/ 1179 w 80556"/>
                          <a:gd name="connsiteY2" fmla="*/ 55962 h 58201"/>
                          <a:gd name="connsiteX3" fmla="*/ 31373 w 80556"/>
                          <a:gd name="connsiteY3" fmla="*/ 19767 h 58201"/>
                          <a:gd name="connsiteX4" fmla="*/ 79855 w 80556"/>
                          <a:gd name="connsiteY4" fmla="*/ 2146 h 582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0556" h="58201">
                            <a:moveTo>
                              <a:pt x="79855" y="2146"/>
                            </a:moveTo>
                            <a:cubicBezTo>
                              <a:pt x="85475" y="10337"/>
                              <a:pt x="55757" y="32530"/>
                              <a:pt x="45851" y="39960"/>
                            </a:cubicBezTo>
                            <a:cubicBezTo>
                              <a:pt x="35564" y="47008"/>
                              <a:pt x="8037" y="64344"/>
                              <a:pt x="1179" y="55962"/>
                            </a:cubicBezTo>
                            <a:cubicBezTo>
                              <a:pt x="-5965" y="47294"/>
                              <a:pt x="21277" y="26149"/>
                              <a:pt x="31373" y="19767"/>
                            </a:cubicBezTo>
                            <a:cubicBezTo>
                              <a:pt x="41184" y="13004"/>
                              <a:pt x="74045" y="-6427"/>
                              <a:pt x="79855" y="214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69" name="Forme libre : forme 11768">
                        <a:extLst>
                          <a:ext uri="{FF2B5EF4-FFF2-40B4-BE49-F238E27FC236}">
                            <a16:creationId xmlns:a16="http://schemas.microsoft.com/office/drawing/2014/main" id="{67C9E485-1EA3-407C-BBEE-03EE06344C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0328" y="2791777"/>
                        <a:ext cx="62773" cy="31058"/>
                      </a:xfrm>
                      <a:custGeom>
                        <a:avLst/>
                        <a:gdLst>
                          <a:gd name="connsiteX0" fmla="*/ 12101 w 62773"/>
                          <a:gd name="connsiteY0" fmla="*/ 9144 h 31058"/>
                          <a:gd name="connsiteX1" fmla="*/ 1623 w 62773"/>
                          <a:gd name="connsiteY1" fmla="*/ 29432 h 31058"/>
                          <a:gd name="connsiteX2" fmla="*/ 47153 w 62773"/>
                          <a:gd name="connsiteY2" fmla="*/ 12763 h 31058"/>
                          <a:gd name="connsiteX3" fmla="*/ 62774 w 62773"/>
                          <a:gd name="connsiteY3" fmla="*/ 0 h 31058"/>
                          <a:gd name="connsiteX4" fmla="*/ 53439 w 62773"/>
                          <a:gd name="connsiteY4" fmla="*/ 5429 h 31058"/>
                          <a:gd name="connsiteX5" fmla="*/ 12101 w 62773"/>
                          <a:gd name="connsiteY5" fmla="*/ 9144 h 310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2773" h="31058">
                            <a:moveTo>
                              <a:pt x="12101" y="9144"/>
                            </a:moveTo>
                            <a:cubicBezTo>
                              <a:pt x="8291" y="14192"/>
                              <a:pt x="-4473" y="25241"/>
                              <a:pt x="1623" y="29432"/>
                            </a:cubicBezTo>
                            <a:cubicBezTo>
                              <a:pt x="11148" y="35909"/>
                              <a:pt x="34104" y="21526"/>
                              <a:pt x="47153" y="12763"/>
                            </a:cubicBezTo>
                            <a:cubicBezTo>
                              <a:pt x="50867" y="10096"/>
                              <a:pt x="58869" y="3524"/>
                              <a:pt x="62774" y="0"/>
                            </a:cubicBezTo>
                            <a:cubicBezTo>
                              <a:pt x="60297" y="1619"/>
                              <a:pt x="56106" y="4286"/>
                              <a:pt x="53439" y="5429"/>
                            </a:cubicBezTo>
                            <a:cubicBezTo>
                              <a:pt x="38390" y="11621"/>
                              <a:pt x="19911" y="18097"/>
                              <a:pt x="12101" y="914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70" name="Forme libre : forme 11769">
                        <a:extLst>
                          <a:ext uri="{FF2B5EF4-FFF2-40B4-BE49-F238E27FC236}">
                            <a16:creationId xmlns:a16="http://schemas.microsoft.com/office/drawing/2014/main" id="{DDD049F5-E31D-4ADF-9AE2-A35201600F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6619" y="2763638"/>
                        <a:ext cx="80304" cy="58737"/>
                      </a:xfrm>
                      <a:custGeom>
                        <a:avLst/>
                        <a:gdLst>
                          <a:gd name="connsiteX0" fmla="*/ 80104 w 80304"/>
                          <a:gd name="connsiteY0" fmla="*/ 2802 h 58737"/>
                          <a:gd name="connsiteX1" fmla="*/ 45719 w 80304"/>
                          <a:gd name="connsiteY1" fmla="*/ 41092 h 58737"/>
                          <a:gd name="connsiteX2" fmla="*/ 1333 w 80304"/>
                          <a:gd name="connsiteY2" fmla="*/ 56428 h 58737"/>
                          <a:gd name="connsiteX3" fmla="*/ 31527 w 80304"/>
                          <a:gd name="connsiteY3" fmla="*/ 20614 h 58737"/>
                          <a:gd name="connsiteX4" fmla="*/ 80104 w 80304"/>
                          <a:gd name="connsiteY4" fmla="*/ 2802 h 587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0304" h="58737">
                            <a:moveTo>
                              <a:pt x="80104" y="2802"/>
                            </a:moveTo>
                            <a:cubicBezTo>
                              <a:pt x="82867" y="12803"/>
                              <a:pt x="56292" y="32996"/>
                              <a:pt x="45719" y="41092"/>
                            </a:cubicBezTo>
                            <a:cubicBezTo>
                              <a:pt x="34861" y="48998"/>
                              <a:pt x="9048" y="64619"/>
                              <a:pt x="1333" y="56428"/>
                            </a:cubicBezTo>
                            <a:cubicBezTo>
                              <a:pt x="-6478" y="48141"/>
                              <a:pt x="22192" y="26710"/>
                              <a:pt x="31527" y="20614"/>
                            </a:cubicBezTo>
                            <a:cubicBezTo>
                              <a:pt x="40385" y="14137"/>
                              <a:pt x="77056" y="-7676"/>
                              <a:pt x="80104" y="280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71" name="Forme libre : forme 11770">
                        <a:extLst>
                          <a:ext uri="{FF2B5EF4-FFF2-40B4-BE49-F238E27FC236}">
                            <a16:creationId xmlns:a16="http://schemas.microsoft.com/office/drawing/2014/main" id="{D7FF92DD-1530-4244-96B8-0F5BE78A5D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2536" y="2788686"/>
                        <a:ext cx="109296" cy="62889"/>
                      </a:xfrm>
                      <a:custGeom>
                        <a:avLst/>
                        <a:gdLst>
                          <a:gd name="connsiteX0" fmla="*/ 5316 w 109296"/>
                          <a:gd name="connsiteY0" fmla="*/ 60146 h 62889"/>
                          <a:gd name="connsiteX1" fmla="*/ 22271 w 109296"/>
                          <a:gd name="connsiteY1" fmla="*/ 62051 h 62889"/>
                          <a:gd name="connsiteX2" fmla="*/ 66181 w 109296"/>
                          <a:gd name="connsiteY2" fmla="*/ 49002 h 62889"/>
                          <a:gd name="connsiteX3" fmla="*/ 101423 w 109296"/>
                          <a:gd name="connsiteY3" fmla="*/ 20998 h 62889"/>
                          <a:gd name="connsiteX4" fmla="*/ 106948 w 109296"/>
                          <a:gd name="connsiteY4" fmla="*/ 710 h 62889"/>
                          <a:gd name="connsiteX5" fmla="*/ 91517 w 109296"/>
                          <a:gd name="connsiteY5" fmla="*/ 4044 h 62889"/>
                          <a:gd name="connsiteX6" fmla="*/ 50465 w 109296"/>
                          <a:gd name="connsiteY6" fmla="*/ 15950 h 62889"/>
                          <a:gd name="connsiteX7" fmla="*/ 9793 w 109296"/>
                          <a:gd name="connsiteY7" fmla="*/ 30428 h 62889"/>
                          <a:gd name="connsiteX8" fmla="*/ 5316 w 109296"/>
                          <a:gd name="connsiteY8" fmla="*/ 60146 h 62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9296" h="62889">
                            <a:moveTo>
                              <a:pt x="5316" y="60146"/>
                            </a:moveTo>
                            <a:cubicBezTo>
                              <a:pt x="11222" y="63384"/>
                              <a:pt x="14270" y="63384"/>
                              <a:pt x="22271" y="62051"/>
                            </a:cubicBezTo>
                            <a:cubicBezTo>
                              <a:pt x="37511" y="59574"/>
                              <a:pt x="49988" y="57765"/>
                              <a:pt x="66181" y="49002"/>
                            </a:cubicBezTo>
                            <a:cubicBezTo>
                              <a:pt x="79611" y="41763"/>
                              <a:pt x="93041" y="31285"/>
                              <a:pt x="101423" y="20998"/>
                            </a:cubicBezTo>
                            <a:cubicBezTo>
                              <a:pt x="107710" y="13569"/>
                              <a:pt x="112282" y="4425"/>
                              <a:pt x="106948" y="710"/>
                            </a:cubicBezTo>
                            <a:cubicBezTo>
                              <a:pt x="103614" y="-1576"/>
                              <a:pt x="97328" y="2234"/>
                              <a:pt x="91517" y="4044"/>
                            </a:cubicBezTo>
                            <a:cubicBezTo>
                              <a:pt x="78087" y="8616"/>
                              <a:pt x="65133" y="13473"/>
                              <a:pt x="50465" y="15950"/>
                            </a:cubicBezTo>
                            <a:cubicBezTo>
                              <a:pt x="37796" y="17855"/>
                              <a:pt x="22461" y="18331"/>
                              <a:pt x="9793" y="30428"/>
                            </a:cubicBezTo>
                            <a:cubicBezTo>
                              <a:pt x="-1637" y="41382"/>
                              <a:pt x="-2971" y="55669"/>
                              <a:pt x="5316" y="6014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72" name="Forme libre : forme 11771">
                        <a:extLst>
                          <a:ext uri="{FF2B5EF4-FFF2-40B4-BE49-F238E27FC236}">
                            <a16:creationId xmlns:a16="http://schemas.microsoft.com/office/drawing/2014/main" id="{C5845071-3FEF-4BC7-80C1-5DE1B15D6D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9024" y="2795977"/>
                        <a:ext cx="28091" cy="30520"/>
                      </a:xfrm>
                      <a:custGeom>
                        <a:avLst/>
                        <a:gdLst>
                          <a:gd name="connsiteX0" fmla="*/ 1400 w 28091"/>
                          <a:gd name="connsiteY0" fmla="*/ 25328 h 30520"/>
                          <a:gd name="connsiteX1" fmla="*/ 67 w 28091"/>
                          <a:gd name="connsiteY1" fmla="*/ 29614 h 30520"/>
                          <a:gd name="connsiteX2" fmla="*/ 3877 w 28091"/>
                          <a:gd name="connsiteY2" fmla="*/ 29709 h 30520"/>
                          <a:gd name="connsiteX3" fmla="*/ 9592 w 28091"/>
                          <a:gd name="connsiteY3" fmla="*/ 25423 h 30520"/>
                          <a:gd name="connsiteX4" fmla="*/ 22260 w 28091"/>
                          <a:gd name="connsiteY4" fmla="*/ 13136 h 30520"/>
                          <a:gd name="connsiteX5" fmla="*/ 26356 w 28091"/>
                          <a:gd name="connsiteY5" fmla="*/ 8183 h 30520"/>
                          <a:gd name="connsiteX6" fmla="*/ 18260 w 28091"/>
                          <a:gd name="connsiteY6" fmla="*/ 3611 h 30520"/>
                          <a:gd name="connsiteX7" fmla="*/ 1400 w 28091"/>
                          <a:gd name="connsiteY7" fmla="*/ 25328 h 305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091" h="30520">
                            <a:moveTo>
                              <a:pt x="1400" y="25328"/>
                            </a:moveTo>
                            <a:cubicBezTo>
                              <a:pt x="448" y="27042"/>
                              <a:pt x="-219" y="28281"/>
                              <a:pt x="67" y="29614"/>
                            </a:cubicBezTo>
                            <a:cubicBezTo>
                              <a:pt x="353" y="30948"/>
                              <a:pt x="2067" y="30662"/>
                              <a:pt x="3877" y="29709"/>
                            </a:cubicBezTo>
                            <a:cubicBezTo>
                              <a:pt x="5687" y="28757"/>
                              <a:pt x="7973" y="26947"/>
                              <a:pt x="9592" y="25423"/>
                            </a:cubicBezTo>
                            <a:cubicBezTo>
                              <a:pt x="13973" y="21518"/>
                              <a:pt x="18450" y="17327"/>
                              <a:pt x="22260" y="13136"/>
                            </a:cubicBezTo>
                            <a:cubicBezTo>
                              <a:pt x="23879" y="11421"/>
                              <a:pt x="25403" y="9897"/>
                              <a:pt x="26356" y="8183"/>
                            </a:cubicBezTo>
                            <a:cubicBezTo>
                              <a:pt x="30452" y="944"/>
                              <a:pt x="27118" y="-3533"/>
                              <a:pt x="18260" y="3611"/>
                            </a:cubicBezTo>
                            <a:cubicBezTo>
                              <a:pt x="11497" y="9326"/>
                              <a:pt x="5306" y="18375"/>
                              <a:pt x="1400" y="2532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73" name="Forme libre : forme 11772">
                        <a:extLst>
                          <a:ext uri="{FF2B5EF4-FFF2-40B4-BE49-F238E27FC236}">
                            <a16:creationId xmlns:a16="http://schemas.microsoft.com/office/drawing/2014/main" id="{16163006-AF18-4730-9910-A19C5E2C3F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628" y="2754249"/>
                        <a:ext cx="34004" cy="55149"/>
                      </a:xfrm>
                      <a:custGeom>
                        <a:avLst/>
                        <a:gdLst>
                          <a:gd name="connsiteX0" fmla="*/ 34004 w 34004"/>
                          <a:gd name="connsiteY0" fmla="*/ 0 h 55149"/>
                          <a:gd name="connsiteX1" fmla="*/ 21717 w 34004"/>
                          <a:gd name="connsiteY1" fmla="*/ 28004 h 55149"/>
                          <a:gd name="connsiteX2" fmla="*/ 0 w 34004"/>
                          <a:gd name="connsiteY2" fmla="*/ 55150 h 55149"/>
                          <a:gd name="connsiteX3" fmla="*/ 19336 w 34004"/>
                          <a:gd name="connsiteY3" fmla="*/ 27813 h 55149"/>
                          <a:gd name="connsiteX4" fmla="*/ 34004 w 34004"/>
                          <a:gd name="connsiteY4" fmla="*/ 0 h 55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004" h="55149">
                            <a:moveTo>
                              <a:pt x="34004" y="0"/>
                            </a:moveTo>
                            <a:cubicBezTo>
                              <a:pt x="33909" y="8096"/>
                              <a:pt x="28480" y="18097"/>
                              <a:pt x="21717" y="28004"/>
                            </a:cubicBezTo>
                            <a:cubicBezTo>
                              <a:pt x="14764" y="37719"/>
                              <a:pt x="6382" y="47530"/>
                              <a:pt x="0" y="55150"/>
                            </a:cubicBezTo>
                            <a:cubicBezTo>
                              <a:pt x="6953" y="46958"/>
                              <a:pt x="13525" y="37338"/>
                              <a:pt x="19336" y="27813"/>
                            </a:cubicBezTo>
                            <a:cubicBezTo>
                              <a:pt x="25146" y="18193"/>
                              <a:pt x="30099" y="8382"/>
                              <a:pt x="3400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74" name="Forme libre : forme 11773">
                        <a:extLst>
                          <a:ext uri="{FF2B5EF4-FFF2-40B4-BE49-F238E27FC236}">
                            <a16:creationId xmlns:a16="http://schemas.microsoft.com/office/drawing/2014/main" id="{10B92480-AA85-4063-84A0-D72E95DD79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706" y="2790634"/>
                        <a:ext cx="35432" cy="53435"/>
                      </a:xfrm>
                      <a:custGeom>
                        <a:avLst/>
                        <a:gdLst>
                          <a:gd name="connsiteX0" fmla="*/ 0 w 35432"/>
                          <a:gd name="connsiteY0" fmla="*/ 53435 h 53435"/>
                          <a:gd name="connsiteX1" fmla="*/ 35433 w 35432"/>
                          <a:gd name="connsiteY1" fmla="*/ 0 h 53435"/>
                          <a:gd name="connsiteX2" fmla="*/ 0 w 35432"/>
                          <a:gd name="connsiteY2" fmla="*/ 53435 h 53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5432" h="53435">
                            <a:moveTo>
                              <a:pt x="0" y="53435"/>
                            </a:moveTo>
                            <a:cubicBezTo>
                              <a:pt x="6858" y="35528"/>
                              <a:pt x="22003" y="14954"/>
                              <a:pt x="35433" y="0"/>
                            </a:cubicBezTo>
                            <a:cubicBezTo>
                              <a:pt x="17431" y="15240"/>
                              <a:pt x="6286" y="35052"/>
                              <a:pt x="0" y="5343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75" name="Forme libre : forme 11774">
                        <a:extLst>
                          <a:ext uri="{FF2B5EF4-FFF2-40B4-BE49-F238E27FC236}">
                            <a16:creationId xmlns:a16="http://schemas.microsoft.com/office/drawing/2014/main" id="{95895135-CCFD-4AB6-B774-7754A0BE58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754" y="2844069"/>
                        <a:ext cx="952" cy="2857"/>
                      </a:xfrm>
                      <a:custGeom>
                        <a:avLst/>
                        <a:gdLst>
                          <a:gd name="connsiteX0" fmla="*/ 0 w 952"/>
                          <a:gd name="connsiteY0" fmla="*/ 2572 h 2857"/>
                          <a:gd name="connsiteX1" fmla="*/ 0 w 952"/>
                          <a:gd name="connsiteY1" fmla="*/ 2858 h 2857"/>
                          <a:gd name="connsiteX2" fmla="*/ 953 w 952"/>
                          <a:gd name="connsiteY2" fmla="*/ 0 h 2857"/>
                          <a:gd name="connsiteX3" fmla="*/ 0 w 952"/>
                          <a:gd name="connsiteY3" fmla="*/ 2572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52" h="2857">
                            <a:moveTo>
                              <a:pt x="0" y="2572"/>
                            </a:moveTo>
                            <a:lnTo>
                              <a:pt x="0" y="2858"/>
                            </a:lnTo>
                            <a:cubicBezTo>
                              <a:pt x="286" y="1905"/>
                              <a:pt x="667" y="953"/>
                              <a:pt x="953" y="0"/>
                            </a:cubicBezTo>
                            <a:cubicBezTo>
                              <a:pt x="572" y="857"/>
                              <a:pt x="286" y="1714"/>
                              <a:pt x="0" y="257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76" name="Forme libre : forme 11775">
                        <a:extLst>
                          <a:ext uri="{FF2B5EF4-FFF2-40B4-BE49-F238E27FC236}">
                            <a16:creationId xmlns:a16="http://schemas.microsoft.com/office/drawing/2014/main" id="{C0CD2A4C-3216-4E2C-A03E-E23C2D4E2E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9669" y="2774891"/>
                        <a:ext cx="31241" cy="19256"/>
                      </a:xfrm>
                      <a:custGeom>
                        <a:avLst/>
                        <a:gdLst>
                          <a:gd name="connsiteX0" fmla="*/ 31242 w 31241"/>
                          <a:gd name="connsiteY0" fmla="*/ 1456 h 19256"/>
                          <a:gd name="connsiteX1" fmla="*/ 14859 w 31241"/>
                          <a:gd name="connsiteY1" fmla="*/ 14409 h 19256"/>
                          <a:gd name="connsiteX2" fmla="*/ 0 w 31241"/>
                          <a:gd name="connsiteY2" fmla="*/ 17553 h 19256"/>
                          <a:gd name="connsiteX3" fmla="*/ 15430 w 31241"/>
                          <a:gd name="connsiteY3" fmla="*/ 5170 h 19256"/>
                          <a:gd name="connsiteX4" fmla="*/ 31242 w 31241"/>
                          <a:gd name="connsiteY4" fmla="*/ 1456 h 192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241" h="19256">
                            <a:moveTo>
                              <a:pt x="31242" y="1456"/>
                            </a:moveTo>
                            <a:cubicBezTo>
                              <a:pt x="31242" y="5742"/>
                              <a:pt x="18574" y="12124"/>
                              <a:pt x="14859" y="14409"/>
                            </a:cubicBezTo>
                            <a:cubicBezTo>
                              <a:pt x="11049" y="16505"/>
                              <a:pt x="0" y="22030"/>
                              <a:pt x="0" y="17553"/>
                            </a:cubicBezTo>
                            <a:cubicBezTo>
                              <a:pt x="0" y="13076"/>
                              <a:pt x="11716" y="7075"/>
                              <a:pt x="15430" y="5170"/>
                            </a:cubicBezTo>
                            <a:cubicBezTo>
                              <a:pt x="19050" y="3265"/>
                              <a:pt x="31242" y="-2735"/>
                              <a:pt x="31242" y="145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77" name="Forme libre : forme 11776">
                        <a:extLst>
                          <a:ext uri="{FF2B5EF4-FFF2-40B4-BE49-F238E27FC236}">
                            <a16:creationId xmlns:a16="http://schemas.microsoft.com/office/drawing/2014/main" id="{C9635462-2CDE-4ADC-BA54-4AE7251B7E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278" y="2772257"/>
                        <a:ext cx="8877" cy="6093"/>
                      </a:xfrm>
                      <a:custGeom>
                        <a:avLst/>
                        <a:gdLst>
                          <a:gd name="connsiteX0" fmla="*/ 8633 w 8877"/>
                          <a:gd name="connsiteY0" fmla="*/ 279 h 6093"/>
                          <a:gd name="connsiteX1" fmla="*/ 5681 w 8877"/>
                          <a:gd name="connsiteY1" fmla="*/ 4184 h 6093"/>
                          <a:gd name="connsiteX2" fmla="*/ 251 w 8877"/>
                          <a:gd name="connsiteY2" fmla="*/ 5804 h 6093"/>
                          <a:gd name="connsiteX3" fmla="*/ 3109 w 8877"/>
                          <a:gd name="connsiteY3" fmla="*/ 1994 h 6093"/>
                          <a:gd name="connsiteX4" fmla="*/ 8633 w 8877"/>
                          <a:gd name="connsiteY4" fmla="*/ 279 h 60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77" h="6093">
                            <a:moveTo>
                              <a:pt x="8633" y="279"/>
                            </a:moveTo>
                            <a:cubicBezTo>
                              <a:pt x="9681" y="1232"/>
                              <a:pt x="7109" y="3327"/>
                              <a:pt x="5681" y="4184"/>
                            </a:cubicBezTo>
                            <a:cubicBezTo>
                              <a:pt x="4252" y="5137"/>
                              <a:pt x="1299" y="6756"/>
                              <a:pt x="251" y="5804"/>
                            </a:cubicBezTo>
                            <a:cubicBezTo>
                              <a:pt x="-796" y="4851"/>
                              <a:pt x="1680" y="2851"/>
                              <a:pt x="3109" y="1994"/>
                            </a:cubicBezTo>
                            <a:cubicBezTo>
                              <a:pt x="4538" y="1041"/>
                              <a:pt x="7586" y="-673"/>
                              <a:pt x="8633" y="27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78" name="Forme libre : forme 11777">
                        <a:extLst>
                          <a:ext uri="{FF2B5EF4-FFF2-40B4-BE49-F238E27FC236}">
                            <a16:creationId xmlns:a16="http://schemas.microsoft.com/office/drawing/2014/main" id="{6EB2F9AA-1B2E-4FBB-8D0F-C1C61B20F8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7354" y="2746472"/>
                        <a:ext cx="88470" cy="31290"/>
                      </a:xfrm>
                      <a:custGeom>
                        <a:avLst/>
                        <a:gdLst>
                          <a:gd name="connsiteX0" fmla="*/ 60797 w 88470"/>
                          <a:gd name="connsiteY0" fmla="*/ 823 h 31290"/>
                          <a:gd name="connsiteX1" fmla="*/ 86896 w 88470"/>
                          <a:gd name="connsiteY1" fmla="*/ 2347 h 31290"/>
                          <a:gd name="connsiteX2" fmla="*/ 84515 w 88470"/>
                          <a:gd name="connsiteY2" fmla="*/ 10348 h 31290"/>
                          <a:gd name="connsiteX3" fmla="*/ 73847 w 88470"/>
                          <a:gd name="connsiteY3" fmla="*/ 12920 h 31290"/>
                          <a:gd name="connsiteX4" fmla="*/ 40509 w 88470"/>
                          <a:gd name="connsiteY4" fmla="*/ 18540 h 31290"/>
                          <a:gd name="connsiteX5" fmla="*/ 28 w 88470"/>
                          <a:gd name="connsiteY5" fmla="*/ 28255 h 31290"/>
                          <a:gd name="connsiteX6" fmla="*/ 15458 w 88470"/>
                          <a:gd name="connsiteY6" fmla="*/ 12348 h 31290"/>
                          <a:gd name="connsiteX7" fmla="*/ 37461 w 88470"/>
                          <a:gd name="connsiteY7" fmla="*/ 2347 h 31290"/>
                          <a:gd name="connsiteX8" fmla="*/ 60797 w 88470"/>
                          <a:gd name="connsiteY8" fmla="*/ 823 h 312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8470" h="31290">
                            <a:moveTo>
                              <a:pt x="60797" y="823"/>
                            </a:moveTo>
                            <a:cubicBezTo>
                              <a:pt x="71275" y="-130"/>
                              <a:pt x="78705" y="-891"/>
                              <a:pt x="86896" y="2347"/>
                            </a:cubicBezTo>
                            <a:cubicBezTo>
                              <a:pt x="89849" y="3490"/>
                              <a:pt x="88420" y="7967"/>
                              <a:pt x="84515" y="10348"/>
                            </a:cubicBezTo>
                            <a:cubicBezTo>
                              <a:pt x="80705" y="12825"/>
                              <a:pt x="77371" y="12825"/>
                              <a:pt x="73847" y="12920"/>
                            </a:cubicBezTo>
                            <a:cubicBezTo>
                              <a:pt x="62988" y="13301"/>
                              <a:pt x="52130" y="15301"/>
                              <a:pt x="40509" y="18540"/>
                            </a:cubicBezTo>
                            <a:cubicBezTo>
                              <a:pt x="33080" y="20159"/>
                              <a:pt x="-1115" y="38352"/>
                              <a:pt x="28" y="28255"/>
                            </a:cubicBezTo>
                            <a:cubicBezTo>
                              <a:pt x="695" y="23207"/>
                              <a:pt x="7553" y="17206"/>
                              <a:pt x="15458" y="12348"/>
                            </a:cubicBezTo>
                            <a:cubicBezTo>
                              <a:pt x="23555" y="7586"/>
                              <a:pt x="32603" y="3776"/>
                              <a:pt x="37461" y="2347"/>
                            </a:cubicBezTo>
                            <a:cubicBezTo>
                              <a:pt x="47272" y="-415"/>
                              <a:pt x="52987" y="1585"/>
                              <a:pt x="60797" y="82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16" name="Graphique 1">
                      <a:extLst>
                        <a:ext uri="{FF2B5EF4-FFF2-40B4-BE49-F238E27FC236}">
                          <a16:creationId xmlns:a16="http://schemas.microsoft.com/office/drawing/2014/main" id="{38CA4829-D1F7-49A1-91B6-4552D0545F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2271" y="2649953"/>
                      <a:ext cx="194864" cy="107819"/>
                      <a:chOff x="452271" y="2649953"/>
                      <a:chExt cx="194864" cy="107819"/>
                    </a:xfrm>
                    <a:solidFill>
                      <a:schemeClr val="accent1"/>
                    </a:solidFill>
                  </p:grpSpPr>
                  <p:sp>
                    <p:nvSpPr>
                      <p:cNvPr id="11754" name="Forme libre : forme 11753">
                        <a:extLst>
                          <a:ext uri="{FF2B5EF4-FFF2-40B4-BE49-F238E27FC236}">
                            <a16:creationId xmlns:a16="http://schemas.microsoft.com/office/drawing/2014/main" id="{552F737D-272F-4E4F-8B5A-ADA4726F6E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271" y="2649953"/>
                        <a:ext cx="194864" cy="107819"/>
                      </a:xfrm>
                      <a:custGeom>
                        <a:avLst/>
                        <a:gdLst>
                          <a:gd name="connsiteX0" fmla="*/ 141426 w 194864"/>
                          <a:gd name="connsiteY0" fmla="*/ 74863 h 107819"/>
                          <a:gd name="connsiteX1" fmla="*/ 111136 w 194864"/>
                          <a:gd name="connsiteY1" fmla="*/ 87150 h 107819"/>
                          <a:gd name="connsiteX2" fmla="*/ 94182 w 194864"/>
                          <a:gd name="connsiteY2" fmla="*/ 93913 h 107819"/>
                          <a:gd name="connsiteX3" fmla="*/ 80275 w 194864"/>
                          <a:gd name="connsiteY3" fmla="*/ 99723 h 107819"/>
                          <a:gd name="connsiteX4" fmla="*/ 42937 w 194864"/>
                          <a:gd name="connsiteY4" fmla="*/ 107820 h 107819"/>
                          <a:gd name="connsiteX5" fmla="*/ 10362 w 194864"/>
                          <a:gd name="connsiteY5" fmla="*/ 102771 h 107819"/>
                          <a:gd name="connsiteX6" fmla="*/ 932 w 194864"/>
                          <a:gd name="connsiteY6" fmla="*/ 83436 h 107819"/>
                          <a:gd name="connsiteX7" fmla="*/ 18648 w 194864"/>
                          <a:gd name="connsiteY7" fmla="*/ 54384 h 107819"/>
                          <a:gd name="connsiteX8" fmla="*/ 32364 w 194864"/>
                          <a:gd name="connsiteY8" fmla="*/ 41621 h 107819"/>
                          <a:gd name="connsiteX9" fmla="*/ 50843 w 194864"/>
                          <a:gd name="connsiteY9" fmla="*/ 30381 h 107819"/>
                          <a:gd name="connsiteX10" fmla="*/ 64559 w 194864"/>
                          <a:gd name="connsiteY10" fmla="*/ 23619 h 107819"/>
                          <a:gd name="connsiteX11" fmla="*/ 81704 w 194864"/>
                          <a:gd name="connsiteY11" fmla="*/ 16475 h 107819"/>
                          <a:gd name="connsiteX12" fmla="*/ 99039 w 194864"/>
                          <a:gd name="connsiteY12" fmla="*/ 9617 h 107819"/>
                          <a:gd name="connsiteX13" fmla="*/ 113994 w 194864"/>
                          <a:gd name="connsiteY13" fmla="*/ 4854 h 107819"/>
                          <a:gd name="connsiteX14" fmla="*/ 135520 w 194864"/>
                          <a:gd name="connsiteY14" fmla="*/ 187 h 107819"/>
                          <a:gd name="connsiteX15" fmla="*/ 154189 w 194864"/>
                          <a:gd name="connsiteY15" fmla="*/ 854 h 107819"/>
                          <a:gd name="connsiteX16" fmla="*/ 186098 w 194864"/>
                          <a:gd name="connsiteY16" fmla="*/ 11712 h 107819"/>
                          <a:gd name="connsiteX17" fmla="*/ 193337 w 194864"/>
                          <a:gd name="connsiteY17" fmla="*/ 31524 h 107819"/>
                          <a:gd name="connsiteX18" fmla="*/ 184479 w 194864"/>
                          <a:gd name="connsiteY18" fmla="*/ 44288 h 107819"/>
                          <a:gd name="connsiteX19" fmla="*/ 173430 w 194864"/>
                          <a:gd name="connsiteY19" fmla="*/ 56004 h 107819"/>
                          <a:gd name="connsiteX20" fmla="*/ 141426 w 194864"/>
                          <a:gd name="connsiteY20" fmla="*/ 74863 h 1078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94864" h="107819">
                            <a:moveTo>
                              <a:pt x="141426" y="74863"/>
                            </a:moveTo>
                            <a:cubicBezTo>
                              <a:pt x="134282" y="77911"/>
                              <a:pt x="122661" y="82102"/>
                              <a:pt x="111136" y="87150"/>
                            </a:cubicBezTo>
                            <a:cubicBezTo>
                              <a:pt x="105326" y="89436"/>
                              <a:pt x="99516" y="91818"/>
                              <a:pt x="94182" y="93913"/>
                            </a:cubicBezTo>
                            <a:cubicBezTo>
                              <a:pt x="88943" y="96199"/>
                              <a:pt x="84085" y="98295"/>
                              <a:pt x="80275" y="99723"/>
                            </a:cubicBezTo>
                            <a:cubicBezTo>
                              <a:pt x="65892" y="105057"/>
                              <a:pt x="53986" y="107629"/>
                              <a:pt x="42937" y="107820"/>
                            </a:cubicBezTo>
                            <a:cubicBezTo>
                              <a:pt x="31793" y="107820"/>
                              <a:pt x="21411" y="105724"/>
                              <a:pt x="10362" y="102771"/>
                            </a:cubicBezTo>
                            <a:cubicBezTo>
                              <a:pt x="2646" y="100676"/>
                              <a:pt x="-2116" y="90770"/>
                              <a:pt x="932" y="83436"/>
                            </a:cubicBezTo>
                            <a:cubicBezTo>
                              <a:pt x="5218" y="72577"/>
                              <a:pt x="10743" y="63147"/>
                              <a:pt x="18648" y="54384"/>
                            </a:cubicBezTo>
                            <a:cubicBezTo>
                              <a:pt x="22554" y="50003"/>
                              <a:pt x="27126" y="45717"/>
                              <a:pt x="32364" y="41621"/>
                            </a:cubicBezTo>
                            <a:cubicBezTo>
                              <a:pt x="37698" y="37716"/>
                              <a:pt x="43794" y="34001"/>
                              <a:pt x="50843" y="30381"/>
                            </a:cubicBezTo>
                            <a:cubicBezTo>
                              <a:pt x="54558" y="28476"/>
                              <a:pt x="59225" y="26095"/>
                              <a:pt x="64559" y="23619"/>
                            </a:cubicBezTo>
                            <a:cubicBezTo>
                              <a:pt x="69988" y="21428"/>
                              <a:pt x="75798" y="18951"/>
                              <a:pt x="81704" y="16475"/>
                            </a:cubicBezTo>
                            <a:cubicBezTo>
                              <a:pt x="87609" y="14094"/>
                              <a:pt x="93610" y="11808"/>
                              <a:pt x="99039" y="9617"/>
                            </a:cubicBezTo>
                            <a:cubicBezTo>
                              <a:pt x="104659" y="7807"/>
                              <a:pt x="109803" y="6188"/>
                              <a:pt x="113994" y="4854"/>
                            </a:cubicBezTo>
                            <a:cubicBezTo>
                              <a:pt x="121804" y="2473"/>
                              <a:pt x="128948" y="949"/>
                              <a:pt x="135520" y="187"/>
                            </a:cubicBezTo>
                            <a:cubicBezTo>
                              <a:pt x="142283" y="-194"/>
                              <a:pt x="148379" y="-3"/>
                              <a:pt x="154189" y="854"/>
                            </a:cubicBezTo>
                            <a:cubicBezTo>
                              <a:pt x="165714" y="2568"/>
                              <a:pt x="175620" y="6093"/>
                              <a:pt x="186098" y="11712"/>
                            </a:cubicBezTo>
                            <a:cubicBezTo>
                              <a:pt x="193242" y="15427"/>
                              <a:pt x="197242" y="25238"/>
                              <a:pt x="193337" y="31524"/>
                            </a:cubicBezTo>
                            <a:cubicBezTo>
                              <a:pt x="190575" y="36096"/>
                              <a:pt x="187622" y="40383"/>
                              <a:pt x="184479" y="44288"/>
                            </a:cubicBezTo>
                            <a:cubicBezTo>
                              <a:pt x="181240" y="48479"/>
                              <a:pt x="177621" y="52384"/>
                              <a:pt x="173430" y="56004"/>
                            </a:cubicBezTo>
                            <a:cubicBezTo>
                              <a:pt x="164952" y="63052"/>
                              <a:pt x="154761" y="68767"/>
                              <a:pt x="141426" y="7486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55" name="Forme libre : forme 11754">
                        <a:extLst>
                          <a:ext uri="{FF2B5EF4-FFF2-40B4-BE49-F238E27FC236}">
                            <a16:creationId xmlns:a16="http://schemas.microsoft.com/office/drawing/2014/main" id="{202AA0D3-2B0D-4A84-92C5-80A1B4CAC1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822" y="2680906"/>
                        <a:ext cx="190690" cy="76598"/>
                      </a:xfrm>
                      <a:custGeom>
                        <a:avLst/>
                        <a:gdLst>
                          <a:gd name="connsiteX0" fmla="*/ 76105 w 190690"/>
                          <a:gd name="connsiteY0" fmla="*/ 39719 h 76598"/>
                          <a:gd name="connsiteX1" fmla="*/ 0 w 190690"/>
                          <a:gd name="connsiteY1" fmla="*/ 65722 h 76598"/>
                          <a:gd name="connsiteX2" fmla="*/ 7620 w 190690"/>
                          <a:gd name="connsiteY2" fmla="*/ 71533 h 76598"/>
                          <a:gd name="connsiteX3" fmla="*/ 18860 w 190690"/>
                          <a:gd name="connsiteY3" fmla="*/ 74295 h 76598"/>
                          <a:gd name="connsiteX4" fmla="*/ 52197 w 190690"/>
                          <a:gd name="connsiteY4" fmla="*/ 75629 h 76598"/>
                          <a:gd name="connsiteX5" fmla="*/ 77629 w 190690"/>
                          <a:gd name="connsiteY5" fmla="*/ 68580 h 76598"/>
                          <a:gd name="connsiteX6" fmla="*/ 87535 w 190690"/>
                          <a:gd name="connsiteY6" fmla="*/ 64484 h 76598"/>
                          <a:gd name="connsiteX7" fmla="*/ 111633 w 190690"/>
                          <a:gd name="connsiteY7" fmla="*/ 54674 h 76598"/>
                          <a:gd name="connsiteX8" fmla="*/ 134303 w 190690"/>
                          <a:gd name="connsiteY8" fmla="*/ 45625 h 76598"/>
                          <a:gd name="connsiteX9" fmla="*/ 138779 w 190690"/>
                          <a:gd name="connsiteY9" fmla="*/ 43815 h 76598"/>
                          <a:gd name="connsiteX10" fmla="*/ 151829 w 190690"/>
                          <a:gd name="connsiteY10" fmla="*/ 37338 h 76598"/>
                          <a:gd name="connsiteX11" fmla="*/ 162878 w 190690"/>
                          <a:gd name="connsiteY11" fmla="*/ 30766 h 76598"/>
                          <a:gd name="connsiteX12" fmla="*/ 184976 w 190690"/>
                          <a:gd name="connsiteY12" fmla="*/ 8668 h 76598"/>
                          <a:gd name="connsiteX13" fmla="*/ 190500 w 190690"/>
                          <a:gd name="connsiteY13" fmla="*/ 381 h 76598"/>
                          <a:gd name="connsiteX14" fmla="*/ 190691 w 190690"/>
                          <a:gd name="connsiteY14" fmla="*/ 0 h 76598"/>
                          <a:gd name="connsiteX15" fmla="*/ 76105 w 190690"/>
                          <a:gd name="connsiteY15" fmla="*/ 39719 h 765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90690" h="76598">
                            <a:moveTo>
                              <a:pt x="76105" y="39719"/>
                            </a:moveTo>
                            <a:cubicBezTo>
                              <a:pt x="51435" y="52578"/>
                              <a:pt x="24384" y="64770"/>
                              <a:pt x="0" y="65722"/>
                            </a:cubicBezTo>
                            <a:cubicBezTo>
                              <a:pt x="1810" y="68485"/>
                              <a:pt x="4477" y="70676"/>
                              <a:pt x="7620" y="71533"/>
                            </a:cubicBezTo>
                            <a:cubicBezTo>
                              <a:pt x="11430" y="72580"/>
                              <a:pt x="15145" y="73533"/>
                              <a:pt x="18860" y="74295"/>
                            </a:cubicBezTo>
                            <a:cubicBezTo>
                              <a:pt x="29528" y="76391"/>
                              <a:pt x="40291" y="77534"/>
                              <a:pt x="52197" y="75629"/>
                            </a:cubicBezTo>
                            <a:cubicBezTo>
                              <a:pt x="59817" y="74200"/>
                              <a:pt x="68199" y="72295"/>
                              <a:pt x="77629" y="68580"/>
                            </a:cubicBezTo>
                            <a:cubicBezTo>
                              <a:pt x="80486" y="67437"/>
                              <a:pt x="83820" y="66008"/>
                              <a:pt x="87535" y="64484"/>
                            </a:cubicBezTo>
                            <a:cubicBezTo>
                              <a:pt x="94774" y="61341"/>
                              <a:pt x="103346" y="58198"/>
                              <a:pt x="111633" y="54674"/>
                            </a:cubicBezTo>
                            <a:cubicBezTo>
                              <a:pt x="119920" y="51054"/>
                              <a:pt x="128016" y="48006"/>
                              <a:pt x="134303" y="45625"/>
                            </a:cubicBezTo>
                            <a:cubicBezTo>
                              <a:pt x="135922" y="44958"/>
                              <a:pt x="137446" y="44291"/>
                              <a:pt x="138779" y="43815"/>
                            </a:cubicBezTo>
                            <a:cubicBezTo>
                              <a:pt x="143542" y="41815"/>
                              <a:pt x="147828" y="39624"/>
                              <a:pt x="151829" y="37338"/>
                            </a:cubicBezTo>
                            <a:cubicBezTo>
                              <a:pt x="155829" y="35147"/>
                              <a:pt x="159544" y="33147"/>
                              <a:pt x="162878" y="30766"/>
                            </a:cubicBezTo>
                            <a:cubicBezTo>
                              <a:pt x="172022" y="24479"/>
                              <a:pt x="179070" y="16478"/>
                              <a:pt x="184976" y="8668"/>
                            </a:cubicBezTo>
                            <a:cubicBezTo>
                              <a:pt x="186881" y="6001"/>
                              <a:pt x="188690" y="3238"/>
                              <a:pt x="190500" y="381"/>
                            </a:cubicBezTo>
                            <a:lnTo>
                              <a:pt x="190691" y="0"/>
                            </a:lnTo>
                            <a:cubicBezTo>
                              <a:pt x="151733" y="8572"/>
                              <a:pt x="111443" y="21622"/>
                              <a:pt x="76105" y="3971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56" name="Forme libre : forme 11755">
                        <a:extLst>
                          <a:ext uri="{FF2B5EF4-FFF2-40B4-BE49-F238E27FC236}">
                            <a16:creationId xmlns:a16="http://schemas.microsoft.com/office/drawing/2014/main" id="{5D453C04-0BAD-407B-BA0A-2C09CEDF22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513" y="2677976"/>
                        <a:ext cx="90033" cy="41166"/>
                      </a:xfrm>
                      <a:custGeom>
                        <a:avLst/>
                        <a:gdLst>
                          <a:gd name="connsiteX0" fmla="*/ 89852 w 90033"/>
                          <a:gd name="connsiteY0" fmla="*/ 4264 h 41166"/>
                          <a:gd name="connsiteX1" fmla="*/ 47466 w 90033"/>
                          <a:gd name="connsiteY1" fmla="*/ 31886 h 41166"/>
                          <a:gd name="connsiteX2" fmla="*/ 21463 w 90033"/>
                          <a:gd name="connsiteY2" fmla="*/ 39792 h 41166"/>
                          <a:gd name="connsiteX3" fmla="*/ 508 w 90033"/>
                          <a:gd name="connsiteY3" fmla="*/ 37316 h 41166"/>
                          <a:gd name="connsiteX4" fmla="*/ 13176 w 90033"/>
                          <a:gd name="connsiteY4" fmla="*/ 20647 h 41166"/>
                          <a:gd name="connsiteX5" fmla="*/ 38322 w 90033"/>
                          <a:gd name="connsiteY5" fmla="*/ 8836 h 41166"/>
                          <a:gd name="connsiteX6" fmla="*/ 89852 w 90033"/>
                          <a:gd name="connsiteY6" fmla="*/ 4264 h 411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0033" h="41166">
                            <a:moveTo>
                              <a:pt x="89852" y="4264"/>
                            </a:moveTo>
                            <a:cubicBezTo>
                              <a:pt x="92805" y="13312"/>
                              <a:pt x="58896" y="27314"/>
                              <a:pt x="47466" y="31886"/>
                            </a:cubicBezTo>
                            <a:cubicBezTo>
                              <a:pt x="41751" y="34268"/>
                              <a:pt x="31274" y="37982"/>
                              <a:pt x="21463" y="39792"/>
                            </a:cubicBezTo>
                            <a:cubicBezTo>
                              <a:pt x="11748" y="41602"/>
                              <a:pt x="2984" y="42364"/>
                              <a:pt x="508" y="37316"/>
                            </a:cubicBezTo>
                            <a:cubicBezTo>
                              <a:pt x="-1873" y="32458"/>
                              <a:pt x="4413" y="25981"/>
                              <a:pt x="13176" y="20647"/>
                            </a:cubicBezTo>
                            <a:cubicBezTo>
                              <a:pt x="21939" y="15408"/>
                              <a:pt x="32702" y="10931"/>
                              <a:pt x="38322" y="8836"/>
                            </a:cubicBezTo>
                            <a:cubicBezTo>
                              <a:pt x="49562" y="4835"/>
                              <a:pt x="86519" y="-5928"/>
                              <a:pt x="89852" y="426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57" name="Forme libre : forme 11756">
                        <a:extLst>
                          <a:ext uri="{FF2B5EF4-FFF2-40B4-BE49-F238E27FC236}">
                            <a16:creationId xmlns:a16="http://schemas.microsoft.com/office/drawing/2014/main" id="{31262D64-F368-4389-9E92-C13817D490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663" y="2697956"/>
                        <a:ext cx="67080" cy="20913"/>
                      </a:xfrm>
                      <a:custGeom>
                        <a:avLst/>
                        <a:gdLst>
                          <a:gd name="connsiteX0" fmla="*/ 15741 w 67080"/>
                          <a:gd name="connsiteY0" fmla="*/ 0 h 20913"/>
                          <a:gd name="connsiteX1" fmla="*/ 977 w 67080"/>
                          <a:gd name="connsiteY1" fmla="*/ 17526 h 20913"/>
                          <a:gd name="connsiteX2" fmla="*/ 22408 w 67080"/>
                          <a:gd name="connsiteY2" fmla="*/ 19717 h 20913"/>
                          <a:gd name="connsiteX3" fmla="*/ 48888 w 67080"/>
                          <a:gd name="connsiteY3" fmla="*/ 11716 h 20913"/>
                          <a:gd name="connsiteX4" fmla="*/ 67081 w 67080"/>
                          <a:gd name="connsiteY4" fmla="*/ 3429 h 20913"/>
                          <a:gd name="connsiteX5" fmla="*/ 56794 w 67080"/>
                          <a:gd name="connsiteY5" fmla="*/ 6287 h 20913"/>
                          <a:gd name="connsiteX6" fmla="*/ 15741 w 67080"/>
                          <a:gd name="connsiteY6" fmla="*/ 0 h 209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080" h="20913">
                            <a:moveTo>
                              <a:pt x="15741" y="0"/>
                            </a:moveTo>
                            <a:cubicBezTo>
                              <a:pt x="10693" y="3810"/>
                              <a:pt x="-3881" y="12287"/>
                              <a:pt x="977" y="17526"/>
                            </a:cubicBezTo>
                            <a:cubicBezTo>
                              <a:pt x="4978" y="21907"/>
                              <a:pt x="13169" y="21336"/>
                              <a:pt x="22408" y="19717"/>
                            </a:cubicBezTo>
                            <a:cubicBezTo>
                              <a:pt x="31648" y="18097"/>
                              <a:pt x="41649" y="14669"/>
                              <a:pt x="48888" y="11716"/>
                            </a:cubicBezTo>
                            <a:cubicBezTo>
                              <a:pt x="53079" y="10001"/>
                              <a:pt x="62509" y="6096"/>
                              <a:pt x="67081" y="3429"/>
                            </a:cubicBezTo>
                            <a:cubicBezTo>
                              <a:pt x="64223" y="4286"/>
                              <a:pt x="59556" y="6001"/>
                              <a:pt x="56794" y="6287"/>
                            </a:cubicBezTo>
                            <a:cubicBezTo>
                              <a:pt x="40696" y="8382"/>
                              <a:pt x="21456" y="10954"/>
                              <a:pt x="15741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58" name="Forme libre : forme 11757">
                        <a:extLst>
                          <a:ext uri="{FF2B5EF4-FFF2-40B4-BE49-F238E27FC236}">
                            <a16:creationId xmlns:a16="http://schemas.microsoft.com/office/drawing/2014/main" id="{90D0921B-7BCC-43B9-9E04-027C3BC02E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037" y="2678545"/>
                        <a:ext cx="90043" cy="41257"/>
                      </a:xfrm>
                      <a:custGeom>
                        <a:avLst/>
                        <a:gdLst>
                          <a:gd name="connsiteX0" fmla="*/ 90044 w 90043"/>
                          <a:gd name="connsiteY0" fmla="*/ 4742 h 41257"/>
                          <a:gd name="connsiteX1" fmla="*/ 73089 w 90043"/>
                          <a:gd name="connsiteY1" fmla="*/ 20363 h 41257"/>
                          <a:gd name="connsiteX2" fmla="*/ 47181 w 90043"/>
                          <a:gd name="connsiteY2" fmla="*/ 32460 h 41257"/>
                          <a:gd name="connsiteX3" fmla="*/ 699 w 90043"/>
                          <a:gd name="connsiteY3" fmla="*/ 37127 h 41257"/>
                          <a:gd name="connsiteX4" fmla="*/ 38323 w 90043"/>
                          <a:gd name="connsiteY4" fmla="*/ 9124 h 41257"/>
                          <a:gd name="connsiteX5" fmla="*/ 68041 w 90043"/>
                          <a:gd name="connsiteY5" fmla="*/ 1028 h 41257"/>
                          <a:gd name="connsiteX6" fmla="*/ 90044 w 90043"/>
                          <a:gd name="connsiteY6" fmla="*/ 4742 h 41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0043" h="41257">
                            <a:moveTo>
                              <a:pt x="90044" y="4742"/>
                            </a:moveTo>
                            <a:cubicBezTo>
                              <a:pt x="90044" y="10172"/>
                              <a:pt x="82138" y="15220"/>
                              <a:pt x="73089" y="20363"/>
                            </a:cubicBezTo>
                            <a:cubicBezTo>
                              <a:pt x="63945" y="25602"/>
                              <a:pt x="53372" y="30079"/>
                              <a:pt x="47181" y="32460"/>
                            </a:cubicBezTo>
                            <a:cubicBezTo>
                              <a:pt x="34989" y="37794"/>
                              <a:pt x="6319" y="46462"/>
                              <a:pt x="699" y="37127"/>
                            </a:cubicBezTo>
                            <a:cubicBezTo>
                              <a:pt x="-5206" y="27031"/>
                              <a:pt x="27941" y="13029"/>
                              <a:pt x="38323" y="9124"/>
                            </a:cubicBezTo>
                            <a:cubicBezTo>
                              <a:pt x="43562" y="7314"/>
                              <a:pt x="56516" y="3313"/>
                              <a:pt x="68041" y="1028"/>
                            </a:cubicBezTo>
                            <a:cubicBezTo>
                              <a:pt x="79661" y="-878"/>
                              <a:pt x="90044" y="-401"/>
                              <a:pt x="90044" y="474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59" name="Forme libre : forme 11758">
                        <a:extLst>
                          <a:ext uri="{FF2B5EF4-FFF2-40B4-BE49-F238E27FC236}">
                            <a16:creationId xmlns:a16="http://schemas.microsoft.com/office/drawing/2014/main" id="{2F3B5C94-A264-442A-A390-174FFA9688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054" y="2699274"/>
                        <a:ext cx="116841" cy="42061"/>
                      </a:xfrm>
                      <a:custGeom>
                        <a:avLst/>
                        <a:gdLst>
                          <a:gd name="connsiteX0" fmla="*/ 3438 w 116841"/>
                          <a:gd name="connsiteY0" fmla="*/ 35925 h 42061"/>
                          <a:gd name="connsiteX1" fmla="*/ 19630 w 116841"/>
                          <a:gd name="connsiteY1" fmla="*/ 41449 h 42061"/>
                          <a:gd name="connsiteX2" fmla="*/ 64969 w 116841"/>
                          <a:gd name="connsiteY2" fmla="*/ 38306 h 42061"/>
                          <a:gd name="connsiteX3" fmla="*/ 86686 w 116841"/>
                          <a:gd name="connsiteY3" fmla="*/ 30591 h 42061"/>
                          <a:gd name="connsiteX4" fmla="*/ 105260 w 116841"/>
                          <a:gd name="connsiteY4" fmla="*/ 19827 h 42061"/>
                          <a:gd name="connsiteX5" fmla="*/ 115547 w 116841"/>
                          <a:gd name="connsiteY5" fmla="*/ 1634 h 42061"/>
                          <a:gd name="connsiteX6" fmla="*/ 99926 w 116841"/>
                          <a:gd name="connsiteY6" fmla="*/ 968 h 42061"/>
                          <a:gd name="connsiteX7" fmla="*/ 57159 w 116841"/>
                          <a:gd name="connsiteY7" fmla="*/ 2587 h 42061"/>
                          <a:gd name="connsiteX8" fmla="*/ 14201 w 116841"/>
                          <a:gd name="connsiteY8" fmla="*/ 7731 h 42061"/>
                          <a:gd name="connsiteX9" fmla="*/ 3438 w 116841"/>
                          <a:gd name="connsiteY9" fmla="*/ 35925 h 420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16841" h="42061">
                            <a:moveTo>
                              <a:pt x="3438" y="35925"/>
                            </a:moveTo>
                            <a:cubicBezTo>
                              <a:pt x="8581" y="40401"/>
                              <a:pt x="11534" y="41068"/>
                              <a:pt x="19630" y="41449"/>
                            </a:cubicBezTo>
                            <a:cubicBezTo>
                              <a:pt x="34870" y="41925"/>
                              <a:pt x="47634" y="43544"/>
                              <a:pt x="64969" y="38306"/>
                            </a:cubicBezTo>
                            <a:cubicBezTo>
                              <a:pt x="72303" y="36306"/>
                              <a:pt x="79733" y="33829"/>
                              <a:pt x="86686" y="30591"/>
                            </a:cubicBezTo>
                            <a:cubicBezTo>
                              <a:pt x="93544" y="27257"/>
                              <a:pt x="99926" y="23447"/>
                              <a:pt x="105260" y="19827"/>
                            </a:cubicBezTo>
                            <a:cubicBezTo>
                              <a:pt x="113071" y="14208"/>
                              <a:pt x="119738" y="6587"/>
                              <a:pt x="115547" y="1634"/>
                            </a:cubicBezTo>
                            <a:cubicBezTo>
                              <a:pt x="112975" y="-1414"/>
                              <a:pt x="105927" y="682"/>
                              <a:pt x="99926" y="968"/>
                            </a:cubicBezTo>
                            <a:cubicBezTo>
                              <a:pt x="85543" y="1349"/>
                              <a:pt x="72399" y="4111"/>
                              <a:pt x="57159" y="2587"/>
                            </a:cubicBezTo>
                            <a:cubicBezTo>
                              <a:pt x="44395" y="1634"/>
                              <a:pt x="29346" y="-1033"/>
                              <a:pt x="14201" y="7731"/>
                            </a:cubicBezTo>
                            <a:cubicBezTo>
                              <a:pt x="676" y="16208"/>
                              <a:pt x="-3801" y="29733"/>
                              <a:pt x="3438" y="3592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60" name="Forme libre : forme 11759">
                        <a:extLst>
                          <a:ext uri="{FF2B5EF4-FFF2-40B4-BE49-F238E27FC236}">
                            <a16:creationId xmlns:a16="http://schemas.microsoft.com/office/drawing/2014/main" id="{07B76E13-A970-4DFA-B3AE-924E2AE721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5304" y="2691305"/>
                        <a:ext cx="33446" cy="24628"/>
                      </a:xfrm>
                      <a:custGeom>
                        <a:avLst/>
                        <a:gdLst>
                          <a:gd name="connsiteX0" fmla="*/ 2286 w 33446"/>
                          <a:gd name="connsiteY0" fmla="*/ 19604 h 24628"/>
                          <a:gd name="connsiteX1" fmla="*/ 0 w 33446"/>
                          <a:gd name="connsiteY1" fmla="*/ 23415 h 24628"/>
                          <a:gd name="connsiteX2" fmla="*/ 3715 w 33446"/>
                          <a:gd name="connsiteY2" fmla="*/ 24367 h 24628"/>
                          <a:gd name="connsiteX3" fmla="*/ 10287 w 33446"/>
                          <a:gd name="connsiteY3" fmla="*/ 21510 h 24628"/>
                          <a:gd name="connsiteX4" fmla="*/ 25337 w 33446"/>
                          <a:gd name="connsiteY4" fmla="*/ 12270 h 24628"/>
                          <a:gd name="connsiteX5" fmla="*/ 30385 w 33446"/>
                          <a:gd name="connsiteY5" fmla="*/ 8270 h 24628"/>
                          <a:gd name="connsiteX6" fmla="*/ 23527 w 33446"/>
                          <a:gd name="connsiteY6" fmla="*/ 2174 h 24628"/>
                          <a:gd name="connsiteX7" fmla="*/ 2286 w 33446"/>
                          <a:gd name="connsiteY7" fmla="*/ 19604 h 246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3446" h="24628">
                            <a:moveTo>
                              <a:pt x="2286" y="19604"/>
                            </a:moveTo>
                            <a:cubicBezTo>
                              <a:pt x="953" y="21033"/>
                              <a:pt x="0" y="22081"/>
                              <a:pt x="0" y="23415"/>
                            </a:cubicBezTo>
                            <a:cubicBezTo>
                              <a:pt x="0" y="24748"/>
                              <a:pt x="1715" y="24843"/>
                              <a:pt x="3715" y="24367"/>
                            </a:cubicBezTo>
                            <a:cubicBezTo>
                              <a:pt x="5715" y="23891"/>
                              <a:pt x="8287" y="22557"/>
                              <a:pt x="10287" y="21510"/>
                            </a:cubicBezTo>
                            <a:cubicBezTo>
                              <a:pt x="15431" y="18652"/>
                              <a:pt x="20765" y="15509"/>
                              <a:pt x="25337" y="12270"/>
                            </a:cubicBezTo>
                            <a:cubicBezTo>
                              <a:pt x="27242" y="10937"/>
                              <a:pt x="29051" y="9699"/>
                              <a:pt x="30385" y="8270"/>
                            </a:cubicBezTo>
                            <a:cubicBezTo>
                              <a:pt x="36100" y="2269"/>
                              <a:pt x="33814" y="-3160"/>
                              <a:pt x="23527" y="2174"/>
                            </a:cubicBezTo>
                            <a:cubicBezTo>
                              <a:pt x="15716" y="6174"/>
                              <a:pt x="7620" y="13604"/>
                              <a:pt x="2286" y="1960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61" name="Forme libre : forme 11760">
                        <a:extLst>
                          <a:ext uri="{FF2B5EF4-FFF2-40B4-BE49-F238E27FC236}">
                            <a16:creationId xmlns:a16="http://schemas.microsoft.com/office/drawing/2014/main" id="{4D863D85-1198-4F1A-9F88-3A279F98E2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5126" y="2679096"/>
                        <a:ext cx="47053" cy="43338"/>
                      </a:xfrm>
                      <a:custGeom>
                        <a:avLst/>
                        <a:gdLst>
                          <a:gd name="connsiteX0" fmla="*/ 47054 w 47053"/>
                          <a:gd name="connsiteY0" fmla="*/ 0 h 43338"/>
                          <a:gd name="connsiteX1" fmla="*/ 39815 w 47053"/>
                          <a:gd name="connsiteY1" fmla="*/ 11525 h 43338"/>
                          <a:gd name="connsiteX2" fmla="*/ 27527 w 47053"/>
                          <a:gd name="connsiteY2" fmla="*/ 23241 h 43338"/>
                          <a:gd name="connsiteX3" fmla="*/ 13240 w 47053"/>
                          <a:gd name="connsiteY3" fmla="*/ 33814 h 43338"/>
                          <a:gd name="connsiteX4" fmla="*/ 0 w 47053"/>
                          <a:gd name="connsiteY4" fmla="*/ 43339 h 43338"/>
                          <a:gd name="connsiteX5" fmla="*/ 12859 w 47053"/>
                          <a:gd name="connsiteY5" fmla="*/ 33242 h 43338"/>
                          <a:gd name="connsiteX6" fmla="*/ 25336 w 47053"/>
                          <a:gd name="connsiteY6" fmla="*/ 22384 h 43338"/>
                          <a:gd name="connsiteX7" fmla="*/ 47054 w 47053"/>
                          <a:gd name="connsiteY7" fmla="*/ 0 h 433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7053" h="43338">
                            <a:moveTo>
                              <a:pt x="47054" y="0"/>
                            </a:moveTo>
                            <a:cubicBezTo>
                              <a:pt x="45815" y="3905"/>
                              <a:pt x="43244" y="7715"/>
                              <a:pt x="39815" y="11525"/>
                            </a:cubicBezTo>
                            <a:cubicBezTo>
                              <a:pt x="36385" y="15526"/>
                              <a:pt x="32099" y="19526"/>
                              <a:pt x="27527" y="23241"/>
                            </a:cubicBezTo>
                            <a:cubicBezTo>
                              <a:pt x="22955" y="26956"/>
                              <a:pt x="18002" y="30575"/>
                              <a:pt x="13240" y="33814"/>
                            </a:cubicBezTo>
                            <a:cubicBezTo>
                              <a:pt x="8382" y="37338"/>
                              <a:pt x="3905" y="40577"/>
                              <a:pt x="0" y="43339"/>
                            </a:cubicBezTo>
                            <a:cubicBezTo>
                              <a:pt x="4286" y="40386"/>
                              <a:pt x="8573" y="36767"/>
                              <a:pt x="12859" y="33242"/>
                            </a:cubicBezTo>
                            <a:cubicBezTo>
                              <a:pt x="17145" y="29813"/>
                              <a:pt x="21336" y="26194"/>
                              <a:pt x="25336" y="22384"/>
                            </a:cubicBezTo>
                            <a:cubicBezTo>
                              <a:pt x="33528" y="14859"/>
                              <a:pt x="40862" y="6668"/>
                              <a:pt x="4705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62" name="Forme libre : forme 11761">
                        <a:extLst>
                          <a:ext uri="{FF2B5EF4-FFF2-40B4-BE49-F238E27FC236}">
                            <a16:creationId xmlns:a16="http://schemas.microsoft.com/office/drawing/2014/main" id="{FCD2D684-EB4E-4061-AC33-8C446785A7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108" y="2681287"/>
                        <a:ext cx="50958" cy="52863"/>
                      </a:xfrm>
                      <a:custGeom>
                        <a:avLst/>
                        <a:gdLst>
                          <a:gd name="connsiteX0" fmla="*/ 50959 w 50958"/>
                          <a:gd name="connsiteY0" fmla="*/ 0 h 52863"/>
                          <a:gd name="connsiteX1" fmla="*/ 19907 w 50958"/>
                          <a:gd name="connsiteY1" fmla="*/ 24194 h 52863"/>
                          <a:gd name="connsiteX2" fmla="*/ 0 w 50958"/>
                          <a:gd name="connsiteY2" fmla="*/ 52864 h 52863"/>
                          <a:gd name="connsiteX3" fmla="*/ 50959 w 50958"/>
                          <a:gd name="connsiteY3" fmla="*/ 0 h 528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0958" h="52863">
                            <a:moveTo>
                              <a:pt x="50959" y="0"/>
                            </a:moveTo>
                            <a:cubicBezTo>
                              <a:pt x="38671" y="6477"/>
                              <a:pt x="28194" y="14764"/>
                              <a:pt x="19907" y="24194"/>
                            </a:cubicBezTo>
                            <a:cubicBezTo>
                              <a:pt x="11525" y="33528"/>
                              <a:pt x="4858" y="43244"/>
                              <a:pt x="0" y="52864"/>
                            </a:cubicBezTo>
                            <a:cubicBezTo>
                              <a:pt x="8191" y="34766"/>
                              <a:pt x="31337" y="13811"/>
                              <a:pt x="509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63" name="Forme libre : forme 11762">
                        <a:extLst>
                          <a:ext uri="{FF2B5EF4-FFF2-40B4-BE49-F238E27FC236}">
                            <a16:creationId xmlns:a16="http://schemas.microsoft.com/office/drawing/2014/main" id="{EBD23453-00B7-470E-A428-A381BC3BF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2114" y="2683804"/>
                        <a:ext cx="34508" cy="12309"/>
                      </a:xfrm>
                      <a:custGeom>
                        <a:avLst/>
                        <a:gdLst>
                          <a:gd name="connsiteX0" fmla="*/ 34439 w 34508"/>
                          <a:gd name="connsiteY0" fmla="*/ 2151 h 12309"/>
                          <a:gd name="connsiteX1" fmla="*/ 15294 w 34508"/>
                          <a:gd name="connsiteY1" fmla="*/ 10437 h 12309"/>
                          <a:gd name="connsiteX2" fmla="*/ 54 w 34508"/>
                          <a:gd name="connsiteY2" fmla="*/ 9961 h 12309"/>
                          <a:gd name="connsiteX3" fmla="*/ 18056 w 34508"/>
                          <a:gd name="connsiteY3" fmla="*/ 1770 h 12309"/>
                          <a:gd name="connsiteX4" fmla="*/ 34439 w 34508"/>
                          <a:gd name="connsiteY4" fmla="*/ 2151 h 123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508" h="12309">
                            <a:moveTo>
                              <a:pt x="34439" y="2151"/>
                            </a:moveTo>
                            <a:cubicBezTo>
                              <a:pt x="33392" y="6247"/>
                              <a:pt x="19580" y="9485"/>
                              <a:pt x="15294" y="10437"/>
                            </a:cubicBezTo>
                            <a:cubicBezTo>
                              <a:pt x="11008" y="11295"/>
                              <a:pt x="-898" y="14438"/>
                              <a:pt x="54" y="9961"/>
                            </a:cubicBezTo>
                            <a:cubicBezTo>
                              <a:pt x="1102" y="5484"/>
                              <a:pt x="13960" y="2436"/>
                              <a:pt x="18056" y="1770"/>
                            </a:cubicBezTo>
                            <a:cubicBezTo>
                              <a:pt x="22152" y="912"/>
                              <a:pt x="35582" y="-1945"/>
                              <a:pt x="34439" y="215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64" name="Forme libre : forme 11763">
                        <a:extLst>
                          <a:ext uri="{FF2B5EF4-FFF2-40B4-BE49-F238E27FC236}">
                            <a16:creationId xmlns:a16="http://schemas.microsoft.com/office/drawing/2014/main" id="{07729E0A-21D6-450A-89BC-7831487457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1950" y="2682629"/>
                        <a:ext cx="9676" cy="4531"/>
                      </a:xfrm>
                      <a:custGeom>
                        <a:avLst/>
                        <a:gdLst>
                          <a:gd name="connsiteX0" fmla="*/ 9556 w 9676"/>
                          <a:gd name="connsiteY0" fmla="*/ 564 h 4531"/>
                          <a:gd name="connsiteX1" fmla="*/ 5746 w 9676"/>
                          <a:gd name="connsiteY1" fmla="*/ 3707 h 4531"/>
                          <a:gd name="connsiteX2" fmla="*/ 127 w 9676"/>
                          <a:gd name="connsiteY2" fmla="*/ 3897 h 4531"/>
                          <a:gd name="connsiteX3" fmla="*/ 3841 w 9676"/>
                          <a:gd name="connsiteY3" fmla="*/ 849 h 4531"/>
                          <a:gd name="connsiteX4" fmla="*/ 9556 w 9676"/>
                          <a:gd name="connsiteY4" fmla="*/ 564 h 4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676" h="4531">
                            <a:moveTo>
                              <a:pt x="9556" y="564"/>
                            </a:moveTo>
                            <a:cubicBezTo>
                              <a:pt x="10318" y="1802"/>
                              <a:pt x="7270" y="3135"/>
                              <a:pt x="5746" y="3707"/>
                            </a:cubicBezTo>
                            <a:cubicBezTo>
                              <a:pt x="4127" y="4278"/>
                              <a:pt x="889" y="5135"/>
                              <a:pt x="127" y="3897"/>
                            </a:cubicBezTo>
                            <a:cubicBezTo>
                              <a:pt x="-635" y="2659"/>
                              <a:pt x="2222" y="1421"/>
                              <a:pt x="3841" y="849"/>
                            </a:cubicBezTo>
                            <a:cubicBezTo>
                              <a:pt x="5365" y="278"/>
                              <a:pt x="8794" y="-580"/>
                              <a:pt x="9556" y="56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65" name="Forme libre : forme 11764">
                        <a:extLst>
                          <a:ext uri="{FF2B5EF4-FFF2-40B4-BE49-F238E27FC236}">
                            <a16:creationId xmlns:a16="http://schemas.microsoft.com/office/drawing/2014/main" id="{CA5BBE95-294E-4BF8-9971-F32FFAD99B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4231" y="2657665"/>
                        <a:ext cx="92596" cy="21236"/>
                      </a:xfrm>
                      <a:custGeom>
                        <a:avLst/>
                        <a:gdLst>
                          <a:gd name="connsiteX0" fmla="*/ 66992 w 92596"/>
                          <a:gd name="connsiteY0" fmla="*/ 4858 h 21236"/>
                          <a:gd name="connsiteX1" fmla="*/ 91662 w 92596"/>
                          <a:gd name="connsiteY1" fmla="*/ 13621 h 21236"/>
                          <a:gd name="connsiteX2" fmla="*/ 87090 w 92596"/>
                          <a:gd name="connsiteY2" fmla="*/ 20574 h 21236"/>
                          <a:gd name="connsiteX3" fmla="*/ 76136 w 92596"/>
                          <a:gd name="connsiteY3" fmla="*/ 20098 h 21236"/>
                          <a:gd name="connsiteX4" fmla="*/ 42322 w 92596"/>
                          <a:gd name="connsiteY4" fmla="*/ 16383 h 21236"/>
                          <a:gd name="connsiteX5" fmla="*/ 16986 w 92596"/>
                          <a:gd name="connsiteY5" fmla="*/ 19431 h 21236"/>
                          <a:gd name="connsiteX6" fmla="*/ 222 w 92596"/>
                          <a:gd name="connsiteY6" fmla="*/ 16002 h 21236"/>
                          <a:gd name="connsiteX7" fmla="*/ 43656 w 92596"/>
                          <a:gd name="connsiteY7" fmla="*/ 0 h 21236"/>
                          <a:gd name="connsiteX8" fmla="*/ 66992 w 92596"/>
                          <a:gd name="connsiteY8" fmla="*/ 4858 h 212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596" h="21236">
                            <a:moveTo>
                              <a:pt x="66992" y="4858"/>
                            </a:moveTo>
                            <a:cubicBezTo>
                              <a:pt x="77470" y="6953"/>
                              <a:pt x="84709" y="8001"/>
                              <a:pt x="91662" y="13621"/>
                            </a:cubicBezTo>
                            <a:cubicBezTo>
                              <a:pt x="94138" y="15716"/>
                              <a:pt x="91376" y="19336"/>
                              <a:pt x="87090" y="20574"/>
                            </a:cubicBezTo>
                            <a:cubicBezTo>
                              <a:pt x="82708" y="21908"/>
                              <a:pt x="79565" y="20955"/>
                              <a:pt x="76136" y="20098"/>
                            </a:cubicBezTo>
                            <a:cubicBezTo>
                              <a:pt x="65659" y="17621"/>
                              <a:pt x="54419" y="16002"/>
                              <a:pt x="42322" y="16383"/>
                            </a:cubicBezTo>
                            <a:cubicBezTo>
                              <a:pt x="38512" y="16383"/>
                              <a:pt x="27082" y="18479"/>
                              <a:pt x="16986" y="19431"/>
                            </a:cubicBezTo>
                            <a:cubicBezTo>
                              <a:pt x="6985" y="20479"/>
                              <a:pt x="-1493" y="20955"/>
                              <a:pt x="222" y="16002"/>
                            </a:cubicBezTo>
                            <a:cubicBezTo>
                              <a:pt x="3651" y="5715"/>
                              <a:pt x="33559" y="286"/>
                              <a:pt x="43656" y="0"/>
                            </a:cubicBezTo>
                            <a:cubicBezTo>
                              <a:pt x="54133" y="95"/>
                              <a:pt x="59182" y="3429"/>
                              <a:pt x="66992" y="485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17" name="Graphique 1">
                      <a:extLst>
                        <a:ext uri="{FF2B5EF4-FFF2-40B4-BE49-F238E27FC236}">
                          <a16:creationId xmlns:a16="http://schemas.microsoft.com/office/drawing/2014/main" id="{7987F6B4-6008-4E4E-BC37-C9403A1245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6179" y="2628084"/>
                      <a:ext cx="206015" cy="77205"/>
                      <a:chOff x="646179" y="2628084"/>
                      <a:chExt cx="206015" cy="77205"/>
                    </a:xfrm>
                    <a:solidFill>
                      <a:schemeClr val="accent1"/>
                    </a:solidFill>
                  </p:grpSpPr>
                  <p:sp>
                    <p:nvSpPr>
                      <p:cNvPr id="11742" name="Forme libre : forme 11741">
                        <a:extLst>
                          <a:ext uri="{FF2B5EF4-FFF2-40B4-BE49-F238E27FC236}">
                            <a16:creationId xmlns:a16="http://schemas.microsoft.com/office/drawing/2014/main" id="{31B584C5-B6A2-43CD-8A8B-8577CC2C2B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179" y="2628084"/>
                        <a:ext cx="206015" cy="77205"/>
                      </a:xfrm>
                      <a:custGeom>
                        <a:avLst/>
                        <a:gdLst>
                          <a:gd name="connsiteX0" fmla="*/ 136875 w 206015"/>
                          <a:gd name="connsiteY0" fmla="*/ 77206 h 77205"/>
                          <a:gd name="connsiteX1" fmla="*/ 70676 w 206015"/>
                          <a:gd name="connsiteY1" fmla="*/ 76254 h 77205"/>
                          <a:gd name="connsiteX2" fmla="*/ 5716 w 206015"/>
                          <a:gd name="connsiteY2" fmla="*/ 52822 h 77205"/>
                          <a:gd name="connsiteX3" fmla="*/ 3430 w 206015"/>
                          <a:gd name="connsiteY3" fmla="*/ 31391 h 77205"/>
                          <a:gd name="connsiteX4" fmla="*/ 70581 w 206015"/>
                          <a:gd name="connsiteY4" fmla="*/ 815 h 77205"/>
                          <a:gd name="connsiteX5" fmla="*/ 138494 w 206015"/>
                          <a:gd name="connsiteY5" fmla="*/ 1863 h 77205"/>
                          <a:gd name="connsiteX6" fmla="*/ 202121 w 206015"/>
                          <a:gd name="connsiteY6" fmla="*/ 35867 h 77205"/>
                          <a:gd name="connsiteX7" fmla="*/ 201550 w 206015"/>
                          <a:gd name="connsiteY7" fmla="*/ 56918 h 77205"/>
                          <a:gd name="connsiteX8" fmla="*/ 136875 w 206015"/>
                          <a:gd name="connsiteY8" fmla="*/ 77206 h 772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06015" h="77205">
                            <a:moveTo>
                              <a:pt x="136875" y="77206"/>
                            </a:moveTo>
                            <a:cubicBezTo>
                              <a:pt x="120968" y="77015"/>
                              <a:pt x="87154" y="76444"/>
                              <a:pt x="70676" y="76254"/>
                            </a:cubicBezTo>
                            <a:cubicBezTo>
                              <a:pt x="40101" y="75301"/>
                              <a:pt x="24194" y="66443"/>
                              <a:pt x="5716" y="52822"/>
                            </a:cubicBezTo>
                            <a:cubicBezTo>
                              <a:pt x="-666" y="48155"/>
                              <a:pt x="-2095" y="37296"/>
                              <a:pt x="3430" y="31391"/>
                            </a:cubicBezTo>
                            <a:cubicBezTo>
                              <a:pt x="19336" y="14341"/>
                              <a:pt x="39053" y="3292"/>
                              <a:pt x="70581" y="815"/>
                            </a:cubicBezTo>
                            <a:cubicBezTo>
                              <a:pt x="87440" y="-709"/>
                              <a:pt x="121254" y="54"/>
                              <a:pt x="138494" y="1863"/>
                            </a:cubicBezTo>
                            <a:cubicBezTo>
                              <a:pt x="170879" y="5292"/>
                              <a:pt x="187453" y="18246"/>
                              <a:pt x="202121" y="35867"/>
                            </a:cubicBezTo>
                            <a:cubicBezTo>
                              <a:pt x="207265" y="41868"/>
                              <a:pt x="207550" y="52632"/>
                              <a:pt x="201550" y="56918"/>
                            </a:cubicBezTo>
                            <a:cubicBezTo>
                              <a:pt x="184309" y="69872"/>
                              <a:pt x="166212" y="77111"/>
                              <a:pt x="136875" y="7720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43" name="Forme libre : forme 11742">
                        <a:extLst>
                          <a:ext uri="{FF2B5EF4-FFF2-40B4-BE49-F238E27FC236}">
                            <a16:creationId xmlns:a16="http://schemas.microsoft.com/office/drawing/2014/main" id="{FF784BC9-7DBD-4E39-95CE-F923B66D14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656" y="2672524"/>
                        <a:ext cx="201263" cy="32480"/>
                      </a:xfrm>
                      <a:custGeom>
                        <a:avLst/>
                        <a:gdLst>
                          <a:gd name="connsiteX0" fmla="*/ 80010 w 201263"/>
                          <a:gd name="connsiteY0" fmla="*/ 4477 h 32480"/>
                          <a:gd name="connsiteX1" fmla="*/ 0 w 201263"/>
                          <a:gd name="connsiteY1" fmla="*/ 0 h 32480"/>
                          <a:gd name="connsiteX2" fmla="*/ 5144 w 201263"/>
                          <a:gd name="connsiteY2" fmla="*/ 8096 h 32480"/>
                          <a:gd name="connsiteX3" fmla="*/ 14573 w 201263"/>
                          <a:gd name="connsiteY3" fmla="*/ 14573 h 32480"/>
                          <a:gd name="connsiteX4" fmla="*/ 44291 w 201263"/>
                          <a:gd name="connsiteY4" fmla="*/ 28099 h 32480"/>
                          <a:gd name="connsiteX5" fmla="*/ 70104 w 201263"/>
                          <a:gd name="connsiteY5" fmla="*/ 31433 h 32480"/>
                          <a:gd name="connsiteX6" fmla="*/ 80772 w 201263"/>
                          <a:gd name="connsiteY6" fmla="*/ 31623 h 32480"/>
                          <a:gd name="connsiteX7" fmla="*/ 131445 w 201263"/>
                          <a:gd name="connsiteY7" fmla="*/ 32385 h 32480"/>
                          <a:gd name="connsiteX8" fmla="*/ 136303 w 201263"/>
                          <a:gd name="connsiteY8" fmla="*/ 32480 h 32480"/>
                          <a:gd name="connsiteX9" fmla="*/ 163735 w 201263"/>
                          <a:gd name="connsiteY9" fmla="*/ 29718 h 32480"/>
                          <a:gd name="connsiteX10" fmla="*/ 192691 w 201263"/>
                          <a:gd name="connsiteY10" fmla="*/ 17907 h 32480"/>
                          <a:gd name="connsiteX11" fmla="*/ 200978 w 201263"/>
                          <a:gd name="connsiteY11" fmla="*/ 12192 h 32480"/>
                          <a:gd name="connsiteX12" fmla="*/ 201263 w 201263"/>
                          <a:gd name="connsiteY12" fmla="*/ 11906 h 32480"/>
                          <a:gd name="connsiteX13" fmla="*/ 80010 w 201263"/>
                          <a:gd name="connsiteY13" fmla="*/ 4477 h 324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1263" h="32480">
                            <a:moveTo>
                              <a:pt x="80010" y="4477"/>
                            </a:moveTo>
                            <a:cubicBezTo>
                              <a:pt x="52197" y="6382"/>
                              <a:pt x="23146" y="7620"/>
                              <a:pt x="0" y="0"/>
                            </a:cubicBezTo>
                            <a:cubicBezTo>
                              <a:pt x="857" y="3239"/>
                              <a:pt x="2572" y="6191"/>
                              <a:pt x="5144" y="8096"/>
                            </a:cubicBezTo>
                            <a:cubicBezTo>
                              <a:pt x="8382" y="10478"/>
                              <a:pt x="11430" y="12573"/>
                              <a:pt x="14573" y="14573"/>
                            </a:cubicBezTo>
                            <a:cubicBezTo>
                              <a:pt x="23622" y="20574"/>
                              <a:pt x="32861" y="25241"/>
                              <a:pt x="44291" y="28099"/>
                            </a:cubicBezTo>
                            <a:cubicBezTo>
                              <a:pt x="51721" y="30099"/>
                              <a:pt x="60103" y="30956"/>
                              <a:pt x="70104" y="31433"/>
                            </a:cubicBezTo>
                            <a:cubicBezTo>
                              <a:pt x="73152" y="31528"/>
                              <a:pt x="76772" y="31528"/>
                              <a:pt x="80772" y="31623"/>
                            </a:cubicBezTo>
                            <a:cubicBezTo>
                              <a:pt x="96488" y="31814"/>
                              <a:pt x="117729" y="32099"/>
                              <a:pt x="131445" y="32385"/>
                            </a:cubicBezTo>
                            <a:cubicBezTo>
                              <a:pt x="133160" y="32385"/>
                              <a:pt x="134874" y="32385"/>
                              <a:pt x="136303" y="32480"/>
                            </a:cubicBezTo>
                            <a:cubicBezTo>
                              <a:pt x="146780" y="32385"/>
                              <a:pt x="155639" y="31528"/>
                              <a:pt x="163735" y="29718"/>
                            </a:cubicBezTo>
                            <a:cubicBezTo>
                              <a:pt x="174689" y="27337"/>
                              <a:pt x="184023" y="22955"/>
                              <a:pt x="192691" y="17907"/>
                            </a:cubicBezTo>
                            <a:cubicBezTo>
                              <a:pt x="195548" y="16193"/>
                              <a:pt x="198311" y="14192"/>
                              <a:pt x="200978" y="12192"/>
                            </a:cubicBezTo>
                            <a:lnTo>
                              <a:pt x="201263" y="11906"/>
                            </a:lnTo>
                            <a:cubicBezTo>
                              <a:pt x="161830" y="4953"/>
                              <a:pt x="119634" y="1905"/>
                              <a:pt x="80010" y="447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44" name="Forme libre : forme 11743">
                        <a:extLst>
                          <a:ext uri="{FF2B5EF4-FFF2-40B4-BE49-F238E27FC236}">
                            <a16:creationId xmlns:a16="http://schemas.microsoft.com/office/drawing/2014/main" id="{2133B6EA-2310-4FD6-8F3A-6B52D7369E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795" y="2655773"/>
                        <a:ext cx="95273" cy="25132"/>
                      </a:xfrm>
                      <a:custGeom>
                        <a:avLst/>
                        <a:gdLst>
                          <a:gd name="connsiteX0" fmla="*/ 95262 w 95273"/>
                          <a:gd name="connsiteY0" fmla="*/ 15893 h 25132"/>
                          <a:gd name="connsiteX1" fmla="*/ 45351 w 95273"/>
                          <a:gd name="connsiteY1" fmla="*/ 25133 h 25132"/>
                          <a:gd name="connsiteX2" fmla="*/ 12 w 95273"/>
                          <a:gd name="connsiteY2" fmla="*/ 11607 h 25132"/>
                          <a:gd name="connsiteX3" fmla="*/ 45828 w 95273"/>
                          <a:gd name="connsiteY3" fmla="*/ 272 h 25132"/>
                          <a:gd name="connsiteX4" fmla="*/ 95262 w 95273"/>
                          <a:gd name="connsiteY4" fmla="*/ 15893 h 251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273" h="25132">
                            <a:moveTo>
                              <a:pt x="95262" y="15893"/>
                            </a:moveTo>
                            <a:cubicBezTo>
                              <a:pt x="94500" y="25799"/>
                              <a:pt x="57734" y="25037"/>
                              <a:pt x="45351" y="25133"/>
                            </a:cubicBezTo>
                            <a:cubicBezTo>
                              <a:pt x="32969" y="24656"/>
                              <a:pt x="774" y="22370"/>
                              <a:pt x="12" y="11607"/>
                            </a:cubicBezTo>
                            <a:cubicBezTo>
                              <a:pt x="-750" y="367"/>
                              <a:pt x="33921" y="-680"/>
                              <a:pt x="45828" y="272"/>
                            </a:cubicBezTo>
                            <a:cubicBezTo>
                              <a:pt x="57829" y="749"/>
                              <a:pt x="96024" y="5606"/>
                              <a:pt x="95262" y="1589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45" name="Forme libre : forme 11744">
                        <a:extLst>
                          <a:ext uri="{FF2B5EF4-FFF2-40B4-BE49-F238E27FC236}">
                            <a16:creationId xmlns:a16="http://schemas.microsoft.com/office/drawing/2014/main" id="{538D8CEE-67A1-47EB-89EB-A661D672B3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085" y="2657189"/>
                        <a:ext cx="66635" cy="23889"/>
                      </a:xfrm>
                      <a:custGeom>
                        <a:avLst/>
                        <a:gdLst>
                          <a:gd name="connsiteX0" fmla="*/ 20725 w 66635"/>
                          <a:gd name="connsiteY0" fmla="*/ 0 h 23889"/>
                          <a:gd name="connsiteX1" fmla="*/ 246 w 66635"/>
                          <a:gd name="connsiteY1" fmla="*/ 10287 h 23889"/>
                          <a:gd name="connsiteX2" fmla="*/ 46633 w 66635"/>
                          <a:gd name="connsiteY2" fmla="*/ 23813 h 23889"/>
                          <a:gd name="connsiteX3" fmla="*/ 66636 w 66635"/>
                          <a:gd name="connsiteY3" fmla="*/ 23051 h 23889"/>
                          <a:gd name="connsiteX4" fmla="*/ 55968 w 66635"/>
                          <a:gd name="connsiteY4" fmla="*/ 21812 h 23889"/>
                          <a:gd name="connsiteX5" fmla="*/ 20725 w 66635"/>
                          <a:gd name="connsiteY5" fmla="*/ 0 h 23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6635" h="23889">
                            <a:moveTo>
                              <a:pt x="20725" y="0"/>
                            </a:moveTo>
                            <a:cubicBezTo>
                              <a:pt x="14629" y="1810"/>
                              <a:pt x="-2230" y="3334"/>
                              <a:pt x="246" y="10287"/>
                            </a:cubicBezTo>
                            <a:cubicBezTo>
                              <a:pt x="4152" y="20955"/>
                              <a:pt x="31012" y="23146"/>
                              <a:pt x="46633" y="23813"/>
                            </a:cubicBezTo>
                            <a:cubicBezTo>
                              <a:pt x="51205" y="24098"/>
                              <a:pt x="61492" y="23527"/>
                              <a:pt x="66636" y="23051"/>
                            </a:cubicBezTo>
                            <a:cubicBezTo>
                              <a:pt x="63683" y="22670"/>
                              <a:pt x="58730" y="22479"/>
                              <a:pt x="55968" y="21812"/>
                            </a:cubicBezTo>
                            <a:cubicBezTo>
                              <a:pt x="40442" y="17431"/>
                              <a:pt x="21773" y="12002"/>
                              <a:pt x="20725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46" name="Forme libre : forme 11745">
                        <a:extLst>
                          <a:ext uri="{FF2B5EF4-FFF2-40B4-BE49-F238E27FC236}">
                            <a16:creationId xmlns:a16="http://schemas.microsoft.com/office/drawing/2014/main" id="{3F405C8D-742F-40C3-98EE-FEE033C798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809" y="2658892"/>
                        <a:ext cx="95375" cy="25157"/>
                      </a:xfrm>
                      <a:custGeom>
                        <a:avLst/>
                        <a:gdLst>
                          <a:gd name="connsiteX0" fmla="*/ 95106 w 95375"/>
                          <a:gd name="connsiteY0" fmla="*/ 15823 h 25157"/>
                          <a:gd name="connsiteX1" fmla="*/ 44719 w 95375"/>
                          <a:gd name="connsiteY1" fmla="*/ 25158 h 25157"/>
                          <a:gd name="connsiteX2" fmla="*/ 47 w 95375"/>
                          <a:gd name="connsiteY2" fmla="*/ 11156 h 25157"/>
                          <a:gd name="connsiteX3" fmla="*/ 45577 w 95375"/>
                          <a:gd name="connsiteY3" fmla="*/ 297 h 25157"/>
                          <a:gd name="connsiteX4" fmla="*/ 76056 w 95375"/>
                          <a:gd name="connsiteY4" fmla="*/ 4202 h 25157"/>
                          <a:gd name="connsiteX5" fmla="*/ 95106 w 95375"/>
                          <a:gd name="connsiteY5" fmla="*/ 15823 h 25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5375" h="25157">
                            <a:moveTo>
                              <a:pt x="95106" y="15823"/>
                            </a:moveTo>
                            <a:cubicBezTo>
                              <a:pt x="91011" y="25443"/>
                              <a:pt x="58054" y="24872"/>
                              <a:pt x="44719" y="25158"/>
                            </a:cubicBezTo>
                            <a:cubicBezTo>
                              <a:pt x="31479" y="24872"/>
                              <a:pt x="1571" y="22109"/>
                              <a:pt x="47" y="11156"/>
                            </a:cubicBezTo>
                            <a:cubicBezTo>
                              <a:pt x="-1477" y="-274"/>
                              <a:pt x="34527" y="-560"/>
                              <a:pt x="45577" y="297"/>
                            </a:cubicBezTo>
                            <a:cubicBezTo>
                              <a:pt x="51101" y="488"/>
                              <a:pt x="64531" y="1631"/>
                              <a:pt x="76056" y="4202"/>
                            </a:cubicBezTo>
                            <a:cubicBezTo>
                              <a:pt x="87677" y="6965"/>
                              <a:pt x="97107" y="10870"/>
                              <a:pt x="95106" y="1582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47" name="Forme libre : forme 11746">
                        <a:extLst>
                          <a:ext uri="{FF2B5EF4-FFF2-40B4-BE49-F238E27FC236}">
                            <a16:creationId xmlns:a16="http://schemas.microsoft.com/office/drawing/2014/main" id="{B77093B6-BD2C-4633-A171-82E010ADB2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2612" y="2648096"/>
                        <a:ext cx="117937" cy="49806"/>
                      </a:xfrm>
                      <a:custGeom>
                        <a:avLst/>
                        <a:gdLst>
                          <a:gd name="connsiteX0" fmla="*/ 1095 w 117937"/>
                          <a:gd name="connsiteY0" fmla="*/ 22523 h 49806"/>
                          <a:gd name="connsiteX1" fmla="*/ 13954 w 117937"/>
                          <a:gd name="connsiteY1" fmla="*/ 33763 h 49806"/>
                          <a:gd name="connsiteX2" fmla="*/ 56721 w 117937"/>
                          <a:gd name="connsiteY2" fmla="*/ 48526 h 49806"/>
                          <a:gd name="connsiteX3" fmla="*/ 101108 w 117937"/>
                          <a:gd name="connsiteY3" fmla="*/ 47097 h 49806"/>
                          <a:gd name="connsiteX4" fmla="*/ 117681 w 117937"/>
                          <a:gd name="connsiteY4" fmla="*/ 34239 h 49806"/>
                          <a:gd name="connsiteX5" fmla="*/ 103489 w 117937"/>
                          <a:gd name="connsiteY5" fmla="*/ 27571 h 49806"/>
                          <a:gd name="connsiteX6" fmla="*/ 63484 w 117937"/>
                          <a:gd name="connsiteY6" fmla="*/ 12427 h 49806"/>
                          <a:gd name="connsiteX7" fmla="*/ 21764 w 117937"/>
                          <a:gd name="connsiteY7" fmla="*/ 520 h 49806"/>
                          <a:gd name="connsiteX8" fmla="*/ 1095 w 117937"/>
                          <a:gd name="connsiteY8" fmla="*/ 22523 h 498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7937" h="49806">
                            <a:moveTo>
                              <a:pt x="1095" y="22523"/>
                            </a:moveTo>
                            <a:cubicBezTo>
                              <a:pt x="4143" y="28524"/>
                              <a:pt x="6715" y="30334"/>
                              <a:pt x="13954" y="33763"/>
                            </a:cubicBezTo>
                            <a:cubicBezTo>
                              <a:pt x="27765" y="40335"/>
                              <a:pt x="38719" y="46145"/>
                              <a:pt x="56721" y="48526"/>
                            </a:cubicBezTo>
                            <a:cubicBezTo>
                              <a:pt x="71675" y="50622"/>
                              <a:pt x="88439" y="50146"/>
                              <a:pt x="101108" y="47097"/>
                            </a:cubicBezTo>
                            <a:cubicBezTo>
                              <a:pt x="110537" y="44812"/>
                              <a:pt x="119586" y="40525"/>
                              <a:pt x="117681" y="34239"/>
                            </a:cubicBezTo>
                            <a:cubicBezTo>
                              <a:pt x="116443" y="30429"/>
                              <a:pt x="109204" y="29476"/>
                              <a:pt x="103489" y="27571"/>
                            </a:cubicBezTo>
                            <a:cubicBezTo>
                              <a:pt x="90059" y="22904"/>
                              <a:pt x="76914" y="19285"/>
                              <a:pt x="63484" y="12427"/>
                            </a:cubicBezTo>
                            <a:cubicBezTo>
                              <a:pt x="52149" y="6616"/>
                              <a:pt x="39290" y="-2242"/>
                              <a:pt x="21764" y="520"/>
                            </a:cubicBezTo>
                            <a:cubicBezTo>
                              <a:pt x="5858" y="3092"/>
                              <a:pt x="-3286" y="14141"/>
                              <a:pt x="1095" y="2252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48" name="Forme libre : forme 11747">
                        <a:extLst>
                          <a:ext uri="{FF2B5EF4-FFF2-40B4-BE49-F238E27FC236}">
                            <a16:creationId xmlns:a16="http://schemas.microsoft.com/office/drawing/2014/main" id="{2A3AAC6C-A921-44D6-8F06-3376C59889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6070" y="2647243"/>
                        <a:ext cx="39422" cy="13039"/>
                      </a:xfrm>
                      <a:custGeom>
                        <a:avLst/>
                        <a:gdLst>
                          <a:gd name="connsiteX0" fmla="*/ 3736 w 39422"/>
                          <a:gd name="connsiteY0" fmla="*/ 7850 h 13039"/>
                          <a:gd name="connsiteX1" fmla="*/ 116 w 39422"/>
                          <a:gd name="connsiteY1" fmla="*/ 10613 h 13039"/>
                          <a:gd name="connsiteX2" fmla="*/ 3164 w 39422"/>
                          <a:gd name="connsiteY2" fmla="*/ 12899 h 13039"/>
                          <a:gd name="connsiteX3" fmla="*/ 10308 w 39422"/>
                          <a:gd name="connsiteY3" fmla="*/ 12708 h 13039"/>
                          <a:gd name="connsiteX4" fmla="*/ 27834 w 39422"/>
                          <a:gd name="connsiteY4" fmla="*/ 10136 h 13039"/>
                          <a:gd name="connsiteX5" fmla="*/ 34120 w 39422"/>
                          <a:gd name="connsiteY5" fmla="*/ 8517 h 13039"/>
                          <a:gd name="connsiteX6" fmla="*/ 30215 w 39422"/>
                          <a:gd name="connsiteY6" fmla="*/ 40 h 13039"/>
                          <a:gd name="connsiteX7" fmla="*/ 3736 w 39422"/>
                          <a:gd name="connsiteY7" fmla="*/ 7850 h 13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422" h="13039">
                            <a:moveTo>
                              <a:pt x="3736" y="7850"/>
                            </a:moveTo>
                            <a:cubicBezTo>
                              <a:pt x="1926" y="8708"/>
                              <a:pt x="688" y="9374"/>
                              <a:pt x="116" y="10613"/>
                            </a:cubicBezTo>
                            <a:cubicBezTo>
                              <a:pt x="-455" y="11851"/>
                              <a:pt x="1164" y="12613"/>
                              <a:pt x="3164" y="12899"/>
                            </a:cubicBezTo>
                            <a:cubicBezTo>
                              <a:pt x="5164" y="13184"/>
                              <a:pt x="8117" y="12994"/>
                              <a:pt x="10308" y="12708"/>
                            </a:cubicBezTo>
                            <a:cubicBezTo>
                              <a:pt x="16118" y="12041"/>
                              <a:pt x="22309" y="11279"/>
                              <a:pt x="27834" y="10136"/>
                            </a:cubicBezTo>
                            <a:cubicBezTo>
                              <a:pt x="30120" y="9660"/>
                              <a:pt x="32311" y="9374"/>
                              <a:pt x="34120" y="8517"/>
                            </a:cubicBezTo>
                            <a:cubicBezTo>
                              <a:pt x="41740" y="5183"/>
                              <a:pt x="41740" y="-532"/>
                              <a:pt x="30215" y="40"/>
                            </a:cubicBezTo>
                            <a:cubicBezTo>
                              <a:pt x="21357" y="707"/>
                              <a:pt x="10975" y="4231"/>
                              <a:pt x="3736" y="785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49" name="Forme libre : forme 11748">
                        <a:extLst>
                          <a:ext uri="{FF2B5EF4-FFF2-40B4-BE49-F238E27FC236}">
                            <a16:creationId xmlns:a16="http://schemas.microsoft.com/office/drawing/2014/main" id="{3F78FBBD-7553-42B0-BE86-42DA6A46DC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5340" y="2681763"/>
                        <a:ext cx="60197" cy="22002"/>
                      </a:xfrm>
                      <a:custGeom>
                        <a:avLst/>
                        <a:gdLst>
                          <a:gd name="connsiteX0" fmla="*/ 60198 w 60197"/>
                          <a:gd name="connsiteY0" fmla="*/ 0 h 22002"/>
                          <a:gd name="connsiteX1" fmla="*/ 0 w 60197"/>
                          <a:gd name="connsiteY1" fmla="*/ 22003 h 22002"/>
                          <a:gd name="connsiteX2" fmla="*/ 60198 w 60197"/>
                          <a:gd name="connsiteY2" fmla="*/ 0 h 220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0197" h="22002">
                            <a:moveTo>
                              <a:pt x="60198" y="0"/>
                            </a:moveTo>
                            <a:cubicBezTo>
                              <a:pt x="49625" y="12287"/>
                              <a:pt x="19050" y="17621"/>
                              <a:pt x="0" y="22003"/>
                            </a:cubicBezTo>
                            <a:cubicBezTo>
                              <a:pt x="20669" y="17431"/>
                              <a:pt x="43529" y="8001"/>
                              <a:pt x="6019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50" name="Forme libre : forme 11749">
                        <a:extLst>
                          <a:ext uri="{FF2B5EF4-FFF2-40B4-BE49-F238E27FC236}">
                            <a16:creationId xmlns:a16="http://schemas.microsoft.com/office/drawing/2014/main" id="{F7A0FF41-275D-464D-BAE7-21091ADC3D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1228" y="2631090"/>
                        <a:ext cx="68008" cy="30003"/>
                      </a:xfrm>
                      <a:custGeom>
                        <a:avLst/>
                        <a:gdLst>
                          <a:gd name="connsiteX0" fmla="*/ 68008 w 68008"/>
                          <a:gd name="connsiteY0" fmla="*/ 0 h 30003"/>
                          <a:gd name="connsiteX1" fmla="*/ 0 w 68008"/>
                          <a:gd name="connsiteY1" fmla="*/ 30004 h 30003"/>
                          <a:gd name="connsiteX2" fmla="*/ 68008 w 68008"/>
                          <a:gd name="connsiteY2" fmla="*/ 0 h 30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008" h="30003">
                            <a:moveTo>
                              <a:pt x="68008" y="0"/>
                            </a:moveTo>
                            <a:cubicBezTo>
                              <a:pt x="40100" y="2191"/>
                              <a:pt x="16002" y="15526"/>
                              <a:pt x="0" y="30004"/>
                            </a:cubicBezTo>
                            <a:cubicBezTo>
                              <a:pt x="14288" y="15526"/>
                              <a:pt x="44577" y="4953"/>
                              <a:pt x="6800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51" name="Forme libre : forme 11750">
                        <a:extLst>
                          <a:ext uri="{FF2B5EF4-FFF2-40B4-BE49-F238E27FC236}">
                            <a16:creationId xmlns:a16="http://schemas.microsoft.com/office/drawing/2014/main" id="{3C64C7DA-8BEB-4486-9187-7E084D127C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6388" y="2658619"/>
                        <a:ext cx="35395" cy="9833"/>
                      </a:xfrm>
                      <a:custGeom>
                        <a:avLst/>
                        <a:gdLst>
                          <a:gd name="connsiteX0" fmla="*/ 35048 w 35395"/>
                          <a:gd name="connsiteY0" fmla="*/ 8094 h 9833"/>
                          <a:gd name="connsiteX1" fmla="*/ 14189 w 35395"/>
                          <a:gd name="connsiteY1" fmla="*/ 8475 h 9833"/>
                          <a:gd name="connsiteX2" fmla="*/ 377 w 35395"/>
                          <a:gd name="connsiteY2" fmla="*/ 1998 h 9833"/>
                          <a:gd name="connsiteX3" fmla="*/ 20189 w 35395"/>
                          <a:gd name="connsiteY3" fmla="*/ 1427 h 9833"/>
                          <a:gd name="connsiteX4" fmla="*/ 35048 w 35395"/>
                          <a:gd name="connsiteY4" fmla="*/ 8094 h 9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395" h="9833">
                            <a:moveTo>
                              <a:pt x="35048" y="8094"/>
                            </a:moveTo>
                            <a:cubicBezTo>
                              <a:pt x="32477" y="11428"/>
                              <a:pt x="18475" y="9047"/>
                              <a:pt x="14189" y="8475"/>
                            </a:cubicBezTo>
                            <a:cubicBezTo>
                              <a:pt x="9902" y="7713"/>
                              <a:pt x="-2290" y="5618"/>
                              <a:pt x="377" y="1998"/>
                            </a:cubicBezTo>
                            <a:cubicBezTo>
                              <a:pt x="3140" y="-1716"/>
                              <a:pt x="16094" y="760"/>
                              <a:pt x="20189" y="1427"/>
                            </a:cubicBezTo>
                            <a:cubicBezTo>
                              <a:pt x="24285" y="1998"/>
                              <a:pt x="37715" y="4761"/>
                              <a:pt x="35048" y="809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52" name="Forme libre : forme 11751">
                        <a:extLst>
                          <a:ext uri="{FF2B5EF4-FFF2-40B4-BE49-F238E27FC236}">
                            <a16:creationId xmlns:a16="http://schemas.microsoft.com/office/drawing/2014/main" id="{C36DA791-ED07-4792-812A-5D05785B3D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6951" y="2664107"/>
                        <a:ext cx="10122" cy="3403"/>
                      </a:xfrm>
                      <a:custGeom>
                        <a:avLst/>
                        <a:gdLst>
                          <a:gd name="connsiteX0" fmla="*/ 10105 w 10122"/>
                          <a:gd name="connsiteY0" fmla="*/ 2035 h 3403"/>
                          <a:gd name="connsiteX1" fmla="*/ 5342 w 10122"/>
                          <a:gd name="connsiteY1" fmla="*/ 3369 h 3403"/>
                          <a:gd name="connsiteX2" fmla="*/ 9 w 10122"/>
                          <a:gd name="connsiteY2" fmla="*/ 1368 h 3403"/>
                          <a:gd name="connsiteX3" fmla="*/ 4581 w 10122"/>
                          <a:gd name="connsiteY3" fmla="*/ 35 h 3403"/>
                          <a:gd name="connsiteX4" fmla="*/ 10105 w 10122"/>
                          <a:gd name="connsiteY4" fmla="*/ 2035 h 34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22" h="3403">
                            <a:moveTo>
                              <a:pt x="10105" y="2035"/>
                            </a:moveTo>
                            <a:cubicBezTo>
                              <a:pt x="10391" y="3464"/>
                              <a:pt x="7057" y="3464"/>
                              <a:pt x="5342" y="3369"/>
                            </a:cubicBezTo>
                            <a:cubicBezTo>
                              <a:pt x="3628" y="3274"/>
                              <a:pt x="294" y="2797"/>
                              <a:pt x="9" y="1368"/>
                            </a:cubicBezTo>
                            <a:cubicBezTo>
                              <a:pt x="-182" y="-60"/>
                              <a:pt x="2866" y="-60"/>
                              <a:pt x="4581" y="35"/>
                            </a:cubicBezTo>
                            <a:cubicBezTo>
                              <a:pt x="6390" y="130"/>
                              <a:pt x="9819" y="607"/>
                              <a:pt x="10105" y="203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53" name="Forme libre : forme 11752">
                        <a:extLst>
                          <a:ext uri="{FF2B5EF4-FFF2-40B4-BE49-F238E27FC236}">
                            <a16:creationId xmlns:a16="http://schemas.microsoft.com/office/drawing/2014/main" id="{59C83C32-FF67-4D7D-B571-F75974872E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6671" y="2635306"/>
                        <a:ext cx="86249" cy="41705"/>
                      </a:xfrm>
                      <a:custGeom>
                        <a:avLst/>
                        <a:gdLst>
                          <a:gd name="connsiteX0" fmla="*/ 66484 w 86249"/>
                          <a:gd name="connsiteY0" fmla="*/ 19215 h 41705"/>
                          <a:gd name="connsiteX1" fmla="*/ 85915 w 86249"/>
                          <a:gd name="connsiteY1" fmla="*/ 36932 h 41705"/>
                          <a:gd name="connsiteX2" fmla="*/ 78961 w 86249"/>
                          <a:gd name="connsiteY2" fmla="*/ 41599 h 41705"/>
                          <a:gd name="connsiteX3" fmla="*/ 69055 w 86249"/>
                          <a:gd name="connsiteY3" fmla="*/ 36741 h 41705"/>
                          <a:gd name="connsiteX4" fmla="*/ 39337 w 86249"/>
                          <a:gd name="connsiteY4" fmla="*/ 20454 h 41705"/>
                          <a:gd name="connsiteX5" fmla="*/ 856 w 86249"/>
                          <a:gd name="connsiteY5" fmla="*/ 3785 h 41705"/>
                          <a:gd name="connsiteX6" fmla="*/ 46957 w 86249"/>
                          <a:gd name="connsiteY6" fmla="*/ 5976 h 41705"/>
                          <a:gd name="connsiteX7" fmla="*/ 66484 w 86249"/>
                          <a:gd name="connsiteY7" fmla="*/ 19215 h 417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6249" h="41705">
                            <a:moveTo>
                              <a:pt x="66484" y="19215"/>
                            </a:moveTo>
                            <a:cubicBezTo>
                              <a:pt x="75342" y="25026"/>
                              <a:pt x="81628" y="29312"/>
                              <a:pt x="85915" y="36932"/>
                            </a:cubicBezTo>
                            <a:cubicBezTo>
                              <a:pt x="87439" y="39694"/>
                              <a:pt x="83533" y="42266"/>
                              <a:pt x="78961" y="41599"/>
                            </a:cubicBezTo>
                            <a:cubicBezTo>
                              <a:pt x="74485" y="40932"/>
                              <a:pt x="71913" y="38932"/>
                              <a:pt x="69055" y="36741"/>
                            </a:cubicBezTo>
                            <a:cubicBezTo>
                              <a:pt x="60388" y="30074"/>
                              <a:pt x="50577" y="25216"/>
                              <a:pt x="39337" y="20454"/>
                            </a:cubicBezTo>
                            <a:cubicBezTo>
                              <a:pt x="32384" y="17215"/>
                              <a:pt x="-6192" y="11024"/>
                              <a:pt x="856" y="3785"/>
                            </a:cubicBezTo>
                            <a:cubicBezTo>
                              <a:pt x="8095" y="-3930"/>
                              <a:pt x="37432" y="1880"/>
                              <a:pt x="46957" y="5976"/>
                            </a:cubicBezTo>
                            <a:cubicBezTo>
                              <a:pt x="56482" y="10167"/>
                              <a:pt x="59816" y="14739"/>
                              <a:pt x="66484" y="1921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18" name="Graphique 1">
                      <a:extLst>
                        <a:ext uri="{FF2B5EF4-FFF2-40B4-BE49-F238E27FC236}">
                          <a16:creationId xmlns:a16="http://schemas.microsoft.com/office/drawing/2014/main" id="{F2F89B93-BE30-4975-A3D4-608B81C32E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997" y="2657037"/>
                      <a:ext cx="178823" cy="131395"/>
                      <a:chOff x="851997" y="2657037"/>
                      <a:chExt cx="178823" cy="131395"/>
                    </a:xfrm>
                    <a:solidFill>
                      <a:schemeClr val="accent1"/>
                    </a:solidFill>
                  </p:grpSpPr>
                  <p:sp>
                    <p:nvSpPr>
                      <p:cNvPr id="11730" name="Forme libre : forme 11729">
                        <a:extLst>
                          <a:ext uri="{FF2B5EF4-FFF2-40B4-BE49-F238E27FC236}">
                            <a16:creationId xmlns:a16="http://schemas.microsoft.com/office/drawing/2014/main" id="{3EC69009-0E57-4910-9BA1-5D353E6FFF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029" y="2657037"/>
                        <a:ext cx="178792" cy="131395"/>
                      </a:xfrm>
                      <a:custGeom>
                        <a:avLst/>
                        <a:gdLst>
                          <a:gd name="connsiteX0" fmla="*/ 97808 w 178792"/>
                          <a:gd name="connsiteY0" fmla="*/ 115786 h 131395"/>
                          <a:gd name="connsiteX1" fmla="*/ 69233 w 178792"/>
                          <a:gd name="connsiteY1" fmla="*/ 93878 h 131395"/>
                          <a:gd name="connsiteX2" fmla="*/ 45325 w 178792"/>
                          <a:gd name="connsiteY2" fmla="*/ 75495 h 131395"/>
                          <a:gd name="connsiteX3" fmla="*/ 21608 w 178792"/>
                          <a:gd name="connsiteY3" fmla="*/ 55302 h 131395"/>
                          <a:gd name="connsiteX4" fmla="*/ 2082 w 178792"/>
                          <a:gd name="connsiteY4" fmla="*/ 29965 h 131395"/>
                          <a:gd name="connsiteX5" fmla="*/ 7606 w 178792"/>
                          <a:gd name="connsiteY5" fmla="*/ 9106 h 131395"/>
                          <a:gd name="connsiteX6" fmla="*/ 41706 w 178792"/>
                          <a:gd name="connsiteY6" fmla="*/ 57 h 131395"/>
                          <a:gd name="connsiteX7" fmla="*/ 51707 w 178792"/>
                          <a:gd name="connsiteY7" fmla="*/ 248 h 131395"/>
                          <a:gd name="connsiteX8" fmla="*/ 63137 w 178792"/>
                          <a:gd name="connsiteY8" fmla="*/ 2438 h 131395"/>
                          <a:gd name="connsiteX9" fmla="*/ 86949 w 178792"/>
                          <a:gd name="connsiteY9" fmla="*/ 12439 h 131395"/>
                          <a:gd name="connsiteX10" fmla="*/ 116953 w 178792"/>
                          <a:gd name="connsiteY10" fmla="*/ 33680 h 131395"/>
                          <a:gd name="connsiteX11" fmla="*/ 141147 w 178792"/>
                          <a:gd name="connsiteY11" fmla="*/ 53968 h 131395"/>
                          <a:gd name="connsiteX12" fmla="*/ 154005 w 178792"/>
                          <a:gd name="connsiteY12" fmla="*/ 66256 h 131395"/>
                          <a:gd name="connsiteX13" fmla="*/ 158768 w 178792"/>
                          <a:gd name="connsiteY13" fmla="*/ 72066 h 131395"/>
                          <a:gd name="connsiteX14" fmla="*/ 164292 w 178792"/>
                          <a:gd name="connsiteY14" fmla="*/ 79114 h 131395"/>
                          <a:gd name="connsiteX15" fmla="*/ 178294 w 178792"/>
                          <a:gd name="connsiteY15" fmla="*/ 110071 h 131395"/>
                          <a:gd name="connsiteX16" fmla="*/ 168769 w 178792"/>
                          <a:gd name="connsiteY16" fmla="*/ 128930 h 131395"/>
                          <a:gd name="connsiteX17" fmla="*/ 137527 w 178792"/>
                          <a:gd name="connsiteY17" fmla="*/ 131026 h 131395"/>
                          <a:gd name="connsiteX18" fmla="*/ 119715 w 178792"/>
                          <a:gd name="connsiteY18" fmla="*/ 127025 h 131395"/>
                          <a:gd name="connsiteX19" fmla="*/ 97808 w 178792"/>
                          <a:gd name="connsiteY19" fmla="*/ 115786 h 1313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78792" h="131395">
                            <a:moveTo>
                              <a:pt x="97808" y="115786"/>
                            </a:moveTo>
                            <a:cubicBezTo>
                              <a:pt x="89997" y="110642"/>
                              <a:pt x="78948" y="101784"/>
                              <a:pt x="69233" y="93878"/>
                            </a:cubicBezTo>
                            <a:cubicBezTo>
                              <a:pt x="59422" y="85877"/>
                              <a:pt x="50754" y="79400"/>
                              <a:pt x="45325" y="75495"/>
                            </a:cubicBezTo>
                            <a:cubicBezTo>
                              <a:pt x="35229" y="68161"/>
                              <a:pt x="29418" y="62922"/>
                              <a:pt x="21608" y="55302"/>
                            </a:cubicBezTo>
                            <a:cubicBezTo>
                              <a:pt x="14369" y="47968"/>
                              <a:pt x="8368" y="39490"/>
                              <a:pt x="2082" y="29965"/>
                            </a:cubicBezTo>
                            <a:cubicBezTo>
                              <a:pt x="-2205" y="23298"/>
                              <a:pt x="367" y="12725"/>
                              <a:pt x="7606" y="9106"/>
                            </a:cubicBezTo>
                            <a:cubicBezTo>
                              <a:pt x="18084" y="3867"/>
                              <a:pt x="28942" y="438"/>
                              <a:pt x="41706" y="57"/>
                            </a:cubicBezTo>
                            <a:cubicBezTo>
                              <a:pt x="44944" y="-38"/>
                              <a:pt x="48183" y="-38"/>
                              <a:pt x="51707" y="248"/>
                            </a:cubicBezTo>
                            <a:cubicBezTo>
                              <a:pt x="55326" y="819"/>
                              <a:pt x="59232" y="1390"/>
                              <a:pt x="63137" y="2438"/>
                            </a:cubicBezTo>
                            <a:cubicBezTo>
                              <a:pt x="70852" y="4534"/>
                              <a:pt x="79044" y="7867"/>
                              <a:pt x="86949" y="12439"/>
                            </a:cubicBezTo>
                            <a:cubicBezTo>
                              <a:pt x="95522" y="17297"/>
                              <a:pt x="107047" y="25584"/>
                              <a:pt x="116953" y="33680"/>
                            </a:cubicBezTo>
                            <a:cubicBezTo>
                              <a:pt x="126002" y="41205"/>
                              <a:pt x="135051" y="48825"/>
                              <a:pt x="141147" y="53968"/>
                            </a:cubicBezTo>
                            <a:cubicBezTo>
                              <a:pt x="146385" y="58445"/>
                              <a:pt x="150481" y="62350"/>
                              <a:pt x="154005" y="66256"/>
                            </a:cubicBezTo>
                            <a:cubicBezTo>
                              <a:pt x="155720" y="68256"/>
                              <a:pt x="157339" y="70066"/>
                              <a:pt x="158768" y="72066"/>
                            </a:cubicBezTo>
                            <a:cubicBezTo>
                              <a:pt x="160387" y="74161"/>
                              <a:pt x="162673" y="76733"/>
                              <a:pt x="164292" y="79114"/>
                            </a:cubicBezTo>
                            <a:cubicBezTo>
                              <a:pt x="171246" y="88639"/>
                              <a:pt x="175246" y="99022"/>
                              <a:pt x="178294" y="110071"/>
                            </a:cubicBezTo>
                            <a:cubicBezTo>
                              <a:pt x="180294" y="117881"/>
                              <a:pt x="176103" y="127501"/>
                              <a:pt x="168769" y="128930"/>
                            </a:cubicBezTo>
                            <a:cubicBezTo>
                              <a:pt x="158292" y="131026"/>
                              <a:pt x="148195" y="131978"/>
                              <a:pt x="137527" y="131026"/>
                            </a:cubicBezTo>
                            <a:cubicBezTo>
                              <a:pt x="131907" y="130359"/>
                              <a:pt x="127526" y="130073"/>
                              <a:pt x="119715" y="127025"/>
                            </a:cubicBezTo>
                            <a:cubicBezTo>
                              <a:pt x="112286" y="124453"/>
                              <a:pt x="105047" y="120548"/>
                              <a:pt x="97808" y="11578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31" name="Forme libre : forme 11730">
                        <a:extLst>
                          <a:ext uri="{FF2B5EF4-FFF2-40B4-BE49-F238E27FC236}">
                            <a16:creationId xmlns:a16="http://schemas.microsoft.com/office/drawing/2014/main" id="{403F4246-BC09-41FB-8663-FDEF991954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7" y="2677382"/>
                        <a:ext cx="168991" cy="110804"/>
                      </a:xfrm>
                      <a:custGeom>
                        <a:avLst/>
                        <a:gdLst>
                          <a:gd name="connsiteX0" fmla="*/ 68026 w 168991"/>
                          <a:gd name="connsiteY0" fmla="*/ 37719 h 110804"/>
                          <a:gd name="connsiteX1" fmla="*/ 33260 w 168991"/>
                          <a:gd name="connsiteY1" fmla="*/ 19240 h 110804"/>
                          <a:gd name="connsiteX2" fmla="*/ 113 w 168991"/>
                          <a:gd name="connsiteY2" fmla="*/ 0 h 110804"/>
                          <a:gd name="connsiteX3" fmla="*/ 2018 w 168991"/>
                          <a:gd name="connsiteY3" fmla="*/ 9430 h 110804"/>
                          <a:gd name="connsiteX4" fmla="*/ 8495 w 168991"/>
                          <a:gd name="connsiteY4" fmla="*/ 18860 h 110804"/>
                          <a:gd name="connsiteX5" fmla="*/ 29450 w 168991"/>
                          <a:gd name="connsiteY5" fmla="*/ 42101 h 110804"/>
                          <a:gd name="connsiteX6" fmla="*/ 45357 w 168991"/>
                          <a:gd name="connsiteY6" fmla="*/ 55054 h 110804"/>
                          <a:gd name="connsiteX7" fmla="*/ 52596 w 168991"/>
                          <a:gd name="connsiteY7" fmla="*/ 60293 h 110804"/>
                          <a:gd name="connsiteX8" fmla="*/ 93172 w 168991"/>
                          <a:gd name="connsiteY8" fmla="*/ 92012 h 110804"/>
                          <a:gd name="connsiteX9" fmla="*/ 97935 w 168991"/>
                          <a:gd name="connsiteY9" fmla="*/ 95250 h 110804"/>
                          <a:gd name="connsiteX10" fmla="*/ 127938 w 168991"/>
                          <a:gd name="connsiteY10" fmla="*/ 109156 h 110804"/>
                          <a:gd name="connsiteX11" fmla="*/ 158799 w 168991"/>
                          <a:gd name="connsiteY11" fmla="*/ 110109 h 110804"/>
                          <a:gd name="connsiteX12" fmla="*/ 168610 w 168991"/>
                          <a:gd name="connsiteY12" fmla="*/ 108490 h 110804"/>
                          <a:gd name="connsiteX13" fmla="*/ 168991 w 168991"/>
                          <a:gd name="connsiteY13" fmla="*/ 108395 h 110804"/>
                          <a:gd name="connsiteX14" fmla="*/ 143750 w 168991"/>
                          <a:gd name="connsiteY14" fmla="*/ 91821 h 110804"/>
                          <a:gd name="connsiteX15" fmla="*/ 130224 w 168991"/>
                          <a:gd name="connsiteY15" fmla="*/ 83534 h 110804"/>
                          <a:gd name="connsiteX16" fmla="*/ 116985 w 168991"/>
                          <a:gd name="connsiteY16" fmla="*/ 74295 h 110804"/>
                          <a:gd name="connsiteX17" fmla="*/ 68026 w 168991"/>
                          <a:gd name="connsiteY17" fmla="*/ 37719 h 1108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68991" h="110804">
                            <a:moveTo>
                              <a:pt x="68026" y="37719"/>
                            </a:moveTo>
                            <a:cubicBezTo>
                              <a:pt x="56596" y="30766"/>
                              <a:pt x="45166" y="24479"/>
                              <a:pt x="33260" y="19240"/>
                            </a:cubicBezTo>
                            <a:cubicBezTo>
                              <a:pt x="21354" y="13526"/>
                              <a:pt x="9543" y="7811"/>
                              <a:pt x="113" y="0"/>
                            </a:cubicBezTo>
                            <a:cubicBezTo>
                              <a:pt x="-268" y="3334"/>
                              <a:pt x="303" y="6668"/>
                              <a:pt x="2018" y="9430"/>
                            </a:cubicBezTo>
                            <a:cubicBezTo>
                              <a:pt x="4209" y="12763"/>
                              <a:pt x="6304" y="15907"/>
                              <a:pt x="8495" y="18860"/>
                            </a:cubicBezTo>
                            <a:cubicBezTo>
                              <a:pt x="14686" y="27622"/>
                              <a:pt x="21544" y="35338"/>
                              <a:pt x="29450" y="42101"/>
                            </a:cubicBezTo>
                            <a:cubicBezTo>
                              <a:pt x="33927" y="46292"/>
                              <a:pt x="38784" y="50292"/>
                              <a:pt x="45357" y="55054"/>
                            </a:cubicBezTo>
                            <a:cubicBezTo>
                              <a:pt x="47452" y="56579"/>
                              <a:pt x="49833" y="58293"/>
                              <a:pt x="52596" y="60293"/>
                            </a:cubicBezTo>
                            <a:cubicBezTo>
                              <a:pt x="63264" y="68104"/>
                              <a:pt x="80123" y="82677"/>
                              <a:pt x="93172" y="92012"/>
                            </a:cubicBezTo>
                            <a:cubicBezTo>
                              <a:pt x="94887" y="93154"/>
                              <a:pt x="96506" y="94297"/>
                              <a:pt x="97935" y="95250"/>
                            </a:cubicBezTo>
                            <a:cubicBezTo>
                              <a:pt x="107936" y="102013"/>
                              <a:pt x="119080" y="107061"/>
                              <a:pt x="127938" y="109156"/>
                            </a:cubicBezTo>
                            <a:cubicBezTo>
                              <a:pt x="138797" y="111157"/>
                              <a:pt x="148703" y="111157"/>
                              <a:pt x="158799" y="110109"/>
                            </a:cubicBezTo>
                            <a:cubicBezTo>
                              <a:pt x="162038" y="109728"/>
                              <a:pt x="165276" y="109252"/>
                              <a:pt x="168610" y="108490"/>
                            </a:cubicBezTo>
                            <a:lnTo>
                              <a:pt x="168991" y="108395"/>
                            </a:lnTo>
                            <a:cubicBezTo>
                              <a:pt x="160895" y="102489"/>
                              <a:pt x="152418" y="96964"/>
                              <a:pt x="143750" y="91821"/>
                            </a:cubicBezTo>
                            <a:lnTo>
                              <a:pt x="130224" y="83534"/>
                            </a:lnTo>
                            <a:cubicBezTo>
                              <a:pt x="125652" y="80581"/>
                              <a:pt x="121271" y="77534"/>
                              <a:pt x="116985" y="74295"/>
                            </a:cubicBezTo>
                            <a:cubicBezTo>
                              <a:pt x="99744" y="61627"/>
                              <a:pt x="84314" y="47720"/>
                              <a:pt x="68026" y="3771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32" name="Forme libre : forme 11731">
                        <a:extLst>
                          <a:ext uri="{FF2B5EF4-FFF2-40B4-BE49-F238E27FC236}">
                            <a16:creationId xmlns:a16="http://schemas.microsoft.com/office/drawing/2014/main" id="{6CC1B91A-6EFC-42A6-9134-FA891DE371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7612" y="2699621"/>
                        <a:ext cx="77548" cy="62447"/>
                      </a:xfrm>
                      <a:custGeom>
                        <a:avLst/>
                        <a:gdLst>
                          <a:gd name="connsiteX0" fmla="*/ 77088 w 77548"/>
                          <a:gd name="connsiteY0" fmla="*/ 59961 h 62447"/>
                          <a:gd name="connsiteX1" fmla="*/ 54418 w 77548"/>
                          <a:gd name="connsiteY1" fmla="*/ 57390 h 62447"/>
                          <a:gd name="connsiteX2" fmla="*/ 28701 w 77548"/>
                          <a:gd name="connsiteY2" fmla="*/ 40625 h 62447"/>
                          <a:gd name="connsiteX3" fmla="*/ 9175 w 77548"/>
                          <a:gd name="connsiteY3" fmla="*/ 21766 h 62447"/>
                          <a:gd name="connsiteX4" fmla="*/ 793 w 77548"/>
                          <a:gd name="connsiteY4" fmla="*/ 2716 h 62447"/>
                          <a:gd name="connsiteX5" fmla="*/ 21652 w 77548"/>
                          <a:gd name="connsiteY5" fmla="*/ 5097 h 62447"/>
                          <a:gd name="connsiteX6" fmla="*/ 44131 w 77548"/>
                          <a:gd name="connsiteY6" fmla="*/ 21290 h 62447"/>
                          <a:gd name="connsiteX7" fmla="*/ 65182 w 77548"/>
                          <a:gd name="connsiteY7" fmla="*/ 40816 h 62447"/>
                          <a:gd name="connsiteX8" fmla="*/ 77088 w 77548"/>
                          <a:gd name="connsiteY8" fmla="*/ 59961 h 62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7548" h="62447">
                            <a:moveTo>
                              <a:pt x="77088" y="59961"/>
                            </a:moveTo>
                            <a:cubicBezTo>
                              <a:pt x="74897" y="64438"/>
                              <a:pt x="64896" y="62438"/>
                              <a:pt x="54418" y="57390"/>
                            </a:cubicBezTo>
                            <a:cubicBezTo>
                              <a:pt x="43941" y="52341"/>
                              <a:pt x="33654" y="44626"/>
                              <a:pt x="28701" y="40625"/>
                            </a:cubicBezTo>
                            <a:cubicBezTo>
                              <a:pt x="23748" y="36625"/>
                              <a:pt x="15556" y="29005"/>
                              <a:pt x="9175" y="21766"/>
                            </a:cubicBezTo>
                            <a:cubicBezTo>
                              <a:pt x="2888" y="14527"/>
                              <a:pt x="-1970" y="7383"/>
                              <a:pt x="793" y="2716"/>
                            </a:cubicBezTo>
                            <a:cubicBezTo>
                              <a:pt x="3555" y="-2142"/>
                              <a:pt x="12508" y="49"/>
                              <a:pt x="21652" y="5097"/>
                            </a:cubicBezTo>
                            <a:cubicBezTo>
                              <a:pt x="30796" y="10050"/>
                              <a:pt x="39750" y="17480"/>
                              <a:pt x="44131" y="21290"/>
                            </a:cubicBezTo>
                            <a:cubicBezTo>
                              <a:pt x="48608" y="25195"/>
                              <a:pt x="57657" y="33291"/>
                              <a:pt x="65182" y="40816"/>
                            </a:cubicBezTo>
                            <a:cubicBezTo>
                              <a:pt x="72802" y="48245"/>
                              <a:pt x="79374" y="55294"/>
                              <a:pt x="77088" y="5996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33" name="Forme libre : forme 11732">
                        <a:extLst>
                          <a:ext uri="{FF2B5EF4-FFF2-40B4-BE49-F238E27FC236}">
                            <a16:creationId xmlns:a16="http://schemas.microsoft.com/office/drawing/2014/main" id="{EDE3A6D9-01C9-4240-9269-F6C6773B0B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7779" y="2699129"/>
                        <a:ext cx="46345" cy="53023"/>
                      </a:xfrm>
                      <a:custGeom>
                        <a:avLst/>
                        <a:gdLst>
                          <a:gd name="connsiteX0" fmla="*/ 23009 w 46345"/>
                          <a:gd name="connsiteY0" fmla="*/ 6637 h 53023"/>
                          <a:gd name="connsiteX1" fmla="*/ 244 w 46345"/>
                          <a:gd name="connsiteY1" fmla="*/ 2827 h 53023"/>
                          <a:gd name="connsiteX2" fmla="*/ 9103 w 46345"/>
                          <a:gd name="connsiteY2" fmla="*/ 22068 h 53023"/>
                          <a:gd name="connsiteX3" fmla="*/ 29010 w 46345"/>
                          <a:gd name="connsiteY3" fmla="*/ 41403 h 53023"/>
                          <a:gd name="connsiteX4" fmla="*/ 46345 w 46345"/>
                          <a:gd name="connsiteY4" fmla="*/ 53024 h 53023"/>
                          <a:gd name="connsiteX5" fmla="*/ 37963 w 46345"/>
                          <a:gd name="connsiteY5" fmla="*/ 45594 h 53023"/>
                          <a:gd name="connsiteX6" fmla="*/ 23009 w 46345"/>
                          <a:gd name="connsiteY6" fmla="*/ 6637 h 53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6345" h="53023">
                            <a:moveTo>
                              <a:pt x="23009" y="6637"/>
                            </a:moveTo>
                            <a:cubicBezTo>
                              <a:pt x="17104" y="4256"/>
                              <a:pt x="1959" y="-4412"/>
                              <a:pt x="244" y="2827"/>
                            </a:cubicBezTo>
                            <a:cubicBezTo>
                              <a:pt x="-1089" y="8447"/>
                              <a:pt x="3197" y="15210"/>
                              <a:pt x="9103" y="22068"/>
                            </a:cubicBezTo>
                            <a:cubicBezTo>
                              <a:pt x="15008" y="29021"/>
                              <a:pt x="22819" y="36260"/>
                              <a:pt x="29010" y="41403"/>
                            </a:cubicBezTo>
                            <a:cubicBezTo>
                              <a:pt x="32629" y="44356"/>
                              <a:pt x="41392" y="50547"/>
                              <a:pt x="46345" y="53024"/>
                            </a:cubicBezTo>
                            <a:cubicBezTo>
                              <a:pt x="43869" y="51119"/>
                              <a:pt x="39773" y="47880"/>
                              <a:pt x="37963" y="45594"/>
                            </a:cubicBezTo>
                            <a:cubicBezTo>
                              <a:pt x="27486" y="32545"/>
                              <a:pt x="16723" y="16829"/>
                              <a:pt x="23009" y="663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34" name="Forme libre : forme 11733">
                        <a:extLst>
                          <a:ext uri="{FF2B5EF4-FFF2-40B4-BE49-F238E27FC236}">
                            <a16:creationId xmlns:a16="http://schemas.microsoft.com/office/drawing/2014/main" id="{E0366330-D1A6-4058-A281-007BBCCF51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20203" y="2704534"/>
                        <a:ext cx="78718" cy="61794"/>
                      </a:xfrm>
                      <a:custGeom>
                        <a:avLst/>
                        <a:gdLst>
                          <a:gd name="connsiteX0" fmla="*/ 77639 w 78718"/>
                          <a:gd name="connsiteY0" fmla="*/ 59811 h 61794"/>
                          <a:gd name="connsiteX1" fmla="*/ 68400 w 78718"/>
                          <a:gd name="connsiteY1" fmla="*/ 61621 h 61794"/>
                          <a:gd name="connsiteX2" fmla="*/ 53827 w 78718"/>
                          <a:gd name="connsiteY2" fmla="*/ 57049 h 61794"/>
                          <a:gd name="connsiteX3" fmla="*/ 27824 w 78718"/>
                          <a:gd name="connsiteY3" fmla="*/ 40952 h 61794"/>
                          <a:gd name="connsiteX4" fmla="*/ 8297 w 78718"/>
                          <a:gd name="connsiteY4" fmla="*/ 21997 h 61794"/>
                          <a:gd name="connsiteX5" fmla="*/ 773 w 78718"/>
                          <a:gd name="connsiteY5" fmla="*/ 2757 h 61794"/>
                          <a:gd name="connsiteX6" fmla="*/ 21347 w 78718"/>
                          <a:gd name="connsiteY6" fmla="*/ 5424 h 61794"/>
                          <a:gd name="connsiteX7" fmla="*/ 43540 w 78718"/>
                          <a:gd name="connsiteY7" fmla="*/ 21521 h 61794"/>
                          <a:gd name="connsiteX8" fmla="*/ 65924 w 78718"/>
                          <a:gd name="connsiteY8" fmla="*/ 41142 h 61794"/>
                          <a:gd name="connsiteX9" fmla="*/ 77639 w 78718"/>
                          <a:gd name="connsiteY9" fmla="*/ 59811 h 617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8718" h="61794">
                            <a:moveTo>
                              <a:pt x="77639" y="59811"/>
                            </a:moveTo>
                            <a:cubicBezTo>
                              <a:pt x="75734" y="61621"/>
                              <a:pt x="72496" y="62097"/>
                              <a:pt x="68400" y="61621"/>
                            </a:cubicBezTo>
                            <a:cubicBezTo>
                              <a:pt x="64114" y="61050"/>
                              <a:pt x="58970" y="59335"/>
                              <a:pt x="53827" y="57049"/>
                            </a:cubicBezTo>
                            <a:cubicBezTo>
                              <a:pt x="43444" y="52382"/>
                              <a:pt x="33348" y="45143"/>
                              <a:pt x="27824" y="40952"/>
                            </a:cubicBezTo>
                            <a:cubicBezTo>
                              <a:pt x="22299" y="36761"/>
                              <a:pt x="14203" y="29236"/>
                              <a:pt x="8297" y="21997"/>
                            </a:cubicBezTo>
                            <a:cubicBezTo>
                              <a:pt x="2392" y="14758"/>
                              <a:pt x="-1799" y="7805"/>
                              <a:pt x="773" y="2757"/>
                            </a:cubicBezTo>
                            <a:cubicBezTo>
                              <a:pt x="3344" y="-2292"/>
                              <a:pt x="12298" y="185"/>
                              <a:pt x="21347" y="5424"/>
                            </a:cubicBezTo>
                            <a:cubicBezTo>
                              <a:pt x="30395" y="10662"/>
                              <a:pt x="39349" y="18092"/>
                              <a:pt x="43540" y="21521"/>
                            </a:cubicBezTo>
                            <a:cubicBezTo>
                              <a:pt x="47731" y="25045"/>
                              <a:pt x="57542" y="33618"/>
                              <a:pt x="65924" y="41142"/>
                            </a:cubicBezTo>
                            <a:cubicBezTo>
                              <a:pt x="74210" y="48762"/>
                              <a:pt x="81545" y="56096"/>
                              <a:pt x="77639" y="5981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35" name="Forme libre : forme 11734">
                        <a:extLst>
                          <a:ext uri="{FF2B5EF4-FFF2-40B4-BE49-F238E27FC236}">
                            <a16:creationId xmlns:a16="http://schemas.microsoft.com/office/drawing/2014/main" id="{22E6171C-946E-416B-BE46-F7D9803A29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8062" y="2671998"/>
                        <a:ext cx="90812" cy="90238"/>
                      </a:xfrm>
                      <a:custGeom>
                        <a:avLst/>
                        <a:gdLst>
                          <a:gd name="connsiteX0" fmla="*/ 52 w 90812"/>
                          <a:gd name="connsiteY0" fmla="*/ 13194 h 90238"/>
                          <a:gd name="connsiteX1" fmla="*/ 7386 w 90812"/>
                          <a:gd name="connsiteY1" fmla="*/ 28434 h 90238"/>
                          <a:gd name="connsiteX2" fmla="*/ 32437 w 90812"/>
                          <a:gd name="connsiteY2" fmla="*/ 60438 h 90238"/>
                          <a:gd name="connsiteX3" fmla="*/ 68727 w 90812"/>
                          <a:gd name="connsiteY3" fmla="*/ 86441 h 90238"/>
                          <a:gd name="connsiteX4" fmla="*/ 90730 w 90812"/>
                          <a:gd name="connsiteY4" fmla="*/ 85870 h 90238"/>
                          <a:gd name="connsiteX5" fmla="*/ 82062 w 90812"/>
                          <a:gd name="connsiteY5" fmla="*/ 72058 h 90238"/>
                          <a:gd name="connsiteX6" fmla="*/ 59297 w 90812"/>
                          <a:gd name="connsiteY6" fmla="*/ 35482 h 90238"/>
                          <a:gd name="connsiteX7" fmla="*/ 28627 w 90812"/>
                          <a:gd name="connsiteY7" fmla="*/ 1764 h 90238"/>
                          <a:gd name="connsiteX8" fmla="*/ 52 w 90812"/>
                          <a:gd name="connsiteY8" fmla="*/ 13194 h 90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812" h="90238">
                            <a:moveTo>
                              <a:pt x="52" y="13194"/>
                            </a:moveTo>
                            <a:cubicBezTo>
                              <a:pt x="623" y="19957"/>
                              <a:pt x="2243" y="22623"/>
                              <a:pt x="7386" y="28434"/>
                            </a:cubicBezTo>
                            <a:cubicBezTo>
                              <a:pt x="16530" y="39673"/>
                              <a:pt x="20912" y="49008"/>
                              <a:pt x="32437" y="60438"/>
                            </a:cubicBezTo>
                            <a:cubicBezTo>
                              <a:pt x="41962" y="69963"/>
                              <a:pt x="55487" y="80631"/>
                              <a:pt x="68727" y="86441"/>
                            </a:cubicBezTo>
                            <a:cubicBezTo>
                              <a:pt x="78443" y="90727"/>
                              <a:pt x="89396" y="92442"/>
                              <a:pt x="90730" y="85870"/>
                            </a:cubicBezTo>
                            <a:cubicBezTo>
                              <a:pt x="91587" y="81869"/>
                              <a:pt x="85586" y="77107"/>
                              <a:pt x="82062" y="72058"/>
                            </a:cubicBezTo>
                            <a:cubicBezTo>
                              <a:pt x="73490" y="60152"/>
                              <a:pt x="65870" y="49198"/>
                              <a:pt x="59297" y="35482"/>
                            </a:cubicBezTo>
                            <a:cubicBezTo>
                              <a:pt x="53868" y="24052"/>
                              <a:pt x="47582" y="8431"/>
                              <a:pt x="28627" y="1764"/>
                            </a:cubicBezTo>
                            <a:cubicBezTo>
                              <a:pt x="11387" y="-3570"/>
                              <a:pt x="-901" y="4050"/>
                              <a:pt x="52" y="1319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36" name="Forme libre : forme 11735">
                        <a:extLst>
                          <a:ext uri="{FF2B5EF4-FFF2-40B4-BE49-F238E27FC236}">
                            <a16:creationId xmlns:a16="http://schemas.microsoft.com/office/drawing/2014/main" id="{7BF97BE1-86B9-42AF-B520-B1FB4E691E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809" y="2682084"/>
                        <a:ext cx="39437" cy="18319"/>
                      </a:xfrm>
                      <a:custGeom>
                        <a:avLst/>
                        <a:gdLst>
                          <a:gd name="connsiteX0" fmla="*/ 5071 w 39437"/>
                          <a:gd name="connsiteY0" fmla="*/ 60 h 18319"/>
                          <a:gd name="connsiteX1" fmla="*/ 403 w 39437"/>
                          <a:gd name="connsiteY1" fmla="*/ 727 h 18319"/>
                          <a:gd name="connsiteX2" fmla="*/ 2118 w 39437"/>
                          <a:gd name="connsiteY2" fmla="*/ 4251 h 18319"/>
                          <a:gd name="connsiteX3" fmla="*/ 8690 w 39437"/>
                          <a:gd name="connsiteY3" fmla="*/ 7680 h 18319"/>
                          <a:gd name="connsiteX4" fmla="*/ 25359 w 39437"/>
                          <a:gd name="connsiteY4" fmla="*/ 15396 h 18319"/>
                          <a:gd name="connsiteX5" fmla="*/ 31550 w 39437"/>
                          <a:gd name="connsiteY5" fmla="*/ 17872 h 18319"/>
                          <a:gd name="connsiteX6" fmla="*/ 33265 w 39437"/>
                          <a:gd name="connsiteY6" fmla="*/ 8633 h 18319"/>
                          <a:gd name="connsiteX7" fmla="*/ 5071 w 39437"/>
                          <a:gd name="connsiteY7" fmla="*/ 60 h 183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437" h="18319">
                            <a:moveTo>
                              <a:pt x="5071" y="60"/>
                            </a:moveTo>
                            <a:cubicBezTo>
                              <a:pt x="2975" y="-35"/>
                              <a:pt x="1451" y="-130"/>
                              <a:pt x="403" y="727"/>
                            </a:cubicBezTo>
                            <a:cubicBezTo>
                              <a:pt x="-644" y="1584"/>
                              <a:pt x="499" y="3013"/>
                              <a:pt x="2118" y="4251"/>
                            </a:cubicBezTo>
                            <a:cubicBezTo>
                              <a:pt x="3832" y="5490"/>
                              <a:pt x="6595" y="6728"/>
                              <a:pt x="8690" y="7680"/>
                            </a:cubicBezTo>
                            <a:cubicBezTo>
                              <a:pt x="14310" y="10062"/>
                              <a:pt x="20025" y="13014"/>
                              <a:pt x="25359" y="15396"/>
                            </a:cubicBezTo>
                            <a:cubicBezTo>
                              <a:pt x="27550" y="16348"/>
                              <a:pt x="29550" y="17396"/>
                              <a:pt x="31550" y="17872"/>
                            </a:cubicBezTo>
                            <a:cubicBezTo>
                              <a:pt x="39837" y="19777"/>
                              <a:pt x="43361" y="15396"/>
                              <a:pt x="33265" y="8633"/>
                            </a:cubicBezTo>
                            <a:cubicBezTo>
                              <a:pt x="25359" y="3489"/>
                              <a:pt x="13548" y="537"/>
                              <a:pt x="5071" y="6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37" name="Forme libre : forme 11736">
                        <a:extLst>
                          <a:ext uri="{FF2B5EF4-FFF2-40B4-BE49-F238E27FC236}">
                            <a16:creationId xmlns:a16="http://schemas.microsoft.com/office/drawing/2014/main" id="{03F680CC-B304-4C3D-BAE0-CE801950BD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2980" y="2772917"/>
                        <a:ext cx="67055" cy="11813"/>
                      </a:xfrm>
                      <a:custGeom>
                        <a:avLst/>
                        <a:gdLst>
                          <a:gd name="connsiteX0" fmla="*/ 67056 w 67055"/>
                          <a:gd name="connsiteY0" fmla="*/ 9239 h 11813"/>
                          <a:gd name="connsiteX1" fmla="*/ 36957 w 67055"/>
                          <a:gd name="connsiteY1" fmla="*/ 10763 h 11813"/>
                          <a:gd name="connsiteX2" fmla="*/ 28289 w 67055"/>
                          <a:gd name="connsiteY2" fmla="*/ 9430 h 11813"/>
                          <a:gd name="connsiteX3" fmla="*/ 18193 w 67055"/>
                          <a:gd name="connsiteY3" fmla="*/ 6763 h 11813"/>
                          <a:gd name="connsiteX4" fmla="*/ 0 w 67055"/>
                          <a:gd name="connsiteY4" fmla="*/ 0 h 11813"/>
                          <a:gd name="connsiteX5" fmla="*/ 18288 w 67055"/>
                          <a:gd name="connsiteY5" fmla="*/ 6096 h 11813"/>
                          <a:gd name="connsiteX6" fmla="*/ 27908 w 67055"/>
                          <a:gd name="connsiteY6" fmla="*/ 8001 h 11813"/>
                          <a:gd name="connsiteX7" fmla="*/ 36100 w 67055"/>
                          <a:gd name="connsiteY7" fmla="*/ 8572 h 11813"/>
                          <a:gd name="connsiteX8" fmla="*/ 67056 w 67055"/>
                          <a:gd name="connsiteY8" fmla="*/ 9239 h 118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7055" h="11813">
                            <a:moveTo>
                              <a:pt x="67056" y="9239"/>
                            </a:moveTo>
                            <a:cubicBezTo>
                              <a:pt x="59626" y="12573"/>
                              <a:pt x="48578" y="12192"/>
                              <a:pt x="36957" y="10763"/>
                            </a:cubicBezTo>
                            <a:cubicBezTo>
                              <a:pt x="34100" y="10382"/>
                              <a:pt x="31147" y="10001"/>
                              <a:pt x="28289" y="9430"/>
                            </a:cubicBezTo>
                            <a:cubicBezTo>
                              <a:pt x="25146" y="8763"/>
                              <a:pt x="21526" y="7715"/>
                              <a:pt x="18193" y="6763"/>
                            </a:cubicBezTo>
                            <a:cubicBezTo>
                              <a:pt x="11525" y="4667"/>
                              <a:pt x="5334" y="2191"/>
                              <a:pt x="0" y="0"/>
                            </a:cubicBezTo>
                            <a:cubicBezTo>
                              <a:pt x="5715" y="2477"/>
                              <a:pt x="11906" y="4477"/>
                              <a:pt x="18288" y="6096"/>
                            </a:cubicBezTo>
                            <a:cubicBezTo>
                              <a:pt x="21526" y="6858"/>
                              <a:pt x="24765" y="7429"/>
                              <a:pt x="27908" y="8001"/>
                            </a:cubicBezTo>
                            <a:cubicBezTo>
                              <a:pt x="30671" y="8287"/>
                              <a:pt x="33338" y="8477"/>
                              <a:pt x="36100" y="8572"/>
                            </a:cubicBezTo>
                            <a:cubicBezTo>
                              <a:pt x="47054" y="9144"/>
                              <a:pt x="57817" y="9430"/>
                              <a:pt x="67056" y="923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38" name="Forme libre : forme 11737">
                        <a:extLst>
                          <a:ext uri="{FF2B5EF4-FFF2-40B4-BE49-F238E27FC236}">
                            <a16:creationId xmlns:a16="http://schemas.microsoft.com/office/drawing/2014/main" id="{282B1FA5-03EA-4647-B5DC-21F868D756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0492" y="2661059"/>
                        <a:ext cx="79533" cy="11941"/>
                      </a:xfrm>
                      <a:custGeom>
                        <a:avLst/>
                        <a:gdLst>
                          <a:gd name="connsiteX0" fmla="*/ 79534 w 79533"/>
                          <a:gd name="connsiteY0" fmla="*/ 11941 h 11941"/>
                          <a:gd name="connsiteX1" fmla="*/ 35528 w 79533"/>
                          <a:gd name="connsiteY1" fmla="*/ 35 h 11941"/>
                          <a:gd name="connsiteX2" fmla="*/ 16478 w 79533"/>
                          <a:gd name="connsiteY2" fmla="*/ 2226 h 11941"/>
                          <a:gd name="connsiteX3" fmla="*/ 0 w 79533"/>
                          <a:gd name="connsiteY3" fmla="*/ 7179 h 11941"/>
                          <a:gd name="connsiteX4" fmla="*/ 16193 w 79533"/>
                          <a:gd name="connsiteY4" fmla="*/ 2607 h 11941"/>
                          <a:gd name="connsiteX5" fmla="*/ 36100 w 79533"/>
                          <a:gd name="connsiteY5" fmla="*/ 1369 h 11941"/>
                          <a:gd name="connsiteX6" fmla="*/ 79534 w 79533"/>
                          <a:gd name="connsiteY6" fmla="*/ 11941 h 119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9533" h="11941">
                            <a:moveTo>
                              <a:pt x="79534" y="11941"/>
                            </a:moveTo>
                            <a:cubicBezTo>
                              <a:pt x="66008" y="3940"/>
                              <a:pt x="49149" y="-441"/>
                              <a:pt x="35528" y="35"/>
                            </a:cubicBezTo>
                            <a:cubicBezTo>
                              <a:pt x="28766" y="131"/>
                              <a:pt x="22384" y="892"/>
                              <a:pt x="16478" y="2226"/>
                            </a:cubicBezTo>
                            <a:cubicBezTo>
                              <a:pt x="10573" y="3464"/>
                              <a:pt x="5048" y="5083"/>
                              <a:pt x="0" y="7179"/>
                            </a:cubicBezTo>
                            <a:cubicBezTo>
                              <a:pt x="4572" y="5083"/>
                              <a:pt x="10097" y="3559"/>
                              <a:pt x="16193" y="2607"/>
                            </a:cubicBezTo>
                            <a:cubicBezTo>
                              <a:pt x="22289" y="1464"/>
                              <a:pt x="29051" y="1178"/>
                              <a:pt x="36100" y="1369"/>
                            </a:cubicBezTo>
                            <a:cubicBezTo>
                              <a:pt x="50578" y="1654"/>
                              <a:pt x="67247" y="6512"/>
                              <a:pt x="79534" y="1194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39" name="Forme libre : forme 11738">
                        <a:extLst>
                          <a:ext uri="{FF2B5EF4-FFF2-40B4-BE49-F238E27FC236}">
                            <a16:creationId xmlns:a16="http://schemas.microsoft.com/office/drawing/2014/main" id="{DF2C5033-4755-4B6F-BA76-4EE25F4A87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2441" y="2720150"/>
                        <a:ext cx="26509" cy="25131"/>
                      </a:xfrm>
                      <a:custGeom>
                        <a:avLst/>
                        <a:gdLst>
                          <a:gd name="connsiteX0" fmla="*/ 25590 w 26509"/>
                          <a:gd name="connsiteY0" fmla="*/ 24954 h 25131"/>
                          <a:gd name="connsiteX1" fmla="*/ 8254 w 26509"/>
                          <a:gd name="connsiteY1" fmla="*/ 13524 h 25131"/>
                          <a:gd name="connsiteX2" fmla="*/ 1206 w 26509"/>
                          <a:gd name="connsiteY2" fmla="*/ 94 h 25131"/>
                          <a:gd name="connsiteX3" fmla="*/ 17112 w 26509"/>
                          <a:gd name="connsiteY3" fmla="*/ 11333 h 25131"/>
                          <a:gd name="connsiteX4" fmla="*/ 25590 w 26509"/>
                          <a:gd name="connsiteY4" fmla="*/ 24954 h 25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6509" h="25131">
                            <a:moveTo>
                              <a:pt x="25590" y="24954"/>
                            </a:moveTo>
                            <a:cubicBezTo>
                              <a:pt x="21589" y="26573"/>
                              <a:pt x="11207" y="16667"/>
                              <a:pt x="8254" y="13524"/>
                            </a:cubicBezTo>
                            <a:cubicBezTo>
                              <a:pt x="5206" y="10476"/>
                              <a:pt x="-3081" y="1237"/>
                              <a:pt x="1206" y="94"/>
                            </a:cubicBezTo>
                            <a:cubicBezTo>
                              <a:pt x="5587" y="-1049"/>
                              <a:pt x="14350" y="8571"/>
                              <a:pt x="17112" y="11333"/>
                            </a:cubicBezTo>
                            <a:cubicBezTo>
                              <a:pt x="19875" y="14286"/>
                              <a:pt x="29495" y="23430"/>
                              <a:pt x="25590" y="2495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40" name="Forme libre : forme 11739">
                        <a:extLst>
                          <a:ext uri="{FF2B5EF4-FFF2-40B4-BE49-F238E27FC236}">
                            <a16:creationId xmlns:a16="http://schemas.microsoft.com/office/drawing/2014/main" id="{C13F99F0-9FED-4B7D-857A-CADE663C66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4877" y="2741265"/>
                        <a:ext cx="8185" cy="6726"/>
                      </a:xfrm>
                      <a:custGeom>
                        <a:avLst/>
                        <a:gdLst>
                          <a:gd name="connsiteX0" fmla="*/ 8106 w 8185"/>
                          <a:gd name="connsiteY0" fmla="*/ 6221 h 6726"/>
                          <a:gd name="connsiteX1" fmla="*/ 3439 w 8185"/>
                          <a:gd name="connsiteY1" fmla="*/ 4982 h 6726"/>
                          <a:gd name="connsiteX2" fmla="*/ 105 w 8185"/>
                          <a:gd name="connsiteY2" fmla="*/ 506 h 6726"/>
                          <a:gd name="connsiteX3" fmla="*/ 4677 w 8185"/>
                          <a:gd name="connsiteY3" fmla="*/ 1744 h 6726"/>
                          <a:gd name="connsiteX4" fmla="*/ 8106 w 8185"/>
                          <a:gd name="connsiteY4" fmla="*/ 6221 h 67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85" h="6726">
                            <a:moveTo>
                              <a:pt x="8106" y="6221"/>
                            </a:moveTo>
                            <a:cubicBezTo>
                              <a:pt x="7630" y="7554"/>
                              <a:pt x="4773" y="5935"/>
                              <a:pt x="3439" y="4982"/>
                            </a:cubicBezTo>
                            <a:cubicBezTo>
                              <a:pt x="2106" y="4030"/>
                              <a:pt x="-561" y="1839"/>
                              <a:pt x="105" y="506"/>
                            </a:cubicBezTo>
                            <a:cubicBezTo>
                              <a:pt x="677" y="-828"/>
                              <a:pt x="3248" y="791"/>
                              <a:pt x="4677" y="1744"/>
                            </a:cubicBezTo>
                            <a:cubicBezTo>
                              <a:pt x="6011" y="2696"/>
                              <a:pt x="8678" y="4887"/>
                              <a:pt x="8106" y="622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41" name="Forme libre : forme 11740">
                        <a:extLst>
                          <a:ext uri="{FF2B5EF4-FFF2-40B4-BE49-F238E27FC236}">
                            <a16:creationId xmlns:a16="http://schemas.microsoft.com/office/drawing/2014/main" id="{E4B2B677-C6A5-4ABA-97E3-AA6DEF6D93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65289" y="2703593"/>
                        <a:ext cx="56188" cy="71517"/>
                      </a:xfrm>
                      <a:custGeom>
                        <a:avLst/>
                        <a:gdLst>
                          <a:gd name="connsiteX0" fmla="*/ 45698 w 56188"/>
                          <a:gd name="connsiteY0" fmla="*/ 44464 h 71517"/>
                          <a:gd name="connsiteX1" fmla="*/ 56176 w 56188"/>
                          <a:gd name="connsiteY1" fmla="*/ 68658 h 71517"/>
                          <a:gd name="connsiteX2" fmla="*/ 47889 w 56188"/>
                          <a:gd name="connsiteY2" fmla="*/ 70087 h 71517"/>
                          <a:gd name="connsiteX3" fmla="*/ 40936 w 56188"/>
                          <a:gd name="connsiteY3" fmla="*/ 61514 h 71517"/>
                          <a:gd name="connsiteX4" fmla="*/ 31887 w 56188"/>
                          <a:gd name="connsiteY4" fmla="*/ 47703 h 71517"/>
                          <a:gd name="connsiteX5" fmla="*/ 22172 w 56188"/>
                          <a:gd name="connsiteY5" fmla="*/ 34368 h 71517"/>
                          <a:gd name="connsiteX6" fmla="*/ 7027 w 56188"/>
                          <a:gd name="connsiteY6" fmla="*/ 15984 h 71517"/>
                          <a:gd name="connsiteX7" fmla="*/ 2264 w 56188"/>
                          <a:gd name="connsiteY7" fmla="*/ 78 h 71517"/>
                          <a:gd name="connsiteX8" fmla="*/ 20933 w 56188"/>
                          <a:gd name="connsiteY8" fmla="*/ 9793 h 71517"/>
                          <a:gd name="connsiteX9" fmla="*/ 35316 w 56188"/>
                          <a:gd name="connsiteY9" fmla="*/ 25033 h 71517"/>
                          <a:gd name="connsiteX10" fmla="*/ 40460 w 56188"/>
                          <a:gd name="connsiteY10" fmla="*/ 34558 h 71517"/>
                          <a:gd name="connsiteX11" fmla="*/ 45698 w 56188"/>
                          <a:gd name="connsiteY11" fmla="*/ 44464 h 71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6188" h="71517">
                            <a:moveTo>
                              <a:pt x="45698" y="44464"/>
                            </a:moveTo>
                            <a:cubicBezTo>
                              <a:pt x="51604" y="53323"/>
                              <a:pt x="55319" y="60181"/>
                              <a:pt x="56176" y="68658"/>
                            </a:cubicBezTo>
                            <a:cubicBezTo>
                              <a:pt x="56462" y="71801"/>
                              <a:pt x="51699" y="72468"/>
                              <a:pt x="47889" y="70087"/>
                            </a:cubicBezTo>
                            <a:cubicBezTo>
                              <a:pt x="43984" y="67705"/>
                              <a:pt x="42650" y="64562"/>
                              <a:pt x="40936" y="61514"/>
                            </a:cubicBezTo>
                            <a:cubicBezTo>
                              <a:pt x="38364" y="56751"/>
                              <a:pt x="35126" y="52180"/>
                              <a:pt x="31887" y="47703"/>
                            </a:cubicBezTo>
                            <a:cubicBezTo>
                              <a:pt x="28649" y="43226"/>
                              <a:pt x="25505" y="38940"/>
                              <a:pt x="22172" y="34368"/>
                            </a:cubicBezTo>
                            <a:cubicBezTo>
                              <a:pt x="20076" y="31510"/>
                              <a:pt x="12647" y="23795"/>
                              <a:pt x="7027" y="15984"/>
                            </a:cubicBezTo>
                            <a:cubicBezTo>
                              <a:pt x="1407" y="8269"/>
                              <a:pt x="-2784" y="840"/>
                              <a:pt x="2264" y="78"/>
                            </a:cubicBezTo>
                            <a:cubicBezTo>
                              <a:pt x="7313" y="-684"/>
                              <a:pt x="14647" y="4269"/>
                              <a:pt x="20933" y="9793"/>
                            </a:cubicBezTo>
                            <a:cubicBezTo>
                              <a:pt x="27220" y="15318"/>
                              <a:pt x="32744" y="21699"/>
                              <a:pt x="35316" y="25033"/>
                            </a:cubicBezTo>
                            <a:cubicBezTo>
                              <a:pt x="37793" y="28653"/>
                              <a:pt x="39317" y="31510"/>
                              <a:pt x="40460" y="34558"/>
                            </a:cubicBezTo>
                            <a:cubicBezTo>
                              <a:pt x="41984" y="37892"/>
                              <a:pt x="43508" y="41131"/>
                              <a:pt x="45698" y="4446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19" name="Graphique 1">
                      <a:extLst>
                        <a:ext uri="{FF2B5EF4-FFF2-40B4-BE49-F238E27FC236}">
                          <a16:creationId xmlns:a16="http://schemas.microsoft.com/office/drawing/2014/main" id="{00BA687E-DDDE-4A4A-91E7-95F2824216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25342" y="2773856"/>
                      <a:ext cx="142635" cy="166508"/>
                      <a:chOff x="1025342" y="2773856"/>
                      <a:chExt cx="142635" cy="166508"/>
                    </a:xfrm>
                    <a:solidFill>
                      <a:schemeClr val="accent1"/>
                    </a:solidFill>
                  </p:grpSpPr>
                  <p:sp>
                    <p:nvSpPr>
                      <p:cNvPr id="11718" name="Forme libre : forme 11717">
                        <a:extLst>
                          <a:ext uri="{FF2B5EF4-FFF2-40B4-BE49-F238E27FC236}">
                            <a16:creationId xmlns:a16="http://schemas.microsoft.com/office/drawing/2014/main" id="{435FFD3F-D9BE-48B1-8079-2071C4F085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5342" y="2773856"/>
                        <a:ext cx="142635" cy="166508"/>
                      </a:xfrm>
                      <a:custGeom>
                        <a:avLst/>
                        <a:gdLst>
                          <a:gd name="connsiteX0" fmla="*/ 67084 w 142635"/>
                          <a:gd name="connsiteY0" fmla="*/ 132031 h 166508"/>
                          <a:gd name="connsiteX1" fmla="*/ 45177 w 142635"/>
                          <a:gd name="connsiteY1" fmla="*/ 104599 h 166508"/>
                          <a:gd name="connsiteX2" fmla="*/ 25174 w 142635"/>
                          <a:gd name="connsiteY2" fmla="*/ 79072 h 166508"/>
                          <a:gd name="connsiteX3" fmla="*/ 124 w 142635"/>
                          <a:gd name="connsiteY3" fmla="*/ 16493 h 166508"/>
                          <a:gd name="connsiteX4" fmla="*/ 14030 w 142635"/>
                          <a:gd name="connsiteY4" fmla="*/ 14 h 166508"/>
                          <a:gd name="connsiteX5" fmla="*/ 82991 w 142635"/>
                          <a:gd name="connsiteY5" fmla="*/ 30589 h 166508"/>
                          <a:gd name="connsiteX6" fmla="*/ 124520 w 142635"/>
                          <a:gd name="connsiteY6" fmla="*/ 83263 h 166508"/>
                          <a:gd name="connsiteX7" fmla="*/ 135379 w 142635"/>
                          <a:gd name="connsiteY7" fmla="*/ 101646 h 166508"/>
                          <a:gd name="connsiteX8" fmla="*/ 140998 w 142635"/>
                          <a:gd name="connsiteY8" fmla="*/ 118886 h 166508"/>
                          <a:gd name="connsiteX9" fmla="*/ 141760 w 142635"/>
                          <a:gd name="connsiteY9" fmla="*/ 151748 h 166508"/>
                          <a:gd name="connsiteX10" fmla="*/ 126520 w 142635"/>
                          <a:gd name="connsiteY10" fmla="*/ 166416 h 166508"/>
                          <a:gd name="connsiteX11" fmla="*/ 67084 w 142635"/>
                          <a:gd name="connsiteY11" fmla="*/ 132031 h 1665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42635" h="166508">
                            <a:moveTo>
                              <a:pt x="67084" y="132031"/>
                            </a:moveTo>
                            <a:cubicBezTo>
                              <a:pt x="60988" y="125268"/>
                              <a:pt x="52797" y="114600"/>
                              <a:pt x="45177" y="104599"/>
                            </a:cubicBezTo>
                            <a:cubicBezTo>
                              <a:pt x="37652" y="94979"/>
                              <a:pt x="30127" y="85454"/>
                              <a:pt x="25174" y="79072"/>
                            </a:cubicBezTo>
                            <a:cubicBezTo>
                              <a:pt x="7363" y="56498"/>
                              <a:pt x="3172" y="39448"/>
                              <a:pt x="124" y="16493"/>
                            </a:cubicBezTo>
                            <a:cubicBezTo>
                              <a:pt x="-1019" y="8777"/>
                              <a:pt x="5934" y="205"/>
                              <a:pt x="14030" y="14"/>
                            </a:cubicBezTo>
                            <a:cubicBezTo>
                              <a:pt x="37176" y="-367"/>
                              <a:pt x="59750" y="6777"/>
                              <a:pt x="82991" y="30589"/>
                            </a:cubicBezTo>
                            <a:cubicBezTo>
                              <a:pt x="95755" y="43258"/>
                              <a:pt x="116043" y="71071"/>
                              <a:pt x="124520" y="83263"/>
                            </a:cubicBezTo>
                            <a:cubicBezTo>
                              <a:pt x="128235" y="88597"/>
                              <a:pt x="132902" y="95931"/>
                              <a:pt x="135379" y="101646"/>
                            </a:cubicBezTo>
                            <a:cubicBezTo>
                              <a:pt x="138141" y="107647"/>
                              <a:pt x="139855" y="113362"/>
                              <a:pt x="140998" y="118886"/>
                            </a:cubicBezTo>
                            <a:cubicBezTo>
                              <a:pt x="143189" y="130031"/>
                              <a:pt x="142903" y="140508"/>
                              <a:pt x="141760" y="151748"/>
                            </a:cubicBezTo>
                            <a:cubicBezTo>
                              <a:pt x="140998" y="159463"/>
                              <a:pt x="133950" y="167464"/>
                              <a:pt x="126520" y="166416"/>
                            </a:cubicBezTo>
                            <a:cubicBezTo>
                              <a:pt x="105089" y="163559"/>
                              <a:pt x="86515" y="153653"/>
                              <a:pt x="67084" y="13203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19" name="Forme libre : forme 11718">
                        <a:extLst>
                          <a:ext uri="{FF2B5EF4-FFF2-40B4-BE49-F238E27FC236}">
                            <a16:creationId xmlns:a16="http://schemas.microsoft.com/office/drawing/2014/main" id="{9BF63245-344D-451D-9C2D-BB0B328D1E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5376" y="2781014"/>
                        <a:ext cx="127057" cy="159258"/>
                      </a:xfrm>
                      <a:custGeom>
                        <a:avLst/>
                        <a:gdLst>
                          <a:gd name="connsiteX0" fmla="*/ 52191 w 127057"/>
                          <a:gd name="connsiteY0" fmla="*/ 62008 h 159258"/>
                          <a:gd name="connsiteX1" fmla="*/ 2375 w 127057"/>
                          <a:gd name="connsiteY1" fmla="*/ 0 h 159258"/>
                          <a:gd name="connsiteX2" fmla="*/ 89 w 127057"/>
                          <a:gd name="connsiteY2" fmla="*/ 9239 h 159258"/>
                          <a:gd name="connsiteX3" fmla="*/ 1803 w 127057"/>
                          <a:gd name="connsiteY3" fmla="*/ 20669 h 159258"/>
                          <a:gd name="connsiteX4" fmla="*/ 11614 w 127057"/>
                          <a:gd name="connsiteY4" fmla="*/ 51149 h 159258"/>
                          <a:gd name="connsiteX5" fmla="*/ 25140 w 127057"/>
                          <a:gd name="connsiteY5" fmla="*/ 71914 h 159258"/>
                          <a:gd name="connsiteX6" fmla="*/ 31426 w 127057"/>
                          <a:gd name="connsiteY6" fmla="*/ 79915 h 159258"/>
                          <a:gd name="connsiteX7" fmla="*/ 63430 w 127057"/>
                          <a:gd name="connsiteY7" fmla="*/ 120587 h 159258"/>
                          <a:gd name="connsiteX8" fmla="*/ 67050 w 127057"/>
                          <a:gd name="connsiteY8" fmla="*/ 124778 h 159258"/>
                          <a:gd name="connsiteX9" fmla="*/ 87624 w 127057"/>
                          <a:gd name="connsiteY9" fmla="*/ 143542 h 159258"/>
                          <a:gd name="connsiteX10" fmla="*/ 116675 w 127057"/>
                          <a:gd name="connsiteY10" fmla="*/ 157258 h 159258"/>
                          <a:gd name="connsiteX11" fmla="*/ 126676 w 127057"/>
                          <a:gd name="connsiteY11" fmla="*/ 159258 h 159258"/>
                          <a:gd name="connsiteX12" fmla="*/ 127057 w 127057"/>
                          <a:gd name="connsiteY12" fmla="*/ 159258 h 159258"/>
                          <a:gd name="connsiteX13" fmla="*/ 90862 w 127057"/>
                          <a:gd name="connsiteY13" fmla="*/ 109442 h 159258"/>
                          <a:gd name="connsiteX14" fmla="*/ 52191 w 127057"/>
                          <a:gd name="connsiteY14" fmla="*/ 62008 h 159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27057" h="159258">
                            <a:moveTo>
                              <a:pt x="52191" y="62008"/>
                            </a:moveTo>
                            <a:cubicBezTo>
                              <a:pt x="33426" y="41910"/>
                              <a:pt x="13234" y="21812"/>
                              <a:pt x="2375" y="0"/>
                            </a:cubicBezTo>
                            <a:cubicBezTo>
                              <a:pt x="565" y="2762"/>
                              <a:pt x="-292" y="6096"/>
                              <a:pt x="89" y="9239"/>
                            </a:cubicBezTo>
                            <a:cubicBezTo>
                              <a:pt x="660" y="13145"/>
                              <a:pt x="1137" y="16954"/>
                              <a:pt x="1803" y="20669"/>
                            </a:cubicBezTo>
                            <a:cubicBezTo>
                              <a:pt x="3804" y="31147"/>
                              <a:pt x="6376" y="41148"/>
                              <a:pt x="11614" y="51149"/>
                            </a:cubicBezTo>
                            <a:cubicBezTo>
                              <a:pt x="14948" y="57721"/>
                              <a:pt x="19330" y="64389"/>
                              <a:pt x="25140" y="71914"/>
                            </a:cubicBezTo>
                            <a:cubicBezTo>
                              <a:pt x="26949" y="74200"/>
                              <a:pt x="29045" y="76867"/>
                              <a:pt x="31426" y="79915"/>
                            </a:cubicBezTo>
                            <a:cubicBezTo>
                              <a:pt x="40761" y="91440"/>
                              <a:pt x="53619" y="108776"/>
                              <a:pt x="63430" y="120587"/>
                            </a:cubicBezTo>
                            <a:cubicBezTo>
                              <a:pt x="64764" y="122111"/>
                              <a:pt x="66002" y="123539"/>
                              <a:pt x="67050" y="124778"/>
                            </a:cubicBezTo>
                            <a:cubicBezTo>
                              <a:pt x="74289" y="132779"/>
                              <a:pt x="80671" y="138398"/>
                              <a:pt x="87624" y="143542"/>
                            </a:cubicBezTo>
                            <a:cubicBezTo>
                              <a:pt x="97053" y="150209"/>
                              <a:pt x="106674" y="154496"/>
                              <a:pt x="116675" y="157258"/>
                            </a:cubicBezTo>
                            <a:cubicBezTo>
                              <a:pt x="119913" y="158115"/>
                              <a:pt x="123247" y="158782"/>
                              <a:pt x="126676" y="159258"/>
                            </a:cubicBezTo>
                            <a:lnTo>
                              <a:pt x="127057" y="159258"/>
                            </a:lnTo>
                            <a:cubicBezTo>
                              <a:pt x="115151" y="142589"/>
                              <a:pt x="103435" y="125349"/>
                              <a:pt x="90862" y="109442"/>
                            </a:cubicBezTo>
                            <a:cubicBezTo>
                              <a:pt x="77813" y="92773"/>
                              <a:pt x="65716" y="76295"/>
                              <a:pt x="52191" y="6200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20" name="Forme libre : forme 11719">
                        <a:extLst>
                          <a:ext uri="{FF2B5EF4-FFF2-40B4-BE49-F238E27FC236}">
                            <a16:creationId xmlns:a16="http://schemas.microsoft.com/office/drawing/2014/main" id="{ECEED556-D949-469D-AF11-0ECAA7CB97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7630" y="2828595"/>
                        <a:ext cx="61630" cy="78088"/>
                      </a:xfrm>
                      <a:custGeom>
                        <a:avLst/>
                        <a:gdLst>
                          <a:gd name="connsiteX0" fmla="*/ 59849 w 61630"/>
                          <a:gd name="connsiteY0" fmla="*/ 77196 h 78088"/>
                          <a:gd name="connsiteX1" fmla="*/ 39942 w 61630"/>
                          <a:gd name="connsiteY1" fmla="*/ 67480 h 78088"/>
                          <a:gd name="connsiteX2" fmla="*/ 19749 w 61630"/>
                          <a:gd name="connsiteY2" fmla="*/ 45287 h 78088"/>
                          <a:gd name="connsiteX3" fmla="*/ 1842 w 61630"/>
                          <a:gd name="connsiteY3" fmla="*/ 1472 h 78088"/>
                          <a:gd name="connsiteX4" fmla="*/ 39371 w 61630"/>
                          <a:gd name="connsiteY4" fmla="*/ 30047 h 78088"/>
                          <a:gd name="connsiteX5" fmla="*/ 55087 w 61630"/>
                          <a:gd name="connsiteY5" fmla="*/ 54622 h 78088"/>
                          <a:gd name="connsiteX6" fmla="*/ 59849 w 61630"/>
                          <a:gd name="connsiteY6" fmla="*/ 77196 h 78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1630" h="78088">
                            <a:moveTo>
                              <a:pt x="59849" y="77196"/>
                            </a:moveTo>
                            <a:cubicBezTo>
                              <a:pt x="55849" y="80339"/>
                              <a:pt x="47943" y="74719"/>
                              <a:pt x="39942" y="67480"/>
                            </a:cubicBezTo>
                            <a:cubicBezTo>
                              <a:pt x="31846" y="60241"/>
                              <a:pt x="23369" y="50145"/>
                              <a:pt x="19749" y="45287"/>
                            </a:cubicBezTo>
                            <a:cubicBezTo>
                              <a:pt x="12224" y="35000"/>
                              <a:pt x="-5778" y="8902"/>
                              <a:pt x="1842" y="1472"/>
                            </a:cubicBezTo>
                            <a:cubicBezTo>
                              <a:pt x="10129" y="-6529"/>
                              <a:pt x="32894" y="20236"/>
                              <a:pt x="39371" y="30047"/>
                            </a:cubicBezTo>
                            <a:cubicBezTo>
                              <a:pt x="42800" y="35000"/>
                              <a:pt x="49658" y="44906"/>
                              <a:pt x="55087" y="54622"/>
                            </a:cubicBezTo>
                            <a:cubicBezTo>
                              <a:pt x="60611" y="64528"/>
                              <a:pt x="63850" y="74053"/>
                              <a:pt x="59849" y="7719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21" name="Forme libre : forme 11720">
                        <a:extLst>
                          <a:ext uri="{FF2B5EF4-FFF2-40B4-BE49-F238E27FC236}">
                            <a16:creationId xmlns:a16="http://schemas.microsoft.com/office/drawing/2014/main" id="{9BDAEABC-188E-4A72-BE92-9899AF672F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7857" y="2827955"/>
                        <a:ext cx="33619" cy="61739"/>
                      </a:xfrm>
                      <a:custGeom>
                        <a:avLst/>
                        <a:gdLst>
                          <a:gd name="connsiteX0" fmla="*/ 22190 w 33619"/>
                          <a:gd name="connsiteY0" fmla="*/ 11256 h 61739"/>
                          <a:gd name="connsiteX1" fmla="*/ 1235 w 33619"/>
                          <a:gd name="connsiteY1" fmla="*/ 1827 h 61739"/>
                          <a:gd name="connsiteX2" fmla="*/ 19808 w 33619"/>
                          <a:gd name="connsiteY2" fmla="*/ 46404 h 61739"/>
                          <a:gd name="connsiteX3" fmla="*/ 33619 w 33619"/>
                          <a:gd name="connsiteY3" fmla="*/ 61739 h 61739"/>
                          <a:gd name="connsiteX4" fmla="*/ 27428 w 33619"/>
                          <a:gd name="connsiteY4" fmla="*/ 52500 h 61739"/>
                          <a:gd name="connsiteX5" fmla="*/ 22190 w 33619"/>
                          <a:gd name="connsiteY5" fmla="*/ 11256 h 61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619" h="61739">
                            <a:moveTo>
                              <a:pt x="22190" y="11256"/>
                            </a:moveTo>
                            <a:cubicBezTo>
                              <a:pt x="17046" y="7542"/>
                              <a:pt x="4949" y="-4555"/>
                              <a:pt x="1235" y="1827"/>
                            </a:cubicBezTo>
                            <a:cubicBezTo>
                              <a:pt x="-4385" y="11637"/>
                              <a:pt x="10474" y="33450"/>
                              <a:pt x="19808" y="46404"/>
                            </a:cubicBezTo>
                            <a:cubicBezTo>
                              <a:pt x="22570" y="50119"/>
                              <a:pt x="29524" y="58024"/>
                              <a:pt x="33619" y="61739"/>
                            </a:cubicBezTo>
                            <a:cubicBezTo>
                              <a:pt x="31810" y="59262"/>
                              <a:pt x="28666" y="55167"/>
                              <a:pt x="27428" y="52500"/>
                            </a:cubicBezTo>
                            <a:cubicBezTo>
                              <a:pt x="20570" y="37545"/>
                              <a:pt x="13522" y="19543"/>
                              <a:pt x="22190" y="1125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22" name="Forme libre : forme 11721">
                        <a:extLst>
                          <a:ext uri="{FF2B5EF4-FFF2-40B4-BE49-F238E27FC236}">
                            <a16:creationId xmlns:a16="http://schemas.microsoft.com/office/drawing/2014/main" id="{A3CBC518-42C5-44BD-95E3-B3A06FD74B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708" y="2834159"/>
                        <a:ext cx="62207" cy="77693"/>
                      </a:xfrm>
                      <a:custGeom>
                        <a:avLst/>
                        <a:gdLst>
                          <a:gd name="connsiteX0" fmla="*/ 59819 w 62207"/>
                          <a:gd name="connsiteY0" fmla="*/ 77347 h 77693"/>
                          <a:gd name="connsiteX1" fmla="*/ 39245 w 62207"/>
                          <a:gd name="connsiteY1" fmla="*/ 66584 h 77693"/>
                          <a:gd name="connsiteX2" fmla="*/ 19052 w 62207"/>
                          <a:gd name="connsiteY2" fmla="*/ 45153 h 77693"/>
                          <a:gd name="connsiteX3" fmla="*/ 1907 w 62207"/>
                          <a:gd name="connsiteY3" fmla="*/ 1528 h 77693"/>
                          <a:gd name="connsiteX4" fmla="*/ 21052 w 62207"/>
                          <a:gd name="connsiteY4" fmla="*/ 9243 h 77693"/>
                          <a:gd name="connsiteX5" fmla="*/ 38864 w 62207"/>
                          <a:gd name="connsiteY5" fmla="*/ 30103 h 77693"/>
                          <a:gd name="connsiteX6" fmla="*/ 55723 w 62207"/>
                          <a:gd name="connsiteY6" fmla="*/ 55440 h 77693"/>
                          <a:gd name="connsiteX7" fmla="*/ 59819 w 62207"/>
                          <a:gd name="connsiteY7" fmla="*/ 77347 h 776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2207" h="77693">
                            <a:moveTo>
                              <a:pt x="59819" y="77347"/>
                            </a:moveTo>
                            <a:cubicBezTo>
                              <a:pt x="54866" y="79157"/>
                              <a:pt x="46960" y="73632"/>
                              <a:pt x="39245" y="66584"/>
                            </a:cubicBezTo>
                            <a:cubicBezTo>
                              <a:pt x="31625" y="60012"/>
                              <a:pt x="23243" y="50296"/>
                              <a:pt x="19052" y="45153"/>
                            </a:cubicBezTo>
                            <a:cubicBezTo>
                              <a:pt x="10575" y="34199"/>
                              <a:pt x="-5523" y="9624"/>
                              <a:pt x="1907" y="1528"/>
                            </a:cubicBezTo>
                            <a:cubicBezTo>
                              <a:pt x="5717" y="-2568"/>
                              <a:pt x="13623" y="2100"/>
                              <a:pt x="21052" y="9243"/>
                            </a:cubicBezTo>
                            <a:cubicBezTo>
                              <a:pt x="28577" y="16387"/>
                              <a:pt x="35625" y="25722"/>
                              <a:pt x="38864" y="30103"/>
                            </a:cubicBezTo>
                            <a:cubicBezTo>
                              <a:pt x="42102" y="34675"/>
                              <a:pt x="49722" y="45057"/>
                              <a:pt x="55723" y="55440"/>
                            </a:cubicBezTo>
                            <a:cubicBezTo>
                              <a:pt x="61343" y="65822"/>
                              <a:pt x="64772" y="75538"/>
                              <a:pt x="59819" y="7734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23" name="Forme libre : forme 11722">
                        <a:extLst>
                          <a:ext uri="{FF2B5EF4-FFF2-40B4-BE49-F238E27FC236}">
                            <a16:creationId xmlns:a16="http://schemas.microsoft.com/office/drawing/2014/main" id="{452B3ADF-8E81-4607-A322-939BC8E6F4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6345" y="2792253"/>
                        <a:ext cx="68341" cy="106555"/>
                      </a:xfrm>
                      <a:custGeom>
                        <a:avLst/>
                        <a:gdLst>
                          <a:gd name="connsiteX0" fmla="*/ 1504 w 68341"/>
                          <a:gd name="connsiteY0" fmla="*/ 6954 h 106555"/>
                          <a:gd name="connsiteX1" fmla="*/ 1885 w 68341"/>
                          <a:gd name="connsiteY1" fmla="*/ 23908 h 106555"/>
                          <a:gd name="connsiteX2" fmla="*/ 17601 w 68341"/>
                          <a:gd name="connsiteY2" fmla="*/ 65057 h 106555"/>
                          <a:gd name="connsiteX3" fmla="*/ 46843 w 68341"/>
                          <a:gd name="connsiteY3" fmla="*/ 99156 h 106555"/>
                          <a:gd name="connsiteX4" fmla="*/ 59320 w 68341"/>
                          <a:gd name="connsiteY4" fmla="*/ 106109 h 106555"/>
                          <a:gd name="connsiteX5" fmla="*/ 67798 w 68341"/>
                          <a:gd name="connsiteY5" fmla="*/ 103728 h 106555"/>
                          <a:gd name="connsiteX6" fmla="*/ 63226 w 68341"/>
                          <a:gd name="connsiteY6" fmla="*/ 88393 h 106555"/>
                          <a:gd name="connsiteX7" fmla="*/ 49795 w 68341"/>
                          <a:gd name="connsiteY7" fmla="*/ 47626 h 106555"/>
                          <a:gd name="connsiteX8" fmla="*/ 31698 w 68341"/>
                          <a:gd name="connsiteY8" fmla="*/ 7621 h 106555"/>
                          <a:gd name="connsiteX9" fmla="*/ 1504 w 68341"/>
                          <a:gd name="connsiteY9" fmla="*/ 6954 h 106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8341" h="106555">
                            <a:moveTo>
                              <a:pt x="1504" y="6954"/>
                            </a:moveTo>
                            <a:cubicBezTo>
                              <a:pt x="-782" y="13240"/>
                              <a:pt x="-306" y="16288"/>
                              <a:pt x="1885" y="23908"/>
                            </a:cubicBezTo>
                            <a:cubicBezTo>
                              <a:pt x="6076" y="38482"/>
                              <a:pt x="8647" y="50102"/>
                              <a:pt x="17601" y="65057"/>
                            </a:cubicBezTo>
                            <a:cubicBezTo>
                              <a:pt x="25030" y="77534"/>
                              <a:pt x="35794" y="90583"/>
                              <a:pt x="46843" y="99156"/>
                            </a:cubicBezTo>
                            <a:cubicBezTo>
                              <a:pt x="50843" y="102299"/>
                              <a:pt x="55510" y="104966"/>
                              <a:pt x="59320" y="106109"/>
                            </a:cubicBezTo>
                            <a:cubicBezTo>
                              <a:pt x="63035" y="107062"/>
                              <a:pt x="66178" y="106585"/>
                              <a:pt x="67798" y="103728"/>
                            </a:cubicBezTo>
                            <a:cubicBezTo>
                              <a:pt x="69893" y="100299"/>
                              <a:pt x="65416" y="94108"/>
                              <a:pt x="63226" y="88393"/>
                            </a:cubicBezTo>
                            <a:cubicBezTo>
                              <a:pt x="57987" y="74867"/>
                              <a:pt x="52843" y="62390"/>
                              <a:pt x="49795" y="47626"/>
                            </a:cubicBezTo>
                            <a:cubicBezTo>
                              <a:pt x="47223" y="35148"/>
                              <a:pt x="45700" y="19336"/>
                              <a:pt x="31698" y="7621"/>
                            </a:cubicBezTo>
                            <a:cubicBezTo>
                              <a:pt x="19220" y="-2952"/>
                              <a:pt x="4552" y="-1904"/>
                              <a:pt x="1504" y="695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24" name="Forme libre : forme 11723">
                        <a:extLst>
                          <a:ext uri="{FF2B5EF4-FFF2-40B4-BE49-F238E27FC236}">
                            <a16:creationId xmlns:a16="http://schemas.microsoft.com/office/drawing/2014/main" id="{FE8E09C5-B3A4-4DAA-806F-FB223315CB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1788" y="2807224"/>
                        <a:ext cx="32848" cy="26654"/>
                      </a:xfrm>
                      <a:custGeom>
                        <a:avLst/>
                        <a:gdLst>
                          <a:gd name="connsiteX0" fmla="*/ 5207 w 32848"/>
                          <a:gd name="connsiteY0" fmla="*/ 1031 h 26654"/>
                          <a:gd name="connsiteX1" fmla="*/ 731 w 32848"/>
                          <a:gd name="connsiteY1" fmla="*/ 174 h 26654"/>
                          <a:gd name="connsiteX2" fmla="*/ 1112 w 32848"/>
                          <a:gd name="connsiteY2" fmla="*/ 3984 h 26654"/>
                          <a:gd name="connsiteX3" fmla="*/ 5969 w 32848"/>
                          <a:gd name="connsiteY3" fmla="*/ 9318 h 26654"/>
                          <a:gd name="connsiteX4" fmla="*/ 19400 w 32848"/>
                          <a:gd name="connsiteY4" fmla="*/ 21225 h 26654"/>
                          <a:gd name="connsiteX5" fmla="*/ 24638 w 32848"/>
                          <a:gd name="connsiteY5" fmla="*/ 25130 h 26654"/>
                          <a:gd name="connsiteX6" fmla="*/ 28639 w 32848"/>
                          <a:gd name="connsiteY6" fmla="*/ 16748 h 26654"/>
                          <a:gd name="connsiteX7" fmla="*/ 5207 w 32848"/>
                          <a:gd name="connsiteY7" fmla="*/ 1031 h 26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2848" h="26654">
                            <a:moveTo>
                              <a:pt x="5207" y="1031"/>
                            </a:moveTo>
                            <a:cubicBezTo>
                              <a:pt x="3302" y="269"/>
                              <a:pt x="1969" y="-302"/>
                              <a:pt x="731" y="174"/>
                            </a:cubicBezTo>
                            <a:cubicBezTo>
                              <a:pt x="-508" y="555"/>
                              <a:pt x="-31" y="2270"/>
                              <a:pt x="1112" y="3984"/>
                            </a:cubicBezTo>
                            <a:cubicBezTo>
                              <a:pt x="2255" y="5699"/>
                              <a:pt x="4255" y="7794"/>
                              <a:pt x="5969" y="9318"/>
                            </a:cubicBezTo>
                            <a:cubicBezTo>
                              <a:pt x="10351" y="13223"/>
                              <a:pt x="14923" y="17605"/>
                              <a:pt x="19400" y="21225"/>
                            </a:cubicBezTo>
                            <a:cubicBezTo>
                              <a:pt x="21209" y="22748"/>
                              <a:pt x="22829" y="24177"/>
                              <a:pt x="24638" y="25130"/>
                            </a:cubicBezTo>
                            <a:cubicBezTo>
                              <a:pt x="32068" y="28940"/>
                              <a:pt x="36640" y="25416"/>
                              <a:pt x="28639" y="16748"/>
                            </a:cubicBezTo>
                            <a:cubicBezTo>
                              <a:pt x="22543" y="9985"/>
                              <a:pt x="12732" y="4270"/>
                              <a:pt x="5207" y="103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25" name="Forme libre : forme 11724">
                        <a:extLst>
                          <a:ext uri="{FF2B5EF4-FFF2-40B4-BE49-F238E27FC236}">
                            <a16:creationId xmlns:a16="http://schemas.microsoft.com/office/drawing/2014/main" id="{F5119DEA-D286-4EDE-A5E2-93434A529C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5284" y="2906744"/>
                        <a:ext cx="57340" cy="29798"/>
                      </a:xfrm>
                      <a:custGeom>
                        <a:avLst/>
                        <a:gdLst>
                          <a:gd name="connsiteX0" fmla="*/ 57341 w 57340"/>
                          <a:gd name="connsiteY0" fmla="*/ 29718 h 29798"/>
                          <a:gd name="connsiteX1" fmla="*/ 0 w 57340"/>
                          <a:gd name="connsiteY1" fmla="*/ 0 h 29798"/>
                          <a:gd name="connsiteX2" fmla="*/ 57341 w 57340"/>
                          <a:gd name="connsiteY2" fmla="*/ 29718 h 297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340" h="29798">
                            <a:moveTo>
                              <a:pt x="57341" y="29718"/>
                            </a:moveTo>
                            <a:cubicBezTo>
                              <a:pt x="40958" y="31242"/>
                              <a:pt x="15335" y="10668"/>
                              <a:pt x="0" y="0"/>
                            </a:cubicBezTo>
                            <a:cubicBezTo>
                              <a:pt x="16764" y="11811"/>
                              <a:pt x="39814" y="23717"/>
                              <a:pt x="57341" y="2971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26" name="Forme libre : forme 11725">
                        <a:extLst>
                          <a:ext uri="{FF2B5EF4-FFF2-40B4-BE49-F238E27FC236}">
                            <a16:creationId xmlns:a16="http://schemas.microsoft.com/office/drawing/2014/main" id="{0D2EAE01-8027-4946-BA8B-AADD9AB199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9372" y="2776251"/>
                        <a:ext cx="68960" cy="31718"/>
                      </a:xfrm>
                      <a:custGeom>
                        <a:avLst/>
                        <a:gdLst>
                          <a:gd name="connsiteX0" fmla="*/ 68961 w 68960"/>
                          <a:gd name="connsiteY0" fmla="*/ 31718 h 31718"/>
                          <a:gd name="connsiteX1" fmla="*/ 0 w 68960"/>
                          <a:gd name="connsiteY1" fmla="*/ 0 h 31718"/>
                          <a:gd name="connsiteX2" fmla="*/ 68961 w 68960"/>
                          <a:gd name="connsiteY2" fmla="*/ 31718 h 31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960" h="31718">
                            <a:moveTo>
                              <a:pt x="68961" y="31718"/>
                            </a:moveTo>
                            <a:cubicBezTo>
                              <a:pt x="48673" y="10573"/>
                              <a:pt x="21336" y="1524"/>
                              <a:pt x="0" y="0"/>
                            </a:cubicBezTo>
                            <a:cubicBezTo>
                              <a:pt x="20098" y="286"/>
                              <a:pt x="49530" y="15812"/>
                              <a:pt x="68961" y="3171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27" name="Forme libre : forme 11726">
                        <a:extLst>
                          <a:ext uri="{FF2B5EF4-FFF2-40B4-BE49-F238E27FC236}">
                            <a16:creationId xmlns:a16="http://schemas.microsoft.com/office/drawing/2014/main" id="{9A7F349D-715D-46BF-B98A-97ED14E7CF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07556" y="2856165"/>
                        <a:ext cx="20492" cy="30299"/>
                      </a:xfrm>
                      <a:custGeom>
                        <a:avLst/>
                        <a:gdLst>
                          <a:gd name="connsiteX0" fmla="*/ 19160 w 20492"/>
                          <a:gd name="connsiteY0" fmla="*/ 30290 h 30299"/>
                          <a:gd name="connsiteX1" fmla="*/ 5254 w 20492"/>
                          <a:gd name="connsiteY1" fmla="*/ 14765 h 30299"/>
                          <a:gd name="connsiteX2" fmla="*/ 1634 w 20492"/>
                          <a:gd name="connsiteY2" fmla="*/ 1 h 30299"/>
                          <a:gd name="connsiteX3" fmla="*/ 14493 w 20492"/>
                          <a:gd name="connsiteY3" fmla="*/ 14860 h 30299"/>
                          <a:gd name="connsiteX4" fmla="*/ 19160 w 20492"/>
                          <a:gd name="connsiteY4" fmla="*/ 30290 h 302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492" h="30299">
                            <a:moveTo>
                              <a:pt x="19160" y="30290"/>
                            </a:moveTo>
                            <a:cubicBezTo>
                              <a:pt x="14969" y="30671"/>
                              <a:pt x="7444" y="18574"/>
                              <a:pt x="5254" y="14765"/>
                            </a:cubicBezTo>
                            <a:cubicBezTo>
                              <a:pt x="3063" y="11050"/>
                              <a:pt x="-2843" y="96"/>
                              <a:pt x="1634" y="1"/>
                            </a:cubicBezTo>
                            <a:cubicBezTo>
                              <a:pt x="6111" y="-94"/>
                              <a:pt x="12493" y="11335"/>
                              <a:pt x="14493" y="14860"/>
                            </a:cubicBezTo>
                            <a:cubicBezTo>
                              <a:pt x="16493" y="18384"/>
                              <a:pt x="23351" y="29909"/>
                              <a:pt x="19160" y="3029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28" name="Forme libre : forme 11727">
                        <a:extLst>
                          <a:ext uri="{FF2B5EF4-FFF2-40B4-BE49-F238E27FC236}">
                            <a16:creationId xmlns:a16="http://schemas.microsoft.com/office/drawing/2014/main" id="{7947C2BC-A3FA-40E1-ACD6-4A582E41AF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4457" y="2881954"/>
                        <a:ext cx="6658" cy="8604"/>
                      </a:xfrm>
                      <a:custGeom>
                        <a:avLst/>
                        <a:gdLst>
                          <a:gd name="connsiteX0" fmla="*/ 6450 w 6658"/>
                          <a:gd name="connsiteY0" fmla="*/ 8311 h 8604"/>
                          <a:gd name="connsiteX1" fmla="*/ 2259 w 6658"/>
                          <a:gd name="connsiteY1" fmla="*/ 5644 h 8604"/>
                          <a:gd name="connsiteX2" fmla="*/ 259 w 6658"/>
                          <a:gd name="connsiteY2" fmla="*/ 310 h 8604"/>
                          <a:gd name="connsiteX3" fmla="*/ 4355 w 6658"/>
                          <a:gd name="connsiteY3" fmla="*/ 2786 h 8604"/>
                          <a:gd name="connsiteX4" fmla="*/ 6450 w 6658"/>
                          <a:gd name="connsiteY4" fmla="*/ 8311 h 86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658" h="8604">
                            <a:moveTo>
                              <a:pt x="6450" y="8311"/>
                            </a:moveTo>
                            <a:cubicBezTo>
                              <a:pt x="5593" y="9454"/>
                              <a:pt x="3307" y="6978"/>
                              <a:pt x="2259" y="5644"/>
                            </a:cubicBezTo>
                            <a:cubicBezTo>
                              <a:pt x="1212" y="4311"/>
                              <a:pt x="-694" y="1453"/>
                              <a:pt x="259" y="310"/>
                            </a:cubicBezTo>
                            <a:cubicBezTo>
                              <a:pt x="1116" y="-833"/>
                              <a:pt x="3212" y="1453"/>
                              <a:pt x="4355" y="2786"/>
                            </a:cubicBezTo>
                            <a:cubicBezTo>
                              <a:pt x="5307" y="4215"/>
                              <a:pt x="7308" y="7168"/>
                              <a:pt x="6450" y="831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29" name="Forme libre : forme 11728">
                        <a:extLst>
                          <a:ext uri="{FF2B5EF4-FFF2-40B4-BE49-F238E27FC236}">
                            <a16:creationId xmlns:a16="http://schemas.microsoft.com/office/drawing/2014/main" id="{94D7CD5C-626D-4057-8CE2-E6DCF64E62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3567" y="2843383"/>
                        <a:ext cx="35162" cy="86010"/>
                      </a:xfrm>
                      <a:custGeom>
                        <a:avLst/>
                        <a:gdLst>
                          <a:gd name="connsiteX0" fmla="*/ 33439 w 35162"/>
                          <a:gd name="connsiteY0" fmla="*/ 58218 h 86010"/>
                          <a:gd name="connsiteX1" fmla="*/ 33724 w 35162"/>
                          <a:gd name="connsiteY1" fmla="*/ 84221 h 86010"/>
                          <a:gd name="connsiteX2" fmla="*/ 25533 w 35162"/>
                          <a:gd name="connsiteY2" fmla="*/ 82602 h 86010"/>
                          <a:gd name="connsiteX3" fmla="*/ 22294 w 35162"/>
                          <a:gd name="connsiteY3" fmla="*/ 72124 h 86010"/>
                          <a:gd name="connsiteX4" fmla="*/ 14293 w 35162"/>
                          <a:gd name="connsiteY4" fmla="*/ 39168 h 86010"/>
                          <a:gd name="connsiteX5" fmla="*/ 3911 w 35162"/>
                          <a:gd name="connsiteY5" fmla="*/ 16784 h 86010"/>
                          <a:gd name="connsiteX6" fmla="*/ 2959 w 35162"/>
                          <a:gd name="connsiteY6" fmla="*/ 20 h 86010"/>
                          <a:gd name="connsiteX7" fmla="*/ 19056 w 35162"/>
                          <a:gd name="connsiteY7" fmla="*/ 14307 h 86010"/>
                          <a:gd name="connsiteX8" fmla="*/ 25723 w 35162"/>
                          <a:gd name="connsiteY8" fmla="*/ 25356 h 86010"/>
                          <a:gd name="connsiteX9" fmla="*/ 30295 w 35162"/>
                          <a:gd name="connsiteY9" fmla="*/ 35167 h 86010"/>
                          <a:gd name="connsiteX10" fmla="*/ 33439 w 35162"/>
                          <a:gd name="connsiteY10" fmla="*/ 58218 h 860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5162" h="86010">
                            <a:moveTo>
                              <a:pt x="33439" y="58218"/>
                            </a:moveTo>
                            <a:cubicBezTo>
                              <a:pt x="35058" y="68505"/>
                              <a:pt x="36201" y="75934"/>
                              <a:pt x="33724" y="84221"/>
                            </a:cubicBezTo>
                            <a:cubicBezTo>
                              <a:pt x="32867" y="87269"/>
                              <a:pt x="28200" y="86221"/>
                              <a:pt x="25533" y="82602"/>
                            </a:cubicBezTo>
                            <a:cubicBezTo>
                              <a:pt x="22771" y="78887"/>
                              <a:pt x="22580" y="75553"/>
                              <a:pt x="22294" y="72124"/>
                            </a:cubicBezTo>
                            <a:cubicBezTo>
                              <a:pt x="21247" y="61266"/>
                              <a:pt x="18389" y="50788"/>
                              <a:pt x="14293" y="39168"/>
                            </a:cubicBezTo>
                            <a:cubicBezTo>
                              <a:pt x="12865" y="35358"/>
                              <a:pt x="7531" y="25737"/>
                              <a:pt x="3911" y="16784"/>
                            </a:cubicBezTo>
                            <a:cubicBezTo>
                              <a:pt x="196" y="7735"/>
                              <a:pt x="-2185" y="-456"/>
                              <a:pt x="2959" y="20"/>
                            </a:cubicBezTo>
                            <a:cubicBezTo>
                              <a:pt x="8102" y="401"/>
                              <a:pt x="14198" y="7164"/>
                              <a:pt x="19056" y="14307"/>
                            </a:cubicBezTo>
                            <a:cubicBezTo>
                              <a:pt x="21627" y="18022"/>
                              <a:pt x="23533" y="21356"/>
                              <a:pt x="25723" y="25356"/>
                            </a:cubicBezTo>
                            <a:cubicBezTo>
                              <a:pt x="27819" y="29262"/>
                              <a:pt x="29533" y="32691"/>
                              <a:pt x="30295" y="35167"/>
                            </a:cubicBezTo>
                            <a:cubicBezTo>
                              <a:pt x="33629" y="44883"/>
                              <a:pt x="32105" y="50502"/>
                              <a:pt x="33439" y="5821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20" name="Graphique 1">
                      <a:extLst>
                        <a:ext uri="{FF2B5EF4-FFF2-40B4-BE49-F238E27FC236}">
                          <a16:creationId xmlns:a16="http://schemas.microsoft.com/office/drawing/2014/main" id="{FD651EA2-7630-4AC7-B5EC-D880ECD99BE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53596" y="2934401"/>
                      <a:ext cx="156726" cy="156701"/>
                      <a:chOff x="1153596" y="2934401"/>
                      <a:chExt cx="156726" cy="156701"/>
                    </a:xfrm>
                    <a:solidFill>
                      <a:schemeClr val="accent1"/>
                    </a:solidFill>
                  </p:grpSpPr>
                  <p:sp>
                    <p:nvSpPr>
                      <p:cNvPr id="11706" name="Forme libre : forme 11705">
                        <a:extLst>
                          <a:ext uri="{FF2B5EF4-FFF2-40B4-BE49-F238E27FC236}">
                            <a16:creationId xmlns:a16="http://schemas.microsoft.com/office/drawing/2014/main" id="{CA412BDE-BA44-42BC-8978-8B04C7395D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53596" y="2934401"/>
                        <a:ext cx="156726" cy="156701"/>
                      </a:xfrm>
                      <a:custGeom>
                        <a:avLst/>
                        <a:gdLst>
                          <a:gd name="connsiteX0" fmla="*/ 72085 w 156726"/>
                          <a:gd name="connsiteY0" fmla="*/ 139411 h 156701"/>
                          <a:gd name="connsiteX1" fmla="*/ 42557 w 156726"/>
                          <a:gd name="connsiteY1" fmla="*/ 112646 h 156701"/>
                          <a:gd name="connsiteX2" fmla="*/ 18269 w 156726"/>
                          <a:gd name="connsiteY2" fmla="*/ 83214 h 156701"/>
                          <a:gd name="connsiteX3" fmla="*/ 1790 w 156726"/>
                          <a:gd name="connsiteY3" fmla="*/ 11872 h 156701"/>
                          <a:gd name="connsiteX4" fmla="*/ 20078 w 156726"/>
                          <a:gd name="connsiteY4" fmla="*/ 442 h 156701"/>
                          <a:gd name="connsiteX5" fmla="*/ 78467 w 156726"/>
                          <a:gd name="connsiteY5" fmla="*/ 37780 h 156701"/>
                          <a:gd name="connsiteX6" fmla="*/ 117614 w 156726"/>
                          <a:gd name="connsiteY6" fmla="*/ 79404 h 156701"/>
                          <a:gd name="connsiteX7" fmla="*/ 135807 w 156726"/>
                          <a:gd name="connsiteY7" fmla="*/ 100930 h 156701"/>
                          <a:gd name="connsiteX8" fmla="*/ 149523 w 156726"/>
                          <a:gd name="connsiteY8" fmla="*/ 121885 h 156701"/>
                          <a:gd name="connsiteX9" fmla="*/ 154762 w 156726"/>
                          <a:gd name="connsiteY9" fmla="*/ 142174 h 156701"/>
                          <a:gd name="connsiteX10" fmla="*/ 118662 w 156726"/>
                          <a:gd name="connsiteY10" fmla="*/ 156651 h 156701"/>
                          <a:gd name="connsiteX11" fmla="*/ 72085 w 156726"/>
                          <a:gd name="connsiteY11" fmla="*/ 139411 h 1567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56726" h="156701">
                            <a:moveTo>
                              <a:pt x="72085" y="139411"/>
                            </a:moveTo>
                            <a:cubicBezTo>
                              <a:pt x="63798" y="133601"/>
                              <a:pt x="52559" y="123409"/>
                              <a:pt x="42557" y="112646"/>
                            </a:cubicBezTo>
                            <a:cubicBezTo>
                              <a:pt x="32461" y="101883"/>
                              <a:pt x="23603" y="90739"/>
                              <a:pt x="18269" y="83214"/>
                            </a:cubicBezTo>
                            <a:cubicBezTo>
                              <a:pt x="-1353" y="55020"/>
                              <a:pt x="-1924" y="34827"/>
                              <a:pt x="1790" y="11872"/>
                            </a:cubicBezTo>
                            <a:cubicBezTo>
                              <a:pt x="3124" y="3966"/>
                              <a:pt x="12458" y="-1654"/>
                              <a:pt x="20078" y="442"/>
                            </a:cubicBezTo>
                            <a:cubicBezTo>
                              <a:pt x="42081" y="6538"/>
                              <a:pt x="59798" y="16539"/>
                              <a:pt x="78467" y="37780"/>
                            </a:cubicBezTo>
                            <a:cubicBezTo>
                              <a:pt x="88373" y="49209"/>
                              <a:pt x="107899" y="71022"/>
                              <a:pt x="117614" y="79404"/>
                            </a:cubicBezTo>
                            <a:cubicBezTo>
                              <a:pt x="126758" y="87786"/>
                              <a:pt x="131902" y="94453"/>
                              <a:pt x="135807" y="100930"/>
                            </a:cubicBezTo>
                            <a:cubicBezTo>
                              <a:pt x="139808" y="107312"/>
                              <a:pt x="142760" y="114837"/>
                              <a:pt x="149523" y="121885"/>
                            </a:cubicBezTo>
                            <a:cubicBezTo>
                              <a:pt x="153809" y="126457"/>
                              <a:pt x="159905" y="135792"/>
                              <a:pt x="154762" y="142174"/>
                            </a:cubicBezTo>
                            <a:cubicBezTo>
                              <a:pt x="147332" y="151222"/>
                              <a:pt x="133712" y="157318"/>
                              <a:pt x="118662" y="156651"/>
                            </a:cubicBezTo>
                            <a:cubicBezTo>
                              <a:pt x="103517" y="156461"/>
                              <a:pt x="87134" y="150365"/>
                              <a:pt x="72085" y="13941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07" name="Forme libre : forme 11706">
                        <a:extLst>
                          <a:ext uri="{FF2B5EF4-FFF2-40B4-BE49-F238E27FC236}">
                            <a16:creationId xmlns:a16="http://schemas.microsoft.com/office/drawing/2014/main" id="{30251510-BD99-4D59-98AF-485AD49BCE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53660" y="2937986"/>
                        <a:ext cx="154793" cy="153003"/>
                      </a:xfrm>
                      <a:custGeom>
                        <a:avLst/>
                        <a:gdLst>
                          <a:gd name="connsiteX0" fmla="*/ 46208 w 154793"/>
                          <a:gd name="connsiteY0" fmla="*/ 71342 h 153003"/>
                          <a:gd name="connsiteX1" fmla="*/ 6775 w 154793"/>
                          <a:gd name="connsiteY1" fmla="*/ 0 h 153003"/>
                          <a:gd name="connsiteX2" fmla="*/ 1726 w 154793"/>
                          <a:gd name="connsiteY2" fmla="*/ 8191 h 153003"/>
                          <a:gd name="connsiteX3" fmla="*/ 298 w 154793"/>
                          <a:gd name="connsiteY3" fmla="*/ 19907 h 153003"/>
                          <a:gd name="connsiteX4" fmla="*/ 4679 w 154793"/>
                          <a:gd name="connsiteY4" fmla="*/ 54197 h 153003"/>
                          <a:gd name="connsiteX5" fmla="*/ 18300 w 154793"/>
                          <a:gd name="connsiteY5" fmla="*/ 79534 h 153003"/>
                          <a:gd name="connsiteX6" fmla="*/ 25539 w 154793"/>
                          <a:gd name="connsiteY6" fmla="*/ 89154 h 153003"/>
                          <a:gd name="connsiteX7" fmla="*/ 67163 w 154793"/>
                          <a:gd name="connsiteY7" fmla="*/ 132016 h 153003"/>
                          <a:gd name="connsiteX8" fmla="*/ 72116 w 154793"/>
                          <a:gd name="connsiteY8" fmla="*/ 135731 h 153003"/>
                          <a:gd name="connsiteX9" fmla="*/ 105168 w 154793"/>
                          <a:gd name="connsiteY9" fmla="*/ 151352 h 153003"/>
                          <a:gd name="connsiteX10" fmla="*/ 145840 w 154793"/>
                          <a:gd name="connsiteY10" fmla="*/ 146113 h 153003"/>
                          <a:gd name="connsiteX11" fmla="*/ 154603 w 154793"/>
                          <a:gd name="connsiteY11" fmla="*/ 138589 h 153003"/>
                          <a:gd name="connsiteX12" fmla="*/ 154793 w 154793"/>
                          <a:gd name="connsiteY12" fmla="*/ 138208 h 153003"/>
                          <a:gd name="connsiteX13" fmla="*/ 120217 w 154793"/>
                          <a:gd name="connsiteY13" fmla="*/ 132969 h 153003"/>
                          <a:gd name="connsiteX14" fmla="*/ 91833 w 154793"/>
                          <a:gd name="connsiteY14" fmla="*/ 115538 h 153003"/>
                          <a:gd name="connsiteX15" fmla="*/ 46208 w 154793"/>
                          <a:gd name="connsiteY15" fmla="*/ 71342 h 153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54793" h="153003">
                            <a:moveTo>
                              <a:pt x="46208" y="71342"/>
                            </a:moveTo>
                            <a:cubicBezTo>
                              <a:pt x="26682" y="50197"/>
                              <a:pt x="9823" y="24289"/>
                              <a:pt x="6775" y="0"/>
                            </a:cubicBezTo>
                            <a:cubicBezTo>
                              <a:pt x="4203" y="2096"/>
                              <a:pt x="2298" y="4953"/>
                              <a:pt x="1726" y="8191"/>
                            </a:cubicBezTo>
                            <a:cubicBezTo>
                              <a:pt x="1060" y="12192"/>
                              <a:pt x="583" y="16002"/>
                              <a:pt x="298" y="19907"/>
                            </a:cubicBezTo>
                            <a:cubicBezTo>
                              <a:pt x="-560" y="30956"/>
                              <a:pt x="298" y="42005"/>
                              <a:pt x="4679" y="54197"/>
                            </a:cubicBezTo>
                            <a:cubicBezTo>
                              <a:pt x="7537" y="62103"/>
                              <a:pt x="11823" y="70390"/>
                              <a:pt x="18300" y="79534"/>
                            </a:cubicBezTo>
                            <a:cubicBezTo>
                              <a:pt x="20205" y="82296"/>
                              <a:pt x="22777" y="85534"/>
                              <a:pt x="25539" y="89154"/>
                            </a:cubicBezTo>
                            <a:cubicBezTo>
                              <a:pt x="36397" y="103060"/>
                              <a:pt x="53542" y="121348"/>
                              <a:pt x="67163" y="132016"/>
                            </a:cubicBezTo>
                            <a:cubicBezTo>
                              <a:pt x="68973" y="133350"/>
                              <a:pt x="70687" y="134588"/>
                              <a:pt x="72116" y="135731"/>
                            </a:cubicBezTo>
                            <a:cubicBezTo>
                              <a:pt x="82689" y="143542"/>
                              <a:pt x="94024" y="148780"/>
                              <a:pt x="105168" y="151352"/>
                            </a:cubicBezTo>
                            <a:cubicBezTo>
                              <a:pt x="120217" y="154876"/>
                              <a:pt x="135267" y="152590"/>
                              <a:pt x="145840" y="146113"/>
                            </a:cubicBezTo>
                            <a:cubicBezTo>
                              <a:pt x="149269" y="143923"/>
                              <a:pt x="152221" y="141732"/>
                              <a:pt x="154603" y="138589"/>
                            </a:cubicBezTo>
                            <a:lnTo>
                              <a:pt x="154793" y="138208"/>
                            </a:lnTo>
                            <a:cubicBezTo>
                              <a:pt x="142792" y="139922"/>
                              <a:pt x="130695" y="137350"/>
                              <a:pt x="120217" y="132969"/>
                            </a:cubicBezTo>
                            <a:cubicBezTo>
                              <a:pt x="109549" y="128588"/>
                              <a:pt x="100501" y="122110"/>
                              <a:pt x="91833" y="115538"/>
                            </a:cubicBezTo>
                            <a:cubicBezTo>
                              <a:pt x="74783" y="101917"/>
                              <a:pt x="60210" y="86487"/>
                              <a:pt x="46208" y="7134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08" name="Forme libre : forme 11707">
                        <a:extLst>
                          <a:ext uri="{FF2B5EF4-FFF2-40B4-BE49-F238E27FC236}">
                            <a16:creationId xmlns:a16="http://schemas.microsoft.com/office/drawing/2014/main" id="{D08752C6-9B87-45A5-93AD-A8F05D9CE5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99857" y="2995168"/>
                        <a:ext cx="72067" cy="68919"/>
                      </a:xfrm>
                      <a:custGeom>
                        <a:avLst/>
                        <a:gdLst>
                          <a:gd name="connsiteX0" fmla="*/ 71734 w 72067"/>
                          <a:gd name="connsiteY0" fmla="*/ 66166 h 68919"/>
                          <a:gd name="connsiteX1" fmla="*/ 63542 w 72067"/>
                          <a:gd name="connsiteY1" fmla="*/ 68738 h 68919"/>
                          <a:gd name="connsiteX2" fmla="*/ 48779 w 72067"/>
                          <a:gd name="connsiteY2" fmla="*/ 63690 h 68919"/>
                          <a:gd name="connsiteX3" fmla="*/ 23252 w 72067"/>
                          <a:gd name="connsiteY3" fmla="*/ 45021 h 68919"/>
                          <a:gd name="connsiteX4" fmla="*/ 2106 w 72067"/>
                          <a:gd name="connsiteY4" fmla="*/ 1206 h 68919"/>
                          <a:gd name="connsiteX5" fmla="*/ 40492 w 72067"/>
                          <a:gd name="connsiteY5" fmla="*/ 27114 h 68919"/>
                          <a:gd name="connsiteX6" fmla="*/ 59923 w 72067"/>
                          <a:gd name="connsiteY6" fmla="*/ 47307 h 68919"/>
                          <a:gd name="connsiteX7" fmla="*/ 71734 w 72067"/>
                          <a:gd name="connsiteY7" fmla="*/ 66166 h 68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2067" h="68919">
                            <a:moveTo>
                              <a:pt x="71734" y="66166"/>
                            </a:moveTo>
                            <a:cubicBezTo>
                              <a:pt x="70686" y="68547"/>
                              <a:pt x="67638" y="69310"/>
                              <a:pt x="63542" y="68738"/>
                            </a:cubicBezTo>
                            <a:cubicBezTo>
                              <a:pt x="59256" y="68357"/>
                              <a:pt x="54113" y="66357"/>
                              <a:pt x="48779" y="63690"/>
                            </a:cubicBezTo>
                            <a:cubicBezTo>
                              <a:pt x="38301" y="58261"/>
                              <a:pt x="27919" y="49688"/>
                              <a:pt x="23252" y="45021"/>
                            </a:cubicBezTo>
                            <a:cubicBezTo>
                              <a:pt x="13250" y="35972"/>
                              <a:pt x="-6466" y="8349"/>
                              <a:pt x="2106" y="1206"/>
                            </a:cubicBezTo>
                            <a:cubicBezTo>
                              <a:pt x="10488" y="-5747"/>
                              <a:pt x="32396" y="19303"/>
                              <a:pt x="40492" y="27114"/>
                            </a:cubicBezTo>
                            <a:cubicBezTo>
                              <a:pt x="44302" y="31400"/>
                              <a:pt x="52684" y="39591"/>
                              <a:pt x="59923" y="47307"/>
                            </a:cubicBezTo>
                            <a:cubicBezTo>
                              <a:pt x="67067" y="54736"/>
                              <a:pt x="73639" y="61499"/>
                              <a:pt x="71734" y="6616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09" name="Forme libre : forme 11708">
                        <a:extLst>
                          <a:ext uri="{FF2B5EF4-FFF2-40B4-BE49-F238E27FC236}">
                            <a16:creationId xmlns:a16="http://schemas.microsoft.com/office/drawing/2014/main" id="{5E3E801E-5AF6-45EC-B49C-6FF498F5DD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00200" y="2994260"/>
                        <a:ext cx="40435" cy="59454"/>
                      </a:xfrm>
                      <a:custGeom>
                        <a:avLst/>
                        <a:gdLst>
                          <a:gd name="connsiteX0" fmla="*/ 22147 w 40435"/>
                          <a:gd name="connsiteY0" fmla="*/ 10877 h 59454"/>
                          <a:gd name="connsiteX1" fmla="*/ 1478 w 40435"/>
                          <a:gd name="connsiteY1" fmla="*/ 1638 h 59454"/>
                          <a:gd name="connsiteX2" fmla="*/ 23290 w 40435"/>
                          <a:gd name="connsiteY2" fmla="*/ 46310 h 59454"/>
                          <a:gd name="connsiteX3" fmla="*/ 40435 w 40435"/>
                          <a:gd name="connsiteY3" fmla="*/ 59455 h 59454"/>
                          <a:gd name="connsiteX4" fmla="*/ 32148 w 40435"/>
                          <a:gd name="connsiteY4" fmla="*/ 51359 h 59454"/>
                          <a:gd name="connsiteX5" fmla="*/ 22147 w 40435"/>
                          <a:gd name="connsiteY5" fmla="*/ 10877 h 594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0435" h="59454">
                            <a:moveTo>
                              <a:pt x="22147" y="10877"/>
                            </a:moveTo>
                            <a:cubicBezTo>
                              <a:pt x="16718" y="7829"/>
                              <a:pt x="5478" y="-4363"/>
                              <a:pt x="1478" y="1638"/>
                            </a:cubicBezTo>
                            <a:cubicBezTo>
                              <a:pt x="-4999" y="11258"/>
                              <a:pt x="11193" y="34594"/>
                              <a:pt x="23290" y="46310"/>
                            </a:cubicBezTo>
                            <a:cubicBezTo>
                              <a:pt x="26719" y="49834"/>
                              <a:pt x="35387" y="56692"/>
                              <a:pt x="40435" y="59455"/>
                            </a:cubicBezTo>
                            <a:cubicBezTo>
                              <a:pt x="37959" y="57455"/>
                              <a:pt x="33958" y="53835"/>
                              <a:pt x="32148" y="51359"/>
                            </a:cubicBezTo>
                            <a:cubicBezTo>
                              <a:pt x="21957" y="37452"/>
                              <a:pt x="13575" y="19450"/>
                              <a:pt x="22147" y="1087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10" name="Forme libre : forme 11709">
                        <a:extLst>
                          <a:ext uri="{FF2B5EF4-FFF2-40B4-BE49-F238E27FC236}">
                            <a16:creationId xmlns:a16="http://schemas.microsoft.com/office/drawing/2014/main" id="{56D5DD55-C6DC-48F4-83CD-6560C2FC5D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00884" y="3000499"/>
                        <a:ext cx="75179" cy="67788"/>
                      </a:xfrm>
                      <a:custGeom>
                        <a:avLst/>
                        <a:gdLst>
                          <a:gd name="connsiteX0" fmla="*/ 74422 w 75179"/>
                          <a:gd name="connsiteY0" fmla="*/ 65312 h 67788"/>
                          <a:gd name="connsiteX1" fmla="*/ 64802 w 75179"/>
                          <a:gd name="connsiteY1" fmla="*/ 67693 h 67788"/>
                          <a:gd name="connsiteX2" fmla="*/ 49753 w 75179"/>
                          <a:gd name="connsiteY2" fmla="*/ 62931 h 67788"/>
                          <a:gd name="connsiteX3" fmla="*/ 23559 w 75179"/>
                          <a:gd name="connsiteY3" fmla="*/ 45119 h 67788"/>
                          <a:gd name="connsiteX4" fmla="*/ 2032 w 75179"/>
                          <a:gd name="connsiteY4" fmla="*/ 1399 h 67788"/>
                          <a:gd name="connsiteX5" fmla="*/ 40704 w 75179"/>
                          <a:gd name="connsiteY5" fmla="*/ 27022 h 67788"/>
                          <a:gd name="connsiteX6" fmla="*/ 61945 w 75179"/>
                          <a:gd name="connsiteY6" fmla="*/ 47119 h 67788"/>
                          <a:gd name="connsiteX7" fmla="*/ 74422 w 75179"/>
                          <a:gd name="connsiteY7" fmla="*/ 65312 h 677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5179" h="67788">
                            <a:moveTo>
                              <a:pt x="74422" y="65312"/>
                            </a:moveTo>
                            <a:cubicBezTo>
                              <a:pt x="72803" y="67312"/>
                              <a:pt x="69279" y="68074"/>
                              <a:pt x="64802" y="67693"/>
                            </a:cubicBezTo>
                            <a:cubicBezTo>
                              <a:pt x="60516" y="67026"/>
                              <a:pt x="54896" y="65598"/>
                              <a:pt x="49753" y="62931"/>
                            </a:cubicBezTo>
                            <a:cubicBezTo>
                              <a:pt x="38894" y="58073"/>
                              <a:pt x="29083" y="49882"/>
                              <a:pt x="23559" y="45119"/>
                            </a:cubicBezTo>
                            <a:cubicBezTo>
                              <a:pt x="12319" y="35499"/>
                              <a:pt x="-6159" y="9400"/>
                              <a:pt x="2032" y="1399"/>
                            </a:cubicBezTo>
                            <a:cubicBezTo>
                              <a:pt x="9843" y="-6316"/>
                              <a:pt x="32703" y="20068"/>
                              <a:pt x="40704" y="27022"/>
                            </a:cubicBezTo>
                            <a:cubicBezTo>
                              <a:pt x="44609" y="30641"/>
                              <a:pt x="53658" y="39785"/>
                              <a:pt x="61945" y="47119"/>
                            </a:cubicBezTo>
                            <a:cubicBezTo>
                              <a:pt x="69946" y="54930"/>
                              <a:pt x="77661" y="61121"/>
                              <a:pt x="74422" y="6531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11" name="Forme libre : forme 11710">
                        <a:extLst>
                          <a:ext uri="{FF2B5EF4-FFF2-40B4-BE49-F238E27FC236}">
                            <a16:creationId xmlns:a16="http://schemas.microsoft.com/office/drawing/2014/main" id="{EEA84AEE-8F41-4907-BE34-FA15BC9F24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71429" y="2956478"/>
                        <a:ext cx="73897" cy="107149"/>
                      </a:xfrm>
                      <a:custGeom>
                        <a:avLst/>
                        <a:gdLst>
                          <a:gd name="connsiteX0" fmla="*/ 3388 w 73897"/>
                          <a:gd name="connsiteY0" fmla="*/ 4653 h 107149"/>
                          <a:gd name="connsiteX1" fmla="*/ 531 w 73897"/>
                          <a:gd name="connsiteY1" fmla="*/ 21608 h 107149"/>
                          <a:gd name="connsiteX2" fmla="*/ 15009 w 73897"/>
                          <a:gd name="connsiteY2" fmla="*/ 67328 h 107149"/>
                          <a:gd name="connsiteX3" fmla="*/ 51204 w 73897"/>
                          <a:gd name="connsiteY3" fmla="*/ 102189 h 107149"/>
                          <a:gd name="connsiteX4" fmla="*/ 73778 w 73897"/>
                          <a:gd name="connsiteY4" fmla="*/ 103046 h 107149"/>
                          <a:gd name="connsiteX5" fmla="*/ 65396 w 73897"/>
                          <a:gd name="connsiteY5" fmla="*/ 88568 h 107149"/>
                          <a:gd name="connsiteX6" fmla="*/ 47203 w 73897"/>
                          <a:gd name="connsiteY6" fmla="*/ 49516 h 107149"/>
                          <a:gd name="connsiteX7" fmla="*/ 32630 w 73897"/>
                          <a:gd name="connsiteY7" fmla="*/ 10178 h 107149"/>
                          <a:gd name="connsiteX8" fmla="*/ 3388 w 73897"/>
                          <a:gd name="connsiteY8" fmla="*/ 4653 h 107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3897" h="107149">
                            <a:moveTo>
                              <a:pt x="3388" y="4653"/>
                            </a:moveTo>
                            <a:cubicBezTo>
                              <a:pt x="-231" y="10368"/>
                              <a:pt x="-517" y="13416"/>
                              <a:pt x="531" y="21608"/>
                            </a:cubicBezTo>
                            <a:cubicBezTo>
                              <a:pt x="2531" y="37229"/>
                              <a:pt x="4436" y="50373"/>
                              <a:pt x="15009" y="67328"/>
                            </a:cubicBezTo>
                            <a:cubicBezTo>
                              <a:pt x="23772" y="81425"/>
                              <a:pt x="37773" y="95141"/>
                              <a:pt x="51204" y="102189"/>
                            </a:cubicBezTo>
                            <a:cubicBezTo>
                              <a:pt x="61110" y="107523"/>
                              <a:pt x="72349" y="109619"/>
                              <a:pt x="73778" y="103046"/>
                            </a:cubicBezTo>
                            <a:cubicBezTo>
                              <a:pt x="74826" y="98951"/>
                              <a:pt x="68730" y="93998"/>
                              <a:pt x="65396" y="88568"/>
                            </a:cubicBezTo>
                            <a:cubicBezTo>
                              <a:pt x="57300" y="76091"/>
                              <a:pt x="50537" y="63994"/>
                              <a:pt x="47203" y="49516"/>
                            </a:cubicBezTo>
                            <a:cubicBezTo>
                              <a:pt x="44346" y="37229"/>
                              <a:pt x="43965" y="22465"/>
                              <a:pt x="32630" y="10178"/>
                            </a:cubicBezTo>
                            <a:cubicBezTo>
                              <a:pt x="22438" y="-871"/>
                              <a:pt x="8532" y="-3253"/>
                              <a:pt x="3388" y="465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12" name="Forme libre : forme 11711">
                        <a:extLst>
                          <a:ext uri="{FF2B5EF4-FFF2-40B4-BE49-F238E27FC236}">
                            <a16:creationId xmlns:a16="http://schemas.microsoft.com/office/drawing/2014/main" id="{E6B489C9-42A5-4A81-9FE6-D6AC52D2E2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96474" y="2973257"/>
                        <a:ext cx="30300" cy="26681"/>
                      </a:xfrm>
                      <a:custGeom>
                        <a:avLst/>
                        <a:gdLst>
                          <a:gd name="connsiteX0" fmla="*/ 5108 w 30300"/>
                          <a:gd name="connsiteY0" fmla="*/ 1400 h 26681"/>
                          <a:gd name="connsiteX1" fmla="*/ 917 w 30300"/>
                          <a:gd name="connsiteY1" fmla="*/ 67 h 26681"/>
                          <a:gd name="connsiteX2" fmla="*/ 727 w 30300"/>
                          <a:gd name="connsiteY2" fmla="*/ 3781 h 26681"/>
                          <a:gd name="connsiteX3" fmla="*/ 4918 w 30300"/>
                          <a:gd name="connsiteY3" fmla="*/ 9496 h 26681"/>
                          <a:gd name="connsiteX4" fmla="*/ 17205 w 30300"/>
                          <a:gd name="connsiteY4" fmla="*/ 21688 h 26681"/>
                          <a:gd name="connsiteX5" fmla="*/ 22253 w 30300"/>
                          <a:gd name="connsiteY5" fmla="*/ 25403 h 26681"/>
                          <a:gd name="connsiteX6" fmla="*/ 26444 w 30300"/>
                          <a:gd name="connsiteY6" fmla="*/ 17212 h 26681"/>
                          <a:gd name="connsiteX7" fmla="*/ 5108 w 30300"/>
                          <a:gd name="connsiteY7" fmla="*/ 1400 h 266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0300" h="26681">
                            <a:moveTo>
                              <a:pt x="5108" y="1400"/>
                            </a:moveTo>
                            <a:cubicBezTo>
                              <a:pt x="3394" y="448"/>
                              <a:pt x="2251" y="-219"/>
                              <a:pt x="917" y="67"/>
                            </a:cubicBezTo>
                            <a:cubicBezTo>
                              <a:pt x="-416" y="352"/>
                              <a:pt x="-131" y="1972"/>
                              <a:pt x="727" y="3781"/>
                            </a:cubicBezTo>
                            <a:cubicBezTo>
                              <a:pt x="1584" y="5591"/>
                              <a:pt x="3394" y="7877"/>
                              <a:pt x="4918" y="9496"/>
                            </a:cubicBezTo>
                            <a:cubicBezTo>
                              <a:pt x="8823" y="13687"/>
                              <a:pt x="13014" y="18164"/>
                              <a:pt x="17205" y="21688"/>
                            </a:cubicBezTo>
                            <a:cubicBezTo>
                              <a:pt x="18919" y="23117"/>
                              <a:pt x="20539" y="24546"/>
                              <a:pt x="22253" y="25403"/>
                            </a:cubicBezTo>
                            <a:cubicBezTo>
                              <a:pt x="29683" y="28832"/>
                              <a:pt x="33778" y="25118"/>
                              <a:pt x="26444" y="17212"/>
                            </a:cubicBezTo>
                            <a:cubicBezTo>
                              <a:pt x="20729" y="11020"/>
                              <a:pt x="11966" y="5210"/>
                              <a:pt x="5108" y="140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13" name="Forme libre : forme 11712">
                        <a:extLst>
                          <a:ext uri="{FF2B5EF4-FFF2-40B4-BE49-F238E27FC236}">
                            <a16:creationId xmlns:a16="http://schemas.microsoft.com/office/drawing/2014/main" id="{9F646B3E-3A02-4854-86F8-7FA6617E32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28919" y="3074289"/>
                        <a:ext cx="75914" cy="12227"/>
                      </a:xfrm>
                      <a:custGeom>
                        <a:avLst/>
                        <a:gdLst>
                          <a:gd name="connsiteX0" fmla="*/ 75914 w 75914"/>
                          <a:gd name="connsiteY0" fmla="*/ 95 h 12227"/>
                          <a:gd name="connsiteX1" fmla="*/ 63627 w 75914"/>
                          <a:gd name="connsiteY1" fmla="*/ 9430 h 12227"/>
                          <a:gd name="connsiteX2" fmla="*/ 53530 w 75914"/>
                          <a:gd name="connsiteY2" fmla="*/ 11906 h 12227"/>
                          <a:gd name="connsiteX3" fmla="*/ 42196 w 75914"/>
                          <a:gd name="connsiteY3" fmla="*/ 12192 h 12227"/>
                          <a:gd name="connsiteX4" fmla="*/ 0 w 75914"/>
                          <a:gd name="connsiteY4" fmla="*/ 0 h 12227"/>
                          <a:gd name="connsiteX5" fmla="*/ 40386 w 75914"/>
                          <a:gd name="connsiteY5" fmla="*/ 9906 h 12227"/>
                          <a:gd name="connsiteX6" fmla="*/ 75914 w 75914"/>
                          <a:gd name="connsiteY6" fmla="*/ 95 h 122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5914" h="12227">
                            <a:moveTo>
                              <a:pt x="75914" y="95"/>
                            </a:moveTo>
                            <a:cubicBezTo>
                              <a:pt x="73914" y="3524"/>
                              <a:pt x="69628" y="7239"/>
                              <a:pt x="63627" y="9430"/>
                            </a:cubicBezTo>
                            <a:cubicBezTo>
                              <a:pt x="60674" y="10477"/>
                              <a:pt x="57245" y="11335"/>
                              <a:pt x="53530" y="11906"/>
                            </a:cubicBezTo>
                            <a:cubicBezTo>
                              <a:pt x="50006" y="12192"/>
                              <a:pt x="46196" y="12287"/>
                              <a:pt x="42196" y="12192"/>
                            </a:cubicBezTo>
                            <a:cubicBezTo>
                              <a:pt x="26479" y="11239"/>
                              <a:pt x="10954" y="5143"/>
                              <a:pt x="0" y="0"/>
                            </a:cubicBezTo>
                            <a:cubicBezTo>
                              <a:pt x="12097" y="5620"/>
                              <a:pt x="26099" y="9715"/>
                              <a:pt x="40386" y="9906"/>
                            </a:cubicBezTo>
                            <a:cubicBezTo>
                              <a:pt x="54674" y="10287"/>
                              <a:pt x="67913" y="6096"/>
                              <a:pt x="75914" y="9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14" name="Forme libre : forme 11713">
                        <a:extLst>
                          <a:ext uri="{FF2B5EF4-FFF2-40B4-BE49-F238E27FC236}">
                            <a16:creationId xmlns:a16="http://schemas.microsoft.com/office/drawing/2014/main" id="{76BB7EB9-2966-4711-BB4B-34B878DE40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72817" y="2937033"/>
                        <a:ext cx="58769" cy="38290"/>
                      </a:xfrm>
                      <a:custGeom>
                        <a:avLst/>
                        <a:gdLst>
                          <a:gd name="connsiteX0" fmla="*/ 58769 w 58769"/>
                          <a:gd name="connsiteY0" fmla="*/ 38290 h 38290"/>
                          <a:gd name="connsiteX1" fmla="*/ 0 w 58769"/>
                          <a:gd name="connsiteY1" fmla="*/ 0 h 38290"/>
                          <a:gd name="connsiteX2" fmla="*/ 58769 w 58769"/>
                          <a:gd name="connsiteY2" fmla="*/ 38290 h 382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8769" h="38290">
                            <a:moveTo>
                              <a:pt x="58769" y="38290"/>
                            </a:moveTo>
                            <a:cubicBezTo>
                              <a:pt x="41910" y="19907"/>
                              <a:pt x="19812" y="7525"/>
                              <a:pt x="0" y="0"/>
                            </a:cubicBezTo>
                            <a:cubicBezTo>
                              <a:pt x="18764" y="6096"/>
                              <a:pt x="41910" y="24860"/>
                              <a:pt x="58769" y="3829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15" name="Forme libre : forme 11714">
                        <a:extLst>
                          <a:ext uri="{FF2B5EF4-FFF2-40B4-BE49-F238E27FC236}">
                            <a16:creationId xmlns:a16="http://schemas.microsoft.com/office/drawing/2014/main" id="{88468F5F-0557-4FDE-94F2-F90A5E58C9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30911" y="3021012"/>
                        <a:ext cx="24771" cy="26265"/>
                      </a:xfrm>
                      <a:custGeom>
                        <a:avLst/>
                        <a:gdLst>
                          <a:gd name="connsiteX0" fmla="*/ 23821 w 24771"/>
                          <a:gd name="connsiteY0" fmla="*/ 26130 h 26265"/>
                          <a:gd name="connsiteX1" fmla="*/ 7057 w 24771"/>
                          <a:gd name="connsiteY1" fmla="*/ 13938 h 26265"/>
                          <a:gd name="connsiteX2" fmla="*/ 1437 w 24771"/>
                          <a:gd name="connsiteY2" fmla="*/ 32 h 26265"/>
                          <a:gd name="connsiteX3" fmla="*/ 16106 w 24771"/>
                          <a:gd name="connsiteY3" fmla="*/ 12319 h 26265"/>
                          <a:gd name="connsiteX4" fmla="*/ 23821 w 24771"/>
                          <a:gd name="connsiteY4" fmla="*/ 26130 h 2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771" h="26265">
                            <a:moveTo>
                              <a:pt x="23821" y="26130"/>
                            </a:moveTo>
                            <a:cubicBezTo>
                              <a:pt x="19820" y="27559"/>
                              <a:pt x="9819" y="17272"/>
                              <a:pt x="7057" y="13938"/>
                            </a:cubicBezTo>
                            <a:cubicBezTo>
                              <a:pt x="4104" y="10700"/>
                              <a:pt x="-3039" y="698"/>
                              <a:pt x="1437" y="32"/>
                            </a:cubicBezTo>
                            <a:cubicBezTo>
                              <a:pt x="5819" y="-635"/>
                              <a:pt x="13439" y="9366"/>
                              <a:pt x="16106" y="12319"/>
                            </a:cubicBezTo>
                            <a:cubicBezTo>
                              <a:pt x="18487" y="15367"/>
                              <a:pt x="27726" y="24606"/>
                              <a:pt x="23821" y="2613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16" name="Forme libre : forme 11715">
                        <a:extLst>
                          <a:ext uri="{FF2B5EF4-FFF2-40B4-BE49-F238E27FC236}">
                            <a16:creationId xmlns:a16="http://schemas.microsoft.com/office/drawing/2014/main" id="{81D65BAE-2AEA-4E42-9723-7C13859BD4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51858" y="3043131"/>
                        <a:ext cx="7978" cy="6803"/>
                      </a:xfrm>
                      <a:custGeom>
                        <a:avLst/>
                        <a:gdLst>
                          <a:gd name="connsiteX0" fmla="*/ 7922 w 7978"/>
                          <a:gd name="connsiteY0" fmla="*/ 6297 h 6803"/>
                          <a:gd name="connsiteX1" fmla="*/ 3255 w 7978"/>
                          <a:gd name="connsiteY1" fmla="*/ 5059 h 6803"/>
                          <a:gd name="connsiteX2" fmla="*/ 112 w 7978"/>
                          <a:gd name="connsiteY2" fmla="*/ 487 h 6803"/>
                          <a:gd name="connsiteX3" fmla="*/ 4493 w 7978"/>
                          <a:gd name="connsiteY3" fmla="*/ 1916 h 6803"/>
                          <a:gd name="connsiteX4" fmla="*/ 7922 w 7978"/>
                          <a:gd name="connsiteY4" fmla="*/ 6297 h 6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978" h="6803">
                            <a:moveTo>
                              <a:pt x="7922" y="6297"/>
                            </a:moveTo>
                            <a:cubicBezTo>
                              <a:pt x="7446" y="7631"/>
                              <a:pt x="4589" y="6012"/>
                              <a:pt x="3255" y="5059"/>
                            </a:cubicBezTo>
                            <a:cubicBezTo>
                              <a:pt x="1922" y="4107"/>
                              <a:pt x="-555" y="1726"/>
                              <a:pt x="112" y="487"/>
                            </a:cubicBezTo>
                            <a:cubicBezTo>
                              <a:pt x="779" y="-846"/>
                              <a:pt x="3255" y="868"/>
                              <a:pt x="4493" y="1916"/>
                            </a:cubicBezTo>
                            <a:cubicBezTo>
                              <a:pt x="5732" y="2869"/>
                              <a:pt x="8399" y="4964"/>
                              <a:pt x="7922" y="629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17" name="Forme libre : forme 11716">
                        <a:extLst>
                          <a:ext uri="{FF2B5EF4-FFF2-40B4-BE49-F238E27FC236}">
                            <a16:creationId xmlns:a16="http://schemas.microsoft.com/office/drawing/2014/main" id="{D3183619-A20D-4E72-B57D-9187F4B28A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45392" y="3006236"/>
                        <a:ext cx="55049" cy="64722"/>
                      </a:xfrm>
                      <a:custGeom>
                        <a:avLst/>
                        <a:gdLst>
                          <a:gd name="connsiteX0" fmla="*/ 40201 w 55049"/>
                          <a:gd name="connsiteY0" fmla="*/ 41478 h 64722"/>
                          <a:gd name="connsiteX1" fmla="*/ 54488 w 55049"/>
                          <a:gd name="connsiteY1" fmla="*/ 59290 h 64722"/>
                          <a:gd name="connsiteX2" fmla="*/ 48011 w 55049"/>
                          <a:gd name="connsiteY2" fmla="*/ 64624 h 64722"/>
                          <a:gd name="connsiteX3" fmla="*/ 38391 w 55049"/>
                          <a:gd name="connsiteY3" fmla="*/ 58909 h 64722"/>
                          <a:gd name="connsiteX4" fmla="*/ 18864 w 55049"/>
                          <a:gd name="connsiteY4" fmla="*/ 33953 h 64722"/>
                          <a:gd name="connsiteX5" fmla="*/ 5149 w 55049"/>
                          <a:gd name="connsiteY5" fmla="*/ 15570 h 64722"/>
                          <a:gd name="connsiteX6" fmla="*/ 2577 w 55049"/>
                          <a:gd name="connsiteY6" fmla="*/ 44 h 64722"/>
                          <a:gd name="connsiteX7" fmla="*/ 19055 w 55049"/>
                          <a:gd name="connsiteY7" fmla="*/ 9950 h 64722"/>
                          <a:gd name="connsiteX8" fmla="*/ 26580 w 55049"/>
                          <a:gd name="connsiteY8" fmla="*/ 18142 h 64722"/>
                          <a:gd name="connsiteX9" fmla="*/ 31723 w 55049"/>
                          <a:gd name="connsiteY9" fmla="*/ 24524 h 64722"/>
                          <a:gd name="connsiteX10" fmla="*/ 36295 w 55049"/>
                          <a:gd name="connsiteY10" fmla="*/ 33382 h 64722"/>
                          <a:gd name="connsiteX11" fmla="*/ 40201 w 55049"/>
                          <a:gd name="connsiteY11" fmla="*/ 41478 h 647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5049" h="64722">
                            <a:moveTo>
                              <a:pt x="40201" y="41478"/>
                            </a:moveTo>
                            <a:cubicBezTo>
                              <a:pt x="45154" y="48050"/>
                              <a:pt x="49630" y="52718"/>
                              <a:pt x="54488" y="59290"/>
                            </a:cubicBezTo>
                            <a:cubicBezTo>
                              <a:pt x="56488" y="61576"/>
                              <a:pt x="52869" y="65386"/>
                              <a:pt x="48011" y="64624"/>
                            </a:cubicBezTo>
                            <a:cubicBezTo>
                              <a:pt x="43153" y="64052"/>
                              <a:pt x="40677" y="61671"/>
                              <a:pt x="38391" y="58909"/>
                            </a:cubicBezTo>
                            <a:cubicBezTo>
                              <a:pt x="31152" y="50908"/>
                              <a:pt x="25056" y="43193"/>
                              <a:pt x="18864" y="33953"/>
                            </a:cubicBezTo>
                            <a:cubicBezTo>
                              <a:pt x="16864" y="31286"/>
                              <a:pt x="9911" y="23381"/>
                              <a:pt x="5149" y="15570"/>
                            </a:cubicBezTo>
                            <a:cubicBezTo>
                              <a:pt x="386" y="7664"/>
                              <a:pt x="-2281" y="425"/>
                              <a:pt x="2577" y="44"/>
                            </a:cubicBezTo>
                            <a:cubicBezTo>
                              <a:pt x="7530" y="-527"/>
                              <a:pt x="13530" y="4521"/>
                              <a:pt x="19055" y="9950"/>
                            </a:cubicBezTo>
                            <a:cubicBezTo>
                              <a:pt x="21817" y="12808"/>
                              <a:pt x="24389" y="15380"/>
                              <a:pt x="26580" y="18142"/>
                            </a:cubicBezTo>
                            <a:cubicBezTo>
                              <a:pt x="28771" y="20523"/>
                              <a:pt x="30580" y="22809"/>
                              <a:pt x="31723" y="24524"/>
                            </a:cubicBezTo>
                            <a:cubicBezTo>
                              <a:pt x="33914" y="27667"/>
                              <a:pt x="35152" y="30524"/>
                              <a:pt x="36295" y="33382"/>
                            </a:cubicBezTo>
                            <a:cubicBezTo>
                              <a:pt x="37343" y="35954"/>
                              <a:pt x="38391" y="38621"/>
                              <a:pt x="40201" y="4147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21" name="Graphique 1">
                      <a:extLst>
                        <a:ext uri="{FF2B5EF4-FFF2-40B4-BE49-F238E27FC236}">
                          <a16:creationId xmlns:a16="http://schemas.microsoft.com/office/drawing/2014/main" id="{783AE860-55EB-4A1F-9212-A790C0E41A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09389" y="2898471"/>
                      <a:ext cx="121741" cy="180805"/>
                      <a:chOff x="1309389" y="2898471"/>
                      <a:chExt cx="121741" cy="180805"/>
                    </a:xfrm>
                    <a:solidFill>
                      <a:schemeClr val="accent1"/>
                    </a:solidFill>
                  </p:grpSpPr>
                  <p:sp>
                    <p:nvSpPr>
                      <p:cNvPr id="11694" name="Forme libre : forme 11693">
                        <a:extLst>
                          <a:ext uri="{FF2B5EF4-FFF2-40B4-BE49-F238E27FC236}">
                            <a16:creationId xmlns:a16="http://schemas.microsoft.com/office/drawing/2014/main" id="{58CF61DF-66B0-4B39-93CE-A16ADFE8BD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09389" y="2898471"/>
                        <a:ext cx="121741" cy="180805"/>
                      </a:xfrm>
                      <a:custGeom>
                        <a:avLst/>
                        <a:gdLst>
                          <a:gd name="connsiteX0" fmla="*/ 112888 w 121741"/>
                          <a:gd name="connsiteY0" fmla="*/ 76281 h 180805"/>
                          <a:gd name="connsiteX1" fmla="*/ 101172 w 121741"/>
                          <a:gd name="connsiteY1" fmla="*/ 105904 h 180805"/>
                          <a:gd name="connsiteX2" fmla="*/ 92600 w 121741"/>
                          <a:gd name="connsiteY2" fmla="*/ 126001 h 180805"/>
                          <a:gd name="connsiteX3" fmla="*/ 83741 w 121741"/>
                          <a:gd name="connsiteY3" fmla="*/ 142384 h 180805"/>
                          <a:gd name="connsiteX4" fmla="*/ 47070 w 121741"/>
                          <a:gd name="connsiteY4" fmla="*/ 176198 h 180805"/>
                          <a:gd name="connsiteX5" fmla="*/ 6875 w 121741"/>
                          <a:gd name="connsiteY5" fmla="*/ 177246 h 180805"/>
                          <a:gd name="connsiteX6" fmla="*/ 1731 w 121741"/>
                          <a:gd name="connsiteY6" fmla="*/ 156196 h 180805"/>
                          <a:gd name="connsiteX7" fmla="*/ 8494 w 121741"/>
                          <a:gd name="connsiteY7" fmla="*/ 131716 h 180805"/>
                          <a:gd name="connsiteX8" fmla="*/ 18400 w 121741"/>
                          <a:gd name="connsiteY8" fmla="*/ 104570 h 180805"/>
                          <a:gd name="connsiteX9" fmla="*/ 23353 w 121741"/>
                          <a:gd name="connsiteY9" fmla="*/ 93426 h 180805"/>
                          <a:gd name="connsiteX10" fmla="*/ 29163 w 121741"/>
                          <a:gd name="connsiteY10" fmla="*/ 79233 h 180805"/>
                          <a:gd name="connsiteX11" fmla="*/ 32687 w 121741"/>
                          <a:gd name="connsiteY11" fmla="*/ 70851 h 180805"/>
                          <a:gd name="connsiteX12" fmla="*/ 36497 w 121741"/>
                          <a:gd name="connsiteY12" fmla="*/ 62184 h 180805"/>
                          <a:gd name="connsiteX13" fmla="*/ 43260 w 121741"/>
                          <a:gd name="connsiteY13" fmla="*/ 47515 h 180805"/>
                          <a:gd name="connsiteX14" fmla="*/ 48785 w 121741"/>
                          <a:gd name="connsiteY14" fmla="*/ 36942 h 180805"/>
                          <a:gd name="connsiteX15" fmla="*/ 55357 w 121741"/>
                          <a:gd name="connsiteY15" fmla="*/ 28370 h 180805"/>
                          <a:gd name="connsiteX16" fmla="*/ 68978 w 121741"/>
                          <a:gd name="connsiteY16" fmla="*/ 15225 h 180805"/>
                          <a:gd name="connsiteX17" fmla="*/ 83360 w 121741"/>
                          <a:gd name="connsiteY17" fmla="*/ 6272 h 180805"/>
                          <a:gd name="connsiteX18" fmla="*/ 99458 w 121741"/>
                          <a:gd name="connsiteY18" fmla="*/ 652 h 180805"/>
                          <a:gd name="connsiteX19" fmla="*/ 118698 w 121741"/>
                          <a:gd name="connsiteY19" fmla="*/ 9510 h 180805"/>
                          <a:gd name="connsiteX20" fmla="*/ 112888 w 121741"/>
                          <a:gd name="connsiteY20" fmla="*/ 76281 h 1808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21741" h="180805">
                            <a:moveTo>
                              <a:pt x="112888" y="76281"/>
                            </a:moveTo>
                            <a:cubicBezTo>
                              <a:pt x="110411" y="83615"/>
                              <a:pt x="106125" y="94188"/>
                              <a:pt x="101172" y="105904"/>
                            </a:cubicBezTo>
                            <a:cubicBezTo>
                              <a:pt x="98315" y="112857"/>
                              <a:pt x="95743" y="119619"/>
                              <a:pt x="92600" y="126001"/>
                            </a:cubicBezTo>
                            <a:cubicBezTo>
                              <a:pt x="89361" y="132288"/>
                              <a:pt x="86599" y="138003"/>
                              <a:pt x="83741" y="142384"/>
                            </a:cubicBezTo>
                            <a:cubicBezTo>
                              <a:pt x="73740" y="158863"/>
                              <a:pt x="60405" y="170292"/>
                              <a:pt x="47070" y="176198"/>
                            </a:cubicBezTo>
                            <a:cubicBezTo>
                              <a:pt x="33164" y="182104"/>
                              <a:pt x="18686" y="182199"/>
                              <a:pt x="6875" y="177246"/>
                            </a:cubicBezTo>
                            <a:cubicBezTo>
                              <a:pt x="-1412" y="173245"/>
                              <a:pt x="-936" y="162196"/>
                              <a:pt x="1731" y="156196"/>
                            </a:cubicBezTo>
                            <a:cubicBezTo>
                              <a:pt x="5827" y="147528"/>
                              <a:pt x="6494" y="139146"/>
                              <a:pt x="8494" y="131716"/>
                            </a:cubicBezTo>
                            <a:cubicBezTo>
                              <a:pt x="10399" y="123906"/>
                              <a:pt x="13256" y="115333"/>
                              <a:pt x="18400" y="104570"/>
                            </a:cubicBezTo>
                            <a:cubicBezTo>
                              <a:pt x="19733" y="101522"/>
                              <a:pt x="21353" y="97617"/>
                              <a:pt x="23353" y="93426"/>
                            </a:cubicBezTo>
                            <a:cubicBezTo>
                              <a:pt x="25258" y="89235"/>
                              <a:pt x="27068" y="84091"/>
                              <a:pt x="29163" y="79233"/>
                            </a:cubicBezTo>
                            <a:cubicBezTo>
                              <a:pt x="30401" y="76471"/>
                              <a:pt x="31544" y="73614"/>
                              <a:pt x="32687" y="70851"/>
                            </a:cubicBezTo>
                            <a:cubicBezTo>
                              <a:pt x="34021" y="67899"/>
                              <a:pt x="35259" y="64946"/>
                              <a:pt x="36497" y="62184"/>
                            </a:cubicBezTo>
                            <a:cubicBezTo>
                              <a:pt x="39069" y="56659"/>
                              <a:pt x="41355" y="51611"/>
                              <a:pt x="43260" y="47515"/>
                            </a:cubicBezTo>
                            <a:cubicBezTo>
                              <a:pt x="45070" y="43705"/>
                              <a:pt x="46880" y="40181"/>
                              <a:pt x="48785" y="36942"/>
                            </a:cubicBezTo>
                            <a:cubicBezTo>
                              <a:pt x="50975" y="33894"/>
                              <a:pt x="53166" y="31037"/>
                              <a:pt x="55357" y="28370"/>
                            </a:cubicBezTo>
                            <a:cubicBezTo>
                              <a:pt x="59834" y="23131"/>
                              <a:pt x="64310" y="18845"/>
                              <a:pt x="68978" y="15225"/>
                            </a:cubicBezTo>
                            <a:cubicBezTo>
                              <a:pt x="73645" y="11606"/>
                              <a:pt x="78217" y="8653"/>
                              <a:pt x="83360" y="6272"/>
                            </a:cubicBezTo>
                            <a:cubicBezTo>
                              <a:pt x="88599" y="3986"/>
                              <a:pt x="93933" y="2176"/>
                              <a:pt x="99458" y="652"/>
                            </a:cubicBezTo>
                            <a:cubicBezTo>
                              <a:pt x="107173" y="-1634"/>
                              <a:pt x="116984" y="2272"/>
                              <a:pt x="118698" y="9510"/>
                            </a:cubicBezTo>
                            <a:cubicBezTo>
                              <a:pt x="123365" y="30370"/>
                              <a:pt x="123556" y="50182"/>
                              <a:pt x="112888" y="7628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95" name="Forme libre : forme 11694">
                        <a:extLst>
                          <a:ext uri="{FF2B5EF4-FFF2-40B4-BE49-F238E27FC236}">
                            <a16:creationId xmlns:a16="http://schemas.microsoft.com/office/drawing/2014/main" id="{A55D4DEB-96D6-41E0-98C7-1C588EF8C3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10072" y="2907791"/>
                        <a:ext cx="120642" cy="171474"/>
                      </a:xfrm>
                      <a:custGeom>
                        <a:avLst/>
                        <a:gdLst>
                          <a:gd name="connsiteX0" fmla="*/ 64579 w 120642"/>
                          <a:gd name="connsiteY0" fmla="*/ 110014 h 171474"/>
                          <a:gd name="connsiteX1" fmla="*/ 39243 w 120642"/>
                          <a:gd name="connsiteY1" fmla="*/ 147733 h 171474"/>
                          <a:gd name="connsiteX2" fmla="*/ 0 w 120642"/>
                          <a:gd name="connsiteY2" fmla="*/ 160115 h 171474"/>
                          <a:gd name="connsiteX3" fmla="*/ 6191 w 120642"/>
                          <a:gd name="connsiteY3" fmla="*/ 167830 h 171474"/>
                          <a:gd name="connsiteX4" fmla="*/ 19240 w 120642"/>
                          <a:gd name="connsiteY4" fmla="*/ 171260 h 171474"/>
                          <a:gd name="connsiteX5" fmla="*/ 60293 w 120642"/>
                          <a:gd name="connsiteY5" fmla="*/ 158687 h 171474"/>
                          <a:gd name="connsiteX6" fmla="*/ 72295 w 120642"/>
                          <a:gd name="connsiteY6" fmla="*/ 147542 h 171474"/>
                          <a:gd name="connsiteX7" fmla="*/ 82963 w 120642"/>
                          <a:gd name="connsiteY7" fmla="*/ 133064 h 171474"/>
                          <a:gd name="connsiteX8" fmla="*/ 89344 w 120642"/>
                          <a:gd name="connsiteY8" fmla="*/ 121444 h 171474"/>
                          <a:gd name="connsiteX9" fmla="*/ 95821 w 120642"/>
                          <a:gd name="connsiteY9" fmla="*/ 107632 h 171474"/>
                          <a:gd name="connsiteX10" fmla="*/ 101727 w 120642"/>
                          <a:gd name="connsiteY10" fmla="*/ 93154 h 171474"/>
                          <a:gd name="connsiteX11" fmla="*/ 110490 w 120642"/>
                          <a:gd name="connsiteY11" fmla="*/ 71342 h 171474"/>
                          <a:gd name="connsiteX12" fmla="*/ 112109 w 120642"/>
                          <a:gd name="connsiteY12" fmla="*/ 66865 h 171474"/>
                          <a:gd name="connsiteX13" fmla="*/ 116681 w 120642"/>
                          <a:gd name="connsiteY13" fmla="*/ 53530 h 171474"/>
                          <a:gd name="connsiteX14" fmla="*/ 119634 w 120642"/>
                          <a:gd name="connsiteY14" fmla="*/ 41243 h 171474"/>
                          <a:gd name="connsiteX15" fmla="*/ 120586 w 120642"/>
                          <a:gd name="connsiteY15" fmla="*/ 25241 h 171474"/>
                          <a:gd name="connsiteX16" fmla="*/ 119825 w 120642"/>
                          <a:gd name="connsiteY16" fmla="*/ 10192 h 171474"/>
                          <a:gd name="connsiteX17" fmla="*/ 118015 w 120642"/>
                          <a:gd name="connsiteY17" fmla="*/ 381 h 171474"/>
                          <a:gd name="connsiteX18" fmla="*/ 117919 w 120642"/>
                          <a:gd name="connsiteY18" fmla="*/ 0 h 171474"/>
                          <a:gd name="connsiteX19" fmla="*/ 109442 w 120642"/>
                          <a:gd name="connsiteY19" fmla="*/ 12573 h 171474"/>
                          <a:gd name="connsiteX20" fmla="*/ 101917 w 120642"/>
                          <a:gd name="connsiteY20" fmla="*/ 25813 h 171474"/>
                          <a:gd name="connsiteX21" fmla="*/ 87630 w 120642"/>
                          <a:gd name="connsiteY21" fmla="*/ 52769 h 171474"/>
                          <a:gd name="connsiteX22" fmla="*/ 76009 w 120642"/>
                          <a:gd name="connsiteY22" fmla="*/ 80772 h 171474"/>
                          <a:gd name="connsiteX23" fmla="*/ 64579 w 120642"/>
                          <a:gd name="connsiteY23" fmla="*/ 110014 h 1714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</a:cxnLst>
                        <a:rect l="l" t="t" r="r" b="b"/>
                        <a:pathLst>
                          <a:path w="120642" h="171474">
                            <a:moveTo>
                              <a:pt x="64579" y="110014"/>
                            </a:moveTo>
                            <a:cubicBezTo>
                              <a:pt x="59150" y="123539"/>
                              <a:pt x="50768" y="137351"/>
                              <a:pt x="39243" y="147733"/>
                            </a:cubicBezTo>
                            <a:cubicBezTo>
                              <a:pt x="28003" y="158210"/>
                              <a:pt x="11906" y="163925"/>
                              <a:pt x="0" y="160115"/>
                            </a:cubicBezTo>
                            <a:cubicBezTo>
                              <a:pt x="857" y="163259"/>
                              <a:pt x="2857" y="166402"/>
                              <a:pt x="6191" y="167830"/>
                            </a:cubicBezTo>
                            <a:cubicBezTo>
                              <a:pt x="10096" y="169354"/>
                              <a:pt x="14668" y="170688"/>
                              <a:pt x="19240" y="171260"/>
                            </a:cubicBezTo>
                            <a:cubicBezTo>
                              <a:pt x="32385" y="172498"/>
                              <a:pt x="47149" y="168402"/>
                              <a:pt x="60293" y="158687"/>
                            </a:cubicBezTo>
                            <a:cubicBezTo>
                              <a:pt x="64484" y="155543"/>
                              <a:pt x="68199" y="151829"/>
                              <a:pt x="72295" y="147542"/>
                            </a:cubicBezTo>
                            <a:cubicBezTo>
                              <a:pt x="76200" y="143256"/>
                              <a:pt x="79343" y="138494"/>
                              <a:pt x="82963" y="133064"/>
                            </a:cubicBezTo>
                            <a:cubicBezTo>
                              <a:pt x="85153" y="129826"/>
                              <a:pt x="86963" y="125921"/>
                              <a:pt x="89344" y="121444"/>
                            </a:cubicBezTo>
                            <a:cubicBezTo>
                              <a:pt x="91630" y="117157"/>
                              <a:pt x="93917" y="112490"/>
                              <a:pt x="95821" y="107632"/>
                            </a:cubicBezTo>
                            <a:cubicBezTo>
                              <a:pt x="97726" y="102870"/>
                              <a:pt x="99727" y="98012"/>
                              <a:pt x="101727" y="93154"/>
                            </a:cubicBezTo>
                            <a:cubicBezTo>
                              <a:pt x="105061" y="85249"/>
                              <a:pt x="108204" y="77438"/>
                              <a:pt x="110490" y="71342"/>
                            </a:cubicBezTo>
                            <a:cubicBezTo>
                              <a:pt x="111061" y="69723"/>
                              <a:pt x="111633" y="68199"/>
                              <a:pt x="112109" y="66865"/>
                            </a:cubicBezTo>
                            <a:cubicBezTo>
                              <a:pt x="113538" y="62008"/>
                              <a:pt x="115252" y="57721"/>
                              <a:pt x="116681" y="53530"/>
                            </a:cubicBezTo>
                            <a:cubicBezTo>
                              <a:pt x="118015" y="49339"/>
                              <a:pt x="118967" y="45244"/>
                              <a:pt x="119634" y="41243"/>
                            </a:cubicBezTo>
                            <a:cubicBezTo>
                              <a:pt x="120491" y="35814"/>
                              <a:pt x="120777" y="30480"/>
                              <a:pt x="120586" y="25241"/>
                            </a:cubicBezTo>
                            <a:cubicBezTo>
                              <a:pt x="120396" y="20003"/>
                              <a:pt x="120396" y="15240"/>
                              <a:pt x="119825" y="10192"/>
                            </a:cubicBezTo>
                            <a:cubicBezTo>
                              <a:pt x="119348" y="6953"/>
                              <a:pt x="118777" y="3715"/>
                              <a:pt x="118015" y="381"/>
                            </a:cubicBezTo>
                            <a:lnTo>
                              <a:pt x="117919" y="0"/>
                            </a:lnTo>
                            <a:lnTo>
                              <a:pt x="109442" y="12573"/>
                            </a:lnTo>
                            <a:cubicBezTo>
                              <a:pt x="106585" y="16764"/>
                              <a:pt x="104489" y="21336"/>
                              <a:pt x="101917" y="25813"/>
                            </a:cubicBezTo>
                            <a:cubicBezTo>
                              <a:pt x="97155" y="34766"/>
                              <a:pt x="91726" y="43434"/>
                              <a:pt x="87630" y="52769"/>
                            </a:cubicBezTo>
                            <a:cubicBezTo>
                              <a:pt x="83725" y="62103"/>
                              <a:pt x="79915" y="71438"/>
                              <a:pt x="76009" y="80772"/>
                            </a:cubicBezTo>
                            <a:cubicBezTo>
                              <a:pt x="72009" y="90011"/>
                              <a:pt x="69056" y="100489"/>
                              <a:pt x="64579" y="11001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96" name="Forme libre : forme 11695">
                        <a:extLst>
                          <a:ext uri="{FF2B5EF4-FFF2-40B4-BE49-F238E27FC236}">
                            <a16:creationId xmlns:a16="http://schemas.microsoft.com/office/drawing/2014/main" id="{CFD5A641-42CB-476E-B35B-6C1DEDC25E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58447" y="2934413"/>
                        <a:ext cx="46734" cy="87531"/>
                      </a:xfrm>
                      <a:custGeom>
                        <a:avLst/>
                        <a:gdLst>
                          <a:gd name="connsiteX0" fmla="*/ 43922 w 46734"/>
                          <a:gd name="connsiteY0" fmla="*/ 430 h 87531"/>
                          <a:gd name="connsiteX1" fmla="*/ 43446 w 46734"/>
                          <a:gd name="connsiteY1" fmla="*/ 22338 h 87531"/>
                          <a:gd name="connsiteX2" fmla="*/ 34397 w 46734"/>
                          <a:gd name="connsiteY2" fmla="*/ 49865 h 87531"/>
                          <a:gd name="connsiteX3" fmla="*/ 29159 w 46734"/>
                          <a:gd name="connsiteY3" fmla="*/ 60914 h 87531"/>
                          <a:gd name="connsiteX4" fmla="*/ 21348 w 46734"/>
                          <a:gd name="connsiteY4" fmla="*/ 74725 h 87531"/>
                          <a:gd name="connsiteX5" fmla="*/ 3441 w 46734"/>
                          <a:gd name="connsiteY5" fmla="*/ 87012 h 87531"/>
                          <a:gd name="connsiteX6" fmla="*/ 2203 w 46734"/>
                          <a:gd name="connsiteY6" fmla="*/ 66533 h 87531"/>
                          <a:gd name="connsiteX7" fmla="*/ 11252 w 46734"/>
                          <a:gd name="connsiteY7" fmla="*/ 41006 h 87531"/>
                          <a:gd name="connsiteX8" fmla="*/ 25253 w 46734"/>
                          <a:gd name="connsiteY8" fmla="*/ 14432 h 87531"/>
                          <a:gd name="connsiteX9" fmla="*/ 43922 w 46734"/>
                          <a:gd name="connsiteY9" fmla="*/ 430 h 87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6734" h="87531">
                            <a:moveTo>
                              <a:pt x="43922" y="430"/>
                            </a:moveTo>
                            <a:cubicBezTo>
                              <a:pt x="48494" y="2716"/>
                              <a:pt x="46875" y="12241"/>
                              <a:pt x="43446" y="22338"/>
                            </a:cubicBezTo>
                            <a:cubicBezTo>
                              <a:pt x="40874" y="32815"/>
                              <a:pt x="36778" y="44245"/>
                              <a:pt x="34397" y="49865"/>
                            </a:cubicBezTo>
                            <a:cubicBezTo>
                              <a:pt x="33254" y="52722"/>
                              <a:pt x="31444" y="56437"/>
                              <a:pt x="29159" y="60914"/>
                            </a:cubicBezTo>
                            <a:cubicBezTo>
                              <a:pt x="26873" y="65486"/>
                              <a:pt x="24206" y="70343"/>
                              <a:pt x="21348" y="74725"/>
                            </a:cubicBezTo>
                            <a:cubicBezTo>
                              <a:pt x="15252" y="83298"/>
                              <a:pt x="8299" y="89393"/>
                              <a:pt x="3441" y="87012"/>
                            </a:cubicBezTo>
                            <a:cubicBezTo>
                              <a:pt x="-1512" y="84536"/>
                              <a:pt x="-369" y="75773"/>
                              <a:pt x="2203" y="66533"/>
                            </a:cubicBezTo>
                            <a:cubicBezTo>
                              <a:pt x="4394" y="57104"/>
                              <a:pt x="8489" y="46722"/>
                              <a:pt x="11252" y="41006"/>
                            </a:cubicBezTo>
                            <a:cubicBezTo>
                              <a:pt x="13823" y="35482"/>
                              <a:pt x="19252" y="24052"/>
                              <a:pt x="25253" y="14432"/>
                            </a:cubicBezTo>
                            <a:cubicBezTo>
                              <a:pt x="32206" y="5288"/>
                              <a:pt x="39446" y="-1856"/>
                              <a:pt x="43922" y="43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97" name="Forme libre : forme 11696">
                        <a:extLst>
                          <a:ext uri="{FF2B5EF4-FFF2-40B4-BE49-F238E27FC236}">
                            <a16:creationId xmlns:a16="http://schemas.microsoft.com/office/drawing/2014/main" id="{ADE67E67-17FC-4811-A4A8-2DC1C61989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58441" y="2965037"/>
                        <a:ext cx="40880" cy="56797"/>
                      </a:xfrm>
                      <a:custGeom>
                        <a:avLst/>
                        <a:gdLst>
                          <a:gd name="connsiteX0" fmla="*/ 2971 w 40880"/>
                          <a:gd name="connsiteY0" fmla="*/ 34099 h 56797"/>
                          <a:gd name="connsiteX1" fmla="*/ 3256 w 40880"/>
                          <a:gd name="connsiteY1" fmla="*/ 56674 h 56797"/>
                          <a:gd name="connsiteX2" fmla="*/ 21354 w 40880"/>
                          <a:gd name="connsiteY2" fmla="*/ 44005 h 56797"/>
                          <a:gd name="connsiteX3" fmla="*/ 28974 w 40880"/>
                          <a:gd name="connsiteY3" fmla="*/ 30766 h 56797"/>
                          <a:gd name="connsiteX4" fmla="*/ 34689 w 40880"/>
                          <a:gd name="connsiteY4" fmla="*/ 18764 h 56797"/>
                          <a:gd name="connsiteX5" fmla="*/ 40880 w 40880"/>
                          <a:gd name="connsiteY5" fmla="*/ 0 h 56797"/>
                          <a:gd name="connsiteX6" fmla="*/ 36118 w 40880"/>
                          <a:gd name="connsiteY6" fmla="*/ 9430 h 56797"/>
                          <a:gd name="connsiteX7" fmla="*/ 2971 w 40880"/>
                          <a:gd name="connsiteY7" fmla="*/ 34099 h 567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880" h="56797">
                            <a:moveTo>
                              <a:pt x="2971" y="34099"/>
                            </a:moveTo>
                            <a:cubicBezTo>
                              <a:pt x="2590" y="40196"/>
                              <a:pt x="-3697" y="55245"/>
                              <a:pt x="3256" y="56674"/>
                            </a:cubicBezTo>
                            <a:cubicBezTo>
                              <a:pt x="8876" y="57721"/>
                              <a:pt x="15544" y="52006"/>
                              <a:pt x="21354" y="44005"/>
                            </a:cubicBezTo>
                            <a:cubicBezTo>
                              <a:pt x="24116" y="39910"/>
                              <a:pt x="26688" y="35338"/>
                              <a:pt x="28974" y="30766"/>
                            </a:cubicBezTo>
                            <a:cubicBezTo>
                              <a:pt x="31260" y="26194"/>
                              <a:pt x="33165" y="22384"/>
                              <a:pt x="34689" y="18764"/>
                            </a:cubicBezTo>
                            <a:cubicBezTo>
                              <a:pt x="36498" y="14668"/>
                              <a:pt x="39737" y="5048"/>
                              <a:pt x="40880" y="0"/>
                            </a:cubicBezTo>
                            <a:cubicBezTo>
                              <a:pt x="39642" y="2667"/>
                              <a:pt x="37737" y="7144"/>
                              <a:pt x="36118" y="9430"/>
                            </a:cubicBezTo>
                            <a:cubicBezTo>
                              <a:pt x="26783" y="22098"/>
                              <a:pt x="14305" y="38290"/>
                              <a:pt x="2971" y="3409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98" name="Forme libre : forme 11697">
                        <a:extLst>
                          <a:ext uri="{FF2B5EF4-FFF2-40B4-BE49-F238E27FC236}">
                            <a16:creationId xmlns:a16="http://schemas.microsoft.com/office/drawing/2014/main" id="{834CDC74-C967-42E0-85F5-E53A40A423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3031" y="2930517"/>
                        <a:ext cx="46189" cy="87969"/>
                      </a:xfrm>
                      <a:custGeom>
                        <a:avLst/>
                        <a:gdLst>
                          <a:gd name="connsiteX0" fmla="*/ 44006 w 46189"/>
                          <a:gd name="connsiteY0" fmla="*/ 991 h 87969"/>
                          <a:gd name="connsiteX1" fmla="*/ 43149 w 46189"/>
                          <a:gd name="connsiteY1" fmla="*/ 23947 h 87969"/>
                          <a:gd name="connsiteX2" fmla="*/ 34386 w 46189"/>
                          <a:gd name="connsiteY2" fmla="*/ 50807 h 87969"/>
                          <a:gd name="connsiteX3" fmla="*/ 29242 w 46189"/>
                          <a:gd name="connsiteY3" fmla="*/ 61856 h 87969"/>
                          <a:gd name="connsiteX4" fmla="*/ 21527 w 46189"/>
                          <a:gd name="connsiteY4" fmla="*/ 75191 h 87969"/>
                          <a:gd name="connsiteX5" fmla="*/ 3620 w 46189"/>
                          <a:gd name="connsiteY5" fmla="*/ 87574 h 87969"/>
                          <a:gd name="connsiteX6" fmla="*/ 2096 w 46189"/>
                          <a:gd name="connsiteY6" fmla="*/ 67000 h 87969"/>
                          <a:gd name="connsiteX7" fmla="*/ 11240 w 46189"/>
                          <a:gd name="connsiteY7" fmla="*/ 41378 h 87969"/>
                          <a:gd name="connsiteX8" fmla="*/ 25813 w 46189"/>
                          <a:gd name="connsiteY8" fmla="*/ 14136 h 87969"/>
                          <a:gd name="connsiteX9" fmla="*/ 44006 w 46189"/>
                          <a:gd name="connsiteY9" fmla="*/ 991 h 879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6189" h="87969">
                            <a:moveTo>
                              <a:pt x="44006" y="991"/>
                            </a:moveTo>
                            <a:cubicBezTo>
                              <a:pt x="47721" y="4706"/>
                              <a:pt x="46197" y="14136"/>
                              <a:pt x="43149" y="23947"/>
                            </a:cubicBezTo>
                            <a:cubicBezTo>
                              <a:pt x="40101" y="33757"/>
                              <a:pt x="36862" y="44806"/>
                              <a:pt x="34386" y="50807"/>
                            </a:cubicBezTo>
                            <a:cubicBezTo>
                              <a:pt x="33243" y="53855"/>
                              <a:pt x="31433" y="57761"/>
                              <a:pt x="29242" y="61856"/>
                            </a:cubicBezTo>
                            <a:cubicBezTo>
                              <a:pt x="27051" y="65952"/>
                              <a:pt x="24384" y="71096"/>
                              <a:pt x="21527" y="75191"/>
                            </a:cubicBezTo>
                            <a:cubicBezTo>
                              <a:pt x="16098" y="83764"/>
                              <a:pt x="8668" y="89574"/>
                              <a:pt x="3620" y="87574"/>
                            </a:cubicBezTo>
                            <a:cubicBezTo>
                              <a:pt x="-1809" y="85383"/>
                              <a:pt x="-95" y="76811"/>
                              <a:pt x="2096" y="67000"/>
                            </a:cubicBezTo>
                            <a:cubicBezTo>
                              <a:pt x="4287" y="57380"/>
                              <a:pt x="9049" y="46521"/>
                              <a:pt x="11240" y="41378"/>
                            </a:cubicBezTo>
                            <a:cubicBezTo>
                              <a:pt x="13717" y="36329"/>
                              <a:pt x="18765" y="23661"/>
                              <a:pt x="25813" y="14136"/>
                            </a:cubicBezTo>
                            <a:cubicBezTo>
                              <a:pt x="32957" y="4516"/>
                              <a:pt x="40291" y="-2723"/>
                              <a:pt x="44006" y="99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99" name="Forme libre : forme 11698">
                        <a:extLst>
                          <a:ext uri="{FF2B5EF4-FFF2-40B4-BE49-F238E27FC236}">
                            <a16:creationId xmlns:a16="http://schemas.microsoft.com/office/drawing/2014/main" id="{16F01DCC-67E0-4772-95A2-F1528EF408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29503" y="2959694"/>
                        <a:ext cx="80827" cy="99631"/>
                      </a:xfrm>
                      <a:custGeom>
                        <a:avLst/>
                        <a:gdLst>
                          <a:gd name="connsiteX0" fmla="*/ 5715 w 80827"/>
                          <a:gd name="connsiteY0" fmla="*/ 97355 h 99631"/>
                          <a:gd name="connsiteX1" fmla="*/ 23622 w 80827"/>
                          <a:gd name="connsiteY1" fmla="*/ 96973 h 99631"/>
                          <a:gd name="connsiteX2" fmla="*/ 64008 w 80827"/>
                          <a:gd name="connsiteY2" fmla="*/ 64017 h 99631"/>
                          <a:gd name="connsiteX3" fmla="*/ 75438 w 80827"/>
                          <a:gd name="connsiteY3" fmla="*/ 40014 h 99631"/>
                          <a:gd name="connsiteX4" fmla="*/ 80486 w 80827"/>
                          <a:gd name="connsiteY4" fmla="*/ 19916 h 99631"/>
                          <a:gd name="connsiteX5" fmla="*/ 73914 w 80827"/>
                          <a:gd name="connsiteY5" fmla="*/ 9 h 99631"/>
                          <a:gd name="connsiteX6" fmla="*/ 63055 w 80827"/>
                          <a:gd name="connsiteY6" fmla="*/ 10867 h 99631"/>
                          <a:gd name="connsiteX7" fmla="*/ 34480 w 80827"/>
                          <a:gd name="connsiteY7" fmla="*/ 42490 h 99631"/>
                          <a:gd name="connsiteX8" fmla="*/ 18479 w 80827"/>
                          <a:gd name="connsiteY8" fmla="*/ 54016 h 99631"/>
                          <a:gd name="connsiteX9" fmla="*/ 4572 w 80827"/>
                          <a:gd name="connsiteY9" fmla="*/ 68875 h 99631"/>
                          <a:gd name="connsiteX10" fmla="*/ 2572 w 80827"/>
                          <a:gd name="connsiteY10" fmla="*/ 73256 h 99631"/>
                          <a:gd name="connsiteX11" fmla="*/ 1048 w 80827"/>
                          <a:gd name="connsiteY11" fmla="*/ 77257 h 99631"/>
                          <a:gd name="connsiteX12" fmla="*/ 0 w 80827"/>
                          <a:gd name="connsiteY12" fmla="*/ 85353 h 99631"/>
                          <a:gd name="connsiteX13" fmla="*/ 5715 w 80827"/>
                          <a:gd name="connsiteY13" fmla="*/ 97355 h 996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80827" h="99631">
                            <a:moveTo>
                              <a:pt x="5715" y="97355"/>
                            </a:moveTo>
                            <a:cubicBezTo>
                              <a:pt x="11811" y="100498"/>
                              <a:pt x="15240" y="100402"/>
                              <a:pt x="23622" y="96973"/>
                            </a:cubicBezTo>
                            <a:cubicBezTo>
                              <a:pt x="39433" y="90306"/>
                              <a:pt x="52673" y="81829"/>
                              <a:pt x="64008" y="64017"/>
                            </a:cubicBezTo>
                            <a:cubicBezTo>
                              <a:pt x="69056" y="56588"/>
                              <a:pt x="72390" y="48205"/>
                              <a:pt x="75438" y="40014"/>
                            </a:cubicBezTo>
                            <a:cubicBezTo>
                              <a:pt x="78010" y="33156"/>
                              <a:pt x="79724" y="26203"/>
                              <a:pt x="80486" y="19916"/>
                            </a:cubicBezTo>
                            <a:cubicBezTo>
                              <a:pt x="81534" y="10582"/>
                              <a:pt x="80391" y="390"/>
                              <a:pt x="73914" y="9"/>
                            </a:cubicBezTo>
                            <a:cubicBezTo>
                              <a:pt x="69913" y="-277"/>
                              <a:pt x="66866" y="6296"/>
                              <a:pt x="63055" y="10867"/>
                            </a:cubicBezTo>
                            <a:cubicBezTo>
                              <a:pt x="54102" y="21535"/>
                              <a:pt x="45625" y="33061"/>
                              <a:pt x="34480" y="42490"/>
                            </a:cubicBezTo>
                            <a:cubicBezTo>
                              <a:pt x="29528" y="46396"/>
                              <a:pt x="23622" y="49730"/>
                              <a:pt x="18479" y="54016"/>
                            </a:cubicBezTo>
                            <a:cubicBezTo>
                              <a:pt x="12859" y="57826"/>
                              <a:pt x="8382" y="62779"/>
                              <a:pt x="4572" y="68875"/>
                            </a:cubicBezTo>
                            <a:cubicBezTo>
                              <a:pt x="3715" y="70303"/>
                              <a:pt x="3143" y="71827"/>
                              <a:pt x="2572" y="73256"/>
                            </a:cubicBezTo>
                            <a:cubicBezTo>
                              <a:pt x="1905" y="74590"/>
                              <a:pt x="1429" y="75923"/>
                              <a:pt x="1048" y="77257"/>
                            </a:cubicBezTo>
                            <a:cubicBezTo>
                              <a:pt x="286" y="79924"/>
                              <a:pt x="0" y="82876"/>
                              <a:pt x="0" y="85353"/>
                            </a:cubicBezTo>
                            <a:cubicBezTo>
                              <a:pt x="0" y="90211"/>
                              <a:pt x="1524" y="95068"/>
                              <a:pt x="5715" y="9735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00" name="Forme libre : forme 11699">
                        <a:extLst>
                          <a:ext uri="{FF2B5EF4-FFF2-40B4-BE49-F238E27FC236}">
                            <a16:creationId xmlns:a16="http://schemas.microsoft.com/office/drawing/2014/main" id="{1BD3D465-407D-48DC-9007-DEED753D33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41858" y="2998365"/>
                        <a:ext cx="15268" cy="35363"/>
                      </a:xfrm>
                      <a:custGeom>
                        <a:avLst/>
                        <a:gdLst>
                          <a:gd name="connsiteX0" fmla="*/ 313 w 15268"/>
                          <a:gd name="connsiteY0" fmla="*/ 30584 h 35363"/>
                          <a:gd name="connsiteX1" fmla="*/ 408 w 15268"/>
                          <a:gd name="connsiteY1" fmla="*/ 34775 h 35363"/>
                          <a:gd name="connsiteX2" fmla="*/ 3933 w 15268"/>
                          <a:gd name="connsiteY2" fmla="*/ 34013 h 35363"/>
                          <a:gd name="connsiteX3" fmla="*/ 7743 w 15268"/>
                          <a:gd name="connsiteY3" fmla="*/ 28393 h 35363"/>
                          <a:gd name="connsiteX4" fmla="*/ 14029 w 15268"/>
                          <a:gd name="connsiteY4" fmla="*/ 12773 h 35363"/>
                          <a:gd name="connsiteX5" fmla="*/ 15267 w 15268"/>
                          <a:gd name="connsiteY5" fmla="*/ 6772 h 35363"/>
                          <a:gd name="connsiteX6" fmla="*/ 6123 w 15268"/>
                          <a:gd name="connsiteY6" fmla="*/ 6296 h 35363"/>
                          <a:gd name="connsiteX7" fmla="*/ 313 w 15268"/>
                          <a:gd name="connsiteY7" fmla="*/ 30584 h 353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5268" h="35363">
                            <a:moveTo>
                              <a:pt x="313" y="30584"/>
                            </a:moveTo>
                            <a:cubicBezTo>
                              <a:pt x="27" y="32299"/>
                              <a:pt x="-258" y="33632"/>
                              <a:pt x="408" y="34775"/>
                            </a:cubicBezTo>
                            <a:cubicBezTo>
                              <a:pt x="1075" y="35918"/>
                              <a:pt x="2504" y="35251"/>
                              <a:pt x="3933" y="34013"/>
                            </a:cubicBezTo>
                            <a:cubicBezTo>
                              <a:pt x="5456" y="32775"/>
                              <a:pt x="6885" y="30394"/>
                              <a:pt x="7743" y="28393"/>
                            </a:cubicBezTo>
                            <a:cubicBezTo>
                              <a:pt x="10219" y="23345"/>
                              <a:pt x="12791" y="18107"/>
                              <a:pt x="14029" y="12773"/>
                            </a:cubicBezTo>
                            <a:cubicBezTo>
                              <a:pt x="14601" y="10582"/>
                              <a:pt x="15267" y="8677"/>
                              <a:pt x="15267" y="6772"/>
                            </a:cubicBezTo>
                            <a:cubicBezTo>
                              <a:pt x="15363" y="-1134"/>
                              <a:pt x="10029" y="-3134"/>
                              <a:pt x="6123" y="6296"/>
                            </a:cubicBezTo>
                            <a:cubicBezTo>
                              <a:pt x="3171" y="13725"/>
                              <a:pt x="1361" y="23155"/>
                              <a:pt x="313" y="3058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01" name="Forme libre : forme 11700">
                        <a:extLst>
                          <a:ext uri="{FF2B5EF4-FFF2-40B4-BE49-F238E27FC236}">
                            <a16:creationId xmlns:a16="http://schemas.microsoft.com/office/drawing/2014/main" id="{72103C17-B8DF-4E09-AE4F-2405B5C7B6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610" y="2908934"/>
                        <a:ext cx="5556" cy="63150"/>
                      </a:xfrm>
                      <a:custGeom>
                        <a:avLst/>
                        <a:gdLst>
                          <a:gd name="connsiteX0" fmla="*/ 2667 w 5556"/>
                          <a:gd name="connsiteY0" fmla="*/ 0 h 63150"/>
                          <a:gd name="connsiteX1" fmla="*/ 0 w 5556"/>
                          <a:gd name="connsiteY1" fmla="*/ 63151 h 63150"/>
                          <a:gd name="connsiteX2" fmla="*/ 2762 w 5556"/>
                          <a:gd name="connsiteY2" fmla="*/ 31052 h 63150"/>
                          <a:gd name="connsiteX3" fmla="*/ 2762 w 5556"/>
                          <a:gd name="connsiteY3" fmla="*/ 14764 h 63150"/>
                          <a:gd name="connsiteX4" fmla="*/ 2667 w 5556"/>
                          <a:gd name="connsiteY4" fmla="*/ 0 h 63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56" h="63150">
                            <a:moveTo>
                              <a:pt x="2667" y="0"/>
                            </a:moveTo>
                            <a:cubicBezTo>
                              <a:pt x="9239" y="14383"/>
                              <a:pt x="2953" y="44768"/>
                              <a:pt x="0" y="63151"/>
                            </a:cubicBezTo>
                            <a:cubicBezTo>
                              <a:pt x="1333" y="52959"/>
                              <a:pt x="2762" y="42196"/>
                              <a:pt x="2762" y="31052"/>
                            </a:cubicBezTo>
                            <a:cubicBezTo>
                              <a:pt x="2953" y="25527"/>
                              <a:pt x="2572" y="19907"/>
                              <a:pt x="2762" y="14764"/>
                            </a:cubicBezTo>
                            <a:cubicBezTo>
                              <a:pt x="2953" y="9525"/>
                              <a:pt x="2858" y="4572"/>
                              <a:pt x="266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02" name="Forme libre : forme 11701">
                        <a:extLst>
                          <a:ext uri="{FF2B5EF4-FFF2-40B4-BE49-F238E27FC236}">
                            <a16:creationId xmlns:a16="http://schemas.microsoft.com/office/drawing/2014/main" id="{666B52CA-0E0A-4730-9CFD-3F398F6B49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12644" y="3002470"/>
                        <a:ext cx="18192" cy="53720"/>
                      </a:xfrm>
                      <a:custGeom>
                        <a:avLst/>
                        <a:gdLst>
                          <a:gd name="connsiteX0" fmla="*/ 18193 w 18192"/>
                          <a:gd name="connsiteY0" fmla="*/ 0 h 53720"/>
                          <a:gd name="connsiteX1" fmla="*/ 8954 w 18192"/>
                          <a:gd name="connsiteY1" fmla="*/ 28385 h 53720"/>
                          <a:gd name="connsiteX2" fmla="*/ 0 w 18192"/>
                          <a:gd name="connsiteY2" fmla="*/ 53721 h 53720"/>
                          <a:gd name="connsiteX3" fmla="*/ 10192 w 18192"/>
                          <a:gd name="connsiteY3" fmla="*/ 28765 h 53720"/>
                          <a:gd name="connsiteX4" fmla="*/ 14478 w 18192"/>
                          <a:gd name="connsiteY4" fmla="*/ 14573 h 53720"/>
                          <a:gd name="connsiteX5" fmla="*/ 18193 w 18192"/>
                          <a:gd name="connsiteY5" fmla="*/ 0 h 53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8192" h="53720">
                            <a:moveTo>
                              <a:pt x="18193" y="0"/>
                            </a:moveTo>
                            <a:cubicBezTo>
                              <a:pt x="13716" y="9811"/>
                              <a:pt x="11335" y="19812"/>
                              <a:pt x="8954" y="28385"/>
                            </a:cubicBezTo>
                            <a:cubicBezTo>
                              <a:pt x="6668" y="37147"/>
                              <a:pt x="4763" y="46101"/>
                              <a:pt x="0" y="53721"/>
                            </a:cubicBezTo>
                            <a:cubicBezTo>
                              <a:pt x="4096" y="46387"/>
                              <a:pt x="7239" y="37910"/>
                              <a:pt x="10192" y="28765"/>
                            </a:cubicBezTo>
                            <a:cubicBezTo>
                              <a:pt x="11811" y="24479"/>
                              <a:pt x="12954" y="19050"/>
                              <a:pt x="14478" y="14573"/>
                            </a:cubicBezTo>
                            <a:cubicBezTo>
                              <a:pt x="15812" y="9335"/>
                              <a:pt x="17050" y="4477"/>
                              <a:pt x="1819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03" name="Forme libre : forme 11702">
                        <a:extLst>
                          <a:ext uri="{FF2B5EF4-FFF2-40B4-BE49-F238E27FC236}">
                            <a16:creationId xmlns:a16="http://schemas.microsoft.com/office/drawing/2014/main" id="{70C1330F-9BBA-4304-9E6A-041ABAD3F4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71018" y="2952035"/>
                        <a:ext cx="18757" cy="31973"/>
                      </a:xfrm>
                      <a:custGeom>
                        <a:avLst/>
                        <a:gdLst>
                          <a:gd name="connsiteX0" fmla="*/ 18302 w 18757"/>
                          <a:gd name="connsiteY0" fmla="*/ 714 h 31973"/>
                          <a:gd name="connsiteX1" fmla="*/ 11539 w 18757"/>
                          <a:gd name="connsiteY1" fmla="*/ 20526 h 31973"/>
                          <a:gd name="connsiteX2" fmla="*/ 490 w 18757"/>
                          <a:gd name="connsiteY2" fmla="*/ 31194 h 31973"/>
                          <a:gd name="connsiteX3" fmla="*/ 7158 w 18757"/>
                          <a:gd name="connsiteY3" fmla="*/ 12430 h 31973"/>
                          <a:gd name="connsiteX4" fmla="*/ 18302 w 18757"/>
                          <a:gd name="connsiteY4" fmla="*/ 714 h 31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757" h="31973">
                            <a:moveTo>
                              <a:pt x="18302" y="714"/>
                            </a:moveTo>
                            <a:cubicBezTo>
                              <a:pt x="20588" y="4334"/>
                              <a:pt x="13635" y="16716"/>
                              <a:pt x="11539" y="20526"/>
                            </a:cubicBezTo>
                            <a:cubicBezTo>
                              <a:pt x="9444" y="24336"/>
                              <a:pt x="2872" y="34909"/>
                              <a:pt x="490" y="31194"/>
                            </a:cubicBezTo>
                            <a:cubicBezTo>
                              <a:pt x="-1891" y="27479"/>
                              <a:pt x="5062" y="15954"/>
                              <a:pt x="7158" y="12430"/>
                            </a:cubicBezTo>
                            <a:cubicBezTo>
                              <a:pt x="9158" y="8810"/>
                              <a:pt x="16016" y="-3001"/>
                              <a:pt x="18302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04" name="Forme libre : forme 11703">
                        <a:extLst>
                          <a:ext uri="{FF2B5EF4-FFF2-40B4-BE49-F238E27FC236}">
                            <a16:creationId xmlns:a16="http://schemas.microsoft.com/office/drawing/2014/main" id="{ED3BDB29-8C80-43F6-8C9C-DEA54F08EC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85940" y="2947396"/>
                        <a:ext cx="5632" cy="9182"/>
                      </a:xfrm>
                      <a:custGeom>
                        <a:avLst/>
                        <a:gdLst>
                          <a:gd name="connsiteX0" fmla="*/ 5000 w 5632"/>
                          <a:gd name="connsiteY0" fmla="*/ 19 h 9182"/>
                          <a:gd name="connsiteX1" fmla="*/ 4333 w 5632"/>
                          <a:gd name="connsiteY1" fmla="*/ 4877 h 9182"/>
                          <a:gd name="connsiteX2" fmla="*/ 714 w 5632"/>
                          <a:gd name="connsiteY2" fmla="*/ 9163 h 9182"/>
                          <a:gd name="connsiteX3" fmla="*/ 999 w 5632"/>
                          <a:gd name="connsiteY3" fmla="*/ 4306 h 9182"/>
                          <a:gd name="connsiteX4" fmla="*/ 5000 w 5632"/>
                          <a:gd name="connsiteY4" fmla="*/ 19 h 9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632" h="9182">
                            <a:moveTo>
                              <a:pt x="5000" y="19"/>
                            </a:moveTo>
                            <a:cubicBezTo>
                              <a:pt x="6429" y="305"/>
                              <a:pt x="5095" y="3353"/>
                              <a:pt x="4333" y="4877"/>
                            </a:cubicBezTo>
                            <a:cubicBezTo>
                              <a:pt x="3666" y="6401"/>
                              <a:pt x="2142" y="9449"/>
                              <a:pt x="714" y="9163"/>
                            </a:cubicBezTo>
                            <a:cubicBezTo>
                              <a:pt x="-715" y="8878"/>
                              <a:pt x="333" y="5829"/>
                              <a:pt x="999" y="4306"/>
                            </a:cubicBezTo>
                            <a:cubicBezTo>
                              <a:pt x="1571" y="2686"/>
                              <a:pt x="3666" y="-266"/>
                              <a:pt x="5000" y="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705" name="Forme libre : forme 11704">
                        <a:extLst>
                          <a:ext uri="{FF2B5EF4-FFF2-40B4-BE49-F238E27FC236}">
                            <a16:creationId xmlns:a16="http://schemas.microsoft.com/office/drawing/2014/main" id="{14F76450-B8E5-4ECB-80BB-71B25AC4A5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50764" y="2907874"/>
                        <a:ext cx="66555" cy="69072"/>
                      </a:xfrm>
                      <a:custGeom>
                        <a:avLst/>
                        <a:gdLst>
                          <a:gd name="connsiteX0" fmla="*/ 39604 w 66555"/>
                          <a:gd name="connsiteY0" fmla="*/ 10966 h 69072"/>
                          <a:gd name="connsiteX1" fmla="*/ 51415 w 66555"/>
                          <a:gd name="connsiteY1" fmla="*/ 3442 h 69072"/>
                          <a:gd name="connsiteX2" fmla="*/ 63607 w 66555"/>
                          <a:gd name="connsiteY2" fmla="*/ 13 h 69072"/>
                          <a:gd name="connsiteX3" fmla="*/ 65131 w 66555"/>
                          <a:gd name="connsiteY3" fmla="*/ 8109 h 69072"/>
                          <a:gd name="connsiteX4" fmla="*/ 56844 w 66555"/>
                          <a:gd name="connsiteY4" fmla="*/ 15253 h 69072"/>
                          <a:gd name="connsiteX5" fmla="*/ 30269 w 66555"/>
                          <a:gd name="connsiteY5" fmla="*/ 36684 h 69072"/>
                          <a:gd name="connsiteX6" fmla="*/ 742 w 66555"/>
                          <a:gd name="connsiteY6" fmla="*/ 67545 h 69072"/>
                          <a:gd name="connsiteX7" fmla="*/ 5790 w 66555"/>
                          <a:gd name="connsiteY7" fmla="*/ 45066 h 69072"/>
                          <a:gd name="connsiteX8" fmla="*/ 12839 w 66555"/>
                          <a:gd name="connsiteY8" fmla="*/ 32683 h 69072"/>
                          <a:gd name="connsiteX9" fmla="*/ 19887 w 66555"/>
                          <a:gd name="connsiteY9" fmla="*/ 24301 h 69072"/>
                          <a:gd name="connsiteX10" fmla="*/ 39604 w 66555"/>
                          <a:gd name="connsiteY10" fmla="*/ 10966 h 69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6555" h="69072">
                            <a:moveTo>
                              <a:pt x="39604" y="10966"/>
                            </a:moveTo>
                            <a:cubicBezTo>
                              <a:pt x="43985" y="7918"/>
                              <a:pt x="47605" y="5347"/>
                              <a:pt x="51415" y="3442"/>
                            </a:cubicBezTo>
                            <a:cubicBezTo>
                              <a:pt x="55320" y="1632"/>
                              <a:pt x="59225" y="489"/>
                              <a:pt x="63607" y="13"/>
                            </a:cubicBezTo>
                            <a:cubicBezTo>
                              <a:pt x="66845" y="-273"/>
                              <a:pt x="67512" y="4299"/>
                              <a:pt x="65131" y="8109"/>
                            </a:cubicBezTo>
                            <a:cubicBezTo>
                              <a:pt x="62559" y="11824"/>
                              <a:pt x="59892" y="13538"/>
                              <a:pt x="56844" y="15253"/>
                            </a:cubicBezTo>
                            <a:cubicBezTo>
                              <a:pt x="47605" y="20777"/>
                              <a:pt x="39318" y="28016"/>
                              <a:pt x="30269" y="36684"/>
                            </a:cubicBezTo>
                            <a:cubicBezTo>
                              <a:pt x="24935" y="42018"/>
                              <a:pt x="5314" y="76689"/>
                              <a:pt x="742" y="67545"/>
                            </a:cubicBezTo>
                            <a:cubicBezTo>
                              <a:pt x="-1449" y="62878"/>
                              <a:pt x="1504" y="53829"/>
                              <a:pt x="5790" y="45066"/>
                            </a:cubicBezTo>
                            <a:cubicBezTo>
                              <a:pt x="7981" y="40684"/>
                              <a:pt x="10457" y="36303"/>
                              <a:pt x="12839" y="32683"/>
                            </a:cubicBezTo>
                            <a:cubicBezTo>
                              <a:pt x="15315" y="28969"/>
                              <a:pt x="18077" y="26207"/>
                              <a:pt x="19887" y="24301"/>
                            </a:cubicBezTo>
                            <a:cubicBezTo>
                              <a:pt x="27317" y="16777"/>
                              <a:pt x="33127" y="15539"/>
                              <a:pt x="39604" y="1096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22" name="Graphique 1">
                      <a:extLst>
                        <a:ext uri="{FF2B5EF4-FFF2-40B4-BE49-F238E27FC236}">
                          <a16:creationId xmlns:a16="http://schemas.microsoft.com/office/drawing/2014/main" id="{51AE845D-EBFE-491D-BB78-29CD45B5AA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15334" y="2753503"/>
                      <a:ext cx="160687" cy="149719"/>
                      <a:chOff x="1415334" y="2753503"/>
                      <a:chExt cx="160687" cy="149719"/>
                    </a:xfrm>
                    <a:solidFill>
                      <a:schemeClr val="accent1"/>
                    </a:solidFill>
                  </p:grpSpPr>
                  <p:sp>
                    <p:nvSpPr>
                      <p:cNvPr id="11682" name="Forme libre : forme 11681">
                        <a:extLst>
                          <a:ext uri="{FF2B5EF4-FFF2-40B4-BE49-F238E27FC236}">
                            <a16:creationId xmlns:a16="http://schemas.microsoft.com/office/drawing/2014/main" id="{C88F29C0-697E-4E7E-82DD-CCAD1E8976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5334" y="2753503"/>
                        <a:ext cx="160687" cy="149719"/>
                      </a:xfrm>
                      <a:custGeom>
                        <a:avLst/>
                        <a:gdLst>
                          <a:gd name="connsiteX0" fmla="*/ 125529 w 160687"/>
                          <a:gd name="connsiteY0" fmla="*/ 75421 h 149719"/>
                          <a:gd name="connsiteX1" fmla="*/ 102002 w 160687"/>
                          <a:gd name="connsiteY1" fmla="*/ 97043 h 149719"/>
                          <a:gd name="connsiteX2" fmla="*/ 78666 w 160687"/>
                          <a:gd name="connsiteY2" fmla="*/ 119427 h 149719"/>
                          <a:gd name="connsiteX3" fmla="*/ 70569 w 160687"/>
                          <a:gd name="connsiteY3" fmla="*/ 126190 h 149719"/>
                          <a:gd name="connsiteX4" fmla="*/ 63235 w 160687"/>
                          <a:gd name="connsiteY4" fmla="*/ 132190 h 149719"/>
                          <a:gd name="connsiteX5" fmla="*/ 48471 w 160687"/>
                          <a:gd name="connsiteY5" fmla="*/ 140668 h 149719"/>
                          <a:gd name="connsiteX6" fmla="*/ 17229 w 160687"/>
                          <a:gd name="connsiteY6" fmla="*/ 149526 h 149719"/>
                          <a:gd name="connsiteX7" fmla="*/ 275 w 160687"/>
                          <a:gd name="connsiteY7" fmla="*/ 136286 h 149719"/>
                          <a:gd name="connsiteX8" fmla="*/ 370 w 160687"/>
                          <a:gd name="connsiteY8" fmla="*/ 118855 h 149719"/>
                          <a:gd name="connsiteX9" fmla="*/ 4466 w 160687"/>
                          <a:gd name="connsiteY9" fmla="*/ 101996 h 149719"/>
                          <a:gd name="connsiteX10" fmla="*/ 25326 w 160687"/>
                          <a:gd name="connsiteY10" fmla="*/ 66373 h 149719"/>
                          <a:gd name="connsiteX11" fmla="*/ 49424 w 160687"/>
                          <a:gd name="connsiteY11" fmla="*/ 41417 h 149719"/>
                          <a:gd name="connsiteX12" fmla="*/ 76189 w 160687"/>
                          <a:gd name="connsiteY12" fmla="*/ 18843 h 149719"/>
                          <a:gd name="connsiteX13" fmla="*/ 146865 w 160687"/>
                          <a:gd name="connsiteY13" fmla="*/ 1698 h 149719"/>
                          <a:gd name="connsiteX14" fmla="*/ 160485 w 160687"/>
                          <a:gd name="connsiteY14" fmla="*/ 17890 h 149719"/>
                          <a:gd name="connsiteX15" fmla="*/ 149341 w 160687"/>
                          <a:gd name="connsiteY15" fmla="*/ 47228 h 149719"/>
                          <a:gd name="connsiteX16" fmla="*/ 125529 w 160687"/>
                          <a:gd name="connsiteY16" fmla="*/ 75421 h 149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60687" h="149719">
                            <a:moveTo>
                              <a:pt x="125529" y="75421"/>
                            </a:moveTo>
                            <a:cubicBezTo>
                              <a:pt x="120099" y="80851"/>
                              <a:pt x="111241" y="89042"/>
                              <a:pt x="102002" y="97043"/>
                            </a:cubicBezTo>
                            <a:cubicBezTo>
                              <a:pt x="92953" y="105139"/>
                              <a:pt x="84762" y="114283"/>
                              <a:pt x="78666" y="119427"/>
                            </a:cubicBezTo>
                            <a:cubicBezTo>
                              <a:pt x="75903" y="121903"/>
                              <a:pt x="73141" y="124094"/>
                              <a:pt x="70569" y="126190"/>
                            </a:cubicBezTo>
                            <a:cubicBezTo>
                              <a:pt x="68093" y="128380"/>
                              <a:pt x="65712" y="130381"/>
                              <a:pt x="63235" y="132190"/>
                            </a:cubicBezTo>
                            <a:cubicBezTo>
                              <a:pt x="58377" y="135715"/>
                              <a:pt x="53424" y="138477"/>
                              <a:pt x="48471" y="140668"/>
                            </a:cubicBezTo>
                            <a:cubicBezTo>
                              <a:pt x="38184" y="144859"/>
                              <a:pt x="28374" y="147430"/>
                              <a:pt x="17229" y="149526"/>
                            </a:cubicBezTo>
                            <a:cubicBezTo>
                              <a:pt x="9419" y="150955"/>
                              <a:pt x="751" y="144287"/>
                              <a:pt x="275" y="136286"/>
                            </a:cubicBezTo>
                            <a:cubicBezTo>
                              <a:pt x="-106" y="130476"/>
                              <a:pt x="-106" y="124666"/>
                              <a:pt x="370" y="118855"/>
                            </a:cubicBezTo>
                            <a:cubicBezTo>
                              <a:pt x="1132" y="113236"/>
                              <a:pt x="2466" y="107711"/>
                              <a:pt x="4466" y="101996"/>
                            </a:cubicBezTo>
                            <a:cubicBezTo>
                              <a:pt x="8562" y="90852"/>
                              <a:pt x="14181" y="78184"/>
                              <a:pt x="25326" y="66373"/>
                            </a:cubicBezTo>
                            <a:cubicBezTo>
                              <a:pt x="31136" y="59991"/>
                              <a:pt x="39804" y="50180"/>
                              <a:pt x="49424" y="41417"/>
                            </a:cubicBezTo>
                            <a:cubicBezTo>
                              <a:pt x="59235" y="32845"/>
                              <a:pt x="69331" y="24463"/>
                              <a:pt x="76189" y="18843"/>
                            </a:cubicBezTo>
                            <a:cubicBezTo>
                              <a:pt x="103240" y="-493"/>
                              <a:pt x="124005" y="-2207"/>
                              <a:pt x="146865" y="1698"/>
                            </a:cubicBezTo>
                            <a:cubicBezTo>
                              <a:pt x="154675" y="2936"/>
                              <a:pt x="162009" y="10556"/>
                              <a:pt x="160485" y="17890"/>
                            </a:cubicBezTo>
                            <a:cubicBezTo>
                              <a:pt x="158390" y="28558"/>
                              <a:pt x="154770" y="37798"/>
                              <a:pt x="149341" y="47228"/>
                            </a:cubicBezTo>
                            <a:cubicBezTo>
                              <a:pt x="143912" y="57038"/>
                              <a:pt x="136387" y="66182"/>
                              <a:pt x="125529" y="7542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83" name="Forme libre : forme 11682">
                        <a:extLst>
                          <a:ext uri="{FF2B5EF4-FFF2-40B4-BE49-F238E27FC236}">
                            <a16:creationId xmlns:a16="http://schemas.microsoft.com/office/drawing/2014/main" id="{5F85C472-D53C-413C-B96A-6E5A9D2C7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753" y="2770822"/>
                        <a:ext cx="152495" cy="132288"/>
                      </a:xfrm>
                      <a:custGeom>
                        <a:avLst/>
                        <a:gdLst>
                          <a:gd name="connsiteX0" fmla="*/ 58864 w 152495"/>
                          <a:gd name="connsiteY0" fmla="*/ 76200 h 132288"/>
                          <a:gd name="connsiteX1" fmla="*/ 44672 w 152495"/>
                          <a:gd name="connsiteY1" fmla="*/ 91440 h 132288"/>
                          <a:gd name="connsiteX2" fmla="*/ 30670 w 152495"/>
                          <a:gd name="connsiteY2" fmla="*/ 106680 h 132288"/>
                          <a:gd name="connsiteX3" fmla="*/ 15430 w 152495"/>
                          <a:gd name="connsiteY3" fmla="*/ 119634 h 132288"/>
                          <a:gd name="connsiteX4" fmla="*/ 0 w 152495"/>
                          <a:gd name="connsiteY4" fmla="*/ 130207 h 132288"/>
                          <a:gd name="connsiteX5" fmla="*/ 9334 w 152495"/>
                          <a:gd name="connsiteY5" fmla="*/ 132112 h 132288"/>
                          <a:gd name="connsiteX6" fmla="*/ 20479 w 152495"/>
                          <a:gd name="connsiteY6" fmla="*/ 129730 h 132288"/>
                          <a:gd name="connsiteX7" fmla="*/ 28099 w 152495"/>
                          <a:gd name="connsiteY7" fmla="*/ 127540 h 132288"/>
                          <a:gd name="connsiteX8" fmla="*/ 35909 w 152495"/>
                          <a:gd name="connsiteY8" fmla="*/ 125063 h 132288"/>
                          <a:gd name="connsiteX9" fmla="*/ 50959 w 152495"/>
                          <a:gd name="connsiteY9" fmla="*/ 117729 h 132288"/>
                          <a:gd name="connsiteX10" fmla="*/ 70961 w 152495"/>
                          <a:gd name="connsiteY10" fmla="*/ 101918 h 132288"/>
                          <a:gd name="connsiteX11" fmla="*/ 78486 w 152495"/>
                          <a:gd name="connsiteY11" fmla="*/ 94774 h 132288"/>
                          <a:gd name="connsiteX12" fmla="*/ 114395 w 152495"/>
                          <a:gd name="connsiteY12" fmla="*/ 61151 h 132288"/>
                          <a:gd name="connsiteX13" fmla="*/ 117824 w 152495"/>
                          <a:gd name="connsiteY13" fmla="*/ 57817 h 132288"/>
                          <a:gd name="connsiteX14" fmla="*/ 136207 w 152495"/>
                          <a:gd name="connsiteY14" fmla="*/ 38005 h 132288"/>
                          <a:gd name="connsiteX15" fmla="*/ 144209 w 152495"/>
                          <a:gd name="connsiteY15" fmla="*/ 24003 h 132288"/>
                          <a:gd name="connsiteX16" fmla="*/ 150019 w 152495"/>
                          <a:gd name="connsiteY16" fmla="*/ 10096 h 132288"/>
                          <a:gd name="connsiteX17" fmla="*/ 152495 w 152495"/>
                          <a:gd name="connsiteY17" fmla="*/ 381 h 132288"/>
                          <a:gd name="connsiteX18" fmla="*/ 152495 w 152495"/>
                          <a:gd name="connsiteY18" fmla="*/ 0 h 132288"/>
                          <a:gd name="connsiteX19" fmla="*/ 102203 w 152495"/>
                          <a:gd name="connsiteY19" fmla="*/ 34385 h 132288"/>
                          <a:gd name="connsiteX20" fmla="*/ 58864 w 152495"/>
                          <a:gd name="connsiteY20" fmla="*/ 76200 h 1322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52495" h="132288">
                            <a:moveTo>
                              <a:pt x="58864" y="76200"/>
                            </a:moveTo>
                            <a:cubicBezTo>
                              <a:pt x="54388" y="81344"/>
                              <a:pt x="49625" y="86487"/>
                              <a:pt x="44672" y="91440"/>
                            </a:cubicBezTo>
                            <a:cubicBezTo>
                              <a:pt x="40195" y="96774"/>
                              <a:pt x="35528" y="101918"/>
                              <a:pt x="30670" y="106680"/>
                            </a:cubicBezTo>
                            <a:cubicBezTo>
                              <a:pt x="25813" y="111443"/>
                              <a:pt x="20574" y="115729"/>
                              <a:pt x="15430" y="119634"/>
                            </a:cubicBezTo>
                            <a:cubicBezTo>
                              <a:pt x="10573" y="123825"/>
                              <a:pt x="5429" y="127349"/>
                              <a:pt x="0" y="130207"/>
                            </a:cubicBezTo>
                            <a:cubicBezTo>
                              <a:pt x="2857" y="131826"/>
                              <a:pt x="6191" y="132683"/>
                              <a:pt x="9334" y="132112"/>
                            </a:cubicBezTo>
                            <a:cubicBezTo>
                              <a:pt x="13240" y="131350"/>
                              <a:pt x="16954" y="130588"/>
                              <a:pt x="20479" y="129730"/>
                            </a:cubicBezTo>
                            <a:cubicBezTo>
                              <a:pt x="23050" y="129064"/>
                              <a:pt x="25622" y="128302"/>
                              <a:pt x="28099" y="127540"/>
                            </a:cubicBezTo>
                            <a:cubicBezTo>
                              <a:pt x="30766" y="126873"/>
                              <a:pt x="33338" y="126016"/>
                              <a:pt x="35909" y="125063"/>
                            </a:cubicBezTo>
                            <a:cubicBezTo>
                              <a:pt x="41053" y="123254"/>
                              <a:pt x="46006" y="120872"/>
                              <a:pt x="50959" y="117729"/>
                            </a:cubicBezTo>
                            <a:cubicBezTo>
                              <a:pt x="57436" y="113729"/>
                              <a:pt x="63436" y="108204"/>
                              <a:pt x="70961" y="101918"/>
                            </a:cubicBezTo>
                            <a:cubicBezTo>
                              <a:pt x="73152" y="99917"/>
                              <a:pt x="75724" y="97441"/>
                              <a:pt x="78486" y="94774"/>
                            </a:cubicBezTo>
                            <a:cubicBezTo>
                              <a:pt x="88773" y="83629"/>
                              <a:pt x="104870" y="70390"/>
                              <a:pt x="114395" y="61151"/>
                            </a:cubicBezTo>
                            <a:cubicBezTo>
                              <a:pt x="115633" y="59912"/>
                              <a:pt x="116776" y="58769"/>
                              <a:pt x="117824" y="57817"/>
                            </a:cubicBezTo>
                            <a:cubicBezTo>
                              <a:pt x="125539" y="51245"/>
                              <a:pt x="131540" y="44672"/>
                              <a:pt x="136207" y="38005"/>
                            </a:cubicBezTo>
                            <a:cubicBezTo>
                              <a:pt x="139446" y="33433"/>
                              <a:pt x="141827" y="28480"/>
                              <a:pt x="144209" y="24003"/>
                            </a:cubicBezTo>
                            <a:cubicBezTo>
                              <a:pt x="146590" y="19526"/>
                              <a:pt x="148399" y="14859"/>
                              <a:pt x="150019" y="10096"/>
                            </a:cubicBezTo>
                            <a:cubicBezTo>
                              <a:pt x="150971" y="6953"/>
                              <a:pt x="151828" y="3715"/>
                              <a:pt x="152495" y="381"/>
                            </a:cubicBezTo>
                            <a:lnTo>
                              <a:pt x="152495" y="0"/>
                            </a:lnTo>
                            <a:cubicBezTo>
                              <a:pt x="134874" y="9906"/>
                              <a:pt x="118586" y="22288"/>
                              <a:pt x="102203" y="34385"/>
                            </a:cubicBezTo>
                            <a:cubicBezTo>
                              <a:pt x="87058" y="47911"/>
                              <a:pt x="71342" y="60770"/>
                              <a:pt x="58864" y="7620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84" name="Forme libre : forme 11683">
                        <a:extLst>
                          <a:ext uri="{FF2B5EF4-FFF2-40B4-BE49-F238E27FC236}">
                            <a16:creationId xmlns:a16="http://schemas.microsoft.com/office/drawing/2014/main" id="{DB57256F-7374-4C1D-860A-15C8DE85D2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796" y="2782580"/>
                        <a:ext cx="74863" cy="65212"/>
                      </a:xfrm>
                      <a:custGeom>
                        <a:avLst/>
                        <a:gdLst>
                          <a:gd name="connsiteX0" fmla="*/ 73972 w 74863"/>
                          <a:gd name="connsiteY0" fmla="*/ 1768 h 65212"/>
                          <a:gd name="connsiteX1" fmla="*/ 64161 w 74863"/>
                          <a:gd name="connsiteY1" fmla="*/ 21485 h 65212"/>
                          <a:gd name="connsiteX2" fmla="*/ 52826 w 74863"/>
                          <a:gd name="connsiteY2" fmla="*/ 33200 h 65212"/>
                          <a:gd name="connsiteX3" fmla="*/ 43587 w 74863"/>
                          <a:gd name="connsiteY3" fmla="*/ 42058 h 65212"/>
                          <a:gd name="connsiteX4" fmla="*/ 1772 w 74863"/>
                          <a:gd name="connsiteY4" fmla="*/ 63775 h 65212"/>
                          <a:gd name="connsiteX5" fmla="*/ 26918 w 74863"/>
                          <a:gd name="connsiteY5" fmla="*/ 23675 h 65212"/>
                          <a:gd name="connsiteX6" fmla="*/ 51302 w 74863"/>
                          <a:gd name="connsiteY6" fmla="*/ 6340 h 65212"/>
                          <a:gd name="connsiteX7" fmla="*/ 73972 w 74863"/>
                          <a:gd name="connsiteY7" fmla="*/ 1768 h 652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4863" h="65212">
                            <a:moveTo>
                              <a:pt x="73972" y="1768"/>
                            </a:moveTo>
                            <a:cubicBezTo>
                              <a:pt x="77115" y="5768"/>
                              <a:pt x="71495" y="13769"/>
                              <a:pt x="64161" y="21485"/>
                            </a:cubicBezTo>
                            <a:cubicBezTo>
                              <a:pt x="60351" y="25199"/>
                              <a:pt x="56446" y="29486"/>
                              <a:pt x="52826" y="33200"/>
                            </a:cubicBezTo>
                            <a:cubicBezTo>
                              <a:pt x="49207" y="36915"/>
                              <a:pt x="45873" y="40058"/>
                              <a:pt x="43587" y="42058"/>
                            </a:cubicBezTo>
                            <a:cubicBezTo>
                              <a:pt x="33776" y="49488"/>
                              <a:pt x="10250" y="70919"/>
                              <a:pt x="1772" y="63775"/>
                            </a:cubicBezTo>
                            <a:cubicBezTo>
                              <a:pt x="-6610" y="56632"/>
                              <a:pt x="16917" y="30629"/>
                              <a:pt x="26918" y="23675"/>
                            </a:cubicBezTo>
                            <a:cubicBezTo>
                              <a:pt x="31776" y="20056"/>
                              <a:pt x="41206" y="11483"/>
                              <a:pt x="51302" y="6340"/>
                            </a:cubicBezTo>
                            <a:cubicBezTo>
                              <a:pt x="61304" y="1101"/>
                              <a:pt x="70829" y="-2233"/>
                              <a:pt x="73972" y="176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85" name="Forme libre : forme 11684">
                        <a:extLst>
                          <a:ext uri="{FF2B5EF4-FFF2-40B4-BE49-F238E27FC236}">
                            <a16:creationId xmlns:a16="http://schemas.microsoft.com/office/drawing/2014/main" id="{AEE322B3-D4A0-43A1-A8DA-FBB7C62B23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22" y="2810065"/>
                        <a:ext cx="58358" cy="37547"/>
                      </a:xfrm>
                      <a:custGeom>
                        <a:avLst/>
                        <a:gdLst>
                          <a:gd name="connsiteX0" fmla="*/ 9400 w 58358"/>
                          <a:gd name="connsiteY0" fmla="*/ 14859 h 37547"/>
                          <a:gd name="connsiteX1" fmla="*/ 2065 w 58358"/>
                          <a:gd name="connsiteY1" fmla="*/ 36671 h 37547"/>
                          <a:gd name="connsiteX2" fmla="*/ 44547 w 58358"/>
                          <a:gd name="connsiteY2" fmla="*/ 14288 h 37547"/>
                          <a:gd name="connsiteX3" fmla="*/ 58358 w 58358"/>
                          <a:gd name="connsiteY3" fmla="*/ 0 h 37547"/>
                          <a:gd name="connsiteX4" fmla="*/ 49881 w 58358"/>
                          <a:gd name="connsiteY4" fmla="*/ 6477 h 37547"/>
                          <a:gd name="connsiteX5" fmla="*/ 27592 w 58358"/>
                          <a:gd name="connsiteY5" fmla="*/ 16193 h 37547"/>
                          <a:gd name="connsiteX6" fmla="*/ 9400 w 58358"/>
                          <a:gd name="connsiteY6" fmla="*/ 14859 h 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8358" h="37547">
                            <a:moveTo>
                              <a:pt x="9400" y="14859"/>
                            </a:moveTo>
                            <a:cubicBezTo>
                              <a:pt x="6447" y="20574"/>
                              <a:pt x="-4507" y="33623"/>
                              <a:pt x="2065" y="36671"/>
                            </a:cubicBezTo>
                            <a:cubicBezTo>
                              <a:pt x="12733" y="41720"/>
                              <a:pt x="32260" y="23717"/>
                              <a:pt x="44547" y="14288"/>
                            </a:cubicBezTo>
                            <a:cubicBezTo>
                              <a:pt x="47976" y="11335"/>
                              <a:pt x="55120" y="4096"/>
                              <a:pt x="58358" y="0"/>
                            </a:cubicBezTo>
                            <a:cubicBezTo>
                              <a:pt x="56072" y="1905"/>
                              <a:pt x="52357" y="5144"/>
                              <a:pt x="49881" y="6477"/>
                            </a:cubicBezTo>
                            <a:cubicBezTo>
                              <a:pt x="42832" y="10287"/>
                              <a:pt x="34927" y="14192"/>
                              <a:pt x="27592" y="16193"/>
                            </a:cubicBezTo>
                            <a:cubicBezTo>
                              <a:pt x="20258" y="18098"/>
                              <a:pt x="14067" y="18955"/>
                              <a:pt x="9400" y="1485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86" name="Forme libre : forme 11685">
                        <a:extLst>
                          <a:ext uri="{FF2B5EF4-FFF2-40B4-BE49-F238E27FC236}">
                            <a16:creationId xmlns:a16="http://schemas.microsoft.com/office/drawing/2014/main" id="{B49D1750-A0D2-4BF6-843C-D6CC91C6D5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085" y="2780935"/>
                        <a:ext cx="74541" cy="65332"/>
                      </a:xfrm>
                      <a:custGeom>
                        <a:avLst/>
                        <a:gdLst>
                          <a:gd name="connsiteX0" fmla="*/ 74207 w 74541"/>
                          <a:gd name="connsiteY0" fmla="*/ 2460 h 65332"/>
                          <a:gd name="connsiteX1" fmla="*/ 43442 w 74541"/>
                          <a:gd name="connsiteY1" fmla="*/ 43131 h 65332"/>
                          <a:gd name="connsiteX2" fmla="*/ 22106 w 74541"/>
                          <a:gd name="connsiteY2" fmla="*/ 59038 h 65332"/>
                          <a:gd name="connsiteX3" fmla="*/ 1913 w 74541"/>
                          <a:gd name="connsiteY3" fmla="*/ 63896 h 65332"/>
                          <a:gd name="connsiteX4" fmla="*/ 7532 w 74541"/>
                          <a:gd name="connsiteY4" fmla="*/ 43893 h 65332"/>
                          <a:gd name="connsiteX5" fmla="*/ 27154 w 74541"/>
                          <a:gd name="connsiteY5" fmla="*/ 24367 h 65332"/>
                          <a:gd name="connsiteX6" fmla="*/ 74207 w 74541"/>
                          <a:gd name="connsiteY6" fmla="*/ 2460 h 65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4541" h="65332">
                            <a:moveTo>
                              <a:pt x="74207" y="2460"/>
                            </a:moveTo>
                            <a:cubicBezTo>
                              <a:pt x="77732" y="12651"/>
                              <a:pt x="52395" y="33416"/>
                              <a:pt x="43442" y="43131"/>
                            </a:cubicBezTo>
                            <a:cubicBezTo>
                              <a:pt x="38775" y="47799"/>
                              <a:pt x="29916" y="53894"/>
                              <a:pt x="22106" y="59038"/>
                            </a:cubicBezTo>
                            <a:cubicBezTo>
                              <a:pt x="14295" y="64182"/>
                              <a:pt x="6389" y="67325"/>
                              <a:pt x="1913" y="63896"/>
                            </a:cubicBezTo>
                            <a:cubicBezTo>
                              <a:pt x="-2564" y="60467"/>
                              <a:pt x="1436" y="52275"/>
                              <a:pt x="7532" y="43893"/>
                            </a:cubicBezTo>
                            <a:cubicBezTo>
                              <a:pt x="13724" y="35511"/>
                              <a:pt x="23058" y="28177"/>
                              <a:pt x="27154" y="24367"/>
                            </a:cubicBezTo>
                            <a:cubicBezTo>
                              <a:pt x="34964" y="16080"/>
                              <a:pt x="70874" y="-7637"/>
                              <a:pt x="74207" y="246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87" name="Forme libre : forme 11686">
                        <a:extLst>
                          <a:ext uri="{FF2B5EF4-FFF2-40B4-BE49-F238E27FC236}">
                            <a16:creationId xmlns:a16="http://schemas.microsoft.com/office/drawing/2014/main" id="{45CAA65A-1261-40C0-9B17-90B6EC8342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2474" y="2806795"/>
                        <a:ext cx="101055" cy="74531"/>
                      </a:xfrm>
                      <a:custGeom>
                        <a:avLst/>
                        <a:gdLst>
                          <a:gd name="connsiteX0" fmla="*/ 7614 w 101055"/>
                          <a:gd name="connsiteY0" fmla="*/ 73374 h 74531"/>
                          <a:gd name="connsiteX1" fmla="*/ 24664 w 101055"/>
                          <a:gd name="connsiteY1" fmla="*/ 71945 h 74531"/>
                          <a:gd name="connsiteX2" fmla="*/ 44476 w 101055"/>
                          <a:gd name="connsiteY2" fmla="*/ 63849 h 74531"/>
                          <a:gd name="connsiteX3" fmla="*/ 64764 w 101055"/>
                          <a:gd name="connsiteY3" fmla="*/ 52324 h 74531"/>
                          <a:gd name="connsiteX4" fmla="*/ 95054 w 101055"/>
                          <a:gd name="connsiteY4" fmla="*/ 21272 h 74531"/>
                          <a:gd name="connsiteX5" fmla="*/ 98292 w 101055"/>
                          <a:gd name="connsiteY5" fmla="*/ 603 h 74531"/>
                          <a:gd name="connsiteX6" fmla="*/ 83528 w 101055"/>
                          <a:gd name="connsiteY6" fmla="*/ 5365 h 74531"/>
                          <a:gd name="connsiteX7" fmla="*/ 64383 w 101055"/>
                          <a:gd name="connsiteY7" fmla="*/ 14128 h 74531"/>
                          <a:gd name="connsiteX8" fmla="*/ 54382 w 101055"/>
                          <a:gd name="connsiteY8" fmla="*/ 18034 h 74531"/>
                          <a:gd name="connsiteX9" fmla="*/ 44190 w 101055"/>
                          <a:gd name="connsiteY9" fmla="*/ 21939 h 74531"/>
                          <a:gd name="connsiteX10" fmla="*/ 24569 w 101055"/>
                          <a:gd name="connsiteY10" fmla="*/ 28606 h 74531"/>
                          <a:gd name="connsiteX11" fmla="*/ 6185 w 101055"/>
                          <a:gd name="connsiteY11" fmla="*/ 43370 h 74531"/>
                          <a:gd name="connsiteX12" fmla="*/ 7614 w 101055"/>
                          <a:gd name="connsiteY12" fmla="*/ 73374 h 74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01055" h="74531">
                            <a:moveTo>
                              <a:pt x="7614" y="73374"/>
                            </a:moveTo>
                            <a:cubicBezTo>
                              <a:pt x="14186" y="75374"/>
                              <a:pt x="17139" y="74707"/>
                              <a:pt x="24664" y="71945"/>
                            </a:cubicBezTo>
                            <a:cubicBezTo>
                              <a:pt x="31808" y="69278"/>
                              <a:pt x="38189" y="66992"/>
                              <a:pt x="44476" y="63849"/>
                            </a:cubicBezTo>
                            <a:cubicBezTo>
                              <a:pt x="51143" y="61087"/>
                              <a:pt x="57716" y="57658"/>
                              <a:pt x="64764" y="52324"/>
                            </a:cubicBezTo>
                            <a:cubicBezTo>
                              <a:pt x="76099" y="42989"/>
                              <a:pt x="88291" y="32226"/>
                              <a:pt x="95054" y="21272"/>
                            </a:cubicBezTo>
                            <a:cubicBezTo>
                              <a:pt x="100007" y="12985"/>
                              <a:pt x="103912" y="3937"/>
                              <a:pt x="98292" y="603"/>
                            </a:cubicBezTo>
                            <a:cubicBezTo>
                              <a:pt x="94673" y="-1588"/>
                              <a:pt x="88862" y="2698"/>
                              <a:pt x="83528" y="5365"/>
                            </a:cubicBezTo>
                            <a:cubicBezTo>
                              <a:pt x="77147" y="8318"/>
                              <a:pt x="70860" y="11366"/>
                              <a:pt x="64383" y="14128"/>
                            </a:cubicBezTo>
                            <a:cubicBezTo>
                              <a:pt x="61145" y="15557"/>
                              <a:pt x="57811" y="16795"/>
                              <a:pt x="54382" y="18034"/>
                            </a:cubicBezTo>
                            <a:cubicBezTo>
                              <a:pt x="51143" y="19462"/>
                              <a:pt x="47714" y="20796"/>
                              <a:pt x="44190" y="21939"/>
                            </a:cubicBezTo>
                            <a:cubicBezTo>
                              <a:pt x="38189" y="23939"/>
                              <a:pt x="31331" y="25654"/>
                              <a:pt x="24569" y="28606"/>
                            </a:cubicBezTo>
                            <a:cubicBezTo>
                              <a:pt x="17806" y="31559"/>
                              <a:pt x="11043" y="35750"/>
                              <a:pt x="6185" y="43370"/>
                            </a:cubicBezTo>
                            <a:cubicBezTo>
                              <a:pt x="-2959" y="56705"/>
                              <a:pt x="-1530" y="70707"/>
                              <a:pt x="7614" y="7337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88" name="Forme libre : forme 11687">
                        <a:extLst>
                          <a:ext uri="{FF2B5EF4-FFF2-40B4-BE49-F238E27FC236}">
                            <a16:creationId xmlns:a16="http://schemas.microsoft.com/office/drawing/2014/main" id="{F1CFD3D3-71A2-4701-8FDC-6496915780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6255" y="2821206"/>
                        <a:ext cx="23910" cy="34571"/>
                      </a:xfrm>
                      <a:custGeom>
                        <a:avLst/>
                        <a:gdLst>
                          <a:gd name="connsiteX0" fmla="*/ 692 w 23910"/>
                          <a:gd name="connsiteY0" fmla="*/ 29340 h 34571"/>
                          <a:gd name="connsiteX1" fmla="*/ 216 w 23910"/>
                          <a:gd name="connsiteY1" fmla="*/ 33912 h 34571"/>
                          <a:gd name="connsiteX2" fmla="*/ 3930 w 23910"/>
                          <a:gd name="connsiteY2" fmla="*/ 33245 h 34571"/>
                          <a:gd name="connsiteX3" fmla="*/ 8693 w 23910"/>
                          <a:gd name="connsiteY3" fmla="*/ 27816 h 34571"/>
                          <a:gd name="connsiteX4" fmla="*/ 19551 w 23910"/>
                          <a:gd name="connsiteY4" fmla="*/ 13719 h 34571"/>
                          <a:gd name="connsiteX5" fmla="*/ 22885 w 23910"/>
                          <a:gd name="connsiteY5" fmla="*/ 8099 h 34571"/>
                          <a:gd name="connsiteX6" fmla="*/ 14217 w 23910"/>
                          <a:gd name="connsiteY6" fmla="*/ 4956 h 34571"/>
                          <a:gd name="connsiteX7" fmla="*/ 692 w 23910"/>
                          <a:gd name="connsiteY7" fmla="*/ 29340 h 34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910" h="34571">
                            <a:moveTo>
                              <a:pt x="692" y="29340"/>
                            </a:moveTo>
                            <a:cubicBezTo>
                              <a:pt x="121" y="31245"/>
                              <a:pt x="-261" y="32674"/>
                              <a:pt x="216" y="33912"/>
                            </a:cubicBezTo>
                            <a:cubicBezTo>
                              <a:pt x="787" y="35150"/>
                              <a:pt x="2311" y="34484"/>
                              <a:pt x="3930" y="33245"/>
                            </a:cubicBezTo>
                            <a:cubicBezTo>
                              <a:pt x="5550" y="32007"/>
                              <a:pt x="7264" y="29531"/>
                              <a:pt x="8693" y="27816"/>
                            </a:cubicBezTo>
                            <a:cubicBezTo>
                              <a:pt x="12503" y="23340"/>
                              <a:pt x="16408" y="18482"/>
                              <a:pt x="19551" y="13719"/>
                            </a:cubicBezTo>
                            <a:cubicBezTo>
                              <a:pt x="20885" y="11814"/>
                              <a:pt x="22123" y="10004"/>
                              <a:pt x="22885" y="8099"/>
                            </a:cubicBezTo>
                            <a:cubicBezTo>
                              <a:pt x="25933" y="194"/>
                              <a:pt x="21933" y="-3807"/>
                              <a:pt x="14217" y="4956"/>
                            </a:cubicBezTo>
                            <a:cubicBezTo>
                              <a:pt x="8312" y="11814"/>
                              <a:pt x="2883" y="21339"/>
                              <a:pt x="692" y="2934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89" name="Forme libre : forme 11688">
                        <a:extLst>
                          <a:ext uri="{FF2B5EF4-FFF2-40B4-BE49-F238E27FC236}">
                            <a16:creationId xmlns:a16="http://schemas.microsoft.com/office/drawing/2014/main" id="{735FE786-0040-4CA1-8708-BDC34D1444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41434" y="2770441"/>
                        <a:ext cx="30300" cy="55816"/>
                      </a:xfrm>
                      <a:custGeom>
                        <a:avLst/>
                        <a:gdLst>
                          <a:gd name="connsiteX0" fmla="*/ 30290 w 30300"/>
                          <a:gd name="connsiteY0" fmla="*/ 0 h 55816"/>
                          <a:gd name="connsiteX1" fmla="*/ 19145 w 30300"/>
                          <a:gd name="connsiteY1" fmla="*/ 28004 h 55816"/>
                          <a:gd name="connsiteX2" fmla="*/ 0 w 30300"/>
                          <a:gd name="connsiteY2" fmla="*/ 55817 h 55816"/>
                          <a:gd name="connsiteX3" fmla="*/ 16859 w 30300"/>
                          <a:gd name="connsiteY3" fmla="*/ 27908 h 55816"/>
                          <a:gd name="connsiteX4" fmla="*/ 20479 w 30300"/>
                          <a:gd name="connsiteY4" fmla="*/ 20384 h 55816"/>
                          <a:gd name="connsiteX5" fmla="*/ 24098 w 30300"/>
                          <a:gd name="connsiteY5" fmla="*/ 13335 h 55816"/>
                          <a:gd name="connsiteX6" fmla="*/ 30290 w 30300"/>
                          <a:gd name="connsiteY6" fmla="*/ 0 h 55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0300" h="55816">
                            <a:moveTo>
                              <a:pt x="30290" y="0"/>
                            </a:moveTo>
                            <a:cubicBezTo>
                              <a:pt x="30575" y="8382"/>
                              <a:pt x="25146" y="17812"/>
                              <a:pt x="19145" y="28004"/>
                            </a:cubicBezTo>
                            <a:cubicBezTo>
                              <a:pt x="13145" y="38291"/>
                              <a:pt x="5715" y="48292"/>
                              <a:pt x="0" y="55817"/>
                            </a:cubicBezTo>
                            <a:cubicBezTo>
                              <a:pt x="6191" y="47625"/>
                              <a:pt x="11906" y="37910"/>
                              <a:pt x="16859" y="27908"/>
                            </a:cubicBezTo>
                            <a:cubicBezTo>
                              <a:pt x="18002" y="25432"/>
                              <a:pt x="19241" y="22860"/>
                              <a:pt x="20479" y="20384"/>
                            </a:cubicBezTo>
                            <a:lnTo>
                              <a:pt x="24098" y="13335"/>
                            </a:lnTo>
                            <a:cubicBezTo>
                              <a:pt x="26479" y="8858"/>
                              <a:pt x="28575" y="4286"/>
                              <a:pt x="3029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90" name="Forme libre : forme 11689">
                        <a:extLst>
                          <a:ext uri="{FF2B5EF4-FFF2-40B4-BE49-F238E27FC236}">
                            <a16:creationId xmlns:a16="http://schemas.microsoft.com/office/drawing/2014/main" id="{7B65B660-A433-488A-AFB0-484B43D73E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693" y="2819781"/>
                        <a:ext cx="26110" cy="70103"/>
                      </a:xfrm>
                      <a:custGeom>
                        <a:avLst/>
                        <a:gdLst>
                          <a:gd name="connsiteX0" fmla="*/ 26110 w 26110"/>
                          <a:gd name="connsiteY0" fmla="*/ 0 h 70103"/>
                          <a:gd name="connsiteX1" fmla="*/ 6298 w 26110"/>
                          <a:gd name="connsiteY1" fmla="*/ 35242 h 70103"/>
                          <a:gd name="connsiteX2" fmla="*/ 1441 w 26110"/>
                          <a:gd name="connsiteY2" fmla="*/ 52959 h 70103"/>
                          <a:gd name="connsiteX3" fmla="*/ 12 w 26110"/>
                          <a:gd name="connsiteY3" fmla="*/ 70104 h 70103"/>
                          <a:gd name="connsiteX4" fmla="*/ 1726 w 26110"/>
                          <a:gd name="connsiteY4" fmla="*/ 53340 h 70103"/>
                          <a:gd name="connsiteX5" fmla="*/ 7822 w 26110"/>
                          <a:gd name="connsiteY5" fmla="*/ 35242 h 70103"/>
                          <a:gd name="connsiteX6" fmla="*/ 16109 w 26110"/>
                          <a:gd name="connsiteY6" fmla="*/ 16669 h 70103"/>
                          <a:gd name="connsiteX7" fmla="*/ 26110 w 26110"/>
                          <a:gd name="connsiteY7" fmla="*/ 0 h 701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110" h="70103">
                            <a:moveTo>
                              <a:pt x="26110" y="0"/>
                            </a:moveTo>
                            <a:cubicBezTo>
                              <a:pt x="16395" y="10478"/>
                              <a:pt x="10489" y="23146"/>
                              <a:pt x="6298" y="35242"/>
                            </a:cubicBezTo>
                            <a:cubicBezTo>
                              <a:pt x="4203" y="41243"/>
                              <a:pt x="2584" y="47244"/>
                              <a:pt x="1441" y="52959"/>
                            </a:cubicBezTo>
                            <a:cubicBezTo>
                              <a:pt x="393" y="58864"/>
                              <a:pt x="107" y="64675"/>
                              <a:pt x="12" y="70104"/>
                            </a:cubicBezTo>
                            <a:cubicBezTo>
                              <a:pt x="-83" y="65056"/>
                              <a:pt x="393" y="59341"/>
                              <a:pt x="1726" y="53340"/>
                            </a:cubicBezTo>
                            <a:cubicBezTo>
                              <a:pt x="3250" y="47530"/>
                              <a:pt x="5346" y="41434"/>
                              <a:pt x="7822" y="35242"/>
                            </a:cubicBezTo>
                            <a:cubicBezTo>
                              <a:pt x="10299" y="29051"/>
                              <a:pt x="13156" y="22765"/>
                              <a:pt x="16109" y="16669"/>
                            </a:cubicBezTo>
                            <a:cubicBezTo>
                              <a:pt x="19062" y="10478"/>
                              <a:pt x="22872" y="5239"/>
                              <a:pt x="261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91" name="Forme libre : forme 11690">
                        <a:extLst>
                          <a:ext uri="{FF2B5EF4-FFF2-40B4-BE49-F238E27FC236}">
                            <a16:creationId xmlns:a16="http://schemas.microsoft.com/office/drawing/2014/main" id="{807D3C1E-27F3-4640-8AB4-E4765270E5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1604" y="2793587"/>
                        <a:ext cx="29638" cy="22125"/>
                      </a:xfrm>
                      <a:custGeom>
                        <a:avLst/>
                        <a:gdLst>
                          <a:gd name="connsiteX0" fmla="*/ 29638 w 29638"/>
                          <a:gd name="connsiteY0" fmla="*/ 1333 h 22125"/>
                          <a:gd name="connsiteX1" fmla="*/ 14588 w 29638"/>
                          <a:gd name="connsiteY1" fmla="*/ 15906 h 22125"/>
                          <a:gd name="connsiteX2" fmla="*/ 15 w 29638"/>
                          <a:gd name="connsiteY2" fmla="*/ 20669 h 22125"/>
                          <a:gd name="connsiteX3" fmla="*/ 14112 w 29638"/>
                          <a:gd name="connsiteY3" fmla="*/ 6667 h 22125"/>
                          <a:gd name="connsiteX4" fmla="*/ 22875 w 29638"/>
                          <a:gd name="connsiteY4" fmla="*/ 1333 h 22125"/>
                          <a:gd name="connsiteX5" fmla="*/ 29638 w 29638"/>
                          <a:gd name="connsiteY5" fmla="*/ 1333 h 22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9638" h="22125">
                            <a:moveTo>
                              <a:pt x="29638" y="1333"/>
                            </a:moveTo>
                            <a:cubicBezTo>
                              <a:pt x="29733" y="5143"/>
                              <a:pt x="18208" y="13430"/>
                              <a:pt x="14588" y="15906"/>
                            </a:cubicBezTo>
                            <a:cubicBezTo>
                              <a:pt x="11064" y="18383"/>
                              <a:pt x="491" y="25051"/>
                              <a:pt x="15" y="20669"/>
                            </a:cubicBezTo>
                            <a:cubicBezTo>
                              <a:pt x="-461" y="16192"/>
                              <a:pt x="10683" y="8953"/>
                              <a:pt x="14112" y="6667"/>
                            </a:cubicBezTo>
                            <a:cubicBezTo>
                              <a:pt x="15826" y="5524"/>
                              <a:pt x="19541" y="3048"/>
                              <a:pt x="22875" y="1333"/>
                            </a:cubicBezTo>
                            <a:cubicBezTo>
                              <a:pt x="26399" y="-95"/>
                              <a:pt x="29447" y="-762"/>
                              <a:pt x="29638" y="133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92" name="Forme libre : forme 11691">
                        <a:extLst>
                          <a:ext uri="{FF2B5EF4-FFF2-40B4-BE49-F238E27FC236}">
                            <a16:creationId xmlns:a16="http://schemas.microsoft.com/office/drawing/2014/main" id="{4218A4C5-B099-4179-9135-1BDFB5D9C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16654" y="2790696"/>
                        <a:ext cx="8690" cy="6484"/>
                      </a:xfrm>
                      <a:custGeom>
                        <a:avLst/>
                        <a:gdLst>
                          <a:gd name="connsiteX0" fmla="*/ 8398 w 8690"/>
                          <a:gd name="connsiteY0" fmla="*/ 224 h 6484"/>
                          <a:gd name="connsiteX1" fmla="*/ 5731 w 8690"/>
                          <a:gd name="connsiteY1" fmla="*/ 4319 h 6484"/>
                          <a:gd name="connsiteX2" fmla="*/ 302 w 8690"/>
                          <a:gd name="connsiteY2" fmla="*/ 6225 h 6484"/>
                          <a:gd name="connsiteX3" fmla="*/ 2873 w 8690"/>
                          <a:gd name="connsiteY3" fmla="*/ 2224 h 6484"/>
                          <a:gd name="connsiteX4" fmla="*/ 8398 w 8690"/>
                          <a:gd name="connsiteY4" fmla="*/ 224 h 64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90" h="6484">
                            <a:moveTo>
                              <a:pt x="8398" y="224"/>
                            </a:moveTo>
                            <a:cubicBezTo>
                              <a:pt x="9541" y="1081"/>
                              <a:pt x="7064" y="3271"/>
                              <a:pt x="5731" y="4319"/>
                            </a:cubicBezTo>
                            <a:cubicBezTo>
                              <a:pt x="4397" y="5272"/>
                              <a:pt x="1444" y="7177"/>
                              <a:pt x="302" y="6225"/>
                            </a:cubicBezTo>
                            <a:cubicBezTo>
                              <a:pt x="-842" y="5367"/>
                              <a:pt x="1540" y="3271"/>
                              <a:pt x="2873" y="2224"/>
                            </a:cubicBezTo>
                            <a:cubicBezTo>
                              <a:pt x="4302" y="1176"/>
                              <a:pt x="7255" y="-634"/>
                              <a:pt x="8398" y="22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93" name="Forme libre : forme 11692">
                        <a:extLst>
                          <a:ext uri="{FF2B5EF4-FFF2-40B4-BE49-F238E27FC236}">
                            <a16:creationId xmlns:a16="http://schemas.microsoft.com/office/drawing/2014/main" id="{A8439B33-8E9C-4741-A4D5-1B578A9DC6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7521" y="2763162"/>
                        <a:ext cx="87406" cy="37555"/>
                      </a:xfrm>
                      <a:custGeom>
                        <a:avLst/>
                        <a:gdLst>
                          <a:gd name="connsiteX0" fmla="*/ 59342 w 87406"/>
                          <a:gd name="connsiteY0" fmla="*/ 1469 h 37555"/>
                          <a:gd name="connsiteX1" fmla="*/ 85726 w 87406"/>
                          <a:gd name="connsiteY1" fmla="*/ 2040 h 37555"/>
                          <a:gd name="connsiteX2" fmla="*/ 83630 w 87406"/>
                          <a:gd name="connsiteY2" fmla="*/ 10041 h 37555"/>
                          <a:gd name="connsiteX3" fmla="*/ 72867 w 87406"/>
                          <a:gd name="connsiteY3" fmla="*/ 12708 h 37555"/>
                          <a:gd name="connsiteX4" fmla="*/ 39910 w 87406"/>
                          <a:gd name="connsiteY4" fmla="*/ 20614 h 37555"/>
                          <a:gd name="connsiteX5" fmla="*/ 30385 w 87406"/>
                          <a:gd name="connsiteY5" fmla="*/ 24996 h 37555"/>
                          <a:gd name="connsiteX6" fmla="*/ 17146 w 87406"/>
                          <a:gd name="connsiteY6" fmla="*/ 32330 h 37555"/>
                          <a:gd name="connsiteX7" fmla="*/ 1 w 87406"/>
                          <a:gd name="connsiteY7" fmla="*/ 34902 h 37555"/>
                          <a:gd name="connsiteX8" fmla="*/ 36005 w 87406"/>
                          <a:gd name="connsiteY8" fmla="*/ 4803 h 37555"/>
                          <a:gd name="connsiteX9" fmla="*/ 59342 w 87406"/>
                          <a:gd name="connsiteY9" fmla="*/ 1469 h 37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7406" h="37555">
                            <a:moveTo>
                              <a:pt x="59342" y="1469"/>
                            </a:moveTo>
                            <a:cubicBezTo>
                              <a:pt x="69533" y="-531"/>
                              <a:pt x="77630" y="-626"/>
                              <a:pt x="85726" y="2040"/>
                            </a:cubicBezTo>
                            <a:cubicBezTo>
                              <a:pt x="88774" y="3088"/>
                              <a:pt x="87440" y="7660"/>
                              <a:pt x="83630" y="10041"/>
                            </a:cubicBezTo>
                            <a:cubicBezTo>
                              <a:pt x="79820" y="12518"/>
                              <a:pt x="76296" y="12423"/>
                              <a:pt x="72867" y="12708"/>
                            </a:cubicBezTo>
                            <a:cubicBezTo>
                              <a:pt x="62199" y="13756"/>
                              <a:pt x="51626" y="16804"/>
                              <a:pt x="39910" y="20614"/>
                            </a:cubicBezTo>
                            <a:cubicBezTo>
                              <a:pt x="38101" y="21281"/>
                              <a:pt x="34481" y="22805"/>
                              <a:pt x="30385" y="24996"/>
                            </a:cubicBezTo>
                            <a:cubicBezTo>
                              <a:pt x="26385" y="27282"/>
                              <a:pt x="21622" y="30044"/>
                              <a:pt x="17146" y="32330"/>
                            </a:cubicBezTo>
                            <a:cubicBezTo>
                              <a:pt x="8097" y="36902"/>
                              <a:pt x="-95" y="40045"/>
                              <a:pt x="1" y="34902"/>
                            </a:cubicBezTo>
                            <a:cubicBezTo>
                              <a:pt x="287" y="24520"/>
                              <a:pt x="25718" y="7565"/>
                              <a:pt x="36005" y="4803"/>
                            </a:cubicBezTo>
                            <a:cubicBezTo>
                              <a:pt x="45816" y="1469"/>
                              <a:pt x="51531" y="2803"/>
                              <a:pt x="59342" y="146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23" name="Graphique 1">
                      <a:extLst>
                        <a:ext uri="{FF2B5EF4-FFF2-40B4-BE49-F238E27FC236}">
                          <a16:creationId xmlns:a16="http://schemas.microsoft.com/office/drawing/2014/main" id="{954705EC-5867-4EDF-B1AA-3D77FB6DF1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71010" y="2670610"/>
                      <a:ext cx="197079" cy="103174"/>
                      <a:chOff x="1571010" y="2670610"/>
                      <a:chExt cx="197079" cy="103174"/>
                    </a:xfrm>
                    <a:solidFill>
                      <a:schemeClr val="accent1"/>
                    </a:solidFill>
                  </p:grpSpPr>
                  <p:sp>
                    <p:nvSpPr>
                      <p:cNvPr id="11670" name="Forme libre : forme 11669">
                        <a:extLst>
                          <a:ext uri="{FF2B5EF4-FFF2-40B4-BE49-F238E27FC236}">
                            <a16:creationId xmlns:a16="http://schemas.microsoft.com/office/drawing/2014/main" id="{1001665F-B537-492A-B907-DA0D92BFAA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71010" y="2670610"/>
                        <a:ext cx="197079" cy="103174"/>
                      </a:xfrm>
                      <a:custGeom>
                        <a:avLst/>
                        <a:gdLst>
                          <a:gd name="connsiteX0" fmla="*/ 140541 w 197079"/>
                          <a:gd name="connsiteY0" fmla="*/ 74495 h 103174"/>
                          <a:gd name="connsiteX1" fmla="*/ 110061 w 197079"/>
                          <a:gd name="connsiteY1" fmla="*/ 84877 h 103174"/>
                          <a:gd name="connsiteX2" fmla="*/ 79391 w 197079"/>
                          <a:gd name="connsiteY2" fmla="*/ 96116 h 103174"/>
                          <a:gd name="connsiteX3" fmla="*/ 69104 w 197079"/>
                          <a:gd name="connsiteY3" fmla="*/ 98974 h 103174"/>
                          <a:gd name="connsiteX4" fmla="*/ 59864 w 197079"/>
                          <a:gd name="connsiteY4" fmla="*/ 101450 h 103174"/>
                          <a:gd name="connsiteX5" fmla="*/ 42815 w 197079"/>
                          <a:gd name="connsiteY5" fmla="*/ 103165 h 103174"/>
                          <a:gd name="connsiteX6" fmla="*/ 26622 w 197079"/>
                          <a:gd name="connsiteY6" fmla="*/ 101355 h 103174"/>
                          <a:gd name="connsiteX7" fmla="*/ 10620 w 197079"/>
                          <a:gd name="connsiteY7" fmla="*/ 98021 h 103174"/>
                          <a:gd name="connsiteX8" fmla="*/ 809 w 197079"/>
                          <a:gd name="connsiteY8" fmla="*/ 78781 h 103174"/>
                          <a:gd name="connsiteX9" fmla="*/ 18907 w 197079"/>
                          <a:gd name="connsiteY9" fmla="*/ 49539 h 103174"/>
                          <a:gd name="connsiteX10" fmla="*/ 52244 w 197079"/>
                          <a:gd name="connsiteY10" fmla="*/ 25822 h 103174"/>
                          <a:gd name="connsiteX11" fmla="*/ 84153 w 197079"/>
                          <a:gd name="connsiteY11" fmla="*/ 12772 h 103174"/>
                          <a:gd name="connsiteX12" fmla="*/ 117586 w 197079"/>
                          <a:gd name="connsiteY12" fmla="*/ 2962 h 103174"/>
                          <a:gd name="connsiteX13" fmla="*/ 139589 w 197079"/>
                          <a:gd name="connsiteY13" fmla="*/ 9 h 103174"/>
                          <a:gd name="connsiteX14" fmla="*/ 158162 w 197079"/>
                          <a:gd name="connsiteY14" fmla="*/ 1723 h 103174"/>
                          <a:gd name="connsiteX15" fmla="*/ 174164 w 197079"/>
                          <a:gd name="connsiteY15" fmla="*/ 6581 h 103174"/>
                          <a:gd name="connsiteX16" fmla="*/ 189023 w 197079"/>
                          <a:gd name="connsiteY16" fmla="*/ 14868 h 103174"/>
                          <a:gd name="connsiteX17" fmla="*/ 195310 w 197079"/>
                          <a:gd name="connsiteY17" fmla="*/ 35061 h 103174"/>
                          <a:gd name="connsiteX18" fmla="*/ 140541 w 197079"/>
                          <a:gd name="connsiteY18" fmla="*/ 74495 h 1031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97079" h="103174">
                            <a:moveTo>
                              <a:pt x="140541" y="74495"/>
                            </a:moveTo>
                            <a:cubicBezTo>
                              <a:pt x="133302" y="77352"/>
                              <a:pt x="121777" y="81257"/>
                              <a:pt x="110061" y="84877"/>
                            </a:cubicBezTo>
                            <a:cubicBezTo>
                              <a:pt x="98441" y="88877"/>
                              <a:pt x="87106" y="93735"/>
                              <a:pt x="79391" y="96116"/>
                            </a:cubicBezTo>
                            <a:cubicBezTo>
                              <a:pt x="75771" y="97259"/>
                              <a:pt x="72342" y="98212"/>
                              <a:pt x="69104" y="98974"/>
                            </a:cubicBezTo>
                            <a:cubicBezTo>
                              <a:pt x="65960" y="100022"/>
                              <a:pt x="62817" y="100783"/>
                              <a:pt x="59864" y="101450"/>
                            </a:cubicBezTo>
                            <a:cubicBezTo>
                              <a:pt x="53864" y="102689"/>
                              <a:pt x="48244" y="103260"/>
                              <a:pt x="42815" y="103165"/>
                            </a:cubicBezTo>
                            <a:cubicBezTo>
                              <a:pt x="37290" y="103070"/>
                              <a:pt x="31956" y="102403"/>
                              <a:pt x="26622" y="101355"/>
                            </a:cubicBezTo>
                            <a:cubicBezTo>
                              <a:pt x="21383" y="100593"/>
                              <a:pt x="16145" y="99450"/>
                              <a:pt x="10620" y="98021"/>
                            </a:cubicBezTo>
                            <a:cubicBezTo>
                              <a:pt x="3000" y="96021"/>
                              <a:pt x="-2048" y="86401"/>
                              <a:pt x="809" y="78781"/>
                            </a:cubicBezTo>
                            <a:cubicBezTo>
                              <a:pt x="4810" y="67541"/>
                              <a:pt x="10620" y="58207"/>
                              <a:pt x="18907" y="49539"/>
                            </a:cubicBezTo>
                            <a:cubicBezTo>
                              <a:pt x="27194" y="40966"/>
                              <a:pt x="37481" y="32013"/>
                              <a:pt x="52244" y="25822"/>
                            </a:cubicBezTo>
                            <a:cubicBezTo>
                              <a:pt x="60055" y="22393"/>
                              <a:pt x="71961" y="17154"/>
                              <a:pt x="84153" y="12772"/>
                            </a:cubicBezTo>
                            <a:cubicBezTo>
                              <a:pt x="96536" y="8963"/>
                              <a:pt x="109013" y="5248"/>
                              <a:pt x="117586" y="2962"/>
                            </a:cubicBezTo>
                            <a:cubicBezTo>
                              <a:pt x="125492" y="580"/>
                              <a:pt x="132921" y="104"/>
                              <a:pt x="139589" y="9"/>
                            </a:cubicBezTo>
                            <a:cubicBezTo>
                              <a:pt x="146351" y="-86"/>
                              <a:pt x="152447" y="580"/>
                              <a:pt x="158162" y="1723"/>
                            </a:cubicBezTo>
                            <a:cubicBezTo>
                              <a:pt x="163877" y="2866"/>
                              <a:pt x="169116" y="4486"/>
                              <a:pt x="174164" y="6581"/>
                            </a:cubicBezTo>
                            <a:cubicBezTo>
                              <a:pt x="179308" y="8963"/>
                              <a:pt x="184166" y="11820"/>
                              <a:pt x="189023" y="14868"/>
                            </a:cubicBezTo>
                            <a:cubicBezTo>
                              <a:pt x="195786" y="19154"/>
                              <a:pt x="199501" y="29060"/>
                              <a:pt x="195310" y="35061"/>
                            </a:cubicBezTo>
                            <a:cubicBezTo>
                              <a:pt x="182832" y="52015"/>
                              <a:pt x="167878" y="65827"/>
                              <a:pt x="140541" y="7449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71" name="Forme libre : forme 11670">
                        <a:extLst>
                          <a:ext uri="{FF2B5EF4-FFF2-40B4-BE49-F238E27FC236}">
                            <a16:creationId xmlns:a16="http://schemas.microsoft.com/office/drawing/2014/main" id="{15290721-1558-45E4-A9DA-E1BF31B30C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73819" y="2704909"/>
                        <a:ext cx="192595" cy="68465"/>
                      </a:xfrm>
                      <a:custGeom>
                        <a:avLst/>
                        <a:gdLst>
                          <a:gd name="connsiteX0" fmla="*/ 76010 w 192595"/>
                          <a:gd name="connsiteY0" fmla="*/ 32956 h 68465"/>
                          <a:gd name="connsiteX1" fmla="*/ 56769 w 192595"/>
                          <a:gd name="connsiteY1" fmla="*/ 41148 h 68465"/>
                          <a:gd name="connsiteX2" fmla="*/ 37719 w 192595"/>
                          <a:gd name="connsiteY2" fmla="*/ 49244 h 68465"/>
                          <a:gd name="connsiteX3" fmla="*/ 18479 w 192595"/>
                          <a:gd name="connsiteY3" fmla="*/ 54769 h 68465"/>
                          <a:gd name="connsiteX4" fmla="*/ 0 w 192595"/>
                          <a:gd name="connsiteY4" fmla="*/ 57817 h 68465"/>
                          <a:gd name="connsiteX5" fmla="*/ 7715 w 192595"/>
                          <a:gd name="connsiteY5" fmla="*/ 63437 h 68465"/>
                          <a:gd name="connsiteX6" fmla="*/ 18860 w 192595"/>
                          <a:gd name="connsiteY6" fmla="*/ 65913 h 68465"/>
                          <a:gd name="connsiteX7" fmla="*/ 51721 w 192595"/>
                          <a:gd name="connsiteY7" fmla="*/ 67723 h 68465"/>
                          <a:gd name="connsiteX8" fmla="*/ 76581 w 192595"/>
                          <a:gd name="connsiteY8" fmla="*/ 61436 h 68465"/>
                          <a:gd name="connsiteX9" fmla="*/ 86487 w 192595"/>
                          <a:gd name="connsiteY9" fmla="*/ 58007 h 68465"/>
                          <a:gd name="connsiteX10" fmla="*/ 133255 w 192595"/>
                          <a:gd name="connsiteY10" fmla="*/ 41529 h 68465"/>
                          <a:gd name="connsiteX11" fmla="*/ 137732 w 192595"/>
                          <a:gd name="connsiteY11" fmla="*/ 39814 h 68465"/>
                          <a:gd name="connsiteX12" fmla="*/ 162592 w 192595"/>
                          <a:gd name="connsiteY12" fmla="*/ 28765 h 68465"/>
                          <a:gd name="connsiteX13" fmla="*/ 186309 w 192595"/>
                          <a:gd name="connsiteY13" fmla="*/ 8191 h 68465"/>
                          <a:gd name="connsiteX14" fmla="*/ 192405 w 192595"/>
                          <a:gd name="connsiteY14" fmla="*/ 286 h 68465"/>
                          <a:gd name="connsiteX15" fmla="*/ 192596 w 192595"/>
                          <a:gd name="connsiteY15" fmla="*/ 0 h 68465"/>
                          <a:gd name="connsiteX16" fmla="*/ 177546 w 192595"/>
                          <a:gd name="connsiteY16" fmla="*/ 2000 h 68465"/>
                          <a:gd name="connsiteX17" fmla="*/ 162592 w 192595"/>
                          <a:gd name="connsiteY17" fmla="*/ 5143 h 68465"/>
                          <a:gd name="connsiteX18" fmla="*/ 132683 w 192595"/>
                          <a:gd name="connsiteY18" fmla="*/ 11906 h 68465"/>
                          <a:gd name="connsiteX19" fmla="*/ 76010 w 192595"/>
                          <a:gd name="connsiteY19" fmla="*/ 32956 h 684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92595" h="68465">
                            <a:moveTo>
                              <a:pt x="76010" y="32956"/>
                            </a:moveTo>
                            <a:cubicBezTo>
                              <a:pt x="69723" y="35909"/>
                              <a:pt x="63341" y="38671"/>
                              <a:pt x="56769" y="41148"/>
                            </a:cubicBezTo>
                            <a:cubicBezTo>
                              <a:pt x="50483" y="44101"/>
                              <a:pt x="44101" y="46958"/>
                              <a:pt x="37719" y="49244"/>
                            </a:cubicBezTo>
                            <a:cubicBezTo>
                              <a:pt x="31337" y="51530"/>
                              <a:pt x="24860" y="53435"/>
                              <a:pt x="18479" y="54769"/>
                            </a:cubicBezTo>
                            <a:cubicBezTo>
                              <a:pt x="12192" y="56293"/>
                              <a:pt x="6096" y="57531"/>
                              <a:pt x="0" y="57817"/>
                            </a:cubicBezTo>
                            <a:cubicBezTo>
                              <a:pt x="1905" y="60579"/>
                              <a:pt x="4572" y="62674"/>
                              <a:pt x="7715" y="63437"/>
                            </a:cubicBezTo>
                            <a:cubicBezTo>
                              <a:pt x="11525" y="64389"/>
                              <a:pt x="15240" y="65246"/>
                              <a:pt x="18860" y="65913"/>
                            </a:cubicBezTo>
                            <a:cubicBezTo>
                              <a:pt x="29432" y="67913"/>
                              <a:pt x="40196" y="69437"/>
                              <a:pt x="51721" y="67723"/>
                            </a:cubicBezTo>
                            <a:cubicBezTo>
                              <a:pt x="59246" y="66675"/>
                              <a:pt x="67151" y="64198"/>
                              <a:pt x="76581" y="61436"/>
                            </a:cubicBezTo>
                            <a:cubicBezTo>
                              <a:pt x="79439" y="60484"/>
                              <a:pt x="82772" y="59246"/>
                              <a:pt x="86487" y="58007"/>
                            </a:cubicBezTo>
                            <a:cubicBezTo>
                              <a:pt x="100584" y="52006"/>
                              <a:pt x="120682" y="46101"/>
                              <a:pt x="133255" y="41529"/>
                            </a:cubicBezTo>
                            <a:cubicBezTo>
                              <a:pt x="134874" y="40957"/>
                              <a:pt x="136398" y="40386"/>
                              <a:pt x="137732" y="39814"/>
                            </a:cubicBezTo>
                            <a:cubicBezTo>
                              <a:pt x="147352" y="36290"/>
                              <a:pt x="155639" y="33147"/>
                              <a:pt x="162592" y="28765"/>
                            </a:cubicBezTo>
                            <a:cubicBezTo>
                              <a:pt x="172117" y="22860"/>
                              <a:pt x="179546" y="15335"/>
                              <a:pt x="186309" y="8191"/>
                            </a:cubicBezTo>
                            <a:cubicBezTo>
                              <a:pt x="188405" y="5715"/>
                              <a:pt x="190500" y="3048"/>
                              <a:pt x="192405" y="286"/>
                            </a:cubicBezTo>
                            <a:lnTo>
                              <a:pt x="192596" y="0"/>
                            </a:lnTo>
                            <a:cubicBezTo>
                              <a:pt x="187643" y="667"/>
                              <a:pt x="182594" y="1333"/>
                              <a:pt x="177546" y="2000"/>
                            </a:cubicBezTo>
                            <a:cubicBezTo>
                              <a:pt x="172593" y="2953"/>
                              <a:pt x="167640" y="4096"/>
                              <a:pt x="162592" y="5143"/>
                            </a:cubicBezTo>
                            <a:cubicBezTo>
                              <a:pt x="152686" y="7429"/>
                              <a:pt x="142589" y="9334"/>
                              <a:pt x="132683" y="11906"/>
                            </a:cubicBezTo>
                            <a:cubicBezTo>
                              <a:pt x="113252" y="18479"/>
                              <a:pt x="93631" y="23908"/>
                              <a:pt x="76010" y="3295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72" name="Forme libre : forme 11671">
                        <a:extLst>
                          <a:ext uri="{FF2B5EF4-FFF2-40B4-BE49-F238E27FC236}">
                            <a16:creationId xmlns:a16="http://schemas.microsoft.com/office/drawing/2014/main" id="{31918292-6A9C-41AD-ADAD-F2DEB7C8E8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49" y="2698891"/>
                        <a:ext cx="91568" cy="37507"/>
                      </a:xfrm>
                      <a:custGeom>
                        <a:avLst/>
                        <a:gdLst>
                          <a:gd name="connsiteX0" fmla="*/ 91428 w 91568"/>
                          <a:gd name="connsiteY0" fmla="*/ 5161 h 37507"/>
                          <a:gd name="connsiteX1" fmla="*/ 74568 w 91568"/>
                          <a:gd name="connsiteY1" fmla="*/ 19258 h 37507"/>
                          <a:gd name="connsiteX2" fmla="*/ 47517 w 91568"/>
                          <a:gd name="connsiteY2" fmla="*/ 30117 h 37507"/>
                          <a:gd name="connsiteX3" fmla="*/ 464 w 91568"/>
                          <a:gd name="connsiteY3" fmla="*/ 33165 h 37507"/>
                          <a:gd name="connsiteX4" fmla="*/ 39612 w 91568"/>
                          <a:gd name="connsiteY4" fmla="*/ 6590 h 37507"/>
                          <a:gd name="connsiteX5" fmla="*/ 68758 w 91568"/>
                          <a:gd name="connsiteY5" fmla="*/ 303 h 37507"/>
                          <a:gd name="connsiteX6" fmla="*/ 91428 w 91568"/>
                          <a:gd name="connsiteY6" fmla="*/ 5161 h 375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1568" h="37507">
                            <a:moveTo>
                              <a:pt x="91428" y="5161"/>
                            </a:moveTo>
                            <a:cubicBezTo>
                              <a:pt x="92761" y="10019"/>
                              <a:pt x="84474" y="15067"/>
                              <a:pt x="74568" y="19258"/>
                            </a:cubicBezTo>
                            <a:cubicBezTo>
                              <a:pt x="64758" y="23735"/>
                              <a:pt x="53423" y="28307"/>
                              <a:pt x="47517" y="30117"/>
                            </a:cubicBezTo>
                            <a:cubicBezTo>
                              <a:pt x="35516" y="32974"/>
                              <a:pt x="5226" y="43261"/>
                              <a:pt x="464" y="33165"/>
                            </a:cubicBezTo>
                            <a:cubicBezTo>
                              <a:pt x="-4203" y="23354"/>
                              <a:pt x="27610" y="8971"/>
                              <a:pt x="39612" y="6590"/>
                            </a:cubicBezTo>
                            <a:cubicBezTo>
                              <a:pt x="45422" y="5066"/>
                              <a:pt x="57614" y="1542"/>
                              <a:pt x="68758" y="303"/>
                            </a:cubicBezTo>
                            <a:cubicBezTo>
                              <a:pt x="80093" y="-554"/>
                              <a:pt x="90094" y="208"/>
                              <a:pt x="91428" y="516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73" name="Forme libre : forme 11672">
                        <a:extLst>
                          <a:ext uri="{FF2B5EF4-FFF2-40B4-BE49-F238E27FC236}">
                            <a16:creationId xmlns:a16="http://schemas.microsoft.com/office/drawing/2014/main" id="{F8244CE9-BB83-430F-A74B-630830EB22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727" y="2715196"/>
                        <a:ext cx="67394" cy="20941"/>
                      </a:xfrm>
                      <a:custGeom>
                        <a:avLst/>
                        <a:gdLst>
                          <a:gd name="connsiteX0" fmla="*/ 16435 w 67394"/>
                          <a:gd name="connsiteY0" fmla="*/ 0 h 20941"/>
                          <a:gd name="connsiteX1" fmla="*/ 910 w 67394"/>
                          <a:gd name="connsiteY1" fmla="*/ 16954 h 20941"/>
                          <a:gd name="connsiteX2" fmla="*/ 48916 w 67394"/>
                          <a:gd name="connsiteY2" fmla="*/ 13621 h 20941"/>
                          <a:gd name="connsiteX3" fmla="*/ 67394 w 67394"/>
                          <a:gd name="connsiteY3" fmla="*/ 6096 h 20941"/>
                          <a:gd name="connsiteX4" fmla="*/ 57012 w 67394"/>
                          <a:gd name="connsiteY4" fmla="*/ 8572 h 20941"/>
                          <a:gd name="connsiteX5" fmla="*/ 32628 w 67394"/>
                          <a:gd name="connsiteY5" fmla="*/ 8477 h 20941"/>
                          <a:gd name="connsiteX6" fmla="*/ 16435 w 67394"/>
                          <a:gd name="connsiteY6" fmla="*/ 0 h 209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394" h="20941">
                            <a:moveTo>
                              <a:pt x="16435" y="0"/>
                            </a:moveTo>
                            <a:cubicBezTo>
                              <a:pt x="11387" y="4096"/>
                              <a:pt x="-3853" y="11430"/>
                              <a:pt x="910" y="16954"/>
                            </a:cubicBezTo>
                            <a:cubicBezTo>
                              <a:pt x="8625" y="26003"/>
                              <a:pt x="33866" y="17336"/>
                              <a:pt x="48916" y="13621"/>
                            </a:cubicBezTo>
                            <a:cubicBezTo>
                              <a:pt x="53202" y="12287"/>
                              <a:pt x="62727" y="8477"/>
                              <a:pt x="67394" y="6096"/>
                            </a:cubicBezTo>
                            <a:cubicBezTo>
                              <a:pt x="64537" y="6858"/>
                              <a:pt x="59870" y="8382"/>
                              <a:pt x="57012" y="8572"/>
                            </a:cubicBezTo>
                            <a:cubicBezTo>
                              <a:pt x="49011" y="9239"/>
                              <a:pt x="40153" y="9620"/>
                              <a:pt x="32628" y="8477"/>
                            </a:cubicBezTo>
                            <a:cubicBezTo>
                              <a:pt x="25103" y="7525"/>
                              <a:pt x="19007" y="5620"/>
                              <a:pt x="16435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74" name="Forme libre : forme 11673">
                        <a:extLst>
                          <a:ext uri="{FF2B5EF4-FFF2-40B4-BE49-F238E27FC236}">
                            <a16:creationId xmlns:a16="http://schemas.microsoft.com/office/drawing/2014/main" id="{44C0A497-20BA-4916-99CC-BE5381B155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3061" y="2699930"/>
                        <a:ext cx="91550" cy="37392"/>
                      </a:xfrm>
                      <a:custGeom>
                        <a:avLst/>
                        <a:gdLst>
                          <a:gd name="connsiteX0" fmla="*/ 91540 w 91550"/>
                          <a:gd name="connsiteY0" fmla="*/ 5455 h 37392"/>
                          <a:gd name="connsiteX1" fmla="*/ 73538 w 91550"/>
                          <a:gd name="connsiteY1" fmla="*/ 19933 h 37392"/>
                          <a:gd name="connsiteX2" fmla="*/ 59060 w 91550"/>
                          <a:gd name="connsiteY2" fmla="*/ 26029 h 37392"/>
                          <a:gd name="connsiteX3" fmla="*/ 47059 w 91550"/>
                          <a:gd name="connsiteY3" fmla="*/ 30601 h 37392"/>
                          <a:gd name="connsiteX4" fmla="*/ 21056 w 91550"/>
                          <a:gd name="connsiteY4" fmla="*/ 36602 h 37392"/>
                          <a:gd name="connsiteX5" fmla="*/ 577 w 91550"/>
                          <a:gd name="connsiteY5" fmla="*/ 32792 h 37392"/>
                          <a:gd name="connsiteX6" fmla="*/ 13816 w 91550"/>
                          <a:gd name="connsiteY6" fmla="*/ 16790 h 37392"/>
                          <a:gd name="connsiteX7" fmla="*/ 39534 w 91550"/>
                          <a:gd name="connsiteY7" fmla="*/ 6789 h 37392"/>
                          <a:gd name="connsiteX8" fmla="*/ 52202 w 91550"/>
                          <a:gd name="connsiteY8" fmla="*/ 3359 h 37392"/>
                          <a:gd name="connsiteX9" fmla="*/ 60680 w 91550"/>
                          <a:gd name="connsiteY9" fmla="*/ 1359 h 37392"/>
                          <a:gd name="connsiteX10" fmla="*/ 69633 w 91550"/>
                          <a:gd name="connsiteY10" fmla="*/ 311 h 37392"/>
                          <a:gd name="connsiteX11" fmla="*/ 91540 w 91550"/>
                          <a:gd name="connsiteY11" fmla="*/ 5455 h 373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91550" h="37392">
                            <a:moveTo>
                              <a:pt x="91540" y="5455"/>
                            </a:moveTo>
                            <a:cubicBezTo>
                              <a:pt x="91160" y="10789"/>
                              <a:pt x="83063" y="15837"/>
                              <a:pt x="73538" y="19933"/>
                            </a:cubicBezTo>
                            <a:cubicBezTo>
                              <a:pt x="68776" y="21838"/>
                              <a:pt x="63727" y="24029"/>
                              <a:pt x="59060" y="26029"/>
                            </a:cubicBezTo>
                            <a:cubicBezTo>
                              <a:pt x="54393" y="27934"/>
                              <a:pt x="50202" y="29553"/>
                              <a:pt x="47059" y="30601"/>
                            </a:cubicBezTo>
                            <a:cubicBezTo>
                              <a:pt x="40868" y="32982"/>
                              <a:pt x="30295" y="34887"/>
                              <a:pt x="21056" y="36602"/>
                            </a:cubicBezTo>
                            <a:cubicBezTo>
                              <a:pt x="11816" y="38126"/>
                              <a:pt x="3244" y="37745"/>
                              <a:pt x="577" y="32792"/>
                            </a:cubicBezTo>
                            <a:cubicBezTo>
                              <a:pt x="-2090" y="27839"/>
                              <a:pt x="4863" y="21933"/>
                              <a:pt x="13816" y="16790"/>
                            </a:cubicBezTo>
                            <a:cubicBezTo>
                              <a:pt x="22770" y="11456"/>
                              <a:pt x="34295" y="8598"/>
                              <a:pt x="39534" y="6789"/>
                            </a:cubicBezTo>
                            <a:cubicBezTo>
                              <a:pt x="42201" y="6026"/>
                              <a:pt x="46773" y="4693"/>
                              <a:pt x="52202" y="3359"/>
                            </a:cubicBezTo>
                            <a:cubicBezTo>
                              <a:pt x="54869" y="2693"/>
                              <a:pt x="57727" y="2026"/>
                              <a:pt x="60680" y="1359"/>
                            </a:cubicBezTo>
                            <a:cubicBezTo>
                              <a:pt x="63632" y="883"/>
                              <a:pt x="66680" y="597"/>
                              <a:pt x="69633" y="311"/>
                            </a:cubicBezTo>
                            <a:cubicBezTo>
                              <a:pt x="81635" y="-546"/>
                              <a:pt x="91922" y="121"/>
                              <a:pt x="91540" y="545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75" name="Forme libre : forme 11674">
                        <a:extLst>
                          <a:ext uri="{FF2B5EF4-FFF2-40B4-BE49-F238E27FC236}">
                            <a16:creationId xmlns:a16="http://schemas.microsoft.com/office/drawing/2014/main" id="{3A685B5E-0D0B-4300-9275-784374807F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4834" y="2717101"/>
                        <a:ext cx="117055" cy="40435"/>
                      </a:xfrm>
                      <a:custGeom>
                        <a:avLst/>
                        <a:gdLst>
                          <a:gd name="connsiteX0" fmla="*/ 3369 w 117055"/>
                          <a:gd name="connsiteY0" fmla="*/ 33909 h 40435"/>
                          <a:gd name="connsiteX1" fmla="*/ 19467 w 117055"/>
                          <a:gd name="connsiteY1" fmla="*/ 39624 h 40435"/>
                          <a:gd name="connsiteX2" fmla="*/ 40898 w 117055"/>
                          <a:gd name="connsiteY2" fmla="*/ 40386 h 40435"/>
                          <a:gd name="connsiteX3" fmla="*/ 64329 w 117055"/>
                          <a:gd name="connsiteY3" fmla="*/ 38100 h 40435"/>
                          <a:gd name="connsiteX4" fmla="*/ 104811 w 117055"/>
                          <a:gd name="connsiteY4" fmla="*/ 21717 h 40435"/>
                          <a:gd name="connsiteX5" fmla="*/ 115955 w 117055"/>
                          <a:gd name="connsiteY5" fmla="*/ 3905 h 40435"/>
                          <a:gd name="connsiteX6" fmla="*/ 100524 w 117055"/>
                          <a:gd name="connsiteY6" fmla="*/ 2572 h 40435"/>
                          <a:gd name="connsiteX7" fmla="*/ 79379 w 117055"/>
                          <a:gd name="connsiteY7" fmla="*/ 2857 h 40435"/>
                          <a:gd name="connsiteX8" fmla="*/ 68616 w 117055"/>
                          <a:gd name="connsiteY8" fmla="*/ 2476 h 40435"/>
                          <a:gd name="connsiteX9" fmla="*/ 57757 w 117055"/>
                          <a:gd name="connsiteY9" fmla="*/ 1905 h 40435"/>
                          <a:gd name="connsiteX10" fmla="*/ 37088 w 117055"/>
                          <a:gd name="connsiteY10" fmla="*/ 0 h 40435"/>
                          <a:gd name="connsiteX11" fmla="*/ 14323 w 117055"/>
                          <a:gd name="connsiteY11" fmla="*/ 5810 h 40435"/>
                          <a:gd name="connsiteX12" fmla="*/ 3369 w 117055"/>
                          <a:gd name="connsiteY12" fmla="*/ 33909 h 40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17055" h="40435">
                            <a:moveTo>
                              <a:pt x="3369" y="33909"/>
                            </a:moveTo>
                            <a:cubicBezTo>
                              <a:pt x="8513" y="38386"/>
                              <a:pt x="11466" y="39148"/>
                              <a:pt x="19467" y="39624"/>
                            </a:cubicBezTo>
                            <a:cubicBezTo>
                              <a:pt x="27087" y="40196"/>
                              <a:pt x="33849" y="40576"/>
                              <a:pt x="40898" y="40386"/>
                            </a:cubicBezTo>
                            <a:cubicBezTo>
                              <a:pt x="48137" y="40576"/>
                              <a:pt x="55566" y="40100"/>
                              <a:pt x="64329" y="38100"/>
                            </a:cubicBezTo>
                            <a:cubicBezTo>
                              <a:pt x="78617" y="34195"/>
                              <a:pt x="94047" y="28956"/>
                              <a:pt x="104811" y="21717"/>
                            </a:cubicBezTo>
                            <a:cubicBezTo>
                              <a:pt x="112716" y="16288"/>
                              <a:pt x="119860" y="9049"/>
                              <a:pt x="115955" y="3905"/>
                            </a:cubicBezTo>
                            <a:cubicBezTo>
                              <a:pt x="113478" y="476"/>
                              <a:pt x="106525" y="2572"/>
                              <a:pt x="100524" y="2572"/>
                            </a:cubicBezTo>
                            <a:cubicBezTo>
                              <a:pt x="93476" y="2667"/>
                              <a:pt x="86523" y="2953"/>
                              <a:pt x="79379" y="2857"/>
                            </a:cubicBezTo>
                            <a:cubicBezTo>
                              <a:pt x="75950" y="2762"/>
                              <a:pt x="72426" y="2572"/>
                              <a:pt x="68616" y="2476"/>
                            </a:cubicBezTo>
                            <a:cubicBezTo>
                              <a:pt x="65091" y="2476"/>
                              <a:pt x="61472" y="2286"/>
                              <a:pt x="57757" y="1905"/>
                            </a:cubicBezTo>
                            <a:cubicBezTo>
                              <a:pt x="51375" y="1238"/>
                              <a:pt x="44517" y="95"/>
                              <a:pt x="37088" y="0"/>
                            </a:cubicBezTo>
                            <a:cubicBezTo>
                              <a:pt x="29754" y="0"/>
                              <a:pt x="21848" y="952"/>
                              <a:pt x="14323" y="5810"/>
                            </a:cubicBezTo>
                            <a:cubicBezTo>
                              <a:pt x="702" y="14288"/>
                              <a:pt x="-3774" y="27718"/>
                              <a:pt x="3369" y="3390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76" name="Forme libre : forme 11675">
                        <a:extLst>
                          <a:ext uri="{FF2B5EF4-FFF2-40B4-BE49-F238E27FC236}">
                            <a16:creationId xmlns:a16="http://schemas.microsoft.com/office/drawing/2014/main" id="{7A6923A8-CC72-4C58-9184-788300CE3B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4396" y="2708295"/>
                        <a:ext cx="34421" cy="23735"/>
                      </a:xfrm>
                      <a:custGeom>
                        <a:avLst/>
                        <a:gdLst>
                          <a:gd name="connsiteX0" fmla="*/ 2286 w 34421"/>
                          <a:gd name="connsiteY0" fmla="*/ 18521 h 23735"/>
                          <a:gd name="connsiteX1" fmla="*/ 0 w 34421"/>
                          <a:gd name="connsiteY1" fmla="*/ 22522 h 23735"/>
                          <a:gd name="connsiteX2" fmla="*/ 3620 w 34421"/>
                          <a:gd name="connsiteY2" fmla="*/ 23474 h 23735"/>
                          <a:gd name="connsiteX3" fmla="*/ 10192 w 34421"/>
                          <a:gd name="connsiteY3" fmla="*/ 20617 h 23735"/>
                          <a:gd name="connsiteX4" fmla="*/ 25813 w 34421"/>
                          <a:gd name="connsiteY4" fmla="*/ 12139 h 23735"/>
                          <a:gd name="connsiteX5" fmla="*/ 31147 w 34421"/>
                          <a:gd name="connsiteY5" fmla="*/ 8329 h 23735"/>
                          <a:gd name="connsiteX6" fmla="*/ 24479 w 34421"/>
                          <a:gd name="connsiteY6" fmla="*/ 1852 h 23735"/>
                          <a:gd name="connsiteX7" fmla="*/ 2286 w 34421"/>
                          <a:gd name="connsiteY7" fmla="*/ 18521 h 237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4421" h="23735">
                            <a:moveTo>
                              <a:pt x="2286" y="18521"/>
                            </a:moveTo>
                            <a:cubicBezTo>
                              <a:pt x="952" y="20045"/>
                              <a:pt x="0" y="21093"/>
                              <a:pt x="0" y="22522"/>
                            </a:cubicBezTo>
                            <a:cubicBezTo>
                              <a:pt x="0" y="23855"/>
                              <a:pt x="1714" y="23950"/>
                              <a:pt x="3620" y="23474"/>
                            </a:cubicBezTo>
                            <a:cubicBezTo>
                              <a:pt x="5620" y="22998"/>
                              <a:pt x="8096" y="21474"/>
                              <a:pt x="10192" y="20617"/>
                            </a:cubicBezTo>
                            <a:cubicBezTo>
                              <a:pt x="15430" y="18045"/>
                              <a:pt x="20955" y="15187"/>
                              <a:pt x="25813" y="12139"/>
                            </a:cubicBezTo>
                            <a:cubicBezTo>
                              <a:pt x="27813" y="10901"/>
                              <a:pt x="29718" y="9758"/>
                              <a:pt x="31147" y="8329"/>
                            </a:cubicBezTo>
                            <a:cubicBezTo>
                              <a:pt x="37052" y="2328"/>
                              <a:pt x="35052" y="-2910"/>
                              <a:pt x="24479" y="1852"/>
                            </a:cubicBezTo>
                            <a:cubicBezTo>
                              <a:pt x="16383" y="5758"/>
                              <a:pt x="7620" y="12330"/>
                              <a:pt x="2286" y="1852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77" name="Forme libre : forme 11676">
                        <a:extLst>
                          <a:ext uri="{FF2B5EF4-FFF2-40B4-BE49-F238E27FC236}">
                            <a16:creationId xmlns:a16="http://schemas.microsoft.com/office/drawing/2014/main" id="{5F6D6C85-CEE7-4742-ADB6-9FB72AD0E6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13266" y="2703194"/>
                        <a:ext cx="49815" cy="39624"/>
                      </a:xfrm>
                      <a:custGeom>
                        <a:avLst/>
                        <a:gdLst>
                          <a:gd name="connsiteX0" fmla="*/ 49816 w 49815"/>
                          <a:gd name="connsiteY0" fmla="*/ 0 h 39624"/>
                          <a:gd name="connsiteX1" fmla="*/ 0 w 49815"/>
                          <a:gd name="connsiteY1" fmla="*/ 39624 h 39624"/>
                          <a:gd name="connsiteX2" fmla="*/ 26575 w 49815"/>
                          <a:gd name="connsiteY2" fmla="*/ 20765 h 39624"/>
                          <a:gd name="connsiteX3" fmla="*/ 38862 w 49815"/>
                          <a:gd name="connsiteY3" fmla="*/ 9906 h 39624"/>
                          <a:gd name="connsiteX4" fmla="*/ 49816 w 49815"/>
                          <a:gd name="connsiteY4" fmla="*/ 0 h 396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9815" h="39624">
                            <a:moveTo>
                              <a:pt x="49816" y="0"/>
                            </a:moveTo>
                            <a:cubicBezTo>
                              <a:pt x="43529" y="14383"/>
                              <a:pt x="16288" y="30290"/>
                              <a:pt x="0" y="39624"/>
                            </a:cubicBezTo>
                            <a:cubicBezTo>
                              <a:pt x="8953" y="34385"/>
                              <a:pt x="18097" y="27908"/>
                              <a:pt x="26575" y="20765"/>
                            </a:cubicBezTo>
                            <a:cubicBezTo>
                              <a:pt x="30861" y="17240"/>
                              <a:pt x="34957" y="13430"/>
                              <a:pt x="38862" y="9906"/>
                            </a:cubicBezTo>
                            <a:cubicBezTo>
                              <a:pt x="42767" y="6477"/>
                              <a:pt x="46482" y="3143"/>
                              <a:pt x="4981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78" name="Forme libre : forme 11677">
                        <a:extLst>
                          <a:ext uri="{FF2B5EF4-FFF2-40B4-BE49-F238E27FC236}">
                            <a16:creationId xmlns:a16="http://schemas.microsoft.com/office/drawing/2014/main" id="{ED2B3797-EE54-41FE-9209-59315D7DF9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73819" y="2697575"/>
                        <a:ext cx="52578" cy="52673"/>
                      </a:xfrm>
                      <a:custGeom>
                        <a:avLst/>
                        <a:gdLst>
                          <a:gd name="connsiteX0" fmla="*/ 52578 w 52578"/>
                          <a:gd name="connsiteY0" fmla="*/ 0 h 52673"/>
                          <a:gd name="connsiteX1" fmla="*/ 20288 w 52578"/>
                          <a:gd name="connsiteY1" fmla="*/ 23813 h 52673"/>
                          <a:gd name="connsiteX2" fmla="*/ 0 w 52578"/>
                          <a:gd name="connsiteY2" fmla="*/ 52673 h 52673"/>
                          <a:gd name="connsiteX3" fmla="*/ 21622 w 52578"/>
                          <a:gd name="connsiteY3" fmla="*/ 24384 h 52673"/>
                          <a:gd name="connsiteX4" fmla="*/ 36767 w 52578"/>
                          <a:gd name="connsiteY4" fmla="*/ 10859 h 52673"/>
                          <a:gd name="connsiteX5" fmla="*/ 52578 w 52578"/>
                          <a:gd name="connsiteY5" fmla="*/ 0 h 526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78" h="52673">
                            <a:moveTo>
                              <a:pt x="52578" y="0"/>
                            </a:moveTo>
                            <a:cubicBezTo>
                              <a:pt x="39529" y="5620"/>
                              <a:pt x="28956" y="14573"/>
                              <a:pt x="20288" y="23813"/>
                            </a:cubicBezTo>
                            <a:cubicBezTo>
                              <a:pt x="11525" y="33052"/>
                              <a:pt x="4667" y="42577"/>
                              <a:pt x="0" y="52673"/>
                            </a:cubicBezTo>
                            <a:cubicBezTo>
                              <a:pt x="3810" y="43053"/>
                              <a:pt x="12002" y="33623"/>
                              <a:pt x="21622" y="24384"/>
                            </a:cubicBezTo>
                            <a:cubicBezTo>
                              <a:pt x="26384" y="19717"/>
                              <a:pt x="31528" y="15240"/>
                              <a:pt x="36767" y="10859"/>
                            </a:cubicBezTo>
                            <a:cubicBezTo>
                              <a:pt x="41910" y="6763"/>
                              <a:pt x="47435" y="3429"/>
                              <a:pt x="5257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79" name="Forme libre : forme 11678">
                        <a:extLst>
                          <a:ext uri="{FF2B5EF4-FFF2-40B4-BE49-F238E27FC236}">
                            <a16:creationId xmlns:a16="http://schemas.microsoft.com/office/drawing/2014/main" id="{07A23AB9-E8E6-49A8-8951-97FC10E73D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112" y="2703384"/>
                        <a:ext cx="34947" cy="11171"/>
                      </a:xfrm>
                      <a:custGeom>
                        <a:avLst/>
                        <a:gdLst>
                          <a:gd name="connsiteX0" fmla="*/ 34867 w 34947"/>
                          <a:gd name="connsiteY0" fmla="*/ 2382 h 11171"/>
                          <a:gd name="connsiteX1" fmla="*/ 15341 w 34947"/>
                          <a:gd name="connsiteY1" fmla="*/ 10002 h 11171"/>
                          <a:gd name="connsiteX2" fmla="*/ 101 w 34947"/>
                          <a:gd name="connsiteY2" fmla="*/ 8478 h 11171"/>
                          <a:gd name="connsiteX3" fmla="*/ 18674 w 34947"/>
                          <a:gd name="connsiteY3" fmla="*/ 1334 h 11171"/>
                          <a:gd name="connsiteX4" fmla="*/ 34867 w 34947"/>
                          <a:gd name="connsiteY4" fmla="*/ 2382 h 111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947" h="11171">
                            <a:moveTo>
                              <a:pt x="34867" y="2382"/>
                            </a:moveTo>
                            <a:cubicBezTo>
                              <a:pt x="33533" y="6287"/>
                              <a:pt x="19627" y="9145"/>
                              <a:pt x="15341" y="10002"/>
                            </a:cubicBezTo>
                            <a:cubicBezTo>
                              <a:pt x="11054" y="10859"/>
                              <a:pt x="-1233" y="12764"/>
                              <a:pt x="101" y="8478"/>
                            </a:cubicBezTo>
                            <a:cubicBezTo>
                              <a:pt x="1434" y="4192"/>
                              <a:pt x="14579" y="2096"/>
                              <a:pt x="18674" y="1334"/>
                            </a:cubicBezTo>
                            <a:cubicBezTo>
                              <a:pt x="22770" y="668"/>
                              <a:pt x="36105" y="-1809"/>
                              <a:pt x="34867" y="238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80" name="Forme libre : forme 11679">
                        <a:extLst>
                          <a:ext uri="{FF2B5EF4-FFF2-40B4-BE49-F238E27FC236}">
                            <a16:creationId xmlns:a16="http://schemas.microsoft.com/office/drawing/2014/main" id="{80A64114-07B4-436E-ADE4-BA4913C246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2308" y="2702907"/>
                        <a:ext cx="9905" cy="3966"/>
                      </a:xfrm>
                      <a:custGeom>
                        <a:avLst/>
                        <a:gdLst>
                          <a:gd name="connsiteX0" fmla="*/ 9815 w 9905"/>
                          <a:gd name="connsiteY0" fmla="*/ 764 h 3966"/>
                          <a:gd name="connsiteX1" fmla="*/ 5719 w 9905"/>
                          <a:gd name="connsiteY1" fmla="*/ 3431 h 3966"/>
                          <a:gd name="connsiteX2" fmla="*/ 99 w 9905"/>
                          <a:gd name="connsiteY2" fmla="*/ 3241 h 3966"/>
                          <a:gd name="connsiteX3" fmla="*/ 4004 w 9905"/>
                          <a:gd name="connsiteY3" fmla="*/ 383 h 3966"/>
                          <a:gd name="connsiteX4" fmla="*/ 9815 w 9905"/>
                          <a:gd name="connsiteY4" fmla="*/ 764 h 39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905" h="3966">
                            <a:moveTo>
                              <a:pt x="9815" y="764"/>
                            </a:moveTo>
                            <a:cubicBezTo>
                              <a:pt x="10481" y="2003"/>
                              <a:pt x="7338" y="3050"/>
                              <a:pt x="5719" y="3431"/>
                            </a:cubicBezTo>
                            <a:cubicBezTo>
                              <a:pt x="4004" y="3717"/>
                              <a:pt x="766" y="4574"/>
                              <a:pt x="99" y="3241"/>
                            </a:cubicBezTo>
                            <a:cubicBezTo>
                              <a:pt x="-568" y="2003"/>
                              <a:pt x="2290" y="669"/>
                              <a:pt x="4004" y="383"/>
                            </a:cubicBezTo>
                            <a:cubicBezTo>
                              <a:pt x="5623" y="97"/>
                              <a:pt x="9052" y="-474"/>
                              <a:pt x="9815" y="76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81" name="Forme libre : forme 11680">
                        <a:extLst>
                          <a:ext uri="{FF2B5EF4-FFF2-40B4-BE49-F238E27FC236}">
                            <a16:creationId xmlns:a16="http://schemas.microsoft.com/office/drawing/2014/main" id="{3AE00FD6-86B1-440D-81F0-E33F185009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5147" y="2677930"/>
                        <a:ext cx="92779" cy="23784"/>
                      </a:xfrm>
                      <a:custGeom>
                        <a:avLst/>
                        <a:gdLst>
                          <a:gd name="connsiteX0" fmla="*/ 68026 w 92779"/>
                          <a:gd name="connsiteY0" fmla="*/ 6501 h 23784"/>
                          <a:gd name="connsiteX1" fmla="*/ 81361 w 92779"/>
                          <a:gd name="connsiteY1" fmla="*/ 10311 h 23784"/>
                          <a:gd name="connsiteX2" fmla="*/ 91933 w 92779"/>
                          <a:gd name="connsiteY2" fmla="*/ 17073 h 23784"/>
                          <a:gd name="connsiteX3" fmla="*/ 86885 w 92779"/>
                          <a:gd name="connsiteY3" fmla="*/ 23550 h 23784"/>
                          <a:gd name="connsiteX4" fmla="*/ 76027 w 92779"/>
                          <a:gd name="connsiteY4" fmla="*/ 22217 h 23784"/>
                          <a:gd name="connsiteX5" fmla="*/ 42499 w 92779"/>
                          <a:gd name="connsiteY5" fmla="*/ 16216 h 23784"/>
                          <a:gd name="connsiteX6" fmla="*/ 303 w 92779"/>
                          <a:gd name="connsiteY6" fmla="*/ 13454 h 23784"/>
                          <a:gd name="connsiteX7" fmla="*/ 20401 w 92779"/>
                          <a:gd name="connsiteY7" fmla="*/ 2786 h 23784"/>
                          <a:gd name="connsiteX8" fmla="*/ 34212 w 92779"/>
                          <a:gd name="connsiteY8" fmla="*/ 214 h 23784"/>
                          <a:gd name="connsiteX9" fmla="*/ 45070 w 92779"/>
                          <a:gd name="connsiteY9" fmla="*/ 214 h 23784"/>
                          <a:gd name="connsiteX10" fmla="*/ 68026 w 92779"/>
                          <a:gd name="connsiteY10" fmla="*/ 6501 h 237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2779" h="23784">
                            <a:moveTo>
                              <a:pt x="68026" y="6501"/>
                            </a:moveTo>
                            <a:cubicBezTo>
                              <a:pt x="73169" y="7739"/>
                              <a:pt x="77455" y="8882"/>
                              <a:pt x="81361" y="10311"/>
                            </a:cubicBezTo>
                            <a:cubicBezTo>
                              <a:pt x="85266" y="11930"/>
                              <a:pt x="88790" y="14121"/>
                              <a:pt x="91933" y="17073"/>
                            </a:cubicBezTo>
                            <a:cubicBezTo>
                              <a:pt x="94315" y="19264"/>
                              <a:pt x="91362" y="22884"/>
                              <a:pt x="86885" y="23550"/>
                            </a:cubicBezTo>
                            <a:cubicBezTo>
                              <a:pt x="82408" y="24217"/>
                              <a:pt x="79360" y="23360"/>
                              <a:pt x="76027" y="22217"/>
                            </a:cubicBezTo>
                            <a:cubicBezTo>
                              <a:pt x="65740" y="18979"/>
                              <a:pt x="54881" y="17455"/>
                              <a:pt x="42499" y="16216"/>
                            </a:cubicBezTo>
                            <a:cubicBezTo>
                              <a:pt x="34878" y="15264"/>
                              <a:pt x="-3793" y="22884"/>
                              <a:pt x="303" y="13454"/>
                            </a:cubicBezTo>
                            <a:cubicBezTo>
                              <a:pt x="2494" y="8787"/>
                              <a:pt x="11066" y="5167"/>
                              <a:pt x="20401" y="2786"/>
                            </a:cubicBezTo>
                            <a:cubicBezTo>
                              <a:pt x="25068" y="1643"/>
                              <a:pt x="29926" y="690"/>
                              <a:pt x="34212" y="214"/>
                            </a:cubicBezTo>
                            <a:cubicBezTo>
                              <a:pt x="38593" y="-71"/>
                              <a:pt x="42403" y="-71"/>
                              <a:pt x="45070" y="214"/>
                            </a:cubicBezTo>
                            <a:cubicBezTo>
                              <a:pt x="55643" y="1072"/>
                              <a:pt x="60406" y="4596"/>
                              <a:pt x="68026" y="650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24" name="Graphique 1">
                      <a:extLst>
                        <a:ext uri="{FF2B5EF4-FFF2-40B4-BE49-F238E27FC236}">
                          <a16:creationId xmlns:a16="http://schemas.microsoft.com/office/drawing/2014/main" id="{9C3514E7-D21F-4F97-BD2D-69D6C6F133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67605" y="2654141"/>
                      <a:ext cx="205349" cy="79371"/>
                      <a:chOff x="1767605" y="2654141"/>
                      <a:chExt cx="205349" cy="79371"/>
                    </a:xfrm>
                    <a:solidFill>
                      <a:schemeClr val="accent1"/>
                    </a:solidFill>
                  </p:grpSpPr>
                  <p:sp>
                    <p:nvSpPr>
                      <p:cNvPr id="11658" name="Forme libre : forme 11657">
                        <a:extLst>
                          <a:ext uri="{FF2B5EF4-FFF2-40B4-BE49-F238E27FC236}">
                            <a16:creationId xmlns:a16="http://schemas.microsoft.com/office/drawing/2014/main" id="{391CD8DB-1921-4323-BDAC-6078647B1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7605" y="2654141"/>
                        <a:ext cx="205349" cy="79371"/>
                      </a:xfrm>
                      <a:custGeom>
                        <a:avLst/>
                        <a:gdLst>
                          <a:gd name="connsiteX0" fmla="*/ 134827 w 205349"/>
                          <a:gd name="connsiteY0" fmla="*/ 79248 h 79371"/>
                          <a:gd name="connsiteX1" fmla="*/ 69772 w 205349"/>
                          <a:gd name="connsiteY1" fmla="*/ 75533 h 79371"/>
                          <a:gd name="connsiteX2" fmla="*/ 33100 w 205349"/>
                          <a:gd name="connsiteY2" fmla="*/ 68104 h 79371"/>
                          <a:gd name="connsiteX3" fmla="*/ 5287 w 205349"/>
                          <a:gd name="connsiteY3" fmla="*/ 51245 h 79371"/>
                          <a:gd name="connsiteX4" fmla="*/ 3668 w 205349"/>
                          <a:gd name="connsiteY4" fmla="*/ 29718 h 79371"/>
                          <a:gd name="connsiteX5" fmla="*/ 71295 w 205349"/>
                          <a:gd name="connsiteY5" fmla="*/ 0 h 79371"/>
                          <a:gd name="connsiteX6" fmla="*/ 140066 w 205349"/>
                          <a:gd name="connsiteY6" fmla="*/ 4001 h 79371"/>
                          <a:gd name="connsiteX7" fmla="*/ 202074 w 205349"/>
                          <a:gd name="connsiteY7" fmla="*/ 41434 h 79371"/>
                          <a:gd name="connsiteX8" fmla="*/ 200264 w 205349"/>
                          <a:gd name="connsiteY8" fmla="*/ 62389 h 79371"/>
                          <a:gd name="connsiteX9" fmla="*/ 171499 w 205349"/>
                          <a:gd name="connsiteY9" fmla="*/ 75819 h 79371"/>
                          <a:gd name="connsiteX10" fmla="*/ 154639 w 205349"/>
                          <a:gd name="connsiteY10" fmla="*/ 78486 h 79371"/>
                          <a:gd name="connsiteX11" fmla="*/ 134827 w 205349"/>
                          <a:gd name="connsiteY11" fmla="*/ 79248 h 793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05349" h="79371">
                            <a:moveTo>
                              <a:pt x="134827" y="79248"/>
                            </a:moveTo>
                            <a:cubicBezTo>
                              <a:pt x="119397" y="77534"/>
                              <a:pt x="85869" y="77057"/>
                              <a:pt x="69772" y="75533"/>
                            </a:cubicBezTo>
                            <a:cubicBezTo>
                              <a:pt x="54722" y="75343"/>
                              <a:pt x="43197" y="72676"/>
                              <a:pt x="33100" y="68104"/>
                            </a:cubicBezTo>
                            <a:cubicBezTo>
                              <a:pt x="23004" y="63532"/>
                              <a:pt x="14431" y="58484"/>
                              <a:pt x="5287" y="51245"/>
                            </a:cubicBezTo>
                            <a:cubicBezTo>
                              <a:pt x="-999" y="46387"/>
                              <a:pt x="-1856" y="35528"/>
                              <a:pt x="3668" y="29718"/>
                            </a:cubicBezTo>
                            <a:cubicBezTo>
                              <a:pt x="19765" y="12383"/>
                              <a:pt x="39291" y="2953"/>
                              <a:pt x="71295" y="0"/>
                            </a:cubicBezTo>
                            <a:cubicBezTo>
                              <a:pt x="88345" y="0"/>
                              <a:pt x="122826" y="286"/>
                              <a:pt x="140066" y="4001"/>
                            </a:cubicBezTo>
                            <a:cubicBezTo>
                              <a:pt x="172641" y="8287"/>
                              <a:pt x="188453" y="23622"/>
                              <a:pt x="202074" y="41434"/>
                            </a:cubicBezTo>
                            <a:cubicBezTo>
                              <a:pt x="206836" y="47625"/>
                              <a:pt x="206551" y="58103"/>
                              <a:pt x="200264" y="62389"/>
                            </a:cubicBezTo>
                            <a:cubicBezTo>
                              <a:pt x="191215" y="68485"/>
                              <a:pt x="181976" y="73152"/>
                              <a:pt x="171499" y="75819"/>
                            </a:cubicBezTo>
                            <a:cubicBezTo>
                              <a:pt x="166260" y="77248"/>
                              <a:pt x="160831" y="77629"/>
                              <a:pt x="154639" y="78486"/>
                            </a:cubicBezTo>
                            <a:cubicBezTo>
                              <a:pt x="148639" y="79343"/>
                              <a:pt x="142066" y="79534"/>
                              <a:pt x="134827" y="7924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59" name="Forme libre : forme 11658">
                        <a:extLst>
                          <a:ext uri="{FF2B5EF4-FFF2-40B4-BE49-F238E27FC236}">
                            <a16:creationId xmlns:a16="http://schemas.microsoft.com/office/drawing/2014/main" id="{906D5541-58DF-409A-9A18-F16678ACDC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7939" y="2697003"/>
                        <a:ext cx="200215" cy="36442"/>
                      </a:xfrm>
                      <a:custGeom>
                        <a:avLst/>
                        <a:gdLst>
                          <a:gd name="connsiteX0" fmla="*/ 79820 w 200215"/>
                          <a:gd name="connsiteY0" fmla="*/ 6001 h 36442"/>
                          <a:gd name="connsiteX1" fmla="*/ 0 w 200215"/>
                          <a:gd name="connsiteY1" fmla="*/ 0 h 36442"/>
                          <a:gd name="connsiteX2" fmla="*/ 4858 w 200215"/>
                          <a:gd name="connsiteY2" fmla="*/ 8287 h 36442"/>
                          <a:gd name="connsiteX3" fmla="*/ 14192 w 200215"/>
                          <a:gd name="connsiteY3" fmla="*/ 15050 h 36442"/>
                          <a:gd name="connsiteX4" fmla="*/ 28099 w 200215"/>
                          <a:gd name="connsiteY4" fmla="*/ 22860 h 36442"/>
                          <a:gd name="connsiteX5" fmla="*/ 43910 w 200215"/>
                          <a:gd name="connsiteY5" fmla="*/ 29146 h 36442"/>
                          <a:gd name="connsiteX6" fmla="*/ 69437 w 200215"/>
                          <a:gd name="connsiteY6" fmla="*/ 32576 h 36442"/>
                          <a:gd name="connsiteX7" fmla="*/ 79915 w 200215"/>
                          <a:gd name="connsiteY7" fmla="*/ 33338 h 36442"/>
                          <a:gd name="connsiteX8" fmla="*/ 129635 w 200215"/>
                          <a:gd name="connsiteY8" fmla="*/ 36004 h 36442"/>
                          <a:gd name="connsiteX9" fmla="*/ 134493 w 200215"/>
                          <a:gd name="connsiteY9" fmla="*/ 36290 h 36442"/>
                          <a:gd name="connsiteX10" fmla="*/ 161830 w 200215"/>
                          <a:gd name="connsiteY10" fmla="*/ 34671 h 36442"/>
                          <a:gd name="connsiteX11" fmla="*/ 191262 w 200215"/>
                          <a:gd name="connsiteY11" fmla="*/ 24860 h 36442"/>
                          <a:gd name="connsiteX12" fmla="*/ 199930 w 200215"/>
                          <a:gd name="connsiteY12" fmla="*/ 19526 h 36442"/>
                          <a:gd name="connsiteX13" fmla="*/ 200216 w 200215"/>
                          <a:gd name="connsiteY13" fmla="*/ 19241 h 36442"/>
                          <a:gd name="connsiteX14" fmla="*/ 140113 w 200215"/>
                          <a:gd name="connsiteY14" fmla="*/ 8668 h 36442"/>
                          <a:gd name="connsiteX15" fmla="*/ 109728 w 200215"/>
                          <a:gd name="connsiteY15" fmla="*/ 6001 h 36442"/>
                          <a:gd name="connsiteX16" fmla="*/ 79820 w 200215"/>
                          <a:gd name="connsiteY16" fmla="*/ 6001 h 364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200215" h="36442">
                            <a:moveTo>
                              <a:pt x="79820" y="6001"/>
                            </a:moveTo>
                            <a:cubicBezTo>
                              <a:pt x="52197" y="7429"/>
                              <a:pt x="22860" y="8001"/>
                              <a:pt x="0" y="0"/>
                            </a:cubicBezTo>
                            <a:cubicBezTo>
                              <a:pt x="667" y="3238"/>
                              <a:pt x="2286" y="6287"/>
                              <a:pt x="4858" y="8287"/>
                            </a:cubicBezTo>
                            <a:cubicBezTo>
                              <a:pt x="8001" y="10668"/>
                              <a:pt x="11144" y="12954"/>
                              <a:pt x="14192" y="15050"/>
                            </a:cubicBezTo>
                            <a:cubicBezTo>
                              <a:pt x="18669" y="18002"/>
                              <a:pt x="23241" y="20574"/>
                              <a:pt x="28099" y="22860"/>
                            </a:cubicBezTo>
                            <a:cubicBezTo>
                              <a:pt x="32957" y="25432"/>
                              <a:pt x="38195" y="27527"/>
                              <a:pt x="43910" y="29146"/>
                            </a:cubicBezTo>
                            <a:cubicBezTo>
                              <a:pt x="51340" y="31242"/>
                              <a:pt x="59627" y="32385"/>
                              <a:pt x="69437" y="32576"/>
                            </a:cubicBezTo>
                            <a:cubicBezTo>
                              <a:pt x="72390" y="32766"/>
                              <a:pt x="76009" y="33052"/>
                              <a:pt x="79915" y="33338"/>
                            </a:cubicBezTo>
                            <a:cubicBezTo>
                              <a:pt x="95250" y="34385"/>
                              <a:pt x="116300" y="34290"/>
                              <a:pt x="129635" y="36004"/>
                            </a:cubicBezTo>
                            <a:cubicBezTo>
                              <a:pt x="131350" y="36100"/>
                              <a:pt x="132969" y="36195"/>
                              <a:pt x="134493" y="36290"/>
                            </a:cubicBezTo>
                            <a:cubicBezTo>
                              <a:pt x="144685" y="36862"/>
                              <a:pt x="153829" y="35719"/>
                              <a:pt x="161830" y="34671"/>
                            </a:cubicBezTo>
                            <a:cubicBezTo>
                              <a:pt x="172784" y="33147"/>
                              <a:pt x="182213" y="29623"/>
                              <a:pt x="191262" y="24860"/>
                            </a:cubicBezTo>
                            <a:cubicBezTo>
                              <a:pt x="194215" y="23241"/>
                              <a:pt x="197072" y="21431"/>
                              <a:pt x="199930" y="19526"/>
                            </a:cubicBezTo>
                            <a:lnTo>
                              <a:pt x="200216" y="19241"/>
                            </a:lnTo>
                            <a:cubicBezTo>
                              <a:pt x="180499" y="15240"/>
                              <a:pt x="160592" y="10192"/>
                              <a:pt x="140113" y="8668"/>
                            </a:cubicBezTo>
                            <a:cubicBezTo>
                              <a:pt x="129921" y="7715"/>
                              <a:pt x="119920" y="5905"/>
                              <a:pt x="109728" y="6001"/>
                            </a:cubicBezTo>
                            <a:cubicBezTo>
                              <a:pt x="99727" y="5715"/>
                              <a:pt x="89630" y="5810"/>
                              <a:pt x="79820" y="600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60" name="Forme libre : forme 11659">
                        <a:extLst>
                          <a:ext uri="{FF2B5EF4-FFF2-40B4-BE49-F238E27FC236}">
                            <a16:creationId xmlns:a16="http://schemas.microsoft.com/office/drawing/2014/main" id="{7DE71761-6CE0-4367-A978-4D0A1E1E7F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39179" y="2682523"/>
                        <a:ext cx="94915" cy="26180"/>
                      </a:xfrm>
                      <a:custGeom>
                        <a:avLst/>
                        <a:gdLst>
                          <a:gd name="connsiteX0" fmla="*/ 94876 w 94915"/>
                          <a:gd name="connsiteY0" fmla="*/ 18481 h 26180"/>
                          <a:gd name="connsiteX1" fmla="*/ 44775 w 94915"/>
                          <a:gd name="connsiteY1" fmla="*/ 25148 h 26180"/>
                          <a:gd name="connsiteX2" fmla="*/ 7 w 94915"/>
                          <a:gd name="connsiteY2" fmla="*/ 10194 h 26180"/>
                          <a:gd name="connsiteX3" fmla="*/ 46298 w 94915"/>
                          <a:gd name="connsiteY3" fmla="*/ 384 h 26180"/>
                          <a:gd name="connsiteX4" fmla="*/ 94876 w 94915"/>
                          <a:gd name="connsiteY4" fmla="*/ 18481 h 261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915" h="26180">
                            <a:moveTo>
                              <a:pt x="94876" y="18481"/>
                            </a:moveTo>
                            <a:cubicBezTo>
                              <a:pt x="93638" y="28006"/>
                              <a:pt x="56871" y="26577"/>
                              <a:pt x="44775" y="25148"/>
                            </a:cubicBezTo>
                            <a:cubicBezTo>
                              <a:pt x="32487" y="24863"/>
                              <a:pt x="579" y="21243"/>
                              <a:pt x="7" y="10194"/>
                            </a:cubicBezTo>
                            <a:cubicBezTo>
                              <a:pt x="-565" y="-855"/>
                              <a:pt x="34297" y="-474"/>
                              <a:pt x="46298" y="384"/>
                            </a:cubicBezTo>
                            <a:cubicBezTo>
                              <a:pt x="58205" y="2288"/>
                              <a:pt x="96305" y="8003"/>
                              <a:pt x="94876" y="1848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61" name="Forme libre : forme 11660">
                        <a:extLst>
                          <a:ext uri="{FF2B5EF4-FFF2-40B4-BE49-F238E27FC236}">
                            <a16:creationId xmlns:a16="http://schemas.microsoft.com/office/drawing/2014/main" id="{59284431-C053-4B5F-A557-1CC5CD004E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38498" y="2683573"/>
                        <a:ext cx="65838" cy="25013"/>
                      </a:xfrm>
                      <a:custGeom>
                        <a:avLst/>
                        <a:gdLst>
                          <a:gd name="connsiteX0" fmla="*/ 20976 w 65838"/>
                          <a:gd name="connsiteY0" fmla="*/ 0 h 25013"/>
                          <a:gd name="connsiteX1" fmla="*/ 212 w 65838"/>
                          <a:gd name="connsiteY1" fmla="*/ 9239 h 25013"/>
                          <a:gd name="connsiteX2" fmla="*/ 45931 w 65838"/>
                          <a:gd name="connsiteY2" fmla="*/ 24289 h 25013"/>
                          <a:gd name="connsiteX3" fmla="*/ 65839 w 65838"/>
                          <a:gd name="connsiteY3" fmla="*/ 24860 h 25013"/>
                          <a:gd name="connsiteX4" fmla="*/ 55266 w 65838"/>
                          <a:gd name="connsiteY4" fmla="*/ 22955 h 25013"/>
                          <a:gd name="connsiteX5" fmla="*/ 32597 w 65838"/>
                          <a:gd name="connsiteY5" fmla="*/ 14097 h 25013"/>
                          <a:gd name="connsiteX6" fmla="*/ 20976 w 65838"/>
                          <a:gd name="connsiteY6" fmla="*/ 0 h 25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5838" h="25013">
                            <a:moveTo>
                              <a:pt x="20976" y="0"/>
                            </a:moveTo>
                            <a:cubicBezTo>
                              <a:pt x="14785" y="1715"/>
                              <a:pt x="-2074" y="2286"/>
                              <a:pt x="212" y="9239"/>
                            </a:cubicBezTo>
                            <a:cubicBezTo>
                              <a:pt x="3926" y="20479"/>
                              <a:pt x="30501" y="23527"/>
                              <a:pt x="45931" y="24289"/>
                            </a:cubicBezTo>
                            <a:cubicBezTo>
                              <a:pt x="50408" y="24860"/>
                              <a:pt x="60600" y="25241"/>
                              <a:pt x="65839" y="24860"/>
                            </a:cubicBezTo>
                            <a:cubicBezTo>
                              <a:pt x="62886" y="24384"/>
                              <a:pt x="58028" y="23908"/>
                              <a:pt x="55266" y="22955"/>
                            </a:cubicBezTo>
                            <a:cubicBezTo>
                              <a:pt x="47646" y="20003"/>
                              <a:pt x="39264" y="17526"/>
                              <a:pt x="32597" y="14097"/>
                            </a:cubicBezTo>
                            <a:cubicBezTo>
                              <a:pt x="26120" y="10573"/>
                              <a:pt x="21262" y="6001"/>
                              <a:pt x="20976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62" name="Forme libre : forme 11661">
                        <a:extLst>
                          <a:ext uri="{FF2B5EF4-FFF2-40B4-BE49-F238E27FC236}">
                            <a16:creationId xmlns:a16="http://schemas.microsoft.com/office/drawing/2014/main" id="{38A42DA6-C554-4774-AAE7-1AB95F2B08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44108" y="2685728"/>
                        <a:ext cx="94999" cy="26219"/>
                      </a:xfrm>
                      <a:custGeom>
                        <a:avLst/>
                        <a:gdLst>
                          <a:gd name="connsiteX0" fmla="*/ 94614 w 94999"/>
                          <a:gd name="connsiteY0" fmla="*/ 18800 h 26219"/>
                          <a:gd name="connsiteX1" fmla="*/ 43941 w 94999"/>
                          <a:gd name="connsiteY1" fmla="*/ 25468 h 26219"/>
                          <a:gd name="connsiteX2" fmla="*/ 31 w 94999"/>
                          <a:gd name="connsiteY2" fmla="*/ 10037 h 26219"/>
                          <a:gd name="connsiteX3" fmla="*/ 45942 w 94999"/>
                          <a:gd name="connsiteY3" fmla="*/ 607 h 26219"/>
                          <a:gd name="connsiteX4" fmla="*/ 94614 w 94999"/>
                          <a:gd name="connsiteY4" fmla="*/ 18800 h 262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999" h="26219">
                            <a:moveTo>
                              <a:pt x="94614" y="18800"/>
                            </a:moveTo>
                            <a:cubicBezTo>
                              <a:pt x="90138" y="27277"/>
                              <a:pt x="57086" y="26801"/>
                              <a:pt x="43941" y="25468"/>
                            </a:cubicBezTo>
                            <a:cubicBezTo>
                              <a:pt x="30797" y="24706"/>
                              <a:pt x="1269" y="21467"/>
                              <a:pt x="31" y="10037"/>
                            </a:cubicBezTo>
                            <a:cubicBezTo>
                              <a:pt x="-1207" y="-1012"/>
                              <a:pt x="34893" y="-631"/>
                              <a:pt x="45942" y="607"/>
                            </a:cubicBezTo>
                            <a:cubicBezTo>
                              <a:pt x="56991" y="2036"/>
                              <a:pt x="99472" y="8323"/>
                              <a:pt x="94614" y="1880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63" name="Forme libre : forme 11662">
                        <a:extLst>
                          <a:ext uri="{FF2B5EF4-FFF2-40B4-BE49-F238E27FC236}">
                            <a16:creationId xmlns:a16="http://schemas.microsoft.com/office/drawing/2014/main" id="{257C6A8B-3A8C-4653-8A79-3856410F0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93955" y="2673595"/>
                        <a:ext cx="116947" cy="50897"/>
                      </a:xfrm>
                      <a:custGeom>
                        <a:avLst/>
                        <a:gdLst>
                          <a:gd name="connsiteX0" fmla="*/ 1034 w 116947"/>
                          <a:gd name="connsiteY0" fmla="*/ 21693 h 50897"/>
                          <a:gd name="connsiteX1" fmla="*/ 13703 w 116947"/>
                          <a:gd name="connsiteY1" fmla="*/ 33409 h 50897"/>
                          <a:gd name="connsiteX2" fmla="*/ 33324 w 116947"/>
                          <a:gd name="connsiteY2" fmla="*/ 42648 h 50897"/>
                          <a:gd name="connsiteX3" fmla="*/ 43802 w 116947"/>
                          <a:gd name="connsiteY3" fmla="*/ 45982 h 50897"/>
                          <a:gd name="connsiteX4" fmla="*/ 55899 w 116947"/>
                          <a:gd name="connsiteY4" fmla="*/ 49030 h 50897"/>
                          <a:gd name="connsiteX5" fmla="*/ 99713 w 116947"/>
                          <a:gd name="connsiteY5" fmla="*/ 49125 h 50897"/>
                          <a:gd name="connsiteX6" fmla="*/ 116763 w 116947"/>
                          <a:gd name="connsiteY6" fmla="*/ 37219 h 50897"/>
                          <a:gd name="connsiteX7" fmla="*/ 102952 w 116947"/>
                          <a:gd name="connsiteY7" fmla="*/ 29885 h 50897"/>
                          <a:gd name="connsiteX8" fmla="*/ 63614 w 116947"/>
                          <a:gd name="connsiteY8" fmla="*/ 13311 h 50897"/>
                          <a:gd name="connsiteX9" fmla="*/ 45230 w 116947"/>
                          <a:gd name="connsiteY9" fmla="*/ 3215 h 50897"/>
                          <a:gd name="connsiteX10" fmla="*/ 21990 w 116947"/>
                          <a:gd name="connsiteY10" fmla="*/ 452 h 50897"/>
                          <a:gd name="connsiteX11" fmla="*/ 1034 w 116947"/>
                          <a:gd name="connsiteY11" fmla="*/ 21693 h 508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16947" h="50897">
                            <a:moveTo>
                              <a:pt x="1034" y="21693"/>
                            </a:moveTo>
                            <a:cubicBezTo>
                              <a:pt x="3987" y="27884"/>
                              <a:pt x="6559" y="29694"/>
                              <a:pt x="13703" y="33409"/>
                            </a:cubicBezTo>
                            <a:cubicBezTo>
                              <a:pt x="20561" y="36933"/>
                              <a:pt x="26657" y="40172"/>
                              <a:pt x="33324" y="42648"/>
                            </a:cubicBezTo>
                            <a:cubicBezTo>
                              <a:pt x="36658" y="43886"/>
                              <a:pt x="40087" y="45030"/>
                              <a:pt x="43802" y="45982"/>
                            </a:cubicBezTo>
                            <a:cubicBezTo>
                              <a:pt x="47517" y="47125"/>
                              <a:pt x="51517" y="48268"/>
                              <a:pt x="55899" y="49030"/>
                            </a:cubicBezTo>
                            <a:cubicBezTo>
                              <a:pt x="70567" y="52173"/>
                              <a:pt x="87141" y="50744"/>
                              <a:pt x="99713" y="49125"/>
                            </a:cubicBezTo>
                            <a:cubicBezTo>
                              <a:pt x="109048" y="47506"/>
                              <a:pt x="118383" y="43506"/>
                              <a:pt x="116763" y="37219"/>
                            </a:cubicBezTo>
                            <a:cubicBezTo>
                              <a:pt x="115716" y="33314"/>
                              <a:pt x="108572" y="32171"/>
                              <a:pt x="102952" y="29885"/>
                            </a:cubicBezTo>
                            <a:cubicBezTo>
                              <a:pt x="89808" y="23789"/>
                              <a:pt x="76758" y="20836"/>
                              <a:pt x="63614" y="13311"/>
                            </a:cubicBezTo>
                            <a:cubicBezTo>
                              <a:pt x="57994" y="10168"/>
                              <a:pt x="52088" y="6263"/>
                              <a:pt x="45230" y="3215"/>
                            </a:cubicBezTo>
                            <a:cubicBezTo>
                              <a:pt x="38468" y="643"/>
                              <a:pt x="30753" y="-786"/>
                              <a:pt x="21990" y="452"/>
                            </a:cubicBezTo>
                            <a:cubicBezTo>
                              <a:pt x="6178" y="2739"/>
                              <a:pt x="-3252" y="13121"/>
                              <a:pt x="1034" y="2169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64" name="Forme libre : forme 11663">
                        <a:extLst>
                          <a:ext uri="{FF2B5EF4-FFF2-40B4-BE49-F238E27FC236}">
                            <a16:creationId xmlns:a16="http://schemas.microsoft.com/office/drawing/2014/main" id="{7EAC9F4F-AB7F-4C0F-92E2-B34FD66CBA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17638" y="2673272"/>
                        <a:ext cx="39765" cy="12537"/>
                      </a:xfrm>
                      <a:custGeom>
                        <a:avLst/>
                        <a:gdLst>
                          <a:gd name="connsiteX0" fmla="*/ 3736 w 39765"/>
                          <a:gd name="connsiteY0" fmla="*/ 7348 h 12537"/>
                          <a:gd name="connsiteX1" fmla="*/ 116 w 39765"/>
                          <a:gd name="connsiteY1" fmla="*/ 10110 h 12537"/>
                          <a:gd name="connsiteX2" fmla="*/ 3164 w 39765"/>
                          <a:gd name="connsiteY2" fmla="*/ 12396 h 12537"/>
                          <a:gd name="connsiteX3" fmla="*/ 10403 w 39765"/>
                          <a:gd name="connsiteY3" fmla="*/ 12206 h 12537"/>
                          <a:gd name="connsiteX4" fmla="*/ 28025 w 39765"/>
                          <a:gd name="connsiteY4" fmla="*/ 9920 h 12537"/>
                          <a:gd name="connsiteX5" fmla="*/ 34311 w 39765"/>
                          <a:gd name="connsiteY5" fmla="*/ 8586 h 12537"/>
                          <a:gd name="connsiteX6" fmla="*/ 30596 w 39765"/>
                          <a:gd name="connsiteY6" fmla="*/ 14 h 12537"/>
                          <a:gd name="connsiteX7" fmla="*/ 3736 w 39765"/>
                          <a:gd name="connsiteY7" fmla="*/ 7348 h 125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765" h="12537">
                            <a:moveTo>
                              <a:pt x="3736" y="7348"/>
                            </a:moveTo>
                            <a:cubicBezTo>
                              <a:pt x="1926" y="8205"/>
                              <a:pt x="688" y="8872"/>
                              <a:pt x="116" y="10110"/>
                            </a:cubicBezTo>
                            <a:cubicBezTo>
                              <a:pt x="-455" y="11349"/>
                              <a:pt x="1164" y="12110"/>
                              <a:pt x="3164" y="12396"/>
                            </a:cubicBezTo>
                            <a:cubicBezTo>
                              <a:pt x="5165" y="12682"/>
                              <a:pt x="8117" y="12492"/>
                              <a:pt x="10403" y="12206"/>
                            </a:cubicBezTo>
                            <a:cubicBezTo>
                              <a:pt x="16118" y="11444"/>
                              <a:pt x="22119" y="10682"/>
                              <a:pt x="28025" y="9920"/>
                            </a:cubicBezTo>
                            <a:cubicBezTo>
                              <a:pt x="30311" y="9539"/>
                              <a:pt x="32501" y="9348"/>
                              <a:pt x="34311" y="8586"/>
                            </a:cubicBezTo>
                            <a:cubicBezTo>
                              <a:pt x="42026" y="5538"/>
                              <a:pt x="42217" y="-177"/>
                              <a:pt x="30596" y="14"/>
                            </a:cubicBezTo>
                            <a:cubicBezTo>
                              <a:pt x="21547" y="-272"/>
                              <a:pt x="10975" y="3919"/>
                              <a:pt x="3736" y="734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65" name="Forme libre : forme 11664">
                        <a:extLst>
                          <a:ext uri="{FF2B5EF4-FFF2-40B4-BE49-F238E27FC236}">
                            <a16:creationId xmlns:a16="http://schemas.microsoft.com/office/drawing/2014/main" id="{9DBF9E97-F7FB-44FA-8AA8-9D281E133E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04813" y="2713291"/>
                        <a:ext cx="61055" cy="18669"/>
                      </a:xfrm>
                      <a:custGeom>
                        <a:avLst/>
                        <a:gdLst>
                          <a:gd name="connsiteX0" fmla="*/ 61055 w 61055"/>
                          <a:gd name="connsiteY0" fmla="*/ 0 h 18669"/>
                          <a:gd name="connsiteX1" fmla="*/ 0 w 61055"/>
                          <a:gd name="connsiteY1" fmla="*/ 18669 h 18669"/>
                          <a:gd name="connsiteX2" fmla="*/ 61055 w 61055"/>
                          <a:gd name="connsiteY2" fmla="*/ 0 h 186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1055" h="18669">
                            <a:moveTo>
                              <a:pt x="61055" y="0"/>
                            </a:moveTo>
                            <a:cubicBezTo>
                              <a:pt x="49530" y="12287"/>
                              <a:pt x="19145" y="14478"/>
                              <a:pt x="0" y="18669"/>
                            </a:cubicBezTo>
                            <a:cubicBezTo>
                              <a:pt x="20765" y="14288"/>
                              <a:pt x="43720" y="7525"/>
                              <a:pt x="6105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66" name="Forme libre : forme 11665">
                        <a:extLst>
                          <a:ext uri="{FF2B5EF4-FFF2-40B4-BE49-F238E27FC236}">
                            <a16:creationId xmlns:a16="http://schemas.microsoft.com/office/drawing/2014/main" id="{7978DB28-EBAB-4273-8D90-B97F97ED26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72797" y="2656617"/>
                        <a:ext cx="68579" cy="28956"/>
                      </a:xfrm>
                      <a:custGeom>
                        <a:avLst/>
                        <a:gdLst>
                          <a:gd name="connsiteX0" fmla="*/ 68580 w 68579"/>
                          <a:gd name="connsiteY0" fmla="*/ 0 h 28956"/>
                          <a:gd name="connsiteX1" fmla="*/ 0 w 68579"/>
                          <a:gd name="connsiteY1" fmla="*/ 28956 h 28956"/>
                          <a:gd name="connsiteX2" fmla="*/ 68580 w 68579"/>
                          <a:gd name="connsiteY2" fmla="*/ 0 h 28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579" h="28956">
                            <a:moveTo>
                              <a:pt x="68580" y="0"/>
                            </a:moveTo>
                            <a:cubicBezTo>
                              <a:pt x="40291" y="2572"/>
                              <a:pt x="16192" y="14288"/>
                              <a:pt x="0" y="28956"/>
                            </a:cubicBezTo>
                            <a:cubicBezTo>
                              <a:pt x="14478" y="14383"/>
                              <a:pt x="44672" y="5334"/>
                              <a:pt x="6858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67" name="Forme libre : forme 11666">
                        <a:extLst>
                          <a:ext uri="{FF2B5EF4-FFF2-40B4-BE49-F238E27FC236}">
                            <a16:creationId xmlns:a16="http://schemas.microsoft.com/office/drawing/2014/main" id="{62B89D9D-52B1-4300-9199-433950E223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77905" y="2685507"/>
                        <a:ext cx="35190" cy="11211"/>
                      </a:xfrm>
                      <a:custGeom>
                        <a:avLst/>
                        <a:gdLst>
                          <a:gd name="connsiteX0" fmla="*/ 34814 w 35190"/>
                          <a:gd name="connsiteY0" fmla="*/ 9782 h 11211"/>
                          <a:gd name="connsiteX1" fmla="*/ 13955 w 35190"/>
                          <a:gd name="connsiteY1" fmla="*/ 8924 h 11211"/>
                          <a:gd name="connsiteX2" fmla="*/ 429 w 35190"/>
                          <a:gd name="connsiteY2" fmla="*/ 1876 h 11211"/>
                          <a:gd name="connsiteX3" fmla="*/ 20241 w 35190"/>
                          <a:gd name="connsiteY3" fmla="*/ 2257 h 11211"/>
                          <a:gd name="connsiteX4" fmla="*/ 34814 w 35190"/>
                          <a:gd name="connsiteY4" fmla="*/ 9782 h 112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190" h="11211">
                            <a:moveTo>
                              <a:pt x="34814" y="9782"/>
                            </a:moveTo>
                            <a:cubicBezTo>
                              <a:pt x="32052" y="13020"/>
                              <a:pt x="18241" y="9877"/>
                              <a:pt x="13955" y="8924"/>
                            </a:cubicBezTo>
                            <a:cubicBezTo>
                              <a:pt x="9764" y="7591"/>
                              <a:pt x="-2428" y="5400"/>
                              <a:pt x="429" y="1876"/>
                            </a:cubicBezTo>
                            <a:cubicBezTo>
                              <a:pt x="3287" y="-2029"/>
                              <a:pt x="16241" y="1209"/>
                              <a:pt x="20241" y="2257"/>
                            </a:cubicBezTo>
                            <a:cubicBezTo>
                              <a:pt x="24337" y="3305"/>
                              <a:pt x="37577" y="6543"/>
                              <a:pt x="34814" y="978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68" name="Forme libre : forme 11667">
                        <a:extLst>
                          <a:ext uri="{FF2B5EF4-FFF2-40B4-BE49-F238E27FC236}">
                            <a16:creationId xmlns:a16="http://schemas.microsoft.com/office/drawing/2014/main" id="{5BECA87E-71C3-4ABD-BCC6-8030209CAC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08329" y="2692610"/>
                        <a:ext cx="10017" cy="3643"/>
                      </a:xfrm>
                      <a:custGeom>
                        <a:avLst/>
                        <a:gdLst>
                          <a:gd name="connsiteX0" fmla="*/ 10010 w 10017"/>
                          <a:gd name="connsiteY0" fmla="*/ 2393 h 3643"/>
                          <a:gd name="connsiteX1" fmla="*/ 5247 w 10017"/>
                          <a:gd name="connsiteY1" fmla="*/ 3536 h 3643"/>
                          <a:gd name="connsiteX2" fmla="*/ 8 w 10017"/>
                          <a:gd name="connsiteY2" fmla="*/ 1250 h 3643"/>
                          <a:gd name="connsiteX3" fmla="*/ 4675 w 10017"/>
                          <a:gd name="connsiteY3" fmla="*/ 107 h 3643"/>
                          <a:gd name="connsiteX4" fmla="*/ 10010 w 10017"/>
                          <a:gd name="connsiteY4" fmla="*/ 2393 h 36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17" h="3643">
                            <a:moveTo>
                              <a:pt x="10010" y="2393"/>
                            </a:moveTo>
                            <a:cubicBezTo>
                              <a:pt x="10200" y="3822"/>
                              <a:pt x="6866" y="3727"/>
                              <a:pt x="5247" y="3536"/>
                            </a:cubicBezTo>
                            <a:cubicBezTo>
                              <a:pt x="3532" y="3346"/>
                              <a:pt x="199" y="2679"/>
                              <a:pt x="8" y="1250"/>
                            </a:cubicBezTo>
                            <a:cubicBezTo>
                              <a:pt x="-182" y="-178"/>
                              <a:pt x="2961" y="-83"/>
                              <a:pt x="4675" y="107"/>
                            </a:cubicBezTo>
                            <a:cubicBezTo>
                              <a:pt x="6390" y="298"/>
                              <a:pt x="9819" y="964"/>
                              <a:pt x="10010" y="239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69" name="Forme libre : forme 11668">
                        <a:extLst>
                          <a:ext uri="{FF2B5EF4-FFF2-40B4-BE49-F238E27FC236}">
                            <a16:creationId xmlns:a16="http://schemas.microsoft.com/office/drawing/2014/main" id="{58649F9B-D782-4948-8907-ED8ACCD52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78887" y="2662634"/>
                        <a:ext cx="84789" cy="45595"/>
                      </a:xfrm>
                      <a:custGeom>
                        <a:avLst/>
                        <a:gdLst>
                          <a:gd name="connsiteX0" fmla="*/ 66217 w 84789"/>
                          <a:gd name="connsiteY0" fmla="*/ 22082 h 45595"/>
                          <a:gd name="connsiteX1" fmla="*/ 84505 w 84789"/>
                          <a:gd name="connsiteY1" fmla="*/ 41037 h 45595"/>
                          <a:gd name="connsiteX2" fmla="*/ 77266 w 84789"/>
                          <a:gd name="connsiteY2" fmla="*/ 45418 h 45595"/>
                          <a:gd name="connsiteX3" fmla="*/ 67741 w 84789"/>
                          <a:gd name="connsiteY3" fmla="*/ 39894 h 45595"/>
                          <a:gd name="connsiteX4" fmla="*/ 54405 w 84789"/>
                          <a:gd name="connsiteY4" fmla="*/ 29797 h 45595"/>
                          <a:gd name="connsiteX5" fmla="*/ 38880 w 84789"/>
                          <a:gd name="connsiteY5" fmla="*/ 21987 h 45595"/>
                          <a:gd name="connsiteX6" fmla="*/ 14686 w 84789"/>
                          <a:gd name="connsiteY6" fmla="*/ 13700 h 45595"/>
                          <a:gd name="connsiteX7" fmla="*/ 970 w 84789"/>
                          <a:gd name="connsiteY7" fmla="*/ 3318 h 45595"/>
                          <a:gd name="connsiteX8" fmla="*/ 47262 w 84789"/>
                          <a:gd name="connsiteY8" fmla="*/ 7794 h 45595"/>
                          <a:gd name="connsiteX9" fmla="*/ 66217 w 84789"/>
                          <a:gd name="connsiteY9" fmla="*/ 22082 h 455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4789" h="45595">
                            <a:moveTo>
                              <a:pt x="66217" y="22082"/>
                            </a:moveTo>
                            <a:cubicBezTo>
                              <a:pt x="74694" y="28654"/>
                              <a:pt x="80694" y="33321"/>
                              <a:pt x="84505" y="41037"/>
                            </a:cubicBezTo>
                            <a:cubicBezTo>
                              <a:pt x="85933" y="43894"/>
                              <a:pt x="81742" y="46275"/>
                              <a:pt x="77266" y="45418"/>
                            </a:cubicBezTo>
                            <a:cubicBezTo>
                              <a:pt x="72789" y="44561"/>
                              <a:pt x="70408" y="42275"/>
                              <a:pt x="67741" y="39894"/>
                            </a:cubicBezTo>
                            <a:cubicBezTo>
                              <a:pt x="63645" y="36274"/>
                              <a:pt x="59168" y="32940"/>
                              <a:pt x="54405" y="29797"/>
                            </a:cubicBezTo>
                            <a:cubicBezTo>
                              <a:pt x="49548" y="27035"/>
                              <a:pt x="44404" y="24558"/>
                              <a:pt x="38880" y="21987"/>
                            </a:cubicBezTo>
                            <a:cubicBezTo>
                              <a:pt x="35451" y="20367"/>
                              <a:pt x="24211" y="17319"/>
                              <a:pt x="14686" y="13700"/>
                            </a:cubicBezTo>
                            <a:cubicBezTo>
                              <a:pt x="5161" y="9890"/>
                              <a:pt x="-2840" y="7223"/>
                              <a:pt x="970" y="3318"/>
                            </a:cubicBezTo>
                            <a:cubicBezTo>
                              <a:pt x="8590" y="-4684"/>
                              <a:pt x="37927" y="3794"/>
                              <a:pt x="47262" y="7794"/>
                            </a:cubicBezTo>
                            <a:cubicBezTo>
                              <a:pt x="56787" y="11890"/>
                              <a:pt x="59835" y="17129"/>
                              <a:pt x="66217" y="2208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25" name="Graphique 1">
                      <a:extLst>
                        <a:ext uri="{FF2B5EF4-FFF2-40B4-BE49-F238E27FC236}">
                          <a16:creationId xmlns:a16="http://schemas.microsoft.com/office/drawing/2014/main" id="{04C78BF4-3A30-4C25-9F53-21A08E0994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72385" y="2690512"/>
                      <a:ext cx="185240" cy="119060"/>
                      <a:chOff x="1972385" y="2690512"/>
                      <a:chExt cx="185240" cy="119060"/>
                    </a:xfrm>
                    <a:solidFill>
                      <a:schemeClr val="accent1"/>
                    </a:solidFill>
                  </p:grpSpPr>
                  <p:sp>
                    <p:nvSpPr>
                      <p:cNvPr id="11646" name="Forme libre : forme 11645">
                        <a:extLst>
                          <a:ext uri="{FF2B5EF4-FFF2-40B4-BE49-F238E27FC236}">
                            <a16:creationId xmlns:a16="http://schemas.microsoft.com/office/drawing/2014/main" id="{5F0CCF14-2E6E-465A-9888-B304FCCF55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72385" y="2690512"/>
                        <a:ext cx="185240" cy="119060"/>
                      </a:xfrm>
                      <a:custGeom>
                        <a:avLst/>
                        <a:gdLst>
                          <a:gd name="connsiteX0" fmla="*/ 108260 w 185240"/>
                          <a:gd name="connsiteY0" fmla="*/ 104980 h 119060"/>
                          <a:gd name="connsiteX1" fmla="*/ 80066 w 185240"/>
                          <a:gd name="connsiteY1" fmla="*/ 90217 h 119060"/>
                          <a:gd name="connsiteX2" fmla="*/ 64350 w 185240"/>
                          <a:gd name="connsiteY2" fmla="*/ 82120 h 119060"/>
                          <a:gd name="connsiteX3" fmla="*/ 51110 w 185240"/>
                          <a:gd name="connsiteY3" fmla="*/ 76024 h 119060"/>
                          <a:gd name="connsiteX4" fmla="*/ 33965 w 185240"/>
                          <a:gd name="connsiteY4" fmla="*/ 65451 h 119060"/>
                          <a:gd name="connsiteX5" fmla="*/ 20725 w 185240"/>
                          <a:gd name="connsiteY5" fmla="*/ 54974 h 119060"/>
                          <a:gd name="connsiteX6" fmla="*/ 1771 w 185240"/>
                          <a:gd name="connsiteY6" fmla="*/ 28114 h 119060"/>
                          <a:gd name="connsiteX7" fmla="*/ 8438 w 185240"/>
                          <a:gd name="connsiteY7" fmla="*/ 7635 h 119060"/>
                          <a:gd name="connsiteX8" fmla="*/ 41966 w 185240"/>
                          <a:gd name="connsiteY8" fmla="*/ 110 h 119060"/>
                          <a:gd name="connsiteX9" fmla="*/ 61207 w 185240"/>
                          <a:gd name="connsiteY9" fmla="*/ 1158 h 119060"/>
                          <a:gd name="connsiteX10" fmla="*/ 82543 w 185240"/>
                          <a:gd name="connsiteY10" fmla="*/ 7444 h 119060"/>
                          <a:gd name="connsiteX11" fmla="*/ 114261 w 185240"/>
                          <a:gd name="connsiteY11" fmla="*/ 21636 h 119060"/>
                          <a:gd name="connsiteX12" fmla="*/ 144741 w 185240"/>
                          <a:gd name="connsiteY12" fmla="*/ 39067 h 119060"/>
                          <a:gd name="connsiteX13" fmla="*/ 173602 w 185240"/>
                          <a:gd name="connsiteY13" fmla="*/ 67928 h 119060"/>
                          <a:gd name="connsiteX14" fmla="*/ 184936 w 185240"/>
                          <a:gd name="connsiteY14" fmla="*/ 99646 h 119060"/>
                          <a:gd name="connsiteX15" fmla="*/ 174364 w 185240"/>
                          <a:gd name="connsiteY15" fmla="*/ 117839 h 119060"/>
                          <a:gd name="connsiteX16" fmla="*/ 108260 w 185240"/>
                          <a:gd name="connsiteY16" fmla="*/ 104980 h 119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85240" h="119060">
                            <a:moveTo>
                              <a:pt x="108260" y="104980"/>
                            </a:moveTo>
                            <a:cubicBezTo>
                              <a:pt x="101783" y="100980"/>
                              <a:pt x="90829" y="95836"/>
                              <a:pt x="80066" y="90217"/>
                            </a:cubicBezTo>
                            <a:cubicBezTo>
                              <a:pt x="74637" y="87550"/>
                              <a:pt x="69493" y="84216"/>
                              <a:pt x="64350" y="82120"/>
                            </a:cubicBezTo>
                            <a:cubicBezTo>
                              <a:pt x="59302" y="79929"/>
                              <a:pt x="54730" y="77739"/>
                              <a:pt x="51110" y="76024"/>
                            </a:cubicBezTo>
                            <a:cubicBezTo>
                              <a:pt x="44443" y="72691"/>
                              <a:pt x="38823" y="69166"/>
                              <a:pt x="33965" y="65451"/>
                            </a:cubicBezTo>
                            <a:cubicBezTo>
                              <a:pt x="28917" y="62213"/>
                              <a:pt x="24535" y="58784"/>
                              <a:pt x="20725" y="54974"/>
                            </a:cubicBezTo>
                            <a:cubicBezTo>
                              <a:pt x="13105" y="47354"/>
                              <a:pt x="7486" y="38400"/>
                              <a:pt x="1771" y="28114"/>
                            </a:cubicBezTo>
                            <a:cubicBezTo>
                              <a:pt x="-2325" y="21541"/>
                              <a:pt x="1009" y="10968"/>
                              <a:pt x="8438" y="7635"/>
                            </a:cubicBezTo>
                            <a:cubicBezTo>
                              <a:pt x="19011" y="3444"/>
                              <a:pt x="29774" y="682"/>
                              <a:pt x="41966" y="110"/>
                            </a:cubicBezTo>
                            <a:cubicBezTo>
                              <a:pt x="47967" y="-81"/>
                              <a:pt x="54539" y="-176"/>
                              <a:pt x="61207" y="1158"/>
                            </a:cubicBezTo>
                            <a:cubicBezTo>
                              <a:pt x="67874" y="2586"/>
                              <a:pt x="74923" y="4587"/>
                              <a:pt x="82543" y="7444"/>
                            </a:cubicBezTo>
                            <a:cubicBezTo>
                              <a:pt x="90734" y="10397"/>
                              <a:pt x="102926" y="15064"/>
                              <a:pt x="114261" y="21636"/>
                            </a:cubicBezTo>
                            <a:cubicBezTo>
                              <a:pt x="125691" y="28018"/>
                              <a:pt x="137693" y="33638"/>
                              <a:pt x="144741" y="39067"/>
                            </a:cubicBezTo>
                            <a:cubicBezTo>
                              <a:pt x="158362" y="48687"/>
                              <a:pt x="167887" y="57641"/>
                              <a:pt x="173602" y="67928"/>
                            </a:cubicBezTo>
                            <a:cubicBezTo>
                              <a:pt x="179412" y="78215"/>
                              <a:pt x="182651" y="88597"/>
                              <a:pt x="184936" y="99646"/>
                            </a:cubicBezTo>
                            <a:cubicBezTo>
                              <a:pt x="186556" y="107266"/>
                              <a:pt x="181507" y="116982"/>
                              <a:pt x="174364" y="117839"/>
                            </a:cubicBezTo>
                            <a:cubicBezTo>
                              <a:pt x="152647" y="121173"/>
                              <a:pt x="133597" y="117934"/>
                              <a:pt x="108260" y="10498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47" name="Forme libre : forme 11646">
                        <a:extLst>
                          <a:ext uri="{FF2B5EF4-FFF2-40B4-BE49-F238E27FC236}">
                            <a16:creationId xmlns:a16="http://schemas.microsoft.com/office/drawing/2014/main" id="{E53AFE8F-3483-4B33-8141-5C9FE3074E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72477" y="2709005"/>
                        <a:ext cx="174843" cy="100134"/>
                      </a:xfrm>
                      <a:custGeom>
                        <a:avLst/>
                        <a:gdLst>
                          <a:gd name="connsiteX0" fmla="*/ 71307 w 174843"/>
                          <a:gd name="connsiteY0" fmla="*/ 36671 h 100134"/>
                          <a:gd name="connsiteX1" fmla="*/ 51875 w 174843"/>
                          <a:gd name="connsiteY1" fmla="*/ 29051 h 100134"/>
                          <a:gd name="connsiteX2" fmla="*/ 42446 w 174843"/>
                          <a:gd name="connsiteY2" fmla="*/ 24670 h 100134"/>
                          <a:gd name="connsiteX3" fmla="*/ 32921 w 174843"/>
                          <a:gd name="connsiteY3" fmla="*/ 20764 h 100134"/>
                          <a:gd name="connsiteX4" fmla="*/ 250 w 174843"/>
                          <a:gd name="connsiteY4" fmla="*/ 0 h 100134"/>
                          <a:gd name="connsiteX5" fmla="*/ 1679 w 174843"/>
                          <a:gd name="connsiteY5" fmla="*/ 9335 h 100134"/>
                          <a:gd name="connsiteX6" fmla="*/ 7679 w 174843"/>
                          <a:gd name="connsiteY6" fmla="*/ 19431 h 100134"/>
                          <a:gd name="connsiteX7" fmla="*/ 29492 w 174843"/>
                          <a:gd name="connsiteY7" fmla="*/ 43624 h 100134"/>
                          <a:gd name="connsiteX8" fmla="*/ 51018 w 174843"/>
                          <a:gd name="connsiteY8" fmla="*/ 57245 h 100134"/>
                          <a:gd name="connsiteX9" fmla="*/ 60353 w 174843"/>
                          <a:gd name="connsiteY9" fmla="*/ 61627 h 100134"/>
                          <a:gd name="connsiteX10" fmla="*/ 82927 w 174843"/>
                          <a:gd name="connsiteY10" fmla="*/ 72962 h 100134"/>
                          <a:gd name="connsiteX11" fmla="*/ 104072 w 174843"/>
                          <a:gd name="connsiteY11" fmla="*/ 83915 h 100134"/>
                          <a:gd name="connsiteX12" fmla="*/ 108168 w 174843"/>
                          <a:gd name="connsiteY12" fmla="*/ 86201 h 100134"/>
                          <a:gd name="connsiteX13" fmla="*/ 133314 w 174843"/>
                          <a:gd name="connsiteY13" fmla="*/ 96298 h 100134"/>
                          <a:gd name="connsiteX14" fmla="*/ 164270 w 174843"/>
                          <a:gd name="connsiteY14" fmla="*/ 100013 h 100134"/>
                          <a:gd name="connsiteX15" fmla="*/ 174462 w 174843"/>
                          <a:gd name="connsiteY15" fmla="*/ 98965 h 100134"/>
                          <a:gd name="connsiteX16" fmla="*/ 174843 w 174843"/>
                          <a:gd name="connsiteY16" fmla="*/ 98870 h 100134"/>
                          <a:gd name="connsiteX17" fmla="*/ 71307 w 174843"/>
                          <a:gd name="connsiteY17" fmla="*/ 36671 h 100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74843" h="100134">
                            <a:moveTo>
                              <a:pt x="71307" y="36671"/>
                            </a:moveTo>
                            <a:cubicBezTo>
                              <a:pt x="64829" y="34385"/>
                              <a:pt x="58257" y="31813"/>
                              <a:pt x="51875" y="29051"/>
                            </a:cubicBezTo>
                            <a:cubicBezTo>
                              <a:pt x="48637" y="27622"/>
                              <a:pt x="45494" y="26194"/>
                              <a:pt x="42446" y="24670"/>
                            </a:cubicBezTo>
                            <a:cubicBezTo>
                              <a:pt x="39207" y="23431"/>
                              <a:pt x="36064" y="22193"/>
                              <a:pt x="32921" y="20764"/>
                            </a:cubicBezTo>
                            <a:cubicBezTo>
                              <a:pt x="20443" y="15430"/>
                              <a:pt x="9394" y="8001"/>
                              <a:pt x="250" y="0"/>
                            </a:cubicBezTo>
                            <a:cubicBezTo>
                              <a:pt x="-322" y="3238"/>
                              <a:pt x="59" y="6572"/>
                              <a:pt x="1679" y="9335"/>
                            </a:cubicBezTo>
                            <a:cubicBezTo>
                              <a:pt x="3679" y="12859"/>
                              <a:pt x="5584" y="16288"/>
                              <a:pt x="7679" y="19431"/>
                            </a:cubicBezTo>
                            <a:cubicBezTo>
                              <a:pt x="13585" y="28670"/>
                              <a:pt x="20157" y="36766"/>
                              <a:pt x="29492" y="43624"/>
                            </a:cubicBezTo>
                            <a:cubicBezTo>
                              <a:pt x="35683" y="47720"/>
                              <a:pt x="42255" y="53149"/>
                              <a:pt x="51018" y="57245"/>
                            </a:cubicBezTo>
                            <a:cubicBezTo>
                              <a:pt x="53685" y="58579"/>
                              <a:pt x="56828" y="60007"/>
                              <a:pt x="60353" y="61627"/>
                            </a:cubicBezTo>
                            <a:cubicBezTo>
                              <a:pt x="67401" y="64389"/>
                              <a:pt x="75116" y="69056"/>
                              <a:pt x="82927" y="72962"/>
                            </a:cubicBezTo>
                            <a:cubicBezTo>
                              <a:pt x="90547" y="77153"/>
                              <a:pt x="98453" y="80296"/>
                              <a:pt x="104072" y="83915"/>
                            </a:cubicBezTo>
                            <a:cubicBezTo>
                              <a:pt x="105596" y="84772"/>
                              <a:pt x="106930" y="85535"/>
                              <a:pt x="108168" y="86201"/>
                            </a:cubicBezTo>
                            <a:cubicBezTo>
                              <a:pt x="117027" y="91059"/>
                              <a:pt x="125409" y="94202"/>
                              <a:pt x="133314" y="96298"/>
                            </a:cubicBezTo>
                            <a:cubicBezTo>
                              <a:pt x="143887" y="99631"/>
                              <a:pt x="153984" y="100489"/>
                              <a:pt x="164270" y="100013"/>
                            </a:cubicBezTo>
                            <a:cubicBezTo>
                              <a:pt x="167604" y="99822"/>
                              <a:pt x="171033" y="99441"/>
                              <a:pt x="174462" y="98965"/>
                            </a:cubicBezTo>
                            <a:lnTo>
                              <a:pt x="174843" y="98870"/>
                            </a:lnTo>
                            <a:cubicBezTo>
                              <a:pt x="143506" y="73533"/>
                              <a:pt x="107978" y="51054"/>
                              <a:pt x="71307" y="3667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48" name="Forme libre : forme 11647">
                        <a:extLst>
                          <a:ext uri="{FF2B5EF4-FFF2-40B4-BE49-F238E27FC236}">
                            <a16:creationId xmlns:a16="http://schemas.microsoft.com/office/drawing/2014/main" id="{1AF44BF7-4F09-4128-BD18-7A55C35144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39404" y="2729375"/>
                        <a:ext cx="84082" cy="52670"/>
                      </a:xfrm>
                      <a:custGeom>
                        <a:avLst/>
                        <a:gdLst>
                          <a:gd name="connsiteX0" fmla="*/ 83437 w 84082"/>
                          <a:gd name="connsiteY0" fmla="*/ 50400 h 52670"/>
                          <a:gd name="connsiteX1" fmla="*/ 61243 w 84082"/>
                          <a:gd name="connsiteY1" fmla="*/ 48210 h 52670"/>
                          <a:gd name="connsiteX2" fmla="*/ 46575 w 84082"/>
                          <a:gd name="connsiteY2" fmla="*/ 41161 h 52670"/>
                          <a:gd name="connsiteX3" fmla="*/ 35050 w 84082"/>
                          <a:gd name="connsiteY3" fmla="*/ 35637 h 52670"/>
                          <a:gd name="connsiteX4" fmla="*/ 12571 w 84082"/>
                          <a:gd name="connsiteY4" fmla="*/ 20873 h 52670"/>
                          <a:gd name="connsiteX5" fmla="*/ 379 w 84082"/>
                          <a:gd name="connsiteY5" fmla="*/ 3918 h 52670"/>
                          <a:gd name="connsiteX6" fmla="*/ 21429 w 84082"/>
                          <a:gd name="connsiteY6" fmla="*/ 1918 h 52670"/>
                          <a:gd name="connsiteX7" fmla="*/ 46766 w 84082"/>
                          <a:gd name="connsiteY7" fmla="*/ 13634 h 52670"/>
                          <a:gd name="connsiteX8" fmla="*/ 57910 w 84082"/>
                          <a:gd name="connsiteY8" fmla="*/ 20301 h 52670"/>
                          <a:gd name="connsiteX9" fmla="*/ 71150 w 84082"/>
                          <a:gd name="connsiteY9" fmla="*/ 30874 h 52670"/>
                          <a:gd name="connsiteX10" fmla="*/ 83437 w 84082"/>
                          <a:gd name="connsiteY10" fmla="*/ 50400 h 52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4082" h="52670">
                            <a:moveTo>
                              <a:pt x="83437" y="50400"/>
                            </a:moveTo>
                            <a:cubicBezTo>
                              <a:pt x="80675" y="54687"/>
                              <a:pt x="71245" y="52306"/>
                              <a:pt x="61243" y="48210"/>
                            </a:cubicBezTo>
                            <a:cubicBezTo>
                              <a:pt x="56291" y="46114"/>
                              <a:pt x="51147" y="43638"/>
                              <a:pt x="46575" y="41161"/>
                            </a:cubicBezTo>
                            <a:cubicBezTo>
                              <a:pt x="42003" y="38875"/>
                              <a:pt x="37717" y="37065"/>
                              <a:pt x="35050" y="35637"/>
                            </a:cubicBezTo>
                            <a:cubicBezTo>
                              <a:pt x="29621" y="32874"/>
                              <a:pt x="20191" y="27159"/>
                              <a:pt x="12571" y="20873"/>
                            </a:cubicBezTo>
                            <a:cubicBezTo>
                              <a:pt x="4570" y="15348"/>
                              <a:pt x="-1621" y="9157"/>
                              <a:pt x="379" y="3918"/>
                            </a:cubicBezTo>
                            <a:cubicBezTo>
                              <a:pt x="2379" y="-1225"/>
                              <a:pt x="11428" y="-653"/>
                              <a:pt x="21429" y="1918"/>
                            </a:cubicBezTo>
                            <a:cubicBezTo>
                              <a:pt x="31049" y="5252"/>
                              <a:pt x="41527" y="10681"/>
                              <a:pt x="46766" y="13634"/>
                            </a:cubicBezTo>
                            <a:cubicBezTo>
                              <a:pt x="49337" y="15158"/>
                              <a:pt x="53433" y="17444"/>
                              <a:pt x="57910" y="20301"/>
                            </a:cubicBezTo>
                            <a:cubicBezTo>
                              <a:pt x="62196" y="23445"/>
                              <a:pt x="66959" y="27159"/>
                              <a:pt x="71150" y="30874"/>
                            </a:cubicBezTo>
                            <a:cubicBezTo>
                              <a:pt x="79722" y="38494"/>
                              <a:pt x="86199" y="46114"/>
                              <a:pt x="83437" y="5040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49" name="Forme libre : forme 11648">
                        <a:extLst>
                          <a:ext uri="{FF2B5EF4-FFF2-40B4-BE49-F238E27FC236}">
                            <a16:creationId xmlns:a16="http://schemas.microsoft.com/office/drawing/2014/main" id="{B23EE6FC-B31A-4318-A5FF-AFC958D43A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39279" y="2729597"/>
                        <a:ext cx="53558" cy="44178"/>
                      </a:xfrm>
                      <a:custGeom>
                        <a:avLst/>
                        <a:gdLst>
                          <a:gd name="connsiteX0" fmla="*/ 23173 w 53558"/>
                          <a:gd name="connsiteY0" fmla="*/ 2744 h 44178"/>
                          <a:gd name="connsiteX1" fmla="*/ 28 w 53558"/>
                          <a:gd name="connsiteY1" fmla="*/ 3697 h 44178"/>
                          <a:gd name="connsiteX2" fmla="*/ 12696 w 53558"/>
                          <a:gd name="connsiteY2" fmla="*/ 20747 h 44178"/>
                          <a:gd name="connsiteX3" fmla="*/ 35651 w 53558"/>
                          <a:gd name="connsiteY3" fmla="*/ 35796 h 44178"/>
                          <a:gd name="connsiteX4" fmla="*/ 44414 w 53558"/>
                          <a:gd name="connsiteY4" fmla="*/ 39892 h 44178"/>
                          <a:gd name="connsiteX5" fmla="*/ 53558 w 53558"/>
                          <a:gd name="connsiteY5" fmla="*/ 44178 h 44178"/>
                          <a:gd name="connsiteX6" fmla="*/ 44891 w 53558"/>
                          <a:gd name="connsiteY6" fmla="*/ 37987 h 44178"/>
                          <a:gd name="connsiteX7" fmla="*/ 23173 w 53558"/>
                          <a:gd name="connsiteY7" fmla="*/ 2744 h 44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3558" h="44178">
                            <a:moveTo>
                              <a:pt x="23173" y="2744"/>
                            </a:moveTo>
                            <a:cubicBezTo>
                              <a:pt x="16887" y="1792"/>
                              <a:pt x="599" y="-3447"/>
                              <a:pt x="28" y="3697"/>
                            </a:cubicBezTo>
                            <a:cubicBezTo>
                              <a:pt x="-449" y="9507"/>
                              <a:pt x="5267" y="15413"/>
                              <a:pt x="12696" y="20747"/>
                            </a:cubicBezTo>
                            <a:cubicBezTo>
                              <a:pt x="19840" y="26747"/>
                              <a:pt x="28793" y="32177"/>
                              <a:pt x="35651" y="35796"/>
                            </a:cubicBezTo>
                            <a:cubicBezTo>
                              <a:pt x="37651" y="36844"/>
                              <a:pt x="40985" y="38368"/>
                              <a:pt x="44414" y="39892"/>
                            </a:cubicBezTo>
                            <a:cubicBezTo>
                              <a:pt x="47843" y="41511"/>
                              <a:pt x="51177" y="43226"/>
                              <a:pt x="53558" y="44178"/>
                            </a:cubicBezTo>
                            <a:cubicBezTo>
                              <a:pt x="51082" y="42559"/>
                              <a:pt x="47081" y="39797"/>
                              <a:pt x="44891" y="37987"/>
                            </a:cubicBezTo>
                            <a:cubicBezTo>
                              <a:pt x="32984" y="27700"/>
                              <a:pt x="18887" y="14079"/>
                              <a:pt x="23173" y="274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50" name="Forme libre : forme 11649">
                        <a:extLst>
                          <a:ext uri="{FF2B5EF4-FFF2-40B4-BE49-F238E27FC236}">
                            <a16:creationId xmlns:a16="http://schemas.microsoft.com/office/drawing/2014/main" id="{B95EF3A3-C290-49E3-8C3F-49716DB2B5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42890" y="2733816"/>
                        <a:ext cx="83932" cy="52558"/>
                      </a:xfrm>
                      <a:custGeom>
                        <a:avLst/>
                        <a:gdLst>
                          <a:gd name="connsiteX0" fmla="*/ 82618 w 83932"/>
                          <a:gd name="connsiteY0" fmla="*/ 51103 h 52558"/>
                          <a:gd name="connsiteX1" fmla="*/ 59663 w 83932"/>
                          <a:gd name="connsiteY1" fmla="*/ 48055 h 52558"/>
                          <a:gd name="connsiteX2" fmla="*/ 34040 w 83932"/>
                          <a:gd name="connsiteY2" fmla="*/ 35863 h 52558"/>
                          <a:gd name="connsiteX3" fmla="*/ 11752 w 83932"/>
                          <a:gd name="connsiteY3" fmla="*/ 21385 h 52558"/>
                          <a:gd name="connsiteX4" fmla="*/ 322 w 83932"/>
                          <a:gd name="connsiteY4" fmla="*/ 4050 h 52558"/>
                          <a:gd name="connsiteX5" fmla="*/ 21086 w 83932"/>
                          <a:gd name="connsiteY5" fmla="*/ 2431 h 52558"/>
                          <a:gd name="connsiteX6" fmla="*/ 46232 w 83932"/>
                          <a:gd name="connsiteY6" fmla="*/ 14051 h 52558"/>
                          <a:gd name="connsiteX7" fmla="*/ 71378 w 83932"/>
                          <a:gd name="connsiteY7" fmla="*/ 31958 h 52558"/>
                          <a:gd name="connsiteX8" fmla="*/ 82046 w 83932"/>
                          <a:gd name="connsiteY8" fmla="*/ 43007 h 52558"/>
                          <a:gd name="connsiteX9" fmla="*/ 82618 w 83932"/>
                          <a:gd name="connsiteY9" fmla="*/ 51103 h 525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3932" h="52558">
                            <a:moveTo>
                              <a:pt x="82618" y="51103"/>
                            </a:moveTo>
                            <a:cubicBezTo>
                              <a:pt x="78617" y="54247"/>
                              <a:pt x="69378" y="51865"/>
                              <a:pt x="59663" y="48055"/>
                            </a:cubicBezTo>
                            <a:cubicBezTo>
                              <a:pt x="49947" y="44341"/>
                              <a:pt x="40231" y="38340"/>
                              <a:pt x="34040" y="35863"/>
                            </a:cubicBezTo>
                            <a:cubicBezTo>
                              <a:pt x="28135" y="33006"/>
                              <a:pt x="18991" y="27577"/>
                              <a:pt x="11752" y="21385"/>
                            </a:cubicBezTo>
                            <a:cubicBezTo>
                              <a:pt x="4608" y="15194"/>
                              <a:pt x="-1488" y="9574"/>
                              <a:pt x="322" y="4050"/>
                            </a:cubicBezTo>
                            <a:cubicBezTo>
                              <a:pt x="1941" y="-1094"/>
                              <a:pt x="11371" y="-998"/>
                              <a:pt x="21086" y="2431"/>
                            </a:cubicBezTo>
                            <a:cubicBezTo>
                              <a:pt x="30802" y="5955"/>
                              <a:pt x="41279" y="11384"/>
                              <a:pt x="46232" y="14051"/>
                            </a:cubicBezTo>
                            <a:cubicBezTo>
                              <a:pt x="51376" y="16337"/>
                              <a:pt x="62425" y="24243"/>
                              <a:pt x="71378" y="31958"/>
                            </a:cubicBezTo>
                            <a:cubicBezTo>
                              <a:pt x="75855" y="35768"/>
                              <a:pt x="79760" y="39673"/>
                              <a:pt x="82046" y="43007"/>
                            </a:cubicBezTo>
                            <a:cubicBezTo>
                              <a:pt x="84142" y="46531"/>
                              <a:pt x="84713" y="49484"/>
                              <a:pt x="82618" y="5110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51" name="Forme libre : forme 11650">
                        <a:extLst>
                          <a:ext uri="{FF2B5EF4-FFF2-40B4-BE49-F238E27FC236}">
                            <a16:creationId xmlns:a16="http://schemas.microsoft.com/office/drawing/2014/main" id="{AE5EF955-6AF3-4377-A94C-9BF67FE789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98221" y="2705187"/>
                        <a:ext cx="99539" cy="78617"/>
                      </a:xfrm>
                      <a:custGeom>
                        <a:avLst/>
                        <a:gdLst>
                          <a:gd name="connsiteX0" fmla="*/ 32 w 99539"/>
                          <a:gd name="connsiteY0" fmla="*/ 13247 h 78617"/>
                          <a:gd name="connsiteX1" fmla="*/ 7366 w 99539"/>
                          <a:gd name="connsiteY1" fmla="*/ 28487 h 78617"/>
                          <a:gd name="connsiteX2" fmla="*/ 14605 w 99539"/>
                          <a:gd name="connsiteY2" fmla="*/ 36584 h 78617"/>
                          <a:gd name="connsiteX3" fmla="*/ 21654 w 99539"/>
                          <a:gd name="connsiteY3" fmla="*/ 44680 h 78617"/>
                          <a:gd name="connsiteX4" fmla="*/ 39656 w 99539"/>
                          <a:gd name="connsiteY4" fmla="*/ 59253 h 78617"/>
                          <a:gd name="connsiteX5" fmla="*/ 59278 w 99539"/>
                          <a:gd name="connsiteY5" fmla="*/ 70207 h 78617"/>
                          <a:gd name="connsiteX6" fmla="*/ 79280 w 99539"/>
                          <a:gd name="connsiteY6" fmla="*/ 76874 h 78617"/>
                          <a:gd name="connsiteX7" fmla="*/ 99473 w 99539"/>
                          <a:gd name="connsiteY7" fmla="*/ 73445 h 78617"/>
                          <a:gd name="connsiteX8" fmla="*/ 90329 w 99539"/>
                          <a:gd name="connsiteY8" fmla="*/ 60777 h 78617"/>
                          <a:gd name="connsiteX9" fmla="*/ 61373 w 99539"/>
                          <a:gd name="connsiteY9" fmla="*/ 29345 h 78617"/>
                          <a:gd name="connsiteX10" fmla="*/ 28131 w 99539"/>
                          <a:gd name="connsiteY10" fmla="*/ 1055 h 78617"/>
                          <a:gd name="connsiteX11" fmla="*/ 32 w 99539"/>
                          <a:gd name="connsiteY11" fmla="*/ 13247 h 786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99539" h="78617">
                            <a:moveTo>
                              <a:pt x="32" y="13247"/>
                            </a:moveTo>
                            <a:cubicBezTo>
                              <a:pt x="508" y="20010"/>
                              <a:pt x="2128" y="22582"/>
                              <a:pt x="7366" y="28487"/>
                            </a:cubicBezTo>
                            <a:cubicBezTo>
                              <a:pt x="9843" y="31345"/>
                              <a:pt x="12319" y="34012"/>
                              <a:pt x="14605" y="36584"/>
                            </a:cubicBezTo>
                            <a:cubicBezTo>
                              <a:pt x="16891" y="39441"/>
                              <a:pt x="19177" y="42108"/>
                              <a:pt x="21654" y="44680"/>
                            </a:cubicBezTo>
                            <a:cubicBezTo>
                              <a:pt x="26607" y="49919"/>
                              <a:pt x="32131" y="54681"/>
                              <a:pt x="39656" y="59253"/>
                            </a:cubicBezTo>
                            <a:cubicBezTo>
                              <a:pt x="46038" y="62777"/>
                              <a:pt x="52420" y="67254"/>
                              <a:pt x="59278" y="70207"/>
                            </a:cubicBezTo>
                            <a:cubicBezTo>
                              <a:pt x="66041" y="73350"/>
                              <a:pt x="72899" y="75636"/>
                              <a:pt x="79280" y="76874"/>
                            </a:cubicBezTo>
                            <a:cubicBezTo>
                              <a:pt x="88329" y="79446"/>
                              <a:pt x="98235" y="79827"/>
                              <a:pt x="99473" y="73445"/>
                            </a:cubicBezTo>
                            <a:cubicBezTo>
                              <a:pt x="100235" y="69445"/>
                              <a:pt x="94234" y="65349"/>
                              <a:pt x="90329" y="60777"/>
                            </a:cubicBezTo>
                            <a:cubicBezTo>
                              <a:pt x="80423" y="50871"/>
                              <a:pt x="70231" y="41918"/>
                              <a:pt x="61373" y="29345"/>
                            </a:cubicBezTo>
                            <a:cubicBezTo>
                              <a:pt x="53467" y="19629"/>
                              <a:pt x="45085" y="6389"/>
                              <a:pt x="28131" y="1055"/>
                            </a:cubicBezTo>
                            <a:cubicBezTo>
                              <a:pt x="12129" y="-2659"/>
                              <a:pt x="-730" y="3913"/>
                              <a:pt x="32" y="1324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52" name="Forme libre : forme 11651">
                        <a:extLst>
                          <a:ext uri="{FF2B5EF4-FFF2-40B4-BE49-F238E27FC236}">
                            <a16:creationId xmlns:a16="http://schemas.microsoft.com/office/drawing/2014/main" id="{40B4294C-C038-43A3-9B15-BA925516D7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23719" y="2714523"/>
                        <a:ext cx="39700" cy="13341"/>
                      </a:xfrm>
                      <a:custGeom>
                        <a:avLst/>
                        <a:gdLst>
                          <a:gd name="connsiteX0" fmla="*/ 4728 w 39700"/>
                          <a:gd name="connsiteY0" fmla="*/ 6 h 13341"/>
                          <a:gd name="connsiteX1" fmla="*/ 347 w 39700"/>
                          <a:gd name="connsiteY1" fmla="*/ 958 h 13341"/>
                          <a:gd name="connsiteX2" fmla="*/ 2157 w 39700"/>
                          <a:gd name="connsiteY2" fmla="*/ 4388 h 13341"/>
                          <a:gd name="connsiteX3" fmla="*/ 8729 w 39700"/>
                          <a:gd name="connsiteY3" fmla="*/ 7340 h 13341"/>
                          <a:gd name="connsiteX4" fmla="*/ 25874 w 39700"/>
                          <a:gd name="connsiteY4" fmla="*/ 12293 h 13341"/>
                          <a:gd name="connsiteX5" fmla="*/ 32351 w 39700"/>
                          <a:gd name="connsiteY5" fmla="*/ 13341 h 13341"/>
                          <a:gd name="connsiteX6" fmla="*/ 32351 w 39700"/>
                          <a:gd name="connsiteY6" fmla="*/ 4197 h 13341"/>
                          <a:gd name="connsiteX7" fmla="*/ 4728 w 39700"/>
                          <a:gd name="connsiteY7" fmla="*/ 6 h 133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700" h="13341">
                            <a:moveTo>
                              <a:pt x="4728" y="6"/>
                            </a:moveTo>
                            <a:cubicBezTo>
                              <a:pt x="2728" y="6"/>
                              <a:pt x="1394" y="6"/>
                              <a:pt x="347" y="958"/>
                            </a:cubicBezTo>
                            <a:cubicBezTo>
                              <a:pt x="-606" y="1816"/>
                              <a:pt x="537" y="3244"/>
                              <a:pt x="2157" y="4388"/>
                            </a:cubicBezTo>
                            <a:cubicBezTo>
                              <a:pt x="3871" y="5531"/>
                              <a:pt x="6633" y="6578"/>
                              <a:pt x="8729" y="7340"/>
                            </a:cubicBezTo>
                            <a:cubicBezTo>
                              <a:pt x="14253" y="9245"/>
                              <a:pt x="20254" y="11055"/>
                              <a:pt x="25874" y="12293"/>
                            </a:cubicBezTo>
                            <a:cubicBezTo>
                              <a:pt x="28160" y="12769"/>
                              <a:pt x="30351" y="13341"/>
                              <a:pt x="32351" y="13341"/>
                            </a:cubicBezTo>
                            <a:cubicBezTo>
                              <a:pt x="40923" y="13341"/>
                              <a:pt x="43304" y="8198"/>
                              <a:pt x="32351" y="4197"/>
                            </a:cubicBezTo>
                            <a:cubicBezTo>
                              <a:pt x="23874" y="958"/>
                              <a:pt x="12729" y="-89"/>
                              <a:pt x="4728" y="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53" name="Forme libre : forme 11652">
                        <a:extLst>
                          <a:ext uri="{FF2B5EF4-FFF2-40B4-BE49-F238E27FC236}">
                            <a16:creationId xmlns:a16="http://schemas.microsoft.com/office/drawing/2014/main" id="{1C077B47-CC1E-4EB6-9B5E-4FAB128CBC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83312" y="2795206"/>
                        <a:ext cx="63055" cy="10964"/>
                      </a:xfrm>
                      <a:custGeom>
                        <a:avLst/>
                        <a:gdLst>
                          <a:gd name="connsiteX0" fmla="*/ 63055 w 63055"/>
                          <a:gd name="connsiteY0" fmla="*/ 9144 h 10964"/>
                          <a:gd name="connsiteX1" fmla="*/ 32671 w 63055"/>
                          <a:gd name="connsiteY1" fmla="*/ 8382 h 10964"/>
                          <a:gd name="connsiteX2" fmla="*/ 24098 w 63055"/>
                          <a:gd name="connsiteY2" fmla="*/ 6191 h 10964"/>
                          <a:gd name="connsiteX3" fmla="*/ 15430 w 63055"/>
                          <a:gd name="connsiteY3" fmla="*/ 4191 h 10964"/>
                          <a:gd name="connsiteX4" fmla="*/ 0 w 63055"/>
                          <a:gd name="connsiteY4" fmla="*/ 0 h 10964"/>
                          <a:gd name="connsiteX5" fmla="*/ 32004 w 63055"/>
                          <a:gd name="connsiteY5" fmla="*/ 6191 h 10964"/>
                          <a:gd name="connsiteX6" fmla="*/ 63055 w 63055"/>
                          <a:gd name="connsiteY6" fmla="*/ 9144 h 109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055" h="10964">
                            <a:moveTo>
                              <a:pt x="63055" y="9144"/>
                            </a:moveTo>
                            <a:cubicBezTo>
                              <a:pt x="55340" y="12192"/>
                              <a:pt x="44005" y="11049"/>
                              <a:pt x="32671" y="8382"/>
                            </a:cubicBezTo>
                            <a:cubicBezTo>
                              <a:pt x="29813" y="7715"/>
                              <a:pt x="26956" y="6953"/>
                              <a:pt x="24098" y="6191"/>
                            </a:cubicBezTo>
                            <a:cubicBezTo>
                              <a:pt x="21146" y="5525"/>
                              <a:pt x="18192" y="4858"/>
                              <a:pt x="15430" y="4191"/>
                            </a:cubicBezTo>
                            <a:cubicBezTo>
                              <a:pt x="9811" y="2762"/>
                              <a:pt x="4477" y="1334"/>
                              <a:pt x="0" y="0"/>
                            </a:cubicBezTo>
                            <a:cubicBezTo>
                              <a:pt x="9811" y="3048"/>
                              <a:pt x="21336" y="4191"/>
                              <a:pt x="32004" y="6191"/>
                            </a:cubicBezTo>
                            <a:cubicBezTo>
                              <a:pt x="42863" y="7906"/>
                              <a:pt x="53721" y="8858"/>
                              <a:pt x="63055" y="914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54" name="Forme libre : forme 11653">
                        <a:extLst>
                          <a:ext uri="{FF2B5EF4-FFF2-40B4-BE49-F238E27FC236}">
                            <a16:creationId xmlns:a16="http://schemas.microsoft.com/office/drawing/2014/main" id="{CB7FAD84-5C79-4CC4-9B0A-D4B14BC52F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81585" y="2694414"/>
                        <a:ext cx="74675" cy="6590"/>
                      </a:xfrm>
                      <a:custGeom>
                        <a:avLst/>
                        <a:gdLst>
                          <a:gd name="connsiteX0" fmla="*/ 74676 w 74675"/>
                          <a:gd name="connsiteY0" fmla="*/ 6590 h 6590"/>
                          <a:gd name="connsiteX1" fmla="*/ 0 w 74675"/>
                          <a:gd name="connsiteY1" fmla="*/ 5828 h 6590"/>
                          <a:gd name="connsiteX2" fmla="*/ 74676 w 74675"/>
                          <a:gd name="connsiteY2" fmla="*/ 6590 h 65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4675" h="6590">
                            <a:moveTo>
                              <a:pt x="74676" y="6590"/>
                            </a:moveTo>
                            <a:cubicBezTo>
                              <a:pt x="47911" y="-4078"/>
                              <a:pt x="20002" y="113"/>
                              <a:pt x="0" y="5828"/>
                            </a:cubicBezTo>
                            <a:cubicBezTo>
                              <a:pt x="18478" y="-649"/>
                              <a:pt x="50863" y="304"/>
                              <a:pt x="74676" y="659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55" name="Forme libre : forme 11654">
                        <a:extLst>
                          <a:ext uri="{FF2B5EF4-FFF2-40B4-BE49-F238E27FC236}">
                            <a16:creationId xmlns:a16="http://schemas.microsoft.com/office/drawing/2014/main" id="{99B32343-EB7F-4934-9745-2D56C77072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77010" y="2743729"/>
                        <a:ext cx="29884" cy="21916"/>
                      </a:xfrm>
                      <a:custGeom>
                        <a:avLst/>
                        <a:gdLst>
                          <a:gd name="connsiteX0" fmla="*/ 29067 w 29884"/>
                          <a:gd name="connsiteY0" fmla="*/ 21663 h 21916"/>
                          <a:gd name="connsiteX1" fmla="*/ 10493 w 29884"/>
                          <a:gd name="connsiteY1" fmla="*/ 12138 h 21916"/>
                          <a:gd name="connsiteX2" fmla="*/ 968 w 29884"/>
                          <a:gd name="connsiteY2" fmla="*/ 327 h 21916"/>
                          <a:gd name="connsiteX3" fmla="*/ 19161 w 29884"/>
                          <a:gd name="connsiteY3" fmla="*/ 8519 h 21916"/>
                          <a:gd name="connsiteX4" fmla="*/ 29067 w 29884"/>
                          <a:gd name="connsiteY4" fmla="*/ 21663 h 21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9884" h="21916">
                            <a:moveTo>
                              <a:pt x="29067" y="21663"/>
                            </a:moveTo>
                            <a:cubicBezTo>
                              <a:pt x="25162" y="23568"/>
                              <a:pt x="14303" y="14139"/>
                              <a:pt x="10493" y="12138"/>
                            </a:cubicBezTo>
                            <a:cubicBezTo>
                              <a:pt x="6874" y="9757"/>
                              <a:pt x="-3128" y="2328"/>
                              <a:pt x="968" y="327"/>
                            </a:cubicBezTo>
                            <a:cubicBezTo>
                              <a:pt x="4969" y="-1673"/>
                              <a:pt x="15827" y="6043"/>
                              <a:pt x="19161" y="8519"/>
                            </a:cubicBezTo>
                            <a:cubicBezTo>
                              <a:pt x="22304" y="11186"/>
                              <a:pt x="32877" y="19949"/>
                              <a:pt x="29067" y="2166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56" name="Forme libre : forme 11655">
                        <a:extLst>
                          <a:ext uri="{FF2B5EF4-FFF2-40B4-BE49-F238E27FC236}">
                            <a16:creationId xmlns:a16="http://schemas.microsoft.com/office/drawing/2014/main" id="{EC49C16B-659F-4F7D-8A9A-ED51EC9862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02688" y="2761707"/>
                        <a:ext cx="8584" cy="6401"/>
                      </a:xfrm>
                      <a:custGeom>
                        <a:avLst/>
                        <a:gdLst>
                          <a:gd name="connsiteX0" fmla="*/ 8532 w 8584"/>
                          <a:gd name="connsiteY0" fmla="*/ 5876 h 6401"/>
                          <a:gd name="connsiteX1" fmla="*/ 3769 w 8584"/>
                          <a:gd name="connsiteY1" fmla="*/ 4829 h 6401"/>
                          <a:gd name="connsiteX2" fmla="*/ 54 w 8584"/>
                          <a:gd name="connsiteY2" fmla="*/ 542 h 6401"/>
                          <a:gd name="connsiteX3" fmla="*/ 4722 w 8584"/>
                          <a:gd name="connsiteY3" fmla="*/ 1590 h 6401"/>
                          <a:gd name="connsiteX4" fmla="*/ 8532 w 8584"/>
                          <a:gd name="connsiteY4" fmla="*/ 5876 h 6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84" h="6401">
                            <a:moveTo>
                              <a:pt x="8532" y="5876"/>
                            </a:moveTo>
                            <a:cubicBezTo>
                              <a:pt x="8055" y="7210"/>
                              <a:pt x="5198" y="5686"/>
                              <a:pt x="3769" y="4829"/>
                            </a:cubicBezTo>
                            <a:cubicBezTo>
                              <a:pt x="2341" y="3876"/>
                              <a:pt x="-422" y="1876"/>
                              <a:pt x="54" y="542"/>
                            </a:cubicBezTo>
                            <a:cubicBezTo>
                              <a:pt x="531" y="-791"/>
                              <a:pt x="3293" y="638"/>
                              <a:pt x="4722" y="1590"/>
                            </a:cubicBezTo>
                            <a:cubicBezTo>
                              <a:pt x="6151" y="2447"/>
                              <a:pt x="9008" y="4543"/>
                              <a:pt x="8532" y="587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57" name="Forme libre : forme 11656">
                        <a:extLst>
                          <a:ext uri="{FF2B5EF4-FFF2-40B4-BE49-F238E27FC236}">
                            <a16:creationId xmlns:a16="http://schemas.microsoft.com/office/drawing/2014/main" id="{0E65E1E4-D026-4E75-B1DF-A1584600B3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86330" y="2724691"/>
                        <a:ext cx="61943" cy="72670"/>
                      </a:xfrm>
                      <a:custGeom>
                        <a:avLst/>
                        <a:gdLst>
                          <a:gd name="connsiteX0" fmla="*/ 53560 w 61943"/>
                          <a:gd name="connsiteY0" fmla="*/ 45083 h 72670"/>
                          <a:gd name="connsiteX1" fmla="*/ 61942 w 61943"/>
                          <a:gd name="connsiteY1" fmla="*/ 70039 h 72670"/>
                          <a:gd name="connsiteX2" fmla="*/ 53560 w 61943"/>
                          <a:gd name="connsiteY2" fmla="*/ 70896 h 72670"/>
                          <a:gd name="connsiteX3" fmla="*/ 47274 w 61943"/>
                          <a:gd name="connsiteY3" fmla="*/ 61847 h 72670"/>
                          <a:gd name="connsiteX4" fmla="*/ 39464 w 61943"/>
                          <a:gd name="connsiteY4" fmla="*/ 47179 h 72670"/>
                          <a:gd name="connsiteX5" fmla="*/ 28796 w 61943"/>
                          <a:gd name="connsiteY5" fmla="*/ 33272 h 72670"/>
                          <a:gd name="connsiteX6" fmla="*/ 10222 w 61943"/>
                          <a:gd name="connsiteY6" fmla="*/ 15460 h 72670"/>
                          <a:gd name="connsiteX7" fmla="*/ 1840 w 61943"/>
                          <a:gd name="connsiteY7" fmla="*/ 411 h 72670"/>
                          <a:gd name="connsiteX8" fmla="*/ 23747 w 61943"/>
                          <a:gd name="connsiteY8" fmla="*/ 7459 h 72670"/>
                          <a:gd name="connsiteX9" fmla="*/ 42512 w 61943"/>
                          <a:gd name="connsiteY9" fmla="*/ 24033 h 72670"/>
                          <a:gd name="connsiteX10" fmla="*/ 53560 w 61943"/>
                          <a:gd name="connsiteY10" fmla="*/ 45083 h 72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1943" h="72670">
                            <a:moveTo>
                              <a:pt x="53560" y="45083"/>
                            </a:moveTo>
                            <a:cubicBezTo>
                              <a:pt x="58418" y="54608"/>
                              <a:pt x="61847" y="61371"/>
                              <a:pt x="61942" y="70039"/>
                            </a:cubicBezTo>
                            <a:cubicBezTo>
                              <a:pt x="62038" y="73182"/>
                              <a:pt x="57180" y="73563"/>
                              <a:pt x="53560" y="70896"/>
                            </a:cubicBezTo>
                            <a:cubicBezTo>
                              <a:pt x="49846" y="68229"/>
                              <a:pt x="48703" y="65086"/>
                              <a:pt x="47274" y="61847"/>
                            </a:cubicBezTo>
                            <a:cubicBezTo>
                              <a:pt x="45083" y="56894"/>
                              <a:pt x="42607" y="51846"/>
                              <a:pt x="39464" y="47179"/>
                            </a:cubicBezTo>
                            <a:cubicBezTo>
                              <a:pt x="36225" y="42607"/>
                              <a:pt x="32701" y="38035"/>
                              <a:pt x="28796" y="33272"/>
                            </a:cubicBezTo>
                            <a:cubicBezTo>
                              <a:pt x="26319" y="30415"/>
                              <a:pt x="17747" y="22223"/>
                              <a:pt x="10222" y="15460"/>
                            </a:cubicBezTo>
                            <a:cubicBezTo>
                              <a:pt x="2697" y="8698"/>
                              <a:pt x="-3113" y="2221"/>
                              <a:pt x="1840" y="411"/>
                            </a:cubicBezTo>
                            <a:cubicBezTo>
                              <a:pt x="6697" y="-1208"/>
                              <a:pt x="15651" y="2125"/>
                              <a:pt x="23747" y="7459"/>
                            </a:cubicBezTo>
                            <a:cubicBezTo>
                              <a:pt x="31653" y="13079"/>
                              <a:pt x="39178" y="20032"/>
                              <a:pt x="42512" y="24033"/>
                            </a:cubicBezTo>
                            <a:cubicBezTo>
                              <a:pt x="49274" y="32129"/>
                              <a:pt x="49941" y="37749"/>
                              <a:pt x="53560" y="4508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26" name="Graphique 1">
                      <a:extLst>
                        <a:ext uri="{FF2B5EF4-FFF2-40B4-BE49-F238E27FC236}">
                          <a16:creationId xmlns:a16="http://schemas.microsoft.com/office/drawing/2014/main" id="{7755B920-A02A-4C07-BC40-14A588DF87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51385" y="2797389"/>
                      <a:ext cx="145926" cy="163398"/>
                      <a:chOff x="2151385" y="2797389"/>
                      <a:chExt cx="145926" cy="163398"/>
                    </a:xfrm>
                    <a:solidFill>
                      <a:schemeClr val="accent1"/>
                    </a:solidFill>
                  </p:grpSpPr>
                  <p:sp>
                    <p:nvSpPr>
                      <p:cNvPr id="11634" name="Forme libre : forme 11633">
                        <a:extLst>
                          <a:ext uri="{FF2B5EF4-FFF2-40B4-BE49-F238E27FC236}">
                            <a16:creationId xmlns:a16="http://schemas.microsoft.com/office/drawing/2014/main" id="{7842BED6-072E-4D44-99CF-95C481DA6F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1385" y="2797389"/>
                        <a:ext cx="145926" cy="163398"/>
                      </a:xfrm>
                      <a:custGeom>
                        <a:avLst/>
                        <a:gdLst>
                          <a:gd name="connsiteX0" fmla="*/ 69944 w 145926"/>
                          <a:gd name="connsiteY0" fmla="*/ 130405 h 163398"/>
                          <a:gd name="connsiteX1" fmla="*/ 25844 w 145926"/>
                          <a:gd name="connsiteY1" fmla="*/ 80113 h 163398"/>
                          <a:gd name="connsiteX2" fmla="*/ 6318 w 145926"/>
                          <a:gd name="connsiteY2" fmla="*/ 47728 h 163398"/>
                          <a:gd name="connsiteX3" fmla="*/ 31 w 145926"/>
                          <a:gd name="connsiteY3" fmla="*/ 15724 h 163398"/>
                          <a:gd name="connsiteX4" fmla="*/ 14795 w 145926"/>
                          <a:gd name="connsiteY4" fmla="*/ 7 h 163398"/>
                          <a:gd name="connsiteX5" fmla="*/ 48513 w 145926"/>
                          <a:gd name="connsiteY5" fmla="*/ 6865 h 163398"/>
                          <a:gd name="connsiteX6" fmla="*/ 81946 w 145926"/>
                          <a:gd name="connsiteY6" fmla="*/ 29725 h 163398"/>
                          <a:gd name="connsiteX7" fmla="*/ 104996 w 145926"/>
                          <a:gd name="connsiteY7" fmla="*/ 54300 h 163398"/>
                          <a:gd name="connsiteX8" fmla="*/ 126237 w 145926"/>
                          <a:gd name="connsiteY8" fmla="*/ 80398 h 163398"/>
                          <a:gd name="connsiteX9" fmla="*/ 145668 w 145926"/>
                          <a:gd name="connsiteY9" fmla="*/ 147835 h 163398"/>
                          <a:gd name="connsiteX10" fmla="*/ 131285 w 145926"/>
                          <a:gd name="connsiteY10" fmla="*/ 163361 h 163398"/>
                          <a:gd name="connsiteX11" fmla="*/ 69944 w 145926"/>
                          <a:gd name="connsiteY11" fmla="*/ 130405 h 1633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45926" h="163398">
                            <a:moveTo>
                              <a:pt x="69944" y="130405"/>
                            </a:moveTo>
                            <a:cubicBezTo>
                              <a:pt x="59086" y="118308"/>
                              <a:pt x="36321" y="92686"/>
                              <a:pt x="25844" y="80113"/>
                            </a:cubicBezTo>
                            <a:cubicBezTo>
                              <a:pt x="15938" y="68492"/>
                              <a:pt x="9937" y="58300"/>
                              <a:pt x="6318" y="47728"/>
                            </a:cubicBezTo>
                            <a:cubicBezTo>
                              <a:pt x="2412" y="37631"/>
                              <a:pt x="888" y="27344"/>
                              <a:pt x="31" y="15724"/>
                            </a:cubicBezTo>
                            <a:cubicBezTo>
                              <a:pt x="-541" y="7723"/>
                              <a:pt x="6889" y="-278"/>
                              <a:pt x="14795" y="7"/>
                            </a:cubicBezTo>
                            <a:cubicBezTo>
                              <a:pt x="26225" y="484"/>
                              <a:pt x="37369" y="2389"/>
                              <a:pt x="48513" y="6865"/>
                            </a:cubicBezTo>
                            <a:cubicBezTo>
                              <a:pt x="59276" y="11723"/>
                              <a:pt x="70611" y="18772"/>
                              <a:pt x="81946" y="29725"/>
                            </a:cubicBezTo>
                            <a:cubicBezTo>
                              <a:pt x="87851" y="35726"/>
                              <a:pt x="96805" y="44775"/>
                              <a:pt x="104996" y="54300"/>
                            </a:cubicBezTo>
                            <a:cubicBezTo>
                              <a:pt x="113093" y="63920"/>
                              <a:pt x="121379" y="73636"/>
                              <a:pt x="126237" y="80398"/>
                            </a:cubicBezTo>
                            <a:cubicBezTo>
                              <a:pt x="145382" y="105830"/>
                              <a:pt x="146716" y="125452"/>
                              <a:pt x="145668" y="147835"/>
                            </a:cubicBezTo>
                            <a:cubicBezTo>
                              <a:pt x="145287" y="155646"/>
                              <a:pt x="138810" y="164028"/>
                              <a:pt x="131285" y="163361"/>
                            </a:cubicBezTo>
                            <a:cubicBezTo>
                              <a:pt x="109759" y="161361"/>
                              <a:pt x="90328" y="152312"/>
                              <a:pt x="69944" y="13040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35" name="Forme libre : forme 11634">
                        <a:extLst>
                          <a:ext uri="{FF2B5EF4-FFF2-40B4-BE49-F238E27FC236}">
                            <a16:creationId xmlns:a16="http://schemas.microsoft.com/office/drawing/2014/main" id="{270FBEFE-5F38-4728-BE60-C596D2CD01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1395" y="2803588"/>
                        <a:ext cx="131846" cy="156972"/>
                      </a:xfrm>
                      <a:custGeom>
                        <a:avLst/>
                        <a:gdLst>
                          <a:gd name="connsiteX0" fmla="*/ 52599 w 131846"/>
                          <a:gd name="connsiteY0" fmla="*/ 63055 h 156972"/>
                          <a:gd name="connsiteX1" fmla="*/ 23833 w 131846"/>
                          <a:gd name="connsiteY1" fmla="*/ 32671 h 156972"/>
                          <a:gd name="connsiteX2" fmla="*/ 2878 w 131846"/>
                          <a:gd name="connsiteY2" fmla="*/ 0 h 156972"/>
                          <a:gd name="connsiteX3" fmla="*/ 21 w 131846"/>
                          <a:gd name="connsiteY3" fmla="*/ 9239 h 156972"/>
                          <a:gd name="connsiteX4" fmla="*/ 1259 w 131846"/>
                          <a:gd name="connsiteY4" fmla="*/ 20860 h 156972"/>
                          <a:gd name="connsiteX5" fmla="*/ 11070 w 131846"/>
                          <a:gd name="connsiteY5" fmla="*/ 52292 h 156972"/>
                          <a:gd name="connsiteX6" fmla="*/ 25929 w 131846"/>
                          <a:gd name="connsiteY6" fmla="*/ 73723 h 156972"/>
                          <a:gd name="connsiteX7" fmla="*/ 32787 w 131846"/>
                          <a:gd name="connsiteY7" fmla="*/ 81915 h 156972"/>
                          <a:gd name="connsiteX8" fmla="*/ 66600 w 131846"/>
                          <a:gd name="connsiteY8" fmla="*/ 120301 h 156972"/>
                          <a:gd name="connsiteX9" fmla="*/ 69934 w 131846"/>
                          <a:gd name="connsiteY9" fmla="*/ 124015 h 156972"/>
                          <a:gd name="connsiteX10" fmla="*/ 91461 w 131846"/>
                          <a:gd name="connsiteY10" fmla="*/ 142780 h 156972"/>
                          <a:gd name="connsiteX11" fmla="*/ 121369 w 131846"/>
                          <a:gd name="connsiteY11" fmla="*/ 155448 h 156972"/>
                          <a:gd name="connsiteX12" fmla="*/ 131466 w 131846"/>
                          <a:gd name="connsiteY12" fmla="*/ 156972 h 156972"/>
                          <a:gd name="connsiteX13" fmla="*/ 131847 w 131846"/>
                          <a:gd name="connsiteY13" fmla="*/ 156972 h 156972"/>
                          <a:gd name="connsiteX14" fmla="*/ 52599 w 131846"/>
                          <a:gd name="connsiteY14" fmla="*/ 63055 h 156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31846" h="156972">
                            <a:moveTo>
                              <a:pt x="52599" y="63055"/>
                            </a:moveTo>
                            <a:cubicBezTo>
                              <a:pt x="42883" y="53150"/>
                              <a:pt x="32406" y="43434"/>
                              <a:pt x="23833" y="32671"/>
                            </a:cubicBezTo>
                            <a:cubicBezTo>
                              <a:pt x="15070" y="22098"/>
                              <a:pt x="7259" y="11716"/>
                              <a:pt x="2878" y="0"/>
                            </a:cubicBezTo>
                            <a:cubicBezTo>
                              <a:pt x="973" y="2667"/>
                              <a:pt x="-170" y="6001"/>
                              <a:pt x="21" y="9239"/>
                            </a:cubicBezTo>
                            <a:cubicBezTo>
                              <a:pt x="306" y="13240"/>
                              <a:pt x="687" y="17050"/>
                              <a:pt x="1259" y="20860"/>
                            </a:cubicBezTo>
                            <a:cubicBezTo>
                              <a:pt x="2783" y="31718"/>
                              <a:pt x="5831" y="41338"/>
                              <a:pt x="11070" y="52292"/>
                            </a:cubicBezTo>
                            <a:cubicBezTo>
                              <a:pt x="14594" y="59246"/>
                              <a:pt x="19547" y="66008"/>
                              <a:pt x="25929" y="73723"/>
                            </a:cubicBezTo>
                            <a:cubicBezTo>
                              <a:pt x="27929" y="76010"/>
                              <a:pt x="30215" y="78867"/>
                              <a:pt x="32787" y="81915"/>
                            </a:cubicBezTo>
                            <a:cubicBezTo>
                              <a:pt x="43264" y="93821"/>
                              <a:pt x="57456" y="109919"/>
                              <a:pt x="66600" y="120301"/>
                            </a:cubicBezTo>
                            <a:cubicBezTo>
                              <a:pt x="67839" y="121634"/>
                              <a:pt x="68982" y="122872"/>
                              <a:pt x="69934" y="124015"/>
                            </a:cubicBezTo>
                            <a:cubicBezTo>
                              <a:pt x="77173" y="131826"/>
                              <a:pt x="84317" y="137922"/>
                              <a:pt x="91461" y="142780"/>
                            </a:cubicBezTo>
                            <a:cubicBezTo>
                              <a:pt x="101271" y="149257"/>
                              <a:pt x="111177" y="153067"/>
                              <a:pt x="121369" y="155448"/>
                            </a:cubicBezTo>
                            <a:cubicBezTo>
                              <a:pt x="124703" y="156115"/>
                              <a:pt x="128037" y="156591"/>
                              <a:pt x="131466" y="156972"/>
                            </a:cubicBezTo>
                            <a:lnTo>
                              <a:pt x="131847" y="156972"/>
                            </a:lnTo>
                            <a:cubicBezTo>
                              <a:pt x="106415" y="124587"/>
                              <a:pt x="81269" y="90678"/>
                              <a:pt x="52599" y="6305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36" name="Forme libre : forme 11635">
                        <a:extLst>
                          <a:ext uri="{FF2B5EF4-FFF2-40B4-BE49-F238E27FC236}">
                            <a16:creationId xmlns:a16="http://schemas.microsoft.com/office/drawing/2014/main" id="{996501D0-948E-44E7-8668-A316E8C33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3627" y="2852066"/>
                        <a:ext cx="64550" cy="75677"/>
                      </a:xfrm>
                      <a:custGeom>
                        <a:avLst/>
                        <a:gdLst>
                          <a:gd name="connsiteX0" fmla="*/ 62946 w 64550"/>
                          <a:gd name="connsiteY0" fmla="*/ 74680 h 75677"/>
                          <a:gd name="connsiteX1" fmla="*/ 21988 w 64550"/>
                          <a:gd name="connsiteY1" fmla="*/ 44391 h 75677"/>
                          <a:gd name="connsiteX2" fmla="*/ 1700 w 64550"/>
                          <a:gd name="connsiteY2" fmla="*/ 1529 h 75677"/>
                          <a:gd name="connsiteX3" fmla="*/ 40658 w 64550"/>
                          <a:gd name="connsiteY3" fmla="*/ 28103 h 75677"/>
                          <a:gd name="connsiteX4" fmla="*/ 62946 w 64550"/>
                          <a:gd name="connsiteY4" fmla="*/ 74680 h 75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550" h="75677">
                            <a:moveTo>
                              <a:pt x="62946" y="74680"/>
                            </a:moveTo>
                            <a:cubicBezTo>
                              <a:pt x="55231" y="81253"/>
                              <a:pt x="30275" y="53535"/>
                              <a:pt x="21988" y="44391"/>
                            </a:cubicBezTo>
                            <a:cubicBezTo>
                              <a:pt x="14083" y="34771"/>
                              <a:pt x="-5920" y="9434"/>
                              <a:pt x="1700" y="1529"/>
                            </a:cubicBezTo>
                            <a:cubicBezTo>
                              <a:pt x="9416" y="-6377"/>
                              <a:pt x="33514" y="18483"/>
                              <a:pt x="40658" y="28103"/>
                            </a:cubicBezTo>
                            <a:cubicBezTo>
                              <a:pt x="48468" y="37247"/>
                              <a:pt x="70661" y="68013"/>
                              <a:pt x="62946" y="7468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37" name="Forme libre : forme 11636">
                        <a:extLst>
                          <a:ext uri="{FF2B5EF4-FFF2-40B4-BE49-F238E27FC236}">
                            <a16:creationId xmlns:a16="http://schemas.microsoft.com/office/drawing/2014/main" id="{602C6621-1182-41F4-A818-248DAC54F7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3941" y="2851377"/>
                        <a:ext cx="36247" cy="59938"/>
                      </a:xfrm>
                      <a:custGeom>
                        <a:avLst/>
                        <a:gdLst>
                          <a:gd name="connsiteX0" fmla="*/ 22341 w 36247"/>
                          <a:gd name="connsiteY0" fmla="*/ 10314 h 59938"/>
                          <a:gd name="connsiteX1" fmla="*/ 1100 w 36247"/>
                          <a:gd name="connsiteY1" fmla="*/ 1932 h 59938"/>
                          <a:gd name="connsiteX2" fmla="*/ 22055 w 36247"/>
                          <a:gd name="connsiteY2" fmla="*/ 45556 h 59938"/>
                          <a:gd name="connsiteX3" fmla="*/ 36248 w 36247"/>
                          <a:gd name="connsiteY3" fmla="*/ 59939 h 59938"/>
                          <a:gd name="connsiteX4" fmla="*/ 29961 w 36247"/>
                          <a:gd name="connsiteY4" fmla="*/ 51176 h 59938"/>
                          <a:gd name="connsiteX5" fmla="*/ 22341 w 36247"/>
                          <a:gd name="connsiteY5" fmla="*/ 10314 h 599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247" h="59938">
                            <a:moveTo>
                              <a:pt x="22341" y="10314"/>
                            </a:moveTo>
                            <a:cubicBezTo>
                              <a:pt x="16817" y="7075"/>
                              <a:pt x="4529" y="-4545"/>
                              <a:pt x="1100" y="1932"/>
                            </a:cubicBezTo>
                            <a:cubicBezTo>
                              <a:pt x="-4424" y="12219"/>
                              <a:pt x="12149" y="33269"/>
                              <a:pt x="22055" y="45556"/>
                            </a:cubicBezTo>
                            <a:cubicBezTo>
                              <a:pt x="25008" y="48985"/>
                              <a:pt x="32342" y="56415"/>
                              <a:pt x="36248" y="59939"/>
                            </a:cubicBezTo>
                            <a:cubicBezTo>
                              <a:pt x="34438" y="57557"/>
                              <a:pt x="31294" y="53652"/>
                              <a:pt x="29961" y="51176"/>
                            </a:cubicBezTo>
                            <a:cubicBezTo>
                              <a:pt x="22246" y="36793"/>
                              <a:pt x="14245" y="18981"/>
                              <a:pt x="22341" y="1031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38" name="Forme libre : forme 11637">
                        <a:extLst>
                          <a:ext uri="{FF2B5EF4-FFF2-40B4-BE49-F238E27FC236}">
                            <a16:creationId xmlns:a16="http://schemas.microsoft.com/office/drawing/2014/main" id="{963CEFD6-AD32-4051-B2D0-A58BC6B739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4937" y="2857510"/>
                        <a:ext cx="65114" cy="75289"/>
                      </a:xfrm>
                      <a:custGeom>
                        <a:avLst/>
                        <a:gdLst>
                          <a:gd name="connsiteX0" fmla="*/ 62874 w 65114"/>
                          <a:gd name="connsiteY0" fmla="*/ 74856 h 75289"/>
                          <a:gd name="connsiteX1" fmla="*/ 21250 w 65114"/>
                          <a:gd name="connsiteY1" fmla="*/ 44281 h 75289"/>
                          <a:gd name="connsiteX2" fmla="*/ 5533 w 65114"/>
                          <a:gd name="connsiteY2" fmla="*/ 22278 h 75289"/>
                          <a:gd name="connsiteX3" fmla="*/ 1723 w 65114"/>
                          <a:gd name="connsiteY3" fmla="*/ 1704 h 75289"/>
                          <a:gd name="connsiteX4" fmla="*/ 21345 w 65114"/>
                          <a:gd name="connsiteY4" fmla="*/ 8372 h 75289"/>
                          <a:gd name="connsiteX5" fmla="*/ 40300 w 65114"/>
                          <a:gd name="connsiteY5" fmla="*/ 28184 h 75289"/>
                          <a:gd name="connsiteX6" fmla="*/ 62874 w 65114"/>
                          <a:gd name="connsiteY6" fmla="*/ 74856 h 752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5114" h="75289">
                            <a:moveTo>
                              <a:pt x="62874" y="74856"/>
                            </a:moveTo>
                            <a:cubicBezTo>
                              <a:pt x="53158" y="78857"/>
                              <a:pt x="30298" y="54092"/>
                              <a:pt x="21250" y="44281"/>
                            </a:cubicBezTo>
                            <a:cubicBezTo>
                              <a:pt x="16678" y="39423"/>
                              <a:pt x="10201" y="30565"/>
                              <a:pt x="5533" y="22278"/>
                            </a:cubicBezTo>
                            <a:cubicBezTo>
                              <a:pt x="771" y="14087"/>
                              <a:pt x="-1991" y="5895"/>
                              <a:pt x="1723" y="1704"/>
                            </a:cubicBezTo>
                            <a:cubicBezTo>
                              <a:pt x="5438" y="-2582"/>
                              <a:pt x="13344" y="1800"/>
                              <a:pt x="21345" y="8372"/>
                            </a:cubicBezTo>
                            <a:cubicBezTo>
                              <a:pt x="29251" y="14944"/>
                              <a:pt x="36775" y="23993"/>
                              <a:pt x="40300" y="28184"/>
                            </a:cubicBezTo>
                            <a:cubicBezTo>
                              <a:pt x="47538" y="36566"/>
                              <a:pt x="72685" y="70761"/>
                              <a:pt x="62874" y="7485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39" name="Forme libre : forme 11638">
                        <a:extLst>
                          <a:ext uri="{FF2B5EF4-FFF2-40B4-BE49-F238E27FC236}">
                            <a16:creationId xmlns:a16="http://schemas.microsoft.com/office/drawing/2014/main" id="{00120F95-6BFC-4E59-968C-C6F640EF11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71921" y="2816101"/>
                        <a:ext cx="71531" cy="104210"/>
                      </a:xfrm>
                      <a:custGeom>
                        <a:avLst/>
                        <a:gdLst>
                          <a:gd name="connsiteX0" fmla="*/ 1593 w 71531"/>
                          <a:gd name="connsiteY0" fmla="*/ 6727 h 104210"/>
                          <a:gd name="connsiteX1" fmla="*/ 1783 w 71531"/>
                          <a:gd name="connsiteY1" fmla="*/ 23777 h 104210"/>
                          <a:gd name="connsiteX2" fmla="*/ 19214 w 71531"/>
                          <a:gd name="connsiteY2" fmla="*/ 65592 h 104210"/>
                          <a:gd name="connsiteX3" fmla="*/ 50265 w 71531"/>
                          <a:gd name="connsiteY3" fmla="*/ 97691 h 104210"/>
                          <a:gd name="connsiteX4" fmla="*/ 71030 w 71531"/>
                          <a:gd name="connsiteY4" fmla="*/ 101310 h 104210"/>
                          <a:gd name="connsiteX5" fmla="*/ 66267 w 71531"/>
                          <a:gd name="connsiteY5" fmla="*/ 86261 h 104210"/>
                          <a:gd name="connsiteX6" fmla="*/ 50551 w 71531"/>
                          <a:gd name="connsiteY6" fmla="*/ 46446 h 104210"/>
                          <a:gd name="connsiteX7" fmla="*/ 31597 w 71531"/>
                          <a:gd name="connsiteY7" fmla="*/ 7489 h 104210"/>
                          <a:gd name="connsiteX8" fmla="*/ 1593 w 71531"/>
                          <a:gd name="connsiteY8" fmla="*/ 6727 h 1042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1531" h="104210">
                            <a:moveTo>
                              <a:pt x="1593" y="6727"/>
                            </a:moveTo>
                            <a:cubicBezTo>
                              <a:pt x="-788" y="13013"/>
                              <a:pt x="-312" y="15871"/>
                              <a:pt x="1783" y="23777"/>
                            </a:cubicBezTo>
                            <a:cubicBezTo>
                              <a:pt x="5879" y="38731"/>
                              <a:pt x="9308" y="50256"/>
                              <a:pt x="19214" y="65592"/>
                            </a:cubicBezTo>
                            <a:cubicBezTo>
                              <a:pt x="27787" y="77879"/>
                              <a:pt x="39216" y="90452"/>
                              <a:pt x="50265" y="97691"/>
                            </a:cubicBezTo>
                            <a:cubicBezTo>
                              <a:pt x="58362" y="103311"/>
                              <a:pt x="67791" y="107121"/>
                              <a:pt x="71030" y="101310"/>
                            </a:cubicBezTo>
                            <a:cubicBezTo>
                              <a:pt x="73030" y="97786"/>
                              <a:pt x="68554" y="91880"/>
                              <a:pt x="66267" y="86261"/>
                            </a:cubicBezTo>
                            <a:cubicBezTo>
                              <a:pt x="60362" y="73307"/>
                              <a:pt x="54552" y="60829"/>
                              <a:pt x="50551" y="46446"/>
                            </a:cubicBezTo>
                            <a:cubicBezTo>
                              <a:pt x="47217" y="34159"/>
                              <a:pt x="45503" y="18538"/>
                              <a:pt x="31597" y="7489"/>
                            </a:cubicBezTo>
                            <a:cubicBezTo>
                              <a:pt x="19500" y="-2703"/>
                              <a:pt x="4926" y="-2036"/>
                              <a:pt x="1593" y="672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40" name="Forme libre : forme 11639">
                        <a:extLst>
                          <a:ext uri="{FF2B5EF4-FFF2-40B4-BE49-F238E27FC236}">
                            <a16:creationId xmlns:a16="http://schemas.microsoft.com/office/drawing/2014/main" id="{52F601A8-EA57-484E-8203-724B04C291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97167" y="2831076"/>
                        <a:ext cx="33200" cy="25262"/>
                      </a:xfrm>
                      <a:custGeom>
                        <a:avLst/>
                        <a:gdLst>
                          <a:gd name="connsiteX0" fmla="*/ 5208 w 33200"/>
                          <a:gd name="connsiteY0" fmla="*/ 991 h 25262"/>
                          <a:gd name="connsiteX1" fmla="*/ 731 w 33200"/>
                          <a:gd name="connsiteY1" fmla="*/ 134 h 25262"/>
                          <a:gd name="connsiteX2" fmla="*/ 1112 w 33200"/>
                          <a:gd name="connsiteY2" fmla="*/ 3944 h 25262"/>
                          <a:gd name="connsiteX3" fmla="*/ 6065 w 33200"/>
                          <a:gd name="connsiteY3" fmla="*/ 9088 h 25262"/>
                          <a:gd name="connsiteX4" fmla="*/ 19685 w 33200"/>
                          <a:gd name="connsiteY4" fmla="*/ 20422 h 25262"/>
                          <a:gd name="connsiteX5" fmla="*/ 25115 w 33200"/>
                          <a:gd name="connsiteY5" fmla="*/ 24042 h 25262"/>
                          <a:gd name="connsiteX6" fmla="*/ 28734 w 33200"/>
                          <a:gd name="connsiteY6" fmla="*/ 15564 h 25262"/>
                          <a:gd name="connsiteX7" fmla="*/ 17495 w 33200"/>
                          <a:gd name="connsiteY7" fmla="*/ 6992 h 25262"/>
                          <a:gd name="connsiteX8" fmla="*/ 5208 w 33200"/>
                          <a:gd name="connsiteY8" fmla="*/ 991 h 252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3200" h="25262">
                            <a:moveTo>
                              <a:pt x="5208" y="991"/>
                            </a:moveTo>
                            <a:cubicBezTo>
                              <a:pt x="3398" y="229"/>
                              <a:pt x="2064" y="-247"/>
                              <a:pt x="731" y="134"/>
                            </a:cubicBezTo>
                            <a:cubicBezTo>
                              <a:pt x="-508" y="515"/>
                              <a:pt x="-31" y="2230"/>
                              <a:pt x="1112" y="3944"/>
                            </a:cubicBezTo>
                            <a:cubicBezTo>
                              <a:pt x="2255" y="5659"/>
                              <a:pt x="4350" y="7659"/>
                              <a:pt x="6065" y="9088"/>
                            </a:cubicBezTo>
                            <a:cubicBezTo>
                              <a:pt x="10637" y="12802"/>
                              <a:pt x="15113" y="17088"/>
                              <a:pt x="19685" y="20422"/>
                            </a:cubicBezTo>
                            <a:cubicBezTo>
                              <a:pt x="21495" y="21851"/>
                              <a:pt x="23210" y="23185"/>
                              <a:pt x="25115" y="24042"/>
                            </a:cubicBezTo>
                            <a:cubicBezTo>
                              <a:pt x="32735" y="27376"/>
                              <a:pt x="36926" y="23661"/>
                              <a:pt x="28734" y="15564"/>
                            </a:cubicBezTo>
                            <a:cubicBezTo>
                              <a:pt x="25591" y="12421"/>
                              <a:pt x="21591" y="9469"/>
                              <a:pt x="17495" y="6992"/>
                            </a:cubicBezTo>
                            <a:cubicBezTo>
                              <a:pt x="13304" y="4420"/>
                              <a:pt x="8922" y="2420"/>
                              <a:pt x="5208" y="99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41" name="Forme libre : forme 11640">
                        <a:extLst>
                          <a:ext uri="{FF2B5EF4-FFF2-40B4-BE49-F238E27FC236}">
                            <a16:creationId xmlns:a16="http://schemas.microsoft.com/office/drawing/2014/main" id="{FCB0B0F8-4492-4A7E-84BA-080875465C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23996" y="2928461"/>
                        <a:ext cx="59245" cy="28490"/>
                      </a:xfrm>
                      <a:custGeom>
                        <a:avLst/>
                        <a:gdLst>
                          <a:gd name="connsiteX0" fmla="*/ 59246 w 59245"/>
                          <a:gd name="connsiteY0" fmla="*/ 28289 h 28490"/>
                          <a:gd name="connsiteX1" fmla="*/ 0 w 59245"/>
                          <a:gd name="connsiteY1" fmla="*/ 0 h 28490"/>
                          <a:gd name="connsiteX2" fmla="*/ 59246 w 59245"/>
                          <a:gd name="connsiteY2" fmla="*/ 28289 h 284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9245" h="28490">
                            <a:moveTo>
                              <a:pt x="59246" y="28289"/>
                            </a:moveTo>
                            <a:cubicBezTo>
                              <a:pt x="42863" y="30671"/>
                              <a:pt x="16288" y="11335"/>
                              <a:pt x="0" y="0"/>
                            </a:cubicBezTo>
                            <a:cubicBezTo>
                              <a:pt x="17716" y="12382"/>
                              <a:pt x="41243" y="23146"/>
                              <a:pt x="59246" y="2828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42" name="Forme libre : forme 11641">
                        <a:extLst>
                          <a:ext uri="{FF2B5EF4-FFF2-40B4-BE49-F238E27FC236}">
                            <a16:creationId xmlns:a16="http://schemas.microsoft.com/office/drawing/2014/main" id="{1BE0C696-6A17-4D76-8838-78CCC7A458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65893" y="2799683"/>
                        <a:ext cx="67341" cy="30765"/>
                      </a:xfrm>
                      <a:custGeom>
                        <a:avLst/>
                        <a:gdLst>
                          <a:gd name="connsiteX0" fmla="*/ 67342 w 67341"/>
                          <a:gd name="connsiteY0" fmla="*/ 30766 h 30765"/>
                          <a:gd name="connsiteX1" fmla="*/ 34100 w 67341"/>
                          <a:gd name="connsiteY1" fmla="*/ 9049 h 30765"/>
                          <a:gd name="connsiteX2" fmla="*/ 0 w 67341"/>
                          <a:gd name="connsiteY2" fmla="*/ 0 h 30765"/>
                          <a:gd name="connsiteX3" fmla="*/ 34004 w 67341"/>
                          <a:gd name="connsiteY3" fmla="*/ 10478 h 30765"/>
                          <a:gd name="connsiteX4" fmla="*/ 67342 w 67341"/>
                          <a:gd name="connsiteY4" fmla="*/ 30766 h 30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7341" h="30765">
                            <a:moveTo>
                              <a:pt x="67342" y="30766"/>
                            </a:moveTo>
                            <a:cubicBezTo>
                              <a:pt x="57436" y="21050"/>
                              <a:pt x="45434" y="14288"/>
                              <a:pt x="34100" y="9049"/>
                            </a:cubicBezTo>
                            <a:cubicBezTo>
                              <a:pt x="22479" y="4001"/>
                              <a:pt x="10478" y="1524"/>
                              <a:pt x="0" y="0"/>
                            </a:cubicBezTo>
                            <a:cubicBezTo>
                              <a:pt x="9811" y="953"/>
                              <a:pt x="22193" y="4667"/>
                              <a:pt x="34004" y="10478"/>
                            </a:cubicBezTo>
                            <a:cubicBezTo>
                              <a:pt x="45529" y="16478"/>
                              <a:pt x="57912" y="23527"/>
                              <a:pt x="67342" y="3076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43" name="Forme libre : forme 11642">
                        <a:extLst>
                          <a:ext uri="{FF2B5EF4-FFF2-40B4-BE49-F238E27FC236}">
                            <a16:creationId xmlns:a16="http://schemas.microsoft.com/office/drawing/2014/main" id="{47E6F04A-1AB4-4026-AE53-EB08D1EC9F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34760" y="2878064"/>
                        <a:ext cx="21810" cy="29645"/>
                      </a:xfrm>
                      <a:custGeom>
                        <a:avLst/>
                        <a:gdLst>
                          <a:gd name="connsiteX0" fmla="*/ 20478 w 21810"/>
                          <a:gd name="connsiteY0" fmla="*/ 29632 h 29645"/>
                          <a:gd name="connsiteX1" fmla="*/ 6095 w 21810"/>
                          <a:gd name="connsiteY1" fmla="*/ 14488 h 29645"/>
                          <a:gd name="connsiteX2" fmla="*/ 1524 w 21810"/>
                          <a:gd name="connsiteY2" fmla="*/ 10 h 29645"/>
                          <a:gd name="connsiteX3" fmla="*/ 15335 w 21810"/>
                          <a:gd name="connsiteY3" fmla="*/ 14202 h 29645"/>
                          <a:gd name="connsiteX4" fmla="*/ 20478 w 21810"/>
                          <a:gd name="connsiteY4" fmla="*/ 29632 h 296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810" h="29645">
                            <a:moveTo>
                              <a:pt x="20478" y="29632"/>
                            </a:moveTo>
                            <a:cubicBezTo>
                              <a:pt x="16287" y="30109"/>
                              <a:pt x="8667" y="18012"/>
                              <a:pt x="6095" y="14488"/>
                            </a:cubicBezTo>
                            <a:cubicBezTo>
                              <a:pt x="3619" y="10868"/>
                              <a:pt x="-2953" y="391"/>
                              <a:pt x="1524" y="10"/>
                            </a:cubicBezTo>
                            <a:cubicBezTo>
                              <a:pt x="6000" y="-371"/>
                              <a:pt x="13144" y="10678"/>
                              <a:pt x="15335" y="14202"/>
                            </a:cubicBezTo>
                            <a:cubicBezTo>
                              <a:pt x="17526" y="17726"/>
                              <a:pt x="24765" y="29251"/>
                              <a:pt x="20478" y="2963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44" name="Forme libre : forme 11643">
                        <a:extLst>
                          <a:ext uri="{FF2B5EF4-FFF2-40B4-BE49-F238E27FC236}">
                            <a16:creationId xmlns:a16="http://schemas.microsoft.com/office/drawing/2014/main" id="{315EF3F4-2C10-4267-A2FE-3518AFA80D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52988" y="2903290"/>
                        <a:ext cx="6744" cy="8422"/>
                      </a:xfrm>
                      <a:custGeom>
                        <a:avLst/>
                        <a:gdLst>
                          <a:gd name="connsiteX0" fmla="*/ 6537 w 6744"/>
                          <a:gd name="connsiteY0" fmla="*/ 8121 h 8422"/>
                          <a:gd name="connsiteX1" fmla="*/ 2346 w 6744"/>
                          <a:gd name="connsiteY1" fmla="*/ 5549 h 8422"/>
                          <a:gd name="connsiteX2" fmla="*/ 250 w 6744"/>
                          <a:gd name="connsiteY2" fmla="*/ 310 h 8422"/>
                          <a:gd name="connsiteX3" fmla="*/ 4346 w 6744"/>
                          <a:gd name="connsiteY3" fmla="*/ 2787 h 8422"/>
                          <a:gd name="connsiteX4" fmla="*/ 6537 w 6744"/>
                          <a:gd name="connsiteY4" fmla="*/ 8121 h 84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744" h="8422">
                            <a:moveTo>
                              <a:pt x="6537" y="8121"/>
                            </a:moveTo>
                            <a:cubicBezTo>
                              <a:pt x="5679" y="9264"/>
                              <a:pt x="3393" y="6882"/>
                              <a:pt x="2346" y="5549"/>
                            </a:cubicBezTo>
                            <a:cubicBezTo>
                              <a:pt x="1298" y="4215"/>
                              <a:pt x="-702" y="1453"/>
                              <a:pt x="250" y="310"/>
                            </a:cubicBezTo>
                            <a:cubicBezTo>
                              <a:pt x="1107" y="-833"/>
                              <a:pt x="3298" y="1453"/>
                              <a:pt x="4346" y="2787"/>
                            </a:cubicBezTo>
                            <a:cubicBezTo>
                              <a:pt x="5394" y="4120"/>
                              <a:pt x="7394" y="6978"/>
                              <a:pt x="6537" y="812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45" name="Forme libre : forme 11644">
                        <a:extLst>
                          <a:ext uri="{FF2B5EF4-FFF2-40B4-BE49-F238E27FC236}">
                            <a16:creationId xmlns:a16="http://schemas.microsoft.com/office/drawing/2014/main" id="{7D561160-5C1A-440A-8928-9DADC78A9D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50009" y="2864068"/>
                        <a:ext cx="38267" cy="85384"/>
                      </a:xfrm>
                      <a:custGeom>
                        <a:avLst/>
                        <a:gdLst>
                          <a:gd name="connsiteX0" fmla="*/ 35805 w 38267"/>
                          <a:gd name="connsiteY0" fmla="*/ 57629 h 85384"/>
                          <a:gd name="connsiteX1" fmla="*/ 37329 w 38267"/>
                          <a:gd name="connsiteY1" fmla="*/ 83442 h 85384"/>
                          <a:gd name="connsiteX2" fmla="*/ 29042 w 38267"/>
                          <a:gd name="connsiteY2" fmla="*/ 82204 h 85384"/>
                          <a:gd name="connsiteX3" fmla="*/ 25232 w 38267"/>
                          <a:gd name="connsiteY3" fmla="*/ 71822 h 85384"/>
                          <a:gd name="connsiteX4" fmla="*/ 16183 w 38267"/>
                          <a:gd name="connsiteY4" fmla="*/ 39342 h 85384"/>
                          <a:gd name="connsiteX5" fmla="*/ 4848 w 38267"/>
                          <a:gd name="connsiteY5" fmla="*/ 16862 h 85384"/>
                          <a:gd name="connsiteX6" fmla="*/ 2753 w 38267"/>
                          <a:gd name="connsiteY6" fmla="*/ 3 h 85384"/>
                          <a:gd name="connsiteX7" fmla="*/ 20088 w 38267"/>
                          <a:gd name="connsiteY7" fmla="*/ 13910 h 85384"/>
                          <a:gd name="connsiteX8" fmla="*/ 31995 w 38267"/>
                          <a:gd name="connsiteY8" fmla="*/ 34769 h 85384"/>
                          <a:gd name="connsiteX9" fmla="*/ 35805 w 38267"/>
                          <a:gd name="connsiteY9" fmla="*/ 57629 h 853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8267" h="85384">
                            <a:moveTo>
                              <a:pt x="35805" y="57629"/>
                            </a:moveTo>
                            <a:cubicBezTo>
                              <a:pt x="37805" y="67821"/>
                              <a:pt x="39329" y="75060"/>
                              <a:pt x="37329" y="83442"/>
                            </a:cubicBezTo>
                            <a:cubicBezTo>
                              <a:pt x="36567" y="86586"/>
                              <a:pt x="31995" y="85728"/>
                              <a:pt x="29042" y="82204"/>
                            </a:cubicBezTo>
                            <a:cubicBezTo>
                              <a:pt x="26089" y="78680"/>
                              <a:pt x="25708" y="75346"/>
                              <a:pt x="25232" y="71822"/>
                            </a:cubicBezTo>
                            <a:cubicBezTo>
                              <a:pt x="23613" y="61059"/>
                              <a:pt x="20469" y="50676"/>
                              <a:pt x="16183" y="39342"/>
                            </a:cubicBezTo>
                            <a:cubicBezTo>
                              <a:pt x="14850" y="35817"/>
                              <a:pt x="9230" y="25816"/>
                              <a:pt x="4848" y="16862"/>
                            </a:cubicBezTo>
                            <a:cubicBezTo>
                              <a:pt x="467" y="7909"/>
                              <a:pt x="-2390" y="-187"/>
                              <a:pt x="2753" y="3"/>
                            </a:cubicBezTo>
                            <a:cubicBezTo>
                              <a:pt x="7896" y="194"/>
                              <a:pt x="14564" y="6480"/>
                              <a:pt x="20088" y="13910"/>
                            </a:cubicBezTo>
                            <a:cubicBezTo>
                              <a:pt x="25518" y="21435"/>
                              <a:pt x="30185" y="30102"/>
                              <a:pt x="31995" y="34769"/>
                            </a:cubicBezTo>
                            <a:cubicBezTo>
                              <a:pt x="35519" y="44390"/>
                              <a:pt x="34281" y="50010"/>
                              <a:pt x="35805" y="5762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27" name="Graphique 1">
                      <a:extLst>
                        <a:ext uri="{FF2B5EF4-FFF2-40B4-BE49-F238E27FC236}">
                          <a16:creationId xmlns:a16="http://schemas.microsoft.com/office/drawing/2014/main" id="{FAE3D5EC-4F2C-4A89-9ECD-33538E09056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286127" y="2953465"/>
                      <a:ext cx="187328" cy="97315"/>
                      <a:chOff x="2286127" y="2953465"/>
                      <a:chExt cx="187328" cy="97315"/>
                    </a:xfrm>
                    <a:solidFill>
                      <a:schemeClr val="accent1"/>
                    </a:solidFill>
                  </p:grpSpPr>
                  <p:sp>
                    <p:nvSpPr>
                      <p:cNvPr id="11622" name="Forme libre : forme 11621">
                        <a:extLst>
                          <a:ext uri="{FF2B5EF4-FFF2-40B4-BE49-F238E27FC236}">
                            <a16:creationId xmlns:a16="http://schemas.microsoft.com/office/drawing/2014/main" id="{A7C2A25F-2612-4AFB-9D54-3D7131416A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86127" y="2953465"/>
                        <a:ext cx="187328" cy="97315"/>
                      </a:xfrm>
                      <a:custGeom>
                        <a:avLst/>
                        <a:gdLst>
                          <a:gd name="connsiteX0" fmla="*/ 131798 w 187328"/>
                          <a:gd name="connsiteY0" fmla="*/ 91582 h 97315"/>
                          <a:gd name="connsiteX1" fmla="*/ 88364 w 187328"/>
                          <a:gd name="connsiteY1" fmla="*/ 97297 h 97315"/>
                          <a:gd name="connsiteX2" fmla="*/ 39501 w 187328"/>
                          <a:gd name="connsiteY2" fmla="*/ 86534 h 97315"/>
                          <a:gd name="connsiteX3" fmla="*/ 23880 w 187328"/>
                          <a:gd name="connsiteY3" fmla="*/ 76533 h 97315"/>
                          <a:gd name="connsiteX4" fmla="*/ 14260 w 187328"/>
                          <a:gd name="connsiteY4" fmla="*/ 66150 h 97315"/>
                          <a:gd name="connsiteX5" fmla="*/ 3782 w 187328"/>
                          <a:gd name="connsiteY5" fmla="*/ 47291 h 97315"/>
                          <a:gd name="connsiteX6" fmla="*/ 449 w 187328"/>
                          <a:gd name="connsiteY6" fmla="*/ 12811 h 97315"/>
                          <a:gd name="connsiteX7" fmla="*/ 17975 w 187328"/>
                          <a:gd name="connsiteY7" fmla="*/ 237 h 97315"/>
                          <a:gd name="connsiteX8" fmla="*/ 48550 w 187328"/>
                          <a:gd name="connsiteY8" fmla="*/ 9286 h 97315"/>
                          <a:gd name="connsiteX9" fmla="*/ 55408 w 187328"/>
                          <a:gd name="connsiteY9" fmla="*/ 12429 h 97315"/>
                          <a:gd name="connsiteX10" fmla="*/ 61599 w 187328"/>
                          <a:gd name="connsiteY10" fmla="*/ 14715 h 97315"/>
                          <a:gd name="connsiteX11" fmla="*/ 66743 w 187328"/>
                          <a:gd name="connsiteY11" fmla="*/ 16811 h 97315"/>
                          <a:gd name="connsiteX12" fmla="*/ 70934 w 187328"/>
                          <a:gd name="connsiteY12" fmla="*/ 17954 h 97315"/>
                          <a:gd name="connsiteX13" fmla="*/ 89127 w 187328"/>
                          <a:gd name="connsiteY13" fmla="*/ 20621 h 97315"/>
                          <a:gd name="connsiteX14" fmla="*/ 112368 w 187328"/>
                          <a:gd name="connsiteY14" fmla="*/ 18716 h 97315"/>
                          <a:gd name="connsiteX15" fmla="*/ 143419 w 187328"/>
                          <a:gd name="connsiteY15" fmla="*/ 17001 h 97315"/>
                          <a:gd name="connsiteX16" fmla="*/ 173328 w 187328"/>
                          <a:gd name="connsiteY16" fmla="*/ 21954 h 97315"/>
                          <a:gd name="connsiteX17" fmla="*/ 187139 w 187328"/>
                          <a:gd name="connsiteY17" fmla="*/ 37956 h 97315"/>
                          <a:gd name="connsiteX18" fmla="*/ 131798 w 187328"/>
                          <a:gd name="connsiteY18" fmla="*/ 91582 h 97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87328" h="97315">
                            <a:moveTo>
                              <a:pt x="131798" y="91582"/>
                            </a:moveTo>
                            <a:cubicBezTo>
                              <a:pt x="122083" y="94535"/>
                              <a:pt x="105890" y="97583"/>
                              <a:pt x="88364" y="97297"/>
                            </a:cubicBezTo>
                            <a:cubicBezTo>
                              <a:pt x="70934" y="97297"/>
                              <a:pt x="51788" y="92820"/>
                              <a:pt x="39501" y="86534"/>
                            </a:cubicBezTo>
                            <a:cubicBezTo>
                              <a:pt x="33786" y="83962"/>
                              <a:pt x="28547" y="80247"/>
                              <a:pt x="23880" y="76533"/>
                            </a:cubicBezTo>
                            <a:cubicBezTo>
                              <a:pt x="19594" y="72913"/>
                              <a:pt x="17118" y="69579"/>
                              <a:pt x="14260" y="66150"/>
                            </a:cubicBezTo>
                            <a:cubicBezTo>
                              <a:pt x="8354" y="59292"/>
                              <a:pt x="5973" y="53196"/>
                              <a:pt x="3782" y="47291"/>
                            </a:cubicBezTo>
                            <a:cubicBezTo>
                              <a:pt x="-789" y="35385"/>
                              <a:pt x="-218" y="24431"/>
                              <a:pt x="449" y="12811"/>
                            </a:cubicBezTo>
                            <a:cubicBezTo>
                              <a:pt x="1115" y="4714"/>
                              <a:pt x="10260" y="-1287"/>
                              <a:pt x="17975" y="237"/>
                            </a:cubicBezTo>
                            <a:cubicBezTo>
                              <a:pt x="29024" y="2333"/>
                              <a:pt x="39120" y="5762"/>
                              <a:pt x="48550" y="9286"/>
                            </a:cubicBezTo>
                            <a:cubicBezTo>
                              <a:pt x="50836" y="10239"/>
                              <a:pt x="53217" y="11382"/>
                              <a:pt x="55408" y="12429"/>
                            </a:cubicBezTo>
                            <a:cubicBezTo>
                              <a:pt x="57503" y="13096"/>
                              <a:pt x="59599" y="13858"/>
                              <a:pt x="61599" y="14715"/>
                            </a:cubicBezTo>
                            <a:cubicBezTo>
                              <a:pt x="63504" y="15478"/>
                              <a:pt x="65695" y="17001"/>
                              <a:pt x="66743" y="16811"/>
                            </a:cubicBezTo>
                            <a:cubicBezTo>
                              <a:pt x="67790" y="17192"/>
                              <a:pt x="69410" y="17382"/>
                              <a:pt x="70934" y="17954"/>
                            </a:cubicBezTo>
                            <a:cubicBezTo>
                              <a:pt x="74363" y="18906"/>
                              <a:pt x="81030" y="20430"/>
                              <a:pt x="89127" y="20621"/>
                            </a:cubicBezTo>
                            <a:cubicBezTo>
                              <a:pt x="97128" y="20907"/>
                              <a:pt x="106176" y="19859"/>
                              <a:pt x="112368" y="18716"/>
                            </a:cubicBezTo>
                            <a:cubicBezTo>
                              <a:pt x="123893" y="16716"/>
                              <a:pt x="133799" y="16335"/>
                              <a:pt x="143419" y="17001"/>
                            </a:cubicBezTo>
                            <a:cubicBezTo>
                              <a:pt x="153135" y="17859"/>
                              <a:pt x="162660" y="19859"/>
                              <a:pt x="173328" y="21954"/>
                            </a:cubicBezTo>
                            <a:cubicBezTo>
                              <a:pt x="180757" y="23574"/>
                              <a:pt x="188663" y="30432"/>
                              <a:pt x="187139" y="37956"/>
                            </a:cubicBezTo>
                            <a:cubicBezTo>
                              <a:pt x="182471" y="59292"/>
                              <a:pt x="168184" y="80152"/>
                              <a:pt x="131798" y="9158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23" name="Forme libre : forme 11622">
                        <a:extLst>
                          <a:ext uri="{FF2B5EF4-FFF2-40B4-BE49-F238E27FC236}">
                            <a16:creationId xmlns:a16="http://schemas.microsoft.com/office/drawing/2014/main" id="{D9DCE51C-6A9B-434D-9AC1-48F054856E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86192" y="2957702"/>
                        <a:ext cx="186978" cy="93014"/>
                      </a:xfrm>
                      <a:custGeom>
                        <a:avLst/>
                        <a:gdLst>
                          <a:gd name="connsiteX0" fmla="*/ 61915 w 186978"/>
                          <a:gd name="connsiteY0" fmla="*/ 61817 h 93014"/>
                          <a:gd name="connsiteX1" fmla="*/ 39055 w 186978"/>
                          <a:gd name="connsiteY1" fmla="*/ 52102 h 93014"/>
                          <a:gd name="connsiteX2" fmla="*/ 29911 w 186978"/>
                          <a:gd name="connsiteY2" fmla="*/ 44291 h 93014"/>
                          <a:gd name="connsiteX3" fmla="*/ 22196 w 186978"/>
                          <a:gd name="connsiteY3" fmla="*/ 35909 h 93014"/>
                          <a:gd name="connsiteX4" fmla="*/ 4955 w 186978"/>
                          <a:gd name="connsiteY4" fmla="*/ 0 h 93014"/>
                          <a:gd name="connsiteX5" fmla="*/ 479 w 186978"/>
                          <a:gd name="connsiteY5" fmla="*/ 8477 h 93014"/>
                          <a:gd name="connsiteX6" fmla="*/ 3 w 186978"/>
                          <a:gd name="connsiteY6" fmla="*/ 20384 h 93014"/>
                          <a:gd name="connsiteX7" fmla="*/ 9718 w 186978"/>
                          <a:gd name="connsiteY7" fmla="*/ 55817 h 93014"/>
                          <a:gd name="connsiteX8" fmla="*/ 20481 w 186978"/>
                          <a:gd name="connsiteY8" fmla="*/ 68961 h 93014"/>
                          <a:gd name="connsiteX9" fmla="*/ 28959 w 186978"/>
                          <a:gd name="connsiteY9" fmla="*/ 76010 h 93014"/>
                          <a:gd name="connsiteX10" fmla="*/ 39531 w 186978"/>
                          <a:gd name="connsiteY10" fmla="*/ 82201 h 93014"/>
                          <a:gd name="connsiteX11" fmla="*/ 55533 w 186978"/>
                          <a:gd name="connsiteY11" fmla="*/ 88392 h 93014"/>
                          <a:gd name="connsiteX12" fmla="*/ 93062 w 186978"/>
                          <a:gd name="connsiteY12" fmla="*/ 92964 h 93014"/>
                          <a:gd name="connsiteX13" fmla="*/ 125637 w 186978"/>
                          <a:gd name="connsiteY13" fmla="*/ 88868 h 93014"/>
                          <a:gd name="connsiteX14" fmla="*/ 131733 w 186978"/>
                          <a:gd name="connsiteY14" fmla="*/ 87249 h 93014"/>
                          <a:gd name="connsiteX15" fmla="*/ 162594 w 186978"/>
                          <a:gd name="connsiteY15" fmla="*/ 71914 h 93014"/>
                          <a:gd name="connsiteX16" fmla="*/ 183930 w 186978"/>
                          <a:gd name="connsiteY16" fmla="*/ 43720 h 93014"/>
                          <a:gd name="connsiteX17" fmla="*/ 186978 w 186978"/>
                          <a:gd name="connsiteY17" fmla="*/ 33719 h 93014"/>
                          <a:gd name="connsiteX18" fmla="*/ 186978 w 186978"/>
                          <a:gd name="connsiteY18" fmla="*/ 33338 h 93014"/>
                          <a:gd name="connsiteX19" fmla="*/ 127828 w 186978"/>
                          <a:gd name="connsiteY19" fmla="*/ 59246 h 93014"/>
                          <a:gd name="connsiteX20" fmla="*/ 61915 w 186978"/>
                          <a:gd name="connsiteY20" fmla="*/ 61817 h 930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86978" h="93014">
                            <a:moveTo>
                              <a:pt x="61915" y="61817"/>
                            </a:moveTo>
                            <a:cubicBezTo>
                              <a:pt x="54200" y="59912"/>
                              <a:pt x="46199" y="57150"/>
                              <a:pt x="39055" y="52102"/>
                            </a:cubicBezTo>
                            <a:cubicBezTo>
                              <a:pt x="35436" y="49816"/>
                              <a:pt x="32959" y="46958"/>
                              <a:pt x="29911" y="44291"/>
                            </a:cubicBezTo>
                            <a:cubicBezTo>
                              <a:pt x="27054" y="41529"/>
                              <a:pt x="24196" y="38862"/>
                              <a:pt x="22196" y="35909"/>
                            </a:cubicBezTo>
                            <a:cubicBezTo>
                              <a:pt x="13147" y="24384"/>
                              <a:pt x="7337" y="12002"/>
                              <a:pt x="4955" y="0"/>
                            </a:cubicBezTo>
                            <a:cubicBezTo>
                              <a:pt x="2479" y="2286"/>
                              <a:pt x="764" y="5144"/>
                              <a:pt x="479" y="8477"/>
                            </a:cubicBezTo>
                            <a:cubicBezTo>
                              <a:pt x="98" y="12478"/>
                              <a:pt x="3" y="16383"/>
                              <a:pt x="3" y="20384"/>
                            </a:cubicBezTo>
                            <a:cubicBezTo>
                              <a:pt x="-93" y="31623"/>
                              <a:pt x="2479" y="43053"/>
                              <a:pt x="9718" y="55817"/>
                            </a:cubicBezTo>
                            <a:cubicBezTo>
                              <a:pt x="12671" y="60103"/>
                              <a:pt x="16290" y="64484"/>
                              <a:pt x="20481" y="68961"/>
                            </a:cubicBezTo>
                            <a:cubicBezTo>
                              <a:pt x="22196" y="71152"/>
                              <a:pt x="25815" y="73628"/>
                              <a:pt x="28959" y="76010"/>
                            </a:cubicBezTo>
                            <a:cubicBezTo>
                              <a:pt x="32292" y="78486"/>
                              <a:pt x="35817" y="80296"/>
                              <a:pt x="39531" y="82201"/>
                            </a:cubicBezTo>
                            <a:cubicBezTo>
                              <a:pt x="44103" y="84677"/>
                              <a:pt x="49437" y="86392"/>
                              <a:pt x="55533" y="88392"/>
                            </a:cubicBezTo>
                            <a:cubicBezTo>
                              <a:pt x="67154" y="91535"/>
                              <a:pt x="80679" y="93345"/>
                              <a:pt x="93062" y="92964"/>
                            </a:cubicBezTo>
                            <a:cubicBezTo>
                              <a:pt x="105444" y="92678"/>
                              <a:pt x="117065" y="90964"/>
                              <a:pt x="125637" y="88868"/>
                            </a:cubicBezTo>
                            <a:cubicBezTo>
                              <a:pt x="127828" y="88297"/>
                              <a:pt x="129923" y="87725"/>
                              <a:pt x="131733" y="87249"/>
                            </a:cubicBezTo>
                            <a:cubicBezTo>
                              <a:pt x="144687" y="83439"/>
                              <a:pt x="154784" y="78010"/>
                              <a:pt x="162594" y="71914"/>
                            </a:cubicBezTo>
                            <a:cubicBezTo>
                              <a:pt x="173262" y="63341"/>
                              <a:pt x="179835" y="53816"/>
                              <a:pt x="183930" y="43720"/>
                            </a:cubicBezTo>
                            <a:cubicBezTo>
                              <a:pt x="185169" y="40386"/>
                              <a:pt x="186216" y="37052"/>
                              <a:pt x="186978" y="33719"/>
                            </a:cubicBezTo>
                            <a:lnTo>
                              <a:pt x="186978" y="33338"/>
                            </a:lnTo>
                            <a:cubicBezTo>
                              <a:pt x="168976" y="44768"/>
                              <a:pt x="148973" y="53721"/>
                              <a:pt x="127828" y="59246"/>
                            </a:cubicBezTo>
                            <a:cubicBezTo>
                              <a:pt x="106587" y="64389"/>
                              <a:pt x="84299" y="66580"/>
                              <a:pt x="61915" y="6181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24" name="Forme libre : forme 11623">
                        <a:extLst>
                          <a:ext uri="{FF2B5EF4-FFF2-40B4-BE49-F238E27FC236}">
                            <a16:creationId xmlns:a16="http://schemas.microsoft.com/office/drawing/2014/main" id="{8440F6C7-67A1-4EC9-8802-F75C31BE21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1981" y="2998001"/>
                        <a:ext cx="94608" cy="28496"/>
                      </a:xfrm>
                      <a:custGeom>
                        <a:avLst/>
                        <a:gdLst>
                          <a:gd name="connsiteX0" fmla="*/ 94232 w 94608"/>
                          <a:gd name="connsiteY0" fmla="*/ 3517 h 28496"/>
                          <a:gd name="connsiteX1" fmla="*/ 78040 w 94608"/>
                          <a:gd name="connsiteY1" fmla="*/ 19709 h 28496"/>
                          <a:gd name="connsiteX2" fmla="*/ 46988 w 94608"/>
                          <a:gd name="connsiteY2" fmla="*/ 28186 h 28496"/>
                          <a:gd name="connsiteX3" fmla="*/ 16508 w 94608"/>
                          <a:gd name="connsiteY3" fmla="*/ 24853 h 28496"/>
                          <a:gd name="connsiteX4" fmla="*/ 3554 w 94608"/>
                          <a:gd name="connsiteY4" fmla="*/ 17519 h 28496"/>
                          <a:gd name="connsiteX5" fmla="*/ 316 w 94608"/>
                          <a:gd name="connsiteY5" fmla="*/ 9232 h 28496"/>
                          <a:gd name="connsiteX6" fmla="*/ 19652 w 94608"/>
                          <a:gd name="connsiteY6" fmla="*/ 4184 h 28496"/>
                          <a:gd name="connsiteX7" fmla="*/ 44607 w 94608"/>
                          <a:gd name="connsiteY7" fmla="*/ 3421 h 28496"/>
                          <a:gd name="connsiteX8" fmla="*/ 71944 w 94608"/>
                          <a:gd name="connsiteY8" fmla="*/ 850 h 28496"/>
                          <a:gd name="connsiteX9" fmla="*/ 94232 w 94608"/>
                          <a:gd name="connsiteY9" fmla="*/ 3517 h 28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4608" h="28496">
                            <a:moveTo>
                              <a:pt x="94232" y="3517"/>
                            </a:moveTo>
                            <a:cubicBezTo>
                              <a:pt x="96423" y="7994"/>
                              <a:pt x="88803" y="14756"/>
                              <a:pt x="78040" y="19709"/>
                            </a:cubicBezTo>
                            <a:cubicBezTo>
                              <a:pt x="67467" y="24853"/>
                              <a:pt x="53941" y="27615"/>
                              <a:pt x="46988" y="28186"/>
                            </a:cubicBezTo>
                            <a:cubicBezTo>
                              <a:pt x="40130" y="28949"/>
                              <a:pt x="27176" y="28472"/>
                              <a:pt x="16508" y="24853"/>
                            </a:cubicBezTo>
                            <a:cubicBezTo>
                              <a:pt x="11174" y="22853"/>
                              <a:pt x="6507" y="20567"/>
                              <a:pt x="3554" y="17519"/>
                            </a:cubicBezTo>
                            <a:cubicBezTo>
                              <a:pt x="602" y="14852"/>
                              <a:pt x="-637" y="11899"/>
                              <a:pt x="316" y="9232"/>
                            </a:cubicBezTo>
                            <a:cubicBezTo>
                              <a:pt x="2316" y="4184"/>
                              <a:pt x="10603" y="4279"/>
                              <a:pt x="19652" y="4184"/>
                            </a:cubicBezTo>
                            <a:cubicBezTo>
                              <a:pt x="28795" y="3993"/>
                              <a:pt x="39082" y="3898"/>
                              <a:pt x="44607" y="3421"/>
                            </a:cubicBezTo>
                            <a:cubicBezTo>
                              <a:pt x="50036" y="3326"/>
                              <a:pt x="61466" y="2088"/>
                              <a:pt x="71944" y="850"/>
                            </a:cubicBezTo>
                            <a:cubicBezTo>
                              <a:pt x="82421" y="-103"/>
                              <a:pt x="92041" y="-1246"/>
                              <a:pt x="94232" y="351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25" name="Forme libre : forme 11624">
                        <a:extLst>
                          <a:ext uri="{FF2B5EF4-FFF2-40B4-BE49-F238E27FC236}">
                            <a16:creationId xmlns:a16="http://schemas.microsoft.com/office/drawing/2014/main" id="{334EBC08-1818-4F00-9875-4A9FE27AC5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1884" y="3002470"/>
                        <a:ext cx="69278" cy="24026"/>
                      </a:xfrm>
                      <a:custGeom>
                        <a:avLst/>
                        <a:gdLst>
                          <a:gd name="connsiteX0" fmla="*/ 21463 w 69278"/>
                          <a:gd name="connsiteY0" fmla="*/ 0 h 24026"/>
                          <a:gd name="connsiteX1" fmla="*/ 32 w 69278"/>
                          <a:gd name="connsiteY1" fmla="*/ 4572 h 24026"/>
                          <a:gd name="connsiteX2" fmla="*/ 16701 w 69278"/>
                          <a:gd name="connsiteY2" fmla="*/ 20288 h 24026"/>
                          <a:gd name="connsiteX3" fmla="*/ 47752 w 69278"/>
                          <a:gd name="connsiteY3" fmla="*/ 23717 h 24026"/>
                          <a:gd name="connsiteX4" fmla="*/ 69279 w 69278"/>
                          <a:gd name="connsiteY4" fmla="*/ 18479 h 24026"/>
                          <a:gd name="connsiteX5" fmla="*/ 57658 w 69278"/>
                          <a:gd name="connsiteY5" fmla="*/ 20003 h 24026"/>
                          <a:gd name="connsiteX6" fmla="*/ 32322 w 69278"/>
                          <a:gd name="connsiteY6" fmla="*/ 14478 h 24026"/>
                          <a:gd name="connsiteX7" fmla="*/ 21463 w 69278"/>
                          <a:gd name="connsiteY7" fmla="*/ 0 h 24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9278" h="24026">
                            <a:moveTo>
                              <a:pt x="21463" y="0"/>
                            </a:moveTo>
                            <a:cubicBezTo>
                              <a:pt x="15844" y="1429"/>
                              <a:pt x="794" y="-2000"/>
                              <a:pt x="32" y="4572"/>
                            </a:cubicBezTo>
                            <a:cubicBezTo>
                              <a:pt x="-539" y="10478"/>
                              <a:pt x="6604" y="16573"/>
                              <a:pt x="16701" y="20288"/>
                            </a:cubicBezTo>
                            <a:cubicBezTo>
                              <a:pt x="26702" y="23717"/>
                              <a:pt x="39085" y="24574"/>
                              <a:pt x="47752" y="23717"/>
                            </a:cubicBezTo>
                            <a:cubicBezTo>
                              <a:pt x="52896" y="23431"/>
                              <a:pt x="64040" y="20764"/>
                              <a:pt x="69279" y="18479"/>
                            </a:cubicBezTo>
                            <a:cubicBezTo>
                              <a:pt x="66136" y="19050"/>
                              <a:pt x="60802" y="20383"/>
                              <a:pt x="57658" y="20003"/>
                            </a:cubicBezTo>
                            <a:cubicBezTo>
                              <a:pt x="48895" y="19717"/>
                              <a:pt x="39275" y="18097"/>
                              <a:pt x="32322" y="14478"/>
                            </a:cubicBezTo>
                            <a:cubicBezTo>
                              <a:pt x="25178" y="11144"/>
                              <a:pt x="20987" y="5810"/>
                              <a:pt x="21463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26" name="Forme libre : forme 11625">
                        <a:extLst>
                          <a:ext uri="{FF2B5EF4-FFF2-40B4-BE49-F238E27FC236}">
                            <a16:creationId xmlns:a16="http://schemas.microsoft.com/office/drawing/2014/main" id="{22511C0A-DE68-4AF2-A522-C1D2F5F26F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6147" y="2998074"/>
                        <a:ext cx="95941" cy="31334"/>
                      </a:xfrm>
                      <a:custGeom>
                        <a:avLst/>
                        <a:gdLst>
                          <a:gd name="connsiteX0" fmla="*/ 95876 w 95941"/>
                          <a:gd name="connsiteY0" fmla="*/ 3635 h 31334"/>
                          <a:gd name="connsiteX1" fmla="*/ 78826 w 95941"/>
                          <a:gd name="connsiteY1" fmla="*/ 20970 h 31334"/>
                          <a:gd name="connsiteX2" fmla="*/ 48251 w 95941"/>
                          <a:gd name="connsiteY2" fmla="*/ 30590 h 31334"/>
                          <a:gd name="connsiteX3" fmla="*/ 17295 w 95941"/>
                          <a:gd name="connsiteY3" fmla="*/ 28495 h 31334"/>
                          <a:gd name="connsiteX4" fmla="*/ 150 w 95941"/>
                          <a:gd name="connsiteY4" fmla="*/ 13540 h 31334"/>
                          <a:gd name="connsiteX5" fmla="*/ 6817 w 95941"/>
                          <a:gd name="connsiteY5" fmla="*/ 8778 h 31334"/>
                          <a:gd name="connsiteX6" fmla="*/ 19676 w 95941"/>
                          <a:gd name="connsiteY6" fmla="*/ 7540 h 31334"/>
                          <a:gd name="connsiteX7" fmla="*/ 45203 w 95941"/>
                          <a:gd name="connsiteY7" fmla="*/ 5920 h 31334"/>
                          <a:gd name="connsiteX8" fmla="*/ 73969 w 95941"/>
                          <a:gd name="connsiteY8" fmla="*/ 1729 h 31334"/>
                          <a:gd name="connsiteX9" fmla="*/ 95876 w 95941"/>
                          <a:gd name="connsiteY9" fmla="*/ 3635 h 3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5941" h="31334">
                            <a:moveTo>
                              <a:pt x="95876" y="3635"/>
                            </a:moveTo>
                            <a:cubicBezTo>
                              <a:pt x="96733" y="8969"/>
                              <a:pt x="89113" y="15731"/>
                              <a:pt x="78826" y="20970"/>
                            </a:cubicBezTo>
                            <a:cubicBezTo>
                              <a:pt x="68635" y="26399"/>
                              <a:pt x="55680" y="29447"/>
                              <a:pt x="48251" y="30590"/>
                            </a:cubicBezTo>
                            <a:cubicBezTo>
                              <a:pt x="40726" y="31733"/>
                              <a:pt x="27963" y="31924"/>
                              <a:pt x="17295" y="28495"/>
                            </a:cubicBezTo>
                            <a:cubicBezTo>
                              <a:pt x="6532" y="25447"/>
                              <a:pt x="-1184" y="19065"/>
                              <a:pt x="150" y="13540"/>
                            </a:cubicBezTo>
                            <a:cubicBezTo>
                              <a:pt x="721" y="10778"/>
                              <a:pt x="3388" y="9349"/>
                              <a:pt x="6817" y="8778"/>
                            </a:cubicBezTo>
                            <a:cubicBezTo>
                              <a:pt x="10437" y="7730"/>
                              <a:pt x="14818" y="8016"/>
                              <a:pt x="19676" y="7540"/>
                            </a:cubicBezTo>
                            <a:cubicBezTo>
                              <a:pt x="29201" y="7349"/>
                              <a:pt x="40060" y="6397"/>
                              <a:pt x="45203" y="5920"/>
                            </a:cubicBezTo>
                            <a:cubicBezTo>
                              <a:pt x="50346" y="5254"/>
                              <a:pt x="62824" y="3825"/>
                              <a:pt x="73969" y="1729"/>
                            </a:cubicBezTo>
                            <a:cubicBezTo>
                              <a:pt x="85018" y="-176"/>
                              <a:pt x="95114" y="-1604"/>
                              <a:pt x="95876" y="363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27" name="Forme libre : forme 11626">
                        <a:extLst>
                          <a:ext uri="{FF2B5EF4-FFF2-40B4-BE49-F238E27FC236}">
                            <a16:creationId xmlns:a16="http://schemas.microsoft.com/office/drawing/2014/main" id="{E219B389-FF40-48BA-80D9-A89DC3780A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5136" y="2973867"/>
                        <a:ext cx="114650" cy="70076"/>
                      </a:xfrm>
                      <a:custGeom>
                        <a:avLst/>
                        <a:gdLst>
                          <a:gd name="connsiteX0" fmla="*/ 2204 w 114650"/>
                          <a:gd name="connsiteY0" fmla="*/ 5838 h 70076"/>
                          <a:gd name="connsiteX1" fmla="*/ 1728 w 114650"/>
                          <a:gd name="connsiteY1" fmla="*/ 23364 h 70076"/>
                          <a:gd name="connsiteX2" fmla="*/ 6395 w 114650"/>
                          <a:gd name="connsiteY2" fmla="*/ 34985 h 70076"/>
                          <a:gd name="connsiteX3" fmla="*/ 13253 w 114650"/>
                          <a:gd name="connsiteY3" fmla="*/ 46510 h 70076"/>
                          <a:gd name="connsiteX4" fmla="*/ 41161 w 114650"/>
                          <a:gd name="connsiteY4" fmla="*/ 65465 h 70076"/>
                          <a:gd name="connsiteX5" fmla="*/ 98597 w 114650"/>
                          <a:gd name="connsiteY5" fmla="*/ 64417 h 70076"/>
                          <a:gd name="connsiteX6" fmla="*/ 113456 w 114650"/>
                          <a:gd name="connsiteY6" fmla="*/ 46986 h 70076"/>
                          <a:gd name="connsiteX7" fmla="*/ 96787 w 114650"/>
                          <a:gd name="connsiteY7" fmla="*/ 44891 h 70076"/>
                          <a:gd name="connsiteX8" fmla="*/ 56020 w 114650"/>
                          <a:gd name="connsiteY8" fmla="*/ 31746 h 70076"/>
                          <a:gd name="connsiteX9" fmla="*/ 43257 w 114650"/>
                          <a:gd name="connsiteY9" fmla="*/ 18602 h 70076"/>
                          <a:gd name="connsiteX10" fmla="*/ 30874 w 114650"/>
                          <a:gd name="connsiteY10" fmla="*/ 6124 h 70076"/>
                          <a:gd name="connsiteX11" fmla="*/ 14206 w 114650"/>
                          <a:gd name="connsiteY11" fmla="*/ 28 h 70076"/>
                          <a:gd name="connsiteX12" fmla="*/ 2204 w 114650"/>
                          <a:gd name="connsiteY12" fmla="*/ 5838 h 70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14650" h="70076">
                            <a:moveTo>
                              <a:pt x="2204" y="5838"/>
                            </a:moveTo>
                            <a:cubicBezTo>
                              <a:pt x="-749" y="11934"/>
                              <a:pt x="-558" y="14982"/>
                              <a:pt x="1728" y="23364"/>
                            </a:cubicBezTo>
                            <a:cubicBezTo>
                              <a:pt x="2680" y="27365"/>
                              <a:pt x="4681" y="31080"/>
                              <a:pt x="6395" y="34985"/>
                            </a:cubicBezTo>
                            <a:cubicBezTo>
                              <a:pt x="8491" y="38795"/>
                              <a:pt x="9729" y="42700"/>
                              <a:pt x="13253" y="46510"/>
                            </a:cubicBezTo>
                            <a:cubicBezTo>
                              <a:pt x="19920" y="54606"/>
                              <a:pt x="29065" y="60893"/>
                              <a:pt x="41161" y="65465"/>
                            </a:cubicBezTo>
                            <a:cubicBezTo>
                              <a:pt x="61354" y="72704"/>
                              <a:pt x="84310" y="70704"/>
                              <a:pt x="98597" y="64417"/>
                            </a:cubicBezTo>
                            <a:cubicBezTo>
                              <a:pt x="109551" y="59845"/>
                              <a:pt x="117837" y="52130"/>
                              <a:pt x="113456" y="46986"/>
                            </a:cubicBezTo>
                            <a:cubicBezTo>
                              <a:pt x="110884" y="43938"/>
                              <a:pt x="103169" y="45367"/>
                              <a:pt x="96787" y="44891"/>
                            </a:cubicBezTo>
                            <a:cubicBezTo>
                              <a:pt x="81928" y="43462"/>
                              <a:pt x="67450" y="40605"/>
                              <a:pt x="56020" y="31746"/>
                            </a:cubicBezTo>
                            <a:cubicBezTo>
                              <a:pt x="51258" y="27936"/>
                              <a:pt x="47067" y="23079"/>
                              <a:pt x="43257" y="18602"/>
                            </a:cubicBezTo>
                            <a:cubicBezTo>
                              <a:pt x="39256" y="13839"/>
                              <a:pt x="36970" y="10601"/>
                              <a:pt x="30874" y="6124"/>
                            </a:cubicBezTo>
                            <a:cubicBezTo>
                              <a:pt x="25636" y="2981"/>
                              <a:pt x="19540" y="218"/>
                              <a:pt x="14206" y="28"/>
                            </a:cubicBezTo>
                            <a:cubicBezTo>
                              <a:pt x="8967" y="-258"/>
                              <a:pt x="4204" y="1647"/>
                              <a:pt x="2204" y="583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28" name="Forme libre : forme 11627">
                        <a:extLst>
                          <a:ext uri="{FF2B5EF4-FFF2-40B4-BE49-F238E27FC236}">
                            <a16:creationId xmlns:a16="http://schemas.microsoft.com/office/drawing/2014/main" id="{6DDB1EBE-FCE8-4E4A-A694-434EB449D4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30306" y="2987484"/>
                        <a:ext cx="32078" cy="12656"/>
                      </a:xfrm>
                      <a:custGeom>
                        <a:avLst/>
                        <a:gdLst>
                          <a:gd name="connsiteX0" fmla="*/ 4751 w 32078"/>
                          <a:gd name="connsiteY0" fmla="*/ 508 h 12656"/>
                          <a:gd name="connsiteX1" fmla="*/ 655 w 32078"/>
                          <a:gd name="connsiteY1" fmla="*/ 317 h 12656"/>
                          <a:gd name="connsiteX2" fmla="*/ 1132 w 32078"/>
                          <a:gd name="connsiteY2" fmla="*/ 3937 h 12656"/>
                          <a:gd name="connsiteX3" fmla="*/ 6180 w 32078"/>
                          <a:gd name="connsiteY3" fmla="*/ 7937 h 12656"/>
                          <a:gd name="connsiteX4" fmla="*/ 13419 w 32078"/>
                          <a:gd name="connsiteY4" fmla="*/ 10890 h 12656"/>
                          <a:gd name="connsiteX5" fmla="*/ 20943 w 32078"/>
                          <a:gd name="connsiteY5" fmla="*/ 12414 h 12656"/>
                          <a:gd name="connsiteX6" fmla="*/ 26659 w 32078"/>
                          <a:gd name="connsiteY6" fmla="*/ 12319 h 12656"/>
                          <a:gd name="connsiteX7" fmla="*/ 25706 w 32078"/>
                          <a:gd name="connsiteY7" fmla="*/ 3365 h 12656"/>
                          <a:gd name="connsiteX8" fmla="*/ 4751 w 32078"/>
                          <a:gd name="connsiteY8" fmla="*/ 508 h 126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2078" h="12656">
                            <a:moveTo>
                              <a:pt x="4751" y="508"/>
                            </a:moveTo>
                            <a:cubicBezTo>
                              <a:pt x="3037" y="31"/>
                              <a:pt x="1893" y="-254"/>
                              <a:pt x="655" y="317"/>
                            </a:cubicBezTo>
                            <a:cubicBezTo>
                              <a:pt x="-488" y="889"/>
                              <a:pt x="-11" y="2413"/>
                              <a:pt x="1132" y="3937"/>
                            </a:cubicBezTo>
                            <a:cubicBezTo>
                              <a:pt x="2275" y="5556"/>
                              <a:pt x="4370" y="7175"/>
                              <a:pt x="6180" y="7937"/>
                            </a:cubicBezTo>
                            <a:cubicBezTo>
                              <a:pt x="8371" y="9175"/>
                              <a:pt x="10847" y="10223"/>
                              <a:pt x="13419" y="10890"/>
                            </a:cubicBezTo>
                            <a:cubicBezTo>
                              <a:pt x="15895" y="11747"/>
                              <a:pt x="18467" y="12223"/>
                              <a:pt x="20943" y="12414"/>
                            </a:cubicBezTo>
                            <a:cubicBezTo>
                              <a:pt x="22944" y="12604"/>
                              <a:pt x="24849" y="12890"/>
                              <a:pt x="26659" y="12319"/>
                            </a:cubicBezTo>
                            <a:cubicBezTo>
                              <a:pt x="33898" y="10318"/>
                              <a:pt x="34183" y="4699"/>
                              <a:pt x="25706" y="3365"/>
                            </a:cubicBezTo>
                            <a:cubicBezTo>
                              <a:pt x="19039" y="2127"/>
                              <a:pt x="11704" y="2127"/>
                              <a:pt x="4751" y="50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29" name="Forme libre : forme 11628">
                        <a:extLst>
                          <a:ext uri="{FF2B5EF4-FFF2-40B4-BE49-F238E27FC236}">
                            <a16:creationId xmlns:a16="http://schemas.microsoft.com/office/drawing/2014/main" id="{F8850230-C579-44DD-841D-F0912A5B57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20306" y="2990659"/>
                        <a:ext cx="48962" cy="52101"/>
                      </a:xfrm>
                      <a:custGeom>
                        <a:avLst/>
                        <a:gdLst>
                          <a:gd name="connsiteX0" fmla="*/ 48959 w 48962"/>
                          <a:gd name="connsiteY0" fmla="*/ 0 h 52101"/>
                          <a:gd name="connsiteX1" fmla="*/ 44863 w 48962"/>
                          <a:gd name="connsiteY1" fmla="*/ 13811 h 52101"/>
                          <a:gd name="connsiteX2" fmla="*/ 33433 w 48962"/>
                          <a:gd name="connsiteY2" fmla="*/ 28480 h 52101"/>
                          <a:gd name="connsiteX3" fmla="*/ 0 w 48962"/>
                          <a:gd name="connsiteY3" fmla="*/ 52102 h 52101"/>
                          <a:gd name="connsiteX4" fmla="*/ 48959 w 48962"/>
                          <a:gd name="connsiteY4" fmla="*/ 0 h 521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8962" h="52101">
                            <a:moveTo>
                              <a:pt x="48959" y="0"/>
                            </a:moveTo>
                            <a:cubicBezTo>
                              <a:pt x="49054" y="4096"/>
                              <a:pt x="47530" y="8763"/>
                              <a:pt x="44863" y="13811"/>
                            </a:cubicBezTo>
                            <a:cubicBezTo>
                              <a:pt x="42101" y="18479"/>
                              <a:pt x="38195" y="23813"/>
                              <a:pt x="33433" y="28480"/>
                            </a:cubicBezTo>
                            <a:cubicBezTo>
                              <a:pt x="24003" y="38290"/>
                              <a:pt x="10859" y="46482"/>
                              <a:pt x="0" y="52102"/>
                            </a:cubicBezTo>
                            <a:cubicBezTo>
                              <a:pt x="24098" y="40005"/>
                              <a:pt x="41720" y="17431"/>
                              <a:pt x="489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30" name="Forme libre : forme 11629">
                        <a:extLst>
                          <a:ext uri="{FF2B5EF4-FFF2-40B4-BE49-F238E27FC236}">
                            <a16:creationId xmlns:a16="http://schemas.microsoft.com/office/drawing/2014/main" id="{270649F7-CDC0-4B6A-B35F-9046DE2C54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3434" y="2955893"/>
                        <a:ext cx="53721" cy="18192"/>
                      </a:xfrm>
                      <a:custGeom>
                        <a:avLst/>
                        <a:gdLst>
                          <a:gd name="connsiteX0" fmla="*/ 53721 w 53721"/>
                          <a:gd name="connsiteY0" fmla="*/ 18193 h 18192"/>
                          <a:gd name="connsiteX1" fmla="*/ 49149 w 53721"/>
                          <a:gd name="connsiteY1" fmla="*/ 17241 h 18192"/>
                          <a:gd name="connsiteX2" fmla="*/ 44387 w 53721"/>
                          <a:gd name="connsiteY2" fmla="*/ 16097 h 18192"/>
                          <a:gd name="connsiteX3" fmla="*/ 30766 w 53721"/>
                          <a:gd name="connsiteY3" fmla="*/ 11049 h 18192"/>
                          <a:gd name="connsiteX4" fmla="*/ 15335 w 53721"/>
                          <a:gd name="connsiteY4" fmla="*/ 5239 h 18192"/>
                          <a:gd name="connsiteX5" fmla="*/ 0 w 53721"/>
                          <a:gd name="connsiteY5" fmla="*/ 0 h 18192"/>
                          <a:gd name="connsiteX6" fmla="*/ 14954 w 53721"/>
                          <a:gd name="connsiteY6" fmla="*/ 5334 h 18192"/>
                          <a:gd name="connsiteX7" fmla="*/ 30480 w 53721"/>
                          <a:gd name="connsiteY7" fmla="*/ 12383 h 18192"/>
                          <a:gd name="connsiteX8" fmla="*/ 37814 w 53721"/>
                          <a:gd name="connsiteY8" fmla="*/ 15335 h 18192"/>
                          <a:gd name="connsiteX9" fmla="*/ 44387 w 53721"/>
                          <a:gd name="connsiteY9" fmla="*/ 17717 h 18192"/>
                          <a:gd name="connsiteX10" fmla="*/ 49149 w 53721"/>
                          <a:gd name="connsiteY10" fmla="*/ 18193 h 18192"/>
                          <a:gd name="connsiteX11" fmla="*/ 53721 w 53721"/>
                          <a:gd name="connsiteY11" fmla="*/ 18193 h 181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3721" h="18192">
                            <a:moveTo>
                              <a:pt x="53721" y="18193"/>
                            </a:moveTo>
                            <a:cubicBezTo>
                              <a:pt x="52292" y="17717"/>
                              <a:pt x="50578" y="17431"/>
                              <a:pt x="49149" y="17241"/>
                            </a:cubicBezTo>
                            <a:cubicBezTo>
                              <a:pt x="47815" y="16764"/>
                              <a:pt x="46577" y="17336"/>
                              <a:pt x="44387" y="16097"/>
                            </a:cubicBezTo>
                            <a:cubicBezTo>
                              <a:pt x="40291" y="14097"/>
                              <a:pt x="35814" y="13716"/>
                              <a:pt x="30766" y="11049"/>
                            </a:cubicBezTo>
                            <a:cubicBezTo>
                              <a:pt x="25813" y="8858"/>
                              <a:pt x="20574" y="7239"/>
                              <a:pt x="15335" y="5239"/>
                            </a:cubicBezTo>
                            <a:cubicBezTo>
                              <a:pt x="10192" y="3239"/>
                              <a:pt x="4953" y="1524"/>
                              <a:pt x="0" y="0"/>
                            </a:cubicBezTo>
                            <a:cubicBezTo>
                              <a:pt x="4763" y="1143"/>
                              <a:pt x="9811" y="3048"/>
                              <a:pt x="14954" y="5334"/>
                            </a:cubicBezTo>
                            <a:cubicBezTo>
                              <a:pt x="20098" y="7620"/>
                              <a:pt x="25432" y="9716"/>
                              <a:pt x="30480" y="12383"/>
                            </a:cubicBezTo>
                            <a:cubicBezTo>
                              <a:pt x="33052" y="13811"/>
                              <a:pt x="35528" y="14669"/>
                              <a:pt x="37814" y="15335"/>
                            </a:cubicBezTo>
                            <a:cubicBezTo>
                              <a:pt x="40100" y="16097"/>
                              <a:pt x="42291" y="16954"/>
                              <a:pt x="44387" y="17717"/>
                            </a:cubicBezTo>
                            <a:cubicBezTo>
                              <a:pt x="46387" y="18383"/>
                              <a:pt x="47720" y="17907"/>
                              <a:pt x="49149" y="18193"/>
                            </a:cubicBezTo>
                            <a:cubicBezTo>
                              <a:pt x="50768" y="18098"/>
                              <a:pt x="52197" y="18193"/>
                              <a:pt x="53721" y="1819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31" name="Forme libre : forme 11630">
                        <a:extLst>
                          <a:ext uri="{FF2B5EF4-FFF2-40B4-BE49-F238E27FC236}">
                            <a16:creationId xmlns:a16="http://schemas.microsoft.com/office/drawing/2014/main" id="{6E19A8BC-3498-4E9A-AEB4-D25AB88168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80258" y="3002969"/>
                        <a:ext cx="34415" cy="8323"/>
                      </a:xfrm>
                      <a:custGeom>
                        <a:avLst/>
                        <a:gdLst>
                          <a:gd name="connsiteX0" fmla="*/ 34333 w 34415"/>
                          <a:gd name="connsiteY0" fmla="*/ 2644 h 8323"/>
                          <a:gd name="connsiteX1" fmla="*/ 14425 w 34415"/>
                          <a:gd name="connsiteY1" fmla="*/ 8264 h 8323"/>
                          <a:gd name="connsiteX2" fmla="*/ 329 w 34415"/>
                          <a:gd name="connsiteY2" fmla="*/ 3596 h 8323"/>
                          <a:gd name="connsiteX3" fmla="*/ 8901 w 34415"/>
                          <a:gd name="connsiteY3" fmla="*/ 739 h 8323"/>
                          <a:gd name="connsiteX4" fmla="*/ 18712 w 34415"/>
                          <a:gd name="connsiteY4" fmla="*/ 262 h 8323"/>
                          <a:gd name="connsiteX5" fmla="*/ 34333 w 34415"/>
                          <a:gd name="connsiteY5" fmla="*/ 2644 h 83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415" h="8323">
                            <a:moveTo>
                              <a:pt x="34333" y="2644"/>
                            </a:moveTo>
                            <a:cubicBezTo>
                              <a:pt x="33095" y="6835"/>
                              <a:pt x="18712" y="8359"/>
                              <a:pt x="14425" y="8264"/>
                            </a:cubicBezTo>
                            <a:cubicBezTo>
                              <a:pt x="10044" y="8644"/>
                              <a:pt x="-2148" y="7216"/>
                              <a:pt x="329" y="3596"/>
                            </a:cubicBezTo>
                            <a:cubicBezTo>
                              <a:pt x="1567" y="1691"/>
                              <a:pt x="5091" y="929"/>
                              <a:pt x="8901" y="739"/>
                            </a:cubicBezTo>
                            <a:cubicBezTo>
                              <a:pt x="12711" y="358"/>
                              <a:pt x="16712" y="262"/>
                              <a:pt x="18712" y="262"/>
                            </a:cubicBezTo>
                            <a:cubicBezTo>
                              <a:pt x="22617" y="262"/>
                              <a:pt x="35571" y="-1166"/>
                              <a:pt x="34333" y="264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32" name="Forme libre : forme 11631">
                        <a:extLst>
                          <a:ext uri="{FF2B5EF4-FFF2-40B4-BE49-F238E27FC236}">
                            <a16:creationId xmlns:a16="http://schemas.microsoft.com/office/drawing/2014/main" id="{E1562678-DA3E-41FD-BCE9-06A963344D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09923" y="3002506"/>
                        <a:ext cx="9741" cy="4083"/>
                      </a:xfrm>
                      <a:custGeom>
                        <a:avLst/>
                        <a:gdLst>
                          <a:gd name="connsiteX0" fmla="*/ 9622 w 9741"/>
                          <a:gd name="connsiteY0" fmla="*/ 631 h 4083"/>
                          <a:gd name="connsiteX1" fmla="*/ 5716 w 9741"/>
                          <a:gd name="connsiteY1" fmla="*/ 3489 h 4083"/>
                          <a:gd name="connsiteX2" fmla="*/ 97 w 9741"/>
                          <a:gd name="connsiteY2" fmla="*/ 3298 h 4083"/>
                          <a:gd name="connsiteX3" fmla="*/ 3906 w 9741"/>
                          <a:gd name="connsiteY3" fmla="*/ 631 h 4083"/>
                          <a:gd name="connsiteX4" fmla="*/ 9622 w 9741"/>
                          <a:gd name="connsiteY4" fmla="*/ 631 h 40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41" h="4083">
                            <a:moveTo>
                              <a:pt x="9622" y="631"/>
                            </a:moveTo>
                            <a:cubicBezTo>
                              <a:pt x="10383" y="1869"/>
                              <a:pt x="7336" y="3012"/>
                              <a:pt x="5716" y="3489"/>
                            </a:cubicBezTo>
                            <a:cubicBezTo>
                              <a:pt x="4097" y="3965"/>
                              <a:pt x="763" y="4631"/>
                              <a:pt x="97" y="3298"/>
                            </a:cubicBezTo>
                            <a:cubicBezTo>
                              <a:pt x="-570" y="2060"/>
                              <a:pt x="2382" y="1107"/>
                              <a:pt x="3906" y="631"/>
                            </a:cubicBezTo>
                            <a:cubicBezTo>
                              <a:pt x="5526" y="155"/>
                              <a:pt x="8860" y="-512"/>
                              <a:pt x="9622" y="63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33" name="Forme libre : forme 11632">
                        <a:extLst>
                          <a:ext uri="{FF2B5EF4-FFF2-40B4-BE49-F238E27FC236}">
                            <a16:creationId xmlns:a16="http://schemas.microsoft.com/office/drawing/2014/main" id="{463AEF5A-5E36-40B9-9248-4A765C48B3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79529" y="2977848"/>
                        <a:ext cx="82762" cy="17603"/>
                      </a:xfrm>
                      <a:custGeom>
                        <a:avLst/>
                        <a:gdLst>
                          <a:gd name="connsiteX0" fmla="*/ 56494 w 82762"/>
                          <a:gd name="connsiteY0" fmla="*/ 3858 h 17603"/>
                          <a:gd name="connsiteX1" fmla="*/ 81164 w 82762"/>
                          <a:gd name="connsiteY1" fmla="*/ 7572 h 17603"/>
                          <a:gd name="connsiteX2" fmla="*/ 78782 w 82762"/>
                          <a:gd name="connsiteY2" fmla="*/ 15669 h 17603"/>
                          <a:gd name="connsiteX3" fmla="*/ 67829 w 82762"/>
                          <a:gd name="connsiteY3" fmla="*/ 17478 h 17603"/>
                          <a:gd name="connsiteX4" fmla="*/ 35348 w 82762"/>
                          <a:gd name="connsiteY4" fmla="*/ 16050 h 17603"/>
                          <a:gd name="connsiteX5" fmla="*/ 12869 w 82762"/>
                          <a:gd name="connsiteY5" fmla="*/ 15478 h 17603"/>
                          <a:gd name="connsiteX6" fmla="*/ 582 w 82762"/>
                          <a:gd name="connsiteY6" fmla="*/ 7286 h 17603"/>
                          <a:gd name="connsiteX7" fmla="*/ 16679 w 82762"/>
                          <a:gd name="connsiteY7" fmla="*/ 1191 h 17603"/>
                          <a:gd name="connsiteX8" fmla="*/ 36015 w 82762"/>
                          <a:gd name="connsiteY8" fmla="*/ 48 h 17603"/>
                          <a:gd name="connsiteX9" fmla="*/ 56494 w 82762"/>
                          <a:gd name="connsiteY9" fmla="*/ 3858 h 176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2762" h="17603">
                            <a:moveTo>
                              <a:pt x="56494" y="3858"/>
                            </a:moveTo>
                            <a:cubicBezTo>
                              <a:pt x="66019" y="4524"/>
                              <a:pt x="73258" y="4620"/>
                              <a:pt x="81164" y="7572"/>
                            </a:cubicBezTo>
                            <a:cubicBezTo>
                              <a:pt x="84116" y="8620"/>
                              <a:pt x="82783" y="13287"/>
                              <a:pt x="78782" y="15669"/>
                            </a:cubicBezTo>
                            <a:cubicBezTo>
                              <a:pt x="74686" y="17954"/>
                              <a:pt x="71353" y="17669"/>
                              <a:pt x="67829" y="17478"/>
                            </a:cubicBezTo>
                            <a:cubicBezTo>
                              <a:pt x="56970" y="16621"/>
                              <a:pt x="46588" y="16907"/>
                              <a:pt x="35348" y="16050"/>
                            </a:cubicBezTo>
                            <a:cubicBezTo>
                              <a:pt x="31919" y="15859"/>
                              <a:pt x="21442" y="16907"/>
                              <a:pt x="12869" y="15478"/>
                            </a:cubicBezTo>
                            <a:cubicBezTo>
                              <a:pt x="4297" y="14145"/>
                              <a:pt x="-1990" y="11096"/>
                              <a:pt x="582" y="7286"/>
                            </a:cubicBezTo>
                            <a:cubicBezTo>
                              <a:pt x="3154" y="3286"/>
                              <a:pt x="9535" y="2048"/>
                              <a:pt x="16679" y="1191"/>
                            </a:cubicBezTo>
                            <a:cubicBezTo>
                              <a:pt x="23823" y="238"/>
                              <a:pt x="31729" y="-143"/>
                              <a:pt x="36015" y="48"/>
                            </a:cubicBezTo>
                            <a:cubicBezTo>
                              <a:pt x="44588" y="333"/>
                              <a:pt x="49255" y="3286"/>
                              <a:pt x="56494" y="385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28" name="Graphique 1">
                      <a:extLst>
                        <a:ext uri="{FF2B5EF4-FFF2-40B4-BE49-F238E27FC236}">
                          <a16:creationId xmlns:a16="http://schemas.microsoft.com/office/drawing/2014/main" id="{5BED7636-2F9A-4A06-A250-7E2F6B5B9B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67845" y="2811937"/>
                      <a:ext cx="125823" cy="177329"/>
                      <a:chOff x="2467845" y="2811937"/>
                      <a:chExt cx="125823" cy="177329"/>
                    </a:xfrm>
                    <a:solidFill>
                      <a:schemeClr val="accent1"/>
                    </a:solidFill>
                  </p:grpSpPr>
                  <p:sp>
                    <p:nvSpPr>
                      <p:cNvPr id="11610" name="Forme libre : forme 11609">
                        <a:extLst>
                          <a:ext uri="{FF2B5EF4-FFF2-40B4-BE49-F238E27FC236}">
                            <a16:creationId xmlns:a16="http://schemas.microsoft.com/office/drawing/2014/main" id="{5A6E5BD8-9581-490C-ADE2-CE180349E5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67845" y="2811937"/>
                        <a:ext cx="125823" cy="177329"/>
                      </a:xfrm>
                      <a:custGeom>
                        <a:avLst/>
                        <a:gdLst>
                          <a:gd name="connsiteX0" fmla="*/ 117625 w 125823"/>
                          <a:gd name="connsiteY0" fmla="*/ 75757 h 177329"/>
                          <a:gd name="connsiteX1" fmla="*/ 104100 w 125823"/>
                          <a:gd name="connsiteY1" fmla="*/ 107951 h 177329"/>
                          <a:gd name="connsiteX2" fmla="*/ 84478 w 125823"/>
                          <a:gd name="connsiteY2" fmla="*/ 142908 h 177329"/>
                          <a:gd name="connsiteX3" fmla="*/ 47235 w 125823"/>
                          <a:gd name="connsiteY3" fmla="*/ 173483 h 177329"/>
                          <a:gd name="connsiteX4" fmla="*/ 29138 w 125823"/>
                          <a:gd name="connsiteY4" fmla="*/ 177198 h 177329"/>
                          <a:gd name="connsiteX5" fmla="*/ 11612 w 125823"/>
                          <a:gd name="connsiteY5" fmla="*/ 176150 h 177329"/>
                          <a:gd name="connsiteX6" fmla="*/ 372 w 125823"/>
                          <a:gd name="connsiteY6" fmla="*/ 157767 h 177329"/>
                          <a:gd name="connsiteX7" fmla="*/ 4754 w 125823"/>
                          <a:gd name="connsiteY7" fmla="*/ 142432 h 177329"/>
                          <a:gd name="connsiteX8" fmla="*/ 7230 w 125823"/>
                          <a:gd name="connsiteY8" fmla="*/ 135288 h 177329"/>
                          <a:gd name="connsiteX9" fmla="*/ 9326 w 125823"/>
                          <a:gd name="connsiteY9" fmla="*/ 128620 h 177329"/>
                          <a:gd name="connsiteX10" fmla="*/ 21804 w 125823"/>
                          <a:gd name="connsiteY10" fmla="*/ 101093 h 177329"/>
                          <a:gd name="connsiteX11" fmla="*/ 34282 w 125823"/>
                          <a:gd name="connsiteY11" fmla="*/ 76328 h 177329"/>
                          <a:gd name="connsiteX12" fmla="*/ 47902 w 125823"/>
                          <a:gd name="connsiteY12" fmla="*/ 47467 h 177329"/>
                          <a:gd name="connsiteX13" fmla="*/ 105909 w 125823"/>
                          <a:gd name="connsiteY13" fmla="*/ 318 h 177329"/>
                          <a:gd name="connsiteX14" fmla="*/ 124007 w 125823"/>
                          <a:gd name="connsiteY14" fmla="*/ 11272 h 177329"/>
                          <a:gd name="connsiteX15" fmla="*/ 117625 w 125823"/>
                          <a:gd name="connsiteY15" fmla="*/ 75757 h 1773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25823" h="177329">
                            <a:moveTo>
                              <a:pt x="117625" y="75757"/>
                            </a:moveTo>
                            <a:cubicBezTo>
                              <a:pt x="114863" y="83186"/>
                              <a:pt x="110005" y="95092"/>
                              <a:pt x="104100" y="107951"/>
                            </a:cubicBezTo>
                            <a:cubicBezTo>
                              <a:pt x="98289" y="120810"/>
                              <a:pt x="90479" y="134430"/>
                              <a:pt x="84478" y="142908"/>
                            </a:cubicBezTo>
                            <a:cubicBezTo>
                              <a:pt x="73143" y="158815"/>
                              <a:pt x="59999" y="168911"/>
                              <a:pt x="47235" y="173483"/>
                            </a:cubicBezTo>
                            <a:cubicBezTo>
                              <a:pt x="40854" y="176150"/>
                              <a:pt x="34948" y="176817"/>
                              <a:pt x="29138" y="177198"/>
                            </a:cubicBezTo>
                            <a:cubicBezTo>
                              <a:pt x="23328" y="177579"/>
                              <a:pt x="17422" y="177102"/>
                              <a:pt x="11612" y="176150"/>
                            </a:cubicBezTo>
                            <a:cubicBezTo>
                              <a:pt x="3516" y="174912"/>
                              <a:pt x="-1437" y="165101"/>
                              <a:pt x="372" y="157767"/>
                            </a:cubicBezTo>
                            <a:cubicBezTo>
                              <a:pt x="1801" y="152528"/>
                              <a:pt x="3230" y="147480"/>
                              <a:pt x="4754" y="142432"/>
                            </a:cubicBezTo>
                            <a:cubicBezTo>
                              <a:pt x="5516" y="139955"/>
                              <a:pt x="6373" y="137574"/>
                              <a:pt x="7230" y="135288"/>
                            </a:cubicBezTo>
                            <a:cubicBezTo>
                              <a:pt x="7897" y="133002"/>
                              <a:pt x="8564" y="130716"/>
                              <a:pt x="9326" y="128620"/>
                            </a:cubicBezTo>
                            <a:cubicBezTo>
                              <a:pt x="12374" y="119762"/>
                              <a:pt x="16089" y="111761"/>
                              <a:pt x="21804" y="101093"/>
                            </a:cubicBezTo>
                            <a:cubicBezTo>
                              <a:pt x="24852" y="95187"/>
                              <a:pt x="29614" y="86615"/>
                              <a:pt x="34282" y="76328"/>
                            </a:cubicBezTo>
                            <a:cubicBezTo>
                              <a:pt x="39044" y="66136"/>
                              <a:pt x="43997" y="55278"/>
                              <a:pt x="47902" y="47467"/>
                            </a:cubicBezTo>
                            <a:cubicBezTo>
                              <a:pt x="62190" y="18416"/>
                              <a:pt x="82859" y="4986"/>
                              <a:pt x="105909" y="318"/>
                            </a:cubicBezTo>
                            <a:cubicBezTo>
                              <a:pt x="114101" y="-1396"/>
                              <a:pt x="123054" y="4033"/>
                              <a:pt x="124007" y="11272"/>
                            </a:cubicBezTo>
                            <a:cubicBezTo>
                              <a:pt x="126674" y="32418"/>
                              <a:pt x="127722" y="48610"/>
                              <a:pt x="117625" y="7575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11" name="Forme libre : forme 11610">
                        <a:extLst>
                          <a:ext uri="{FF2B5EF4-FFF2-40B4-BE49-F238E27FC236}">
                            <a16:creationId xmlns:a16="http://schemas.microsoft.com/office/drawing/2014/main" id="{98D2D57A-E3C8-4EAB-80F7-9D06DDB973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71075" y="2822543"/>
                        <a:ext cx="122125" cy="166592"/>
                      </a:xfrm>
                      <a:custGeom>
                        <a:avLst/>
                        <a:gdLst>
                          <a:gd name="connsiteX0" fmla="*/ 64294 w 122125"/>
                          <a:gd name="connsiteY0" fmla="*/ 108109 h 166592"/>
                          <a:gd name="connsiteX1" fmla="*/ 36957 w 122125"/>
                          <a:gd name="connsiteY1" fmla="*/ 144113 h 166592"/>
                          <a:gd name="connsiteX2" fmla="*/ 0 w 122125"/>
                          <a:gd name="connsiteY2" fmla="*/ 160306 h 166592"/>
                          <a:gd name="connsiteX3" fmla="*/ 8096 w 122125"/>
                          <a:gd name="connsiteY3" fmla="*/ 165450 h 166592"/>
                          <a:gd name="connsiteX4" fmla="*/ 20193 w 122125"/>
                          <a:gd name="connsiteY4" fmla="*/ 166592 h 166592"/>
                          <a:gd name="connsiteX5" fmla="*/ 37909 w 122125"/>
                          <a:gd name="connsiteY5" fmla="*/ 164687 h 166592"/>
                          <a:gd name="connsiteX6" fmla="*/ 57055 w 122125"/>
                          <a:gd name="connsiteY6" fmla="*/ 155925 h 166592"/>
                          <a:gd name="connsiteX7" fmla="*/ 69342 w 122125"/>
                          <a:gd name="connsiteY7" fmla="*/ 145923 h 166592"/>
                          <a:gd name="connsiteX8" fmla="*/ 80963 w 122125"/>
                          <a:gd name="connsiteY8" fmla="*/ 132207 h 166592"/>
                          <a:gd name="connsiteX9" fmla="*/ 88202 w 122125"/>
                          <a:gd name="connsiteY9" fmla="*/ 120968 h 166592"/>
                          <a:gd name="connsiteX10" fmla="*/ 112300 w 122125"/>
                          <a:gd name="connsiteY10" fmla="*/ 69628 h 166592"/>
                          <a:gd name="connsiteX11" fmla="*/ 114109 w 122125"/>
                          <a:gd name="connsiteY11" fmla="*/ 64961 h 166592"/>
                          <a:gd name="connsiteX12" fmla="*/ 121063 w 122125"/>
                          <a:gd name="connsiteY12" fmla="*/ 39529 h 166592"/>
                          <a:gd name="connsiteX13" fmla="*/ 121539 w 122125"/>
                          <a:gd name="connsiteY13" fmla="*/ 10001 h 166592"/>
                          <a:gd name="connsiteX14" fmla="*/ 120491 w 122125"/>
                          <a:gd name="connsiteY14" fmla="*/ 381 h 166592"/>
                          <a:gd name="connsiteX15" fmla="*/ 120396 w 122125"/>
                          <a:gd name="connsiteY15" fmla="*/ 0 h 166592"/>
                          <a:gd name="connsiteX16" fmla="*/ 64294 w 122125"/>
                          <a:gd name="connsiteY16" fmla="*/ 108109 h 1665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22125" h="166592">
                            <a:moveTo>
                              <a:pt x="64294" y="108109"/>
                            </a:moveTo>
                            <a:cubicBezTo>
                              <a:pt x="57817" y="121253"/>
                              <a:pt x="48673" y="134493"/>
                              <a:pt x="36957" y="144113"/>
                            </a:cubicBezTo>
                            <a:cubicBezTo>
                              <a:pt x="25051" y="153734"/>
                              <a:pt x="12287" y="158972"/>
                              <a:pt x="0" y="160306"/>
                            </a:cubicBezTo>
                            <a:cubicBezTo>
                              <a:pt x="2000" y="162973"/>
                              <a:pt x="4763" y="164973"/>
                              <a:pt x="8096" y="165450"/>
                            </a:cubicBezTo>
                            <a:cubicBezTo>
                              <a:pt x="12097" y="166021"/>
                              <a:pt x="16192" y="166592"/>
                              <a:pt x="20193" y="166592"/>
                            </a:cubicBezTo>
                            <a:cubicBezTo>
                              <a:pt x="25908" y="166592"/>
                              <a:pt x="31813" y="166116"/>
                              <a:pt x="37909" y="164687"/>
                            </a:cubicBezTo>
                            <a:cubicBezTo>
                              <a:pt x="44005" y="162783"/>
                              <a:pt x="50863" y="160306"/>
                              <a:pt x="57055" y="155925"/>
                            </a:cubicBezTo>
                            <a:cubicBezTo>
                              <a:pt x="61246" y="153162"/>
                              <a:pt x="65437" y="149924"/>
                              <a:pt x="69342" y="145923"/>
                            </a:cubicBezTo>
                            <a:cubicBezTo>
                              <a:pt x="73533" y="142018"/>
                              <a:pt x="77153" y="137446"/>
                              <a:pt x="80963" y="132207"/>
                            </a:cubicBezTo>
                            <a:cubicBezTo>
                              <a:pt x="83344" y="129064"/>
                              <a:pt x="85534" y="125254"/>
                              <a:pt x="88202" y="120968"/>
                            </a:cubicBezTo>
                            <a:cubicBezTo>
                              <a:pt x="98298" y="104204"/>
                              <a:pt x="107156" y="82296"/>
                              <a:pt x="112300" y="69628"/>
                            </a:cubicBezTo>
                            <a:cubicBezTo>
                              <a:pt x="112966" y="67913"/>
                              <a:pt x="113538" y="66389"/>
                              <a:pt x="114109" y="64961"/>
                            </a:cubicBezTo>
                            <a:cubicBezTo>
                              <a:pt x="117824" y="55341"/>
                              <a:pt x="119824" y="46958"/>
                              <a:pt x="121063" y="39529"/>
                            </a:cubicBezTo>
                            <a:cubicBezTo>
                              <a:pt x="122491" y="29051"/>
                              <a:pt x="122301" y="19908"/>
                              <a:pt x="121539" y="10001"/>
                            </a:cubicBezTo>
                            <a:cubicBezTo>
                              <a:pt x="121158" y="6763"/>
                              <a:pt x="120967" y="3715"/>
                              <a:pt x="120491" y="381"/>
                            </a:cubicBezTo>
                            <a:lnTo>
                              <a:pt x="120396" y="0"/>
                            </a:lnTo>
                            <a:cubicBezTo>
                              <a:pt x="94679" y="29623"/>
                              <a:pt x="82867" y="70580"/>
                              <a:pt x="64294" y="10810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12" name="Forme libre : forme 11611">
                        <a:extLst>
                          <a:ext uri="{FF2B5EF4-FFF2-40B4-BE49-F238E27FC236}">
                            <a16:creationId xmlns:a16="http://schemas.microsoft.com/office/drawing/2014/main" id="{5AAABDEC-3B94-4D26-9C7A-A549DF961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19348" y="2847454"/>
                        <a:ext cx="48466" cy="86583"/>
                      </a:xfrm>
                      <a:custGeom>
                        <a:avLst/>
                        <a:gdLst>
                          <a:gd name="connsiteX0" fmla="*/ 45643 w 48466"/>
                          <a:gd name="connsiteY0" fmla="*/ 425 h 86583"/>
                          <a:gd name="connsiteX1" fmla="*/ 45738 w 48466"/>
                          <a:gd name="connsiteY1" fmla="*/ 22428 h 86583"/>
                          <a:gd name="connsiteX2" fmla="*/ 36023 w 48466"/>
                          <a:gd name="connsiteY2" fmla="*/ 50336 h 86583"/>
                          <a:gd name="connsiteX3" fmla="*/ 21640 w 48466"/>
                          <a:gd name="connsiteY3" fmla="*/ 74816 h 86583"/>
                          <a:gd name="connsiteX4" fmla="*/ 2971 w 48466"/>
                          <a:gd name="connsiteY4" fmla="*/ 85865 h 86583"/>
                          <a:gd name="connsiteX5" fmla="*/ 2971 w 48466"/>
                          <a:gd name="connsiteY5" fmla="*/ 65291 h 86583"/>
                          <a:gd name="connsiteX6" fmla="*/ 13163 w 48466"/>
                          <a:gd name="connsiteY6" fmla="*/ 40526 h 86583"/>
                          <a:gd name="connsiteX7" fmla="*/ 27450 w 48466"/>
                          <a:gd name="connsiteY7" fmla="*/ 14713 h 86583"/>
                          <a:gd name="connsiteX8" fmla="*/ 45643 w 48466"/>
                          <a:gd name="connsiteY8" fmla="*/ 425 h 865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8466" h="86583">
                            <a:moveTo>
                              <a:pt x="45643" y="425"/>
                            </a:moveTo>
                            <a:cubicBezTo>
                              <a:pt x="50120" y="2711"/>
                              <a:pt x="48596" y="12046"/>
                              <a:pt x="45738" y="22428"/>
                            </a:cubicBezTo>
                            <a:cubicBezTo>
                              <a:pt x="42881" y="32811"/>
                              <a:pt x="38499" y="44526"/>
                              <a:pt x="36023" y="50336"/>
                            </a:cubicBezTo>
                            <a:cubicBezTo>
                              <a:pt x="33451" y="56147"/>
                              <a:pt x="28213" y="66529"/>
                              <a:pt x="21640" y="74816"/>
                            </a:cubicBezTo>
                            <a:cubicBezTo>
                              <a:pt x="15258" y="83103"/>
                              <a:pt x="7638" y="88627"/>
                              <a:pt x="2971" y="85865"/>
                            </a:cubicBezTo>
                            <a:cubicBezTo>
                              <a:pt x="-1887" y="83007"/>
                              <a:pt x="19" y="74625"/>
                              <a:pt x="2971" y="65291"/>
                            </a:cubicBezTo>
                            <a:cubicBezTo>
                              <a:pt x="6114" y="56147"/>
                              <a:pt x="10591" y="45764"/>
                              <a:pt x="13163" y="40526"/>
                            </a:cubicBezTo>
                            <a:cubicBezTo>
                              <a:pt x="15735" y="35287"/>
                              <a:pt x="21069" y="24047"/>
                              <a:pt x="27450" y="14713"/>
                            </a:cubicBezTo>
                            <a:cubicBezTo>
                              <a:pt x="33832" y="5378"/>
                              <a:pt x="41071" y="-1861"/>
                              <a:pt x="45643" y="42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13" name="Forme libre : forme 11612">
                        <a:extLst>
                          <a:ext uri="{FF2B5EF4-FFF2-40B4-BE49-F238E27FC236}">
                            <a16:creationId xmlns:a16="http://schemas.microsoft.com/office/drawing/2014/main" id="{97BA4527-2E83-475E-8A65-433EF34F8F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19201" y="2878264"/>
                        <a:ext cx="43123" cy="55765"/>
                      </a:xfrm>
                      <a:custGeom>
                        <a:avLst/>
                        <a:gdLst>
                          <a:gd name="connsiteX0" fmla="*/ 4071 w 43123"/>
                          <a:gd name="connsiteY0" fmla="*/ 33052 h 55765"/>
                          <a:gd name="connsiteX1" fmla="*/ 2928 w 43123"/>
                          <a:gd name="connsiteY1" fmla="*/ 55531 h 55765"/>
                          <a:gd name="connsiteX2" fmla="*/ 21787 w 43123"/>
                          <a:gd name="connsiteY2" fmla="*/ 44005 h 55765"/>
                          <a:gd name="connsiteX3" fmla="*/ 36456 w 43123"/>
                          <a:gd name="connsiteY3" fmla="*/ 19145 h 55765"/>
                          <a:gd name="connsiteX4" fmla="*/ 43123 w 43123"/>
                          <a:gd name="connsiteY4" fmla="*/ 0 h 55765"/>
                          <a:gd name="connsiteX5" fmla="*/ 38075 w 43123"/>
                          <a:gd name="connsiteY5" fmla="*/ 9620 h 55765"/>
                          <a:gd name="connsiteX6" fmla="*/ 4071 w 43123"/>
                          <a:gd name="connsiteY6" fmla="*/ 33052 h 55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3123" h="55765">
                            <a:moveTo>
                              <a:pt x="4071" y="33052"/>
                            </a:moveTo>
                            <a:cubicBezTo>
                              <a:pt x="3309" y="39148"/>
                              <a:pt x="-3930" y="53721"/>
                              <a:pt x="2928" y="55531"/>
                            </a:cubicBezTo>
                            <a:cubicBezTo>
                              <a:pt x="8452" y="56960"/>
                              <a:pt x="15691" y="51721"/>
                              <a:pt x="21787" y="44005"/>
                            </a:cubicBezTo>
                            <a:cubicBezTo>
                              <a:pt x="28074" y="36290"/>
                              <a:pt x="33122" y="26384"/>
                              <a:pt x="36456" y="19145"/>
                            </a:cubicBezTo>
                            <a:cubicBezTo>
                              <a:pt x="38361" y="14859"/>
                              <a:pt x="41885" y="5048"/>
                              <a:pt x="43123" y="0"/>
                            </a:cubicBezTo>
                            <a:cubicBezTo>
                              <a:pt x="41790" y="2667"/>
                              <a:pt x="39789" y="7239"/>
                              <a:pt x="38075" y="9620"/>
                            </a:cubicBezTo>
                            <a:cubicBezTo>
                              <a:pt x="28550" y="22765"/>
                              <a:pt x="15310" y="38005"/>
                              <a:pt x="4071" y="3305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14" name="Forme libre : forme 11613">
                        <a:extLst>
                          <a:ext uri="{FF2B5EF4-FFF2-40B4-BE49-F238E27FC236}">
                            <a16:creationId xmlns:a16="http://schemas.microsoft.com/office/drawing/2014/main" id="{ADDD3C17-8D13-4022-9243-C6ACF9B082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24111" y="2843599"/>
                        <a:ext cx="47722" cy="87420"/>
                      </a:xfrm>
                      <a:custGeom>
                        <a:avLst/>
                        <a:gdLst>
                          <a:gd name="connsiteX0" fmla="*/ 45547 w 47722"/>
                          <a:gd name="connsiteY0" fmla="*/ 1042 h 87420"/>
                          <a:gd name="connsiteX1" fmla="*/ 44976 w 47722"/>
                          <a:gd name="connsiteY1" fmla="*/ 23902 h 87420"/>
                          <a:gd name="connsiteX2" fmla="*/ 35737 w 47722"/>
                          <a:gd name="connsiteY2" fmla="*/ 51239 h 87420"/>
                          <a:gd name="connsiteX3" fmla="*/ 21830 w 47722"/>
                          <a:gd name="connsiteY3" fmla="*/ 75718 h 87420"/>
                          <a:gd name="connsiteX4" fmla="*/ 3161 w 47722"/>
                          <a:gd name="connsiteY4" fmla="*/ 86862 h 87420"/>
                          <a:gd name="connsiteX5" fmla="*/ 2971 w 47722"/>
                          <a:gd name="connsiteY5" fmla="*/ 66288 h 87420"/>
                          <a:gd name="connsiteX6" fmla="*/ 12972 w 47722"/>
                          <a:gd name="connsiteY6" fmla="*/ 41237 h 87420"/>
                          <a:gd name="connsiteX7" fmla="*/ 27545 w 47722"/>
                          <a:gd name="connsiteY7" fmla="*/ 14282 h 87420"/>
                          <a:gd name="connsiteX8" fmla="*/ 45547 w 47722"/>
                          <a:gd name="connsiteY8" fmla="*/ 1042 h 87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7722" h="87420">
                            <a:moveTo>
                              <a:pt x="45547" y="1042"/>
                            </a:moveTo>
                            <a:cubicBezTo>
                              <a:pt x="49262" y="4852"/>
                              <a:pt x="47643" y="13996"/>
                              <a:pt x="44976" y="23902"/>
                            </a:cubicBezTo>
                            <a:cubicBezTo>
                              <a:pt x="42404" y="33998"/>
                              <a:pt x="38308" y="44857"/>
                              <a:pt x="35737" y="51239"/>
                            </a:cubicBezTo>
                            <a:cubicBezTo>
                              <a:pt x="33260" y="57525"/>
                              <a:pt x="27926" y="67717"/>
                              <a:pt x="21830" y="75718"/>
                            </a:cubicBezTo>
                            <a:cubicBezTo>
                              <a:pt x="15543" y="83719"/>
                              <a:pt x="8305" y="89243"/>
                              <a:pt x="3161" y="86862"/>
                            </a:cubicBezTo>
                            <a:cubicBezTo>
                              <a:pt x="-1887" y="84481"/>
                              <a:pt x="-77" y="75718"/>
                              <a:pt x="2971" y="66288"/>
                            </a:cubicBezTo>
                            <a:cubicBezTo>
                              <a:pt x="6018" y="56668"/>
                              <a:pt x="10686" y="46286"/>
                              <a:pt x="12972" y="41237"/>
                            </a:cubicBezTo>
                            <a:cubicBezTo>
                              <a:pt x="15258" y="36284"/>
                              <a:pt x="20973" y="24188"/>
                              <a:pt x="27545" y="14282"/>
                            </a:cubicBezTo>
                            <a:cubicBezTo>
                              <a:pt x="34308" y="4376"/>
                              <a:pt x="41928" y="-2768"/>
                              <a:pt x="45547" y="104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15" name="Forme libre : forme 11614">
                        <a:extLst>
                          <a:ext uri="{FF2B5EF4-FFF2-40B4-BE49-F238E27FC236}">
                            <a16:creationId xmlns:a16="http://schemas.microsoft.com/office/drawing/2014/main" id="{C62C48E1-333C-4769-BE90-05EFDACAFE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88380" y="2872921"/>
                        <a:ext cx="84956" cy="97212"/>
                      </a:xfrm>
                      <a:custGeom>
                        <a:avLst/>
                        <a:gdLst>
                          <a:gd name="connsiteX0" fmla="*/ 5650 w 84956"/>
                          <a:gd name="connsiteY0" fmla="*/ 94973 h 97212"/>
                          <a:gd name="connsiteX1" fmla="*/ 23367 w 84956"/>
                          <a:gd name="connsiteY1" fmla="*/ 95164 h 97212"/>
                          <a:gd name="connsiteX2" fmla="*/ 65562 w 84956"/>
                          <a:gd name="connsiteY2" fmla="*/ 64970 h 97212"/>
                          <a:gd name="connsiteX3" fmla="*/ 84422 w 84956"/>
                          <a:gd name="connsiteY3" fmla="*/ 20107 h 97212"/>
                          <a:gd name="connsiteX4" fmla="*/ 78326 w 84956"/>
                          <a:gd name="connsiteY4" fmla="*/ 9 h 97212"/>
                          <a:gd name="connsiteX5" fmla="*/ 67086 w 84956"/>
                          <a:gd name="connsiteY5" fmla="*/ 10868 h 97212"/>
                          <a:gd name="connsiteX6" fmla="*/ 37273 w 84956"/>
                          <a:gd name="connsiteY6" fmla="*/ 41443 h 97212"/>
                          <a:gd name="connsiteX7" fmla="*/ 5841 w 84956"/>
                          <a:gd name="connsiteY7" fmla="*/ 66113 h 97212"/>
                          <a:gd name="connsiteX8" fmla="*/ 30 w 84956"/>
                          <a:gd name="connsiteY8" fmla="*/ 82686 h 97212"/>
                          <a:gd name="connsiteX9" fmla="*/ 5650 w 84956"/>
                          <a:gd name="connsiteY9" fmla="*/ 94973 h 972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4956" h="97212">
                            <a:moveTo>
                              <a:pt x="5650" y="94973"/>
                            </a:moveTo>
                            <a:cubicBezTo>
                              <a:pt x="11556" y="97926"/>
                              <a:pt x="14889" y="97926"/>
                              <a:pt x="23367" y="95164"/>
                            </a:cubicBezTo>
                            <a:cubicBezTo>
                              <a:pt x="39273" y="89639"/>
                              <a:pt x="52704" y="82114"/>
                              <a:pt x="65562" y="64970"/>
                            </a:cubicBezTo>
                            <a:cubicBezTo>
                              <a:pt x="76040" y="50587"/>
                              <a:pt x="82517" y="33251"/>
                              <a:pt x="84422" y="20107"/>
                            </a:cubicBezTo>
                            <a:cubicBezTo>
                              <a:pt x="85755" y="10296"/>
                              <a:pt x="84898" y="390"/>
                              <a:pt x="78326" y="9"/>
                            </a:cubicBezTo>
                            <a:cubicBezTo>
                              <a:pt x="74230" y="-277"/>
                              <a:pt x="70992" y="6296"/>
                              <a:pt x="67086" y="10868"/>
                            </a:cubicBezTo>
                            <a:cubicBezTo>
                              <a:pt x="57847" y="21821"/>
                              <a:pt x="49370" y="33061"/>
                              <a:pt x="37273" y="41443"/>
                            </a:cubicBezTo>
                            <a:cubicBezTo>
                              <a:pt x="26796" y="48777"/>
                              <a:pt x="13842" y="53825"/>
                              <a:pt x="5841" y="66113"/>
                            </a:cubicBezTo>
                            <a:cubicBezTo>
                              <a:pt x="2031" y="71542"/>
                              <a:pt x="316" y="77543"/>
                              <a:pt x="30" y="82686"/>
                            </a:cubicBezTo>
                            <a:cubicBezTo>
                              <a:pt x="-255" y="88020"/>
                              <a:pt x="1459" y="92782"/>
                              <a:pt x="5650" y="9497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16" name="Forme libre : forme 11615">
                        <a:extLst>
                          <a:ext uri="{FF2B5EF4-FFF2-40B4-BE49-F238E27FC236}">
                            <a16:creationId xmlns:a16="http://schemas.microsoft.com/office/drawing/2014/main" id="{A18BC536-3347-41A9-A6C6-DBCF797F0C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01612" y="2909816"/>
                        <a:ext cx="17012" cy="34925"/>
                      </a:xfrm>
                      <a:custGeom>
                        <a:avLst/>
                        <a:gdLst>
                          <a:gd name="connsiteX0" fmla="*/ 418 w 17012"/>
                          <a:gd name="connsiteY0" fmla="*/ 29980 h 34925"/>
                          <a:gd name="connsiteX1" fmla="*/ 323 w 17012"/>
                          <a:gd name="connsiteY1" fmla="*/ 34266 h 34925"/>
                          <a:gd name="connsiteX2" fmla="*/ 3847 w 17012"/>
                          <a:gd name="connsiteY2" fmla="*/ 33599 h 34925"/>
                          <a:gd name="connsiteX3" fmla="*/ 8134 w 17012"/>
                          <a:gd name="connsiteY3" fmla="*/ 28265 h 34925"/>
                          <a:gd name="connsiteX4" fmla="*/ 15373 w 17012"/>
                          <a:gd name="connsiteY4" fmla="*/ 13025 h 34925"/>
                          <a:gd name="connsiteX5" fmla="*/ 16992 w 17012"/>
                          <a:gd name="connsiteY5" fmla="*/ 7119 h 34925"/>
                          <a:gd name="connsiteX6" fmla="*/ 7848 w 17012"/>
                          <a:gd name="connsiteY6" fmla="*/ 6072 h 34925"/>
                          <a:gd name="connsiteX7" fmla="*/ 418 w 17012"/>
                          <a:gd name="connsiteY7" fmla="*/ 29980 h 349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012" h="34925">
                            <a:moveTo>
                              <a:pt x="418" y="29980"/>
                            </a:moveTo>
                            <a:cubicBezTo>
                              <a:pt x="37" y="31789"/>
                              <a:pt x="-248" y="33027"/>
                              <a:pt x="323" y="34266"/>
                            </a:cubicBezTo>
                            <a:cubicBezTo>
                              <a:pt x="895" y="35504"/>
                              <a:pt x="2419" y="34837"/>
                              <a:pt x="3847" y="33599"/>
                            </a:cubicBezTo>
                            <a:cubicBezTo>
                              <a:pt x="5276" y="32361"/>
                              <a:pt x="6991" y="30075"/>
                              <a:pt x="8134" y="28265"/>
                            </a:cubicBezTo>
                            <a:cubicBezTo>
                              <a:pt x="10801" y="23407"/>
                              <a:pt x="13658" y="18264"/>
                              <a:pt x="15373" y="13025"/>
                            </a:cubicBezTo>
                            <a:cubicBezTo>
                              <a:pt x="16039" y="10930"/>
                              <a:pt x="16897" y="9025"/>
                              <a:pt x="16992" y="7119"/>
                            </a:cubicBezTo>
                            <a:cubicBezTo>
                              <a:pt x="17373" y="-977"/>
                              <a:pt x="12325" y="-3263"/>
                              <a:pt x="7848" y="6072"/>
                            </a:cubicBezTo>
                            <a:cubicBezTo>
                              <a:pt x="4324" y="13216"/>
                              <a:pt x="2228" y="22836"/>
                              <a:pt x="418" y="2998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17" name="Forme libre : forme 11616">
                        <a:extLst>
                          <a:ext uri="{FF2B5EF4-FFF2-40B4-BE49-F238E27FC236}">
                            <a16:creationId xmlns:a16="http://schemas.microsoft.com/office/drawing/2014/main" id="{78E8D394-E461-4E59-9187-30CD3C878D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4803" y="2823400"/>
                        <a:ext cx="5190" cy="61626"/>
                      </a:xfrm>
                      <a:custGeom>
                        <a:avLst/>
                        <a:gdLst>
                          <a:gd name="connsiteX0" fmla="*/ 3143 w 5190"/>
                          <a:gd name="connsiteY0" fmla="*/ 0 h 61626"/>
                          <a:gd name="connsiteX1" fmla="*/ 4286 w 5190"/>
                          <a:gd name="connsiteY1" fmla="*/ 29146 h 61626"/>
                          <a:gd name="connsiteX2" fmla="*/ 0 w 5190"/>
                          <a:gd name="connsiteY2" fmla="*/ 61627 h 61626"/>
                          <a:gd name="connsiteX3" fmla="*/ 3143 w 5190"/>
                          <a:gd name="connsiteY3" fmla="*/ 0 h 6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190" h="61626">
                            <a:moveTo>
                              <a:pt x="3143" y="0"/>
                            </a:moveTo>
                            <a:cubicBezTo>
                              <a:pt x="5905" y="7525"/>
                              <a:pt x="5429" y="18192"/>
                              <a:pt x="4286" y="29146"/>
                            </a:cubicBezTo>
                            <a:cubicBezTo>
                              <a:pt x="3238" y="40291"/>
                              <a:pt x="1429" y="52006"/>
                              <a:pt x="0" y="61627"/>
                            </a:cubicBezTo>
                            <a:cubicBezTo>
                              <a:pt x="2953" y="40862"/>
                              <a:pt x="1810" y="18288"/>
                              <a:pt x="314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18" name="Forme libre : forme 11617">
                        <a:extLst>
                          <a:ext uri="{FF2B5EF4-FFF2-40B4-BE49-F238E27FC236}">
                            <a16:creationId xmlns:a16="http://schemas.microsoft.com/office/drawing/2014/main" id="{5B82DC1C-E74C-4C8E-94E3-F658629770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70217" y="2912649"/>
                        <a:ext cx="22288" cy="57911"/>
                      </a:xfrm>
                      <a:custGeom>
                        <a:avLst/>
                        <a:gdLst>
                          <a:gd name="connsiteX0" fmla="*/ 22288 w 22288"/>
                          <a:gd name="connsiteY0" fmla="*/ 0 h 57911"/>
                          <a:gd name="connsiteX1" fmla="*/ 10858 w 22288"/>
                          <a:gd name="connsiteY1" fmla="*/ 28575 h 57911"/>
                          <a:gd name="connsiteX2" fmla="*/ 0 w 22288"/>
                          <a:gd name="connsiteY2" fmla="*/ 57912 h 57911"/>
                          <a:gd name="connsiteX3" fmla="*/ 12097 w 22288"/>
                          <a:gd name="connsiteY3" fmla="*/ 28861 h 57911"/>
                          <a:gd name="connsiteX4" fmla="*/ 22288 w 22288"/>
                          <a:gd name="connsiteY4" fmla="*/ 0 h 57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288" h="57911">
                            <a:moveTo>
                              <a:pt x="22288" y="0"/>
                            </a:moveTo>
                            <a:cubicBezTo>
                              <a:pt x="17335" y="9715"/>
                              <a:pt x="14002" y="18955"/>
                              <a:pt x="10858" y="28575"/>
                            </a:cubicBezTo>
                            <a:cubicBezTo>
                              <a:pt x="7715" y="37719"/>
                              <a:pt x="3524" y="48482"/>
                              <a:pt x="0" y="57912"/>
                            </a:cubicBezTo>
                            <a:cubicBezTo>
                              <a:pt x="2857" y="48958"/>
                              <a:pt x="8287" y="38195"/>
                              <a:pt x="12097" y="28861"/>
                            </a:cubicBezTo>
                            <a:cubicBezTo>
                              <a:pt x="16097" y="19050"/>
                              <a:pt x="19431" y="9049"/>
                              <a:pt x="2228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19" name="Forme libre : forme 11618">
                        <a:extLst>
                          <a:ext uri="{FF2B5EF4-FFF2-40B4-BE49-F238E27FC236}">
                            <a16:creationId xmlns:a16="http://schemas.microsoft.com/office/drawing/2014/main" id="{6CCE607B-04D3-4B9E-9786-B656A10504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33674" y="2865477"/>
                        <a:ext cx="19128" cy="31462"/>
                      </a:xfrm>
                      <a:custGeom>
                        <a:avLst/>
                        <a:gdLst>
                          <a:gd name="connsiteX0" fmla="*/ 18744 w 19128"/>
                          <a:gd name="connsiteY0" fmla="*/ 690 h 31462"/>
                          <a:gd name="connsiteX1" fmla="*/ 11600 w 19128"/>
                          <a:gd name="connsiteY1" fmla="*/ 20312 h 31462"/>
                          <a:gd name="connsiteX2" fmla="*/ 456 w 19128"/>
                          <a:gd name="connsiteY2" fmla="*/ 30599 h 31462"/>
                          <a:gd name="connsiteX3" fmla="*/ 7218 w 19128"/>
                          <a:gd name="connsiteY3" fmla="*/ 12216 h 31462"/>
                          <a:gd name="connsiteX4" fmla="*/ 18744 w 19128"/>
                          <a:gd name="connsiteY4" fmla="*/ 690 h 314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128" h="31462">
                            <a:moveTo>
                              <a:pt x="18744" y="690"/>
                            </a:moveTo>
                            <a:cubicBezTo>
                              <a:pt x="20839" y="4215"/>
                              <a:pt x="13791" y="16502"/>
                              <a:pt x="11600" y="20312"/>
                            </a:cubicBezTo>
                            <a:cubicBezTo>
                              <a:pt x="9409" y="24122"/>
                              <a:pt x="2741" y="34504"/>
                              <a:pt x="456" y="30599"/>
                            </a:cubicBezTo>
                            <a:cubicBezTo>
                              <a:pt x="-1830" y="26789"/>
                              <a:pt x="5123" y="15740"/>
                              <a:pt x="7218" y="12216"/>
                            </a:cubicBezTo>
                            <a:cubicBezTo>
                              <a:pt x="9314" y="8691"/>
                              <a:pt x="16553" y="-2929"/>
                              <a:pt x="18744" y="69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20" name="Forme libre : forme 11619">
                        <a:extLst>
                          <a:ext uri="{FF2B5EF4-FFF2-40B4-BE49-F238E27FC236}">
                            <a16:creationId xmlns:a16="http://schemas.microsoft.com/office/drawing/2014/main" id="{B284725D-D481-40F4-8F95-59353E404A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48970" y="2860719"/>
                        <a:ext cx="5653" cy="9182"/>
                      </a:xfrm>
                      <a:custGeom>
                        <a:avLst/>
                        <a:gdLst>
                          <a:gd name="connsiteX0" fmla="*/ 4972 w 5653"/>
                          <a:gd name="connsiteY0" fmla="*/ 19 h 9182"/>
                          <a:gd name="connsiteX1" fmla="*/ 4496 w 5653"/>
                          <a:gd name="connsiteY1" fmla="*/ 4972 h 9182"/>
                          <a:gd name="connsiteX2" fmla="*/ 686 w 5653"/>
                          <a:gd name="connsiteY2" fmla="*/ 9163 h 9182"/>
                          <a:gd name="connsiteX3" fmla="*/ 1067 w 5653"/>
                          <a:gd name="connsiteY3" fmla="*/ 4400 h 9182"/>
                          <a:gd name="connsiteX4" fmla="*/ 4972 w 5653"/>
                          <a:gd name="connsiteY4" fmla="*/ 19 h 9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653" h="9182">
                            <a:moveTo>
                              <a:pt x="4972" y="19"/>
                            </a:moveTo>
                            <a:cubicBezTo>
                              <a:pt x="6401" y="304"/>
                              <a:pt x="5258" y="3353"/>
                              <a:pt x="4496" y="4972"/>
                            </a:cubicBezTo>
                            <a:cubicBezTo>
                              <a:pt x="3734" y="6496"/>
                              <a:pt x="2114" y="9448"/>
                              <a:pt x="686" y="9163"/>
                            </a:cubicBezTo>
                            <a:cubicBezTo>
                              <a:pt x="-743" y="8877"/>
                              <a:pt x="400" y="5924"/>
                              <a:pt x="1067" y="4400"/>
                            </a:cubicBezTo>
                            <a:cubicBezTo>
                              <a:pt x="1829" y="2781"/>
                              <a:pt x="3543" y="-267"/>
                              <a:pt x="4972" y="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21" name="Forme libre : forme 11620">
                        <a:extLst>
                          <a:ext uri="{FF2B5EF4-FFF2-40B4-BE49-F238E27FC236}">
                            <a16:creationId xmlns:a16="http://schemas.microsoft.com/office/drawing/2014/main" id="{549525FF-6DFD-4113-8CC7-0CE631E4D2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13954" y="2821303"/>
                        <a:ext cx="66886" cy="67361"/>
                      </a:xfrm>
                      <a:custGeom>
                        <a:avLst/>
                        <a:gdLst>
                          <a:gd name="connsiteX0" fmla="*/ 39321 w 66886"/>
                          <a:gd name="connsiteY0" fmla="*/ 10384 h 67361"/>
                          <a:gd name="connsiteX1" fmla="*/ 64181 w 66886"/>
                          <a:gd name="connsiteY1" fmla="*/ 1 h 67361"/>
                          <a:gd name="connsiteX2" fmla="*/ 65229 w 66886"/>
                          <a:gd name="connsiteY2" fmla="*/ 8383 h 67361"/>
                          <a:gd name="connsiteX3" fmla="*/ 56561 w 66886"/>
                          <a:gd name="connsiteY3" fmla="*/ 15146 h 67361"/>
                          <a:gd name="connsiteX4" fmla="*/ 29986 w 66886"/>
                          <a:gd name="connsiteY4" fmla="*/ 36768 h 67361"/>
                          <a:gd name="connsiteX5" fmla="*/ 745 w 66886"/>
                          <a:gd name="connsiteY5" fmla="*/ 65629 h 67361"/>
                          <a:gd name="connsiteX6" fmla="*/ 5412 w 66886"/>
                          <a:gd name="connsiteY6" fmla="*/ 44769 h 67361"/>
                          <a:gd name="connsiteX7" fmla="*/ 19223 w 66886"/>
                          <a:gd name="connsiteY7" fmla="*/ 24290 h 67361"/>
                          <a:gd name="connsiteX8" fmla="*/ 39321 w 66886"/>
                          <a:gd name="connsiteY8" fmla="*/ 10384 h 673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6886" h="67361">
                            <a:moveTo>
                              <a:pt x="39321" y="10384"/>
                            </a:moveTo>
                            <a:cubicBezTo>
                              <a:pt x="48560" y="4192"/>
                              <a:pt x="55513" y="382"/>
                              <a:pt x="64181" y="1"/>
                            </a:cubicBezTo>
                            <a:cubicBezTo>
                              <a:pt x="67325" y="-94"/>
                              <a:pt x="67801" y="4669"/>
                              <a:pt x="65229" y="8383"/>
                            </a:cubicBezTo>
                            <a:cubicBezTo>
                              <a:pt x="62657" y="12003"/>
                              <a:pt x="59704" y="13431"/>
                              <a:pt x="56561" y="15146"/>
                            </a:cubicBezTo>
                            <a:cubicBezTo>
                              <a:pt x="46846" y="20194"/>
                              <a:pt x="38559" y="27814"/>
                              <a:pt x="29986" y="36768"/>
                            </a:cubicBezTo>
                            <a:cubicBezTo>
                              <a:pt x="24367" y="42578"/>
                              <a:pt x="5031" y="75154"/>
                              <a:pt x="745" y="65629"/>
                            </a:cubicBezTo>
                            <a:cubicBezTo>
                              <a:pt x="-1351" y="61152"/>
                              <a:pt x="1221" y="53055"/>
                              <a:pt x="5412" y="44769"/>
                            </a:cubicBezTo>
                            <a:cubicBezTo>
                              <a:pt x="9603" y="36482"/>
                              <a:pt x="15508" y="28195"/>
                              <a:pt x="19223" y="24290"/>
                            </a:cubicBezTo>
                            <a:cubicBezTo>
                              <a:pt x="26558" y="16479"/>
                              <a:pt x="32653" y="15051"/>
                              <a:pt x="39321" y="1038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29" name="Graphique 1">
                      <a:extLst>
                        <a:ext uri="{FF2B5EF4-FFF2-40B4-BE49-F238E27FC236}">
                          <a16:creationId xmlns:a16="http://schemas.microsoft.com/office/drawing/2014/main" id="{E82E6CC1-8D86-4AE5-AF21-27CCCCBA70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81501" y="2694339"/>
                      <a:ext cx="182506" cy="124492"/>
                      <a:chOff x="2581501" y="2694339"/>
                      <a:chExt cx="182506" cy="124492"/>
                    </a:xfrm>
                    <a:solidFill>
                      <a:schemeClr val="accent1"/>
                    </a:solidFill>
                  </p:grpSpPr>
                  <p:sp>
                    <p:nvSpPr>
                      <p:cNvPr id="11598" name="Forme libre : forme 11597">
                        <a:extLst>
                          <a:ext uri="{FF2B5EF4-FFF2-40B4-BE49-F238E27FC236}">
                            <a16:creationId xmlns:a16="http://schemas.microsoft.com/office/drawing/2014/main" id="{CC38941D-CCA7-4E2E-857D-C0E5360CEF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501" y="2694339"/>
                        <a:ext cx="182506" cy="124492"/>
                      </a:xfrm>
                      <a:custGeom>
                        <a:avLst/>
                        <a:gdLst>
                          <a:gd name="connsiteX0" fmla="*/ 135509 w 182506"/>
                          <a:gd name="connsiteY0" fmla="*/ 75149 h 124492"/>
                          <a:gd name="connsiteX1" fmla="*/ 107600 w 182506"/>
                          <a:gd name="connsiteY1" fmla="*/ 91056 h 124492"/>
                          <a:gd name="connsiteX2" fmla="*/ 80073 w 182506"/>
                          <a:gd name="connsiteY2" fmla="*/ 107630 h 124492"/>
                          <a:gd name="connsiteX3" fmla="*/ 14922 w 182506"/>
                          <a:gd name="connsiteY3" fmla="*/ 124489 h 124492"/>
                          <a:gd name="connsiteX4" fmla="*/ 63 w 182506"/>
                          <a:gd name="connsiteY4" fmla="*/ 108868 h 124492"/>
                          <a:gd name="connsiteX5" fmla="*/ 39116 w 182506"/>
                          <a:gd name="connsiteY5" fmla="*/ 44193 h 124492"/>
                          <a:gd name="connsiteX6" fmla="*/ 99314 w 182506"/>
                          <a:gd name="connsiteY6" fmla="*/ 9046 h 124492"/>
                          <a:gd name="connsiteX7" fmla="*/ 171608 w 182506"/>
                          <a:gd name="connsiteY7" fmla="*/ 7045 h 124492"/>
                          <a:gd name="connsiteX8" fmla="*/ 181705 w 182506"/>
                          <a:gd name="connsiteY8" fmla="*/ 25619 h 124492"/>
                          <a:gd name="connsiteX9" fmla="*/ 135509 w 182506"/>
                          <a:gd name="connsiteY9" fmla="*/ 75149 h 1244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82506" h="124492">
                            <a:moveTo>
                              <a:pt x="135509" y="75149"/>
                            </a:moveTo>
                            <a:cubicBezTo>
                              <a:pt x="128746" y="78959"/>
                              <a:pt x="118173" y="84960"/>
                              <a:pt x="107600" y="91056"/>
                            </a:cubicBezTo>
                            <a:cubicBezTo>
                              <a:pt x="97218" y="97247"/>
                              <a:pt x="86836" y="103534"/>
                              <a:pt x="80073" y="107630"/>
                            </a:cubicBezTo>
                            <a:cubicBezTo>
                              <a:pt x="55118" y="122869"/>
                              <a:pt x="37782" y="124203"/>
                              <a:pt x="14922" y="124489"/>
                            </a:cubicBezTo>
                            <a:cubicBezTo>
                              <a:pt x="7207" y="124679"/>
                              <a:pt x="-794" y="117059"/>
                              <a:pt x="63" y="108868"/>
                            </a:cubicBezTo>
                            <a:cubicBezTo>
                              <a:pt x="2540" y="85436"/>
                              <a:pt x="13017" y="64005"/>
                              <a:pt x="39116" y="44193"/>
                            </a:cubicBezTo>
                            <a:cubicBezTo>
                              <a:pt x="53022" y="33430"/>
                              <a:pt x="83121" y="15999"/>
                              <a:pt x="99314" y="9046"/>
                            </a:cubicBezTo>
                            <a:cubicBezTo>
                              <a:pt x="129508" y="-4384"/>
                              <a:pt x="150272" y="-956"/>
                              <a:pt x="171608" y="7045"/>
                            </a:cubicBezTo>
                            <a:cubicBezTo>
                              <a:pt x="179038" y="9713"/>
                              <a:pt x="184658" y="18761"/>
                              <a:pt x="181705" y="25619"/>
                            </a:cubicBezTo>
                            <a:cubicBezTo>
                              <a:pt x="173132" y="45431"/>
                              <a:pt x="160559" y="60766"/>
                              <a:pt x="135509" y="7514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99" name="Forme libre : forme 11598">
                        <a:extLst>
                          <a:ext uri="{FF2B5EF4-FFF2-40B4-BE49-F238E27FC236}">
                            <a16:creationId xmlns:a16="http://schemas.microsoft.com/office/drawing/2014/main" id="{13D16FF6-8105-43CB-9680-61AC454BBF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7279" y="2719387"/>
                        <a:ext cx="175831" cy="99345"/>
                      </a:xfrm>
                      <a:custGeom>
                        <a:avLst/>
                        <a:gdLst>
                          <a:gd name="connsiteX0" fmla="*/ 67723 w 175831"/>
                          <a:gd name="connsiteY0" fmla="*/ 54483 h 99345"/>
                          <a:gd name="connsiteX1" fmla="*/ 0 w 175831"/>
                          <a:gd name="connsiteY1" fmla="*/ 96107 h 99345"/>
                          <a:gd name="connsiteX2" fmla="*/ 8954 w 175831"/>
                          <a:gd name="connsiteY2" fmla="*/ 99346 h 99345"/>
                          <a:gd name="connsiteX3" fmla="*/ 20384 w 175831"/>
                          <a:gd name="connsiteY3" fmla="*/ 99060 h 99345"/>
                          <a:gd name="connsiteX4" fmla="*/ 51626 w 175831"/>
                          <a:gd name="connsiteY4" fmla="*/ 93345 h 99345"/>
                          <a:gd name="connsiteX5" fmla="*/ 74104 w 175831"/>
                          <a:gd name="connsiteY5" fmla="*/ 82487 h 99345"/>
                          <a:gd name="connsiteX6" fmla="*/ 82868 w 175831"/>
                          <a:gd name="connsiteY6" fmla="*/ 77153 h 99345"/>
                          <a:gd name="connsiteX7" fmla="*/ 125444 w 175831"/>
                          <a:gd name="connsiteY7" fmla="*/ 52388 h 99345"/>
                          <a:gd name="connsiteX8" fmla="*/ 129635 w 175831"/>
                          <a:gd name="connsiteY8" fmla="*/ 50006 h 99345"/>
                          <a:gd name="connsiteX9" fmla="*/ 151924 w 175831"/>
                          <a:gd name="connsiteY9" fmla="*/ 34099 h 99345"/>
                          <a:gd name="connsiteX10" fmla="*/ 171355 w 175831"/>
                          <a:gd name="connsiteY10" fmla="*/ 9525 h 99345"/>
                          <a:gd name="connsiteX11" fmla="*/ 175736 w 175831"/>
                          <a:gd name="connsiteY11" fmla="*/ 381 h 99345"/>
                          <a:gd name="connsiteX12" fmla="*/ 175832 w 175831"/>
                          <a:gd name="connsiteY12" fmla="*/ 0 h 99345"/>
                          <a:gd name="connsiteX13" fmla="*/ 67723 w 175831"/>
                          <a:gd name="connsiteY13" fmla="*/ 54483 h 993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75831" h="99345">
                            <a:moveTo>
                              <a:pt x="67723" y="54483"/>
                            </a:moveTo>
                            <a:cubicBezTo>
                              <a:pt x="45339" y="70676"/>
                              <a:pt x="22765" y="87821"/>
                              <a:pt x="0" y="96107"/>
                            </a:cubicBezTo>
                            <a:cubicBezTo>
                              <a:pt x="2667" y="98107"/>
                              <a:pt x="5715" y="99346"/>
                              <a:pt x="8954" y="99346"/>
                            </a:cubicBezTo>
                            <a:cubicBezTo>
                              <a:pt x="12954" y="99346"/>
                              <a:pt x="16764" y="99251"/>
                              <a:pt x="20384" y="99060"/>
                            </a:cubicBezTo>
                            <a:cubicBezTo>
                              <a:pt x="30956" y="98488"/>
                              <a:pt x="41053" y="97250"/>
                              <a:pt x="51626" y="93345"/>
                            </a:cubicBezTo>
                            <a:cubicBezTo>
                              <a:pt x="58674" y="90964"/>
                              <a:pt x="65818" y="87344"/>
                              <a:pt x="74104" y="82487"/>
                            </a:cubicBezTo>
                            <a:cubicBezTo>
                              <a:pt x="76581" y="80963"/>
                              <a:pt x="79629" y="79153"/>
                              <a:pt x="82868" y="77153"/>
                            </a:cubicBezTo>
                            <a:cubicBezTo>
                              <a:pt x="95631" y="69247"/>
                              <a:pt x="113633" y="58769"/>
                              <a:pt x="125444" y="52388"/>
                            </a:cubicBezTo>
                            <a:cubicBezTo>
                              <a:pt x="126968" y="51530"/>
                              <a:pt x="128397" y="50673"/>
                              <a:pt x="129635" y="50006"/>
                            </a:cubicBezTo>
                            <a:cubicBezTo>
                              <a:pt x="138494" y="44863"/>
                              <a:pt x="145828" y="39624"/>
                              <a:pt x="151924" y="34099"/>
                            </a:cubicBezTo>
                            <a:cubicBezTo>
                              <a:pt x="160306" y="26575"/>
                              <a:pt x="166307" y="18288"/>
                              <a:pt x="171355" y="9525"/>
                            </a:cubicBezTo>
                            <a:cubicBezTo>
                              <a:pt x="172974" y="6572"/>
                              <a:pt x="174403" y="3524"/>
                              <a:pt x="175736" y="381"/>
                            </a:cubicBezTo>
                            <a:lnTo>
                              <a:pt x="175832" y="0"/>
                            </a:lnTo>
                            <a:cubicBezTo>
                              <a:pt x="137922" y="13621"/>
                              <a:pt x="99536" y="31242"/>
                              <a:pt x="67723" y="5448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00" name="Forme libre : forme 11599">
                        <a:extLst>
                          <a:ext uri="{FF2B5EF4-FFF2-40B4-BE49-F238E27FC236}">
                            <a16:creationId xmlns:a16="http://schemas.microsoft.com/office/drawing/2014/main" id="{AE9B4BF0-9346-4E90-8A0B-646F57FAF0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41343" y="2722502"/>
                        <a:ext cx="85396" cy="50462"/>
                      </a:xfrm>
                      <a:custGeom>
                        <a:avLst/>
                        <a:gdLst>
                          <a:gd name="connsiteX0" fmla="*/ 85001 w 85396"/>
                          <a:gd name="connsiteY0" fmla="*/ 3076 h 50462"/>
                          <a:gd name="connsiteX1" fmla="*/ 71190 w 85396"/>
                          <a:gd name="connsiteY1" fmla="*/ 20411 h 50462"/>
                          <a:gd name="connsiteX2" fmla="*/ 46521 w 85396"/>
                          <a:gd name="connsiteY2" fmla="*/ 35842 h 50462"/>
                          <a:gd name="connsiteX3" fmla="*/ 22041 w 85396"/>
                          <a:gd name="connsiteY3" fmla="*/ 47081 h 50462"/>
                          <a:gd name="connsiteX4" fmla="*/ 991 w 85396"/>
                          <a:gd name="connsiteY4" fmla="*/ 47843 h 50462"/>
                          <a:gd name="connsiteX5" fmla="*/ 10897 w 85396"/>
                          <a:gd name="connsiteY5" fmla="*/ 29460 h 50462"/>
                          <a:gd name="connsiteX6" fmla="*/ 34233 w 85396"/>
                          <a:gd name="connsiteY6" fmla="*/ 14220 h 50462"/>
                          <a:gd name="connsiteX7" fmla="*/ 61856 w 85396"/>
                          <a:gd name="connsiteY7" fmla="*/ 2790 h 50462"/>
                          <a:gd name="connsiteX8" fmla="*/ 85001 w 85396"/>
                          <a:gd name="connsiteY8" fmla="*/ 3076 h 504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5396" h="50462">
                            <a:moveTo>
                              <a:pt x="85001" y="3076"/>
                            </a:moveTo>
                            <a:cubicBezTo>
                              <a:pt x="87192" y="7743"/>
                              <a:pt x="79953" y="14029"/>
                              <a:pt x="71190" y="20411"/>
                            </a:cubicBezTo>
                            <a:cubicBezTo>
                              <a:pt x="62332" y="26602"/>
                              <a:pt x="51855" y="32889"/>
                              <a:pt x="46521" y="35842"/>
                            </a:cubicBezTo>
                            <a:cubicBezTo>
                              <a:pt x="41091" y="38794"/>
                              <a:pt x="31281" y="43748"/>
                              <a:pt x="22041" y="47081"/>
                            </a:cubicBezTo>
                            <a:cubicBezTo>
                              <a:pt x="12897" y="50510"/>
                              <a:pt x="4230" y="52225"/>
                              <a:pt x="991" y="47843"/>
                            </a:cubicBezTo>
                            <a:cubicBezTo>
                              <a:pt x="-2343" y="43367"/>
                              <a:pt x="3182" y="36223"/>
                              <a:pt x="10897" y="29460"/>
                            </a:cubicBezTo>
                            <a:cubicBezTo>
                              <a:pt x="18707" y="22793"/>
                              <a:pt x="28899" y="16887"/>
                              <a:pt x="34233" y="14220"/>
                            </a:cubicBezTo>
                            <a:cubicBezTo>
                              <a:pt x="39567" y="11458"/>
                              <a:pt x="50997" y="5933"/>
                              <a:pt x="61856" y="2790"/>
                            </a:cubicBezTo>
                            <a:cubicBezTo>
                              <a:pt x="72714" y="-544"/>
                              <a:pt x="82906" y="-1401"/>
                              <a:pt x="85001" y="307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01" name="Forme libre : forme 11600">
                        <a:extLst>
                          <a:ext uri="{FF2B5EF4-FFF2-40B4-BE49-F238E27FC236}">
                            <a16:creationId xmlns:a16="http://schemas.microsoft.com/office/drawing/2014/main" id="{473AAE5C-7ADA-4E5A-B9C5-24EDB0C922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40579" y="2747486"/>
                        <a:ext cx="64619" cy="25281"/>
                      </a:xfrm>
                      <a:custGeom>
                        <a:avLst/>
                        <a:gdLst>
                          <a:gd name="connsiteX0" fmla="*/ 13375 w 64619"/>
                          <a:gd name="connsiteY0" fmla="*/ 3619 h 25281"/>
                          <a:gd name="connsiteX1" fmla="*/ 1469 w 64619"/>
                          <a:gd name="connsiteY1" fmla="*/ 23241 h 25281"/>
                          <a:gd name="connsiteX2" fmla="*/ 47856 w 64619"/>
                          <a:gd name="connsiteY2" fmla="*/ 10668 h 25281"/>
                          <a:gd name="connsiteX3" fmla="*/ 64620 w 64619"/>
                          <a:gd name="connsiteY3" fmla="*/ 0 h 25281"/>
                          <a:gd name="connsiteX4" fmla="*/ 54809 w 64619"/>
                          <a:gd name="connsiteY4" fmla="*/ 4286 h 25281"/>
                          <a:gd name="connsiteX5" fmla="*/ 13375 w 64619"/>
                          <a:gd name="connsiteY5" fmla="*/ 3619 h 252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4619" h="25281">
                            <a:moveTo>
                              <a:pt x="13375" y="3619"/>
                            </a:moveTo>
                            <a:cubicBezTo>
                              <a:pt x="9089" y="8382"/>
                              <a:pt x="-4437" y="18764"/>
                              <a:pt x="1469" y="23241"/>
                            </a:cubicBezTo>
                            <a:cubicBezTo>
                              <a:pt x="10613" y="30194"/>
                              <a:pt x="33949" y="17716"/>
                              <a:pt x="47856" y="10668"/>
                            </a:cubicBezTo>
                            <a:cubicBezTo>
                              <a:pt x="51856" y="8477"/>
                              <a:pt x="60524" y="3143"/>
                              <a:pt x="64620" y="0"/>
                            </a:cubicBezTo>
                            <a:cubicBezTo>
                              <a:pt x="61953" y="1238"/>
                              <a:pt x="57571" y="3524"/>
                              <a:pt x="54809" y="4286"/>
                            </a:cubicBezTo>
                            <a:cubicBezTo>
                              <a:pt x="39283" y="8191"/>
                              <a:pt x="20614" y="13240"/>
                              <a:pt x="13375" y="361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02" name="Forme libre : forme 11601">
                        <a:extLst>
                          <a:ext uri="{FF2B5EF4-FFF2-40B4-BE49-F238E27FC236}">
                            <a16:creationId xmlns:a16="http://schemas.microsoft.com/office/drawing/2014/main" id="{A152FDD4-5FF1-416A-90A0-4EF6392804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47050" y="2722241"/>
                        <a:ext cx="85137" cy="50530"/>
                      </a:xfrm>
                      <a:custGeom>
                        <a:avLst/>
                        <a:gdLst>
                          <a:gd name="connsiteX0" fmla="*/ 85105 w 85137"/>
                          <a:gd name="connsiteY0" fmla="*/ 3623 h 50530"/>
                          <a:gd name="connsiteX1" fmla="*/ 46147 w 85137"/>
                          <a:gd name="connsiteY1" fmla="*/ 36675 h 50530"/>
                          <a:gd name="connsiteX2" fmla="*/ 1094 w 85137"/>
                          <a:gd name="connsiteY2" fmla="*/ 47819 h 50530"/>
                          <a:gd name="connsiteX3" fmla="*/ 11095 w 85137"/>
                          <a:gd name="connsiteY3" fmla="*/ 29722 h 50530"/>
                          <a:gd name="connsiteX4" fmla="*/ 34336 w 85137"/>
                          <a:gd name="connsiteY4" fmla="*/ 14767 h 50530"/>
                          <a:gd name="connsiteX5" fmla="*/ 62816 w 85137"/>
                          <a:gd name="connsiteY5" fmla="*/ 2956 h 50530"/>
                          <a:gd name="connsiteX6" fmla="*/ 85105 w 85137"/>
                          <a:gd name="connsiteY6" fmla="*/ 3623 h 505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5137" h="50530">
                            <a:moveTo>
                              <a:pt x="85105" y="3623"/>
                            </a:moveTo>
                            <a:cubicBezTo>
                              <a:pt x="86248" y="14005"/>
                              <a:pt x="57387" y="29722"/>
                              <a:pt x="46147" y="36675"/>
                            </a:cubicBezTo>
                            <a:cubicBezTo>
                              <a:pt x="34622" y="43057"/>
                              <a:pt x="8238" y="56201"/>
                              <a:pt x="1094" y="47819"/>
                            </a:cubicBezTo>
                            <a:cubicBezTo>
                              <a:pt x="-2430" y="43533"/>
                              <a:pt x="2999" y="36199"/>
                              <a:pt x="11095" y="29722"/>
                            </a:cubicBezTo>
                            <a:cubicBezTo>
                              <a:pt x="19096" y="23054"/>
                              <a:pt x="29479" y="17434"/>
                              <a:pt x="34336" y="14767"/>
                            </a:cubicBezTo>
                            <a:cubicBezTo>
                              <a:pt x="39289" y="12195"/>
                              <a:pt x="51481" y="6385"/>
                              <a:pt x="62816" y="2956"/>
                            </a:cubicBezTo>
                            <a:cubicBezTo>
                              <a:pt x="74151" y="-473"/>
                              <a:pt x="84342" y="-1711"/>
                              <a:pt x="85105" y="362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03" name="Forme libre : forme 11602">
                        <a:extLst>
                          <a:ext uri="{FF2B5EF4-FFF2-40B4-BE49-F238E27FC236}">
                            <a16:creationId xmlns:a16="http://schemas.microsoft.com/office/drawing/2014/main" id="{93099F61-9FF6-47F2-990F-BD743997FD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02189" y="2744988"/>
                        <a:ext cx="111417" cy="55417"/>
                      </a:xfrm>
                      <a:custGeom>
                        <a:avLst/>
                        <a:gdLst>
                          <a:gd name="connsiteX0" fmla="*/ 5569 w 111417"/>
                          <a:gd name="connsiteY0" fmla="*/ 52790 h 55417"/>
                          <a:gd name="connsiteX1" fmla="*/ 22428 w 111417"/>
                          <a:gd name="connsiteY1" fmla="*/ 54600 h 55417"/>
                          <a:gd name="connsiteX2" fmla="*/ 65386 w 111417"/>
                          <a:gd name="connsiteY2" fmla="*/ 44122 h 55417"/>
                          <a:gd name="connsiteX3" fmla="*/ 101867 w 111417"/>
                          <a:gd name="connsiteY3" fmla="*/ 20500 h 55417"/>
                          <a:gd name="connsiteX4" fmla="*/ 109677 w 111417"/>
                          <a:gd name="connsiteY4" fmla="*/ 1165 h 55417"/>
                          <a:gd name="connsiteX5" fmla="*/ 94151 w 111417"/>
                          <a:gd name="connsiteY5" fmla="*/ 2498 h 55417"/>
                          <a:gd name="connsiteX6" fmla="*/ 52051 w 111417"/>
                          <a:gd name="connsiteY6" fmla="*/ 10023 h 55417"/>
                          <a:gd name="connsiteX7" fmla="*/ 10141 w 111417"/>
                          <a:gd name="connsiteY7" fmla="*/ 22977 h 55417"/>
                          <a:gd name="connsiteX8" fmla="*/ 5569 w 111417"/>
                          <a:gd name="connsiteY8" fmla="*/ 52790 h 554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1417" h="55417">
                            <a:moveTo>
                              <a:pt x="5569" y="52790"/>
                            </a:moveTo>
                            <a:cubicBezTo>
                              <a:pt x="11474" y="55838"/>
                              <a:pt x="14618" y="55933"/>
                              <a:pt x="22428" y="54600"/>
                            </a:cubicBezTo>
                            <a:cubicBezTo>
                              <a:pt x="37382" y="52409"/>
                              <a:pt x="49289" y="51171"/>
                              <a:pt x="65386" y="44122"/>
                            </a:cubicBezTo>
                            <a:cubicBezTo>
                              <a:pt x="78816" y="38217"/>
                              <a:pt x="92532" y="29358"/>
                              <a:pt x="101867" y="20500"/>
                            </a:cubicBezTo>
                            <a:cubicBezTo>
                              <a:pt x="108629" y="13738"/>
                              <a:pt x="114440" y="5641"/>
                              <a:pt x="109677" y="1165"/>
                            </a:cubicBezTo>
                            <a:cubicBezTo>
                              <a:pt x="106724" y="-1598"/>
                              <a:pt x="99962" y="1260"/>
                              <a:pt x="94151" y="2498"/>
                            </a:cubicBezTo>
                            <a:cubicBezTo>
                              <a:pt x="80150" y="5070"/>
                              <a:pt x="67196" y="8880"/>
                              <a:pt x="52051" y="10023"/>
                            </a:cubicBezTo>
                            <a:cubicBezTo>
                              <a:pt x="39383" y="11166"/>
                              <a:pt x="23476" y="10594"/>
                              <a:pt x="10141" y="22977"/>
                            </a:cubicBezTo>
                            <a:cubicBezTo>
                              <a:pt x="-1956" y="34026"/>
                              <a:pt x="-2908" y="48599"/>
                              <a:pt x="5569" y="5279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04" name="Forme libre : forme 11603">
                        <a:extLst>
                          <a:ext uri="{FF2B5EF4-FFF2-40B4-BE49-F238E27FC236}">
                            <a16:creationId xmlns:a16="http://schemas.microsoft.com/office/drawing/2014/main" id="{47B57E46-B329-4FAA-A6CD-4AD947B7FE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19027" y="2745555"/>
                        <a:ext cx="29863" cy="29708"/>
                      </a:xfrm>
                      <a:custGeom>
                        <a:avLst/>
                        <a:gdLst>
                          <a:gd name="connsiteX0" fmla="*/ 1495 w 29863"/>
                          <a:gd name="connsiteY0" fmla="*/ 24505 h 29708"/>
                          <a:gd name="connsiteX1" fmla="*/ 66 w 29863"/>
                          <a:gd name="connsiteY1" fmla="*/ 28791 h 29708"/>
                          <a:gd name="connsiteX2" fmla="*/ 3876 w 29863"/>
                          <a:gd name="connsiteY2" fmla="*/ 28982 h 29708"/>
                          <a:gd name="connsiteX3" fmla="*/ 9782 w 29863"/>
                          <a:gd name="connsiteY3" fmla="*/ 24791 h 29708"/>
                          <a:gd name="connsiteX4" fmla="*/ 23212 w 29863"/>
                          <a:gd name="connsiteY4" fmla="*/ 13075 h 29708"/>
                          <a:gd name="connsiteX5" fmla="*/ 27689 w 29863"/>
                          <a:gd name="connsiteY5" fmla="*/ 8312 h 29708"/>
                          <a:gd name="connsiteX6" fmla="*/ 19878 w 29863"/>
                          <a:gd name="connsiteY6" fmla="*/ 3264 h 29708"/>
                          <a:gd name="connsiteX7" fmla="*/ 1495 w 29863"/>
                          <a:gd name="connsiteY7" fmla="*/ 24505 h 297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863" h="29708">
                            <a:moveTo>
                              <a:pt x="1495" y="24505"/>
                            </a:moveTo>
                            <a:cubicBezTo>
                              <a:pt x="447" y="26219"/>
                              <a:pt x="-219" y="27458"/>
                              <a:pt x="66" y="28791"/>
                            </a:cubicBezTo>
                            <a:cubicBezTo>
                              <a:pt x="352" y="30125"/>
                              <a:pt x="2067" y="29839"/>
                              <a:pt x="3876" y="28982"/>
                            </a:cubicBezTo>
                            <a:cubicBezTo>
                              <a:pt x="5686" y="28125"/>
                              <a:pt x="7972" y="26219"/>
                              <a:pt x="9782" y="24791"/>
                            </a:cubicBezTo>
                            <a:cubicBezTo>
                              <a:pt x="14354" y="21076"/>
                              <a:pt x="19021" y="16885"/>
                              <a:pt x="23212" y="13075"/>
                            </a:cubicBezTo>
                            <a:cubicBezTo>
                              <a:pt x="24926" y="11456"/>
                              <a:pt x="26546" y="10027"/>
                              <a:pt x="27689" y="8312"/>
                            </a:cubicBezTo>
                            <a:cubicBezTo>
                              <a:pt x="32356" y="1264"/>
                              <a:pt x="29403" y="-3499"/>
                              <a:pt x="19878" y="3264"/>
                            </a:cubicBezTo>
                            <a:cubicBezTo>
                              <a:pt x="12449" y="8503"/>
                              <a:pt x="5591" y="17552"/>
                              <a:pt x="1495" y="2450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05" name="Forme libre : forme 11604">
                        <a:extLst>
                          <a:ext uri="{FF2B5EF4-FFF2-40B4-BE49-F238E27FC236}">
                            <a16:creationId xmlns:a16="http://schemas.microsoft.com/office/drawing/2014/main" id="{7ED96DB2-6033-46D3-B8E9-601D83BD9F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18343" y="2718244"/>
                        <a:ext cx="41338" cy="48767"/>
                      </a:xfrm>
                      <a:custGeom>
                        <a:avLst/>
                        <a:gdLst>
                          <a:gd name="connsiteX0" fmla="*/ 41338 w 41338"/>
                          <a:gd name="connsiteY0" fmla="*/ 0 h 48767"/>
                          <a:gd name="connsiteX1" fmla="*/ 0 w 41338"/>
                          <a:gd name="connsiteY1" fmla="*/ 48768 h 48767"/>
                          <a:gd name="connsiteX2" fmla="*/ 41338 w 41338"/>
                          <a:gd name="connsiteY2" fmla="*/ 0 h 48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338" h="48767">
                            <a:moveTo>
                              <a:pt x="41338" y="0"/>
                            </a:moveTo>
                            <a:cubicBezTo>
                              <a:pt x="38290" y="16002"/>
                              <a:pt x="14002" y="35719"/>
                              <a:pt x="0" y="48768"/>
                            </a:cubicBezTo>
                            <a:cubicBezTo>
                              <a:pt x="15335" y="34766"/>
                              <a:pt x="30766" y="15240"/>
                              <a:pt x="413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06" name="Forme libre : forme 11605">
                        <a:extLst>
                          <a:ext uri="{FF2B5EF4-FFF2-40B4-BE49-F238E27FC236}">
                            <a16:creationId xmlns:a16="http://schemas.microsoft.com/office/drawing/2014/main" id="{826AD38E-C0E5-45D3-AA46-EF75666D10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3946" y="2739008"/>
                        <a:ext cx="40100" cy="64484"/>
                      </a:xfrm>
                      <a:custGeom>
                        <a:avLst/>
                        <a:gdLst>
                          <a:gd name="connsiteX0" fmla="*/ 40100 w 40100"/>
                          <a:gd name="connsiteY0" fmla="*/ 0 h 64484"/>
                          <a:gd name="connsiteX1" fmla="*/ 0 w 40100"/>
                          <a:gd name="connsiteY1" fmla="*/ 64484 h 64484"/>
                          <a:gd name="connsiteX2" fmla="*/ 40100 w 40100"/>
                          <a:gd name="connsiteY2" fmla="*/ 0 h 644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0100" h="64484">
                            <a:moveTo>
                              <a:pt x="40100" y="0"/>
                            </a:moveTo>
                            <a:cubicBezTo>
                              <a:pt x="16954" y="17431"/>
                              <a:pt x="4000" y="43148"/>
                              <a:pt x="0" y="64484"/>
                            </a:cubicBezTo>
                            <a:cubicBezTo>
                              <a:pt x="2572" y="44196"/>
                              <a:pt x="22288" y="17240"/>
                              <a:pt x="4010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07" name="Forme libre : forme 11606">
                        <a:extLst>
                          <a:ext uri="{FF2B5EF4-FFF2-40B4-BE49-F238E27FC236}">
                            <a16:creationId xmlns:a16="http://schemas.microsoft.com/office/drawing/2014/main" id="{6DB7ED42-6D64-4554-AC54-FFC76CCBF8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72133" y="2730098"/>
                        <a:ext cx="33084" cy="15991"/>
                      </a:xfrm>
                      <a:custGeom>
                        <a:avLst/>
                        <a:gdLst>
                          <a:gd name="connsiteX0" fmla="*/ 33066 w 33084"/>
                          <a:gd name="connsiteY0" fmla="*/ 1767 h 15991"/>
                          <a:gd name="connsiteX1" fmla="*/ 15159 w 33084"/>
                          <a:gd name="connsiteY1" fmla="*/ 12530 h 15991"/>
                          <a:gd name="connsiteX2" fmla="*/ 14 w 33084"/>
                          <a:gd name="connsiteY2" fmla="*/ 14054 h 15991"/>
                          <a:gd name="connsiteX3" fmla="*/ 16874 w 33084"/>
                          <a:gd name="connsiteY3" fmla="*/ 3481 h 15991"/>
                          <a:gd name="connsiteX4" fmla="*/ 33066 w 33084"/>
                          <a:gd name="connsiteY4" fmla="*/ 1767 h 15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084" h="15991">
                            <a:moveTo>
                              <a:pt x="33066" y="1767"/>
                            </a:moveTo>
                            <a:cubicBezTo>
                              <a:pt x="32400" y="5862"/>
                              <a:pt x="19160" y="10911"/>
                              <a:pt x="15159" y="12530"/>
                            </a:cubicBezTo>
                            <a:cubicBezTo>
                              <a:pt x="11063" y="14054"/>
                              <a:pt x="-462" y="18531"/>
                              <a:pt x="14" y="14054"/>
                            </a:cubicBezTo>
                            <a:cubicBezTo>
                              <a:pt x="491" y="9482"/>
                              <a:pt x="12968" y="4815"/>
                              <a:pt x="16874" y="3481"/>
                            </a:cubicBezTo>
                            <a:cubicBezTo>
                              <a:pt x="20588" y="1957"/>
                              <a:pt x="33638" y="-2424"/>
                              <a:pt x="33066" y="176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08" name="Forme libre : forme 11607">
                        <a:extLst>
                          <a:ext uri="{FF2B5EF4-FFF2-40B4-BE49-F238E27FC236}">
                            <a16:creationId xmlns:a16="http://schemas.microsoft.com/office/drawing/2014/main" id="{AF5C2EF3-88EF-4AB3-BD84-13C4939509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00556" y="2728238"/>
                        <a:ext cx="9405" cy="5232"/>
                      </a:xfrm>
                      <a:custGeom>
                        <a:avLst/>
                        <a:gdLst>
                          <a:gd name="connsiteX0" fmla="*/ 9215 w 9405"/>
                          <a:gd name="connsiteY0" fmla="*/ 388 h 5232"/>
                          <a:gd name="connsiteX1" fmla="*/ 5786 w 9405"/>
                          <a:gd name="connsiteY1" fmla="*/ 3912 h 5232"/>
                          <a:gd name="connsiteX2" fmla="*/ 166 w 9405"/>
                          <a:gd name="connsiteY2" fmla="*/ 4769 h 5232"/>
                          <a:gd name="connsiteX3" fmla="*/ 3500 w 9405"/>
                          <a:gd name="connsiteY3" fmla="*/ 1341 h 5232"/>
                          <a:gd name="connsiteX4" fmla="*/ 9215 w 9405"/>
                          <a:gd name="connsiteY4" fmla="*/ 388 h 5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05" h="5232">
                            <a:moveTo>
                              <a:pt x="9215" y="388"/>
                            </a:moveTo>
                            <a:cubicBezTo>
                              <a:pt x="10167" y="1436"/>
                              <a:pt x="7310" y="3150"/>
                              <a:pt x="5786" y="3912"/>
                            </a:cubicBezTo>
                            <a:cubicBezTo>
                              <a:pt x="4262" y="4674"/>
                              <a:pt x="1119" y="5912"/>
                              <a:pt x="166" y="4769"/>
                            </a:cubicBezTo>
                            <a:cubicBezTo>
                              <a:pt x="-691" y="3627"/>
                              <a:pt x="1976" y="2103"/>
                              <a:pt x="3500" y="1341"/>
                            </a:cubicBezTo>
                            <a:cubicBezTo>
                              <a:pt x="5024" y="674"/>
                              <a:pt x="8262" y="-660"/>
                              <a:pt x="9215" y="38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609" name="Forme libre : forme 11608">
                        <a:extLst>
                          <a:ext uri="{FF2B5EF4-FFF2-40B4-BE49-F238E27FC236}">
                            <a16:creationId xmlns:a16="http://schemas.microsoft.com/office/drawing/2014/main" id="{5F630705-EF9B-411A-BF78-F768205728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61662" y="2703408"/>
                        <a:ext cx="91911" cy="25266"/>
                      </a:xfrm>
                      <a:custGeom>
                        <a:avLst/>
                        <a:gdLst>
                          <a:gd name="connsiteX0" fmla="*/ 65063 w 91911"/>
                          <a:gd name="connsiteY0" fmla="*/ 2168 h 25266"/>
                          <a:gd name="connsiteX1" fmla="*/ 90685 w 91911"/>
                          <a:gd name="connsiteY1" fmla="*/ 7978 h 25266"/>
                          <a:gd name="connsiteX2" fmla="*/ 86971 w 91911"/>
                          <a:gd name="connsiteY2" fmla="*/ 15503 h 25266"/>
                          <a:gd name="connsiteX3" fmla="*/ 76017 w 91911"/>
                          <a:gd name="connsiteY3" fmla="*/ 16170 h 25266"/>
                          <a:gd name="connsiteX4" fmla="*/ 42108 w 91911"/>
                          <a:gd name="connsiteY4" fmla="*/ 16741 h 25266"/>
                          <a:gd name="connsiteX5" fmla="*/ 17343 w 91911"/>
                          <a:gd name="connsiteY5" fmla="*/ 23028 h 25266"/>
                          <a:gd name="connsiteX6" fmla="*/ 103 w 91911"/>
                          <a:gd name="connsiteY6" fmla="*/ 21789 h 25266"/>
                          <a:gd name="connsiteX7" fmla="*/ 41536 w 91911"/>
                          <a:gd name="connsiteY7" fmla="*/ 263 h 25266"/>
                          <a:gd name="connsiteX8" fmla="*/ 65063 w 91911"/>
                          <a:gd name="connsiteY8" fmla="*/ 2168 h 252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1911" h="25266">
                            <a:moveTo>
                              <a:pt x="65063" y="2168"/>
                            </a:moveTo>
                            <a:cubicBezTo>
                              <a:pt x="75636" y="2930"/>
                              <a:pt x="83161" y="3502"/>
                              <a:pt x="90685" y="7978"/>
                            </a:cubicBezTo>
                            <a:cubicBezTo>
                              <a:pt x="93448" y="9598"/>
                              <a:pt x="91257" y="13789"/>
                              <a:pt x="86971" y="15503"/>
                            </a:cubicBezTo>
                            <a:cubicBezTo>
                              <a:pt x="82780" y="17218"/>
                              <a:pt x="79541" y="16646"/>
                              <a:pt x="76017" y="16170"/>
                            </a:cubicBezTo>
                            <a:cubicBezTo>
                              <a:pt x="65159" y="14646"/>
                              <a:pt x="54205" y="15218"/>
                              <a:pt x="42108" y="16741"/>
                            </a:cubicBezTo>
                            <a:cubicBezTo>
                              <a:pt x="38298" y="17218"/>
                              <a:pt x="27154" y="20551"/>
                              <a:pt x="17343" y="23028"/>
                            </a:cubicBezTo>
                            <a:cubicBezTo>
                              <a:pt x="7532" y="25504"/>
                              <a:pt x="-1040" y="26933"/>
                              <a:pt x="103" y="21789"/>
                            </a:cubicBezTo>
                            <a:cubicBezTo>
                              <a:pt x="2484" y="11312"/>
                              <a:pt x="31345" y="1406"/>
                              <a:pt x="41536" y="263"/>
                            </a:cubicBezTo>
                            <a:cubicBezTo>
                              <a:pt x="51919" y="-785"/>
                              <a:pt x="57062" y="1597"/>
                              <a:pt x="65063" y="216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30" name="Graphique 1">
                      <a:extLst>
                        <a:ext uri="{FF2B5EF4-FFF2-40B4-BE49-F238E27FC236}">
                          <a16:creationId xmlns:a16="http://schemas.microsoft.com/office/drawing/2014/main" id="{881FE06D-B83A-4C1A-AD2A-7BCFE5813B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61840" y="2644920"/>
                      <a:ext cx="204318" cy="86225"/>
                      <a:chOff x="2761840" y="2644920"/>
                      <a:chExt cx="204318" cy="86225"/>
                    </a:xfrm>
                    <a:solidFill>
                      <a:schemeClr val="accent1"/>
                    </a:solidFill>
                  </p:grpSpPr>
                  <p:sp>
                    <p:nvSpPr>
                      <p:cNvPr id="11586" name="Forme libre : forme 11585">
                        <a:extLst>
                          <a:ext uri="{FF2B5EF4-FFF2-40B4-BE49-F238E27FC236}">
                            <a16:creationId xmlns:a16="http://schemas.microsoft.com/office/drawing/2014/main" id="{67E69403-515E-485F-82A1-B690B1CCE0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61840" y="2644920"/>
                        <a:ext cx="204318" cy="86225"/>
                      </a:xfrm>
                      <a:custGeom>
                        <a:avLst/>
                        <a:gdLst>
                          <a:gd name="connsiteX0" fmla="*/ 139860 w 204318"/>
                          <a:gd name="connsiteY0" fmla="*/ 75038 h 86225"/>
                          <a:gd name="connsiteX1" fmla="*/ 76138 w 204318"/>
                          <a:gd name="connsiteY1" fmla="*/ 84563 h 86225"/>
                          <a:gd name="connsiteX2" fmla="*/ 7844 w 204318"/>
                          <a:gd name="connsiteY2" fmla="*/ 73419 h 86225"/>
                          <a:gd name="connsiteX3" fmla="*/ 2033 w 204318"/>
                          <a:gd name="connsiteY3" fmla="*/ 52654 h 86225"/>
                          <a:gd name="connsiteX4" fmla="*/ 62327 w 204318"/>
                          <a:gd name="connsiteY4" fmla="*/ 10363 h 86225"/>
                          <a:gd name="connsiteX5" fmla="*/ 131097 w 204318"/>
                          <a:gd name="connsiteY5" fmla="*/ 76 h 86225"/>
                          <a:gd name="connsiteX6" fmla="*/ 199582 w 204318"/>
                          <a:gd name="connsiteY6" fmla="*/ 26937 h 86225"/>
                          <a:gd name="connsiteX7" fmla="*/ 200630 w 204318"/>
                          <a:gd name="connsiteY7" fmla="*/ 48082 h 86225"/>
                          <a:gd name="connsiteX8" fmla="*/ 139860 w 204318"/>
                          <a:gd name="connsiteY8" fmla="*/ 75038 h 862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04318" h="86225">
                            <a:moveTo>
                              <a:pt x="139860" y="75038"/>
                            </a:moveTo>
                            <a:cubicBezTo>
                              <a:pt x="124906" y="76848"/>
                              <a:pt x="92045" y="81801"/>
                              <a:pt x="76138" y="84563"/>
                            </a:cubicBezTo>
                            <a:cubicBezTo>
                              <a:pt x="46420" y="89230"/>
                              <a:pt x="28513" y="83611"/>
                              <a:pt x="7844" y="73419"/>
                            </a:cubicBezTo>
                            <a:cubicBezTo>
                              <a:pt x="700" y="69895"/>
                              <a:pt x="-2348" y="59322"/>
                              <a:pt x="2033" y="52654"/>
                            </a:cubicBezTo>
                            <a:cubicBezTo>
                              <a:pt x="14606" y="33319"/>
                              <a:pt x="31275" y="18555"/>
                              <a:pt x="62327" y="10363"/>
                            </a:cubicBezTo>
                            <a:cubicBezTo>
                              <a:pt x="78805" y="5601"/>
                              <a:pt x="113095" y="648"/>
                              <a:pt x="131097" y="76"/>
                            </a:cubicBezTo>
                            <a:cubicBezTo>
                              <a:pt x="164720" y="-1067"/>
                              <a:pt x="183485" y="10744"/>
                              <a:pt x="199582" y="26937"/>
                            </a:cubicBezTo>
                            <a:cubicBezTo>
                              <a:pt x="205202" y="32747"/>
                              <a:pt x="206154" y="43320"/>
                              <a:pt x="200630" y="48082"/>
                            </a:cubicBezTo>
                            <a:cubicBezTo>
                              <a:pt x="184437" y="62370"/>
                              <a:pt x="167768" y="71133"/>
                              <a:pt x="139860" y="7503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87" name="Forme libre : forme 11586">
                        <a:extLst>
                          <a:ext uri="{FF2B5EF4-FFF2-40B4-BE49-F238E27FC236}">
                            <a16:creationId xmlns:a16="http://schemas.microsoft.com/office/drawing/2014/main" id="{E44F8970-4228-477F-947D-73D1112556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63111" y="2690738"/>
                        <a:ext cx="199834" cy="40311"/>
                      </a:xfrm>
                      <a:custGeom>
                        <a:avLst/>
                        <a:gdLst>
                          <a:gd name="connsiteX0" fmla="*/ 79534 w 199834"/>
                          <a:gd name="connsiteY0" fmla="*/ 10265 h 40311"/>
                          <a:gd name="connsiteX1" fmla="*/ 0 w 199834"/>
                          <a:gd name="connsiteY1" fmla="*/ 20362 h 40311"/>
                          <a:gd name="connsiteX2" fmla="*/ 6477 w 199834"/>
                          <a:gd name="connsiteY2" fmla="*/ 27506 h 40311"/>
                          <a:gd name="connsiteX3" fmla="*/ 17050 w 199834"/>
                          <a:gd name="connsiteY3" fmla="*/ 32364 h 40311"/>
                          <a:gd name="connsiteX4" fmla="*/ 49054 w 199834"/>
                          <a:gd name="connsiteY4" fmla="*/ 40174 h 40311"/>
                          <a:gd name="connsiteX5" fmla="*/ 74866 w 199834"/>
                          <a:gd name="connsiteY5" fmla="*/ 38650 h 40311"/>
                          <a:gd name="connsiteX6" fmla="*/ 85249 w 199834"/>
                          <a:gd name="connsiteY6" fmla="*/ 37031 h 40311"/>
                          <a:gd name="connsiteX7" fmla="*/ 134017 w 199834"/>
                          <a:gd name="connsiteY7" fmla="*/ 29696 h 40311"/>
                          <a:gd name="connsiteX8" fmla="*/ 138684 w 199834"/>
                          <a:gd name="connsiteY8" fmla="*/ 29125 h 40311"/>
                          <a:gd name="connsiteX9" fmla="*/ 164687 w 199834"/>
                          <a:gd name="connsiteY9" fmla="*/ 23029 h 40311"/>
                          <a:gd name="connsiteX10" fmla="*/ 191738 w 199834"/>
                          <a:gd name="connsiteY10" fmla="*/ 8551 h 40311"/>
                          <a:gd name="connsiteX11" fmla="*/ 199549 w 199834"/>
                          <a:gd name="connsiteY11" fmla="*/ 2265 h 40311"/>
                          <a:gd name="connsiteX12" fmla="*/ 199834 w 199834"/>
                          <a:gd name="connsiteY12" fmla="*/ 1979 h 40311"/>
                          <a:gd name="connsiteX13" fmla="*/ 79534 w 199834"/>
                          <a:gd name="connsiteY13" fmla="*/ 10265 h 403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99834" h="40311">
                            <a:moveTo>
                              <a:pt x="79534" y="10265"/>
                            </a:moveTo>
                            <a:cubicBezTo>
                              <a:pt x="52768" y="17028"/>
                              <a:pt x="24193" y="23982"/>
                              <a:pt x="0" y="20362"/>
                            </a:cubicBezTo>
                            <a:cubicBezTo>
                              <a:pt x="1333" y="23410"/>
                              <a:pt x="3524" y="26077"/>
                              <a:pt x="6477" y="27506"/>
                            </a:cubicBezTo>
                            <a:cubicBezTo>
                              <a:pt x="10096" y="29315"/>
                              <a:pt x="13525" y="30935"/>
                              <a:pt x="17050" y="32364"/>
                            </a:cubicBezTo>
                            <a:cubicBezTo>
                              <a:pt x="27146" y="36650"/>
                              <a:pt x="37147" y="39412"/>
                              <a:pt x="49054" y="40174"/>
                            </a:cubicBezTo>
                            <a:cubicBezTo>
                              <a:pt x="56674" y="40555"/>
                              <a:pt x="65151" y="40174"/>
                              <a:pt x="74866" y="38650"/>
                            </a:cubicBezTo>
                            <a:cubicBezTo>
                              <a:pt x="77819" y="38174"/>
                              <a:pt x="81343" y="37602"/>
                              <a:pt x="85249" y="37031"/>
                            </a:cubicBezTo>
                            <a:cubicBezTo>
                              <a:pt x="100393" y="34459"/>
                              <a:pt x="120967" y="31316"/>
                              <a:pt x="134017" y="29696"/>
                            </a:cubicBezTo>
                            <a:cubicBezTo>
                              <a:pt x="135731" y="29506"/>
                              <a:pt x="137255" y="29315"/>
                              <a:pt x="138684" y="29125"/>
                            </a:cubicBezTo>
                            <a:cubicBezTo>
                              <a:pt x="148685" y="27601"/>
                              <a:pt x="157067" y="25791"/>
                              <a:pt x="164687" y="23029"/>
                            </a:cubicBezTo>
                            <a:cubicBezTo>
                              <a:pt x="174974" y="19409"/>
                              <a:pt x="183547" y="14361"/>
                              <a:pt x="191738" y="8551"/>
                            </a:cubicBezTo>
                            <a:cubicBezTo>
                              <a:pt x="194405" y="6456"/>
                              <a:pt x="196977" y="4455"/>
                              <a:pt x="199549" y="2265"/>
                            </a:cubicBezTo>
                            <a:lnTo>
                              <a:pt x="199834" y="1979"/>
                            </a:lnTo>
                            <a:cubicBezTo>
                              <a:pt x="159925" y="-2403"/>
                              <a:pt x="117824" y="550"/>
                              <a:pt x="79534" y="1026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88" name="Forme libre : forme 11587">
                        <a:extLst>
                          <a:ext uri="{FF2B5EF4-FFF2-40B4-BE49-F238E27FC236}">
                            <a16:creationId xmlns:a16="http://schemas.microsoft.com/office/drawing/2014/main" id="{2AC3485F-92DC-4787-8F30-DB191C6EBD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31998" y="2673222"/>
                        <a:ext cx="94850" cy="27017"/>
                      </a:xfrm>
                      <a:custGeom>
                        <a:avLst/>
                        <a:gdLst>
                          <a:gd name="connsiteX0" fmla="*/ 94848 w 94850"/>
                          <a:gd name="connsiteY0" fmla="*/ 9685 h 27017"/>
                          <a:gd name="connsiteX1" fmla="*/ 75512 w 94850"/>
                          <a:gd name="connsiteY1" fmla="*/ 20352 h 27017"/>
                          <a:gd name="connsiteX2" fmla="*/ 46937 w 94850"/>
                          <a:gd name="connsiteY2" fmla="*/ 25401 h 27017"/>
                          <a:gd name="connsiteX3" fmla="*/ 169 w 94850"/>
                          <a:gd name="connsiteY3" fmla="*/ 19781 h 27017"/>
                          <a:gd name="connsiteX4" fmla="*/ 43603 w 94850"/>
                          <a:gd name="connsiteY4" fmla="*/ 826 h 27017"/>
                          <a:gd name="connsiteX5" fmla="*/ 73607 w 94850"/>
                          <a:gd name="connsiteY5" fmla="*/ 540 h 27017"/>
                          <a:gd name="connsiteX6" fmla="*/ 94848 w 94850"/>
                          <a:gd name="connsiteY6" fmla="*/ 9685 h 27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4850" h="27017">
                            <a:moveTo>
                              <a:pt x="94848" y="9685"/>
                            </a:moveTo>
                            <a:cubicBezTo>
                              <a:pt x="95038" y="14828"/>
                              <a:pt x="85989" y="17876"/>
                              <a:pt x="75512" y="20352"/>
                            </a:cubicBezTo>
                            <a:cubicBezTo>
                              <a:pt x="65035" y="22734"/>
                              <a:pt x="53033" y="24734"/>
                              <a:pt x="46937" y="25401"/>
                            </a:cubicBezTo>
                            <a:cubicBezTo>
                              <a:pt x="34840" y="26639"/>
                              <a:pt x="2931" y="30258"/>
                              <a:pt x="169" y="19781"/>
                            </a:cubicBezTo>
                            <a:cubicBezTo>
                              <a:pt x="-2688" y="8922"/>
                              <a:pt x="31411" y="1588"/>
                              <a:pt x="43603" y="826"/>
                            </a:cubicBezTo>
                            <a:cubicBezTo>
                              <a:pt x="49604" y="350"/>
                              <a:pt x="62272" y="-603"/>
                              <a:pt x="73607" y="540"/>
                            </a:cubicBezTo>
                            <a:cubicBezTo>
                              <a:pt x="84942" y="1683"/>
                              <a:pt x="94657" y="4731"/>
                              <a:pt x="94848" y="968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89" name="Forme libre : forme 11588">
                        <a:extLst>
                          <a:ext uri="{FF2B5EF4-FFF2-40B4-BE49-F238E27FC236}">
                            <a16:creationId xmlns:a16="http://schemas.microsoft.com/office/drawing/2014/main" id="{3277CBF4-73A7-4B83-AB6E-71B0C7C4F6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31267" y="2679477"/>
                        <a:ext cx="67670" cy="20825"/>
                      </a:xfrm>
                      <a:custGeom>
                        <a:avLst/>
                        <a:gdLst>
                          <a:gd name="connsiteX0" fmla="*/ 18902 w 67670"/>
                          <a:gd name="connsiteY0" fmla="*/ 0 h 20825"/>
                          <a:gd name="connsiteX1" fmla="*/ 519 w 67670"/>
                          <a:gd name="connsiteY1" fmla="*/ 13716 h 20825"/>
                          <a:gd name="connsiteX2" fmla="*/ 48240 w 67670"/>
                          <a:gd name="connsiteY2" fmla="*/ 19240 h 20825"/>
                          <a:gd name="connsiteX3" fmla="*/ 67670 w 67670"/>
                          <a:gd name="connsiteY3" fmla="*/ 15621 h 20825"/>
                          <a:gd name="connsiteX4" fmla="*/ 57098 w 67670"/>
                          <a:gd name="connsiteY4" fmla="*/ 15907 h 20825"/>
                          <a:gd name="connsiteX5" fmla="*/ 18902 w 67670"/>
                          <a:gd name="connsiteY5" fmla="*/ 0 h 20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7670" h="20825">
                            <a:moveTo>
                              <a:pt x="18902" y="0"/>
                            </a:moveTo>
                            <a:cubicBezTo>
                              <a:pt x="13187" y="2762"/>
                              <a:pt x="-3100" y="7525"/>
                              <a:pt x="519" y="13716"/>
                            </a:cubicBezTo>
                            <a:cubicBezTo>
                              <a:pt x="6425" y="23622"/>
                              <a:pt x="32904" y="20764"/>
                              <a:pt x="48240" y="19240"/>
                            </a:cubicBezTo>
                            <a:cubicBezTo>
                              <a:pt x="52716" y="18860"/>
                              <a:pt x="62718" y="16859"/>
                              <a:pt x="67670" y="15621"/>
                            </a:cubicBezTo>
                            <a:cubicBezTo>
                              <a:pt x="64718" y="15621"/>
                              <a:pt x="59860" y="16288"/>
                              <a:pt x="57098" y="15907"/>
                            </a:cubicBezTo>
                            <a:cubicBezTo>
                              <a:pt x="41286" y="13811"/>
                              <a:pt x="21951" y="11716"/>
                              <a:pt x="1890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90" name="Forme libre : forme 11589">
                        <a:extLst>
                          <a:ext uri="{FF2B5EF4-FFF2-40B4-BE49-F238E27FC236}">
                            <a16:creationId xmlns:a16="http://schemas.microsoft.com/office/drawing/2014/main" id="{01FAA33E-0010-47F8-96FA-1B21D08AEE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37435" y="2675531"/>
                        <a:ext cx="94709" cy="27175"/>
                      </a:xfrm>
                      <a:custGeom>
                        <a:avLst/>
                        <a:gdLst>
                          <a:gd name="connsiteX0" fmla="*/ 94554 w 94709"/>
                          <a:gd name="connsiteY0" fmla="*/ 10042 h 27175"/>
                          <a:gd name="connsiteX1" fmla="*/ 74076 w 94709"/>
                          <a:gd name="connsiteY1" fmla="*/ 20519 h 27175"/>
                          <a:gd name="connsiteX2" fmla="*/ 58836 w 94709"/>
                          <a:gd name="connsiteY2" fmla="*/ 23567 h 27175"/>
                          <a:gd name="connsiteX3" fmla="*/ 46263 w 94709"/>
                          <a:gd name="connsiteY3" fmla="*/ 25663 h 27175"/>
                          <a:gd name="connsiteX4" fmla="*/ 257 w 94709"/>
                          <a:gd name="connsiteY4" fmla="*/ 19281 h 27175"/>
                          <a:gd name="connsiteX5" fmla="*/ 43405 w 94709"/>
                          <a:gd name="connsiteY5" fmla="*/ 898 h 27175"/>
                          <a:gd name="connsiteX6" fmla="*/ 74362 w 94709"/>
                          <a:gd name="connsiteY6" fmla="*/ 517 h 27175"/>
                          <a:gd name="connsiteX7" fmla="*/ 94554 w 94709"/>
                          <a:gd name="connsiteY7" fmla="*/ 10042 h 27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4709" h="27175">
                            <a:moveTo>
                              <a:pt x="94554" y="10042"/>
                            </a:moveTo>
                            <a:cubicBezTo>
                              <a:pt x="93030" y="14995"/>
                              <a:pt x="84172" y="18329"/>
                              <a:pt x="74076" y="20519"/>
                            </a:cubicBezTo>
                            <a:cubicBezTo>
                              <a:pt x="69028" y="21853"/>
                              <a:pt x="63694" y="22805"/>
                              <a:pt x="58836" y="23567"/>
                            </a:cubicBezTo>
                            <a:cubicBezTo>
                              <a:pt x="53978" y="24520"/>
                              <a:pt x="49501" y="25187"/>
                              <a:pt x="46263" y="25663"/>
                            </a:cubicBezTo>
                            <a:cubicBezTo>
                              <a:pt x="33309" y="27377"/>
                              <a:pt x="3686" y="29758"/>
                              <a:pt x="257" y="19281"/>
                            </a:cubicBezTo>
                            <a:cubicBezTo>
                              <a:pt x="-3363" y="8232"/>
                              <a:pt x="32261" y="1660"/>
                              <a:pt x="43405" y="898"/>
                            </a:cubicBezTo>
                            <a:cubicBezTo>
                              <a:pt x="48930" y="231"/>
                              <a:pt x="62551" y="-531"/>
                              <a:pt x="74362" y="517"/>
                            </a:cubicBezTo>
                            <a:cubicBezTo>
                              <a:pt x="86173" y="1850"/>
                              <a:pt x="96078" y="4803"/>
                              <a:pt x="94554" y="1004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91" name="Forme libre : forme 11590">
                        <a:extLst>
                          <a:ext uri="{FF2B5EF4-FFF2-40B4-BE49-F238E27FC236}">
                            <a16:creationId xmlns:a16="http://schemas.microsoft.com/office/drawing/2014/main" id="{D54313E2-7070-4A2D-98F2-35DED94E66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87402" y="2676528"/>
                        <a:ext cx="118838" cy="43342"/>
                      </a:xfrm>
                      <a:custGeom>
                        <a:avLst/>
                        <a:gdLst>
                          <a:gd name="connsiteX0" fmla="*/ 2093 w 118838"/>
                          <a:gd name="connsiteY0" fmla="*/ 27905 h 43342"/>
                          <a:gd name="connsiteX1" fmla="*/ 16857 w 118838"/>
                          <a:gd name="connsiteY1" fmla="*/ 36477 h 43342"/>
                          <a:gd name="connsiteX2" fmla="*/ 61339 w 118838"/>
                          <a:gd name="connsiteY2" fmla="*/ 43240 h 43342"/>
                          <a:gd name="connsiteX3" fmla="*/ 104011 w 118838"/>
                          <a:gd name="connsiteY3" fmla="*/ 34763 h 43342"/>
                          <a:gd name="connsiteX4" fmla="*/ 118298 w 118838"/>
                          <a:gd name="connsiteY4" fmla="*/ 19809 h 43342"/>
                          <a:gd name="connsiteX5" fmla="*/ 103534 w 118838"/>
                          <a:gd name="connsiteY5" fmla="*/ 15141 h 43342"/>
                          <a:gd name="connsiteX6" fmla="*/ 61720 w 118838"/>
                          <a:gd name="connsiteY6" fmla="*/ 6569 h 43342"/>
                          <a:gd name="connsiteX7" fmla="*/ 18381 w 118838"/>
                          <a:gd name="connsiteY7" fmla="*/ 2378 h 43342"/>
                          <a:gd name="connsiteX8" fmla="*/ 2093 w 118838"/>
                          <a:gd name="connsiteY8" fmla="*/ 27905 h 43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8838" h="43342">
                            <a:moveTo>
                              <a:pt x="2093" y="27905"/>
                            </a:moveTo>
                            <a:cubicBezTo>
                              <a:pt x="6189" y="33239"/>
                              <a:pt x="9046" y="34382"/>
                              <a:pt x="16857" y="36477"/>
                            </a:cubicBezTo>
                            <a:cubicBezTo>
                              <a:pt x="31621" y="40383"/>
                              <a:pt x="43527" y="44002"/>
                              <a:pt x="61339" y="43240"/>
                            </a:cubicBezTo>
                            <a:cubicBezTo>
                              <a:pt x="76198" y="42859"/>
                              <a:pt x="92200" y="39430"/>
                              <a:pt x="104011" y="34763"/>
                            </a:cubicBezTo>
                            <a:cubicBezTo>
                              <a:pt x="112774" y="31048"/>
                              <a:pt x="121060" y="25809"/>
                              <a:pt x="118298" y="19809"/>
                            </a:cubicBezTo>
                            <a:cubicBezTo>
                              <a:pt x="116584" y="16189"/>
                              <a:pt x="109345" y="16189"/>
                              <a:pt x="103534" y="15141"/>
                            </a:cubicBezTo>
                            <a:cubicBezTo>
                              <a:pt x="89628" y="12379"/>
                              <a:pt x="76102" y="11046"/>
                              <a:pt x="61720" y="6569"/>
                            </a:cubicBezTo>
                            <a:cubicBezTo>
                              <a:pt x="49528" y="2759"/>
                              <a:pt x="35145" y="-3432"/>
                              <a:pt x="18381" y="2378"/>
                            </a:cubicBezTo>
                            <a:cubicBezTo>
                              <a:pt x="3141" y="7902"/>
                              <a:pt x="-3812" y="20571"/>
                              <a:pt x="2093" y="2790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92" name="Forme libre : forme 11591">
                        <a:extLst>
                          <a:ext uri="{FF2B5EF4-FFF2-40B4-BE49-F238E27FC236}">
                            <a16:creationId xmlns:a16="http://schemas.microsoft.com/office/drawing/2014/main" id="{C2A9DC53-2646-4B1D-81F8-3CE3D4DEF2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09085" y="2671134"/>
                        <a:ext cx="37573" cy="18249"/>
                      </a:xfrm>
                      <a:custGeom>
                        <a:avLst/>
                        <a:gdLst>
                          <a:gd name="connsiteX0" fmla="*/ 3079 w 37573"/>
                          <a:gd name="connsiteY0" fmla="*/ 13202 h 18249"/>
                          <a:gd name="connsiteX1" fmla="*/ 31 w 37573"/>
                          <a:gd name="connsiteY1" fmla="*/ 16535 h 18249"/>
                          <a:gd name="connsiteX2" fmla="*/ 3460 w 37573"/>
                          <a:gd name="connsiteY2" fmla="*/ 18250 h 18249"/>
                          <a:gd name="connsiteX3" fmla="*/ 10509 w 37573"/>
                          <a:gd name="connsiteY3" fmla="*/ 16726 h 18249"/>
                          <a:gd name="connsiteX4" fmla="*/ 27273 w 37573"/>
                          <a:gd name="connsiteY4" fmla="*/ 11011 h 18249"/>
                          <a:gd name="connsiteX5" fmla="*/ 33178 w 37573"/>
                          <a:gd name="connsiteY5" fmla="*/ 8248 h 18249"/>
                          <a:gd name="connsiteX6" fmla="*/ 27844 w 37573"/>
                          <a:gd name="connsiteY6" fmla="*/ 724 h 18249"/>
                          <a:gd name="connsiteX7" fmla="*/ 3079 w 37573"/>
                          <a:gd name="connsiteY7" fmla="*/ 13202 h 18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573" h="18249">
                            <a:moveTo>
                              <a:pt x="3079" y="13202"/>
                            </a:moveTo>
                            <a:cubicBezTo>
                              <a:pt x="1460" y="14344"/>
                              <a:pt x="317" y="15202"/>
                              <a:pt x="31" y="16535"/>
                            </a:cubicBezTo>
                            <a:cubicBezTo>
                              <a:pt x="-254" y="17869"/>
                              <a:pt x="1460" y="18250"/>
                              <a:pt x="3460" y="18250"/>
                            </a:cubicBezTo>
                            <a:cubicBezTo>
                              <a:pt x="5461" y="18154"/>
                              <a:pt x="8318" y="17393"/>
                              <a:pt x="10509" y="16726"/>
                            </a:cubicBezTo>
                            <a:cubicBezTo>
                              <a:pt x="16033" y="14916"/>
                              <a:pt x="22034" y="13106"/>
                              <a:pt x="27273" y="11011"/>
                            </a:cubicBezTo>
                            <a:cubicBezTo>
                              <a:pt x="29463" y="10153"/>
                              <a:pt x="31559" y="9392"/>
                              <a:pt x="33178" y="8248"/>
                            </a:cubicBezTo>
                            <a:cubicBezTo>
                              <a:pt x="40131" y="3677"/>
                              <a:pt x="39179" y="-2039"/>
                              <a:pt x="27844" y="724"/>
                            </a:cubicBezTo>
                            <a:cubicBezTo>
                              <a:pt x="19177" y="2819"/>
                              <a:pt x="9556" y="8344"/>
                              <a:pt x="3079" y="1320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93" name="Forme libre : forme 11592">
                        <a:extLst>
                          <a:ext uri="{FF2B5EF4-FFF2-40B4-BE49-F238E27FC236}">
                            <a16:creationId xmlns:a16="http://schemas.microsoft.com/office/drawing/2014/main" id="{09890351-F7C0-4391-AB1B-39887B840E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03700" y="2689955"/>
                        <a:ext cx="56292" cy="28193"/>
                      </a:xfrm>
                      <a:custGeom>
                        <a:avLst/>
                        <a:gdLst>
                          <a:gd name="connsiteX0" fmla="*/ 56293 w 56292"/>
                          <a:gd name="connsiteY0" fmla="*/ 0 h 28193"/>
                          <a:gd name="connsiteX1" fmla="*/ 31052 w 56292"/>
                          <a:gd name="connsiteY1" fmla="*/ 16288 h 28193"/>
                          <a:gd name="connsiteX2" fmla="*/ 0 w 56292"/>
                          <a:gd name="connsiteY2" fmla="*/ 28194 h 28193"/>
                          <a:gd name="connsiteX3" fmla="*/ 56293 w 56292"/>
                          <a:gd name="connsiteY3" fmla="*/ 0 h 28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6292" h="28193">
                            <a:moveTo>
                              <a:pt x="56293" y="0"/>
                            </a:moveTo>
                            <a:cubicBezTo>
                              <a:pt x="51530" y="6858"/>
                              <a:pt x="41720" y="11621"/>
                              <a:pt x="31052" y="16288"/>
                            </a:cubicBezTo>
                            <a:cubicBezTo>
                              <a:pt x="20384" y="20669"/>
                              <a:pt x="8858" y="24860"/>
                              <a:pt x="0" y="28194"/>
                            </a:cubicBezTo>
                            <a:cubicBezTo>
                              <a:pt x="19145" y="20955"/>
                              <a:pt x="40291" y="9335"/>
                              <a:pt x="5629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94" name="Forme libre : forme 11593">
                        <a:extLst>
                          <a:ext uri="{FF2B5EF4-FFF2-40B4-BE49-F238E27FC236}">
                            <a16:creationId xmlns:a16="http://schemas.microsoft.com/office/drawing/2014/main" id="{9D5FA5BC-D541-41E2-90E4-3659ABC164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65683" y="2657189"/>
                        <a:ext cx="61341" cy="41814"/>
                      </a:xfrm>
                      <a:custGeom>
                        <a:avLst/>
                        <a:gdLst>
                          <a:gd name="connsiteX0" fmla="*/ 61341 w 61341"/>
                          <a:gd name="connsiteY0" fmla="*/ 0 h 41814"/>
                          <a:gd name="connsiteX1" fmla="*/ 0 w 61341"/>
                          <a:gd name="connsiteY1" fmla="*/ 41815 h 41814"/>
                          <a:gd name="connsiteX2" fmla="*/ 61341 w 61341"/>
                          <a:gd name="connsiteY2" fmla="*/ 0 h 41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1341" h="41814">
                            <a:moveTo>
                              <a:pt x="61341" y="0"/>
                            </a:moveTo>
                            <a:cubicBezTo>
                              <a:pt x="33909" y="7334"/>
                              <a:pt x="13145" y="24955"/>
                              <a:pt x="0" y="41815"/>
                            </a:cubicBezTo>
                            <a:cubicBezTo>
                              <a:pt x="11430" y="25337"/>
                              <a:pt x="38767" y="9239"/>
                              <a:pt x="6134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95" name="Forme libre : forme 11594">
                        <a:extLst>
                          <a:ext uri="{FF2B5EF4-FFF2-40B4-BE49-F238E27FC236}">
                            <a16:creationId xmlns:a16="http://schemas.microsoft.com/office/drawing/2014/main" id="{A8B09B8E-8443-4140-9DC5-EE3C184502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9268" y="2675956"/>
                        <a:ext cx="35791" cy="7902"/>
                      </a:xfrm>
                      <a:custGeom>
                        <a:avLst/>
                        <a:gdLst>
                          <a:gd name="connsiteX0" fmla="*/ 35575 w 35791"/>
                          <a:gd name="connsiteY0" fmla="*/ 4664 h 7902"/>
                          <a:gd name="connsiteX1" fmla="*/ 14905 w 35791"/>
                          <a:gd name="connsiteY1" fmla="*/ 7902 h 7902"/>
                          <a:gd name="connsiteX2" fmla="*/ 237 w 35791"/>
                          <a:gd name="connsiteY2" fmla="*/ 3711 h 7902"/>
                          <a:gd name="connsiteX3" fmla="*/ 19858 w 35791"/>
                          <a:gd name="connsiteY3" fmla="*/ 92 h 7902"/>
                          <a:gd name="connsiteX4" fmla="*/ 35575 w 35791"/>
                          <a:gd name="connsiteY4" fmla="*/ 4664 h 79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791" h="7902">
                            <a:moveTo>
                              <a:pt x="35575" y="4664"/>
                            </a:moveTo>
                            <a:cubicBezTo>
                              <a:pt x="33479" y="8188"/>
                              <a:pt x="19287" y="7807"/>
                              <a:pt x="14905" y="7902"/>
                            </a:cubicBezTo>
                            <a:cubicBezTo>
                              <a:pt x="10524" y="7712"/>
                              <a:pt x="-1859" y="7712"/>
                              <a:pt x="237" y="3711"/>
                            </a:cubicBezTo>
                            <a:cubicBezTo>
                              <a:pt x="2332" y="-384"/>
                              <a:pt x="15667" y="-98"/>
                              <a:pt x="19858" y="92"/>
                            </a:cubicBezTo>
                            <a:cubicBezTo>
                              <a:pt x="23954" y="92"/>
                              <a:pt x="37670" y="1044"/>
                              <a:pt x="35575" y="466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96" name="Forme libre : forme 11595">
                        <a:extLst>
                          <a:ext uri="{FF2B5EF4-FFF2-40B4-BE49-F238E27FC236}">
                            <a16:creationId xmlns:a16="http://schemas.microsoft.com/office/drawing/2014/main" id="{DE882C50-C51D-4AA6-BD5B-AB22FF3E7A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00143" y="2678069"/>
                        <a:ext cx="10159" cy="3348"/>
                      </a:xfrm>
                      <a:custGeom>
                        <a:avLst/>
                        <a:gdLst>
                          <a:gd name="connsiteX0" fmla="*/ 10129 w 10159"/>
                          <a:gd name="connsiteY0" fmla="*/ 1313 h 3348"/>
                          <a:gd name="connsiteX1" fmla="*/ 5557 w 10159"/>
                          <a:gd name="connsiteY1" fmla="*/ 3313 h 3348"/>
                          <a:gd name="connsiteX2" fmla="*/ 33 w 10159"/>
                          <a:gd name="connsiteY2" fmla="*/ 1980 h 3348"/>
                          <a:gd name="connsiteX3" fmla="*/ 4414 w 10159"/>
                          <a:gd name="connsiteY3" fmla="*/ 75 h 3348"/>
                          <a:gd name="connsiteX4" fmla="*/ 10129 w 10159"/>
                          <a:gd name="connsiteY4" fmla="*/ 1313 h 33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59" h="3348">
                            <a:moveTo>
                              <a:pt x="10129" y="1313"/>
                            </a:moveTo>
                            <a:cubicBezTo>
                              <a:pt x="10510" y="2646"/>
                              <a:pt x="7272" y="3218"/>
                              <a:pt x="5557" y="3313"/>
                            </a:cubicBezTo>
                            <a:cubicBezTo>
                              <a:pt x="3843" y="3408"/>
                              <a:pt x="414" y="3408"/>
                              <a:pt x="33" y="1980"/>
                            </a:cubicBezTo>
                            <a:cubicBezTo>
                              <a:pt x="-348" y="646"/>
                              <a:pt x="2700" y="170"/>
                              <a:pt x="4414" y="75"/>
                            </a:cubicBezTo>
                            <a:cubicBezTo>
                              <a:pt x="6224" y="-116"/>
                              <a:pt x="9748" y="-21"/>
                              <a:pt x="10129" y="131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97" name="Forme libre : forme 11596">
                        <a:extLst>
                          <a:ext uri="{FF2B5EF4-FFF2-40B4-BE49-F238E27FC236}">
                            <a16:creationId xmlns:a16="http://schemas.microsoft.com/office/drawing/2014/main" id="{1BB41F25-5B3E-4311-B86F-514820C4BA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6148" y="2651717"/>
                        <a:ext cx="90590" cy="34341"/>
                      </a:xfrm>
                      <a:custGeom>
                        <a:avLst/>
                        <a:gdLst>
                          <a:gd name="connsiteX0" fmla="*/ 68985 w 90590"/>
                          <a:gd name="connsiteY0" fmla="*/ 13091 h 34341"/>
                          <a:gd name="connsiteX1" fmla="*/ 90130 w 90590"/>
                          <a:gd name="connsiteY1" fmla="*/ 28998 h 34341"/>
                          <a:gd name="connsiteX2" fmla="*/ 83653 w 90590"/>
                          <a:gd name="connsiteY2" fmla="*/ 34332 h 34341"/>
                          <a:gd name="connsiteX3" fmla="*/ 73366 w 90590"/>
                          <a:gd name="connsiteY3" fmla="*/ 30427 h 34341"/>
                          <a:gd name="connsiteX4" fmla="*/ 41743 w 90590"/>
                          <a:gd name="connsiteY4" fmla="*/ 17663 h 34341"/>
                          <a:gd name="connsiteX5" fmla="*/ 16216 w 90590"/>
                          <a:gd name="connsiteY5" fmla="*/ 14330 h 34341"/>
                          <a:gd name="connsiteX6" fmla="*/ 595 w 90590"/>
                          <a:gd name="connsiteY6" fmla="*/ 6805 h 34341"/>
                          <a:gd name="connsiteX7" fmla="*/ 47553 w 90590"/>
                          <a:gd name="connsiteY7" fmla="*/ 2328 h 34341"/>
                          <a:gd name="connsiteX8" fmla="*/ 68985 w 90590"/>
                          <a:gd name="connsiteY8" fmla="*/ 13091 h 343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590" h="34341">
                            <a:moveTo>
                              <a:pt x="68985" y="13091"/>
                            </a:moveTo>
                            <a:cubicBezTo>
                              <a:pt x="78510" y="17854"/>
                              <a:pt x="85272" y="21854"/>
                              <a:pt x="90130" y="28998"/>
                            </a:cubicBezTo>
                            <a:cubicBezTo>
                              <a:pt x="91940" y="31665"/>
                              <a:pt x="88130" y="34523"/>
                              <a:pt x="83653" y="34332"/>
                            </a:cubicBezTo>
                            <a:cubicBezTo>
                              <a:pt x="79081" y="34046"/>
                              <a:pt x="76414" y="32141"/>
                              <a:pt x="73366" y="30427"/>
                            </a:cubicBezTo>
                            <a:cubicBezTo>
                              <a:pt x="64127" y="24712"/>
                              <a:pt x="53649" y="20902"/>
                              <a:pt x="41743" y="17663"/>
                            </a:cubicBezTo>
                            <a:cubicBezTo>
                              <a:pt x="38028" y="16711"/>
                              <a:pt x="26313" y="15568"/>
                              <a:pt x="16216" y="14330"/>
                            </a:cubicBezTo>
                            <a:cubicBezTo>
                              <a:pt x="6120" y="12806"/>
                              <a:pt x="-2358" y="11186"/>
                              <a:pt x="595" y="6805"/>
                            </a:cubicBezTo>
                            <a:cubicBezTo>
                              <a:pt x="6501" y="-2244"/>
                              <a:pt x="37457" y="-625"/>
                              <a:pt x="47553" y="2328"/>
                            </a:cubicBezTo>
                            <a:cubicBezTo>
                              <a:pt x="57840" y="5090"/>
                              <a:pt x="61746" y="9377"/>
                              <a:pt x="68985" y="1309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31" name="Graphique 1">
                      <a:extLst>
                        <a:ext uri="{FF2B5EF4-FFF2-40B4-BE49-F238E27FC236}">
                          <a16:creationId xmlns:a16="http://schemas.microsoft.com/office/drawing/2014/main" id="{33277902-1975-4CB0-8555-22F32D18A6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966100" y="2662109"/>
                      <a:ext cx="178844" cy="128953"/>
                      <a:chOff x="2966100" y="2662109"/>
                      <a:chExt cx="178844" cy="128953"/>
                    </a:xfrm>
                    <a:solidFill>
                      <a:schemeClr val="accent1"/>
                    </a:solidFill>
                  </p:grpSpPr>
                  <p:sp>
                    <p:nvSpPr>
                      <p:cNvPr id="11574" name="Forme libre : forme 11573">
                        <a:extLst>
                          <a:ext uri="{FF2B5EF4-FFF2-40B4-BE49-F238E27FC236}">
                            <a16:creationId xmlns:a16="http://schemas.microsoft.com/office/drawing/2014/main" id="{7925BB25-5817-4420-B2EA-4650DA989F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66100" y="2662109"/>
                        <a:ext cx="178844" cy="128953"/>
                      </a:xfrm>
                      <a:custGeom>
                        <a:avLst/>
                        <a:gdLst>
                          <a:gd name="connsiteX0" fmla="*/ 101715 w 178844"/>
                          <a:gd name="connsiteY0" fmla="*/ 108618 h 128953"/>
                          <a:gd name="connsiteX1" fmla="*/ 90095 w 178844"/>
                          <a:gd name="connsiteY1" fmla="*/ 100141 h 128953"/>
                          <a:gd name="connsiteX2" fmla="*/ 75712 w 178844"/>
                          <a:gd name="connsiteY2" fmla="*/ 90520 h 128953"/>
                          <a:gd name="connsiteX3" fmla="*/ 68473 w 178844"/>
                          <a:gd name="connsiteY3" fmla="*/ 85377 h 128953"/>
                          <a:gd name="connsiteX4" fmla="*/ 62187 w 178844"/>
                          <a:gd name="connsiteY4" fmla="*/ 81662 h 128953"/>
                          <a:gd name="connsiteX5" fmla="*/ 51328 w 178844"/>
                          <a:gd name="connsiteY5" fmla="*/ 75566 h 128953"/>
                          <a:gd name="connsiteX6" fmla="*/ 2656 w 178844"/>
                          <a:gd name="connsiteY6" fmla="*/ 32418 h 128953"/>
                          <a:gd name="connsiteX7" fmla="*/ 6751 w 178844"/>
                          <a:gd name="connsiteY7" fmla="*/ 11273 h 128953"/>
                          <a:gd name="connsiteX8" fmla="*/ 40470 w 178844"/>
                          <a:gd name="connsiteY8" fmla="*/ 319 h 128953"/>
                          <a:gd name="connsiteX9" fmla="*/ 84380 w 178844"/>
                          <a:gd name="connsiteY9" fmla="*/ 7748 h 128953"/>
                          <a:gd name="connsiteX10" fmla="*/ 100287 w 178844"/>
                          <a:gd name="connsiteY10" fmla="*/ 15368 h 128953"/>
                          <a:gd name="connsiteX11" fmla="*/ 109431 w 178844"/>
                          <a:gd name="connsiteY11" fmla="*/ 20607 h 128953"/>
                          <a:gd name="connsiteX12" fmla="*/ 117717 w 178844"/>
                          <a:gd name="connsiteY12" fmla="*/ 26227 h 128953"/>
                          <a:gd name="connsiteX13" fmla="*/ 133624 w 178844"/>
                          <a:gd name="connsiteY13" fmla="*/ 37466 h 128953"/>
                          <a:gd name="connsiteX14" fmla="*/ 145912 w 178844"/>
                          <a:gd name="connsiteY14" fmla="*/ 47563 h 128953"/>
                          <a:gd name="connsiteX15" fmla="*/ 161437 w 178844"/>
                          <a:gd name="connsiteY15" fmla="*/ 63374 h 128953"/>
                          <a:gd name="connsiteX16" fmla="*/ 170772 w 178844"/>
                          <a:gd name="connsiteY16" fmla="*/ 79186 h 128953"/>
                          <a:gd name="connsiteX17" fmla="*/ 178773 w 178844"/>
                          <a:gd name="connsiteY17" fmla="*/ 111475 h 128953"/>
                          <a:gd name="connsiteX18" fmla="*/ 166676 w 178844"/>
                          <a:gd name="connsiteY18" fmla="*/ 128811 h 128953"/>
                          <a:gd name="connsiteX19" fmla="*/ 134958 w 178844"/>
                          <a:gd name="connsiteY19" fmla="*/ 125287 h 128953"/>
                          <a:gd name="connsiteX20" fmla="*/ 101715 w 178844"/>
                          <a:gd name="connsiteY20" fmla="*/ 108618 h 12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78844" h="128953">
                            <a:moveTo>
                              <a:pt x="101715" y="108618"/>
                            </a:moveTo>
                            <a:cubicBezTo>
                              <a:pt x="98572" y="106427"/>
                              <a:pt x="94476" y="103474"/>
                              <a:pt x="90095" y="100141"/>
                            </a:cubicBezTo>
                            <a:cubicBezTo>
                              <a:pt x="85618" y="97093"/>
                              <a:pt x="80665" y="93854"/>
                              <a:pt x="75712" y="90520"/>
                            </a:cubicBezTo>
                            <a:cubicBezTo>
                              <a:pt x="73236" y="88806"/>
                              <a:pt x="70855" y="87091"/>
                              <a:pt x="68473" y="85377"/>
                            </a:cubicBezTo>
                            <a:cubicBezTo>
                              <a:pt x="66282" y="84139"/>
                              <a:pt x="64187" y="82805"/>
                              <a:pt x="62187" y="81662"/>
                            </a:cubicBezTo>
                            <a:cubicBezTo>
                              <a:pt x="58377" y="78995"/>
                              <a:pt x="54186" y="77376"/>
                              <a:pt x="51328" y="75566"/>
                            </a:cubicBezTo>
                            <a:cubicBezTo>
                              <a:pt x="28373" y="63755"/>
                              <a:pt x="16181" y="51087"/>
                              <a:pt x="2656" y="32418"/>
                            </a:cubicBezTo>
                            <a:cubicBezTo>
                              <a:pt x="-2107" y="26132"/>
                              <a:pt x="-297" y="15368"/>
                              <a:pt x="6751" y="11273"/>
                            </a:cubicBezTo>
                            <a:cubicBezTo>
                              <a:pt x="16943" y="5462"/>
                              <a:pt x="27801" y="1366"/>
                              <a:pt x="40470" y="319"/>
                            </a:cubicBezTo>
                            <a:cubicBezTo>
                              <a:pt x="53138" y="-824"/>
                              <a:pt x="67616" y="985"/>
                              <a:pt x="84380" y="7748"/>
                            </a:cubicBezTo>
                            <a:cubicBezTo>
                              <a:pt x="88762" y="9749"/>
                              <a:pt x="94381" y="11844"/>
                              <a:pt x="100287" y="15368"/>
                            </a:cubicBezTo>
                            <a:cubicBezTo>
                              <a:pt x="103239" y="17083"/>
                              <a:pt x="106288" y="18797"/>
                              <a:pt x="109431" y="20607"/>
                            </a:cubicBezTo>
                            <a:cubicBezTo>
                              <a:pt x="112288" y="22417"/>
                              <a:pt x="114955" y="24322"/>
                              <a:pt x="117717" y="26227"/>
                            </a:cubicBezTo>
                            <a:cubicBezTo>
                              <a:pt x="123147" y="30037"/>
                              <a:pt x="128576" y="33942"/>
                              <a:pt x="133624" y="37466"/>
                            </a:cubicBezTo>
                            <a:cubicBezTo>
                              <a:pt x="138577" y="41086"/>
                              <a:pt x="142482" y="44705"/>
                              <a:pt x="145912" y="47563"/>
                            </a:cubicBezTo>
                            <a:cubicBezTo>
                              <a:pt x="152103" y="52992"/>
                              <a:pt x="157341" y="58135"/>
                              <a:pt x="161437" y="63374"/>
                            </a:cubicBezTo>
                            <a:cubicBezTo>
                              <a:pt x="165342" y="68708"/>
                              <a:pt x="168390" y="73947"/>
                              <a:pt x="170772" y="79186"/>
                            </a:cubicBezTo>
                            <a:cubicBezTo>
                              <a:pt x="175630" y="89568"/>
                              <a:pt x="177725" y="100141"/>
                              <a:pt x="178773" y="111475"/>
                            </a:cubicBezTo>
                            <a:cubicBezTo>
                              <a:pt x="179535" y="119286"/>
                              <a:pt x="174106" y="128430"/>
                              <a:pt x="166676" y="128811"/>
                            </a:cubicBezTo>
                            <a:cubicBezTo>
                              <a:pt x="155913" y="129383"/>
                              <a:pt x="145721" y="128240"/>
                              <a:pt x="134958" y="125287"/>
                            </a:cubicBezTo>
                            <a:cubicBezTo>
                              <a:pt x="124385" y="122334"/>
                              <a:pt x="113717" y="116428"/>
                              <a:pt x="101715" y="10861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75" name="Forme libre : forme 11574">
                        <a:extLst>
                          <a:ext uri="{FF2B5EF4-FFF2-40B4-BE49-F238E27FC236}">
                            <a16:creationId xmlns:a16="http://schemas.microsoft.com/office/drawing/2014/main" id="{6D28F25D-DCA9-46E4-8626-10EF8EB606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66253" y="2685192"/>
                        <a:ext cx="167094" cy="105775"/>
                      </a:xfrm>
                      <a:custGeom>
                        <a:avLst/>
                        <a:gdLst>
                          <a:gd name="connsiteX0" fmla="*/ 71463 w 167094"/>
                          <a:gd name="connsiteY0" fmla="*/ 32195 h 105775"/>
                          <a:gd name="connsiteX1" fmla="*/ 34221 w 167094"/>
                          <a:gd name="connsiteY1" fmla="*/ 17145 h 105775"/>
                          <a:gd name="connsiteX2" fmla="*/ 26 w 167094"/>
                          <a:gd name="connsiteY2" fmla="*/ 0 h 105775"/>
                          <a:gd name="connsiteX3" fmla="*/ 2598 w 167094"/>
                          <a:gd name="connsiteY3" fmla="*/ 9239 h 105775"/>
                          <a:gd name="connsiteX4" fmla="*/ 9551 w 167094"/>
                          <a:gd name="connsiteY4" fmla="*/ 18288 h 105775"/>
                          <a:gd name="connsiteX5" fmla="*/ 31839 w 167094"/>
                          <a:gd name="connsiteY5" fmla="*/ 40291 h 105775"/>
                          <a:gd name="connsiteX6" fmla="*/ 51271 w 167094"/>
                          <a:gd name="connsiteY6" fmla="*/ 52292 h 105775"/>
                          <a:gd name="connsiteX7" fmla="*/ 59081 w 167094"/>
                          <a:gd name="connsiteY7" fmla="*/ 56483 h 105775"/>
                          <a:gd name="connsiteX8" fmla="*/ 67844 w 167094"/>
                          <a:gd name="connsiteY8" fmla="*/ 61722 h 105775"/>
                          <a:gd name="connsiteX9" fmla="*/ 78321 w 167094"/>
                          <a:gd name="connsiteY9" fmla="*/ 68961 h 105775"/>
                          <a:gd name="connsiteX10" fmla="*/ 88704 w 167094"/>
                          <a:gd name="connsiteY10" fmla="*/ 75914 h 105775"/>
                          <a:gd name="connsiteX11" fmla="*/ 97753 w 167094"/>
                          <a:gd name="connsiteY11" fmla="*/ 82582 h 105775"/>
                          <a:gd name="connsiteX12" fmla="*/ 101658 w 167094"/>
                          <a:gd name="connsiteY12" fmla="*/ 85344 h 105775"/>
                          <a:gd name="connsiteX13" fmla="*/ 114040 w 167094"/>
                          <a:gd name="connsiteY13" fmla="*/ 92869 h 105775"/>
                          <a:gd name="connsiteX14" fmla="*/ 125661 w 167094"/>
                          <a:gd name="connsiteY14" fmla="*/ 98774 h 105775"/>
                          <a:gd name="connsiteX15" fmla="*/ 156617 w 167094"/>
                          <a:gd name="connsiteY15" fmla="*/ 105632 h 105775"/>
                          <a:gd name="connsiteX16" fmla="*/ 166713 w 167094"/>
                          <a:gd name="connsiteY16" fmla="*/ 105632 h 105775"/>
                          <a:gd name="connsiteX17" fmla="*/ 167095 w 167094"/>
                          <a:gd name="connsiteY17" fmla="*/ 105537 h 105775"/>
                          <a:gd name="connsiteX18" fmla="*/ 144615 w 167094"/>
                          <a:gd name="connsiteY18" fmla="*/ 84772 h 105775"/>
                          <a:gd name="connsiteX19" fmla="*/ 121184 w 167094"/>
                          <a:gd name="connsiteY19" fmla="*/ 64961 h 105775"/>
                          <a:gd name="connsiteX20" fmla="*/ 96705 w 167094"/>
                          <a:gd name="connsiteY20" fmla="*/ 46958 h 105775"/>
                          <a:gd name="connsiteX21" fmla="*/ 84132 w 167094"/>
                          <a:gd name="connsiteY21" fmla="*/ 38767 h 105775"/>
                          <a:gd name="connsiteX22" fmla="*/ 71463 w 167094"/>
                          <a:gd name="connsiteY22" fmla="*/ 32195 h 1057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67094" h="105775">
                            <a:moveTo>
                              <a:pt x="71463" y="32195"/>
                            </a:moveTo>
                            <a:cubicBezTo>
                              <a:pt x="59367" y="26861"/>
                              <a:pt x="46508" y="22193"/>
                              <a:pt x="34221" y="17145"/>
                            </a:cubicBezTo>
                            <a:cubicBezTo>
                              <a:pt x="21838" y="12478"/>
                              <a:pt x="10122" y="6763"/>
                              <a:pt x="26" y="0"/>
                            </a:cubicBezTo>
                            <a:cubicBezTo>
                              <a:pt x="-164" y="3334"/>
                              <a:pt x="693" y="6667"/>
                              <a:pt x="2598" y="9239"/>
                            </a:cubicBezTo>
                            <a:cubicBezTo>
                              <a:pt x="5074" y="12382"/>
                              <a:pt x="7360" y="15430"/>
                              <a:pt x="9551" y="18288"/>
                            </a:cubicBezTo>
                            <a:cubicBezTo>
                              <a:pt x="16219" y="26575"/>
                              <a:pt x="23172" y="33909"/>
                              <a:pt x="31839" y="40291"/>
                            </a:cubicBezTo>
                            <a:cubicBezTo>
                              <a:pt x="37459" y="44482"/>
                              <a:pt x="43841" y="48387"/>
                              <a:pt x="51271" y="52292"/>
                            </a:cubicBezTo>
                            <a:cubicBezTo>
                              <a:pt x="53461" y="53530"/>
                              <a:pt x="56128" y="54959"/>
                              <a:pt x="59081" y="56483"/>
                            </a:cubicBezTo>
                            <a:cubicBezTo>
                              <a:pt x="61843" y="58198"/>
                              <a:pt x="64796" y="60007"/>
                              <a:pt x="67844" y="61722"/>
                            </a:cubicBezTo>
                            <a:cubicBezTo>
                              <a:pt x="71273" y="64103"/>
                              <a:pt x="74797" y="66485"/>
                              <a:pt x="78321" y="68961"/>
                            </a:cubicBezTo>
                            <a:cubicBezTo>
                              <a:pt x="81846" y="71342"/>
                              <a:pt x="85370" y="73723"/>
                              <a:pt x="88704" y="75914"/>
                            </a:cubicBezTo>
                            <a:cubicBezTo>
                              <a:pt x="91942" y="78296"/>
                              <a:pt x="95086" y="80581"/>
                              <a:pt x="97753" y="82582"/>
                            </a:cubicBezTo>
                            <a:cubicBezTo>
                              <a:pt x="99181" y="83534"/>
                              <a:pt x="100515" y="84487"/>
                              <a:pt x="101658" y="85344"/>
                            </a:cubicBezTo>
                            <a:cubicBezTo>
                              <a:pt x="105849" y="88202"/>
                              <a:pt x="110040" y="90678"/>
                              <a:pt x="114040" y="92869"/>
                            </a:cubicBezTo>
                            <a:cubicBezTo>
                              <a:pt x="117946" y="95250"/>
                              <a:pt x="121851" y="97155"/>
                              <a:pt x="125661" y="98774"/>
                            </a:cubicBezTo>
                            <a:cubicBezTo>
                              <a:pt x="136138" y="103156"/>
                              <a:pt x="146521" y="104775"/>
                              <a:pt x="156617" y="105632"/>
                            </a:cubicBezTo>
                            <a:cubicBezTo>
                              <a:pt x="159951" y="105823"/>
                              <a:pt x="163285" y="105823"/>
                              <a:pt x="166713" y="105632"/>
                            </a:cubicBezTo>
                            <a:lnTo>
                              <a:pt x="167095" y="105537"/>
                            </a:lnTo>
                            <a:cubicBezTo>
                              <a:pt x="159855" y="98393"/>
                              <a:pt x="152331" y="91440"/>
                              <a:pt x="144615" y="84772"/>
                            </a:cubicBezTo>
                            <a:cubicBezTo>
                              <a:pt x="136996" y="77914"/>
                              <a:pt x="129280" y="71056"/>
                              <a:pt x="121184" y="64961"/>
                            </a:cubicBezTo>
                            <a:cubicBezTo>
                              <a:pt x="113183" y="58579"/>
                              <a:pt x="105182" y="52292"/>
                              <a:pt x="96705" y="46958"/>
                            </a:cubicBezTo>
                            <a:lnTo>
                              <a:pt x="84132" y="38767"/>
                            </a:lnTo>
                            <a:cubicBezTo>
                              <a:pt x="79846" y="36481"/>
                              <a:pt x="75654" y="34195"/>
                              <a:pt x="71463" y="3219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76" name="Forme libre : forme 11575">
                        <a:extLst>
                          <a:ext uri="{FF2B5EF4-FFF2-40B4-BE49-F238E27FC236}">
                            <a16:creationId xmlns:a16="http://schemas.microsoft.com/office/drawing/2014/main" id="{1C69981D-1ABF-49CE-A119-D835450C73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4024" y="2701253"/>
                        <a:ext cx="78511" cy="60565"/>
                      </a:xfrm>
                      <a:custGeom>
                        <a:avLst/>
                        <a:gdLst>
                          <a:gd name="connsiteX0" fmla="*/ 77511 w 78511"/>
                          <a:gd name="connsiteY0" fmla="*/ 58996 h 60565"/>
                          <a:gd name="connsiteX1" fmla="*/ 31506 w 78511"/>
                          <a:gd name="connsiteY1" fmla="*/ 38232 h 60565"/>
                          <a:gd name="connsiteX2" fmla="*/ 11027 w 78511"/>
                          <a:gd name="connsiteY2" fmla="*/ 21372 h 60565"/>
                          <a:gd name="connsiteX3" fmla="*/ 454 w 78511"/>
                          <a:gd name="connsiteY3" fmla="*/ 3561 h 60565"/>
                          <a:gd name="connsiteX4" fmla="*/ 21600 w 78511"/>
                          <a:gd name="connsiteY4" fmla="*/ 3370 h 60565"/>
                          <a:gd name="connsiteX5" fmla="*/ 45793 w 78511"/>
                          <a:gd name="connsiteY5" fmla="*/ 17848 h 60565"/>
                          <a:gd name="connsiteX6" fmla="*/ 77511 w 78511"/>
                          <a:gd name="connsiteY6" fmla="*/ 58996 h 605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8511" h="60565">
                            <a:moveTo>
                              <a:pt x="77511" y="58996"/>
                            </a:moveTo>
                            <a:cubicBezTo>
                              <a:pt x="71320" y="66521"/>
                              <a:pt x="41602" y="44899"/>
                              <a:pt x="31506" y="38232"/>
                            </a:cubicBezTo>
                            <a:cubicBezTo>
                              <a:pt x="26457" y="34993"/>
                              <a:pt x="17885" y="27659"/>
                              <a:pt x="11027" y="21372"/>
                            </a:cubicBezTo>
                            <a:cubicBezTo>
                              <a:pt x="4359" y="14896"/>
                              <a:pt x="-1737" y="8799"/>
                              <a:pt x="454" y="3561"/>
                            </a:cubicBezTo>
                            <a:cubicBezTo>
                              <a:pt x="2454" y="-1392"/>
                              <a:pt x="11789" y="-916"/>
                              <a:pt x="21600" y="3370"/>
                            </a:cubicBezTo>
                            <a:cubicBezTo>
                              <a:pt x="31506" y="7275"/>
                              <a:pt x="40745" y="14419"/>
                              <a:pt x="45793" y="17848"/>
                            </a:cubicBezTo>
                            <a:cubicBezTo>
                              <a:pt x="55699" y="25087"/>
                              <a:pt x="84179" y="50900"/>
                              <a:pt x="77511" y="5899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77" name="Forme libre : forme 11576">
                        <a:extLst>
                          <a:ext uri="{FF2B5EF4-FFF2-40B4-BE49-F238E27FC236}">
                            <a16:creationId xmlns:a16="http://schemas.microsoft.com/office/drawing/2014/main" id="{7ED1561C-CA38-4773-90A1-981D6786CC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3851" y="2701304"/>
                        <a:ext cx="48728" cy="49134"/>
                      </a:xfrm>
                      <a:custGeom>
                        <a:avLst/>
                        <a:gdLst>
                          <a:gd name="connsiteX0" fmla="*/ 23297 w 48728"/>
                          <a:gd name="connsiteY0" fmla="*/ 4462 h 49134"/>
                          <a:gd name="connsiteX1" fmla="*/ 56 w 48728"/>
                          <a:gd name="connsiteY1" fmla="*/ 3414 h 49134"/>
                          <a:gd name="connsiteX2" fmla="*/ 11105 w 48728"/>
                          <a:gd name="connsiteY2" fmla="*/ 21321 h 49134"/>
                          <a:gd name="connsiteX3" fmla="*/ 31964 w 48728"/>
                          <a:gd name="connsiteY3" fmla="*/ 38466 h 49134"/>
                          <a:gd name="connsiteX4" fmla="*/ 48728 w 48728"/>
                          <a:gd name="connsiteY4" fmla="*/ 49134 h 49134"/>
                          <a:gd name="connsiteX5" fmla="*/ 40823 w 48728"/>
                          <a:gd name="connsiteY5" fmla="*/ 41991 h 49134"/>
                          <a:gd name="connsiteX6" fmla="*/ 23297 w 48728"/>
                          <a:gd name="connsiteY6" fmla="*/ 4462 h 49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8728" h="49134">
                            <a:moveTo>
                              <a:pt x="23297" y="4462"/>
                            </a:moveTo>
                            <a:cubicBezTo>
                              <a:pt x="17010" y="2557"/>
                              <a:pt x="913" y="-3920"/>
                              <a:pt x="56" y="3414"/>
                            </a:cubicBezTo>
                            <a:cubicBezTo>
                              <a:pt x="-611" y="9225"/>
                              <a:pt x="4818" y="15130"/>
                              <a:pt x="11105" y="21321"/>
                            </a:cubicBezTo>
                            <a:cubicBezTo>
                              <a:pt x="17582" y="27227"/>
                              <a:pt x="25678" y="34275"/>
                              <a:pt x="31964" y="38466"/>
                            </a:cubicBezTo>
                            <a:cubicBezTo>
                              <a:pt x="35774" y="40848"/>
                              <a:pt x="44061" y="46753"/>
                              <a:pt x="48728" y="49134"/>
                            </a:cubicBezTo>
                            <a:cubicBezTo>
                              <a:pt x="46442" y="47229"/>
                              <a:pt x="42632" y="44181"/>
                              <a:pt x="40823" y="41991"/>
                            </a:cubicBezTo>
                            <a:cubicBezTo>
                              <a:pt x="30345" y="30179"/>
                              <a:pt x="18248" y="15035"/>
                              <a:pt x="23297" y="446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78" name="Forme libre : forme 11577">
                        <a:extLst>
                          <a:ext uri="{FF2B5EF4-FFF2-40B4-BE49-F238E27FC236}">
                            <a16:creationId xmlns:a16="http://schemas.microsoft.com/office/drawing/2014/main" id="{61A344AF-F463-4345-A717-26D95DA794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7249" y="2705951"/>
                        <a:ext cx="78094" cy="60666"/>
                      </a:xfrm>
                      <a:custGeom>
                        <a:avLst/>
                        <a:gdLst>
                          <a:gd name="connsiteX0" fmla="*/ 76477 w 78094"/>
                          <a:gd name="connsiteY0" fmla="*/ 59633 h 60666"/>
                          <a:gd name="connsiteX1" fmla="*/ 54093 w 78094"/>
                          <a:gd name="connsiteY1" fmla="*/ 53727 h 60666"/>
                          <a:gd name="connsiteX2" fmla="*/ 30090 w 78094"/>
                          <a:gd name="connsiteY2" fmla="*/ 38487 h 60666"/>
                          <a:gd name="connsiteX3" fmla="*/ 9897 w 78094"/>
                          <a:gd name="connsiteY3" fmla="*/ 21533 h 60666"/>
                          <a:gd name="connsiteX4" fmla="*/ 372 w 78094"/>
                          <a:gd name="connsiteY4" fmla="*/ 3625 h 60666"/>
                          <a:gd name="connsiteX5" fmla="*/ 7897 w 78094"/>
                          <a:gd name="connsiteY5" fmla="*/ 6 h 60666"/>
                          <a:gd name="connsiteX6" fmla="*/ 21232 w 78094"/>
                          <a:gd name="connsiteY6" fmla="*/ 3816 h 60666"/>
                          <a:gd name="connsiteX7" fmla="*/ 44854 w 78094"/>
                          <a:gd name="connsiteY7" fmla="*/ 18389 h 60666"/>
                          <a:gd name="connsiteX8" fmla="*/ 67714 w 78094"/>
                          <a:gd name="connsiteY8" fmla="*/ 39154 h 60666"/>
                          <a:gd name="connsiteX9" fmla="*/ 76477 w 78094"/>
                          <a:gd name="connsiteY9" fmla="*/ 59633 h 60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8094" h="60666">
                            <a:moveTo>
                              <a:pt x="76477" y="59633"/>
                            </a:moveTo>
                            <a:cubicBezTo>
                              <a:pt x="72000" y="62585"/>
                              <a:pt x="63237" y="58775"/>
                              <a:pt x="54093" y="53727"/>
                            </a:cubicBezTo>
                            <a:cubicBezTo>
                              <a:pt x="44759" y="48869"/>
                              <a:pt x="35424" y="42202"/>
                              <a:pt x="30090" y="38487"/>
                            </a:cubicBezTo>
                            <a:cubicBezTo>
                              <a:pt x="24566" y="34963"/>
                              <a:pt x="16279" y="28486"/>
                              <a:pt x="9897" y="21533"/>
                            </a:cubicBezTo>
                            <a:cubicBezTo>
                              <a:pt x="3611" y="15436"/>
                              <a:pt x="-1437" y="8769"/>
                              <a:pt x="372" y="3625"/>
                            </a:cubicBezTo>
                            <a:cubicBezTo>
                              <a:pt x="1325" y="958"/>
                              <a:pt x="4087" y="-89"/>
                              <a:pt x="7897" y="6"/>
                            </a:cubicBezTo>
                            <a:cubicBezTo>
                              <a:pt x="11612" y="292"/>
                              <a:pt x="16279" y="1720"/>
                              <a:pt x="21232" y="3816"/>
                            </a:cubicBezTo>
                            <a:cubicBezTo>
                              <a:pt x="30471" y="8388"/>
                              <a:pt x="40282" y="15246"/>
                              <a:pt x="44854" y="18389"/>
                            </a:cubicBezTo>
                            <a:cubicBezTo>
                              <a:pt x="49331" y="21723"/>
                              <a:pt x="59523" y="30581"/>
                              <a:pt x="67714" y="39154"/>
                            </a:cubicBezTo>
                            <a:cubicBezTo>
                              <a:pt x="75525" y="47917"/>
                              <a:pt x="80954" y="56775"/>
                              <a:pt x="76477" y="5963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79" name="Forme libre : forme 11578">
                        <a:extLst>
                          <a:ext uri="{FF2B5EF4-FFF2-40B4-BE49-F238E27FC236}">
                            <a16:creationId xmlns:a16="http://schemas.microsoft.com/office/drawing/2014/main" id="{B2BB60D3-7FF6-4DAB-9973-FABBA68F35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92464" y="2676958"/>
                        <a:ext cx="94556" cy="83126"/>
                      </a:xfrm>
                      <a:custGeom>
                        <a:avLst/>
                        <a:gdLst>
                          <a:gd name="connsiteX0" fmla="*/ 104 w 94556"/>
                          <a:gd name="connsiteY0" fmla="*/ 14426 h 83126"/>
                          <a:gd name="connsiteX1" fmla="*/ 8295 w 94556"/>
                          <a:gd name="connsiteY1" fmla="*/ 29094 h 83126"/>
                          <a:gd name="connsiteX2" fmla="*/ 37918 w 94556"/>
                          <a:gd name="connsiteY2" fmla="*/ 58717 h 83126"/>
                          <a:gd name="connsiteX3" fmla="*/ 45824 w 94556"/>
                          <a:gd name="connsiteY3" fmla="*/ 64527 h 83126"/>
                          <a:gd name="connsiteX4" fmla="*/ 54968 w 94556"/>
                          <a:gd name="connsiteY4" fmla="*/ 70814 h 83126"/>
                          <a:gd name="connsiteX5" fmla="*/ 73637 w 94556"/>
                          <a:gd name="connsiteY5" fmla="*/ 80053 h 83126"/>
                          <a:gd name="connsiteX6" fmla="*/ 94401 w 94556"/>
                          <a:gd name="connsiteY6" fmla="*/ 78910 h 83126"/>
                          <a:gd name="connsiteX7" fmla="*/ 86591 w 94556"/>
                          <a:gd name="connsiteY7" fmla="*/ 65384 h 83126"/>
                          <a:gd name="connsiteX8" fmla="*/ 73827 w 94556"/>
                          <a:gd name="connsiteY8" fmla="*/ 48716 h 83126"/>
                          <a:gd name="connsiteX9" fmla="*/ 61445 w 94556"/>
                          <a:gd name="connsiteY9" fmla="*/ 30713 h 83126"/>
                          <a:gd name="connsiteX10" fmla="*/ 27536 w 94556"/>
                          <a:gd name="connsiteY10" fmla="*/ 995 h 83126"/>
                          <a:gd name="connsiteX11" fmla="*/ 7057 w 94556"/>
                          <a:gd name="connsiteY11" fmla="*/ 2805 h 83126"/>
                          <a:gd name="connsiteX12" fmla="*/ 104 w 94556"/>
                          <a:gd name="connsiteY12" fmla="*/ 14426 h 831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4556" h="83126">
                            <a:moveTo>
                              <a:pt x="104" y="14426"/>
                            </a:moveTo>
                            <a:cubicBezTo>
                              <a:pt x="1056" y="21188"/>
                              <a:pt x="2866" y="23570"/>
                              <a:pt x="8295" y="29094"/>
                            </a:cubicBezTo>
                            <a:cubicBezTo>
                              <a:pt x="18297" y="40143"/>
                              <a:pt x="25535" y="49192"/>
                              <a:pt x="37918" y="58717"/>
                            </a:cubicBezTo>
                            <a:cubicBezTo>
                              <a:pt x="40394" y="60812"/>
                              <a:pt x="43062" y="62813"/>
                              <a:pt x="45824" y="64527"/>
                            </a:cubicBezTo>
                            <a:cubicBezTo>
                              <a:pt x="48776" y="66813"/>
                              <a:pt x="51825" y="68909"/>
                              <a:pt x="54968" y="70814"/>
                            </a:cubicBezTo>
                            <a:cubicBezTo>
                              <a:pt x="61159" y="74814"/>
                              <a:pt x="67731" y="77386"/>
                              <a:pt x="73637" y="80053"/>
                            </a:cubicBezTo>
                            <a:cubicBezTo>
                              <a:pt x="82495" y="83577"/>
                              <a:pt x="92401" y="85101"/>
                              <a:pt x="94401" y="78910"/>
                            </a:cubicBezTo>
                            <a:cubicBezTo>
                              <a:pt x="95544" y="75100"/>
                              <a:pt x="90115" y="70337"/>
                              <a:pt x="86591" y="65384"/>
                            </a:cubicBezTo>
                            <a:cubicBezTo>
                              <a:pt x="82590" y="59384"/>
                              <a:pt x="78018" y="54335"/>
                              <a:pt x="73827" y="48716"/>
                            </a:cubicBezTo>
                            <a:cubicBezTo>
                              <a:pt x="69446" y="43191"/>
                              <a:pt x="65826" y="36905"/>
                              <a:pt x="61445" y="30713"/>
                            </a:cubicBezTo>
                            <a:cubicBezTo>
                              <a:pt x="54682" y="19569"/>
                              <a:pt x="45824" y="5663"/>
                              <a:pt x="27536" y="995"/>
                            </a:cubicBezTo>
                            <a:cubicBezTo>
                              <a:pt x="19344" y="-910"/>
                              <a:pt x="12010" y="43"/>
                              <a:pt x="7057" y="2805"/>
                            </a:cubicBezTo>
                            <a:cubicBezTo>
                              <a:pt x="2009" y="5567"/>
                              <a:pt x="-563" y="9758"/>
                              <a:pt x="104" y="1442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80" name="Forme libre : forme 11579">
                        <a:extLst>
                          <a:ext uri="{FF2B5EF4-FFF2-40B4-BE49-F238E27FC236}">
                            <a16:creationId xmlns:a16="http://schemas.microsoft.com/office/drawing/2014/main" id="{E566275D-06EC-4A28-AF50-860D91BFDC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17955" y="2686122"/>
                        <a:ext cx="40691" cy="14573"/>
                      </a:xfrm>
                      <a:custGeom>
                        <a:avLst/>
                        <a:gdLst>
                          <a:gd name="connsiteX0" fmla="*/ 4808 w 40691"/>
                          <a:gd name="connsiteY0" fmla="*/ 23 h 14573"/>
                          <a:gd name="connsiteX1" fmla="*/ 331 w 40691"/>
                          <a:gd name="connsiteY1" fmla="*/ 1166 h 14573"/>
                          <a:gd name="connsiteX2" fmla="*/ 2331 w 40691"/>
                          <a:gd name="connsiteY2" fmla="*/ 4404 h 14573"/>
                          <a:gd name="connsiteX3" fmla="*/ 9094 w 40691"/>
                          <a:gd name="connsiteY3" fmla="*/ 7262 h 14573"/>
                          <a:gd name="connsiteX4" fmla="*/ 26525 w 40691"/>
                          <a:gd name="connsiteY4" fmla="*/ 12691 h 14573"/>
                          <a:gd name="connsiteX5" fmla="*/ 33002 w 40691"/>
                          <a:gd name="connsiteY5" fmla="*/ 14406 h 14573"/>
                          <a:gd name="connsiteX6" fmla="*/ 33478 w 40691"/>
                          <a:gd name="connsiteY6" fmla="*/ 4976 h 14573"/>
                          <a:gd name="connsiteX7" fmla="*/ 18905 w 40691"/>
                          <a:gd name="connsiteY7" fmla="*/ 785 h 14573"/>
                          <a:gd name="connsiteX8" fmla="*/ 4808 w 40691"/>
                          <a:gd name="connsiteY8" fmla="*/ 23 h 145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0691" h="14573">
                            <a:moveTo>
                              <a:pt x="4808" y="23"/>
                            </a:moveTo>
                            <a:cubicBezTo>
                              <a:pt x="2807" y="23"/>
                              <a:pt x="1283" y="309"/>
                              <a:pt x="331" y="1166"/>
                            </a:cubicBezTo>
                            <a:cubicBezTo>
                              <a:pt x="-621" y="2119"/>
                              <a:pt x="617" y="3357"/>
                              <a:pt x="2331" y="4404"/>
                            </a:cubicBezTo>
                            <a:cubicBezTo>
                              <a:pt x="4046" y="5547"/>
                              <a:pt x="6903" y="6500"/>
                              <a:pt x="9094" y="7262"/>
                            </a:cubicBezTo>
                            <a:cubicBezTo>
                              <a:pt x="14904" y="8881"/>
                              <a:pt x="20810" y="11167"/>
                              <a:pt x="26525" y="12691"/>
                            </a:cubicBezTo>
                            <a:cubicBezTo>
                              <a:pt x="28906" y="13263"/>
                              <a:pt x="31001" y="14025"/>
                              <a:pt x="33002" y="14406"/>
                            </a:cubicBezTo>
                            <a:cubicBezTo>
                              <a:pt x="41574" y="15549"/>
                              <a:pt x="44622" y="10691"/>
                              <a:pt x="33478" y="4976"/>
                            </a:cubicBezTo>
                            <a:cubicBezTo>
                              <a:pt x="29097" y="3071"/>
                              <a:pt x="23953" y="1642"/>
                              <a:pt x="18905" y="785"/>
                            </a:cubicBezTo>
                            <a:cubicBezTo>
                              <a:pt x="13952" y="118"/>
                              <a:pt x="8999" y="-72"/>
                              <a:pt x="4808" y="2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81" name="Forme libre : forme 11580">
                        <a:extLst>
                          <a:ext uri="{FF2B5EF4-FFF2-40B4-BE49-F238E27FC236}">
                            <a16:creationId xmlns:a16="http://schemas.microsoft.com/office/drawing/2014/main" id="{492921B9-8171-43B7-999A-9D38421812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0578" y="2770727"/>
                        <a:ext cx="62198" cy="17154"/>
                      </a:xfrm>
                      <a:custGeom>
                        <a:avLst/>
                        <a:gdLst>
                          <a:gd name="connsiteX0" fmla="*/ 62198 w 62198"/>
                          <a:gd name="connsiteY0" fmla="*/ 16288 h 17154"/>
                          <a:gd name="connsiteX1" fmla="*/ 31909 w 62198"/>
                          <a:gd name="connsiteY1" fmla="*/ 12478 h 17154"/>
                          <a:gd name="connsiteX2" fmla="*/ 0 w 62198"/>
                          <a:gd name="connsiteY2" fmla="*/ 0 h 17154"/>
                          <a:gd name="connsiteX3" fmla="*/ 31432 w 62198"/>
                          <a:gd name="connsiteY3" fmla="*/ 10192 h 17154"/>
                          <a:gd name="connsiteX4" fmla="*/ 62198 w 62198"/>
                          <a:gd name="connsiteY4" fmla="*/ 16288 h 171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198" h="17154">
                            <a:moveTo>
                              <a:pt x="62198" y="16288"/>
                            </a:moveTo>
                            <a:cubicBezTo>
                              <a:pt x="54388" y="18574"/>
                              <a:pt x="43339" y="16002"/>
                              <a:pt x="31909" y="12478"/>
                            </a:cubicBezTo>
                            <a:cubicBezTo>
                              <a:pt x="20574" y="8763"/>
                              <a:pt x="9049" y="3429"/>
                              <a:pt x="0" y="0"/>
                            </a:cubicBezTo>
                            <a:cubicBezTo>
                              <a:pt x="9811" y="3715"/>
                              <a:pt x="20574" y="7429"/>
                              <a:pt x="31432" y="10192"/>
                            </a:cubicBezTo>
                            <a:cubicBezTo>
                              <a:pt x="42291" y="12763"/>
                              <a:pt x="53054" y="14859"/>
                              <a:pt x="62198" y="1628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82" name="Forme libre : forme 11581">
                        <a:extLst>
                          <a:ext uri="{FF2B5EF4-FFF2-40B4-BE49-F238E27FC236}">
                            <a16:creationId xmlns:a16="http://schemas.microsoft.com/office/drawing/2014/main" id="{BE614674-8D64-4E8F-83DC-6354FBAB4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73994" y="2666056"/>
                        <a:ext cx="78009" cy="9325"/>
                      </a:xfrm>
                      <a:custGeom>
                        <a:avLst/>
                        <a:gdLst>
                          <a:gd name="connsiteX0" fmla="*/ 78010 w 78009"/>
                          <a:gd name="connsiteY0" fmla="*/ 7135 h 9325"/>
                          <a:gd name="connsiteX1" fmla="*/ 0 w 78009"/>
                          <a:gd name="connsiteY1" fmla="*/ 9326 h 9325"/>
                          <a:gd name="connsiteX2" fmla="*/ 35814 w 78009"/>
                          <a:gd name="connsiteY2" fmla="*/ 1515 h 9325"/>
                          <a:gd name="connsiteX3" fmla="*/ 78010 w 78009"/>
                          <a:gd name="connsiteY3" fmla="*/ 7135 h 9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8009" h="9325">
                            <a:moveTo>
                              <a:pt x="78010" y="7135"/>
                            </a:moveTo>
                            <a:cubicBezTo>
                              <a:pt x="48387" y="-5248"/>
                              <a:pt x="19431" y="467"/>
                              <a:pt x="0" y="9326"/>
                            </a:cubicBezTo>
                            <a:cubicBezTo>
                              <a:pt x="8954" y="4658"/>
                              <a:pt x="21812" y="1991"/>
                              <a:pt x="35814" y="1515"/>
                            </a:cubicBezTo>
                            <a:cubicBezTo>
                              <a:pt x="49721" y="1325"/>
                              <a:pt x="64961" y="3134"/>
                              <a:pt x="78010" y="713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83" name="Forme libre : forme 11582">
                        <a:extLst>
                          <a:ext uri="{FF2B5EF4-FFF2-40B4-BE49-F238E27FC236}">
                            <a16:creationId xmlns:a16="http://schemas.microsoft.com/office/drawing/2014/main" id="{EF2AEBAA-719F-4EF6-B2F6-ADC932C962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0348" y="2719042"/>
                        <a:ext cx="27390" cy="24835"/>
                      </a:xfrm>
                      <a:custGeom>
                        <a:avLst/>
                        <a:gdLst>
                          <a:gd name="connsiteX0" fmla="*/ 26424 w 27390"/>
                          <a:gd name="connsiteY0" fmla="*/ 24729 h 24835"/>
                          <a:gd name="connsiteX1" fmla="*/ 9184 w 27390"/>
                          <a:gd name="connsiteY1" fmla="*/ 13013 h 24835"/>
                          <a:gd name="connsiteX2" fmla="*/ 1087 w 27390"/>
                          <a:gd name="connsiteY2" fmla="*/ 155 h 24835"/>
                          <a:gd name="connsiteX3" fmla="*/ 17947 w 27390"/>
                          <a:gd name="connsiteY3" fmla="*/ 10727 h 24835"/>
                          <a:gd name="connsiteX4" fmla="*/ 26424 w 27390"/>
                          <a:gd name="connsiteY4" fmla="*/ 24729 h 248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7390" h="24835">
                            <a:moveTo>
                              <a:pt x="26424" y="24729"/>
                            </a:moveTo>
                            <a:cubicBezTo>
                              <a:pt x="22423" y="25967"/>
                              <a:pt x="12327" y="16061"/>
                              <a:pt x="9184" y="13013"/>
                            </a:cubicBezTo>
                            <a:cubicBezTo>
                              <a:pt x="5945" y="10156"/>
                              <a:pt x="-3104" y="1679"/>
                              <a:pt x="1087" y="155"/>
                            </a:cubicBezTo>
                            <a:cubicBezTo>
                              <a:pt x="5374" y="-1274"/>
                              <a:pt x="15280" y="7584"/>
                              <a:pt x="17947" y="10727"/>
                            </a:cubicBezTo>
                            <a:cubicBezTo>
                              <a:pt x="20899" y="13680"/>
                              <a:pt x="30424" y="23491"/>
                              <a:pt x="26424" y="2472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84" name="Forme libre : forme 11583">
                        <a:extLst>
                          <a:ext uri="{FF2B5EF4-FFF2-40B4-BE49-F238E27FC236}">
                            <a16:creationId xmlns:a16="http://schemas.microsoft.com/office/drawing/2014/main" id="{9AED73D2-A32E-4108-9AB2-CD7179C9AE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93640" y="2739775"/>
                        <a:ext cx="8095" cy="7215"/>
                      </a:xfrm>
                      <a:custGeom>
                        <a:avLst/>
                        <a:gdLst>
                          <a:gd name="connsiteX0" fmla="*/ 7990 w 8095"/>
                          <a:gd name="connsiteY0" fmla="*/ 6758 h 7215"/>
                          <a:gd name="connsiteX1" fmla="*/ 3323 w 8095"/>
                          <a:gd name="connsiteY1" fmla="*/ 5139 h 7215"/>
                          <a:gd name="connsiteX2" fmla="*/ 84 w 8095"/>
                          <a:gd name="connsiteY2" fmla="*/ 472 h 7215"/>
                          <a:gd name="connsiteX3" fmla="*/ 4656 w 8095"/>
                          <a:gd name="connsiteY3" fmla="*/ 1996 h 7215"/>
                          <a:gd name="connsiteX4" fmla="*/ 7990 w 8095"/>
                          <a:gd name="connsiteY4" fmla="*/ 6758 h 72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095" h="7215">
                            <a:moveTo>
                              <a:pt x="7990" y="6758"/>
                            </a:moveTo>
                            <a:cubicBezTo>
                              <a:pt x="7418" y="8092"/>
                              <a:pt x="4656" y="6187"/>
                              <a:pt x="3323" y="5139"/>
                            </a:cubicBezTo>
                            <a:cubicBezTo>
                              <a:pt x="1989" y="4091"/>
                              <a:pt x="-487" y="1805"/>
                              <a:pt x="84" y="472"/>
                            </a:cubicBezTo>
                            <a:cubicBezTo>
                              <a:pt x="656" y="-862"/>
                              <a:pt x="3323" y="948"/>
                              <a:pt x="4656" y="1996"/>
                            </a:cubicBezTo>
                            <a:cubicBezTo>
                              <a:pt x="5990" y="3044"/>
                              <a:pt x="8657" y="5425"/>
                              <a:pt x="7990" y="675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85" name="Forme libre : forme 11584">
                        <a:extLst>
                          <a:ext uri="{FF2B5EF4-FFF2-40B4-BE49-F238E27FC236}">
                            <a16:creationId xmlns:a16="http://schemas.microsoft.com/office/drawing/2014/main" id="{F3A534B9-029C-4CB1-957A-65105D9102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1724" y="2701479"/>
                        <a:ext cx="53971" cy="78273"/>
                      </a:xfrm>
                      <a:custGeom>
                        <a:avLst/>
                        <a:gdLst>
                          <a:gd name="connsiteX0" fmla="*/ 47909 w 53971"/>
                          <a:gd name="connsiteY0" fmla="*/ 50484 h 78273"/>
                          <a:gd name="connsiteX1" fmla="*/ 53815 w 53971"/>
                          <a:gd name="connsiteY1" fmla="*/ 75915 h 78273"/>
                          <a:gd name="connsiteX2" fmla="*/ 45433 w 53971"/>
                          <a:gd name="connsiteY2" fmla="*/ 75915 h 78273"/>
                          <a:gd name="connsiteX3" fmla="*/ 40003 w 53971"/>
                          <a:gd name="connsiteY3" fmla="*/ 66390 h 78273"/>
                          <a:gd name="connsiteX4" fmla="*/ 24954 w 53971"/>
                          <a:gd name="connsiteY4" fmla="*/ 36005 h 78273"/>
                          <a:gd name="connsiteX5" fmla="*/ 8761 w 53971"/>
                          <a:gd name="connsiteY5" fmla="*/ 16194 h 78273"/>
                          <a:gd name="connsiteX6" fmla="*/ 2094 w 53971"/>
                          <a:gd name="connsiteY6" fmla="*/ 192 h 78273"/>
                          <a:gd name="connsiteX7" fmla="*/ 39622 w 53971"/>
                          <a:gd name="connsiteY7" fmla="*/ 28386 h 78273"/>
                          <a:gd name="connsiteX8" fmla="*/ 47909 w 53971"/>
                          <a:gd name="connsiteY8" fmla="*/ 50484 h 782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3971" h="78273">
                            <a:moveTo>
                              <a:pt x="47909" y="50484"/>
                            </a:moveTo>
                            <a:cubicBezTo>
                              <a:pt x="51910" y="60199"/>
                              <a:pt x="54672" y="67152"/>
                              <a:pt x="53815" y="75915"/>
                            </a:cubicBezTo>
                            <a:cubicBezTo>
                              <a:pt x="53529" y="79154"/>
                              <a:pt x="48862" y="78963"/>
                              <a:pt x="45433" y="75915"/>
                            </a:cubicBezTo>
                            <a:cubicBezTo>
                              <a:pt x="42099" y="72867"/>
                              <a:pt x="41051" y="69724"/>
                              <a:pt x="40003" y="66390"/>
                            </a:cubicBezTo>
                            <a:cubicBezTo>
                              <a:pt x="36479" y="56198"/>
                              <a:pt x="31621" y="46197"/>
                              <a:pt x="24954" y="36005"/>
                            </a:cubicBezTo>
                            <a:cubicBezTo>
                              <a:pt x="22858" y="32862"/>
                              <a:pt x="14953" y="24290"/>
                              <a:pt x="8761" y="16194"/>
                            </a:cubicBezTo>
                            <a:cubicBezTo>
                              <a:pt x="2094" y="8478"/>
                              <a:pt x="-3050" y="1239"/>
                              <a:pt x="2094" y="192"/>
                            </a:cubicBezTo>
                            <a:cubicBezTo>
                              <a:pt x="12952" y="-2285"/>
                              <a:pt x="34003" y="19908"/>
                              <a:pt x="39622" y="28386"/>
                            </a:cubicBezTo>
                            <a:cubicBezTo>
                              <a:pt x="45052" y="37244"/>
                              <a:pt x="44956" y="43149"/>
                              <a:pt x="47909" y="5048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32" name="Graphique 1">
                      <a:extLst>
                        <a:ext uri="{FF2B5EF4-FFF2-40B4-BE49-F238E27FC236}">
                          <a16:creationId xmlns:a16="http://schemas.microsoft.com/office/drawing/2014/main" id="{9A734309-F041-47C0-8F5A-BC61CC1F3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137059" y="2781435"/>
                      <a:ext cx="147078" cy="162474"/>
                      <a:chOff x="3137059" y="2781435"/>
                      <a:chExt cx="147078" cy="162474"/>
                    </a:xfrm>
                    <a:solidFill>
                      <a:schemeClr val="accent1"/>
                    </a:solidFill>
                  </p:grpSpPr>
                  <p:sp>
                    <p:nvSpPr>
                      <p:cNvPr id="11562" name="Forme libre : forme 11561">
                        <a:extLst>
                          <a:ext uri="{FF2B5EF4-FFF2-40B4-BE49-F238E27FC236}">
                            <a16:creationId xmlns:a16="http://schemas.microsoft.com/office/drawing/2014/main" id="{4F14895C-8001-43EF-A992-DA6B50A9A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37059" y="2781435"/>
                        <a:ext cx="147078" cy="162474"/>
                      </a:xfrm>
                      <a:custGeom>
                        <a:avLst/>
                        <a:gdLst>
                          <a:gd name="connsiteX0" fmla="*/ 70393 w 147078"/>
                          <a:gd name="connsiteY0" fmla="*/ 131976 h 162474"/>
                          <a:gd name="connsiteX1" fmla="*/ 24197 w 147078"/>
                          <a:gd name="connsiteY1" fmla="*/ 81112 h 162474"/>
                          <a:gd name="connsiteX2" fmla="*/ 4671 w 147078"/>
                          <a:gd name="connsiteY2" fmla="*/ 47394 h 162474"/>
                          <a:gd name="connsiteX3" fmla="*/ 3 w 147078"/>
                          <a:gd name="connsiteY3" fmla="*/ 14628 h 162474"/>
                          <a:gd name="connsiteX4" fmla="*/ 15910 w 147078"/>
                          <a:gd name="connsiteY4" fmla="*/ 55 h 162474"/>
                          <a:gd name="connsiteX5" fmla="*/ 48676 w 147078"/>
                          <a:gd name="connsiteY5" fmla="*/ 8532 h 162474"/>
                          <a:gd name="connsiteX6" fmla="*/ 80775 w 147078"/>
                          <a:gd name="connsiteY6" fmla="*/ 31297 h 162474"/>
                          <a:gd name="connsiteX7" fmla="*/ 124876 w 147078"/>
                          <a:gd name="connsiteY7" fmla="*/ 80065 h 162474"/>
                          <a:gd name="connsiteX8" fmla="*/ 147069 w 147078"/>
                          <a:gd name="connsiteY8" fmla="*/ 146549 h 162474"/>
                          <a:gd name="connsiteX9" fmla="*/ 133163 w 147078"/>
                          <a:gd name="connsiteY9" fmla="*/ 162456 h 162474"/>
                          <a:gd name="connsiteX10" fmla="*/ 70393 w 147078"/>
                          <a:gd name="connsiteY10" fmla="*/ 131976 h 1624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47078" h="162474">
                            <a:moveTo>
                              <a:pt x="70393" y="131976"/>
                            </a:moveTo>
                            <a:cubicBezTo>
                              <a:pt x="58868" y="120355"/>
                              <a:pt x="35056" y="94067"/>
                              <a:pt x="24197" y="81112"/>
                            </a:cubicBezTo>
                            <a:cubicBezTo>
                              <a:pt x="14196" y="68730"/>
                              <a:pt x="8195" y="58062"/>
                              <a:pt x="4671" y="47394"/>
                            </a:cubicBezTo>
                            <a:cubicBezTo>
                              <a:pt x="1242" y="36631"/>
                              <a:pt x="289" y="26058"/>
                              <a:pt x="3" y="14628"/>
                            </a:cubicBezTo>
                            <a:cubicBezTo>
                              <a:pt x="-187" y="6627"/>
                              <a:pt x="7909" y="-707"/>
                              <a:pt x="15910" y="55"/>
                            </a:cubicBezTo>
                            <a:cubicBezTo>
                              <a:pt x="27531" y="1102"/>
                              <a:pt x="38103" y="3674"/>
                              <a:pt x="48676" y="8532"/>
                            </a:cubicBezTo>
                            <a:cubicBezTo>
                              <a:pt x="59344" y="13390"/>
                              <a:pt x="69917" y="20534"/>
                              <a:pt x="80775" y="31297"/>
                            </a:cubicBezTo>
                            <a:cubicBezTo>
                              <a:pt x="92682" y="42631"/>
                              <a:pt x="114303" y="67111"/>
                              <a:pt x="124876" y="80065"/>
                            </a:cubicBezTo>
                            <a:cubicBezTo>
                              <a:pt x="144593" y="104258"/>
                              <a:pt x="147260" y="124070"/>
                              <a:pt x="147069" y="146549"/>
                            </a:cubicBezTo>
                            <a:cubicBezTo>
                              <a:pt x="146974" y="154360"/>
                              <a:pt x="140592" y="162932"/>
                              <a:pt x="133163" y="162456"/>
                            </a:cubicBezTo>
                            <a:cubicBezTo>
                              <a:pt x="111446" y="161218"/>
                              <a:pt x="92110" y="153598"/>
                              <a:pt x="70393" y="13197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63" name="Forme libre : forme 11562">
                        <a:extLst>
                          <a:ext uri="{FF2B5EF4-FFF2-40B4-BE49-F238E27FC236}">
                            <a16:creationId xmlns:a16="http://schemas.microsoft.com/office/drawing/2014/main" id="{FBC164B6-61B1-4D49-80E9-C942EF2EB6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37153" y="2786919"/>
                        <a:ext cx="133354" cy="156781"/>
                      </a:xfrm>
                      <a:custGeom>
                        <a:avLst/>
                        <a:gdLst>
                          <a:gd name="connsiteX0" fmla="*/ 51154 w 133354"/>
                          <a:gd name="connsiteY0" fmla="*/ 65151 h 156781"/>
                          <a:gd name="connsiteX1" fmla="*/ 3434 w 133354"/>
                          <a:gd name="connsiteY1" fmla="*/ 0 h 156781"/>
                          <a:gd name="connsiteX2" fmla="*/ 4 w 133354"/>
                          <a:gd name="connsiteY2" fmla="*/ 8954 h 156781"/>
                          <a:gd name="connsiteX3" fmla="*/ 576 w 133354"/>
                          <a:gd name="connsiteY3" fmla="*/ 20574 h 156781"/>
                          <a:gd name="connsiteX4" fmla="*/ 9244 w 133354"/>
                          <a:gd name="connsiteY4" fmla="*/ 53054 h 156781"/>
                          <a:gd name="connsiteX5" fmla="*/ 24103 w 133354"/>
                          <a:gd name="connsiteY5" fmla="*/ 75533 h 156781"/>
                          <a:gd name="connsiteX6" fmla="*/ 31246 w 133354"/>
                          <a:gd name="connsiteY6" fmla="*/ 83915 h 156781"/>
                          <a:gd name="connsiteX7" fmla="*/ 66680 w 133354"/>
                          <a:gd name="connsiteY7" fmla="*/ 122777 h 156781"/>
                          <a:gd name="connsiteX8" fmla="*/ 70204 w 133354"/>
                          <a:gd name="connsiteY8" fmla="*/ 126397 h 156781"/>
                          <a:gd name="connsiteX9" fmla="*/ 92683 w 133354"/>
                          <a:gd name="connsiteY9" fmla="*/ 144399 h 156781"/>
                          <a:gd name="connsiteX10" fmla="*/ 122877 w 133354"/>
                          <a:gd name="connsiteY10" fmla="*/ 155638 h 156781"/>
                          <a:gd name="connsiteX11" fmla="*/ 132973 w 133354"/>
                          <a:gd name="connsiteY11" fmla="*/ 156781 h 156781"/>
                          <a:gd name="connsiteX12" fmla="*/ 133355 w 133354"/>
                          <a:gd name="connsiteY12" fmla="*/ 156781 h 156781"/>
                          <a:gd name="connsiteX13" fmla="*/ 51154 w 133354"/>
                          <a:gd name="connsiteY13" fmla="*/ 65151 h 1567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33354" h="156781">
                            <a:moveTo>
                              <a:pt x="51154" y="65151"/>
                            </a:moveTo>
                            <a:cubicBezTo>
                              <a:pt x="31056" y="45625"/>
                              <a:pt x="11149" y="23146"/>
                              <a:pt x="3434" y="0"/>
                            </a:cubicBezTo>
                            <a:cubicBezTo>
                              <a:pt x="1338" y="2572"/>
                              <a:pt x="-91" y="5715"/>
                              <a:pt x="4" y="8954"/>
                            </a:cubicBezTo>
                            <a:cubicBezTo>
                              <a:pt x="100" y="12954"/>
                              <a:pt x="290" y="16764"/>
                              <a:pt x="576" y="20574"/>
                            </a:cubicBezTo>
                            <a:cubicBezTo>
                              <a:pt x="1624" y="31433"/>
                              <a:pt x="3719" y="42101"/>
                              <a:pt x="9244" y="53054"/>
                            </a:cubicBezTo>
                            <a:cubicBezTo>
                              <a:pt x="12863" y="60103"/>
                              <a:pt x="17530" y="67532"/>
                              <a:pt x="24103" y="75533"/>
                            </a:cubicBezTo>
                            <a:cubicBezTo>
                              <a:pt x="26103" y="77914"/>
                              <a:pt x="28580" y="80772"/>
                              <a:pt x="31246" y="83915"/>
                            </a:cubicBezTo>
                            <a:cubicBezTo>
                              <a:pt x="41914" y="96107"/>
                              <a:pt x="56869" y="112490"/>
                              <a:pt x="66680" y="122777"/>
                            </a:cubicBezTo>
                            <a:cubicBezTo>
                              <a:pt x="67918" y="124111"/>
                              <a:pt x="69156" y="125349"/>
                              <a:pt x="70204" y="126397"/>
                            </a:cubicBezTo>
                            <a:cubicBezTo>
                              <a:pt x="77919" y="134112"/>
                              <a:pt x="85348" y="139922"/>
                              <a:pt x="92683" y="144399"/>
                            </a:cubicBezTo>
                            <a:cubicBezTo>
                              <a:pt x="102779" y="150495"/>
                              <a:pt x="112685" y="153829"/>
                              <a:pt x="122877" y="155638"/>
                            </a:cubicBezTo>
                            <a:cubicBezTo>
                              <a:pt x="126211" y="156210"/>
                              <a:pt x="129545" y="156591"/>
                              <a:pt x="132973" y="156781"/>
                            </a:cubicBezTo>
                            <a:lnTo>
                              <a:pt x="133355" y="156781"/>
                            </a:lnTo>
                            <a:cubicBezTo>
                              <a:pt x="107161" y="125539"/>
                              <a:pt x="79919" y="93154"/>
                              <a:pt x="51154" y="6515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64" name="Forme libre : forme 11563">
                        <a:extLst>
                          <a:ext uri="{FF2B5EF4-FFF2-40B4-BE49-F238E27FC236}">
                            <a16:creationId xmlns:a16="http://schemas.microsoft.com/office/drawing/2014/main" id="{2C4A23A2-FC53-493E-A0A5-68F2F38001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88012" y="2837510"/>
                        <a:ext cx="66206" cy="74284"/>
                      </a:xfrm>
                      <a:custGeom>
                        <a:avLst/>
                        <a:gdLst>
                          <a:gd name="connsiteX0" fmla="*/ 64780 w 66206"/>
                          <a:gd name="connsiteY0" fmla="*/ 73139 h 74284"/>
                          <a:gd name="connsiteX1" fmla="*/ 22584 w 66206"/>
                          <a:gd name="connsiteY1" fmla="*/ 44278 h 74284"/>
                          <a:gd name="connsiteX2" fmla="*/ 1724 w 66206"/>
                          <a:gd name="connsiteY2" fmla="*/ 1511 h 74284"/>
                          <a:gd name="connsiteX3" fmla="*/ 21536 w 66206"/>
                          <a:gd name="connsiteY3" fmla="*/ 8083 h 74284"/>
                          <a:gd name="connsiteX4" fmla="*/ 40967 w 66206"/>
                          <a:gd name="connsiteY4" fmla="*/ 27514 h 74284"/>
                          <a:gd name="connsiteX5" fmla="*/ 64780 w 66206"/>
                          <a:gd name="connsiteY5" fmla="*/ 73139 h 742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6206" h="74284">
                            <a:moveTo>
                              <a:pt x="64780" y="73139"/>
                            </a:moveTo>
                            <a:cubicBezTo>
                              <a:pt x="57445" y="80092"/>
                              <a:pt x="31061" y="53517"/>
                              <a:pt x="22584" y="44278"/>
                            </a:cubicBezTo>
                            <a:cubicBezTo>
                              <a:pt x="14202" y="34944"/>
                              <a:pt x="-5991" y="9131"/>
                              <a:pt x="1724" y="1511"/>
                            </a:cubicBezTo>
                            <a:cubicBezTo>
                              <a:pt x="5629" y="-2394"/>
                              <a:pt x="13535" y="1797"/>
                              <a:pt x="21536" y="8083"/>
                            </a:cubicBezTo>
                            <a:cubicBezTo>
                              <a:pt x="29347" y="14465"/>
                              <a:pt x="37062" y="23037"/>
                              <a:pt x="40967" y="27514"/>
                            </a:cubicBezTo>
                            <a:cubicBezTo>
                              <a:pt x="48587" y="36563"/>
                              <a:pt x="72209" y="66186"/>
                              <a:pt x="64780" y="7313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65" name="Forme libre : forme 11564">
                        <a:extLst>
                          <a:ext uri="{FF2B5EF4-FFF2-40B4-BE49-F238E27FC236}">
                            <a16:creationId xmlns:a16="http://schemas.microsoft.com/office/drawing/2014/main" id="{CD62BE67-26DC-4D7A-9319-BCC7901F6C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88165" y="2836840"/>
                        <a:ext cx="37289" cy="59426"/>
                      </a:xfrm>
                      <a:custGeom>
                        <a:avLst/>
                        <a:gdLst>
                          <a:gd name="connsiteX0" fmla="*/ 22430 w 37289"/>
                          <a:gd name="connsiteY0" fmla="*/ 10182 h 59426"/>
                          <a:gd name="connsiteX1" fmla="*/ 1094 w 37289"/>
                          <a:gd name="connsiteY1" fmla="*/ 1895 h 59426"/>
                          <a:gd name="connsiteX2" fmla="*/ 22621 w 37289"/>
                          <a:gd name="connsiteY2" fmla="*/ 45424 h 59426"/>
                          <a:gd name="connsiteX3" fmla="*/ 37289 w 37289"/>
                          <a:gd name="connsiteY3" fmla="*/ 59426 h 59426"/>
                          <a:gd name="connsiteX4" fmla="*/ 30622 w 37289"/>
                          <a:gd name="connsiteY4" fmla="*/ 50854 h 59426"/>
                          <a:gd name="connsiteX5" fmla="*/ 22430 w 37289"/>
                          <a:gd name="connsiteY5" fmla="*/ 10182 h 594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289" h="59426">
                            <a:moveTo>
                              <a:pt x="22430" y="10182"/>
                            </a:moveTo>
                            <a:cubicBezTo>
                              <a:pt x="17001" y="7039"/>
                              <a:pt x="4618" y="-4487"/>
                              <a:pt x="1094" y="1895"/>
                            </a:cubicBezTo>
                            <a:cubicBezTo>
                              <a:pt x="-4430" y="11896"/>
                              <a:pt x="12239" y="33518"/>
                              <a:pt x="22621" y="45424"/>
                            </a:cubicBezTo>
                            <a:cubicBezTo>
                              <a:pt x="25764" y="48853"/>
                              <a:pt x="33193" y="56092"/>
                              <a:pt x="37289" y="59426"/>
                            </a:cubicBezTo>
                            <a:cubicBezTo>
                              <a:pt x="35384" y="57140"/>
                              <a:pt x="32050" y="53330"/>
                              <a:pt x="30622" y="50854"/>
                            </a:cubicBezTo>
                            <a:cubicBezTo>
                              <a:pt x="22811" y="36661"/>
                              <a:pt x="14143" y="18945"/>
                              <a:pt x="22430" y="1018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66" name="Forme libre : forme 11565">
                        <a:extLst>
                          <a:ext uri="{FF2B5EF4-FFF2-40B4-BE49-F238E27FC236}">
                            <a16:creationId xmlns:a16="http://schemas.microsoft.com/office/drawing/2014/main" id="{7F4E7179-AA41-4C4F-8C99-6AE51C796E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89318" y="2842845"/>
                        <a:ext cx="67000" cy="73958"/>
                      </a:xfrm>
                      <a:custGeom>
                        <a:avLst/>
                        <a:gdLst>
                          <a:gd name="connsiteX0" fmla="*/ 64902 w 67000"/>
                          <a:gd name="connsiteY0" fmla="*/ 73424 h 73958"/>
                          <a:gd name="connsiteX1" fmla="*/ 22039 w 67000"/>
                          <a:gd name="connsiteY1" fmla="*/ 44277 h 73958"/>
                          <a:gd name="connsiteX2" fmla="*/ 1655 w 67000"/>
                          <a:gd name="connsiteY2" fmla="*/ 1701 h 73958"/>
                          <a:gd name="connsiteX3" fmla="*/ 40613 w 67000"/>
                          <a:gd name="connsiteY3" fmla="*/ 27704 h 73958"/>
                          <a:gd name="connsiteX4" fmla="*/ 64902 w 67000"/>
                          <a:gd name="connsiteY4" fmla="*/ 73424 h 739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7000" h="73958">
                            <a:moveTo>
                              <a:pt x="64902" y="73424"/>
                            </a:moveTo>
                            <a:cubicBezTo>
                              <a:pt x="55377" y="77806"/>
                              <a:pt x="31373" y="54089"/>
                              <a:pt x="22039" y="44277"/>
                            </a:cubicBezTo>
                            <a:cubicBezTo>
                              <a:pt x="12705" y="34467"/>
                              <a:pt x="-5583" y="10083"/>
                              <a:pt x="1655" y="1701"/>
                            </a:cubicBezTo>
                            <a:cubicBezTo>
                              <a:pt x="9180" y="-6872"/>
                              <a:pt x="33374" y="19322"/>
                              <a:pt x="40613" y="27704"/>
                            </a:cubicBezTo>
                            <a:cubicBezTo>
                              <a:pt x="47852" y="35991"/>
                              <a:pt x="74617" y="68852"/>
                              <a:pt x="64902" y="7342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67" name="Forme libre : forme 11566">
                        <a:extLst>
                          <a:ext uri="{FF2B5EF4-FFF2-40B4-BE49-F238E27FC236}">
                            <a16:creationId xmlns:a16="http://schemas.microsoft.com/office/drawing/2014/main" id="{D77BBD7D-2251-44CD-B04C-4C8A7B4106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56718" y="2801099"/>
                        <a:ext cx="72476" cy="104355"/>
                      </a:xfrm>
                      <a:custGeom>
                        <a:avLst/>
                        <a:gdLst>
                          <a:gd name="connsiteX0" fmla="*/ 2061 w 72476"/>
                          <a:gd name="connsiteY0" fmla="*/ 6108 h 104355"/>
                          <a:gd name="connsiteX1" fmla="*/ 1585 w 72476"/>
                          <a:gd name="connsiteY1" fmla="*/ 23253 h 104355"/>
                          <a:gd name="connsiteX2" fmla="*/ 18921 w 72476"/>
                          <a:gd name="connsiteY2" fmla="*/ 65925 h 104355"/>
                          <a:gd name="connsiteX3" fmla="*/ 51115 w 72476"/>
                          <a:gd name="connsiteY3" fmla="*/ 98310 h 104355"/>
                          <a:gd name="connsiteX4" fmla="*/ 72070 w 72476"/>
                          <a:gd name="connsiteY4" fmla="*/ 101263 h 104355"/>
                          <a:gd name="connsiteX5" fmla="*/ 66641 w 72476"/>
                          <a:gd name="connsiteY5" fmla="*/ 86404 h 104355"/>
                          <a:gd name="connsiteX6" fmla="*/ 50163 w 72476"/>
                          <a:gd name="connsiteY6" fmla="*/ 46875 h 104355"/>
                          <a:gd name="connsiteX7" fmla="*/ 31970 w 72476"/>
                          <a:gd name="connsiteY7" fmla="*/ 8013 h 104355"/>
                          <a:gd name="connsiteX8" fmla="*/ 2061 w 72476"/>
                          <a:gd name="connsiteY8" fmla="*/ 6108 h 1043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2476" h="104355">
                            <a:moveTo>
                              <a:pt x="2061" y="6108"/>
                            </a:moveTo>
                            <a:cubicBezTo>
                              <a:pt x="-701" y="12299"/>
                              <a:pt x="-510" y="15347"/>
                              <a:pt x="1585" y="23253"/>
                            </a:cubicBezTo>
                            <a:cubicBezTo>
                              <a:pt x="5490" y="38112"/>
                              <a:pt x="8348" y="50685"/>
                              <a:pt x="18921" y="65925"/>
                            </a:cubicBezTo>
                            <a:cubicBezTo>
                              <a:pt x="27588" y="78784"/>
                              <a:pt x="39780" y="91166"/>
                              <a:pt x="51115" y="98310"/>
                            </a:cubicBezTo>
                            <a:cubicBezTo>
                              <a:pt x="59497" y="103739"/>
                              <a:pt x="69117" y="107168"/>
                              <a:pt x="72070" y="101263"/>
                            </a:cubicBezTo>
                            <a:cubicBezTo>
                              <a:pt x="73880" y="97643"/>
                              <a:pt x="69213" y="91928"/>
                              <a:pt x="66641" y="86404"/>
                            </a:cubicBezTo>
                            <a:cubicBezTo>
                              <a:pt x="60450" y="73450"/>
                              <a:pt x="53973" y="61448"/>
                              <a:pt x="50163" y="46875"/>
                            </a:cubicBezTo>
                            <a:cubicBezTo>
                              <a:pt x="46734" y="34683"/>
                              <a:pt x="45019" y="19443"/>
                              <a:pt x="31970" y="8013"/>
                            </a:cubicBezTo>
                            <a:cubicBezTo>
                              <a:pt x="20064" y="-2179"/>
                              <a:pt x="5871" y="-2464"/>
                              <a:pt x="2061" y="610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68" name="Forme libre : forme 11567">
                        <a:extLst>
                          <a:ext uri="{FF2B5EF4-FFF2-40B4-BE49-F238E27FC236}">
                            <a16:creationId xmlns:a16="http://schemas.microsoft.com/office/drawing/2014/main" id="{8CDD7F2B-2F65-44C9-B058-BE4CC7EFB2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82093" y="2816230"/>
                        <a:ext cx="32705" cy="25318"/>
                      </a:xfrm>
                      <a:custGeom>
                        <a:avLst/>
                        <a:gdLst>
                          <a:gd name="connsiteX0" fmla="*/ 5167 w 32705"/>
                          <a:gd name="connsiteY0" fmla="*/ 1074 h 25318"/>
                          <a:gd name="connsiteX1" fmla="*/ 785 w 32705"/>
                          <a:gd name="connsiteY1" fmla="*/ 121 h 25318"/>
                          <a:gd name="connsiteX2" fmla="*/ 976 w 32705"/>
                          <a:gd name="connsiteY2" fmla="*/ 3836 h 25318"/>
                          <a:gd name="connsiteX3" fmla="*/ 5738 w 32705"/>
                          <a:gd name="connsiteY3" fmla="*/ 9170 h 25318"/>
                          <a:gd name="connsiteX4" fmla="*/ 19168 w 32705"/>
                          <a:gd name="connsiteY4" fmla="*/ 20600 h 25318"/>
                          <a:gd name="connsiteX5" fmla="*/ 24597 w 32705"/>
                          <a:gd name="connsiteY5" fmla="*/ 24124 h 25318"/>
                          <a:gd name="connsiteX6" fmla="*/ 28312 w 32705"/>
                          <a:gd name="connsiteY6" fmla="*/ 15647 h 25318"/>
                          <a:gd name="connsiteX7" fmla="*/ 5167 w 32705"/>
                          <a:gd name="connsiteY7" fmla="*/ 1074 h 253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2705" h="25318">
                            <a:moveTo>
                              <a:pt x="5167" y="1074"/>
                            </a:moveTo>
                            <a:cubicBezTo>
                              <a:pt x="3357" y="312"/>
                              <a:pt x="2023" y="-260"/>
                              <a:pt x="785" y="121"/>
                            </a:cubicBezTo>
                            <a:cubicBezTo>
                              <a:pt x="-548" y="502"/>
                              <a:pt x="23" y="2122"/>
                              <a:pt x="976" y="3836"/>
                            </a:cubicBezTo>
                            <a:cubicBezTo>
                              <a:pt x="2023" y="5550"/>
                              <a:pt x="4024" y="7646"/>
                              <a:pt x="5738" y="9170"/>
                            </a:cubicBezTo>
                            <a:cubicBezTo>
                              <a:pt x="10024" y="13075"/>
                              <a:pt x="14596" y="17266"/>
                              <a:pt x="19168" y="20600"/>
                            </a:cubicBezTo>
                            <a:cubicBezTo>
                              <a:pt x="21073" y="21933"/>
                              <a:pt x="22693" y="23362"/>
                              <a:pt x="24597" y="24124"/>
                            </a:cubicBezTo>
                            <a:cubicBezTo>
                              <a:pt x="32218" y="27458"/>
                              <a:pt x="36409" y="23553"/>
                              <a:pt x="28312" y="15647"/>
                            </a:cubicBezTo>
                            <a:cubicBezTo>
                              <a:pt x="21930" y="9646"/>
                              <a:pt x="12501" y="4312"/>
                              <a:pt x="5167" y="107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69" name="Forme libre : forme 11568">
                        <a:extLst>
                          <a:ext uri="{FF2B5EF4-FFF2-40B4-BE49-F238E27FC236}">
                            <a16:creationId xmlns:a16="http://schemas.microsoft.com/office/drawing/2014/main" id="{22361E93-58CC-4F0A-BEB4-CDA8420F2A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0310" y="2914078"/>
                        <a:ext cx="60293" cy="26120"/>
                      </a:xfrm>
                      <a:custGeom>
                        <a:avLst/>
                        <a:gdLst>
                          <a:gd name="connsiteX0" fmla="*/ 60293 w 60293"/>
                          <a:gd name="connsiteY0" fmla="*/ 25813 h 26120"/>
                          <a:gd name="connsiteX1" fmla="*/ 0 w 60293"/>
                          <a:gd name="connsiteY1" fmla="*/ 0 h 26120"/>
                          <a:gd name="connsiteX2" fmla="*/ 60293 w 60293"/>
                          <a:gd name="connsiteY2" fmla="*/ 25813 h 261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0293" h="26120">
                            <a:moveTo>
                              <a:pt x="60293" y="25813"/>
                            </a:moveTo>
                            <a:cubicBezTo>
                              <a:pt x="44101" y="28670"/>
                              <a:pt x="16954" y="10954"/>
                              <a:pt x="0" y="0"/>
                            </a:cubicBezTo>
                            <a:cubicBezTo>
                              <a:pt x="18383" y="12002"/>
                              <a:pt x="42101" y="21336"/>
                              <a:pt x="60293" y="2581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70" name="Forme libre : forme 11569">
                        <a:extLst>
                          <a:ext uri="{FF2B5EF4-FFF2-40B4-BE49-F238E27FC236}">
                            <a16:creationId xmlns:a16="http://schemas.microsoft.com/office/drawing/2014/main" id="{01A173D3-7939-4CA3-970D-1B49953A8A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52684" y="2783585"/>
                        <a:ext cx="65150" cy="32385"/>
                      </a:xfrm>
                      <a:custGeom>
                        <a:avLst/>
                        <a:gdLst>
                          <a:gd name="connsiteX0" fmla="*/ 65151 w 65150"/>
                          <a:gd name="connsiteY0" fmla="*/ 32385 h 32385"/>
                          <a:gd name="connsiteX1" fmla="*/ 33052 w 65150"/>
                          <a:gd name="connsiteY1" fmla="*/ 10668 h 32385"/>
                          <a:gd name="connsiteX2" fmla="*/ 0 w 65150"/>
                          <a:gd name="connsiteY2" fmla="*/ 0 h 32385"/>
                          <a:gd name="connsiteX3" fmla="*/ 65151 w 65150"/>
                          <a:gd name="connsiteY3" fmla="*/ 32385 h 323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5150" h="32385">
                            <a:moveTo>
                              <a:pt x="65151" y="32385"/>
                            </a:moveTo>
                            <a:cubicBezTo>
                              <a:pt x="55436" y="22955"/>
                              <a:pt x="44482" y="15812"/>
                              <a:pt x="33052" y="10668"/>
                            </a:cubicBezTo>
                            <a:cubicBezTo>
                              <a:pt x="21812" y="5429"/>
                              <a:pt x="10573" y="1905"/>
                              <a:pt x="0" y="0"/>
                            </a:cubicBezTo>
                            <a:cubicBezTo>
                              <a:pt x="19717" y="2762"/>
                              <a:pt x="46291" y="18669"/>
                              <a:pt x="65151" y="3238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71" name="Forme libre : forme 11570">
                        <a:extLst>
                          <a:ext uri="{FF2B5EF4-FFF2-40B4-BE49-F238E27FC236}">
                            <a16:creationId xmlns:a16="http://schemas.microsoft.com/office/drawing/2014/main" id="{30298C87-60CE-49B4-8DB3-89473E4307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9441" y="2863199"/>
                        <a:ext cx="22452" cy="28991"/>
                      </a:xfrm>
                      <a:custGeom>
                        <a:avLst/>
                        <a:gdLst>
                          <a:gd name="connsiteX0" fmla="*/ 21254 w 22452"/>
                          <a:gd name="connsiteY0" fmla="*/ 28971 h 28991"/>
                          <a:gd name="connsiteX1" fmla="*/ 6395 w 22452"/>
                          <a:gd name="connsiteY1" fmla="*/ 14398 h 28991"/>
                          <a:gd name="connsiteX2" fmla="*/ 1442 w 22452"/>
                          <a:gd name="connsiteY2" fmla="*/ 15 h 28991"/>
                          <a:gd name="connsiteX3" fmla="*/ 15538 w 22452"/>
                          <a:gd name="connsiteY3" fmla="*/ 13826 h 28991"/>
                          <a:gd name="connsiteX4" fmla="*/ 21254 w 22452"/>
                          <a:gd name="connsiteY4" fmla="*/ 28971 h 28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452" h="28991">
                            <a:moveTo>
                              <a:pt x="21254" y="28971"/>
                            </a:moveTo>
                            <a:cubicBezTo>
                              <a:pt x="17062" y="29543"/>
                              <a:pt x="8871" y="17922"/>
                              <a:pt x="6395" y="14398"/>
                            </a:cubicBezTo>
                            <a:cubicBezTo>
                              <a:pt x="3823" y="10874"/>
                              <a:pt x="-2940" y="587"/>
                              <a:pt x="1442" y="15"/>
                            </a:cubicBezTo>
                            <a:cubicBezTo>
                              <a:pt x="5918" y="-461"/>
                              <a:pt x="13253" y="10302"/>
                              <a:pt x="15538" y="13826"/>
                            </a:cubicBezTo>
                            <a:cubicBezTo>
                              <a:pt x="17825" y="17160"/>
                              <a:pt x="25349" y="28400"/>
                              <a:pt x="21254" y="2897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72" name="Forme libre : forme 11571">
                        <a:extLst>
                          <a:ext uri="{FF2B5EF4-FFF2-40B4-BE49-F238E27FC236}">
                            <a16:creationId xmlns:a16="http://schemas.microsoft.com/office/drawing/2014/main" id="{E6072635-1DAE-4FB6-AA33-A8E2A1C201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38201" y="2887841"/>
                        <a:ext cx="6980" cy="8173"/>
                      </a:xfrm>
                      <a:custGeom>
                        <a:avLst/>
                        <a:gdLst>
                          <a:gd name="connsiteX0" fmla="*/ 6780 w 6980"/>
                          <a:gd name="connsiteY0" fmla="*/ 7854 h 8173"/>
                          <a:gd name="connsiteX1" fmla="*/ 2494 w 6980"/>
                          <a:gd name="connsiteY1" fmla="*/ 5473 h 8173"/>
                          <a:gd name="connsiteX2" fmla="*/ 208 w 6980"/>
                          <a:gd name="connsiteY2" fmla="*/ 329 h 8173"/>
                          <a:gd name="connsiteX3" fmla="*/ 4399 w 6980"/>
                          <a:gd name="connsiteY3" fmla="*/ 2615 h 8173"/>
                          <a:gd name="connsiteX4" fmla="*/ 6780 w 6980"/>
                          <a:gd name="connsiteY4" fmla="*/ 7854 h 81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980" h="8173">
                            <a:moveTo>
                              <a:pt x="6780" y="7854"/>
                            </a:moveTo>
                            <a:cubicBezTo>
                              <a:pt x="6018" y="8997"/>
                              <a:pt x="3637" y="6806"/>
                              <a:pt x="2494" y="5473"/>
                            </a:cubicBezTo>
                            <a:cubicBezTo>
                              <a:pt x="1351" y="4234"/>
                              <a:pt x="-650" y="1472"/>
                              <a:pt x="208" y="329"/>
                            </a:cubicBezTo>
                            <a:cubicBezTo>
                              <a:pt x="1065" y="-814"/>
                              <a:pt x="3256" y="1282"/>
                              <a:pt x="4399" y="2615"/>
                            </a:cubicBezTo>
                            <a:cubicBezTo>
                              <a:pt x="5542" y="3949"/>
                              <a:pt x="7637" y="6616"/>
                              <a:pt x="6780" y="785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73" name="Forme libre : forme 11572">
                        <a:extLst>
                          <a:ext uri="{FF2B5EF4-FFF2-40B4-BE49-F238E27FC236}">
                            <a16:creationId xmlns:a16="http://schemas.microsoft.com/office/drawing/2014/main" id="{0B3DBEEA-07CD-4C3B-8AD0-DC58389E72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34234" y="2849022"/>
                        <a:ext cx="40757" cy="83663"/>
                      </a:xfrm>
                      <a:custGeom>
                        <a:avLst/>
                        <a:gdLst>
                          <a:gd name="connsiteX0" fmla="*/ 37512 w 40757"/>
                          <a:gd name="connsiteY0" fmla="*/ 55817 h 83663"/>
                          <a:gd name="connsiteX1" fmla="*/ 40083 w 40757"/>
                          <a:gd name="connsiteY1" fmla="*/ 81630 h 83663"/>
                          <a:gd name="connsiteX2" fmla="*/ 31701 w 40757"/>
                          <a:gd name="connsiteY2" fmla="*/ 80772 h 83663"/>
                          <a:gd name="connsiteX3" fmla="*/ 27510 w 40757"/>
                          <a:gd name="connsiteY3" fmla="*/ 70581 h 83663"/>
                          <a:gd name="connsiteX4" fmla="*/ 17128 w 40757"/>
                          <a:gd name="connsiteY4" fmla="*/ 38577 h 83663"/>
                          <a:gd name="connsiteX5" fmla="*/ 2650 w 40757"/>
                          <a:gd name="connsiteY5" fmla="*/ 0 h 83663"/>
                          <a:gd name="connsiteX6" fmla="*/ 32654 w 40757"/>
                          <a:gd name="connsiteY6" fmla="*/ 33338 h 83663"/>
                          <a:gd name="connsiteX7" fmla="*/ 37512 w 40757"/>
                          <a:gd name="connsiteY7" fmla="*/ 55817 h 836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757" h="83663">
                            <a:moveTo>
                              <a:pt x="37512" y="55817"/>
                            </a:moveTo>
                            <a:cubicBezTo>
                              <a:pt x="39988" y="65913"/>
                              <a:pt x="41798" y="73153"/>
                              <a:pt x="40083" y="81630"/>
                            </a:cubicBezTo>
                            <a:cubicBezTo>
                              <a:pt x="39512" y="84773"/>
                              <a:pt x="34749" y="84106"/>
                              <a:pt x="31701" y="80772"/>
                            </a:cubicBezTo>
                            <a:cubicBezTo>
                              <a:pt x="28653" y="77344"/>
                              <a:pt x="28177" y="74010"/>
                              <a:pt x="27510" y="70581"/>
                            </a:cubicBezTo>
                            <a:cubicBezTo>
                              <a:pt x="25510" y="59818"/>
                              <a:pt x="21795" y="49626"/>
                              <a:pt x="17128" y="38577"/>
                            </a:cubicBezTo>
                            <a:cubicBezTo>
                              <a:pt x="14366" y="31623"/>
                              <a:pt x="-7446" y="0"/>
                              <a:pt x="2650" y="0"/>
                            </a:cubicBezTo>
                            <a:cubicBezTo>
                              <a:pt x="13032" y="-95"/>
                              <a:pt x="28748" y="24194"/>
                              <a:pt x="32654" y="33338"/>
                            </a:cubicBezTo>
                            <a:cubicBezTo>
                              <a:pt x="36654" y="42482"/>
                              <a:pt x="35702" y="48197"/>
                              <a:pt x="37512" y="5581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33" name="Graphique 1">
                      <a:extLst>
                        <a:ext uri="{FF2B5EF4-FFF2-40B4-BE49-F238E27FC236}">
                          <a16:creationId xmlns:a16="http://schemas.microsoft.com/office/drawing/2014/main" id="{6428A842-C0A1-410C-BA03-6190406444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73382" y="2936331"/>
                      <a:ext cx="143151" cy="165799"/>
                      <a:chOff x="3273382" y="2936331"/>
                      <a:chExt cx="143151" cy="165799"/>
                    </a:xfrm>
                    <a:solidFill>
                      <a:schemeClr val="accent1"/>
                    </a:solidFill>
                  </p:grpSpPr>
                  <p:sp>
                    <p:nvSpPr>
                      <p:cNvPr id="11550" name="Forme libre : forme 11549">
                        <a:extLst>
                          <a:ext uri="{FF2B5EF4-FFF2-40B4-BE49-F238E27FC236}">
                            <a16:creationId xmlns:a16="http://schemas.microsoft.com/office/drawing/2014/main" id="{3B323463-68DC-4270-BF68-E5EF043D2B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73382" y="2936331"/>
                        <a:ext cx="143151" cy="165799"/>
                      </a:xfrm>
                      <a:custGeom>
                        <a:avLst/>
                        <a:gdLst>
                          <a:gd name="connsiteX0" fmla="*/ 65801 w 143151"/>
                          <a:gd name="connsiteY0" fmla="*/ 135958 h 165799"/>
                          <a:gd name="connsiteX1" fmla="*/ 20081 w 143151"/>
                          <a:gd name="connsiteY1" fmla="*/ 82141 h 165799"/>
                          <a:gd name="connsiteX2" fmla="*/ 555 w 143151"/>
                          <a:gd name="connsiteY2" fmla="*/ 13085 h 165799"/>
                          <a:gd name="connsiteX3" fmla="*/ 17795 w 143151"/>
                          <a:gd name="connsiteY3" fmla="*/ 226 h 165799"/>
                          <a:gd name="connsiteX4" fmla="*/ 79422 w 143151"/>
                          <a:gd name="connsiteY4" fmla="*/ 35564 h 165799"/>
                          <a:gd name="connsiteX5" fmla="*/ 120665 w 143151"/>
                          <a:gd name="connsiteY5" fmla="*/ 84428 h 165799"/>
                          <a:gd name="connsiteX6" fmla="*/ 143144 w 143151"/>
                          <a:gd name="connsiteY6" fmla="*/ 147864 h 165799"/>
                          <a:gd name="connsiteX7" fmla="*/ 131905 w 143151"/>
                          <a:gd name="connsiteY7" fmla="*/ 165771 h 165799"/>
                          <a:gd name="connsiteX8" fmla="*/ 65801 w 143151"/>
                          <a:gd name="connsiteY8" fmla="*/ 135958 h 1657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3151" h="165799">
                            <a:moveTo>
                              <a:pt x="65801" y="135958"/>
                            </a:moveTo>
                            <a:cubicBezTo>
                              <a:pt x="53704" y="123861"/>
                              <a:pt x="30463" y="96048"/>
                              <a:pt x="20081" y="82141"/>
                            </a:cubicBezTo>
                            <a:cubicBezTo>
                              <a:pt x="841" y="55948"/>
                              <a:pt x="-1350" y="36326"/>
                              <a:pt x="555" y="13085"/>
                            </a:cubicBezTo>
                            <a:cubicBezTo>
                              <a:pt x="1222" y="5084"/>
                              <a:pt x="10080" y="-1297"/>
                              <a:pt x="17795" y="226"/>
                            </a:cubicBezTo>
                            <a:cubicBezTo>
                              <a:pt x="40274" y="4608"/>
                              <a:pt x="59134" y="13466"/>
                              <a:pt x="79422" y="35564"/>
                            </a:cubicBezTo>
                            <a:cubicBezTo>
                              <a:pt x="90280" y="47375"/>
                              <a:pt x="110569" y="71949"/>
                              <a:pt x="120665" y="84428"/>
                            </a:cubicBezTo>
                            <a:cubicBezTo>
                              <a:pt x="139429" y="108049"/>
                              <a:pt x="142096" y="126528"/>
                              <a:pt x="143144" y="147864"/>
                            </a:cubicBezTo>
                            <a:cubicBezTo>
                              <a:pt x="143335" y="155103"/>
                              <a:pt x="139811" y="164914"/>
                              <a:pt x="131905" y="165771"/>
                            </a:cubicBezTo>
                            <a:cubicBezTo>
                              <a:pt x="108854" y="166342"/>
                              <a:pt x="88185" y="158532"/>
                              <a:pt x="65801" y="13595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51" name="Forme libre : forme 11550">
                        <a:extLst>
                          <a:ext uri="{FF2B5EF4-FFF2-40B4-BE49-F238E27FC236}">
                            <a16:creationId xmlns:a16="http://schemas.microsoft.com/office/drawing/2014/main" id="{F243185F-FDB3-4122-88AD-79CBC1F6AD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73460" y="2940748"/>
                        <a:ext cx="132111" cy="161255"/>
                      </a:xfrm>
                      <a:custGeom>
                        <a:avLst/>
                        <a:gdLst>
                          <a:gd name="connsiteX0" fmla="*/ 47720 w 132111"/>
                          <a:gd name="connsiteY0" fmla="*/ 68771 h 161255"/>
                          <a:gd name="connsiteX1" fmla="*/ 4953 w 132111"/>
                          <a:gd name="connsiteY1" fmla="*/ 0 h 161255"/>
                          <a:gd name="connsiteX2" fmla="*/ 571 w 132111"/>
                          <a:gd name="connsiteY2" fmla="*/ 8573 h 161255"/>
                          <a:gd name="connsiteX3" fmla="*/ 0 w 132111"/>
                          <a:gd name="connsiteY3" fmla="*/ 20288 h 161255"/>
                          <a:gd name="connsiteX4" fmla="*/ 6287 w 132111"/>
                          <a:gd name="connsiteY4" fmla="*/ 53721 h 161255"/>
                          <a:gd name="connsiteX5" fmla="*/ 20098 w 132111"/>
                          <a:gd name="connsiteY5" fmla="*/ 77629 h 161255"/>
                          <a:gd name="connsiteX6" fmla="*/ 26956 w 132111"/>
                          <a:gd name="connsiteY6" fmla="*/ 86582 h 161255"/>
                          <a:gd name="connsiteX7" fmla="*/ 62103 w 132111"/>
                          <a:gd name="connsiteY7" fmla="*/ 127635 h 161255"/>
                          <a:gd name="connsiteX8" fmla="*/ 65722 w 132111"/>
                          <a:gd name="connsiteY8" fmla="*/ 131445 h 161255"/>
                          <a:gd name="connsiteX9" fmla="*/ 89059 w 132111"/>
                          <a:gd name="connsiteY9" fmla="*/ 150114 h 161255"/>
                          <a:gd name="connsiteX10" fmla="*/ 120872 w 132111"/>
                          <a:gd name="connsiteY10" fmla="*/ 160782 h 161255"/>
                          <a:gd name="connsiteX11" fmla="*/ 131731 w 132111"/>
                          <a:gd name="connsiteY11" fmla="*/ 161163 h 161255"/>
                          <a:gd name="connsiteX12" fmla="*/ 132112 w 132111"/>
                          <a:gd name="connsiteY12" fmla="*/ 161068 h 161255"/>
                          <a:gd name="connsiteX13" fmla="*/ 88678 w 132111"/>
                          <a:gd name="connsiteY13" fmla="*/ 114871 h 161255"/>
                          <a:gd name="connsiteX14" fmla="*/ 47720 w 132111"/>
                          <a:gd name="connsiteY14" fmla="*/ 68771 h 1612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32111" h="161255">
                            <a:moveTo>
                              <a:pt x="47720" y="68771"/>
                            </a:moveTo>
                            <a:cubicBezTo>
                              <a:pt x="28575" y="48101"/>
                              <a:pt x="10096" y="23908"/>
                              <a:pt x="4953" y="0"/>
                            </a:cubicBezTo>
                            <a:cubicBezTo>
                              <a:pt x="2572" y="2286"/>
                              <a:pt x="857" y="5239"/>
                              <a:pt x="571" y="8573"/>
                            </a:cubicBezTo>
                            <a:cubicBezTo>
                              <a:pt x="286" y="12573"/>
                              <a:pt x="95" y="16478"/>
                              <a:pt x="0" y="20288"/>
                            </a:cubicBezTo>
                            <a:cubicBezTo>
                              <a:pt x="0" y="31337"/>
                              <a:pt x="1524" y="42101"/>
                              <a:pt x="6287" y="53721"/>
                            </a:cubicBezTo>
                            <a:cubicBezTo>
                              <a:pt x="9430" y="61246"/>
                              <a:pt x="13811" y="69056"/>
                              <a:pt x="20098" y="77629"/>
                            </a:cubicBezTo>
                            <a:cubicBezTo>
                              <a:pt x="22098" y="80201"/>
                              <a:pt x="24384" y="83249"/>
                              <a:pt x="26956" y="86582"/>
                            </a:cubicBezTo>
                            <a:cubicBezTo>
                              <a:pt x="37243" y="99536"/>
                              <a:pt x="52006" y="116967"/>
                              <a:pt x="62103" y="127635"/>
                            </a:cubicBezTo>
                            <a:cubicBezTo>
                              <a:pt x="63437" y="128969"/>
                              <a:pt x="64675" y="130302"/>
                              <a:pt x="65722" y="131445"/>
                            </a:cubicBezTo>
                            <a:cubicBezTo>
                              <a:pt x="73533" y="139446"/>
                              <a:pt x="81439" y="145542"/>
                              <a:pt x="89059" y="150114"/>
                            </a:cubicBezTo>
                            <a:cubicBezTo>
                              <a:pt x="99441" y="156305"/>
                              <a:pt x="110490" y="159449"/>
                              <a:pt x="120872" y="160782"/>
                            </a:cubicBezTo>
                            <a:cubicBezTo>
                              <a:pt x="124587" y="161258"/>
                              <a:pt x="128206" y="161354"/>
                              <a:pt x="131731" y="161163"/>
                            </a:cubicBezTo>
                            <a:lnTo>
                              <a:pt x="132112" y="161068"/>
                            </a:lnTo>
                            <a:cubicBezTo>
                              <a:pt x="115824" y="146304"/>
                              <a:pt x="102584" y="130683"/>
                              <a:pt x="88678" y="114871"/>
                            </a:cubicBezTo>
                            <a:cubicBezTo>
                              <a:pt x="75057" y="99251"/>
                              <a:pt x="61531" y="83534"/>
                              <a:pt x="47720" y="6877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52" name="Forme libre : forme 11551">
                        <a:extLst>
                          <a:ext uri="{FF2B5EF4-FFF2-40B4-BE49-F238E27FC236}">
                            <a16:creationId xmlns:a16="http://schemas.microsoft.com/office/drawing/2014/main" id="{8CB66B41-FB18-468B-978F-2466D36E7D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21152" y="2995167"/>
                        <a:ext cx="64961" cy="75611"/>
                      </a:xfrm>
                      <a:custGeom>
                        <a:avLst/>
                        <a:gdLst>
                          <a:gd name="connsiteX0" fmla="*/ 63655 w 64961"/>
                          <a:gd name="connsiteY0" fmla="*/ 74359 h 75611"/>
                          <a:gd name="connsiteX1" fmla="*/ 21269 w 64961"/>
                          <a:gd name="connsiteY1" fmla="*/ 45117 h 75611"/>
                          <a:gd name="connsiteX2" fmla="*/ 2029 w 64961"/>
                          <a:gd name="connsiteY2" fmla="*/ 1302 h 75611"/>
                          <a:gd name="connsiteX3" fmla="*/ 39938 w 64961"/>
                          <a:gd name="connsiteY3" fmla="*/ 28830 h 75611"/>
                          <a:gd name="connsiteX4" fmla="*/ 63655 w 64961"/>
                          <a:gd name="connsiteY4" fmla="*/ 74359 h 756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961" h="75611">
                            <a:moveTo>
                              <a:pt x="63655" y="74359"/>
                            </a:moveTo>
                            <a:cubicBezTo>
                              <a:pt x="56416" y="81693"/>
                              <a:pt x="29461" y="54833"/>
                              <a:pt x="21269" y="45117"/>
                            </a:cubicBezTo>
                            <a:cubicBezTo>
                              <a:pt x="12982" y="35497"/>
                              <a:pt x="-6258" y="8636"/>
                              <a:pt x="2029" y="1302"/>
                            </a:cubicBezTo>
                            <a:cubicBezTo>
                              <a:pt x="10315" y="-6032"/>
                              <a:pt x="32604" y="19590"/>
                              <a:pt x="39938" y="28830"/>
                            </a:cubicBezTo>
                            <a:cubicBezTo>
                              <a:pt x="47272" y="38164"/>
                              <a:pt x="70704" y="67311"/>
                              <a:pt x="63655" y="7435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53" name="Forme libre : forme 11552">
                        <a:extLst>
                          <a:ext uri="{FF2B5EF4-FFF2-40B4-BE49-F238E27FC236}">
                            <a16:creationId xmlns:a16="http://schemas.microsoft.com/office/drawing/2014/main" id="{980421D2-ED38-4A0F-AACF-784AD2B203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21500" y="2994457"/>
                        <a:ext cx="35971" cy="60686"/>
                      </a:xfrm>
                      <a:custGeom>
                        <a:avLst/>
                        <a:gdLst>
                          <a:gd name="connsiteX0" fmla="*/ 22160 w 35971"/>
                          <a:gd name="connsiteY0" fmla="*/ 11062 h 60686"/>
                          <a:gd name="connsiteX1" fmla="*/ 1396 w 35971"/>
                          <a:gd name="connsiteY1" fmla="*/ 1727 h 60686"/>
                          <a:gd name="connsiteX2" fmla="*/ 21303 w 35971"/>
                          <a:gd name="connsiteY2" fmla="*/ 46304 h 60686"/>
                          <a:gd name="connsiteX3" fmla="*/ 35971 w 35971"/>
                          <a:gd name="connsiteY3" fmla="*/ 60687 h 60686"/>
                          <a:gd name="connsiteX4" fmla="*/ 29304 w 35971"/>
                          <a:gd name="connsiteY4" fmla="*/ 51924 h 60686"/>
                          <a:gd name="connsiteX5" fmla="*/ 22160 w 35971"/>
                          <a:gd name="connsiteY5" fmla="*/ 11062 h 606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5971" h="60686">
                            <a:moveTo>
                              <a:pt x="22160" y="11062"/>
                            </a:moveTo>
                            <a:cubicBezTo>
                              <a:pt x="16826" y="7728"/>
                              <a:pt x="5206" y="-4464"/>
                              <a:pt x="1396" y="1727"/>
                            </a:cubicBezTo>
                            <a:cubicBezTo>
                              <a:pt x="-4796" y="11538"/>
                              <a:pt x="11016" y="34112"/>
                              <a:pt x="21303" y="46304"/>
                            </a:cubicBezTo>
                            <a:cubicBezTo>
                              <a:pt x="24256" y="49923"/>
                              <a:pt x="31780" y="57353"/>
                              <a:pt x="35971" y="60687"/>
                            </a:cubicBezTo>
                            <a:cubicBezTo>
                              <a:pt x="34066" y="58305"/>
                              <a:pt x="30733" y="54496"/>
                              <a:pt x="29304" y="51924"/>
                            </a:cubicBezTo>
                            <a:cubicBezTo>
                              <a:pt x="21494" y="37446"/>
                              <a:pt x="13492" y="19539"/>
                              <a:pt x="22160" y="1106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54" name="Forme libre : forme 11553">
                        <a:extLst>
                          <a:ext uri="{FF2B5EF4-FFF2-40B4-BE49-F238E27FC236}">
                            <a16:creationId xmlns:a16="http://schemas.microsoft.com/office/drawing/2014/main" id="{DD4A8B5B-14CD-46AB-8921-624C17196F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22242" y="3000623"/>
                        <a:ext cx="66174" cy="75058"/>
                      </a:xfrm>
                      <a:custGeom>
                        <a:avLst/>
                        <a:gdLst>
                          <a:gd name="connsiteX0" fmla="*/ 64185 w 66174"/>
                          <a:gd name="connsiteY0" fmla="*/ 74428 h 75058"/>
                          <a:gd name="connsiteX1" fmla="*/ 42373 w 66174"/>
                          <a:gd name="connsiteY1" fmla="*/ 65474 h 75058"/>
                          <a:gd name="connsiteX2" fmla="*/ 20942 w 66174"/>
                          <a:gd name="connsiteY2" fmla="*/ 45091 h 75058"/>
                          <a:gd name="connsiteX3" fmla="*/ 1987 w 66174"/>
                          <a:gd name="connsiteY3" fmla="*/ 1466 h 75058"/>
                          <a:gd name="connsiteX4" fmla="*/ 39801 w 66174"/>
                          <a:gd name="connsiteY4" fmla="*/ 28898 h 75058"/>
                          <a:gd name="connsiteX5" fmla="*/ 57994 w 66174"/>
                          <a:gd name="connsiteY5" fmla="*/ 53187 h 75058"/>
                          <a:gd name="connsiteX6" fmla="*/ 64185 w 66174"/>
                          <a:gd name="connsiteY6" fmla="*/ 74428 h 750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6174" h="75058">
                            <a:moveTo>
                              <a:pt x="64185" y="74428"/>
                            </a:moveTo>
                            <a:cubicBezTo>
                              <a:pt x="59518" y="76809"/>
                              <a:pt x="50945" y="72142"/>
                              <a:pt x="42373" y="65474"/>
                            </a:cubicBezTo>
                            <a:cubicBezTo>
                              <a:pt x="33991" y="58712"/>
                              <a:pt x="25514" y="50139"/>
                              <a:pt x="20942" y="45091"/>
                            </a:cubicBezTo>
                            <a:cubicBezTo>
                              <a:pt x="11702" y="34899"/>
                              <a:pt x="-5919" y="9563"/>
                              <a:pt x="1987" y="1466"/>
                            </a:cubicBezTo>
                            <a:cubicBezTo>
                              <a:pt x="9797" y="-6535"/>
                              <a:pt x="32848" y="20421"/>
                              <a:pt x="39801" y="28898"/>
                            </a:cubicBezTo>
                            <a:cubicBezTo>
                              <a:pt x="43325" y="33089"/>
                              <a:pt x="51708" y="43376"/>
                              <a:pt x="57994" y="53187"/>
                            </a:cubicBezTo>
                            <a:cubicBezTo>
                              <a:pt x="64471" y="62807"/>
                              <a:pt x="68948" y="72047"/>
                              <a:pt x="64185" y="7442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55" name="Forme libre : forme 11554">
                        <a:extLst>
                          <a:ext uri="{FF2B5EF4-FFF2-40B4-BE49-F238E27FC236}">
                            <a16:creationId xmlns:a16="http://schemas.microsoft.com/office/drawing/2014/main" id="{C999573B-AEF8-409A-A870-A3223D2B9C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91788" y="2957332"/>
                        <a:ext cx="69232" cy="107052"/>
                      </a:xfrm>
                      <a:custGeom>
                        <a:avLst/>
                        <a:gdLst>
                          <a:gd name="connsiteX0" fmla="*/ 2723 w 69232"/>
                          <a:gd name="connsiteY0" fmla="*/ 5323 h 107052"/>
                          <a:gd name="connsiteX1" fmla="*/ 913 w 69232"/>
                          <a:gd name="connsiteY1" fmla="*/ 22373 h 107052"/>
                          <a:gd name="connsiteX2" fmla="*/ 15962 w 69232"/>
                          <a:gd name="connsiteY2" fmla="*/ 66569 h 107052"/>
                          <a:gd name="connsiteX3" fmla="*/ 47681 w 69232"/>
                          <a:gd name="connsiteY3" fmla="*/ 100669 h 107052"/>
                          <a:gd name="connsiteX4" fmla="*/ 68826 w 69232"/>
                          <a:gd name="connsiteY4" fmla="*/ 104002 h 107052"/>
                          <a:gd name="connsiteX5" fmla="*/ 63397 w 69232"/>
                          <a:gd name="connsiteY5" fmla="*/ 88953 h 107052"/>
                          <a:gd name="connsiteX6" fmla="*/ 48062 w 69232"/>
                          <a:gd name="connsiteY6" fmla="*/ 48948 h 107052"/>
                          <a:gd name="connsiteX7" fmla="*/ 32250 w 69232"/>
                          <a:gd name="connsiteY7" fmla="*/ 9324 h 107052"/>
                          <a:gd name="connsiteX8" fmla="*/ 2723 w 69232"/>
                          <a:gd name="connsiteY8" fmla="*/ 5323 h 107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9232" h="107052">
                            <a:moveTo>
                              <a:pt x="2723" y="5323"/>
                            </a:moveTo>
                            <a:cubicBezTo>
                              <a:pt x="-516" y="11229"/>
                              <a:pt x="-516" y="14372"/>
                              <a:pt x="913" y="22373"/>
                            </a:cubicBezTo>
                            <a:cubicBezTo>
                              <a:pt x="3675" y="37708"/>
                              <a:pt x="6056" y="50377"/>
                              <a:pt x="15962" y="66569"/>
                            </a:cubicBezTo>
                            <a:cubicBezTo>
                              <a:pt x="24154" y="79999"/>
                              <a:pt x="36346" y="93049"/>
                              <a:pt x="47681" y="100669"/>
                            </a:cubicBezTo>
                            <a:cubicBezTo>
                              <a:pt x="56158" y="106384"/>
                              <a:pt x="65969" y="109908"/>
                              <a:pt x="68826" y="104002"/>
                            </a:cubicBezTo>
                            <a:cubicBezTo>
                              <a:pt x="70636" y="100383"/>
                              <a:pt x="65969" y="94573"/>
                              <a:pt x="63397" y="88953"/>
                            </a:cubicBezTo>
                            <a:cubicBezTo>
                              <a:pt x="57396" y="75808"/>
                              <a:pt x="51300" y="63521"/>
                              <a:pt x="48062" y="48948"/>
                            </a:cubicBezTo>
                            <a:cubicBezTo>
                              <a:pt x="45299" y="36470"/>
                              <a:pt x="44442" y="21421"/>
                              <a:pt x="32250" y="9324"/>
                            </a:cubicBezTo>
                            <a:cubicBezTo>
                              <a:pt x="21487" y="-1535"/>
                              <a:pt x="7295" y="-2963"/>
                              <a:pt x="2723" y="532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56" name="Forme libre : forme 11555">
                        <a:extLst>
                          <a:ext uri="{FF2B5EF4-FFF2-40B4-BE49-F238E27FC236}">
                            <a16:creationId xmlns:a16="http://schemas.microsoft.com/office/drawing/2014/main" id="{9CDE5B54-3959-440B-BD7B-82B9B3A209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16984" y="2973542"/>
                        <a:ext cx="31164" cy="26708"/>
                      </a:xfrm>
                      <a:custGeom>
                        <a:avLst/>
                        <a:gdLst>
                          <a:gd name="connsiteX0" fmla="*/ 5149 w 31164"/>
                          <a:gd name="connsiteY0" fmla="*/ 1305 h 26708"/>
                          <a:gd name="connsiteX1" fmla="*/ 863 w 31164"/>
                          <a:gd name="connsiteY1" fmla="*/ 67 h 26708"/>
                          <a:gd name="connsiteX2" fmla="*/ 863 w 31164"/>
                          <a:gd name="connsiteY2" fmla="*/ 3782 h 26708"/>
                          <a:gd name="connsiteX3" fmla="*/ 5245 w 31164"/>
                          <a:gd name="connsiteY3" fmla="*/ 9402 h 26708"/>
                          <a:gd name="connsiteX4" fmla="*/ 17913 w 31164"/>
                          <a:gd name="connsiteY4" fmla="*/ 21498 h 26708"/>
                          <a:gd name="connsiteX5" fmla="*/ 23056 w 31164"/>
                          <a:gd name="connsiteY5" fmla="*/ 25308 h 26708"/>
                          <a:gd name="connsiteX6" fmla="*/ 27152 w 31164"/>
                          <a:gd name="connsiteY6" fmla="*/ 17022 h 26708"/>
                          <a:gd name="connsiteX7" fmla="*/ 5149 w 31164"/>
                          <a:gd name="connsiteY7" fmla="*/ 1305 h 267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1164" h="26708">
                            <a:moveTo>
                              <a:pt x="5149" y="1305"/>
                            </a:moveTo>
                            <a:cubicBezTo>
                              <a:pt x="3435" y="448"/>
                              <a:pt x="2197" y="-219"/>
                              <a:pt x="863" y="67"/>
                            </a:cubicBezTo>
                            <a:cubicBezTo>
                              <a:pt x="-470" y="353"/>
                              <a:pt x="-89" y="2067"/>
                              <a:pt x="863" y="3782"/>
                            </a:cubicBezTo>
                            <a:cubicBezTo>
                              <a:pt x="1816" y="5496"/>
                              <a:pt x="3720" y="7782"/>
                              <a:pt x="5245" y="9402"/>
                            </a:cubicBezTo>
                            <a:cubicBezTo>
                              <a:pt x="9245" y="13592"/>
                              <a:pt x="13627" y="17879"/>
                              <a:pt x="17913" y="21498"/>
                            </a:cubicBezTo>
                            <a:cubicBezTo>
                              <a:pt x="19723" y="22927"/>
                              <a:pt x="21247" y="24451"/>
                              <a:pt x="23056" y="25308"/>
                            </a:cubicBezTo>
                            <a:cubicBezTo>
                              <a:pt x="30486" y="28928"/>
                              <a:pt x="34772" y="25308"/>
                              <a:pt x="27152" y="17022"/>
                            </a:cubicBezTo>
                            <a:cubicBezTo>
                              <a:pt x="21342" y="10640"/>
                              <a:pt x="12198" y="4925"/>
                              <a:pt x="5149" y="130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57" name="Forme libre : forme 11556">
                        <a:extLst>
                          <a:ext uri="{FF2B5EF4-FFF2-40B4-BE49-F238E27FC236}">
                            <a16:creationId xmlns:a16="http://schemas.microsoft.com/office/drawing/2014/main" id="{9FD4F6E6-27CB-4F68-A95F-851B3D39D7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1945" y="3072955"/>
                        <a:ext cx="62865" cy="25737"/>
                      </a:xfrm>
                      <a:custGeom>
                        <a:avLst/>
                        <a:gdLst>
                          <a:gd name="connsiteX0" fmla="*/ 62865 w 62865"/>
                          <a:gd name="connsiteY0" fmla="*/ 24955 h 25737"/>
                          <a:gd name="connsiteX1" fmla="*/ 31528 w 62865"/>
                          <a:gd name="connsiteY1" fmla="*/ 18669 h 25737"/>
                          <a:gd name="connsiteX2" fmla="*/ 0 w 62865"/>
                          <a:gd name="connsiteY2" fmla="*/ 0 h 25737"/>
                          <a:gd name="connsiteX3" fmla="*/ 62865 w 62865"/>
                          <a:gd name="connsiteY3" fmla="*/ 24955 h 257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5" h="25737">
                            <a:moveTo>
                              <a:pt x="62865" y="24955"/>
                            </a:moveTo>
                            <a:cubicBezTo>
                              <a:pt x="54483" y="27337"/>
                              <a:pt x="43434" y="24003"/>
                              <a:pt x="31528" y="18669"/>
                            </a:cubicBezTo>
                            <a:cubicBezTo>
                              <a:pt x="20288" y="13240"/>
                              <a:pt x="8477" y="5905"/>
                              <a:pt x="0" y="0"/>
                            </a:cubicBezTo>
                            <a:cubicBezTo>
                              <a:pt x="18860" y="12763"/>
                              <a:pt x="43720" y="22098"/>
                              <a:pt x="62865" y="2495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58" name="Forme libre : forme 11557">
                        <a:extLst>
                          <a:ext uri="{FF2B5EF4-FFF2-40B4-BE49-F238E27FC236}">
                            <a16:creationId xmlns:a16="http://schemas.microsoft.com/office/drawing/2014/main" id="{27725F3E-2221-4CE2-B486-FB7FB04FA3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90606" y="2938652"/>
                        <a:ext cx="61912" cy="36385"/>
                      </a:xfrm>
                      <a:custGeom>
                        <a:avLst/>
                        <a:gdLst>
                          <a:gd name="connsiteX0" fmla="*/ 61913 w 61912"/>
                          <a:gd name="connsiteY0" fmla="*/ 36386 h 36385"/>
                          <a:gd name="connsiteX1" fmla="*/ 0 w 61912"/>
                          <a:gd name="connsiteY1" fmla="*/ 0 h 36385"/>
                          <a:gd name="connsiteX2" fmla="*/ 61913 w 61912"/>
                          <a:gd name="connsiteY2" fmla="*/ 36386 h 363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1912" h="36385">
                            <a:moveTo>
                              <a:pt x="61913" y="36386"/>
                            </a:moveTo>
                            <a:cubicBezTo>
                              <a:pt x="43815" y="17050"/>
                              <a:pt x="20383" y="6001"/>
                              <a:pt x="0" y="0"/>
                            </a:cubicBezTo>
                            <a:cubicBezTo>
                              <a:pt x="19336" y="4667"/>
                              <a:pt x="44101" y="22193"/>
                              <a:pt x="61913" y="3638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59" name="Forme libre : forme 11558">
                        <a:extLst>
                          <a:ext uri="{FF2B5EF4-FFF2-40B4-BE49-F238E27FC236}">
                            <a16:creationId xmlns:a16="http://schemas.microsoft.com/office/drawing/2014/main" id="{194D1ED5-D501-4796-813D-1B995B17E4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51742" y="3021987"/>
                        <a:ext cx="22025" cy="29176"/>
                      </a:xfrm>
                      <a:custGeom>
                        <a:avLst/>
                        <a:gdLst>
                          <a:gd name="connsiteX0" fmla="*/ 20778 w 22025"/>
                          <a:gd name="connsiteY0" fmla="*/ 29156 h 29176"/>
                          <a:gd name="connsiteX1" fmla="*/ 6015 w 22025"/>
                          <a:gd name="connsiteY1" fmla="*/ 14488 h 29176"/>
                          <a:gd name="connsiteX2" fmla="*/ 1538 w 22025"/>
                          <a:gd name="connsiteY2" fmla="*/ 10 h 29176"/>
                          <a:gd name="connsiteX3" fmla="*/ 15159 w 22025"/>
                          <a:gd name="connsiteY3" fmla="*/ 14011 h 29176"/>
                          <a:gd name="connsiteX4" fmla="*/ 20778 w 22025"/>
                          <a:gd name="connsiteY4" fmla="*/ 29156 h 291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025" h="29176">
                            <a:moveTo>
                              <a:pt x="20778" y="29156"/>
                            </a:moveTo>
                            <a:cubicBezTo>
                              <a:pt x="16587" y="29728"/>
                              <a:pt x="8491" y="18012"/>
                              <a:pt x="6015" y="14488"/>
                            </a:cubicBezTo>
                            <a:cubicBezTo>
                              <a:pt x="3538" y="10868"/>
                              <a:pt x="-2939" y="391"/>
                              <a:pt x="1538" y="10"/>
                            </a:cubicBezTo>
                            <a:cubicBezTo>
                              <a:pt x="6015" y="-371"/>
                              <a:pt x="12873" y="10678"/>
                              <a:pt x="15159" y="14011"/>
                            </a:cubicBezTo>
                            <a:cubicBezTo>
                              <a:pt x="17445" y="17345"/>
                              <a:pt x="24969" y="28585"/>
                              <a:pt x="20778" y="2915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60" name="Forme libre : forme 11559">
                        <a:extLst>
                          <a:ext uri="{FF2B5EF4-FFF2-40B4-BE49-F238E27FC236}">
                            <a16:creationId xmlns:a16="http://schemas.microsoft.com/office/drawing/2014/main" id="{2EE21CAF-5B26-4AC9-BD01-43FEEAB812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70027" y="3046822"/>
                        <a:ext cx="6980" cy="8164"/>
                      </a:xfrm>
                      <a:custGeom>
                        <a:avLst/>
                        <a:gdLst>
                          <a:gd name="connsiteX0" fmla="*/ 6780 w 6980"/>
                          <a:gd name="connsiteY0" fmla="*/ 7845 h 8164"/>
                          <a:gd name="connsiteX1" fmla="*/ 2494 w 6980"/>
                          <a:gd name="connsiteY1" fmla="*/ 5464 h 8164"/>
                          <a:gd name="connsiteX2" fmla="*/ 208 w 6980"/>
                          <a:gd name="connsiteY2" fmla="*/ 320 h 8164"/>
                          <a:gd name="connsiteX3" fmla="*/ 4399 w 6980"/>
                          <a:gd name="connsiteY3" fmla="*/ 2606 h 8164"/>
                          <a:gd name="connsiteX4" fmla="*/ 6780 w 6980"/>
                          <a:gd name="connsiteY4" fmla="*/ 7845 h 81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980" h="8164">
                            <a:moveTo>
                              <a:pt x="6780" y="7845"/>
                            </a:moveTo>
                            <a:cubicBezTo>
                              <a:pt x="6018" y="8988"/>
                              <a:pt x="3637" y="6797"/>
                              <a:pt x="2494" y="5464"/>
                            </a:cubicBezTo>
                            <a:cubicBezTo>
                              <a:pt x="1351" y="4225"/>
                              <a:pt x="-650" y="1463"/>
                              <a:pt x="208" y="320"/>
                            </a:cubicBezTo>
                            <a:cubicBezTo>
                              <a:pt x="1065" y="-823"/>
                              <a:pt x="3256" y="1368"/>
                              <a:pt x="4399" y="2606"/>
                            </a:cubicBezTo>
                            <a:cubicBezTo>
                              <a:pt x="5542" y="3844"/>
                              <a:pt x="7637" y="6702"/>
                              <a:pt x="6780" y="784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61" name="Forme libre : forme 11560">
                        <a:extLst>
                          <a:ext uri="{FF2B5EF4-FFF2-40B4-BE49-F238E27FC236}">
                            <a16:creationId xmlns:a16="http://schemas.microsoft.com/office/drawing/2014/main" id="{0C94CD45-D02B-4D3D-984A-979E0940A7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67120" y="3008375"/>
                        <a:ext cx="40584" cy="82214"/>
                      </a:xfrm>
                      <a:custGeom>
                        <a:avLst/>
                        <a:gdLst>
                          <a:gd name="connsiteX0" fmla="*/ 36452 w 40584"/>
                          <a:gd name="connsiteY0" fmla="*/ 54674 h 82214"/>
                          <a:gd name="connsiteX1" fmla="*/ 40358 w 40584"/>
                          <a:gd name="connsiteY1" fmla="*/ 79915 h 82214"/>
                          <a:gd name="connsiteX2" fmla="*/ 32071 w 40584"/>
                          <a:gd name="connsiteY2" fmla="*/ 79724 h 82214"/>
                          <a:gd name="connsiteX3" fmla="*/ 27213 w 40584"/>
                          <a:gd name="connsiteY3" fmla="*/ 69819 h 82214"/>
                          <a:gd name="connsiteX4" fmla="*/ 16260 w 40584"/>
                          <a:gd name="connsiteY4" fmla="*/ 38291 h 82214"/>
                          <a:gd name="connsiteX5" fmla="*/ 2829 w 40584"/>
                          <a:gd name="connsiteY5" fmla="*/ 0 h 82214"/>
                          <a:gd name="connsiteX6" fmla="*/ 31690 w 40584"/>
                          <a:gd name="connsiteY6" fmla="*/ 32862 h 82214"/>
                          <a:gd name="connsiteX7" fmla="*/ 36452 w 40584"/>
                          <a:gd name="connsiteY7" fmla="*/ 54674 h 822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584" h="82214">
                            <a:moveTo>
                              <a:pt x="36452" y="54674"/>
                            </a:moveTo>
                            <a:cubicBezTo>
                              <a:pt x="39119" y="64294"/>
                              <a:pt x="41310" y="71342"/>
                              <a:pt x="40358" y="79915"/>
                            </a:cubicBezTo>
                            <a:cubicBezTo>
                              <a:pt x="40072" y="83058"/>
                              <a:pt x="35310" y="82963"/>
                              <a:pt x="32071" y="79724"/>
                            </a:cubicBezTo>
                            <a:cubicBezTo>
                              <a:pt x="28737" y="76486"/>
                              <a:pt x="28070" y="73152"/>
                              <a:pt x="27213" y="69819"/>
                            </a:cubicBezTo>
                            <a:cubicBezTo>
                              <a:pt x="24642" y="59246"/>
                              <a:pt x="20832" y="49149"/>
                              <a:pt x="16260" y="38291"/>
                            </a:cubicBezTo>
                            <a:cubicBezTo>
                              <a:pt x="13402" y="31528"/>
                              <a:pt x="-7458" y="-95"/>
                              <a:pt x="2829" y="0"/>
                            </a:cubicBezTo>
                            <a:cubicBezTo>
                              <a:pt x="13021" y="286"/>
                              <a:pt x="27880" y="24003"/>
                              <a:pt x="31690" y="32862"/>
                            </a:cubicBezTo>
                            <a:cubicBezTo>
                              <a:pt x="35405" y="41624"/>
                              <a:pt x="34452" y="47244"/>
                              <a:pt x="36452" y="5467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34" name="Graphique 1">
                      <a:extLst>
                        <a:ext uri="{FF2B5EF4-FFF2-40B4-BE49-F238E27FC236}">
                          <a16:creationId xmlns:a16="http://schemas.microsoft.com/office/drawing/2014/main" id="{1B34BAFD-7B52-480F-B269-212FEE2D11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10531" y="3034279"/>
                      <a:ext cx="186875" cy="115374"/>
                      <a:chOff x="3410531" y="3034279"/>
                      <a:chExt cx="186875" cy="115374"/>
                    </a:xfrm>
                    <a:solidFill>
                      <a:schemeClr val="accent1"/>
                    </a:solidFill>
                  </p:grpSpPr>
                  <p:sp>
                    <p:nvSpPr>
                      <p:cNvPr id="11538" name="Forme libre : forme 11537">
                        <a:extLst>
                          <a:ext uri="{FF2B5EF4-FFF2-40B4-BE49-F238E27FC236}">
                            <a16:creationId xmlns:a16="http://schemas.microsoft.com/office/drawing/2014/main" id="{A58D52E1-07D9-45AB-8050-1FA36D2AAC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10531" y="3034279"/>
                        <a:ext cx="186875" cy="115374"/>
                      </a:xfrm>
                      <a:custGeom>
                        <a:avLst/>
                        <a:gdLst>
                          <a:gd name="connsiteX0" fmla="*/ 152013 w 186875"/>
                          <a:gd name="connsiteY0" fmla="*/ 77729 h 115374"/>
                          <a:gd name="connsiteX1" fmla="*/ 118390 w 186875"/>
                          <a:gd name="connsiteY1" fmla="*/ 99160 h 115374"/>
                          <a:gd name="connsiteX2" fmla="*/ 76385 w 186875"/>
                          <a:gd name="connsiteY2" fmla="*/ 113923 h 115374"/>
                          <a:gd name="connsiteX3" fmla="*/ 22568 w 186875"/>
                          <a:gd name="connsiteY3" fmla="*/ 104780 h 115374"/>
                          <a:gd name="connsiteX4" fmla="*/ 280 w 186875"/>
                          <a:gd name="connsiteY4" fmla="*/ 72680 h 115374"/>
                          <a:gd name="connsiteX5" fmla="*/ 13520 w 186875"/>
                          <a:gd name="connsiteY5" fmla="*/ 55726 h 115374"/>
                          <a:gd name="connsiteX6" fmla="*/ 38856 w 186875"/>
                          <a:gd name="connsiteY6" fmla="*/ 48296 h 115374"/>
                          <a:gd name="connsiteX7" fmla="*/ 61335 w 186875"/>
                          <a:gd name="connsiteY7" fmla="*/ 39914 h 115374"/>
                          <a:gd name="connsiteX8" fmla="*/ 83147 w 186875"/>
                          <a:gd name="connsiteY8" fmla="*/ 30961 h 115374"/>
                          <a:gd name="connsiteX9" fmla="*/ 106769 w 186875"/>
                          <a:gd name="connsiteY9" fmla="*/ 17435 h 115374"/>
                          <a:gd name="connsiteX10" fmla="*/ 170396 w 186875"/>
                          <a:gd name="connsiteY10" fmla="*/ 5 h 115374"/>
                          <a:gd name="connsiteX11" fmla="*/ 186875 w 186875"/>
                          <a:gd name="connsiteY11" fmla="*/ 13149 h 115374"/>
                          <a:gd name="connsiteX12" fmla="*/ 152013 w 186875"/>
                          <a:gd name="connsiteY12" fmla="*/ 77729 h 115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86875" h="115374">
                            <a:moveTo>
                              <a:pt x="152013" y="77729"/>
                            </a:moveTo>
                            <a:cubicBezTo>
                              <a:pt x="144869" y="83444"/>
                              <a:pt x="132487" y="91921"/>
                              <a:pt x="118390" y="99160"/>
                            </a:cubicBezTo>
                            <a:cubicBezTo>
                              <a:pt x="104388" y="106494"/>
                              <a:pt x="88100" y="112114"/>
                              <a:pt x="76385" y="113923"/>
                            </a:cubicBezTo>
                            <a:cubicBezTo>
                              <a:pt x="54763" y="117924"/>
                              <a:pt x="35237" y="113257"/>
                              <a:pt x="22568" y="104780"/>
                            </a:cubicBezTo>
                            <a:cubicBezTo>
                              <a:pt x="9614" y="96207"/>
                              <a:pt x="3137" y="84491"/>
                              <a:pt x="280" y="72680"/>
                            </a:cubicBezTo>
                            <a:cubicBezTo>
                              <a:pt x="-1625" y="64298"/>
                              <a:pt x="6567" y="56773"/>
                              <a:pt x="13520" y="55726"/>
                            </a:cubicBezTo>
                            <a:cubicBezTo>
                              <a:pt x="23902" y="54011"/>
                              <a:pt x="31998" y="51154"/>
                              <a:pt x="38856" y="48296"/>
                            </a:cubicBezTo>
                            <a:cubicBezTo>
                              <a:pt x="45809" y="45344"/>
                              <a:pt x="51810" y="43057"/>
                              <a:pt x="61335" y="39914"/>
                            </a:cubicBezTo>
                            <a:cubicBezTo>
                              <a:pt x="66288" y="38390"/>
                              <a:pt x="74480" y="35342"/>
                              <a:pt x="83147" y="30961"/>
                            </a:cubicBezTo>
                            <a:cubicBezTo>
                              <a:pt x="91720" y="26770"/>
                              <a:pt x="100673" y="21245"/>
                              <a:pt x="106769" y="17435"/>
                            </a:cubicBezTo>
                            <a:cubicBezTo>
                              <a:pt x="129534" y="2957"/>
                              <a:pt x="148013" y="290"/>
                              <a:pt x="170396" y="5"/>
                            </a:cubicBezTo>
                            <a:cubicBezTo>
                              <a:pt x="178112" y="-186"/>
                              <a:pt x="186970" y="5624"/>
                              <a:pt x="186875" y="13149"/>
                            </a:cubicBezTo>
                            <a:cubicBezTo>
                              <a:pt x="186208" y="35056"/>
                              <a:pt x="178874" y="56107"/>
                              <a:pt x="152013" y="7772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39" name="Forme libre : forme 11538">
                        <a:extLst>
                          <a:ext uri="{FF2B5EF4-FFF2-40B4-BE49-F238E27FC236}">
                            <a16:creationId xmlns:a16="http://schemas.microsoft.com/office/drawing/2014/main" id="{BB2878F0-9308-4EA5-BF4D-F013637F0D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10560" y="3047142"/>
                        <a:ext cx="186560" cy="102450"/>
                      </a:xfrm>
                      <a:custGeom>
                        <a:avLst/>
                        <a:gdLst>
                          <a:gd name="connsiteX0" fmla="*/ 81785 w 186560"/>
                          <a:gd name="connsiteY0" fmla="*/ 71723 h 102450"/>
                          <a:gd name="connsiteX1" fmla="*/ 34922 w 186560"/>
                          <a:gd name="connsiteY1" fmla="*/ 75819 h 102450"/>
                          <a:gd name="connsiteX2" fmla="*/ 2347 w 186560"/>
                          <a:gd name="connsiteY2" fmla="*/ 50387 h 102450"/>
                          <a:gd name="connsiteX3" fmla="*/ 251 w 186560"/>
                          <a:gd name="connsiteY3" fmla="*/ 59817 h 102450"/>
                          <a:gd name="connsiteX4" fmla="*/ 4538 w 186560"/>
                          <a:gd name="connsiteY4" fmla="*/ 71914 h 102450"/>
                          <a:gd name="connsiteX5" fmla="*/ 37970 w 186560"/>
                          <a:gd name="connsiteY5" fmla="*/ 99155 h 102450"/>
                          <a:gd name="connsiteX6" fmla="*/ 76166 w 186560"/>
                          <a:gd name="connsiteY6" fmla="*/ 101060 h 102450"/>
                          <a:gd name="connsiteX7" fmla="*/ 90644 w 186560"/>
                          <a:gd name="connsiteY7" fmla="*/ 97536 h 102450"/>
                          <a:gd name="connsiteX8" fmla="*/ 147222 w 186560"/>
                          <a:gd name="connsiteY8" fmla="*/ 68389 h 102450"/>
                          <a:gd name="connsiteX9" fmla="*/ 151794 w 186560"/>
                          <a:gd name="connsiteY9" fmla="*/ 64865 h 102450"/>
                          <a:gd name="connsiteX10" fmla="*/ 173511 w 186560"/>
                          <a:gd name="connsiteY10" fmla="*/ 41910 h 102450"/>
                          <a:gd name="connsiteX11" fmla="*/ 185703 w 186560"/>
                          <a:gd name="connsiteY11" fmla="*/ 10668 h 102450"/>
                          <a:gd name="connsiteX12" fmla="*/ 186560 w 186560"/>
                          <a:gd name="connsiteY12" fmla="*/ 381 h 102450"/>
                          <a:gd name="connsiteX13" fmla="*/ 186465 w 186560"/>
                          <a:gd name="connsiteY13" fmla="*/ 0 h 102450"/>
                          <a:gd name="connsiteX14" fmla="*/ 137793 w 186560"/>
                          <a:gd name="connsiteY14" fmla="*/ 40196 h 102450"/>
                          <a:gd name="connsiteX15" fmla="*/ 81785 w 186560"/>
                          <a:gd name="connsiteY15" fmla="*/ 71723 h 1024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86560" h="102450">
                            <a:moveTo>
                              <a:pt x="81785" y="71723"/>
                            </a:moveTo>
                            <a:cubicBezTo>
                              <a:pt x="67688" y="77248"/>
                              <a:pt x="50543" y="79724"/>
                              <a:pt x="34922" y="75819"/>
                            </a:cubicBezTo>
                            <a:cubicBezTo>
                              <a:pt x="19301" y="71914"/>
                              <a:pt x="7205" y="61531"/>
                              <a:pt x="2347" y="50387"/>
                            </a:cubicBezTo>
                            <a:cubicBezTo>
                              <a:pt x="537" y="53149"/>
                              <a:pt x="-511" y="56388"/>
                              <a:pt x="251" y="59817"/>
                            </a:cubicBezTo>
                            <a:cubicBezTo>
                              <a:pt x="1109" y="64103"/>
                              <a:pt x="2728" y="67913"/>
                              <a:pt x="4538" y="71914"/>
                            </a:cubicBezTo>
                            <a:cubicBezTo>
                              <a:pt x="10157" y="83058"/>
                              <a:pt x="20921" y="93726"/>
                              <a:pt x="37970" y="99155"/>
                            </a:cubicBezTo>
                            <a:cubicBezTo>
                              <a:pt x="48924" y="102584"/>
                              <a:pt x="62164" y="103537"/>
                              <a:pt x="76166" y="101060"/>
                            </a:cubicBezTo>
                            <a:cubicBezTo>
                              <a:pt x="80357" y="100298"/>
                              <a:pt x="85500" y="99155"/>
                              <a:pt x="90644" y="97536"/>
                            </a:cubicBezTo>
                            <a:cubicBezTo>
                              <a:pt x="111503" y="91440"/>
                              <a:pt x="134363" y="77914"/>
                              <a:pt x="147222" y="68389"/>
                            </a:cubicBezTo>
                            <a:cubicBezTo>
                              <a:pt x="148842" y="67151"/>
                              <a:pt x="150461" y="65913"/>
                              <a:pt x="151794" y="64865"/>
                            </a:cubicBezTo>
                            <a:cubicBezTo>
                              <a:pt x="161414" y="57245"/>
                              <a:pt x="168368" y="49530"/>
                              <a:pt x="173511" y="41910"/>
                            </a:cubicBezTo>
                            <a:cubicBezTo>
                              <a:pt x="180560" y="31432"/>
                              <a:pt x="183989" y="21050"/>
                              <a:pt x="185703" y="10668"/>
                            </a:cubicBezTo>
                            <a:cubicBezTo>
                              <a:pt x="186179" y="7334"/>
                              <a:pt x="186465" y="3810"/>
                              <a:pt x="186560" y="381"/>
                            </a:cubicBezTo>
                            <a:lnTo>
                              <a:pt x="186465" y="0"/>
                            </a:lnTo>
                            <a:cubicBezTo>
                              <a:pt x="171320" y="14097"/>
                              <a:pt x="155033" y="27718"/>
                              <a:pt x="137793" y="40196"/>
                            </a:cubicBezTo>
                            <a:cubicBezTo>
                              <a:pt x="120552" y="52483"/>
                              <a:pt x="102264" y="63913"/>
                              <a:pt x="81785" y="7172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40" name="Forme libre : forme 11539">
                        <a:extLst>
                          <a:ext uri="{FF2B5EF4-FFF2-40B4-BE49-F238E27FC236}">
                            <a16:creationId xmlns:a16="http://schemas.microsoft.com/office/drawing/2014/main" id="{5D19AA4B-706D-4DB3-AEE6-A35A080900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80657" y="3064165"/>
                        <a:ext cx="84479" cy="53199"/>
                      </a:xfrm>
                      <a:custGeom>
                        <a:avLst/>
                        <a:gdLst>
                          <a:gd name="connsiteX0" fmla="*/ 83412 w 84479"/>
                          <a:gd name="connsiteY0" fmla="*/ 1551 h 53199"/>
                          <a:gd name="connsiteX1" fmla="*/ 73601 w 84479"/>
                          <a:gd name="connsiteY1" fmla="*/ 21934 h 53199"/>
                          <a:gd name="connsiteX2" fmla="*/ 49217 w 84479"/>
                          <a:gd name="connsiteY2" fmla="*/ 41270 h 53199"/>
                          <a:gd name="connsiteX3" fmla="*/ 21785 w 84479"/>
                          <a:gd name="connsiteY3" fmla="*/ 52129 h 53199"/>
                          <a:gd name="connsiteX4" fmla="*/ 163 w 84479"/>
                          <a:gd name="connsiteY4" fmla="*/ 47747 h 53199"/>
                          <a:gd name="connsiteX5" fmla="*/ 13879 w 84479"/>
                          <a:gd name="connsiteY5" fmla="*/ 32793 h 53199"/>
                          <a:gd name="connsiteX6" fmla="*/ 36358 w 84479"/>
                          <a:gd name="connsiteY6" fmla="*/ 20029 h 53199"/>
                          <a:gd name="connsiteX7" fmla="*/ 61218 w 84479"/>
                          <a:gd name="connsiteY7" fmla="*/ 6504 h 53199"/>
                          <a:gd name="connsiteX8" fmla="*/ 83412 w 84479"/>
                          <a:gd name="connsiteY8" fmla="*/ 1551 h 531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4479" h="53199">
                            <a:moveTo>
                              <a:pt x="83412" y="1551"/>
                            </a:moveTo>
                            <a:cubicBezTo>
                              <a:pt x="86840" y="5361"/>
                              <a:pt x="81602" y="13743"/>
                              <a:pt x="73601" y="21934"/>
                            </a:cubicBezTo>
                            <a:cubicBezTo>
                              <a:pt x="65695" y="30126"/>
                              <a:pt x="55027" y="37841"/>
                              <a:pt x="49217" y="41270"/>
                            </a:cubicBezTo>
                            <a:cubicBezTo>
                              <a:pt x="43597" y="44794"/>
                              <a:pt x="32357" y="49938"/>
                              <a:pt x="21785" y="52129"/>
                            </a:cubicBezTo>
                            <a:cubicBezTo>
                              <a:pt x="11212" y="54415"/>
                              <a:pt x="1496" y="53081"/>
                              <a:pt x="163" y="47747"/>
                            </a:cubicBezTo>
                            <a:cubicBezTo>
                              <a:pt x="-1171" y="42413"/>
                              <a:pt x="5878" y="37841"/>
                              <a:pt x="13879" y="32793"/>
                            </a:cubicBezTo>
                            <a:cubicBezTo>
                              <a:pt x="21975" y="27935"/>
                              <a:pt x="31500" y="22887"/>
                              <a:pt x="36358" y="20029"/>
                            </a:cubicBezTo>
                            <a:cubicBezTo>
                              <a:pt x="41406" y="17458"/>
                              <a:pt x="51598" y="11457"/>
                              <a:pt x="61218" y="6504"/>
                            </a:cubicBezTo>
                            <a:cubicBezTo>
                              <a:pt x="70934" y="1551"/>
                              <a:pt x="80078" y="-2259"/>
                              <a:pt x="83412" y="155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41" name="Forme libre : forme 11540">
                        <a:extLst>
                          <a:ext uri="{FF2B5EF4-FFF2-40B4-BE49-F238E27FC236}">
                            <a16:creationId xmlns:a16="http://schemas.microsoft.com/office/drawing/2014/main" id="{7A547C1F-E9B5-41DB-AA94-7722FB26FD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79814" y="3092100"/>
                        <a:ext cx="67585" cy="24915"/>
                      </a:xfrm>
                      <a:custGeom>
                        <a:avLst/>
                        <a:gdLst>
                          <a:gd name="connsiteX0" fmla="*/ 16341 w 67585"/>
                          <a:gd name="connsiteY0" fmla="*/ 4191 h 24915"/>
                          <a:gd name="connsiteX1" fmla="*/ 530 w 67585"/>
                          <a:gd name="connsiteY1" fmla="*/ 19812 h 24915"/>
                          <a:gd name="connsiteX2" fmla="*/ 22628 w 67585"/>
                          <a:gd name="connsiteY2" fmla="*/ 24003 h 24915"/>
                          <a:gd name="connsiteX3" fmla="*/ 50631 w 67585"/>
                          <a:gd name="connsiteY3" fmla="*/ 12954 h 24915"/>
                          <a:gd name="connsiteX4" fmla="*/ 67586 w 67585"/>
                          <a:gd name="connsiteY4" fmla="*/ 0 h 24915"/>
                          <a:gd name="connsiteX5" fmla="*/ 57775 w 67585"/>
                          <a:gd name="connsiteY5" fmla="*/ 5715 h 24915"/>
                          <a:gd name="connsiteX6" fmla="*/ 16341 w 67585"/>
                          <a:gd name="connsiteY6" fmla="*/ 4191 h 249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585" h="24915">
                            <a:moveTo>
                              <a:pt x="16341" y="4191"/>
                            </a:moveTo>
                            <a:cubicBezTo>
                              <a:pt x="12055" y="8477"/>
                              <a:pt x="-2994" y="13811"/>
                              <a:pt x="530" y="19812"/>
                            </a:cubicBezTo>
                            <a:cubicBezTo>
                              <a:pt x="3483" y="24765"/>
                              <a:pt x="12531" y="26003"/>
                              <a:pt x="22628" y="24003"/>
                            </a:cubicBezTo>
                            <a:cubicBezTo>
                              <a:pt x="32629" y="22098"/>
                              <a:pt x="43392" y="17336"/>
                              <a:pt x="50631" y="12954"/>
                            </a:cubicBezTo>
                            <a:cubicBezTo>
                              <a:pt x="55013" y="10573"/>
                              <a:pt x="63776" y="3905"/>
                              <a:pt x="67586" y="0"/>
                            </a:cubicBezTo>
                            <a:cubicBezTo>
                              <a:pt x="64919" y="1714"/>
                              <a:pt x="60633" y="4763"/>
                              <a:pt x="57775" y="5715"/>
                            </a:cubicBezTo>
                            <a:cubicBezTo>
                              <a:pt x="41868" y="12192"/>
                              <a:pt x="21580" y="15335"/>
                              <a:pt x="16341" y="419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42" name="Forme libre : forme 11541">
                        <a:extLst>
                          <a:ext uri="{FF2B5EF4-FFF2-40B4-BE49-F238E27FC236}">
                            <a16:creationId xmlns:a16="http://schemas.microsoft.com/office/drawing/2014/main" id="{126EBAF2-D0DC-4E2F-8146-DE2AB92DA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86199" y="3062225"/>
                        <a:ext cx="83998" cy="56119"/>
                      </a:xfrm>
                      <a:custGeom>
                        <a:avLst/>
                        <a:gdLst>
                          <a:gd name="connsiteX0" fmla="*/ 83489 w 83998"/>
                          <a:gd name="connsiteY0" fmla="*/ 2158 h 56119"/>
                          <a:gd name="connsiteX1" fmla="*/ 73012 w 83998"/>
                          <a:gd name="connsiteY1" fmla="*/ 23589 h 56119"/>
                          <a:gd name="connsiteX2" fmla="*/ 49390 w 83998"/>
                          <a:gd name="connsiteY2" fmla="*/ 43306 h 56119"/>
                          <a:gd name="connsiteX3" fmla="*/ 22148 w 83998"/>
                          <a:gd name="connsiteY3" fmla="*/ 54926 h 56119"/>
                          <a:gd name="connsiteX4" fmla="*/ 336 w 83998"/>
                          <a:gd name="connsiteY4" fmla="*/ 51116 h 56119"/>
                          <a:gd name="connsiteX5" fmla="*/ 13766 w 83998"/>
                          <a:gd name="connsiteY5" fmla="*/ 35591 h 56119"/>
                          <a:gd name="connsiteX6" fmla="*/ 36341 w 83998"/>
                          <a:gd name="connsiteY6" fmla="*/ 22065 h 56119"/>
                          <a:gd name="connsiteX7" fmla="*/ 61963 w 83998"/>
                          <a:gd name="connsiteY7" fmla="*/ 7016 h 56119"/>
                          <a:gd name="connsiteX8" fmla="*/ 83489 w 83998"/>
                          <a:gd name="connsiteY8" fmla="*/ 2158 h 561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3998" h="56119">
                            <a:moveTo>
                              <a:pt x="83489" y="2158"/>
                            </a:moveTo>
                            <a:cubicBezTo>
                              <a:pt x="85680" y="6920"/>
                              <a:pt x="80537" y="15397"/>
                              <a:pt x="73012" y="23589"/>
                            </a:cubicBezTo>
                            <a:cubicBezTo>
                              <a:pt x="65487" y="31780"/>
                              <a:pt x="55391" y="39305"/>
                              <a:pt x="49390" y="43306"/>
                            </a:cubicBezTo>
                            <a:cubicBezTo>
                              <a:pt x="43294" y="47211"/>
                              <a:pt x="32626" y="52736"/>
                              <a:pt x="22148" y="54926"/>
                            </a:cubicBezTo>
                            <a:cubicBezTo>
                              <a:pt x="11766" y="57212"/>
                              <a:pt x="2337" y="56355"/>
                              <a:pt x="336" y="51116"/>
                            </a:cubicBezTo>
                            <a:cubicBezTo>
                              <a:pt x="-1664" y="45878"/>
                              <a:pt x="5575" y="40829"/>
                              <a:pt x="13766" y="35591"/>
                            </a:cubicBezTo>
                            <a:cubicBezTo>
                              <a:pt x="22530" y="30352"/>
                              <a:pt x="31864" y="24732"/>
                              <a:pt x="36341" y="22065"/>
                            </a:cubicBezTo>
                            <a:cubicBezTo>
                              <a:pt x="40913" y="19303"/>
                              <a:pt x="51962" y="12635"/>
                              <a:pt x="61963" y="7016"/>
                            </a:cubicBezTo>
                            <a:cubicBezTo>
                              <a:pt x="71964" y="1396"/>
                              <a:pt x="81299" y="-2700"/>
                              <a:pt x="83489" y="215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43" name="Forme libre : forme 11542">
                        <a:extLst>
                          <a:ext uri="{FF2B5EF4-FFF2-40B4-BE49-F238E27FC236}">
                            <a16:creationId xmlns:a16="http://schemas.microsoft.com/office/drawing/2014/main" id="{D912B512-F909-4A8C-90B9-1714928D51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6225" y="3088992"/>
                        <a:ext cx="120315" cy="49366"/>
                      </a:xfrm>
                      <a:custGeom>
                        <a:avLst/>
                        <a:gdLst>
                          <a:gd name="connsiteX0" fmla="*/ 18 w 120315"/>
                          <a:gd name="connsiteY0" fmla="*/ 22826 h 49366"/>
                          <a:gd name="connsiteX1" fmla="*/ 10305 w 120315"/>
                          <a:gd name="connsiteY1" fmla="*/ 37685 h 49366"/>
                          <a:gd name="connsiteX2" fmla="*/ 64979 w 120315"/>
                          <a:gd name="connsiteY2" fmla="*/ 47590 h 49366"/>
                          <a:gd name="connsiteX3" fmla="*/ 111365 w 120315"/>
                          <a:gd name="connsiteY3" fmla="*/ 21682 h 49366"/>
                          <a:gd name="connsiteX4" fmla="*/ 117747 w 120315"/>
                          <a:gd name="connsiteY4" fmla="*/ 537 h 49366"/>
                          <a:gd name="connsiteX5" fmla="*/ 101936 w 120315"/>
                          <a:gd name="connsiteY5" fmla="*/ 4537 h 49366"/>
                          <a:gd name="connsiteX6" fmla="*/ 59549 w 120315"/>
                          <a:gd name="connsiteY6" fmla="*/ 11205 h 49366"/>
                          <a:gd name="connsiteX7" fmla="*/ 22211 w 120315"/>
                          <a:gd name="connsiteY7" fmla="*/ 5966 h 49366"/>
                          <a:gd name="connsiteX8" fmla="*/ 6971 w 120315"/>
                          <a:gd name="connsiteY8" fmla="*/ 11491 h 49366"/>
                          <a:gd name="connsiteX9" fmla="*/ 18 w 120315"/>
                          <a:gd name="connsiteY9" fmla="*/ 22826 h 493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0315" h="49366">
                            <a:moveTo>
                              <a:pt x="18" y="22826"/>
                            </a:moveTo>
                            <a:cubicBezTo>
                              <a:pt x="590" y="29684"/>
                              <a:pt x="2590" y="32351"/>
                              <a:pt x="10305" y="37685"/>
                            </a:cubicBezTo>
                            <a:cubicBezTo>
                              <a:pt x="25355" y="47305"/>
                              <a:pt x="42214" y="52258"/>
                              <a:pt x="64979" y="47590"/>
                            </a:cubicBezTo>
                            <a:cubicBezTo>
                              <a:pt x="83933" y="43590"/>
                              <a:pt x="101555" y="32541"/>
                              <a:pt x="111365" y="21682"/>
                            </a:cubicBezTo>
                            <a:cubicBezTo>
                              <a:pt x="118890" y="13586"/>
                              <a:pt x="123462" y="3871"/>
                              <a:pt x="117747" y="537"/>
                            </a:cubicBezTo>
                            <a:cubicBezTo>
                              <a:pt x="114318" y="-1463"/>
                              <a:pt x="107841" y="2632"/>
                              <a:pt x="101936" y="4537"/>
                            </a:cubicBezTo>
                            <a:cubicBezTo>
                              <a:pt x="87934" y="8919"/>
                              <a:pt x="74123" y="12824"/>
                              <a:pt x="59549" y="11205"/>
                            </a:cubicBezTo>
                            <a:cubicBezTo>
                              <a:pt x="46977" y="9681"/>
                              <a:pt x="34784" y="4347"/>
                              <a:pt x="22211" y="5966"/>
                            </a:cubicBezTo>
                            <a:cubicBezTo>
                              <a:pt x="16306" y="6823"/>
                              <a:pt x="11258" y="8633"/>
                              <a:pt x="6971" y="11491"/>
                            </a:cubicBezTo>
                            <a:cubicBezTo>
                              <a:pt x="2876" y="14348"/>
                              <a:pt x="-268" y="17968"/>
                              <a:pt x="18" y="2282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44" name="Forme libre : forme 11543">
                        <a:extLst>
                          <a:ext uri="{FF2B5EF4-FFF2-40B4-BE49-F238E27FC236}">
                            <a16:creationId xmlns:a16="http://schemas.microsoft.com/office/drawing/2014/main" id="{CAB91B43-1E2E-49CE-88D9-F0E6A3A412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59482" y="3089180"/>
                        <a:ext cx="32490" cy="17473"/>
                      </a:xfrm>
                      <a:custGeom>
                        <a:avLst/>
                        <a:gdLst>
                          <a:gd name="connsiteX0" fmla="*/ 3240 w 32490"/>
                          <a:gd name="connsiteY0" fmla="*/ 12350 h 17473"/>
                          <a:gd name="connsiteX1" fmla="*/ 97 w 32490"/>
                          <a:gd name="connsiteY1" fmla="*/ 15017 h 17473"/>
                          <a:gd name="connsiteX2" fmla="*/ 2764 w 32490"/>
                          <a:gd name="connsiteY2" fmla="*/ 17398 h 17473"/>
                          <a:gd name="connsiteX3" fmla="*/ 9337 w 32490"/>
                          <a:gd name="connsiteY3" fmla="*/ 17017 h 17473"/>
                          <a:gd name="connsiteX4" fmla="*/ 24672 w 32490"/>
                          <a:gd name="connsiteY4" fmla="*/ 11493 h 17473"/>
                          <a:gd name="connsiteX5" fmla="*/ 29625 w 32490"/>
                          <a:gd name="connsiteY5" fmla="*/ 8254 h 17473"/>
                          <a:gd name="connsiteX6" fmla="*/ 23814 w 32490"/>
                          <a:gd name="connsiteY6" fmla="*/ 1206 h 17473"/>
                          <a:gd name="connsiteX7" fmla="*/ 3240 w 32490"/>
                          <a:gd name="connsiteY7" fmla="*/ 12350 h 174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2490" h="17473">
                            <a:moveTo>
                              <a:pt x="3240" y="12350"/>
                            </a:moveTo>
                            <a:cubicBezTo>
                              <a:pt x="1716" y="13303"/>
                              <a:pt x="669" y="13874"/>
                              <a:pt x="97" y="15017"/>
                            </a:cubicBezTo>
                            <a:cubicBezTo>
                              <a:pt x="-379" y="16160"/>
                              <a:pt x="955" y="17208"/>
                              <a:pt x="2764" y="17398"/>
                            </a:cubicBezTo>
                            <a:cubicBezTo>
                              <a:pt x="4574" y="17589"/>
                              <a:pt x="7241" y="17398"/>
                              <a:pt x="9337" y="17017"/>
                            </a:cubicBezTo>
                            <a:cubicBezTo>
                              <a:pt x="14575" y="15779"/>
                              <a:pt x="20100" y="14064"/>
                              <a:pt x="24672" y="11493"/>
                            </a:cubicBezTo>
                            <a:cubicBezTo>
                              <a:pt x="26577" y="10445"/>
                              <a:pt x="28387" y="9493"/>
                              <a:pt x="29625" y="8254"/>
                            </a:cubicBezTo>
                            <a:cubicBezTo>
                              <a:pt x="35054" y="2444"/>
                              <a:pt x="32578" y="-2319"/>
                              <a:pt x="23814" y="1206"/>
                            </a:cubicBezTo>
                            <a:cubicBezTo>
                              <a:pt x="16956" y="3968"/>
                              <a:pt x="9432" y="9016"/>
                              <a:pt x="3240" y="1235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45" name="Forme libre : forme 11544">
                        <a:extLst>
                          <a:ext uri="{FF2B5EF4-FFF2-40B4-BE49-F238E27FC236}">
                            <a16:creationId xmlns:a16="http://schemas.microsoft.com/office/drawing/2014/main" id="{D696B97B-CA8E-4589-82B1-039FA2A027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63783" y="3047523"/>
                        <a:ext cx="30107" cy="61626"/>
                      </a:xfrm>
                      <a:custGeom>
                        <a:avLst/>
                        <a:gdLst>
                          <a:gd name="connsiteX0" fmla="*/ 29623 w 30107"/>
                          <a:gd name="connsiteY0" fmla="*/ 0 h 61626"/>
                          <a:gd name="connsiteX1" fmla="*/ 0 w 30107"/>
                          <a:gd name="connsiteY1" fmla="*/ 61627 h 61626"/>
                          <a:gd name="connsiteX2" fmla="*/ 29623 w 30107"/>
                          <a:gd name="connsiteY2" fmla="*/ 0 h 6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0107" h="61626">
                            <a:moveTo>
                              <a:pt x="29623" y="0"/>
                            </a:moveTo>
                            <a:cubicBezTo>
                              <a:pt x="33338" y="16097"/>
                              <a:pt x="14954" y="44672"/>
                              <a:pt x="0" y="61627"/>
                            </a:cubicBezTo>
                            <a:cubicBezTo>
                              <a:pt x="16002" y="43053"/>
                              <a:pt x="25813" y="18288"/>
                              <a:pt x="2962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46" name="Forme libre : forme 11545">
                        <a:extLst>
                          <a:ext uri="{FF2B5EF4-FFF2-40B4-BE49-F238E27FC236}">
                            <a16:creationId xmlns:a16="http://schemas.microsoft.com/office/drawing/2014/main" id="{763B110A-C122-4CA5-8F4D-41124AFEF4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23860" y="3076193"/>
                        <a:ext cx="50006" cy="16097"/>
                      </a:xfrm>
                      <a:custGeom>
                        <a:avLst/>
                        <a:gdLst>
                          <a:gd name="connsiteX0" fmla="*/ 50006 w 50006"/>
                          <a:gd name="connsiteY0" fmla="*/ 0 h 16097"/>
                          <a:gd name="connsiteX1" fmla="*/ 26670 w 50006"/>
                          <a:gd name="connsiteY1" fmla="*/ 9906 h 16097"/>
                          <a:gd name="connsiteX2" fmla="*/ 0 w 50006"/>
                          <a:gd name="connsiteY2" fmla="*/ 16097 h 16097"/>
                          <a:gd name="connsiteX3" fmla="*/ 27051 w 50006"/>
                          <a:gd name="connsiteY3" fmla="*/ 11144 h 16097"/>
                          <a:gd name="connsiteX4" fmla="*/ 50006 w 50006"/>
                          <a:gd name="connsiteY4" fmla="*/ 0 h 160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006" h="16097">
                            <a:moveTo>
                              <a:pt x="50006" y="0"/>
                            </a:moveTo>
                            <a:cubicBezTo>
                              <a:pt x="41338" y="3048"/>
                              <a:pt x="34480" y="6763"/>
                              <a:pt x="26670" y="9906"/>
                            </a:cubicBezTo>
                            <a:cubicBezTo>
                              <a:pt x="18955" y="13049"/>
                              <a:pt x="9715" y="15430"/>
                              <a:pt x="0" y="16097"/>
                            </a:cubicBezTo>
                            <a:cubicBezTo>
                              <a:pt x="9144" y="15050"/>
                              <a:pt x="18764" y="14002"/>
                              <a:pt x="27051" y="11144"/>
                            </a:cubicBezTo>
                            <a:cubicBezTo>
                              <a:pt x="35433" y="8287"/>
                              <a:pt x="43053" y="4286"/>
                              <a:pt x="5000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47" name="Forme libre : forme 11546">
                        <a:extLst>
                          <a:ext uri="{FF2B5EF4-FFF2-40B4-BE49-F238E27FC236}">
                            <a16:creationId xmlns:a16="http://schemas.microsoft.com/office/drawing/2014/main" id="{E049DCD1-1FBE-4452-8A57-C6E4BE1C10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3756" y="3075307"/>
                        <a:ext cx="31171" cy="18136"/>
                      </a:xfrm>
                      <a:custGeom>
                        <a:avLst/>
                        <a:gdLst>
                          <a:gd name="connsiteX0" fmla="*/ 31167 w 31171"/>
                          <a:gd name="connsiteY0" fmla="*/ 1363 h 18136"/>
                          <a:gd name="connsiteX1" fmla="*/ 14879 w 31171"/>
                          <a:gd name="connsiteY1" fmla="*/ 14317 h 18136"/>
                          <a:gd name="connsiteX2" fmla="*/ 21 w 31171"/>
                          <a:gd name="connsiteY2" fmla="*/ 16127 h 18136"/>
                          <a:gd name="connsiteX3" fmla="*/ 15641 w 31171"/>
                          <a:gd name="connsiteY3" fmla="*/ 5173 h 18136"/>
                          <a:gd name="connsiteX4" fmla="*/ 31167 w 31171"/>
                          <a:gd name="connsiteY4" fmla="*/ 1363 h 18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171" h="18136">
                            <a:moveTo>
                              <a:pt x="31167" y="1363"/>
                            </a:moveTo>
                            <a:cubicBezTo>
                              <a:pt x="31453" y="5649"/>
                              <a:pt x="18785" y="12507"/>
                              <a:pt x="14879" y="14317"/>
                            </a:cubicBezTo>
                            <a:cubicBezTo>
                              <a:pt x="10974" y="16317"/>
                              <a:pt x="-551" y="20699"/>
                              <a:pt x="21" y="16127"/>
                            </a:cubicBezTo>
                            <a:cubicBezTo>
                              <a:pt x="497" y="11840"/>
                              <a:pt x="12022" y="6983"/>
                              <a:pt x="15641" y="5173"/>
                            </a:cubicBezTo>
                            <a:cubicBezTo>
                              <a:pt x="19261" y="3554"/>
                              <a:pt x="30977" y="-2733"/>
                              <a:pt x="31167" y="136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48" name="Forme libre : forme 11547">
                        <a:extLst>
                          <a:ext uri="{FF2B5EF4-FFF2-40B4-BE49-F238E27FC236}">
                            <a16:creationId xmlns:a16="http://schemas.microsoft.com/office/drawing/2014/main" id="{E781F51B-4FF5-42B4-8383-24826A22B8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40473" y="3072446"/>
                        <a:ext cx="8553" cy="6434"/>
                      </a:xfrm>
                      <a:custGeom>
                        <a:avLst/>
                        <a:gdLst>
                          <a:gd name="connsiteX0" fmla="*/ 8260 w 8553"/>
                          <a:gd name="connsiteY0" fmla="*/ 224 h 6434"/>
                          <a:gd name="connsiteX1" fmla="*/ 5593 w 8553"/>
                          <a:gd name="connsiteY1" fmla="*/ 4319 h 6434"/>
                          <a:gd name="connsiteX2" fmla="*/ 259 w 8553"/>
                          <a:gd name="connsiteY2" fmla="*/ 6129 h 6434"/>
                          <a:gd name="connsiteX3" fmla="*/ 2926 w 8553"/>
                          <a:gd name="connsiteY3" fmla="*/ 2224 h 6434"/>
                          <a:gd name="connsiteX4" fmla="*/ 8260 w 8553"/>
                          <a:gd name="connsiteY4" fmla="*/ 224 h 64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53" h="6434">
                            <a:moveTo>
                              <a:pt x="8260" y="224"/>
                            </a:moveTo>
                            <a:cubicBezTo>
                              <a:pt x="9403" y="1081"/>
                              <a:pt x="6927" y="3272"/>
                              <a:pt x="5593" y="4319"/>
                            </a:cubicBezTo>
                            <a:cubicBezTo>
                              <a:pt x="4260" y="5272"/>
                              <a:pt x="1402" y="7177"/>
                              <a:pt x="259" y="6129"/>
                            </a:cubicBezTo>
                            <a:cubicBezTo>
                              <a:pt x="-789" y="5177"/>
                              <a:pt x="1593" y="3176"/>
                              <a:pt x="2926" y="2224"/>
                            </a:cubicBezTo>
                            <a:cubicBezTo>
                              <a:pt x="4260" y="1176"/>
                              <a:pt x="7212" y="-634"/>
                              <a:pt x="8260" y="22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49" name="Forme libre : forme 11548">
                        <a:extLst>
                          <a:ext uri="{FF2B5EF4-FFF2-40B4-BE49-F238E27FC236}">
                            <a16:creationId xmlns:a16="http://schemas.microsoft.com/office/drawing/2014/main" id="{F2134FC7-9061-40AB-8EA2-5AA355DDC9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03627" y="3043544"/>
                        <a:ext cx="82463" cy="32505"/>
                      </a:xfrm>
                      <a:custGeom>
                        <a:avLst/>
                        <a:gdLst>
                          <a:gd name="connsiteX0" fmla="*/ 54917 w 82463"/>
                          <a:gd name="connsiteY0" fmla="*/ 3122 h 32505"/>
                          <a:gd name="connsiteX1" fmla="*/ 80349 w 82463"/>
                          <a:gd name="connsiteY1" fmla="*/ 455 h 32505"/>
                          <a:gd name="connsiteX2" fmla="*/ 79682 w 82463"/>
                          <a:gd name="connsiteY2" fmla="*/ 8837 h 32505"/>
                          <a:gd name="connsiteX3" fmla="*/ 69490 w 82463"/>
                          <a:gd name="connsiteY3" fmla="*/ 13124 h 32505"/>
                          <a:gd name="connsiteX4" fmla="*/ 37582 w 82463"/>
                          <a:gd name="connsiteY4" fmla="*/ 21982 h 32505"/>
                          <a:gd name="connsiteX5" fmla="*/ 15579 w 82463"/>
                          <a:gd name="connsiteY5" fmla="*/ 30554 h 32505"/>
                          <a:gd name="connsiteX6" fmla="*/ 53 w 82463"/>
                          <a:gd name="connsiteY6" fmla="*/ 28840 h 32505"/>
                          <a:gd name="connsiteX7" fmla="*/ 13769 w 82463"/>
                          <a:gd name="connsiteY7" fmla="*/ 15600 h 32505"/>
                          <a:gd name="connsiteX8" fmla="*/ 33105 w 82463"/>
                          <a:gd name="connsiteY8" fmla="*/ 6361 h 32505"/>
                          <a:gd name="connsiteX9" fmla="*/ 54917 w 82463"/>
                          <a:gd name="connsiteY9" fmla="*/ 3122 h 32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2463" h="32505">
                            <a:moveTo>
                              <a:pt x="54917" y="3122"/>
                            </a:moveTo>
                            <a:cubicBezTo>
                              <a:pt x="64728" y="932"/>
                              <a:pt x="71872" y="-878"/>
                              <a:pt x="80349" y="455"/>
                            </a:cubicBezTo>
                            <a:cubicBezTo>
                              <a:pt x="83492" y="932"/>
                              <a:pt x="83016" y="5599"/>
                              <a:pt x="79682" y="8837"/>
                            </a:cubicBezTo>
                            <a:cubicBezTo>
                              <a:pt x="76348" y="11981"/>
                              <a:pt x="72919" y="12457"/>
                              <a:pt x="69490" y="13124"/>
                            </a:cubicBezTo>
                            <a:cubicBezTo>
                              <a:pt x="58822" y="15124"/>
                              <a:pt x="48631" y="18458"/>
                              <a:pt x="37582" y="21982"/>
                            </a:cubicBezTo>
                            <a:cubicBezTo>
                              <a:pt x="34153" y="23030"/>
                              <a:pt x="24342" y="28078"/>
                              <a:pt x="15579" y="30554"/>
                            </a:cubicBezTo>
                            <a:cubicBezTo>
                              <a:pt x="6816" y="33221"/>
                              <a:pt x="-709" y="33602"/>
                              <a:pt x="53" y="28840"/>
                            </a:cubicBezTo>
                            <a:cubicBezTo>
                              <a:pt x="815" y="24077"/>
                              <a:pt x="6816" y="19600"/>
                              <a:pt x="13769" y="15600"/>
                            </a:cubicBezTo>
                            <a:cubicBezTo>
                              <a:pt x="20722" y="11504"/>
                              <a:pt x="28723" y="7885"/>
                              <a:pt x="33105" y="6361"/>
                            </a:cubicBezTo>
                            <a:cubicBezTo>
                              <a:pt x="42059" y="3503"/>
                              <a:pt x="47488" y="4646"/>
                              <a:pt x="54917" y="312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35" name="Graphique 1">
                      <a:extLst>
                        <a:ext uri="{FF2B5EF4-FFF2-40B4-BE49-F238E27FC236}">
                          <a16:creationId xmlns:a16="http://schemas.microsoft.com/office/drawing/2014/main" id="{E1FB01F0-0C2A-4F2A-B327-B49031E040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8744" y="2895340"/>
                      <a:ext cx="163567" cy="148112"/>
                      <a:chOff x="3588744" y="2895340"/>
                      <a:chExt cx="163567" cy="148112"/>
                    </a:xfrm>
                    <a:solidFill>
                      <a:schemeClr val="accent1"/>
                    </a:solidFill>
                  </p:grpSpPr>
                  <p:sp>
                    <p:nvSpPr>
                      <p:cNvPr id="11526" name="Forme libre : forme 11525">
                        <a:extLst>
                          <a:ext uri="{FF2B5EF4-FFF2-40B4-BE49-F238E27FC236}">
                            <a16:creationId xmlns:a16="http://schemas.microsoft.com/office/drawing/2014/main" id="{59BCC541-56BF-483B-B9C6-0E0B53553C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8744" y="2895340"/>
                        <a:ext cx="163567" cy="148108"/>
                      </a:xfrm>
                      <a:custGeom>
                        <a:avLst/>
                        <a:gdLst>
                          <a:gd name="connsiteX0" fmla="*/ 126201 w 163567"/>
                          <a:gd name="connsiteY0" fmla="*/ 74745 h 148108"/>
                          <a:gd name="connsiteX1" fmla="*/ 106579 w 163567"/>
                          <a:gd name="connsiteY1" fmla="*/ 94557 h 148108"/>
                          <a:gd name="connsiteX2" fmla="*/ 81814 w 163567"/>
                          <a:gd name="connsiteY2" fmla="*/ 120846 h 148108"/>
                          <a:gd name="connsiteX3" fmla="*/ 13996 w 163567"/>
                          <a:gd name="connsiteY3" fmla="*/ 148087 h 148108"/>
                          <a:gd name="connsiteX4" fmla="*/ 90 w 163567"/>
                          <a:gd name="connsiteY4" fmla="*/ 131609 h 148108"/>
                          <a:gd name="connsiteX5" fmla="*/ 27998 w 163567"/>
                          <a:gd name="connsiteY5" fmla="*/ 67982 h 148108"/>
                          <a:gd name="connsiteX6" fmla="*/ 48667 w 163567"/>
                          <a:gd name="connsiteY6" fmla="*/ 44360 h 148108"/>
                          <a:gd name="connsiteX7" fmla="*/ 55620 w 163567"/>
                          <a:gd name="connsiteY7" fmla="*/ 36931 h 148108"/>
                          <a:gd name="connsiteX8" fmla="*/ 62955 w 163567"/>
                          <a:gd name="connsiteY8" fmla="*/ 29596 h 148108"/>
                          <a:gd name="connsiteX9" fmla="*/ 76576 w 163567"/>
                          <a:gd name="connsiteY9" fmla="*/ 18071 h 148108"/>
                          <a:gd name="connsiteX10" fmla="*/ 117819 w 163567"/>
                          <a:gd name="connsiteY10" fmla="*/ 450 h 148108"/>
                          <a:gd name="connsiteX11" fmla="*/ 152680 w 163567"/>
                          <a:gd name="connsiteY11" fmla="*/ 5022 h 148108"/>
                          <a:gd name="connsiteX12" fmla="*/ 162777 w 163567"/>
                          <a:gd name="connsiteY12" fmla="*/ 23500 h 148108"/>
                          <a:gd name="connsiteX13" fmla="*/ 126201 w 163567"/>
                          <a:gd name="connsiteY13" fmla="*/ 74745 h 1481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63567" h="148108">
                            <a:moveTo>
                              <a:pt x="126201" y="74745"/>
                            </a:moveTo>
                            <a:cubicBezTo>
                              <a:pt x="121057" y="79126"/>
                              <a:pt x="114104" y="86366"/>
                              <a:pt x="106579" y="94557"/>
                            </a:cubicBezTo>
                            <a:cubicBezTo>
                              <a:pt x="97626" y="104653"/>
                              <a:pt x="88291" y="114655"/>
                              <a:pt x="81814" y="120846"/>
                            </a:cubicBezTo>
                            <a:cubicBezTo>
                              <a:pt x="57621" y="143896"/>
                              <a:pt x="37333" y="148468"/>
                              <a:pt x="13996" y="148087"/>
                            </a:cubicBezTo>
                            <a:cubicBezTo>
                              <a:pt x="5900" y="147897"/>
                              <a:pt x="-863" y="139325"/>
                              <a:pt x="90" y="131609"/>
                            </a:cubicBezTo>
                            <a:cubicBezTo>
                              <a:pt x="2852" y="109130"/>
                              <a:pt x="9234" y="90366"/>
                              <a:pt x="27998" y="67982"/>
                            </a:cubicBezTo>
                            <a:cubicBezTo>
                              <a:pt x="32951" y="61982"/>
                              <a:pt x="40761" y="53218"/>
                              <a:pt x="48667" y="44360"/>
                            </a:cubicBezTo>
                            <a:cubicBezTo>
                              <a:pt x="50382" y="42360"/>
                              <a:pt x="53239" y="39407"/>
                              <a:pt x="55620" y="36931"/>
                            </a:cubicBezTo>
                            <a:cubicBezTo>
                              <a:pt x="58097" y="34359"/>
                              <a:pt x="60478" y="31787"/>
                              <a:pt x="62955" y="29596"/>
                            </a:cubicBezTo>
                            <a:cubicBezTo>
                              <a:pt x="68003" y="25120"/>
                              <a:pt x="72480" y="20929"/>
                              <a:pt x="76576" y="18071"/>
                            </a:cubicBezTo>
                            <a:cubicBezTo>
                              <a:pt x="91339" y="6641"/>
                              <a:pt x="105341" y="1879"/>
                              <a:pt x="117819" y="450"/>
                            </a:cubicBezTo>
                            <a:cubicBezTo>
                              <a:pt x="130392" y="-979"/>
                              <a:pt x="141631" y="1117"/>
                              <a:pt x="152680" y="5022"/>
                            </a:cubicBezTo>
                            <a:cubicBezTo>
                              <a:pt x="160395" y="7594"/>
                              <a:pt x="165634" y="16833"/>
                              <a:pt x="162777" y="23500"/>
                            </a:cubicBezTo>
                            <a:cubicBezTo>
                              <a:pt x="154395" y="43408"/>
                              <a:pt x="144393" y="58171"/>
                              <a:pt x="126201" y="7474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27" name="Forme libre : forme 11526">
                        <a:extLst>
                          <a:ext uri="{FF2B5EF4-FFF2-40B4-BE49-F238E27FC236}">
                            <a16:creationId xmlns:a16="http://schemas.microsoft.com/office/drawing/2014/main" id="{0F1ADD19-4990-400E-87CA-9BA75DCB37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3786" y="2918459"/>
                        <a:ext cx="157638" cy="124992"/>
                      </a:xfrm>
                      <a:custGeom>
                        <a:avLst/>
                        <a:gdLst>
                          <a:gd name="connsiteX0" fmla="*/ 64484 w 157638"/>
                          <a:gd name="connsiteY0" fmla="*/ 71438 h 124992"/>
                          <a:gd name="connsiteX1" fmla="*/ 0 w 157638"/>
                          <a:gd name="connsiteY1" fmla="*/ 121158 h 124992"/>
                          <a:gd name="connsiteX2" fmla="*/ 8858 w 157638"/>
                          <a:gd name="connsiteY2" fmla="*/ 124968 h 124992"/>
                          <a:gd name="connsiteX3" fmla="*/ 20669 w 157638"/>
                          <a:gd name="connsiteY3" fmla="*/ 124587 h 124992"/>
                          <a:gd name="connsiteX4" fmla="*/ 54007 w 157638"/>
                          <a:gd name="connsiteY4" fmla="*/ 114776 h 124992"/>
                          <a:gd name="connsiteX5" fmla="*/ 76676 w 157638"/>
                          <a:gd name="connsiteY5" fmla="*/ 97727 h 124992"/>
                          <a:gd name="connsiteX6" fmla="*/ 84868 w 157638"/>
                          <a:gd name="connsiteY6" fmla="*/ 89535 h 124992"/>
                          <a:gd name="connsiteX7" fmla="*/ 103537 w 157638"/>
                          <a:gd name="connsiteY7" fmla="*/ 69152 h 124992"/>
                          <a:gd name="connsiteX8" fmla="*/ 118015 w 157638"/>
                          <a:gd name="connsiteY8" fmla="*/ 54388 h 124992"/>
                          <a:gd name="connsiteX9" fmla="*/ 121063 w 157638"/>
                          <a:gd name="connsiteY9" fmla="*/ 51626 h 124992"/>
                          <a:gd name="connsiteX10" fmla="*/ 137541 w 157638"/>
                          <a:gd name="connsiteY10" fmla="*/ 34290 h 124992"/>
                          <a:gd name="connsiteX11" fmla="*/ 153448 w 157638"/>
                          <a:gd name="connsiteY11" fmla="*/ 9430 h 124992"/>
                          <a:gd name="connsiteX12" fmla="*/ 157544 w 157638"/>
                          <a:gd name="connsiteY12" fmla="*/ 381 h 124992"/>
                          <a:gd name="connsiteX13" fmla="*/ 157639 w 157638"/>
                          <a:gd name="connsiteY13" fmla="*/ 0 h 124992"/>
                          <a:gd name="connsiteX14" fmla="*/ 105537 w 157638"/>
                          <a:gd name="connsiteY14" fmla="*/ 27908 h 124992"/>
                          <a:gd name="connsiteX15" fmla="*/ 84106 w 157638"/>
                          <a:gd name="connsiteY15" fmla="*/ 48101 h 124992"/>
                          <a:gd name="connsiteX16" fmla="*/ 64484 w 157638"/>
                          <a:gd name="connsiteY16" fmla="*/ 71438 h 124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57638" h="124992">
                            <a:moveTo>
                              <a:pt x="64484" y="71438"/>
                            </a:moveTo>
                            <a:cubicBezTo>
                              <a:pt x="46577" y="93345"/>
                              <a:pt x="23908" y="114871"/>
                              <a:pt x="0" y="121158"/>
                            </a:cubicBezTo>
                            <a:cubicBezTo>
                              <a:pt x="2477" y="123444"/>
                              <a:pt x="5524" y="124968"/>
                              <a:pt x="8858" y="124968"/>
                            </a:cubicBezTo>
                            <a:cubicBezTo>
                              <a:pt x="12859" y="125063"/>
                              <a:pt x="16764" y="124873"/>
                              <a:pt x="20669" y="124587"/>
                            </a:cubicBezTo>
                            <a:cubicBezTo>
                              <a:pt x="31813" y="123635"/>
                              <a:pt x="42767" y="120968"/>
                              <a:pt x="54007" y="114776"/>
                            </a:cubicBezTo>
                            <a:cubicBezTo>
                              <a:pt x="61341" y="110680"/>
                              <a:pt x="68771" y="105251"/>
                              <a:pt x="76676" y="97727"/>
                            </a:cubicBezTo>
                            <a:cubicBezTo>
                              <a:pt x="78962" y="95345"/>
                              <a:pt x="81820" y="92583"/>
                              <a:pt x="84868" y="89535"/>
                            </a:cubicBezTo>
                            <a:cubicBezTo>
                              <a:pt x="90583" y="83629"/>
                              <a:pt x="97727" y="75629"/>
                              <a:pt x="103537" y="69152"/>
                            </a:cubicBezTo>
                            <a:cubicBezTo>
                              <a:pt x="108585" y="63532"/>
                              <a:pt x="113824" y="58293"/>
                              <a:pt x="118015" y="54388"/>
                            </a:cubicBezTo>
                            <a:cubicBezTo>
                              <a:pt x="119063" y="53435"/>
                              <a:pt x="120110" y="52483"/>
                              <a:pt x="121063" y="51626"/>
                            </a:cubicBezTo>
                            <a:cubicBezTo>
                              <a:pt x="127445" y="45529"/>
                              <a:pt x="132969" y="40100"/>
                              <a:pt x="137541" y="34290"/>
                            </a:cubicBezTo>
                            <a:cubicBezTo>
                              <a:pt x="143923" y="26479"/>
                              <a:pt x="148876" y="18193"/>
                              <a:pt x="153448" y="9430"/>
                            </a:cubicBezTo>
                            <a:cubicBezTo>
                              <a:pt x="154877" y="6572"/>
                              <a:pt x="156210" y="3524"/>
                              <a:pt x="157544" y="381"/>
                            </a:cubicBezTo>
                            <a:lnTo>
                              <a:pt x="157639" y="0"/>
                            </a:lnTo>
                            <a:cubicBezTo>
                              <a:pt x="139160" y="6668"/>
                              <a:pt x="121063" y="15621"/>
                              <a:pt x="105537" y="27908"/>
                            </a:cubicBezTo>
                            <a:cubicBezTo>
                              <a:pt x="97822" y="34004"/>
                              <a:pt x="90488" y="40672"/>
                              <a:pt x="84106" y="48101"/>
                            </a:cubicBezTo>
                            <a:cubicBezTo>
                              <a:pt x="77534" y="55340"/>
                              <a:pt x="70866" y="63722"/>
                              <a:pt x="64484" y="7143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28" name="Forme libre : forme 11527">
                        <a:extLst>
                          <a:ext uri="{FF2B5EF4-FFF2-40B4-BE49-F238E27FC236}">
                            <a16:creationId xmlns:a16="http://schemas.microsoft.com/office/drawing/2014/main" id="{563E63F5-80D4-4144-A2B1-989D9CBDB8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43301" y="2924078"/>
                        <a:ext cx="72873" cy="66941"/>
                      </a:xfrm>
                      <a:custGeom>
                        <a:avLst/>
                        <a:gdLst>
                          <a:gd name="connsiteX0" fmla="*/ 72215 w 72873"/>
                          <a:gd name="connsiteY0" fmla="*/ 2192 h 66941"/>
                          <a:gd name="connsiteX1" fmla="*/ 61547 w 72873"/>
                          <a:gd name="connsiteY1" fmla="*/ 21146 h 66941"/>
                          <a:gd name="connsiteX2" fmla="*/ 42211 w 72873"/>
                          <a:gd name="connsiteY2" fmla="*/ 41149 h 66941"/>
                          <a:gd name="connsiteX3" fmla="*/ 33925 w 72873"/>
                          <a:gd name="connsiteY3" fmla="*/ 49245 h 66941"/>
                          <a:gd name="connsiteX4" fmla="*/ 22304 w 72873"/>
                          <a:gd name="connsiteY4" fmla="*/ 59246 h 66941"/>
                          <a:gd name="connsiteX5" fmla="*/ 1825 w 72873"/>
                          <a:gd name="connsiteY5" fmla="*/ 65533 h 66941"/>
                          <a:gd name="connsiteX6" fmla="*/ 6683 w 72873"/>
                          <a:gd name="connsiteY6" fmla="*/ 45435 h 66941"/>
                          <a:gd name="connsiteX7" fmla="*/ 15732 w 72873"/>
                          <a:gd name="connsiteY7" fmla="*/ 33243 h 66941"/>
                          <a:gd name="connsiteX8" fmla="*/ 24400 w 72873"/>
                          <a:gd name="connsiteY8" fmla="*/ 23909 h 66941"/>
                          <a:gd name="connsiteX9" fmla="*/ 49260 w 72873"/>
                          <a:gd name="connsiteY9" fmla="*/ 5621 h 66941"/>
                          <a:gd name="connsiteX10" fmla="*/ 72215 w 72873"/>
                          <a:gd name="connsiteY10" fmla="*/ 2192 h 669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2873" h="66941">
                            <a:moveTo>
                              <a:pt x="72215" y="2192"/>
                            </a:moveTo>
                            <a:cubicBezTo>
                              <a:pt x="74977" y="6573"/>
                              <a:pt x="68595" y="13526"/>
                              <a:pt x="61547" y="21146"/>
                            </a:cubicBezTo>
                            <a:cubicBezTo>
                              <a:pt x="54022" y="28957"/>
                              <a:pt x="46212" y="36958"/>
                              <a:pt x="42211" y="41149"/>
                            </a:cubicBezTo>
                            <a:cubicBezTo>
                              <a:pt x="40211" y="43340"/>
                              <a:pt x="37353" y="46102"/>
                              <a:pt x="33925" y="49245"/>
                            </a:cubicBezTo>
                            <a:cubicBezTo>
                              <a:pt x="30400" y="52674"/>
                              <a:pt x="26304" y="56199"/>
                              <a:pt x="22304" y="59246"/>
                            </a:cubicBezTo>
                            <a:cubicBezTo>
                              <a:pt x="14208" y="65343"/>
                              <a:pt x="6016" y="69152"/>
                              <a:pt x="1825" y="65533"/>
                            </a:cubicBezTo>
                            <a:cubicBezTo>
                              <a:pt x="-2366" y="61913"/>
                              <a:pt x="1254" y="53722"/>
                              <a:pt x="6683" y="45435"/>
                            </a:cubicBezTo>
                            <a:cubicBezTo>
                              <a:pt x="9445" y="41244"/>
                              <a:pt x="12684" y="36958"/>
                              <a:pt x="15732" y="33243"/>
                            </a:cubicBezTo>
                            <a:cubicBezTo>
                              <a:pt x="18875" y="29433"/>
                              <a:pt x="22209" y="26100"/>
                              <a:pt x="24400" y="23909"/>
                            </a:cubicBezTo>
                            <a:cubicBezTo>
                              <a:pt x="28876" y="19527"/>
                              <a:pt x="38973" y="11050"/>
                              <a:pt x="49260" y="5621"/>
                            </a:cubicBezTo>
                            <a:cubicBezTo>
                              <a:pt x="59547" y="192"/>
                              <a:pt x="69548" y="-1999"/>
                              <a:pt x="72215" y="219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29" name="Forme libre : forme 11528">
                        <a:extLst>
                          <a:ext uri="{FF2B5EF4-FFF2-40B4-BE49-F238E27FC236}">
                            <a16:creationId xmlns:a16="http://schemas.microsoft.com/office/drawing/2014/main" id="{8E4BF883-F95A-4153-95BB-974528A4F8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42651" y="2951035"/>
                        <a:ext cx="56195" cy="39762"/>
                      </a:xfrm>
                      <a:custGeom>
                        <a:avLst/>
                        <a:gdLst>
                          <a:gd name="connsiteX0" fmla="*/ 8571 w 56195"/>
                          <a:gd name="connsiteY0" fmla="*/ 17145 h 39762"/>
                          <a:gd name="connsiteX1" fmla="*/ 2094 w 56195"/>
                          <a:gd name="connsiteY1" fmla="*/ 38957 h 39762"/>
                          <a:gd name="connsiteX2" fmla="*/ 22858 w 56195"/>
                          <a:gd name="connsiteY2" fmla="*/ 32290 h 39762"/>
                          <a:gd name="connsiteX3" fmla="*/ 34098 w 56195"/>
                          <a:gd name="connsiteY3" fmla="*/ 22670 h 39762"/>
                          <a:gd name="connsiteX4" fmla="*/ 43242 w 56195"/>
                          <a:gd name="connsiteY4" fmla="*/ 13811 h 39762"/>
                          <a:gd name="connsiteX5" fmla="*/ 56196 w 56195"/>
                          <a:gd name="connsiteY5" fmla="*/ 0 h 39762"/>
                          <a:gd name="connsiteX6" fmla="*/ 48004 w 56195"/>
                          <a:gd name="connsiteY6" fmla="*/ 6096 h 39762"/>
                          <a:gd name="connsiteX7" fmla="*/ 8571 w 56195"/>
                          <a:gd name="connsiteY7" fmla="*/ 17145 h 39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6195" h="39762">
                            <a:moveTo>
                              <a:pt x="8571" y="17145"/>
                            </a:moveTo>
                            <a:cubicBezTo>
                              <a:pt x="5999" y="22860"/>
                              <a:pt x="-4383" y="35909"/>
                              <a:pt x="2094" y="38957"/>
                            </a:cubicBezTo>
                            <a:cubicBezTo>
                              <a:pt x="7332" y="41434"/>
                              <a:pt x="15048" y="37909"/>
                              <a:pt x="22858" y="32290"/>
                            </a:cubicBezTo>
                            <a:cubicBezTo>
                              <a:pt x="26763" y="29528"/>
                              <a:pt x="30573" y="26098"/>
                              <a:pt x="34098" y="22670"/>
                            </a:cubicBezTo>
                            <a:cubicBezTo>
                              <a:pt x="37622" y="19431"/>
                              <a:pt x="40670" y="16573"/>
                              <a:pt x="43242" y="13811"/>
                            </a:cubicBezTo>
                            <a:cubicBezTo>
                              <a:pt x="46385" y="10858"/>
                              <a:pt x="52862" y="3620"/>
                              <a:pt x="56196" y="0"/>
                            </a:cubicBezTo>
                            <a:cubicBezTo>
                              <a:pt x="53910" y="1619"/>
                              <a:pt x="50290" y="4667"/>
                              <a:pt x="48004" y="6096"/>
                            </a:cubicBezTo>
                            <a:cubicBezTo>
                              <a:pt x="34669" y="13240"/>
                              <a:pt x="18191" y="24670"/>
                              <a:pt x="8571" y="1714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30" name="Forme libre : forme 11529">
                        <a:extLst>
                          <a:ext uri="{FF2B5EF4-FFF2-40B4-BE49-F238E27FC236}">
                            <a16:creationId xmlns:a16="http://schemas.microsoft.com/office/drawing/2014/main" id="{A3568E74-A8B2-49E6-9D87-B19A9EDBB5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48577" y="2923003"/>
                        <a:ext cx="72792" cy="66175"/>
                      </a:xfrm>
                      <a:custGeom>
                        <a:avLst/>
                        <a:gdLst>
                          <a:gd name="connsiteX0" fmla="*/ 72654 w 72792"/>
                          <a:gd name="connsiteY0" fmla="*/ 2981 h 66175"/>
                          <a:gd name="connsiteX1" fmla="*/ 60843 w 72792"/>
                          <a:gd name="connsiteY1" fmla="*/ 22221 h 66175"/>
                          <a:gd name="connsiteX2" fmla="*/ 41983 w 72792"/>
                          <a:gd name="connsiteY2" fmla="*/ 41367 h 66175"/>
                          <a:gd name="connsiteX3" fmla="*/ 1978 w 72792"/>
                          <a:gd name="connsiteY3" fmla="*/ 64798 h 66175"/>
                          <a:gd name="connsiteX4" fmla="*/ 24743 w 72792"/>
                          <a:gd name="connsiteY4" fmla="*/ 23460 h 66175"/>
                          <a:gd name="connsiteX5" fmla="*/ 50556 w 72792"/>
                          <a:gd name="connsiteY5" fmla="*/ 5267 h 66175"/>
                          <a:gd name="connsiteX6" fmla="*/ 72654 w 72792"/>
                          <a:gd name="connsiteY6" fmla="*/ 2981 h 66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2792" h="66175">
                            <a:moveTo>
                              <a:pt x="72654" y="2981"/>
                            </a:moveTo>
                            <a:cubicBezTo>
                              <a:pt x="73797" y="8125"/>
                              <a:pt x="67701" y="15078"/>
                              <a:pt x="60843" y="22221"/>
                            </a:cubicBezTo>
                            <a:cubicBezTo>
                              <a:pt x="53604" y="29556"/>
                              <a:pt x="46174" y="37080"/>
                              <a:pt x="41983" y="41367"/>
                            </a:cubicBezTo>
                            <a:cubicBezTo>
                              <a:pt x="34173" y="49368"/>
                              <a:pt x="11027" y="71942"/>
                              <a:pt x="1978" y="64798"/>
                            </a:cubicBezTo>
                            <a:cubicBezTo>
                              <a:pt x="-6785" y="58131"/>
                              <a:pt x="15885" y="31651"/>
                              <a:pt x="24743" y="23460"/>
                            </a:cubicBezTo>
                            <a:cubicBezTo>
                              <a:pt x="28934" y="19555"/>
                              <a:pt x="39507" y="10411"/>
                              <a:pt x="50556" y="5267"/>
                            </a:cubicBezTo>
                            <a:cubicBezTo>
                              <a:pt x="61224" y="-162"/>
                              <a:pt x="71511" y="-2162"/>
                              <a:pt x="72654" y="298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31" name="Forme libre : forme 11530">
                        <a:extLst>
                          <a:ext uri="{FF2B5EF4-FFF2-40B4-BE49-F238E27FC236}">
                            <a16:creationId xmlns:a16="http://schemas.microsoft.com/office/drawing/2014/main" id="{48319FE0-FA59-434B-847E-EA1C1E3F70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08294" y="2947875"/>
                        <a:ext cx="99128" cy="75967"/>
                      </a:xfrm>
                      <a:custGeom>
                        <a:avLst/>
                        <a:gdLst>
                          <a:gd name="connsiteX0" fmla="*/ 6257 w 99128"/>
                          <a:gd name="connsiteY0" fmla="*/ 74026 h 75967"/>
                          <a:gd name="connsiteX1" fmla="*/ 23497 w 99128"/>
                          <a:gd name="connsiteY1" fmla="*/ 74121 h 75967"/>
                          <a:gd name="connsiteX2" fmla="*/ 66074 w 99128"/>
                          <a:gd name="connsiteY2" fmla="*/ 53261 h 75967"/>
                          <a:gd name="connsiteX3" fmla="*/ 83219 w 99128"/>
                          <a:gd name="connsiteY3" fmla="*/ 35926 h 75967"/>
                          <a:gd name="connsiteX4" fmla="*/ 89029 w 99128"/>
                          <a:gd name="connsiteY4" fmla="*/ 28115 h 75967"/>
                          <a:gd name="connsiteX5" fmla="*/ 93982 w 99128"/>
                          <a:gd name="connsiteY5" fmla="*/ 20495 h 75967"/>
                          <a:gd name="connsiteX6" fmla="*/ 96363 w 99128"/>
                          <a:gd name="connsiteY6" fmla="*/ 588 h 75967"/>
                          <a:gd name="connsiteX7" fmla="*/ 81980 w 99128"/>
                          <a:gd name="connsiteY7" fmla="*/ 4874 h 75967"/>
                          <a:gd name="connsiteX8" fmla="*/ 44166 w 99128"/>
                          <a:gd name="connsiteY8" fmla="*/ 23829 h 75967"/>
                          <a:gd name="connsiteX9" fmla="*/ 7114 w 99128"/>
                          <a:gd name="connsiteY9" fmla="*/ 44308 h 75967"/>
                          <a:gd name="connsiteX10" fmla="*/ 6257 w 99128"/>
                          <a:gd name="connsiteY10" fmla="*/ 74026 h 75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9128" h="75967">
                            <a:moveTo>
                              <a:pt x="6257" y="74026"/>
                            </a:moveTo>
                            <a:cubicBezTo>
                              <a:pt x="12448" y="76788"/>
                              <a:pt x="15496" y="76407"/>
                              <a:pt x="23497" y="74121"/>
                            </a:cubicBezTo>
                            <a:cubicBezTo>
                              <a:pt x="38546" y="69644"/>
                              <a:pt x="51120" y="65548"/>
                              <a:pt x="66074" y="53261"/>
                            </a:cubicBezTo>
                            <a:cubicBezTo>
                              <a:pt x="72265" y="48213"/>
                              <a:pt x="78266" y="41926"/>
                              <a:pt x="83219" y="35926"/>
                            </a:cubicBezTo>
                            <a:cubicBezTo>
                              <a:pt x="85409" y="33354"/>
                              <a:pt x="87314" y="30782"/>
                              <a:pt x="89029" y="28115"/>
                            </a:cubicBezTo>
                            <a:cubicBezTo>
                              <a:pt x="90839" y="25543"/>
                              <a:pt x="92648" y="23067"/>
                              <a:pt x="93982" y="20495"/>
                            </a:cubicBezTo>
                            <a:cubicBezTo>
                              <a:pt x="98268" y="13065"/>
                              <a:pt x="101792" y="4207"/>
                              <a:pt x="96363" y="588"/>
                            </a:cubicBezTo>
                            <a:cubicBezTo>
                              <a:pt x="93029" y="-1508"/>
                              <a:pt x="87314" y="2493"/>
                              <a:pt x="81980" y="4874"/>
                            </a:cubicBezTo>
                            <a:cubicBezTo>
                              <a:pt x="69312" y="10398"/>
                              <a:pt x="58263" y="18685"/>
                              <a:pt x="44166" y="23829"/>
                            </a:cubicBezTo>
                            <a:cubicBezTo>
                              <a:pt x="32260" y="28305"/>
                              <a:pt x="17496" y="31068"/>
                              <a:pt x="7114" y="44308"/>
                            </a:cubicBezTo>
                            <a:cubicBezTo>
                              <a:pt x="-2125" y="56119"/>
                              <a:pt x="-2316" y="70215"/>
                              <a:pt x="6257" y="7402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32" name="Forme libre : forme 11531">
                        <a:extLst>
                          <a:ext uri="{FF2B5EF4-FFF2-40B4-BE49-F238E27FC236}">
                            <a16:creationId xmlns:a16="http://schemas.microsoft.com/office/drawing/2014/main" id="{08EE62B5-DEEC-4B09-B11C-D9858D5BFC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22930" y="2964695"/>
                        <a:ext cx="22948" cy="33743"/>
                      </a:xfrm>
                      <a:custGeom>
                        <a:avLst/>
                        <a:gdLst>
                          <a:gd name="connsiteX0" fmla="*/ 860 w 22948"/>
                          <a:gd name="connsiteY0" fmla="*/ 28631 h 33743"/>
                          <a:gd name="connsiteX1" fmla="*/ 193 w 22948"/>
                          <a:gd name="connsiteY1" fmla="*/ 33012 h 33743"/>
                          <a:gd name="connsiteX2" fmla="*/ 3908 w 22948"/>
                          <a:gd name="connsiteY2" fmla="*/ 32631 h 33743"/>
                          <a:gd name="connsiteX3" fmla="*/ 8860 w 22948"/>
                          <a:gd name="connsiteY3" fmla="*/ 27583 h 33743"/>
                          <a:gd name="connsiteX4" fmla="*/ 19148 w 22948"/>
                          <a:gd name="connsiteY4" fmla="*/ 13486 h 33743"/>
                          <a:gd name="connsiteX5" fmla="*/ 22196 w 22948"/>
                          <a:gd name="connsiteY5" fmla="*/ 7866 h 33743"/>
                          <a:gd name="connsiteX6" fmla="*/ 13433 w 22948"/>
                          <a:gd name="connsiteY6" fmla="*/ 4914 h 33743"/>
                          <a:gd name="connsiteX7" fmla="*/ 860 w 22948"/>
                          <a:gd name="connsiteY7" fmla="*/ 28631 h 337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948" h="33743">
                            <a:moveTo>
                              <a:pt x="860" y="28631"/>
                            </a:moveTo>
                            <a:cubicBezTo>
                              <a:pt x="193" y="30441"/>
                              <a:pt x="-283" y="31774"/>
                              <a:pt x="193" y="33012"/>
                            </a:cubicBezTo>
                            <a:cubicBezTo>
                              <a:pt x="669" y="34251"/>
                              <a:pt x="2288" y="33774"/>
                              <a:pt x="3908" y="32631"/>
                            </a:cubicBezTo>
                            <a:cubicBezTo>
                              <a:pt x="5527" y="31488"/>
                              <a:pt x="7432" y="29298"/>
                              <a:pt x="8860" y="27583"/>
                            </a:cubicBezTo>
                            <a:cubicBezTo>
                              <a:pt x="12480" y="23106"/>
                              <a:pt x="16195" y="18249"/>
                              <a:pt x="19148" y="13486"/>
                            </a:cubicBezTo>
                            <a:cubicBezTo>
                              <a:pt x="20386" y="11581"/>
                              <a:pt x="21529" y="9771"/>
                              <a:pt x="22196" y="7866"/>
                            </a:cubicBezTo>
                            <a:cubicBezTo>
                              <a:pt x="24767" y="56"/>
                              <a:pt x="20481" y="-3659"/>
                              <a:pt x="13433" y="4914"/>
                            </a:cubicBezTo>
                            <a:cubicBezTo>
                              <a:pt x="8003" y="11581"/>
                              <a:pt x="3527" y="21297"/>
                              <a:pt x="860" y="2863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33" name="Forme libre : forme 11532">
                        <a:extLst>
                          <a:ext uri="{FF2B5EF4-FFF2-40B4-BE49-F238E27FC236}">
                            <a16:creationId xmlns:a16="http://schemas.microsoft.com/office/drawing/2014/main" id="{E2A8772E-90B9-42A9-89D6-5ED5EE7CB9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5420" y="2917221"/>
                        <a:ext cx="32575" cy="50291"/>
                      </a:xfrm>
                      <a:custGeom>
                        <a:avLst/>
                        <a:gdLst>
                          <a:gd name="connsiteX0" fmla="*/ 32576 w 32575"/>
                          <a:gd name="connsiteY0" fmla="*/ 0 h 50291"/>
                          <a:gd name="connsiteX1" fmla="*/ 18193 w 32575"/>
                          <a:gd name="connsiteY1" fmla="*/ 25622 h 50291"/>
                          <a:gd name="connsiteX2" fmla="*/ 0 w 32575"/>
                          <a:gd name="connsiteY2" fmla="*/ 50292 h 50291"/>
                          <a:gd name="connsiteX3" fmla="*/ 32576 w 32575"/>
                          <a:gd name="connsiteY3" fmla="*/ 0 h 50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2575" h="50291">
                            <a:moveTo>
                              <a:pt x="32576" y="0"/>
                            </a:moveTo>
                            <a:cubicBezTo>
                              <a:pt x="31242" y="8001"/>
                              <a:pt x="24765" y="16764"/>
                              <a:pt x="18193" y="25622"/>
                            </a:cubicBezTo>
                            <a:cubicBezTo>
                              <a:pt x="11430" y="34290"/>
                              <a:pt x="4667" y="43339"/>
                              <a:pt x="0" y="50292"/>
                            </a:cubicBezTo>
                            <a:cubicBezTo>
                              <a:pt x="9716" y="35052"/>
                              <a:pt x="22098" y="15335"/>
                              <a:pt x="3257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34" name="Forme libre : forme 11533">
                        <a:extLst>
                          <a:ext uri="{FF2B5EF4-FFF2-40B4-BE49-F238E27FC236}">
                            <a16:creationId xmlns:a16="http://schemas.microsoft.com/office/drawing/2014/main" id="{C4A597EC-5860-4405-87E5-118CB77FE6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1119" y="2963322"/>
                        <a:ext cx="28860" cy="64198"/>
                      </a:xfrm>
                      <a:custGeom>
                        <a:avLst/>
                        <a:gdLst>
                          <a:gd name="connsiteX0" fmla="*/ 28861 w 28860"/>
                          <a:gd name="connsiteY0" fmla="*/ 0 h 64198"/>
                          <a:gd name="connsiteX1" fmla="*/ 0 w 28860"/>
                          <a:gd name="connsiteY1" fmla="*/ 64199 h 64198"/>
                          <a:gd name="connsiteX2" fmla="*/ 28861 w 28860"/>
                          <a:gd name="connsiteY2" fmla="*/ 0 h 64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8860" h="64198">
                            <a:moveTo>
                              <a:pt x="28861" y="0"/>
                            </a:moveTo>
                            <a:cubicBezTo>
                              <a:pt x="12573" y="20098"/>
                              <a:pt x="4572" y="43625"/>
                              <a:pt x="0" y="64199"/>
                            </a:cubicBezTo>
                            <a:cubicBezTo>
                              <a:pt x="3334" y="44863"/>
                              <a:pt x="17431" y="19336"/>
                              <a:pt x="2886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35" name="Forme libre : forme 11534">
                        <a:extLst>
                          <a:ext uri="{FF2B5EF4-FFF2-40B4-BE49-F238E27FC236}">
                            <a16:creationId xmlns:a16="http://schemas.microsoft.com/office/drawing/2014/main" id="{0E5E2790-6FAB-4781-9FB4-0A1FA1B3E2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6136" y="2934417"/>
                        <a:ext cx="29284" cy="23251"/>
                      </a:xfrm>
                      <a:custGeom>
                        <a:avLst/>
                        <a:gdLst>
                          <a:gd name="connsiteX0" fmla="*/ 29282 w 29284"/>
                          <a:gd name="connsiteY0" fmla="*/ 1378 h 23251"/>
                          <a:gd name="connsiteX1" fmla="*/ 14232 w 29284"/>
                          <a:gd name="connsiteY1" fmla="*/ 16047 h 23251"/>
                          <a:gd name="connsiteX2" fmla="*/ 40 w 29284"/>
                          <a:gd name="connsiteY2" fmla="*/ 21952 h 23251"/>
                          <a:gd name="connsiteX3" fmla="*/ 5088 w 29284"/>
                          <a:gd name="connsiteY3" fmla="*/ 13475 h 23251"/>
                          <a:gd name="connsiteX4" fmla="*/ 13661 w 29284"/>
                          <a:gd name="connsiteY4" fmla="*/ 6808 h 23251"/>
                          <a:gd name="connsiteX5" fmla="*/ 29282 w 29284"/>
                          <a:gd name="connsiteY5" fmla="*/ 1378 h 232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9284" h="23251">
                            <a:moveTo>
                              <a:pt x="29282" y="1378"/>
                            </a:moveTo>
                            <a:cubicBezTo>
                              <a:pt x="29472" y="5569"/>
                              <a:pt x="17661" y="13189"/>
                              <a:pt x="14232" y="16047"/>
                            </a:cubicBezTo>
                            <a:cubicBezTo>
                              <a:pt x="10518" y="18428"/>
                              <a:pt x="993" y="26334"/>
                              <a:pt x="40" y="21952"/>
                            </a:cubicBezTo>
                            <a:cubicBezTo>
                              <a:pt x="-341" y="19761"/>
                              <a:pt x="2040" y="16428"/>
                              <a:pt x="5088" y="13475"/>
                            </a:cubicBezTo>
                            <a:cubicBezTo>
                              <a:pt x="8232" y="10617"/>
                              <a:pt x="11946" y="8046"/>
                              <a:pt x="13661" y="6808"/>
                            </a:cubicBezTo>
                            <a:cubicBezTo>
                              <a:pt x="17090" y="4236"/>
                              <a:pt x="29091" y="-3003"/>
                              <a:pt x="29282" y="137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36" name="Forme libre : forme 11535">
                        <a:extLst>
                          <a:ext uri="{FF2B5EF4-FFF2-40B4-BE49-F238E27FC236}">
                            <a16:creationId xmlns:a16="http://schemas.microsoft.com/office/drawing/2014/main" id="{0C991169-2C30-4C1E-9AD4-6D81E64A24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91013" y="2931570"/>
                        <a:ext cx="8752" cy="6476"/>
                      </a:xfrm>
                      <a:custGeom>
                        <a:avLst/>
                        <a:gdLst>
                          <a:gd name="connsiteX0" fmla="*/ 8501 w 8752"/>
                          <a:gd name="connsiteY0" fmla="*/ 225 h 6476"/>
                          <a:gd name="connsiteX1" fmla="*/ 5644 w 8752"/>
                          <a:gd name="connsiteY1" fmla="*/ 4225 h 6476"/>
                          <a:gd name="connsiteX2" fmla="*/ 310 w 8752"/>
                          <a:gd name="connsiteY2" fmla="*/ 6226 h 6476"/>
                          <a:gd name="connsiteX3" fmla="*/ 2881 w 8752"/>
                          <a:gd name="connsiteY3" fmla="*/ 2035 h 6476"/>
                          <a:gd name="connsiteX4" fmla="*/ 8501 w 8752"/>
                          <a:gd name="connsiteY4" fmla="*/ 225 h 64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752" h="6476">
                            <a:moveTo>
                              <a:pt x="8501" y="225"/>
                            </a:moveTo>
                            <a:cubicBezTo>
                              <a:pt x="9549" y="1177"/>
                              <a:pt x="7073" y="3273"/>
                              <a:pt x="5644" y="4225"/>
                            </a:cubicBezTo>
                            <a:cubicBezTo>
                              <a:pt x="4215" y="5178"/>
                              <a:pt x="1452" y="7178"/>
                              <a:pt x="310" y="6226"/>
                            </a:cubicBezTo>
                            <a:cubicBezTo>
                              <a:pt x="-833" y="5368"/>
                              <a:pt x="1452" y="3083"/>
                              <a:pt x="2881" y="2035"/>
                            </a:cubicBezTo>
                            <a:cubicBezTo>
                              <a:pt x="4310" y="1177"/>
                              <a:pt x="7358" y="-632"/>
                              <a:pt x="8501" y="22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37" name="Forme libre : forme 11536">
                        <a:extLst>
                          <a:ext uri="{FF2B5EF4-FFF2-40B4-BE49-F238E27FC236}">
                            <a16:creationId xmlns:a16="http://schemas.microsoft.com/office/drawing/2014/main" id="{C641EB95-545F-4841-8598-34FCABE06F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50742" y="2906167"/>
                        <a:ext cx="91101" cy="37903"/>
                      </a:xfrm>
                      <a:custGeom>
                        <a:avLst/>
                        <a:gdLst>
                          <a:gd name="connsiteX0" fmla="*/ 63345 w 91101"/>
                          <a:gd name="connsiteY0" fmla="*/ 196 h 37903"/>
                          <a:gd name="connsiteX1" fmla="*/ 89825 w 91101"/>
                          <a:gd name="connsiteY1" fmla="*/ 4387 h 37903"/>
                          <a:gd name="connsiteX2" fmla="*/ 86396 w 91101"/>
                          <a:gd name="connsiteY2" fmla="*/ 12007 h 37903"/>
                          <a:gd name="connsiteX3" fmla="*/ 75537 w 91101"/>
                          <a:gd name="connsiteY3" fmla="*/ 13245 h 37903"/>
                          <a:gd name="connsiteX4" fmla="*/ 41342 w 91101"/>
                          <a:gd name="connsiteY4" fmla="*/ 18484 h 37903"/>
                          <a:gd name="connsiteX5" fmla="*/ 31532 w 91101"/>
                          <a:gd name="connsiteY5" fmla="*/ 23151 h 37903"/>
                          <a:gd name="connsiteX6" fmla="*/ 17625 w 91101"/>
                          <a:gd name="connsiteY6" fmla="*/ 30961 h 37903"/>
                          <a:gd name="connsiteX7" fmla="*/ 4 w 91101"/>
                          <a:gd name="connsiteY7" fmla="*/ 35438 h 37903"/>
                          <a:gd name="connsiteX8" fmla="*/ 4100 w 91101"/>
                          <a:gd name="connsiteY8" fmla="*/ 25818 h 37903"/>
                          <a:gd name="connsiteX9" fmla="*/ 14672 w 91101"/>
                          <a:gd name="connsiteY9" fmla="*/ 15341 h 37903"/>
                          <a:gd name="connsiteX10" fmla="*/ 27722 w 91101"/>
                          <a:gd name="connsiteY10" fmla="*/ 6863 h 37903"/>
                          <a:gd name="connsiteX11" fmla="*/ 38485 w 91101"/>
                          <a:gd name="connsiteY11" fmla="*/ 2196 h 37903"/>
                          <a:gd name="connsiteX12" fmla="*/ 63345 w 91101"/>
                          <a:gd name="connsiteY12" fmla="*/ 196 h 379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1101" h="37903">
                            <a:moveTo>
                              <a:pt x="63345" y="196"/>
                            </a:moveTo>
                            <a:cubicBezTo>
                              <a:pt x="74299" y="-376"/>
                              <a:pt x="82300" y="101"/>
                              <a:pt x="89825" y="4387"/>
                            </a:cubicBezTo>
                            <a:cubicBezTo>
                              <a:pt x="92682" y="6101"/>
                              <a:pt x="90396" y="10007"/>
                              <a:pt x="86396" y="12007"/>
                            </a:cubicBezTo>
                            <a:cubicBezTo>
                              <a:pt x="82300" y="14007"/>
                              <a:pt x="78966" y="13340"/>
                              <a:pt x="75537" y="13245"/>
                            </a:cubicBezTo>
                            <a:cubicBezTo>
                              <a:pt x="64679" y="12674"/>
                              <a:pt x="53439" y="14388"/>
                              <a:pt x="41342" y="18484"/>
                            </a:cubicBezTo>
                            <a:cubicBezTo>
                              <a:pt x="39437" y="19055"/>
                              <a:pt x="35723" y="20770"/>
                              <a:pt x="31532" y="23151"/>
                            </a:cubicBezTo>
                            <a:cubicBezTo>
                              <a:pt x="27150" y="25342"/>
                              <a:pt x="22197" y="28294"/>
                              <a:pt x="17625" y="30961"/>
                            </a:cubicBezTo>
                            <a:cubicBezTo>
                              <a:pt x="8291" y="36200"/>
                              <a:pt x="290" y="40963"/>
                              <a:pt x="4" y="35438"/>
                            </a:cubicBezTo>
                            <a:cubicBezTo>
                              <a:pt x="-91" y="32771"/>
                              <a:pt x="1528" y="29342"/>
                              <a:pt x="4100" y="25818"/>
                            </a:cubicBezTo>
                            <a:cubicBezTo>
                              <a:pt x="6767" y="22389"/>
                              <a:pt x="10672" y="18769"/>
                              <a:pt x="14672" y="15341"/>
                            </a:cubicBezTo>
                            <a:cubicBezTo>
                              <a:pt x="18959" y="12102"/>
                              <a:pt x="23531" y="9244"/>
                              <a:pt x="27722" y="6863"/>
                            </a:cubicBezTo>
                            <a:cubicBezTo>
                              <a:pt x="32008" y="4673"/>
                              <a:pt x="35913" y="3053"/>
                              <a:pt x="38485" y="2196"/>
                            </a:cubicBezTo>
                            <a:cubicBezTo>
                              <a:pt x="49248" y="-1138"/>
                              <a:pt x="54963" y="482"/>
                              <a:pt x="63345" y="19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36" name="Graphique 1">
                      <a:extLst>
                        <a:ext uri="{FF2B5EF4-FFF2-40B4-BE49-F238E27FC236}">
                          <a16:creationId xmlns:a16="http://schemas.microsoft.com/office/drawing/2014/main" id="{13276DBE-ABAE-483B-BADC-CA1A46FECC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50169" y="2860745"/>
                      <a:ext cx="202381" cy="84048"/>
                      <a:chOff x="3750169" y="2860745"/>
                      <a:chExt cx="202381" cy="84048"/>
                    </a:xfrm>
                    <a:solidFill>
                      <a:schemeClr val="accent1"/>
                    </a:solidFill>
                  </p:grpSpPr>
                  <p:sp>
                    <p:nvSpPr>
                      <p:cNvPr id="11514" name="Forme libre : forme 11513">
                        <a:extLst>
                          <a:ext uri="{FF2B5EF4-FFF2-40B4-BE49-F238E27FC236}">
                            <a16:creationId xmlns:a16="http://schemas.microsoft.com/office/drawing/2014/main" id="{3CE3B637-CDE9-4E57-81E8-29C6780024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50169" y="2860745"/>
                        <a:ext cx="202381" cy="84048"/>
                      </a:xfrm>
                      <a:custGeom>
                        <a:avLst/>
                        <a:gdLst>
                          <a:gd name="connsiteX0" fmla="*/ 129843 w 202381"/>
                          <a:gd name="connsiteY0" fmla="*/ 81812 h 84048"/>
                          <a:gd name="connsiteX1" fmla="*/ 100506 w 202381"/>
                          <a:gd name="connsiteY1" fmla="*/ 77717 h 84048"/>
                          <a:gd name="connsiteX2" fmla="*/ 70407 w 202381"/>
                          <a:gd name="connsiteY2" fmla="*/ 75811 h 84048"/>
                          <a:gd name="connsiteX3" fmla="*/ 7542 w 202381"/>
                          <a:gd name="connsiteY3" fmla="*/ 56857 h 84048"/>
                          <a:gd name="connsiteX4" fmla="*/ 2304 w 202381"/>
                          <a:gd name="connsiteY4" fmla="*/ 35902 h 84048"/>
                          <a:gd name="connsiteX5" fmla="*/ 70693 w 202381"/>
                          <a:gd name="connsiteY5" fmla="*/ 374 h 84048"/>
                          <a:gd name="connsiteX6" fmla="*/ 107364 w 202381"/>
                          <a:gd name="connsiteY6" fmla="*/ 1231 h 84048"/>
                          <a:gd name="connsiteX7" fmla="*/ 144036 w 202381"/>
                          <a:gd name="connsiteY7" fmla="*/ 7708 h 84048"/>
                          <a:gd name="connsiteX8" fmla="*/ 201566 w 202381"/>
                          <a:gd name="connsiteY8" fmla="*/ 58952 h 84048"/>
                          <a:gd name="connsiteX9" fmla="*/ 192613 w 202381"/>
                          <a:gd name="connsiteY9" fmla="*/ 78098 h 84048"/>
                          <a:gd name="connsiteX10" fmla="*/ 129843 w 202381"/>
                          <a:gd name="connsiteY10" fmla="*/ 81812 h 840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02381" h="84048">
                            <a:moveTo>
                              <a:pt x="129843" y="81812"/>
                            </a:moveTo>
                            <a:cubicBezTo>
                              <a:pt x="122890" y="80669"/>
                              <a:pt x="111841" y="78764"/>
                              <a:pt x="100506" y="77717"/>
                            </a:cubicBezTo>
                            <a:cubicBezTo>
                              <a:pt x="89172" y="76574"/>
                              <a:pt x="77837" y="76193"/>
                              <a:pt x="70407" y="75811"/>
                            </a:cubicBezTo>
                            <a:cubicBezTo>
                              <a:pt x="42880" y="75050"/>
                              <a:pt x="27640" y="68001"/>
                              <a:pt x="7542" y="56857"/>
                            </a:cubicBezTo>
                            <a:cubicBezTo>
                              <a:pt x="589" y="53047"/>
                              <a:pt x="-2459" y="42665"/>
                              <a:pt x="2304" y="35902"/>
                            </a:cubicBezTo>
                            <a:cubicBezTo>
                              <a:pt x="15924" y="16757"/>
                              <a:pt x="36308" y="2850"/>
                              <a:pt x="70693" y="374"/>
                            </a:cubicBezTo>
                            <a:cubicBezTo>
                              <a:pt x="79837" y="-293"/>
                              <a:pt x="93648" y="-103"/>
                              <a:pt x="107364" y="1231"/>
                            </a:cubicBezTo>
                            <a:cubicBezTo>
                              <a:pt x="121080" y="2564"/>
                              <a:pt x="134796" y="5327"/>
                              <a:pt x="144036" y="7708"/>
                            </a:cubicBezTo>
                            <a:cubicBezTo>
                              <a:pt x="178326" y="17042"/>
                              <a:pt x="193566" y="36569"/>
                              <a:pt x="201566" y="58952"/>
                            </a:cubicBezTo>
                            <a:cubicBezTo>
                              <a:pt x="204329" y="66953"/>
                              <a:pt x="199757" y="76288"/>
                              <a:pt x="192613" y="78098"/>
                            </a:cubicBezTo>
                            <a:cubicBezTo>
                              <a:pt x="172325" y="83527"/>
                              <a:pt x="155751" y="86289"/>
                              <a:pt x="129843" y="8181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15" name="Forme libre : forme 11514">
                        <a:extLst>
                          <a:ext uri="{FF2B5EF4-FFF2-40B4-BE49-F238E27FC236}">
                            <a16:creationId xmlns:a16="http://schemas.microsoft.com/office/drawing/2014/main" id="{2602CCA5-C756-45F2-BEE9-5A8FAE4C20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51330" y="2909349"/>
                        <a:ext cx="191833" cy="35304"/>
                      </a:xfrm>
                      <a:custGeom>
                        <a:avLst/>
                        <a:gdLst>
                          <a:gd name="connsiteX0" fmla="*/ 78867 w 191833"/>
                          <a:gd name="connsiteY0" fmla="*/ 157 h 35304"/>
                          <a:gd name="connsiteX1" fmla="*/ 0 w 191833"/>
                          <a:gd name="connsiteY1" fmla="*/ 824 h 35304"/>
                          <a:gd name="connsiteX2" fmla="*/ 6287 w 191833"/>
                          <a:gd name="connsiteY2" fmla="*/ 8158 h 35304"/>
                          <a:gd name="connsiteX3" fmla="*/ 16288 w 191833"/>
                          <a:gd name="connsiteY3" fmla="*/ 13492 h 35304"/>
                          <a:gd name="connsiteX4" fmla="*/ 45529 w 191833"/>
                          <a:gd name="connsiteY4" fmla="*/ 24446 h 35304"/>
                          <a:gd name="connsiteX5" fmla="*/ 69151 w 191833"/>
                          <a:gd name="connsiteY5" fmla="*/ 27113 h 35304"/>
                          <a:gd name="connsiteX6" fmla="*/ 78772 w 191833"/>
                          <a:gd name="connsiteY6" fmla="*/ 27494 h 35304"/>
                          <a:gd name="connsiteX7" fmla="*/ 124301 w 191833"/>
                          <a:gd name="connsiteY7" fmla="*/ 32352 h 35304"/>
                          <a:gd name="connsiteX8" fmla="*/ 128588 w 191833"/>
                          <a:gd name="connsiteY8" fmla="*/ 33114 h 35304"/>
                          <a:gd name="connsiteX9" fmla="*/ 153257 w 191833"/>
                          <a:gd name="connsiteY9" fmla="*/ 35304 h 35304"/>
                          <a:gd name="connsiteX10" fmla="*/ 182023 w 191833"/>
                          <a:gd name="connsiteY10" fmla="*/ 31685 h 35304"/>
                          <a:gd name="connsiteX11" fmla="*/ 191453 w 191833"/>
                          <a:gd name="connsiteY11" fmla="*/ 29399 h 35304"/>
                          <a:gd name="connsiteX12" fmla="*/ 191833 w 191833"/>
                          <a:gd name="connsiteY12" fmla="*/ 29304 h 35304"/>
                          <a:gd name="connsiteX13" fmla="*/ 137731 w 191833"/>
                          <a:gd name="connsiteY13" fmla="*/ 6348 h 35304"/>
                          <a:gd name="connsiteX14" fmla="*/ 78867 w 191833"/>
                          <a:gd name="connsiteY14" fmla="*/ 157 h 353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1833" h="35304">
                            <a:moveTo>
                              <a:pt x="78867" y="157"/>
                            </a:moveTo>
                            <a:cubicBezTo>
                              <a:pt x="51625" y="1205"/>
                              <a:pt x="24003" y="4825"/>
                              <a:pt x="0" y="824"/>
                            </a:cubicBezTo>
                            <a:cubicBezTo>
                              <a:pt x="1238" y="3872"/>
                              <a:pt x="3429" y="6539"/>
                              <a:pt x="6287" y="8158"/>
                            </a:cubicBezTo>
                            <a:cubicBezTo>
                              <a:pt x="9811" y="9968"/>
                              <a:pt x="13145" y="11778"/>
                              <a:pt x="16288" y="13492"/>
                            </a:cubicBezTo>
                            <a:cubicBezTo>
                              <a:pt x="25717" y="18445"/>
                              <a:pt x="34862" y="22065"/>
                              <a:pt x="45529" y="24446"/>
                            </a:cubicBezTo>
                            <a:cubicBezTo>
                              <a:pt x="52483" y="25875"/>
                              <a:pt x="60103" y="26827"/>
                              <a:pt x="69151" y="27113"/>
                            </a:cubicBezTo>
                            <a:cubicBezTo>
                              <a:pt x="71914" y="27208"/>
                              <a:pt x="75152" y="27399"/>
                              <a:pt x="78772" y="27494"/>
                            </a:cubicBezTo>
                            <a:cubicBezTo>
                              <a:pt x="92964" y="27970"/>
                              <a:pt x="112204" y="30161"/>
                              <a:pt x="124301" y="32352"/>
                            </a:cubicBezTo>
                            <a:cubicBezTo>
                              <a:pt x="125825" y="32637"/>
                              <a:pt x="127349" y="32923"/>
                              <a:pt x="128588" y="33114"/>
                            </a:cubicBezTo>
                            <a:cubicBezTo>
                              <a:pt x="137827" y="34543"/>
                              <a:pt x="145828" y="35304"/>
                              <a:pt x="153257" y="35304"/>
                            </a:cubicBezTo>
                            <a:cubicBezTo>
                              <a:pt x="163449" y="35209"/>
                              <a:pt x="172593" y="33590"/>
                              <a:pt x="182023" y="31685"/>
                            </a:cubicBezTo>
                            <a:cubicBezTo>
                              <a:pt x="184975" y="30923"/>
                              <a:pt x="188119" y="30161"/>
                              <a:pt x="191453" y="29399"/>
                            </a:cubicBezTo>
                            <a:lnTo>
                              <a:pt x="191833" y="29304"/>
                            </a:lnTo>
                            <a:cubicBezTo>
                              <a:pt x="176117" y="18541"/>
                              <a:pt x="157067" y="11111"/>
                              <a:pt x="137731" y="6348"/>
                            </a:cubicBezTo>
                            <a:cubicBezTo>
                              <a:pt x="118300" y="1395"/>
                              <a:pt x="98203" y="-605"/>
                              <a:pt x="78867" y="15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16" name="Forme libre : forme 11515">
                        <a:extLst>
                          <a:ext uri="{FF2B5EF4-FFF2-40B4-BE49-F238E27FC236}">
                            <a16:creationId xmlns:a16="http://schemas.microsoft.com/office/drawing/2014/main" id="{10116564-042A-4663-BC05-27949949CC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21712" y="2889584"/>
                        <a:ext cx="93461" cy="30138"/>
                      </a:xfrm>
                      <a:custGeom>
                        <a:avLst/>
                        <a:gdLst>
                          <a:gd name="connsiteX0" fmla="*/ 93257 w 93461"/>
                          <a:gd name="connsiteY0" fmla="*/ 26018 h 30138"/>
                          <a:gd name="connsiteX1" fmla="*/ 71730 w 93461"/>
                          <a:gd name="connsiteY1" fmla="*/ 29638 h 30138"/>
                          <a:gd name="connsiteX2" fmla="*/ 43536 w 93461"/>
                          <a:gd name="connsiteY2" fmla="*/ 26304 h 30138"/>
                          <a:gd name="connsiteX3" fmla="*/ 17724 w 93461"/>
                          <a:gd name="connsiteY3" fmla="*/ 21160 h 30138"/>
                          <a:gd name="connsiteX4" fmla="*/ 7 w 93461"/>
                          <a:gd name="connsiteY4" fmla="*/ 10111 h 30138"/>
                          <a:gd name="connsiteX5" fmla="*/ 18581 w 93461"/>
                          <a:gd name="connsiteY5" fmla="*/ 396 h 30138"/>
                          <a:gd name="connsiteX6" fmla="*/ 46870 w 93461"/>
                          <a:gd name="connsiteY6" fmla="*/ 1729 h 30138"/>
                          <a:gd name="connsiteX7" fmla="*/ 76112 w 93461"/>
                          <a:gd name="connsiteY7" fmla="*/ 10302 h 30138"/>
                          <a:gd name="connsiteX8" fmla="*/ 93257 w 93461"/>
                          <a:gd name="connsiteY8" fmla="*/ 26018 h 30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461" h="30138">
                            <a:moveTo>
                              <a:pt x="93257" y="26018"/>
                            </a:moveTo>
                            <a:cubicBezTo>
                              <a:pt x="91637" y="30781"/>
                              <a:pt x="82208" y="30495"/>
                              <a:pt x="71730" y="29638"/>
                            </a:cubicBezTo>
                            <a:cubicBezTo>
                              <a:pt x="61253" y="28685"/>
                              <a:pt x="49537" y="27066"/>
                              <a:pt x="43536" y="26304"/>
                            </a:cubicBezTo>
                            <a:cubicBezTo>
                              <a:pt x="37631" y="25351"/>
                              <a:pt x="27058" y="23637"/>
                              <a:pt x="17724" y="21160"/>
                            </a:cubicBezTo>
                            <a:cubicBezTo>
                              <a:pt x="8484" y="18684"/>
                              <a:pt x="293" y="15636"/>
                              <a:pt x="7" y="10111"/>
                            </a:cubicBezTo>
                            <a:cubicBezTo>
                              <a:pt x="-279" y="4682"/>
                              <a:pt x="8199" y="1348"/>
                              <a:pt x="18581" y="396"/>
                            </a:cubicBezTo>
                            <a:cubicBezTo>
                              <a:pt x="28963" y="-652"/>
                              <a:pt x="40869" y="586"/>
                              <a:pt x="46870" y="1729"/>
                            </a:cubicBezTo>
                            <a:cubicBezTo>
                              <a:pt x="52966" y="2682"/>
                              <a:pt x="65539" y="5634"/>
                              <a:pt x="76112" y="10302"/>
                            </a:cubicBezTo>
                            <a:cubicBezTo>
                              <a:pt x="86685" y="14874"/>
                              <a:pt x="94876" y="21160"/>
                              <a:pt x="93257" y="2601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17" name="Forme libre : forme 11516">
                        <a:extLst>
                          <a:ext uri="{FF2B5EF4-FFF2-40B4-BE49-F238E27FC236}">
                            <a16:creationId xmlns:a16="http://schemas.microsoft.com/office/drawing/2014/main" id="{DA7906C5-16EC-45CC-9676-7A64D72CFF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21001" y="2890075"/>
                        <a:ext cx="63965" cy="28003"/>
                      </a:xfrm>
                      <a:custGeom>
                        <a:avLst/>
                        <a:gdLst>
                          <a:gd name="connsiteX0" fmla="*/ 21198 w 63965"/>
                          <a:gd name="connsiteY0" fmla="*/ 0 h 28003"/>
                          <a:gd name="connsiteX1" fmla="*/ 243 w 63965"/>
                          <a:gd name="connsiteY1" fmla="*/ 9620 h 28003"/>
                          <a:gd name="connsiteX2" fmla="*/ 18436 w 63965"/>
                          <a:gd name="connsiteY2" fmla="*/ 20669 h 28003"/>
                          <a:gd name="connsiteX3" fmla="*/ 44724 w 63965"/>
                          <a:gd name="connsiteY3" fmla="*/ 26003 h 28003"/>
                          <a:gd name="connsiteX4" fmla="*/ 63965 w 63965"/>
                          <a:gd name="connsiteY4" fmla="*/ 28003 h 28003"/>
                          <a:gd name="connsiteX5" fmla="*/ 53964 w 63965"/>
                          <a:gd name="connsiteY5" fmla="*/ 25146 h 28003"/>
                          <a:gd name="connsiteX6" fmla="*/ 21198 w 63965"/>
                          <a:gd name="connsiteY6" fmla="*/ 0 h 28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965" h="28003">
                            <a:moveTo>
                              <a:pt x="21198" y="0"/>
                            </a:moveTo>
                            <a:cubicBezTo>
                              <a:pt x="14911" y="1429"/>
                              <a:pt x="-2234" y="2667"/>
                              <a:pt x="243" y="9620"/>
                            </a:cubicBezTo>
                            <a:cubicBezTo>
                              <a:pt x="2148" y="15145"/>
                              <a:pt x="9672" y="18288"/>
                              <a:pt x="18436" y="20669"/>
                            </a:cubicBezTo>
                            <a:cubicBezTo>
                              <a:pt x="27198" y="23146"/>
                              <a:pt x="37295" y="24670"/>
                              <a:pt x="44724" y="26003"/>
                            </a:cubicBezTo>
                            <a:cubicBezTo>
                              <a:pt x="49106" y="26670"/>
                              <a:pt x="58917" y="27622"/>
                              <a:pt x="63965" y="28003"/>
                            </a:cubicBezTo>
                            <a:cubicBezTo>
                              <a:pt x="61203" y="27146"/>
                              <a:pt x="56440" y="26289"/>
                              <a:pt x="53964" y="25146"/>
                            </a:cubicBezTo>
                            <a:cubicBezTo>
                              <a:pt x="39771" y="18574"/>
                              <a:pt x="21674" y="12097"/>
                              <a:pt x="21198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18" name="Forme libre : forme 11517">
                        <a:extLst>
                          <a:ext uri="{FF2B5EF4-FFF2-40B4-BE49-F238E27FC236}">
                            <a16:creationId xmlns:a16="http://schemas.microsoft.com/office/drawing/2014/main" id="{73DB4C7C-447D-4277-B2DD-BAD633CDB8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26732" y="2892949"/>
                        <a:ext cx="92863" cy="30372"/>
                      </a:xfrm>
                      <a:custGeom>
                        <a:avLst/>
                        <a:gdLst>
                          <a:gd name="connsiteX0" fmla="*/ 92143 w 92863"/>
                          <a:gd name="connsiteY0" fmla="*/ 26844 h 30372"/>
                          <a:gd name="connsiteX1" fmla="*/ 69663 w 92863"/>
                          <a:gd name="connsiteY1" fmla="*/ 29892 h 30372"/>
                          <a:gd name="connsiteX2" fmla="*/ 42327 w 92863"/>
                          <a:gd name="connsiteY2" fmla="*/ 26653 h 30372"/>
                          <a:gd name="connsiteX3" fmla="*/ 17086 w 92863"/>
                          <a:gd name="connsiteY3" fmla="*/ 21319 h 30372"/>
                          <a:gd name="connsiteX4" fmla="*/ 36 w 92863"/>
                          <a:gd name="connsiteY4" fmla="*/ 9604 h 30372"/>
                          <a:gd name="connsiteX5" fmla="*/ 18514 w 92863"/>
                          <a:gd name="connsiteY5" fmla="*/ 269 h 30372"/>
                          <a:gd name="connsiteX6" fmla="*/ 46422 w 92863"/>
                          <a:gd name="connsiteY6" fmla="*/ 2079 h 30372"/>
                          <a:gd name="connsiteX7" fmla="*/ 76331 w 92863"/>
                          <a:gd name="connsiteY7" fmla="*/ 11128 h 30372"/>
                          <a:gd name="connsiteX8" fmla="*/ 92143 w 92863"/>
                          <a:gd name="connsiteY8" fmla="*/ 26844 h 303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863" h="30372">
                            <a:moveTo>
                              <a:pt x="92143" y="26844"/>
                            </a:moveTo>
                            <a:cubicBezTo>
                              <a:pt x="88904" y="31035"/>
                              <a:pt x="79665" y="30654"/>
                              <a:pt x="69663" y="29892"/>
                            </a:cubicBezTo>
                            <a:cubicBezTo>
                              <a:pt x="59662" y="28844"/>
                              <a:pt x="48613" y="27415"/>
                              <a:pt x="42327" y="26653"/>
                            </a:cubicBezTo>
                            <a:cubicBezTo>
                              <a:pt x="36040" y="25891"/>
                              <a:pt x="25849" y="23796"/>
                              <a:pt x="17086" y="21319"/>
                            </a:cubicBezTo>
                            <a:cubicBezTo>
                              <a:pt x="8322" y="18748"/>
                              <a:pt x="703" y="15223"/>
                              <a:pt x="36" y="9604"/>
                            </a:cubicBezTo>
                            <a:cubicBezTo>
                              <a:pt x="-631" y="3984"/>
                              <a:pt x="8132" y="1031"/>
                              <a:pt x="18514" y="269"/>
                            </a:cubicBezTo>
                            <a:cubicBezTo>
                              <a:pt x="28992" y="-684"/>
                              <a:pt x="40898" y="1126"/>
                              <a:pt x="46422" y="2079"/>
                            </a:cubicBezTo>
                            <a:cubicBezTo>
                              <a:pt x="51947" y="3031"/>
                              <a:pt x="65472" y="5984"/>
                              <a:pt x="76331" y="11128"/>
                            </a:cubicBezTo>
                            <a:cubicBezTo>
                              <a:pt x="87285" y="16081"/>
                              <a:pt x="95381" y="22748"/>
                              <a:pt x="92143" y="2684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19" name="Forme libre : forme 11518">
                        <a:extLst>
                          <a:ext uri="{FF2B5EF4-FFF2-40B4-BE49-F238E27FC236}">
                            <a16:creationId xmlns:a16="http://schemas.microsoft.com/office/drawing/2014/main" id="{ABC6B20E-5E6B-442A-BD49-A35D6F83C9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6427" y="2880713"/>
                        <a:ext cx="114469" cy="51164"/>
                      </a:xfrm>
                      <a:custGeom>
                        <a:avLst/>
                        <a:gdLst>
                          <a:gd name="connsiteX0" fmla="*/ 1573 w 114469"/>
                          <a:gd name="connsiteY0" fmla="*/ 24221 h 51164"/>
                          <a:gd name="connsiteX1" fmla="*/ 15099 w 114469"/>
                          <a:gd name="connsiteY1" fmla="*/ 34317 h 51164"/>
                          <a:gd name="connsiteX2" fmla="*/ 55770 w 114469"/>
                          <a:gd name="connsiteY2" fmla="*/ 48414 h 51164"/>
                          <a:gd name="connsiteX3" fmla="*/ 96823 w 114469"/>
                          <a:gd name="connsiteY3" fmla="*/ 50605 h 51164"/>
                          <a:gd name="connsiteX4" fmla="*/ 114444 w 114469"/>
                          <a:gd name="connsiteY4" fmla="*/ 40413 h 51164"/>
                          <a:gd name="connsiteX5" fmla="*/ 101967 w 114469"/>
                          <a:gd name="connsiteY5" fmla="*/ 31651 h 51164"/>
                          <a:gd name="connsiteX6" fmla="*/ 63771 w 114469"/>
                          <a:gd name="connsiteY6" fmla="*/ 12696 h 51164"/>
                          <a:gd name="connsiteX7" fmla="*/ 21004 w 114469"/>
                          <a:gd name="connsiteY7" fmla="*/ 789 h 51164"/>
                          <a:gd name="connsiteX8" fmla="*/ 1573 w 114469"/>
                          <a:gd name="connsiteY8" fmla="*/ 24221 h 511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4469" h="51164">
                            <a:moveTo>
                              <a:pt x="1573" y="24221"/>
                            </a:moveTo>
                            <a:cubicBezTo>
                              <a:pt x="5193" y="30031"/>
                              <a:pt x="7764" y="31269"/>
                              <a:pt x="15099" y="34317"/>
                            </a:cubicBezTo>
                            <a:cubicBezTo>
                              <a:pt x="28815" y="40128"/>
                              <a:pt x="39292" y="45367"/>
                              <a:pt x="55770" y="48414"/>
                            </a:cubicBezTo>
                            <a:cubicBezTo>
                              <a:pt x="69486" y="50986"/>
                              <a:pt x="84726" y="51843"/>
                              <a:pt x="96823" y="50605"/>
                            </a:cubicBezTo>
                            <a:cubicBezTo>
                              <a:pt x="105777" y="49558"/>
                              <a:pt x="115016" y="46890"/>
                              <a:pt x="114444" y="40413"/>
                            </a:cubicBezTo>
                            <a:cubicBezTo>
                              <a:pt x="113968" y="36508"/>
                              <a:pt x="107205" y="34317"/>
                              <a:pt x="101967" y="31651"/>
                            </a:cubicBezTo>
                            <a:cubicBezTo>
                              <a:pt x="89584" y="25078"/>
                              <a:pt x="77011" y="20220"/>
                              <a:pt x="63771" y="12696"/>
                            </a:cubicBezTo>
                            <a:cubicBezTo>
                              <a:pt x="52722" y="6314"/>
                              <a:pt x="39197" y="-2735"/>
                              <a:pt x="21004" y="789"/>
                            </a:cubicBezTo>
                            <a:cubicBezTo>
                              <a:pt x="4526" y="4028"/>
                              <a:pt x="-3666" y="16410"/>
                              <a:pt x="1573" y="2422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20" name="Forme libre : forme 11519">
                        <a:extLst>
                          <a:ext uri="{FF2B5EF4-FFF2-40B4-BE49-F238E27FC236}">
                            <a16:creationId xmlns:a16="http://schemas.microsoft.com/office/drawing/2014/main" id="{2A0D7FA6-E7B3-4D3F-B83F-F1AD7566B8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99633" y="2879688"/>
                        <a:ext cx="40510" cy="13010"/>
                      </a:xfrm>
                      <a:custGeom>
                        <a:avLst/>
                        <a:gdLst>
                          <a:gd name="connsiteX0" fmla="*/ 3608 w 40510"/>
                          <a:gd name="connsiteY0" fmla="*/ 8006 h 13010"/>
                          <a:gd name="connsiteX1" fmla="*/ 84 w 40510"/>
                          <a:gd name="connsiteY1" fmla="*/ 10863 h 13010"/>
                          <a:gd name="connsiteX2" fmla="*/ 3227 w 40510"/>
                          <a:gd name="connsiteY2" fmla="*/ 12959 h 13010"/>
                          <a:gd name="connsiteX3" fmla="*/ 10561 w 40510"/>
                          <a:gd name="connsiteY3" fmla="*/ 12578 h 13010"/>
                          <a:gd name="connsiteX4" fmla="*/ 28373 w 40510"/>
                          <a:gd name="connsiteY4" fmla="*/ 10006 h 13010"/>
                          <a:gd name="connsiteX5" fmla="*/ 34850 w 40510"/>
                          <a:gd name="connsiteY5" fmla="*/ 8577 h 13010"/>
                          <a:gd name="connsiteX6" fmla="*/ 31135 w 40510"/>
                          <a:gd name="connsiteY6" fmla="*/ 5 h 13010"/>
                          <a:gd name="connsiteX7" fmla="*/ 3608 w 40510"/>
                          <a:gd name="connsiteY7" fmla="*/ 8006 h 130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510" h="13010">
                            <a:moveTo>
                              <a:pt x="3608" y="8006"/>
                            </a:moveTo>
                            <a:cubicBezTo>
                              <a:pt x="1798" y="8958"/>
                              <a:pt x="560" y="9625"/>
                              <a:pt x="84" y="10863"/>
                            </a:cubicBezTo>
                            <a:cubicBezTo>
                              <a:pt x="-392" y="12102"/>
                              <a:pt x="1227" y="12768"/>
                              <a:pt x="3227" y="12959"/>
                            </a:cubicBezTo>
                            <a:cubicBezTo>
                              <a:pt x="5227" y="13149"/>
                              <a:pt x="8180" y="12768"/>
                              <a:pt x="10561" y="12578"/>
                            </a:cubicBezTo>
                            <a:cubicBezTo>
                              <a:pt x="16467" y="11720"/>
                              <a:pt x="22753" y="10959"/>
                              <a:pt x="28373" y="10006"/>
                            </a:cubicBezTo>
                            <a:cubicBezTo>
                              <a:pt x="30754" y="9530"/>
                              <a:pt x="32945" y="9339"/>
                              <a:pt x="34850" y="8577"/>
                            </a:cubicBezTo>
                            <a:cubicBezTo>
                              <a:pt x="42756" y="5529"/>
                              <a:pt x="43137" y="-186"/>
                              <a:pt x="31135" y="5"/>
                            </a:cubicBezTo>
                            <a:cubicBezTo>
                              <a:pt x="21801" y="481"/>
                              <a:pt x="10942" y="4101"/>
                              <a:pt x="3608" y="800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21" name="Forme libre : forme 11520">
                        <a:extLst>
                          <a:ext uri="{FF2B5EF4-FFF2-40B4-BE49-F238E27FC236}">
                            <a16:creationId xmlns:a16="http://schemas.microsoft.com/office/drawing/2014/main" id="{E65E6878-187F-4642-955B-6B0BD474FD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2394" y="2935033"/>
                        <a:ext cx="59721" cy="6286"/>
                      </a:xfrm>
                      <a:custGeom>
                        <a:avLst/>
                        <a:gdLst>
                          <a:gd name="connsiteX0" fmla="*/ 59722 w 59721"/>
                          <a:gd name="connsiteY0" fmla="*/ 0 h 6286"/>
                          <a:gd name="connsiteX1" fmla="*/ 31242 w 59721"/>
                          <a:gd name="connsiteY1" fmla="*/ 4953 h 6286"/>
                          <a:gd name="connsiteX2" fmla="*/ 0 w 59721"/>
                          <a:gd name="connsiteY2" fmla="*/ 6286 h 6286"/>
                          <a:gd name="connsiteX3" fmla="*/ 59722 w 59721"/>
                          <a:gd name="connsiteY3" fmla="*/ 0 h 6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9721" h="6286">
                            <a:moveTo>
                              <a:pt x="59722" y="0"/>
                            </a:moveTo>
                            <a:cubicBezTo>
                              <a:pt x="52578" y="3715"/>
                              <a:pt x="42196" y="4381"/>
                              <a:pt x="31242" y="4953"/>
                            </a:cubicBezTo>
                            <a:cubicBezTo>
                              <a:pt x="20288" y="5429"/>
                              <a:pt x="8763" y="5715"/>
                              <a:pt x="0" y="6286"/>
                            </a:cubicBezTo>
                            <a:cubicBezTo>
                              <a:pt x="19050" y="4953"/>
                              <a:pt x="41624" y="1048"/>
                              <a:pt x="5972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22" name="Forme libre : forme 11521">
                        <a:extLst>
                          <a:ext uri="{FF2B5EF4-FFF2-40B4-BE49-F238E27FC236}">
                            <a16:creationId xmlns:a16="http://schemas.microsoft.com/office/drawing/2014/main" id="{D82C6085-CE7C-42F0-942E-AA0094A41E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54378" y="2863405"/>
                        <a:ext cx="69151" cy="34575"/>
                      </a:xfrm>
                      <a:custGeom>
                        <a:avLst/>
                        <a:gdLst>
                          <a:gd name="connsiteX0" fmla="*/ 69152 w 69151"/>
                          <a:gd name="connsiteY0" fmla="*/ 0 h 34575"/>
                          <a:gd name="connsiteX1" fmla="*/ 0 w 69151"/>
                          <a:gd name="connsiteY1" fmla="*/ 34576 h 34575"/>
                          <a:gd name="connsiteX2" fmla="*/ 69152 w 69151"/>
                          <a:gd name="connsiteY2" fmla="*/ 0 h 34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9151" h="34575">
                            <a:moveTo>
                              <a:pt x="69152" y="0"/>
                            </a:moveTo>
                            <a:cubicBezTo>
                              <a:pt x="38862" y="1810"/>
                              <a:pt x="14002" y="18002"/>
                              <a:pt x="0" y="34576"/>
                            </a:cubicBezTo>
                            <a:cubicBezTo>
                              <a:pt x="12192" y="18193"/>
                              <a:pt x="43625" y="4381"/>
                              <a:pt x="6915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23" name="Forme libre : forme 11522">
                        <a:extLst>
                          <a:ext uri="{FF2B5EF4-FFF2-40B4-BE49-F238E27FC236}">
                            <a16:creationId xmlns:a16="http://schemas.microsoft.com/office/drawing/2014/main" id="{AA7E7B60-DE75-497B-AA45-FF657F1164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0660" y="2893656"/>
                        <a:ext cx="34821" cy="13160"/>
                      </a:xfrm>
                      <a:custGeom>
                        <a:avLst/>
                        <a:gdLst>
                          <a:gd name="connsiteX0" fmla="*/ 34307 w 34821"/>
                          <a:gd name="connsiteY0" fmla="*/ 12326 h 13160"/>
                          <a:gd name="connsiteX1" fmla="*/ 13542 w 34821"/>
                          <a:gd name="connsiteY1" fmla="*/ 9373 h 13160"/>
                          <a:gd name="connsiteX2" fmla="*/ 493 w 34821"/>
                          <a:gd name="connsiteY2" fmla="*/ 1372 h 13160"/>
                          <a:gd name="connsiteX3" fmla="*/ 20496 w 34821"/>
                          <a:gd name="connsiteY3" fmla="*/ 3277 h 13160"/>
                          <a:gd name="connsiteX4" fmla="*/ 34307 w 34821"/>
                          <a:gd name="connsiteY4" fmla="*/ 12326 h 131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821" h="13160">
                            <a:moveTo>
                              <a:pt x="34307" y="12326"/>
                            </a:moveTo>
                            <a:cubicBezTo>
                              <a:pt x="31164" y="14993"/>
                              <a:pt x="17829" y="10516"/>
                              <a:pt x="13542" y="9373"/>
                            </a:cubicBezTo>
                            <a:cubicBezTo>
                              <a:pt x="9351" y="8135"/>
                              <a:pt x="-2555" y="4611"/>
                              <a:pt x="493" y="1372"/>
                            </a:cubicBezTo>
                            <a:cubicBezTo>
                              <a:pt x="3636" y="-2057"/>
                              <a:pt x="16591" y="1848"/>
                              <a:pt x="20496" y="3277"/>
                            </a:cubicBezTo>
                            <a:cubicBezTo>
                              <a:pt x="24591" y="4420"/>
                              <a:pt x="37545" y="9564"/>
                              <a:pt x="34307" y="1232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24" name="Forme libre : forme 11523">
                        <a:extLst>
                          <a:ext uri="{FF2B5EF4-FFF2-40B4-BE49-F238E27FC236}">
                            <a16:creationId xmlns:a16="http://schemas.microsoft.com/office/drawing/2014/main" id="{31C35E55-E525-47D9-84A4-8149CF1EFF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0774" y="2903124"/>
                        <a:ext cx="9812" cy="4397"/>
                      </a:xfrm>
                      <a:custGeom>
                        <a:avLst/>
                        <a:gdLst>
                          <a:gd name="connsiteX0" fmla="*/ 9813 w 9812"/>
                          <a:gd name="connsiteY0" fmla="*/ 3524 h 4397"/>
                          <a:gd name="connsiteX1" fmla="*/ 4860 w 9812"/>
                          <a:gd name="connsiteY1" fmla="*/ 3905 h 4397"/>
                          <a:gd name="connsiteX2" fmla="*/ 2 w 9812"/>
                          <a:gd name="connsiteY2" fmla="*/ 953 h 4397"/>
                          <a:gd name="connsiteX3" fmla="*/ 4860 w 9812"/>
                          <a:gd name="connsiteY3" fmla="*/ 476 h 4397"/>
                          <a:gd name="connsiteX4" fmla="*/ 9813 w 9812"/>
                          <a:gd name="connsiteY4" fmla="*/ 3524 h 43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812" h="4397">
                            <a:moveTo>
                              <a:pt x="9813" y="3524"/>
                            </a:moveTo>
                            <a:cubicBezTo>
                              <a:pt x="9813" y="4953"/>
                              <a:pt x="6479" y="4286"/>
                              <a:pt x="4860" y="3905"/>
                            </a:cubicBezTo>
                            <a:cubicBezTo>
                              <a:pt x="3240" y="3429"/>
                              <a:pt x="-93" y="2476"/>
                              <a:pt x="2" y="953"/>
                            </a:cubicBezTo>
                            <a:cubicBezTo>
                              <a:pt x="2" y="-476"/>
                              <a:pt x="3145" y="0"/>
                              <a:pt x="4860" y="476"/>
                            </a:cubicBezTo>
                            <a:cubicBezTo>
                              <a:pt x="6479" y="857"/>
                              <a:pt x="9813" y="2096"/>
                              <a:pt x="9813" y="352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25" name="Forme libre : forme 11524">
                        <a:extLst>
                          <a:ext uri="{FF2B5EF4-FFF2-40B4-BE49-F238E27FC236}">
                            <a16:creationId xmlns:a16="http://schemas.microsoft.com/office/drawing/2014/main" id="{825A27A3-C2AC-462D-9BA3-DDC1AD0D93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2981" y="2871583"/>
                        <a:ext cx="80025" cy="56757"/>
                      </a:xfrm>
                      <a:custGeom>
                        <a:avLst/>
                        <a:gdLst>
                          <a:gd name="connsiteX0" fmla="*/ 66466 w 80025"/>
                          <a:gd name="connsiteY0" fmla="*/ 30207 h 56757"/>
                          <a:gd name="connsiteX1" fmla="*/ 79992 w 80025"/>
                          <a:gd name="connsiteY1" fmla="*/ 53639 h 56757"/>
                          <a:gd name="connsiteX2" fmla="*/ 71895 w 80025"/>
                          <a:gd name="connsiteY2" fmla="*/ 55639 h 56757"/>
                          <a:gd name="connsiteX3" fmla="*/ 64085 w 80025"/>
                          <a:gd name="connsiteY3" fmla="*/ 48019 h 56757"/>
                          <a:gd name="connsiteX4" fmla="*/ 38558 w 80025"/>
                          <a:gd name="connsiteY4" fmla="*/ 24873 h 56757"/>
                          <a:gd name="connsiteX5" fmla="*/ 14650 w 80025"/>
                          <a:gd name="connsiteY5" fmla="*/ 13824 h 56757"/>
                          <a:gd name="connsiteX6" fmla="*/ 1125 w 80025"/>
                          <a:gd name="connsiteY6" fmla="*/ 2395 h 56757"/>
                          <a:gd name="connsiteX7" fmla="*/ 25128 w 80025"/>
                          <a:gd name="connsiteY7" fmla="*/ 2109 h 56757"/>
                          <a:gd name="connsiteX8" fmla="*/ 49416 w 80025"/>
                          <a:gd name="connsiteY8" fmla="*/ 12300 h 56757"/>
                          <a:gd name="connsiteX9" fmla="*/ 66466 w 80025"/>
                          <a:gd name="connsiteY9" fmla="*/ 30207 h 567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0025" h="56757">
                            <a:moveTo>
                              <a:pt x="66466" y="30207"/>
                            </a:moveTo>
                            <a:cubicBezTo>
                              <a:pt x="73895" y="38494"/>
                              <a:pt x="78753" y="44971"/>
                              <a:pt x="79992" y="53639"/>
                            </a:cubicBezTo>
                            <a:cubicBezTo>
                              <a:pt x="80468" y="56782"/>
                              <a:pt x="75801" y="57735"/>
                              <a:pt x="71895" y="55639"/>
                            </a:cubicBezTo>
                            <a:cubicBezTo>
                              <a:pt x="67800" y="53734"/>
                              <a:pt x="66180" y="50781"/>
                              <a:pt x="64085" y="48019"/>
                            </a:cubicBezTo>
                            <a:cubicBezTo>
                              <a:pt x="57703" y="39066"/>
                              <a:pt x="49035" y="31827"/>
                              <a:pt x="38558" y="24873"/>
                            </a:cubicBezTo>
                            <a:cubicBezTo>
                              <a:pt x="35319" y="22492"/>
                              <a:pt x="24175" y="18015"/>
                              <a:pt x="14650" y="13824"/>
                            </a:cubicBezTo>
                            <a:cubicBezTo>
                              <a:pt x="5125" y="9729"/>
                              <a:pt x="-3066" y="5728"/>
                              <a:pt x="1125" y="2395"/>
                            </a:cubicBezTo>
                            <a:cubicBezTo>
                              <a:pt x="5316" y="-1035"/>
                              <a:pt x="15221" y="-463"/>
                              <a:pt x="25128" y="2109"/>
                            </a:cubicBezTo>
                            <a:cubicBezTo>
                              <a:pt x="35034" y="4585"/>
                              <a:pt x="44844" y="9348"/>
                              <a:pt x="49416" y="12300"/>
                            </a:cubicBezTo>
                            <a:cubicBezTo>
                              <a:pt x="58560" y="18396"/>
                              <a:pt x="60846" y="24016"/>
                              <a:pt x="66466" y="3020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37" name="Graphique 1">
                      <a:extLst>
                        <a:ext uri="{FF2B5EF4-FFF2-40B4-BE49-F238E27FC236}">
                          <a16:creationId xmlns:a16="http://schemas.microsoft.com/office/drawing/2014/main" id="{9B7E4638-E58E-4505-99AD-7E6279D996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5222" y="2926823"/>
                      <a:ext cx="168000" cy="128268"/>
                      <a:chOff x="3945222" y="2926823"/>
                      <a:chExt cx="168000" cy="128268"/>
                    </a:xfrm>
                    <a:solidFill>
                      <a:schemeClr val="accent1"/>
                    </a:solidFill>
                  </p:grpSpPr>
                  <p:sp>
                    <p:nvSpPr>
                      <p:cNvPr id="11502" name="Forme libre : forme 11501">
                        <a:extLst>
                          <a:ext uri="{FF2B5EF4-FFF2-40B4-BE49-F238E27FC236}">
                            <a16:creationId xmlns:a16="http://schemas.microsoft.com/office/drawing/2014/main" id="{51FCD11A-BDBF-42D7-9640-C7DAAFAB98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5222" y="2926823"/>
                        <a:ext cx="168000" cy="128268"/>
                      </a:xfrm>
                      <a:custGeom>
                        <a:avLst/>
                        <a:gdLst>
                          <a:gd name="connsiteX0" fmla="*/ 113289 w 168000"/>
                          <a:gd name="connsiteY0" fmla="*/ 126701 h 128268"/>
                          <a:gd name="connsiteX1" fmla="*/ 86524 w 168000"/>
                          <a:gd name="connsiteY1" fmla="*/ 127558 h 128268"/>
                          <a:gd name="connsiteX2" fmla="*/ 70712 w 168000"/>
                          <a:gd name="connsiteY2" fmla="*/ 124034 h 128268"/>
                          <a:gd name="connsiteX3" fmla="*/ 55949 w 168000"/>
                          <a:gd name="connsiteY3" fmla="*/ 117652 h 128268"/>
                          <a:gd name="connsiteX4" fmla="*/ 18420 w 168000"/>
                          <a:gd name="connsiteY4" fmla="*/ 85839 h 128268"/>
                          <a:gd name="connsiteX5" fmla="*/ 323 w 168000"/>
                          <a:gd name="connsiteY5" fmla="*/ 44309 h 128268"/>
                          <a:gd name="connsiteX6" fmla="*/ 418 w 168000"/>
                          <a:gd name="connsiteY6" fmla="*/ 36880 h 128268"/>
                          <a:gd name="connsiteX7" fmla="*/ 1751 w 168000"/>
                          <a:gd name="connsiteY7" fmla="*/ 30974 h 128268"/>
                          <a:gd name="connsiteX8" fmla="*/ 2228 w 168000"/>
                          <a:gd name="connsiteY8" fmla="*/ 23926 h 128268"/>
                          <a:gd name="connsiteX9" fmla="*/ 2037 w 168000"/>
                          <a:gd name="connsiteY9" fmla="*/ 16020 h 128268"/>
                          <a:gd name="connsiteX10" fmla="*/ 16515 w 168000"/>
                          <a:gd name="connsiteY10" fmla="*/ 18 h 128268"/>
                          <a:gd name="connsiteX11" fmla="*/ 35470 w 168000"/>
                          <a:gd name="connsiteY11" fmla="*/ 5066 h 128268"/>
                          <a:gd name="connsiteX12" fmla="*/ 44995 w 168000"/>
                          <a:gd name="connsiteY12" fmla="*/ 11448 h 128268"/>
                          <a:gd name="connsiteX13" fmla="*/ 51853 w 168000"/>
                          <a:gd name="connsiteY13" fmla="*/ 16115 h 128268"/>
                          <a:gd name="connsiteX14" fmla="*/ 76523 w 168000"/>
                          <a:gd name="connsiteY14" fmla="*/ 37642 h 128268"/>
                          <a:gd name="connsiteX15" fmla="*/ 91572 w 168000"/>
                          <a:gd name="connsiteY15" fmla="*/ 49643 h 128268"/>
                          <a:gd name="connsiteX16" fmla="*/ 100526 w 168000"/>
                          <a:gd name="connsiteY16" fmla="*/ 52310 h 128268"/>
                          <a:gd name="connsiteX17" fmla="*/ 121386 w 168000"/>
                          <a:gd name="connsiteY17" fmla="*/ 51548 h 128268"/>
                          <a:gd name="connsiteX18" fmla="*/ 152532 w 168000"/>
                          <a:gd name="connsiteY18" fmla="*/ 50977 h 128268"/>
                          <a:gd name="connsiteX19" fmla="*/ 167963 w 168000"/>
                          <a:gd name="connsiteY19" fmla="*/ 65360 h 128268"/>
                          <a:gd name="connsiteX20" fmla="*/ 157962 w 168000"/>
                          <a:gd name="connsiteY20" fmla="*/ 97078 h 128268"/>
                          <a:gd name="connsiteX21" fmla="*/ 142817 w 168000"/>
                          <a:gd name="connsiteY21" fmla="*/ 113366 h 128268"/>
                          <a:gd name="connsiteX22" fmla="*/ 113289 w 168000"/>
                          <a:gd name="connsiteY22" fmla="*/ 126701 h 1282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68000" h="128268">
                            <a:moveTo>
                              <a:pt x="113289" y="126701"/>
                            </a:moveTo>
                            <a:cubicBezTo>
                              <a:pt x="106526" y="128034"/>
                              <a:pt x="97001" y="128987"/>
                              <a:pt x="86524" y="127558"/>
                            </a:cubicBezTo>
                            <a:cubicBezTo>
                              <a:pt x="81285" y="126986"/>
                              <a:pt x="76046" y="125558"/>
                              <a:pt x="70712" y="124034"/>
                            </a:cubicBezTo>
                            <a:cubicBezTo>
                              <a:pt x="65759" y="122129"/>
                              <a:pt x="60330" y="120224"/>
                              <a:pt x="55949" y="117652"/>
                            </a:cubicBezTo>
                            <a:cubicBezTo>
                              <a:pt x="37184" y="107746"/>
                              <a:pt x="25088" y="94316"/>
                              <a:pt x="18420" y="85839"/>
                            </a:cubicBezTo>
                            <a:cubicBezTo>
                              <a:pt x="6038" y="69741"/>
                              <a:pt x="1656" y="56025"/>
                              <a:pt x="323" y="44309"/>
                            </a:cubicBezTo>
                            <a:cubicBezTo>
                              <a:pt x="132" y="41738"/>
                              <a:pt x="-344" y="38023"/>
                              <a:pt x="418" y="36880"/>
                            </a:cubicBezTo>
                            <a:cubicBezTo>
                              <a:pt x="1085" y="35165"/>
                              <a:pt x="1561" y="33165"/>
                              <a:pt x="1751" y="30974"/>
                            </a:cubicBezTo>
                            <a:cubicBezTo>
                              <a:pt x="2132" y="28784"/>
                              <a:pt x="2228" y="26402"/>
                              <a:pt x="2228" y="23926"/>
                            </a:cubicBezTo>
                            <a:cubicBezTo>
                              <a:pt x="2323" y="21354"/>
                              <a:pt x="2228" y="18782"/>
                              <a:pt x="2037" y="16020"/>
                            </a:cubicBezTo>
                            <a:cubicBezTo>
                              <a:pt x="1561" y="8496"/>
                              <a:pt x="7847" y="-458"/>
                              <a:pt x="16515" y="18"/>
                            </a:cubicBezTo>
                            <a:cubicBezTo>
                              <a:pt x="22706" y="399"/>
                              <a:pt x="28993" y="1828"/>
                              <a:pt x="35470" y="5066"/>
                            </a:cubicBezTo>
                            <a:cubicBezTo>
                              <a:pt x="38708" y="6495"/>
                              <a:pt x="41947" y="9162"/>
                              <a:pt x="44995" y="11448"/>
                            </a:cubicBezTo>
                            <a:cubicBezTo>
                              <a:pt x="47376" y="12972"/>
                              <a:pt x="49662" y="14591"/>
                              <a:pt x="51853" y="16115"/>
                            </a:cubicBezTo>
                            <a:cubicBezTo>
                              <a:pt x="60711" y="22497"/>
                              <a:pt x="68617" y="29736"/>
                              <a:pt x="76523" y="37642"/>
                            </a:cubicBezTo>
                            <a:cubicBezTo>
                              <a:pt x="80618" y="41928"/>
                              <a:pt x="86905" y="47262"/>
                              <a:pt x="91572" y="49643"/>
                            </a:cubicBezTo>
                            <a:cubicBezTo>
                              <a:pt x="96335" y="52120"/>
                              <a:pt x="98430" y="52310"/>
                              <a:pt x="100526" y="52310"/>
                            </a:cubicBezTo>
                            <a:cubicBezTo>
                              <a:pt x="104526" y="52596"/>
                              <a:pt x="111861" y="52406"/>
                              <a:pt x="121386" y="51548"/>
                            </a:cubicBezTo>
                            <a:cubicBezTo>
                              <a:pt x="130720" y="50786"/>
                              <a:pt x="141293" y="50501"/>
                              <a:pt x="152532" y="50977"/>
                            </a:cubicBezTo>
                            <a:cubicBezTo>
                              <a:pt x="160343" y="51263"/>
                              <a:pt x="168629" y="57930"/>
                              <a:pt x="167963" y="65360"/>
                            </a:cubicBezTo>
                            <a:cubicBezTo>
                              <a:pt x="166915" y="76123"/>
                              <a:pt x="164724" y="86315"/>
                              <a:pt x="157962" y="97078"/>
                            </a:cubicBezTo>
                            <a:cubicBezTo>
                              <a:pt x="154437" y="102412"/>
                              <a:pt x="149865" y="107936"/>
                              <a:pt x="142817" y="113366"/>
                            </a:cubicBezTo>
                            <a:cubicBezTo>
                              <a:pt x="135673" y="118795"/>
                              <a:pt x="125957" y="124129"/>
                              <a:pt x="113289" y="12670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03" name="Forme libre : forme 11502">
                        <a:extLst>
                          <a:ext uri="{FF2B5EF4-FFF2-40B4-BE49-F238E27FC236}">
                            <a16:creationId xmlns:a16="http://schemas.microsoft.com/office/drawing/2014/main" id="{EB4CC774-7856-4B35-8DCF-3E4BA8C2A4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5259" y="2933604"/>
                        <a:ext cx="167544" cy="121270"/>
                      </a:xfrm>
                      <a:custGeom>
                        <a:avLst/>
                        <a:gdLst>
                          <a:gd name="connsiteX0" fmla="*/ 46768 w 167544"/>
                          <a:gd name="connsiteY0" fmla="*/ 70009 h 121270"/>
                          <a:gd name="connsiteX1" fmla="*/ 19717 w 167544"/>
                          <a:gd name="connsiteY1" fmla="*/ 34100 h 121270"/>
                          <a:gd name="connsiteX2" fmla="*/ 15526 w 167544"/>
                          <a:gd name="connsiteY2" fmla="*/ 24479 h 121270"/>
                          <a:gd name="connsiteX3" fmla="*/ 12287 w 167544"/>
                          <a:gd name="connsiteY3" fmla="*/ 16288 h 121270"/>
                          <a:gd name="connsiteX4" fmla="*/ 4477 w 167544"/>
                          <a:gd name="connsiteY4" fmla="*/ 0 h 121270"/>
                          <a:gd name="connsiteX5" fmla="*/ 1905 w 167544"/>
                          <a:gd name="connsiteY5" fmla="*/ 9239 h 121270"/>
                          <a:gd name="connsiteX6" fmla="*/ 2096 w 167544"/>
                          <a:gd name="connsiteY6" fmla="*/ 19907 h 121270"/>
                          <a:gd name="connsiteX7" fmla="*/ 1429 w 167544"/>
                          <a:gd name="connsiteY7" fmla="*/ 26575 h 121270"/>
                          <a:gd name="connsiteX8" fmla="*/ 0 w 167544"/>
                          <a:gd name="connsiteY8" fmla="*/ 32195 h 121270"/>
                          <a:gd name="connsiteX9" fmla="*/ 2953 w 167544"/>
                          <a:gd name="connsiteY9" fmla="*/ 50387 h 121270"/>
                          <a:gd name="connsiteX10" fmla="*/ 18288 w 167544"/>
                          <a:gd name="connsiteY10" fmla="*/ 78962 h 121270"/>
                          <a:gd name="connsiteX11" fmla="*/ 28004 w 167544"/>
                          <a:gd name="connsiteY11" fmla="*/ 89916 h 121270"/>
                          <a:gd name="connsiteX12" fmla="*/ 60770 w 167544"/>
                          <a:gd name="connsiteY12" fmla="*/ 113252 h 121270"/>
                          <a:gd name="connsiteX13" fmla="*/ 104108 w 167544"/>
                          <a:gd name="connsiteY13" fmla="*/ 120872 h 121270"/>
                          <a:gd name="connsiteX14" fmla="*/ 112871 w 167544"/>
                          <a:gd name="connsiteY14" fmla="*/ 119729 h 121270"/>
                          <a:gd name="connsiteX15" fmla="*/ 150019 w 167544"/>
                          <a:gd name="connsiteY15" fmla="*/ 99727 h 121270"/>
                          <a:gd name="connsiteX16" fmla="*/ 166116 w 167544"/>
                          <a:gd name="connsiteY16" fmla="*/ 68675 h 121270"/>
                          <a:gd name="connsiteX17" fmla="*/ 167545 w 167544"/>
                          <a:gd name="connsiteY17" fmla="*/ 58579 h 121270"/>
                          <a:gd name="connsiteX18" fmla="*/ 167545 w 167544"/>
                          <a:gd name="connsiteY18" fmla="*/ 58198 h 121270"/>
                          <a:gd name="connsiteX19" fmla="*/ 142399 w 167544"/>
                          <a:gd name="connsiteY19" fmla="*/ 77248 h 121270"/>
                          <a:gd name="connsiteX20" fmla="*/ 111157 w 167544"/>
                          <a:gd name="connsiteY20" fmla="*/ 91345 h 121270"/>
                          <a:gd name="connsiteX21" fmla="*/ 75438 w 167544"/>
                          <a:gd name="connsiteY21" fmla="*/ 88297 h 121270"/>
                          <a:gd name="connsiteX22" fmla="*/ 46768 w 167544"/>
                          <a:gd name="connsiteY22" fmla="*/ 70009 h 1212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67544" h="121270">
                            <a:moveTo>
                              <a:pt x="46768" y="70009"/>
                            </a:moveTo>
                            <a:cubicBezTo>
                              <a:pt x="35147" y="59817"/>
                              <a:pt x="26003" y="46958"/>
                              <a:pt x="19717" y="34100"/>
                            </a:cubicBezTo>
                            <a:cubicBezTo>
                              <a:pt x="18193" y="30861"/>
                              <a:pt x="16764" y="27623"/>
                              <a:pt x="15526" y="24479"/>
                            </a:cubicBezTo>
                            <a:cubicBezTo>
                              <a:pt x="14192" y="21241"/>
                              <a:pt x="13716" y="19050"/>
                              <a:pt x="12287" y="16288"/>
                            </a:cubicBezTo>
                            <a:cubicBezTo>
                              <a:pt x="10096" y="10859"/>
                              <a:pt x="6953" y="5620"/>
                              <a:pt x="4477" y="0"/>
                            </a:cubicBezTo>
                            <a:cubicBezTo>
                              <a:pt x="2667" y="2858"/>
                              <a:pt x="1714" y="6096"/>
                              <a:pt x="1905" y="9239"/>
                            </a:cubicBezTo>
                            <a:cubicBezTo>
                              <a:pt x="2286" y="12954"/>
                              <a:pt x="2191" y="16669"/>
                              <a:pt x="2096" y="19907"/>
                            </a:cubicBezTo>
                            <a:cubicBezTo>
                              <a:pt x="2096" y="22288"/>
                              <a:pt x="1619" y="24575"/>
                              <a:pt x="1429" y="26575"/>
                            </a:cubicBezTo>
                            <a:cubicBezTo>
                              <a:pt x="1048" y="28766"/>
                              <a:pt x="95" y="30099"/>
                              <a:pt x="0" y="32195"/>
                            </a:cubicBezTo>
                            <a:cubicBezTo>
                              <a:pt x="95" y="37719"/>
                              <a:pt x="1048" y="43815"/>
                              <a:pt x="2953" y="50387"/>
                            </a:cubicBezTo>
                            <a:cubicBezTo>
                              <a:pt x="5620" y="58960"/>
                              <a:pt x="10192" y="68485"/>
                              <a:pt x="18288" y="78962"/>
                            </a:cubicBezTo>
                            <a:cubicBezTo>
                              <a:pt x="20860" y="82105"/>
                              <a:pt x="23908" y="85916"/>
                              <a:pt x="28004" y="89916"/>
                            </a:cubicBezTo>
                            <a:cubicBezTo>
                              <a:pt x="35719" y="97727"/>
                              <a:pt x="46672" y="106775"/>
                              <a:pt x="60770" y="113252"/>
                            </a:cubicBezTo>
                            <a:cubicBezTo>
                              <a:pt x="74676" y="119920"/>
                              <a:pt x="91821" y="122301"/>
                              <a:pt x="104108" y="120872"/>
                            </a:cubicBezTo>
                            <a:cubicBezTo>
                              <a:pt x="107347" y="120587"/>
                              <a:pt x="110395" y="120301"/>
                              <a:pt x="112871" y="119729"/>
                            </a:cubicBezTo>
                            <a:cubicBezTo>
                              <a:pt x="130969" y="115919"/>
                              <a:pt x="142685" y="107347"/>
                              <a:pt x="150019" y="99727"/>
                            </a:cubicBezTo>
                            <a:cubicBezTo>
                              <a:pt x="160020" y="88963"/>
                              <a:pt x="163735" y="78772"/>
                              <a:pt x="166116" y="68675"/>
                            </a:cubicBezTo>
                            <a:cubicBezTo>
                              <a:pt x="166783" y="65342"/>
                              <a:pt x="167259" y="62008"/>
                              <a:pt x="167545" y="58579"/>
                            </a:cubicBezTo>
                            <a:lnTo>
                              <a:pt x="167545" y="58198"/>
                            </a:lnTo>
                            <a:cubicBezTo>
                              <a:pt x="159544" y="64484"/>
                              <a:pt x="151447" y="71057"/>
                              <a:pt x="142399" y="77248"/>
                            </a:cubicBezTo>
                            <a:cubicBezTo>
                              <a:pt x="133350" y="83249"/>
                              <a:pt x="122968" y="88963"/>
                              <a:pt x="111157" y="91345"/>
                            </a:cubicBezTo>
                            <a:cubicBezTo>
                              <a:pt x="99441" y="93821"/>
                              <a:pt x="86582" y="92774"/>
                              <a:pt x="75438" y="88297"/>
                            </a:cubicBezTo>
                            <a:cubicBezTo>
                              <a:pt x="64484" y="84106"/>
                              <a:pt x="55054" y="77248"/>
                              <a:pt x="46768" y="7000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04" name="Forme libre : forme 11503">
                        <a:extLst>
                          <a:ext uri="{FF2B5EF4-FFF2-40B4-BE49-F238E27FC236}">
                            <a16:creationId xmlns:a16="http://schemas.microsoft.com/office/drawing/2014/main" id="{971A0CD9-FC2B-4AEE-9050-E41E5D6B7F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1210" y="2988727"/>
                        <a:ext cx="87994" cy="42051"/>
                      </a:xfrm>
                      <a:custGeom>
                        <a:avLst/>
                        <a:gdLst>
                          <a:gd name="connsiteX0" fmla="*/ 87304 w 87994"/>
                          <a:gd name="connsiteY0" fmla="*/ 18982 h 42051"/>
                          <a:gd name="connsiteX1" fmla="*/ 72064 w 87994"/>
                          <a:gd name="connsiteY1" fmla="*/ 37080 h 42051"/>
                          <a:gd name="connsiteX2" fmla="*/ 52347 w 87994"/>
                          <a:gd name="connsiteY2" fmla="*/ 42032 h 42051"/>
                          <a:gd name="connsiteX3" fmla="*/ 43013 w 87994"/>
                          <a:gd name="connsiteY3" fmla="*/ 41651 h 42051"/>
                          <a:gd name="connsiteX4" fmla="*/ 35869 w 87994"/>
                          <a:gd name="connsiteY4" fmla="*/ 40223 h 42051"/>
                          <a:gd name="connsiteX5" fmla="*/ 8246 w 87994"/>
                          <a:gd name="connsiteY5" fmla="*/ 22697 h 42051"/>
                          <a:gd name="connsiteX6" fmla="*/ 1769 w 87994"/>
                          <a:gd name="connsiteY6" fmla="*/ 1456 h 42051"/>
                          <a:gd name="connsiteX7" fmla="*/ 21296 w 87994"/>
                          <a:gd name="connsiteY7" fmla="*/ 6409 h 42051"/>
                          <a:gd name="connsiteX8" fmla="*/ 42251 w 87994"/>
                          <a:gd name="connsiteY8" fmla="*/ 16220 h 42051"/>
                          <a:gd name="connsiteX9" fmla="*/ 65682 w 87994"/>
                          <a:gd name="connsiteY9" fmla="*/ 18315 h 42051"/>
                          <a:gd name="connsiteX10" fmla="*/ 87304 w 87994"/>
                          <a:gd name="connsiteY10" fmla="*/ 18982 h 42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7994" h="42051">
                            <a:moveTo>
                              <a:pt x="87304" y="18982"/>
                            </a:moveTo>
                            <a:cubicBezTo>
                              <a:pt x="90161" y="22982"/>
                              <a:pt x="83970" y="31460"/>
                              <a:pt x="72064" y="37080"/>
                            </a:cubicBezTo>
                            <a:cubicBezTo>
                              <a:pt x="66254" y="40127"/>
                              <a:pt x="59110" y="41461"/>
                              <a:pt x="52347" y="42032"/>
                            </a:cubicBezTo>
                            <a:cubicBezTo>
                              <a:pt x="49013" y="42128"/>
                              <a:pt x="45870" y="41842"/>
                              <a:pt x="43013" y="41651"/>
                            </a:cubicBezTo>
                            <a:cubicBezTo>
                              <a:pt x="40155" y="41366"/>
                              <a:pt x="37774" y="40604"/>
                              <a:pt x="35869" y="40223"/>
                            </a:cubicBezTo>
                            <a:cubicBezTo>
                              <a:pt x="28059" y="38413"/>
                              <a:pt x="15390" y="31460"/>
                              <a:pt x="8246" y="22697"/>
                            </a:cubicBezTo>
                            <a:cubicBezTo>
                              <a:pt x="817" y="14124"/>
                              <a:pt x="-2231" y="5171"/>
                              <a:pt x="1769" y="1456"/>
                            </a:cubicBezTo>
                            <a:cubicBezTo>
                              <a:pt x="5865" y="-2354"/>
                              <a:pt x="13390" y="2027"/>
                              <a:pt x="21296" y="6409"/>
                            </a:cubicBezTo>
                            <a:cubicBezTo>
                              <a:pt x="29201" y="11076"/>
                              <a:pt x="37774" y="14886"/>
                              <a:pt x="42251" y="16220"/>
                            </a:cubicBezTo>
                            <a:cubicBezTo>
                              <a:pt x="46727" y="18030"/>
                              <a:pt x="56157" y="19553"/>
                              <a:pt x="65682" y="18315"/>
                            </a:cubicBezTo>
                            <a:cubicBezTo>
                              <a:pt x="75017" y="17553"/>
                              <a:pt x="84446" y="14791"/>
                              <a:pt x="87304" y="1898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05" name="Forme libre : forme 11504">
                        <a:extLst>
                          <a:ext uri="{FF2B5EF4-FFF2-40B4-BE49-F238E27FC236}">
                            <a16:creationId xmlns:a16="http://schemas.microsoft.com/office/drawing/2014/main" id="{4F2B3EEA-D67D-4FF5-971B-F3AEC3054E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1388" y="2988134"/>
                        <a:ext cx="61693" cy="42504"/>
                      </a:xfrm>
                      <a:custGeom>
                        <a:avLst/>
                        <a:gdLst>
                          <a:gd name="connsiteX0" fmla="*/ 22260 w 61693"/>
                          <a:gd name="connsiteY0" fmla="*/ 8145 h 42504"/>
                          <a:gd name="connsiteX1" fmla="*/ 1114 w 61693"/>
                          <a:gd name="connsiteY1" fmla="*/ 1763 h 42504"/>
                          <a:gd name="connsiteX2" fmla="*/ 7972 w 61693"/>
                          <a:gd name="connsiteY2" fmla="*/ 23289 h 42504"/>
                          <a:gd name="connsiteX3" fmla="*/ 36262 w 61693"/>
                          <a:gd name="connsiteY3" fmla="*/ 41006 h 42504"/>
                          <a:gd name="connsiteX4" fmla="*/ 61693 w 61693"/>
                          <a:gd name="connsiteY4" fmla="*/ 40911 h 42504"/>
                          <a:gd name="connsiteX5" fmla="*/ 48263 w 61693"/>
                          <a:gd name="connsiteY5" fmla="*/ 40625 h 42504"/>
                          <a:gd name="connsiteX6" fmla="*/ 24641 w 61693"/>
                          <a:gd name="connsiteY6" fmla="*/ 25956 h 42504"/>
                          <a:gd name="connsiteX7" fmla="*/ 22260 w 61693"/>
                          <a:gd name="connsiteY7" fmla="*/ 8145 h 425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1693" h="42504">
                            <a:moveTo>
                              <a:pt x="22260" y="8145"/>
                            </a:moveTo>
                            <a:cubicBezTo>
                              <a:pt x="16545" y="6906"/>
                              <a:pt x="4925" y="-4238"/>
                              <a:pt x="1114" y="1763"/>
                            </a:cubicBezTo>
                            <a:cubicBezTo>
                              <a:pt x="-1743" y="6621"/>
                              <a:pt x="1019" y="15193"/>
                              <a:pt x="7972" y="23289"/>
                            </a:cubicBezTo>
                            <a:cubicBezTo>
                              <a:pt x="14735" y="31481"/>
                              <a:pt x="26356" y="38624"/>
                              <a:pt x="36262" y="41006"/>
                            </a:cubicBezTo>
                            <a:cubicBezTo>
                              <a:pt x="41882" y="43292"/>
                              <a:pt x="55597" y="42720"/>
                              <a:pt x="61693" y="40911"/>
                            </a:cubicBezTo>
                            <a:cubicBezTo>
                              <a:pt x="57979" y="41101"/>
                              <a:pt x="51692" y="41863"/>
                              <a:pt x="48263" y="40625"/>
                            </a:cubicBezTo>
                            <a:cubicBezTo>
                              <a:pt x="38452" y="38434"/>
                              <a:pt x="29309" y="32529"/>
                              <a:pt x="24641" y="25956"/>
                            </a:cubicBezTo>
                            <a:cubicBezTo>
                              <a:pt x="19879" y="19670"/>
                              <a:pt x="18831" y="13097"/>
                              <a:pt x="22260" y="814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06" name="Forme libre : forme 11505">
                        <a:extLst>
                          <a:ext uri="{FF2B5EF4-FFF2-40B4-BE49-F238E27FC236}">
                            <a16:creationId xmlns:a16="http://schemas.microsoft.com/office/drawing/2014/main" id="{0FEB2D2B-0CB3-42F1-A8D9-70852C0567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2700" y="2994122"/>
                        <a:ext cx="91884" cy="39844"/>
                      </a:xfrm>
                      <a:custGeom>
                        <a:avLst/>
                        <a:gdLst>
                          <a:gd name="connsiteX0" fmla="*/ 91624 w 91884"/>
                          <a:gd name="connsiteY0" fmla="*/ 12920 h 39844"/>
                          <a:gd name="connsiteX1" fmla="*/ 75907 w 91884"/>
                          <a:gd name="connsiteY1" fmla="*/ 32732 h 39844"/>
                          <a:gd name="connsiteX2" fmla="*/ 39331 w 91884"/>
                          <a:gd name="connsiteY2" fmla="*/ 39209 h 39844"/>
                          <a:gd name="connsiteX3" fmla="*/ 9042 w 91884"/>
                          <a:gd name="connsiteY3" fmla="*/ 23111 h 39844"/>
                          <a:gd name="connsiteX4" fmla="*/ 1517 w 91884"/>
                          <a:gd name="connsiteY4" fmla="*/ 1775 h 39844"/>
                          <a:gd name="connsiteX5" fmla="*/ 21424 w 91884"/>
                          <a:gd name="connsiteY5" fmla="*/ 6062 h 39844"/>
                          <a:gd name="connsiteX6" fmla="*/ 43713 w 91884"/>
                          <a:gd name="connsiteY6" fmla="*/ 14634 h 39844"/>
                          <a:gd name="connsiteX7" fmla="*/ 69811 w 91884"/>
                          <a:gd name="connsiteY7" fmla="*/ 13682 h 39844"/>
                          <a:gd name="connsiteX8" fmla="*/ 91624 w 91884"/>
                          <a:gd name="connsiteY8" fmla="*/ 12920 h 398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1884" h="39844">
                            <a:moveTo>
                              <a:pt x="91624" y="12920"/>
                            </a:moveTo>
                            <a:cubicBezTo>
                              <a:pt x="93243" y="17777"/>
                              <a:pt x="87242" y="26350"/>
                              <a:pt x="75907" y="32732"/>
                            </a:cubicBezTo>
                            <a:cubicBezTo>
                              <a:pt x="64954" y="39590"/>
                              <a:pt x="48285" y="40828"/>
                              <a:pt x="39331" y="39209"/>
                            </a:cubicBezTo>
                            <a:cubicBezTo>
                              <a:pt x="30187" y="38066"/>
                              <a:pt x="16757" y="31589"/>
                              <a:pt x="9042" y="23111"/>
                            </a:cubicBezTo>
                            <a:cubicBezTo>
                              <a:pt x="1136" y="14730"/>
                              <a:pt x="-2198" y="5966"/>
                              <a:pt x="1517" y="1775"/>
                            </a:cubicBezTo>
                            <a:cubicBezTo>
                              <a:pt x="5137" y="-2511"/>
                              <a:pt x="13042" y="1775"/>
                              <a:pt x="21424" y="6062"/>
                            </a:cubicBezTo>
                            <a:cubicBezTo>
                              <a:pt x="29806" y="10539"/>
                              <a:pt x="39141" y="13872"/>
                              <a:pt x="43713" y="14634"/>
                            </a:cubicBezTo>
                            <a:cubicBezTo>
                              <a:pt x="48190" y="15491"/>
                              <a:pt x="59334" y="16539"/>
                              <a:pt x="69811" y="13682"/>
                            </a:cubicBezTo>
                            <a:cubicBezTo>
                              <a:pt x="80289" y="11491"/>
                              <a:pt x="89909" y="7776"/>
                              <a:pt x="91624" y="1292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07" name="Forme libre : forme 11506">
                        <a:extLst>
                          <a:ext uri="{FF2B5EF4-FFF2-40B4-BE49-F238E27FC236}">
                            <a16:creationId xmlns:a16="http://schemas.microsoft.com/office/drawing/2014/main" id="{93CC2939-B2C0-421A-8A6B-176596E3A7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2598" y="2950152"/>
                        <a:ext cx="100210" cy="95547"/>
                      </a:xfrm>
                      <a:custGeom>
                        <a:avLst/>
                        <a:gdLst>
                          <a:gd name="connsiteX0" fmla="*/ 4283 w 100210"/>
                          <a:gd name="connsiteY0" fmla="*/ 3931 h 95547"/>
                          <a:gd name="connsiteX1" fmla="*/ 187 w 100210"/>
                          <a:gd name="connsiteY1" fmla="*/ 20695 h 95547"/>
                          <a:gd name="connsiteX2" fmla="*/ 3997 w 100210"/>
                          <a:gd name="connsiteY2" fmla="*/ 44221 h 95547"/>
                          <a:gd name="connsiteX3" fmla="*/ 18094 w 100210"/>
                          <a:gd name="connsiteY3" fmla="*/ 69748 h 95547"/>
                          <a:gd name="connsiteX4" fmla="*/ 44573 w 100210"/>
                          <a:gd name="connsiteY4" fmla="*/ 89751 h 95547"/>
                          <a:gd name="connsiteX5" fmla="*/ 78292 w 100210"/>
                          <a:gd name="connsiteY5" fmla="*/ 95085 h 95547"/>
                          <a:gd name="connsiteX6" fmla="*/ 98961 w 100210"/>
                          <a:gd name="connsiteY6" fmla="*/ 78988 h 95547"/>
                          <a:gd name="connsiteX7" fmla="*/ 80673 w 100210"/>
                          <a:gd name="connsiteY7" fmla="*/ 75654 h 95547"/>
                          <a:gd name="connsiteX8" fmla="*/ 47717 w 100210"/>
                          <a:gd name="connsiteY8" fmla="*/ 47841 h 95547"/>
                          <a:gd name="connsiteX9" fmla="*/ 32858 w 100210"/>
                          <a:gd name="connsiteY9" fmla="*/ 11265 h 95547"/>
                          <a:gd name="connsiteX10" fmla="*/ 4283 w 100210"/>
                          <a:gd name="connsiteY10" fmla="*/ 3931 h 95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0210" h="95547">
                            <a:moveTo>
                              <a:pt x="4283" y="3931"/>
                            </a:moveTo>
                            <a:cubicBezTo>
                              <a:pt x="187" y="9360"/>
                              <a:pt x="-385" y="12313"/>
                              <a:pt x="187" y="20695"/>
                            </a:cubicBezTo>
                            <a:cubicBezTo>
                              <a:pt x="758" y="28696"/>
                              <a:pt x="1616" y="36221"/>
                              <a:pt x="3997" y="44221"/>
                            </a:cubicBezTo>
                            <a:cubicBezTo>
                              <a:pt x="6378" y="52127"/>
                              <a:pt x="10188" y="60509"/>
                              <a:pt x="18094" y="69748"/>
                            </a:cubicBezTo>
                            <a:cubicBezTo>
                              <a:pt x="24666" y="77369"/>
                              <a:pt x="33524" y="84798"/>
                              <a:pt x="44573" y="89751"/>
                            </a:cubicBezTo>
                            <a:cubicBezTo>
                              <a:pt x="55527" y="94609"/>
                              <a:pt x="68100" y="96514"/>
                              <a:pt x="78292" y="95085"/>
                            </a:cubicBezTo>
                            <a:cubicBezTo>
                              <a:pt x="94008" y="92799"/>
                              <a:pt x="103819" y="83750"/>
                              <a:pt x="98961" y="78988"/>
                            </a:cubicBezTo>
                            <a:cubicBezTo>
                              <a:pt x="96199" y="76130"/>
                              <a:pt x="87531" y="77273"/>
                              <a:pt x="80673" y="75654"/>
                            </a:cubicBezTo>
                            <a:cubicBezTo>
                              <a:pt x="64576" y="71177"/>
                              <a:pt x="52955" y="61176"/>
                              <a:pt x="47717" y="47841"/>
                            </a:cubicBezTo>
                            <a:cubicBezTo>
                              <a:pt x="43049" y="36411"/>
                              <a:pt x="43049" y="23076"/>
                              <a:pt x="32858" y="11265"/>
                            </a:cubicBezTo>
                            <a:cubicBezTo>
                              <a:pt x="23809" y="311"/>
                              <a:pt x="9998" y="-3689"/>
                              <a:pt x="4283" y="393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08" name="Forme libre : forme 11507">
                        <a:extLst>
                          <a:ext uri="{FF2B5EF4-FFF2-40B4-BE49-F238E27FC236}">
                            <a16:creationId xmlns:a16="http://schemas.microsoft.com/office/drawing/2014/main" id="{934B8859-4B8C-4C7C-AC3F-6ACDB79E74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7429" y="2967481"/>
                        <a:ext cx="29409" cy="23655"/>
                      </a:xfrm>
                      <a:custGeom>
                        <a:avLst/>
                        <a:gdLst>
                          <a:gd name="connsiteX0" fmla="*/ 5074 w 29409"/>
                          <a:gd name="connsiteY0" fmla="*/ 1462 h 23655"/>
                          <a:gd name="connsiteX1" fmla="*/ 978 w 29409"/>
                          <a:gd name="connsiteY1" fmla="*/ 33 h 23655"/>
                          <a:gd name="connsiteX2" fmla="*/ 597 w 29409"/>
                          <a:gd name="connsiteY2" fmla="*/ 3652 h 23655"/>
                          <a:gd name="connsiteX3" fmla="*/ 4597 w 29409"/>
                          <a:gd name="connsiteY3" fmla="*/ 9272 h 23655"/>
                          <a:gd name="connsiteX4" fmla="*/ 16885 w 29409"/>
                          <a:gd name="connsiteY4" fmla="*/ 20416 h 23655"/>
                          <a:gd name="connsiteX5" fmla="*/ 22028 w 29409"/>
                          <a:gd name="connsiteY5" fmla="*/ 23274 h 23655"/>
                          <a:gd name="connsiteX6" fmla="*/ 25457 w 29409"/>
                          <a:gd name="connsiteY6" fmla="*/ 14892 h 23655"/>
                          <a:gd name="connsiteX7" fmla="*/ 5074 w 29409"/>
                          <a:gd name="connsiteY7" fmla="*/ 1462 h 236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409" h="23655">
                            <a:moveTo>
                              <a:pt x="5074" y="1462"/>
                            </a:moveTo>
                            <a:cubicBezTo>
                              <a:pt x="3454" y="509"/>
                              <a:pt x="2311" y="-158"/>
                              <a:pt x="978" y="33"/>
                            </a:cubicBezTo>
                            <a:cubicBezTo>
                              <a:pt x="-356" y="223"/>
                              <a:pt x="-165" y="1938"/>
                              <a:pt x="597" y="3652"/>
                            </a:cubicBezTo>
                            <a:cubicBezTo>
                              <a:pt x="1359" y="5462"/>
                              <a:pt x="3073" y="7653"/>
                              <a:pt x="4597" y="9272"/>
                            </a:cubicBezTo>
                            <a:cubicBezTo>
                              <a:pt x="8312" y="13463"/>
                              <a:pt x="12598" y="17463"/>
                              <a:pt x="16885" y="20416"/>
                            </a:cubicBezTo>
                            <a:cubicBezTo>
                              <a:pt x="18694" y="21559"/>
                              <a:pt x="20314" y="22702"/>
                              <a:pt x="22028" y="23274"/>
                            </a:cubicBezTo>
                            <a:cubicBezTo>
                              <a:pt x="29362" y="24988"/>
                              <a:pt x="32506" y="20702"/>
                              <a:pt x="25457" y="14892"/>
                            </a:cubicBezTo>
                            <a:cubicBezTo>
                              <a:pt x="20028" y="10320"/>
                              <a:pt x="11741" y="5271"/>
                              <a:pt x="5074" y="146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09" name="Forme libre : forme 11508">
                        <a:extLst>
                          <a:ext uri="{FF2B5EF4-FFF2-40B4-BE49-F238E27FC236}">
                            <a16:creationId xmlns:a16="http://schemas.microsoft.com/office/drawing/2014/main" id="{BCC748B2-27E5-46A8-BC65-540BB4432E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1845" y="2991897"/>
                        <a:ext cx="47519" cy="59245"/>
                      </a:xfrm>
                      <a:custGeom>
                        <a:avLst/>
                        <a:gdLst>
                          <a:gd name="connsiteX0" fmla="*/ 47339 w 47519"/>
                          <a:gd name="connsiteY0" fmla="*/ 0 h 59245"/>
                          <a:gd name="connsiteX1" fmla="*/ 37052 w 47519"/>
                          <a:gd name="connsiteY1" fmla="*/ 30099 h 59245"/>
                          <a:gd name="connsiteX2" fmla="*/ 0 w 47519"/>
                          <a:gd name="connsiteY2" fmla="*/ 59246 h 59245"/>
                          <a:gd name="connsiteX3" fmla="*/ 34385 w 47519"/>
                          <a:gd name="connsiteY3" fmla="*/ 30194 h 59245"/>
                          <a:gd name="connsiteX4" fmla="*/ 47339 w 47519"/>
                          <a:gd name="connsiteY4" fmla="*/ 0 h 592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519" h="59245">
                            <a:moveTo>
                              <a:pt x="47339" y="0"/>
                            </a:moveTo>
                            <a:cubicBezTo>
                              <a:pt x="48387" y="8096"/>
                              <a:pt x="44863" y="18860"/>
                              <a:pt x="37052" y="30099"/>
                            </a:cubicBezTo>
                            <a:cubicBezTo>
                              <a:pt x="29623" y="41243"/>
                              <a:pt x="15621" y="53531"/>
                              <a:pt x="0" y="59246"/>
                            </a:cubicBezTo>
                            <a:cubicBezTo>
                              <a:pt x="16669" y="52769"/>
                              <a:pt x="27908" y="40862"/>
                              <a:pt x="34385" y="30194"/>
                            </a:cubicBezTo>
                            <a:cubicBezTo>
                              <a:pt x="41148" y="19431"/>
                              <a:pt x="44672" y="8954"/>
                              <a:pt x="4733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10" name="Forme libre : forme 11509">
                        <a:extLst>
                          <a:ext uri="{FF2B5EF4-FFF2-40B4-BE49-F238E27FC236}">
                            <a16:creationId xmlns:a16="http://schemas.microsoft.com/office/drawing/2014/main" id="{EE10808D-4C36-4C72-956B-227950D091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1737" y="2929413"/>
                        <a:ext cx="59435" cy="38004"/>
                      </a:xfrm>
                      <a:custGeom>
                        <a:avLst/>
                        <a:gdLst>
                          <a:gd name="connsiteX0" fmla="*/ 59436 w 59435"/>
                          <a:gd name="connsiteY0" fmla="*/ 38005 h 38004"/>
                          <a:gd name="connsiteX1" fmla="*/ 34290 w 59435"/>
                          <a:gd name="connsiteY1" fmla="*/ 17812 h 38004"/>
                          <a:gd name="connsiteX2" fmla="*/ 18193 w 59435"/>
                          <a:gd name="connsiteY2" fmla="*/ 6572 h 38004"/>
                          <a:gd name="connsiteX3" fmla="*/ 0 w 59435"/>
                          <a:gd name="connsiteY3" fmla="*/ 0 h 38004"/>
                          <a:gd name="connsiteX4" fmla="*/ 17812 w 59435"/>
                          <a:gd name="connsiteY4" fmla="*/ 6668 h 38004"/>
                          <a:gd name="connsiteX5" fmla="*/ 33814 w 59435"/>
                          <a:gd name="connsiteY5" fmla="*/ 19145 h 38004"/>
                          <a:gd name="connsiteX6" fmla="*/ 59436 w 59435"/>
                          <a:gd name="connsiteY6" fmla="*/ 38005 h 380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9435" h="38004">
                            <a:moveTo>
                              <a:pt x="59436" y="38005"/>
                            </a:moveTo>
                            <a:cubicBezTo>
                              <a:pt x="52197" y="31433"/>
                              <a:pt x="43624" y="24384"/>
                              <a:pt x="34290" y="17812"/>
                            </a:cubicBezTo>
                            <a:cubicBezTo>
                              <a:pt x="29146" y="14192"/>
                              <a:pt x="23717" y="10478"/>
                              <a:pt x="18193" y="6572"/>
                            </a:cubicBezTo>
                            <a:cubicBezTo>
                              <a:pt x="11811" y="2762"/>
                              <a:pt x="5620" y="953"/>
                              <a:pt x="0" y="0"/>
                            </a:cubicBezTo>
                            <a:cubicBezTo>
                              <a:pt x="5239" y="667"/>
                              <a:pt x="11335" y="2572"/>
                              <a:pt x="17812" y="6668"/>
                            </a:cubicBezTo>
                            <a:cubicBezTo>
                              <a:pt x="23241" y="10859"/>
                              <a:pt x="28575" y="15050"/>
                              <a:pt x="33814" y="19145"/>
                            </a:cubicBezTo>
                            <a:cubicBezTo>
                              <a:pt x="43053" y="26479"/>
                              <a:pt x="52102" y="33528"/>
                              <a:pt x="59436" y="3800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11" name="Forme libre : forme 11510">
                        <a:extLst>
                          <a:ext uri="{FF2B5EF4-FFF2-40B4-BE49-F238E27FC236}">
                            <a16:creationId xmlns:a16="http://schemas.microsoft.com/office/drawing/2014/main" id="{C6E0430C-C1B2-49B2-8300-BF55F3A449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25561" y="3006867"/>
                        <a:ext cx="32071" cy="10867"/>
                      </a:xfrm>
                      <a:custGeom>
                        <a:avLst/>
                        <a:gdLst>
                          <a:gd name="connsiteX0" fmla="*/ 31998 w 32071"/>
                          <a:gd name="connsiteY0" fmla="*/ 6938 h 10867"/>
                          <a:gd name="connsiteX1" fmla="*/ 11900 w 32071"/>
                          <a:gd name="connsiteY1" fmla="*/ 9796 h 10867"/>
                          <a:gd name="connsiteX2" fmla="*/ 3137 w 32071"/>
                          <a:gd name="connsiteY2" fmla="*/ 5986 h 10867"/>
                          <a:gd name="connsiteX3" fmla="*/ 851 w 32071"/>
                          <a:gd name="connsiteY3" fmla="*/ 556 h 10867"/>
                          <a:gd name="connsiteX4" fmla="*/ 17710 w 32071"/>
                          <a:gd name="connsiteY4" fmla="*/ 3033 h 10867"/>
                          <a:gd name="connsiteX5" fmla="*/ 26473 w 32071"/>
                          <a:gd name="connsiteY5" fmla="*/ 3985 h 10867"/>
                          <a:gd name="connsiteX6" fmla="*/ 31998 w 32071"/>
                          <a:gd name="connsiteY6" fmla="*/ 6938 h 108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2071" h="10867">
                            <a:moveTo>
                              <a:pt x="31998" y="6938"/>
                            </a:moveTo>
                            <a:cubicBezTo>
                              <a:pt x="30855" y="11415"/>
                              <a:pt x="15996" y="11605"/>
                              <a:pt x="11900" y="9796"/>
                            </a:cubicBezTo>
                            <a:cubicBezTo>
                              <a:pt x="9709" y="9510"/>
                              <a:pt x="5899" y="7700"/>
                              <a:pt x="3137" y="5986"/>
                            </a:cubicBezTo>
                            <a:cubicBezTo>
                              <a:pt x="470" y="3890"/>
                              <a:pt x="-1054" y="1795"/>
                              <a:pt x="851" y="556"/>
                            </a:cubicBezTo>
                            <a:cubicBezTo>
                              <a:pt x="4280" y="-1444"/>
                              <a:pt x="13995" y="2557"/>
                              <a:pt x="17710" y="3033"/>
                            </a:cubicBezTo>
                            <a:cubicBezTo>
                              <a:pt x="19425" y="3223"/>
                              <a:pt x="23044" y="3604"/>
                              <a:pt x="26473" y="3985"/>
                            </a:cubicBezTo>
                            <a:cubicBezTo>
                              <a:pt x="29712" y="4557"/>
                              <a:pt x="32569" y="4938"/>
                              <a:pt x="31998" y="693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12" name="Forme libre : forme 11511">
                        <a:extLst>
                          <a:ext uri="{FF2B5EF4-FFF2-40B4-BE49-F238E27FC236}">
                            <a16:creationId xmlns:a16="http://schemas.microsoft.com/office/drawing/2014/main" id="{CCDFB5A8-0544-4244-A000-BD1AAF62DD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3103" y="3010766"/>
                        <a:ext cx="9371" cy="4038"/>
                      </a:xfrm>
                      <a:custGeom>
                        <a:avLst/>
                        <a:gdLst>
                          <a:gd name="connsiteX0" fmla="*/ 9218 w 9371"/>
                          <a:gd name="connsiteY0" fmla="*/ 562 h 4038"/>
                          <a:gd name="connsiteX1" fmla="*/ 5504 w 9371"/>
                          <a:gd name="connsiteY1" fmla="*/ 3515 h 4038"/>
                          <a:gd name="connsiteX2" fmla="*/ 75 w 9371"/>
                          <a:gd name="connsiteY2" fmla="*/ 3134 h 4038"/>
                          <a:gd name="connsiteX3" fmla="*/ 3789 w 9371"/>
                          <a:gd name="connsiteY3" fmla="*/ 562 h 4038"/>
                          <a:gd name="connsiteX4" fmla="*/ 9218 w 9371"/>
                          <a:gd name="connsiteY4" fmla="*/ 562 h 40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71" h="4038">
                            <a:moveTo>
                              <a:pt x="9218" y="562"/>
                            </a:moveTo>
                            <a:cubicBezTo>
                              <a:pt x="10076" y="1801"/>
                              <a:pt x="7123" y="3134"/>
                              <a:pt x="5504" y="3515"/>
                            </a:cubicBezTo>
                            <a:cubicBezTo>
                              <a:pt x="3980" y="4087"/>
                              <a:pt x="551" y="4468"/>
                              <a:pt x="75" y="3134"/>
                            </a:cubicBezTo>
                            <a:cubicBezTo>
                              <a:pt x="-497" y="1705"/>
                              <a:pt x="2360" y="1134"/>
                              <a:pt x="3789" y="562"/>
                            </a:cubicBezTo>
                            <a:cubicBezTo>
                              <a:pt x="5218" y="181"/>
                              <a:pt x="8456" y="-485"/>
                              <a:pt x="9218" y="56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13" name="Forme libre : forme 11512">
                        <a:extLst>
                          <a:ext uri="{FF2B5EF4-FFF2-40B4-BE49-F238E27FC236}">
                            <a16:creationId xmlns:a16="http://schemas.microsoft.com/office/drawing/2014/main" id="{223E5C4D-3DF4-4572-BA38-2FC3EF92F9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33416" y="2985389"/>
                        <a:ext cx="68566" cy="17023"/>
                      </a:xfrm>
                      <a:custGeom>
                        <a:avLst/>
                        <a:gdLst>
                          <a:gd name="connsiteX0" fmla="*/ 41383 w 68566"/>
                          <a:gd name="connsiteY0" fmla="*/ 2984 h 17023"/>
                          <a:gd name="connsiteX1" fmla="*/ 66624 w 68566"/>
                          <a:gd name="connsiteY1" fmla="*/ 2412 h 17023"/>
                          <a:gd name="connsiteX2" fmla="*/ 65386 w 68566"/>
                          <a:gd name="connsiteY2" fmla="*/ 10699 h 17023"/>
                          <a:gd name="connsiteX3" fmla="*/ 54909 w 68566"/>
                          <a:gd name="connsiteY3" fmla="*/ 14319 h 17023"/>
                          <a:gd name="connsiteX4" fmla="*/ 23952 w 68566"/>
                          <a:gd name="connsiteY4" fmla="*/ 16891 h 17023"/>
                          <a:gd name="connsiteX5" fmla="*/ 16142 w 68566"/>
                          <a:gd name="connsiteY5" fmla="*/ 16509 h 17023"/>
                          <a:gd name="connsiteX6" fmla="*/ 6617 w 68566"/>
                          <a:gd name="connsiteY6" fmla="*/ 13461 h 17023"/>
                          <a:gd name="connsiteX7" fmla="*/ 1378 w 68566"/>
                          <a:gd name="connsiteY7" fmla="*/ 2508 h 17023"/>
                          <a:gd name="connsiteX8" fmla="*/ 11094 w 68566"/>
                          <a:gd name="connsiteY8" fmla="*/ 222 h 17023"/>
                          <a:gd name="connsiteX9" fmla="*/ 22523 w 68566"/>
                          <a:gd name="connsiteY9" fmla="*/ 1269 h 17023"/>
                          <a:gd name="connsiteX10" fmla="*/ 41383 w 68566"/>
                          <a:gd name="connsiteY10" fmla="*/ 2984 h 17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8566" h="17023">
                            <a:moveTo>
                              <a:pt x="41383" y="2984"/>
                            </a:moveTo>
                            <a:cubicBezTo>
                              <a:pt x="50908" y="2032"/>
                              <a:pt x="58242" y="412"/>
                              <a:pt x="66624" y="2412"/>
                            </a:cubicBezTo>
                            <a:cubicBezTo>
                              <a:pt x="69768" y="3175"/>
                              <a:pt x="68910" y="7746"/>
                              <a:pt x="65386" y="10699"/>
                            </a:cubicBezTo>
                            <a:cubicBezTo>
                              <a:pt x="61767" y="13652"/>
                              <a:pt x="58433" y="13938"/>
                              <a:pt x="54909" y="14319"/>
                            </a:cubicBezTo>
                            <a:cubicBezTo>
                              <a:pt x="44145" y="15557"/>
                              <a:pt x="33668" y="17557"/>
                              <a:pt x="23952" y="16891"/>
                            </a:cubicBezTo>
                            <a:cubicBezTo>
                              <a:pt x="22428" y="16700"/>
                              <a:pt x="19476" y="16891"/>
                              <a:pt x="16142" y="16509"/>
                            </a:cubicBezTo>
                            <a:cubicBezTo>
                              <a:pt x="12903" y="15938"/>
                              <a:pt x="9379" y="15081"/>
                              <a:pt x="6617" y="13461"/>
                            </a:cubicBezTo>
                            <a:cubicBezTo>
                              <a:pt x="902" y="10128"/>
                              <a:pt x="-1861" y="5175"/>
                              <a:pt x="1378" y="2508"/>
                            </a:cubicBezTo>
                            <a:cubicBezTo>
                              <a:pt x="4712" y="-159"/>
                              <a:pt x="7950" y="-255"/>
                              <a:pt x="11094" y="222"/>
                            </a:cubicBezTo>
                            <a:cubicBezTo>
                              <a:pt x="14046" y="888"/>
                              <a:pt x="19285" y="984"/>
                              <a:pt x="22523" y="1269"/>
                            </a:cubicBezTo>
                            <a:cubicBezTo>
                              <a:pt x="29286" y="1555"/>
                              <a:pt x="34430" y="3460"/>
                              <a:pt x="41383" y="298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38" name="Graphique 1">
                      <a:extLst>
                        <a:ext uri="{FF2B5EF4-FFF2-40B4-BE49-F238E27FC236}">
                          <a16:creationId xmlns:a16="http://schemas.microsoft.com/office/drawing/2014/main" id="{29B6193E-F2E6-460E-B02F-F230896B5E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06233" y="2910981"/>
                      <a:ext cx="201560" cy="80977"/>
                      <a:chOff x="4106233" y="2910981"/>
                      <a:chExt cx="201560" cy="80977"/>
                    </a:xfrm>
                    <a:solidFill>
                      <a:schemeClr val="accent1"/>
                    </a:solidFill>
                  </p:grpSpPr>
                  <p:sp>
                    <p:nvSpPr>
                      <p:cNvPr id="11490" name="Forme libre : forme 11489">
                        <a:extLst>
                          <a:ext uri="{FF2B5EF4-FFF2-40B4-BE49-F238E27FC236}">
                            <a16:creationId xmlns:a16="http://schemas.microsoft.com/office/drawing/2014/main" id="{3419C4F2-DDF2-4368-84A0-E32ED9CE13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06233" y="2910981"/>
                        <a:ext cx="201560" cy="80977"/>
                      </a:xfrm>
                      <a:custGeom>
                        <a:avLst/>
                        <a:gdLst>
                          <a:gd name="connsiteX0" fmla="*/ 137730 w 201560"/>
                          <a:gd name="connsiteY0" fmla="*/ 75011 h 80977"/>
                          <a:gd name="connsiteX1" fmla="*/ 102392 w 201560"/>
                          <a:gd name="connsiteY1" fmla="*/ 77678 h 80977"/>
                          <a:gd name="connsiteX2" fmla="*/ 72007 w 201560"/>
                          <a:gd name="connsiteY2" fmla="*/ 80154 h 80977"/>
                          <a:gd name="connsiteX3" fmla="*/ 44194 w 201560"/>
                          <a:gd name="connsiteY3" fmla="*/ 80059 h 80977"/>
                          <a:gd name="connsiteX4" fmla="*/ 12476 w 201560"/>
                          <a:gd name="connsiteY4" fmla="*/ 77868 h 80977"/>
                          <a:gd name="connsiteX5" fmla="*/ 379 w 201560"/>
                          <a:gd name="connsiteY5" fmla="*/ 60057 h 80977"/>
                          <a:gd name="connsiteX6" fmla="*/ 16572 w 201560"/>
                          <a:gd name="connsiteY6" fmla="*/ 28148 h 80977"/>
                          <a:gd name="connsiteX7" fmla="*/ 61149 w 201560"/>
                          <a:gd name="connsiteY7" fmla="*/ 5383 h 80977"/>
                          <a:gd name="connsiteX8" fmla="*/ 97248 w 201560"/>
                          <a:gd name="connsiteY8" fmla="*/ 1097 h 80977"/>
                          <a:gd name="connsiteX9" fmla="*/ 129538 w 201560"/>
                          <a:gd name="connsiteY9" fmla="*/ 49 h 80977"/>
                          <a:gd name="connsiteX10" fmla="*/ 145350 w 201560"/>
                          <a:gd name="connsiteY10" fmla="*/ 906 h 80977"/>
                          <a:gd name="connsiteX11" fmla="*/ 147350 w 201560"/>
                          <a:gd name="connsiteY11" fmla="*/ 1573 h 80977"/>
                          <a:gd name="connsiteX12" fmla="*/ 150779 w 201560"/>
                          <a:gd name="connsiteY12" fmla="*/ 2049 h 80977"/>
                          <a:gd name="connsiteX13" fmla="*/ 163542 w 201560"/>
                          <a:gd name="connsiteY13" fmla="*/ 2240 h 80977"/>
                          <a:gd name="connsiteX14" fmla="*/ 197451 w 201560"/>
                          <a:gd name="connsiteY14" fmla="*/ 20623 h 80977"/>
                          <a:gd name="connsiteX15" fmla="*/ 197166 w 201560"/>
                          <a:gd name="connsiteY15" fmla="*/ 41769 h 80977"/>
                          <a:gd name="connsiteX16" fmla="*/ 175449 w 201560"/>
                          <a:gd name="connsiteY16" fmla="*/ 59485 h 80977"/>
                          <a:gd name="connsiteX17" fmla="*/ 171639 w 201560"/>
                          <a:gd name="connsiteY17" fmla="*/ 63390 h 80977"/>
                          <a:gd name="connsiteX18" fmla="*/ 164781 w 201560"/>
                          <a:gd name="connsiteY18" fmla="*/ 67867 h 80977"/>
                          <a:gd name="connsiteX19" fmla="*/ 137730 w 201560"/>
                          <a:gd name="connsiteY19" fmla="*/ 75011 h 809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201560" h="80977">
                            <a:moveTo>
                              <a:pt x="137730" y="75011"/>
                            </a:moveTo>
                            <a:cubicBezTo>
                              <a:pt x="128395" y="76249"/>
                              <a:pt x="114774" y="77011"/>
                              <a:pt x="102392" y="77678"/>
                            </a:cubicBezTo>
                            <a:cubicBezTo>
                              <a:pt x="89914" y="78345"/>
                              <a:pt x="78579" y="79392"/>
                              <a:pt x="72007" y="80154"/>
                            </a:cubicBezTo>
                            <a:cubicBezTo>
                              <a:pt x="59053" y="81488"/>
                              <a:pt x="52385" y="81011"/>
                              <a:pt x="44194" y="80059"/>
                            </a:cubicBezTo>
                            <a:cubicBezTo>
                              <a:pt x="34193" y="80440"/>
                              <a:pt x="23906" y="79487"/>
                              <a:pt x="12476" y="77868"/>
                            </a:cubicBezTo>
                            <a:cubicBezTo>
                              <a:pt x="4570" y="76820"/>
                              <a:pt x="-1621" y="67867"/>
                              <a:pt x="379" y="60057"/>
                            </a:cubicBezTo>
                            <a:cubicBezTo>
                              <a:pt x="3427" y="48817"/>
                              <a:pt x="7618" y="38340"/>
                              <a:pt x="16572" y="28148"/>
                            </a:cubicBezTo>
                            <a:cubicBezTo>
                              <a:pt x="27811" y="16718"/>
                              <a:pt x="43432" y="9098"/>
                              <a:pt x="61149" y="5383"/>
                            </a:cubicBezTo>
                            <a:cubicBezTo>
                              <a:pt x="70674" y="3287"/>
                              <a:pt x="84485" y="1668"/>
                              <a:pt x="97248" y="1097"/>
                            </a:cubicBezTo>
                            <a:cubicBezTo>
                              <a:pt x="110107" y="430"/>
                              <a:pt x="122204" y="240"/>
                              <a:pt x="129538" y="49"/>
                            </a:cubicBezTo>
                            <a:cubicBezTo>
                              <a:pt x="136206" y="-141"/>
                              <a:pt x="142206" y="240"/>
                              <a:pt x="145350" y="906"/>
                            </a:cubicBezTo>
                            <a:cubicBezTo>
                              <a:pt x="146493" y="1097"/>
                              <a:pt x="146874" y="1287"/>
                              <a:pt x="147350" y="1573"/>
                            </a:cubicBezTo>
                            <a:cubicBezTo>
                              <a:pt x="148017" y="1763"/>
                              <a:pt x="147731" y="2430"/>
                              <a:pt x="150779" y="2049"/>
                            </a:cubicBezTo>
                            <a:cubicBezTo>
                              <a:pt x="155256" y="1859"/>
                              <a:pt x="159637" y="1668"/>
                              <a:pt x="163542" y="2240"/>
                            </a:cubicBezTo>
                            <a:cubicBezTo>
                              <a:pt x="179163" y="4526"/>
                              <a:pt x="189165" y="12241"/>
                              <a:pt x="197451" y="20623"/>
                            </a:cubicBezTo>
                            <a:cubicBezTo>
                              <a:pt x="203071" y="26814"/>
                              <a:pt x="202881" y="37482"/>
                              <a:pt x="197166" y="41769"/>
                            </a:cubicBezTo>
                            <a:cubicBezTo>
                              <a:pt x="188974" y="48245"/>
                              <a:pt x="181259" y="54056"/>
                              <a:pt x="175449" y="59485"/>
                            </a:cubicBezTo>
                            <a:cubicBezTo>
                              <a:pt x="174115" y="60914"/>
                              <a:pt x="172496" y="61866"/>
                              <a:pt x="171639" y="63390"/>
                            </a:cubicBezTo>
                            <a:cubicBezTo>
                              <a:pt x="170210" y="64819"/>
                              <a:pt x="171353" y="65200"/>
                              <a:pt x="164781" y="67867"/>
                            </a:cubicBezTo>
                            <a:cubicBezTo>
                              <a:pt x="155065" y="72058"/>
                              <a:pt x="146397" y="73868"/>
                              <a:pt x="137730" y="7501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91" name="Forme libre : forme 11490">
                        <a:extLst>
                          <a:ext uri="{FF2B5EF4-FFF2-40B4-BE49-F238E27FC236}">
                            <a16:creationId xmlns:a16="http://schemas.microsoft.com/office/drawing/2014/main" id="{17517CC5-5BA0-4A32-A782-9CEE7D7361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10232" y="2950644"/>
                        <a:ext cx="193548" cy="41112"/>
                      </a:xfrm>
                      <a:custGeom>
                        <a:avLst/>
                        <a:gdLst>
                          <a:gd name="connsiteX0" fmla="*/ 73438 w 193548"/>
                          <a:gd name="connsiteY0" fmla="*/ 12392 h 41112"/>
                          <a:gd name="connsiteX1" fmla="*/ 35909 w 193548"/>
                          <a:gd name="connsiteY1" fmla="*/ 21727 h 41112"/>
                          <a:gd name="connsiteX2" fmla="*/ 0 w 193548"/>
                          <a:gd name="connsiteY2" fmla="*/ 33443 h 41112"/>
                          <a:gd name="connsiteX3" fmla="*/ 8382 w 193548"/>
                          <a:gd name="connsiteY3" fmla="*/ 38110 h 41112"/>
                          <a:gd name="connsiteX4" fmla="*/ 19812 w 193548"/>
                          <a:gd name="connsiteY4" fmla="*/ 39444 h 41112"/>
                          <a:gd name="connsiteX5" fmla="*/ 35433 w 193548"/>
                          <a:gd name="connsiteY5" fmla="*/ 40205 h 41112"/>
                          <a:gd name="connsiteX6" fmla="*/ 42672 w 193548"/>
                          <a:gd name="connsiteY6" fmla="*/ 40301 h 41112"/>
                          <a:gd name="connsiteX7" fmla="*/ 48482 w 193548"/>
                          <a:gd name="connsiteY7" fmla="*/ 40967 h 41112"/>
                          <a:gd name="connsiteX8" fmla="*/ 68008 w 193548"/>
                          <a:gd name="connsiteY8" fmla="*/ 40301 h 41112"/>
                          <a:gd name="connsiteX9" fmla="*/ 77153 w 193548"/>
                          <a:gd name="connsiteY9" fmla="*/ 39348 h 41112"/>
                          <a:gd name="connsiteX10" fmla="*/ 128016 w 193548"/>
                          <a:gd name="connsiteY10" fmla="*/ 35824 h 41112"/>
                          <a:gd name="connsiteX11" fmla="*/ 133731 w 193548"/>
                          <a:gd name="connsiteY11" fmla="*/ 35157 h 41112"/>
                          <a:gd name="connsiteX12" fmla="*/ 143065 w 193548"/>
                          <a:gd name="connsiteY12" fmla="*/ 33538 h 41112"/>
                          <a:gd name="connsiteX13" fmla="*/ 152590 w 193548"/>
                          <a:gd name="connsiteY13" fmla="*/ 31062 h 41112"/>
                          <a:gd name="connsiteX14" fmla="*/ 157353 w 193548"/>
                          <a:gd name="connsiteY14" fmla="*/ 29442 h 41112"/>
                          <a:gd name="connsiteX15" fmla="*/ 162687 w 193548"/>
                          <a:gd name="connsiteY15" fmla="*/ 27252 h 41112"/>
                          <a:gd name="connsiteX16" fmla="*/ 165163 w 193548"/>
                          <a:gd name="connsiteY16" fmla="*/ 26108 h 41112"/>
                          <a:gd name="connsiteX17" fmla="*/ 166116 w 193548"/>
                          <a:gd name="connsiteY17" fmla="*/ 25442 h 41112"/>
                          <a:gd name="connsiteX18" fmla="*/ 167164 w 193548"/>
                          <a:gd name="connsiteY18" fmla="*/ 24204 h 41112"/>
                          <a:gd name="connsiteX19" fmla="*/ 185642 w 193548"/>
                          <a:gd name="connsiteY19" fmla="*/ 8011 h 41112"/>
                          <a:gd name="connsiteX20" fmla="*/ 193262 w 193548"/>
                          <a:gd name="connsiteY20" fmla="*/ 2010 h 41112"/>
                          <a:gd name="connsiteX21" fmla="*/ 193548 w 193548"/>
                          <a:gd name="connsiteY21" fmla="*/ 1724 h 41112"/>
                          <a:gd name="connsiteX22" fmla="*/ 165735 w 193548"/>
                          <a:gd name="connsiteY22" fmla="*/ 867 h 41112"/>
                          <a:gd name="connsiteX23" fmla="*/ 159258 w 193548"/>
                          <a:gd name="connsiteY23" fmla="*/ 2487 h 41112"/>
                          <a:gd name="connsiteX24" fmla="*/ 150971 w 193548"/>
                          <a:gd name="connsiteY24" fmla="*/ 4677 h 41112"/>
                          <a:gd name="connsiteX25" fmla="*/ 134493 w 193548"/>
                          <a:gd name="connsiteY25" fmla="*/ 6868 h 41112"/>
                          <a:gd name="connsiteX26" fmla="*/ 73438 w 193548"/>
                          <a:gd name="connsiteY26" fmla="*/ 12392 h 411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93548" h="41112">
                            <a:moveTo>
                              <a:pt x="73438" y="12392"/>
                            </a:moveTo>
                            <a:cubicBezTo>
                              <a:pt x="60198" y="14869"/>
                              <a:pt x="47054" y="17631"/>
                              <a:pt x="35909" y="21727"/>
                            </a:cubicBezTo>
                            <a:cubicBezTo>
                              <a:pt x="24479" y="25918"/>
                              <a:pt x="12002" y="31538"/>
                              <a:pt x="0" y="33443"/>
                            </a:cubicBezTo>
                            <a:cubicBezTo>
                              <a:pt x="2191" y="35919"/>
                              <a:pt x="5144" y="37729"/>
                              <a:pt x="8382" y="38110"/>
                            </a:cubicBezTo>
                            <a:cubicBezTo>
                              <a:pt x="12287" y="38681"/>
                              <a:pt x="16097" y="39063"/>
                              <a:pt x="19812" y="39444"/>
                            </a:cubicBezTo>
                            <a:cubicBezTo>
                              <a:pt x="25146" y="39920"/>
                              <a:pt x="30289" y="40205"/>
                              <a:pt x="35433" y="40205"/>
                            </a:cubicBezTo>
                            <a:cubicBezTo>
                              <a:pt x="37814" y="40396"/>
                              <a:pt x="40862" y="39824"/>
                              <a:pt x="42672" y="40301"/>
                            </a:cubicBezTo>
                            <a:cubicBezTo>
                              <a:pt x="44768" y="40682"/>
                              <a:pt x="46291" y="40682"/>
                              <a:pt x="48482" y="40967"/>
                            </a:cubicBezTo>
                            <a:cubicBezTo>
                              <a:pt x="53530" y="41253"/>
                              <a:pt x="59817" y="41158"/>
                              <a:pt x="68008" y="40301"/>
                            </a:cubicBezTo>
                            <a:cubicBezTo>
                              <a:pt x="70485" y="40015"/>
                              <a:pt x="73533" y="39634"/>
                              <a:pt x="77153" y="39348"/>
                            </a:cubicBezTo>
                            <a:cubicBezTo>
                              <a:pt x="90773" y="37824"/>
                              <a:pt x="112395" y="37253"/>
                              <a:pt x="128016" y="35824"/>
                            </a:cubicBezTo>
                            <a:cubicBezTo>
                              <a:pt x="130016" y="35633"/>
                              <a:pt x="132016" y="35348"/>
                              <a:pt x="133731" y="35157"/>
                            </a:cubicBezTo>
                            <a:cubicBezTo>
                              <a:pt x="136874" y="34681"/>
                              <a:pt x="139732" y="34300"/>
                              <a:pt x="143065" y="33538"/>
                            </a:cubicBezTo>
                            <a:cubicBezTo>
                              <a:pt x="146113" y="32871"/>
                              <a:pt x="149162" y="32205"/>
                              <a:pt x="152590" y="31062"/>
                            </a:cubicBezTo>
                            <a:lnTo>
                              <a:pt x="157353" y="29442"/>
                            </a:lnTo>
                            <a:lnTo>
                              <a:pt x="162687" y="27252"/>
                            </a:lnTo>
                            <a:lnTo>
                              <a:pt x="165163" y="26108"/>
                            </a:lnTo>
                            <a:cubicBezTo>
                              <a:pt x="166116" y="25632"/>
                              <a:pt x="165735" y="25632"/>
                              <a:pt x="166116" y="25442"/>
                            </a:cubicBezTo>
                            <a:lnTo>
                              <a:pt x="167164" y="24204"/>
                            </a:lnTo>
                            <a:cubicBezTo>
                              <a:pt x="171164" y="19346"/>
                              <a:pt x="177927" y="13440"/>
                              <a:pt x="185642" y="8011"/>
                            </a:cubicBezTo>
                            <a:cubicBezTo>
                              <a:pt x="188119" y="6106"/>
                              <a:pt x="190595" y="3915"/>
                              <a:pt x="193262" y="2010"/>
                            </a:cubicBezTo>
                            <a:lnTo>
                              <a:pt x="193548" y="1724"/>
                            </a:lnTo>
                            <a:cubicBezTo>
                              <a:pt x="184118" y="105"/>
                              <a:pt x="174593" y="-752"/>
                              <a:pt x="165735" y="867"/>
                            </a:cubicBezTo>
                            <a:cubicBezTo>
                              <a:pt x="163544" y="1248"/>
                              <a:pt x="161449" y="2010"/>
                              <a:pt x="159258" y="2487"/>
                            </a:cubicBezTo>
                            <a:cubicBezTo>
                              <a:pt x="157258" y="2963"/>
                              <a:pt x="153638" y="4106"/>
                              <a:pt x="150971" y="4677"/>
                            </a:cubicBezTo>
                            <a:cubicBezTo>
                              <a:pt x="145352" y="5820"/>
                              <a:pt x="139827" y="6487"/>
                              <a:pt x="134493" y="6868"/>
                            </a:cubicBezTo>
                            <a:cubicBezTo>
                              <a:pt x="112871" y="8582"/>
                              <a:pt x="92393" y="8773"/>
                              <a:pt x="73438" y="1239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92" name="Forme libre : forme 11491">
                        <a:extLst>
                          <a:ext uri="{FF2B5EF4-FFF2-40B4-BE49-F238E27FC236}">
                            <a16:creationId xmlns:a16="http://schemas.microsoft.com/office/drawing/2014/main" id="{35D1EE3A-B6F3-4D54-BC33-80622BC990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73846" y="2939010"/>
                        <a:ext cx="95175" cy="24927"/>
                      </a:xfrm>
                      <a:custGeom>
                        <a:avLst/>
                        <a:gdLst>
                          <a:gd name="connsiteX0" fmla="*/ 94977 w 95175"/>
                          <a:gd name="connsiteY0" fmla="*/ 6310 h 24927"/>
                          <a:gd name="connsiteX1" fmla="*/ 94596 w 95175"/>
                          <a:gd name="connsiteY1" fmla="*/ 9929 h 24927"/>
                          <a:gd name="connsiteX2" fmla="*/ 91167 w 95175"/>
                          <a:gd name="connsiteY2" fmla="*/ 13739 h 24927"/>
                          <a:gd name="connsiteX3" fmla="*/ 76498 w 95175"/>
                          <a:gd name="connsiteY3" fmla="*/ 20312 h 24927"/>
                          <a:gd name="connsiteX4" fmla="*/ 46209 w 95175"/>
                          <a:gd name="connsiteY4" fmla="*/ 24788 h 24927"/>
                          <a:gd name="connsiteX5" fmla="*/ 19158 w 95175"/>
                          <a:gd name="connsiteY5" fmla="*/ 23931 h 24927"/>
                          <a:gd name="connsiteX6" fmla="*/ 108 w 95175"/>
                          <a:gd name="connsiteY6" fmla="*/ 15359 h 24927"/>
                          <a:gd name="connsiteX7" fmla="*/ 17158 w 95175"/>
                          <a:gd name="connsiteY7" fmla="*/ 3167 h 24927"/>
                          <a:gd name="connsiteX8" fmla="*/ 44780 w 95175"/>
                          <a:gd name="connsiteY8" fmla="*/ 23 h 24927"/>
                          <a:gd name="connsiteX9" fmla="*/ 73545 w 95175"/>
                          <a:gd name="connsiteY9" fmla="*/ 690 h 24927"/>
                          <a:gd name="connsiteX10" fmla="*/ 87262 w 95175"/>
                          <a:gd name="connsiteY10" fmla="*/ 1929 h 24927"/>
                          <a:gd name="connsiteX11" fmla="*/ 94977 w 95175"/>
                          <a:gd name="connsiteY11" fmla="*/ 6310 h 249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95175" h="24927">
                            <a:moveTo>
                              <a:pt x="94977" y="6310"/>
                            </a:moveTo>
                            <a:cubicBezTo>
                              <a:pt x="95358" y="7548"/>
                              <a:pt x="95167" y="8787"/>
                              <a:pt x="94596" y="9929"/>
                            </a:cubicBezTo>
                            <a:cubicBezTo>
                              <a:pt x="94024" y="11168"/>
                              <a:pt x="93072" y="12311"/>
                              <a:pt x="91167" y="13739"/>
                            </a:cubicBezTo>
                            <a:cubicBezTo>
                              <a:pt x="87547" y="16597"/>
                              <a:pt x="82213" y="18788"/>
                              <a:pt x="76498" y="20312"/>
                            </a:cubicBezTo>
                            <a:cubicBezTo>
                              <a:pt x="65068" y="23455"/>
                              <a:pt x="52400" y="24407"/>
                              <a:pt x="46209" y="24788"/>
                            </a:cubicBezTo>
                            <a:cubicBezTo>
                              <a:pt x="39827" y="25074"/>
                              <a:pt x="28778" y="24979"/>
                              <a:pt x="19158" y="23931"/>
                            </a:cubicBezTo>
                            <a:cubicBezTo>
                              <a:pt x="9537" y="22693"/>
                              <a:pt x="1251" y="20788"/>
                              <a:pt x="108" y="15359"/>
                            </a:cubicBezTo>
                            <a:cubicBezTo>
                              <a:pt x="-1035" y="9929"/>
                              <a:pt x="7061" y="5548"/>
                              <a:pt x="17158" y="3167"/>
                            </a:cubicBezTo>
                            <a:cubicBezTo>
                              <a:pt x="27254" y="690"/>
                              <a:pt x="38875" y="119"/>
                              <a:pt x="44780" y="23"/>
                            </a:cubicBezTo>
                            <a:cubicBezTo>
                              <a:pt x="50686" y="-72"/>
                              <a:pt x="63068" y="119"/>
                              <a:pt x="73545" y="690"/>
                            </a:cubicBezTo>
                            <a:cubicBezTo>
                              <a:pt x="78784" y="976"/>
                              <a:pt x="83642" y="1452"/>
                              <a:pt x="87262" y="1929"/>
                            </a:cubicBezTo>
                            <a:cubicBezTo>
                              <a:pt x="90786" y="2690"/>
                              <a:pt x="94310" y="3833"/>
                              <a:pt x="94977" y="631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93" name="Forme libre : forme 11492">
                        <a:extLst>
                          <a:ext uri="{FF2B5EF4-FFF2-40B4-BE49-F238E27FC236}">
                            <a16:creationId xmlns:a16="http://schemas.microsoft.com/office/drawing/2014/main" id="{BF7D5C0C-6FA9-421E-808B-84B0400881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72905" y="2942177"/>
                        <a:ext cx="68199" cy="21901"/>
                      </a:xfrm>
                      <a:custGeom>
                        <a:avLst/>
                        <a:gdLst>
                          <a:gd name="connsiteX0" fmla="*/ 19908 w 68199"/>
                          <a:gd name="connsiteY0" fmla="*/ 0 h 21901"/>
                          <a:gd name="connsiteX1" fmla="*/ 477 w 68199"/>
                          <a:gd name="connsiteY1" fmla="*/ 12478 h 21901"/>
                          <a:gd name="connsiteX2" fmla="*/ 47626 w 68199"/>
                          <a:gd name="connsiteY2" fmla="*/ 21812 h 21901"/>
                          <a:gd name="connsiteX3" fmla="*/ 68200 w 68199"/>
                          <a:gd name="connsiteY3" fmla="*/ 19050 h 21901"/>
                          <a:gd name="connsiteX4" fmla="*/ 57056 w 68199"/>
                          <a:gd name="connsiteY4" fmla="*/ 19050 h 21901"/>
                          <a:gd name="connsiteX5" fmla="*/ 19908 w 68199"/>
                          <a:gd name="connsiteY5" fmla="*/ 0 h 219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8199" h="21901">
                            <a:moveTo>
                              <a:pt x="19908" y="0"/>
                            </a:moveTo>
                            <a:cubicBezTo>
                              <a:pt x="13907" y="2191"/>
                              <a:pt x="-3047" y="5905"/>
                              <a:pt x="477" y="12478"/>
                            </a:cubicBezTo>
                            <a:cubicBezTo>
                              <a:pt x="5907" y="22288"/>
                              <a:pt x="31528" y="22098"/>
                              <a:pt x="47626" y="21812"/>
                            </a:cubicBezTo>
                            <a:cubicBezTo>
                              <a:pt x="52198" y="21622"/>
                              <a:pt x="62771" y="20383"/>
                              <a:pt x="68200" y="19050"/>
                            </a:cubicBezTo>
                            <a:cubicBezTo>
                              <a:pt x="65057" y="19145"/>
                              <a:pt x="59913" y="19526"/>
                              <a:pt x="57056" y="19050"/>
                            </a:cubicBezTo>
                            <a:cubicBezTo>
                              <a:pt x="40673" y="16097"/>
                              <a:pt x="22099" y="11716"/>
                              <a:pt x="19908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94" name="Forme libre : forme 11493">
                        <a:extLst>
                          <a:ext uri="{FF2B5EF4-FFF2-40B4-BE49-F238E27FC236}">
                            <a16:creationId xmlns:a16="http://schemas.microsoft.com/office/drawing/2014/main" id="{553B4144-F7DC-4733-85EB-D9A2B5F7FF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79032" y="2941615"/>
                        <a:ext cx="95231" cy="25344"/>
                      </a:xfrm>
                      <a:custGeom>
                        <a:avLst/>
                        <a:gdLst>
                          <a:gd name="connsiteX0" fmla="*/ 95220 w 95231"/>
                          <a:gd name="connsiteY0" fmla="*/ 4848 h 25344"/>
                          <a:gd name="connsiteX1" fmla="*/ 90648 w 95231"/>
                          <a:gd name="connsiteY1" fmla="*/ 12563 h 25344"/>
                          <a:gd name="connsiteX2" fmla="*/ 84267 w 95231"/>
                          <a:gd name="connsiteY2" fmla="*/ 16658 h 25344"/>
                          <a:gd name="connsiteX3" fmla="*/ 75980 w 95231"/>
                          <a:gd name="connsiteY3" fmla="*/ 19897 h 25344"/>
                          <a:gd name="connsiteX4" fmla="*/ 45690 w 95231"/>
                          <a:gd name="connsiteY4" fmla="*/ 25040 h 25344"/>
                          <a:gd name="connsiteX5" fmla="*/ 18735 w 95231"/>
                          <a:gd name="connsiteY5" fmla="*/ 24088 h 25344"/>
                          <a:gd name="connsiteX6" fmla="*/ 161 w 95231"/>
                          <a:gd name="connsiteY6" fmla="*/ 14849 h 25344"/>
                          <a:gd name="connsiteX7" fmla="*/ 17211 w 95231"/>
                          <a:gd name="connsiteY7" fmla="*/ 3038 h 25344"/>
                          <a:gd name="connsiteX8" fmla="*/ 44547 w 95231"/>
                          <a:gd name="connsiteY8" fmla="*/ 180 h 25344"/>
                          <a:gd name="connsiteX9" fmla="*/ 74265 w 95231"/>
                          <a:gd name="connsiteY9" fmla="*/ 85 h 25344"/>
                          <a:gd name="connsiteX10" fmla="*/ 88934 w 95231"/>
                          <a:gd name="connsiteY10" fmla="*/ 275 h 25344"/>
                          <a:gd name="connsiteX11" fmla="*/ 95220 w 95231"/>
                          <a:gd name="connsiteY11" fmla="*/ 4848 h 253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95231" h="25344">
                            <a:moveTo>
                              <a:pt x="95220" y="4848"/>
                            </a:moveTo>
                            <a:cubicBezTo>
                              <a:pt x="95030" y="7515"/>
                              <a:pt x="93125" y="10182"/>
                              <a:pt x="90648" y="12563"/>
                            </a:cubicBezTo>
                            <a:cubicBezTo>
                              <a:pt x="89791" y="13611"/>
                              <a:pt x="86743" y="15325"/>
                              <a:pt x="84267" y="16658"/>
                            </a:cubicBezTo>
                            <a:cubicBezTo>
                              <a:pt x="81695" y="17897"/>
                              <a:pt x="78933" y="18945"/>
                              <a:pt x="75980" y="19897"/>
                            </a:cubicBezTo>
                            <a:cubicBezTo>
                              <a:pt x="64550" y="23421"/>
                              <a:pt x="52453" y="24469"/>
                              <a:pt x="45690" y="25040"/>
                            </a:cubicBezTo>
                            <a:cubicBezTo>
                              <a:pt x="38832" y="25612"/>
                              <a:pt x="27974" y="25422"/>
                              <a:pt x="18735" y="24088"/>
                            </a:cubicBezTo>
                            <a:cubicBezTo>
                              <a:pt x="9495" y="22755"/>
                              <a:pt x="1590" y="20373"/>
                              <a:pt x="161" y="14849"/>
                            </a:cubicBezTo>
                            <a:cubicBezTo>
                              <a:pt x="-1268" y="9420"/>
                              <a:pt x="7019" y="5324"/>
                              <a:pt x="17211" y="3038"/>
                            </a:cubicBezTo>
                            <a:cubicBezTo>
                              <a:pt x="27402" y="847"/>
                              <a:pt x="39118" y="371"/>
                              <a:pt x="44547" y="180"/>
                            </a:cubicBezTo>
                            <a:cubicBezTo>
                              <a:pt x="49977" y="-10"/>
                              <a:pt x="63216" y="-10"/>
                              <a:pt x="74265" y="85"/>
                            </a:cubicBezTo>
                            <a:cubicBezTo>
                              <a:pt x="79885" y="85"/>
                              <a:pt x="84267" y="-201"/>
                              <a:pt x="88934" y="275"/>
                            </a:cubicBezTo>
                            <a:cubicBezTo>
                              <a:pt x="93125" y="752"/>
                              <a:pt x="95411" y="2181"/>
                              <a:pt x="95220" y="484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95" name="Forme libre : forme 11494">
                        <a:extLst>
                          <a:ext uri="{FF2B5EF4-FFF2-40B4-BE49-F238E27FC236}">
                            <a16:creationId xmlns:a16="http://schemas.microsoft.com/office/drawing/2014/main" id="{BD67E2E3-BF15-4ACF-B0E0-4DF6B3BD00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29105" y="2937714"/>
                        <a:ext cx="119947" cy="44630"/>
                      </a:xfrm>
                      <a:custGeom>
                        <a:avLst/>
                        <a:gdLst>
                          <a:gd name="connsiteX0" fmla="*/ 4082 w 119947"/>
                          <a:gd name="connsiteY0" fmla="*/ 31990 h 44630"/>
                          <a:gd name="connsiteX1" fmla="*/ 19608 w 119947"/>
                          <a:gd name="connsiteY1" fmla="*/ 37228 h 44630"/>
                          <a:gd name="connsiteX2" fmla="*/ 59041 w 119947"/>
                          <a:gd name="connsiteY2" fmla="*/ 44468 h 44630"/>
                          <a:gd name="connsiteX3" fmla="*/ 103047 w 119947"/>
                          <a:gd name="connsiteY3" fmla="*/ 39515 h 44630"/>
                          <a:gd name="connsiteX4" fmla="*/ 119239 w 119947"/>
                          <a:gd name="connsiteY4" fmla="*/ 24560 h 44630"/>
                          <a:gd name="connsiteX5" fmla="*/ 103523 w 119947"/>
                          <a:gd name="connsiteY5" fmla="*/ 19893 h 44630"/>
                          <a:gd name="connsiteX6" fmla="*/ 62185 w 119947"/>
                          <a:gd name="connsiteY6" fmla="*/ 7987 h 44630"/>
                          <a:gd name="connsiteX7" fmla="*/ 16750 w 119947"/>
                          <a:gd name="connsiteY7" fmla="*/ 3320 h 44630"/>
                          <a:gd name="connsiteX8" fmla="*/ 653 w 119947"/>
                          <a:gd name="connsiteY8" fmla="*/ 18941 h 44630"/>
                          <a:gd name="connsiteX9" fmla="*/ 4082 w 119947"/>
                          <a:gd name="connsiteY9" fmla="*/ 31990 h 44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19947" h="44630">
                            <a:moveTo>
                              <a:pt x="4082" y="31990"/>
                            </a:moveTo>
                            <a:cubicBezTo>
                              <a:pt x="9416" y="35990"/>
                              <a:pt x="12750" y="36181"/>
                              <a:pt x="19608" y="37228"/>
                            </a:cubicBezTo>
                            <a:cubicBezTo>
                              <a:pt x="32943" y="39515"/>
                              <a:pt x="42563" y="43801"/>
                              <a:pt x="59041" y="44468"/>
                            </a:cubicBezTo>
                            <a:cubicBezTo>
                              <a:pt x="72853" y="45134"/>
                              <a:pt x="89712" y="43801"/>
                              <a:pt x="103047" y="39515"/>
                            </a:cubicBezTo>
                            <a:cubicBezTo>
                              <a:pt x="113048" y="36371"/>
                              <a:pt x="122668" y="30370"/>
                              <a:pt x="119239" y="24560"/>
                            </a:cubicBezTo>
                            <a:cubicBezTo>
                              <a:pt x="117239" y="21036"/>
                              <a:pt x="109524" y="21322"/>
                              <a:pt x="103523" y="19893"/>
                            </a:cubicBezTo>
                            <a:cubicBezTo>
                              <a:pt x="89331" y="16559"/>
                              <a:pt x="76282" y="13702"/>
                              <a:pt x="62185" y="7987"/>
                            </a:cubicBezTo>
                            <a:cubicBezTo>
                              <a:pt x="50374" y="3320"/>
                              <a:pt x="35705" y="-4491"/>
                              <a:pt x="16750" y="3320"/>
                            </a:cubicBezTo>
                            <a:cubicBezTo>
                              <a:pt x="8368" y="7034"/>
                              <a:pt x="2368" y="13511"/>
                              <a:pt x="653" y="18941"/>
                            </a:cubicBezTo>
                            <a:cubicBezTo>
                              <a:pt x="-871" y="24465"/>
                              <a:pt x="272" y="29228"/>
                              <a:pt x="4082" y="3199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96" name="Forme libre : forme 11495">
                        <a:extLst>
                          <a:ext uri="{FF2B5EF4-FFF2-40B4-BE49-F238E27FC236}">
                            <a16:creationId xmlns:a16="http://schemas.microsoft.com/office/drawing/2014/main" id="{54570656-F2A0-4363-A4CB-760F36098A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0318" y="2933136"/>
                        <a:ext cx="39633" cy="17761"/>
                      </a:xfrm>
                      <a:custGeom>
                        <a:avLst/>
                        <a:gdLst>
                          <a:gd name="connsiteX0" fmla="*/ 3062 w 39633"/>
                          <a:gd name="connsiteY0" fmla="*/ 12660 h 17761"/>
                          <a:gd name="connsiteX1" fmla="*/ 14 w 39633"/>
                          <a:gd name="connsiteY1" fmla="*/ 16280 h 17761"/>
                          <a:gd name="connsiteX2" fmla="*/ 3729 w 39633"/>
                          <a:gd name="connsiteY2" fmla="*/ 17708 h 17761"/>
                          <a:gd name="connsiteX3" fmla="*/ 10967 w 39633"/>
                          <a:gd name="connsiteY3" fmla="*/ 15899 h 17761"/>
                          <a:gd name="connsiteX4" fmla="*/ 28494 w 39633"/>
                          <a:gd name="connsiteY4" fmla="*/ 10565 h 17761"/>
                          <a:gd name="connsiteX5" fmla="*/ 34685 w 39633"/>
                          <a:gd name="connsiteY5" fmla="*/ 8279 h 17761"/>
                          <a:gd name="connsiteX6" fmla="*/ 29732 w 39633"/>
                          <a:gd name="connsiteY6" fmla="*/ 373 h 17761"/>
                          <a:gd name="connsiteX7" fmla="*/ 3062 w 39633"/>
                          <a:gd name="connsiteY7" fmla="*/ 12660 h 177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633" h="17761">
                            <a:moveTo>
                              <a:pt x="3062" y="12660"/>
                            </a:moveTo>
                            <a:cubicBezTo>
                              <a:pt x="1347" y="13994"/>
                              <a:pt x="204" y="14946"/>
                              <a:pt x="14" y="16280"/>
                            </a:cubicBezTo>
                            <a:cubicBezTo>
                              <a:pt x="-177" y="17613"/>
                              <a:pt x="1633" y="17899"/>
                              <a:pt x="3729" y="17708"/>
                            </a:cubicBezTo>
                            <a:cubicBezTo>
                              <a:pt x="5824" y="17518"/>
                              <a:pt x="8777" y="16470"/>
                              <a:pt x="10967" y="15899"/>
                            </a:cubicBezTo>
                            <a:cubicBezTo>
                              <a:pt x="16587" y="14184"/>
                              <a:pt x="22588" y="12374"/>
                              <a:pt x="28494" y="10565"/>
                            </a:cubicBezTo>
                            <a:cubicBezTo>
                              <a:pt x="30780" y="9898"/>
                              <a:pt x="32970" y="9231"/>
                              <a:pt x="34685" y="8279"/>
                            </a:cubicBezTo>
                            <a:cubicBezTo>
                              <a:pt x="42114" y="4278"/>
                              <a:pt x="41733" y="-1532"/>
                              <a:pt x="29732" y="373"/>
                            </a:cubicBezTo>
                            <a:cubicBezTo>
                              <a:pt x="20492" y="1802"/>
                              <a:pt x="9825" y="7231"/>
                              <a:pt x="3062" y="1266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97" name="Forme libre : forme 11496">
                        <a:extLst>
                          <a:ext uri="{FF2B5EF4-FFF2-40B4-BE49-F238E27FC236}">
                            <a16:creationId xmlns:a16="http://schemas.microsoft.com/office/drawing/2014/main" id="{F06C040D-E06B-463F-AAC2-AA8A35ABD4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6439" y="2949606"/>
                        <a:ext cx="54768" cy="34575"/>
                      </a:xfrm>
                      <a:custGeom>
                        <a:avLst/>
                        <a:gdLst>
                          <a:gd name="connsiteX0" fmla="*/ 54769 w 54768"/>
                          <a:gd name="connsiteY0" fmla="*/ 0 h 34575"/>
                          <a:gd name="connsiteX1" fmla="*/ 44768 w 54768"/>
                          <a:gd name="connsiteY1" fmla="*/ 8667 h 34575"/>
                          <a:gd name="connsiteX2" fmla="*/ 33528 w 54768"/>
                          <a:gd name="connsiteY2" fmla="*/ 17050 h 34575"/>
                          <a:gd name="connsiteX3" fmla="*/ 29242 w 54768"/>
                          <a:gd name="connsiteY3" fmla="*/ 21336 h 34575"/>
                          <a:gd name="connsiteX4" fmla="*/ 28385 w 54768"/>
                          <a:gd name="connsiteY4" fmla="*/ 22384 h 34575"/>
                          <a:gd name="connsiteX5" fmla="*/ 27908 w 54768"/>
                          <a:gd name="connsiteY5" fmla="*/ 22860 h 34575"/>
                          <a:gd name="connsiteX6" fmla="*/ 26384 w 54768"/>
                          <a:gd name="connsiteY6" fmla="*/ 23717 h 34575"/>
                          <a:gd name="connsiteX7" fmla="*/ 20003 w 54768"/>
                          <a:gd name="connsiteY7" fmla="*/ 26956 h 34575"/>
                          <a:gd name="connsiteX8" fmla="*/ 0 w 54768"/>
                          <a:gd name="connsiteY8" fmla="*/ 34576 h 34575"/>
                          <a:gd name="connsiteX9" fmla="*/ 19526 w 54768"/>
                          <a:gd name="connsiteY9" fmla="*/ 26384 h 34575"/>
                          <a:gd name="connsiteX10" fmla="*/ 25241 w 54768"/>
                          <a:gd name="connsiteY10" fmla="*/ 23146 h 34575"/>
                          <a:gd name="connsiteX11" fmla="*/ 27623 w 54768"/>
                          <a:gd name="connsiteY11" fmla="*/ 21526 h 34575"/>
                          <a:gd name="connsiteX12" fmla="*/ 28385 w 54768"/>
                          <a:gd name="connsiteY12" fmla="*/ 20479 h 34575"/>
                          <a:gd name="connsiteX13" fmla="*/ 32004 w 54768"/>
                          <a:gd name="connsiteY13" fmla="*/ 15811 h 34575"/>
                          <a:gd name="connsiteX14" fmla="*/ 54769 w 54768"/>
                          <a:gd name="connsiteY14" fmla="*/ 0 h 34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54768" h="34575">
                            <a:moveTo>
                              <a:pt x="54769" y="0"/>
                            </a:moveTo>
                            <a:cubicBezTo>
                              <a:pt x="52292" y="3334"/>
                              <a:pt x="48673" y="6191"/>
                              <a:pt x="44768" y="8667"/>
                            </a:cubicBezTo>
                            <a:cubicBezTo>
                              <a:pt x="41053" y="11621"/>
                              <a:pt x="36767" y="14002"/>
                              <a:pt x="33528" y="17050"/>
                            </a:cubicBezTo>
                            <a:cubicBezTo>
                              <a:pt x="31718" y="18288"/>
                              <a:pt x="30480" y="20002"/>
                              <a:pt x="29242" y="21336"/>
                            </a:cubicBezTo>
                            <a:lnTo>
                              <a:pt x="28385" y="22384"/>
                            </a:lnTo>
                            <a:lnTo>
                              <a:pt x="27908" y="22860"/>
                            </a:lnTo>
                            <a:lnTo>
                              <a:pt x="26384" y="23717"/>
                            </a:lnTo>
                            <a:cubicBezTo>
                              <a:pt x="24289" y="24860"/>
                              <a:pt x="22193" y="25908"/>
                              <a:pt x="20003" y="26956"/>
                            </a:cubicBezTo>
                            <a:cubicBezTo>
                              <a:pt x="12287" y="30384"/>
                              <a:pt x="5334" y="32766"/>
                              <a:pt x="0" y="34576"/>
                            </a:cubicBezTo>
                            <a:cubicBezTo>
                              <a:pt x="5906" y="32671"/>
                              <a:pt x="12668" y="30004"/>
                              <a:pt x="19526" y="26384"/>
                            </a:cubicBezTo>
                            <a:cubicBezTo>
                              <a:pt x="21431" y="25336"/>
                              <a:pt x="23432" y="24289"/>
                              <a:pt x="25241" y="23146"/>
                            </a:cubicBezTo>
                            <a:cubicBezTo>
                              <a:pt x="26003" y="22669"/>
                              <a:pt x="27337" y="21907"/>
                              <a:pt x="27623" y="21526"/>
                            </a:cubicBezTo>
                            <a:lnTo>
                              <a:pt x="28385" y="20479"/>
                            </a:lnTo>
                            <a:cubicBezTo>
                              <a:pt x="29528" y="19050"/>
                              <a:pt x="30480" y="17145"/>
                              <a:pt x="32004" y="15811"/>
                            </a:cubicBezTo>
                            <a:cubicBezTo>
                              <a:pt x="37814" y="9334"/>
                              <a:pt x="46863" y="4477"/>
                              <a:pt x="5476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98" name="Forme libre : forme 11497">
                        <a:extLst>
                          <a:ext uri="{FF2B5EF4-FFF2-40B4-BE49-F238E27FC236}">
                            <a16:creationId xmlns:a16="http://schemas.microsoft.com/office/drawing/2014/main" id="{4FBF8D97-7C5A-4A61-A726-8E45EE2B45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08803" y="2918269"/>
                        <a:ext cx="61721" cy="53530"/>
                      </a:xfrm>
                      <a:custGeom>
                        <a:avLst/>
                        <a:gdLst>
                          <a:gd name="connsiteX0" fmla="*/ 61722 w 61721"/>
                          <a:gd name="connsiteY0" fmla="*/ 0 h 53530"/>
                          <a:gd name="connsiteX1" fmla="*/ 19336 w 61721"/>
                          <a:gd name="connsiteY1" fmla="*/ 21622 h 53530"/>
                          <a:gd name="connsiteX2" fmla="*/ 15145 w 61721"/>
                          <a:gd name="connsiteY2" fmla="*/ 25813 h 53530"/>
                          <a:gd name="connsiteX3" fmla="*/ 12192 w 61721"/>
                          <a:gd name="connsiteY3" fmla="*/ 29813 h 53530"/>
                          <a:gd name="connsiteX4" fmla="*/ 7144 w 61721"/>
                          <a:gd name="connsiteY4" fmla="*/ 37814 h 53530"/>
                          <a:gd name="connsiteX5" fmla="*/ 0 w 61721"/>
                          <a:gd name="connsiteY5" fmla="*/ 53530 h 53530"/>
                          <a:gd name="connsiteX6" fmla="*/ 7239 w 61721"/>
                          <a:gd name="connsiteY6" fmla="*/ 38290 h 53530"/>
                          <a:gd name="connsiteX7" fmla="*/ 12859 w 61721"/>
                          <a:gd name="connsiteY7" fmla="*/ 30289 h 53530"/>
                          <a:gd name="connsiteX8" fmla="*/ 20860 w 61721"/>
                          <a:gd name="connsiteY8" fmla="*/ 22098 h 53530"/>
                          <a:gd name="connsiteX9" fmla="*/ 61722 w 61721"/>
                          <a:gd name="connsiteY9" fmla="*/ 0 h 535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1721" h="53530">
                            <a:moveTo>
                              <a:pt x="61722" y="0"/>
                            </a:moveTo>
                            <a:cubicBezTo>
                              <a:pt x="46387" y="3143"/>
                              <a:pt x="31147" y="10478"/>
                              <a:pt x="19336" y="21622"/>
                            </a:cubicBezTo>
                            <a:lnTo>
                              <a:pt x="15145" y="25813"/>
                            </a:lnTo>
                            <a:lnTo>
                              <a:pt x="12192" y="29813"/>
                            </a:lnTo>
                            <a:cubicBezTo>
                              <a:pt x="10287" y="32480"/>
                              <a:pt x="8668" y="35147"/>
                              <a:pt x="7144" y="37814"/>
                            </a:cubicBezTo>
                            <a:cubicBezTo>
                              <a:pt x="4096" y="43148"/>
                              <a:pt x="1810" y="48387"/>
                              <a:pt x="0" y="53530"/>
                            </a:cubicBezTo>
                            <a:cubicBezTo>
                              <a:pt x="1429" y="48768"/>
                              <a:pt x="3905" y="43529"/>
                              <a:pt x="7239" y="38290"/>
                            </a:cubicBezTo>
                            <a:cubicBezTo>
                              <a:pt x="8858" y="35623"/>
                              <a:pt x="10763" y="32956"/>
                              <a:pt x="12859" y="30289"/>
                            </a:cubicBezTo>
                            <a:cubicBezTo>
                              <a:pt x="14764" y="27718"/>
                              <a:pt x="17526" y="24860"/>
                              <a:pt x="20860" y="22098"/>
                            </a:cubicBezTo>
                            <a:cubicBezTo>
                              <a:pt x="33623" y="11049"/>
                              <a:pt x="49054" y="4286"/>
                              <a:pt x="6172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99" name="Forme libre : forme 11498">
                        <a:extLst>
                          <a:ext uri="{FF2B5EF4-FFF2-40B4-BE49-F238E27FC236}">
                            <a16:creationId xmlns:a16="http://schemas.microsoft.com/office/drawing/2014/main" id="{5B8C697E-A9A5-4CE6-BFD9-5A2D46C705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1823" y="2941433"/>
                        <a:ext cx="35278" cy="8258"/>
                      </a:xfrm>
                      <a:custGeom>
                        <a:avLst/>
                        <a:gdLst>
                          <a:gd name="connsiteX0" fmla="*/ 35093 w 35278"/>
                          <a:gd name="connsiteY0" fmla="*/ 5126 h 8258"/>
                          <a:gd name="connsiteX1" fmla="*/ 14519 w 35278"/>
                          <a:gd name="connsiteY1" fmla="*/ 7983 h 8258"/>
                          <a:gd name="connsiteX2" fmla="*/ 326 w 35278"/>
                          <a:gd name="connsiteY2" fmla="*/ 2649 h 8258"/>
                          <a:gd name="connsiteX3" fmla="*/ 19853 w 35278"/>
                          <a:gd name="connsiteY3" fmla="*/ 458 h 8258"/>
                          <a:gd name="connsiteX4" fmla="*/ 35093 w 35278"/>
                          <a:gd name="connsiteY4" fmla="*/ 5126 h 8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278" h="8258">
                            <a:moveTo>
                              <a:pt x="35093" y="5126"/>
                            </a:moveTo>
                            <a:cubicBezTo>
                              <a:pt x="33188" y="8936"/>
                              <a:pt x="18805" y="8364"/>
                              <a:pt x="14519" y="7983"/>
                            </a:cubicBezTo>
                            <a:cubicBezTo>
                              <a:pt x="10137" y="7697"/>
                              <a:pt x="-2150" y="6364"/>
                              <a:pt x="326" y="2649"/>
                            </a:cubicBezTo>
                            <a:cubicBezTo>
                              <a:pt x="2803" y="-1161"/>
                              <a:pt x="15757" y="173"/>
                              <a:pt x="19853" y="458"/>
                            </a:cubicBezTo>
                            <a:cubicBezTo>
                              <a:pt x="23758" y="839"/>
                              <a:pt x="36997" y="1506"/>
                              <a:pt x="35093" y="512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00" name="Forme libre : forme 11499">
                        <a:extLst>
                          <a:ext uri="{FF2B5EF4-FFF2-40B4-BE49-F238E27FC236}">
                            <a16:creationId xmlns:a16="http://schemas.microsoft.com/office/drawing/2014/main" id="{7AE55E7B-F998-4C3B-8A20-2B91FECF16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2310" y="2943947"/>
                        <a:ext cx="9911" cy="3368"/>
                      </a:xfrm>
                      <a:custGeom>
                        <a:avLst/>
                        <a:gdLst>
                          <a:gd name="connsiteX0" fmla="*/ 9844 w 9911"/>
                          <a:gd name="connsiteY0" fmla="*/ 1087 h 3368"/>
                          <a:gd name="connsiteX1" fmla="*/ 5558 w 9911"/>
                          <a:gd name="connsiteY1" fmla="*/ 3278 h 3368"/>
                          <a:gd name="connsiteX2" fmla="*/ 34 w 9911"/>
                          <a:gd name="connsiteY2" fmla="*/ 2135 h 3368"/>
                          <a:gd name="connsiteX3" fmla="*/ 4320 w 9911"/>
                          <a:gd name="connsiteY3" fmla="*/ 135 h 3368"/>
                          <a:gd name="connsiteX4" fmla="*/ 9844 w 9911"/>
                          <a:gd name="connsiteY4" fmla="*/ 1087 h 33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911" h="3368">
                            <a:moveTo>
                              <a:pt x="9844" y="1087"/>
                            </a:moveTo>
                            <a:cubicBezTo>
                              <a:pt x="10416" y="2421"/>
                              <a:pt x="7177" y="3087"/>
                              <a:pt x="5558" y="3278"/>
                            </a:cubicBezTo>
                            <a:cubicBezTo>
                              <a:pt x="3939" y="3468"/>
                              <a:pt x="510" y="3468"/>
                              <a:pt x="34" y="2135"/>
                            </a:cubicBezTo>
                            <a:cubicBezTo>
                              <a:pt x="-348" y="801"/>
                              <a:pt x="2605" y="230"/>
                              <a:pt x="4320" y="135"/>
                            </a:cubicBezTo>
                            <a:cubicBezTo>
                              <a:pt x="5939" y="-56"/>
                              <a:pt x="9273" y="-246"/>
                              <a:pt x="9844" y="108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501" name="Forme libre : forme 11500">
                        <a:extLst>
                          <a:ext uri="{FF2B5EF4-FFF2-40B4-BE49-F238E27FC236}">
                            <a16:creationId xmlns:a16="http://schemas.microsoft.com/office/drawing/2014/main" id="{07BAD519-EDC1-4A8E-89C3-4D83C9E165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0613" y="2917555"/>
                        <a:ext cx="87865" cy="27976"/>
                      </a:xfrm>
                      <a:custGeom>
                        <a:avLst/>
                        <a:gdLst>
                          <a:gd name="connsiteX0" fmla="*/ 63259 w 87865"/>
                          <a:gd name="connsiteY0" fmla="*/ 8144 h 27976"/>
                          <a:gd name="connsiteX1" fmla="*/ 71545 w 87865"/>
                          <a:gd name="connsiteY1" fmla="*/ 10620 h 27976"/>
                          <a:gd name="connsiteX2" fmla="*/ 78118 w 87865"/>
                          <a:gd name="connsiteY2" fmla="*/ 13954 h 27976"/>
                          <a:gd name="connsiteX3" fmla="*/ 87452 w 87865"/>
                          <a:gd name="connsiteY3" fmla="*/ 22812 h 27976"/>
                          <a:gd name="connsiteX4" fmla="*/ 80880 w 87865"/>
                          <a:gd name="connsiteY4" fmla="*/ 27956 h 27976"/>
                          <a:gd name="connsiteX5" fmla="*/ 70498 w 87865"/>
                          <a:gd name="connsiteY5" fmla="*/ 24622 h 27976"/>
                          <a:gd name="connsiteX6" fmla="*/ 62592 w 87865"/>
                          <a:gd name="connsiteY6" fmla="*/ 21669 h 27976"/>
                          <a:gd name="connsiteX7" fmla="*/ 53734 w 87865"/>
                          <a:gd name="connsiteY7" fmla="*/ 20526 h 27976"/>
                          <a:gd name="connsiteX8" fmla="*/ 46209 w 87865"/>
                          <a:gd name="connsiteY8" fmla="*/ 19383 h 27976"/>
                          <a:gd name="connsiteX9" fmla="*/ 38494 w 87865"/>
                          <a:gd name="connsiteY9" fmla="*/ 17669 h 27976"/>
                          <a:gd name="connsiteX10" fmla="*/ 679 w 87865"/>
                          <a:gd name="connsiteY10" fmla="*/ 5191 h 27976"/>
                          <a:gd name="connsiteX11" fmla="*/ 41256 w 87865"/>
                          <a:gd name="connsiteY11" fmla="*/ 1953 h 27976"/>
                          <a:gd name="connsiteX12" fmla="*/ 43637 w 87865"/>
                          <a:gd name="connsiteY12" fmla="*/ 2715 h 27976"/>
                          <a:gd name="connsiteX13" fmla="*/ 45257 w 87865"/>
                          <a:gd name="connsiteY13" fmla="*/ 3572 h 27976"/>
                          <a:gd name="connsiteX14" fmla="*/ 46876 w 87865"/>
                          <a:gd name="connsiteY14" fmla="*/ 4620 h 27976"/>
                          <a:gd name="connsiteX15" fmla="*/ 50114 w 87865"/>
                          <a:gd name="connsiteY15" fmla="*/ 5191 h 27976"/>
                          <a:gd name="connsiteX16" fmla="*/ 63259 w 87865"/>
                          <a:gd name="connsiteY16" fmla="*/ 8144 h 279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87865" h="27976">
                            <a:moveTo>
                              <a:pt x="63259" y="8144"/>
                            </a:moveTo>
                            <a:cubicBezTo>
                              <a:pt x="66307" y="9001"/>
                              <a:pt x="69069" y="9763"/>
                              <a:pt x="71545" y="10620"/>
                            </a:cubicBezTo>
                            <a:cubicBezTo>
                              <a:pt x="73927" y="11668"/>
                              <a:pt x="76117" y="12811"/>
                              <a:pt x="78118" y="13954"/>
                            </a:cubicBezTo>
                            <a:cubicBezTo>
                              <a:pt x="82023" y="16145"/>
                              <a:pt x="85071" y="19098"/>
                              <a:pt x="87452" y="22812"/>
                            </a:cubicBezTo>
                            <a:cubicBezTo>
                              <a:pt x="89167" y="25574"/>
                              <a:pt x="85261" y="28241"/>
                              <a:pt x="80880" y="27956"/>
                            </a:cubicBezTo>
                            <a:cubicBezTo>
                              <a:pt x="76499" y="28146"/>
                              <a:pt x="73736" y="26051"/>
                              <a:pt x="70498" y="24622"/>
                            </a:cubicBezTo>
                            <a:cubicBezTo>
                              <a:pt x="68021" y="23574"/>
                              <a:pt x="65354" y="22527"/>
                              <a:pt x="62592" y="21669"/>
                            </a:cubicBezTo>
                            <a:cubicBezTo>
                              <a:pt x="59830" y="21098"/>
                              <a:pt x="56877" y="20717"/>
                              <a:pt x="53734" y="20526"/>
                            </a:cubicBezTo>
                            <a:cubicBezTo>
                              <a:pt x="50591" y="20240"/>
                              <a:pt x="48876" y="19860"/>
                              <a:pt x="46209" y="19383"/>
                            </a:cubicBezTo>
                            <a:cubicBezTo>
                              <a:pt x="43637" y="18812"/>
                              <a:pt x="41066" y="18240"/>
                              <a:pt x="38494" y="17669"/>
                            </a:cubicBezTo>
                            <a:cubicBezTo>
                              <a:pt x="32493" y="16431"/>
                              <a:pt x="-5512" y="13097"/>
                              <a:pt x="679" y="5191"/>
                            </a:cubicBezTo>
                            <a:cubicBezTo>
                              <a:pt x="7537" y="-2810"/>
                              <a:pt x="35636" y="429"/>
                              <a:pt x="41256" y="1953"/>
                            </a:cubicBezTo>
                            <a:cubicBezTo>
                              <a:pt x="42113" y="2143"/>
                              <a:pt x="42875" y="2429"/>
                              <a:pt x="43637" y="2715"/>
                            </a:cubicBezTo>
                            <a:cubicBezTo>
                              <a:pt x="44209" y="3000"/>
                              <a:pt x="44685" y="3286"/>
                              <a:pt x="45257" y="3572"/>
                            </a:cubicBezTo>
                            <a:lnTo>
                              <a:pt x="46876" y="4620"/>
                            </a:lnTo>
                            <a:cubicBezTo>
                              <a:pt x="47447" y="5000"/>
                              <a:pt x="49162" y="5000"/>
                              <a:pt x="50114" y="5191"/>
                            </a:cubicBezTo>
                            <a:cubicBezTo>
                              <a:pt x="54686" y="6144"/>
                              <a:pt x="58687" y="6715"/>
                              <a:pt x="63259" y="814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39" name="Graphique 1">
                      <a:extLst>
                        <a:ext uri="{FF2B5EF4-FFF2-40B4-BE49-F238E27FC236}">
                          <a16:creationId xmlns:a16="http://schemas.microsoft.com/office/drawing/2014/main" id="{96784A7A-0B3C-4235-BA12-E02A6C4DAD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07435" y="2927564"/>
                      <a:ext cx="180607" cy="126620"/>
                      <a:chOff x="4307435" y="2927564"/>
                      <a:chExt cx="180607" cy="126620"/>
                    </a:xfrm>
                    <a:solidFill>
                      <a:schemeClr val="accent1"/>
                    </a:solidFill>
                  </p:grpSpPr>
                  <p:sp>
                    <p:nvSpPr>
                      <p:cNvPr id="11478" name="Forme libre : forme 11477">
                        <a:extLst>
                          <a:ext uri="{FF2B5EF4-FFF2-40B4-BE49-F238E27FC236}">
                            <a16:creationId xmlns:a16="http://schemas.microsoft.com/office/drawing/2014/main" id="{DCDFE55F-1909-42C6-B0FC-91E1A064BE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7435" y="2927564"/>
                        <a:ext cx="180607" cy="126620"/>
                      </a:xfrm>
                      <a:custGeom>
                        <a:avLst/>
                        <a:gdLst>
                          <a:gd name="connsiteX0" fmla="*/ 102834 w 180607"/>
                          <a:gd name="connsiteY0" fmla="*/ 110720 h 126620"/>
                          <a:gd name="connsiteX1" fmla="*/ 46732 w 180607"/>
                          <a:gd name="connsiteY1" fmla="*/ 76525 h 126620"/>
                          <a:gd name="connsiteX2" fmla="*/ 1869 w 180607"/>
                          <a:gd name="connsiteY2" fmla="*/ 27185 h 126620"/>
                          <a:gd name="connsiteX3" fmla="*/ 8060 w 180607"/>
                          <a:gd name="connsiteY3" fmla="*/ 6516 h 126620"/>
                          <a:gd name="connsiteX4" fmla="*/ 84070 w 180607"/>
                          <a:gd name="connsiteY4" fmla="*/ 10993 h 126620"/>
                          <a:gd name="connsiteX5" fmla="*/ 142458 w 180607"/>
                          <a:gd name="connsiteY5" fmla="*/ 46616 h 126620"/>
                          <a:gd name="connsiteX6" fmla="*/ 180272 w 180607"/>
                          <a:gd name="connsiteY6" fmla="*/ 106815 h 126620"/>
                          <a:gd name="connsiteX7" fmla="*/ 170080 w 180607"/>
                          <a:gd name="connsiteY7" fmla="*/ 125293 h 126620"/>
                          <a:gd name="connsiteX8" fmla="*/ 102834 w 180607"/>
                          <a:gd name="connsiteY8" fmla="*/ 110720 h 1266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80607" h="126620">
                            <a:moveTo>
                              <a:pt x="102834" y="110720"/>
                            </a:moveTo>
                            <a:cubicBezTo>
                              <a:pt x="89404" y="102528"/>
                              <a:pt x="60733" y="85098"/>
                              <a:pt x="46732" y="76525"/>
                            </a:cubicBezTo>
                            <a:cubicBezTo>
                              <a:pt x="21490" y="61380"/>
                              <a:pt x="13108" y="46712"/>
                              <a:pt x="1869" y="27185"/>
                            </a:cubicBezTo>
                            <a:cubicBezTo>
                              <a:pt x="-2036" y="20613"/>
                              <a:pt x="250" y="9945"/>
                              <a:pt x="8060" y="6516"/>
                            </a:cubicBezTo>
                            <a:cubicBezTo>
                              <a:pt x="30158" y="-2723"/>
                              <a:pt x="54733" y="-2914"/>
                              <a:pt x="84070" y="10993"/>
                            </a:cubicBezTo>
                            <a:cubicBezTo>
                              <a:pt x="99977" y="18327"/>
                              <a:pt x="128837" y="36425"/>
                              <a:pt x="142458" y="46616"/>
                            </a:cubicBezTo>
                            <a:cubicBezTo>
                              <a:pt x="168366" y="65666"/>
                              <a:pt x="175605" y="84716"/>
                              <a:pt x="180272" y="106815"/>
                            </a:cubicBezTo>
                            <a:cubicBezTo>
                              <a:pt x="181891" y="114530"/>
                              <a:pt x="177510" y="124150"/>
                              <a:pt x="170080" y="125293"/>
                            </a:cubicBezTo>
                            <a:cubicBezTo>
                              <a:pt x="148745" y="128817"/>
                              <a:pt x="128456" y="125769"/>
                              <a:pt x="102834" y="11072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79" name="Forme libre : forme 11478">
                        <a:extLst>
                          <a:ext uri="{FF2B5EF4-FFF2-40B4-BE49-F238E27FC236}">
                            <a16:creationId xmlns:a16="http://schemas.microsoft.com/office/drawing/2014/main" id="{00B6D89D-0BBB-40DA-B2F9-5A70685D9B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7466" y="2945225"/>
                        <a:ext cx="170526" cy="108568"/>
                      </a:xfrm>
                      <a:custGeom>
                        <a:avLst/>
                        <a:gdLst>
                          <a:gd name="connsiteX0" fmla="*/ 68609 w 170526"/>
                          <a:gd name="connsiteY0" fmla="*/ 40100 h 108568"/>
                          <a:gd name="connsiteX1" fmla="*/ 124 w 170526"/>
                          <a:gd name="connsiteY1" fmla="*/ 0 h 108568"/>
                          <a:gd name="connsiteX2" fmla="*/ 1838 w 170526"/>
                          <a:gd name="connsiteY2" fmla="*/ 9335 h 108568"/>
                          <a:gd name="connsiteX3" fmla="*/ 7554 w 170526"/>
                          <a:gd name="connsiteY3" fmla="*/ 19050 h 108568"/>
                          <a:gd name="connsiteX4" fmla="*/ 26699 w 170526"/>
                          <a:gd name="connsiteY4" fmla="*/ 43720 h 108568"/>
                          <a:gd name="connsiteX5" fmla="*/ 46701 w 170526"/>
                          <a:gd name="connsiteY5" fmla="*/ 58674 h 108568"/>
                          <a:gd name="connsiteX6" fmla="*/ 55560 w 170526"/>
                          <a:gd name="connsiteY6" fmla="*/ 64008 h 108568"/>
                          <a:gd name="connsiteX7" fmla="*/ 98517 w 170526"/>
                          <a:gd name="connsiteY7" fmla="*/ 90297 h 108568"/>
                          <a:gd name="connsiteX8" fmla="*/ 102804 w 170526"/>
                          <a:gd name="connsiteY8" fmla="*/ 92774 h 108568"/>
                          <a:gd name="connsiteX9" fmla="*/ 128330 w 170526"/>
                          <a:gd name="connsiteY9" fmla="*/ 104489 h 108568"/>
                          <a:gd name="connsiteX10" fmla="*/ 160049 w 170526"/>
                          <a:gd name="connsiteY10" fmla="*/ 108490 h 108568"/>
                          <a:gd name="connsiteX11" fmla="*/ 170145 w 170526"/>
                          <a:gd name="connsiteY11" fmla="*/ 107347 h 108568"/>
                          <a:gd name="connsiteX12" fmla="*/ 170526 w 170526"/>
                          <a:gd name="connsiteY12" fmla="*/ 107252 h 108568"/>
                          <a:gd name="connsiteX13" fmla="*/ 68609 w 170526"/>
                          <a:gd name="connsiteY13" fmla="*/ 40100 h 108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70526" h="108568">
                            <a:moveTo>
                              <a:pt x="68609" y="40100"/>
                            </a:moveTo>
                            <a:cubicBezTo>
                              <a:pt x="43558" y="27908"/>
                              <a:pt x="18698" y="15240"/>
                              <a:pt x="124" y="0"/>
                            </a:cubicBezTo>
                            <a:cubicBezTo>
                              <a:pt x="-257" y="3334"/>
                              <a:pt x="219" y="6668"/>
                              <a:pt x="1838" y="9335"/>
                            </a:cubicBezTo>
                            <a:cubicBezTo>
                              <a:pt x="3839" y="12763"/>
                              <a:pt x="5744" y="16002"/>
                              <a:pt x="7554" y="19050"/>
                            </a:cubicBezTo>
                            <a:cubicBezTo>
                              <a:pt x="12983" y="27908"/>
                              <a:pt x="18507" y="36195"/>
                              <a:pt x="26699" y="43720"/>
                            </a:cubicBezTo>
                            <a:cubicBezTo>
                              <a:pt x="32033" y="48768"/>
                              <a:pt x="38510" y="53530"/>
                              <a:pt x="46701" y="58674"/>
                            </a:cubicBezTo>
                            <a:cubicBezTo>
                              <a:pt x="49273" y="60198"/>
                              <a:pt x="52226" y="62008"/>
                              <a:pt x="55560" y="64008"/>
                            </a:cubicBezTo>
                            <a:cubicBezTo>
                              <a:pt x="68704" y="71819"/>
                              <a:pt x="86802" y="83058"/>
                              <a:pt x="98517" y="90297"/>
                            </a:cubicBezTo>
                            <a:cubicBezTo>
                              <a:pt x="100041" y="91154"/>
                              <a:pt x="101470" y="92107"/>
                              <a:pt x="102804" y="92774"/>
                            </a:cubicBezTo>
                            <a:cubicBezTo>
                              <a:pt x="111947" y="98108"/>
                              <a:pt x="120330" y="101918"/>
                              <a:pt x="128330" y="104489"/>
                            </a:cubicBezTo>
                            <a:cubicBezTo>
                              <a:pt x="139380" y="107918"/>
                              <a:pt x="149762" y="108871"/>
                              <a:pt x="160049" y="108490"/>
                            </a:cubicBezTo>
                            <a:cubicBezTo>
                              <a:pt x="163382" y="108299"/>
                              <a:pt x="166716" y="107918"/>
                              <a:pt x="170145" y="107347"/>
                            </a:cubicBezTo>
                            <a:lnTo>
                              <a:pt x="170526" y="107252"/>
                            </a:lnTo>
                            <a:cubicBezTo>
                              <a:pt x="138332" y="82677"/>
                              <a:pt x="104137" y="57531"/>
                              <a:pt x="68609" y="4010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80" name="Forme libre : forme 11479">
                        <a:extLst>
                          <a:ext uri="{FF2B5EF4-FFF2-40B4-BE49-F238E27FC236}">
                            <a16:creationId xmlns:a16="http://schemas.microsoft.com/office/drawing/2014/main" id="{60B70959-CCFC-4E11-BA6E-D608B07E82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2766" y="2969346"/>
                        <a:ext cx="81265" cy="57165"/>
                      </a:xfrm>
                      <a:custGeom>
                        <a:avLst/>
                        <a:gdLst>
                          <a:gd name="connsiteX0" fmla="*/ 80556 w 81265"/>
                          <a:gd name="connsiteY0" fmla="*/ 55127 h 57165"/>
                          <a:gd name="connsiteX1" fmla="*/ 32741 w 81265"/>
                          <a:gd name="connsiteY1" fmla="*/ 37791 h 57165"/>
                          <a:gd name="connsiteX2" fmla="*/ 546 w 81265"/>
                          <a:gd name="connsiteY2" fmla="*/ 3216 h 57165"/>
                          <a:gd name="connsiteX3" fmla="*/ 45790 w 81265"/>
                          <a:gd name="connsiteY3" fmla="*/ 16741 h 57165"/>
                          <a:gd name="connsiteX4" fmla="*/ 80556 w 81265"/>
                          <a:gd name="connsiteY4" fmla="*/ 55127 h 571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265" h="57165">
                            <a:moveTo>
                              <a:pt x="80556" y="55127"/>
                            </a:moveTo>
                            <a:cubicBezTo>
                              <a:pt x="75032" y="63414"/>
                              <a:pt x="43409" y="44173"/>
                              <a:pt x="32741" y="37791"/>
                            </a:cubicBezTo>
                            <a:cubicBezTo>
                              <a:pt x="22359" y="30933"/>
                              <a:pt x="-4121" y="12931"/>
                              <a:pt x="546" y="3216"/>
                            </a:cubicBezTo>
                            <a:cubicBezTo>
                              <a:pt x="5499" y="-6976"/>
                              <a:pt x="36170" y="9693"/>
                              <a:pt x="45790" y="16741"/>
                            </a:cubicBezTo>
                            <a:cubicBezTo>
                              <a:pt x="55887" y="23313"/>
                              <a:pt x="86271" y="46554"/>
                              <a:pt x="80556" y="5512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81" name="Forme libre : forme 11480">
                        <a:extLst>
                          <a:ext uri="{FF2B5EF4-FFF2-40B4-BE49-F238E27FC236}">
                            <a16:creationId xmlns:a16="http://schemas.microsoft.com/office/drawing/2014/main" id="{4ACEBE85-475C-4831-B31B-6E0986BAB5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2815" y="2969184"/>
                        <a:ext cx="50789" cy="47954"/>
                      </a:xfrm>
                      <a:custGeom>
                        <a:avLst/>
                        <a:gdLst>
                          <a:gd name="connsiteX0" fmla="*/ 22977 w 50789"/>
                          <a:gd name="connsiteY0" fmla="*/ 4616 h 47954"/>
                          <a:gd name="connsiteX1" fmla="*/ 116 w 50789"/>
                          <a:gd name="connsiteY1" fmla="*/ 3187 h 47954"/>
                          <a:gd name="connsiteX2" fmla="*/ 33168 w 50789"/>
                          <a:gd name="connsiteY2" fmla="*/ 38334 h 47954"/>
                          <a:gd name="connsiteX3" fmla="*/ 50790 w 50789"/>
                          <a:gd name="connsiteY3" fmla="*/ 47955 h 47954"/>
                          <a:gd name="connsiteX4" fmla="*/ 42217 w 50789"/>
                          <a:gd name="connsiteY4" fmla="*/ 41383 h 47954"/>
                          <a:gd name="connsiteX5" fmla="*/ 22977 w 50789"/>
                          <a:gd name="connsiteY5" fmla="*/ 4616 h 47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0789" h="47954">
                            <a:moveTo>
                              <a:pt x="22977" y="4616"/>
                            </a:moveTo>
                            <a:cubicBezTo>
                              <a:pt x="16785" y="3092"/>
                              <a:pt x="1355" y="-4052"/>
                              <a:pt x="116" y="3187"/>
                            </a:cubicBezTo>
                            <a:cubicBezTo>
                              <a:pt x="-1788" y="14522"/>
                              <a:pt x="20119" y="29571"/>
                              <a:pt x="33168" y="38334"/>
                            </a:cubicBezTo>
                            <a:cubicBezTo>
                              <a:pt x="36978" y="40811"/>
                              <a:pt x="46027" y="45764"/>
                              <a:pt x="50790" y="47955"/>
                            </a:cubicBezTo>
                            <a:cubicBezTo>
                              <a:pt x="48408" y="46240"/>
                              <a:pt x="44217" y="43478"/>
                              <a:pt x="42217" y="41383"/>
                            </a:cubicBezTo>
                            <a:cubicBezTo>
                              <a:pt x="30978" y="29762"/>
                              <a:pt x="17833" y="15475"/>
                              <a:pt x="22977" y="461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82" name="Forme libre : forme 11481">
                        <a:extLst>
                          <a:ext uri="{FF2B5EF4-FFF2-40B4-BE49-F238E27FC236}">
                            <a16:creationId xmlns:a16="http://schemas.microsoft.com/office/drawing/2014/main" id="{7E9B47A6-F110-4745-8A99-4D9692976D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5876" y="2974074"/>
                        <a:ext cx="81460" cy="56845"/>
                      </a:xfrm>
                      <a:custGeom>
                        <a:avLst/>
                        <a:gdLst>
                          <a:gd name="connsiteX0" fmla="*/ 80113 w 81460"/>
                          <a:gd name="connsiteY0" fmla="*/ 55447 h 56845"/>
                          <a:gd name="connsiteX1" fmla="*/ 31726 w 81460"/>
                          <a:gd name="connsiteY1" fmla="*/ 38016 h 56845"/>
                          <a:gd name="connsiteX2" fmla="*/ 484 w 81460"/>
                          <a:gd name="connsiteY2" fmla="*/ 3345 h 56845"/>
                          <a:gd name="connsiteX3" fmla="*/ 45251 w 81460"/>
                          <a:gd name="connsiteY3" fmla="*/ 17061 h 56845"/>
                          <a:gd name="connsiteX4" fmla="*/ 80113 w 81460"/>
                          <a:gd name="connsiteY4" fmla="*/ 55447 h 568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460" h="56845">
                            <a:moveTo>
                              <a:pt x="80113" y="55447"/>
                            </a:moveTo>
                            <a:cubicBezTo>
                              <a:pt x="71826" y="61829"/>
                              <a:pt x="43251" y="44684"/>
                              <a:pt x="31726" y="38016"/>
                            </a:cubicBezTo>
                            <a:cubicBezTo>
                              <a:pt x="20391" y="30873"/>
                              <a:pt x="-3707" y="13537"/>
                              <a:pt x="484" y="3345"/>
                            </a:cubicBezTo>
                            <a:cubicBezTo>
                              <a:pt x="4961" y="-7418"/>
                              <a:pt x="36298" y="10679"/>
                              <a:pt x="45251" y="17061"/>
                            </a:cubicBezTo>
                            <a:cubicBezTo>
                              <a:pt x="54681" y="22967"/>
                              <a:pt x="88590" y="48779"/>
                              <a:pt x="80113" y="5544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83" name="Forme libre : forme 11482">
                        <a:extLst>
                          <a:ext uri="{FF2B5EF4-FFF2-40B4-BE49-F238E27FC236}">
                            <a16:creationId xmlns:a16="http://schemas.microsoft.com/office/drawing/2014/main" id="{7D73857C-3106-4E78-A164-C0BE11C109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3105" y="2942481"/>
                        <a:ext cx="95172" cy="84521"/>
                      </a:xfrm>
                      <a:custGeom>
                        <a:avLst/>
                        <a:gdLst>
                          <a:gd name="connsiteX0" fmla="*/ 12 w 95172"/>
                          <a:gd name="connsiteY0" fmla="*/ 11983 h 84521"/>
                          <a:gd name="connsiteX1" fmla="*/ 6203 w 95172"/>
                          <a:gd name="connsiteY1" fmla="*/ 27699 h 84521"/>
                          <a:gd name="connsiteX2" fmla="*/ 35445 w 95172"/>
                          <a:gd name="connsiteY2" fmla="*/ 61037 h 84521"/>
                          <a:gd name="connsiteX3" fmla="*/ 74212 w 95172"/>
                          <a:gd name="connsiteY3" fmla="*/ 82277 h 84521"/>
                          <a:gd name="connsiteX4" fmla="*/ 95072 w 95172"/>
                          <a:gd name="connsiteY4" fmla="*/ 79706 h 84521"/>
                          <a:gd name="connsiteX5" fmla="*/ 86214 w 95172"/>
                          <a:gd name="connsiteY5" fmla="*/ 66752 h 84521"/>
                          <a:gd name="connsiteX6" fmla="*/ 59448 w 95172"/>
                          <a:gd name="connsiteY6" fmla="*/ 33319 h 84521"/>
                          <a:gd name="connsiteX7" fmla="*/ 28682 w 95172"/>
                          <a:gd name="connsiteY7" fmla="*/ 2172 h 84521"/>
                          <a:gd name="connsiteX8" fmla="*/ 12 w 95172"/>
                          <a:gd name="connsiteY8" fmla="*/ 11983 h 845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5172" h="84521">
                            <a:moveTo>
                              <a:pt x="12" y="11983"/>
                            </a:moveTo>
                            <a:cubicBezTo>
                              <a:pt x="107" y="18650"/>
                              <a:pt x="1536" y="21508"/>
                              <a:pt x="6203" y="27699"/>
                            </a:cubicBezTo>
                            <a:cubicBezTo>
                              <a:pt x="14966" y="39986"/>
                              <a:pt x="21443" y="49988"/>
                              <a:pt x="35445" y="61037"/>
                            </a:cubicBezTo>
                            <a:cubicBezTo>
                              <a:pt x="47066" y="70276"/>
                              <a:pt x="61639" y="78467"/>
                              <a:pt x="74212" y="82277"/>
                            </a:cubicBezTo>
                            <a:cubicBezTo>
                              <a:pt x="83451" y="85230"/>
                              <a:pt x="93643" y="86087"/>
                              <a:pt x="95072" y="79706"/>
                            </a:cubicBezTo>
                            <a:cubicBezTo>
                              <a:pt x="96024" y="75705"/>
                              <a:pt x="90023" y="71419"/>
                              <a:pt x="86214" y="66752"/>
                            </a:cubicBezTo>
                            <a:cubicBezTo>
                              <a:pt x="76974" y="55893"/>
                              <a:pt x="67640" y="45987"/>
                              <a:pt x="59448" y="33319"/>
                            </a:cubicBezTo>
                            <a:cubicBezTo>
                              <a:pt x="52685" y="22460"/>
                              <a:pt x="45732" y="8459"/>
                              <a:pt x="28682" y="2172"/>
                            </a:cubicBezTo>
                            <a:cubicBezTo>
                              <a:pt x="13157" y="-3448"/>
                              <a:pt x="-464" y="2553"/>
                              <a:pt x="12" y="1198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84" name="Forme libre : forme 11483">
                        <a:extLst>
                          <a:ext uri="{FF2B5EF4-FFF2-40B4-BE49-F238E27FC236}">
                            <a16:creationId xmlns:a16="http://schemas.microsoft.com/office/drawing/2014/main" id="{094FB137-2CC8-4BA1-995B-5B3852B8EA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8509" y="2952897"/>
                        <a:ext cx="38783" cy="15782"/>
                      </a:xfrm>
                      <a:custGeom>
                        <a:avLst/>
                        <a:gdLst>
                          <a:gd name="connsiteX0" fmla="*/ 4993 w 38783"/>
                          <a:gd name="connsiteY0" fmla="*/ 43 h 15782"/>
                          <a:gd name="connsiteX1" fmla="*/ 421 w 38783"/>
                          <a:gd name="connsiteY1" fmla="*/ 710 h 15782"/>
                          <a:gd name="connsiteX2" fmla="*/ 2040 w 38783"/>
                          <a:gd name="connsiteY2" fmla="*/ 4139 h 15782"/>
                          <a:gd name="connsiteX3" fmla="*/ 8422 w 38783"/>
                          <a:gd name="connsiteY3" fmla="*/ 7473 h 15782"/>
                          <a:gd name="connsiteX4" fmla="*/ 24995 w 38783"/>
                          <a:gd name="connsiteY4" fmla="*/ 13950 h 15782"/>
                          <a:gd name="connsiteX5" fmla="*/ 31282 w 38783"/>
                          <a:gd name="connsiteY5" fmla="*/ 15664 h 15782"/>
                          <a:gd name="connsiteX6" fmla="*/ 32139 w 38783"/>
                          <a:gd name="connsiteY6" fmla="*/ 6425 h 15782"/>
                          <a:gd name="connsiteX7" fmla="*/ 4993 w 38783"/>
                          <a:gd name="connsiteY7" fmla="*/ 43 h 157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8783" h="15782">
                            <a:moveTo>
                              <a:pt x="4993" y="43"/>
                            </a:moveTo>
                            <a:cubicBezTo>
                              <a:pt x="2993" y="-52"/>
                              <a:pt x="1564" y="-52"/>
                              <a:pt x="421" y="710"/>
                            </a:cubicBezTo>
                            <a:cubicBezTo>
                              <a:pt x="-627" y="1567"/>
                              <a:pt x="421" y="2901"/>
                              <a:pt x="2040" y="4139"/>
                            </a:cubicBezTo>
                            <a:cubicBezTo>
                              <a:pt x="3659" y="5377"/>
                              <a:pt x="6326" y="6615"/>
                              <a:pt x="8422" y="7473"/>
                            </a:cubicBezTo>
                            <a:cubicBezTo>
                              <a:pt x="13851" y="9663"/>
                              <a:pt x="19661" y="12140"/>
                              <a:pt x="24995" y="13950"/>
                            </a:cubicBezTo>
                            <a:cubicBezTo>
                              <a:pt x="27186" y="14712"/>
                              <a:pt x="29281" y="15474"/>
                              <a:pt x="31282" y="15664"/>
                            </a:cubicBezTo>
                            <a:cubicBezTo>
                              <a:pt x="39569" y="16617"/>
                              <a:pt x="42521" y="11664"/>
                              <a:pt x="32139" y="6425"/>
                            </a:cubicBezTo>
                            <a:cubicBezTo>
                              <a:pt x="24233" y="2520"/>
                              <a:pt x="13089" y="520"/>
                              <a:pt x="4993" y="4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85" name="Forme libre : forme 11484">
                        <a:extLst>
                          <a:ext uri="{FF2B5EF4-FFF2-40B4-BE49-F238E27FC236}">
                            <a16:creationId xmlns:a16="http://schemas.microsoft.com/office/drawing/2014/main" id="{BF4A52A9-E60B-44AE-9C4E-CF615D5DAF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3032" y="3038093"/>
                        <a:ext cx="64008" cy="12657"/>
                      </a:xfrm>
                      <a:custGeom>
                        <a:avLst/>
                        <a:gdLst>
                          <a:gd name="connsiteX0" fmla="*/ 64008 w 64008"/>
                          <a:gd name="connsiteY0" fmla="*/ 10859 h 12657"/>
                          <a:gd name="connsiteX1" fmla="*/ 0 w 64008"/>
                          <a:gd name="connsiteY1" fmla="*/ 0 h 12657"/>
                          <a:gd name="connsiteX2" fmla="*/ 64008 w 64008"/>
                          <a:gd name="connsiteY2" fmla="*/ 10859 h 126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4008" h="12657">
                            <a:moveTo>
                              <a:pt x="64008" y="10859"/>
                            </a:moveTo>
                            <a:cubicBezTo>
                              <a:pt x="48863" y="16954"/>
                              <a:pt x="18764" y="6096"/>
                              <a:pt x="0" y="0"/>
                            </a:cubicBezTo>
                            <a:cubicBezTo>
                              <a:pt x="20383" y="6763"/>
                              <a:pt x="45434" y="10287"/>
                              <a:pt x="64008" y="1085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86" name="Forme libre : forme 11485">
                        <a:extLst>
                          <a:ext uri="{FF2B5EF4-FFF2-40B4-BE49-F238E27FC236}">
                            <a16:creationId xmlns:a16="http://schemas.microsoft.com/office/drawing/2014/main" id="{BD607C0A-9A06-4203-ABEB-BCF9EF5483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6353" y="2931638"/>
                        <a:ext cx="76200" cy="10158"/>
                      </a:xfrm>
                      <a:custGeom>
                        <a:avLst/>
                        <a:gdLst>
                          <a:gd name="connsiteX0" fmla="*/ 76200 w 76200"/>
                          <a:gd name="connsiteY0" fmla="*/ 10158 h 10158"/>
                          <a:gd name="connsiteX1" fmla="*/ 0 w 76200"/>
                          <a:gd name="connsiteY1" fmla="*/ 4634 h 10158"/>
                          <a:gd name="connsiteX2" fmla="*/ 76200 w 76200"/>
                          <a:gd name="connsiteY2" fmla="*/ 10158 h 101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6200" h="10158">
                            <a:moveTo>
                              <a:pt x="76200" y="10158"/>
                            </a:moveTo>
                            <a:cubicBezTo>
                              <a:pt x="50578" y="-2319"/>
                              <a:pt x="20955" y="-2224"/>
                              <a:pt x="0" y="4634"/>
                            </a:cubicBezTo>
                            <a:cubicBezTo>
                              <a:pt x="19526" y="-2986"/>
                              <a:pt x="53245" y="2348"/>
                              <a:pt x="76200" y="1015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87" name="Forme libre : forme 11486">
                        <a:extLst>
                          <a:ext uri="{FF2B5EF4-FFF2-40B4-BE49-F238E27FC236}">
                            <a16:creationId xmlns:a16="http://schemas.microsoft.com/office/drawing/2014/main" id="{CC19C03B-133F-4F11-A081-3223EF193B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09344" y="2986245"/>
                        <a:ext cx="28664" cy="23252"/>
                      </a:xfrm>
                      <a:custGeom>
                        <a:avLst/>
                        <a:gdLst>
                          <a:gd name="connsiteX0" fmla="*/ 27786 w 28664"/>
                          <a:gd name="connsiteY0" fmla="*/ 23083 h 23252"/>
                          <a:gd name="connsiteX1" fmla="*/ 9593 w 28664"/>
                          <a:gd name="connsiteY1" fmla="*/ 12795 h 23252"/>
                          <a:gd name="connsiteX2" fmla="*/ 1021 w 28664"/>
                          <a:gd name="connsiteY2" fmla="*/ 223 h 23252"/>
                          <a:gd name="connsiteX3" fmla="*/ 18356 w 28664"/>
                          <a:gd name="connsiteY3" fmla="*/ 9843 h 23252"/>
                          <a:gd name="connsiteX4" fmla="*/ 27786 w 28664"/>
                          <a:gd name="connsiteY4" fmla="*/ 23083 h 232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664" h="23252">
                            <a:moveTo>
                              <a:pt x="27786" y="23083"/>
                            </a:moveTo>
                            <a:cubicBezTo>
                              <a:pt x="23881" y="24607"/>
                              <a:pt x="13022" y="15463"/>
                              <a:pt x="9593" y="12795"/>
                            </a:cubicBezTo>
                            <a:cubicBezTo>
                              <a:pt x="6259" y="10033"/>
                              <a:pt x="-3075" y="1842"/>
                              <a:pt x="1021" y="223"/>
                            </a:cubicBezTo>
                            <a:cubicBezTo>
                              <a:pt x="5212" y="-1492"/>
                              <a:pt x="15213" y="7176"/>
                              <a:pt x="18356" y="9843"/>
                            </a:cubicBezTo>
                            <a:cubicBezTo>
                              <a:pt x="21499" y="12510"/>
                              <a:pt x="31691" y="21463"/>
                              <a:pt x="27786" y="2308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88" name="Forme libre : forme 11487">
                        <a:extLst>
                          <a:ext uri="{FF2B5EF4-FFF2-40B4-BE49-F238E27FC236}">
                            <a16:creationId xmlns:a16="http://schemas.microsoft.com/office/drawing/2014/main" id="{46F88743-46F8-49F2-ADCD-FF7CFC857A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3815" y="3005566"/>
                        <a:ext cx="8418" cy="6648"/>
                      </a:xfrm>
                      <a:custGeom>
                        <a:avLst/>
                        <a:gdLst>
                          <a:gd name="connsiteX0" fmla="*/ 8363 w 8418"/>
                          <a:gd name="connsiteY0" fmla="*/ 6143 h 6648"/>
                          <a:gd name="connsiteX1" fmla="*/ 3601 w 8418"/>
                          <a:gd name="connsiteY1" fmla="*/ 4905 h 6648"/>
                          <a:gd name="connsiteX2" fmla="*/ 77 w 8418"/>
                          <a:gd name="connsiteY2" fmla="*/ 523 h 6648"/>
                          <a:gd name="connsiteX3" fmla="*/ 4744 w 8418"/>
                          <a:gd name="connsiteY3" fmla="*/ 1666 h 6648"/>
                          <a:gd name="connsiteX4" fmla="*/ 8363 w 8418"/>
                          <a:gd name="connsiteY4" fmla="*/ 6143 h 6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18" h="6648">
                            <a:moveTo>
                              <a:pt x="8363" y="6143"/>
                            </a:moveTo>
                            <a:cubicBezTo>
                              <a:pt x="7887" y="7476"/>
                              <a:pt x="5030" y="5857"/>
                              <a:pt x="3601" y="4905"/>
                            </a:cubicBezTo>
                            <a:cubicBezTo>
                              <a:pt x="2267" y="3952"/>
                              <a:pt x="-495" y="1762"/>
                              <a:pt x="77" y="523"/>
                            </a:cubicBezTo>
                            <a:cubicBezTo>
                              <a:pt x="648" y="-810"/>
                              <a:pt x="3315" y="714"/>
                              <a:pt x="4744" y="1666"/>
                            </a:cubicBezTo>
                            <a:cubicBezTo>
                              <a:pt x="6077" y="2619"/>
                              <a:pt x="8840" y="4809"/>
                              <a:pt x="8363" y="614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89" name="Forme libre : forme 11488">
                        <a:extLst>
                          <a:ext uri="{FF2B5EF4-FFF2-40B4-BE49-F238E27FC236}">
                            <a16:creationId xmlns:a16="http://schemas.microsoft.com/office/drawing/2014/main" id="{B8FFA33D-9864-43E5-B033-21741E3CDE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0055" y="2968282"/>
                        <a:ext cx="58795" cy="73673"/>
                      </a:xfrm>
                      <a:custGeom>
                        <a:avLst/>
                        <a:gdLst>
                          <a:gd name="connsiteX0" fmla="*/ 50412 w 58795"/>
                          <a:gd name="connsiteY0" fmla="*/ 46190 h 73673"/>
                          <a:gd name="connsiteX1" fmla="*/ 58794 w 58795"/>
                          <a:gd name="connsiteY1" fmla="*/ 70955 h 73673"/>
                          <a:gd name="connsiteX2" fmla="*/ 50507 w 58795"/>
                          <a:gd name="connsiteY2" fmla="*/ 71907 h 73673"/>
                          <a:gd name="connsiteX3" fmla="*/ 44126 w 58795"/>
                          <a:gd name="connsiteY3" fmla="*/ 62954 h 73673"/>
                          <a:gd name="connsiteX4" fmla="*/ 26409 w 58795"/>
                          <a:gd name="connsiteY4" fmla="*/ 34188 h 73673"/>
                          <a:gd name="connsiteX5" fmla="*/ 1930 w 58795"/>
                          <a:gd name="connsiteY5" fmla="*/ 279 h 73673"/>
                          <a:gd name="connsiteX6" fmla="*/ 40220 w 58795"/>
                          <a:gd name="connsiteY6" fmla="*/ 25425 h 73673"/>
                          <a:gd name="connsiteX7" fmla="*/ 50412 w 58795"/>
                          <a:gd name="connsiteY7" fmla="*/ 46190 h 736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8795" h="73673">
                            <a:moveTo>
                              <a:pt x="50412" y="46190"/>
                            </a:moveTo>
                            <a:cubicBezTo>
                              <a:pt x="55175" y="55524"/>
                              <a:pt x="58508" y="62192"/>
                              <a:pt x="58794" y="70955"/>
                            </a:cubicBezTo>
                            <a:cubicBezTo>
                              <a:pt x="58889" y="74194"/>
                              <a:pt x="54127" y="74574"/>
                              <a:pt x="50507" y="71907"/>
                            </a:cubicBezTo>
                            <a:cubicBezTo>
                              <a:pt x="46793" y="69240"/>
                              <a:pt x="45554" y="66097"/>
                              <a:pt x="44126" y="62954"/>
                            </a:cubicBezTo>
                            <a:cubicBezTo>
                              <a:pt x="39744" y="52953"/>
                              <a:pt x="33743" y="43904"/>
                              <a:pt x="26409" y="34188"/>
                            </a:cubicBezTo>
                            <a:cubicBezTo>
                              <a:pt x="22123" y="27997"/>
                              <a:pt x="-7786" y="2946"/>
                              <a:pt x="1930" y="279"/>
                            </a:cubicBezTo>
                            <a:cubicBezTo>
                              <a:pt x="12026" y="-2578"/>
                              <a:pt x="34315" y="17234"/>
                              <a:pt x="40220" y="25425"/>
                            </a:cubicBezTo>
                            <a:cubicBezTo>
                              <a:pt x="46412" y="33331"/>
                              <a:pt x="46793" y="39237"/>
                              <a:pt x="50412" y="4619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40" name="Graphique 1">
                      <a:extLst>
                        <a:ext uri="{FF2B5EF4-FFF2-40B4-BE49-F238E27FC236}">
                          <a16:creationId xmlns:a16="http://schemas.microsoft.com/office/drawing/2014/main" id="{944C9D05-E60A-49C9-949E-C80FAA295FA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82273" y="3041321"/>
                      <a:ext cx="163462" cy="147690"/>
                      <a:chOff x="4482273" y="3041321"/>
                      <a:chExt cx="163462" cy="147690"/>
                    </a:xfrm>
                    <a:solidFill>
                      <a:schemeClr val="accent1"/>
                    </a:solidFill>
                  </p:grpSpPr>
                  <p:sp>
                    <p:nvSpPr>
                      <p:cNvPr id="11466" name="Forme libre : forme 11465">
                        <a:extLst>
                          <a:ext uri="{FF2B5EF4-FFF2-40B4-BE49-F238E27FC236}">
                            <a16:creationId xmlns:a16="http://schemas.microsoft.com/office/drawing/2014/main" id="{6E9AF5A8-C27C-45CF-BCE2-8CBD1F85BC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2273" y="3041321"/>
                        <a:ext cx="163462" cy="147690"/>
                      </a:xfrm>
                      <a:custGeom>
                        <a:avLst/>
                        <a:gdLst>
                          <a:gd name="connsiteX0" fmla="*/ 84587 w 163462"/>
                          <a:gd name="connsiteY0" fmla="*/ 124598 h 147690"/>
                          <a:gd name="connsiteX1" fmla="*/ 32009 w 163462"/>
                          <a:gd name="connsiteY1" fmla="*/ 79736 h 147690"/>
                          <a:gd name="connsiteX2" fmla="*/ 100 w 163462"/>
                          <a:gd name="connsiteY2" fmla="*/ 16204 h 147690"/>
                          <a:gd name="connsiteX3" fmla="*/ 14292 w 163462"/>
                          <a:gd name="connsiteY3" fmla="*/ 11 h 147690"/>
                          <a:gd name="connsiteX4" fmla="*/ 82111 w 163462"/>
                          <a:gd name="connsiteY4" fmla="*/ 23348 h 147690"/>
                          <a:gd name="connsiteX5" fmla="*/ 131640 w 163462"/>
                          <a:gd name="connsiteY5" fmla="*/ 65924 h 147690"/>
                          <a:gd name="connsiteX6" fmla="*/ 154310 w 163462"/>
                          <a:gd name="connsiteY6" fmla="*/ 96690 h 147690"/>
                          <a:gd name="connsiteX7" fmla="*/ 155834 w 163462"/>
                          <a:gd name="connsiteY7" fmla="*/ 100405 h 147690"/>
                          <a:gd name="connsiteX8" fmla="*/ 156120 w 163462"/>
                          <a:gd name="connsiteY8" fmla="*/ 102976 h 147690"/>
                          <a:gd name="connsiteX9" fmla="*/ 156691 w 163462"/>
                          <a:gd name="connsiteY9" fmla="*/ 108691 h 147690"/>
                          <a:gd name="connsiteX10" fmla="*/ 157834 w 163462"/>
                          <a:gd name="connsiteY10" fmla="*/ 114692 h 147690"/>
                          <a:gd name="connsiteX11" fmla="*/ 160120 w 163462"/>
                          <a:gd name="connsiteY11" fmla="*/ 120883 h 147690"/>
                          <a:gd name="connsiteX12" fmla="*/ 159549 w 163462"/>
                          <a:gd name="connsiteY12" fmla="*/ 141839 h 147690"/>
                          <a:gd name="connsiteX13" fmla="*/ 119448 w 163462"/>
                          <a:gd name="connsiteY13" fmla="*/ 143553 h 147690"/>
                          <a:gd name="connsiteX14" fmla="*/ 84587 w 163462"/>
                          <a:gd name="connsiteY14" fmla="*/ 124598 h 1476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63462" h="147690">
                            <a:moveTo>
                              <a:pt x="84587" y="124598"/>
                            </a:moveTo>
                            <a:cubicBezTo>
                              <a:pt x="71443" y="114502"/>
                              <a:pt x="44391" y="91356"/>
                              <a:pt x="32009" y="79736"/>
                            </a:cubicBezTo>
                            <a:cubicBezTo>
                              <a:pt x="8863" y="57828"/>
                              <a:pt x="3053" y="39254"/>
                              <a:pt x="100" y="16204"/>
                            </a:cubicBezTo>
                            <a:cubicBezTo>
                              <a:pt x="-948" y="8203"/>
                              <a:pt x="6387" y="106"/>
                              <a:pt x="14292" y="11"/>
                            </a:cubicBezTo>
                            <a:cubicBezTo>
                              <a:pt x="37248" y="-275"/>
                              <a:pt x="57821" y="4869"/>
                              <a:pt x="82111" y="23348"/>
                            </a:cubicBezTo>
                            <a:cubicBezTo>
                              <a:pt x="95160" y="33158"/>
                              <a:pt x="119639" y="54494"/>
                              <a:pt x="131640" y="65924"/>
                            </a:cubicBezTo>
                            <a:cubicBezTo>
                              <a:pt x="142880" y="76592"/>
                              <a:pt x="149833" y="86594"/>
                              <a:pt x="154310" y="96690"/>
                            </a:cubicBezTo>
                            <a:cubicBezTo>
                              <a:pt x="154786" y="97928"/>
                              <a:pt x="155453" y="99357"/>
                              <a:pt x="155834" y="100405"/>
                            </a:cubicBezTo>
                            <a:cubicBezTo>
                              <a:pt x="155929" y="101262"/>
                              <a:pt x="156024" y="102119"/>
                              <a:pt x="156120" y="102976"/>
                            </a:cubicBezTo>
                            <a:cubicBezTo>
                              <a:pt x="156310" y="104691"/>
                              <a:pt x="156501" y="107072"/>
                              <a:pt x="156691" y="108691"/>
                            </a:cubicBezTo>
                            <a:cubicBezTo>
                              <a:pt x="156977" y="110501"/>
                              <a:pt x="157262" y="112597"/>
                              <a:pt x="157834" y="114692"/>
                            </a:cubicBezTo>
                            <a:cubicBezTo>
                              <a:pt x="158405" y="116502"/>
                              <a:pt x="159168" y="118598"/>
                              <a:pt x="160120" y="120883"/>
                            </a:cubicBezTo>
                            <a:cubicBezTo>
                              <a:pt x="162692" y="126408"/>
                              <a:pt x="166407" y="137076"/>
                              <a:pt x="159549" y="141839"/>
                            </a:cubicBezTo>
                            <a:cubicBezTo>
                              <a:pt x="149833" y="148601"/>
                              <a:pt x="133736" y="149935"/>
                              <a:pt x="119448" y="143553"/>
                            </a:cubicBezTo>
                            <a:cubicBezTo>
                              <a:pt x="107638" y="139553"/>
                              <a:pt x="97064" y="134123"/>
                              <a:pt x="84587" y="12459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67" name="Forme libre : forme 11466">
                        <a:extLst>
                          <a:ext uri="{FF2B5EF4-FFF2-40B4-BE49-F238E27FC236}">
                            <a16:creationId xmlns:a16="http://schemas.microsoft.com/office/drawing/2014/main" id="{0E8F6F2C-9F76-4012-BEA4-8A47A2E126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2391" y="3048095"/>
                        <a:ext cx="159716" cy="140645"/>
                      </a:xfrm>
                      <a:custGeom>
                        <a:avLst/>
                        <a:gdLst>
                          <a:gd name="connsiteX0" fmla="*/ 57514 w 159716"/>
                          <a:gd name="connsiteY0" fmla="*/ 59246 h 140645"/>
                          <a:gd name="connsiteX1" fmla="*/ 2554 w 159716"/>
                          <a:gd name="connsiteY1" fmla="*/ 0 h 140645"/>
                          <a:gd name="connsiteX2" fmla="*/ 78 w 159716"/>
                          <a:gd name="connsiteY2" fmla="*/ 9239 h 140645"/>
                          <a:gd name="connsiteX3" fmla="*/ 1888 w 159716"/>
                          <a:gd name="connsiteY3" fmla="*/ 20764 h 140645"/>
                          <a:gd name="connsiteX4" fmla="*/ 14365 w 159716"/>
                          <a:gd name="connsiteY4" fmla="*/ 52102 h 140645"/>
                          <a:gd name="connsiteX5" fmla="*/ 31987 w 159716"/>
                          <a:gd name="connsiteY5" fmla="*/ 72771 h 140645"/>
                          <a:gd name="connsiteX6" fmla="*/ 40178 w 159716"/>
                          <a:gd name="connsiteY6" fmla="*/ 80296 h 140645"/>
                          <a:gd name="connsiteX7" fmla="*/ 80469 w 159716"/>
                          <a:gd name="connsiteY7" fmla="*/ 114490 h 140645"/>
                          <a:gd name="connsiteX8" fmla="*/ 84469 w 159716"/>
                          <a:gd name="connsiteY8" fmla="*/ 117634 h 140645"/>
                          <a:gd name="connsiteX9" fmla="*/ 109330 w 159716"/>
                          <a:gd name="connsiteY9" fmla="*/ 132683 h 140645"/>
                          <a:gd name="connsiteX10" fmla="*/ 117521 w 159716"/>
                          <a:gd name="connsiteY10" fmla="*/ 135731 h 140645"/>
                          <a:gd name="connsiteX11" fmla="*/ 128094 w 159716"/>
                          <a:gd name="connsiteY11" fmla="*/ 139255 h 140645"/>
                          <a:gd name="connsiteX12" fmla="*/ 138666 w 159716"/>
                          <a:gd name="connsiteY12" fmla="*/ 140589 h 140645"/>
                          <a:gd name="connsiteX13" fmla="*/ 148573 w 159716"/>
                          <a:gd name="connsiteY13" fmla="*/ 139637 h 140645"/>
                          <a:gd name="connsiteX14" fmla="*/ 159431 w 159716"/>
                          <a:gd name="connsiteY14" fmla="*/ 134969 h 140645"/>
                          <a:gd name="connsiteX15" fmla="*/ 159717 w 159716"/>
                          <a:gd name="connsiteY15" fmla="*/ 134683 h 140645"/>
                          <a:gd name="connsiteX16" fmla="*/ 128285 w 159716"/>
                          <a:gd name="connsiteY16" fmla="*/ 118777 h 140645"/>
                          <a:gd name="connsiteX17" fmla="*/ 104853 w 159716"/>
                          <a:gd name="connsiteY17" fmla="*/ 98298 h 140645"/>
                          <a:gd name="connsiteX18" fmla="*/ 57514 w 159716"/>
                          <a:gd name="connsiteY18" fmla="*/ 59246 h 1406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59716" h="140645">
                            <a:moveTo>
                              <a:pt x="57514" y="59246"/>
                            </a:moveTo>
                            <a:cubicBezTo>
                              <a:pt x="35225" y="42291"/>
                              <a:pt x="12556" y="22384"/>
                              <a:pt x="2554" y="0"/>
                            </a:cubicBezTo>
                            <a:cubicBezTo>
                              <a:pt x="745" y="2762"/>
                              <a:pt x="-303" y="6001"/>
                              <a:pt x="78" y="9239"/>
                            </a:cubicBezTo>
                            <a:cubicBezTo>
                              <a:pt x="554" y="13240"/>
                              <a:pt x="1221" y="17050"/>
                              <a:pt x="1888" y="20764"/>
                            </a:cubicBezTo>
                            <a:cubicBezTo>
                              <a:pt x="4078" y="31528"/>
                              <a:pt x="7603" y="41720"/>
                              <a:pt x="14365" y="52102"/>
                            </a:cubicBezTo>
                            <a:cubicBezTo>
                              <a:pt x="18747" y="58769"/>
                              <a:pt x="24462" y="65532"/>
                              <a:pt x="31987" y="72771"/>
                            </a:cubicBezTo>
                            <a:cubicBezTo>
                              <a:pt x="34368" y="74866"/>
                              <a:pt x="37130" y="77438"/>
                              <a:pt x="40178" y="80296"/>
                            </a:cubicBezTo>
                            <a:cubicBezTo>
                              <a:pt x="52370" y="91154"/>
                              <a:pt x="69325" y="105537"/>
                              <a:pt x="80469" y="114490"/>
                            </a:cubicBezTo>
                            <a:cubicBezTo>
                              <a:pt x="81898" y="115633"/>
                              <a:pt x="83326" y="116681"/>
                              <a:pt x="84469" y="117634"/>
                            </a:cubicBezTo>
                            <a:cubicBezTo>
                              <a:pt x="93137" y="124301"/>
                              <a:pt x="101424" y="129159"/>
                              <a:pt x="109330" y="132683"/>
                            </a:cubicBezTo>
                            <a:cubicBezTo>
                              <a:pt x="112092" y="133826"/>
                              <a:pt x="114759" y="134874"/>
                              <a:pt x="117521" y="135731"/>
                            </a:cubicBezTo>
                            <a:cubicBezTo>
                              <a:pt x="120950" y="137065"/>
                              <a:pt x="124760" y="138398"/>
                              <a:pt x="128094" y="139255"/>
                            </a:cubicBezTo>
                            <a:cubicBezTo>
                              <a:pt x="131333" y="140208"/>
                              <a:pt x="135333" y="140398"/>
                              <a:pt x="138666" y="140589"/>
                            </a:cubicBezTo>
                            <a:cubicBezTo>
                              <a:pt x="142001" y="140779"/>
                              <a:pt x="145334" y="140494"/>
                              <a:pt x="148573" y="139637"/>
                            </a:cubicBezTo>
                            <a:cubicBezTo>
                              <a:pt x="152668" y="138589"/>
                              <a:pt x="156193" y="137350"/>
                              <a:pt x="159431" y="134969"/>
                            </a:cubicBezTo>
                            <a:lnTo>
                              <a:pt x="159717" y="134683"/>
                            </a:lnTo>
                            <a:cubicBezTo>
                              <a:pt x="147335" y="133445"/>
                              <a:pt x="136190" y="125921"/>
                              <a:pt x="128285" y="118777"/>
                            </a:cubicBezTo>
                            <a:lnTo>
                              <a:pt x="104853" y="98298"/>
                            </a:lnTo>
                            <a:cubicBezTo>
                              <a:pt x="89327" y="84582"/>
                              <a:pt x="73516" y="71342"/>
                              <a:pt x="57514" y="5924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68" name="Forme libre : forme 11467">
                        <a:extLst>
                          <a:ext uri="{FF2B5EF4-FFF2-40B4-BE49-F238E27FC236}">
                            <a16:creationId xmlns:a16="http://schemas.microsoft.com/office/drawing/2014/main" id="{4A4D3060-F3FE-4F0C-B05E-0BF59EADA0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38408" y="3092047"/>
                        <a:ext cx="73985" cy="66651"/>
                      </a:xfrm>
                      <a:custGeom>
                        <a:avLst/>
                        <a:gdLst>
                          <a:gd name="connsiteX0" fmla="*/ 73030 w 73985"/>
                          <a:gd name="connsiteY0" fmla="*/ 65014 h 66651"/>
                          <a:gd name="connsiteX1" fmla="*/ 27309 w 73985"/>
                          <a:gd name="connsiteY1" fmla="*/ 41963 h 66651"/>
                          <a:gd name="connsiteX2" fmla="*/ 1211 w 73985"/>
                          <a:gd name="connsiteY2" fmla="*/ 2053 h 66651"/>
                          <a:gd name="connsiteX3" fmla="*/ 43311 w 73985"/>
                          <a:gd name="connsiteY3" fmla="*/ 23008 h 66651"/>
                          <a:gd name="connsiteX4" fmla="*/ 73030 w 73985"/>
                          <a:gd name="connsiteY4" fmla="*/ 65014 h 666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3985" h="66651">
                            <a:moveTo>
                              <a:pt x="73030" y="65014"/>
                            </a:moveTo>
                            <a:cubicBezTo>
                              <a:pt x="66743" y="72919"/>
                              <a:pt x="36930" y="50059"/>
                              <a:pt x="27309" y="41963"/>
                            </a:cubicBezTo>
                            <a:cubicBezTo>
                              <a:pt x="17784" y="33772"/>
                              <a:pt x="-5551" y="10626"/>
                              <a:pt x="1211" y="2053"/>
                            </a:cubicBezTo>
                            <a:cubicBezTo>
                              <a:pt x="8069" y="-6709"/>
                              <a:pt x="34644" y="14912"/>
                              <a:pt x="43311" y="23008"/>
                            </a:cubicBezTo>
                            <a:cubicBezTo>
                              <a:pt x="52075" y="31105"/>
                              <a:pt x="79411" y="57108"/>
                              <a:pt x="73030" y="6501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69" name="Forme libre : forme 11468">
                        <a:extLst>
                          <a:ext uri="{FF2B5EF4-FFF2-40B4-BE49-F238E27FC236}">
                            <a16:creationId xmlns:a16="http://schemas.microsoft.com/office/drawing/2014/main" id="{6A6F381F-C675-4AEA-8612-B6F635EC90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38626" y="3091546"/>
                        <a:ext cx="43854" cy="54847"/>
                      </a:xfrm>
                      <a:custGeom>
                        <a:avLst/>
                        <a:gdLst>
                          <a:gd name="connsiteX0" fmla="*/ 22709 w 43854"/>
                          <a:gd name="connsiteY0" fmla="*/ 7984 h 54847"/>
                          <a:gd name="connsiteX1" fmla="*/ 611 w 43854"/>
                          <a:gd name="connsiteY1" fmla="*/ 2269 h 54847"/>
                          <a:gd name="connsiteX2" fmla="*/ 27472 w 43854"/>
                          <a:gd name="connsiteY2" fmla="*/ 42846 h 54847"/>
                          <a:gd name="connsiteX3" fmla="*/ 43855 w 43854"/>
                          <a:gd name="connsiteY3" fmla="*/ 54847 h 54847"/>
                          <a:gd name="connsiteX4" fmla="*/ 36139 w 43854"/>
                          <a:gd name="connsiteY4" fmla="*/ 47227 h 54847"/>
                          <a:gd name="connsiteX5" fmla="*/ 22709 w 43854"/>
                          <a:gd name="connsiteY5" fmla="*/ 7984 h 548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3854" h="54847">
                            <a:moveTo>
                              <a:pt x="22709" y="7984"/>
                            </a:moveTo>
                            <a:cubicBezTo>
                              <a:pt x="16899" y="5508"/>
                              <a:pt x="3278" y="-4398"/>
                              <a:pt x="611" y="2269"/>
                            </a:cubicBezTo>
                            <a:cubicBezTo>
                              <a:pt x="-3675" y="12937"/>
                              <a:pt x="15566" y="32368"/>
                              <a:pt x="27472" y="42846"/>
                            </a:cubicBezTo>
                            <a:cubicBezTo>
                              <a:pt x="30996" y="45894"/>
                              <a:pt x="39378" y="52085"/>
                              <a:pt x="43855" y="54847"/>
                            </a:cubicBezTo>
                            <a:cubicBezTo>
                              <a:pt x="41664" y="52847"/>
                              <a:pt x="37854" y="49513"/>
                              <a:pt x="36139" y="47227"/>
                            </a:cubicBezTo>
                            <a:cubicBezTo>
                              <a:pt x="26424" y="34178"/>
                              <a:pt x="15661" y="17795"/>
                              <a:pt x="22709" y="798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70" name="Forme libre : forme 11469">
                        <a:extLst>
                          <a:ext uri="{FF2B5EF4-FFF2-40B4-BE49-F238E27FC236}">
                            <a16:creationId xmlns:a16="http://schemas.microsoft.com/office/drawing/2014/main" id="{CD8A9FBC-B6DE-4ACD-8990-F8582315AF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0485" y="3097324"/>
                        <a:ext cx="74792" cy="66092"/>
                      </a:xfrm>
                      <a:custGeom>
                        <a:avLst/>
                        <a:gdLst>
                          <a:gd name="connsiteX0" fmla="*/ 73238 w 74792"/>
                          <a:gd name="connsiteY0" fmla="*/ 65071 h 66092"/>
                          <a:gd name="connsiteX1" fmla="*/ 26756 w 74792"/>
                          <a:gd name="connsiteY1" fmla="*/ 41925 h 66092"/>
                          <a:gd name="connsiteX2" fmla="*/ 1134 w 74792"/>
                          <a:gd name="connsiteY2" fmla="*/ 2206 h 66092"/>
                          <a:gd name="connsiteX3" fmla="*/ 42949 w 74792"/>
                          <a:gd name="connsiteY3" fmla="*/ 23065 h 66092"/>
                          <a:gd name="connsiteX4" fmla="*/ 73238 w 74792"/>
                          <a:gd name="connsiteY4" fmla="*/ 65071 h 660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792" h="66092">
                            <a:moveTo>
                              <a:pt x="73238" y="65071"/>
                            </a:moveTo>
                            <a:cubicBezTo>
                              <a:pt x="64380" y="70881"/>
                              <a:pt x="37233" y="50402"/>
                              <a:pt x="26756" y="41925"/>
                            </a:cubicBezTo>
                            <a:cubicBezTo>
                              <a:pt x="16278" y="33352"/>
                              <a:pt x="-5153" y="11445"/>
                              <a:pt x="1134" y="2206"/>
                            </a:cubicBezTo>
                            <a:cubicBezTo>
                              <a:pt x="7515" y="-7129"/>
                              <a:pt x="34757" y="15731"/>
                              <a:pt x="42949" y="23065"/>
                            </a:cubicBezTo>
                            <a:cubicBezTo>
                              <a:pt x="51235" y="30399"/>
                              <a:pt x="82001" y="59260"/>
                              <a:pt x="73238" y="650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71" name="Forme libre : forme 11470">
                        <a:extLst>
                          <a:ext uri="{FF2B5EF4-FFF2-40B4-BE49-F238E27FC236}">
                            <a16:creationId xmlns:a16="http://schemas.microsoft.com/office/drawing/2014/main" id="{2C577C7F-9356-4BB3-9D94-504267E9F2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3960" y="3058785"/>
                        <a:ext cx="82823" cy="97297"/>
                      </a:xfrm>
                      <a:custGeom>
                        <a:avLst/>
                        <a:gdLst>
                          <a:gd name="connsiteX0" fmla="*/ 1178 w 82823"/>
                          <a:gd name="connsiteY0" fmla="*/ 7502 h 97297"/>
                          <a:gd name="connsiteX1" fmla="*/ 2703 w 82823"/>
                          <a:gd name="connsiteY1" fmla="*/ 24552 h 97297"/>
                          <a:gd name="connsiteX2" fmla="*/ 25181 w 82823"/>
                          <a:gd name="connsiteY2" fmla="*/ 65033 h 97297"/>
                          <a:gd name="connsiteX3" fmla="*/ 61376 w 82823"/>
                          <a:gd name="connsiteY3" fmla="*/ 93227 h 97297"/>
                          <a:gd name="connsiteX4" fmla="*/ 82617 w 82823"/>
                          <a:gd name="connsiteY4" fmla="*/ 93418 h 97297"/>
                          <a:gd name="connsiteX5" fmla="*/ 75283 w 82823"/>
                          <a:gd name="connsiteY5" fmla="*/ 79416 h 97297"/>
                          <a:gd name="connsiteX6" fmla="*/ 53852 w 82823"/>
                          <a:gd name="connsiteY6" fmla="*/ 42269 h 97297"/>
                          <a:gd name="connsiteX7" fmla="*/ 31087 w 82823"/>
                          <a:gd name="connsiteY7" fmla="*/ 5883 h 97297"/>
                          <a:gd name="connsiteX8" fmla="*/ 1178 w 82823"/>
                          <a:gd name="connsiteY8" fmla="*/ 7502 h 972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2823" h="97297">
                            <a:moveTo>
                              <a:pt x="1178" y="7502"/>
                            </a:moveTo>
                            <a:cubicBezTo>
                              <a:pt x="-822" y="13979"/>
                              <a:pt x="-250" y="16932"/>
                              <a:pt x="2703" y="24552"/>
                            </a:cubicBezTo>
                            <a:cubicBezTo>
                              <a:pt x="8322" y="39030"/>
                              <a:pt x="12799" y="50936"/>
                              <a:pt x="25181" y="65033"/>
                            </a:cubicBezTo>
                            <a:cubicBezTo>
                              <a:pt x="35469" y="76749"/>
                              <a:pt x="49184" y="87417"/>
                              <a:pt x="61376" y="93227"/>
                            </a:cubicBezTo>
                            <a:cubicBezTo>
                              <a:pt x="70425" y="97513"/>
                              <a:pt x="80522" y="99609"/>
                              <a:pt x="82617" y="93418"/>
                            </a:cubicBezTo>
                            <a:cubicBezTo>
                              <a:pt x="83951" y="89608"/>
                              <a:pt x="78521" y="84464"/>
                              <a:pt x="75283" y="79416"/>
                            </a:cubicBezTo>
                            <a:cubicBezTo>
                              <a:pt x="67472" y="67319"/>
                              <a:pt x="59567" y="56175"/>
                              <a:pt x="53852" y="42269"/>
                            </a:cubicBezTo>
                            <a:cubicBezTo>
                              <a:pt x="48994" y="30457"/>
                              <a:pt x="45470" y="15598"/>
                              <a:pt x="31087" y="5883"/>
                            </a:cubicBezTo>
                            <a:cubicBezTo>
                              <a:pt x="18228" y="-2880"/>
                              <a:pt x="4036" y="-1451"/>
                              <a:pt x="1178" y="750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72" name="Forme libre : forme 11471">
                        <a:extLst>
                          <a:ext uri="{FF2B5EF4-FFF2-40B4-BE49-F238E27FC236}">
                            <a16:creationId xmlns:a16="http://schemas.microsoft.com/office/drawing/2014/main" id="{6525CE5D-7F05-4370-A782-A416C7C268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9434" y="3072387"/>
                        <a:ext cx="34973" cy="21796"/>
                      </a:xfrm>
                      <a:custGeom>
                        <a:avLst/>
                        <a:gdLst>
                          <a:gd name="connsiteX0" fmla="*/ 5137 w 34973"/>
                          <a:gd name="connsiteY0" fmla="*/ 664 h 21796"/>
                          <a:gd name="connsiteX1" fmla="*/ 660 w 34973"/>
                          <a:gd name="connsiteY1" fmla="*/ 283 h 21796"/>
                          <a:gd name="connsiteX2" fmla="*/ 1327 w 34973"/>
                          <a:gd name="connsiteY2" fmla="*/ 3998 h 21796"/>
                          <a:gd name="connsiteX3" fmla="*/ 6756 w 34973"/>
                          <a:gd name="connsiteY3" fmla="*/ 8665 h 21796"/>
                          <a:gd name="connsiteX4" fmla="*/ 21424 w 34973"/>
                          <a:gd name="connsiteY4" fmla="*/ 18285 h 21796"/>
                          <a:gd name="connsiteX5" fmla="*/ 27139 w 34973"/>
                          <a:gd name="connsiteY5" fmla="*/ 21142 h 21796"/>
                          <a:gd name="connsiteX6" fmla="*/ 29806 w 34973"/>
                          <a:gd name="connsiteY6" fmla="*/ 12284 h 21796"/>
                          <a:gd name="connsiteX7" fmla="*/ 5137 w 34973"/>
                          <a:gd name="connsiteY7" fmla="*/ 664 h 217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4973" h="21796">
                            <a:moveTo>
                              <a:pt x="5137" y="664"/>
                            </a:moveTo>
                            <a:cubicBezTo>
                              <a:pt x="3232" y="92"/>
                              <a:pt x="1898" y="-289"/>
                              <a:pt x="660" y="283"/>
                            </a:cubicBezTo>
                            <a:cubicBezTo>
                              <a:pt x="-579" y="854"/>
                              <a:pt x="88" y="2474"/>
                              <a:pt x="1327" y="3998"/>
                            </a:cubicBezTo>
                            <a:cubicBezTo>
                              <a:pt x="2565" y="5522"/>
                              <a:pt x="4851" y="7331"/>
                              <a:pt x="6756" y="8665"/>
                            </a:cubicBezTo>
                            <a:cubicBezTo>
                              <a:pt x="11518" y="11999"/>
                              <a:pt x="16566" y="15523"/>
                              <a:pt x="21424" y="18285"/>
                            </a:cubicBezTo>
                            <a:cubicBezTo>
                              <a:pt x="23425" y="19428"/>
                              <a:pt x="25234" y="20571"/>
                              <a:pt x="27139" y="21142"/>
                            </a:cubicBezTo>
                            <a:cubicBezTo>
                              <a:pt x="35045" y="23524"/>
                              <a:pt x="38664" y="19142"/>
                              <a:pt x="29806" y="12284"/>
                            </a:cubicBezTo>
                            <a:cubicBezTo>
                              <a:pt x="22853" y="6950"/>
                              <a:pt x="12852" y="2854"/>
                              <a:pt x="5137" y="66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73" name="Forme libre : forme 11472">
                        <a:extLst>
                          <a:ext uri="{FF2B5EF4-FFF2-40B4-BE49-F238E27FC236}">
                            <a16:creationId xmlns:a16="http://schemas.microsoft.com/office/drawing/2014/main" id="{0C8D305B-6B26-4B63-B292-B97EEA3626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9623" y="3166109"/>
                        <a:ext cx="69532" cy="18883"/>
                      </a:xfrm>
                      <a:custGeom>
                        <a:avLst/>
                        <a:gdLst>
                          <a:gd name="connsiteX0" fmla="*/ 69532 w 69532"/>
                          <a:gd name="connsiteY0" fmla="*/ 13811 h 18883"/>
                          <a:gd name="connsiteX1" fmla="*/ 54673 w 69532"/>
                          <a:gd name="connsiteY1" fmla="*/ 18860 h 18883"/>
                          <a:gd name="connsiteX2" fmla="*/ 32956 w 69532"/>
                          <a:gd name="connsiteY2" fmla="*/ 14002 h 18883"/>
                          <a:gd name="connsiteX3" fmla="*/ 0 w 69532"/>
                          <a:gd name="connsiteY3" fmla="*/ 0 h 18883"/>
                          <a:gd name="connsiteX4" fmla="*/ 32385 w 69532"/>
                          <a:gd name="connsiteY4" fmla="*/ 11621 h 18883"/>
                          <a:gd name="connsiteX5" fmla="*/ 42100 w 69532"/>
                          <a:gd name="connsiteY5" fmla="*/ 14288 h 18883"/>
                          <a:gd name="connsiteX6" fmla="*/ 52101 w 69532"/>
                          <a:gd name="connsiteY6" fmla="*/ 15907 h 18883"/>
                          <a:gd name="connsiteX7" fmla="*/ 69532 w 69532"/>
                          <a:gd name="connsiteY7" fmla="*/ 13811 h 188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9532" h="18883">
                            <a:moveTo>
                              <a:pt x="69532" y="13811"/>
                            </a:moveTo>
                            <a:cubicBezTo>
                              <a:pt x="66675" y="16478"/>
                              <a:pt x="61150" y="18955"/>
                              <a:pt x="54673" y="18860"/>
                            </a:cubicBezTo>
                            <a:cubicBezTo>
                              <a:pt x="48006" y="19145"/>
                              <a:pt x="40195" y="16859"/>
                              <a:pt x="32956" y="14002"/>
                            </a:cubicBezTo>
                            <a:cubicBezTo>
                              <a:pt x="21241" y="10096"/>
                              <a:pt x="9239" y="4381"/>
                              <a:pt x="0" y="0"/>
                            </a:cubicBezTo>
                            <a:cubicBezTo>
                              <a:pt x="10001" y="4858"/>
                              <a:pt x="21241" y="8763"/>
                              <a:pt x="32385" y="11621"/>
                            </a:cubicBezTo>
                            <a:cubicBezTo>
                              <a:pt x="35623" y="12478"/>
                              <a:pt x="38862" y="13430"/>
                              <a:pt x="42100" y="14288"/>
                            </a:cubicBezTo>
                            <a:cubicBezTo>
                              <a:pt x="45434" y="15145"/>
                              <a:pt x="48673" y="15812"/>
                              <a:pt x="52101" y="15907"/>
                            </a:cubicBezTo>
                            <a:cubicBezTo>
                              <a:pt x="58674" y="16669"/>
                              <a:pt x="64770" y="15335"/>
                              <a:pt x="69532" y="1381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74" name="Forme libre : forme 11473">
                        <a:extLst>
                          <a:ext uri="{FF2B5EF4-FFF2-40B4-BE49-F238E27FC236}">
                            <a16:creationId xmlns:a16="http://schemas.microsoft.com/office/drawing/2014/main" id="{94099412-6101-49D1-86B6-962E516DA4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6470" y="3043523"/>
                        <a:ext cx="68294" cy="24383"/>
                      </a:xfrm>
                      <a:custGeom>
                        <a:avLst/>
                        <a:gdLst>
                          <a:gd name="connsiteX0" fmla="*/ 68294 w 68294"/>
                          <a:gd name="connsiteY0" fmla="*/ 24384 h 24383"/>
                          <a:gd name="connsiteX1" fmla="*/ 0 w 68294"/>
                          <a:gd name="connsiteY1" fmla="*/ 0 h 24383"/>
                          <a:gd name="connsiteX2" fmla="*/ 68294 w 68294"/>
                          <a:gd name="connsiteY2" fmla="*/ 24384 h 24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294" h="24383">
                            <a:moveTo>
                              <a:pt x="68294" y="24384"/>
                            </a:moveTo>
                            <a:cubicBezTo>
                              <a:pt x="46672" y="8192"/>
                              <a:pt x="21241" y="1714"/>
                              <a:pt x="0" y="0"/>
                            </a:cubicBezTo>
                            <a:cubicBezTo>
                              <a:pt x="19907" y="571"/>
                              <a:pt x="47911" y="13240"/>
                              <a:pt x="68294" y="2438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75" name="Forme libre : forme 11474">
                        <a:extLst>
                          <a:ext uri="{FF2B5EF4-FFF2-40B4-BE49-F238E27FC236}">
                            <a16:creationId xmlns:a16="http://schemas.microsoft.com/office/drawing/2014/main" id="{EE1DDDB1-B279-487E-9899-E175AEED39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2254" y="3114216"/>
                        <a:ext cx="25752" cy="26263"/>
                      </a:xfrm>
                      <a:custGeom>
                        <a:avLst/>
                        <a:gdLst>
                          <a:gd name="connsiteX0" fmla="*/ 24705 w 25752"/>
                          <a:gd name="connsiteY0" fmla="*/ 26177 h 26263"/>
                          <a:gd name="connsiteX1" fmla="*/ 7941 w 25752"/>
                          <a:gd name="connsiteY1" fmla="*/ 13699 h 26263"/>
                          <a:gd name="connsiteX2" fmla="*/ 1273 w 25752"/>
                          <a:gd name="connsiteY2" fmla="*/ 78 h 26263"/>
                          <a:gd name="connsiteX3" fmla="*/ 16990 w 25752"/>
                          <a:gd name="connsiteY3" fmla="*/ 11889 h 26263"/>
                          <a:gd name="connsiteX4" fmla="*/ 24705 w 25752"/>
                          <a:gd name="connsiteY4" fmla="*/ 26177 h 262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752" h="26263">
                            <a:moveTo>
                              <a:pt x="24705" y="26177"/>
                            </a:moveTo>
                            <a:cubicBezTo>
                              <a:pt x="20609" y="27320"/>
                              <a:pt x="10989" y="16842"/>
                              <a:pt x="7941" y="13699"/>
                            </a:cubicBezTo>
                            <a:cubicBezTo>
                              <a:pt x="4988" y="10460"/>
                              <a:pt x="-3108" y="1126"/>
                              <a:pt x="1273" y="78"/>
                            </a:cubicBezTo>
                            <a:cubicBezTo>
                              <a:pt x="5655" y="-970"/>
                              <a:pt x="14227" y="8841"/>
                              <a:pt x="16990" y="11889"/>
                            </a:cubicBezTo>
                            <a:cubicBezTo>
                              <a:pt x="19752" y="14937"/>
                              <a:pt x="28801" y="25033"/>
                              <a:pt x="24705" y="2617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76" name="Forme libre : forme 11475">
                        <a:extLst>
                          <a:ext uri="{FF2B5EF4-FFF2-40B4-BE49-F238E27FC236}">
                            <a16:creationId xmlns:a16="http://schemas.microsoft.com/office/drawing/2014/main" id="{8CBC38E3-698B-4DB7-A149-37A6FB6E9C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4054" y="3136356"/>
                        <a:ext cx="7779" cy="7391"/>
                      </a:xfrm>
                      <a:custGeom>
                        <a:avLst/>
                        <a:gdLst>
                          <a:gd name="connsiteX0" fmla="*/ 7667 w 7779"/>
                          <a:gd name="connsiteY0" fmla="*/ 6989 h 7391"/>
                          <a:gd name="connsiteX1" fmla="*/ 3096 w 7779"/>
                          <a:gd name="connsiteY1" fmla="*/ 5179 h 7391"/>
                          <a:gd name="connsiteX2" fmla="*/ 143 w 7779"/>
                          <a:gd name="connsiteY2" fmla="*/ 416 h 7391"/>
                          <a:gd name="connsiteX3" fmla="*/ 4619 w 7779"/>
                          <a:gd name="connsiteY3" fmla="*/ 2131 h 7391"/>
                          <a:gd name="connsiteX4" fmla="*/ 7667 w 7779"/>
                          <a:gd name="connsiteY4" fmla="*/ 6989 h 7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79" h="7391">
                            <a:moveTo>
                              <a:pt x="7667" y="6989"/>
                            </a:moveTo>
                            <a:cubicBezTo>
                              <a:pt x="7001" y="8227"/>
                              <a:pt x="4333" y="6322"/>
                              <a:pt x="3096" y="5179"/>
                            </a:cubicBezTo>
                            <a:cubicBezTo>
                              <a:pt x="1857" y="4036"/>
                              <a:pt x="-619" y="1655"/>
                              <a:pt x="143" y="416"/>
                            </a:cubicBezTo>
                            <a:cubicBezTo>
                              <a:pt x="809" y="-822"/>
                              <a:pt x="3286" y="988"/>
                              <a:pt x="4619" y="2131"/>
                            </a:cubicBezTo>
                            <a:cubicBezTo>
                              <a:pt x="5858" y="3178"/>
                              <a:pt x="8334" y="5655"/>
                              <a:pt x="7667" y="698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77" name="Forme libre : forme 11476">
                        <a:extLst>
                          <a:ext uri="{FF2B5EF4-FFF2-40B4-BE49-F238E27FC236}">
                            <a16:creationId xmlns:a16="http://schemas.microsoft.com/office/drawing/2014/main" id="{070EC9CB-607D-423E-A181-268BA937D8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5475" y="3098138"/>
                        <a:ext cx="51545" cy="75876"/>
                      </a:xfrm>
                      <a:custGeom>
                        <a:avLst/>
                        <a:gdLst>
                          <a:gd name="connsiteX0" fmla="*/ 43964 w 51545"/>
                          <a:gd name="connsiteY0" fmla="*/ 50446 h 75876"/>
                          <a:gd name="connsiteX1" fmla="*/ 51394 w 51545"/>
                          <a:gd name="connsiteY1" fmla="*/ 71877 h 75876"/>
                          <a:gd name="connsiteX2" fmla="*/ 49679 w 51545"/>
                          <a:gd name="connsiteY2" fmla="*/ 75306 h 75876"/>
                          <a:gd name="connsiteX3" fmla="*/ 43678 w 51545"/>
                          <a:gd name="connsiteY3" fmla="*/ 74925 h 75876"/>
                          <a:gd name="connsiteX4" fmla="*/ 36439 w 51545"/>
                          <a:gd name="connsiteY4" fmla="*/ 66353 h 75876"/>
                          <a:gd name="connsiteX5" fmla="*/ 21580 w 51545"/>
                          <a:gd name="connsiteY5" fmla="*/ 36349 h 75876"/>
                          <a:gd name="connsiteX6" fmla="*/ 2340 w 51545"/>
                          <a:gd name="connsiteY6" fmla="*/ 59 h 75876"/>
                          <a:gd name="connsiteX7" fmla="*/ 36249 w 51545"/>
                          <a:gd name="connsiteY7" fmla="*/ 29015 h 75876"/>
                          <a:gd name="connsiteX8" fmla="*/ 43964 w 51545"/>
                          <a:gd name="connsiteY8" fmla="*/ 50446 h 75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1545" h="75876">
                            <a:moveTo>
                              <a:pt x="43964" y="50446"/>
                            </a:moveTo>
                            <a:cubicBezTo>
                              <a:pt x="46536" y="57875"/>
                              <a:pt x="48346" y="63019"/>
                              <a:pt x="51394" y="71877"/>
                            </a:cubicBezTo>
                            <a:cubicBezTo>
                              <a:pt x="51870" y="73306"/>
                              <a:pt x="51203" y="74639"/>
                              <a:pt x="49679" y="75306"/>
                            </a:cubicBezTo>
                            <a:cubicBezTo>
                              <a:pt x="48155" y="76163"/>
                              <a:pt x="45774" y="76068"/>
                              <a:pt x="43678" y="74925"/>
                            </a:cubicBezTo>
                            <a:cubicBezTo>
                              <a:pt x="39106" y="72925"/>
                              <a:pt x="37773" y="69496"/>
                              <a:pt x="36439" y="66353"/>
                            </a:cubicBezTo>
                            <a:cubicBezTo>
                              <a:pt x="32629" y="56447"/>
                              <a:pt x="27677" y="46636"/>
                              <a:pt x="21580" y="36349"/>
                            </a:cubicBezTo>
                            <a:cubicBezTo>
                              <a:pt x="17866" y="29872"/>
                              <a:pt x="-7757" y="1487"/>
                              <a:pt x="2340" y="59"/>
                            </a:cubicBezTo>
                            <a:cubicBezTo>
                              <a:pt x="12532" y="-1275"/>
                              <a:pt x="31201" y="20537"/>
                              <a:pt x="36249" y="29015"/>
                            </a:cubicBezTo>
                            <a:cubicBezTo>
                              <a:pt x="41297" y="37587"/>
                              <a:pt x="41107" y="43302"/>
                              <a:pt x="43964" y="5044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41" name="Graphique 1">
                      <a:extLst>
                        <a:ext uri="{FF2B5EF4-FFF2-40B4-BE49-F238E27FC236}">
                          <a16:creationId xmlns:a16="http://schemas.microsoft.com/office/drawing/2014/main" id="{7227B223-5E96-496E-849D-25BC8B1DE9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5899" y="3031475"/>
                      <a:ext cx="149950" cy="161869"/>
                      <a:chOff x="4645899" y="3031475"/>
                      <a:chExt cx="149950" cy="161869"/>
                    </a:xfrm>
                    <a:solidFill>
                      <a:schemeClr val="accent1"/>
                    </a:solidFill>
                  </p:grpSpPr>
                  <p:sp>
                    <p:nvSpPr>
                      <p:cNvPr id="11454" name="Forme libre : forme 11453">
                        <a:extLst>
                          <a:ext uri="{FF2B5EF4-FFF2-40B4-BE49-F238E27FC236}">
                            <a16:creationId xmlns:a16="http://schemas.microsoft.com/office/drawing/2014/main" id="{06F46081-5A46-4C05-B93C-20AE6335FD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5899" y="3031475"/>
                        <a:ext cx="149950" cy="161869"/>
                      </a:xfrm>
                      <a:custGeom>
                        <a:avLst/>
                        <a:gdLst>
                          <a:gd name="connsiteX0" fmla="*/ 134321 w 149950"/>
                          <a:gd name="connsiteY0" fmla="*/ 79198 h 161869"/>
                          <a:gd name="connsiteX1" fmla="*/ 113081 w 149950"/>
                          <a:gd name="connsiteY1" fmla="*/ 109393 h 161869"/>
                          <a:gd name="connsiteX2" fmla="*/ 86601 w 149950"/>
                          <a:gd name="connsiteY2" fmla="*/ 138539 h 161869"/>
                          <a:gd name="connsiteX3" fmla="*/ 43548 w 149950"/>
                          <a:gd name="connsiteY3" fmla="*/ 161018 h 161869"/>
                          <a:gd name="connsiteX4" fmla="*/ 4210 w 149950"/>
                          <a:gd name="connsiteY4" fmla="*/ 152731 h 161869"/>
                          <a:gd name="connsiteX5" fmla="*/ 114 w 149950"/>
                          <a:gd name="connsiteY5" fmla="*/ 141683 h 161869"/>
                          <a:gd name="connsiteX6" fmla="*/ 4305 w 149950"/>
                          <a:gd name="connsiteY6" fmla="*/ 131110 h 161869"/>
                          <a:gd name="connsiteX7" fmla="*/ 16592 w 149950"/>
                          <a:gd name="connsiteY7" fmla="*/ 108821 h 161869"/>
                          <a:gd name="connsiteX8" fmla="*/ 34309 w 149950"/>
                          <a:gd name="connsiteY8" fmla="*/ 84152 h 161869"/>
                          <a:gd name="connsiteX9" fmla="*/ 71075 w 149950"/>
                          <a:gd name="connsiteY9" fmla="*/ 38527 h 161869"/>
                          <a:gd name="connsiteX10" fmla="*/ 127844 w 149950"/>
                          <a:gd name="connsiteY10" fmla="*/ 713 h 161869"/>
                          <a:gd name="connsiteX11" fmla="*/ 147275 w 149950"/>
                          <a:gd name="connsiteY11" fmla="*/ 8999 h 161869"/>
                          <a:gd name="connsiteX12" fmla="*/ 134321 w 149950"/>
                          <a:gd name="connsiteY12" fmla="*/ 79198 h 1618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49950" h="161869">
                            <a:moveTo>
                              <a:pt x="134321" y="79198"/>
                            </a:moveTo>
                            <a:cubicBezTo>
                              <a:pt x="129845" y="86628"/>
                              <a:pt x="121844" y="98058"/>
                              <a:pt x="113081" y="109393"/>
                            </a:cubicBezTo>
                            <a:cubicBezTo>
                              <a:pt x="104127" y="120632"/>
                              <a:pt x="94126" y="131777"/>
                              <a:pt x="86601" y="138539"/>
                            </a:cubicBezTo>
                            <a:cubicBezTo>
                              <a:pt x="72695" y="151208"/>
                              <a:pt x="58026" y="158637"/>
                              <a:pt x="43548" y="161018"/>
                            </a:cubicBezTo>
                            <a:cubicBezTo>
                              <a:pt x="29166" y="163400"/>
                              <a:pt x="14878" y="160828"/>
                              <a:pt x="4210" y="152731"/>
                            </a:cubicBezTo>
                            <a:cubicBezTo>
                              <a:pt x="591" y="150350"/>
                              <a:pt x="-362" y="145493"/>
                              <a:pt x="114" y="141683"/>
                            </a:cubicBezTo>
                            <a:cubicBezTo>
                              <a:pt x="591" y="137682"/>
                              <a:pt x="2305" y="133967"/>
                              <a:pt x="4305" y="131110"/>
                            </a:cubicBezTo>
                            <a:cubicBezTo>
                              <a:pt x="10116" y="123395"/>
                              <a:pt x="12401" y="116251"/>
                              <a:pt x="16592" y="108821"/>
                            </a:cubicBezTo>
                            <a:cubicBezTo>
                              <a:pt x="20593" y="101392"/>
                              <a:pt x="25927" y="93772"/>
                              <a:pt x="34309" y="84152"/>
                            </a:cubicBezTo>
                            <a:cubicBezTo>
                              <a:pt x="43262" y="74341"/>
                              <a:pt x="61646" y="51100"/>
                              <a:pt x="71075" y="38527"/>
                            </a:cubicBezTo>
                            <a:cubicBezTo>
                              <a:pt x="88792" y="15286"/>
                              <a:pt x="106222" y="7189"/>
                              <a:pt x="127844" y="713"/>
                            </a:cubicBezTo>
                            <a:cubicBezTo>
                              <a:pt x="135274" y="-1573"/>
                              <a:pt x="145370" y="1760"/>
                              <a:pt x="147275" y="8999"/>
                            </a:cubicBezTo>
                            <a:cubicBezTo>
                              <a:pt x="152419" y="29954"/>
                              <a:pt x="151181" y="51386"/>
                              <a:pt x="134321" y="7919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55" name="Forme libre : forme 11454">
                        <a:extLst>
                          <a:ext uri="{FF2B5EF4-FFF2-40B4-BE49-F238E27FC236}">
                            <a16:creationId xmlns:a16="http://schemas.microsoft.com/office/drawing/2014/main" id="{CC7339D1-4FC8-4FB2-B561-92CD463A35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5918" y="3040094"/>
                        <a:ext cx="149581" cy="153048"/>
                      </a:xfrm>
                      <a:custGeom>
                        <a:avLst/>
                        <a:gdLst>
                          <a:gd name="connsiteX0" fmla="*/ 75152 w 149581"/>
                          <a:gd name="connsiteY0" fmla="*/ 102775 h 153048"/>
                          <a:gd name="connsiteX1" fmla="*/ 41053 w 149581"/>
                          <a:gd name="connsiteY1" fmla="*/ 132207 h 153048"/>
                          <a:gd name="connsiteX2" fmla="*/ 19717 w 149581"/>
                          <a:gd name="connsiteY2" fmla="*/ 139065 h 153048"/>
                          <a:gd name="connsiteX3" fmla="*/ 0 w 149581"/>
                          <a:gd name="connsiteY3" fmla="*/ 135064 h 153048"/>
                          <a:gd name="connsiteX4" fmla="*/ 4096 w 149581"/>
                          <a:gd name="connsiteY4" fmla="*/ 143923 h 153048"/>
                          <a:gd name="connsiteX5" fmla="*/ 16192 w 149581"/>
                          <a:gd name="connsiteY5" fmla="*/ 150209 h 153048"/>
                          <a:gd name="connsiteX6" fmla="*/ 58578 w 149581"/>
                          <a:gd name="connsiteY6" fmla="*/ 147923 h 153048"/>
                          <a:gd name="connsiteX7" fmla="*/ 86487 w 149581"/>
                          <a:gd name="connsiteY7" fmla="*/ 129826 h 153048"/>
                          <a:gd name="connsiteX8" fmla="*/ 95726 w 149581"/>
                          <a:gd name="connsiteY8" fmla="*/ 120777 h 153048"/>
                          <a:gd name="connsiteX9" fmla="*/ 131350 w 149581"/>
                          <a:gd name="connsiteY9" fmla="*/ 75152 h 153048"/>
                          <a:gd name="connsiteX10" fmla="*/ 134207 w 149581"/>
                          <a:gd name="connsiteY10" fmla="*/ 70580 h 153048"/>
                          <a:gd name="connsiteX11" fmla="*/ 146589 w 149581"/>
                          <a:gd name="connsiteY11" fmla="*/ 43148 h 153048"/>
                          <a:gd name="connsiteX12" fmla="*/ 148971 w 149581"/>
                          <a:gd name="connsiteY12" fmla="*/ 10382 h 153048"/>
                          <a:gd name="connsiteX13" fmla="*/ 146971 w 149581"/>
                          <a:gd name="connsiteY13" fmla="*/ 381 h 153048"/>
                          <a:gd name="connsiteX14" fmla="*/ 146780 w 149581"/>
                          <a:gd name="connsiteY14" fmla="*/ 0 h 153048"/>
                          <a:gd name="connsiteX15" fmla="*/ 75152 w 149581"/>
                          <a:gd name="connsiteY15" fmla="*/ 102775 h 1530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49581" h="153048">
                            <a:moveTo>
                              <a:pt x="75152" y="102775"/>
                            </a:moveTo>
                            <a:cubicBezTo>
                              <a:pt x="65913" y="114014"/>
                              <a:pt x="54578" y="125063"/>
                              <a:pt x="41053" y="132207"/>
                            </a:cubicBezTo>
                            <a:cubicBezTo>
                              <a:pt x="34385" y="135826"/>
                              <a:pt x="26861" y="138208"/>
                              <a:pt x="19717" y="139065"/>
                            </a:cubicBezTo>
                            <a:cubicBezTo>
                              <a:pt x="12382" y="139541"/>
                              <a:pt x="5334" y="138398"/>
                              <a:pt x="0" y="135064"/>
                            </a:cubicBezTo>
                            <a:cubicBezTo>
                              <a:pt x="0" y="138303"/>
                              <a:pt x="1143" y="141922"/>
                              <a:pt x="4096" y="143923"/>
                            </a:cubicBezTo>
                            <a:cubicBezTo>
                              <a:pt x="7620" y="146399"/>
                              <a:pt x="11906" y="148971"/>
                              <a:pt x="16192" y="150209"/>
                            </a:cubicBezTo>
                            <a:cubicBezTo>
                              <a:pt x="29051" y="154686"/>
                              <a:pt x="44196" y="153829"/>
                              <a:pt x="58578" y="147923"/>
                            </a:cubicBezTo>
                            <a:cubicBezTo>
                              <a:pt x="68103" y="144113"/>
                              <a:pt x="77343" y="138113"/>
                              <a:pt x="86487" y="129826"/>
                            </a:cubicBezTo>
                            <a:cubicBezTo>
                              <a:pt x="89154" y="127349"/>
                              <a:pt x="92487" y="124206"/>
                              <a:pt x="95726" y="120777"/>
                            </a:cubicBezTo>
                            <a:cubicBezTo>
                              <a:pt x="108680" y="107251"/>
                              <a:pt x="123158" y="87821"/>
                              <a:pt x="131350" y="75152"/>
                            </a:cubicBezTo>
                            <a:cubicBezTo>
                              <a:pt x="132397" y="73533"/>
                              <a:pt x="133350" y="71914"/>
                              <a:pt x="134207" y="70580"/>
                            </a:cubicBezTo>
                            <a:cubicBezTo>
                              <a:pt x="140208" y="60769"/>
                              <a:pt x="144113" y="51625"/>
                              <a:pt x="146589" y="43148"/>
                            </a:cubicBezTo>
                            <a:cubicBezTo>
                              <a:pt x="149828" y="31432"/>
                              <a:pt x="150114" y="20764"/>
                              <a:pt x="148971" y="10382"/>
                            </a:cubicBezTo>
                            <a:cubicBezTo>
                              <a:pt x="148494" y="7048"/>
                              <a:pt x="147828" y="3715"/>
                              <a:pt x="146971" y="381"/>
                            </a:cubicBezTo>
                            <a:lnTo>
                              <a:pt x="146780" y="0"/>
                            </a:lnTo>
                            <a:cubicBezTo>
                              <a:pt x="124873" y="34861"/>
                              <a:pt x="101346" y="70294"/>
                              <a:pt x="75152" y="10277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56" name="Forme libre : forme 11455">
                        <a:extLst>
                          <a:ext uri="{FF2B5EF4-FFF2-40B4-BE49-F238E27FC236}">
                            <a16:creationId xmlns:a16="http://schemas.microsoft.com/office/drawing/2014/main" id="{FBF33004-A99D-4ED8-A9A9-DB58929CFA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06027" y="3066481"/>
                        <a:ext cx="62576" cy="77560"/>
                      </a:xfrm>
                      <a:custGeom>
                        <a:avLst/>
                        <a:gdLst>
                          <a:gd name="connsiteX0" fmla="*/ 60286 w 62576"/>
                          <a:gd name="connsiteY0" fmla="*/ 568 h 77560"/>
                          <a:gd name="connsiteX1" fmla="*/ 41998 w 62576"/>
                          <a:gd name="connsiteY1" fmla="*/ 48955 h 77560"/>
                          <a:gd name="connsiteX2" fmla="*/ 22377 w 62576"/>
                          <a:gd name="connsiteY2" fmla="*/ 69529 h 77560"/>
                          <a:gd name="connsiteX3" fmla="*/ 1708 w 62576"/>
                          <a:gd name="connsiteY3" fmla="*/ 76102 h 77560"/>
                          <a:gd name="connsiteX4" fmla="*/ 6470 w 62576"/>
                          <a:gd name="connsiteY4" fmla="*/ 56099 h 77560"/>
                          <a:gd name="connsiteX5" fmla="*/ 21996 w 62576"/>
                          <a:gd name="connsiteY5" fmla="*/ 34382 h 77560"/>
                          <a:gd name="connsiteX6" fmla="*/ 60286 w 62576"/>
                          <a:gd name="connsiteY6" fmla="*/ 568 h 775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2576" h="77560">
                            <a:moveTo>
                              <a:pt x="60286" y="568"/>
                            </a:moveTo>
                            <a:cubicBezTo>
                              <a:pt x="69145" y="5712"/>
                              <a:pt x="50000" y="38668"/>
                              <a:pt x="41998" y="48955"/>
                            </a:cubicBezTo>
                            <a:cubicBezTo>
                              <a:pt x="38189" y="54194"/>
                              <a:pt x="30473" y="63052"/>
                              <a:pt x="22377" y="69529"/>
                            </a:cubicBezTo>
                            <a:cubicBezTo>
                              <a:pt x="14185" y="76006"/>
                              <a:pt x="5803" y="79816"/>
                              <a:pt x="1708" y="76102"/>
                            </a:cubicBezTo>
                            <a:cubicBezTo>
                              <a:pt x="-2293" y="72387"/>
                              <a:pt x="1326" y="64481"/>
                              <a:pt x="6470" y="56099"/>
                            </a:cubicBezTo>
                            <a:cubicBezTo>
                              <a:pt x="11613" y="47812"/>
                              <a:pt x="18376" y="38859"/>
                              <a:pt x="21996" y="34382"/>
                            </a:cubicBezTo>
                            <a:cubicBezTo>
                              <a:pt x="29425" y="25524"/>
                              <a:pt x="51619" y="-4480"/>
                              <a:pt x="60286" y="56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57" name="Forme libre : forme 11456">
                        <a:extLst>
                          <a:ext uri="{FF2B5EF4-FFF2-40B4-BE49-F238E27FC236}">
                            <a16:creationId xmlns:a16="http://schemas.microsoft.com/office/drawing/2014/main" id="{3847B534-5AA0-4F9E-B17C-8958B80690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05466" y="3097149"/>
                        <a:ext cx="53704" cy="46651"/>
                      </a:xfrm>
                      <a:custGeom>
                        <a:avLst/>
                        <a:gdLst>
                          <a:gd name="connsiteX0" fmla="*/ 8270 w 53704"/>
                          <a:gd name="connsiteY0" fmla="*/ 24098 h 46651"/>
                          <a:gd name="connsiteX1" fmla="*/ 1984 w 53704"/>
                          <a:gd name="connsiteY1" fmla="*/ 35909 h 46651"/>
                          <a:gd name="connsiteX2" fmla="*/ 1984 w 53704"/>
                          <a:gd name="connsiteY2" fmla="*/ 45720 h 46651"/>
                          <a:gd name="connsiteX3" fmla="*/ 42941 w 53704"/>
                          <a:gd name="connsiteY3" fmla="*/ 17812 h 46651"/>
                          <a:gd name="connsiteX4" fmla="*/ 53704 w 53704"/>
                          <a:gd name="connsiteY4" fmla="*/ 0 h 46651"/>
                          <a:gd name="connsiteX5" fmla="*/ 46751 w 53704"/>
                          <a:gd name="connsiteY5" fmla="*/ 8668 h 46651"/>
                          <a:gd name="connsiteX6" fmla="*/ 8270 w 53704"/>
                          <a:gd name="connsiteY6" fmla="*/ 24098 h 466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3704" h="46651">
                            <a:moveTo>
                              <a:pt x="8270" y="24098"/>
                            </a:moveTo>
                            <a:cubicBezTo>
                              <a:pt x="7032" y="26861"/>
                              <a:pt x="3984" y="31623"/>
                              <a:pt x="1984" y="35909"/>
                            </a:cubicBezTo>
                            <a:cubicBezTo>
                              <a:pt x="-112" y="40100"/>
                              <a:pt x="-1159" y="44101"/>
                              <a:pt x="1984" y="45720"/>
                            </a:cubicBezTo>
                            <a:cubicBezTo>
                              <a:pt x="12651" y="51245"/>
                              <a:pt x="33416" y="30956"/>
                              <a:pt x="42941" y="17812"/>
                            </a:cubicBezTo>
                            <a:cubicBezTo>
                              <a:pt x="45799" y="14002"/>
                              <a:pt x="51514" y="4953"/>
                              <a:pt x="53704" y="0"/>
                            </a:cubicBezTo>
                            <a:cubicBezTo>
                              <a:pt x="51894" y="2477"/>
                              <a:pt x="48942" y="6667"/>
                              <a:pt x="46751" y="8668"/>
                            </a:cubicBezTo>
                            <a:cubicBezTo>
                              <a:pt x="34464" y="20003"/>
                              <a:pt x="17985" y="31337"/>
                              <a:pt x="8270" y="24098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58" name="Forme libre : forme 11457">
                        <a:extLst>
                          <a:ext uri="{FF2B5EF4-FFF2-40B4-BE49-F238E27FC236}">
                            <a16:creationId xmlns:a16="http://schemas.microsoft.com/office/drawing/2014/main" id="{F29E9B5B-2868-4BEF-B91D-CAE91A4942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11396" y="3062874"/>
                        <a:ext cx="61586" cy="79341"/>
                      </a:xfrm>
                      <a:custGeom>
                        <a:avLst/>
                        <a:gdLst>
                          <a:gd name="connsiteX0" fmla="*/ 59870 w 61586"/>
                          <a:gd name="connsiteY0" fmla="*/ 1128 h 79341"/>
                          <a:gd name="connsiteX1" fmla="*/ 41868 w 61586"/>
                          <a:gd name="connsiteY1" fmla="*/ 50562 h 79341"/>
                          <a:gd name="connsiteX2" fmla="*/ 22532 w 61586"/>
                          <a:gd name="connsiteY2" fmla="*/ 71422 h 79341"/>
                          <a:gd name="connsiteX3" fmla="*/ 1958 w 61586"/>
                          <a:gd name="connsiteY3" fmla="*/ 77994 h 79341"/>
                          <a:gd name="connsiteX4" fmla="*/ 6435 w 61586"/>
                          <a:gd name="connsiteY4" fmla="*/ 57897 h 79341"/>
                          <a:gd name="connsiteX5" fmla="*/ 21770 w 61586"/>
                          <a:gd name="connsiteY5" fmla="*/ 35894 h 79341"/>
                          <a:gd name="connsiteX6" fmla="*/ 59870 w 61586"/>
                          <a:gd name="connsiteY6" fmla="*/ 1128 h 793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1586" h="79341">
                            <a:moveTo>
                              <a:pt x="59870" y="1128"/>
                            </a:moveTo>
                            <a:cubicBezTo>
                              <a:pt x="67014" y="9034"/>
                              <a:pt x="50060" y="39133"/>
                              <a:pt x="41868" y="50562"/>
                            </a:cubicBezTo>
                            <a:cubicBezTo>
                              <a:pt x="37868" y="56373"/>
                              <a:pt x="30438" y="65136"/>
                              <a:pt x="22532" y="71422"/>
                            </a:cubicBezTo>
                            <a:cubicBezTo>
                              <a:pt x="14531" y="77709"/>
                              <a:pt x="6435" y="81519"/>
                              <a:pt x="1958" y="77994"/>
                            </a:cubicBezTo>
                            <a:cubicBezTo>
                              <a:pt x="-2423" y="74566"/>
                              <a:pt x="1197" y="66374"/>
                              <a:pt x="6435" y="57897"/>
                            </a:cubicBezTo>
                            <a:cubicBezTo>
                              <a:pt x="11674" y="49324"/>
                              <a:pt x="18532" y="40180"/>
                              <a:pt x="21770" y="35894"/>
                            </a:cubicBezTo>
                            <a:cubicBezTo>
                              <a:pt x="28533" y="27512"/>
                              <a:pt x="53013" y="-6588"/>
                              <a:pt x="59870" y="112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59" name="Forme libre : forme 11458">
                        <a:extLst>
                          <a:ext uri="{FF2B5EF4-FFF2-40B4-BE49-F238E27FC236}">
                            <a16:creationId xmlns:a16="http://schemas.microsoft.com/office/drawing/2014/main" id="{F5489A7C-8244-48DD-9996-D6123B4376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9558" y="3092400"/>
                        <a:ext cx="99595" cy="82499"/>
                      </a:xfrm>
                      <a:custGeom>
                        <a:avLst/>
                        <a:gdLst>
                          <a:gd name="connsiteX0" fmla="*/ 3411 w 99595"/>
                          <a:gd name="connsiteY0" fmla="*/ 78091 h 82499"/>
                          <a:gd name="connsiteX1" fmla="*/ 20747 w 99595"/>
                          <a:gd name="connsiteY1" fmla="*/ 81996 h 82499"/>
                          <a:gd name="connsiteX2" fmla="*/ 67800 w 99595"/>
                          <a:gd name="connsiteY2" fmla="*/ 61613 h 82499"/>
                          <a:gd name="connsiteX3" fmla="*/ 96661 w 99595"/>
                          <a:gd name="connsiteY3" fmla="*/ 21703 h 82499"/>
                          <a:gd name="connsiteX4" fmla="*/ 94946 w 99595"/>
                          <a:gd name="connsiteY4" fmla="*/ 82 h 82499"/>
                          <a:gd name="connsiteX5" fmla="*/ 81611 w 99595"/>
                          <a:gd name="connsiteY5" fmla="*/ 9035 h 82499"/>
                          <a:gd name="connsiteX6" fmla="*/ 45607 w 99595"/>
                          <a:gd name="connsiteY6" fmla="*/ 32276 h 82499"/>
                          <a:gd name="connsiteX7" fmla="*/ 9316 w 99595"/>
                          <a:gd name="connsiteY7" fmla="*/ 49897 h 82499"/>
                          <a:gd name="connsiteX8" fmla="*/ 554 w 99595"/>
                          <a:gd name="connsiteY8" fmla="*/ 64852 h 82499"/>
                          <a:gd name="connsiteX9" fmla="*/ 3411 w 99595"/>
                          <a:gd name="connsiteY9" fmla="*/ 78091 h 82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9595" h="82499">
                            <a:moveTo>
                              <a:pt x="3411" y="78091"/>
                            </a:moveTo>
                            <a:cubicBezTo>
                              <a:pt x="8364" y="82282"/>
                              <a:pt x="12079" y="83235"/>
                              <a:pt x="20747" y="81996"/>
                            </a:cubicBezTo>
                            <a:cubicBezTo>
                              <a:pt x="37606" y="79520"/>
                              <a:pt x="51989" y="75043"/>
                              <a:pt x="67800" y="61613"/>
                            </a:cubicBezTo>
                            <a:cubicBezTo>
                              <a:pt x="81040" y="50374"/>
                              <a:pt x="91803" y="34848"/>
                              <a:pt x="96661" y="21703"/>
                            </a:cubicBezTo>
                            <a:cubicBezTo>
                              <a:pt x="100375" y="11893"/>
                              <a:pt x="101328" y="1415"/>
                              <a:pt x="94946" y="82"/>
                            </a:cubicBezTo>
                            <a:cubicBezTo>
                              <a:pt x="90946" y="-776"/>
                              <a:pt x="86469" y="5320"/>
                              <a:pt x="81611" y="9035"/>
                            </a:cubicBezTo>
                            <a:cubicBezTo>
                              <a:pt x="70277" y="18084"/>
                              <a:pt x="59323" y="26752"/>
                              <a:pt x="45607" y="32276"/>
                            </a:cubicBezTo>
                            <a:cubicBezTo>
                              <a:pt x="33796" y="36943"/>
                              <a:pt x="19604" y="39229"/>
                              <a:pt x="9316" y="49897"/>
                            </a:cubicBezTo>
                            <a:cubicBezTo>
                              <a:pt x="4554" y="54660"/>
                              <a:pt x="1792" y="59994"/>
                              <a:pt x="554" y="64852"/>
                            </a:cubicBezTo>
                            <a:cubicBezTo>
                              <a:pt x="-589" y="69900"/>
                              <a:pt x="-113" y="75043"/>
                              <a:pt x="3411" y="7809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60" name="Forme libre : forme 11459">
                        <a:extLst>
                          <a:ext uri="{FF2B5EF4-FFF2-40B4-BE49-F238E27FC236}">
                            <a16:creationId xmlns:a16="http://schemas.microsoft.com/office/drawing/2014/main" id="{A2ABE170-D113-48A2-BCF7-1B9F36D57F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5467" y="3118008"/>
                        <a:ext cx="22880" cy="31778"/>
                      </a:xfrm>
                      <a:custGeom>
                        <a:avLst/>
                        <a:gdLst>
                          <a:gd name="connsiteX0" fmla="*/ 1122 w 22880"/>
                          <a:gd name="connsiteY0" fmla="*/ 26765 h 31778"/>
                          <a:gd name="connsiteX1" fmla="*/ 75 w 22880"/>
                          <a:gd name="connsiteY1" fmla="*/ 30861 h 31778"/>
                          <a:gd name="connsiteX2" fmla="*/ 3694 w 22880"/>
                          <a:gd name="connsiteY2" fmla="*/ 31052 h 31778"/>
                          <a:gd name="connsiteX3" fmla="*/ 8933 w 22880"/>
                          <a:gd name="connsiteY3" fmla="*/ 26575 h 31778"/>
                          <a:gd name="connsiteX4" fmla="*/ 19411 w 22880"/>
                          <a:gd name="connsiteY4" fmla="*/ 13240 h 31778"/>
                          <a:gd name="connsiteX5" fmla="*/ 22268 w 22880"/>
                          <a:gd name="connsiteY5" fmla="*/ 7715 h 31778"/>
                          <a:gd name="connsiteX6" fmla="*/ 13600 w 22880"/>
                          <a:gd name="connsiteY6" fmla="*/ 4763 h 31778"/>
                          <a:gd name="connsiteX7" fmla="*/ 1122 w 22880"/>
                          <a:gd name="connsiteY7" fmla="*/ 26765 h 317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880" h="31778">
                            <a:moveTo>
                              <a:pt x="1122" y="26765"/>
                            </a:moveTo>
                            <a:cubicBezTo>
                              <a:pt x="361" y="28385"/>
                              <a:pt x="-211" y="29623"/>
                              <a:pt x="75" y="30861"/>
                            </a:cubicBezTo>
                            <a:cubicBezTo>
                              <a:pt x="361" y="32195"/>
                              <a:pt x="1980" y="31909"/>
                              <a:pt x="3694" y="31052"/>
                            </a:cubicBezTo>
                            <a:cubicBezTo>
                              <a:pt x="5409" y="30194"/>
                              <a:pt x="7409" y="28194"/>
                              <a:pt x="8933" y="26575"/>
                            </a:cubicBezTo>
                            <a:cubicBezTo>
                              <a:pt x="12743" y="22574"/>
                              <a:pt x="16458" y="17717"/>
                              <a:pt x="19411" y="13240"/>
                            </a:cubicBezTo>
                            <a:cubicBezTo>
                              <a:pt x="20649" y="11335"/>
                              <a:pt x="21697" y="9525"/>
                              <a:pt x="22268" y="7715"/>
                            </a:cubicBezTo>
                            <a:cubicBezTo>
                              <a:pt x="24554" y="0"/>
                              <a:pt x="20172" y="-3524"/>
                              <a:pt x="13600" y="4763"/>
                            </a:cubicBezTo>
                            <a:cubicBezTo>
                              <a:pt x="8552" y="10954"/>
                              <a:pt x="4266" y="19907"/>
                              <a:pt x="1122" y="2676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61" name="Forme libre : forme 11460">
                        <a:extLst>
                          <a:ext uri="{FF2B5EF4-FFF2-40B4-BE49-F238E27FC236}">
                            <a16:creationId xmlns:a16="http://schemas.microsoft.com/office/drawing/2014/main" id="{D648E10D-8EF9-4BB6-AD85-06EA093EC5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0220" y="3041332"/>
                        <a:ext cx="11879" cy="66389"/>
                      </a:xfrm>
                      <a:custGeom>
                        <a:avLst/>
                        <a:gdLst>
                          <a:gd name="connsiteX0" fmla="*/ 8954 w 11879"/>
                          <a:gd name="connsiteY0" fmla="*/ 0 h 66389"/>
                          <a:gd name="connsiteX1" fmla="*/ 0 w 11879"/>
                          <a:gd name="connsiteY1" fmla="*/ 66389 h 66389"/>
                          <a:gd name="connsiteX2" fmla="*/ 8954 w 11879"/>
                          <a:gd name="connsiteY2" fmla="*/ 0 h 663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1879" h="66389">
                            <a:moveTo>
                              <a:pt x="8954" y="0"/>
                            </a:moveTo>
                            <a:cubicBezTo>
                              <a:pt x="16669" y="14478"/>
                              <a:pt x="7525" y="46292"/>
                              <a:pt x="0" y="66389"/>
                            </a:cubicBezTo>
                            <a:cubicBezTo>
                              <a:pt x="8096" y="44577"/>
                              <a:pt x="10096" y="18669"/>
                              <a:pt x="895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62" name="Forme libre : forme 11461">
                        <a:extLst>
                          <a:ext uri="{FF2B5EF4-FFF2-40B4-BE49-F238E27FC236}">
                            <a16:creationId xmlns:a16="http://schemas.microsoft.com/office/drawing/2014/main" id="{56667306-1ECF-4313-86D2-36F16790C1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1252" y="3115817"/>
                        <a:ext cx="31908" cy="48577"/>
                      </a:xfrm>
                      <a:custGeom>
                        <a:avLst/>
                        <a:gdLst>
                          <a:gd name="connsiteX0" fmla="*/ 31909 w 31908"/>
                          <a:gd name="connsiteY0" fmla="*/ 0 h 48577"/>
                          <a:gd name="connsiteX1" fmla="*/ 14668 w 31908"/>
                          <a:gd name="connsiteY1" fmla="*/ 26003 h 48577"/>
                          <a:gd name="connsiteX2" fmla="*/ 0 w 31908"/>
                          <a:gd name="connsiteY2" fmla="*/ 48578 h 48577"/>
                          <a:gd name="connsiteX3" fmla="*/ 15811 w 31908"/>
                          <a:gd name="connsiteY3" fmla="*/ 26575 h 48577"/>
                          <a:gd name="connsiteX4" fmla="*/ 31909 w 31908"/>
                          <a:gd name="connsiteY4" fmla="*/ 0 h 48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908" h="48577">
                            <a:moveTo>
                              <a:pt x="31909" y="0"/>
                            </a:moveTo>
                            <a:cubicBezTo>
                              <a:pt x="24574" y="8763"/>
                              <a:pt x="19240" y="17812"/>
                              <a:pt x="14668" y="26003"/>
                            </a:cubicBezTo>
                            <a:cubicBezTo>
                              <a:pt x="10001" y="34195"/>
                              <a:pt x="6191" y="42005"/>
                              <a:pt x="0" y="48578"/>
                            </a:cubicBezTo>
                            <a:cubicBezTo>
                              <a:pt x="5524" y="42196"/>
                              <a:pt x="10382" y="34957"/>
                              <a:pt x="15811" y="26575"/>
                            </a:cubicBezTo>
                            <a:cubicBezTo>
                              <a:pt x="21241" y="18193"/>
                              <a:pt x="26955" y="8668"/>
                              <a:pt x="3190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63" name="Forme libre : forme 11462">
                        <a:extLst>
                          <a:ext uri="{FF2B5EF4-FFF2-40B4-BE49-F238E27FC236}">
                            <a16:creationId xmlns:a16="http://schemas.microsoft.com/office/drawing/2014/main" id="{DA00632A-DCDE-4F09-9249-A56518DA75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27526" y="3082642"/>
                        <a:ext cx="24210" cy="27406"/>
                      </a:xfrm>
                      <a:custGeom>
                        <a:avLst/>
                        <a:gdLst>
                          <a:gd name="connsiteX0" fmla="*/ 24024 w 24210"/>
                          <a:gd name="connsiteY0" fmla="*/ 886 h 27406"/>
                          <a:gd name="connsiteX1" fmla="*/ 13260 w 24210"/>
                          <a:gd name="connsiteY1" fmla="*/ 18698 h 27406"/>
                          <a:gd name="connsiteX2" fmla="*/ 116 w 24210"/>
                          <a:gd name="connsiteY2" fmla="*/ 26223 h 27406"/>
                          <a:gd name="connsiteX3" fmla="*/ 10594 w 24210"/>
                          <a:gd name="connsiteY3" fmla="*/ 9935 h 27406"/>
                          <a:gd name="connsiteX4" fmla="*/ 24024 w 24210"/>
                          <a:gd name="connsiteY4" fmla="*/ 886 h 274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210" h="27406">
                            <a:moveTo>
                              <a:pt x="24024" y="886"/>
                            </a:moveTo>
                            <a:cubicBezTo>
                              <a:pt x="25643" y="4792"/>
                              <a:pt x="16308" y="15555"/>
                              <a:pt x="13260" y="18698"/>
                            </a:cubicBezTo>
                            <a:cubicBezTo>
                              <a:pt x="10403" y="22032"/>
                              <a:pt x="1449" y="30509"/>
                              <a:pt x="116" y="26223"/>
                            </a:cubicBezTo>
                            <a:cubicBezTo>
                              <a:pt x="-1123" y="22032"/>
                              <a:pt x="7926" y="12888"/>
                              <a:pt x="10594" y="9935"/>
                            </a:cubicBezTo>
                            <a:cubicBezTo>
                              <a:pt x="13546" y="7077"/>
                              <a:pt x="22404" y="-3019"/>
                              <a:pt x="24024" y="88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64" name="Forme libre : forme 11463">
                        <a:extLst>
                          <a:ext uri="{FF2B5EF4-FFF2-40B4-BE49-F238E27FC236}">
                            <a16:creationId xmlns:a16="http://schemas.microsoft.com/office/drawing/2014/main" id="{F8B67280-BA7E-48B7-9156-B7DE66EDB1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7788" y="3078423"/>
                        <a:ext cx="6648" cy="8399"/>
                      </a:xfrm>
                      <a:custGeom>
                        <a:avLst/>
                        <a:gdLst>
                          <a:gd name="connsiteX0" fmla="*/ 6143 w 6648"/>
                          <a:gd name="connsiteY0" fmla="*/ 56 h 8399"/>
                          <a:gd name="connsiteX1" fmla="*/ 4905 w 6648"/>
                          <a:gd name="connsiteY1" fmla="*/ 4819 h 8399"/>
                          <a:gd name="connsiteX2" fmla="*/ 523 w 6648"/>
                          <a:gd name="connsiteY2" fmla="*/ 8343 h 8399"/>
                          <a:gd name="connsiteX3" fmla="*/ 1666 w 6648"/>
                          <a:gd name="connsiteY3" fmla="*/ 3771 h 8399"/>
                          <a:gd name="connsiteX4" fmla="*/ 6143 w 6648"/>
                          <a:gd name="connsiteY4" fmla="*/ 56 h 8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648" h="8399">
                            <a:moveTo>
                              <a:pt x="6143" y="56"/>
                            </a:moveTo>
                            <a:cubicBezTo>
                              <a:pt x="7477" y="532"/>
                              <a:pt x="5857" y="3390"/>
                              <a:pt x="4905" y="4819"/>
                            </a:cubicBezTo>
                            <a:cubicBezTo>
                              <a:pt x="3952" y="6152"/>
                              <a:pt x="1762" y="8819"/>
                              <a:pt x="523" y="8343"/>
                            </a:cubicBezTo>
                            <a:cubicBezTo>
                              <a:pt x="-810" y="7771"/>
                              <a:pt x="714" y="5104"/>
                              <a:pt x="1666" y="3771"/>
                            </a:cubicBezTo>
                            <a:cubicBezTo>
                              <a:pt x="2619" y="2247"/>
                              <a:pt x="4809" y="-420"/>
                              <a:pt x="6143" y="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65" name="Forme libre : forme 11464">
                        <a:extLst>
                          <a:ext uri="{FF2B5EF4-FFF2-40B4-BE49-F238E27FC236}">
                            <a16:creationId xmlns:a16="http://schemas.microsoft.com/office/drawing/2014/main" id="{B363AE7A-62E5-4520-9DF4-AE793CA179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10825" y="3040453"/>
                        <a:ext cx="71331" cy="57286"/>
                      </a:xfrm>
                      <a:custGeom>
                        <a:avLst/>
                        <a:gdLst>
                          <a:gd name="connsiteX0" fmla="*/ 44535 w 71331"/>
                          <a:gd name="connsiteY0" fmla="*/ 9928 h 57286"/>
                          <a:gd name="connsiteX1" fmla="*/ 68348 w 71331"/>
                          <a:gd name="connsiteY1" fmla="*/ 22 h 57286"/>
                          <a:gd name="connsiteX2" fmla="*/ 69967 w 71331"/>
                          <a:gd name="connsiteY2" fmla="*/ 8214 h 57286"/>
                          <a:gd name="connsiteX3" fmla="*/ 61489 w 71331"/>
                          <a:gd name="connsiteY3" fmla="*/ 15262 h 57286"/>
                          <a:gd name="connsiteX4" fmla="*/ 33676 w 71331"/>
                          <a:gd name="connsiteY4" fmla="*/ 33740 h 57286"/>
                          <a:gd name="connsiteX5" fmla="*/ 15579 w 71331"/>
                          <a:gd name="connsiteY5" fmla="*/ 50028 h 57286"/>
                          <a:gd name="connsiteX6" fmla="*/ 148 w 71331"/>
                          <a:gd name="connsiteY6" fmla="*/ 55076 h 57286"/>
                          <a:gd name="connsiteX7" fmla="*/ 24628 w 71331"/>
                          <a:gd name="connsiteY7" fmla="*/ 20215 h 57286"/>
                          <a:gd name="connsiteX8" fmla="*/ 44535 w 71331"/>
                          <a:gd name="connsiteY8" fmla="*/ 9928 h 57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1331" h="57286">
                            <a:moveTo>
                              <a:pt x="44535" y="9928"/>
                            </a:moveTo>
                            <a:cubicBezTo>
                              <a:pt x="53489" y="4880"/>
                              <a:pt x="59775" y="974"/>
                              <a:pt x="68348" y="22"/>
                            </a:cubicBezTo>
                            <a:cubicBezTo>
                              <a:pt x="71491" y="-359"/>
                              <a:pt x="72348" y="4308"/>
                              <a:pt x="69967" y="8214"/>
                            </a:cubicBezTo>
                            <a:cubicBezTo>
                              <a:pt x="67585" y="12119"/>
                              <a:pt x="64633" y="13643"/>
                              <a:pt x="61489" y="15262"/>
                            </a:cubicBezTo>
                            <a:cubicBezTo>
                              <a:pt x="51869" y="20310"/>
                              <a:pt x="43106" y="26597"/>
                              <a:pt x="33676" y="33740"/>
                            </a:cubicBezTo>
                            <a:cubicBezTo>
                              <a:pt x="30724" y="35931"/>
                              <a:pt x="23008" y="44027"/>
                              <a:pt x="15579" y="50028"/>
                            </a:cubicBezTo>
                            <a:cubicBezTo>
                              <a:pt x="8245" y="56124"/>
                              <a:pt x="1196" y="59934"/>
                              <a:pt x="148" y="55076"/>
                            </a:cubicBezTo>
                            <a:cubicBezTo>
                              <a:pt x="-1852" y="45647"/>
                              <a:pt x="16912" y="26311"/>
                              <a:pt x="24628" y="20215"/>
                            </a:cubicBezTo>
                            <a:cubicBezTo>
                              <a:pt x="32247" y="14405"/>
                              <a:pt x="37867" y="13833"/>
                              <a:pt x="44535" y="992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42" name="Graphique 1">
                      <a:extLst>
                        <a:ext uri="{FF2B5EF4-FFF2-40B4-BE49-F238E27FC236}">
                          <a16:creationId xmlns:a16="http://schemas.microsoft.com/office/drawing/2014/main" id="{A567F4F0-B334-4EBB-896D-8767070283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78281" y="2855464"/>
                      <a:ext cx="125887" cy="180012"/>
                      <a:chOff x="4778281" y="2855464"/>
                      <a:chExt cx="125887" cy="180012"/>
                    </a:xfrm>
                    <a:solidFill>
                      <a:schemeClr val="accent1"/>
                    </a:solidFill>
                  </p:grpSpPr>
                  <p:sp>
                    <p:nvSpPr>
                      <p:cNvPr id="11442" name="Forme libre : forme 11441">
                        <a:extLst>
                          <a:ext uri="{FF2B5EF4-FFF2-40B4-BE49-F238E27FC236}">
                            <a16:creationId xmlns:a16="http://schemas.microsoft.com/office/drawing/2014/main" id="{DAD53026-AD43-4B8F-8CC2-D19AE0B8F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8281" y="2855464"/>
                        <a:ext cx="125887" cy="180012"/>
                      </a:xfrm>
                      <a:custGeom>
                        <a:avLst/>
                        <a:gdLst>
                          <a:gd name="connsiteX0" fmla="*/ 113382 w 125887"/>
                          <a:gd name="connsiteY0" fmla="*/ 78045 h 180012"/>
                          <a:gd name="connsiteX1" fmla="*/ 77949 w 125887"/>
                          <a:gd name="connsiteY1" fmla="*/ 138243 h 180012"/>
                          <a:gd name="connsiteX2" fmla="*/ 18799 w 125887"/>
                          <a:gd name="connsiteY2" fmla="*/ 179677 h 180012"/>
                          <a:gd name="connsiteX3" fmla="*/ 1177 w 125887"/>
                          <a:gd name="connsiteY3" fmla="*/ 167294 h 180012"/>
                          <a:gd name="connsiteX4" fmla="*/ 14132 w 125887"/>
                          <a:gd name="connsiteY4" fmla="*/ 97952 h 180012"/>
                          <a:gd name="connsiteX5" fmla="*/ 46993 w 125887"/>
                          <a:gd name="connsiteY5" fmla="*/ 42326 h 180012"/>
                          <a:gd name="connsiteX6" fmla="*/ 103381 w 125887"/>
                          <a:gd name="connsiteY6" fmla="*/ 702 h 180012"/>
                          <a:gd name="connsiteX7" fmla="*/ 122812 w 125887"/>
                          <a:gd name="connsiteY7" fmla="*/ 9084 h 180012"/>
                          <a:gd name="connsiteX8" fmla="*/ 113382 w 125887"/>
                          <a:gd name="connsiteY8" fmla="*/ 78045 h 180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5887" h="180012">
                            <a:moveTo>
                              <a:pt x="113382" y="78045"/>
                            </a:moveTo>
                            <a:cubicBezTo>
                              <a:pt x="105952" y="92713"/>
                              <a:pt x="87760" y="123765"/>
                              <a:pt x="77949" y="138243"/>
                            </a:cubicBezTo>
                            <a:cubicBezTo>
                              <a:pt x="59661" y="165199"/>
                              <a:pt x="41469" y="174057"/>
                              <a:pt x="18799" y="179677"/>
                            </a:cubicBezTo>
                            <a:cubicBezTo>
                              <a:pt x="10988" y="181582"/>
                              <a:pt x="2130" y="175105"/>
                              <a:pt x="1177" y="167294"/>
                            </a:cubicBezTo>
                            <a:cubicBezTo>
                              <a:pt x="-1775" y="144720"/>
                              <a:pt x="225" y="124336"/>
                              <a:pt x="14132" y="97952"/>
                            </a:cubicBezTo>
                            <a:cubicBezTo>
                              <a:pt x="21561" y="83855"/>
                              <a:pt x="37944" y="56233"/>
                              <a:pt x="46993" y="42326"/>
                            </a:cubicBezTo>
                            <a:cubicBezTo>
                              <a:pt x="63852" y="16323"/>
                              <a:pt x="81759" y="7369"/>
                              <a:pt x="103381" y="702"/>
                            </a:cubicBezTo>
                            <a:cubicBezTo>
                              <a:pt x="110906" y="-1584"/>
                              <a:pt x="120907" y="1845"/>
                              <a:pt x="122812" y="9084"/>
                            </a:cubicBezTo>
                            <a:cubicBezTo>
                              <a:pt x="128241" y="29944"/>
                              <a:pt x="127288" y="50613"/>
                              <a:pt x="113382" y="7804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43" name="Forme libre : forme 11442">
                        <a:extLst>
                          <a:ext uri="{FF2B5EF4-FFF2-40B4-BE49-F238E27FC236}">
                            <a16:creationId xmlns:a16="http://schemas.microsoft.com/office/drawing/2014/main" id="{2A7008D4-78CA-4085-83F9-EC7737A046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7459" y="2863976"/>
                        <a:ext cx="116385" cy="171385"/>
                      </a:xfrm>
                      <a:custGeom>
                        <a:avLst/>
                        <a:gdLst>
                          <a:gd name="connsiteX0" fmla="*/ 51054 w 116385"/>
                          <a:gd name="connsiteY0" fmla="*/ 106680 h 171385"/>
                          <a:gd name="connsiteX1" fmla="*/ 0 w 116385"/>
                          <a:gd name="connsiteY1" fmla="*/ 169640 h 171385"/>
                          <a:gd name="connsiteX2" fmla="*/ 9525 w 116385"/>
                          <a:gd name="connsiteY2" fmla="*/ 171069 h 171385"/>
                          <a:gd name="connsiteX3" fmla="*/ 20860 w 116385"/>
                          <a:gd name="connsiteY3" fmla="*/ 167830 h 171385"/>
                          <a:gd name="connsiteX4" fmla="*/ 50578 w 116385"/>
                          <a:gd name="connsiteY4" fmla="*/ 150781 h 171385"/>
                          <a:gd name="connsiteX5" fmla="*/ 68580 w 116385"/>
                          <a:gd name="connsiteY5" fmla="*/ 129730 h 171385"/>
                          <a:gd name="connsiteX6" fmla="*/ 74771 w 116385"/>
                          <a:gd name="connsiteY6" fmla="*/ 120205 h 171385"/>
                          <a:gd name="connsiteX7" fmla="*/ 101632 w 116385"/>
                          <a:gd name="connsiteY7" fmla="*/ 74104 h 171385"/>
                          <a:gd name="connsiteX8" fmla="*/ 104013 w 116385"/>
                          <a:gd name="connsiteY8" fmla="*/ 69533 h 171385"/>
                          <a:gd name="connsiteX9" fmla="*/ 114205 w 116385"/>
                          <a:gd name="connsiteY9" fmla="*/ 42577 h 171385"/>
                          <a:gd name="connsiteX10" fmla="*/ 115538 w 116385"/>
                          <a:gd name="connsiteY10" fmla="*/ 10382 h 171385"/>
                          <a:gd name="connsiteX11" fmla="*/ 113538 w 116385"/>
                          <a:gd name="connsiteY11" fmla="*/ 381 h 171385"/>
                          <a:gd name="connsiteX12" fmla="*/ 113347 w 116385"/>
                          <a:gd name="connsiteY12" fmla="*/ 0 h 171385"/>
                          <a:gd name="connsiteX13" fmla="*/ 51054 w 116385"/>
                          <a:gd name="connsiteY13" fmla="*/ 106680 h 1713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16385" h="171385">
                            <a:moveTo>
                              <a:pt x="51054" y="106680"/>
                            </a:moveTo>
                            <a:cubicBezTo>
                              <a:pt x="38005" y="131636"/>
                              <a:pt x="21241" y="157353"/>
                              <a:pt x="0" y="169640"/>
                            </a:cubicBezTo>
                            <a:cubicBezTo>
                              <a:pt x="2953" y="171164"/>
                              <a:pt x="6286" y="171831"/>
                              <a:pt x="9525" y="171069"/>
                            </a:cubicBezTo>
                            <a:cubicBezTo>
                              <a:pt x="13430" y="170117"/>
                              <a:pt x="17240" y="169069"/>
                              <a:pt x="20860" y="167830"/>
                            </a:cubicBezTo>
                            <a:cubicBezTo>
                              <a:pt x="31337" y="164211"/>
                              <a:pt x="41148" y="159163"/>
                              <a:pt x="50578" y="150781"/>
                            </a:cubicBezTo>
                            <a:cubicBezTo>
                              <a:pt x="56674" y="145352"/>
                              <a:pt x="62675" y="138494"/>
                              <a:pt x="68580" y="129730"/>
                            </a:cubicBezTo>
                            <a:cubicBezTo>
                              <a:pt x="70295" y="127063"/>
                              <a:pt x="72390" y="123825"/>
                              <a:pt x="74771" y="120205"/>
                            </a:cubicBezTo>
                            <a:cubicBezTo>
                              <a:pt x="83534" y="106109"/>
                              <a:pt x="94869" y="86678"/>
                              <a:pt x="101632" y="74104"/>
                            </a:cubicBezTo>
                            <a:cubicBezTo>
                              <a:pt x="102489" y="72485"/>
                              <a:pt x="103251" y="70961"/>
                              <a:pt x="104013" y="69533"/>
                            </a:cubicBezTo>
                            <a:cubicBezTo>
                              <a:pt x="108966" y="59817"/>
                              <a:pt x="112204" y="50863"/>
                              <a:pt x="114205" y="42577"/>
                            </a:cubicBezTo>
                            <a:cubicBezTo>
                              <a:pt x="116777" y="31147"/>
                              <a:pt x="116872" y="20669"/>
                              <a:pt x="115538" y="10382"/>
                            </a:cubicBezTo>
                            <a:cubicBezTo>
                              <a:pt x="115062" y="7049"/>
                              <a:pt x="114395" y="3715"/>
                              <a:pt x="113538" y="381"/>
                            </a:cubicBezTo>
                            <a:lnTo>
                              <a:pt x="113347" y="0"/>
                            </a:lnTo>
                            <a:cubicBezTo>
                              <a:pt x="91726" y="34671"/>
                              <a:pt x="69818" y="70866"/>
                              <a:pt x="51054" y="10668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44" name="Forme libre : forme 11443">
                        <a:extLst>
                          <a:ext uri="{FF2B5EF4-FFF2-40B4-BE49-F238E27FC236}">
                            <a16:creationId xmlns:a16="http://schemas.microsoft.com/office/drawing/2014/main" id="{6FEDD6F8-A445-4E09-866A-BEA68269B6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2625" y="2890792"/>
                        <a:ext cx="54773" cy="82934"/>
                      </a:xfrm>
                      <a:custGeom>
                        <a:avLst/>
                        <a:gdLst>
                          <a:gd name="connsiteX0" fmla="*/ 52274 w 54773"/>
                          <a:gd name="connsiteY0" fmla="*/ 521 h 82934"/>
                          <a:gd name="connsiteX1" fmla="*/ 37796 w 54773"/>
                          <a:gd name="connsiteY1" fmla="*/ 49575 h 82934"/>
                          <a:gd name="connsiteX2" fmla="*/ 2934 w 54773"/>
                          <a:gd name="connsiteY2" fmla="*/ 82246 h 82934"/>
                          <a:gd name="connsiteX3" fmla="*/ 16269 w 54773"/>
                          <a:gd name="connsiteY3" fmla="*/ 37288 h 82934"/>
                          <a:gd name="connsiteX4" fmla="*/ 52274 w 54773"/>
                          <a:gd name="connsiteY4" fmla="*/ 521 h 829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773" h="82934">
                            <a:moveTo>
                              <a:pt x="52274" y="521"/>
                            </a:moveTo>
                            <a:cubicBezTo>
                              <a:pt x="61132" y="5379"/>
                              <a:pt x="44082" y="38621"/>
                              <a:pt x="37796" y="49575"/>
                            </a:cubicBezTo>
                            <a:cubicBezTo>
                              <a:pt x="31509" y="60529"/>
                              <a:pt x="12555" y="87580"/>
                              <a:pt x="2934" y="82246"/>
                            </a:cubicBezTo>
                            <a:cubicBezTo>
                              <a:pt x="-6686" y="76912"/>
                              <a:pt x="9887" y="47289"/>
                              <a:pt x="16269" y="37288"/>
                            </a:cubicBezTo>
                            <a:cubicBezTo>
                              <a:pt x="22651" y="27287"/>
                              <a:pt x="43416" y="-4432"/>
                              <a:pt x="52274" y="52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45" name="Forme libre : forme 11444">
                        <a:extLst>
                          <a:ext uri="{FF2B5EF4-FFF2-40B4-BE49-F238E27FC236}">
                            <a16:creationId xmlns:a16="http://schemas.microsoft.com/office/drawing/2014/main" id="{05FCA056-488B-49EA-84DD-3B3B7E4C3F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2399" y="2921603"/>
                        <a:ext cx="47260" cy="52113"/>
                      </a:xfrm>
                      <a:custGeom>
                        <a:avLst/>
                        <a:gdLst>
                          <a:gd name="connsiteX0" fmla="*/ 4874 w 47260"/>
                          <a:gd name="connsiteY0" fmla="*/ 29146 h 52113"/>
                          <a:gd name="connsiteX1" fmla="*/ 2969 w 47260"/>
                          <a:gd name="connsiteY1" fmla="*/ 51911 h 52113"/>
                          <a:gd name="connsiteX2" fmla="*/ 38403 w 47260"/>
                          <a:gd name="connsiteY2" fmla="*/ 18383 h 52113"/>
                          <a:gd name="connsiteX3" fmla="*/ 47261 w 47260"/>
                          <a:gd name="connsiteY3" fmla="*/ 0 h 52113"/>
                          <a:gd name="connsiteX4" fmla="*/ 41165 w 47260"/>
                          <a:gd name="connsiteY4" fmla="*/ 9049 h 52113"/>
                          <a:gd name="connsiteX5" fmla="*/ 4874 w 47260"/>
                          <a:gd name="connsiteY5" fmla="*/ 29146 h 521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7260" h="52113">
                            <a:moveTo>
                              <a:pt x="4874" y="29146"/>
                            </a:moveTo>
                            <a:cubicBezTo>
                              <a:pt x="3446" y="35242"/>
                              <a:pt x="-4079" y="50292"/>
                              <a:pt x="2969" y="51911"/>
                            </a:cubicBezTo>
                            <a:cubicBezTo>
                              <a:pt x="14304" y="54483"/>
                              <a:pt x="30211" y="32004"/>
                              <a:pt x="38403" y="18383"/>
                            </a:cubicBezTo>
                            <a:cubicBezTo>
                              <a:pt x="40784" y="14383"/>
                              <a:pt x="45356" y="5048"/>
                              <a:pt x="47261" y="0"/>
                            </a:cubicBezTo>
                            <a:cubicBezTo>
                              <a:pt x="45642" y="2572"/>
                              <a:pt x="43070" y="6858"/>
                              <a:pt x="41165" y="9049"/>
                            </a:cubicBezTo>
                            <a:cubicBezTo>
                              <a:pt x="30021" y="20955"/>
                              <a:pt x="15733" y="34480"/>
                              <a:pt x="4874" y="2914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46" name="Forme libre : forme 11445">
                        <a:extLst>
                          <a:ext uri="{FF2B5EF4-FFF2-40B4-BE49-F238E27FC236}">
                            <a16:creationId xmlns:a16="http://schemas.microsoft.com/office/drawing/2014/main" id="{719E7590-CF9D-4817-963B-DE6F4CD3D1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7518" y="2887059"/>
                        <a:ext cx="54154" cy="83715"/>
                      </a:xfrm>
                      <a:custGeom>
                        <a:avLst/>
                        <a:gdLst>
                          <a:gd name="connsiteX0" fmla="*/ 52239 w 54154"/>
                          <a:gd name="connsiteY0" fmla="*/ 1111 h 83715"/>
                          <a:gd name="connsiteX1" fmla="*/ 37856 w 54154"/>
                          <a:gd name="connsiteY1" fmla="*/ 50926 h 83715"/>
                          <a:gd name="connsiteX2" fmla="*/ 3090 w 54154"/>
                          <a:gd name="connsiteY2" fmla="*/ 83121 h 83715"/>
                          <a:gd name="connsiteX3" fmla="*/ 16329 w 54154"/>
                          <a:gd name="connsiteY3" fmla="*/ 38258 h 83715"/>
                          <a:gd name="connsiteX4" fmla="*/ 52239 w 54154"/>
                          <a:gd name="connsiteY4" fmla="*/ 1111 h 837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154" h="83715">
                            <a:moveTo>
                              <a:pt x="52239" y="1111"/>
                            </a:moveTo>
                            <a:cubicBezTo>
                              <a:pt x="59478" y="8826"/>
                              <a:pt x="44333" y="39020"/>
                              <a:pt x="37856" y="50926"/>
                            </a:cubicBezTo>
                            <a:cubicBezTo>
                              <a:pt x="31379" y="62833"/>
                              <a:pt x="13377" y="87883"/>
                              <a:pt x="3090" y="83121"/>
                            </a:cubicBezTo>
                            <a:cubicBezTo>
                              <a:pt x="-7102" y="78453"/>
                              <a:pt x="10710" y="47688"/>
                              <a:pt x="16329" y="38258"/>
                            </a:cubicBezTo>
                            <a:cubicBezTo>
                              <a:pt x="21949" y="28924"/>
                              <a:pt x="45000" y="-6700"/>
                              <a:pt x="52239" y="111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47" name="Forme libre : forme 11446">
                        <a:extLst>
                          <a:ext uri="{FF2B5EF4-FFF2-40B4-BE49-F238E27FC236}">
                            <a16:creationId xmlns:a16="http://schemas.microsoft.com/office/drawing/2014/main" id="{07146867-8622-4590-8181-88029C639B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3767" y="2916613"/>
                        <a:ext cx="86168" cy="95163"/>
                      </a:xfrm>
                      <a:custGeom>
                        <a:avLst/>
                        <a:gdLst>
                          <a:gd name="connsiteX0" fmla="*/ 9409 w 86168"/>
                          <a:gd name="connsiteY0" fmla="*/ 94715 h 95163"/>
                          <a:gd name="connsiteX1" fmla="*/ 26173 w 86168"/>
                          <a:gd name="connsiteY1" fmla="*/ 90810 h 95163"/>
                          <a:gd name="connsiteX2" fmla="*/ 62940 w 86168"/>
                          <a:gd name="connsiteY2" fmla="*/ 61854 h 95163"/>
                          <a:gd name="connsiteX3" fmla="*/ 84466 w 86168"/>
                          <a:gd name="connsiteY3" fmla="*/ 20992 h 95163"/>
                          <a:gd name="connsiteX4" fmla="*/ 80846 w 86168"/>
                          <a:gd name="connsiteY4" fmla="*/ 37 h 95163"/>
                          <a:gd name="connsiteX5" fmla="*/ 68368 w 86168"/>
                          <a:gd name="connsiteY5" fmla="*/ 9848 h 95163"/>
                          <a:gd name="connsiteX6" fmla="*/ 35602 w 86168"/>
                          <a:gd name="connsiteY6" fmla="*/ 37470 h 95163"/>
                          <a:gd name="connsiteX7" fmla="*/ 3503 w 86168"/>
                          <a:gd name="connsiteY7" fmla="*/ 65569 h 95163"/>
                          <a:gd name="connsiteX8" fmla="*/ 9409 w 86168"/>
                          <a:gd name="connsiteY8" fmla="*/ 94715 h 951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6168" h="95163">
                            <a:moveTo>
                              <a:pt x="9409" y="94715"/>
                            </a:moveTo>
                            <a:cubicBezTo>
                              <a:pt x="16076" y="95858"/>
                              <a:pt x="19029" y="94906"/>
                              <a:pt x="26173" y="90810"/>
                            </a:cubicBezTo>
                            <a:cubicBezTo>
                              <a:pt x="39793" y="83095"/>
                              <a:pt x="51033" y="76523"/>
                              <a:pt x="62940" y="61854"/>
                            </a:cubicBezTo>
                            <a:cubicBezTo>
                              <a:pt x="72846" y="49567"/>
                              <a:pt x="81037" y="33946"/>
                              <a:pt x="84466" y="20992"/>
                            </a:cubicBezTo>
                            <a:cubicBezTo>
                              <a:pt x="87038" y="11277"/>
                              <a:pt x="87324" y="989"/>
                              <a:pt x="80846" y="37"/>
                            </a:cubicBezTo>
                            <a:cubicBezTo>
                              <a:pt x="76846" y="-535"/>
                              <a:pt x="72846" y="5657"/>
                              <a:pt x="68368" y="9848"/>
                            </a:cubicBezTo>
                            <a:cubicBezTo>
                              <a:pt x="57891" y="19658"/>
                              <a:pt x="48366" y="29564"/>
                              <a:pt x="35602" y="37470"/>
                            </a:cubicBezTo>
                            <a:cubicBezTo>
                              <a:pt x="24840" y="44233"/>
                              <a:pt x="10838" y="50139"/>
                              <a:pt x="3503" y="65569"/>
                            </a:cubicBezTo>
                            <a:cubicBezTo>
                              <a:pt x="-3164" y="79285"/>
                              <a:pt x="170" y="93096"/>
                              <a:pt x="9409" y="9471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48" name="Forme libre : forme 11447">
                        <a:extLst>
                          <a:ext uri="{FF2B5EF4-FFF2-40B4-BE49-F238E27FC236}">
                            <a16:creationId xmlns:a16="http://schemas.microsoft.com/office/drawing/2014/main" id="{56EB22A5-92AE-441E-A87D-198EA28139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05339" y="2949025"/>
                        <a:ext cx="16911" cy="37303"/>
                      </a:xfrm>
                      <a:custGeom>
                        <a:avLst/>
                        <a:gdLst>
                          <a:gd name="connsiteX0" fmla="*/ 218 w 16911"/>
                          <a:gd name="connsiteY0" fmla="*/ 32300 h 37303"/>
                          <a:gd name="connsiteX1" fmla="*/ 504 w 16911"/>
                          <a:gd name="connsiteY1" fmla="*/ 36777 h 37303"/>
                          <a:gd name="connsiteX2" fmla="*/ 4028 w 16911"/>
                          <a:gd name="connsiteY2" fmla="*/ 35538 h 37303"/>
                          <a:gd name="connsiteX3" fmla="*/ 7838 w 16911"/>
                          <a:gd name="connsiteY3" fmla="*/ 29538 h 37303"/>
                          <a:gd name="connsiteX4" fmla="*/ 14982 w 16911"/>
                          <a:gd name="connsiteY4" fmla="*/ 13536 h 37303"/>
                          <a:gd name="connsiteX5" fmla="*/ 16792 w 16911"/>
                          <a:gd name="connsiteY5" fmla="*/ 7440 h 37303"/>
                          <a:gd name="connsiteX6" fmla="*/ 7648 w 16911"/>
                          <a:gd name="connsiteY6" fmla="*/ 6297 h 37303"/>
                          <a:gd name="connsiteX7" fmla="*/ 218 w 16911"/>
                          <a:gd name="connsiteY7" fmla="*/ 32300 h 37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6911" h="37303">
                            <a:moveTo>
                              <a:pt x="218" y="32300"/>
                            </a:moveTo>
                            <a:cubicBezTo>
                              <a:pt x="-68" y="34205"/>
                              <a:pt x="-163" y="35634"/>
                              <a:pt x="504" y="36777"/>
                            </a:cubicBezTo>
                            <a:cubicBezTo>
                              <a:pt x="1266" y="37920"/>
                              <a:pt x="2694" y="37062"/>
                              <a:pt x="4028" y="35538"/>
                            </a:cubicBezTo>
                            <a:cubicBezTo>
                              <a:pt x="5362" y="34110"/>
                              <a:pt x="6790" y="31538"/>
                              <a:pt x="7838" y="29538"/>
                            </a:cubicBezTo>
                            <a:cubicBezTo>
                              <a:pt x="10410" y="24394"/>
                              <a:pt x="13077" y="18774"/>
                              <a:pt x="14982" y="13536"/>
                            </a:cubicBezTo>
                            <a:cubicBezTo>
                              <a:pt x="15744" y="11345"/>
                              <a:pt x="16601" y="9345"/>
                              <a:pt x="16792" y="7440"/>
                            </a:cubicBezTo>
                            <a:cubicBezTo>
                              <a:pt x="17744" y="-752"/>
                              <a:pt x="12886" y="-3609"/>
                              <a:pt x="7648" y="6297"/>
                            </a:cubicBezTo>
                            <a:cubicBezTo>
                              <a:pt x="3647" y="14012"/>
                              <a:pt x="1266" y="24489"/>
                              <a:pt x="218" y="3230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49" name="Forme libre : forme 11448">
                        <a:extLst>
                          <a:ext uri="{FF2B5EF4-FFF2-40B4-BE49-F238E27FC236}">
                            <a16:creationId xmlns:a16="http://schemas.microsoft.com/office/drawing/2014/main" id="{3B8DED07-7744-488E-BBC6-52A2179A94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91377" y="2865310"/>
                        <a:ext cx="9001" cy="65341"/>
                      </a:xfrm>
                      <a:custGeom>
                        <a:avLst/>
                        <a:gdLst>
                          <a:gd name="connsiteX0" fmla="*/ 5905 w 9001"/>
                          <a:gd name="connsiteY0" fmla="*/ 0 h 65341"/>
                          <a:gd name="connsiteX1" fmla="*/ 0 w 9001"/>
                          <a:gd name="connsiteY1" fmla="*/ 65341 h 65341"/>
                          <a:gd name="connsiteX2" fmla="*/ 5905 w 9001"/>
                          <a:gd name="connsiteY2" fmla="*/ 0 h 653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001" h="65341">
                            <a:moveTo>
                              <a:pt x="5905" y="0"/>
                            </a:moveTo>
                            <a:cubicBezTo>
                              <a:pt x="13526" y="14478"/>
                              <a:pt x="5334" y="45720"/>
                              <a:pt x="0" y="65341"/>
                            </a:cubicBezTo>
                            <a:cubicBezTo>
                              <a:pt x="5811" y="44005"/>
                              <a:pt x="7048" y="18574"/>
                              <a:pt x="59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50" name="Forme libre : forme 11449">
                        <a:extLst>
                          <a:ext uri="{FF2B5EF4-FFF2-40B4-BE49-F238E27FC236}">
                            <a16:creationId xmlns:a16="http://schemas.microsoft.com/office/drawing/2014/main" id="{32C53AFE-726E-4BF1-A1CF-94E30155A7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1514" y="2952654"/>
                        <a:ext cx="14136" cy="70008"/>
                      </a:xfrm>
                      <a:custGeom>
                        <a:avLst/>
                        <a:gdLst>
                          <a:gd name="connsiteX0" fmla="*/ 14137 w 14136"/>
                          <a:gd name="connsiteY0" fmla="*/ 0 h 70008"/>
                          <a:gd name="connsiteX1" fmla="*/ 230 w 14136"/>
                          <a:gd name="connsiteY1" fmla="*/ 70009 h 70008"/>
                          <a:gd name="connsiteX2" fmla="*/ 14137 w 14136"/>
                          <a:gd name="connsiteY2" fmla="*/ 0 h 70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4136" h="70008">
                            <a:moveTo>
                              <a:pt x="14137" y="0"/>
                            </a:moveTo>
                            <a:cubicBezTo>
                              <a:pt x="2040" y="23527"/>
                              <a:pt x="-532" y="48863"/>
                              <a:pt x="230" y="70009"/>
                            </a:cubicBezTo>
                            <a:cubicBezTo>
                              <a:pt x="-1484" y="50387"/>
                              <a:pt x="6707" y="21527"/>
                              <a:pt x="1413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51" name="Forme libre : forme 11450">
                        <a:extLst>
                          <a:ext uri="{FF2B5EF4-FFF2-40B4-BE49-F238E27FC236}">
                            <a16:creationId xmlns:a16="http://schemas.microsoft.com/office/drawing/2014/main" id="{5C12A2D0-0C7B-415B-94A3-53732EB019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9395" y="2907742"/>
                        <a:ext cx="21943" cy="29525"/>
                      </a:xfrm>
                      <a:custGeom>
                        <a:avLst/>
                        <a:gdLst>
                          <a:gd name="connsiteX0" fmla="*/ 21692 w 21943"/>
                          <a:gd name="connsiteY0" fmla="*/ 811 h 29525"/>
                          <a:gd name="connsiteX1" fmla="*/ 12453 w 21943"/>
                          <a:gd name="connsiteY1" fmla="*/ 19480 h 29525"/>
                          <a:gd name="connsiteX2" fmla="*/ 261 w 21943"/>
                          <a:gd name="connsiteY2" fmla="*/ 28529 h 29525"/>
                          <a:gd name="connsiteX3" fmla="*/ 9119 w 21943"/>
                          <a:gd name="connsiteY3" fmla="*/ 11003 h 29525"/>
                          <a:gd name="connsiteX4" fmla="*/ 21692 w 21943"/>
                          <a:gd name="connsiteY4" fmla="*/ 811 h 2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943" h="29525">
                            <a:moveTo>
                              <a:pt x="21692" y="811"/>
                            </a:moveTo>
                            <a:cubicBezTo>
                              <a:pt x="23502" y="4621"/>
                              <a:pt x="15025" y="16051"/>
                              <a:pt x="12453" y="19480"/>
                            </a:cubicBezTo>
                            <a:cubicBezTo>
                              <a:pt x="9882" y="23004"/>
                              <a:pt x="2071" y="32625"/>
                              <a:pt x="261" y="28529"/>
                            </a:cubicBezTo>
                            <a:cubicBezTo>
                              <a:pt x="-1549" y="24433"/>
                              <a:pt x="6548" y="14241"/>
                              <a:pt x="9119" y="11003"/>
                            </a:cubicBezTo>
                            <a:cubicBezTo>
                              <a:pt x="11501" y="7669"/>
                              <a:pt x="19883" y="-2999"/>
                              <a:pt x="21692" y="81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52" name="Forme libre : forme 11451">
                        <a:extLst>
                          <a:ext uri="{FF2B5EF4-FFF2-40B4-BE49-F238E27FC236}">
                            <a16:creationId xmlns:a16="http://schemas.microsoft.com/office/drawing/2014/main" id="{D00BA8E0-45A8-4680-BC35-0F3B9B8173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57379" y="2903281"/>
                        <a:ext cx="6253" cy="8755"/>
                      </a:xfrm>
                      <a:custGeom>
                        <a:avLst/>
                        <a:gdLst>
                          <a:gd name="connsiteX0" fmla="*/ 5709 w 6253"/>
                          <a:gd name="connsiteY0" fmla="*/ 34 h 8755"/>
                          <a:gd name="connsiteX1" fmla="*/ 4756 w 6253"/>
                          <a:gd name="connsiteY1" fmla="*/ 4891 h 8755"/>
                          <a:gd name="connsiteX2" fmla="*/ 565 w 6253"/>
                          <a:gd name="connsiteY2" fmla="*/ 8701 h 8755"/>
                          <a:gd name="connsiteX3" fmla="*/ 1422 w 6253"/>
                          <a:gd name="connsiteY3" fmla="*/ 4034 h 8755"/>
                          <a:gd name="connsiteX4" fmla="*/ 5709 w 6253"/>
                          <a:gd name="connsiteY4" fmla="*/ 34 h 87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53" h="8755">
                            <a:moveTo>
                              <a:pt x="5709" y="34"/>
                            </a:moveTo>
                            <a:cubicBezTo>
                              <a:pt x="7042" y="415"/>
                              <a:pt x="5613" y="3367"/>
                              <a:pt x="4756" y="4891"/>
                            </a:cubicBezTo>
                            <a:cubicBezTo>
                              <a:pt x="3899" y="6416"/>
                              <a:pt x="1898" y="9178"/>
                              <a:pt x="565" y="8701"/>
                            </a:cubicBezTo>
                            <a:cubicBezTo>
                              <a:pt x="-768" y="8225"/>
                              <a:pt x="565" y="5463"/>
                              <a:pt x="1422" y="4034"/>
                            </a:cubicBezTo>
                            <a:cubicBezTo>
                              <a:pt x="2280" y="2605"/>
                              <a:pt x="4375" y="-347"/>
                              <a:pt x="5709" y="3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53" name="Forme libre : forme 11452">
                        <a:extLst>
                          <a:ext uri="{FF2B5EF4-FFF2-40B4-BE49-F238E27FC236}">
                            <a16:creationId xmlns:a16="http://schemas.microsoft.com/office/drawing/2014/main" id="{EB48F1A4-3823-460C-95A6-FD1A6BBFD1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0794" y="2864526"/>
                        <a:ext cx="69493" cy="62509"/>
                      </a:xfrm>
                      <a:custGeom>
                        <a:avLst/>
                        <a:gdLst>
                          <a:gd name="connsiteX0" fmla="*/ 42675 w 69493"/>
                          <a:gd name="connsiteY0" fmla="*/ 10499 h 62509"/>
                          <a:gd name="connsiteX1" fmla="*/ 66487 w 69493"/>
                          <a:gd name="connsiteY1" fmla="*/ 22 h 62509"/>
                          <a:gd name="connsiteX2" fmla="*/ 68202 w 69493"/>
                          <a:gd name="connsiteY2" fmla="*/ 8214 h 62509"/>
                          <a:gd name="connsiteX3" fmla="*/ 59820 w 69493"/>
                          <a:gd name="connsiteY3" fmla="*/ 15357 h 62509"/>
                          <a:gd name="connsiteX4" fmla="*/ 32578 w 69493"/>
                          <a:gd name="connsiteY4" fmla="*/ 35169 h 62509"/>
                          <a:gd name="connsiteX5" fmla="*/ 384 w 69493"/>
                          <a:gd name="connsiteY5" fmla="*/ 60601 h 62509"/>
                          <a:gd name="connsiteX6" fmla="*/ 22768 w 69493"/>
                          <a:gd name="connsiteY6" fmla="*/ 22120 h 62509"/>
                          <a:gd name="connsiteX7" fmla="*/ 42675 w 69493"/>
                          <a:gd name="connsiteY7" fmla="*/ 10499 h 625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9493" h="62509">
                            <a:moveTo>
                              <a:pt x="42675" y="10499"/>
                            </a:moveTo>
                            <a:cubicBezTo>
                              <a:pt x="51533" y="5070"/>
                              <a:pt x="57915" y="1070"/>
                              <a:pt x="66487" y="22"/>
                            </a:cubicBezTo>
                            <a:cubicBezTo>
                              <a:pt x="69631" y="-359"/>
                              <a:pt x="70488" y="4308"/>
                              <a:pt x="68202" y="8214"/>
                            </a:cubicBezTo>
                            <a:cubicBezTo>
                              <a:pt x="65916" y="12214"/>
                              <a:pt x="62868" y="13643"/>
                              <a:pt x="59820" y="15357"/>
                            </a:cubicBezTo>
                            <a:cubicBezTo>
                              <a:pt x="50295" y="20596"/>
                              <a:pt x="41723" y="27359"/>
                              <a:pt x="32578" y="35169"/>
                            </a:cubicBezTo>
                            <a:cubicBezTo>
                              <a:pt x="26864" y="40027"/>
                              <a:pt x="3527" y="70316"/>
                              <a:pt x="384" y="60601"/>
                            </a:cubicBezTo>
                            <a:cubicBezTo>
                              <a:pt x="-2854" y="50885"/>
                              <a:pt x="15243" y="28597"/>
                              <a:pt x="22768" y="22120"/>
                            </a:cubicBezTo>
                            <a:cubicBezTo>
                              <a:pt x="30388" y="15452"/>
                              <a:pt x="36103" y="14595"/>
                              <a:pt x="42675" y="1049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43" name="Graphique 1">
                      <a:extLst>
                        <a:ext uri="{FF2B5EF4-FFF2-40B4-BE49-F238E27FC236}">
                          <a16:creationId xmlns:a16="http://schemas.microsoft.com/office/drawing/2014/main" id="{A1459557-A2FB-40E5-9391-7409581AA2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87413" y="2706791"/>
                      <a:ext cx="157543" cy="152633"/>
                      <a:chOff x="4887413" y="2706791"/>
                      <a:chExt cx="157543" cy="152633"/>
                    </a:xfrm>
                    <a:solidFill>
                      <a:schemeClr val="accent1"/>
                    </a:solidFill>
                  </p:grpSpPr>
                  <p:sp>
                    <p:nvSpPr>
                      <p:cNvPr id="11430" name="Forme libre : forme 11429">
                        <a:extLst>
                          <a:ext uri="{FF2B5EF4-FFF2-40B4-BE49-F238E27FC236}">
                            <a16:creationId xmlns:a16="http://schemas.microsoft.com/office/drawing/2014/main" id="{21AC6F1D-B8B4-4C68-9945-B1B0AD08EC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7413" y="2706791"/>
                        <a:ext cx="157543" cy="152633"/>
                      </a:xfrm>
                      <a:custGeom>
                        <a:avLst/>
                        <a:gdLst>
                          <a:gd name="connsiteX0" fmla="*/ 123408 w 157543"/>
                          <a:gd name="connsiteY0" fmla="*/ 75366 h 152633"/>
                          <a:gd name="connsiteX1" fmla="*/ 100643 w 157543"/>
                          <a:gd name="connsiteY1" fmla="*/ 97178 h 152633"/>
                          <a:gd name="connsiteX2" fmla="*/ 78259 w 157543"/>
                          <a:gd name="connsiteY2" fmla="*/ 120038 h 152633"/>
                          <a:gd name="connsiteX3" fmla="*/ 17871 w 157543"/>
                          <a:gd name="connsiteY3" fmla="*/ 152328 h 152633"/>
                          <a:gd name="connsiteX4" fmla="*/ 344 w 157543"/>
                          <a:gd name="connsiteY4" fmla="*/ 139755 h 152633"/>
                          <a:gd name="connsiteX5" fmla="*/ 3202 w 157543"/>
                          <a:gd name="connsiteY5" fmla="*/ 105369 h 152633"/>
                          <a:gd name="connsiteX6" fmla="*/ 22728 w 157543"/>
                          <a:gd name="connsiteY6" fmla="*/ 68793 h 152633"/>
                          <a:gd name="connsiteX7" fmla="*/ 46350 w 157543"/>
                          <a:gd name="connsiteY7" fmla="*/ 42981 h 152633"/>
                          <a:gd name="connsiteX8" fmla="*/ 72925 w 157543"/>
                          <a:gd name="connsiteY8" fmla="*/ 19549 h 152633"/>
                          <a:gd name="connsiteX9" fmla="*/ 109882 w 157543"/>
                          <a:gd name="connsiteY9" fmla="*/ 1357 h 152633"/>
                          <a:gd name="connsiteX10" fmla="*/ 143886 w 157543"/>
                          <a:gd name="connsiteY10" fmla="*/ 1452 h 152633"/>
                          <a:gd name="connsiteX11" fmla="*/ 157317 w 157543"/>
                          <a:gd name="connsiteY11" fmla="*/ 17644 h 152633"/>
                          <a:gd name="connsiteX12" fmla="*/ 146458 w 157543"/>
                          <a:gd name="connsiteY12" fmla="*/ 47267 h 152633"/>
                          <a:gd name="connsiteX13" fmla="*/ 123408 w 157543"/>
                          <a:gd name="connsiteY13" fmla="*/ 75366 h 1526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57543" h="152633">
                            <a:moveTo>
                              <a:pt x="123408" y="75366"/>
                            </a:moveTo>
                            <a:cubicBezTo>
                              <a:pt x="118264" y="80890"/>
                              <a:pt x="109310" y="88796"/>
                              <a:pt x="100643" y="97178"/>
                            </a:cubicBezTo>
                            <a:cubicBezTo>
                              <a:pt x="92452" y="106036"/>
                              <a:pt x="83498" y="114228"/>
                              <a:pt x="78259" y="120038"/>
                            </a:cubicBezTo>
                            <a:cubicBezTo>
                              <a:pt x="57685" y="141088"/>
                              <a:pt x="41016" y="147851"/>
                              <a:pt x="17871" y="152328"/>
                            </a:cubicBezTo>
                            <a:cubicBezTo>
                              <a:pt x="10060" y="154137"/>
                              <a:pt x="1202" y="147660"/>
                              <a:pt x="344" y="139755"/>
                            </a:cubicBezTo>
                            <a:cubicBezTo>
                              <a:pt x="-513" y="128420"/>
                              <a:pt x="154" y="117181"/>
                              <a:pt x="3202" y="105369"/>
                            </a:cubicBezTo>
                            <a:cubicBezTo>
                              <a:pt x="6155" y="93463"/>
                              <a:pt x="13108" y="82033"/>
                              <a:pt x="22728" y="68793"/>
                            </a:cubicBezTo>
                            <a:cubicBezTo>
                              <a:pt x="28062" y="61840"/>
                              <a:pt x="37301" y="52506"/>
                              <a:pt x="46350" y="42981"/>
                            </a:cubicBezTo>
                            <a:cubicBezTo>
                              <a:pt x="55685" y="33646"/>
                              <a:pt x="66067" y="25359"/>
                              <a:pt x="72925" y="19549"/>
                            </a:cubicBezTo>
                            <a:cubicBezTo>
                              <a:pt x="86165" y="9167"/>
                              <a:pt x="98642" y="4214"/>
                              <a:pt x="109882" y="1357"/>
                            </a:cubicBezTo>
                            <a:cubicBezTo>
                              <a:pt x="121693" y="-739"/>
                              <a:pt x="132647" y="-168"/>
                              <a:pt x="143886" y="1452"/>
                            </a:cubicBezTo>
                            <a:cubicBezTo>
                              <a:pt x="151601" y="2499"/>
                              <a:pt x="158936" y="10500"/>
                              <a:pt x="157317" y="17644"/>
                            </a:cubicBezTo>
                            <a:cubicBezTo>
                              <a:pt x="155126" y="28312"/>
                              <a:pt x="151887" y="38123"/>
                              <a:pt x="146458" y="47267"/>
                            </a:cubicBezTo>
                            <a:cubicBezTo>
                              <a:pt x="140933" y="56506"/>
                              <a:pt x="133980" y="66126"/>
                              <a:pt x="123408" y="7536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31" name="Forme libre : forme 11430">
                        <a:extLst>
                          <a:ext uri="{FF2B5EF4-FFF2-40B4-BE49-F238E27FC236}">
                            <a16:creationId xmlns:a16="http://schemas.microsoft.com/office/drawing/2014/main" id="{02E60DB9-4D4C-421E-B5CD-E3F486023C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95472" y="2723864"/>
                        <a:ext cx="148781" cy="135553"/>
                      </a:xfrm>
                      <a:custGeom>
                        <a:avLst/>
                        <a:gdLst>
                          <a:gd name="connsiteX0" fmla="*/ 56769 w 148781"/>
                          <a:gd name="connsiteY0" fmla="*/ 77438 h 135553"/>
                          <a:gd name="connsiteX1" fmla="*/ 43625 w 148781"/>
                          <a:gd name="connsiteY1" fmla="*/ 93536 h 135553"/>
                          <a:gd name="connsiteX2" fmla="*/ 29719 w 148781"/>
                          <a:gd name="connsiteY2" fmla="*/ 108871 h 135553"/>
                          <a:gd name="connsiteX3" fmla="*/ 0 w 148781"/>
                          <a:gd name="connsiteY3" fmla="*/ 133731 h 135553"/>
                          <a:gd name="connsiteX4" fmla="*/ 9430 w 148781"/>
                          <a:gd name="connsiteY4" fmla="*/ 135255 h 135553"/>
                          <a:gd name="connsiteX5" fmla="*/ 20860 w 148781"/>
                          <a:gd name="connsiteY5" fmla="*/ 132588 h 135553"/>
                          <a:gd name="connsiteX6" fmla="*/ 50483 w 148781"/>
                          <a:gd name="connsiteY6" fmla="*/ 119158 h 135553"/>
                          <a:gd name="connsiteX7" fmla="*/ 69818 w 148781"/>
                          <a:gd name="connsiteY7" fmla="*/ 102775 h 135553"/>
                          <a:gd name="connsiteX8" fmla="*/ 76962 w 148781"/>
                          <a:gd name="connsiteY8" fmla="*/ 95440 h 135553"/>
                          <a:gd name="connsiteX9" fmla="*/ 94393 w 148781"/>
                          <a:gd name="connsiteY9" fmla="*/ 77533 h 135553"/>
                          <a:gd name="connsiteX10" fmla="*/ 111633 w 148781"/>
                          <a:gd name="connsiteY10" fmla="*/ 61436 h 135553"/>
                          <a:gd name="connsiteX11" fmla="*/ 114967 w 148781"/>
                          <a:gd name="connsiteY11" fmla="*/ 58103 h 135553"/>
                          <a:gd name="connsiteX12" fmla="*/ 132684 w 148781"/>
                          <a:gd name="connsiteY12" fmla="*/ 38100 h 135553"/>
                          <a:gd name="connsiteX13" fmla="*/ 146304 w 148781"/>
                          <a:gd name="connsiteY13" fmla="*/ 10287 h 135553"/>
                          <a:gd name="connsiteX14" fmla="*/ 148781 w 148781"/>
                          <a:gd name="connsiteY14" fmla="*/ 381 h 135553"/>
                          <a:gd name="connsiteX15" fmla="*/ 148781 w 148781"/>
                          <a:gd name="connsiteY15" fmla="*/ 0 h 135553"/>
                          <a:gd name="connsiteX16" fmla="*/ 56769 w 148781"/>
                          <a:gd name="connsiteY16" fmla="*/ 77438 h 1355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48781" h="135553">
                            <a:moveTo>
                              <a:pt x="56769" y="77438"/>
                            </a:moveTo>
                            <a:cubicBezTo>
                              <a:pt x="52102" y="82391"/>
                              <a:pt x="48196" y="88392"/>
                              <a:pt x="43625" y="93536"/>
                            </a:cubicBezTo>
                            <a:cubicBezTo>
                              <a:pt x="39244" y="98965"/>
                              <a:pt x="34290" y="103918"/>
                              <a:pt x="29719" y="108871"/>
                            </a:cubicBezTo>
                            <a:cubicBezTo>
                              <a:pt x="20860" y="119158"/>
                              <a:pt x="10763" y="127635"/>
                              <a:pt x="0" y="133731"/>
                            </a:cubicBezTo>
                            <a:cubicBezTo>
                              <a:pt x="2953" y="135255"/>
                              <a:pt x="6287" y="136017"/>
                              <a:pt x="9430" y="135255"/>
                            </a:cubicBezTo>
                            <a:cubicBezTo>
                              <a:pt x="13335" y="134398"/>
                              <a:pt x="17145" y="133636"/>
                              <a:pt x="20860" y="132588"/>
                            </a:cubicBezTo>
                            <a:cubicBezTo>
                              <a:pt x="31528" y="129826"/>
                              <a:pt x="40958" y="125825"/>
                              <a:pt x="50483" y="119158"/>
                            </a:cubicBezTo>
                            <a:cubicBezTo>
                              <a:pt x="56960" y="115062"/>
                              <a:pt x="63341" y="109823"/>
                              <a:pt x="69818" y="102775"/>
                            </a:cubicBezTo>
                            <a:cubicBezTo>
                              <a:pt x="71724" y="100584"/>
                              <a:pt x="74200" y="98107"/>
                              <a:pt x="76962" y="95440"/>
                            </a:cubicBezTo>
                            <a:cubicBezTo>
                              <a:pt x="82296" y="90202"/>
                              <a:pt x="88488" y="83820"/>
                              <a:pt x="94393" y="77533"/>
                            </a:cubicBezTo>
                            <a:cubicBezTo>
                              <a:pt x="100775" y="71819"/>
                              <a:pt x="106966" y="66104"/>
                              <a:pt x="111633" y="61436"/>
                            </a:cubicBezTo>
                            <a:cubicBezTo>
                              <a:pt x="112776" y="60198"/>
                              <a:pt x="113919" y="59055"/>
                              <a:pt x="114967" y="58103"/>
                            </a:cubicBezTo>
                            <a:cubicBezTo>
                              <a:pt x="122397" y="51340"/>
                              <a:pt x="128207" y="44958"/>
                              <a:pt x="132684" y="38100"/>
                            </a:cubicBezTo>
                            <a:cubicBezTo>
                              <a:pt x="138875" y="28861"/>
                              <a:pt x="143352" y="20193"/>
                              <a:pt x="146304" y="10287"/>
                            </a:cubicBezTo>
                            <a:cubicBezTo>
                              <a:pt x="147257" y="7048"/>
                              <a:pt x="148019" y="3810"/>
                              <a:pt x="148781" y="381"/>
                            </a:cubicBezTo>
                            <a:lnTo>
                              <a:pt x="148781" y="0"/>
                            </a:lnTo>
                            <a:cubicBezTo>
                              <a:pt x="114491" y="20479"/>
                              <a:pt x="81534" y="46768"/>
                              <a:pt x="56769" y="7743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32" name="Forme libre : forme 11431">
                        <a:extLst>
                          <a:ext uri="{FF2B5EF4-FFF2-40B4-BE49-F238E27FC236}">
                            <a16:creationId xmlns:a16="http://schemas.microsoft.com/office/drawing/2014/main" id="{7FE45DAA-61C9-4F5A-AB4A-D1BB6D3DE2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7140" y="2735841"/>
                        <a:ext cx="73734" cy="66454"/>
                      </a:xfrm>
                      <a:custGeom>
                        <a:avLst/>
                        <a:gdLst>
                          <a:gd name="connsiteX0" fmla="*/ 72823 w 73734"/>
                          <a:gd name="connsiteY0" fmla="*/ 1739 h 66454"/>
                          <a:gd name="connsiteX1" fmla="*/ 63298 w 73734"/>
                          <a:gd name="connsiteY1" fmla="*/ 21646 h 66454"/>
                          <a:gd name="connsiteX2" fmla="*/ 43105 w 73734"/>
                          <a:gd name="connsiteY2" fmla="*/ 42410 h 66454"/>
                          <a:gd name="connsiteX3" fmla="*/ 22341 w 73734"/>
                          <a:gd name="connsiteY3" fmla="*/ 59365 h 66454"/>
                          <a:gd name="connsiteX4" fmla="*/ 1957 w 73734"/>
                          <a:gd name="connsiteY4" fmla="*/ 65175 h 66454"/>
                          <a:gd name="connsiteX5" fmla="*/ 7101 w 73734"/>
                          <a:gd name="connsiteY5" fmla="*/ 45077 h 66454"/>
                          <a:gd name="connsiteX6" fmla="*/ 25960 w 73734"/>
                          <a:gd name="connsiteY6" fmla="*/ 24408 h 66454"/>
                          <a:gd name="connsiteX7" fmla="*/ 50154 w 73734"/>
                          <a:gd name="connsiteY7" fmla="*/ 6692 h 66454"/>
                          <a:gd name="connsiteX8" fmla="*/ 72823 w 73734"/>
                          <a:gd name="connsiteY8" fmla="*/ 1739 h 664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3734" h="66454">
                            <a:moveTo>
                              <a:pt x="72823" y="1739"/>
                            </a:moveTo>
                            <a:cubicBezTo>
                              <a:pt x="75967" y="5739"/>
                              <a:pt x="70537" y="13740"/>
                              <a:pt x="63298" y="21646"/>
                            </a:cubicBezTo>
                            <a:cubicBezTo>
                              <a:pt x="55964" y="29456"/>
                              <a:pt x="47772" y="38505"/>
                              <a:pt x="43105" y="42410"/>
                            </a:cubicBezTo>
                            <a:cubicBezTo>
                              <a:pt x="38343" y="46316"/>
                              <a:pt x="30341" y="53745"/>
                              <a:pt x="22341" y="59365"/>
                            </a:cubicBezTo>
                            <a:cubicBezTo>
                              <a:pt x="14245" y="64889"/>
                              <a:pt x="6148" y="68509"/>
                              <a:pt x="1957" y="65175"/>
                            </a:cubicBezTo>
                            <a:cubicBezTo>
                              <a:pt x="-2424" y="61556"/>
                              <a:pt x="1100" y="53364"/>
                              <a:pt x="7101" y="45077"/>
                            </a:cubicBezTo>
                            <a:cubicBezTo>
                              <a:pt x="13006" y="36695"/>
                              <a:pt x="21102" y="28028"/>
                              <a:pt x="25960" y="24408"/>
                            </a:cubicBezTo>
                            <a:cubicBezTo>
                              <a:pt x="30723" y="20693"/>
                              <a:pt x="40152" y="12121"/>
                              <a:pt x="50154" y="6692"/>
                            </a:cubicBezTo>
                            <a:cubicBezTo>
                              <a:pt x="60250" y="1167"/>
                              <a:pt x="69680" y="-2262"/>
                              <a:pt x="72823" y="173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33" name="Forme libre : forme 11432">
                        <a:extLst>
                          <a:ext uri="{FF2B5EF4-FFF2-40B4-BE49-F238E27FC236}">
                            <a16:creationId xmlns:a16="http://schemas.microsoft.com/office/drawing/2014/main" id="{92969536-4B5D-405A-BCC7-9E51A63CBA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6608" y="2763488"/>
                        <a:ext cx="57543" cy="38555"/>
                      </a:xfrm>
                      <a:custGeom>
                        <a:avLst/>
                        <a:gdLst>
                          <a:gd name="connsiteX0" fmla="*/ 9061 w 57543"/>
                          <a:gd name="connsiteY0" fmla="*/ 16097 h 38555"/>
                          <a:gd name="connsiteX1" fmla="*/ 2298 w 57543"/>
                          <a:gd name="connsiteY1" fmla="*/ 37909 h 38555"/>
                          <a:gd name="connsiteX2" fmla="*/ 22872 w 57543"/>
                          <a:gd name="connsiteY2" fmla="*/ 31623 h 38555"/>
                          <a:gd name="connsiteX3" fmla="*/ 44018 w 57543"/>
                          <a:gd name="connsiteY3" fmla="*/ 14383 h 38555"/>
                          <a:gd name="connsiteX4" fmla="*/ 57544 w 57543"/>
                          <a:gd name="connsiteY4" fmla="*/ 0 h 38555"/>
                          <a:gd name="connsiteX5" fmla="*/ 49162 w 57543"/>
                          <a:gd name="connsiteY5" fmla="*/ 6572 h 38555"/>
                          <a:gd name="connsiteX6" fmla="*/ 27159 w 57543"/>
                          <a:gd name="connsiteY6" fmla="*/ 16859 h 38555"/>
                          <a:gd name="connsiteX7" fmla="*/ 9061 w 57543"/>
                          <a:gd name="connsiteY7" fmla="*/ 16097 h 38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543" h="38555">
                            <a:moveTo>
                              <a:pt x="9061" y="16097"/>
                            </a:moveTo>
                            <a:cubicBezTo>
                              <a:pt x="6108" y="21812"/>
                              <a:pt x="-4655" y="34957"/>
                              <a:pt x="2298" y="37909"/>
                            </a:cubicBezTo>
                            <a:cubicBezTo>
                              <a:pt x="7442" y="40005"/>
                              <a:pt x="15253" y="36766"/>
                              <a:pt x="22872" y="31623"/>
                            </a:cubicBezTo>
                            <a:cubicBezTo>
                              <a:pt x="30492" y="26479"/>
                              <a:pt x="38017" y="19240"/>
                              <a:pt x="44018" y="14383"/>
                            </a:cubicBezTo>
                            <a:cubicBezTo>
                              <a:pt x="47352" y="11430"/>
                              <a:pt x="54400" y="4096"/>
                              <a:pt x="57544" y="0"/>
                            </a:cubicBezTo>
                            <a:cubicBezTo>
                              <a:pt x="55258" y="1905"/>
                              <a:pt x="51638" y="5144"/>
                              <a:pt x="49162" y="6572"/>
                            </a:cubicBezTo>
                            <a:cubicBezTo>
                              <a:pt x="42303" y="10573"/>
                              <a:pt x="34112" y="14192"/>
                              <a:pt x="27159" y="16859"/>
                            </a:cubicBezTo>
                            <a:cubicBezTo>
                              <a:pt x="20301" y="19336"/>
                              <a:pt x="13728" y="19907"/>
                              <a:pt x="9061" y="1609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34" name="Forme libre : forme 11433">
                        <a:extLst>
                          <a:ext uri="{FF2B5EF4-FFF2-40B4-BE49-F238E27FC236}">
                            <a16:creationId xmlns:a16="http://schemas.microsoft.com/office/drawing/2014/main" id="{3B174FA4-A8F2-4B44-B538-377B57DA91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42439" y="2734090"/>
                        <a:ext cx="73390" cy="66414"/>
                      </a:xfrm>
                      <a:custGeom>
                        <a:avLst/>
                        <a:gdLst>
                          <a:gd name="connsiteX0" fmla="*/ 73049 w 73390"/>
                          <a:gd name="connsiteY0" fmla="*/ 2442 h 66414"/>
                          <a:gd name="connsiteX1" fmla="*/ 43045 w 73390"/>
                          <a:gd name="connsiteY1" fmla="*/ 43495 h 66414"/>
                          <a:gd name="connsiteX2" fmla="*/ 33710 w 73390"/>
                          <a:gd name="connsiteY2" fmla="*/ 51305 h 66414"/>
                          <a:gd name="connsiteX3" fmla="*/ 22375 w 73390"/>
                          <a:gd name="connsiteY3" fmla="*/ 59973 h 66414"/>
                          <a:gd name="connsiteX4" fmla="*/ 1992 w 73390"/>
                          <a:gd name="connsiteY4" fmla="*/ 65117 h 66414"/>
                          <a:gd name="connsiteX5" fmla="*/ 26280 w 73390"/>
                          <a:gd name="connsiteY5" fmla="*/ 25017 h 66414"/>
                          <a:gd name="connsiteX6" fmla="*/ 73049 w 73390"/>
                          <a:gd name="connsiteY6" fmla="*/ 2442 h 664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3390" h="66414">
                            <a:moveTo>
                              <a:pt x="73049" y="2442"/>
                            </a:moveTo>
                            <a:cubicBezTo>
                              <a:pt x="76573" y="12634"/>
                              <a:pt x="51903" y="33779"/>
                              <a:pt x="43045" y="43495"/>
                            </a:cubicBezTo>
                            <a:cubicBezTo>
                              <a:pt x="40663" y="45781"/>
                              <a:pt x="37425" y="48543"/>
                              <a:pt x="33710" y="51305"/>
                            </a:cubicBezTo>
                            <a:cubicBezTo>
                              <a:pt x="30091" y="54258"/>
                              <a:pt x="26376" y="57402"/>
                              <a:pt x="22375" y="59973"/>
                            </a:cubicBezTo>
                            <a:cubicBezTo>
                              <a:pt x="14565" y="65117"/>
                              <a:pt x="6564" y="68355"/>
                              <a:pt x="1992" y="65117"/>
                            </a:cubicBezTo>
                            <a:cubicBezTo>
                              <a:pt x="-7057" y="58830"/>
                              <a:pt x="17137" y="31684"/>
                              <a:pt x="26280" y="25017"/>
                            </a:cubicBezTo>
                            <a:cubicBezTo>
                              <a:pt x="34091" y="16730"/>
                              <a:pt x="69620" y="-7749"/>
                              <a:pt x="73049" y="244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35" name="Forme libre : forme 11434">
                        <a:extLst>
                          <a:ext uri="{FF2B5EF4-FFF2-40B4-BE49-F238E27FC236}">
                            <a16:creationId xmlns:a16="http://schemas.microsoft.com/office/drawing/2014/main" id="{A7822983-5E11-4DE9-8B98-FCAEB03E3D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04042" y="2760244"/>
                        <a:ext cx="99256" cy="76741"/>
                      </a:xfrm>
                      <a:custGeom>
                        <a:avLst/>
                        <a:gdLst>
                          <a:gd name="connsiteX0" fmla="*/ 8290 w 99256"/>
                          <a:gd name="connsiteY0" fmla="*/ 75920 h 76741"/>
                          <a:gd name="connsiteX1" fmla="*/ 24958 w 99256"/>
                          <a:gd name="connsiteY1" fmla="*/ 73539 h 76741"/>
                          <a:gd name="connsiteX2" fmla="*/ 44961 w 99256"/>
                          <a:gd name="connsiteY2" fmla="*/ 65157 h 76741"/>
                          <a:gd name="connsiteX3" fmla="*/ 64392 w 99256"/>
                          <a:gd name="connsiteY3" fmla="*/ 52679 h 76741"/>
                          <a:gd name="connsiteX4" fmla="*/ 80585 w 99256"/>
                          <a:gd name="connsiteY4" fmla="*/ 37343 h 76741"/>
                          <a:gd name="connsiteX5" fmla="*/ 93634 w 99256"/>
                          <a:gd name="connsiteY5" fmla="*/ 21151 h 76741"/>
                          <a:gd name="connsiteX6" fmla="*/ 98873 w 99256"/>
                          <a:gd name="connsiteY6" fmla="*/ 8959 h 76741"/>
                          <a:gd name="connsiteX7" fmla="*/ 96396 w 99256"/>
                          <a:gd name="connsiteY7" fmla="*/ 577 h 76741"/>
                          <a:gd name="connsiteX8" fmla="*/ 81728 w 99256"/>
                          <a:gd name="connsiteY8" fmla="*/ 5530 h 76741"/>
                          <a:gd name="connsiteX9" fmla="*/ 62678 w 99256"/>
                          <a:gd name="connsiteY9" fmla="*/ 14483 h 76741"/>
                          <a:gd name="connsiteX10" fmla="*/ 42865 w 99256"/>
                          <a:gd name="connsiteY10" fmla="*/ 23151 h 76741"/>
                          <a:gd name="connsiteX11" fmla="*/ 23244 w 99256"/>
                          <a:gd name="connsiteY11" fmla="*/ 30390 h 76741"/>
                          <a:gd name="connsiteX12" fmla="*/ 5528 w 99256"/>
                          <a:gd name="connsiteY12" fmla="*/ 46011 h 76741"/>
                          <a:gd name="connsiteX13" fmla="*/ 194 w 99256"/>
                          <a:gd name="connsiteY13" fmla="*/ 65347 h 76741"/>
                          <a:gd name="connsiteX14" fmla="*/ 8290 w 99256"/>
                          <a:gd name="connsiteY14" fmla="*/ 75920 h 767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99256" h="76741">
                            <a:moveTo>
                              <a:pt x="8290" y="75920"/>
                            </a:moveTo>
                            <a:cubicBezTo>
                              <a:pt x="14767" y="77539"/>
                              <a:pt x="17719" y="76777"/>
                              <a:pt x="24958" y="73539"/>
                            </a:cubicBezTo>
                            <a:cubicBezTo>
                              <a:pt x="32102" y="70681"/>
                              <a:pt x="38674" y="68300"/>
                              <a:pt x="44961" y="65157"/>
                            </a:cubicBezTo>
                            <a:cubicBezTo>
                              <a:pt x="51343" y="62013"/>
                              <a:pt x="57153" y="57727"/>
                              <a:pt x="64392" y="52679"/>
                            </a:cubicBezTo>
                            <a:cubicBezTo>
                              <a:pt x="70202" y="48297"/>
                              <a:pt x="75822" y="42963"/>
                              <a:pt x="80585" y="37343"/>
                            </a:cubicBezTo>
                            <a:cubicBezTo>
                              <a:pt x="85728" y="32009"/>
                              <a:pt x="90300" y="26580"/>
                              <a:pt x="93634" y="21151"/>
                            </a:cubicBezTo>
                            <a:cubicBezTo>
                              <a:pt x="96110" y="17150"/>
                              <a:pt x="98110" y="12674"/>
                              <a:pt x="98873" y="8959"/>
                            </a:cubicBezTo>
                            <a:cubicBezTo>
                              <a:pt x="99730" y="5340"/>
                              <a:pt x="99253" y="2196"/>
                              <a:pt x="96396" y="577"/>
                            </a:cubicBezTo>
                            <a:cubicBezTo>
                              <a:pt x="92776" y="-1614"/>
                              <a:pt x="87062" y="2958"/>
                              <a:pt x="81728" y="5530"/>
                            </a:cubicBezTo>
                            <a:cubicBezTo>
                              <a:pt x="75345" y="8578"/>
                              <a:pt x="69155" y="11626"/>
                              <a:pt x="62678" y="14483"/>
                            </a:cubicBezTo>
                            <a:cubicBezTo>
                              <a:pt x="56391" y="17532"/>
                              <a:pt x="50105" y="20675"/>
                              <a:pt x="42865" y="23151"/>
                            </a:cubicBezTo>
                            <a:cubicBezTo>
                              <a:pt x="36865" y="25342"/>
                              <a:pt x="29721" y="26961"/>
                              <a:pt x="23244" y="30390"/>
                            </a:cubicBezTo>
                            <a:cubicBezTo>
                              <a:pt x="16862" y="33819"/>
                              <a:pt x="10576" y="38582"/>
                              <a:pt x="5528" y="46011"/>
                            </a:cubicBezTo>
                            <a:cubicBezTo>
                              <a:pt x="860" y="52583"/>
                              <a:pt x="-569" y="59727"/>
                              <a:pt x="194" y="65347"/>
                            </a:cubicBezTo>
                            <a:cubicBezTo>
                              <a:pt x="860" y="70681"/>
                              <a:pt x="3718" y="74777"/>
                              <a:pt x="8290" y="7592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36" name="Forme libre : forme 11435">
                        <a:extLst>
                          <a:ext uri="{FF2B5EF4-FFF2-40B4-BE49-F238E27FC236}">
                            <a16:creationId xmlns:a16="http://schemas.microsoft.com/office/drawing/2014/main" id="{709E4A2C-1BFB-468A-B089-7BDBA631E1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17383" y="2776045"/>
                        <a:ext cx="22771" cy="35437"/>
                      </a:xfrm>
                      <a:custGeom>
                        <a:avLst/>
                        <a:gdLst>
                          <a:gd name="connsiteX0" fmla="*/ 664 w 22771"/>
                          <a:gd name="connsiteY0" fmla="*/ 30306 h 35437"/>
                          <a:gd name="connsiteX1" fmla="*/ 283 w 22771"/>
                          <a:gd name="connsiteY1" fmla="*/ 34783 h 35437"/>
                          <a:gd name="connsiteX2" fmla="*/ 3998 w 22771"/>
                          <a:gd name="connsiteY2" fmla="*/ 34020 h 35437"/>
                          <a:gd name="connsiteX3" fmla="*/ 8665 w 22771"/>
                          <a:gd name="connsiteY3" fmla="*/ 28496 h 35437"/>
                          <a:gd name="connsiteX4" fmla="*/ 18571 w 22771"/>
                          <a:gd name="connsiteY4" fmla="*/ 13637 h 35437"/>
                          <a:gd name="connsiteX5" fmla="*/ 21809 w 22771"/>
                          <a:gd name="connsiteY5" fmla="*/ 8017 h 35437"/>
                          <a:gd name="connsiteX6" fmla="*/ 12951 w 22771"/>
                          <a:gd name="connsiteY6" fmla="*/ 5065 h 35437"/>
                          <a:gd name="connsiteX7" fmla="*/ 664 w 22771"/>
                          <a:gd name="connsiteY7" fmla="*/ 30306 h 354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771" h="35437">
                            <a:moveTo>
                              <a:pt x="664" y="30306"/>
                            </a:moveTo>
                            <a:cubicBezTo>
                              <a:pt x="92" y="32211"/>
                              <a:pt x="-289" y="33544"/>
                              <a:pt x="283" y="34783"/>
                            </a:cubicBezTo>
                            <a:cubicBezTo>
                              <a:pt x="854" y="36021"/>
                              <a:pt x="2473" y="35354"/>
                              <a:pt x="3998" y="34020"/>
                            </a:cubicBezTo>
                            <a:cubicBezTo>
                              <a:pt x="5617" y="32782"/>
                              <a:pt x="7426" y="30401"/>
                              <a:pt x="8665" y="28496"/>
                            </a:cubicBezTo>
                            <a:cubicBezTo>
                              <a:pt x="12094" y="23734"/>
                              <a:pt x="15332" y="18304"/>
                              <a:pt x="18571" y="13637"/>
                            </a:cubicBezTo>
                            <a:cubicBezTo>
                              <a:pt x="19904" y="11732"/>
                              <a:pt x="21142" y="9922"/>
                              <a:pt x="21809" y="8017"/>
                            </a:cubicBezTo>
                            <a:cubicBezTo>
                              <a:pt x="24762" y="111"/>
                              <a:pt x="20666" y="-3794"/>
                              <a:pt x="12951" y="5065"/>
                            </a:cubicBezTo>
                            <a:cubicBezTo>
                              <a:pt x="6855" y="11827"/>
                              <a:pt x="3045" y="22686"/>
                              <a:pt x="664" y="3030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37" name="Forme libre : forme 11436">
                        <a:extLst>
                          <a:ext uri="{FF2B5EF4-FFF2-40B4-BE49-F238E27FC236}">
                            <a16:creationId xmlns:a16="http://schemas.microsoft.com/office/drawing/2014/main" id="{1943794C-D89D-42B7-B03F-655493D352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11392" y="2723578"/>
                        <a:ext cx="29532" cy="55911"/>
                      </a:xfrm>
                      <a:custGeom>
                        <a:avLst/>
                        <a:gdLst>
                          <a:gd name="connsiteX0" fmla="*/ 29527 w 29532"/>
                          <a:gd name="connsiteY0" fmla="*/ 0 h 55911"/>
                          <a:gd name="connsiteX1" fmla="*/ 18574 w 29532"/>
                          <a:gd name="connsiteY1" fmla="*/ 28099 h 55911"/>
                          <a:gd name="connsiteX2" fmla="*/ 0 w 29532"/>
                          <a:gd name="connsiteY2" fmla="*/ 55912 h 55911"/>
                          <a:gd name="connsiteX3" fmla="*/ 16193 w 29532"/>
                          <a:gd name="connsiteY3" fmla="*/ 27908 h 55911"/>
                          <a:gd name="connsiteX4" fmla="*/ 29527 w 29532"/>
                          <a:gd name="connsiteY4" fmla="*/ 0 h 55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9532" h="55911">
                            <a:moveTo>
                              <a:pt x="29527" y="0"/>
                            </a:moveTo>
                            <a:cubicBezTo>
                              <a:pt x="29718" y="8287"/>
                              <a:pt x="24860" y="18479"/>
                              <a:pt x="18574" y="28099"/>
                            </a:cubicBezTo>
                            <a:cubicBezTo>
                              <a:pt x="12573" y="38195"/>
                              <a:pt x="5619" y="48482"/>
                              <a:pt x="0" y="55912"/>
                            </a:cubicBezTo>
                            <a:cubicBezTo>
                              <a:pt x="6001" y="47720"/>
                              <a:pt x="11335" y="37910"/>
                              <a:pt x="16193" y="27908"/>
                            </a:cubicBezTo>
                            <a:cubicBezTo>
                              <a:pt x="21431" y="18479"/>
                              <a:pt x="26003" y="8668"/>
                              <a:pt x="2952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38" name="Forme libre : forme 11437">
                        <a:extLst>
                          <a:ext uri="{FF2B5EF4-FFF2-40B4-BE49-F238E27FC236}">
                            <a16:creationId xmlns:a16="http://schemas.microsoft.com/office/drawing/2014/main" id="{C526AB21-B9EA-4440-BD15-4AA5A40DCF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90022" y="2775299"/>
                        <a:ext cx="23452" cy="71247"/>
                      </a:xfrm>
                      <a:custGeom>
                        <a:avLst/>
                        <a:gdLst>
                          <a:gd name="connsiteX0" fmla="*/ 23453 w 23452"/>
                          <a:gd name="connsiteY0" fmla="*/ 0 h 71247"/>
                          <a:gd name="connsiteX1" fmla="*/ 4974 w 23452"/>
                          <a:gd name="connsiteY1" fmla="*/ 36100 h 71247"/>
                          <a:gd name="connsiteX2" fmla="*/ 22 w 23452"/>
                          <a:gd name="connsiteY2" fmla="*/ 71247 h 71247"/>
                          <a:gd name="connsiteX3" fmla="*/ 6403 w 23452"/>
                          <a:gd name="connsiteY3" fmla="*/ 36100 h 71247"/>
                          <a:gd name="connsiteX4" fmla="*/ 23453 w 23452"/>
                          <a:gd name="connsiteY4" fmla="*/ 0 h 712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452" h="71247">
                            <a:moveTo>
                              <a:pt x="23453" y="0"/>
                            </a:moveTo>
                            <a:cubicBezTo>
                              <a:pt x="14975" y="11621"/>
                              <a:pt x="8594" y="23813"/>
                              <a:pt x="4974" y="36100"/>
                            </a:cubicBezTo>
                            <a:cubicBezTo>
                              <a:pt x="1641" y="48578"/>
                              <a:pt x="212" y="60579"/>
                              <a:pt x="22" y="71247"/>
                            </a:cubicBezTo>
                            <a:cubicBezTo>
                              <a:pt x="-264" y="61341"/>
                              <a:pt x="2308" y="48959"/>
                              <a:pt x="6403" y="36100"/>
                            </a:cubicBezTo>
                            <a:cubicBezTo>
                              <a:pt x="10880" y="23431"/>
                              <a:pt x="17547" y="10954"/>
                              <a:pt x="2345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39" name="Forme libre : forme 11438">
                        <a:extLst>
                          <a:ext uri="{FF2B5EF4-FFF2-40B4-BE49-F238E27FC236}">
                            <a16:creationId xmlns:a16="http://schemas.microsoft.com/office/drawing/2014/main" id="{621DECDB-A990-46BD-8213-B18B6158B7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61269" y="2747091"/>
                        <a:ext cx="29358" cy="22589"/>
                      </a:xfrm>
                      <a:custGeom>
                        <a:avLst/>
                        <a:gdLst>
                          <a:gd name="connsiteX0" fmla="*/ 29358 w 29358"/>
                          <a:gd name="connsiteY0" fmla="*/ 1348 h 22589"/>
                          <a:gd name="connsiteX1" fmla="*/ 14594 w 29358"/>
                          <a:gd name="connsiteY1" fmla="*/ 16206 h 22589"/>
                          <a:gd name="connsiteX2" fmla="*/ 21 w 29358"/>
                          <a:gd name="connsiteY2" fmla="*/ 21160 h 22589"/>
                          <a:gd name="connsiteX3" fmla="*/ 14023 w 29358"/>
                          <a:gd name="connsiteY3" fmla="*/ 6968 h 22589"/>
                          <a:gd name="connsiteX4" fmla="*/ 22691 w 29358"/>
                          <a:gd name="connsiteY4" fmla="*/ 1538 h 22589"/>
                          <a:gd name="connsiteX5" fmla="*/ 29358 w 29358"/>
                          <a:gd name="connsiteY5" fmla="*/ 1348 h 225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9358" h="22589">
                            <a:moveTo>
                              <a:pt x="29358" y="1348"/>
                            </a:moveTo>
                            <a:cubicBezTo>
                              <a:pt x="29453" y="5158"/>
                              <a:pt x="18214" y="13730"/>
                              <a:pt x="14594" y="16206"/>
                            </a:cubicBezTo>
                            <a:cubicBezTo>
                              <a:pt x="11070" y="18683"/>
                              <a:pt x="593" y="25541"/>
                              <a:pt x="21" y="21160"/>
                            </a:cubicBezTo>
                            <a:cubicBezTo>
                              <a:pt x="-550" y="16778"/>
                              <a:pt x="10594" y="9253"/>
                              <a:pt x="14023" y="6968"/>
                            </a:cubicBezTo>
                            <a:cubicBezTo>
                              <a:pt x="15737" y="5824"/>
                              <a:pt x="19452" y="3253"/>
                              <a:pt x="22691" y="1538"/>
                            </a:cubicBezTo>
                            <a:cubicBezTo>
                              <a:pt x="26024" y="-176"/>
                              <a:pt x="29168" y="-748"/>
                              <a:pt x="29358" y="134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40" name="Forme libre : forme 11439">
                        <a:extLst>
                          <a:ext uri="{FF2B5EF4-FFF2-40B4-BE49-F238E27FC236}">
                            <a16:creationId xmlns:a16="http://schemas.microsoft.com/office/drawing/2014/main" id="{1B5408D2-B0CC-4CCE-8951-1588C5674C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86127" y="2744127"/>
                        <a:ext cx="8604" cy="6535"/>
                      </a:xfrm>
                      <a:custGeom>
                        <a:avLst/>
                        <a:gdLst>
                          <a:gd name="connsiteX0" fmla="*/ 8311 w 8604"/>
                          <a:gd name="connsiteY0" fmla="*/ 216 h 6535"/>
                          <a:gd name="connsiteX1" fmla="*/ 5644 w 8604"/>
                          <a:gd name="connsiteY1" fmla="*/ 4311 h 6535"/>
                          <a:gd name="connsiteX2" fmla="*/ 310 w 8604"/>
                          <a:gd name="connsiteY2" fmla="*/ 6312 h 6535"/>
                          <a:gd name="connsiteX3" fmla="*/ 2786 w 8604"/>
                          <a:gd name="connsiteY3" fmla="*/ 2311 h 6535"/>
                          <a:gd name="connsiteX4" fmla="*/ 8311 w 8604"/>
                          <a:gd name="connsiteY4" fmla="*/ 216 h 6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04" h="6535">
                            <a:moveTo>
                              <a:pt x="8311" y="216"/>
                            </a:moveTo>
                            <a:cubicBezTo>
                              <a:pt x="9454" y="1073"/>
                              <a:pt x="6977" y="3264"/>
                              <a:pt x="5644" y="4311"/>
                            </a:cubicBezTo>
                            <a:cubicBezTo>
                              <a:pt x="4311" y="5359"/>
                              <a:pt x="1358" y="7169"/>
                              <a:pt x="310" y="6312"/>
                            </a:cubicBezTo>
                            <a:cubicBezTo>
                              <a:pt x="-833" y="5359"/>
                              <a:pt x="1453" y="3264"/>
                              <a:pt x="2786" y="2311"/>
                            </a:cubicBezTo>
                            <a:cubicBezTo>
                              <a:pt x="4215" y="1264"/>
                              <a:pt x="7168" y="-642"/>
                              <a:pt x="8311" y="21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41" name="Forme libre : forme 11440">
                        <a:extLst>
                          <a:ext uri="{FF2B5EF4-FFF2-40B4-BE49-F238E27FC236}">
                            <a16:creationId xmlns:a16="http://schemas.microsoft.com/office/drawing/2014/main" id="{812979C6-815F-4F69-A934-FBD9A932E2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46716" y="2716611"/>
                        <a:ext cx="87365" cy="38348"/>
                      </a:xfrm>
                      <a:custGeom>
                        <a:avLst/>
                        <a:gdLst>
                          <a:gd name="connsiteX0" fmla="*/ 59247 w 87365"/>
                          <a:gd name="connsiteY0" fmla="*/ 1252 h 38348"/>
                          <a:gd name="connsiteX1" fmla="*/ 85726 w 87365"/>
                          <a:gd name="connsiteY1" fmla="*/ 1823 h 38348"/>
                          <a:gd name="connsiteX2" fmla="*/ 83631 w 87365"/>
                          <a:gd name="connsiteY2" fmla="*/ 10015 h 38348"/>
                          <a:gd name="connsiteX3" fmla="*/ 72963 w 87365"/>
                          <a:gd name="connsiteY3" fmla="*/ 12777 h 38348"/>
                          <a:gd name="connsiteX4" fmla="*/ 39911 w 87365"/>
                          <a:gd name="connsiteY4" fmla="*/ 20778 h 38348"/>
                          <a:gd name="connsiteX5" fmla="*/ 17241 w 87365"/>
                          <a:gd name="connsiteY5" fmla="*/ 32875 h 38348"/>
                          <a:gd name="connsiteX6" fmla="*/ 1 w 87365"/>
                          <a:gd name="connsiteY6" fmla="*/ 35732 h 38348"/>
                          <a:gd name="connsiteX7" fmla="*/ 35910 w 87365"/>
                          <a:gd name="connsiteY7" fmla="*/ 4872 h 38348"/>
                          <a:gd name="connsiteX8" fmla="*/ 59247 w 87365"/>
                          <a:gd name="connsiteY8" fmla="*/ 1252 h 383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365" h="38348">
                            <a:moveTo>
                              <a:pt x="59247" y="1252"/>
                            </a:moveTo>
                            <a:cubicBezTo>
                              <a:pt x="70010" y="-81"/>
                              <a:pt x="77534" y="-939"/>
                              <a:pt x="85726" y="1823"/>
                            </a:cubicBezTo>
                            <a:cubicBezTo>
                              <a:pt x="88679" y="2871"/>
                              <a:pt x="87440" y="7443"/>
                              <a:pt x="83631" y="10015"/>
                            </a:cubicBezTo>
                            <a:cubicBezTo>
                              <a:pt x="79820" y="12587"/>
                              <a:pt x="76487" y="12587"/>
                              <a:pt x="72963" y="12777"/>
                            </a:cubicBezTo>
                            <a:cubicBezTo>
                              <a:pt x="61819" y="13158"/>
                              <a:pt x="51721" y="16873"/>
                              <a:pt x="39911" y="20778"/>
                            </a:cubicBezTo>
                            <a:cubicBezTo>
                              <a:pt x="36101" y="21826"/>
                              <a:pt x="26195" y="28017"/>
                              <a:pt x="17241" y="32875"/>
                            </a:cubicBezTo>
                            <a:cubicBezTo>
                              <a:pt x="8193" y="37638"/>
                              <a:pt x="-94" y="40876"/>
                              <a:pt x="1" y="35732"/>
                            </a:cubicBezTo>
                            <a:cubicBezTo>
                              <a:pt x="96" y="25446"/>
                              <a:pt x="25528" y="7824"/>
                              <a:pt x="35910" y="4872"/>
                            </a:cubicBezTo>
                            <a:cubicBezTo>
                              <a:pt x="45816" y="1442"/>
                              <a:pt x="51341" y="2490"/>
                              <a:pt x="59247" y="125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44" name="Graphique 1">
                      <a:extLst>
                        <a:ext uri="{FF2B5EF4-FFF2-40B4-BE49-F238E27FC236}">
                          <a16:creationId xmlns:a16="http://schemas.microsoft.com/office/drawing/2014/main" id="{D7427A76-DDB6-4FDB-A003-6C87CB72113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40342" y="2628269"/>
                      <a:ext cx="199117" cy="99320"/>
                      <a:chOff x="5040342" y="2628269"/>
                      <a:chExt cx="199117" cy="99320"/>
                    </a:xfrm>
                    <a:solidFill>
                      <a:schemeClr val="accent1"/>
                    </a:solidFill>
                  </p:grpSpPr>
                  <p:sp>
                    <p:nvSpPr>
                      <p:cNvPr id="11418" name="Forme libre : forme 11417">
                        <a:extLst>
                          <a:ext uri="{FF2B5EF4-FFF2-40B4-BE49-F238E27FC236}">
                            <a16:creationId xmlns:a16="http://schemas.microsoft.com/office/drawing/2014/main" id="{588712EF-9D07-4D3C-B289-2B1B8537F3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0342" y="2628269"/>
                        <a:ext cx="199117" cy="99320"/>
                      </a:xfrm>
                      <a:custGeom>
                        <a:avLst/>
                        <a:gdLst>
                          <a:gd name="connsiteX0" fmla="*/ 140309 w 199117"/>
                          <a:gd name="connsiteY0" fmla="*/ 75116 h 99320"/>
                          <a:gd name="connsiteX1" fmla="*/ 78873 w 199117"/>
                          <a:gd name="connsiteY1" fmla="*/ 93595 h 99320"/>
                          <a:gd name="connsiteX2" fmla="*/ 59442 w 199117"/>
                          <a:gd name="connsiteY2" fmla="*/ 98262 h 99320"/>
                          <a:gd name="connsiteX3" fmla="*/ 42392 w 199117"/>
                          <a:gd name="connsiteY3" fmla="*/ 99215 h 99320"/>
                          <a:gd name="connsiteX4" fmla="*/ 10483 w 199117"/>
                          <a:gd name="connsiteY4" fmla="*/ 93595 h 99320"/>
                          <a:gd name="connsiteX5" fmla="*/ 958 w 199117"/>
                          <a:gd name="connsiteY5" fmla="*/ 74259 h 99320"/>
                          <a:gd name="connsiteX6" fmla="*/ 19628 w 199117"/>
                          <a:gd name="connsiteY6" fmla="*/ 45017 h 99320"/>
                          <a:gd name="connsiteX7" fmla="*/ 34487 w 199117"/>
                          <a:gd name="connsiteY7" fmla="*/ 32825 h 99320"/>
                          <a:gd name="connsiteX8" fmla="*/ 43535 w 199117"/>
                          <a:gd name="connsiteY8" fmla="*/ 27110 h 99320"/>
                          <a:gd name="connsiteX9" fmla="*/ 54108 w 199117"/>
                          <a:gd name="connsiteY9" fmla="*/ 22252 h 99320"/>
                          <a:gd name="connsiteX10" fmla="*/ 86874 w 199117"/>
                          <a:gd name="connsiteY10" fmla="*/ 10537 h 99320"/>
                          <a:gd name="connsiteX11" fmla="*/ 105257 w 199117"/>
                          <a:gd name="connsiteY11" fmla="*/ 5298 h 99320"/>
                          <a:gd name="connsiteX12" fmla="*/ 120878 w 199117"/>
                          <a:gd name="connsiteY12" fmla="*/ 2059 h 99320"/>
                          <a:gd name="connsiteX13" fmla="*/ 161740 w 199117"/>
                          <a:gd name="connsiteY13" fmla="*/ 2822 h 99320"/>
                          <a:gd name="connsiteX14" fmla="*/ 191935 w 199117"/>
                          <a:gd name="connsiteY14" fmla="*/ 17871 h 99320"/>
                          <a:gd name="connsiteX15" fmla="*/ 196888 w 199117"/>
                          <a:gd name="connsiteY15" fmla="*/ 38350 h 99320"/>
                          <a:gd name="connsiteX16" fmla="*/ 140309 w 199117"/>
                          <a:gd name="connsiteY16" fmla="*/ 75116 h 993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99117" h="99320">
                            <a:moveTo>
                              <a:pt x="140309" y="75116"/>
                            </a:moveTo>
                            <a:cubicBezTo>
                              <a:pt x="125450" y="78831"/>
                              <a:pt x="93922" y="88737"/>
                              <a:pt x="78873" y="93595"/>
                            </a:cubicBezTo>
                            <a:cubicBezTo>
                              <a:pt x="71634" y="95500"/>
                              <a:pt x="65443" y="97309"/>
                              <a:pt x="59442" y="98262"/>
                            </a:cubicBezTo>
                            <a:cubicBezTo>
                              <a:pt x="53441" y="99215"/>
                              <a:pt x="47822" y="99500"/>
                              <a:pt x="42392" y="99215"/>
                            </a:cubicBezTo>
                            <a:cubicBezTo>
                              <a:pt x="31725" y="99119"/>
                              <a:pt x="21628" y="96928"/>
                              <a:pt x="10483" y="93595"/>
                            </a:cubicBezTo>
                            <a:cubicBezTo>
                              <a:pt x="2768" y="91309"/>
                              <a:pt x="-2184" y="81593"/>
                              <a:pt x="958" y="74259"/>
                            </a:cubicBezTo>
                            <a:cubicBezTo>
                              <a:pt x="5531" y="63782"/>
                              <a:pt x="11150" y="53685"/>
                              <a:pt x="19628" y="45017"/>
                            </a:cubicBezTo>
                            <a:cubicBezTo>
                              <a:pt x="23914" y="40826"/>
                              <a:pt x="28772" y="36731"/>
                              <a:pt x="34487" y="32825"/>
                            </a:cubicBezTo>
                            <a:cubicBezTo>
                              <a:pt x="37344" y="30920"/>
                              <a:pt x="40297" y="28920"/>
                              <a:pt x="43535" y="27110"/>
                            </a:cubicBezTo>
                            <a:cubicBezTo>
                              <a:pt x="46869" y="25396"/>
                              <a:pt x="50393" y="23872"/>
                              <a:pt x="54108" y="22252"/>
                            </a:cubicBezTo>
                            <a:cubicBezTo>
                              <a:pt x="62109" y="19014"/>
                              <a:pt x="74206" y="13871"/>
                              <a:pt x="86874" y="10537"/>
                            </a:cubicBezTo>
                            <a:cubicBezTo>
                              <a:pt x="93161" y="8727"/>
                              <a:pt x="99447" y="7013"/>
                              <a:pt x="105257" y="5298"/>
                            </a:cubicBezTo>
                            <a:cubicBezTo>
                              <a:pt x="111163" y="3869"/>
                              <a:pt x="116497" y="2917"/>
                              <a:pt x="120878" y="2059"/>
                            </a:cubicBezTo>
                            <a:cubicBezTo>
                              <a:pt x="137166" y="-1274"/>
                              <a:pt x="150406" y="-226"/>
                              <a:pt x="161740" y="2822"/>
                            </a:cubicBezTo>
                            <a:cubicBezTo>
                              <a:pt x="172980" y="5489"/>
                              <a:pt x="182600" y="11394"/>
                              <a:pt x="191935" y="17871"/>
                            </a:cubicBezTo>
                            <a:cubicBezTo>
                              <a:pt x="198412" y="22348"/>
                              <a:pt x="201555" y="32444"/>
                              <a:pt x="196888" y="38350"/>
                            </a:cubicBezTo>
                            <a:cubicBezTo>
                              <a:pt x="183458" y="55495"/>
                              <a:pt x="167646" y="66925"/>
                              <a:pt x="140309" y="7511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19" name="Forme libre : forme 11418">
                        <a:extLst>
                          <a:ext uri="{FF2B5EF4-FFF2-40B4-BE49-F238E27FC236}">
                            <a16:creationId xmlns:a16="http://schemas.microsoft.com/office/drawing/2014/main" id="{43EC81B1-898C-4700-8EBA-56ECE23791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2920" y="2666333"/>
                        <a:ext cx="194309" cy="61053"/>
                      </a:xfrm>
                      <a:custGeom>
                        <a:avLst/>
                        <a:gdLst>
                          <a:gd name="connsiteX0" fmla="*/ 76581 w 194309"/>
                          <a:gd name="connsiteY0" fmla="*/ 26670 h 61053"/>
                          <a:gd name="connsiteX1" fmla="*/ 0 w 194309"/>
                          <a:gd name="connsiteY1" fmla="*/ 49530 h 61053"/>
                          <a:gd name="connsiteX2" fmla="*/ 7715 w 194309"/>
                          <a:gd name="connsiteY2" fmla="*/ 55436 h 61053"/>
                          <a:gd name="connsiteX3" fmla="*/ 18955 w 194309"/>
                          <a:gd name="connsiteY3" fmla="*/ 58388 h 61053"/>
                          <a:gd name="connsiteX4" fmla="*/ 51435 w 194309"/>
                          <a:gd name="connsiteY4" fmla="*/ 60770 h 61053"/>
                          <a:gd name="connsiteX5" fmla="*/ 76200 w 194309"/>
                          <a:gd name="connsiteY5" fmla="*/ 55340 h 61053"/>
                          <a:gd name="connsiteX6" fmla="*/ 86010 w 194309"/>
                          <a:gd name="connsiteY6" fmla="*/ 52197 h 61053"/>
                          <a:gd name="connsiteX7" fmla="*/ 110109 w 194309"/>
                          <a:gd name="connsiteY7" fmla="*/ 44672 h 61053"/>
                          <a:gd name="connsiteX8" fmla="*/ 122205 w 194309"/>
                          <a:gd name="connsiteY8" fmla="*/ 40862 h 61053"/>
                          <a:gd name="connsiteX9" fmla="*/ 132969 w 194309"/>
                          <a:gd name="connsiteY9" fmla="*/ 38100 h 61053"/>
                          <a:gd name="connsiteX10" fmla="*/ 137541 w 194309"/>
                          <a:gd name="connsiteY10" fmla="*/ 36767 h 61053"/>
                          <a:gd name="connsiteX11" fmla="*/ 162687 w 194309"/>
                          <a:gd name="connsiteY11" fmla="*/ 26861 h 61053"/>
                          <a:gd name="connsiteX12" fmla="*/ 176117 w 194309"/>
                          <a:gd name="connsiteY12" fmla="*/ 17907 h 61053"/>
                          <a:gd name="connsiteX13" fmla="*/ 187547 w 194309"/>
                          <a:gd name="connsiteY13" fmla="*/ 7906 h 61053"/>
                          <a:gd name="connsiteX14" fmla="*/ 194120 w 194309"/>
                          <a:gd name="connsiteY14" fmla="*/ 286 h 61053"/>
                          <a:gd name="connsiteX15" fmla="*/ 194310 w 194309"/>
                          <a:gd name="connsiteY15" fmla="*/ 0 h 61053"/>
                          <a:gd name="connsiteX16" fmla="*/ 76581 w 194309"/>
                          <a:gd name="connsiteY16" fmla="*/ 26670 h 610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94309" h="61053">
                            <a:moveTo>
                              <a:pt x="76581" y="26670"/>
                            </a:moveTo>
                            <a:cubicBezTo>
                              <a:pt x="50863" y="36671"/>
                              <a:pt x="24765" y="49149"/>
                              <a:pt x="0" y="49530"/>
                            </a:cubicBezTo>
                            <a:cubicBezTo>
                              <a:pt x="1905" y="52292"/>
                              <a:pt x="4476" y="54483"/>
                              <a:pt x="7715" y="55436"/>
                            </a:cubicBezTo>
                            <a:cubicBezTo>
                              <a:pt x="11525" y="56579"/>
                              <a:pt x="15335" y="57531"/>
                              <a:pt x="18955" y="58388"/>
                            </a:cubicBezTo>
                            <a:cubicBezTo>
                              <a:pt x="29527" y="60770"/>
                              <a:pt x="39624" y="61532"/>
                              <a:pt x="51435" y="60770"/>
                            </a:cubicBezTo>
                            <a:cubicBezTo>
                              <a:pt x="59055" y="60198"/>
                              <a:pt x="66770" y="57817"/>
                              <a:pt x="76200" y="55340"/>
                            </a:cubicBezTo>
                            <a:cubicBezTo>
                              <a:pt x="79057" y="54483"/>
                              <a:pt x="82391" y="53435"/>
                              <a:pt x="86010" y="52197"/>
                            </a:cubicBezTo>
                            <a:cubicBezTo>
                              <a:pt x="93059" y="49530"/>
                              <a:pt x="101727" y="47149"/>
                              <a:pt x="110109" y="44672"/>
                            </a:cubicBezTo>
                            <a:cubicBezTo>
                              <a:pt x="114300" y="43339"/>
                              <a:pt x="118396" y="42101"/>
                              <a:pt x="122205" y="40862"/>
                            </a:cubicBezTo>
                            <a:cubicBezTo>
                              <a:pt x="126111" y="39814"/>
                              <a:pt x="129826" y="38957"/>
                              <a:pt x="132969" y="38100"/>
                            </a:cubicBezTo>
                            <a:cubicBezTo>
                              <a:pt x="134588" y="37624"/>
                              <a:pt x="136207" y="37147"/>
                              <a:pt x="137541" y="36767"/>
                            </a:cubicBezTo>
                            <a:cubicBezTo>
                              <a:pt x="147256" y="33623"/>
                              <a:pt x="155448" y="30575"/>
                              <a:pt x="162687" y="26861"/>
                            </a:cubicBezTo>
                            <a:cubicBezTo>
                              <a:pt x="167640" y="24194"/>
                              <a:pt x="172021" y="21146"/>
                              <a:pt x="176117" y="17907"/>
                            </a:cubicBezTo>
                            <a:cubicBezTo>
                              <a:pt x="180213" y="14859"/>
                              <a:pt x="183928" y="11525"/>
                              <a:pt x="187547" y="7906"/>
                            </a:cubicBezTo>
                            <a:cubicBezTo>
                              <a:pt x="189833" y="5525"/>
                              <a:pt x="192024" y="2953"/>
                              <a:pt x="194120" y="286"/>
                            </a:cubicBezTo>
                            <a:lnTo>
                              <a:pt x="194310" y="0"/>
                            </a:lnTo>
                            <a:cubicBezTo>
                              <a:pt x="154305" y="3238"/>
                              <a:pt x="112966" y="11335"/>
                              <a:pt x="76581" y="2667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20" name="Forme libre : forme 11419">
                        <a:extLst>
                          <a:ext uri="{FF2B5EF4-FFF2-40B4-BE49-F238E27FC236}">
                            <a16:creationId xmlns:a16="http://schemas.microsoft.com/office/drawing/2014/main" id="{6DD43A3F-32B8-46EC-B01F-CC013AB0D6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07790" y="2656900"/>
                        <a:ext cx="92473" cy="34538"/>
                      </a:xfrm>
                      <a:custGeom>
                        <a:avLst/>
                        <a:gdLst>
                          <a:gd name="connsiteX0" fmla="*/ 92387 w 92473"/>
                          <a:gd name="connsiteY0" fmla="*/ 6099 h 34538"/>
                          <a:gd name="connsiteX1" fmla="*/ 74861 w 92473"/>
                          <a:gd name="connsiteY1" fmla="*/ 19434 h 34538"/>
                          <a:gd name="connsiteX2" fmla="*/ 47334 w 92473"/>
                          <a:gd name="connsiteY2" fmla="*/ 28578 h 34538"/>
                          <a:gd name="connsiteX3" fmla="*/ 20950 w 92473"/>
                          <a:gd name="connsiteY3" fmla="*/ 33816 h 34538"/>
                          <a:gd name="connsiteX4" fmla="*/ 375 w 92473"/>
                          <a:gd name="connsiteY4" fmla="*/ 29816 h 34538"/>
                          <a:gd name="connsiteX5" fmla="*/ 14282 w 92473"/>
                          <a:gd name="connsiteY5" fmla="*/ 14100 h 34538"/>
                          <a:gd name="connsiteX6" fmla="*/ 40571 w 92473"/>
                          <a:gd name="connsiteY6" fmla="*/ 4765 h 34538"/>
                          <a:gd name="connsiteX7" fmla="*/ 70194 w 92473"/>
                          <a:gd name="connsiteY7" fmla="*/ 193 h 34538"/>
                          <a:gd name="connsiteX8" fmla="*/ 92387 w 92473"/>
                          <a:gd name="connsiteY8" fmla="*/ 6099 h 345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473" h="34538">
                            <a:moveTo>
                              <a:pt x="92387" y="6099"/>
                            </a:moveTo>
                            <a:cubicBezTo>
                              <a:pt x="93435" y="11242"/>
                              <a:pt x="84767" y="15243"/>
                              <a:pt x="74861" y="19434"/>
                            </a:cubicBezTo>
                            <a:cubicBezTo>
                              <a:pt x="64860" y="23720"/>
                              <a:pt x="53144" y="26578"/>
                              <a:pt x="47334" y="28578"/>
                            </a:cubicBezTo>
                            <a:cubicBezTo>
                              <a:pt x="41524" y="30388"/>
                              <a:pt x="30665" y="32769"/>
                              <a:pt x="20950" y="33816"/>
                            </a:cubicBezTo>
                            <a:cubicBezTo>
                              <a:pt x="11329" y="35245"/>
                              <a:pt x="2471" y="34864"/>
                              <a:pt x="375" y="29816"/>
                            </a:cubicBezTo>
                            <a:cubicBezTo>
                              <a:pt x="-1720" y="24768"/>
                              <a:pt x="5233" y="19053"/>
                              <a:pt x="14282" y="14100"/>
                            </a:cubicBezTo>
                            <a:cubicBezTo>
                              <a:pt x="23426" y="9528"/>
                              <a:pt x="34761" y="6384"/>
                              <a:pt x="40571" y="4765"/>
                            </a:cubicBezTo>
                            <a:cubicBezTo>
                              <a:pt x="46381" y="2956"/>
                              <a:pt x="58954" y="1146"/>
                              <a:pt x="70194" y="193"/>
                            </a:cubicBezTo>
                            <a:cubicBezTo>
                              <a:pt x="81243" y="-664"/>
                              <a:pt x="91434" y="1336"/>
                              <a:pt x="92387" y="609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21" name="Forme libre : forme 11420">
                        <a:extLst>
                          <a:ext uri="{FF2B5EF4-FFF2-40B4-BE49-F238E27FC236}">
                            <a16:creationId xmlns:a16="http://schemas.microsoft.com/office/drawing/2014/main" id="{75B7E4BF-8D0C-4C79-88D2-FC0A45799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06763" y="2670428"/>
                        <a:ext cx="67602" cy="20875"/>
                      </a:xfrm>
                      <a:custGeom>
                        <a:avLst/>
                        <a:gdLst>
                          <a:gd name="connsiteX0" fmla="*/ 16929 w 67602"/>
                          <a:gd name="connsiteY0" fmla="*/ 0 h 20875"/>
                          <a:gd name="connsiteX1" fmla="*/ 832 w 67602"/>
                          <a:gd name="connsiteY1" fmla="*/ 16478 h 20875"/>
                          <a:gd name="connsiteX2" fmla="*/ 21882 w 67602"/>
                          <a:gd name="connsiteY2" fmla="*/ 20288 h 20875"/>
                          <a:gd name="connsiteX3" fmla="*/ 48838 w 67602"/>
                          <a:gd name="connsiteY3" fmla="*/ 15050 h 20875"/>
                          <a:gd name="connsiteX4" fmla="*/ 67602 w 67602"/>
                          <a:gd name="connsiteY4" fmla="*/ 8763 h 20875"/>
                          <a:gd name="connsiteX5" fmla="*/ 57125 w 67602"/>
                          <a:gd name="connsiteY5" fmla="*/ 10478 h 20875"/>
                          <a:gd name="connsiteX6" fmla="*/ 16929 w 67602"/>
                          <a:gd name="connsiteY6" fmla="*/ 0 h 208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602" h="20875">
                            <a:moveTo>
                              <a:pt x="16929" y="0"/>
                            </a:moveTo>
                            <a:cubicBezTo>
                              <a:pt x="11786" y="3905"/>
                              <a:pt x="-3740" y="10859"/>
                              <a:pt x="832" y="16478"/>
                            </a:cubicBezTo>
                            <a:cubicBezTo>
                              <a:pt x="4451" y="21050"/>
                              <a:pt x="12738" y="21527"/>
                              <a:pt x="21882" y="20288"/>
                            </a:cubicBezTo>
                            <a:cubicBezTo>
                              <a:pt x="31121" y="19431"/>
                              <a:pt x="41409" y="17145"/>
                              <a:pt x="48838" y="15050"/>
                            </a:cubicBezTo>
                            <a:cubicBezTo>
                              <a:pt x="53124" y="13526"/>
                              <a:pt x="62935" y="10954"/>
                              <a:pt x="67602" y="8763"/>
                            </a:cubicBezTo>
                            <a:cubicBezTo>
                              <a:pt x="64745" y="9335"/>
                              <a:pt x="59887" y="10478"/>
                              <a:pt x="57125" y="10478"/>
                            </a:cubicBezTo>
                            <a:cubicBezTo>
                              <a:pt x="41122" y="10763"/>
                              <a:pt x="21787" y="11240"/>
                              <a:pt x="16929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22" name="Forme libre : forme 11421">
                        <a:extLst>
                          <a:ext uri="{FF2B5EF4-FFF2-40B4-BE49-F238E27FC236}">
                            <a16:creationId xmlns:a16="http://schemas.microsoft.com/office/drawing/2014/main" id="{38972206-65E9-46E8-97B7-D8004E4988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3000" y="2658219"/>
                        <a:ext cx="92637" cy="34377"/>
                      </a:xfrm>
                      <a:custGeom>
                        <a:avLst/>
                        <a:gdLst>
                          <a:gd name="connsiteX0" fmla="*/ 92607 w 92637"/>
                          <a:gd name="connsiteY0" fmla="*/ 6399 h 34377"/>
                          <a:gd name="connsiteX1" fmla="*/ 73843 w 92637"/>
                          <a:gd name="connsiteY1" fmla="*/ 19829 h 34377"/>
                          <a:gd name="connsiteX2" fmla="*/ 46887 w 92637"/>
                          <a:gd name="connsiteY2" fmla="*/ 28878 h 34377"/>
                          <a:gd name="connsiteX3" fmla="*/ 20788 w 92637"/>
                          <a:gd name="connsiteY3" fmla="*/ 34022 h 34377"/>
                          <a:gd name="connsiteX4" fmla="*/ 500 w 92637"/>
                          <a:gd name="connsiteY4" fmla="*/ 29354 h 34377"/>
                          <a:gd name="connsiteX5" fmla="*/ 14407 w 92637"/>
                          <a:gd name="connsiteY5" fmla="*/ 13924 h 34377"/>
                          <a:gd name="connsiteX6" fmla="*/ 40505 w 92637"/>
                          <a:gd name="connsiteY6" fmla="*/ 4780 h 34377"/>
                          <a:gd name="connsiteX7" fmla="*/ 70985 w 92637"/>
                          <a:gd name="connsiteY7" fmla="*/ 17 h 34377"/>
                          <a:gd name="connsiteX8" fmla="*/ 92607 w 92637"/>
                          <a:gd name="connsiteY8" fmla="*/ 6399 h 343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637" h="34377">
                            <a:moveTo>
                              <a:pt x="92607" y="6399"/>
                            </a:moveTo>
                            <a:cubicBezTo>
                              <a:pt x="91940" y="11733"/>
                              <a:pt x="83558" y="16115"/>
                              <a:pt x="73843" y="19829"/>
                            </a:cubicBezTo>
                            <a:cubicBezTo>
                              <a:pt x="64222" y="24020"/>
                              <a:pt x="53269" y="27259"/>
                              <a:pt x="46887" y="28878"/>
                            </a:cubicBezTo>
                            <a:cubicBezTo>
                              <a:pt x="40601" y="30974"/>
                              <a:pt x="30313" y="33355"/>
                              <a:pt x="20788" y="34022"/>
                            </a:cubicBezTo>
                            <a:cubicBezTo>
                              <a:pt x="11454" y="34879"/>
                              <a:pt x="3072" y="34498"/>
                              <a:pt x="500" y="29354"/>
                            </a:cubicBezTo>
                            <a:cubicBezTo>
                              <a:pt x="-1976" y="24402"/>
                              <a:pt x="5073" y="18401"/>
                              <a:pt x="14407" y="13924"/>
                            </a:cubicBezTo>
                            <a:cubicBezTo>
                              <a:pt x="23837" y="9638"/>
                              <a:pt x="35171" y="6304"/>
                              <a:pt x="40505" y="4780"/>
                            </a:cubicBezTo>
                            <a:cubicBezTo>
                              <a:pt x="45935" y="3542"/>
                              <a:pt x="59269" y="970"/>
                              <a:pt x="70985" y="17"/>
                            </a:cubicBezTo>
                            <a:cubicBezTo>
                              <a:pt x="83082" y="-173"/>
                              <a:pt x="93274" y="1161"/>
                              <a:pt x="92607" y="639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23" name="Forme libre : forme 11422">
                        <a:extLst>
                          <a:ext uri="{FF2B5EF4-FFF2-40B4-BE49-F238E27FC236}">
                            <a16:creationId xmlns:a16="http://schemas.microsoft.com/office/drawing/2014/main" id="{61C53B36-203C-4332-93EC-4737677558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4374" y="2671922"/>
                        <a:ext cx="117652" cy="40580"/>
                      </a:xfrm>
                      <a:custGeom>
                        <a:avLst/>
                        <a:gdLst>
                          <a:gd name="connsiteX0" fmla="*/ 3216 w 117652"/>
                          <a:gd name="connsiteY0" fmla="*/ 32701 h 40580"/>
                          <a:gd name="connsiteX1" fmla="*/ 19217 w 117652"/>
                          <a:gd name="connsiteY1" fmla="*/ 38893 h 40580"/>
                          <a:gd name="connsiteX2" fmla="*/ 40649 w 117652"/>
                          <a:gd name="connsiteY2" fmla="*/ 40512 h 40580"/>
                          <a:gd name="connsiteX3" fmla="*/ 63795 w 117652"/>
                          <a:gd name="connsiteY3" fmla="*/ 38797 h 40580"/>
                          <a:gd name="connsiteX4" fmla="*/ 85512 w 117652"/>
                          <a:gd name="connsiteY4" fmla="*/ 32987 h 40580"/>
                          <a:gd name="connsiteX5" fmla="*/ 104657 w 117652"/>
                          <a:gd name="connsiteY5" fmla="*/ 24319 h 40580"/>
                          <a:gd name="connsiteX6" fmla="*/ 116754 w 117652"/>
                          <a:gd name="connsiteY6" fmla="*/ 7460 h 40580"/>
                          <a:gd name="connsiteX7" fmla="*/ 101418 w 117652"/>
                          <a:gd name="connsiteY7" fmla="*/ 5079 h 40580"/>
                          <a:gd name="connsiteX8" fmla="*/ 80368 w 117652"/>
                          <a:gd name="connsiteY8" fmla="*/ 4507 h 40580"/>
                          <a:gd name="connsiteX9" fmla="*/ 58746 w 117652"/>
                          <a:gd name="connsiteY9" fmla="*/ 2507 h 40580"/>
                          <a:gd name="connsiteX10" fmla="*/ 38173 w 117652"/>
                          <a:gd name="connsiteY10" fmla="*/ 30 h 40580"/>
                          <a:gd name="connsiteX11" fmla="*/ 26743 w 117652"/>
                          <a:gd name="connsiteY11" fmla="*/ 793 h 40580"/>
                          <a:gd name="connsiteX12" fmla="*/ 15122 w 117652"/>
                          <a:gd name="connsiteY12" fmla="*/ 5364 h 40580"/>
                          <a:gd name="connsiteX13" fmla="*/ 1120 w 117652"/>
                          <a:gd name="connsiteY13" fmla="*/ 19652 h 40580"/>
                          <a:gd name="connsiteX14" fmla="*/ 3216 w 117652"/>
                          <a:gd name="connsiteY14" fmla="*/ 32701 h 405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17652" h="40580">
                            <a:moveTo>
                              <a:pt x="3216" y="32701"/>
                            </a:moveTo>
                            <a:cubicBezTo>
                              <a:pt x="8169" y="37083"/>
                              <a:pt x="11217" y="38035"/>
                              <a:pt x="19217" y="38893"/>
                            </a:cubicBezTo>
                            <a:cubicBezTo>
                              <a:pt x="26838" y="39750"/>
                              <a:pt x="33600" y="40512"/>
                              <a:pt x="40649" y="40512"/>
                            </a:cubicBezTo>
                            <a:cubicBezTo>
                              <a:pt x="47698" y="40702"/>
                              <a:pt x="55222" y="40607"/>
                              <a:pt x="63795" y="38797"/>
                            </a:cubicBezTo>
                            <a:cubicBezTo>
                              <a:pt x="70939" y="37178"/>
                              <a:pt x="78463" y="35463"/>
                              <a:pt x="85512" y="32987"/>
                            </a:cubicBezTo>
                            <a:cubicBezTo>
                              <a:pt x="92560" y="30511"/>
                              <a:pt x="99037" y="27177"/>
                              <a:pt x="104657" y="24319"/>
                            </a:cubicBezTo>
                            <a:cubicBezTo>
                              <a:pt x="112848" y="19652"/>
                              <a:pt x="120278" y="12889"/>
                              <a:pt x="116754" y="7460"/>
                            </a:cubicBezTo>
                            <a:cubicBezTo>
                              <a:pt x="114563" y="4126"/>
                              <a:pt x="107419" y="5460"/>
                              <a:pt x="101418" y="5079"/>
                            </a:cubicBezTo>
                            <a:cubicBezTo>
                              <a:pt x="94275" y="4412"/>
                              <a:pt x="87417" y="4698"/>
                              <a:pt x="80368" y="4507"/>
                            </a:cubicBezTo>
                            <a:cubicBezTo>
                              <a:pt x="73320" y="4317"/>
                              <a:pt x="66176" y="3650"/>
                              <a:pt x="58746" y="2507"/>
                            </a:cubicBezTo>
                            <a:cubicBezTo>
                              <a:pt x="52460" y="1650"/>
                              <a:pt x="45602" y="221"/>
                              <a:pt x="38173" y="30"/>
                            </a:cubicBezTo>
                            <a:cubicBezTo>
                              <a:pt x="34458" y="-65"/>
                              <a:pt x="30648" y="30"/>
                              <a:pt x="26743" y="793"/>
                            </a:cubicBezTo>
                            <a:cubicBezTo>
                              <a:pt x="22932" y="1745"/>
                              <a:pt x="19027" y="3174"/>
                              <a:pt x="15122" y="5364"/>
                            </a:cubicBezTo>
                            <a:cubicBezTo>
                              <a:pt x="8073" y="9270"/>
                              <a:pt x="3216" y="14604"/>
                              <a:pt x="1120" y="19652"/>
                            </a:cubicBezTo>
                            <a:cubicBezTo>
                              <a:pt x="-880" y="24510"/>
                              <a:pt x="-213" y="29653"/>
                              <a:pt x="3216" y="3270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24" name="Forme libre : forme 11423">
                        <a:extLst>
                          <a:ext uri="{FF2B5EF4-FFF2-40B4-BE49-F238E27FC236}">
                            <a16:creationId xmlns:a16="http://schemas.microsoft.com/office/drawing/2014/main" id="{39BDC874-4FC9-4ECA-9181-5970EC913E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84350" y="2663333"/>
                        <a:ext cx="35166" cy="22953"/>
                      </a:xfrm>
                      <a:custGeom>
                        <a:avLst/>
                        <a:gdLst>
                          <a:gd name="connsiteX0" fmla="*/ 2480 w 35166"/>
                          <a:gd name="connsiteY0" fmla="*/ 17764 h 22953"/>
                          <a:gd name="connsiteX1" fmla="*/ 4 w 35166"/>
                          <a:gd name="connsiteY1" fmla="*/ 21669 h 22953"/>
                          <a:gd name="connsiteX2" fmla="*/ 3623 w 35166"/>
                          <a:gd name="connsiteY2" fmla="*/ 22716 h 22953"/>
                          <a:gd name="connsiteX3" fmla="*/ 10291 w 35166"/>
                          <a:gd name="connsiteY3" fmla="*/ 19954 h 22953"/>
                          <a:gd name="connsiteX4" fmla="*/ 26198 w 35166"/>
                          <a:gd name="connsiteY4" fmla="*/ 11953 h 22953"/>
                          <a:gd name="connsiteX5" fmla="*/ 31627 w 35166"/>
                          <a:gd name="connsiteY5" fmla="*/ 8334 h 22953"/>
                          <a:gd name="connsiteX6" fmla="*/ 25245 w 35166"/>
                          <a:gd name="connsiteY6" fmla="*/ 1666 h 22953"/>
                          <a:gd name="connsiteX7" fmla="*/ 2480 w 35166"/>
                          <a:gd name="connsiteY7" fmla="*/ 17764 h 22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166" h="22953">
                            <a:moveTo>
                              <a:pt x="2480" y="17764"/>
                            </a:moveTo>
                            <a:cubicBezTo>
                              <a:pt x="1051" y="19192"/>
                              <a:pt x="99" y="20240"/>
                              <a:pt x="4" y="21669"/>
                            </a:cubicBezTo>
                            <a:cubicBezTo>
                              <a:pt x="-92" y="23002"/>
                              <a:pt x="1623" y="23193"/>
                              <a:pt x="3623" y="22716"/>
                            </a:cubicBezTo>
                            <a:cubicBezTo>
                              <a:pt x="5624" y="22240"/>
                              <a:pt x="8290" y="21002"/>
                              <a:pt x="10291" y="19954"/>
                            </a:cubicBezTo>
                            <a:cubicBezTo>
                              <a:pt x="15625" y="17478"/>
                              <a:pt x="21244" y="14811"/>
                              <a:pt x="26198" y="11953"/>
                            </a:cubicBezTo>
                            <a:cubicBezTo>
                              <a:pt x="28198" y="10810"/>
                              <a:pt x="30198" y="9763"/>
                              <a:pt x="31627" y="8334"/>
                            </a:cubicBezTo>
                            <a:cubicBezTo>
                              <a:pt x="37818" y="2524"/>
                              <a:pt x="36009" y="-2810"/>
                              <a:pt x="25245" y="1666"/>
                            </a:cubicBezTo>
                            <a:cubicBezTo>
                              <a:pt x="16959" y="5191"/>
                              <a:pt x="8005" y="11572"/>
                              <a:pt x="2480" y="1776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25" name="Forme libre : forme 11424">
                        <a:extLst>
                          <a:ext uri="{FF2B5EF4-FFF2-40B4-BE49-F238E27FC236}">
                            <a16:creationId xmlns:a16="http://schemas.microsoft.com/office/drawing/2014/main" id="{4E609E8C-25D3-45F1-85E5-EC14C30207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2366" y="2664237"/>
                        <a:ext cx="51815" cy="36957"/>
                      </a:xfrm>
                      <a:custGeom>
                        <a:avLst/>
                        <a:gdLst>
                          <a:gd name="connsiteX0" fmla="*/ 51815 w 51815"/>
                          <a:gd name="connsiteY0" fmla="*/ 0 h 36957"/>
                          <a:gd name="connsiteX1" fmla="*/ 0 w 51815"/>
                          <a:gd name="connsiteY1" fmla="*/ 36957 h 36957"/>
                          <a:gd name="connsiteX2" fmla="*/ 51815 w 51815"/>
                          <a:gd name="connsiteY2" fmla="*/ 0 h 369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1815" h="36957">
                            <a:moveTo>
                              <a:pt x="51815" y="0"/>
                            </a:moveTo>
                            <a:cubicBezTo>
                              <a:pt x="44672" y="14669"/>
                              <a:pt x="16478" y="27432"/>
                              <a:pt x="0" y="36957"/>
                            </a:cubicBezTo>
                            <a:cubicBezTo>
                              <a:pt x="18097" y="26956"/>
                              <a:pt x="37719" y="12002"/>
                              <a:pt x="5181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26" name="Forme libre : forme 11425">
                        <a:extLst>
                          <a:ext uri="{FF2B5EF4-FFF2-40B4-BE49-F238E27FC236}">
                            <a16:creationId xmlns:a16="http://schemas.microsoft.com/office/drawing/2014/main" id="{22F48DD8-147C-40FC-8C80-62C180A71F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3205" y="2651950"/>
                        <a:ext cx="54292" cy="51625"/>
                      </a:xfrm>
                      <a:custGeom>
                        <a:avLst/>
                        <a:gdLst>
                          <a:gd name="connsiteX0" fmla="*/ 54293 w 54292"/>
                          <a:gd name="connsiteY0" fmla="*/ 0 h 51625"/>
                          <a:gd name="connsiteX1" fmla="*/ 0 w 54292"/>
                          <a:gd name="connsiteY1" fmla="*/ 51625 h 51625"/>
                          <a:gd name="connsiteX2" fmla="*/ 54293 w 54292"/>
                          <a:gd name="connsiteY2" fmla="*/ 0 h 516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4292" h="51625">
                            <a:moveTo>
                              <a:pt x="54293" y="0"/>
                            </a:moveTo>
                            <a:cubicBezTo>
                              <a:pt x="27813" y="11239"/>
                              <a:pt x="10001" y="32671"/>
                              <a:pt x="0" y="51625"/>
                            </a:cubicBezTo>
                            <a:cubicBezTo>
                              <a:pt x="8382" y="33433"/>
                              <a:pt x="32957" y="12287"/>
                              <a:pt x="5429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27" name="Forme libre : forme 11426">
                        <a:extLst>
                          <a:ext uri="{FF2B5EF4-FFF2-40B4-BE49-F238E27FC236}">
                            <a16:creationId xmlns:a16="http://schemas.microsoft.com/office/drawing/2014/main" id="{5DB803BF-83A1-4D38-B88C-CFEAED04A1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2802" y="2661161"/>
                        <a:ext cx="35314" cy="9719"/>
                      </a:xfrm>
                      <a:custGeom>
                        <a:avLst/>
                        <a:gdLst>
                          <a:gd name="connsiteX0" fmla="*/ 35182 w 35314"/>
                          <a:gd name="connsiteY0" fmla="*/ 2790 h 9719"/>
                          <a:gd name="connsiteX1" fmla="*/ 15179 w 35314"/>
                          <a:gd name="connsiteY1" fmla="*/ 8886 h 9719"/>
                          <a:gd name="connsiteX2" fmla="*/ 130 w 35314"/>
                          <a:gd name="connsiteY2" fmla="*/ 6981 h 9719"/>
                          <a:gd name="connsiteX3" fmla="*/ 18989 w 35314"/>
                          <a:gd name="connsiteY3" fmla="*/ 600 h 9719"/>
                          <a:gd name="connsiteX4" fmla="*/ 35182 w 35314"/>
                          <a:gd name="connsiteY4" fmla="*/ 2790 h 9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314" h="9719">
                            <a:moveTo>
                              <a:pt x="35182" y="2790"/>
                            </a:moveTo>
                            <a:cubicBezTo>
                              <a:pt x="33658" y="6695"/>
                              <a:pt x="19561" y="8410"/>
                              <a:pt x="15179" y="8886"/>
                            </a:cubicBezTo>
                            <a:cubicBezTo>
                              <a:pt x="10893" y="9362"/>
                              <a:pt x="-1394" y="11268"/>
                              <a:pt x="130" y="6981"/>
                            </a:cubicBezTo>
                            <a:cubicBezTo>
                              <a:pt x="1654" y="2695"/>
                              <a:pt x="14798" y="790"/>
                              <a:pt x="18989" y="600"/>
                            </a:cubicBezTo>
                            <a:cubicBezTo>
                              <a:pt x="23180" y="123"/>
                              <a:pt x="36801" y="-1210"/>
                              <a:pt x="35182" y="279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28" name="Forme libre : forme 11427">
                        <a:extLst>
                          <a:ext uri="{FF2B5EF4-FFF2-40B4-BE49-F238E27FC236}">
                            <a16:creationId xmlns:a16="http://schemas.microsoft.com/office/drawing/2014/main" id="{509CD3B7-FD5C-4BF0-88D1-8282AAB5C2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3340" y="2660973"/>
                        <a:ext cx="9951" cy="3871"/>
                      </a:xfrm>
                      <a:custGeom>
                        <a:avLst/>
                        <a:gdLst>
                          <a:gd name="connsiteX0" fmla="*/ 9883 w 9951"/>
                          <a:gd name="connsiteY0" fmla="*/ 788 h 3871"/>
                          <a:gd name="connsiteX1" fmla="*/ 5692 w 9951"/>
                          <a:gd name="connsiteY1" fmla="*/ 3455 h 3871"/>
                          <a:gd name="connsiteX2" fmla="*/ 72 w 9951"/>
                          <a:gd name="connsiteY2" fmla="*/ 3074 h 3871"/>
                          <a:gd name="connsiteX3" fmla="*/ 4168 w 9951"/>
                          <a:gd name="connsiteY3" fmla="*/ 502 h 3871"/>
                          <a:gd name="connsiteX4" fmla="*/ 9883 w 9951"/>
                          <a:gd name="connsiteY4" fmla="*/ 788 h 38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951" h="3871">
                            <a:moveTo>
                              <a:pt x="9883" y="788"/>
                            </a:moveTo>
                            <a:cubicBezTo>
                              <a:pt x="10454" y="2026"/>
                              <a:pt x="7311" y="3074"/>
                              <a:pt x="5692" y="3455"/>
                            </a:cubicBezTo>
                            <a:cubicBezTo>
                              <a:pt x="4073" y="3836"/>
                              <a:pt x="644" y="4312"/>
                              <a:pt x="72" y="3074"/>
                            </a:cubicBezTo>
                            <a:cubicBezTo>
                              <a:pt x="-499" y="1740"/>
                              <a:pt x="2454" y="883"/>
                              <a:pt x="4168" y="502"/>
                            </a:cubicBezTo>
                            <a:cubicBezTo>
                              <a:pt x="5787" y="26"/>
                              <a:pt x="9311" y="-450"/>
                              <a:pt x="9883" y="78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29" name="Forme libre : forme 11428">
                        <a:extLst>
                          <a:ext uri="{FF2B5EF4-FFF2-40B4-BE49-F238E27FC236}">
                            <a16:creationId xmlns:a16="http://schemas.microsoft.com/office/drawing/2014/main" id="{8D124BBD-8BF0-4C92-B968-7E3F2B2EC9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6918" y="2635786"/>
                        <a:ext cx="92548" cy="26379"/>
                      </a:xfrm>
                      <a:custGeom>
                        <a:avLst/>
                        <a:gdLst>
                          <a:gd name="connsiteX0" fmla="*/ 68498 w 92548"/>
                          <a:gd name="connsiteY0" fmla="*/ 7877 h 26379"/>
                          <a:gd name="connsiteX1" fmla="*/ 91835 w 92548"/>
                          <a:gd name="connsiteY1" fmla="*/ 19974 h 26379"/>
                          <a:gd name="connsiteX2" fmla="*/ 86406 w 92548"/>
                          <a:gd name="connsiteY2" fmla="*/ 26261 h 26379"/>
                          <a:gd name="connsiteX3" fmla="*/ 75642 w 92548"/>
                          <a:gd name="connsiteY3" fmla="*/ 24070 h 26379"/>
                          <a:gd name="connsiteX4" fmla="*/ 42495 w 92548"/>
                          <a:gd name="connsiteY4" fmla="*/ 16355 h 26379"/>
                          <a:gd name="connsiteX5" fmla="*/ 16873 w 92548"/>
                          <a:gd name="connsiteY5" fmla="*/ 16545 h 26379"/>
                          <a:gd name="connsiteX6" fmla="*/ 395 w 92548"/>
                          <a:gd name="connsiteY6" fmla="*/ 11497 h 26379"/>
                          <a:gd name="connsiteX7" fmla="*/ 46020 w 92548"/>
                          <a:gd name="connsiteY7" fmla="*/ 257 h 26379"/>
                          <a:gd name="connsiteX8" fmla="*/ 68498 w 92548"/>
                          <a:gd name="connsiteY8" fmla="*/ 7877 h 263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548" h="26379">
                            <a:moveTo>
                              <a:pt x="68498" y="7877"/>
                            </a:moveTo>
                            <a:cubicBezTo>
                              <a:pt x="78595" y="10830"/>
                              <a:pt x="85834" y="13878"/>
                              <a:pt x="91835" y="19974"/>
                            </a:cubicBezTo>
                            <a:cubicBezTo>
                              <a:pt x="94025" y="22260"/>
                              <a:pt x="90882" y="25784"/>
                              <a:pt x="86406" y="26261"/>
                            </a:cubicBezTo>
                            <a:cubicBezTo>
                              <a:pt x="81928" y="26832"/>
                              <a:pt x="78880" y="25213"/>
                              <a:pt x="75642" y="24070"/>
                            </a:cubicBezTo>
                            <a:cubicBezTo>
                              <a:pt x="65641" y="20260"/>
                              <a:pt x="54687" y="17783"/>
                              <a:pt x="42495" y="16355"/>
                            </a:cubicBezTo>
                            <a:cubicBezTo>
                              <a:pt x="38685" y="15973"/>
                              <a:pt x="27064" y="16736"/>
                              <a:pt x="16873" y="16545"/>
                            </a:cubicBezTo>
                            <a:cubicBezTo>
                              <a:pt x="6776" y="16736"/>
                              <a:pt x="-1987" y="16259"/>
                              <a:pt x="395" y="11497"/>
                            </a:cubicBezTo>
                            <a:cubicBezTo>
                              <a:pt x="5062" y="1591"/>
                              <a:pt x="35732" y="-886"/>
                              <a:pt x="46020" y="257"/>
                            </a:cubicBezTo>
                            <a:cubicBezTo>
                              <a:pt x="56402" y="1781"/>
                              <a:pt x="60879" y="5591"/>
                              <a:pt x="68498" y="787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45" name="Graphique 1">
                      <a:extLst>
                        <a:ext uri="{FF2B5EF4-FFF2-40B4-BE49-F238E27FC236}">
                          <a16:creationId xmlns:a16="http://schemas.microsoft.com/office/drawing/2014/main" id="{49CF1183-7FEC-4839-A536-E55FC755B1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9110" y="2620671"/>
                      <a:ext cx="203226" cy="85870"/>
                      <a:chOff x="5239110" y="2620671"/>
                      <a:chExt cx="203226" cy="85870"/>
                    </a:xfrm>
                    <a:solidFill>
                      <a:schemeClr val="accent1"/>
                    </a:solidFill>
                  </p:grpSpPr>
                  <p:sp>
                    <p:nvSpPr>
                      <p:cNvPr id="11406" name="Forme libre : forme 11405">
                        <a:extLst>
                          <a:ext uri="{FF2B5EF4-FFF2-40B4-BE49-F238E27FC236}">
                            <a16:creationId xmlns:a16="http://schemas.microsoft.com/office/drawing/2014/main" id="{666C0CE6-3972-4DD8-9E36-1BA74E624A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9110" y="2620671"/>
                        <a:ext cx="203226" cy="85870"/>
                      </a:xfrm>
                      <a:custGeom>
                        <a:avLst/>
                        <a:gdLst>
                          <a:gd name="connsiteX0" fmla="*/ 130231 w 203226"/>
                          <a:gd name="connsiteY0" fmla="*/ 83857 h 85870"/>
                          <a:gd name="connsiteX1" fmla="*/ 99180 w 203226"/>
                          <a:gd name="connsiteY1" fmla="*/ 79190 h 85870"/>
                          <a:gd name="connsiteX2" fmla="*/ 67081 w 203226"/>
                          <a:gd name="connsiteY2" fmla="*/ 75189 h 85870"/>
                          <a:gd name="connsiteX3" fmla="*/ 4597 w 203226"/>
                          <a:gd name="connsiteY3" fmla="*/ 46043 h 85870"/>
                          <a:gd name="connsiteX4" fmla="*/ 4406 w 203226"/>
                          <a:gd name="connsiteY4" fmla="*/ 24421 h 85870"/>
                          <a:gd name="connsiteX5" fmla="*/ 33648 w 203226"/>
                          <a:gd name="connsiteY5" fmla="*/ 6228 h 85870"/>
                          <a:gd name="connsiteX6" fmla="*/ 74225 w 203226"/>
                          <a:gd name="connsiteY6" fmla="*/ 37 h 85870"/>
                          <a:gd name="connsiteX7" fmla="*/ 143757 w 203226"/>
                          <a:gd name="connsiteY7" fmla="*/ 9753 h 85870"/>
                          <a:gd name="connsiteX8" fmla="*/ 180714 w 203226"/>
                          <a:gd name="connsiteY8" fmla="*/ 28422 h 85870"/>
                          <a:gd name="connsiteX9" fmla="*/ 201288 w 203226"/>
                          <a:gd name="connsiteY9" fmla="*/ 55473 h 85870"/>
                          <a:gd name="connsiteX10" fmla="*/ 196430 w 203226"/>
                          <a:gd name="connsiteY10" fmla="*/ 75951 h 85870"/>
                          <a:gd name="connsiteX11" fmla="*/ 130231 w 203226"/>
                          <a:gd name="connsiteY11" fmla="*/ 83857 h 858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03226" h="85870">
                            <a:moveTo>
                              <a:pt x="130231" y="83857"/>
                            </a:moveTo>
                            <a:cubicBezTo>
                              <a:pt x="122707" y="83095"/>
                              <a:pt x="111087" y="80523"/>
                              <a:pt x="99180" y="79190"/>
                            </a:cubicBezTo>
                            <a:cubicBezTo>
                              <a:pt x="87464" y="77190"/>
                              <a:pt x="74986" y="76618"/>
                              <a:pt x="67081" y="75189"/>
                            </a:cubicBezTo>
                            <a:cubicBezTo>
                              <a:pt x="37363" y="71570"/>
                              <a:pt x="21932" y="61664"/>
                              <a:pt x="4597" y="46043"/>
                            </a:cubicBezTo>
                            <a:cubicBezTo>
                              <a:pt x="-1404" y="40899"/>
                              <a:pt x="-1594" y="29946"/>
                              <a:pt x="4406" y="24421"/>
                            </a:cubicBezTo>
                            <a:cubicBezTo>
                              <a:pt x="13074" y="16801"/>
                              <a:pt x="22409" y="10800"/>
                              <a:pt x="33648" y="6228"/>
                            </a:cubicBezTo>
                            <a:cubicBezTo>
                              <a:pt x="44888" y="2228"/>
                              <a:pt x="58032" y="-344"/>
                              <a:pt x="74225" y="37"/>
                            </a:cubicBezTo>
                            <a:cubicBezTo>
                              <a:pt x="91274" y="132"/>
                              <a:pt x="126326" y="4704"/>
                              <a:pt x="143757" y="9753"/>
                            </a:cubicBezTo>
                            <a:cubicBezTo>
                              <a:pt x="160045" y="14229"/>
                              <a:pt x="171856" y="20421"/>
                              <a:pt x="180714" y="28422"/>
                            </a:cubicBezTo>
                            <a:cubicBezTo>
                              <a:pt x="189763" y="36042"/>
                              <a:pt x="195859" y="45281"/>
                              <a:pt x="201288" y="55473"/>
                            </a:cubicBezTo>
                            <a:cubicBezTo>
                              <a:pt x="205098" y="62426"/>
                              <a:pt x="203193" y="72808"/>
                              <a:pt x="196430" y="75951"/>
                            </a:cubicBezTo>
                            <a:cubicBezTo>
                              <a:pt x="176713" y="85191"/>
                              <a:pt x="157854" y="88334"/>
                              <a:pt x="130231" y="8385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07" name="Forme libre : forme 11406">
                        <a:extLst>
                          <a:ext uri="{FF2B5EF4-FFF2-40B4-BE49-F238E27FC236}">
                            <a16:creationId xmlns:a16="http://schemas.microsoft.com/office/drawing/2014/main" id="{7E255743-D7D1-4B12-9915-1F40AB546B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9325" y="2658141"/>
                        <a:ext cx="196596" cy="48196"/>
                      </a:xfrm>
                      <a:custGeom>
                        <a:avLst/>
                        <a:gdLst>
                          <a:gd name="connsiteX0" fmla="*/ 79153 w 196596"/>
                          <a:gd name="connsiteY0" fmla="*/ 11716 h 48196"/>
                          <a:gd name="connsiteX1" fmla="*/ 37624 w 196596"/>
                          <a:gd name="connsiteY1" fmla="*/ 9049 h 48196"/>
                          <a:gd name="connsiteX2" fmla="*/ 0 w 196596"/>
                          <a:gd name="connsiteY2" fmla="*/ 0 h 48196"/>
                          <a:gd name="connsiteX3" fmla="*/ 4381 w 196596"/>
                          <a:gd name="connsiteY3" fmla="*/ 8477 h 48196"/>
                          <a:gd name="connsiteX4" fmla="*/ 13240 w 196596"/>
                          <a:gd name="connsiteY4" fmla="*/ 16002 h 48196"/>
                          <a:gd name="connsiteX5" fmla="*/ 41815 w 196596"/>
                          <a:gd name="connsiteY5" fmla="*/ 32004 h 48196"/>
                          <a:gd name="connsiteX6" fmla="*/ 66866 w 196596"/>
                          <a:gd name="connsiteY6" fmla="*/ 37529 h 48196"/>
                          <a:gd name="connsiteX7" fmla="*/ 77248 w 196596"/>
                          <a:gd name="connsiteY7" fmla="*/ 38862 h 48196"/>
                          <a:gd name="connsiteX8" fmla="*/ 125349 w 196596"/>
                          <a:gd name="connsiteY8" fmla="*/ 45529 h 48196"/>
                          <a:gd name="connsiteX9" fmla="*/ 130016 w 196596"/>
                          <a:gd name="connsiteY9" fmla="*/ 46196 h 48196"/>
                          <a:gd name="connsiteX10" fmla="*/ 156591 w 196596"/>
                          <a:gd name="connsiteY10" fmla="*/ 48196 h 48196"/>
                          <a:gd name="connsiteX11" fmla="*/ 186976 w 196596"/>
                          <a:gd name="connsiteY11" fmla="*/ 42196 h 48196"/>
                          <a:gd name="connsiteX12" fmla="*/ 196310 w 196596"/>
                          <a:gd name="connsiteY12" fmla="*/ 38290 h 48196"/>
                          <a:gd name="connsiteX13" fmla="*/ 196596 w 196596"/>
                          <a:gd name="connsiteY13" fmla="*/ 38100 h 48196"/>
                          <a:gd name="connsiteX14" fmla="*/ 138875 w 196596"/>
                          <a:gd name="connsiteY14" fmla="*/ 19431 h 48196"/>
                          <a:gd name="connsiteX15" fmla="*/ 79153 w 196596"/>
                          <a:gd name="connsiteY15" fmla="*/ 11716 h 481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96596" h="48196">
                            <a:moveTo>
                              <a:pt x="79153" y="11716"/>
                            </a:moveTo>
                            <a:cubicBezTo>
                              <a:pt x="65437" y="10954"/>
                              <a:pt x="51149" y="10954"/>
                              <a:pt x="37624" y="9049"/>
                            </a:cubicBezTo>
                            <a:cubicBezTo>
                              <a:pt x="24098" y="7906"/>
                              <a:pt x="11144" y="4763"/>
                              <a:pt x="0" y="0"/>
                            </a:cubicBezTo>
                            <a:cubicBezTo>
                              <a:pt x="476" y="3238"/>
                              <a:pt x="1905" y="6382"/>
                              <a:pt x="4381" y="8477"/>
                            </a:cubicBezTo>
                            <a:cubicBezTo>
                              <a:pt x="7334" y="10954"/>
                              <a:pt x="10287" y="13621"/>
                              <a:pt x="13240" y="16002"/>
                            </a:cubicBezTo>
                            <a:cubicBezTo>
                              <a:pt x="21812" y="22955"/>
                              <a:pt x="30670" y="27908"/>
                              <a:pt x="41815" y="32004"/>
                            </a:cubicBezTo>
                            <a:cubicBezTo>
                              <a:pt x="49053" y="34766"/>
                              <a:pt x="57150" y="36100"/>
                              <a:pt x="66866" y="37529"/>
                            </a:cubicBezTo>
                            <a:cubicBezTo>
                              <a:pt x="69818" y="37909"/>
                              <a:pt x="73343" y="38386"/>
                              <a:pt x="77248" y="38862"/>
                            </a:cubicBezTo>
                            <a:cubicBezTo>
                              <a:pt x="92678" y="40100"/>
                              <a:pt x="112395" y="43434"/>
                              <a:pt x="125349" y="45529"/>
                            </a:cubicBezTo>
                            <a:cubicBezTo>
                              <a:pt x="126968" y="45720"/>
                              <a:pt x="128588" y="46006"/>
                              <a:pt x="130016" y="46196"/>
                            </a:cubicBezTo>
                            <a:cubicBezTo>
                              <a:pt x="139732" y="48196"/>
                              <a:pt x="148590" y="48101"/>
                              <a:pt x="156591" y="48196"/>
                            </a:cubicBezTo>
                            <a:cubicBezTo>
                              <a:pt x="167544" y="47720"/>
                              <a:pt x="177451" y="45339"/>
                              <a:pt x="186976" y="42196"/>
                            </a:cubicBezTo>
                            <a:cubicBezTo>
                              <a:pt x="190119" y="41053"/>
                              <a:pt x="193167" y="39719"/>
                              <a:pt x="196310" y="38290"/>
                            </a:cubicBezTo>
                            <a:lnTo>
                              <a:pt x="196596" y="38100"/>
                            </a:lnTo>
                            <a:cubicBezTo>
                              <a:pt x="178022" y="30480"/>
                              <a:pt x="158591" y="24098"/>
                              <a:pt x="138875" y="19431"/>
                            </a:cubicBezTo>
                            <a:cubicBezTo>
                              <a:pt x="118872" y="15145"/>
                              <a:pt x="98965" y="11906"/>
                              <a:pt x="79153" y="1171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08" name="Forme libre : forme 11407">
                        <a:extLst>
                          <a:ext uri="{FF2B5EF4-FFF2-40B4-BE49-F238E27FC236}">
                            <a16:creationId xmlns:a16="http://schemas.microsoft.com/office/drawing/2014/main" id="{A8272B08-B65B-44FF-BE15-089B9C4E0D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0667" y="2650797"/>
                        <a:ext cx="93674" cy="30724"/>
                      </a:xfrm>
                      <a:custGeom>
                        <a:avLst/>
                        <a:gdLst>
                          <a:gd name="connsiteX0" fmla="*/ 93536 w 93674"/>
                          <a:gd name="connsiteY0" fmla="*/ 25918 h 30724"/>
                          <a:gd name="connsiteX1" fmla="*/ 43244 w 93674"/>
                          <a:gd name="connsiteY1" fmla="*/ 26870 h 30724"/>
                          <a:gd name="connsiteX2" fmla="*/ 17146 w 93674"/>
                          <a:gd name="connsiteY2" fmla="*/ 20774 h 30724"/>
                          <a:gd name="connsiteX3" fmla="*/ 1 w 93674"/>
                          <a:gd name="connsiteY3" fmla="*/ 8487 h 30724"/>
                          <a:gd name="connsiteX4" fmla="*/ 19146 w 93674"/>
                          <a:gd name="connsiteY4" fmla="*/ 105 h 30724"/>
                          <a:gd name="connsiteX5" fmla="*/ 47054 w 93674"/>
                          <a:gd name="connsiteY5" fmla="*/ 2391 h 30724"/>
                          <a:gd name="connsiteX6" fmla="*/ 75820 w 93674"/>
                          <a:gd name="connsiteY6" fmla="*/ 10964 h 30724"/>
                          <a:gd name="connsiteX7" fmla="*/ 93536 w 93674"/>
                          <a:gd name="connsiteY7" fmla="*/ 25918 h 307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3674" h="30724">
                            <a:moveTo>
                              <a:pt x="93536" y="25918"/>
                            </a:moveTo>
                            <a:cubicBezTo>
                              <a:pt x="90964" y="35062"/>
                              <a:pt x="55246" y="28680"/>
                              <a:pt x="43244" y="26870"/>
                            </a:cubicBezTo>
                            <a:cubicBezTo>
                              <a:pt x="37149" y="26108"/>
                              <a:pt x="26481" y="23727"/>
                              <a:pt x="17146" y="20774"/>
                            </a:cubicBezTo>
                            <a:cubicBezTo>
                              <a:pt x="7811" y="18012"/>
                              <a:pt x="-94" y="13916"/>
                              <a:pt x="1" y="8487"/>
                            </a:cubicBezTo>
                            <a:cubicBezTo>
                              <a:pt x="192" y="2962"/>
                              <a:pt x="8859" y="772"/>
                              <a:pt x="19146" y="105"/>
                            </a:cubicBezTo>
                            <a:cubicBezTo>
                              <a:pt x="29433" y="-467"/>
                              <a:pt x="41054" y="1439"/>
                              <a:pt x="47054" y="2391"/>
                            </a:cubicBezTo>
                            <a:cubicBezTo>
                              <a:pt x="52960" y="3915"/>
                              <a:pt x="65438" y="6391"/>
                              <a:pt x="75820" y="10964"/>
                            </a:cubicBezTo>
                            <a:cubicBezTo>
                              <a:pt x="86393" y="15440"/>
                              <a:pt x="94870" y="20869"/>
                              <a:pt x="93536" y="2591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09" name="Forme libre : forme 11408">
                        <a:extLst>
                          <a:ext uri="{FF2B5EF4-FFF2-40B4-BE49-F238E27FC236}">
                            <a16:creationId xmlns:a16="http://schemas.microsoft.com/office/drawing/2014/main" id="{5612CAE0-EAEC-4020-8EC5-5FFF29CCC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0152" y="2651188"/>
                        <a:ext cx="63951" cy="28956"/>
                      </a:xfrm>
                      <a:custGeom>
                        <a:avLst/>
                        <a:gdLst>
                          <a:gd name="connsiteX0" fmla="*/ 21566 w 63951"/>
                          <a:gd name="connsiteY0" fmla="*/ 0 h 28956"/>
                          <a:gd name="connsiteX1" fmla="*/ 134 w 63951"/>
                          <a:gd name="connsiteY1" fmla="*/ 8192 h 28956"/>
                          <a:gd name="connsiteX2" fmla="*/ 17755 w 63951"/>
                          <a:gd name="connsiteY2" fmla="*/ 20479 h 28956"/>
                          <a:gd name="connsiteX3" fmla="*/ 44330 w 63951"/>
                          <a:gd name="connsiteY3" fmla="*/ 26765 h 28956"/>
                          <a:gd name="connsiteX4" fmla="*/ 63951 w 63951"/>
                          <a:gd name="connsiteY4" fmla="*/ 28956 h 28956"/>
                          <a:gd name="connsiteX5" fmla="*/ 53760 w 63951"/>
                          <a:gd name="connsiteY5" fmla="*/ 26194 h 28956"/>
                          <a:gd name="connsiteX6" fmla="*/ 32234 w 63951"/>
                          <a:gd name="connsiteY6" fmla="*/ 15240 h 28956"/>
                          <a:gd name="connsiteX7" fmla="*/ 21566 w 63951"/>
                          <a:gd name="connsiteY7" fmla="*/ 0 h 28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3951" h="28956">
                            <a:moveTo>
                              <a:pt x="21566" y="0"/>
                            </a:moveTo>
                            <a:cubicBezTo>
                              <a:pt x="15279" y="1429"/>
                              <a:pt x="-1675" y="1143"/>
                              <a:pt x="134" y="8192"/>
                            </a:cubicBezTo>
                            <a:cubicBezTo>
                              <a:pt x="1563" y="13811"/>
                              <a:pt x="8897" y="17812"/>
                              <a:pt x="17755" y="20479"/>
                            </a:cubicBezTo>
                            <a:cubicBezTo>
                              <a:pt x="26614" y="23336"/>
                              <a:pt x="36710" y="25527"/>
                              <a:pt x="44330" y="26765"/>
                            </a:cubicBezTo>
                            <a:cubicBezTo>
                              <a:pt x="48712" y="27718"/>
                              <a:pt x="58713" y="28861"/>
                              <a:pt x="63951" y="28956"/>
                            </a:cubicBezTo>
                            <a:cubicBezTo>
                              <a:pt x="61094" y="28289"/>
                              <a:pt x="56332" y="27337"/>
                              <a:pt x="53760" y="26194"/>
                            </a:cubicBezTo>
                            <a:cubicBezTo>
                              <a:pt x="46521" y="22765"/>
                              <a:pt x="38425" y="19336"/>
                              <a:pt x="32234" y="15240"/>
                            </a:cubicBezTo>
                            <a:cubicBezTo>
                              <a:pt x="25851" y="10954"/>
                              <a:pt x="21375" y="5905"/>
                              <a:pt x="21566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10" name="Forme libre : forme 11409">
                        <a:extLst>
                          <a:ext uri="{FF2B5EF4-FFF2-40B4-BE49-F238E27FC236}">
                            <a16:creationId xmlns:a16="http://schemas.microsoft.com/office/drawing/2014/main" id="{1BE1219E-55BC-4774-A998-0A72805447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5427" y="2654331"/>
                        <a:ext cx="93464" cy="30673"/>
                      </a:xfrm>
                      <a:custGeom>
                        <a:avLst/>
                        <a:gdLst>
                          <a:gd name="connsiteX0" fmla="*/ 92872 w 93464"/>
                          <a:gd name="connsiteY0" fmla="*/ 26384 h 30673"/>
                          <a:gd name="connsiteX1" fmla="*/ 42199 w 93464"/>
                          <a:gd name="connsiteY1" fmla="*/ 27146 h 30673"/>
                          <a:gd name="connsiteX2" fmla="*/ 16576 w 93464"/>
                          <a:gd name="connsiteY2" fmla="*/ 20859 h 30673"/>
                          <a:gd name="connsiteX3" fmla="*/ 3 w 93464"/>
                          <a:gd name="connsiteY3" fmla="*/ 8287 h 30673"/>
                          <a:gd name="connsiteX4" fmla="*/ 19053 w 93464"/>
                          <a:gd name="connsiteY4" fmla="*/ 0 h 30673"/>
                          <a:gd name="connsiteX5" fmla="*/ 46676 w 93464"/>
                          <a:gd name="connsiteY5" fmla="*/ 2762 h 30673"/>
                          <a:gd name="connsiteX6" fmla="*/ 76394 w 93464"/>
                          <a:gd name="connsiteY6" fmla="*/ 11621 h 30673"/>
                          <a:gd name="connsiteX7" fmla="*/ 92872 w 93464"/>
                          <a:gd name="connsiteY7" fmla="*/ 26384 h 306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3464" h="30673">
                            <a:moveTo>
                              <a:pt x="92872" y="26384"/>
                            </a:moveTo>
                            <a:cubicBezTo>
                              <a:pt x="87062" y="34671"/>
                              <a:pt x="55153" y="28670"/>
                              <a:pt x="42199" y="27146"/>
                            </a:cubicBezTo>
                            <a:cubicBezTo>
                              <a:pt x="35817" y="25813"/>
                              <a:pt x="25339" y="24289"/>
                              <a:pt x="16576" y="20859"/>
                            </a:cubicBezTo>
                            <a:cubicBezTo>
                              <a:pt x="7623" y="18002"/>
                              <a:pt x="194" y="13906"/>
                              <a:pt x="3" y="8287"/>
                            </a:cubicBezTo>
                            <a:cubicBezTo>
                              <a:pt x="-188" y="2667"/>
                              <a:pt x="8671" y="476"/>
                              <a:pt x="19053" y="0"/>
                            </a:cubicBezTo>
                            <a:cubicBezTo>
                              <a:pt x="29340" y="95"/>
                              <a:pt x="41246" y="1333"/>
                              <a:pt x="46676" y="2762"/>
                            </a:cubicBezTo>
                            <a:cubicBezTo>
                              <a:pt x="52104" y="3905"/>
                              <a:pt x="65440" y="6763"/>
                              <a:pt x="76394" y="11621"/>
                            </a:cubicBezTo>
                            <a:cubicBezTo>
                              <a:pt x="87347" y="15811"/>
                              <a:pt x="95825" y="22098"/>
                              <a:pt x="92872" y="2638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11" name="Forme libre : forme 11410">
                        <a:extLst>
                          <a:ext uri="{FF2B5EF4-FFF2-40B4-BE49-F238E27FC236}">
                            <a16:creationId xmlns:a16="http://schemas.microsoft.com/office/drawing/2014/main" id="{1E885D9B-F134-4818-A9C8-43C60F196E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5731" y="2638562"/>
                        <a:ext cx="114236" cy="55138"/>
                      </a:xfrm>
                      <a:custGeom>
                        <a:avLst/>
                        <a:gdLst>
                          <a:gd name="connsiteX0" fmla="*/ 740 w 114236"/>
                          <a:gd name="connsiteY0" fmla="*/ 20151 h 55138"/>
                          <a:gd name="connsiteX1" fmla="*/ 12551 w 114236"/>
                          <a:gd name="connsiteY1" fmla="*/ 32247 h 55138"/>
                          <a:gd name="connsiteX2" fmla="*/ 53318 w 114236"/>
                          <a:gd name="connsiteY2" fmla="*/ 51012 h 55138"/>
                          <a:gd name="connsiteX3" fmla="*/ 75416 w 114236"/>
                          <a:gd name="connsiteY3" fmla="*/ 54631 h 55138"/>
                          <a:gd name="connsiteX4" fmla="*/ 96181 w 114236"/>
                          <a:gd name="connsiteY4" fmla="*/ 54822 h 55138"/>
                          <a:gd name="connsiteX5" fmla="*/ 114183 w 114236"/>
                          <a:gd name="connsiteY5" fmla="*/ 44630 h 55138"/>
                          <a:gd name="connsiteX6" fmla="*/ 101419 w 114236"/>
                          <a:gd name="connsiteY6" fmla="*/ 35962 h 55138"/>
                          <a:gd name="connsiteX7" fmla="*/ 63796 w 114236"/>
                          <a:gd name="connsiteY7" fmla="*/ 15864 h 55138"/>
                          <a:gd name="connsiteX8" fmla="*/ 23219 w 114236"/>
                          <a:gd name="connsiteY8" fmla="*/ 148 h 55138"/>
                          <a:gd name="connsiteX9" fmla="*/ 740 w 114236"/>
                          <a:gd name="connsiteY9" fmla="*/ 20151 h 55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14236" h="55138">
                            <a:moveTo>
                              <a:pt x="740" y="20151"/>
                            </a:moveTo>
                            <a:cubicBezTo>
                              <a:pt x="3312" y="26437"/>
                              <a:pt x="5693" y="28056"/>
                              <a:pt x="12551" y="32247"/>
                            </a:cubicBezTo>
                            <a:cubicBezTo>
                              <a:pt x="25696" y="40344"/>
                              <a:pt x="36078" y="46440"/>
                              <a:pt x="53318" y="51012"/>
                            </a:cubicBezTo>
                            <a:cubicBezTo>
                              <a:pt x="60557" y="52631"/>
                              <a:pt x="68082" y="53964"/>
                              <a:pt x="75416" y="54631"/>
                            </a:cubicBezTo>
                            <a:cubicBezTo>
                              <a:pt x="82750" y="55107"/>
                              <a:pt x="89894" y="55393"/>
                              <a:pt x="96181" y="54822"/>
                            </a:cubicBezTo>
                            <a:cubicBezTo>
                              <a:pt x="105515" y="53679"/>
                              <a:pt x="115040" y="51107"/>
                              <a:pt x="114183" y="44630"/>
                            </a:cubicBezTo>
                            <a:cubicBezTo>
                              <a:pt x="113706" y="40534"/>
                              <a:pt x="106658" y="38534"/>
                              <a:pt x="101419" y="35962"/>
                            </a:cubicBezTo>
                            <a:cubicBezTo>
                              <a:pt x="88942" y="29199"/>
                              <a:pt x="76369" y="24247"/>
                              <a:pt x="63796" y="15864"/>
                            </a:cubicBezTo>
                            <a:cubicBezTo>
                              <a:pt x="53128" y="9197"/>
                              <a:pt x="41031" y="-1376"/>
                              <a:pt x="23219" y="148"/>
                            </a:cubicBezTo>
                            <a:cubicBezTo>
                              <a:pt x="7122" y="815"/>
                              <a:pt x="-2879" y="11673"/>
                              <a:pt x="740" y="2015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12" name="Forme libre : forme 11411">
                        <a:extLst>
                          <a:ext uri="{FF2B5EF4-FFF2-40B4-BE49-F238E27FC236}">
                            <a16:creationId xmlns:a16="http://schemas.microsoft.com/office/drawing/2014/main" id="{F5E92159-96D5-47BC-9378-1EDB6FB631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9840" y="2640195"/>
                        <a:ext cx="40312" cy="10661"/>
                      </a:xfrm>
                      <a:custGeom>
                        <a:avLst/>
                        <a:gdLst>
                          <a:gd name="connsiteX0" fmla="*/ 3969 w 40312"/>
                          <a:gd name="connsiteY0" fmla="*/ 5277 h 10661"/>
                          <a:gd name="connsiteX1" fmla="*/ 159 w 40312"/>
                          <a:gd name="connsiteY1" fmla="*/ 7754 h 10661"/>
                          <a:gd name="connsiteX2" fmla="*/ 3016 w 40312"/>
                          <a:gd name="connsiteY2" fmla="*/ 10231 h 10661"/>
                          <a:gd name="connsiteX3" fmla="*/ 10255 w 40312"/>
                          <a:gd name="connsiteY3" fmla="*/ 10611 h 10661"/>
                          <a:gd name="connsiteX4" fmla="*/ 27972 w 40312"/>
                          <a:gd name="connsiteY4" fmla="*/ 9754 h 10661"/>
                          <a:gd name="connsiteX5" fmla="*/ 34449 w 40312"/>
                          <a:gd name="connsiteY5" fmla="*/ 8802 h 10661"/>
                          <a:gd name="connsiteX6" fmla="*/ 31401 w 40312"/>
                          <a:gd name="connsiteY6" fmla="*/ 39 h 10661"/>
                          <a:gd name="connsiteX7" fmla="*/ 3969 w 40312"/>
                          <a:gd name="connsiteY7" fmla="*/ 5277 h 10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312" h="10661">
                            <a:moveTo>
                              <a:pt x="3969" y="5277"/>
                            </a:moveTo>
                            <a:cubicBezTo>
                              <a:pt x="2064" y="6040"/>
                              <a:pt x="826" y="6516"/>
                              <a:pt x="159" y="7754"/>
                            </a:cubicBezTo>
                            <a:cubicBezTo>
                              <a:pt x="-508" y="8897"/>
                              <a:pt x="1016" y="9850"/>
                              <a:pt x="3016" y="10231"/>
                            </a:cubicBezTo>
                            <a:cubicBezTo>
                              <a:pt x="5017" y="10707"/>
                              <a:pt x="7969" y="10707"/>
                              <a:pt x="10255" y="10611"/>
                            </a:cubicBezTo>
                            <a:cubicBezTo>
                              <a:pt x="16161" y="10135"/>
                              <a:pt x="22352" y="10421"/>
                              <a:pt x="27972" y="9754"/>
                            </a:cubicBezTo>
                            <a:cubicBezTo>
                              <a:pt x="30258" y="9564"/>
                              <a:pt x="32544" y="9373"/>
                              <a:pt x="34449" y="8802"/>
                            </a:cubicBezTo>
                            <a:cubicBezTo>
                              <a:pt x="42450" y="6135"/>
                              <a:pt x="43021" y="515"/>
                              <a:pt x="31401" y="39"/>
                            </a:cubicBezTo>
                            <a:cubicBezTo>
                              <a:pt x="22352" y="-342"/>
                              <a:pt x="11494" y="2134"/>
                              <a:pt x="3969" y="527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13" name="Forme libre : forme 11412">
                        <a:extLst>
                          <a:ext uri="{FF2B5EF4-FFF2-40B4-BE49-F238E27FC236}">
                            <a16:creationId xmlns:a16="http://schemas.microsoft.com/office/drawing/2014/main" id="{30B259CE-82D3-4548-B554-1E7C2882BC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71722" y="2693098"/>
                        <a:ext cx="62198" cy="10382"/>
                      </a:xfrm>
                      <a:custGeom>
                        <a:avLst/>
                        <a:gdLst>
                          <a:gd name="connsiteX0" fmla="*/ 62199 w 62198"/>
                          <a:gd name="connsiteY0" fmla="*/ 0 h 10382"/>
                          <a:gd name="connsiteX1" fmla="*/ 0 w 62198"/>
                          <a:gd name="connsiteY1" fmla="*/ 10382 h 10382"/>
                          <a:gd name="connsiteX2" fmla="*/ 62199 w 62198"/>
                          <a:gd name="connsiteY2" fmla="*/ 0 h 103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2198" h="10382">
                            <a:moveTo>
                              <a:pt x="62199" y="0"/>
                            </a:moveTo>
                            <a:cubicBezTo>
                              <a:pt x="49245" y="9811"/>
                              <a:pt x="18669" y="8954"/>
                              <a:pt x="0" y="10382"/>
                            </a:cubicBezTo>
                            <a:cubicBezTo>
                              <a:pt x="20288" y="9144"/>
                              <a:pt x="44196" y="4286"/>
                              <a:pt x="6219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14" name="Forme libre : forme 11413">
                        <a:extLst>
                          <a:ext uri="{FF2B5EF4-FFF2-40B4-BE49-F238E27FC236}">
                            <a16:creationId xmlns:a16="http://schemas.microsoft.com/office/drawing/2014/main" id="{2618361E-585D-4DAD-9295-450001CCA1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4945" y="2623294"/>
                        <a:ext cx="70675" cy="23703"/>
                      </a:xfrm>
                      <a:custGeom>
                        <a:avLst/>
                        <a:gdLst>
                          <a:gd name="connsiteX0" fmla="*/ 70676 w 70675"/>
                          <a:gd name="connsiteY0" fmla="*/ 82 h 23703"/>
                          <a:gd name="connsiteX1" fmla="*/ 31052 w 70675"/>
                          <a:gd name="connsiteY1" fmla="*/ 6844 h 23703"/>
                          <a:gd name="connsiteX2" fmla="*/ 0 w 70675"/>
                          <a:gd name="connsiteY2" fmla="*/ 23703 h 23703"/>
                          <a:gd name="connsiteX3" fmla="*/ 31909 w 70675"/>
                          <a:gd name="connsiteY3" fmla="*/ 7987 h 23703"/>
                          <a:gd name="connsiteX4" fmla="*/ 70676 w 70675"/>
                          <a:gd name="connsiteY4" fmla="*/ 82 h 237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0675" h="23703">
                            <a:moveTo>
                              <a:pt x="70676" y="82"/>
                            </a:moveTo>
                            <a:cubicBezTo>
                              <a:pt x="56484" y="-585"/>
                              <a:pt x="42958" y="2939"/>
                              <a:pt x="31052" y="6844"/>
                            </a:cubicBezTo>
                            <a:cubicBezTo>
                              <a:pt x="19050" y="11511"/>
                              <a:pt x="8668" y="17608"/>
                              <a:pt x="0" y="23703"/>
                            </a:cubicBezTo>
                            <a:cubicBezTo>
                              <a:pt x="7715" y="17608"/>
                              <a:pt x="19241" y="12178"/>
                              <a:pt x="31909" y="7987"/>
                            </a:cubicBezTo>
                            <a:cubicBezTo>
                              <a:pt x="44672" y="4463"/>
                              <a:pt x="58579" y="1034"/>
                              <a:pt x="70676" y="8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15" name="Forme libre : forme 11414">
                        <a:extLst>
                          <a:ext uri="{FF2B5EF4-FFF2-40B4-BE49-F238E27FC236}">
                            <a16:creationId xmlns:a16="http://schemas.microsoft.com/office/drawing/2014/main" id="{227B9B9B-A00A-453E-8116-F4EFA9BB49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49674" y="2655605"/>
                        <a:ext cx="34616" cy="13262"/>
                      </a:xfrm>
                      <a:custGeom>
                        <a:avLst/>
                        <a:gdLst>
                          <a:gd name="connsiteX0" fmla="*/ 34145 w 34616"/>
                          <a:gd name="connsiteY0" fmla="*/ 12443 h 13262"/>
                          <a:gd name="connsiteX1" fmla="*/ 13381 w 34616"/>
                          <a:gd name="connsiteY1" fmla="*/ 9585 h 13262"/>
                          <a:gd name="connsiteX2" fmla="*/ 522 w 34616"/>
                          <a:gd name="connsiteY2" fmla="*/ 1299 h 13262"/>
                          <a:gd name="connsiteX3" fmla="*/ 20334 w 34616"/>
                          <a:gd name="connsiteY3" fmla="*/ 3584 h 13262"/>
                          <a:gd name="connsiteX4" fmla="*/ 29954 w 34616"/>
                          <a:gd name="connsiteY4" fmla="*/ 7299 h 13262"/>
                          <a:gd name="connsiteX5" fmla="*/ 34145 w 34616"/>
                          <a:gd name="connsiteY5" fmla="*/ 12443 h 132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616" h="13262">
                            <a:moveTo>
                              <a:pt x="34145" y="12443"/>
                            </a:moveTo>
                            <a:cubicBezTo>
                              <a:pt x="31097" y="15015"/>
                              <a:pt x="17572" y="10824"/>
                              <a:pt x="13381" y="9585"/>
                            </a:cubicBezTo>
                            <a:cubicBezTo>
                              <a:pt x="9285" y="8061"/>
                              <a:pt x="-2621" y="4537"/>
                              <a:pt x="522" y="1299"/>
                            </a:cubicBezTo>
                            <a:cubicBezTo>
                              <a:pt x="3760" y="-2131"/>
                              <a:pt x="16429" y="2156"/>
                              <a:pt x="20334" y="3584"/>
                            </a:cubicBezTo>
                            <a:cubicBezTo>
                              <a:pt x="22334" y="4251"/>
                              <a:pt x="26621" y="5585"/>
                              <a:pt x="29954" y="7299"/>
                            </a:cubicBezTo>
                            <a:cubicBezTo>
                              <a:pt x="33288" y="9014"/>
                              <a:pt x="35669" y="11014"/>
                              <a:pt x="34145" y="1244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16" name="Forme libre : forme 11415">
                        <a:extLst>
                          <a:ext uri="{FF2B5EF4-FFF2-40B4-BE49-F238E27FC236}">
                            <a16:creationId xmlns:a16="http://schemas.microsoft.com/office/drawing/2014/main" id="{619A1AB9-5361-4A51-AFED-AC0C497B50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79724" y="2664999"/>
                        <a:ext cx="9715" cy="4346"/>
                      </a:xfrm>
                      <a:custGeom>
                        <a:avLst/>
                        <a:gdLst>
                          <a:gd name="connsiteX0" fmla="*/ 9716 w 9715"/>
                          <a:gd name="connsiteY0" fmla="*/ 3429 h 4346"/>
                          <a:gd name="connsiteX1" fmla="*/ 4858 w 9715"/>
                          <a:gd name="connsiteY1" fmla="*/ 3905 h 4346"/>
                          <a:gd name="connsiteX2" fmla="*/ 0 w 9715"/>
                          <a:gd name="connsiteY2" fmla="*/ 953 h 4346"/>
                          <a:gd name="connsiteX3" fmla="*/ 4763 w 9715"/>
                          <a:gd name="connsiteY3" fmla="*/ 476 h 4346"/>
                          <a:gd name="connsiteX4" fmla="*/ 9716 w 9715"/>
                          <a:gd name="connsiteY4" fmla="*/ 3429 h 4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15" h="4346">
                            <a:moveTo>
                              <a:pt x="9716" y="3429"/>
                            </a:moveTo>
                            <a:cubicBezTo>
                              <a:pt x="9716" y="4858"/>
                              <a:pt x="6477" y="4286"/>
                              <a:pt x="4858" y="3905"/>
                            </a:cubicBezTo>
                            <a:cubicBezTo>
                              <a:pt x="3239" y="3429"/>
                              <a:pt x="0" y="2381"/>
                              <a:pt x="0" y="953"/>
                            </a:cubicBezTo>
                            <a:cubicBezTo>
                              <a:pt x="0" y="-476"/>
                              <a:pt x="3048" y="0"/>
                              <a:pt x="4763" y="476"/>
                            </a:cubicBezTo>
                            <a:cubicBezTo>
                              <a:pt x="6286" y="953"/>
                              <a:pt x="9716" y="2096"/>
                              <a:pt x="9716" y="342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17" name="Forme libre : forme 11416">
                        <a:extLst>
                          <a:ext uri="{FF2B5EF4-FFF2-40B4-BE49-F238E27FC236}">
                            <a16:creationId xmlns:a16="http://schemas.microsoft.com/office/drawing/2014/main" id="{45388E18-CA4B-4819-AC61-DE9CE95CF7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52722" y="2633280"/>
                        <a:ext cx="80473" cy="53677"/>
                      </a:xfrm>
                      <a:custGeom>
                        <a:avLst/>
                        <a:gdLst>
                          <a:gd name="connsiteX0" fmla="*/ 64721 w 80473"/>
                          <a:gd name="connsiteY0" fmla="*/ 28576 h 53677"/>
                          <a:gd name="connsiteX1" fmla="*/ 80342 w 80473"/>
                          <a:gd name="connsiteY1" fmla="*/ 49912 h 53677"/>
                          <a:gd name="connsiteX2" fmla="*/ 72627 w 80473"/>
                          <a:gd name="connsiteY2" fmla="*/ 53055 h 53677"/>
                          <a:gd name="connsiteX3" fmla="*/ 63959 w 80473"/>
                          <a:gd name="connsiteY3" fmla="*/ 46292 h 53677"/>
                          <a:gd name="connsiteX4" fmla="*/ 37479 w 80473"/>
                          <a:gd name="connsiteY4" fmla="*/ 24766 h 53677"/>
                          <a:gd name="connsiteX5" fmla="*/ 1094 w 80473"/>
                          <a:gd name="connsiteY5" fmla="*/ 2287 h 53677"/>
                          <a:gd name="connsiteX6" fmla="*/ 47576 w 80473"/>
                          <a:gd name="connsiteY6" fmla="*/ 11812 h 53677"/>
                          <a:gd name="connsiteX7" fmla="*/ 64721 w 80473"/>
                          <a:gd name="connsiteY7" fmla="*/ 28576 h 53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0473" h="53677">
                            <a:moveTo>
                              <a:pt x="64721" y="28576"/>
                            </a:moveTo>
                            <a:cubicBezTo>
                              <a:pt x="72437" y="35815"/>
                              <a:pt x="77675" y="41530"/>
                              <a:pt x="80342" y="49912"/>
                            </a:cubicBezTo>
                            <a:cubicBezTo>
                              <a:pt x="81295" y="52960"/>
                              <a:pt x="76913" y="54674"/>
                              <a:pt x="72627" y="53055"/>
                            </a:cubicBezTo>
                            <a:cubicBezTo>
                              <a:pt x="68341" y="51435"/>
                              <a:pt x="66245" y="48864"/>
                              <a:pt x="63959" y="46292"/>
                            </a:cubicBezTo>
                            <a:cubicBezTo>
                              <a:pt x="56720" y="38196"/>
                              <a:pt x="47957" y="31243"/>
                              <a:pt x="37479" y="24766"/>
                            </a:cubicBezTo>
                            <a:cubicBezTo>
                              <a:pt x="31384" y="19813"/>
                              <a:pt x="-6907" y="8573"/>
                              <a:pt x="1094" y="2287"/>
                            </a:cubicBezTo>
                            <a:cubicBezTo>
                              <a:pt x="9476" y="-4667"/>
                              <a:pt x="38908" y="5906"/>
                              <a:pt x="47576" y="11812"/>
                            </a:cubicBezTo>
                            <a:cubicBezTo>
                              <a:pt x="56529" y="17336"/>
                              <a:pt x="58911" y="23051"/>
                              <a:pt x="64721" y="2857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46" name="Graphique 1">
                      <a:extLst>
                        <a:ext uri="{FF2B5EF4-FFF2-40B4-BE49-F238E27FC236}">
                          <a16:creationId xmlns:a16="http://schemas.microsoft.com/office/drawing/2014/main" id="{9B9390C0-9C16-4A8E-A011-F983F2DBEF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440419" y="2677411"/>
                      <a:ext cx="169719" cy="139134"/>
                      <a:chOff x="5440419" y="2677411"/>
                      <a:chExt cx="169719" cy="139134"/>
                    </a:xfrm>
                    <a:solidFill>
                      <a:schemeClr val="accent1"/>
                    </a:solidFill>
                  </p:grpSpPr>
                  <p:sp>
                    <p:nvSpPr>
                      <p:cNvPr id="11394" name="Forme libre : forme 11393">
                        <a:extLst>
                          <a:ext uri="{FF2B5EF4-FFF2-40B4-BE49-F238E27FC236}">
                            <a16:creationId xmlns:a16="http://schemas.microsoft.com/office/drawing/2014/main" id="{10E1B8F2-E08D-4530-B5E1-C3DA8A2A7C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40419" y="2677411"/>
                        <a:ext cx="169719" cy="139134"/>
                      </a:xfrm>
                      <a:custGeom>
                        <a:avLst/>
                        <a:gdLst>
                          <a:gd name="connsiteX0" fmla="*/ 93134 w 169719"/>
                          <a:gd name="connsiteY0" fmla="*/ 115414 h 139134"/>
                          <a:gd name="connsiteX1" fmla="*/ 41794 w 169719"/>
                          <a:gd name="connsiteY1" fmla="*/ 77028 h 139134"/>
                          <a:gd name="connsiteX2" fmla="*/ 837 w 169719"/>
                          <a:gd name="connsiteY2" fmla="*/ 22355 h 139134"/>
                          <a:gd name="connsiteX3" fmla="*/ 10552 w 169719"/>
                          <a:gd name="connsiteY3" fmla="*/ 3114 h 139134"/>
                          <a:gd name="connsiteX4" fmla="*/ 84181 w 169719"/>
                          <a:gd name="connsiteY4" fmla="*/ 14639 h 139134"/>
                          <a:gd name="connsiteX5" fmla="*/ 140092 w 169719"/>
                          <a:gd name="connsiteY5" fmla="*/ 56549 h 139134"/>
                          <a:gd name="connsiteX6" fmla="*/ 169715 w 169719"/>
                          <a:gd name="connsiteY6" fmla="*/ 122843 h 139134"/>
                          <a:gd name="connsiteX7" fmla="*/ 156285 w 169719"/>
                          <a:gd name="connsiteY7" fmla="*/ 139131 h 139134"/>
                          <a:gd name="connsiteX8" fmla="*/ 125138 w 169719"/>
                          <a:gd name="connsiteY8" fmla="*/ 133606 h 139134"/>
                          <a:gd name="connsiteX9" fmla="*/ 93134 w 169719"/>
                          <a:gd name="connsiteY9" fmla="*/ 115414 h 139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69719" h="139134">
                            <a:moveTo>
                              <a:pt x="93134" y="115414"/>
                            </a:moveTo>
                            <a:cubicBezTo>
                              <a:pt x="81133" y="105889"/>
                              <a:pt x="54557" y="86267"/>
                              <a:pt x="41794" y="77028"/>
                            </a:cubicBezTo>
                            <a:cubicBezTo>
                              <a:pt x="17886" y="59692"/>
                              <a:pt x="9028" y="44167"/>
                              <a:pt x="837" y="22355"/>
                            </a:cubicBezTo>
                            <a:cubicBezTo>
                              <a:pt x="-2021" y="14925"/>
                              <a:pt x="2741" y="5019"/>
                              <a:pt x="10552" y="3114"/>
                            </a:cubicBezTo>
                            <a:cubicBezTo>
                              <a:pt x="32936" y="-2506"/>
                              <a:pt x="55796" y="-1553"/>
                              <a:pt x="84181" y="14639"/>
                            </a:cubicBezTo>
                            <a:cubicBezTo>
                              <a:pt x="99230" y="23402"/>
                              <a:pt x="127424" y="44071"/>
                              <a:pt x="140092" y="56549"/>
                            </a:cubicBezTo>
                            <a:cubicBezTo>
                              <a:pt x="164286" y="79409"/>
                              <a:pt x="169048" y="100079"/>
                              <a:pt x="169715" y="122843"/>
                            </a:cubicBezTo>
                            <a:cubicBezTo>
                              <a:pt x="169906" y="130844"/>
                              <a:pt x="163714" y="139322"/>
                              <a:pt x="156285" y="139131"/>
                            </a:cubicBezTo>
                            <a:cubicBezTo>
                              <a:pt x="145616" y="138750"/>
                              <a:pt x="135425" y="137226"/>
                              <a:pt x="125138" y="133606"/>
                            </a:cubicBezTo>
                            <a:cubicBezTo>
                              <a:pt x="114946" y="129796"/>
                              <a:pt x="104374" y="124272"/>
                              <a:pt x="93134" y="11541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95" name="Forme libre : forme 11394">
                        <a:extLst>
                          <a:ext uri="{FF2B5EF4-FFF2-40B4-BE49-F238E27FC236}">
                            <a16:creationId xmlns:a16="http://schemas.microsoft.com/office/drawing/2014/main" id="{41B1FB16-D3DB-4BFF-BDFF-0481CF2F56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40478" y="2689955"/>
                        <a:ext cx="156511" cy="126491"/>
                      </a:xfrm>
                      <a:custGeom>
                        <a:avLst/>
                        <a:gdLst>
                          <a:gd name="connsiteX0" fmla="*/ 64976 w 156511"/>
                          <a:gd name="connsiteY0" fmla="*/ 47625 h 126491"/>
                          <a:gd name="connsiteX1" fmla="*/ 872 w 156511"/>
                          <a:gd name="connsiteY1" fmla="*/ 0 h 126491"/>
                          <a:gd name="connsiteX2" fmla="*/ 778 w 156511"/>
                          <a:gd name="connsiteY2" fmla="*/ 9620 h 126491"/>
                          <a:gd name="connsiteX3" fmla="*/ 5159 w 156511"/>
                          <a:gd name="connsiteY3" fmla="*/ 20383 h 126491"/>
                          <a:gd name="connsiteX4" fmla="*/ 22685 w 156511"/>
                          <a:gd name="connsiteY4" fmla="*/ 47720 h 126491"/>
                          <a:gd name="connsiteX5" fmla="*/ 41735 w 156511"/>
                          <a:gd name="connsiteY5" fmla="*/ 64389 h 126491"/>
                          <a:gd name="connsiteX6" fmla="*/ 50022 w 156511"/>
                          <a:gd name="connsiteY6" fmla="*/ 70485 h 126491"/>
                          <a:gd name="connsiteX7" fmla="*/ 60023 w 156511"/>
                          <a:gd name="connsiteY7" fmla="*/ 77438 h 126491"/>
                          <a:gd name="connsiteX8" fmla="*/ 70405 w 156511"/>
                          <a:gd name="connsiteY8" fmla="*/ 85344 h 126491"/>
                          <a:gd name="connsiteX9" fmla="*/ 89265 w 156511"/>
                          <a:gd name="connsiteY9" fmla="*/ 99917 h 126491"/>
                          <a:gd name="connsiteX10" fmla="*/ 93075 w 156511"/>
                          <a:gd name="connsiteY10" fmla="*/ 102775 h 126491"/>
                          <a:gd name="connsiteX11" fmla="*/ 116125 w 156511"/>
                          <a:gd name="connsiteY11" fmla="*/ 117062 h 126491"/>
                          <a:gd name="connsiteX12" fmla="*/ 146129 w 156511"/>
                          <a:gd name="connsiteY12" fmla="*/ 125730 h 126491"/>
                          <a:gd name="connsiteX13" fmla="*/ 156130 w 156511"/>
                          <a:gd name="connsiteY13" fmla="*/ 126492 h 126491"/>
                          <a:gd name="connsiteX14" fmla="*/ 156511 w 156511"/>
                          <a:gd name="connsiteY14" fmla="*/ 126492 h 126491"/>
                          <a:gd name="connsiteX15" fmla="*/ 113553 w 156511"/>
                          <a:gd name="connsiteY15" fmla="*/ 83248 h 126491"/>
                          <a:gd name="connsiteX16" fmla="*/ 64976 w 156511"/>
                          <a:gd name="connsiteY16" fmla="*/ 47625 h 1264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56511" h="126491">
                            <a:moveTo>
                              <a:pt x="64976" y="47625"/>
                            </a:moveTo>
                            <a:cubicBezTo>
                              <a:pt x="41354" y="33433"/>
                              <a:pt x="16208" y="19145"/>
                              <a:pt x="872" y="0"/>
                            </a:cubicBezTo>
                            <a:cubicBezTo>
                              <a:pt x="-175" y="3143"/>
                              <a:pt x="-365" y="6477"/>
                              <a:pt x="778" y="9620"/>
                            </a:cubicBezTo>
                            <a:cubicBezTo>
                              <a:pt x="2206" y="13335"/>
                              <a:pt x="3635" y="16954"/>
                              <a:pt x="5159" y="20383"/>
                            </a:cubicBezTo>
                            <a:cubicBezTo>
                              <a:pt x="9731" y="30099"/>
                              <a:pt x="14779" y="39148"/>
                              <a:pt x="22685" y="47720"/>
                            </a:cubicBezTo>
                            <a:cubicBezTo>
                              <a:pt x="27924" y="53054"/>
                              <a:pt x="33829" y="58960"/>
                              <a:pt x="41735" y="64389"/>
                            </a:cubicBezTo>
                            <a:cubicBezTo>
                              <a:pt x="44116" y="66104"/>
                              <a:pt x="46878" y="68199"/>
                              <a:pt x="50022" y="70485"/>
                            </a:cubicBezTo>
                            <a:cubicBezTo>
                              <a:pt x="53165" y="72676"/>
                              <a:pt x="56499" y="75057"/>
                              <a:pt x="60023" y="77438"/>
                            </a:cubicBezTo>
                            <a:cubicBezTo>
                              <a:pt x="63452" y="80010"/>
                              <a:pt x="66976" y="82677"/>
                              <a:pt x="70405" y="85344"/>
                            </a:cubicBezTo>
                            <a:cubicBezTo>
                              <a:pt x="77549" y="90392"/>
                              <a:pt x="84026" y="95917"/>
                              <a:pt x="89265" y="99917"/>
                            </a:cubicBezTo>
                            <a:cubicBezTo>
                              <a:pt x="90598" y="100965"/>
                              <a:pt x="91932" y="101917"/>
                              <a:pt x="93075" y="102775"/>
                            </a:cubicBezTo>
                            <a:cubicBezTo>
                              <a:pt x="101171" y="108871"/>
                              <a:pt x="108601" y="113729"/>
                              <a:pt x="116125" y="117062"/>
                            </a:cubicBezTo>
                            <a:cubicBezTo>
                              <a:pt x="126031" y="122015"/>
                              <a:pt x="136127" y="124301"/>
                              <a:pt x="146129" y="125730"/>
                            </a:cubicBezTo>
                            <a:cubicBezTo>
                              <a:pt x="149367" y="126111"/>
                              <a:pt x="152701" y="126397"/>
                              <a:pt x="156130" y="126492"/>
                            </a:cubicBezTo>
                            <a:lnTo>
                              <a:pt x="156511" y="126492"/>
                            </a:lnTo>
                            <a:cubicBezTo>
                              <a:pt x="143271" y="111252"/>
                              <a:pt x="128603" y="96869"/>
                              <a:pt x="113553" y="83248"/>
                            </a:cubicBezTo>
                            <a:cubicBezTo>
                              <a:pt x="98027" y="70009"/>
                              <a:pt x="82121" y="57436"/>
                              <a:pt x="64976" y="4762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96" name="Forme libre : forme 11395">
                        <a:extLst>
                          <a:ext uri="{FF2B5EF4-FFF2-40B4-BE49-F238E27FC236}">
                            <a16:creationId xmlns:a16="http://schemas.microsoft.com/office/drawing/2014/main" id="{9BA8E2E6-77B1-4F45-B7EE-324F9BF333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02914" y="2721886"/>
                        <a:ext cx="75840" cy="64104"/>
                      </a:xfrm>
                      <a:custGeom>
                        <a:avLst/>
                        <a:gdLst>
                          <a:gd name="connsiteX0" fmla="*/ 74740 w 75840"/>
                          <a:gd name="connsiteY0" fmla="*/ 62651 h 64104"/>
                          <a:gd name="connsiteX1" fmla="*/ 53403 w 75840"/>
                          <a:gd name="connsiteY1" fmla="*/ 56556 h 64104"/>
                          <a:gd name="connsiteX2" fmla="*/ 29686 w 75840"/>
                          <a:gd name="connsiteY2" fmla="*/ 39792 h 64104"/>
                          <a:gd name="connsiteX3" fmla="*/ 9684 w 75840"/>
                          <a:gd name="connsiteY3" fmla="*/ 21789 h 64104"/>
                          <a:gd name="connsiteX4" fmla="*/ 826 w 75840"/>
                          <a:gd name="connsiteY4" fmla="*/ 2644 h 64104"/>
                          <a:gd name="connsiteX5" fmla="*/ 21590 w 75840"/>
                          <a:gd name="connsiteY5" fmla="*/ 4644 h 64104"/>
                          <a:gd name="connsiteX6" fmla="*/ 44831 w 75840"/>
                          <a:gd name="connsiteY6" fmla="*/ 20170 h 64104"/>
                          <a:gd name="connsiteX7" fmla="*/ 66072 w 75840"/>
                          <a:gd name="connsiteY7" fmla="*/ 41316 h 64104"/>
                          <a:gd name="connsiteX8" fmla="*/ 74740 w 75840"/>
                          <a:gd name="connsiteY8" fmla="*/ 62651 h 64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5840" h="64104">
                            <a:moveTo>
                              <a:pt x="74740" y="62651"/>
                            </a:moveTo>
                            <a:cubicBezTo>
                              <a:pt x="71310" y="66366"/>
                              <a:pt x="62452" y="62461"/>
                              <a:pt x="53403" y="56556"/>
                            </a:cubicBezTo>
                            <a:cubicBezTo>
                              <a:pt x="44260" y="50841"/>
                              <a:pt x="34448" y="43697"/>
                              <a:pt x="29686" y="39792"/>
                            </a:cubicBezTo>
                            <a:cubicBezTo>
                              <a:pt x="24733" y="36267"/>
                              <a:pt x="16541" y="28838"/>
                              <a:pt x="9684" y="21789"/>
                            </a:cubicBezTo>
                            <a:cubicBezTo>
                              <a:pt x="2921" y="14836"/>
                              <a:pt x="-2032" y="7407"/>
                              <a:pt x="826" y="2644"/>
                            </a:cubicBezTo>
                            <a:cubicBezTo>
                              <a:pt x="3683" y="-2118"/>
                              <a:pt x="12255" y="167"/>
                              <a:pt x="21590" y="4644"/>
                            </a:cubicBezTo>
                            <a:cubicBezTo>
                              <a:pt x="30829" y="9121"/>
                              <a:pt x="40068" y="16455"/>
                              <a:pt x="44831" y="20170"/>
                            </a:cubicBezTo>
                            <a:cubicBezTo>
                              <a:pt x="49403" y="24075"/>
                              <a:pt x="58832" y="32552"/>
                              <a:pt x="66072" y="41316"/>
                            </a:cubicBezTo>
                            <a:cubicBezTo>
                              <a:pt x="73120" y="50174"/>
                              <a:pt x="78168" y="58842"/>
                              <a:pt x="74740" y="6265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97" name="Forme libre : forme 11396">
                        <a:extLst>
                          <a:ext uri="{FF2B5EF4-FFF2-40B4-BE49-F238E27FC236}">
                            <a16:creationId xmlns:a16="http://schemas.microsoft.com/office/drawing/2014/main" id="{B0C076CD-2DD8-4DEE-BFB4-C62F90E002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03059" y="2721544"/>
                        <a:ext cx="46209" cy="51945"/>
                      </a:xfrm>
                      <a:custGeom>
                        <a:avLst/>
                        <a:gdLst>
                          <a:gd name="connsiteX0" fmla="*/ 22969 w 46209"/>
                          <a:gd name="connsiteY0" fmla="*/ 6130 h 51945"/>
                          <a:gd name="connsiteX1" fmla="*/ 299 w 46209"/>
                          <a:gd name="connsiteY1" fmla="*/ 2796 h 51945"/>
                          <a:gd name="connsiteX2" fmla="*/ 9634 w 46209"/>
                          <a:gd name="connsiteY2" fmla="*/ 22132 h 51945"/>
                          <a:gd name="connsiteX3" fmla="*/ 29922 w 46209"/>
                          <a:gd name="connsiteY3" fmla="*/ 40516 h 51945"/>
                          <a:gd name="connsiteX4" fmla="*/ 46210 w 46209"/>
                          <a:gd name="connsiteY4" fmla="*/ 51945 h 51945"/>
                          <a:gd name="connsiteX5" fmla="*/ 38495 w 46209"/>
                          <a:gd name="connsiteY5" fmla="*/ 44611 h 51945"/>
                          <a:gd name="connsiteX6" fmla="*/ 24779 w 46209"/>
                          <a:gd name="connsiteY6" fmla="*/ 24609 h 51945"/>
                          <a:gd name="connsiteX7" fmla="*/ 22969 w 46209"/>
                          <a:gd name="connsiteY7" fmla="*/ 6130 h 519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6209" h="51945">
                            <a:moveTo>
                              <a:pt x="22969" y="6130"/>
                            </a:moveTo>
                            <a:cubicBezTo>
                              <a:pt x="16778" y="4225"/>
                              <a:pt x="2109" y="-4347"/>
                              <a:pt x="299" y="2796"/>
                            </a:cubicBezTo>
                            <a:cubicBezTo>
                              <a:pt x="-1225" y="8416"/>
                              <a:pt x="3252" y="15465"/>
                              <a:pt x="9634" y="22132"/>
                            </a:cubicBezTo>
                            <a:cubicBezTo>
                              <a:pt x="16016" y="28800"/>
                              <a:pt x="23731" y="35943"/>
                              <a:pt x="29922" y="40516"/>
                            </a:cubicBezTo>
                            <a:cubicBezTo>
                              <a:pt x="33351" y="43373"/>
                              <a:pt x="41638" y="49374"/>
                              <a:pt x="46210" y="51945"/>
                            </a:cubicBezTo>
                            <a:cubicBezTo>
                              <a:pt x="44019" y="49945"/>
                              <a:pt x="40209" y="46802"/>
                              <a:pt x="38495" y="44611"/>
                            </a:cubicBezTo>
                            <a:cubicBezTo>
                              <a:pt x="33732" y="38134"/>
                              <a:pt x="28207" y="31276"/>
                              <a:pt x="24779" y="24609"/>
                            </a:cubicBezTo>
                            <a:cubicBezTo>
                              <a:pt x="21445" y="17751"/>
                              <a:pt x="19921" y="11274"/>
                              <a:pt x="22969" y="613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98" name="Forme libre : forme 11397">
                        <a:extLst>
                          <a:ext uri="{FF2B5EF4-FFF2-40B4-BE49-F238E27FC236}">
                            <a16:creationId xmlns:a16="http://schemas.microsoft.com/office/drawing/2014/main" id="{F2EF6C02-7F25-44DD-B7B8-620D292853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05668" y="2726974"/>
                        <a:ext cx="75774" cy="63735"/>
                      </a:xfrm>
                      <a:custGeom>
                        <a:avLst/>
                        <a:gdLst>
                          <a:gd name="connsiteX0" fmla="*/ 73890 w 75774"/>
                          <a:gd name="connsiteY0" fmla="*/ 62993 h 63735"/>
                          <a:gd name="connsiteX1" fmla="*/ 28551 w 75774"/>
                          <a:gd name="connsiteY1" fmla="*/ 39847 h 63735"/>
                          <a:gd name="connsiteX2" fmla="*/ 9025 w 75774"/>
                          <a:gd name="connsiteY2" fmla="*/ 21845 h 63735"/>
                          <a:gd name="connsiteX3" fmla="*/ 738 w 75774"/>
                          <a:gd name="connsiteY3" fmla="*/ 2795 h 63735"/>
                          <a:gd name="connsiteX4" fmla="*/ 21408 w 75774"/>
                          <a:gd name="connsiteY4" fmla="*/ 4795 h 63735"/>
                          <a:gd name="connsiteX5" fmla="*/ 44172 w 75774"/>
                          <a:gd name="connsiteY5" fmla="*/ 20512 h 63735"/>
                          <a:gd name="connsiteX6" fmla="*/ 73890 w 75774"/>
                          <a:gd name="connsiteY6" fmla="*/ 62993 h 637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5774" h="63735">
                            <a:moveTo>
                              <a:pt x="73890" y="62993"/>
                            </a:moveTo>
                            <a:cubicBezTo>
                              <a:pt x="64842" y="67851"/>
                              <a:pt x="39124" y="47563"/>
                              <a:pt x="28551" y="39847"/>
                            </a:cubicBezTo>
                            <a:cubicBezTo>
                              <a:pt x="23408" y="35751"/>
                              <a:pt x="15121" y="29084"/>
                              <a:pt x="9025" y="21845"/>
                            </a:cubicBezTo>
                            <a:cubicBezTo>
                              <a:pt x="2644" y="15082"/>
                              <a:pt x="-1833" y="7748"/>
                              <a:pt x="738" y="2795"/>
                            </a:cubicBezTo>
                            <a:cubicBezTo>
                              <a:pt x="3310" y="-2253"/>
                              <a:pt x="12073" y="223"/>
                              <a:pt x="21408" y="4795"/>
                            </a:cubicBezTo>
                            <a:cubicBezTo>
                              <a:pt x="30361" y="9843"/>
                              <a:pt x="39981" y="16797"/>
                              <a:pt x="44172" y="20512"/>
                            </a:cubicBezTo>
                            <a:cubicBezTo>
                              <a:pt x="53031" y="27274"/>
                              <a:pt x="83606" y="57468"/>
                              <a:pt x="73890" y="6299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99" name="Forme libre : forme 11398">
                        <a:extLst>
                          <a:ext uri="{FF2B5EF4-FFF2-40B4-BE49-F238E27FC236}">
                            <a16:creationId xmlns:a16="http://schemas.microsoft.com/office/drawing/2014/main" id="{C72B729D-2639-41AA-A5BD-CB61446285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64986" y="2692709"/>
                        <a:ext cx="88448" cy="90064"/>
                      </a:xfrm>
                      <a:custGeom>
                        <a:avLst/>
                        <a:gdLst>
                          <a:gd name="connsiteX0" fmla="*/ 177 w 88448"/>
                          <a:gd name="connsiteY0" fmla="*/ 10295 h 90064"/>
                          <a:gd name="connsiteX1" fmla="*/ 4845 w 88448"/>
                          <a:gd name="connsiteY1" fmla="*/ 26678 h 90064"/>
                          <a:gd name="connsiteX2" fmla="*/ 16274 w 88448"/>
                          <a:gd name="connsiteY2" fmla="*/ 44966 h 90064"/>
                          <a:gd name="connsiteX3" fmla="*/ 31515 w 88448"/>
                          <a:gd name="connsiteY3" fmla="*/ 62396 h 90064"/>
                          <a:gd name="connsiteX4" fmla="*/ 40087 w 88448"/>
                          <a:gd name="connsiteY4" fmla="*/ 69540 h 90064"/>
                          <a:gd name="connsiteX5" fmla="*/ 49040 w 88448"/>
                          <a:gd name="connsiteY5" fmla="*/ 76303 h 90064"/>
                          <a:gd name="connsiteX6" fmla="*/ 67329 w 88448"/>
                          <a:gd name="connsiteY6" fmla="*/ 86590 h 90064"/>
                          <a:gd name="connsiteX7" fmla="*/ 88188 w 88448"/>
                          <a:gd name="connsiteY7" fmla="*/ 86209 h 90064"/>
                          <a:gd name="connsiteX8" fmla="*/ 80949 w 88448"/>
                          <a:gd name="connsiteY8" fmla="*/ 72493 h 90064"/>
                          <a:gd name="connsiteX9" fmla="*/ 68948 w 88448"/>
                          <a:gd name="connsiteY9" fmla="*/ 55157 h 90064"/>
                          <a:gd name="connsiteX10" fmla="*/ 57613 w 88448"/>
                          <a:gd name="connsiteY10" fmla="*/ 36679 h 90064"/>
                          <a:gd name="connsiteX11" fmla="*/ 47516 w 88448"/>
                          <a:gd name="connsiteY11" fmla="*/ 18391 h 90064"/>
                          <a:gd name="connsiteX12" fmla="*/ 29514 w 88448"/>
                          <a:gd name="connsiteY12" fmla="*/ 3055 h 90064"/>
                          <a:gd name="connsiteX13" fmla="*/ 177 w 88448"/>
                          <a:gd name="connsiteY13" fmla="*/ 10295 h 900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88448" h="90064">
                            <a:moveTo>
                              <a:pt x="177" y="10295"/>
                            </a:moveTo>
                            <a:cubicBezTo>
                              <a:pt x="-489" y="17057"/>
                              <a:pt x="654" y="19915"/>
                              <a:pt x="4845" y="26678"/>
                            </a:cubicBezTo>
                            <a:cubicBezTo>
                              <a:pt x="8845" y="32964"/>
                              <a:pt x="12179" y="39155"/>
                              <a:pt x="16274" y="44966"/>
                            </a:cubicBezTo>
                            <a:cubicBezTo>
                              <a:pt x="20370" y="50680"/>
                              <a:pt x="25133" y="56300"/>
                              <a:pt x="31515" y="62396"/>
                            </a:cubicBezTo>
                            <a:cubicBezTo>
                              <a:pt x="34181" y="64873"/>
                              <a:pt x="37039" y="67254"/>
                              <a:pt x="40087" y="69540"/>
                            </a:cubicBezTo>
                            <a:cubicBezTo>
                              <a:pt x="42945" y="72017"/>
                              <a:pt x="45993" y="74207"/>
                              <a:pt x="49040" y="76303"/>
                            </a:cubicBezTo>
                            <a:cubicBezTo>
                              <a:pt x="55327" y="80399"/>
                              <a:pt x="61613" y="83923"/>
                              <a:pt x="67329" y="86590"/>
                            </a:cubicBezTo>
                            <a:cubicBezTo>
                              <a:pt x="76091" y="90304"/>
                              <a:pt x="85902" y="92210"/>
                              <a:pt x="88188" y="86209"/>
                            </a:cubicBezTo>
                            <a:cubicBezTo>
                              <a:pt x="89712" y="82303"/>
                              <a:pt x="84187" y="77541"/>
                              <a:pt x="80949" y="72493"/>
                            </a:cubicBezTo>
                            <a:cubicBezTo>
                              <a:pt x="77044" y="66587"/>
                              <a:pt x="73043" y="60872"/>
                              <a:pt x="68948" y="55157"/>
                            </a:cubicBezTo>
                            <a:cubicBezTo>
                              <a:pt x="64852" y="49442"/>
                              <a:pt x="61328" y="43156"/>
                              <a:pt x="57613" y="36679"/>
                            </a:cubicBezTo>
                            <a:cubicBezTo>
                              <a:pt x="54565" y="31059"/>
                              <a:pt x="51708" y="24582"/>
                              <a:pt x="47516" y="18391"/>
                            </a:cubicBezTo>
                            <a:cubicBezTo>
                              <a:pt x="43230" y="12485"/>
                              <a:pt x="37611" y="6961"/>
                              <a:pt x="29514" y="3055"/>
                            </a:cubicBezTo>
                            <a:cubicBezTo>
                              <a:pt x="14655" y="-3326"/>
                              <a:pt x="1034" y="865"/>
                              <a:pt x="177" y="1029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00" name="Forme libre : forme 11399">
                        <a:extLst>
                          <a:ext uri="{FF2B5EF4-FFF2-40B4-BE49-F238E27FC236}">
                            <a16:creationId xmlns:a16="http://schemas.microsoft.com/office/drawing/2014/main" id="{7A2EA619-1A78-41F9-B1AE-51E0D1FA87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90564" y="2704087"/>
                        <a:ext cx="37768" cy="18386"/>
                      </a:xfrm>
                      <a:custGeom>
                        <a:avLst/>
                        <a:gdLst>
                          <a:gd name="connsiteX0" fmla="*/ 4984 w 37768"/>
                          <a:gd name="connsiteY0" fmla="*/ 251 h 18386"/>
                          <a:gd name="connsiteX1" fmla="*/ 507 w 37768"/>
                          <a:gd name="connsiteY1" fmla="*/ 537 h 18386"/>
                          <a:gd name="connsiteX2" fmla="*/ 1745 w 37768"/>
                          <a:gd name="connsiteY2" fmla="*/ 4156 h 18386"/>
                          <a:gd name="connsiteX3" fmla="*/ 7842 w 37768"/>
                          <a:gd name="connsiteY3" fmla="*/ 8061 h 18386"/>
                          <a:gd name="connsiteX4" fmla="*/ 23939 w 37768"/>
                          <a:gd name="connsiteY4" fmla="*/ 15776 h 18386"/>
                          <a:gd name="connsiteX5" fmla="*/ 30034 w 37768"/>
                          <a:gd name="connsiteY5" fmla="*/ 18063 h 18386"/>
                          <a:gd name="connsiteX6" fmla="*/ 31559 w 37768"/>
                          <a:gd name="connsiteY6" fmla="*/ 8918 h 18386"/>
                          <a:gd name="connsiteX7" fmla="*/ 4984 w 37768"/>
                          <a:gd name="connsiteY7" fmla="*/ 251 h 183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768" h="18386">
                            <a:moveTo>
                              <a:pt x="4984" y="251"/>
                            </a:moveTo>
                            <a:cubicBezTo>
                              <a:pt x="2984" y="-35"/>
                              <a:pt x="1650" y="-226"/>
                              <a:pt x="507" y="537"/>
                            </a:cubicBezTo>
                            <a:cubicBezTo>
                              <a:pt x="-636" y="1299"/>
                              <a:pt x="316" y="2823"/>
                              <a:pt x="1745" y="4156"/>
                            </a:cubicBezTo>
                            <a:cubicBezTo>
                              <a:pt x="3269" y="5490"/>
                              <a:pt x="5841" y="7014"/>
                              <a:pt x="7842" y="8061"/>
                            </a:cubicBezTo>
                            <a:cubicBezTo>
                              <a:pt x="13080" y="10728"/>
                              <a:pt x="18795" y="13395"/>
                              <a:pt x="23939" y="15776"/>
                            </a:cubicBezTo>
                            <a:cubicBezTo>
                              <a:pt x="26034" y="16729"/>
                              <a:pt x="28035" y="17682"/>
                              <a:pt x="30034" y="18063"/>
                            </a:cubicBezTo>
                            <a:cubicBezTo>
                              <a:pt x="38321" y="19682"/>
                              <a:pt x="41560" y="15015"/>
                              <a:pt x="31559" y="8918"/>
                            </a:cubicBezTo>
                            <a:cubicBezTo>
                              <a:pt x="23939" y="3966"/>
                              <a:pt x="12889" y="1394"/>
                              <a:pt x="4984" y="25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01" name="Forme libre : forme 11400">
                        <a:extLst>
                          <a:ext uri="{FF2B5EF4-FFF2-40B4-BE49-F238E27FC236}">
                            <a16:creationId xmlns:a16="http://schemas.microsoft.com/office/drawing/2014/main" id="{4993447E-9FFB-458E-836E-AEC533B9D8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36315" y="2792920"/>
                        <a:ext cx="60578" cy="20103"/>
                      </a:xfrm>
                      <a:custGeom>
                        <a:avLst/>
                        <a:gdLst>
                          <a:gd name="connsiteX0" fmla="*/ 60579 w 60578"/>
                          <a:gd name="connsiteY0" fmla="*/ 19717 h 20103"/>
                          <a:gd name="connsiteX1" fmla="*/ 0 w 60578"/>
                          <a:gd name="connsiteY1" fmla="*/ 0 h 20103"/>
                          <a:gd name="connsiteX2" fmla="*/ 60579 w 60578"/>
                          <a:gd name="connsiteY2" fmla="*/ 19717 h 201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0578" h="20103">
                            <a:moveTo>
                              <a:pt x="60579" y="19717"/>
                            </a:moveTo>
                            <a:cubicBezTo>
                              <a:pt x="44768" y="22670"/>
                              <a:pt x="17145" y="8001"/>
                              <a:pt x="0" y="0"/>
                            </a:cubicBezTo>
                            <a:cubicBezTo>
                              <a:pt x="18574" y="8954"/>
                              <a:pt x="42576" y="15526"/>
                              <a:pt x="60579" y="1971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02" name="Forme libre : forme 11401">
                        <a:extLst>
                          <a:ext uri="{FF2B5EF4-FFF2-40B4-BE49-F238E27FC236}">
                            <a16:creationId xmlns:a16="http://schemas.microsoft.com/office/drawing/2014/main" id="{AB9CCF19-B127-48DD-ABC4-8FE3433B81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51352" y="2681221"/>
                        <a:ext cx="74008" cy="14163"/>
                      </a:xfrm>
                      <a:custGeom>
                        <a:avLst/>
                        <a:gdLst>
                          <a:gd name="connsiteX0" fmla="*/ 74009 w 74008"/>
                          <a:gd name="connsiteY0" fmla="*/ 14164 h 14163"/>
                          <a:gd name="connsiteX1" fmla="*/ 0 w 74008"/>
                          <a:gd name="connsiteY1" fmla="*/ 1590 h 14163"/>
                          <a:gd name="connsiteX2" fmla="*/ 74009 w 74008"/>
                          <a:gd name="connsiteY2" fmla="*/ 14164 h 141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4008" h="14163">
                            <a:moveTo>
                              <a:pt x="74009" y="14164"/>
                            </a:moveTo>
                            <a:cubicBezTo>
                              <a:pt x="48958" y="-124"/>
                              <a:pt x="21145" y="-2029"/>
                              <a:pt x="0" y="1590"/>
                            </a:cubicBezTo>
                            <a:cubicBezTo>
                              <a:pt x="19717" y="-2886"/>
                              <a:pt x="51149" y="4734"/>
                              <a:pt x="74009" y="1416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03" name="Forme libre : forme 11402">
                        <a:extLst>
                          <a:ext uri="{FF2B5EF4-FFF2-40B4-BE49-F238E27FC236}">
                            <a16:creationId xmlns:a16="http://schemas.microsoft.com/office/drawing/2014/main" id="{A9F367F5-C717-4FCA-BF05-3215803294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38298" y="2741438"/>
                        <a:ext cx="26426" cy="25923"/>
                      </a:xfrm>
                      <a:custGeom>
                        <a:avLst/>
                        <a:gdLst>
                          <a:gd name="connsiteX0" fmla="*/ 25353 w 26426"/>
                          <a:gd name="connsiteY0" fmla="*/ 25860 h 25923"/>
                          <a:gd name="connsiteX1" fmla="*/ 8494 w 26426"/>
                          <a:gd name="connsiteY1" fmla="*/ 13573 h 25923"/>
                          <a:gd name="connsiteX2" fmla="*/ 1160 w 26426"/>
                          <a:gd name="connsiteY2" fmla="*/ 142 h 25923"/>
                          <a:gd name="connsiteX3" fmla="*/ 17447 w 26426"/>
                          <a:gd name="connsiteY3" fmla="*/ 11573 h 25923"/>
                          <a:gd name="connsiteX4" fmla="*/ 25353 w 26426"/>
                          <a:gd name="connsiteY4" fmla="*/ 25860 h 25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6426" h="25923">
                            <a:moveTo>
                              <a:pt x="25353" y="25860"/>
                            </a:moveTo>
                            <a:cubicBezTo>
                              <a:pt x="21353" y="26813"/>
                              <a:pt x="11447" y="16716"/>
                              <a:pt x="8494" y="13573"/>
                            </a:cubicBezTo>
                            <a:cubicBezTo>
                              <a:pt x="5636" y="10239"/>
                              <a:pt x="-3126" y="1571"/>
                              <a:pt x="1160" y="142"/>
                            </a:cubicBezTo>
                            <a:cubicBezTo>
                              <a:pt x="5636" y="-1286"/>
                              <a:pt x="14781" y="8429"/>
                              <a:pt x="17447" y="11573"/>
                            </a:cubicBezTo>
                            <a:cubicBezTo>
                              <a:pt x="20305" y="14621"/>
                              <a:pt x="29544" y="24717"/>
                              <a:pt x="25353" y="2586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04" name="Forme libre : forme 11403">
                        <a:extLst>
                          <a:ext uri="{FF2B5EF4-FFF2-40B4-BE49-F238E27FC236}">
                            <a16:creationId xmlns:a16="http://schemas.microsoft.com/office/drawing/2014/main" id="{895DBC37-8080-4EF2-A80D-1E6465816D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60774" y="2763262"/>
                        <a:ext cx="7660" cy="7569"/>
                      </a:xfrm>
                      <a:custGeom>
                        <a:avLst/>
                        <a:gdLst>
                          <a:gd name="connsiteX0" fmla="*/ 7545 w 7660"/>
                          <a:gd name="connsiteY0" fmla="*/ 7179 h 7569"/>
                          <a:gd name="connsiteX1" fmla="*/ 3068 w 7660"/>
                          <a:gd name="connsiteY1" fmla="*/ 5274 h 7569"/>
                          <a:gd name="connsiteX2" fmla="*/ 116 w 7660"/>
                          <a:gd name="connsiteY2" fmla="*/ 416 h 7569"/>
                          <a:gd name="connsiteX3" fmla="*/ 4592 w 7660"/>
                          <a:gd name="connsiteY3" fmla="*/ 2131 h 7569"/>
                          <a:gd name="connsiteX4" fmla="*/ 7545 w 7660"/>
                          <a:gd name="connsiteY4" fmla="*/ 7179 h 7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60" h="7569">
                            <a:moveTo>
                              <a:pt x="7545" y="7179"/>
                            </a:moveTo>
                            <a:cubicBezTo>
                              <a:pt x="6878" y="8417"/>
                              <a:pt x="4307" y="6417"/>
                              <a:pt x="3068" y="5274"/>
                            </a:cubicBezTo>
                            <a:cubicBezTo>
                              <a:pt x="1830" y="4131"/>
                              <a:pt x="-551" y="1655"/>
                              <a:pt x="116" y="416"/>
                            </a:cubicBezTo>
                            <a:cubicBezTo>
                              <a:pt x="782" y="-822"/>
                              <a:pt x="3354" y="988"/>
                              <a:pt x="4592" y="2131"/>
                            </a:cubicBezTo>
                            <a:cubicBezTo>
                              <a:pt x="5830" y="3274"/>
                              <a:pt x="8212" y="5846"/>
                              <a:pt x="7545" y="717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405" name="Forme libre : forme 11404">
                        <a:extLst>
                          <a:ext uri="{FF2B5EF4-FFF2-40B4-BE49-F238E27FC236}">
                            <a16:creationId xmlns:a16="http://schemas.microsoft.com/office/drawing/2014/main" id="{65169476-8CF8-482E-9B84-729F35CD6C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50580" y="2724702"/>
                        <a:ext cx="50251" cy="80729"/>
                      </a:xfrm>
                      <a:custGeom>
                        <a:avLst/>
                        <a:gdLst>
                          <a:gd name="connsiteX0" fmla="*/ 45551 w 50251"/>
                          <a:gd name="connsiteY0" fmla="*/ 52692 h 80729"/>
                          <a:gd name="connsiteX1" fmla="*/ 49838 w 50251"/>
                          <a:gd name="connsiteY1" fmla="*/ 78600 h 80729"/>
                          <a:gd name="connsiteX2" fmla="*/ 41456 w 50251"/>
                          <a:gd name="connsiteY2" fmla="*/ 78029 h 80729"/>
                          <a:gd name="connsiteX3" fmla="*/ 36693 w 50251"/>
                          <a:gd name="connsiteY3" fmla="*/ 68218 h 80729"/>
                          <a:gd name="connsiteX4" fmla="*/ 23263 w 50251"/>
                          <a:gd name="connsiteY4" fmla="*/ 36976 h 80729"/>
                          <a:gd name="connsiteX5" fmla="*/ 7833 w 50251"/>
                          <a:gd name="connsiteY5" fmla="*/ 16497 h 80729"/>
                          <a:gd name="connsiteX6" fmla="*/ 2213 w 50251"/>
                          <a:gd name="connsiteY6" fmla="*/ 114 h 80729"/>
                          <a:gd name="connsiteX7" fmla="*/ 11642 w 50251"/>
                          <a:gd name="connsiteY7" fmla="*/ 2591 h 80729"/>
                          <a:gd name="connsiteX8" fmla="*/ 22311 w 50251"/>
                          <a:gd name="connsiteY8" fmla="*/ 10973 h 80729"/>
                          <a:gd name="connsiteX9" fmla="*/ 38217 w 50251"/>
                          <a:gd name="connsiteY9" fmla="*/ 30213 h 80729"/>
                          <a:gd name="connsiteX10" fmla="*/ 45551 w 50251"/>
                          <a:gd name="connsiteY10" fmla="*/ 52692 h 807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50251" h="80729">
                            <a:moveTo>
                              <a:pt x="45551" y="52692"/>
                            </a:moveTo>
                            <a:cubicBezTo>
                              <a:pt x="48790" y="62884"/>
                              <a:pt x="51267" y="69932"/>
                              <a:pt x="49838" y="78600"/>
                            </a:cubicBezTo>
                            <a:cubicBezTo>
                              <a:pt x="49266" y="81839"/>
                              <a:pt x="44790" y="81172"/>
                              <a:pt x="41456" y="78029"/>
                            </a:cubicBezTo>
                            <a:cubicBezTo>
                              <a:pt x="38217" y="74886"/>
                              <a:pt x="37551" y="71552"/>
                              <a:pt x="36693" y="68218"/>
                            </a:cubicBezTo>
                            <a:cubicBezTo>
                              <a:pt x="34122" y="57550"/>
                              <a:pt x="29264" y="47739"/>
                              <a:pt x="23263" y="36976"/>
                            </a:cubicBezTo>
                            <a:cubicBezTo>
                              <a:pt x="21549" y="33452"/>
                              <a:pt x="13833" y="24784"/>
                              <a:pt x="7833" y="16497"/>
                            </a:cubicBezTo>
                            <a:cubicBezTo>
                              <a:pt x="1927" y="8211"/>
                              <a:pt x="-3026" y="1162"/>
                              <a:pt x="2213" y="114"/>
                            </a:cubicBezTo>
                            <a:cubicBezTo>
                              <a:pt x="4785" y="-362"/>
                              <a:pt x="8118" y="686"/>
                              <a:pt x="11642" y="2591"/>
                            </a:cubicBezTo>
                            <a:cubicBezTo>
                              <a:pt x="15072" y="4686"/>
                              <a:pt x="18786" y="7639"/>
                              <a:pt x="22311" y="10973"/>
                            </a:cubicBezTo>
                            <a:cubicBezTo>
                              <a:pt x="29549" y="17450"/>
                              <a:pt x="35645" y="25641"/>
                              <a:pt x="38217" y="30213"/>
                            </a:cubicBezTo>
                            <a:cubicBezTo>
                              <a:pt x="43361" y="39262"/>
                              <a:pt x="43170" y="44977"/>
                              <a:pt x="45551" y="5269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47" name="Graphique 1">
                      <a:extLst>
                        <a:ext uri="{FF2B5EF4-FFF2-40B4-BE49-F238E27FC236}">
                          <a16:creationId xmlns:a16="http://schemas.microsoft.com/office/drawing/2014/main" id="{FF138C60-725E-4FB8-AC2F-4DA281A4F8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99954" y="2808537"/>
                      <a:ext cx="106473" cy="190735"/>
                      <a:chOff x="5599954" y="2808537"/>
                      <a:chExt cx="106473" cy="190735"/>
                    </a:xfrm>
                    <a:solidFill>
                      <a:schemeClr val="accent1"/>
                    </a:solidFill>
                  </p:grpSpPr>
                  <p:sp>
                    <p:nvSpPr>
                      <p:cNvPr id="11382" name="Forme libre : forme 11381">
                        <a:extLst>
                          <a:ext uri="{FF2B5EF4-FFF2-40B4-BE49-F238E27FC236}">
                            <a16:creationId xmlns:a16="http://schemas.microsoft.com/office/drawing/2014/main" id="{F0032970-5983-4FB0-8B87-9036D928A2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99954" y="2808537"/>
                        <a:ext cx="106473" cy="190735"/>
                      </a:xfrm>
                      <a:custGeom>
                        <a:avLst/>
                        <a:gdLst>
                          <a:gd name="connsiteX0" fmla="*/ 31801 w 106473"/>
                          <a:gd name="connsiteY0" fmla="*/ 135068 h 190735"/>
                          <a:gd name="connsiteX1" fmla="*/ 22752 w 106473"/>
                          <a:gd name="connsiteY1" fmla="*/ 102969 h 190735"/>
                          <a:gd name="connsiteX2" fmla="*/ 14275 w 106473"/>
                          <a:gd name="connsiteY2" fmla="*/ 79061 h 190735"/>
                          <a:gd name="connsiteX3" fmla="*/ 13036 w 106473"/>
                          <a:gd name="connsiteY3" fmla="*/ 76203 h 190735"/>
                          <a:gd name="connsiteX4" fmla="*/ 10560 w 106473"/>
                          <a:gd name="connsiteY4" fmla="*/ 71632 h 190735"/>
                          <a:gd name="connsiteX5" fmla="*/ 6560 w 106473"/>
                          <a:gd name="connsiteY5" fmla="*/ 62773 h 190735"/>
                          <a:gd name="connsiteX6" fmla="*/ 1606 w 106473"/>
                          <a:gd name="connsiteY6" fmla="*/ 46105 h 190735"/>
                          <a:gd name="connsiteX7" fmla="*/ 559 w 106473"/>
                          <a:gd name="connsiteY7" fmla="*/ 13339 h 190735"/>
                          <a:gd name="connsiteX8" fmla="*/ 17704 w 106473"/>
                          <a:gd name="connsiteY8" fmla="*/ 194 h 190735"/>
                          <a:gd name="connsiteX9" fmla="*/ 49803 w 106473"/>
                          <a:gd name="connsiteY9" fmla="*/ 12386 h 190735"/>
                          <a:gd name="connsiteX10" fmla="*/ 64757 w 106473"/>
                          <a:gd name="connsiteY10" fmla="*/ 23911 h 190735"/>
                          <a:gd name="connsiteX11" fmla="*/ 72092 w 106473"/>
                          <a:gd name="connsiteY11" fmla="*/ 31436 h 190735"/>
                          <a:gd name="connsiteX12" fmla="*/ 73901 w 106473"/>
                          <a:gd name="connsiteY12" fmla="*/ 33532 h 190735"/>
                          <a:gd name="connsiteX13" fmla="*/ 75997 w 106473"/>
                          <a:gd name="connsiteY13" fmla="*/ 36199 h 190735"/>
                          <a:gd name="connsiteX14" fmla="*/ 80664 w 106473"/>
                          <a:gd name="connsiteY14" fmla="*/ 43057 h 190735"/>
                          <a:gd name="connsiteX15" fmla="*/ 96190 w 106473"/>
                          <a:gd name="connsiteY15" fmla="*/ 80776 h 190735"/>
                          <a:gd name="connsiteX16" fmla="*/ 104095 w 106473"/>
                          <a:gd name="connsiteY16" fmla="*/ 113923 h 190735"/>
                          <a:gd name="connsiteX17" fmla="*/ 105429 w 106473"/>
                          <a:gd name="connsiteY17" fmla="*/ 148308 h 190735"/>
                          <a:gd name="connsiteX18" fmla="*/ 102381 w 106473"/>
                          <a:gd name="connsiteY18" fmla="*/ 161833 h 190735"/>
                          <a:gd name="connsiteX19" fmla="*/ 99238 w 106473"/>
                          <a:gd name="connsiteY19" fmla="*/ 177454 h 190735"/>
                          <a:gd name="connsiteX20" fmla="*/ 82474 w 106473"/>
                          <a:gd name="connsiteY20" fmla="*/ 190408 h 190735"/>
                          <a:gd name="connsiteX21" fmla="*/ 52565 w 106473"/>
                          <a:gd name="connsiteY21" fmla="*/ 173263 h 190735"/>
                          <a:gd name="connsiteX22" fmla="*/ 31801 w 106473"/>
                          <a:gd name="connsiteY22" fmla="*/ 135068 h 1907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06473" h="190735">
                            <a:moveTo>
                              <a:pt x="31801" y="135068"/>
                            </a:moveTo>
                            <a:cubicBezTo>
                              <a:pt x="29134" y="126781"/>
                              <a:pt x="25990" y="114018"/>
                              <a:pt x="22752" y="102969"/>
                            </a:cubicBezTo>
                            <a:cubicBezTo>
                              <a:pt x="19609" y="91634"/>
                              <a:pt x="16085" y="82776"/>
                              <a:pt x="14275" y="79061"/>
                            </a:cubicBezTo>
                            <a:cubicBezTo>
                              <a:pt x="13799" y="78109"/>
                              <a:pt x="13703" y="77537"/>
                              <a:pt x="13036" y="76203"/>
                            </a:cubicBezTo>
                            <a:cubicBezTo>
                              <a:pt x="12180" y="74680"/>
                              <a:pt x="11322" y="73156"/>
                              <a:pt x="10560" y="71632"/>
                            </a:cubicBezTo>
                            <a:cubicBezTo>
                              <a:pt x="9036" y="68584"/>
                              <a:pt x="7703" y="65631"/>
                              <a:pt x="6560" y="62773"/>
                            </a:cubicBezTo>
                            <a:cubicBezTo>
                              <a:pt x="4274" y="56963"/>
                              <a:pt x="2845" y="51439"/>
                              <a:pt x="1606" y="46105"/>
                            </a:cubicBezTo>
                            <a:cubicBezTo>
                              <a:pt x="-584" y="35436"/>
                              <a:pt x="-108" y="24673"/>
                              <a:pt x="559" y="13339"/>
                            </a:cubicBezTo>
                            <a:cubicBezTo>
                              <a:pt x="1130" y="5433"/>
                              <a:pt x="9798" y="-1235"/>
                              <a:pt x="17704" y="194"/>
                            </a:cubicBezTo>
                            <a:cubicBezTo>
                              <a:pt x="29324" y="2194"/>
                              <a:pt x="39421" y="6290"/>
                              <a:pt x="49803" y="12386"/>
                            </a:cubicBezTo>
                            <a:cubicBezTo>
                              <a:pt x="55042" y="15434"/>
                              <a:pt x="59805" y="19434"/>
                              <a:pt x="64757" y="23911"/>
                            </a:cubicBezTo>
                            <a:cubicBezTo>
                              <a:pt x="67234" y="26197"/>
                              <a:pt x="69710" y="28674"/>
                              <a:pt x="72092" y="31436"/>
                            </a:cubicBezTo>
                            <a:lnTo>
                              <a:pt x="73901" y="33532"/>
                            </a:lnTo>
                            <a:cubicBezTo>
                              <a:pt x="74473" y="34103"/>
                              <a:pt x="75140" y="34960"/>
                              <a:pt x="75997" y="36199"/>
                            </a:cubicBezTo>
                            <a:cubicBezTo>
                              <a:pt x="77616" y="38389"/>
                              <a:pt x="79140" y="40675"/>
                              <a:pt x="80664" y="43057"/>
                            </a:cubicBezTo>
                            <a:cubicBezTo>
                              <a:pt x="86951" y="53153"/>
                              <a:pt x="92571" y="67726"/>
                              <a:pt x="96190" y="80776"/>
                            </a:cubicBezTo>
                            <a:cubicBezTo>
                              <a:pt x="100000" y="94015"/>
                              <a:pt x="102476" y="106112"/>
                              <a:pt x="104095" y="113923"/>
                            </a:cubicBezTo>
                            <a:cubicBezTo>
                              <a:pt x="107048" y="128686"/>
                              <a:pt x="106953" y="139068"/>
                              <a:pt x="105429" y="148308"/>
                            </a:cubicBezTo>
                            <a:cubicBezTo>
                              <a:pt x="104667" y="152975"/>
                              <a:pt x="103619" y="157166"/>
                              <a:pt x="102381" y="161833"/>
                            </a:cubicBezTo>
                            <a:cubicBezTo>
                              <a:pt x="101619" y="166882"/>
                              <a:pt x="100476" y="172025"/>
                              <a:pt x="99238" y="177454"/>
                            </a:cubicBezTo>
                            <a:cubicBezTo>
                              <a:pt x="97428" y="184884"/>
                              <a:pt x="89713" y="192409"/>
                              <a:pt x="82474" y="190408"/>
                            </a:cubicBezTo>
                            <a:cubicBezTo>
                              <a:pt x="71996" y="187170"/>
                              <a:pt x="61995" y="183741"/>
                              <a:pt x="52565" y="173263"/>
                            </a:cubicBezTo>
                            <a:cubicBezTo>
                              <a:pt x="43517" y="163548"/>
                              <a:pt x="36564" y="150403"/>
                              <a:pt x="31801" y="13506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83" name="Forme libre : forme 11382">
                        <a:extLst>
                          <a:ext uri="{FF2B5EF4-FFF2-40B4-BE49-F238E27FC236}">
                            <a16:creationId xmlns:a16="http://schemas.microsoft.com/office/drawing/2014/main" id="{677B7F23-BDDD-4891-A44E-42FAEB7336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00066" y="2813208"/>
                        <a:ext cx="83028" cy="185642"/>
                      </a:xfrm>
                      <a:custGeom>
                        <a:avLst/>
                        <a:gdLst>
                          <a:gd name="connsiteX0" fmla="*/ 41786 w 83028"/>
                          <a:gd name="connsiteY0" fmla="*/ 69151 h 185642"/>
                          <a:gd name="connsiteX1" fmla="*/ 37118 w 83028"/>
                          <a:gd name="connsiteY1" fmla="*/ 61055 h 185642"/>
                          <a:gd name="connsiteX2" fmla="*/ 34642 w 83028"/>
                          <a:gd name="connsiteY2" fmla="*/ 57245 h 185642"/>
                          <a:gd name="connsiteX3" fmla="*/ 31594 w 83028"/>
                          <a:gd name="connsiteY3" fmla="*/ 52959 h 185642"/>
                          <a:gd name="connsiteX4" fmla="*/ 20354 w 83028"/>
                          <a:gd name="connsiteY4" fmla="*/ 35433 h 185642"/>
                          <a:gd name="connsiteX5" fmla="*/ 4733 w 83028"/>
                          <a:gd name="connsiteY5" fmla="*/ 0 h 185642"/>
                          <a:gd name="connsiteX6" fmla="*/ 542 w 83028"/>
                          <a:gd name="connsiteY6" fmla="*/ 8572 h 185642"/>
                          <a:gd name="connsiteX7" fmla="*/ 66 w 83028"/>
                          <a:gd name="connsiteY7" fmla="*/ 20098 h 185642"/>
                          <a:gd name="connsiteX8" fmla="*/ 4638 w 83028"/>
                          <a:gd name="connsiteY8" fmla="*/ 52769 h 185642"/>
                          <a:gd name="connsiteX9" fmla="*/ 9210 w 83028"/>
                          <a:gd name="connsiteY9" fmla="*/ 64103 h 185642"/>
                          <a:gd name="connsiteX10" fmla="*/ 14354 w 83028"/>
                          <a:gd name="connsiteY10" fmla="*/ 74295 h 185642"/>
                          <a:gd name="connsiteX11" fmla="*/ 16925 w 83028"/>
                          <a:gd name="connsiteY11" fmla="*/ 80391 h 185642"/>
                          <a:gd name="connsiteX12" fmla="*/ 30355 w 83028"/>
                          <a:gd name="connsiteY12" fmla="*/ 125158 h 185642"/>
                          <a:gd name="connsiteX13" fmla="*/ 31879 w 83028"/>
                          <a:gd name="connsiteY13" fmla="*/ 130207 h 185642"/>
                          <a:gd name="connsiteX14" fmla="*/ 45405 w 83028"/>
                          <a:gd name="connsiteY14" fmla="*/ 159163 h 185642"/>
                          <a:gd name="connsiteX15" fmla="*/ 58454 w 83028"/>
                          <a:gd name="connsiteY15" fmla="*/ 173736 h 185642"/>
                          <a:gd name="connsiteX16" fmla="*/ 72837 w 83028"/>
                          <a:gd name="connsiteY16" fmla="*/ 182308 h 185642"/>
                          <a:gd name="connsiteX17" fmla="*/ 82648 w 83028"/>
                          <a:gd name="connsiteY17" fmla="*/ 185642 h 185642"/>
                          <a:gd name="connsiteX18" fmla="*/ 83028 w 83028"/>
                          <a:gd name="connsiteY18" fmla="*/ 185642 h 185642"/>
                          <a:gd name="connsiteX19" fmla="*/ 75599 w 83028"/>
                          <a:gd name="connsiteY19" fmla="*/ 171736 h 185642"/>
                          <a:gd name="connsiteX20" fmla="*/ 69027 w 83028"/>
                          <a:gd name="connsiteY20" fmla="*/ 156591 h 185642"/>
                          <a:gd name="connsiteX21" fmla="*/ 59978 w 83028"/>
                          <a:gd name="connsiteY21" fmla="*/ 125825 h 185642"/>
                          <a:gd name="connsiteX22" fmla="*/ 41786 w 83028"/>
                          <a:gd name="connsiteY22" fmla="*/ 69151 h 185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83028" h="185642">
                            <a:moveTo>
                              <a:pt x="41786" y="69151"/>
                            </a:moveTo>
                            <a:cubicBezTo>
                              <a:pt x="40357" y="66294"/>
                              <a:pt x="38737" y="63627"/>
                              <a:pt x="37118" y="61055"/>
                            </a:cubicBezTo>
                            <a:lnTo>
                              <a:pt x="34642" y="57245"/>
                            </a:lnTo>
                            <a:lnTo>
                              <a:pt x="31594" y="52959"/>
                            </a:lnTo>
                            <a:cubicBezTo>
                              <a:pt x="27498" y="47244"/>
                              <a:pt x="23688" y="41338"/>
                              <a:pt x="20354" y="35433"/>
                            </a:cubicBezTo>
                            <a:cubicBezTo>
                              <a:pt x="13020" y="23908"/>
                              <a:pt x="7781" y="11716"/>
                              <a:pt x="4733" y="0"/>
                            </a:cubicBezTo>
                            <a:cubicBezTo>
                              <a:pt x="2352" y="2381"/>
                              <a:pt x="733" y="5334"/>
                              <a:pt x="542" y="8572"/>
                            </a:cubicBezTo>
                            <a:cubicBezTo>
                              <a:pt x="256" y="12573"/>
                              <a:pt x="161" y="16288"/>
                              <a:pt x="66" y="20098"/>
                            </a:cubicBezTo>
                            <a:cubicBezTo>
                              <a:pt x="-315" y="31147"/>
                              <a:pt x="923" y="41434"/>
                              <a:pt x="4638" y="52769"/>
                            </a:cubicBezTo>
                            <a:cubicBezTo>
                              <a:pt x="5781" y="56483"/>
                              <a:pt x="7305" y="60198"/>
                              <a:pt x="9210" y="64103"/>
                            </a:cubicBezTo>
                            <a:cubicBezTo>
                              <a:pt x="10925" y="67723"/>
                              <a:pt x="13972" y="72866"/>
                              <a:pt x="14354" y="74295"/>
                            </a:cubicBezTo>
                            <a:cubicBezTo>
                              <a:pt x="15020" y="75819"/>
                              <a:pt x="15973" y="77724"/>
                              <a:pt x="16925" y="80391"/>
                            </a:cubicBezTo>
                            <a:cubicBezTo>
                              <a:pt x="21211" y="90297"/>
                              <a:pt x="26355" y="110966"/>
                              <a:pt x="30355" y="125158"/>
                            </a:cubicBezTo>
                            <a:cubicBezTo>
                              <a:pt x="30927" y="126968"/>
                              <a:pt x="31403" y="128683"/>
                              <a:pt x="31879" y="130207"/>
                            </a:cubicBezTo>
                            <a:cubicBezTo>
                              <a:pt x="35309" y="141161"/>
                              <a:pt x="39785" y="150876"/>
                              <a:pt x="45405" y="159163"/>
                            </a:cubicBezTo>
                            <a:cubicBezTo>
                              <a:pt x="49215" y="164782"/>
                              <a:pt x="53596" y="169640"/>
                              <a:pt x="58454" y="173736"/>
                            </a:cubicBezTo>
                            <a:cubicBezTo>
                              <a:pt x="63217" y="178117"/>
                              <a:pt x="67979" y="179927"/>
                              <a:pt x="72837" y="182308"/>
                            </a:cubicBezTo>
                            <a:cubicBezTo>
                              <a:pt x="76075" y="183642"/>
                              <a:pt x="79314" y="184785"/>
                              <a:pt x="82648" y="185642"/>
                            </a:cubicBezTo>
                            <a:lnTo>
                              <a:pt x="83028" y="185642"/>
                            </a:lnTo>
                            <a:cubicBezTo>
                              <a:pt x="80552" y="181070"/>
                              <a:pt x="78076" y="176403"/>
                              <a:pt x="75599" y="171736"/>
                            </a:cubicBezTo>
                            <a:cubicBezTo>
                              <a:pt x="73123" y="166878"/>
                              <a:pt x="70932" y="161734"/>
                              <a:pt x="69027" y="156591"/>
                            </a:cubicBezTo>
                            <a:cubicBezTo>
                              <a:pt x="65312" y="146304"/>
                              <a:pt x="62550" y="136017"/>
                              <a:pt x="59978" y="125825"/>
                            </a:cubicBezTo>
                            <a:cubicBezTo>
                              <a:pt x="54644" y="105823"/>
                              <a:pt x="50168" y="85534"/>
                              <a:pt x="41786" y="6915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84" name="Forme libre : forme 11383">
                        <a:extLst>
                          <a:ext uri="{FF2B5EF4-FFF2-40B4-BE49-F238E27FC236}">
                            <a16:creationId xmlns:a16="http://schemas.microsoft.com/office/drawing/2014/main" id="{8729E8E9-817C-424A-B1FB-96EB1E310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43401" y="2869924"/>
                        <a:ext cx="34978" cy="92151"/>
                      </a:xfrm>
                      <a:custGeom>
                        <a:avLst/>
                        <a:gdLst>
                          <a:gd name="connsiteX0" fmla="*/ 30836 w 34978"/>
                          <a:gd name="connsiteY0" fmla="*/ 91874 h 92151"/>
                          <a:gd name="connsiteX1" fmla="*/ 15500 w 34978"/>
                          <a:gd name="connsiteY1" fmla="*/ 75206 h 92151"/>
                          <a:gd name="connsiteX2" fmla="*/ 5880 w 34978"/>
                          <a:gd name="connsiteY2" fmla="*/ 46916 h 92151"/>
                          <a:gd name="connsiteX3" fmla="*/ 832 w 34978"/>
                          <a:gd name="connsiteY3" fmla="*/ 21008 h 92151"/>
                          <a:gd name="connsiteX4" fmla="*/ 3690 w 34978"/>
                          <a:gd name="connsiteY4" fmla="*/ 720 h 92151"/>
                          <a:gd name="connsiteX5" fmla="*/ 20358 w 34978"/>
                          <a:gd name="connsiteY5" fmla="*/ 13769 h 92151"/>
                          <a:gd name="connsiteX6" fmla="*/ 29788 w 34978"/>
                          <a:gd name="connsiteY6" fmla="*/ 40439 h 92151"/>
                          <a:gd name="connsiteX7" fmla="*/ 34455 w 34978"/>
                          <a:gd name="connsiteY7" fmla="*/ 69395 h 92151"/>
                          <a:gd name="connsiteX8" fmla="*/ 30836 w 34978"/>
                          <a:gd name="connsiteY8" fmla="*/ 91874 h 921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4978" h="92151">
                            <a:moveTo>
                              <a:pt x="30836" y="91874"/>
                            </a:moveTo>
                            <a:cubicBezTo>
                              <a:pt x="26073" y="93779"/>
                              <a:pt x="20072" y="85588"/>
                              <a:pt x="15500" y="75206"/>
                            </a:cubicBezTo>
                            <a:cubicBezTo>
                              <a:pt x="10833" y="64823"/>
                              <a:pt x="7404" y="52822"/>
                              <a:pt x="5880" y="46916"/>
                            </a:cubicBezTo>
                            <a:cubicBezTo>
                              <a:pt x="4261" y="40916"/>
                              <a:pt x="2165" y="30248"/>
                              <a:pt x="832" y="21008"/>
                            </a:cubicBezTo>
                            <a:cubicBezTo>
                              <a:pt x="-311" y="11769"/>
                              <a:pt x="-978" y="3673"/>
                              <a:pt x="3690" y="720"/>
                            </a:cubicBezTo>
                            <a:cubicBezTo>
                              <a:pt x="8261" y="-2233"/>
                              <a:pt x="15405" y="4244"/>
                              <a:pt x="20358" y="13769"/>
                            </a:cubicBezTo>
                            <a:cubicBezTo>
                              <a:pt x="25406" y="23199"/>
                              <a:pt x="28454" y="34629"/>
                              <a:pt x="29788" y="40439"/>
                            </a:cubicBezTo>
                            <a:cubicBezTo>
                              <a:pt x="31122" y="46345"/>
                              <a:pt x="33408" y="58537"/>
                              <a:pt x="34455" y="69395"/>
                            </a:cubicBezTo>
                            <a:cubicBezTo>
                              <a:pt x="35408" y="80254"/>
                              <a:pt x="35503" y="89969"/>
                              <a:pt x="30836" y="9187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85" name="Forme libre : forme 11384">
                        <a:extLst>
                          <a:ext uri="{FF2B5EF4-FFF2-40B4-BE49-F238E27FC236}">
                            <a16:creationId xmlns:a16="http://schemas.microsoft.com/office/drawing/2014/main" id="{33EE5BA6-921E-4BD0-97F1-E8BF42932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43598" y="2869089"/>
                        <a:ext cx="20732" cy="67563"/>
                      </a:xfrm>
                      <a:custGeom>
                        <a:avLst/>
                        <a:gdLst>
                          <a:gd name="connsiteX0" fmla="*/ 20732 w 20732"/>
                          <a:gd name="connsiteY0" fmla="*/ 16509 h 67563"/>
                          <a:gd name="connsiteX1" fmla="*/ 12636 w 20732"/>
                          <a:gd name="connsiteY1" fmla="*/ 4603 h 67563"/>
                          <a:gd name="connsiteX2" fmla="*/ 3206 w 20732"/>
                          <a:gd name="connsiteY2" fmla="*/ 1174 h 67563"/>
                          <a:gd name="connsiteX3" fmla="*/ 635 w 20732"/>
                          <a:gd name="connsiteY3" fmla="*/ 21843 h 67563"/>
                          <a:gd name="connsiteX4" fmla="*/ 5683 w 20732"/>
                          <a:gd name="connsiteY4" fmla="*/ 48323 h 67563"/>
                          <a:gd name="connsiteX5" fmla="*/ 12160 w 20732"/>
                          <a:gd name="connsiteY5" fmla="*/ 67563 h 67563"/>
                          <a:gd name="connsiteX6" fmla="*/ 10255 w 20732"/>
                          <a:gd name="connsiteY6" fmla="*/ 56800 h 67563"/>
                          <a:gd name="connsiteX7" fmla="*/ 20732 w 20732"/>
                          <a:gd name="connsiteY7" fmla="*/ 16509 h 675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0732" h="67563">
                            <a:moveTo>
                              <a:pt x="20732" y="16509"/>
                            </a:moveTo>
                            <a:cubicBezTo>
                              <a:pt x="18827" y="13842"/>
                              <a:pt x="15875" y="8508"/>
                              <a:pt x="12636" y="4603"/>
                            </a:cubicBezTo>
                            <a:cubicBezTo>
                              <a:pt x="9112" y="698"/>
                              <a:pt x="5683" y="-1493"/>
                              <a:pt x="3206" y="1174"/>
                            </a:cubicBezTo>
                            <a:cubicBezTo>
                              <a:pt x="-699" y="5555"/>
                              <a:pt x="-318" y="13080"/>
                              <a:pt x="635" y="21843"/>
                            </a:cubicBezTo>
                            <a:cubicBezTo>
                              <a:pt x="1778" y="30606"/>
                              <a:pt x="3778" y="40702"/>
                              <a:pt x="5683" y="48323"/>
                            </a:cubicBezTo>
                            <a:cubicBezTo>
                              <a:pt x="6730" y="52704"/>
                              <a:pt x="9969" y="62610"/>
                              <a:pt x="12160" y="67563"/>
                            </a:cubicBezTo>
                            <a:cubicBezTo>
                              <a:pt x="11493" y="64610"/>
                              <a:pt x="10255" y="59657"/>
                              <a:pt x="10255" y="56800"/>
                            </a:cubicBezTo>
                            <a:cubicBezTo>
                              <a:pt x="10064" y="40417"/>
                              <a:pt x="9969" y="21652"/>
                              <a:pt x="20732" y="1650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86" name="Forme libre : forme 11385">
                        <a:extLst>
                          <a:ext uri="{FF2B5EF4-FFF2-40B4-BE49-F238E27FC236}">
                            <a16:creationId xmlns:a16="http://schemas.microsoft.com/office/drawing/2014/main" id="{E14F6EEE-17BD-4F3D-B9BB-8D2AD8622B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42328" y="2875492"/>
                        <a:ext cx="35447" cy="92041"/>
                      </a:xfrm>
                      <a:custGeom>
                        <a:avLst/>
                        <a:gdLst>
                          <a:gd name="connsiteX0" fmla="*/ 31241 w 35447"/>
                          <a:gd name="connsiteY0" fmla="*/ 92022 h 92041"/>
                          <a:gd name="connsiteX1" fmla="*/ 15049 w 35447"/>
                          <a:gd name="connsiteY1" fmla="*/ 74305 h 92041"/>
                          <a:gd name="connsiteX2" fmla="*/ 5048 w 35447"/>
                          <a:gd name="connsiteY2" fmla="*/ 46397 h 92041"/>
                          <a:gd name="connsiteX3" fmla="*/ 381 w 35447"/>
                          <a:gd name="connsiteY3" fmla="*/ 20584 h 92041"/>
                          <a:gd name="connsiteX4" fmla="*/ 4476 w 35447"/>
                          <a:gd name="connsiteY4" fmla="*/ 772 h 92041"/>
                          <a:gd name="connsiteX5" fmla="*/ 20383 w 35447"/>
                          <a:gd name="connsiteY5" fmla="*/ 14012 h 92041"/>
                          <a:gd name="connsiteX6" fmla="*/ 29242 w 35447"/>
                          <a:gd name="connsiteY6" fmla="*/ 40396 h 92041"/>
                          <a:gd name="connsiteX7" fmla="*/ 34576 w 35447"/>
                          <a:gd name="connsiteY7" fmla="*/ 70209 h 92041"/>
                          <a:gd name="connsiteX8" fmla="*/ 31241 w 35447"/>
                          <a:gd name="connsiteY8" fmla="*/ 92022 h 92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5447" h="92041">
                            <a:moveTo>
                              <a:pt x="31241" y="92022"/>
                            </a:moveTo>
                            <a:cubicBezTo>
                              <a:pt x="26003" y="92498"/>
                              <a:pt x="19717" y="84306"/>
                              <a:pt x="15049" y="74305"/>
                            </a:cubicBezTo>
                            <a:cubicBezTo>
                              <a:pt x="10287" y="64304"/>
                              <a:pt x="6857" y="52779"/>
                              <a:pt x="5048" y="46397"/>
                            </a:cubicBezTo>
                            <a:cubicBezTo>
                              <a:pt x="3238" y="39920"/>
                              <a:pt x="1143" y="29538"/>
                              <a:pt x="381" y="20584"/>
                            </a:cubicBezTo>
                            <a:cubicBezTo>
                              <a:pt x="-476" y="11726"/>
                              <a:pt x="-191" y="3820"/>
                              <a:pt x="4476" y="772"/>
                            </a:cubicBezTo>
                            <a:cubicBezTo>
                              <a:pt x="9239" y="-2371"/>
                              <a:pt x="15716" y="4487"/>
                              <a:pt x="20383" y="14012"/>
                            </a:cubicBezTo>
                            <a:cubicBezTo>
                              <a:pt x="25051" y="23537"/>
                              <a:pt x="28003" y="35062"/>
                              <a:pt x="29242" y="40396"/>
                            </a:cubicBezTo>
                            <a:cubicBezTo>
                              <a:pt x="30575" y="45825"/>
                              <a:pt x="33147" y="58779"/>
                              <a:pt x="34576" y="70209"/>
                            </a:cubicBezTo>
                            <a:cubicBezTo>
                              <a:pt x="35814" y="81544"/>
                              <a:pt x="36481" y="91545"/>
                              <a:pt x="31241" y="9202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87" name="Forme libre : forme 11386">
                        <a:extLst>
                          <a:ext uri="{FF2B5EF4-FFF2-40B4-BE49-F238E27FC236}">
                            <a16:creationId xmlns:a16="http://schemas.microsoft.com/office/drawing/2014/main" id="{34C094B6-345C-4AAF-977F-9154DFBAE3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17807" y="2830148"/>
                        <a:ext cx="43810" cy="114716"/>
                      </a:xfrm>
                      <a:custGeom>
                        <a:avLst/>
                        <a:gdLst>
                          <a:gd name="connsiteX0" fmla="*/ 2994 w 43810"/>
                          <a:gd name="connsiteY0" fmla="*/ 5063 h 114716"/>
                          <a:gd name="connsiteX1" fmla="*/ 613 w 43810"/>
                          <a:gd name="connsiteY1" fmla="*/ 21827 h 114716"/>
                          <a:gd name="connsiteX2" fmla="*/ 3661 w 43810"/>
                          <a:gd name="connsiteY2" fmla="*/ 43449 h 114716"/>
                          <a:gd name="connsiteX3" fmla="*/ 4995 w 43810"/>
                          <a:gd name="connsiteY3" fmla="*/ 48688 h 114716"/>
                          <a:gd name="connsiteX4" fmla="*/ 5376 w 43810"/>
                          <a:gd name="connsiteY4" fmla="*/ 52593 h 114716"/>
                          <a:gd name="connsiteX5" fmla="*/ 6899 w 43810"/>
                          <a:gd name="connsiteY5" fmla="*/ 61832 h 114716"/>
                          <a:gd name="connsiteX6" fmla="*/ 20711 w 43810"/>
                          <a:gd name="connsiteY6" fmla="*/ 100980 h 114716"/>
                          <a:gd name="connsiteX7" fmla="*/ 38046 w 43810"/>
                          <a:gd name="connsiteY7" fmla="*/ 113648 h 114716"/>
                          <a:gd name="connsiteX8" fmla="*/ 40047 w 43810"/>
                          <a:gd name="connsiteY8" fmla="*/ 97742 h 114716"/>
                          <a:gd name="connsiteX9" fmla="*/ 42713 w 43810"/>
                          <a:gd name="connsiteY9" fmla="*/ 54879 h 114716"/>
                          <a:gd name="connsiteX10" fmla="*/ 43190 w 43810"/>
                          <a:gd name="connsiteY10" fmla="*/ 32876 h 114716"/>
                          <a:gd name="connsiteX11" fmla="*/ 32522 w 43810"/>
                          <a:gd name="connsiteY11" fmla="*/ 10683 h 114716"/>
                          <a:gd name="connsiteX12" fmla="*/ 2994 w 43810"/>
                          <a:gd name="connsiteY12" fmla="*/ 5063 h 1147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43810" h="114716">
                            <a:moveTo>
                              <a:pt x="2994" y="5063"/>
                            </a:moveTo>
                            <a:cubicBezTo>
                              <a:pt x="-435" y="10873"/>
                              <a:pt x="-435" y="13922"/>
                              <a:pt x="613" y="21827"/>
                            </a:cubicBezTo>
                            <a:cubicBezTo>
                              <a:pt x="1471" y="29543"/>
                              <a:pt x="2137" y="36401"/>
                              <a:pt x="3661" y="43449"/>
                            </a:cubicBezTo>
                            <a:cubicBezTo>
                              <a:pt x="4042" y="45164"/>
                              <a:pt x="4518" y="46973"/>
                              <a:pt x="4995" y="48688"/>
                            </a:cubicBezTo>
                            <a:cubicBezTo>
                              <a:pt x="5090" y="50021"/>
                              <a:pt x="5185" y="51355"/>
                              <a:pt x="5376" y="52593"/>
                            </a:cubicBezTo>
                            <a:cubicBezTo>
                              <a:pt x="5662" y="55355"/>
                              <a:pt x="6233" y="58213"/>
                              <a:pt x="6899" y="61832"/>
                            </a:cubicBezTo>
                            <a:cubicBezTo>
                              <a:pt x="9376" y="73357"/>
                              <a:pt x="14138" y="89169"/>
                              <a:pt x="20711" y="100980"/>
                            </a:cubicBezTo>
                            <a:cubicBezTo>
                              <a:pt x="25569" y="109743"/>
                              <a:pt x="32808" y="117649"/>
                              <a:pt x="38046" y="113648"/>
                            </a:cubicBezTo>
                            <a:cubicBezTo>
                              <a:pt x="41285" y="111172"/>
                              <a:pt x="39761" y="103838"/>
                              <a:pt x="40047" y="97742"/>
                            </a:cubicBezTo>
                            <a:cubicBezTo>
                              <a:pt x="40618" y="83359"/>
                              <a:pt x="40904" y="70024"/>
                              <a:pt x="42713" y="54879"/>
                            </a:cubicBezTo>
                            <a:cubicBezTo>
                              <a:pt x="43571" y="48402"/>
                              <a:pt x="44428" y="41068"/>
                              <a:pt x="43190" y="32876"/>
                            </a:cubicBezTo>
                            <a:cubicBezTo>
                              <a:pt x="41285" y="24018"/>
                              <a:pt x="38332" y="17351"/>
                              <a:pt x="32522" y="10683"/>
                            </a:cubicBezTo>
                            <a:cubicBezTo>
                              <a:pt x="22235" y="-1604"/>
                              <a:pt x="7471" y="-3033"/>
                              <a:pt x="2994" y="506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88" name="Forme libre : forme 11387">
                        <a:extLst>
                          <a:ext uri="{FF2B5EF4-FFF2-40B4-BE49-F238E27FC236}">
                            <a16:creationId xmlns:a16="http://schemas.microsoft.com/office/drawing/2014/main" id="{5F63B75E-D1CF-41ED-A1A6-BECF1E40A4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42638" y="2847275"/>
                        <a:ext cx="28642" cy="33938"/>
                      </a:xfrm>
                      <a:custGeom>
                        <a:avLst/>
                        <a:gdLst>
                          <a:gd name="connsiteX0" fmla="*/ 5215 w 28642"/>
                          <a:gd name="connsiteY0" fmla="*/ 1556 h 33938"/>
                          <a:gd name="connsiteX1" fmla="*/ 929 w 28642"/>
                          <a:gd name="connsiteY1" fmla="*/ 32 h 33938"/>
                          <a:gd name="connsiteX2" fmla="*/ 643 w 28642"/>
                          <a:gd name="connsiteY2" fmla="*/ 3842 h 33938"/>
                          <a:gd name="connsiteX3" fmla="*/ 4738 w 28642"/>
                          <a:gd name="connsiteY3" fmla="*/ 9748 h 33938"/>
                          <a:gd name="connsiteX4" fmla="*/ 16168 w 28642"/>
                          <a:gd name="connsiteY4" fmla="*/ 24797 h 33938"/>
                          <a:gd name="connsiteX5" fmla="*/ 20264 w 28642"/>
                          <a:gd name="connsiteY5" fmla="*/ 30322 h 33938"/>
                          <a:gd name="connsiteX6" fmla="*/ 26360 w 28642"/>
                          <a:gd name="connsiteY6" fmla="*/ 23178 h 33938"/>
                          <a:gd name="connsiteX7" fmla="*/ 16455 w 28642"/>
                          <a:gd name="connsiteY7" fmla="*/ 9938 h 33938"/>
                          <a:gd name="connsiteX8" fmla="*/ 5215 w 28642"/>
                          <a:gd name="connsiteY8" fmla="*/ 1556 h 339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8642" h="33938">
                            <a:moveTo>
                              <a:pt x="5215" y="1556"/>
                            </a:moveTo>
                            <a:cubicBezTo>
                              <a:pt x="3500" y="509"/>
                              <a:pt x="2262" y="-158"/>
                              <a:pt x="929" y="32"/>
                            </a:cubicBezTo>
                            <a:cubicBezTo>
                              <a:pt x="-405" y="223"/>
                              <a:pt x="-119" y="1938"/>
                              <a:pt x="643" y="3842"/>
                            </a:cubicBezTo>
                            <a:cubicBezTo>
                              <a:pt x="1500" y="5652"/>
                              <a:pt x="3310" y="8033"/>
                              <a:pt x="4738" y="9748"/>
                            </a:cubicBezTo>
                            <a:cubicBezTo>
                              <a:pt x="8549" y="13939"/>
                              <a:pt x="12644" y="19940"/>
                              <a:pt x="16168" y="24797"/>
                            </a:cubicBezTo>
                            <a:cubicBezTo>
                              <a:pt x="17597" y="26893"/>
                              <a:pt x="18740" y="28893"/>
                              <a:pt x="20264" y="30322"/>
                            </a:cubicBezTo>
                            <a:cubicBezTo>
                              <a:pt x="26170" y="36608"/>
                              <a:pt x="31980" y="34989"/>
                              <a:pt x="26360" y="23178"/>
                            </a:cubicBezTo>
                            <a:cubicBezTo>
                              <a:pt x="24074" y="18606"/>
                              <a:pt x="20646" y="13939"/>
                              <a:pt x="16455" y="9938"/>
                            </a:cubicBezTo>
                            <a:cubicBezTo>
                              <a:pt x="12549" y="5843"/>
                              <a:pt x="8739" y="3842"/>
                              <a:pt x="5215" y="155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89" name="Forme libre : forme 11388">
                        <a:extLst>
                          <a:ext uri="{FF2B5EF4-FFF2-40B4-BE49-F238E27FC236}">
                            <a16:creationId xmlns:a16="http://schemas.microsoft.com/office/drawing/2014/main" id="{69D58AF8-92A5-48FD-BFCC-0946CAA5EC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34041" y="2945510"/>
                        <a:ext cx="49530" cy="49720"/>
                      </a:xfrm>
                      <a:custGeom>
                        <a:avLst/>
                        <a:gdLst>
                          <a:gd name="connsiteX0" fmla="*/ 49530 w 49530"/>
                          <a:gd name="connsiteY0" fmla="*/ 49721 h 49720"/>
                          <a:gd name="connsiteX1" fmla="*/ 21527 w 49530"/>
                          <a:gd name="connsiteY1" fmla="*/ 32766 h 49720"/>
                          <a:gd name="connsiteX2" fmla="*/ 0 w 49530"/>
                          <a:gd name="connsiteY2" fmla="*/ 0 h 49720"/>
                          <a:gd name="connsiteX3" fmla="*/ 22098 w 49530"/>
                          <a:gd name="connsiteY3" fmla="*/ 30099 h 49720"/>
                          <a:gd name="connsiteX4" fmla="*/ 36195 w 49530"/>
                          <a:gd name="connsiteY4" fmla="*/ 42101 h 49720"/>
                          <a:gd name="connsiteX5" fmla="*/ 49530 w 49530"/>
                          <a:gd name="connsiteY5" fmla="*/ 49721 h 49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9530" h="49720">
                            <a:moveTo>
                              <a:pt x="49530" y="49721"/>
                            </a:moveTo>
                            <a:cubicBezTo>
                              <a:pt x="41434" y="49340"/>
                              <a:pt x="31052" y="44005"/>
                              <a:pt x="21527" y="32766"/>
                            </a:cubicBezTo>
                            <a:cubicBezTo>
                              <a:pt x="12192" y="22193"/>
                              <a:pt x="5048" y="9335"/>
                              <a:pt x="0" y="0"/>
                            </a:cubicBezTo>
                            <a:cubicBezTo>
                              <a:pt x="5525" y="10192"/>
                              <a:pt x="13145" y="20955"/>
                              <a:pt x="22098" y="30099"/>
                            </a:cubicBezTo>
                            <a:cubicBezTo>
                              <a:pt x="26479" y="34671"/>
                              <a:pt x="31432" y="38957"/>
                              <a:pt x="36195" y="42101"/>
                            </a:cubicBezTo>
                            <a:cubicBezTo>
                              <a:pt x="40767" y="45053"/>
                              <a:pt x="45339" y="47625"/>
                              <a:pt x="49530" y="4972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90" name="Forme libre : forme 11389">
                        <a:extLst>
                          <a:ext uri="{FF2B5EF4-FFF2-40B4-BE49-F238E27FC236}">
                            <a16:creationId xmlns:a16="http://schemas.microsoft.com/office/drawing/2014/main" id="{0B49EBFC-D342-4443-953F-3FEE365768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16991" y="2811017"/>
                        <a:ext cx="63056" cy="44672"/>
                      </a:xfrm>
                      <a:custGeom>
                        <a:avLst/>
                        <a:gdLst>
                          <a:gd name="connsiteX0" fmla="*/ 63056 w 63056"/>
                          <a:gd name="connsiteY0" fmla="*/ 44672 h 44672"/>
                          <a:gd name="connsiteX1" fmla="*/ 54959 w 63056"/>
                          <a:gd name="connsiteY1" fmla="*/ 33242 h 44672"/>
                          <a:gd name="connsiteX2" fmla="*/ 47625 w 63056"/>
                          <a:gd name="connsiteY2" fmla="*/ 26194 h 44672"/>
                          <a:gd name="connsiteX3" fmla="*/ 32195 w 63056"/>
                          <a:gd name="connsiteY3" fmla="*/ 14383 h 44672"/>
                          <a:gd name="connsiteX4" fmla="*/ 0 w 63056"/>
                          <a:gd name="connsiteY4" fmla="*/ 0 h 44672"/>
                          <a:gd name="connsiteX5" fmla="*/ 31909 w 63056"/>
                          <a:gd name="connsiteY5" fmla="*/ 15716 h 44672"/>
                          <a:gd name="connsiteX6" fmla="*/ 47625 w 63056"/>
                          <a:gd name="connsiteY6" fmla="*/ 28099 h 44672"/>
                          <a:gd name="connsiteX7" fmla="*/ 55150 w 63056"/>
                          <a:gd name="connsiteY7" fmla="*/ 34766 h 44672"/>
                          <a:gd name="connsiteX8" fmla="*/ 63056 w 63056"/>
                          <a:gd name="connsiteY8" fmla="*/ 44672 h 446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3056" h="44672">
                            <a:moveTo>
                              <a:pt x="63056" y="44672"/>
                            </a:moveTo>
                            <a:cubicBezTo>
                              <a:pt x="61056" y="40862"/>
                              <a:pt x="57531" y="36386"/>
                              <a:pt x="54959" y="33242"/>
                            </a:cubicBezTo>
                            <a:cubicBezTo>
                              <a:pt x="52578" y="30766"/>
                              <a:pt x="50102" y="28385"/>
                              <a:pt x="47625" y="26194"/>
                            </a:cubicBezTo>
                            <a:cubicBezTo>
                              <a:pt x="42577" y="21812"/>
                              <a:pt x="37529" y="17812"/>
                              <a:pt x="32195" y="14383"/>
                            </a:cubicBezTo>
                            <a:cubicBezTo>
                              <a:pt x="21241" y="7811"/>
                              <a:pt x="10478" y="2858"/>
                              <a:pt x="0" y="0"/>
                            </a:cubicBezTo>
                            <a:cubicBezTo>
                              <a:pt x="9906" y="2191"/>
                              <a:pt x="20670" y="8382"/>
                              <a:pt x="31909" y="15716"/>
                            </a:cubicBezTo>
                            <a:cubicBezTo>
                              <a:pt x="37243" y="19526"/>
                              <a:pt x="42482" y="23813"/>
                              <a:pt x="47625" y="28099"/>
                            </a:cubicBezTo>
                            <a:cubicBezTo>
                              <a:pt x="50197" y="30289"/>
                              <a:pt x="52578" y="32290"/>
                              <a:pt x="55150" y="34766"/>
                            </a:cubicBezTo>
                            <a:cubicBezTo>
                              <a:pt x="57912" y="38005"/>
                              <a:pt x="60960" y="41529"/>
                              <a:pt x="63056" y="4467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91" name="Forme libre : forme 11390">
                        <a:extLst>
                          <a:ext uri="{FF2B5EF4-FFF2-40B4-BE49-F238E27FC236}">
                            <a16:creationId xmlns:a16="http://schemas.microsoft.com/office/drawing/2014/main" id="{4B77B951-468B-4AB3-B8B4-3BEF6AA125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63955" y="2904884"/>
                        <a:ext cx="9700" cy="35099"/>
                      </a:xfrm>
                      <a:custGeom>
                        <a:avLst/>
                        <a:gdLst>
                          <a:gd name="connsiteX0" fmla="*/ 7139 w 9700"/>
                          <a:gd name="connsiteY0" fmla="*/ 35007 h 35099"/>
                          <a:gd name="connsiteX1" fmla="*/ 661 w 9700"/>
                          <a:gd name="connsiteY1" fmla="*/ 15195 h 35099"/>
                          <a:gd name="connsiteX2" fmla="*/ 2948 w 9700"/>
                          <a:gd name="connsiteY2" fmla="*/ 145 h 35099"/>
                          <a:gd name="connsiteX3" fmla="*/ 9044 w 9700"/>
                          <a:gd name="connsiteY3" fmla="*/ 19005 h 35099"/>
                          <a:gd name="connsiteX4" fmla="*/ 7139 w 9700"/>
                          <a:gd name="connsiteY4" fmla="*/ 35007 h 350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00" h="35099">
                            <a:moveTo>
                              <a:pt x="7139" y="35007"/>
                            </a:moveTo>
                            <a:cubicBezTo>
                              <a:pt x="3138" y="33673"/>
                              <a:pt x="1233" y="19481"/>
                              <a:pt x="661" y="15195"/>
                            </a:cubicBezTo>
                            <a:cubicBezTo>
                              <a:pt x="90" y="10908"/>
                              <a:pt x="-1243" y="-1474"/>
                              <a:pt x="2948" y="145"/>
                            </a:cubicBezTo>
                            <a:cubicBezTo>
                              <a:pt x="7234" y="1764"/>
                              <a:pt x="8663" y="14909"/>
                              <a:pt x="9044" y="19005"/>
                            </a:cubicBezTo>
                            <a:cubicBezTo>
                              <a:pt x="9425" y="23005"/>
                              <a:pt x="11044" y="36340"/>
                              <a:pt x="7139" y="3500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92" name="Forme libre : forme 11391">
                        <a:extLst>
                          <a:ext uri="{FF2B5EF4-FFF2-40B4-BE49-F238E27FC236}">
                            <a16:creationId xmlns:a16="http://schemas.microsoft.com/office/drawing/2014/main" id="{2334E0B8-C143-4AA8-BD63-B7C2E7B0F4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70110" y="2935222"/>
                        <a:ext cx="3984" cy="9810"/>
                      </a:xfrm>
                      <a:custGeom>
                        <a:avLst/>
                        <a:gdLst>
                          <a:gd name="connsiteX0" fmla="*/ 3270 w 3984"/>
                          <a:gd name="connsiteY0" fmla="*/ 9716 h 9810"/>
                          <a:gd name="connsiteX1" fmla="*/ 507 w 3984"/>
                          <a:gd name="connsiteY1" fmla="*/ 5716 h 9810"/>
                          <a:gd name="connsiteX2" fmla="*/ 794 w 3984"/>
                          <a:gd name="connsiteY2" fmla="*/ 96 h 9810"/>
                          <a:gd name="connsiteX3" fmla="*/ 3460 w 3984"/>
                          <a:gd name="connsiteY3" fmla="*/ 4001 h 9810"/>
                          <a:gd name="connsiteX4" fmla="*/ 3270 w 3984"/>
                          <a:gd name="connsiteY4" fmla="*/ 9716 h 9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984" h="9810">
                            <a:moveTo>
                              <a:pt x="3270" y="9716"/>
                            </a:moveTo>
                            <a:cubicBezTo>
                              <a:pt x="2032" y="10383"/>
                              <a:pt x="889" y="7335"/>
                              <a:pt x="507" y="5716"/>
                            </a:cubicBezTo>
                            <a:cubicBezTo>
                              <a:pt x="127" y="4097"/>
                              <a:pt x="-540" y="763"/>
                              <a:pt x="794" y="96"/>
                            </a:cubicBezTo>
                            <a:cubicBezTo>
                              <a:pt x="2032" y="-570"/>
                              <a:pt x="3079" y="2382"/>
                              <a:pt x="3460" y="4001"/>
                            </a:cubicBezTo>
                            <a:cubicBezTo>
                              <a:pt x="3842" y="5621"/>
                              <a:pt x="4508" y="9050"/>
                              <a:pt x="3270" y="971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93" name="Forme libre : forme 11392">
                        <a:extLst>
                          <a:ext uri="{FF2B5EF4-FFF2-40B4-BE49-F238E27FC236}">
                            <a16:creationId xmlns:a16="http://schemas.microsoft.com/office/drawing/2014/main" id="{EF61CFAC-EFB4-4383-B97A-473E79A0CE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79393" y="2899370"/>
                        <a:ext cx="19591" cy="89088"/>
                      </a:xfrm>
                      <a:custGeom>
                        <a:avLst/>
                        <a:gdLst>
                          <a:gd name="connsiteX0" fmla="*/ 14560 w 19591"/>
                          <a:gd name="connsiteY0" fmla="*/ 63380 h 89088"/>
                          <a:gd name="connsiteX1" fmla="*/ 12750 w 19591"/>
                          <a:gd name="connsiteY1" fmla="*/ 75858 h 89088"/>
                          <a:gd name="connsiteX2" fmla="*/ 9798 w 19591"/>
                          <a:gd name="connsiteY2" fmla="*/ 87574 h 89088"/>
                          <a:gd name="connsiteX3" fmla="*/ 1797 w 19591"/>
                          <a:gd name="connsiteY3" fmla="*/ 84907 h 89088"/>
                          <a:gd name="connsiteX4" fmla="*/ 273 w 19591"/>
                          <a:gd name="connsiteY4" fmla="*/ 73953 h 89088"/>
                          <a:gd name="connsiteX5" fmla="*/ 3321 w 19591"/>
                          <a:gd name="connsiteY5" fmla="*/ 41283 h 89088"/>
                          <a:gd name="connsiteX6" fmla="*/ 2749 w 19591"/>
                          <a:gd name="connsiteY6" fmla="*/ 16708 h 89088"/>
                          <a:gd name="connsiteX7" fmla="*/ 8274 w 19591"/>
                          <a:gd name="connsiteY7" fmla="*/ 420 h 89088"/>
                          <a:gd name="connsiteX8" fmla="*/ 17703 w 19591"/>
                          <a:gd name="connsiteY8" fmla="*/ 20613 h 89088"/>
                          <a:gd name="connsiteX9" fmla="*/ 19513 w 19591"/>
                          <a:gd name="connsiteY9" fmla="*/ 42997 h 89088"/>
                          <a:gd name="connsiteX10" fmla="*/ 14560 w 19591"/>
                          <a:gd name="connsiteY10" fmla="*/ 63380 h 8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9591" h="89088">
                            <a:moveTo>
                              <a:pt x="14560" y="63380"/>
                            </a:moveTo>
                            <a:cubicBezTo>
                              <a:pt x="13798" y="68048"/>
                              <a:pt x="13512" y="71953"/>
                              <a:pt x="12750" y="75858"/>
                            </a:cubicBezTo>
                            <a:cubicBezTo>
                              <a:pt x="12274" y="79859"/>
                              <a:pt x="11512" y="83669"/>
                              <a:pt x="9798" y="87574"/>
                            </a:cubicBezTo>
                            <a:cubicBezTo>
                              <a:pt x="8559" y="90527"/>
                              <a:pt x="4083" y="88908"/>
                              <a:pt x="1797" y="84907"/>
                            </a:cubicBezTo>
                            <a:cubicBezTo>
                              <a:pt x="-584" y="80907"/>
                              <a:pt x="-13" y="77287"/>
                              <a:pt x="273" y="73953"/>
                            </a:cubicBezTo>
                            <a:cubicBezTo>
                              <a:pt x="1606" y="63190"/>
                              <a:pt x="2463" y="52903"/>
                              <a:pt x="3321" y="41283"/>
                            </a:cubicBezTo>
                            <a:cubicBezTo>
                              <a:pt x="3607" y="37663"/>
                              <a:pt x="2654" y="26614"/>
                              <a:pt x="2749" y="16708"/>
                            </a:cubicBezTo>
                            <a:cubicBezTo>
                              <a:pt x="2844" y="6802"/>
                              <a:pt x="3607" y="-2056"/>
                              <a:pt x="8274" y="420"/>
                            </a:cubicBezTo>
                            <a:cubicBezTo>
                              <a:pt x="12941" y="2897"/>
                              <a:pt x="16084" y="11755"/>
                              <a:pt x="17703" y="20613"/>
                            </a:cubicBezTo>
                            <a:cubicBezTo>
                              <a:pt x="19323" y="29471"/>
                              <a:pt x="19799" y="38520"/>
                              <a:pt x="19513" y="42997"/>
                            </a:cubicBezTo>
                            <a:cubicBezTo>
                              <a:pt x="18846" y="51951"/>
                              <a:pt x="15608" y="56332"/>
                              <a:pt x="14560" y="6338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48" name="Graphique 1">
                      <a:extLst>
                        <a:ext uri="{FF2B5EF4-FFF2-40B4-BE49-F238E27FC236}">
                          <a16:creationId xmlns:a16="http://schemas.microsoft.com/office/drawing/2014/main" id="{85B54B36-3023-4B2D-A09D-B9F991A55E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682423" y="2994789"/>
                      <a:ext cx="156686" cy="154797"/>
                      <a:chOff x="5682423" y="2994789"/>
                      <a:chExt cx="156686" cy="154797"/>
                    </a:xfrm>
                    <a:solidFill>
                      <a:schemeClr val="accent1"/>
                    </a:solidFill>
                  </p:grpSpPr>
                  <p:sp>
                    <p:nvSpPr>
                      <p:cNvPr id="11370" name="Forme libre : forme 11369">
                        <a:extLst>
                          <a:ext uri="{FF2B5EF4-FFF2-40B4-BE49-F238E27FC236}">
                            <a16:creationId xmlns:a16="http://schemas.microsoft.com/office/drawing/2014/main" id="{C5CF5FE0-2028-4E15-84AF-8AF558649E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82423" y="2994789"/>
                        <a:ext cx="156686" cy="154797"/>
                      </a:xfrm>
                      <a:custGeom>
                        <a:avLst/>
                        <a:gdLst>
                          <a:gd name="connsiteX0" fmla="*/ 75539 w 156686"/>
                          <a:gd name="connsiteY0" fmla="*/ 137888 h 154797"/>
                          <a:gd name="connsiteX1" fmla="*/ 45535 w 156686"/>
                          <a:gd name="connsiteY1" fmla="*/ 113218 h 154797"/>
                          <a:gd name="connsiteX2" fmla="*/ 30581 w 156686"/>
                          <a:gd name="connsiteY2" fmla="*/ 97787 h 154797"/>
                          <a:gd name="connsiteX3" fmla="*/ 19341 w 156686"/>
                          <a:gd name="connsiteY3" fmla="*/ 84262 h 154797"/>
                          <a:gd name="connsiteX4" fmla="*/ 2863 w 156686"/>
                          <a:gd name="connsiteY4" fmla="*/ 10538 h 154797"/>
                          <a:gd name="connsiteX5" fmla="*/ 22103 w 156686"/>
                          <a:gd name="connsiteY5" fmla="*/ 727 h 154797"/>
                          <a:gd name="connsiteX6" fmla="*/ 78110 w 156686"/>
                          <a:gd name="connsiteY6" fmla="*/ 36923 h 154797"/>
                          <a:gd name="connsiteX7" fmla="*/ 119259 w 156686"/>
                          <a:gd name="connsiteY7" fmla="*/ 76451 h 154797"/>
                          <a:gd name="connsiteX8" fmla="*/ 155073 w 156686"/>
                          <a:gd name="connsiteY8" fmla="*/ 128839 h 154797"/>
                          <a:gd name="connsiteX9" fmla="*/ 150025 w 156686"/>
                          <a:gd name="connsiteY9" fmla="*/ 149413 h 154797"/>
                          <a:gd name="connsiteX10" fmla="*/ 75539 w 156686"/>
                          <a:gd name="connsiteY10" fmla="*/ 137888 h 1547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56686" h="154797">
                            <a:moveTo>
                              <a:pt x="75539" y="137888"/>
                            </a:moveTo>
                            <a:cubicBezTo>
                              <a:pt x="67729" y="132744"/>
                              <a:pt x="56108" y="123505"/>
                              <a:pt x="45535" y="113218"/>
                            </a:cubicBezTo>
                            <a:cubicBezTo>
                              <a:pt x="40106" y="108169"/>
                              <a:pt x="34963" y="102835"/>
                              <a:pt x="30581" y="97787"/>
                            </a:cubicBezTo>
                            <a:cubicBezTo>
                              <a:pt x="26009" y="92834"/>
                              <a:pt x="22103" y="88167"/>
                              <a:pt x="19341" y="84262"/>
                            </a:cubicBezTo>
                            <a:cubicBezTo>
                              <a:pt x="-2090" y="55401"/>
                              <a:pt x="-2471" y="33303"/>
                              <a:pt x="2863" y="10538"/>
                            </a:cubicBezTo>
                            <a:cubicBezTo>
                              <a:pt x="4673" y="2633"/>
                              <a:pt x="14770" y="-1844"/>
                              <a:pt x="22103" y="727"/>
                            </a:cubicBezTo>
                            <a:cubicBezTo>
                              <a:pt x="43249" y="8252"/>
                              <a:pt x="59727" y="17396"/>
                              <a:pt x="78110" y="36923"/>
                            </a:cubicBezTo>
                            <a:cubicBezTo>
                              <a:pt x="87826" y="47591"/>
                              <a:pt x="108114" y="67498"/>
                              <a:pt x="119259" y="76451"/>
                            </a:cubicBezTo>
                            <a:cubicBezTo>
                              <a:pt x="139738" y="93596"/>
                              <a:pt x="146214" y="108741"/>
                              <a:pt x="155073" y="128839"/>
                            </a:cubicBezTo>
                            <a:cubicBezTo>
                              <a:pt x="158121" y="135697"/>
                              <a:pt x="157073" y="146460"/>
                              <a:pt x="150025" y="149413"/>
                            </a:cubicBezTo>
                            <a:cubicBezTo>
                              <a:pt x="129831" y="158176"/>
                              <a:pt x="104686" y="157509"/>
                              <a:pt x="75539" y="13788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71" name="Forme libre : forme 11370">
                        <a:extLst>
                          <a:ext uri="{FF2B5EF4-FFF2-40B4-BE49-F238E27FC236}">
                            <a16:creationId xmlns:a16="http://schemas.microsoft.com/office/drawing/2014/main" id="{B3C2DEC9-7ACC-4280-A379-6B7BAAE902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82495" y="2997517"/>
                        <a:ext cx="150237" cy="151663"/>
                      </a:xfrm>
                      <a:custGeom>
                        <a:avLst/>
                        <a:gdLst>
                          <a:gd name="connsiteX0" fmla="*/ 47082 w 150237"/>
                          <a:gd name="connsiteY0" fmla="*/ 72485 h 151663"/>
                          <a:gd name="connsiteX1" fmla="*/ 8601 w 150237"/>
                          <a:gd name="connsiteY1" fmla="*/ 0 h 151663"/>
                          <a:gd name="connsiteX2" fmla="*/ 2886 w 150237"/>
                          <a:gd name="connsiteY2" fmla="*/ 7715 h 151663"/>
                          <a:gd name="connsiteX3" fmla="*/ 695 w 150237"/>
                          <a:gd name="connsiteY3" fmla="*/ 19431 h 151663"/>
                          <a:gd name="connsiteX4" fmla="*/ 4505 w 150237"/>
                          <a:gd name="connsiteY4" fmla="*/ 55054 h 151663"/>
                          <a:gd name="connsiteX5" fmla="*/ 19269 w 150237"/>
                          <a:gd name="connsiteY5" fmla="*/ 81343 h 151663"/>
                          <a:gd name="connsiteX6" fmla="*/ 27080 w 150237"/>
                          <a:gd name="connsiteY6" fmla="*/ 91059 h 151663"/>
                          <a:gd name="connsiteX7" fmla="*/ 70704 w 150237"/>
                          <a:gd name="connsiteY7" fmla="*/ 131635 h 151663"/>
                          <a:gd name="connsiteX8" fmla="*/ 75467 w 150237"/>
                          <a:gd name="connsiteY8" fmla="*/ 134969 h 151663"/>
                          <a:gd name="connsiteX9" fmla="*/ 90611 w 150237"/>
                          <a:gd name="connsiteY9" fmla="*/ 143637 h 151663"/>
                          <a:gd name="connsiteX10" fmla="*/ 104994 w 150237"/>
                          <a:gd name="connsiteY10" fmla="*/ 149066 h 151663"/>
                          <a:gd name="connsiteX11" fmla="*/ 139951 w 150237"/>
                          <a:gd name="connsiteY11" fmla="*/ 149828 h 151663"/>
                          <a:gd name="connsiteX12" fmla="*/ 149952 w 150237"/>
                          <a:gd name="connsiteY12" fmla="*/ 146399 h 151663"/>
                          <a:gd name="connsiteX13" fmla="*/ 150238 w 150237"/>
                          <a:gd name="connsiteY13" fmla="*/ 146209 h 151663"/>
                          <a:gd name="connsiteX14" fmla="*/ 47082 w 150237"/>
                          <a:gd name="connsiteY14" fmla="*/ 72485 h 1516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50237" h="151663">
                            <a:moveTo>
                              <a:pt x="47082" y="72485"/>
                            </a:moveTo>
                            <a:cubicBezTo>
                              <a:pt x="26317" y="52197"/>
                              <a:pt x="9268" y="24670"/>
                              <a:pt x="8601" y="0"/>
                            </a:cubicBezTo>
                            <a:cubicBezTo>
                              <a:pt x="5839" y="1905"/>
                              <a:pt x="3648" y="4477"/>
                              <a:pt x="2886" y="7715"/>
                            </a:cubicBezTo>
                            <a:cubicBezTo>
                              <a:pt x="1933" y="11621"/>
                              <a:pt x="1267" y="15526"/>
                              <a:pt x="695" y="19431"/>
                            </a:cubicBezTo>
                            <a:cubicBezTo>
                              <a:pt x="-829" y="30861"/>
                              <a:pt x="28" y="42196"/>
                              <a:pt x="4505" y="55054"/>
                            </a:cubicBezTo>
                            <a:cubicBezTo>
                              <a:pt x="7649" y="63246"/>
                              <a:pt x="12125" y="72104"/>
                              <a:pt x="19269" y="81343"/>
                            </a:cubicBezTo>
                            <a:cubicBezTo>
                              <a:pt x="21365" y="84201"/>
                              <a:pt x="23936" y="87535"/>
                              <a:pt x="27080" y="91059"/>
                            </a:cubicBezTo>
                            <a:cubicBezTo>
                              <a:pt x="38795" y="105156"/>
                              <a:pt x="57655" y="122110"/>
                              <a:pt x="70704" y="131635"/>
                            </a:cubicBezTo>
                            <a:cubicBezTo>
                              <a:pt x="72419" y="132874"/>
                              <a:pt x="74038" y="134017"/>
                              <a:pt x="75467" y="134969"/>
                            </a:cubicBezTo>
                            <a:cubicBezTo>
                              <a:pt x="80515" y="138589"/>
                              <a:pt x="85659" y="141351"/>
                              <a:pt x="90611" y="143637"/>
                            </a:cubicBezTo>
                            <a:cubicBezTo>
                              <a:pt x="95469" y="146018"/>
                              <a:pt x="100232" y="147828"/>
                              <a:pt x="104994" y="149066"/>
                            </a:cubicBezTo>
                            <a:cubicBezTo>
                              <a:pt x="117758" y="152590"/>
                              <a:pt x="129378" y="152209"/>
                              <a:pt x="139951" y="149828"/>
                            </a:cubicBezTo>
                            <a:cubicBezTo>
                              <a:pt x="143380" y="148876"/>
                              <a:pt x="146714" y="147828"/>
                              <a:pt x="149952" y="146399"/>
                            </a:cubicBezTo>
                            <a:lnTo>
                              <a:pt x="150238" y="146209"/>
                            </a:lnTo>
                            <a:cubicBezTo>
                              <a:pt x="110423" y="130111"/>
                              <a:pt x="76419" y="101727"/>
                              <a:pt x="47082" y="7248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72" name="Forme libre : forme 11371">
                        <a:extLst>
                          <a:ext uri="{FF2B5EF4-FFF2-40B4-BE49-F238E27FC236}">
                            <a16:creationId xmlns:a16="http://schemas.microsoft.com/office/drawing/2014/main" id="{561C7EC7-72F9-4A80-B116-4F4D72C26C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9293" y="3055611"/>
                        <a:ext cx="74006" cy="66738"/>
                      </a:xfrm>
                      <a:custGeom>
                        <a:avLst/>
                        <a:gdLst>
                          <a:gd name="connsiteX0" fmla="*/ 73531 w 74006"/>
                          <a:gd name="connsiteY0" fmla="*/ 64302 h 66738"/>
                          <a:gd name="connsiteX1" fmla="*/ 50957 w 74006"/>
                          <a:gd name="connsiteY1" fmla="*/ 61444 h 66738"/>
                          <a:gd name="connsiteX2" fmla="*/ 36098 w 74006"/>
                          <a:gd name="connsiteY2" fmla="*/ 52491 h 66738"/>
                          <a:gd name="connsiteX3" fmla="*/ 25334 w 74006"/>
                          <a:gd name="connsiteY3" fmla="*/ 44014 h 66738"/>
                          <a:gd name="connsiteX4" fmla="*/ 1998 w 74006"/>
                          <a:gd name="connsiteY4" fmla="*/ 1246 h 66738"/>
                          <a:gd name="connsiteX5" fmla="*/ 41527 w 74006"/>
                          <a:gd name="connsiteY5" fmla="*/ 25249 h 66738"/>
                          <a:gd name="connsiteX6" fmla="*/ 50385 w 74006"/>
                          <a:gd name="connsiteY6" fmla="*/ 33727 h 66738"/>
                          <a:gd name="connsiteX7" fmla="*/ 61911 w 74006"/>
                          <a:gd name="connsiteY7" fmla="*/ 44871 h 66738"/>
                          <a:gd name="connsiteX8" fmla="*/ 73531 w 74006"/>
                          <a:gd name="connsiteY8" fmla="*/ 64302 h 667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4006" h="66738">
                            <a:moveTo>
                              <a:pt x="73531" y="64302"/>
                            </a:moveTo>
                            <a:cubicBezTo>
                              <a:pt x="71054" y="68874"/>
                              <a:pt x="61339" y="66493"/>
                              <a:pt x="50957" y="61444"/>
                            </a:cubicBezTo>
                            <a:cubicBezTo>
                              <a:pt x="45909" y="58873"/>
                              <a:pt x="40670" y="55539"/>
                              <a:pt x="36098" y="52491"/>
                            </a:cubicBezTo>
                            <a:cubicBezTo>
                              <a:pt x="31621" y="49252"/>
                              <a:pt x="27811" y="46109"/>
                              <a:pt x="25334" y="44014"/>
                            </a:cubicBezTo>
                            <a:cubicBezTo>
                              <a:pt x="15048" y="35632"/>
                              <a:pt x="-6669" y="8866"/>
                              <a:pt x="1998" y="1246"/>
                            </a:cubicBezTo>
                            <a:cubicBezTo>
                              <a:pt x="9809" y="-5612"/>
                              <a:pt x="32954" y="17725"/>
                              <a:pt x="41527" y="25249"/>
                            </a:cubicBezTo>
                            <a:cubicBezTo>
                              <a:pt x="43623" y="27154"/>
                              <a:pt x="46861" y="30202"/>
                              <a:pt x="50385" y="33727"/>
                            </a:cubicBezTo>
                            <a:cubicBezTo>
                              <a:pt x="54100" y="37060"/>
                              <a:pt x="58291" y="40966"/>
                              <a:pt x="61911" y="44871"/>
                            </a:cubicBezTo>
                            <a:cubicBezTo>
                              <a:pt x="69531" y="52395"/>
                              <a:pt x="75817" y="59920"/>
                              <a:pt x="73531" y="6430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73" name="Forme libre : forme 11372">
                        <a:extLst>
                          <a:ext uri="{FF2B5EF4-FFF2-40B4-BE49-F238E27FC236}">
                            <a16:creationId xmlns:a16="http://schemas.microsoft.com/office/drawing/2014/main" id="{EEBBCDB0-8453-4756-A927-9547AFE0C7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9540" y="3054806"/>
                        <a:ext cx="42803" cy="57391"/>
                      </a:xfrm>
                      <a:custGeom>
                        <a:avLst/>
                        <a:gdLst>
                          <a:gd name="connsiteX0" fmla="*/ 22325 w 42803"/>
                          <a:gd name="connsiteY0" fmla="*/ 10052 h 57391"/>
                          <a:gd name="connsiteX1" fmla="*/ 1370 w 42803"/>
                          <a:gd name="connsiteY1" fmla="*/ 1670 h 57391"/>
                          <a:gd name="connsiteX2" fmla="*/ 25373 w 42803"/>
                          <a:gd name="connsiteY2" fmla="*/ 45199 h 57391"/>
                          <a:gd name="connsiteX3" fmla="*/ 42804 w 42803"/>
                          <a:gd name="connsiteY3" fmla="*/ 57391 h 57391"/>
                          <a:gd name="connsiteX4" fmla="*/ 34327 w 42803"/>
                          <a:gd name="connsiteY4" fmla="*/ 49867 h 57391"/>
                          <a:gd name="connsiteX5" fmla="*/ 22325 w 42803"/>
                          <a:gd name="connsiteY5" fmla="*/ 10052 h 57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803" h="57391">
                            <a:moveTo>
                              <a:pt x="22325" y="10052"/>
                            </a:moveTo>
                            <a:cubicBezTo>
                              <a:pt x="16896" y="7195"/>
                              <a:pt x="4990" y="-4235"/>
                              <a:pt x="1370" y="1670"/>
                            </a:cubicBezTo>
                            <a:cubicBezTo>
                              <a:pt x="-5107" y="11672"/>
                              <a:pt x="12800" y="34341"/>
                              <a:pt x="25373" y="45199"/>
                            </a:cubicBezTo>
                            <a:cubicBezTo>
                              <a:pt x="28993" y="48438"/>
                              <a:pt x="37851" y="54915"/>
                              <a:pt x="42804" y="57391"/>
                            </a:cubicBezTo>
                            <a:cubicBezTo>
                              <a:pt x="40422" y="55391"/>
                              <a:pt x="36137" y="52343"/>
                              <a:pt x="34327" y="49867"/>
                            </a:cubicBezTo>
                            <a:cubicBezTo>
                              <a:pt x="23659" y="36532"/>
                              <a:pt x="14038" y="19006"/>
                              <a:pt x="22325" y="1005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74" name="Forme libre : forme 11373">
                        <a:extLst>
                          <a:ext uri="{FF2B5EF4-FFF2-40B4-BE49-F238E27FC236}">
                            <a16:creationId xmlns:a16="http://schemas.microsoft.com/office/drawing/2014/main" id="{FB9C8775-7CB8-4CE3-BB44-C443CE7190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0615" y="3060867"/>
                        <a:ext cx="76406" cy="65731"/>
                      </a:xfrm>
                      <a:custGeom>
                        <a:avLst/>
                        <a:gdLst>
                          <a:gd name="connsiteX0" fmla="*/ 75353 w 76406"/>
                          <a:gd name="connsiteY0" fmla="*/ 63808 h 65731"/>
                          <a:gd name="connsiteX1" fmla="*/ 51540 w 76406"/>
                          <a:gd name="connsiteY1" fmla="*/ 60665 h 65731"/>
                          <a:gd name="connsiteX2" fmla="*/ 25537 w 76406"/>
                          <a:gd name="connsiteY2" fmla="*/ 44092 h 65731"/>
                          <a:gd name="connsiteX3" fmla="*/ 6201 w 76406"/>
                          <a:gd name="connsiteY3" fmla="*/ 22756 h 65731"/>
                          <a:gd name="connsiteX4" fmla="*/ 1724 w 76406"/>
                          <a:gd name="connsiteY4" fmla="*/ 1610 h 65731"/>
                          <a:gd name="connsiteX5" fmla="*/ 21251 w 76406"/>
                          <a:gd name="connsiteY5" fmla="*/ 8087 h 65731"/>
                          <a:gd name="connsiteX6" fmla="*/ 41729 w 76406"/>
                          <a:gd name="connsiteY6" fmla="*/ 25137 h 65731"/>
                          <a:gd name="connsiteX7" fmla="*/ 63827 w 76406"/>
                          <a:gd name="connsiteY7" fmla="*/ 44949 h 65731"/>
                          <a:gd name="connsiteX8" fmla="*/ 75353 w 76406"/>
                          <a:gd name="connsiteY8" fmla="*/ 63808 h 657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6406" h="65731">
                            <a:moveTo>
                              <a:pt x="75353" y="63808"/>
                            </a:moveTo>
                            <a:cubicBezTo>
                              <a:pt x="71638" y="67523"/>
                              <a:pt x="61637" y="65523"/>
                              <a:pt x="51540" y="60665"/>
                            </a:cubicBezTo>
                            <a:cubicBezTo>
                              <a:pt x="41348" y="55903"/>
                              <a:pt x="30966" y="48759"/>
                              <a:pt x="25537" y="44092"/>
                            </a:cubicBezTo>
                            <a:cubicBezTo>
                              <a:pt x="19822" y="39710"/>
                              <a:pt x="11821" y="31138"/>
                              <a:pt x="6201" y="22756"/>
                            </a:cubicBezTo>
                            <a:cubicBezTo>
                              <a:pt x="867" y="14088"/>
                              <a:pt x="-2086" y="5706"/>
                              <a:pt x="1724" y="1610"/>
                            </a:cubicBezTo>
                            <a:cubicBezTo>
                              <a:pt x="5534" y="-2486"/>
                              <a:pt x="13535" y="1801"/>
                              <a:pt x="21251" y="8087"/>
                            </a:cubicBezTo>
                            <a:cubicBezTo>
                              <a:pt x="29347" y="13993"/>
                              <a:pt x="37539" y="21803"/>
                              <a:pt x="41729" y="25137"/>
                            </a:cubicBezTo>
                            <a:cubicBezTo>
                              <a:pt x="45635" y="28661"/>
                              <a:pt x="55064" y="37138"/>
                              <a:pt x="63827" y="44949"/>
                            </a:cubicBezTo>
                            <a:cubicBezTo>
                              <a:pt x="72019" y="52950"/>
                              <a:pt x="79163" y="60094"/>
                              <a:pt x="75353" y="6380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75" name="Forme libre : forme 11374">
                        <a:extLst>
                          <a:ext uri="{FF2B5EF4-FFF2-40B4-BE49-F238E27FC236}">
                            <a16:creationId xmlns:a16="http://schemas.microsoft.com/office/drawing/2014/main" id="{B0B8C5FD-BC24-414B-8A7D-AA132115FC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0412" y="3017263"/>
                        <a:ext cx="76796" cy="104917"/>
                      </a:xfrm>
                      <a:custGeom>
                        <a:avLst/>
                        <a:gdLst>
                          <a:gd name="connsiteX0" fmla="*/ 3638 w 76796"/>
                          <a:gd name="connsiteY0" fmla="*/ 4352 h 104917"/>
                          <a:gd name="connsiteX1" fmla="*/ 399 w 76796"/>
                          <a:gd name="connsiteY1" fmla="*/ 21497 h 104917"/>
                          <a:gd name="connsiteX2" fmla="*/ 16592 w 76796"/>
                          <a:gd name="connsiteY2" fmla="*/ 67884 h 104917"/>
                          <a:gd name="connsiteX3" fmla="*/ 54501 w 76796"/>
                          <a:gd name="connsiteY3" fmla="*/ 100936 h 104917"/>
                          <a:gd name="connsiteX4" fmla="*/ 76694 w 76796"/>
                          <a:gd name="connsiteY4" fmla="*/ 100650 h 104917"/>
                          <a:gd name="connsiteX5" fmla="*/ 68027 w 76796"/>
                          <a:gd name="connsiteY5" fmla="*/ 86743 h 104917"/>
                          <a:gd name="connsiteX6" fmla="*/ 47929 w 76796"/>
                          <a:gd name="connsiteY6" fmla="*/ 48739 h 104917"/>
                          <a:gd name="connsiteX7" fmla="*/ 32689 w 76796"/>
                          <a:gd name="connsiteY7" fmla="*/ 10258 h 104917"/>
                          <a:gd name="connsiteX8" fmla="*/ 3638 w 76796"/>
                          <a:gd name="connsiteY8" fmla="*/ 4352 h 1049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6796" h="104917">
                            <a:moveTo>
                              <a:pt x="3638" y="4352"/>
                            </a:moveTo>
                            <a:cubicBezTo>
                              <a:pt x="-172" y="9877"/>
                              <a:pt x="-458" y="13020"/>
                              <a:pt x="399" y="21497"/>
                            </a:cubicBezTo>
                            <a:cubicBezTo>
                              <a:pt x="2590" y="37309"/>
                              <a:pt x="4876" y="51025"/>
                              <a:pt x="16592" y="67884"/>
                            </a:cubicBezTo>
                            <a:cubicBezTo>
                              <a:pt x="26022" y="82171"/>
                              <a:pt x="41357" y="94649"/>
                              <a:pt x="54501" y="100936"/>
                            </a:cubicBezTo>
                            <a:cubicBezTo>
                              <a:pt x="64598" y="105412"/>
                              <a:pt x="75266" y="107127"/>
                              <a:pt x="76694" y="100650"/>
                            </a:cubicBezTo>
                            <a:cubicBezTo>
                              <a:pt x="77647" y="96650"/>
                              <a:pt x="71742" y="91696"/>
                              <a:pt x="68027" y="86743"/>
                            </a:cubicBezTo>
                            <a:cubicBezTo>
                              <a:pt x="59645" y="74551"/>
                              <a:pt x="51929" y="63026"/>
                              <a:pt x="47929" y="48739"/>
                            </a:cubicBezTo>
                            <a:cubicBezTo>
                              <a:pt x="44500" y="36547"/>
                              <a:pt x="43547" y="22164"/>
                              <a:pt x="32689" y="10258"/>
                            </a:cubicBezTo>
                            <a:cubicBezTo>
                              <a:pt x="22498" y="-315"/>
                              <a:pt x="9162" y="-3458"/>
                              <a:pt x="3638" y="435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76" name="Forme libre : forme 11375">
                        <a:extLst>
                          <a:ext uri="{FF2B5EF4-FFF2-40B4-BE49-F238E27FC236}">
                            <a16:creationId xmlns:a16="http://schemas.microsoft.com/office/drawing/2014/main" id="{67376ACF-693F-418F-8147-DA2590B3C9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5315" y="3033961"/>
                        <a:ext cx="30557" cy="25545"/>
                      </a:xfrm>
                      <a:custGeom>
                        <a:avLst/>
                        <a:gdLst>
                          <a:gd name="connsiteX0" fmla="*/ 5120 w 30557"/>
                          <a:gd name="connsiteY0" fmla="*/ 1370 h 25545"/>
                          <a:gd name="connsiteX1" fmla="*/ 929 w 30557"/>
                          <a:gd name="connsiteY1" fmla="*/ 36 h 25545"/>
                          <a:gd name="connsiteX2" fmla="*/ 643 w 30557"/>
                          <a:gd name="connsiteY2" fmla="*/ 3751 h 25545"/>
                          <a:gd name="connsiteX3" fmla="*/ 4834 w 30557"/>
                          <a:gd name="connsiteY3" fmla="*/ 9371 h 25545"/>
                          <a:gd name="connsiteX4" fmla="*/ 17407 w 30557"/>
                          <a:gd name="connsiteY4" fmla="*/ 21087 h 25545"/>
                          <a:gd name="connsiteX5" fmla="*/ 22645 w 30557"/>
                          <a:gd name="connsiteY5" fmla="*/ 24516 h 25545"/>
                          <a:gd name="connsiteX6" fmla="*/ 26456 w 30557"/>
                          <a:gd name="connsiteY6" fmla="*/ 16229 h 25545"/>
                          <a:gd name="connsiteX7" fmla="*/ 5120 w 30557"/>
                          <a:gd name="connsiteY7" fmla="*/ 1370 h 25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0557" h="25545">
                            <a:moveTo>
                              <a:pt x="5120" y="1370"/>
                            </a:moveTo>
                            <a:cubicBezTo>
                              <a:pt x="3501" y="418"/>
                              <a:pt x="2262" y="-154"/>
                              <a:pt x="929" y="36"/>
                            </a:cubicBezTo>
                            <a:cubicBezTo>
                              <a:pt x="-405" y="322"/>
                              <a:pt x="-119" y="1942"/>
                              <a:pt x="643" y="3751"/>
                            </a:cubicBezTo>
                            <a:cubicBezTo>
                              <a:pt x="1500" y="5561"/>
                              <a:pt x="3215" y="7847"/>
                              <a:pt x="4834" y="9371"/>
                            </a:cubicBezTo>
                            <a:cubicBezTo>
                              <a:pt x="8835" y="13467"/>
                              <a:pt x="13120" y="17753"/>
                              <a:pt x="17407" y="21087"/>
                            </a:cubicBezTo>
                            <a:cubicBezTo>
                              <a:pt x="19217" y="22420"/>
                              <a:pt x="20836" y="23754"/>
                              <a:pt x="22645" y="24516"/>
                            </a:cubicBezTo>
                            <a:cubicBezTo>
                              <a:pt x="30075" y="27564"/>
                              <a:pt x="34076" y="23563"/>
                              <a:pt x="26456" y="16229"/>
                            </a:cubicBezTo>
                            <a:cubicBezTo>
                              <a:pt x="20741" y="10419"/>
                              <a:pt x="11883" y="5085"/>
                              <a:pt x="5120" y="137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77" name="Forme libre : forme 11376">
                        <a:extLst>
                          <a:ext uri="{FF2B5EF4-FFF2-40B4-BE49-F238E27FC236}">
                            <a16:creationId xmlns:a16="http://schemas.microsoft.com/office/drawing/2014/main" id="{1695BE07-9B3A-424A-B0C8-D83B7C7BBE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61105" y="3132867"/>
                        <a:ext cx="69723" cy="12500"/>
                      </a:xfrm>
                      <a:custGeom>
                        <a:avLst/>
                        <a:gdLst>
                          <a:gd name="connsiteX0" fmla="*/ 69723 w 69723"/>
                          <a:gd name="connsiteY0" fmla="*/ 7525 h 12500"/>
                          <a:gd name="connsiteX1" fmla="*/ 37624 w 69723"/>
                          <a:gd name="connsiteY1" fmla="*/ 11525 h 12500"/>
                          <a:gd name="connsiteX2" fmla="*/ 0 w 69723"/>
                          <a:gd name="connsiteY2" fmla="*/ 0 h 12500"/>
                          <a:gd name="connsiteX3" fmla="*/ 69723 w 69723"/>
                          <a:gd name="connsiteY3" fmla="*/ 7525 h 125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9723" h="12500">
                            <a:moveTo>
                              <a:pt x="69723" y="7525"/>
                            </a:moveTo>
                            <a:cubicBezTo>
                              <a:pt x="63055" y="12573"/>
                              <a:pt x="50864" y="13525"/>
                              <a:pt x="37624" y="11525"/>
                            </a:cubicBezTo>
                            <a:cubicBezTo>
                              <a:pt x="24479" y="9525"/>
                              <a:pt x="10478" y="4572"/>
                              <a:pt x="0" y="0"/>
                            </a:cubicBezTo>
                            <a:cubicBezTo>
                              <a:pt x="22765" y="10192"/>
                              <a:pt x="51149" y="11906"/>
                              <a:pt x="69723" y="752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78" name="Forme libre : forme 11377">
                        <a:extLst>
                          <a:ext uri="{FF2B5EF4-FFF2-40B4-BE49-F238E27FC236}">
                            <a16:creationId xmlns:a16="http://schemas.microsoft.com/office/drawing/2014/main" id="{4D97E35E-FA86-474C-8CCD-2276E6A720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3478" y="2997612"/>
                        <a:ext cx="56578" cy="37242"/>
                      </a:xfrm>
                      <a:custGeom>
                        <a:avLst/>
                        <a:gdLst>
                          <a:gd name="connsiteX0" fmla="*/ 56579 w 56578"/>
                          <a:gd name="connsiteY0" fmla="*/ 37243 h 37242"/>
                          <a:gd name="connsiteX1" fmla="*/ 0 w 56578"/>
                          <a:gd name="connsiteY1" fmla="*/ 0 h 37242"/>
                          <a:gd name="connsiteX2" fmla="*/ 56579 w 56578"/>
                          <a:gd name="connsiteY2" fmla="*/ 37243 h 372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6578" h="37242">
                            <a:moveTo>
                              <a:pt x="56579" y="37243"/>
                            </a:moveTo>
                            <a:cubicBezTo>
                              <a:pt x="39910" y="20288"/>
                              <a:pt x="18765" y="8954"/>
                              <a:pt x="0" y="0"/>
                            </a:cubicBezTo>
                            <a:cubicBezTo>
                              <a:pt x="17716" y="7620"/>
                              <a:pt x="39719" y="25146"/>
                              <a:pt x="56579" y="3724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79" name="Forme libre : forme 11378">
                        <a:extLst>
                          <a:ext uri="{FF2B5EF4-FFF2-40B4-BE49-F238E27FC236}">
                            <a16:creationId xmlns:a16="http://schemas.microsoft.com/office/drawing/2014/main" id="{C28CA649-3E21-4563-9307-45F4C4C6F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61466" y="3079853"/>
                        <a:ext cx="25774" cy="25517"/>
                      </a:xfrm>
                      <a:custGeom>
                        <a:avLst/>
                        <a:gdLst>
                          <a:gd name="connsiteX0" fmla="*/ 24880 w 25774"/>
                          <a:gd name="connsiteY0" fmla="*/ 25391 h 25517"/>
                          <a:gd name="connsiteX1" fmla="*/ 7735 w 25774"/>
                          <a:gd name="connsiteY1" fmla="*/ 13676 h 25517"/>
                          <a:gd name="connsiteX2" fmla="*/ 1353 w 25774"/>
                          <a:gd name="connsiteY2" fmla="*/ 55 h 25517"/>
                          <a:gd name="connsiteX3" fmla="*/ 16593 w 25774"/>
                          <a:gd name="connsiteY3" fmla="*/ 11675 h 25517"/>
                          <a:gd name="connsiteX4" fmla="*/ 24880 w 25774"/>
                          <a:gd name="connsiteY4" fmla="*/ 25391 h 25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774" h="25517">
                            <a:moveTo>
                              <a:pt x="24880" y="25391"/>
                            </a:moveTo>
                            <a:cubicBezTo>
                              <a:pt x="21070" y="26725"/>
                              <a:pt x="10497" y="17105"/>
                              <a:pt x="7735" y="13676"/>
                            </a:cubicBezTo>
                            <a:cubicBezTo>
                              <a:pt x="4687" y="10532"/>
                              <a:pt x="-3124" y="1102"/>
                              <a:pt x="1353" y="55"/>
                            </a:cubicBezTo>
                            <a:cubicBezTo>
                              <a:pt x="5639" y="-802"/>
                              <a:pt x="13926" y="8627"/>
                              <a:pt x="16593" y="11675"/>
                            </a:cubicBezTo>
                            <a:cubicBezTo>
                              <a:pt x="19260" y="14533"/>
                              <a:pt x="28690" y="23867"/>
                              <a:pt x="24880" y="2539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80" name="Forme libre : forme 11379">
                        <a:extLst>
                          <a:ext uri="{FF2B5EF4-FFF2-40B4-BE49-F238E27FC236}">
                            <a16:creationId xmlns:a16="http://schemas.microsoft.com/office/drawing/2014/main" id="{B763884E-0767-4FE3-ACBE-A4337F1CB3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83189" y="3101327"/>
                        <a:ext cx="8186" cy="6804"/>
                      </a:xfrm>
                      <a:custGeom>
                        <a:avLst/>
                        <a:gdLst>
                          <a:gd name="connsiteX0" fmla="*/ 8110 w 8186"/>
                          <a:gd name="connsiteY0" fmla="*/ 6299 h 6804"/>
                          <a:gd name="connsiteX1" fmla="*/ 3347 w 8186"/>
                          <a:gd name="connsiteY1" fmla="*/ 5061 h 6804"/>
                          <a:gd name="connsiteX2" fmla="*/ 108 w 8186"/>
                          <a:gd name="connsiteY2" fmla="*/ 489 h 6804"/>
                          <a:gd name="connsiteX3" fmla="*/ 4586 w 8186"/>
                          <a:gd name="connsiteY3" fmla="*/ 1823 h 6804"/>
                          <a:gd name="connsiteX4" fmla="*/ 8110 w 8186"/>
                          <a:gd name="connsiteY4" fmla="*/ 6299 h 68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86" h="6804">
                            <a:moveTo>
                              <a:pt x="8110" y="6299"/>
                            </a:moveTo>
                            <a:cubicBezTo>
                              <a:pt x="7633" y="7633"/>
                              <a:pt x="4776" y="6014"/>
                              <a:pt x="3347" y="5061"/>
                            </a:cubicBezTo>
                            <a:cubicBezTo>
                              <a:pt x="2014" y="4013"/>
                              <a:pt x="-558" y="1727"/>
                              <a:pt x="108" y="489"/>
                            </a:cubicBezTo>
                            <a:cubicBezTo>
                              <a:pt x="680" y="-844"/>
                              <a:pt x="3252" y="870"/>
                              <a:pt x="4586" y="1823"/>
                            </a:cubicBezTo>
                            <a:cubicBezTo>
                              <a:pt x="5919" y="2870"/>
                              <a:pt x="8681" y="4870"/>
                              <a:pt x="8110" y="629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81" name="Forme libre : forme 11380">
                        <a:extLst>
                          <a:ext uri="{FF2B5EF4-FFF2-40B4-BE49-F238E27FC236}">
                            <a16:creationId xmlns:a16="http://schemas.microsoft.com/office/drawing/2014/main" id="{0934E4B4-4DE7-4BD9-A88D-967E553CFC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75147" y="3064317"/>
                        <a:ext cx="55116" cy="69742"/>
                      </a:xfrm>
                      <a:custGeom>
                        <a:avLst/>
                        <a:gdLst>
                          <a:gd name="connsiteX0" fmla="*/ 43584 w 55116"/>
                          <a:gd name="connsiteY0" fmla="*/ 43786 h 69742"/>
                          <a:gd name="connsiteX1" fmla="*/ 55014 w 55116"/>
                          <a:gd name="connsiteY1" fmla="*/ 66170 h 69742"/>
                          <a:gd name="connsiteX2" fmla="*/ 47109 w 55116"/>
                          <a:gd name="connsiteY2" fmla="*/ 68837 h 69742"/>
                          <a:gd name="connsiteX3" fmla="*/ 39298 w 55116"/>
                          <a:gd name="connsiteY3" fmla="*/ 61026 h 69742"/>
                          <a:gd name="connsiteX4" fmla="*/ 20724 w 55116"/>
                          <a:gd name="connsiteY4" fmla="*/ 33975 h 69742"/>
                          <a:gd name="connsiteX5" fmla="*/ 5960 w 55116"/>
                          <a:gd name="connsiteY5" fmla="*/ 15592 h 69742"/>
                          <a:gd name="connsiteX6" fmla="*/ 2436 w 55116"/>
                          <a:gd name="connsiteY6" fmla="*/ 66 h 69742"/>
                          <a:gd name="connsiteX7" fmla="*/ 19677 w 55116"/>
                          <a:gd name="connsiteY7" fmla="*/ 9401 h 69742"/>
                          <a:gd name="connsiteX8" fmla="*/ 34059 w 55116"/>
                          <a:gd name="connsiteY8" fmla="*/ 24736 h 69742"/>
                          <a:gd name="connsiteX9" fmla="*/ 43584 w 55116"/>
                          <a:gd name="connsiteY9" fmla="*/ 43786 h 69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5116" h="69742">
                            <a:moveTo>
                              <a:pt x="43584" y="43786"/>
                            </a:moveTo>
                            <a:cubicBezTo>
                              <a:pt x="48728" y="51977"/>
                              <a:pt x="52919" y="57883"/>
                              <a:pt x="55014" y="66170"/>
                            </a:cubicBezTo>
                            <a:cubicBezTo>
                              <a:pt x="55871" y="69122"/>
                              <a:pt x="51204" y="70932"/>
                              <a:pt x="47109" y="68837"/>
                            </a:cubicBezTo>
                            <a:cubicBezTo>
                              <a:pt x="42918" y="66836"/>
                              <a:pt x="41108" y="63884"/>
                              <a:pt x="39298" y="61026"/>
                            </a:cubicBezTo>
                            <a:cubicBezTo>
                              <a:pt x="33678" y="51692"/>
                              <a:pt x="27392" y="43310"/>
                              <a:pt x="20724" y="33975"/>
                            </a:cubicBezTo>
                            <a:cubicBezTo>
                              <a:pt x="18724" y="31022"/>
                              <a:pt x="11104" y="23307"/>
                              <a:pt x="5960" y="15592"/>
                            </a:cubicBezTo>
                            <a:cubicBezTo>
                              <a:pt x="627" y="7972"/>
                              <a:pt x="-2422" y="828"/>
                              <a:pt x="2436" y="66"/>
                            </a:cubicBezTo>
                            <a:cubicBezTo>
                              <a:pt x="7294" y="-601"/>
                              <a:pt x="13771" y="3876"/>
                              <a:pt x="19677" y="9401"/>
                            </a:cubicBezTo>
                            <a:cubicBezTo>
                              <a:pt x="25772" y="14735"/>
                              <a:pt x="31392" y="21307"/>
                              <a:pt x="34059" y="24736"/>
                            </a:cubicBezTo>
                            <a:cubicBezTo>
                              <a:pt x="39107" y="32261"/>
                              <a:pt x="39774" y="37404"/>
                              <a:pt x="43584" y="4378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49" name="Graphique 1">
                      <a:extLst>
                        <a:ext uri="{FF2B5EF4-FFF2-40B4-BE49-F238E27FC236}">
                          <a16:creationId xmlns:a16="http://schemas.microsoft.com/office/drawing/2014/main" id="{526F45FD-BA8E-41B6-AD84-8F39044895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37344" y="3059560"/>
                      <a:ext cx="182406" cy="123265"/>
                      <a:chOff x="5837344" y="3059560"/>
                      <a:chExt cx="182406" cy="123265"/>
                    </a:xfrm>
                    <a:solidFill>
                      <a:schemeClr val="accent1"/>
                    </a:solidFill>
                  </p:grpSpPr>
                  <p:sp>
                    <p:nvSpPr>
                      <p:cNvPr id="11358" name="Forme libre : forme 11357">
                        <a:extLst>
                          <a:ext uri="{FF2B5EF4-FFF2-40B4-BE49-F238E27FC236}">
                            <a16:creationId xmlns:a16="http://schemas.microsoft.com/office/drawing/2014/main" id="{9CFD52A3-3DFE-4C1A-B16E-63DDDC48E4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7344" y="3059560"/>
                        <a:ext cx="182406" cy="123265"/>
                      </a:xfrm>
                      <a:custGeom>
                        <a:avLst/>
                        <a:gdLst>
                          <a:gd name="connsiteX0" fmla="*/ 152456 w 182406"/>
                          <a:gd name="connsiteY0" fmla="*/ 78546 h 123265"/>
                          <a:gd name="connsiteX1" fmla="*/ 139026 w 182406"/>
                          <a:gd name="connsiteY1" fmla="*/ 89786 h 123265"/>
                          <a:gd name="connsiteX2" fmla="*/ 130358 w 182406"/>
                          <a:gd name="connsiteY2" fmla="*/ 96167 h 123265"/>
                          <a:gd name="connsiteX3" fmla="*/ 120452 w 182406"/>
                          <a:gd name="connsiteY3" fmla="*/ 102454 h 123265"/>
                          <a:gd name="connsiteX4" fmla="*/ 99401 w 182406"/>
                          <a:gd name="connsiteY4" fmla="*/ 113598 h 123265"/>
                          <a:gd name="connsiteX5" fmla="*/ 79494 w 182406"/>
                          <a:gd name="connsiteY5" fmla="*/ 120456 h 123265"/>
                          <a:gd name="connsiteX6" fmla="*/ 63587 w 182406"/>
                          <a:gd name="connsiteY6" fmla="*/ 123028 h 123265"/>
                          <a:gd name="connsiteX7" fmla="*/ 48443 w 182406"/>
                          <a:gd name="connsiteY7" fmla="*/ 122647 h 123265"/>
                          <a:gd name="connsiteX8" fmla="*/ 35298 w 182406"/>
                          <a:gd name="connsiteY8" fmla="*/ 119599 h 123265"/>
                          <a:gd name="connsiteX9" fmla="*/ 25678 w 182406"/>
                          <a:gd name="connsiteY9" fmla="*/ 114836 h 123265"/>
                          <a:gd name="connsiteX10" fmla="*/ 1294 w 182406"/>
                          <a:gd name="connsiteY10" fmla="*/ 87881 h 123265"/>
                          <a:gd name="connsiteX11" fmla="*/ 9676 w 182406"/>
                          <a:gd name="connsiteY11" fmla="*/ 67973 h 123265"/>
                          <a:gd name="connsiteX12" fmla="*/ 37489 w 182406"/>
                          <a:gd name="connsiteY12" fmla="*/ 57210 h 123265"/>
                          <a:gd name="connsiteX13" fmla="*/ 43680 w 182406"/>
                          <a:gd name="connsiteY13" fmla="*/ 55114 h 123265"/>
                          <a:gd name="connsiteX14" fmla="*/ 48062 w 182406"/>
                          <a:gd name="connsiteY14" fmla="*/ 52924 h 123265"/>
                          <a:gd name="connsiteX15" fmla="*/ 53205 w 182406"/>
                          <a:gd name="connsiteY15" fmla="*/ 50542 h 123265"/>
                          <a:gd name="connsiteX16" fmla="*/ 59302 w 182406"/>
                          <a:gd name="connsiteY16" fmla="*/ 47971 h 123265"/>
                          <a:gd name="connsiteX17" fmla="*/ 68445 w 182406"/>
                          <a:gd name="connsiteY17" fmla="*/ 43970 h 123265"/>
                          <a:gd name="connsiteX18" fmla="*/ 80256 w 182406"/>
                          <a:gd name="connsiteY18" fmla="*/ 37493 h 123265"/>
                          <a:gd name="connsiteX19" fmla="*/ 102831 w 182406"/>
                          <a:gd name="connsiteY19" fmla="*/ 22253 h 123265"/>
                          <a:gd name="connsiteX20" fmla="*/ 164743 w 182406"/>
                          <a:gd name="connsiteY20" fmla="*/ 60 h 123265"/>
                          <a:gd name="connsiteX21" fmla="*/ 182269 w 182406"/>
                          <a:gd name="connsiteY21" fmla="*/ 11871 h 123265"/>
                          <a:gd name="connsiteX22" fmla="*/ 152456 w 182406"/>
                          <a:gd name="connsiteY22" fmla="*/ 78546 h 123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82406" h="123265">
                            <a:moveTo>
                              <a:pt x="152456" y="78546"/>
                            </a:moveTo>
                            <a:cubicBezTo>
                              <a:pt x="149027" y="81689"/>
                              <a:pt x="144645" y="85690"/>
                              <a:pt x="139026" y="89786"/>
                            </a:cubicBezTo>
                            <a:cubicBezTo>
                              <a:pt x="136263" y="91881"/>
                              <a:pt x="133406" y="93976"/>
                              <a:pt x="130358" y="96167"/>
                            </a:cubicBezTo>
                            <a:cubicBezTo>
                              <a:pt x="127119" y="98263"/>
                              <a:pt x="123785" y="100358"/>
                              <a:pt x="120452" y="102454"/>
                            </a:cubicBezTo>
                            <a:cubicBezTo>
                              <a:pt x="113975" y="106740"/>
                              <a:pt x="106164" y="110264"/>
                              <a:pt x="99401" y="113598"/>
                            </a:cubicBezTo>
                            <a:cubicBezTo>
                              <a:pt x="91972" y="116456"/>
                              <a:pt x="85591" y="119218"/>
                              <a:pt x="79494" y="120456"/>
                            </a:cubicBezTo>
                            <a:cubicBezTo>
                              <a:pt x="73970" y="121694"/>
                              <a:pt x="69017" y="122932"/>
                              <a:pt x="63587" y="123028"/>
                            </a:cubicBezTo>
                            <a:cubicBezTo>
                              <a:pt x="58253" y="123218"/>
                              <a:pt x="53586" y="123599"/>
                              <a:pt x="48443" y="122647"/>
                            </a:cubicBezTo>
                            <a:cubicBezTo>
                              <a:pt x="43680" y="121789"/>
                              <a:pt x="38632" y="121123"/>
                              <a:pt x="35298" y="119599"/>
                            </a:cubicBezTo>
                            <a:cubicBezTo>
                              <a:pt x="31774" y="118170"/>
                              <a:pt x="28631" y="116551"/>
                              <a:pt x="25678" y="114836"/>
                            </a:cubicBezTo>
                            <a:cubicBezTo>
                              <a:pt x="14058" y="107788"/>
                              <a:pt x="6819" y="98453"/>
                              <a:pt x="1294" y="87881"/>
                            </a:cubicBezTo>
                            <a:cubicBezTo>
                              <a:pt x="-2516" y="80546"/>
                              <a:pt x="2628" y="70926"/>
                              <a:pt x="9676" y="67973"/>
                            </a:cubicBezTo>
                            <a:cubicBezTo>
                              <a:pt x="19773" y="63878"/>
                              <a:pt x="28917" y="60353"/>
                              <a:pt x="37489" y="57210"/>
                            </a:cubicBezTo>
                            <a:cubicBezTo>
                              <a:pt x="39489" y="56353"/>
                              <a:pt x="41966" y="55972"/>
                              <a:pt x="43680" y="55114"/>
                            </a:cubicBezTo>
                            <a:cubicBezTo>
                              <a:pt x="45204" y="54162"/>
                              <a:pt x="46633" y="53400"/>
                              <a:pt x="48062" y="52924"/>
                            </a:cubicBezTo>
                            <a:cubicBezTo>
                              <a:pt x="49681" y="52066"/>
                              <a:pt x="51396" y="51114"/>
                              <a:pt x="53205" y="50542"/>
                            </a:cubicBezTo>
                            <a:cubicBezTo>
                              <a:pt x="55015" y="49876"/>
                              <a:pt x="57206" y="48638"/>
                              <a:pt x="59302" y="47971"/>
                            </a:cubicBezTo>
                            <a:cubicBezTo>
                              <a:pt x="61587" y="47304"/>
                              <a:pt x="64921" y="45304"/>
                              <a:pt x="68445" y="43970"/>
                            </a:cubicBezTo>
                            <a:cubicBezTo>
                              <a:pt x="72065" y="41970"/>
                              <a:pt x="76160" y="40065"/>
                              <a:pt x="80256" y="37493"/>
                            </a:cubicBezTo>
                            <a:cubicBezTo>
                              <a:pt x="88543" y="32540"/>
                              <a:pt x="97020" y="26539"/>
                              <a:pt x="102831" y="22253"/>
                            </a:cubicBezTo>
                            <a:cubicBezTo>
                              <a:pt x="124357" y="6061"/>
                              <a:pt x="142550" y="2156"/>
                              <a:pt x="164743" y="60"/>
                            </a:cubicBezTo>
                            <a:cubicBezTo>
                              <a:pt x="172459" y="-607"/>
                              <a:pt x="181793" y="4346"/>
                              <a:pt x="182269" y="11871"/>
                            </a:cubicBezTo>
                            <a:cubicBezTo>
                              <a:pt x="183412" y="33112"/>
                              <a:pt x="177793" y="54924"/>
                              <a:pt x="152456" y="7854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59" name="Forme libre : forme 11358">
                        <a:extLst>
                          <a:ext uri="{FF2B5EF4-FFF2-40B4-BE49-F238E27FC236}">
                            <a16:creationId xmlns:a16="http://schemas.microsoft.com/office/drawing/2014/main" id="{9F86CE20-9F90-449F-AA50-3B6ADA1179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7380" y="3070574"/>
                        <a:ext cx="182090" cy="112012"/>
                      </a:xfrm>
                      <a:custGeom>
                        <a:avLst/>
                        <a:gdLst>
                          <a:gd name="connsiteX0" fmla="*/ 82888 w 182090"/>
                          <a:gd name="connsiteY0" fmla="*/ 79534 h 112012"/>
                          <a:gd name="connsiteX1" fmla="*/ 72029 w 182090"/>
                          <a:gd name="connsiteY1" fmla="*/ 83820 h 112012"/>
                          <a:gd name="connsiteX2" fmla="*/ 60313 w 182090"/>
                          <a:gd name="connsiteY2" fmla="*/ 86773 h 112012"/>
                          <a:gd name="connsiteX3" fmla="*/ 36120 w 182090"/>
                          <a:gd name="connsiteY3" fmla="*/ 86487 h 112012"/>
                          <a:gd name="connsiteX4" fmla="*/ 687 w 182090"/>
                          <a:gd name="connsiteY4" fmla="*/ 66961 h 112012"/>
                          <a:gd name="connsiteX5" fmla="*/ 1258 w 182090"/>
                          <a:gd name="connsiteY5" fmla="*/ 76486 h 112012"/>
                          <a:gd name="connsiteX6" fmla="*/ 7640 w 182090"/>
                          <a:gd name="connsiteY6" fmla="*/ 86963 h 112012"/>
                          <a:gd name="connsiteX7" fmla="*/ 39834 w 182090"/>
                          <a:gd name="connsiteY7" fmla="*/ 109728 h 112012"/>
                          <a:gd name="connsiteX8" fmla="*/ 58694 w 182090"/>
                          <a:gd name="connsiteY8" fmla="*/ 111919 h 112012"/>
                          <a:gd name="connsiteX9" fmla="*/ 68981 w 182090"/>
                          <a:gd name="connsiteY9" fmla="*/ 111347 h 112012"/>
                          <a:gd name="connsiteX10" fmla="*/ 79268 w 182090"/>
                          <a:gd name="connsiteY10" fmla="*/ 109156 h 112012"/>
                          <a:gd name="connsiteX11" fmla="*/ 93556 w 182090"/>
                          <a:gd name="connsiteY11" fmla="*/ 104585 h 112012"/>
                          <a:gd name="connsiteX12" fmla="*/ 147848 w 182090"/>
                          <a:gd name="connsiteY12" fmla="*/ 71247 h 112012"/>
                          <a:gd name="connsiteX13" fmla="*/ 152135 w 182090"/>
                          <a:gd name="connsiteY13" fmla="*/ 67437 h 112012"/>
                          <a:gd name="connsiteX14" fmla="*/ 172232 w 182090"/>
                          <a:gd name="connsiteY14" fmla="*/ 42863 h 112012"/>
                          <a:gd name="connsiteX15" fmla="*/ 181948 w 182090"/>
                          <a:gd name="connsiteY15" fmla="*/ 10668 h 112012"/>
                          <a:gd name="connsiteX16" fmla="*/ 181948 w 182090"/>
                          <a:gd name="connsiteY16" fmla="*/ 381 h 112012"/>
                          <a:gd name="connsiteX17" fmla="*/ 181853 w 182090"/>
                          <a:gd name="connsiteY17" fmla="*/ 0 h 112012"/>
                          <a:gd name="connsiteX18" fmla="*/ 136323 w 182090"/>
                          <a:gd name="connsiteY18" fmla="*/ 43910 h 112012"/>
                          <a:gd name="connsiteX19" fmla="*/ 82888 w 182090"/>
                          <a:gd name="connsiteY19" fmla="*/ 79534 h 112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82090" h="112012">
                            <a:moveTo>
                              <a:pt x="82888" y="79534"/>
                            </a:moveTo>
                            <a:cubicBezTo>
                              <a:pt x="79459" y="81153"/>
                              <a:pt x="75935" y="82772"/>
                              <a:pt x="72029" y="83820"/>
                            </a:cubicBezTo>
                            <a:cubicBezTo>
                              <a:pt x="68219" y="84868"/>
                              <a:pt x="64504" y="86392"/>
                              <a:pt x="60313" y="86773"/>
                            </a:cubicBezTo>
                            <a:cubicBezTo>
                              <a:pt x="52408" y="88202"/>
                              <a:pt x="43549" y="88106"/>
                              <a:pt x="36120" y="86487"/>
                            </a:cubicBezTo>
                            <a:cubicBezTo>
                              <a:pt x="21166" y="83629"/>
                              <a:pt x="8878" y="75914"/>
                              <a:pt x="687" y="66961"/>
                            </a:cubicBezTo>
                            <a:cubicBezTo>
                              <a:pt x="-265" y="70199"/>
                              <a:pt x="-361" y="73628"/>
                              <a:pt x="1258" y="76486"/>
                            </a:cubicBezTo>
                            <a:cubicBezTo>
                              <a:pt x="3163" y="80105"/>
                              <a:pt x="5259" y="83534"/>
                              <a:pt x="7640" y="86963"/>
                            </a:cubicBezTo>
                            <a:cubicBezTo>
                              <a:pt x="14784" y="96393"/>
                              <a:pt x="23928" y="104775"/>
                              <a:pt x="39834" y="109728"/>
                            </a:cubicBezTo>
                            <a:cubicBezTo>
                              <a:pt x="45550" y="110966"/>
                              <a:pt x="52312" y="112395"/>
                              <a:pt x="58694" y="111919"/>
                            </a:cubicBezTo>
                            <a:cubicBezTo>
                              <a:pt x="62028" y="111823"/>
                              <a:pt x="65457" y="111633"/>
                              <a:pt x="68981" y="111347"/>
                            </a:cubicBezTo>
                            <a:cubicBezTo>
                              <a:pt x="72315" y="110776"/>
                              <a:pt x="75744" y="110014"/>
                              <a:pt x="79268" y="109156"/>
                            </a:cubicBezTo>
                            <a:cubicBezTo>
                              <a:pt x="83745" y="108204"/>
                              <a:pt x="88412" y="106585"/>
                              <a:pt x="93556" y="104585"/>
                            </a:cubicBezTo>
                            <a:cubicBezTo>
                              <a:pt x="113939" y="96869"/>
                              <a:pt x="135561" y="81725"/>
                              <a:pt x="147848" y="71247"/>
                            </a:cubicBezTo>
                            <a:cubicBezTo>
                              <a:pt x="149372" y="69913"/>
                              <a:pt x="150896" y="68580"/>
                              <a:pt x="152135" y="67437"/>
                            </a:cubicBezTo>
                            <a:cubicBezTo>
                              <a:pt x="161374" y="59246"/>
                              <a:pt x="167470" y="50863"/>
                              <a:pt x="172232" y="42863"/>
                            </a:cubicBezTo>
                            <a:cubicBezTo>
                              <a:pt x="178328" y="31813"/>
                              <a:pt x="181090" y="21241"/>
                              <a:pt x="181948" y="10668"/>
                            </a:cubicBezTo>
                            <a:cubicBezTo>
                              <a:pt x="182138" y="7239"/>
                              <a:pt x="182138" y="3810"/>
                              <a:pt x="181948" y="381"/>
                            </a:cubicBezTo>
                            <a:lnTo>
                              <a:pt x="181853" y="0"/>
                            </a:lnTo>
                            <a:cubicBezTo>
                              <a:pt x="167851" y="15335"/>
                              <a:pt x="152611" y="30194"/>
                              <a:pt x="136323" y="43910"/>
                            </a:cubicBezTo>
                            <a:cubicBezTo>
                              <a:pt x="120130" y="57626"/>
                              <a:pt x="102700" y="70295"/>
                              <a:pt x="82888" y="7953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60" name="Forme libre : forme 11359">
                        <a:extLst>
                          <a:ext uri="{FF2B5EF4-FFF2-40B4-BE49-F238E27FC236}">
                            <a16:creationId xmlns:a16="http://schemas.microsoft.com/office/drawing/2014/main" id="{798825D1-5518-4D28-AF63-AA0D430091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8182" y="3090578"/>
                        <a:ext cx="81102" cy="58022"/>
                      </a:xfrm>
                      <a:custGeom>
                        <a:avLst/>
                        <a:gdLst>
                          <a:gd name="connsiteX0" fmla="*/ 79808 w 81102"/>
                          <a:gd name="connsiteY0" fmla="*/ 1237 h 58022"/>
                          <a:gd name="connsiteX1" fmla="*/ 71617 w 81102"/>
                          <a:gd name="connsiteY1" fmla="*/ 22287 h 58022"/>
                          <a:gd name="connsiteX2" fmla="*/ 59520 w 81102"/>
                          <a:gd name="connsiteY2" fmla="*/ 34669 h 58022"/>
                          <a:gd name="connsiteX3" fmla="*/ 48662 w 81102"/>
                          <a:gd name="connsiteY3" fmla="*/ 43337 h 58022"/>
                          <a:gd name="connsiteX4" fmla="*/ 22087 w 81102"/>
                          <a:gd name="connsiteY4" fmla="*/ 56196 h 58022"/>
                          <a:gd name="connsiteX5" fmla="*/ 275 w 81102"/>
                          <a:gd name="connsiteY5" fmla="*/ 53434 h 58022"/>
                          <a:gd name="connsiteX6" fmla="*/ 12848 w 81102"/>
                          <a:gd name="connsiteY6" fmla="*/ 37527 h 58022"/>
                          <a:gd name="connsiteX7" fmla="*/ 34374 w 81102"/>
                          <a:gd name="connsiteY7" fmla="*/ 23144 h 58022"/>
                          <a:gd name="connsiteX8" fmla="*/ 44565 w 81102"/>
                          <a:gd name="connsiteY8" fmla="*/ 16477 h 58022"/>
                          <a:gd name="connsiteX9" fmla="*/ 58091 w 81102"/>
                          <a:gd name="connsiteY9" fmla="*/ 7809 h 58022"/>
                          <a:gd name="connsiteX10" fmla="*/ 79808 w 81102"/>
                          <a:gd name="connsiteY10" fmla="*/ 1237 h 580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1102" h="58022">
                            <a:moveTo>
                              <a:pt x="79808" y="1237"/>
                            </a:moveTo>
                            <a:cubicBezTo>
                              <a:pt x="83523" y="4761"/>
                              <a:pt x="78760" y="13333"/>
                              <a:pt x="71617" y="22287"/>
                            </a:cubicBezTo>
                            <a:cubicBezTo>
                              <a:pt x="67902" y="26573"/>
                              <a:pt x="63521" y="30955"/>
                              <a:pt x="59520" y="34669"/>
                            </a:cubicBezTo>
                            <a:cubicBezTo>
                              <a:pt x="55234" y="38289"/>
                              <a:pt x="51328" y="41337"/>
                              <a:pt x="48662" y="43337"/>
                            </a:cubicBezTo>
                            <a:cubicBezTo>
                              <a:pt x="43232" y="47147"/>
                              <a:pt x="32564" y="53339"/>
                              <a:pt x="22087" y="56196"/>
                            </a:cubicBezTo>
                            <a:cubicBezTo>
                              <a:pt x="11609" y="59054"/>
                              <a:pt x="1989" y="58863"/>
                              <a:pt x="275" y="53434"/>
                            </a:cubicBezTo>
                            <a:cubicBezTo>
                              <a:pt x="-1440" y="48385"/>
                              <a:pt x="5132" y="42861"/>
                              <a:pt x="12848" y="37527"/>
                            </a:cubicBezTo>
                            <a:cubicBezTo>
                              <a:pt x="20563" y="32098"/>
                              <a:pt x="29612" y="26097"/>
                              <a:pt x="34374" y="23144"/>
                            </a:cubicBezTo>
                            <a:cubicBezTo>
                              <a:pt x="36755" y="21525"/>
                              <a:pt x="40374" y="19144"/>
                              <a:pt x="44565" y="16477"/>
                            </a:cubicBezTo>
                            <a:cubicBezTo>
                              <a:pt x="48756" y="13715"/>
                              <a:pt x="53424" y="10476"/>
                              <a:pt x="58091" y="7809"/>
                            </a:cubicBezTo>
                            <a:cubicBezTo>
                              <a:pt x="67140" y="1999"/>
                              <a:pt x="76093" y="-2192"/>
                              <a:pt x="79808" y="123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61" name="Forme libre : forme 11360">
                        <a:extLst>
                          <a:ext uri="{FF2B5EF4-FFF2-40B4-BE49-F238E27FC236}">
                            <a16:creationId xmlns:a16="http://schemas.microsoft.com/office/drawing/2014/main" id="{E3120CFC-6DAB-4BC2-850D-8ABBEC6CA9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7223" y="3119437"/>
                        <a:ext cx="65908" cy="29044"/>
                      </a:xfrm>
                      <a:custGeom>
                        <a:avLst/>
                        <a:gdLst>
                          <a:gd name="connsiteX0" fmla="*/ 15235 w 65908"/>
                          <a:gd name="connsiteY0" fmla="*/ 8001 h 29044"/>
                          <a:gd name="connsiteX1" fmla="*/ 662 w 65908"/>
                          <a:gd name="connsiteY1" fmla="*/ 24860 h 29044"/>
                          <a:gd name="connsiteX2" fmla="*/ 22950 w 65908"/>
                          <a:gd name="connsiteY2" fmla="*/ 27337 h 29044"/>
                          <a:gd name="connsiteX3" fmla="*/ 50002 w 65908"/>
                          <a:gd name="connsiteY3" fmla="*/ 14192 h 29044"/>
                          <a:gd name="connsiteX4" fmla="*/ 65908 w 65908"/>
                          <a:gd name="connsiteY4" fmla="*/ 0 h 29044"/>
                          <a:gd name="connsiteX5" fmla="*/ 56574 w 65908"/>
                          <a:gd name="connsiteY5" fmla="*/ 6477 h 29044"/>
                          <a:gd name="connsiteX6" fmla="*/ 15235 w 65908"/>
                          <a:gd name="connsiteY6" fmla="*/ 8001 h 290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5908" h="29044">
                            <a:moveTo>
                              <a:pt x="15235" y="8001"/>
                            </a:moveTo>
                            <a:cubicBezTo>
                              <a:pt x="11235" y="12668"/>
                              <a:pt x="-3243" y="19145"/>
                              <a:pt x="662" y="24860"/>
                            </a:cubicBezTo>
                            <a:cubicBezTo>
                              <a:pt x="4091" y="29813"/>
                              <a:pt x="13045" y="30004"/>
                              <a:pt x="22950" y="27337"/>
                            </a:cubicBezTo>
                            <a:cubicBezTo>
                              <a:pt x="32857" y="24670"/>
                              <a:pt x="43048" y="18955"/>
                              <a:pt x="50002" y="14192"/>
                            </a:cubicBezTo>
                            <a:cubicBezTo>
                              <a:pt x="54002" y="11335"/>
                              <a:pt x="62479" y="4286"/>
                              <a:pt x="65908" y="0"/>
                            </a:cubicBezTo>
                            <a:cubicBezTo>
                              <a:pt x="63432" y="1905"/>
                              <a:pt x="59431" y="5334"/>
                              <a:pt x="56574" y="6477"/>
                            </a:cubicBezTo>
                            <a:cubicBezTo>
                              <a:pt x="41429" y="14192"/>
                              <a:pt x="21141" y="18574"/>
                              <a:pt x="15235" y="800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62" name="Forme libre : forme 11361">
                        <a:extLst>
                          <a:ext uri="{FF2B5EF4-FFF2-40B4-BE49-F238E27FC236}">
                            <a16:creationId xmlns:a16="http://schemas.microsoft.com/office/drawing/2014/main" id="{A5F33AC6-2899-4174-813A-B8EA8A2E19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13572" y="3088192"/>
                        <a:ext cx="80670" cy="61163"/>
                      </a:xfrm>
                      <a:custGeom>
                        <a:avLst/>
                        <a:gdLst>
                          <a:gd name="connsiteX0" fmla="*/ 79848 w 80670"/>
                          <a:gd name="connsiteY0" fmla="*/ 1813 h 61163"/>
                          <a:gd name="connsiteX1" fmla="*/ 48891 w 80670"/>
                          <a:gd name="connsiteY1" fmla="*/ 45437 h 61163"/>
                          <a:gd name="connsiteX2" fmla="*/ 22602 w 80670"/>
                          <a:gd name="connsiteY2" fmla="*/ 59058 h 61163"/>
                          <a:gd name="connsiteX3" fmla="*/ 504 w 80670"/>
                          <a:gd name="connsiteY3" fmla="*/ 56963 h 61163"/>
                          <a:gd name="connsiteX4" fmla="*/ 12792 w 80670"/>
                          <a:gd name="connsiteY4" fmla="*/ 40484 h 61163"/>
                          <a:gd name="connsiteX5" fmla="*/ 34223 w 80670"/>
                          <a:gd name="connsiteY5" fmla="*/ 25339 h 61163"/>
                          <a:gd name="connsiteX6" fmla="*/ 58607 w 80670"/>
                          <a:gd name="connsiteY6" fmla="*/ 8480 h 61163"/>
                          <a:gd name="connsiteX7" fmla="*/ 79848 w 80670"/>
                          <a:gd name="connsiteY7" fmla="*/ 1813 h 611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0670" h="61163">
                            <a:moveTo>
                              <a:pt x="79848" y="1813"/>
                            </a:moveTo>
                            <a:cubicBezTo>
                              <a:pt x="85468" y="11338"/>
                              <a:pt x="60893" y="36865"/>
                              <a:pt x="48891" y="45437"/>
                            </a:cubicBezTo>
                            <a:cubicBezTo>
                              <a:pt x="43272" y="49914"/>
                              <a:pt x="32794" y="56105"/>
                              <a:pt x="22602" y="59058"/>
                            </a:cubicBezTo>
                            <a:cubicBezTo>
                              <a:pt x="12601" y="62392"/>
                              <a:pt x="2885" y="61820"/>
                              <a:pt x="504" y="56963"/>
                            </a:cubicBezTo>
                            <a:cubicBezTo>
                              <a:pt x="-1972" y="51724"/>
                              <a:pt x="5077" y="46580"/>
                              <a:pt x="12792" y="40484"/>
                            </a:cubicBezTo>
                            <a:cubicBezTo>
                              <a:pt x="20697" y="34769"/>
                              <a:pt x="29937" y="28483"/>
                              <a:pt x="34223" y="25339"/>
                            </a:cubicBezTo>
                            <a:cubicBezTo>
                              <a:pt x="38604" y="22387"/>
                              <a:pt x="49082" y="14767"/>
                              <a:pt x="58607" y="8480"/>
                            </a:cubicBezTo>
                            <a:cubicBezTo>
                              <a:pt x="68322" y="2003"/>
                              <a:pt x="77276" y="-2759"/>
                              <a:pt x="79848" y="181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63" name="Forme libre : forme 11362">
                        <a:extLst>
                          <a:ext uri="{FF2B5EF4-FFF2-40B4-BE49-F238E27FC236}">
                            <a16:creationId xmlns:a16="http://schemas.microsoft.com/office/drawing/2014/main" id="{98473347-78CF-42D3-A440-B6B009AC02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63815" y="3115881"/>
                        <a:ext cx="118825" cy="54498"/>
                      </a:xfrm>
                      <a:custGeom>
                        <a:avLst/>
                        <a:gdLst>
                          <a:gd name="connsiteX0" fmla="*/ 160 w 118825"/>
                          <a:gd name="connsiteY0" fmla="*/ 30989 h 54498"/>
                          <a:gd name="connsiteX1" fmla="*/ 11018 w 118825"/>
                          <a:gd name="connsiteY1" fmla="*/ 44990 h 54498"/>
                          <a:gd name="connsiteX2" fmla="*/ 66740 w 118825"/>
                          <a:gd name="connsiteY2" fmla="*/ 51277 h 54498"/>
                          <a:gd name="connsiteX3" fmla="*/ 111126 w 118825"/>
                          <a:gd name="connsiteY3" fmla="*/ 22035 h 54498"/>
                          <a:gd name="connsiteX4" fmla="*/ 115888 w 118825"/>
                          <a:gd name="connsiteY4" fmla="*/ 413 h 54498"/>
                          <a:gd name="connsiteX5" fmla="*/ 100458 w 118825"/>
                          <a:gd name="connsiteY5" fmla="*/ 5652 h 54498"/>
                          <a:gd name="connsiteX6" fmla="*/ 58738 w 118825"/>
                          <a:gd name="connsiteY6" fmla="*/ 15463 h 54498"/>
                          <a:gd name="connsiteX7" fmla="*/ 21591 w 118825"/>
                          <a:gd name="connsiteY7" fmla="*/ 12796 h 54498"/>
                          <a:gd name="connsiteX8" fmla="*/ 13590 w 118825"/>
                          <a:gd name="connsiteY8" fmla="*/ 15177 h 54498"/>
                          <a:gd name="connsiteX9" fmla="*/ 6256 w 118825"/>
                          <a:gd name="connsiteY9" fmla="*/ 19082 h 54498"/>
                          <a:gd name="connsiteX10" fmla="*/ 160 w 118825"/>
                          <a:gd name="connsiteY10" fmla="*/ 30989 h 544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18825" h="54498">
                            <a:moveTo>
                              <a:pt x="160" y="30989"/>
                            </a:moveTo>
                            <a:cubicBezTo>
                              <a:pt x="1493" y="37656"/>
                              <a:pt x="3589" y="39847"/>
                              <a:pt x="11018" y="44990"/>
                            </a:cubicBezTo>
                            <a:cubicBezTo>
                              <a:pt x="26544" y="54039"/>
                              <a:pt x="44451" y="57658"/>
                              <a:pt x="66740" y="51277"/>
                            </a:cubicBezTo>
                            <a:cubicBezTo>
                              <a:pt x="85314" y="45752"/>
                              <a:pt x="102077" y="33560"/>
                              <a:pt x="111126" y="22035"/>
                            </a:cubicBezTo>
                            <a:cubicBezTo>
                              <a:pt x="117889" y="13272"/>
                              <a:pt x="121889" y="3366"/>
                              <a:pt x="115888" y="413"/>
                            </a:cubicBezTo>
                            <a:cubicBezTo>
                              <a:pt x="112174" y="-1396"/>
                              <a:pt x="106173" y="3175"/>
                              <a:pt x="100458" y="5652"/>
                            </a:cubicBezTo>
                            <a:cubicBezTo>
                              <a:pt x="86647" y="10891"/>
                              <a:pt x="73407" y="16130"/>
                              <a:pt x="58738" y="15463"/>
                            </a:cubicBezTo>
                            <a:cubicBezTo>
                              <a:pt x="46165" y="14796"/>
                              <a:pt x="33498" y="10700"/>
                              <a:pt x="21591" y="12796"/>
                            </a:cubicBezTo>
                            <a:cubicBezTo>
                              <a:pt x="18733" y="12986"/>
                              <a:pt x="16447" y="14320"/>
                              <a:pt x="13590" y="15177"/>
                            </a:cubicBezTo>
                            <a:cubicBezTo>
                              <a:pt x="10828" y="16034"/>
                              <a:pt x="8351" y="17463"/>
                              <a:pt x="6256" y="19082"/>
                            </a:cubicBezTo>
                            <a:cubicBezTo>
                              <a:pt x="1970" y="22321"/>
                              <a:pt x="-697" y="26226"/>
                              <a:pt x="160" y="3098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64" name="Forme libre : forme 11363">
                        <a:extLst>
                          <a:ext uri="{FF2B5EF4-FFF2-40B4-BE49-F238E27FC236}">
                            <a16:creationId xmlns:a16="http://schemas.microsoft.com/office/drawing/2014/main" id="{AC963C5D-DEE2-4D1D-B9B4-2177F93D99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86647" y="3120975"/>
                        <a:ext cx="31374" cy="19048"/>
                      </a:xfrm>
                      <a:custGeom>
                        <a:avLst/>
                        <a:gdLst>
                          <a:gd name="connsiteX0" fmla="*/ 3045 w 31374"/>
                          <a:gd name="connsiteY0" fmla="*/ 13988 h 19048"/>
                          <a:gd name="connsiteX1" fmla="*/ 92 w 31374"/>
                          <a:gd name="connsiteY1" fmla="*/ 16940 h 19048"/>
                          <a:gd name="connsiteX2" fmla="*/ 2855 w 31374"/>
                          <a:gd name="connsiteY2" fmla="*/ 19036 h 19048"/>
                          <a:gd name="connsiteX3" fmla="*/ 9332 w 31374"/>
                          <a:gd name="connsiteY3" fmla="*/ 18274 h 19048"/>
                          <a:gd name="connsiteX4" fmla="*/ 17047 w 31374"/>
                          <a:gd name="connsiteY4" fmla="*/ 15416 h 19048"/>
                          <a:gd name="connsiteX5" fmla="*/ 24191 w 31374"/>
                          <a:gd name="connsiteY5" fmla="*/ 11702 h 19048"/>
                          <a:gd name="connsiteX6" fmla="*/ 28954 w 31374"/>
                          <a:gd name="connsiteY6" fmla="*/ 8082 h 19048"/>
                          <a:gd name="connsiteX7" fmla="*/ 30763 w 31374"/>
                          <a:gd name="connsiteY7" fmla="*/ 938 h 19048"/>
                          <a:gd name="connsiteX8" fmla="*/ 22572 w 31374"/>
                          <a:gd name="connsiteY8" fmla="*/ 1510 h 19048"/>
                          <a:gd name="connsiteX9" fmla="*/ 17523 w 31374"/>
                          <a:gd name="connsiteY9" fmla="*/ 4463 h 19048"/>
                          <a:gd name="connsiteX10" fmla="*/ 12475 w 31374"/>
                          <a:gd name="connsiteY10" fmla="*/ 7511 h 19048"/>
                          <a:gd name="connsiteX11" fmla="*/ 3045 w 31374"/>
                          <a:gd name="connsiteY11" fmla="*/ 13988 h 190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1374" h="19048">
                            <a:moveTo>
                              <a:pt x="3045" y="13988"/>
                            </a:moveTo>
                            <a:cubicBezTo>
                              <a:pt x="1617" y="14940"/>
                              <a:pt x="569" y="15797"/>
                              <a:pt x="92" y="16940"/>
                            </a:cubicBezTo>
                            <a:cubicBezTo>
                              <a:pt x="-384" y="18179"/>
                              <a:pt x="1045" y="19036"/>
                              <a:pt x="2855" y="19036"/>
                            </a:cubicBezTo>
                            <a:cubicBezTo>
                              <a:pt x="4665" y="19131"/>
                              <a:pt x="7332" y="18655"/>
                              <a:pt x="9332" y="18274"/>
                            </a:cubicBezTo>
                            <a:cubicBezTo>
                              <a:pt x="11903" y="17702"/>
                              <a:pt x="14475" y="16369"/>
                              <a:pt x="17047" y="15416"/>
                            </a:cubicBezTo>
                            <a:cubicBezTo>
                              <a:pt x="19619" y="14464"/>
                              <a:pt x="22000" y="13225"/>
                              <a:pt x="24191" y="11702"/>
                            </a:cubicBezTo>
                            <a:cubicBezTo>
                              <a:pt x="26001" y="10558"/>
                              <a:pt x="27715" y="9511"/>
                              <a:pt x="28954" y="8082"/>
                            </a:cubicBezTo>
                            <a:cubicBezTo>
                              <a:pt x="31525" y="5320"/>
                              <a:pt x="31906" y="2272"/>
                              <a:pt x="30763" y="938"/>
                            </a:cubicBezTo>
                            <a:cubicBezTo>
                              <a:pt x="29620" y="-395"/>
                              <a:pt x="26858" y="-395"/>
                              <a:pt x="22572" y="1510"/>
                            </a:cubicBezTo>
                            <a:cubicBezTo>
                              <a:pt x="20952" y="2272"/>
                              <a:pt x="19238" y="3320"/>
                              <a:pt x="17523" y="4463"/>
                            </a:cubicBezTo>
                            <a:cubicBezTo>
                              <a:pt x="15809" y="5320"/>
                              <a:pt x="14190" y="6367"/>
                              <a:pt x="12475" y="7511"/>
                            </a:cubicBezTo>
                            <a:cubicBezTo>
                              <a:pt x="9237" y="10082"/>
                              <a:pt x="5998" y="11892"/>
                              <a:pt x="3045" y="1398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65" name="Forme libre : forme 11364">
                        <a:extLst>
                          <a:ext uri="{FF2B5EF4-FFF2-40B4-BE49-F238E27FC236}">
                            <a16:creationId xmlns:a16="http://schemas.microsoft.com/office/drawing/2014/main" id="{42B71331-3425-492C-8705-2DD258DE00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90753" y="3071336"/>
                        <a:ext cx="25804" cy="63817"/>
                      </a:xfrm>
                      <a:custGeom>
                        <a:avLst/>
                        <a:gdLst>
                          <a:gd name="connsiteX0" fmla="*/ 24860 w 25804"/>
                          <a:gd name="connsiteY0" fmla="*/ 0 h 63817"/>
                          <a:gd name="connsiteX1" fmla="*/ 0 w 25804"/>
                          <a:gd name="connsiteY1" fmla="*/ 63817 h 63817"/>
                          <a:gd name="connsiteX2" fmla="*/ 24860 w 25804"/>
                          <a:gd name="connsiteY2" fmla="*/ 0 h 638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5804" h="63817">
                            <a:moveTo>
                              <a:pt x="24860" y="0"/>
                            </a:moveTo>
                            <a:cubicBezTo>
                              <a:pt x="29908" y="15716"/>
                              <a:pt x="13716" y="45815"/>
                              <a:pt x="0" y="63817"/>
                            </a:cubicBezTo>
                            <a:cubicBezTo>
                              <a:pt x="14668" y="44005"/>
                              <a:pt x="22574" y="18574"/>
                              <a:pt x="2486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66" name="Forme libre : forme 11365">
                        <a:extLst>
                          <a:ext uri="{FF2B5EF4-FFF2-40B4-BE49-F238E27FC236}">
                            <a16:creationId xmlns:a16="http://schemas.microsoft.com/office/drawing/2014/main" id="{C73D383F-A1FE-430B-8F0B-33E3EED7CB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47687" y="3109150"/>
                        <a:ext cx="51149" cy="20478"/>
                      </a:xfrm>
                      <a:custGeom>
                        <a:avLst/>
                        <a:gdLst>
                          <a:gd name="connsiteX0" fmla="*/ 51149 w 51149"/>
                          <a:gd name="connsiteY0" fmla="*/ 0 h 20478"/>
                          <a:gd name="connsiteX1" fmla="*/ 45339 w 51149"/>
                          <a:gd name="connsiteY1" fmla="*/ 2762 h 20478"/>
                          <a:gd name="connsiteX2" fmla="*/ 40100 w 51149"/>
                          <a:gd name="connsiteY2" fmla="*/ 5524 h 20478"/>
                          <a:gd name="connsiteX3" fmla="*/ 35147 w 51149"/>
                          <a:gd name="connsiteY3" fmla="*/ 8287 h 20478"/>
                          <a:gd name="connsiteX4" fmla="*/ 32575 w 51149"/>
                          <a:gd name="connsiteY4" fmla="*/ 9811 h 20478"/>
                          <a:gd name="connsiteX5" fmla="*/ 29146 w 51149"/>
                          <a:gd name="connsiteY5" fmla="*/ 10954 h 20478"/>
                          <a:gd name="connsiteX6" fmla="*/ 22098 w 51149"/>
                          <a:gd name="connsiteY6" fmla="*/ 13621 h 20478"/>
                          <a:gd name="connsiteX7" fmla="*/ 14764 w 51149"/>
                          <a:gd name="connsiteY7" fmla="*/ 15907 h 20478"/>
                          <a:gd name="connsiteX8" fmla="*/ 0 w 51149"/>
                          <a:gd name="connsiteY8" fmla="*/ 20479 h 20478"/>
                          <a:gd name="connsiteX9" fmla="*/ 14573 w 51149"/>
                          <a:gd name="connsiteY9" fmla="*/ 16288 h 20478"/>
                          <a:gd name="connsiteX10" fmla="*/ 22288 w 51149"/>
                          <a:gd name="connsiteY10" fmla="*/ 14478 h 20478"/>
                          <a:gd name="connsiteX11" fmla="*/ 29813 w 51149"/>
                          <a:gd name="connsiteY11" fmla="*/ 12287 h 20478"/>
                          <a:gd name="connsiteX12" fmla="*/ 36004 w 51149"/>
                          <a:gd name="connsiteY12" fmla="*/ 9715 h 20478"/>
                          <a:gd name="connsiteX13" fmla="*/ 38576 w 51149"/>
                          <a:gd name="connsiteY13" fmla="*/ 8477 h 20478"/>
                          <a:gd name="connsiteX14" fmla="*/ 41243 w 51149"/>
                          <a:gd name="connsiteY14" fmla="*/ 6763 h 20478"/>
                          <a:gd name="connsiteX15" fmla="*/ 51149 w 51149"/>
                          <a:gd name="connsiteY15" fmla="*/ 0 h 204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51149" h="20478">
                            <a:moveTo>
                              <a:pt x="51149" y="0"/>
                            </a:moveTo>
                            <a:cubicBezTo>
                              <a:pt x="49149" y="762"/>
                              <a:pt x="47244" y="1619"/>
                              <a:pt x="45339" y="2762"/>
                            </a:cubicBezTo>
                            <a:cubicBezTo>
                              <a:pt x="43434" y="3905"/>
                              <a:pt x="41815" y="4381"/>
                              <a:pt x="40100" y="5524"/>
                            </a:cubicBezTo>
                            <a:cubicBezTo>
                              <a:pt x="38291" y="6763"/>
                              <a:pt x="36862" y="7334"/>
                              <a:pt x="35147" y="8287"/>
                            </a:cubicBezTo>
                            <a:lnTo>
                              <a:pt x="32575" y="9811"/>
                            </a:lnTo>
                            <a:lnTo>
                              <a:pt x="29146" y="10954"/>
                            </a:lnTo>
                            <a:cubicBezTo>
                              <a:pt x="26861" y="11716"/>
                              <a:pt x="24479" y="12668"/>
                              <a:pt x="22098" y="13621"/>
                            </a:cubicBezTo>
                            <a:cubicBezTo>
                              <a:pt x="19717" y="14383"/>
                              <a:pt x="17240" y="15145"/>
                              <a:pt x="14764" y="15907"/>
                            </a:cubicBezTo>
                            <a:cubicBezTo>
                              <a:pt x="9810" y="17716"/>
                              <a:pt x="4858" y="18955"/>
                              <a:pt x="0" y="20479"/>
                            </a:cubicBezTo>
                            <a:cubicBezTo>
                              <a:pt x="4476" y="18859"/>
                              <a:pt x="9430" y="17812"/>
                              <a:pt x="14573" y="16288"/>
                            </a:cubicBezTo>
                            <a:cubicBezTo>
                              <a:pt x="17145" y="15621"/>
                              <a:pt x="19717" y="15049"/>
                              <a:pt x="22288" y="14478"/>
                            </a:cubicBezTo>
                            <a:cubicBezTo>
                              <a:pt x="24860" y="13621"/>
                              <a:pt x="27337" y="12954"/>
                              <a:pt x="29813" y="12287"/>
                            </a:cubicBezTo>
                            <a:cubicBezTo>
                              <a:pt x="32480" y="11811"/>
                              <a:pt x="34194" y="10573"/>
                              <a:pt x="36004" y="9715"/>
                            </a:cubicBezTo>
                            <a:lnTo>
                              <a:pt x="38576" y="8477"/>
                            </a:lnTo>
                            <a:lnTo>
                              <a:pt x="41243" y="6763"/>
                            </a:lnTo>
                            <a:cubicBezTo>
                              <a:pt x="44386" y="4763"/>
                              <a:pt x="48006" y="1905"/>
                              <a:pt x="5114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67" name="Forme libre : forme 11366">
                        <a:extLst>
                          <a:ext uri="{FF2B5EF4-FFF2-40B4-BE49-F238E27FC236}">
                            <a16:creationId xmlns:a16="http://schemas.microsoft.com/office/drawing/2014/main" id="{D05969A5-E82E-47F8-B79D-C8CEE9D6FA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39601" y="3102939"/>
                        <a:ext cx="30019" cy="20084"/>
                      </a:xfrm>
                      <a:custGeom>
                        <a:avLst/>
                        <a:gdLst>
                          <a:gd name="connsiteX0" fmla="*/ 30006 w 30019"/>
                          <a:gd name="connsiteY0" fmla="*/ 1257 h 20084"/>
                          <a:gd name="connsiteX1" fmla="*/ 14671 w 30019"/>
                          <a:gd name="connsiteY1" fmla="*/ 15355 h 20084"/>
                          <a:gd name="connsiteX2" fmla="*/ 5908 w 30019"/>
                          <a:gd name="connsiteY2" fmla="*/ 19450 h 20084"/>
                          <a:gd name="connsiteX3" fmla="*/ 2 w 30019"/>
                          <a:gd name="connsiteY3" fmla="*/ 18212 h 20084"/>
                          <a:gd name="connsiteX4" fmla="*/ 14861 w 30019"/>
                          <a:gd name="connsiteY4" fmla="*/ 6211 h 20084"/>
                          <a:gd name="connsiteX5" fmla="*/ 30006 w 30019"/>
                          <a:gd name="connsiteY5" fmla="*/ 1257 h 200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0019" h="20084">
                            <a:moveTo>
                              <a:pt x="30006" y="1257"/>
                            </a:moveTo>
                            <a:cubicBezTo>
                              <a:pt x="30482" y="5353"/>
                              <a:pt x="18671" y="13354"/>
                              <a:pt x="14671" y="15355"/>
                            </a:cubicBezTo>
                            <a:cubicBezTo>
                              <a:pt x="12766" y="16402"/>
                              <a:pt x="9146" y="18403"/>
                              <a:pt x="5908" y="19450"/>
                            </a:cubicBezTo>
                            <a:cubicBezTo>
                              <a:pt x="2574" y="20403"/>
                              <a:pt x="-93" y="20498"/>
                              <a:pt x="2" y="18212"/>
                            </a:cubicBezTo>
                            <a:cubicBezTo>
                              <a:pt x="288" y="14021"/>
                              <a:pt x="11242" y="8116"/>
                              <a:pt x="14861" y="6211"/>
                            </a:cubicBezTo>
                            <a:cubicBezTo>
                              <a:pt x="18290" y="4210"/>
                              <a:pt x="29530" y="-2838"/>
                              <a:pt x="30006" y="125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68" name="Forme libre : forme 11367">
                        <a:extLst>
                          <a:ext uri="{FF2B5EF4-FFF2-40B4-BE49-F238E27FC236}">
                            <a16:creationId xmlns:a16="http://schemas.microsoft.com/office/drawing/2014/main" id="{F2DBFC3B-A19B-4358-B498-75BBCB357E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5192" y="3099748"/>
                        <a:ext cx="8258" cy="6848"/>
                      </a:xfrm>
                      <a:custGeom>
                        <a:avLst/>
                        <a:gdLst>
                          <a:gd name="connsiteX0" fmla="*/ 7939 w 8258"/>
                          <a:gd name="connsiteY0" fmla="*/ 163 h 6848"/>
                          <a:gd name="connsiteX1" fmla="*/ 5558 w 8258"/>
                          <a:gd name="connsiteY1" fmla="*/ 4449 h 6848"/>
                          <a:gd name="connsiteX2" fmla="*/ 319 w 8258"/>
                          <a:gd name="connsiteY2" fmla="*/ 6640 h 6848"/>
                          <a:gd name="connsiteX3" fmla="*/ 2701 w 8258"/>
                          <a:gd name="connsiteY3" fmla="*/ 2545 h 6848"/>
                          <a:gd name="connsiteX4" fmla="*/ 7939 w 8258"/>
                          <a:gd name="connsiteY4" fmla="*/ 163 h 68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258" h="6848">
                            <a:moveTo>
                              <a:pt x="7939" y="163"/>
                            </a:moveTo>
                            <a:cubicBezTo>
                              <a:pt x="9082" y="925"/>
                              <a:pt x="6892" y="3402"/>
                              <a:pt x="5558" y="4449"/>
                            </a:cubicBezTo>
                            <a:cubicBezTo>
                              <a:pt x="4224" y="5497"/>
                              <a:pt x="1462" y="7497"/>
                              <a:pt x="319" y="6640"/>
                            </a:cubicBezTo>
                            <a:cubicBezTo>
                              <a:pt x="-824" y="5783"/>
                              <a:pt x="1367" y="3592"/>
                              <a:pt x="2701" y="2545"/>
                            </a:cubicBezTo>
                            <a:cubicBezTo>
                              <a:pt x="4130" y="1497"/>
                              <a:pt x="6796" y="-599"/>
                              <a:pt x="7939" y="16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69" name="Forme libre : forme 11368">
                        <a:extLst>
                          <a:ext uri="{FF2B5EF4-FFF2-40B4-BE49-F238E27FC236}">
                            <a16:creationId xmlns:a16="http://schemas.microsoft.com/office/drawing/2014/main" id="{C36AD285-FF8C-4ADD-80F9-63EB899B98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28159" y="3068464"/>
                        <a:ext cx="80190" cy="37852"/>
                      </a:xfrm>
                      <a:custGeom>
                        <a:avLst/>
                        <a:gdLst>
                          <a:gd name="connsiteX0" fmla="*/ 52687 w 80190"/>
                          <a:gd name="connsiteY0" fmla="*/ 4777 h 37852"/>
                          <a:gd name="connsiteX1" fmla="*/ 77833 w 80190"/>
                          <a:gd name="connsiteY1" fmla="*/ 110 h 37852"/>
                          <a:gd name="connsiteX2" fmla="*/ 77833 w 80190"/>
                          <a:gd name="connsiteY2" fmla="*/ 8492 h 37852"/>
                          <a:gd name="connsiteX3" fmla="*/ 68022 w 80190"/>
                          <a:gd name="connsiteY3" fmla="*/ 13635 h 37852"/>
                          <a:gd name="connsiteX4" fmla="*/ 36971 w 80190"/>
                          <a:gd name="connsiteY4" fmla="*/ 24970 h 37852"/>
                          <a:gd name="connsiteX5" fmla="*/ 15635 w 80190"/>
                          <a:gd name="connsiteY5" fmla="*/ 35066 h 37852"/>
                          <a:gd name="connsiteX6" fmla="*/ 14 w 80190"/>
                          <a:gd name="connsiteY6" fmla="*/ 34495 h 37852"/>
                          <a:gd name="connsiteX7" fmla="*/ 12777 w 80190"/>
                          <a:gd name="connsiteY7" fmla="*/ 20303 h 37852"/>
                          <a:gd name="connsiteX8" fmla="*/ 31351 w 80190"/>
                          <a:gd name="connsiteY8" fmla="*/ 9635 h 37852"/>
                          <a:gd name="connsiteX9" fmla="*/ 52687 w 80190"/>
                          <a:gd name="connsiteY9" fmla="*/ 4777 h 37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0190" h="37852">
                            <a:moveTo>
                              <a:pt x="52687" y="4777"/>
                            </a:moveTo>
                            <a:cubicBezTo>
                              <a:pt x="62403" y="1919"/>
                              <a:pt x="69260" y="-557"/>
                              <a:pt x="77833" y="110"/>
                            </a:cubicBezTo>
                            <a:cubicBezTo>
                              <a:pt x="80977" y="395"/>
                              <a:pt x="80977" y="5063"/>
                              <a:pt x="77833" y="8492"/>
                            </a:cubicBezTo>
                            <a:cubicBezTo>
                              <a:pt x="74785" y="11921"/>
                              <a:pt x="71452" y="12778"/>
                              <a:pt x="68022" y="13635"/>
                            </a:cubicBezTo>
                            <a:cubicBezTo>
                              <a:pt x="57545" y="16588"/>
                              <a:pt x="47639" y="20588"/>
                              <a:pt x="36971" y="24970"/>
                            </a:cubicBezTo>
                            <a:cubicBezTo>
                              <a:pt x="33542" y="26113"/>
                              <a:pt x="24303" y="32018"/>
                              <a:pt x="15635" y="35066"/>
                            </a:cubicBezTo>
                            <a:cubicBezTo>
                              <a:pt x="7062" y="38495"/>
                              <a:pt x="-367" y="39257"/>
                              <a:pt x="14" y="34495"/>
                            </a:cubicBezTo>
                            <a:cubicBezTo>
                              <a:pt x="490" y="29923"/>
                              <a:pt x="6015" y="24589"/>
                              <a:pt x="12777" y="20303"/>
                            </a:cubicBezTo>
                            <a:cubicBezTo>
                              <a:pt x="19350" y="15540"/>
                              <a:pt x="27160" y="11635"/>
                              <a:pt x="31351" y="9635"/>
                            </a:cubicBezTo>
                            <a:cubicBezTo>
                              <a:pt x="39924" y="6205"/>
                              <a:pt x="45543" y="6968"/>
                              <a:pt x="52687" y="477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50" name="Graphique 1">
                      <a:extLst>
                        <a:ext uri="{FF2B5EF4-FFF2-40B4-BE49-F238E27FC236}">
                          <a16:creationId xmlns:a16="http://schemas.microsoft.com/office/drawing/2014/main" id="{9F1AB724-EA21-4009-9CF6-C47985B5AF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09413" y="2895801"/>
                      <a:ext cx="137281" cy="170705"/>
                      <a:chOff x="6009413" y="2895801"/>
                      <a:chExt cx="137281" cy="170705"/>
                    </a:xfrm>
                    <a:solidFill>
                      <a:schemeClr val="accent1"/>
                    </a:solidFill>
                  </p:grpSpPr>
                  <p:sp>
                    <p:nvSpPr>
                      <p:cNvPr id="11346" name="Forme libre : forme 11345">
                        <a:extLst>
                          <a:ext uri="{FF2B5EF4-FFF2-40B4-BE49-F238E27FC236}">
                            <a16:creationId xmlns:a16="http://schemas.microsoft.com/office/drawing/2014/main" id="{69EA63D2-54CD-4849-A42E-7D890C520E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09413" y="2895801"/>
                        <a:ext cx="137281" cy="170705"/>
                      </a:xfrm>
                      <a:custGeom>
                        <a:avLst/>
                        <a:gdLst>
                          <a:gd name="connsiteX0" fmla="*/ 121642 w 137281"/>
                          <a:gd name="connsiteY0" fmla="*/ 78380 h 170705"/>
                          <a:gd name="connsiteX1" fmla="*/ 80590 w 137281"/>
                          <a:gd name="connsiteY1" fmla="*/ 136863 h 170705"/>
                          <a:gd name="connsiteX2" fmla="*/ 15248 w 137281"/>
                          <a:gd name="connsiteY2" fmla="*/ 170677 h 170705"/>
                          <a:gd name="connsiteX3" fmla="*/ 8 w 137281"/>
                          <a:gd name="connsiteY3" fmla="*/ 155437 h 170705"/>
                          <a:gd name="connsiteX4" fmla="*/ 21439 w 137281"/>
                          <a:gd name="connsiteY4" fmla="*/ 89905 h 170705"/>
                          <a:gd name="connsiteX5" fmla="*/ 57729 w 137281"/>
                          <a:gd name="connsiteY5" fmla="*/ 38375 h 170705"/>
                          <a:gd name="connsiteX6" fmla="*/ 116594 w 137281"/>
                          <a:gd name="connsiteY6" fmla="*/ 465 h 170705"/>
                          <a:gd name="connsiteX7" fmla="*/ 135454 w 137281"/>
                          <a:gd name="connsiteY7" fmla="*/ 9990 h 170705"/>
                          <a:gd name="connsiteX8" fmla="*/ 121642 w 137281"/>
                          <a:gd name="connsiteY8" fmla="*/ 78380 h 1707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37281" h="170705">
                            <a:moveTo>
                              <a:pt x="121642" y="78380"/>
                            </a:moveTo>
                            <a:cubicBezTo>
                              <a:pt x="113546" y="92191"/>
                              <a:pt x="92496" y="123147"/>
                              <a:pt x="80590" y="136863"/>
                            </a:cubicBezTo>
                            <a:cubicBezTo>
                              <a:pt x="58587" y="162581"/>
                              <a:pt x="38584" y="169058"/>
                              <a:pt x="15248" y="170677"/>
                            </a:cubicBezTo>
                            <a:cubicBezTo>
                              <a:pt x="7247" y="171249"/>
                              <a:pt x="-278" y="163248"/>
                              <a:pt x="8" y="155437"/>
                            </a:cubicBezTo>
                            <a:cubicBezTo>
                              <a:pt x="865" y="132863"/>
                              <a:pt x="5342" y="113622"/>
                              <a:pt x="21439" y="89905"/>
                            </a:cubicBezTo>
                            <a:cubicBezTo>
                              <a:pt x="30203" y="77237"/>
                              <a:pt x="47633" y="52091"/>
                              <a:pt x="57729" y="38375"/>
                            </a:cubicBezTo>
                            <a:cubicBezTo>
                              <a:pt x="76208" y="13515"/>
                              <a:pt x="94686" y="5895"/>
                              <a:pt x="116594" y="465"/>
                            </a:cubicBezTo>
                            <a:cubicBezTo>
                              <a:pt x="124214" y="-1440"/>
                              <a:pt x="134025" y="2656"/>
                              <a:pt x="135454" y="9990"/>
                            </a:cubicBezTo>
                            <a:cubicBezTo>
                              <a:pt x="139645" y="31231"/>
                              <a:pt x="137263" y="51900"/>
                              <a:pt x="121642" y="7838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47" name="Forme libre : forme 11346">
                        <a:extLst>
                          <a:ext uri="{FF2B5EF4-FFF2-40B4-BE49-F238E27FC236}">
                            <a16:creationId xmlns:a16="http://schemas.microsoft.com/office/drawing/2014/main" id="{F3F1EEAD-DF09-445F-96B0-92C9BB1C82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15422" y="2905220"/>
                        <a:ext cx="131093" cy="161201"/>
                      </a:xfrm>
                      <a:custGeom>
                        <a:avLst/>
                        <a:gdLst>
                          <a:gd name="connsiteX0" fmla="*/ 59436 w 131093"/>
                          <a:gd name="connsiteY0" fmla="*/ 102394 h 161201"/>
                          <a:gd name="connsiteX1" fmla="*/ 0 w 131093"/>
                          <a:gd name="connsiteY1" fmla="*/ 158115 h 161201"/>
                          <a:gd name="connsiteX2" fmla="*/ 9049 w 131093"/>
                          <a:gd name="connsiteY2" fmla="*/ 161163 h 161201"/>
                          <a:gd name="connsiteX3" fmla="*/ 20860 w 131093"/>
                          <a:gd name="connsiteY3" fmla="*/ 159829 h 161201"/>
                          <a:gd name="connsiteX4" fmla="*/ 53435 w 131093"/>
                          <a:gd name="connsiteY4" fmla="*/ 146875 h 161201"/>
                          <a:gd name="connsiteX5" fmla="*/ 74390 w 131093"/>
                          <a:gd name="connsiteY5" fmla="*/ 127349 h 161201"/>
                          <a:gd name="connsiteX6" fmla="*/ 81725 w 131093"/>
                          <a:gd name="connsiteY6" fmla="*/ 118205 h 161201"/>
                          <a:gd name="connsiteX7" fmla="*/ 112776 w 131093"/>
                          <a:gd name="connsiteY7" fmla="*/ 73247 h 161201"/>
                          <a:gd name="connsiteX8" fmla="*/ 115443 w 131093"/>
                          <a:gd name="connsiteY8" fmla="*/ 68866 h 161201"/>
                          <a:gd name="connsiteX9" fmla="*/ 127445 w 131093"/>
                          <a:gd name="connsiteY9" fmla="*/ 42577 h 161201"/>
                          <a:gd name="connsiteX10" fmla="*/ 130873 w 131093"/>
                          <a:gd name="connsiteY10" fmla="*/ 10477 h 161201"/>
                          <a:gd name="connsiteX11" fmla="*/ 129445 w 131093"/>
                          <a:gd name="connsiteY11" fmla="*/ 381 h 161201"/>
                          <a:gd name="connsiteX12" fmla="*/ 129350 w 131093"/>
                          <a:gd name="connsiteY12" fmla="*/ 0 h 161201"/>
                          <a:gd name="connsiteX13" fmla="*/ 59436 w 131093"/>
                          <a:gd name="connsiteY13" fmla="*/ 102394 h 1612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31093" h="161201">
                            <a:moveTo>
                              <a:pt x="59436" y="102394"/>
                            </a:moveTo>
                            <a:cubicBezTo>
                              <a:pt x="44005" y="126206"/>
                              <a:pt x="23146" y="149828"/>
                              <a:pt x="0" y="158115"/>
                            </a:cubicBezTo>
                            <a:cubicBezTo>
                              <a:pt x="2572" y="160115"/>
                              <a:pt x="5810" y="161449"/>
                              <a:pt x="9049" y="161163"/>
                            </a:cubicBezTo>
                            <a:cubicBezTo>
                              <a:pt x="13049" y="160877"/>
                              <a:pt x="16955" y="160401"/>
                              <a:pt x="20860" y="159829"/>
                            </a:cubicBezTo>
                            <a:cubicBezTo>
                              <a:pt x="32099" y="158020"/>
                              <a:pt x="42482" y="154114"/>
                              <a:pt x="53435" y="146875"/>
                            </a:cubicBezTo>
                            <a:cubicBezTo>
                              <a:pt x="60198" y="142018"/>
                              <a:pt x="67342" y="135731"/>
                              <a:pt x="74390" y="127349"/>
                            </a:cubicBezTo>
                            <a:cubicBezTo>
                              <a:pt x="76486" y="124777"/>
                              <a:pt x="78963" y="121634"/>
                              <a:pt x="81725" y="118205"/>
                            </a:cubicBezTo>
                            <a:cubicBezTo>
                              <a:pt x="92297" y="104584"/>
                              <a:pt x="105346" y="85154"/>
                              <a:pt x="112776" y="73247"/>
                            </a:cubicBezTo>
                            <a:cubicBezTo>
                              <a:pt x="113729" y="71723"/>
                              <a:pt x="114681" y="70199"/>
                              <a:pt x="115443" y="68866"/>
                            </a:cubicBezTo>
                            <a:cubicBezTo>
                              <a:pt x="120968" y="59436"/>
                              <a:pt x="124873" y="50863"/>
                              <a:pt x="127445" y="42577"/>
                            </a:cubicBezTo>
                            <a:cubicBezTo>
                              <a:pt x="130778" y="31242"/>
                              <a:pt x="131540" y="20860"/>
                              <a:pt x="130873" y="10477"/>
                            </a:cubicBezTo>
                            <a:cubicBezTo>
                              <a:pt x="130588" y="7144"/>
                              <a:pt x="130112" y="3715"/>
                              <a:pt x="129445" y="381"/>
                            </a:cubicBezTo>
                            <a:lnTo>
                              <a:pt x="129350" y="0"/>
                            </a:lnTo>
                            <a:cubicBezTo>
                              <a:pt x="105251" y="33338"/>
                              <a:pt x="81725" y="68104"/>
                              <a:pt x="59436" y="10239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48" name="Forme libre : forme 11347">
                        <a:extLst>
                          <a:ext uri="{FF2B5EF4-FFF2-40B4-BE49-F238E27FC236}">
                            <a16:creationId xmlns:a16="http://schemas.microsoft.com/office/drawing/2014/main" id="{61F4E091-BED7-44A3-9F54-17359D5E5F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59479" y="2930289"/>
                        <a:ext cx="59830" cy="79551"/>
                      </a:xfrm>
                      <a:custGeom>
                        <a:avLst/>
                        <a:gdLst>
                          <a:gd name="connsiteX0" fmla="*/ 57671 w 59830"/>
                          <a:gd name="connsiteY0" fmla="*/ 648 h 79551"/>
                          <a:gd name="connsiteX1" fmla="*/ 40050 w 59830"/>
                          <a:gd name="connsiteY1" fmla="*/ 48654 h 79551"/>
                          <a:gd name="connsiteX2" fmla="*/ 22047 w 59830"/>
                          <a:gd name="connsiteY2" fmla="*/ 70085 h 79551"/>
                          <a:gd name="connsiteX3" fmla="*/ 2330 w 59830"/>
                          <a:gd name="connsiteY3" fmla="*/ 78563 h 79551"/>
                          <a:gd name="connsiteX4" fmla="*/ 4998 w 59830"/>
                          <a:gd name="connsiteY4" fmla="*/ 58084 h 79551"/>
                          <a:gd name="connsiteX5" fmla="*/ 19285 w 59830"/>
                          <a:gd name="connsiteY5" fmla="*/ 35033 h 79551"/>
                          <a:gd name="connsiteX6" fmla="*/ 57671 w 59830"/>
                          <a:gd name="connsiteY6" fmla="*/ 648 h 795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9830" h="79551">
                            <a:moveTo>
                              <a:pt x="57671" y="648"/>
                            </a:moveTo>
                            <a:cubicBezTo>
                              <a:pt x="66243" y="6077"/>
                              <a:pt x="47003" y="38176"/>
                              <a:pt x="40050" y="48654"/>
                            </a:cubicBezTo>
                            <a:cubicBezTo>
                              <a:pt x="36525" y="53893"/>
                              <a:pt x="29382" y="63037"/>
                              <a:pt x="22047" y="70085"/>
                            </a:cubicBezTo>
                            <a:cubicBezTo>
                              <a:pt x="14523" y="76943"/>
                              <a:pt x="6807" y="81706"/>
                              <a:pt x="2330" y="78563"/>
                            </a:cubicBezTo>
                            <a:cubicBezTo>
                              <a:pt x="-2146" y="75419"/>
                              <a:pt x="425" y="66847"/>
                              <a:pt x="4998" y="58084"/>
                            </a:cubicBezTo>
                            <a:cubicBezTo>
                              <a:pt x="9379" y="49130"/>
                              <a:pt x="15856" y="39796"/>
                              <a:pt x="19285" y="35033"/>
                            </a:cubicBezTo>
                            <a:cubicBezTo>
                              <a:pt x="26238" y="25413"/>
                              <a:pt x="49003" y="-4781"/>
                              <a:pt x="57671" y="64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49" name="Forme libre : forme 11348">
                        <a:extLst>
                          <a:ext uri="{FF2B5EF4-FFF2-40B4-BE49-F238E27FC236}">
                            <a16:creationId xmlns:a16="http://schemas.microsoft.com/office/drawing/2014/main" id="{86D8EB04-B813-4AD6-B9A7-9F6E8C3DF0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59034" y="2960846"/>
                        <a:ext cx="50781" cy="48836"/>
                      </a:xfrm>
                      <a:custGeom>
                        <a:avLst/>
                        <a:gdLst>
                          <a:gd name="connsiteX0" fmla="*/ 6585 w 50781"/>
                          <a:gd name="connsiteY0" fmla="*/ 26003 h 48836"/>
                          <a:gd name="connsiteX1" fmla="*/ 2489 w 50781"/>
                          <a:gd name="connsiteY1" fmla="*/ 48387 h 48836"/>
                          <a:gd name="connsiteX2" fmla="*/ 22396 w 50781"/>
                          <a:gd name="connsiteY2" fmla="*/ 39529 h 48836"/>
                          <a:gd name="connsiteX3" fmla="*/ 40779 w 50781"/>
                          <a:gd name="connsiteY3" fmla="*/ 17716 h 48836"/>
                          <a:gd name="connsiteX4" fmla="*/ 50781 w 50781"/>
                          <a:gd name="connsiteY4" fmla="*/ 0 h 48836"/>
                          <a:gd name="connsiteX5" fmla="*/ 44113 w 50781"/>
                          <a:gd name="connsiteY5" fmla="*/ 8572 h 48836"/>
                          <a:gd name="connsiteX6" fmla="*/ 6585 w 50781"/>
                          <a:gd name="connsiteY6" fmla="*/ 26003 h 488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0781" h="48836">
                            <a:moveTo>
                              <a:pt x="6585" y="26003"/>
                            </a:moveTo>
                            <a:cubicBezTo>
                              <a:pt x="4680" y="31909"/>
                              <a:pt x="-4274" y="46006"/>
                              <a:pt x="2489" y="48387"/>
                            </a:cubicBezTo>
                            <a:cubicBezTo>
                              <a:pt x="7919" y="50292"/>
                              <a:pt x="15252" y="45911"/>
                              <a:pt x="22396" y="39529"/>
                            </a:cubicBezTo>
                            <a:cubicBezTo>
                              <a:pt x="29350" y="32956"/>
                              <a:pt x="36208" y="24289"/>
                              <a:pt x="40779" y="17716"/>
                            </a:cubicBezTo>
                            <a:cubicBezTo>
                              <a:pt x="43447" y="13906"/>
                              <a:pt x="48590" y="4858"/>
                              <a:pt x="50781" y="0"/>
                            </a:cubicBezTo>
                            <a:cubicBezTo>
                              <a:pt x="48971" y="2476"/>
                              <a:pt x="46209" y="6572"/>
                              <a:pt x="44113" y="8572"/>
                            </a:cubicBezTo>
                            <a:cubicBezTo>
                              <a:pt x="32303" y="19812"/>
                              <a:pt x="16777" y="32385"/>
                              <a:pt x="6585" y="26003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50" name="Forme libre : forme 11349">
                        <a:extLst>
                          <a:ext uri="{FF2B5EF4-FFF2-40B4-BE49-F238E27FC236}">
                            <a16:creationId xmlns:a16="http://schemas.microsoft.com/office/drawing/2014/main" id="{6C2B94A6-3168-468F-A937-438A31DBF5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64441" y="2926817"/>
                        <a:ext cx="59177" cy="80601"/>
                      </a:xfrm>
                      <a:custGeom>
                        <a:avLst/>
                        <a:gdLst>
                          <a:gd name="connsiteX0" fmla="*/ 57661 w 59177"/>
                          <a:gd name="connsiteY0" fmla="*/ 1263 h 80601"/>
                          <a:gd name="connsiteX1" fmla="*/ 40040 w 59177"/>
                          <a:gd name="connsiteY1" fmla="*/ 50126 h 80601"/>
                          <a:gd name="connsiteX2" fmla="*/ 2512 w 59177"/>
                          <a:gd name="connsiteY2" fmla="*/ 79653 h 80601"/>
                          <a:gd name="connsiteX3" fmla="*/ 19371 w 59177"/>
                          <a:gd name="connsiteY3" fmla="*/ 36124 h 80601"/>
                          <a:gd name="connsiteX4" fmla="*/ 57661 w 59177"/>
                          <a:gd name="connsiteY4" fmla="*/ 1263 h 8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177" h="80601">
                            <a:moveTo>
                              <a:pt x="57661" y="1263"/>
                            </a:moveTo>
                            <a:cubicBezTo>
                              <a:pt x="64329" y="9359"/>
                              <a:pt x="47279" y="38600"/>
                              <a:pt x="40040" y="50126"/>
                            </a:cubicBezTo>
                            <a:cubicBezTo>
                              <a:pt x="32801" y="61651"/>
                              <a:pt x="12322" y="85654"/>
                              <a:pt x="2512" y="79653"/>
                            </a:cubicBezTo>
                            <a:cubicBezTo>
                              <a:pt x="-7013" y="73938"/>
                              <a:pt x="13180" y="45268"/>
                              <a:pt x="19371" y="36124"/>
                            </a:cubicBezTo>
                            <a:cubicBezTo>
                              <a:pt x="25658" y="27075"/>
                              <a:pt x="50994" y="-6929"/>
                              <a:pt x="57661" y="126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51" name="Forme libre : forme 11350">
                        <a:extLst>
                          <a:ext uri="{FF2B5EF4-FFF2-40B4-BE49-F238E27FC236}">
                            <a16:creationId xmlns:a16="http://schemas.microsoft.com/office/drawing/2014/main" id="{1E7A5291-2077-40F6-9585-456B636254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27174" y="2956094"/>
                        <a:ext cx="92612" cy="89055"/>
                      </a:xfrm>
                      <a:custGeom>
                        <a:avLst/>
                        <a:gdLst>
                          <a:gd name="connsiteX0" fmla="*/ 7394 w 92612"/>
                          <a:gd name="connsiteY0" fmla="*/ 87809 h 89055"/>
                          <a:gd name="connsiteX1" fmla="*/ 24634 w 92612"/>
                          <a:gd name="connsiteY1" fmla="*/ 86285 h 89055"/>
                          <a:gd name="connsiteX2" fmla="*/ 65020 w 92612"/>
                          <a:gd name="connsiteY2" fmla="*/ 61044 h 89055"/>
                          <a:gd name="connsiteX3" fmla="*/ 90166 w 92612"/>
                          <a:gd name="connsiteY3" fmla="*/ 21229 h 89055"/>
                          <a:gd name="connsiteX4" fmla="*/ 87880 w 92612"/>
                          <a:gd name="connsiteY4" fmla="*/ 84 h 89055"/>
                          <a:gd name="connsiteX5" fmla="*/ 74831 w 92612"/>
                          <a:gd name="connsiteY5" fmla="*/ 9037 h 89055"/>
                          <a:gd name="connsiteX6" fmla="*/ 40160 w 92612"/>
                          <a:gd name="connsiteY6" fmla="*/ 34184 h 89055"/>
                          <a:gd name="connsiteX7" fmla="*/ 5489 w 92612"/>
                          <a:gd name="connsiteY7" fmla="*/ 58186 h 89055"/>
                          <a:gd name="connsiteX8" fmla="*/ 7394 w 92612"/>
                          <a:gd name="connsiteY8" fmla="*/ 87809 h 890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612" h="89055">
                            <a:moveTo>
                              <a:pt x="7394" y="87809"/>
                            </a:moveTo>
                            <a:cubicBezTo>
                              <a:pt x="13776" y="89905"/>
                              <a:pt x="16824" y="89333"/>
                              <a:pt x="24634" y="86285"/>
                            </a:cubicBezTo>
                            <a:cubicBezTo>
                              <a:pt x="39208" y="80285"/>
                              <a:pt x="51495" y="74951"/>
                              <a:pt x="65020" y="61044"/>
                            </a:cubicBezTo>
                            <a:cubicBezTo>
                              <a:pt x="76355" y="49424"/>
                              <a:pt x="85975" y="33707"/>
                              <a:pt x="90166" y="21229"/>
                            </a:cubicBezTo>
                            <a:cubicBezTo>
                              <a:pt x="93310" y="11704"/>
                              <a:pt x="94262" y="1418"/>
                              <a:pt x="87880" y="84"/>
                            </a:cubicBezTo>
                            <a:cubicBezTo>
                              <a:pt x="83880" y="-773"/>
                              <a:pt x="79498" y="5132"/>
                              <a:pt x="74831" y="9037"/>
                            </a:cubicBezTo>
                            <a:cubicBezTo>
                              <a:pt x="63782" y="18182"/>
                              <a:pt x="53400" y="27421"/>
                              <a:pt x="40160" y="34184"/>
                            </a:cubicBezTo>
                            <a:cubicBezTo>
                              <a:pt x="28635" y="39803"/>
                              <a:pt x="14538" y="44185"/>
                              <a:pt x="5489" y="58186"/>
                            </a:cubicBezTo>
                            <a:cubicBezTo>
                              <a:pt x="-2607" y="70855"/>
                              <a:pt x="-1560" y="84761"/>
                              <a:pt x="7394" y="8780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52" name="Forme libre : forme 11351">
                        <a:extLst>
                          <a:ext uri="{FF2B5EF4-FFF2-40B4-BE49-F238E27FC236}">
                            <a16:creationId xmlns:a16="http://schemas.microsoft.com/office/drawing/2014/main" id="{AE3BC6FD-826F-402D-82FB-20056B0A6C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40442" y="2984421"/>
                        <a:ext cx="19916" cy="35276"/>
                      </a:xfrm>
                      <a:custGeom>
                        <a:avLst/>
                        <a:gdLst>
                          <a:gd name="connsiteX0" fmla="*/ 507 w 19916"/>
                          <a:gd name="connsiteY0" fmla="*/ 30241 h 35276"/>
                          <a:gd name="connsiteX1" fmla="*/ 317 w 19916"/>
                          <a:gd name="connsiteY1" fmla="*/ 34622 h 35276"/>
                          <a:gd name="connsiteX2" fmla="*/ 3937 w 19916"/>
                          <a:gd name="connsiteY2" fmla="*/ 33860 h 35276"/>
                          <a:gd name="connsiteX3" fmla="*/ 8413 w 19916"/>
                          <a:gd name="connsiteY3" fmla="*/ 28431 h 35276"/>
                          <a:gd name="connsiteX4" fmla="*/ 17176 w 19916"/>
                          <a:gd name="connsiteY4" fmla="*/ 13381 h 35276"/>
                          <a:gd name="connsiteX5" fmla="*/ 19557 w 19916"/>
                          <a:gd name="connsiteY5" fmla="*/ 7571 h 35276"/>
                          <a:gd name="connsiteX6" fmla="*/ 10604 w 19916"/>
                          <a:gd name="connsiteY6" fmla="*/ 5571 h 35276"/>
                          <a:gd name="connsiteX7" fmla="*/ 507 w 19916"/>
                          <a:gd name="connsiteY7" fmla="*/ 30241 h 352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9916" h="35276">
                            <a:moveTo>
                              <a:pt x="507" y="30241"/>
                            </a:moveTo>
                            <a:cubicBezTo>
                              <a:pt x="31" y="32146"/>
                              <a:pt x="-254" y="33479"/>
                              <a:pt x="317" y="34622"/>
                            </a:cubicBezTo>
                            <a:cubicBezTo>
                              <a:pt x="889" y="35860"/>
                              <a:pt x="2508" y="35194"/>
                              <a:pt x="3937" y="33860"/>
                            </a:cubicBezTo>
                            <a:cubicBezTo>
                              <a:pt x="5460" y="32622"/>
                              <a:pt x="7175" y="30241"/>
                              <a:pt x="8413" y="28431"/>
                            </a:cubicBezTo>
                            <a:cubicBezTo>
                              <a:pt x="11652" y="23668"/>
                              <a:pt x="14699" y="18334"/>
                              <a:pt x="17176" y="13381"/>
                            </a:cubicBezTo>
                            <a:cubicBezTo>
                              <a:pt x="18129" y="11286"/>
                              <a:pt x="19176" y="9476"/>
                              <a:pt x="19557" y="7571"/>
                            </a:cubicBezTo>
                            <a:cubicBezTo>
                              <a:pt x="21272" y="-430"/>
                              <a:pt x="16605" y="-3573"/>
                              <a:pt x="10604" y="5571"/>
                            </a:cubicBezTo>
                            <a:cubicBezTo>
                              <a:pt x="5841" y="12619"/>
                              <a:pt x="2508" y="22716"/>
                              <a:pt x="507" y="3024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53" name="Forme libre : forme 11352">
                        <a:extLst>
                          <a:ext uri="{FF2B5EF4-FFF2-40B4-BE49-F238E27FC236}">
                            <a16:creationId xmlns:a16="http://schemas.microsoft.com/office/drawing/2014/main" id="{32FEEE4A-0451-48CB-A236-BC9DD153A0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30865" y="2906458"/>
                        <a:ext cx="12321" cy="64865"/>
                      </a:xfrm>
                      <a:custGeom>
                        <a:avLst/>
                        <a:gdLst>
                          <a:gd name="connsiteX0" fmla="*/ 10096 w 12321"/>
                          <a:gd name="connsiteY0" fmla="*/ 0 h 64865"/>
                          <a:gd name="connsiteX1" fmla="*/ 0 w 12321"/>
                          <a:gd name="connsiteY1" fmla="*/ 64865 h 64865"/>
                          <a:gd name="connsiteX2" fmla="*/ 10096 w 12321"/>
                          <a:gd name="connsiteY2" fmla="*/ 0 h 648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2321" h="64865">
                            <a:moveTo>
                              <a:pt x="10096" y="0"/>
                            </a:moveTo>
                            <a:cubicBezTo>
                              <a:pt x="16859" y="14954"/>
                              <a:pt x="6668" y="45720"/>
                              <a:pt x="0" y="64865"/>
                            </a:cubicBezTo>
                            <a:cubicBezTo>
                              <a:pt x="7334" y="44005"/>
                              <a:pt x="10192" y="18574"/>
                              <a:pt x="1009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54" name="Forme libre : forme 11353">
                        <a:extLst>
                          <a:ext uri="{FF2B5EF4-FFF2-40B4-BE49-F238E27FC236}">
                            <a16:creationId xmlns:a16="http://schemas.microsoft.com/office/drawing/2014/main" id="{FFE01FD7-363A-43DE-B4ED-61893B450D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11707" y="2985325"/>
                        <a:ext cx="22384" cy="66198"/>
                      </a:xfrm>
                      <a:custGeom>
                        <a:avLst/>
                        <a:gdLst>
                          <a:gd name="connsiteX0" fmla="*/ 22384 w 22384"/>
                          <a:gd name="connsiteY0" fmla="*/ 0 h 66198"/>
                          <a:gd name="connsiteX1" fmla="*/ 0 w 22384"/>
                          <a:gd name="connsiteY1" fmla="*/ 66199 h 66198"/>
                          <a:gd name="connsiteX2" fmla="*/ 22384 w 22384"/>
                          <a:gd name="connsiteY2" fmla="*/ 0 h 66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2384" h="66198">
                            <a:moveTo>
                              <a:pt x="22384" y="0"/>
                            </a:moveTo>
                            <a:cubicBezTo>
                              <a:pt x="8382" y="21241"/>
                              <a:pt x="2858" y="45529"/>
                              <a:pt x="0" y="66199"/>
                            </a:cubicBezTo>
                            <a:cubicBezTo>
                              <a:pt x="1810" y="46863"/>
                              <a:pt x="13145" y="20098"/>
                              <a:pt x="2238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55" name="Forme libre : forme 11354">
                        <a:extLst>
                          <a:ext uri="{FF2B5EF4-FFF2-40B4-BE49-F238E27FC236}">
                            <a16:creationId xmlns:a16="http://schemas.microsoft.com/office/drawing/2014/main" id="{7A2FF876-BC98-4AB0-A9EA-5E6ED98408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78684" y="2946346"/>
                        <a:ext cx="23699" cy="28203"/>
                      </a:xfrm>
                      <a:custGeom>
                        <a:avLst/>
                        <a:gdLst>
                          <a:gd name="connsiteX0" fmla="*/ 23511 w 23699"/>
                          <a:gd name="connsiteY0" fmla="*/ 879 h 28203"/>
                          <a:gd name="connsiteX1" fmla="*/ 13034 w 23699"/>
                          <a:gd name="connsiteY1" fmla="*/ 18977 h 28203"/>
                          <a:gd name="connsiteX2" fmla="*/ 175 w 23699"/>
                          <a:gd name="connsiteY2" fmla="*/ 27073 h 28203"/>
                          <a:gd name="connsiteX3" fmla="*/ 10176 w 23699"/>
                          <a:gd name="connsiteY3" fmla="*/ 10213 h 28203"/>
                          <a:gd name="connsiteX4" fmla="*/ 23511 w 23699"/>
                          <a:gd name="connsiteY4" fmla="*/ 879 h 282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699" h="28203">
                            <a:moveTo>
                              <a:pt x="23511" y="879"/>
                            </a:moveTo>
                            <a:cubicBezTo>
                              <a:pt x="25131" y="4784"/>
                              <a:pt x="15891" y="15643"/>
                              <a:pt x="13034" y="18977"/>
                            </a:cubicBezTo>
                            <a:cubicBezTo>
                              <a:pt x="10176" y="22310"/>
                              <a:pt x="1699" y="31359"/>
                              <a:pt x="175" y="27073"/>
                            </a:cubicBezTo>
                            <a:cubicBezTo>
                              <a:pt x="-1349" y="22977"/>
                              <a:pt x="7509" y="13262"/>
                              <a:pt x="10176" y="10213"/>
                            </a:cubicBezTo>
                            <a:cubicBezTo>
                              <a:pt x="12938" y="7165"/>
                              <a:pt x="21892" y="-3026"/>
                              <a:pt x="23511" y="87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56" name="Forme libre : forme 11355">
                        <a:extLst>
                          <a:ext uri="{FF2B5EF4-FFF2-40B4-BE49-F238E27FC236}">
                            <a16:creationId xmlns:a16="http://schemas.microsoft.com/office/drawing/2014/main" id="{BBC75B01-CD38-4948-AB3B-2A045C8742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8338" y="2942122"/>
                        <a:ext cx="6648" cy="8420"/>
                      </a:xfrm>
                      <a:custGeom>
                        <a:avLst/>
                        <a:gdLst>
                          <a:gd name="connsiteX0" fmla="*/ 6143 w 6648"/>
                          <a:gd name="connsiteY0" fmla="*/ 55 h 8420"/>
                          <a:gd name="connsiteX1" fmla="*/ 4905 w 6648"/>
                          <a:gd name="connsiteY1" fmla="*/ 4817 h 8420"/>
                          <a:gd name="connsiteX2" fmla="*/ 523 w 6648"/>
                          <a:gd name="connsiteY2" fmla="*/ 8341 h 8420"/>
                          <a:gd name="connsiteX3" fmla="*/ 1666 w 6648"/>
                          <a:gd name="connsiteY3" fmla="*/ 3674 h 8420"/>
                          <a:gd name="connsiteX4" fmla="*/ 6143 w 6648"/>
                          <a:gd name="connsiteY4" fmla="*/ 5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648" h="8420">
                            <a:moveTo>
                              <a:pt x="6143" y="55"/>
                            </a:moveTo>
                            <a:cubicBezTo>
                              <a:pt x="7476" y="531"/>
                              <a:pt x="5857" y="3388"/>
                              <a:pt x="4905" y="4817"/>
                            </a:cubicBezTo>
                            <a:cubicBezTo>
                              <a:pt x="3952" y="6246"/>
                              <a:pt x="1857" y="8913"/>
                              <a:pt x="523" y="8341"/>
                            </a:cubicBezTo>
                            <a:cubicBezTo>
                              <a:pt x="-810" y="7770"/>
                              <a:pt x="714" y="5103"/>
                              <a:pt x="1666" y="3674"/>
                            </a:cubicBezTo>
                            <a:cubicBezTo>
                              <a:pt x="2619" y="2340"/>
                              <a:pt x="4810" y="-422"/>
                              <a:pt x="6143" y="5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57" name="Forme libre : forme 11356">
                        <a:extLst>
                          <a:ext uri="{FF2B5EF4-FFF2-40B4-BE49-F238E27FC236}">
                            <a16:creationId xmlns:a16="http://schemas.microsoft.com/office/drawing/2014/main" id="{342DF173-E04B-4F54-8940-615CC1E439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61100" y="2905024"/>
                        <a:ext cx="72831" cy="58116"/>
                      </a:xfrm>
                      <a:custGeom>
                        <a:avLst/>
                        <a:gdLst>
                          <a:gd name="connsiteX0" fmla="*/ 45667 w 72831"/>
                          <a:gd name="connsiteY0" fmla="*/ 8959 h 58116"/>
                          <a:gd name="connsiteX1" fmla="*/ 70051 w 72831"/>
                          <a:gd name="connsiteY1" fmla="*/ 6 h 58116"/>
                          <a:gd name="connsiteX2" fmla="*/ 71289 w 72831"/>
                          <a:gd name="connsiteY2" fmla="*/ 8292 h 58116"/>
                          <a:gd name="connsiteX3" fmla="*/ 62431 w 72831"/>
                          <a:gd name="connsiteY3" fmla="*/ 14865 h 58116"/>
                          <a:gd name="connsiteX4" fmla="*/ 33951 w 72831"/>
                          <a:gd name="connsiteY4" fmla="*/ 32867 h 58116"/>
                          <a:gd name="connsiteX5" fmla="*/ 233 w 72831"/>
                          <a:gd name="connsiteY5" fmla="*/ 56013 h 58116"/>
                          <a:gd name="connsiteX6" fmla="*/ 25093 w 72831"/>
                          <a:gd name="connsiteY6" fmla="*/ 19151 h 58116"/>
                          <a:gd name="connsiteX7" fmla="*/ 45667 w 72831"/>
                          <a:gd name="connsiteY7" fmla="*/ 8959 h 58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2831" h="58116">
                            <a:moveTo>
                              <a:pt x="45667" y="8959"/>
                            </a:moveTo>
                            <a:cubicBezTo>
                              <a:pt x="54811" y="4102"/>
                              <a:pt x="61478" y="482"/>
                              <a:pt x="70051" y="6"/>
                            </a:cubicBezTo>
                            <a:cubicBezTo>
                              <a:pt x="73194" y="-185"/>
                              <a:pt x="73766" y="4482"/>
                              <a:pt x="71289" y="8292"/>
                            </a:cubicBezTo>
                            <a:cubicBezTo>
                              <a:pt x="68717" y="12103"/>
                              <a:pt x="65669" y="13436"/>
                              <a:pt x="62431" y="14865"/>
                            </a:cubicBezTo>
                            <a:cubicBezTo>
                              <a:pt x="52525" y="19532"/>
                              <a:pt x="43667" y="25723"/>
                              <a:pt x="33951" y="32867"/>
                            </a:cubicBezTo>
                            <a:cubicBezTo>
                              <a:pt x="27950" y="37344"/>
                              <a:pt x="2709" y="66014"/>
                              <a:pt x="233" y="56013"/>
                            </a:cubicBezTo>
                            <a:cubicBezTo>
                              <a:pt x="-2339" y="46392"/>
                              <a:pt x="17092" y="25152"/>
                              <a:pt x="25093" y="19151"/>
                            </a:cubicBezTo>
                            <a:cubicBezTo>
                              <a:pt x="32999" y="13150"/>
                              <a:pt x="38809" y="12579"/>
                              <a:pt x="45667" y="895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51" name="Graphique 1">
                      <a:extLst>
                        <a:ext uri="{FF2B5EF4-FFF2-40B4-BE49-F238E27FC236}">
                          <a16:creationId xmlns:a16="http://schemas.microsoft.com/office/drawing/2014/main" id="{A3555EC8-3799-48B8-999C-292636ADB3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372" y="2735320"/>
                      <a:ext cx="143215" cy="165588"/>
                      <a:chOff x="6132372" y="2735320"/>
                      <a:chExt cx="143215" cy="165588"/>
                    </a:xfrm>
                    <a:solidFill>
                      <a:schemeClr val="accent1"/>
                    </a:solidFill>
                  </p:grpSpPr>
                  <p:sp>
                    <p:nvSpPr>
                      <p:cNvPr id="11334" name="Forme libre : forme 11333">
                        <a:extLst>
                          <a:ext uri="{FF2B5EF4-FFF2-40B4-BE49-F238E27FC236}">
                            <a16:creationId xmlns:a16="http://schemas.microsoft.com/office/drawing/2014/main" id="{C94D067C-BF3A-4A8B-BE66-8CC1EBF521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32372" y="2735320"/>
                        <a:ext cx="143215" cy="165588"/>
                      </a:xfrm>
                      <a:custGeom>
                        <a:avLst/>
                        <a:gdLst>
                          <a:gd name="connsiteX0" fmla="*/ 121366 w 143215"/>
                          <a:gd name="connsiteY0" fmla="*/ 77508 h 165588"/>
                          <a:gd name="connsiteX1" fmla="*/ 78980 w 143215"/>
                          <a:gd name="connsiteY1" fmla="*/ 130657 h 165588"/>
                          <a:gd name="connsiteX2" fmla="*/ 16972 w 143215"/>
                          <a:gd name="connsiteY2" fmla="*/ 165423 h 165588"/>
                          <a:gd name="connsiteX3" fmla="*/ 208 w 143215"/>
                          <a:gd name="connsiteY3" fmla="*/ 151898 h 165588"/>
                          <a:gd name="connsiteX4" fmla="*/ 20401 w 143215"/>
                          <a:gd name="connsiteY4" fmla="*/ 83127 h 165588"/>
                          <a:gd name="connsiteX5" fmla="*/ 61930 w 143215"/>
                          <a:gd name="connsiteY5" fmla="*/ 31311 h 165588"/>
                          <a:gd name="connsiteX6" fmla="*/ 125938 w 143215"/>
                          <a:gd name="connsiteY6" fmla="*/ 69 h 165588"/>
                          <a:gd name="connsiteX7" fmla="*/ 143083 w 143215"/>
                          <a:gd name="connsiteY7" fmla="*/ 12357 h 165588"/>
                          <a:gd name="connsiteX8" fmla="*/ 121366 w 143215"/>
                          <a:gd name="connsiteY8" fmla="*/ 77508 h 1655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3215" h="165588">
                            <a:moveTo>
                              <a:pt x="121366" y="77508"/>
                            </a:moveTo>
                            <a:cubicBezTo>
                              <a:pt x="111841" y="90271"/>
                              <a:pt x="90028" y="117798"/>
                              <a:pt x="78980" y="130657"/>
                            </a:cubicBezTo>
                            <a:cubicBezTo>
                              <a:pt x="58215" y="154660"/>
                              <a:pt x="39927" y="161613"/>
                              <a:pt x="16972" y="165423"/>
                            </a:cubicBezTo>
                            <a:cubicBezTo>
                              <a:pt x="9066" y="166757"/>
                              <a:pt x="589" y="159804"/>
                              <a:pt x="208" y="151898"/>
                            </a:cubicBezTo>
                            <a:cubicBezTo>
                              <a:pt x="-1031" y="129038"/>
                              <a:pt x="2970" y="108368"/>
                              <a:pt x="20401" y="83127"/>
                            </a:cubicBezTo>
                            <a:cubicBezTo>
                              <a:pt x="29735" y="69697"/>
                              <a:pt x="50214" y="43884"/>
                              <a:pt x="61930" y="31311"/>
                            </a:cubicBezTo>
                            <a:cubicBezTo>
                              <a:pt x="83457" y="7784"/>
                              <a:pt x="103268" y="2165"/>
                              <a:pt x="125938" y="69"/>
                            </a:cubicBezTo>
                            <a:cubicBezTo>
                              <a:pt x="133748" y="-693"/>
                              <a:pt x="142892" y="4927"/>
                              <a:pt x="143083" y="12357"/>
                            </a:cubicBezTo>
                            <a:cubicBezTo>
                              <a:pt x="144131" y="33978"/>
                              <a:pt x="139178" y="53409"/>
                              <a:pt x="121366" y="7750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35" name="Forme libre : forme 11334">
                        <a:extLst>
                          <a:ext uri="{FF2B5EF4-FFF2-40B4-BE49-F238E27FC236}">
                            <a16:creationId xmlns:a16="http://schemas.microsoft.com/office/drawing/2014/main" id="{108024E7-EEAA-431C-85F3-527C79B13D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39723" y="2747105"/>
                        <a:ext cx="135588" cy="153709"/>
                      </a:xfrm>
                      <a:custGeom>
                        <a:avLst/>
                        <a:gdLst>
                          <a:gd name="connsiteX0" fmla="*/ 56769 w 135588"/>
                          <a:gd name="connsiteY0" fmla="*/ 93916 h 153709"/>
                          <a:gd name="connsiteX1" fmla="*/ 0 w 135588"/>
                          <a:gd name="connsiteY1" fmla="*/ 151447 h 153709"/>
                          <a:gd name="connsiteX2" fmla="*/ 9335 w 135588"/>
                          <a:gd name="connsiteY2" fmla="*/ 153543 h 153709"/>
                          <a:gd name="connsiteX3" fmla="*/ 20764 w 135588"/>
                          <a:gd name="connsiteY3" fmla="*/ 151162 h 153709"/>
                          <a:gd name="connsiteX4" fmla="*/ 51531 w 135588"/>
                          <a:gd name="connsiteY4" fmla="*/ 137255 h 153709"/>
                          <a:gd name="connsiteX5" fmla="*/ 71343 w 135588"/>
                          <a:gd name="connsiteY5" fmla="*/ 118777 h 153709"/>
                          <a:gd name="connsiteX6" fmla="*/ 78486 w 135588"/>
                          <a:gd name="connsiteY6" fmla="*/ 110299 h 153709"/>
                          <a:gd name="connsiteX7" fmla="*/ 110776 w 135588"/>
                          <a:gd name="connsiteY7" fmla="*/ 69628 h 153709"/>
                          <a:gd name="connsiteX8" fmla="*/ 113729 w 135588"/>
                          <a:gd name="connsiteY8" fmla="*/ 65627 h 153709"/>
                          <a:gd name="connsiteX9" fmla="*/ 128111 w 135588"/>
                          <a:gd name="connsiteY9" fmla="*/ 41434 h 153709"/>
                          <a:gd name="connsiteX10" fmla="*/ 135446 w 135588"/>
                          <a:gd name="connsiteY10" fmla="*/ 10573 h 153709"/>
                          <a:gd name="connsiteX11" fmla="*/ 135446 w 135588"/>
                          <a:gd name="connsiteY11" fmla="*/ 381 h 153709"/>
                          <a:gd name="connsiteX12" fmla="*/ 135350 w 135588"/>
                          <a:gd name="connsiteY12" fmla="*/ 0 h 153709"/>
                          <a:gd name="connsiteX13" fmla="*/ 56769 w 135588"/>
                          <a:gd name="connsiteY13" fmla="*/ 93916 h 1537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35588" h="153709">
                            <a:moveTo>
                              <a:pt x="56769" y="93916"/>
                            </a:moveTo>
                            <a:cubicBezTo>
                              <a:pt x="40863" y="116872"/>
                              <a:pt x="22003" y="140589"/>
                              <a:pt x="0" y="151447"/>
                            </a:cubicBezTo>
                            <a:cubicBezTo>
                              <a:pt x="2858" y="153162"/>
                              <a:pt x="6096" y="154114"/>
                              <a:pt x="9335" y="153543"/>
                            </a:cubicBezTo>
                            <a:cubicBezTo>
                              <a:pt x="13240" y="152876"/>
                              <a:pt x="17050" y="152114"/>
                              <a:pt x="20764" y="151162"/>
                            </a:cubicBezTo>
                            <a:cubicBezTo>
                              <a:pt x="31433" y="148399"/>
                              <a:pt x="41529" y="144494"/>
                              <a:pt x="51531" y="137255"/>
                            </a:cubicBezTo>
                            <a:cubicBezTo>
                              <a:pt x="58008" y="132493"/>
                              <a:pt x="64580" y="126682"/>
                              <a:pt x="71343" y="118777"/>
                            </a:cubicBezTo>
                            <a:cubicBezTo>
                              <a:pt x="73343" y="116396"/>
                              <a:pt x="75819" y="113538"/>
                              <a:pt x="78486" y="110299"/>
                            </a:cubicBezTo>
                            <a:cubicBezTo>
                              <a:pt x="88678" y="97727"/>
                              <a:pt x="102299" y="80581"/>
                              <a:pt x="110776" y="69628"/>
                            </a:cubicBezTo>
                            <a:cubicBezTo>
                              <a:pt x="111824" y="68199"/>
                              <a:pt x="112872" y="66865"/>
                              <a:pt x="113729" y="65627"/>
                            </a:cubicBezTo>
                            <a:cubicBezTo>
                              <a:pt x="120111" y="57150"/>
                              <a:pt x="124683" y="49054"/>
                              <a:pt x="128111" y="41434"/>
                            </a:cubicBezTo>
                            <a:cubicBezTo>
                              <a:pt x="132588" y="30861"/>
                              <a:pt x="134588" y="20764"/>
                              <a:pt x="135446" y="10573"/>
                            </a:cubicBezTo>
                            <a:cubicBezTo>
                              <a:pt x="135636" y="7239"/>
                              <a:pt x="135636" y="3810"/>
                              <a:pt x="135446" y="381"/>
                            </a:cubicBezTo>
                            <a:lnTo>
                              <a:pt x="135350" y="0"/>
                            </a:lnTo>
                            <a:cubicBezTo>
                              <a:pt x="107156" y="29051"/>
                              <a:pt x="79629" y="60960"/>
                              <a:pt x="56769" y="9391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36" name="Forme libre : forme 11335">
                        <a:extLst>
                          <a:ext uri="{FF2B5EF4-FFF2-40B4-BE49-F238E27FC236}">
                            <a16:creationId xmlns:a16="http://schemas.microsoft.com/office/drawing/2014/main" id="{BCD7C665-C6B6-4E95-9004-B002B26A1C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81180" y="2767613"/>
                        <a:ext cx="64978" cy="75297"/>
                      </a:xfrm>
                      <a:custGeom>
                        <a:avLst/>
                        <a:gdLst>
                          <a:gd name="connsiteX0" fmla="*/ 63414 w 64978"/>
                          <a:gd name="connsiteY0" fmla="*/ 1019 h 75297"/>
                          <a:gd name="connsiteX1" fmla="*/ 41030 w 64978"/>
                          <a:gd name="connsiteY1" fmla="*/ 46738 h 75297"/>
                          <a:gd name="connsiteX2" fmla="*/ 2263 w 64978"/>
                          <a:gd name="connsiteY2" fmla="*/ 74266 h 75297"/>
                          <a:gd name="connsiteX3" fmla="*/ 21599 w 64978"/>
                          <a:gd name="connsiteY3" fmla="*/ 31308 h 75297"/>
                          <a:gd name="connsiteX4" fmla="*/ 63414 w 64978"/>
                          <a:gd name="connsiteY4" fmla="*/ 1019 h 752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978" h="75297">
                            <a:moveTo>
                              <a:pt x="63414" y="1019"/>
                            </a:moveTo>
                            <a:cubicBezTo>
                              <a:pt x="71034" y="7305"/>
                              <a:pt x="48745" y="36928"/>
                              <a:pt x="41030" y="46738"/>
                            </a:cubicBezTo>
                            <a:cubicBezTo>
                              <a:pt x="33220" y="56454"/>
                              <a:pt x="11217" y="80552"/>
                              <a:pt x="2263" y="74266"/>
                            </a:cubicBezTo>
                            <a:cubicBezTo>
                              <a:pt x="-6785" y="67789"/>
                              <a:pt x="13694" y="40262"/>
                              <a:pt x="21599" y="31308"/>
                            </a:cubicBezTo>
                            <a:cubicBezTo>
                              <a:pt x="29314" y="22259"/>
                              <a:pt x="55413" y="-5649"/>
                              <a:pt x="63414" y="101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37" name="Forme libre : forme 11336">
                        <a:extLst>
                          <a:ext uri="{FF2B5EF4-FFF2-40B4-BE49-F238E27FC236}">
                            <a16:creationId xmlns:a16="http://schemas.microsoft.com/office/drawing/2014/main" id="{517556D1-B08B-4402-B77D-1FBF87E1F2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80698" y="2797492"/>
                        <a:ext cx="53418" cy="45337"/>
                      </a:xfrm>
                      <a:custGeom>
                        <a:avLst/>
                        <a:gdLst>
                          <a:gd name="connsiteX0" fmla="*/ 7222 w 53418"/>
                          <a:gd name="connsiteY0" fmla="*/ 22479 h 45337"/>
                          <a:gd name="connsiteX1" fmla="*/ 2459 w 53418"/>
                          <a:gd name="connsiteY1" fmla="*/ 44863 h 45337"/>
                          <a:gd name="connsiteX2" fmla="*/ 41893 w 53418"/>
                          <a:gd name="connsiteY2" fmla="*/ 16573 h 45337"/>
                          <a:gd name="connsiteX3" fmla="*/ 53419 w 53418"/>
                          <a:gd name="connsiteY3" fmla="*/ 0 h 45337"/>
                          <a:gd name="connsiteX4" fmla="*/ 45989 w 53418"/>
                          <a:gd name="connsiteY4" fmla="*/ 7810 h 45337"/>
                          <a:gd name="connsiteX5" fmla="*/ 7222 w 53418"/>
                          <a:gd name="connsiteY5" fmla="*/ 22479 h 453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3418" h="45337">
                            <a:moveTo>
                              <a:pt x="7222" y="22479"/>
                            </a:moveTo>
                            <a:cubicBezTo>
                              <a:pt x="5031" y="28384"/>
                              <a:pt x="-4398" y="42386"/>
                              <a:pt x="2459" y="44863"/>
                            </a:cubicBezTo>
                            <a:cubicBezTo>
                              <a:pt x="13318" y="48673"/>
                              <a:pt x="31892" y="28670"/>
                              <a:pt x="41893" y="16573"/>
                            </a:cubicBezTo>
                            <a:cubicBezTo>
                              <a:pt x="44846" y="13049"/>
                              <a:pt x="50847" y="4572"/>
                              <a:pt x="53419" y="0"/>
                            </a:cubicBezTo>
                            <a:cubicBezTo>
                              <a:pt x="51418" y="2191"/>
                              <a:pt x="48275" y="6096"/>
                              <a:pt x="45989" y="7810"/>
                            </a:cubicBezTo>
                            <a:cubicBezTo>
                              <a:pt x="33130" y="17716"/>
                              <a:pt x="17224" y="29146"/>
                              <a:pt x="7222" y="2247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38" name="Forme libre : forme 11337">
                        <a:extLst>
                          <a:ext uri="{FF2B5EF4-FFF2-40B4-BE49-F238E27FC236}">
                            <a16:creationId xmlns:a16="http://schemas.microsoft.com/office/drawing/2014/main" id="{A116066A-A835-4184-8FD8-84BCC8BFA0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86238" y="2764777"/>
                        <a:ext cx="64614" cy="75798"/>
                      </a:xfrm>
                      <a:custGeom>
                        <a:avLst/>
                        <a:gdLst>
                          <a:gd name="connsiteX0" fmla="*/ 63690 w 64614"/>
                          <a:gd name="connsiteY0" fmla="*/ 1663 h 75798"/>
                          <a:gd name="connsiteX1" fmla="*/ 41116 w 64614"/>
                          <a:gd name="connsiteY1" fmla="*/ 47955 h 75798"/>
                          <a:gd name="connsiteX2" fmla="*/ 2444 w 64614"/>
                          <a:gd name="connsiteY2" fmla="*/ 74815 h 75798"/>
                          <a:gd name="connsiteX3" fmla="*/ 21780 w 64614"/>
                          <a:gd name="connsiteY3" fmla="*/ 32144 h 75798"/>
                          <a:gd name="connsiteX4" fmla="*/ 63690 w 64614"/>
                          <a:gd name="connsiteY4" fmla="*/ 1663 h 757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614" h="75798">
                            <a:moveTo>
                              <a:pt x="63690" y="1663"/>
                            </a:moveTo>
                            <a:cubicBezTo>
                              <a:pt x="69119" y="10522"/>
                              <a:pt x="49212" y="37287"/>
                              <a:pt x="41116" y="47955"/>
                            </a:cubicBezTo>
                            <a:cubicBezTo>
                              <a:pt x="32924" y="58528"/>
                              <a:pt x="12064" y="80721"/>
                              <a:pt x="2444" y="74815"/>
                            </a:cubicBezTo>
                            <a:cubicBezTo>
                              <a:pt x="-7272" y="68910"/>
                              <a:pt x="14636" y="40621"/>
                              <a:pt x="21780" y="32144"/>
                            </a:cubicBezTo>
                            <a:cubicBezTo>
                              <a:pt x="28733" y="23666"/>
                              <a:pt x="57880" y="-7481"/>
                              <a:pt x="63690" y="166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39" name="Forme libre : forme 11338">
                        <a:extLst>
                          <a:ext uri="{FF2B5EF4-FFF2-40B4-BE49-F238E27FC236}">
                            <a16:creationId xmlns:a16="http://schemas.microsoft.com/office/drawing/2014/main" id="{97254BE6-D910-44DA-B24D-E7B2FCB5B9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49098" y="2793190"/>
                        <a:ext cx="94540" cy="85320"/>
                      </a:xfrm>
                      <a:custGeom>
                        <a:avLst/>
                        <a:gdLst>
                          <a:gd name="connsiteX0" fmla="*/ 8057 w 94540"/>
                          <a:gd name="connsiteY0" fmla="*/ 84407 h 85320"/>
                          <a:gd name="connsiteX1" fmla="*/ 25011 w 94540"/>
                          <a:gd name="connsiteY1" fmla="*/ 82122 h 85320"/>
                          <a:gd name="connsiteX2" fmla="*/ 64350 w 94540"/>
                          <a:gd name="connsiteY2" fmla="*/ 57928 h 85320"/>
                          <a:gd name="connsiteX3" fmla="*/ 90924 w 94540"/>
                          <a:gd name="connsiteY3" fmla="*/ 21257 h 85320"/>
                          <a:gd name="connsiteX4" fmla="*/ 90543 w 94540"/>
                          <a:gd name="connsiteY4" fmla="*/ 206 h 85320"/>
                          <a:gd name="connsiteX5" fmla="*/ 76732 w 94540"/>
                          <a:gd name="connsiteY5" fmla="*/ 7731 h 85320"/>
                          <a:gd name="connsiteX6" fmla="*/ 40346 w 94540"/>
                          <a:gd name="connsiteY6" fmla="*/ 30306 h 85320"/>
                          <a:gd name="connsiteX7" fmla="*/ 5008 w 94540"/>
                          <a:gd name="connsiteY7" fmla="*/ 54689 h 85320"/>
                          <a:gd name="connsiteX8" fmla="*/ 8057 w 94540"/>
                          <a:gd name="connsiteY8" fmla="*/ 84407 h 853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40" h="85320">
                            <a:moveTo>
                              <a:pt x="8057" y="84407"/>
                            </a:moveTo>
                            <a:cubicBezTo>
                              <a:pt x="14629" y="86122"/>
                              <a:pt x="17582" y="85455"/>
                              <a:pt x="25011" y="82122"/>
                            </a:cubicBezTo>
                            <a:cubicBezTo>
                              <a:pt x="39203" y="75835"/>
                              <a:pt x="50919" y="70787"/>
                              <a:pt x="64350" y="57928"/>
                            </a:cubicBezTo>
                            <a:cubicBezTo>
                              <a:pt x="75494" y="47260"/>
                              <a:pt x="85495" y="33258"/>
                              <a:pt x="90924" y="21257"/>
                            </a:cubicBezTo>
                            <a:cubicBezTo>
                              <a:pt x="94829" y="12208"/>
                              <a:pt x="96734" y="2207"/>
                              <a:pt x="90543" y="206"/>
                            </a:cubicBezTo>
                            <a:cubicBezTo>
                              <a:pt x="86638" y="-1127"/>
                              <a:pt x="81780" y="4302"/>
                              <a:pt x="76732" y="7731"/>
                            </a:cubicBezTo>
                            <a:cubicBezTo>
                              <a:pt x="64826" y="15732"/>
                              <a:pt x="53967" y="24019"/>
                              <a:pt x="40346" y="30306"/>
                            </a:cubicBezTo>
                            <a:cubicBezTo>
                              <a:pt x="28726" y="35544"/>
                              <a:pt x="14057" y="39926"/>
                              <a:pt x="5008" y="54689"/>
                            </a:cubicBezTo>
                            <a:cubicBezTo>
                              <a:pt x="-2992" y="67929"/>
                              <a:pt x="-992" y="82026"/>
                              <a:pt x="8057" y="8440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40" name="Forme libre : forme 11339">
                        <a:extLst>
                          <a:ext uri="{FF2B5EF4-FFF2-40B4-BE49-F238E27FC236}">
                            <a16:creationId xmlns:a16="http://schemas.microsoft.com/office/drawing/2014/main" id="{666E9935-B224-44C1-BA1D-5813146C84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61981" y="2817031"/>
                        <a:ext cx="20610" cy="35951"/>
                      </a:xfrm>
                      <a:custGeom>
                        <a:avLst/>
                        <a:gdLst>
                          <a:gd name="connsiteX0" fmla="*/ 508 w 20610"/>
                          <a:gd name="connsiteY0" fmla="*/ 30848 h 35951"/>
                          <a:gd name="connsiteX1" fmla="*/ 317 w 20610"/>
                          <a:gd name="connsiteY1" fmla="*/ 35325 h 35951"/>
                          <a:gd name="connsiteX2" fmla="*/ 4032 w 20610"/>
                          <a:gd name="connsiteY2" fmla="*/ 34468 h 35951"/>
                          <a:gd name="connsiteX3" fmla="*/ 8509 w 20610"/>
                          <a:gd name="connsiteY3" fmla="*/ 28848 h 35951"/>
                          <a:gd name="connsiteX4" fmla="*/ 17462 w 20610"/>
                          <a:gd name="connsiteY4" fmla="*/ 13703 h 35951"/>
                          <a:gd name="connsiteX5" fmla="*/ 20129 w 20610"/>
                          <a:gd name="connsiteY5" fmla="*/ 7798 h 35951"/>
                          <a:gd name="connsiteX6" fmla="*/ 11176 w 20610"/>
                          <a:gd name="connsiteY6" fmla="*/ 5607 h 35951"/>
                          <a:gd name="connsiteX7" fmla="*/ 508 w 20610"/>
                          <a:gd name="connsiteY7" fmla="*/ 30848 h 359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0610" h="35951">
                            <a:moveTo>
                              <a:pt x="508" y="30848"/>
                            </a:moveTo>
                            <a:cubicBezTo>
                              <a:pt x="32" y="32753"/>
                              <a:pt x="-255" y="34087"/>
                              <a:pt x="317" y="35325"/>
                            </a:cubicBezTo>
                            <a:cubicBezTo>
                              <a:pt x="888" y="36563"/>
                              <a:pt x="2508" y="35801"/>
                              <a:pt x="4032" y="34468"/>
                            </a:cubicBezTo>
                            <a:cubicBezTo>
                              <a:pt x="5556" y="33134"/>
                              <a:pt x="7271" y="30753"/>
                              <a:pt x="8509" y="28848"/>
                            </a:cubicBezTo>
                            <a:cubicBezTo>
                              <a:pt x="11652" y="23990"/>
                              <a:pt x="14890" y="18656"/>
                              <a:pt x="17462" y="13703"/>
                            </a:cubicBezTo>
                            <a:cubicBezTo>
                              <a:pt x="18510" y="11608"/>
                              <a:pt x="19653" y="9798"/>
                              <a:pt x="20129" y="7798"/>
                            </a:cubicBezTo>
                            <a:cubicBezTo>
                              <a:pt x="22130" y="-298"/>
                              <a:pt x="17653" y="-3728"/>
                              <a:pt x="11176" y="5607"/>
                            </a:cubicBezTo>
                            <a:cubicBezTo>
                              <a:pt x="6032" y="12846"/>
                              <a:pt x="2508" y="23133"/>
                              <a:pt x="508" y="3084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41" name="Forme libre : forme 11340">
                        <a:extLst>
                          <a:ext uri="{FF2B5EF4-FFF2-40B4-BE49-F238E27FC236}">
                            <a16:creationId xmlns:a16="http://schemas.microsoft.com/office/drawing/2014/main" id="{E459AF0E-363D-4603-8589-574EA1D033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53929" y="2747676"/>
                        <a:ext cx="18364" cy="62388"/>
                      </a:xfrm>
                      <a:custGeom>
                        <a:avLst/>
                        <a:gdLst>
                          <a:gd name="connsiteX0" fmla="*/ 17526 w 18364"/>
                          <a:gd name="connsiteY0" fmla="*/ 0 h 62388"/>
                          <a:gd name="connsiteX1" fmla="*/ 0 w 18364"/>
                          <a:gd name="connsiteY1" fmla="*/ 62389 h 62388"/>
                          <a:gd name="connsiteX2" fmla="*/ 17526 w 18364"/>
                          <a:gd name="connsiteY2" fmla="*/ 0 h 623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8364" h="62388">
                            <a:moveTo>
                              <a:pt x="17526" y="0"/>
                            </a:moveTo>
                            <a:cubicBezTo>
                              <a:pt x="21907" y="15812"/>
                              <a:pt x="8096" y="44291"/>
                              <a:pt x="0" y="62389"/>
                            </a:cubicBezTo>
                            <a:cubicBezTo>
                              <a:pt x="8953" y="42767"/>
                              <a:pt x="14859" y="18383"/>
                              <a:pt x="1752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42" name="Forme libre : forme 11341">
                        <a:extLst>
                          <a:ext uri="{FF2B5EF4-FFF2-40B4-BE49-F238E27FC236}">
                            <a16:creationId xmlns:a16="http://schemas.microsoft.com/office/drawing/2014/main" id="{A686D11F-CDE8-4A34-A283-5A271FB669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34861" y="2817971"/>
                        <a:ext cx="21245" cy="69246"/>
                      </a:xfrm>
                      <a:custGeom>
                        <a:avLst/>
                        <a:gdLst>
                          <a:gd name="connsiteX0" fmla="*/ 21246 w 21245"/>
                          <a:gd name="connsiteY0" fmla="*/ 0 h 69246"/>
                          <a:gd name="connsiteX1" fmla="*/ 5 w 21245"/>
                          <a:gd name="connsiteY1" fmla="*/ 69247 h 69246"/>
                          <a:gd name="connsiteX2" fmla="*/ 21246 w 21245"/>
                          <a:gd name="connsiteY2" fmla="*/ 0 h 692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1245" h="69246">
                            <a:moveTo>
                              <a:pt x="21246" y="0"/>
                            </a:moveTo>
                            <a:cubicBezTo>
                              <a:pt x="6006" y="22479"/>
                              <a:pt x="862" y="48006"/>
                              <a:pt x="5" y="69247"/>
                            </a:cubicBezTo>
                            <a:cubicBezTo>
                              <a:pt x="-281" y="49435"/>
                              <a:pt x="10959" y="20955"/>
                              <a:pt x="2124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43" name="Forme libre : forme 11342">
                        <a:extLst>
                          <a:ext uri="{FF2B5EF4-FFF2-40B4-BE49-F238E27FC236}">
                            <a16:creationId xmlns:a16="http://schemas.microsoft.com/office/drawing/2014/main" id="{4E683ACD-3468-4184-8B1F-BB9676B2F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02098" y="2782078"/>
                        <a:ext cx="25807" cy="26267"/>
                      </a:xfrm>
                      <a:custGeom>
                        <a:avLst/>
                        <a:gdLst>
                          <a:gd name="connsiteX0" fmla="*/ 25732 w 25807"/>
                          <a:gd name="connsiteY0" fmla="*/ 1031 h 26267"/>
                          <a:gd name="connsiteX1" fmla="*/ 13540 w 25807"/>
                          <a:gd name="connsiteY1" fmla="*/ 17986 h 26267"/>
                          <a:gd name="connsiteX2" fmla="*/ 109 w 25807"/>
                          <a:gd name="connsiteY2" fmla="*/ 25034 h 26267"/>
                          <a:gd name="connsiteX3" fmla="*/ 11540 w 25807"/>
                          <a:gd name="connsiteY3" fmla="*/ 8937 h 26267"/>
                          <a:gd name="connsiteX4" fmla="*/ 25732 w 25807"/>
                          <a:gd name="connsiteY4" fmla="*/ 1031 h 262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807" h="26267">
                            <a:moveTo>
                              <a:pt x="25732" y="1031"/>
                            </a:moveTo>
                            <a:cubicBezTo>
                              <a:pt x="26780" y="5032"/>
                              <a:pt x="16683" y="14938"/>
                              <a:pt x="13540" y="17986"/>
                            </a:cubicBezTo>
                            <a:cubicBezTo>
                              <a:pt x="10301" y="20939"/>
                              <a:pt x="1348" y="29416"/>
                              <a:pt x="109" y="25034"/>
                            </a:cubicBezTo>
                            <a:cubicBezTo>
                              <a:pt x="-1129" y="20653"/>
                              <a:pt x="8491" y="11699"/>
                              <a:pt x="11540" y="8937"/>
                            </a:cubicBezTo>
                            <a:cubicBezTo>
                              <a:pt x="14492" y="6175"/>
                              <a:pt x="24493" y="-3064"/>
                              <a:pt x="25732" y="103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44" name="Forme libre : forme 11343">
                        <a:extLst>
                          <a:ext uri="{FF2B5EF4-FFF2-40B4-BE49-F238E27FC236}">
                            <a16:creationId xmlns:a16="http://schemas.microsoft.com/office/drawing/2014/main" id="{5C8F0657-7644-4932-B268-F5FB6B65E6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3793" y="2778235"/>
                        <a:ext cx="7298" cy="7843"/>
                      </a:xfrm>
                      <a:custGeom>
                        <a:avLst/>
                        <a:gdLst>
                          <a:gd name="connsiteX0" fmla="*/ 6895 w 7298"/>
                          <a:gd name="connsiteY0" fmla="*/ 112 h 7843"/>
                          <a:gd name="connsiteX1" fmla="*/ 5180 w 7298"/>
                          <a:gd name="connsiteY1" fmla="*/ 4684 h 7843"/>
                          <a:gd name="connsiteX2" fmla="*/ 417 w 7298"/>
                          <a:gd name="connsiteY2" fmla="*/ 7732 h 7843"/>
                          <a:gd name="connsiteX3" fmla="*/ 2037 w 7298"/>
                          <a:gd name="connsiteY3" fmla="*/ 3255 h 7843"/>
                          <a:gd name="connsiteX4" fmla="*/ 6895 w 7298"/>
                          <a:gd name="connsiteY4" fmla="*/ 112 h 78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298" h="7843">
                            <a:moveTo>
                              <a:pt x="6895" y="112"/>
                            </a:moveTo>
                            <a:cubicBezTo>
                              <a:pt x="8133" y="779"/>
                              <a:pt x="6228" y="3446"/>
                              <a:pt x="5180" y="4684"/>
                            </a:cubicBezTo>
                            <a:cubicBezTo>
                              <a:pt x="4037" y="5922"/>
                              <a:pt x="1656" y="8399"/>
                              <a:pt x="417" y="7732"/>
                            </a:cubicBezTo>
                            <a:cubicBezTo>
                              <a:pt x="-820" y="7065"/>
                              <a:pt x="989" y="4493"/>
                              <a:pt x="2037" y="3255"/>
                            </a:cubicBezTo>
                            <a:cubicBezTo>
                              <a:pt x="3180" y="1922"/>
                              <a:pt x="5657" y="-555"/>
                              <a:pt x="6895" y="11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45" name="Forme libre : forme 11344">
                        <a:extLst>
                          <a:ext uri="{FF2B5EF4-FFF2-40B4-BE49-F238E27FC236}">
                            <a16:creationId xmlns:a16="http://schemas.microsoft.com/office/drawing/2014/main" id="{D74DE9BB-0C39-4CAB-9F44-2899F077CB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85528" y="2744685"/>
                        <a:ext cx="78723" cy="51062"/>
                      </a:xfrm>
                      <a:custGeom>
                        <a:avLst/>
                        <a:gdLst>
                          <a:gd name="connsiteX0" fmla="*/ 50874 w 78723"/>
                          <a:gd name="connsiteY0" fmla="*/ 5754 h 51062"/>
                          <a:gd name="connsiteX1" fmla="*/ 76401 w 78723"/>
                          <a:gd name="connsiteY1" fmla="*/ 134 h 51062"/>
                          <a:gd name="connsiteX2" fmla="*/ 76401 w 78723"/>
                          <a:gd name="connsiteY2" fmla="*/ 8516 h 51062"/>
                          <a:gd name="connsiteX3" fmla="*/ 66781 w 78723"/>
                          <a:gd name="connsiteY3" fmla="*/ 13850 h 51062"/>
                          <a:gd name="connsiteX4" fmla="*/ 36301 w 78723"/>
                          <a:gd name="connsiteY4" fmla="*/ 28423 h 51062"/>
                          <a:gd name="connsiteX5" fmla="*/ 106 w 78723"/>
                          <a:gd name="connsiteY5" fmla="*/ 48807 h 51062"/>
                          <a:gd name="connsiteX6" fmla="*/ 28967 w 78723"/>
                          <a:gd name="connsiteY6" fmla="*/ 13755 h 51062"/>
                          <a:gd name="connsiteX7" fmla="*/ 50874 w 78723"/>
                          <a:gd name="connsiteY7" fmla="*/ 5754 h 51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8723" h="51062">
                            <a:moveTo>
                              <a:pt x="50874" y="5754"/>
                            </a:moveTo>
                            <a:cubicBezTo>
                              <a:pt x="60590" y="1943"/>
                              <a:pt x="67828" y="-628"/>
                              <a:pt x="76401" y="134"/>
                            </a:cubicBezTo>
                            <a:cubicBezTo>
                              <a:pt x="79544" y="420"/>
                              <a:pt x="79449" y="5182"/>
                              <a:pt x="76401" y="8516"/>
                            </a:cubicBezTo>
                            <a:cubicBezTo>
                              <a:pt x="73353" y="11850"/>
                              <a:pt x="70019" y="12707"/>
                              <a:pt x="66781" y="13850"/>
                            </a:cubicBezTo>
                            <a:cubicBezTo>
                              <a:pt x="56399" y="17184"/>
                              <a:pt x="46683" y="22232"/>
                              <a:pt x="36301" y="28423"/>
                            </a:cubicBezTo>
                            <a:cubicBezTo>
                              <a:pt x="29634" y="32043"/>
                              <a:pt x="1725" y="58903"/>
                              <a:pt x="106" y="48807"/>
                            </a:cubicBezTo>
                            <a:cubicBezTo>
                              <a:pt x="-1704" y="38520"/>
                              <a:pt x="20203" y="18898"/>
                              <a:pt x="28967" y="13755"/>
                            </a:cubicBezTo>
                            <a:cubicBezTo>
                              <a:pt x="37634" y="8421"/>
                              <a:pt x="43540" y="8611"/>
                              <a:pt x="50874" y="575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52" name="Graphique 1">
                      <a:extLst>
                        <a:ext uri="{FF2B5EF4-FFF2-40B4-BE49-F238E27FC236}">
                          <a16:creationId xmlns:a16="http://schemas.microsoft.com/office/drawing/2014/main" id="{C4BDE39D-E998-4389-9945-E4B26E6694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66132" y="2608946"/>
                      <a:ext cx="175651" cy="134444"/>
                      <a:chOff x="6266132" y="2608946"/>
                      <a:chExt cx="175651" cy="134444"/>
                    </a:xfrm>
                    <a:solidFill>
                      <a:schemeClr val="accent1"/>
                    </a:solidFill>
                  </p:grpSpPr>
                  <p:sp>
                    <p:nvSpPr>
                      <p:cNvPr id="11322" name="Forme libre : forme 11321">
                        <a:extLst>
                          <a:ext uri="{FF2B5EF4-FFF2-40B4-BE49-F238E27FC236}">
                            <a16:creationId xmlns:a16="http://schemas.microsoft.com/office/drawing/2014/main" id="{5C00D87B-828E-416E-9C9E-A40E191A69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66132" y="2608946"/>
                        <a:ext cx="175651" cy="134444"/>
                      </a:xfrm>
                      <a:custGeom>
                        <a:avLst/>
                        <a:gdLst>
                          <a:gd name="connsiteX0" fmla="*/ 132005 w 175651"/>
                          <a:gd name="connsiteY0" fmla="*/ 75104 h 134444"/>
                          <a:gd name="connsiteX1" fmla="*/ 80951 w 175651"/>
                          <a:gd name="connsiteY1" fmla="*/ 112727 h 134444"/>
                          <a:gd name="connsiteX2" fmla="*/ 14467 w 175651"/>
                          <a:gd name="connsiteY2" fmla="*/ 134444 h 134444"/>
                          <a:gd name="connsiteX3" fmla="*/ 84 w 175651"/>
                          <a:gd name="connsiteY3" fmla="*/ 118347 h 134444"/>
                          <a:gd name="connsiteX4" fmla="*/ 33802 w 175651"/>
                          <a:gd name="connsiteY4" fmla="*/ 53768 h 134444"/>
                          <a:gd name="connsiteX5" fmla="*/ 90571 w 175651"/>
                          <a:gd name="connsiteY5" fmla="*/ 12143 h 134444"/>
                          <a:gd name="connsiteX6" fmla="*/ 165533 w 175651"/>
                          <a:gd name="connsiteY6" fmla="*/ 6905 h 134444"/>
                          <a:gd name="connsiteX7" fmla="*/ 174582 w 175651"/>
                          <a:gd name="connsiteY7" fmla="*/ 26050 h 134444"/>
                          <a:gd name="connsiteX8" fmla="*/ 132005 w 175651"/>
                          <a:gd name="connsiteY8" fmla="*/ 75104 h 1344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75651" h="134444">
                            <a:moveTo>
                              <a:pt x="132005" y="75104"/>
                            </a:moveTo>
                            <a:cubicBezTo>
                              <a:pt x="119813" y="83009"/>
                              <a:pt x="94000" y="102536"/>
                              <a:pt x="80951" y="112727"/>
                            </a:cubicBezTo>
                            <a:cubicBezTo>
                              <a:pt x="56376" y="131301"/>
                              <a:pt x="37612" y="134349"/>
                              <a:pt x="14467" y="134444"/>
                            </a:cubicBezTo>
                            <a:cubicBezTo>
                              <a:pt x="6465" y="134444"/>
                              <a:pt x="-869" y="126253"/>
                              <a:pt x="84" y="118347"/>
                            </a:cubicBezTo>
                            <a:cubicBezTo>
                              <a:pt x="2560" y="95392"/>
                              <a:pt x="10847" y="75294"/>
                              <a:pt x="33802" y="53768"/>
                            </a:cubicBezTo>
                            <a:cubicBezTo>
                              <a:pt x="45899" y="42052"/>
                              <a:pt x="74188" y="20811"/>
                              <a:pt x="90571" y="12143"/>
                            </a:cubicBezTo>
                            <a:cubicBezTo>
                              <a:pt x="121051" y="-4525"/>
                              <a:pt x="144197" y="-1763"/>
                              <a:pt x="165533" y="6905"/>
                            </a:cubicBezTo>
                            <a:cubicBezTo>
                              <a:pt x="173057" y="10048"/>
                              <a:pt x="177915" y="19478"/>
                              <a:pt x="174582" y="26050"/>
                            </a:cubicBezTo>
                            <a:cubicBezTo>
                              <a:pt x="165152" y="45386"/>
                              <a:pt x="154293" y="59673"/>
                              <a:pt x="132005" y="7510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23" name="Forme libre : forme 11322">
                        <a:extLst>
                          <a:ext uri="{FF2B5EF4-FFF2-40B4-BE49-F238E27FC236}">
                            <a16:creationId xmlns:a16="http://schemas.microsoft.com/office/drawing/2014/main" id="{BA44615E-6489-43C0-BDE2-73CB446FC5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1454" y="2634519"/>
                        <a:ext cx="169164" cy="108775"/>
                      </a:xfrm>
                      <a:custGeom>
                        <a:avLst/>
                        <a:gdLst>
                          <a:gd name="connsiteX0" fmla="*/ 66294 w 169164"/>
                          <a:gd name="connsiteY0" fmla="*/ 59722 h 108775"/>
                          <a:gd name="connsiteX1" fmla="*/ 0 w 169164"/>
                          <a:gd name="connsiteY1" fmla="*/ 105251 h 108775"/>
                          <a:gd name="connsiteX2" fmla="*/ 8954 w 169164"/>
                          <a:gd name="connsiteY2" fmla="*/ 108776 h 108775"/>
                          <a:gd name="connsiteX3" fmla="*/ 20574 w 169164"/>
                          <a:gd name="connsiteY3" fmla="*/ 108395 h 108775"/>
                          <a:gd name="connsiteX4" fmla="*/ 52864 w 169164"/>
                          <a:gd name="connsiteY4" fmla="*/ 100679 h 108775"/>
                          <a:gd name="connsiteX5" fmla="*/ 75438 w 169164"/>
                          <a:gd name="connsiteY5" fmla="*/ 87059 h 108775"/>
                          <a:gd name="connsiteX6" fmla="*/ 83820 w 169164"/>
                          <a:gd name="connsiteY6" fmla="*/ 80581 h 108775"/>
                          <a:gd name="connsiteX7" fmla="*/ 122777 w 169164"/>
                          <a:gd name="connsiteY7" fmla="*/ 52006 h 108775"/>
                          <a:gd name="connsiteX8" fmla="*/ 126492 w 169164"/>
                          <a:gd name="connsiteY8" fmla="*/ 49435 h 108775"/>
                          <a:gd name="connsiteX9" fmla="*/ 146304 w 169164"/>
                          <a:gd name="connsiteY9" fmla="*/ 33147 h 108775"/>
                          <a:gd name="connsiteX10" fmla="*/ 164402 w 169164"/>
                          <a:gd name="connsiteY10" fmla="*/ 9144 h 108775"/>
                          <a:gd name="connsiteX11" fmla="*/ 169069 w 169164"/>
                          <a:gd name="connsiteY11" fmla="*/ 381 h 108775"/>
                          <a:gd name="connsiteX12" fmla="*/ 169164 w 169164"/>
                          <a:gd name="connsiteY12" fmla="*/ 0 h 108775"/>
                          <a:gd name="connsiteX13" fmla="*/ 66294 w 169164"/>
                          <a:gd name="connsiteY13" fmla="*/ 59722 h 1087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69164" h="108775">
                            <a:moveTo>
                              <a:pt x="66294" y="59722"/>
                            </a:moveTo>
                            <a:cubicBezTo>
                              <a:pt x="45815" y="78391"/>
                              <a:pt x="23336" y="97822"/>
                              <a:pt x="0" y="105251"/>
                            </a:cubicBezTo>
                            <a:cubicBezTo>
                              <a:pt x="2572" y="107442"/>
                              <a:pt x="5620" y="108776"/>
                              <a:pt x="8954" y="108776"/>
                            </a:cubicBezTo>
                            <a:cubicBezTo>
                              <a:pt x="12954" y="108776"/>
                              <a:pt x="16764" y="108680"/>
                              <a:pt x="20574" y="108395"/>
                            </a:cubicBezTo>
                            <a:cubicBezTo>
                              <a:pt x="31432" y="107633"/>
                              <a:pt x="41910" y="105632"/>
                              <a:pt x="52864" y="100679"/>
                            </a:cubicBezTo>
                            <a:cubicBezTo>
                              <a:pt x="60007" y="97536"/>
                              <a:pt x="67342" y="93059"/>
                              <a:pt x="75438" y="87059"/>
                            </a:cubicBezTo>
                            <a:cubicBezTo>
                              <a:pt x="77819" y="85249"/>
                              <a:pt x="80677" y="83058"/>
                              <a:pt x="83820" y="80581"/>
                            </a:cubicBezTo>
                            <a:cubicBezTo>
                              <a:pt x="95821" y="71056"/>
                              <a:pt x="112205" y="58960"/>
                              <a:pt x="122777" y="52006"/>
                            </a:cubicBezTo>
                            <a:cubicBezTo>
                              <a:pt x="124111" y="51054"/>
                              <a:pt x="125349" y="50197"/>
                              <a:pt x="126492" y="49435"/>
                            </a:cubicBezTo>
                            <a:cubicBezTo>
                              <a:pt x="134398" y="43910"/>
                              <a:pt x="140875" y="38576"/>
                              <a:pt x="146304" y="33147"/>
                            </a:cubicBezTo>
                            <a:cubicBezTo>
                              <a:pt x="153638" y="25527"/>
                              <a:pt x="159258" y="17717"/>
                              <a:pt x="164402" y="9144"/>
                            </a:cubicBezTo>
                            <a:cubicBezTo>
                              <a:pt x="165925" y="6382"/>
                              <a:pt x="167450" y="3429"/>
                              <a:pt x="169069" y="381"/>
                            </a:cubicBezTo>
                            <a:lnTo>
                              <a:pt x="169164" y="0"/>
                            </a:lnTo>
                            <a:cubicBezTo>
                              <a:pt x="131255" y="10954"/>
                              <a:pt x="95345" y="32956"/>
                              <a:pt x="66294" y="5972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24" name="Forme libre : forme 11323">
                        <a:extLst>
                          <a:ext uri="{FF2B5EF4-FFF2-40B4-BE49-F238E27FC236}">
                            <a16:creationId xmlns:a16="http://schemas.microsoft.com/office/drawing/2014/main" id="{BB463096-BD15-465A-9AF2-8CD2DC2D4B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23414" y="2637240"/>
                        <a:ext cx="81264" cy="56827"/>
                      </a:xfrm>
                      <a:custGeom>
                        <a:avLst/>
                        <a:gdLst>
                          <a:gd name="connsiteX0" fmla="*/ 80819 w 81264"/>
                          <a:gd name="connsiteY0" fmla="*/ 2804 h 56827"/>
                          <a:gd name="connsiteX1" fmla="*/ 68055 w 81264"/>
                          <a:gd name="connsiteY1" fmla="*/ 20711 h 56827"/>
                          <a:gd name="connsiteX2" fmla="*/ 45196 w 81264"/>
                          <a:gd name="connsiteY2" fmla="*/ 38047 h 56827"/>
                          <a:gd name="connsiteX3" fmla="*/ 1380 w 81264"/>
                          <a:gd name="connsiteY3" fmla="*/ 54906 h 56827"/>
                          <a:gd name="connsiteX4" fmla="*/ 30908 w 81264"/>
                          <a:gd name="connsiteY4" fmla="*/ 17758 h 56827"/>
                          <a:gd name="connsiteX5" fmla="*/ 57673 w 81264"/>
                          <a:gd name="connsiteY5" fmla="*/ 3757 h 56827"/>
                          <a:gd name="connsiteX6" fmla="*/ 80819 w 81264"/>
                          <a:gd name="connsiteY6" fmla="*/ 2804 h 568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264" h="56827">
                            <a:moveTo>
                              <a:pt x="80819" y="2804"/>
                            </a:moveTo>
                            <a:cubicBezTo>
                              <a:pt x="83105" y="7281"/>
                              <a:pt x="76247" y="13948"/>
                              <a:pt x="68055" y="20711"/>
                            </a:cubicBezTo>
                            <a:cubicBezTo>
                              <a:pt x="59864" y="27474"/>
                              <a:pt x="50149" y="34427"/>
                              <a:pt x="45196" y="38047"/>
                            </a:cubicBezTo>
                            <a:cubicBezTo>
                              <a:pt x="35099" y="44619"/>
                              <a:pt x="8715" y="62716"/>
                              <a:pt x="1380" y="54906"/>
                            </a:cubicBezTo>
                            <a:cubicBezTo>
                              <a:pt x="-6335" y="46619"/>
                              <a:pt x="20335" y="24045"/>
                              <a:pt x="30908" y="17758"/>
                            </a:cubicBezTo>
                            <a:cubicBezTo>
                              <a:pt x="35956" y="14425"/>
                              <a:pt x="47005" y="7757"/>
                              <a:pt x="57673" y="3757"/>
                            </a:cubicBezTo>
                            <a:cubicBezTo>
                              <a:pt x="68437" y="-244"/>
                              <a:pt x="78533" y="-1768"/>
                              <a:pt x="80819" y="280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25" name="Forme libre : forme 11324">
                        <a:extLst>
                          <a:ext uri="{FF2B5EF4-FFF2-40B4-BE49-F238E27FC236}">
                            <a16:creationId xmlns:a16="http://schemas.microsoft.com/office/drawing/2014/main" id="{5D3A7A43-A2FF-4245-991F-2506161728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22784" y="2662999"/>
                        <a:ext cx="61922" cy="30834"/>
                      </a:xfrm>
                      <a:custGeom>
                        <a:avLst/>
                        <a:gdLst>
                          <a:gd name="connsiteX0" fmla="*/ 11440 w 61922"/>
                          <a:gd name="connsiteY0" fmla="*/ 8668 h 30834"/>
                          <a:gd name="connsiteX1" fmla="*/ 1724 w 61922"/>
                          <a:gd name="connsiteY1" fmla="*/ 29528 h 30834"/>
                          <a:gd name="connsiteX2" fmla="*/ 46396 w 61922"/>
                          <a:gd name="connsiteY2" fmla="*/ 12002 h 30834"/>
                          <a:gd name="connsiteX3" fmla="*/ 61922 w 61922"/>
                          <a:gd name="connsiteY3" fmla="*/ 0 h 30834"/>
                          <a:gd name="connsiteX4" fmla="*/ 52683 w 61922"/>
                          <a:gd name="connsiteY4" fmla="*/ 5048 h 30834"/>
                          <a:gd name="connsiteX5" fmla="*/ 11440 w 61922"/>
                          <a:gd name="connsiteY5" fmla="*/ 8668 h 308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1922" h="30834">
                            <a:moveTo>
                              <a:pt x="11440" y="8668"/>
                            </a:moveTo>
                            <a:cubicBezTo>
                              <a:pt x="7725" y="13907"/>
                              <a:pt x="-4467" y="25622"/>
                              <a:pt x="1724" y="29528"/>
                            </a:cubicBezTo>
                            <a:cubicBezTo>
                              <a:pt x="11535" y="35338"/>
                              <a:pt x="33538" y="20384"/>
                              <a:pt x="46396" y="12002"/>
                            </a:cubicBezTo>
                            <a:cubicBezTo>
                              <a:pt x="50016" y="9335"/>
                              <a:pt x="58112" y="3429"/>
                              <a:pt x="61922" y="0"/>
                            </a:cubicBezTo>
                            <a:cubicBezTo>
                              <a:pt x="59350" y="1334"/>
                              <a:pt x="55350" y="4096"/>
                              <a:pt x="52683" y="5048"/>
                            </a:cubicBezTo>
                            <a:cubicBezTo>
                              <a:pt x="37728" y="10383"/>
                              <a:pt x="19631" y="17526"/>
                              <a:pt x="11440" y="8668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26" name="Forme libre : forme 11325">
                        <a:extLst>
                          <a:ext uri="{FF2B5EF4-FFF2-40B4-BE49-F238E27FC236}">
                            <a16:creationId xmlns:a16="http://schemas.microsoft.com/office/drawing/2014/main" id="{E33B2F7E-7514-4977-9A56-6FD11FAD26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29012" y="2636764"/>
                        <a:ext cx="80994" cy="56448"/>
                      </a:xfrm>
                      <a:custGeom>
                        <a:avLst/>
                        <a:gdLst>
                          <a:gd name="connsiteX0" fmla="*/ 80935 w 80994"/>
                          <a:gd name="connsiteY0" fmla="*/ 3470 h 56448"/>
                          <a:gd name="connsiteX1" fmla="*/ 67125 w 80994"/>
                          <a:gd name="connsiteY1" fmla="*/ 21663 h 56448"/>
                          <a:gd name="connsiteX2" fmla="*/ 44931 w 80994"/>
                          <a:gd name="connsiteY2" fmla="*/ 38618 h 56448"/>
                          <a:gd name="connsiteX3" fmla="*/ 1497 w 80994"/>
                          <a:gd name="connsiteY3" fmla="*/ 54429 h 56448"/>
                          <a:gd name="connsiteX4" fmla="*/ 9403 w 80994"/>
                          <a:gd name="connsiteY4" fmla="*/ 35284 h 56448"/>
                          <a:gd name="connsiteX5" fmla="*/ 31025 w 80994"/>
                          <a:gd name="connsiteY5" fmla="*/ 17853 h 56448"/>
                          <a:gd name="connsiteX6" fmla="*/ 58647 w 80994"/>
                          <a:gd name="connsiteY6" fmla="*/ 3566 h 56448"/>
                          <a:gd name="connsiteX7" fmla="*/ 80935 w 80994"/>
                          <a:gd name="connsiteY7" fmla="*/ 3470 h 564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0994" h="56448">
                            <a:moveTo>
                              <a:pt x="80935" y="3470"/>
                            </a:moveTo>
                            <a:cubicBezTo>
                              <a:pt x="81698" y="8709"/>
                              <a:pt x="74935" y="15186"/>
                              <a:pt x="67125" y="21663"/>
                            </a:cubicBezTo>
                            <a:cubicBezTo>
                              <a:pt x="59314" y="28236"/>
                              <a:pt x="50170" y="34808"/>
                              <a:pt x="44931" y="38618"/>
                            </a:cubicBezTo>
                            <a:cubicBezTo>
                              <a:pt x="34263" y="45762"/>
                              <a:pt x="9593" y="62145"/>
                              <a:pt x="1497" y="54429"/>
                            </a:cubicBezTo>
                            <a:cubicBezTo>
                              <a:pt x="-2598" y="50524"/>
                              <a:pt x="2259" y="42809"/>
                              <a:pt x="9403" y="35284"/>
                            </a:cubicBezTo>
                            <a:cubicBezTo>
                              <a:pt x="16642" y="27854"/>
                              <a:pt x="26357" y="20996"/>
                              <a:pt x="31025" y="17853"/>
                            </a:cubicBezTo>
                            <a:cubicBezTo>
                              <a:pt x="35692" y="14805"/>
                              <a:pt x="47503" y="7757"/>
                              <a:pt x="58647" y="3566"/>
                            </a:cubicBezTo>
                            <a:cubicBezTo>
                              <a:pt x="69887" y="-530"/>
                              <a:pt x="80269" y="-1768"/>
                              <a:pt x="80935" y="347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27" name="Forme libre : forme 11326">
                        <a:extLst>
                          <a:ext uri="{FF2B5EF4-FFF2-40B4-BE49-F238E27FC236}">
                            <a16:creationId xmlns:a16="http://schemas.microsoft.com/office/drawing/2014/main" id="{6D1D2A9B-6F85-4E3D-A68C-3AFDA93BBE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86215" y="2660385"/>
                        <a:ext cx="106962" cy="63872"/>
                      </a:xfrm>
                      <a:custGeom>
                        <a:avLst/>
                        <a:gdLst>
                          <a:gd name="connsiteX0" fmla="*/ 5908 w 106962"/>
                          <a:gd name="connsiteY0" fmla="*/ 61669 h 63872"/>
                          <a:gd name="connsiteX1" fmla="*/ 22958 w 106962"/>
                          <a:gd name="connsiteY1" fmla="*/ 62622 h 63872"/>
                          <a:gd name="connsiteX2" fmla="*/ 65821 w 106962"/>
                          <a:gd name="connsiteY2" fmla="*/ 47668 h 63872"/>
                          <a:gd name="connsiteX3" fmla="*/ 99063 w 106962"/>
                          <a:gd name="connsiteY3" fmla="*/ 20617 h 63872"/>
                          <a:gd name="connsiteX4" fmla="*/ 104873 w 106962"/>
                          <a:gd name="connsiteY4" fmla="*/ 900 h 63872"/>
                          <a:gd name="connsiteX5" fmla="*/ 89729 w 106962"/>
                          <a:gd name="connsiteY5" fmla="*/ 3376 h 63872"/>
                          <a:gd name="connsiteX6" fmla="*/ 48771 w 106962"/>
                          <a:gd name="connsiteY6" fmla="*/ 15283 h 63872"/>
                          <a:gd name="connsiteX7" fmla="*/ 8766 w 106962"/>
                          <a:gd name="connsiteY7" fmla="*/ 31856 h 63872"/>
                          <a:gd name="connsiteX8" fmla="*/ 5908 w 106962"/>
                          <a:gd name="connsiteY8" fmla="*/ 61669 h 638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6962" h="63872">
                            <a:moveTo>
                              <a:pt x="5908" y="61669"/>
                            </a:moveTo>
                            <a:cubicBezTo>
                              <a:pt x="12004" y="64527"/>
                              <a:pt x="15053" y="64336"/>
                              <a:pt x="22958" y="62622"/>
                            </a:cubicBezTo>
                            <a:cubicBezTo>
                              <a:pt x="38008" y="59383"/>
                              <a:pt x="50390" y="56716"/>
                              <a:pt x="65821" y="47668"/>
                            </a:cubicBezTo>
                            <a:cubicBezTo>
                              <a:pt x="78584" y="40048"/>
                              <a:pt x="90966" y="30046"/>
                              <a:pt x="99063" y="20617"/>
                            </a:cubicBezTo>
                            <a:cubicBezTo>
                              <a:pt x="104969" y="13378"/>
                              <a:pt x="109922" y="5186"/>
                              <a:pt x="104873" y="900"/>
                            </a:cubicBezTo>
                            <a:cubicBezTo>
                              <a:pt x="101730" y="-1577"/>
                              <a:pt x="95348" y="1662"/>
                              <a:pt x="89729" y="3376"/>
                            </a:cubicBezTo>
                            <a:cubicBezTo>
                              <a:pt x="76108" y="7186"/>
                              <a:pt x="63535" y="12330"/>
                              <a:pt x="48771" y="15283"/>
                            </a:cubicBezTo>
                            <a:cubicBezTo>
                              <a:pt x="36198" y="17759"/>
                              <a:pt x="20673" y="18997"/>
                              <a:pt x="8766" y="31856"/>
                            </a:cubicBezTo>
                            <a:cubicBezTo>
                              <a:pt x="-2188" y="43191"/>
                              <a:pt x="-2569" y="57764"/>
                              <a:pt x="5908" y="6166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28" name="Forme libre : forme 11327">
                        <a:extLst>
                          <a:ext uri="{FF2B5EF4-FFF2-40B4-BE49-F238E27FC236}">
                            <a16:creationId xmlns:a16="http://schemas.microsoft.com/office/drawing/2014/main" id="{8BE8C514-154A-40A6-8227-B3F68D386F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01909" y="2667166"/>
                        <a:ext cx="27135" cy="31803"/>
                      </a:xfrm>
                      <a:custGeom>
                        <a:avLst/>
                        <a:gdLst>
                          <a:gd name="connsiteX0" fmla="*/ 1168 w 27135"/>
                          <a:gd name="connsiteY0" fmla="*/ 26599 h 31803"/>
                          <a:gd name="connsiteX1" fmla="*/ 120 w 27135"/>
                          <a:gd name="connsiteY1" fmla="*/ 30980 h 31803"/>
                          <a:gd name="connsiteX2" fmla="*/ 3930 w 27135"/>
                          <a:gd name="connsiteY2" fmla="*/ 30885 h 31803"/>
                          <a:gd name="connsiteX3" fmla="*/ 9455 w 27135"/>
                          <a:gd name="connsiteY3" fmla="*/ 26313 h 31803"/>
                          <a:gd name="connsiteX4" fmla="*/ 21552 w 27135"/>
                          <a:gd name="connsiteY4" fmla="*/ 13359 h 31803"/>
                          <a:gd name="connsiteX5" fmla="*/ 25552 w 27135"/>
                          <a:gd name="connsiteY5" fmla="*/ 8216 h 31803"/>
                          <a:gd name="connsiteX6" fmla="*/ 17265 w 27135"/>
                          <a:gd name="connsiteY6" fmla="*/ 4025 h 31803"/>
                          <a:gd name="connsiteX7" fmla="*/ 1168 w 27135"/>
                          <a:gd name="connsiteY7" fmla="*/ 26599 h 31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7135" h="31803">
                            <a:moveTo>
                              <a:pt x="1168" y="26599"/>
                            </a:moveTo>
                            <a:cubicBezTo>
                              <a:pt x="311" y="28409"/>
                              <a:pt x="-261" y="29647"/>
                              <a:pt x="120" y="30980"/>
                            </a:cubicBezTo>
                            <a:cubicBezTo>
                              <a:pt x="501" y="32314"/>
                              <a:pt x="2120" y="31838"/>
                              <a:pt x="3930" y="30885"/>
                            </a:cubicBezTo>
                            <a:cubicBezTo>
                              <a:pt x="5645" y="29837"/>
                              <a:pt x="7836" y="27837"/>
                              <a:pt x="9455" y="26313"/>
                            </a:cubicBezTo>
                            <a:cubicBezTo>
                              <a:pt x="13646" y="22218"/>
                              <a:pt x="17932" y="17741"/>
                              <a:pt x="21552" y="13359"/>
                            </a:cubicBezTo>
                            <a:cubicBezTo>
                              <a:pt x="23075" y="11550"/>
                              <a:pt x="24600" y="10026"/>
                              <a:pt x="25552" y="8216"/>
                            </a:cubicBezTo>
                            <a:cubicBezTo>
                              <a:pt x="29457" y="786"/>
                              <a:pt x="25933" y="-3690"/>
                              <a:pt x="17265" y="4025"/>
                            </a:cubicBezTo>
                            <a:cubicBezTo>
                              <a:pt x="10407" y="10026"/>
                              <a:pt x="4692" y="19360"/>
                              <a:pt x="1168" y="2659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29" name="Forme libre : forme 11328">
                        <a:extLst>
                          <a:ext uri="{FF2B5EF4-FFF2-40B4-BE49-F238E27FC236}">
                            <a16:creationId xmlns:a16="http://schemas.microsoft.com/office/drawing/2014/main" id="{6358EC36-A28B-4D4C-B5F5-0A495D6432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99089" y="2633091"/>
                        <a:ext cx="38195" cy="48482"/>
                      </a:xfrm>
                      <a:custGeom>
                        <a:avLst/>
                        <a:gdLst>
                          <a:gd name="connsiteX0" fmla="*/ 38195 w 38195"/>
                          <a:gd name="connsiteY0" fmla="*/ 0 h 48482"/>
                          <a:gd name="connsiteX1" fmla="*/ 22003 w 38195"/>
                          <a:gd name="connsiteY1" fmla="*/ 24860 h 48482"/>
                          <a:gd name="connsiteX2" fmla="*/ 0 w 38195"/>
                          <a:gd name="connsiteY2" fmla="*/ 48482 h 48482"/>
                          <a:gd name="connsiteX3" fmla="*/ 38195 w 38195"/>
                          <a:gd name="connsiteY3" fmla="*/ 0 h 484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8195" h="48482">
                            <a:moveTo>
                              <a:pt x="38195" y="0"/>
                            </a:moveTo>
                            <a:cubicBezTo>
                              <a:pt x="36386" y="8001"/>
                              <a:pt x="29527" y="16478"/>
                              <a:pt x="22003" y="24860"/>
                            </a:cubicBezTo>
                            <a:cubicBezTo>
                              <a:pt x="14478" y="33433"/>
                              <a:pt x="6191" y="41624"/>
                              <a:pt x="0" y="48482"/>
                            </a:cubicBezTo>
                            <a:cubicBezTo>
                              <a:pt x="13239" y="33814"/>
                              <a:pt x="26955" y="14573"/>
                              <a:pt x="3819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30" name="Forme libre : forme 11329">
                        <a:extLst>
                          <a:ext uri="{FF2B5EF4-FFF2-40B4-BE49-F238E27FC236}">
                            <a16:creationId xmlns:a16="http://schemas.microsoft.com/office/drawing/2014/main" id="{46AC8CB8-0116-4F4D-938F-576155D468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68406" y="2662904"/>
                        <a:ext cx="34861" cy="64769"/>
                      </a:xfrm>
                      <a:custGeom>
                        <a:avLst/>
                        <a:gdLst>
                          <a:gd name="connsiteX0" fmla="*/ 34862 w 34861"/>
                          <a:gd name="connsiteY0" fmla="*/ 0 h 64769"/>
                          <a:gd name="connsiteX1" fmla="*/ 0 w 34861"/>
                          <a:gd name="connsiteY1" fmla="*/ 64770 h 64769"/>
                          <a:gd name="connsiteX2" fmla="*/ 34862 w 34861"/>
                          <a:gd name="connsiteY2" fmla="*/ 0 h 647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4861" h="64769">
                            <a:moveTo>
                              <a:pt x="34862" y="0"/>
                            </a:moveTo>
                            <a:cubicBezTo>
                              <a:pt x="14574" y="19050"/>
                              <a:pt x="4286" y="43815"/>
                              <a:pt x="0" y="64770"/>
                            </a:cubicBezTo>
                            <a:cubicBezTo>
                              <a:pt x="2953" y="45053"/>
                              <a:pt x="19717" y="18479"/>
                              <a:pt x="348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31" name="Forme libre : forme 11330">
                        <a:extLst>
                          <a:ext uri="{FF2B5EF4-FFF2-40B4-BE49-F238E27FC236}">
                            <a16:creationId xmlns:a16="http://schemas.microsoft.com/office/drawing/2014/main" id="{9AD2141D-85EF-4757-B893-7BBBD22263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51464" y="2645907"/>
                        <a:ext cx="31913" cy="18511"/>
                      </a:xfrm>
                      <a:custGeom>
                        <a:avLst/>
                        <a:gdLst>
                          <a:gd name="connsiteX0" fmla="*/ 31909 w 31913"/>
                          <a:gd name="connsiteY0" fmla="*/ 1567 h 18511"/>
                          <a:gd name="connsiteX1" fmla="*/ 14954 w 31913"/>
                          <a:gd name="connsiteY1" fmla="*/ 13759 h 18511"/>
                          <a:gd name="connsiteX2" fmla="*/ 0 w 31913"/>
                          <a:gd name="connsiteY2" fmla="*/ 16806 h 18511"/>
                          <a:gd name="connsiteX3" fmla="*/ 15811 w 31913"/>
                          <a:gd name="connsiteY3" fmla="*/ 4614 h 18511"/>
                          <a:gd name="connsiteX4" fmla="*/ 31909 w 31913"/>
                          <a:gd name="connsiteY4" fmla="*/ 1567 h 185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913" h="18511">
                            <a:moveTo>
                              <a:pt x="31909" y="1567"/>
                            </a:moveTo>
                            <a:cubicBezTo>
                              <a:pt x="31528" y="5662"/>
                              <a:pt x="18764" y="11758"/>
                              <a:pt x="14954" y="13759"/>
                            </a:cubicBezTo>
                            <a:cubicBezTo>
                              <a:pt x="11049" y="15759"/>
                              <a:pt x="0" y="21283"/>
                              <a:pt x="0" y="16806"/>
                            </a:cubicBezTo>
                            <a:cubicBezTo>
                              <a:pt x="0" y="12330"/>
                              <a:pt x="12002" y="6234"/>
                              <a:pt x="15811" y="4614"/>
                            </a:cubicBezTo>
                            <a:cubicBezTo>
                              <a:pt x="19526" y="2710"/>
                              <a:pt x="32195" y="-2624"/>
                              <a:pt x="31909" y="156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32" name="Forme libre : forme 11331">
                        <a:extLst>
                          <a:ext uri="{FF2B5EF4-FFF2-40B4-BE49-F238E27FC236}">
                            <a16:creationId xmlns:a16="http://schemas.microsoft.com/office/drawing/2014/main" id="{3EA9044B-F179-411B-9BF3-CCBCBCF8B5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78785" y="2643596"/>
                        <a:ext cx="9170" cy="5851"/>
                      </a:xfrm>
                      <a:custGeom>
                        <a:avLst/>
                        <a:gdLst>
                          <a:gd name="connsiteX0" fmla="*/ 8970 w 9170"/>
                          <a:gd name="connsiteY0" fmla="*/ 353 h 5851"/>
                          <a:gd name="connsiteX1" fmla="*/ 5731 w 9170"/>
                          <a:gd name="connsiteY1" fmla="*/ 4164 h 5851"/>
                          <a:gd name="connsiteX2" fmla="*/ 206 w 9170"/>
                          <a:gd name="connsiteY2" fmla="*/ 5497 h 5851"/>
                          <a:gd name="connsiteX3" fmla="*/ 3254 w 9170"/>
                          <a:gd name="connsiteY3" fmla="*/ 1782 h 5851"/>
                          <a:gd name="connsiteX4" fmla="*/ 8970 w 9170"/>
                          <a:gd name="connsiteY4" fmla="*/ 353 h 58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170" h="5851">
                            <a:moveTo>
                              <a:pt x="8970" y="353"/>
                            </a:moveTo>
                            <a:cubicBezTo>
                              <a:pt x="9922" y="1401"/>
                              <a:pt x="7255" y="3306"/>
                              <a:pt x="5731" y="4164"/>
                            </a:cubicBezTo>
                            <a:cubicBezTo>
                              <a:pt x="4303" y="5021"/>
                              <a:pt x="1159" y="6545"/>
                              <a:pt x="206" y="5497"/>
                            </a:cubicBezTo>
                            <a:cubicBezTo>
                              <a:pt x="-746" y="4449"/>
                              <a:pt x="1826" y="2640"/>
                              <a:pt x="3254" y="1782"/>
                            </a:cubicBezTo>
                            <a:cubicBezTo>
                              <a:pt x="4779" y="830"/>
                              <a:pt x="7922" y="-694"/>
                              <a:pt x="8970" y="35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33" name="Forme libre : forme 11332">
                        <a:extLst>
                          <a:ext uri="{FF2B5EF4-FFF2-40B4-BE49-F238E27FC236}">
                            <a16:creationId xmlns:a16="http://schemas.microsoft.com/office/drawing/2014/main" id="{2ADA7F70-5AE1-4271-9A53-3EEF125FF5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9034" y="2618633"/>
                        <a:ext cx="92327" cy="29602"/>
                      </a:xfrm>
                      <a:custGeom>
                        <a:avLst/>
                        <a:gdLst>
                          <a:gd name="connsiteX0" fmla="*/ 65198 w 92327"/>
                          <a:gd name="connsiteY0" fmla="*/ 1408 h 29602"/>
                          <a:gd name="connsiteX1" fmla="*/ 91202 w 92327"/>
                          <a:gd name="connsiteY1" fmla="*/ 7409 h 29602"/>
                          <a:gd name="connsiteX2" fmla="*/ 87297 w 92327"/>
                          <a:gd name="connsiteY2" fmla="*/ 14839 h 29602"/>
                          <a:gd name="connsiteX3" fmla="*/ 76343 w 92327"/>
                          <a:gd name="connsiteY3" fmla="*/ 15410 h 29602"/>
                          <a:gd name="connsiteX4" fmla="*/ 42053 w 92327"/>
                          <a:gd name="connsiteY4" fmla="*/ 17315 h 29602"/>
                          <a:gd name="connsiteX5" fmla="*/ 17478 w 92327"/>
                          <a:gd name="connsiteY5" fmla="*/ 25888 h 29602"/>
                          <a:gd name="connsiteX6" fmla="*/ 47 w 92327"/>
                          <a:gd name="connsiteY6" fmla="*/ 26554 h 29602"/>
                          <a:gd name="connsiteX7" fmla="*/ 16811 w 92327"/>
                          <a:gd name="connsiteY7" fmla="*/ 10267 h 29602"/>
                          <a:gd name="connsiteX8" fmla="*/ 40814 w 92327"/>
                          <a:gd name="connsiteY8" fmla="*/ 837 h 29602"/>
                          <a:gd name="connsiteX9" fmla="*/ 65198 w 92327"/>
                          <a:gd name="connsiteY9" fmla="*/ 1408 h 296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2327" h="29602">
                            <a:moveTo>
                              <a:pt x="65198" y="1408"/>
                            </a:moveTo>
                            <a:cubicBezTo>
                              <a:pt x="76152" y="1885"/>
                              <a:pt x="83868" y="2647"/>
                              <a:pt x="91202" y="7409"/>
                            </a:cubicBezTo>
                            <a:cubicBezTo>
                              <a:pt x="93869" y="9124"/>
                              <a:pt x="91488" y="13315"/>
                              <a:pt x="87297" y="14839"/>
                            </a:cubicBezTo>
                            <a:cubicBezTo>
                              <a:pt x="83105" y="16458"/>
                              <a:pt x="79867" y="15886"/>
                              <a:pt x="76343" y="15410"/>
                            </a:cubicBezTo>
                            <a:cubicBezTo>
                              <a:pt x="65484" y="13886"/>
                              <a:pt x="54340" y="15029"/>
                              <a:pt x="42053" y="17315"/>
                            </a:cubicBezTo>
                            <a:cubicBezTo>
                              <a:pt x="38243" y="18077"/>
                              <a:pt x="27194" y="22363"/>
                              <a:pt x="17478" y="25888"/>
                            </a:cubicBezTo>
                            <a:cubicBezTo>
                              <a:pt x="7858" y="29412"/>
                              <a:pt x="-714" y="31793"/>
                              <a:pt x="47" y="26554"/>
                            </a:cubicBezTo>
                            <a:cubicBezTo>
                              <a:pt x="809" y="21411"/>
                              <a:pt x="7953" y="15124"/>
                              <a:pt x="16811" y="10267"/>
                            </a:cubicBezTo>
                            <a:cubicBezTo>
                              <a:pt x="25479" y="5314"/>
                              <a:pt x="35480" y="1789"/>
                              <a:pt x="40814" y="837"/>
                            </a:cubicBezTo>
                            <a:cubicBezTo>
                              <a:pt x="51482" y="-1259"/>
                              <a:pt x="57102" y="1218"/>
                              <a:pt x="65198" y="140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53" name="Graphique 1">
                      <a:extLst>
                        <a:ext uri="{FF2B5EF4-FFF2-40B4-BE49-F238E27FC236}">
                          <a16:creationId xmlns:a16="http://schemas.microsoft.com/office/drawing/2014/main" id="{DAD008C5-21D2-4F82-AC0F-1DCEB52676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40250" y="2580273"/>
                      <a:ext cx="200832" cy="89085"/>
                      <a:chOff x="6440250" y="2580273"/>
                      <a:chExt cx="200832" cy="89085"/>
                    </a:xfrm>
                    <a:solidFill>
                      <a:schemeClr val="accent1"/>
                    </a:solidFill>
                  </p:grpSpPr>
                  <p:sp>
                    <p:nvSpPr>
                      <p:cNvPr id="11310" name="Forme libre : forme 11309">
                        <a:extLst>
                          <a:ext uri="{FF2B5EF4-FFF2-40B4-BE49-F238E27FC236}">
                            <a16:creationId xmlns:a16="http://schemas.microsoft.com/office/drawing/2014/main" id="{59EC08F5-3BFE-4033-9F4A-6DA88B03B5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40250" y="2580273"/>
                        <a:ext cx="200832" cy="89085"/>
                      </a:xfrm>
                      <a:custGeom>
                        <a:avLst/>
                        <a:gdLst>
                          <a:gd name="connsiteX0" fmla="*/ 126670 w 200832"/>
                          <a:gd name="connsiteY0" fmla="*/ 84631 h 89085"/>
                          <a:gd name="connsiteX1" fmla="*/ 98190 w 200832"/>
                          <a:gd name="connsiteY1" fmla="*/ 78535 h 89085"/>
                          <a:gd name="connsiteX2" fmla="*/ 69329 w 200832"/>
                          <a:gd name="connsiteY2" fmla="*/ 75582 h 89085"/>
                          <a:gd name="connsiteX3" fmla="*/ 6845 w 200832"/>
                          <a:gd name="connsiteY3" fmla="*/ 53675 h 89085"/>
                          <a:gd name="connsiteX4" fmla="*/ 2654 w 200832"/>
                          <a:gd name="connsiteY4" fmla="*/ 32529 h 89085"/>
                          <a:gd name="connsiteX5" fmla="*/ 72091 w 200832"/>
                          <a:gd name="connsiteY5" fmla="*/ 144 h 89085"/>
                          <a:gd name="connsiteX6" fmla="*/ 109810 w 200832"/>
                          <a:gd name="connsiteY6" fmla="*/ 2716 h 89085"/>
                          <a:gd name="connsiteX7" fmla="*/ 146386 w 200832"/>
                          <a:gd name="connsiteY7" fmla="*/ 11955 h 89085"/>
                          <a:gd name="connsiteX8" fmla="*/ 199726 w 200832"/>
                          <a:gd name="connsiteY8" fmla="*/ 63676 h 89085"/>
                          <a:gd name="connsiteX9" fmla="*/ 192487 w 200832"/>
                          <a:gd name="connsiteY9" fmla="*/ 83488 h 89085"/>
                          <a:gd name="connsiteX10" fmla="*/ 126670 w 200832"/>
                          <a:gd name="connsiteY10" fmla="*/ 84631 h 89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00832" h="89085">
                            <a:moveTo>
                              <a:pt x="126670" y="84631"/>
                            </a:moveTo>
                            <a:cubicBezTo>
                              <a:pt x="119716" y="82916"/>
                              <a:pt x="108858" y="80249"/>
                              <a:pt x="98190" y="78535"/>
                            </a:cubicBezTo>
                            <a:cubicBezTo>
                              <a:pt x="87236" y="76725"/>
                              <a:pt x="77425" y="75963"/>
                              <a:pt x="69329" y="75582"/>
                            </a:cubicBezTo>
                            <a:cubicBezTo>
                              <a:pt x="41135" y="73772"/>
                              <a:pt x="26466" y="65771"/>
                              <a:pt x="6845" y="53675"/>
                            </a:cubicBezTo>
                            <a:cubicBezTo>
                              <a:pt x="177" y="49674"/>
                              <a:pt x="-2394" y="39006"/>
                              <a:pt x="2654" y="32529"/>
                            </a:cubicBezTo>
                            <a:cubicBezTo>
                              <a:pt x="17132" y="14146"/>
                              <a:pt x="38373" y="1382"/>
                              <a:pt x="72091" y="144"/>
                            </a:cubicBezTo>
                            <a:cubicBezTo>
                              <a:pt x="80568" y="-332"/>
                              <a:pt x="95903" y="334"/>
                              <a:pt x="109810" y="2716"/>
                            </a:cubicBezTo>
                            <a:cubicBezTo>
                              <a:pt x="123907" y="5002"/>
                              <a:pt x="137528" y="8812"/>
                              <a:pt x="146386" y="11955"/>
                            </a:cubicBezTo>
                            <a:cubicBezTo>
                              <a:pt x="179628" y="23957"/>
                              <a:pt x="191249" y="42626"/>
                              <a:pt x="199726" y="63676"/>
                            </a:cubicBezTo>
                            <a:cubicBezTo>
                              <a:pt x="202679" y="71105"/>
                              <a:pt x="199535" y="81202"/>
                              <a:pt x="192487" y="83488"/>
                            </a:cubicBezTo>
                            <a:cubicBezTo>
                              <a:pt x="172009" y="90346"/>
                              <a:pt x="152577" y="91108"/>
                              <a:pt x="126670" y="8463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11" name="Forme libre : forme 11310">
                        <a:extLst>
                          <a:ext uri="{FF2B5EF4-FFF2-40B4-BE49-F238E27FC236}">
                            <a16:creationId xmlns:a16="http://schemas.microsoft.com/office/drawing/2014/main" id="{1BB655BB-28A2-454D-B968-BAF38FF5A0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41094" y="2626328"/>
                        <a:ext cx="192024" cy="42861"/>
                      </a:xfrm>
                      <a:custGeom>
                        <a:avLst/>
                        <a:gdLst>
                          <a:gd name="connsiteX0" fmla="*/ 78962 w 192024"/>
                          <a:gd name="connsiteY0" fmla="*/ 2762 h 42861"/>
                          <a:gd name="connsiteX1" fmla="*/ 0 w 192024"/>
                          <a:gd name="connsiteY1" fmla="*/ 0 h 42861"/>
                          <a:gd name="connsiteX2" fmla="*/ 5810 w 192024"/>
                          <a:gd name="connsiteY2" fmla="*/ 7525 h 42861"/>
                          <a:gd name="connsiteX3" fmla="*/ 15621 w 192024"/>
                          <a:gd name="connsiteY3" fmla="*/ 13335 h 42861"/>
                          <a:gd name="connsiteX4" fmla="*/ 44482 w 192024"/>
                          <a:gd name="connsiteY4" fmla="*/ 25622 h 42861"/>
                          <a:gd name="connsiteX5" fmla="*/ 68389 w 192024"/>
                          <a:gd name="connsiteY5" fmla="*/ 29337 h 42861"/>
                          <a:gd name="connsiteX6" fmla="*/ 78105 w 192024"/>
                          <a:gd name="connsiteY6" fmla="*/ 30004 h 42861"/>
                          <a:gd name="connsiteX7" fmla="*/ 121539 w 192024"/>
                          <a:gd name="connsiteY7" fmla="*/ 37433 h 42861"/>
                          <a:gd name="connsiteX8" fmla="*/ 125825 w 192024"/>
                          <a:gd name="connsiteY8" fmla="*/ 38481 h 42861"/>
                          <a:gd name="connsiteX9" fmla="*/ 151352 w 192024"/>
                          <a:gd name="connsiteY9" fmla="*/ 42672 h 42861"/>
                          <a:gd name="connsiteX10" fmla="*/ 182023 w 192024"/>
                          <a:gd name="connsiteY10" fmla="*/ 40100 h 42861"/>
                          <a:gd name="connsiteX11" fmla="*/ 191643 w 192024"/>
                          <a:gd name="connsiteY11" fmla="*/ 37338 h 42861"/>
                          <a:gd name="connsiteX12" fmla="*/ 192024 w 192024"/>
                          <a:gd name="connsiteY12" fmla="*/ 37147 h 42861"/>
                          <a:gd name="connsiteX13" fmla="*/ 78962 w 192024"/>
                          <a:gd name="connsiteY13" fmla="*/ 2762 h 42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92024" h="42861">
                            <a:moveTo>
                              <a:pt x="78962" y="2762"/>
                            </a:moveTo>
                            <a:cubicBezTo>
                              <a:pt x="51625" y="3143"/>
                              <a:pt x="23717" y="4953"/>
                              <a:pt x="0" y="0"/>
                            </a:cubicBezTo>
                            <a:cubicBezTo>
                              <a:pt x="1143" y="3143"/>
                              <a:pt x="3143" y="5905"/>
                              <a:pt x="5810" y="7525"/>
                            </a:cubicBezTo>
                            <a:cubicBezTo>
                              <a:pt x="9240" y="9620"/>
                              <a:pt x="12478" y="11525"/>
                              <a:pt x="15621" y="13335"/>
                            </a:cubicBezTo>
                            <a:cubicBezTo>
                              <a:pt x="24860" y="18479"/>
                              <a:pt x="33814" y="22955"/>
                              <a:pt x="44482" y="25622"/>
                            </a:cubicBezTo>
                            <a:cubicBezTo>
                              <a:pt x="51435" y="27527"/>
                              <a:pt x="59055" y="28575"/>
                              <a:pt x="68389" y="29337"/>
                            </a:cubicBezTo>
                            <a:cubicBezTo>
                              <a:pt x="71152" y="29527"/>
                              <a:pt x="74486" y="29718"/>
                              <a:pt x="78105" y="30004"/>
                            </a:cubicBezTo>
                            <a:cubicBezTo>
                              <a:pt x="91154" y="30766"/>
                              <a:pt x="109538" y="34195"/>
                              <a:pt x="121539" y="37433"/>
                            </a:cubicBezTo>
                            <a:cubicBezTo>
                              <a:pt x="123063" y="37814"/>
                              <a:pt x="124587" y="38195"/>
                              <a:pt x="125825" y="38481"/>
                            </a:cubicBezTo>
                            <a:cubicBezTo>
                              <a:pt x="135064" y="40672"/>
                              <a:pt x="143446" y="42100"/>
                              <a:pt x="151352" y="42672"/>
                            </a:cubicBezTo>
                            <a:cubicBezTo>
                              <a:pt x="162211" y="43339"/>
                              <a:pt x="172117" y="42196"/>
                              <a:pt x="182023" y="40100"/>
                            </a:cubicBezTo>
                            <a:cubicBezTo>
                              <a:pt x="185261" y="39338"/>
                              <a:pt x="188405" y="38481"/>
                              <a:pt x="191643" y="37338"/>
                            </a:cubicBezTo>
                            <a:lnTo>
                              <a:pt x="192024" y="37147"/>
                            </a:lnTo>
                            <a:cubicBezTo>
                              <a:pt x="157163" y="17716"/>
                              <a:pt x="117348" y="2096"/>
                              <a:pt x="78962" y="276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12" name="Forme libre : forme 11311">
                        <a:extLst>
                          <a:ext uri="{FF2B5EF4-FFF2-40B4-BE49-F238E27FC236}">
                            <a16:creationId xmlns:a16="http://schemas.microsoft.com/office/drawing/2014/main" id="{81F86291-7E95-408D-8FA4-3627B246F2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11862" y="2609753"/>
                        <a:ext cx="92279" cy="34238"/>
                      </a:xfrm>
                      <a:custGeom>
                        <a:avLst/>
                        <a:gdLst>
                          <a:gd name="connsiteX0" fmla="*/ 92015 w 92279"/>
                          <a:gd name="connsiteY0" fmla="*/ 30671 h 34238"/>
                          <a:gd name="connsiteX1" fmla="*/ 70202 w 92279"/>
                          <a:gd name="connsiteY1" fmla="*/ 32957 h 34238"/>
                          <a:gd name="connsiteX2" fmla="*/ 42389 w 92279"/>
                          <a:gd name="connsiteY2" fmla="*/ 27528 h 34238"/>
                          <a:gd name="connsiteX3" fmla="*/ 17243 w 92279"/>
                          <a:gd name="connsiteY3" fmla="*/ 20861 h 34238"/>
                          <a:gd name="connsiteX4" fmla="*/ 3 w 92279"/>
                          <a:gd name="connsiteY4" fmla="*/ 9145 h 34238"/>
                          <a:gd name="connsiteX5" fmla="*/ 19053 w 92279"/>
                          <a:gd name="connsiteY5" fmla="*/ 96 h 34238"/>
                          <a:gd name="connsiteX6" fmla="*/ 47438 w 92279"/>
                          <a:gd name="connsiteY6" fmla="*/ 3239 h 34238"/>
                          <a:gd name="connsiteX7" fmla="*/ 75918 w 92279"/>
                          <a:gd name="connsiteY7" fmla="*/ 13907 h 34238"/>
                          <a:gd name="connsiteX8" fmla="*/ 92015 w 92279"/>
                          <a:gd name="connsiteY8" fmla="*/ 30671 h 34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279" h="34238">
                            <a:moveTo>
                              <a:pt x="92015" y="30671"/>
                            </a:moveTo>
                            <a:cubicBezTo>
                              <a:pt x="90205" y="35434"/>
                              <a:pt x="80680" y="34577"/>
                              <a:pt x="70202" y="32957"/>
                            </a:cubicBezTo>
                            <a:cubicBezTo>
                              <a:pt x="59725" y="31243"/>
                              <a:pt x="48200" y="28766"/>
                              <a:pt x="42389" y="27528"/>
                            </a:cubicBezTo>
                            <a:cubicBezTo>
                              <a:pt x="36579" y="26195"/>
                              <a:pt x="26292" y="23718"/>
                              <a:pt x="17243" y="20861"/>
                            </a:cubicBezTo>
                            <a:cubicBezTo>
                              <a:pt x="8290" y="18003"/>
                              <a:pt x="194" y="14765"/>
                              <a:pt x="3" y="9145"/>
                            </a:cubicBezTo>
                            <a:cubicBezTo>
                              <a:pt x="-187" y="3716"/>
                              <a:pt x="8480" y="572"/>
                              <a:pt x="19053" y="96"/>
                            </a:cubicBezTo>
                            <a:cubicBezTo>
                              <a:pt x="29626" y="-475"/>
                              <a:pt x="41532" y="1620"/>
                              <a:pt x="47438" y="3239"/>
                            </a:cubicBezTo>
                            <a:cubicBezTo>
                              <a:pt x="53438" y="4668"/>
                              <a:pt x="65821" y="8574"/>
                              <a:pt x="75918" y="13907"/>
                            </a:cubicBezTo>
                            <a:cubicBezTo>
                              <a:pt x="86109" y="19337"/>
                              <a:pt x="93825" y="25909"/>
                              <a:pt x="92015" y="306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13" name="Forme libre : forme 11312">
                        <a:extLst>
                          <a:ext uri="{FF2B5EF4-FFF2-40B4-BE49-F238E27FC236}">
                            <a16:creationId xmlns:a16="http://schemas.microsoft.com/office/drawing/2014/main" id="{332B6201-A22D-4E04-8215-E7E64D095D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11181" y="2610135"/>
                        <a:ext cx="62596" cy="30765"/>
                      </a:xfrm>
                      <a:custGeom>
                        <a:avLst/>
                        <a:gdLst>
                          <a:gd name="connsiteX0" fmla="*/ 21640 w 62596"/>
                          <a:gd name="connsiteY0" fmla="*/ 0 h 30765"/>
                          <a:gd name="connsiteX1" fmla="*/ 208 w 62596"/>
                          <a:gd name="connsiteY1" fmla="*/ 8858 h 30765"/>
                          <a:gd name="connsiteX2" fmla="*/ 17925 w 62596"/>
                          <a:gd name="connsiteY2" fmla="*/ 20479 h 30765"/>
                          <a:gd name="connsiteX3" fmla="*/ 43547 w 62596"/>
                          <a:gd name="connsiteY3" fmla="*/ 27337 h 30765"/>
                          <a:gd name="connsiteX4" fmla="*/ 62597 w 62596"/>
                          <a:gd name="connsiteY4" fmla="*/ 30766 h 30765"/>
                          <a:gd name="connsiteX5" fmla="*/ 52786 w 62596"/>
                          <a:gd name="connsiteY5" fmla="*/ 27146 h 30765"/>
                          <a:gd name="connsiteX6" fmla="*/ 21640 w 62596"/>
                          <a:gd name="connsiteY6" fmla="*/ 0 h 30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2596" h="30765">
                            <a:moveTo>
                              <a:pt x="21640" y="0"/>
                            </a:moveTo>
                            <a:cubicBezTo>
                              <a:pt x="15067" y="953"/>
                              <a:pt x="-2078" y="1905"/>
                              <a:pt x="208" y="8858"/>
                            </a:cubicBezTo>
                            <a:cubicBezTo>
                              <a:pt x="1923" y="14383"/>
                              <a:pt x="9448" y="17621"/>
                              <a:pt x="17925" y="20479"/>
                            </a:cubicBezTo>
                            <a:cubicBezTo>
                              <a:pt x="26402" y="23241"/>
                              <a:pt x="36213" y="25527"/>
                              <a:pt x="43547" y="27337"/>
                            </a:cubicBezTo>
                            <a:cubicBezTo>
                              <a:pt x="47833" y="28289"/>
                              <a:pt x="57549" y="30004"/>
                              <a:pt x="62597" y="30766"/>
                            </a:cubicBezTo>
                            <a:cubicBezTo>
                              <a:pt x="59930" y="29813"/>
                              <a:pt x="55263" y="28480"/>
                              <a:pt x="52786" y="27146"/>
                            </a:cubicBezTo>
                            <a:cubicBezTo>
                              <a:pt x="39070" y="19621"/>
                              <a:pt x="21640" y="12002"/>
                              <a:pt x="21640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14" name="Forme libre : forme 11313">
                        <a:extLst>
                          <a:ext uri="{FF2B5EF4-FFF2-40B4-BE49-F238E27FC236}">
                            <a16:creationId xmlns:a16="http://schemas.microsoft.com/office/drawing/2014/main" id="{CA0FEFBC-489F-4F01-B0D5-616BEFE983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16704" y="2613351"/>
                        <a:ext cx="91704" cy="34438"/>
                      </a:xfrm>
                      <a:custGeom>
                        <a:avLst/>
                        <a:gdLst>
                          <a:gd name="connsiteX0" fmla="*/ 90887 w 91704"/>
                          <a:gd name="connsiteY0" fmla="*/ 31455 h 34438"/>
                          <a:gd name="connsiteX1" fmla="*/ 68027 w 91704"/>
                          <a:gd name="connsiteY1" fmla="*/ 33170 h 34438"/>
                          <a:gd name="connsiteX2" fmla="*/ 40881 w 91704"/>
                          <a:gd name="connsiteY2" fmla="*/ 27836 h 34438"/>
                          <a:gd name="connsiteX3" fmla="*/ 16306 w 91704"/>
                          <a:gd name="connsiteY3" fmla="*/ 20882 h 34438"/>
                          <a:gd name="connsiteX4" fmla="*/ 19 w 91704"/>
                          <a:gd name="connsiteY4" fmla="*/ 8595 h 34438"/>
                          <a:gd name="connsiteX5" fmla="*/ 18878 w 91704"/>
                          <a:gd name="connsiteY5" fmla="*/ 23 h 34438"/>
                          <a:gd name="connsiteX6" fmla="*/ 46787 w 91704"/>
                          <a:gd name="connsiteY6" fmla="*/ 3642 h 34438"/>
                          <a:gd name="connsiteX7" fmla="*/ 75933 w 91704"/>
                          <a:gd name="connsiteY7" fmla="*/ 14882 h 34438"/>
                          <a:gd name="connsiteX8" fmla="*/ 90887 w 91704"/>
                          <a:gd name="connsiteY8" fmla="*/ 31455 h 344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1704" h="34438">
                            <a:moveTo>
                              <a:pt x="90887" y="31455"/>
                            </a:moveTo>
                            <a:cubicBezTo>
                              <a:pt x="87553" y="35456"/>
                              <a:pt x="78124" y="34789"/>
                              <a:pt x="68027" y="33170"/>
                            </a:cubicBezTo>
                            <a:cubicBezTo>
                              <a:pt x="57931" y="31455"/>
                              <a:pt x="47072" y="29074"/>
                              <a:pt x="40881" y="27836"/>
                            </a:cubicBezTo>
                            <a:cubicBezTo>
                              <a:pt x="34690" y="26502"/>
                              <a:pt x="24879" y="23931"/>
                              <a:pt x="16306" y="20882"/>
                            </a:cubicBezTo>
                            <a:cubicBezTo>
                              <a:pt x="7829" y="17834"/>
                              <a:pt x="495" y="14120"/>
                              <a:pt x="19" y="8595"/>
                            </a:cubicBezTo>
                            <a:cubicBezTo>
                              <a:pt x="-458" y="2975"/>
                              <a:pt x="8305" y="213"/>
                              <a:pt x="18878" y="23"/>
                            </a:cubicBezTo>
                            <a:cubicBezTo>
                              <a:pt x="29451" y="-263"/>
                              <a:pt x="41262" y="2214"/>
                              <a:pt x="46787" y="3642"/>
                            </a:cubicBezTo>
                            <a:cubicBezTo>
                              <a:pt x="52311" y="4976"/>
                              <a:pt x="65455" y="9167"/>
                              <a:pt x="75933" y="14882"/>
                            </a:cubicBezTo>
                            <a:cubicBezTo>
                              <a:pt x="86506" y="20597"/>
                              <a:pt x="94316" y="27359"/>
                              <a:pt x="90887" y="3145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15" name="Forme libre : forme 11314">
                        <a:extLst>
                          <a:ext uri="{FF2B5EF4-FFF2-40B4-BE49-F238E27FC236}">
                            <a16:creationId xmlns:a16="http://schemas.microsoft.com/office/drawing/2014/main" id="{B4E7A997-57AA-48B3-9731-619740CF07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6621" y="2599382"/>
                        <a:ext cx="112779" cy="53950"/>
                      </a:xfrm>
                      <a:custGeom>
                        <a:avLst/>
                        <a:gdLst>
                          <a:gd name="connsiteX0" fmla="*/ 1334 w 112779"/>
                          <a:gd name="connsiteY0" fmla="*/ 22946 h 53950"/>
                          <a:gd name="connsiteX1" fmla="*/ 14384 w 112779"/>
                          <a:gd name="connsiteY1" fmla="*/ 33709 h 53950"/>
                          <a:gd name="connsiteX2" fmla="*/ 54674 w 112779"/>
                          <a:gd name="connsiteY2" fmla="*/ 49425 h 53950"/>
                          <a:gd name="connsiteX3" fmla="*/ 94394 w 112779"/>
                          <a:gd name="connsiteY3" fmla="*/ 53902 h 53950"/>
                          <a:gd name="connsiteX4" fmla="*/ 112777 w 112779"/>
                          <a:gd name="connsiteY4" fmla="*/ 45139 h 53950"/>
                          <a:gd name="connsiteX5" fmla="*/ 100966 w 112779"/>
                          <a:gd name="connsiteY5" fmla="*/ 35423 h 53950"/>
                          <a:gd name="connsiteX6" fmla="*/ 64104 w 112779"/>
                          <a:gd name="connsiteY6" fmla="*/ 13992 h 53950"/>
                          <a:gd name="connsiteX7" fmla="*/ 21813 w 112779"/>
                          <a:gd name="connsiteY7" fmla="*/ 467 h 53950"/>
                          <a:gd name="connsiteX8" fmla="*/ 1334 w 112779"/>
                          <a:gd name="connsiteY8" fmla="*/ 22946 h 539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2779" h="53950">
                            <a:moveTo>
                              <a:pt x="1334" y="22946"/>
                            </a:moveTo>
                            <a:cubicBezTo>
                              <a:pt x="4668" y="28661"/>
                              <a:pt x="7240" y="30470"/>
                              <a:pt x="14384" y="33709"/>
                            </a:cubicBezTo>
                            <a:cubicBezTo>
                              <a:pt x="27719" y="40186"/>
                              <a:pt x="38482" y="45996"/>
                              <a:pt x="54674" y="49425"/>
                            </a:cubicBezTo>
                            <a:cubicBezTo>
                              <a:pt x="67533" y="52378"/>
                              <a:pt x="82202" y="54283"/>
                              <a:pt x="94394" y="53902"/>
                            </a:cubicBezTo>
                            <a:cubicBezTo>
                              <a:pt x="103347" y="53521"/>
                              <a:pt x="112967" y="51616"/>
                              <a:pt x="112777" y="45139"/>
                            </a:cubicBezTo>
                            <a:cubicBezTo>
                              <a:pt x="112586" y="41138"/>
                              <a:pt x="105919" y="38567"/>
                              <a:pt x="100966" y="35423"/>
                            </a:cubicBezTo>
                            <a:cubicBezTo>
                              <a:pt x="89155" y="27898"/>
                              <a:pt x="77058" y="22184"/>
                              <a:pt x="64104" y="13992"/>
                            </a:cubicBezTo>
                            <a:cubicBezTo>
                              <a:pt x="53055" y="7134"/>
                              <a:pt x="40101" y="-2200"/>
                              <a:pt x="21813" y="467"/>
                            </a:cubicBezTo>
                            <a:cubicBezTo>
                              <a:pt x="5239" y="2943"/>
                              <a:pt x="-3523" y="14849"/>
                              <a:pt x="1334" y="2294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16" name="Forme libre : forme 11315">
                        <a:extLst>
                          <a:ext uri="{FF2B5EF4-FFF2-40B4-BE49-F238E27FC236}">
                            <a16:creationId xmlns:a16="http://schemas.microsoft.com/office/drawing/2014/main" id="{B4265C99-91BA-4FBD-8386-92E2A1CFB4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90128" y="2599277"/>
                        <a:ext cx="40777" cy="12086"/>
                      </a:xfrm>
                      <a:custGeom>
                        <a:avLst/>
                        <a:gdLst>
                          <a:gd name="connsiteX0" fmla="*/ 3831 w 40777"/>
                          <a:gd name="connsiteY0" fmla="*/ 6953 h 12086"/>
                          <a:gd name="connsiteX1" fmla="*/ 116 w 40777"/>
                          <a:gd name="connsiteY1" fmla="*/ 9715 h 12086"/>
                          <a:gd name="connsiteX2" fmla="*/ 3164 w 40777"/>
                          <a:gd name="connsiteY2" fmla="*/ 11906 h 12086"/>
                          <a:gd name="connsiteX3" fmla="*/ 10403 w 40777"/>
                          <a:gd name="connsiteY3" fmla="*/ 11906 h 12086"/>
                          <a:gd name="connsiteX4" fmla="*/ 28214 w 40777"/>
                          <a:gd name="connsiteY4" fmla="*/ 9906 h 12086"/>
                          <a:gd name="connsiteX5" fmla="*/ 34787 w 40777"/>
                          <a:gd name="connsiteY5" fmla="*/ 8667 h 12086"/>
                          <a:gd name="connsiteX6" fmla="*/ 31263 w 40777"/>
                          <a:gd name="connsiteY6" fmla="*/ 0 h 12086"/>
                          <a:gd name="connsiteX7" fmla="*/ 3831 w 40777"/>
                          <a:gd name="connsiteY7" fmla="*/ 6953 h 120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777" h="12086">
                            <a:moveTo>
                              <a:pt x="3831" y="6953"/>
                            </a:moveTo>
                            <a:cubicBezTo>
                              <a:pt x="2021" y="7810"/>
                              <a:pt x="688" y="8477"/>
                              <a:pt x="116" y="9715"/>
                            </a:cubicBezTo>
                            <a:cubicBezTo>
                              <a:pt x="-455" y="10954"/>
                              <a:pt x="1164" y="11716"/>
                              <a:pt x="3164" y="11906"/>
                            </a:cubicBezTo>
                            <a:cubicBezTo>
                              <a:pt x="5164" y="12192"/>
                              <a:pt x="8117" y="12097"/>
                              <a:pt x="10403" y="11906"/>
                            </a:cubicBezTo>
                            <a:cubicBezTo>
                              <a:pt x="16308" y="11239"/>
                              <a:pt x="22595" y="10858"/>
                              <a:pt x="28214" y="9906"/>
                            </a:cubicBezTo>
                            <a:cubicBezTo>
                              <a:pt x="30596" y="9620"/>
                              <a:pt x="32882" y="9430"/>
                              <a:pt x="34787" y="8667"/>
                            </a:cubicBezTo>
                            <a:cubicBezTo>
                              <a:pt x="42979" y="6001"/>
                              <a:pt x="43645" y="190"/>
                              <a:pt x="31263" y="0"/>
                            </a:cubicBezTo>
                            <a:cubicBezTo>
                              <a:pt x="22024" y="95"/>
                              <a:pt x="11260" y="3524"/>
                              <a:pt x="3831" y="695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17" name="Forme libre : forme 11316">
                        <a:extLst>
                          <a:ext uri="{FF2B5EF4-FFF2-40B4-BE49-F238E27FC236}">
                            <a16:creationId xmlns:a16="http://schemas.microsoft.com/office/drawing/2014/main" id="{54C38E36-E35A-456A-A38B-5BBAAAD083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69396" y="2659951"/>
                        <a:ext cx="62293" cy="4952"/>
                      </a:xfrm>
                      <a:custGeom>
                        <a:avLst/>
                        <a:gdLst>
                          <a:gd name="connsiteX0" fmla="*/ 62293 w 62293"/>
                          <a:gd name="connsiteY0" fmla="*/ 0 h 4952"/>
                          <a:gd name="connsiteX1" fmla="*/ 32575 w 62293"/>
                          <a:gd name="connsiteY1" fmla="*/ 4953 h 4952"/>
                          <a:gd name="connsiteX2" fmla="*/ 0 w 62293"/>
                          <a:gd name="connsiteY2" fmla="*/ 4000 h 4952"/>
                          <a:gd name="connsiteX3" fmla="*/ 62293 w 62293"/>
                          <a:gd name="connsiteY3" fmla="*/ 0 h 49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293" h="4952">
                            <a:moveTo>
                              <a:pt x="62293" y="0"/>
                            </a:moveTo>
                            <a:cubicBezTo>
                              <a:pt x="55340" y="4286"/>
                              <a:pt x="44196" y="4953"/>
                              <a:pt x="32575" y="4953"/>
                            </a:cubicBezTo>
                            <a:cubicBezTo>
                              <a:pt x="20955" y="4858"/>
                              <a:pt x="8954" y="4096"/>
                              <a:pt x="0" y="4000"/>
                            </a:cubicBezTo>
                            <a:cubicBezTo>
                              <a:pt x="19431" y="4191"/>
                              <a:pt x="43815" y="2286"/>
                              <a:pt x="6229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18" name="Forme libre : forme 11317">
                        <a:extLst>
                          <a:ext uri="{FF2B5EF4-FFF2-40B4-BE49-F238E27FC236}">
                            <a16:creationId xmlns:a16="http://schemas.microsoft.com/office/drawing/2014/main" id="{A062DC40-7E86-44A7-90B2-7C8FF4222B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44619" y="2582799"/>
                        <a:ext cx="70199" cy="31432"/>
                      </a:xfrm>
                      <a:custGeom>
                        <a:avLst/>
                        <a:gdLst>
                          <a:gd name="connsiteX0" fmla="*/ 70199 w 70199"/>
                          <a:gd name="connsiteY0" fmla="*/ 0 h 31432"/>
                          <a:gd name="connsiteX1" fmla="*/ 0 w 70199"/>
                          <a:gd name="connsiteY1" fmla="*/ 31432 h 31432"/>
                          <a:gd name="connsiteX2" fmla="*/ 30575 w 70199"/>
                          <a:gd name="connsiteY2" fmla="*/ 11049 h 31432"/>
                          <a:gd name="connsiteX3" fmla="*/ 70199 w 70199"/>
                          <a:gd name="connsiteY3" fmla="*/ 0 h 31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0199" h="31432">
                            <a:moveTo>
                              <a:pt x="70199" y="0"/>
                            </a:moveTo>
                            <a:cubicBezTo>
                              <a:pt x="40577" y="762"/>
                              <a:pt x="14764" y="15716"/>
                              <a:pt x="0" y="31432"/>
                            </a:cubicBezTo>
                            <a:cubicBezTo>
                              <a:pt x="6668" y="23908"/>
                              <a:pt x="17716" y="16383"/>
                              <a:pt x="30575" y="11049"/>
                            </a:cubicBezTo>
                            <a:cubicBezTo>
                              <a:pt x="43339" y="5620"/>
                              <a:pt x="57817" y="1905"/>
                              <a:pt x="7019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19" name="Forme libre : forme 11318">
                        <a:extLst>
                          <a:ext uri="{FF2B5EF4-FFF2-40B4-BE49-F238E27FC236}">
                            <a16:creationId xmlns:a16="http://schemas.microsoft.com/office/drawing/2014/main" id="{F3559413-D36B-4E8A-98CB-68521B914F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51026" y="2615049"/>
                        <a:ext cx="34104" cy="15200"/>
                      </a:xfrm>
                      <a:custGeom>
                        <a:avLst/>
                        <a:gdLst>
                          <a:gd name="connsiteX0" fmla="*/ 33515 w 34104"/>
                          <a:gd name="connsiteY0" fmla="*/ 14612 h 15200"/>
                          <a:gd name="connsiteX1" fmla="*/ 13037 w 34104"/>
                          <a:gd name="connsiteY1" fmla="*/ 10040 h 15200"/>
                          <a:gd name="connsiteX2" fmla="*/ 559 w 34104"/>
                          <a:gd name="connsiteY2" fmla="*/ 1087 h 15200"/>
                          <a:gd name="connsiteX3" fmla="*/ 20466 w 34104"/>
                          <a:gd name="connsiteY3" fmla="*/ 4516 h 15200"/>
                          <a:gd name="connsiteX4" fmla="*/ 33515 w 34104"/>
                          <a:gd name="connsiteY4" fmla="*/ 14612 h 15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104" h="15200">
                            <a:moveTo>
                              <a:pt x="33515" y="14612"/>
                            </a:moveTo>
                            <a:cubicBezTo>
                              <a:pt x="30182" y="16993"/>
                              <a:pt x="17228" y="11469"/>
                              <a:pt x="13037" y="10040"/>
                            </a:cubicBezTo>
                            <a:cubicBezTo>
                              <a:pt x="9036" y="8326"/>
                              <a:pt x="-2680" y="4135"/>
                              <a:pt x="559" y="1087"/>
                            </a:cubicBezTo>
                            <a:cubicBezTo>
                              <a:pt x="3893" y="-2152"/>
                              <a:pt x="16656" y="2706"/>
                              <a:pt x="20466" y="4516"/>
                            </a:cubicBezTo>
                            <a:cubicBezTo>
                              <a:pt x="24466" y="6040"/>
                              <a:pt x="36944" y="12040"/>
                              <a:pt x="33515" y="1461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20" name="Forme libre : forme 11319">
                        <a:extLst>
                          <a:ext uri="{FF2B5EF4-FFF2-40B4-BE49-F238E27FC236}">
                            <a16:creationId xmlns:a16="http://schemas.microsoft.com/office/drawing/2014/main" id="{43ECE936-5FB8-4F9D-AD5F-720FD46055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80443" y="2626463"/>
                        <a:ext cx="9630" cy="4932"/>
                      </a:xfrm>
                      <a:custGeom>
                        <a:avLst/>
                        <a:gdLst>
                          <a:gd name="connsiteX0" fmla="*/ 9622 w 9630"/>
                          <a:gd name="connsiteY0" fmla="*/ 4151 h 4932"/>
                          <a:gd name="connsiteX1" fmla="*/ 4669 w 9630"/>
                          <a:gd name="connsiteY1" fmla="*/ 4151 h 4932"/>
                          <a:gd name="connsiteX2" fmla="*/ 2 w 9630"/>
                          <a:gd name="connsiteY2" fmla="*/ 817 h 4932"/>
                          <a:gd name="connsiteX3" fmla="*/ 4860 w 9630"/>
                          <a:gd name="connsiteY3" fmla="*/ 722 h 4932"/>
                          <a:gd name="connsiteX4" fmla="*/ 9622 w 9630"/>
                          <a:gd name="connsiteY4" fmla="*/ 4151 h 49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630" h="4932">
                            <a:moveTo>
                              <a:pt x="9622" y="4151"/>
                            </a:moveTo>
                            <a:cubicBezTo>
                              <a:pt x="9527" y="5580"/>
                              <a:pt x="6288" y="4723"/>
                              <a:pt x="4669" y="4151"/>
                            </a:cubicBezTo>
                            <a:cubicBezTo>
                              <a:pt x="3050" y="3580"/>
                              <a:pt x="-93" y="2246"/>
                              <a:pt x="2" y="817"/>
                            </a:cubicBezTo>
                            <a:cubicBezTo>
                              <a:pt x="97" y="-611"/>
                              <a:pt x="3146" y="151"/>
                              <a:pt x="4860" y="722"/>
                            </a:cubicBezTo>
                            <a:cubicBezTo>
                              <a:pt x="6479" y="1294"/>
                              <a:pt x="9813" y="2722"/>
                              <a:pt x="9622" y="415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21" name="Forme libre : forme 11320">
                        <a:extLst>
                          <a:ext uri="{FF2B5EF4-FFF2-40B4-BE49-F238E27FC236}">
                            <a16:creationId xmlns:a16="http://schemas.microsoft.com/office/drawing/2014/main" id="{EB111630-10CA-4186-AB40-23338D9736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54637" y="2593440"/>
                        <a:ext cx="77291" cy="59885"/>
                      </a:xfrm>
                      <a:custGeom>
                        <a:avLst/>
                        <a:gdLst>
                          <a:gd name="connsiteX0" fmla="*/ 64099 w 77291"/>
                          <a:gd name="connsiteY0" fmla="*/ 33649 h 59885"/>
                          <a:gd name="connsiteX1" fmla="*/ 77243 w 77291"/>
                          <a:gd name="connsiteY1" fmla="*/ 56605 h 59885"/>
                          <a:gd name="connsiteX2" fmla="*/ 69146 w 77291"/>
                          <a:gd name="connsiteY2" fmla="*/ 58891 h 59885"/>
                          <a:gd name="connsiteX3" fmla="*/ 61241 w 77291"/>
                          <a:gd name="connsiteY3" fmla="*/ 51271 h 59885"/>
                          <a:gd name="connsiteX4" fmla="*/ 37047 w 77291"/>
                          <a:gd name="connsiteY4" fmla="*/ 26982 h 59885"/>
                          <a:gd name="connsiteX5" fmla="*/ 14092 w 77291"/>
                          <a:gd name="connsiteY5" fmla="*/ 14218 h 59885"/>
                          <a:gd name="connsiteX6" fmla="*/ 1233 w 77291"/>
                          <a:gd name="connsiteY6" fmla="*/ 1741 h 59885"/>
                          <a:gd name="connsiteX7" fmla="*/ 25332 w 77291"/>
                          <a:gd name="connsiteY7" fmla="*/ 3265 h 59885"/>
                          <a:gd name="connsiteX8" fmla="*/ 48477 w 77291"/>
                          <a:gd name="connsiteY8" fmla="*/ 15075 h 59885"/>
                          <a:gd name="connsiteX9" fmla="*/ 64099 w 77291"/>
                          <a:gd name="connsiteY9" fmla="*/ 33649 h 59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7291" h="59885">
                            <a:moveTo>
                              <a:pt x="64099" y="33649"/>
                            </a:moveTo>
                            <a:cubicBezTo>
                              <a:pt x="70956" y="41936"/>
                              <a:pt x="75529" y="48032"/>
                              <a:pt x="77243" y="56605"/>
                            </a:cubicBezTo>
                            <a:cubicBezTo>
                              <a:pt x="77815" y="59748"/>
                              <a:pt x="73242" y="60891"/>
                              <a:pt x="69146" y="58891"/>
                            </a:cubicBezTo>
                            <a:cubicBezTo>
                              <a:pt x="65051" y="56986"/>
                              <a:pt x="63336" y="54128"/>
                              <a:pt x="61241" y="51271"/>
                            </a:cubicBezTo>
                            <a:cubicBezTo>
                              <a:pt x="54954" y="42317"/>
                              <a:pt x="46954" y="34697"/>
                              <a:pt x="37047" y="26982"/>
                            </a:cubicBezTo>
                            <a:cubicBezTo>
                              <a:pt x="33999" y="24600"/>
                              <a:pt x="23427" y="19076"/>
                              <a:pt x="14092" y="14218"/>
                            </a:cubicBezTo>
                            <a:cubicBezTo>
                              <a:pt x="4853" y="9265"/>
                              <a:pt x="-3148" y="4789"/>
                              <a:pt x="1233" y="1741"/>
                            </a:cubicBezTo>
                            <a:cubicBezTo>
                              <a:pt x="5710" y="-1307"/>
                              <a:pt x="15711" y="-69"/>
                              <a:pt x="25332" y="3265"/>
                            </a:cubicBezTo>
                            <a:cubicBezTo>
                              <a:pt x="35047" y="6503"/>
                              <a:pt x="44191" y="11837"/>
                              <a:pt x="48477" y="15075"/>
                            </a:cubicBezTo>
                            <a:cubicBezTo>
                              <a:pt x="57050" y="21743"/>
                              <a:pt x="58955" y="27363"/>
                              <a:pt x="64099" y="3364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54" name="Graphique 1">
                      <a:extLst>
                        <a:ext uri="{FF2B5EF4-FFF2-40B4-BE49-F238E27FC236}">
                          <a16:creationId xmlns:a16="http://schemas.microsoft.com/office/drawing/2014/main" id="{87109A97-6CB3-43F0-B2CF-7B6130FA50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637669" y="2648384"/>
                      <a:ext cx="165003" cy="144844"/>
                      <a:chOff x="6637669" y="2648384"/>
                      <a:chExt cx="165003" cy="144844"/>
                    </a:xfrm>
                    <a:solidFill>
                      <a:schemeClr val="accent1"/>
                    </a:solidFill>
                  </p:grpSpPr>
                  <p:sp>
                    <p:nvSpPr>
                      <p:cNvPr id="11298" name="Forme libre : forme 11297">
                        <a:extLst>
                          <a:ext uri="{FF2B5EF4-FFF2-40B4-BE49-F238E27FC236}">
                            <a16:creationId xmlns:a16="http://schemas.microsoft.com/office/drawing/2014/main" id="{675FC348-B77D-4D83-9C91-87B2F92E86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37741" y="2648384"/>
                        <a:ext cx="164931" cy="144844"/>
                      </a:xfrm>
                      <a:custGeom>
                        <a:avLst/>
                        <a:gdLst>
                          <a:gd name="connsiteX0" fmla="*/ 89484 w 164931"/>
                          <a:gd name="connsiteY0" fmla="*/ 120152 h 144844"/>
                          <a:gd name="connsiteX1" fmla="*/ 36811 w 164931"/>
                          <a:gd name="connsiteY1" fmla="*/ 78147 h 144844"/>
                          <a:gd name="connsiteX2" fmla="*/ 426 w 164931"/>
                          <a:gd name="connsiteY2" fmla="*/ 19092 h 144844"/>
                          <a:gd name="connsiteX3" fmla="*/ 12237 w 164931"/>
                          <a:gd name="connsiteY3" fmla="*/ 1089 h 144844"/>
                          <a:gd name="connsiteX4" fmla="*/ 83579 w 164931"/>
                          <a:gd name="connsiteY4" fmla="*/ 18901 h 144844"/>
                          <a:gd name="connsiteX5" fmla="*/ 135872 w 164931"/>
                          <a:gd name="connsiteY5" fmla="*/ 60716 h 144844"/>
                          <a:gd name="connsiteX6" fmla="*/ 159113 w 164931"/>
                          <a:gd name="connsiteY6" fmla="*/ 91387 h 144844"/>
                          <a:gd name="connsiteX7" fmla="*/ 162065 w 164931"/>
                          <a:gd name="connsiteY7" fmla="*/ 98911 h 144844"/>
                          <a:gd name="connsiteX8" fmla="*/ 162732 w 164931"/>
                          <a:gd name="connsiteY8" fmla="*/ 100816 h 144844"/>
                          <a:gd name="connsiteX9" fmla="*/ 162637 w 164931"/>
                          <a:gd name="connsiteY9" fmla="*/ 102150 h 144844"/>
                          <a:gd name="connsiteX10" fmla="*/ 162351 w 164931"/>
                          <a:gd name="connsiteY10" fmla="*/ 104817 h 144844"/>
                          <a:gd name="connsiteX11" fmla="*/ 163589 w 164931"/>
                          <a:gd name="connsiteY11" fmla="*/ 119009 h 144844"/>
                          <a:gd name="connsiteX12" fmla="*/ 164923 w 164931"/>
                          <a:gd name="connsiteY12" fmla="*/ 133201 h 144844"/>
                          <a:gd name="connsiteX13" fmla="*/ 160827 w 164931"/>
                          <a:gd name="connsiteY13" fmla="*/ 143107 h 144844"/>
                          <a:gd name="connsiteX14" fmla="*/ 144348 w 164931"/>
                          <a:gd name="connsiteY14" fmla="*/ 144250 h 144844"/>
                          <a:gd name="connsiteX15" fmla="*/ 133871 w 164931"/>
                          <a:gd name="connsiteY15" fmla="*/ 141393 h 144844"/>
                          <a:gd name="connsiteX16" fmla="*/ 128537 w 164931"/>
                          <a:gd name="connsiteY16" fmla="*/ 139488 h 144844"/>
                          <a:gd name="connsiteX17" fmla="*/ 124346 w 164931"/>
                          <a:gd name="connsiteY17" fmla="*/ 138345 h 144844"/>
                          <a:gd name="connsiteX18" fmla="*/ 89484 w 164931"/>
                          <a:gd name="connsiteY18" fmla="*/ 120152 h 1448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64931" h="144844">
                            <a:moveTo>
                              <a:pt x="89484" y="120152"/>
                            </a:moveTo>
                            <a:cubicBezTo>
                              <a:pt x="76435" y="110341"/>
                              <a:pt x="49384" y="88529"/>
                              <a:pt x="36811" y="78147"/>
                            </a:cubicBezTo>
                            <a:cubicBezTo>
                              <a:pt x="13284" y="58430"/>
                              <a:pt x="6236" y="41475"/>
                              <a:pt x="426" y="19092"/>
                            </a:cubicBezTo>
                            <a:cubicBezTo>
                              <a:pt x="-1669" y="11472"/>
                              <a:pt x="4236" y="2232"/>
                              <a:pt x="12237" y="1089"/>
                            </a:cubicBezTo>
                            <a:cubicBezTo>
                              <a:pt x="35192" y="-2149"/>
                              <a:pt x="57290" y="1280"/>
                              <a:pt x="83579" y="18901"/>
                            </a:cubicBezTo>
                            <a:cubicBezTo>
                              <a:pt x="97676" y="28236"/>
                              <a:pt x="123584" y="49286"/>
                              <a:pt x="135872" y="60716"/>
                            </a:cubicBezTo>
                            <a:cubicBezTo>
                              <a:pt x="147492" y="71289"/>
                              <a:pt x="154540" y="81385"/>
                              <a:pt x="159113" y="91387"/>
                            </a:cubicBezTo>
                            <a:cubicBezTo>
                              <a:pt x="160256" y="93863"/>
                              <a:pt x="161208" y="96435"/>
                              <a:pt x="162065" y="98911"/>
                            </a:cubicBezTo>
                            <a:lnTo>
                              <a:pt x="162732" y="100816"/>
                            </a:lnTo>
                            <a:cubicBezTo>
                              <a:pt x="162827" y="101388"/>
                              <a:pt x="162637" y="101673"/>
                              <a:pt x="162637" y="102150"/>
                            </a:cubicBezTo>
                            <a:cubicBezTo>
                              <a:pt x="162542" y="103007"/>
                              <a:pt x="162446" y="103864"/>
                              <a:pt x="162351" y="104817"/>
                            </a:cubicBezTo>
                            <a:cubicBezTo>
                              <a:pt x="162065" y="108627"/>
                              <a:pt x="162351" y="113294"/>
                              <a:pt x="163589" y="119009"/>
                            </a:cubicBezTo>
                            <a:cubicBezTo>
                              <a:pt x="164351" y="122914"/>
                              <a:pt x="165018" y="128343"/>
                              <a:pt x="164923" y="133201"/>
                            </a:cubicBezTo>
                            <a:cubicBezTo>
                              <a:pt x="164827" y="138059"/>
                              <a:pt x="163875" y="141774"/>
                              <a:pt x="160827" y="143107"/>
                            </a:cubicBezTo>
                            <a:cubicBezTo>
                              <a:pt x="156350" y="144822"/>
                              <a:pt x="150825" y="145393"/>
                              <a:pt x="144348" y="144250"/>
                            </a:cubicBezTo>
                            <a:cubicBezTo>
                              <a:pt x="141110" y="143679"/>
                              <a:pt x="137586" y="142726"/>
                              <a:pt x="133871" y="141393"/>
                            </a:cubicBezTo>
                            <a:cubicBezTo>
                              <a:pt x="132157" y="140916"/>
                              <a:pt x="129680" y="139678"/>
                              <a:pt x="128537" y="139488"/>
                            </a:cubicBezTo>
                            <a:cubicBezTo>
                              <a:pt x="127108" y="139107"/>
                              <a:pt x="125775" y="138726"/>
                              <a:pt x="124346" y="138345"/>
                            </a:cubicBezTo>
                            <a:cubicBezTo>
                              <a:pt x="113011" y="135106"/>
                              <a:pt x="101772" y="129201"/>
                              <a:pt x="89484" y="12015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99" name="Forme libre : forme 11298">
                        <a:extLst>
                          <a:ext uri="{FF2B5EF4-FFF2-40B4-BE49-F238E27FC236}">
                            <a16:creationId xmlns:a16="http://schemas.microsoft.com/office/drawing/2014/main" id="{52012F52-52E7-4D43-A9DE-1652B0C057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37669" y="2657856"/>
                        <a:ext cx="160899" cy="134969"/>
                      </a:xfrm>
                      <a:custGeom>
                        <a:avLst/>
                        <a:gdLst>
                          <a:gd name="connsiteX0" fmla="*/ 61458 w 160899"/>
                          <a:gd name="connsiteY0" fmla="*/ 53435 h 134969"/>
                          <a:gd name="connsiteX1" fmla="*/ 1546 w 160899"/>
                          <a:gd name="connsiteY1" fmla="*/ 0 h 134969"/>
                          <a:gd name="connsiteX2" fmla="*/ 403 w 160899"/>
                          <a:gd name="connsiteY2" fmla="*/ 9525 h 134969"/>
                          <a:gd name="connsiteX3" fmla="*/ 3641 w 160899"/>
                          <a:gd name="connsiteY3" fmla="*/ 20574 h 134969"/>
                          <a:gd name="connsiteX4" fmla="*/ 18596 w 160899"/>
                          <a:gd name="connsiteY4" fmla="*/ 49816 h 134969"/>
                          <a:gd name="connsiteX5" fmla="*/ 36883 w 160899"/>
                          <a:gd name="connsiteY5" fmla="*/ 68485 h 134969"/>
                          <a:gd name="connsiteX6" fmla="*/ 45170 w 160899"/>
                          <a:gd name="connsiteY6" fmla="*/ 75343 h 134969"/>
                          <a:gd name="connsiteX7" fmla="*/ 85556 w 160899"/>
                          <a:gd name="connsiteY7" fmla="*/ 107442 h 134969"/>
                          <a:gd name="connsiteX8" fmla="*/ 89556 w 160899"/>
                          <a:gd name="connsiteY8" fmla="*/ 110490 h 134969"/>
                          <a:gd name="connsiteX9" fmla="*/ 114512 w 160899"/>
                          <a:gd name="connsiteY9" fmla="*/ 125063 h 134969"/>
                          <a:gd name="connsiteX10" fmla="*/ 122704 w 160899"/>
                          <a:gd name="connsiteY10" fmla="*/ 128016 h 134969"/>
                          <a:gd name="connsiteX11" fmla="*/ 126800 w 160899"/>
                          <a:gd name="connsiteY11" fmla="*/ 129159 h 134969"/>
                          <a:gd name="connsiteX12" fmla="*/ 131276 w 160899"/>
                          <a:gd name="connsiteY12" fmla="*/ 130492 h 134969"/>
                          <a:gd name="connsiteX13" fmla="*/ 150897 w 160899"/>
                          <a:gd name="connsiteY13" fmla="*/ 134969 h 134969"/>
                          <a:gd name="connsiteX14" fmla="*/ 160613 w 160899"/>
                          <a:gd name="connsiteY14" fmla="*/ 133255 h 134969"/>
                          <a:gd name="connsiteX15" fmla="*/ 160899 w 160899"/>
                          <a:gd name="connsiteY15" fmla="*/ 133064 h 134969"/>
                          <a:gd name="connsiteX16" fmla="*/ 133372 w 160899"/>
                          <a:gd name="connsiteY16" fmla="*/ 110871 h 134969"/>
                          <a:gd name="connsiteX17" fmla="*/ 109750 w 160899"/>
                          <a:gd name="connsiteY17" fmla="*/ 90583 h 134969"/>
                          <a:gd name="connsiteX18" fmla="*/ 61458 w 160899"/>
                          <a:gd name="connsiteY18" fmla="*/ 53435 h 1349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60899" h="134969">
                            <a:moveTo>
                              <a:pt x="61458" y="53435"/>
                            </a:moveTo>
                            <a:cubicBezTo>
                              <a:pt x="38503" y="37719"/>
                              <a:pt x="14785" y="20479"/>
                              <a:pt x="1546" y="0"/>
                            </a:cubicBezTo>
                            <a:cubicBezTo>
                              <a:pt x="117" y="3048"/>
                              <a:pt x="-454" y="6382"/>
                              <a:pt x="403" y="9525"/>
                            </a:cubicBezTo>
                            <a:cubicBezTo>
                              <a:pt x="1450" y="13335"/>
                              <a:pt x="2498" y="17050"/>
                              <a:pt x="3641" y="20574"/>
                            </a:cubicBezTo>
                            <a:cubicBezTo>
                              <a:pt x="7070" y="30861"/>
                              <a:pt x="11357" y="40386"/>
                              <a:pt x="18596" y="49816"/>
                            </a:cubicBezTo>
                            <a:cubicBezTo>
                              <a:pt x="23263" y="55912"/>
                              <a:pt x="29168" y="62008"/>
                              <a:pt x="36883" y="68485"/>
                            </a:cubicBezTo>
                            <a:cubicBezTo>
                              <a:pt x="39265" y="70390"/>
                              <a:pt x="42027" y="72771"/>
                              <a:pt x="45170" y="75343"/>
                            </a:cubicBezTo>
                            <a:cubicBezTo>
                              <a:pt x="57648" y="85249"/>
                              <a:pt x="74603" y="98774"/>
                              <a:pt x="85556" y="107442"/>
                            </a:cubicBezTo>
                            <a:cubicBezTo>
                              <a:pt x="86985" y="108490"/>
                              <a:pt x="88413" y="109538"/>
                              <a:pt x="89556" y="110490"/>
                            </a:cubicBezTo>
                            <a:cubicBezTo>
                              <a:pt x="98225" y="116872"/>
                              <a:pt x="106416" y="121729"/>
                              <a:pt x="114512" y="125063"/>
                            </a:cubicBezTo>
                            <a:cubicBezTo>
                              <a:pt x="117275" y="126206"/>
                              <a:pt x="120037" y="127159"/>
                              <a:pt x="122704" y="128016"/>
                            </a:cubicBezTo>
                            <a:cubicBezTo>
                              <a:pt x="124037" y="128397"/>
                              <a:pt x="125371" y="128778"/>
                              <a:pt x="126800" y="129159"/>
                            </a:cubicBezTo>
                            <a:cubicBezTo>
                              <a:pt x="128228" y="129635"/>
                              <a:pt x="129181" y="129540"/>
                              <a:pt x="131276" y="130492"/>
                            </a:cubicBezTo>
                            <a:cubicBezTo>
                              <a:pt x="138801" y="133350"/>
                              <a:pt x="145278" y="134779"/>
                              <a:pt x="150897" y="134969"/>
                            </a:cubicBezTo>
                            <a:cubicBezTo>
                              <a:pt x="154517" y="134969"/>
                              <a:pt x="157756" y="134398"/>
                              <a:pt x="160613" y="133255"/>
                            </a:cubicBezTo>
                            <a:cubicBezTo>
                              <a:pt x="160708" y="133255"/>
                              <a:pt x="160804" y="133159"/>
                              <a:pt x="160899" y="133064"/>
                            </a:cubicBezTo>
                            <a:cubicBezTo>
                              <a:pt x="151279" y="126587"/>
                              <a:pt x="140516" y="116967"/>
                              <a:pt x="133372" y="110871"/>
                            </a:cubicBezTo>
                            <a:lnTo>
                              <a:pt x="109750" y="90583"/>
                            </a:lnTo>
                            <a:cubicBezTo>
                              <a:pt x="94033" y="77438"/>
                              <a:pt x="77936" y="64675"/>
                              <a:pt x="61458" y="5343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00" name="Forme libre : forme 11299">
                        <a:extLst>
                          <a:ext uri="{FF2B5EF4-FFF2-40B4-BE49-F238E27FC236}">
                            <a16:creationId xmlns:a16="http://schemas.microsoft.com/office/drawing/2014/main" id="{A92C8B13-5476-40AC-8E8F-322BA5F080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97196" y="2695895"/>
                        <a:ext cx="75337" cy="64967"/>
                      </a:xfrm>
                      <a:custGeom>
                        <a:avLst/>
                        <a:gdLst>
                          <a:gd name="connsiteX0" fmla="*/ 74416 w 75337"/>
                          <a:gd name="connsiteY0" fmla="*/ 63307 h 64967"/>
                          <a:gd name="connsiteX1" fmla="*/ 28506 w 75337"/>
                          <a:gd name="connsiteY1" fmla="*/ 41018 h 64967"/>
                          <a:gd name="connsiteX2" fmla="*/ 978 w 75337"/>
                          <a:gd name="connsiteY2" fmla="*/ 2347 h 64967"/>
                          <a:gd name="connsiteX3" fmla="*/ 43936 w 75337"/>
                          <a:gd name="connsiteY3" fmla="*/ 21587 h 64967"/>
                          <a:gd name="connsiteX4" fmla="*/ 74416 w 75337"/>
                          <a:gd name="connsiteY4" fmla="*/ 63307 h 64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5337" h="64967">
                            <a:moveTo>
                              <a:pt x="74416" y="63307"/>
                            </a:moveTo>
                            <a:cubicBezTo>
                              <a:pt x="68129" y="71213"/>
                              <a:pt x="38221" y="48734"/>
                              <a:pt x="28506" y="41018"/>
                            </a:cubicBezTo>
                            <a:cubicBezTo>
                              <a:pt x="18885" y="33018"/>
                              <a:pt x="-5117" y="11301"/>
                              <a:pt x="978" y="2347"/>
                            </a:cubicBezTo>
                            <a:cubicBezTo>
                              <a:pt x="7360" y="-6892"/>
                              <a:pt x="35173" y="13586"/>
                              <a:pt x="43936" y="21587"/>
                            </a:cubicBezTo>
                            <a:cubicBezTo>
                              <a:pt x="53080" y="29398"/>
                              <a:pt x="80702" y="55306"/>
                              <a:pt x="74416" y="6330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01" name="Forme libre : forme 11300">
                        <a:extLst>
                          <a:ext uri="{FF2B5EF4-FFF2-40B4-BE49-F238E27FC236}">
                            <a16:creationId xmlns:a16="http://schemas.microsoft.com/office/drawing/2014/main" id="{D565FCCA-C376-4B56-9C30-1AF1C88A1E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97360" y="2695504"/>
                        <a:ext cx="45296" cy="53505"/>
                      </a:xfrm>
                      <a:custGeom>
                        <a:avLst/>
                        <a:gdLst>
                          <a:gd name="connsiteX0" fmla="*/ 22817 w 45296"/>
                          <a:gd name="connsiteY0" fmla="*/ 7119 h 53505"/>
                          <a:gd name="connsiteX1" fmla="*/ 433 w 45296"/>
                          <a:gd name="connsiteY1" fmla="*/ 2547 h 53505"/>
                          <a:gd name="connsiteX2" fmla="*/ 28722 w 45296"/>
                          <a:gd name="connsiteY2" fmla="*/ 41886 h 53505"/>
                          <a:gd name="connsiteX3" fmla="*/ 45296 w 45296"/>
                          <a:gd name="connsiteY3" fmla="*/ 53506 h 53505"/>
                          <a:gd name="connsiteX4" fmla="*/ 37486 w 45296"/>
                          <a:gd name="connsiteY4" fmla="*/ 46076 h 53505"/>
                          <a:gd name="connsiteX5" fmla="*/ 22817 w 45296"/>
                          <a:gd name="connsiteY5" fmla="*/ 7119 h 53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5296" h="53505">
                            <a:moveTo>
                              <a:pt x="22817" y="7119"/>
                            </a:moveTo>
                            <a:cubicBezTo>
                              <a:pt x="16911" y="4833"/>
                              <a:pt x="2719" y="-4406"/>
                              <a:pt x="433" y="2547"/>
                            </a:cubicBezTo>
                            <a:cubicBezTo>
                              <a:pt x="-3186" y="13501"/>
                              <a:pt x="16721" y="31694"/>
                              <a:pt x="28722" y="41886"/>
                            </a:cubicBezTo>
                            <a:cubicBezTo>
                              <a:pt x="32246" y="44838"/>
                              <a:pt x="40724" y="50839"/>
                              <a:pt x="45296" y="53506"/>
                            </a:cubicBezTo>
                            <a:cubicBezTo>
                              <a:pt x="43105" y="51506"/>
                              <a:pt x="39200" y="48267"/>
                              <a:pt x="37486" y="46076"/>
                            </a:cubicBezTo>
                            <a:cubicBezTo>
                              <a:pt x="27579" y="33027"/>
                              <a:pt x="16244" y="17216"/>
                              <a:pt x="22817" y="711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02" name="Forme libre : forme 11301">
                        <a:extLst>
                          <a:ext uri="{FF2B5EF4-FFF2-40B4-BE49-F238E27FC236}">
                            <a16:creationId xmlns:a16="http://schemas.microsoft.com/office/drawing/2014/main" id="{E996CA72-DCD6-40B3-B03D-5B145DE300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99620" y="2700987"/>
                        <a:ext cx="75916" cy="64519"/>
                      </a:xfrm>
                      <a:custGeom>
                        <a:avLst/>
                        <a:gdLst>
                          <a:gd name="connsiteX0" fmla="*/ 74373 w 75916"/>
                          <a:gd name="connsiteY0" fmla="*/ 63453 h 64519"/>
                          <a:gd name="connsiteX1" fmla="*/ 27701 w 75916"/>
                          <a:gd name="connsiteY1" fmla="*/ 41070 h 64519"/>
                          <a:gd name="connsiteX2" fmla="*/ 935 w 75916"/>
                          <a:gd name="connsiteY2" fmla="*/ 2493 h 64519"/>
                          <a:gd name="connsiteX3" fmla="*/ 43608 w 75916"/>
                          <a:gd name="connsiteY3" fmla="*/ 21829 h 64519"/>
                          <a:gd name="connsiteX4" fmla="*/ 74373 w 75916"/>
                          <a:gd name="connsiteY4" fmla="*/ 63453 h 645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5916" h="64519">
                            <a:moveTo>
                              <a:pt x="74373" y="63453"/>
                            </a:moveTo>
                            <a:cubicBezTo>
                              <a:pt x="65515" y="69359"/>
                              <a:pt x="38274" y="49166"/>
                              <a:pt x="27701" y="41070"/>
                            </a:cubicBezTo>
                            <a:cubicBezTo>
                              <a:pt x="17128" y="32687"/>
                              <a:pt x="-4779" y="12113"/>
                              <a:pt x="935" y="2493"/>
                            </a:cubicBezTo>
                            <a:cubicBezTo>
                              <a:pt x="6841" y="-7318"/>
                              <a:pt x="35321" y="14495"/>
                              <a:pt x="43608" y="21829"/>
                            </a:cubicBezTo>
                            <a:cubicBezTo>
                              <a:pt x="52085" y="28878"/>
                              <a:pt x="83136" y="57643"/>
                              <a:pt x="74373" y="6345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03" name="Forme libre : forme 11302">
                        <a:extLst>
                          <a:ext uri="{FF2B5EF4-FFF2-40B4-BE49-F238E27FC236}">
                            <a16:creationId xmlns:a16="http://schemas.microsoft.com/office/drawing/2014/main" id="{10C06649-93C6-4E05-8434-3F0C50C077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61002" y="2664465"/>
                        <a:ext cx="85834" cy="94015"/>
                      </a:xfrm>
                      <a:custGeom>
                        <a:avLst/>
                        <a:gdLst>
                          <a:gd name="connsiteX0" fmla="*/ 596 w 85834"/>
                          <a:gd name="connsiteY0" fmla="*/ 8916 h 94015"/>
                          <a:gd name="connsiteX1" fmla="*/ 3644 w 85834"/>
                          <a:gd name="connsiteY1" fmla="*/ 25680 h 94015"/>
                          <a:gd name="connsiteX2" fmla="*/ 28123 w 85834"/>
                          <a:gd name="connsiteY2" fmla="*/ 63875 h 94015"/>
                          <a:gd name="connsiteX3" fmla="*/ 64508 w 85834"/>
                          <a:gd name="connsiteY3" fmla="*/ 90260 h 94015"/>
                          <a:gd name="connsiteX4" fmla="*/ 85654 w 85834"/>
                          <a:gd name="connsiteY4" fmla="*/ 90069 h 94015"/>
                          <a:gd name="connsiteX5" fmla="*/ 78129 w 85834"/>
                          <a:gd name="connsiteY5" fmla="*/ 76163 h 94015"/>
                          <a:gd name="connsiteX6" fmla="*/ 55650 w 85834"/>
                          <a:gd name="connsiteY6" fmla="*/ 39682 h 94015"/>
                          <a:gd name="connsiteX7" fmla="*/ 30314 w 85834"/>
                          <a:gd name="connsiteY7" fmla="*/ 4535 h 94015"/>
                          <a:gd name="connsiteX8" fmla="*/ 596 w 85834"/>
                          <a:gd name="connsiteY8" fmla="*/ 8916 h 940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5834" h="94015">
                            <a:moveTo>
                              <a:pt x="596" y="8916"/>
                            </a:moveTo>
                            <a:cubicBezTo>
                              <a:pt x="-738" y="15584"/>
                              <a:pt x="120" y="18441"/>
                              <a:pt x="3644" y="25680"/>
                            </a:cubicBezTo>
                            <a:cubicBezTo>
                              <a:pt x="10311" y="39491"/>
                              <a:pt x="15455" y="50826"/>
                              <a:pt x="28123" y="63875"/>
                            </a:cubicBezTo>
                            <a:cubicBezTo>
                              <a:pt x="38601" y="74829"/>
                              <a:pt x="52412" y="84831"/>
                              <a:pt x="64508" y="90260"/>
                            </a:cubicBezTo>
                            <a:cubicBezTo>
                              <a:pt x="73557" y="94260"/>
                              <a:pt x="83654" y="96260"/>
                              <a:pt x="85654" y="90069"/>
                            </a:cubicBezTo>
                            <a:cubicBezTo>
                              <a:pt x="86892" y="86259"/>
                              <a:pt x="81463" y="81211"/>
                              <a:pt x="78129" y="76163"/>
                            </a:cubicBezTo>
                            <a:cubicBezTo>
                              <a:pt x="70128" y="64256"/>
                              <a:pt x="61937" y="53398"/>
                              <a:pt x="55650" y="39682"/>
                            </a:cubicBezTo>
                            <a:cubicBezTo>
                              <a:pt x="50316" y="28061"/>
                              <a:pt x="45744" y="13298"/>
                              <a:pt x="30314" y="4535"/>
                            </a:cubicBezTo>
                            <a:cubicBezTo>
                              <a:pt x="16503" y="-3371"/>
                              <a:pt x="2310" y="-323"/>
                              <a:pt x="596" y="891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04" name="Forme libre : forme 11303">
                        <a:extLst>
                          <a:ext uri="{FF2B5EF4-FFF2-40B4-BE49-F238E27FC236}">
                            <a16:creationId xmlns:a16="http://schemas.microsoft.com/office/drawing/2014/main" id="{E268ACC2-A2B7-4216-872B-06C85C8FCF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86663" y="2677059"/>
                        <a:ext cx="36245" cy="20139"/>
                      </a:xfrm>
                      <a:custGeom>
                        <a:avLst/>
                        <a:gdLst>
                          <a:gd name="connsiteX0" fmla="*/ 5034 w 36245"/>
                          <a:gd name="connsiteY0" fmla="*/ 418 h 20139"/>
                          <a:gd name="connsiteX1" fmla="*/ 558 w 36245"/>
                          <a:gd name="connsiteY1" fmla="*/ 323 h 20139"/>
                          <a:gd name="connsiteX2" fmla="*/ 1510 w 36245"/>
                          <a:gd name="connsiteY2" fmla="*/ 3943 h 20139"/>
                          <a:gd name="connsiteX3" fmla="*/ 7225 w 36245"/>
                          <a:gd name="connsiteY3" fmla="*/ 8229 h 20139"/>
                          <a:gd name="connsiteX4" fmla="*/ 22560 w 36245"/>
                          <a:gd name="connsiteY4" fmla="*/ 17087 h 20139"/>
                          <a:gd name="connsiteX5" fmla="*/ 28466 w 36245"/>
                          <a:gd name="connsiteY5" fmla="*/ 19659 h 20139"/>
                          <a:gd name="connsiteX6" fmla="*/ 30561 w 36245"/>
                          <a:gd name="connsiteY6" fmla="*/ 10610 h 20139"/>
                          <a:gd name="connsiteX7" fmla="*/ 5034 w 36245"/>
                          <a:gd name="connsiteY7" fmla="*/ 418 h 201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6245" h="20139">
                            <a:moveTo>
                              <a:pt x="5034" y="418"/>
                            </a:moveTo>
                            <a:cubicBezTo>
                              <a:pt x="3129" y="37"/>
                              <a:pt x="1701" y="-248"/>
                              <a:pt x="558" y="323"/>
                            </a:cubicBezTo>
                            <a:cubicBezTo>
                              <a:pt x="-585" y="990"/>
                              <a:pt x="176" y="2514"/>
                              <a:pt x="1510" y="3943"/>
                            </a:cubicBezTo>
                            <a:cubicBezTo>
                              <a:pt x="2939" y="5371"/>
                              <a:pt x="5320" y="7086"/>
                              <a:pt x="7225" y="8229"/>
                            </a:cubicBezTo>
                            <a:cubicBezTo>
                              <a:pt x="12178" y="11277"/>
                              <a:pt x="17512" y="14515"/>
                              <a:pt x="22560" y="17087"/>
                            </a:cubicBezTo>
                            <a:cubicBezTo>
                              <a:pt x="24656" y="18135"/>
                              <a:pt x="26561" y="19183"/>
                              <a:pt x="28466" y="19659"/>
                            </a:cubicBezTo>
                            <a:cubicBezTo>
                              <a:pt x="36562" y="21659"/>
                              <a:pt x="39991" y="17182"/>
                              <a:pt x="30561" y="10610"/>
                            </a:cubicBezTo>
                            <a:cubicBezTo>
                              <a:pt x="23322" y="5657"/>
                              <a:pt x="12845" y="2038"/>
                              <a:pt x="5034" y="41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05" name="Forme libre : forme 11304">
                        <a:extLst>
                          <a:ext uri="{FF2B5EF4-FFF2-40B4-BE49-F238E27FC236}">
                            <a16:creationId xmlns:a16="http://schemas.microsoft.com/office/drawing/2014/main" id="{D1BD5F0F-68B0-4DCC-98EB-DCC7AE2060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30179" y="2768631"/>
                        <a:ext cx="66198" cy="20326"/>
                      </a:xfrm>
                      <a:custGeom>
                        <a:avLst/>
                        <a:gdLst>
                          <a:gd name="connsiteX0" fmla="*/ 66198 w 66198"/>
                          <a:gd name="connsiteY0" fmla="*/ 17907 h 20326"/>
                          <a:gd name="connsiteX1" fmla="*/ 52578 w 66198"/>
                          <a:gd name="connsiteY1" fmla="*/ 19717 h 20326"/>
                          <a:gd name="connsiteX2" fmla="*/ 42196 w 66198"/>
                          <a:gd name="connsiteY2" fmla="*/ 16573 h 20326"/>
                          <a:gd name="connsiteX3" fmla="*/ 37338 w 66198"/>
                          <a:gd name="connsiteY3" fmla="*/ 14954 h 20326"/>
                          <a:gd name="connsiteX4" fmla="*/ 32956 w 66198"/>
                          <a:gd name="connsiteY4" fmla="*/ 13621 h 20326"/>
                          <a:gd name="connsiteX5" fmla="*/ 0 w 66198"/>
                          <a:gd name="connsiteY5" fmla="*/ 0 h 20326"/>
                          <a:gd name="connsiteX6" fmla="*/ 32385 w 66198"/>
                          <a:gd name="connsiteY6" fmla="*/ 11239 h 20326"/>
                          <a:gd name="connsiteX7" fmla="*/ 40767 w 66198"/>
                          <a:gd name="connsiteY7" fmla="*/ 13144 h 20326"/>
                          <a:gd name="connsiteX8" fmla="*/ 50578 w 66198"/>
                          <a:gd name="connsiteY8" fmla="*/ 16002 h 20326"/>
                          <a:gd name="connsiteX9" fmla="*/ 66198 w 66198"/>
                          <a:gd name="connsiteY9" fmla="*/ 17907 h 203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6198" h="20326">
                            <a:moveTo>
                              <a:pt x="66198" y="17907"/>
                            </a:moveTo>
                            <a:cubicBezTo>
                              <a:pt x="63341" y="20288"/>
                              <a:pt x="58864" y="20955"/>
                              <a:pt x="52578" y="19717"/>
                            </a:cubicBezTo>
                            <a:cubicBezTo>
                              <a:pt x="49530" y="19145"/>
                              <a:pt x="46005" y="18097"/>
                              <a:pt x="42196" y="16573"/>
                            </a:cubicBezTo>
                            <a:cubicBezTo>
                              <a:pt x="40100" y="15621"/>
                              <a:pt x="38766" y="15430"/>
                              <a:pt x="37338" y="14954"/>
                            </a:cubicBezTo>
                            <a:lnTo>
                              <a:pt x="32956" y="13621"/>
                            </a:lnTo>
                            <a:cubicBezTo>
                              <a:pt x="21145" y="9811"/>
                              <a:pt x="9144" y="4286"/>
                              <a:pt x="0" y="0"/>
                            </a:cubicBezTo>
                            <a:cubicBezTo>
                              <a:pt x="9906" y="4572"/>
                              <a:pt x="21241" y="8382"/>
                              <a:pt x="32385" y="11239"/>
                            </a:cubicBezTo>
                            <a:cubicBezTo>
                              <a:pt x="35147" y="11906"/>
                              <a:pt x="37909" y="12478"/>
                              <a:pt x="40767" y="13144"/>
                            </a:cubicBezTo>
                            <a:cubicBezTo>
                              <a:pt x="43624" y="13811"/>
                              <a:pt x="47625" y="15335"/>
                              <a:pt x="50578" y="16002"/>
                            </a:cubicBezTo>
                            <a:cubicBezTo>
                              <a:pt x="56769" y="17812"/>
                              <a:pt x="62007" y="18192"/>
                              <a:pt x="66198" y="1790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06" name="Forme libre : forme 11305">
                        <a:extLst>
                          <a:ext uri="{FF2B5EF4-FFF2-40B4-BE49-F238E27FC236}">
                            <a16:creationId xmlns:a16="http://schemas.microsoft.com/office/drawing/2014/main" id="{482162B8-8260-498B-A059-07A10BE640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50168" y="2651467"/>
                        <a:ext cx="71628" cy="19152"/>
                      </a:xfrm>
                      <a:custGeom>
                        <a:avLst/>
                        <a:gdLst>
                          <a:gd name="connsiteX0" fmla="*/ 71628 w 71628"/>
                          <a:gd name="connsiteY0" fmla="*/ 19152 h 19152"/>
                          <a:gd name="connsiteX1" fmla="*/ 0 w 71628"/>
                          <a:gd name="connsiteY1" fmla="*/ 293 h 19152"/>
                          <a:gd name="connsiteX2" fmla="*/ 71628 w 71628"/>
                          <a:gd name="connsiteY2" fmla="*/ 19152 h 191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1628" h="19152">
                            <a:moveTo>
                              <a:pt x="71628" y="19152"/>
                            </a:moveTo>
                            <a:cubicBezTo>
                              <a:pt x="48482" y="3722"/>
                              <a:pt x="21431" y="-850"/>
                              <a:pt x="0" y="293"/>
                            </a:cubicBezTo>
                            <a:cubicBezTo>
                              <a:pt x="20002" y="-1898"/>
                              <a:pt x="50197" y="8580"/>
                              <a:pt x="71628" y="1915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07" name="Forme libre : forme 11306">
                        <a:extLst>
                          <a:ext uri="{FF2B5EF4-FFF2-40B4-BE49-F238E27FC236}">
                            <a16:creationId xmlns:a16="http://schemas.microsoft.com/office/drawing/2014/main" id="{0BBA8091-58B5-4E64-B649-82FC61A79F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31735" y="2716802"/>
                        <a:ext cx="26247" cy="25914"/>
                      </a:xfrm>
                      <a:custGeom>
                        <a:avLst/>
                        <a:gdLst>
                          <a:gd name="connsiteX0" fmla="*/ 25209 w 26247"/>
                          <a:gd name="connsiteY0" fmla="*/ 25826 h 25914"/>
                          <a:gd name="connsiteX1" fmla="*/ 8254 w 26247"/>
                          <a:gd name="connsiteY1" fmla="*/ 13634 h 25914"/>
                          <a:gd name="connsiteX2" fmla="*/ 1206 w 26247"/>
                          <a:gd name="connsiteY2" fmla="*/ 108 h 25914"/>
                          <a:gd name="connsiteX3" fmla="*/ 17208 w 26247"/>
                          <a:gd name="connsiteY3" fmla="*/ 11634 h 25914"/>
                          <a:gd name="connsiteX4" fmla="*/ 25209 w 26247"/>
                          <a:gd name="connsiteY4" fmla="*/ 25826 h 259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6247" h="25914">
                            <a:moveTo>
                              <a:pt x="25209" y="25826"/>
                            </a:moveTo>
                            <a:cubicBezTo>
                              <a:pt x="21208" y="26969"/>
                              <a:pt x="11302" y="16682"/>
                              <a:pt x="8254" y="13634"/>
                            </a:cubicBezTo>
                            <a:cubicBezTo>
                              <a:pt x="5206" y="10491"/>
                              <a:pt x="-3081" y="1347"/>
                              <a:pt x="1206" y="108"/>
                            </a:cubicBezTo>
                            <a:cubicBezTo>
                              <a:pt x="5587" y="-1130"/>
                              <a:pt x="14446" y="8586"/>
                              <a:pt x="17208" y="11634"/>
                            </a:cubicBezTo>
                            <a:cubicBezTo>
                              <a:pt x="20160" y="14587"/>
                              <a:pt x="29304" y="24588"/>
                              <a:pt x="25209" y="2582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08" name="Forme libre : forme 11307">
                        <a:extLst>
                          <a:ext uri="{FF2B5EF4-FFF2-40B4-BE49-F238E27FC236}">
                            <a16:creationId xmlns:a16="http://schemas.microsoft.com/office/drawing/2014/main" id="{C0F4B9BB-67C1-4B72-9885-395E9EDAB9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54069" y="2738591"/>
                        <a:ext cx="7816" cy="7298"/>
                      </a:xfrm>
                      <a:custGeom>
                        <a:avLst/>
                        <a:gdLst>
                          <a:gd name="connsiteX0" fmla="*/ 7732 w 7816"/>
                          <a:gd name="connsiteY0" fmla="*/ 6894 h 7298"/>
                          <a:gd name="connsiteX1" fmla="*/ 3160 w 7816"/>
                          <a:gd name="connsiteY1" fmla="*/ 5180 h 7298"/>
                          <a:gd name="connsiteX2" fmla="*/ 112 w 7816"/>
                          <a:gd name="connsiteY2" fmla="*/ 418 h 7298"/>
                          <a:gd name="connsiteX3" fmla="*/ 4589 w 7816"/>
                          <a:gd name="connsiteY3" fmla="*/ 2037 h 7298"/>
                          <a:gd name="connsiteX4" fmla="*/ 7732 w 7816"/>
                          <a:gd name="connsiteY4" fmla="*/ 6894 h 72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16" h="7298">
                            <a:moveTo>
                              <a:pt x="7732" y="6894"/>
                            </a:moveTo>
                            <a:cubicBezTo>
                              <a:pt x="7066" y="8133"/>
                              <a:pt x="4398" y="6228"/>
                              <a:pt x="3160" y="5180"/>
                            </a:cubicBezTo>
                            <a:cubicBezTo>
                              <a:pt x="1922" y="4132"/>
                              <a:pt x="-555" y="1656"/>
                              <a:pt x="112" y="418"/>
                            </a:cubicBezTo>
                            <a:cubicBezTo>
                              <a:pt x="779" y="-821"/>
                              <a:pt x="3351" y="989"/>
                              <a:pt x="4589" y="2037"/>
                            </a:cubicBezTo>
                            <a:cubicBezTo>
                              <a:pt x="5827" y="3085"/>
                              <a:pt x="8303" y="5561"/>
                              <a:pt x="7732" y="689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309" name="Forme libre : forme 11308">
                        <a:extLst>
                          <a:ext uri="{FF2B5EF4-FFF2-40B4-BE49-F238E27FC236}">
                            <a16:creationId xmlns:a16="http://schemas.microsoft.com/office/drawing/2014/main" id="{CBA711E2-AB4B-47BE-86D1-9CBA72A226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4421" y="2700156"/>
                        <a:ext cx="51078" cy="77857"/>
                      </a:xfrm>
                      <a:custGeom>
                        <a:avLst/>
                        <a:gdLst>
                          <a:gd name="connsiteX0" fmla="*/ 45098 w 51078"/>
                          <a:gd name="connsiteY0" fmla="*/ 50282 h 77857"/>
                          <a:gd name="connsiteX1" fmla="*/ 47765 w 51078"/>
                          <a:gd name="connsiteY1" fmla="*/ 56950 h 77857"/>
                          <a:gd name="connsiteX2" fmla="*/ 49003 w 51078"/>
                          <a:gd name="connsiteY2" fmla="*/ 62189 h 77857"/>
                          <a:gd name="connsiteX3" fmla="*/ 51004 w 51078"/>
                          <a:gd name="connsiteY3" fmla="*/ 74381 h 77857"/>
                          <a:gd name="connsiteX4" fmla="*/ 43860 w 51078"/>
                          <a:gd name="connsiteY4" fmla="*/ 76000 h 77857"/>
                          <a:gd name="connsiteX5" fmla="*/ 37573 w 51078"/>
                          <a:gd name="connsiteY5" fmla="*/ 66284 h 77857"/>
                          <a:gd name="connsiteX6" fmla="*/ 22524 w 51078"/>
                          <a:gd name="connsiteY6" fmla="*/ 36185 h 77857"/>
                          <a:gd name="connsiteX7" fmla="*/ 2236 w 51078"/>
                          <a:gd name="connsiteY7" fmla="*/ 85 h 77857"/>
                          <a:gd name="connsiteX8" fmla="*/ 37002 w 51078"/>
                          <a:gd name="connsiteY8" fmla="*/ 28756 h 77857"/>
                          <a:gd name="connsiteX9" fmla="*/ 45098 w 51078"/>
                          <a:gd name="connsiteY9" fmla="*/ 50282 h 77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1078" h="77857">
                            <a:moveTo>
                              <a:pt x="45098" y="50282"/>
                            </a:moveTo>
                            <a:cubicBezTo>
                              <a:pt x="46051" y="52664"/>
                              <a:pt x="46908" y="54854"/>
                              <a:pt x="47765" y="56950"/>
                            </a:cubicBezTo>
                            <a:cubicBezTo>
                              <a:pt x="48623" y="59141"/>
                              <a:pt x="48527" y="60379"/>
                              <a:pt x="49003" y="62189"/>
                            </a:cubicBezTo>
                            <a:cubicBezTo>
                              <a:pt x="49670" y="65713"/>
                              <a:pt x="50337" y="69523"/>
                              <a:pt x="51004" y="74381"/>
                            </a:cubicBezTo>
                            <a:cubicBezTo>
                              <a:pt x="51671" y="78095"/>
                              <a:pt x="47765" y="79143"/>
                              <a:pt x="43860" y="76000"/>
                            </a:cubicBezTo>
                            <a:cubicBezTo>
                              <a:pt x="39955" y="72952"/>
                              <a:pt x="38717" y="69523"/>
                              <a:pt x="37573" y="66284"/>
                            </a:cubicBezTo>
                            <a:cubicBezTo>
                              <a:pt x="33859" y="56093"/>
                              <a:pt x="28715" y="46568"/>
                              <a:pt x="22524" y="36185"/>
                            </a:cubicBezTo>
                            <a:cubicBezTo>
                              <a:pt x="18809" y="29708"/>
                              <a:pt x="-7765" y="1610"/>
                              <a:pt x="2236" y="85"/>
                            </a:cubicBezTo>
                            <a:cubicBezTo>
                              <a:pt x="12523" y="-1534"/>
                              <a:pt x="31954" y="20278"/>
                              <a:pt x="37002" y="28756"/>
                            </a:cubicBezTo>
                            <a:cubicBezTo>
                              <a:pt x="42336" y="37424"/>
                              <a:pt x="42146" y="43139"/>
                              <a:pt x="45098" y="5028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55" name="Graphique 1">
                      <a:extLst>
                        <a:ext uri="{FF2B5EF4-FFF2-40B4-BE49-F238E27FC236}">
                          <a16:creationId xmlns:a16="http://schemas.microsoft.com/office/drawing/2014/main" id="{43865AE0-BAAF-49B5-926E-AC6C5857C2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802301" y="2628635"/>
                      <a:ext cx="125004" cy="184370"/>
                      <a:chOff x="6802301" y="2628635"/>
                      <a:chExt cx="125004" cy="184370"/>
                    </a:xfrm>
                    <a:solidFill>
                      <a:schemeClr val="accent1"/>
                    </a:solidFill>
                  </p:grpSpPr>
                  <p:sp>
                    <p:nvSpPr>
                      <p:cNvPr id="11286" name="Forme libre : forme 11285">
                        <a:extLst>
                          <a:ext uri="{FF2B5EF4-FFF2-40B4-BE49-F238E27FC236}">
                            <a16:creationId xmlns:a16="http://schemas.microsoft.com/office/drawing/2014/main" id="{D459C4EB-9436-4FD6-94CB-60DDB6EE26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02301" y="2628635"/>
                        <a:ext cx="125004" cy="184370"/>
                      </a:xfrm>
                      <a:custGeom>
                        <a:avLst/>
                        <a:gdLst>
                          <a:gd name="connsiteX0" fmla="*/ 114853 w 125004"/>
                          <a:gd name="connsiteY0" fmla="*/ 78751 h 184370"/>
                          <a:gd name="connsiteX1" fmla="*/ 77897 w 125004"/>
                          <a:gd name="connsiteY1" fmla="*/ 141520 h 184370"/>
                          <a:gd name="connsiteX2" fmla="*/ 71705 w 125004"/>
                          <a:gd name="connsiteY2" fmla="*/ 149426 h 184370"/>
                          <a:gd name="connsiteX3" fmla="*/ 68562 w 125004"/>
                          <a:gd name="connsiteY3" fmla="*/ 152951 h 184370"/>
                          <a:gd name="connsiteX4" fmla="*/ 63323 w 125004"/>
                          <a:gd name="connsiteY4" fmla="*/ 159142 h 184370"/>
                          <a:gd name="connsiteX5" fmla="*/ 44178 w 125004"/>
                          <a:gd name="connsiteY5" fmla="*/ 178382 h 184370"/>
                          <a:gd name="connsiteX6" fmla="*/ 21318 w 125004"/>
                          <a:gd name="connsiteY6" fmla="*/ 183907 h 184370"/>
                          <a:gd name="connsiteX7" fmla="*/ 2649 w 125004"/>
                          <a:gd name="connsiteY7" fmla="*/ 167524 h 184370"/>
                          <a:gd name="connsiteX8" fmla="*/ 4935 w 125004"/>
                          <a:gd name="connsiteY8" fmla="*/ 143044 h 184370"/>
                          <a:gd name="connsiteX9" fmla="*/ 11031 w 125004"/>
                          <a:gd name="connsiteY9" fmla="*/ 131424 h 184370"/>
                          <a:gd name="connsiteX10" fmla="*/ 10745 w 125004"/>
                          <a:gd name="connsiteY10" fmla="*/ 118375 h 184370"/>
                          <a:gd name="connsiteX11" fmla="*/ 9126 w 125004"/>
                          <a:gd name="connsiteY11" fmla="*/ 112945 h 184370"/>
                          <a:gd name="connsiteX12" fmla="*/ 9317 w 125004"/>
                          <a:gd name="connsiteY12" fmla="*/ 111326 h 184370"/>
                          <a:gd name="connsiteX13" fmla="*/ 11222 w 125004"/>
                          <a:gd name="connsiteY13" fmla="*/ 107326 h 184370"/>
                          <a:gd name="connsiteX14" fmla="*/ 15698 w 125004"/>
                          <a:gd name="connsiteY14" fmla="*/ 98944 h 184370"/>
                          <a:gd name="connsiteX15" fmla="*/ 47226 w 125004"/>
                          <a:gd name="connsiteY15" fmla="*/ 45794 h 184370"/>
                          <a:gd name="connsiteX16" fmla="*/ 98184 w 125004"/>
                          <a:gd name="connsiteY16" fmla="*/ 1694 h 184370"/>
                          <a:gd name="connsiteX17" fmla="*/ 118663 w 125004"/>
                          <a:gd name="connsiteY17" fmla="*/ 6837 h 184370"/>
                          <a:gd name="connsiteX18" fmla="*/ 114853 w 125004"/>
                          <a:gd name="connsiteY18" fmla="*/ 78751 h 1843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25004" h="184370">
                            <a:moveTo>
                              <a:pt x="114853" y="78751"/>
                            </a:moveTo>
                            <a:cubicBezTo>
                              <a:pt x="107805" y="94658"/>
                              <a:pt x="88755" y="127138"/>
                              <a:pt x="77897" y="141520"/>
                            </a:cubicBezTo>
                            <a:cubicBezTo>
                              <a:pt x="75801" y="144378"/>
                              <a:pt x="73706" y="146950"/>
                              <a:pt x="71705" y="149426"/>
                            </a:cubicBezTo>
                            <a:lnTo>
                              <a:pt x="68562" y="152951"/>
                            </a:lnTo>
                            <a:lnTo>
                              <a:pt x="63323" y="159142"/>
                            </a:lnTo>
                            <a:cubicBezTo>
                              <a:pt x="56465" y="167238"/>
                              <a:pt x="49988" y="173525"/>
                              <a:pt x="44178" y="178382"/>
                            </a:cubicBezTo>
                            <a:cubicBezTo>
                              <a:pt x="35320" y="184097"/>
                              <a:pt x="27604" y="185145"/>
                              <a:pt x="21318" y="183907"/>
                            </a:cubicBezTo>
                            <a:cubicBezTo>
                              <a:pt x="13222" y="182287"/>
                              <a:pt x="7221" y="175144"/>
                              <a:pt x="2649" y="167524"/>
                            </a:cubicBezTo>
                            <a:cubicBezTo>
                              <a:pt x="-2876" y="158189"/>
                              <a:pt x="1411" y="146950"/>
                              <a:pt x="4935" y="143044"/>
                            </a:cubicBezTo>
                            <a:cubicBezTo>
                              <a:pt x="7792" y="139806"/>
                              <a:pt x="10078" y="136949"/>
                              <a:pt x="11031" y="131424"/>
                            </a:cubicBezTo>
                            <a:cubicBezTo>
                              <a:pt x="11412" y="125709"/>
                              <a:pt x="11222" y="121423"/>
                              <a:pt x="10745" y="118375"/>
                            </a:cubicBezTo>
                            <a:cubicBezTo>
                              <a:pt x="10364" y="115803"/>
                              <a:pt x="9697" y="114089"/>
                              <a:pt x="9126" y="112945"/>
                            </a:cubicBezTo>
                            <a:cubicBezTo>
                              <a:pt x="9126" y="112469"/>
                              <a:pt x="8364" y="113041"/>
                              <a:pt x="9317" y="111326"/>
                            </a:cubicBezTo>
                            <a:lnTo>
                              <a:pt x="11222" y="107326"/>
                            </a:lnTo>
                            <a:cubicBezTo>
                              <a:pt x="12555" y="104659"/>
                              <a:pt x="14079" y="101801"/>
                              <a:pt x="15698" y="98944"/>
                            </a:cubicBezTo>
                            <a:cubicBezTo>
                              <a:pt x="23604" y="85609"/>
                              <a:pt x="39130" y="59320"/>
                              <a:pt x="47226" y="45794"/>
                            </a:cubicBezTo>
                            <a:cubicBezTo>
                              <a:pt x="62085" y="20553"/>
                              <a:pt x="77991" y="11219"/>
                              <a:pt x="98184" y="1694"/>
                            </a:cubicBezTo>
                            <a:cubicBezTo>
                              <a:pt x="105043" y="-1640"/>
                              <a:pt x="115615" y="-116"/>
                              <a:pt x="118663" y="6837"/>
                            </a:cubicBezTo>
                            <a:cubicBezTo>
                              <a:pt x="127141" y="26649"/>
                              <a:pt x="128284" y="49128"/>
                              <a:pt x="114853" y="7875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87" name="Forme libre : forme 11286">
                        <a:extLst>
                          <a:ext uri="{FF2B5EF4-FFF2-40B4-BE49-F238E27FC236}">
                            <a16:creationId xmlns:a16="http://schemas.microsoft.com/office/drawing/2014/main" id="{29D120FA-4FBC-4260-BBFB-44672135C4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02405" y="2635091"/>
                        <a:ext cx="124602" cy="177736"/>
                      </a:xfrm>
                      <a:custGeom>
                        <a:avLst/>
                        <a:gdLst>
                          <a:gd name="connsiteX0" fmla="*/ 61028 w 124602"/>
                          <a:gd name="connsiteY0" fmla="*/ 111252 h 177736"/>
                          <a:gd name="connsiteX1" fmla="*/ 49312 w 124602"/>
                          <a:gd name="connsiteY1" fmla="*/ 130302 h 177736"/>
                          <a:gd name="connsiteX2" fmla="*/ 45598 w 124602"/>
                          <a:gd name="connsiteY2" fmla="*/ 135541 h 177736"/>
                          <a:gd name="connsiteX3" fmla="*/ 41407 w 124602"/>
                          <a:gd name="connsiteY3" fmla="*/ 141256 h 177736"/>
                          <a:gd name="connsiteX4" fmla="*/ 32834 w 124602"/>
                          <a:gd name="connsiteY4" fmla="*/ 151733 h 177736"/>
                          <a:gd name="connsiteX5" fmla="*/ 24643 w 124602"/>
                          <a:gd name="connsiteY5" fmla="*/ 158972 h 177736"/>
                          <a:gd name="connsiteX6" fmla="*/ 20737 w 124602"/>
                          <a:gd name="connsiteY6" fmla="*/ 161639 h 177736"/>
                          <a:gd name="connsiteX7" fmla="*/ 16356 w 124602"/>
                          <a:gd name="connsiteY7" fmla="*/ 163068 h 177736"/>
                          <a:gd name="connsiteX8" fmla="*/ 68 w 124602"/>
                          <a:gd name="connsiteY8" fmla="*/ 149162 h 177736"/>
                          <a:gd name="connsiteX9" fmla="*/ 2545 w 124602"/>
                          <a:gd name="connsiteY9" fmla="*/ 160877 h 177736"/>
                          <a:gd name="connsiteX10" fmla="*/ 12260 w 124602"/>
                          <a:gd name="connsiteY10" fmla="*/ 172784 h 177736"/>
                          <a:gd name="connsiteX11" fmla="*/ 19880 w 124602"/>
                          <a:gd name="connsiteY11" fmla="*/ 176975 h 177736"/>
                          <a:gd name="connsiteX12" fmla="*/ 27119 w 124602"/>
                          <a:gd name="connsiteY12" fmla="*/ 177737 h 177736"/>
                          <a:gd name="connsiteX13" fmla="*/ 35120 w 124602"/>
                          <a:gd name="connsiteY13" fmla="*/ 176308 h 177736"/>
                          <a:gd name="connsiteX14" fmla="*/ 44074 w 124602"/>
                          <a:gd name="connsiteY14" fmla="*/ 171736 h 177736"/>
                          <a:gd name="connsiteX15" fmla="*/ 51884 w 124602"/>
                          <a:gd name="connsiteY15" fmla="*/ 164687 h 177736"/>
                          <a:gd name="connsiteX16" fmla="*/ 67695 w 124602"/>
                          <a:gd name="connsiteY16" fmla="*/ 147256 h 177736"/>
                          <a:gd name="connsiteX17" fmla="*/ 77697 w 124602"/>
                          <a:gd name="connsiteY17" fmla="*/ 135064 h 177736"/>
                          <a:gd name="connsiteX18" fmla="*/ 84364 w 124602"/>
                          <a:gd name="connsiteY18" fmla="*/ 125444 h 177736"/>
                          <a:gd name="connsiteX19" fmla="*/ 112273 w 124602"/>
                          <a:gd name="connsiteY19" fmla="*/ 77153 h 177736"/>
                          <a:gd name="connsiteX20" fmla="*/ 114559 w 124602"/>
                          <a:gd name="connsiteY20" fmla="*/ 72295 h 177736"/>
                          <a:gd name="connsiteX21" fmla="*/ 123702 w 124602"/>
                          <a:gd name="connsiteY21" fmla="*/ 43339 h 177736"/>
                          <a:gd name="connsiteX22" fmla="*/ 121703 w 124602"/>
                          <a:gd name="connsiteY22" fmla="*/ 10001 h 177736"/>
                          <a:gd name="connsiteX23" fmla="*/ 118178 w 124602"/>
                          <a:gd name="connsiteY23" fmla="*/ 286 h 177736"/>
                          <a:gd name="connsiteX24" fmla="*/ 117988 w 124602"/>
                          <a:gd name="connsiteY24" fmla="*/ 0 h 177736"/>
                          <a:gd name="connsiteX25" fmla="*/ 61028 w 124602"/>
                          <a:gd name="connsiteY25" fmla="*/ 111252 h 1777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124602" h="177736">
                            <a:moveTo>
                              <a:pt x="61028" y="111252"/>
                            </a:moveTo>
                            <a:cubicBezTo>
                              <a:pt x="57409" y="117634"/>
                              <a:pt x="53503" y="124111"/>
                              <a:pt x="49312" y="130302"/>
                            </a:cubicBezTo>
                            <a:lnTo>
                              <a:pt x="45598" y="135541"/>
                            </a:lnTo>
                            <a:lnTo>
                              <a:pt x="41407" y="141256"/>
                            </a:lnTo>
                            <a:cubicBezTo>
                              <a:pt x="38644" y="144971"/>
                              <a:pt x="35692" y="148495"/>
                              <a:pt x="32834" y="151733"/>
                            </a:cubicBezTo>
                            <a:cubicBezTo>
                              <a:pt x="30072" y="154400"/>
                              <a:pt x="27309" y="157258"/>
                              <a:pt x="24643" y="158972"/>
                            </a:cubicBezTo>
                            <a:cubicBezTo>
                              <a:pt x="23309" y="159925"/>
                              <a:pt x="21976" y="160877"/>
                              <a:pt x="20737" y="161639"/>
                            </a:cubicBezTo>
                            <a:cubicBezTo>
                              <a:pt x="19499" y="162401"/>
                              <a:pt x="18261" y="163354"/>
                              <a:pt x="16356" y="163068"/>
                            </a:cubicBezTo>
                            <a:cubicBezTo>
                              <a:pt x="9212" y="161449"/>
                              <a:pt x="3974" y="154972"/>
                              <a:pt x="68" y="149162"/>
                            </a:cubicBezTo>
                            <a:cubicBezTo>
                              <a:pt x="-217" y="152876"/>
                              <a:pt x="354" y="157067"/>
                              <a:pt x="2545" y="160877"/>
                            </a:cubicBezTo>
                            <a:cubicBezTo>
                              <a:pt x="5211" y="165449"/>
                              <a:pt x="8450" y="169640"/>
                              <a:pt x="12260" y="172784"/>
                            </a:cubicBezTo>
                            <a:cubicBezTo>
                              <a:pt x="14451" y="174688"/>
                              <a:pt x="17023" y="176213"/>
                              <a:pt x="19880" y="176975"/>
                            </a:cubicBezTo>
                            <a:cubicBezTo>
                              <a:pt x="22642" y="177641"/>
                              <a:pt x="24547" y="177546"/>
                              <a:pt x="27119" y="177737"/>
                            </a:cubicBezTo>
                            <a:cubicBezTo>
                              <a:pt x="29595" y="177355"/>
                              <a:pt x="32358" y="177451"/>
                              <a:pt x="35120" y="176308"/>
                            </a:cubicBezTo>
                            <a:cubicBezTo>
                              <a:pt x="37883" y="175070"/>
                              <a:pt x="40930" y="173641"/>
                              <a:pt x="44074" y="171736"/>
                            </a:cubicBezTo>
                            <a:cubicBezTo>
                              <a:pt x="46550" y="169736"/>
                              <a:pt x="49122" y="167354"/>
                              <a:pt x="51884" y="164687"/>
                            </a:cubicBezTo>
                            <a:cubicBezTo>
                              <a:pt x="56933" y="159925"/>
                              <a:pt x="62076" y="153924"/>
                              <a:pt x="67695" y="147256"/>
                            </a:cubicBezTo>
                            <a:cubicBezTo>
                              <a:pt x="71410" y="142970"/>
                              <a:pt x="74363" y="139732"/>
                              <a:pt x="77697" y="135064"/>
                            </a:cubicBezTo>
                            <a:cubicBezTo>
                              <a:pt x="79602" y="132397"/>
                              <a:pt x="81983" y="129064"/>
                              <a:pt x="84364" y="125444"/>
                            </a:cubicBezTo>
                            <a:cubicBezTo>
                              <a:pt x="93889" y="111157"/>
                              <a:pt x="105701" y="90678"/>
                              <a:pt x="112273" y="77153"/>
                            </a:cubicBezTo>
                            <a:cubicBezTo>
                              <a:pt x="113130" y="75438"/>
                              <a:pt x="113892" y="73724"/>
                              <a:pt x="114559" y="72295"/>
                            </a:cubicBezTo>
                            <a:cubicBezTo>
                              <a:pt x="119417" y="61817"/>
                              <a:pt x="122274" y="52197"/>
                              <a:pt x="123702" y="43339"/>
                            </a:cubicBezTo>
                            <a:cubicBezTo>
                              <a:pt x="125512" y="31052"/>
                              <a:pt x="124465" y="20193"/>
                              <a:pt x="121703" y="10001"/>
                            </a:cubicBezTo>
                            <a:cubicBezTo>
                              <a:pt x="120750" y="6668"/>
                              <a:pt x="119607" y="3524"/>
                              <a:pt x="118178" y="286"/>
                            </a:cubicBezTo>
                            <a:lnTo>
                              <a:pt x="117988" y="0"/>
                            </a:lnTo>
                            <a:cubicBezTo>
                              <a:pt x="102081" y="38481"/>
                              <a:pt x="80840" y="75629"/>
                              <a:pt x="61028" y="11125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88" name="Forme libre : forme 11287">
                        <a:extLst>
                          <a:ext uri="{FF2B5EF4-FFF2-40B4-BE49-F238E27FC236}">
                            <a16:creationId xmlns:a16="http://schemas.microsoft.com/office/drawing/2014/main" id="{D017D138-A7F4-4E13-A914-9F592CA8B9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47694" y="2665260"/>
                        <a:ext cx="53459" cy="83890"/>
                      </a:xfrm>
                      <a:custGeom>
                        <a:avLst/>
                        <a:gdLst>
                          <a:gd name="connsiteX0" fmla="*/ 50410 w 53459"/>
                          <a:gd name="connsiteY0" fmla="*/ 311 h 83890"/>
                          <a:gd name="connsiteX1" fmla="*/ 38123 w 53459"/>
                          <a:gd name="connsiteY1" fmla="*/ 50507 h 83890"/>
                          <a:gd name="connsiteX2" fmla="*/ 2690 w 53459"/>
                          <a:gd name="connsiteY2" fmla="*/ 83083 h 83890"/>
                          <a:gd name="connsiteX3" fmla="*/ 16406 w 53459"/>
                          <a:gd name="connsiteY3" fmla="*/ 38506 h 83890"/>
                          <a:gd name="connsiteX4" fmla="*/ 50410 w 53459"/>
                          <a:gd name="connsiteY4" fmla="*/ 311 h 8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3459" h="83890">
                            <a:moveTo>
                              <a:pt x="50410" y="311"/>
                            </a:moveTo>
                            <a:cubicBezTo>
                              <a:pt x="59935" y="4311"/>
                              <a:pt x="44695" y="39458"/>
                              <a:pt x="38123" y="50507"/>
                            </a:cubicBezTo>
                            <a:cubicBezTo>
                              <a:pt x="32027" y="61842"/>
                              <a:pt x="12215" y="88893"/>
                              <a:pt x="2690" y="83083"/>
                            </a:cubicBezTo>
                            <a:cubicBezTo>
                              <a:pt x="-6549" y="77463"/>
                              <a:pt x="10500" y="48507"/>
                              <a:pt x="16406" y="38506"/>
                            </a:cubicBezTo>
                            <a:cubicBezTo>
                              <a:pt x="22788" y="28790"/>
                              <a:pt x="41267" y="-3499"/>
                              <a:pt x="50410" y="31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89" name="Forme libre : forme 11288">
                        <a:extLst>
                          <a:ext uri="{FF2B5EF4-FFF2-40B4-BE49-F238E27FC236}">
                            <a16:creationId xmlns:a16="http://schemas.microsoft.com/office/drawing/2014/main" id="{6C366FE5-8649-4E62-9DF6-CC3AA90014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47338" y="2696432"/>
                        <a:ext cx="47241" cy="52668"/>
                      </a:xfrm>
                      <a:custGeom>
                        <a:avLst/>
                        <a:gdLst>
                          <a:gd name="connsiteX0" fmla="*/ 5237 w 47241"/>
                          <a:gd name="connsiteY0" fmla="*/ 29813 h 52668"/>
                          <a:gd name="connsiteX1" fmla="*/ 2760 w 47241"/>
                          <a:gd name="connsiteY1" fmla="*/ 52388 h 52668"/>
                          <a:gd name="connsiteX2" fmla="*/ 38765 w 47241"/>
                          <a:gd name="connsiteY2" fmla="*/ 18860 h 52668"/>
                          <a:gd name="connsiteX3" fmla="*/ 47242 w 47241"/>
                          <a:gd name="connsiteY3" fmla="*/ 0 h 52668"/>
                          <a:gd name="connsiteX4" fmla="*/ 41336 w 47241"/>
                          <a:gd name="connsiteY4" fmla="*/ 9335 h 52668"/>
                          <a:gd name="connsiteX5" fmla="*/ 5237 w 47241"/>
                          <a:gd name="connsiteY5" fmla="*/ 29813 h 5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7241" h="52668">
                            <a:moveTo>
                              <a:pt x="5237" y="29813"/>
                            </a:moveTo>
                            <a:cubicBezTo>
                              <a:pt x="3808" y="35909"/>
                              <a:pt x="-4098" y="50578"/>
                              <a:pt x="2760" y="52388"/>
                            </a:cubicBezTo>
                            <a:cubicBezTo>
                              <a:pt x="14000" y="55436"/>
                              <a:pt x="30764" y="32956"/>
                              <a:pt x="38765" y="18860"/>
                            </a:cubicBezTo>
                            <a:cubicBezTo>
                              <a:pt x="41146" y="14764"/>
                              <a:pt x="45527" y="5048"/>
                              <a:pt x="47242" y="0"/>
                            </a:cubicBezTo>
                            <a:cubicBezTo>
                              <a:pt x="45718" y="2667"/>
                              <a:pt x="43241" y="7144"/>
                              <a:pt x="41336" y="9335"/>
                            </a:cubicBezTo>
                            <a:cubicBezTo>
                              <a:pt x="30478" y="22003"/>
                              <a:pt x="16000" y="35338"/>
                              <a:pt x="5237" y="29813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90" name="Forme libre : forme 11289">
                        <a:extLst>
                          <a:ext uri="{FF2B5EF4-FFF2-40B4-BE49-F238E27FC236}">
                            <a16:creationId xmlns:a16="http://schemas.microsoft.com/office/drawing/2014/main" id="{55C2AAA7-2852-472B-BD3C-24DEFDE49E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52528" y="2661203"/>
                        <a:ext cx="52621" cy="85252"/>
                      </a:xfrm>
                      <a:custGeom>
                        <a:avLst/>
                        <a:gdLst>
                          <a:gd name="connsiteX0" fmla="*/ 50053 w 52621"/>
                          <a:gd name="connsiteY0" fmla="*/ 844 h 85252"/>
                          <a:gd name="connsiteX1" fmla="*/ 38146 w 52621"/>
                          <a:gd name="connsiteY1" fmla="*/ 52088 h 85252"/>
                          <a:gd name="connsiteX2" fmla="*/ 2904 w 52621"/>
                          <a:gd name="connsiteY2" fmla="*/ 84568 h 85252"/>
                          <a:gd name="connsiteX3" fmla="*/ 16429 w 52621"/>
                          <a:gd name="connsiteY3" fmla="*/ 39896 h 85252"/>
                          <a:gd name="connsiteX4" fmla="*/ 32526 w 52621"/>
                          <a:gd name="connsiteY4" fmla="*/ 14369 h 85252"/>
                          <a:gd name="connsiteX5" fmla="*/ 50053 w 52621"/>
                          <a:gd name="connsiteY5" fmla="*/ 844 h 852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621" h="85252">
                            <a:moveTo>
                              <a:pt x="50053" y="844"/>
                            </a:moveTo>
                            <a:cubicBezTo>
                              <a:pt x="58244" y="7797"/>
                              <a:pt x="44814" y="39896"/>
                              <a:pt x="38146" y="52088"/>
                            </a:cubicBezTo>
                            <a:cubicBezTo>
                              <a:pt x="31859" y="64566"/>
                              <a:pt x="13000" y="89712"/>
                              <a:pt x="2904" y="84568"/>
                            </a:cubicBezTo>
                            <a:cubicBezTo>
                              <a:pt x="-7002" y="79520"/>
                              <a:pt x="11190" y="49421"/>
                              <a:pt x="16429" y="39896"/>
                            </a:cubicBezTo>
                            <a:cubicBezTo>
                              <a:pt x="19096" y="35133"/>
                              <a:pt x="25859" y="23894"/>
                              <a:pt x="32526" y="14369"/>
                            </a:cubicBezTo>
                            <a:cubicBezTo>
                              <a:pt x="39194" y="4939"/>
                              <a:pt x="46147" y="-2585"/>
                              <a:pt x="50053" y="84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91" name="Forme libre : forme 11290">
                        <a:extLst>
                          <a:ext uri="{FF2B5EF4-FFF2-40B4-BE49-F238E27FC236}">
                            <a16:creationId xmlns:a16="http://schemas.microsoft.com/office/drawing/2014/main" id="{973E14B4-671F-48D3-8C98-46187C3F01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21468" y="2691082"/>
                        <a:ext cx="83667" cy="98754"/>
                      </a:xfrm>
                      <a:custGeom>
                        <a:avLst/>
                        <a:gdLst>
                          <a:gd name="connsiteX0" fmla="*/ 3484 w 83667"/>
                          <a:gd name="connsiteY0" fmla="*/ 95171 h 98754"/>
                          <a:gd name="connsiteX1" fmla="*/ 14818 w 83667"/>
                          <a:gd name="connsiteY1" fmla="*/ 97742 h 98754"/>
                          <a:gd name="connsiteX2" fmla="*/ 18057 w 83667"/>
                          <a:gd name="connsiteY2" fmla="*/ 96218 h 98754"/>
                          <a:gd name="connsiteX3" fmla="*/ 29868 w 83667"/>
                          <a:gd name="connsiteY3" fmla="*/ 88979 h 98754"/>
                          <a:gd name="connsiteX4" fmla="*/ 41203 w 83667"/>
                          <a:gd name="connsiteY4" fmla="*/ 80597 h 98754"/>
                          <a:gd name="connsiteX5" fmla="*/ 59872 w 83667"/>
                          <a:gd name="connsiteY5" fmla="*/ 63548 h 98754"/>
                          <a:gd name="connsiteX6" fmla="*/ 82160 w 83667"/>
                          <a:gd name="connsiteY6" fmla="*/ 21257 h 98754"/>
                          <a:gd name="connsiteX7" fmla="*/ 77874 w 83667"/>
                          <a:gd name="connsiteY7" fmla="*/ 16 h 98754"/>
                          <a:gd name="connsiteX8" fmla="*/ 65682 w 83667"/>
                          <a:gd name="connsiteY8" fmla="*/ 10493 h 98754"/>
                          <a:gd name="connsiteX9" fmla="*/ 33107 w 83667"/>
                          <a:gd name="connsiteY9" fmla="*/ 38402 h 98754"/>
                          <a:gd name="connsiteX10" fmla="*/ 15581 w 83667"/>
                          <a:gd name="connsiteY10" fmla="*/ 48593 h 98754"/>
                          <a:gd name="connsiteX11" fmla="*/ 7199 w 83667"/>
                          <a:gd name="connsiteY11" fmla="*/ 55451 h 98754"/>
                          <a:gd name="connsiteX12" fmla="*/ 3579 w 83667"/>
                          <a:gd name="connsiteY12" fmla="*/ 59642 h 98754"/>
                          <a:gd name="connsiteX13" fmla="*/ 1865 w 83667"/>
                          <a:gd name="connsiteY13" fmla="*/ 62404 h 98754"/>
                          <a:gd name="connsiteX14" fmla="*/ 150 w 83667"/>
                          <a:gd name="connsiteY14" fmla="*/ 71453 h 98754"/>
                          <a:gd name="connsiteX15" fmla="*/ 3484 w 83667"/>
                          <a:gd name="connsiteY15" fmla="*/ 95171 h 98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83667" h="98754">
                            <a:moveTo>
                              <a:pt x="3484" y="95171"/>
                            </a:moveTo>
                            <a:cubicBezTo>
                              <a:pt x="6818" y="99076"/>
                              <a:pt x="9199" y="99552"/>
                              <a:pt x="14818" y="97742"/>
                            </a:cubicBezTo>
                            <a:cubicBezTo>
                              <a:pt x="15771" y="97361"/>
                              <a:pt x="16819" y="96790"/>
                              <a:pt x="18057" y="96218"/>
                            </a:cubicBezTo>
                            <a:cubicBezTo>
                              <a:pt x="21867" y="94218"/>
                              <a:pt x="25772" y="91837"/>
                              <a:pt x="29868" y="88979"/>
                            </a:cubicBezTo>
                            <a:cubicBezTo>
                              <a:pt x="33868" y="86217"/>
                              <a:pt x="38536" y="82121"/>
                              <a:pt x="41203" y="80597"/>
                            </a:cubicBezTo>
                            <a:cubicBezTo>
                              <a:pt x="47489" y="76311"/>
                              <a:pt x="53585" y="71072"/>
                              <a:pt x="59872" y="63548"/>
                            </a:cubicBezTo>
                            <a:cubicBezTo>
                              <a:pt x="70349" y="51165"/>
                              <a:pt x="78922" y="34877"/>
                              <a:pt x="82160" y="21257"/>
                            </a:cubicBezTo>
                            <a:cubicBezTo>
                              <a:pt x="84732" y="11160"/>
                              <a:pt x="84446" y="587"/>
                              <a:pt x="77874" y="16"/>
                            </a:cubicBezTo>
                            <a:cubicBezTo>
                              <a:pt x="73778" y="-365"/>
                              <a:pt x="70063" y="6207"/>
                              <a:pt x="65682" y="10493"/>
                            </a:cubicBezTo>
                            <a:cubicBezTo>
                              <a:pt x="55490" y="20780"/>
                              <a:pt x="45870" y="30686"/>
                              <a:pt x="33107" y="38402"/>
                            </a:cubicBezTo>
                            <a:cubicBezTo>
                              <a:pt x="27678" y="41640"/>
                              <a:pt x="21486" y="44593"/>
                              <a:pt x="15581" y="48593"/>
                            </a:cubicBezTo>
                            <a:cubicBezTo>
                              <a:pt x="12628" y="50594"/>
                              <a:pt x="9866" y="52784"/>
                              <a:pt x="7199" y="55451"/>
                            </a:cubicBezTo>
                            <a:cubicBezTo>
                              <a:pt x="5960" y="56690"/>
                              <a:pt x="4627" y="58309"/>
                              <a:pt x="3579" y="59642"/>
                            </a:cubicBezTo>
                            <a:cubicBezTo>
                              <a:pt x="2912" y="60500"/>
                              <a:pt x="2341" y="61357"/>
                              <a:pt x="1865" y="62404"/>
                            </a:cubicBezTo>
                            <a:cubicBezTo>
                              <a:pt x="817" y="64786"/>
                              <a:pt x="341" y="67834"/>
                              <a:pt x="150" y="71453"/>
                            </a:cubicBezTo>
                            <a:cubicBezTo>
                              <a:pt x="-231" y="78978"/>
                              <a:pt x="-136" y="90599"/>
                              <a:pt x="3484" y="9517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92" name="Forme libre : forme 11291">
                        <a:extLst>
                          <a:ext uri="{FF2B5EF4-FFF2-40B4-BE49-F238E27FC236}">
                            <a16:creationId xmlns:a16="http://schemas.microsoft.com/office/drawing/2014/main" id="{F5CE8C74-40D0-4E59-A0E2-FEF2A95106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30219" y="2724272"/>
                        <a:ext cx="17260" cy="35659"/>
                      </a:xfrm>
                      <a:custGeom>
                        <a:avLst/>
                        <a:gdLst>
                          <a:gd name="connsiteX0" fmla="*/ 67 w 17260"/>
                          <a:gd name="connsiteY0" fmla="*/ 31119 h 35659"/>
                          <a:gd name="connsiteX1" fmla="*/ 544 w 17260"/>
                          <a:gd name="connsiteY1" fmla="*/ 34929 h 35659"/>
                          <a:gd name="connsiteX2" fmla="*/ 3687 w 17260"/>
                          <a:gd name="connsiteY2" fmla="*/ 34548 h 35659"/>
                          <a:gd name="connsiteX3" fmla="*/ 7497 w 17260"/>
                          <a:gd name="connsiteY3" fmla="*/ 29024 h 35659"/>
                          <a:gd name="connsiteX4" fmla="*/ 15117 w 17260"/>
                          <a:gd name="connsiteY4" fmla="*/ 13403 h 35659"/>
                          <a:gd name="connsiteX5" fmla="*/ 17117 w 17260"/>
                          <a:gd name="connsiteY5" fmla="*/ 7402 h 35659"/>
                          <a:gd name="connsiteX6" fmla="*/ 8068 w 17260"/>
                          <a:gd name="connsiteY6" fmla="*/ 6068 h 35659"/>
                          <a:gd name="connsiteX7" fmla="*/ 67 w 17260"/>
                          <a:gd name="connsiteY7" fmla="*/ 31119 h 356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260" h="35659">
                            <a:moveTo>
                              <a:pt x="67" y="31119"/>
                            </a:moveTo>
                            <a:cubicBezTo>
                              <a:pt x="-28" y="32643"/>
                              <a:pt x="-123" y="33786"/>
                              <a:pt x="544" y="34929"/>
                            </a:cubicBezTo>
                            <a:cubicBezTo>
                              <a:pt x="1210" y="36167"/>
                              <a:pt x="2448" y="35691"/>
                              <a:pt x="3687" y="34548"/>
                            </a:cubicBezTo>
                            <a:cubicBezTo>
                              <a:pt x="4830" y="33596"/>
                              <a:pt x="6449" y="31024"/>
                              <a:pt x="7497" y="29024"/>
                            </a:cubicBezTo>
                            <a:cubicBezTo>
                              <a:pt x="10354" y="23975"/>
                              <a:pt x="13116" y="18546"/>
                              <a:pt x="15117" y="13403"/>
                            </a:cubicBezTo>
                            <a:cubicBezTo>
                              <a:pt x="15974" y="11307"/>
                              <a:pt x="16831" y="9307"/>
                              <a:pt x="17117" y="7402"/>
                            </a:cubicBezTo>
                            <a:cubicBezTo>
                              <a:pt x="18165" y="-694"/>
                              <a:pt x="13307" y="-3552"/>
                              <a:pt x="8068" y="6068"/>
                            </a:cubicBezTo>
                            <a:cubicBezTo>
                              <a:pt x="4068" y="13403"/>
                              <a:pt x="1020" y="24071"/>
                              <a:pt x="67" y="3111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93" name="Forme libre : forme 11292">
                        <a:extLst>
                          <a:ext uri="{FF2B5EF4-FFF2-40B4-BE49-F238E27FC236}">
                            <a16:creationId xmlns:a16="http://schemas.microsoft.com/office/drawing/2014/main" id="{41E176C5-96EC-4E3A-95A3-DAD60C4534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16773" y="2636900"/>
                        <a:ext cx="6083" cy="67532"/>
                      </a:xfrm>
                      <a:custGeom>
                        <a:avLst/>
                        <a:gdLst>
                          <a:gd name="connsiteX0" fmla="*/ 381 w 6083"/>
                          <a:gd name="connsiteY0" fmla="*/ 0 h 67532"/>
                          <a:gd name="connsiteX1" fmla="*/ 0 w 6083"/>
                          <a:gd name="connsiteY1" fmla="*/ 67532 h 67532"/>
                          <a:gd name="connsiteX2" fmla="*/ 381 w 6083"/>
                          <a:gd name="connsiteY2" fmla="*/ 0 h 675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083" h="67532">
                            <a:moveTo>
                              <a:pt x="381" y="0"/>
                            </a:moveTo>
                            <a:cubicBezTo>
                              <a:pt x="10383" y="13145"/>
                              <a:pt x="5239" y="46863"/>
                              <a:pt x="0" y="67532"/>
                            </a:cubicBezTo>
                            <a:cubicBezTo>
                              <a:pt x="5525" y="44958"/>
                              <a:pt x="4477" y="18288"/>
                              <a:pt x="38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94" name="Forme libre : forme 11293">
                        <a:extLst>
                          <a:ext uri="{FF2B5EF4-FFF2-40B4-BE49-F238E27FC236}">
                            <a16:creationId xmlns:a16="http://schemas.microsoft.com/office/drawing/2014/main" id="{E115DD87-3C47-4F4B-B40E-F0BF21B0D9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07902" y="2727007"/>
                        <a:ext cx="13144" cy="47434"/>
                      </a:xfrm>
                      <a:custGeom>
                        <a:avLst/>
                        <a:gdLst>
                          <a:gd name="connsiteX0" fmla="*/ 13145 w 13144"/>
                          <a:gd name="connsiteY0" fmla="*/ 0 h 47434"/>
                          <a:gd name="connsiteX1" fmla="*/ 8858 w 13144"/>
                          <a:gd name="connsiteY1" fmla="*/ 8477 h 47434"/>
                          <a:gd name="connsiteX2" fmla="*/ 6953 w 13144"/>
                          <a:gd name="connsiteY2" fmla="*/ 12764 h 47434"/>
                          <a:gd name="connsiteX3" fmla="*/ 5905 w 13144"/>
                          <a:gd name="connsiteY3" fmla="*/ 16193 h 47434"/>
                          <a:gd name="connsiteX4" fmla="*/ 7334 w 13144"/>
                          <a:gd name="connsiteY4" fmla="*/ 24098 h 47434"/>
                          <a:gd name="connsiteX5" fmla="*/ 6668 w 13144"/>
                          <a:gd name="connsiteY5" fmla="*/ 37910 h 47434"/>
                          <a:gd name="connsiteX6" fmla="*/ 3810 w 13144"/>
                          <a:gd name="connsiteY6" fmla="*/ 43910 h 47434"/>
                          <a:gd name="connsiteX7" fmla="*/ 0 w 13144"/>
                          <a:gd name="connsiteY7" fmla="*/ 47435 h 47434"/>
                          <a:gd name="connsiteX8" fmla="*/ 3524 w 13144"/>
                          <a:gd name="connsiteY8" fmla="*/ 44101 h 47434"/>
                          <a:gd name="connsiteX9" fmla="*/ 6572 w 13144"/>
                          <a:gd name="connsiteY9" fmla="*/ 38862 h 47434"/>
                          <a:gd name="connsiteX10" fmla="*/ 8096 w 13144"/>
                          <a:gd name="connsiteY10" fmla="*/ 25432 h 47434"/>
                          <a:gd name="connsiteX11" fmla="*/ 7144 w 13144"/>
                          <a:gd name="connsiteY11" fmla="*/ 16764 h 47434"/>
                          <a:gd name="connsiteX12" fmla="*/ 13145 w 13144"/>
                          <a:gd name="connsiteY12" fmla="*/ 0 h 474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3144" h="47434">
                            <a:moveTo>
                              <a:pt x="13145" y="0"/>
                            </a:moveTo>
                            <a:cubicBezTo>
                              <a:pt x="11525" y="2762"/>
                              <a:pt x="10192" y="5715"/>
                              <a:pt x="8858" y="8477"/>
                            </a:cubicBezTo>
                            <a:cubicBezTo>
                              <a:pt x="8287" y="9906"/>
                              <a:pt x="7620" y="11335"/>
                              <a:pt x="6953" y="12764"/>
                            </a:cubicBezTo>
                            <a:cubicBezTo>
                              <a:pt x="6477" y="14002"/>
                              <a:pt x="5429" y="16193"/>
                              <a:pt x="5905" y="16193"/>
                            </a:cubicBezTo>
                            <a:cubicBezTo>
                              <a:pt x="6572" y="17907"/>
                              <a:pt x="7144" y="20479"/>
                              <a:pt x="7334" y="24098"/>
                            </a:cubicBezTo>
                            <a:cubicBezTo>
                              <a:pt x="7525" y="27718"/>
                              <a:pt x="7334" y="32290"/>
                              <a:pt x="6668" y="37910"/>
                            </a:cubicBezTo>
                            <a:cubicBezTo>
                              <a:pt x="6286" y="40862"/>
                              <a:pt x="4953" y="42577"/>
                              <a:pt x="3810" y="43910"/>
                            </a:cubicBezTo>
                            <a:cubicBezTo>
                              <a:pt x="2667" y="45244"/>
                              <a:pt x="1334" y="46482"/>
                              <a:pt x="0" y="47435"/>
                            </a:cubicBezTo>
                            <a:cubicBezTo>
                              <a:pt x="1238" y="46387"/>
                              <a:pt x="2381" y="45339"/>
                              <a:pt x="3524" y="44101"/>
                            </a:cubicBezTo>
                            <a:cubicBezTo>
                              <a:pt x="4572" y="42863"/>
                              <a:pt x="6001" y="41624"/>
                              <a:pt x="6572" y="38862"/>
                            </a:cubicBezTo>
                            <a:cubicBezTo>
                              <a:pt x="7525" y="33528"/>
                              <a:pt x="8001" y="29051"/>
                              <a:pt x="8096" y="25432"/>
                            </a:cubicBezTo>
                            <a:cubicBezTo>
                              <a:pt x="8191" y="21622"/>
                              <a:pt x="7811" y="18764"/>
                              <a:pt x="7144" y="16764"/>
                            </a:cubicBezTo>
                            <a:cubicBezTo>
                              <a:pt x="8954" y="11240"/>
                              <a:pt x="11239" y="5239"/>
                              <a:pt x="1314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95" name="Forme libre : forme 11294">
                        <a:extLst>
                          <a:ext uri="{FF2B5EF4-FFF2-40B4-BE49-F238E27FC236}">
                            <a16:creationId xmlns:a16="http://schemas.microsoft.com/office/drawing/2014/main" id="{0E3F43A8-82E5-42F8-A1CD-1F5A25FD24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64500" y="2683039"/>
                        <a:ext cx="21278" cy="29914"/>
                      </a:xfrm>
                      <a:custGeom>
                        <a:avLst/>
                        <a:gdLst>
                          <a:gd name="connsiteX0" fmla="*/ 20936 w 21278"/>
                          <a:gd name="connsiteY0" fmla="*/ 724 h 29914"/>
                          <a:gd name="connsiteX1" fmla="*/ 12364 w 21278"/>
                          <a:gd name="connsiteY1" fmla="*/ 19774 h 29914"/>
                          <a:gd name="connsiteX2" fmla="*/ 267 w 21278"/>
                          <a:gd name="connsiteY2" fmla="*/ 28918 h 29914"/>
                          <a:gd name="connsiteX3" fmla="*/ 8744 w 21278"/>
                          <a:gd name="connsiteY3" fmla="*/ 11392 h 29914"/>
                          <a:gd name="connsiteX4" fmla="*/ 20936 w 21278"/>
                          <a:gd name="connsiteY4" fmla="*/ 724 h 299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278" h="29914">
                            <a:moveTo>
                              <a:pt x="20936" y="724"/>
                            </a:moveTo>
                            <a:cubicBezTo>
                              <a:pt x="23032" y="4439"/>
                              <a:pt x="14936" y="16155"/>
                              <a:pt x="12364" y="19774"/>
                            </a:cubicBezTo>
                            <a:cubicBezTo>
                              <a:pt x="9887" y="23394"/>
                              <a:pt x="2077" y="33014"/>
                              <a:pt x="267" y="28918"/>
                            </a:cubicBezTo>
                            <a:cubicBezTo>
                              <a:pt x="-1543" y="24822"/>
                              <a:pt x="6363" y="14631"/>
                              <a:pt x="8744" y="11392"/>
                            </a:cubicBezTo>
                            <a:cubicBezTo>
                              <a:pt x="11221" y="8058"/>
                              <a:pt x="18936" y="-2895"/>
                              <a:pt x="20936" y="72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96" name="Forme libre : forme 11295">
                        <a:extLst>
                          <a:ext uri="{FF2B5EF4-FFF2-40B4-BE49-F238E27FC236}">
                            <a16:creationId xmlns:a16="http://schemas.microsoft.com/office/drawing/2014/main" id="{B3F84ED5-6DD4-4C6A-A886-AC054EDEBA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1869" y="2678411"/>
                        <a:ext cx="5913" cy="8911"/>
                      </a:xfrm>
                      <a:custGeom>
                        <a:avLst/>
                        <a:gdLst>
                          <a:gd name="connsiteX0" fmla="*/ 5281 w 5913"/>
                          <a:gd name="connsiteY0" fmla="*/ 19 h 8911"/>
                          <a:gd name="connsiteX1" fmla="*/ 4614 w 5913"/>
                          <a:gd name="connsiteY1" fmla="*/ 4876 h 8911"/>
                          <a:gd name="connsiteX2" fmla="*/ 614 w 5913"/>
                          <a:gd name="connsiteY2" fmla="*/ 8877 h 8911"/>
                          <a:gd name="connsiteX3" fmla="*/ 1185 w 5913"/>
                          <a:gd name="connsiteY3" fmla="*/ 4210 h 8911"/>
                          <a:gd name="connsiteX4" fmla="*/ 5281 w 5913"/>
                          <a:gd name="connsiteY4" fmla="*/ 19 h 8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13" h="8911">
                            <a:moveTo>
                              <a:pt x="5281" y="19"/>
                            </a:moveTo>
                            <a:cubicBezTo>
                              <a:pt x="6709" y="305"/>
                              <a:pt x="5376" y="3352"/>
                              <a:pt x="4614" y="4876"/>
                            </a:cubicBezTo>
                            <a:cubicBezTo>
                              <a:pt x="3852" y="6400"/>
                              <a:pt x="2042" y="9258"/>
                              <a:pt x="614" y="8877"/>
                            </a:cubicBezTo>
                            <a:cubicBezTo>
                              <a:pt x="-720" y="8496"/>
                              <a:pt x="423" y="5638"/>
                              <a:pt x="1185" y="4210"/>
                            </a:cubicBezTo>
                            <a:cubicBezTo>
                              <a:pt x="1947" y="2781"/>
                              <a:pt x="3947" y="-267"/>
                              <a:pt x="5281" y="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97" name="Forme libre : forme 11296">
                        <a:extLst>
                          <a:ext uri="{FF2B5EF4-FFF2-40B4-BE49-F238E27FC236}">
                            <a16:creationId xmlns:a16="http://schemas.microsoft.com/office/drawing/2014/main" id="{E46292ED-052E-4301-9359-E8636CE9E4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46086" y="2637556"/>
                        <a:ext cx="64640" cy="65340"/>
                      </a:xfrm>
                      <a:custGeom>
                        <a:avLst/>
                        <a:gdLst>
                          <a:gd name="connsiteX0" fmla="*/ 38968 w 64640"/>
                          <a:gd name="connsiteY0" fmla="*/ 13060 h 65340"/>
                          <a:gd name="connsiteX1" fmla="*/ 61067 w 64640"/>
                          <a:gd name="connsiteY1" fmla="*/ 106 h 65340"/>
                          <a:gd name="connsiteX2" fmla="*/ 63924 w 64640"/>
                          <a:gd name="connsiteY2" fmla="*/ 8012 h 65340"/>
                          <a:gd name="connsiteX3" fmla="*/ 56495 w 64640"/>
                          <a:gd name="connsiteY3" fmla="*/ 16203 h 65340"/>
                          <a:gd name="connsiteX4" fmla="*/ 31253 w 64640"/>
                          <a:gd name="connsiteY4" fmla="*/ 37921 h 65340"/>
                          <a:gd name="connsiteX5" fmla="*/ 392 w 64640"/>
                          <a:gd name="connsiteY5" fmla="*/ 63448 h 65340"/>
                          <a:gd name="connsiteX6" fmla="*/ 20585 w 64640"/>
                          <a:gd name="connsiteY6" fmla="*/ 25728 h 65340"/>
                          <a:gd name="connsiteX7" fmla="*/ 38968 w 64640"/>
                          <a:gd name="connsiteY7" fmla="*/ 13060 h 653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4640" h="65340">
                            <a:moveTo>
                              <a:pt x="38968" y="13060"/>
                            </a:moveTo>
                            <a:cubicBezTo>
                              <a:pt x="47065" y="6964"/>
                              <a:pt x="52684" y="2297"/>
                              <a:pt x="61067" y="106"/>
                            </a:cubicBezTo>
                            <a:cubicBezTo>
                              <a:pt x="64115" y="-751"/>
                              <a:pt x="65639" y="3726"/>
                              <a:pt x="63924" y="8012"/>
                            </a:cubicBezTo>
                            <a:cubicBezTo>
                              <a:pt x="62209" y="12298"/>
                              <a:pt x="59352" y="14108"/>
                              <a:pt x="56495" y="16203"/>
                            </a:cubicBezTo>
                            <a:cubicBezTo>
                              <a:pt x="47637" y="22490"/>
                              <a:pt x="39731" y="29729"/>
                              <a:pt x="31253" y="37921"/>
                            </a:cubicBezTo>
                            <a:cubicBezTo>
                              <a:pt x="26205" y="43159"/>
                              <a:pt x="3821" y="73068"/>
                              <a:pt x="392" y="63448"/>
                            </a:cubicBezTo>
                            <a:cubicBezTo>
                              <a:pt x="-2751" y="54018"/>
                              <a:pt x="13823" y="32491"/>
                              <a:pt x="20585" y="25728"/>
                            </a:cubicBezTo>
                            <a:cubicBezTo>
                              <a:pt x="27348" y="18871"/>
                              <a:pt x="32968" y="17632"/>
                              <a:pt x="38968" y="1306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56" name="Graphique 1">
                      <a:extLst>
                        <a:ext uri="{FF2B5EF4-FFF2-40B4-BE49-F238E27FC236}">
                          <a16:creationId xmlns:a16="http://schemas.microsoft.com/office/drawing/2014/main" id="{E6D949A7-2841-4A3F-9F25-63A5D3C0B2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892104" y="2425504"/>
                      <a:ext cx="77553" cy="204824"/>
                      <a:chOff x="6892104" y="2425504"/>
                      <a:chExt cx="77553" cy="204824"/>
                    </a:xfrm>
                    <a:solidFill>
                      <a:schemeClr val="accent1"/>
                    </a:solidFill>
                  </p:grpSpPr>
                  <p:sp>
                    <p:nvSpPr>
                      <p:cNvPr id="11274" name="Forme libre : forme 11273">
                        <a:extLst>
                          <a:ext uri="{FF2B5EF4-FFF2-40B4-BE49-F238E27FC236}">
                            <a16:creationId xmlns:a16="http://schemas.microsoft.com/office/drawing/2014/main" id="{7227D1FB-8FA8-4BBB-931D-E27EAF2E7D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92104" y="2425504"/>
                        <a:ext cx="77553" cy="204824"/>
                      </a:xfrm>
                      <a:custGeom>
                        <a:avLst/>
                        <a:gdLst>
                          <a:gd name="connsiteX0" fmla="*/ 75152 w 77553"/>
                          <a:gd name="connsiteY0" fmla="*/ 65473 h 204824"/>
                          <a:gd name="connsiteX1" fmla="*/ 77438 w 77553"/>
                          <a:gd name="connsiteY1" fmla="*/ 100716 h 204824"/>
                          <a:gd name="connsiteX2" fmla="*/ 75914 w 77553"/>
                          <a:gd name="connsiteY2" fmla="*/ 139387 h 204824"/>
                          <a:gd name="connsiteX3" fmla="*/ 31813 w 77553"/>
                          <a:gd name="connsiteY3" fmla="*/ 203776 h 204824"/>
                          <a:gd name="connsiteX4" fmla="*/ 12287 w 77553"/>
                          <a:gd name="connsiteY4" fmla="*/ 194727 h 204824"/>
                          <a:gd name="connsiteX5" fmla="*/ 762 w 77553"/>
                          <a:gd name="connsiteY5" fmla="*/ 132243 h 204824"/>
                          <a:gd name="connsiteX6" fmla="*/ 0 w 77553"/>
                          <a:gd name="connsiteY6" fmla="*/ 71760 h 204824"/>
                          <a:gd name="connsiteX7" fmla="*/ 2000 w 77553"/>
                          <a:gd name="connsiteY7" fmla="*/ 49471 h 204824"/>
                          <a:gd name="connsiteX8" fmla="*/ 8477 w 77553"/>
                          <a:gd name="connsiteY8" fmla="*/ 30326 h 204824"/>
                          <a:gd name="connsiteX9" fmla="*/ 30384 w 77553"/>
                          <a:gd name="connsiteY9" fmla="*/ 3942 h 204824"/>
                          <a:gd name="connsiteX10" fmla="*/ 51435 w 77553"/>
                          <a:gd name="connsiteY10" fmla="*/ 4418 h 204824"/>
                          <a:gd name="connsiteX11" fmla="*/ 66960 w 77553"/>
                          <a:gd name="connsiteY11" fmla="*/ 31469 h 204824"/>
                          <a:gd name="connsiteX12" fmla="*/ 71723 w 77553"/>
                          <a:gd name="connsiteY12" fmla="*/ 46423 h 204824"/>
                          <a:gd name="connsiteX13" fmla="*/ 75152 w 77553"/>
                          <a:gd name="connsiteY13" fmla="*/ 65473 h 2048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7553" h="204824">
                            <a:moveTo>
                              <a:pt x="75152" y="65473"/>
                            </a:moveTo>
                            <a:cubicBezTo>
                              <a:pt x="76009" y="73379"/>
                              <a:pt x="77057" y="86619"/>
                              <a:pt x="77438" y="100716"/>
                            </a:cubicBezTo>
                            <a:cubicBezTo>
                              <a:pt x="77819" y="114813"/>
                              <a:pt x="77248" y="129672"/>
                              <a:pt x="75914" y="139387"/>
                            </a:cubicBezTo>
                            <a:cubicBezTo>
                              <a:pt x="71247" y="176058"/>
                              <a:pt x="53054" y="194727"/>
                              <a:pt x="31813" y="203776"/>
                            </a:cubicBezTo>
                            <a:cubicBezTo>
                              <a:pt x="24384" y="207110"/>
                              <a:pt x="14668" y="202062"/>
                              <a:pt x="12287" y="194727"/>
                            </a:cubicBezTo>
                            <a:cubicBezTo>
                              <a:pt x="5334" y="173201"/>
                              <a:pt x="381" y="158437"/>
                              <a:pt x="762" y="132243"/>
                            </a:cubicBezTo>
                            <a:cubicBezTo>
                              <a:pt x="1238" y="118527"/>
                              <a:pt x="285" y="88809"/>
                              <a:pt x="0" y="71760"/>
                            </a:cubicBezTo>
                            <a:cubicBezTo>
                              <a:pt x="0" y="63759"/>
                              <a:pt x="571" y="56615"/>
                              <a:pt x="2000" y="49471"/>
                            </a:cubicBezTo>
                            <a:cubicBezTo>
                              <a:pt x="3334" y="42518"/>
                              <a:pt x="5619" y="35374"/>
                              <a:pt x="8477" y="30326"/>
                            </a:cubicBezTo>
                            <a:cubicBezTo>
                              <a:pt x="13906" y="19372"/>
                              <a:pt x="21717" y="11371"/>
                              <a:pt x="30384" y="3942"/>
                            </a:cubicBezTo>
                            <a:cubicBezTo>
                              <a:pt x="36290" y="-1297"/>
                              <a:pt x="47148" y="-1488"/>
                              <a:pt x="51435" y="4418"/>
                            </a:cubicBezTo>
                            <a:cubicBezTo>
                              <a:pt x="58293" y="12991"/>
                              <a:pt x="62865" y="21753"/>
                              <a:pt x="66960" y="31469"/>
                            </a:cubicBezTo>
                            <a:cubicBezTo>
                              <a:pt x="68866" y="36327"/>
                              <a:pt x="70199" y="41661"/>
                              <a:pt x="71723" y="46423"/>
                            </a:cubicBezTo>
                            <a:cubicBezTo>
                              <a:pt x="73152" y="51852"/>
                              <a:pt x="74295" y="57949"/>
                              <a:pt x="75152" y="6547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75" name="Forme libre : forme 11274">
                        <a:extLst>
                          <a:ext uri="{FF2B5EF4-FFF2-40B4-BE49-F238E27FC236}">
                            <a16:creationId xmlns:a16="http://schemas.microsoft.com/office/drawing/2014/main" id="{6C3B76AB-F58D-4428-B98E-1847D677C6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14201" y="2429732"/>
                        <a:ext cx="55299" cy="200537"/>
                      </a:xfrm>
                      <a:custGeom>
                        <a:avLst/>
                        <a:gdLst>
                          <a:gd name="connsiteX0" fmla="*/ 27527 w 55299"/>
                          <a:gd name="connsiteY0" fmla="*/ 122111 h 200537"/>
                          <a:gd name="connsiteX1" fmla="*/ 21717 w 55299"/>
                          <a:gd name="connsiteY1" fmla="*/ 166021 h 200537"/>
                          <a:gd name="connsiteX2" fmla="*/ 0 w 55299"/>
                          <a:gd name="connsiteY2" fmla="*/ 199739 h 200537"/>
                          <a:gd name="connsiteX3" fmla="*/ 9620 w 55299"/>
                          <a:gd name="connsiteY3" fmla="*/ 199549 h 200537"/>
                          <a:gd name="connsiteX4" fmla="*/ 20288 w 55299"/>
                          <a:gd name="connsiteY4" fmla="*/ 194024 h 200537"/>
                          <a:gd name="connsiteX5" fmla="*/ 45244 w 55299"/>
                          <a:gd name="connsiteY5" fmla="*/ 165640 h 200537"/>
                          <a:gd name="connsiteX6" fmla="*/ 53721 w 55299"/>
                          <a:gd name="connsiteY6" fmla="*/ 135255 h 200537"/>
                          <a:gd name="connsiteX7" fmla="*/ 54864 w 55299"/>
                          <a:gd name="connsiteY7" fmla="*/ 122682 h 200537"/>
                          <a:gd name="connsiteX8" fmla="*/ 53436 w 55299"/>
                          <a:gd name="connsiteY8" fmla="*/ 66294 h 200537"/>
                          <a:gd name="connsiteX9" fmla="*/ 52959 w 55299"/>
                          <a:gd name="connsiteY9" fmla="*/ 61341 h 200537"/>
                          <a:gd name="connsiteX10" fmla="*/ 47625 w 55299"/>
                          <a:gd name="connsiteY10" fmla="*/ 36100 h 200537"/>
                          <a:gd name="connsiteX11" fmla="*/ 42101 w 55299"/>
                          <a:gd name="connsiteY11" fmla="*/ 21717 h 200537"/>
                          <a:gd name="connsiteX12" fmla="*/ 35053 w 55299"/>
                          <a:gd name="connsiteY12" fmla="*/ 8477 h 200537"/>
                          <a:gd name="connsiteX13" fmla="*/ 29242 w 55299"/>
                          <a:gd name="connsiteY13" fmla="*/ 286 h 200537"/>
                          <a:gd name="connsiteX14" fmla="*/ 28956 w 55299"/>
                          <a:gd name="connsiteY14" fmla="*/ 0 h 200537"/>
                          <a:gd name="connsiteX15" fmla="*/ 25051 w 55299"/>
                          <a:gd name="connsiteY15" fmla="*/ 29813 h 200537"/>
                          <a:gd name="connsiteX16" fmla="*/ 24670 w 55299"/>
                          <a:gd name="connsiteY16" fmla="*/ 59912 h 200537"/>
                          <a:gd name="connsiteX17" fmla="*/ 27527 w 55299"/>
                          <a:gd name="connsiteY17" fmla="*/ 122111 h 2005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55299" h="200537">
                            <a:moveTo>
                              <a:pt x="27527" y="122111"/>
                            </a:moveTo>
                            <a:cubicBezTo>
                              <a:pt x="27813" y="136588"/>
                              <a:pt x="26289" y="152114"/>
                              <a:pt x="21717" y="166021"/>
                            </a:cubicBezTo>
                            <a:cubicBezTo>
                              <a:pt x="17240" y="180022"/>
                              <a:pt x="9430" y="192119"/>
                              <a:pt x="0" y="199739"/>
                            </a:cubicBezTo>
                            <a:cubicBezTo>
                              <a:pt x="3143" y="200787"/>
                              <a:pt x="6572" y="200882"/>
                              <a:pt x="9620" y="199549"/>
                            </a:cubicBezTo>
                            <a:cubicBezTo>
                              <a:pt x="13335" y="197834"/>
                              <a:pt x="16955" y="196215"/>
                              <a:pt x="20288" y="194024"/>
                            </a:cubicBezTo>
                            <a:cubicBezTo>
                              <a:pt x="30099" y="187643"/>
                              <a:pt x="38958" y="178594"/>
                              <a:pt x="45244" y="165640"/>
                            </a:cubicBezTo>
                            <a:cubicBezTo>
                              <a:pt x="49245" y="157258"/>
                              <a:pt x="52293" y="147161"/>
                              <a:pt x="53721" y="135255"/>
                            </a:cubicBezTo>
                            <a:cubicBezTo>
                              <a:pt x="54197" y="131636"/>
                              <a:pt x="54579" y="127349"/>
                              <a:pt x="54864" y="122682"/>
                            </a:cubicBezTo>
                            <a:cubicBezTo>
                              <a:pt x="56007" y="104204"/>
                              <a:pt x="54674" y="80296"/>
                              <a:pt x="53436" y="66294"/>
                            </a:cubicBezTo>
                            <a:cubicBezTo>
                              <a:pt x="53245" y="64484"/>
                              <a:pt x="53054" y="62770"/>
                              <a:pt x="52959" y="61341"/>
                            </a:cubicBezTo>
                            <a:cubicBezTo>
                              <a:pt x="51816" y="50768"/>
                              <a:pt x="49911" y="42767"/>
                              <a:pt x="47625" y="36100"/>
                            </a:cubicBezTo>
                            <a:cubicBezTo>
                              <a:pt x="46197" y="31052"/>
                              <a:pt x="44387" y="26289"/>
                              <a:pt x="42101" y="21717"/>
                            </a:cubicBezTo>
                            <a:cubicBezTo>
                              <a:pt x="40005" y="17145"/>
                              <a:pt x="37719" y="12763"/>
                              <a:pt x="35053" y="8477"/>
                            </a:cubicBezTo>
                            <a:cubicBezTo>
                              <a:pt x="33243" y="5715"/>
                              <a:pt x="31338" y="2953"/>
                              <a:pt x="29242" y="286"/>
                            </a:cubicBezTo>
                            <a:lnTo>
                              <a:pt x="28956" y="0"/>
                            </a:lnTo>
                            <a:cubicBezTo>
                              <a:pt x="27432" y="9906"/>
                              <a:pt x="25718" y="19812"/>
                              <a:pt x="25051" y="29813"/>
                            </a:cubicBezTo>
                            <a:cubicBezTo>
                              <a:pt x="23908" y="39814"/>
                              <a:pt x="24289" y="49530"/>
                              <a:pt x="24670" y="59912"/>
                            </a:cubicBezTo>
                            <a:cubicBezTo>
                              <a:pt x="25622" y="80391"/>
                              <a:pt x="27242" y="101346"/>
                              <a:pt x="27527" y="12211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76" name="Forme libre : forme 11275">
                        <a:extLst>
                          <a:ext uri="{FF2B5EF4-FFF2-40B4-BE49-F238E27FC236}">
                            <a16:creationId xmlns:a16="http://schemas.microsoft.com/office/drawing/2014/main" id="{A1E07A47-9688-47A6-A552-D835855638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20192" y="2464688"/>
                        <a:ext cx="24878" cy="95444"/>
                      </a:xfrm>
                      <a:custGeom>
                        <a:avLst/>
                        <a:gdLst>
                          <a:gd name="connsiteX0" fmla="*/ 10868 w 24878"/>
                          <a:gd name="connsiteY0" fmla="*/ 1 h 95444"/>
                          <a:gd name="connsiteX1" fmla="*/ 20964 w 24878"/>
                          <a:gd name="connsiteY1" fmla="*/ 19527 h 95444"/>
                          <a:gd name="connsiteX2" fmla="*/ 24775 w 24878"/>
                          <a:gd name="connsiteY2" fmla="*/ 48959 h 95444"/>
                          <a:gd name="connsiteX3" fmla="*/ 22774 w 24878"/>
                          <a:gd name="connsiteY3" fmla="*/ 77153 h 95444"/>
                          <a:gd name="connsiteX4" fmla="*/ 11249 w 24878"/>
                          <a:gd name="connsiteY4" fmla="*/ 95441 h 95444"/>
                          <a:gd name="connsiteX5" fmla="*/ 9 w 24878"/>
                          <a:gd name="connsiteY5" fmla="*/ 50293 h 95444"/>
                          <a:gd name="connsiteX6" fmla="*/ 1152 w 24878"/>
                          <a:gd name="connsiteY6" fmla="*/ 20860 h 95444"/>
                          <a:gd name="connsiteX7" fmla="*/ 10868 w 24878"/>
                          <a:gd name="connsiteY7" fmla="*/ 1 h 954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4878" h="95444">
                            <a:moveTo>
                              <a:pt x="10868" y="1"/>
                            </a:moveTo>
                            <a:cubicBezTo>
                              <a:pt x="15917" y="191"/>
                              <a:pt x="18583" y="8954"/>
                              <a:pt x="20964" y="19527"/>
                            </a:cubicBezTo>
                            <a:cubicBezTo>
                              <a:pt x="23155" y="30100"/>
                              <a:pt x="24489" y="42577"/>
                              <a:pt x="24775" y="48959"/>
                            </a:cubicBezTo>
                            <a:cubicBezTo>
                              <a:pt x="25060" y="55341"/>
                              <a:pt x="24870" y="66961"/>
                              <a:pt x="22774" y="77153"/>
                            </a:cubicBezTo>
                            <a:cubicBezTo>
                              <a:pt x="20679" y="87345"/>
                              <a:pt x="16773" y="95631"/>
                              <a:pt x="11249" y="95441"/>
                            </a:cubicBezTo>
                            <a:cubicBezTo>
                              <a:pt x="772" y="94965"/>
                              <a:pt x="486" y="62104"/>
                              <a:pt x="9" y="50293"/>
                            </a:cubicBezTo>
                            <a:cubicBezTo>
                              <a:pt x="9" y="44482"/>
                              <a:pt x="-181" y="32100"/>
                              <a:pt x="1152" y="20860"/>
                            </a:cubicBezTo>
                            <a:cubicBezTo>
                              <a:pt x="2391" y="9811"/>
                              <a:pt x="5820" y="-95"/>
                              <a:pt x="10868" y="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77" name="Forme libre : forme 11276">
                        <a:extLst>
                          <a:ext uri="{FF2B5EF4-FFF2-40B4-BE49-F238E27FC236}">
                            <a16:creationId xmlns:a16="http://schemas.microsoft.com/office/drawing/2014/main" id="{3EDBC019-3546-4DAB-8F43-2C332062AE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22202" y="2492787"/>
                        <a:ext cx="22909" cy="67943"/>
                      </a:xfrm>
                      <a:custGeom>
                        <a:avLst/>
                        <a:gdLst>
                          <a:gd name="connsiteX0" fmla="*/ 0 w 22909"/>
                          <a:gd name="connsiteY0" fmla="*/ 47244 h 67943"/>
                          <a:gd name="connsiteX1" fmla="*/ 9239 w 22909"/>
                          <a:gd name="connsiteY1" fmla="*/ 67818 h 67943"/>
                          <a:gd name="connsiteX2" fmla="*/ 22765 w 22909"/>
                          <a:gd name="connsiteY2" fmla="*/ 20288 h 67943"/>
                          <a:gd name="connsiteX3" fmla="*/ 20098 w 22909"/>
                          <a:gd name="connsiteY3" fmla="*/ 0 h 67943"/>
                          <a:gd name="connsiteX4" fmla="*/ 19908 w 22909"/>
                          <a:gd name="connsiteY4" fmla="*/ 10859 h 67943"/>
                          <a:gd name="connsiteX5" fmla="*/ 0 w 22909"/>
                          <a:gd name="connsiteY5" fmla="*/ 47244 h 679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909" h="67943">
                            <a:moveTo>
                              <a:pt x="0" y="47244"/>
                            </a:moveTo>
                            <a:cubicBezTo>
                              <a:pt x="2095" y="53150"/>
                              <a:pt x="2381" y="69533"/>
                              <a:pt x="9239" y="67818"/>
                            </a:cubicBezTo>
                            <a:cubicBezTo>
                              <a:pt x="20860" y="65056"/>
                              <a:pt x="23622" y="36290"/>
                              <a:pt x="22765" y="20288"/>
                            </a:cubicBezTo>
                            <a:cubicBezTo>
                              <a:pt x="22574" y="15526"/>
                              <a:pt x="21241" y="5144"/>
                              <a:pt x="20098" y="0"/>
                            </a:cubicBezTo>
                            <a:cubicBezTo>
                              <a:pt x="20098" y="2953"/>
                              <a:pt x="20384" y="8001"/>
                              <a:pt x="19908" y="10859"/>
                            </a:cubicBezTo>
                            <a:cubicBezTo>
                              <a:pt x="17336" y="27242"/>
                              <a:pt x="12192" y="46577"/>
                              <a:pt x="0" y="4724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78" name="Forme libre : forme 11277">
                        <a:extLst>
                          <a:ext uri="{FF2B5EF4-FFF2-40B4-BE49-F238E27FC236}">
                            <a16:creationId xmlns:a16="http://schemas.microsoft.com/office/drawing/2014/main" id="{A17A3EEE-B05E-4D96-96F3-1A217C786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22581" y="2459498"/>
                        <a:ext cx="25428" cy="95970"/>
                      </a:xfrm>
                      <a:custGeom>
                        <a:avLst/>
                        <a:gdLst>
                          <a:gd name="connsiteX0" fmla="*/ 11432 w 25428"/>
                          <a:gd name="connsiteY0" fmla="*/ 238 h 95970"/>
                          <a:gd name="connsiteX1" fmla="*/ 21052 w 25428"/>
                          <a:gd name="connsiteY1" fmla="*/ 20812 h 95970"/>
                          <a:gd name="connsiteX2" fmla="*/ 25148 w 25428"/>
                          <a:gd name="connsiteY2" fmla="*/ 49577 h 95970"/>
                          <a:gd name="connsiteX3" fmla="*/ 23529 w 25428"/>
                          <a:gd name="connsiteY3" fmla="*/ 77676 h 95970"/>
                          <a:gd name="connsiteX4" fmla="*/ 12004 w 25428"/>
                          <a:gd name="connsiteY4" fmla="*/ 95964 h 95970"/>
                          <a:gd name="connsiteX5" fmla="*/ 2383 w 25428"/>
                          <a:gd name="connsiteY5" fmla="*/ 77676 h 95970"/>
                          <a:gd name="connsiteX6" fmla="*/ 193 w 25428"/>
                          <a:gd name="connsiteY6" fmla="*/ 50815 h 95970"/>
                          <a:gd name="connsiteX7" fmla="*/ 1050 w 25428"/>
                          <a:gd name="connsiteY7" fmla="*/ 20240 h 95970"/>
                          <a:gd name="connsiteX8" fmla="*/ 11432 w 25428"/>
                          <a:gd name="connsiteY8" fmla="*/ 238 h 959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5428" h="95970">
                            <a:moveTo>
                              <a:pt x="11432" y="238"/>
                            </a:moveTo>
                            <a:cubicBezTo>
                              <a:pt x="16290" y="2238"/>
                              <a:pt x="18767" y="10811"/>
                              <a:pt x="21052" y="20812"/>
                            </a:cubicBezTo>
                            <a:cubicBezTo>
                              <a:pt x="23243" y="30813"/>
                              <a:pt x="24672" y="42624"/>
                              <a:pt x="25148" y="49577"/>
                            </a:cubicBezTo>
                            <a:cubicBezTo>
                              <a:pt x="25720" y="56435"/>
                              <a:pt x="25529" y="67865"/>
                              <a:pt x="23529" y="77676"/>
                            </a:cubicBezTo>
                            <a:cubicBezTo>
                              <a:pt x="21529" y="87487"/>
                              <a:pt x="17624" y="95678"/>
                              <a:pt x="12004" y="95964"/>
                            </a:cubicBezTo>
                            <a:cubicBezTo>
                              <a:pt x="6289" y="96250"/>
                              <a:pt x="3908" y="87582"/>
                              <a:pt x="2383" y="77676"/>
                            </a:cubicBezTo>
                            <a:cubicBezTo>
                              <a:pt x="860" y="67675"/>
                              <a:pt x="479" y="56245"/>
                              <a:pt x="193" y="50815"/>
                            </a:cubicBezTo>
                            <a:cubicBezTo>
                              <a:pt x="2" y="45386"/>
                              <a:pt x="-379" y="32051"/>
                              <a:pt x="1050" y="20240"/>
                            </a:cubicBezTo>
                            <a:cubicBezTo>
                              <a:pt x="2383" y="8144"/>
                              <a:pt x="6479" y="-1667"/>
                              <a:pt x="11432" y="23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79" name="Forme libre : forme 11278">
                        <a:extLst>
                          <a:ext uri="{FF2B5EF4-FFF2-40B4-BE49-F238E27FC236}">
                            <a16:creationId xmlns:a16="http://schemas.microsoft.com/office/drawing/2014/main" id="{FC1E2915-9142-4B7D-8DD9-25ECB1F62C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09499" y="2485745"/>
                        <a:ext cx="53258" cy="118615"/>
                      </a:xfrm>
                      <a:custGeom>
                        <a:avLst/>
                        <a:gdLst>
                          <a:gd name="connsiteX0" fmla="*/ 15370 w 53258"/>
                          <a:gd name="connsiteY0" fmla="*/ 118580 h 118615"/>
                          <a:gd name="connsiteX1" fmla="*/ 30229 w 53258"/>
                          <a:gd name="connsiteY1" fmla="*/ 109341 h 118615"/>
                          <a:gd name="connsiteX2" fmla="*/ 51851 w 53258"/>
                          <a:gd name="connsiteY2" fmla="*/ 64192 h 118615"/>
                          <a:gd name="connsiteX3" fmla="*/ 48707 w 53258"/>
                          <a:gd name="connsiteY3" fmla="*/ 15901 h 118615"/>
                          <a:gd name="connsiteX4" fmla="*/ 34230 w 53258"/>
                          <a:gd name="connsiteY4" fmla="*/ 470 h 118615"/>
                          <a:gd name="connsiteX5" fmla="*/ 29086 w 53258"/>
                          <a:gd name="connsiteY5" fmla="*/ 15329 h 118615"/>
                          <a:gd name="connsiteX6" fmla="*/ 16037 w 53258"/>
                          <a:gd name="connsiteY6" fmla="*/ 56096 h 118615"/>
                          <a:gd name="connsiteX7" fmla="*/ 35 w 53258"/>
                          <a:gd name="connsiteY7" fmla="*/ 93720 h 118615"/>
                          <a:gd name="connsiteX8" fmla="*/ 15370 w 53258"/>
                          <a:gd name="connsiteY8" fmla="*/ 118580 h 1186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3258" h="118615">
                            <a:moveTo>
                              <a:pt x="15370" y="118580"/>
                            </a:moveTo>
                            <a:cubicBezTo>
                              <a:pt x="22037" y="117818"/>
                              <a:pt x="24800" y="115913"/>
                              <a:pt x="30229" y="109341"/>
                            </a:cubicBezTo>
                            <a:cubicBezTo>
                              <a:pt x="40516" y="96577"/>
                              <a:pt x="48422" y="84480"/>
                              <a:pt x="51851" y="64192"/>
                            </a:cubicBezTo>
                            <a:cubicBezTo>
                              <a:pt x="54708" y="47238"/>
                              <a:pt x="52994" y="28664"/>
                              <a:pt x="48707" y="15901"/>
                            </a:cubicBezTo>
                            <a:cubicBezTo>
                              <a:pt x="45469" y="6280"/>
                              <a:pt x="40135" y="-2102"/>
                              <a:pt x="34230" y="470"/>
                            </a:cubicBezTo>
                            <a:cubicBezTo>
                              <a:pt x="30515" y="2089"/>
                              <a:pt x="30515" y="9423"/>
                              <a:pt x="29086" y="15329"/>
                            </a:cubicBezTo>
                            <a:cubicBezTo>
                              <a:pt x="25752" y="29331"/>
                              <a:pt x="23085" y="43047"/>
                              <a:pt x="16037" y="56096"/>
                            </a:cubicBezTo>
                            <a:cubicBezTo>
                              <a:pt x="9941" y="67336"/>
                              <a:pt x="701" y="78194"/>
                              <a:pt x="35" y="93720"/>
                            </a:cubicBezTo>
                            <a:cubicBezTo>
                              <a:pt x="-537" y="107531"/>
                              <a:pt x="6035" y="119342"/>
                              <a:pt x="15370" y="11858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80" name="Forme libre : forme 11279">
                        <a:extLst>
                          <a:ext uri="{FF2B5EF4-FFF2-40B4-BE49-F238E27FC236}">
                            <a16:creationId xmlns:a16="http://schemas.microsoft.com/office/drawing/2014/main" id="{24896D14-60AC-4057-9428-D1E5C6C685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12101" y="2542217"/>
                        <a:ext cx="10768" cy="37752"/>
                      </a:xfrm>
                      <a:custGeom>
                        <a:avLst/>
                        <a:gdLst>
                          <a:gd name="connsiteX0" fmla="*/ 4863 w 10768"/>
                          <a:gd name="connsiteY0" fmla="*/ 33724 h 37752"/>
                          <a:gd name="connsiteX1" fmla="*/ 6863 w 10768"/>
                          <a:gd name="connsiteY1" fmla="*/ 37534 h 37752"/>
                          <a:gd name="connsiteX2" fmla="*/ 9720 w 10768"/>
                          <a:gd name="connsiteY2" fmla="*/ 35153 h 37752"/>
                          <a:gd name="connsiteX3" fmla="*/ 10673 w 10768"/>
                          <a:gd name="connsiteY3" fmla="*/ 28295 h 37752"/>
                          <a:gd name="connsiteX4" fmla="*/ 9911 w 10768"/>
                          <a:gd name="connsiteY4" fmla="*/ 11245 h 37752"/>
                          <a:gd name="connsiteX5" fmla="*/ 8578 w 10768"/>
                          <a:gd name="connsiteY5" fmla="*/ 5149 h 37752"/>
                          <a:gd name="connsiteX6" fmla="*/ 5 w 10768"/>
                          <a:gd name="connsiteY6" fmla="*/ 8483 h 37752"/>
                          <a:gd name="connsiteX7" fmla="*/ 4863 w 10768"/>
                          <a:gd name="connsiteY7" fmla="*/ 33724 h 377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768" h="37752">
                            <a:moveTo>
                              <a:pt x="4863" y="33724"/>
                            </a:moveTo>
                            <a:cubicBezTo>
                              <a:pt x="5339" y="35534"/>
                              <a:pt x="5720" y="36772"/>
                              <a:pt x="6863" y="37534"/>
                            </a:cubicBezTo>
                            <a:cubicBezTo>
                              <a:pt x="8005" y="38296"/>
                              <a:pt x="8958" y="36962"/>
                              <a:pt x="9720" y="35153"/>
                            </a:cubicBezTo>
                            <a:cubicBezTo>
                              <a:pt x="10387" y="33343"/>
                              <a:pt x="10577" y="30486"/>
                              <a:pt x="10673" y="28295"/>
                            </a:cubicBezTo>
                            <a:cubicBezTo>
                              <a:pt x="10959" y="22675"/>
                              <a:pt x="10577" y="16674"/>
                              <a:pt x="9911" y="11245"/>
                            </a:cubicBezTo>
                            <a:cubicBezTo>
                              <a:pt x="9530" y="9054"/>
                              <a:pt x="9339" y="6959"/>
                              <a:pt x="8578" y="5149"/>
                            </a:cubicBezTo>
                            <a:cubicBezTo>
                              <a:pt x="5339" y="-2280"/>
                              <a:pt x="-186" y="-2090"/>
                              <a:pt x="5" y="8483"/>
                            </a:cubicBezTo>
                            <a:cubicBezTo>
                              <a:pt x="100" y="16674"/>
                              <a:pt x="2577" y="26390"/>
                              <a:pt x="4863" y="3372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81" name="Forme libre : forme 11280">
                        <a:extLst>
                          <a:ext uri="{FF2B5EF4-FFF2-40B4-BE49-F238E27FC236}">
                            <a16:creationId xmlns:a16="http://schemas.microsoft.com/office/drawing/2014/main" id="{E226E561-1092-4DF6-AB9E-3472261832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40395" y="2432113"/>
                        <a:ext cx="25050" cy="56578"/>
                      </a:xfrm>
                      <a:custGeom>
                        <a:avLst/>
                        <a:gdLst>
                          <a:gd name="connsiteX0" fmla="*/ 0 w 25050"/>
                          <a:gd name="connsiteY0" fmla="*/ 0 h 56578"/>
                          <a:gd name="connsiteX1" fmla="*/ 14478 w 25050"/>
                          <a:gd name="connsiteY1" fmla="*/ 26194 h 56578"/>
                          <a:gd name="connsiteX2" fmla="*/ 17145 w 25050"/>
                          <a:gd name="connsiteY2" fmla="*/ 34290 h 56578"/>
                          <a:gd name="connsiteX3" fmla="*/ 19908 w 25050"/>
                          <a:gd name="connsiteY3" fmla="*/ 41720 h 56578"/>
                          <a:gd name="connsiteX4" fmla="*/ 25051 w 25050"/>
                          <a:gd name="connsiteY4" fmla="*/ 56579 h 56578"/>
                          <a:gd name="connsiteX5" fmla="*/ 19241 w 25050"/>
                          <a:gd name="connsiteY5" fmla="*/ 41910 h 56578"/>
                          <a:gd name="connsiteX6" fmla="*/ 12859 w 25050"/>
                          <a:gd name="connsiteY6" fmla="*/ 27813 h 56578"/>
                          <a:gd name="connsiteX7" fmla="*/ 0 w 25050"/>
                          <a:gd name="connsiteY7" fmla="*/ 0 h 565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5050" h="56578">
                            <a:moveTo>
                              <a:pt x="0" y="0"/>
                            </a:moveTo>
                            <a:cubicBezTo>
                              <a:pt x="6572" y="5239"/>
                              <a:pt x="10383" y="15526"/>
                              <a:pt x="14478" y="26194"/>
                            </a:cubicBezTo>
                            <a:cubicBezTo>
                              <a:pt x="15430" y="28861"/>
                              <a:pt x="16288" y="31623"/>
                              <a:pt x="17145" y="34290"/>
                            </a:cubicBezTo>
                            <a:cubicBezTo>
                              <a:pt x="18098" y="36862"/>
                              <a:pt x="19050" y="39338"/>
                              <a:pt x="19908" y="41720"/>
                            </a:cubicBezTo>
                            <a:cubicBezTo>
                              <a:pt x="21813" y="47149"/>
                              <a:pt x="23527" y="52197"/>
                              <a:pt x="25051" y="56579"/>
                            </a:cubicBezTo>
                            <a:cubicBezTo>
                              <a:pt x="23432" y="51530"/>
                              <a:pt x="21431" y="46577"/>
                              <a:pt x="19241" y="41910"/>
                            </a:cubicBezTo>
                            <a:cubicBezTo>
                              <a:pt x="17050" y="37338"/>
                              <a:pt x="14859" y="32956"/>
                              <a:pt x="12859" y="27813"/>
                            </a:cubicBezTo>
                            <a:cubicBezTo>
                              <a:pt x="8382" y="18097"/>
                              <a:pt x="4286" y="8287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82" name="Forme libre : forme 11281">
                        <a:extLst>
                          <a:ext uri="{FF2B5EF4-FFF2-40B4-BE49-F238E27FC236}">
                            <a16:creationId xmlns:a16="http://schemas.microsoft.com/office/drawing/2014/main" id="{D58443C8-9007-4D9C-A7D6-DFD4AE54BF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95437" y="2555843"/>
                        <a:ext cx="11239" cy="63817"/>
                      </a:xfrm>
                      <a:custGeom>
                        <a:avLst/>
                        <a:gdLst>
                          <a:gd name="connsiteX0" fmla="*/ 0 w 11239"/>
                          <a:gd name="connsiteY0" fmla="*/ 0 h 63817"/>
                          <a:gd name="connsiteX1" fmla="*/ 11239 w 11239"/>
                          <a:gd name="connsiteY1" fmla="*/ 63818 h 63817"/>
                          <a:gd name="connsiteX2" fmla="*/ 0 w 11239"/>
                          <a:gd name="connsiteY2" fmla="*/ 0 h 638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1239" h="63817">
                            <a:moveTo>
                              <a:pt x="0" y="0"/>
                            </a:moveTo>
                            <a:cubicBezTo>
                              <a:pt x="381" y="23432"/>
                              <a:pt x="6858" y="43434"/>
                              <a:pt x="11239" y="63818"/>
                            </a:cubicBezTo>
                            <a:cubicBezTo>
                              <a:pt x="6572" y="45149"/>
                              <a:pt x="3810" y="20288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83" name="Forme libre : forme 11282">
                        <a:extLst>
                          <a:ext uri="{FF2B5EF4-FFF2-40B4-BE49-F238E27FC236}">
                            <a16:creationId xmlns:a16="http://schemas.microsoft.com/office/drawing/2014/main" id="{4D91E7BB-67CC-40C9-B5AB-D02B8DBD74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22497" y="2486435"/>
                        <a:ext cx="8263" cy="35468"/>
                      </a:xfrm>
                      <a:custGeom>
                        <a:avLst/>
                        <a:gdLst>
                          <a:gd name="connsiteX0" fmla="*/ 5515 w 8263"/>
                          <a:gd name="connsiteY0" fmla="*/ 257 h 35468"/>
                          <a:gd name="connsiteX1" fmla="*/ 7992 w 8263"/>
                          <a:gd name="connsiteY1" fmla="*/ 21021 h 35468"/>
                          <a:gd name="connsiteX2" fmla="*/ 2562 w 8263"/>
                          <a:gd name="connsiteY2" fmla="*/ 35118 h 35468"/>
                          <a:gd name="connsiteX3" fmla="*/ 467 w 8263"/>
                          <a:gd name="connsiteY3" fmla="*/ 15687 h 35468"/>
                          <a:gd name="connsiteX4" fmla="*/ 5515 w 8263"/>
                          <a:gd name="connsiteY4" fmla="*/ 257 h 354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263" h="35468">
                            <a:moveTo>
                              <a:pt x="5515" y="257"/>
                            </a:moveTo>
                            <a:cubicBezTo>
                              <a:pt x="9039" y="2447"/>
                              <a:pt x="8278" y="16640"/>
                              <a:pt x="7992" y="21021"/>
                            </a:cubicBezTo>
                            <a:cubicBezTo>
                              <a:pt x="7706" y="25403"/>
                              <a:pt x="6373" y="37690"/>
                              <a:pt x="2562" y="35118"/>
                            </a:cubicBezTo>
                            <a:cubicBezTo>
                              <a:pt x="-1153" y="32642"/>
                              <a:pt x="181" y="19783"/>
                              <a:pt x="467" y="15687"/>
                            </a:cubicBezTo>
                            <a:cubicBezTo>
                              <a:pt x="753" y="11592"/>
                              <a:pt x="1895" y="-2029"/>
                              <a:pt x="5515" y="25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84" name="Forme libre : forme 11283">
                        <a:extLst>
                          <a:ext uri="{FF2B5EF4-FFF2-40B4-BE49-F238E27FC236}">
                            <a16:creationId xmlns:a16="http://schemas.microsoft.com/office/drawing/2014/main" id="{E2A0BD64-9B5B-456A-A505-E69F56963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25510" y="2481136"/>
                        <a:ext cx="3265" cy="10159"/>
                      </a:xfrm>
                      <a:custGeom>
                        <a:avLst/>
                        <a:gdLst>
                          <a:gd name="connsiteX0" fmla="*/ 1455 w 3265"/>
                          <a:gd name="connsiteY0" fmla="*/ 31 h 10159"/>
                          <a:gd name="connsiteX1" fmla="*/ 3265 w 3265"/>
                          <a:gd name="connsiteY1" fmla="*/ 4603 h 10159"/>
                          <a:gd name="connsiteX2" fmla="*/ 1836 w 3265"/>
                          <a:gd name="connsiteY2" fmla="*/ 10127 h 10159"/>
                          <a:gd name="connsiteX3" fmla="*/ 26 w 3265"/>
                          <a:gd name="connsiteY3" fmla="*/ 5746 h 10159"/>
                          <a:gd name="connsiteX4" fmla="*/ 1455 w 3265"/>
                          <a:gd name="connsiteY4" fmla="*/ 31 h 101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65" h="10159">
                            <a:moveTo>
                              <a:pt x="1455" y="31"/>
                            </a:moveTo>
                            <a:cubicBezTo>
                              <a:pt x="2789" y="-350"/>
                              <a:pt x="3265" y="2889"/>
                              <a:pt x="3265" y="4603"/>
                            </a:cubicBezTo>
                            <a:cubicBezTo>
                              <a:pt x="3265" y="6317"/>
                              <a:pt x="3170" y="9747"/>
                              <a:pt x="1836" y="10127"/>
                            </a:cubicBezTo>
                            <a:cubicBezTo>
                              <a:pt x="503" y="10508"/>
                              <a:pt x="26" y="7365"/>
                              <a:pt x="26" y="5746"/>
                            </a:cubicBezTo>
                            <a:cubicBezTo>
                              <a:pt x="-68" y="3936"/>
                              <a:pt x="26" y="412"/>
                              <a:pt x="1455" y="3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85" name="Forme libre : forme 11284">
                        <a:extLst>
                          <a:ext uri="{FF2B5EF4-FFF2-40B4-BE49-F238E27FC236}">
                            <a16:creationId xmlns:a16="http://schemas.microsoft.com/office/drawing/2014/main" id="{B288FF66-3C9F-4065-8C31-6F0240E578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98543" y="2434794"/>
                        <a:ext cx="37265" cy="87813"/>
                      </a:xfrm>
                      <a:custGeom>
                        <a:avLst/>
                        <a:gdLst>
                          <a:gd name="connsiteX0" fmla="*/ 15087 w 37265"/>
                          <a:gd name="connsiteY0" fmla="*/ 20465 h 87813"/>
                          <a:gd name="connsiteX1" fmla="*/ 32423 w 37265"/>
                          <a:gd name="connsiteY1" fmla="*/ 367 h 87813"/>
                          <a:gd name="connsiteX2" fmla="*/ 37185 w 37265"/>
                          <a:gd name="connsiteY2" fmla="*/ 7225 h 87813"/>
                          <a:gd name="connsiteX3" fmla="*/ 32518 w 37265"/>
                          <a:gd name="connsiteY3" fmla="*/ 17131 h 87813"/>
                          <a:gd name="connsiteX4" fmla="*/ 18230 w 37265"/>
                          <a:gd name="connsiteY4" fmla="*/ 48373 h 87813"/>
                          <a:gd name="connsiteX5" fmla="*/ 5086 w 37265"/>
                          <a:gd name="connsiteY5" fmla="*/ 87045 h 87813"/>
                          <a:gd name="connsiteX6" fmla="*/ 2991 w 37265"/>
                          <a:gd name="connsiteY6" fmla="*/ 42087 h 87813"/>
                          <a:gd name="connsiteX7" fmla="*/ 8515 w 37265"/>
                          <a:gd name="connsiteY7" fmla="*/ 29799 h 87813"/>
                          <a:gd name="connsiteX8" fmla="*/ 15087 w 37265"/>
                          <a:gd name="connsiteY8" fmla="*/ 20465 h 878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7265" h="87813">
                            <a:moveTo>
                              <a:pt x="15087" y="20465"/>
                            </a:moveTo>
                            <a:cubicBezTo>
                              <a:pt x="20516" y="11035"/>
                              <a:pt x="24993" y="4748"/>
                              <a:pt x="32423" y="367"/>
                            </a:cubicBezTo>
                            <a:cubicBezTo>
                              <a:pt x="35185" y="-1252"/>
                              <a:pt x="37756" y="2748"/>
                              <a:pt x="37185" y="7225"/>
                            </a:cubicBezTo>
                            <a:cubicBezTo>
                              <a:pt x="36518" y="11702"/>
                              <a:pt x="34518" y="14273"/>
                              <a:pt x="32518" y="17131"/>
                            </a:cubicBezTo>
                            <a:cubicBezTo>
                              <a:pt x="26136" y="25799"/>
                              <a:pt x="21564" y="36562"/>
                              <a:pt x="18230" y="48373"/>
                            </a:cubicBezTo>
                            <a:cubicBezTo>
                              <a:pt x="16040" y="56088"/>
                              <a:pt x="13087" y="93617"/>
                              <a:pt x="5086" y="87045"/>
                            </a:cubicBezTo>
                            <a:cubicBezTo>
                              <a:pt x="-2629" y="81044"/>
                              <a:pt x="-57" y="53040"/>
                              <a:pt x="2991" y="42087"/>
                            </a:cubicBezTo>
                            <a:cubicBezTo>
                              <a:pt x="4419" y="36943"/>
                              <a:pt x="6515" y="33133"/>
                              <a:pt x="8515" y="29799"/>
                            </a:cubicBezTo>
                            <a:cubicBezTo>
                              <a:pt x="10610" y="26561"/>
                              <a:pt x="12992" y="23989"/>
                              <a:pt x="15087" y="2046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57" name="Graphique 1">
                      <a:extLst>
                        <a:ext uri="{FF2B5EF4-FFF2-40B4-BE49-F238E27FC236}">
                          <a16:creationId xmlns:a16="http://schemas.microsoft.com/office/drawing/2014/main" id="{21F26041-B518-42A2-8494-A9FC488074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14930" y="2236360"/>
                      <a:ext cx="113302" cy="189388"/>
                      <a:chOff x="6914930" y="2236360"/>
                      <a:chExt cx="113302" cy="189388"/>
                    </a:xfrm>
                    <a:solidFill>
                      <a:schemeClr val="accent1"/>
                    </a:solidFill>
                  </p:grpSpPr>
                  <p:sp>
                    <p:nvSpPr>
                      <p:cNvPr id="11262" name="Forme libre : forme 11261">
                        <a:extLst>
                          <a:ext uri="{FF2B5EF4-FFF2-40B4-BE49-F238E27FC236}">
                            <a16:creationId xmlns:a16="http://schemas.microsoft.com/office/drawing/2014/main" id="{A8F1B3C5-F0D4-4DC9-9754-9CB56AA0F2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14930" y="2236360"/>
                        <a:ext cx="113302" cy="189212"/>
                      </a:xfrm>
                      <a:custGeom>
                        <a:avLst/>
                        <a:gdLst>
                          <a:gd name="connsiteX0" fmla="*/ 101760 w 113302"/>
                          <a:gd name="connsiteY0" fmla="*/ 76881 h 189212"/>
                          <a:gd name="connsiteX1" fmla="*/ 75662 w 113302"/>
                          <a:gd name="connsiteY1" fmla="*/ 135460 h 189212"/>
                          <a:gd name="connsiteX2" fmla="*/ 66423 w 113302"/>
                          <a:gd name="connsiteY2" fmla="*/ 153272 h 189212"/>
                          <a:gd name="connsiteX3" fmla="*/ 56136 w 113302"/>
                          <a:gd name="connsiteY3" fmla="*/ 166797 h 189212"/>
                          <a:gd name="connsiteX4" fmla="*/ 30799 w 113302"/>
                          <a:gd name="connsiteY4" fmla="*/ 187086 h 189212"/>
                          <a:gd name="connsiteX5" fmla="*/ 9939 w 113302"/>
                          <a:gd name="connsiteY5" fmla="*/ 181656 h 189212"/>
                          <a:gd name="connsiteX6" fmla="*/ 5653 w 113302"/>
                          <a:gd name="connsiteY6" fmla="*/ 107457 h 189212"/>
                          <a:gd name="connsiteX7" fmla="*/ 34038 w 113302"/>
                          <a:gd name="connsiteY7" fmla="*/ 43734 h 189212"/>
                          <a:gd name="connsiteX8" fmla="*/ 47278 w 113302"/>
                          <a:gd name="connsiteY8" fmla="*/ 25446 h 189212"/>
                          <a:gd name="connsiteX9" fmla="*/ 61755 w 113302"/>
                          <a:gd name="connsiteY9" fmla="*/ 13159 h 189212"/>
                          <a:gd name="connsiteX10" fmla="*/ 93188 w 113302"/>
                          <a:gd name="connsiteY10" fmla="*/ 396 h 189212"/>
                          <a:gd name="connsiteX11" fmla="*/ 111667 w 113302"/>
                          <a:gd name="connsiteY11" fmla="*/ 10587 h 189212"/>
                          <a:gd name="connsiteX12" fmla="*/ 101760 w 113302"/>
                          <a:gd name="connsiteY12" fmla="*/ 76881 h 1892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13302" h="189212">
                            <a:moveTo>
                              <a:pt x="101760" y="76881"/>
                            </a:moveTo>
                            <a:cubicBezTo>
                              <a:pt x="95283" y="90597"/>
                              <a:pt x="81472" y="120601"/>
                              <a:pt x="75662" y="135460"/>
                            </a:cubicBezTo>
                            <a:cubicBezTo>
                              <a:pt x="72424" y="142223"/>
                              <a:pt x="69661" y="148128"/>
                              <a:pt x="66423" y="153272"/>
                            </a:cubicBezTo>
                            <a:cubicBezTo>
                              <a:pt x="63089" y="158415"/>
                              <a:pt x="59660" y="162797"/>
                              <a:pt x="56136" y="166797"/>
                            </a:cubicBezTo>
                            <a:cubicBezTo>
                              <a:pt x="48706" y="174703"/>
                              <a:pt x="40419" y="180799"/>
                              <a:pt x="30799" y="187086"/>
                            </a:cubicBezTo>
                            <a:cubicBezTo>
                              <a:pt x="24132" y="191467"/>
                              <a:pt x="13464" y="188800"/>
                              <a:pt x="9939" y="181656"/>
                            </a:cubicBezTo>
                            <a:cubicBezTo>
                              <a:pt x="-633" y="160797"/>
                              <a:pt x="-3872" y="138508"/>
                              <a:pt x="5653" y="107457"/>
                            </a:cubicBezTo>
                            <a:cubicBezTo>
                              <a:pt x="10225" y="90693"/>
                              <a:pt x="25084" y="59165"/>
                              <a:pt x="34038" y="43734"/>
                            </a:cubicBezTo>
                            <a:cubicBezTo>
                              <a:pt x="38420" y="36591"/>
                              <a:pt x="42801" y="30590"/>
                              <a:pt x="47278" y="25446"/>
                            </a:cubicBezTo>
                            <a:cubicBezTo>
                              <a:pt x="52040" y="20493"/>
                              <a:pt x="56898" y="16493"/>
                              <a:pt x="61755" y="13159"/>
                            </a:cubicBezTo>
                            <a:cubicBezTo>
                              <a:pt x="71280" y="6396"/>
                              <a:pt x="82234" y="3158"/>
                              <a:pt x="93188" y="396"/>
                            </a:cubicBezTo>
                            <a:cubicBezTo>
                              <a:pt x="100903" y="-1414"/>
                              <a:pt x="110333" y="3158"/>
                              <a:pt x="111667" y="10587"/>
                            </a:cubicBezTo>
                            <a:cubicBezTo>
                              <a:pt x="115286" y="32304"/>
                              <a:pt x="113286" y="51069"/>
                              <a:pt x="101760" y="7688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63" name="Forme libre : forme 11262">
                        <a:extLst>
                          <a:ext uri="{FF2B5EF4-FFF2-40B4-BE49-F238E27FC236}">
                            <a16:creationId xmlns:a16="http://schemas.microsoft.com/office/drawing/2014/main" id="{818F303E-3D56-4801-9B4B-49B6610190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6014" y="2246852"/>
                        <a:ext cx="91946" cy="178896"/>
                      </a:xfrm>
                      <a:custGeom>
                        <a:avLst/>
                        <a:gdLst>
                          <a:gd name="connsiteX0" fmla="*/ 32861 w 91946"/>
                          <a:gd name="connsiteY0" fmla="*/ 105918 h 178896"/>
                          <a:gd name="connsiteX1" fmla="*/ 0 w 91946"/>
                          <a:gd name="connsiteY1" fmla="*/ 178784 h 178896"/>
                          <a:gd name="connsiteX2" fmla="*/ 9430 w 91946"/>
                          <a:gd name="connsiteY2" fmla="*/ 176784 h 178896"/>
                          <a:gd name="connsiteX3" fmla="*/ 18955 w 91946"/>
                          <a:gd name="connsiteY3" fmla="*/ 170212 h 178896"/>
                          <a:gd name="connsiteX4" fmla="*/ 42100 w 91946"/>
                          <a:gd name="connsiteY4" fmla="*/ 147352 h 178896"/>
                          <a:gd name="connsiteX5" fmla="*/ 54483 w 91946"/>
                          <a:gd name="connsiteY5" fmla="*/ 125063 h 178896"/>
                          <a:gd name="connsiteX6" fmla="*/ 58484 w 91946"/>
                          <a:gd name="connsiteY6" fmla="*/ 115538 h 178896"/>
                          <a:gd name="connsiteX7" fmla="*/ 68485 w 91946"/>
                          <a:gd name="connsiteY7" fmla="*/ 92297 h 178896"/>
                          <a:gd name="connsiteX8" fmla="*/ 78486 w 91946"/>
                          <a:gd name="connsiteY8" fmla="*/ 70771 h 178896"/>
                          <a:gd name="connsiteX9" fmla="*/ 80581 w 91946"/>
                          <a:gd name="connsiteY9" fmla="*/ 66484 h 178896"/>
                          <a:gd name="connsiteX10" fmla="*/ 89535 w 91946"/>
                          <a:gd name="connsiteY10" fmla="*/ 41243 h 178896"/>
                          <a:gd name="connsiteX11" fmla="*/ 91726 w 91946"/>
                          <a:gd name="connsiteY11" fmla="*/ 10382 h 178896"/>
                          <a:gd name="connsiteX12" fmla="*/ 90392 w 91946"/>
                          <a:gd name="connsiteY12" fmla="*/ 381 h 178896"/>
                          <a:gd name="connsiteX13" fmla="*/ 90297 w 91946"/>
                          <a:gd name="connsiteY13" fmla="*/ 0 h 178896"/>
                          <a:gd name="connsiteX14" fmla="*/ 32861 w 91946"/>
                          <a:gd name="connsiteY14" fmla="*/ 105918 h 17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91946" h="178896">
                            <a:moveTo>
                              <a:pt x="32861" y="105918"/>
                            </a:moveTo>
                            <a:cubicBezTo>
                              <a:pt x="24193" y="132112"/>
                              <a:pt x="15144" y="159734"/>
                              <a:pt x="0" y="178784"/>
                            </a:cubicBezTo>
                            <a:cubicBezTo>
                              <a:pt x="3334" y="179165"/>
                              <a:pt x="6668" y="178594"/>
                              <a:pt x="9430" y="176784"/>
                            </a:cubicBezTo>
                            <a:cubicBezTo>
                              <a:pt x="12763" y="174593"/>
                              <a:pt x="15907" y="172498"/>
                              <a:pt x="18955" y="170212"/>
                            </a:cubicBezTo>
                            <a:cubicBezTo>
                              <a:pt x="27527" y="163830"/>
                              <a:pt x="35433" y="156877"/>
                              <a:pt x="42100" y="147352"/>
                            </a:cubicBezTo>
                            <a:cubicBezTo>
                              <a:pt x="46767" y="141256"/>
                              <a:pt x="50292" y="133826"/>
                              <a:pt x="54483" y="125063"/>
                            </a:cubicBezTo>
                            <a:cubicBezTo>
                              <a:pt x="55626" y="122301"/>
                              <a:pt x="57055" y="119063"/>
                              <a:pt x="58484" y="115538"/>
                            </a:cubicBezTo>
                            <a:cubicBezTo>
                              <a:pt x="61436" y="108585"/>
                              <a:pt x="65055" y="100298"/>
                              <a:pt x="68485" y="92297"/>
                            </a:cubicBezTo>
                            <a:cubicBezTo>
                              <a:pt x="72199" y="84392"/>
                              <a:pt x="75724" y="76771"/>
                              <a:pt x="78486" y="70771"/>
                            </a:cubicBezTo>
                            <a:cubicBezTo>
                              <a:pt x="79248" y="69247"/>
                              <a:pt x="79915" y="67818"/>
                              <a:pt x="80581" y="66484"/>
                            </a:cubicBezTo>
                            <a:cubicBezTo>
                              <a:pt x="84772" y="57341"/>
                              <a:pt x="87439" y="48958"/>
                              <a:pt x="89535" y="41243"/>
                            </a:cubicBezTo>
                            <a:cubicBezTo>
                              <a:pt x="91821" y="30385"/>
                              <a:pt x="92297" y="20479"/>
                              <a:pt x="91726" y="10382"/>
                            </a:cubicBezTo>
                            <a:cubicBezTo>
                              <a:pt x="91440" y="7049"/>
                              <a:pt x="90964" y="3715"/>
                              <a:pt x="90392" y="381"/>
                            </a:cubicBezTo>
                            <a:lnTo>
                              <a:pt x="90297" y="0"/>
                            </a:lnTo>
                            <a:cubicBezTo>
                              <a:pt x="65913" y="31718"/>
                              <a:pt x="44958" y="68294"/>
                              <a:pt x="32861" y="10591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64" name="Forme libre : forme 11263">
                        <a:extLst>
                          <a:ext uri="{FF2B5EF4-FFF2-40B4-BE49-F238E27FC236}">
                            <a16:creationId xmlns:a16="http://schemas.microsoft.com/office/drawing/2014/main" id="{7E331F81-4A77-4480-989E-308319CB68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2365" y="2271567"/>
                        <a:ext cx="49063" cy="86027"/>
                      </a:xfrm>
                      <a:custGeom>
                        <a:avLst/>
                        <a:gdLst>
                          <a:gd name="connsiteX0" fmla="*/ 46704 w 49063"/>
                          <a:gd name="connsiteY0" fmla="*/ 621 h 86027"/>
                          <a:gd name="connsiteX1" fmla="*/ 34226 w 49063"/>
                          <a:gd name="connsiteY1" fmla="*/ 49484 h 86027"/>
                          <a:gd name="connsiteX2" fmla="*/ 4317 w 49063"/>
                          <a:gd name="connsiteY2" fmla="*/ 85774 h 86027"/>
                          <a:gd name="connsiteX3" fmla="*/ 11747 w 49063"/>
                          <a:gd name="connsiteY3" fmla="*/ 39007 h 86027"/>
                          <a:gd name="connsiteX4" fmla="*/ 46704 w 49063"/>
                          <a:gd name="connsiteY4" fmla="*/ 621 h 860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9063" h="86027">
                            <a:moveTo>
                              <a:pt x="46704" y="621"/>
                            </a:moveTo>
                            <a:cubicBezTo>
                              <a:pt x="55086" y="5574"/>
                              <a:pt x="38798" y="38054"/>
                              <a:pt x="34226" y="49484"/>
                            </a:cubicBezTo>
                            <a:cubicBezTo>
                              <a:pt x="28511" y="60247"/>
                              <a:pt x="14605" y="89013"/>
                              <a:pt x="4317" y="85774"/>
                            </a:cubicBezTo>
                            <a:cubicBezTo>
                              <a:pt x="-6446" y="82345"/>
                              <a:pt x="5556" y="49484"/>
                              <a:pt x="11747" y="39007"/>
                            </a:cubicBezTo>
                            <a:cubicBezTo>
                              <a:pt x="16700" y="27958"/>
                              <a:pt x="37560" y="-4904"/>
                              <a:pt x="46704" y="62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65" name="Forme libre : forme 11264">
                        <a:extLst>
                          <a:ext uri="{FF2B5EF4-FFF2-40B4-BE49-F238E27FC236}">
                            <a16:creationId xmlns:a16="http://schemas.microsoft.com/office/drawing/2014/main" id="{D9AA39F2-9669-4E5A-99E6-D257C5AB6D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2518" y="2302097"/>
                        <a:ext cx="41693" cy="55628"/>
                      </a:xfrm>
                      <a:custGeom>
                        <a:avLst/>
                        <a:gdLst>
                          <a:gd name="connsiteX0" fmla="*/ 2259 w 41693"/>
                          <a:gd name="connsiteY0" fmla="*/ 32766 h 55628"/>
                          <a:gd name="connsiteX1" fmla="*/ 3974 w 41693"/>
                          <a:gd name="connsiteY1" fmla="*/ 55626 h 55628"/>
                          <a:gd name="connsiteX2" fmla="*/ 34263 w 41693"/>
                          <a:gd name="connsiteY2" fmla="*/ 18383 h 55628"/>
                          <a:gd name="connsiteX3" fmla="*/ 41693 w 41693"/>
                          <a:gd name="connsiteY3" fmla="*/ 0 h 55628"/>
                          <a:gd name="connsiteX4" fmla="*/ 36168 w 41693"/>
                          <a:gd name="connsiteY4" fmla="*/ 9049 h 55628"/>
                          <a:gd name="connsiteX5" fmla="*/ 2259 w 41693"/>
                          <a:gd name="connsiteY5" fmla="*/ 32766 h 556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1693" h="55628">
                            <a:moveTo>
                              <a:pt x="2259" y="32766"/>
                            </a:moveTo>
                            <a:cubicBezTo>
                              <a:pt x="1307" y="39052"/>
                              <a:pt x="-3170" y="55435"/>
                              <a:pt x="3974" y="55626"/>
                            </a:cubicBezTo>
                            <a:cubicBezTo>
                              <a:pt x="15404" y="55912"/>
                              <a:pt x="27120" y="32004"/>
                              <a:pt x="34263" y="18383"/>
                            </a:cubicBezTo>
                            <a:cubicBezTo>
                              <a:pt x="36359" y="14383"/>
                              <a:pt x="39788" y="4763"/>
                              <a:pt x="41693" y="0"/>
                            </a:cubicBezTo>
                            <a:cubicBezTo>
                              <a:pt x="40074" y="2476"/>
                              <a:pt x="37883" y="6858"/>
                              <a:pt x="36168" y="9049"/>
                            </a:cubicBezTo>
                            <a:cubicBezTo>
                              <a:pt x="25977" y="21336"/>
                              <a:pt x="13785" y="36385"/>
                              <a:pt x="2259" y="3276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66" name="Forme libre : forme 11265">
                        <a:extLst>
                          <a:ext uri="{FF2B5EF4-FFF2-40B4-BE49-F238E27FC236}">
                            <a16:creationId xmlns:a16="http://schemas.microsoft.com/office/drawing/2014/main" id="{0FC8F676-1521-4861-96E1-2E769249B1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6696" y="2267993"/>
                        <a:ext cx="48939" cy="85823"/>
                      </a:xfrm>
                      <a:custGeom>
                        <a:avLst/>
                        <a:gdLst>
                          <a:gd name="connsiteX0" fmla="*/ 47231 w 48939"/>
                          <a:gd name="connsiteY0" fmla="*/ 1148 h 85823"/>
                          <a:gd name="connsiteX1" fmla="*/ 34467 w 48939"/>
                          <a:gd name="connsiteY1" fmla="*/ 50297 h 85823"/>
                          <a:gd name="connsiteX2" fmla="*/ 4368 w 48939"/>
                          <a:gd name="connsiteY2" fmla="*/ 85634 h 85823"/>
                          <a:gd name="connsiteX3" fmla="*/ 12179 w 48939"/>
                          <a:gd name="connsiteY3" fmla="*/ 39343 h 85823"/>
                          <a:gd name="connsiteX4" fmla="*/ 18465 w 48939"/>
                          <a:gd name="connsiteY4" fmla="*/ 27818 h 85823"/>
                          <a:gd name="connsiteX5" fmla="*/ 28561 w 48939"/>
                          <a:gd name="connsiteY5" fmla="*/ 13149 h 85823"/>
                          <a:gd name="connsiteX6" fmla="*/ 47231 w 48939"/>
                          <a:gd name="connsiteY6" fmla="*/ 1148 h 858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8939" h="85823">
                            <a:moveTo>
                              <a:pt x="47231" y="1148"/>
                            </a:moveTo>
                            <a:cubicBezTo>
                              <a:pt x="53898" y="9053"/>
                              <a:pt x="39229" y="38105"/>
                              <a:pt x="34467" y="50297"/>
                            </a:cubicBezTo>
                            <a:cubicBezTo>
                              <a:pt x="28657" y="62012"/>
                              <a:pt x="15036" y="88301"/>
                              <a:pt x="4368" y="85634"/>
                            </a:cubicBezTo>
                            <a:cubicBezTo>
                              <a:pt x="-6871" y="82777"/>
                              <a:pt x="6463" y="49058"/>
                              <a:pt x="12179" y="39343"/>
                            </a:cubicBezTo>
                            <a:cubicBezTo>
                              <a:pt x="13512" y="36866"/>
                              <a:pt x="15512" y="32580"/>
                              <a:pt x="18465" y="27818"/>
                            </a:cubicBezTo>
                            <a:cubicBezTo>
                              <a:pt x="21418" y="23150"/>
                              <a:pt x="24942" y="17816"/>
                              <a:pt x="28561" y="13149"/>
                            </a:cubicBezTo>
                            <a:cubicBezTo>
                              <a:pt x="35705" y="3815"/>
                              <a:pt x="43896" y="-2758"/>
                              <a:pt x="47231" y="114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67" name="Forme libre : forme 11266">
                        <a:extLst>
                          <a:ext uri="{FF2B5EF4-FFF2-40B4-BE49-F238E27FC236}">
                            <a16:creationId xmlns:a16="http://schemas.microsoft.com/office/drawing/2014/main" id="{63F13639-8C01-499D-B750-0BE43C66E3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29631" y="2297117"/>
                        <a:ext cx="75026" cy="102515"/>
                      </a:xfrm>
                      <a:custGeom>
                        <a:avLst/>
                        <a:gdLst>
                          <a:gd name="connsiteX0" fmla="*/ 14098 w 75026"/>
                          <a:gd name="connsiteY0" fmla="*/ 102420 h 102515"/>
                          <a:gd name="connsiteX1" fmla="*/ 28957 w 75026"/>
                          <a:gd name="connsiteY1" fmla="*/ 94324 h 102515"/>
                          <a:gd name="connsiteX2" fmla="*/ 44483 w 75026"/>
                          <a:gd name="connsiteY2" fmla="*/ 79274 h 102515"/>
                          <a:gd name="connsiteX3" fmla="*/ 58294 w 75026"/>
                          <a:gd name="connsiteY3" fmla="*/ 60510 h 102515"/>
                          <a:gd name="connsiteX4" fmla="*/ 68105 w 75026"/>
                          <a:gd name="connsiteY4" fmla="*/ 40222 h 102515"/>
                          <a:gd name="connsiteX5" fmla="*/ 74106 w 75026"/>
                          <a:gd name="connsiteY5" fmla="*/ 20124 h 102515"/>
                          <a:gd name="connsiteX6" fmla="*/ 69248 w 75026"/>
                          <a:gd name="connsiteY6" fmla="*/ 26 h 102515"/>
                          <a:gd name="connsiteX7" fmla="*/ 57246 w 75026"/>
                          <a:gd name="connsiteY7" fmla="*/ 9932 h 102515"/>
                          <a:gd name="connsiteX8" fmla="*/ 42959 w 75026"/>
                          <a:gd name="connsiteY8" fmla="*/ 25458 h 102515"/>
                          <a:gd name="connsiteX9" fmla="*/ 27528 w 75026"/>
                          <a:gd name="connsiteY9" fmla="*/ 40603 h 102515"/>
                          <a:gd name="connsiteX10" fmla="*/ 12098 w 75026"/>
                          <a:gd name="connsiteY10" fmla="*/ 54414 h 102515"/>
                          <a:gd name="connsiteX11" fmla="*/ 954 w 75026"/>
                          <a:gd name="connsiteY11" fmla="*/ 75179 h 102515"/>
                          <a:gd name="connsiteX12" fmla="*/ 14098 w 75026"/>
                          <a:gd name="connsiteY12" fmla="*/ 102420 h 1025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75026" h="102515">
                            <a:moveTo>
                              <a:pt x="14098" y="102420"/>
                            </a:moveTo>
                            <a:cubicBezTo>
                              <a:pt x="20861" y="101658"/>
                              <a:pt x="23337" y="99944"/>
                              <a:pt x="28957" y="94324"/>
                            </a:cubicBezTo>
                            <a:cubicBezTo>
                              <a:pt x="34672" y="89180"/>
                              <a:pt x="39816" y="84513"/>
                              <a:pt x="44483" y="79274"/>
                            </a:cubicBezTo>
                            <a:cubicBezTo>
                              <a:pt x="49246" y="74036"/>
                              <a:pt x="54008" y="68225"/>
                              <a:pt x="58294" y="60510"/>
                            </a:cubicBezTo>
                            <a:cubicBezTo>
                              <a:pt x="62104" y="54128"/>
                              <a:pt x="65533" y="47270"/>
                              <a:pt x="68105" y="40222"/>
                            </a:cubicBezTo>
                            <a:cubicBezTo>
                              <a:pt x="70867" y="33364"/>
                              <a:pt x="73058" y="26506"/>
                              <a:pt x="74106" y="20124"/>
                            </a:cubicBezTo>
                            <a:cubicBezTo>
                              <a:pt x="75725" y="10790"/>
                              <a:pt x="75820" y="979"/>
                              <a:pt x="69248" y="26"/>
                            </a:cubicBezTo>
                            <a:cubicBezTo>
                              <a:pt x="65343" y="-450"/>
                              <a:pt x="61342" y="5646"/>
                              <a:pt x="57246" y="9932"/>
                            </a:cubicBezTo>
                            <a:cubicBezTo>
                              <a:pt x="52484" y="15076"/>
                              <a:pt x="47912" y="20315"/>
                              <a:pt x="42959" y="25458"/>
                            </a:cubicBezTo>
                            <a:cubicBezTo>
                              <a:pt x="38196" y="30602"/>
                              <a:pt x="33338" y="35745"/>
                              <a:pt x="27528" y="40603"/>
                            </a:cubicBezTo>
                            <a:cubicBezTo>
                              <a:pt x="22385" y="44699"/>
                              <a:pt x="17146" y="49080"/>
                              <a:pt x="12098" y="54414"/>
                            </a:cubicBezTo>
                            <a:cubicBezTo>
                              <a:pt x="6955" y="59748"/>
                              <a:pt x="2764" y="66416"/>
                              <a:pt x="954" y="75179"/>
                            </a:cubicBezTo>
                            <a:cubicBezTo>
                              <a:pt x="-2761" y="90990"/>
                              <a:pt x="4954" y="103754"/>
                              <a:pt x="14098" y="10242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68" name="Forme libre : forme 11267">
                        <a:extLst>
                          <a:ext uri="{FF2B5EF4-FFF2-40B4-BE49-F238E27FC236}">
                            <a16:creationId xmlns:a16="http://schemas.microsoft.com/office/drawing/2014/main" id="{ED61BEA7-0C74-4D76-95B0-379D281EE5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8209" y="2334277"/>
                        <a:ext cx="12199" cy="40064"/>
                      </a:xfrm>
                      <a:custGeom>
                        <a:avLst/>
                        <a:gdLst>
                          <a:gd name="connsiteX0" fmla="*/ 376 w 12199"/>
                          <a:gd name="connsiteY0" fmla="*/ 35352 h 40064"/>
                          <a:gd name="connsiteX1" fmla="*/ 1614 w 12199"/>
                          <a:gd name="connsiteY1" fmla="*/ 39733 h 40064"/>
                          <a:gd name="connsiteX2" fmla="*/ 4853 w 12199"/>
                          <a:gd name="connsiteY2" fmla="*/ 37733 h 40064"/>
                          <a:gd name="connsiteX3" fmla="*/ 7234 w 12199"/>
                          <a:gd name="connsiteY3" fmla="*/ 30875 h 40064"/>
                          <a:gd name="connsiteX4" fmla="*/ 11425 w 12199"/>
                          <a:gd name="connsiteY4" fmla="*/ 13540 h 40064"/>
                          <a:gd name="connsiteX5" fmla="*/ 12187 w 12199"/>
                          <a:gd name="connsiteY5" fmla="*/ 7063 h 40064"/>
                          <a:gd name="connsiteX6" fmla="*/ 2948 w 12199"/>
                          <a:gd name="connsiteY6" fmla="*/ 7539 h 40064"/>
                          <a:gd name="connsiteX7" fmla="*/ 376 w 12199"/>
                          <a:gd name="connsiteY7" fmla="*/ 35352 h 400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2199" h="40064">
                            <a:moveTo>
                              <a:pt x="376" y="35352"/>
                            </a:moveTo>
                            <a:cubicBezTo>
                              <a:pt x="566" y="37352"/>
                              <a:pt x="662" y="38781"/>
                              <a:pt x="1614" y="39733"/>
                            </a:cubicBezTo>
                            <a:cubicBezTo>
                              <a:pt x="2567" y="40686"/>
                              <a:pt x="3805" y="39448"/>
                              <a:pt x="4853" y="37733"/>
                            </a:cubicBezTo>
                            <a:cubicBezTo>
                              <a:pt x="5805" y="35923"/>
                              <a:pt x="6663" y="33161"/>
                              <a:pt x="7234" y="30875"/>
                            </a:cubicBezTo>
                            <a:cubicBezTo>
                              <a:pt x="8758" y="25160"/>
                              <a:pt x="10472" y="19159"/>
                              <a:pt x="11425" y="13540"/>
                            </a:cubicBezTo>
                            <a:cubicBezTo>
                              <a:pt x="11806" y="11254"/>
                              <a:pt x="12282" y="9063"/>
                              <a:pt x="12187" y="7063"/>
                            </a:cubicBezTo>
                            <a:cubicBezTo>
                              <a:pt x="12092" y="-1319"/>
                              <a:pt x="6663" y="-3510"/>
                              <a:pt x="2948" y="7539"/>
                            </a:cubicBezTo>
                            <a:cubicBezTo>
                              <a:pt x="281" y="16207"/>
                              <a:pt x="-576" y="27256"/>
                              <a:pt x="376" y="3535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69" name="Forme libre : forme 11268">
                        <a:extLst>
                          <a:ext uri="{FF2B5EF4-FFF2-40B4-BE49-F238E27FC236}">
                            <a16:creationId xmlns:a16="http://schemas.microsoft.com/office/drawing/2014/main" id="{2D388851-5232-49C0-810E-90FFDC5AF3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16214" y="2247709"/>
                        <a:ext cx="8467" cy="62865"/>
                      </a:xfrm>
                      <a:custGeom>
                        <a:avLst/>
                        <a:gdLst>
                          <a:gd name="connsiteX0" fmla="*/ 6382 w 8467"/>
                          <a:gd name="connsiteY0" fmla="*/ 0 h 62865"/>
                          <a:gd name="connsiteX1" fmla="*/ 0 w 8467"/>
                          <a:gd name="connsiteY1" fmla="*/ 62865 h 62865"/>
                          <a:gd name="connsiteX2" fmla="*/ 6382 w 8467"/>
                          <a:gd name="connsiteY2" fmla="*/ 0 h 628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8467" h="62865">
                            <a:moveTo>
                              <a:pt x="6382" y="0"/>
                            </a:moveTo>
                            <a:cubicBezTo>
                              <a:pt x="12573" y="15240"/>
                              <a:pt x="3334" y="44101"/>
                              <a:pt x="0" y="62865"/>
                            </a:cubicBezTo>
                            <a:cubicBezTo>
                              <a:pt x="4000" y="42672"/>
                              <a:pt x="6001" y="18669"/>
                              <a:pt x="638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70" name="Forme libre : forme 11269">
                        <a:extLst>
                          <a:ext uri="{FF2B5EF4-FFF2-40B4-BE49-F238E27FC236}">
                            <a16:creationId xmlns:a16="http://schemas.microsoft.com/office/drawing/2014/main" id="{CD70E417-6C39-4750-BD0D-4DED767707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18606" y="2342483"/>
                        <a:ext cx="8168" cy="74771"/>
                      </a:xfrm>
                      <a:custGeom>
                        <a:avLst/>
                        <a:gdLst>
                          <a:gd name="connsiteX0" fmla="*/ 4835 w 8168"/>
                          <a:gd name="connsiteY0" fmla="*/ 0 h 74771"/>
                          <a:gd name="connsiteX1" fmla="*/ 8168 w 8168"/>
                          <a:gd name="connsiteY1" fmla="*/ 74771 h 74771"/>
                          <a:gd name="connsiteX2" fmla="*/ 4835 w 8168"/>
                          <a:gd name="connsiteY2" fmla="*/ 0 h 747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8168" h="74771">
                            <a:moveTo>
                              <a:pt x="4835" y="0"/>
                            </a:moveTo>
                            <a:cubicBezTo>
                              <a:pt x="-3738" y="27337"/>
                              <a:pt x="167" y="54674"/>
                              <a:pt x="8168" y="74771"/>
                            </a:cubicBezTo>
                            <a:cubicBezTo>
                              <a:pt x="-404" y="56388"/>
                              <a:pt x="453" y="24194"/>
                              <a:pt x="483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71" name="Forme libre : forme 11270">
                        <a:extLst>
                          <a:ext uri="{FF2B5EF4-FFF2-40B4-BE49-F238E27FC236}">
                            <a16:creationId xmlns:a16="http://schemas.microsoft.com/office/drawing/2014/main" id="{6E62EB4D-1EE7-4BA7-B89D-60214E9E5A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64955" y="2288670"/>
                        <a:ext cx="20587" cy="30781"/>
                      </a:xfrm>
                      <a:custGeom>
                        <a:avLst/>
                        <a:gdLst>
                          <a:gd name="connsiteX0" fmla="*/ 20303 w 20587"/>
                          <a:gd name="connsiteY0" fmla="*/ 758 h 30781"/>
                          <a:gd name="connsiteX1" fmla="*/ 11921 w 20587"/>
                          <a:gd name="connsiteY1" fmla="*/ 19904 h 30781"/>
                          <a:gd name="connsiteX2" fmla="*/ 395 w 20587"/>
                          <a:gd name="connsiteY2" fmla="*/ 29905 h 30781"/>
                          <a:gd name="connsiteX3" fmla="*/ 7921 w 20587"/>
                          <a:gd name="connsiteY3" fmla="*/ 11522 h 30781"/>
                          <a:gd name="connsiteX4" fmla="*/ 20303 w 20587"/>
                          <a:gd name="connsiteY4" fmla="*/ 758 h 307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587" h="30781">
                            <a:moveTo>
                              <a:pt x="20303" y="758"/>
                            </a:moveTo>
                            <a:cubicBezTo>
                              <a:pt x="22208" y="4473"/>
                              <a:pt x="14017" y="16094"/>
                              <a:pt x="11921" y="19904"/>
                            </a:cubicBezTo>
                            <a:cubicBezTo>
                              <a:pt x="9635" y="23618"/>
                              <a:pt x="2491" y="33810"/>
                              <a:pt x="395" y="29905"/>
                            </a:cubicBezTo>
                            <a:cubicBezTo>
                              <a:pt x="-1795" y="26000"/>
                              <a:pt x="5730" y="14951"/>
                              <a:pt x="7921" y="11522"/>
                            </a:cubicBezTo>
                            <a:cubicBezTo>
                              <a:pt x="10111" y="7997"/>
                              <a:pt x="18398" y="-2956"/>
                              <a:pt x="20303" y="75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72" name="Forme libre : forme 11271">
                        <a:extLst>
                          <a:ext uri="{FF2B5EF4-FFF2-40B4-BE49-F238E27FC236}">
                            <a16:creationId xmlns:a16="http://schemas.microsoft.com/office/drawing/2014/main" id="{EBA273CC-3A40-4A5E-911D-389DB709A9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1581" y="2284156"/>
                        <a:ext cx="6054" cy="8848"/>
                      </a:xfrm>
                      <a:custGeom>
                        <a:avLst/>
                        <a:gdLst>
                          <a:gd name="connsiteX0" fmla="*/ 5487 w 6054"/>
                          <a:gd name="connsiteY0" fmla="*/ 34 h 8848"/>
                          <a:gd name="connsiteX1" fmla="*/ 4725 w 6054"/>
                          <a:gd name="connsiteY1" fmla="*/ 4891 h 8848"/>
                          <a:gd name="connsiteX2" fmla="*/ 629 w 6054"/>
                          <a:gd name="connsiteY2" fmla="*/ 8797 h 8848"/>
                          <a:gd name="connsiteX3" fmla="*/ 1391 w 6054"/>
                          <a:gd name="connsiteY3" fmla="*/ 4034 h 8848"/>
                          <a:gd name="connsiteX4" fmla="*/ 5487 w 6054"/>
                          <a:gd name="connsiteY4" fmla="*/ 34 h 88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054" h="8848">
                            <a:moveTo>
                              <a:pt x="5487" y="34"/>
                            </a:moveTo>
                            <a:cubicBezTo>
                              <a:pt x="6821" y="415"/>
                              <a:pt x="5487" y="3463"/>
                              <a:pt x="4725" y="4891"/>
                            </a:cubicBezTo>
                            <a:cubicBezTo>
                              <a:pt x="3868" y="6320"/>
                              <a:pt x="2058" y="9273"/>
                              <a:pt x="629" y="8797"/>
                            </a:cubicBezTo>
                            <a:cubicBezTo>
                              <a:pt x="-799" y="8416"/>
                              <a:pt x="534" y="5558"/>
                              <a:pt x="1391" y="4034"/>
                            </a:cubicBezTo>
                            <a:cubicBezTo>
                              <a:pt x="2248" y="2605"/>
                              <a:pt x="4153" y="-347"/>
                              <a:pt x="5487" y="3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73" name="Forme libre : forme 11272">
                        <a:extLst>
                          <a:ext uri="{FF2B5EF4-FFF2-40B4-BE49-F238E27FC236}">
                            <a16:creationId xmlns:a16="http://schemas.microsoft.com/office/drawing/2014/main" id="{8F267437-473F-4B08-93F8-EB1F53D28F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45374" y="2245993"/>
                        <a:ext cx="70115" cy="65013"/>
                      </a:xfrm>
                      <a:custGeom>
                        <a:avLst/>
                        <a:gdLst>
                          <a:gd name="connsiteX0" fmla="*/ 42741 w 70115"/>
                          <a:gd name="connsiteY0" fmla="*/ 9431 h 65013"/>
                          <a:gd name="connsiteX1" fmla="*/ 67411 w 70115"/>
                          <a:gd name="connsiteY1" fmla="*/ 1 h 65013"/>
                          <a:gd name="connsiteX2" fmla="*/ 68458 w 70115"/>
                          <a:gd name="connsiteY2" fmla="*/ 8288 h 65013"/>
                          <a:gd name="connsiteX3" fmla="*/ 59600 w 70115"/>
                          <a:gd name="connsiteY3" fmla="*/ 14860 h 65013"/>
                          <a:gd name="connsiteX4" fmla="*/ 31977 w 70115"/>
                          <a:gd name="connsiteY4" fmla="*/ 34672 h 65013"/>
                          <a:gd name="connsiteX5" fmla="*/ 545 w 70115"/>
                          <a:gd name="connsiteY5" fmla="*/ 63343 h 65013"/>
                          <a:gd name="connsiteX6" fmla="*/ 6737 w 70115"/>
                          <a:gd name="connsiteY6" fmla="*/ 41245 h 65013"/>
                          <a:gd name="connsiteX7" fmla="*/ 22167 w 70115"/>
                          <a:gd name="connsiteY7" fmla="*/ 21433 h 65013"/>
                          <a:gd name="connsiteX8" fmla="*/ 42741 w 70115"/>
                          <a:gd name="connsiteY8" fmla="*/ 9431 h 65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0115" h="65013">
                            <a:moveTo>
                              <a:pt x="42741" y="9431"/>
                            </a:moveTo>
                            <a:cubicBezTo>
                              <a:pt x="51599" y="3811"/>
                              <a:pt x="58933" y="478"/>
                              <a:pt x="67411" y="1"/>
                            </a:cubicBezTo>
                            <a:cubicBezTo>
                              <a:pt x="70554" y="-94"/>
                              <a:pt x="71030" y="4573"/>
                              <a:pt x="68458" y="8288"/>
                            </a:cubicBezTo>
                            <a:cubicBezTo>
                              <a:pt x="65886" y="12003"/>
                              <a:pt x="62648" y="13241"/>
                              <a:pt x="59600" y="14860"/>
                            </a:cubicBezTo>
                            <a:cubicBezTo>
                              <a:pt x="50171" y="19909"/>
                              <a:pt x="40741" y="26290"/>
                              <a:pt x="31977" y="34672"/>
                            </a:cubicBezTo>
                            <a:cubicBezTo>
                              <a:pt x="25787" y="39435"/>
                              <a:pt x="4355" y="72772"/>
                              <a:pt x="545" y="63343"/>
                            </a:cubicBezTo>
                            <a:cubicBezTo>
                              <a:pt x="-1360" y="58485"/>
                              <a:pt x="1974" y="49722"/>
                              <a:pt x="6737" y="41245"/>
                            </a:cubicBezTo>
                            <a:cubicBezTo>
                              <a:pt x="11785" y="32863"/>
                              <a:pt x="18357" y="25052"/>
                              <a:pt x="22167" y="21433"/>
                            </a:cubicBezTo>
                            <a:cubicBezTo>
                              <a:pt x="29978" y="14384"/>
                              <a:pt x="35978" y="13622"/>
                              <a:pt x="42741" y="943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58" name="Graphique 1">
                      <a:extLst>
                        <a:ext uri="{FF2B5EF4-FFF2-40B4-BE49-F238E27FC236}">
                          <a16:creationId xmlns:a16="http://schemas.microsoft.com/office/drawing/2014/main" id="{884F896E-91A7-4C8E-A7EE-1CDC156141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15159" y="2115013"/>
                      <a:ext cx="180942" cy="127595"/>
                      <a:chOff x="7015159" y="2115013"/>
                      <a:chExt cx="180942" cy="127595"/>
                    </a:xfrm>
                    <a:solidFill>
                      <a:schemeClr val="accent1"/>
                    </a:solidFill>
                  </p:grpSpPr>
                  <p:sp>
                    <p:nvSpPr>
                      <p:cNvPr id="11250" name="Forme libre : forme 11249">
                        <a:extLst>
                          <a:ext uri="{FF2B5EF4-FFF2-40B4-BE49-F238E27FC236}">
                            <a16:creationId xmlns:a16="http://schemas.microsoft.com/office/drawing/2014/main" id="{0690C346-F022-4CD3-83EF-92B2CB25CC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15159" y="2115013"/>
                        <a:ext cx="180942" cy="127595"/>
                      </a:xfrm>
                      <a:custGeom>
                        <a:avLst/>
                        <a:gdLst>
                          <a:gd name="connsiteX0" fmla="*/ 129357 w 180942"/>
                          <a:gd name="connsiteY0" fmla="*/ 74784 h 127595"/>
                          <a:gd name="connsiteX1" fmla="*/ 78969 w 180942"/>
                          <a:gd name="connsiteY1" fmla="*/ 105264 h 127595"/>
                          <a:gd name="connsiteX2" fmla="*/ 62682 w 180942"/>
                          <a:gd name="connsiteY2" fmla="*/ 115170 h 127595"/>
                          <a:gd name="connsiteX3" fmla="*/ 47632 w 180942"/>
                          <a:gd name="connsiteY3" fmla="*/ 121742 h 127595"/>
                          <a:gd name="connsiteX4" fmla="*/ 15914 w 180942"/>
                          <a:gd name="connsiteY4" fmla="*/ 127552 h 127595"/>
                          <a:gd name="connsiteX5" fmla="*/ 7 w 180942"/>
                          <a:gd name="connsiteY5" fmla="*/ 113074 h 127595"/>
                          <a:gd name="connsiteX6" fmla="*/ 7532 w 180942"/>
                          <a:gd name="connsiteY6" fmla="*/ 78880 h 127595"/>
                          <a:gd name="connsiteX7" fmla="*/ 17628 w 180942"/>
                          <a:gd name="connsiteY7" fmla="*/ 61830 h 127595"/>
                          <a:gd name="connsiteX8" fmla="*/ 33630 w 180942"/>
                          <a:gd name="connsiteY8" fmla="*/ 44875 h 127595"/>
                          <a:gd name="connsiteX9" fmla="*/ 46870 w 180942"/>
                          <a:gd name="connsiteY9" fmla="*/ 34779 h 127595"/>
                          <a:gd name="connsiteX10" fmla="*/ 63730 w 180942"/>
                          <a:gd name="connsiteY10" fmla="*/ 23539 h 127595"/>
                          <a:gd name="connsiteX11" fmla="*/ 81637 w 180942"/>
                          <a:gd name="connsiteY11" fmla="*/ 13538 h 127595"/>
                          <a:gd name="connsiteX12" fmla="*/ 97353 w 180942"/>
                          <a:gd name="connsiteY12" fmla="*/ 6585 h 127595"/>
                          <a:gd name="connsiteX13" fmla="*/ 174601 w 180942"/>
                          <a:gd name="connsiteY13" fmla="*/ 15634 h 127595"/>
                          <a:gd name="connsiteX14" fmla="*/ 178220 w 180942"/>
                          <a:gd name="connsiteY14" fmla="*/ 36398 h 127595"/>
                          <a:gd name="connsiteX15" fmla="*/ 156884 w 180942"/>
                          <a:gd name="connsiteY15" fmla="*/ 57448 h 127595"/>
                          <a:gd name="connsiteX16" fmla="*/ 129357 w 180942"/>
                          <a:gd name="connsiteY16" fmla="*/ 74784 h 1275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80942" h="127595">
                            <a:moveTo>
                              <a:pt x="129357" y="74784"/>
                            </a:moveTo>
                            <a:cubicBezTo>
                              <a:pt x="116593" y="80308"/>
                              <a:pt x="91162" y="96596"/>
                              <a:pt x="78969" y="105264"/>
                            </a:cubicBezTo>
                            <a:cubicBezTo>
                              <a:pt x="73350" y="109455"/>
                              <a:pt x="68016" y="112598"/>
                              <a:pt x="62682" y="115170"/>
                            </a:cubicBezTo>
                            <a:cubicBezTo>
                              <a:pt x="57633" y="118123"/>
                              <a:pt x="52680" y="120218"/>
                              <a:pt x="47632" y="121742"/>
                            </a:cubicBezTo>
                            <a:cubicBezTo>
                              <a:pt x="37250" y="124695"/>
                              <a:pt x="27629" y="126695"/>
                              <a:pt x="15914" y="127552"/>
                            </a:cubicBezTo>
                            <a:cubicBezTo>
                              <a:pt x="7913" y="128219"/>
                              <a:pt x="-279" y="121075"/>
                              <a:pt x="7" y="113074"/>
                            </a:cubicBezTo>
                            <a:cubicBezTo>
                              <a:pt x="483" y="101644"/>
                              <a:pt x="2007" y="89929"/>
                              <a:pt x="7532" y="78880"/>
                            </a:cubicBezTo>
                            <a:cubicBezTo>
                              <a:pt x="10199" y="73355"/>
                              <a:pt x="13247" y="67450"/>
                              <a:pt x="17628" y="61830"/>
                            </a:cubicBezTo>
                            <a:cubicBezTo>
                              <a:pt x="22105" y="56305"/>
                              <a:pt x="27439" y="50685"/>
                              <a:pt x="33630" y="44875"/>
                            </a:cubicBezTo>
                            <a:cubicBezTo>
                              <a:pt x="36964" y="41827"/>
                              <a:pt x="41727" y="38493"/>
                              <a:pt x="46870" y="34779"/>
                            </a:cubicBezTo>
                            <a:cubicBezTo>
                              <a:pt x="52013" y="31064"/>
                              <a:pt x="57443" y="26778"/>
                              <a:pt x="63730" y="23539"/>
                            </a:cubicBezTo>
                            <a:cubicBezTo>
                              <a:pt x="69826" y="20110"/>
                              <a:pt x="76017" y="16681"/>
                              <a:pt x="81637" y="13538"/>
                            </a:cubicBezTo>
                            <a:cubicBezTo>
                              <a:pt x="87447" y="10776"/>
                              <a:pt x="92876" y="8394"/>
                              <a:pt x="97353" y="6585"/>
                            </a:cubicBezTo>
                            <a:cubicBezTo>
                              <a:pt x="131643" y="-6465"/>
                              <a:pt x="156217" y="1632"/>
                              <a:pt x="174601" y="15634"/>
                            </a:cubicBezTo>
                            <a:cubicBezTo>
                              <a:pt x="181172" y="20587"/>
                              <a:pt x="183078" y="31064"/>
                              <a:pt x="178220" y="36398"/>
                            </a:cubicBezTo>
                            <a:cubicBezTo>
                              <a:pt x="171171" y="44399"/>
                              <a:pt x="164409" y="51257"/>
                              <a:pt x="156884" y="57448"/>
                            </a:cubicBezTo>
                            <a:cubicBezTo>
                              <a:pt x="149169" y="63544"/>
                              <a:pt x="140786" y="68973"/>
                              <a:pt x="129357" y="7478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51" name="Forme libre : forme 11250">
                        <a:extLst>
                          <a:ext uri="{FF2B5EF4-FFF2-40B4-BE49-F238E27FC236}">
                            <a16:creationId xmlns:a16="http://schemas.microsoft.com/office/drawing/2014/main" id="{6038985E-16DD-436A-9C37-D1AA2E099A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21643" y="2151116"/>
                        <a:ext cx="172021" cy="91400"/>
                      </a:xfrm>
                      <a:custGeom>
                        <a:avLst/>
                        <a:gdLst>
                          <a:gd name="connsiteX0" fmla="*/ 63913 w 172021"/>
                          <a:gd name="connsiteY0" fmla="*/ 41824 h 91400"/>
                          <a:gd name="connsiteX1" fmla="*/ 0 w 172021"/>
                          <a:gd name="connsiteY1" fmla="*/ 88687 h 91400"/>
                          <a:gd name="connsiteX2" fmla="*/ 9334 w 172021"/>
                          <a:gd name="connsiteY2" fmla="*/ 91354 h 91400"/>
                          <a:gd name="connsiteX3" fmla="*/ 20860 w 172021"/>
                          <a:gd name="connsiteY3" fmla="*/ 90116 h 91400"/>
                          <a:gd name="connsiteX4" fmla="*/ 36290 w 172021"/>
                          <a:gd name="connsiteY4" fmla="*/ 86877 h 91400"/>
                          <a:gd name="connsiteX5" fmla="*/ 51625 w 172021"/>
                          <a:gd name="connsiteY5" fmla="*/ 81448 h 91400"/>
                          <a:gd name="connsiteX6" fmla="*/ 72485 w 172021"/>
                          <a:gd name="connsiteY6" fmla="*/ 69161 h 91400"/>
                          <a:gd name="connsiteX7" fmla="*/ 80486 w 172021"/>
                          <a:gd name="connsiteY7" fmla="*/ 63732 h 91400"/>
                          <a:gd name="connsiteX8" fmla="*/ 100108 w 172021"/>
                          <a:gd name="connsiteY8" fmla="*/ 51159 h 91400"/>
                          <a:gd name="connsiteX9" fmla="*/ 110109 w 172021"/>
                          <a:gd name="connsiteY9" fmla="*/ 45253 h 91400"/>
                          <a:gd name="connsiteX10" fmla="*/ 119158 w 172021"/>
                          <a:gd name="connsiteY10" fmla="*/ 40586 h 91400"/>
                          <a:gd name="connsiteX11" fmla="*/ 122967 w 172021"/>
                          <a:gd name="connsiteY11" fmla="*/ 38681 h 91400"/>
                          <a:gd name="connsiteX12" fmla="*/ 143542 w 172021"/>
                          <a:gd name="connsiteY12" fmla="*/ 26489 h 91400"/>
                          <a:gd name="connsiteX13" fmla="*/ 165163 w 172021"/>
                          <a:gd name="connsiteY13" fmla="*/ 7534 h 91400"/>
                          <a:gd name="connsiteX14" fmla="*/ 171831 w 172021"/>
                          <a:gd name="connsiteY14" fmla="*/ 295 h 91400"/>
                          <a:gd name="connsiteX15" fmla="*/ 172021 w 172021"/>
                          <a:gd name="connsiteY15" fmla="*/ 9 h 91400"/>
                          <a:gd name="connsiteX16" fmla="*/ 63913 w 172021"/>
                          <a:gd name="connsiteY16" fmla="*/ 41824 h 914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72021" h="91400">
                            <a:moveTo>
                              <a:pt x="63913" y="41824"/>
                            </a:moveTo>
                            <a:cubicBezTo>
                              <a:pt x="42958" y="58969"/>
                              <a:pt x="22574" y="78972"/>
                              <a:pt x="0" y="88687"/>
                            </a:cubicBezTo>
                            <a:cubicBezTo>
                              <a:pt x="2762" y="90592"/>
                              <a:pt x="6001" y="91640"/>
                              <a:pt x="9334" y="91354"/>
                            </a:cubicBezTo>
                            <a:cubicBezTo>
                              <a:pt x="13335" y="90973"/>
                              <a:pt x="17145" y="90592"/>
                              <a:pt x="20860" y="90116"/>
                            </a:cubicBezTo>
                            <a:cubicBezTo>
                              <a:pt x="26194" y="89354"/>
                              <a:pt x="31147" y="88211"/>
                              <a:pt x="36290" y="86877"/>
                            </a:cubicBezTo>
                            <a:cubicBezTo>
                              <a:pt x="41529" y="85639"/>
                              <a:pt x="46577" y="83924"/>
                              <a:pt x="51625" y="81448"/>
                            </a:cubicBezTo>
                            <a:cubicBezTo>
                              <a:pt x="57912" y="77924"/>
                              <a:pt x="65246" y="74781"/>
                              <a:pt x="72485" y="69161"/>
                            </a:cubicBezTo>
                            <a:cubicBezTo>
                              <a:pt x="74581" y="67351"/>
                              <a:pt x="77438" y="65732"/>
                              <a:pt x="80486" y="63732"/>
                            </a:cubicBezTo>
                            <a:cubicBezTo>
                              <a:pt x="86296" y="59826"/>
                              <a:pt x="93059" y="54778"/>
                              <a:pt x="100108" y="51159"/>
                            </a:cubicBezTo>
                            <a:cubicBezTo>
                              <a:pt x="103537" y="49158"/>
                              <a:pt x="106870" y="47063"/>
                              <a:pt x="110109" y="45253"/>
                            </a:cubicBezTo>
                            <a:cubicBezTo>
                              <a:pt x="113442" y="43539"/>
                              <a:pt x="116491" y="42015"/>
                              <a:pt x="119158" y="40586"/>
                            </a:cubicBezTo>
                            <a:cubicBezTo>
                              <a:pt x="120491" y="39824"/>
                              <a:pt x="121825" y="39348"/>
                              <a:pt x="122967" y="38681"/>
                            </a:cubicBezTo>
                            <a:cubicBezTo>
                              <a:pt x="131064" y="34490"/>
                              <a:pt x="137636" y="30680"/>
                              <a:pt x="143542" y="26489"/>
                            </a:cubicBezTo>
                            <a:cubicBezTo>
                              <a:pt x="151543" y="20774"/>
                              <a:pt x="158210" y="14392"/>
                              <a:pt x="165163" y="7534"/>
                            </a:cubicBezTo>
                            <a:cubicBezTo>
                              <a:pt x="167259" y="5248"/>
                              <a:pt x="169450" y="2772"/>
                              <a:pt x="171831" y="295"/>
                            </a:cubicBezTo>
                            <a:lnTo>
                              <a:pt x="172021" y="9"/>
                            </a:lnTo>
                            <a:cubicBezTo>
                              <a:pt x="132874" y="-467"/>
                              <a:pt x="93726" y="17535"/>
                              <a:pt x="63913" y="4182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52" name="Forme libre : forme 11251">
                        <a:extLst>
                          <a:ext uri="{FF2B5EF4-FFF2-40B4-BE49-F238E27FC236}">
                            <a16:creationId xmlns:a16="http://schemas.microsoft.com/office/drawing/2014/main" id="{F6D7D99C-C375-404E-8813-7D19F90E63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71473" y="2143378"/>
                        <a:ext cx="85764" cy="49022"/>
                      </a:xfrm>
                      <a:custGeom>
                        <a:avLst/>
                        <a:gdLst>
                          <a:gd name="connsiteX0" fmla="*/ 85615 w 85764"/>
                          <a:gd name="connsiteY0" fmla="*/ 4413 h 49022"/>
                          <a:gd name="connsiteX1" fmla="*/ 70185 w 85764"/>
                          <a:gd name="connsiteY1" fmla="*/ 19653 h 49022"/>
                          <a:gd name="connsiteX2" fmla="*/ 45705 w 85764"/>
                          <a:gd name="connsiteY2" fmla="*/ 33655 h 49022"/>
                          <a:gd name="connsiteX3" fmla="*/ 35323 w 85764"/>
                          <a:gd name="connsiteY3" fmla="*/ 39084 h 49022"/>
                          <a:gd name="connsiteX4" fmla="*/ 28751 w 85764"/>
                          <a:gd name="connsiteY4" fmla="*/ 41942 h 49022"/>
                          <a:gd name="connsiteX5" fmla="*/ 22179 w 85764"/>
                          <a:gd name="connsiteY5" fmla="*/ 45085 h 49022"/>
                          <a:gd name="connsiteX6" fmla="*/ 1224 w 85764"/>
                          <a:gd name="connsiteY6" fmla="*/ 46800 h 49022"/>
                          <a:gd name="connsiteX7" fmla="*/ 10273 w 85764"/>
                          <a:gd name="connsiteY7" fmla="*/ 27940 h 49022"/>
                          <a:gd name="connsiteX8" fmla="*/ 16273 w 85764"/>
                          <a:gd name="connsiteY8" fmla="*/ 22606 h 49022"/>
                          <a:gd name="connsiteX9" fmla="*/ 22846 w 85764"/>
                          <a:gd name="connsiteY9" fmla="*/ 18320 h 49022"/>
                          <a:gd name="connsiteX10" fmla="*/ 33799 w 85764"/>
                          <a:gd name="connsiteY10" fmla="*/ 11938 h 49022"/>
                          <a:gd name="connsiteX11" fmla="*/ 62469 w 85764"/>
                          <a:gd name="connsiteY11" fmla="*/ 1460 h 49022"/>
                          <a:gd name="connsiteX12" fmla="*/ 85615 w 85764"/>
                          <a:gd name="connsiteY12" fmla="*/ 4413 h 490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85764" h="49022">
                            <a:moveTo>
                              <a:pt x="85615" y="4413"/>
                            </a:moveTo>
                            <a:cubicBezTo>
                              <a:pt x="86949" y="9271"/>
                              <a:pt x="79138" y="14414"/>
                              <a:pt x="70185" y="19653"/>
                            </a:cubicBezTo>
                            <a:cubicBezTo>
                              <a:pt x="61231" y="25083"/>
                              <a:pt x="50754" y="30512"/>
                              <a:pt x="45705" y="33655"/>
                            </a:cubicBezTo>
                            <a:cubicBezTo>
                              <a:pt x="43134" y="35179"/>
                              <a:pt x="39514" y="37084"/>
                              <a:pt x="35323" y="39084"/>
                            </a:cubicBezTo>
                            <a:cubicBezTo>
                              <a:pt x="33228" y="40037"/>
                              <a:pt x="31037" y="40989"/>
                              <a:pt x="28751" y="41942"/>
                            </a:cubicBezTo>
                            <a:cubicBezTo>
                              <a:pt x="26560" y="42989"/>
                              <a:pt x="24369" y="44133"/>
                              <a:pt x="22179" y="45085"/>
                            </a:cubicBezTo>
                            <a:cubicBezTo>
                              <a:pt x="13511" y="48895"/>
                              <a:pt x="4653" y="50800"/>
                              <a:pt x="1224" y="46800"/>
                            </a:cubicBezTo>
                            <a:cubicBezTo>
                              <a:pt x="-2491" y="42418"/>
                              <a:pt x="2748" y="35274"/>
                              <a:pt x="10273" y="27940"/>
                            </a:cubicBezTo>
                            <a:cubicBezTo>
                              <a:pt x="12178" y="26130"/>
                              <a:pt x="14178" y="24321"/>
                              <a:pt x="16273" y="22606"/>
                            </a:cubicBezTo>
                            <a:cubicBezTo>
                              <a:pt x="18464" y="21082"/>
                              <a:pt x="20750" y="19653"/>
                              <a:pt x="22846" y="18320"/>
                            </a:cubicBezTo>
                            <a:cubicBezTo>
                              <a:pt x="27132" y="15653"/>
                              <a:pt x="31132" y="13367"/>
                              <a:pt x="33799" y="11938"/>
                            </a:cubicBezTo>
                            <a:cubicBezTo>
                              <a:pt x="39133" y="8890"/>
                              <a:pt x="51230" y="3937"/>
                              <a:pt x="62469" y="1460"/>
                            </a:cubicBezTo>
                            <a:cubicBezTo>
                              <a:pt x="73899" y="-1016"/>
                              <a:pt x="84282" y="-540"/>
                              <a:pt x="85615" y="441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53" name="Forme libre : forme 11252">
                        <a:extLst>
                          <a:ext uri="{FF2B5EF4-FFF2-40B4-BE49-F238E27FC236}">
                            <a16:creationId xmlns:a16="http://schemas.microsoft.com/office/drawing/2014/main" id="{944AD098-E382-4C0A-BFCE-1DDAAC416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70710" y="2167032"/>
                        <a:ext cx="63614" cy="25020"/>
                      </a:xfrm>
                      <a:custGeom>
                        <a:avLst/>
                        <a:gdLst>
                          <a:gd name="connsiteX0" fmla="*/ 12655 w 63614"/>
                          <a:gd name="connsiteY0" fmla="*/ 3239 h 25020"/>
                          <a:gd name="connsiteX1" fmla="*/ 1702 w 63614"/>
                          <a:gd name="connsiteY1" fmla="*/ 23432 h 25020"/>
                          <a:gd name="connsiteX2" fmla="*/ 22942 w 63614"/>
                          <a:gd name="connsiteY2" fmla="*/ 21336 h 25020"/>
                          <a:gd name="connsiteX3" fmla="*/ 29229 w 63614"/>
                          <a:gd name="connsiteY3" fmla="*/ 18383 h 25020"/>
                          <a:gd name="connsiteX4" fmla="*/ 35706 w 63614"/>
                          <a:gd name="connsiteY4" fmla="*/ 15621 h 25020"/>
                          <a:gd name="connsiteX5" fmla="*/ 47040 w 63614"/>
                          <a:gd name="connsiteY5" fmla="*/ 9811 h 25020"/>
                          <a:gd name="connsiteX6" fmla="*/ 63614 w 63614"/>
                          <a:gd name="connsiteY6" fmla="*/ 0 h 25020"/>
                          <a:gd name="connsiteX7" fmla="*/ 53899 w 63614"/>
                          <a:gd name="connsiteY7" fmla="*/ 3620 h 25020"/>
                          <a:gd name="connsiteX8" fmla="*/ 12655 w 63614"/>
                          <a:gd name="connsiteY8" fmla="*/ 3239 h 25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3614" h="25020">
                            <a:moveTo>
                              <a:pt x="12655" y="3239"/>
                            </a:moveTo>
                            <a:cubicBezTo>
                              <a:pt x="8655" y="8477"/>
                              <a:pt x="-4680" y="19241"/>
                              <a:pt x="1702" y="23432"/>
                            </a:cubicBezTo>
                            <a:cubicBezTo>
                              <a:pt x="6369" y="26384"/>
                              <a:pt x="14656" y="24956"/>
                              <a:pt x="22942" y="21336"/>
                            </a:cubicBezTo>
                            <a:cubicBezTo>
                              <a:pt x="25038" y="20479"/>
                              <a:pt x="27133" y="19431"/>
                              <a:pt x="29229" y="18383"/>
                            </a:cubicBezTo>
                            <a:cubicBezTo>
                              <a:pt x="31420" y="17526"/>
                              <a:pt x="33610" y="16574"/>
                              <a:pt x="35706" y="15621"/>
                            </a:cubicBezTo>
                            <a:cubicBezTo>
                              <a:pt x="39897" y="13716"/>
                              <a:pt x="43802" y="11621"/>
                              <a:pt x="47040" y="9811"/>
                            </a:cubicBezTo>
                            <a:cubicBezTo>
                              <a:pt x="50755" y="7525"/>
                              <a:pt x="59423" y="2762"/>
                              <a:pt x="63614" y="0"/>
                            </a:cubicBezTo>
                            <a:cubicBezTo>
                              <a:pt x="60947" y="857"/>
                              <a:pt x="56661" y="3048"/>
                              <a:pt x="53899" y="3620"/>
                            </a:cubicBezTo>
                            <a:cubicBezTo>
                              <a:pt x="38754" y="7239"/>
                              <a:pt x="20085" y="12192"/>
                              <a:pt x="12655" y="323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54" name="Forme libre : forme 11253">
                        <a:extLst>
                          <a:ext uri="{FF2B5EF4-FFF2-40B4-BE49-F238E27FC236}">
                            <a16:creationId xmlns:a16="http://schemas.microsoft.com/office/drawing/2014/main" id="{AFEB3D5E-BEEB-4700-8D05-5CEB625A45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77100" y="2143970"/>
                        <a:ext cx="85522" cy="47900"/>
                      </a:xfrm>
                      <a:custGeom>
                        <a:avLst/>
                        <a:gdLst>
                          <a:gd name="connsiteX0" fmla="*/ 85513 w 85522"/>
                          <a:gd name="connsiteY0" fmla="*/ 5059 h 47900"/>
                          <a:gd name="connsiteX1" fmla="*/ 68939 w 85522"/>
                          <a:gd name="connsiteY1" fmla="*/ 20395 h 47900"/>
                          <a:gd name="connsiteX2" fmla="*/ 55890 w 85522"/>
                          <a:gd name="connsiteY2" fmla="*/ 27729 h 47900"/>
                          <a:gd name="connsiteX3" fmla="*/ 45127 w 85522"/>
                          <a:gd name="connsiteY3" fmla="*/ 33730 h 47900"/>
                          <a:gd name="connsiteX4" fmla="*/ 21886 w 85522"/>
                          <a:gd name="connsiteY4" fmla="*/ 44493 h 47900"/>
                          <a:gd name="connsiteX5" fmla="*/ 1312 w 85522"/>
                          <a:gd name="connsiteY5" fmla="*/ 45446 h 47900"/>
                          <a:gd name="connsiteX6" fmla="*/ 10456 w 85522"/>
                          <a:gd name="connsiteY6" fmla="*/ 26776 h 47900"/>
                          <a:gd name="connsiteX7" fmla="*/ 33983 w 85522"/>
                          <a:gd name="connsiteY7" fmla="*/ 11441 h 47900"/>
                          <a:gd name="connsiteX8" fmla="*/ 46270 w 85522"/>
                          <a:gd name="connsiteY8" fmla="*/ 6203 h 47900"/>
                          <a:gd name="connsiteX9" fmla="*/ 63701 w 85522"/>
                          <a:gd name="connsiteY9" fmla="*/ 1250 h 47900"/>
                          <a:gd name="connsiteX10" fmla="*/ 79322 w 85522"/>
                          <a:gd name="connsiteY10" fmla="*/ 392 h 47900"/>
                          <a:gd name="connsiteX11" fmla="*/ 85513 w 85522"/>
                          <a:gd name="connsiteY11" fmla="*/ 5059 h 479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85522" h="47900">
                            <a:moveTo>
                              <a:pt x="85513" y="5059"/>
                            </a:moveTo>
                            <a:cubicBezTo>
                              <a:pt x="85132" y="10393"/>
                              <a:pt x="77417" y="15251"/>
                              <a:pt x="68939" y="20395"/>
                            </a:cubicBezTo>
                            <a:cubicBezTo>
                              <a:pt x="64653" y="22776"/>
                              <a:pt x="60081" y="25634"/>
                              <a:pt x="55890" y="27729"/>
                            </a:cubicBezTo>
                            <a:cubicBezTo>
                              <a:pt x="51699" y="30205"/>
                              <a:pt x="47889" y="32301"/>
                              <a:pt x="45127" y="33730"/>
                            </a:cubicBezTo>
                            <a:cubicBezTo>
                              <a:pt x="39793" y="37159"/>
                              <a:pt x="30458" y="41445"/>
                              <a:pt x="21886" y="44493"/>
                            </a:cubicBezTo>
                            <a:cubicBezTo>
                              <a:pt x="13504" y="48017"/>
                              <a:pt x="5217" y="49541"/>
                              <a:pt x="1312" y="45446"/>
                            </a:cubicBezTo>
                            <a:cubicBezTo>
                              <a:pt x="-2594" y="41350"/>
                              <a:pt x="2740" y="34016"/>
                              <a:pt x="10456" y="26776"/>
                            </a:cubicBezTo>
                            <a:cubicBezTo>
                              <a:pt x="18362" y="19918"/>
                              <a:pt x="29030" y="14204"/>
                              <a:pt x="33983" y="11441"/>
                            </a:cubicBezTo>
                            <a:cubicBezTo>
                              <a:pt x="36554" y="10298"/>
                              <a:pt x="41031" y="8298"/>
                              <a:pt x="46270" y="6203"/>
                            </a:cubicBezTo>
                            <a:cubicBezTo>
                              <a:pt x="51699" y="4393"/>
                              <a:pt x="57700" y="2202"/>
                              <a:pt x="63701" y="1250"/>
                            </a:cubicBezTo>
                            <a:cubicBezTo>
                              <a:pt x="69606" y="11"/>
                              <a:pt x="75226" y="-370"/>
                              <a:pt x="79322" y="392"/>
                            </a:cubicBezTo>
                            <a:cubicBezTo>
                              <a:pt x="83227" y="868"/>
                              <a:pt x="85703" y="2393"/>
                              <a:pt x="85513" y="505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55" name="Forme libre : forme 11254">
                        <a:extLst>
                          <a:ext uri="{FF2B5EF4-FFF2-40B4-BE49-F238E27FC236}">
                            <a16:creationId xmlns:a16="http://schemas.microsoft.com/office/drawing/2014/main" id="{8A867A19-2093-4EB7-81B7-AB1594DE5B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34120" y="2164894"/>
                        <a:ext cx="108043" cy="57431"/>
                      </a:xfrm>
                      <a:custGeom>
                        <a:avLst/>
                        <a:gdLst>
                          <a:gd name="connsiteX0" fmla="*/ 6478 w 108043"/>
                          <a:gd name="connsiteY0" fmla="*/ 55574 h 57431"/>
                          <a:gd name="connsiteX1" fmla="*/ 23527 w 108043"/>
                          <a:gd name="connsiteY1" fmla="*/ 55860 h 57431"/>
                          <a:gd name="connsiteX2" fmla="*/ 33910 w 108043"/>
                          <a:gd name="connsiteY2" fmla="*/ 53193 h 57431"/>
                          <a:gd name="connsiteX3" fmla="*/ 44102 w 108043"/>
                          <a:gd name="connsiteY3" fmla="*/ 50811 h 57431"/>
                          <a:gd name="connsiteX4" fmla="*/ 64771 w 108043"/>
                          <a:gd name="connsiteY4" fmla="*/ 42715 h 57431"/>
                          <a:gd name="connsiteX5" fmla="*/ 82964 w 108043"/>
                          <a:gd name="connsiteY5" fmla="*/ 32143 h 57431"/>
                          <a:gd name="connsiteX6" fmla="*/ 98490 w 108043"/>
                          <a:gd name="connsiteY6" fmla="*/ 19951 h 57431"/>
                          <a:gd name="connsiteX7" fmla="*/ 106586 w 108043"/>
                          <a:gd name="connsiteY7" fmla="*/ 1472 h 57431"/>
                          <a:gd name="connsiteX8" fmla="*/ 91441 w 108043"/>
                          <a:gd name="connsiteY8" fmla="*/ 1663 h 57431"/>
                          <a:gd name="connsiteX9" fmla="*/ 71057 w 108043"/>
                          <a:gd name="connsiteY9" fmla="*/ 5663 h 57431"/>
                          <a:gd name="connsiteX10" fmla="*/ 49626 w 108043"/>
                          <a:gd name="connsiteY10" fmla="*/ 9378 h 57431"/>
                          <a:gd name="connsiteX11" fmla="*/ 28766 w 108043"/>
                          <a:gd name="connsiteY11" fmla="*/ 12807 h 57431"/>
                          <a:gd name="connsiteX12" fmla="*/ 8192 w 108043"/>
                          <a:gd name="connsiteY12" fmla="*/ 25380 h 57431"/>
                          <a:gd name="connsiteX13" fmla="*/ 6478 w 108043"/>
                          <a:gd name="connsiteY13" fmla="*/ 55574 h 574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08043" h="57431">
                            <a:moveTo>
                              <a:pt x="6478" y="55574"/>
                            </a:moveTo>
                            <a:cubicBezTo>
                              <a:pt x="12765" y="58146"/>
                              <a:pt x="15907" y="57860"/>
                              <a:pt x="23527" y="55860"/>
                            </a:cubicBezTo>
                            <a:cubicBezTo>
                              <a:pt x="27147" y="54907"/>
                              <a:pt x="30576" y="54050"/>
                              <a:pt x="33910" y="53193"/>
                            </a:cubicBezTo>
                            <a:cubicBezTo>
                              <a:pt x="37339" y="52526"/>
                              <a:pt x="40767" y="51764"/>
                              <a:pt x="44102" y="50811"/>
                            </a:cubicBezTo>
                            <a:cubicBezTo>
                              <a:pt x="50769" y="48906"/>
                              <a:pt x="57151" y="46049"/>
                              <a:pt x="64771" y="42715"/>
                            </a:cubicBezTo>
                            <a:cubicBezTo>
                              <a:pt x="71057" y="39667"/>
                              <a:pt x="77058" y="35572"/>
                              <a:pt x="82964" y="32143"/>
                            </a:cubicBezTo>
                            <a:cubicBezTo>
                              <a:pt x="88774" y="28332"/>
                              <a:pt x="93917" y="23856"/>
                              <a:pt x="98490" y="19951"/>
                            </a:cubicBezTo>
                            <a:cubicBezTo>
                              <a:pt x="104966" y="13664"/>
                              <a:pt x="110872" y="6425"/>
                              <a:pt x="106586" y="1472"/>
                            </a:cubicBezTo>
                            <a:cubicBezTo>
                              <a:pt x="103918" y="-1386"/>
                              <a:pt x="97156" y="615"/>
                              <a:pt x="91441" y="1663"/>
                            </a:cubicBezTo>
                            <a:cubicBezTo>
                              <a:pt x="84487" y="2520"/>
                              <a:pt x="77915" y="4234"/>
                              <a:pt x="71057" y="5663"/>
                            </a:cubicBezTo>
                            <a:cubicBezTo>
                              <a:pt x="64199" y="7092"/>
                              <a:pt x="56960" y="8044"/>
                              <a:pt x="49626" y="9378"/>
                            </a:cubicBezTo>
                            <a:cubicBezTo>
                              <a:pt x="43339" y="10330"/>
                              <a:pt x="36005" y="10711"/>
                              <a:pt x="28766" y="12807"/>
                            </a:cubicBezTo>
                            <a:cubicBezTo>
                              <a:pt x="21717" y="15093"/>
                              <a:pt x="14574" y="18807"/>
                              <a:pt x="8192" y="25380"/>
                            </a:cubicBezTo>
                            <a:cubicBezTo>
                              <a:pt x="-2476" y="37857"/>
                              <a:pt x="-2380" y="52145"/>
                              <a:pt x="6478" y="5557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56" name="Forme libre : forme 11255">
                        <a:extLst>
                          <a:ext uri="{FF2B5EF4-FFF2-40B4-BE49-F238E27FC236}">
                            <a16:creationId xmlns:a16="http://schemas.microsoft.com/office/drawing/2014/main" id="{A91F11F9-03CA-4B7F-B141-4442A328E6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9632" y="2165295"/>
                        <a:ext cx="28594" cy="31572"/>
                      </a:xfrm>
                      <a:custGeom>
                        <a:avLst/>
                        <a:gdLst>
                          <a:gd name="connsiteX0" fmla="*/ 1253 w 28594"/>
                          <a:gd name="connsiteY0" fmla="*/ 26407 h 31572"/>
                          <a:gd name="connsiteX1" fmla="*/ 110 w 28594"/>
                          <a:gd name="connsiteY1" fmla="*/ 30789 h 31572"/>
                          <a:gd name="connsiteX2" fmla="*/ 4015 w 28594"/>
                          <a:gd name="connsiteY2" fmla="*/ 30693 h 31572"/>
                          <a:gd name="connsiteX3" fmla="*/ 9635 w 28594"/>
                          <a:gd name="connsiteY3" fmla="*/ 26121 h 31572"/>
                          <a:gd name="connsiteX4" fmla="*/ 22208 w 28594"/>
                          <a:gd name="connsiteY4" fmla="*/ 13263 h 31572"/>
                          <a:gd name="connsiteX5" fmla="*/ 26589 w 28594"/>
                          <a:gd name="connsiteY5" fmla="*/ 8310 h 31572"/>
                          <a:gd name="connsiteX6" fmla="*/ 18398 w 28594"/>
                          <a:gd name="connsiteY6" fmla="*/ 3738 h 31572"/>
                          <a:gd name="connsiteX7" fmla="*/ 1253 w 28594"/>
                          <a:gd name="connsiteY7" fmla="*/ 26407 h 31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594" h="31572">
                            <a:moveTo>
                              <a:pt x="1253" y="26407"/>
                            </a:moveTo>
                            <a:cubicBezTo>
                              <a:pt x="395" y="28217"/>
                              <a:pt x="-271" y="29455"/>
                              <a:pt x="110" y="30789"/>
                            </a:cubicBezTo>
                            <a:cubicBezTo>
                              <a:pt x="491" y="32027"/>
                              <a:pt x="2205" y="31646"/>
                              <a:pt x="4015" y="30693"/>
                            </a:cubicBezTo>
                            <a:cubicBezTo>
                              <a:pt x="5825" y="29646"/>
                              <a:pt x="8015" y="27741"/>
                              <a:pt x="9635" y="26121"/>
                            </a:cubicBezTo>
                            <a:cubicBezTo>
                              <a:pt x="13921" y="22026"/>
                              <a:pt x="18017" y="17168"/>
                              <a:pt x="22208" y="13263"/>
                            </a:cubicBezTo>
                            <a:cubicBezTo>
                              <a:pt x="23827" y="11548"/>
                              <a:pt x="25541" y="10024"/>
                              <a:pt x="26589" y="8310"/>
                            </a:cubicBezTo>
                            <a:cubicBezTo>
                              <a:pt x="31066" y="1071"/>
                              <a:pt x="27923" y="-3692"/>
                              <a:pt x="18398" y="3738"/>
                            </a:cubicBezTo>
                            <a:cubicBezTo>
                              <a:pt x="10683" y="9072"/>
                              <a:pt x="4968" y="19359"/>
                              <a:pt x="1253" y="2640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57" name="Forme libre : forme 11256">
                        <a:extLst>
                          <a:ext uri="{FF2B5EF4-FFF2-40B4-BE49-F238E27FC236}">
                            <a16:creationId xmlns:a16="http://schemas.microsoft.com/office/drawing/2014/main" id="{5B19B6B4-41F6-4F07-B91C-B61AD15495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5564" y="2148649"/>
                        <a:ext cx="44957" cy="38862"/>
                      </a:xfrm>
                      <a:custGeom>
                        <a:avLst/>
                        <a:gdLst>
                          <a:gd name="connsiteX0" fmla="*/ 44958 w 44957"/>
                          <a:gd name="connsiteY0" fmla="*/ 0 h 38862"/>
                          <a:gd name="connsiteX1" fmla="*/ 24003 w 44957"/>
                          <a:gd name="connsiteY1" fmla="*/ 20098 h 38862"/>
                          <a:gd name="connsiteX2" fmla="*/ 0 w 44957"/>
                          <a:gd name="connsiteY2" fmla="*/ 38862 h 38862"/>
                          <a:gd name="connsiteX3" fmla="*/ 22098 w 44957"/>
                          <a:gd name="connsiteY3" fmla="*/ 19050 h 38862"/>
                          <a:gd name="connsiteX4" fmla="*/ 44958 w 44957"/>
                          <a:gd name="connsiteY4" fmla="*/ 0 h 388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4957" h="38862">
                            <a:moveTo>
                              <a:pt x="44958" y="0"/>
                            </a:moveTo>
                            <a:cubicBezTo>
                              <a:pt x="41148" y="7239"/>
                              <a:pt x="32575" y="13430"/>
                              <a:pt x="24003" y="20098"/>
                            </a:cubicBezTo>
                            <a:cubicBezTo>
                              <a:pt x="15430" y="26575"/>
                              <a:pt x="6668" y="33052"/>
                              <a:pt x="0" y="38862"/>
                            </a:cubicBezTo>
                            <a:cubicBezTo>
                              <a:pt x="7144" y="32671"/>
                              <a:pt x="14478" y="25908"/>
                              <a:pt x="22098" y="19050"/>
                            </a:cubicBezTo>
                            <a:cubicBezTo>
                              <a:pt x="29718" y="12192"/>
                              <a:pt x="37814" y="5715"/>
                              <a:pt x="4495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58" name="Forme libre : forme 11257">
                        <a:extLst>
                          <a:ext uri="{FF2B5EF4-FFF2-40B4-BE49-F238E27FC236}">
                            <a16:creationId xmlns:a16="http://schemas.microsoft.com/office/drawing/2014/main" id="{99A5044D-754A-4603-AEC8-F351C74032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17452" y="2160079"/>
                        <a:ext cx="34766" cy="68103"/>
                      </a:xfrm>
                      <a:custGeom>
                        <a:avLst/>
                        <a:gdLst>
                          <a:gd name="connsiteX0" fmla="*/ 34766 w 34766"/>
                          <a:gd name="connsiteY0" fmla="*/ 0 h 68103"/>
                          <a:gd name="connsiteX1" fmla="*/ 0 w 34766"/>
                          <a:gd name="connsiteY1" fmla="*/ 68104 h 68103"/>
                          <a:gd name="connsiteX2" fmla="*/ 34766 w 34766"/>
                          <a:gd name="connsiteY2" fmla="*/ 0 h 681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4766" h="68103">
                            <a:moveTo>
                              <a:pt x="34766" y="0"/>
                            </a:moveTo>
                            <a:cubicBezTo>
                              <a:pt x="12192" y="20098"/>
                              <a:pt x="2191" y="46672"/>
                              <a:pt x="0" y="68104"/>
                            </a:cubicBezTo>
                            <a:cubicBezTo>
                              <a:pt x="858" y="47816"/>
                              <a:pt x="17526" y="19431"/>
                              <a:pt x="3476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59" name="Forme libre : forme 11258">
                        <a:extLst>
                          <a:ext uri="{FF2B5EF4-FFF2-40B4-BE49-F238E27FC236}">
                            <a16:creationId xmlns:a16="http://schemas.microsoft.com/office/drawing/2014/main" id="{94094EEB-FE4C-4769-9B4C-A1A124DCEE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01544" y="2149498"/>
                        <a:ext cx="33694" cy="15284"/>
                      </a:xfrm>
                      <a:custGeom>
                        <a:avLst/>
                        <a:gdLst>
                          <a:gd name="connsiteX0" fmla="*/ 33637 w 33694"/>
                          <a:gd name="connsiteY0" fmla="*/ 2009 h 15284"/>
                          <a:gd name="connsiteX1" fmla="*/ 25541 w 33694"/>
                          <a:gd name="connsiteY1" fmla="*/ 7724 h 15284"/>
                          <a:gd name="connsiteX2" fmla="*/ 15159 w 33694"/>
                          <a:gd name="connsiteY2" fmla="*/ 11819 h 15284"/>
                          <a:gd name="connsiteX3" fmla="*/ 14 w 33694"/>
                          <a:gd name="connsiteY3" fmla="*/ 13343 h 15284"/>
                          <a:gd name="connsiteX4" fmla="*/ 17255 w 33694"/>
                          <a:gd name="connsiteY4" fmla="*/ 2771 h 15284"/>
                          <a:gd name="connsiteX5" fmla="*/ 33637 w 33694"/>
                          <a:gd name="connsiteY5" fmla="*/ 2009 h 152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694" h="15284">
                            <a:moveTo>
                              <a:pt x="33637" y="2009"/>
                            </a:moveTo>
                            <a:cubicBezTo>
                              <a:pt x="33161" y="4104"/>
                              <a:pt x="29542" y="6104"/>
                              <a:pt x="25541" y="7724"/>
                            </a:cubicBezTo>
                            <a:cubicBezTo>
                              <a:pt x="21636" y="9533"/>
                              <a:pt x="17255" y="11153"/>
                              <a:pt x="15159" y="11819"/>
                            </a:cubicBezTo>
                            <a:cubicBezTo>
                              <a:pt x="11063" y="13153"/>
                              <a:pt x="-462" y="17915"/>
                              <a:pt x="14" y="13343"/>
                            </a:cubicBezTo>
                            <a:cubicBezTo>
                              <a:pt x="490" y="8771"/>
                              <a:pt x="13159" y="3818"/>
                              <a:pt x="17255" y="2771"/>
                            </a:cubicBezTo>
                            <a:cubicBezTo>
                              <a:pt x="21064" y="1247"/>
                              <a:pt x="34685" y="-2182"/>
                              <a:pt x="33637" y="200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60" name="Forme libre : forme 11259">
                        <a:extLst>
                          <a:ext uri="{FF2B5EF4-FFF2-40B4-BE49-F238E27FC236}">
                            <a16:creationId xmlns:a16="http://schemas.microsoft.com/office/drawing/2014/main" id="{DAF485CC-2F1D-4257-B856-47ADADCD4B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0452" y="2148048"/>
                        <a:ext cx="9802" cy="4795"/>
                      </a:xfrm>
                      <a:custGeom>
                        <a:avLst/>
                        <a:gdLst>
                          <a:gd name="connsiteX0" fmla="*/ 9682 w 9802"/>
                          <a:gd name="connsiteY0" fmla="*/ 601 h 4795"/>
                          <a:gd name="connsiteX1" fmla="*/ 5872 w 9802"/>
                          <a:gd name="connsiteY1" fmla="*/ 3745 h 4795"/>
                          <a:gd name="connsiteX2" fmla="*/ 157 w 9802"/>
                          <a:gd name="connsiteY2" fmla="*/ 4221 h 4795"/>
                          <a:gd name="connsiteX3" fmla="*/ 3777 w 9802"/>
                          <a:gd name="connsiteY3" fmla="*/ 982 h 4795"/>
                          <a:gd name="connsiteX4" fmla="*/ 9682 w 9802"/>
                          <a:gd name="connsiteY4" fmla="*/ 601 h 47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802" h="4795">
                            <a:moveTo>
                              <a:pt x="9682" y="601"/>
                            </a:moveTo>
                            <a:cubicBezTo>
                              <a:pt x="10444" y="1840"/>
                              <a:pt x="7396" y="3078"/>
                              <a:pt x="5872" y="3745"/>
                            </a:cubicBezTo>
                            <a:cubicBezTo>
                              <a:pt x="4253" y="4411"/>
                              <a:pt x="1014" y="5459"/>
                              <a:pt x="157" y="4221"/>
                            </a:cubicBezTo>
                            <a:cubicBezTo>
                              <a:pt x="-700" y="3078"/>
                              <a:pt x="2158" y="1649"/>
                              <a:pt x="3777" y="982"/>
                            </a:cubicBezTo>
                            <a:cubicBezTo>
                              <a:pt x="5396" y="316"/>
                              <a:pt x="8825" y="-637"/>
                              <a:pt x="9682" y="60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61" name="Forme libre : forme 11260">
                        <a:extLst>
                          <a:ext uri="{FF2B5EF4-FFF2-40B4-BE49-F238E27FC236}">
                            <a16:creationId xmlns:a16="http://schemas.microsoft.com/office/drawing/2014/main" id="{4AF2E686-3645-4B8A-9635-5D2B5B24BC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1138" y="2122971"/>
                        <a:ext cx="95301" cy="24331"/>
                      </a:xfrm>
                      <a:custGeom>
                        <a:avLst/>
                        <a:gdLst>
                          <a:gd name="connsiteX0" fmla="*/ 70237 w 95301"/>
                          <a:gd name="connsiteY0" fmla="*/ 5199 h 24331"/>
                          <a:gd name="connsiteX1" fmla="*/ 94621 w 95301"/>
                          <a:gd name="connsiteY1" fmla="*/ 17010 h 24331"/>
                          <a:gd name="connsiteX2" fmla="*/ 89002 w 95301"/>
                          <a:gd name="connsiteY2" fmla="*/ 23201 h 24331"/>
                          <a:gd name="connsiteX3" fmla="*/ 78239 w 95301"/>
                          <a:gd name="connsiteY3" fmla="*/ 21106 h 24331"/>
                          <a:gd name="connsiteX4" fmla="*/ 43853 w 95301"/>
                          <a:gd name="connsiteY4" fmla="*/ 16629 h 24331"/>
                          <a:gd name="connsiteX5" fmla="*/ 17850 w 95301"/>
                          <a:gd name="connsiteY5" fmla="*/ 21868 h 24331"/>
                          <a:gd name="connsiteX6" fmla="*/ 133 w 95301"/>
                          <a:gd name="connsiteY6" fmla="*/ 20915 h 24331"/>
                          <a:gd name="connsiteX7" fmla="*/ 19374 w 95301"/>
                          <a:gd name="connsiteY7" fmla="*/ 6152 h 24331"/>
                          <a:gd name="connsiteX8" fmla="*/ 45568 w 95301"/>
                          <a:gd name="connsiteY8" fmla="*/ 56 h 24331"/>
                          <a:gd name="connsiteX9" fmla="*/ 59093 w 95301"/>
                          <a:gd name="connsiteY9" fmla="*/ 1675 h 24331"/>
                          <a:gd name="connsiteX10" fmla="*/ 70237 w 95301"/>
                          <a:gd name="connsiteY10" fmla="*/ 5199 h 243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5301" h="24331">
                            <a:moveTo>
                              <a:pt x="70237" y="5199"/>
                            </a:moveTo>
                            <a:cubicBezTo>
                              <a:pt x="81096" y="7866"/>
                              <a:pt x="88716" y="10533"/>
                              <a:pt x="94621" y="17010"/>
                            </a:cubicBezTo>
                            <a:cubicBezTo>
                              <a:pt x="96812" y="19487"/>
                              <a:pt x="93383" y="22630"/>
                              <a:pt x="89002" y="23201"/>
                            </a:cubicBezTo>
                            <a:cubicBezTo>
                              <a:pt x="84525" y="23868"/>
                              <a:pt x="81572" y="22249"/>
                              <a:pt x="78239" y="21106"/>
                            </a:cubicBezTo>
                            <a:cubicBezTo>
                              <a:pt x="67951" y="17201"/>
                              <a:pt x="56617" y="16248"/>
                              <a:pt x="43853" y="16629"/>
                            </a:cubicBezTo>
                            <a:cubicBezTo>
                              <a:pt x="39948" y="16820"/>
                              <a:pt x="28042" y="19487"/>
                              <a:pt x="17850" y="21868"/>
                            </a:cubicBezTo>
                            <a:cubicBezTo>
                              <a:pt x="7658" y="24344"/>
                              <a:pt x="-1200" y="26249"/>
                              <a:pt x="133" y="20915"/>
                            </a:cubicBezTo>
                            <a:cubicBezTo>
                              <a:pt x="1467" y="15772"/>
                              <a:pt x="9658" y="9866"/>
                              <a:pt x="19374" y="6152"/>
                            </a:cubicBezTo>
                            <a:cubicBezTo>
                              <a:pt x="28994" y="2246"/>
                              <a:pt x="39853" y="246"/>
                              <a:pt x="45568" y="56"/>
                            </a:cubicBezTo>
                            <a:cubicBezTo>
                              <a:pt x="51187" y="-230"/>
                              <a:pt x="55378" y="627"/>
                              <a:pt x="59093" y="1675"/>
                            </a:cubicBezTo>
                            <a:cubicBezTo>
                              <a:pt x="62808" y="3008"/>
                              <a:pt x="66522" y="4151"/>
                              <a:pt x="70237" y="519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59" name="Graphique 1">
                      <a:extLst>
                        <a:ext uri="{FF2B5EF4-FFF2-40B4-BE49-F238E27FC236}">
                          <a16:creationId xmlns:a16="http://schemas.microsoft.com/office/drawing/2014/main" id="{141AFF16-E8E9-48D0-AA74-174AFFEA98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5990" y="2114902"/>
                      <a:ext cx="205165" cy="82722"/>
                      <a:chOff x="7195990" y="2114902"/>
                      <a:chExt cx="205165" cy="82722"/>
                    </a:xfrm>
                    <a:solidFill>
                      <a:schemeClr val="accent1"/>
                    </a:solidFill>
                  </p:grpSpPr>
                  <p:sp>
                    <p:nvSpPr>
                      <p:cNvPr id="11238" name="Forme libre : forme 11237">
                        <a:extLst>
                          <a:ext uri="{FF2B5EF4-FFF2-40B4-BE49-F238E27FC236}">
                            <a16:creationId xmlns:a16="http://schemas.microsoft.com/office/drawing/2014/main" id="{69330B32-5FA2-4508-8EF4-3AF51B7ED3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5990" y="2114902"/>
                        <a:ext cx="205165" cy="82722"/>
                      </a:xfrm>
                      <a:custGeom>
                        <a:avLst/>
                        <a:gdLst>
                          <a:gd name="connsiteX0" fmla="*/ 138264 w 205165"/>
                          <a:gd name="connsiteY0" fmla="*/ 82325 h 82722"/>
                          <a:gd name="connsiteX1" fmla="*/ 100068 w 205165"/>
                          <a:gd name="connsiteY1" fmla="*/ 81658 h 82722"/>
                          <a:gd name="connsiteX2" fmla="*/ 78256 w 205165"/>
                          <a:gd name="connsiteY2" fmla="*/ 78800 h 82722"/>
                          <a:gd name="connsiteX3" fmla="*/ 61588 w 205165"/>
                          <a:gd name="connsiteY3" fmla="*/ 75276 h 82722"/>
                          <a:gd name="connsiteX4" fmla="*/ 3580 w 205165"/>
                          <a:gd name="connsiteY4" fmla="*/ 37176 h 82722"/>
                          <a:gd name="connsiteX5" fmla="*/ 5581 w 205165"/>
                          <a:gd name="connsiteY5" fmla="*/ 15650 h 82722"/>
                          <a:gd name="connsiteX6" fmla="*/ 77590 w 205165"/>
                          <a:gd name="connsiteY6" fmla="*/ 1457 h 82722"/>
                          <a:gd name="connsiteX7" fmla="*/ 90924 w 205165"/>
                          <a:gd name="connsiteY7" fmla="*/ 3362 h 82722"/>
                          <a:gd name="connsiteX8" fmla="*/ 105974 w 205165"/>
                          <a:gd name="connsiteY8" fmla="*/ 5077 h 82722"/>
                          <a:gd name="connsiteX9" fmla="*/ 134930 w 205165"/>
                          <a:gd name="connsiteY9" fmla="*/ 6887 h 82722"/>
                          <a:gd name="connsiteX10" fmla="*/ 197414 w 205165"/>
                          <a:gd name="connsiteY10" fmla="*/ 29461 h 82722"/>
                          <a:gd name="connsiteX11" fmla="*/ 203320 w 205165"/>
                          <a:gd name="connsiteY11" fmla="*/ 49749 h 82722"/>
                          <a:gd name="connsiteX12" fmla="*/ 138264 w 205165"/>
                          <a:gd name="connsiteY12" fmla="*/ 82325 h 827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205165" h="82722">
                            <a:moveTo>
                              <a:pt x="138264" y="82325"/>
                            </a:moveTo>
                            <a:cubicBezTo>
                              <a:pt x="129310" y="82896"/>
                              <a:pt x="114927" y="82991"/>
                              <a:pt x="100068" y="81658"/>
                            </a:cubicBezTo>
                            <a:cubicBezTo>
                              <a:pt x="92639" y="80991"/>
                              <a:pt x="85209" y="80039"/>
                              <a:pt x="78256" y="78800"/>
                            </a:cubicBezTo>
                            <a:cubicBezTo>
                              <a:pt x="71589" y="77562"/>
                              <a:pt x="65969" y="76419"/>
                              <a:pt x="61588" y="75276"/>
                            </a:cubicBezTo>
                            <a:cubicBezTo>
                              <a:pt x="29202" y="66894"/>
                              <a:pt x="19011" y="54036"/>
                              <a:pt x="3580" y="37176"/>
                            </a:cubicBezTo>
                            <a:cubicBezTo>
                              <a:pt x="-1658" y="31461"/>
                              <a:pt x="-1278" y="20507"/>
                              <a:pt x="5581" y="15650"/>
                            </a:cubicBezTo>
                            <a:cubicBezTo>
                              <a:pt x="25011" y="1838"/>
                              <a:pt x="49205" y="-2638"/>
                              <a:pt x="77590" y="1457"/>
                            </a:cubicBezTo>
                            <a:cubicBezTo>
                              <a:pt x="81304" y="1934"/>
                              <a:pt x="85876" y="2600"/>
                              <a:pt x="90924" y="3362"/>
                            </a:cubicBezTo>
                            <a:cubicBezTo>
                              <a:pt x="95591" y="3934"/>
                              <a:pt x="100735" y="4601"/>
                              <a:pt x="105974" y="5077"/>
                            </a:cubicBezTo>
                            <a:cubicBezTo>
                              <a:pt x="116547" y="6125"/>
                              <a:pt x="127501" y="6601"/>
                              <a:pt x="134930" y="6887"/>
                            </a:cubicBezTo>
                            <a:cubicBezTo>
                              <a:pt x="162933" y="7934"/>
                              <a:pt x="179031" y="16697"/>
                              <a:pt x="197414" y="29461"/>
                            </a:cubicBezTo>
                            <a:cubicBezTo>
                              <a:pt x="203701" y="33842"/>
                              <a:pt x="207701" y="43653"/>
                              <a:pt x="203320" y="49749"/>
                            </a:cubicBezTo>
                            <a:cubicBezTo>
                              <a:pt x="190461" y="67275"/>
                              <a:pt x="171791" y="79848"/>
                              <a:pt x="138264" y="8232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39" name="Forme libre : forme 11238">
                        <a:extLst>
                          <a:ext uri="{FF2B5EF4-FFF2-40B4-BE49-F238E27FC236}">
                            <a16:creationId xmlns:a16="http://schemas.microsoft.com/office/drawing/2014/main" id="{FC182E86-F2E9-46AF-AF35-A080220CA0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6141" y="2143125"/>
                        <a:ext cx="203549" cy="54349"/>
                      </a:xfrm>
                      <a:custGeom>
                        <a:avLst/>
                        <a:gdLst>
                          <a:gd name="connsiteX0" fmla="*/ 77343 w 203549"/>
                          <a:gd name="connsiteY0" fmla="*/ 22574 h 54349"/>
                          <a:gd name="connsiteX1" fmla="*/ 35719 w 203549"/>
                          <a:gd name="connsiteY1" fmla="*/ 14097 h 54349"/>
                          <a:gd name="connsiteX2" fmla="*/ 0 w 203549"/>
                          <a:gd name="connsiteY2" fmla="*/ 0 h 54349"/>
                          <a:gd name="connsiteX3" fmla="*/ 3524 w 203549"/>
                          <a:gd name="connsiteY3" fmla="*/ 8858 h 54349"/>
                          <a:gd name="connsiteX4" fmla="*/ 11144 w 203549"/>
                          <a:gd name="connsiteY4" fmla="*/ 17240 h 54349"/>
                          <a:gd name="connsiteX5" fmla="*/ 36004 w 203549"/>
                          <a:gd name="connsiteY5" fmla="*/ 37338 h 54349"/>
                          <a:gd name="connsiteX6" fmla="*/ 61531 w 203549"/>
                          <a:gd name="connsiteY6" fmla="*/ 46958 h 54349"/>
                          <a:gd name="connsiteX7" fmla="*/ 73152 w 203549"/>
                          <a:gd name="connsiteY7" fmla="*/ 49530 h 54349"/>
                          <a:gd name="connsiteX8" fmla="*/ 132493 w 203549"/>
                          <a:gd name="connsiteY8" fmla="*/ 54197 h 54349"/>
                          <a:gd name="connsiteX9" fmla="*/ 138113 w 203549"/>
                          <a:gd name="connsiteY9" fmla="*/ 53912 h 54349"/>
                          <a:gd name="connsiteX10" fmla="*/ 168593 w 203549"/>
                          <a:gd name="connsiteY10" fmla="*/ 47720 h 54349"/>
                          <a:gd name="connsiteX11" fmla="*/ 196691 w 203549"/>
                          <a:gd name="connsiteY11" fmla="*/ 29337 h 54349"/>
                          <a:gd name="connsiteX12" fmla="*/ 203359 w 203549"/>
                          <a:gd name="connsiteY12" fmla="*/ 21431 h 54349"/>
                          <a:gd name="connsiteX13" fmla="*/ 203549 w 203549"/>
                          <a:gd name="connsiteY13" fmla="*/ 21146 h 54349"/>
                          <a:gd name="connsiteX14" fmla="*/ 77343 w 203549"/>
                          <a:gd name="connsiteY14" fmla="*/ 22574 h 543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03549" h="54349">
                            <a:moveTo>
                              <a:pt x="77343" y="22574"/>
                            </a:moveTo>
                            <a:cubicBezTo>
                              <a:pt x="63055" y="20860"/>
                              <a:pt x="48673" y="17907"/>
                              <a:pt x="35719" y="14097"/>
                            </a:cubicBezTo>
                            <a:cubicBezTo>
                              <a:pt x="22670" y="10287"/>
                              <a:pt x="10763" y="5810"/>
                              <a:pt x="0" y="0"/>
                            </a:cubicBezTo>
                            <a:cubicBezTo>
                              <a:pt x="190" y="3334"/>
                              <a:pt x="1334" y="6572"/>
                              <a:pt x="3524" y="8858"/>
                            </a:cubicBezTo>
                            <a:cubicBezTo>
                              <a:pt x="6191" y="11811"/>
                              <a:pt x="8763" y="14573"/>
                              <a:pt x="11144" y="17240"/>
                            </a:cubicBezTo>
                            <a:cubicBezTo>
                              <a:pt x="18479" y="24955"/>
                              <a:pt x="25527" y="31623"/>
                              <a:pt x="36004" y="37338"/>
                            </a:cubicBezTo>
                            <a:cubicBezTo>
                              <a:pt x="42863" y="41053"/>
                              <a:pt x="50863" y="44291"/>
                              <a:pt x="61531" y="46958"/>
                            </a:cubicBezTo>
                            <a:cubicBezTo>
                              <a:pt x="64675" y="47816"/>
                              <a:pt x="68770" y="48673"/>
                              <a:pt x="73152" y="49530"/>
                            </a:cubicBezTo>
                            <a:cubicBezTo>
                              <a:pt x="91535" y="53340"/>
                              <a:pt x="116967" y="54864"/>
                              <a:pt x="132493" y="54197"/>
                            </a:cubicBezTo>
                            <a:cubicBezTo>
                              <a:pt x="134493" y="54102"/>
                              <a:pt x="136398" y="54007"/>
                              <a:pt x="138113" y="53912"/>
                            </a:cubicBezTo>
                            <a:cubicBezTo>
                              <a:pt x="150019" y="53150"/>
                              <a:pt x="160020" y="50863"/>
                              <a:pt x="168593" y="47720"/>
                            </a:cubicBezTo>
                            <a:cubicBezTo>
                              <a:pt x="180308" y="43243"/>
                              <a:pt x="189166" y="36767"/>
                              <a:pt x="196691" y="29337"/>
                            </a:cubicBezTo>
                            <a:cubicBezTo>
                              <a:pt x="199072" y="26861"/>
                              <a:pt x="201263" y="24193"/>
                              <a:pt x="203359" y="21431"/>
                            </a:cubicBezTo>
                            <a:lnTo>
                              <a:pt x="203549" y="21146"/>
                            </a:lnTo>
                            <a:cubicBezTo>
                              <a:pt x="162115" y="26575"/>
                              <a:pt x="118967" y="27622"/>
                              <a:pt x="77343" y="2257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40" name="Forme libre : forme 11239">
                        <a:extLst>
                          <a:ext uri="{FF2B5EF4-FFF2-40B4-BE49-F238E27FC236}">
                            <a16:creationId xmlns:a16="http://schemas.microsoft.com/office/drawing/2014/main" id="{C5846015-5126-416B-9B68-A0BC3718A8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66559" y="2147592"/>
                        <a:ext cx="95342" cy="25951"/>
                      </a:xfrm>
                      <a:custGeom>
                        <a:avLst/>
                        <a:gdLst>
                          <a:gd name="connsiteX0" fmla="*/ 95317 w 95342"/>
                          <a:gd name="connsiteY0" fmla="*/ 12677 h 25951"/>
                          <a:gd name="connsiteX1" fmla="*/ 75601 w 95342"/>
                          <a:gd name="connsiteY1" fmla="*/ 23631 h 25951"/>
                          <a:gd name="connsiteX2" fmla="*/ 44930 w 95342"/>
                          <a:gd name="connsiteY2" fmla="*/ 25822 h 25951"/>
                          <a:gd name="connsiteX3" fmla="*/ 16641 w 95342"/>
                          <a:gd name="connsiteY3" fmla="*/ 20678 h 25951"/>
                          <a:gd name="connsiteX4" fmla="*/ 67 w 95342"/>
                          <a:gd name="connsiteY4" fmla="*/ 6867 h 25951"/>
                          <a:gd name="connsiteX5" fmla="*/ 19499 w 95342"/>
                          <a:gd name="connsiteY5" fmla="*/ 9 h 25951"/>
                          <a:gd name="connsiteX6" fmla="*/ 45978 w 95342"/>
                          <a:gd name="connsiteY6" fmla="*/ 1057 h 25951"/>
                          <a:gd name="connsiteX7" fmla="*/ 74458 w 95342"/>
                          <a:gd name="connsiteY7" fmla="*/ 3819 h 25951"/>
                          <a:gd name="connsiteX8" fmla="*/ 95317 w 95342"/>
                          <a:gd name="connsiteY8" fmla="*/ 12677 h 259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5342" h="25951">
                            <a:moveTo>
                              <a:pt x="95317" y="12677"/>
                            </a:moveTo>
                            <a:cubicBezTo>
                              <a:pt x="95889" y="17726"/>
                              <a:pt x="86745" y="21536"/>
                              <a:pt x="75601" y="23631"/>
                            </a:cubicBezTo>
                            <a:cubicBezTo>
                              <a:pt x="64456" y="25822"/>
                              <a:pt x="51503" y="26203"/>
                              <a:pt x="44930" y="25822"/>
                            </a:cubicBezTo>
                            <a:cubicBezTo>
                              <a:pt x="38358" y="25536"/>
                              <a:pt x="26547" y="24107"/>
                              <a:pt x="16641" y="20678"/>
                            </a:cubicBezTo>
                            <a:cubicBezTo>
                              <a:pt x="6640" y="17249"/>
                              <a:pt x="-790" y="12296"/>
                              <a:pt x="67" y="6867"/>
                            </a:cubicBezTo>
                            <a:cubicBezTo>
                              <a:pt x="925" y="1343"/>
                              <a:pt x="9783" y="200"/>
                              <a:pt x="19499" y="9"/>
                            </a:cubicBezTo>
                            <a:cubicBezTo>
                              <a:pt x="29214" y="-86"/>
                              <a:pt x="40263" y="581"/>
                              <a:pt x="45978" y="1057"/>
                            </a:cubicBezTo>
                            <a:cubicBezTo>
                              <a:pt x="51693" y="1628"/>
                              <a:pt x="63695" y="2390"/>
                              <a:pt x="74458" y="3819"/>
                            </a:cubicBezTo>
                            <a:cubicBezTo>
                              <a:pt x="85126" y="5343"/>
                              <a:pt x="94746" y="7534"/>
                              <a:pt x="95317" y="1267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41" name="Forme libre : forme 11240">
                        <a:extLst>
                          <a:ext uri="{FF2B5EF4-FFF2-40B4-BE49-F238E27FC236}">
                            <a16:creationId xmlns:a16="http://schemas.microsoft.com/office/drawing/2014/main" id="{ABA03C02-0A55-446D-9339-65390942AD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66023" y="2147887"/>
                        <a:ext cx="67088" cy="25600"/>
                      </a:xfrm>
                      <a:custGeom>
                        <a:avLst/>
                        <a:gdLst>
                          <a:gd name="connsiteX0" fmla="*/ 21654 w 67088"/>
                          <a:gd name="connsiteY0" fmla="*/ 0 h 25600"/>
                          <a:gd name="connsiteX1" fmla="*/ 32 w 67088"/>
                          <a:gd name="connsiteY1" fmla="*/ 6477 h 25600"/>
                          <a:gd name="connsiteX2" fmla="*/ 17177 w 67088"/>
                          <a:gd name="connsiteY2" fmla="*/ 20288 h 25600"/>
                          <a:gd name="connsiteX3" fmla="*/ 46038 w 67088"/>
                          <a:gd name="connsiteY3" fmla="*/ 25527 h 25600"/>
                          <a:gd name="connsiteX4" fmla="*/ 67088 w 67088"/>
                          <a:gd name="connsiteY4" fmla="*/ 24289 h 25600"/>
                          <a:gd name="connsiteX5" fmla="*/ 55849 w 67088"/>
                          <a:gd name="connsiteY5" fmla="*/ 23527 h 25600"/>
                          <a:gd name="connsiteX6" fmla="*/ 21654 w 67088"/>
                          <a:gd name="connsiteY6" fmla="*/ 0 h 256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088" h="25600">
                            <a:moveTo>
                              <a:pt x="21654" y="0"/>
                            </a:moveTo>
                            <a:cubicBezTo>
                              <a:pt x="15749" y="1238"/>
                              <a:pt x="-825" y="-667"/>
                              <a:pt x="32" y="6477"/>
                            </a:cubicBezTo>
                            <a:cubicBezTo>
                              <a:pt x="794" y="12192"/>
                              <a:pt x="7747" y="16954"/>
                              <a:pt x="17177" y="20288"/>
                            </a:cubicBezTo>
                            <a:cubicBezTo>
                              <a:pt x="26512" y="23622"/>
                              <a:pt x="37847" y="25146"/>
                              <a:pt x="46038" y="25527"/>
                            </a:cubicBezTo>
                            <a:cubicBezTo>
                              <a:pt x="50896" y="25813"/>
                              <a:pt x="61659" y="25241"/>
                              <a:pt x="67088" y="24289"/>
                            </a:cubicBezTo>
                            <a:cubicBezTo>
                              <a:pt x="63945" y="24193"/>
                              <a:pt x="58802" y="24193"/>
                              <a:pt x="55849" y="23527"/>
                            </a:cubicBezTo>
                            <a:cubicBezTo>
                              <a:pt x="39370" y="19907"/>
                              <a:pt x="20702" y="12097"/>
                              <a:pt x="21654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42" name="Forme libre : forme 11241">
                        <a:extLst>
                          <a:ext uri="{FF2B5EF4-FFF2-40B4-BE49-F238E27FC236}">
                            <a16:creationId xmlns:a16="http://schemas.microsoft.com/office/drawing/2014/main" id="{F1A7BB6F-297C-46CA-96C5-5984038A5E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70890" y="2151087"/>
                        <a:ext cx="96395" cy="25602"/>
                      </a:xfrm>
                      <a:custGeom>
                        <a:avLst/>
                        <a:gdLst>
                          <a:gd name="connsiteX0" fmla="*/ 96320 w 96395"/>
                          <a:gd name="connsiteY0" fmla="*/ 11278 h 25602"/>
                          <a:gd name="connsiteX1" fmla="*/ 45170 w 96395"/>
                          <a:gd name="connsiteY1" fmla="*/ 25565 h 25602"/>
                          <a:gd name="connsiteX2" fmla="*/ 16691 w 96395"/>
                          <a:gd name="connsiteY2" fmla="*/ 20898 h 25602"/>
                          <a:gd name="connsiteX3" fmla="*/ 22 w 96395"/>
                          <a:gd name="connsiteY3" fmla="*/ 7087 h 25602"/>
                          <a:gd name="connsiteX4" fmla="*/ 19358 w 96395"/>
                          <a:gd name="connsiteY4" fmla="*/ 38 h 25602"/>
                          <a:gd name="connsiteX5" fmla="*/ 46028 w 96395"/>
                          <a:gd name="connsiteY5" fmla="*/ 705 h 25602"/>
                          <a:gd name="connsiteX6" fmla="*/ 75841 w 96395"/>
                          <a:gd name="connsiteY6" fmla="*/ 2800 h 25602"/>
                          <a:gd name="connsiteX7" fmla="*/ 96320 w 96395"/>
                          <a:gd name="connsiteY7" fmla="*/ 11278 h 256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6395" h="25602">
                            <a:moveTo>
                              <a:pt x="96320" y="11278"/>
                            </a:moveTo>
                            <a:cubicBezTo>
                              <a:pt x="94415" y="21946"/>
                              <a:pt x="59553" y="26041"/>
                              <a:pt x="45170" y="25565"/>
                            </a:cubicBezTo>
                            <a:cubicBezTo>
                              <a:pt x="38027" y="25565"/>
                              <a:pt x="26406" y="24232"/>
                              <a:pt x="16691" y="20898"/>
                            </a:cubicBezTo>
                            <a:cubicBezTo>
                              <a:pt x="6880" y="17659"/>
                              <a:pt x="-454" y="12611"/>
                              <a:pt x="22" y="7087"/>
                            </a:cubicBezTo>
                            <a:cubicBezTo>
                              <a:pt x="403" y="1467"/>
                              <a:pt x="9452" y="324"/>
                              <a:pt x="19358" y="38"/>
                            </a:cubicBezTo>
                            <a:cubicBezTo>
                              <a:pt x="29359" y="-152"/>
                              <a:pt x="40599" y="419"/>
                              <a:pt x="46028" y="705"/>
                            </a:cubicBezTo>
                            <a:cubicBezTo>
                              <a:pt x="51362" y="991"/>
                              <a:pt x="64411" y="1562"/>
                              <a:pt x="75841" y="2800"/>
                            </a:cubicBezTo>
                            <a:cubicBezTo>
                              <a:pt x="87366" y="4039"/>
                              <a:pt x="97368" y="6039"/>
                              <a:pt x="96320" y="1127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43" name="Forme libre : forme 11242">
                        <a:extLst>
                          <a:ext uri="{FF2B5EF4-FFF2-40B4-BE49-F238E27FC236}">
                            <a16:creationId xmlns:a16="http://schemas.microsoft.com/office/drawing/2014/main" id="{3530779C-788D-435F-8CF8-895D51BA24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2603" y="2130714"/>
                        <a:ext cx="117860" cy="59214"/>
                      </a:xfrm>
                      <a:custGeom>
                        <a:avLst/>
                        <a:gdLst>
                          <a:gd name="connsiteX0" fmla="*/ 304 w 117860"/>
                          <a:gd name="connsiteY0" fmla="*/ 16316 h 59214"/>
                          <a:gd name="connsiteX1" fmla="*/ 9924 w 117860"/>
                          <a:gd name="connsiteY1" fmla="*/ 30317 h 59214"/>
                          <a:gd name="connsiteX2" fmla="*/ 50024 w 117860"/>
                          <a:gd name="connsiteY2" fmla="*/ 54797 h 59214"/>
                          <a:gd name="connsiteX3" fmla="*/ 100412 w 117860"/>
                          <a:gd name="connsiteY3" fmla="*/ 56987 h 59214"/>
                          <a:gd name="connsiteX4" fmla="*/ 117366 w 117860"/>
                          <a:gd name="connsiteY4" fmla="*/ 43176 h 59214"/>
                          <a:gd name="connsiteX5" fmla="*/ 102222 w 117860"/>
                          <a:gd name="connsiteY5" fmla="*/ 37461 h 59214"/>
                          <a:gd name="connsiteX6" fmla="*/ 62883 w 117860"/>
                          <a:gd name="connsiteY6" fmla="*/ 20411 h 59214"/>
                          <a:gd name="connsiteX7" fmla="*/ 25640 w 117860"/>
                          <a:gd name="connsiteY7" fmla="*/ 218 h 59214"/>
                          <a:gd name="connsiteX8" fmla="*/ 304 w 117860"/>
                          <a:gd name="connsiteY8" fmla="*/ 16316 h 592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7860" h="59214">
                            <a:moveTo>
                              <a:pt x="304" y="16316"/>
                            </a:moveTo>
                            <a:cubicBezTo>
                              <a:pt x="1828" y="22983"/>
                              <a:pt x="3828" y="25079"/>
                              <a:pt x="9924" y="30317"/>
                            </a:cubicBezTo>
                            <a:cubicBezTo>
                              <a:pt x="21640" y="40128"/>
                              <a:pt x="30974" y="48701"/>
                              <a:pt x="50024" y="54797"/>
                            </a:cubicBezTo>
                            <a:cubicBezTo>
                              <a:pt x="66884" y="60035"/>
                              <a:pt x="86505" y="60416"/>
                              <a:pt x="100412" y="56987"/>
                            </a:cubicBezTo>
                            <a:cubicBezTo>
                              <a:pt x="110889" y="54511"/>
                              <a:pt x="120129" y="49177"/>
                              <a:pt x="117366" y="43176"/>
                            </a:cubicBezTo>
                            <a:cubicBezTo>
                              <a:pt x="115747" y="39461"/>
                              <a:pt x="108127" y="39271"/>
                              <a:pt x="102222" y="37461"/>
                            </a:cubicBezTo>
                            <a:cubicBezTo>
                              <a:pt x="88220" y="33175"/>
                              <a:pt x="74790" y="29079"/>
                              <a:pt x="62883" y="20411"/>
                            </a:cubicBezTo>
                            <a:cubicBezTo>
                              <a:pt x="52787" y="12982"/>
                              <a:pt x="42976" y="1933"/>
                              <a:pt x="25640" y="218"/>
                            </a:cubicBezTo>
                            <a:cubicBezTo>
                              <a:pt x="9829" y="-1496"/>
                              <a:pt x="-2077" y="7172"/>
                              <a:pt x="304" y="1631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44" name="Forme libre : forme 11243">
                        <a:extLst>
                          <a:ext uri="{FF2B5EF4-FFF2-40B4-BE49-F238E27FC236}">
                            <a16:creationId xmlns:a16="http://schemas.microsoft.com/office/drawing/2014/main" id="{F2ABF860-361A-45A9-BF61-AE4691EDB8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47607" y="2136031"/>
                        <a:ext cx="38949" cy="9771"/>
                      </a:xfrm>
                      <a:custGeom>
                        <a:avLst/>
                        <a:gdLst>
                          <a:gd name="connsiteX0" fmla="*/ 4351 w 38949"/>
                          <a:gd name="connsiteY0" fmla="*/ 2331 h 9771"/>
                          <a:gd name="connsiteX1" fmla="*/ 256 w 38949"/>
                          <a:gd name="connsiteY1" fmla="*/ 4141 h 9771"/>
                          <a:gd name="connsiteX2" fmla="*/ 2637 w 38949"/>
                          <a:gd name="connsiteY2" fmla="*/ 7094 h 9771"/>
                          <a:gd name="connsiteX3" fmla="*/ 9590 w 38949"/>
                          <a:gd name="connsiteY3" fmla="*/ 8618 h 9771"/>
                          <a:gd name="connsiteX4" fmla="*/ 26925 w 38949"/>
                          <a:gd name="connsiteY4" fmla="*/ 9761 h 9771"/>
                          <a:gd name="connsiteX5" fmla="*/ 33212 w 38949"/>
                          <a:gd name="connsiteY5" fmla="*/ 9284 h 9771"/>
                          <a:gd name="connsiteX6" fmla="*/ 31021 w 38949"/>
                          <a:gd name="connsiteY6" fmla="*/ 331 h 9771"/>
                          <a:gd name="connsiteX7" fmla="*/ 4351 w 38949"/>
                          <a:gd name="connsiteY7" fmla="*/ 2331 h 97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8949" h="9771">
                            <a:moveTo>
                              <a:pt x="4351" y="2331"/>
                            </a:moveTo>
                            <a:cubicBezTo>
                              <a:pt x="2446" y="2712"/>
                              <a:pt x="1018" y="3093"/>
                              <a:pt x="256" y="4141"/>
                            </a:cubicBezTo>
                            <a:cubicBezTo>
                              <a:pt x="-602" y="5189"/>
                              <a:pt x="827" y="6332"/>
                              <a:pt x="2637" y="7094"/>
                            </a:cubicBezTo>
                            <a:cubicBezTo>
                              <a:pt x="4447" y="7856"/>
                              <a:pt x="7399" y="8332"/>
                              <a:pt x="9590" y="8618"/>
                            </a:cubicBezTo>
                            <a:cubicBezTo>
                              <a:pt x="15305" y="9284"/>
                              <a:pt x="21401" y="9856"/>
                              <a:pt x="26925" y="9761"/>
                            </a:cubicBezTo>
                            <a:cubicBezTo>
                              <a:pt x="29211" y="9761"/>
                              <a:pt x="31307" y="9761"/>
                              <a:pt x="33212" y="9284"/>
                            </a:cubicBezTo>
                            <a:cubicBezTo>
                              <a:pt x="40832" y="6999"/>
                              <a:pt x="41594" y="1474"/>
                              <a:pt x="31021" y="331"/>
                            </a:cubicBezTo>
                            <a:cubicBezTo>
                              <a:pt x="22734" y="-622"/>
                              <a:pt x="12066" y="617"/>
                              <a:pt x="4351" y="233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45" name="Forme libre : forme 11244">
                        <a:extLst>
                          <a:ext uri="{FF2B5EF4-FFF2-40B4-BE49-F238E27FC236}">
                            <a16:creationId xmlns:a16="http://schemas.microsoft.com/office/drawing/2014/main" id="{3738A2BA-DA27-4079-9614-16EBCDA280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36730" y="2162365"/>
                        <a:ext cx="59531" cy="33146"/>
                      </a:xfrm>
                      <a:custGeom>
                        <a:avLst/>
                        <a:gdLst>
                          <a:gd name="connsiteX0" fmla="*/ 59531 w 59531"/>
                          <a:gd name="connsiteY0" fmla="*/ 0 h 33146"/>
                          <a:gd name="connsiteX1" fmla="*/ 0 w 59531"/>
                          <a:gd name="connsiteY1" fmla="*/ 33147 h 33146"/>
                          <a:gd name="connsiteX2" fmla="*/ 59531 w 59531"/>
                          <a:gd name="connsiteY2" fmla="*/ 0 h 33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9531" h="33146">
                            <a:moveTo>
                              <a:pt x="59531" y="0"/>
                            </a:moveTo>
                            <a:cubicBezTo>
                              <a:pt x="53244" y="15335"/>
                              <a:pt x="21431" y="27908"/>
                              <a:pt x="0" y="33147"/>
                            </a:cubicBezTo>
                            <a:cubicBezTo>
                              <a:pt x="23241" y="27146"/>
                              <a:pt x="45815" y="12763"/>
                              <a:pt x="5953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46" name="Forme libre : forme 11245">
                        <a:extLst>
                          <a:ext uri="{FF2B5EF4-FFF2-40B4-BE49-F238E27FC236}">
                            <a16:creationId xmlns:a16="http://schemas.microsoft.com/office/drawing/2014/main" id="{A89ACE9F-CB90-4A32-8148-777C3E0890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2904" y="2118298"/>
                        <a:ext cx="72485" cy="14348"/>
                      </a:xfrm>
                      <a:custGeom>
                        <a:avLst/>
                        <a:gdLst>
                          <a:gd name="connsiteX0" fmla="*/ 72486 w 72485"/>
                          <a:gd name="connsiteY0" fmla="*/ 919 h 14348"/>
                          <a:gd name="connsiteX1" fmla="*/ 0 w 72485"/>
                          <a:gd name="connsiteY1" fmla="*/ 14349 h 14348"/>
                          <a:gd name="connsiteX2" fmla="*/ 34862 w 72485"/>
                          <a:gd name="connsiteY2" fmla="*/ 3490 h 14348"/>
                          <a:gd name="connsiteX3" fmla="*/ 72486 w 72485"/>
                          <a:gd name="connsiteY3" fmla="*/ 919 h 143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2485" h="14348">
                            <a:moveTo>
                              <a:pt x="72486" y="919"/>
                            </a:moveTo>
                            <a:cubicBezTo>
                              <a:pt x="47625" y="-2320"/>
                              <a:pt x="19050" y="3204"/>
                              <a:pt x="0" y="14349"/>
                            </a:cubicBezTo>
                            <a:cubicBezTo>
                              <a:pt x="8573" y="8824"/>
                              <a:pt x="21527" y="5300"/>
                              <a:pt x="34862" y="3490"/>
                            </a:cubicBezTo>
                            <a:cubicBezTo>
                              <a:pt x="48102" y="1681"/>
                              <a:pt x="61532" y="1300"/>
                              <a:pt x="72486" y="9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47" name="Forme libre : forme 11246">
                        <a:extLst>
                          <a:ext uri="{FF2B5EF4-FFF2-40B4-BE49-F238E27FC236}">
                            <a16:creationId xmlns:a16="http://schemas.microsoft.com/office/drawing/2014/main" id="{5B26DC69-3277-4449-BB53-87EF8EAADA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05149" y="2151068"/>
                        <a:ext cx="34967" cy="9333"/>
                      </a:xfrm>
                      <a:custGeom>
                        <a:avLst/>
                        <a:gdLst>
                          <a:gd name="connsiteX0" fmla="*/ 34724 w 34967"/>
                          <a:gd name="connsiteY0" fmla="*/ 7011 h 9333"/>
                          <a:gd name="connsiteX1" fmla="*/ 13960 w 34967"/>
                          <a:gd name="connsiteY1" fmla="*/ 8440 h 9333"/>
                          <a:gd name="connsiteX2" fmla="*/ 435 w 34967"/>
                          <a:gd name="connsiteY2" fmla="*/ 1772 h 9333"/>
                          <a:gd name="connsiteX3" fmla="*/ 19675 w 34967"/>
                          <a:gd name="connsiteY3" fmla="*/ 1296 h 9333"/>
                          <a:gd name="connsiteX4" fmla="*/ 34724 w 34967"/>
                          <a:gd name="connsiteY4" fmla="*/ 7011 h 93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967" h="9333">
                            <a:moveTo>
                              <a:pt x="34724" y="7011"/>
                            </a:moveTo>
                            <a:cubicBezTo>
                              <a:pt x="32534" y="10631"/>
                              <a:pt x="18246" y="9107"/>
                              <a:pt x="13960" y="8440"/>
                            </a:cubicBezTo>
                            <a:cubicBezTo>
                              <a:pt x="9579" y="7868"/>
                              <a:pt x="-2423" y="5297"/>
                              <a:pt x="435" y="1772"/>
                            </a:cubicBezTo>
                            <a:cubicBezTo>
                              <a:pt x="3197" y="-1561"/>
                              <a:pt x="15674" y="725"/>
                              <a:pt x="19675" y="1296"/>
                            </a:cubicBezTo>
                            <a:cubicBezTo>
                              <a:pt x="23676" y="1963"/>
                              <a:pt x="36916" y="3487"/>
                              <a:pt x="34724" y="701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48" name="Forme libre : forme 11247">
                        <a:extLst>
                          <a:ext uri="{FF2B5EF4-FFF2-40B4-BE49-F238E27FC236}">
                            <a16:creationId xmlns:a16="http://schemas.microsoft.com/office/drawing/2014/main" id="{49B7435C-6E5A-42E6-A780-86B9F0CE8C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35283" y="2155581"/>
                        <a:ext cx="10050" cy="3259"/>
                      </a:xfrm>
                      <a:custGeom>
                        <a:avLst/>
                        <a:gdLst>
                          <a:gd name="connsiteX0" fmla="*/ 10020 w 10050"/>
                          <a:gd name="connsiteY0" fmla="*/ 1450 h 3259"/>
                          <a:gd name="connsiteX1" fmla="*/ 5448 w 10050"/>
                          <a:gd name="connsiteY1" fmla="*/ 3259 h 3259"/>
                          <a:gd name="connsiteX2" fmla="*/ 19 w 10050"/>
                          <a:gd name="connsiteY2" fmla="*/ 1735 h 3259"/>
                          <a:gd name="connsiteX3" fmla="*/ 4400 w 10050"/>
                          <a:gd name="connsiteY3" fmla="*/ 21 h 3259"/>
                          <a:gd name="connsiteX4" fmla="*/ 10020 w 10050"/>
                          <a:gd name="connsiteY4" fmla="*/ 1450 h 32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50" h="3259">
                            <a:moveTo>
                              <a:pt x="10020" y="1450"/>
                            </a:moveTo>
                            <a:cubicBezTo>
                              <a:pt x="10401" y="2878"/>
                              <a:pt x="7162" y="3259"/>
                              <a:pt x="5448" y="3259"/>
                            </a:cubicBezTo>
                            <a:cubicBezTo>
                              <a:pt x="3734" y="3259"/>
                              <a:pt x="400" y="3069"/>
                              <a:pt x="19" y="1735"/>
                            </a:cubicBezTo>
                            <a:cubicBezTo>
                              <a:pt x="-267" y="307"/>
                              <a:pt x="2781" y="21"/>
                              <a:pt x="4400" y="21"/>
                            </a:cubicBezTo>
                            <a:cubicBezTo>
                              <a:pt x="6115" y="-74"/>
                              <a:pt x="9639" y="116"/>
                              <a:pt x="10020" y="145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49" name="Forme libre : forme 11248">
                        <a:extLst>
                          <a:ext uri="{FF2B5EF4-FFF2-40B4-BE49-F238E27FC236}">
                            <a16:creationId xmlns:a16="http://schemas.microsoft.com/office/drawing/2014/main" id="{A095F0CB-DA9C-4C22-84A6-1B5EE1AB67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06502" y="2127764"/>
                        <a:ext cx="84915" cy="32856"/>
                      </a:xfrm>
                      <a:custGeom>
                        <a:avLst/>
                        <a:gdLst>
                          <a:gd name="connsiteX0" fmla="*/ 61852 w 84915"/>
                          <a:gd name="connsiteY0" fmla="*/ 13741 h 32856"/>
                          <a:gd name="connsiteX1" fmla="*/ 84140 w 84915"/>
                          <a:gd name="connsiteY1" fmla="*/ 26314 h 32856"/>
                          <a:gd name="connsiteX2" fmla="*/ 78711 w 84915"/>
                          <a:gd name="connsiteY2" fmla="*/ 32696 h 32856"/>
                          <a:gd name="connsiteX3" fmla="*/ 67947 w 84915"/>
                          <a:gd name="connsiteY3" fmla="*/ 30314 h 32856"/>
                          <a:gd name="connsiteX4" fmla="*/ 36706 w 84915"/>
                          <a:gd name="connsiteY4" fmla="*/ 19075 h 32856"/>
                          <a:gd name="connsiteX5" fmla="*/ 13369 w 84915"/>
                          <a:gd name="connsiteY5" fmla="*/ 13646 h 32856"/>
                          <a:gd name="connsiteX6" fmla="*/ 891 w 84915"/>
                          <a:gd name="connsiteY6" fmla="*/ 3644 h 32856"/>
                          <a:gd name="connsiteX7" fmla="*/ 20513 w 84915"/>
                          <a:gd name="connsiteY7" fmla="*/ 215 h 32856"/>
                          <a:gd name="connsiteX8" fmla="*/ 42135 w 84915"/>
                          <a:gd name="connsiteY8" fmla="*/ 3740 h 32856"/>
                          <a:gd name="connsiteX9" fmla="*/ 61852 w 84915"/>
                          <a:gd name="connsiteY9" fmla="*/ 13741 h 328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4915" h="32856">
                            <a:moveTo>
                              <a:pt x="61852" y="13741"/>
                            </a:moveTo>
                            <a:cubicBezTo>
                              <a:pt x="71091" y="17646"/>
                              <a:pt x="77948" y="20313"/>
                              <a:pt x="84140" y="26314"/>
                            </a:cubicBezTo>
                            <a:cubicBezTo>
                              <a:pt x="86426" y="28505"/>
                              <a:pt x="83378" y="32124"/>
                              <a:pt x="78711" y="32696"/>
                            </a:cubicBezTo>
                            <a:cubicBezTo>
                              <a:pt x="74139" y="33362"/>
                              <a:pt x="71091" y="31838"/>
                              <a:pt x="67947" y="30314"/>
                            </a:cubicBezTo>
                            <a:cubicBezTo>
                              <a:pt x="58041" y="25742"/>
                              <a:pt x="47850" y="22599"/>
                              <a:pt x="36706" y="19075"/>
                            </a:cubicBezTo>
                            <a:cubicBezTo>
                              <a:pt x="33277" y="17932"/>
                              <a:pt x="22323" y="16408"/>
                              <a:pt x="13369" y="13646"/>
                            </a:cubicBezTo>
                            <a:cubicBezTo>
                              <a:pt x="4416" y="10883"/>
                              <a:pt x="-2537" y="7264"/>
                              <a:pt x="891" y="3644"/>
                            </a:cubicBezTo>
                            <a:cubicBezTo>
                              <a:pt x="4225" y="25"/>
                              <a:pt x="12226" y="-356"/>
                              <a:pt x="20513" y="215"/>
                            </a:cubicBezTo>
                            <a:cubicBezTo>
                              <a:pt x="28895" y="787"/>
                              <a:pt x="37658" y="2406"/>
                              <a:pt x="42135" y="3740"/>
                            </a:cubicBezTo>
                            <a:cubicBezTo>
                              <a:pt x="51088" y="6502"/>
                              <a:pt x="54898" y="10693"/>
                              <a:pt x="61852" y="1374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60" name="Graphique 1">
                      <a:extLst>
                        <a:ext uri="{FF2B5EF4-FFF2-40B4-BE49-F238E27FC236}">
                          <a16:creationId xmlns:a16="http://schemas.microsoft.com/office/drawing/2014/main" id="{DAE323BE-B67D-4075-9AE1-64FBDCC7DCA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400832" y="2010576"/>
                      <a:ext cx="138375" cy="168743"/>
                      <a:chOff x="7400832" y="2010576"/>
                      <a:chExt cx="138375" cy="168743"/>
                    </a:xfrm>
                    <a:solidFill>
                      <a:schemeClr val="accent1"/>
                    </a:solidFill>
                  </p:grpSpPr>
                  <p:sp>
                    <p:nvSpPr>
                      <p:cNvPr id="11226" name="Forme libre : forme 11225">
                        <a:extLst>
                          <a:ext uri="{FF2B5EF4-FFF2-40B4-BE49-F238E27FC236}">
                            <a16:creationId xmlns:a16="http://schemas.microsoft.com/office/drawing/2014/main" id="{B67E9FB1-521A-4713-8F3F-EB56BF4E04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0832" y="2010576"/>
                        <a:ext cx="138375" cy="168743"/>
                      </a:xfrm>
                      <a:custGeom>
                        <a:avLst/>
                        <a:gdLst>
                          <a:gd name="connsiteX0" fmla="*/ 137066 w 138375"/>
                          <a:gd name="connsiteY0" fmla="*/ 73969 h 168743"/>
                          <a:gd name="connsiteX1" fmla="*/ 122969 w 138375"/>
                          <a:gd name="connsiteY1" fmla="*/ 116832 h 168743"/>
                          <a:gd name="connsiteX2" fmla="*/ 88012 w 138375"/>
                          <a:gd name="connsiteY2" fmla="*/ 155599 h 168743"/>
                          <a:gd name="connsiteX3" fmla="*/ 73439 w 138375"/>
                          <a:gd name="connsiteY3" fmla="*/ 163314 h 168743"/>
                          <a:gd name="connsiteX4" fmla="*/ 60104 w 138375"/>
                          <a:gd name="connsiteY4" fmla="*/ 167314 h 168743"/>
                          <a:gd name="connsiteX5" fmla="*/ 48293 w 138375"/>
                          <a:gd name="connsiteY5" fmla="*/ 168743 h 168743"/>
                          <a:gd name="connsiteX6" fmla="*/ 37815 w 138375"/>
                          <a:gd name="connsiteY6" fmla="*/ 168076 h 168743"/>
                          <a:gd name="connsiteX7" fmla="*/ 20099 w 138375"/>
                          <a:gd name="connsiteY7" fmla="*/ 162933 h 168743"/>
                          <a:gd name="connsiteX8" fmla="*/ 5430 w 138375"/>
                          <a:gd name="connsiteY8" fmla="*/ 153979 h 168743"/>
                          <a:gd name="connsiteX9" fmla="*/ 3525 w 138375"/>
                          <a:gd name="connsiteY9" fmla="*/ 132548 h 168743"/>
                          <a:gd name="connsiteX10" fmla="*/ 25433 w 138375"/>
                          <a:gd name="connsiteY10" fmla="*/ 110736 h 168743"/>
                          <a:gd name="connsiteX11" fmla="*/ 45149 w 138375"/>
                          <a:gd name="connsiteY11" fmla="*/ 93591 h 168743"/>
                          <a:gd name="connsiteX12" fmla="*/ 55151 w 138375"/>
                          <a:gd name="connsiteY12" fmla="*/ 81018 h 168743"/>
                          <a:gd name="connsiteX13" fmla="*/ 62866 w 138375"/>
                          <a:gd name="connsiteY13" fmla="*/ 60730 h 168743"/>
                          <a:gd name="connsiteX14" fmla="*/ 76296 w 138375"/>
                          <a:gd name="connsiteY14" fmla="*/ 28916 h 168743"/>
                          <a:gd name="connsiteX15" fmla="*/ 98013 w 138375"/>
                          <a:gd name="connsiteY15" fmla="*/ 4246 h 168743"/>
                          <a:gd name="connsiteX16" fmla="*/ 119159 w 138375"/>
                          <a:gd name="connsiteY16" fmla="*/ 4056 h 168743"/>
                          <a:gd name="connsiteX17" fmla="*/ 134685 w 138375"/>
                          <a:gd name="connsiteY17" fmla="*/ 32250 h 168743"/>
                          <a:gd name="connsiteX18" fmla="*/ 137066 w 138375"/>
                          <a:gd name="connsiteY18" fmla="*/ 73969 h 1687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38375" h="168743">
                            <a:moveTo>
                              <a:pt x="137066" y="73969"/>
                            </a:moveTo>
                            <a:cubicBezTo>
                              <a:pt x="135446" y="83494"/>
                              <a:pt x="132113" y="99687"/>
                              <a:pt x="122969" y="116832"/>
                            </a:cubicBezTo>
                            <a:cubicBezTo>
                              <a:pt x="114206" y="133977"/>
                              <a:pt x="98775" y="149122"/>
                              <a:pt x="88012" y="155599"/>
                            </a:cubicBezTo>
                            <a:cubicBezTo>
                              <a:pt x="83059" y="158932"/>
                              <a:pt x="78106" y="161218"/>
                              <a:pt x="73439" y="163314"/>
                            </a:cubicBezTo>
                            <a:cubicBezTo>
                              <a:pt x="68771" y="164933"/>
                              <a:pt x="64295" y="166457"/>
                              <a:pt x="60104" y="167314"/>
                            </a:cubicBezTo>
                            <a:cubicBezTo>
                              <a:pt x="55913" y="168076"/>
                              <a:pt x="52008" y="168553"/>
                              <a:pt x="48293" y="168743"/>
                            </a:cubicBezTo>
                            <a:cubicBezTo>
                              <a:pt x="44578" y="168743"/>
                              <a:pt x="41149" y="168553"/>
                              <a:pt x="37815" y="168076"/>
                            </a:cubicBezTo>
                            <a:cubicBezTo>
                              <a:pt x="31243" y="167314"/>
                              <a:pt x="25528" y="165124"/>
                              <a:pt x="20099" y="162933"/>
                            </a:cubicBezTo>
                            <a:cubicBezTo>
                              <a:pt x="14955" y="160361"/>
                              <a:pt x="10193" y="157408"/>
                              <a:pt x="5430" y="153979"/>
                            </a:cubicBezTo>
                            <a:cubicBezTo>
                              <a:pt x="-1142" y="149217"/>
                              <a:pt x="-1713" y="138263"/>
                              <a:pt x="3525" y="132548"/>
                            </a:cubicBezTo>
                            <a:cubicBezTo>
                              <a:pt x="11240" y="124071"/>
                              <a:pt x="18575" y="117022"/>
                              <a:pt x="25433" y="110736"/>
                            </a:cubicBezTo>
                            <a:cubicBezTo>
                              <a:pt x="32481" y="104449"/>
                              <a:pt x="39435" y="98925"/>
                              <a:pt x="45149" y="93591"/>
                            </a:cubicBezTo>
                            <a:cubicBezTo>
                              <a:pt x="48388" y="90733"/>
                              <a:pt x="52008" y="86828"/>
                              <a:pt x="55151" y="81018"/>
                            </a:cubicBezTo>
                            <a:cubicBezTo>
                              <a:pt x="58389" y="75303"/>
                              <a:pt x="61151" y="67111"/>
                              <a:pt x="62866" y="60730"/>
                            </a:cubicBezTo>
                            <a:cubicBezTo>
                              <a:pt x="66200" y="49014"/>
                              <a:pt x="70486" y="38155"/>
                              <a:pt x="76296" y="28916"/>
                            </a:cubicBezTo>
                            <a:cubicBezTo>
                              <a:pt x="82202" y="19582"/>
                              <a:pt x="89441" y="11771"/>
                              <a:pt x="98013" y="4246"/>
                            </a:cubicBezTo>
                            <a:cubicBezTo>
                              <a:pt x="103919" y="-992"/>
                              <a:pt x="114586" y="-1754"/>
                              <a:pt x="119159" y="4056"/>
                            </a:cubicBezTo>
                            <a:cubicBezTo>
                              <a:pt x="125827" y="12533"/>
                              <a:pt x="131255" y="21296"/>
                              <a:pt x="134685" y="32250"/>
                            </a:cubicBezTo>
                            <a:cubicBezTo>
                              <a:pt x="138018" y="43013"/>
                              <a:pt x="139733" y="56062"/>
                              <a:pt x="137066" y="7396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27" name="Forme libre : forme 11226">
                        <a:extLst>
                          <a:ext uri="{FF2B5EF4-FFF2-40B4-BE49-F238E27FC236}">
                            <a16:creationId xmlns:a16="http://schemas.microsoft.com/office/drawing/2014/main" id="{8CE2B76D-D892-42F7-9C1F-582DBAD3B1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1119" y="2014156"/>
                        <a:ext cx="137916" cy="164798"/>
                      </a:xfrm>
                      <a:custGeom>
                        <a:avLst/>
                        <a:gdLst>
                          <a:gd name="connsiteX0" fmla="*/ 81439 w 137916"/>
                          <a:gd name="connsiteY0" fmla="*/ 122206 h 164798"/>
                          <a:gd name="connsiteX1" fmla="*/ 40100 w 137916"/>
                          <a:gd name="connsiteY1" fmla="*/ 144589 h 164798"/>
                          <a:gd name="connsiteX2" fmla="*/ 0 w 137916"/>
                          <a:gd name="connsiteY2" fmla="*/ 141922 h 164798"/>
                          <a:gd name="connsiteX3" fmla="*/ 5049 w 137916"/>
                          <a:gd name="connsiteY3" fmla="*/ 150114 h 164798"/>
                          <a:gd name="connsiteX4" fmla="*/ 15050 w 137916"/>
                          <a:gd name="connsiteY4" fmla="*/ 156591 h 164798"/>
                          <a:gd name="connsiteX5" fmla="*/ 52388 w 137916"/>
                          <a:gd name="connsiteY5" fmla="*/ 164497 h 164798"/>
                          <a:gd name="connsiteX6" fmla="*/ 87535 w 137916"/>
                          <a:gd name="connsiteY6" fmla="*/ 151828 h 164798"/>
                          <a:gd name="connsiteX7" fmla="*/ 100775 w 137916"/>
                          <a:gd name="connsiteY7" fmla="*/ 141446 h 164798"/>
                          <a:gd name="connsiteX8" fmla="*/ 124778 w 137916"/>
                          <a:gd name="connsiteY8" fmla="*/ 108585 h 164798"/>
                          <a:gd name="connsiteX9" fmla="*/ 135446 w 137916"/>
                          <a:gd name="connsiteY9" fmla="*/ 76486 h 164798"/>
                          <a:gd name="connsiteX10" fmla="*/ 136589 w 137916"/>
                          <a:gd name="connsiteY10" fmla="*/ 70390 h 164798"/>
                          <a:gd name="connsiteX11" fmla="*/ 136589 w 137916"/>
                          <a:gd name="connsiteY11" fmla="*/ 38576 h 164798"/>
                          <a:gd name="connsiteX12" fmla="*/ 124587 w 137916"/>
                          <a:gd name="connsiteY12" fmla="*/ 8477 h 164798"/>
                          <a:gd name="connsiteX13" fmla="*/ 118682 w 137916"/>
                          <a:gd name="connsiteY13" fmla="*/ 286 h 164798"/>
                          <a:gd name="connsiteX14" fmla="*/ 118396 w 137916"/>
                          <a:gd name="connsiteY14" fmla="*/ 0 h 164798"/>
                          <a:gd name="connsiteX15" fmla="*/ 109538 w 137916"/>
                          <a:gd name="connsiteY15" fmla="*/ 61913 h 164798"/>
                          <a:gd name="connsiteX16" fmla="*/ 81439 w 137916"/>
                          <a:gd name="connsiteY16" fmla="*/ 122206 h 1647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37916" h="164798">
                            <a:moveTo>
                              <a:pt x="81439" y="122206"/>
                            </a:moveTo>
                            <a:cubicBezTo>
                              <a:pt x="70295" y="134017"/>
                              <a:pt x="54769" y="141732"/>
                              <a:pt x="40100" y="144589"/>
                            </a:cubicBezTo>
                            <a:cubicBezTo>
                              <a:pt x="25241" y="147638"/>
                              <a:pt x="11430" y="146018"/>
                              <a:pt x="0" y="141922"/>
                            </a:cubicBezTo>
                            <a:cubicBezTo>
                              <a:pt x="667" y="145161"/>
                              <a:pt x="2286" y="148209"/>
                              <a:pt x="5049" y="150114"/>
                            </a:cubicBezTo>
                            <a:cubicBezTo>
                              <a:pt x="8287" y="152495"/>
                              <a:pt x="11621" y="154591"/>
                              <a:pt x="15050" y="156591"/>
                            </a:cubicBezTo>
                            <a:cubicBezTo>
                              <a:pt x="24861" y="162115"/>
                              <a:pt x="36862" y="165925"/>
                              <a:pt x="52388" y="164497"/>
                            </a:cubicBezTo>
                            <a:cubicBezTo>
                              <a:pt x="62389" y="163639"/>
                              <a:pt x="74391" y="160115"/>
                              <a:pt x="87535" y="151828"/>
                            </a:cubicBezTo>
                            <a:cubicBezTo>
                              <a:pt x="91440" y="149161"/>
                              <a:pt x="96108" y="145923"/>
                              <a:pt x="100775" y="141446"/>
                            </a:cubicBezTo>
                            <a:cubicBezTo>
                              <a:pt x="110014" y="132969"/>
                              <a:pt x="119063" y="120777"/>
                              <a:pt x="124778" y="108585"/>
                            </a:cubicBezTo>
                            <a:cubicBezTo>
                              <a:pt x="130683" y="96393"/>
                              <a:pt x="133636" y="84963"/>
                              <a:pt x="135446" y="76486"/>
                            </a:cubicBezTo>
                            <a:cubicBezTo>
                              <a:pt x="135827" y="74295"/>
                              <a:pt x="136208" y="72199"/>
                              <a:pt x="136589" y="70390"/>
                            </a:cubicBezTo>
                            <a:cubicBezTo>
                              <a:pt x="138589" y="57531"/>
                              <a:pt x="138113" y="47434"/>
                              <a:pt x="136589" y="38576"/>
                            </a:cubicBezTo>
                            <a:cubicBezTo>
                              <a:pt x="134398" y="26479"/>
                              <a:pt x="130016" y="17145"/>
                              <a:pt x="124587" y="8477"/>
                            </a:cubicBezTo>
                            <a:cubicBezTo>
                              <a:pt x="122777" y="5715"/>
                              <a:pt x="120778" y="2953"/>
                              <a:pt x="118682" y="286"/>
                            </a:cubicBezTo>
                            <a:lnTo>
                              <a:pt x="118396" y="0"/>
                            </a:lnTo>
                            <a:cubicBezTo>
                              <a:pt x="115444" y="20002"/>
                              <a:pt x="113634" y="40767"/>
                              <a:pt x="109538" y="61913"/>
                            </a:cubicBezTo>
                            <a:cubicBezTo>
                              <a:pt x="105537" y="82867"/>
                              <a:pt x="97917" y="105442"/>
                              <a:pt x="81439" y="12220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28" name="Forme libre : forme 11227">
                        <a:extLst>
                          <a:ext uri="{FF2B5EF4-FFF2-40B4-BE49-F238E27FC236}">
                            <a16:creationId xmlns:a16="http://schemas.microsoft.com/office/drawing/2014/main" id="{2F853E0D-5BFE-49E6-AAC0-95BFEF7BF2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67910" y="2049571"/>
                        <a:ext cx="46274" cy="87489"/>
                      </a:xfrm>
                      <a:custGeom>
                        <a:avLst/>
                        <a:gdLst>
                          <a:gd name="connsiteX0" fmla="*/ 39318 w 46274"/>
                          <a:gd name="connsiteY0" fmla="*/ 18 h 87489"/>
                          <a:gd name="connsiteX1" fmla="*/ 46272 w 46274"/>
                          <a:gd name="connsiteY1" fmla="*/ 21544 h 87489"/>
                          <a:gd name="connsiteX2" fmla="*/ 40556 w 46274"/>
                          <a:gd name="connsiteY2" fmla="*/ 53167 h 87489"/>
                          <a:gd name="connsiteX3" fmla="*/ 22935 w 46274"/>
                          <a:gd name="connsiteY3" fmla="*/ 79361 h 87489"/>
                          <a:gd name="connsiteX4" fmla="*/ 1123 w 46274"/>
                          <a:gd name="connsiteY4" fmla="*/ 85362 h 87489"/>
                          <a:gd name="connsiteX5" fmla="*/ 6647 w 46274"/>
                          <a:gd name="connsiteY5" fmla="*/ 66312 h 87489"/>
                          <a:gd name="connsiteX6" fmla="*/ 17220 w 46274"/>
                          <a:gd name="connsiteY6" fmla="*/ 44690 h 87489"/>
                          <a:gd name="connsiteX7" fmla="*/ 26555 w 46274"/>
                          <a:gd name="connsiteY7" fmla="*/ 18877 h 87489"/>
                          <a:gd name="connsiteX8" fmla="*/ 39318 w 46274"/>
                          <a:gd name="connsiteY8" fmla="*/ 18 h 874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6274" h="87489">
                            <a:moveTo>
                              <a:pt x="39318" y="18"/>
                            </a:moveTo>
                            <a:cubicBezTo>
                              <a:pt x="44366" y="399"/>
                              <a:pt x="46366" y="10019"/>
                              <a:pt x="46272" y="21544"/>
                            </a:cubicBezTo>
                            <a:cubicBezTo>
                              <a:pt x="46272" y="32974"/>
                              <a:pt x="43319" y="46500"/>
                              <a:pt x="40556" y="53167"/>
                            </a:cubicBezTo>
                            <a:cubicBezTo>
                              <a:pt x="38270" y="59740"/>
                              <a:pt x="31889" y="71741"/>
                              <a:pt x="22935" y="79361"/>
                            </a:cubicBezTo>
                            <a:cubicBezTo>
                              <a:pt x="14172" y="87172"/>
                              <a:pt x="4361" y="89743"/>
                              <a:pt x="1123" y="85362"/>
                            </a:cubicBezTo>
                            <a:cubicBezTo>
                              <a:pt x="-2211" y="80980"/>
                              <a:pt x="2552" y="74122"/>
                              <a:pt x="6647" y="66312"/>
                            </a:cubicBezTo>
                            <a:cubicBezTo>
                              <a:pt x="11029" y="58692"/>
                              <a:pt x="15125" y="49643"/>
                              <a:pt x="17220" y="44690"/>
                            </a:cubicBezTo>
                            <a:cubicBezTo>
                              <a:pt x="19411" y="39928"/>
                              <a:pt x="23031" y="28974"/>
                              <a:pt x="26555" y="18877"/>
                            </a:cubicBezTo>
                            <a:cubicBezTo>
                              <a:pt x="30174" y="8686"/>
                              <a:pt x="34175" y="-458"/>
                              <a:pt x="39318" y="1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29" name="Forme libre : forme 11228">
                        <a:extLst>
                          <a:ext uri="{FF2B5EF4-FFF2-40B4-BE49-F238E27FC236}">
                            <a16:creationId xmlns:a16="http://schemas.microsoft.com/office/drawing/2014/main" id="{B62F5805-6687-4529-8C0D-481CEBA045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67161" y="2080450"/>
                        <a:ext cx="46162" cy="56383"/>
                      </a:xfrm>
                      <a:custGeom>
                        <a:avLst/>
                        <a:gdLst>
                          <a:gd name="connsiteX0" fmla="*/ 8539 w 46162"/>
                          <a:gd name="connsiteY0" fmla="*/ 34290 h 56383"/>
                          <a:gd name="connsiteX1" fmla="*/ 2633 w 46162"/>
                          <a:gd name="connsiteY1" fmla="*/ 45149 h 56383"/>
                          <a:gd name="connsiteX2" fmla="*/ 1586 w 46162"/>
                          <a:gd name="connsiteY2" fmla="*/ 54864 h 56383"/>
                          <a:gd name="connsiteX3" fmla="*/ 23779 w 46162"/>
                          <a:gd name="connsiteY3" fmla="*/ 48482 h 56383"/>
                          <a:gd name="connsiteX4" fmla="*/ 41686 w 46162"/>
                          <a:gd name="connsiteY4" fmla="*/ 21717 h 56383"/>
                          <a:gd name="connsiteX5" fmla="*/ 46163 w 46162"/>
                          <a:gd name="connsiteY5" fmla="*/ 0 h 56383"/>
                          <a:gd name="connsiteX6" fmla="*/ 42638 w 46162"/>
                          <a:gd name="connsiteY6" fmla="*/ 11144 h 56383"/>
                          <a:gd name="connsiteX7" fmla="*/ 26446 w 46162"/>
                          <a:gd name="connsiteY7" fmla="*/ 31813 h 56383"/>
                          <a:gd name="connsiteX8" fmla="*/ 8539 w 46162"/>
                          <a:gd name="connsiteY8" fmla="*/ 34290 h 56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6162" h="56383">
                            <a:moveTo>
                              <a:pt x="8539" y="34290"/>
                            </a:moveTo>
                            <a:cubicBezTo>
                              <a:pt x="7586" y="36862"/>
                              <a:pt x="4919" y="41338"/>
                              <a:pt x="2633" y="45149"/>
                            </a:cubicBezTo>
                            <a:cubicBezTo>
                              <a:pt x="443" y="49149"/>
                              <a:pt x="-1462" y="52673"/>
                              <a:pt x="1586" y="54864"/>
                            </a:cubicBezTo>
                            <a:cubicBezTo>
                              <a:pt x="6157" y="58293"/>
                              <a:pt x="15492" y="55817"/>
                              <a:pt x="23779" y="48482"/>
                            </a:cubicBezTo>
                            <a:cubicBezTo>
                              <a:pt x="32256" y="41338"/>
                              <a:pt x="38638" y="30099"/>
                              <a:pt x="41686" y="21717"/>
                            </a:cubicBezTo>
                            <a:cubicBezTo>
                              <a:pt x="43781" y="16764"/>
                              <a:pt x="45972" y="5525"/>
                              <a:pt x="46163" y="0"/>
                            </a:cubicBezTo>
                            <a:cubicBezTo>
                              <a:pt x="45305" y="3143"/>
                              <a:pt x="44162" y="8382"/>
                              <a:pt x="42638" y="11144"/>
                            </a:cubicBezTo>
                            <a:cubicBezTo>
                              <a:pt x="38638" y="18955"/>
                              <a:pt x="32923" y="27146"/>
                              <a:pt x="26446" y="31813"/>
                            </a:cubicBezTo>
                            <a:cubicBezTo>
                              <a:pt x="20064" y="36576"/>
                              <a:pt x="13397" y="37624"/>
                              <a:pt x="8539" y="3429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30" name="Forme libre : forme 11229">
                        <a:extLst>
                          <a:ext uri="{FF2B5EF4-FFF2-40B4-BE49-F238E27FC236}">
                            <a16:creationId xmlns:a16="http://schemas.microsoft.com/office/drawing/2014/main" id="{F474B4AA-F2E0-4A03-BDEC-290ACF52ED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73353" y="2044462"/>
                        <a:ext cx="44185" cy="91072"/>
                      </a:xfrm>
                      <a:custGeom>
                        <a:avLst/>
                        <a:gdLst>
                          <a:gd name="connsiteX0" fmla="*/ 37018 w 44185"/>
                          <a:gd name="connsiteY0" fmla="*/ 270 h 91072"/>
                          <a:gd name="connsiteX1" fmla="*/ 44162 w 44185"/>
                          <a:gd name="connsiteY1" fmla="*/ 22939 h 91072"/>
                          <a:gd name="connsiteX2" fmla="*/ 39780 w 44185"/>
                          <a:gd name="connsiteY2" fmla="*/ 54372 h 91072"/>
                          <a:gd name="connsiteX3" fmla="*/ 23398 w 44185"/>
                          <a:gd name="connsiteY3" fmla="*/ 81899 h 91072"/>
                          <a:gd name="connsiteX4" fmla="*/ 1585 w 44185"/>
                          <a:gd name="connsiteY4" fmla="*/ 89424 h 91072"/>
                          <a:gd name="connsiteX5" fmla="*/ 6253 w 44185"/>
                          <a:gd name="connsiteY5" fmla="*/ 69612 h 91072"/>
                          <a:gd name="connsiteX6" fmla="*/ 16063 w 44185"/>
                          <a:gd name="connsiteY6" fmla="*/ 46561 h 91072"/>
                          <a:gd name="connsiteX7" fmla="*/ 24731 w 44185"/>
                          <a:gd name="connsiteY7" fmla="*/ 18653 h 91072"/>
                          <a:gd name="connsiteX8" fmla="*/ 37018 w 44185"/>
                          <a:gd name="connsiteY8" fmla="*/ 270 h 91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4185" h="91072">
                            <a:moveTo>
                              <a:pt x="37018" y="270"/>
                            </a:moveTo>
                            <a:cubicBezTo>
                              <a:pt x="41876" y="2270"/>
                              <a:pt x="43971" y="11795"/>
                              <a:pt x="44162" y="22939"/>
                            </a:cubicBezTo>
                            <a:cubicBezTo>
                              <a:pt x="44447" y="34083"/>
                              <a:pt x="42066" y="46942"/>
                              <a:pt x="39780" y="54372"/>
                            </a:cubicBezTo>
                            <a:cubicBezTo>
                              <a:pt x="37685" y="61706"/>
                              <a:pt x="31875" y="73803"/>
                              <a:pt x="23398" y="81899"/>
                            </a:cubicBezTo>
                            <a:cubicBezTo>
                              <a:pt x="15111" y="90090"/>
                              <a:pt x="5491" y="93329"/>
                              <a:pt x="1585" y="89424"/>
                            </a:cubicBezTo>
                            <a:cubicBezTo>
                              <a:pt x="-2511" y="85423"/>
                              <a:pt x="2157" y="77994"/>
                              <a:pt x="6253" y="69612"/>
                            </a:cubicBezTo>
                            <a:cubicBezTo>
                              <a:pt x="10538" y="61325"/>
                              <a:pt x="14444" y="51419"/>
                              <a:pt x="16063" y="46561"/>
                            </a:cubicBezTo>
                            <a:cubicBezTo>
                              <a:pt x="17778" y="41703"/>
                              <a:pt x="21397" y="29607"/>
                              <a:pt x="24731" y="18653"/>
                            </a:cubicBezTo>
                            <a:cubicBezTo>
                              <a:pt x="28065" y="7699"/>
                              <a:pt x="32065" y="-1731"/>
                              <a:pt x="37018" y="27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31" name="Forme libre : forme 11230">
                        <a:extLst>
                          <a:ext uri="{FF2B5EF4-FFF2-40B4-BE49-F238E27FC236}">
                            <a16:creationId xmlns:a16="http://schemas.microsoft.com/office/drawing/2014/main" id="{733C1EA9-23B3-41C1-B204-4E50140894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26683" y="2073727"/>
                        <a:ext cx="99051" cy="89304"/>
                      </a:xfrm>
                      <a:custGeom>
                        <a:avLst/>
                        <a:gdLst>
                          <a:gd name="connsiteX0" fmla="*/ 1678 w 99051"/>
                          <a:gd name="connsiteY0" fmla="*/ 79494 h 89304"/>
                          <a:gd name="connsiteX1" fmla="*/ 17108 w 99051"/>
                          <a:gd name="connsiteY1" fmla="*/ 88066 h 89304"/>
                          <a:gd name="connsiteX2" fmla="*/ 29586 w 99051"/>
                          <a:gd name="connsiteY2" fmla="*/ 89304 h 89304"/>
                          <a:gd name="connsiteX3" fmla="*/ 42635 w 99051"/>
                          <a:gd name="connsiteY3" fmla="*/ 88352 h 89304"/>
                          <a:gd name="connsiteX4" fmla="*/ 71973 w 99051"/>
                          <a:gd name="connsiteY4" fmla="*/ 74541 h 89304"/>
                          <a:gd name="connsiteX5" fmla="*/ 92261 w 99051"/>
                          <a:gd name="connsiteY5" fmla="*/ 47966 h 89304"/>
                          <a:gd name="connsiteX6" fmla="*/ 99023 w 99051"/>
                          <a:gd name="connsiteY6" fmla="*/ 20724 h 89304"/>
                          <a:gd name="connsiteX7" fmla="*/ 89594 w 99051"/>
                          <a:gd name="connsiteY7" fmla="*/ 150 h 89304"/>
                          <a:gd name="connsiteX8" fmla="*/ 80640 w 99051"/>
                          <a:gd name="connsiteY8" fmla="*/ 14152 h 89304"/>
                          <a:gd name="connsiteX9" fmla="*/ 50731 w 99051"/>
                          <a:gd name="connsiteY9" fmla="*/ 44537 h 89304"/>
                          <a:gd name="connsiteX10" fmla="*/ 33015 w 99051"/>
                          <a:gd name="connsiteY10" fmla="*/ 48633 h 89304"/>
                          <a:gd name="connsiteX11" fmla="*/ 15299 w 99051"/>
                          <a:gd name="connsiteY11" fmla="*/ 54348 h 89304"/>
                          <a:gd name="connsiteX12" fmla="*/ 1678 w 99051"/>
                          <a:gd name="connsiteY12" fmla="*/ 79494 h 893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9051" h="89304">
                            <a:moveTo>
                              <a:pt x="1678" y="79494"/>
                            </a:moveTo>
                            <a:cubicBezTo>
                              <a:pt x="5583" y="85018"/>
                              <a:pt x="8440" y="86256"/>
                              <a:pt x="17108" y="88066"/>
                            </a:cubicBezTo>
                            <a:cubicBezTo>
                              <a:pt x="21299" y="88638"/>
                              <a:pt x="25395" y="89019"/>
                              <a:pt x="29586" y="89304"/>
                            </a:cubicBezTo>
                            <a:cubicBezTo>
                              <a:pt x="33777" y="89209"/>
                              <a:pt x="38064" y="89019"/>
                              <a:pt x="42635" y="88352"/>
                            </a:cubicBezTo>
                            <a:cubicBezTo>
                              <a:pt x="51494" y="86447"/>
                              <a:pt x="61685" y="83113"/>
                              <a:pt x="71973" y="74541"/>
                            </a:cubicBezTo>
                            <a:cubicBezTo>
                              <a:pt x="80449" y="67492"/>
                              <a:pt x="87784" y="57777"/>
                              <a:pt x="92261" y="47966"/>
                            </a:cubicBezTo>
                            <a:cubicBezTo>
                              <a:pt x="96642" y="38155"/>
                              <a:pt x="98738" y="28630"/>
                              <a:pt x="99023" y="20724"/>
                            </a:cubicBezTo>
                            <a:cubicBezTo>
                              <a:pt x="99405" y="8913"/>
                              <a:pt x="95975" y="-1374"/>
                              <a:pt x="89594" y="150"/>
                            </a:cubicBezTo>
                            <a:cubicBezTo>
                              <a:pt x="85689" y="1103"/>
                              <a:pt x="83879" y="8628"/>
                              <a:pt x="80640" y="14152"/>
                            </a:cubicBezTo>
                            <a:cubicBezTo>
                              <a:pt x="73020" y="27011"/>
                              <a:pt x="64067" y="39298"/>
                              <a:pt x="50731" y="44537"/>
                            </a:cubicBezTo>
                            <a:cubicBezTo>
                              <a:pt x="45112" y="46728"/>
                              <a:pt x="39016" y="47680"/>
                              <a:pt x="33015" y="48633"/>
                            </a:cubicBezTo>
                            <a:cubicBezTo>
                              <a:pt x="27205" y="49776"/>
                              <a:pt x="21299" y="50728"/>
                              <a:pt x="15299" y="54348"/>
                            </a:cubicBezTo>
                            <a:cubicBezTo>
                              <a:pt x="4155" y="60158"/>
                              <a:pt x="-3561" y="71493"/>
                              <a:pt x="1678" y="7949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32" name="Forme libre : forme 11231">
                        <a:extLst>
                          <a:ext uri="{FF2B5EF4-FFF2-40B4-BE49-F238E27FC236}">
                            <a16:creationId xmlns:a16="http://schemas.microsoft.com/office/drawing/2014/main" id="{C17192EF-5D23-498D-9A64-6A3D5EE067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46458" y="2111297"/>
                        <a:ext cx="24148" cy="25872"/>
                      </a:xfrm>
                      <a:custGeom>
                        <a:avLst/>
                        <a:gdLst>
                          <a:gd name="connsiteX0" fmla="*/ 1905 w 24148"/>
                          <a:gd name="connsiteY0" fmla="*/ 20873 h 25872"/>
                          <a:gd name="connsiteX1" fmla="*/ 0 w 24148"/>
                          <a:gd name="connsiteY1" fmla="*/ 24588 h 25872"/>
                          <a:gd name="connsiteX2" fmla="*/ 3334 w 24148"/>
                          <a:gd name="connsiteY2" fmla="*/ 25636 h 25872"/>
                          <a:gd name="connsiteX3" fmla="*/ 9335 w 24148"/>
                          <a:gd name="connsiteY3" fmla="*/ 22778 h 25872"/>
                          <a:gd name="connsiteX4" fmla="*/ 20955 w 24148"/>
                          <a:gd name="connsiteY4" fmla="*/ 12110 h 25872"/>
                          <a:gd name="connsiteX5" fmla="*/ 23813 w 24148"/>
                          <a:gd name="connsiteY5" fmla="*/ 7348 h 25872"/>
                          <a:gd name="connsiteX6" fmla="*/ 15716 w 24148"/>
                          <a:gd name="connsiteY6" fmla="*/ 3347 h 25872"/>
                          <a:gd name="connsiteX7" fmla="*/ 1905 w 24148"/>
                          <a:gd name="connsiteY7" fmla="*/ 20873 h 258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4148" h="25872">
                            <a:moveTo>
                              <a:pt x="1905" y="20873"/>
                            </a:moveTo>
                            <a:cubicBezTo>
                              <a:pt x="762" y="22302"/>
                              <a:pt x="0" y="23255"/>
                              <a:pt x="0" y="24588"/>
                            </a:cubicBezTo>
                            <a:cubicBezTo>
                              <a:pt x="0" y="25922"/>
                              <a:pt x="1524" y="26112"/>
                              <a:pt x="3334" y="25636"/>
                            </a:cubicBezTo>
                            <a:cubicBezTo>
                              <a:pt x="5144" y="25160"/>
                              <a:pt x="7715" y="24112"/>
                              <a:pt x="9335" y="22778"/>
                            </a:cubicBezTo>
                            <a:cubicBezTo>
                              <a:pt x="13811" y="19730"/>
                              <a:pt x="18002" y="16016"/>
                              <a:pt x="20955" y="12110"/>
                            </a:cubicBezTo>
                            <a:cubicBezTo>
                              <a:pt x="22098" y="10396"/>
                              <a:pt x="23241" y="8967"/>
                              <a:pt x="23813" y="7348"/>
                            </a:cubicBezTo>
                            <a:cubicBezTo>
                              <a:pt x="25432" y="14"/>
                              <a:pt x="20955" y="-2749"/>
                              <a:pt x="15716" y="3347"/>
                            </a:cubicBezTo>
                            <a:cubicBezTo>
                              <a:pt x="11525" y="8205"/>
                              <a:pt x="6668" y="15444"/>
                              <a:pt x="1905" y="2087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33" name="Forme libre : forme 11232">
                        <a:extLst>
                          <a:ext uri="{FF2B5EF4-FFF2-40B4-BE49-F238E27FC236}">
                            <a16:creationId xmlns:a16="http://schemas.microsoft.com/office/drawing/2014/main" id="{1365A51F-8BCC-4083-B5E0-31E38EF0B4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6848" y="2016823"/>
                        <a:ext cx="19907" cy="64769"/>
                      </a:xfrm>
                      <a:custGeom>
                        <a:avLst/>
                        <a:gdLst>
                          <a:gd name="connsiteX0" fmla="*/ 0 w 19907"/>
                          <a:gd name="connsiteY0" fmla="*/ 0 h 64769"/>
                          <a:gd name="connsiteX1" fmla="*/ 19908 w 19907"/>
                          <a:gd name="connsiteY1" fmla="*/ 64770 h 64769"/>
                          <a:gd name="connsiteX2" fmla="*/ 0 w 19907"/>
                          <a:gd name="connsiteY2" fmla="*/ 0 h 647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9907" h="64769">
                            <a:moveTo>
                              <a:pt x="0" y="0"/>
                            </a:moveTo>
                            <a:cubicBezTo>
                              <a:pt x="12573" y="10096"/>
                              <a:pt x="19145" y="40957"/>
                              <a:pt x="19908" y="64770"/>
                            </a:cubicBezTo>
                            <a:cubicBezTo>
                              <a:pt x="18955" y="39148"/>
                              <a:pt x="8477" y="16478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34" name="Forme libre : forme 11233">
                        <a:extLst>
                          <a:ext uri="{FF2B5EF4-FFF2-40B4-BE49-F238E27FC236}">
                            <a16:creationId xmlns:a16="http://schemas.microsoft.com/office/drawing/2014/main" id="{5F272404-6ABD-49A7-8C34-E03D16F102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5881" y="2105120"/>
                        <a:ext cx="42481" cy="39528"/>
                      </a:xfrm>
                      <a:custGeom>
                        <a:avLst/>
                        <a:gdLst>
                          <a:gd name="connsiteX0" fmla="*/ 42482 w 42481"/>
                          <a:gd name="connsiteY0" fmla="*/ 0 h 39528"/>
                          <a:gd name="connsiteX1" fmla="*/ 23622 w 42481"/>
                          <a:gd name="connsiteY1" fmla="*/ 18383 h 39528"/>
                          <a:gd name="connsiteX2" fmla="*/ 0 w 42481"/>
                          <a:gd name="connsiteY2" fmla="*/ 39529 h 39528"/>
                          <a:gd name="connsiteX3" fmla="*/ 24670 w 42481"/>
                          <a:gd name="connsiteY3" fmla="*/ 19241 h 39528"/>
                          <a:gd name="connsiteX4" fmla="*/ 42482 w 42481"/>
                          <a:gd name="connsiteY4" fmla="*/ 0 h 39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2481" h="39528">
                            <a:moveTo>
                              <a:pt x="42482" y="0"/>
                            </a:moveTo>
                            <a:cubicBezTo>
                              <a:pt x="37434" y="5048"/>
                              <a:pt x="31147" y="11430"/>
                              <a:pt x="23622" y="18383"/>
                            </a:cubicBezTo>
                            <a:cubicBezTo>
                              <a:pt x="16288" y="25337"/>
                              <a:pt x="7811" y="32290"/>
                              <a:pt x="0" y="39529"/>
                            </a:cubicBezTo>
                            <a:cubicBezTo>
                              <a:pt x="6954" y="32385"/>
                              <a:pt x="16574" y="26099"/>
                              <a:pt x="24670" y="19241"/>
                            </a:cubicBezTo>
                            <a:cubicBezTo>
                              <a:pt x="32861" y="12478"/>
                              <a:pt x="39338" y="5620"/>
                              <a:pt x="4248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35" name="Forme libre : forme 11234">
                        <a:extLst>
                          <a:ext uri="{FF2B5EF4-FFF2-40B4-BE49-F238E27FC236}">
                            <a16:creationId xmlns:a16="http://schemas.microsoft.com/office/drawing/2014/main" id="{89118E8C-E8E5-4FC7-8D81-C36C0084AE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6667" y="2070339"/>
                        <a:ext cx="15252" cy="32301"/>
                      </a:xfrm>
                      <a:custGeom>
                        <a:avLst/>
                        <a:gdLst>
                          <a:gd name="connsiteX0" fmla="*/ 14179 w 15252"/>
                          <a:gd name="connsiteY0" fmla="*/ 396 h 32301"/>
                          <a:gd name="connsiteX1" fmla="*/ 10845 w 15252"/>
                          <a:gd name="connsiteY1" fmla="*/ 20875 h 32301"/>
                          <a:gd name="connsiteX2" fmla="*/ 5987 w 15252"/>
                          <a:gd name="connsiteY2" fmla="*/ 29257 h 32301"/>
                          <a:gd name="connsiteX3" fmla="*/ 463 w 15252"/>
                          <a:gd name="connsiteY3" fmla="*/ 31447 h 32301"/>
                          <a:gd name="connsiteX4" fmla="*/ 5416 w 15252"/>
                          <a:gd name="connsiteY4" fmla="*/ 13636 h 32301"/>
                          <a:gd name="connsiteX5" fmla="*/ 14179 w 15252"/>
                          <a:gd name="connsiteY5" fmla="*/ 396 h 323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252" h="32301">
                            <a:moveTo>
                              <a:pt x="14179" y="396"/>
                            </a:moveTo>
                            <a:cubicBezTo>
                              <a:pt x="17322" y="3349"/>
                              <a:pt x="12750" y="16969"/>
                              <a:pt x="10845" y="20875"/>
                            </a:cubicBezTo>
                            <a:cubicBezTo>
                              <a:pt x="10083" y="22875"/>
                              <a:pt x="7987" y="26590"/>
                              <a:pt x="5987" y="29257"/>
                            </a:cubicBezTo>
                            <a:cubicBezTo>
                              <a:pt x="3796" y="31828"/>
                              <a:pt x="1606" y="33352"/>
                              <a:pt x="463" y="31447"/>
                            </a:cubicBezTo>
                            <a:cubicBezTo>
                              <a:pt x="-1633" y="27923"/>
                              <a:pt x="3987" y="17350"/>
                              <a:pt x="5416" y="13636"/>
                            </a:cubicBezTo>
                            <a:cubicBezTo>
                              <a:pt x="7035" y="10111"/>
                              <a:pt x="11226" y="-2366"/>
                              <a:pt x="14179" y="39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36" name="Forme libre : forme 11235">
                        <a:extLst>
                          <a:ext uri="{FF2B5EF4-FFF2-40B4-BE49-F238E27FC236}">
                            <a16:creationId xmlns:a16="http://schemas.microsoft.com/office/drawing/2014/main" id="{BEE186D1-E10B-4598-9E6B-4D723444B7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7964" y="2065208"/>
                        <a:ext cx="4013" cy="9717"/>
                      </a:xfrm>
                      <a:custGeom>
                        <a:avLst/>
                        <a:gdLst>
                          <a:gd name="connsiteX0" fmla="*/ 2882 w 4013"/>
                          <a:gd name="connsiteY0" fmla="*/ 2 h 9717"/>
                          <a:gd name="connsiteX1" fmla="*/ 3739 w 4013"/>
                          <a:gd name="connsiteY1" fmla="*/ 4765 h 9717"/>
                          <a:gd name="connsiteX2" fmla="*/ 1072 w 4013"/>
                          <a:gd name="connsiteY2" fmla="*/ 9717 h 9717"/>
                          <a:gd name="connsiteX3" fmla="*/ 310 w 4013"/>
                          <a:gd name="connsiteY3" fmla="*/ 5050 h 9717"/>
                          <a:gd name="connsiteX4" fmla="*/ 2882 w 4013"/>
                          <a:gd name="connsiteY4" fmla="*/ 2 h 97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13" h="9717">
                            <a:moveTo>
                              <a:pt x="2882" y="2"/>
                            </a:moveTo>
                            <a:cubicBezTo>
                              <a:pt x="4311" y="-93"/>
                              <a:pt x="4120" y="3145"/>
                              <a:pt x="3739" y="4765"/>
                            </a:cubicBezTo>
                            <a:cubicBezTo>
                              <a:pt x="3453" y="6384"/>
                              <a:pt x="2501" y="9717"/>
                              <a:pt x="1072" y="9717"/>
                            </a:cubicBezTo>
                            <a:cubicBezTo>
                              <a:pt x="-357" y="9717"/>
                              <a:pt x="-71" y="6670"/>
                              <a:pt x="310" y="5050"/>
                            </a:cubicBezTo>
                            <a:cubicBezTo>
                              <a:pt x="691" y="3431"/>
                              <a:pt x="1453" y="97"/>
                              <a:pt x="2882" y="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37" name="Forme libre : forme 11236">
                        <a:extLst>
                          <a:ext uri="{FF2B5EF4-FFF2-40B4-BE49-F238E27FC236}">
                            <a16:creationId xmlns:a16="http://schemas.microsoft.com/office/drawing/2014/main" id="{06814FA8-A046-41DA-B7F8-E5B4952EFA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66442" y="2019688"/>
                        <a:ext cx="45967" cy="74397"/>
                      </a:xfrm>
                      <a:custGeom>
                        <a:avLst/>
                        <a:gdLst>
                          <a:gd name="connsiteX0" fmla="*/ 23641 w 45967"/>
                          <a:gd name="connsiteY0" fmla="*/ 19709 h 74397"/>
                          <a:gd name="connsiteX1" fmla="*/ 40977 w 45967"/>
                          <a:gd name="connsiteY1" fmla="*/ 373 h 74397"/>
                          <a:gd name="connsiteX2" fmla="*/ 45930 w 45967"/>
                          <a:gd name="connsiteY2" fmla="*/ 7136 h 74397"/>
                          <a:gd name="connsiteX3" fmla="*/ 41262 w 45967"/>
                          <a:gd name="connsiteY3" fmla="*/ 17137 h 74397"/>
                          <a:gd name="connsiteX4" fmla="*/ 24117 w 45967"/>
                          <a:gd name="connsiteY4" fmla="*/ 45522 h 74397"/>
                          <a:gd name="connsiteX5" fmla="*/ 13831 w 45967"/>
                          <a:gd name="connsiteY5" fmla="*/ 65905 h 74397"/>
                          <a:gd name="connsiteX6" fmla="*/ 1258 w 45967"/>
                          <a:gd name="connsiteY6" fmla="*/ 72859 h 74397"/>
                          <a:gd name="connsiteX7" fmla="*/ 2496 w 45967"/>
                          <a:gd name="connsiteY7" fmla="*/ 56380 h 74397"/>
                          <a:gd name="connsiteX8" fmla="*/ 10116 w 45967"/>
                          <a:gd name="connsiteY8" fmla="*/ 37330 h 74397"/>
                          <a:gd name="connsiteX9" fmla="*/ 23641 w 45967"/>
                          <a:gd name="connsiteY9" fmla="*/ 19709 h 743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5967" h="74397">
                            <a:moveTo>
                              <a:pt x="23641" y="19709"/>
                            </a:moveTo>
                            <a:cubicBezTo>
                              <a:pt x="29451" y="11232"/>
                              <a:pt x="33547" y="4850"/>
                              <a:pt x="40977" y="373"/>
                            </a:cubicBezTo>
                            <a:cubicBezTo>
                              <a:pt x="43739" y="-1246"/>
                              <a:pt x="46311" y="2659"/>
                              <a:pt x="45930" y="7136"/>
                            </a:cubicBezTo>
                            <a:cubicBezTo>
                              <a:pt x="45453" y="11708"/>
                              <a:pt x="43358" y="14280"/>
                              <a:pt x="41262" y="17137"/>
                            </a:cubicBezTo>
                            <a:cubicBezTo>
                              <a:pt x="34690" y="25805"/>
                              <a:pt x="29737" y="35521"/>
                              <a:pt x="24117" y="45522"/>
                            </a:cubicBezTo>
                            <a:cubicBezTo>
                              <a:pt x="22307" y="48570"/>
                              <a:pt x="18688" y="58857"/>
                              <a:pt x="13831" y="65905"/>
                            </a:cubicBezTo>
                            <a:cubicBezTo>
                              <a:pt x="8973" y="73049"/>
                              <a:pt x="3639" y="76669"/>
                              <a:pt x="1258" y="72859"/>
                            </a:cubicBezTo>
                            <a:cubicBezTo>
                              <a:pt x="-1124" y="69144"/>
                              <a:pt x="209" y="63238"/>
                              <a:pt x="2496" y="56380"/>
                            </a:cubicBezTo>
                            <a:cubicBezTo>
                              <a:pt x="4782" y="49522"/>
                              <a:pt x="7925" y="41426"/>
                              <a:pt x="10116" y="37330"/>
                            </a:cubicBezTo>
                            <a:cubicBezTo>
                              <a:pt x="14497" y="29139"/>
                              <a:pt x="19355" y="26091"/>
                              <a:pt x="23641" y="1970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61" name="Graphique 1">
                      <a:extLst>
                        <a:ext uri="{FF2B5EF4-FFF2-40B4-BE49-F238E27FC236}">
                          <a16:creationId xmlns:a16="http://schemas.microsoft.com/office/drawing/2014/main" id="{4513F32A-9051-49FB-89AC-4B505C65F3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489943" y="1833092"/>
                      <a:ext cx="131099" cy="177412"/>
                      <a:chOff x="7489943" y="1833092"/>
                      <a:chExt cx="131099" cy="177412"/>
                    </a:xfrm>
                    <a:solidFill>
                      <a:schemeClr val="accent1"/>
                    </a:solidFill>
                  </p:grpSpPr>
                  <p:sp>
                    <p:nvSpPr>
                      <p:cNvPr id="11214" name="Forme libre : forme 11213">
                        <a:extLst>
                          <a:ext uri="{FF2B5EF4-FFF2-40B4-BE49-F238E27FC236}">
                            <a16:creationId xmlns:a16="http://schemas.microsoft.com/office/drawing/2014/main" id="{F0FD12B8-A010-425C-8C5E-6C83997858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9943" y="1833092"/>
                        <a:ext cx="131099" cy="177312"/>
                      </a:xfrm>
                      <a:custGeom>
                        <a:avLst/>
                        <a:gdLst>
                          <a:gd name="connsiteX0" fmla="*/ 109677 w 131099"/>
                          <a:gd name="connsiteY0" fmla="*/ 77718 h 177312"/>
                          <a:gd name="connsiteX1" fmla="*/ 90151 w 131099"/>
                          <a:gd name="connsiteY1" fmla="*/ 103435 h 177312"/>
                          <a:gd name="connsiteX2" fmla="*/ 75578 w 131099"/>
                          <a:gd name="connsiteY2" fmla="*/ 126676 h 177312"/>
                          <a:gd name="connsiteX3" fmla="*/ 56337 w 131099"/>
                          <a:gd name="connsiteY3" fmla="*/ 154204 h 177312"/>
                          <a:gd name="connsiteX4" fmla="*/ 31763 w 131099"/>
                          <a:gd name="connsiteY4" fmla="*/ 174873 h 177312"/>
                          <a:gd name="connsiteX5" fmla="*/ 10712 w 131099"/>
                          <a:gd name="connsiteY5" fmla="*/ 170206 h 177312"/>
                          <a:gd name="connsiteX6" fmla="*/ 235 w 131099"/>
                          <a:gd name="connsiteY6" fmla="*/ 136678 h 177312"/>
                          <a:gd name="connsiteX7" fmla="*/ 8141 w 131099"/>
                          <a:gd name="connsiteY7" fmla="*/ 92767 h 177312"/>
                          <a:gd name="connsiteX8" fmla="*/ 27667 w 131099"/>
                          <a:gd name="connsiteY8" fmla="*/ 58858 h 177312"/>
                          <a:gd name="connsiteX9" fmla="*/ 34239 w 131099"/>
                          <a:gd name="connsiteY9" fmla="*/ 50286 h 177312"/>
                          <a:gd name="connsiteX10" fmla="*/ 39954 w 131099"/>
                          <a:gd name="connsiteY10" fmla="*/ 43333 h 177312"/>
                          <a:gd name="connsiteX11" fmla="*/ 49955 w 131099"/>
                          <a:gd name="connsiteY11" fmla="*/ 31807 h 177312"/>
                          <a:gd name="connsiteX12" fmla="*/ 113582 w 131099"/>
                          <a:gd name="connsiteY12" fmla="*/ 89 h 177312"/>
                          <a:gd name="connsiteX13" fmla="*/ 130918 w 131099"/>
                          <a:gd name="connsiteY13" fmla="*/ 12186 h 177312"/>
                          <a:gd name="connsiteX14" fmla="*/ 109677 w 131099"/>
                          <a:gd name="connsiteY14" fmla="*/ 77718 h 1773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31099" h="177312">
                            <a:moveTo>
                              <a:pt x="109677" y="77718"/>
                            </a:moveTo>
                            <a:cubicBezTo>
                              <a:pt x="104915" y="83909"/>
                              <a:pt x="97580" y="93624"/>
                              <a:pt x="90151" y="103435"/>
                            </a:cubicBezTo>
                            <a:cubicBezTo>
                              <a:pt x="84055" y="111722"/>
                              <a:pt x="78816" y="120580"/>
                              <a:pt x="75578" y="126676"/>
                            </a:cubicBezTo>
                            <a:cubicBezTo>
                              <a:pt x="69387" y="137820"/>
                              <a:pt x="63481" y="146583"/>
                              <a:pt x="56337" y="154204"/>
                            </a:cubicBezTo>
                            <a:cubicBezTo>
                              <a:pt x="49194" y="161824"/>
                              <a:pt x="41192" y="168205"/>
                              <a:pt x="31763" y="174873"/>
                            </a:cubicBezTo>
                            <a:cubicBezTo>
                              <a:pt x="25381" y="179540"/>
                              <a:pt x="14618" y="177254"/>
                              <a:pt x="10712" y="170206"/>
                            </a:cubicBezTo>
                            <a:cubicBezTo>
                              <a:pt x="5188" y="160014"/>
                              <a:pt x="1187" y="149250"/>
                              <a:pt x="235" y="136678"/>
                            </a:cubicBezTo>
                            <a:cubicBezTo>
                              <a:pt x="-718" y="124104"/>
                              <a:pt x="1092" y="109436"/>
                              <a:pt x="8141" y="92767"/>
                            </a:cubicBezTo>
                            <a:cubicBezTo>
                              <a:pt x="11761" y="83814"/>
                              <a:pt x="18904" y="70860"/>
                              <a:pt x="27667" y="58858"/>
                            </a:cubicBezTo>
                            <a:cubicBezTo>
                              <a:pt x="29858" y="56001"/>
                              <a:pt x="32239" y="52762"/>
                              <a:pt x="34239" y="50286"/>
                            </a:cubicBezTo>
                            <a:cubicBezTo>
                              <a:pt x="36239" y="47904"/>
                              <a:pt x="38144" y="45619"/>
                              <a:pt x="39954" y="43333"/>
                            </a:cubicBezTo>
                            <a:cubicBezTo>
                              <a:pt x="43764" y="38951"/>
                              <a:pt x="47193" y="34950"/>
                              <a:pt x="49955" y="31807"/>
                            </a:cubicBezTo>
                            <a:cubicBezTo>
                              <a:pt x="71387" y="8185"/>
                              <a:pt x="91008" y="2566"/>
                              <a:pt x="113582" y="89"/>
                            </a:cubicBezTo>
                            <a:cubicBezTo>
                              <a:pt x="121393" y="-768"/>
                              <a:pt x="130537" y="4661"/>
                              <a:pt x="130918" y="12186"/>
                            </a:cubicBezTo>
                            <a:cubicBezTo>
                              <a:pt x="132156" y="33808"/>
                              <a:pt x="127298" y="53524"/>
                              <a:pt x="109677" y="7771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15" name="Forme libre : forme 11214">
                        <a:extLst>
                          <a:ext uri="{FF2B5EF4-FFF2-40B4-BE49-F238E27FC236}">
                            <a16:creationId xmlns:a16="http://schemas.microsoft.com/office/drawing/2014/main" id="{F06D33A8-0901-4E35-BA8E-E321DA4129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2276" y="1844897"/>
                        <a:ext cx="108552" cy="165607"/>
                      </a:xfrm>
                      <a:custGeom>
                        <a:avLst/>
                        <a:gdLst>
                          <a:gd name="connsiteX0" fmla="*/ 33338 w 108552"/>
                          <a:gd name="connsiteY0" fmla="*/ 94488 h 165607"/>
                          <a:gd name="connsiteX1" fmla="*/ 0 w 108552"/>
                          <a:gd name="connsiteY1" fmla="*/ 165545 h 165607"/>
                          <a:gd name="connsiteX2" fmla="*/ 9334 w 108552"/>
                          <a:gd name="connsiteY2" fmla="*/ 163259 h 165607"/>
                          <a:gd name="connsiteX3" fmla="*/ 18574 w 108552"/>
                          <a:gd name="connsiteY3" fmla="*/ 156400 h 165607"/>
                          <a:gd name="connsiteX4" fmla="*/ 40957 w 108552"/>
                          <a:gd name="connsiteY4" fmla="*/ 134112 h 165607"/>
                          <a:gd name="connsiteX5" fmla="*/ 53149 w 108552"/>
                          <a:gd name="connsiteY5" fmla="*/ 114967 h 165607"/>
                          <a:gd name="connsiteX6" fmla="*/ 57531 w 108552"/>
                          <a:gd name="connsiteY6" fmla="*/ 107251 h 165607"/>
                          <a:gd name="connsiteX7" fmla="*/ 69342 w 108552"/>
                          <a:gd name="connsiteY7" fmla="*/ 89345 h 165607"/>
                          <a:gd name="connsiteX8" fmla="*/ 84296 w 108552"/>
                          <a:gd name="connsiteY8" fmla="*/ 69913 h 165607"/>
                          <a:gd name="connsiteX9" fmla="*/ 87249 w 108552"/>
                          <a:gd name="connsiteY9" fmla="*/ 65913 h 165607"/>
                          <a:gd name="connsiteX10" fmla="*/ 101441 w 108552"/>
                          <a:gd name="connsiteY10" fmla="*/ 41529 h 165607"/>
                          <a:gd name="connsiteX11" fmla="*/ 108490 w 108552"/>
                          <a:gd name="connsiteY11" fmla="*/ 10477 h 165607"/>
                          <a:gd name="connsiteX12" fmla="*/ 108395 w 108552"/>
                          <a:gd name="connsiteY12" fmla="*/ 381 h 165607"/>
                          <a:gd name="connsiteX13" fmla="*/ 108299 w 108552"/>
                          <a:gd name="connsiteY13" fmla="*/ 0 h 165607"/>
                          <a:gd name="connsiteX14" fmla="*/ 67246 w 108552"/>
                          <a:gd name="connsiteY14" fmla="*/ 45815 h 165607"/>
                          <a:gd name="connsiteX15" fmla="*/ 48101 w 108552"/>
                          <a:gd name="connsiteY15" fmla="*/ 69818 h 165607"/>
                          <a:gd name="connsiteX16" fmla="*/ 33338 w 108552"/>
                          <a:gd name="connsiteY16" fmla="*/ 94488 h 1656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08552" h="165607">
                            <a:moveTo>
                              <a:pt x="33338" y="94488"/>
                            </a:moveTo>
                            <a:cubicBezTo>
                              <a:pt x="21907" y="118300"/>
                              <a:pt x="14573" y="145733"/>
                              <a:pt x="0" y="165545"/>
                            </a:cubicBezTo>
                            <a:cubicBezTo>
                              <a:pt x="3334" y="165830"/>
                              <a:pt x="6668" y="165163"/>
                              <a:pt x="9334" y="163259"/>
                            </a:cubicBezTo>
                            <a:cubicBezTo>
                              <a:pt x="12478" y="160972"/>
                              <a:pt x="15716" y="158687"/>
                              <a:pt x="18574" y="156400"/>
                            </a:cubicBezTo>
                            <a:cubicBezTo>
                              <a:pt x="27051" y="149733"/>
                              <a:pt x="34385" y="142684"/>
                              <a:pt x="40957" y="134112"/>
                            </a:cubicBezTo>
                            <a:cubicBezTo>
                              <a:pt x="45148" y="128492"/>
                              <a:pt x="49053" y="122301"/>
                              <a:pt x="53149" y="114967"/>
                            </a:cubicBezTo>
                            <a:cubicBezTo>
                              <a:pt x="54483" y="112776"/>
                              <a:pt x="55721" y="110014"/>
                              <a:pt x="57531" y="107251"/>
                            </a:cubicBezTo>
                            <a:cubicBezTo>
                              <a:pt x="60674" y="101632"/>
                              <a:pt x="64865" y="95345"/>
                              <a:pt x="69342" y="89345"/>
                            </a:cubicBezTo>
                            <a:cubicBezTo>
                              <a:pt x="74866" y="82201"/>
                              <a:pt x="80105" y="75343"/>
                              <a:pt x="84296" y="69913"/>
                            </a:cubicBezTo>
                            <a:cubicBezTo>
                              <a:pt x="85344" y="68485"/>
                              <a:pt x="86392" y="67151"/>
                              <a:pt x="87249" y="65913"/>
                            </a:cubicBezTo>
                            <a:cubicBezTo>
                              <a:pt x="93536" y="57341"/>
                              <a:pt x="98107" y="49339"/>
                              <a:pt x="101441" y="41529"/>
                            </a:cubicBezTo>
                            <a:cubicBezTo>
                              <a:pt x="105918" y="30861"/>
                              <a:pt x="107823" y="20764"/>
                              <a:pt x="108490" y="10477"/>
                            </a:cubicBezTo>
                            <a:cubicBezTo>
                              <a:pt x="108585" y="7144"/>
                              <a:pt x="108585" y="3715"/>
                              <a:pt x="108395" y="381"/>
                            </a:cubicBezTo>
                            <a:lnTo>
                              <a:pt x="108299" y="0"/>
                            </a:lnTo>
                            <a:cubicBezTo>
                              <a:pt x="94297" y="14668"/>
                              <a:pt x="80391" y="30004"/>
                              <a:pt x="67246" y="45815"/>
                            </a:cubicBezTo>
                            <a:cubicBezTo>
                              <a:pt x="60674" y="53721"/>
                              <a:pt x="54197" y="61722"/>
                              <a:pt x="48101" y="69818"/>
                            </a:cubicBezTo>
                            <a:cubicBezTo>
                              <a:pt x="42481" y="77724"/>
                              <a:pt x="37147" y="85820"/>
                              <a:pt x="33338" y="9448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16" name="Forme libre : forme 11215">
                        <a:extLst>
                          <a:ext uri="{FF2B5EF4-FFF2-40B4-BE49-F238E27FC236}">
                            <a16:creationId xmlns:a16="http://schemas.microsoft.com/office/drawing/2014/main" id="{7D5B2B7B-9A8D-4C2B-ABEE-8E44E9B1E9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29565" y="1865649"/>
                        <a:ext cx="62230" cy="77223"/>
                      </a:xfrm>
                      <a:custGeom>
                        <a:avLst/>
                        <a:gdLst>
                          <a:gd name="connsiteX0" fmla="*/ 60626 w 62230"/>
                          <a:gd name="connsiteY0" fmla="*/ 965 h 77223"/>
                          <a:gd name="connsiteX1" fmla="*/ 38528 w 62230"/>
                          <a:gd name="connsiteY1" fmla="*/ 46875 h 77223"/>
                          <a:gd name="connsiteX2" fmla="*/ 21383 w 62230"/>
                          <a:gd name="connsiteY2" fmla="*/ 66402 h 77223"/>
                          <a:gd name="connsiteX3" fmla="*/ 3476 w 62230"/>
                          <a:gd name="connsiteY3" fmla="*/ 76784 h 77223"/>
                          <a:gd name="connsiteX4" fmla="*/ 3476 w 62230"/>
                          <a:gd name="connsiteY4" fmla="*/ 55639 h 77223"/>
                          <a:gd name="connsiteX5" fmla="*/ 19001 w 62230"/>
                          <a:gd name="connsiteY5" fmla="*/ 31636 h 77223"/>
                          <a:gd name="connsiteX6" fmla="*/ 60626 w 62230"/>
                          <a:gd name="connsiteY6" fmla="*/ 965 h 772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2230" h="77223">
                            <a:moveTo>
                              <a:pt x="60626" y="965"/>
                            </a:moveTo>
                            <a:cubicBezTo>
                              <a:pt x="68341" y="7252"/>
                              <a:pt x="46147" y="36970"/>
                              <a:pt x="38528" y="46875"/>
                            </a:cubicBezTo>
                            <a:cubicBezTo>
                              <a:pt x="34432" y="52019"/>
                              <a:pt x="27860" y="59544"/>
                              <a:pt x="21383" y="66402"/>
                            </a:cubicBezTo>
                            <a:cubicBezTo>
                              <a:pt x="14906" y="73165"/>
                              <a:pt x="8524" y="78879"/>
                              <a:pt x="3476" y="76784"/>
                            </a:cubicBezTo>
                            <a:cubicBezTo>
                              <a:pt x="-1668" y="74593"/>
                              <a:pt x="-620" y="65449"/>
                              <a:pt x="3476" y="55639"/>
                            </a:cubicBezTo>
                            <a:cubicBezTo>
                              <a:pt x="7571" y="45923"/>
                              <a:pt x="15191" y="35827"/>
                              <a:pt x="19001" y="31636"/>
                            </a:cubicBezTo>
                            <a:cubicBezTo>
                              <a:pt x="26621" y="22396"/>
                              <a:pt x="52529" y="-5512"/>
                              <a:pt x="60626" y="96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17" name="Forme libre : forme 11216">
                        <a:extLst>
                          <a:ext uri="{FF2B5EF4-FFF2-40B4-BE49-F238E27FC236}">
                            <a16:creationId xmlns:a16="http://schemas.microsoft.com/office/drawing/2014/main" id="{591C6B7E-4C89-44AB-B277-78127375A7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29431" y="1895475"/>
                        <a:ext cx="50568" cy="47492"/>
                      </a:xfrm>
                      <a:custGeom>
                        <a:avLst/>
                        <a:gdLst>
                          <a:gd name="connsiteX0" fmla="*/ 4753 w 50568"/>
                          <a:gd name="connsiteY0" fmla="*/ 24193 h 47492"/>
                          <a:gd name="connsiteX1" fmla="*/ 466 w 50568"/>
                          <a:gd name="connsiteY1" fmla="*/ 37814 h 47492"/>
                          <a:gd name="connsiteX2" fmla="*/ 3419 w 50568"/>
                          <a:gd name="connsiteY2" fmla="*/ 47434 h 47492"/>
                          <a:gd name="connsiteX3" fmla="*/ 21517 w 50568"/>
                          <a:gd name="connsiteY3" fmla="*/ 36576 h 47492"/>
                          <a:gd name="connsiteX4" fmla="*/ 39138 w 50568"/>
                          <a:gd name="connsiteY4" fmla="*/ 16669 h 47492"/>
                          <a:gd name="connsiteX5" fmla="*/ 50568 w 50568"/>
                          <a:gd name="connsiteY5" fmla="*/ 0 h 47492"/>
                          <a:gd name="connsiteX6" fmla="*/ 43138 w 50568"/>
                          <a:gd name="connsiteY6" fmla="*/ 7906 h 47492"/>
                          <a:gd name="connsiteX7" fmla="*/ 23041 w 50568"/>
                          <a:gd name="connsiteY7" fmla="*/ 21622 h 47492"/>
                          <a:gd name="connsiteX8" fmla="*/ 4753 w 50568"/>
                          <a:gd name="connsiteY8" fmla="*/ 24193 h 474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0568" h="47492">
                            <a:moveTo>
                              <a:pt x="4753" y="24193"/>
                            </a:moveTo>
                            <a:cubicBezTo>
                              <a:pt x="3705" y="27242"/>
                              <a:pt x="1609" y="32957"/>
                              <a:pt x="466" y="37814"/>
                            </a:cubicBezTo>
                            <a:cubicBezTo>
                              <a:pt x="-486" y="42767"/>
                              <a:pt x="-200" y="46958"/>
                              <a:pt x="3419" y="47434"/>
                            </a:cubicBezTo>
                            <a:cubicBezTo>
                              <a:pt x="9135" y="48101"/>
                              <a:pt x="15325" y="42958"/>
                              <a:pt x="21517" y="36576"/>
                            </a:cubicBezTo>
                            <a:cubicBezTo>
                              <a:pt x="27803" y="30099"/>
                              <a:pt x="33804" y="22955"/>
                              <a:pt x="39138" y="16669"/>
                            </a:cubicBezTo>
                            <a:cubicBezTo>
                              <a:pt x="41995" y="13049"/>
                              <a:pt x="47901" y="4572"/>
                              <a:pt x="50568" y="0"/>
                            </a:cubicBezTo>
                            <a:cubicBezTo>
                              <a:pt x="48568" y="2191"/>
                              <a:pt x="45425" y="6096"/>
                              <a:pt x="43138" y="7906"/>
                            </a:cubicBezTo>
                            <a:cubicBezTo>
                              <a:pt x="36757" y="12954"/>
                              <a:pt x="29518" y="18288"/>
                              <a:pt x="23041" y="21622"/>
                            </a:cubicBezTo>
                            <a:cubicBezTo>
                              <a:pt x="16278" y="24955"/>
                              <a:pt x="10182" y="27051"/>
                              <a:pt x="4753" y="24193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18" name="Forme libre : forme 11217">
                        <a:extLst>
                          <a:ext uri="{FF2B5EF4-FFF2-40B4-BE49-F238E27FC236}">
                            <a16:creationId xmlns:a16="http://schemas.microsoft.com/office/drawing/2014/main" id="{45C2AF6C-B6B8-456C-918A-3457623A69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34284" y="1862791"/>
                        <a:ext cx="62130" cy="76878"/>
                      </a:xfrm>
                      <a:custGeom>
                        <a:avLst/>
                        <a:gdLst>
                          <a:gd name="connsiteX0" fmla="*/ 61146 w 62130"/>
                          <a:gd name="connsiteY0" fmla="*/ 1632 h 76878"/>
                          <a:gd name="connsiteX1" fmla="*/ 38952 w 62130"/>
                          <a:gd name="connsiteY1" fmla="*/ 48113 h 76878"/>
                          <a:gd name="connsiteX2" fmla="*/ 30952 w 62130"/>
                          <a:gd name="connsiteY2" fmla="*/ 57543 h 76878"/>
                          <a:gd name="connsiteX3" fmla="*/ 21617 w 62130"/>
                          <a:gd name="connsiteY3" fmla="*/ 67259 h 76878"/>
                          <a:gd name="connsiteX4" fmla="*/ 3424 w 62130"/>
                          <a:gd name="connsiteY4" fmla="*/ 76403 h 76878"/>
                          <a:gd name="connsiteX5" fmla="*/ 3996 w 62130"/>
                          <a:gd name="connsiteY5" fmla="*/ 55638 h 76878"/>
                          <a:gd name="connsiteX6" fmla="*/ 19521 w 62130"/>
                          <a:gd name="connsiteY6" fmla="*/ 32397 h 76878"/>
                          <a:gd name="connsiteX7" fmla="*/ 61146 w 62130"/>
                          <a:gd name="connsiteY7" fmla="*/ 1632 h 768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2130" h="76878">
                            <a:moveTo>
                              <a:pt x="61146" y="1632"/>
                            </a:moveTo>
                            <a:cubicBezTo>
                              <a:pt x="66766" y="10490"/>
                              <a:pt x="46858" y="37350"/>
                              <a:pt x="38952" y="48113"/>
                            </a:cubicBezTo>
                            <a:cubicBezTo>
                              <a:pt x="37048" y="50780"/>
                              <a:pt x="34000" y="54209"/>
                              <a:pt x="30952" y="57543"/>
                            </a:cubicBezTo>
                            <a:cubicBezTo>
                              <a:pt x="28094" y="60877"/>
                              <a:pt x="24665" y="64116"/>
                              <a:pt x="21617" y="67259"/>
                            </a:cubicBezTo>
                            <a:cubicBezTo>
                              <a:pt x="15045" y="73355"/>
                              <a:pt x="8758" y="78498"/>
                              <a:pt x="3424" y="76403"/>
                            </a:cubicBezTo>
                            <a:cubicBezTo>
                              <a:pt x="-1814" y="74498"/>
                              <a:pt x="-576" y="65259"/>
                              <a:pt x="3996" y="55638"/>
                            </a:cubicBezTo>
                            <a:cubicBezTo>
                              <a:pt x="8473" y="45923"/>
                              <a:pt x="16188" y="36588"/>
                              <a:pt x="19521" y="32397"/>
                            </a:cubicBezTo>
                            <a:cubicBezTo>
                              <a:pt x="26379" y="23730"/>
                              <a:pt x="55336" y="-7417"/>
                              <a:pt x="61146" y="163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19" name="Forme libre : forme 11218">
                        <a:extLst>
                          <a:ext uri="{FF2B5EF4-FFF2-40B4-BE49-F238E27FC236}">
                            <a16:creationId xmlns:a16="http://schemas.microsoft.com/office/drawing/2014/main" id="{E9204463-180F-440C-88E1-74298524C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04916" y="1891294"/>
                        <a:ext cx="84652" cy="92970"/>
                      </a:xfrm>
                      <a:custGeom>
                        <a:avLst/>
                        <a:gdLst>
                          <a:gd name="connsiteX0" fmla="*/ 14122 w 84652"/>
                          <a:gd name="connsiteY0" fmla="*/ 92858 h 92970"/>
                          <a:gd name="connsiteX1" fmla="*/ 28981 w 84652"/>
                          <a:gd name="connsiteY1" fmla="*/ 84762 h 92970"/>
                          <a:gd name="connsiteX2" fmla="*/ 58890 w 84652"/>
                          <a:gd name="connsiteY2" fmla="*/ 55616 h 92970"/>
                          <a:gd name="connsiteX3" fmla="*/ 70606 w 84652"/>
                          <a:gd name="connsiteY3" fmla="*/ 39709 h 92970"/>
                          <a:gd name="connsiteX4" fmla="*/ 76321 w 84652"/>
                          <a:gd name="connsiteY4" fmla="*/ 30565 h 92970"/>
                          <a:gd name="connsiteX5" fmla="*/ 81083 w 84652"/>
                          <a:gd name="connsiteY5" fmla="*/ 21230 h 92970"/>
                          <a:gd name="connsiteX6" fmla="*/ 80607 w 84652"/>
                          <a:gd name="connsiteY6" fmla="*/ 180 h 92970"/>
                          <a:gd name="connsiteX7" fmla="*/ 66796 w 84652"/>
                          <a:gd name="connsiteY7" fmla="*/ 7800 h 92970"/>
                          <a:gd name="connsiteX8" fmla="*/ 31173 w 84652"/>
                          <a:gd name="connsiteY8" fmla="*/ 31803 h 92970"/>
                          <a:gd name="connsiteX9" fmla="*/ 1073 w 84652"/>
                          <a:gd name="connsiteY9" fmla="*/ 65426 h 92970"/>
                          <a:gd name="connsiteX10" fmla="*/ 14122 w 84652"/>
                          <a:gd name="connsiteY10" fmla="*/ 92858 h 929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4652" h="92970">
                            <a:moveTo>
                              <a:pt x="14122" y="92858"/>
                            </a:moveTo>
                            <a:cubicBezTo>
                              <a:pt x="20885" y="92001"/>
                              <a:pt x="23171" y="90096"/>
                              <a:pt x="28981" y="84762"/>
                            </a:cubicBezTo>
                            <a:cubicBezTo>
                              <a:pt x="40031" y="74761"/>
                              <a:pt x="49080" y="67808"/>
                              <a:pt x="58890" y="55616"/>
                            </a:cubicBezTo>
                            <a:cubicBezTo>
                              <a:pt x="62890" y="50472"/>
                              <a:pt x="66891" y="45138"/>
                              <a:pt x="70606" y="39709"/>
                            </a:cubicBezTo>
                            <a:cubicBezTo>
                              <a:pt x="72130" y="37137"/>
                              <a:pt x="74511" y="33708"/>
                              <a:pt x="76321" y="30565"/>
                            </a:cubicBezTo>
                            <a:cubicBezTo>
                              <a:pt x="78131" y="27422"/>
                              <a:pt x="79750" y="24278"/>
                              <a:pt x="81083" y="21230"/>
                            </a:cubicBezTo>
                            <a:cubicBezTo>
                              <a:pt x="84894" y="12182"/>
                              <a:pt x="86894" y="2180"/>
                              <a:pt x="80607" y="180"/>
                            </a:cubicBezTo>
                            <a:cubicBezTo>
                              <a:pt x="76797" y="-1058"/>
                              <a:pt x="71749" y="4371"/>
                              <a:pt x="66796" y="7800"/>
                            </a:cubicBezTo>
                            <a:cubicBezTo>
                              <a:pt x="54985" y="16087"/>
                              <a:pt x="44031" y="23612"/>
                              <a:pt x="31173" y="31803"/>
                            </a:cubicBezTo>
                            <a:cubicBezTo>
                              <a:pt x="20314" y="38566"/>
                              <a:pt x="5740" y="47043"/>
                              <a:pt x="1073" y="65426"/>
                            </a:cubicBezTo>
                            <a:cubicBezTo>
                              <a:pt x="-2927" y="81905"/>
                              <a:pt x="4883" y="94287"/>
                              <a:pt x="14122" y="9285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20" name="Forme libre : forme 11219">
                        <a:extLst>
                          <a:ext uri="{FF2B5EF4-FFF2-40B4-BE49-F238E27FC236}">
                            <a16:creationId xmlns:a16="http://schemas.microsoft.com/office/drawing/2014/main" id="{ED49B067-7E3C-44CC-A653-0A49B74009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4027" y="1917988"/>
                        <a:ext cx="14872" cy="40695"/>
                      </a:xfrm>
                      <a:custGeom>
                        <a:avLst/>
                        <a:gdLst>
                          <a:gd name="connsiteX0" fmla="*/ 59 w 14872"/>
                          <a:gd name="connsiteY0" fmla="*/ 35875 h 40695"/>
                          <a:gd name="connsiteX1" fmla="*/ 1202 w 14872"/>
                          <a:gd name="connsiteY1" fmla="*/ 40352 h 40695"/>
                          <a:gd name="connsiteX2" fmla="*/ 4440 w 14872"/>
                          <a:gd name="connsiteY2" fmla="*/ 38352 h 40695"/>
                          <a:gd name="connsiteX3" fmla="*/ 7203 w 14872"/>
                          <a:gd name="connsiteY3" fmla="*/ 31589 h 40695"/>
                          <a:gd name="connsiteX4" fmla="*/ 12918 w 14872"/>
                          <a:gd name="connsiteY4" fmla="*/ 14253 h 40695"/>
                          <a:gd name="connsiteX5" fmla="*/ 14727 w 14872"/>
                          <a:gd name="connsiteY5" fmla="*/ 7776 h 40695"/>
                          <a:gd name="connsiteX6" fmla="*/ 5393 w 14872"/>
                          <a:gd name="connsiteY6" fmla="*/ 7205 h 40695"/>
                          <a:gd name="connsiteX7" fmla="*/ 59 w 14872"/>
                          <a:gd name="connsiteY7" fmla="*/ 35875 h 406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4872" h="40695">
                            <a:moveTo>
                              <a:pt x="59" y="35875"/>
                            </a:moveTo>
                            <a:cubicBezTo>
                              <a:pt x="154" y="37971"/>
                              <a:pt x="249" y="39399"/>
                              <a:pt x="1202" y="40352"/>
                            </a:cubicBezTo>
                            <a:cubicBezTo>
                              <a:pt x="2154" y="41304"/>
                              <a:pt x="3393" y="40161"/>
                              <a:pt x="4440" y="38352"/>
                            </a:cubicBezTo>
                            <a:cubicBezTo>
                              <a:pt x="5393" y="36542"/>
                              <a:pt x="6536" y="33780"/>
                              <a:pt x="7203" y="31589"/>
                            </a:cubicBezTo>
                            <a:cubicBezTo>
                              <a:pt x="8917" y="25874"/>
                              <a:pt x="11203" y="19873"/>
                              <a:pt x="12918" y="14253"/>
                            </a:cubicBezTo>
                            <a:cubicBezTo>
                              <a:pt x="13680" y="11967"/>
                              <a:pt x="14537" y="9872"/>
                              <a:pt x="14727" y="7776"/>
                            </a:cubicBezTo>
                            <a:cubicBezTo>
                              <a:pt x="15775" y="-891"/>
                              <a:pt x="11012" y="-3939"/>
                              <a:pt x="5393" y="7205"/>
                            </a:cubicBezTo>
                            <a:cubicBezTo>
                              <a:pt x="1107" y="15873"/>
                              <a:pt x="-322" y="27588"/>
                              <a:pt x="59" y="3587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21" name="Forme libre : forme 11220">
                        <a:extLst>
                          <a:ext uri="{FF2B5EF4-FFF2-40B4-BE49-F238E27FC236}">
                            <a16:creationId xmlns:a16="http://schemas.microsoft.com/office/drawing/2014/main" id="{37416D2A-EACE-4A8C-B654-3DF4E0D64F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99811" y="1845373"/>
                        <a:ext cx="17965" cy="62579"/>
                      </a:xfrm>
                      <a:custGeom>
                        <a:avLst/>
                        <a:gdLst>
                          <a:gd name="connsiteX0" fmla="*/ 17050 w 17965"/>
                          <a:gd name="connsiteY0" fmla="*/ 0 h 62579"/>
                          <a:gd name="connsiteX1" fmla="*/ 0 w 17965"/>
                          <a:gd name="connsiteY1" fmla="*/ 62579 h 62579"/>
                          <a:gd name="connsiteX2" fmla="*/ 17050 w 17965"/>
                          <a:gd name="connsiteY2" fmla="*/ 0 h 625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7965" h="62579">
                            <a:moveTo>
                              <a:pt x="17050" y="0"/>
                            </a:moveTo>
                            <a:cubicBezTo>
                              <a:pt x="21621" y="15716"/>
                              <a:pt x="8001" y="44482"/>
                              <a:pt x="0" y="62579"/>
                            </a:cubicBezTo>
                            <a:cubicBezTo>
                              <a:pt x="8858" y="42958"/>
                              <a:pt x="14573" y="18478"/>
                              <a:pt x="1705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22" name="Forme libre : forme 11221">
                        <a:extLst>
                          <a:ext uri="{FF2B5EF4-FFF2-40B4-BE49-F238E27FC236}">
                            <a16:creationId xmlns:a16="http://schemas.microsoft.com/office/drawing/2014/main" id="{1D254ED4-1ED6-45A0-A7CA-48AEEC8662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3858" y="1924430"/>
                        <a:ext cx="8893" cy="78009"/>
                      </a:xfrm>
                      <a:custGeom>
                        <a:avLst/>
                        <a:gdLst>
                          <a:gd name="connsiteX0" fmla="*/ 7559 w 8893"/>
                          <a:gd name="connsiteY0" fmla="*/ 0 h 78009"/>
                          <a:gd name="connsiteX1" fmla="*/ 225 w 8893"/>
                          <a:gd name="connsiteY1" fmla="*/ 42958 h 78009"/>
                          <a:gd name="connsiteX2" fmla="*/ 8893 w 8893"/>
                          <a:gd name="connsiteY2" fmla="*/ 78010 h 78009"/>
                          <a:gd name="connsiteX3" fmla="*/ 1559 w 8893"/>
                          <a:gd name="connsiteY3" fmla="*/ 42386 h 78009"/>
                          <a:gd name="connsiteX4" fmla="*/ 7559 w 8893"/>
                          <a:gd name="connsiteY4" fmla="*/ 0 h 780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93" h="78009">
                            <a:moveTo>
                              <a:pt x="7559" y="0"/>
                            </a:moveTo>
                            <a:cubicBezTo>
                              <a:pt x="1273" y="14573"/>
                              <a:pt x="-727" y="29623"/>
                              <a:pt x="225" y="42958"/>
                            </a:cubicBezTo>
                            <a:cubicBezTo>
                              <a:pt x="1178" y="56293"/>
                              <a:pt x="4607" y="68104"/>
                              <a:pt x="8893" y="78010"/>
                            </a:cubicBezTo>
                            <a:cubicBezTo>
                              <a:pt x="4511" y="68961"/>
                              <a:pt x="1845" y="56388"/>
                              <a:pt x="1559" y="42386"/>
                            </a:cubicBezTo>
                            <a:cubicBezTo>
                              <a:pt x="1273" y="28385"/>
                              <a:pt x="3559" y="13049"/>
                              <a:pt x="7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23" name="Forme libre : forme 11222">
                        <a:extLst>
                          <a:ext uri="{FF2B5EF4-FFF2-40B4-BE49-F238E27FC236}">
                            <a16:creationId xmlns:a16="http://schemas.microsoft.com/office/drawing/2014/main" id="{3D0E22E8-FB3F-4EFF-A89B-156BB2DF79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47885" y="1880252"/>
                        <a:ext cx="25725" cy="26469"/>
                      </a:xfrm>
                      <a:custGeom>
                        <a:avLst/>
                        <a:gdLst>
                          <a:gd name="connsiteX0" fmla="*/ 25636 w 25725"/>
                          <a:gd name="connsiteY0" fmla="*/ 1030 h 26469"/>
                          <a:gd name="connsiteX1" fmla="*/ 13539 w 25725"/>
                          <a:gd name="connsiteY1" fmla="*/ 18080 h 26469"/>
                          <a:gd name="connsiteX2" fmla="*/ 109 w 25725"/>
                          <a:gd name="connsiteY2" fmla="*/ 25319 h 26469"/>
                          <a:gd name="connsiteX3" fmla="*/ 11444 w 25725"/>
                          <a:gd name="connsiteY3" fmla="*/ 9127 h 26469"/>
                          <a:gd name="connsiteX4" fmla="*/ 25636 w 25725"/>
                          <a:gd name="connsiteY4" fmla="*/ 1030 h 26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725" h="26469">
                            <a:moveTo>
                              <a:pt x="25636" y="1030"/>
                            </a:moveTo>
                            <a:cubicBezTo>
                              <a:pt x="26779" y="5031"/>
                              <a:pt x="16587" y="14937"/>
                              <a:pt x="13539" y="18080"/>
                            </a:cubicBezTo>
                            <a:cubicBezTo>
                              <a:pt x="10396" y="21128"/>
                              <a:pt x="1348" y="29510"/>
                              <a:pt x="109" y="25319"/>
                            </a:cubicBezTo>
                            <a:cubicBezTo>
                              <a:pt x="-1129" y="20938"/>
                              <a:pt x="8491" y="11984"/>
                              <a:pt x="11444" y="9127"/>
                            </a:cubicBezTo>
                            <a:cubicBezTo>
                              <a:pt x="14397" y="6174"/>
                              <a:pt x="24493" y="-3065"/>
                              <a:pt x="25636" y="103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24" name="Forme libre : forme 11223">
                        <a:extLst>
                          <a:ext uri="{FF2B5EF4-FFF2-40B4-BE49-F238E27FC236}">
                            <a16:creationId xmlns:a16="http://schemas.microsoft.com/office/drawing/2014/main" id="{6C7E6938-A033-4E66-B404-6E7707DA12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69472" y="1876340"/>
                        <a:ext cx="7350" cy="7819"/>
                      </a:xfrm>
                      <a:custGeom>
                        <a:avLst/>
                        <a:gdLst>
                          <a:gd name="connsiteX0" fmla="*/ 6907 w 7350"/>
                          <a:gd name="connsiteY0" fmla="*/ 84 h 7819"/>
                          <a:gd name="connsiteX1" fmla="*/ 5193 w 7350"/>
                          <a:gd name="connsiteY1" fmla="*/ 4656 h 7819"/>
                          <a:gd name="connsiteX2" fmla="*/ 430 w 7350"/>
                          <a:gd name="connsiteY2" fmla="*/ 7704 h 7819"/>
                          <a:gd name="connsiteX3" fmla="*/ 2049 w 7350"/>
                          <a:gd name="connsiteY3" fmla="*/ 3228 h 7819"/>
                          <a:gd name="connsiteX4" fmla="*/ 6907 w 7350"/>
                          <a:gd name="connsiteY4" fmla="*/ 84 h 78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350" h="7819">
                            <a:moveTo>
                              <a:pt x="6907" y="84"/>
                            </a:moveTo>
                            <a:cubicBezTo>
                              <a:pt x="8241" y="751"/>
                              <a:pt x="6240" y="3418"/>
                              <a:pt x="5193" y="4656"/>
                            </a:cubicBezTo>
                            <a:cubicBezTo>
                              <a:pt x="4145" y="5990"/>
                              <a:pt x="1764" y="8371"/>
                              <a:pt x="430" y="7704"/>
                            </a:cubicBezTo>
                            <a:cubicBezTo>
                              <a:pt x="-808" y="7038"/>
                              <a:pt x="906" y="4466"/>
                              <a:pt x="2049" y="3228"/>
                            </a:cubicBezTo>
                            <a:cubicBezTo>
                              <a:pt x="3097" y="1989"/>
                              <a:pt x="5574" y="-487"/>
                              <a:pt x="6907" y="8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25" name="Forme libre : forme 11224">
                        <a:extLst>
                          <a:ext uri="{FF2B5EF4-FFF2-40B4-BE49-F238E27FC236}">
                            <a16:creationId xmlns:a16="http://schemas.microsoft.com/office/drawing/2014/main" id="{E5C6DC67-66E6-475C-8B72-4067E2A6A2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31145" y="1842511"/>
                        <a:ext cx="78465" cy="51586"/>
                      </a:xfrm>
                      <a:custGeom>
                        <a:avLst/>
                        <a:gdLst>
                          <a:gd name="connsiteX0" fmla="*/ 50664 w 78465"/>
                          <a:gd name="connsiteY0" fmla="*/ 6005 h 51586"/>
                          <a:gd name="connsiteX1" fmla="*/ 76096 w 78465"/>
                          <a:gd name="connsiteY1" fmla="*/ 100 h 51586"/>
                          <a:gd name="connsiteX2" fmla="*/ 76191 w 78465"/>
                          <a:gd name="connsiteY2" fmla="*/ 8482 h 51586"/>
                          <a:gd name="connsiteX3" fmla="*/ 66571 w 78465"/>
                          <a:gd name="connsiteY3" fmla="*/ 13911 h 51586"/>
                          <a:gd name="connsiteX4" fmla="*/ 36186 w 78465"/>
                          <a:gd name="connsiteY4" fmla="*/ 28675 h 51586"/>
                          <a:gd name="connsiteX5" fmla="*/ 86 w 78465"/>
                          <a:gd name="connsiteY5" fmla="*/ 49439 h 51586"/>
                          <a:gd name="connsiteX6" fmla="*/ 28852 w 78465"/>
                          <a:gd name="connsiteY6" fmla="*/ 14101 h 51586"/>
                          <a:gd name="connsiteX7" fmla="*/ 50664 w 78465"/>
                          <a:gd name="connsiteY7" fmla="*/ 6005 h 51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8465" h="51586">
                            <a:moveTo>
                              <a:pt x="50664" y="6005"/>
                            </a:moveTo>
                            <a:cubicBezTo>
                              <a:pt x="60380" y="2195"/>
                              <a:pt x="67428" y="-567"/>
                              <a:pt x="76096" y="100"/>
                            </a:cubicBezTo>
                            <a:cubicBezTo>
                              <a:pt x="79239" y="385"/>
                              <a:pt x="79239" y="5053"/>
                              <a:pt x="76191" y="8482"/>
                            </a:cubicBezTo>
                            <a:cubicBezTo>
                              <a:pt x="73143" y="11911"/>
                              <a:pt x="69999" y="12863"/>
                              <a:pt x="66571" y="13911"/>
                            </a:cubicBezTo>
                            <a:cubicBezTo>
                              <a:pt x="56189" y="17245"/>
                              <a:pt x="46568" y="22483"/>
                              <a:pt x="36186" y="28675"/>
                            </a:cubicBezTo>
                            <a:cubicBezTo>
                              <a:pt x="29613" y="32485"/>
                              <a:pt x="1801" y="59250"/>
                              <a:pt x="86" y="49439"/>
                            </a:cubicBezTo>
                            <a:cubicBezTo>
                              <a:pt x="-1533" y="38962"/>
                              <a:pt x="20088" y="19340"/>
                              <a:pt x="28852" y="14101"/>
                            </a:cubicBezTo>
                            <a:cubicBezTo>
                              <a:pt x="37519" y="8767"/>
                              <a:pt x="43425" y="8958"/>
                              <a:pt x="50664" y="600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62" name="Graphique 1">
                      <a:extLst>
                        <a:ext uri="{FF2B5EF4-FFF2-40B4-BE49-F238E27FC236}">
                          <a16:creationId xmlns:a16="http://schemas.microsoft.com/office/drawing/2014/main" id="{B7BA2E02-BF95-4D91-B38F-490849131E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11281" y="1702992"/>
                      <a:ext cx="172377" cy="138003"/>
                      <a:chOff x="7611281" y="1702992"/>
                      <a:chExt cx="172377" cy="138003"/>
                    </a:xfrm>
                    <a:solidFill>
                      <a:schemeClr val="accent1"/>
                    </a:solidFill>
                  </p:grpSpPr>
                  <p:sp>
                    <p:nvSpPr>
                      <p:cNvPr id="11202" name="Forme libre : forme 11201">
                        <a:extLst>
                          <a:ext uri="{FF2B5EF4-FFF2-40B4-BE49-F238E27FC236}">
                            <a16:creationId xmlns:a16="http://schemas.microsoft.com/office/drawing/2014/main" id="{73F94BDC-AA01-4AB1-875C-5392AC1E70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11281" y="1702992"/>
                        <a:ext cx="172377" cy="137907"/>
                      </a:xfrm>
                      <a:custGeom>
                        <a:avLst/>
                        <a:gdLst>
                          <a:gd name="connsiteX0" fmla="*/ 131690 w 172377"/>
                          <a:gd name="connsiteY0" fmla="*/ 75325 h 137907"/>
                          <a:gd name="connsiteX1" fmla="*/ 80732 w 172377"/>
                          <a:gd name="connsiteY1" fmla="*/ 115044 h 137907"/>
                          <a:gd name="connsiteX2" fmla="*/ 14628 w 172377"/>
                          <a:gd name="connsiteY2" fmla="*/ 137904 h 137907"/>
                          <a:gd name="connsiteX3" fmla="*/ 55 w 172377"/>
                          <a:gd name="connsiteY3" fmla="*/ 122093 h 137907"/>
                          <a:gd name="connsiteX4" fmla="*/ 32630 w 172377"/>
                          <a:gd name="connsiteY4" fmla="*/ 56942 h 137907"/>
                          <a:gd name="connsiteX5" fmla="*/ 87304 w 172377"/>
                          <a:gd name="connsiteY5" fmla="*/ 14365 h 137907"/>
                          <a:gd name="connsiteX6" fmla="*/ 127118 w 172377"/>
                          <a:gd name="connsiteY6" fmla="*/ 268 h 137907"/>
                          <a:gd name="connsiteX7" fmla="*/ 161789 w 172377"/>
                          <a:gd name="connsiteY7" fmla="*/ 5316 h 137907"/>
                          <a:gd name="connsiteX8" fmla="*/ 171505 w 172377"/>
                          <a:gd name="connsiteY8" fmla="*/ 24080 h 137907"/>
                          <a:gd name="connsiteX9" fmla="*/ 131690 w 172377"/>
                          <a:gd name="connsiteY9" fmla="*/ 75325 h 1379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72377" h="137907">
                            <a:moveTo>
                              <a:pt x="131690" y="75325"/>
                            </a:moveTo>
                            <a:cubicBezTo>
                              <a:pt x="119784" y="84088"/>
                              <a:pt x="93590" y="104757"/>
                              <a:pt x="80732" y="115044"/>
                            </a:cubicBezTo>
                            <a:cubicBezTo>
                              <a:pt x="56633" y="133904"/>
                              <a:pt x="37869" y="137618"/>
                              <a:pt x="14628" y="137904"/>
                            </a:cubicBezTo>
                            <a:cubicBezTo>
                              <a:pt x="6627" y="138095"/>
                              <a:pt x="-707" y="129998"/>
                              <a:pt x="55" y="122093"/>
                            </a:cubicBezTo>
                            <a:cubicBezTo>
                              <a:pt x="2341" y="99233"/>
                              <a:pt x="9961" y="78944"/>
                              <a:pt x="32630" y="56942"/>
                            </a:cubicBezTo>
                            <a:cubicBezTo>
                              <a:pt x="44727" y="45131"/>
                              <a:pt x="71683" y="23699"/>
                              <a:pt x="87304" y="14365"/>
                            </a:cubicBezTo>
                            <a:cubicBezTo>
                              <a:pt x="101687" y="5411"/>
                              <a:pt x="114831" y="1220"/>
                              <a:pt x="127118" y="268"/>
                            </a:cubicBezTo>
                            <a:cubicBezTo>
                              <a:pt x="139310" y="-780"/>
                              <a:pt x="150740" y="1316"/>
                              <a:pt x="161789" y="5316"/>
                            </a:cubicBezTo>
                            <a:cubicBezTo>
                              <a:pt x="169600" y="8078"/>
                              <a:pt x="174457" y="17318"/>
                              <a:pt x="171505" y="24080"/>
                            </a:cubicBezTo>
                            <a:cubicBezTo>
                              <a:pt x="163028" y="43607"/>
                              <a:pt x="153788" y="58370"/>
                              <a:pt x="131690" y="7532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03" name="Forme libre : forme 11202">
                        <a:extLst>
                          <a:ext uri="{FF2B5EF4-FFF2-40B4-BE49-F238E27FC236}">
                            <a16:creationId xmlns:a16="http://schemas.microsoft.com/office/drawing/2014/main" id="{1C6BBCBB-8D04-4644-950B-6B228280AD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16860" y="1726787"/>
                        <a:ext cx="166020" cy="114209"/>
                      </a:xfrm>
                      <a:custGeom>
                        <a:avLst/>
                        <a:gdLst>
                          <a:gd name="connsiteX0" fmla="*/ 65437 w 166020"/>
                          <a:gd name="connsiteY0" fmla="*/ 64103 h 114209"/>
                          <a:gd name="connsiteX1" fmla="*/ 0 w 166020"/>
                          <a:gd name="connsiteY1" fmla="*/ 110776 h 114209"/>
                          <a:gd name="connsiteX2" fmla="*/ 8954 w 166020"/>
                          <a:gd name="connsiteY2" fmla="*/ 114205 h 114209"/>
                          <a:gd name="connsiteX3" fmla="*/ 20574 w 166020"/>
                          <a:gd name="connsiteY3" fmla="*/ 113633 h 114209"/>
                          <a:gd name="connsiteX4" fmla="*/ 52768 w 166020"/>
                          <a:gd name="connsiteY4" fmla="*/ 105251 h 114209"/>
                          <a:gd name="connsiteX5" fmla="*/ 74962 w 166020"/>
                          <a:gd name="connsiteY5" fmla="*/ 91250 h 114209"/>
                          <a:gd name="connsiteX6" fmla="*/ 83344 w 166020"/>
                          <a:gd name="connsiteY6" fmla="*/ 84677 h 114209"/>
                          <a:gd name="connsiteX7" fmla="*/ 122301 w 166020"/>
                          <a:gd name="connsiteY7" fmla="*/ 54293 h 114209"/>
                          <a:gd name="connsiteX8" fmla="*/ 126016 w 166020"/>
                          <a:gd name="connsiteY8" fmla="*/ 51530 h 114209"/>
                          <a:gd name="connsiteX9" fmla="*/ 145256 w 166020"/>
                          <a:gd name="connsiteY9" fmla="*/ 34004 h 114209"/>
                          <a:gd name="connsiteX10" fmla="*/ 161734 w 166020"/>
                          <a:gd name="connsiteY10" fmla="*/ 9239 h 114209"/>
                          <a:gd name="connsiteX11" fmla="*/ 165925 w 166020"/>
                          <a:gd name="connsiteY11" fmla="*/ 381 h 114209"/>
                          <a:gd name="connsiteX12" fmla="*/ 166021 w 166020"/>
                          <a:gd name="connsiteY12" fmla="*/ 0 h 114209"/>
                          <a:gd name="connsiteX13" fmla="*/ 65437 w 166020"/>
                          <a:gd name="connsiteY13" fmla="*/ 64103 h 114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66020" h="114209">
                            <a:moveTo>
                              <a:pt x="65437" y="64103"/>
                            </a:moveTo>
                            <a:cubicBezTo>
                              <a:pt x="45339" y="83058"/>
                              <a:pt x="23241" y="103061"/>
                              <a:pt x="0" y="110776"/>
                            </a:cubicBezTo>
                            <a:cubicBezTo>
                              <a:pt x="2572" y="112871"/>
                              <a:pt x="5715" y="114300"/>
                              <a:pt x="8954" y="114205"/>
                            </a:cubicBezTo>
                            <a:cubicBezTo>
                              <a:pt x="12954" y="114110"/>
                              <a:pt x="16859" y="114014"/>
                              <a:pt x="20574" y="113633"/>
                            </a:cubicBezTo>
                            <a:cubicBezTo>
                              <a:pt x="31432" y="112586"/>
                              <a:pt x="41910" y="110395"/>
                              <a:pt x="52768" y="105251"/>
                            </a:cubicBezTo>
                            <a:cubicBezTo>
                              <a:pt x="59817" y="101918"/>
                              <a:pt x="67056" y="97346"/>
                              <a:pt x="74962" y="91250"/>
                            </a:cubicBezTo>
                            <a:cubicBezTo>
                              <a:pt x="77343" y="89345"/>
                              <a:pt x="80200" y="87154"/>
                              <a:pt x="83344" y="84677"/>
                            </a:cubicBezTo>
                            <a:cubicBezTo>
                              <a:pt x="95441" y="74867"/>
                              <a:pt x="111823" y="61913"/>
                              <a:pt x="122301" y="54293"/>
                            </a:cubicBezTo>
                            <a:cubicBezTo>
                              <a:pt x="123634" y="53245"/>
                              <a:pt x="124873" y="52292"/>
                              <a:pt x="126016" y="51530"/>
                            </a:cubicBezTo>
                            <a:cubicBezTo>
                              <a:pt x="133826" y="45434"/>
                              <a:pt x="140113" y="39815"/>
                              <a:pt x="145256" y="34004"/>
                            </a:cubicBezTo>
                            <a:cubicBezTo>
                              <a:pt x="152209" y="26003"/>
                              <a:pt x="157163" y="18002"/>
                              <a:pt x="161734" y="9239"/>
                            </a:cubicBezTo>
                            <a:cubicBezTo>
                              <a:pt x="163163" y="6287"/>
                              <a:pt x="164592" y="3524"/>
                              <a:pt x="165925" y="381"/>
                            </a:cubicBezTo>
                            <a:lnTo>
                              <a:pt x="166021" y="0"/>
                            </a:lnTo>
                            <a:cubicBezTo>
                              <a:pt x="128968" y="12287"/>
                              <a:pt x="94107" y="37052"/>
                              <a:pt x="65437" y="6410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04" name="Forme libre : forme 11203">
                        <a:extLst>
                          <a:ext uri="{FF2B5EF4-FFF2-40B4-BE49-F238E27FC236}">
                            <a16:creationId xmlns:a16="http://schemas.microsoft.com/office/drawing/2014/main" id="{02724F08-1277-4E27-A94E-69F3771AFB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67839" y="1731527"/>
                        <a:ext cx="79610" cy="59454"/>
                      </a:xfrm>
                      <a:custGeom>
                        <a:avLst/>
                        <a:gdLst>
                          <a:gd name="connsiteX0" fmla="*/ 79038 w 79610"/>
                          <a:gd name="connsiteY0" fmla="*/ 2403 h 59454"/>
                          <a:gd name="connsiteX1" fmla="*/ 67322 w 79610"/>
                          <a:gd name="connsiteY1" fmla="*/ 21072 h 59454"/>
                          <a:gd name="connsiteX2" fmla="*/ 45034 w 79610"/>
                          <a:gd name="connsiteY2" fmla="*/ 39551 h 59454"/>
                          <a:gd name="connsiteX3" fmla="*/ 1409 w 79610"/>
                          <a:gd name="connsiteY3" fmla="*/ 57553 h 59454"/>
                          <a:gd name="connsiteX4" fmla="*/ 29984 w 79610"/>
                          <a:gd name="connsiteY4" fmla="*/ 19834 h 59454"/>
                          <a:gd name="connsiteX5" fmla="*/ 55987 w 79610"/>
                          <a:gd name="connsiteY5" fmla="*/ 4785 h 59454"/>
                          <a:gd name="connsiteX6" fmla="*/ 79038 w 79610"/>
                          <a:gd name="connsiteY6" fmla="*/ 2403 h 594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9610" h="59454">
                            <a:moveTo>
                              <a:pt x="79038" y="2403"/>
                            </a:moveTo>
                            <a:cubicBezTo>
                              <a:pt x="81610" y="6880"/>
                              <a:pt x="75133" y="13738"/>
                              <a:pt x="67322" y="21072"/>
                            </a:cubicBezTo>
                            <a:cubicBezTo>
                              <a:pt x="59417" y="28311"/>
                              <a:pt x="49892" y="35741"/>
                              <a:pt x="45034" y="39551"/>
                            </a:cubicBezTo>
                            <a:cubicBezTo>
                              <a:pt x="35128" y="46599"/>
                              <a:pt x="8934" y="65459"/>
                              <a:pt x="1409" y="57553"/>
                            </a:cubicBezTo>
                            <a:cubicBezTo>
                              <a:pt x="-6306" y="49457"/>
                              <a:pt x="19697" y="26406"/>
                              <a:pt x="29984" y="19834"/>
                            </a:cubicBezTo>
                            <a:cubicBezTo>
                              <a:pt x="34842" y="16310"/>
                              <a:pt x="45605" y="9357"/>
                              <a:pt x="55987" y="4785"/>
                            </a:cubicBezTo>
                            <a:cubicBezTo>
                              <a:pt x="66465" y="117"/>
                              <a:pt x="76466" y="-1978"/>
                              <a:pt x="79038" y="240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05" name="Forme libre : forme 11204">
                        <a:extLst>
                          <a:ext uri="{FF2B5EF4-FFF2-40B4-BE49-F238E27FC236}">
                            <a16:creationId xmlns:a16="http://schemas.microsoft.com/office/drawing/2014/main" id="{747B1F90-9602-4291-A35A-3B1BEFF546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67208" y="1758029"/>
                        <a:ext cx="61285" cy="32605"/>
                      </a:xfrm>
                      <a:custGeom>
                        <a:avLst/>
                        <a:gdLst>
                          <a:gd name="connsiteX0" fmla="*/ 11089 w 61285"/>
                          <a:gd name="connsiteY0" fmla="*/ 10382 h 32605"/>
                          <a:gd name="connsiteX1" fmla="*/ 1754 w 61285"/>
                          <a:gd name="connsiteY1" fmla="*/ 31337 h 32605"/>
                          <a:gd name="connsiteX2" fmla="*/ 46140 w 61285"/>
                          <a:gd name="connsiteY2" fmla="*/ 12668 h 32605"/>
                          <a:gd name="connsiteX3" fmla="*/ 61285 w 61285"/>
                          <a:gd name="connsiteY3" fmla="*/ 0 h 32605"/>
                          <a:gd name="connsiteX4" fmla="*/ 52237 w 61285"/>
                          <a:gd name="connsiteY4" fmla="*/ 5429 h 32605"/>
                          <a:gd name="connsiteX5" fmla="*/ 11089 w 61285"/>
                          <a:gd name="connsiteY5" fmla="*/ 10382 h 32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1285" h="32605">
                            <a:moveTo>
                              <a:pt x="11089" y="10382"/>
                            </a:moveTo>
                            <a:cubicBezTo>
                              <a:pt x="7469" y="15621"/>
                              <a:pt x="-4437" y="27622"/>
                              <a:pt x="1754" y="31337"/>
                            </a:cubicBezTo>
                            <a:cubicBezTo>
                              <a:pt x="11755" y="37147"/>
                              <a:pt x="33567" y="21622"/>
                              <a:pt x="46140" y="12668"/>
                            </a:cubicBezTo>
                            <a:cubicBezTo>
                              <a:pt x="49760" y="10001"/>
                              <a:pt x="57571" y="3429"/>
                              <a:pt x="61285" y="0"/>
                            </a:cubicBezTo>
                            <a:cubicBezTo>
                              <a:pt x="58809" y="1524"/>
                              <a:pt x="54808" y="4286"/>
                              <a:pt x="52237" y="5429"/>
                            </a:cubicBezTo>
                            <a:cubicBezTo>
                              <a:pt x="37378" y="11430"/>
                              <a:pt x="19471" y="18955"/>
                              <a:pt x="11089" y="1038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06" name="Forme libre : forme 11205">
                        <a:extLst>
                          <a:ext uri="{FF2B5EF4-FFF2-40B4-BE49-F238E27FC236}">
                            <a16:creationId xmlns:a16="http://schemas.microsoft.com/office/drawing/2014/main" id="{2EDC95B9-E031-4FC0-8F4C-6ADB54A360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73368" y="1730602"/>
                        <a:ext cx="79338" cy="59129"/>
                      </a:xfrm>
                      <a:custGeom>
                        <a:avLst/>
                        <a:gdLst>
                          <a:gd name="connsiteX0" fmla="*/ 79224 w 79338"/>
                          <a:gd name="connsiteY0" fmla="*/ 3138 h 59129"/>
                          <a:gd name="connsiteX1" fmla="*/ 66461 w 79338"/>
                          <a:gd name="connsiteY1" fmla="*/ 22093 h 59129"/>
                          <a:gd name="connsiteX2" fmla="*/ 44839 w 79338"/>
                          <a:gd name="connsiteY2" fmla="*/ 40095 h 59129"/>
                          <a:gd name="connsiteX3" fmla="*/ 1595 w 79338"/>
                          <a:gd name="connsiteY3" fmla="*/ 57240 h 59129"/>
                          <a:gd name="connsiteX4" fmla="*/ 30170 w 79338"/>
                          <a:gd name="connsiteY4" fmla="*/ 19997 h 59129"/>
                          <a:gd name="connsiteX5" fmla="*/ 57031 w 79338"/>
                          <a:gd name="connsiteY5" fmla="*/ 4567 h 59129"/>
                          <a:gd name="connsiteX6" fmla="*/ 79224 w 79338"/>
                          <a:gd name="connsiteY6" fmla="*/ 3138 h 591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9338" h="59129">
                            <a:moveTo>
                              <a:pt x="79224" y="3138"/>
                            </a:moveTo>
                            <a:cubicBezTo>
                              <a:pt x="80272" y="8281"/>
                              <a:pt x="73985" y="15139"/>
                              <a:pt x="66461" y="22093"/>
                            </a:cubicBezTo>
                            <a:cubicBezTo>
                              <a:pt x="58840" y="28951"/>
                              <a:pt x="49982" y="36094"/>
                              <a:pt x="44839" y="40095"/>
                            </a:cubicBezTo>
                            <a:cubicBezTo>
                              <a:pt x="34361" y="47905"/>
                              <a:pt x="9787" y="64765"/>
                              <a:pt x="1595" y="57240"/>
                            </a:cubicBezTo>
                            <a:cubicBezTo>
                              <a:pt x="-6882" y="49429"/>
                              <a:pt x="20740" y="26188"/>
                              <a:pt x="30170" y="19997"/>
                            </a:cubicBezTo>
                            <a:cubicBezTo>
                              <a:pt x="34742" y="16759"/>
                              <a:pt x="46077" y="9234"/>
                              <a:pt x="57031" y="4567"/>
                            </a:cubicBezTo>
                            <a:cubicBezTo>
                              <a:pt x="67889" y="-196"/>
                              <a:pt x="78176" y="-2101"/>
                              <a:pt x="79224" y="313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07" name="Forme libre : forme 11206">
                        <a:extLst>
                          <a:ext uri="{FF2B5EF4-FFF2-40B4-BE49-F238E27FC236}">
                            <a16:creationId xmlns:a16="http://schemas.microsoft.com/office/drawing/2014/main" id="{B5320029-464C-4009-A7AB-8C6C160BF6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0999" y="1754876"/>
                        <a:ext cx="106101" cy="66582"/>
                      </a:xfrm>
                      <a:custGeom>
                        <a:avLst/>
                        <a:gdLst>
                          <a:gd name="connsiteX0" fmla="*/ 6150 w 106101"/>
                          <a:gd name="connsiteY0" fmla="*/ 64494 h 66582"/>
                          <a:gd name="connsiteX1" fmla="*/ 23199 w 106101"/>
                          <a:gd name="connsiteY1" fmla="*/ 65161 h 66582"/>
                          <a:gd name="connsiteX2" fmla="*/ 65681 w 106101"/>
                          <a:gd name="connsiteY2" fmla="*/ 49349 h 66582"/>
                          <a:gd name="connsiteX3" fmla="*/ 98732 w 106101"/>
                          <a:gd name="connsiteY3" fmla="*/ 20869 h 66582"/>
                          <a:gd name="connsiteX4" fmla="*/ 103781 w 106101"/>
                          <a:gd name="connsiteY4" fmla="*/ 772 h 66582"/>
                          <a:gd name="connsiteX5" fmla="*/ 88636 w 106101"/>
                          <a:gd name="connsiteY5" fmla="*/ 4010 h 66582"/>
                          <a:gd name="connsiteX6" fmla="*/ 48060 w 106101"/>
                          <a:gd name="connsiteY6" fmla="*/ 17155 h 66582"/>
                          <a:gd name="connsiteX7" fmla="*/ 8340 w 106101"/>
                          <a:gd name="connsiteY7" fmla="*/ 34395 h 66582"/>
                          <a:gd name="connsiteX8" fmla="*/ 6150 w 106101"/>
                          <a:gd name="connsiteY8" fmla="*/ 64494 h 665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6101" h="66582">
                            <a:moveTo>
                              <a:pt x="6150" y="64494"/>
                            </a:moveTo>
                            <a:cubicBezTo>
                              <a:pt x="12341" y="67256"/>
                              <a:pt x="15389" y="67066"/>
                              <a:pt x="23199" y="65161"/>
                            </a:cubicBezTo>
                            <a:cubicBezTo>
                              <a:pt x="38154" y="61541"/>
                              <a:pt x="50346" y="58779"/>
                              <a:pt x="65681" y="49349"/>
                            </a:cubicBezTo>
                            <a:cubicBezTo>
                              <a:pt x="78445" y="41539"/>
                              <a:pt x="90827" y="30776"/>
                              <a:pt x="98732" y="20869"/>
                            </a:cubicBezTo>
                            <a:cubicBezTo>
                              <a:pt x="104543" y="13440"/>
                              <a:pt x="109020" y="4677"/>
                              <a:pt x="103781" y="772"/>
                            </a:cubicBezTo>
                            <a:cubicBezTo>
                              <a:pt x="100542" y="-1609"/>
                              <a:pt x="94351" y="2105"/>
                              <a:pt x="88636" y="4010"/>
                            </a:cubicBezTo>
                            <a:cubicBezTo>
                              <a:pt x="75206" y="8487"/>
                              <a:pt x="62728" y="14012"/>
                              <a:pt x="48060" y="17155"/>
                            </a:cubicBezTo>
                            <a:cubicBezTo>
                              <a:pt x="35582" y="19822"/>
                              <a:pt x="20056" y="21346"/>
                              <a:pt x="8340" y="34395"/>
                            </a:cubicBezTo>
                            <a:cubicBezTo>
                              <a:pt x="-2232" y="46397"/>
                              <a:pt x="-2518" y="60684"/>
                              <a:pt x="6150" y="6449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08" name="Forme libre : forme 11207">
                        <a:extLst>
                          <a:ext uri="{FF2B5EF4-FFF2-40B4-BE49-F238E27FC236}">
                            <a16:creationId xmlns:a16="http://schemas.microsoft.com/office/drawing/2014/main" id="{65F40791-443C-43D1-A7F3-9B9CBA0EFC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6363" y="1763862"/>
                        <a:ext cx="26570" cy="32319"/>
                      </a:xfrm>
                      <a:custGeom>
                        <a:avLst/>
                        <a:gdLst>
                          <a:gd name="connsiteX0" fmla="*/ 1168 w 26570"/>
                          <a:gd name="connsiteY0" fmla="*/ 27123 h 32319"/>
                          <a:gd name="connsiteX1" fmla="*/ 120 w 26570"/>
                          <a:gd name="connsiteY1" fmla="*/ 31504 h 32319"/>
                          <a:gd name="connsiteX2" fmla="*/ 3930 w 26570"/>
                          <a:gd name="connsiteY2" fmla="*/ 31314 h 32319"/>
                          <a:gd name="connsiteX3" fmla="*/ 9360 w 26570"/>
                          <a:gd name="connsiteY3" fmla="*/ 26551 h 32319"/>
                          <a:gd name="connsiteX4" fmla="*/ 21266 w 26570"/>
                          <a:gd name="connsiteY4" fmla="*/ 13407 h 32319"/>
                          <a:gd name="connsiteX5" fmla="*/ 25076 w 26570"/>
                          <a:gd name="connsiteY5" fmla="*/ 8168 h 32319"/>
                          <a:gd name="connsiteX6" fmla="*/ 16694 w 26570"/>
                          <a:gd name="connsiteY6" fmla="*/ 4168 h 32319"/>
                          <a:gd name="connsiteX7" fmla="*/ 1168 w 26570"/>
                          <a:gd name="connsiteY7" fmla="*/ 27123 h 323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570" h="32319">
                            <a:moveTo>
                              <a:pt x="1168" y="27123"/>
                            </a:moveTo>
                            <a:cubicBezTo>
                              <a:pt x="311" y="28933"/>
                              <a:pt x="-261" y="30266"/>
                              <a:pt x="120" y="31504"/>
                            </a:cubicBezTo>
                            <a:cubicBezTo>
                              <a:pt x="502" y="32838"/>
                              <a:pt x="2216" y="32362"/>
                              <a:pt x="3930" y="31314"/>
                            </a:cubicBezTo>
                            <a:cubicBezTo>
                              <a:pt x="5645" y="30266"/>
                              <a:pt x="7741" y="28171"/>
                              <a:pt x="9360" y="26551"/>
                            </a:cubicBezTo>
                            <a:cubicBezTo>
                              <a:pt x="13455" y="22360"/>
                              <a:pt x="17646" y="17788"/>
                              <a:pt x="21266" y="13407"/>
                            </a:cubicBezTo>
                            <a:cubicBezTo>
                              <a:pt x="22694" y="11597"/>
                              <a:pt x="24219" y="9978"/>
                              <a:pt x="25076" y="8168"/>
                            </a:cubicBezTo>
                            <a:cubicBezTo>
                              <a:pt x="28886" y="739"/>
                              <a:pt x="25171" y="-3738"/>
                              <a:pt x="16694" y="4168"/>
                            </a:cubicBezTo>
                            <a:cubicBezTo>
                              <a:pt x="10217" y="10359"/>
                              <a:pt x="4502" y="19789"/>
                              <a:pt x="1168" y="2712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09" name="Forme libre : forme 11208">
                        <a:extLst>
                          <a:ext uri="{FF2B5EF4-FFF2-40B4-BE49-F238E27FC236}">
                            <a16:creationId xmlns:a16="http://schemas.microsoft.com/office/drawing/2014/main" id="{96F08E96-9B9C-4E8F-BDC5-42B88448C4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43829" y="1725358"/>
                        <a:ext cx="35528" cy="50387"/>
                      </a:xfrm>
                      <a:custGeom>
                        <a:avLst/>
                        <a:gdLst>
                          <a:gd name="connsiteX0" fmla="*/ 35528 w 35528"/>
                          <a:gd name="connsiteY0" fmla="*/ 0 h 50387"/>
                          <a:gd name="connsiteX1" fmla="*/ 20860 w 35528"/>
                          <a:gd name="connsiteY1" fmla="*/ 25432 h 50387"/>
                          <a:gd name="connsiteX2" fmla="*/ 0 w 35528"/>
                          <a:gd name="connsiteY2" fmla="*/ 50387 h 50387"/>
                          <a:gd name="connsiteX3" fmla="*/ 35528 w 35528"/>
                          <a:gd name="connsiteY3" fmla="*/ 0 h 503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5528" h="50387">
                            <a:moveTo>
                              <a:pt x="35528" y="0"/>
                            </a:moveTo>
                            <a:cubicBezTo>
                              <a:pt x="34004" y="7906"/>
                              <a:pt x="27813" y="16764"/>
                              <a:pt x="20860" y="25432"/>
                            </a:cubicBezTo>
                            <a:cubicBezTo>
                              <a:pt x="13811" y="34100"/>
                              <a:pt x="6001" y="43339"/>
                              <a:pt x="0" y="50387"/>
                            </a:cubicBezTo>
                            <a:cubicBezTo>
                              <a:pt x="12859" y="34862"/>
                              <a:pt x="25051" y="14859"/>
                              <a:pt x="3552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10" name="Forme libre : forme 11209">
                        <a:extLst>
                          <a:ext uri="{FF2B5EF4-FFF2-40B4-BE49-F238E27FC236}">
                            <a16:creationId xmlns:a16="http://schemas.microsoft.com/office/drawing/2014/main" id="{9F682305-C8C9-40A3-A81E-3E0AFB8FDD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13527" y="1760124"/>
                        <a:ext cx="33718" cy="65436"/>
                      </a:xfrm>
                      <a:custGeom>
                        <a:avLst/>
                        <a:gdLst>
                          <a:gd name="connsiteX0" fmla="*/ 33718 w 33718"/>
                          <a:gd name="connsiteY0" fmla="*/ 0 h 65436"/>
                          <a:gd name="connsiteX1" fmla="*/ 0 w 33718"/>
                          <a:gd name="connsiteY1" fmla="*/ 65437 h 65436"/>
                          <a:gd name="connsiteX2" fmla="*/ 33718 w 33718"/>
                          <a:gd name="connsiteY2" fmla="*/ 0 h 65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3718" h="65436">
                            <a:moveTo>
                              <a:pt x="33718" y="0"/>
                            </a:moveTo>
                            <a:cubicBezTo>
                              <a:pt x="13621" y="19526"/>
                              <a:pt x="4000" y="44482"/>
                              <a:pt x="0" y="65437"/>
                            </a:cubicBezTo>
                            <a:cubicBezTo>
                              <a:pt x="2667" y="45625"/>
                              <a:pt x="18764" y="18860"/>
                              <a:pt x="3371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11" name="Forme libre : forme 11210">
                        <a:extLst>
                          <a:ext uri="{FF2B5EF4-FFF2-40B4-BE49-F238E27FC236}">
                            <a16:creationId xmlns:a16="http://schemas.microsoft.com/office/drawing/2014/main" id="{EA9B1366-88BC-41DF-9E8F-00A8AC7027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95156" y="1741009"/>
                        <a:ext cx="31242" cy="19744"/>
                      </a:xfrm>
                      <a:custGeom>
                        <a:avLst/>
                        <a:gdLst>
                          <a:gd name="connsiteX0" fmla="*/ 31242 w 31242"/>
                          <a:gd name="connsiteY0" fmla="*/ 1494 h 19744"/>
                          <a:gd name="connsiteX1" fmla="*/ 14860 w 31242"/>
                          <a:gd name="connsiteY1" fmla="*/ 14543 h 19744"/>
                          <a:gd name="connsiteX2" fmla="*/ 1 w 31242"/>
                          <a:gd name="connsiteY2" fmla="*/ 18068 h 19744"/>
                          <a:gd name="connsiteX3" fmla="*/ 15336 w 31242"/>
                          <a:gd name="connsiteY3" fmla="*/ 5304 h 19744"/>
                          <a:gd name="connsiteX4" fmla="*/ 31242 w 31242"/>
                          <a:gd name="connsiteY4" fmla="*/ 1494 h 1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242" h="19744">
                            <a:moveTo>
                              <a:pt x="31242" y="1494"/>
                            </a:moveTo>
                            <a:cubicBezTo>
                              <a:pt x="31147" y="5685"/>
                              <a:pt x="18669" y="12258"/>
                              <a:pt x="14860" y="14543"/>
                            </a:cubicBezTo>
                            <a:cubicBezTo>
                              <a:pt x="11049" y="16639"/>
                              <a:pt x="191" y="22640"/>
                              <a:pt x="1" y="18068"/>
                            </a:cubicBezTo>
                            <a:cubicBezTo>
                              <a:pt x="-95" y="13496"/>
                              <a:pt x="11621" y="7114"/>
                              <a:pt x="15336" y="5304"/>
                            </a:cubicBezTo>
                            <a:cubicBezTo>
                              <a:pt x="18955" y="3304"/>
                              <a:pt x="31338" y="-2792"/>
                              <a:pt x="31242" y="149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12" name="Forme libre : forme 11211">
                        <a:extLst>
                          <a:ext uri="{FF2B5EF4-FFF2-40B4-BE49-F238E27FC236}">
                            <a16:creationId xmlns:a16="http://schemas.microsoft.com/office/drawing/2014/main" id="{7C43DABE-C649-499D-83D7-61424D8F7C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21860" y="1738460"/>
                        <a:ext cx="8966" cy="6132"/>
                      </a:xfrm>
                      <a:custGeom>
                        <a:avLst/>
                        <a:gdLst>
                          <a:gd name="connsiteX0" fmla="*/ 8729 w 8966"/>
                          <a:gd name="connsiteY0" fmla="*/ 328 h 6132"/>
                          <a:gd name="connsiteX1" fmla="*/ 5681 w 8966"/>
                          <a:gd name="connsiteY1" fmla="*/ 4233 h 6132"/>
                          <a:gd name="connsiteX2" fmla="*/ 251 w 8966"/>
                          <a:gd name="connsiteY2" fmla="*/ 5852 h 6132"/>
                          <a:gd name="connsiteX3" fmla="*/ 3109 w 8966"/>
                          <a:gd name="connsiteY3" fmla="*/ 1947 h 6132"/>
                          <a:gd name="connsiteX4" fmla="*/ 8729 w 8966"/>
                          <a:gd name="connsiteY4" fmla="*/ 328 h 61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966" h="6132">
                            <a:moveTo>
                              <a:pt x="8729" y="328"/>
                            </a:moveTo>
                            <a:cubicBezTo>
                              <a:pt x="9776" y="1280"/>
                              <a:pt x="7110" y="3281"/>
                              <a:pt x="5681" y="4233"/>
                            </a:cubicBezTo>
                            <a:cubicBezTo>
                              <a:pt x="4252" y="5090"/>
                              <a:pt x="1299" y="6805"/>
                              <a:pt x="251" y="5852"/>
                            </a:cubicBezTo>
                            <a:cubicBezTo>
                              <a:pt x="-796" y="4900"/>
                              <a:pt x="1680" y="2900"/>
                              <a:pt x="3109" y="1947"/>
                            </a:cubicBezTo>
                            <a:cubicBezTo>
                              <a:pt x="4538" y="995"/>
                              <a:pt x="7681" y="-720"/>
                              <a:pt x="8729" y="3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13" name="Forme libre : forme 11212">
                        <a:extLst>
                          <a:ext uri="{FF2B5EF4-FFF2-40B4-BE49-F238E27FC236}">
                            <a16:creationId xmlns:a16="http://schemas.microsoft.com/office/drawing/2014/main" id="{28A82632-3AE4-4C97-9496-B11E1AAB13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82373" y="1713455"/>
                        <a:ext cx="90976" cy="31339"/>
                      </a:xfrm>
                      <a:custGeom>
                        <a:avLst/>
                        <a:gdLst>
                          <a:gd name="connsiteX0" fmla="*/ 63361 w 90976"/>
                          <a:gd name="connsiteY0" fmla="*/ 473 h 31339"/>
                          <a:gd name="connsiteX1" fmla="*/ 89745 w 90976"/>
                          <a:gd name="connsiteY1" fmla="*/ 4950 h 31339"/>
                          <a:gd name="connsiteX2" fmla="*/ 86220 w 90976"/>
                          <a:gd name="connsiteY2" fmla="*/ 12570 h 31339"/>
                          <a:gd name="connsiteX3" fmla="*/ 75362 w 90976"/>
                          <a:gd name="connsiteY3" fmla="*/ 13713 h 31339"/>
                          <a:gd name="connsiteX4" fmla="*/ 41358 w 90976"/>
                          <a:gd name="connsiteY4" fmla="*/ 17618 h 31339"/>
                          <a:gd name="connsiteX5" fmla="*/ 17355 w 90976"/>
                          <a:gd name="connsiteY5" fmla="*/ 27239 h 31339"/>
                          <a:gd name="connsiteX6" fmla="*/ 19 w 90976"/>
                          <a:gd name="connsiteY6" fmla="*/ 28381 h 31339"/>
                          <a:gd name="connsiteX7" fmla="*/ 39072 w 90976"/>
                          <a:gd name="connsiteY7" fmla="*/ 1331 h 31339"/>
                          <a:gd name="connsiteX8" fmla="*/ 63361 w 90976"/>
                          <a:gd name="connsiteY8" fmla="*/ 473 h 31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976" h="31339">
                            <a:moveTo>
                              <a:pt x="63361" y="473"/>
                            </a:moveTo>
                            <a:cubicBezTo>
                              <a:pt x="74314" y="188"/>
                              <a:pt x="82220" y="664"/>
                              <a:pt x="89745" y="4950"/>
                            </a:cubicBezTo>
                            <a:cubicBezTo>
                              <a:pt x="92507" y="6569"/>
                              <a:pt x="90316" y="10856"/>
                              <a:pt x="86220" y="12570"/>
                            </a:cubicBezTo>
                            <a:cubicBezTo>
                              <a:pt x="82125" y="14285"/>
                              <a:pt x="78887" y="13999"/>
                              <a:pt x="75362" y="13713"/>
                            </a:cubicBezTo>
                            <a:cubicBezTo>
                              <a:pt x="64504" y="12951"/>
                              <a:pt x="53359" y="14570"/>
                              <a:pt x="41358" y="17618"/>
                            </a:cubicBezTo>
                            <a:cubicBezTo>
                              <a:pt x="37548" y="18476"/>
                              <a:pt x="26785" y="23429"/>
                              <a:pt x="17355" y="27239"/>
                            </a:cubicBezTo>
                            <a:cubicBezTo>
                              <a:pt x="7925" y="31048"/>
                              <a:pt x="-457" y="33620"/>
                              <a:pt x="19" y="28381"/>
                            </a:cubicBezTo>
                            <a:cubicBezTo>
                              <a:pt x="877" y="17809"/>
                              <a:pt x="28404" y="3521"/>
                              <a:pt x="39072" y="1331"/>
                            </a:cubicBezTo>
                            <a:cubicBezTo>
                              <a:pt x="49549" y="-1241"/>
                              <a:pt x="55169" y="759"/>
                              <a:pt x="63361" y="47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63" name="Graphique 1">
                      <a:extLst>
                        <a:ext uri="{FF2B5EF4-FFF2-40B4-BE49-F238E27FC236}">
                          <a16:creationId xmlns:a16="http://schemas.microsoft.com/office/drawing/2014/main" id="{6F2EE403-D479-448A-8BA6-83FF265F59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81894" y="1680806"/>
                      <a:ext cx="185439" cy="123096"/>
                      <a:chOff x="7781894" y="1680806"/>
                      <a:chExt cx="185439" cy="123096"/>
                    </a:xfrm>
                    <a:solidFill>
                      <a:schemeClr val="accent1"/>
                    </a:solidFill>
                  </p:grpSpPr>
                  <p:sp>
                    <p:nvSpPr>
                      <p:cNvPr id="11190" name="Forme libre : forme 11189">
                        <a:extLst>
                          <a:ext uri="{FF2B5EF4-FFF2-40B4-BE49-F238E27FC236}">
                            <a16:creationId xmlns:a16="http://schemas.microsoft.com/office/drawing/2014/main" id="{37C6021F-23FD-4BF5-90E5-1AE1626E3B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1894" y="1680806"/>
                        <a:ext cx="185439" cy="123096"/>
                      </a:xfrm>
                      <a:custGeom>
                        <a:avLst/>
                        <a:gdLst>
                          <a:gd name="connsiteX0" fmla="*/ 107191 w 185439"/>
                          <a:gd name="connsiteY0" fmla="*/ 107036 h 123096"/>
                          <a:gd name="connsiteX1" fmla="*/ 79473 w 185439"/>
                          <a:gd name="connsiteY1" fmla="*/ 89891 h 123096"/>
                          <a:gd name="connsiteX2" fmla="*/ 53279 w 185439"/>
                          <a:gd name="connsiteY2" fmla="*/ 75127 h 123096"/>
                          <a:gd name="connsiteX3" fmla="*/ 49184 w 185439"/>
                          <a:gd name="connsiteY3" fmla="*/ 72936 h 123096"/>
                          <a:gd name="connsiteX4" fmla="*/ 46041 w 185439"/>
                          <a:gd name="connsiteY4" fmla="*/ 71031 h 123096"/>
                          <a:gd name="connsiteX5" fmla="*/ 41659 w 185439"/>
                          <a:gd name="connsiteY5" fmla="*/ 67983 h 123096"/>
                          <a:gd name="connsiteX6" fmla="*/ 31848 w 185439"/>
                          <a:gd name="connsiteY6" fmla="*/ 61221 h 123096"/>
                          <a:gd name="connsiteX7" fmla="*/ 7083 w 185439"/>
                          <a:gd name="connsiteY7" fmla="*/ 45123 h 123096"/>
                          <a:gd name="connsiteX8" fmla="*/ 2702 w 185439"/>
                          <a:gd name="connsiteY8" fmla="*/ 24073 h 123096"/>
                          <a:gd name="connsiteX9" fmla="*/ 34229 w 185439"/>
                          <a:gd name="connsiteY9" fmla="*/ 2547 h 123096"/>
                          <a:gd name="connsiteX10" fmla="*/ 58995 w 185439"/>
                          <a:gd name="connsiteY10" fmla="*/ 261 h 123096"/>
                          <a:gd name="connsiteX11" fmla="*/ 73568 w 185439"/>
                          <a:gd name="connsiteY11" fmla="*/ 2928 h 123096"/>
                          <a:gd name="connsiteX12" fmla="*/ 85950 w 185439"/>
                          <a:gd name="connsiteY12" fmla="*/ 7119 h 123096"/>
                          <a:gd name="connsiteX13" fmla="*/ 118621 w 185439"/>
                          <a:gd name="connsiteY13" fmla="*/ 23978 h 123096"/>
                          <a:gd name="connsiteX14" fmla="*/ 147291 w 185439"/>
                          <a:gd name="connsiteY14" fmla="*/ 43314 h 123096"/>
                          <a:gd name="connsiteX15" fmla="*/ 184915 w 185439"/>
                          <a:gd name="connsiteY15" fmla="*/ 100749 h 123096"/>
                          <a:gd name="connsiteX16" fmla="*/ 184534 w 185439"/>
                          <a:gd name="connsiteY16" fmla="*/ 112370 h 123096"/>
                          <a:gd name="connsiteX17" fmla="*/ 177581 w 185439"/>
                          <a:gd name="connsiteY17" fmla="*/ 120561 h 123096"/>
                          <a:gd name="connsiteX18" fmla="*/ 107191 w 185439"/>
                          <a:gd name="connsiteY18" fmla="*/ 107036 h 1230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85439" h="123096">
                            <a:moveTo>
                              <a:pt x="107191" y="107036"/>
                            </a:moveTo>
                            <a:cubicBezTo>
                              <a:pt x="100524" y="102940"/>
                              <a:pt x="90046" y="96463"/>
                              <a:pt x="79473" y="89891"/>
                            </a:cubicBezTo>
                            <a:cubicBezTo>
                              <a:pt x="69187" y="83604"/>
                              <a:pt x="59280" y="78175"/>
                              <a:pt x="53279" y="75127"/>
                            </a:cubicBezTo>
                            <a:cubicBezTo>
                              <a:pt x="51851" y="74365"/>
                              <a:pt x="50517" y="73698"/>
                              <a:pt x="49184" y="72936"/>
                            </a:cubicBezTo>
                            <a:cubicBezTo>
                              <a:pt x="48136" y="72270"/>
                              <a:pt x="47089" y="71698"/>
                              <a:pt x="46041" y="71031"/>
                            </a:cubicBezTo>
                            <a:cubicBezTo>
                              <a:pt x="44612" y="70079"/>
                              <a:pt x="43278" y="68936"/>
                              <a:pt x="41659" y="67983"/>
                            </a:cubicBezTo>
                            <a:cubicBezTo>
                              <a:pt x="38707" y="65793"/>
                              <a:pt x="35372" y="63602"/>
                              <a:pt x="31848" y="61221"/>
                            </a:cubicBezTo>
                            <a:cubicBezTo>
                              <a:pt x="24704" y="56553"/>
                              <a:pt x="16608" y="50743"/>
                              <a:pt x="7083" y="45123"/>
                            </a:cubicBezTo>
                            <a:cubicBezTo>
                              <a:pt x="511" y="41028"/>
                              <a:pt x="-2632" y="30550"/>
                              <a:pt x="2702" y="24073"/>
                            </a:cubicBezTo>
                            <a:cubicBezTo>
                              <a:pt x="10132" y="14643"/>
                              <a:pt x="19942" y="6738"/>
                              <a:pt x="34229" y="2547"/>
                            </a:cubicBezTo>
                            <a:cubicBezTo>
                              <a:pt x="41278" y="451"/>
                              <a:pt x="49660" y="-501"/>
                              <a:pt x="58995" y="261"/>
                            </a:cubicBezTo>
                            <a:cubicBezTo>
                              <a:pt x="63662" y="546"/>
                              <a:pt x="68615" y="1785"/>
                              <a:pt x="73568" y="2928"/>
                            </a:cubicBezTo>
                            <a:cubicBezTo>
                              <a:pt x="77569" y="4166"/>
                              <a:pt x="81854" y="5404"/>
                              <a:pt x="85950" y="7119"/>
                            </a:cubicBezTo>
                            <a:cubicBezTo>
                              <a:pt x="94904" y="10643"/>
                              <a:pt x="107287" y="17025"/>
                              <a:pt x="118621" y="23978"/>
                            </a:cubicBezTo>
                            <a:cubicBezTo>
                              <a:pt x="129956" y="30931"/>
                              <a:pt x="140529" y="38265"/>
                              <a:pt x="147291" y="43314"/>
                            </a:cubicBezTo>
                            <a:cubicBezTo>
                              <a:pt x="172819" y="62364"/>
                              <a:pt x="178533" y="79890"/>
                              <a:pt x="184915" y="100749"/>
                            </a:cubicBezTo>
                            <a:cubicBezTo>
                              <a:pt x="185868" y="104274"/>
                              <a:pt x="185391" y="108369"/>
                              <a:pt x="184534" y="112370"/>
                            </a:cubicBezTo>
                            <a:cubicBezTo>
                              <a:pt x="183581" y="116275"/>
                              <a:pt x="181582" y="119704"/>
                              <a:pt x="177581" y="120561"/>
                            </a:cubicBezTo>
                            <a:cubicBezTo>
                              <a:pt x="155483" y="126276"/>
                              <a:pt x="133099" y="122562"/>
                              <a:pt x="107191" y="10703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91" name="Forme libre : forme 11190">
                        <a:extLst>
                          <a:ext uri="{FF2B5EF4-FFF2-40B4-BE49-F238E27FC236}">
                            <a16:creationId xmlns:a16="http://schemas.microsoft.com/office/drawing/2014/main" id="{059079A0-A8F8-4A77-A328-E2DEA47930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2881" y="1718214"/>
                        <a:ext cx="176879" cy="85247"/>
                      </a:xfrm>
                      <a:custGeom>
                        <a:avLst/>
                        <a:gdLst>
                          <a:gd name="connsiteX0" fmla="*/ 72485 w 176879"/>
                          <a:gd name="connsiteY0" fmla="*/ 17431 h 85247"/>
                          <a:gd name="connsiteX1" fmla="*/ 54007 w 176879"/>
                          <a:gd name="connsiteY1" fmla="*/ 9906 h 85247"/>
                          <a:gd name="connsiteX2" fmla="*/ 36576 w 176879"/>
                          <a:gd name="connsiteY2" fmla="*/ 5334 h 85247"/>
                          <a:gd name="connsiteX3" fmla="*/ 0 w 176879"/>
                          <a:gd name="connsiteY3" fmla="*/ 0 h 85247"/>
                          <a:gd name="connsiteX4" fmla="*/ 6001 w 176879"/>
                          <a:gd name="connsiteY4" fmla="*/ 7525 h 85247"/>
                          <a:gd name="connsiteX5" fmla="*/ 15430 w 176879"/>
                          <a:gd name="connsiteY5" fmla="*/ 13430 h 85247"/>
                          <a:gd name="connsiteX6" fmla="*/ 37910 w 176879"/>
                          <a:gd name="connsiteY6" fmla="*/ 28384 h 85247"/>
                          <a:gd name="connsiteX7" fmla="*/ 43720 w 176879"/>
                          <a:gd name="connsiteY7" fmla="*/ 32575 h 85247"/>
                          <a:gd name="connsiteX8" fmla="*/ 47054 w 176879"/>
                          <a:gd name="connsiteY8" fmla="*/ 34671 h 85247"/>
                          <a:gd name="connsiteX9" fmla="*/ 52292 w 176879"/>
                          <a:gd name="connsiteY9" fmla="*/ 37529 h 85247"/>
                          <a:gd name="connsiteX10" fmla="*/ 60389 w 176879"/>
                          <a:gd name="connsiteY10" fmla="*/ 41910 h 85247"/>
                          <a:gd name="connsiteX11" fmla="*/ 101918 w 176879"/>
                          <a:gd name="connsiteY11" fmla="*/ 66866 h 85247"/>
                          <a:gd name="connsiteX12" fmla="*/ 106204 w 176879"/>
                          <a:gd name="connsiteY12" fmla="*/ 69437 h 85247"/>
                          <a:gd name="connsiteX13" fmla="*/ 132588 w 176879"/>
                          <a:gd name="connsiteY13" fmla="*/ 81534 h 85247"/>
                          <a:gd name="connsiteX14" fmla="*/ 165925 w 176879"/>
                          <a:gd name="connsiteY14" fmla="*/ 84772 h 85247"/>
                          <a:gd name="connsiteX15" fmla="*/ 176499 w 176879"/>
                          <a:gd name="connsiteY15" fmla="*/ 82772 h 85247"/>
                          <a:gd name="connsiteX16" fmla="*/ 176879 w 176879"/>
                          <a:gd name="connsiteY16" fmla="*/ 82582 h 85247"/>
                          <a:gd name="connsiteX17" fmla="*/ 124301 w 176879"/>
                          <a:gd name="connsiteY17" fmla="*/ 47625 h 85247"/>
                          <a:gd name="connsiteX18" fmla="*/ 72485 w 176879"/>
                          <a:gd name="connsiteY18" fmla="*/ 17431 h 852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76879" h="85247">
                            <a:moveTo>
                              <a:pt x="72485" y="17431"/>
                            </a:moveTo>
                            <a:cubicBezTo>
                              <a:pt x="66390" y="14764"/>
                              <a:pt x="60007" y="12192"/>
                              <a:pt x="54007" y="9906"/>
                            </a:cubicBezTo>
                            <a:cubicBezTo>
                              <a:pt x="48387" y="7906"/>
                              <a:pt x="42577" y="6477"/>
                              <a:pt x="36576" y="5334"/>
                            </a:cubicBezTo>
                            <a:cubicBezTo>
                              <a:pt x="24575" y="3048"/>
                              <a:pt x="12002" y="2476"/>
                              <a:pt x="0" y="0"/>
                            </a:cubicBezTo>
                            <a:cubicBezTo>
                              <a:pt x="1143" y="3048"/>
                              <a:pt x="3239" y="5810"/>
                              <a:pt x="6001" y="7525"/>
                            </a:cubicBezTo>
                            <a:cubicBezTo>
                              <a:pt x="9335" y="9620"/>
                              <a:pt x="12478" y="11335"/>
                              <a:pt x="15430" y="13430"/>
                            </a:cubicBezTo>
                            <a:cubicBezTo>
                              <a:pt x="24003" y="18764"/>
                              <a:pt x="31528" y="24003"/>
                              <a:pt x="37910" y="28384"/>
                            </a:cubicBezTo>
                            <a:cubicBezTo>
                              <a:pt x="40005" y="29908"/>
                              <a:pt x="41910" y="31147"/>
                              <a:pt x="43720" y="32575"/>
                            </a:cubicBezTo>
                            <a:cubicBezTo>
                              <a:pt x="44863" y="33433"/>
                              <a:pt x="45148" y="33528"/>
                              <a:pt x="47054" y="34671"/>
                            </a:cubicBezTo>
                            <a:cubicBezTo>
                              <a:pt x="48768" y="35624"/>
                              <a:pt x="50482" y="36576"/>
                              <a:pt x="52292" y="37529"/>
                            </a:cubicBezTo>
                            <a:cubicBezTo>
                              <a:pt x="54579" y="38767"/>
                              <a:pt x="57341" y="40291"/>
                              <a:pt x="60389" y="41910"/>
                            </a:cubicBezTo>
                            <a:cubicBezTo>
                              <a:pt x="72485" y="48292"/>
                              <a:pt x="90107" y="59531"/>
                              <a:pt x="101918" y="66866"/>
                            </a:cubicBezTo>
                            <a:cubicBezTo>
                              <a:pt x="103441" y="67818"/>
                              <a:pt x="104870" y="68675"/>
                              <a:pt x="106204" y="69437"/>
                            </a:cubicBezTo>
                            <a:cubicBezTo>
                              <a:pt x="115443" y="74867"/>
                              <a:pt x="124111" y="78962"/>
                              <a:pt x="132588" y="81534"/>
                            </a:cubicBezTo>
                            <a:cubicBezTo>
                              <a:pt x="144209" y="85058"/>
                              <a:pt x="155257" y="85916"/>
                              <a:pt x="165925" y="84772"/>
                            </a:cubicBezTo>
                            <a:cubicBezTo>
                              <a:pt x="169545" y="84296"/>
                              <a:pt x="172593" y="83534"/>
                              <a:pt x="176499" y="82772"/>
                            </a:cubicBezTo>
                            <a:lnTo>
                              <a:pt x="176879" y="82582"/>
                            </a:lnTo>
                            <a:cubicBezTo>
                              <a:pt x="157639" y="71723"/>
                              <a:pt x="141447" y="59246"/>
                              <a:pt x="124301" y="47625"/>
                            </a:cubicBezTo>
                            <a:cubicBezTo>
                              <a:pt x="107442" y="36100"/>
                              <a:pt x="90202" y="25051"/>
                              <a:pt x="72485" y="1743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92" name="Forme libre : forme 11191">
                        <a:extLst>
                          <a:ext uri="{FF2B5EF4-FFF2-40B4-BE49-F238E27FC236}">
                            <a16:creationId xmlns:a16="http://schemas.microsoft.com/office/drawing/2014/main" id="{04246D34-F3DE-4D1B-ACE1-51EC33FA72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51605" y="1719559"/>
                        <a:ext cx="81452" cy="56700"/>
                      </a:xfrm>
                      <a:custGeom>
                        <a:avLst/>
                        <a:gdLst>
                          <a:gd name="connsiteX0" fmla="*/ 80819 w 81452"/>
                          <a:gd name="connsiteY0" fmla="*/ 54567 h 56700"/>
                          <a:gd name="connsiteX1" fmla="*/ 33003 w 81452"/>
                          <a:gd name="connsiteY1" fmla="*/ 37232 h 56700"/>
                          <a:gd name="connsiteX2" fmla="*/ 11477 w 81452"/>
                          <a:gd name="connsiteY2" fmla="*/ 21325 h 56700"/>
                          <a:gd name="connsiteX3" fmla="*/ 428 w 81452"/>
                          <a:gd name="connsiteY3" fmla="*/ 3608 h 56700"/>
                          <a:gd name="connsiteX4" fmla="*/ 21383 w 81452"/>
                          <a:gd name="connsiteY4" fmla="*/ 3037 h 56700"/>
                          <a:gd name="connsiteX5" fmla="*/ 46148 w 81452"/>
                          <a:gd name="connsiteY5" fmla="*/ 16277 h 56700"/>
                          <a:gd name="connsiteX6" fmla="*/ 80819 w 81452"/>
                          <a:gd name="connsiteY6" fmla="*/ 54567 h 56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452" h="56700">
                            <a:moveTo>
                              <a:pt x="80819" y="54567"/>
                            </a:moveTo>
                            <a:cubicBezTo>
                              <a:pt x="75390" y="63140"/>
                              <a:pt x="43290" y="43518"/>
                              <a:pt x="33003" y="37232"/>
                            </a:cubicBezTo>
                            <a:cubicBezTo>
                              <a:pt x="27765" y="33898"/>
                              <a:pt x="18811" y="27611"/>
                              <a:pt x="11477" y="21325"/>
                            </a:cubicBezTo>
                            <a:cubicBezTo>
                              <a:pt x="4238" y="14943"/>
                              <a:pt x="-1667" y="8752"/>
                              <a:pt x="428" y="3608"/>
                            </a:cubicBezTo>
                            <a:cubicBezTo>
                              <a:pt x="2524" y="-1535"/>
                              <a:pt x="11667" y="-678"/>
                              <a:pt x="21383" y="3037"/>
                            </a:cubicBezTo>
                            <a:cubicBezTo>
                              <a:pt x="31099" y="6656"/>
                              <a:pt x="41195" y="12848"/>
                              <a:pt x="46148" y="16277"/>
                            </a:cubicBezTo>
                            <a:cubicBezTo>
                              <a:pt x="56340" y="22944"/>
                              <a:pt x="86153" y="45995"/>
                              <a:pt x="80819" y="5456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93" name="Forme libre : forme 11192">
                        <a:extLst>
                          <a:ext uri="{FF2B5EF4-FFF2-40B4-BE49-F238E27FC236}">
                            <a16:creationId xmlns:a16="http://schemas.microsoft.com/office/drawing/2014/main" id="{2B8FE1A6-AE6E-49D9-9ED9-F8D7FF8A9F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51526" y="1719402"/>
                        <a:ext cx="50989" cy="47294"/>
                      </a:xfrm>
                      <a:custGeom>
                        <a:avLst/>
                        <a:gdLst>
                          <a:gd name="connsiteX0" fmla="*/ 23081 w 50989"/>
                          <a:gd name="connsiteY0" fmla="*/ 4051 h 47294"/>
                          <a:gd name="connsiteX1" fmla="*/ 31 w 50989"/>
                          <a:gd name="connsiteY1" fmla="*/ 3480 h 47294"/>
                          <a:gd name="connsiteX2" fmla="*/ 33463 w 50989"/>
                          <a:gd name="connsiteY2" fmla="*/ 37579 h 47294"/>
                          <a:gd name="connsiteX3" fmla="*/ 50989 w 50989"/>
                          <a:gd name="connsiteY3" fmla="*/ 47295 h 47294"/>
                          <a:gd name="connsiteX4" fmla="*/ 42512 w 50989"/>
                          <a:gd name="connsiteY4" fmla="*/ 40722 h 47294"/>
                          <a:gd name="connsiteX5" fmla="*/ 23081 w 50989"/>
                          <a:gd name="connsiteY5" fmla="*/ 4051 h 472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0989" h="47294">
                            <a:moveTo>
                              <a:pt x="23081" y="4051"/>
                            </a:moveTo>
                            <a:cubicBezTo>
                              <a:pt x="16890" y="2432"/>
                              <a:pt x="697" y="-3855"/>
                              <a:pt x="31" y="3480"/>
                            </a:cubicBezTo>
                            <a:cubicBezTo>
                              <a:pt x="-922" y="14624"/>
                              <a:pt x="20604" y="28721"/>
                              <a:pt x="33463" y="37579"/>
                            </a:cubicBezTo>
                            <a:cubicBezTo>
                              <a:pt x="37273" y="40056"/>
                              <a:pt x="46227" y="45104"/>
                              <a:pt x="50989" y="47295"/>
                            </a:cubicBezTo>
                            <a:cubicBezTo>
                              <a:pt x="48608" y="45580"/>
                              <a:pt x="44417" y="42723"/>
                              <a:pt x="42512" y="40722"/>
                            </a:cubicBezTo>
                            <a:cubicBezTo>
                              <a:pt x="31463" y="29007"/>
                              <a:pt x="18318" y="15005"/>
                              <a:pt x="23081" y="405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94" name="Forme libre : forme 11193">
                        <a:extLst>
                          <a:ext uri="{FF2B5EF4-FFF2-40B4-BE49-F238E27FC236}">
                            <a16:creationId xmlns:a16="http://schemas.microsoft.com/office/drawing/2014/main" id="{DFC29704-89AB-46BD-923E-FB3CDBEE9E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54876" y="1724158"/>
                        <a:ext cx="81624" cy="56477"/>
                      </a:xfrm>
                      <a:custGeom>
                        <a:avLst/>
                        <a:gdLst>
                          <a:gd name="connsiteX0" fmla="*/ 80405 w 81624"/>
                          <a:gd name="connsiteY0" fmla="*/ 54921 h 56477"/>
                          <a:gd name="connsiteX1" fmla="*/ 31732 w 81624"/>
                          <a:gd name="connsiteY1" fmla="*/ 37490 h 56477"/>
                          <a:gd name="connsiteX2" fmla="*/ 10587 w 81624"/>
                          <a:gd name="connsiteY2" fmla="*/ 21583 h 56477"/>
                          <a:gd name="connsiteX3" fmla="*/ 395 w 81624"/>
                          <a:gd name="connsiteY3" fmla="*/ 3581 h 56477"/>
                          <a:gd name="connsiteX4" fmla="*/ 21064 w 81624"/>
                          <a:gd name="connsiteY4" fmla="*/ 3295 h 56477"/>
                          <a:gd name="connsiteX5" fmla="*/ 45353 w 81624"/>
                          <a:gd name="connsiteY5" fmla="*/ 16630 h 56477"/>
                          <a:gd name="connsiteX6" fmla="*/ 80405 w 81624"/>
                          <a:gd name="connsiteY6" fmla="*/ 54921 h 56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24" h="56477">
                            <a:moveTo>
                              <a:pt x="80405" y="54921"/>
                            </a:moveTo>
                            <a:cubicBezTo>
                              <a:pt x="72214" y="61779"/>
                              <a:pt x="42972" y="44158"/>
                              <a:pt x="31732" y="37490"/>
                            </a:cubicBezTo>
                            <a:cubicBezTo>
                              <a:pt x="26018" y="34061"/>
                              <a:pt x="17445" y="27775"/>
                              <a:pt x="10587" y="21583"/>
                            </a:cubicBezTo>
                            <a:cubicBezTo>
                              <a:pt x="3729" y="15297"/>
                              <a:pt x="-1510" y="8915"/>
                              <a:pt x="395" y="3581"/>
                            </a:cubicBezTo>
                            <a:cubicBezTo>
                              <a:pt x="2205" y="-1753"/>
                              <a:pt x="11349" y="-515"/>
                              <a:pt x="21064" y="3295"/>
                            </a:cubicBezTo>
                            <a:cubicBezTo>
                              <a:pt x="30780" y="7105"/>
                              <a:pt x="40686" y="13582"/>
                              <a:pt x="45353" y="16630"/>
                            </a:cubicBezTo>
                            <a:cubicBezTo>
                              <a:pt x="54783" y="22822"/>
                              <a:pt x="88406" y="48253"/>
                              <a:pt x="80405" y="5492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95" name="Forme libre : forme 11194">
                        <a:extLst>
                          <a:ext uri="{FF2B5EF4-FFF2-40B4-BE49-F238E27FC236}">
                            <a16:creationId xmlns:a16="http://schemas.microsoft.com/office/drawing/2014/main" id="{306A95F7-3DA3-4657-AA77-ECF088D4B2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08743" y="1696267"/>
                        <a:ext cx="98523" cy="80472"/>
                      </a:xfrm>
                      <a:custGeom>
                        <a:avLst/>
                        <a:gdLst>
                          <a:gd name="connsiteX0" fmla="*/ 903 w 98523"/>
                          <a:gd name="connsiteY0" fmla="*/ 18613 h 80472"/>
                          <a:gd name="connsiteX1" fmla="*/ 11762 w 98523"/>
                          <a:gd name="connsiteY1" fmla="*/ 30996 h 80472"/>
                          <a:gd name="connsiteX2" fmla="*/ 24049 w 98523"/>
                          <a:gd name="connsiteY2" fmla="*/ 43759 h 80472"/>
                          <a:gd name="connsiteX3" fmla="*/ 39766 w 98523"/>
                          <a:gd name="connsiteY3" fmla="*/ 57857 h 80472"/>
                          <a:gd name="connsiteX4" fmla="*/ 77485 w 98523"/>
                          <a:gd name="connsiteY4" fmla="*/ 78145 h 80472"/>
                          <a:gd name="connsiteX5" fmla="*/ 98439 w 98523"/>
                          <a:gd name="connsiteY5" fmla="*/ 75763 h 80472"/>
                          <a:gd name="connsiteX6" fmla="*/ 89581 w 98523"/>
                          <a:gd name="connsiteY6" fmla="*/ 62714 h 80472"/>
                          <a:gd name="connsiteX7" fmla="*/ 62721 w 98523"/>
                          <a:gd name="connsiteY7" fmla="*/ 29377 h 80472"/>
                          <a:gd name="connsiteX8" fmla="*/ 50053 w 98523"/>
                          <a:gd name="connsiteY8" fmla="*/ 12422 h 80472"/>
                          <a:gd name="connsiteX9" fmla="*/ 40718 w 98523"/>
                          <a:gd name="connsiteY9" fmla="*/ 4993 h 80472"/>
                          <a:gd name="connsiteX10" fmla="*/ 26526 w 98523"/>
                          <a:gd name="connsiteY10" fmla="*/ 325 h 80472"/>
                          <a:gd name="connsiteX11" fmla="*/ 4618 w 98523"/>
                          <a:gd name="connsiteY11" fmla="*/ 5755 h 80472"/>
                          <a:gd name="connsiteX12" fmla="*/ 903 w 98523"/>
                          <a:gd name="connsiteY12" fmla="*/ 18613 h 804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8523" h="80472">
                            <a:moveTo>
                              <a:pt x="903" y="18613"/>
                            </a:moveTo>
                            <a:cubicBezTo>
                              <a:pt x="3666" y="24900"/>
                              <a:pt x="6047" y="26519"/>
                              <a:pt x="11762" y="30996"/>
                            </a:cubicBezTo>
                            <a:cubicBezTo>
                              <a:pt x="17096" y="34996"/>
                              <a:pt x="20716" y="39759"/>
                              <a:pt x="24049" y="43759"/>
                            </a:cubicBezTo>
                            <a:cubicBezTo>
                              <a:pt x="28050" y="48332"/>
                              <a:pt x="33193" y="52808"/>
                              <a:pt x="39766" y="57857"/>
                            </a:cubicBezTo>
                            <a:cubicBezTo>
                              <a:pt x="50814" y="66048"/>
                              <a:pt x="65007" y="74144"/>
                              <a:pt x="77485" y="78145"/>
                            </a:cubicBezTo>
                            <a:cubicBezTo>
                              <a:pt x="86724" y="81098"/>
                              <a:pt x="97011" y="82145"/>
                              <a:pt x="98439" y="75763"/>
                            </a:cubicBezTo>
                            <a:cubicBezTo>
                              <a:pt x="99297" y="71763"/>
                              <a:pt x="93391" y="67382"/>
                              <a:pt x="89581" y="62714"/>
                            </a:cubicBezTo>
                            <a:cubicBezTo>
                              <a:pt x="80438" y="51665"/>
                              <a:pt x="71198" y="41950"/>
                              <a:pt x="62721" y="29377"/>
                            </a:cubicBezTo>
                            <a:cubicBezTo>
                              <a:pt x="59101" y="24043"/>
                              <a:pt x="55387" y="17852"/>
                              <a:pt x="50053" y="12422"/>
                            </a:cubicBezTo>
                            <a:cubicBezTo>
                              <a:pt x="47481" y="9660"/>
                              <a:pt x="44242" y="7183"/>
                              <a:pt x="40718" y="4993"/>
                            </a:cubicBezTo>
                            <a:cubicBezTo>
                              <a:pt x="36718" y="2992"/>
                              <a:pt x="31860" y="802"/>
                              <a:pt x="26526" y="325"/>
                            </a:cubicBezTo>
                            <a:cubicBezTo>
                              <a:pt x="16905" y="-1008"/>
                              <a:pt x="9000" y="1945"/>
                              <a:pt x="4618" y="5755"/>
                            </a:cubicBezTo>
                            <a:cubicBezTo>
                              <a:pt x="46" y="9470"/>
                              <a:pt x="-1002" y="14518"/>
                              <a:pt x="903" y="1861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96" name="Forme libre : forme 11195">
                        <a:extLst>
                          <a:ext uri="{FF2B5EF4-FFF2-40B4-BE49-F238E27FC236}">
                            <a16:creationId xmlns:a16="http://schemas.microsoft.com/office/drawing/2014/main" id="{5EF7F325-49F9-4729-BC68-1783A62CFC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34406" y="1704251"/>
                        <a:ext cx="41717" cy="14135"/>
                      </a:xfrm>
                      <a:custGeom>
                        <a:avLst/>
                        <a:gdLst>
                          <a:gd name="connsiteX0" fmla="*/ 4958 w 41717"/>
                          <a:gd name="connsiteY0" fmla="*/ 152 h 14135"/>
                          <a:gd name="connsiteX1" fmla="*/ 291 w 41717"/>
                          <a:gd name="connsiteY1" fmla="*/ 1581 h 14135"/>
                          <a:gd name="connsiteX2" fmla="*/ 2863 w 41717"/>
                          <a:gd name="connsiteY2" fmla="*/ 4629 h 14135"/>
                          <a:gd name="connsiteX3" fmla="*/ 10292 w 41717"/>
                          <a:gd name="connsiteY3" fmla="*/ 7105 h 14135"/>
                          <a:gd name="connsiteX4" fmla="*/ 27723 w 41717"/>
                          <a:gd name="connsiteY4" fmla="*/ 12535 h 14135"/>
                          <a:gd name="connsiteX5" fmla="*/ 34200 w 41717"/>
                          <a:gd name="connsiteY5" fmla="*/ 14059 h 14135"/>
                          <a:gd name="connsiteX6" fmla="*/ 34486 w 41717"/>
                          <a:gd name="connsiteY6" fmla="*/ 4724 h 14135"/>
                          <a:gd name="connsiteX7" fmla="*/ 4958 w 41717"/>
                          <a:gd name="connsiteY7" fmla="*/ 152 h 141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1717" h="14135">
                            <a:moveTo>
                              <a:pt x="4958" y="152"/>
                            </a:moveTo>
                            <a:cubicBezTo>
                              <a:pt x="2767" y="247"/>
                              <a:pt x="1148" y="533"/>
                              <a:pt x="291" y="1581"/>
                            </a:cubicBezTo>
                            <a:cubicBezTo>
                              <a:pt x="-661" y="2629"/>
                              <a:pt x="862" y="3676"/>
                              <a:pt x="2863" y="4629"/>
                            </a:cubicBezTo>
                            <a:cubicBezTo>
                              <a:pt x="4768" y="5677"/>
                              <a:pt x="7816" y="6534"/>
                              <a:pt x="10292" y="7105"/>
                            </a:cubicBezTo>
                            <a:cubicBezTo>
                              <a:pt x="16103" y="8915"/>
                              <a:pt x="22198" y="10916"/>
                              <a:pt x="27723" y="12535"/>
                            </a:cubicBezTo>
                            <a:cubicBezTo>
                              <a:pt x="30009" y="13201"/>
                              <a:pt x="32105" y="13963"/>
                              <a:pt x="34200" y="14059"/>
                            </a:cubicBezTo>
                            <a:cubicBezTo>
                              <a:pt x="42582" y="14821"/>
                              <a:pt x="45630" y="9772"/>
                              <a:pt x="34486" y="4724"/>
                            </a:cubicBezTo>
                            <a:cubicBezTo>
                              <a:pt x="25628" y="1009"/>
                              <a:pt x="14578" y="-515"/>
                              <a:pt x="4958" y="15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97" name="Forme libre : forme 11196">
                        <a:extLst>
                          <a:ext uri="{FF2B5EF4-FFF2-40B4-BE49-F238E27FC236}">
                            <a16:creationId xmlns:a16="http://schemas.microsoft.com/office/drawing/2014/main" id="{549435AA-9A5B-44B5-91C8-C428B2062C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2038" y="1787842"/>
                        <a:ext cx="66008" cy="12395"/>
                      </a:xfrm>
                      <a:custGeom>
                        <a:avLst/>
                        <a:gdLst>
                          <a:gd name="connsiteX0" fmla="*/ 66008 w 66008"/>
                          <a:gd name="connsiteY0" fmla="*/ 9430 h 12395"/>
                          <a:gd name="connsiteX1" fmla="*/ 34385 w 66008"/>
                          <a:gd name="connsiteY1" fmla="*/ 10287 h 12395"/>
                          <a:gd name="connsiteX2" fmla="*/ 0 w 66008"/>
                          <a:gd name="connsiteY2" fmla="*/ 0 h 12395"/>
                          <a:gd name="connsiteX3" fmla="*/ 66008 w 66008"/>
                          <a:gd name="connsiteY3" fmla="*/ 9430 h 123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6008" h="12395">
                            <a:moveTo>
                              <a:pt x="66008" y="9430"/>
                            </a:moveTo>
                            <a:cubicBezTo>
                              <a:pt x="58769" y="13525"/>
                              <a:pt x="46672" y="12954"/>
                              <a:pt x="34385" y="10287"/>
                            </a:cubicBezTo>
                            <a:cubicBezTo>
                              <a:pt x="22003" y="7620"/>
                              <a:pt x="9430" y="3238"/>
                              <a:pt x="0" y="0"/>
                            </a:cubicBezTo>
                            <a:cubicBezTo>
                              <a:pt x="20384" y="7049"/>
                              <a:pt x="46958" y="11049"/>
                              <a:pt x="66008" y="943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98" name="Forme libre : forme 11197">
                        <a:extLst>
                          <a:ext uri="{FF2B5EF4-FFF2-40B4-BE49-F238E27FC236}">
                            <a16:creationId xmlns:a16="http://schemas.microsoft.com/office/drawing/2014/main" id="{30F8CB9D-4E48-47F3-8F2B-56A34E77AE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405" y="1684378"/>
                        <a:ext cx="82962" cy="21930"/>
                      </a:xfrm>
                      <a:custGeom>
                        <a:avLst/>
                        <a:gdLst>
                          <a:gd name="connsiteX0" fmla="*/ 82963 w 82962"/>
                          <a:gd name="connsiteY0" fmla="*/ 6785 h 21930"/>
                          <a:gd name="connsiteX1" fmla="*/ 58960 w 82962"/>
                          <a:gd name="connsiteY1" fmla="*/ 499 h 21930"/>
                          <a:gd name="connsiteX2" fmla="*/ 33719 w 82962"/>
                          <a:gd name="connsiteY2" fmla="*/ 2023 h 21930"/>
                          <a:gd name="connsiteX3" fmla="*/ 0 w 82962"/>
                          <a:gd name="connsiteY3" fmla="*/ 21930 h 21930"/>
                          <a:gd name="connsiteX4" fmla="*/ 34766 w 82962"/>
                          <a:gd name="connsiteY4" fmla="*/ 3261 h 21930"/>
                          <a:gd name="connsiteX5" fmla="*/ 60579 w 82962"/>
                          <a:gd name="connsiteY5" fmla="*/ 2309 h 21930"/>
                          <a:gd name="connsiteX6" fmla="*/ 67246 w 82962"/>
                          <a:gd name="connsiteY6" fmla="*/ 3261 h 21930"/>
                          <a:gd name="connsiteX7" fmla="*/ 72676 w 82962"/>
                          <a:gd name="connsiteY7" fmla="*/ 4309 h 21930"/>
                          <a:gd name="connsiteX8" fmla="*/ 82963 w 82962"/>
                          <a:gd name="connsiteY8" fmla="*/ 6785 h 219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2962" h="21930">
                            <a:moveTo>
                              <a:pt x="82963" y="6785"/>
                            </a:moveTo>
                            <a:cubicBezTo>
                              <a:pt x="75629" y="3833"/>
                              <a:pt x="68771" y="1928"/>
                              <a:pt x="58960" y="499"/>
                            </a:cubicBezTo>
                            <a:cubicBezTo>
                              <a:pt x="49816" y="-644"/>
                              <a:pt x="41339" y="308"/>
                              <a:pt x="33719" y="2023"/>
                            </a:cubicBezTo>
                            <a:cubicBezTo>
                              <a:pt x="18574" y="5928"/>
                              <a:pt x="7715" y="13929"/>
                              <a:pt x="0" y="21930"/>
                            </a:cubicBezTo>
                            <a:cubicBezTo>
                              <a:pt x="6763" y="14215"/>
                              <a:pt x="18765" y="6500"/>
                              <a:pt x="34766" y="3261"/>
                            </a:cubicBezTo>
                            <a:cubicBezTo>
                              <a:pt x="42767" y="1737"/>
                              <a:pt x="51626" y="1070"/>
                              <a:pt x="60579" y="2309"/>
                            </a:cubicBezTo>
                            <a:cubicBezTo>
                              <a:pt x="62865" y="2594"/>
                              <a:pt x="65056" y="2975"/>
                              <a:pt x="67246" y="3261"/>
                            </a:cubicBezTo>
                            <a:cubicBezTo>
                              <a:pt x="69056" y="3642"/>
                              <a:pt x="70866" y="3928"/>
                              <a:pt x="72676" y="4309"/>
                            </a:cubicBezTo>
                            <a:cubicBezTo>
                              <a:pt x="76391" y="5071"/>
                              <a:pt x="79724" y="5928"/>
                              <a:pt x="82963" y="678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99" name="Forme libre : forme 11198">
                        <a:extLst>
                          <a:ext uri="{FF2B5EF4-FFF2-40B4-BE49-F238E27FC236}">
                            <a16:creationId xmlns:a16="http://schemas.microsoft.com/office/drawing/2014/main" id="{15187F1F-3545-4F44-9EE9-5ADD681335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88445" y="1735710"/>
                        <a:ext cx="28575" cy="23534"/>
                      </a:xfrm>
                      <a:custGeom>
                        <a:avLst/>
                        <a:gdLst>
                          <a:gd name="connsiteX0" fmla="*/ 27690 w 28575"/>
                          <a:gd name="connsiteY0" fmla="*/ 23366 h 23534"/>
                          <a:gd name="connsiteX1" fmla="*/ 9593 w 28575"/>
                          <a:gd name="connsiteY1" fmla="*/ 12889 h 23534"/>
                          <a:gd name="connsiteX2" fmla="*/ 1020 w 28575"/>
                          <a:gd name="connsiteY2" fmla="*/ 220 h 23534"/>
                          <a:gd name="connsiteX3" fmla="*/ 18356 w 28575"/>
                          <a:gd name="connsiteY3" fmla="*/ 9936 h 23534"/>
                          <a:gd name="connsiteX4" fmla="*/ 27690 w 28575"/>
                          <a:gd name="connsiteY4" fmla="*/ 23366 h 235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5" h="23534">
                            <a:moveTo>
                              <a:pt x="27690" y="23366"/>
                            </a:moveTo>
                            <a:cubicBezTo>
                              <a:pt x="23785" y="24890"/>
                              <a:pt x="13022" y="15651"/>
                              <a:pt x="9593" y="12889"/>
                            </a:cubicBezTo>
                            <a:cubicBezTo>
                              <a:pt x="6259" y="10031"/>
                              <a:pt x="-3075" y="1935"/>
                              <a:pt x="1020" y="220"/>
                            </a:cubicBezTo>
                            <a:cubicBezTo>
                              <a:pt x="5212" y="-1494"/>
                              <a:pt x="15213" y="7269"/>
                              <a:pt x="18356" y="9936"/>
                            </a:cubicBezTo>
                            <a:cubicBezTo>
                              <a:pt x="21499" y="12698"/>
                              <a:pt x="31596" y="21747"/>
                              <a:pt x="27690" y="2336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00" name="Forme libre : forme 11199">
                        <a:extLst>
                          <a:ext uri="{FF2B5EF4-FFF2-40B4-BE49-F238E27FC236}">
                            <a16:creationId xmlns:a16="http://schemas.microsoft.com/office/drawing/2014/main" id="{F491175E-4A6D-4DE7-95CC-25A237EA0E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12819" y="1755219"/>
                        <a:ext cx="8421" cy="6743"/>
                      </a:xfrm>
                      <a:custGeom>
                        <a:avLst/>
                        <a:gdLst>
                          <a:gd name="connsiteX0" fmla="*/ 8366 w 8421"/>
                          <a:gd name="connsiteY0" fmla="*/ 6238 h 6743"/>
                          <a:gd name="connsiteX1" fmla="*/ 3603 w 8421"/>
                          <a:gd name="connsiteY1" fmla="*/ 5000 h 6743"/>
                          <a:gd name="connsiteX2" fmla="*/ 79 w 8421"/>
                          <a:gd name="connsiteY2" fmla="*/ 523 h 6743"/>
                          <a:gd name="connsiteX3" fmla="*/ 4746 w 8421"/>
                          <a:gd name="connsiteY3" fmla="*/ 1666 h 6743"/>
                          <a:gd name="connsiteX4" fmla="*/ 8366 w 8421"/>
                          <a:gd name="connsiteY4" fmla="*/ 6238 h 67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21" h="6743">
                            <a:moveTo>
                              <a:pt x="8366" y="6238"/>
                            </a:moveTo>
                            <a:cubicBezTo>
                              <a:pt x="7890" y="7572"/>
                              <a:pt x="5032" y="5952"/>
                              <a:pt x="3603" y="5000"/>
                            </a:cubicBezTo>
                            <a:cubicBezTo>
                              <a:pt x="2174" y="4048"/>
                              <a:pt x="-492" y="1857"/>
                              <a:pt x="79" y="523"/>
                            </a:cubicBezTo>
                            <a:cubicBezTo>
                              <a:pt x="651" y="-810"/>
                              <a:pt x="3317" y="714"/>
                              <a:pt x="4746" y="1666"/>
                            </a:cubicBezTo>
                            <a:cubicBezTo>
                              <a:pt x="6175" y="2714"/>
                              <a:pt x="8842" y="4905"/>
                              <a:pt x="8366" y="623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201" name="Forme libre : forme 11200">
                        <a:extLst>
                          <a:ext uri="{FF2B5EF4-FFF2-40B4-BE49-F238E27FC236}">
                            <a16:creationId xmlns:a16="http://schemas.microsoft.com/office/drawing/2014/main" id="{13F935DA-A1B0-465C-AD2A-4D3BA3EC8B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9050" y="1717766"/>
                        <a:ext cx="59589" cy="72552"/>
                      </a:xfrm>
                      <a:custGeom>
                        <a:avLst/>
                        <a:gdLst>
                          <a:gd name="connsiteX0" fmla="*/ 50138 w 59589"/>
                          <a:gd name="connsiteY0" fmla="*/ 45787 h 72552"/>
                          <a:gd name="connsiteX1" fmla="*/ 59568 w 59589"/>
                          <a:gd name="connsiteY1" fmla="*/ 69504 h 72552"/>
                          <a:gd name="connsiteX2" fmla="*/ 51377 w 59589"/>
                          <a:gd name="connsiteY2" fmla="*/ 71219 h 72552"/>
                          <a:gd name="connsiteX3" fmla="*/ 44423 w 59589"/>
                          <a:gd name="connsiteY3" fmla="*/ 62646 h 72552"/>
                          <a:gd name="connsiteX4" fmla="*/ 26421 w 59589"/>
                          <a:gd name="connsiteY4" fmla="*/ 34357 h 72552"/>
                          <a:gd name="connsiteX5" fmla="*/ 9086 w 59589"/>
                          <a:gd name="connsiteY5" fmla="*/ 15974 h 72552"/>
                          <a:gd name="connsiteX6" fmla="*/ 2037 w 59589"/>
                          <a:gd name="connsiteY6" fmla="*/ 258 h 72552"/>
                          <a:gd name="connsiteX7" fmla="*/ 40137 w 59589"/>
                          <a:gd name="connsiteY7" fmla="*/ 25499 h 72552"/>
                          <a:gd name="connsiteX8" fmla="*/ 50138 w 59589"/>
                          <a:gd name="connsiteY8" fmla="*/ 45787 h 72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9589" h="72552">
                            <a:moveTo>
                              <a:pt x="50138" y="45787"/>
                            </a:moveTo>
                            <a:cubicBezTo>
                              <a:pt x="54996" y="54741"/>
                              <a:pt x="58520" y="61027"/>
                              <a:pt x="59568" y="69504"/>
                            </a:cubicBezTo>
                            <a:cubicBezTo>
                              <a:pt x="59949" y="72648"/>
                              <a:pt x="55282" y="73600"/>
                              <a:pt x="51377" y="71219"/>
                            </a:cubicBezTo>
                            <a:cubicBezTo>
                              <a:pt x="47376" y="68838"/>
                              <a:pt x="46043" y="65694"/>
                              <a:pt x="44423" y="62646"/>
                            </a:cubicBezTo>
                            <a:cubicBezTo>
                              <a:pt x="39566" y="52931"/>
                              <a:pt x="33660" y="43977"/>
                              <a:pt x="26421" y="34357"/>
                            </a:cubicBezTo>
                            <a:cubicBezTo>
                              <a:pt x="24230" y="31309"/>
                              <a:pt x="15943" y="23403"/>
                              <a:pt x="9086" y="15974"/>
                            </a:cubicBezTo>
                            <a:cubicBezTo>
                              <a:pt x="2323" y="8544"/>
                              <a:pt x="-3107" y="1591"/>
                              <a:pt x="2037" y="258"/>
                            </a:cubicBezTo>
                            <a:cubicBezTo>
                              <a:pt x="12514" y="-2505"/>
                              <a:pt x="34422" y="17688"/>
                              <a:pt x="40137" y="25499"/>
                            </a:cubicBezTo>
                            <a:cubicBezTo>
                              <a:pt x="46138" y="33309"/>
                              <a:pt x="46519" y="39024"/>
                              <a:pt x="50138" y="4578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64" name="Graphique 1">
                      <a:extLst>
                        <a:ext uri="{FF2B5EF4-FFF2-40B4-BE49-F238E27FC236}">
                          <a16:creationId xmlns:a16="http://schemas.microsoft.com/office/drawing/2014/main" id="{7A335AAF-1872-4421-852D-1CC827FFF7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965007" y="1644770"/>
                      <a:ext cx="107338" cy="187757"/>
                      <a:chOff x="7965007" y="1644770"/>
                      <a:chExt cx="107338" cy="187757"/>
                    </a:xfrm>
                    <a:solidFill>
                      <a:schemeClr val="accent1"/>
                    </a:solidFill>
                  </p:grpSpPr>
                  <p:sp>
                    <p:nvSpPr>
                      <p:cNvPr id="11178" name="Forme libre : forme 11177">
                        <a:extLst>
                          <a:ext uri="{FF2B5EF4-FFF2-40B4-BE49-F238E27FC236}">
                            <a16:creationId xmlns:a16="http://schemas.microsoft.com/office/drawing/2014/main" id="{AA93C5CB-86AB-4B25-ADD7-E96899BFC3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5007" y="1644770"/>
                        <a:ext cx="107104" cy="187757"/>
                      </a:xfrm>
                      <a:custGeom>
                        <a:avLst/>
                        <a:gdLst>
                          <a:gd name="connsiteX0" fmla="*/ 103815 w 107104"/>
                          <a:gd name="connsiteY0" fmla="*/ 74492 h 187757"/>
                          <a:gd name="connsiteX1" fmla="*/ 96576 w 107104"/>
                          <a:gd name="connsiteY1" fmla="*/ 106020 h 187757"/>
                          <a:gd name="connsiteX2" fmla="*/ 94575 w 107104"/>
                          <a:gd name="connsiteY2" fmla="*/ 114783 h 187757"/>
                          <a:gd name="connsiteX3" fmla="*/ 92575 w 107104"/>
                          <a:gd name="connsiteY3" fmla="*/ 125451 h 187757"/>
                          <a:gd name="connsiteX4" fmla="*/ 90670 w 107104"/>
                          <a:gd name="connsiteY4" fmla="*/ 135548 h 187757"/>
                          <a:gd name="connsiteX5" fmla="*/ 90099 w 107104"/>
                          <a:gd name="connsiteY5" fmla="*/ 138119 h 187757"/>
                          <a:gd name="connsiteX6" fmla="*/ 89146 w 107104"/>
                          <a:gd name="connsiteY6" fmla="*/ 141644 h 187757"/>
                          <a:gd name="connsiteX7" fmla="*/ 87431 w 107104"/>
                          <a:gd name="connsiteY7" fmla="*/ 148121 h 187757"/>
                          <a:gd name="connsiteX8" fmla="*/ 38568 w 107104"/>
                          <a:gd name="connsiteY8" fmla="*/ 187554 h 187757"/>
                          <a:gd name="connsiteX9" fmla="*/ 1516 w 107104"/>
                          <a:gd name="connsiteY9" fmla="*/ 160979 h 187757"/>
                          <a:gd name="connsiteX10" fmla="*/ 8946 w 107104"/>
                          <a:gd name="connsiteY10" fmla="*/ 140596 h 187757"/>
                          <a:gd name="connsiteX11" fmla="*/ 20185 w 107104"/>
                          <a:gd name="connsiteY11" fmla="*/ 125070 h 187757"/>
                          <a:gd name="connsiteX12" fmla="*/ 17423 w 107104"/>
                          <a:gd name="connsiteY12" fmla="*/ 115355 h 187757"/>
                          <a:gd name="connsiteX13" fmla="*/ 18375 w 107104"/>
                          <a:gd name="connsiteY13" fmla="*/ 106877 h 187757"/>
                          <a:gd name="connsiteX14" fmla="*/ 19518 w 107104"/>
                          <a:gd name="connsiteY14" fmla="*/ 99734 h 187757"/>
                          <a:gd name="connsiteX15" fmla="*/ 21614 w 107104"/>
                          <a:gd name="connsiteY15" fmla="*/ 90209 h 187757"/>
                          <a:gd name="connsiteX16" fmla="*/ 30663 w 107104"/>
                          <a:gd name="connsiteY16" fmla="*/ 56681 h 187757"/>
                          <a:gd name="connsiteX17" fmla="*/ 76764 w 107104"/>
                          <a:gd name="connsiteY17" fmla="*/ 2102 h 187757"/>
                          <a:gd name="connsiteX18" fmla="*/ 97433 w 107104"/>
                          <a:gd name="connsiteY18" fmla="*/ 6389 h 187757"/>
                          <a:gd name="connsiteX19" fmla="*/ 103815 w 107104"/>
                          <a:gd name="connsiteY19" fmla="*/ 74492 h 1877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07104" h="187757">
                            <a:moveTo>
                              <a:pt x="103815" y="74492"/>
                            </a:moveTo>
                            <a:cubicBezTo>
                              <a:pt x="102290" y="82112"/>
                              <a:pt x="99052" y="94304"/>
                              <a:pt x="96576" y="106020"/>
                            </a:cubicBezTo>
                            <a:cubicBezTo>
                              <a:pt x="95909" y="108973"/>
                              <a:pt x="95242" y="111926"/>
                              <a:pt x="94575" y="114783"/>
                            </a:cubicBezTo>
                            <a:cubicBezTo>
                              <a:pt x="93909" y="117545"/>
                              <a:pt x="93242" y="122117"/>
                              <a:pt x="92575" y="125451"/>
                            </a:cubicBezTo>
                            <a:cubicBezTo>
                              <a:pt x="91909" y="128975"/>
                              <a:pt x="91242" y="132404"/>
                              <a:pt x="90670" y="135548"/>
                            </a:cubicBezTo>
                            <a:cubicBezTo>
                              <a:pt x="90480" y="136405"/>
                              <a:pt x="90480" y="136881"/>
                              <a:pt x="90099" y="138119"/>
                            </a:cubicBezTo>
                            <a:cubicBezTo>
                              <a:pt x="89813" y="139358"/>
                              <a:pt x="89432" y="140501"/>
                              <a:pt x="89146" y="141644"/>
                            </a:cubicBezTo>
                            <a:cubicBezTo>
                              <a:pt x="88574" y="143930"/>
                              <a:pt x="87908" y="146120"/>
                              <a:pt x="87431" y="148121"/>
                            </a:cubicBezTo>
                            <a:cubicBezTo>
                              <a:pt x="78193" y="178124"/>
                              <a:pt x="56285" y="189459"/>
                              <a:pt x="38568" y="187554"/>
                            </a:cubicBezTo>
                            <a:cubicBezTo>
                              <a:pt x="20852" y="185744"/>
                              <a:pt x="8184" y="172981"/>
                              <a:pt x="1516" y="160979"/>
                            </a:cubicBezTo>
                            <a:cubicBezTo>
                              <a:pt x="-3151" y="152312"/>
                              <a:pt x="3993" y="143644"/>
                              <a:pt x="8946" y="140596"/>
                            </a:cubicBezTo>
                            <a:cubicBezTo>
                              <a:pt x="16375" y="136214"/>
                              <a:pt x="19614" y="130404"/>
                              <a:pt x="20185" y="125070"/>
                            </a:cubicBezTo>
                            <a:cubicBezTo>
                              <a:pt x="20852" y="119355"/>
                              <a:pt x="17994" y="115736"/>
                              <a:pt x="17423" y="115355"/>
                            </a:cubicBezTo>
                            <a:cubicBezTo>
                              <a:pt x="16947" y="116879"/>
                              <a:pt x="17804" y="110878"/>
                              <a:pt x="18375" y="106877"/>
                            </a:cubicBezTo>
                            <a:cubicBezTo>
                              <a:pt x="18757" y="104591"/>
                              <a:pt x="18947" y="102686"/>
                              <a:pt x="19518" y="99734"/>
                            </a:cubicBezTo>
                            <a:cubicBezTo>
                              <a:pt x="20185" y="96590"/>
                              <a:pt x="20947" y="93352"/>
                              <a:pt x="21614" y="90209"/>
                            </a:cubicBezTo>
                            <a:cubicBezTo>
                              <a:pt x="24281" y="77159"/>
                              <a:pt x="28186" y="65063"/>
                              <a:pt x="30663" y="56681"/>
                            </a:cubicBezTo>
                            <a:cubicBezTo>
                              <a:pt x="41045" y="25915"/>
                              <a:pt x="56952" y="13151"/>
                              <a:pt x="76764" y="2102"/>
                            </a:cubicBezTo>
                            <a:cubicBezTo>
                              <a:pt x="83622" y="-1708"/>
                              <a:pt x="94099" y="-374"/>
                              <a:pt x="97433" y="6389"/>
                            </a:cubicBezTo>
                            <a:cubicBezTo>
                              <a:pt x="107053" y="25629"/>
                              <a:pt x="110101" y="45822"/>
                              <a:pt x="103815" y="7449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79" name="Forme libre : forme 11178">
                        <a:extLst>
                          <a:ext uri="{FF2B5EF4-FFF2-40B4-BE49-F238E27FC236}">
                            <a16:creationId xmlns:a16="http://schemas.microsoft.com/office/drawing/2014/main" id="{ED71696F-F11F-4CCC-874B-69D02B5CF5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5171" y="1650682"/>
                        <a:ext cx="107175" cy="181684"/>
                      </a:xfrm>
                      <a:custGeom>
                        <a:avLst/>
                        <a:gdLst>
                          <a:gd name="connsiteX0" fmla="*/ 64694 w 107175"/>
                          <a:gd name="connsiteY0" fmla="*/ 118396 h 181684"/>
                          <a:gd name="connsiteX1" fmla="*/ 64027 w 107175"/>
                          <a:gd name="connsiteY1" fmla="*/ 124111 h 181684"/>
                          <a:gd name="connsiteX2" fmla="*/ 62884 w 107175"/>
                          <a:gd name="connsiteY2" fmla="*/ 130873 h 181684"/>
                          <a:gd name="connsiteX3" fmla="*/ 61170 w 107175"/>
                          <a:gd name="connsiteY3" fmla="*/ 137446 h 181684"/>
                          <a:gd name="connsiteX4" fmla="*/ 58788 w 107175"/>
                          <a:gd name="connsiteY4" fmla="*/ 143732 h 181684"/>
                          <a:gd name="connsiteX5" fmla="*/ 41072 w 107175"/>
                          <a:gd name="connsiteY5" fmla="*/ 161639 h 181684"/>
                          <a:gd name="connsiteX6" fmla="*/ 17164 w 107175"/>
                          <a:gd name="connsiteY6" fmla="*/ 158782 h 181684"/>
                          <a:gd name="connsiteX7" fmla="*/ 781 w 107175"/>
                          <a:gd name="connsiteY7" fmla="*/ 144589 h 181684"/>
                          <a:gd name="connsiteX8" fmla="*/ 1448 w 107175"/>
                          <a:gd name="connsiteY8" fmla="*/ 154781 h 181684"/>
                          <a:gd name="connsiteX9" fmla="*/ 10402 w 107175"/>
                          <a:gd name="connsiteY9" fmla="*/ 167068 h 181684"/>
                          <a:gd name="connsiteX10" fmla="*/ 30595 w 107175"/>
                          <a:gd name="connsiteY10" fmla="*/ 179832 h 181684"/>
                          <a:gd name="connsiteX11" fmla="*/ 57741 w 107175"/>
                          <a:gd name="connsiteY11" fmla="*/ 178498 h 181684"/>
                          <a:gd name="connsiteX12" fmla="*/ 87268 w 107175"/>
                          <a:gd name="connsiteY12" fmla="*/ 142304 h 181684"/>
                          <a:gd name="connsiteX13" fmla="*/ 89935 w 107175"/>
                          <a:gd name="connsiteY13" fmla="*/ 132397 h 181684"/>
                          <a:gd name="connsiteX14" fmla="*/ 91459 w 107175"/>
                          <a:gd name="connsiteY14" fmla="*/ 124968 h 181684"/>
                          <a:gd name="connsiteX15" fmla="*/ 94317 w 107175"/>
                          <a:gd name="connsiteY15" fmla="*/ 109538 h 181684"/>
                          <a:gd name="connsiteX16" fmla="*/ 97174 w 107175"/>
                          <a:gd name="connsiteY16" fmla="*/ 96869 h 181684"/>
                          <a:gd name="connsiteX17" fmla="*/ 102698 w 107175"/>
                          <a:gd name="connsiteY17" fmla="*/ 73342 h 181684"/>
                          <a:gd name="connsiteX18" fmla="*/ 103842 w 107175"/>
                          <a:gd name="connsiteY18" fmla="*/ 68580 h 181684"/>
                          <a:gd name="connsiteX19" fmla="*/ 107175 w 107175"/>
                          <a:gd name="connsiteY19" fmla="*/ 40862 h 181684"/>
                          <a:gd name="connsiteX20" fmla="*/ 101461 w 107175"/>
                          <a:gd name="connsiteY20" fmla="*/ 9620 h 181684"/>
                          <a:gd name="connsiteX21" fmla="*/ 97364 w 107175"/>
                          <a:gd name="connsiteY21" fmla="*/ 286 h 181684"/>
                          <a:gd name="connsiteX22" fmla="*/ 97174 w 107175"/>
                          <a:gd name="connsiteY22" fmla="*/ 0 h 181684"/>
                          <a:gd name="connsiteX23" fmla="*/ 77553 w 107175"/>
                          <a:gd name="connsiteY23" fmla="*/ 58293 h 181684"/>
                          <a:gd name="connsiteX24" fmla="*/ 69933 w 107175"/>
                          <a:gd name="connsiteY24" fmla="*/ 87916 h 181684"/>
                          <a:gd name="connsiteX25" fmla="*/ 67075 w 107175"/>
                          <a:gd name="connsiteY25" fmla="*/ 102679 h 181684"/>
                          <a:gd name="connsiteX26" fmla="*/ 64694 w 107175"/>
                          <a:gd name="connsiteY26" fmla="*/ 118396 h 1816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07175" h="181684">
                            <a:moveTo>
                              <a:pt x="64694" y="118396"/>
                            </a:moveTo>
                            <a:lnTo>
                              <a:pt x="64027" y="124111"/>
                            </a:lnTo>
                            <a:lnTo>
                              <a:pt x="62884" y="130873"/>
                            </a:lnTo>
                            <a:cubicBezTo>
                              <a:pt x="62599" y="133159"/>
                              <a:pt x="61836" y="135350"/>
                              <a:pt x="61170" y="137446"/>
                            </a:cubicBezTo>
                            <a:cubicBezTo>
                              <a:pt x="60408" y="139637"/>
                              <a:pt x="59931" y="141827"/>
                              <a:pt x="58788" y="143732"/>
                            </a:cubicBezTo>
                            <a:cubicBezTo>
                              <a:pt x="55264" y="151829"/>
                              <a:pt x="49168" y="158782"/>
                              <a:pt x="41072" y="161639"/>
                            </a:cubicBezTo>
                            <a:cubicBezTo>
                              <a:pt x="32881" y="164497"/>
                              <a:pt x="24213" y="162306"/>
                              <a:pt x="17164" y="158782"/>
                            </a:cubicBezTo>
                            <a:cubicBezTo>
                              <a:pt x="10020" y="155162"/>
                              <a:pt x="4401" y="149733"/>
                              <a:pt x="781" y="144589"/>
                            </a:cubicBezTo>
                            <a:cubicBezTo>
                              <a:pt x="-267" y="147733"/>
                              <a:pt x="-457" y="151352"/>
                              <a:pt x="1448" y="154781"/>
                            </a:cubicBezTo>
                            <a:cubicBezTo>
                              <a:pt x="3734" y="159067"/>
                              <a:pt x="6687" y="163163"/>
                              <a:pt x="10402" y="167068"/>
                            </a:cubicBezTo>
                            <a:cubicBezTo>
                              <a:pt x="15736" y="172593"/>
                              <a:pt x="22498" y="177355"/>
                              <a:pt x="30595" y="179832"/>
                            </a:cubicBezTo>
                            <a:cubicBezTo>
                              <a:pt x="38595" y="182404"/>
                              <a:pt x="48216" y="182594"/>
                              <a:pt x="57741" y="178498"/>
                            </a:cubicBezTo>
                            <a:cubicBezTo>
                              <a:pt x="70028" y="173450"/>
                              <a:pt x="81267" y="161925"/>
                              <a:pt x="87268" y="142304"/>
                            </a:cubicBezTo>
                            <a:cubicBezTo>
                              <a:pt x="88030" y="139255"/>
                              <a:pt x="88983" y="136017"/>
                              <a:pt x="89935" y="132397"/>
                            </a:cubicBezTo>
                            <a:cubicBezTo>
                              <a:pt x="90602" y="129540"/>
                              <a:pt x="90888" y="127635"/>
                              <a:pt x="91459" y="124968"/>
                            </a:cubicBezTo>
                            <a:cubicBezTo>
                              <a:pt x="92316" y="120205"/>
                              <a:pt x="93269" y="114967"/>
                              <a:pt x="94317" y="109538"/>
                            </a:cubicBezTo>
                            <a:cubicBezTo>
                              <a:pt x="95269" y="105346"/>
                              <a:pt x="96221" y="101155"/>
                              <a:pt x="97174" y="96869"/>
                            </a:cubicBezTo>
                            <a:cubicBezTo>
                              <a:pt x="98984" y="88392"/>
                              <a:pt x="101365" y="79915"/>
                              <a:pt x="102698" y="73342"/>
                            </a:cubicBezTo>
                            <a:cubicBezTo>
                              <a:pt x="103080" y="71628"/>
                              <a:pt x="103461" y="70009"/>
                              <a:pt x="103842" y="68580"/>
                            </a:cubicBezTo>
                            <a:cubicBezTo>
                              <a:pt x="106223" y="58388"/>
                              <a:pt x="106985" y="49244"/>
                              <a:pt x="107175" y="40862"/>
                            </a:cubicBezTo>
                            <a:cubicBezTo>
                              <a:pt x="107080" y="29337"/>
                              <a:pt x="104794" y="19241"/>
                              <a:pt x="101461" y="9620"/>
                            </a:cubicBezTo>
                            <a:cubicBezTo>
                              <a:pt x="100317" y="6477"/>
                              <a:pt x="98889" y="3429"/>
                              <a:pt x="97364" y="286"/>
                            </a:cubicBezTo>
                            <a:lnTo>
                              <a:pt x="97174" y="0"/>
                            </a:lnTo>
                            <a:cubicBezTo>
                              <a:pt x="90126" y="19050"/>
                              <a:pt x="83268" y="38576"/>
                              <a:pt x="77553" y="58293"/>
                            </a:cubicBezTo>
                            <a:cubicBezTo>
                              <a:pt x="74600" y="68104"/>
                              <a:pt x="72219" y="78010"/>
                              <a:pt x="69933" y="87916"/>
                            </a:cubicBezTo>
                            <a:lnTo>
                              <a:pt x="67075" y="102679"/>
                            </a:lnTo>
                            <a:cubicBezTo>
                              <a:pt x="65837" y="107537"/>
                              <a:pt x="65361" y="113157"/>
                              <a:pt x="64694" y="11839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80" name="Forme libre : forme 11179">
                        <a:extLst>
                          <a:ext uri="{FF2B5EF4-FFF2-40B4-BE49-F238E27FC236}">
                            <a16:creationId xmlns:a16="http://schemas.microsoft.com/office/drawing/2014/main" id="{008F0FBB-62C2-4DD2-AC6F-F228A7D8C7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12049" y="1682515"/>
                        <a:ext cx="34729" cy="92957"/>
                      </a:xfrm>
                      <a:custGeom>
                        <a:avLst/>
                        <a:gdLst>
                          <a:gd name="connsiteX0" fmla="*/ 30389 w 34729"/>
                          <a:gd name="connsiteY0" fmla="*/ 171 h 92957"/>
                          <a:gd name="connsiteX1" fmla="*/ 28674 w 34729"/>
                          <a:gd name="connsiteY1" fmla="*/ 50844 h 92957"/>
                          <a:gd name="connsiteX2" fmla="*/ 20388 w 34729"/>
                          <a:gd name="connsiteY2" fmla="*/ 76656 h 92957"/>
                          <a:gd name="connsiteX3" fmla="*/ 14196 w 34729"/>
                          <a:gd name="connsiteY3" fmla="*/ 88944 h 92957"/>
                          <a:gd name="connsiteX4" fmla="*/ 6767 w 34729"/>
                          <a:gd name="connsiteY4" fmla="*/ 92658 h 92957"/>
                          <a:gd name="connsiteX5" fmla="*/ 4 w 34729"/>
                          <a:gd name="connsiteY5" fmla="*/ 72370 h 92957"/>
                          <a:gd name="connsiteX6" fmla="*/ 4576 w 34729"/>
                          <a:gd name="connsiteY6" fmla="*/ 45033 h 92957"/>
                          <a:gd name="connsiteX7" fmla="*/ 30389 w 34729"/>
                          <a:gd name="connsiteY7" fmla="*/ 171 h 929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4729" h="92957">
                            <a:moveTo>
                              <a:pt x="30389" y="171"/>
                            </a:moveTo>
                            <a:cubicBezTo>
                              <a:pt x="39818" y="2933"/>
                              <a:pt x="31342" y="38842"/>
                              <a:pt x="28674" y="50844"/>
                            </a:cubicBezTo>
                            <a:cubicBezTo>
                              <a:pt x="27151" y="56940"/>
                              <a:pt x="24198" y="67036"/>
                              <a:pt x="20388" y="76656"/>
                            </a:cubicBezTo>
                            <a:cubicBezTo>
                              <a:pt x="18578" y="81609"/>
                              <a:pt x="16483" y="85991"/>
                              <a:pt x="14196" y="88944"/>
                            </a:cubicBezTo>
                            <a:cubicBezTo>
                              <a:pt x="11910" y="91896"/>
                              <a:pt x="9243" y="93706"/>
                              <a:pt x="6767" y="92658"/>
                            </a:cubicBezTo>
                            <a:cubicBezTo>
                              <a:pt x="1528" y="90658"/>
                              <a:pt x="-91" y="82276"/>
                              <a:pt x="4" y="72370"/>
                            </a:cubicBezTo>
                            <a:cubicBezTo>
                              <a:pt x="290" y="62655"/>
                              <a:pt x="2957" y="50653"/>
                              <a:pt x="4576" y="45033"/>
                            </a:cubicBezTo>
                            <a:cubicBezTo>
                              <a:pt x="7719" y="33413"/>
                              <a:pt x="20388" y="-2782"/>
                              <a:pt x="30389" y="1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81" name="Forme libre : forme 11180">
                        <a:extLst>
                          <a:ext uri="{FF2B5EF4-FFF2-40B4-BE49-F238E27FC236}">
                            <a16:creationId xmlns:a16="http://schemas.microsoft.com/office/drawing/2014/main" id="{E6625678-CD45-4C08-9686-E666110895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12434" y="1713261"/>
                        <a:ext cx="32194" cy="62524"/>
                      </a:xfrm>
                      <a:custGeom>
                        <a:avLst/>
                        <a:gdLst>
                          <a:gd name="connsiteX0" fmla="*/ 0 w 32194"/>
                          <a:gd name="connsiteY0" fmla="*/ 40005 h 62524"/>
                          <a:gd name="connsiteX1" fmla="*/ 952 w 32194"/>
                          <a:gd name="connsiteY1" fmla="*/ 53435 h 62524"/>
                          <a:gd name="connsiteX2" fmla="*/ 6382 w 32194"/>
                          <a:gd name="connsiteY2" fmla="*/ 62484 h 62524"/>
                          <a:gd name="connsiteX3" fmla="*/ 14001 w 32194"/>
                          <a:gd name="connsiteY3" fmla="*/ 57721 h 62524"/>
                          <a:gd name="connsiteX4" fmla="*/ 20098 w 32194"/>
                          <a:gd name="connsiteY4" fmla="*/ 46006 h 62524"/>
                          <a:gd name="connsiteX5" fmla="*/ 28670 w 32194"/>
                          <a:gd name="connsiteY5" fmla="*/ 19621 h 62524"/>
                          <a:gd name="connsiteX6" fmla="*/ 32195 w 32194"/>
                          <a:gd name="connsiteY6" fmla="*/ 0 h 62524"/>
                          <a:gd name="connsiteX7" fmla="*/ 28670 w 32194"/>
                          <a:gd name="connsiteY7" fmla="*/ 10096 h 62524"/>
                          <a:gd name="connsiteX8" fmla="*/ 0 w 32194"/>
                          <a:gd name="connsiteY8" fmla="*/ 40005 h 62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2194" h="62524">
                            <a:moveTo>
                              <a:pt x="0" y="40005"/>
                            </a:moveTo>
                            <a:cubicBezTo>
                              <a:pt x="476" y="43053"/>
                              <a:pt x="285" y="48578"/>
                              <a:pt x="952" y="53435"/>
                            </a:cubicBezTo>
                            <a:cubicBezTo>
                              <a:pt x="1524" y="58198"/>
                              <a:pt x="2953" y="62008"/>
                              <a:pt x="6382" y="62484"/>
                            </a:cubicBezTo>
                            <a:cubicBezTo>
                              <a:pt x="9048" y="62865"/>
                              <a:pt x="11811" y="60484"/>
                              <a:pt x="14001" y="57721"/>
                            </a:cubicBezTo>
                            <a:cubicBezTo>
                              <a:pt x="16287" y="54769"/>
                              <a:pt x="18288" y="50673"/>
                              <a:pt x="20098" y="46006"/>
                            </a:cubicBezTo>
                            <a:cubicBezTo>
                              <a:pt x="23813" y="36862"/>
                              <a:pt x="26575" y="27337"/>
                              <a:pt x="28670" y="19621"/>
                            </a:cubicBezTo>
                            <a:cubicBezTo>
                              <a:pt x="29908" y="15240"/>
                              <a:pt x="31622" y="5144"/>
                              <a:pt x="32195" y="0"/>
                            </a:cubicBezTo>
                            <a:cubicBezTo>
                              <a:pt x="31146" y="2762"/>
                              <a:pt x="30099" y="7620"/>
                              <a:pt x="28670" y="10096"/>
                            </a:cubicBezTo>
                            <a:cubicBezTo>
                              <a:pt x="20955" y="24194"/>
                              <a:pt x="12001" y="41434"/>
                              <a:pt x="0" y="4000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82" name="Forme libre : forme 11181">
                        <a:extLst>
                          <a:ext uri="{FF2B5EF4-FFF2-40B4-BE49-F238E27FC236}">
                            <a16:creationId xmlns:a16="http://schemas.microsoft.com/office/drawing/2014/main" id="{8A90A4E9-F0FB-4604-BA4B-73EF3FE320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15639" y="1677965"/>
                        <a:ext cx="34852" cy="93131"/>
                      </a:xfrm>
                      <a:custGeom>
                        <a:avLst/>
                        <a:gdLst>
                          <a:gd name="connsiteX0" fmla="*/ 30894 w 34852"/>
                          <a:gd name="connsiteY0" fmla="*/ 626 h 93131"/>
                          <a:gd name="connsiteX1" fmla="*/ 29179 w 34852"/>
                          <a:gd name="connsiteY1" fmla="*/ 51870 h 93131"/>
                          <a:gd name="connsiteX2" fmla="*/ 20702 w 34852"/>
                          <a:gd name="connsiteY2" fmla="*/ 77111 h 93131"/>
                          <a:gd name="connsiteX3" fmla="*/ 6700 w 34852"/>
                          <a:gd name="connsiteY3" fmla="*/ 93018 h 93131"/>
                          <a:gd name="connsiteX4" fmla="*/ 33 w 34852"/>
                          <a:gd name="connsiteY4" fmla="*/ 72920 h 93131"/>
                          <a:gd name="connsiteX5" fmla="*/ 4986 w 34852"/>
                          <a:gd name="connsiteY5" fmla="*/ 45679 h 93131"/>
                          <a:gd name="connsiteX6" fmla="*/ 30894 w 34852"/>
                          <a:gd name="connsiteY6" fmla="*/ 626 h 93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4852" h="93131">
                            <a:moveTo>
                              <a:pt x="30894" y="626"/>
                            </a:moveTo>
                            <a:cubicBezTo>
                              <a:pt x="39562" y="6531"/>
                              <a:pt x="31656" y="38916"/>
                              <a:pt x="29179" y="51870"/>
                            </a:cubicBezTo>
                            <a:cubicBezTo>
                              <a:pt x="27465" y="58347"/>
                              <a:pt x="24798" y="68539"/>
                              <a:pt x="20702" y="77111"/>
                            </a:cubicBezTo>
                            <a:cubicBezTo>
                              <a:pt x="16892" y="86541"/>
                              <a:pt x="12225" y="94161"/>
                              <a:pt x="6700" y="93018"/>
                            </a:cubicBezTo>
                            <a:cubicBezTo>
                              <a:pt x="1271" y="91970"/>
                              <a:pt x="-253" y="82826"/>
                              <a:pt x="33" y="72920"/>
                            </a:cubicBezTo>
                            <a:cubicBezTo>
                              <a:pt x="795" y="62633"/>
                              <a:pt x="3367" y="51013"/>
                              <a:pt x="4986" y="45679"/>
                            </a:cubicBezTo>
                            <a:cubicBezTo>
                              <a:pt x="7463" y="34725"/>
                              <a:pt x="22036" y="-5470"/>
                              <a:pt x="30894" y="62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83" name="Forme libre : forme 11182">
                        <a:extLst>
                          <a:ext uri="{FF2B5EF4-FFF2-40B4-BE49-F238E27FC236}">
                            <a16:creationId xmlns:a16="http://schemas.microsoft.com/office/drawing/2014/main" id="{CC5823F9-6311-47AD-B05A-7D9DF36F8B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89886" y="1707332"/>
                        <a:ext cx="67359" cy="107486"/>
                      </a:xfrm>
                      <a:custGeom>
                        <a:avLst/>
                        <a:gdLst>
                          <a:gd name="connsiteX0" fmla="*/ 1783 w 67359"/>
                          <a:gd name="connsiteY0" fmla="*/ 98703 h 107486"/>
                          <a:gd name="connsiteX1" fmla="*/ 8355 w 67359"/>
                          <a:gd name="connsiteY1" fmla="*/ 105370 h 107486"/>
                          <a:gd name="connsiteX2" fmla="*/ 13023 w 67359"/>
                          <a:gd name="connsiteY2" fmla="*/ 106989 h 107486"/>
                          <a:gd name="connsiteX3" fmla="*/ 19500 w 67359"/>
                          <a:gd name="connsiteY3" fmla="*/ 107370 h 107486"/>
                          <a:gd name="connsiteX4" fmla="*/ 44169 w 67359"/>
                          <a:gd name="connsiteY4" fmla="*/ 94988 h 107486"/>
                          <a:gd name="connsiteX5" fmla="*/ 49122 w 67359"/>
                          <a:gd name="connsiteY5" fmla="*/ 88606 h 107486"/>
                          <a:gd name="connsiteX6" fmla="*/ 53504 w 67359"/>
                          <a:gd name="connsiteY6" fmla="*/ 80605 h 107486"/>
                          <a:gd name="connsiteX7" fmla="*/ 57124 w 67359"/>
                          <a:gd name="connsiteY7" fmla="*/ 71366 h 107486"/>
                          <a:gd name="connsiteX8" fmla="*/ 59600 w 67359"/>
                          <a:gd name="connsiteY8" fmla="*/ 64032 h 107486"/>
                          <a:gd name="connsiteX9" fmla="*/ 63029 w 67359"/>
                          <a:gd name="connsiteY9" fmla="*/ 50982 h 107486"/>
                          <a:gd name="connsiteX10" fmla="*/ 65410 w 67359"/>
                          <a:gd name="connsiteY10" fmla="*/ 40029 h 107486"/>
                          <a:gd name="connsiteX11" fmla="*/ 67315 w 67359"/>
                          <a:gd name="connsiteY11" fmla="*/ 18978 h 107486"/>
                          <a:gd name="connsiteX12" fmla="*/ 58361 w 67359"/>
                          <a:gd name="connsiteY12" fmla="*/ 24 h 107486"/>
                          <a:gd name="connsiteX13" fmla="*/ 48836 w 67359"/>
                          <a:gd name="connsiteY13" fmla="*/ 12406 h 107486"/>
                          <a:gd name="connsiteX14" fmla="*/ 25786 w 67359"/>
                          <a:gd name="connsiteY14" fmla="*/ 48315 h 107486"/>
                          <a:gd name="connsiteX15" fmla="*/ 19785 w 67359"/>
                          <a:gd name="connsiteY15" fmla="*/ 55459 h 107486"/>
                          <a:gd name="connsiteX16" fmla="*/ 14071 w 67359"/>
                          <a:gd name="connsiteY16" fmla="*/ 61650 h 107486"/>
                          <a:gd name="connsiteX17" fmla="*/ 6736 w 67359"/>
                          <a:gd name="connsiteY17" fmla="*/ 71080 h 107486"/>
                          <a:gd name="connsiteX18" fmla="*/ 1593 w 67359"/>
                          <a:gd name="connsiteY18" fmla="*/ 84225 h 107486"/>
                          <a:gd name="connsiteX19" fmla="*/ 1783 w 67359"/>
                          <a:gd name="connsiteY19" fmla="*/ 98703 h 1074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67359" h="107486">
                            <a:moveTo>
                              <a:pt x="1783" y="98703"/>
                            </a:moveTo>
                            <a:cubicBezTo>
                              <a:pt x="3783" y="102036"/>
                              <a:pt x="5688" y="103846"/>
                              <a:pt x="8355" y="105370"/>
                            </a:cubicBezTo>
                            <a:cubicBezTo>
                              <a:pt x="9689" y="106132"/>
                              <a:pt x="11213" y="106704"/>
                              <a:pt x="13023" y="106989"/>
                            </a:cubicBezTo>
                            <a:cubicBezTo>
                              <a:pt x="14833" y="107370"/>
                              <a:pt x="17023" y="107656"/>
                              <a:pt x="19500" y="107370"/>
                            </a:cubicBezTo>
                            <a:cubicBezTo>
                              <a:pt x="29120" y="106608"/>
                              <a:pt x="37312" y="102513"/>
                              <a:pt x="44169" y="94988"/>
                            </a:cubicBezTo>
                            <a:cubicBezTo>
                              <a:pt x="46170" y="93273"/>
                              <a:pt x="47503" y="90892"/>
                              <a:pt x="49122" y="88606"/>
                            </a:cubicBezTo>
                            <a:cubicBezTo>
                              <a:pt x="50742" y="86225"/>
                              <a:pt x="52361" y="83653"/>
                              <a:pt x="53504" y="80605"/>
                            </a:cubicBezTo>
                            <a:cubicBezTo>
                              <a:pt x="54647" y="77843"/>
                              <a:pt x="56171" y="73842"/>
                              <a:pt x="57124" y="71366"/>
                            </a:cubicBezTo>
                            <a:cubicBezTo>
                              <a:pt x="57981" y="69080"/>
                              <a:pt x="58743" y="66603"/>
                              <a:pt x="59600" y="64032"/>
                            </a:cubicBezTo>
                            <a:cubicBezTo>
                              <a:pt x="60933" y="59936"/>
                              <a:pt x="61981" y="54792"/>
                              <a:pt x="63029" y="50982"/>
                            </a:cubicBezTo>
                            <a:cubicBezTo>
                              <a:pt x="64077" y="47363"/>
                              <a:pt x="64839" y="43648"/>
                              <a:pt x="65410" y="40029"/>
                            </a:cubicBezTo>
                            <a:cubicBezTo>
                              <a:pt x="66458" y="32790"/>
                              <a:pt x="67601" y="25360"/>
                              <a:pt x="67315" y="18978"/>
                            </a:cubicBezTo>
                            <a:cubicBezTo>
                              <a:pt x="66934" y="9358"/>
                              <a:pt x="64934" y="-548"/>
                              <a:pt x="58361" y="24"/>
                            </a:cubicBezTo>
                            <a:cubicBezTo>
                              <a:pt x="54361" y="405"/>
                              <a:pt x="51789" y="7263"/>
                              <a:pt x="48836" y="12406"/>
                            </a:cubicBezTo>
                            <a:cubicBezTo>
                              <a:pt x="41312" y="24503"/>
                              <a:pt x="35026" y="36695"/>
                              <a:pt x="25786" y="48315"/>
                            </a:cubicBezTo>
                            <a:cubicBezTo>
                              <a:pt x="23881" y="50697"/>
                              <a:pt x="21786" y="53078"/>
                              <a:pt x="19785" y="55459"/>
                            </a:cubicBezTo>
                            <a:cubicBezTo>
                              <a:pt x="17690" y="57840"/>
                              <a:pt x="15594" y="60603"/>
                              <a:pt x="14071" y="61650"/>
                            </a:cubicBezTo>
                            <a:cubicBezTo>
                              <a:pt x="10736" y="64603"/>
                              <a:pt x="8546" y="66699"/>
                              <a:pt x="6736" y="71080"/>
                            </a:cubicBezTo>
                            <a:cubicBezTo>
                              <a:pt x="5117" y="75081"/>
                              <a:pt x="3117" y="79653"/>
                              <a:pt x="1593" y="84225"/>
                            </a:cubicBezTo>
                            <a:cubicBezTo>
                              <a:pt x="-122" y="88701"/>
                              <a:pt x="-979" y="93940"/>
                              <a:pt x="1783" y="9870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84" name="Forme libre : forme 11183">
                        <a:extLst>
                          <a:ext uri="{FF2B5EF4-FFF2-40B4-BE49-F238E27FC236}">
                            <a16:creationId xmlns:a16="http://schemas.microsoft.com/office/drawing/2014/main" id="{63BD9400-1724-4485-874B-209F0E699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00883" y="1753873"/>
                        <a:ext cx="9534" cy="33493"/>
                      </a:xfrm>
                      <a:custGeom>
                        <a:avLst/>
                        <a:gdLst>
                          <a:gd name="connsiteX0" fmla="*/ 2312 w 9534"/>
                          <a:gd name="connsiteY0" fmla="*/ 27873 h 33493"/>
                          <a:gd name="connsiteX1" fmla="*/ 3074 w 9534"/>
                          <a:gd name="connsiteY1" fmla="*/ 32445 h 33493"/>
                          <a:gd name="connsiteX2" fmla="*/ 6122 w 9534"/>
                          <a:gd name="connsiteY2" fmla="*/ 32540 h 33493"/>
                          <a:gd name="connsiteX3" fmla="*/ 8503 w 9534"/>
                          <a:gd name="connsiteY3" fmla="*/ 27206 h 33493"/>
                          <a:gd name="connsiteX4" fmla="*/ 9456 w 9534"/>
                          <a:gd name="connsiteY4" fmla="*/ 12252 h 33493"/>
                          <a:gd name="connsiteX5" fmla="*/ 8979 w 9534"/>
                          <a:gd name="connsiteY5" fmla="*/ 6061 h 33493"/>
                          <a:gd name="connsiteX6" fmla="*/ 217 w 9534"/>
                          <a:gd name="connsiteY6" fmla="*/ 7299 h 33493"/>
                          <a:gd name="connsiteX7" fmla="*/ 978 w 9534"/>
                          <a:gd name="connsiteY7" fmla="*/ 17300 h 33493"/>
                          <a:gd name="connsiteX8" fmla="*/ 2312 w 9534"/>
                          <a:gd name="connsiteY8" fmla="*/ 27873 h 334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534" h="33493">
                            <a:moveTo>
                              <a:pt x="2312" y="27873"/>
                            </a:moveTo>
                            <a:cubicBezTo>
                              <a:pt x="2312" y="29588"/>
                              <a:pt x="2312" y="30921"/>
                              <a:pt x="3074" y="32445"/>
                            </a:cubicBezTo>
                            <a:cubicBezTo>
                              <a:pt x="3741" y="33969"/>
                              <a:pt x="4979" y="33683"/>
                              <a:pt x="6122" y="32540"/>
                            </a:cubicBezTo>
                            <a:cubicBezTo>
                              <a:pt x="7360" y="31492"/>
                              <a:pt x="7932" y="29016"/>
                              <a:pt x="8503" y="27206"/>
                            </a:cubicBezTo>
                            <a:cubicBezTo>
                              <a:pt x="9551" y="22158"/>
                              <a:pt x="9646" y="17491"/>
                              <a:pt x="9456" y="12252"/>
                            </a:cubicBezTo>
                            <a:cubicBezTo>
                              <a:pt x="9360" y="9966"/>
                              <a:pt x="9456" y="7871"/>
                              <a:pt x="8979" y="6061"/>
                            </a:cubicBezTo>
                            <a:cubicBezTo>
                              <a:pt x="6884" y="-1750"/>
                              <a:pt x="1264" y="-2702"/>
                              <a:pt x="217" y="7299"/>
                            </a:cubicBezTo>
                            <a:cubicBezTo>
                              <a:pt x="-355" y="11966"/>
                              <a:pt x="311" y="13967"/>
                              <a:pt x="978" y="17300"/>
                            </a:cubicBezTo>
                            <a:cubicBezTo>
                              <a:pt x="1550" y="20443"/>
                              <a:pt x="2121" y="24253"/>
                              <a:pt x="2312" y="2787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85" name="Forme libre : forme 11184">
                        <a:extLst>
                          <a:ext uri="{FF2B5EF4-FFF2-40B4-BE49-F238E27FC236}">
                            <a16:creationId xmlns:a16="http://schemas.microsoft.com/office/drawing/2014/main" id="{BFC14604-C33A-49B1-87AE-008C8F089B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58725" y="1652682"/>
                        <a:ext cx="9050" cy="64008"/>
                      </a:xfrm>
                      <a:custGeom>
                        <a:avLst/>
                        <a:gdLst>
                          <a:gd name="connsiteX0" fmla="*/ 0 w 9050"/>
                          <a:gd name="connsiteY0" fmla="*/ 0 h 64008"/>
                          <a:gd name="connsiteX1" fmla="*/ 9049 w 9050"/>
                          <a:gd name="connsiteY1" fmla="*/ 64008 h 64008"/>
                          <a:gd name="connsiteX2" fmla="*/ 0 w 9050"/>
                          <a:gd name="connsiteY2" fmla="*/ 0 h 64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050" h="64008">
                            <a:moveTo>
                              <a:pt x="0" y="0"/>
                            </a:moveTo>
                            <a:cubicBezTo>
                              <a:pt x="10382" y="12668"/>
                              <a:pt x="8858" y="44482"/>
                              <a:pt x="9049" y="64008"/>
                            </a:cubicBezTo>
                            <a:cubicBezTo>
                              <a:pt x="9144" y="42767"/>
                              <a:pt x="4953" y="17907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86" name="Forme libre : forme 11185">
                        <a:extLst>
                          <a:ext uri="{FF2B5EF4-FFF2-40B4-BE49-F238E27FC236}">
                            <a16:creationId xmlns:a16="http://schemas.microsoft.com/office/drawing/2014/main" id="{BBD7BD06-0298-4210-87B3-351B1E2F8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4239" y="1760791"/>
                        <a:ext cx="14396" cy="26765"/>
                      </a:xfrm>
                      <a:custGeom>
                        <a:avLst/>
                        <a:gdLst>
                          <a:gd name="connsiteX0" fmla="*/ 10287 w 14396"/>
                          <a:gd name="connsiteY0" fmla="*/ 0 h 26765"/>
                          <a:gd name="connsiteX1" fmla="*/ 12287 w 14396"/>
                          <a:gd name="connsiteY1" fmla="*/ 4000 h 26765"/>
                          <a:gd name="connsiteX2" fmla="*/ 13145 w 14396"/>
                          <a:gd name="connsiteY2" fmla="*/ 12383 h 26765"/>
                          <a:gd name="connsiteX3" fmla="*/ 0 w 14396"/>
                          <a:gd name="connsiteY3" fmla="*/ 26765 h 26765"/>
                          <a:gd name="connsiteX4" fmla="*/ 14001 w 14396"/>
                          <a:gd name="connsiteY4" fmla="*/ 13525 h 26765"/>
                          <a:gd name="connsiteX5" fmla="*/ 10287 w 14396"/>
                          <a:gd name="connsiteY5" fmla="*/ 0 h 26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4396" h="26765">
                            <a:moveTo>
                              <a:pt x="10287" y="0"/>
                            </a:moveTo>
                            <a:cubicBezTo>
                              <a:pt x="10668" y="667"/>
                              <a:pt x="11430" y="1810"/>
                              <a:pt x="12287" y="4000"/>
                            </a:cubicBezTo>
                            <a:cubicBezTo>
                              <a:pt x="13049" y="6096"/>
                              <a:pt x="13716" y="9239"/>
                              <a:pt x="13145" y="12383"/>
                            </a:cubicBezTo>
                            <a:cubicBezTo>
                              <a:pt x="12002" y="18669"/>
                              <a:pt x="7239" y="23717"/>
                              <a:pt x="0" y="26765"/>
                            </a:cubicBezTo>
                            <a:cubicBezTo>
                              <a:pt x="6762" y="23432"/>
                              <a:pt x="12287" y="19812"/>
                              <a:pt x="14001" y="13525"/>
                            </a:cubicBezTo>
                            <a:cubicBezTo>
                              <a:pt x="15526" y="6858"/>
                              <a:pt x="12287" y="1429"/>
                              <a:pt x="1028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87" name="Forme libre : forme 11186">
                        <a:extLst>
                          <a:ext uri="{FF2B5EF4-FFF2-40B4-BE49-F238E27FC236}">
                            <a16:creationId xmlns:a16="http://schemas.microsoft.com/office/drawing/2014/main" id="{21685943-9ED0-4432-B2CC-DA51CECA6E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18603" y="1702158"/>
                        <a:ext cx="15103" cy="33799"/>
                      </a:xfrm>
                      <a:custGeom>
                        <a:avLst/>
                        <a:gdLst>
                          <a:gd name="connsiteX0" fmla="*/ 14405 w 15103"/>
                          <a:gd name="connsiteY0" fmla="*/ 531 h 33799"/>
                          <a:gd name="connsiteX1" fmla="*/ 10214 w 15103"/>
                          <a:gd name="connsiteY1" fmla="*/ 21010 h 33799"/>
                          <a:gd name="connsiteX2" fmla="*/ 975 w 15103"/>
                          <a:gd name="connsiteY2" fmla="*/ 33202 h 33799"/>
                          <a:gd name="connsiteX3" fmla="*/ 4689 w 15103"/>
                          <a:gd name="connsiteY3" fmla="*/ 13675 h 33799"/>
                          <a:gd name="connsiteX4" fmla="*/ 14405 w 15103"/>
                          <a:gd name="connsiteY4" fmla="*/ 531 h 337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103" h="33799">
                            <a:moveTo>
                              <a:pt x="14405" y="531"/>
                            </a:moveTo>
                            <a:cubicBezTo>
                              <a:pt x="16977" y="3769"/>
                              <a:pt x="11738" y="16914"/>
                              <a:pt x="10214" y="21010"/>
                            </a:cubicBezTo>
                            <a:cubicBezTo>
                              <a:pt x="8594" y="25010"/>
                              <a:pt x="3832" y="36535"/>
                              <a:pt x="975" y="33202"/>
                            </a:cubicBezTo>
                            <a:cubicBezTo>
                              <a:pt x="-2169" y="29677"/>
                              <a:pt x="3165" y="17485"/>
                              <a:pt x="4689" y="13675"/>
                            </a:cubicBezTo>
                            <a:cubicBezTo>
                              <a:pt x="6118" y="9770"/>
                              <a:pt x="11738" y="-2708"/>
                              <a:pt x="14405" y="53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88" name="Forme libre : forme 11187">
                        <a:extLst>
                          <a:ext uri="{FF2B5EF4-FFF2-40B4-BE49-F238E27FC236}">
                            <a16:creationId xmlns:a16="http://schemas.microsoft.com/office/drawing/2014/main" id="{C49B8B2D-E912-40B5-873A-59C620E960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9953" y="1697162"/>
                        <a:ext cx="4585" cy="9719"/>
                      </a:xfrm>
                      <a:custGeom>
                        <a:avLst/>
                        <a:gdLst>
                          <a:gd name="connsiteX0" fmla="*/ 3722 w 4585"/>
                          <a:gd name="connsiteY0" fmla="*/ 2 h 9719"/>
                          <a:gd name="connsiteX1" fmla="*/ 4007 w 4585"/>
                          <a:gd name="connsiteY1" fmla="*/ 4955 h 9719"/>
                          <a:gd name="connsiteX2" fmla="*/ 864 w 4585"/>
                          <a:gd name="connsiteY2" fmla="*/ 9717 h 9719"/>
                          <a:gd name="connsiteX3" fmla="*/ 578 w 4585"/>
                          <a:gd name="connsiteY3" fmla="*/ 4955 h 9719"/>
                          <a:gd name="connsiteX4" fmla="*/ 3722 w 4585"/>
                          <a:gd name="connsiteY4" fmla="*/ 2 h 9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85" h="9719">
                            <a:moveTo>
                              <a:pt x="3722" y="2"/>
                            </a:moveTo>
                            <a:cubicBezTo>
                              <a:pt x="5151" y="97"/>
                              <a:pt x="4484" y="3336"/>
                              <a:pt x="4007" y="4955"/>
                            </a:cubicBezTo>
                            <a:cubicBezTo>
                              <a:pt x="3531" y="6574"/>
                              <a:pt x="2293" y="9813"/>
                              <a:pt x="864" y="9717"/>
                            </a:cubicBezTo>
                            <a:cubicBezTo>
                              <a:pt x="-565" y="9622"/>
                              <a:pt x="102" y="6574"/>
                              <a:pt x="578" y="4955"/>
                            </a:cubicBezTo>
                            <a:cubicBezTo>
                              <a:pt x="1054" y="3336"/>
                              <a:pt x="2293" y="-93"/>
                              <a:pt x="3722" y="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89" name="Forme libre : forme 11188">
                        <a:extLst>
                          <a:ext uri="{FF2B5EF4-FFF2-40B4-BE49-F238E27FC236}">
                            <a16:creationId xmlns:a16="http://schemas.microsoft.com/office/drawing/2014/main" id="{F4CEB091-F22D-470D-A81C-FBA14C842A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97091" y="1653764"/>
                        <a:ext cx="55572" cy="77667"/>
                      </a:xfrm>
                      <a:custGeom>
                        <a:avLst/>
                        <a:gdLst>
                          <a:gd name="connsiteX0" fmla="*/ 30678 w 55572"/>
                          <a:gd name="connsiteY0" fmla="*/ 15587 h 77667"/>
                          <a:gd name="connsiteX1" fmla="*/ 51727 w 55572"/>
                          <a:gd name="connsiteY1" fmla="*/ 157 h 77667"/>
                          <a:gd name="connsiteX2" fmla="*/ 55062 w 55572"/>
                          <a:gd name="connsiteY2" fmla="*/ 7872 h 77667"/>
                          <a:gd name="connsiteX3" fmla="*/ 48394 w 55572"/>
                          <a:gd name="connsiteY3" fmla="*/ 16635 h 77667"/>
                          <a:gd name="connsiteX4" fmla="*/ 26296 w 55572"/>
                          <a:gd name="connsiteY4" fmla="*/ 42257 h 77667"/>
                          <a:gd name="connsiteX5" fmla="*/ 1626 w 55572"/>
                          <a:gd name="connsiteY5" fmla="*/ 76452 h 77667"/>
                          <a:gd name="connsiteX6" fmla="*/ 13723 w 55572"/>
                          <a:gd name="connsiteY6" fmla="*/ 31780 h 77667"/>
                          <a:gd name="connsiteX7" fmla="*/ 30678 w 55572"/>
                          <a:gd name="connsiteY7" fmla="*/ 15587 h 776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5572" h="77667">
                            <a:moveTo>
                              <a:pt x="30678" y="15587"/>
                            </a:moveTo>
                            <a:cubicBezTo>
                              <a:pt x="38012" y="8158"/>
                              <a:pt x="43631" y="3014"/>
                              <a:pt x="51727" y="157"/>
                            </a:cubicBezTo>
                            <a:cubicBezTo>
                              <a:pt x="54776" y="-891"/>
                              <a:pt x="56490" y="3491"/>
                              <a:pt x="55062" y="7872"/>
                            </a:cubicBezTo>
                            <a:cubicBezTo>
                              <a:pt x="53633" y="12158"/>
                              <a:pt x="50966" y="14254"/>
                              <a:pt x="48394" y="16635"/>
                            </a:cubicBezTo>
                            <a:cubicBezTo>
                              <a:pt x="40298" y="23874"/>
                              <a:pt x="33250" y="32256"/>
                              <a:pt x="26296" y="42257"/>
                            </a:cubicBezTo>
                            <a:cubicBezTo>
                              <a:pt x="21533" y="48163"/>
                              <a:pt x="7246" y="84739"/>
                              <a:pt x="1626" y="76452"/>
                            </a:cubicBezTo>
                            <a:cubicBezTo>
                              <a:pt x="-4374" y="67594"/>
                              <a:pt x="7722" y="39971"/>
                              <a:pt x="13723" y="31780"/>
                            </a:cubicBezTo>
                            <a:cubicBezTo>
                              <a:pt x="19534" y="23207"/>
                              <a:pt x="25153" y="21112"/>
                              <a:pt x="30678" y="1558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1165" name="Graphique 1">
                      <a:extLst>
                        <a:ext uri="{FF2B5EF4-FFF2-40B4-BE49-F238E27FC236}">
                          <a16:creationId xmlns:a16="http://schemas.microsoft.com/office/drawing/2014/main" id="{834B322C-F83C-476F-B297-5EBF5E2BD6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040482" y="1461372"/>
                      <a:ext cx="118353" cy="184795"/>
                      <a:chOff x="8040482" y="1461372"/>
                      <a:chExt cx="118353" cy="184795"/>
                    </a:xfrm>
                    <a:solidFill>
                      <a:schemeClr val="accent1"/>
                    </a:solidFill>
                  </p:grpSpPr>
                  <p:sp>
                    <p:nvSpPr>
                      <p:cNvPr id="11166" name="Forme libre : forme 11165">
                        <a:extLst>
                          <a:ext uri="{FF2B5EF4-FFF2-40B4-BE49-F238E27FC236}">
                            <a16:creationId xmlns:a16="http://schemas.microsoft.com/office/drawing/2014/main" id="{B4098DA6-5C4C-4E99-B5FD-A7C9EE1D3A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0482" y="1461372"/>
                        <a:ext cx="118353" cy="184795"/>
                      </a:xfrm>
                      <a:custGeom>
                        <a:avLst/>
                        <a:gdLst>
                          <a:gd name="connsiteX0" fmla="*/ 106159 w 118353"/>
                          <a:gd name="connsiteY0" fmla="*/ 76629 h 184795"/>
                          <a:gd name="connsiteX1" fmla="*/ 76441 w 118353"/>
                          <a:gd name="connsiteY1" fmla="*/ 135780 h 184795"/>
                          <a:gd name="connsiteX2" fmla="*/ 24816 w 118353"/>
                          <a:gd name="connsiteY2" fmla="*/ 183691 h 184795"/>
                          <a:gd name="connsiteX3" fmla="*/ 5194 w 118353"/>
                          <a:gd name="connsiteY3" fmla="*/ 174832 h 184795"/>
                          <a:gd name="connsiteX4" fmla="*/ 8718 w 118353"/>
                          <a:gd name="connsiteY4" fmla="*/ 102537 h 184795"/>
                          <a:gd name="connsiteX5" fmla="*/ 22625 w 118353"/>
                          <a:gd name="connsiteY5" fmla="*/ 72058 h 184795"/>
                          <a:gd name="connsiteX6" fmla="*/ 39293 w 118353"/>
                          <a:gd name="connsiteY6" fmla="*/ 41958 h 184795"/>
                          <a:gd name="connsiteX7" fmla="*/ 53105 w 118353"/>
                          <a:gd name="connsiteY7" fmla="*/ 23956 h 184795"/>
                          <a:gd name="connsiteX8" fmla="*/ 68250 w 118353"/>
                          <a:gd name="connsiteY8" fmla="*/ 11574 h 184795"/>
                          <a:gd name="connsiteX9" fmla="*/ 84918 w 118353"/>
                          <a:gd name="connsiteY9" fmla="*/ 3763 h 184795"/>
                          <a:gd name="connsiteX10" fmla="*/ 103397 w 118353"/>
                          <a:gd name="connsiteY10" fmla="*/ 48 h 184795"/>
                          <a:gd name="connsiteX11" fmla="*/ 118256 w 118353"/>
                          <a:gd name="connsiteY11" fmla="*/ 14908 h 184795"/>
                          <a:gd name="connsiteX12" fmla="*/ 117303 w 118353"/>
                          <a:gd name="connsiteY12" fmla="*/ 43387 h 184795"/>
                          <a:gd name="connsiteX13" fmla="*/ 106159 w 118353"/>
                          <a:gd name="connsiteY13" fmla="*/ 76629 h 1847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18353" h="184795">
                            <a:moveTo>
                              <a:pt x="106159" y="76629"/>
                            </a:moveTo>
                            <a:cubicBezTo>
                              <a:pt x="99015" y="90822"/>
                              <a:pt x="83871" y="121016"/>
                              <a:pt x="76441" y="135780"/>
                            </a:cubicBezTo>
                            <a:cubicBezTo>
                              <a:pt x="61773" y="163307"/>
                              <a:pt x="46056" y="174261"/>
                              <a:pt x="24816" y="183691"/>
                            </a:cubicBezTo>
                            <a:cubicBezTo>
                              <a:pt x="17577" y="187024"/>
                              <a:pt x="7576" y="182452"/>
                              <a:pt x="5194" y="174832"/>
                            </a:cubicBezTo>
                            <a:cubicBezTo>
                              <a:pt x="-1664" y="152925"/>
                              <a:pt x="-2902" y="131493"/>
                              <a:pt x="8718" y="102537"/>
                            </a:cubicBezTo>
                            <a:cubicBezTo>
                              <a:pt x="11671" y="94727"/>
                              <a:pt x="17101" y="83392"/>
                              <a:pt x="22625" y="72058"/>
                            </a:cubicBezTo>
                            <a:cubicBezTo>
                              <a:pt x="28531" y="60723"/>
                              <a:pt x="34436" y="49483"/>
                              <a:pt x="39293" y="41958"/>
                            </a:cubicBezTo>
                            <a:cubicBezTo>
                              <a:pt x="43580" y="34910"/>
                              <a:pt x="48057" y="29004"/>
                              <a:pt x="53105" y="23956"/>
                            </a:cubicBezTo>
                            <a:cubicBezTo>
                              <a:pt x="57867" y="19003"/>
                              <a:pt x="62820" y="14908"/>
                              <a:pt x="68250" y="11574"/>
                            </a:cubicBezTo>
                            <a:cubicBezTo>
                              <a:pt x="73584" y="8240"/>
                              <a:pt x="78632" y="5763"/>
                              <a:pt x="84918" y="3763"/>
                            </a:cubicBezTo>
                            <a:cubicBezTo>
                              <a:pt x="90919" y="1858"/>
                              <a:pt x="96253" y="525"/>
                              <a:pt x="103397" y="48"/>
                            </a:cubicBezTo>
                            <a:cubicBezTo>
                              <a:pt x="112731" y="-713"/>
                              <a:pt x="118541" y="7668"/>
                              <a:pt x="118256" y="14908"/>
                            </a:cubicBezTo>
                            <a:cubicBezTo>
                              <a:pt x="118161" y="24623"/>
                              <a:pt x="118923" y="33481"/>
                              <a:pt x="117303" y="43387"/>
                            </a:cubicBezTo>
                            <a:cubicBezTo>
                              <a:pt x="115779" y="53008"/>
                              <a:pt x="112351" y="63675"/>
                              <a:pt x="106159" y="7662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67" name="Forme libre : forme 11166">
                        <a:extLst>
                          <a:ext uri="{FF2B5EF4-FFF2-40B4-BE49-F238E27FC236}">
                            <a16:creationId xmlns:a16="http://schemas.microsoft.com/office/drawing/2014/main" id="{7715CC03-402E-4ECC-84F3-8DD099C932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55487" y="1475422"/>
                        <a:ext cx="102965" cy="170598"/>
                      </a:xfrm>
                      <a:custGeom>
                        <a:avLst/>
                        <a:gdLst>
                          <a:gd name="connsiteX0" fmla="*/ 41243 w 102965"/>
                          <a:gd name="connsiteY0" fmla="*/ 100775 h 170598"/>
                          <a:gd name="connsiteX1" fmla="*/ 0 w 102965"/>
                          <a:gd name="connsiteY1" fmla="*/ 169926 h 170598"/>
                          <a:gd name="connsiteX2" fmla="*/ 9525 w 102965"/>
                          <a:gd name="connsiteY2" fmla="*/ 169545 h 170598"/>
                          <a:gd name="connsiteX3" fmla="*/ 20098 w 102965"/>
                          <a:gd name="connsiteY3" fmla="*/ 164402 h 170598"/>
                          <a:gd name="connsiteX4" fmla="*/ 46387 w 102965"/>
                          <a:gd name="connsiteY4" fmla="*/ 143732 h 170598"/>
                          <a:gd name="connsiteX5" fmla="*/ 61151 w 102965"/>
                          <a:gd name="connsiteY5" fmla="*/ 121634 h 170598"/>
                          <a:gd name="connsiteX6" fmla="*/ 66008 w 102965"/>
                          <a:gd name="connsiteY6" fmla="*/ 111919 h 170598"/>
                          <a:gd name="connsiteX7" fmla="*/ 88678 w 102965"/>
                          <a:gd name="connsiteY7" fmla="*/ 66675 h 170598"/>
                          <a:gd name="connsiteX8" fmla="*/ 90774 w 102965"/>
                          <a:gd name="connsiteY8" fmla="*/ 62389 h 170598"/>
                          <a:gd name="connsiteX9" fmla="*/ 96393 w 102965"/>
                          <a:gd name="connsiteY9" fmla="*/ 49435 h 170598"/>
                          <a:gd name="connsiteX10" fmla="*/ 100108 w 102965"/>
                          <a:gd name="connsiteY10" fmla="*/ 37719 h 170598"/>
                          <a:gd name="connsiteX11" fmla="*/ 102489 w 102965"/>
                          <a:gd name="connsiteY11" fmla="*/ 23051 h 170598"/>
                          <a:gd name="connsiteX12" fmla="*/ 102965 w 102965"/>
                          <a:gd name="connsiteY12" fmla="*/ 9239 h 170598"/>
                          <a:gd name="connsiteX13" fmla="*/ 102870 w 102965"/>
                          <a:gd name="connsiteY13" fmla="*/ 381 h 170598"/>
                          <a:gd name="connsiteX14" fmla="*/ 102870 w 102965"/>
                          <a:gd name="connsiteY14" fmla="*/ 0 h 170598"/>
                          <a:gd name="connsiteX15" fmla="*/ 97917 w 102965"/>
                          <a:gd name="connsiteY15" fmla="*/ 3905 h 170598"/>
                          <a:gd name="connsiteX16" fmla="*/ 93155 w 102965"/>
                          <a:gd name="connsiteY16" fmla="*/ 9144 h 170598"/>
                          <a:gd name="connsiteX17" fmla="*/ 84011 w 102965"/>
                          <a:gd name="connsiteY17" fmla="*/ 20574 h 170598"/>
                          <a:gd name="connsiteX18" fmla="*/ 75533 w 102965"/>
                          <a:gd name="connsiteY18" fmla="*/ 33052 h 170598"/>
                          <a:gd name="connsiteX19" fmla="*/ 67628 w 102965"/>
                          <a:gd name="connsiteY19" fmla="*/ 46006 h 170598"/>
                          <a:gd name="connsiteX20" fmla="*/ 41243 w 102965"/>
                          <a:gd name="connsiteY20" fmla="*/ 100775 h 1705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02965" h="170598">
                            <a:moveTo>
                              <a:pt x="41243" y="100775"/>
                            </a:moveTo>
                            <a:cubicBezTo>
                              <a:pt x="30861" y="126587"/>
                              <a:pt x="18479" y="153829"/>
                              <a:pt x="0" y="169926"/>
                            </a:cubicBezTo>
                            <a:cubicBezTo>
                              <a:pt x="3143" y="170879"/>
                              <a:pt x="6572" y="170879"/>
                              <a:pt x="9525" y="169545"/>
                            </a:cubicBezTo>
                            <a:cubicBezTo>
                              <a:pt x="13240" y="167926"/>
                              <a:pt x="16669" y="166211"/>
                              <a:pt x="20098" y="164402"/>
                            </a:cubicBezTo>
                            <a:cubicBezTo>
                              <a:pt x="29718" y="159163"/>
                              <a:pt x="38386" y="152876"/>
                              <a:pt x="46387" y="143732"/>
                            </a:cubicBezTo>
                            <a:cubicBezTo>
                              <a:pt x="51435" y="137732"/>
                              <a:pt x="56388" y="130588"/>
                              <a:pt x="61151" y="121634"/>
                            </a:cubicBezTo>
                            <a:cubicBezTo>
                              <a:pt x="62579" y="118872"/>
                              <a:pt x="64198" y="115633"/>
                              <a:pt x="66008" y="111919"/>
                            </a:cubicBezTo>
                            <a:cubicBezTo>
                              <a:pt x="73057" y="97917"/>
                              <a:pt x="82582" y="78962"/>
                              <a:pt x="88678" y="66675"/>
                            </a:cubicBezTo>
                            <a:cubicBezTo>
                              <a:pt x="89440" y="65151"/>
                              <a:pt x="90107" y="63722"/>
                              <a:pt x="90774" y="62389"/>
                            </a:cubicBezTo>
                            <a:cubicBezTo>
                              <a:pt x="92964" y="57722"/>
                              <a:pt x="94774" y="53435"/>
                              <a:pt x="96393" y="49435"/>
                            </a:cubicBezTo>
                            <a:cubicBezTo>
                              <a:pt x="97917" y="45434"/>
                              <a:pt x="99060" y="41243"/>
                              <a:pt x="100108" y="37719"/>
                            </a:cubicBezTo>
                            <a:cubicBezTo>
                              <a:pt x="101441" y="32861"/>
                              <a:pt x="102108" y="27813"/>
                              <a:pt x="102489" y="23051"/>
                            </a:cubicBezTo>
                            <a:cubicBezTo>
                              <a:pt x="102870" y="18764"/>
                              <a:pt x="102965" y="14002"/>
                              <a:pt x="102965" y="9239"/>
                            </a:cubicBezTo>
                            <a:cubicBezTo>
                              <a:pt x="102870" y="6668"/>
                              <a:pt x="102775" y="3715"/>
                              <a:pt x="102870" y="381"/>
                            </a:cubicBezTo>
                            <a:lnTo>
                              <a:pt x="102870" y="0"/>
                            </a:lnTo>
                            <a:lnTo>
                              <a:pt x="97917" y="3905"/>
                            </a:lnTo>
                            <a:lnTo>
                              <a:pt x="93155" y="9144"/>
                            </a:lnTo>
                            <a:cubicBezTo>
                              <a:pt x="89821" y="12478"/>
                              <a:pt x="86963" y="16574"/>
                              <a:pt x="84011" y="20574"/>
                            </a:cubicBezTo>
                            <a:cubicBezTo>
                              <a:pt x="80963" y="24479"/>
                              <a:pt x="78200" y="28670"/>
                              <a:pt x="75533" y="33052"/>
                            </a:cubicBezTo>
                            <a:cubicBezTo>
                              <a:pt x="72866" y="37338"/>
                              <a:pt x="70009" y="41529"/>
                              <a:pt x="67628" y="46006"/>
                            </a:cubicBezTo>
                            <a:cubicBezTo>
                              <a:pt x="57531" y="63818"/>
                              <a:pt x="48959" y="82487"/>
                              <a:pt x="41243" y="10077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68" name="Forme libre : forme 11167">
                        <a:extLst>
                          <a:ext uri="{FF2B5EF4-FFF2-40B4-BE49-F238E27FC236}">
                            <a16:creationId xmlns:a16="http://schemas.microsoft.com/office/drawing/2014/main" id="{FF45380B-888E-4978-8E3A-55260BE034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80573" y="1495738"/>
                        <a:ext cx="51663" cy="84575"/>
                      </a:xfrm>
                      <a:custGeom>
                        <a:avLst/>
                        <a:gdLst>
                          <a:gd name="connsiteX0" fmla="*/ 49399 w 51663"/>
                          <a:gd name="connsiteY0" fmla="*/ 639 h 84575"/>
                          <a:gd name="connsiteX1" fmla="*/ 47399 w 51663"/>
                          <a:gd name="connsiteY1" fmla="*/ 22546 h 84575"/>
                          <a:gd name="connsiteX2" fmla="*/ 35588 w 51663"/>
                          <a:gd name="connsiteY2" fmla="*/ 49216 h 84575"/>
                          <a:gd name="connsiteX3" fmla="*/ 3679 w 51663"/>
                          <a:gd name="connsiteY3" fmla="*/ 84173 h 84575"/>
                          <a:gd name="connsiteX4" fmla="*/ 13490 w 51663"/>
                          <a:gd name="connsiteY4" fmla="*/ 37977 h 84575"/>
                          <a:gd name="connsiteX5" fmla="*/ 29968 w 51663"/>
                          <a:gd name="connsiteY5" fmla="*/ 13117 h 84575"/>
                          <a:gd name="connsiteX6" fmla="*/ 49399 w 51663"/>
                          <a:gd name="connsiteY6" fmla="*/ 639 h 84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663" h="84575">
                            <a:moveTo>
                              <a:pt x="49399" y="639"/>
                            </a:moveTo>
                            <a:cubicBezTo>
                              <a:pt x="53590" y="3210"/>
                              <a:pt x="51400" y="12735"/>
                              <a:pt x="47399" y="22546"/>
                            </a:cubicBezTo>
                            <a:cubicBezTo>
                              <a:pt x="43780" y="32738"/>
                              <a:pt x="38255" y="43597"/>
                              <a:pt x="35588" y="49216"/>
                            </a:cubicBezTo>
                            <a:cubicBezTo>
                              <a:pt x="29682" y="59980"/>
                              <a:pt x="13680" y="88269"/>
                              <a:pt x="3679" y="84173"/>
                            </a:cubicBezTo>
                            <a:cubicBezTo>
                              <a:pt x="-6608" y="79887"/>
                              <a:pt x="7299" y="48359"/>
                              <a:pt x="13490" y="37977"/>
                            </a:cubicBezTo>
                            <a:cubicBezTo>
                              <a:pt x="16252" y="32738"/>
                              <a:pt x="22920" y="21880"/>
                              <a:pt x="29968" y="13117"/>
                            </a:cubicBezTo>
                            <a:cubicBezTo>
                              <a:pt x="37397" y="4449"/>
                              <a:pt x="45018" y="-2124"/>
                              <a:pt x="49399" y="63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69" name="Forme libre : forme 11168">
                        <a:extLst>
                          <a:ext uri="{FF2B5EF4-FFF2-40B4-BE49-F238E27FC236}">
                            <a16:creationId xmlns:a16="http://schemas.microsoft.com/office/drawing/2014/main" id="{8B9EE16B-725F-4D99-99A5-378D3A55AC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80608" y="1526381"/>
                        <a:ext cx="43934" cy="54053"/>
                      </a:xfrm>
                      <a:custGeom>
                        <a:avLst/>
                        <a:gdLst>
                          <a:gd name="connsiteX0" fmla="*/ 3263 w 43934"/>
                          <a:gd name="connsiteY0" fmla="*/ 31147 h 54053"/>
                          <a:gd name="connsiteX1" fmla="*/ 3549 w 43934"/>
                          <a:gd name="connsiteY1" fmla="*/ 54007 h 54053"/>
                          <a:gd name="connsiteX2" fmla="*/ 35934 w 43934"/>
                          <a:gd name="connsiteY2" fmla="*/ 18193 h 54053"/>
                          <a:gd name="connsiteX3" fmla="*/ 43935 w 43934"/>
                          <a:gd name="connsiteY3" fmla="*/ 0 h 54053"/>
                          <a:gd name="connsiteX4" fmla="*/ 38125 w 43934"/>
                          <a:gd name="connsiteY4" fmla="*/ 8954 h 54053"/>
                          <a:gd name="connsiteX5" fmla="*/ 20884 w 43934"/>
                          <a:gd name="connsiteY5" fmla="*/ 26194 h 54053"/>
                          <a:gd name="connsiteX6" fmla="*/ 3263 w 43934"/>
                          <a:gd name="connsiteY6" fmla="*/ 31147 h 540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3934" h="54053">
                            <a:moveTo>
                              <a:pt x="3263" y="31147"/>
                            </a:moveTo>
                            <a:cubicBezTo>
                              <a:pt x="2215" y="37433"/>
                              <a:pt x="-3690" y="53150"/>
                              <a:pt x="3549" y="54007"/>
                            </a:cubicBezTo>
                            <a:cubicBezTo>
                              <a:pt x="14979" y="55245"/>
                              <a:pt x="28409" y="31718"/>
                              <a:pt x="35934" y="18193"/>
                            </a:cubicBezTo>
                            <a:cubicBezTo>
                              <a:pt x="37934" y="14097"/>
                              <a:pt x="42220" y="4858"/>
                              <a:pt x="43935" y="0"/>
                            </a:cubicBezTo>
                            <a:cubicBezTo>
                              <a:pt x="42411" y="2476"/>
                              <a:pt x="40030" y="6858"/>
                              <a:pt x="38125" y="8954"/>
                            </a:cubicBezTo>
                            <a:cubicBezTo>
                              <a:pt x="32886" y="15050"/>
                              <a:pt x="26981" y="21717"/>
                              <a:pt x="20884" y="26194"/>
                            </a:cubicBezTo>
                            <a:cubicBezTo>
                              <a:pt x="14884" y="30766"/>
                              <a:pt x="8883" y="33338"/>
                              <a:pt x="3263" y="3114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70" name="Forme libre : forme 11169">
                        <a:extLst>
                          <a:ext uri="{FF2B5EF4-FFF2-40B4-BE49-F238E27FC236}">
                            <a16:creationId xmlns:a16="http://schemas.microsoft.com/office/drawing/2014/main" id="{7EF2A66F-880F-4296-9C20-711A2E99E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85029" y="1492395"/>
                        <a:ext cx="51414" cy="84509"/>
                      </a:xfrm>
                      <a:custGeom>
                        <a:avLst/>
                        <a:gdLst>
                          <a:gd name="connsiteX0" fmla="*/ 49991 w 51414"/>
                          <a:gd name="connsiteY0" fmla="*/ 1315 h 84509"/>
                          <a:gd name="connsiteX1" fmla="*/ 35799 w 51414"/>
                          <a:gd name="connsiteY1" fmla="*/ 50083 h 84509"/>
                          <a:gd name="connsiteX2" fmla="*/ 3795 w 51414"/>
                          <a:gd name="connsiteY2" fmla="*/ 84182 h 84509"/>
                          <a:gd name="connsiteX3" fmla="*/ 13796 w 51414"/>
                          <a:gd name="connsiteY3" fmla="*/ 38367 h 84509"/>
                          <a:gd name="connsiteX4" fmla="*/ 30846 w 51414"/>
                          <a:gd name="connsiteY4" fmla="*/ 12649 h 84509"/>
                          <a:gd name="connsiteX5" fmla="*/ 41895 w 51414"/>
                          <a:gd name="connsiteY5" fmla="*/ 1886 h 84509"/>
                          <a:gd name="connsiteX6" fmla="*/ 49991 w 51414"/>
                          <a:gd name="connsiteY6" fmla="*/ 1315 h 845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414" h="84509">
                            <a:moveTo>
                              <a:pt x="49991" y="1315"/>
                            </a:moveTo>
                            <a:cubicBezTo>
                              <a:pt x="55992" y="9030"/>
                              <a:pt x="41419" y="37986"/>
                              <a:pt x="35799" y="50083"/>
                            </a:cubicBezTo>
                            <a:cubicBezTo>
                              <a:pt x="29893" y="61894"/>
                              <a:pt x="14368" y="87706"/>
                              <a:pt x="3795" y="84182"/>
                            </a:cubicBezTo>
                            <a:cubicBezTo>
                              <a:pt x="-7063" y="80563"/>
                              <a:pt x="8272" y="48082"/>
                              <a:pt x="13796" y="38367"/>
                            </a:cubicBezTo>
                            <a:cubicBezTo>
                              <a:pt x="16368" y="33414"/>
                              <a:pt x="23321" y="21793"/>
                              <a:pt x="30846" y="12649"/>
                            </a:cubicBezTo>
                            <a:cubicBezTo>
                              <a:pt x="34751" y="8077"/>
                              <a:pt x="38466" y="4077"/>
                              <a:pt x="41895" y="1886"/>
                            </a:cubicBezTo>
                            <a:cubicBezTo>
                              <a:pt x="45514" y="-209"/>
                              <a:pt x="48372" y="-781"/>
                              <a:pt x="49991" y="131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71" name="Forme libre : forme 11170">
                        <a:extLst>
                          <a:ext uri="{FF2B5EF4-FFF2-40B4-BE49-F238E27FC236}">
                            <a16:creationId xmlns:a16="http://schemas.microsoft.com/office/drawing/2014/main" id="{F2EA5407-775D-44D2-A346-551A9AE640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55277" y="1521486"/>
                        <a:ext cx="79535" cy="99292"/>
                      </a:xfrm>
                      <a:custGeom>
                        <a:avLst/>
                        <a:gdLst>
                          <a:gd name="connsiteX0" fmla="*/ 11735 w 79535"/>
                          <a:gd name="connsiteY0" fmla="*/ 99288 h 99292"/>
                          <a:gd name="connsiteX1" fmla="*/ 27737 w 79535"/>
                          <a:gd name="connsiteY1" fmla="*/ 93097 h 99292"/>
                          <a:gd name="connsiteX2" fmla="*/ 60312 w 79535"/>
                          <a:gd name="connsiteY2" fmla="*/ 60997 h 99292"/>
                          <a:gd name="connsiteX3" fmla="*/ 78315 w 79535"/>
                          <a:gd name="connsiteY3" fmla="*/ 20421 h 99292"/>
                          <a:gd name="connsiteX4" fmla="*/ 73933 w 79535"/>
                          <a:gd name="connsiteY4" fmla="*/ 37 h 99292"/>
                          <a:gd name="connsiteX5" fmla="*/ 61837 w 79535"/>
                          <a:gd name="connsiteY5" fmla="*/ 9753 h 99292"/>
                          <a:gd name="connsiteX6" fmla="*/ 30881 w 79535"/>
                          <a:gd name="connsiteY6" fmla="*/ 39185 h 99292"/>
                          <a:gd name="connsiteX7" fmla="*/ 1829 w 79535"/>
                          <a:gd name="connsiteY7" fmla="*/ 71094 h 99292"/>
                          <a:gd name="connsiteX8" fmla="*/ 11735 w 79535"/>
                          <a:gd name="connsiteY8" fmla="*/ 99288 h 992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9535" h="99292">
                            <a:moveTo>
                              <a:pt x="11735" y="99288"/>
                            </a:moveTo>
                            <a:cubicBezTo>
                              <a:pt x="18498" y="99383"/>
                              <a:pt x="21260" y="97954"/>
                              <a:pt x="27737" y="93097"/>
                            </a:cubicBezTo>
                            <a:cubicBezTo>
                              <a:pt x="39929" y="83667"/>
                              <a:pt x="50216" y="76237"/>
                              <a:pt x="60312" y="60997"/>
                            </a:cubicBezTo>
                            <a:cubicBezTo>
                              <a:pt x="68790" y="48329"/>
                              <a:pt x="75553" y="32994"/>
                              <a:pt x="78315" y="20421"/>
                            </a:cubicBezTo>
                            <a:cubicBezTo>
                              <a:pt x="80411" y="11182"/>
                              <a:pt x="80315" y="1085"/>
                              <a:pt x="73933" y="37"/>
                            </a:cubicBezTo>
                            <a:cubicBezTo>
                              <a:pt x="69933" y="-534"/>
                              <a:pt x="66123" y="5562"/>
                              <a:pt x="61837" y="9753"/>
                            </a:cubicBezTo>
                            <a:cubicBezTo>
                              <a:pt x="51836" y="19849"/>
                              <a:pt x="42787" y="30136"/>
                              <a:pt x="30881" y="39185"/>
                            </a:cubicBezTo>
                            <a:cubicBezTo>
                              <a:pt x="20593" y="46805"/>
                              <a:pt x="7354" y="54520"/>
                              <a:pt x="1829" y="71094"/>
                            </a:cubicBezTo>
                            <a:cubicBezTo>
                              <a:pt x="-3028" y="86048"/>
                              <a:pt x="2306" y="99193"/>
                              <a:pt x="11735" y="9928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72" name="Forme libre : forme 11171">
                        <a:extLst>
                          <a:ext uri="{FF2B5EF4-FFF2-40B4-BE49-F238E27FC236}">
                            <a16:creationId xmlns:a16="http://schemas.microsoft.com/office/drawing/2014/main" id="{289F8BBE-6E76-4600-AFA8-C21898AFB1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65202" y="1556421"/>
                        <a:ext cx="13918" cy="38958"/>
                      </a:xfrm>
                      <a:custGeom>
                        <a:avLst/>
                        <a:gdLst>
                          <a:gd name="connsiteX0" fmla="*/ 0 w 13918"/>
                          <a:gd name="connsiteY0" fmla="*/ 34158 h 38958"/>
                          <a:gd name="connsiteX1" fmla="*/ 858 w 13918"/>
                          <a:gd name="connsiteY1" fmla="*/ 38540 h 38958"/>
                          <a:gd name="connsiteX2" fmla="*/ 4191 w 13918"/>
                          <a:gd name="connsiteY2" fmla="*/ 36825 h 38958"/>
                          <a:gd name="connsiteX3" fmla="*/ 7239 w 13918"/>
                          <a:gd name="connsiteY3" fmla="*/ 30348 h 38958"/>
                          <a:gd name="connsiteX4" fmla="*/ 12573 w 13918"/>
                          <a:gd name="connsiteY4" fmla="*/ 13489 h 38958"/>
                          <a:gd name="connsiteX5" fmla="*/ 13907 w 13918"/>
                          <a:gd name="connsiteY5" fmla="*/ 7203 h 38958"/>
                          <a:gd name="connsiteX6" fmla="*/ 4572 w 13918"/>
                          <a:gd name="connsiteY6" fmla="*/ 7012 h 38958"/>
                          <a:gd name="connsiteX7" fmla="*/ 0 w 13918"/>
                          <a:gd name="connsiteY7" fmla="*/ 34158 h 389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3918" h="38958">
                            <a:moveTo>
                              <a:pt x="0" y="34158"/>
                            </a:moveTo>
                            <a:cubicBezTo>
                              <a:pt x="0" y="36159"/>
                              <a:pt x="0" y="37587"/>
                              <a:pt x="858" y="38540"/>
                            </a:cubicBezTo>
                            <a:cubicBezTo>
                              <a:pt x="1714" y="39588"/>
                              <a:pt x="3048" y="38540"/>
                              <a:pt x="4191" y="36825"/>
                            </a:cubicBezTo>
                            <a:cubicBezTo>
                              <a:pt x="5334" y="35206"/>
                              <a:pt x="6477" y="32444"/>
                              <a:pt x="7239" y="30348"/>
                            </a:cubicBezTo>
                            <a:cubicBezTo>
                              <a:pt x="9239" y="24919"/>
                              <a:pt x="11239" y="19014"/>
                              <a:pt x="12573" y="13489"/>
                            </a:cubicBezTo>
                            <a:cubicBezTo>
                              <a:pt x="13145" y="11203"/>
                              <a:pt x="13811" y="9203"/>
                              <a:pt x="13907" y="7203"/>
                            </a:cubicBezTo>
                            <a:cubicBezTo>
                              <a:pt x="14192" y="-1084"/>
                              <a:pt x="9049" y="-3561"/>
                              <a:pt x="4572" y="7012"/>
                            </a:cubicBezTo>
                            <a:cubicBezTo>
                              <a:pt x="1334" y="15299"/>
                              <a:pt x="95" y="26157"/>
                              <a:pt x="0" y="3415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73" name="Forme libre : forme 11172">
                        <a:extLst>
                          <a:ext uri="{FF2B5EF4-FFF2-40B4-BE49-F238E27FC236}">
                            <a16:creationId xmlns:a16="http://schemas.microsoft.com/office/drawing/2014/main" id="{69146553-D9CB-4AE8-AEA1-263EBC7987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46165" y="1475327"/>
                        <a:ext cx="9719" cy="59912"/>
                      </a:xfrm>
                      <a:custGeom>
                        <a:avLst/>
                        <a:gdLst>
                          <a:gd name="connsiteX0" fmla="*/ 9049 w 9719"/>
                          <a:gd name="connsiteY0" fmla="*/ 0 h 59912"/>
                          <a:gd name="connsiteX1" fmla="*/ 9525 w 9719"/>
                          <a:gd name="connsiteY1" fmla="*/ 12859 h 59912"/>
                          <a:gd name="connsiteX2" fmla="*/ 7334 w 9719"/>
                          <a:gd name="connsiteY2" fmla="*/ 28099 h 59912"/>
                          <a:gd name="connsiteX3" fmla="*/ 3715 w 9719"/>
                          <a:gd name="connsiteY3" fmla="*/ 44577 h 59912"/>
                          <a:gd name="connsiteX4" fmla="*/ 0 w 9719"/>
                          <a:gd name="connsiteY4" fmla="*/ 59912 h 59912"/>
                          <a:gd name="connsiteX5" fmla="*/ 9049 w 9719"/>
                          <a:gd name="connsiteY5" fmla="*/ 0 h 599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719" h="59912">
                            <a:moveTo>
                              <a:pt x="9049" y="0"/>
                            </a:moveTo>
                            <a:cubicBezTo>
                              <a:pt x="9716" y="3905"/>
                              <a:pt x="9906" y="7715"/>
                              <a:pt x="9525" y="12859"/>
                            </a:cubicBezTo>
                            <a:cubicBezTo>
                              <a:pt x="9144" y="17621"/>
                              <a:pt x="8382" y="22384"/>
                              <a:pt x="7334" y="28099"/>
                            </a:cubicBezTo>
                            <a:cubicBezTo>
                              <a:pt x="6286" y="33528"/>
                              <a:pt x="4953" y="38862"/>
                              <a:pt x="3715" y="44577"/>
                            </a:cubicBezTo>
                            <a:cubicBezTo>
                              <a:pt x="2381" y="50197"/>
                              <a:pt x="1048" y="55340"/>
                              <a:pt x="0" y="59912"/>
                            </a:cubicBezTo>
                            <a:cubicBezTo>
                              <a:pt x="5048" y="39910"/>
                              <a:pt x="5715" y="16669"/>
                              <a:pt x="904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74" name="Forme libre : forme 11173">
                        <a:extLst>
                          <a:ext uri="{FF2B5EF4-FFF2-40B4-BE49-F238E27FC236}">
                            <a16:creationId xmlns:a16="http://schemas.microsoft.com/office/drawing/2014/main" id="{400BF37C-86BF-4FED-9911-FAE378BC92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4496" y="1562766"/>
                        <a:ext cx="7752" cy="72961"/>
                      </a:xfrm>
                      <a:custGeom>
                        <a:avLst/>
                        <a:gdLst>
                          <a:gd name="connsiteX0" fmla="*/ 7752 w 7752"/>
                          <a:gd name="connsiteY0" fmla="*/ 0 h 72961"/>
                          <a:gd name="connsiteX1" fmla="*/ 3370 w 7752"/>
                          <a:gd name="connsiteY1" fmla="*/ 72961 h 72961"/>
                          <a:gd name="connsiteX2" fmla="*/ 7752 w 7752"/>
                          <a:gd name="connsiteY2" fmla="*/ 0 h 729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752" h="72961">
                            <a:moveTo>
                              <a:pt x="7752" y="0"/>
                            </a:moveTo>
                            <a:cubicBezTo>
                              <a:pt x="-2440" y="25622"/>
                              <a:pt x="-1106" y="52197"/>
                              <a:pt x="3370" y="72961"/>
                            </a:cubicBezTo>
                            <a:cubicBezTo>
                              <a:pt x="-1868" y="53816"/>
                              <a:pt x="2037" y="22955"/>
                              <a:pt x="775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75" name="Forme libre : forme 11174">
                        <a:extLst>
                          <a:ext uri="{FF2B5EF4-FFF2-40B4-BE49-F238E27FC236}">
                            <a16:creationId xmlns:a16="http://schemas.microsoft.com/office/drawing/2014/main" id="{7A8881D5-C89A-477D-B921-672E92B5D5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94777" y="1512537"/>
                        <a:ext cx="21189" cy="30353"/>
                      </a:xfrm>
                      <a:custGeom>
                        <a:avLst/>
                        <a:gdLst>
                          <a:gd name="connsiteX0" fmla="*/ 20908 w 21189"/>
                          <a:gd name="connsiteY0" fmla="*/ 794 h 30353"/>
                          <a:gd name="connsiteX1" fmla="*/ 12050 w 21189"/>
                          <a:gd name="connsiteY1" fmla="*/ 19749 h 30353"/>
                          <a:gd name="connsiteX2" fmla="*/ 334 w 21189"/>
                          <a:gd name="connsiteY2" fmla="*/ 29464 h 30353"/>
                          <a:gd name="connsiteX3" fmla="*/ 8430 w 21189"/>
                          <a:gd name="connsiteY3" fmla="*/ 11367 h 30353"/>
                          <a:gd name="connsiteX4" fmla="*/ 20908 w 21189"/>
                          <a:gd name="connsiteY4" fmla="*/ 794 h 303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189" h="30353">
                            <a:moveTo>
                              <a:pt x="20908" y="794"/>
                            </a:moveTo>
                            <a:cubicBezTo>
                              <a:pt x="22813" y="4604"/>
                              <a:pt x="14526" y="16129"/>
                              <a:pt x="12050" y="19749"/>
                            </a:cubicBezTo>
                            <a:cubicBezTo>
                              <a:pt x="9669" y="23368"/>
                              <a:pt x="2334" y="33370"/>
                              <a:pt x="334" y="29464"/>
                            </a:cubicBezTo>
                            <a:cubicBezTo>
                              <a:pt x="-1666" y="25464"/>
                              <a:pt x="5858" y="14605"/>
                              <a:pt x="8430" y="11367"/>
                            </a:cubicBezTo>
                            <a:cubicBezTo>
                              <a:pt x="10907" y="7938"/>
                              <a:pt x="19098" y="-3016"/>
                              <a:pt x="20908" y="79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76" name="Forme libre : forme 11175">
                        <a:extLst>
                          <a:ext uri="{FF2B5EF4-FFF2-40B4-BE49-F238E27FC236}">
                            <a16:creationId xmlns:a16="http://schemas.microsoft.com/office/drawing/2014/main" id="{AD42D1B6-63A2-41B0-85A8-CE066F7187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12145" y="1508058"/>
                        <a:ext cx="6204" cy="8737"/>
                      </a:xfrm>
                      <a:custGeom>
                        <a:avLst/>
                        <a:gdLst>
                          <a:gd name="connsiteX0" fmla="*/ 5636 w 6204"/>
                          <a:gd name="connsiteY0" fmla="*/ 35 h 8737"/>
                          <a:gd name="connsiteX1" fmla="*/ 4683 w 6204"/>
                          <a:gd name="connsiteY1" fmla="*/ 4797 h 8737"/>
                          <a:gd name="connsiteX2" fmla="*/ 587 w 6204"/>
                          <a:gd name="connsiteY2" fmla="*/ 8702 h 8737"/>
                          <a:gd name="connsiteX3" fmla="*/ 1349 w 6204"/>
                          <a:gd name="connsiteY3" fmla="*/ 3940 h 8737"/>
                          <a:gd name="connsiteX4" fmla="*/ 5636 w 6204"/>
                          <a:gd name="connsiteY4" fmla="*/ 35 h 87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04" h="8737">
                            <a:moveTo>
                              <a:pt x="5636" y="35"/>
                            </a:moveTo>
                            <a:cubicBezTo>
                              <a:pt x="7064" y="511"/>
                              <a:pt x="5445" y="3368"/>
                              <a:pt x="4683" y="4797"/>
                            </a:cubicBezTo>
                            <a:cubicBezTo>
                              <a:pt x="3826" y="6226"/>
                              <a:pt x="1921" y="9083"/>
                              <a:pt x="587" y="8702"/>
                            </a:cubicBezTo>
                            <a:cubicBezTo>
                              <a:pt x="-747" y="8321"/>
                              <a:pt x="492" y="5464"/>
                              <a:pt x="1349" y="3940"/>
                            </a:cubicBezTo>
                            <a:cubicBezTo>
                              <a:pt x="2111" y="2511"/>
                              <a:pt x="4207" y="-346"/>
                              <a:pt x="5636" y="3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177" name="Forme libre : forme 11176">
                        <a:extLst>
                          <a:ext uri="{FF2B5EF4-FFF2-40B4-BE49-F238E27FC236}">
                            <a16:creationId xmlns:a16="http://schemas.microsoft.com/office/drawing/2014/main" id="{B9F9D788-9670-48BF-92E4-28D5B94353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75654" y="1471216"/>
                        <a:ext cx="72540" cy="62583"/>
                      </a:xfrm>
                      <a:custGeom>
                        <a:avLst/>
                        <a:gdLst>
                          <a:gd name="connsiteX0" fmla="*/ 44413 w 72540"/>
                          <a:gd name="connsiteY0" fmla="*/ 7921 h 62583"/>
                          <a:gd name="connsiteX1" fmla="*/ 70321 w 72540"/>
                          <a:gd name="connsiteY1" fmla="*/ 111 h 62583"/>
                          <a:gd name="connsiteX2" fmla="*/ 70321 w 72540"/>
                          <a:gd name="connsiteY2" fmla="*/ 8683 h 62583"/>
                          <a:gd name="connsiteX3" fmla="*/ 60986 w 72540"/>
                          <a:gd name="connsiteY3" fmla="*/ 14303 h 62583"/>
                          <a:gd name="connsiteX4" fmla="*/ 46413 w 72540"/>
                          <a:gd name="connsiteY4" fmla="*/ 22304 h 62583"/>
                          <a:gd name="connsiteX5" fmla="*/ 32411 w 72540"/>
                          <a:gd name="connsiteY5" fmla="*/ 33258 h 62583"/>
                          <a:gd name="connsiteX6" fmla="*/ 15362 w 72540"/>
                          <a:gd name="connsiteY6" fmla="*/ 52403 h 62583"/>
                          <a:gd name="connsiteX7" fmla="*/ 503 w 72540"/>
                          <a:gd name="connsiteY7" fmla="*/ 60785 h 62583"/>
                          <a:gd name="connsiteX8" fmla="*/ 23077 w 72540"/>
                          <a:gd name="connsiteY8" fmla="*/ 19827 h 62583"/>
                          <a:gd name="connsiteX9" fmla="*/ 33840 w 72540"/>
                          <a:gd name="connsiteY9" fmla="*/ 12779 h 62583"/>
                          <a:gd name="connsiteX10" fmla="*/ 44413 w 72540"/>
                          <a:gd name="connsiteY10" fmla="*/ 7921 h 625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2540" h="62583">
                            <a:moveTo>
                              <a:pt x="44413" y="7921"/>
                            </a:moveTo>
                            <a:cubicBezTo>
                              <a:pt x="53747" y="2587"/>
                              <a:pt x="62034" y="-651"/>
                              <a:pt x="70321" y="111"/>
                            </a:cubicBezTo>
                            <a:cubicBezTo>
                              <a:pt x="73559" y="587"/>
                              <a:pt x="72988" y="5159"/>
                              <a:pt x="70321" y="8683"/>
                            </a:cubicBezTo>
                            <a:cubicBezTo>
                              <a:pt x="67463" y="12112"/>
                              <a:pt x="64034" y="12874"/>
                              <a:pt x="60986" y="14303"/>
                            </a:cubicBezTo>
                            <a:cubicBezTo>
                              <a:pt x="56128" y="16494"/>
                              <a:pt x="51175" y="19161"/>
                              <a:pt x="46413" y="22304"/>
                            </a:cubicBezTo>
                            <a:cubicBezTo>
                              <a:pt x="41841" y="25542"/>
                              <a:pt x="37269" y="29257"/>
                              <a:pt x="32411" y="33258"/>
                            </a:cubicBezTo>
                            <a:cubicBezTo>
                              <a:pt x="29459" y="35734"/>
                              <a:pt x="22219" y="44878"/>
                              <a:pt x="15362" y="52403"/>
                            </a:cubicBezTo>
                            <a:cubicBezTo>
                              <a:pt x="8694" y="59928"/>
                              <a:pt x="2313" y="65643"/>
                              <a:pt x="503" y="60785"/>
                            </a:cubicBezTo>
                            <a:cubicBezTo>
                              <a:pt x="-3212" y="51069"/>
                              <a:pt x="14600" y="26685"/>
                              <a:pt x="23077" y="19827"/>
                            </a:cubicBezTo>
                            <a:cubicBezTo>
                              <a:pt x="27077" y="16303"/>
                              <a:pt x="30601" y="14398"/>
                              <a:pt x="33840" y="12779"/>
                            </a:cubicBezTo>
                            <a:cubicBezTo>
                              <a:pt x="37364" y="11064"/>
                              <a:pt x="40698" y="9921"/>
                              <a:pt x="44413" y="792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74" name="Graphique 1">
                    <a:extLst>
                      <a:ext uri="{FF2B5EF4-FFF2-40B4-BE49-F238E27FC236}">
                        <a16:creationId xmlns:a16="http://schemas.microsoft.com/office/drawing/2014/main" id="{208D7131-9AE7-42AC-9318-98C2AFAC7EF1}"/>
                      </a:ext>
                    </a:extLst>
                  </p:cNvPr>
                  <p:cNvGrpSpPr/>
                  <p:nvPr/>
                </p:nvGrpSpPr>
                <p:grpSpPr>
                  <a:xfrm>
                    <a:off x="6784280" y="2764213"/>
                    <a:ext cx="130135" cy="165766"/>
                    <a:chOff x="6784280" y="2764213"/>
                    <a:chExt cx="130135" cy="165766"/>
                  </a:xfrm>
                  <a:solidFill>
                    <a:schemeClr val="accent1"/>
                  </a:solidFill>
                </p:grpSpPr>
                <p:sp>
                  <p:nvSpPr>
                    <p:cNvPr id="11103" name="Forme libre : forme 11102">
                      <a:extLst>
                        <a:ext uri="{FF2B5EF4-FFF2-40B4-BE49-F238E27FC236}">
                          <a16:creationId xmlns:a16="http://schemas.microsoft.com/office/drawing/2014/main" id="{DB5023EB-8641-4847-90C2-C184706104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4280" y="2764213"/>
                      <a:ext cx="130135" cy="165766"/>
                    </a:xfrm>
                    <a:custGeom>
                      <a:avLst/>
                      <a:gdLst>
                        <a:gd name="connsiteX0" fmla="*/ 121253 w 130135"/>
                        <a:gd name="connsiteY0" fmla="*/ 100145 h 165766"/>
                        <a:gd name="connsiteX1" fmla="*/ 110490 w 130135"/>
                        <a:gd name="connsiteY1" fmla="*/ 133863 h 165766"/>
                        <a:gd name="connsiteX2" fmla="*/ 106299 w 130135"/>
                        <a:gd name="connsiteY2" fmla="*/ 141769 h 165766"/>
                        <a:gd name="connsiteX3" fmla="*/ 101727 w 130135"/>
                        <a:gd name="connsiteY3" fmla="*/ 149103 h 165766"/>
                        <a:gd name="connsiteX4" fmla="*/ 96583 w 130135"/>
                        <a:gd name="connsiteY4" fmla="*/ 154437 h 165766"/>
                        <a:gd name="connsiteX5" fmla="*/ 91344 w 130135"/>
                        <a:gd name="connsiteY5" fmla="*/ 158437 h 165766"/>
                        <a:gd name="connsiteX6" fmla="*/ 80391 w 130135"/>
                        <a:gd name="connsiteY6" fmla="*/ 163676 h 165766"/>
                        <a:gd name="connsiteX7" fmla="*/ 64961 w 130135"/>
                        <a:gd name="connsiteY7" fmla="*/ 165677 h 165766"/>
                        <a:gd name="connsiteX8" fmla="*/ 42957 w 130135"/>
                        <a:gd name="connsiteY8" fmla="*/ 158723 h 165766"/>
                        <a:gd name="connsiteX9" fmla="*/ 16669 w 130135"/>
                        <a:gd name="connsiteY9" fmla="*/ 128053 h 165766"/>
                        <a:gd name="connsiteX10" fmla="*/ 2953 w 130135"/>
                        <a:gd name="connsiteY10" fmla="*/ 91953 h 165766"/>
                        <a:gd name="connsiteX11" fmla="*/ 0 w 130135"/>
                        <a:gd name="connsiteY11" fmla="*/ 76427 h 165766"/>
                        <a:gd name="connsiteX12" fmla="*/ 857 w 130135"/>
                        <a:gd name="connsiteY12" fmla="*/ 66902 h 165766"/>
                        <a:gd name="connsiteX13" fmla="*/ 5048 w 130135"/>
                        <a:gd name="connsiteY13" fmla="*/ 48424 h 165766"/>
                        <a:gd name="connsiteX14" fmla="*/ 25432 w 130135"/>
                        <a:gd name="connsiteY14" fmla="*/ 41375 h 165766"/>
                        <a:gd name="connsiteX15" fmla="*/ 40576 w 130135"/>
                        <a:gd name="connsiteY15" fmla="*/ 51758 h 165766"/>
                        <a:gd name="connsiteX16" fmla="*/ 50863 w 130135"/>
                        <a:gd name="connsiteY16" fmla="*/ 56044 h 165766"/>
                        <a:gd name="connsiteX17" fmla="*/ 57435 w 130135"/>
                        <a:gd name="connsiteY17" fmla="*/ 51472 h 165766"/>
                        <a:gd name="connsiteX18" fmla="*/ 57626 w 130135"/>
                        <a:gd name="connsiteY18" fmla="*/ 50043 h 165766"/>
                        <a:gd name="connsiteX19" fmla="*/ 57817 w 130135"/>
                        <a:gd name="connsiteY19" fmla="*/ 50138 h 165766"/>
                        <a:gd name="connsiteX20" fmla="*/ 58578 w 130135"/>
                        <a:gd name="connsiteY20" fmla="*/ 50234 h 165766"/>
                        <a:gd name="connsiteX21" fmla="*/ 59341 w 130135"/>
                        <a:gd name="connsiteY21" fmla="*/ 50043 h 165766"/>
                        <a:gd name="connsiteX22" fmla="*/ 61341 w 130135"/>
                        <a:gd name="connsiteY22" fmla="*/ 46423 h 165766"/>
                        <a:gd name="connsiteX23" fmla="*/ 72104 w 130135"/>
                        <a:gd name="connsiteY23" fmla="*/ 29278 h 165766"/>
                        <a:gd name="connsiteX24" fmla="*/ 98107 w 130135"/>
                        <a:gd name="connsiteY24" fmla="*/ 3847 h 165766"/>
                        <a:gd name="connsiteX25" fmla="*/ 103632 w 130135"/>
                        <a:gd name="connsiteY25" fmla="*/ 894 h 165766"/>
                        <a:gd name="connsiteX26" fmla="*/ 109632 w 130135"/>
                        <a:gd name="connsiteY26" fmla="*/ 227 h 165766"/>
                        <a:gd name="connsiteX27" fmla="*/ 115348 w 130135"/>
                        <a:gd name="connsiteY27" fmla="*/ 418 h 165766"/>
                        <a:gd name="connsiteX28" fmla="*/ 119348 w 130135"/>
                        <a:gd name="connsiteY28" fmla="*/ 5180 h 165766"/>
                        <a:gd name="connsiteX29" fmla="*/ 129635 w 130135"/>
                        <a:gd name="connsiteY29" fmla="*/ 40232 h 165766"/>
                        <a:gd name="connsiteX30" fmla="*/ 129635 w 130135"/>
                        <a:gd name="connsiteY30" fmla="*/ 61378 h 165766"/>
                        <a:gd name="connsiteX31" fmla="*/ 129064 w 130135"/>
                        <a:gd name="connsiteY31" fmla="*/ 67188 h 165766"/>
                        <a:gd name="connsiteX32" fmla="*/ 128682 w 130135"/>
                        <a:gd name="connsiteY32" fmla="*/ 70236 h 165766"/>
                        <a:gd name="connsiteX33" fmla="*/ 127445 w 130135"/>
                        <a:gd name="connsiteY33" fmla="*/ 75665 h 165766"/>
                        <a:gd name="connsiteX34" fmla="*/ 121253 w 130135"/>
                        <a:gd name="connsiteY34" fmla="*/ 100145 h 165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30135" h="165766">
                          <a:moveTo>
                            <a:pt x="121253" y="100145"/>
                          </a:moveTo>
                          <a:cubicBezTo>
                            <a:pt x="118776" y="109479"/>
                            <a:pt x="115062" y="121385"/>
                            <a:pt x="110490" y="133863"/>
                          </a:cubicBezTo>
                          <a:cubicBezTo>
                            <a:pt x="109156" y="136435"/>
                            <a:pt x="107728" y="139102"/>
                            <a:pt x="106299" y="141769"/>
                          </a:cubicBezTo>
                          <a:cubicBezTo>
                            <a:pt x="104775" y="144245"/>
                            <a:pt x="103537" y="147865"/>
                            <a:pt x="101727" y="149103"/>
                          </a:cubicBezTo>
                          <a:cubicBezTo>
                            <a:pt x="100013" y="150913"/>
                            <a:pt x="98298" y="152627"/>
                            <a:pt x="96583" y="154437"/>
                          </a:cubicBezTo>
                          <a:cubicBezTo>
                            <a:pt x="94869" y="156342"/>
                            <a:pt x="93154" y="157009"/>
                            <a:pt x="91344" y="158437"/>
                          </a:cubicBezTo>
                          <a:cubicBezTo>
                            <a:pt x="87725" y="160914"/>
                            <a:pt x="84963" y="162247"/>
                            <a:pt x="80391" y="163676"/>
                          </a:cubicBezTo>
                          <a:cubicBezTo>
                            <a:pt x="75914" y="165200"/>
                            <a:pt x="69532" y="166058"/>
                            <a:pt x="64961" y="165677"/>
                          </a:cubicBezTo>
                          <a:cubicBezTo>
                            <a:pt x="55626" y="165295"/>
                            <a:pt x="48768" y="162152"/>
                            <a:pt x="42957" y="158723"/>
                          </a:cubicBezTo>
                          <a:cubicBezTo>
                            <a:pt x="32289" y="152342"/>
                            <a:pt x="23241" y="140435"/>
                            <a:pt x="16669" y="128053"/>
                          </a:cubicBezTo>
                          <a:cubicBezTo>
                            <a:pt x="10096" y="115575"/>
                            <a:pt x="5715" y="102907"/>
                            <a:pt x="2953" y="91953"/>
                          </a:cubicBezTo>
                          <a:cubicBezTo>
                            <a:pt x="1619" y="86428"/>
                            <a:pt x="667" y="81380"/>
                            <a:pt x="0" y="76427"/>
                          </a:cubicBezTo>
                          <a:cubicBezTo>
                            <a:pt x="95" y="73189"/>
                            <a:pt x="381" y="70045"/>
                            <a:pt x="857" y="66902"/>
                          </a:cubicBezTo>
                          <a:cubicBezTo>
                            <a:pt x="1714" y="60616"/>
                            <a:pt x="3143" y="54520"/>
                            <a:pt x="5048" y="48424"/>
                          </a:cubicBezTo>
                          <a:cubicBezTo>
                            <a:pt x="7620" y="39851"/>
                            <a:pt x="18192" y="36898"/>
                            <a:pt x="25432" y="41375"/>
                          </a:cubicBezTo>
                          <a:cubicBezTo>
                            <a:pt x="30670" y="44709"/>
                            <a:pt x="35719" y="48043"/>
                            <a:pt x="40576" y="51758"/>
                          </a:cubicBezTo>
                          <a:cubicBezTo>
                            <a:pt x="46101" y="56901"/>
                            <a:pt x="48577" y="56139"/>
                            <a:pt x="50863" y="56044"/>
                          </a:cubicBezTo>
                          <a:cubicBezTo>
                            <a:pt x="55436" y="55663"/>
                            <a:pt x="57055" y="52710"/>
                            <a:pt x="57435" y="51472"/>
                          </a:cubicBezTo>
                          <a:cubicBezTo>
                            <a:pt x="57626" y="50900"/>
                            <a:pt x="57721" y="50234"/>
                            <a:pt x="57626" y="50043"/>
                          </a:cubicBezTo>
                          <a:cubicBezTo>
                            <a:pt x="57531" y="49853"/>
                            <a:pt x="57626" y="50043"/>
                            <a:pt x="57817" y="50138"/>
                          </a:cubicBezTo>
                          <a:cubicBezTo>
                            <a:pt x="57912" y="50138"/>
                            <a:pt x="58102" y="50424"/>
                            <a:pt x="58578" y="50234"/>
                          </a:cubicBezTo>
                          <a:lnTo>
                            <a:pt x="59341" y="50043"/>
                          </a:lnTo>
                          <a:cubicBezTo>
                            <a:pt x="59436" y="50710"/>
                            <a:pt x="60579" y="47757"/>
                            <a:pt x="61341" y="46423"/>
                          </a:cubicBezTo>
                          <a:cubicBezTo>
                            <a:pt x="64675" y="39946"/>
                            <a:pt x="68199" y="34327"/>
                            <a:pt x="72104" y="29278"/>
                          </a:cubicBezTo>
                          <a:cubicBezTo>
                            <a:pt x="79724" y="19182"/>
                            <a:pt x="88487" y="11467"/>
                            <a:pt x="98107" y="3847"/>
                          </a:cubicBezTo>
                          <a:cubicBezTo>
                            <a:pt x="99822" y="2513"/>
                            <a:pt x="101632" y="1561"/>
                            <a:pt x="103632" y="894"/>
                          </a:cubicBezTo>
                          <a:cubicBezTo>
                            <a:pt x="105632" y="37"/>
                            <a:pt x="107442" y="703"/>
                            <a:pt x="109632" y="227"/>
                          </a:cubicBezTo>
                          <a:cubicBezTo>
                            <a:pt x="111633" y="37"/>
                            <a:pt x="113633" y="-249"/>
                            <a:pt x="115348" y="418"/>
                          </a:cubicBezTo>
                          <a:cubicBezTo>
                            <a:pt x="117157" y="894"/>
                            <a:pt x="118300" y="3656"/>
                            <a:pt x="119348" y="5180"/>
                          </a:cubicBezTo>
                          <a:cubicBezTo>
                            <a:pt x="124777" y="15944"/>
                            <a:pt x="128301" y="27183"/>
                            <a:pt x="129635" y="40232"/>
                          </a:cubicBezTo>
                          <a:cubicBezTo>
                            <a:pt x="130302" y="46804"/>
                            <a:pt x="130302" y="53758"/>
                            <a:pt x="129635" y="61378"/>
                          </a:cubicBezTo>
                          <a:lnTo>
                            <a:pt x="129064" y="67188"/>
                          </a:lnTo>
                          <a:lnTo>
                            <a:pt x="128682" y="70236"/>
                          </a:lnTo>
                          <a:lnTo>
                            <a:pt x="127445" y="75665"/>
                          </a:lnTo>
                          <a:cubicBezTo>
                            <a:pt x="125730" y="83476"/>
                            <a:pt x="123825" y="91381"/>
                            <a:pt x="121253" y="100145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04" name="Forme libre : forme 11103">
                      <a:extLst>
                        <a:ext uri="{FF2B5EF4-FFF2-40B4-BE49-F238E27FC236}">
                          <a16:creationId xmlns:a16="http://schemas.microsoft.com/office/drawing/2014/main" id="{B3237122-A5B2-4B32-8812-F39EF58D1C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4566" y="2769108"/>
                      <a:ext cx="129733" cy="160605"/>
                    </a:xfrm>
                    <a:custGeom>
                      <a:avLst/>
                      <a:gdLst>
                        <a:gd name="connsiteX0" fmla="*/ 57055 w 129733"/>
                        <a:gd name="connsiteY0" fmla="*/ 129826 h 160605"/>
                        <a:gd name="connsiteX1" fmla="*/ 37719 w 129733"/>
                        <a:gd name="connsiteY1" fmla="*/ 111823 h 160605"/>
                        <a:gd name="connsiteX2" fmla="*/ 22289 w 129733"/>
                        <a:gd name="connsiteY2" fmla="*/ 84772 h 160605"/>
                        <a:gd name="connsiteX3" fmla="*/ 11335 w 129733"/>
                        <a:gd name="connsiteY3" fmla="*/ 36004 h 160605"/>
                        <a:gd name="connsiteX4" fmla="*/ 4858 w 129733"/>
                        <a:gd name="connsiteY4" fmla="*/ 43529 h 160605"/>
                        <a:gd name="connsiteX5" fmla="*/ 1714 w 129733"/>
                        <a:gd name="connsiteY5" fmla="*/ 56197 h 160605"/>
                        <a:gd name="connsiteX6" fmla="*/ 381 w 129733"/>
                        <a:gd name="connsiteY6" fmla="*/ 65532 h 160605"/>
                        <a:gd name="connsiteX7" fmla="*/ 0 w 129733"/>
                        <a:gd name="connsiteY7" fmla="*/ 70295 h 160605"/>
                        <a:gd name="connsiteX8" fmla="*/ 0 w 129733"/>
                        <a:gd name="connsiteY8" fmla="*/ 71533 h 160605"/>
                        <a:gd name="connsiteX9" fmla="*/ 286 w 129733"/>
                        <a:gd name="connsiteY9" fmla="*/ 73343 h 160605"/>
                        <a:gd name="connsiteX10" fmla="*/ 858 w 129733"/>
                        <a:gd name="connsiteY10" fmla="*/ 77057 h 160605"/>
                        <a:gd name="connsiteX11" fmla="*/ 11144 w 129733"/>
                        <a:gd name="connsiteY11" fmla="*/ 111538 h 160605"/>
                        <a:gd name="connsiteX12" fmla="*/ 42672 w 129733"/>
                        <a:gd name="connsiteY12" fmla="*/ 153543 h 160605"/>
                        <a:gd name="connsiteX13" fmla="*/ 57817 w 129733"/>
                        <a:gd name="connsiteY13" fmla="*/ 159734 h 160605"/>
                        <a:gd name="connsiteX14" fmla="*/ 67628 w 129733"/>
                        <a:gd name="connsiteY14" fmla="*/ 160591 h 160605"/>
                        <a:gd name="connsiteX15" fmla="*/ 79057 w 129733"/>
                        <a:gd name="connsiteY15" fmla="*/ 158877 h 160605"/>
                        <a:gd name="connsiteX16" fmla="*/ 87344 w 129733"/>
                        <a:gd name="connsiteY16" fmla="*/ 155543 h 160605"/>
                        <a:gd name="connsiteX17" fmla="*/ 94774 w 129733"/>
                        <a:gd name="connsiteY17" fmla="*/ 150686 h 160605"/>
                        <a:gd name="connsiteX18" fmla="*/ 102203 w 129733"/>
                        <a:gd name="connsiteY18" fmla="*/ 143065 h 160605"/>
                        <a:gd name="connsiteX19" fmla="*/ 108490 w 129733"/>
                        <a:gd name="connsiteY19" fmla="*/ 131826 h 160605"/>
                        <a:gd name="connsiteX20" fmla="*/ 113538 w 129733"/>
                        <a:gd name="connsiteY20" fmla="*/ 119063 h 160605"/>
                        <a:gd name="connsiteX21" fmla="*/ 117634 w 129733"/>
                        <a:gd name="connsiteY21" fmla="*/ 106585 h 160605"/>
                        <a:gd name="connsiteX22" fmla="*/ 120968 w 129733"/>
                        <a:gd name="connsiteY22" fmla="*/ 95060 h 160605"/>
                        <a:gd name="connsiteX23" fmla="*/ 125539 w 129733"/>
                        <a:gd name="connsiteY23" fmla="*/ 77533 h 160605"/>
                        <a:gd name="connsiteX24" fmla="*/ 127445 w 129733"/>
                        <a:gd name="connsiteY24" fmla="*/ 69342 h 160605"/>
                        <a:gd name="connsiteX25" fmla="*/ 128302 w 129733"/>
                        <a:gd name="connsiteY25" fmla="*/ 65437 h 160605"/>
                        <a:gd name="connsiteX26" fmla="*/ 128588 w 129733"/>
                        <a:gd name="connsiteY26" fmla="*/ 63341 h 160605"/>
                        <a:gd name="connsiteX27" fmla="*/ 129730 w 129733"/>
                        <a:gd name="connsiteY27" fmla="*/ 47244 h 160605"/>
                        <a:gd name="connsiteX28" fmla="*/ 123540 w 129733"/>
                        <a:gd name="connsiteY28" fmla="*/ 10668 h 160605"/>
                        <a:gd name="connsiteX29" fmla="*/ 118967 w 129733"/>
                        <a:gd name="connsiteY29" fmla="*/ 286 h 160605"/>
                        <a:gd name="connsiteX30" fmla="*/ 118777 w 129733"/>
                        <a:gd name="connsiteY30" fmla="*/ 0 h 160605"/>
                        <a:gd name="connsiteX31" fmla="*/ 109157 w 129733"/>
                        <a:gd name="connsiteY31" fmla="*/ 35338 h 160605"/>
                        <a:gd name="connsiteX32" fmla="*/ 98203 w 129733"/>
                        <a:gd name="connsiteY32" fmla="*/ 73247 h 160605"/>
                        <a:gd name="connsiteX33" fmla="*/ 84011 w 129733"/>
                        <a:gd name="connsiteY33" fmla="*/ 114014 h 160605"/>
                        <a:gd name="connsiteX34" fmla="*/ 74866 w 129733"/>
                        <a:gd name="connsiteY34" fmla="*/ 129540 h 160605"/>
                        <a:gd name="connsiteX35" fmla="*/ 65818 w 129733"/>
                        <a:gd name="connsiteY35" fmla="*/ 132588 h 160605"/>
                        <a:gd name="connsiteX36" fmla="*/ 57055 w 129733"/>
                        <a:gd name="connsiteY36" fmla="*/ 129826 h 160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129733" h="160605">
                          <a:moveTo>
                            <a:pt x="57055" y="129826"/>
                          </a:moveTo>
                          <a:cubicBezTo>
                            <a:pt x="49911" y="125730"/>
                            <a:pt x="43720" y="119634"/>
                            <a:pt x="37719" y="111823"/>
                          </a:cubicBezTo>
                          <a:cubicBezTo>
                            <a:pt x="31814" y="104013"/>
                            <a:pt x="26480" y="94488"/>
                            <a:pt x="22289" y="84772"/>
                          </a:cubicBezTo>
                          <a:cubicBezTo>
                            <a:pt x="13240" y="64008"/>
                            <a:pt x="11049" y="50387"/>
                            <a:pt x="11335" y="36004"/>
                          </a:cubicBezTo>
                          <a:cubicBezTo>
                            <a:pt x="8382" y="37529"/>
                            <a:pt x="5905" y="40005"/>
                            <a:pt x="4858" y="43529"/>
                          </a:cubicBezTo>
                          <a:cubicBezTo>
                            <a:pt x="3620" y="47815"/>
                            <a:pt x="2477" y="52006"/>
                            <a:pt x="1714" y="56197"/>
                          </a:cubicBezTo>
                          <a:cubicBezTo>
                            <a:pt x="1143" y="59246"/>
                            <a:pt x="667" y="62389"/>
                            <a:pt x="381" y="65532"/>
                          </a:cubicBezTo>
                          <a:cubicBezTo>
                            <a:pt x="286" y="67151"/>
                            <a:pt x="191" y="68771"/>
                            <a:pt x="0" y="70295"/>
                          </a:cubicBezTo>
                          <a:lnTo>
                            <a:pt x="0" y="71533"/>
                          </a:lnTo>
                          <a:lnTo>
                            <a:pt x="286" y="73343"/>
                          </a:lnTo>
                          <a:lnTo>
                            <a:pt x="858" y="77057"/>
                          </a:lnTo>
                          <a:cubicBezTo>
                            <a:pt x="2572" y="87154"/>
                            <a:pt x="5810" y="98965"/>
                            <a:pt x="11144" y="111538"/>
                          </a:cubicBezTo>
                          <a:cubicBezTo>
                            <a:pt x="17907" y="127635"/>
                            <a:pt x="28766" y="145066"/>
                            <a:pt x="42672" y="153543"/>
                          </a:cubicBezTo>
                          <a:cubicBezTo>
                            <a:pt x="46863" y="156305"/>
                            <a:pt x="51911" y="158305"/>
                            <a:pt x="57817" y="159734"/>
                          </a:cubicBezTo>
                          <a:cubicBezTo>
                            <a:pt x="60770" y="160306"/>
                            <a:pt x="63913" y="160687"/>
                            <a:pt x="67628" y="160591"/>
                          </a:cubicBezTo>
                          <a:cubicBezTo>
                            <a:pt x="71247" y="160591"/>
                            <a:pt x="75533" y="159925"/>
                            <a:pt x="79057" y="158877"/>
                          </a:cubicBezTo>
                          <a:cubicBezTo>
                            <a:pt x="82677" y="157829"/>
                            <a:pt x="84868" y="156877"/>
                            <a:pt x="87344" y="155543"/>
                          </a:cubicBezTo>
                          <a:cubicBezTo>
                            <a:pt x="89725" y="154496"/>
                            <a:pt x="92297" y="152305"/>
                            <a:pt x="94774" y="150686"/>
                          </a:cubicBezTo>
                          <a:cubicBezTo>
                            <a:pt x="97250" y="148399"/>
                            <a:pt x="99822" y="145542"/>
                            <a:pt x="102203" y="143065"/>
                          </a:cubicBezTo>
                          <a:cubicBezTo>
                            <a:pt x="104490" y="139922"/>
                            <a:pt x="106489" y="135446"/>
                            <a:pt x="108490" y="131826"/>
                          </a:cubicBezTo>
                          <a:cubicBezTo>
                            <a:pt x="110680" y="128492"/>
                            <a:pt x="112014" y="123349"/>
                            <a:pt x="113538" y="119063"/>
                          </a:cubicBezTo>
                          <a:cubicBezTo>
                            <a:pt x="114967" y="114681"/>
                            <a:pt x="116396" y="110585"/>
                            <a:pt x="117634" y="106585"/>
                          </a:cubicBezTo>
                          <a:cubicBezTo>
                            <a:pt x="118777" y="102489"/>
                            <a:pt x="119920" y="98488"/>
                            <a:pt x="120968" y="95060"/>
                          </a:cubicBezTo>
                          <a:cubicBezTo>
                            <a:pt x="122682" y="88868"/>
                            <a:pt x="124206" y="83058"/>
                            <a:pt x="125539" y="77533"/>
                          </a:cubicBezTo>
                          <a:cubicBezTo>
                            <a:pt x="126206" y="74771"/>
                            <a:pt x="126778" y="72104"/>
                            <a:pt x="127445" y="69342"/>
                          </a:cubicBezTo>
                          <a:lnTo>
                            <a:pt x="128302" y="65437"/>
                          </a:lnTo>
                          <a:lnTo>
                            <a:pt x="128588" y="63341"/>
                          </a:lnTo>
                          <a:cubicBezTo>
                            <a:pt x="129350" y="57721"/>
                            <a:pt x="129730" y="52388"/>
                            <a:pt x="129730" y="47244"/>
                          </a:cubicBezTo>
                          <a:cubicBezTo>
                            <a:pt x="129826" y="33338"/>
                            <a:pt x="127445" y="21622"/>
                            <a:pt x="123540" y="10668"/>
                          </a:cubicBezTo>
                          <a:cubicBezTo>
                            <a:pt x="122206" y="7144"/>
                            <a:pt x="120682" y="3715"/>
                            <a:pt x="118967" y="286"/>
                          </a:cubicBezTo>
                          <a:lnTo>
                            <a:pt x="118777" y="0"/>
                          </a:lnTo>
                          <a:cubicBezTo>
                            <a:pt x="115729" y="12097"/>
                            <a:pt x="112490" y="23527"/>
                            <a:pt x="109157" y="35338"/>
                          </a:cubicBezTo>
                          <a:cubicBezTo>
                            <a:pt x="105537" y="48006"/>
                            <a:pt x="101822" y="60579"/>
                            <a:pt x="98203" y="73247"/>
                          </a:cubicBezTo>
                          <a:cubicBezTo>
                            <a:pt x="94012" y="87535"/>
                            <a:pt x="89631" y="102679"/>
                            <a:pt x="84011" y="114014"/>
                          </a:cubicBezTo>
                          <a:cubicBezTo>
                            <a:pt x="81058" y="119729"/>
                            <a:pt x="79057" y="125158"/>
                            <a:pt x="74866" y="129540"/>
                          </a:cubicBezTo>
                          <a:cubicBezTo>
                            <a:pt x="72580" y="131636"/>
                            <a:pt x="69056" y="133064"/>
                            <a:pt x="65818" y="132588"/>
                          </a:cubicBezTo>
                          <a:cubicBezTo>
                            <a:pt x="62389" y="132493"/>
                            <a:pt x="59627" y="131254"/>
                            <a:pt x="57055" y="129826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05" name="Forme libre : forme 11104">
                      <a:extLst>
                        <a:ext uri="{FF2B5EF4-FFF2-40B4-BE49-F238E27FC236}">
                          <a16:creationId xmlns:a16="http://schemas.microsoft.com/office/drawing/2014/main" id="{4BD794A8-A2B1-45D6-BAE6-38389BD24A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4439" y="2809118"/>
                      <a:ext cx="54211" cy="94212"/>
                    </a:xfrm>
                    <a:custGeom>
                      <a:avLst/>
                      <a:gdLst>
                        <a:gd name="connsiteX0" fmla="*/ 49854 w 54211"/>
                        <a:gd name="connsiteY0" fmla="*/ 90 h 94212"/>
                        <a:gd name="connsiteX1" fmla="*/ 54045 w 54211"/>
                        <a:gd name="connsiteY1" fmla="*/ 8282 h 94212"/>
                        <a:gd name="connsiteX2" fmla="*/ 52616 w 54211"/>
                        <a:gd name="connsiteY2" fmla="*/ 27141 h 94212"/>
                        <a:gd name="connsiteX3" fmla="*/ 40329 w 54211"/>
                        <a:gd name="connsiteY3" fmla="*/ 72004 h 94212"/>
                        <a:gd name="connsiteX4" fmla="*/ 36899 w 54211"/>
                        <a:gd name="connsiteY4" fmla="*/ 78385 h 94212"/>
                        <a:gd name="connsiteX5" fmla="*/ 32423 w 54211"/>
                        <a:gd name="connsiteY5" fmla="*/ 85053 h 94212"/>
                        <a:gd name="connsiteX6" fmla="*/ 27280 w 54211"/>
                        <a:gd name="connsiteY6" fmla="*/ 91054 h 94212"/>
                        <a:gd name="connsiteX7" fmla="*/ 18707 w 54211"/>
                        <a:gd name="connsiteY7" fmla="*/ 94197 h 94212"/>
                        <a:gd name="connsiteX8" fmla="*/ 4133 w 54211"/>
                        <a:gd name="connsiteY8" fmla="*/ 84101 h 94212"/>
                        <a:gd name="connsiteX9" fmla="*/ 38 w 54211"/>
                        <a:gd name="connsiteY9" fmla="*/ 71623 h 94212"/>
                        <a:gd name="connsiteX10" fmla="*/ 1562 w 54211"/>
                        <a:gd name="connsiteY10" fmla="*/ 67051 h 94212"/>
                        <a:gd name="connsiteX11" fmla="*/ 4610 w 54211"/>
                        <a:gd name="connsiteY11" fmla="*/ 65051 h 94212"/>
                        <a:gd name="connsiteX12" fmla="*/ 14516 w 54211"/>
                        <a:gd name="connsiteY12" fmla="*/ 64193 h 94212"/>
                        <a:gd name="connsiteX13" fmla="*/ 19564 w 54211"/>
                        <a:gd name="connsiteY13" fmla="*/ 58764 h 94212"/>
                        <a:gd name="connsiteX14" fmla="*/ 21755 w 54211"/>
                        <a:gd name="connsiteY14" fmla="*/ 51811 h 94212"/>
                        <a:gd name="connsiteX15" fmla="*/ 24993 w 54211"/>
                        <a:gd name="connsiteY15" fmla="*/ 41810 h 94212"/>
                        <a:gd name="connsiteX16" fmla="*/ 34233 w 54211"/>
                        <a:gd name="connsiteY16" fmla="*/ 19140 h 94212"/>
                        <a:gd name="connsiteX17" fmla="*/ 37757 w 54211"/>
                        <a:gd name="connsiteY17" fmla="*/ 12377 h 94212"/>
                        <a:gd name="connsiteX18" fmla="*/ 41853 w 54211"/>
                        <a:gd name="connsiteY18" fmla="*/ 5519 h 94212"/>
                        <a:gd name="connsiteX19" fmla="*/ 49854 w 54211"/>
                        <a:gd name="connsiteY19" fmla="*/ 90 h 94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54211" h="94212">
                          <a:moveTo>
                            <a:pt x="49854" y="90"/>
                          </a:moveTo>
                          <a:cubicBezTo>
                            <a:pt x="52330" y="661"/>
                            <a:pt x="53568" y="3710"/>
                            <a:pt x="54045" y="8282"/>
                          </a:cubicBezTo>
                          <a:cubicBezTo>
                            <a:pt x="54426" y="12949"/>
                            <a:pt x="54235" y="18283"/>
                            <a:pt x="52616" y="27141"/>
                          </a:cubicBezTo>
                          <a:cubicBezTo>
                            <a:pt x="49663" y="43524"/>
                            <a:pt x="44234" y="64384"/>
                            <a:pt x="40329" y="72004"/>
                          </a:cubicBezTo>
                          <a:cubicBezTo>
                            <a:pt x="39471" y="74385"/>
                            <a:pt x="38233" y="76100"/>
                            <a:pt x="36899" y="78385"/>
                          </a:cubicBezTo>
                          <a:cubicBezTo>
                            <a:pt x="35566" y="80767"/>
                            <a:pt x="34042" y="82958"/>
                            <a:pt x="32423" y="85053"/>
                          </a:cubicBezTo>
                          <a:cubicBezTo>
                            <a:pt x="30804" y="87244"/>
                            <a:pt x="29279" y="89244"/>
                            <a:pt x="27280" y="91054"/>
                          </a:cubicBezTo>
                          <a:cubicBezTo>
                            <a:pt x="25375" y="92768"/>
                            <a:pt x="22231" y="94387"/>
                            <a:pt x="18707" y="94197"/>
                          </a:cubicBezTo>
                          <a:cubicBezTo>
                            <a:pt x="11754" y="93530"/>
                            <a:pt x="7181" y="88482"/>
                            <a:pt x="4133" y="84101"/>
                          </a:cubicBezTo>
                          <a:cubicBezTo>
                            <a:pt x="1086" y="79528"/>
                            <a:pt x="-248" y="74957"/>
                            <a:pt x="38" y="71623"/>
                          </a:cubicBezTo>
                          <a:cubicBezTo>
                            <a:pt x="133" y="70289"/>
                            <a:pt x="800" y="68003"/>
                            <a:pt x="1562" y="67051"/>
                          </a:cubicBezTo>
                          <a:cubicBezTo>
                            <a:pt x="2419" y="65908"/>
                            <a:pt x="3372" y="65432"/>
                            <a:pt x="4610" y="65051"/>
                          </a:cubicBezTo>
                          <a:cubicBezTo>
                            <a:pt x="7086" y="64289"/>
                            <a:pt x="10134" y="65717"/>
                            <a:pt x="14516" y="64193"/>
                          </a:cubicBezTo>
                          <a:cubicBezTo>
                            <a:pt x="16706" y="63336"/>
                            <a:pt x="18516" y="61145"/>
                            <a:pt x="19564" y="58764"/>
                          </a:cubicBezTo>
                          <a:cubicBezTo>
                            <a:pt x="20517" y="56383"/>
                            <a:pt x="21088" y="54002"/>
                            <a:pt x="21755" y="51811"/>
                          </a:cubicBezTo>
                          <a:cubicBezTo>
                            <a:pt x="22993" y="47525"/>
                            <a:pt x="24136" y="44095"/>
                            <a:pt x="24993" y="41810"/>
                          </a:cubicBezTo>
                          <a:cubicBezTo>
                            <a:pt x="26613" y="37142"/>
                            <a:pt x="29946" y="27998"/>
                            <a:pt x="34233" y="19140"/>
                          </a:cubicBezTo>
                          <a:cubicBezTo>
                            <a:pt x="35376" y="16854"/>
                            <a:pt x="36423" y="14854"/>
                            <a:pt x="37757" y="12377"/>
                          </a:cubicBezTo>
                          <a:cubicBezTo>
                            <a:pt x="39091" y="9806"/>
                            <a:pt x="40519" y="7424"/>
                            <a:pt x="41853" y="5519"/>
                          </a:cubicBezTo>
                          <a:cubicBezTo>
                            <a:pt x="44710" y="1709"/>
                            <a:pt x="47377" y="-481"/>
                            <a:pt x="49854" y="9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06" name="Forme libre : forme 11105">
                      <a:extLst>
                        <a:ext uri="{FF2B5EF4-FFF2-40B4-BE49-F238E27FC236}">
                          <a16:creationId xmlns:a16="http://schemas.microsoft.com/office/drawing/2014/main" id="{56BC7D60-3CFF-4B85-8A62-0B9B49071F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4189" y="2849594"/>
                      <a:ext cx="49913" cy="53642"/>
                    </a:xfrm>
                    <a:custGeom>
                      <a:avLst/>
                      <a:gdLst>
                        <a:gd name="connsiteX0" fmla="*/ 16576 w 49913"/>
                        <a:gd name="connsiteY0" fmla="*/ 23527 h 53642"/>
                        <a:gd name="connsiteX1" fmla="*/ 6003 w 49913"/>
                        <a:gd name="connsiteY1" fmla="*/ 24955 h 53642"/>
                        <a:gd name="connsiteX2" fmla="*/ 2 w 49913"/>
                        <a:gd name="connsiteY2" fmla="*/ 30671 h 53642"/>
                        <a:gd name="connsiteX3" fmla="*/ 4955 w 49913"/>
                        <a:gd name="connsiteY3" fmla="*/ 44005 h 53642"/>
                        <a:gd name="connsiteX4" fmla="*/ 19052 w 49913"/>
                        <a:gd name="connsiteY4" fmla="*/ 53626 h 53642"/>
                        <a:gd name="connsiteX5" fmla="*/ 27339 w 49913"/>
                        <a:gd name="connsiteY5" fmla="*/ 50768 h 53642"/>
                        <a:gd name="connsiteX6" fmla="*/ 32387 w 49913"/>
                        <a:gd name="connsiteY6" fmla="*/ 44958 h 53642"/>
                        <a:gd name="connsiteX7" fmla="*/ 36959 w 49913"/>
                        <a:gd name="connsiteY7" fmla="*/ 38195 h 53642"/>
                        <a:gd name="connsiteX8" fmla="*/ 40960 w 49913"/>
                        <a:gd name="connsiteY8" fmla="*/ 30766 h 53642"/>
                        <a:gd name="connsiteX9" fmla="*/ 49913 w 49913"/>
                        <a:gd name="connsiteY9" fmla="*/ 0 h 53642"/>
                        <a:gd name="connsiteX10" fmla="*/ 44389 w 49913"/>
                        <a:gd name="connsiteY10" fmla="*/ 15335 h 53642"/>
                        <a:gd name="connsiteX11" fmla="*/ 40484 w 49913"/>
                        <a:gd name="connsiteY11" fmla="*/ 22098 h 53642"/>
                        <a:gd name="connsiteX12" fmla="*/ 36388 w 49913"/>
                        <a:gd name="connsiteY12" fmla="*/ 27813 h 53642"/>
                        <a:gd name="connsiteX13" fmla="*/ 28863 w 49913"/>
                        <a:gd name="connsiteY13" fmla="*/ 35242 h 53642"/>
                        <a:gd name="connsiteX14" fmla="*/ 25815 w 49913"/>
                        <a:gd name="connsiteY14" fmla="*/ 37338 h 53642"/>
                        <a:gd name="connsiteX15" fmla="*/ 22481 w 49913"/>
                        <a:gd name="connsiteY15" fmla="*/ 36766 h 53642"/>
                        <a:gd name="connsiteX16" fmla="*/ 16576 w 49913"/>
                        <a:gd name="connsiteY16" fmla="*/ 23527 h 53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9913" h="53642">
                          <a:moveTo>
                            <a:pt x="16576" y="23527"/>
                          </a:moveTo>
                          <a:cubicBezTo>
                            <a:pt x="14194" y="26860"/>
                            <a:pt x="9146" y="25717"/>
                            <a:pt x="6003" y="24955"/>
                          </a:cubicBezTo>
                          <a:cubicBezTo>
                            <a:pt x="2764" y="24098"/>
                            <a:pt x="-93" y="24955"/>
                            <a:pt x="2" y="30671"/>
                          </a:cubicBezTo>
                          <a:cubicBezTo>
                            <a:pt x="288" y="34766"/>
                            <a:pt x="1907" y="39529"/>
                            <a:pt x="4955" y="44005"/>
                          </a:cubicBezTo>
                          <a:cubicBezTo>
                            <a:pt x="8003" y="48292"/>
                            <a:pt x="12385" y="52959"/>
                            <a:pt x="19052" y="53626"/>
                          </a:cubicBezTo>
                          <a:cubicBezTo>
                            <a:pt x="22290" y="53816"/>
                            <a:pt x="25243" y="52388"/>
                            <a:pt x="27339" y="50768"/>
                          </a:cubicBezTo>
                          <a:cubicBezTo>
                            <a:pt x="29244" y="49054"/>
                            <a:pt x="30768" y="47149"/>
                            <a:pt x="32387" y="44958"/>
                          </a:cubicBezTo>
                          <a:cubicBezTo>
                            <a:pt x="34007" y="42863"/>
                            <a:pt x="35530" y="40767"/>
                            <a:pt x="36959" y="38195"/>
                          </a:cubicBezTo>
                          <a:cubicBezTo>
                            <a:pt x="38388" y="35719"/>
                            <a:pt x="39817" y="33623"/>
                            <a:pt x="40960" y="30766"/>
                          </a:cubicBezTo>
                          <a:cubicBezTo>
                            <a:pt x="43912" y="25051"/>
                            <a:pt x="48389" y="8382"/>
                            <a:pt x="49913" y="0"/>
                          </a:cubicBezTo>
                          <a:cubicBezTo>
                            <a:pt x="48484" y="4381"/>
                            <a:pt x="46198" y="11906"/>
                            <a:pt x="44389" y="15335"/>
                          </a:cubicBezTo>
                          <a:cubicBezTo>
                            <a:pt x="43150" y="17907"/>
                            <a:pt x="41817" y="20098"/>
                            <a:pt x="40484" y="22098"/>
                          </a:cubicBezTo>
                          <a:cubicBezTo>
                            <a:pt x="39055" y="24098"/>
                            <a:pt x="37816" y="26289"/>
                            <a:pt x="36388" y="27813"/>
                          </a:cubicBezTo>
                          <a:cubicBezTo>
                            <a:pt x="33625" y="30956"/>
                            <a:pt x="31054" y="33528"/>
                            <a:pt x="28863" y="35242"/>
                          </a:cubicBezTo>
                          <a:cubicBezTo>
                            <a:pt x="27815" y="36100"/>
                            <a:pt x="26672" y="36766"/>
                            <a:pt x="25815" y="37338"/>
                          </a:cubicBezTo>
                          <a:cubicBezTo>
                            <a:pt x="24767" y="37719"/>
                            <a:pt x="24005" y="38481"/>
                            <a:pt x="22481" y="36766"/>
                          </a:cubicBezTo>
                          <a:cubicBezTo>
                            <a:pt x="19814" y="34385"/>
                            <a:pt x="17623" y="29527"/>
                            <a:pt x="16576" y="23527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07" name="Forme libre : forme 11106">
                      <a:extLst>
                        <a:ext uri="{FF2B5EF4-FFF2-40B4-BE49-F238E27FC236}">
                          <a16:creationId xmlns:a16="http://schemas.microsoft.com/office/drawing/2014/main" id="{27DAE231-4E66-4944-9396-39E68DFEF7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8370" y="2803469"/>
                      <a:ext cx="53985" cy="101772"/>
                    </a:xfrm>
                    <a:custGeom>
                      <a:avLst/>
                      <a:gdLst>
                        <a:gd name="connsiteX0" fmla="*/ 50018 w 53985"/>
                        <a:gd name="connsiteY0" fmla="*/ 500 h 101772"/>
                        <a:gd name="connsiteX1" fmla="*/ 53828 w 53985"/>
                        <a:gd name="connsiteY1" fmla="*/ 10311 h 101772"/>
                        <a:gd name="connsiteX2" fmla="*/ 53923 w 53985"/>
                        <a:gd name="connsiteY2" fmla="*/ 18217 h 101772"/>
                        <a:gd name="connsiteX3" fmla="*/ 53638 w 53985"/>
                        <a:gd name="connsiteY3" fmla="*/ 22598 h 101772"/>
                        <a:gd name="connsiteX4" fmla="*/ 53447 w 53985"/>
                        <a:gd name="connsiteY4" fmla="*/ 24884 h 101772"/>
                        <a:gd name="connsiteX5" fmla="*/ 52971 w 53985"/>
                        <a:gd name="connsiteY5" fmla="*/ 27837 h 101772"/>
                        <a:gd name="connsiteX6" fmla="*/ 40969 w 53985"/>
                        <a:gd name="connsiteY6" fmla="*/ 74795 h 101772"/>
                        <a:gd name="connsiteX7" fmla="*/ 37445 w 53985"/>
                        <a:gd name="connsiteY7" fmla="*/ 82891 h 101772"/>
                        <a:gd name="connsiteX8" fmla="*/ 32587 w 53985"/>
                        <a:gd name="connsiteY8" fmla="*/ 90130 h 101772"/>
                        <a:gd name="connsiteX9" fmla="*/ 27349 w 53985"/>
                        <a:gd name="connsiteY9" fmla="*/ 96226 h 101772"/>
                        <a:gd name="connsiteX10" fmla="*/ 21253 w 53985"/>
                        <a:gd name="connsiteY10" fmla="*/ 100798 h 101772"/>
                        <a:gd name="connsiteX11" fmla="*/ 12299 w 53985"/>
                        <a:gd name="connsiteY11" fmla="*/ 101084 h 101772"/>
                        <a:gd name="connsiteX12" fmla="*/ 5441 w 53985"/>
                        <a:gd name="connsiteY12" fmla="*/ 96417 h 101772"/>
                        <a:gd name="connsiteX13" fmla="*/ 12 w 53985"/>
                        <a:gd name="connsiteY13" fmla="*/ 84796 h 101772"/>
                        <a:gd name="connsiteX14" fmla="*/ 1155 w 53985"/>
                        <a:gd name="connsiteY14" fmla="*/ 81558 h 101772"/>
                        <a:gd name="connsiteX15" fmla="*/ 4393 w 53985"/>
                        <a:gd name="connsiteY15" fmla="*/ 79272 h 101772"/>
                        <a:gd name="connsiteX16" fmla="*/ 9632 w 53985"/>
                        <a:gd name="connsiteY16" fmla="*/ 78129 h 101772"/>
                        <a:gd name="connsiteX17" fmla="*/ 15823 w 53985"/>
                        <a:gd name="connsiteY17" fmla="*/ 73652 h 101772"/>
                        <a:gd name="connsiteX18" fmla="*/ 18967 w 53985"/>
                        <a:gd name="connsiteY18" fmla="*/ 65461 h 101772"/>
                        <a:gd name="connsiteX19" fmla="*/ 21157 w 53985"/>
                        <a:gd name="connsiteY19" fmla="*/ 57841 h 101772"/>
                        <a:gd name="connsiteX20" fmla="*/ 24491 w 53985"/>
                        <a:gd name="connsiteY20" fmla="*/ 46887 h 101772"/>
                        <a:gd name="connsiteX21" fmla="*/ 34493 w 53985"/>
                        <a:gd name="connsiteY21" fmla="*/ 20312 h 101772"/>
                        <a:gd name="connsiteX22" fmla="*/ 50018 w 53985"/>
                        <a:gd name="connsiteY22" fmla="*/ 500 h 101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53985" h="101772">
                          <a:moveTo>
                            <a:pt x="50018" y="500"/>
                          </a:moveTo>
                          <a:cubicBezTo>
                            <a:pt x="52209" y="2024"/>
                            <a:pt x="53352" y="5548"/>
                            <a:pt x="53828" y="10311"/>
                          </a:cubicBezTo>
                          <a:cubicBezTo>
                            <a:pt x="54019" y="12692"/>
                            <a:pt x="54019" y="15359"/>
                            <a:pt x="53923" y="18217"/>
                          </a:cubicBezTo>
                          <a:lnTo>
                            <a:pt x="53638" y="22598"/>
                          </a:lnTo>
                          <a:lnTo>
                            <a:pt x="53447" y="24884"/>
                          </a:lnTo>
                          <a:lnTo>
                            <a:pt x="52971" y="27837"/>
                          </a:lnTo>
                          <a:cubicBezTo>
                            <a:pt x="50208" y="44125"/>
                            <a:pt x="44874" y="64984"/>
                            <a:pt x="40969" y="74795"/>
                          </a:cubicBezTo>
                          <a:cubicBezTo>
                            <a:pt x="39922" y="77176"/>
                            <a:pt x="38684" y="79843"/>
                            <a:pt x="37445" y="82891"/>
                          </a:cubicBezTo>
                          <a:cubicBezTo>
                            <a:pt x="36016" y="85273"/>
                            <a:pt x="34302" y="87654"/>
                            <a:pt x="32587" y="90130"/>
                          </a:cubicBezTo>
                          <a:cubicBezTo>
                            <a:pt x="30873" y="92321"/>
                            <a:pt x="29159" y="94321"/>
                            <a:pt x="27349" y="96226"/>
                          </a:cubicBezTo>
                          <a:cubicBezTo>
                            <a:pt x="25444" y="97941"/>
                            <a:pt x="24110" y="99846"/>
                            <a:pt x="21253" y="100798"/>
                          </a:cubicBezTo>
                          <a:cubicBezTo>
                            <a:pt x="18586" y="101941"/>
                            <a:pt x="15157" y="102132"/>
                            <a:pt x="12299" y="101084"/>
                          </a:cubicBezTo>
                          <a:cubicBezTo>
                            <a:pt x="9442" y="100036"/>
                            <a:pt x="7156" y="98322"/>
                            <a:pt x="5441" y="96417"/>
                          </a:cubicBezTo>
                          <a:cubicBezTo>
                            <a:pt x="1917" y="92607"/>
                            <a:pt x="107" y="88225"/>
                            <a:pt x="12" y="84796"/>
                          </a:cubicBezTo>
                          <a:cubicBezTo>
                            <a:pt x="-83" y="83082"/>
                            <a:pt x="393" y="82034"/>
                            <a:pt x="1155" y="81558"/>
                          </a:cubicBezTo>
                          <a:cubicBezTo>
                            <a:pt x="1917" y="80510"/>
                            <a:pt x="3060" y="79558"/>
                            <a:pt x="4393" y="79272"/>
                          </a:cubicBezTo>
                          <a:cubicBezTo>
                            <a:pt x="5822" y="78796"/>
                            <a:pt x="7441" y="78796"/>
                            <a:pt x="9632" y="78129"/>
                          </a:cubicBezTo>
                          <a:cubicBezTo>
                            <a:pt x="11728" y="77653"/>
                            <a:pt x="14204" y="76129"/>
                            <a:pt x="15823" y="73652"/>
                          </a:cubicBezTo>
                          <a:cubicBezTo>
                            <a:pt x="17728" y="71271"/>
                            <a:pt x="18109" y="68032"/>
                            <a:pt x="18967" y="65461"/>
                          </a:cubicBezTo>
                          <a:cubicBezTo>
                            <a:pt x="19729" y="62794"/>
                            <a:pt x="20396" y="60222"/>
                            <a:pt x="21157" y="57841"/>
                          </a:cubicBezTo>
                          <a:cubicBezTo>
                            <a:pt x="22491" y="53364"/>
                            <a:pt x="23729" y="49459"/>
                            <a:pt x="24491" y="46887"/>
                          </a:cubicBezTo>
                          <a:cubicBezTo>
                            <a:pt x="26111" y="41934"/>
                            <a:pt x="29730" y="30885"/>
                            <a:pt x="34493" y="20312"/>
                          </a:cubicBezTo>
                          <a:cubicBezTo>
                            <a:pt x="39636" y="8120"/>
                            <a:pt x="45541" y="-2453"/>
                            <a:pt x="50018" y="50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08" name="Forme libre : forme 11107">
                      <a:extLst>
                        <a:ext uri="{FF2B5EF4-FFF2-40B4-BE49-F238E27FC236}">
                          <a16:creationId xmlns:a16="http://schemas.microsoft.com/office/drawing/2014/main" id="{F8FB8F47-87EB-40EE-94CD-C2A0391BA9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3942" y="2831261"/>
                      <a:ext cx="89957" cy="91396"/>
                    </a:xfrm>
                    <a:custGeom>
                      <a:avLst/>
                      <a:gdLst>
                        <a:gd name="connsiteX0" fmla="*/ 3389 w 89957"/>
                        <a:gd name="connsiteY0" fmla="*/ 4045 h 91396"/>
                        <a:gd name="connsiteX1" fmla="*/ 1484 w 89957"/>
                        <a:gd name="connsiteY1" fmla="*/ 27572 h 91396"/>
                        <a:gd name="connsiteX2" fmla="*/ 41012 w 89957"/>
                        <a:gd name="connsiteY2" fmla="*/ 89961 h 91396"/>
                        <a:gd name="connsiteX3" fmla="*/ 49871 w 89957"/>
                        <a:gd name="connsiteY3" fmla="*/ 91389 h 91396"/>
                        <a:gd name="connsiteX4" fmla="*/ 59110 w 89957"/>
                        <a:gd name="connsiteY4" fmla="*/ 89770 h 91396"/>
                        <a:gd name="connsiteX5" fmla="*/ 71016 w 89957"/>
                        <a:gd name="connsiteY5" fmla="*/ 81769 h 91396"/>
                        <a:gd name="connsiteX6" fmla="*/ 87113 w 89957"/>
                        <a:gd name="connsiteY6" fmla="*/ 46813 h 91396"/>
                        <a:gd name="connsiteX7" fmla="*/ 89876 w 89957"/>
                        <a:gd name="connsiteY7" fmla="*/ 19381 h 91396"/>
                        <a:gd name="connsiteX8" fmla="*/ 84351 w 89957"/>
                        <a:gd name="connsiteY8" fmla="*/ 9284 h 91396"/>
                        <a:gd name="connsiteX9" fmla="*/ 73112 w 89957"/>
                        <a:gd name="connsiteY9" fmla="*/ 26524 h 91396"/>
                        <a:gd name="connsiteX10" fmla="*/ 60634 w 89957"/>
                        <a:gd name="connsiteY10" fmla="*/ 44717 h 91396"/>
                        <a:gd name="connsiteX11" fmla="*/ 45870 w 89957"/>
                        <a:gd name="connsiteY11" fmla="*/ 49098 h 91396"/>
                        <a:gd name="connsiteX12" fmla="*/ 33297 w 89957"/>
                        <a:gd name="connsiteY12" fmla="*/ 23000 h 91396"/>
                        <a:gd name="connsiteX13" fmla="*/ 26630 w 89957"/>
                        <a:gd name="connsiteY13" fmla="*/ 5283 h 91396"/>
                        <a:gd name="connsiteX14" fmla="*/ 15580 w 89957"/>
                        <a:gd name="connsiteY14" fmla="*/ 235 h 91396"/>
                        <a:gd name="connsiteX15" fmla="*/ 3389 w 89957"/>
                        <a:gd name="connsiteY15" fmla="*/ 4045 h 91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89957" h="91396">
                          <a:moveTo>
                            <a:pt x="3389" y="4045"/>
                          </a:moveTo>
                          <a:cubicBezTo>
                            <a:pt x="-517" y="10237"/>
                            <a:pt x="-898" y="14428"/>
                            <a:pt x="1484" y="27572"/>
                          </a:cubicBezTo>
                          <a:cubicBezTo>
                            <a:pt x="6627" y="52337"/>
                            <a:pt x="16914" y="81293"/>
                            <a:pt x="41012" y="89961"/>
                          </a:cubicBezTo>
                          <a:cubicBezTo>
                            <a:pt x="43679" y="90818"/>
                            <a:pt x="46632" y="91294"/>
                            <a:pt x="49871" y="91389"/>
                          </a:cubicBezTo>
                          <a:cubicBezTo>
                            <a:pt x="53109" y="91485"/>
                            <a:pt x="56538" y="90628"/>
                            <a:pt x="59110" y="89770"/>
                          </a:cubicBezTo>
                          <a:cubicBezTo>
                            <a:pt x="64254" y="87961"/>
                            <a:pt x="67206" y="85389"/>
                            <a:pt x="71016" y="81769"/>
                          </a:cubicBezTo>
                          <a:cubicBezTo>
                            <a:pt x="78350" y="74625"/>
                            <a:pt x="84827" y="61386"/>
                            <a:pt x="87113" y="46813"/>
                          </a:cubicBezTo>
                          <a:cubicBezTo>
                            <a:pt x="89304" y="36621"/>
                            <a:pt x="90257" y="26239"/>
                            <a:pt x="89876" y="19381"/>
                          </a:cubicBezTo>
                          <a:cubicBezTo>
                            <a:pt x="89494" y="12427"/>
                            <a:pt x="87685" y="8808"/>
                            <a:pt x="84351" y="9284"/>
                          </a:cubicBezTo>
                          <a:cubicBezTo>
                            <a:pt x="80351" y="9760"/>
                            <a:pt x="76921" y="20142"/>
                            <a:pt x="73112" y="26524"/>
                          </a:cubicBezTo>
                          <a:cubicBezTo>
                            <a:pt x="68730" y="34239"/>
                            <a:pt x="64444" y="39859"/>
                            <a:pt x="60634" y="44717"/>
                          </a:cubicBezTo>
                          <a:cubicBezTo>
                            <a:pt x="56728" y="49480"/>
                            <a:pt x="54347" y="55099"/>
                            <a:pt x="45870" y="49098"/>
                          </a:cubicBezTo>
                          <a:cubicBezTo>
                            <a:pt x="39203" y="42907"/>
                            <a:pt x="35679" y="31001"/>
                            <a:pt x="33297" y="23000"/>
                          </a:cubicBezTo>
                          <a:cubicBezTo>
                            <a:pt x="30821" y="14523"/>
                            <a:pt x="29582" y="8808"/>
                            <a:pt x="26630" y="5283"/>
                          </a:cubicBezTo>
                          <a:cubicBezTo>
                            <a:pt x="23962" y="2140"/>
                            <a:pt x="20153" y="997"/>
                            <a:pt x="15580" y="235"/>
                          </a:cubicBezTo>
                          <a:cubicBezTo>
                            <a:pt x="11389" y="-336"/>
                            <a:pt x="6246" y="-146"/>
                            <a:pt x="3389" y="404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09" name="Forme libre : forme 11108">
                      <a:extLst>
                        <a:ext uri="{FF2B5EF4-FFF2-40B4-BE49-F238E27FC236}">
                          <a16:creationId xmlns:a16="http://schemas.microsoft.com/office/drawing/2014/main" id="{F82BCE36-27C1-492E-AA8A-7F070366AD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5587" y="2847319"/>
                      <a:ext cx="21729" cy="22164"/>
                    </a:xfrm>
                    <a:custGeom>
                      <a:avLst/>
                      <a:gdLst>
                        <a:gd name="connsiteX0" fmla="*/ 3460 w 21729"/>
                        <a:gd name="connsiteY0" fmla="*/ 275 h 22164"/>
                        <a:gd name="connsiteX1" fmla="*/ 603 w 21729"/>
                        <a:gd name="connsiteY1" fmla="*/ 656 h 22164"/>
                        <a:gd name="connsiteX2" fmla="*/ 698 w 21729"/>
                        <a:gd name="connsiteY2" fmla="*/ 5894 h 22164"/>
                        <a:gd name="connsiteX3" fmla="*/ 4223 w 21729"/>
                        <a:gd name="connsiteY3" fmla="*/ 11895 h 22164"/>
                        <a:gd name="connsiteX4" fmla="*/ 14510 w 21729"/>
                        <a:gd name="connsiteY4" fmla="*/ 21325 h 22164"/>
                        <a:gd name="connsiteX5" fmla="*/ 18701 w 21729"/>
                        <a:gd name="connsiteY5" fmla="*/ 21801 h 22164"/>
                        <a:gd name="connsiteX6" fmla="*/ 21463 w 21729"/>
                        <a:gd name="connsiteY6" fmla="*/ 11705 h 22164"/>
                        <a:gd name="connsiteX7" fmla="*/ 16224 w 21729"/>
                        <a:gd name="connsiteY7" fmla="*/ 3894 h 22164"/>
                        <a:gd name="connsiteX8" fmla="*/ 3460 w 21729"/>
                        <a:gd name="connsiteY8" fmla="*/ 275 h 22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729" h="22164">
                          <a:moveTo>
                            <a:pt x="3460" y="275"/>
                          </a:moveTo>
                          <a:cubicBezTo>
                            <a:pt x="2317" y="-11"/>
                            <a:pt x="1556" y="-297"/>
                            <a:pt x="603" y="656"/>
                          </a:cubicBezTo>
                          <a:cubicBezTo>
                            <a:pt x="-349" y="1608"/>
                            <a:pt x="-64" y="3704"/>
                            <a:pt x="698" y="5894"/>
                          </a:cubicBezTo>
                          <a:cubicBezTo>
                            <a:pt x="1461" y="7990"/>
                            <a:pt x="2984" y="10371"/>
                            <a:pt x="4223" y="11895"/>
                          </a:cubicBezTo>
                          <a:cubicBezTo>
                            <a:pt x="7366" y="15991"/>
                            <a:pt x="10986" y="19706"/>
                            <a:pt x="14510" y="21325"/>
                          </a:cubicBezTo>
                          <a:cubicBezTo>
                            <a:pt x="15938" y="21992"/>
                            <a:pt x="17462" y="22563"/>
                            <a:pt x="18701" y="21801"/>
                          </a:cubicBezTo>
                          <a:cubicBezTo>
                            <a:pt x="21367" y="20182"/>
                            <a:pt x="22225" y="15133"/>
                            <a:pt x="21463" y="11705"/>
                          </a:cubicBezTo>
                          <a:cubicBezTo>
                            <a:pt x="20701" y="8180"/>
                            <a:pt x="18605" y="5513"/>
                            <a:pt x="16224" y="3894"/>
                          </a:cubicBezTo>
                          <a:cubicBezTo>
                            <a:pt x="12509" y="1513"/>
                            <a:pt x="8128" y="1608"/>
                            <a:pt x="3460" y="27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10" name="Forme libre : forme 11109">
                      <a:extLst>
                        <a:ext uri="{FF2B5EF4-FFF2-40B4-BE49-F238E27FC236}">
                          <a16:creationId xmlns:a16="http://schemas.microsoft.com/office/drawing/2014/main" id="{1393E87E-B9C2-45F3-A29A-5A31CBF5B6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0104" y="2772156"/>
                      <a:ext cx="9748" cy="86105"/>
                    </a:xfrm>
                    <a:custGeom>
                      <a:avLst/>
                      <a:gdLst>
                        <a:gd name="connsiteX0" fmla="*/ 0 w 9748"/>
                        <a:gd name="connsiteY0" fmla="*/ 0 h 86105"/>
                        <a:gd name="connsiteX1" fmla="*/ 9240 w 9748"/>
                        <a:gd name="connsiteY1" fmla="*/ 33528 h 86105"/>
                        <a:gd name="connsiteX2" fmla="*/ 9716 w 9748"/>
                        <a:gd name="connsiteY2" fmla="*/ 55245 h 86105"/>
                        <a:gd name="connsiteX3" fmla="*/ 9620 w 9748"/>
                        <a:gd name="connsiteY3" fmla="*/ 60579 h 86105"/>
                        <a:gd name="connsiteX4" fmla="*/ 9240 w 9748"/>
                        <a:gd name="connsiteY4" fmla="*/ 64198 h 86105"/>
                        <a:gd name="connsiteX5" fmla="*/ 8573 w 9748"/>
                        <a:gd name="connsiteY5" fmla="*/ 68675 h 86105"/>
                        <a:gd name="connsiteX6" fmla="*/ 5620 w 9748"/>
                        <a:gd name="connsiteY6" fmla="*/ 86106 h 86105"/>
                        <a:gd name="connsiteX7" fmla="*/ 7334 w 9748"/>
                        <a:gd name="connsiteY7" fmla="*/ 35433 h 86105"/>
                        <a:gd name="connsiteX8" fmla="*/ 0 w 9748"/>
                        <a:gd name="connsiteY8" fmla="*/ 0 h 86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748" h="86105">
                          <a:moveTo>
                            <a:pt x="0" y="0"/>
                          </a:moveTo>
                          <a:cubicBezTo>
                            <a:pt x="5620" y="6477"/>
                            <a:pt x="8287" y="19431"/>
                            <a:pt x="9240" y="33528"/>
                          </a:cubicBezTo>
                          <a:cubicBezTo>
                            <a:pt x="9716" y="40576"/>
                            <a:pt x="9811" y="48006"/>
                            <a:pt x="9716" y="55245"/>
                          </a:cubicBezTo>
                          <a:cubicBezTo>
                            <a:pt x="9716" y="57055"/>
                            <a:pt x="9620" y="58864"/>
                            <a:pt x="9620" y="60579"/>
                          </a:cubicBezTo>
                          <a:cubicBezTo>
                            <a:pt x="9620" y="61246"/>
                            <a:pt x="9430" y="62674"/>
                            <a:pt x="9240" y="64198"/>
                          </a:cubicBezTo>
                          <a:cubicBezTo>
                            <a:pt x="9049" y="65722"/>
                            <a:pt x="8763" y="67151"/>
                            <a:pt x="8573" y="68675"/>
                          </a:cubicBezTo>
                          <a:cubicBezTo>
                            <a:pt x="7525" y="74866"/>
                            <a:pt x="6572" y="80677"/>
                            <a:pt x="5620" y="86106"/>
                          </a:cubicBezTo>
                          <a:cubicBezTo>
                            <a:pt x="11144" y="57626"/>
                            <a:pt x="8668" y="49625"/>
                            <a:pt x="7334" y="35433"/>
                          </a:cubicBezTo>
                          <a:cubicBezTo>
                            <a:pt x="5620" y="22384"/>
                            <a:pt x="2953" y="1009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11" name="Forme libre : forme 11110">
                      <a:extLst>
                        <a:ext uri="{FF2B5EF4-FFF2-40B4-BE49-F238E27FC236}">
                          <a16:creationId xmlns:a16="http://schemas.microsoft.com/office/drawing/2014/main" id="{4D45E86A-1F6B-4FD7-B414-7F35491695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8569" y="2807684"/>
                      <a:ext cx="32861" cy="17203"/>
                    </a:xfrm>
                    <a:custGeom>
                      <a:avLst/>
                      <a:gdLst>
                        <a:gd name="connsiteX0" fmla="*/ 32861 w 32861"/>
                        <a:gd name="connsiteY0" fmla="*/ 12192 h 17203"/>
                        <a:gd name="connsiteX1" fmla="*/ 24669 w 32861"/>
                        <a:gd name="connsiteY1" fmla="*/ 15812 h 17203"/>
                        <a:gd name="connsiteX2" fmla="*/ 20288 w 32861"/>
                        <a:gd name="connsiteY2" fmla="*/ 15050 h 17203"/>
                        <a:gd name="connsiteX3" fmla="*/ 17812 w 32861"/>
                        <a:gd name="connsiteY3" fmla="*/ 14192 h 17203"/>
                        <a:gd name="connsiteX4" fmla="*/ 14383 w 32861"/>
                        <a:gd name="connsiteY4" fmla="*/ 11525 h 17203"/>
                        <a:gd name="connsiteX5" fmla="*/ 0 w 32861"/>
                        <a:gd name="connsiteY5" fmla="*/ 0 h 17203"/>
                        <a:gd name="connsiteX6" fmla="*/ 13906 w 32861"/>
                        <a:gd name="connsiteY6" fmla="*/ 11525 h 17203"/>
                        <a:gd name="connsiteX7" fmla="*/ 17240 w 32861"/>
                        <a:gd name="connsiteY7" fmla="*/ 14478 h 17203"/>
                        <a:gd name="connsiteX8" fmla="*/ 19717 w 32861"/>
                        <a:gd name="connsiteY8" fmla="*/ 15621 h 17203"/>
                        <a:gd name="connsiteX9" fmla="*/ 24003 w 32861"/>
                        <a:gd name="connsiteY9" fmla="*/ 16954 h 17203"/>
                        <a:gd name="connsiteX10" fmla="*/ 32861 w 32861"/>
                        <a:gd name="connsiteY10" fmla="*/ 12192 h 17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2861" h="17203">
                          <a:moveTo>
                            <a:pt x="32861" y="12192"/>
                          </a:moveTo>
                          <a:cubicBezTo>
                            <a:pt x="32004" y="12859"/>
                            <a:pt x="29813" y="16097"/>
                            <a:pt x="24669" y="15812"/>
                          </a:cubicBezTo>
                          <a:cubicBezTo>
                            <a:pt x="23431" y="15812"/>
                            <a:pt x="21907" y="15526"/>
                            <a:pt x="20288" y="15050"/>
                          </a:cubicBezTo>
                          <a:cubicBezTo>
                            <a:pt x="19526" y="14859"/>
                            <a:pt x="18669" y="14573"/>
                            <a:pt x="17812" y="14192"/>
                          </a:cubicBezTo>
                          <a:cubicBezTo>
                            <a:pt x="16954" y="14002"/>
                            <a:pt x="15526" y="12383"/>
                            <a:pt x="14383" y="11525"/>
                          </a:cubicBezTo>
                          <a:cubicBezTo>
                            <a:pt x="9525" y="7429"/>
                            <a:pt x="4667" y="3524"/>
                            <a:pt x="0" y="0"/>
                          </a:cubicBezTo>
                          <a:cubicBezTo>
                            <a:pt x="4476" y="3048"/>
                            <a:pt x="9144" y="7049"/>
                            <a:pt x="13906" y="11525"/>
                          </a:cubicBezTo>
                          <a:cubicBezTo>
                            <a:pt x="14954" y="12478"/>
                            <a:pt x="16478" y="14288"/>
                            <a:pt x="17240" y="14478"/>
                          </a:cubicBezTo>
                          <a:lnTo>
                            <a:pt x="19717" y="15621"/>
                          </a:lnTo>
                          <a:cubicBezTo>
                            <a:pt x="21241" y="16288"/>
                            <a:pt x="22670" y="16669"/>
                            <a:pt x="24003" y="16954"/>
                          </a:cubicBezTo>
                          <a:cubicBezTo>
                            <a:pt x="29146" y="18002"/>
                            <a:pt x="31813" y="15621"/>
                            <a:pt x="32861" y="121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12" name="Forme libre : forme 11111">
                      <a:extLst>
                        <a:ext uri="{FF2B5EF4-FFF2-40B4-BE49-F238E27FC236}">
                          <a16:creationId xmlns:a16="http://schemas.microsoft.com/office/drawing/2014/main" id="{49CA03E8-9CDA-4C3A-838D-1D7FBFD9B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0362" y="2831919"/>
                      <a:ext cx="14690" cy="34772"/>
                    </a:xfrm>
                    <a:custGeom>
                      <a:avLst/>
                      <a:gdLst>
                        <a:gd name="connsiteX0" fmla="*/ 14120 w 14690"/>
                        <a:gd name="connsiteY0" fmla="*/ 720 h 34772"/>
                        <a:gd name="connsiteX1" fmla="*/ 8596 w 14690"/>
                        <a:gd name="connsiteY1" fmla="*/ 24819 h 34772"/>
                        <a:gd name="connsiteX2" fmla="*/ 214 w 14690"/>
                        <a:gd name="connsiteY2" fmla="*/ 31581 h 34772"/>
                        <a:gd name="connsiteX3" fmla="*/ 4976 w 14690"/>
                        <a:gd name="connsiteY3" fmla="*/ 11674 h 34772"/>
                        <a:gd name="connsiteX4" fmla="*/ 14120 w 14690"/>
                        <a:gd name="connsiteY4" fmla="*/ 720 h 34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90" h="34772">
                          <a:moveTo>
                            <a:pt x="14120" y="720"/>
                          </a:moveTo>
                          <a:cubicBezTo>
                            <a:pt x="16597" y="4911"/>
                            <a:pt x="10311" y="20723"/>
                            <a:pt x="8596" y="24819"/>
                          </a:cubicBezTo>
                          <a:cubicBezTo>
                            <a:pt x="6691" y="29486"/>
                            <a:pt x="1357" y="40058"/>
                            <a:pt x="214" y="31581"/>
                          </a:cubicBezTo>
                          <a:cubicBezTo>
                            <a:pt x="-1024" y="23675"/>
                            <a:pt x="3452" y="15198"/>
                            <a:pt x="4976" y="11674"/>
                          </a:cubicBezTo>
                          <a:cubicBezTo>
                            <a:pt x="6310" y="8721"/>
                            <a:pt x="11548" y="-2995"/>
                            <a:pt x="14120" y="720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13" name="Forme libre : forme 11112">
                      <a:extLst>
                        <a:ext uri="{FF2B5EF4-FFF2-40B4-BE49-F238E27FC236}">
                          <a16:creationId xmlns:a16="http://schemas.microsoft.com/office/drawing/2014/main" id="{753494ED-BAD1-43C4-B4A9-EFFF9B0282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1489" y="2826446"/>
                      <a:ext cx="4572" cy="10539"/>
                    </a:xfrm>
                    <a:custGeom>
                      <a:avLst/>
                      <a:gdLst>
                        <a:gd name="connsiteX0" fmla="*/ 3755 w 4572"/>
                        <a:gd name="connsiteY0" fmla="*/ 2 h 10539"/>
                        <a:gd name="connsiteX1" fmla="*/ 3851 w 4572"/>
                        <a:gd name="connsiteY1" fmla="*/ 5622 h 10539"/>
                        <a:gd name="connsiteX2" fmla="*/ 707 w 4572"/>
                        <a:gd name="connsiteY2" fmla="*/ 10479 h 10539"/>
                        <a:gd name="connsiteX3" fmla="*/ 612 w 4572"/>
                        <a:gd name="connsiteY3" fmla="*/ 4955 h 10539"/>
                        <a:gd name="connsiteX4" fmla="*/ 3755 w 4572"/>
                        <a:gd name="connsiteY4" fmla="*/ 2 h 105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72" h="10539">
                          <a:moveTo>
                            <a:pt x="3755" y="2"/>
                          </a:moveTo>
                          <a:cubicBezTo>
                            <a:pt x="5184" y="97"/>
                            <a:pt x="4422" y="3717"/>
                            <a:pt x="3851" y="5622"/>
                          </a:cubicBezTo>
                          <a:cubicBezTo>
                            <a:pt x="3279" y="7431"/>
                            <a:pt x="2041" y="11051"/>
                            <a:pt x="707" y="10479"/>
                          </a:cubicBezTo>
                          <a:cubicBezTo>
                            <a:pt x="-531" y="9908"/>
                            <a:pt x="136" y="6670"/>
                            <a:pt x="612" y="4955"/>
                          </a:cubicBezTo>
                          <a:cubicBezTo>
                            <a:pt x="1088" y="3336"/>
                            <a:pt x="2326" y="-93"/>
                            <a:pt x="3755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14" name="Forme libre : forme 11113">
                      <a:extLst>
                        <a:ext uri="{FF2B5EF4-FFF2-40B4-BE49-F238E27FC236}">
                          <a16:creationId xmlns:a16="http://schemas.microsoft.com/office/drawing/2014/main" id="{3EC66057-1141-4DDD-969B-74A969D81D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6576" y="2774787"/>
                      <a:ext cx="47661" cy="63303"/>
                    </a:xfrm>
                    <a:custGeom>
                      <a:avLst/>
                      <a:gdLst>
                        <a:gd name="connsiteX0" fmla="*/ 22667 w 47661"/>
                        <a:gd name="connsiteY0" fmla="*/ 20514 h 63303"/>
                        <a:gd name="connsiteX1" fmla="*/ 43527 w 47661"/>
                        <a:gd name="connsiteY1" fmla="*/ 321 h 63303"/>
                        <a:gd name="connsiteX2" fmla="*/ 47242 w 47661"/>
                        <a:gd name="connsiteY2" fmla="*/ 8703 h 63303"/>
                        <a:gd name="connsiteX3" fmla="*/ 40669 w 47661"/>
                        <a:gd name="connsiteY3" fmla="*/ 19657 h 63303"/>
                        <a:gd name="connsiteX4" fmla="*/ 29144 w 47661"/>
                        <a:gd name="connsiteY4" fmla="*/ 34421 h 63303"/>
                        <a:gd name="connsiteX5" fmla="*/ 23715 w 47661"/>
                        <a:gd name="connsiteY5" fmla="*/ 42517 h 63303"/>
                        <a:gd name="connsiteX6" fmla="*/ 21048 w 47661"/>
                        <a:gd name="connsiteY6" fmla="*/ 46613 h 63303"/>
                        <a:gd name="connsiteX7" fmla="*/ 18761 w 47661"/>
                        <a:gd name="connsiteY7" fmla="*/ 49375 h 63303"/>
                        <a:gd name="connsiteX8" fmla="*/ 9618 w 47661"/>
                        <a:gd name="connsiteY8" fmla="*/ 61758 h 63303"/>
                        <a:gd name="connsiteX9" fmla="*/ 1712 w 47661"/>
                        <a:gd name="connsiteY9" fmla="*/ 55947 h 63303"/>
                        <a:gd name="connsiteX10" fmla="*/ 5807 w 47661"/>
                        <a:gd name="connsiteY10" fmla="*/ 39850 h 63303"/>
                        <a:gd name="connsiteX11" fmla="*/ 22667 w 47661"/>
                        <a:gd name="connsiteY11" fmla="*/ 20514 h 63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661" h="63303">
                          <a:moveTo>
                            <a:pt x="22667" y="20514"/>
                          </a:moveTo>
                          <a:cubicBezTo>
                            <a:pt x="30096" y="11370"/>
                            <a:pt x="35335" y="4798"/>
                            <a:pt x="43527" y="321"/>
                          </a:cubicBezTo>
                          <a:cubicBezTo>
                            <a:pt x="46575" y="-1298"/>
                            <a:pt x="48575" y="3465"/>
                            <a:pt x="47242" y="8703"/>
                          </a:cubicBezTo>
                          <a:cubicBezTo>
                            <a:pt x="45908" y="13942"/>
                            <a:pt x="43336" y="16704"/>
                            <a:pt x="40669" y="19657"/>
                          </a:cubicBezTo>
                          <a:cubicBezTo>
                            <a:pt x="36574" y="24324"/>
                            <a:pt x="32763" y="29182"/>
                            <a:pt x="29144" y="34421"/>
                          </a:cubicBezTo>
                          <a:lnTo>
                            <a:pt x="23715" y="42517"/>
                          </a:lnTo>
                          <a:lnTo>
                            <a:pt x="21048" y="46613"/>
                          </a:lnTo>
                          <a:lnTo>
                            <a:pt x="18761" y="49375"/>
                          </a:lnTo>
                          <a:cubicBezTo>
                            <a:pt x="16857" y="51756"/>
                            <a:pt x="12951" y="58805"/>
                            <a:pt x="9618" y="61758"/>
                          </a:cubicBezTo>
                          <a:cubicBezTo>
                            <a:pt x="6094" y="64996"/>
                            <a:pt x="3426" y="63187"/>
                            <a:pt x="1712" y="55947"/>
                          </a:cubicBezTo>
                          <a:cubicBezTo>
                            <a:pt x="-1908" y="41755"/>
                            <a:pt x="569" y="46899"/>
                            <a:pt x="5807" y="39850"/>
                          </a:cubicBezTo>
                          <a:cubicBezTo>
                            <a:pt x="11713" y="30325"/>
                            <a:pt x="17142" y="27372"/>
                            <a:pt x="22667" y="2051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75" name="Graphique 1">
                    <a:extLst>
                      <a:ext uri="{FF2B5EF4-FFF2-40B4-BE49-F238E27FC236}">
                        <a16:creationId xmlns:a16="http://schemas.microsoft.com/office/drawing/2014/main" id="{E328893D-BBF1-464C-BEB3-3D267366E0A6}"/>
                      </a:ext>
                    </a:extLst>
                  </p:cNvPr>
                  <p:cNvGrpSpPr/>
                  <p:nvPr/>
                </p:nvGrpSpPr>
                <p:grpSpPr>
                  <a:xfrm>
                    <a:off x="7378424" y="2174174"/>
                    <a:ext cx="131826" cy="155267"/>
                    <a:chOff x="7378424" y="2174174"/>
                    <a:chExt cx="131826" cy="155267"/>
                  </a:xfrm>
                  <a:solidFill>
                    <a:schemeClr val="accent1"/>
                  </a:solidFill>
                </p:grpSpPr>
                <p:sp>
                  <p:nvSpPr>
                    <p:cNvPr id="11091" name="Forme libre : forme 11090">
                      <a:extLst>
                        <a:ext uri="{FF2B5EF4-FFF2-40B4-BE49-F238E27FC236}">
                          <a16:creationId xmlns:a16="http://schemas.microsoft.com/office/drawing/2014/main" id="{06435AF4-7D7E-4542-B08B-6B9008BACD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8424" y="2174174"/>
                      <a:ext cx="131826" cy="155267"/>
                    </a:xfrm>
                    <a:custGeom>
                      <a:avLst/>
                      <a:gdLst>
                        <a:gd name="connsiteX0" fmla="*/ 58128 w 131826"/>
                        <a:gd name="connsiteY0" fmla="*/ 116874 h 155267"/>
                        <a:gd name="connsiteX1" fmla="*/ 42412 w 131826"/>
                        <a:gd name="connsiteY1" fmla="*/ 95538 h 155267"/>
                        <a:gd name="connsiteX2" fmla="*/ 24886 w 131826"/>
                        <a:gd name="connsiteY2" fmla="*/ 74964 h 155267"/>
                        <a:gd name="connsiteX3" fmla="*/ 7741 w 131826"/>
                        <a:gd name="connsiteY3" fmla="*/ 48199 h 155267"/>
                        <a:gd name="connsiteX4" fmla="*/ 216 w 131826"/>
                        <a:gd name="connsiteY4" fmla="*/ 19338 h 155267"/>
                        <a:gd name="connsiteX5" fmla="*/ 11837 w 131826"/>
                        <a:gd name="connsiteY5" fmla="*/ 1145 h 155267"/>
                        <a:gd name="connsiteX6" fmla="*/ 45175 w 131826"/>
                        <a:gd name="connsiteY6" fmla="*/ 2764 h 155267"/>
                        <a:gd name="connsiteX7" fmla="*/ 79464 w 131826"/>
                        <a:gd name="connsiteY7" fmla="*/ 22672 h 155267"/>
                        <a:gd name="connsiteX8" fmla="*/ 90228 w 131826"/>
                        <a:gd name="connsiteY8" fmla="*/ 33339 h 155267"/>
                        <a:gd name="connsiteX9" fmla="*/ 102229 w 131826"/>
                        <a:gd name="connsiteY9" fmla="*/ 47341 h 155267"/>
                        <a:gd name="connsiteX10" fmla="*/ 113183 w 131826"/>
                        <a:gd name="connsiteY10" fmla="*/ 62391 h 155267"/>
                        <a:gd name="connsiteX11" fmla="*/ 121375 w 131826"/>
                        <a:gd name="connsiteY11" fmla="*/ 75726 h 155267"/>
                        <a:gd name="connsiteX12" fmla="*/ 126518 w 131826"/>
                        <a:gd name="connsiteY12" fmla="*/ 86108 h 155267"/>
                        <a:gd name="connsiteX13" fmla="*/ 129661 w 131826"/>
                        <a:gd name="connsiteY13" fmla="*/ 96109 h 155267"/>
                        <a:gd name="connsiteX14" fmla="*/ 131756 w 131826"/>
                        <a:gd name="connsiteY14" fmla="*/ 114302 h 155267"/>
                        <a:gd name="connsiteX15" fmla="*/ 123470 w 131826"/>
                        <a:gd name="connsiteY15" fmla="*/ 145830 h 155267"/>
                        <a:gd name="connsiteX16" fmla="*/ 104324 w 131826"/>
                        <a:gd name="connsiteY16" fmla="*/ 154402 h 155267"/>
                        <a:gd name="connsiteX17" fmla="*/ 58128 w 131826"/>
                        <a:gd name="connsiteY17" fmla="*/ 116874 h 155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31826" h="155267">
                          <a:moveTo>
                            <a:pt x="58128" y="116874"/>
                          </a:moveTo>
                          <a:cubicBezTo>
                            <a:pt x="54509" y="111730"/>
                            <a:pt x="48794" y="103443"/>
                            <a:pt x="42412" y="95538"/>
                          </a:cubicBezTo>
                          <a:cubicBezTo>
                            <a:pt x="36126" y="87537"/>
                            <a:pt x="29363" y="79917"/>
                            <a:pt x="24886" y="74964"/>
                          </a:cubicBezTo>
                          <a:cubicBezTo>
                            <a:pt x="16695" y="65534"/>
                            <a:pt x="11361" y="57057"/>
                            <a:pt x="7741" y="48199"/>
                          </a:cubicBezTo>
                          <a:cubicBezTo>
                            <a:pt x="4122" y="39340"/>
                            <a:pt x="2217" y="29910"/>
                            <a:pt x="216" y="19338"/>
                          </a:cubicBezTo>
                          <a:cubicBezTo>
                            <a:pt x="-1117" y="12194"/>
                            <a:pt x="3836" y="2383"/>
                            <a:pt x="11837" y="1145"/>
                          </a:cubicBezTo>
                          <a:cubicBezTo>
                            <a:pt x="22981" y="-665"/>
                            <a:pt x="33935" y="-474"/>
                            <a:pt x="45175" y="2764"/>
                          </a:cubicBezTo>
                          <a:cubicBezTo>
                            <a:pt x="56319" y="6003"/>
                            <a:pt x="67939" y="12099"/>
                            <a:pt x="79464" y="22672"/>
                          </a:cubicBezTo>
                          <a:cubicBezTo>
                            <a:pt x="82608" y="25434"/>
                            <a:pt x="86323" y="29053"/>
                            <a:pt x="90228" y="33339"/>
                          </a:cubicBezTo>
                          <a:cubicBezTo>
                            <a:pt x="94228" y="37531"/>
                            <a:pt x="98324" y="42293"/>
                            <a:pt x="102229" y="47341"/>
                          </a:cubicBezTo>
                          <a:cubicBezTo>
                            <a:pt x="106325" y="52199"/>
                            <a:pt x="109849" y="57533"/>
                            <a:pt x="113183" y="62391"/>
                          </a:cubicBezTo>
                          <a:cubicBezTo>
                            <a:pt x="116612" y="67153"/>
                            <a:pt x="119279" y="71916"/>
                            <a:pt x="121375" y="75726"/>
                          </a:cubicBezTo>
                          <a:cubicBezTo>
                            <a:pt x="123374" y="79345"/>
                            <a:pt x="125089" y="82679"/>
                            <a:pt x="126518" y="86108"/>
                          </a:cubicBezTo>
                          <a:cubicBezTo>
                            <a:pt x="127756" y="89537"/>
                            <a:pt x="128804" y="92871"/>
                            <a:pt x="129661" y="96109"/>
                          </a:cubicBezTo>
                          <a:cubicBezTo>
                            <a:pt x="131471" y="102491"/>
                            <a:pt x="132042" y="108492"/>
                            <a:pt x="131756" y="114302"/>
                          </a:cubicBezTo>
                          <a:cubicBezTo>
                            <a:pt x="131661" y="125637"/>
                            <a:pt x="128137" y="135924"/>
                            <a:pt x="123470" y="145830"/>
                          </a:cubicBezTo>
                          <a:cubicBezTo>
                            <a:pt x="120232" y="152688"/>
                            <a:pt x="110897" y="157260"/>
                            <a:pt x="104324" y="154402"/>
                          </a:cubicBezTo>
                          <a:cubicBezTo>
                            <a:pt x="85180" y="146020"/>
                            <a:pt x="71749" y="136114"/>
                            <a:pt x="58128" y="116874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92" name="Forme libre : forme 11091">
                      <a:extLst>
                        <a:ext uri="{FF2B5EF4-FFF2-40B4-BE49-F238E27FC236}">
                          <a16:creationId xmlns:a16="http://schemas.microsoft.com/office/drawing/2014/main" id="{06735E5A-7C82-41BB-8762-00444F386D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8433" y="2183987"/>
                      <a:ext cx="104981" cy="144494"/>
                    </a:xfrm>
                    <a:custGeom>
                      <a:avLst/>
                      <a:gdLst>
                        <a:gd name="connsiteX0" fmla="*/ 50499 w 104981"/>
                        <a:gd name="connsiteY0" fmla="*/ 52578 h 144494"/>
                        <a:gd name="connsiteX1" fmla="*/ 1541 w 104981"/>
                        <a:gd name="connsiteY1" fmla="*/ 0 h 144494"/>
                        <a:gd name="connsiteX2" fmla="*/ 207 w 104981"/>
                        <a:gd name="connsiteY2" fmla="*/ 9335 h 144494"/>
                        <a:gd name="connsiteX3" fmla="*/ 2398 w 104981"/>
                        <a:gd name="connsiteY3" fmla="*/ 19907 h 144494"/>
                        <a:gd name="connsiteX4" fmla="*/ 12304 w 104981"/>
                        <a:gd name="connsiteY4" fmla="*/ 47435 h 144494"/>
                        <a:gd name="connsiteX5" fmla="*/ 25067 w 104981"/>
                        <a:gd name="connsiteY5" fmla="*/ 64961 h 144494"/>
                        <a:gd name="connsiteX6" fmla="*/ 30878 w 104981"/>
                        <a:gd name="connsiteY6" fmla="*/ 71438 h 144494"/>
                        <a:gd name="connsiteX7" fmla="*/ 56119 w 104981"/>
                        <a:gd name="connsiteY7" fmla="*/ 103632 h 144494"/>
                        <a:gd name="connsiteX8" fmla="*/ 58404 w 104981"/>
                        <a:gd name="connsiteY8" fmla="*/ 106871 h 144494"/>
                        <a:gd name="connsiteX9" fmla="*/ 65644 w 104981"/>
                        <a:gd name="connsiteY9" fmla="*/ 116300 h 144494"/>
                        <a:gd name="connsiteX10" fmla="*/ 73169 w 104981"/>
                        <a:gd name="connsiteY10" fmla="*/ 124206 h 144494"/>
                        <a:gd name="connsiteX11" fmla="*/ 84122 w 104981"/>
                        <a:gd name="connsiteY11" fmla="*/ 132969 h 144494"/>
                        <a:gd name="connsiteX12" fmla="*/ 95933 w 104981"/>
                        <a:gd name="connsiteY12" fmla="*/ 140303 h 144494"/>
                        <a:gd name="connsiteX13" fmla="*/ 104601 w 104981"/>
                        <a:gd name="connsiteY13" fmla="*/ 144399 h 144494"/>
                        <a:gd name="connsiteX14" fmla="*/ 104982 w 104981"/>
                        <a:gd name="connsiteY14" fmla="*/ 144494 h 144494"/>
                        <a:gd name="connsiteX15" fmla="*/ 50499 w 104981"/>
                        <a:gd name="connsiteY15" fmla="*/ 52578 h 144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04981" h="144494">
                          <a:moveTo>
                            <a:pt x="50499" y="52578"/>
                          </a:moveTo>
                          <a:cubicBezTo>
                            <a:pt x="32497" y="35719"/>
                            <a:pt x="13161" y="19145"/>
                            <a:pt x="1541" y="0"/>
                          </a:cubicBezTo>
                          <a:cubicBezTo>
                            <a:pt x="302" y="3048"/>
                            <a:pt x="-365" y="6382"/>
                            <a:pt x="207" y="9335"/>
                          </a:cubicBezTo>
                          <a:cubicBezTo>
                            <a:pt x="969" y="13049"/>
                            <a:pt x="1636" y="16574"/>
                            <a:pt x="2398" y="19907"/>
                          </a:cubicBezTo>
                          <a:cubicBezTo>
                            <a:pt x="4589" y="29623"/>
                            <a:pt x="7351" y="38576"/>
                            <a:pt x="12304" y="47435"/>
                          </a:cubicBezTo>
                          <a:cubicBezTo>
                            <a:pt x="15542" y="53150"/>
                            <a:pt x="19733" y="58769"/>
                            <a:pt x="25067" y="64961"/>
                          </a:cubicBezTo>
                          <a:cubicBezTo>
                            <a:pt x="26591" y="66866"/>
                            <a:pt x="28782" y="68961"/>
                            <a:pt x="30878" y="71438"/>
                          </a:cubicBezTo>
                          <a:cubicBezTo>
                            <a:pt x="39545" y="80772"/>
                            <a:pt x="49928" y="94583"/>
                            <a:pt x="56119" y="103632"/>
                          </a:cubicBezTo>
                          <a:cubicBezTo>
                            <a:pt x="56976" y="104775"/>
                            <a:pt x="57738" y="105918"/>
                            <a:pt x="58404" y="106871"/>
                          </a:cubicBezTo>
                          <a:cubicBezTo>
                            <a:pt x="61072" y="110204"/>
                            <a:pt x="63262" y="113443"/>
                            <a:pt x="65644" y="116300"/>
                          </a:cubicBezTo>
                          <a:cubicBezTo>
                            <a:pt x="68025" y="119253"/>
                            <a:pt x="70787" y="121634"/>
                            <a:pt x="73169" y="124206"/>
                          </a:cubicBezTo>
                          <a:cubicBezTo>
                            <a:pt x="76502" y="127540"/>
                            <a:pt x="80217" y="130397"/>
                            <a:pt x="84122" y="132969"/>
                          </a:cubicBezTo>
                          <a:cubicBezTo>
                            <a:pt x="88028" y="135541"/>
                            <a:pt x="91647" y="138017"/>
                            <a:pt x="95933" y="140303"/>
                          </a:cubicBezTo>
                          <a:cubicBezTo>
                            <a:pt x="98696" y="141732"/>
                            <a:pt x="101553" y="143066"/>
                            <a:pt x="104601" y="144399"/>
                          </a:cubicBezTo>
                          <a:lnTo>
                            <a:pt x="104982" y="144494"/>
                          </a:lnTo>
                          <a:cubicBezTo>
                            <a:pt x="94981" y="110109"/>
                            <a:pt x="76502" y="76486"/>
                            <a:pt x="50499" y="52578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93" name="Forme libre : forme 11092">
                      <a:extLst>
                        <a:ext uri="{FF2B5EF4-FFF2-40B4-BE49-F238E27FC236}">
                          <a16:creationId xmlns:a16="http://schemas.microsoft.com/office/drawing/2014/main" id="{1E379C01-8C5C-4FEA-B67C-F3E304F4EE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8924" y="2222301"/>
                      <a:ext cx="53431" cy="73174"/>
                    </a:xfrm>
                    <a:custGeom>
                      <a:avLst/>
                      <a:gdLst>
                        <a:gd name="connsiteX0" fmla="*/ 50395 w 53431"/>
                        <a:gd name="connsiteY0" fmla="*/ 72747 h 73174"/>
                        <a:gd name="connsiteX1" fmla="*/ 33536 w 53431"/>
                        <a:gd name="connsiteY1" fmla="*/ 61412 h 73174"/>
                        <a:gd name="connsiteX2" fmla="*/ 17629 w 53431"/>
                        <a:gd name="connsiteY2" fmla="*/ 41219 h 73174"/>
                        <a:gd name="connsiteX3" fmla="*/ 4961 w 53431"/>
                        <a:gd name="connsiteY3" fmla="*/ 21026 h 73174"/>
                        <a:gd name="connsiteX4" fmla="*/ 1723 w 53431"/>
                        <a:gd name="connsiteY4" fmla="*/ 1786 h 73174"/>
                        <a:gd name="connsiteX5" fmla="*/ 20487 w 53431"/>
                        <a:gd name="connsiteY5" fmla="*/ 7215 h 73174"/>
                        <a:gd name="connsiteX6" fmla="*/ 37632 w 53431"/>
                        <a:gd name="connsiteY6" fmla="*/ 26551 h 73174"/>
                        <a:gd name="connsiteX7" fmla="*/ 43918 w 53431"/>
                        <a:gd name="connsiteY7" fmla="*/ 36838 h 73174"/>
                        <a:gd name="connsiteX8" fmla="*/ 50490 w 53431"/>
                        <a:gd name="connsiteY8" fmla="*/ 51125 h 73174"/>
                        <a:gd name="connsiteX9" fmla="*/ 50395 w 53431"/>
                        <a:gd name="connsiteY9" fmla="*/ 72747 h 73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3431" h="73174">
                          <a:moveTo>
                            <a:pt x="50395" y="72747"/>
                          </a:moveTo>
                          <a:cubicBezTo>
                            <a:pt x="46013" y="74842"/>
                            <a:pt x="39346" y="68937"/>
                            <a:pt x="33536" y="61412"/>
                          </a:cubicBezTo>
                          <a:cubicBezTo>
                            <a:pt x="27154" y="54173"/>
                            <a:pt x="20963" y="45505"/>
                            <a:pt x="17629" y="41219"/>
                          </a:cubicBezTo>
                          <a:cubicBezTo>
                            <a:pt x="14581" y="36742"/>
                            <a:pt x="9057" y="28837"/>
                            <a:pt x="4961" y="21026"/>
                          </a:cubicBezTo>
                          <a:cubicBezTo>
                            <a:pt x="865" y="13311"/>
                            <a:pt x="-1992" y="5786"/>
                            <a:pt x="1723" y="1786"/>
                          </a:cubicBezTo>
                          <a:cubicBezTo>
                            <a:pt x="5532" y="-2310"/>
                            <a:pt x="13153" y="1119"/>
                            <a:pt x="20487" y="7215"/>
                          </a:cubicBezTo>
                          <a:cubicBezTo>
                            <a:pt x="27821" y="13311"/>
                            <a:pt x="34679" y="21788"/>
                            <a:pt x="37632" y="26551"/>
                          </a:cubicBezTo>
                          <a:cubicBezTo>
                            <a:pt x="39156" y="28932"/>
                            <a:pt x="41632" y="32456"/>
                            <a:pt x="43918" y="36838"/>
                          </a:cubicBezTo>
                          <a:cubicBezTo>
                            <a:pt x="46204" y="41219"/>
                            <a:pt x="48585" y="46267"/>
                            <a:pt x="50490" y="51125"/>
                          </a:cubicBezTo>
                          <a:cubicBezTo>
                            <a:pt x="53634" y="61412"/>
                            <a:pt x="55158" y="70461"/>
                            <a:pt x="50395" y="72747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94" name="Forme libre : forme 11093">
                      <a:extLst>
                        <a:ext uri="{FF2B5EF4-FFF2-40B4-BE49-F238E27FC236}">
                          <a16:creationId xmlns:a16="http://schemas.microsoft.com/office/drawing/2014/main" id="{EBAECD34-31BF-4001-B00E-88E6C7AD6A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9193" y="2221886"/>
                      <a:ext cx="28503" cy="55826"/>
                    </a:xfrm>
                    <a:custGeom>
                      <a:avLst/>
                      <a:gdLst>
                        <a:gd name="connsiteX0" fmla="*/ 21265 w 28503"/>
                        <a:gd name="connsiteY0" fmla="*/ 9059 h 55826"/>
                        <a:gd name="connsiteX1" fmla="*/ 10598 w 28503"/>
                        <a:gd name="connsiteY1" fmla="*/ 1915 h 55826"/>
                        <a:gd name="connsiteX2" fmla="*/ 1073 w 28503"/>
                        <a:gd name="connsiteY2" fmla="*/ 2106 h 55826"/>
                        <a:gd name="connsiteX3" fmla="*/ 17551 w 28503"/>
                        <a:gd name="connsiteY3" fmla="*/ 42206 h 55826"/>
                        <a:gd name="connsiteX4" fmla="*/ 22885 w 28503"/>
                        <a:gd name="connsiteY4" fmla="*/ 48873 h 55826"/>
                        <a:gd name="connsiteX5" fmla="*/ 28504 w 28503"/>
                        <a:gd name="connsiteY5" fmla="*/ 55827 h 55826"/>
                        <a:gd name="connsiteX6" fmla="*/ 24218 w 28503"/>
                        <a:gd name="connsiteY6" fmla="*/ 47445 h 55826"/>
                        <a:gd name="connsiteX7" fmla="*/ 21265 w 28503"/>
                        <a:gd name="connsiteY7" fmla="*/ 9059 h 55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03" h="55826">
                          <a:moveTo>
                            <a:pt x="21265" y="9059"/>
                          </a:moveTo>
                          <a:cubicBezTo>
                            <a:pt x="18694" y="7630"/>
                            <a:pt x="14503" y="4106"/>
                            <a:pt x="10598" y="1915"/>
                          </a:cubicBezTo>
                          <a:cubicBezTo>
                            <a:pt x="6501" y="-180"/>
                            <a:pt x="2692" y="-1133"/>
                            <a:pt x="1073" y="2106"/>
                          </a:cubicBezTo>
                          <a:cubicBezTo>
                            <a:pt x="-3976" y="12012"/>
                            <a:pt x="10025" y="30871"/>
                            <a:pt x="17551" y="42206"/>
                          </a:cubicBezTo>
                          <a:cubicBezTo>
                            <a:pt x="18694" y="43825"/>
                            <a:pt x="20694" y="46397"/>
                            <a:pt x="22885" y="48873"/>
                          </a:cubicBezTo>
                          <a:cubicBezTo>
                            <a:pt x="24885" y="51540"/>
                            <a:pt x="26980" y="54207"/>
                            <a:pt x="28504" y="55827"/>
                          </a:cubicBezTo>
                          <a:cubicBezTo>
                            <a:pt x="27266" y="53541"/>
                            <a:pt x="24980" y="49826"/>
                            <a:pt x="24218" y="47445"/>
                          </a:cubicBezTo>
                          <a:cubicBezTo>
                            <a:pt x="19456" y="34110"/>
                            <a:pt x="12979" y="17631"/>
                            <a:pt x="21265" y="9059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95" name="Forme libre : forme 11094">
                      <a:extLst>
                        <a:ext uri="{FF2B5EF4-FFF2-40B4-BE49-F238E27FC236}">
                          <a16:creationId xmlns:a16="http://schemas.microsoft.com/office/drawing/2014/main" id="{18C83E66-DA9C-46F5-945B-01D0435DEC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9891" y="2227342"/>
                      <a:ext cx="52643" cy="73067"/>
                    </a:xfrm>
                    <a:custGeom>
                      <a:avLst/>
                      <a:gdLst>
                        <a:gd name="connsiteX0" fmla="*/ 48857 w 52643"/>
                        <a:gd name="connsiteY0" fmla="*/ 73040 h 73067"/>
                        <a:gd name="connsiteX1" fmla="*/ 16377 w 52643"/>
                        <a:gd name="connsiteY1" fmla="*/ 41036 h 73067"/>
                        <a:gd name="connsiteX2" fmla="*/ 10471 w 52643"/>
                        <a:gd name="connsiteY2" fmla="*/ 32083 h 73067"/>
                        <a:gd name="connsiteX3" fmla="*/ 4185 w 52643"/>
                        <a:gd name="connsiteY3" fmla="*/ 21034 h 73067"/>
                        <a:gd name="connsiteX4" fmla="*/ 1803 w 52643"/>
                        <a:gd name="connsiteY4" fmla="*/ 1888 h 73067"/>
                        <a:gd name="connsiteX5" fmla="*/ 20282 w 52643"/>
                        <a:gd name="connsiteY5" fmla="*/ 7508 h 73067"/>
                        <a:gd name="connsiteX6" fmla="*/ 30283 w 52643"/>
                        <a:gd name="connsiteY6" fmla="*/ 17891 h 73067"/>
                        <a:gd name="connsiteX7" fmla="*/ 36855 w 52643"/>
                        <a:gd name="connsiteY7" fmla="*/ 26939 h 73067"/>
                        <a:gd name="connsiteX8" fmla="*/ 43047 w 52643"/>
                        <a:gd name="connsiteY8" fmla="*/ 37322 h 73067"/>
                        <a:gd name="connsiteX9" fmla="*/ 49714 w 52643"/>
                        <a:gd name="connsiteY9" fmla="*/ 52371 h 73067"/>
                        <a:gd name="connsiteX10" fmla="*/ 48857 w 52643"/>
                        <a:gd name="connsiteY10" fmla="*/ 73040 h 730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43" h="73067">
                          <a:moveTo>
                            <a:pt x="48857" y="73040"/>
                          </a:moveTo>
                          <a:cubicBezTo>
                            <a:pt x="39237" y="73993"/>
                            <a:pt x="23615" y="49990"/>
                            <a:pt x="16377" y="41036"/>
                          </a:cubicBezTo>
                          <a:cubicBezTo>
                            <a:pt x="14567" y="38750"/>
                            <a:pt x="12567" y="35607"/>
                            <a:pt x="10471" y="32083"/>
                          </a:cubicBezTo>
                          <a:cubicBezTo>
                            <a:pt x="8185" y="28654"/>
                            <a:pt x="5994" y="24939"/>
                            <a:pt x="4185" y="21034"/>
                          </a:cubicBezTo>
                          <a:cubicBezTo>
                            <a:pt x="375" y="13700"/>
                            <a:pt x="-1721" y="6080"/>
                            <a:pt x="1803" y="1888"/>
                          </a:cubicBezTo>
                          <a:cubicBezTo>
                            <a:pt x="5518" y="-2493"/>
                            <a:pt x="12947" y="1317"/>
                            <a:pt x="20282" y="7508"/>
                          </a:cubicBezTo>
                          <a:cubicBezTo>
                            <a:pt x="23806" y="10747"/>
                            <a:pt x="27235" y="14462"/>
                            <a:pt x="30283" y="17891"/>
                          </a:cubicBezTo>
                          <a:cubicBezTo>
                            <a:pt x="33046" y="21510"/>
                            <a:pt x="35332" y="24749"/>
                            <a:pt x="36855" y="26939"/>
                          </a:cubicBezTo>
                          <a:cubicBezTo>
                            <a:pt x="38380" y="29035"/>
                            <a:pt x="40761" y="32750"/>
                            <a:pt x="43047" y="37322"/>
                          </a:cubicBezTo>
                          <a:cubicBezTo>
                            <a:pt x="45428" y="41894"/>
                            <a:pt x="48190" y="47037"/>
                            <a:pt x="49714" y="52371"/>
                          </a:cubicBezTo>
                          <a:cubicBezTo>
                            <a:pt x="53429" y="62753"/>
                            <a:pt x="54096" y="72278"/>
                            <a:pt x="48857" y="73040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96" name="Forme libre : forme 11095">
                      <a:extLst>
                        <a:ext uri="{FF2B5EF4-FFF2-40B4-BE49-F238E27FC236}">
                          <a16:creationId xmlns:a16="http://schemas.microsoft.com/office/drawing/2014/main" id="{79CCD4AE-84BA-4BCE-9C77-367CC0546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8639" y="2190192"/>
                      <a:ext cx="61584" cy="95323"/>
                    </a:xfrm>
                    <a:custGeom>
                      <a:avLst/>
                      <a:gdLst>
                        <a:gd name="connsiteX0" fmla="*/ 1147 w 61584"/>
                        <a:gd name="connsiteY0" fmla="*/ 8368 h 95323"/>
                        <a:gd name="connsiteX1" fmla="*/ 2099 w 61584"/>
                        <a:gd name="connsiteY1" fmla="*/ 24560 h 95323"/>
                        <a:gd name="connsiteX2" fmla="*/ 17244 w 61584"/>
                        <a:gd name="connsiteY2" fmla="*/ 61232 h 95323"/>
                        <a:gd name="connsiteX3" fmla="*/ 41723 w 61584"/>
                        <a:gd name="connsiteY3" fmla="*/ 88854 h 95323"/>
                        <a:gd name="connsiteX4" fmla="*/ 60583 w 61584"/>
                        <a:gd name="connsiteY4" fmla="*/ 93236 h 95323"/>
                        <a:gd name="connsiteX5" fmla="*/ 58868 w 61584"/>
                        <a:gd name="connsiteY5" fmla="*/ 79329 h 95323"/>
                        <a:gd name="connsiteX6" fmla="*/ 53439 w 61584"/>
                        <a:gd name="connsiteY6" fmla="*/ 61041 h 95323"/>
                        <a:gd name="connsiteX7" fmla="*/ 48105 w 61584"/>
                        <a:gd name="connsiteY7" fmla="*/ 41705 h 95323"/>
                        <a:gd name="connsiteX8" fmla="*/ 29817 w 61584"/>
                        <a:gd name="connsiteY8" fmla="*/ 5225 h 95323"/>
                        <a:gd name="connsiteX9" fmla="*/ 1147 w 61584"/>
                        <a:gd name="connsiteY9" fmla="*/ 8368 h 95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584" h="95323">
                          <a:moveTo>
                            <a:pt x="1147" y="8368"/>
                          </a:moveTo>
                          <a:cubicBezTo>
                            <a:pt x="-758" y="14845"/>
                            <a:pt x="-187" y="17607"/>
                            <a:pt x="2099" y="24560"/>
                          </a:cubicBezTo>
                          <a:cubicBezTo>
                            <a:pt x="6481" y="37800"/>
                            <a:pt x="8957" y="48563"/>
                            <a:pt x="17244" y="61232"/>
                          </a:cubicBezTo>
                          <a:cubicBezTo>
                            <a:pt x="24197" y="71709"/>
                            <a:pt x="32865" y="82282"/>
                            <a:pt x="41723" y="88854"/>
                          </a:cubicBezTo>
                          <a:cubicBezTo>
                            <a:pt x="48010" y="93998"/>
                            <a:pt x="56296" y="97903"/>
                            <a:pt x="60583" y="93236"/>
                          </a:cubicBezTo>
                          <a:cubicBezTo>
                            <a:pt x="63155" y="90283"/>
                            <a:pt x="60107" y="84663"/>
                            <a:pt x="58868" y="79329"/>
                          </a:cubicBezTo>
                          <a:cubicBezTo>
                            <a:pt x="57344" y="73138"/>
                            <a:pt x="55153" y="67232"/>
                            <a:pt x="53439" y="61041"/>
                          </a:cubicBezTo>
                          <a:cubicBezTo>
                            <a:pt x="51343" y="55040"/>
                            <a:pt x="49724" y="48563"/>
                            <a:pt x="48105" y="41705"/>
                          </a:cubicBezTo>
                          <a:cubicBezTo>
                            <a:pt x="45628" y="30085"/>
                            <a:pt x="43628" y="14940"/>
                            <a:pt x="29817" y="5225"/>
                          </a:cubicBezTo>
                          <a:cubicBezTo>
                            <a:pt x="17339" y="-3443"/>
                            <a:pt x="3623" y="-586"/>
                            <a:pt x="1147" y="836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97" name="Forme libre : forme 11096">
                      <a:extLst>
                        <a:ext uri="{FF2B5EF4-FFF2-40B4-BE49-F238E27FC236}">
                          <a16:creationId xmlns:a16="http://schemas.microsoft.com/office/drawing/2014/main" id="{16563E48-9C98-4691-88ED-B23FD8F81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705" y="2203040"/>
                      <a:ext cx="32079" cy="22790"/>
                    </a:xfrm>
                    <a:custGeom>
                      <a:avLst/>
                      <a:gdLst>
                        <a:gd name="connsiteX0" fmla="*/ 4989 w 32079"/>
                        <a:gd name="connsiteY0" fmla="*/ 664 h 22790"/>
                        <a:gd name="connsiteX1" fmla="*/ 703 w 32079"/>
                        <a:gd name="connsiteY1" fmla="*/ 283 h 22790"/>
                        <a:gd name="connsiteX2" fmla="*/ 1083 w 32079"/>
                        <a:gd name="connsiteY2" fmla="*/ 3902 h 22790"/>
                        <a:gd name="connsiteX3" fmla="*/ 5941 w 32079"/>
                        <a:gd name="connsiteY3" fmla="*/ 8474 h 22790"/>
                        <a:gd name="connsiteX4" fmla="*/ 19086 w 32079"/>
                        <a:gd name="connsiteY4" fmla="*/ 18380 h 22790"/>
                        <a:gd name="connsiteX5" fmla="*/ 24134 w 32079"/>
                        <a:gd name="connsiteY5" fmla="*/ 21714 h 22790"/>
                        <a:gd name="connsiteX6" fmla="*/ 27944 w 32079"/>
                        <a:gd name="connsiteY6" fmla="*/ 13332 h 22790"/>
                        <a:gd name="connsiteX7" fmla="*/ 4989 w 32079"/>
                        <a:gd name="connsiteY7" fmla="*/ 664 h 227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079" h="22790">
                          <a:moveTo>
                            <a:pt x="4989" y="664"/>
                          </a:moveTo>
                          <a:cubicBezTo>
                            <a:pt x="3179" y="92"/>
                            <a:pt x="1941" y="-289"/>
                            <a:pt x="703" y="283"/>
                          </a:cubicBezTo>
                          <a:cubicBezTo>
                            <a:pt x="-536" y="854"/>
                            <a:pt x="36" y="2378"/>
                            <a:pt x="1083" y="3902"/>
                          </a:cubicBezTo>
                          <a:cubicBezTo>
                            <a:pt x="2132" y="5426"/>
                            <a:pt x="4227" y="7141"/>
                            <a:pt x="5941" y="8474"/>
                          </a:cubicBezTo>
                          <a:cubicBezTo>
                            <a:pt x="10228" y="11713"/>
                            <a:pt x="14609" y="15523"/>
                            <a:pt x="19086" y="18380"/>
                          </a:cubicBezTo>
                          <a:cubicBezTo>
                            <a:pt x="20800" y="19619"/>
                            <a:pt x="22420" y="20952"/>
                            <a:pt x="24134" y="21714"/>
                          </a:cubicBezTo>
                          <a:cubicBezTo>
                            <a:pt x="31373" y="24762"/>
                            <a:pt x="35755" y="21142"/>
                            <a:pt x="27944" y="13332"/>
                          </a:cubicBezTo>
                          <a:cubicBezTo>
                            <a:pt x="21753" y="7427"/>
                            <a:pt x="12323" y="2854"/>
                            <a:pt x="4989" y="66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98" name="Forme libre : forme 11097">
                      <a:extLst>
                        <a:ext uri="{FF2B5EF4-FFF2-40B4-BE49-F238E27FC236}">
                          <a16:creationId xmlns:a16="http://schemas.microsoft.com/office/drawing/2014/main" id="{B4A29CFD-CD5B-4D4D-B679-62B60351F2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8934" y="2291715"/>
                      <a:ext cx="45624" cy="33718"/>
                    </a:xfrm>
                    <a:custGeom>
                      <a:avLst/>
                      <a:gdLst>
                        <a:gd name="connsiteX0" fmla="*/ 45625 w 45624"/>
                        <a:gd name="connsiteY0" fmla="*/ 33718 h 33718"/>
                        <a:gd name="connsiteX1" fmla="*/ 21717 w 45624"/>
                        <a:gd name="connsiteY1" fmla="*/ 19240 h 33718"/>
                        <a:gd name="connsiteX2" fmla="*/ 0 w 45624"/>
                        <a:gd name="connsiteY2" fmla="*/ 0 h 33718"/>
                        <a:gd name="connsiteX3" fmla="*/ 45625 w 45624"/>
                        <a:gd name="connsiteY3" fmla="*/ 33718 h 33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5624" h="33718">
                          <a:moveTo>
                            <a:pt x="45625" y="33718"/>
                          </a:moveTo>
                          <a:cubicBezTo>
                            <a:pt x="37529" y="32194"/>
                            <a:pt x="30004" y="25813"/>
                            <a:pt x="21717" y="19240"/>
                          </a:cubicBezTo>
                          <a:cubicBezTo>
                            <a:pt x="13525" y="12001"/>
                            <a:pt x="5810" y="5239"/>
                            <a:pt x="0" y="0"/>
                          </a:cubicBezTo>
                          <a:cubicBezTo>
                            <a:pt x="13240" y="11144"/>
                            <a:pt x="31623" y="23527"/>
                            <a:pt x="45625" y="337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99" name="Forme libre : forme 11098">
                      <a:extLst>
                        <a:ext uri="{FF2B5EF4-FFF2-40B4-BE49-F238E27FC236}">
                          <a16:creationId xmlns:a16="http://schemas.microsoft.com/office/drawing/2014/main" id="{F0A31DD1-C8F6-44B4-89F8-DE35100499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0356" y="2177288"/>
                      <a:ext cx="67531" cy="22891"/>
                    </a:xfrm>
                    <a:custGeom>
                      <a:avLst/>
                      <a:gdLst>
                        <a:gd name="connsiteX0" fmla="*/ 67532 w 67531"/>
                        <a:gd name="connsiteY0" fmla="*/ 22891 h 22891"/>
                        <a:gd name="connsiteX1" fmla="*/ 0 w 67531"/>
                        <a:gd name="connsiteY1" fmla="*/ 317 h 22891"/>
                        <a:gd name="connsiteX2" fmla="*/ 33718 w 67531"/>
                        <a:gd name="connsiteY2" fmla="*/ 5461 h 22891"/>
                        <a:gd name="connsiteX3" fmla="*/ 67532 w 67531"/>
                        <a:gd name="connsiteY3" fmla="*/ 22891 h 228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7531" h="22891">
                          <a:moveTo>
                            <a:pt x="67532" y="22891"/>
                          </a:moveTo>
                          <a:cubicBezTo>
                            <a:pt x="46958" y="4318"/>
                            <a:pt x="20574" y="-1302"/>
                            <a:pt x="0" y="317"/>
                          </a:cubicBezTo>
                          <a:cubicBezTo>
                            <a:pt x="9620" y="-826"/>
                            <a:pt x="21717" y="1174"/>
                            <a:pt x="33718" y="5461"/>
                          </a:cubicBezTo>
                          <a:cubicBezTo>
                            <a:pt x="45720" y="9842"/>
                            <a:pt x="57721" y="16224"/>
                            <a:pt x="67532" y="228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00" name="Forme libre : forme 11099">
                      <a:extLst>
                        <a:ext uri="{FF2B5EF4-FFF2-40B4-BE49-F238E27FC236}">
                          <a16:creationId xmlns:a16="http://schemas.microsoft.com/office/drawing/2014/main" id="{97B6FC56-A530-40F5-B998-31221E2FA2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7429" y="2246564"/>
                      <a:ext cx="17232" cy="29341"/>
                    </a:xfrm>
                    <a:custGeom>
                      <a:avLst/>
                      <a:gdLst>
                        <a:gd name="connsiteX0" fmla="*/ 15605 w 17232"/>
                        <a:gd name="connsiteY0" fmla="*/ 29339 h 29341"/>
                        <a:gd name="connsiteX1" fmla="*/ 4270 w 17232"/>
                        <a:gd name="connsiteY1" fmla="*/ 14004 h 29341"/>
                        <a:gd name="connsiteX2" fmla="*/ 1698 w 17232"/>
                        <a:gd name="connsiteY2" fmla="*/ 2 h 29341"/>
                        <a:gd name="connsiteX3" fmla="*/ 13223 w 17232"/>
                        <a:gd name="connsiteY3" fmla="*/ 14290 h 29341"/>
                        <a:gd name="connsiteX4" fmla="*/ 15605 w 17232"/>
                        <a:gd name="connsiteY4" fmla="*/ 29339 h 29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32" h="29341">
                          <a:moveTo>
                            <a:pt x="15605" y="29339"/>
                          </a:moveTo>
                          <a:cubicBezTo>
                            <a:pt x="11318" y="29244"/>
                            <a:pt x="6270" y="17433"/>
                            <a:pt x="4270" y="14004"/>
                          </a:cubicBezTo>
                          <a:cubicBezTo>
                            <a:pt x="2365" y="10575"/>
                            <a:pt x="-2588" y="288"/>
                            <a:pt x="1698" y="2"/>
                          </a:cubicBezTo>
                          <a:cubicBezTo>
                            <a:pt x="5984" y="-188"/>
                            <a:pt x="11699" y="10766"/>
                            <a:pt x="13223" y="14290"/>
                          </a:cubicBezTo>
                          <a:cubicBezTo>
                            <a:pt x="14747" y="17910"/>
                            <a:pt x="19796" y="29530"/>
                            <a:pt x="15605" y="29339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01" name="Forme libre : forme 11100">
                      <a:extLst>
                        <a:ext uri="{FF2B5EF4-FFF2-40B4-BE49-F238E27FC236}">
                          <a16:creationId xmlns:a16="http://schemas.microsoft.com/office/drawing/2014/main" id="{51358B31-CD64-436E-8A54-1EE2E69F1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1234" y="2271677"/>
                      <a:ext cx="5361" cy="8433"/>
                    </a:xfrm>
                    <a:custGeom>
                      <a:avLst/>
                      <a:gdLst>
                        <a:gd name="connsiteX0" fmla="*/ 4942 w 5361"/>
                        <a:gd name="connsiteY0" fmla="*/ 8227 h 8433"/>
                        <a:gd name="connsiteX1" fmla="*/ 1514 w 5361"/>
                        <a:gd name="connsiteY1" fmla="*/ 5274 h 8433"/>
                        <a:gd name="connsiteX2" fmla="*/ 371 w 5361"/>
                        <a:gd name="connsiteY2" fmla="*/ 226 h 8433"/>
                        <a:gd name="connsiteX3" fmla="*/ 3990 w 5361"/>
                        <a:gd name="connsiteY3" fmla="*/ 2893 h 8433"/>
                        <a:gd name="connsiteX4" fmla="*/ 4942 w 5361"/>
                        <a:gd name="connsiteY4" fmla="*/ 8227 h 8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61" h="8433">
                          <a:moveTo>
                            <a:pt x="4942" y="8227"/>
                          </a:moveTo>
                          <a:cubicBezTo>
                            <a:pt x="3895" y="9179"/>
                            <a:pt x="2276" y="6608"/>
                            <a:pt x="1514" y="5274"/>
                          </a:cubicBezTo>
                          <a:cubicBezTo>
                            <a:pt x="751" y="3941"/>
                            <a:pt x="-677" y="1178"/>
                            <a:pt x="371" y="226"/>
                          </a:cubicBezTo>
                          <a:cubicBezTo>
                            <a:pt x="1418" y="-727"/>
                            <a:pt x="3133" y="1559"/>
                            <a:pt x="3990" y="2893"/>
                          </a:cubicBezTo>
                          <a:cubicBezTo>
                            <a:pt x="4848" y="4226"/>
                            <a:pt x="5991" y="7274"/>
                            <a:pt x="4942" y="82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02" name="Forme libre : forme 11101">
                      <a:extLst>
                        <a:ext uri="{FF2B5EF4-FFF2-40B4-BE49-F238E27FC236}">
                          <a16:creationId xmlns:a16="http://schemas.microsoft.com/office/drawing/2014/main" id="{B322923C-402C-469A-9CC2-3E2E08245E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3378" y="2233790"/>
                      <a:ext cx="27705" cy="86140"/>
                    </a:xfrm>
                    <a:custGeom>
                      <a:avLst/>
                      <a:gdLst>
                        <a:gd name="connsiteX0" fmla="*/ 25468 w 27705"/>
                        <a:gd name="connsiteY0" fmla="*/ 61068 h 86140"/>
                        <a:gd name="connsiteX1" fmla="*/ 18419 w 27705"/>
                        <a:gd name="connsiteY1" fmla="*/ 85071 h 86140"/>
                        <a:gd name="connsiteX2" fmla="*/ 11276 w 27705"/>
                        <a:gd name="connsiteY2" fmla="*/ 81547 h 86140"/>
                        <a:gd name="connsiteX3" fmla="*/ 11276 w 27705"/>
                        <a:gd name="connsiteY3" fmla="*/ 71545 h 86140"/>
                        <a:gd name="connsiteX4" fmla="*/ 12609 w 27705"/>
                        <a:gd name="connsiteY4" fmla="*/ 56115 h 86140"/>
                        <a:gd name="connsiteX5" fmla="*/ 10990 w 27705"/>
                        <a:gd name="connsiteY5" fmla="*/ 39732 h 86140"/>
                        <a:gd name="connsiteX6" fmla="*/ 3370 w 27705"/>
                        <a:gd name="connsiteY6" fmla="*/ 16777 h 86140"/>
                        <a:gd name="connsiteX7" fmla="*/ 2989 w 27705"/>
                        <a:gd name="connsiteY7" fmla="*/ 13 h 86140"/>
                        <a:gd name="connsiteX8" fmla="*/ 18706 w 27705"/>
                        <a:gd name="connsiteY8" fmla="*/ 15538 h 86140"/>
                        <a:gd name="connsiteX9" fmla="*/ 27088 w 27705"/>
                        <a:gd name="connsiteY9" fmla="*/ 38208 h 86140"/>
                        <a:gd name="connsiteX10" fmla="*/ 25468 w 27705"/>
                        <a:gd name="connsiteY10" fmla="*/ 61068 h 8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705" h="86140">
                          <a:moveTo>
                            <a:pt x="25468" y="61068"/>
                          </a:moveTo>
                          <a:cubicBezTo>
                            <a:pt x="24706" y="71069"/>
                            <a:pt x="23468" y="78308"/>
                            <a:pt x="18419" y="85071"/>
                          </a:cubicBezTo>
                          <a:cubicBezTo>
                            <a:pt x="16610" y="87548"/>
                            <a:pt x="12609" y="85452"/>
                            <a:pt x="11276" y="81547"/>
                          </a:cubicBezTo>
                          <a:cubicBezTo>
                            <a:pt x="10037" y="77641"/>
                            <a:pt x="10704" y="74689"/>
                            <a:pt x="11276" y="71545"/>
                          </a:cubicBezTo>
                          <a:cubicBezTo>
                            <a:pt x="12133" y="66592"/>
                            <a:pt x="12609" y="61449"/>
                            <a:pt x="12609" y="56115"/>
                          </a:cubicBezTo>
                          <a:cubicBezTo>
                            <a:pt x="12323" y="50971"/>
                            <a:pt x="11752" y="45542"/>
                            <a:pt x="10990" y="39732"/>
                          </a:cubicBezTo>
                          <a:cubicBezTo>
                            <a:pt x="10514" y="36112"/>
                            <a:pt x="6513" y="25921"/>
                            <a:pt x="3370" y="16777"/>
                          </a:cubicBezTo>
                          <a:cubicBezTo>
                            <a:pt x="132" y="7823"/>
                            <a:pt x="-2059" y="-368"/>
                            <a:pt x="2989" y="13"/>
                          </a:cubicBezTo>
                          <a:cubicBezTo>
                            <a:pt x="7942" y="584"/>
                            <a:pt x="14133" y="7252"/>
                            <a:pt x="18706" y="15538"/>
                          </a:cubicBezTo>
                          <a:cubicBezTo>
                            <a:pt x="23277" y="23730"/>
                            <a:pt x="26516" y="33065"/>
                            <a:pt x="27088" y="38208"/>
                          </a:cubicBezTo>
                          <a:cubicBezTo>
                            <a:pt x="28897" y="48209"/>
                            <a:pt x="26230" y="53353"/>
                            <a:pt x="25468" y="6106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76" name="Graphique 1">
                    <a:extLst>
                      <a:ext uri="{FF2B5EF4-FFF2-40B4-BE49-F238E27FC236}">
                        <a16:creationId xmlns:a16="http://schemas.microsoft.com/office/drawing/2014/main" id="{C8106034-BE2B-44B9-B966-F1BBE03875D4}"/>
                      </a:ext>
                    </a:extLst>
                  </p:cNvPr>
                  <p:cNvGrpSpPr/>
                  <p:nvPr/>
                </p:nvGrpSpPr>
                <p:grpSpPr>
                  <a:xfrm>
                    <a:off x="1170786" y="2832446"/>
                    <a:ext cx="214059" cy="154180"/>
                    <a:chOff x="1170786" y="2832446"/>
                    <a:chExt cx="214059" cy="154180"/>
                  </a:xfrm>
                  <a:solidFill>
                    <a:schemeClr val="accent1"/>
                  </a:solidFill>
                </p:grpSpPr>
                <p:sp>
                  <p:nvSpPr>
                    <p:cNvPr id="11079" name="Forme libre : forme 11078">
                      <a:extLst>
                        <a:ext uri="{FF2B5EF4-FFF2-40B4-BE49-F238E27FC236}">
                          <a16:creationId xmlns:a16="http://schemas.microsoft.com/office/drawing/2014/main" id="{754A58F3-CDE2-4219-BDA9-806331D64F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70786" y="2832446"/>
                      <a:ext cx="214059" cy="154180"/>
                    </a:xfrm>
                    <a:custGeom>
                      <a:avLst/>
                      <a:gdLst>
                        <a:gd name="connsiteX0" fmla="*/ 90518 w 214059"/>
                        <a:gd name="connsiteY0" fmla="*/ 67630 h 154180"/>
                        <a:gd name="connsiteX1" fmla="*/ 96709 w 214059"/>
                        <a:gd name="connsiteY1" fmla="*/ 71535 h 154180"/>
                        <a:gd name="connsiteX2" fmla="*/ 103567 w 214059"/>
                        <a:gd name="connsiteY2" fmla="*/ 74964 h 154180"/>
                        <a:gd name="connsiteX3" fmla="*/ 114521 w 214059"/>
                        <a:gd name="connsiteY3" fmla="*/ 77441 h 154180"/>
                        <a:gd name="connsiteX4" fmla="*/ 114616 w 214059"/>
                        <a:gd name="connsiteY4" fmla="*/ 77536 h 154180"/>
                        <a:gd name="connsiteX5" fmla="*/ 114712 w 214059"/>
                        <a:gd name="connsiteY5" fmla="*/ 77441 h 154180"/>
                        <a:gd name="connsiteX6" fmla="*/ 116331 w 214059"/>
                        <a:gd name="connsiteY6" fmla="*/ 76393 h 154180"/>
                        <a:gd name="connsiteX7" fmla="*/ 126523 w 214059"/>
                        <a:gd name="connsiteY7" fmla="*/ 66201 h 154180"/>
                        <a:gd name="connsiteX8" fmla="*/ 160051 w 214059"/>
                        <a:gd name="connsiteY8" fmla="*/ 28196 h 154180"/>
                        <a:gd name="connsiteX9" fmla="*/ 195293 w 214059"/>
                        <a:gd name="connsiteY9" fmla="*/ 1812 h 154180"/>
                        <a:gd name="connsiteX10" fmla="*/ 213676 w 214059"/>
                        <a:gd name="connsiteY10" fmla="*/ 13147 h 154180"/>
                        <a:gd name="connsiteX11" fmla="*/ 210438 w 214059"/>
                        <a:gd name="connsiteY11" fmla="*/ 58581 h 154180"/>
                        <a:gd name="connsiteX12" fmla="*/ 183958 w 214059"/>
                        <a:gd name="connsiteY12" fmla="*/ 115255 h 154180"/>
                        <a:gd name="connsiteX13" fmla="*/ 175672 w 214059"/>
                        <a:gd name="connsiteY13" fmla="*/ 125066 h 154180"/>
                        <a:gd name="connsiteX14" fmla="*/ 163480 w 214059"/>
                        <a:gd name="connsiteY14" fmla="*/ 136496 h 154180"/>
                        <a:gd name="connsiteX15" fmla="*/ 154907 w 214059"/>
                        <a:gd name="connsiteY15" fmla="*/ 142592 h 154180"/>
                        <a:gd name="connsiteX16" fmla="*/ 143858 w 214059"/>
                        <a:gd name="connsiteY16" fmla="*/ 148307 h 154180"/>
                        <a:gd name="connsiteX17" fmla="*/ 137857 w 214059"/>
                        <a:gd name="connsiteY17" fmla="*/ 150783 h 154180"/>
                        <a:gd name="connsiteX18" fmla="*/ 131476 w 214059"/>
                        <a:gd name="connsiteY18" fmla="*/ 152307 h 154180"/>
                        <a:gd name="connsiteX19" fmla="*/ 118522 w 214059"/>
                        <a:gd name="connsiteY19" fmla="*/ 154117 h 154180"/>
                        <a:gd name="connsiteX20" fmla="*/ 106425 w 214059"/>
                        <a:gd name="connsiteY20" fmla="*/ 153926 h 154180"/>
                        <a:gd name="connsiteX21" fmla="*/ 95757 w 214059"/>
                        <a:gd name="connsiteY21" fmla="*/ 152212 h 154180"/>
                        <a:gd name="connsiteX22" fmla="*/ 85660 w 214059"/>
                        <a:gd name="connsiteY22" fmla="*/ 149831 h 154180"/>
                        <a:gd name="connsiteX23" fmla="*/ 76993 w 214059"/>
                        <a:gd name="connsiteY23" fmla="*/ 146497 h 154180"/>
                        <a:gd name="connsiteX24" fmla="*/ 62134 w 214059"/>
                        <a:gd name="connsiteY24" fmla="*/ 139163 h 154180"/>
                        <a:gd name="connsiteX25" fmla="*/ 55942 w 214059"/>
                        <a:gd name="connsiteY25" fmla="*/ 135543 h 154180"/>
                        <a:gd name="connsiteX26" fmla="*/ 50894 w 214059"/>
                        <a:gd name="connsiteY26" fmla="*/ 131924 h 154180"/>
                        <a:gd name="connsiteX27" fmla="*/ 9841 w 214059"/>
                        <a:gd name="connsiteY27" fmla="*/ 81822 h 154180"/>
                        <a:gd name="connsiteX28" fmla="*/ 31 w 214059"/>
                        <a:gd name="connsiteY28" fmla="*/ 36769 h 154180"/>
                        <a:gd name="connsiteX29" fmla="*/ 15271 w 214059"/>
                        <a:gd name="connsiteY29" fmla="*/ 21719 h 154180"/>
                        <a:gd name="connsiteX30" fmla="*/ 51370 w 214059"/>
                        <a:gd name="connsiteY30" fmla="*/ 40484 h 154180"/>
                        <a:gd name="connsiteX31" fmla="*/ 90518 w 214059"/>
                        <a:gd name="connsiteY31" fmla="*/ 67630 h 154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214059" h="154180">
                          <a:moveTo>
                            <a:pt x="90518" y="67630"/>
                          </a:moveTo>
                          <a:cubicBezTo>
                            <a:pt x="92423" y="68678"/>
                            <a:pt x="94423" y="70011"/>
                            <a:pt x="96709" y="71535"/>
                          </a:cubicBezTo>
                          <a:cubicBezTo>
                            <a:pt x="98900" y="72583"/>
                            <a:pt x="101186" y="73726"/>
                            <a:pt x="103567" y="74964"/>
                          </a:cubicBezTo>
                          <a:cubicBezTo>
                            <a:pt x="107949" y="76393"/>
                            <a:pt x="112426" y="78012"/>
                            <a:pt x="114521" y="77441"/>
                          </a:cubicBezTo>
                          <a:cubicBezTo>
                            <a:pt x="114712" y="77726"/>
                            <a:pt x="114521" y="77155"/>
                            <a:pt x="114616" y="77536"/>
                          </a:cubicBezTo>
                          <a:cubicBezTo>
                            <a:pt x="114712" y="77441"/>
                            <a:pt x="114521" y="77631"/>
                            <a:pt x="114712" y="77441"/>
                          </a:cubicBezTo>
                          <a:cubicBezTo>
                            <a:pt x="114997" y="77155"/>
                            <a:pt x="115664" y="76679"/>
                            <a:pt x="116331" y="76393"/>
                          </a:cubicBezTo>
                          <a:cubicBezTo>
                            <a:pt x="119474" y="73726"/>
                            <a:pt x="123379" y="70011"/>
                            <a:pt x="126523" y="66201"/>
                          </a:cubicBezTo>
                          <a:cubicBezTo>
                            <a:pt x="138334" y="52485"/>
                            <a:pt x="149097" y="38483"/>
                            <a:pt x="160051" y="28196"/>
                          </a:cubicBezTo>
                          <a:cubicBezTo>
                            <a:pt x="171004" y="17624"/>
                            <a:pt x="182339" y="9432"/>
                            <a:pt x="195293" y="1812"/>
                          </a:cubicBezTo>
                          <a:cubicBezTo>
                            <a:pt x="204628" y="-3522"/>
                            <a:pt x="213010" y="3717"/>
                            <a:pt x="213676" y="13147"/>
                          </a:cubicBezTo>
                          <a:cubicBezTo>
                            <a:pt x="214534" y="27434"/>
                            <a:pt x="214153" y="42103"/>
                            <a:pt x="210438" y="58581"/>
                          </a:cubicBezTo>
                          <a:cubicBezTo>
                            <a:pt x="206533" y="75059"/>
                            <a:pt x="200151" y="93252"/>
                            <a:pt x="183958" y="115255"/>
                          </a:cubicBezTo>
                          <a:cubicBezTo>
                            <a:pt x="181768" y="118208"/>
                            <a:pt x="178720" y="121541"/>
                            <a:pt x="175672" y="125066"/>
                          </a:cubicBezTo>
                          <a:cubicBezTo>
                            <a:pt x="172338" y="128685"/>
                            <a:pt x="168242" y="132591"/>
                            <a:pt x="163480" y="136496"/>
                          </a:cubicBezTo>
                          <a:cubicBezTo>
                            <a:pt x="160717" y="138496"/>
                            <a:pt x="158050" y="140496"/>
                            <a:pt x="154907" y="142592"/>
                          </a:cubicBezTo>
                          <a:cubicBezTo>
                            <a:pt x="151954" y="144783"/>
                            <a:pt x="147668" y="146497"/>
                            <a:pt x="143858" y="148307"/>
                          </a:cubicBezTo>
                          <a:cubicBezTo>
                            <a:pt x="141858" y="149164"/>
                            <a:pt x="139858" y="150021"/>
                            <a:pt x="137857" y="150783"/>
                          </a:cubicBezTo>
                          <a:lnTo>
                            <a:pt x="131476" y="152307"/>
                          </a:lnTo>
                          <a:cubicBezTo>
                            <a:pt x="127189" y="153069"/>
                            <a:pt x="122903" y="154498"/>
                            <a:pt x="118522" y="154117"/>
                          </a:cubicBezTo>
                          <a:cubicBezTo>
                            <a:pt x="113950" y="154117"/>
                            <a:pt x="110044" y="154117"/>
                            <a:pt x="106425" y="153926"/>
                          </a:cubicBezTo>
                          <a:cubicBezTo>
                            <a:pt x="102520" y="153926"/>
                            <a:pt x="99281" y="152879"/>
                            <a:pt x="95757" y="152212"/>
                          </a:cubicBezTo>
                          <a:cubicBezTo>
                            <a:pt x="92328" y="151450"/>
                            <a:pt x="88899" y="150688"/>
                            <a:pt x="85660" y="149831"/>
                          </a:cubicBezTo>
                          <a:cubicBezTo>
                            <a:pt x="82708" y="148688"/>
                            <a:pt x="79850" y="147545"/>
                            <a:pt x="76993" y="146497"/>
                          </a:cubicBezTo>
                          <a:cubicBezTo>
                            <a:pt x="71087" y="144306"/>
                            <a:pt x="66420" y="141639"/>
                            <a:pt x="62134" y="139163"/>
                          </a:cubicBezTo>
                          <a:cubicBezTo>
                            <a:pt x="59943" y="137924"/>
                            <a:pt x="57847" y="136686"/>
                            <a:pt x="55942" y="135543"/>
                          </a:cubicBezTo>
                          <a:cubicBezTo>
                            <a:pt x="54228" y="134305"/>
                            <a:pt x="52513" y="133067"/>
                            <a:pt x="50894" y="131924"/>
                          </a:cubicBezTo>
                          <a:cubicBezTo>
                            <a:pt x="27367" y="114493"/>
                            <a:pt x="16890" y="97253"/>
                            <a:pt x="9841" y="81822"/>
                          </a:cubicBezTo>
                          <a:cubicBezTo>
                            <a:pt x="3174" y="66201"/>
                            <a:pt x="793" y="51723"/>
                            <a:pt x="31" y="36769"/>
                          </a:cubicBezTo>
                          <a:cubicBezTo>
                            <a:pt x="-541" y="26196"/>
                            <a:pt x="6984" y="18291"/>
                            <a:pt x="15271" y="21719"/>
                          </a:cubicBezTo>
                          <a:cubicBezTo>
                            <a:pt x="27463" y="26577"/>
                            <a:pt x="39178" y="32483"/>
                            <a:pt x="51370" y="40484"/>
                          </a:cubicBezTo>
                          <a:cubicBezTo>
                            <a:pt x="63562" y="47913"/>
                            <a:pt x="76421" y="58200"/>
                            <a:pt x="90518" y="6763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80" name="Forme libre : forme 11079">
                      <a:extLst>
                        <a:ext uri="{FF2B5EF4-FFF2-40B4-BE49-F238E27FC236}">
                          <a16:creationId xmlns:a16="http://schemas.microsoft.com/office/drawing/2014/main" id="{B0B532C1-D25C-4DE9-8BE7-10B567B66F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85676" y="2832488"/>
                      <a:ext cx="190976" cy="106143"/>
                    </a:xfrm>
                    <a:custGeom>
                      <a:avLst/>
                      <a:gdLst>
                        <a:gd name="connsiteX0" fmla="*/ 123444 w 190976"/>
                        <a:gd name="connsiteY0" fmla="*/ 93400 h 106143"/>
                        <a:gd name="connsiteX1" fmla="*/ 156972 w 190976"/>
                        <a:gd name="connsiteY1" fmla="*/ 45299 h 106143"/>
                        <a:gd name="connsiteX2" fmla="*/ 190976 w 190976"/>
                        <a:gd name="connsiteY2" fmla="*/ 913 h 106143"/>
                        <a:gd name="connsiteX3" fmla="*/ 180499 w 190976"/>
                        <a:gd name="connsiteY3" fmla="*/ 1770 h 106143"/>
                        <a:gd name="connsiteX4" fmla="*/ 167640 w 190976"/>
                        <a:gd name="connsiteY4" fmla="*/ 9866 h 106143"/>
                        <a:gd name="connsiteX5" fmla="*/ 133826 w 190976"/>
                        <a:gd name="connsiteY5" fmla="*/ 40060 h 106143"/>
                        <a:gd name="connsiteX6" fmla="*/ 111728 w 190976"/>
                        <a:gd name="connsiteY6" fmla="*/ 66159 h 106143"/>
                        <a:gd name="connsiteX7" fmla="*/ 108014 w 190976"/>
                        <a:gd name="connsiteY7" fmla="*/ 70255 h 106143"/>
                        <a:gd name="connsiteX8" fmla="*/ 104108 w 190976"/>
                        <a:gd name="connsiteY8" fmla="*/ 74160 h 106143"/>
                        <a:gd name="connsiteX9" fmla="*/ 100775 w 190976"/>
                        <a:gd name="connsiteY9" fmla="*/ 76922 h 106143"/>
                        <a:gd name="connsiteX10" fmla="*/ 99822 w 190976"/>
                        <a:gd name="connsiteY10" fmla="*/ 77684 h 106143"/>
                        <a:gd name="connsiteX11" fmla="*/ 99822 w 190976"/>
                        <a:gd name="connsiteY11" fmla="*/ 77684 h 106143"/>
                        <a:gd name="connsiteX12" fmla="*/ 99727 w 190976"/>
                        <a:gd name="connsiteY12" fmla="*/ 77684 h 106143"/>
                        <a:gd name="connsiteX13" fmla="*/ 99632 w 190976"/>
                        <a:gd name="connsiteY13" fmla="*/ 77589 h 106143"/>
                        <a:gd name="connsiteX14" fmla="*/ 98298 w 190976"/>
                        <a:gd name="connsiteY14" fmla="*/ 77684 h 106143"/>
                        <a:gd name="connsiteX15" fmla="*/ 80105 w 190976"/>
                        <a:gd name="connsiteY15" fmla="*/ 70541 h 106143"/>
                        <a:gd name="connsiteX16" fmla="*/ 75533 w 190976"/>
                        <a:gd name="connsiteY16" fmla="*/ 67683 h 106143"/>
                        <a:gd name="connsiteX17" fmla="*/ 47244 w 190976"/>
                        <a:gd name="connsiteY17" fmla="*/ 47585 h 106143"/>
                        <a:gd name="connsiteX18" fmla="*/ 11811 w 190976"/>
                        <a:gd name="connsiteY18" fmla="*/ 26535 h 106143"/>
                        <a:gd name="connsiteX19" fmla="*/ 381 w 190976"/>
                        <a:gd name="connsiteY19" fmla="*/ 21582 h 106143"/>
                        <a:gd name="connsiteX20" fmla="*/ 0 w 190976"/>
                        <a:gd name="connsiteY20" fmla="*/ 21487 h 106143"/>
                        <a:gd name="connsiteX21" fmla="*/ 56102 w 190976"/>
                        <a:gd name="connsiteY21" fmla="*/ 88257 h 106143"/>
                        <a:gd name="connsiteX22" fmla="*/ 92393 w 190976"/>
                        <a:gd name="connsiteY22" fmla="*/ 105688 h 106143"/>
                        <a:gd name="connsiteX23" fmla="*/ 109442 w 190976"/>
                        <a:gd name="connsiteY23" fmla="*/ 104259 h 106143"/>
                        <a:gd name="connsiteX24" fmla="*/ 116586 w 190976"/>
                        <a:gd name="connsiteY24" fmla="*/ 99782 h 106143"/>
                        <a:gd name="connsiteX25" fmla="*/ 123444 w 190976"/>
                        <a:gd name="connsiteY25" fmla="*/ 93400 h 106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90976" h="106143">
                          <a:moveTo>
                            <a:pt x="123444" y="93400"/>
                          </a:moveTo>
                          <a:cubicBezTo>
                            <a:pt x="135827" y="79970"/>
                            <a:pt x="146399" y="61968"/>
                            <a:pt x="156972" y="45299"/>
                          </a:cubicBezTo>
                          <a:cubicBezTo>
                            <a:pt x="167735" y="28631"/>
                            <a:pt x="178213" y="12248"/>
                            <a:pt x="190976" y="913"/>
                          </a:cubicBezTo>
                          <a:cubicBezTo>
                            <a:pt x="187928" y="-421"/>
                            <a:pt x="184309" y="-421"/>
                            <a:pt x="180499" y="1770"/>
                          </a:cubicBezTo>
                          <a:cubicBezTo>
                            <a:pt x="176022" y="4342"/>
                            <a:pt x="171736" y="7104"/>
                            <a:pt x="167640" y="9866"/>
                          </a:cubicBezTo>
                          <a:cubicBezTo>
                            <a:pt x="155734" y="18058"/>
                            <a:pt x="144875" y="27678"/>
                            <a:pt x="133826" y="40060"/>
                          </a:cubicBezTo>
                          <a:cubicBezTo>
                            <a:pt x="126683" y="47966"/>
                            <a:pt x="119348" y="57206"/>
                            <a:pt x="111728" y="66159"/>
                          </a:cubicBezTo>
                          <a:cubicBezTo>
                            <a:pt x="110585" y="67588"/>
                            <a:pt x="109347" y="68921"/>
                            <a:pt x="108014" y="70255"/>
                          </a:cubicBezTo>
                          <a:cubicBezTo>
                            <a:pt x="106775" y="71588"/>
                            <a:pt x="105347" y="73303"/>
                            <a:pt x="104108" y="74160"/>
                          </a:cubicBezTo>
                          <a:cubicBezTo>
                            <a:pt x="102870" y="75113"/>
                            <a:pt x="101537" y="76637"/>
                            <a:pt x="100775" y="76922"/>
                          </a:cubicBezTo>
                          <a:cubicBezTo>
                            <a:pt x="100298" y="77303"/>
                            <a:pt x="100013" y="77399"/>
                            <a:pt x="99822" y="77684"/>
                          </a:cubicBezTo>
                          <a:lnTo>
                            <a:pt x="99822" y="77684"/>
                          </a:lnTo>
                          <a:cubicBezTo>
                            <a:pt x="99822" y="77780"/>
                            <a:pt x="99727" y="77303"/>
                            <a:pt x="99727" y="77684"/>
                          </a:cubicBezTo>
                          <a:cubicBezTo>
                            <a:pt x="99727" y="77780"/>
                            <a:pt x="99632" y="77589"/>
                            <a:pt x="99632" y="77589"/>
                          </a:cubicBezTo>
                          <a:cubicBezTo>
                            <a:pt x="99441" y="77589"/>
                            <a:pt x="98774" y="77589"/>
                            <a:pt x="98298" y="77684"/>
                          </a:cubicBezTo>
                          <a:cubicBezTo>
                            <a:pt x="93917" y="77494"/>
                            <a:pt x="86297" y="74160"/>
                            <a:pt x="80105" y="70541"/>
                          </a:cubicBezTo>
                          <a:cubicBezTo>
                            <a:pt x="78486" y="69493"/>
                            <a:pt x="76962" y="68540"/>
                            <a:pt x="75533" y="67683"/>
                          </a:cubicBezTo>
                          <a:cubicBezTo>
                            <a:pt x="65627" y="61111"/>
                            <a:pt x="56198" y="53776"/>
                            <a:pt x="47244" y="47585"/>
                          </a:cubicBezTo>
                          <a:cubicBezTo>
                            <a:pt x="34957" y="39013"/>
                            <a:pt x="23336" y="32250"/>
                            <a:pt x="11811" y="26535"/>
                          </a:cubicBezTo>
                          <a:cubicBezTo>
                            <a:pt x="8001" y="24725"/>
                            <a:pt x="4191" y="23106"/>
                            <a:pt x="381" y="21582"/>
                          </a:cubicBezTo>
                          <a:lnTo>
                            <a:pt x="0" y="21487"/>
                          </a:lnTo>
                          <a:cubicBezTo>
                            <a:pt x="15240" y="46061"/>
                            <a:pt x="33623" y="70445"/>
                            <a:pt x="56102" y="88257"/>
                          </a:cubicBezTo>
                          <a:cubicBezTo>
                            <a:pt x="67342" y="97020"/>
                            <a:pt x="79820" y="103878"/>
                            <a:pt x="92393" y="105688"/>
                          </a:cubicBezTo>
                          <a:cubicBezTo>
                            <a:pt x="98774" y="106545"/>
                            <a:pt x="104299" y="106259"/>
                            <a:pt x="109442" y="104259"/>
                          </a:cubicBezTo>
                          <a:cubicBezTo>
                            <a:pt x="111919" y="103021"/>
                            <a:pt x="114300" y="101783"/>
                            <a:pt x="116586" y="99782"/>
                          </a:cubicBezTo>
                          <a:cubicBezTo>
                            <a:pt x="118967" y="98068"/>
                            <a:pt x="121158" y="95591"/>
                            <a:pt x="123444" y="9340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81" name="Forme libre : forme 11080">
                      <a:extLst>
                        <a:ext uri="{FF2B5EF4-FFF2-40B4-BE49-F238E27FC236}">
                          <a16:creationId xmlns:a16="http://schemas.microsoft.com/office/drawing/2014/main" id="{BCDDD330-0EB1-443B-A0FF-EB4FF6B366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09584" y="2900428"/>
                      <a:ext cx="116510" cy="58406"/>
                    </a:xfrm>
                    <a:custGeom>
                      <a:avLst/>
                      <a:gdLst>
                        <a:gd name="connsiteX0" fmla="*/ 952 w 116510"/>
                        <a:gd name="connsiteY0" fmla="*/ 886 h 58406"/>
                        <a:gd name="connsiteX1" fmla="*/ 27908 w 116510"/>
                        <a:gd name="connsiteY1" fmla="*/ 13745 h 58406"/>
                        <a:gd name="connsiteX2" fmla="*/ 61722 w 116510"/>
                        <a:gd name="connsiteY2" fmla="*/ 31462 h 58406"/>
                        <a:gd name="connsiteX3" fmla="*/ 67913 w 116510"/>
                        <a:gd name="connsiteY3" fmla="*/ 32986 h 58406"/>
                        <a:gd name="connsiteX4" fmla="*/ 71532 w 116510"/>
                        <a:gd name="connsiteY4" fmla="*/ 33843 h 58406"/>
                        <a:gd name="connsiteX5" fmla="*/ 75342 w 116510"/>
                        <a:gd name="connsiteY5" fmla="*/ 34129 h 58406"/>
                        <a:gd name="connsiteX6" fmla="*/ 89916 w 116510"/>
                        <a:gd name="connsiteY6" fmla="*/ 32033 h 58406"/>
                        <a:gd name="connsiteX7" fmla="*/ 114966 w 116510"/>
                        <a:gd name="connsiteY7" fmla="*/ 23175 h 58406"/>
                        <a:gd name="connsiteX8" fmla="*/ 101346 w 116510"/>
                        <a:gd name="connsiteY8" fmla="*/ 49464 h 58406"/>
                        <a:gd name="connsiteX9" fmla="*/ 75628 w 116510"/>
                        <a:gd name="connsiteY9" fmla="*/ 58322 h 58406"/>
                        <a:gd name="connsiteX10" fmla="*/ 54959 w 116510"/>
                        <a:gd name="connsiteY10" fmla="*/ 55274 h 58406"/>
                        <a:gd name="connsiteX11" fmla="*/ 36195 w 116510"/>
                        <a:gd name="connsiteY11" fmla="*/ 46035 h 58406"/>
                        <a:gd name="connsiteX12" fmla="*/ 16192 w 116510"/>
                        <a:gd name="connsiteY12" fmla="*/ 29556 h 58406"/>
                        <a:gd name="connsiteX13" fmla="*/ 952 w 116510"/>
                        <a:gd name="connsiteY13" fmla="*/ 886 h 584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16510" h="58406">
                          <a:moveTo>
                            <a:pt x="952" y="886"/>
                          </a:moveTo>
                          <a:cubicBezTo>
                            <a:pt x="4476" y="-2733"/>
                            <a:pt x="15525" y="5363"/>
                            <a:pt x="27908" y="13745"/>
                          </a:cubicBezTo>
                          <a:cubicBezTo>
                            <a:pt x="40290" y="22413"/>
                            <a:pt x="54578" y="29556"/>
                            <a:pt x="61722" y="31462"/>
                          </a:cubicBezTo>
                          <a:cubicBezTo>
                            <a:pt x="63436" y="32224"/>
                            <a:pt x="65627" y="32319"/>
                            <a:pt x="67913" y="32986"/>
                          </a:cubicBezTo>
                          <a:cubicBezTo>
                            <a:pt x="69056" y="33271"/>
                            <a:pt x="70294" y="33748"/>
                            <a:pt x="71532" y="33843"/>
                          </a:cubicBezTo>
                          <a:cubicBezTo>
                            <a:pt x="72771" y="33938"/>
                            <a:pt x="74009" y="34033"/>
                            <a:pt x="75342" y="34129"/>
                          </a:cubicBezTo>
                          <a:cubicBezTo>
                            <a:pt x="80105" y="35177"/>
                            <a:pt x="85058" y="33843"/>
                            <a:pt x="89916" y="32033"/>
                          </a:cubicBezTo>
                          <a:cubicBezTo>
                            <a:pt x="100298" y="27556"/>
                            <a:pt x="110490" y="19746"/>
                            <a:pt x="114966" y="23175"/>
                          </a:cubicBezTo>
                          <a:cubicBezTo>
                            <a:pt x="119253" y="26223"/>
                            <a:pt x="114585" y="38510"/>
                            <a:pt x="101346" y="49464"/>
                          </a:cubicBezTo>
                          <a:cubicBezTo>
                            <a:pt x="94392" y="54798"/>
                            <a:pt x="84582" y="58894"/>
                            <a:pt x="75628" y="58322"/>
                          </a:cubicBezTo>
                          <a:cubicBezTo>
                            <a:pt x="66865" y="58894"/>
                            <a:pt x="59817" y="56417"/>
                            <a:pt x="54959" y="55274"/>
                          </a:cubicBezTo>
                          <a:cubicBezTo>
                            <a:pt x="50482" y="53369"/>
                            <a:pt x="43148" y="50797"/>
                            <a:pt x="36195" y="46035"/>
                          </a:cubicBezTo>
                          <a:cubicBezTo>
                            <a:pt x="29051" y="41653"/>
                            <a:pt x="22002" y="35653"/>
                            <a:pt x="16192" y="29556"/>
                          </a:cubicBezTo>
                          <a:cubicBezTo>
                            <a:pt x="4381" y="17269"/>
                            <a:pt x="-2667" y="4506"/>
                            <a:pt x="952" y="88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82" name="Forme libre : forme 11081">
                      <a:extLst>
                        <a:ext uri="{FF2B5EF4-FFF2-40B4-BE49-F238E27FC236}">
                          <a16:creationId xmlns:a16="http://schemas.microsoft.com/office/drawing/2014/main" id="{B5ABA54E-DFE9-4A6E-A850-1E162AFF75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47302" y="2920936"/>
                      <a:ext cx="79641" cy="30670"/>
                    </a:xfrm>
                    <a:custGeom>
                      <a:avLst/>
                      <a:gdLst>
                        <a:gd name="connsiteX0" fmla="*/ 60770 w 79641"/>
                        <a:gd name="connsiteY0" fmla="*/ 30671 h 30670"/>
                        <a:gd name="connsiteX1" fmla="*/ 68485 w 79641"/>
                        <a:gd name="connsiteY1" fmla="*/ 23717 h 30670"/>
                        <a:gd name="connsiteX2" fmla="*/ 75724 w 79641"/>
                        <a:gd name="connsiteY2" fmla="*/ 14669 h 30670"/>
                        <a:gd name="connsiteX3" fmla="*/ 77533 w 79641"/>
                        <a:gd name="connsiteY3" fmla="*/ 2096 h 30670"/>
                        <a:gd name="connsiteX4" fmla="*/ 52102 w 79641"/>
                        <a:gd name="connsiteY4" fmla="*/ 11621 h 30670"/>
                        <a:gd name="connsiteX5" fmla="*/ 38005 w 79641"/>
                        <a:gd name="connsiteY5" fmla="*/ 13716 h 30670"/>
                        <a:gd name="connsiteX6" fmla="*/ 30385 w 79641"/>
                        <a:gd name="connsiteY6" fmla="*/ 12573 h 30670"/>
                        <a:gd name="connsiteX7" fmla="*/ 23241 w 79641"/>
                        <a:gd name="connsiteY7" fmla="*/ 10668 h 30670"/>
                        <a:gd name="connsiteX8" fmla="*/ 0 w 79641"/>
                        <a:gd name="connsiteY8" fmla="*/ 0 h 30670"/>
                        <a:gd name="connsiteX9" fmla="*/ 5906 w 79641"/>
                        <a:gd name="connsiteY9" fmla="*/ 4286 h 30670"/>
                        <a:gd name="connsiteX10" fmla="*/ 11716 w 79641"/>
                        <a:gd name="connsiteY10" fmla="*/ 8191 h 30670"/>
                        <a:gd name="connsiteX11" fmla="*/ 38957 w 79641"/>
                        <a:gd name="connsiteY11" fmla="*/ 22860 h 30670"/>
                        <a:gd name="connsiteX12" fmla="*/ 60770 w 79641"/>
                        <a:gd name="connsiteY12" fmla="*/ 30671 h 30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9641" h="30670">
                          <a:moveTo>
                            <a:pt x="60770" y="30671"/>
                          </a:moveTo>
                          <a:cubicBezTo>
                            <a:pt x="62865" y="28956"/>
                            <a:pt x="65532" y="26384"/>
                            <a:pt x="68485" y="23717"/>
                          </a:cubicBezTo>
                          <a:cubicBezTo>
                            <a:pt x="71057" y="20860"/>
                            <a:pt x="73724" y="17621"/>
                            <a:pt x="75724" y="14669"/>
                          </a:cubicBezTo>
                          <a:cubicBezTo>
                            <a:pt x="79534" y="8382"/>
                            <a:pt x="81344" y="3048"/>
                            <a:pt x="77533" y="2096"/>
                          </a:cubicBezTo>
                          <a:cubicBezTo>
                            <a:pt x="71628" y="571"/>
                            <a:pt x="62008" y="7525"/>
                            <a:pt x="52102" y="11621"/>
                          </a:cubicBezTo>
                          <a:cubicBezTo>
                            <a:pt x="47435" y="13335"/>
                            <a:pt x="42767" y="14478"/>
                            <a:pt x="38005" y="13716"/>
                          </a:cubicBezTo>
                          <a:cubicBezTo>
                            <a:pt x="35528" y="13430"/>
                            <a:pt x="32861" y="13525"/>
                            <a:pt x="30385" y="12573"/>
                          </a:cubicBezTo>
                          <a:cubicBezTo>
                            <a:pt x="27908" y="11716"/>
                            <a:pt x="25527" y="11811"/>
                            <a:pt x="23241" y="10668"/>
                          </a:cubicBezTo>
                          <a:cubicBezTo>
                            <a:pt x="18098" y="9144"/>
                            <a:pt x="6096" y="3715"/>
                            <a:pt x="0" y="0"/>
                          </a:cubicBezTo>
                          <a:cubicBezTo>
                            <a:pt x="1619" y="1143"/>
                            <a:pt x="3810" y="2762"/>
                            <a:pt x="5906" y="4286"/>
                          </a:cubicBezTo>
                          <a:cubicBezTo>
                            <a:pt x="8096" y="5715"/>
                            <a:pt x="10287" y="6953"/>
                            <a:pt x="11716" y="8191"/>
                          </a:cubicBezTo>
                          <a:cubicBezTo>
                            <a:pt x="19907" y="14478"/>
                            <a:pt x="29813" y="20383"/>
                            <a:pt x="38957" y="22860"/>
                          </a:cubicBezTo>
                          <a:cubicBezTo>
                            <a:pt x="48006" y="26194"/>
                            <a:pt x="56864" y="25717"/>
                            <a:pt x="60770" y="30671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83" name="Forme libre : forme 11082">
                      <a:extLst>
                        <a:ext uri="{FF2B5EF4-FFF2-40B4-BE49-F238E27FC236}">
                          <a16:creationId xmlns:a16="http://schemas.microsoft.com/office/drawing/2014/main" id="{F124B994-5B14-40DE-A5DC-AADCEC54D2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05814" y="2893748"/>
                      <a:ext cx="113598" cy="61997"/>
                    </a:xfrm>
                    <a:custGeom>
                      <a:avLst/>
                      <a:gdLst>
                        <a:gd name="connsiteX0" fmla="*/ 1769 w 113598"/>
                        <a:gd name="connsiteY0" fmla="*/ 232 h 61997"/>
                        <a:gd name="connsiteX1" fmla="*/ 29487 w 113598"/>
                        <a:gd name="connsiteY1" fmla="*/ 14805 h 61997"/>
                        <a:gd name="connsiteX2" fmla="*/ 61682 w 113598"/>
                        <a:gd name="connsiteY2" fmla="*/ 33379 h 61997"/>
                        <a:gd name="connsiteX3" fmla="*/ 67873 w 113598"/>
                        <a:gd name="connsiteY3" fmla="*/ 35760 h 61997"/>
                        <a:gd name="connsiteX4" fmla="*/ 74921 w 113598"/>
                        <a:gd name="connsiteY4" fmla="*/ 37665 h 61997"/>
                        <a:gd name="connsiteX5" fmla="*/ 81874 w 113598"/>
                        <a:gd name="connsiteY5" fmla="*/ 38617 h 61997"/>
                        <a:gd name="connsiteX6" fmla="*/ 85113 w 113598"/>
                        <a:gd name="connsiteY6" fmla="*/ 38522 h 61997"/>
                        <a:gd name="connsiteX7" fmla="*/ 88352 w 113598"/>
                        <a:gd name="connsiteY7" fmla="*/ 38237 h 61997"/>
                        <a:gd name="connsiteX8" fmla="*/ 91590 w 113598"/>
                        <a:gd name="connsiteY8" fmla="*/ 37570 h 61997"/>
                        <a:gd name="connsiteX9" fmla="*/ 94924 w 113598"/>
                        <a:gd name="connsiteY9" fmla="*/ 36427 h 61997"/>
                        <a:gd name="connsiteX10" fmla="*/ 101686 w 113598"/>
                        <a:gd name="connsiteY10" fmla="*/ 34046 h 61997"/>
                        <a:gd name="connsiteX11" fmla="*/ 111974 w 113598"/>
                        <a:gd name="connsiteY11" fmla="*/ 33474 h 61997"/>
                        <a:gd name="connsiteX12" fmla="*/ 111497 w 113598"/>
                        <a:gd name="connsiteY12" fmla="*/ 43285 h 61997"/>
                        <a:gd name="connsiteX13" fmla="*/ 105878 w 113598"/>
                        <a:gd name="connsiteY13" fmla="*/ 50619 h 61997"/>
                        <a:gd name="connsiteX14" fmla="*/ 101686 w 113598"/>
                        <a:gd name="connsiteY14" fmla="*/ 54429 h 61997"/>
                        <a:gd name="connsiteX15" fmla="*/ 96353 w 113598"/>
                        <a:gd name="connsiteY15" fmla="*/ 57667 h 61997"/>
                        <a:gd name="connsiteX16" fmla="*/ 93495 w 113598"/>
                        <a:gd name="connsiteY16" fmla="*/ 59287 h 61997"/>
                        <a:gd name="connsiteX17" fmla="*/ 90352 w 113598"/>
                        <a:gd name="connsiteY17" fmla="*/ 60239 h 61997"/>
                        <a:gd name="connsiteX18" fmla="*/ 83779 w 113598"/>
                        <a:gd name="connsiteY18" fmla="*/ 61763 h 61997"/>
                        <a:gd name="connsiteX19" fmla="*/ 70921 w 113598"/>
                        <a:gd name="connsiteY19" fmla="*/ 61763 h 61997"/>
                        <a:gd name="connsiteX20" fmla="*/ 60062 w 113598"/>
                        <a:gd name="connsiteY20" fmla="*/ 59572 h 61997"/>
                        <a:gd name="connsiteX21" fmla="*/ 52347 w 113598"/>
                        <a:gd name="connsiteY21" fmla="*/ 56524 h 61997"/>
                        <a:gd name="connsiteX22" fmla="*/ 44632 w 113598"/>
                        <a:gd name="connsiteY22" fmla="*/ 52714 h 61997"/>
                        <a:gd name="connsiteX23" fmla="*/ 34726 w 113598"/>
                        <a:gd name="connsiteY23" fmla="*/ 46428 h 61997"/>
                        <a:gd name="connsiteX24" fmla="*/ 15009 w 113598"/>
                        <a:gd name="connsiteY24" fmla="*/ 28426 h 61997"/>
                        <a:gd name="connsiteX25" fmla="*/ 1769 w 113598"/>
                        <a:gd name="connsiteY25" fmla="*/ 232 h 61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13598" h="61997">
                          <a:moveTo>
                            <a:pt x="1769" y="232"/>
                          </a:moveTo>
                          <a:cubicBezTo>
                            <a:pt x="7008" y="-1483"/>
                            <a:pt x="17581" y="6614"/>
                            <a:pt x="29487" y="14805"/>
                          </a:cubicBezTo>
                          <a:cubicBezTo>
                            <a:pt x="41203" y="23282"/>
                            <a:pt x="54347" y="30712"/>
                            <a:pt x="61682" y="33379"/>
                          </a:cubicBezTo>
                          <a:cubicBezTo>
                            <a:pt x="63491" y="34046"/>
                            <a:pt x="65587" y="34903"/>
                            <a:pt x="67873" y="35760"/>
                          </a:cubicBezTo>
                          <a:cubicBezTo>
                            <a:pt x="70063" y="36236"/>
                            <a:pt x="72445" y="36808"/>
                            <a:pt x="74921" y="37665"/>
                          </a:cubicBezTo>
                          <a:cubicBezTo>
                            <a:pt x="77398" y="37951"/>
                            <a:pt x="79779" y="38141"/>
                            <a:pt x="81874" y="38617"/>
                          </a:cubicBezTo>
                          <a:cubicBezTo>
                            <a:pt x="82922" y="38713"/>
                            <a:pt x="83970" y="38427"/>
                            <a:pt x="85113" y="38522"/>
                          </a:cubicBezTo>
                          <a:cubicBezTo>
                            <a:pt x="86256" y="38617"/>
                            <a:pt x="87304" y="38522"/>
                            <a:pt x="88352" y="38237"/>
                          </a:cubicBezTo>
                          <a:lnTo>
                            <a:pt x="91590" y="37570"/>
                          </a:lnTo>
                          <a:cubicBezTo>
                            <a:pt x="92733" y="37189"/>
                            <a:pt x="93781" y="36808"/>
                            <a:pt x="94924" y="36427"/>
                          </a:cubicBezTo>
                          <a:cubicBezTo>
                            <a:pt x="97305" y="35760"/>
                            <a:pt x="99591" y="34807"/>
                            <a:pt x="101686" y="34046"/>
                          </a:cubicBezTo>
                          <a:cubicBezTo>
                            <a:pt x="105973" y="32712"/>
                            <a:pt x="109592" y="31950"/>
                            <a:pt x="111974" y="33474"/>
                          </a:cubicBezTo>
                          <a:cubicBezTo>
                            <a:pt x="114259" y="34998"/>
                            <a:pt x="114164" y="38713"/>
                            <a:pt x="111497" y="43285"/>
                          </a:cubicBezTo>
                          <a:cubicBezTo>
                            <a:pt x="110164" y="45571"/>
                            <a:pt x="108545" y="48238"/>
                            <a:pt x="105878" y="50619"/>
                          </a:cubicBezTo>
                          <a:cubicBezTo>
                            <a:pt x="104639" y="51857"/>
                            <a:pt x="103211" y="53191"/>
                            <a:pt x="101686" y="54429"/>
                          </a:cubicBezTo>
                          <a:cubicBezTo>
                            <a:pt x="100067" y="55572"/>
                            <a:pt x="98162" y="56620"/>
                            <a:pt x="96353" y="57667"/>
                          </a:cubicBezTo>
                          <a:lnTo>
                            <a:pt x="93495" y="59287"/>
                          </a:lnTo>
                          <a:lnTo>
                            <a:pt x="90352" y="60239"/>
                          </a:lnTo>
                          <a:cubicBezTo>
                            <a:pt x="88161" y="60811"/>
                            <a:pt x="86065" y="61668"/>
                            <a:pt x="83779" y="61763"/>
                          </a:cubicBezTo>
                          <a:cubicBezTo>
                            <a:pt x="79303" y="61858"/>
                            <a:pt x="74921" y="62239"/>
                            <a:pt x="70921" y="61763"/>
                          </a:cubicBezTo>
                          <a:cubicBezTo>
                            <a:pt x="67015" y="61001"/>
                            <a:pt x="63301" y="60239"/>
                            <a:pt x="60062" y="59572"/>
                          </a:cubicBezTo>
                          <a:cubicBezTo>
                            <a:pt x="57014" y="58430"/>
                            <a:pt x="54347" y="57382"/>
                            <a:pt x="52347" y="56524"/>
                          </a:cubicBezTo>
                          <a:cubicBezTo>
                            <a:pt x="50252" y="55763"/>
                            <a:pt x="47489" y="54524"/>
                            <a:pt x="44632" y="52714"/>
                          </a:cubicBezTo>
                          <a:cubicBezTo>
                            <a:pt x="41679" y="50905"/>
                            <a:pt x="37964" y="49095"/>
                            <a:pt x="34726" y="46428"/>
                          </a:cubicBezTo>
                          <a:cubicBezTo>
                            <a:pt x="27868" y="41475"/>
                            <a:pt x="20724" y="35093"/>
                            <a:pt x="15009" y="28426"/>
                          </a:cubicBezTo>
                          <a:cubicBezTo>
                            <a:pt x="3198" y="15091"/>
                            <a:pt x="-3374" y="1756"/>
                            <a:pt x="1769" y="23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84" name="Forme libre : forme 11083">
                      <a:extLst>
                        <a:ext uri="{FF2B5EF4-FFF2-40B4-BE49-F238E27FC236}">
                          <a16:creationId xmlns:a16="http://schemas.microsoft.com/office/drawing/2014/main" id="{2A8E1F09-62F0-492A-B40A-E52D346385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41236" y="2868239"/>
                      <a:ext cx="125169" cy="80773"/>
                    </a:xfrm>
                    <a:custGeom>
                      <a:avLst/>
                      <a:gdLst>
                        <a:gd name="connsiteX0" fmla="*/ 116175 w 125169"/>
                        <a:gd name="connsiteY0" fmla="*/ 24 h 80773"/>
                        <a:gd name="connsiteX1" fmla="*/ 97316 w 125169"/>
                        <a:gd name="connsiteY1" fmla="*/ 9739 h 80773"/>
                        <a:gd name="connsiteX2" fmla="*/ 74742 w 125169"/>
                        <a:gd name="connsiteY2" fmla="*/ 28122 h 80773"/>
                        <a:gd name="connsiteX3" fmla="*/ 52548 w 125169"/>
                        <a:gd name="connsiteY3" fmla="*/ 45267 h 80773"/>
                        <a:gd name="connsiteX4" fmla="*/ 48643 w 125169"/>
                        <a:gd name="connsiteY4" fmla="*/ 47458 h 80773"/>
                        <a:gd name="connsiteX5" fmla="*/ 46643 w 125169"/>
                        <a:gd name="connsiteY5" fmla="*/ 48315 h 80773"/>
                        <a:gd name="connsiteX6" fmla="*/ 45119 w 125169"/>
                        <a:gd name="connsiteY6" fmla="*/ 48601 h 80773"/>
                        <a:gd name="connsiteX7" fmla="*/ 42833 w 125169"/>
                        <a:gd name="connsiteY7" fmla="*/ 48696 h 80773"/>
                        <a:gd name="connsiteX8" fmla="*/ 24069 w 125169"/>
                        <a:gd name="connsiteY8" fmla="*/ 45839 h 80773"/>
                        <a:gd name="connsiteX9" fmla="*/ 66 w 125169"/>
                        <a:gd name="connsiteY9" fmla="*/ 45839 h 80773"/>
                        <a:gd name="connsiteX10" fmla="*/ 12924 w 125169"/>
                        <a:gd name="connsiteY10" fmla="*/ 62031 h 80773"/>
                        <a:gd name="connsiteX11" fmla="*/ 36927 w 125169"/>
                        <a:gd name="connsiteY11" fmla="*/ 77271 h 80773"/>
                        <a:gd name="connsiteX12" fmla="*/ 43976 w 125169"/>
                        <a:gd name="connsiteY12" fmla="*/ 79272 h 80773"/>
                        <a:gd name="connsiteX13" fmla="*/ 51501 w 125169"/>
                        <a:gd name="connsiteY13" fmla="*/ 80605 h 80773"/>
                        <a:gd name="connsiteX14" fmla="*/ 67693 w 125169"/>
                        <a:gd name="connsiteY14" fmla="*/ 78795 h 80773"/>
                        <a:gd name="connsiteX15" fmla="*/ 118557 w 125169"/>
                        <a:gd name="connsiteY15" fmla="*/ 38314 h 80773"/>
                        <a:gd name="connsiteX16" fmla="*/ 116175 w 125169"/>
                        <a:gd name="connsiteY16" fmla="*/ 24 h 80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25169" h="80773">
                          <a:moveTo>
                            <a:pt x="116175" y="24"/>
                          </a:moveTo>
                          <a:cubicBezTo>
                            <a:pt x="108841" y="405"/>
                            <a:pt x="105698" y="2691"/>
                            <a:pt x="97316" y="9739"/>
                          </a:cubicBezTo>
                          <a:cubicBezTo>
                            <a:pt x="89410" y="16407"/>
                            <a:pt x="81981" y="22122"/>
                            <a:pt x="74742" y="28122"/>
                          </a:cubicBezTo>
                          <a:cubicBezTo>
                            <a:pt x="67503" y="34028"/>
                            <a:pt x="59787" y="40409"/>
                            <a:pt x="52548" y="45267"/>
                          </a:cubicBezTo>
                          <a:cubicBezTo>
                            <a:pt x="51024" y="46506"/>
                            <a:pt x="49691" y="46886"/>
                            <a:pt x="48643" y="47458"/>
                          </a:cubicBezTo>
                          <a:cubicBezTo>
                            <a:pt x="47595" y="48125"/>
                            <a:pt x="47214" y="48125"/>
                            <a:pt x="46643" y="48315"/>
                          </a:cubicBezTo>
                          <a:cubicBezTo>
                            <a:pt x="46167" y="48601"/>
                            <a:pt x="45500" y="48125"/>
                            <a:pt x="45119" y="48601"/>
                          </a:cubicBezTo>
                          <a:cubicBezTo>
                            <a:pt x="44452" y="48887"/>
                            <a:pt x="44357" y="48410"/>
                            <a:pt x="42833" y="48696"/>
                          </a:cubicBezTo>
                          <a:cubicBezTo>
                            <a:pt x="37880" y="48601"/>
                            <a:pt x="31117" y="48125"/>
                            <a:pt x="24069" y="45839"/>
                          </a:cubicBezTo>
                          <a:cubicBezTo>
                            <a:pt x="13782" y="43362"/>
                            <a:pt x="1494" y="38981"/>
                            <a:pt x="66" y="45839"/>
                          </a:cubicBezTo>
                          <a:cubicBezTo>
                            <a:pt x="-792" y="50125"/>
                            <a:pt x="6924" y="56697"/>
                            <a:pt x="12924" y="62031"/>
                          </a:cubicBezTo>
                          <a:cubicBezTo>
                            <a:pt x="19973" y="68603"/>
                            <a:pt x="27879" y="73557"/>
                            <a:pt x="36927" y="77271"/>
                          </a:cubicBezTo>
                          <a:cubicBezTo>
                            <a:pt x="39213" y="78224"/>
                            <a:pt x="41499" y="78605"/>
                            <a:pt x="43976" y="79272"/>
                          </a:cubicBezTo>
                          <a:cubicBezTo>
                            <a:pt x="46357" y="79938"/>
                            <a:pt x="48929" y="80795"/>
                            <a:pt x="51501" y="80605"/>
                          </a:cubicBezTo>
                          <a:cubicBezTo>
                            <a:pt x="56739" y="81176"/>
                            <a:pt x="62169" y="80224"/>
                            <a:pt x="67693" y="78795"/>
                          </a:cubicBezTo>
                          <a:cubicBezTo>
                            <a:pt x="86267" y="73652"/>
                            <a:pt x="106555" y="61745"/>
                            <a:pt x="118557" y="38314"/>
                          </a:cubicBezTo>
                          <a:cubicBezTo>
                            <a:pt x="129034" y="17073"/>
                            <a:pt x="126177" y="-739"/>
                            <a:pt x="116175" y="2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85" name="Forme libre : forme 11084">
                      <a:extLst>
                        <a:ext uri="{FF2B5EF4-FFF2-40B4-BE49-F238E27FC236}">
                          <a16:creationId xmlns:a16="http://schemas.microsoft.com/office/drawing/2014/main" id="{16AE5B0C-64A6-415E-BCA6-64409B6D71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730" y="2903103"/>
                      <a:ext cx="36245" cy="52535"/>
                    </a:xfrm>
                    <a:custGeom>
                      <a:avLst/>
                      <a:gdLst>
                        <a:gd name="connsiteX0" fmla="*/ 35252 w 36245"/>
                        <a:gd name="connsiteY0" fmla="*/ 6498 h 52535"/>
                        <a:gd name="connsiteX1" fmla="*/ 36014 w 36245"/>
                        <a:gd name="connsiteY1" fmla="*/ 497 h 52535"/>
                        <a:gd name="connsiteX2" fmla="*/ 31632 w 36245"/>
                        <a:gd name="connsiteY2" fmla="*/ 2974 h 52535"/>
                        <a:gd name="connsiteX3" fmla="*/ 25727 w 36245"/>
                        <a:gd name="connsiteY3" fmla="*/ 11832 h 52535"/>
                        <a:gd name="connsiteX4" fmla="*/ 10868 w 36245"/>
                        <a:gd name="connsiteY4" fmla="*/ 34121 h 52535"/>
                        <a:gd name="connsiteX5" fmla="*/ 4581 w 36245"/>
                        <a:gd name="connsiteY5" fmla="*/ 42217 h 52535"/>
                        <a:gd name="connsiteX6" fmla="*/ 676 w 36245"/>
                        <a:gd name="connsiteY6" fmla="*/ 52313 h 52535"/>
                        <a:gd name="connsiteX7" fmla="*/ 15059 w 36245"/>
                        <a:gd name="connsiteY7" fmla="*/ 44122 h 52535"/>
                        <a:gd name="connsiteX8" fmla="*/ 35252 w 36245"/>
                        <a:gd name="connsiteY8" fmla="*/ 6498 h 52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245" h="52535">
                          <a:moveTo>
                            <a:pt x="35252" y="6498"/>
                          </a:moveTo>
                          <a:cubicBezTo>
                            <a:pt x="36014" y="3736"/>
                            <a:pt x="36585" y="1831"/>
                            <a:pt x="36014" y="497"/>
                          </a:cubicBezTo>
                          <a:cubicBezTo>
                            <a:pt x="35442" y="-836"/>
                            <a:pt x="33537" y="688"/>
                            <a:pt x="31632" y="2974"/>
                          </a:cubicBezTo>
                          <a:cubicBezTo>
                            <a:pt x="29727" y="5260"/>
                            <a:pt x="27536" y="8975"/>
                            <a:pt x="25727" y="11832"/>
                          </a:cubicBezTo>
                          <a:cubicBezTo>
                            <a:pt x="21345" y="19357"/>
                            <a:pt x="16011" y="27072"/>
                            <a:pt x="10868" y="34121"/>
                          </a:cubicBezTo>
                          <a:cubicBezTo>
                            <a:pt x="8772" y="37073"/>
                            <a:pt x="6200" y="39550"/>
                            <a:pt x="4581" y="42217"/>
                          </a:cubicBezTo>
                          <a:cubicBezTo>
                            <a:pt x="867" y="47551"/>
                            <a:pt x="-1134" y="51266"/>
                            <a:pt x="676" y="52313"/>
                          </a:cubicBezTo>
                          <a:cubicBezTo>
                            <a:pt x="2295" y="53266"/>
                            <a:pt x="8201" y="51266"/>
                            <a:pt x="15059" y="44122"/>
                          </a:cubicBezTo>
                          <a:cubicBezTo>
                            <a:pt x="25917" y="32978"/>
                            <a:pt x="32204" y="17547"/>
                            <a:pt x="35252" y="6498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86" name="Forme libre : forme 11085">
                      <a:extLst>
                        <a:ext uri="{FF2B5EF4-FFF2-40B4-BE49-F238E27FC236}">
                          <a16:creationId xmlns:a16="http://schemas.microsoft.com/office/drawing/2014/main" id="{A5F95B67-C65B-423A-8CA9-2E2C8425D5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85771" y="2858738"/>
                      <a:ext cx="72485" cy="41052"/>
                    </a:xfrm>
                    <a:custGeom>
                      <a:avLst/>
                      <a:gdLst>
                        <a:gd name="connsiteX0" fmla="*/ 0 w 72485"/>
                        <a:gd name="connsiteY0" fmla="*/ 0 h 41052"/>
                        <a:gd name="connsiteX1" fmla="*/ 34862 w 72485"/>
                        <a:gd name="connsiteY1" fmla="*/ 18383 h 41052"/>
                        <a:gd name="connsiteX2" fmla="*/ 72485 w 72485"/>
                        <a:gd name="connsiteY2" fmla="*/ 41053 h 41052"/>
                        <a:gd name="connsiteX3" fmla="*/ 0 w 72485"/>
                        <a:gd name="connsiteY3" fmla="*/ 0 h 41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2485" h="41052">
                          <a:moveTo>
                            <a:pt x="0" y="0"/>
                          </a:moveTo>
                          <a:cubicBezTo>
                            <a:pt x="9144" y="1238"/>
                            <a:pt x="21622" y="9525"/>
                            <a:pt x="34862" y="18383"/>
                          </a:cubicBezTo>
                          <a:cubicBezTo>
                            <a:pt x="48006" y="27337"/>
                            <a:pt x="62103" y="36576"/>
                            <a:pt x="72485" y="41053"/>
                          </a:cubicBezTo>
                          <a:cubicBezTo>
                            <a:pt x="49625" y="30956"/>
                            <a:pt x="20479" y="1247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87" name="Forme libre : forme 11086">
                      <a:extLst>
                        <a:ext uri="{FF2B5EF4-FFF2-40B4-BE49-F238E27FC236}">
                          <a16:creationId xmlns:a16="http://schemas.microsoft.com/office/drawing/2014/main" id="{FB2FAD9E-F0F9-4025-9FF7-1BC4B816F1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50077" y="2846355"/>
                      <a:ext cx="31824" cy="103060"/>
                    </a:xfrm>
                    <a:custGeom>
                      <a:avLst/>
                      <a:gdLst>
                        <a:gd name="connsiteX0" fmla="*/ 0 w 31824"/>
                        <a:gd name="connsiteY0" fmla="*/ 103061 h 103060"/>
                        <a:gd name="connsiteX1" fmla="*/ 26098 w 31824"/>
                        <a:gd name="connsiteY1" fmla="*/ 47339 h 103060"/>
                        <a:gd name="connsiteX2" fmla="*/ 31813 w 31824"/>
                        <a:gd name="connsiteY2" fmla="*/ 0 h 103060"/>
                        <a:gd name="connsiteX3" fmla="*/ 24479 w 31824"/>
                        <a:gd name="connsiteY3" fmla="*/ 48006 h 103060"/>
                        <a:gd name="connsiteX4" fmla="*/ 0 w 31824"/>
                        <a:gd name="connsiteY4" fmla="*/ 103061 h 103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824" h="103060">
                          <a:moveTo>
                            <a:pt x="0" y="103061"/>
                          </a:moveTo>
                          <a:cubicBezTo>
                            <a:pt x="15145" y="83725"/>
                            <a:pt x="21622" y="64770"/>
                            <a:pt x="26098" y="47339"/>
                          </a:cubicBezTo>
                          <a:cubicBezTo>
                            <a:pt x="30289" y="29909"/>
                            <a:pt x="31433" y="13811"/>
                            <a:pt x="31813" y="0"/>
                          </a:cubicBezTo>
                          <a:cubicBezTo>
                            <a:pt x="32004" y="12668"/>
                            <a:pt x="29623" y="29718"/>
                            <a:pt x="24479" y="48006"/>
                          </a:cubicBezTo>
                          <a:cubicBezTo>
                            <a:pt x="19241" y="66294"/>
                            <a:pt x="11906" y="85630"/>
                            <a:pt x="0" y="1030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88" name="Forme libre : forme 11087">
                      <a:extLst>
                        <a:ext uri="{FF2B5EF4-FFF2-40B4-BE49-F238E27FC236}">
                          <a16:creationId xmlns:a16="http://schemas.microsoft.com/office/drawing/2014/main" id="{BBC4532F-A3AE-433D-9B53-1DD9336828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30315" y="2925977"/>
                      <a:ext cx="46706" cy="28234"/>
                    </a:xfrm>
                    <a:custGeom>
                      <a:avLst/>
                      <a:gdLst>
                        <a:gd name="connsiteX0" fmla="*/ 986 w 46706"/>
                        <a:gd name="connsiteY0" fmla="*/ 8 h 28234"/>
                        <a:gd name="connsiteX1" fmla="*/ 13654 w 46706"/>
                        <a:gd name="connsiteY1" fmla="*/ 6770 h 28234"/>
                        <a:gd name="connsiteX2" fmla="*/ 27370 w 46706"/>
                        <a:gd name="connsiteY2" fmla="*/ 15628 h 28234"/>
                        <a:gd name="connsiteX3" fmla="*/ 40134 w 46706"/>
                        <a:gd name="connsiteY3" fmla="*/ 22010 h 28234"/>
                        <a:gd name="connsiteX4" fmla="*/ 46039 w 46706"/>
                        <a:gd name="connsiteY4" fmla="*/ 27535 h 28234"/>
                        <a:gd name="connsiteX5" fmla="*/ 40038 w 46706"/>
                        <a:gd name="connsiteY5" fmla="*/ 28106 h 28234"/>
                        <a:gd name="connsiteX6" fmla="*/ 35657 w 46706"/>
                        <a:gd name="connsiteY6" fmla="*/ 27440 h 28234"/>
                        <a:gd name="connsiteX7" fmla="*/ 31180 w 46706"/>
                        <a:gd name="connsiteY7" fmla="*/ 25820 h 28234"/>
                        <a:gd name="connsiteX8" fmla="*/ 16702 w 46706"/>
                        <a:gd name="connsiteY8" fmla="*/ 17915 h 28234"/>
                        <a:gd name="connsiteX9" fmla="*/ 4796 w 46706"/>
                        <a:gd name="connsiteY9" fmla="*/ 8009 h 28234"/>
                        <a:gd name="connsiteX10" fmla="*/ 986 w 46706"/>
                        <a:gd name="connsiteY10" fmla="*/ 8 h 28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06" h="28234">
                          <a:moveTo>
                            <a:pt x="986" y="8"/>
                          </a:moveTo>
                          <a:cubicBezTo>
                            <a:pt x="3367" y="-183"/>
                            <a:pt x="8320" y="3246"/>
                            <a:pt x="13654" y="6770"/>
                          </a:cubicBezTo>
                          <a:cubicBezTo>
                            <a:pt x="18702" y="10676"/>
                            <a:pt x="24703" y="13724"/>
                            <a:pt x="27370" y="15628"/>
                          </a:cubicBezTo>
                          <a:cubicBezTo>
                            <a:pt x="30323" y="16772"/>
                            <a:pt x="35562" y="20201"/>
                            <a:pt x="40134" y="22010"/>
                          </a:cubicBezTo>
                          <a:cubicBezTo>
                            <a:pt x="44706" y="24010"/>
                            <a:pt x="48230" y="26106"/>
                            <a:pt x="46039" y="27535"/>
                          </a:cubicBezTo>
                          <a:cubicBezTo>
                            <a:pt x="44896" y="28201"/>
                            <a:pt x="42705" y="28392"/>
                            <a:pt x="40038" y="28106"/>
                          </a:cubicBezTo>
                          <a:cubicBezTo>
                            <a:pt x="38705" y="28011"/>
                            <a:pt x="37181" y="27725"/>
                            <a:pt x="35657" y="27440"/>
                          </a:cubicBezTo>
                          <a:cubicBezTo>
                            <a:pt x="34228" y="26963"/>
                            <a:pt x="32704" y="26392"/>
                            <a:pt x="31180" y="25820"/>
                          </a:cubicBezTo>
                          <a:cubicBezTo>
                            <a:pt x="24894" y="23630"/>
                            <a:pt x="19369" y="19724"/>
                            <a:pt x="16702" y="17915"/>
                          </a:cubicBezTo>
                          <a:cubicBezTo>
                            <a:pt x="13845" y="16295"/>
                            <a:pt x="8796" y="11818"/>
                            <a:pt x="4796" y="8009"/>
                          </a:cubicBezTo>
                          <a:cubicBezTo>
                            <a:pt x="795" y="4008"/>
                            <a:pt x="-1395" y="293"/>
                            <a:pt x="986" y="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89" name="Forme libre : forme 11088">
                      <a:extLst>
                        <a:ext uri="{FF2B5EF4-FFF2-40B4-BE49-F238E27FC236}">
                          <a16:creationId xmlns:a16="http://schemas.microsoft.com/office/drawing/2014/main" id="{82788C49-5E13-41E7-BAEF-E9C37A6C01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24462" y="2921083"/>
                      <a:ext cx="11452" cy="10346"/>
                    </a:xfrm>
                    <a:custGeom>
                      <a:avLst/>
                      <a:gdLst>
                        <a:gd name="connsiteX0" fmla="*/ 76 w 11452"/>
                        <a:gd name="connsiteY0" fmla="*/ 329 h 10346"/>
                        <a:gd name="connsiteX1" fmla="*/ 6267 w 11452"/>
                        <a:gd name="connsiteY1" fmla="*/ 3568 h 10346"/>
                        <a:gd name="connsiteX2" fmla="*/ 11410 w 11452"/>
                        <a:gd name="connsiteY2" fmla="*/ 9950 h 10346"/>
                        <a:gd name="connsiteX3" fmla="*/ 5219 w 11452"/>
                        <a:gd name="connsiteY3" fmla="*/ 6997 h 10346"/>
                        <a:gd name="connsiteX4" fmla="*/ 76 w 11452"/>
                        <a:gd name="connsiteY4" fmla="*/ 329 h 10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52" h="10346">
                          <a:moveTo>
                            <a:pt x="76" y="329"/>
                          </a:moveTo>
                          <a:cubicBezTo>
                            <a:pt x="552" y="-1004"/>
                            <a:pt x="4362" y="2044"/>
                            <a:pt x="6267" y="3568"/>
                          </a:cubicBezTo>
                          <a:cubicBezTo>
                            <a:pt x="8172" y="5187"/>
                            <a:pt x="11887" y="8521"/>
                            <a:pt x="11410" y="9950"/>
                          </a:cubicBezTo>
                          <a:cubicBezTo>
                            <a:pt x="10934" y="11378"/>
                            <a:pt x="7219" y="8616"/>
                            <a:pt x="5219" y="6997"/>
                          </a:cubicBezTo>
                          <a:cubicBezTo>
                            <a:pt x="3314" y="5377"/>
                            <a:pt x="-591" y="1758"/>
                            <a:pt x="76" y="3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90" name="Forme libre : forme 11089">
                      <a:extLst>
                        <a:ext uri="{FF2B5EF4-FFF2-40B4-BE49-F238E27FC236}">
                          <a16:creationId xmlns:a16="http://schemas.microsoft.com/office/drawing/2014/main" id="{5CCDA0C5-D63E-4CE8-BFAD-C4ACFDA0E4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81711" y="2867398"/>
                      <a:ext cx="92983" cy="108319"/>
                    </a:xfrm>
                    <a:custGeom>
                      <a:avLst/>
                      <a:gdLst>
                        <a:gd name="connsiteX0" fmla="*/ 7298 w 92983"/>
                        <a:gd name="connsiteY0" fmla="*/ 36583 h 108319"/>
                        <a:gd name="connsiteX1" fmla="*/ 250 w 92983"/>
                        <a:gd name="connsiteY1" fmla="*/ 1817 h 108319"/>
                        <a:gd name="connsiteX2" fmla="*/ 9965 w 92983"/>
                        <a:gd name="connsiteY2" fmla="*/ 5913 h 108319"/>
                        <a:gd name="connsiteX3" fmla="*/ 16252 w 92983"/>
                        <a:gd name="connsiteY3" fmla="*/ 20296 h 108319"/>
                        <a:gd name="connsiteX4" fmla="*/ 38064 w 92983"/>
                        <a:gd name="connsiteY4" fmla="*/ 63539 h 108319"/>
                        <a:gd name="connsiteX5" fmla="*/ 67972 w 92983"/>
                        <a:gd name="connsiteY5" fmla="*/ 90590 h 108319"/>
                        <a:gd name="connsiteX6" fmla="*/ 78545 w 92983"/>
                        <a:gd name="connsiteY6" fmla="*/ 96876 h 108319"/>
                        <a:gd name="connsiteX7" fmla="*/ 87689 w 92983"/>
                        <a:gd name="connsiteY7" fmla="*/ 101449 h 108319"/>
                        <a:gd name="connsiteX8" fmla="*/ 91118 w 92983"/>
                        <a:gd name="connsiteY8" fmla="*/ 107449 h 108319"/>
                        <a:gd name="connsiteX9" fmla="*/ 50065 w 92983"/>
                        <a:gd name="connsiteY9" fmla="*/ 96115 h 108319"/>
                        <a:gd name="connsiteX10" fmla="*/ 20633 w 92983"/>
                        <a:gd name="connsiteY10" fmla="*/ 67825 h 108319"/>
                        <a:gd name="connsiteX11" fmla="*/ 7298 w 92983"/>
                        <a:gd name="connsiteY11" fmla="*/ 36583 h 108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2983" h="108319">
                          <a:moveTo>
                            <a:pt x="7298" y="36583"/>
                          </a:moveTo>
                          <a:cubicBezTo>
                            <a:pt x="1964" y="22582"/>
                            <a:pt x="-893" y="12199"/>
                            <a:pt x="250" y="1817"/>
                          </a:cubicBezTo>
                          <a:cubicBezTo>
                            <a:pt x="726" y="-1993"/>
                            <a:pt x="6060" y="579"/>
                            <a:pt x="9965" y="5913"/>
                          </a:cubicBezTo>
                          <a:cubicBezTo>
                            <a:pt x="13870" y="11247"/>
                            <a:pt x="14918" y="15628"/>
                            <a:pt x="16252" y="20296"/>
                          </a:cubicBezTo>
                          <a:cubicBezTo>
                            <a:pt x="20443" y="34583"/>
                            <a:pt x="27396" y="48775"/>
                            <a:pt x="38064" y="63539"/>
                          </a:cubicBezTo>
                          <a:cubicBezTo>
                            <a:pt x="41588" y="68016"/>
                            <a:pt x="53685" y="81160"/>
                            <a:pt x="67972" y="90590"/>
                          </a:cubicBezTo>
                          <a:cubicBezTo>
                            <a:pt x="71687" y="92781"/>
                            <a:pt x="75211" y="94876"/>
                            <a:pt x="78545" y="96876"/>
                          </a:cubicBezTo>
                          <a:cubicBezTo>
                            <a:pt x="81784" y="98877"/>
                            <a:pt x="85213" y="100020"/>
                            <a:pt x="87689" y="101449"/>
                          </a:cubicBezTo>
                          <a:cubicBezTo>
                            <a:pt x="92642" y="104116"/>
                            <a:pt x="94833" y="106211"/>
                            <a:pt x="91118" y="107449"/>
                          </a:cubicBezTo>
                          <a:cubicBezTo>
                            <a:pt x="83593" y="110307"/>
                            <a:pt x="63877" y="106021"/>
                            <a:pt x="50065" y="96115"/>
                          </a:cubicBezTo>
                          <a:cubicBezTo>
                            <a:pt x="35778" y="86685"/>
                            <a:pt x="25015" y="74398"/>
                            <a:pt x="20633" y="67825"/>
                          </a:cubicBezTo>
                          <a:cubicBezTo>
                            <a:pt x="11680" y="54585"/>
                            <a:pt x="11394" y="47156"/>
                            <a:pt x="7298" y="3658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77" name="Graphique 1">
                    <a:extLst>
                      <a:ext uri="{FF2B5EF4-FFF2-40B4-BE49-F238E27FC236}">
                        <a16:creationId xmlns:a16="http://schemas.microsoft.com/office/drawing/2014/main" id="{5812FC72-BC56-4E80-8E02-B18E3FDA5BB4}"/>
                      </a:ext>
                    </a:extLst>
                  </p:cNvPr>
                  <p:cNvGrpSpPr/>
                  <p:nvPr/>
                </p:nvGrpSpPr>
                <p:grpSpPr>
                  <a:xfrm>
                    <a:off x="285754" y="2286368"/>
                    <a:ext cx="6640696" cy="823494"/>
                    <a:chOff x="285754" y="2286368"/>
                    <a:chExt cx="6640696" cy="823494"/>
                  </a:xfrm>
                  <a:solidFill>
                    <a:schemeClr val="accent1"/>
                  </a:solidFill>
                </p:grpSpPr>
                <p:grpSp>
                  <p:nvGrpSpPr>
                    <p:cNvPr id="10548" name="Graphique 1">
                      <a:extLst>
                        <a:ext uri="{FF2B5EF4-FFF2-40B4-BE49-F238E27FC236}">
                          <a16:creationId xmlns:a16="http://schemas.microsoft.com/office/drawing/2014/main" id="{DC50F5F4-5AAA-42A9-8169-65FA11FCB8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5754" y="2732139"/>
                      <a:ext cx="57973" cy="98691"/>
                      <a:chOff x="285754" y="2732139"/>
                      <a:chExt cx="57973" cy="98691"/>
                    </a:xfrm>
                    <a:solidFill>
                      <a:schemeClr val="accent1"/>
                    </a:solidFill>
                  </p:grpSpPr>
                  <p:sp>
                    <p:nvSpPr>
                      <p:cNvPr id="11069" name="Forme libre : forme 11068">
                        <a:extLst>
                          <a:ext uri="{FF2B5EF4-FFF2-40B4-BE49-F238E27FC236}">
                            <a16:creationId xmlns:a16="http://schemas.microsoft.com/office/drawing/2014/main" id="{1C18D81F-3485-476C-A23B-7C491211C7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754" y="2732139"/>
                        <a:ext cx="57973" cy="98691"/>
                      </a:xfrm>
                      <a:custGeom>
                        <a:avLst/>
                        <a:gdLst>
                          <a:gd name="connsiteX0" fmla="*/ 57912 w 57973"/>
                          <a:gd name="connsiteY0" fmla="*/ 14776 h 98691"/>
                          <a:gd name="connsiteX1" fmla="*/ 42577 w 57973"/>
                          <a:gd name="connsiteY1" fmla="*/ 202 h 98691"/>
                          <a:gd name="connsiteX2" fmla="*/ 381 w 57973"/>
                          <a:gd name="connsiteY2" fmla="*/ 5822 h 98691"/>
                          <a:gd name="connsiteX3" fmla="*/ 0 w 57973"/>
                          <a:gd name="connsiteY3" fmla="*/ 98691 h 98691"/>
                          <a:gd name="connsiteX4" fmla="*/ 25051 w 57973"/>
                          <a:gd name="connsiteY4" fmla="*/ 76593 h 98691"/>
                          <a:gd name="connsiteX5" fmla="*/ 57912 w 57973"/>
                          <a:gd name="connsiteY5" fmla="*/ 14776 h 986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7973" h="98691">
                            <a:moveTo>
                              <a:pt x="57912" y="14776"/>
                            </a:moveTo>
                            <a:cubicBezTo>
                              <a:pt x="58769" y="7346"/>
                              <a:pt x="50483" y="583"/>
                              <a:pt x="42577" y="202"/>
                            </a:cubicBezTo>
                            <a:cubicBezTo>
                              <a:pt x="28194" y="-464"/>
                              <a:pt x="14669" y="298"/>
                              <a:pt x="381" y="5822"/>
                            </a:cubicBezTo>
                            <a:lnTo>
                              <a:pt x="0" y="98691"/>
                            </a:lnTo>
                            <a:cubicBezTo>
                              <a:pt x="9716" y="90404"/>
                              <a:pt x="19145" y="82022"/>
                              <a:pt x="25051" y="76593"/>
                            </a:cubicBezTo>
                            <a:cubicBezTo>
                              <a:pt x="47435" y="55448"/>
                              <a:pt x="55721" y="36493"/>
                              <a:pt x="57912" y="1477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70" name="Forme libre : forme 11069">
                        <a:extLst>
                          <a:ext uri="{FF2B5EF4-FFF2-40B4-BE49-F238E27FC236}">
                            <a16:creationId xmlns:a16="http://schemas.microsoft.com/office/drawing/2014/main" id="{393AD0D2-492A-4F32-B77B-A530FE4A37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754" y="2746438"/>
                        <a:ext cx="57912" cy="84105"/>
                      </a:xfrm>
                      <a:custGeom>
                        <a:avLst/>
                        <a:gdLst>
                          <a:gd name="connsiteX0" fmla="*/ 57722 w 57912"/>
                          <a:gd name="connsiteY0" fmla="*/ 0 h 84105"/>
                          <a:gd name="connsiteX1" fmla="*/ 95 w 57912"/>
                          <a:gd name="connsiteY1" fmla="*/ 46387 h 84105"/>
                          <a:gd name="connsiteX2" fmla="*/ 0 w 57912"/>
                          <a:gd name="connsiteY2" fmla="*/ 84106 h 84105"/>
                          <a:gd name="connsiteX3" fmla="*/ 21146 w 57912"/>
                          <a:gd name="connsiteY3" fmla="*/ 65627 h 84105"/>
                          <a:gd name="connsiteX4" fmla="*/ 24956 w 57912"/>
                          <a:gd name="connsiteY4" fmla="*/ 62198 h 84105"/>
                          <a:gd name="connsiteX5" fmla="*/ 43815 w 57912"/>
                          <a:gd name="connsiteY5" fmla="*/ 40291 h 84105"/>
                          <a:gd name="connsiteX6" fmla="*/ 56293 w 57912"/>
                          <a:gd name="connsiteY6" fmla="*/ 10478 h 84105"/>
                          <a:gd name="connsiteX7" fmla="*/ 57912 w 57912"/>
                          <a:gd name="connsiteY7" fmla="*/ 381 h 84105"/>
                          <a:gd name="connsiteX8" fmla="*/ 57722 w 57912"/>
                          <a:gd name="connsiteY8" fmla="*/ 0 h 841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7912" h="84105">
                            <a:moveTo>
                              <a:pt x="57722" y="0"/>
                            </a:moveTo>
                            <a:cubicBezTo>
                              <a:pt x="38481" y="14954"/>
                              <a:pt x="18955" y="30480"/>
                              <a:pt x="95" y="46387"/>
                            </a:cubicBezTo>
                            <a:lnTo>
                              <a:pt x="0" y="84106"/>
                            </a:lnTo>
                            <a:cubicBezTo>
                              <a:pt x="7810" y="77438"/>
                              <a:pt x="15335" y="70866"/>
                              <a:pt x="21146" y="65627"/>
                            </a:cubicBezTo>
                            <a:cubicBezTo>
                              <a:pt x="22479" y="64389"/>
                              <a:pt x="23813" y="63246"/>
                              <a:pt x="24956" y="62198"/>
                            </a:cubicBezTo>
                            <a:cubicBezTo>
                              <a:pt x="32957" y="54769"/>
                              <a:pt x="39053" y="47435"/>
                              <a:pt x="43815" y="40291"/>
                            </a:cubicBezTo>
                            <a:cubicBezTo>
                              <a:pt x="50292" y="30480"/>
                              <a:pt x="54007" y="20574"/>
                              <a:pt x="56293" y="10478"/>
                            </a:cubicBezTo>
                            <a:cubicBezTo>
                              <a:pt x="56960" y="7144"/>
                              <a:pt x="57531" y="3810"/>
                              <a:pt x="57912" y="381"/>
                            </a:cubicBezTo>
                            <a:lnTo>
                              <a:pt x="57722" y="0"/>
                            </a:ln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71" name="Forme libre : forme 11070">
                        <a:extLst>
                          <a:ext uri="{FF2B5EF4-FFF2-40B4-BE49-F238E27FC236}">
                            <a16:creationId xmlns:a16="http://schemas.microsoft.com/office/drawing/2014/main" id="{9AFB4C1F-FFD3-4CC0-97A1-0212FEA540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849" y="2761663"/>
                        <a:ext cx="24770" cy="36971"/>
                      </a:xfrm>
                      <a:custGeom>
                        <a:avLst/>
                        <a:gdLst>
                          <a:gd name="connsiteX0" fmla="*/ 23717 w 24770"/>
                          <a:gd name="connsiteY0" fmla="*/ 1539 h 36971"/>
                          <a:gd name="connsiteX1" fmla="*/ 95 w 24770"/>
                          <a:gd name="connsiteY1" fmla="*/ 8016 h 36971"/>
                          <a:gd name="connsiteX2" fmla="*/ 0 w 24770"/>
                          <a:gd name="connsiteY2" fmla="*/ 36972 h 36971"/>
                          <a:gd name="connsiteX3" fmla="*/ 23717 w 24770"/>
                          <a:gd name="connsiteY3" fmla="*/ 1539 h 36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4770" h="36971">
                            <a:moveTo>
                              <a:pt x="23717" y="1539"/>
                            </a:moveTo>
                            <a:cubicBezTo>
                              <a:pt x="20193" y="-2462"/>
                              <a:pt x="10192" y="1920"/>
                              <a:pt x="95" y="8016"/>
                            </a:cubicBezTo>
                            <a:lnTo>
                              <a:pt x="0" y="36972"/>
                            </a:lnTo>
                            <a:cubicBezTo>
                              <a:pt x="11811" y="25923"/>
                              <a:pt x="29242" y="7825"/>
                              <a:pt x="23717" y="153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72" name="Forme libre : forme 11071">
                        <a:extLst>
                          <a:ext uri="{FF2B5EF4-FFF2-40B4-BE49-F238E27FC236}">
                            <a16:creationId xmlns:a16="http://schemas.microsoft.com/office/drawing/2014/main" id="{00A04887-A301-47E5-9382-1F49945E3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849" y="2790063"/>
                        <a:ext cx="8286" cy="8572"/>
                      </a:xfrm>
                      <a:custGeom>
                        <a:avLst/>
                        <a:gdLst>
                          <a:gd name="connsiteX0" fmla="*/ 8287 w 8286"/>
                          <a:gd name="connsiteY0" fmla="*/ 0 h 8572"/>
                          <a:gd name="connsiteX1" fmla="*/ 0 w 8286"/>
                          <a:gd name="connsiteY1" fmla="*/ 6096 h 8572"/>
                          <a:gd name="connsiteX2" fmla="*/ 0 w 8286"/>
                          <a:gd name="connsiteY2" fmla="*/ 8572 h 8572"/>
                          <a:gd name="connsiteX3" fmla="*/ 8287 w 8286"/>
                          <a:gd name="connsiteY3" fmla="*/ 0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286" h="8572">
                            <a:moveTo>
                              <a:pt x="8287" y="0"/>
                            </a:moveTo>
                            <a:cubicBezTo>
                              <a:pt x="6001" y="1714"/>
                              <a:pt x="2572" y="4572"/>
                              <a:pt x="0" y="6096"/>
                            </a:cubicBezTo>
                            <a:lnTo>
                              <a:pt x="0" y="8572"/>
                            </a:lnTo>
                            <a:cubicBezTo>
                              <a:pt x="3143" y="5524"/>
                              <a:pt x="6382" y="2286"/>
                              <a:pt x="8287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73" name="Forme libre : forme 11072">
                        <a:extLst>
                          <a:ext uri="{FF2B5EF4-FFF2-40B4-BE49-F238E27FC236}">
                            <a16:creationId xmlns:a16="http://schemas.microsoft.com/office/drawing/2014/main" id="{DAFCCDE1-03A8-4EC5-9A37-6D366C28BB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944" y="2759776"/>
                        <a:ext cx="29787" cy="43145"/>
                      </a:xfrm>
                      <a:custGeom>
                        <a:avLst/>
                        <a:gdLst>
                          <a:gd name="connsiteX0" fmla="*/ 29337 w 29787"/>
                          <a:gd name="connsiteY0" fmla="*/ 2188 h 43145"/>
                          <a:gd name="connsiteX1" fmla="*/ 95 w 29787"/>
                          <a:gd name="connsiteY1" fmla="*/ 12189 h 43145"/>
                          <a:gd name="connsiteX2" fmla="*/ 0 w 29787"/>
                          <a:gd name="connsiteY2" fmla="*/ 43145 h 43145"/>
                          <a:gd name="connsiteX3" fmla="*/ 29337 w 29787"/>
                          <a:gd name="connsiteY3" fmla="*/ 2188 h 431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9787" h="43145">
                            <a:moveTo>
                              <a:pt x="29337" y="2188"/>
                            </a:moveTo>
                            <a:cubicBezTo>
                              <a:pt x="26765" y="-3908"/>
                              <a:pt x="12478" y="3807"/>
                              <a:pt x="95" y="12189"/>
                            </a:cubicBezTo>
                            <a:lnTo>
                              <a:pt x="0" y="43145"/>
                            </a:lnTo>
                            <a:cubicBezTo>
                              <a:pt x="10763" y="33239"/>
                              <a:pt x="33242" y="11427"/>
                              <a:pt x="29337" y="218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74" name="Forme libre : forme 11073">
                        <a:extLst>
                          <a:ext uri="{FF2B5EF4-FFF2-40B4-BE49-F238E27FC236}">
                            <a16:creationId xmlns:a16="http://schemas.microsoft.com/office/drawing/2014/main" id="{8A5A9B72-4587-48D5-BB3E-2A6A998F81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754" y="2786559"/>
                        <a:ext cx="17564" cy="34364"/>
                      </a:xfrm>
                      <a:custGeom>
                        <a:avLst/>
                        <a:gdLst>
                          <a:gd name="connsiteX0" fmla="*/ 14669 w 17564"/>
                          <a:gd name="connsiteY0" fmla="*/ 455 h 34364"/>
                          <a:gd name="connsiteX1" fmla="*/ 95 w 17564"/>
                          <a:gd name="connsiteY1" fmla="*/ 5218 h 34364"/>
                          <a:gd name="connsiteX2" fmla="*/ 0 w 17564"/>
                          <a:gd name="connsiteY2" fmla="*/ 34364 h 34364"/>
                          <a:gd name="connsiteX3" fmla="*/ 10954 w 17564"/>
                          <a:gd name="connsiteY3" fmla="*/ 21410 h 34364"/>
                          <a:gd name="connsiteX4" fmla="*/ 14669 w 17564"/>
                          <a:gd name="connsiteY4" fmla="*/ 455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564" h="34364">
                            <a:moveTo>
                              <a:pt x="14669" y="455"/>
                            </a:moveTo>
                            <a:cubicBezTo>
                              <a:pt x="11240" y="-1355"/>
                              <a:pt x="5525" y="2646"/>
                              <a:pt x="95" y="5218"/>
                            </a:cubicBezTo>
                            <a:lnTo>
                              <a:pt x="0" y="34364"/>
                            </a:lnTo>
                            <a:cubicBezTo>
                              <a:pt x="4191" y="30078"/>
                              <a:pt x="8001" y="25696"/>
                              <a:pt x="10954" y="21410"/>
                            </a:cubicBezTo>
                            <a:cubicBezTo>
                              <a:pt x="16669" y="13123"/>
                              <a:pt x="20479" y="3598"/>
                              <a:pt x="14669" y="45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75" name="Forme libre : forme 11074">
                        <a:extLst>
                          <a:ext uri="{FF2B5EF4-FFF2-40B4-BE49-F238E27FC236}">
                            <a16:creationId xmlns:a16="http://schemas.microsoft.com/office/drawing/2014/main" id="{390AA621-7EB8-4165-A389-8FA9882CBF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1567" y="2746343"/>
                        <a:ext cx="28356" cy="59626"/>
                      </a:xfrm>
                      <a:custGeom>
                        <a:avLst/>
                        <a:gdLst>
                          <a:gd name="connsiteX0" fmla="*/ 28194 w 28356"/>
                          <a:gd name="connsiteY0" fmla="*/ 0 h 59626"/>
                          <a:gd name="connsiteX1" fmla="*/ 0 w 28356"/>
                          <a:gd name="connsiteY1" fmla="*/ 59627 h 59626"/>
                          <a:gd name="connsiteX2" fmla="*/ 28194 w 28356"/>
                          <a:gd name="connsiteY2" fmla="*/ 0 h 59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8356" h="59626">
                            <a:moveTo>
                              <a:pt x="28194" y="0"/>
                            </a:moveTo>
                            <a:cubicBezTo>
                              <a:pt x="30289" y="16383"/>
                              <a:pt x="11620" y="42863"/>
                              <a:pt x="0" y="59627"/>
                            </a:cubicBezTo>
                            <a:cubicBezTo>
                              <a:pt x="12668" y="41529"/>
                              <a:pt x="22765" y="18098"/>
                              <a:pt x="2819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76" name="Forme libre : forme 11075">
                        <a:extLst>
                          <a:ext uri="{FF2B5EF4-FFF2-40B4-BE49-F238E27FC236}">
                            <a16:creationId xmlns:a16="http://schemas.microsoft.com/office/drawing/2014/main" id="{96FD80EB-3CB0-4866-A2E7-FC8E640545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040" y="2773564"/>
                        <a:ext cx="4575" cy="7925"/>
                      </a:xfrm>
                      <a:custGeom>
                        <a:avLst/>
                        <a:gdLst>
                          <a:gd name="connsiteX0" fmla="*/ 4572 w 4575"/>
                          <a:gd name="connsiteY0" fmla="*/ 1259 h 7925"/>
                          <a:gd name="connsiteX1" fmla="*/ 0 w 4575"/>
                          <a:gd name="connsiteY1" fmla="*/ 687 h 7925"/>
                          <a:gd name="connsiteX2" fmla="*/ 0 w 4575"/>
                          <a:gd name="connsiteY2" fmla="*/ 7926 h 7925"/>
                          <a:gd name="connsiteX3" fmla="*/ 4572 w 4575"/>
                          <a:gd name="connsiteY3" fmla="*/ 1259 h 79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575" h="7925">
                            <a:moveTo>
                              <a:pt x="4572" y="1259"/>
                            </a:moveTo>
                            <a:cubicBezTo>
                              <a:pt x="4381" y="-361"/>
                              <a:pt x="2476" y="-265"/>
                              <a:pt x="0" y="687"/>
                            </a:cubicBezTo>
                            <a:lnTo>
                              <a:pt x="0" y="7926"/>
                            </a:lnTo>
                            <a:cubicBezTo>
                              <a:pt x="2667" y="5545"/>
                              <a:pt x="4667" y="3068"/>
                              <a:pt x="4572" y="125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77" name="Forme libre : forme 11076">
                        <a:extLst>
                          <a:ext uri="{FF2B5EF4-FFF2-40B4-BE49-F238E27FC236}">
                            <a16:creationId xmlns:a16="http://schemas.microsoft.com/office/drawing/2014/main" id="{CE900C25-529C-4C36-ACA8-CBD5575FD3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110" y="2770430"/>
                        <a:ext cx="8430" cy="6791"/>
                      </a:xfrm>
                      <a:custGeom>
                        <a:avLst/>
                        <a:gdLst>
                          <a:gd name="connsiteX0" fmla="*/ 8121 w 8430"/>
                          <a:gd name="connsiteY0" fmla="*/ 201 h 6791"/>
                          <a:gd name="connsiteX1" fmla="*/ 2787 w 8430"/>
                          <a:gd name="connsiteY1" fmla="*/ 2487 h 6791"/>
                          <a:gd name="connsiteX2" fmla="*/ 310 w 8430"/>
                          <a:gd name="connsiteY2" fmla="*/ 6583 h 6791"/>
                          <a:gd name="connsiteX3" fmla="*/ 5549 w 8430"/>
                          <a:gd name="connsiteY3" fmla="*/ 4392 h 6791"/>
                          <a:gd name="connsiteX4" fmla="*/ 8121 w 8430"/>
                          <a:gd name="connsiteY4" fmla="*/ 201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0" h="6791">
                            <a:moveTo>
                              <a:pt x="8121" y="201"/>
                            </a:moveTo>
                            <a:cubicBezTo>
                              <a:pt x="6978" y="-656"/>
                              <a:pt x="4120" y="1439"/>
                              <a:pt x="2787" y="2487"/>
                            </a:cubicBezTo>
                            <a:cubicBezTo>
                              <a:pt x="1453" y="3535"/>
                              <a:pt x="-833" y="5726"/>
                              <a:pt x="310" y="6583"/>
                            </a:cubicBezTo>
                            <a:cubicBezTo>
                              <a:pt x="1453" y="7440"/>
                              <a:pt x="4215" y="5440"/>
                              <a:pt x="5549" y="4392"/>
                            </a:cubicBezTo>
                            <a:cubicBezTo>
                              <a:pt x="6978" y="3344"/>
                              <a:pt x="9264" y="1058"/>
                              <a:pt x="8121" y="20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78" name="Forme libre : forme 11077">
                        <a:extLst>
                          <a:ext uri="{FF2B5EF4-FFF2-40B4-BE49-F238E27FC236}">
                            <a16:creationId xmlns:a16="http://schemas.microsoft.com/office/drawing/2014/main" id="{FE6DBC43-6CC2-45F6-A4B7-8FCC8EA51B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944" y="2741286"/>
                        <a:ext cx="46607" cy="22773"/>
                      </a:xfrm>
                      <a:custGeom>
                        <a:avLst/>
                        <a:gdLst>
                          <a:gd name="connsiteX0" fmla="*/ 44672 w 46607"/>
                          <a:gd name="connsiteY0" fmla="*/ 866 h 22773"/>
                          <a:gd name="connsiteX1" fmla="*/ 18574 w 46607"/>
                          <a:gd name="connsiteY1" fmla="*/ 2675 h 22773"/>
                          <a:gd name="connsiteX2" fmla="*/ 95 w 46607"/>
                          <a:gd name="connsiteY2" fmla="*/ 5533 h 22773"/>
                          <a:gd name="connsiteX3" fmla="*/ 0 w 46607"/>
                          <a:gd name="connsiteY3" fmla="*/ 22773 h 22773"/>
                          <a:gd name="connsiteX4" fmla="*/ 381 w 46607"/>
                          <a:gd name="connsiteY4" fmla="*/ 22583 h 22773"/>
                          <a:gd name="connsiteX5" fmla="*/ 32956 w 46607"/>
                          <a:gd name="connsiteY5" fmla="*/ 13153 h 22773"/>
                          <a:gd name="connsiteX6" fmla="*/ 43339 w 46607"/>
                          <a:gd name="connsiteY6" fmla="*/ 9248 h 22773"/>
                          <a:gd name="connsiteX7" fmla="*/ 44672 w 46607"/>
                          <a:gd name="connsiteY7" fmla="*/ 866 h 227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6607" h="22773">
                            <a:moveTo>
                              <a:pt x="44672" y="866"/>
                            </a:moveTo>
                            <a:cubicBezTo>
                              <a:pt x="36195" y="-1039"/>
                              <a:pt x="28861" y="485"/>
                              <a:pt x="18574" y="2675"/>
                            </a:cubicBezTo>
                            <a:cubicBezTo>
                              <a:pt x="12192" y="4009"/>
                              <a:pt x="7048" y="3628"/>
                              <a:pt x="95" y="5533"/>
                            </a:cubicBezTo>
                            <a:lnTo>
                              <a:pt x="0" y="22773"/>
                            </a:lnTo>
                            <a:cubicBezTo>
                              <a:pt x="95" y="22773"/>
                              <a:pt x="286" y="22678"/>
                              <a:pt x="381" y="22583"/>
                            </a:cubicBezTo>
                            <a:cubicBezTo>
                              <a:pt x="11716" y="18201"/>
                              <a:pt x="22098" y="14772"/>
                              <a:pt x="32956" y="13153"/>
                            </a:cubicBezTo>
                            <a:cubicBezTo>
                              <a:pt x="36481" y="12582"/>
                              <a:pt x="39815" y="12200"/>
                              <a:pt x="43339" y="9248"/>
                            </a:cubicBezTo>
                            <a:cubicBezTo>
                              <a:pt x="46958" y="6295"/>
                              <a:pt x="47815" y="1628"/>
                              <a:pt x="44672" y="86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49" name="Graphique 1">
                      <a:extLst>
                        <a:ext uri="{FF2B5EF4-FFF2-40B4-BE49-F238E27FC236}">
                          <a16:creationId xmlns:a16="http://schemas.microsoft.com/office/drawing/2014/main" id="{A8550922-EC9A-4302-9B45-3E804330D5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7024" y="2616001"/>
                      <a:ext cx="182082" cy="128605"/>
                      <a:chOff x="337024" y="2616001"/>
                      <a:chExt cx="182082" cy="128605"/>
                    </a:xfrm>
                    <a:solidFill>
                      <a:schemeClr val="accent1"/>
                    </a:solidFill>
                  </p:grpSpPr>
                  <p:sp>
                    <p:nvSpPr>
                      <p:cNvPr id="11057" name="Forme libre : forme 11056">
                        <a:extLst>
                          <a:ext uri="{FF2B5EF4-FFF2-40B4-BE49-F238E27FC236}">
                            <a16:creationId xmlns:a16="http://schemas.microsoft.com/office/drawing/2014/main" id="{39A849B9-FC08-45DF-997E-26A9A86025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7024" y="2616001"/>
                        <a:ext cx="182082" cy="128605"/>
                      </a:xfrm>
                      <a:custGeom>
                        <a:avLst/>
                        <a:gdLst>
                          <a:gd name="connsiteX0" fmla="*/ 138849 w 182082"/>
                          <a:gd name="connsiteY0" fmla="*/ 75668 h 128605"/>
                          <a:gd name="connsiteX1" fmla="*/ 111036 w 182082"/>
                          <a:gd name="connsiteY1" fmla="*/ 93956 h 128605"/>
                          <a:gd name="connsiteX2" fmla="*/ 82175 w 182082"/>
                          <a:gd name="connsiteY2" fmla="*/ 112530 h 128605"/>
                          <a:gd name="connsiteX3" fmla="*/ 12452 w 182082"/>
                          <a:gd name="connsiteY3" fmla="*/ 127389 h 128605"/>
                          <a:gd name="connsiteX4" fmla="*/ 355 w 182082"/>
                          <a:gd name="connsiteY4" fmla="*/ 109482 h 128605"/>
                          <a:gd name="connsiteX5" fmla="*/ 40932 w 182082"/>
                          <a:gd name="connsiteY5" fmla="*/ 49284 h 128605"/>
                          <a:gd name="connsiteX6" fmla="*/ 68459 w 182082"/>
                          <a:gd name="connsiteY6" fmla="*/ 30043 h 128605"/>
                          <a:gd name="connsiteX7" fmla="*/ 97701 w 182082"/>
                          <a:gd name="connsiteY7" fmla="*/ 12327 h 128605"/>
                          <a:gd name="connsiteX8" fmla="*/ 170472 w 182082"/>
                          <a:gd name="connsiteY8" fmla="*/ 4612 h 128605"/>
                          <a:gd name="connsiteX9" fmla="*/ 181426 w 182082"/>
                          <a:gd name="connsiteY9" fmla="*/ 22709 h 128605"/>
                          <a:gd name="connsiteX10" fmla="*/ 166471 w 182082"/>
                          <a:gd name="connsiteY10" fmla="*/ 50427 h 128605"/>
                          <a:gd name="connsiteX11" fmla="*/ 138849 w 182082"/>
                          <a:gd name="connsiteY11" fmla="*/ 75668 h 128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82082" h="128605">
                            <a:moveTo>
                              <a:pt x="138849" y="75668"/>
                            </a:moveTo>
                            <a:cubicBezTo>
                              <a:pt x="132277" y="79859"/>
                              <a:pt x="121799" y="87289"/>
                              <a:pt x="111036" y="93956"/>
                            </a:cubicBezTo>
                            <a:cubicBezTo>
                              <a:pt x="100273" y="100910"/>
                              <a:pt x="89509" y="108339"/>
                              <a:pt x="82175" y="112530"/>
                            </a:cubicBezTo>
                            <a:cubicBezTo>
                              <a:pt x="55124" y="129104"/>
                              <a:pt x="35503" y="130247"/>
                              <a:pt x="12452" y="127389"/>
                            </a:cubicBezTo>
                            <a:cubicBezTo>
                              <a:pt x="4451" y="126341"/>
                              <a:pt x="-1550" y="117293"/>
                              <a:pt x="355" y="109482"/>
                            </a:cubicBezTo>
                            <a:cubicBezTo>
                              <a:pt x="5975" y="87098"/>
                              <a:pt x="16262" y="68334"/>
                              <a:pt x="40932" y="49284"/>
                            </a:cubicBezTo>
                            <a:cubicBezTo>
                              <a:pt x="47695" y="44331"/>
                              <a:pt x="57791" y="36997"/>
                              <a:pt x="68459" y="30043"/>
                            </a:cubicBezTo>
                            <a:cubicBezTo>
                              <a:pt x="79318" y="23281"/>
                              <a:pt x="90081" y="16518"/>
                              <a:pt x="97701" y="12327"/>
                            </a:cubicBezTo>
                            <a:cubicBezTo>
                              <a:pt x="126657" y="-3199"/>
                              <a:pt x="148279" y="-1960"/>
                              <a:pt x="170472" y="4612"/>
                            </a:cubicBezTo>
                            <a:cubicBezTo>
                              <a:pt x="178282" y="6993"/>
                              <a:pt x="184093" y="15851"/>
                              <a:pt x="181426" y="22709"/>
                            </a:cubicBezTo>
                            <a:cubicBezTo>
                              <a:pt x="177520" y="32330"/>
                              <a:pt x="173139" y="41855"/>
                              <a:pt x="166471" y="50427"/>
                            </a:cubicBezTo>
                            <a:cubicBezTo>
                              <a:pt x="159804" y="58809"/>
                              <a:pt x="151136" y="67477"/>
                              <a:pt x="138849" y="7566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58" name="Forme libre : forme 11057">
                        <a:extLst>
                          <a:ext uri="{FF2B5EF4-FFF2-40B4-BE49-F238E27FC236}">
                            <a16:creationId xmlns:a16="http://schemas.microsoft.com/office/drawing/2014/main" id="{657788F9-0111-40FB-B79A-453327704A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0903" y="2638329"/>
                        <a:ext cx="177450" cy="106126"/>
                      </a:xfrm>
                      <a:custGeom>
                        <a:avLst/>
                        <a:gdLst>
                          <a:gd name="connsiteX0" fmla="*/ 71819 w 177450"/>
                          <a:gd name="connsiteY0" fmla="*/ 61913 h 106126"/>
                          <a:gd name="connsiteX1" fmla="*/ 0 w 177450"/>
                          <a:gd name="connsiteY1" fmla="*/ 100203 h 106126"/>
                          <a:gd name="connsiteX2" fmla="*/ 8382 w 177450"/>
                          <a:gd name="connsiteY2" fmla="*/ 104966 h 106126"/>
                          <a:gd name="connsiteX3" fmla="*/ 20098 w 177450"/>
                          <a:gd name="connsiteY3" fmla="*/ 106013 h 106126"/>
                          <a:gd name="connsiteX4" fmla="*/ 53721 w 177450"/>
                          <a:gd name="connsiteY4" fmla="*/ 101822 h 106126"/>
                          <a:gd name="connsiteX5" fmla="*/ 78105 w 177450"/>
                          <a:gd name="connsiteY5" fmla="*/ 90107 h 106126"/>
                          <a:gd name="connsiteX6" fmla="*/ 87440 w 177450"/>
                          <a:gd name="connsiteY6" fmla="*/ 84296 h 106126"/>
                          <a:gd name="connsiteX7" fmla="*/ 130683 w 177450"/>
                          <a:gd name="connsiteY7" fmla="*/ 55817 h 106126"/>
                          <a:gd name="connsiteX8" fmla="*/ 134779 w 177450"/>
                          <a:gd name="connsiteY8" fmla="*/ 53150 h 106126"/>
                          <a:gd name="connsiteX9" fmla="*/ 156020 w 177450"/>
                          <a:gd name="connsiteY9" fmla="*/ 35338 h 106126"/>
                          <a:gd name="connsiteX10" fmla="*/ 173450 w 177450"/>
                          <a:gd name="connsiteY10" fmla="*/ 9430 h 106126"/>
                          <a:gd name="connsiteX11" fmla="*/ 177356 w 177450"/>
                          <a:gd name="connsiteY11" fmla="*/ 381 h 106126"/>
                          <a:gd name="connsiteX12" fmla="*/ 177451 w 177450"/>
                          <a:gd name="connsiteY12" fmla="*/ 0 h 106126"/>
                          <a:gd name="connsiteX13" fmla="*/ 71819 w 177450"/>
                          <a:gd name="connsiteY13" fmla="*/ 61913 h 1061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77450" h="106126">
                            <a:moveTo>
                              <a:pt x="71819" y="61913"/>
                            </a:moveTo>
                            <a:cubicBezTo>
                              <a:pt x="49340" y="78867"/>
                              <a:pt x="24384" y="96107"/>
                              <a:pt x="0" y="100203"/>
                            </a:cubicBezTo>
                            <a:cubicBezTo>
                              <a:pt x="2191" y="102679"/>
                              <a:pt x="5144" y="104489"/>
                              <a:pt x="8382" y="104966"/>
                            </a:cubicBezTo>
                            <a:cubicBezTo>
                              <a:pt x="12383" y="105442"/>
                              <a:pt x="16288" y="105823"/>
                              <a:pt x="20098" y="106013"/>
                            </a:cubicBezTo>
                            <a:cubicBezTo>
                              <a:pt x="31147" y="106490"/>
                              <a:pt x="41910" y="105537"/>
                              <a:pt x="53721" y="101822"/>
                            </a:cubicBezTo>
                            <a:cubicBezTo>
                              <a:pt x="61341" y="99346"/>
                              <a:pt x="69247" y="95441"/>
                              <a:pt x="78105" y="90107"/>
                            </a:cubicBezTo>
                            <a:cubicBezTo>
                              <a:pt x="80772" y="88487"/>
                              <a:pt x="83915" y="86487"/>
                              <a:pt x="87440" y="84296"/>
                            </a:cubicBezTo>
                            <a:cubicBezTo>
                              <a:pt x="100870" y="75248"/>
                              <a:pt x="119253" y="63722"/>
                              <a:pt x="130683" y="55817"/>
                            </a:cubicBezTo>
                            <a:cubicBezTo>
                              <a:pt x="132112" y="54864"/>
                              <a:pt x="133541" y="53912"/>
                              <a:pt x="134779" y="53150"/>
                            </a:cubicBezTo>
                            <a:cubicBezTo>
                              <a:pt x="143447" y="47435"/>
                              <a:pt x="150304" y="41243"/>
                              <a:pt x="156020" y="35338"/>
                            </a:cubicBezTo>
                            <a:cubicBezTo>
                              <a:pt x="163735" y="27432"/>
                              <a:pt x="169069" y="18574"/>
                              <a:pt x="173450" y="9430"/>
                            </a:cubicBezTo>
                            <a:cubicBezTo>
                              <a:pt x="174879" y="6572"/>
                              <a:pt x="176117" y="3524"/>
                              <a:pt x="177356" y="381"/>
                            </a:cubicBezTo>
                            <a:lnTo>
                              <a:pt x="177451" y="0"/>
                            </a:lnTo>
                            <a:cubicBezTo>
                              <a:pt x="140399" y="15430"/>
                              <a:pt x="103918" y="37624"/>
                              <a:pt x="71819" y="6191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59" name="Forme libre : forme 11058">
                        <a:extLst>
                          <a:ext uri="{FF2B5EF4-FFF2-40B4-BE49-F238E27FC236}">
                            <a16:creationId xmlns:a16="http://schemas.microsoft.com/office/drawing/2014/main" id="{AF798D79-5552-4B03-B8F8-3D0C9EA125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879" y="2644358"/>
                        <a:ext cx="83621" cy="55288"/>
                      </a:xfrm>
                      <a:custGeom>
                        <a:avLst/>
                        <a:gdLst>
                          <a:gd name="connsiteX0" fmla="*/ 83090 w 83621"/>
                          <a:gd name="connsiteY0" fmla="*/ 2448 h 55288"/>
                          <a:gd name="connsiteX1" fmla="*/ 46704 w 83621"/>
                          <a:gd name="connsiteY1" fmla="*/ 38548 h 55288"/>
                          <a:gd name="connsiteX2" fmla="*/ 984 w 83621"/>
                          <a:gd name="connsiteY2" fmla="*/ 52740 h 55288"/>
                          <a:gd name="connsiteX3" fmla="*/ 33179 w 83621"/>
                          <a:gd name="connsiteY3" fmla="*/ 17784 h 55288"/>
                          <a:gd name="connsiteX4" fmla="*/ 83090 w 83621"/>
                          <a:gd name="connsiteY4" fmla="*/ 2448 h 552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3621" h="55288">
                            <a:moveTo>
                              <a:pt x="83090" y="2448"/>
                            </a:moveTo>
                            <a:cubicBezTo>
                              <a:pt x="88043" y="11211"/>
                              <a:pt x="56991" y="31214"/>
                              <a:pt x="46704" y="38548"/>
                            </a:cubicBezTo>
                            <a:cubicBezTo>
                              <a:pt x="36036" y="45025"/>
                              <a:pt x="7652" y="61599"/>
                              <a:pt x="984" y="52740"/>
                            </a:cubicBezTo>
                            <a:cubicBezTo>
                              <a:pt x="-5588" y="43977"/>
                              <a:pt x="22511" y="23594"/>
                              <a:pt x="33179" y="17784"/>
                            </a:cubicBezTo>
                            <a:cubicBezTo>
                              <a:pt x="43275" y="11116"/>
                              <a:pt x="78042" y="-6410"/>
                              <a:pt x="83090" y="244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60" name="Forme libre : forme 11059">
                        <a:extLst>
                          <a:ext uri="{FF2B5EF4-FFF2-40B4-BE49-F238E27FC236}">
                            <a16:creationId xmlns:a16="http://schemas.microsoft.com/office/drawing/2014/main" id="{8CA88D88-082F-4A0E-BA61-C0B911BDF4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133" y="2670619"/>
                        <a:ext cx="64309" cy="28716"/>
                      </a:xfrm>
                      <a:custGeom>
                        <a:avLst/>
                        <a:gdLst>
                          <a:gd name="connsiteX0" fmla="*/ 12969 w 64309"/>
                          <a:gd name="connsiteY0" fmla="*/ 6858 h 28716"/>
                          <a:gd name="connsiteX1" fmla="*/ 1444 w 64309"/>
                          <a:gd name="connsiteY1" fmla="*/ 26765 h 28716"/>
                          <a:gd name="connsiteX2" fmla="*/ 48021 w 64309"/>
                          <a:gd name="connsiteY2" fmla="*/ 12097 h 28716"/>
                          <a:gd name="connsiteX3" fmla="*/ 64309 w 64309"/>
                          <a:gd name="connsiteY3" fmla="*/ 0 h 28716"/>
                          <a:gd name="connsiteX4" fmla="*/ 54689 w 64309"/>
                          <a:gd name="connsiteY4" fmla="*/ 5048 h 28716"/>
                          <a:gd name="connsiteX5" fmla="*/ 12969 w 64309"/>
                          <a:gd name="connsiteY5" fmla="*/ 6858 h 287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4309" h="28716">
                            <a:moveTo>
                              <a:pt x="12969" y="6858"/>
                            </a:moveTo>
                            <a:cubicBezTo>
                              <a:pt x="8969" y="11906"/>
                              <a:pt x="-4366" y="22384"/>
                              <a:pt x="1444" y="26765"/>
                            </a:cubicBezTo>
                            <a:cubicBezTo>
                              <a:pt x="10779" y="33814"/>
                              <a:pt x="34496" y="20098"/>
                              <a:pt x="48021" y="12097"/>
                            </a:cubicBezTo>
                            <a:cubicBezTo>
                              <a:pt x="51927" y="9715"/>
                              <a:pt x="60213" y="3238"/>
                              <a:pt x="64309" y="0"/>
                            </a:cubicBezTo>
                            <a:cubicBezTo>
                              <a:pt x="61642" y="1333"/>
                              <a:pt x="57356" y="4000"/>
                              <a:pt x="54689" y="5048"/>
                            </a:cubicBezTo>
                            <a:cubicBezTo>
                              <a:pt x="39354" y="10478"/>
                              <a:pt x="20399" y="16097"/>
                              <a:pt x="12969" y="6858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61" name="Forme libre : forme 11060">
                        <a:extLst>
                          <a:ext uri="{FF2B5EF4-FFF2-40B4-BE49-F238E27FC236}">
                            <a16:creationId xmlns:a16="http://schemas.microsoft.com/office/drawing/2014/main" id="{2DE0DF1E-94E0-4B2D-B0A2-86AAF12505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4537" y="2643508"/>
                        <a:ext cx="83367" cy="55583"/>
                      </a:xfrm>
                      <a:custGeom>
                        <a:avLst/>
                        <a:gdLst>
                          <a:gd name="connsiteX0" fmla="*/ 83242 w 83367"/>
                          <a:gd name="connsiteY0" fmla="*/ 3203 h 55583"/>
                          <a:gd name="connsiteX1" fmla="*/ 79813 w 83367"/>
                          <a:gd name="connsiteY1" fmla="*/ 11871 h 55583"/>
                          <a:gd name="connsiteX2" fmla="*/ 69717 w 83367"/>
                          <a:gd name="connsiteY2" fmla="*/ 22158 h 55583"/>
                          <a:gd name="connsiteX3" fmla="*/ 46476 w 83367"/>
                          <a:gd name="connsiteY3" fmla="*/ 39398 h 55583"/>
                          <a:gd name="connsiteX4" fmla="*/ 22282 w 83367"/>
                          <a:gd name="connsiteY4" fmla="*/ 52067 h 55583"/>
                          <a:gd name="connsiteX5" fmla="*/ 1137 w 83367"/>
                          <a:gd name="connsiteY5" fmla="*/ 53019 h 55583"/>
                          <a:gd name="connsiteX6" fmla="*/ 10662 w 83367"/>
                          <a:gd name="connsiteY6" fmla="*/ 34445 h 55583"/>
                          <a:gd name="connsiteX7" fmla="*/ 33236 w 83367"/>
                          <a:gd name="connsiteY7" fmla="*/ 18348 h 55583"/>
                          <a:gd name="connsiteX8" fmla="*/ 83242 w 83367"/>
                          <a:gd name="connsiteY8" fmla="*/ 3203 h 555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3367" h="55583">
                            <a:moveTo>
                              <a:pt x="83242" y="3203"/>
                            </a:moveTo>
                            <a:cubicBezTo>
                              <a:pt x="83814" y="5775"/>
                              <a:pt x="82385" y="8728"/>
                              <a:pt x="79813" y="11871"/>
                            </a:cubicBezTo>
                            <a:cubicBezTo>
                              <a:pt x="77337" y="15205"/>
                              <a:pt x="73717" y="18729"/>
                              <a:pt x="69717" y="22158"/>
                            </a:cubicBezTo>
                            <a:cubicBezTo>
                              <a:pt x="61620" y="28921"/>
                              <a:pt x="52000" y="35398"/>
                              <a:pt x="46476" y="39398"/>
                            </a:cubicBezTo>
                            <a:cubicBezTo>
                              <a:pt x="40951" y="43303"/>
                              <a:pt x="31236" y="48352"/>
                              <a:pt x="22282" y="52067"/>
                            </a:cubicBezTo>
                            <a:cubicBezTo>
                              <a:pt x="13329" y="55686"/>
                              <a:pt x="4756" y="57305"/>
                              <a:pt x="1137" y="53019"/>
                            </a:cubicBezTo>
                            <a:cubicBezTo>
                              <a:pt x="-2483" y="48733"/>
                              <a:pt x="3042" y="41494"/>
                              <a:pt x="10662" y="34445"/>
                            </a:cubicBezTo>
                            <a:cubicBezTo>
                              <a:pt x="18377" y="27492"/>
                              <a:pt x="28473" y="21301"/>
                              <a:pt x="33236" y="18348"/>
                            </a:cubicBezTo>
                            <a:cubicBezTo>
                              <a:pt x="42475" y="12061"/>
                              <a:pt x="81051" y="-7655"/>
                              <a:pt x="83242" y="320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62" name="Forme libre : forme 11061">
                        <a:extLst>
                          <a:ext uri="{FF2B5EF4-FFF2-40B4-BE49-F238E27FC236}">
                            <a16:creationId xmlns:a16="http://schemas.microsoft.com/office/drawing/2014/main" id="{FF22E9D3-D27B-4A91-8911-2038134037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9110" y="2667814"/>
                        <a:ext cx="112042" cy="58900"/>
                      </a:xfrm>
                      <a:custGeom>
                        <a:avLst/>
                        <a:gdLst>
                          <a:gd name="connsiteX0" fmla="*/ 4749 w 112042"/>
                          <a:gd name="connsiteY0" fmla="*/ 55573 h 58900"/>
                          <a:gd name="connsiteX1" fmla="*/ 21703 w 112042"/>
                          <a:gd name="connsiteY1" fmla="*/ 58431 h 58900"/>
                          <a:gd name="connsiteX2" fmla="*/ 66661 w 112042"/>
                          <a:gd name="connsiteY2" fmla="*/ 47287 h 58900"/>
                          <a:gd name="connsiteX3" fmla="*/ 103332 w 112042"/>
                          <a:gd name="connsiteY3" fmla="*/ 20807 h 58900"/>
                          <a:gd name="connsiteX4" fmla="*/ 109905 w 112042"/>
                          <a:gd name="connsiteY4" fmla="*/ 900 h 58900"/>
                          <a:gd name="connsiteX5" fmla="*/ 94284 w 112042"/>
                          <a:gd name="connsiteY5" fmla="*/ 3376 h 58900"/>
                          <a:gd name="connsiteX6" fmla="*/ 52374 w 112042"/>
                          <a:gd name="connsiteY6" fmla="*/ 13473 h 58900"/>
                          <a:gd name="connsiteX7" fmla="*/ 10940 w 112042"/>
                          <a:gd name="connsiteY7" fmla="*/ 26236 h 58900"/>
                          <a:gd name="connsiteX8" fmla="*/ 4749 w 112042"/>
                          <a:gd name="connsiteY8" fmla="*/ 55573 h 589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2042" h="58900">
                            <a:moveTo>
                              <a:pt x="4749" y="55573"/>
                            </a:moveTo>
                            <a:cubicBezTo>
                              <a:pt x="10464" y="59098"/>
                              <a:pt x="13607" y="59383"/>
                              <a:pt x="21703" y="58431"/>
                            </a:cubicBezTo>
                            <a:cubicBezTo>
                              <a:pt x="37229" y="56716"/>
                              <a:pt x="49802" y="55192"/>
                              <a:pt x="66661" y="47287"/>
                            </a:cubicBezTo>
                            <a:cubicBezTo>
                              <a:pt x="80472" y="40333"/>
                              <a:pt x="94474" y="30713"/>
                              <a:pt x="103332" y="20807"/>
                            </a:cubicBezTo>
                            <a:cubicBezTo>
                              <a:pt x="109905" y="13473"/>
                              <a:pt x="115143" y="4995"/>
                              <a:pt x="109905" y="900"/>
                            </a:cubicBezTo>
                            <a:cubicBezTo>
                              <a:pt x="106761" y="-1577"/>
                              <a:pt x="100094" y="1662"/>
                              <a:pt x="94284" y="3376"/>
                            </a:cubicBezTo>
                            <a:cubicBezTo>
                              <a:pt x="80568" y="7472"/>
                              <a:pt x="67233" y="11473"/>
                              <a:pt x="52374" y="13473"/>
                            </a:cubicBezTo>
                            <a:cubicBezTo>
                              <a:pt x="39705" y="15092"/>
                              <a:pt x="23989" y="14520"/>
                              <a:pt x="10940" y="26236"/>
                            </a:cubicBezTo>
                            <a:cubicBezTo>
                              <a:pt x="-966" y="36523"/>
                              <a:pt x="-3348" y="50620"/>
                              <a:pt x="4749" y="5557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63" name="Forme libre : forme 11062">
                        <a:extLst>
                          <a:ext uri="{FF2B5EF4-FFF2-40B4-BE49-F238E27FC236}">
                            <a16:creationId xmlns:a16="http://schemas.microsoft.com/office/drawing/2014/main" id="{51E6A60A-F3B0-44CD-87E8-C9C4E0E3CC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495" y="2672149"/>
                        <a:ext cx="29477" cy="29628"/>
                      </a:xfrm>
                      <a:custGeom>
                        <a:avLst/>
                        <a:gdLst>
                          <a:gd name="connsiteX0" fmla="*/ 1556 w 29477"/>
                          <a:gd name="connsiteY0" fmla="*/ 24378 h 29628"/>
                          <a:gd name="connsiteX1" fmla="*/ 32 w 29477"/>
                          <a:gd name="connsiteY1" fmla="*/ 28664 h 29628"/>
                          <a:gd name="connsiteX2" fmla="*/ 3842 w 29477"/>
                          <a:gd name="connsiteY2" fmla="*/ 28950 h 29628"/>
                          <a:gd name="connsiteX3" fmla="*/ 9748 w 29477"/>
                          <a:gd name="connsiteY3" fmla="*/ 24854 h 29628"/>
                          <a:gd name="connsiteX4" fmla="*/ 23083 w 29477"/>
                          <a:gd name="connsiteY4" fmla="*/ 13138 h 29628"/>
                          <a:gd name="connsiteX5" fmla="*/ 27464 w 29477"/>
                          <a:gd name="connsiteY5" fmla="*/ 8280 h 29628"/>
                          <a:gd name="connsiteX6" fmla="*/ 19559 w 29477"/>
                          <a:gd name="connsiteY6" fmla="*/ 3423 h 29628"/>
                          <a:gd name="connsiteX7" fmla="*/ 1556 w 29477"/>
                          <a:gd name="connsiteY7" fmla="*/ 24378 h 296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477" h="29628">
                            <a:moveTo>
                              <a:pt x="1556" y="24378"/>
                            </a:moveTo>
                            <a:cubicBezTo>
                              <a:pt x="509" y="26092"/>
                              <a:pt x="-158" y="27330"/>
                              <a:pt x="32" y="28664"/>
                            </a:cubicBezTo>
                            <a:cubicBezTo>
                              <a:pt x="223" y="29997"/>
                              <a:pt x="1937" y="29807"/>
                              <a:pt x="3842" y="28950"/>
                            </a:cubicBezTo>
                            <a:cubicBezTo>
                              <a:pt x="5652" y="28092"/>
                              <a:pt x="8033" y="26378"/>
                              <a:pt x="9748" y="24854"/>
                            </a:cubicBezTo>
                            <a:cubicBezTo>
                              <a:pt x="14225" y="21044"/>
                              <a:pt x="19082" y="17139"/>
                              <a:pt x="23083" y="13138"/>
                            </a:cubicBezTo>
                            <a:cubicBezTo>
                              <a:pt x="24702" y="11519"/>
                              <a:pt x="26417" y="9995"/>
                              <a:pt x="27464" y="8280"/>
                            </a:cubicBezTo>
                            <a:cubicBezTo>
                              <a:pt x="31941" y="1137"/>
                              <a:pt x="28798" y="-3530"/>
                              <a:pt x="19559" y="3423"/>
                            </a:cubicBezTo>
                            <a:cubicBezTo>
                              <a:pt x="12415" y="8757"/>
                              <a:pt x="5652" y="17424"/>
                              <a:pt x="1556" y="2437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64" name="Forme libre : forme 11063">
                        <a:extLst>
                          <a:ext uri="{FF2B5EF4-FFF2-40B4-BE49-F238E27FC236}">
                            <a16:creationId xmlns:a16="http://schemas.microsoft.com/office/drawing/2014/main" id="{2F273749-9CC1-4A0A-BF5E-61446653C7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920" y="2637282"/>
                        <a:ext cx="37909" cy="51816"/>
                      </a:xfrm>
                      <a:custGeom>
                        <a:avLst/>
                        <a:gdLst>
                          <a:gd name="connsiteX0" fmla="*/ 37910 w 37909"/>
                          <a:gd name="connsiteY0" fmla="*/ 0 h 51816"/>
                          <a:gd name="connsiteX1" fmla="*/ 0 w 37909"/>
                          <a:gd name="connsiteY1" fmla="*/ 51816 h 51816"/>
                          <a:gd name="connsiteX2" fmla="*/ 37910 w 37909"/>
                          <a:gd name="connsiteY2" fmla="*/ 0 h 5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7909" h="51816">
                            <a:moveTo>
                              <a:pt x="37910" y="0"/>
                            </a:moveTo>
                            <a:cubicBezTo>
                              <a:pt x="35624" y="15907"/>
                              <a:pt x="13430" y="37433"/>
                              <a:pt x="0" y="51816"/>
                            </a:cubicBezTo>
                            <a:cubicBezTo>
                              <a:pt x="14669" y="36290"/>
                              <a:pt x="28194" y="15812"/>
                              <a:pt x="379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65" name="Forme libre : forme 11064">
                        <a:extLst>
                          <a:ext uri="{FF2B5EF4-FFF2-40B4-BE49-F238E27FC236}">
                            <a16:creationId xmlns:a16="http://schemas.microsoft.com/office/drawing/2014/main" id="{6BCA30AD-2E42-4251-A180-9D8FF2665F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570" y="2665952"/>
                        <a:ext cx="41719" cy="60293"/>
                      </a:xfrm>
                      <a:custGeom>
                        <a:avLst/>
                        <a:gdLst>
                          <a:gd name="connsiteX0" fmla="*/ 41720 w 41719"/>
                          <a:gd name="connsiteY0" fmla="*/ 0 h 60293"/>
                          <a:gd name="connsiteX1" fmla="*/ 0 w 41719"/>
                          <a:gd name="connsiteY1" fmla="*/ 60293 h 60293"/>
                          <a:gd name="connsiteX2" fmla="*/ 41720 w 41719"/>
                          <a:gd name="connsiteY2" fmla="*/ 0 h 602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719" h="60293">
                            <a:moveTo>
                              <a:pt x="41720" y="0"/>
                            </a:moveTo>
                            <a:cubicBezTo>
                              <a:pt x="19907" y="16954"/>
                              <a:pt x="7048" y="40100"/>
                              <a:pt x="0" y="60293"/>
                            </a:cubicBezTo>
                            <a:cubicBezTo>
                              <a:pt x="5620" y="41053"/>
                              <a:pt x="25051" y="16954"/>
                              <a:pt x="4172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66" name="Forme libre : forme 11065">
                        <a:extLst>
                          <a:ext uri="{FF2B5EF4-FFF2-40B4-BE49-F238E27FC236}">
                            <a16:creationId xmlns:a16="http://schemas.microsoft.com/office/drawing/2014/main" id="{371BC419-DCA0-4386-A72C-DC016FF7CB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8817" y="2653453"/>
                        <a:ext cx="32395" cy="17918"/>
                      </a:xfrm>
                      <a:custGeom>
                        <a:avLst/>
                        <a:gdLst>
                          <a:gd name="connsiteX0" fmla="*/ 32387 w 32395"/>
                          <a:gd name="connsiteY0" fmla="*/ 1544 h 17918"/>
                          <a:gd name="connsiteX1" fmla="*/ 15147 w 32395"/>
                          <a:gd name="connsiteY1" fmla="*/ 13641 h 17918"/>
                          <a:gd name="connsiteX2" fmla="*/ 2 w 32395"/>
                          <a:gd name="connsiteY2" fmla="*/ 16118 h 17918"/>
                          <a:gd name="connsiteX3" fmla="*/ 16100 w 32395"/>
                          <a:gd name="connsiteY3" fmla="*/ 4402 h 17918"/>
                          <a:gd name="connsiteX4" fmla="*/ 32387 w 32395"/>
                          <a:gd name="connsiteY4" fmla="*/ 1544 h 179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395" h="17918">
                            <a:moveTo>
                              <a:pt x="32387" y="1544"/>
                            </a:moveTo>
                            <a:cubicBezTo>
                              <a:pt x="32102" y="5640"/>
                              <a:pt x="19052" y="11546"/>
                              <a:pt x="15147" y="13641"/>
                            </a:cubicBezTo>
                            <a:cubicBezTo>
                              <a:pt x="11242" y="15546"/>
                              <a:pt x="-188" y="20594"/>
                              <a:pt x="2" y="16118"/>
                            </a:cubicBezTo>
                            <a:cubicBezTo>
                              <a:pt x="288" y="11641"/>
                              <a:pt x="12385" y="6117"/>
                              <a:pt x="16100" y="4402"/>
                            </a:cubicBezTo>
                            <a:cubicBezTo>
                              <a:pt x="19910" y="2592"/>
                              <a:pt x="32768" y="-2551"/>
                              <a:pt x="32387" y="154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67" name="Forme libre : forme 11066">
                        <a:extLst>
                          <a:ext uri="{FF2B5EF4-FFF2-40B4-BE49-F238E27FC236}">
                            <a16:creationId xmlns:a16="http://schemas.microsoft.com/office/drawing/2014/main" id="{C33A659B-4F4E-4F60-A50E-AD9F8A7A28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521" y="2651120"/>
                        <a:ext cx="9264" cy="5851"/>
                      </a:xfrm>
                      <a:custGeom>
                        <a:avLst/>
                        <a:gdLst>
                          <a:gd name="connsiteX0" fmla="*/ 9064 w 9264"/>
                          <a:gd name="connsiteY0" fmla="*/ 353 h 5851"/>
                          <a:gd name="connsiteX1" fmla="*/ 5826 w 9264"/>
                          <a:gd name="connsiteY1" fmla="*/ 4163 h 5851"/>
                          <a:gd name="connsiteX2" fmla="*/ 206 w 9264"/>
                          <a:gd name="connsiteY2" fmla="*/ 5497 h 5851"/>
                          <a:gd name="connsiteX3" fmla="*/ 3349 w 9264"/>
                          <a:gd name="connsiteY3" fmla="*/ 1782 h 5851"/>
                          <a:gd name="connsiteX4" fmla="*/ 9064 w 9264"/>
                          <a:gd name="connsiteY4" fmla="*/ 353 h 58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64" h="5851">
                            <a:moveTo>
                              <a:pt x="9064" y="353"/>
                            </a:moveTo>
                            <a:cubicBezTo>
                              <a:pt x="10017" y="1401"/>
                              <a:pt x="7350" y="3306"/>
                              <a:pt x="5826" y="4163"/>
                            </a:cubicBezTo>
                            <a:cubicBezTo>
                              <a:pt x="4302" y="5021"/>
                              <a:pt x="1254" y="6545"/>
                              <a:pt x="206" y="5497"/>
                            </a:cubicBezTo>
                            <a:cubicBezTo>
                              <a:pt x="-746" y="4449"/>
                              <a:pt x="1825" y="2639"/>
                              <a:pt x="3349" y="1782"/>
                            </a:cubicBezTo>
                            <a:cubicBezTo>
                              <a:pt x="4873" y="830"/>
                              <a:pt x="8112" y="-694"/>
                              <a:pt x="9064" y="35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68" name="Forme libre : forme 11067">
                        <a:extLst>
                          <a:ext uri="{FF2B5EF4-FFF2-40B4-BE49-F238E27FC236}">
                            <a16:creationId xmlns:a16="http://schemas.microsoft.com/office/drawing/2014/main" id="{847A3503-8F4C-45CE-9CAF-7E791CEA5C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7234" y="2626142"/>
                        <a:ext cx="91127" cy="28566"/>
                      </a:xfrm>
                      <a:custGeom>
                        <a:avLst/>
                        <a:gdLst>
                          <a:gd name="connsiteX0" fmla="*/ 63687 w 91127"/>
                          <a:gd name="connsiteY0" fmla="*/ 852 h 28566"/>
                          <a:gd name="connsiteX1" fmla="*/ 89786 w 91127"/>
                          <a:gd name="connsiteY1" fmla="*/ 4567 h 28566"/>
                          <a:gd name="connsiteX2" fmla="*/ 86547 w 91127"/>
                          <a:gd name="connsiteY2" fmla="*/ 12473 h 28566"/>
                          <a:gd name="connsiteX3" fmla="*/ 75594 w 91127"/>
                          <a:gd name="connsiteY3" fmla="*/ 14092 h 28566"/>
                          <a:gd name="connsiteX4" fmla="*/ 58830 w 91127"/>
                          <a:gd name="connsiteY4" fmla="*/ 14378 h 28566"/>
                          <a:gd name="connsiteX5" fmla="*/ 41494 w 91127"/>
                          <a:gd name="connsiteY5" fmla="*/ 17426 h 28566"/>
                          <a:gd name="connsiteX6" fmla="*/ 60 w 91127"/>
                          <a:gd name="connsiteY6" fmla="*/ 25331 h 28566"/>
                          <a:gd name="connsiteX7" fmla="*/ 16539 w 91127"/>
                          <a:gd name="connsiteY7" fmla="*/ 9996 h 28566"/>
                          <a:gd name="connsiteX8" fmla="*/ 39684 w 91127"/>
                          <a:gd name="connsiteY8" fmla="*/ 1138 h 28566"/>
                          <a:gd name="connsiteX9" fmla="*/ 63687 w 91127"/>
                          <a:gd name="connsiteY9" fmla="*/ 852 h 285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1127" h="28566">
                            <a:moveTo>
                              <a:pt x="63687" y="852"/>
                            </a:moveTo>
                            <a:cubicBezTo>
                              <a:pt x="74451" y="852"/>
                              <a:pt x="82071" y="662"/>
                              <a:pt x="89786" y="4567"/>
                            </a:cubicBezTo>
                            <a:cubicBezTo>
                              <a:pt x="92643" y="6091"/>
                              <a:pt x="90643" y="10187"/>
                              <a:pt x="86547" y="12473"/>
                            </a:cubicBezTo>
                            <a:cubicBezTo>
                              <a:pt x="82452" y="14568"/>
                              <a:pt x="79118" y="14282"/>
                              <a:pt x="75594" y="14092"/>
                            </a:cubicBezTo>
                            <a:cubicBezTo>
                              <a:pt x="70164" y="13806"/>
                              <a:pt x="64545" y="13902"/>
                              <a:pt x="58830" y="14378"/>
                            </a:cubicBezTo>
                            <a:cubicBezTo>
                              <a:pt x="53305" y="15140"/>
                              <a:pt x="47590" y="16188"/>
                              <a:pt x="41494" y="17426"/>
                            </a:cubicBezTo>
                            <a:cubicBezTo>
                              <a:pt x="33684" y="18473"/>
                              <a:pt x="-1654" y="35523"/>
                              <a:pt x="60" y="25331"/>
                            </a:cubicBezTo>
                            <a:cubicBezTo>
                              <a:pt x="918" y="20188"/>
                              <a:pt x="8252" y="14568"/>
                              <a:pt x="16539" y="9996"/>
                            </a:cubicBezTo>
                            <a:cubicBezTo>
                              <a:pt x="25016" y="5520"/>
                              <a:pt x="34636" y="2281"/>
                              <a:pt x="39684" y="1138"/>
                            </a:cubicBezTo>
                            <a:cubicBezTo>
                              <a:pt x="49971" y="-1243"/>
                              <a:pt x="55496" y="852"/>
                              <a:pt x="63687" y="85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50" name="Graphique 1">
                      <a:extLst>
                        <a:ext uri="{FF2B5EF4-FFF2-40B4-BE49-F238E27FC236}">
                          <a16:creationId xmlns:a16="http://schemas.microsoft.com/office/drawing/2014/main" id="{97CC3A26-FFCB-48E3-9C8C-38E8763755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6450" y="2558497"/>
                      <a:ext cx="205232" cy="90303"/>
                      <a:chOff x="516450" y="2558497"/>
                      <a:chExt cx="205232" cy="90303"/>
                    </a:xfrm>
                    <a:solidFill>
                      <a:schemeClr val="accent1"/>
                    </a:solidFill>
                  </p:grpSpPr>
                  <p:sp>
                    <p:nvSpPr>
                      <p:cNvPr id="11045" name="Forme libre : forme 11044">
                        <a:extLst>
                          <a:ext uri="{FF2B5EF4-FFF2-40B4-BE49-F238E27FC236}">
                            <a16:creationId xmlns:a16="http://schemas.microsoft.com/office/drawing/2014/main" id="{FE116BD7-4673-4A74-8849-E396C51389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450" y="2558497"/>
                        <a:ext cx="205232" cy="90303"/>
                      </a:xfrm>
                      <a:custGeom>
                        <a:avLst/>
                        <a:gdLst>
                          <a:gd name="connsiteX0" fmla="*/ 143350 w 205232"/>
                          <a:gd name="connsiteY0" fmla="*/ 74784 h 90303"/>
                          <a:gd name="connsiteX1" fmla="*/ 77532 w 205232"/>
                          <a:gd name="connsiteY1" fmla="*/ 88024 h 90303"/>
                          <a:gd name="connsiteX2" fmla="*/ 39147 w 205232"/>
                          <a:gd name="connsiteY2" fmla="*/ 88976 h 90303"/>
                          <a:gd name="connsiteX3" fmla="*/ 23335 w 205232"/>
                          <a:gd name="connsiteY3" fmla="*/ 84690 h 90303"/>
                          <a:gd name="connsiteX4" fmla="*/ 8286 w 205232"/>
                          <a:gd name="connsiteY4" fmla="*/ 78499 h 90303"/>
                          <a:gd name="connsiteX5" fmla="*/ 1904 w 205232"/>
                          <a:gd name="connsiteY5" fmla="*/ 57925 h 90303"/>
                          <a:gd name="connsiteX6" fmla="*/ 25145 w 205232"/>
                          <a:gd name="connsiteY6" fmla="*/ 31921 h 90303"/>
                          <a:gd name="connsiteX7" fmla="*/ 61721 w 205232"/>
                          <a:gd name="connsiteY7" fmla="*/ 14300 h 90303"/>
                          <a:gd name="connsiteX8" fmla="*/ 128586 w 205232"/>
                          <a:gd name="connsiteY8" fmla="*/ 870 h 90303"/>
                          <a:gd name="connsiteX9" fmla="*/ 198309 w 205232"/>
                          <a:gd name="connsiteY9" fmla="*/ 19729 h 90303"/>
                          <a:gd name="connsiteX10" fmla="*/ 202881 w 205232"/>
                          <a:gd name="connsiteY10" fmla="*/ 40303 h 90303"/>
                          <a:gd name="connsiteX11" fmla="*/ 143350 w 205232"/>
                          <a:gd name="connsiteY11" fmla="*/ 74784 h 90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05232" h="90303">
                            <a:moveTo>
                              <a:pt x="143350" y="74784"/>
                            </a:moveTo>
                            <a:cubicBezTo>
                              <a:pt x="127539" y="77927"/>
                              <a:pt x="93915" y="84785"/>
                              <a:pt x="77532" y="88024"/>
                            </a:cubicBezTo>
                            <a:cubicBezTo>
                              <a:pt x="62197" y="90881"/>
                              <a:pt x="50100" y="90881"/>
                              <a:pt x="39147" y="88976"/>
                            </a:cubicBezTo>
                            <a:cubicBezTo>
                              <a:pt x="33622" y="87928"/>
                              <a:pt x="28479" y="86595"/>
                              <a:pt x="23335" y="84690"/>
                            </a:cubicBezTo>
                            <a:cubicBezTo>
                              <a:pt x="18287" y="82880"/>
                              <a:pt x="13524" y="80880"/>
                              <a:pt x="8286" y="78499"/>
                            </a:cubicBezTo>
                            <a:cubicBezTo>
                              <a:pt x="1142" y="75260"/>
                              <a:pt x="-2478" y="64878"/>
                              <a:pt x="1904" y="57925"/>
                            </a:cubicBezTo>
                            <a:cubicBezTo>
                              <a:pt x="8190" y="47542"/>
                              <a:pt x="15620" y="39160"/>
                              <a:pt x="25145" y="31921"/>
                            </a:cubicBezTo>
                            <a:cubicBezTo>
                              <a:pt x="34670" y="24682"/>
                              <a:pt x="46481" y="18777"/>
                              <a:pt x="61721" y="14300"/>
                            </a:cubicBezTo>
                            <a:cubicBezTo>
                              <a:pt x="77913" y="9347"/>
                              <a:pt x="111346" y="2775"/>
                              <a:pt x="128586" y="870"/>
                            </a:cubicBezTo>
                            <a:cubicBezTo>
                              <a:pt x="160971" y="-2940"/>
                              <a:pt x="179926" y="6204"/>
                              <a:pt x="198309" y="19729"/>
                            </a:cubicBezTo>
                            <a:cubicBezTo>
                              <a:pt x="204691" y="24397"/>
                              <a:pt x="207644" y="34588"/>
                              <a:pt x="202881" y="40303"/>
                            </a:cubicBezTo>
                            <a:cubicBezTo>
                              <a:pt x="189070" y="57067"/>
                              <a:pt x="172401" y="68307"/>
                              <a:pt x="143350" y="7478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46" name="Forme libre : forme 11045">
                        <a:extLst>
                          <a:ext uri="{FF2B5EF4-FFF2-40B4-BE49-F238E27FC236}">
                            <a16:creationId xmlns:a16="http://schemas.microsoft.com/office/drawing/2014/main" id="{9D19968A-9404-44D0-8826-34D500785D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068" y="2598419"/>
                        <a:ext cx="201549" cy="50260"/>
                      </a:xfrm>
                      <a:custGeom>
                        <a:avLst/>
                        <a:gdLst>
                          <a:gd name="connsiteX0" fmla="*/ 80010 w 201549"/>
                          <a:gd name="connsiteY0" fmla="*/ 19526 h 50260"/>
                          <a:gd name="connsiteX1" fmla="*/ 0 w 201549"/>
                          <a:gd name="connsiteY1" fmla="*/ 31718 h 50260"/>
                          <a:gd name="connsiteX2" fmla="*/ 6668 w 201549"/>
                          <a:gd name="connsiteY2" fmla="*/ 38576 h 50260"/>
                          <a:gd name="connsiteX3" fmla="*/ 17050 w 201549"/>
                          <a:gd name="connsiteY3" fmla="*/ 42958 h 50260"/>
                          <a:gd name="connsiteX4" fmla="*/ 49435 w 201549"/>
                          <a:gd name="connsiteY4" fmla="*/ 50197 h 50260"/>
                          <a:gd name="connsiteX5" fmla="*/ 75819 w 201549"/>
                          <a:gd name="connsiteY5" fmla="*/ 48006 h 50260"/>
                          <a:gd name="connsiteX6" fmla="*/ 86487 w 201549"/>
                          <a:gd name="connsiteY6" fmla="*/ 46006 h 50260"/>
                          <a:gd name="connsiteX7" fmla="*/ 136874 w 201549"/>
                          <a:gd name="connsiteY7" fmla="*/ 35814 h 50260"/>
                          <a:gd name="connsiteX8" fmla="*/ 141732 w 201549"/>
                          <a:gd name="connsiteY8" fmla="*/ 34766 h 50260"/>
                          <a:gd name="connsiteX9" fmla="*/ 168402 w 201549"/>
                          <a:gd name="connsiteY9" fmla="*/ 26003 h 50260"/>
                          <a:gd name="connsiteX10" fmla="*/ 194501 w 201549"/>
                          <a:gd name="connsiteY10" fmla="*/ 7811 h 50260"/>
                          <a:gd name="connsiteX11" fmla="*/ 201359 w 201549"/>
                          <a:gd name="connsiteY11" fmla="*/ 286 h 50260"/>
                          <a:gd name="connsiteX12" fmla="*/ 201549 w 201549"/>
                          <a:gd name="connsiteY12" fmla="*/ 0 h 50260"/>
                          <a:gd name="connsiteX13" fmla="*/ 80010 w 201549"/>
                          <a:gd name="connsiteY13" fmla="*/ 19526 h 502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1549" h="50260">
                            <a:moveTo>
                              <a:pt x="80010" y="19526"/>
                            </a:moveTo>
                            <a:cubicBezTo>
                              <a:pt x="53150" y="27527"/>
                              <a:pt x="23908" y="34004"/>
                              <a:pt x="0" y="31718"/>
                            </a:cubicBezTo>
                            <a:cubicBezTo>
                              <a:pt x="1429" y="34671"/>
                              <a:pt x="3715" y="37243"/>
                              <a:pt x="6668" y="38576"/>
                            </a:cubicBezTo>
                            <a:cubicBezTo>
                              <a:pt x="10287" y="40196"/>
                              <a:pt x="13716" y="41720"/>
                              <a:pt x="17050" y="42958"/>
                            </a:cubicBezTo>
                            <a:cubicBezTo>
                              <a:pt x="26956" y="46863"/>
                              <a:pt x="37433" y="49816"/>
                              <a:pt x="49435" y="50197"/>
                            </a:cubicBezTo>
                            <a:cubicBezTo>
                              <a:pt x="57245" y="50483"/>
                              <a:pt x="65913" y="49816"/>
                              <a:pt x="75819" y="48006"/>
                            </a:cubicBezTo>
                            <a:cubicBezTo>
                              <a:pt x="78867" y="47435"/>
                              <a:pt x="82487" y="46768"/>
                              <a:pt x="86487" y="46006"/>
                            </a:cubicBezTo>
                            <a:cubicBezTo>
                              <a:pt x="102013" y="42863"/>
                              <a:pt x="123254" y="38576"/>
                              <a:pt x="136874" y="35814"/>
                            </a:cubicBezTo>
                            <a:cubicBezTo>
                              <a:pt x="138589" y="35433"/>
                              <a:pt x="140303" y="35052"/>
                              <a:pt x="141732" y="34766"/>
                            </a:cubicBezTo>
                            <a:cubicBezTo>
                              <a:pt x="152019" y="32480"/>
                              <a:pt x="160782" y="29528"/>
                              <a:pt x="168402" y="26003"/>
                            </a:cubicBezTo>
                            <a:cubicBezTo>
                              <a:pt x="178784" y="21050"/>
                              <a:pt x="187071" y="14859"/>
                              <a:pt x="194501" y="7811"/>
                            </a:cubicBezTo>
                            <a:cubicBezTo>
                              <a:pt x="196882" y="5429"/>
                              <a:pt x="199168" y="2953"/>
                              <a:pt x="201359" y="286"/>
                            </a:cubicBezTo>
                            <a:lnTo>
                              <a:pt x="201549" y="0"/>
                            </a:lnTo>
                            <a:cubicBezTo>
                              <a:pt x="160782" y="2477"/>
                              <a:pt x="118586" y="8382"/>
                              <a:pt x="80010" y="1952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47" name="Forme libre : forme 11046">
                        <a:extLst>
                          <a:ext uri="{FF2B5EF4-FFF2-40B4-BE49-F238E27FC236}">
                            <a16:creationId xmlns:a16="http://schemas.microsoft.com/office/drawing/2014/main" id="{6FA5C79B-F50C-421F-8AC3-2E761E6067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7122" y="2587069"/>
                        <a:ext cx="95013" cy="29708"/>
                      </a:xfrm>
                      <a:custGeom>
                        <a:avLst/>
                        <a:gdLst>
                          <a:gd name="connsiteX0" fmla="*/ 94967 w 95013"/>
                          <a:gd name="connsiteY0" fmla="*/ 6873 h 29708"/>
                          <a:gd name="connsiteX1" fmla="*/ 47818 w 95013"/>
                          <a:gd name="connsiteY1" fmla="*/ 26781 h 29708"/>
                          <a:gd name="connsiteX2" fmla="*/ 193 w 95013"/>
                          <a:gd name="connsiteY2" fmla="*/ 23256 h 29708"/>
                          <a:gd name="connsiteX3" fmla="*/ 42961 w 95013"/>
                          <a:gd name="connsiteY3" fmla="*/ 2492 h 29708"/>
                          <a:gd name="connsiteX4" fmla="*/ 94967 w 95013"/>
                          <a:gd name="connsiteY4" fmla="*/ 6873 h 297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13" h="29708">
                            <a:moveTo>
                              <a:pt x="94967" y="6873"/>
                            </a:moveTo>
                            <a:cubicBezTo>
                              <a:pt x="96491" y="16589"/>
                              <a:pt x="60010" y="24114"/>
                              <a:pt x="47818" y="26781"/>
                            </a:cubicBezTo>
                            <a:cubicBezTo>
                              <a:pt x="35531" y="28876"/>
                              <a:pt x="3241" y="33639"/>
                              <a:pt x="193" y="23256"/>
                            </a:cubicBezTo>
                            <a:cubicBezTo>
                              <a:pt x="-2855" y="12493"/>
                              <a:pt x="30959" y="4016"/>
                              <a:pt x="42961" y="2492"/>
                            </a:cubicBezTo>
                            <a:cubicBezTo>
                              <a:pt x="54867" y="301"/>
                              <a:pt x="93443" y="-3414"/>
                              <a:pt x="94967" y="687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48" name="Forme libre : forme 11047">
                        <a:extLst>
                          <a:ext uri="{FF2B5EF4-FFF2-40B4-BE49-F238E27FC236}">
                            <a16:creationId xmlns:a16="http://schemas.microsoft.com/office/drawing/2014/main" id="{D1F09ED7-3621-46AC-9279-6EA359E3E8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6336" y="2596133"/>
                        <a:ext cx="68892" cy="20695"/>
                      </a:xfrm>
                      <a:custGeom>
                        <a:avLst/>
                        <a:gdLst>
                          <a:gd name="connsiteX0" fmla="*/ 18600 w 68892"/>
                          <a:gd name="connsiteY0" fmla="*/ 0 h 20695"/>
                          <a:gd name="connsiteX1" fmla="*/ 598 w 68892"/>
                          <a:gd name="connsiteY1" fmla="*/ 14383 h 20695"/>
                          <a:gd name="connsiteX2" fmla="*/ 49271 w 68892"/>
                          <a:gd name="connsiteY2" fmla="*/ 17717 h 20695"/>
                          <a:gd name="connsiteX3" fmla="*/ 68892 w 68892"/>
                          <a:gd name="connsiteY3" fmla="*/ 12668 h 20695"/>
                          <a:gd name="connsiteX4" fmla="*/ 58129 w 68892"/>
                          <a:gd name="connsiteY4" fmla="*/ 13716 h 20695"/>
                          <a:gd name="connsiteX5" fmla="*/ 18600 w 68892"/>
                          <a:gd name="connsiteY5" fmla="*/ 0 h 206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8892" h="20695">
                            <a:moveTo>
                              <a:pt x="18600" y="0"/>
                            </a:moveTo>
                            <a:cubicBezTo>
                              <a:pt x="12981" y="3048"/>
                              <a:pt x="-3307" y="8192"/>
                              <a:pt x="598" y="14383"/>
                            </a:cubicBezTo>
                            <a:cubicBezTo>
                              <a:pt x="6789" y="24194"/>
                              <a:pt x="33650" y="20288"/>
                              <a:pt x="49271" y="17717"/>
                            </a:cubicBezTo>
                            <a:cubicBezTo>
                              <a:pt x="53843" y="16859"/>
                              <a:pt x="63844" y="14288"/>
                              <a:pt x="68892" y="12668"/>
                            </a:cubicBezTo>
                            <a:cubicBezTo>
                              <a:pt x="65939" y="13049"/>
                              <a:pt x="60987" y="13811"/>
                              <a:pt x="58129" y="13716"/>
                            </a:cubicBezTo>
                            <a:cubicBezTo>
                              <a:pt x="41651" y="12859"/>
                              <a:pt x="22125" y="11525"/>
                              <a:pt x="18600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49" name="Forme libre : forme 11048">
                        <a:extLst>
                          <a:ext uri="{FF2B5EF4-FFF2-40B4-BE49-F238E27FC236}">
                            <a16:creationId xmlns:a16="http://schemas.microsoft.com/office/drawing/2014/main" id="{13A50985-C62D-4CA7-AD49-8CFFC6D41C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2541" y="2588811"/>
                        <a:ext cx="95128" cy="30076"/>
                      </a:xfrm>
                      <a:custGeom>
                        <a:avLst/>
                        <a:gdLst>
                          <a:gd name="connsiteX0" fmla="*/ 95073 w 95128"/>
                          <a:gd name="connsiteY0" fmla="*/ 7037 h 30076"/>
                          <a:gd name="connsiteX1" fmla="*/ 47353 w 95128"/>
                          <a:gd name="connsiteY1" fmla="*/ 27230 h 30076"/>
                          <a:gd name="connsiteX2" fmla="*/ 299 w 95128"/>
                          <a:gd name="connsiteY2" fmla="*/ 23134 h 30076"/>
                          <a:gd name="connsiteX3" fmla="*/ 42876 w 95128"/>
                          <a:gd name="connsiteY3" fmla="*/ 2751 h 30076"/>
                          <a:gd name="connsiteX4" fmla="*/ 95073 w 95128"/>
                          <a:gd name="connsiteY4" fmla="*/ 7037 h 30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128" h="30076">
                            <a:moveTo>
                              <a:pt x="95073" y="7037"/>
                            </a:moveTo>
                            <a:cubicBezTo>
                              <a:pt x="93263" y="17229"/>
                              <a:pt x="60497" y="24182"/>
                              <a:pt x="47353" y="27230"/>
                            </a:cubicBezTo>
                            <a:cubicBezTo>
                              <a:pt x="34208" y="29802"/>
                              <a:pt x="4109" y="33612"/>
                              <a:pt x="299" y="23134"/>
                            </a:cubicBezTo>
                            <a:cubicBezTo>
                              <a:pt x="-3606" y="12276"/>
                              <a:pt x="31827" y="4275"/>
                              <a:pt x="42876" y="2751"/>
                            </a:cubicBezTo>
                            <a:cubicBezTo>
                              <a:pt x="53925" y="370"/>
                              <a:pt x="96883" y="-3631"/>
                              <a:pt x="95073" y="703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50" name="Forme libre : forme 11049">
                        <a:extLst>
                          <a:ext uri="{FF2B5EF4-FFF2-40B4-BE49-F238E27FC236}">
                            <a16:creationId xmlns:a16="http://schemas.microsoft.com/office/drawing/2014/main" id="{18F96B5A-A0B3-4677-B026-8C7CCED04C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2248" y="2594069"/>
                        <a:ext cx="120516" cy="42667"/>
                      </a:xfrm>
                      <a:custGeom>
                        <a:avLst/>
                        <a:gdLst>
                          <a:gd name="connsiteX0" fmla="*/ 2110 w 120516"/>
                          <a:gd name="connsiteY0" fmla="*/ 28448 h 42667"/>
                          <a:gd name="connsiteX1" fmla="*/ 17064 w 120516"/>
                          <a:gd name="connsiteY1" fmla="*/ 36831 h 42667"/>
                          <a:gd name="connsiteX2" fmla="*/ 62593 w 120516"/>
                          <a:gd name="connsiteY2" fmla="*/ 42355 h 42667"/>
                          <a:gd name="connsiteX3" fmla="*/ 106218 w 120516"/>
                          <a:gd name="connsiteY3" fmla="*/ 31401 h 42667"/>
                          <a:gd name="connsiteX4" fmla="*/ 119743 w 120516"/>
                          <a:gd name="connsiteY4" fmla="*/ 15209 h 42667"/>
                          <a:gd name="connsiteX5" fmla="*/ 104313 w 120516"/>
                          <a:gd name="connsiteY5" fmla="*/ 11875 h 42667"/>
                          <a:gd name="connsiteX6" fmla="*/ 61641 w 120516"/>
                          <a:gd name="connsiteY6" fmla="*/ 5684 h 42667"/>
                          <a:gd name="connsiteX7" fmla="*/ 18112 w 120516"/>
                          <a:gd name="connsiteY7" fmla="*/ 2731 h 42667"/>
                          <a:gd name="connsiteX8" fmla="*/ 2110 w 120516"/>
                          <a:gd name="connsiteY8" fmla="*/ 28448 h 426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0516" h="42667">
                            <a:moveTo>
                              <a:pt x="2110" y="28448"/>
                            </a:moveTo>
                            <a:cubicBezTo>
                              <a:pt x="6301" y="33687"/>
                              <a:pt x="9158" y="35021"/>
                              <a:pt x="17064" y="36831"/>
                            </a:cubicBezTo>
                            <a:cubicBezTo>
                              <a:pt x="32113" y="40545"/>
                              <a:pt x="44210" y="43689"/>
                              <a:pt x="62593" y="42355"/>
                            </a:cubicBezTo>
                            <a:cubicBezTo>
                              <a:pt x="77834" y="41212"/>
                              <a:pt x="94312" y="37116"/>
                              <a:pt x="106218" y="31401"/>
                            </a:cubicBezTo>
                            <a:cubicBezTo>
                              <a:pt x="115076" y="27210"/>
                              <a:pt x="123077" y="20924"/>
                              <a:pt x="119743" y="15209"/>
                            </a:cubicBezTo>
                            <a:cubicBezTo>
                              <a:pt x="117648" y="11685"/>
                              <a:pt x="110314" y="12637"/>
                              <a:pt x="104313" y="11875"/>
                            </a:cubicBezTo>
                            <a:cubicBezTo>
                              <a:pt x="90026" y="10256"/>
                              <a:pt x="76309" y="9494"/>
                              <a:pt x="61641" y="5684"/>
                            </a:cubicBezTo>
                            <a:cubicBezTo>
                              <a:pt x="49259" y="2350"/>
                              <a:pt x="34780" y="-3460"/>
                              <a:pt x="18112" y="2731"/>
                            </a:cubicBezTo>
                            <a:cubicBezTo>
                              <a:pt x="3062" y="8446"/>
                              <a:pt x="-3796" y="21114"/>
                              <a:pt x="2110" y="2844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51" name="Forme libre : forme 11050">
                        <a:extLst>
                          <a:ext uri="{FF2B5EF4-FFF2-40B4-BE49-F238E27FC236}">
                            <a16:creationId xmlns:a16="http://schemas.microsoft.com/office/drawing/2014/main" id="{3635E8F0-55D1-43D0-95DF-16F6C1CEF7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4043" y="2587889"/>
                        <a:ext cx="37277" cy="19149"/>
                      </a:xfrm>
                      <a:custGeom>
                        <a:avLst/>
                        <a:gdLst>
                          <a:gd name="connsiteX0" fmla="*/ 2984 w 37277"/>
                          <a:gd name="connsiteY0" fmla="*/ 14150 h 19149"/>
                          <a:gd name="connsiteX1" fmla="*/ 31 w 37277"/>
                          <a:gd name="connsiteY1" fmla="*/ 17579 h 19149"/>
                          <a:gd name="connsiteX2" fmla="*/ 3460 w 37277"/>
                          <a:gd name="connsiteY2" fmla="*/ 19103 h 19149"/>
                          <a:gd name="connsiteX3" fmla="*/ 10509 w 37277"/>
                          <a:gd name="connsiteY3" fmla="*/ 17389 h 19149"/>
                          <a:gd name="connsiteX4" fmla="*/ 27273 w 37277"/>
                          <a:gd name="connsiteY4" fmla="*/ 11198 h 19149"/>
                          <a:gd name="connsiteX5" fmla="*/ 33083 w 37277"/>
                          <a:gd name="connsiteY5" fmla="*/ 8245 h 19149"/>
                          <a:gd name="connsiteX6" fmla="*/ 27463 w 37277"/>
                          <a:gd name="connsiteY6" fmla="*/ 911 h 19149"/>
                          <a:gd name="connsiteX7" fmla="*/ 2984 w 37277"/>
                          <a:gd name="connsiteY7" fmla="*/ 14150 h 19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277" h="19149">
                            <a:moveTo>
                              <a:pt x="2984" y="14150"/>
                            </a:moveTo>
                            <a:cubicBezTo>
                              <a:pt x="1365" y="15389"/>
                              <a:pt x="317" y="16246"/>
                              <a:pt x="31" y="17579"/>
                            </a:cubicBezTo>
                            <a:cubicBezTo>
                              <a:pt x="-254" y="18913"/>
                              <a:pt x="1460" y="19294"/>
                              <a:pt x="3460" y="19103"/>
                            </a:cubicBezTo>
                            <a:cubicBezTo>
                              <a:pt x="5461" y="18913"/>
                              <a:pt x="8318" y="18151"/>
                              <a:pt x="10509" y="17389"/>
                            </a:cubicBezTo>
                            <a:cubicBezTo>
                              <a:pt x="16129" y="15484"/>
                              <a:pt x="22034" y="13388"/>
                              <a:pt x="27273" y="11198"/>
                            </a:cubicBezTo>
                            <a:cubicBezTo>
                              <a:pt x="29464" y="10245"/>
                              <a:pt x="31464" y="9483"/>
                              <a:pt x="33083" y="8245"/>
                            </a:cubicBezTo>
                            <a:cubicBezTo>
                              <a:pt x="39941" y="3387"/>
                              <a:pt x="38608" y="-2233"/>
                              <a:pt x="27463" y="911"/>
                            </a:cubicBezTo>
                            <a:cubicBezTo>
                              <a:pt x="18796" y="3387"/>
                              <a:pt x="9366" y="9197"/>
                              <a:pt x="2984" y="1415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52" name="Forme libre : forme 11051">
                        <a:extLst>
                          <a:ext uri="{FF2B5EF4-FFF2-40B4-BE49-F238E27FC236}">
                            <a16:creationId xmlns:a16="http://schemas.microsoft.com/office/drawing/2014/main" id="{7707C486-0969-4223-87C5-169CB6E1CE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1705" y="2596229"/>
                        <a:ext cx="54673" cy="35051"/>
                      </a:xfrm>
                      <a:custGeom>
                        <a:avLst/>
                        <a:gdLst>
                          <a:gd name="connsiteX0" fmla="*/ 54674 w 54673"/>
                          <a:gd name="connsiteY0" fmla="*/ 0 h 35051"/>
                          <a:gd name="connsiteX1" fmla="*/ 0 w 54673"/>
                          <a:gd name="connsiteY1" fmla="*/ 35052 h 35051"/>
                          <a:gd name="connsiteX2" fmla="*/ 54674 w 54673"/>
                          <a:gd name="connsiteY2" fmla="*/ 0 h 35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4673" h="35051">
                            <a:moveTo>
                              <a:pt x="54674" y="0"/>
                            </a:moveTo>
                            <a:cubicBezTo>
                              <a:pt x="47244" y="14478"/>
                              <a:pt x="17907" y="26670"/>
                              <a:pt x="0" y="35052"/>
                            </a:cubicBezTo>
                            <a:cubicBezTo>
                              <a:pt x="19622" y="26098"/>
                              <a:pt x="40196" y="11811"/>
                              <a:pt x="5467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53" name="Forme libre : forme 11052">
                        <a:extLst>
                          <a:ext uri="{FF2B5EF4-FFF2-40B4-BE49-F238E27FC236}">
                            <a16:creationId xmlns:a16="http://schemas.microsoft.com/office/drawing/2014/main" id="{65E99D43-7532-42E2-8813-00A59E240C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0355" y="2574512"/>
                        <a:ext cx="60769" cy="43243"/>
                      </a:xfrm>
                      <a:custGeom>
                        <a:avLst/>
                        <a:gdLst>
                          <a:gd name="connsiteX0" fmla="*/ 60769 w 60769"/>
                          <a:gd name="connsiteY0" fmla="*/ 0 h 43243"/>
                          <a:gd name="connsiteX1" fmla="*/ 0 w 60769"/>
                          <a:gd name="connsiteY1" fmla="*/ 43243 h 43243"/>
                          <a:gd name="connsiteX2" fmla="*/ 60769 w 60769"/>
                          <a:gd name="connsiteY2" fmla="*/ 0 h 432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0769" h="43243">
                            <a:moveTo>
                              <a:pt x="60769" y="0"/>
                            </a:moveTo>
                            <a:cubicBezTo>
                              <a:pt x="33814" y="8191"/>
                              <a:pt x="13335" y="25432"/>
                              <a:pt x="0" y="43243"/>
                            </a:cubicBezTo>
                            <a:cubicBezTo>
                              <a:pt x="11621" y="25813"/>
                              <a:pt x="38767" y="10001"/>
                              <a:pt x="6076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54" name="Forme libre : forme 11053">
                        <a:extLst>
                          <a:ext uri="{FF2B5EF4-FFF2-40B4-BE49-F238E27FC236}">
                            <a16:creationId xmlns:a16="http://schemas.microsoft.com/office/drawing/2014/main" id="{E1B872B0-43F9-4B90-AE9D-DDF91A91FB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4171" y="2590484"/>
                        <a:ext cx="35791" cy="8496"/>
                      </a:xfrm>
                      <a:custGeom>
                        <a:avLst/>
                        <a:gdLst>
                          <a:gd name="connsiteX0" fmla="*/ 35629 w 35791"/>
                          <a:gd name="connsiteY0" fmla="*/ 3364 h 8496"/>
                          <a:gd name="connsiteX1" fmla="*/ 15151 w 35791"/>
                          <a:gd name="connsiteY1" fmla="*/ 8316 h 8496"/>
                          <a:gd name="connsiteX2" fmla="*/ 196 w 35791"/>
                          <a:gd name="connsiteY2" fmla="*/ 4983 h 8496"/>
                          <a:gd name="connsiteX3" fmla="*/ 19532 w 35791"/>
                          <a:gd name="connsiteY3" fmla="*/ 125 h 8496"/>
                          <a:gd name="connsiteX4" fmla="*/ 35629 w 35791"/>
                          <a:gd name="connsiteY4" fmla="*/ 3364 h 8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791" h="8496">
                            <a:moveTo>
                              <a:pt x="35629" y="3364"/>
                            </a:moveTo>
                            <a:cubicBezTo>
                              <a:pt x="33820" y="7269"/>
                              <a:pt x="19532" y="7840"/>
                              <a:pt x="15151" y="8316"/>
                            </a:cubicBezTo>
                            <a:cubicBezTo>
                              <a:pt x="10769" y="8602"/>
                              <a:pt x="-1709" y="9079"/>
                              <a:pt x="196" y="4983"/>
                            </a:cubicBezTo>
                            <a:cubicBezTo>
                              <a:pt x="2101" y="792"/>
                              <a:pt x="15436" y="411"/>
                              <a:pt x="19532" y="125"/>
                            </a:cubicBezTo>
                            <a:cubicBezTo>
                              <a:pt x="23628" y="-66"/>
                              <a:pt x="37439" y="-542"/>
                              <a:pt x="35629" y="336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55" name="Forme libre : forme 11054">
                        <a:extLst>
                          <a:ext uri="{FF2B5EF4-FFF2-40B4-BE49-F238E27FC236}">
                            <a16:creationId xmlns:a16="http://schemas.microsoft.com/office/drawing/2014/main" id="{38FA72D7-0D96-4EAF-BDB7-34D8258ADC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5065" y="2591070"/>
                        <a:ext cx="10136" cy="3549"/>
                      </a:xfrm>
                      <a:custGeom>
                        <a:avLst/>
                        <a:gdLst>
                          <a:gd name="connsiteX0" fmla="*/ 10070 w 10136"/>
                          <a:gd name="connsiteY0" fmla="*/ 1064 h 3549"/>
                          <a:gd name="connsiteX1" fmla="*/ 5688 w 10136"/>
                          <a:gd name="connsiteY1" fmla="*/ 3350 h 3549"/>
                          <a:gd name="connsiteX2" fmla="*/ 69 w 10136"/>
                          <a:gd name="connsiteY2" fmla="*/ 2587 h 3549"/>
                          <a:gd name="connsiteX3" fmla="*/ 4260 w 10136"/>
                          <a:gd name="connsiteY3" fmla="*/ 206 h 3549"/>
                          <a:gd name="connsiteX4" fmla="*/ 10070 w 10136"/>
                          <a:gd name="connsiteY4" fmla="*/ 1064 h 35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36" h="3549">
                            <a:moveTo>
                              <a:pt x="10070" y="1064"/>
                            </a:moveTo>
                            <a:cubicBezTo>
                              <a:pt x="10641" y="2397"/>
                              <a:pt x="7403" y="3159"/>
                              <a:pt x="5688" y="3350"/>
                            </a:cubicBezTo>
                            <a:cubicBezTo>
                              <a:pt x="3974" y="3540"/>
                              <a:pt x="545" y="3921"/>
                              <a:pt x="69" y="2587"/>
                            </a:cubicBezTo>
                            <a:cubicBezTo>
                              <a:pt x="-503" y="1254"/>
                              <a:pt x="2640" y="492"/>
                              <a:pt x="4260" y="206"/>
                            </a:cubicBezTo>
                            <a:cubicBezTo>
                              <a:pt x="5974" y="-80"/>
                              <a:pt x="9498" y="-270"/>
                              <a:pt x="10070" y="106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56" name="Forme libre : forme 11055">
                        <a:extLst>
                          <a:ext uri="{FF2B5EF4-FFF2-40B4-BE49-F238E27FC236}">
                            <a16:creationId xmlns:a16="http://schemas.microsoft.com/office/drawing/2014/main" id="{C3913282-2075-4BCD-AC66-7A7F5A4744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9871" y="2565427"/>
                        <a:ext cx="92054" cy="28543"/>
                      </a:xfrm>
                      <a:custGeom>
                        <a:avLst/>
                        <a:gdLst>
                          <a:gd name="connsiteX0" fmla="*/ 68314 w 92054"/>
                          <a:gd name="connsiteY0" fmla="*/ 9466 h 28543"/>
                          <a:gd name="connsiteX1" fmla="*/ 91365 w 92054"/>
                          <a:gd name="connsiteY1" fmla="*/ 22229 h 28543"/>
                          <a:gd name="connsiteX2" fmla="*/ 85650 w 92054"/>
                          <a:gd name="connsiteY2" fmla="*/ 28420 h 28543"/>
                          <a:gd name="connsiteX3" fmla="*/ 74791 w 92054"/>
                          <a:gd name="connsiteY3" fmla="*/ 25944 h 28543"/>
                          <a:gd name="connsiteX4" fmla="*/ 41930 w 92054"/>
                          <a:gd name="connsiteY4" fmla="*/ 16705 h 28543"/>
                          <a:gd name="connsiteX5" fmla="*/ 496 w 92054"/>
                          <a:gd name="connsiteY5" fmla="*/ 8704 h 28543"/>
                          <a:gd name="connsiteX6" fmla="*/ 46216 w 92054"/>
                          <a:gd name="connsiteY6" fmla="*/ 893 h 28543"/>
                          <a:gd name="connsiteX7" fmla="*/ 68314 w 92054"/>
                          <a:gd name="connsiteY7" fmla="*/ 9466 h 285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2054" h="28543">
                            <a:moveTo>
                              <a:pt x="68314" y="9466"/>
                            </a:moveTo>
                            <a:cubicBezTo>
                              <a:pt x="78316" y="13180"/>
                              <a:pt x="85364" y="15847"/>
                              <a:pt x="91365" y="22229"/>
                            </a:cubicBezTo>
                            <a:cubicBezTo>
                              <a:pt x="93556" y="24611"/>
                              <a:pt x="90222" y="27944"/>
                              <a:pt x="85650" y="28420"/>
                            </a:cubicBezTo>
                            <a:cubicBezTo>
                              <a:pt x="81078" y="28992"/>
                              <a:pt x="78030" y="27468"/>
                              <a:pt x="74791" y="25944"/>
                            </a:cubicBezTo>
                            <a:cubicBezTo>
                              <a:pt x="64790" y="21467"/>
                              <a:pt x="54027" y="18895"/>
                              <a:pt x="41930" y="16705"/>
                            </a:cubicBezTo>
                            <a:cubicBezTo>
                              <a:pt x="34405" y="15086"/>
                              <a:pt x="-4838" y="17276"/>
                              <a:pt x="496" y="8704"/>
                            </a:cubicBezTo>
                            <a:cubicBezTo>
                              <a:pt x="5926" y="-250"/>
                              <a:pt x="36025" y="-1107"/>
                              <a:pt x="46216" y="893"/>
                            </a:cubicBezTo>
                            <a:cubicBezTo>
                              <a:pt x="56503" y="2703"/>
                              <a:pt x="60790" y="6894"/>
                              <a:pt x="68314" y="946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51" name="Graphique 1">
                      <a:extLst>
                        <a:ext uri="{FF2B5EF4-FFF2-40B4-BE49-F238E27FC236}">
                          <a16:creationId xmlns:a16="http://schemas.microsoft.com/office/drawing/2014/main" id="{3F788295-97BE-440C-9723-0C00F24CBA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1713" y="2553409"/>
                      <a:ext cx="204941" cy="86803"/>
                      <a:chOff x="721713" y="2553409"/>
                      <a:chExt cx="204941" cy="86803"/>
                    </a:xfrm>
                    <a:solidFill>
                      <a:schemeClr val="accent1"/>
                    </a:solidFill>
                  </p:grpSpPr>
                  <p:sp>
                    <p:nvSpPr>
                      <p:cNvPr id="11033" name="Forme libre : forme 11032">
                        <a:extLst>
                          <a:ext uri="{FF2B5EF4-FFF2-40B4-BE49-F238E27FC236}">
                            <a16:creationId xmlns:a16="http://schemas.microsoft.com/office/drawing/2014/main" id="{329E07C2-B3F5-4122-B43F-C8C0F91CA7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748" y="2553409"/>
                        <a:ext cx="204906" cy="86803"/>
                      </a:xfrm>
                      <a:custGeom>
                        <a:avLst/>
                        <a:gdLst>
                          <a:gd name="connsiteX0" fmla="*/ 131029 w 204906"/>
                          <a:gd name="connsiteY0" fmla="*/ 84729 h 86803"/>
                          <a:gd name="connsiteX1" fmla="*/ 67307 w 204906"/>
                          <a:gd name="connsiteY1" fmla="*/ 75204 h 86803"/>
                          <a:gd name="connsiteX2" fmla="*/ 31302 w 204906"/>
                          <a:gd name="connsiteY2" fmla="*/ 64918 h 86803"/>
                          <a:gd name="connsiteX3" fmla="*/ 4442 w 204906"/>
                          <a:gd name="connsiteY3" fmla="*/ 45677 h 86803"/>
                          <a:gd name="connsiteX4" fmla="*/ 4632 w 204906"/>
                          <a:gd name="connsiteY4" fmla="*/ 24150 h 86803"/>
                          <a:gd name="connsiteX5" fmla="*/ 75117 w 204906"/>
                          <a:gd name="connsiteY5" fmla="*/ 52 h 86803"/>
                          <a:gd name="connsiteX6" fmla="*/ 145031 w 204906"/>
                          <a:gd name="connsiteY6" fmla="*/ 10530 h 86803"/>
                          <a:gd name="connsiteX7" fmla="*/ 202943 w 204906"/>
                          <a:gd name="connsiteY7" fmla="*/ 56059 h 86803"/>
                          <a:gd name="connsiteX8" fmla="*/ 198180 w 204906"/>
                          <a:gd name="connsiteY8" fmla="*/ 76633 h 86803"/>
                          <a:gd name="connsiteX9" fmla="*/ 131029 w 204906"/>
                          <a:gd name="connsiteY9" fmla="*/ 84729 h 86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04906" h="86803">
                            <a:moveTo>
                              <a:pt x="131029" y="84729"/>
                            </a:moveTo>
                            <a:cubicBezTo>
                              <a:pt x="115884" y="81872"/>
                              <a:pt x="83118" y="77014"/>
                              <a:pt x="67307" y="75204"/>
                            </a:cubicBezTo>
                            <a:cubicBezTo>
                              <a:pt x="52733" y="73204"/>
                              <a:pt x="41208" y="69966"/>
                              <a:pt x="31302" y="64918"/>
                            </a:cubicBezTo>
                            <a:cubicBezTo>
                              <a:pt x="21396" y="59964"/>
                              <a:pt x="13109" y="53487"/>
                              <a:pt x="4442" y="45677"/>
                            </a:cubicBezTo>
                            <a:cubicBezTo>
                              <a:pt x="-1559" y="40343"/>
                              <a:pt x="-1464" y="29389"/>
                              <a:pt x="4632" y="24150"/>
                            </a:cubicBezTo>
                            <a:cubicBezTo>
                              <a:pt x="22349" y="9006"/>
                              <a:pt x="41780" y="-805"/>
                              <a:pt x="75117" y="52"/>
                            </a:cubicBezTo>
                            <a:cubicBezTo>
                              <a:pt x="92738" y="243"/>
                              <a:pt x="127695" y="5672"/>
                              <a:pt x="145031" y="10530"/>
                            </a:cubicBezTo>
                            <a:cubicBezTo>
                              <a:pt x="177606" y="19483"/>
                              <a:pt x="191798" y="35866"/>
                              <a:pt x="202943" y="56059"/>
                            </a:cubicBezTo>
                            <a:cubicBezTo>
                              <a:pt x="206753" y="63108"/>
                              <a:pt x="204943" y="73585"/>
                              <a:pt x="198180" y="76633"/>
                            </a:cubicBezTo>
                            <a:cubicBezTo>
                              <a:pt x="178368" y="85968"/>
                              <a:pt x="159318" y="89397"/>
                              <a:pt x="131029" y="8472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34" name="Forme libre : forme 11033">
                        <a:extLst>
                          <a:ext uri="{FF2B5EF4-FFF2-40B4-BE49-F238E27FC236}">
                            <a16:creationId xmlns:a16="http://schemas.microsoft.com/office/drawing/2014/main" id="{791555BD-F8EF-401B-98B5-970409D01B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713" y="2590323"/>
                        <a:ext cx="198310" cy="49469"/>
                      </a:xfrm>
                      <a:custGeom>
                        <a:avLst/>
                        <a:gdLst>
                          <a:gd name="connsiteX0" fmla="*/ 79819 w 198310"/>
                          <a:gd name="connsiteY0" fmla="*/ 12192 h 49469"/>
                          <a:gd name="connsiteX1" fmla="*/ 0 w 198310"/>
                          <a:gd name="connsiteY1" fmla="*/ 0 h 49469"/>
                          <a:gd name="connsiteX2" fmla="*/ 4286 w 198310"/>
                          <a:gd name="connsiteY2" fmla="*/ 8572 h 49469"/>
                          <a:gd name="connsiteX3" fmla="*/ 13144 w 198310"/>
                          <a:gd name="connsiteY3" fmla="*/ 16097 h 49469"/>
                          <a:gd name="connsiteX4" fmla="*/ 42196 w 198310"/>
                          <a:gd name="connsiteY4" fmla="*/ 32290 h 49469"/>
                          <a:gd name="connsiteX5" fmla="*/ 67246 w 198310"/>
                          <a:gd name="connsiteY5" fmla="*/ 37909 h 49469"/>
                          <a:gd name="connsiteX6" fmla="*/ 77533 w 198310"/>
                          <a:gd name="connsiteY6" fmla="*/ 39243 h 49469"/>
                          <a:gd name="connsiteX7" fmla="*/ 126301 w 198310"/>
                          <a:gd name="connsiteY7" fmla="*/ 46672 h 49469"/>
                          <a:gd name="connsiteX8" fmla="*/ 130969 w 198310"/>
                          <a:gd name="connsiteY8" fmla="*/ 47434 h 49469"/>
                          <a:gd name="connsiteX9" fmla="*/ 158020 w 198310"/>
                          <a:gd name="connsiteY9" fmla="*/ 49435 h 49469"/>
                          <a:gd name="connsiteX10" fmla="*/ 188690 w 198310"/>
                          <a:gd name="connsiteY10" fmla="*/ 43339 h 49469"/>
                          <a:gd name="connsiteX11" fmla="*/ 198025 w 198310"/>
                          <a:gd name="connsiteY11" fmla="*/ 39433 h 49469"/>
                          <a:gd name="connsiteX12" fmla="*/ 198310 w 198310"/>
                          <a:gd name="connsiteY12" fmla="*/ 39243 h 49469"/>
                          <a:gd name="connsiteX13" fmla="*/ 79819 w 198310"/>
                          <a:gd name="connsiteY13" fmla="*/ 12192 h 49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98310" h="49469">
                            <a:moveTo>
                              <a:pt x="79819" y="12192"/>
                            </a:moveTo>
                            <a:cubicBezTo>
                              <a:pt x="52197" y="11049"/>
                              <a:pt x="22479" y="10287"/>
                              <a:pt x="0" y="0"/>
                            </a:cubicBezTo>
                            <a:cubicBezTo>
                              <a:pt x="381" y="3334"/>
                              <a:pt x="1810" y="6382"/>
                              <a:pt x="4286" y="8572"/>
                            </a:cubicBezTo>
                            <a:cubicBezTo>
                              <a:pt x="7239" y="11239"/>
                              <a:pt x="10192" y="13811"/>
                              <a:pt x="13144" y="16097"/>
                            </a:cubicBezTo>
                            <a:cubicBezTo>
                              <a:pt x="21717" y="22860"/>
                              <a:pt x="30861" y="28384"/>
                              <a:pt x="42196" y="32290"/>
                            </a:cubicBezTo>
                            <a:cubicBezTo>
                              <a:pt x="49625" y="34766"/>
                              <a:pt x="57531" y="36671"/>
                              <a:pt x="67246" y="37909"/>
                            </a:cubicBezTo>
                            <a:cubicBezTo>
                              <a:pt x="70199" y="38290"/>
                              <a:pt x="73628" y="38767"/>
                              <a:pt x="77533" y="39243"/>
                            </a:cubicBezTo>
                            <a:cubicBezTo>
                              <a:pt x="92678" y="40957"/>
                              <a:pt x="113252" y="44196"/>
                              <a:pt x="126301" y="46672"/>
                            </a:cubicBezTo>
                            <a:cubicBezTo>
                              <a:pt x="128016" y="46958"/>
                              <a:pt x="129635" y="47244"/>
                              <a:pt x="130969" y="47434"/>
                            </a:cubicBezTo>
                            <a:cubicBezTo>
                              <a:pt x="141065" y="49054"/>
                              <a:pt x="149924" y="49625"/>
                              <a:pt x="158020" y="49435"/>
                            </a:cubicBezTo>
                            <a:cubicBezTo>
                              <a:pt x="169259" y="48863"/>
                              <a:pt x="179070" y="46672"/>
                              <a:pt x="188690" y="43339"/>
                            </a:cubicBezTo>
                            <a:cubicBezTo>
                              <a:pt x="191834" y="42100"/>
                              <a:pt x="194881" y="40862"/>
                              <a:pt x="198025" y="39433"/>
                            </a:cubicBezTo>
                            <a:lnTo>
                              <a:pt x="198310" y="39243"/>
                            </a:lnTo>
                            <a:cubicBezTo>
                              <a:pt x="160877" y="24384"/>
                              <a:pt x="119539" y="13906"/>
                              <a:pt x="79819" y="1219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35" name="Forme libre : forme 11034">
                        <a:extLst>
                          <a:ext uri="{FF2B5EF4-FFF2-40B4-BE49-F238E27FC236}">
                            <a16:creationId xmlns:a16="http://schemas.microsoft.com/office/drawing/2014/main" id="{6B3B2645-AAC4-4530-A835-5FFE56F83C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815" y="2583907"/>
                        <a:ext cx="94324" cy="31200"/>
                      </a:xfrm>
                      <a:custGeom>
                        <a:avLst/>
                        <a:gdLst>
                          <a:gd name="connsiteX0" fmla="*/ 94204 w 94324"/>
                          <a:gd name="connsiteY0" fmla="*/ 26419 h 31200"/>
                          <a:gd name="connsiteX1" fmla="*/ 72392 w 94324"/>
                          <a:gd name="connsiteY1" fmla="*/ 30896 h 31200"/>
                          <a:gd name="connsiteX2" fmla="*/ 43341 w 94324"/>
                          <a:gd name="connsiteY2" fmla="*/ 27276 h 31200"/>
                          <a:gd name="connsiteX3" fmla="*/ 2 w 94324"/>
                          <a:gd name="connsiteY3" fmla="*/ 8131 h 31200"/>
                          <a:gd name="connsiteX4" fmla="*/ 47436 w 94324"/>
                          <a:gd name="connsiteY4" fmla="*/ 2797 h 31200"/>
                          <a:gd name="connsiteX5" fmla="*/ 76392 w 94324"/>
                          <a:gd name="connsiteY5" fmla="*/ 11465 h 31200"/>
                          <a:gd name="connsiteX6" fmla="*/ 94204 w 94324"/>
                          <a:gd name="connsiteY6" fmla="*/ 26419 h 31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4324" h="31200">
                            <a:moveTo>
                              <a:pt x="94204" y="26419"/>
                            </a:moveTo>
                            <a:cubicBezTo>
                              <a:pt x="92966" y="31277"/>
                              <a:pt x="83250" y="31658"/>
                              <a:pt x="72392" y="30896"/>
                            </a:cubicBezTo>
                            <a:cubicBezTo>
                              <a:pt x="61533" y="30134"/>
                              <a:pt x="49437" y="28229"/>
                              <a:pt x="43341" y="27276"/>
                            </a:cubicBezTo>
                            <a:cubicBezTo>
                              <a:pt x="31244" y="24800"/>
                              <a:pt x="-284" y="18799"/>
                              <a:pt x="2" y="8131"/>
                            </a:cubicBezTo>
                            <a:cubicBezTo>
                              <a:pt x="383" y="-3299"/>
                              <a:pt x="35625" y="-251"/>
                              <a:pt x="47436" y="2797"/>
                            </a:cubicBezTo>
                            <a:cubicBezTo>
                              <a:pt x="53437" y="3940"/>
                              <a:pt x="65915" y="7083"/>
                              <a:pt x="76392" y="11465"/>
                            </a:cubicBezTo>
                            <a:cubicBezTo>
                              <a:pt x="86965" y="15846"/>
                              <a:pt x="95442" y="21466"/>
                              <a:pt x="94204" y="2641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36" name="Forme libre : forme 11035">
                        <a:extLst>
                          <a:ext uri="{FF2B5EF4-FFF2-40B4-BE49-F238E27FC236}">
                            <a16:creationId xmlns:a16="http://schemas.microsoft.com/office/drawing/2014/main" id="{10A2825A-A307-45AD-A65B-BA3C34F59A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126" y="2584132"/>
                        <a:ext cx="64318" cy="29527"/>
                      </a:xfrm>
                      <a:custGeom>
                        <a:avLst/>
                        <a:gdLst>
                          <a:gd name="connsiteX0" fmla="*/ 21932 w 64318"/>
                          <a:gd name="connsiteY0" fmla="*/ 0 h 29527"/>
                          <a:gd name="connsiteX1" fmla="*/ 120 w 64318"/>
                          <a:gd name="connsiteY1" fmla="*/ 7906 h 29527"/>
                          <a:gd name="connsiteX2" fmla="*/ 44506 w 64318"/>
                          <a:gd name="connsiteY2" fmla="*/ 27146 h 29527"/>
                          <a:gd name="connsiteX3" fmla="*/ 64318 w 64318"/>
                          <a:gd name="connsiteY3" fmla="*/ 29528 h 29527"/>
                          <a:gd name="connsiteX4" fmla="*/ 54031 w 64318"/>
                          <a:gd name="connsiteY4" fmla="*/ 26575 h 29527"/>
                          <a:gd name="connsiteX5" fmla="*/ 21932 w 64318"/>
                          <a:gd name="connsiteY5" fmla="*/ 0 h 295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4318" h="29527">
                            <a:moveTo>
                              <a:pt x="21932" y="0"/>
                            </a:moveTo>
                            <a:cubicBezTo>
                              <a:pt x="15550" y="1048"/>
                              <a:pt x="-1595" y="762"/>
                              <a:pt x="120" y="7906"/>
                            </a:cubicBezTo>
                            <a:cubicBezTo>
                              <a:pt x="2977" y="18860"/>
                              <a:pt x="29266" y="24003"/>
                              <a:pt x="44506" y="27146"/>
                            </a:cubicBezTo>
                            <a:cubicBezTo>
                              <a:pt x="48983" y="27908"/>
                              <a:pt x="59175" y="29242"/>
                              <a:pt x="64318" y="29528"/>
                            </a:cubicBezTo>
                            <a:cubicBezTo>
                              <a:pt x="61461" y="28670"/>
                              <a:pt x="56603" y="27813"/>
                              <a:pt x="54031" y="26575"/>
                            </a:cubicBezTo>
                            <a:cubicBezTo>
                              <a:pt x="39458" y="19908"/>
                              <a:pt x="21551" y="12002"/>
                              <a:pt x="2193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37" name="Forme libre : forme 11036">
                        <a:extLst>
                          <a:ext uri="{FF2B5EF4-FFF2-40B4-BE49-F238E27FC236}">
                            <a16:creationId xmlns:a16="http://schemas.microsoft.com/office/drawing/2014/main" id="{574ABE1B-36BD-4105-8C40-7E383C5CAA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8579" y="2587272"/>
                        <a:ext cx="94214" cy="31272"/>
                      </a:xfrm>
                      <a:custGeom>
                        <a:avLst/>
                        <a:gdLst>
                          <a:gd name="connsiteX0" fmla="*/ 93631 w 94214"/>
                          <a:gd name="connsiteY0" fmla="*/ 26959 h 31272"/>
                          <a:gd name="connsiteX1" fmla="*/ 70772 w 94214"/>
                          <a:gd name="connsiteY1" fmla="*/ 30960 h 31272"/>
                          <a:gd name="connsiteX2" fmla="*/ 42387 w 94214"/>
                          <a:gd name="connsiteY2" fmla="*/ 27530 h 31272"/>
                          <a:gd name="connsiteX3" fmla="*/ 1 w 94214"/>
                          <a:gd name="connsiteY3" fmla="*/ 7909 h 31272"/>
                          <a:gd name="connsiteX4" fmla="*/ 19336 w 94214"/>
                          <a:gd name="connsiteY4" fmla="*/ 3 h 31272"/>
                          <a:gd name="connsiteX5" fmla="*/ 47150 w 94214"/>
                          <a:gd name="connsiteY5" fmla="*/ 3051 h 31272"/>
                          <a:gd name="connsiteX6" fmla="*/ 76963 w 94214"/>
                          <a:gd name="connsiteY6" fmla="*/ 12005 h 31272"/>
                          <a:gd name="connsiteX7" fmla="*/ 93631 w 94214"/>
                          <a:gd name="connsiteY7" fmla="*/ 26959 h 312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4214" h="31272">
                            <a:moveTo>
                              <a:pt x="93631" y="26959"/>
                            </a:moveTo>
                            <a:cubicBezTo>
                              <a:pt x="90774" y="31341"/>
                              <a:pt x="81154" y="31721"/>
                              <a:pt x="70772" y="30960"/>
                            </a:cubicBezTo>
                            <a:cubicBezTo>
                              <a:pt x="60294" y="30197"/>
                              <a:pt x="48959" y="28578"/>
                              <a:pt x="42387" y="27530"/>
                            </a:cubicBezTo>
                            <a:cubicBezTo>
                              <a:pt x="29433" y="25054"/>
                              <a:pt x="382" y="18958"/>
                              <a:pt x="1" y="7909"/>
                            </a:cubicBezTo>
                            <a:cubicBezTo>
                              <a:pt x="-95" y="2194"/>
                              <a:pt x="8859" y="194"/>
                              <a:pt x="19336" y="3"/>
                            </a:cubicBezTo>
                            <a:cubicBezTo>
                              <a:pt x="29814" y="-92"/>
                              <a:pt x="41625" y="1908"/>
                              <a:pt x="47150" y="3051"/>
                            </a:cubicBezTo>
                            <a:cubicBezTo>
                              <a:pt x="52674" y="4194"/>
                              <a:pt x="66009" y="7337"/>
                              <a:pt x="76963" y="12005"/>
                            </a:cubicBezTo>
                            <a:cubicBezTo>
                              <a:pt x="87917" y="16672"/>
                              <a:pt x="96584" y="22577"/>
                              <a:pt x="93631" y="2695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38" name="Forme libre : forme 11037">
                        <a:extLst>
                          <a:ext uri="{FF2B5EF4-FFF2-40B4-BE49-F238E27FC236}">
                            <a16:creationId xmlns:a16="http://schemas.microsoft.com/office/drawing/2014/main" id="{679C1F89-A164-4788-9C27-157E181D52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476" y="2571019"/>
                        <a:ext cx="115118" cy="56070"/>
                      </a:xfrm>
                      <a:custGeom>
                        <a:avLst/>
                        <a:gdLst>
                          <a:gd name="connsiteX0" fmla="*/ 765 w 115118"/>
                          <a:gd name="connsiteY0" fmla="*/ 20161 h 56070"/>
                          <a:gd name="connsiteX1" fmla="*/ 12671 w 115118"/>
                          <a:gd name="connsiteY1" fmla="*/ 32448 h 56070"/>
                          <a:gd name="connsiteX2" fmla="*/ 53438 w 115118"/>
                          <a:gd name="connsiteY2" fmla="*/ 51308 h 56070"/>
                          <a:gd name="connsiteX3" fmla="*/ 96777 w 115118"/>
                          <a:gd name="connsiteY3" fmla="*/ 55785 h 56070"/>
                          <a:gd name="connsiteX4" fmla="*/ 115065 w 115118"/>
                          <a:gd name="connsiteY4" fmla="*/ 45783 h 56070"/>
                          <a:gd name="connsiteX5" fmla="*/ 102111 w 115118"/>
                          <a:gd name="connsiteY5" fmla="*/ 36925 h 56070"/>
                          <a:gd name="connsiteX6" fmla="*/ 64296 w 115118"/>
                          <a:gd name="connsiteY6" fmla="*/ 16351 h 56070"/>
                          <a:gd name="connsiteX7" fmla="*/ 23244 w 115118"/>
                          <a:gd name="connsiteY7" fmla="*/ 63 h 56070"/>
                          <a:gd name="connsiteX8" fmla="*/ 765 w 115118"/>
                          <a:gd name="connsiteY8" fmla="*/ 20161 h 56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5118" h="56070">
                            <a:moveTo>
                              <a:pt x="765" y="20161"/>
                            </a:moveTo>
                            <a:cubicBezTo>
                              <a:pt x="3336" y="26448"/>
                              <a:pt x="5718" y="28258"/>
                              <a:pt x="12671" y="32448"/>
                            </a:cubicBezTo>
                            <a:cubicBezTo>
                              <a:pt x="26101" y="40164"/>
                              <a:pt x="36293" y="46926"/>
                              <a:pt x="53438" y="51308"/>
                            </a:cubicBezTo>
                            <a:cubicBezTo>
                              <a:pt x="67725" y="54927"/>
                              <a:pt x="84013" y="56833"/>
                              <a:pt x="96777" y="55785"/>
                            </a:cubicBezTo>
                            <a:cubicBezTo>
                              <a:pt x="106302" y="54832"/>
                              <a:pt x="115922" y="52260"/>
                              <a:pt x="115065" y="45783"/>
                            </a:cubicBezTo>
                            <a:cubicBezTo>
                              <a:pt x="114493" y="41783"/>
                              <a:pt x="107445" y="39687"/>
                              <a:pt x="102111" y="36925"/>
                            </a:cubicBezTo>
                            <a:cubicBezTo>
                              <a:pt x="89538" y="30067"/>
                              <a:pt x="76965" y="24828"/>
                              <a:pt x="64296" y="16351"/>
                            </a:cubicBezTo>
                            <a:cubicBezTo>
                              <a:pt x="53629" y="9112"/>
                              <a:pt x="41341" y="-889"/>
                              <a:pt x="23244" y="63"/>
                            </a:cubicBezTo>
                            <a:cubicBezTo>
                              <a:pt x="7242" y="1206"/>
                              <a:pt x="-2950" y="11493"/>
                              <a:pt x="765" y="2016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39" name="Forme libre : forme 11038">
                        <a:extLst>
                          <a:ext uri="{FF2B5EF4-FFF2-40B4-BE49-F238E27FC236}">
                            <a16:creationId xmlns:a16="http://schemas.microsoft.com/office/drawing/2014/main" id="{46C1330C-A2C3-4A34-8582-C4A206AB51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2703" y="2572931"/>
                        <a:ext cx="40712" cy="10567"/>
                      </a:xfrm>
                      <a:custGeom>
                        <a:avLst/>
                        <a:gdLst>
                          <a:gd name="connsiteX0" fmla="*/ 4064 w 40712"/>
                          <a:gd name="connsiteY0" fmla="*/ 5105 h 10567"/>
                          <a:gd name="connsiteX1" fmla="*/ 159 w 40712"/>
                          <a:gd name="connsiteY1" fmla="*/ 7487 h 10567"/>
                          <a:gd name="connsiteX2" fmla="*/ 3016 w 40712"/>
                          <a:gd name="connsiteY2" fmla="*/ 10058 h 10567"/>
                          <a:gd name="connsiteX3" fmla="*/ 10255 w 40712"/>
                          <a:gd name="connsiteY3" fmla="*/ 10535 h 10567"/>
                          <a:gd name="connsiteX4" fmla="*/ 28258 w 40712"/>
                          <a:gd name="connsiteY4" fmla="*/ 9773 h 10567"/>
                          <a:gd name="connsiteX5" fmla="*/ 34735 w 40712"/>
                          <a:gd name="connsiteY5" fmla="*/ 8915 h 10567"/>
                          <a:gd name="connsiteX6" fmla="*/ 31782 w 40712"/>
                          <a:gd name="connsiteY6" fmla="*/ 57 h 10567"/>
                          <a:gd name="connsiteX7" fmla="*/ 4064 w 40712"/>
                          <a:gd name="connsiteY7" fmla="*/ 5105 h 105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712" h="10567">
                            <a:moveTo>
                              <a:pt x="4064" y="5105"/>
                            </a:moveTo>
                            <a:cubicBezTo>
                              <a:pt x="2159" y="5772"/>
                              <a:pt x="826" y="6344"/>
                              <a:pt x="159" y="7487"/>
                            </a:cubicBezTo>
                            <a:cubicBezTo>
                              <a:pt x="-508" y="8630"/>
                              <a:pt x="1016" y="9582"/>
                              <a:pt x="3016" y="10058"/>
                            </a:cubicBezTo>
                            <a:cubicBezTo>
                              <a:pt x="5017" y="10535"/>
                              <a:pt x="7969" y="10630"/>
                              <a:pt x="10255" y="10535"/>
                            </a:cubicBezTo>
                            <a:cubicBezTo>
                              <a:pt x="16161" y="10249"/>
                              <a:pt x="22543" y="10344"/>
                              <a:pt x="28258" y="9773"/>
                            </a:cubicBezTo>
                            <a:cubicBezTo>
                              <a:pt x="30639" y="9487"/>
                              <a:pt x="32830" y="9487"/>
                              <a:pt x="34735" y="8915"/>
                            </a:cubicBezTo>
                            <a:cubicBezTo>
                              <a:pt x="42831" y="6439"/>
                              <a:pt x="43498" y="819"/>
                              <a:pt x="31782" y="57"/>
                            </a:cubicBezTo>
                            <a:cubicBezTo>
                              <a:pt x="22733" y="-419"/>
                              <a:pt x="11779" y="2153"/>
                              <a:pt x="4064" y="510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40" name="Forme libre : forme 11039">
                        <a:extLst>
                          <a:ext uri="{FF2B5EF4-FFF2-40B4-BE49-F238E27FC236}">
                            <a16:creationId xmlns:a16="http://schemas.microsoft.com/office/drawing/2014/main" id="{91B7F8F5-CF99-4A4B-90BC-B8CED8E5E7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5254" y="2626518"/>
                        <a:ext cx="62960" cy="10477"/>
                      </a:xfrm>
                      <a:custGeom>
                        <a:avLst/>
                        <a:gdLst>
                          <a:gd name="connsiteX0" fmla="*/ 62960 w 62960"/>
                          <a:gd name="connsiteY0" fmla="*/ 0 h 10477"/>
                          <a:gd name="connsiteX1" fmla="*/ 33814 w 62960"/>
                          <a:gd name="connsiteY1" fmla="*/ 8382 h 10477"/>
                          <a:gd name="connsiteX2" fmla="*/ 0 w 62960"/>
                          <a:gd name="connsiteY2" fmla="*/ 10478 h 10477"/>
                          <a:gd name="connsiteX3" fmla="*/ 62960 w 62960"/>
                          <a:gd name="connsiteY3" fmla="*/ 0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960" h="10477">
                            <a:moveTo>
                              <a:pt x="62960" y="0"/>
                            </a:moveTo>
                            <a:cubicBezTo>
                              <a:pt x="56483" y="5048"/>
                              <a:pt x="45434" y="7239"/>
                              <a:pt x="33814" y="8382"/>
                            </a:cubicBezTo>
                            <a:cubicBezTo>
                              <a:pt x="22003" y="9715"/>
                              <a:pt x="9620" y="9906"/>
                              <a:pt x="0" y="10478"/>
                            </a:cubicBezTo>
                            <a:cubicBezTo>
                              <a:pt x="20669" y="9335"/>
                              <a:pt x="44863" y="4381"/>
                              <a:pt x="6296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41" name="Forme libre : forme 11040">
                        <a:extLst>
                          <a:ext uri="{FF2B5EF4-FFF2-40B4-BE49-F238E27FC236}">
                            <a16:creationId xmlns:a16="http://schemas.microsoft.com/office/drawing/2014/main" id="{BD109DD5-24BF-4BB1-A3A5-A535CA0BB2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7618" y="2555998"/>
                        <a:ext cx="71437" cy="23371"/>
                      </a:xfrm>
                      <a:custGeom>
                        <a:avLst/>
                        <a:gdLst>
                          <a:gd name="connsiteX0" fmla="*/ 71438 w 71437"/>
                          <a:gd name="connsiteY0" fmla="*/ 36 h 23371"/>
                          <a:gd name="connsiteX1" fmla="*/ 0 w 71437"/>
                          <a:gd name="connsiteY1" fmla="*/ 23372 h 23371"/>
                          <a:gd name="connsiteX2" fmla="*/ 71438 w 71437"/>
                          <a:gd name="connsiteY2" fmla="*/ 36 h 233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1437" h="23371">
                            <a:moveTo>
                              <a:pt x="71438" y="36"/>
                            </a:moveTo>
                            <a:cubicBezTo>
                              <a:pt x="42005" y="-727"/>
                              <a:pt x="17526" y="10894"/>
                              <a:pt x="0" y="23372"/>
                            </a:cubicBezTo>
                            <a:cubicBezTo>
                              <a:pt x="15716" y="10799"/>
                              <a:pt x="46292" y="2417"/>
                              <a:pt x="71438" y="3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42" name="Forme libre : forme 11041">
                        <a:extLst>
                          <a:ext uri="{FF2B5EF4-FFF2-40B4-BE49-F238E27FC236}">
                            <a16:creationId xmlns:a16="http://schemas.microsoft.com/office/drawing/2014/main" id="{DF99D727-B9A8-4E46-B5B0-391960D7B0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3176" y="2588976"/>
                        <a:ext cx="34756" cy="13458"/>
                      </a:xfrm>
                      <a:custGeom>
                        <a:avLst/>
                        <a:gdLst>
                          <a:gd name="connsiteX0" fmla="*/ 34270 w 34756"/>
                          <a:gd name="connsiteY0" fmla="*/ 12586 h 13458"/>
                          <a:gd name="connsiteX1" fmla="*/ 13410 w 34756"/>
                          <a:gd name="connsiteY1" fmla="*/ 9538 h 13458"/>
                          <a:gd name="connsiteX2" fmla="*/ 551 w 34756"/>
                          <a:gd name="connsiteY2" fmla="*/ 1156 h 13458"/>
                          <a:gd name="connsiteX3" fmla="*/ 20459 w 34756"/>
                          <a:gd name="connsiteY3" fmla="*/ 3633 h 13458"/>
                          <a:gd name="connsiteX4" fmla="*/ 34270 w 34756"/>
                          <a:gd name="connsiteY4" fmla="*/ 12586 h 13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756" h="13458">
                            <a:moveTo>
                              <a:pt x="34270" y="12586"/>
                            </a:moveTo>
                            <a:cubicBezTo>
                              <a:pt x="31222" y="15349"/>
                              <a:pt x="17601" y="10777"/>
                              <a:pt x="13410" y="9538"/>
                            </a:cubicBezTo>
                            <a:cubicBezTo>
                              <a:pt x="9219" y="8205"/>
                              <a:pt x="-2687" y="4300"/>
                              <a:pt x="551" y="1156"/>
                            </a:cubicBezTo>
                            <a:cubicBezTo>
                              <a:pt x="3790" y="-1987"/>
                              <a:pt x="16553" y="2109"/>
                              <a:pt x="20459" y="3633"/>
                            </a:cubicBezTo>
                            <a:cubicBezTo>
                              <a:pt x="24459" y="4776"/>
                              <a:pt x="37413" y="9729"/>
                              <a:pt x="34270" y="1258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43" name="Forme libre : forme 11042">
                        <a:extLst>
                          <a:ext uri="{FF2B5EF4-FFF2-40B4-BE49-F238E27FC236}">
                            <a16:creationId xmlns:a16="http://schemas.microsoft.com/office/drawing/2014/main" id="{6D9B068C-3343-4FBB-961A-4E4ECB7DA4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3159" y="2598598"/>
                        <a:ext cx="9905" cy="4263"/>
                      </a:xfrm>
                      <a:custGeom>
                        <a:avLst/>
                        <a:gdLst>
                          <a:gd name="connsiteX0" fmla="*/ 9906 w 9905"/>
                          <a:gd name="connsiteY0" fmla="*/ 3346 h 4263"/>
                          <a:gd name="connsiteX1" fmla="*/ 4953 w 9905"/>
                          <a:gd name="connsiteY1" fmla="*/ 3822 h 4263"/>
                          <a:gd name="connsiteX2" fmla="*/ 0 w 9905"/>
                          <a:gd name="connsiteY2" fmla="*/ 965 h 4263"/>
                          <a:gd name="connsiteX3" fmla="*/ 4763 w 9905"/>
                          <a:gd name="connsiteY3" fmla="*/ 393 h 4263"/>
                          <a:gd name="connsiteX4" fmla="*/ 9906 w 9905"/>
                          <a:gd name="connsiteY4" fmla="*/ 3346 h 42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905" h="4263">
                            <a:moveTo>
                              <a:pt x="9906" y="3346"/>
                            </a:moveTo>
                            <a:cubicBezTo>
                              <a:pt x="9906" y="4775"/>
                              <a:pt x="6572" y="4203"/>
                              <a:pt x="4953" y="3822"/>
                            </a:cubicBezTo>
                            <a:cubicBezTo>
                              <a:pt x="3334" y="3441"/>
                              <a:pt x="0" y="2394"/>
                              <a:pt x="0" y="965"/>
                            </a:cubicBezTo>
                            <a:cubicBezTo>
                              <a:pt x="0" y="-464"/>
                              <a:pt x="3143" y="12"/>
                              <a:pt x="4763" y="393"/>
                            </a:cubicBezTo>
                            <a:cubicBezTo>
                              <a:pt x="6572" y="870"/>
                              <a:pt x="9906" y="1917"/>
                              <a:pt x="9906" y="334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44" name="Forme libre : forme 11043">
                        <a:extLst>
                          <a:ext uri="{FF2B5EF4-FFF2-40B4-BE49-F238E27FC236}">
                            <a16:creationId xmlns:a16="http://schemas.microsoft.com/office/drawing/2014/main" id="{494C2631-2D44-44B1-8771-F6396B260E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307" y="2566799"/>
                        <a:ext cx="81012" cy="53522"/>
                      </a:xfrm>
                      <a:custGeom>
                        <a:avLst/>
                        <a:gdLst>
                          <a:gd name="connsiteX0" fmla="*/ 64952 w 81012"/>
                          <a:gd name="connsiteY0" fmla="*/ 28477 h 53522"/>
                          <a:gd name="connsiteX1" fmla="*/ 80859 w 81012"/>
                          <a:gd name="connsiteY1" fmla="*/ 49718 h 53522"/>
                          <a:gd name="connsiteX2" fmla="*/ 73048 w 81012"/>
                          <a:gd name="connsiteY2" fmla="*/ 52957 h 53522"/>
                          <a:gd name="connsiteX3" fmla="*/ 64190 w 81012"/>
                          <a:gd name="connsiteY3" fmla="*/ 46289 h 53522"/>
                          <a:gd name="connsiteX4" fmla="*/ 37520 w 81012"/>
                          <a:gd name="connsiteY4" fmla="*/ 24762 h 53522"/>
                          <a:gd name="connsiteX5" fmla="*/ 13993 w 81012"/>
                          <a:gd name="connsiteY5" fmla="*/ 13904 h 53522"/>
                          <a:gd name="connsiteX6" fmla="*/ 1134 w 81012"/>
                          <a:gd name="connsiteY6" fmla="*/ 2093 h 53522"/>
                          <a:gd name="connsiteX7" fmla="*/ 47616 w 81012"/>
                          <a:gd name="connsiteY7" fmla="*/ 11904 h 53522"/>
                          <a:gd name="connsiteX8" fmla="*/ 64952 w 81012"/>
                          <a:gd name="connsiteY8" fmla="*/ 28477 h 535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1012" h="53522">
                            <a:moveTo>
                              <a:pt x="64952" y="28477"/>
                            </a:moveTo>
                            <a:cubicBezTo>
                              <a:pt x="72667" y="35907"/>
                              <a:pt x="78096" y="41431"/>
                              <a:pt x="80859" y="49718"/>
                            </a:cubicBezTo>
                            <a:cubicBezTo>
                              <a:pt x="81906" y="52766"/>
                              <a:pt x="77430" y="54481"/>
                              <a:pt x="73048" y="52957"/>
                            </a:cubicBezTo>
                            <a:cubicBezTo>
                              <a:pt x="68762" y="51433"/>
                              <a:pt x="66571" y="48956"/>
                              <a:pt x="64190" y="46289"/>
                            </a:cubicBezTo>
                            <a:cubicBezTo>
                              <a:pt x="56856" y="38098"/>
                              <a:pt x="47902" y="31525"/>
                              <a:pt x="37520" y="24762"/>
                            </a:cubicBezTo>
                            <a:cubicBezTo>
                              <a:pt x="34281" y="22667"/>
                              <a:pt x="23328" y="18190"/>
                              <a:pt x="13993" y="13904"/>
                            </a:cubicBezTo>
                            <a:cubicBezTo>
                              <a:pt x="4659" y="9713"/>
                              <a:pt x="-2961" y="5236"/>
                              <a:pt x="1134" y="2093"/>
                            </a:cubicBezTo>
                            <a:cubicBezTo>
                              <a:pt x="9612" y="-4479"/>
                              <a:pt x="38853" y="5998"/>
                              <a:pt x="47616" y="11904"/>
                            </a:cubicBezTo>
                            <a:cubicBezTo>
                              <a:pt x="56665" y="17524"/>
                              <a:pt x="59046" y="23048"/>
                              <a:pt x="64952" y="2847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52" name="Graphique 1">
                      <a:extLst>
                        <a:ext uri="{FF2B5EF4-FFF2-40B4-BE49-F238E27FC236}">
                          <a16:creationId xmlns:a16="http://schemas.microsoft.com/office/drawing/2014/main" id="{953A31E3-83ED-4D06-A9B3-1B36C20A48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24655" y="2610916"/>
                      <a:ext cx="172575" cy="138966"/>
                      <a:chOff x="924655" y="2610916"/>
                      <a:chExt cx="172575" cy="138966"/>
                    </a:xfrm>
                    <a:solidFill>
                      <a:schemeClr val="accent1"/>
                    </a:solidFill>
                  </p:grpSpPr>
                  <p:sp>
                    <p:nvSpPr>
                      <p:cNvPr id="11021" name="Forme libre : forme 11020">
                        <a:extLst>
                          <a:ext uri="{FF2B5EF4-FFF2-40B4-BE49-F238E27FC236}">
                            <a16:creationId xmlns:a16="http://schemas.microsoft.com/office/drawing/2014/main" id="{11FC7FFE-D004-492A-9162-2904C188C9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24655" y="2610916"/>
                        <a:ext cx="172575" cy="138966"/>
                      </a:xfrm>
                      <a:custGeom>
                        <a:avLst/>
                        <a:gdLst>
                          <a:gd name="connsiteX0" fmla="*/ 94333 w 172575"/>
                          <a:gd name="connsiteY0" fmla="*/ 118282 h 138966"/>
                          <a:gd name="connsiteX1" fmla="*/ 40517 w 172575"/>
                          <a:gd name="connsiteY1" fmla="*/ 77896 h 138966"/>
                          <a:gd name="connsiteX2" fmla="*/ 25372 w 172575"/>
                          <a:gd name="connsiteY2" fmla="*/ 64370 h 138966"/>
                          <a:gd name="connsiteX3" fmla="*/ 15180 w 172575"/>
                          <a:gd name="connsiteY3" fmla="*/ 51321 h 138966"/>
                          <a:gd name="connsiteX4" fmla="*/ 893 w 172575"/>
                          <a:gd name="connsiteY4" fmla="*/ 22365 h 138966"/>
                          <a:gd name="connsiteX5" fmla="*/ 10513 w 172575"/>
                          <a:gd name="connsiteY5" fmla="*/ 3029 h 138966"/>
                          <a:gd name="connsiteX6" fmla="*/ 45851 w 172575"/>
                          <a:gd name="connsiteY6" fmla="*/ 1029 h 138966"/>
                          <a:gd name="connsiteX7" fmla="*/ 64996 w 172575"/>
                          <a:gd name="connsiteY7" fmla="*/ 6553 h 138966"/>
                          <a:gd name="connsiteX8" fmla="*/ 84904 w 172575"/>
                          <a:gd name="connsiteY8" fmla="*/ 16745 h 138966"/>
                          <a:gd name="connsiteX9" fmla="*/ 139291 w 172575"/>
                          <a:gd name="connsiteY9" fmla="*/ 57703 h 138966"/>
                          <a:gd name="connsiteX10" fmla="*/ 172438 w 172575"/>
                          <a:gd name="connsiteY10" fmla="*/ 120853 h 138966"/>
                          <a:gd name="connsiteX11" fmla="*/ 161008 w 172575"/>
                          <a:gd name="connsiteY11" fmla="*/ 138570 h 138966"/>
                          <a:gd name="connsiteX12" fmla="*/ 94333 w 172575"/>
                          <a:gd name="connsiteY12" fmla="*/ 118282 h 1389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72575" h="138966">
                            <a:moveTo>
                              <a:pt x="94333" y="118282"/>
                            </a:moveTo>
                            <a:cubicBezTo>
                              <a:pt x="81189" y="108757"/>
                              <a:pt x="53376" y="87611"/>
                              <a:pt x="40517" y="77896"/>
                            </a:cubicBezTo>
                            <a:cubicBezTo>
                              <a:pt x="34516" y="73133"/>
                              <a:pt x="29563" y="68657"/>
                              <a:pt x="25372" y="64370"/>
                            </a:cubicBezTo>
                            <a:cubicBezTo>
                              <a:pt x="21086" y="59799"/>
                              <a:pt x="18133" y="55703"/>
                              <a:pt x="15180" y="51321"/>
                            </a:cubicBezTo>
                            <a:cubicBezTo>
                              <a:pt x="9466" y="42558"/>
                              <a:pt x="5084" y="33128"/>
                              <a:pt x="893" y="22365"/>
                            </a:cubicBezTo>
                            <a:cubicBezTo>
                              <a:pt x="-2060" y="15031"/>
                              <a:pt x="2608" y="5125"/>
                              <a:pt x="10513" y="3029"/>
                            </a:cubicBezTo>
                            <a:cubicBezTo>
                              <a:pt x="21848" y="77"/>
                              <a:pt x="33278" y="-971"/>
                              <a:pt x="45851" y="1029"/>
                            </a:cubicBezTo>
                            <a:cubicBezTo>
                              <a:pt x="52328" y="2172"/>
                              <a:pt x="58614" y="4077"/>
                              <a:pt x="64996" y="6553"/>
                            </a:cubicBezTo>
                            <a:cubicBezTo>
                              <a:pt x="71568" y="9030"/>
                              <a:pt x="78046" y="12554"/>
                              <a:pt x="84904" y="16745"/>
                            </a:cubicBezTo>
                            <a:cubicBezTo>
                              <a:pt x="99667" y="25794"/>
                              <a:pt x="126528" y="46368"/>
                              <a:pt x="139291" y="57703"/>
                            </a:cubicBezTo>
                            <a:cubicBezTo>
                              <a:pt x="163389" y="78849"/>
                              <a:pt x="169295" y="98279"/>
                              <a:pt x="172438" y="120853"/>
                            </a:cubicBezTo>
                            <a:cubicBezTo>
                              <a:pt x="173486" y="128664"/>
                              <a:pt x="168438" y="137999"/>
                              <a:pt x="161008" y="138570"/>
                            </a:cubicBezTo>
                            <a:cubicBezTo>
                              <a:pt x="139387" y="140475"/>
                              <a:pt x="119098" y="135808"/>
                              <a:pt x="94333" y="11828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22" name="Forme libre : forme 11021">
                        <a:extLst>
                          <a:ext uri="{FF2B5EF4-FFF2-40B4-BE49-F238E27FC236}">
                            <a16:creationId xmlns:a16="http://schemas.microsoft.com/office/drawing/2014/main" id="{4844243E-6DA3-423D-B4E1-0F55B35D4E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24738" y="2623566"/>
                        <a:ext cx="161496" cy="126242"/>
                      </a:xfrm>
                      <a:custGeom>
                        <a:avLst/>
                        <a:gdLst>
                          <a:gd name="connsiteX0" fmla="*/ 64437 w 161496"/>
                          <a:gd name="connsiteY0" fmla="*/ 49054 h 126242"/>
                          <a:gd name="connsiteX1" fmla="*/ 29766 w 161496"/>
                          <a:gd name="connsiteY1" fmla="*/ 25622 h 126242"/>
                          <a:gd name="connsiteX2" fmla="*/ 810 w 161496"/>
                          <a:gd name="connsiteY2" fmla="*/ 0 h 126242"/>
                          <a:gd name="connsiteX3" fmla="*/ 905 w 161496"/>
                          <a:gd name="connsiteY3" fmla="*/ 9525 h 126242"/>
                          <a:gd name="connsiteX4" fmla="*/ 5382 w 161496"/>
                          <a:gd name="connsiteY4" fmla="*/ 20193 h 126242"/>
                          <a:gd name="connsiteX5" fmla="*/ 21860 w 161496"/>
                          <a:gd name="connsiteY5" fmla="*/ 47435 h 126242"/>
                          <a:gd name="connsiteX6" fmla="*/ 40529 w 161496"/>
                          <a:gd name="connsiteY6" fmla="*/ 65056 h 126242"/>
                          <a:gd name="connsiteX7" fmla="*/ 49006 w 161496"/>
                          <a:gd name="connsiteY7" fmla="*/ 71533 h 126242"/>
                          <a:gd name="connsiteX8" fmla="*/ 90345 w 161496"/>
                          <a:gd name="connsiteY8" fmla="*/ 102489 h 126242"/>
                          <a:gd name="connsiteX9" fmla="*/ 94440 w 161496"/>
                          <a:gd name="connsiteY9" fmla="*/ 105442 h 126242"/>
                          <a:gd name="connsiteX10" fmla="*/ 119396 w 161496"/>
                          <a:gd name="connsiteY10" fmla="*/ 119539 h 126242"/>
                          <a:gd name="connsiteX11" fmla="*/ 150924 w 161496"/>
                          <a:gd name="connsiteY11" fmla="*/ 126206 h 126242"/>
                          <a:gd name="connsiteX12" fmla="*/ 161115 w 161496"/>
                          <a:gd name="connsiteY12" fmla="*/ 125921 h 126242"/>
                          <a:gd name="connsiteX13" fmla="*/ 161496 w 161496"/>
                          <a:gd name="connsiteY13" fmla="*/ 125825 h 126242"/>
                          <a:gd name="connsiteX14" fmla="*/ 64437 w 161496"/>
                          <a:gd name="connsiteY14" fmla="*/ 49054 h 1262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61496" h="126242">
                            <a:moveTo>
                              <a:pt x="64437" y="49054"/>
                            </a:moveTo>
                            <a:cubicBezTo>
                              <a:pt x="52626" y="41529"/>
                              <a:pt x="40529" y="33719"/>
                              <a:pt x="29766" y="25622"/>
                            </a:cubicBezTo>
                            <a:cubicBezTo>
                              <a:pt x="19002" y="17716"/>
                              <a:pt x="8620" y="9525"/>
                              <a:pt x="810" y="0"/>
                            </a:cubicBezTo>
                            <a:cubicBezTo>
                              <a:pt x="-238" y="3143"/>
                              <a:pt x="-333" y="6572"/>
                              <a:pt x="905" y="9525"/>
                            </a:cubicBezTo>
                            <a:cubicBezTo>
                              <a:pt x="2334" y="13240"/>
                              <a:pt x="3858" y="16764"/>
                              <a:pt x="5382" y="20193"/>
                            </a:cubicBezTo>
                            <a:cubicBezTo>
                              <a:pt x="9858" y="30099"/>
                              <a:pt x="14907" y="38862"/>
                              <a:pt x="21860" y="47435"/>
                            </a:cubicBezTo>
                            <a:cubicBezTo>
                              <a:pt x="26718" y="53340"/>
                              <a:pt x="32718" y="58769"/>
                              <a:pt x="40529" y="65056"/>
                            </a:cubicBezTo>
                            <a:cubicBezTo>
                              <a:pt x="42910" y="66865"/>
                              <a:pt x="45863" y="69056"/>
                              <a:pt x="49006" y="71533"/>
                            </a:cubicBezTo>
                            <a:cubicBezTo>
                              <a:pt x="61770" y="81153"/>
                              <a:pt x="79105" y="94107"/>
                              <a:pt x="90345" y="102489"/>
                            </a:cubicBezTo>
                            <a:cubicBezTo>
                              <a:pt x="91773" y="103537"/>
                              <a:pt x="93202" y="104585"/>
                              <a:pt x="94440" y="105442"/>
                            </a:cubicBezTo>
                            <a:cubicBezTo>
                              <a:pt x="103203" y="111633"/>
                              <a:pt x="111395" y="116205"/>
                              <a:pt x="119396" y="119539"/>
                            </a:cubicBezTo>
                            <a:cubicBezTo>
                              <a:pt x="130254" y="123920"/>
                              <a:pt x="140637" y="125730"/>
                              <a:pt x="150924" y="126206"/>
                            </a:cubicBezTo>
                            <a:cubicBezTo>
                              <a:pt x="154257" y="126302"/>
                              <a:pt x="157686" y="126206"/>
                              <a:pt x="161115" y="125921"/>
                            </a:cubicBezTo>
                            <a:lnTo>
                              <a:pt x="161496" y="125825"/>
                            </a:lnTo>
                            <a:cubicBezTo>
                              <a:pt x="130731" y="98488"/>
                              <a:pt x="98346" y="70580"/>
                              <a:pt x="64437" y="4905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23" name="Forme libre : forme 11022">
                        <a:extLst>
                          <a:ext uri="{FF2B5EF4-FFF2-40B4-BE49-F238E27FC236}">
                            <a16:creationId xmlns:a16="http://schemas.microsoft.com/office/drawing/2014/main" id="{4B42FDF4-825C-450A-906A-9EB2919C66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86901" y="2657007"/>
                        <a:ext cx="77298" cy="63872"/>
                      </a:xfrm>
                      <a:custGeom>
                        <a:avLst/>
                        <a:gdLst>
                          <a:gd name="connsiteX0" fmla="*/ 76379 w 77298"/>
                          <a:gd name="connsiteY0" fmla="*/ 62189 h 63872"/>
                          <a:gd name="connsiteX1" fmla="*/ 29802 w 77298"/>
                          <a:gd name="connsiteY1" fmla="*/ 40567 h 63872"/>
                          <a:gd name="connsiteX2" fmla="*/ 846 w 77298"/>
                          <a:gd name="connsiteY2" fmla="*/ 2563 h 63872"/>
                          <a:gd name="connsiteX3" fmla="*/ 44756 w 77298"/>
                          <a:gd name="connsiteY3" fmla="*/ 20756 h 63872"/>
                          <a:gd name="connsiteX4" fmla="*/ 76379 w 77298"/>
                          <a:gd name="connsiteY4" fmla="*/ 62189 h 638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298" h="63872">
                            <a:moveTo>
                              <a:pt x="76379" y="62189"/>
                            </a:moveTo>
                            <a:cubicBezTo>
                              <a:pt x="70188" y="70095"/>
                              <a:pt x="39898" y="47997"/>
                              <a:pt x="29802" y="40567"/>
                            </a:cubicBezTo>
                            <a:cubicBezTo>
                              <a:pt x="19896" y="32852"/>
                              <a:pt x="-4869" y="11612"/>
                              <a:pt x="846" y="2563"/>
                            </a:cubicBezTo>
                            <a:cubicBezTo>
                              <a:pt x="6942" y="-7058"/>
                              <a:pt x="35612" y="12945"/>
                              <a:pt x="44756" y="20756"/>
                            </a:cubicBezTo>
                            <a:cubicBezTo>
                              <a:pt x="54186" y="28280"/>
                              <a:pt x="82761" y="54093"/>
                              <a:pt x="76379" y="6218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24" name="Forme libre : forme 11023">
                        <a:extLst>
                          <a:ext uri="{FF2B5EF4-FFF2-40B4-BE49-F238E27FC236}">
                            <a16:creationId xmlns:a16="http://schemas.microsoft.com/office/drawing/2014/main" id="{6420527F-774A-4A06-BC58-46F83EE394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86948" y="2656661"/>
                        <a:ext cx="47090" cy="52534"/>
                      </a:xfrm>
                      <a:custGeom>
                        <a:avLst/>
                        <a:gdLst>
                          <a:gd name="connsiteX0" fmla="*/ 23087 w 47090"/>
                          <a:gd name="connsiteY0" fmla="*/ 6624 h 52534"/>
                          <a:gd name="connsiteX1" fmla="*/ 322 w 47090"/>
                          <a:gd name="connsiteY1" fmla="*/ 2719 h 52534"/>
                          <a:gd name="connsiteX2" fmla="*/ 30136 w 47090"/>
                          <a:gd name="connsiteY2" fmla="*/ 41295 h 52534"/>
                          <a:gd name="connsiteX3" fmla="*/ 47090 w 47090"/>
                          <a:gd name="connsiteY3" fmla="*/ 52535 h 52534"/>
                          <a:gd name="connsiteX4" fmla="*/ 38994 w 47090"/>
                          <a:gd name="connsiteY4" fmla="*/ 45200 h 52534"/>
                          <a:gd name="connsiteX5" fmla="*/ 23087 w 47090"/>
                          <a:gd name="connsiteY5" fmla="*/ 6624 h 525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7090" h="52534">
                            <a:moveTo>
                              <a:pt x="23087" y="6624"/>
                            </a:moveTo>
                            <a:cubicBezTo>
                              <a:pt x="16991" y="4529"/>
                              <a:pt x="2418" y="-4425"/>
                              <a:pt x="322" y="2719"/>
                            </a:cubicBezTo>
                            <a:cubicBezTo>
                              <a:pt x="-2821" y="13673"/>
                              <a:pt x="17753" y="31484"/>
                              <a:pt x="30136" y="41295"/>
                            </a:cubicBezTo>
                            <a:cubicBezTo>
                              <a:pt x="33755" y="44248"/>
                              <a:pt x="42423" y="49963"/>
                              <a:pt x="47090" y="52535"/>
                            </a:cubicBezTo>
                            <a:cubicBezTo>
                              <a:pt x="44804" y="50534"/>
                              <a:pt x="40899" y="47391"/>
                              <a:pt x="38994" y="45200"/>
                            </a:cubicBezTo>
                            <a:cubicBezTo>
                              <a:pt x="28707" y="32532"/>
                              <a:pt x="16801" y="16911"/>
                              <a:pt x="23087" y="662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25" name="Forme libre : forme 11024">
                        <a:extLst>
                          <a:ext uri="{FF2B5EF4-FFF2-40B4-BE49-F238E27FC236}">
                            <a16:creationId xmlns:a16="http://schemas.microsoft.com/office/drawing/2014/main" id="{43BCE842-C6ED-4AAF-BAB6-56AF7E4CAE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89428" y="2662100"/>
                        <a:ext cx="77774" cy="63387"/>
                      </a:xfrm>
                      <a:custGeom>
                        <a:avLst/>
                        <a:gdLst>
                          <a:gd name="connsiteX0" fmla="*/ 76233 w 77774"/>
                          <a:gd name="connsiteY0" fmla="*/ 62336 h 63387"/>
                          <a:gd name="connsiteX1" fmla="*/ 28989 w 77774"/>
                          <a:gd name="connsiteY1" fmla="*/ 40619 h 63387"/>
                          <a:gd name="connsiteX2" fmla="*/ 8891 w 77774"/>
                          <a:gd name="connsiteY2" fmla="*/ 22140 h 63387"/>
                          <a:gd name="connsiteX3" fmla="*/ 795 w 77774"/>
                          <a:gd name="connsiteY3" fmla="*/ 2614 h 63387"/>
                          <a:gd name="connsiteX4" fmla="*/ 21464 w 77774"/>
                          <a:gd name="connsiteY4" fmla="*/ 5281 h 63387"/>
                          <a:gd name="connsiteX5" fmla="*/ 44324 w 77774"/>
                          <a:gd name="connsiteY5" fmla="*/ 20997 h 63387"/>
                          <a:gd name="connsiteX6" fmla="*/ 76233 w 77774"/>
                          <a:gd name="connsiteY6" fmla="*/ 62336 h 633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7774" h="63387">
                            <a:moveTo>
                              <a:pt x="76233" y="62336"/>
                            </a:moveTo>
                            <a:cubicBezTo>
                              <a:pt x="67470" y="68146"/>
                              <a:pt x="40038" y="48334"/>
                              <a:pt x="28989" y="40619"/>
                            </a:cubicBezTo>
                            <a:cubicBezTo>
                              <a:pt x="23560" y="36523"/>
                              <a:pt x="15178" y="29570"/>
                              <a:pt x="8891" y="22140"/>
                            </a:cubicBezTo>
                            <a:cubicBezTo>
                              <a:pt x="2510" y="14996"/>
                              <a:pt x="-1872" y="7567"/>
                              <a:pt x="795" y="2614"/>
                            </a:cubicBezTo>
                            <a:cubicBezTo>
                              <a:pt x="3557" y="-2339"/>
                              <a:pt x="12225" y="423"/>
                              <a:pt x="21464" y="5281"/>
                            </a:cubicBezTo>
                            <a:cubicBezTo>
                              <a:pt x="30513" y="10329"/>
                              <a:pt x="40038" y="17378"/>
                              <a:pt x="44324" y="20997"/>
                            </a:cubicBezTo>
                            <a:cubicBezTo>
                              <a:pt x="53278" y="27665"/>
                              <a:pt x="85091" y="56430"/>
                              <a:pt x="76233" y="6233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26" name="Forme libre : forme 11025">
                        <a:extLst>
                          <a:ext uri="{FF2B5EF4-FFF2-40B4-BE49-F238E27FC236}">
                            <a16:creationId xmlns:a16="http://schemas.microsoft.com/office/drawing/2014/main" id="{52519114-54B1-4E9C-BE8E-A191D4C06E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9432" y="2626518"/>
                        <a:ext cx="88949" cy="92333"/>
                      </a:xfrm>
                      <a:custGeom>
                        <a:avLst/>
                        <a:gdLst>
                          <a:gd name="connsiteX0" fmla="*/ 214 w 88949"/>
                          <a:gd name="connsiteY0" fmla="*/ 10002 h 92333"/>
                          <a:gd name="connsiteX1" fmla="*/ 4500 w 88949"/>
                          <a:gd name="connsiteY1" fmla="*/ 26385 h 92333"/>
                          <a:gd name="connsiteX2" fmla="*/ 30408 w 88949"/>
                          <a:gd name="connsiteY2" fmla="*/ 63437 h 92333"/>
                          <a:gd name="connsiteX3" fmla="*/ 67651 w 88949"/>
                          <a:gd name="connsiteY3" fmla="*/ 88869 h 92333"/>
                          <a:gd name="connsiteX4" fmla="*/ 88796 w 88949"/>
                          <a:gd name="connsiteY4" fmla="*/ 88202 h 92333"/>
                          <a:gd name="connsiteX5" fmla="*/ 80891 w 88949"/>
                          <a:gd name="connsiteY5" fmla="*/ 74391 h 92333"/>
                          <a:gd name="connsiteX6" fmla="*/ 57173 w 88949"/>
                          <a:gd name="connsiteY6" fmla="*/ 38386 h 92333"/>
                          <a:gd name="connsiteX7" fmla="*/ 29932 w 88949"/>
                          <a:gd name="connsiteY7" fmla="*/ 3906 h 92333"/>
                          <a:gd name="connsiteX8" fmla="*/ 9739 w 88949"/>
                          <a:gd name="connsiteY8" fmla="*/ 572 h 92333"/>
                          <a:gd name="connsiteX9" fmla="*/ 214 w 88949"/>
                          <a:gd name="connsiteY9" fmla="*/ 10002 h 923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8949" h="92333">
                            <a:moveTo>
                              <a:pt x="214" y="10002"/>
                            </a:moveTo>
                            <a:cubicBezTo>
                              <a:pt x="-548" y="16765"/>
                              <a:pt x="690" y="19527"/>
                              <a:pt x="4500" y="26385"/>
                            </a:cubicBezTo>
                            <a:cubicBezTo>
                              <a:pt x="11834" y="39720"/>
                              <a:pt x="17264" y="50674"/>
                              <a:pt x="30408" y="63437"/>
                            </a:cubicBezTo>
                            <a:cubicBezTo>
                              <a:pt x="41267" y="73915"/>
                              <a:pt x="55364" y="83820"/>
                              <a:pt x="67651" y="88869"/>
                            </a:cubicBezTo>
                            <a:cubicBezTo>
                              <a:pt x="76795" y="92679"/>
                              <a:pt x="86891" y="94489"/>
                              <a:pt x="88796" y="88202"/>
                            </a:cubicBezTo>
                            <a:cubicBezTo>
                              <a:pt x="89939" y="84392"/>
                              <a:pt x="84415" y="79344"/>
                              <a:pt x="80891" y="74391"/>
                            </a:cubicBezTo>
                            <a:cubicBezTo>
                              <a:pt x="72509" y="62675"/>
                              <a:pt x="63936" y="51912"/>
                              <a:pt x="57173" y="38386"/>
                            </a:cubicBezTo>
                            <a:cubicBezTo>
                              <a:pt x="51363" y="26956"/>
                              <a:pt x="46220" y="12097"/>
                              <a:pt x="29932" y="3906"/>
                            </a:cubicBezTo>
                            <a:cubicBezTo>
                              <a:pt x="22788" y="191"/>
                              <a:pt x="15263" y="-761"/>
                              <a:pt x="9739" y="572"/>
                            </a:cubicBezTo>
                            <a:cubicBezTo>
                              <a:pt x="4214" y="1906"/>
                              <a:pt x="690" y="5335"/>
                              <a:pt x="214" y="1000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27" name="Forme libre : forme 11026">
                        <a:extLst>
                          <a:ext uri="{FF2B5EF4-FFF2-40B4-BE49-F238E27FC236}">
                            <a16:creationId xmlns:a16="http://schemas.microsoft.com/office/drawing/2014/main" id="{3E80EEA2-EF3A-4862-B589-6FC8D4F8B0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5123" y="2638555"/>
                        <a:ext cx="37333" cy="19414"/>
                      </a:xfrm>
                      <a:custGeom>
                        <a:avLst/>
                        <a:gdLst>
                          <a:gd name="connsiteX0" fmla="*/ 5099 w 37333"/>
                          <a:gd name="connsiteY0" fmla="*/ 346 h 19414"/>
                          <a:gd name="connsiteX1" fmla="*/ 527 w 37333"/>
                          <a:gd name="connsiteY1" fmla="*/ 441 h 19414"/>
                          <a:gd name="connsiteX2" fmla="*/ 1765 w 37333"/>
                          <a:gd name="connsiteY2" fmla="*/ 4061 h 19414"/>
                          <a:gd name="connsiteX3" fmla="*/ 7765 w 37333"/>
                          <a:gd name="connsiteY3" fmla="*/ 8157 h 19414"/>
                          <a:gd name="connsiteX4" fmla="*/ 23577 w 37333"/>
                          <a:gd name="connsiteY4" fmla="*/ 16539 h 19414"/>
                          <a:gd name="connsiteX5" fmla="*/ 29578 w 37333"/>
                          <a:gd name="connsiteY5" fmla="*/ 19015 h 19414"/>
                          <a:gd name="connsiteX6" fmla="*/ 31387 w 37333"/>
                          <a:gd name="connsiteY6" fmla="*/ 9871 h 19414"/>
                          <a:gd name="connsiteX7" fmla="*/ 5099 w 37333"/>
                          <a:gd name="connsiteY7" fmla="*/ 346 h 194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333" h="19414">
                            <a:moveTo>
                              <a:pt x="5099" y="346"/>
                            </a:moveTo>
                            <a:cubicBezTo>
                              <a:pt x="3098" y="-35"/>
                              <a:pt x="1669" y="-225"/>
                              <a:pt x="527" y="441"/>
                            </a:cubicBezTo>
                            <a:cubicBezTo>
                              <a:pt x="-617" y="1108"/>
                              <a:pt x="241" y="2632"/>
                              <a:pt x="1765" y="4061"/>
                            </a:cubicBezTo>
                            <a:cubicBezTo>
                              <a:pt x="3194" y="5490"/>
                              <a:pt x="5861" y="6918"/>
                              <a:pt x="7765" y="8157"/>
                            </a:cubicBezTo>
                            <a:cubicBezTo>
                              <a:pt x="12909" y="11109"/>
                              <a:pt x="18433" y="14062"/>
                              <a:pt x="23577" y="16539"/>
                            </a:cubicBezTo>
                            <a:cubicBezTo>
                              <a:pt x="25673" y="17586"/>
                              <a:pt x="27673" y="18539"/>
                              <a:pt x="29578" y="19015"/>
                            </a:cubicBezTo>
                            <a:cubicBezTo>
                              <a:pt x="37769" y="20825"/>
                              <a:pt x="41103" y="16253"/>
                              <a:pt x="31387" y="9871"/>
                            </a:cubicBezTo>
                            <a:cubicBezTo>
                              <a:pt x="23863" y="5013"/>
                              <a:pt x="13099" y="1680"/>
                              <a:pt x="5099" y="34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28" name="Forme libre : forme 11027">
                        <a:extLst>
                          <a:ext uri="{FF2B5EF4-FFF2-40B4-BE49-F238E27FC236}">
                            <a16:creationId xmlns:a16="http://schemas.microsoft.com/office/drawing/2014/main" id="{7A12374C-4A86-4E3E-9A8E-487121537C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1941" y="2729293"/>
                        <a:ext cx="63531" cy="17362"/>
                      </a:xfrm>
                      <a:custGeom>
                        <a:avLst/>
                        <a:gdLst>
                          <a:gd name="connsiteX0" fmla="*/ 63532 w 63531"/>
                          <a:gd name="connsiteY0" fmla="*/ 16288 h 17362"/>
                          <a:gd name="connsiteX1" fmla="*/ 0 w 63531"/>
                          <a:gd name="connsiteY1" fmla="*/ 0 h 17362"/>
                          <a:gd name="connsiteX2" fmla="*/ 63532 w 63531"/>
                          <a:gd name="connsiteY2" fmla="*/ 16288 h 173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3531" h="17362">
                            <a:moveTo>
                              <a:pt x="63532" y="16288"/>
                            </a:moveTo>
                            <a:cubicBezTo>
                              <a:pt x="47911" y="21241"/>
                              <a:pt x="18383" y="7906"/>
                              <a:pt x="0" y="0"/>
                            </a:cubicBezTo>
                            <a:cubicBezTo>
                              <a:pt x="19907" y="8763"/>
                              <a:pt x="44863" y="14192"/>
                              <a:pt x="63532" y="1628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29" name="Forme libre : forme 11028">
                        <a:extLst>
                          <a:ext uri="{FF2B5EF4-FFF2-40B4-BE49-F238E27FC236}">
                            <a16:creationId xmlns:a16="http://schemas.microsoft.com/office/drawing/2014/main" id="{BA36B9ED-3FFC-48A1-9548-3A2BC4A54D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35644" y="2614754"/>
                        <a:ext cx="74676" cy="16336"/>
                      </a:xfrm>
                      <a:custGeom>
                        <a:avLst/>
                        <a:gdLst>
                          <a:gd name="connsiteX0" fmla="*/ 74676 w 74676"/>
                          <a:gd name="connsiteY0" fmla="*/ 16336 h 16336"/>
                          <a:gd name="connsiteX1" fmla="*/ 36386 w 74676"/>
                          <a:gd name="connsiteY1" fmla="*/ 1668 h 16336"/>
                          <a:gd name="connsiteX2" fmla="*/ 0 w 74676"/>
                          <a:gd name="connsiteY2" fmla="*/ 1477 h 16336"/>
                          <a:gd name="connsiteX3" fmla="*/ 36671 w 74676"/>
                          <a:gd name="connsiteY3" fmla="*/ 3192 h 16336"/>
                          <a:gd name="connsiteX4" fmla="*/ 74676 w 74676"/>
                          <a:gd name="connsiteY4" fmla="*/ 16336 h 163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676" h="16336">
                            <a:moveTo>
                              <a:pt x="74676" y="16336"/>
                            </a:moveTo>
                            <a:cubicBezTo>
                              <a:pt x="62484" y="8907"/>
                              <a:pt x="49530" y="4239"/>
                              <a:pt x="36386" y="1668"/>
                            </a:cubicBezTo>
                            <a:cubicBezTo>
                              <a:pt x="23051" y="-714"/>
                              <a:pt x="10763" y="-333"/>
                              <a:pt x="0" y="1477"/>
                            </a:cubicBezTo>
                            <a:cubicBezTo>
                              <a:pt x="9906" y="-618"/>
                              <a:pt x="22860" y="-47"/>
                              <a:pt x="36671" y="3192"/>
                            </a:cubicBezTo>
                            <a:cubicBezTo>
                              <a:pt x="50197" y="6430"/>
                              <a:pt x="63437" y="11383"/>
                              <a:pt x="74676" y="1633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30" name="Forme libre : forme 11029">
                        <a:extLst>
                          <a:ext uri="{FF2B5EF4-FFF2-40B4-BE49-F238E27FC236}">
                            <a16:creationId xmlns:a16="http://schemas.microsoft.com/office/drawing/2014/main" id="{811FBA83-FDD1-4D15-BDC0-2DDF9F6FE4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2289" y="2677065"/>
                        <a:ext cx="26922" cy="25661"/>
                      </a:xfrm>
                      <a:custGeom>
                        <a:avLst/>
                        <a:gdLst>
                          <a:gd name="connsiteX0" fmla="*/ 25941 w 26922"/>
                          <a:gd name="connsiteY0" fmla="*/ 25558 h 25661"/>
                          <a:gd name="connsiteX1" fmla="*/ 8606 w 26922"/>
                          <a:gd name="connsiteY1" fmla="*/ 13556 h 25661"/>
                          <a:gd name="connsiteX2" fmla="*/ 1176 w 26922"/>
                          <a:gd name="connsiteY2" fmla="*/ 126 h 25661"/>
                          <a:gd name="connsiteX3" fmla="*/ 17655 w 26922"/>
                          <a:gd name="connsiteY3" fmla="*/ 11366 h 25661"/>
                          <a:gd name="connsiteX4" fmla="*/ 25941 w 26922"/>
                          <a:gd name="connsiteY4" fmla="*/ 25558 h 25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6922" h="25661">
                            <a:moveTo>
                              <a:pt x="25941" y="25558"/>
                            </a:moveTo>
                            <a:cubicBezTo>
                              <a:pt x="21941" y="26796"/>
                              <a:pt x="11749" y="16604"/>
                              <a:pt x="8606" y="13556"/>
                            </a:cubicBezTo>
                            <a:cubicBezTo>
                              <a:pt x="5463" y="10413"/>
                              <a:pt x="-3110" y="1459"/>
                              <a:pt x="1176" y="126"/>
                            </a:cubicBezTo>
                            <a:cubicBezTo>
                              <a:pt x="5558" y="-1208"/>
                              <a:pt x="14702" y="8413"/>
                              <a:pt x="17655" y="11366"/>
                            </a:cubicBezTo>
                            <a:cubicBezTo>
                              <a:pt x="20607" y="14414"/>
                              <a:pt x="29942" y="24415"/>
                              <a:pt x="25941" y="2555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31" name="Forme libre : forme 11030">
                        <a:extLst>
                          <a:ext uri="{FF2B5EF4-FFF2-40B4-BE49-F238E27FC236}">
                            <a16:creationId xmlns:a16="http://schemas.microsoft.com/office/drawing/2014/main" id="{F6718BE0-3FA2-402F-B797-60365B61FE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5193" y="2698628"/>
                        <a:ext cx="8071" cy="7309"/>
                      </a:xfrm>
                      <a:custGeom>
                        <a:avLst/>
                        <a:gdLst>
                          <a:gd name="connsiteX0" fmla="*/ 7990 w 8071"/>
                          <a:gd name="connsiteY0" fmla="*/ 6852 h 7309"/>
                          <a:gd name="connsiteX1" fmla="*/ 3323 w 8071"/>
                          <a:gd name="connsiteY1" fmla="*/ 5233 h 7309"/>
                          <a:gd name="connsiteX2" fmla="*/ 84 w 8071"/>
                          <a:gd name="connsiteY2" fmla="*/ 470 h 7309"/>
                          <a:gd name="connsiteX3" fmla="*/ 4656 w 8071"/>
                          <a:gd name="connsiteY3" fmla="*/ 2090 h 7309"/>
                          <a:gd name="connsiteX4" fmla="*/ 7990 w 8071"/>
                          <a:gd name="connsiteY4" fmla="*/ 6852 h 73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071" h="7309">
                            <a:moveTo>
                              <a:pt x="7990" y="6852"/>
                            </a:moveTo>
                            <a:cubicBezTo>
                              <a:pt x="7418" y="8185"/>
                              <a:pt x="4656" y="6281"/>
                              <a:pt x="3323" y="5233"/>
                            </a:cubicBezTo>
                            <a:cubicBezTo>
                              <a:pt x="1989" y="4185"/>
                              <a:pt x="-487" y="1804"/>
                              <a:pt x="84" y="470"/>
                            </a:cubicBezTo>
                            <a:cubicBezTo>
                              <a:pt x="751" y="-863"/>
                              <a:pt x="3323" y="947"/>
                              <a:pt x="4656" y="2090"/>
                            </a:cubicBezTo>
                            <a:cubicBezTo>
                              <a:pt x="5990" y="3137"/>
                              <a:pt x="8561" y="5518"/>
                              <a:pt x="7990" y="685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32" name="Forme libre : forme 11031">
                        <a:extLst>
                          <a:ext uri="{FF2B5EF4-FFF2-40B4-BE49-F238E27FC236}">
                            <a16:creationId xmlns:a16="http://schemas.microsoft.com/office/drawing/2014/main" id="{6C6724D7-3C08-4EBB-97D3-14B29A519C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4537" y="2660214"/>
                        <a:ext cx="53351" cy="78117"/>
                      </a:xfrm>
                      <a:custGeom>
                        <a:avLst/>
                        <a:gdLst>
                          <a:gd name="connsiteX0" fmla="*/ 46745 w 53351"/>
                          <a:gd name="connsiteY0" fmla="*/ 50315 h 78117"/>
                          <a:gd name="connsiteX1" fmla="*/ 53318 w 53351"/>
                          <a:gd name="connsiteY1" fmla="*/ 75651 h 78117"/>
                          <a:gd name="connsiteX2" fmla="*/ 44935 w 53351"/>
                          <a:gd name="connsiteY2" fmla="*/ 75937 h 78117"/>
                          <a:gd name="connsiteX3" fmla="*/ 39220 w 53351"/>
                          <a:gd name="connsiteY3" fmla="*/ 66412 h 78117"/>
                          <a:gd name="connsiteX4" fmla="*/ 23695 w 53351"/>
                          <a:gd name="connsiteY4" fmla="*/ 36122 h 78117"/>
                          <a:gd name="connsiteX5" fmla="*/ 2168 w 53351"/>
                          <a:gd name="connsiteY5" fmla="*/ 118 h 78117"/>
                          <a:gd name="connsiteX6" fmla="*/ 38173 w 53351"/>
                          <a:gd name="connsiteY6" fmla="*/ 28502 h 78117"/>
                          <a:gd name="connsiteX7" fmla="*/ 46745 w 53351"/>
                          <a:gd name="connsiteY7" fmla="*/ 50315 h 781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3351" h="78117">
                            <a:moveTo>
                              <a:pt x="46745" y="50315"/>
                            </a:moveTo>
                            <a:cubicBezTo>
                              <a:pt x="50841" y="60030"/>
                              <a:pt x="53698" y="66983"/>
                              <a:pt x="53318" y="75651"/>
                            </a:cubicBezTo>
                            <a:cubicBezTo>
                              <a:pt x="53222" y="78890"/>
                              <a:pt x="48460" y="78890"/>
                              <a:pt x="44935" y="75937"/>
                            </a:cubicBezTo>
                            <a:cubicBezTo>
                              <a:pt x="41411" y="72984"/>
                              <a:pt x="40364" y="69745"/>
                              <a:pt x="39220" y="66412"/>
                            </a:cubicBezTo>
                            <a:cubicBezTo>
                              <a:pt x="35601" y="56030"/>
                              <a:pt x="30172" y="46505"/>
                              <a:pt x="23695" y="36122"/>
                            </a:cubicBezTo>
                            <a:cubicBezTo>
                              <a:pt x="19789" y="29550"/>
                              <a:pt x="-7833" y="1928"/>
                              <a:pt x="2168" y="118"/>
                            </a:cubicBezTo>
                            <a:cubicBezTo>
                              <a:pt x="12551" y="-1787"/>
                              <a:pt x="32839" y="19930"/>
                              <a:pt x="38173" y="28502"/>
                            </a:cubicBezTo>
                            <a:cubicBezTo>
                              <a:pt x="43602" y="37265"/>
                              <a:pt x="43697" y="42980"/>
                              <a:pt x="46745" y="5031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53" name="Graphique 1">
                      <a:extLst>
                        <a:ext uri="{FF2B5EF4-FFF2-40B4-BE49-F238E27FC236}">
                          <a16:creationId xmlns:a16="http://schemas.microsoft.com/office/drawing/2014/main" id="{9AE7B633-2B3F-41C2-93B9-9CF74E8772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90119" y="2739368"/>
                      <a:ext cx="173939" cy="138840"/>
                      <a:chOff x="1090119" y="2739368"/>
                      <a:chExt cx="173939" cy="138840"/>
                    </a:xfrm>
                    <a:solidFill>
                      <a:schemeClr val="accent1"/>
                    </a:solidFill>
                  </p:grpSpPr>
                  <p:sp>
                    <p:nvSpPr>
                      <p:cNvPr id="11009" name="Forme libre : forme 11008">
                        <a:extLst>
                          <a:ext uri="{FF2B5EF4-FFF2-40B4-BE49-F238E27FC236}">
                            <a16:creationId xmlns:a16="http://schemas.microsoft.com/office/drawing/2014/main" id="{CEAE01EE-53F8-49E9-9850-C30371580E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0119" y="2739368"/>
                        <a:ext cx="173939" cy="138826"/>
                      </a:xfrm>
                      <a:custGeom>
                        <a:avLst/>
                        <a:gdLst>
                          <a:gd name="connsiteX0" fmla="*/ 92604 w 173939"/>
                          <a:gd name="connsiteY0" fmla="*/ 133847 h 138826"/>
                          <a:gd name="connsiteX1" fmla="*/ 52504 w 173939"/>
                          <a:gd name="connsiteY1" fmla="*/ 110226 h 138826"/>
                          <a:gd name="connsiteX2" fmla="*/ 22405 w 173939"/>
                          <a:gd name="connsiteY2" fmla="*/ 76031 h 138826"/>
                          <a:gd name="connsiteX3" fmla="*/ 22024 w 173939"/>
                          <a:gd name="connsiteY3" fmla="*/ 75364 h 138826"/>
                          <a:gd name="connsiteX4" fmla="*/ 22119 w 173939"/>
                          <a:gd name="connsiteY4" fmla="*/ 75269 h 138826"/>
                          <a:gd name="connsiteX5" fmla="*/ 22214 w 173939"/>
                          <a:gd name="connsiteY5" fmla="*/ 75078 h 138826"/>
                          <a:gd name="connsiteX6" fmla="*/ 22119 w 173939"/>
                          <a:gd name="connsiteY6" fmla="*/ 74602 h 138826"/>
                          <a:gd name="connsiteX7" fmla="*/ 20595 w 173939"/>
                          <a:gd name="connsiteY7" fmla="*/ 72602 h 138826"/>
                          <a:gd name="connsiteX8" fmla="*/ 17642 w 173939"/>
                          <a:gd name="connsiteY8" fmla="*/ 68696 h 138826"/>
                          <a:gd name="connsiteX9" fmla="*/ 12594 w 173939"/>
                          <a:gd name="connsiteY9" fmla="*/ 60981 h 138826"/>
                          <a:gd name="connsiteX10" fmla="*/ 5545 w 173939"/>
                          <a:gd name="connsiteY10" fmla="*/ 45932 h 138826"/>
                          <a:gd name="connsiteX11" fmla="*/ 21 w 173939"/>
                          <a:gd name="connsiteY11" fmla="*/ 15166 h 138826"/>
                          <a:gd name="connsiteX12" fmla="*/ 15356 w 173939"/>
                          <a:gd name="connsiteY12" fmla="*/ 21 h 138826"/>
                          <a:gd name="connsiteX13" fmla="*/ 45741 w 173939"/>
                          <a:gd name="connsiteY13" fmla="*/ 6022 h 138826"/>
                          <a:gd name="connsiteX14" fmla="*/ 60695 w 173939"/>
                          <a:gd name="connsiteY14" fmla="*/ 13070 h 138826"/>
                          <a:gd name="connsiteX15" fmla="*/ 68315 w 173939"/>
                          <a:gd name="connsiteY15" fmla="*/ 17833 h 138826"/>
                          <a:gd name="connsiteX16" fmla="*/ 72220 w 173939"/>
                          <a:gd name="connsiteY16" fmla="*/ 20595 h 138826"/>
                          <a:gd name="connsiteX17" fmla="*/ 74221 w 173939"/>
                          <a:gd name="connsiteY17" fmla="*/ 22119 h 138826"/>
                          <a:gd name="connsiteX18" fmla="*/ 77745 w 173939"/>
                          <a:gd name="connsiteY18" fmla="*/ 25167 h 138826"/>
                          <a:gd name="connsiteX19" fmla="*/ 80888 w 173939"/>
                          <a:gd name="connsiteY19" fmla="*/ 28882 h 138826"/>
                          <a:gd name="connsiteX20" fmla="*/ 84031 w 173939"/>
                          <a:gd name="connsiteY20" fmla="*/ 32692 h 138826"/>
                          <a:gd name="connsiteX21" fmla="*/ 84984 w 173939"/>
                          <a:gd name="connsiteY21" fmla="*/ 33930 h 138826"/>
                          <a:gd name="connsiteX22" fmla="*/ 85555 w 173939"/>
                          <a:gd name="connsiteY22" fmla="*/ 34597 h 138826"/>
                          <a:gd name="connsiteX23" fmla="*/ 101653 w 173939"/>
                          <a:gd name="connsiteY23" fmla="*/ 51170 h 138826"/>
                          <a:gd name="connsiteX24" fmla="*/ 119655 w 173939"/>
                          <a:gd name="connsiteY24" fmla="*/ 63362 h 138826"/>
                          <a:gd name="connsiteX25" fmla="*/ 125655 w 173939"/>
                          <a:gd name="connsiteY25" fmla="*/ 66601 h 138826"/>
                          <a:gd name="connsiteX26" fmla="*/ 130989 w 173939"/>
                          <a:gd name="connsiteY26" fmla="*/ 69744 h 138826"/>
                          <a:gd name="connsiteX27" fmla="*/ 136038 w 173939"/>
                          <a:gd name="connsiteY27" fmla="*/ 73173 h 138826"/>
                          <a:gd name="connsiteX28" fmla="*/ 141086 w 173939"/>
                          <a:gd name="connsiteY28" fmla="*/ 76602 h 138826"/>
                          <a:gd name="connsiteX29" fmla="*/ 164327 w 173939"/>
                          <a:gd name="connsiteY29" fmla="*/ 92223 h 138826"/>
                          <a:gd name="connsiteX30" fmla="*/ 172709 w 173939"/>
                          <a:gd name="connsiteY30" fmla="*/ 111654 h 138826"/>
                          <a:gd name="connsiteX31" fmla="*/ 161755 w 173939"/>
                          <a:gd name="connsiteY31" fmla="*/ 125180 h 138826"/>
                          <a:gd name="connsiteX32" fmla="*/ 144896 w 173939"/>
                          <a:gd name="connsiteY32" fmla="*/ 135086 h 138826"/>
                          <a:gd name="connsiteX33" fmla="*/ 92604 w 173939"/>
                          <a:gd name="connsiteY33" fmla="*/ 133847 h 138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</a:cxnLst>
                        <a:rect l="l" t="t" r="r" b="b"/>
                        <a:pathLst>
                          <a:path w="173939" h="138826">
                            <a:moveTo>
                              <a:pt x="92604" y="133847"/>
                            </a:moveTo>
                            <a:cubicBezTo>
                              <a:pt x="81936" y="129942"/>
                              <a:pt x="65648" y="121560"/>
                              <a:pt x="52504" y="110226"/>
                            </a:cubicBezTo>
                            <a:cubicBezTo>
                              <a:pt x="39168" y="99081"/>
                              <a:pt x="28405" y="85746"/>
                              <a:pt x="22405" y="76031"/>
                            </a:cubicBezTo>
                            <a:lnTo>
                              <a:pt x="22024" y="75364"/>
                            </a:lnTo>
                            <a:lnTo>
                              <a:pt x="22119" y="75269"/>
                            </a:lnTo>
                            <a:lnTo>
                              <a:pt x="22214" y="75078"/>
                            </a:lnTo>
                            <a:cubicBezTo>
                              <a:pt x="22119" y="74888"/>
                              <a:pt x="22500" y="75173"/>
                              <a:pt x="22119" y="74602"/>
                            </a:cubicBezTo>
                            <a:lnTo>
                              <a:pt x="20595" y="72602"/>
                            </a:lnTo>
                            <a:lnTo>
                              <a:pt x="17642" y="68696"/>
                            </a:lnTo>
                            <a:cubicBezTo>
                              <a:pt x="15832" y="66125"/>
                              <a:pt x="14118" y="63553"/>
                              <a:pt x="12594" y="60981"/>
                            </a:cubicBezTo>
                            <a:cubicBezTo>
                              <a:pt x="9641" y="55933"/>
                              <a:pt x="7260" y="50980"/>
                              <a:pt x="5545" y="45932"/>
                            </a:cubicBezTo>
                            <a:cubicBezTo>
                              <a:pt x="2021" y="36026"/>
                              <a:pt x="688" y="26024"/>
                              <a:pt x="21" y="15166"/>
                            </a:cubicBezTo>
                            <a:cubicBezTo>
                              <a:pt x="-455" y="7165"/>
                              <a:pt x="7355" y="-455"/>
                              <a:pt x="15356" y="21"/>
                            </a:cubicBezTo>
                            <a:cubicBezTo>
                              <a:pt x="25929" y="688"/>
                              <a:pt x="35835" y="2402"/>
                              <a:pt x="45741" y="6022"/>
                            </a:cubicBezTo>
                            <a:cubicBezTo>
                              <a:pt x="50694" y="7832"/>
                              <a:pt x="55647" y="10118"/>
                              <a:pt x="60695" y="13070"/>
                            </a:cubicBezTo>
                            <a:cubicBezTo>
                              <a:pt x="63172" y="14499"/>
                              <a:pt x="65743" y="16119"/>
                              <a:pt x="68315" y="17833"/>
                            </a:cubicBezTo>
                            <a:lnTo>
                              <a:pt x="72220" y="20595"/>
                            </a:lnTo>
                            <a:lnTo>
                              <a:pt x="74221" y="22119"/>
                            </a:lnTo>
                            <a:lnTo>
                              <a:pt x="77745" y="25167"/>
                            </a:lnTo>
                            <a:cubicBezTo>
                              <a:pt x="78793" y="26405"/>
                              <a:pt x="79840" y="27644"/>
                              <a:pt x="80888" y="28882"/>
                            </a:cubicBezTo>
                            <a:cubicBezTo>
                              <a:pt x="81936" y="30120"/>
                              <a:pt x="82984" y="31359"/>
                              <a:pt x="84031" y="32692"/>
                            </a:cubicBezTo>
                            <a:lnTo>
                              <a:pt x="84984" y="33930"/>
                            </a:lnTo>
                            <a:lnTo>
                              <a:pt x="85555" y="34597"/>
                            </a:lnTo>
                            <a:cubicBezTo>
                              <a:pt x="88984" y="38788"/>
                              <a:pt x="95080" y="45646"/>
                              <a:pt x="101653" y="51170"/>
                            </a:cubicBezTo>
                            <a:cubicBezTo>
                              <a:pt x="108225" y="56695"/>
                              <a:pt x="114988" y="61172"/>
                              <a:pt x="119655" y="63362"/>
                            </a:cubicBezTo>
                            <a:cubicBezTo>
                              <a:pt x="121750" y="64791"/>
                              <a:pt x="123846" y="65458"/>
                              <a:pt x="125655" y="66601"/>
                            </a:cubicBezTo>
                            <a:cubicBezTo>
                              <a:pt x="127465" y="67839"/>
                              <a:pt x="129275" y="68792"/>
                              <a:pt x="130989" y="69744"/>
                            </a:cubicBezTo>
                            <a:cubicBezTo>
                              <a:pt x="132704" y="70697"/>
                              <a:pt x="134323" y="72126"/>
                              <a:pt x="136038" y="73173"/>
                            </a:cubicBezTo>
                            <a:cubicBezTo>
                              <a:pt x="137752" y="74126"/>
                              <a:pt x="139372" y="75269"/>
                              <a:pt x="141086" y="76602"/>
                            </a:cubicBezTo>
                            <a:cubicBezTo>
                              <a:pt x="147849" y="81269"/>
                              <a:pt x="155183" y="87080"/>
                              <a:pt x="164327" y="92223"/>
                            </a:cubicBezTo>
                            <a:cubicBezTo>
                              <a:pt x="170518" y="96033"/>
                              <a:pt x="176614" y="105177"/>
                              <a:pt x="172709" y="111654"/>
                            </a:cubicBezTo>
                            <a:cubicBezTo>
                              <a:pt x="169851" y="116417"/>
                              <a:pt x="166232" y="120894"/>
                              <a:pt x="161755" y="125180"/>
                            </a:cubicBezTo>
                            <a:cubicBezTo>
                              <a:pt x="157183" y="128990"/>
                              <a:pt x="151564" y="132228"/>
                              <a:pt x="144896" y="135086"/>
                            </a:cubicBezTo>
                            <a:cubicBezTo>
                              <a:pt x="131561" y="139372"/>
                              <a:pt x="113083" y="141182"/>
                              <a:pt x="92604" y="13384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10" name="Forme libre : forme 11009">
                        <a:extLst>
                          <a:ext uri="{FF2B5EF4-FFF2-40B4-BE49-F238E27FC236}">
                            <a16:creationId xmlns:a16="http://schemas.microsoft.com/office/drawing/2014/main" id="{02B518B5-6E55-4A34-A33E-3A9247829C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0311" y="2745295"/>
                        <a:ext cx="172707" cy="132914"/>
                      </a:xfrm>
                      <a:custGeom>
                        <a:avLst/>
                        <a:gdLst>
                          <a:gd name="connsiteX0" fmla="*/ 51550 w 172707"/>
                          <a:gd name="connsiteY0" fmla="*/ 64198 h 132914"/>
                          <a:gd name="connsiteX1" fmla="*/ 43739 w 172707"/>
                          <a:gd name="connsiteY1" fmla="*/ 54483 h 132914"/>
                          <a:gd name="connsiteX2" fmla="*/ 42691 w 172707"/>
                          <a:gd name="connsiteY2" fmla="*/ 53054 h 132914"/>
                          <a:gd name="connsiteX3" fmla="*/ 41453 w 172707"/>
                          <a:gd name="connsiteY3" fmla="*/ 51816 h 132914"/>
                          <a:gd name="connsiteX4" fmla="*/ 35738 w 172707"/>
                          <a:gd name="connsiteY4" fmla="*/ 46196 h 132914"/>
                          <a:gd name="connsiteX5" fmla="*/ 29737 w 172707"/>
                          <a:gd name="connsiteY5" fmla="*/ 40005 h 132914"/>
                          <a:gd name="connsiteX6" fmla="*/ 18784 w 172707"/>
                          <a:gd name="connsiteY6" fmla="*/ 27146 h 132914"/>
                          <a:gd name="connsiteX7" fmla="*/ 3067 w 172707"/>
                          <a:gd name="connsiteY7" fmla="*/ 0 h 132914"/>
                          <a:gd name="connsiteX8" fmla="*/ 19 w 172707"/>
                          <a:gd name="connsiteY8" fmla="*/ 9144 h 132914"/>
                          <a:gd name="connsiteX9" fmla="*/ 1162 w 172707"/>
                          <a:gd name="connsiteY9" fmla="*/ 20860 h 132914"/>
                          <a:gd name="connsiteX10" fmla="*/ 11640 w 172707"/>
                          <a:gd name="connsiteY10" fmla="*/ 53149 h 132914"/>
                          <a:gd name="connsiteX11" fmla="*/ 16974 w 172707"/>
                          <a:gd name="connsiteY11" fmla="*/ 61722 h 132914"/>
                          <a:gd name="connsiteX12" fmla="*/ 20212 w 172707"/>
                          <a:gd name="connsiteY12" fmla="*/ 66104 h 132914"/>
                          <a:gd name="connsiteX13" fmla="*/ 22022 w 172707"/>
                          <a:gd name="connsiteY13" fmla="*/ 68389 h 132914"/>
                          <a:gd name="connsiteX14" fmla="*/ 22498 w 172707"/>
                          <a:gd name="connsiteY14" fmla="*/ 68961 h 132914"/>
                          <a:gd name="connsiteX15" fmla="*/ 22498 w 172707"/>
                          <a:gd name="connsiteY15" fmla="*/ 69056 h 132914"/>
                          <a:gd name="connsiteX16" fmla="*/ 22403 w 172707"/>
                          <a:gd name="connsiteY16" fmla="*/ 69152 h 132914"/>
                          <a:gd name="connsiteX17" fmla="*/ 22308 w 172707"/>
                          <a:gd name="connsiteY17" fmla="*/ 69342 h 132914"/>
                          <a:gd name="connsiteX18" fmla="*/ 22213 w 172707"/>
                          <a:gd name="connsiteY18" fmla="*/ 69532 h 132914"/>
                          <a:gd name="connsiteX19" fmla="*/ 22498 w 172707"/>
                          <a:gd name="connsiteY19" fmla="*/ 70104 h 132914"/>
                          <a:gd name="connsiteX20" fmla="*/ 30976 w 172707"/>
                          <a:gd name="connsiteY20" fmla="*/ 82105 h 132914"/>
                          <a:gd name="connsiteX21" fmla="*/ 56217 w 172707"/>
                          <a:gd name="connsiteY21" fmla="*/ 107252 h 132914"/>
                          <a:gd name="connsiteX22" fmla="*/ 71457 w 172707"/>
                          <a:gd name="connsiteY22" fmla="*/ 117634 h 132914"/>
                          <a:gd name="connsiteX23" fmla="*/ 86125 w 172707"/>
                          <a:gd name="connsiteY23" fmla="*/ 125158 h 132914"/>
                          <a:gd name="connsiteX24" fmla="*/ 92602 w 172707"/>
                          <a:gd name="connsiteY24" fmla="*/ 127921 h 132914"/>
                          <a:gd name="connsiteX25" fmla="*/ 131845 w 172707"/>
                          <a:gd name="connsiteY25" fmla="*/ 132016 h 132914"/>
                          <a:gd name="connsiteX26" fmla="*/ 142704 w 172707"/>
                          <a:gd name="connsiteY26" fmla="*/ 129540 h 132914"/>
                          <a:gd name="connsiteX27" fmla="*/ 151943 w 172707"/>
                          <a:gd name="connsiteY27" fmla="*/ 125254 h 132914"/>
                          <a:gd name="connsiteX28" fmla="*/ 166135 w 172707"/>
                          <a:gd name="connsiteY28" fmla="*/ 114300 h 132914"/>
                          <a:gd name="connsiteX29" fmla="*/ 172517 w 172707"/>
                          <a:gd name="connsiteY29" fmla="*/ 105632 h 132914"/>
                          <a:gd name="connsiteX30" fmla="*/ 172708 w 172707"/>
                          <a:gd name="connsiteY30" fmla="*/ 105251 h 132914"/>
                          <a:gd name="connsiteX31" fmla="*/ 105937 w 172707"/>
                          <a:gd name="connsiteY31" fmla="*/ 102775 h 132914"/>
                          <a:gd name="connsiteX32" fmla="*/ 51550 w 172707"/>
                          <a:gd name="connsiteY32" fmla="*/ 64198 h 1329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</a:cxnLst>
                        <a:rect l="l" t="t" r="r" b="b"/>
                        <a:pathLst>
                          <a:path w="172707" h="132914">
                            <a:moveTo>
                              <a:pt x="51550" y="64198"/>
                            </a:moveTo>
                            <a:cubicBezTo>
                              <a:pt x="48787" y="61151"/>
                              <a:pt x="45930" y="57626"/>
                              <a:pt x="43739" y="54483"/>
                            </a:cubicBezTo>
                            <a:lnTo>
                              <a:pt x="42691" y="53054"/>
                            </a:lnTo>
                            <a:cubicBezTo>
                              <a:pt x="42405" y="52578"/>
                              <a:pt x="41834" y="52197"/>
                              <a:pt x="41453" y="51816"/>
                            </a:cubicBezTo>
                            <a:lnTo>
                              <a:pt x="35738" y="46196"/>
                            </a:lnTo>
                            <a:lnTo>
                              <a:pt x="29737" y="40005"/>
                            </a:lnTo>
                            <a:cubicBezTo>
                              <a:pt x="25832" y="35814"/>
                              <a:pt x="22117" y="31528"/>
                              <a:pt x="18784" y="27146"/>
                            </a:cubicBezTo>
                            <a:cubicBezTo>
                              <a:pt x="12021" y="18383"/>
                              <a:pt x="6496" y="9335"/>
                              <a:pt x="3067" y="0"/>
                            </a:cubicBezTo>
                            <a:cubicBezTo>
                              <a:pt x="1067" y="2667"/>
                              <a:pt x="-171" y="5810"/>
                              <a:pt x="19" y="9144"/>
                            </a:cubicBezTo>
                            <a:cubicBezTo>
                              <a:pt x="305" y="13145"/>
                              <a:pt x="591" y="17050"/>
                              <a:pt x="1162" y="20860"/>
                            </a:cubicBezTo>
                            <a:cubicBezTo>
                              <a:pt x="2686" y="31813"/>
                              <a:pt x="5544" y="42291"/>
                              <a:pt x="11640" y="53149"/>
                            </a:cubicBezTo>
                            <a:cubicBezTo>
                              <a:pt x="13164" y="55912"/>
                              <a:pt x="14974" y="58769"/>
                              <a:pt x="16974" y="61722"/>
                            </a:cubicBezTo>
                            <a:cubicBezTo>
                              <a:pt x="18022" y="63151"/>
                              <a:pt x="19069" y="64675"/>
                              <a:pt x="20212" y="66104"/>
                            </a:cubicBezTo>
                            <a:lnTo>
                              <a:pt x="22022" y="68389"/>
                            </a:lnTo>
                            <a:lnTo>
                              <a:pt x="22498" y="68961"/>
                            </a:lnTo>
                            <a:lnTo>
                              <a:pt x="22498" y="69056"/>
                            </a:lnTo>
                            <a:lnTo>
                              <a:pt x="22403" y="69152"/>
                            </a:lnTo>
                            <a:lnTo>
                              <a:pt x="22308" y="69342"/>
                            </a:lnTo>
                            <a:lnTo>
                              <a:pt x="22213" y="69532"/>
                            </a:lnTo>
                            <a:lnTo>
                              <a:pt x="22498" y="70104"/>
                            </a:lnTo>
                            <a:cubicBezTo>
                              <a:pt x="24594" y="73533"/>
                              <a:pt x="27642" y="77819"/>
                              <a:pt x="30976" y="82105"/>
                            </a:cubicBezTo>
                            <a:cubicBezTo>
                              <a:pt x="37548" y="90488"/>
                              <a:pt x="46501" y="99441"/>
                              <a:pt x="56217" y="107252"/>
                            </a:cubicBezTo>
                            <a:cubicBezTo>
                              <a:pt x="61265" y="111062"/>
                              <a:pt x="66218" y="114776"/>
                              <a:pt x="71457" y="117634"/>
                            </a:cubicBezTo>
                            <a:cubicBezTo>
                              <a:pt x="76410" y="120777"/>
                              <a:pt x="81553" y="123254"/>
                              <a:pt x="86125" y="125158"/>
                            </a:cubicBezTo>
                            <a:cubicBezTo>
                              <a:pt x="88507" y="126111"/>
                              <a:pt x="90697" y="127063"/>
                              <a:pt x="92602" y="127921"/>
                            </a:cubicBezTo>
                            <a:cubicBezTo>
                              <a:pt x="107176" y="132683"/>
                              <a:pt x="120606" y="134017"/>
                              <a:pt x="131845" y="132016"/>
                            </a:cubicBezTo>
                            <a:cubicBezTo>
                              <a:pt x="135751" y="131350"/>
                              <a:pt x="139275" y="130493"/>
                              <a:pt x="142704" y="129540"/>
                            </a:cubicBezTo>
                            <a:cubicBezTo>
                              <a:pt x="146038" y="128492"/>
                              <a:pt x="149086" y="126778"/>
                              <a:pt x="151943" y="125254"/>
                            </a:cubicBezTo>
                            <a:cubicBezTo>
                              <a:pt x="157658" y="122206"/>
                              <a:pt x="162325" y="118681"/>
                              <a:pt x="166135" y="114300"/>
                            </a:cubicBezTo>
                            <a:cubicBezTo>
                              <a:pt x="168612" y="111538"/>
                              <a:pt x="170707" y="108585"/>
                              <a:pt x="172517" y="105632"/>
                            </a:cubicBezTo>
                            <a:lnTo>
                              <a:pt x="172708" y="105251"/>
                            </a:lnTo>
                            <a:cubicBezTo>
                              <a:pt x="151467" y="111538"/>
                              <a:pt x="127368" y="110871"/>
                              <a:pt x="105937" y="102775"/>
                            </a:cubicBezTo>
                            <a:cubicBezTo>
                              <a:pt x="84316" y="94488"/>
                              <a:pt x="66313" y="80201"/>
                              <a:pt x="51550" y="6419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11" name="Forme libre : forme 11010">
                        <a:extLst>
                          <a:ext uri="{FF2B5EF4-FFF2-40B4-BE49-F238E27FC236}">
                            <a16:creationId xmlns:a16="http://schemas.microsoft.com/office/drawing/2014/main" id="{3AB6216F-0135-4557-A6ED-E086CB444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41801" y="2795131"/>
                        <a:ext cx="81882" cy="57603"/>
                      </a:xfrm>
                      <a:custGeom>
                        <a:avLst/>
                        <a:gdLst>
                          <a:gd name="connsiteX0" fmla="*/ 81879 w 81882"/>
                          <a:gd name="connsiteY0" fmla="*/ 51319 h 57603"/>
                          <a:gd name="connsiteX1" fmla="*/ 59019 w 81882"/>
                          <a:gd name="connsiteY1" fmla="*/ 56939 h 57603"/>
                          <a:gd name="connsiteX2" fmla="*/ 27777 w 81882"/>
                          <a:gd name="connsiteY2" fmla="*/ 44652 h 57603"/>
                          <a:gd name="connsiteX3" fmla="*/ 6251 w 81882"/>
                          <a:gd name="connsiteY3" fmla="*/ 22839 h 57603"/>
                          <a:gd name="connsiteX4" fmla="*/ 2250 w 81882"/>
                          <a:gd name="connsiteY4" fmla="*/ 1027 h 57603"/>
                          <a:gd name="connsiteX5" fmla="*/ 21300 w 81882"/>
                          <a:gd name="connsiteY5" fmla="*/ 8457 h 57603"/>
                          <a:gd name="connsiteX6" fmla="*/ 41493 w 81882"/>
                          <a:gd name="connsiteY6" fmla="*/ 23887 h 57603"/>
                          <a:gd name="connsiteX7" fmla="*/ 64353 w 81882"/>
                          <a:gd name="connsiteY7" fmla="*/ 37794 h 57603"/>
                          <a:gd name="connsiteX8" fmla="*/ 81879 w 81882"/>
                          <a:gd name="connsiteY8" fmla="*/ 51319 h 576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1882" h="57603">
                            <a:moveTo>
                              <a:pt x="81879" y="51319"/>
                            </a:moveTo>
                            <a:cubicBezTo>
                              <a:pt x="81784" y="56558"/>
                              <a:pt x="71402" y="58844"/>
                              <a:pt x="59019" y="56939"/>
                            </a:cubicBezTo>
                            <a:cubicBezTo>
                              <a:pt x="46446" y="55510"/>
                              <a:pt x="33778" y="48366"/>
                              <a:pt x="27777" y="44652"/>
                            </a:cubicBezTo>
                            <a:cubicBezTo>
                              <a:pt x="21967" y="40556"/>
                              <a:pt x="11966" y="32269"/>
                              <a:pt x="6251" y="22839"/>
                            </a:cubicBezTo>
                            <a:cubicBezTo>
                              <a:pt x="250" y="13600"/>
                              <a:pt x="-2131" y="4266"/>
                              <a:pt x="2250" y="1027"/>
                            </a:cubicBezTo>
                            <a:cubicBezTo>
                              <a:pt x="6727" y="-2211"/>
                              <a:pt x="13775" y="2742"/>
                              <a:pt x="21300" y="8457"/>
                            </a:cubicBezTo>
                            <a:cubicBezTo>
                              <a:pt x="28730" y="14457"/>
                              <a:pt x="37207" y="20553"/>
                              <a:pt x="41493" y="23887"/>
                            </a:cubicBezTo>
                            <a:cubicBezTo>
                              <a:pt x="45970" y="26935"/>
                              <a:pt x="55209" y="33412"/>
                              <a:pt x="64353" y="37794"/>
                            </a:cubicBezTo>
                            <a:cubicBezTo>
                              <a:pt x="73211" y="42651"/>
                              <a:pt x="82070" y="46461"/>
                              <a:pt x="81879" y="5131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12" name="Forme libre : forme 11011">
                        <a:extLst>
                          <a:ext uri="{FF2B5EF4-FFF2-40B4-BE49-F238E27FC236}">
                            <a16:creationId xmlns:a16="http://schemas.microsoft.com/office/drawing/2014/main" id="{2F04BC43-8860-4AA3-859E-5EF2255B75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42082" y="2794348"/>
                        <a:ext cx="49022" cy="55245"/>
                      </a:xfrm>
                      <a:custGeom>
                        <a:avLst/>
                        <a:gdLst>
                          <a:gd name="connsiteX0" fmla="*/ 22162 w 49022"/>
                          <a:gd name="connsiteY0" fmla="*/ 10478 h 55245"/>
                          <a:gd name="connsiteX1" fmla="*/ 1683 w 49022"/>
                          <a:gd name="connsiteY1" fmla="*/ 1430 h 55245"/>
                          <a:gd name="connsiteX2" fmla="*/ 5970 w 49022"/>
                          <a:gd name="connsiteY2" fmla="*/ 23623 h 55245"/>
                          <a:gd name="connsiteX3" fmla="*/ 27972 w 49022"/>
                          <a:gd name="connsiteY3" fmla="*/ 45816 h 55245"/>
                          <a:gd name="connsiteX4" fmla="*/ 37878 w 49022"/>
                          <a:gd name="connsiteY4" fmla="*/ 51245 h 55245"/>
                          <a:gd name="connsiteX5" fmla="*/ 49023 w 49022"/>
                          <a:gd name="connsiteY5" fmla="*/ 55246 h 55245"/>
                          <a:gd name="connsiteX6" fmla="*/ 38259 w 49022"/>
                          <a:gd name="connsiteY6" fmla="*/ 49340 h 55245"/>
                          <a:gd name="connsiteX7" fmla="*/ 22162 w 49022"/>
                          <a:gd name="connsiteY7" fmla="*/ 10478 h 552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9022" h="55245">
                            <a:moveTo>
                              <a:pt x="22162" y="10478"/>
                            </a:moveTo>
                            <a:cubicBezTo>
                              <a:pt x="16638" y="8002"/>
                              <a:pt x="5970" y="-4095"/>
                              <a:pt x="1683" y="1430"/>
                            </a:cubicBezTo>
                            <a:cubicBezTo>
                              <a:pt x="-1841" y="6002"/>
                              <a:pt x="445" y="14860"/>
                              <a:pt x="5970" y="23623"/>
                            </a:cubicBezTo>
                            <a:cubicBezTo>
                              <a:pt x="11399" y="32481"/>
                              <a:pt x="20638" y="40673"/>
                              <a:pt x="27972" y="45816"/>
                            </a:cubicBezTo>
                            <a:cubicBezTo>
                              <a:pt x="30258" y="47245"/>
                              <a:pt x="33973" y="49340"/>
                              <a:pt x="37878" y="51245"/>
                            </a:cubicBezTo>
                            <a:cubicBezTo>
                              <a:pt x="41974" y="52865"/>
                              <a:pt x="46165" y="54388"/>
                              <a:pt x="49023" y="55246"/>
                            </a:cubicBezTo>
                            <a:cubicBezTo>
                              <a:pt x="45975" y="53722"/>
                              <a:pt x="40736" y="51341"/>
                              <a:pt x="38259" y="49340"/>
                            </a:cubicBezTo>
                            <a:cubicBezTo>
                              <a:pt x="23972" y="37529"/>
                              <a:pt x="13780" y="19337"/>
                              <a:pt x="22162" y="10478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13" name="Forme libre : forme 11012">
                        <a:extLst>
                          <a:ext uri="{FF2B5EF4-FFF2-40B4-BE49-F238E27FC236}">
                            <a16:creationId xmlns:a16="http://schemas.microsoft.com/office/drawing/2014/main" id="{1F54EA2C-521D-416C-AA5F-8637BE7A60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42848" y="2800643"/>
                        <a:ext cx="86229" cy="55583"/>
                      </a:xfrm>
                      <a:custGeom>
                        <a:avLst/>
                        <a:gdLst>
                          <a:gd name="connsiteX0" fmla="*/ 86071 w 86229"/>
                          <a:gd name="connsiteY0" fmla="*/ 48665 h 55583"/>
                          <a:gd name="connsiteX1" fmla="*/ 77879 w 86229"/>
                          <a:gd name="connsiteY1" fmla="*/ 54475 h 55583"/>
                          <a:gd name="connsiteX2" fmla="*/ 61591 w 86229"/>
                          <a:gd name="connsiteY2" fmla="*/ 55428 h 55583"/>
                          <a:gd name="connsiteX3" fmla="*/ 29587 w 86229"/>
                          <a:gd name="connsiteY3" fmla="*/ 44379 h 55583"/>
                          <a:gd name="connsiteX4" fmla="*/ 6632 w 86229"/>
                          <a:gd name="connsiteY4" fmla="*/ 23233 h 55583"/>
                          <a:gd name="connsiteX5" fmla="*/ 1965 w 86229"/>
                          <a:gd name="connsiteY5" fmla="*/ 1326 h 55583"/>
                          <a:gd name="connsiteX6" fmla="*/ 21396 w 86229"/>
                          <a:gd name="connsiteY6" fmla="*/ 8279 h 55583"/>
                          <a:gd name="connsiteX7" fmla="*/ 42541 w 86229"/>
                          <a:gd name="connsiteY7" fmla="*/ 23138 h 55583"/>
                          <a:gd name="connsiteX8" fmla="*/ 67687 w 86229"/>
                          <a:gd name="connsiteY8" fmla="*/ 36473 h 55583"/>
                          <a:gd name="connsiteX9" fmla="*/ 86071 w 86229"/>
                          <a:gd name="connsiteY9" fmla="*/ 48665 h 555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229" h="55583">
                            <a:moveTo>
                              <a:pt x="86071" y="48665"/>
                            </a:moveTo>
                            <a:cubicBezTo>
                              <a:pt x="85214" y="51142"/>
                              <a:pt x="82356" y="53047"/>
                              <a:pt x="77879" y="54475"/>
                            </a:cubicBezTo>
                            <a:cubicBezTo>
                              <a:pt x="73498" y="55714"/>
                              <a:pt x="67783" y="55714"/>
                              <a:pt x="61591" y="55428"/>
                            </a:cubicBezTo>
                            <a:cubicBezTo>
                              <a:pt x="49495" y="53809"/>
                              <a:pt x="36160" y="48760"/>
                              <a:pt x="29587" y="44379"/>
                            </a:cubicBezTo>
                            <a:cubicBezTo>
                              <a:pt x="22539" y="40664"/>
                              <a:pt x="12824" y="32187"/>
                              <a:pt x="6632" y="23233"/>
                            </a:cubicBezTo>
                            <a:cubicBezTo>
                              <a:pt x="346" y="14375"/>
                              <a:pt x="-2035" y="5136"/>
                              <a:pt x="1965" y="1326"/>
                            </a:cubicBezTo>
                            <a:cubicBezTo>
                              <a:pt x="6061" y="-2484"/>
                              <a:pt x="13395" y="2564"/>
                              <a:pt x="21396" y="8279"/>
                            </a:cubicBezTo>
                            <a:cubicBezTo>
                              <a:pt x="29397" y="13994"/>
                              <a:pt x="38065" y="20662"/>
                              <a:pt x="42541" y="23138"/>
                            </a:cubicBezTo>
                            <a:cubicBezTo>
                              <a:pt x="46732" y="26281"/>
                              <a:pt x="57686" y="31901"/>
                              <a:pt x="67687" y="36473"/>
                            </a:cubicBezTo>
                            <a:cubicBezTo>
                              <a:pt x="77879" y="40664"/>
                              <a:pt x="87595" y="43522"/>
                              <a:pt x="86071" y="4866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14" name="Forme libre : forme 11013">
                        <a:extLst>
                          <a:ext uri="{FF2B5EF4-FFF2-40B4-BE49-F238E27FC236}">
                            <a16:creationId xmlns:a16="http://schemas.microsoft.com/office/drawing/2014/main" id="{7776495F-6186-4BF7-92A6-2CA5DBE91D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0751" y="2758356"/>
                        <a:ext cx="87180" cy="102071"/>
                      </a:xfrm>
                      <a:custGeom>
                        <a:avLst/>
                        <a:gdLst>
                          <a:gd name="connsiteX0" fmla="*/ 1678 w 87180"/>
                          <a:gd name="connsiteY0" fmla="*/ 6656 h 102071"/>
                          <a:gd name="connsiteX1" fmla="*/ 2059 w 87180"/>
                          <a:gd name="connsiteY1" fmla="*/ 23896 h 102071"/>
                          <a:gd name="connsiteX2" fmla="*/ 6250 w 87180"/>
                          <a:gd name="connsiteY2" fmla="*/ 36850 h 102071"/>
                          <a:gd name="connsiteX3" fmla="*/ 8631 w 87180"/>
                          <a:gd name="connsiteY3" fmla="*/ 43041 h 102071"/>
                          <a:gd name="connsiteX4" fmla="*/ 10346 w 87180"/>
                          <a:gd name="connsiteY4" fmla="*/ 48185 h 102071"/>
                          <a:gd name="connsiteX5" fmla="*/ 10250 w 87180"/>
                          <a:gd name="connsiteY5" fmla="*/ 49328 h 102071"/>
                          <a:gd name="connsiteX6" fmla="*/ 10060 w 87180"/>
                          <a:gd name="connsiteY6" fmla="*/ 50375 h 102071"/>
                          <a:gd name="connsiteX7" fmla="*/ 13203 w 87180"/>
                          <a:gd name="connsiteY7" fmla="*/ 57805 h 102071"/>
                          <a:gd name="connsiteX8" fmla="*/ 17966 w 87180"/>
                          <a:gd name="connsiteY8" fmla="*/ 65806 h 102071"/>
                          <a:gd name="connsiteX9" fmla="*/ 38444 w 87180"/>
                          <a:gd name="connsiteY9" fmla="*/ 87523 h 102071"/>
                          <a:gd name="connsiteX10" fmla="*/ 51017 w 87180"/>
                          <a:gd name="connsiteY10" fmla="*/ 95334 h 102071"/>
                          <a:gd name="connsiteX11" fmla="*/ 63590 w 87180"/>
                          <a:gd name="connsiteY11" fmla="*/ 100286 h 102071"/>
                          <a:gd name="connsiteX12" fmla="*/ 87117 w 87180"/>
                          <a:gd name="connsiteY12" fmla="*/ 95334 h 102071"/>
                          <a:gd name="connsiteX13" fmla="*/ 82164 w 87180"/>
                          <a:gd name="connsiteY13" fmla="*/ 89809 h 102071"/>
                          <a:gd name="connsiteX14" fmla="*/ 74068 w 87180"/>
                          <a:gd name="connsiteY14" fmla="*/ 83618 h 102071"/>
                          <a:gd name="connsiteX15" fmla="*/ 49874 w 87180"/>
                          <a:gd name="connsiteY15" fmla="*/ 47518 h 102071"/>
                          <a:gd name="connsiteX16" fmla="*/ 45779 w 87180"/>
                          <a:gd name="connsiteY16" fmla="*/ 25706 h 102071"/>
                          <a:gd name="connsiteX17" fmla="*/ 44350 w 87180"/>
                          <a:gd name="connsiteY17" fmla="*/ 22372 h 102071"/>
                          <a:gd name="connsiteX18" fmla="*/ 42540 w 87180"/>
                          <a:gd name="connsiteY18" fmla="*/ 19134 h 102071"/>
                          <a:gd name="connsiteX19" fmla="*/ 37492 w 87180"/>
                          <a:gd name="connsiteY19" fmla="*/ 12561 h 102071"/>
                          <a:gd name="connsiteX20" fmla="*/ 31777 w 87180"/>
                          <a:gd name="connsiteY20" fmla="*/ 7132 h 102071"/>
                          <a:gd name="connsiteX21" fmla="*/ 1678 w 87180"/>
                          <a:gd name="connsiteY21" fmla="*/ 6656 h 1020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87180" h="102071">
                            <a:moveTo>
                              <a:pt x="1678" y="6656"/>
                            </a:moveTo>
                            <a:cubicBezTo>
                              <a:pt x="-799" y="12942"/>
                              <a:pt x="-418" y="16085"/>
                              <a:pt x="2059" y="23896"/>
                            </a:cubicBezTo>
                            <a:cubicBezTo>
                              <a:pt x="3487" y="28373"/>
                              <a:pt x="4726" y="32659"/>
                              <a:pt x="6250" y="36850"/>
                            </a:cubicBezTo>
                            <a:cubicBezTo>
                              <a:pt x="7012" y="38945"/>
                              <a:pt x="7774" y="41041"/>
                              <a:pt x="8631" y="43041"/>
                            </a:cubicBezTo>
                            <a:cubicBezTo>
                              <a:pt x="9393" y="45042"/>
                              <a:pt x="10822" y="47613"/>
                              <a:pt x="10346" y="48185"/>
                            </a:cubicBezTo>
                            <a:cubicBezTo>
                              <a:pt x="10346" y="48566"/>
                              <a:pt x="10346" y="48947"/>
                              <a:pt x="10250" y="49328"/>
                            </a:cubicBezTo>
                            <a:lnTo>
                              <a:pt x="10060" y="50375"/>
                            </a:lnTo>
                            <a:cubicBezTo>
                              <a:pt x="10441" y="52090"/>
                              <a:pt x="11965" y="55328"/>
                              <a:pt x="13203" y="57805"/>
                            </a:cubicBezTo>
                            <a:cubicBezTo>
                              <a:pt x="14632" y="60377"/>
                              <a:pt x="16061" y="63139"/>
                              <a:pt x="17966" y="65806"/>
                            </a:cubicBezTo>
                            <a:cubicBezTo>
                              <a:pt x="23204" y="73902"/>
                              <a:pt x="30634" y="81332"/>
                              <a:pt x="38444" y="87523"/>
                            </a:cubicBezTo>
                            <a:cubicBezTo>
                              <a:pt x="42635" y="90380"/>
                              <a:pt x="46731" y="93143"/>
                              <a:pt x="51017" y="95334"/>
                            </a:cubicBezTo>
                            <a:cubicBezTo>
                              <a:pt x="55399" y="97334"/>
                              <a:pt x="59495" y="99143"/>
                              <a:pt x="63590" y="100286"/>
                            </a:cubicBezTo>
                            <a:cubicBezTo>
                              <a:pt x="75973" y="103811"/>
                              <a:pt x="88165" y="102096"/>
                              <a:pt x="87117" y="95334"/>
                            </a:cubicBezTo>
                            <a:cubicBezTo>
                              <a:pt x="86831" y="93238"/>
                              <a:pt x="84831" y="91524"/>
                              <a:pt x="82164" y="89809"/>
                            </a:cubicBezTo>
                            <a:cubicBezTo>
                              <a:pt x="79688" y="87809"/>
                              <a:pt x="76544" y="85809"/>
                              <a:pt x="74068" y="83618"/>
                            </a:cubicBezTo>
                            <a:cubicBezTo>
                              <a:pt x="62638" y="73140"/>
                              <a:pt x="53780" y="61615"/>
                              <a:pt x="49874" y="47518"/>
                            </a:cubicBezTo>
                            <a:cubicBezTo>
                              <a:pt x="48065" y="40565"/>
                              <a:pt x="47398" y="33326"/>
                              <a:pt x="45779" y="25706"/>
                            </a:cubicBezTo>
                            <a:cubicBezTo>
                              <a:pt x="45302" y="24563"/>
                              <a:pt x="44826" y="23420"/>
                              <a:pt x="44350" y="22372"/>
                            </a:cubicBezTo>
                            <a:cubicBezTo>
                              <a:pt x="43874" y="21229"/>
                              <a:pt x="43207" y="20276"/>
                              <a:pt x="42540" y="19134"/>
                            </a:cubicBezTo>
                            <a:cubicBezTo>
                              <a:pt x="40254" y="16085"/>
                              <a:pt x="39206" y="14466"/>
                              <a:pt x="37492" y="12561"/>
                            </a:cubicBezTo>
                            <a:cubicBezTo>
                              <a:pt x="35873" y="10656"/>
                              <a:pt x="33968" y="8846"/>
                              <a:pt x="31777" y="7132"/>
                            </a:cubicBezTo>
                            <a:cubicBezTo>
                              <a:pt x="19490" y="-2488"/>
                              <a:pt x="5107" y="-2107"/>
                              <a:pt x="1678" y="665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15" name="Forme libre : forme 11014">
                        <a:extLst>
                          <a:ext uri="{FF2B5EF4-FFF2-40B4-BE49-F238E27FC236}">
                            <a16:creationId xmlns:a16="http://schemas.microsoft.com/office/drawing/2014/main" id="{B5211823-0F81-4C83-80AC-082D7F8628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6368" y="2773068"/>
                        <a:ext cx="31951" cy="26672"/>
                      </a:xfrm>
                      <a:custGeom>
                        <a:avLst/>
                        <a:gdLst>
                          <a:gd name="connsiteX0" fmla="*/ 5207 w 31951"/>
                          <a:gd name="connsiteY0" fmla="*/ 898 h 26672"/>
                          <a:gd name="connsiteX1" fmla="*/ 731 w 31951"/>
                          <a:gd name="connsiteY1" fmla="*/ 135 h 26672"/>
                          <a:gd name="connsiteX2" fmla="*/ 1112 w 31951"/>
                          <a:gd name="connsiteY2" fmla="*/ 3945 h 26672"/>
                          <a:gd name="connsiteX3" fmla="*/ 6160 w 31951"/>
                          <a:gd name="connsiteY3" fmla="*/ 9089 h 26672"/>
                          <a:gd name="connsiteX4" fmla="*/ 9113 w 31951"/>
                          <a:gd name="connsiteY4" fmla="*/ 11566 h 26672"/>
                          <a:gd name="connsiteX5" fmla="*/ 11208 w 31951"/>
                          <a:gd name="connsiteY5" fmla="*/ 13661 h 26672"/>
                          <a:gd name="connsiteX6" fmla="*/ 13113 w 31951"/>
                          <a:gd name="connsiteY6" fmla="*/ 15947 h 26672"/>
                          <a:gd name="connsiteX7" fmla="*/ 19304 w 31951"/>
                          <a:gd name="connsiteY7" fmla="*/ 22138 h 26672"/>
                          <a:gd name="connsiteX8" fmla="*/ 24162 w 31951"/>
                          <a:gd name="connsiteY8" fmla="*/ 25662 h 26672"/>
                          <a:gd name="connsiteX9" fmla="*/ 28448 w 31951"/>
                          <a:gd name="connsiteY9" fmla="*/ 17661 h 26672"/>
                          <a:gd name="connsiteX10" fmla="*/ 20828 w 31951"/>
                          <a:gd name="connsiteY10" fmla="*/ 10613 h 26672"/>
                          <a:gd name="connsiteX11" fmla="*/ 18161 w 31951"/>
                          <a:gd name="connsiteY11" fmla="*/ 8136 h 26672"/>
                          <a:gd name="connsiteX12" fmla="*/ 15304 w 31951"/>
                          <a:gd name="connsiteY12" fmla="*/ 5946 h 26672"/>
                          <a:gd name="connsiteX13" fmla="*/ 9684 w 31951"/>
                          <a:gd name="connsiteY13" fmla="*/ 2898 h 26672"/>
                          <a:gd name="connsiteX14" fmla="*/ 5207 w 31951"/>
                          <a:gd name="connsiteY14" fmla="*/ 898 h 266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31951" h="26672">
                            <a:moveTo>
                              <a:pt x="5207" y="898"/>
                            </a:moveTo>
                            <a:cubicBezTo>
                              <a:pt x="3398" y="231"/>
                              <a:pt x="2064" y="-246"/>
                              <a:pt x="731" y="135"/>
                            </a:cubicBezTo>
                            <a:cubicBezTo>
                              <a:pt x="-508" y="612"/>
                              <a:pt x="-31" y="2231"/>
                              <a:pt x="1112" y="3945"/>
                            </a:cubicBezTo>
                            <a:cubicBezTo>
                              <a:pt x="2255" y="5660"/>
                              <a:pt x="4445" y="7565"/>
                              <a:pt x="6160" y="9089"/>
                            </a:cubicBezTo>
                            <a:lnTo>
                              <a:pt x="9113" y="11566"/>
                            </a:lnTo>
                            <a:cubicBezTo>
                              <a:pt x="9779" y="12232"/>
                              <a:pt x="10637" y="12899"/>
                              <a:pt x="11208" y="13661"/>
                            </a:cubicBezTo>
                            <a:cubicBezTo>
                              <a:pt x="11875" y="14423"/>
                              <a:pt x="12542" y="15280"/>
                              <a:pt x="13113" y="15947"/>
                            </a:cubicBezTo>
                            <a:cubicBezTo>
                              <a:pt x="15209" y="18424"/>
                              <a:pt x="17114" y="20328"/>
                              <a:pt x="19304" y="22138"/>
                            </a:cubicBezTo>
                            <a:cubicBezTo>
                              <a:pt x="20924" y="23567"/>
                              <a:pt x="22448" y="24901"/>
                              <a:pt x="24162" y="25662"/>
                            </a:cubicBezTo>
                            <a:cubicBezTo>
                              <a:pt x="31306" y="28710"/>
                              <a:pt x="35211" y="24519"/>
                              <a:pt x="28448" y="17661"/>
                            </a:cubicBezTo>
                            <a:cubicBezTo>
                              <a:pt x="26258" y="15185"/>
                              <a:pt x="23876" y="13375"/>
                              <a:pt x="20828" y="10613"/>
                            </a:cubicBezTo>
                            <a:lnTo>
                              <a:pt x="18161" y="8136"/>
                            </a:lnTo>
                            <a:cubicBezTo>
                              <a:pt x="17304" y="7279"/>
                              <a:pt x="16257" y="6612"/>
                              <a:pt x="15304" y="5946"/>
                            </a:cubicBezTo>
                            <a:cubicBezTo>
                              <a:pt x="12923" y="4422"/>
                              <a:pt x="11208" y="3565"/>
                              <a:pt x="9684" y="2898"/>
                            </a:cubicBezTo>
                            <a:cubicBezTo>
                              <a:pt x="8255" y="2136"/>
                              <a:pt x="6732" y="1564"/>
                              <a:pt x="5207" y="89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16" name="Forme libre : forme 11015">
                        <a:extLst>
                          <a:ext uri="{FF2B5EF4-FFF2-40B4-BE49-F238E27FC236}">
                            <a16:creationId xmlns:a16="http://schemas.microsoft.com/office/drawing/2014/main" id="{6DBE56FF-D08C-413E-9714-F103110655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86438" y="2848832"/>
                        <a:ext cx="72580" cy="25458"/>
                      </a:xfrm>
                      <a:custGeom>
                        <a:avLst/>
                        <a:gdLst>
                          <a:gd name="connsiteX0" fmla="*/ 72581 w 72580"/>
                          <a:gd name="connsiteY0" fmla="*/ 0 h 25458"/>
                          <a:gd name="connsiteX1" fmla="*/ 63818 w 72580"/>
                          <a:gd name="connsiteY1" fmla="*/ 12002 h 25458"/>
                          <a:gd name="connsiteX2" fmla="*/ 45911 w 72580"/>
                          <a:gd name="connsiteY2" fmla="*/ 21336 h 25458"/>
                          <a:gd name="connsiteX3" fmla="*/ 0 w 72580"/>
                          <a:gd name="connsiteY3" fmla="*/ 23908 h 25458"/>
                          <a:gd name="connsiteX4" fmla="*/ 22574 w 72580"/>
                          <a:gd name="connsiteY4" fmla="*/ 24670 h 25458"/>
                          <a:gd name="connsiteX5" fmla="*/ 43529 w 72580"/>
                          <a:gd name="connsiteY5" fmla="*/ 19812 h 25458"/>
                          <a:gd name="connsiteX6" fmla="*/ 72581 w 72580"/>
                          <a:gd name="connsiteY6" fmla="*/ 0 h 25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2580" h="25458">
                            <a:moveTo>
                              <a:pt x="72581" y="0"/>
                            </a:moveTo>
                            <a:cubicBezTo>
                              <a:pt x="71342" y="3905"/>
                              <a:pt x="68294" y="8001"/>
                              <a:pt x="63818" y="12002"/>
                            </a:cubicBezTo>
                            <a:cubicBezTo>
                              <a:pt x="59150" y="15335"/>
                              <a:pt x="53054" y="18860"/>
                              <a:pt x="45911" y="21336"/>
                            </a:cubicBezTo>
                            <a:cubicBezTo>
                              <a:pt x="31623" y="26003"/>
                              <a:pt x="13525" y="26479"/>
                              <a:pt x="0" y="23908"/>
                            </a:cubicBezTo>
                            <a:cubicBezTo>
                              <a:pt x="7429" y="25051"/>
                              <a:pt x="15050" y="25622"/>
                              <a:pt x="22574" y="24670"/>
                            </a:cubicBezTo>
                            <a:cubicBezTo>
                              <a:pt x="30004" y="24289"/>
                              <a:pt x="37148" y="22098"/>
                              <a:pt x="43529" y="19812"/>
                            </a:cubicBezTo>
                            <a:cubicBezTo>
                              <a:pt x="56388" y="14859"/>
                              <a:pt x="66199" y="7429"/>
                              <a:pt x="7258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17" name="Forme libre : forme 11016">
                        <a:extLst>
                          <a:ext uri="{FF2B5EF4-FFF2-40B4-BE49-F238E27FC236}">
                            <a16:creationId xmlns:a16="http://schemas.microsoft.com/office/drawing/2014/main" id="{5D8D020F-6EAF-4A39-ADEE-F4CA2694F5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05285" y="2741675"/>
                        <a:ext cx="69341" cy="34956"/>
                      </a:xfrm>
                      <a:custGeom>
                        <a:avLst/>
                        <a:gdLst>
                          <a:gd name="connsiteX0" fmla="*/ 69342 w 69341"/>
                          <a:gd name="connsiteY0" fmla="*/ 34957 h 34956"/>
                          <a:gd name="connsiteX1" fmla="*/ 68199 w 69341"/>
                          <a:gd name="connsiteY1" fmla="*/ 33719 h 34956"/>
                          <a:gd name="connsiteX2" fmla="*/ 67627 w 69341"/>
                          <a:gd name="connsiteY2" fmla="*/ 33052 h 34956"/>
                          <a:gd name="connsiteX3" fmla="*/ 66675 w 69341"/>
                          <a:gd name="connsiteY3" fmla="*/ 31909 h 34956"/>
                          <a:gd name="connsiteX4" fmla="*/ 63532 w 69341"/>
                          <a:gd name="connsiteY4" fmla="*/ 28289 h 34956"/>
                          <a:gd name="connsiteX5" fmla="*/ 60388 w 69341"/>
                          <a:gd name="connsiteY5" fmla="*/ 24765 h 34956"/>
                          <a:gd name="connsiteX6" fmla="*/ 57340 w 69341"/>
                          <a:gd name="connsiteY6" fmla="*/ 22193 h 34956"/>
                          <a:gd name="connsiteX7" fmla="*/ 55435 w 69341"/>
                          <a:gd name="connsiteY7" fmla="*/ 20860 h 34956"/>
                          <a:gd name="connsiteX8" fmla="*/ 51816 w 69341"/>
                          <a:gd name="connsiteY8" fmla="*/ 18479 h 34956"/>
                          <a:gd name="connsiteX9" fmla="*/ 44386 w 69341"/>
                          <a:gd name="connsiteY9" fmla="*/ 14288 h 34956"/>
                          <a:gd name="connsiteX10" fmla="*/ 29337 w 69341"/>
                          <a:gd name="connsiteY10" fmla="*/ 7620 h 34956"/>
                          <a:gd name="connsiteX11" fmla="*/ 0 w 69341"/>
                          <a:gd name="connsiteY11" fmla="*/ 0 h 34956"/>
                          <a:gd name="connsiteX12" fmla="*/ 28575 w 69341"/>
                          <a:gd name="connsiteY12" fmla="*/ 8477 h 34956"/>
                          <a:gd name="connsiteX13" fmla="*/ 43720 w 69341"/>
                          <a:gd name="connsiteY13" fmla="*/ 15812 h 34956"/>
                          <a:gd name="connsiteX14" fmla="*/ 51149 w 69341"/>
                          <a:gd name="connsiteY14" fmla="*/ 19907 h 34956"/>
                          <a:gd name="connsiteX15" fmla="*/ 54769 w 69341"/>
                          <a:gd name="connsiteY15" fmla="*/ 22003 h 34956"/>
                          <a:gd name="connsiteX16" fmla="*/ 56769 w 69341"/>
                          <a:gd name="connsiteY16" fmla="*/ 23241 h 34956"/>
                          <a:gd name="connsiteX17" fmla="*/ 59722 w 69341"/>
                          <a:gd name="connsiteY17" fmla="*/ 25432 h 34956"/>
                          <a:gd name="connsiteX18" fmla="*/ 63055 w 69341"/>
                          <a:gd name="connsiteY18" fmla="*/ 28765 h 34956"/>
                          <a:gd name="connsiteX19" fmla="*/ 66389 w 69341"/>
                          <a:gd name="connsiteY19" fmla="*/ 32195 h 34956"/>
                          <a:gd name="connsiteX20" fmla="*/ 67437 w 69341"/>
                          <a:gd name="connsiteY20" fmla="*/ 33338 h 34956"/>
                          <a:gd name="connsiteX21" fmla="*/ 68199 w 69341"/>
                          <a:gd name="connsiteY21" fmla="*/ 33909 h 34956"/>
                          <a:gd name="connsiteX22" fmla="*/ 69342 w 69341"/>
                          <a:gd name="connsiteY22" fmla="*/ 34957 h 34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69341" h="34956">
                            <a:moveTo>
                              <a:pt x="69342" y="34957"/>
                            </a:moveTo>
                            <a:lnTo>
                              <a:pt x="68199" y="33719"/>
                            </a:lnTo>
                            <a:lnTo>
                              <a:pt x="67627" y="33052"/>
                            </a:lnTo>
                            <a:lnTo>
                              <a:pt x="66675" y="31909"/>
                            </a:lnTo>
                            <a:lnTo>
                              <a:pt x="63532" y="28289"/>
                            </a:lnTo>
                            <a:lnTo>
                              <a:pt x="60388" y="24765"/>
                            </a:lnTo>
                            <a:lnTo>
                              <a:pt x="57340" y="22193"/>
                            </a:lnTo>
                            <a:lnTo>
                              <a:pt x="55435" y="20860"/>
                            </a:lnTo>
                            <a:lnTo>
                              <a:pt x="51816" y="18479"/>
                            </a:lnTo>
                            <a:cubicBezTo>
                              <a:pt x="49339" y="16954"/>
                              <a:pt x="46863" y="15526"/>
                              <a:pt x="44386" y="14288"/>
                            </a:cubicBezTo>
                            <a:cubicBezTo>
                              <a:pt x="39433" y="11621"/>
                              <a:pt x="34385" y="9430"/>
                              <a:pt x="29337" y="7620"/>
                            </a:cubicBezTo>
                            <a:cubicBezTo>
                              <a:pt x="19240" y="3905"/>
                              <a:pt x="9239" y="1524"/>
                              <a:pt x="0" y="0"/>
                            </a:cubicBezTo>
                            <a:cubicBezTo>
                              <a:pt x="8572" y="857"/>
                              <a:pt x="18478" y="4096"/>
                              <a:pt x="28575" y="8477"/>
                            </a:cubicBezTo>
                            <a:cubicBezTo>
                              <a:pt x="33623" y="10668"/>
                              <a:pt x="38767" y="13145"/>
                              <a:pt x="43720" y="15812"/>
                            </a:cubicBezTo>
                            <a:cubicBezTo>
                              <a:pt x="46196" y="17240"/>
                              <a:pt x="48673" y="18574"/>
                              <a:pt x="51149" y="19907"/>
                            </a:cubicBezTo>
                            <a:lnTo>
                              <a:pt x="54769" y="22003"/>
                            </a:lnTo>
                            <a:cubicBezTo>
                              <a:pt x="55435" y="22479"/>
                              <a:pt x="55721" y="22479"/>
                              <a:pt x="56769" y="23241"/>
                            </a:cubicBezTo>
                            <a:lnTo>
                              <a:pt x="59722" y="25432"/>
                            </a:lnTo>
                            <a:cubicBezTo>
                              <a:pt x="60865" y="26575"/>
                              <a:pt x="61913" y="27622"/>
                              <a:pt x="63055" y="28765"/>
                            </a:cubicBezTo>
                            <a:cubicBezTo>
                              <a:pt x="64198" y="29909"/>
                              <a:pt x="65246" y="31052"/>
                              <a:pt x="66389" y="32195"/>
                            </a:cubicBezTo>
                            <a:lnTo>
                              <a:pt x="67437" y="33338"/>
                            </a:lnTo>
                            <a:lnTo>
                              <a:pt x="68199" y="33909"/>
                            </a:lnTo>
                            <a:lnTo>
                              <a:pt x="69342" y="34957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18" name="Forme libre : forme 11017">
                        <a:extLst>
                          <a:ext uri="{FF2B5EF4-FFF2-40B4-BE49-F238E27FC236}">
                            <a16:creationId xmlns:a16="http://schemas.microsoft.com/office/drawing/2014/main" id="{FF44EC55-C483-4043-AF39-8D448A0696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74276" y="2818986"/>
                        <a:ext cx="29244" cy="20634"/>
                      </a:xfrm>
                      <a:custGeom>
                        <a:avLst/>
                        <a:gdLst>
                          <a:gd name="connsiteX0" fmla="*/ 28640 w 29244"/>
                          <a:gd name="connsiteY0" fmla="*/ 19940 h 20634"/>
                          <a:gd name="connsiteX1" fmla="*/ 9209 w 29244"/>
                          <a:gd name="connsiteY1" fmla="*/ 12701 h 20634"/>
                          <a:gd name="connsiteX2" fmla="*/ 1208 w 29244"/>
                          <a:gd name="connsiteY2" fmla="*/ 128 h 20634"/>
                          <a:gd name="connsiteX3" fmla="*/ 17496 w 29244"/>
                          <a:gd name="connsiteY3" fmla="*/ 9082 h 20634"/>
                          <a:gd name="connsiteX4" fmla="*/ 25306 w 29244"/>
                          <a:gd name="connsiteY4" fmla="*/ 14606 h 20634"/>
                          <a:gd name="connsiteX5" fmla="*/ 28640 w 29244"/>
                          <a:gd name="connsiteY5" fmla="*/ 19940 h 206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9244" h="20634">
                            <a:moveTo>
                              <a:pt x="28640" y="19940"/>
                            </a:moveTo>
                            <a:cubicBezTo>
                              <a:pt x="25211" y="22893"/>
                              <a:pt x="12448" y="15654"/>
                              <a:pt x="9209" y="12701"/>
                            </a:cubicBezTo>
                            <a:cubicBezTo>
                              <a:pt x="5494" y="10225"/>
                              <a:pt x="-3173" y="1461"/>
                              <a:pt x="1208" y="128"/>
                            </a:cubicBezTo>
                            <a:cubicBezTo>
                              <a:pt x="5304" y="-1110"/>
                              <a:pt x="14257" y="6986"/>
                              <a:pt x="17496" y="9082"/>
                            </a:cubicBezTo>
                            <a:cubicBezTo>
                              <a:pt x="19115" y="10129"/>
                              <a:pt x="22544" y="12415"/>
                              <a:pt x="25306" y="14606"/>
                            </a:cubicBezTo>
                            <a:cubicBezTo>
                              <a:pt x="28164" y="16511"/>
                              <a:pt x="30355" y="18607"/>
                              <a:pt x="28640" y="1994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19" name="Forme libre : forme 11018">
                        <a:extLst>
                          <a:ext uri="{FF2B5EF4-FFF2-40B4-BE49-F238E27FC236}">
                            <a16:creationId xmlns:a16="http://schemas.microsoft.com/office/drawing/2014/main" id="{156B052D-CC38-419A-9286-944A1A7342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99088" y="2835910"/>
                        <a:ext cx="9257" cy="4697"/>
                      </a:xfrm>
                      <a:custGeom>
                        <a:avLst/>
                        <a:gdLst>
                          <a:gd name="connsiteX0" fmla="*/ 9257 w 9257"/>
                          <a:gd name="connsiteY0" fmla="*/ 3873 h 4697"/>
                          <a:gd name="connsiteX1" fmla="*/ 4495 w 9257"/>
                          <a:gd name="connsiteY1" fmla="*/ 4063 h 4697"/>
                          <a:gd name="connsiteX2" fmla="*/ 18 w 9257"/>
                          <a:gd name="connsiteY2" fmla="*/ 825 h 4697"/>
                          <a:gd name="connsiteX3" fmla="*/ 4686 w 9257"/>
                          <a:gd name="connsiteY3" fmla="*/ 634 h 4697"/>
                          <a:gd name="connsiteX4" fmla="*/ 9257 w 9257"/>
                          <a:gd name="connsiteY4" fmla="*/ 3873 h 46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57" h="4697">
                            <a:moveTo>
                              <a:pt x="9257" y="3873"/>
                            </a:moveTo>
                            <a:cubicBezTo>
                              <a:pt x="9257" y="5302"/>
                              <a:pt x="6019" y="4539"/>
                              <a:pt x="4495" y="4063"/>
                            </a:cubicBezTo>
                            <a:cubicBezTo>
                              <a:pt x="2876" y="3492"/>
                              <a:pt x="-268" y="2253"/>
                              <a:pt x="18" y="825"/>
                            </a:cubicBezTo>
                            <a:cubicBezTo>
                              <a:pt x="209" y="-604"/>
                              <a:pt x="3162" y="158"/>
                              <a:pt x="4686" y="634"/>
                            </a:cubicBezTo>
                            <a:cubicBezTo>
                              <a:pt x="6210" y="1111"/>
                              <a:pt x="9257" y="2349"/>
                              <a:pt x="9257" y="387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20" name="Forme libre : forme 11019">
                        <a:extLst>
                          <a:ext uri="{FF2B5EF4-FFF2-40B4-BE49-F238E27FC236}">
                            <a16:creationId xmlns:a16="http://schemas.microsoft.com/office/drawing/2014/main" id="{C633ACF8-6703-42C5-84D3-EAC8F39607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86503" y="2802021"/>
                        <a:ext cx="66870" cy="46361"/>
                      </a:xfrm>
                      <a:custGeom>
                        <a:avLst/>
                        <a:gdLst>
                          <a:gd name="connsiteX0" fmla="*/ 45464 w 66870"/>
                          <a:gd name="connsiteY0" fmla="*/ 26713 h 46361"/>
                          <a:gd name="connsiteX1" fmla="*/ 56132 w 66870"/>
                          <a:gd name="connsiteY1" fmla="*/ 32618 h 46361"/>
                          <a:gd name="connsiteX2" fmla="*/ 65943 w 66870"/>
                          <a:gd name="connsiteY2" fmla="*/ 39286 h 46361"/>
                          <a:gd name="connsiteX3" fmla="*/ 60990 w 66870"/>
                          <a:gd name="connsiteY3" fmla="*/ 46239 h 46361"/>
                          <a:gd name="connsiteX4" fmla="*/ 50036 w 66870"/>
                          <a:gd name="connsiteY4" fmla="*/ 43763 h 46361"/>
                          <a:gd name="connsiteX5" fmla="*/ 36034 w 66870"/>
                          <a:gd name="connsiteY5" fmla="*/ 36238 h 46361"/>
                          <a:gd name="connsiteX6" fmla="*/ 23080 w 66870"/>
                          <a:gd name="connsiteY6" fmla="*/ 27475 h 46361"/>
                          <a:gd name="connsiteX7" fmla="*/ 15746 w 66870"/>
                          <a:gd name="connsiteY7" fmla="*/ 22617 h 46361"/>
                          <a:gd name="connsiteX8" fmla="*/ 6316 w 66870"/>
                          <a:gd name="connsiteY8" fmla="*/ 14330 h 46361"/>
                          <a:gd name="connsiteX9" fmla="*/ 2221 w 66870"/>
                          <a:gd name="connsiteY9" fmla="*/ 329 h 46361"/>
                          <a:gd name="connsiteX10" fmla="*/ 17747 w 66870"/>
                          <a:gd name="connsiteY10" fmla="*/ 5091 h 46361"/>
                          <a:gd name="connsiteX11" fmla="*/ 25652 w 66870"/>
                          <a:gd name="connsiteY11" fmla="*/ 9949 h 46361"/>
                          <a:gd name="connsiteX12" fmla="*/ 31653 w 66870"/>
                          <a:gd name="connsiteY12" fmla="*/ 14045 h 46361"/>
                          <a:gd name="connsiteX13" fmla="*/ 45464 w 66870"/>
                          <a:gd name="connsiteY13" fmla="*/ 26713 h 463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66870" h="46361">
                            <a:moveTo>
                              <a:pt x="45464" y="26713"/>
                            </a:moveTo>
                            <a:cubicBezTo>
                              <a:pt x="49179" y="29285"/>
                              <a:pt x="52798" y="30523"/>
                              <a:pt x="56132" y="32618"/>
                            </a:cubicBezTo>
                            <a:cubicBezTo>
                              <a:pt x="59561" y="34809"/>
                              <a:pt x="62705" y="36619"/>
                              <a:pt x="65943" y="39286"/>
                            </a:cubicBezTo>
                            <a:cubicBezTo>
                              <a:pt x="68419" y="41191"/>
                              <a:pt x="65657" y="45287"/>
                              <a:pt x="60990" y="46239"/>
                            </a:cubicBezTo>
                            <a:cubicBezTo>
                              <a:pt x="56227" y="46811"/>
                              <a:pt x="53084" y="45287"/>
                              <a:pt x="50036" y="43763"/>
                            </a:cubicBezTo>
                            <a:cubicBezTo>
                              <a:pt x="45178" y="41572"/>
                              <a:pt x="40606" y="38429"/>
                              <a:pt x="36034" y="36238"/>
                            </a:cubicBezTo>
                            <a:cubicBezTo>
                              <a:pt x="31653" y="33285"/>
                              <a:pt x="27176" y="30809"/>
                              <a:pt x="23080" y="27475"/>
                            </a:cubicBezTo>
                            <a:cubicBezTo>
                              <a:pt x="21842" y="26332"/>
                              <a:pt x="18985" y="24808"/>
                              <a:pt x="15746" y="22617"/>
                            </a:cubicBezTo>
                            <a:cubicBezTo>
                              <a:pt x="12698" y="19950"/>
                              <a:pt x="8984" y="17664"/>
                              <a:pt x="6316" y="14330"/>
                            </a:cubicBezTo>
                            <a:cubicBezTo>
                              <a:pt x="506" y="8329"/>
                              <a:pt x="-2256" y="1567"/>
                              <a:pt x="2221" y="329"/>
                            </a:cubicBezTo>
                            <a:cubicBezTo>
                              <a:pt x="6697" y="-1005"/>
                              <a:pt x="12317" y="1948"/>
                              <a:pt x="17747" y="5091"/>
                            </a:cubicBezTo>
                            <a:cubicBezTo>
                              <a:pt x="20509" y="6615"/>
                              <a:pt x="23176" y="8615"/>
                              <a:pt x="25652" y="9949"/>
                            </a:cubicBezTo>
                            <a:cubicBezTo>
                              <a:pt x="27938" y="11568"/>
                              <a:pt x="30034" y="12997"/>
                              <a:pt x="31653" y="14045"/>
                            </a:cubicBezTo>
                            <a:cubicBezTo>
                              <a:pt x="37463" y="18521"/>
                              <a:pt x="39940" y="22808"/>
                              <a:pt x="45464" y="2671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54" name="Graphique 1">
                      <a:extLst>
                        <a:ext uri="{FF2B5EF4-FFF2-40B4-BE49-F238E27FC236}">
                          <a16:creationId xmlns:a16="http://schemas.microsoft.com/office/drawing/2014/main" id="{40DC4AC5-67FC-4832-B084-C2B3DADBCC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62218" y="2743193"/>
                      <a:ext cx="191185" cy="113782"/>
                      <a:chOff x="1262218" y="2743193"/>
                      <a:chExt cx="191185" cy="113782"/>
                    </a:xfrm>
                    <a:solidFill>
                      <a:schemeClr val="accent1"/>
                    </a:solidFill>
                  </p:grpSpPr>
                  <p:sp>
                    <p:nvSpPr>
                      <p:cNvPr id="10997" name="Forme libre : forme 10996">
                        <a:extLst>
                          <a:ext uri="{FF2B5EF4-FFF2-40B4-BE49-F238E27FC236}">
                            <a16:creationId xmlns:a16="http://schemas.microsoft.com/office/drawing/2014/main" id="{B79FC2D7-2BA8-40CF-AEE4-A677B4E6B6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62218" y="2743193"/>
                        <a:ext cx="191185" cy="113782"/>
                      </a:xfrm>
                      <a:custGeom>
                        <a:avLst/>
                        <a:gdLst>
                          <a:gd name="connsiteX0" fmla="*/ 147010 w 191185"/>
                          <a:gd name="connsiteY0" fmla="*/ 75921 h 113782"/>
                          <a:gd name="connsiteX1" fmla="*/ 114149 w 191185"/>
                          <a:gd name="connsiteY1" fmla="*/ 92780 h 113782"/>
                          <a:gd name="connsiteX2" fmla="*/ 80716 w 191185"/>
                          <a:gd name="connsiteY2" fmla="*/ 106687 h 113782"/>
                          <a:gd name="connsiteX3" fmla="*/ 41568 w 191185"/>
                          <a:gd name="connsiteY3" fmla="*/ 113735 h 113782"/>
                          <a:gd name="connsiteX4" fmla="*/ 24995 w 191185"/>
                          <a:gd name="connsiteY4" fmla="*/ 111544 h 113782"/>
                          <a:gd name="connsiteX5" fmla="*/ 7564 w 191185"/>
                          <a:gd name="connsiteY5" fmla="*/ 106210 h 113782"/>
                          <a:gd name="connsiteX6" fmla="*/ 1754 w 191185"/>
                          <a:gd name="connsiteY6" fmla="*/ 85446 h 113782"/>
                          <a:gd name="connsiteX7" fmla="*/ 9469 w 191185"/>
                          <a:gd name="connsiteY7" fmla="*/ 72016 h 113782"/>
                          <a:gd name="connsiteX8" fmla="*/ 20423 w 191185"/>
                          <a:gd name="connsiteY8" fmla="*/ 58871 h 113782"/>
                          <a:gd name="connsiteX9" fmla="*/ 52712 w 191185"/>
                          <a:gd name="connsiteY9" fmla="*/ 36583 h 113782"/>
                          <a:gd name="connsiteX10" fmla="*/ 81668 w 191185"/>
                          <a:gd name="connsiteY10" fmla="*/ 23248 h 113782"/>
                          <a:gd name="connsiteX11" fmla="*/ 109767 w 191185"/>
                          <a:gd name="connsiteY11" fmla="*/ 10389 h 113782"/>
                          <a:gd name="connsiteX12" fmla="*/ 177014 w 191185"/>
                          <a:gd name="connsiteY12" fmla="*/ 2102 h 113782"/>
                          <a:gd name="connsiteX13" fmla="*/ 191015 w 191185"/>
                          <a:gd name="connsiteY13" fmla="*/ 17914 h 113782"/>
                          <a:gd name="connsiteX14" fmla="*/ 147010 w 191185"/>
                          <a:gd name="connsiteY14" fmla="*/ 75921 h 1137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1185" h="113782">
                            <a:moveTo>
                              <a:pt x="147010" y="75921"/>
                            </a:moveTo>
                            <a:cubicBezTo>
                              <a:pt x="139390" y="80398"/>
                              <a:pt x="126817" y="87065"/>
                              <a:pt x="114149" y="92780"/>
                            </a:cubicBezTo>
                            <a:cubicBezTo>
                              <a:pt x="101480" y="98495"/>
                              <a:pt x="88907" y="103734"/>
                              <a:pt x="80716" y="106687"/>
                            </a:cubicBezTo>
                            <a:cubicBezTo>
                              <a:pt x="65381" y="112211"/>
                              <a:pt x="52998" y="114116"/>
                              <a:pt x="41568" y="113735"/>
                            </a:cubicBezTo>
                            <a:cubicBezTo>
                              <a:pt x="35853" y="113545"/>
                              <a:pt x="30519" y="112783"/>
                              <a:pt x="24995" y="111544"/>
                            </a:cubicBezTo>
                            <a:cubicBezTo>
                              <a:pt x="18803" y="110306"/>
                              <a:pt x="13088" y="108497"/>
                              <a:pt x="7564" y="106210"/>
                            </a:cubicBezTo>
                            <a:cubicBezTo>
                              <a:pt x="-56" y="103067"/>
                              <a:pt x="-1771" y="92114"/>
                              <a:pt x="1754" y="85446"/>
                            </a:cubicBezTo>
                            <a:cubicBezTo>
                              <a:pt x="4420" y="80493"/>
                              <a:pt x="6611" y="76302"/>
                              <a:pt x="9469" y="72016"/>
                            </a:cubicBezTo>
                            <a:cubicBezTo>
                              <a:pt x="12707" y="67444"/>
                              <a:pt x="16232" y="63062"/>
                              <a:pt x="20423" y="58871"/>
                            </a:cubicBezTo>
                            <a:cubicBezTo>
                              <a:pt x="28709" y="50585"/>
                              <a:pt x="39092" y="43250"/>
                              <a:pt x="52712" y="36583"/>
                            </a:cubicBezTo>
                            <a:cubicBezTo>
                              <a:pt x="60047" y="32963"/>
                              <a:pt x="70905" y="28106"/>
                              <a:pt x="81668" y="23248"/>
                            </a:cubicBezTo>
                            <a:cubicBezTo>
                              <a:pt x="92146" y="18485"/>
                              <a:pt x="102623" y="13627"/>
                              <a:pt x="109767" y="10389"/>
                            </a:cubicBezTo>
                            <a:cubicBezTo>
                              <a:pt x="135866" y="-1803"/>
                              <a:pt x="154630" y="-1327"/>
                              <a:pt x="177014" y="2102"/>
                            </a:cubicBezTo>
                            <a:cubicBezTo>
                              <a:pt x="184634" y="3245"/>
                              <a:pt x="192444" y="10484"/>
                              <a:pt x="191015" y="17914"/>
                            </a:cubicBezTo>
                            <a:cubicBezTo>
                              <a:pt x="186729" y="39250"/>
                              <a:pt x="175680" y="58490"/>
                              <a:pt x="147010" y="7592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98" name="Forme libre : forme 10997">
                        <a:extLst>
                          <a:ext uri="{FF2B5EF4-FFF2-40B4-BE49-F238E27FC236}">
                            <a16:creationId xmlns:a16="http://schemas.microsoft.com/office/drawing/2014/main" id="{A8008A85-2357-4894-9C0F-DF874EA035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63400" y="2760630"/>
                        <a:ext cx="189737" cy="96239"/>
                      </a:xfrm>
                      <a:custGeom>
                        <a:avLst/>
                        <a:gdLst>
                          <a:gd name="connsiteX0" fmla="*/ 78867 w 189737"/>
                          <a:gd name="connsiteY0" fmla="*/ 60103 h 96239"/>
                          <a:gd name="connsiteX1" fmla="*/ 39338 w 189737"/>
                          <a:gd name="connsiteY1" fmla="*/ 76581 h 96239"/>
                          <a:gd name="connsiteX2" fmla="*/ 19526 w 189737"/>
                          <a:gd name="connsiteY2" fmla="*/ 81439 h 96239"/>
                          <a:gd name="connsiteX3" fmla="*/ 0 w 189737"/>
                          <a:gd name="connsiteY3" fmla="*/ 81629 h 96239"/>
                          <a:gd name="connsiteX4" fmla="*/ 6382 w 189737"/>
                          <a:gd name="connsiteY4" fmla="*/ 88678 h 96239"/>
                          <a:gd name="connsiteX5" fmla="*/ 18098 w 189737"/>
                          <a:gd name="connsiteY5" fmla="*/ 92678 h 96239"/>
                          <a:gd name="connsiteX6" fmla="*/ 35147 w 189737"/>
                          <a:gd name="connsiteY6" fmla="*/ 95822 h 96239"/>
                          <a:gd name="connsiteX7" fmla="*/ 52673 w 189737"/>
                          <a:gd name="connsiteY7" fmla="*/ 95726 h 96239"/>
                          <a:gd name="connsiteX8" fmla="*/ 79438 w 189737"/>
                          <a:gd name="connsiteY8" fmla="*/ 89154 h 96239"/>
                          <a:gd name="connsiteX9" fmla="*/ 90107 w 189737"/>
                          <a:gd name="connsiteY9" fmla="*/ 85058 h 96239"/>
                          <a:gd name="connsiteX10" fmla="*/ 140970 w 189737"/>
                          <a:gd name="connsiteY10" fmla="*/ 61151 h 96239"/>
                          <a:gd name="connsiteX11" fmla="*/ 145828 w 189737"/>
                          <a:gd name="connsiteY11" fmla="*/ 58388 h 96239"/>
                          <a:gd name="connsiteX12" fmla="*/ 170117 w 189737"/>
                          <a:gd name="connsiteY12" fmla="*/ 39148 h 96239"/>
                          <a:gd name="connsiteX13" fmla="*/ 187166 w 189737"/>
                          <a:gd name="connsiteY13" fmla="*/ 10383 h 96239"/>
                          <a:gd name="connsiteX14" fmla="*/ 189738 w 189737"/>
                          <a:gd name="connsiteY14" fmla="*/ 381 h 96239"/>
                          <a:gd name="connsiteX15" fmla="*/ 189738 w 189737"/>
                          <a:gd name="connsiteY15" fmla="*/ 0 h 96239"/>
                          <a:gd name="connsiteX16" fmla="*/ 135160 w 189737"/>
                          <a:gd name="connsiteY16" fmla="*/ 32099 h 96239"/>
                          <a:gd name="connsiteX17" fmla="*/ 78867 w 189737"/>
                          <a:gd name="connsiteY17" fmla="*/ 60103 h 96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89737" h="96239">
                            <a:moveTo>
                              <a:pt x="78867" y="60103"/>
                            </a:moveTo>
                            <a:cubicBezTo>
                              <a:pt x="66104" y="66485"/>
                              <a:pt x="52673" y="72295"/>
                              <a:pt x="39338" y="76581"/>
                            </a:cubicBezTo>
                            <a:cubicBezTo>
                              <a:pt x="32671" y="78677"/>
                              <a:pt x="26099" y="80391"/>
                              <a:pt x="19526" y="81439"/>
                            </a:cubicBezTo>
                            <a:cubicBezTo>
                              <a:pt x="12573" y="82296"/>
                              <a:pt x="5906" y="82487"/>
                              <a:pt x="0" y="81629"/>
                            </a:cubicBezTo>
                            <a:cubicBezTo>
                              <a:pt x="1238" y="84773"/>
                              <a:pt x="3238" y="87344"/>
                              <a:pt x="6382" y="88678"/>
                            </a:cubicBezTo>
                            <a:cubicBezTo>
                              <a:pt x="10192" y="90297"/>
                              <a:pt x="14097" y="91631"/>
                              <a:pt x="18098" y="92678"/>
                            </a:cubicBezTo>
                            <a:cubicBezTo>
                              <a:pt x="24289" y="94202"/>
                              <a:pt x="29528" y="95250"/>
                              <a:pt x="35147" y="95822"/>
                            </a:cubicBezTo>
                            <a:cubicBezTo>
                              <a:pt x="40672" y="96393"/>
                              <a:pt x="46482" y="96393"/>
                              <a:pt x="52673" y="95726"/>
                            </a:cubicBezTo>
                            <a:cubicBezTo>
                              <a:pt x="60674" y="94774"/>
                              <a:pt x="69437" y="92774"/>
                              <a:pt x="79438" y="89154"/>
                            </a:cubicBezTo>
                            <a:cubicBezTo>
                              <a:pt x="82487" y="88011"/>
                              <a:pt x="86106" y="86583"/>
                              <a:pt x="90107" y="85058"/>
                            </a:cubicBezTo>
                            <a:cubicBezTo>
                              <a:pt x="105632" y="78867"/>
                              <a:pt x="127445" y="68771"/>
                              <a:pt x="140970" y="61151"/>
                            </a:cubicBezTo>
                            <a:cubicBezTo>
                              <a:pt x="142685" y="60198"/>
                              <a:pt x="144304" y="59246"/>
                              <a:pt x="145828" y="58388"/>
                            </a:cubicBezTo>
                            <a:cubicBezTo>
                              <a:pt x="155924" y="52292"/>
                              <a:pt x="163925" y="45816"/>
                              <a:pt x="170117" y="39148"/>
                            </a:cubicBezTo>
                            <a:cubicBezTo>
                              <a:pt x="178499" y="29909"/>
                              <a:pt x="183642" y="20288"/>
                              <a:pt x="187166" y="10383"/>
                            </a:cubicBezTo>
                            <a:cubicBezTo>
                              <a:pt x="188214" y="7144"/>
                              <a:pt x="189071" y="3810"/>
                              <a:pt x="189738" y="381"/>
                            </a:cubicBezTo>
                            <a:lnTo>
                              <a:pt x="189738" y="0"/>
                            </a:lnTo>
                            <a:cubicBezTo>
                              <a:pt x="172212" y="11335"/>
                              <a:pt x="153924" y="22193"/>
                              <a:pt x="135160" y="32099"/>
                            </a:cubicBezTo>
                            <a:cubicBezTo>
                              <a:pt x="116300" y="42101"/>
                              <a:pt x="97060" y="50959"/>
                              <a:pt x="78867" y="6010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99" name="Forme libre : forme 10998">
                        <a:extLst>
                          <a:ext uri="{FF2B5EF4-FFF2-40B4-BE49-F238E27FC236}">
                            <a16:creationId xmlns:a16="http://schemas.microsoft.com/office/drawing/2014/main" id="{FC27017B-E6A9-4F8E-A522-9B7A9B0171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29792" y="2771296"/>
                        <a:ext cx="88074" cy="47867"/>
                      </a:xfrm>
                      <a:custGeom>
                        <a:avLst/>
                        <a:gdLst>
                          <a:gd name="connsiteX0" fmla="*/ 87436 w 88074"/>
                          <a:gd name="connsiteY0" fmla="*/ 2288 h 47867"/>
                          <a:gd name="connsiteX1" fmla="*/ 74673 w 88074"/>
                          <a:gd name="connsiteY1" fmla="*/ 20957 h 47867"/>
                          <a:gd name="connsiteX2" fmla="*/ 48479 w 88074"/>
                          <a:gd name="connsiteY2" fmla="*/ 37054 h 47867"/>
                          <a:gd name="connsiteX3" fmla="*/ 473 w 88074"/>
                          <a:gd name="connsiteY3" fmla="*/ 43817 h 47867"/>
                          <a:gd name="connsiteX4" fmla="*/ 37525 w 88074"/>
                          <a:gd name="connsiteY4" fmla="*/ 14766 h 47867"/>
                          <a:gd name="connsiteX5" fmla="*/ 87436 w 88074"/>
                          <a:gd name="connsiteY5" fmla="*/ 2288 h 478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8074" h="47867">
                            <a:moveTo>
                              <a:pt x="87436" y="2288"/>
                            </a:moveTo>
                            <a:cubicBezTo>
                              <a:pt x="90199" y="6479"/>
                              <a:pt x="83626" y="14004"/>
                              <a:pt x="74673" y="20957"/>
                            </a:cubicBezTo>
                            <a:cubicBezTo>
                              <a:pt x="65719" y="28006"/>
                              <a:pt x="54385" y="34197"/>
                              <a:pt x="48479" y="37054"/>
                            </a:cubicBezTo>
                            <a:cubicBezTo>
                              <a:pt x="36763" y="42865"/>
                              <a:pt x="5140" y="53818"/>
                              <a:pt x="473" y="43817"/>
                            </a:cubicBezTo>
                            <a:cubicBezTo>
                              <a:pt x="-4194" y="33816"/>
                              <a:pt x="26953" y="19528"/>
                              <a:pt x="37525" y="14766"/>
                            </a:cubicBezTo>
                            <a:cubicBezTo>
                              <a:pt x="48479" y="10575"/>
                              <a:pt x="81912" y="-5999"/>
                              <a:pt x="87436" y="228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00" name="Forme libre : forme 10999">
                        <a:extLst>
                          <a:ext uri="{FF2B5EF4-FFF2-40B4-BE49-F238E27FC236}">
                            <a16:creationId xmlns:a16="http://schemas.microsoft.com/office/drawing/2014/main" id="{484E23F1-D487-44DC-8C81-13E228764E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28931" y="2797301"/>
                        <a:ext cx="67914" cy="21614"/>
                      </a:xfrm>
                      <a:custGeom>
                        <a:avLst/>
                        <a:gdLst>
                          <a:gd name="connsiteX0" fmla="*/ 15908 w 67914"/>
                          <a:gd name="connsiteY0" fmla="*/ 667 h 21614"/>
                          <a:gd name="connsiteX1" fmla="*/ 953 w 67914"/>
                          <a:gd name="connsiteY1" fmla="*/ 18002 h 21614"/>
                          <a:gd name="connsiteX2" fmla="*/ 49912 w 67914"/>
                          <a:gd name="connsiteY2" fmla="*/ 10859 h 21614"/>
                          <a:gd name="connsiteX3" fmla="*/ 67914 w 67914"/>
                          <a:gd name="connsiteY3" fmla="*/ 0 h 21614"/>
                          <a:gd name="connsiteX4" fmla="*/ 57627 w 67914"/>
                          <a:gd name="connsiteY4" fmla="*/ 4477 h 21614"/>
                          <a:gd name="connsiteX5" fmla="*/ 15908 w 67914"/>
                          <a:gd name="connsiteY5" fmla="*/ 667 h 216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7914" h="21614">
                            <a:moveTo>
                              <a:pt x="15908" y="667"/>
                            </a:moveTo>
                            <a:cubicBezTo>
                              <a:pt x="11145" y="4858"/>
                              <a:pt x="-3905" y="12573"/>
                              <a:pt x="953" y="18002"/>
                            </a:cubicBezTo>
                            <a:cubicBezTo>
                              <a:pt x="8573" y="26670"/>
                              <a:pt x="35053" y="17907"/>
                              <a:pt x="49912" y="10859"/>
                            </a:cubicBezTo>
                            <a:cubicBezTo>
                              <a:pt x="54293" y="8858"/>
                              <a:pt x="63533" y="3334"/>
                              <a:pt x="67914" y="0"/>
                            </a:cubicBezTo>
                            <a:cubicBezTo>
                              <a:pt x="65152" y="1334"/>
                              <a:pt x="60485" y="3715"/>
                              <a:pt x="57627" y="4477"/>
                            </a:cubicBezTo>
                            <a:cubicBezTo>
                              <a:pt x="41244" y="8763"/>
                              <a:pt x="21527" y="11335"/>
                              <a:pt x="15908" y="66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01" name="Forme libre : forme 11000">
                        <a:extLst>
                          <a:ext uri="{FF2B5EF4-FFF2-40B4-BE49-F238E27FC236}">
                            <a16:creationId xmlns:a16="http://schemas.microsoft.com/office/drawing/2014/main" id="{66B3A4A4-BE46-44F8-8AE9-093FA1AAEF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5374" y="2770222"/>
                        <a:ext cx="87883" cy="49670"/>
                      </a:xfrm>
                      <a:custGeom>
                        <a:avLst/>
                        <a:gdLst>
                          <a:gd name="connsiteX0" fmla="*/ 87665 w 87883"/>
                          <a:gd name="connsiteY0" fmla="*/ 2791 h 49670"/>
                          <a:gd name="connsiteX1" fmla="*/ 48421 w 87883"/>
                          <a:gd name="connsiteY1" fmla="*/ 38796 h 49670"/>
                          <a:gd name="connsiteX2" fmla="*/ 606 w 87883"/>
                          <a:gd name="connsiteY2" fmla="*/ 45463 h 49670"/>
                          <a:gd name="connsiteX3" fmla="*/ 37468 w 87883"/>
                          <a:gd name="connsiteY3" fmla="*/ 16412 h 49670"/>
                          <a:gd name="connsiteX4" fmla="*/ 65376 w 87883"/>
                          <a:gd name="connsiteY4" fmla="*/ 4410 h 49670"/>
                          <a:gd name="connsiteX5" fmla="*/ 87665 w 87883"/>
                          <a:gd name="connsiteY5" fmla="*/ 2791 h 49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7883" h="49670">
                            <a:moveTo>
                              <a:pt x="87665" y="2791"/>
                            </a:moveTo>
                            <a:cubicBezTo>
                              <a:pt x="90712" y="13173"/>
                              <a:pt x="61185" y="32509"/>
                              <a:pt x="48421" y="38796"/>
                            </a:cubicBezTo>
                            <a:cubicBezTo>
                              <a:pt x="35849" y="45558"/>
                              <a:pt x="6035" y="55369"/>
                              <a:pt x="606" y="45463"/>
                            </a:cubicBezTo>
                            <a:cubicBezTo>
                              <a:pt x="-4823" y="35652"/>
                              <a:pt x="27752" y="21174"/>
                              <a:pt x="37468" y="16412"/>
                            </a:cubicBezTo>
                            <a:cubicBezTo>
                              <a:pt x="42421" y="14126"/>
                              <a:pt x="54422" y="8506"/>
                              <a:pt x="65376" y="4410"/>
                            </a:cubicBezTo>
                            <a:cubicBezTo>
                              <a:pt x="76330" y="315"/>
                              <a:pt x="86331" y="-2257"/>
                              <a:pt x="87665" y="279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02" name="Forme libre : forme 11001">
                        <a:extLst>
                          <a:ext uri="{FF2B5EF4-FFF2-40B4-BE49-F238E27FC236}">
                            <a16:creationId xmlns:a16="http://schemas.microsoft.com/office/drawing/2014/main" id="{090A694E-2F58-4DE1-812C-111189F7D8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86558" y="2794582"/>
                        <a:ext cx="119168" cy="46676"/>
                      </a:xfrm>
                      <a:custGeom>
                        <a:avLst/>
                        <a:gdLst>
                          <a:gd name="connsiteX0" fmla="*/ 2940 w 119168"/>
                          <a:gd name="connsiteY0" fmla="*/ 38915 h 46676"/>
                          <a:gd name="connsiteX1" fmla="*/ 18942 w 119168"/>
                          <a:gd name="connsiteY1" fmla="*/ 45297 h 46676"/>
                          <a:gd name="connsiteX2" fmla="*/ 65805 w 119168"/>
                          <a:gd name="connsiteY2" fmla="*/ 43106 h 46676"/>
                          <a:gd name="connsiteX3" fmla="*/ 108477 w 119168"/>
                          <a:gd name="connsiteY3" fmla="*/ 21008 h 46676"/>
                          <a:gd name="connsiteX4" fmla="*/ 117240 w 119168"/>
                          <a:gd name="connsiteY4" fmla="*/ 910 h 46676"/>
                          <a:gd name="connsiteX5" fmla="*/ 101143 w 119168"/>
                          <a:gd name="connsiteY5" fmla="*/ 2815 h 46676"/>
                          <a:gd name="connsiteX6" fmla="*/ 58090 w 119168"/>
                          <a:gd name="connsiteY6" fmla="*/ 7197 h 46676"/>
                          <a:gd name="connsiteX7" fmla="*/ 15227 w 119168"/>
                          <a:gd name="connsiteY7" fmla="*/ 11388 h 46676"/>
                          <a:gd name="connsiteX8" fmla="*/ 2940 w 119168"/>
                          <a:gd name="connsiteY8" fmla="*/ 38915 h 466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9168" h="46676">
                            <a:moveTo>
                              <a:pt x="2940" y="38915"/>
                            </a:moveTo>
                            <a:cubicBezTo>
                              <a:pt x="7798" y="43678"/>
                              <a:pt x="10750" y="44439"/>
                              <a:pt x="18942" y="45297"/>
                            </a:cubicBezTo>
                            <a:cubicBezTo>
                              <a:pt x="34468" y="46821"/>
                              <a:pt x="47231" y="48154"/>
                              <a:pt x="65805" y="43106"/>
                            </a:cubicBezTo>
                            <a:cubicBezTo>
                              <a:pt x="81235" y="38915"/>
                              <a:pt x="97809" y="30438"/>
                              <a:pt x="108477" y="21008"/>
                            </a:cubicBezTo>
                            <a:cubicBezTo>
                              <a:pt x="116478" y="13959"/>
                              <a:pt x="122383" y="5101"/>
                              <a:pt x="117240" y="910"/>
                            </a:cubicBezTo>
                            <a:cubicBezTo>
                              <a:pt x="114097" y="-1566"/>
                              <a:pt x="107239" y="1672"/>
                              <a:pt x="101143" y="2815"/>
                            </a:cubicBezTo>
                            <a:cubicBezTo>
                              <a:pt x="86665" y="5577"/>
                              <a:pt x="73044" y="8149"/>
                              <a:pt x="58090" y="7197"/>
                            </a:cubicBezTo>
                            <a:cubicBezTo>
                              <a:pt x="45326" y="6339"/>
                              <a:pt x="30467" y="3006"/>
                              <a:pt x="15227" y="11388"/>
                            </a:cubicBezTo>
                            <a:cubicBezTo>
                              <a:pt x="1416" y="19008"/>
                              <a:pt x="-3823" y="32343"/>
                              <a:pt x="2940" y="3891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03" name="Forme libre : forme 11002">
                        <a:extLst>
                          <a:ext uri="{FF2B5EF4-FFF2-40B4-BE49-F238E27FC236}">
                            <a16:creationId xmlns:a16="http://schemas.microsoft.com/office/drawing/2014/main" id="{0BB34634-BED9-4500-88F0-08F15CCA5C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06544" y="2791314"/>
                        <a:ext cx="33746" cy="23940"/>
                      </a:xfrm>
                      <a:custGeom>
                        <a:avLst/>
                        <a:gdLst>
                          <a:gd name="connsiteX0" fmla="*/ 2385 w 33746"/>
                          <a:gd name="connsiteY0" fmla="*/ 18846 h 23940"/>
                          <a:gd name="connsiteX1" fmla="*/ 4 w 33746"/>
                          <a:gd name="connsiteY1" fmla="*/ 22656 h 23940"/>
                          <a:gd name="connsiteX2" fmla="*/ 3623 w 33746"/>
                          <a:gd name="connsiteY2" fmla="*/ 23704 h 23940"/>
                          <a:gd name="connsiteX3" fmla="*/ 10291 w 33746"/>
                          <a:gd name="connsiteY3" fmla="*/ 21037 h 23940"/>
                          <a:gd name="connsiteX4" fmla="*/ 25626 w 33746"/>
                          <a:gd name="connsiteY4" fmla="*/ 12178 h 23940"/>
                          <a:gd name="connsiteX5" fmla="*/ 30770 w 33746"/>
                          <a:gd name="connsiteY5" fmla="*/ 8273 h 23940"/>
                          <a:gd name="connsiteX6" fmla="*/ 24007 w 33746"/>
                          <a:gd name="connsiteY6" fmla="*/ 1987 h 23940"/>
                          <a:gd name="connsiteX7" fmla="*/ 2385 w 33746"/>
                          <a:gd name="connsiteY7" fmla="*/ 18846 h 239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3746" h="23940">
                            <a:moveTo>
                              <a:pt x="2385" y="18846"/>
                            </a:moveTo>
                            <a:cubicBezTo>
                              <a:pt x="1052" y="20275"/>
                              <a:pt x="99" y="21322"/>
                              <a:pt x="4" y="22656"/>
                            </a:cubicBezTo>
                            <a:cubicBezTo>
                              <a:pt x="-91" y="23989"/>
                              <a:pt x="1623" y="24180"/>
                              <a:pt x="3623" y="23704"/>
                            </a:cubicBezTo>
                            <a:cubicBezTo>
                              <a:pt x="5624" y="23323"/>
                              <a:pt x="8291" y="22084"/>
                              <a:pt x="10291" y="21037"/>
                            </a:cubicBezTo>
                            <a:cubicBezTo>
                              <a:pt x="15434" y="18274"/>
                              <a:pt x="20959" y="15322"/>
                              <a:pt x="25626" y="12178"/>
                            </a:cubicBezTo>
                            <a:cubicBezTo>
                              <a:pt x="27531" y="10845"/>
                              <a:pt x="29436" y="9702"/>
                              <a:pt x="30770" y="8273"/>
                            </a:cubicBezTo>
                            <a:cubicBezTo>
                              <a:pt x="36389" y="2177"/>
                              <a:pt x="34008" y="-2967"/>
                              <a:pt x="24007" y="1987"/>
                            </a:cubicBezTo>
                            <a:cubicBezTo>
                              <a:pt x="16196" y="5892"/>
                              <a:pt x="7910" y="13036"/>
                              <a:pt x="2385" y="1884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04" name="Forme libre : forme 11003">
                        <a:extLst>
                          <a:ext uri="{FF2B5EF4-FFF2-40B4-BE49-F238E27FC236}">
                            <a16:creationId xmlns:a16="http://schemas.microsoft.com/office/drawing/2014/main" id="{D26F08C5-C6B5-4E12-8EE6-164EE9DD6C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0751" y="2760344"/>
                        <a:ext cx="38594" cy="56102"/>
                      </a:xfrm>
                      <a:custGeom>
                        <a:avLst/>
                        <a:gdLst>
                          <a:gd name="connsiteX0" fmla="*/ 38576 w 38594"/>
                          <a:gd name="connsiteY0" fmla="*/ 0 h 56102"/>
                          <a:gd name="connsiteX1" fmla="*/ 0 w 38594"/>
                          <a:gd name="connsiteY1" fmla="*/ 56102 h 56102"/>
                          <a:gd name="connsiteX2" fmla="*/ 38576 w 38594"/>
                          <a:gd name="connsiteY2" fmla="*/ 0 h 56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8594" h="56102">
                            <a:moveTo>
                              <a:pt x="38576" y="0"/>
                            </a:moveTo>
                            <a:cubicBezTo>
                              <a:pt x="39338" y="16478"/>
                              <a:pt x="16478" y="41529"/>
                              <a:pt x="0" y="56102"/>
                            </a:cubicBezTo>
                            <a:cubicBezTo>
                              <a:pt x="17717" y="40100"/>
                              <a:pt x="31528" y="17336"/>
                              <a:pt x="3857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05" name="Forme libre : forme 11004">
                        <a:extLst>
                          <a:ext uri="{FF2B5EF4-FFF2-40B4-BE49-F238E27FC236}">
                            <a16:creationId xmlns:a16="http://schemas.microsoft.com/office/drawing/2014/main" id="{AFE141EA-DE39-4891-9392-E5E1C19DF4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65686" y="2780918"/>
                        <a:ext cx="52292" cy="48958"/>
                      </a:xfrm>
                      <a:custGeom>
                        <a:avLst/>
                        <a:gdLst>
                          <a:gd name="connsiteX0" fmla="*/ 52292 w 52292"/>
                          <a:gd name="connsiteY0" fmla="*/ 0 h 48958"/>
                          <a:gd name="connsiteX1" fmla="*/ 21050 w 52292"/>
                          <a:gd name="connsiteY1" fmla="*/ 22670 h 48958"/>
                          <a:gd name="connsiteX2" fmla="*/ 9049 w 52292"/>
                          <a:gd name="connsiteY2" fmla="*/ 36195 h 48958"/>
                          <a:gd name="connsiteX3" fmla="*/ 0 w 52292"/>
                          <a:gd name="connsiteY3" fmla="*/ 48959 h 48958"/>
                          <a:gd name="connsiteX4" fmla="*/ 9049 w 52292"/>
                          <a:gd name="connsiteY4" fmla="*/ 36671 h 48958"/>
                          <a:gd name="connsiteX5" fmla="*/ 22288 w 52292"/>
                          <a:gd name="connsiteY5" fmla="*/ 23336 h 48958"/>
                          <a:gd name="connsiteX6" fmla="*/ 52292 w 52292"/>
                          <a:gd name="connsiteY6" fmla="*/ 0 h 489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2292" h="48958">
                            <a:moveTo>
                              <a:pt x="52292" y="0"/>
                            </a:moveTo>
                            <a:cubicBezTo>
                              <a:pt x="40386" y="6001"/>
                              <a:pt x="29908" y="14002"/>
                              <a:pt x="21050" y="22670"/>
                            </a:cubicBezTo>
                            <a:cubicBezTo>
                              <a:pt x="16669" y="27051"/>
                              <a:pt x="12668" y="31623"/>
                              <a:pt x="9049" y="36195"/>
                            </a:cubicBezTo>
                            <a:cubicBezTo>
                              <a:pt x="5334" y="40862"/>
                              <a:pt x="3048" y="44577"/>
                              <a:pt x="0" y="48959"/>
                            </a:cubicBezTo>
                            <a:cubicBezTo>
                              <a:pt x="2667" y="44672"/>
                              <a:pt x="5143" y="41148"/>
                              <a:pt x="9049" y="36671"/>
                            </a:cubicBezTo>
                            <a:cubicBezTo>
                              <a:pt x="12954" y="32195"/>
                              <a:pt x="17526" y="27718"/>
                              <a:pt x="22288" y="23336"/>
                            </a:cubicBezTo>
                            <a:cubicBezTo>
                              <a:pt x="32004" y="14669"/>
                              <a:pt x="42863" y="6572"/>
                              <a:pt x="5229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06" name="Forme libre : forme 11005">
                        <a:extLst>
                          <a:ext uri="{FF2B5EF4-FFF2-40B4-BE49-F238E27FC236}">
                            <a16:creationId xmlns:a16="http://schemas.microsoft.com/office/drawing/2014/main" id="{DF833E58-0FDA-4488-8BD7-341D00C0BD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3273" y="2779991"/>
                        <a:ext cx="33199" cy="15335"/>
                      </a:xfrm>
                      <a:custGeom>
                        <a:avLst/>
                        <a:gdLst>
                          <a:gd name="connsiteX0" fmla="*/ 33191 w 33199"/>
                          <a:gd name="connsiteY0" fmla="*/ 1689 h 15335"/>
                          <a:gd name="connsiteX1" fmla="*/ 15284 w 33199"/>
                          <a:gd name="connsiteY1" fmla="*/ 12548 h 15335"/>
                          <a:gd name="connsiteX2" fmla="*/ 44 w 33199"/>
                          <a:gd name="connsiteY2" fmla="*/ 13215 h 15335"/>
                          <a:gd name="connsiteX3" fmla="*/ 17093 w 33199"/>
                          <a:gd name="connsiteY3" fmla="*/ 3594 h 15335"/>
                          <a:gd name="connsiteX4" fmla="*/ 33191 w 33199"/>
                          <a:gd name="connsiteY4" fmla="*/ 1689 h 15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199" h="15335">
                            <a:moveTo>
                              <a:pt x="33191" y="1689"/>
                            </a:moveTo>
                            <a:cubicBezTo>
                              <a:pt x="32810" y="5976"/>
                              <a:pt x="19379" y="11119"/>
                              <a:pt x="15284" y="12548"/>
                            </a:cubicBezTo>
                            <a:cubicBezTo>
                              <a:pt x="11188" y="14072"/>
                              <a:pt x="-814" y="17596"/>
                              <a:pt x="44" y="13215"/>
                            </a:cubicBezTo>
                            <a:cubicBezTo>
                              <a:pt x="901" y="8833"/>
                              <a:pt x="13283" y="4928"/>
                              <a:pt x="17093" y="3594"/>
                            </a:cubicBezTo>
                            <a:cubicBezTo>
                              <a:pt x="20903" y="2261"/>
                              <a:pt x="33572" y="-2502"/>
                              <a:pt x="33191" y="168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07" name="Forme libre : forme 11006">
                        <a:extLst>
                          <a:ext uri="{FF2B5EF4-FFF2-40B4-BE49-F238E27FC236}">
                            <a16:creationId xmlns:a16="http://schemas.microsoft.com/office/drawing/2014/main" id="{F870C000-0C74-4562-9AC7-82F252C555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91882" y="2777839"/>
                        <a:ext cx="9159" cy="5450"/>
                      </a:xfrm>
                      <a:custGeom>
                        <a:avLst/>
                        <a:gdLst>
                          <a:gd name="connsiteX0" fmla="*/ 8964 w 9159"/>
                          <a:gd name="connsiteY0" fmla="*/ 318 h 5450"/>
                          <a:gd name="connsiteX1" fmla="*/ 5725 w 9159"/>
                          <a:gd name="connsiteY1" fmla="*/ 3937 h 5450"/>
                          <a:gd name="connsiteX2" fmla="*/ 201 w 9159"/>
                          <a:gd name="connsiteY2" fmla="*/ 5080 h 5450"/>
                          <a:gd name="connsiteX3" fmla="*/ 3344 w 9159"/>
                          <a:gd name="connsiteY3" fmla="*/ 1461 h 5450"/>
                          <a:gd name="connsiteX4" fmla="*/ 8964 w 9159"/>
                          <a:gd name="connsiteY4" fmla="*/ 318 h 54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159" h="5450">
                            <a:moveTo>
                              <a:pt x="8964" y="318"/>
                            </a:moveTo>
                            <a:cubicBezTo>
                              <a:pt x="9916" y="1365"/>
                              <a:pt x="7154" y="3175"/>
                              <a:pt x="5725" y="3937"/>
                            </a:cubicBezTo>
                            <a:cubicBezTo>
                              <a:pt x="4201" y="4699"/>
                              <a:pt x="1058" y="6128"/>
                              <a:pt x="201" y="5080"/>
                            </a:cubicBezTo>
                            <a:cubicBezTo>
                              <a:pt x="-752" y="4032"/>
                              <a:pt x="1915" y="2318"/>
                              <a:pt x="3344" y="1461"/>
                            </a:cubicBezTo>
                            <a:cubicBezTo>
                              <a:pt x="4868" y="794"/>
                              <a:pt x="8011" y="-635"/>
                              <a:pt x="8964" y="31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1008" name="Forme libre : forme 11007">
                        <a:extLst>
                          <a:ext uri="{FF2B5EF4-FFF2-40B4-BE49-F238E27FC236}">
                            <a16:creationId xmlns:a16="http://schemas.microsoft.com/office/drawing/2014/main" id="{61D6BF6B-9485-4C8F-AD90-8E3E005753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54401" y="2753200"/>
                        <a:ext cx="87939" cy="24225"/>
                      </a:xfrm>
                      <a:custGeom>
                        <a:avLst/>
                        <a:gdLst>
                          <a:gd name="connsiteX0" fmla="*/ 60446 w 87939"/>
                          <a:gd name="connsiteY0" fmla="*/ 572 h 24225"/>
                          <a:gd name="connsiteX1" fmla="*/ 86259 w 87939"/>
                          <a:gd name="connsiteY1" fmla="*/ 2096 h 24225"/>
                          <a:gd name="connsiteX2" fmla="*/ 84163 w 87939"/>
                          <a:gd name="connsiteY2" fmla="*/ 10192 h 24225"/>
                          <a:gd name="connsiteX3" fmla="*/ 73400 w 87939"/>
                          <a:gd name="connsiteY3" fmla="*/ 12859 h 24225"/>
                          <a:gd name="connsiteX4" fmla="*/ 40063 w 87939"/>
                          <a:gd name="connsiteY4" fmla="*/ 16860 h 24225"/>
                          <a:gd name="connsiteX5" fmla="*/ 153 w 87939"/>
                          <a:gd name="connsiteY5" fmla="*/ 20289 h 24225"/>
                          <a:gd name="connsiteX6" fmla="*/ 38062 w 87939"/>
                          <a:gd name="connsiteY6" fmla="*/ 667 h 24225"/>
                          <a:gd name="connsiteX7" fmla="*/ 60446 w 87939"/>
                          <a:gd name="connsiteY7" fmla="*/ 572 h 242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7939" h="24225">
                            <a:moveTo>
                              <a:pt x="60446" y="572"/>
                            </a:moveTo>
                            <a:cubicBezTo>
                              <a:pt x="70638" y="0"/>
                              <a:pt x="78067" y="-857"/>
                              <a:pt x="86259" y="2096"/>
                            </a:cubicBezTo>
                            <a:cubicBezTo>
                              <a:pt x="89307" y="3144"/>
                              <a:pt x="87973" y="7716"/>
                              <a:pt x="84163" y="10192"/>
                            </a:cubicBezTo>
                            <a:cubicBezTo>
                              <a:pt x="80258" y="12764"/>
                              <a:pt x="76924" y="12764"/>
                              <a:pt x="73400" y="12859"/>
                            </a:cubicBezTo>
                            <a:cubicBezTo>
                              <a:pt x="62446" y="13145"/>
                              <a:pt x="51778" y="14955"/>
                              <a:pt x="40063" y="16860"/>
                            </a:cubicBezTo>
                            <a:cubicBezTo>
                              <a:pt x="32919" y="18479"/>
                              <a:pt x="-2610" y="30195"/>
                              <a:pt x="153" y="20289"/>
                            </a:cubicBezTo>
                            <a:cubicBezTo>
                              <a:pt x="3105" y="10764"/>
                              <a:pt x="28728" y="2572"/>
                              <a:pt x="38062" y="667"/>
                            </a:cubicBezTo>
                            <a:cubicBezTo>
                              <a:pt x="47492" y="-952"/>
                              <a:pt x="52826" y="1048"/>
                              <a:pt x="60446" y="57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55" name="Graphique 1">
                      <a:extLst>
                        <a:ext uri="{FF2B5EF4-FFF2-40B4-BE49-F238E27FC236}">
                          <a16:creationId xmlns:a16="http://schemas.microsoft.com/office/drawing/2014/main" id="{0C97F8FD-EE35-431C-B03E-BEC801C2A8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47885" y="2638206"/>
                      <a:ext cx="187056" cy="122066"/>
                      <a:chOff x="1447885" y="2638206"/>
                      <a:chExt cx="187056" cy="122066"/>
                    </a:xfrm>
                    <a:solidFill>
                      <a:schemeClr val="accent1"/>
                    </a:solidFill>
                  </p:grpSpPr>
                  <p:sp>
                    <p:nvSpPr>
                      <p:cNvPr id="10985" name="Forme libre : forme 10984">
                        <a:extLst>
                          <a:ext uri="{FF2B5EF4-FFF2-40B4-BE49-F238E27FC236}">
                            <a16:creationId xmlns:a16="http://schemas.microsoft.com/office/drawing/2014/main" id="{27F59D18-5627-443A-8B45-1DCEE63264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7885" y="2638206"/>
                        <a:ext cx="187056" cy="122066"/>
                      </a:xfrm>
                      <a:custGeom>
                        <a:avLst/>
                        <a:gdLst>
                          <a:gd name="connsiteX0" fmla="*/ 139650 w 187056"/>
                          <a:gd name="connsiteY0" fmla="*/ 75275 h 122066"/>
                          <a:gd name="connsiteX1" fmla="*/ 81929 w 187056"/>
                          <a:gd name="connsiteY1" fmla="*/ 107470 h 122066"/>
                          <a:gd name="connsiteX2" fmla="*/ 63355 w 187056"/>
                          <a:gd name="connsiteY2" fmla="*/ 116138 h 122066"/>
                          <a:gd name="connsiteX3" fmla="*/ 45353 w 187056"/>
                          <a:gd name="connsiteY3" fmla="*/ 121091 h 122066"/>
                          <a:gd name="connsiteX4" fmla="*/ 11348 w 187056"/>
                          <a:gd name="connsiteY4" fmla="*/ 119757 h 122066"/>
                          <a:gd name="connsiteX5" fmla="*/ 585 w 187056"/>
                          <a:gd name="connsiteY5" fmla="*/ 101088 h 122066"/>
                          <a:gd name="connsiteX6" fmla="*/ 14682 w 187056"/>
                          <a:gd name="connsiteY6" fmla="*/ 70989 h 122066"/>
                          <a:gd name="connsiteX7" fmla="*/ 25922 w 187056"/>
                          <a:gd name="connsiteY7" fmla="*/ 57083 h 122066"/>
                          <a:gd name="connsiteX8" fmla="*/ 43162 w 187056"/>
                          <a:gd name="connsiteY8" fmla="*/ 42700 h 122066"/>
                          <a:gd name="connsiteX9" fmla="*/ 103646 w 187056"/>
                          <a:gd name="connsiteY9" fmla="*/ 9077 h 122066"/>
                          <a:gd name="connsiteX10" fmla="*/ 175845 w 187056"/>
                          <a:gd name="connsiteY10" fmla="*/ 6505 h 122066"/>
                          <a:gd name="connsiteX11" fmla="*/ 186323 w 187056"/>
                          <a:gd name="connsiteY11" fmla="*/ 24793 h 122066"/>
                          <a:gd name="connsiteX12" fmla="*/ 169463 w 187056"/>
                          <a:gd name="connsiteY12" fmla="*/ 52034 h 122066"/>
                          <a:gd name="connsiteX13" fmla="*/ 139650 w 187056"/>
                          <a:gd name="connsiteY13" fmla="*/ 75275 h 1220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87056" h="122066">
                            <a:moveTo>
                              <a:pt x="139650" y="75275"/>
                            </a:moveTo>
                            <a:cubicBezTo>
                              <a:pt x="125553" y="82705"/>
                              <a:pt x="96026" y="99659"/>
                              <a:pt x="81929" y="107470"/>
                            </a:cubicBezTo>
                            <a:cubicBezTo>
                              <a:pt x="75356" y="111280"/>
                              <a:pt x="69451" y="113757"/>
                              <a:pt x="63355" y="116138"/>
                            </a:cubicBezTo>
                            <a:cubicBezTo>
                              <a:pt x="57068" y="118614"/>
                              <a:pt x="51163" y="120233"/>
                              <a:pt x="45353" y="121091"/>
                            </a:cubicBezTo>
                            <a:cubicBezTo>
                              <a:pt x="33732" y="122900"/>
                              <a:pt x="22969" y="122043"/>
                              <a:pt x="11348" y="119757"/>
                            </a:cubicBezTo>
                            <a:cubicBezTo>
                              <a:pt x="3347" y="118233"/>
                              <a:pt x="-1796" y="108518"/>
                              <a:pt x="585" y="101088"/>
                            </a:cubicBezTo>
                            <a:cubicBezTo>
                              <a:pt x="4109" y="90230"/>
                              <a:pt x="8300" y="80419"/>
                              <a:pt x="14682" y="70989"/>
                            </a:cubicBezTo>
                            <a:cubicBezTo>
                              <a:pt x="17825" y="66227"/>
                              <a:pt x="21540" y="61655"/>
                              <a:pt x="25922" y="57083"/>
                            </a:cubicBezTo>
                            <a:cubicBezTo>
                              <a:pt x="30875" y="52320"/>
                              <a:pt x="36590" y="47558"/>
                              <a:pt x="43162" y="42700"/>
                            </a:cubicBezTo>
                            <a:cubicBezTo>
                              <a:pt x="57354" y="32699"/>
                              <a:pt x="87453" y="15744"/>
                              <a:pt x="103646" y="9077"/>
                            </a:cubicBezTo>
                            <a:cubicBezTo>
                              <a:pt x="133649" y="-4354"/>
                              <a:pt x="154319" y="-829"/>
                              <a:pt x="175845" y="6505"/>
                            </a:cubicBezTo>
                            <a:cubicBezTo>
                              <a:pt x="183275" y="9077"/>
                              <a:pt x="189180" y="17840"/>
                              <a:pt x="186323" y="24793"/>
                            </a:cubicBezTo>
                            <a:cubicBezTo>
                              <a:pt x="182227" y="34890"/>
                              <a:pt x="176988" y="43938"/>
                              <a:pt x="169463" y="52034"/>
                            </a:cubicBezTo>
                            <a:cubicBezTo>
                              <a:pt x="162224" y="60607"/>
                              <a:pt x="152318" y="67655"/>
                              <a:pt x="139650" y="7527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86" name="Forme libre : forme 10985">
                        <a:extLst>
                          <a:ext uri="{FF2B5EF4-FFF2-40B4-BE49-F238E27FC236}">
                            <a16:creationId xmlns:a16="http://schemas.microsoft.com/office/drawing/2014/main" id="{A81C90E8-817D-41D0-B08E-8697B73886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38" y="2662523"/>
                        <a:ext cx="183165" cy="97616"/>
                      </a:xfrm>
                      <a:custGeom>
                        <a:avLst/>
                        <a:gdLst>
                          <a:gd name="connsiteX0" fmla="*/ 73247 w 183165"/>
                          <a:gd name="connsiteY0" fmla="*/ 54769 h 97616"/>
                          <a:gd name="connsiteX1" fmla="*/ 0 w 183165"/>
                          <a:gd name="connsiteY1" fmla="*/ 90011 h 97616"/>
                          <a:gd name="connsiteX2" fmla="*/ 8001 w 183165"/>
                          <a:gd name="connsiteY2" fmla="*/ 95345 h 97616"/>
                          <a:gd name="connsiteX3" fmla="*/ 19717 w 183165"/>
                          <a:gd name="connsiteY3" fmla="*/ 97155 h 97616"/>
                          <a:gd name="connsiteX4" fmla="*/ 54292 w 183165"/>
                          <a:gd name="connsiteY4" fmla="*/ 93726 h 97616"/>
                          <a:gd name="connsiteX5" fmla="*/ 78581 w 183165"/>
                          <a:gd name="connsiteY5" fmla="*/ 83058 h 97616"/>
                          <a:gd name="connsiteX6" fmla="*/ 87821 w 183165"/>
                          <a:gd name="connsiteY6" fmla="*/ 77914 h 97616"/>
                          <a:gd name="connsiteX7" fmla="*/ 132017 w 183165"/>
                          <a:gd name="connsiteY7" fmla="*/ 53245 h 97616"/>
                          <a:gd name="connsiteX8" fmla="*/ 136303 w 183165"/>
                          <a:gd name="connsiteY8" fmla="*/ 50863 h 97616"/>
                          <a:gd name="connsiteX9" fmla="*/ 159163 w 183165"/>
                          <a:gd name="connsiteY9" fmla="*/ 34671 h 97616"/>
                          <a:gd name="connsiteX10" fmla="*/ 178784 w 183165"/>
                          <a:gd name="connsiteY10" fmla="*/ 9620 h 97616"/>
                          <a:gd name="connsiteX11" fmla="*/ 183071 w 183165"/>
                          <a:gd name="connsiteY11" fmla="*/ 381 h 97616"/>
                          <a:gd name="connsiteX12" fmla="*/ 183166 w 183165"/>
                          <a:gd name="connsiteY12" fmla="*/ 0 h 97616"/>
                          <a:gd name="connsiteX13" fmla="*/ 73247 w 183165"/>
                          <a:gd name="connsiteY13" fmla="*/ 54769 h 97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83165" h="97616">
                            <a:moveTo>
                              <a:pt x="73247" y="54769"/>
                            </a:moveTo>
                            <a:cubicBezTo>
                              <a:pt x="50863" y="70295"/>
                              <a:pt x="24765" y="88011"/>
                              <a:pt x="0" y="90011"/>
                            </a:cubicBezTo>
                            <a:cubicBezTo>
                              <a:pt x="2000" y="92678"/>
                              <a:pt x="4763" y="94679"/>
                              <a:pt x="8001" y="95345"/>
                            </a:cubicBezTo>
                            <a:cubicBezTo>
                              <a:pt x="12001" y="96107"/>
                              <a:pt x="15907" y="96774"/>
                              <a:pt x="19717" y="97155"/>
                            </a:cubicBezTo>
                            <a:cubicBezTo>
                              <a:pt x="30861" y="98203"/>
                              <a:pt x="42100" y="97631"/>
                              <a:pt x="54292" y="93726"/>
                            </a:cubicBezTo>
                            <a:cubicBezTo>
                              <a:pt x="62484" y="90869"/>
                              <a:pt x="70009" y="88011"/>
                              <a:pt x="78581" y="83058"/>
                            </a:cubicBezTo>
                            <a:cubicBezTo>
                              <a:pt x="81058" y="81534"/>
                              <a:pt x="84296" y="79820"/>
                              <a:pt x="87821" y="77914"/>
                            </a:cubicBezTo>
                            <a:cubicBezTo>
                              <a:pt x="101251" y="70199"/>
                              <a:pt x="119920" y="59722"/>
                              <a:pt x="132017" y="53245"/>
                            </a:cubicBezTo>
                            <a:cubicBezTo>
                              <a:pt x="133541" y="52388"/>
                              <a:pt x="135064" y="51530"/>
                              <a:pt x="136303" y="50863"/>
                            </a:cubicBezTo>
                            <a:cubicBezTo>
                              <a:pt x="145351" y="45434"/>
                              <a:pt x="152876" y="40386"/>
                              <a:pt x="159163" y="34671"/>
                            </a:cubicBezTo>
                            <a:cubicBezTo>
                              <a:pt x="167545" y="26670"/>
                              <a:pt x="173736" y="18669"/>
                              <a:pt x="178784" y="9620"/>
                            </a:cubicBezTo>
                            <a:cubicBezTo>
                              <a:pt x="180308" y="6668"/>
                              <a:pt x="181832" y="3524"/>
                              <a:pt x="183071" y="381"/>
                            </a:cubicBezTo>
                            <a:lnTo>
                              <a:pt x="183166" y="0"/>
                            </a:lnTo>
                            <a:cubicBezTo>
                              <a:pt x="144971" y="14573"/>
                              <a:pt x="106299" y="32290"/>
                              <a:pt x="73247" y="5476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87" name="Forme libre : forme 10986">
                        <a:extLst>
                          <a:ext uri="{FF2B5EF4-FFF2-40B4-BE49-F238E27FC236}">
                            <a16:creationId xmlns:a16="http://schemas.microsoft.com/office/drawing/2014/main" id="{5D8859DD-765E-4D3B-9168-BA1198971A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10901" y="2666312"/>
                        <a:ext cx="86771" cy="50078"/>
                      </a:xfrm>
                      <a:custGeom>
                        <a:avLst/>
                        <a:gdLst>
                          <a:gd name="connsiteX0" fmla="*/ 86350 w 86771"/>
                          <a:gd name="connsiteY0" fmla="*/ 3069 h 50078"/>
                          <a:gd name="connsiteX1" fmla="*/ 72348 w 86771"/>
                          <a:gd name="connsiteY1" fmla="*/ 20500 h 50078"/>
                          <a:gd name="connsiteX2" fmla="*/ 47202 w 86771"/>
                          <a:gd name="connsiteY2" fmla="*/ 36026 h 50078"/>
                          <a:gd name="connsiteX3" fmla="*/ 911 w 86771"/>
                          <a:gd name="connsiteY3" fmla="*/ 47265 h 50078"/>
                          <a:gd name="connsiteX4" fmla="*/ 35296 w 86771"/>
                          <a:gd name="connsiteY4" fmla="*/ 14309 h 50078"/>
                          <a:gd name="connsiteX5" fmla="*/ 86350 w 86771"/>
                          <a:gd name="connsiteY5" fmla="*/ 3069 h 500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6771" h="50078">
                            <a:moveTo>
                              <a:pt x="86350" y="3069"/>
                            </a:moveTo>
                            <a:cubicBezTo>
                              <a:pt x="88636" y="7641"/>
                              <a:pt x="81302" y="14118"/>
                              <a:pt x="72348" y="20500"/>
                            </a:cubicBezTo>
                            <a:cubicBezTo>
                              <a:pt x="63490" y="27072"/>
                              <a:pt x="52536" y="32787"/>
                              <a:pt x="47202" y="36026"/>
                            </a:cubicBezTo>
                            <a:cubicBezTo>
                              <a:pt x="36153" y="41741"/>
                              <a:pt x="7102" y="56124"/>
                              <a:pt x="911" y="47265"/>
                            </a:cubicBezTo>
                            <a:cubicBezTo>
                              <a:pt x="-5566" y="38026"/>
                              <a:pt x="24247" y="19357"/>
                              <a:pt x="35296" y="14309"/>
                            </a:cubicBezTo>
                            <a:cubicBezTo>
                              <a:pt x="45964" y="8403"/>
                              <a:pt x="81778" y="-6360"/>
                              <a:pt x="86350" y="306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88" name="Forme libre : forme 10987">
                        <a:extLst>
                          <a:ext uri="{FF2B5EF4-FFF2-40B4-BE49-F238E27FC236}">
                            <a16:creationId xmlns:a16="http://schemas.microsoft.com/office/drawing/2014/main" id="{71E0A1F4-B442-4622-A3AC-26ADB0B082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10080" y="2691479"/>
                        <a:ext cx="65644" cy="24541"/>
                      </a:xfrm>
                      <a:custGeom>
                        <a:avLst/>
                        <a:gdLst>
                          <a:gd name="connsiteX0" fmla="*/ 14019 w 65644"/>
                          <a:gd name="connsiteY0" fmla="*/ 3048 h 24541"/>
                          <a:gd name="connsiteX1" fmla="*/ 1350 w 65644"/>
                          <a:gd name="connsiteY1" fmla="*/ 22288 h 24541"/>
                          <a:gd name="connsiteX2" fmla="*/ 48499 w 65644"/>
                          <a:gd name="connsiteY2" fmla="*/ 10573 h 24541"/>
                          <a:gd name="connsiteX3" fmla="*/ 65644 w 65644"/>
                          <a:gd name="connsiteY3" fmla="*/ 0 h 24541"/>
                          <a:gd name="connsiteX4" fmla="*/ 55643 w 65644"/>
                          <a:gd name="connsiteY4" fmla="*/ 4191 h 24541"/>
                          <a:gd name="connsiteX5" fmla="*/ 14019 w 65644"/>
                          <a:gd name="connsiteY5" fmla="*/ 3048 h 245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5644" h="24541">
                            <a:moveTo>
                              <a:pt x="14019" y="3048"/>
                            </a:moveTo>
                            <a:cubicBezTo>
                              <a:pt x="9637" y="7811"/>
                              <a:pt x="-4365" y="17621"/>
                              <a:pt x="1350" y="22288"/>
                            </a:cubicBezTo>
                            <a:cubicBezTo>
                              <a:pt x="10304" y="29528"/>
                              <a:pt x="34497" y="17621"/>
                              <a:pt x="48499" y="10573"/>
                            </a:cubicBezTo>
                            <a:cubicBezTo>
                              <a:pt x="52500" y="8287"/>
                              <a:pt x="61453" y="3048"/>
                              <a:pt x="65644" y="0"/>
                            </a:cubicBezTo>
                            <a:cubicBezTo>
                              <a:pt x="62882" y="1238"/>
                              <a:pt x="58405" y="3429"/>
                              <a:pt x="55643" y="4191"/>
                            </a:cubicBezTo>
                            <a:cubicBezTo>
                              <a:pt x="40022" y="8287"/>
                              <a:pt x="20877" y="12668"/>
                              <a:pt x="14019" y="3048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89" name="Forme libre : forme 10988">
                        <a:extLst>
                          <a:ext uri="{FF2B5EF4-FFF2-40B4-BE49-F238E27FC236}">
                            <a16:creationId xmlns:a16="http://schemas.microsoft.com/office/drawing/2014/main" id="{609A02E2-141A-4EF5-BB52-2B4B511518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16533" y="2666037"/>
                        <a:ext cx="86476" cy="50366"/>
                      </a:xfrm>
                      <a:custGeom>
                        <a:avLst/>
                        <a:gdLst>
                          <a:gd name="connsiteX0" fmla="*/ 86433 w 86476"/>
                          <a:gd name="connsiteY0" fmla="*/ 3534 h 50366"/>
                          <a:gd name="connsiteX1" fmla="*/ 71383 w 86476"/>
                          <a:gd name="connsiteY1" fmla="*/ 21441 h 50366"/>
                          <a:gd name="connsiteX2" fmla="*/ 46809 w 86476"/>
                          <a:gd name="connsiteY2" fmla="*/ 36871 h 50366"/>
                          <a:gd name="connsiteX3" fmla="*/ 22044 w 86476"/>
                          <a:gd name="connsiteY3" fmla="*/ 47730 h 50366"/>
                          <a:gd name="connsiteX4" fmla="*/ 994 w 86476"/>
                          <a:gd name="connsiteY4" fmla="*/ 47349 h 50366"/>
                          <a:gd name="connsiteX5" fmla="*/ 11662 w 86476"/>
                          <a:gd name="connsiteY5" fmla="*/ 29442 h 50366"/>
                          <a:gd name="connsiteX6" fmla="*/ 35379 w 86476"/>
                          <a:gd name="connsiteY6" fmla="*/ 14869 h 50366"/>
                          <a:gd name="connsiteX7" fmla="*/ 64049 w 86476"/>
                          <a:gd name="connsiteY7" fmla="*/ 3058 h 50366"/>
                          <a:gd name="connsiteX8" fmla="*/ 86433 w 86476"/>
                          <a:gd name="connsiteY8" fmla="*/ 3534 h 503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6476" h="50366">
                            <a:moveTo>
                              <a:pt x="86433" y="3534"/>
                            </a:moveTo>
                            <a:cubicBezTo>
                              <a:pt x="87100" y="8773"/>
                              <a:pt x="80051" y="15440"/>
                              <a:pt x="71383" y="21441"/>
                            </a:cubicBezTo>
                            <a:cubicBezTo>
                              <a:pt x="62906" y="27823"/>
                              <a:pt x="52714" y="33538"/>
                              <a:pt x="46809" y="36871"/>
                            </a:cubicBezTo>
                            <a:cubicBezTo>
                              <a:pt x="41094" y="40301"/>
                              <a:pt x="31093" y="44777"/>
                              <a:pt x="22044" y="47730"/>
                            </a:cubicBezTo>
                            <a:cubicBezTo>
                              <a:pt x="12995" y="50778"/>
                              <a:pt x="4423" y="51826"/>
                              <a:pt x="994" y="47349"/>
                            </a:cubicBezTo>
                            <a:cubicBezTo>
                              <a:pt x="-2435" y="42872"/>
                              <a:pt x="3470" y="36014"/>
                              <a:pt x="11662" y="29442"/>
                            </a:cubicBezTo>
                            <a:cubicBezTo>
                              <a:pt x="19853" y="22965"/>
                              <a:pt x="30426" y="17536"/>
                              <a:pt x="35379" y="14869"/>
                            </a:cubicBezTo>
                            <a:cubicBezTo>
                              <a:pt x="40332" y="12297"/>
                              <a:pt x="52810" y="6772"/>
                              <a:pt x="64049" y="3058"/>
                            </a:cubicBezTo>
                            <a:cubicBezTo>
                              <a:pt x="75479" y="-371"/>
                              <a:pt x="85766" y="-1800"/>
                              <a:pt x="86433" y="353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90" name="Forme libre : forme 10989">
                        <a:extLst>
                          <a:ext uri="{FF2B5EF4-FFF2-40B4-BE49-F238E27FC236}">
                            <a16:creationId xmlns:a16="http://schemas.microsoft.com/office/drawing/2014/main" id="{CB51EB6E-08F3-484B-A274-3B7B149FA1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610" y="2688868"/>
                        <a:ext cx="113572" cy="53622"/>
                      </a:xfrm>
                      <a:custGeom>
                        <a:avLst/>
                        <a:gdLst>
                          <a:gd name="connsiteX0" fmla="*/ 4340 w 113572"/>
                          <a:gd name="connsiteY0" fmla="*/ 49950 h 53622"/>
                          <a:gd name="connsiteX1" fmla="*/ 21295 w 113572"/>
                          <a:gd name="connsiteY1" fmla="*/ 53283 h 53622"/>
                          <a:gd name="connsiteX2" fmla="*/ 43393 w 113572"/>
                          <a:gd name="connsiteY2" fmla="*/ 50616 h 53622"/>
                          <a:gd name="connsiteX3" fmla="*/ 65967 w 113572"/>
                          <a:gd name="connsiteY3" fmla="*/ 43949 h 53622"/>
                          <a:gd name="connsiteX4" fmla="*/ 103686 w 113572"/>
                          <a:gd name="connsiteY4" fmla="*/ 20517 h 53622"/>
                          <a:gd name="connsiteX5" fmla="*/ 111782 w 113572"/>
                          <a:gd name="connsiteY5" fmla="*/ 1086 h 53622"/>
                          <a:gd name="connsiteX6" fmla="*/ 96066 w 113572"/>
                          <a:gd name="connsiteY6" fmla="*/ 2420 h 53622"/>
                          <a:gd name="connsiteX7" fmla="*/ 75206 w 113572"/>
                          <a:gd name="connsiteY7" fmla="*/ 6611 h 53622"/>
                          <a:gd name="connsiteX8" fmla="*/ 53584 w 113572"/>
                          <a:gd name="connsiteY8" fmla="*/ 9468 h 53622"/>
                          <a:gd name="connsiteX9" fmla="*/ 32725 w 113572"/>
                          <a:gd name="connsiteY9" fmla="*/ 11087 h 53622"/>
                          <a:gd name="connsiteX10" fmla="*/ 11103 w 113572"/>
                          <a:gd name="connsiteY10" fmla="*/ 20803 h 53622"/>
                          <a:gd name="connsiteX11" fmla="*/ 4340 w 113572"/>
                          <a:gd name="connsiteY11" fmla="*/ 49950 h 536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13572" h="53622">
                            <a:moveTo>
                              <a:pt x="4340" y="49950"/>
                            </a:moveTo>
                            <a:cubicBezTo>
                              <a:pt x="9960" y="53760"/>
                              <a:pt x="13008" y="54045"/>
                              <a:pt x="21295" y="53283"/>
                            </a:cubicBezTo>
                            <a:cubicBezTo>
                              <a:pt x="29200" y="52521"/>
                              <a:pt x="36439" y="51759"/>
                              <a:pt x="43393" y="50616"/>
                            </a:cubicBezTo>
                            <a:cubicBezTo>
                              <a:pt x="50536" y="49378"/>
                              <a:pt x="57490" y="47187"/>
                              <a:pt x="65967" y="43949"/>
                            </a:cubicBezTo>
                            <a:cubicBezTo>
                              <a:pt x="79778" y="38138"/>
                              <a:pt x="94161" y="29471"/>
                              <a:pt x="103686" y="20517"/>
                            </a:cubicBezTo>
                            <a:cubicBezTo>
                              <a:pt x="110830" y="13945"/>
                              <a:pt x="116640" y="5563"/>
                              <a:pt x="111782" y="1086"/>
                            </a:cubicBezTo>
                            <a:cubicBezTo>
                              <a:pt x="108829" y="-1581"/>
                              <a:pt x="102067" y="1372"/>
                              <a:pt x="96066" y="2420"/>
                            </a:cubicBezTo>
                            <a:cubicBezTo>
                              <a:pt x="88922" y="3563"/>
                              <a:pt x="82255" y="5372"/>
                              <a:pt x="75206" y="6611"/>
                            </a:cubicBezTo>
                            <a:cubicBezTo>
                              <a:pt x="68158" y="7849"/>
                              <a:pt x="61109" y="8897"/>
                              <a:pt x="53584" y="9468"/>
                            </a:cubicBezTo>
                            <a:cubicBezTo>
                              <a:pt x="47203" y="9944"/>
                              <a:pt x="39964" y="9659"/>
                              <a:pt x="32725" y="11087"/>
                            </a:cubicBezTo>
                            <a:cubicBezTo>
                              <a:pt x="25581" y="12516"/>
                              <a:pt x="17961" y="15278"/>
                              <a:pt x="11103" y="20803"/>
                            </a:cubicBezTo>
                            <a:cubicBezTo>
                              <a:pt x="-613" y="30709"/>
                              <a:pt x="-3375" y="44711"/>
                              <a:pt x="4340" y="4995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91" name="Forme libre : forme 10990">
                        <a:extLst>
                          <a:ext uri="{FF2B5EF4-FFF2-40B4-BE49-F238E27FC236}">
                            <a16:creationId xmlns:a16="http://schemas.microsoft.com/office/drawing/2014/main" id="{D7883417-0F1A-4AB1-BA31-B6292C54E9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8065" y="2688815"/>
                        <a:ext cx="30987" cy="28787"/>
                      </a:xfrm>
                      <a:custGeom>
                        <a:avLst/>
                        <a:gdLst>
                          <a:gd name="connsiteX0" fmla="*/ 1744 w 30987"/>
                          <a:gd name="connsiteY0" fmla="*/ 23619 h 28787"/>
                          <a:gd name="connsiteX1" fmla="*/ 29 w 30987"/>
                          <a:gd name="connsiteY1" fmla="*/ 27810 h 28787"/>
                          <a:gd name="connsiteX2" fmla="*/ 3839 w 30987"/>
                          <a:gd name="connsiteY2" fmla="*/ 28191 h 28787"/>
                          <a:gd name="connsiteX3" fmla="*/ 10030 w 30987"/>
                          <a:gd name="connsiteY3" fmla="*/ 24285 h 28787"/>
                          <a:gd name="connsiteX4" fmla="*/ 23937 w 30987"/>
                          <a:gd name="connsiteY4" fmla="*/ 12856 h 28787"/>
                          <a:gd name="connsiteX5" fmla="*/ 28604 w 30987"/>
                          <a:gd name="connsiteY5" fmla="*/ 8283 h 28787"/>
                          <a:gd name="connsiteX6" fmla="*/ 20889 w 30987"/>
                          <a:gd name="connsiteY6" fmla="*/ 3045 h 28787"/>
                          <a:gd name="connsiteX7" fmla="*/ 1744 w 30987"/>
                          <a:gd name="connsiteY7" fmla="*/ 23619 h 287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0987" h="28787">
                            <a:moveTo>
                              <a:pt x="1744" y="23619"/>
                            </a:moveTo>
                            <a:cubicBezTo>
                              <a:pt x="601" y="25238"/>
                              <a:pt x="-161" y="26476"/>
                              <a:pt x="29" y="27810"/>
                            </a:cubicBezTo>
                            <a:cubicBezTo>
                              <a:pt x="220" y="29143"/>
                              <a:pt x="1934" y="28953"/>
                              <a:pt x="3839" y="28191"/>
                            </a:cubicBezTo>
                            <a:cubicBezTo>
                              <a:pt x="5744" y="27429"/>
                              <a:pt x="8221" y="25714"/>
                              <a:pt x="10030" y="24285"/>
                            </a:cubicBezTo>
                            <a:cubicBezTo>
                              <a:pt x="14793" y="20761"/>
                              <a:pt x="19555" y="16570"/>
                              <a:pt x="23937" y="12856"/>
                            </a:cubicBezTo>
                            <a:cubicBezTo>
                              <a:pt x="25747" y="11332"/>
                              <a:pt x="27461" y="9903"/>
                              <a:pt x="28604" y="8283"/>
                            </a:cubicBezTo>
                            <a:cubicBezTo>
                              <a:pt x="33557" y="1425"/>
                              <a:pt x="30700" y="-3432"/>
                              <a:pt x="20889" y="3045"/>
                            </a:cubicBezTo>
                            <a:cubicBezTo>
                              <a:pt x="13269" y="7902"/>
                              <a:pt x="6316" y="16951"/>
                              <a:pt x="1744" y="2361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92" name="Forme libre : forme 10991">
                        <a:extLst>
                          <a:ext uri="{FF2B5EF4-FFF2-40B4-BE49-F238E27FC236}">
                            <a16:creationId xmlns:a16="http://schemas.microsoft.com/office/drawing/2014/main" id="{281FA71B-4841-49F7-A791-4D10687064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8869" y="2661380"/>
                        <a:ext cx="41814" cy="49529"/>
                      </a:xfrm>
                      <a:custGeom>
                        <a:avLst/>
                        <a:gdLst>
                          <a:gd name="connsiteX0" fmla="*/ 41815 w 41814"/>
                          <a:gd name="connsiteY0" fmla="*/ 0 h 49529"/>
                          <a:gd name="connsiteX1" fmla="*/ 25241 w 41814"/>
                          <a:gd name="connsiteY1" fmla="*/ 25813 h 49529"/>
                          <a:gd name="connsiteX2" fmla="*/ 0 w 41814"/>
                          <a:gd name="connsiteY2" fmla="*/ 49530 h 49529"/>
                          <a:gd name="connsiteX3" fmla="*/ 41815 w 41814"/>
                          <a:gd name="connsiteY3" fmla="*/ 0 h 495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1814" h="49529">
                            <a:moveTo>
                              <a:pt x="41815" y="0"/>
                            </a:moveTo>
                            <a:cubicBezTo>
                              <a:pt x="40577" y="8191"/>
                              <a:pt x="33528" y="17145"/>
                              <a:pt x="25241" y="25813"/>
                            </a:cubicBezTo>
                            <a:cubicBezTo>
                              <a:pt x="17050" y="34766"/>
                              <a:pt x="7144" y="42767"/>
                              <a:pt x="0" y="49530"/>
                            </a:cubicBezTo>
                            <a:cubicBezTo>
                              <a:pt x="15812" y="35338"/>
                              <a:pt x="31528" y="15716"/>
                              <a:pt x="4181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93" name="Forme libre : forme 10992">
                        <a:extLst>
                          <a:ext uri="{FF2B5EF4-FFF2-40B4-BE49-F238E27FC236}">
                            <a16:creationId xmlns:a16="http://schemas.microsoft.com/office/drawing/2014/main" id="{72DD1B32-81B6-4AB9-B019-3F943D6A06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661" y="2681477"/>
                        <a:ext cx="43815" cy="58578"/>
                      </a:xfrm>
                      <a:custGeom>
                        <a:avLst/>
                        <a:gdLst>
                          <a:gd name="connsiteX0" fmla="*/ 43815 w 43815"/>
                          <a:gd name="connsiteY0" fmla="*/ 0 h 58578"/>
                          <a:gd name="connsiteX1" fmla="*/ 28004 w 43815"/>
                          <a:gd name="connsiteY1" fmla="*/ 13811 h 58578"/>
                          <a:gd name="connsiteX2" fmla="*/ 16288 w 43815"/>
                          <a:gd name="connsiteY2" fmla="*/ 28480 h 58578"/>
                          <a:gd name="connsiteX3" fmla="*/ 0 w 43815"/>
                          <a:gd name="connsiteY3" fmla="*/ 58579 h 58578"/>
                          <a:gd name="connsiteX4" fmla="*/ 43815 w 43815"/>
                          <a:gd name="connsiteY4" fmla="*/ 0 h 585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815" h="58578">
                            <a:moveTo>
                              <a:pt x="43815" y="0"/>
                            </a:moveTo>
                            <a:cubicBezTo>
                              <a:pt x="38005" y="4286"/>
                              <a:pt x="32766" y="8954"/>
                              <a:pt x="28004" y="13811"/>
                            </a:cubicBezTo>
                            <a:cubicBezTo>
                              <a:pt x="23146" y="18764"/>
                              <a:pt x="19812" y="23432"/>
                              <a:pt x="16288" y="28480"/>
                            </a:cubicBezTo>
                            <a:cubicBezTo>
                              <a:pt x="9525" y="38576"/>
                              <a:pt x="4191" y="48863"/>
                              <a:pt x="0" y="58579"/>
                            </a:cubicBezTo>
                            <a:cubicBezTo>
                              <a:pt x="7239" y="40005"/>
                              <a:pt x="24955" y="17621"/>
                              <a:pt x="4381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94" name="Forme libre : forme 10993">
                        <a:extLst>
                          <a:ext uri="{FF2B5EF4-FFF2-40B4-BE49-F238E27FC236}">
                            <a16:creationId xmlns:a16="http://schemas.microsoft.com/office/drawing/2014/main" id="{B7386947-1D12-4F37-A777-6736D9668C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42367" y="2674012"/>
                        <a:ext cx="33471" cy="15828"/>
                      </a:xfrm>
                      <a:custGeom>
                        <a:avLst/>
                        <a:gdLst>
                          <a:gd name="connsiteX0" fmla="*/ 33453 w 33471"/>
                          <a:gd name="connsiteY0" fmla="*/ 1751 h 15828"/>
                          <a:gd name="connsiteX1" fmla="*/ 15260 w 33471"/>
                          <a:gd name="connsiteY1" fmla="*/ 12419 h 15828"/>
                          <a:gd name="connsiteX2" fmla="*/ 20 w 33471"/>
                          <a:gd name="connsiteY2" fmla="*/ 13848 h 15828"/>
                          <a:gd name="connsiteX3" fmla="*/ 17070 w 33471"/>
                          <a:gd name="connsiteY3" fmla="*/ 3370 h 15828"/>
                          <a:gd name="connsiteX4" fmla="*/ 33453 w 33471"/>
                          <a:gd name="connsiteY4" fmla="*/ 1751 h 158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471" h="15828">
                            <a:moveTo>
                              <a:pt x="33453" y="1751"/>
                            </a:moveTo>
                            <a:cubicBezTo>
                              <a:pt x="32881" y="5942"/>
                              <a:pt x="19451" y="10895"/>
                              <a:pt x="15260" y="12419"/>
                            </a:cubicBezTo>
                            <a:cubicBezTo>
                              <a:pt x="11164" y="14038"/>
                              <a:pt x="-551" y="18324"/>
                              <a:pt x="20" y="13848"/>
                            </a:cubicBezTo>
                            <a:cubicBezTo>
                              <a:pt x="592" y="9371"/>
                              <a:pt x="13069" y="4608"/>
                              <a:pt x="17070" y="3370"/>
                            </a:cubicBezTo>
                            <a:cubicBezTo>
                              <a:pt x="21070" y="2037"/>
                              <a:pt x="34024" y="-2440"/>
                              <a:pt x="33453" y="175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95" name="Forme libre : forme 10994">
                        <a:extLst>
                          <a:ext uri="{FF2B5EF4-FFF2-40B4-BE49-F238E27FC236}">
                            <a16:creationId xmlns:a16="http://schemas.microsoft.com/office/drawing/2014/main" id="{F2692BCB-182F-44C8-8A36-D972DCA1BD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71177" y="2672041"/>
                        <a:ext cx="9404" cy="5309"/>
                      </a:xfrm>
                      <a:custGeom>
                        <a:avLst/>
                        <a:gdLst>
                          <a:gd name="connsiteX0" fmla="*/ 9215 w 9404"/>
                          <a:gd name="connsiteY0" fmla="*/ 388 h 5309"/>
                          <a:gd name="connsiteX1" fmla="*/ 5786 w 9404"/>
                          <a:gd name="connsiteY1" fmla="*/ 3912 h 5309"/>
                          <a:gd name="connsiteX2" fmla="*/ 166 w 9404"/>
                          <a:gd name="connsiteY2" fmla="*/ 4865 h 5309"/>
                          <a:gd name="connsiteX3" fmla="*/ 3500 w 9404"/>
                          <a:gd name="connsiteY3" fmla="*/ 1341 h 5309"/>
                          <a:gd name="connsiteX4" fmla="*/ 9215 w 9404"/>
                          <a:gd name="connsiteY4" fmla="*/ 388 h 53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04" h="5309">
                            <a:moveTo>
                              <a:pt x="9215" y="388"/>
                            </a:moveTo>
                            <a:cubicBezTo>
                              <a:pt x="10167" y="1436"/>
                              <a:pt x="7310" y="3245"/>
                              <a:pt x="5786" y="3912"/>
                            </a:cubicBezTo>
                            <a:cubicBezTo>
                              <a:pt x="4262" y="4674"/>
                              <a:pt x="1023" y="6008"/>
                              <a:pt x="166" y="4865"/>
                            </a:cubicBezTo>
                            <a:cubicBezTo>
                              <a:pt x="-691" y="3722"/>
                              <a:pt x="1976" y="2103"/>
                              <a:pt x="3500" y="1341"/>
                            </a:cubicBezTo>
                            <a:cubicBezTo>
                              <a:pt x="5024" y="674"/>
                              <a:pt x="8357" y="-660"/>
                              <a:pt x="9215" y="38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96" name="Forme libre : forme 10995">
                        <a:extLst>
                          <a:ext uri="{FF2B5EF4-FFF2-40B4-BE49-F238E27FC236}">
                            <a16:creationId xmlns:a16="http://schemas.microsoft.com/office/drawing/2014/main" id="{98FD8EE6-1A9B-4757-9E93-B7FC453303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32345" y="2647364"/>
                        <a:ext cx="92157" cy="25028"/>
                      </a:xfrm>
                      <a:custGeom>
                        <a:avLst/>
                        <a:gdLst>
                          <a:gd name="connsiteX0" fmla="*/ 65097 w 92157"/>
                          <a:gd name="connsiteY0" fmla="*/ 1919 h 25028"/>
                          <a:gd name="connsiteX1" fmla="*/ 90909 w 92157"/>
                          <a:gd name="connsiteY1" fmla="*/ 7443 h 25028"/>
                          <a:gd name="connsiteX2" fmla="*/ 87290 w 92157"/>
                          <a:gd name="connsiteY2" fmla="*/ 15063 h 25028"/>
                          <a:gd name="connsiteX3" fmla="*/ 76241 w 92157"/>
                          <a:gd name="connsiteY3" fmla="*/ 15825 h 25028"/>
                          <a:gd name="connsiteX4" fmla="*/ 42141 w 92157"/>
                          <a:gd name="connsiteY4" fmla="*/ 16683 h 25028"/>
                          <a:gd name="connsiteX5" fmla="*/ 17281 w 92157"/>
                          <a:gd name="connsiteY5" fmla="*/ 22874 h 25028"/>
                          <a:gd name="connsiteX6" fmla="*/ 136 w 92157"/>
                          <a:gd name="connsiteY6" fmla="*/ 21540 h 25028"/>
                          <a:gd name="connsiteX7" fmla="*/ 41665 w 92157"/>
                          <a:gd name="connsiteY7" fmla="*/ 300 h 25028"/>
                          <a:gd name="connsiteX8" fmla="*/ 65097 w 92157"/>
                          <a:gd name="connsiteY8" fmla="*/ 1919 h 250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157" h="25028">
                            <a:moveTo>
                              <a:pt x="65097" y="1919"/>
                            </a:moveTo>
                            <a:cubicBezTo>
                              <a:pt x="75669" y="2490"/>
                              <a:pt x="83385" y="3252"/>
                              <a:pt x="90909" y="7443"/>
                            </a:cubicBezTo>
                            <a:cubicBezTo>
                              <a:pt x="93672" y="9063"/>
                              <a:pt x="91576" y="13253"/>
                              <a:pt x="87290" y="15063"/>
                            </a:cubicBezTo>
                            <a:cubicBezTo>
                              <a:pt x="83099" y="16873"/>
                              <a:pt x="79765" y="16301"/>
                              <a:pt x="76241" y="15825"/>
                            </a:cubicBezTo>
                            <a:cubicBezTo>
                              <a:pt x="65382" y="14682"/>
                              <a:pt x="54333" y="15254"/>
                              <a:pt x="42141" y="16683"/>
                            </a:cubicBezTo>
                            <a:cubicBezTo>
                              <a:pt x="38331" y="17159"/>
                              <a:pt x="27187" y="20683"/>
                              <a:pt x="17281" y="22874"/>
                            </a:cubicBezTo>
                            <a:cubicBezTo>
                              <a:pt x="7470" y="25350"/>
                              <a:pt x="-1197" y="26589"/>
                              <a:pt x="136" y="21540"/>
                            </a:cubicBezTo>
                            <a:cubicBezTo>
                              <a:pt x="2613" y="11158"/>
                              <a:pt x="31378" y="1538"/>
                              <a:pt x="41665" y="300"/>
                            </a:cubicBezTo>
                            <a:cubicBezTo>
                              <a:pt x="51857" y="-843"/>
                              <a:pt x="57096" y="1633"/>
                              <a:pt x="65097" y="191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56" name="Graphique 1">
                      <a:extLst>
                        <a:ext uri="{FF2B5EF4-FFF2-40B4-BE49-F238E27FC236}">
                          <a16:creationId xmlns:a16="http://schemas.microsoft.com/office/drawing/2014/main" id="{CC238290-191A-4FF7-9F1A-658577E641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2617" y="2580832"/>
                      <a:ext cx="204633" cy="91610"/>
                      <a:chOff x="1632617" y="2580832"/>
                      <a:chExt cx="204633" cy="91610"/>
                    </a:xfrm>
                    <a:solidFill>
                      <a:schemeClr val="accent1"/>
                    </a:solidFill>
                  </p:grpSpPr>
                  <p:sp>
                    <p:nvSpPr>
                      <p:cNvPr id="10973" name="Forme libre : forme 10972">
                        <a:extLst>
                          <a:ext uri="{FF2B5EF4-FFF2-40B4-BE49-F238E27FC236}">
                            <a16:creationId xmlns:a16="http://schemas.microsoft.com/office/drawing/2014/main" id="{BD88C826-26FD-44DB-B949-6957226248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617" y="2580832"/>
                        <a:ext cx="204633" cy="91610"/>
                      </a:xfrm>
                      <a:custGeom>
                        <a:avLst/>
                        <a:gdLst>
                          <a:gd name="connsiteX0" fmla="*/ 142847 w 204633"/>
                          <a:gd name="connsiteY0" fmla="*/ 74547 h 91610"/>
                          <a:gd name="connsiteX1" fmla="*/ 78077 w 204633"/>
                          <a:gd name="connsiteY1" fmla="*/ 88834 h 91610"/>
                          <a:gd name="connsiteX2" fmla="*/ 8164 w 204633"/>
                          <a:gd name="connsiteY2" fmla="*/ 80452 h 91610"/>
                          <a:gd name="connsiteX3" fmla="*/ 1877 w 204633"/>
                          <a:gd name="connsiteY3" fmla="*/ 59878 h 91610"/>
                          <a:gd name="connsiteX4" fmla="*/ 60456 w 204633"/>
                          <a:gd name="connsiteY4" fmla="*/ 15492 h 91610"/>
                          <a:gd name="connsiteX5" fmla="*/ 127798 w 204633"/>
                          <a:gd name="connsiteY5" fmla="*/ 823 h 91610"/>
                          <a:gd name="connsiteX6" fmla="*/ 198283 w 204633"/>
                          <a:gd name="connsiteY6" fmla="*/ 20826 h 91610"/>
                          <a:gd name="connsiteX7" fmla="*/ 201902 w 204633"/>
                          <a:gd name="connsiteY7" fmla="*/ 41685 h 91610"/>
                          <a:gd name="connsiteX8" fmla="*/ 190567 w 204633"/>
                          <a:gd name="connsiteY8" fmla="*/ 52544 h 91610"/>
                          <a:gd name="connsiteX9" fmla="*/ 177518 w 204633"/>
                          <a:gd name="connsiteY9" fmla="*/ 61879 h 91610"/>
                          <a:gd name="connsiteX10" fmla="*/ 142847 w 204633"/>
                          <a:gd name="connsiteY10" fmla="*/ 74547 h 91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04633" h="91610">
                            <a:moveTo>
                              <a:pt x="142847" y="74547"/>
                            </a:moveTo>
                            <a:cubicBezTo>
                              <a:pt x="127321" y="77976"/>
                              <a:pt x="94174" y="85310"/>
                              <a:pt x="78077" y="88834"/>
                            </a:cubicBezTo>
                            <a:cubicBezTo>
                              <a:pt x="47788" y="95025"/>
                              <a:pt x="29404" y="90263"/>
                              <a:pt x="8164" y="80452"/>
                            </a:cubicBezTo>
                            <a:cubicBezTo>
                              <a:pt x="829" y="77023"/>
                              <a:pt x="-2314" y="66641"/>
                              <a:pt x="1877" y="59878"/>
                            </a:cubicBezTo>
                            <a:cubicBezTo>
                              <a:pt x="14069" y="40257"/>
                              <a:pt x="30071" y="25112"/>
                              <a:pt x="60456" y="15492"/>
                            </a:cubicBezTo>
                            <a:cubicBezTo>
                              <a:pt x="76458" y="9872"/>
                              <a:pt x="110272" y="3014"/>
                              <a:pt x="127798" y="823"/>
                            </a:cubicBezTo>
                            <a:cubicBezTo>
                              <a:pt x="160849" y="-2892"/>
                              <a:pt x="180280" y="6348"/>
                              <a:pt x="198283" y="20826"/>
                            </a:cubicBezTo>
                            <a:cubicBezTo>
                              <a:pt x="204569" y="25874"/>
                              <a:pt x="206950" y="36161"/>
                              <a:pt x="201902" y="41685"/>
                            </a:cubicBezTo>
                            <a:cubicBezTo>
                              <a:pt x="198283" y="45686"/>
                              <a:pt x="194568" y="49306"/>
                              <a:pt x="190567" y="52544"/>
                            </a:cubicBezTo>
                            <a:cubicBezTo>
                              <a:pt x="186567" y="55973"/>
                              <a:pt x="182281" y="59116"/>
                              <a:pt x="177518" y="61879"/>
                            </a:cubicBezTo>
                            <a:cubicBezTo>
                              <a:pt x="168184" y="66927"/>
                              <a:pt x="157039" y="71689"/>
                              <a:pt x="142847" y="7454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74" name="Forme libre : forme 10973">
                        <a:extLst>
                          <a:ext uri="{FF2B5EF4-FFF2-40B4-BE49-F238E27FC236}">
                            <a16:creationId xmlns:a16="http://schemas.microsoft.com/office/drawing/2014/main" id="{689BC7DC-B018-4AD7-BC70-5BD7CA5AE8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018" y="2622041"/>
                        <a:ext cx="200596" cy="50291"/>
                      </a:xfrm>
                      <a:custGeom>
                        <a:avLst/>
                        <a:gdLst>
                          <a:gd name="connsiteX0" fmla="*/ 80010 w 200596"/>
                          <a:gd name="connsiteY0" fmla="*/ 18764 h 50291"/>
                          <a:gd name="connsiteX1" fmla="*/ 0 w 200596"/>
                          <a:gd name="connsiteY1" fmla="*/ 32099 h 50291"/>
                          <a:gd name="connsiteX2" fmla="*/ 6667 w 200596"/>
                          <a:gd name="connsiteY2" fmla="*/ 39148 h 50291"/>
                          <a:gd name="connsiteX3" fmla="*/ 17431 w 200596"/>
                          <a:gd name="connsiteY3" fmla="*/ 43720 h 50291"/>
                          <a:gd name="connsiteX4" fmla="*/ 50197 w 200596"/>
                          <a:gd name="connsiteY4" fmla="*/ 50292 h 50291"/>
                          <a:gd name="connsiteX5" fmla="*/ 76486 w 200596"/>
                          <a:gd name="connsiteY5" fmla="*/ 47530 h 50291"/>
                          <a:gd name="connsiteX6" fmla="*/ 86963 w 200596"/>
                          <a:gd name="connsiteY6" fmla="*/ 45148 h 50291"/>
                          <a:gd name="connsiteX7" fmla="*/ 112490 w 200596"/>
                          <a:gd name="connsiteY7" fmla="*/ 39434 h 50291"/>
                          <a:gd name="connsiteX8" fmla="*/ 136493 w 200596"/>
                          <a:gd name="connsiteY8" fmla="*/ 34385 h 50291"/>
                          <a:gd name="connsiteX9" fmla="*/ 141256 w 200596"/>
                          <a:gd name="connsiteY9" fmla="*/ 33242 h 50291"/>
                          <a:gd name="connsiteX10" fmla="*/ 167354 w 200596"/>
                          <a:gd name="connsiteY10" fmla="*/ 24765 h 50291"/>
                          <a:gd name="connsiteX11" fmla="*/ 193358 w 200596"/>
                          <a:gd name="connsiteY11" fmla="*/ 7334 h 50291"/>
                          <a:gd name="connsiteX12" fmla="*/ 200406 w 200596"/>
                          <a:gd name="connsiteY12" fmla="*/ 286 h 50291"/>
                          <a:gd name="connsiteX13" fmla="*/ 200596 w 200596"/>
                          <a:gd name="connsiteY13" fmla="*/ 0 h 50291"/>
                          <a:gd name="connsiteX14" fmla="*/ 80010 w 200596"/>
                          <a:gd name="connsiteY14" fmla="*/ 18764 h 50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00596" h="50291">
                            <a:moveTo>
                              <a:pt x="80010" y="18764"/>
                            </a:moveTo>
                            <a:cubicBezTo>
                              <a:pt x="53245" y="26956"/>
                              <a:pt x="24575" y="35433"/>
                              <a:pt x="0" y="32099"/>
                            </a:cubicBezTo>
                            <a:cubicBezTo>
                              <a:pt x="1429" y="35147"/>
                              <a:pt x="3620" y="37719"/>
                              <a:pt x="6667" y="39148"/>
                            </a:cubicBezTo>
                            <a:cubicBezTo>
                              <a:pt x="10287" y="40862"/>
                              <a:pt x="13907" y="42386"/>
                              <a:pt x="17431" y="43720"/>
                            </a:cubicBezTo>
                            <a:cubicBezTo>
                              <a:pt x="27718" y="47530"/>
                              <a:pt x="38005" y="50006"/>
                              <a:pt x="50197" y="50292"/>
                            </a:cubicBezTo>
                            <a:cubicBezTo>
                              <a:pt x="58007" y="50292"/>
                              <a:pt x="66580" y="49339"/>
                              <a:pt x="76486" y="47530"/>
                            </a:cubicBezTo>
                            <a:cubicBezTo>
                              <a:pt x="79438" y="46863"/>
                              <a:pt x="83058" y="46006"/>
                              <a:pt x="86963" y="45148"/>
                            </a:cubicBezTo>
                            <a:cubicBezTo>
                              <a:pt x="94679" y="43434"/>
                              <a:pt x="103727" y="41434"/>
                              <a:pt x="112490" y="39434"/>
                            </a:cubicBezTo>
                            <a:cubicBezTo>
                              <a:pt x="121253" y="37624"/>
                              <a:pt x="129826" y="35814"/>
                              <a:pt x="136493" y="34385"/>
                            </a:cubicBezTo>
                            <a:cubicBezTo>
                              <a:pt x="138208" y="34004"/>
                              <a:pt x="139827" y="33623"/>
                              <a:pt x="141256" y="33242"/>
                            </a:cubicBezTo>
                            <a:cubicBezTo>
                              <a:pt x="151352" y="31242"/>
                              <a:pt x="159925" y="28194"/>
                              <a:pt x="167354" y="24765"/>
                            </a:cubicBezTo>
                            <a:cubicBezTo>
                              <a:pt x="177546" y="20384"/>
                              <a:pt x="185738" y="13906"/>
                              <a:pt x="193358" y="7334"/>
                            </a:cubicBezTo>
                            <a:cubicBezTo>
                              <a:pt x="195739" y="5144"/>
                              <a:pt x="198120" y="2762"/>
                              <a:pt x="200406" y="286"/>
                            </a:cubicBezTo>
                            <a:lnTo>
                              <a:pt x="200596" y="0"/>
                            </a:lnTo>
                            <a:cubicBezTo>
                              <a:pt x="160306" y="476"/>
                              <a:pt x="118205" y="6668"/>
                              <a:pt x="80010" y="1876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75" name="Forme libre : forme 10974">
                        <a:extLst>
                          <a:ext uri="{FF2B5EF4-FFF2-40B4-BE49-F238E27FC236}">
                            <a16:creationId xmlns:a16="http://schemas.microsoft.com/office/drawing/2014/main" id="{214FB708-3132-4D68-87F3-D99A4BAC0C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2938" y="2609236"/>
                        <a:ext cx="94754" cy="30430"/>
                      </a:xfrm>
                      <a:custGeom>
                        <a:avLst/>
                        <a:gdLst>
                          <a:gd name="connsiteX0" fmla="*/ 94719 w 94754"/>
                          <a:gd name="connsiteY0" fmla="*/ 6996 h 30430"/>
                          <a:gd name="connsiteX1" fmla="*/ 47760 w 94754"/>
                          <a:gd name="connsiteY1" fmla="*/ 26998 h 30430"/>
                          <a:gd name="connsiteX2" fmla="*/ 231 w 94754"/>
                          <a:gd name="connsiteY2" fmla="*/ 24331 h 30430"/>
                          <a:gd name="connsiteX3" fmla="*/ 42712 w 94754"/>
                          <a:gd name="connsiteY3" fmla="*/ 2709 h 30430"/>
                          <a:gd name="connsiteX4" fmla="*/ 72716 w 94754"/>
                          <a:gd name="connsiteY4" fmla="*/ 43 h 30430"/>
                          <a:gd name="connsiteX5" fmla="*/ 94719 w 94754"/>
                          <a:gd name="connsiteY5" fmla="*/ 6996 h 30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4754" h="30430">
                            <a:moveTo>
                              <a:pt x="94719" y="6996"/>
                            </a:moveTo>
                            <a:cubicBezTo>
                              <a:pt x="96052" y="16807"/>
                              <a:pt x="59857" y="24141"/>
                              <a:pt x="47760" y="26998"/>
                            </a:cubicBezTo>
                            <a:cubicBezTo>
                              <a:pt x="35568" y="29284"/>
                              <a:pt x="3469" y="34618"/>
                              <a:pt x="231" y="24331"/>
                            </a:cubicBezTo>
                            <a:cubicBezTo>
                              <a:pt x="-3103" y="13568"/>
                              <a:pt x="30615" y="4424"/>
                              <a:pt x="42712" y="2709"/>
                            </a:cubicBezTo>
                            <a:cubicBezTo>
                              <a:pt x="48713" y="1948"/>
                              <a:pt x="61286" y="-339"/>
                              <a:pt x="72716" y="43"/>
                            </a:cubicBezTo>
                            <a:cubicBezTo>
                              <a:pt x="84051" y="233"/>
                              <a:pt x="93957" y="1757"/>
                              <a:pt x="94719" y="699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76" name="Forme libre : forme 10975">
                        <a:extLst>
                          <a:ext uri="{FF2B5EF4-FFF2-40B4-BE49-F238E27FC236}">
                            <a16:creationId xmlns:a16="http://schemas.microsoft.com/office/drawing/2014/main" id="{C5497E0F-DB58-4F33-93C6-947303ED53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2061" y="2618898"/>
                        <a:ext cx="68639" cy="20600"/>
                      </a:xfrm>
                      <a:custGeom>
                        <a:avLst/>
                        <a:gdLst>
                          <a:gd name="connsiteX0" fmla="*/ 18348 w 68639"/>
                          <a:gd name="connsiteY0" fmla="*/ 0 h 20600"/>
                          <a:gd name="connsiteX1" fmla="*/ 631 w 68639"/>
                          <a:gd name="connsiteY1" fmla="*/ 14764 h 20600"/>
                          <a:gd name="connsiteX2" fmla="*/ 49209 w 68639"/>
                          <a:gd name="connsiteY2" fmla="*/ 17240 h 20600"/>
                          <a:gd name="connsiteX3" fmla="*/ 68640 w 68639"/>
                          <a:gd name="connsiteY3" fmla="*/ 11906 h 20600"/>
                          <a:gd name="connsiteX4" fmla="*/ 57972 w 68639"/>
                          <a:gd name="connsiteY4" fmla="*/ 13144 h 20600"/>
                          <a:gd name="connsiteX5" fmla="*/ 18348 w 68639"/>
                          <a:gd name="connsiteY5" fmla="*/ 0 h 206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8639" h="20600">
                            <a:moveTo>
                              <a:pt x="18348" y="0"/>
                            </a:moveTo>
                            <a:cubicBezTo>
                              <a:pt x="12728" y="2953"/>
                              <a:pt x="-3369" y="8763"/>
                              <a:pt x="631" y="14764"/>
                            </a:cubicBezTo>
                            <a:cubicBezTo>
                              <a:pt x="7013" y="24289"/>
                              <a:pt x="33778" y="19907"/>
                              <a:pt x="49209" y="17240"/>
                            </a:cubicBezTo>
                            <a:cubicBezTo>
                              <a:pt x="53686" y="16478"/>
                              <a:pt x="63687" y="13811"/>
                              <a:pt x="68640" y="11906"/>
                            </a:cubicBezTo>
                            <a:cubicBezTo>
                              <a:pt x="65687" y="12382"/>
                              <a:pt x="60829" y="13335"/>
                              <a:pt x="57972" y="13144"/>
                            </a:cubicBezTo>
                            <a:cubicBezTo>
                              <a:pt x="41684" y="12287"/>
                              <a:pt x="22158" y="11621"/>
                              <a:pt x="18348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77" name="Forme libre : forme 10976">
                        <a:extLst>
                          <a:ext uri="{FF2B5EF4-FFF2-40B4-BE49-F238E27FC236}">
                            <a16:creationId xmlns:a16="http://schemas.microsoft.com/office/drawing/2014/main" id="{025FD590-83D3-450C-B518-83D85E9FBA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8364" y="2610979"/>
                        <a:ext cx="94789" cy="30513"/>
                      </a:xfrm>
                      <a:custGeom>
                        <a:avLst/>
                        <a:gdLst>
                          <a:gd name="connsiteX0" fmla="*/ 94722 w 94789"/>
                          <a:gd name="connsiteY0" fmla="*/ 7348 h 30513"/>
                          <a:gd name="connsiteX1" fmla="*/ 47288 w 94789"/>
                          <a:gd name="connsiteY1" fmla="*/ 27350 h 30513"/>
                          <a:gd name="connsiteX2" fmla="*/ 329 w 94789"/>
                          <a:gd name="connsiteY2" fmla="*/ 24017 h 30513"/>
                          <a:gd name="connsiteX3" fmla="*/ 42620 w 94789"/>
                          <a:gd name="connsiteY3" fmla="*/ 2871 h 30513"/>
                          <a:gd name="connsiteX4" fmla="*/ 94722 w 94789"/>
                          <a:gd name="connsiteY4" fmla="*/ 7348 h 305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789" h="30513">
                            <a:moveTo>
                              <a:pt x="94722" y="7348"/>
                            </a:moveTo>
                            <a:cubicBezTo>
                              <a:pt x="92627" y="17254"/>
                              <a:pt x="60242" y="24112"/>
                              <a:pt x="47288" y="27350"/>
                            </a:cubicBezTo>
                            <a:cubicBezTo>
                              <a:pt x="34238" y="29922"/>
                              <a:pt x="4330" y="34303"/>
                              <a:pt x="329" y="24017"/>
                            </a:cubicBezTo>
                            <a:cubicBezTo>
                              <a:pt x="-3766" y="13253"/>
                              <a:pt x="31476" y="4395"/>
                              <a:pt x="42620" y="2871"/>
                            </a:cubicBezTo>
                            <a:cubicBezTo>
                              <a:pt x="53574" y="299"/>
                              <a:pt x="96722" y="-3701"/>
                              <a:pt x="94722" y="734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78" name="Forme libre : forme 10977">
                        <a:extLst>
                          <a:ext uri="{FF2B5EF4-FFF2-40B4-BE49-F238E27FC236}">
                            <a16:creationId xmlns:a16="http://schemas.microsoft.com/office/drawing/2014/main" id="{A1E6F560-BC9E-4F75-BED2-8279520343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8150" y="2617696"/>
                        <a:ext cx="120055" cy="42109"/>
                      </a:xfrm>
                      <a:custGeom>
                        <a:avLst/>
                        <a:gdLst>
                          <a:gd name="connsiteX0" fmla="*/ 2252 w 120055"/>
                          <a:gd name="connsiteY0" fmla="*/ 28920 h 42109"/>
                          <a:gd name="connsiteX1" fmla="*/ 17396 w 120055"/>
                          <a:gd name="connsiteY1" fmla="*/ 37112 h 42109"/>
                          <a:gd name="connsiteX2" fmla="*/ 62926 w 120055"/>
                          <a:gd name="connsiteY2" fmla="*/ 41493 h 42109"/>
                          <a:gd name="connsiteX3" fmla="*/ 105979 w 120055"/>
                          <a:gd name="connsiteY3" fmla="*/ 30063 h 42109"/>
                          <a:gd name="connsiteX4" fmla="*/ 119314 w 120055"/>
                          <a:gd name="connsiteY4" fmla="*/ 13871 h 42109"/>
                          <a:gd name="connsiteX5" fmla="*/ 103979 w 120055"/>
                          <a:gd name="connsiteY5" fmla="*/ 10537 h 42109"/>
                          <a:gd name="connsiteX6" fmla="*/ 82738 w 120055"/>
                          <a:gd name="connsiteY6" fmla="*/ 8441 h 42109"/>
                          <a:gd name="connsiteX7" fmla="*/ 61212 w 120055"/>
                          <a:gd name="connsiteY7" fmla="*/ 5013 h 42109"/>
                          <a:gd name="connsiteX8" fmla="*/ 17587 w 120055"/>
                          <a:gd name="connsiteY8" fmla="*/ 3107 h 42109"/>
                          <a:gd name="connsiteX9" fmla="*/ 2252 w 120055"/>
                          <a:gd name="connsiteY9" fmla="*/ 28920 h 42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0055" h="42109">
                            <a:moveTo>
                              <a:pt x="2252" y="28920"/>
                            </a:moveTo>
                            <a:cubicBezTo>
                              <a:pt x="6633" y="34159"/>
                              <a:pt x="9491" y="35302"/>
                              <a:pt x="17396" y="37112"/>
                            </a:cubicBezTo>
                            <a:cubicBezTo>
                              <a:pt x="32446" y="40255"/>
                              <a:pt x="44733" y="43494"/>
                              <a:pt x="62926" y="41493"/>
                            </a:cubicBezTo>
                            <a:cubicBezTo>
                              <a:pt x="78071" y="40255"/>
                              <a:pt x="94263" y="35683"/>
                              <a:pt x="105979" y="30063"/>
                            </a:cubicBezTo>
                            <a:cubicBezTo>
                              <a:pt x="114647" y="25491"/>
                              <a:pt x="122552" y="19586"/>
                              <a:pt x="119314" y="13871"/>
                            </a:cubicBezTo>
                            <a:cubicBezTo>
                              <a:pt x="117218" y="10251"/>
                              <a:pt x="109980" y="11013"/>
                              <a:pt x="103979" y="10537"/>
                            </a:cubicBezTo>
                            <a:cubicBezTo>
                              <a:pt x="96835" y="9775"/>
                              <a:pt x="89977" y="9108"/>
                              <a:pt x="82738" y="8441"/>
                            </a:cubicBezTo>
                            <a:cubicBezTo>
                              <a:pt x="75689" y="7775"/>
                              <a:pt x="68641" y="6822"/>
                              <a:pt x="61212" y="5013"/>
                            </a:cubicBezTo>
                            <a:cubicBezTo>
                              <a:pt x="48734" y="1964"/>
                              <a:pt x="34065" y="-3465"/>
                              <a:pt x="17587" y="3107"/>
                            </a:cubicBezTo>
                            <a:cubicBezTo>
                              <a:pt x="2823" y="9108"/>
                              <a:pt x="-3844" y="21681"/>
                              <a:pt x="2252" y="2892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79" name="Forme libre : forme 10978">
                        <a:extLst>
                          <a:ext uri="{FF2B5EF4-FFF2-40B4-BE49-F238E27FC236}">
                            <a16:creationId xmlns:a16="http://schemas.microsoft.com/office/drawing/2014/main" id="{EA4F6048-4791-4E3F-BE28-4E62DABC4F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722" y="2610855"/>
                        <a:ext cx="36968" cy="19812"/>
                      </a:xfrm>
                      <a:custGeom>
                        <a:avLst/>
                        <a:gdLst>
                          <a:gd name="connsiteX0" fmla="*/ 2873 w 36968"/>
                          <a:gd name="connsiteY0" fmla="*/ 14806 h 19812"/>
                          <a:gd name="connsiteX1" fmla="*/ 15 w 36968"/>
                          <a:gd name="connsiteY1" fmla="*/ 18331 h 19812"/>
                          <a:gd name="connsiteX2" fmla="*/ 3539 w 36968"/>
                          <a:gd name="connsiteY2" fmla="*/ 19759 h 19812"/>
                          <a:gd name="connsiteX3" fmla="*/ 10588 w 36968"/>
                          <a:gd name="connsiteY3" fmla="*/ 17949 h 19812"/>
                          <a:gd name="connsiteX4" fmla="*/ 27161 w 36968"/>
                          <a:gd name="connsiteY4" fmla="*/ 11377 h 19812"/>
                          <a:gd name="connsiteX5" fmla="*/ 32876 w 36968"/>
                          <a:gd name="connsiteY5" fmla="*/ 8234 h 19812"/>
                          <a:gd name="connsiteX6" fmla="*/ 27161 w 36968"/>
                          <a:gd name="connsiteY6" fmla="*/ 995 h 19812"/>
                          <a:gd name="connsiteX7" fmla="*/ 2873 w 36968"/>
                          <a:gd name="connsiteY7" fmla="*/ 14806 h 198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6968" h="19812">
                            <a:moveTo>
                              <a:pt x="2873" y="14806"/>
                            </a:moveTo>
                            <a:cubicBezTo>
                              <a:pt x="1349" y="16140"/>
                              <a:pt x="206" y="16997"/>
                              <a:pt x="15" y="18331"/>
                            </a:cubicBezTo>
                            <a:cubicBezTo>
                              <a:pt x="-175" y="19664"/>
                              <a:pt x="1444" y="19950"/>
                              <a:pt x="3539" y="19759"/>
                            </a:cubicBezTo>
                            <a:cubicBezTo>
                              <a:pt x="5540" y="19473"/>
                              <a:pt x="8397" y="18712"/>
                              <a:pt x="10588" y="17949"/>
                            </a:cubicBezTo>
                            <a:cubicBezTo>
                              <a:pt x="16113" y="16045"/>
                              <a:pt x="22018" y="13758"/>
                              <a:pt x="27161" y="11377"/>
                            </a:cubicBezTo>
                            <a:cubicBezTo>
                              <a:pt x="29257" y="10330"/>
                              <a:pt x="31352" y="9472"/>
                              <a:pt x="32876" y="8234"/>
                            </a:cubicBezTo>
                            <a:cubicBezTo>
                              <a:pt x="39639" y="3376"/>
                              <a:pt x="38210" y="-2339"/>
                              <a:pt x="27161" y="995"/>
                            </a:cubicBezTo>
                            <a:cubicBezTo>
                              <a:pt x="18494" y="3853"/>
                              <a:pt x="9064" y="9758"/>
                              <a:pt x="2873" y="1480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80" name="Forme libre : forme 10979">
                        <a:extLst>
                          <a:ext uri="{FF2B5EF4-FFF2-40B4-BE49-F238E27FC236}">
                            <a16:creationId xmlns:a16="http://schemas.microsoft.com/office/drawing/2014/main" id="{0190FED7-DCF1-4DDA-926A-C3C1D30DA5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77369" y="2619660"/>
                        <a:ext cx="54387" cy="33718"/>
                      </a:xfrm>
                      <a:custGeom>
                        <a:avLst/>
                        <a:gdLst>
                          <a:gd name="connsiteX0" fmla="*/ 54388 w 54387"/>
                          <a:gd name="connsiteY0" fmla="*/ 0 h 33718"/>
                          <a:gd name="connsiteX1" fmla="*/ 0 w 54387"/>
                          <a:gd name="connsiteY1" fmla="*/ 33719 h 33718"/>
                          <a:gd name="connsiteX2" fmla="*/ 54388 w 54387"/>
                          <a:gd name="connsiteY2" fmla="*/ 0 h 33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4387" h="33718">
                            <a:moveTo>
                              <a:pt x="54388" y="0"/>
                            </a:moveTo>
                            <a:cubicBezTo>
                              <a:pt x="46292" y="13716"/>
                              <a:pt x="17431" y="25622"/>
                              <a:pt x="0" y="33719"/>
                            </a:cubicBezTo>
                            <a:cubicBezTo>
                              <a:pt x="19050" y="25051"/>
                              <a:pt x="39433" y="10859"/>
                              <a:pt x="5438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81" name="Forme libre : forme 10980">
                        <a:extLst>
                          <a:ext uri="{FF2B5EF4-FFF2-40B4-BE49-F238E27FC236}">
                            <a16:creationId xmlns:a16="http://schemas.microsoft.com/office/drawing/2014/main" id="{F77AC9D8-4531-485F-968F-6B77DD4F69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399" y="2597848"/>
                        <a:ext cx="59721" cy="44100"/>
                      </a:xfrm>
                      <a:custGeom>
                        <a:avLst/>
                        <a:gdLst>
                          <a:gd name="connsiteX0" fmla="*/ 59722 w 59721"/>
                          <a:gd name="connsiteY0" fmla="*/ 0 h 44100"/>
                          <a:gd name="connsiteX1" fmla="*/ 0 w 59721"/>
                          <a:gd name="connsiteY1" fmla="*/ 44101 h 44100"/>
                          <a:gd name="connsiteX2" fmla="*/ 59722 w 59721"/>
                          <a:gd name="connsiteY2" fmla="*/ 0 h 441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9721" h="44100">
                            <a:moveTo>
                              <a:pt x="59722" y="0"/>
                            </a:moveTo>
                            <a:cubicBezTo>
                              <a:pt x="32861" y="8477"/>
                              <a:pt x="12954" y="27051"/>
                              <a:pt x="0" y="44101"/>
                            </a:cubicBezTo>
                            <a:cubicBezTo>
                              <a:pt x="11239" y="27623"/>
                              <a:pt x="37719" y="10192"/>
                              <a:pt x="5972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82" name="Forme libre : forme 10981">
                        <a:extLst>
                          <a:ext uri="{FF2B5EF4-FFF2-40B4-BE49-F238E27FC236}">
                            <a16:creationId xmlns:a16="http://schemas.microsoft.com/office/drawing/2014/main" id="{FF722622-6874-46B7-A2C3-11C6EC6F65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9550" y="2612628"/>
                        <a:ext cx="35902" cy="8643"/>
                      </a:xfrm>
                      <a:custGeom>
                        <a:avLst/>
                        <a:gdLst>
                          <a:gd name="connsiteX0" fmla="*/ 35723 w 35902"/>
                          <a:gd name="connsiteY0" fmla="*/ 3412 h 8643"/>
                          <a:gd name="connsiteX1" fmla="*/ 15244 w 35902"/>
                          <a:gd name="connsiteY1" fmla="*/ 8461 h 8643"/>
                          <a:gd name="connsiteX2" fmla="*/ 195 w 35902"/>
                          <a:gd name="connsiteY2" fmla="*/ 5222 h 8643"/>
                          <a:gd name="connsiteX3" fmla="*/ 19626 w 35902"/>
                          <a:gd name="connsiteY3" fmla="*/ 269 h 8643"/>
                          <a:gd name="connsiteX4" fmla="*/ 35723 w 35902"/>
                          <a:gd name="connsiteY4" fmla="*/ 3412 h 86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902" h="8643">
                            <a:moveTo>
                              <a:pt x="35723" y="3412"/>
                            </a:moveTo>
                            <a:cubicBezTo>
                              <a:pt x="33913" y="7032"/>
                              <a:pt x="19626" y="8080"/>
                              <a:pt x="15244" y="8461"/>
                            </a:cubicBezTo>
                            <a:cubicBezTo>
                              <a:pt x="10863" y="8746"/>
                              <a:pt x="-1710" y="9223"/>
                              <a:pt x="195" y="5222"/>
                            </a:cubicBezTo>
                            <a:cubicBezTo>
                              <a:pt x="2005" y="1031"/>
                              <a:pt x="15435" y="555"/>
                              <a:pt x="19626" y="269"/>
                            </a:cubicBezTo>
                            <a:cubicBezTo>
                              <a:pt x="23817" y="-207"/>
                              <a:pt x="37628" y="-493"/>
                              <a:pt x="35723" y="341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83" name="Forme libre : forme 10982">
                        <a:extLst>
                          <a:ext uri="{FF2B5EF4-FFF2-40B4-BE49-F238E27FC236}">
                            <a16:creationId xmlns:a16="http://schemas.microsoft.com/office/drawing/2014/main" id="{D9BDCCA2-B34F-4C63-A55C-88B520115B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70537" y="2613324"/>
                        <a:ext cx="10231" cy="3452"/>
                      </a:xfrm>
                      <a:custGeom>
                        <a:avLst/>
                        <a:gdLst>
                          <a:gd name="connsiteX0" fmla="*/ 10165 w 10231"/>
                          <a:gd name="connsiteY0" fmla="*/ 1002 h 3452"/>
                          <a:gd name="connsiteX1" fmla="*/ 5784 w 10231"/>
                          <a:gd name="connsiteY1" fmla="*/ 3288 h 3452"/>
                          <a:gd name="connsiteX2" fmla="*/ 68 w 10231"/>
                          <a:gd name="connsiteY2" fmla="*/ 2431 h 3452"/>
                          <a:gd name="connsiteX3" fmla="*/ 4355 w 10231"/>
                          <a:gd name="connsiteY3" fmla="*/ 240 h 3452"/>
                          <a:gd name="connsiteX4" fmla="*/ 10165 w 10231"/>
                          <a:gd name="connsiteY4" fmla="*/ 1002 h 34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1" h="3452">
                            <a:moveTo>
                              <a:pt x="10165" y="1002"/>
                            </a:moveTo>
                            <a:cubicBezTo>
                              <a:pt x="10737" y="2336"/>
                              <a:pt x="7498" y="3098"/>
                              <a:pt x="5784" y="3288"/>
                            </a:cubicBezTo>
                            <a:cubicBezTo>
                              <a:pt x="4069" y="3479"/>
                              <a:pt x="640" y="3764"/>
                              <a:pt x="68" y="2431"/>
                            </a:cubicBezTo>
                            <a:cubicBezTo>
                              <a:pt x="-503" y="1098"/>
                              <a:pt x="2640" y="431"/>
                              <a:pt x="4355" y="240"/>
                            </a:cubicBezTo>
                            <a:cubicBezTo>
                              <a:pt x="6069" y="-46"/>
                              <a:pt x="9593" y="-331"/>
                              <a:pt x="10165" y="100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84" name="Forme libre : forme 10983">
                        <a:extLst>
                          <a:ext uri="{FF2B5EF4-FFF2-40B4-BE49-F238E27FC236}">
                            <a16:creationId xmlns:a16="http://schemas.microsoft.com/office/drawing/2014/main" id="{997D20EE-A3CC-4F96-9FEE-6864E42770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5267" y="2587764"/>
                        <a:ext cx="92356" cy="29028"/>
                      </a:xfrm>
                      <a:custGeom>
                        <a:avLst/>
                        <a:gdLst>
                          <a:gd name="connsiteX0" fmla="*/ 68867 w 92356"/>
                          <a:gd name="connsiteY0" fmla="*/ 9608 h 29028"/>
                          <a:gd name="connsiteX1" fmla="*/ 91727 w 92356"/>
                          <a:gd name="connsiteY1" fmla="*/ 23038 h 29028"/>
                          <a:gd name="connsiteX2" fmla="*/ 85822 w 92356"/>
                          <a:gd name="connsiteY2" fmla="*/ 28944 h 29028"/>
                          <a:gd name="connsiteX3" fmla="*/ 75154 w 92356"/>
                          <a:gd name="connsiteY3" fmla="*/ 26372 h 29028"/>
                          <a:gd name="connsiteX4" fmla="*/ 59533 w 92356"/>
                          <a:gd name="connsiteY4" fmla="*/ 20467 h 29028"/>
                          <a:gd name="connsiteX5" fmla="*/ 42292 w 92356"/>
                          <a:gd name="connsiteY5" fmla="*/ 16752 h 29028"/>
                          <a:gd name="connsiteX6" fmla="*/ 477 w 92356"/>
                          <a:gd name="connsiteY6" fmla="*/ 8941 h 29028"/>
                          <a:gd name="connsiteX7" fmla="*/ 46769 w 92356"/>
                          <a:gd name="connsiteY7" fmla="*/ 940 h 29028"/>
                          <a:gd name="connsiteX8" fmla="*/ 68867 w 92356"/>
                          <a:gd name="connsiteY8" fmla="*/ 9608 h 290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356" h="29028">
                            <a:moveTo>
                              <a:pt x="68867" y="9608"/>
                            </a:moveTo>
                            <a:cubicBezTo>
                              <a:pt x="78868" y="13704"/>
                              <a:pt x="85917" y="16180"/>
                              <a:pt x="91727" y="23038"/>
                            </a:cubicBezTo>
                            <a:cubicBezTo>
                              <a:pt x="93822" y="25515"/>
                              <a:pt x="90393" y="28658"/>
                              <a:pt x="85822" y="28944"/>
                            </a:cubicBezTo>
                            <a:cubicBezTo>
                              <a:pt x="81250" y="29420"/>
                              <a:pt x="78297" y="27801"/>
                              <a:pt x="75154" y="26372"/>
                            </a:cubicBezTo>
                            <a:cubicBezTo>
                              <a:pt x="70201" y="24086"/>
                              <a:pt x="64962" y="22086"/>
                              <a:pt x="59533" y="20467"/>
                            </a:cubicBezTo>
                            <a:cubicBezTo>
                              <a:pt x="54103" y="19038"/>
                              <a:pt x="48388" y="17895"/>
                              <a:pt x="42292" y="16752"/>
                            </a:cubicBezTo>
                            <a:cubicBezTo>
                              <a:pt x="34672" y="14752"/>
                              <a:pt x="-4761" y="17800"/>
                              <a:pt x="477" y="8941"/>
                            </a:cubicBezTo>
                            <a:cubicBezTo>
                              <a:pt x="5907" y="-12"/>
                              <a:pt x="36387" y="-1250"/>
                              <a:pt x="46769" y="940"/>
                            </a:cubicBezTo>
                            <a:cubicBezTo>
                              <a:pt x="56961" y="2560"/>
                              <a:pt x="61247" y="6560"/>
                              <a:pt x="68867" y="960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57" name="Graphique 1">
                      <a:extLst>
                        <a:ext uri="{FF2B5EF4-FFF2-40B4-BE49-F238E27FC236}">
                          <a16:creationId xmlns:a16="http://schemas.microsoft.com/office/drawing/2014/main" id="{B43EB3A0-3762-49B5-B20F-8F7DA093E1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837281" y="2583396"/>
                      <a:ext cx="204836" cy="89409"/>
                      <a:chOff x="1837281" y="2583396"/>
                      <a:chExt cx="204836" cy="89409"/>
                    </a:xfrm>
                    <a:solidFill>
                      <a:schemeClr val="accent1"/>
                    </a:solidFill>
                  </p:grpSpPr>
                  <p:sp>
                    <p:nvSpPr>
                      <p:cNvPr id="10961" name="Forme libre : forme 10960">
                        <a:extLst>
                          <a:ext uri="{FF2B5EF4-FFF2-40B4-BE49-F238E27FC236}">
                            <a16:creationId xmlns:a16="http://schemas.microsoft.com/office/drawing/2014/main" id="{460FFEFA-4D62-44B0-9811-DABDD78D85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37333" y="2583396"/>
                        <a:ext cx="204784" cy="89409"/>
                      </a:xfrm>
                      <a:custGeom>
                        <a:avLst/>
                        <a:gdLst>
                          <a:gd name="connsiteX0" fmla="*/ 131202 w 204784"/>
                          <a:gd name="connsiteY0" fmla="*/ 87985 h 89409"/>
                          <a:gd name="connsiteX1" fmla="*/ 62527 w 204784"/>
                          <a:gd name="connsiteY1" fmla="*/ 75126 h 89409"/>
                          <a:gd name="connsiteX2" fmla="*/ 51287 w 204784"/>
                          <a:gd name="connsiteY2" fmla="*/ 71793 h 89409"/>
                          <a:gd name="connsiteX3" fmla="*/ 42715 w 204784"/>
                          <a:gd name="connsiteY3" fmla="*/ 68554 h 89409"/>
                          <a:gd name="connsiteX4" fmla="*/ 28332 w 204784"/>
                          <a:gd name="connsiteY4" fmla="*/ 60553 h 89409"/>
                          <a:gd name="connsiteX5" fmla="*/ 3853 w 204784"/>
                          <a:gd name="connsiteY5" fmla="*/ 39503 h 89409"/>
                          <a:gd name="connsiteX6" fmla="*/ 5282 w 204784"/>
                          <a:gd name="connsiteY6" fmla="*/ 17976 h 89409"/>
                          <a:gd name="connsiteX7" fmla="*/ 36905 w 204784"/>
                          <a:gd name="connsiteY7" fmla="*/ 2355 h 89409"/>
                          <a:gd name="connsiteX8" fmla="*/ 78529 w 204784"/>
                          <a:gd name="connsiteY8" fmla="*/ 1307 h 89409"/>
                          <a:gd name="connsiteX9" fmla="*/ 143108 w 204784"/>
                          <a:gd name="connsiteY9" fmla="*/ 13500 h 89409"/>
                          <a:gd name="connsiteX10" fmla="*/ 201878 w 204784"/>
                          <a:gd name="connsiteY10" fmla="*/ 54647 h 89409"/>
                          <a:gd name="connsiteX11" fmla="*/ 199306 w 204784"/>
                          <a:gd name="connsiteY11" fmla="*/ 75603 h 89409"/>
                          <a:gd name="connsiteX12" fmla="*/ 131202 w 204784"/>
                          <a:gd name="connsiteY12" fmla="*/ 87985 h 894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204784" h="89409">
                            <a:moveTo>
                              <a:pt x="131202" y="87985"/>
                            </a:moveTo>
                            <a:cubicBezTo>
                              <a:pt x="115200" y="85699"/>
                              <a:pt x="79767" y="79413"/>
                              <a:pt x="62527" y="75126"/>
                            </a:cubicBezTo>
                            <a:cubicBezTo>
                              <a:pt x="58526" y="74079"/>
                              <a:pt x="54716" y="73031"/>
                              <a:pt x="51287" y="71793"/>
                            </a:cubicBezTo>
                            <a:cubicBezTo>
                              <a:pt x="48049" y="70745"/>
                              <a:pt x="45477" y="69792"/>
                              <a:pt x="42715" y="68554"/>
                            </a:cubicBezTo>
                            <a:cubicBezTo>
                              <a:pt x="37381" y="66363"/>
                              <a:pt x="32904" y="63220"/>
                              <a:pt x="28332" y="60553"/>
                            </a:cubicBezTo>
                            <a:cubicBezTo>
                              <a:pt x="19379" y="55219"/>
                              <a:pt x="11949" y="47313"/>
                              <a:pt x="3853" y="39503"/>
                            </a:cubicBezTo>
                            <a:cubicBezTo>
                              <a:pt x="-1767" y="33883"/>
                              <a:pt x="-1195" y="23025"/>
                              <a:pt x="5282" y="17976"/>
                            </a:cubicBezTo>
                            <a:cubicBezTo>
                              <a:pt x="14616" y="10547"/>
                              <a:pt x="24808" y="5880"/>
                              <a:pt x="36905" y="2355"/>
                            </a:cubicBezTo>
                            <a:cubicBezTo>
                              <a:pt x="48811" y="-312"/>
                              <a:pt x="64622" y="-788"/>
                              <a:pt x="78529" y="1307"/>
                            </a:cubicBezTo>
                            <a:cubicBezTo>
                              <a:pt x="94340" y="3403"/>
                              <a:pt x="126535" y="9499"/>
                              <a:pt x="143108" y="13500"/>
                            </a:cubicBezTo>
                            <a:cubicBezTo>
                              <a:pt x="174065" y="21024"/>
                              <a:pt x="188924" y="35788"/>
                              <a:pt x="201878" y="54647"/>
                            </a:cubicBezTo>
                            <a:cubicBezTo>
                              <a:pt x="206354" y="61220"/>
                              <a:pt x="205783" y="71888"/>
                              <a:pt x="199306" y="75603"/>
                            </a:cubicBezTo>
                            <a:cubicBezTo>
                              <a:pt x="180732" y="86842"/>
                              <a:pt x="161301" y="92176"/>
                              <a:pt x="131202" y="8798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62" name="Forme libre : forme 10961">
                        <a:extLst>
                          <a:ext uri="{FF2B5EF4-FFF2-40B4-BE49-F238E27FC236}">
                            <a16:creationId xmlns:a16="http://schemas.microsoft.com/office/drawing/2014/main" id="{E0961EA0-D35B-4889-A072-9EAA6DD7E6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37281" y="2614041"/>
                        <a:ext cx="199644" cy="58704"/>
                      </a:xfrm>
                      <a:custGeom>
                        <a:avLst/>
                        <a:gdLst>
                          <a:gd name="connsiteX0" fmla="*/ 78296 w 199644"/>
                          <a:gd name="connsiteY0" fmla="*/ 20003 h 58704"/>
                          <a:gd name="connsiteX1" fmla="*/ 56960 w 199644"/>
                          <a:gd name="connsiteY1" fmla="*/ 16478 h 58704"/>
                          <a:gd name="connsiteX2" fmla="*/ 36767 w 199644"/>
                          <a:gd name="connsiteY2" fmla="*/ 12287 h 58704"/>
                          <a:gd name="connsiteX3" fmla="*/ 0 w 199644"/>
                          <a:gd name="connsiteY3" fmla="*/ 0 h 58704"/>
                          <a:gd name="connsiteX4" fmla="*/ 3715 w 199644"/>
                          <a:gd name="connsiteY4" fmla="*/ 8763 h 58704"/>
                          <a:gd name="connsiteX5" fmla="*/ 12002 w 199644"/>
                          <a:gd name="connsiteY5" fmla="*/ 16764 h 58704"/>
                          <a:gd name="connsiteX6" fmla="*/ 24289 w 199644"/>
                          <a:gd name="connsiteY6" fmla="*/ 27051 h 58704"/>
                          <a:gd name="connsiteX7" fmla="*/ 30956 w 199644"/>
                          <a:gd name="connsiteY7" fmla="*/ 31337 h 58704"/>
                          <a:gd name="connsiteX8" fmla="*/ 38005 w 199644"/>
                          <a:gd name="connsiteY8" fmla="*/ 35623 h 58704"/>
                          <a:gd name="connsiteX9" fmla="*/ 48387 w 199644"/>
                          <a:gd name="connsiteY9" fmla="*/ 40100 h 58704"/>
                          <a:gd name="connsiteX10" fmla="*/ 62484 w 199644"/>
                          <a:gd name="connsiteY10" fmla="*/ 44387 h 58704"/>
                          <a:gd name="connsiteX11" fmla="*/ 73628 w 199644"/>
                          <a:gd name="connsiteY11" fmla="*/ 46958 h 58704"/>
                          <a:gd name="connsiteX12" fmla="*/ 126111 w 199644"/>
                          <a:gd name="connsiteY12" fmla="*/ 56579 h 58704"/>
                          <a:gd name="connsiteX13" fmla="*/ 131159 w 199644"/>
                          <a:gd name="connsiteY13" fmla="*/ 57340 h 58704"/>
                          <a:gd name="connsiteX14" fmla="*/ 159639 w 199644"/>
                          <a:gd name="connsiteY14" fmla="*/ 58293 h 58704"/>
                          <a:gd name="connsiteX15" fmla="*/ 190405 w 199644"/>
                          <a:gd name="connsiteY15" fmla="*/ 49816 h 58704"/>
                          <a:gd name="connsiteX16" fmla="*/ 199358 w 199644"/>
                          <a:gd name="connsiteY16" fmla="*/ 45053 h 58704"/>
                          <a:gd name="connsiteX17" fmla="*/ 199644 w 199644"/>
                          <a:gd name="connsiteY17" fmla="*/ 44863 h 58704"/>
                          <a:gd name="connsiteX18" fmla="*/ 78296 w 199644"/>
                          <a:gd name="connsiteY18" fmla="*/ 20003 h 587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99644" h="58704">
                            <a:moveTo>
                              <a:pt x="78296" y="20003"/>
                            </a:moveTo>
                            <a:cubicBezTo>
                              <a:pt x="71247" y="19050"/>
                              <a:pt x="64103" y="17907"/>
                              <a:pt x="56960" y="16478"/>
                            </a:cubicBezTo>
                            <a:cubicBezTo>
                              <a:pt x="50006" y="15240"/>
                              <a:pt x="43339" y="14097"/>
                              <a:pt x="36767" y="12287"/>
                            </a:cubicBezTo>
                            <a:cubicBezTo>
                              <a:pt x="23527" y="9525"/>
                              <a:pt x="10954" y="5334"/>
                              <a:pt x="0" y="0"/>
                            </a:cubicBezTo>
                            <a:cubicBezTo>
                              <a:pt x="286" y="3334"/>
                              <a:pt x="1429" y="6477"/>
                              <a:pt x="3715" y="8763"/>
                            </a:cubicBezTo>
                            <a:cubicBezTo>
                              <a:pt x="6572" y="11525"/>
                              <a:pt x="9335" y="14192"/>
                              <a:pt x="12002" y="16764"/>
                            </a:cubicBezTo>
                            <a:cubicBezTo>
                              <a:pt x="15907" y="20574"/>
                              <a:pt x="19907" y="24003"/>
                              <a:pt x="24289" y="27051"/>
                            </a:cubicBezTo>
                            <a:cubicBezTo>
                              <a:pt x="26479" y="28575"/>
                              <a:pt x="28670" y="30004"/>
                              <a:pt x="30956" y="31337"/>
                            </a:cubicBezTo>
                            <a:cubicBezTo>
                              <a:pt x="33242" y="32861"/>
                              <a:pt x="35528" y="34290"/>
                              <a:pt x="38005" y="35623"/>
                            </a:cubicBezTo>
                            <a:cubicBezTo>
                              <a:pt x="41243" y="37338"/>
                              <a:pt x="44672" y="38767"/>
                              <a:pt x="48387" y="40100"/>
                            </a:cubicBezTo>
                            <a:cubicBezTo>
                              <a:pt x="52102" y="41434"/>
                              <a:pt x="57341" y="43148"/>
                              <a:pt x="62484" y="44387"/>
                            </a:cubicBezTo>
                            <a:cubicBezTo>
                              <a:pt x="65627" y="45148"/>
                              <a:pt x="69437" y="46006"/>
                              <a:pt x="73628" y="46958"/>
                            </a:cubicBezTo>
                            <a:cubicBezTo>
                              <a:pt x="90011" y="50387"/>
                              <a:pt x="112109" y="54293"/>
                              <a:pt x="126111" y="56579"/>
                            </a:cubicBezTo>
                            <a:cubicBezTo>
                              <a:pt x="127921" y="56864"/>
                              <a:pt x="129635" y="57055"/>
                              <a:pt x="131159" y="57340"/>
                            </a:cubicBezTo>
                            <a:cubicBezTo>
                              <a:pt x="141827" y="58769"/>
                              <a:pt x="151162" y="59055"/>
                              <a:pt x="159639" y="58293"/>
                            </a:cubicBezTo>
                            <a:cubicBezTo>
                              <a:pt x="171164" y="57150"/>
                              <a:pt x="181070" y="54007"/>
                              <a:pt x="190405" y="49816"/>
                            </a:cubicBezTo>
                            <a:cubicBezTo>
                              <a:pt x="193453" y="48387"/>
                              <a:pt x="196406" y="46768"/>
                              <a:pt x="199358" y="45053"/>
                            </a:cubicBezTo>
                            <a:lnTo>
                              <a:pt x="199644" y="44863"/>
                            </a:lnTo>
                            <a:cubicBezTo>
                              <a:pt x="160401" y="33528"/>
                              <a:pt x="118682" y="25241"/>
                              <a:pt x="78296" y="2000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63" name="Forme libre : forme 10962">
                        <a:extLst>
                          <a:ext uri="{FF2B5EF4-FFF2-40B4-BE49-F238E27FC236}">
                            <a16:creationId xmlns:a16="http://schemas.microsoft.com/office/drawing/2014/main" id="{DC83D6A4-3342-423B-B323-2CCD87EFBE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08748" y="2616208"/>
                        <a:ext cx="94433" cy="31517"/>
                      </a:xfrm>
                      <a:custGeom>
                        <a:avLst/>
                        <a:gdLst>
                          <a:gd name="connsiteX0" fmla="*/ 94363 w 94433"/>
                          <a:gd name="connsiteY0" fmla="*/ 25836 h 31517"/>
                          <a:gd name="connsiteX1" fmla="*/ 43023 w 94433"/>
                          <a:gd name="connsiteY1" fmla="*/ 28122 h 31517"/>
                          <a:gd name="connsiteX2" fmla="*/ 66 w 94433"/>
                          <a:gd name="connsiteY2" fmla="*/ 6501 h 31517"/>
                          <a:gd name="connsiteX3" fmla="*/ 47310 w 94433"/>
                          <a:gd name="connsiteY3" fmla="*/ 3738 h 31517"/>
                          <a:gd name="connsiteX4" fmla="*/ 94363 w 94433"/>
                          <a:gd name="connsiteY4" fmla="*/ 25836 h 31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433" h="31517">
                            <a:moveTo>
                              <a:pt x="94363" y="25836"/>
                            </a:moveTo>
                            <a:cubicBezTo>
                              <a:pt x="92553" y="35647"/>
                              <a:pt x="55501" y="30218"/>
                              <a:pt x="43023" y="28122"/>
                            </a:cubicBezTo>
                            <a:cubicBezTo>
                              <a:pt x="30641" y="25836"/>
                              <a:pt x="-1649" y="17359"/>
                              <a:pt x="66" y="6501"/>
                            </a:cubicBezTo>
                            <a:cubicBezTo>
                              <a:pt x="1685" y="-4358"/>
                              <a:pt x="35594" y="1071"/>
                              <a:pt x="47310" y="3738"/>
                            </a:cubicBezTo>
                            <a:cubicBezTo>
                              <a:pt x="59025" y="6119"/>
                              <a:pt x="96268" y="15740"/>
                              <a:pt x="94363" y="2583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64" name="Forme libre : forme 10963">
                        <a:extLst>
                          <a:ext uri="{FF2B5EF4-FFF2-40B4-BE49-F238E27FC236}">
                            <a16:creationId xmlns:a16="http://schemas.microsoft.com/office/drawing/2014/main" id="{D4FA032D-B44C-485F-8FAA-DF2FB726D9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08203" y="2616612"/>
                        <a:ext cx="64332" cy="30099"/>
                      </a:xfrm>
                      <a:custGeom>
                        <a:avLst/>
                        <a:gdLst>
                          <a:gd name="connsiteX0" fmla="*/ 22232 w 64332"/>
                          <a:gd name="connsiteY0" fmla="*/ 0 h 30099"/>
                          <a:gd name="connsiteX1" fmla="*/ 39 w 64332"/>
                          <a:gd name="connsiteY1" fmla="*/ 6001 h 30099"/>
                          <a:gd name="connsiteX2" fmla="*/ 44044 w 64332"/>
                          <a:gd name="connsiteY2" fmla="*/ 27813 h 30099"/>
                          <a:gd name="connsiteX3" fmla="*/ 64333 w 64332"/>
                          <a:gd name="connsiteY3" fmla="*/ 30099 h 30099"/>
                          <a:gd name="connsiteX4" fmla="*/ 53760 w 64332"/>
                          <a:gd name="connsiteY4" fmla="*/ 27337 h 30099"/>
                          <a:gd name="connsiteX5" fmla="*/ 22232 w 64332"/>
                          <a:gd name="connsiteY5" fmla="*/ 0 h 300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4332" h="30099">
                            <a:moveTo>
                              <a:pt x="22232" y="0"/>
                            </a:moveTo>
                            <a:cubicBezTo>
                              <a:pt x="15946" y="762"/>
                              <a:pt x="-914" y="-1143"/>
                              <a:pt x="39" y="6001"/>
                            </a:cubicBezTo>
                            <a:cubicBezTo>
                              <a:pt x="1563" y="17526"/>
                              <a:pt x="28423" y="24765"/>
                              <a:pt x="44044" y="27813"/>
                            </a:cubicBezTo>
                            <a:cubicBezTo>
                              <a:pt x="48616" y="28670"/>
                              <a:pt x="58999" y="29909"/>
                              <a:pt x="64333" y="30099"/>
                            </a:cubicBezTo>
                            <a:cubicBezTo>
                              <a:pt x="61380" y="29432"/>
                              <a:pt x="56427" y="28480"/>
                              <a:pt x="53760" y="27337"/>
                            </a:cubicBezTo>
                            <a:cubicBezTo>
                              <a:pt x="38710" y="20860"/>
                              <a:pt x="20994" y="12097"/>
                              <a:pt x="2223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65" name="Forme libre : forme 10964">
                        <a:extLst>
                          <a:ext uri="{FF2B5EF4-FFF2-40B4-BE49-F238E27FC236}">
                            <a16:creationId xmlns:a16="http://schemas.microsoft.com/office/drawing/2014/main" id="{CF92EBF3-34B4-4D2A-84C0-0EF7465DBE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13177" y="2619893"/>
                        <a:ext cx="94958" cy="31187"/>
                      </a:xfrm>
                      <a:custGeom>
                        <a:avLst/>
                        <a:gdLst>
                          <a:gd name="connsiteX0" fmla="*/ 94506 w 94958"/>
                          <a:gd name="connsiteY0" fmla="*/ 25771 h 31187"/>
                          <a:gd name="connsiteX1" fmla="*/ 42500 w 94958"/>
                          <a:gd name="connsiteY1" fmla="*/ 28247 h 31187"/>
                          <a:gd name="connsiteX2" fmla="*/ 18 w 94958"/>
                          <a:gd name="connsiteY2" fmla="*/ 6530 h 31187"/>
                          <a:gd name="connsiteX3" fmla="*/ 47167 w 94958"/>
                          <a:gd name="connsiteY3" fmla="*/ 3768 h 31187"/>
                          <a:gd name="connsiteX4" fmla="*/ 94506 w 94958"/>
                          <a:gd name="connsiteY4" fmla="*/ 25771 h 311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958" h="31187">
                            <a:moveTo>
                              <a:pt x="94506" y="25771"/>
                            </a:moveTo>
                            <a:cubicBezTo>
                              <a:pt x="89363" y="34819"/>
                              <a:pt x="56025" y="30247"/>
                              <a:pt x="42500" y="28247"/>
                            </a:cubicBezTo>
                            <a:cubicBezTo>
                              <a:pt x="29069" y="26056"/>
                              <a:pt x="-839" y="17770"/>
                              <a:pt x="18" y="6530"/>
                            </a:cubicBezTo>
                            <a:cubicBezTo>
                              <a:pt x="875" y="-4710"/>
                              <a:pt x="36213" y="1482"/>
                              <a:pt x="47167" y="3768"/>
                            </a:cubicBezTo>
                            <a:cubicBezTo>
                              <a:pt x="58025" y="5768"/>
                              <a:pt x="99745" y="16341"/>
                              <a:pt x="94506" y="257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66" name="Forme libre : forme 10965">
                        <a:extLst>
                          <a:ext uri="{FF2B5EF4-FFF2-40B4-BE49-F238E27FC236}">
                            <a16:creationId xmlns:a16="http://schemas.microsoft.com/office/drawing/2014/main" id="{A472A606-246E-4544-8D52-FD2F9F0548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64171" y="2599250"/>
                        <a:ext cx="114837" cy="61140"/>
                      </a:xfrm>
                      <a:custGeom>
                        <a:avLst/>
                        <a:gdLst>
                          <a:gd name="connsiteX0" fmla="*/ 447 w 114837"/>
                          <a:gd name="connsiteY0" fmla="*/ 17458 h 61140"/>
                          <a:gd name="connsiteX1" fmla="*/ 10924 w 114837"/>
                          <a:gd name="connsiteY1" fmla="*/ 30793 h 61140"/>
                          <a:gd name="connsiteX2" fmla="*/ 27879 w 114837"/>
                          <a:gd name="connsiteY2" fmla="*/ 43652 h 61140"/>
                          <a:gd name="connsiteX3" fmla="*/ 50358 w 114837"/>
                          <a:gd name="connsiteY3" fmla="*/ 54510 h 61140"/>
                          <a:gd name="connsiteX4" fmla="*/ 96173 w 114837"/>
                          <a:gd name="connsiteY4" fmla="*/ 60892 h 61140"/>
                          <a:gd name="connsiteX5" fmla="*/ 114747 w 114837"/>
                          <a:gd name="connsiteY5" fmla="*/ 50510 h 61140"/>
                          <a:gd name="connsiteX6" fmla="*/ 101412 w 114837"/>
                          <a:gd name="connsiteY6" fmla="*/ 41937 h 61140"/>
                          <a:gd name="connsiteX7" fmla="*/ 63978 w 114837"/>
                          <a:gd name="connsiteY7" fmla="*/ 20411 h 61140"/>
                          <a:gd name="connsiteX8" fmla="*/ 47691 w 114837"/>
                          <a:gd name="connsiteY8" fmla="*/ 7838 h 61140"/>
                          <a:gd name="connsiteX9" fmla="*/ 25593 w 114837"/>
                          <a:gd name="connsiteY9" fmla="*/ 122 h 61140"/>
                          <a:gd name="connsiteX10" fmla="*/ 447 w 114837"/>
                          <a:gd name="connsiteY10" fmla="*/ 17458 h 611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14837" h="61140">
                            <a:moveTo>
                              <a:pt x="447" y="17458"/>
                            </a:moveTo>
                            <a:cubicBezTo>
                              <a:pt x="2352" y="24030"/>
                              <a:pt x="4637" y="25649"/>
                              <a:pt x="10924" y="30793"/>
                            </a:cubicBezTo>
                            <a:cubicBezTo>
                              <a:pt x="16925" y="35555"/>
                              <a:pt x="21878" y="39651"/>
                              <a:pt x="27879" y="43652"/>
                            </a:cubicBezTo>
                            <a:cubicBezTo>
                              <a:pt x="34165" y="47747"/>
                              <a:pt x="41309" y="51367"/>
                              <a:pt x="50358" y="54510"/>
                            </a:cubicBezTo>
                            <a:cubicBezTo>
                              <a:pt x="65407" y="59654"/>
                              <a:pt x="82838" y="61940"/>
                              <a:pt x="96173" y="60892"/>
                            </a:cubicBezTo>
                            <a:cubicBezTo>
                              <a:pt x="106079" y="60035"/>
                              <a:pt x="115890" y="56987"/>
                              <a:pt x="114747" y="50510"/>
                            </a:cubicBezTo>
                            <a:cubicBezTo>
                              <a:pt x="113985" y="46509"/>
                              <a:pt x="106841" y="44699"/>
                              <a:pt x="101412" y="41937"/>
                            </a:cubicBezTo>
                            <a:cubicBezTo>
                              <a:pt x="88553" y="35365"/>
                              <a:pt x="75885" y="29650"/>
                              <a:pt x="63978" y="20411"/>
                            </a:cubicBezTo>
                            <a:cubicBezTo>
                              <a:pt x="58930" y="16505"/>
                              <a:pt x="53787" y="11743"/>
                              <a:pt x="47691" y="7838"/>
                            </a:cubicBezTo>
                            <a:cubicBezTo>
                              <a:pt x="41595" y="3932"/>
                              <a:pt x="35118" y="599"/>
                              <a:pt x="25593" y="122"/>
                            </a:cubicBezTo>
                            <a:cubicBezTo>
                              <a:pt x="8733" y="-1211"/>
                              <a:pt x="-2411" y="8600"/>
                              <a:pt x="447" y="1745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67" name="Forme libre : forme 10966">
                        <a:extLst>
                          <a:ext uri="{FF2B5EF4-FFF2-40B4-BE49-F238E27FC236}">
                            <a16:creationId xmlns:a16="http://schemas.microsoft.com/office/drawing/2014/main" id="{A19B2EEC-87C8-4EDD-B558-5F5C3E5DF1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89356" y="2604362"/>
                        <a:ext cx="40194" cy="9781"/>
                      </a:xfrm>
                      <a:custGeom>
                        <a:avLst/>
                        <a:gdLst>
                          <a:gd name="connsiteX0" fmla="*/ 4504 w 40194"/>
                          <a:gd name="connsiteY0" fmla="*/ 2439 h 9781"/>
                          <a:gd name="connsiteX1" fmla="*/ 217 w 40194"/>
                          <a:gd name="connsiteY1" fmla="*/ 4344 h 9781"/>
                          <a:gd name="connsiteX2" fmla="*/ 2789 w 40194"/>
                          <a:gd name="connsiteY2" fmla="*/ 7202 h 9781"/>
                          <a:gd name="connsiteX3" fmla="*/ 9933 w 40194"/>
                          <a:gd name="connsiteY3" fmla="*/ 8535 h 9781"/>
                          <a:gd name="connsiteX4" fmla="*/ 27554 w 40194"/>
                          <a:gd name="connsiteY4" fmla="*/ 9773 h 9781"/>
                          <a:gd name="connsiteX5" fmla="*/ 34031 w 40194"/>
                          <a:gd name="connsiteY5" fmla="*/ 9392 h 9781"/>
                          <a:gd name="connsiteX6" fmla="*/ 31840 w 40194"/>
                          <a:gd name="connsiteY6" fmla="*/ 439 h 9781"/>
                          <a:gd name="connsiteX7" fmla="*/ 4504 w 40194"/>
                          <a:gd name="connsiteY7" fmla="*/ 2439 h 97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94" h="9781">
                            <a:moveTo>
                              <a:pt x="4504" y="2439"/>
                            </a:moveTo>
                            <a:cubicBezTo>
                              <a:pt x="2503" y="2915"/>
                              <a:pt x="1075" y="3296"/>
                              <a:pt x="217" y="4344"/>
                            </a:cubicBezTo>
                            <a:cubicBezTo>
                              <a:pt x="-545" y="5392"/>
                              <a:pt x="789" y="6440"/>
                              <a:pt x="2789" y="7202"/>
                            </a:cubicBezTo>
                            <a:cubicBezTo>
                              <a:pt x="4694" y="7868"/>
                              <a:pt x="7742" y="8249"/>
                              <a:pt x="9933" y="8535"/>
                            </a:cubicBezTo>
                            <a:cubicBezTo>
                              <a:pt x="15743" y="9202"/>
                              <a:pt x="21934" y="9773"/>
                              <a:pt x="27554" y="9773"/>
                            </a:cubicBezTo>
                            <a:cubicBezTo>
                              <a:pt x="29840" y="9773"/>
                              <a:pt x="32031" y="9869"/>
                              <a:pt x="34031" y="9392"/>
                            </a:cubicBezTo>
                            <a:cubicBezTo>
                              <a:pt x="42127" y="7487"/>
                              <a:pt x="43080" y="1868"/>
                              <a:pt x="31840" y="439"/>
                            </a:cubicBezTo>
                            <a:cubicBezTo>
                              <a:pt x="23077" y="-704"/>
                              <a:pt x="12600" y="534"/>
                              <a:pt x="4504" y="243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68" name="Forme libre : forme 10967">
                        <a:extLst>
                          <a:ext uri="{FF2B5EF4-FFF2-40B4-BE49-F238E27FC236}">
                            <a16:creationId xmlns:a16="http://schemas.microsoft.com/office/drawing/2014/main" id="{1582D5AD-FB5C-4DC6-8EA6-907C9DCAC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71107" y="2655665"/>
                        <a:ext cx="63627" cy="14573"/>
                      </a:xfrm>
                      <a:custGeom>
                        <a:avLst/>
                        <a:gdLst>
                          <a:gd name="connsiteX0" fmla="*/ 63627 w 63627"/>
                          <a:gd name="connsiteY0" fmla="*/ 0 h 14573"/>
                          <a:gd name="connsiteX1" fmla="*/ 0 w 63627"/>
                          <a:gd name="connsiteY1" fmla="*/ 14573 h 14573"/>
                          <a:gd name="connsiteX2" fmla="*/ 63627 w 63627"/>
                          <a:gd name="connsiteY2" fmla="*/ 0 h 145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3627" h="14573">
                            <a:moveTo>
                              <a:pt x="63627" y="0"/>
                            </a:moveTo>
                            <a:cubicBezTo>
                              <a:pt x="51816" y="11239"/>
                              <a:pt x="20098" y="13049"/>
                              <a:pt x="0" y="14573"/>
                            </a:cubicBezTo>
                            <a:cubicBezTo>
                              <a:pt x="21812" y="13049"/>
                              <a:pt x="46006" y="6287"/>
                              <a:pt x="6362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69" name="Forme libre : forme 10968">
                        <a:extLst>
                          <a:ext uri="{FF2B5EF4-FFF2-40B4-BE49-F238E27FC236}">
                            <a16:creationId xmlns:a16="http://schemas.microsoft.com/office/drawing/2014/main" id="{F4879550-F5CF-46D2-A516-5495041B2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43948" y="2586554"/>
                        <a:ext cx="73723" cy="16722"/>
                      </a:xfrm>
                      <a:custGeom>
                        <a:avLst/>
                        <a:gdLst>
                          <a:gd name="connsiteX0" fmla="*/ 73724 w 73723"/>
                          <a:gd name="connsiteY0" fmla="*/ 911 h 16722"/>
                          <a:gd name="connsiteX1" fmla="*/ 53912 w 73723"/>
                          <a:gd name="connsiteY1" fmla="*/ 150 h 16722"/>
                          <a:gd name="connsiteX2" fmla="*/ 33338 w 73723"/>
                          <a:gd name="connsiteY2" fmla="*/ 2721 h 16722"/>
                          <a:gd name="connsiteX3" fmla="*/ 0 w 73723"/>
                          <a:gd name="connsiteY3" fmla="*/ 16723 h 16722"/>
                          <a:gd name="connsiteX4" fmla="*/ 34195 w 73723"/>
                          <a:gd name="connsiteY4" fmla="*/ 3959 h 16722"/>
                          <a:gd name="connsiteX5" fmla="*/ 55340 w 73723"/>
                          <a:gd name="connsiteY5" fmla="*/ 1578 h 16722"/>
                          <a:gd name="connsiteX6" fmla="*/ 73724 w 73723"/>
                          <a:gd name="connsiteY6" fmla="*/ 911 h 167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3723" h="16722">
                            <a:moveTo>
                              <a:pt x="73724" y="911"/>
                            </a:moveTo>
                            <a:cubicBezTo>
                              <a:pt x="66866" y="150"/>
                              <a:pt x="61055" y="-232"/>
                              <a:pt x="53912" y="150"/>
                            </a:cubicBezTo>
                            <a:cubicBezTo>
                              <a:pt x="46673" y="530"/>
                              <a:pt x="39815" y="1388"/>
                              <a:pt x="33338" y="2721"/>
                            </a:cubicBezTo>
                            <a:cubicBezTo>
                              <a:pt x="20383" y="6055"/>
                              <a:pt x="9144" y="10913"/>
                              <a:pt x="0" y="16723"/>
                            </a:cubicBezTo>
                            <a:cubicBezTo>
                              <a:pt x="8287" y="10913"/>
                              <a:pt x="20574" y="6722"/>
                              <a:pt x="34195" y="3959"/>
                            </a:cubicBezTo>
                            <a:cubicBezTo>
                              <a:pt x="41053" y="2912"/>
                              <a:pt x="48197" y="2150"/>
                              <a:pt x="55340" y="1578"/>
                            </a:cubicBezTo>
                            <a:cubicBezTo>
                              <a:pt x="62103" y="1197"/>
                              <a:pt x="67913" y="1102"/>
                              <a:pt x="73724" y="91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70" name="Forme libre : forme 10969">
                        <a:extLst>
                          <a:ext uri="{FF2B5EF4-FFF2-40B4-BE49-F238E27FC236}">
                            <a16:creationId xmlns:a16="http://schemas.microsoft.com/office/drawing/2014/main" id="{53158C37-811F-4F98-9654-E013A27B03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47978" y="2622247"/>
                        <a:ext cx="34635" cy="13194"/>
                      </a:xfrm>
                      <a:custGeom>
                        <a:avLst/>
                        <a:gdLst>
                          <a:gd name="connsiteX0" fmla="*/ 34178 w 34635"/>
                          <a:gd name="connsiteY0" fmla="*/ 12176 h 13194"/>
                          <a:gd name="connsiteX1" fmla="*/ 13319 w 34635"/>
                          <a:gd name="connsiteY1" fmla="*/ 9605 h 13194"/>
                          <a:gd name="connsiteX2" fmla="*/ 555 w 34635"/>
                          <a:gd name="connsiteY2" fmla="*/ 1128 h 13194"/>
                          <a:gd name="connsiteX3" fmla="*/ 20272 w 34635"/>
                          <a:gd name="connsiteY3" fmla="*/ 3604 h 13194"/>
                          <a:gd name="connsiteX4" fmla="*/ 34178 w 34635"/>
                          <a:gd name="connsiteY4" fmla="*/ 12176 h 131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635" h="13194">
                            <a:moveTo>
                              <a:pt x="34178" y="12176"/>
                            </a:moveTo>
                            <a:cubicBezTo>
                              <a:pt x="31226" y="15129"/>
                              <a:pt x="17510" y="10843"/>
                              <a:pt x="13319" y="9605"/>
                            </a:cubicBezTo>
                            <a:cubicBezTo>
                              <a:pt x="9128" y="8271"/>
                              <a:pt x="-2684" y="4175"/>
                              <a:pt x="555" y="1128"/>
                            </a:cubicBezTo>
                            <a:cubicBezTo>
                              <a:pt x="3794" y="-2016"/>
                              <a:pt x="16366" y="2271"/>
                              <a:pt x="20272" y="3604"/>
                            </a:cubicBezTo>
                            <a:cubicBezTo>
                              <a:pt x="24177" y="4747"/>
                              <a:pt x="37226" y="9129"/>
                              <a:pt x="34178" y="1217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71" name="Forme libre : forme 10970">
                        <a:extLst>
                          <a:ext uri="{FF2B5EF4-FFF2-40B4-BE49-F238E27FC236}">
                            <a16:creationId xmlns:a16="http://schemas.microsoft.com/office/drawing/2014/main" id="{6453FBA1-0975-430A-A6CD-60CFDA684E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77870" y="2631503"/>
                        <a:ext cx="9907" cy="4128"/>
                      </a:xfrm>
                      <a:custGeom>
                        <a:avLst/>
                        <a:gdLst>
                          <a:gd name="connsiteX0" fmla="*/ 9906 w 9907"/>
                          <a:gd name="connsiteY0" fmla="*/ 3112 h 4128"/>
                          <a:gd name="connsiteX1" fmla="*/ 5048 w 9907"/>
                          <a:gd name="connsiteY1" fmla="*/ 3779 h 4128"/>
                          <a:gd name="connsiteX2" fmla="*/ 0 w 9907"/>
                          <a:gd name="connsiteY2" fmla="*/ 1016 h 4128"/>
                          <a:gd name="connsiteX3" fmla="*/ 4763 w 9907"/>
                          <a:gd name="connsiteY3" fmla="*/ 350 h 4128"/>
                          <a:gd name="connsiteX4" fmla="*/ 9906 w 9907"/>
                          <a:gd name="connsiteY4" fmla="*/ 3112 h 4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907" h="4128">
                            <a:moveTo>
                              <a:pt x="9906" y="3112"/>
                            </a:moveTo>
                            <a:cubicBezTo>
                              <a:pt x="10001" y="4541"/>
                              <a:pt x="6667" y="4160"/>
                              <a:pt x="5048" y="3779"/>
                            </a:cubicBezTo>
                            <a:cubicBezTo>
                              <a:pt x="3429" y="3398"/>
                              <a:pt x="95" y="2445"/>
                              <a:pt x="0" y="1016"/>
                            </a:cubicBezTo>
                            <a:cubicBezTo>
                              <a:pt x="0" y="-412"/>
                              <a:pt x="3048" y="-31"/>
                              <a:pt x="4763" y="350"/>
                            </a:cubicBezTo>
                            <a:cubicBezTo>
                              <a:pt x="6477" y="731"/>
                              <a:pt x="9906" y="1683"/>
                              <a:pt x="9906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72" name="Forme libre : forme 10971">
                        <a:extLst>
                          <a:ext uri="{FF2B5EF4-FFF2-40B4-BE49-F238E27FC236}">
                            <a16:creationId xmlns:a16="http://schemas.microsoft.com/office/drawing/2014/main" id="{BD26EC80-5F39-47CE-B424-FF2DE64B61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51545" y="2600181"/>
                        <a:ext cx="81340" cy="49947"/>
                      </a:xfrm>
                      <a:custGeom>
                        <a:avLst/>
                        <a:gdLst>
                          <a:gd name="connsiteX0" fmla="*/ 63663 w 81340"/>
                          <a:gd name="connsiteY0" fmla="*/ 25956 h 49947"/>
                          <a:gd name="connsiteX1" fmla="*/ 81093 w 81340"/>
                          <a:gd name="connsiteY1" fmla="*/ 45673 h 49947"/>
                          <a:gd name="connsiteX2" fmla="*/ 73664 w 81340"/>
                          <a:gd name="connsiteY2" fmla="*/ 49674 h 49947"/>
                          <a:gd name="connsiteX3" fmla="*/ 64234 w 81340"/>
                          <a:gd name="connsiteY3" fmla="*/ 43768 h 49947"/>
                          <a:gd name="connsiteX4" fmla="*/ 36516 w 81340"/>
                          <a:gd name="connsiteY4" fmla="*/ 24051 h 49947"/>
                          <a:gd name="connsiteX5" fmla="*/ 1179 w 81340"/>
                          <a:gd name="connsiteY5" fmla="*/ 2049 h 49947"/>
                          <a:gd name="connsiteX6" fmla="*/ 45851 w 81340"/>
                          <a:gd name="connsiteY6" fmla="*/ 10621 h 49947"/>
                          <a:gd name="connsiteX7" fmla="*/ 63663 w 81340"/>
                          <a:gd name="connsiteY7" fmla="*/ 25956 h 499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1340" h="49947">
                            <a:moveTo>
                              <a:pt x="63663" y="25956"/>
                            </a:moveTo>
                            <a:cubicBezTo>
                              <a:pt x="71759" y="32719"/>
                              <a:pt x="77569" y="37672"/>
                              <a:pt x="81093" y="45673"/>
                            </a:cubicBezTo>
                            <a:cubicBezTo>
                              <a:pt x="82427" y="48626"/>
                              <a:pt x="78141" y="50721"/>
                              <a:pt x="73664" y="49674"/>
                            </a:cubicBezTo>
                            <a:cubicBezTo>
                              <a:pt x="69187" y="48626"/>
                              <a:pt x="66806" y="46244"/>
                              <a:pt x="64234" y="43768"/>
                            </a:cubicBezTo>
                            <a:cubicBezTo>
                              <a:pt x="56233" y="36243"/>
                              <a:pt x="46994" y="30147"/>
                              <a:pt x="36516" y="24051"/>
                            </a:cubicBezTo>
                            <a:cubicBezTo>
                              <a:pt x="29944" y="20051"/>
                              <a:pt x="-7013" y="8240"/>
                              <a:pt x="1179" y="2049"/>
                            </a:cubicBezTo>
                            <a:cubicBezTo>
                              <a:pt x="9275" y="-4238"/>
                              <a:pt x="36993" y="5477"/>
                              <a:pt x="45851" y="10621"/>
                            </a:cubicBezTo>
                            <a:cubicBezTo>
                              <a:pt x="54804" y="15765"/>
                              <a:pt x="57567" y="20908"/>
                              <a:pt x="63663" y="2595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58" name="Graphique 1">
                      <a:extLst>
                        <a:ext uri="{FF2B5EF4-FFF2-40B4-BE49-F238E27FC236}">
                          <a16:creationId xmlns:a16="http://schemas.microsoft.com/office/drawing/2014/main" id="{5AF38D2B-4C14-4421-8B6C-42B7E0731C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41300" y="2634566"/>
                      <a:ext cx="181810" cy="127032"/>
                      <a:chOff x="2041300" y="2634566"/>
                      <a:chExt cx="181810" cy="127032"/>
                    </a:xfrm>
                    <a:solidFill>
                      <a:schemeClr val="accent1"/>
                    </a:solidFill>
                  </p:grpSpPr>
                  <p:sp>
                    <p:nvSpPr>
                      <p:cNvPr id="10949" name="Forme libre : forme 10948">
                        <a:extLst>
                          <a:ext uri="{FF2B5EF4-FFF2-40B4-BE49-F238E27FC236}">
                            <a16:creationId xmlns:a16="http://schemas.microsoft.com/office/drawing/2014/main" id="{AE2B984F-3731-4E9B-89CB-6F038A2498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41300" y="2634566"/>
                        <a:ext cx="181810" cy="127032"/>
                      </a:xfrm>
                      <a:custGeom>
                        <a:avLst/>
                        <a:gdLst>
                          <a:gd name="connsiteX0" fmla="*/ 104306 w 181810"/>
                          <a:gd name="connsiteY0" fmla="*/ 109110 h 127032"/>
                          <a:gd name="connsiteX1" fmla="*/ 49251 w 181810"/>
                          <a:gd name="connsiteY1" fmla="*/ 76439 h 127032"/>
                          <a:gd name="connsiteX2" fmla="*/ 1531 w 181810"/>
                          <a:gd name="connsiteY2" fmla="*/ 27100 h 127032"/>
                          <a:gd name="connsiteX3" fmla="*/ 8865 w 181810"/>
                          <a:gd name="connsiteY3" fmla="*/ 6812 h 127032"/>
                          <a:gd name="connsiteX4" fmla="*/ 84113 w 181810"/>
                          <a:gd name="connsiteY4" fmla="*/ 9479 h 127032"/>
                          <a:gd name="connsiteX5" fmla="*/ 115640 w 181810"/>
                          <a:gd name="connsiteY5" fmla="*/ 25957 h 127032"/>
                          <a:gd name="connsiteX6" fmla="*/ 145168 w 181810"/>
                          <a:gd name="connsiteY6" fmla="*/ 45769 h 127032"/>
                          <a:gd name="connsiteX7" fmla="*/ 181649 w 181810"/>
                          <a:gd name="connsiteY7" fmla="*/ 108729 h 127032"/>
                          <a:gd name="connsiteX8" fmla="*/ 170314 w 181810"/>
                          <a:gd name="connsiteY8" fmla="*/ 126541 h 127032"/>
                          <a:gd name="connsiteX9" fmla="*/ 104306 w 181810"/>
                          <a:gd name="connsiteY9" fmla="*/ 109110 h 127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81810" h="127032">
                            <a:moveTo>
                              <a:pt x="104306" y="109110"/>
                            </a:moveTo>
                            <a:cubicBezTo>
                              <a:pt x="91256" y="100633"/>
                              <a:pt x="63063" y="83774"/>
                              <a:pt x="49251" y="76439"/>
                            </a:cubicBezTo>
                            <a:cubicBezTo>
                              <a:pt x="23820" y="62247"/>
                              <a:pt x="12675" y="47674"/>
                              <a:pt x="1531" y="27100"/>
                            </a:cubicBezTo>
                            <a:cubicBezTo>
                              <a:pt x="-2279" y="20052"/>
                              <a:pt x="1340" y="9764"/>
                              <a:pt x="8865" y="6812"/>
                            </a:cubicBezTo>
                            <a:cubicBezTo>
                              <a:pt x="30392" y="-1665"/>
                              <a:pt x="53347" y="-3761"/>
                              <a:pt x="84113" y="9479"/>
                            </a:cubicBezTo>
                            <a:cubicBezTo>
                              <a:pt x="92304" y="13003"/>
                              <a:pt x="104211" y="19099"/>
                              <a:pt x="115640" y="25957"/>
                            </a:cubicBezTo>
                            <a:cubicBezTo>
                              <a:pt x="127166" y="32720"/>
                              <a:pt x="138024" y="40435"/>
                              <a:pt x="145168" y="45769"/>
                            </a:cubicBezTo>
                            <a:cubicBezTo>
                              <a:pt x="171838" y="66343"/>
                              <a:pt x="178220" y="86250"/>
                              <a:pt x="181649" y="108729"/>
                            </a:cubicBezTo>
                            <a:cubicBezTo>
                              <a:pt x="182792" y="116540"/>
                              <a:pt x="177744" y="125874"/>
                              <a:pt x="170314" y="126541"/>
                            </a:cubicBezTo>
                            <a:cubicBezTo>
                              <a:pt x="148692" y="128637"/>
                              <a:pt x="128785" y="124255"/>
                              <a:pt x="104306" y="10911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50" name="Forme libre : forme 10949">
                        <a:extLst>
                          <a:ext uri="{FF2B5EF4-FFF2-40B4-BE49-F238E27FC236}">
                            <a16:creationId xmlns:a16="http://schemas.microsoft.com/office/drawing/2014/main" id="{B228FCCB-179A-4CEF-AB10-FB7875EC3D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41327" y="2651950"/>
                        <a:ext cx="170858" cy="109442"/>
                      </a:xfrm>
                      <a:custGeom>
                        <a:avLst/>
                        <a:gdLst>
                          <a:gd name="connsiteX0" fmla="*/ 70465 w 170858"/>
                          <a:gd name="connsiteY0" fmla="*/ 39433 h 109442"/>
                          <a:gd name="connsiteX1" fmla="*/ 361 w 170858"/>
                          <a:gd name="connsiteY1" fmla="*/ 0 h 109442"/>
                          <a:gd name="connsiteX2" fmla="*/ 1504 w 170858"/>
                          <a:gd name="connsiteY2" fmla="*/ 9525 h 109442"/>
                          <a:gd name="connsiteX3" fmla="*/ 7314 w 170858"/>
                          <a:gd name="connsiteY3" fmla="*/ 19621 h 109442"/>
                          <a:gd name="connsiteX4" fmla="*/ 28459 w 170858"/>
                          <a:gd name="connsiteY4" fmla="*/ 44672 h 109442"/>
                          <a:gd name="connsiteX5" fmla="*/ 49224 w 170858"/>
                          <a:gd name="connsiteY5" fmla="*/ 58864 h 109442"/>
                          <a:gd name="connsiteX6" fmla="*/ 58177 w 170858"/>
                          <a:gd name="connsiteY6" fmla="*/ 63817 h 109442"/>
                          <a:gd name="connsiteX7" fmla="*/ 100278 w 170858"/>
                          <a:gd name="connsiteY7" fmla="*/ 88963 h 109442"/>
                          <a:gd name="connsiteX8" fmla="*/ 104374 w 170858"/>
                          <a:gd name="connsiteY8" fmla="*/ 91535 h 109442"/>
                          <a:gd name="connsiteX9" fmla="*/ 129043 w 170858"/>
                          <a:gd name="connsiteY9" fmla="*/ 103727 h 109442"/>
                          <a:gd name="connsiteX10" fmla="*/ 160285 w 170858"/>
                          <a:gd name="connsiteY10" fmla="*/ 109442 h 109442"/>
                          <a:gd name="connsiteX11" fmla="*/ 170477 w 170858"/>
                          <a:gd name="connsiteY11" fmla="*/ 109061 h 109442"/>
                          <a:gd name="connsiteX12" fmla="*/ 170858 w 170858"/>
                          <a:gd name="connsiteY12" fmla="*/ 108966 h 109442"/>
                          <a:gd name="connsiteX13" fmla="*/ 70465 w 170858"/>
                          <a:gd name="connsiteY13" fmla="*/ 39433 h 1094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70858" h="109442">
                            <a:moveTo>
                              <a:pt x="70465" y="39433"/>
                            </a:moveTo>
                            <a:cubicBezTo>
                              <a:pt x="45318" y="27908"/>
                              <a:pt x="18267" y="17050"/>
                              <a:pt x="361" y="0"/>
                            </a:cubicBezTo>
                            <a:cubicBezTo>
                              <a:pt x="-306" y="3238"/>
                              <a:pt x="-116" y="6667"/>
                              <a:pt x="1504" y="9525"/>
                            </a:cubicBezTo>
                            <a:cubicBezTo>
                              <a:pt x="3409" y="13049"/>
                              <a:pt x="5314" y="16383"/>
                              <a:pt x="7314" y="19621"/>
                            </a:cubicBezTo>
                            <a:cubicBezTo>
                              <a:pt x="13124" y="28861"/>
                              <a:pt x="19601" y="37147"/>
                              <a:pt x="28459" y="44672"/>
                            </a:cubicBezTo>
                            <a:cubicBezTo>
                              <a:pt x="34174" y="49530"/>
                              <a:pt x="40937" y="54197"/>
                              <a:pt x="49224" y="58864"/>
                            </a:cubicBezTo>
                            <a:cubicBezTo>
                              <a:pt x="51796" y="60293"/>
                              <a:pt x="54843" y="62008"/>
                              <a:pt x="58177" y="63817"/>
                            </a:cubicBezTo>
                            <a:cubicBezTo>
                              <a:pt x="71322" y="71056"/>
                              <a:pt x="88943" y="81724"/>
                              <a:pt x="100278" y="88963"/>
                            </a:cubicBezTo>
                            <a:cubicBezTo>
                              <a:pt x="101707" y="89916"/>
                              <a:pt x="103135" y="90773"/>
                              <a:pt x="104374" y="91535"/>
                            </a:cubicBezTo>
                            <a:cubicBezTo>
                              <a:pt x="113137" y="96869"/>
                              <a:pt x="121233" y="100870"/>
                              <a:pt x="129043" y="103727"/>
                            </a:cubicBezTo>
                            <a:cubicBezTo>
                              <a:pt x="139807" y="107537"/>
                              <a:pt x="149998" y="109156"/>
                              <a:pt x="160285" y="109442"/>
                            </a:cubicBezTo>
                            <a:cubicBezTo>
                              <a:pt x="163619" y="109442"/>
                              <a:pt x="167048" y="109347"/>
                              <a:pt x="170477" y="109061"/>
                            </a:cubicBezTo>
                            <a:lnTo>
                              <a:pt x="170858" y="108966"/>
                            </a:lnTo>
                            <a:cubicBezTo>
                              <a:pt x="140188" y="81820"/>
                              <a:pt x="106755" y="55626"/>
                              <a:pt x="70465" y="3943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51" name="Forme libre : forme 10950">
                        <a:extLst>
                          <a:ext uri="{FF2B5EF4-FFF2-40B4-BE49-F238E27FC236}">
                            <a16:creationId xmlns:a16="http://schemas.microsoft.com/office/drawing/2014/main" id="{00F77294-7ACE-45CC-AD09-333FB06160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07990" y="2675314"/>
                        <a:ext cx="81646" cy="57727"/>
                      </a:xfrm>
                      <a:custGeom>
                        <a:avLst/>
                        <a:gdLst>
                          <a:gd name="connsiteX0" fmla="*/ 80859 w 81646"/>
                          <a:gd name="connsiteY0" fmla="*/ 55884 h 57727"/>
                          <a:gd name="connsiteX1" fmla="*/ 58951 w 81646"/>
                          <a:gd name="connsiteY1" fmla="*/ 51788 h 57727"/>
                          <a:gd name="connsiteX2" fmla="*/ 33424 w 81646"/>
                          <a:gd name="connsiteY2" fmla="*/ 37405 h 57727"/>
                          <a:gd name="connsiteX3" fmla="*/ 11612 w 81646"/>
                          <a:gd name="connsiteY3" fmla="*/ 21403 h 57727"/>
                          <a:gd name="connsiteX4" fmla="*/ 468 w 81646"/>
                          <a:gd name="connsiteY4" fmla="*/ 3401 h 57727"/>
                          <a:gd name="connsiteX5" fmla="*/ 21518 w 81646"/>
                          <a:gd name="connsiteY5" fmla="*/ 3115 h 57727"/>
                          <a:gd name="connsiteX6" fmla="*/ 46473 w 81646"/>
                          <a:gd name="connsiteY6" fmla="*/ 16355 h 57727"/>
                          <a:gd name="connsiteX7" fmla="*/ 69905 w 81646"/>
                          <a:gd name="connsiteY7" fmla="*/ 35405 h 57727"/>
                          <a:gd name="connsiteX8" fmla="*/ 80859 w 81646"/>
                          <a:gd name="connsiteY8" fmla="*/ 55884 h 57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1646" h="57727">
                            <a:moveTo>
                              <a:pt x="80859" y="55884"/>
                            </a:moveTo>
                            <a:cubicBezTo>
                              <a:pt x="77906" y="59980"/>
                              <a:pt x="68762" y="56646"/>
                              <a:pt x="58951" y="51788"/>
                            </a:cubicBezTo>
                            <a:cubicBezTo>
                              <a:pt x="49140" y="46930"/>
                              <a:pt x="38758" y="40549"/>
                              <a:pt x="33424" y="37405"/>
                            </a:cubicBezTo>
                            <a:cubicBezTo>
                              <a:pt x="28281" y="34072"/>
                              <a:pt x="19041" y="27880"/>
                              <a:pt x="11612" y="21403"/>
                            </a:cubicBezTo>
                            <a:cubicBezTo>
                              <a:pt x="4087" y="15022"/>
                              <a:pt x="-1723" y="8449"/>
                              <a:pt x="468" y="3401"/>
                            </a:cubicBezTo>
                            <a:cubicBezTo>
                              <a:pt x="2658" y="-1647"/>
                              <a:pt x="11802" y="-504"/>
                              <a:pt x="21518" y="3115"/>
                            </a:cubicBezTo>
                            <a:cubicBezTo>
                              <a:pt x="31233" y="6735"/>
                              <a:pt x="41520" y="12831"/>
                              <a:pt x="46473" y="16355"/>
                            </a:cubicBezTo>
                            <a:cubicBezTo>
                              <a:pt x="51522" y="19689"/>
                              <a:pt x="61904" y="27404"/>
                              <a:pt x="69905" y="35405"/>
                            </a:cubicBezTo>
                            <a:cubicBezTo>
                              <a:pt x="78096" y="43406"/>
                              <a:pt x="83811" y="51788"/>
                              <a:pt x="80859" y="5588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52" name="Forme libre : forme 10951">
                        <a:extLst>
                          <a:ext uri="{FF2B5EF4-FFF2-40B4-BE49-F238E27FC236}">
                            <a16:creationId xmlns:a16="http://schemas.microsoft.com/office/drawing/2014/main" id="{C06C281A-7C38-4629-A17B-1545EA2320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08019" y="2675211"/>
                        <a:ext cx="51301" cy="47509"/>
                      </a:xfrm>
                      <a:custGeom>
                        <a:avLst/>
                        <a:gdLst>
                          <a:gd name="connsiteX0" fmla="*/ 23203 w 51301"/>
                          <a:gd name="connsiteY0" fmla="*/ 4171 h 47509"/>
                          <a:gd name="connsiteX1" fmla="*/ 57 w 51301"/>
                          <a:gd name="connsiteY1" fmla="*/ 3313 h 47509"/>
                          <a:gd name="connsiteX2" fmla="*/ 33871 w 51301"/>
                          <a:gd name="connsiteY2" fmla="*/ 37794 h 47509"/>
                          <a:gd name="connsiteX3" fmla="*/ 51302 w 51301"/>
                          <a:gd name="connsiteY3" fmla="*/ 47510 h 47509"/>
                          <a:gd name="connsiteX4" fmla="*/ 42920 w 51301"/>
                          <a:gd name="connsiteY4" fmla="*/ 40842 h 47509"/>
                          <a:gd name="connsiteX5" fmla="*/ 23203 w 51301"/>
                          <a:gd name="connsiteY5" fmla="*/ 4171 h 475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1301" h="47509">
                            <a:moveTo>
                              <a:pt x="23203" y="4171"/>
                            </a:moveTo>
                            <a:cubicBezTo>
                              <a:pt x="16917" y="2742"/>
                              <a:pt x="1010" y="-3925"/>
                              <a:pt x="57" y="3313"/>
                            </a:cubicBezTo>
                            <a:cubicBezTo>
                              <a:pt x="-1276" y="14553"/>
                              <a:pt x="21012" y="29031"/>
                              <a:pt x="33871" y="37794"/>
                            </a:cubicBezTo>
                            <a:cubicBezTo>
                              <a:pt x="37681" y="40270"/>
                              <a:pt x="46635" y="45223"/>
                              <a:pt x="51302" y="47510"/>
                            </a:cubicBezTo>
                            <a:cubicBezTo>
                              <a:pt x="48921" y="45700"/>
                              <a:pt x="44825" y="42937"/>
                              <a:pt x="42920" y="40842"/>
                            </a:cubicBezTo>
                            <a:cubicBezTo>
                              <a:pt x="31966" y="29126"/>
                              <a:pt x="18345" y="15220"/>
                              <a:pt x="23203" y="417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53" name="Forme libre : forme 10952">
                        <a:extLst>
                          <a:ext uri="{FF2B5EF4-FFF2-40B4-BE49-F238E27FC236}">
                            <a16:creationId xmlns:a16="http://schemas.microsoft.com/office/drawing/2014/main" id="{E27183C5-9374-4738-B55E-B0046038F6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11316" y="2679983"/>
                        <a:ext cx="81493" cy="57586"/>
                      </a:xfrm>
                      <a:custGeom>
                        <a:avLst/>
                        <a:gdLst>
                          <a:gd name="connsiteX0" fmla="*/ 80009 w 81493"/>
                          <a:gd name="connsiteY0" fmla="*/ 56454 h 57586"/>
                          <a:gd name="connsiteX1" fmla="*/ 32193 w 81493"/>
                          <a:gd name="connsiteY1" fmla="*/ 37594 h 57586"/>
                          <a:gd name="connsiteX2" fmla="*/ 380 w 81493"/>
                          <a:gd name="connsiteY2" fmla="*/ 3495 h 57586"/>
                          <a:gd name="connsiteX3" fmla="*/ 21240 w 81493"/>
                          <a:gd name="connsiteY3" fmla="*/ 3399 h 57586"/>
                          <a:gd name="connsiteX4" fmla="*/ 45814 w 81493"/>
                          <a:gd name="connsiteY4" fmla="*/ 16734 h 57586"/>
                          <a:gd name="connsiteX5" fmla="*/ 70008 w 81493"/>
                          <a:gd name="connsiteY5" fmla="*/ 36356 h 57586"/>
                          <a:gd name="connsiteX6" fmla="*/ 80009 w 81493"/>
                          <a:gd name="connsiteY6" fmla="*/ 56454 h 57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493" h="57586">
                            <a:moveTo>
                              <a:pt x="80009" y="56454"/>
                            </a:moveTo>
                            <a:cubicBezTo>
                              <a:pt x="71436" y="62264"/>
                              <a:pt x="43624" y="44166"/>
                              <a:pt x="32193" y="37594"/>
                            </a:cubicBezTo>
                            <a:cubicBezTo>
                              <a:pt x="21144" y="30450"/>
                              <a:pt x="-3335" y="13877"/>
                              <a:pt x="380" y="3495"/>
                            </a:cubicBezTo>
                            <a:cubicBezTo>
                              <a:pt x="2380" y="-1839"/>
                              <a:pt x="11524" y="-411"/>
                              <a:pt x="21240" y="3399"/>
                            </a:cubicBezTo>
                            <a:cubicBezTo>
                              <a:pt x="31050" y="7114"/>
                              <a:pt x="41147" y="13591"/>
                              <a:pt x="45814" y="16734"/>
                            </a:cubicBezTo>
                            <a:cubicBezTo>
                              <a:pt x="50482" y="19878"/>
                              <a:pt x="61626" y="27879"/>
                              <a:pt x="70008" y="36356"/>
                            </a:cubicBezTo>
                            <a:cubicBezTo>
                              <a:pt x="78485" y="44833"/>
                              <a:pt x="84390" y="53406"/>
                              <a:pt x="80009" y="5645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54" name="Forme libre : forme 10953">
                        <a:extLst>
                          <a:ext uri="{FF2B5EF4-FFF2-40B4-BE49-F238E27FC236}">
                            <a16:creationId xmlns:a16="http://schemas.microsoft.com/office/drawing/2014/main" id="{09885799-5A3F-48D6-8228-5E62C49DD6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7207" y="2649452"/>
                        <a:ext cx="96601" cy="83093"/>
                      </a:xfrm>
                      <a:custGeom>
                        <a:avLst/>
                        <a:gdLst>
                          <a:gd name="connsiteX0" fmla="*/ 8 w 96601"/>
                          <a:gd name="connsiteY0" fmla="*/ 12499 h 83093"/>
                          <a:gd name="connsiteX1" fmla="*/ 6866 w 96601"/>
                          <a:gd name="connsiteY1" fmla="*/ 28120 h 83093"/>
                          <a:gd name="connsiteX2" fmla="*/ 37537 w 96601"/>
                          <a:gd name="connsiteY2" fmla="*/ 60410 h 83093"/>
                          <a:gd name="connsiteX3" fmla="*/ 75732 w 96601"/>
                          <a:gd name="connsiteY3" fmla="*/ 80794 h 83093"/>
                          <a:gd name="connsiteX4" fmla="*/ 96496 w 96601"/>
                          <a:gd name="connsiteY4" fmla="*/ 78507 h 83093"/>
                          <a:gd name="connsiteX5" fmla="*/ 87924 w 96601"/>
                          <a:gd name="connsiteY5" fmla="*/ 65458 h 83093"/>
                          <a:gd name="connsiteX6" fmla="*/ 60777 w 96601"/>
                          <a:gd name="connsiteY6" fmla="*/ 32025 h 83093"/>
                          <a:gd name="connsiteX7" fmla="*/ 28488 w 96601"/>
                          <a:gd name="connsiteY7" fmla="*/ 1736 h 83093"/>
                          <a:gd name="connsiteX8" fmla="*/ 8 w 96601"/>
                          <a:gd name="connsiteY8" fmla="*/ 12499 h 830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6601" h="83093">
                            <a:moveTo>
                              <a:pt x="8" y="12499"/>
                            </a:moveTo>
                            <a:cubicBezTo>
                              <a:pt x="198" y="19262"/>
                              <a:pt x="1818" y="21834"/>
                              <a:pt x="6866" y="28120"/>
                            </a:cubicBezTo>
                            <a:cubicBezTo>
                              <a:pt x="16391" y="40122"/>
                              <a:pt x="23440" y="49932"/>
                              <a:pt x="37537" y="60410"/>
                            </a:cubicBezTo>
                            <a:cubicBezTo>
                              <a:pt x="49252" y="69173"/>
                              <a:pt x="63540" y="76888"/>
                              <a:pt x="75732" y="80794"/>
                            </a:cubicBezTo>
                            <a:cubicBezTo>
                              <a:pt x="84876" y="83651"/>
                              <a:pt x="94877" y="84794"/>
                              <a:pt x="96496" y="78507"/>
                            </a:cubicBezTo>
                            <a:cubicBezTo>
                              <a:pt x="97449" y="74602"/>
                              <a:pt x="91734" y="70030"/>
                              <a:pt x="87924" y="65458"/>
                            </a:cubicBezTo>
                            <a:cubicBezTo>
                              <a:pt x="78875" y="54409"/>
                              <a:pt x="69255" y="44694"/>
                              <a:pt x="60777" y="32025"/>
                            </a:cubicBezTo>
                            <a:cubicBezTo>
                              <a:pt x="53539" y="21357"/>
                              <a:pt x="45918" y="7356"/>
                              <a:pt x="28488" y="1736"/>
                            </a:cubicBezTo>
                            <a:cubicBezTo>
                              <a:pt x="12772" y="-3217"/>
                              <a:pt x="-373" y="3070"/>
                              <a:pt x="8" y="1249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55" name="Forme libre : forme 10954">
                        <a:extLst>
                          <a:ext uri="{FF2B5EF4-FFF2-40B4-BE49-F238E27FC236}">
                            <a16:creationId xmlns:a16="http://schemas.microsoft.com/office/drawing/2014/main" id="{69CA6B1A-820D-4248-80B3-5B33205B29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92911" y="2659475"/>
                        <a:ext cx="39718" cy="15032"/>
                      </a:xfrm>
                      <a:custGeom>
                        <a:avLst/>
                        <a:gdLst>
                          <a:gd name="connsiteX0" fmla="*/ 4878 w 39718"/>
                          <a:gd name="connsiteY0" fmla="*/ 0 h 15032"/>
                          <a:gd name="connsiteX1" fmla="*/ 402 w 39718"/>
                          <a:gd name="connsiteY1" fmla="*/ 857 h 15032"/>
                          <a:gd name="connsiteX2" fmla="*/ 2211 w 39718"/>
                          <a:gd name="connsiteY2" fmla="*/ 4286 h 15032"/>
                          <a:gd name="connsiteX3" fmla="*/ 8784 w 39718"/>
                          <a:gd name="connsiteY3" fmla="*/ 7429 h 15032"/>
                          <a:gd name="connsiteX4" fmla="*/ 25833 w 39718"/>
                          <a:gd name="connsiteY4" fmla="*/ 13335 h 15032"/>
                          <a:gd name="connsiteX5" fmla="*/ 32215 w 39718"/>
                          <a:gd name="connsiteY5" fmla="*/ 14954 h 15032"/>
                          <a:gd name="connsiteX6" fmla="*/ 32691 w 39718"/>
                          <a:gd name="connsiteY6" fmla="*/ 5620 h 15032"/>
                          <a:gd name="connsiteX7" fmla="*/ 4878 w 39718"/>
                          <a:gd name="connsiteY7" fmla="*/ 0 h 15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718" h="15032">
                            <a:moveTo>
                              <a:pt x="4878" y="0"/>
                            </a:moveTo>
                            <a:cubicBezTo>
                              <a:pt x="2878" y="0"/>
                              <a:pt x="1449" y="0"/>
                              <a:pt x="402" y="857"/>
                            </a:cubicBezTo>
                            <a:cubicBezTo>
                              <a:pt x="-646" y="1715"/>
                              <a:pt x="497" y="3048"/>
                              <a:pt x="2211" y="4286"/>
                            </a:cubicBezTo>
                            <a:cubicBezTo>
                              <a:pt x="3926" y="5429"/>
                              <a:pt x="6688" y="6572"/>
                              <a:pt x="8784" y="7429"/>
                            </a:cubicBezTo>
                            <a:cubicBezTo>
                              <a:pt x="14403" y="9430"/>
                              <a:pt x="20309" y="11716"/>
                              <a:pt x="25833" y="13335"/>
                            </a:cubicBezTo>
                            <a:cubicBezTo>
                              <a:pt x="28119" y="14002"/>
                              <a:pt x="30215" y="14859"/>
                              <a:pt x="32215" y="14954"/>
                            </a:cubicBezTo>
                            <a:cubicBezTo>
                              <a:pt x="40692" y="15716"/>
                              <a:pt x="43455" y="10763"/>
                              <a:pt x="32691" y="5620"/>
                            </a:cubicBezTo>
                            <a:cubicBezTo>
                              <a:pt x="24309" y="1715"/>
                              <a:pt x="13070" y="95"/>
                              <a:pt x="487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56" name="Forme libre : forme 10955">
                        <a:extLst>
                          <a:ext uri="{FF2B5EF4-FFF2-40B4-BE49-F238E27FC236}">
                            <a16:creationId xmlns:a16="http://schemas.microsoft.com/office/drawing/2014/main" id="{730B3FD1-F962-4B73-825F-B075E06D17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48368" y="2743485"/>
                        <a:ext cx="63055" cy="14878"/>
                      </a:xfrm>
                      <a:custGeom>
                        <a:avLst/>
                        <a:gdLst>
                          <a:gd name="connsiteX0" fmla="*/ 63055 w 63055"/>
                          <a:gd name="connsiteY0" fmla="*/ 13716 h 14878"/>
                          <a:gd name="connsiteX1" fmla="*/ 0 w 63055"/>
                          <a:gd name="connsiteY1" fmla="*/ 0 h 14878"/>
                          <a:gd name="connsiteX2" fmla="*/ 63055 w 63055"/>
                          <a:gd name="connsiteY2" fmla="*/ 13716 h 148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3055" h="14878">
                            <a:moveTo>
                              <a:pt x="63055" y="13716"/>
                            </a:moveTo>
                            <a:cubicBezTo>
                              <a:pt x="47435" y="18764"/>
                              <a:pt x="18193" y="6096"/>
                              <a:pt x="0" y="0"/>
                            </a:cubicBezTo>
                            <a:cubicBezTo>
                              <a:pt x="19621" y="6953"/>
                              <a:pt x="44387" y="11811"/>
                              <a:pt x="63055" y="1371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57" name="Forme libre : forme 10956">
                        <a:extLst>
                          <a:ext uri="{FF2B5EF4-FFF2-40B4-BE49-F238E27FC236}">
                            <a16:creationId xmlns:a16="http://schemas.microsoft.com/office/drawing/2014/main" id="{EA65B998-05AB-4481-B678-08C6BA9918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50927" y="2638695"/>
                        <a:ext cx="75819" cy="8587"/>
                      </a:xfrm>
                      <a:custGeom>
                        <a:avLst/>
                        <a:gdLst>
                          <a:gd name="connsiteX0" fmla="*/ 75819 w 75819"/>
                          <a:gd name="connsiteY0" fmla="*/ 8588 h 8587"/>
                          <a:gd name="connsiteX1" fmla="*/ 0 w 75819"/>
                          <a:gd name="connsiteY1" fmla="*/ 4873 h 8587"/>
                          <a:gd name="connsiteX2" fmla="*/ 75819 w 75819"/>
                          <a:gd name="connsiteY2" fmla="*/ 8588 h 85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5819" h="8587">
                            <a:moveTo>
                              <a:pt x="75819" y="8588"/>
                            </a:moveTo>
                            <a:cubicBezTo>
                              <a:pt x="48673" y="-3223"/>
                              <a:pt x="20479" y="-1223"/>
                              <a:pt x="0" y="4873"/>
                            </a:cubicBezTo>
                            <a:cubicBezTo>
                              <a:pt x="18859" y="-1985"/>
                              <a:pt x="51530" y="1254"/>
                              <a:pt x="75819" y="858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58" name="Forme libre : forme 10957">
                        <a:extLst>
                          <a:ext uri="{FF2B5EF4-FFF2-40B4-BE49-F238E27FC236}">
                            <a16:creationId xmlns:a16="http://schemas.microsoft.com/office/drawing/2014/main" id="{60000330-0388-4958-AA7C-29C4E459B2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45171" y="2691735"/>
                        <a:ext cx="28884" cy="23798"/>
                      </a:xfrm>
                      <a:custGeom>
                        <a:avLst/>
                        <a:gdLst>
                          <a:gd name="connsiteX0" fmla="*/ 27961 w 28884"/>
                          <a:gd name="connsiteY0" fmla="*/ 23652 h 23798"/>
                          <a:gd name="connsiteX1" fmla="*/ 9768 w 28884"/>
                          <a:gd name="connsiteY1" fmla="*/ 12889 h 23798"/>
                          <a:gd name="connsiteX2" fmla="*/ 1005 w 28884"/>
                          <a:gd name="connsiteY2" fmla="*/ 220 h 23798"/>
                          <a:gd name="connsiteX3" fmla="*/ 18531 w 28884"/>
                          <a:gd name="connsiteY3" fmla="*/ 10031 h 23798"/>
                          <a:gd name="connsiteX4" fmla="*/ 27961 w 28884"/>
                          <a:gd name="connsiteY4" fmla="*/ 23652 h 237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884" h="23798">
                            <a:moveTo>
                              <a:pt x="27961" y="23652"/>
                            </a:moveTo>
                            <a:cubicBezTo>
                              <a:pt x="24056" y="25081"/>
                              <a:pt x="13197" y="15651"/>
                              <a:pt x="9768" y="12889"/>
                            </a:cubicBezTo>
                            <a:cubicBezTo>
                              <a:pt x="6435" y="10031"/>
                              <a:pt x="-3090" y="1935"/>
                              <a:pt x="1005" y="220"/>
                            </a:cubicBezTo>
                            <a:cubicBezTo>
                              <a:pt x="5196" y="-1494"/>
                              <a:pt x="15484" y="7269"/>
                              <a:pt x="18531" y="10031"/>
                            </a:cubicBezTo>
                            <a:cubicBezTo>
                              <a:pt x="21865" y="12698"/>
                              <a:pt x="31962" y="22223"/>
                              <a:pt x="27961" y="2365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59" name="Forme libre : forme 10958">
                        <a:extLst>
                          <a:ext uri="{FF2B5EF4-FFF2-40B4-BE49-F238E27FC236}">
                            <a16:creationId xmlns:a16="http://schemas.microsoft.com/office/drawing/2014/main" id="{9963D1BE-F1E3-4658-BA42-F215F99DF5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69838" y="2711454"/>
                        <a:ext cx="8399" cy="6991"/>
                      </a:xfrm>
                      <a:custGeom>
                        <a:avLst/>
                        <a:gdLst>
                          <a:gd name="connsiteX0" fmla="*/ 8343 w 8399"/>
                          <a:gd name="connsiteY0" fmla="*/ 6505 h 6991"/>
                          <a:gd name="connsiteX1" fmla="*/ 3580 w 8399"/>
                          <a:gd name="connsiteY1" fmla="*/ 5076 h 6991"/>
                          <a:gd name="connsiteX2" fmla="*/ 56 w 8399"/>
                          <a:gd name="connsiteY2" fmla="*/ 504 h 6991"/>
                          <a:gd name="connsiteX3" fmla="*/ 4723 w 8399"/>
                          <a:gd name="connsiteY3" fmla="*/ 1837 h 6991"/>
                          <a:gd name="connsiteX4" fmla="*/ 8343 w 8399"/>
                          <a:gd name="connsiteY4" fmla="*/ 6505 h 6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399" h="6991">
                            <a:moveTo>
                              <a:pt x="8343" y="6505"/>
                            </a:moveTo>
                            <a:cubicBezTo>
                              <a:pt x="7772" y="7838"/>
                              <a:pt x="5009" y="6124"/>
                              <a:pt x="3580" y="5076"/>
                            </a:cubicBezTo>
                            <a:cubicBezTo>
                              <a:pt x="2247" y="4028"/>
                              <a:pt x="-420" y="1837"/>
                              <a:pt x="56" y="504"/>
                            </a:cubicBezTo>
                            <a:cubicBezTo>
                              <a:pt x="628" y="-830"/>
                              <a:pt x="3295" y="790"/>
                              <a:pt x="4723" y="1837"/>
                            </a:cubicBezTo>
                            <a:cubicBezTo>
                              <a:pt x="6152" y="2790"/>
                              <a:pt x="8819" y="5171"/>
                              <a:pt x="8343" y="650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60" name="Forme libre : forme 10959">
                        <a:extLst>
                          <a:ext uri="{FF2B5EF4-FFF2-40B4-BE49-F238E27FC236}">
                            <a16:creationId xmlns:a16="http://schemas.microsoft.com/office/drawing/2014/main" id="{5001CD07-79DA-4FA9-8B7A-B7BD028A1C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5840" y="2673590"/>
                        <a:ext cx="57982" cy="76374"/>
                      </a:xfrm>
                      <a:custGeom>
                        <a:avLst/>
                        <a:gdLst>
                          <a:gd name="connsiteX0" fmla="*/ 50820 w 57982"/>
                          <a:gd name="connsiteY0" fmla="*/ 48560 h 76374"/>
                          <a:gd name="connsiteX1" fmla="*/ 57964 w 57982"/>
                          <a:gd name="connsiteY1" fmla="*/ 73896 h 76374"/>
                          <a:gd name="connsiteX2" fmla="*/ 49582 w 57982"/>
                          <a:gd name="connsiteY2" fmla="*/ 74277 h 76374"/>
                          <a:gd name="connsiteX3" fmla="*/ 43676 w 57982"/>
                          <a:gd name="connsiteY3" fmla="*/ 64847 h 76374"/>
                          <a:gd name="connsiteX4" fmla="*/ 26912 w 57982"/>
                          <a:gd name="connsiteY4" fmla="*/ 35034 h 76374"/>
                          <a:gd name="connsiteX5" fmla="*/ 9386 w 57982"/>
                          <a:gd name="connsiteY5" fmla="*/ 16079 h 76374"/>
                          <a:gd name="connsiteX6" fmla="*/ 1957 w 57982"/>
                          <a:gd name="connsiteY6" fmla="*/ 268 h 76374"/>
                          <a:gd name="connsiteX7" fmla="*/ 41200 w 57982"/>
                          <a:gd name="connsiteY7" fmla="*/ 26938 h 76374"/>
                          <a:gd name="connsiteX8" fmla="*/ 50820 w 57982"/>
                          <a:gd name="connsiteY8" fmla="*/ 48560 h 76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7982" h="76374">
                            <a:moveTo>
                              <a:pt x="50820" y="48560"/>
                            </a:moveTo>
                            <a:cubicBezTo>
                              <a:pt x="55201" y="58275"/>
                              <a:pt x="58250" y="65228"/>
                              <a:pt x="57964" y="73896"/>
                            </a:cubicBezTo>
                            <a:cubicBezTo>
                              <a:pt x="57868" y="77135"/>
                              <a:pt x="53106" y="77135"/>
                              <a:pt x="49582" y="74277"/>
                            </a:cubicBezTo>
                            <a:cubicBezTo>
                              <a:pt x="46058" y="71324"/>
                              <a:pt x="44915" y="68181"/>
                              <a:pt x="43676" y="64847"/>
                            </a:cubicBezTo>
                            <a:cubicBezTo>
                              <a:pt x="39771" y="54560"/>
                              <a:pt x="34056" y="45130"/>
                              <a:pt x="26912" y="35034"/>
                            </a:cubicBezTo>
                            <a:cubicBezTo>
                              <a:pt x="24722" y="31795"/>
                              <a:pt x="16340" y="23604"/>
                              <a:pt x="9386" y="16079"/>
                            </a:cubicBezTo>
                            <a:cubicBezTo>
                              <a:pt x="2433" y="8554"/>
                              <a:pt x="-3091" y="1601"/>
                              <a:pt x="1957" y="268"/>
                            </a:cubicBezTo>
                            <a:cubicBezTo>
                              <a:pt x="12339" y="-2590"/>
                              <a:pt x="35485" y="18175"/>
                              <a:pt x="41200" y="26938"/>
                            </a:cubicBezTo>
                            <a:cubicBezTo>
                              <a:pt x="47201" y="35415"/>
                              <a:pt x="47486" y="41225"/>
                              <a:pt x="50820" y="4856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59" name="Graphique 1">
                      <a:extLst>
                        <a:ext uri="{FF2B5EF4-FFF2-40B4-BE49-F238E27FC236}">
                          <a16:creationId xmlns:a16="http://schemas.microsoft.com/office/drawing/2014/main" id="{CA25E26B-6E17-4C2F-913E-D9632B8AB3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216165" y="2750894"/>
                      <a:ext cx="138053" cy="171638"/>
                      <a:chOff x="2216165" y="2750894"/>
                      <a:chExt cx="138053" cy="171638"/>
                    </a:xfrm>
                    <a:solidFill>
                      <a:schemeClr val="accent1"/>
                    </a:solidFill>
                  </p:grpSpPr>
                  <p:sp>
                    <p:nvSpPr>
                      <p:cNvPr id="10937" name="Forme libre : forme 10936">
                        <a:extLst>
                          <a:ext uri="{FF2B5EF4-FFF2-40B4-BE49-F238E27FC236}">
                            <a16:creationId xmlns:a16="http://schemas.microsoft.com/office/drawing/2014/main" id="{6132C781-CFF5-41B9-8E1C-823D49C499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16165" y="2750894"/>
                        <a:ext cx="138053" cy="171638"/>
                      </a:xfrm>
                      <a:custGeom>
                        <a:avLst/>
                        <a:gdLst>
                          <a:gd name="connsiteX0" fmla="*/ 61171 w 138053"/>
                          <a:gd name="connsiteY0" fmla="*/ 135466 h 171638"/>
                          <a:gd name="connsiteX1" fmla="*/ 21452 w 138053"/>
                          <a:gd name="connsiteY1" fmla="*/ 80317 h 171638"/>
                          <a:gd name="connsiteX2" fmla="*/ 21 w 138053"/>
                          <a:gd name="connsiteY2" fmla="*/ 15261 h 171638"/>
                          <a:gd name="connsiteX3" fmla="*/ 15261 w 138053"/>
                          <a:gd name="connsiteY3" fmla="*/ 21 h 171638"/>
                          <a:gd name="connsiteX4" fmla="*/ 81840 w 138053"/>
                          <a:gd name="connsiteY4" fmla="*/ 35168 h 171638"/>
                          <a:gd name="connsiteX5" fmla="*/ 121369 w 138053"/>
                          <a:gd name="connsiteY5" fmla="*/ 90223 h 171638"/>
                          <a:gd name="connsiteX6" fmla="*/ 138038 w 138053"/>
                          <a:gd name="connsiteY6" fmla="*/ 153755 h 171638"/>
                          <a:gd name="connsiteX7" fmla="*/ 126608 w 138053"/>
                          <a:gd name="connsiteY7" fmla="*/ 171566 h 171638"/>
                          <a:gd name="connsiteX8" fmla="*/ 109463 w 138053"/>
                          <a:gd name="connsiteY8" fmla="*/ 170042 h 171638"/>
                          <a:gd name="connsiteX9" fmla="*/ 92508 w 138053"/>
                          <a:gd name="connsiteY9" fmla="*/ 163470 h 171638"/>
                          <a:gd name="connsiteX10" fmla="*/ 61171 w 138053"/>
                          <a:gd name="connsiteY10" fmla="*/ 135466 h 1716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38053" h="171638">
                            <a:moveTo>
                              <a:pt x="61171" y="135466"/>
                            </a:moveTo>
                            <a:cubicBezTo>
                              <a:pt x="50503" y="121750"/>
                              <a:pt x="30787" y="93080"/>
                              <a:pt x="21452" y="80317"/>
                            </a:cubicBezTo>
                            <a:cubicBezTo>
                              <a:pt x="4402" y="55742"/>
                              <a:pt x="1449" y="38883"/>
                              <a:pt x="21" y="15261"/>
                            </a:cubicBezTo>
                            <a:cubicBezTo>
                              <a:pt x="-455" y="7260"/>
                              <a:pt x="7355" y="-455"/>
                              <a:pt x="15261" y="21"/>
                            </a:cubicBezTo>
                            <a:cubicBezTo>
                              <a:pt x="38025" y="1545"/>
                              <a:pt x="60600" y="10308"/>
                              <a:pt x="81840" y="35168"/>
                            </a:cubicBezTo>
                            <a:cubicBezTo>
                              <a:pt x="93652" y="48313"/>
                              <a:pt x="112797" y="76507"/>
                              <a:pt x="121369" y="90223"/>
                            </a:cubicBezTo>
                            <a:cubicBezTo>
                              <a:pt x="137752" y="116035"/>
                              <a:pt x="136895" y="132418"/>
                              <a:pt x="138038" y="153755"/>
                            </a:cubicBezTo>
                            <a:cubicBezTo>
                              <a:pt x="138324" y="161089"/>
                              <a:pt x="134609" y="170804"/>
                              <a:pt x="126608" y="171566"/>
                            </a:cubicBezTo>
                            <a:cubicBezTo>
                              <a:pt x="121083" y="171852"/>
                              <a:pt x="115464" y="171281"/>
                              <a:pt x="109463" y="170042"/>
                            </a:cubicBezTo>
                            <a:cubicBezTo>
                              <a:pt x="103843" y="168709"/>
                              <a:pt x="98223" y="166518"/>
                              <a:pt x="92508" y="163470"/>
                            </a:cubicBezTo>
                            <a:cubicBezTo>
                              <a:pt x="81745" y="157374"/>
                              <a:pt x="70887" y="147944"/>
                              <a:pt x="61171" y="13546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38" name="Forme libre : forme 10937">
                        <a:extLst>
                          <a:ext uri="{FF2B5EF4-FFF2-40B4-BE49-F238E27FC236}">
                            <a16:creationId xmlns:a16="http://schemas.microsoft.com/office/drawing/2014/main" id="{88A5839F-BD05-4874-A834-364FD74386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16262" y="2756820"/>
                        <a:ext cx="126987" cy="165427"/>
                      </a:xfrm>
                      <a:custGeom>
                        <a:avLst/>
                        <a:gdLst>
                          <a:gd name="connsiteX0" fmla="*/ 49073 w 126987"/>
                          <a:gd name="connsiteY0" fmla="*/ 66104 h 165427"/>
                          <a:gd name="connsiteX1" fmla="*/ 22689 w 126987"/>
                          <a:gd name="connsiteY1" fmla="*/ 33623 h 165427"/>
                          <a:gd name="connsiteX2" fmla="*/ 3067 w 126987"/>
                          <a:gd name="connsiteY2" fmla="*/ 0 h 165427"/>
                          <a:gd name="connsiteX3" fmla="*/ 19 w 126987"/>
                          <a:gd name="connsiteY3" fmla="*/ 9144 h 165427"/>
                          <a:gd name="connsiteX4" fmla="*/ 1067 w 126987"/>
                          <a:gd name="connsiteY4" fmla="*/ 20764 h 165427"/>
                          <a:gd name="connsiteX5" fmla="*/ 8877 w 126987"/>
                          <a:gd name="connsiteY5" fmla="*/ 52197 h 165427"/>
                          <a:gd name="connsiteX6" fmla="*/ 21546 w 126987"/>
                          <a:gd name="connsiteY6" fmla="*/ 74200 h 165427"/>
                          <a:gd name="connsiteX7" fmla="*/ 27642 w 126987"/>
                          <a:gd name="connsiteY7" fmla="*/ 82772 h 165427"/>
                          <a:gd name="connsiteX8" fmla="*/ 58027 w 126987"/>
                          <a:gd name="connsiteY8" fmla="*/ 125063 h 165427"/>
                          <a:gd name="connsiteX9" fmla="*/ 61265 w 126987"/>
                          <a:gd name="connsiteY9" fmla="*/ 129254 h 165427"/>
                          <a:gd name="connsiteX10" fmla="*/ 83172 w 126987"/>
                          <a:gd name="connsiteY10" fmla="*/ 151067 h 165427"/>
                          <a:gd name="connsiteX11" fmla="*/ 99365 w 126987"/>
                          <a:gd name="connsiteY11" fmla="*/ 160211 h 165427"/>
                          <a:gd name="connsiteX12" fmla="*/ 115938 w 126987"/>
                          <a:gd name="connsiteY12" fmla="*/ 164878 h 165427"/>
                          <a:gd name="connsiteX13" fmla="*/ 126607 w 126987"/>
                          <a:gd name="connsiteY13" fmla="*/ 165354 h 165427"/>
                          <a:gd name="connsiteX14" fmla="*/ 126987 w 126987"/>
                          <a:gd name="connsiteY14" fmla="*/ 165259 h 165427"/>
                          <a:gd name="connsiteX15" fmla="*/ 85935 w 126987"/>
                          <a:gd name="connsiteY15" fmla="*/ 115348 h 165427"/>
                          <a:gd name="connsiteX16" fmla="*/ 49073 w 126987"/>
                          <a:gd name="connsiteY16" fmla="*/ 66104 h 1654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26987" h="165427">
                            <a:moveTo>
                              <a:pt x="49073" y="66104"/>
                            </a:moveTo>
                            <a:cubicBezTo>
                              <a:pt x="40024" y="55531"/>
                              <a:pt x="30976" y="44482"/>
                              <a:pt x="22689" y="33623"/>
                            </a:cubicBezTo>
                            <a:cubicBezTo>
                              <a:pt x="14593" y="22670"/>
                              <a:pt x="7353" y="11716"/>
                              <a:pt x="3067" y="0"/>
                            </a:cubicBezTo>
                            <a:cubicBezTo>
                              <a:pt x="1067" y="2667"/>
                              <a:pt x="-171" y="5810"/>
                              <a:pt x="19" y="9144"/>
                            </a:cubicBezTo>
                            <a:cubicBezTo>
                              <a:pt x="210" y="13145"/>
                              <a:pt x="686" y="17050"/>
                              <a:pt x="1067" y="20764"/>
                            </a:cubicBezTo>
                            <a:cubicBezTo>
                              <a:pt x="2115" y="31623"/>
                              <a:pt x="4401" y="41434"/>
                              <a:pt x="8877" y="52197"/>
                            </a:cubicBezTo>
                            <a:cubicBezTo>
                              <a:pt x="12021" y="58864"/>
                              <a:pt x="15831" y="66389"/>
                              <a:pt x="21546" y="74200"/>
                            </a:cubicBezTo>
                            <a:cubicBezTo>
                              <a:pt x="23260" y="76676"/>
                              <a:pt x="25356" y="79534"/>
                              <a:pt x="27642" y="82772"/>
                            </a:cubicBezTo>
                            <a:cubicBezTo>
                              <a:pt x="37071" y="95821"/>
                              <a:pt x="49740" y="113633"/>
                              <a:pt x="58027" y="125063"/>
                            </a:cubicBezTo>
                            <a:cubicBezTo>
                              <a:pt x="59169" y="126587"/>
                              <a:pt x="60312" y="128016"/>
                              <a:pt x="61265" y="129254"/>
                            </a:cubicBezTo>
                            <a:cubicBezTo>
                              <a:pt x="68313" y="138113"/>
                              <a:pt x="75552" y="145447"/>
                              <a:pt x="83172" y="151067"/>
                            </a:cubicBezTo>
                            <a:cubicBezTo>
                              <a:pt x="88507" y="154877"/>
                              <a:pt x="93650" y="157925"/>
                              <a:pt x="99365" y="160211"/>
                            </a:cubicBezTo>
                            <a:cubicBezTo>
                              <a:pt x="104794" y="162496"/>
                              <a:pt x="110224" y="164116"/>
                              <a:pt x="115938" y="164878"/>
                            </a:cubicBezTo>
                            <a:cubicBezTo>
                              <a:pt x="119558" y="165354"/>
                              <a:pt x="123082" y="165545"/>
                              <a:pt x="126607" y="165354"/>
                            </a:cubicBezTo>
                            <a:lnTo>
                              <a:pt x="126987" y="165259"/>
                            </a:lnTo>
                            <a:cubicBezTo>
                              <a:pt x="110224" y="150495"/>
                              <a:pt x="98032" y="132588"/>
                              <a:pt x="85935" y="115348"/>
                            </a:cubicBezTo>
                            <a:cubicBezTo>
                              <a:pt x="73838" y="98203"/>
                              <a:pt x="62027" y="81248"/>
                              <a:pt x="49073" y="6610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39" name="Forme libre : forme 10938">
                        <a:extLst>
                          <a:ext uri="{FF2B5EF4-FFF2-40B4-BE49-F238E27FC236}">
                            <a16:creationId xmlns:a16="http://schemas.microsoft.com/office/drawing/2014/main" id="{372BC29C-A8E6-400D-9A95-EA66382885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65754" y="2808747"/>
                        <a:ext cx="59217" cy="80969"/>
                      </a:xfrm>
                      <a:custGeom>
                        <a:avLst/>
                        <a:gdLst>
                          <a:gd name="connsiteX0" fmla="*/ 57588 w 59217"/>
                          <a:gd name="connsiteY0" fmla="*/ 79995 h 80969"/>
                          <a:gd name="connsiteX1" fmla="*/ 18345 w 59217"/>
                          <a:gd name="connsiteY1" fmla="*/ 46181 h 80969"/>
                          <a:gd name="connsiteX2" fmla="*/ 2152 w 59217"/>
                          <a:gd name="connsiteY2" fmla="*/ 1223 h 80969"/>
                          <a:gd name="connsiteX3" fmla="*/ 38538 w 59217"/>
                          <a:gd name="connsiteY3" fmla="*/ 31798 h 80969"/>
                          <a:gd name="connsiteX4" fmla="*/ 57588 w 59217"/>
                          <a:gd name="connsiteY4" fmla="*/ 79995 h 809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217" h="80969">
                            <a:moveTo>
                              <a:pt x="57588" y="79995"/>
                            </a:moveTo>
                            <a:cubicBezTo>
                              <a:pt x="49491" y="86757"/>
                              <a:pt x="25298" y="56468"/>
                              <a:pt x="18345" y="46181"/>
                            </a:cubicBezTo>
                            <a:cubicBezTo>
                              <a:pt x="11296" y="35608"/>
                              <a:pt x="-6039" y="8367"/>
                              <a:pt x="2152" y="1223"/>
                            </a:cubicBezTo>
                            <a:cubicBezTo>
                              <a:pt x="10725" y="-6111"/>
                              <a:pt x="32442" y="21511"/>
                              <a:pt x="38538" y="31798"/>
                            </a:cubicBezTo>
                            <a:cubicBezTo>
                              <a:pt x="45015" y="42085"/>
                              <a:pt x="65017" y="73613"/>
                              <a:pt x="57588" y="7999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40" name="Forme libre : forme 10939">
                        <a:extLst>
                          <a:ext uri="{FF2B5EF4-FFF2-40B4-BE49-F238E27FC236}">
                            <a16:creationId xmlns:a16="http://schemas.microsoft.com/office/drawing/2014/main" id="{DCB11D01-D20B-4AE5-862F-667A2F92D6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66070" y="2808061"/>
                        <a:ext cx="31363" cy="63249"/>
                      </a:xfrm>
                      <a:custGeom>
                        <a:avLst/>
                        <a:gdLst>
                          <a:gd name="connsiteX0" fmla="*/ 22030 w 31363"/>
                          <a:gd name="connsiteY0" fmla="*/ 12195 h 63249"/>
                          <a:gd name="connsiteX1" fmla="*/ 1551 w 31363"/>
                          <a:gd name="connsiteY1" fmla="*/ 1623 h 63249"/>
                          <a:gd name="connsiteX2" fmla="*/ 18315 w 31363"/>
                          <a:gd name="connsiteY2" fmla="*/ 47343 h 63249"/>
                          <a:gd name="connsiteX3" fmla="*/ 31364 w 31363"/>
                          <a:gd name="connsiteY3" fmla="*/ 63249 h 63249"/>
                          <a:gd name="connsiteX4" fmla="*/ 25649 w 31363"/>
                          <a:gd name="connsiteY4" fmla="*/ 53820 h 63249"/>
                          <a:gd name="connsiteX5" fmla="*/ 22030 w 31363"/>
                          <a:gd name="connsiteY5" fmla="*/ 12195 h 6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1363" h="63249">
                            <a:moveTo>
                              <a:pt x="22030" y="12195"/>
                            </a:moveTo>
                            <a:cubicBezTo>
                              <a:pt x="17076" y="8290"/>
                              <a:pt x="5456" y="-4473"/>
                              <a:pt x="1551" y="1623"/>
                            </a:cubicBezTo>
                            <a:cubicBezTo>
                              <a:pt x="-4736" y="11243"/>
                              <a:pt x="9552" y="34008"/>
                              <a:pt x="18315" y="47343"/>
                            </a:cubicBezTo>
                            <a:cubicBezTo>
                              <a:pt x="20982" y="51248"/>
                              <a:pt x="27554" y="59439"/>
                              <a:pt x="31364" y="63249"/>
                            </a:cubicBezTo>
                            <a:cubicBezTo>
                              <a:pt x="29650" y="60678"/>
                              <a:pt x="26792" y="56486"/>
                              <a:pt x="25649" y="53820"/>
                            </a:cubicBezTo>
                            <a:cubicBezTo>
                              <a:pt x="19458" y="38484"/>
                              <a:pt x="12885" y="20101"/>
                              <a:pt x="22030" y="1219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41" name="Forme libre : forme 10940">
                        <a:extLst>
                          <a:ext uri="{FF2B5EF4-FFF2-40B4-BE49-F238E27FC236}">
                            <a16:creationId xmlns:a16="http://schemas.microsoft.com/office/drawing/2014/main" id="{EC6E9462-E27D-486C-BEC7-0AD726FF7F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66477" y="2814189"/>
                        <a:ext cx="60337" cy="80622"/>
                      </a:xfrm>
                      <a:custGeom>
                        <a:avLst/>
                        <a:gdLst>
                          <a:gd name="connsiteX0" fmla="*/ 58103 w 60337"/>
                          <a:gd name="connsiteY0" fmla="*/ 80172 h 80622"/>
                          <a:gd name="connsiteX1" fmla="*/ 17717 w 60337"/>
                          <a:gd name="connsiteY1" fmla="*/ 46073 h 80622"/>
                          <a:gd name="connsiteX2" fmla="*/ 2191 w 60337"/>
                          <a:gd name="connsiteY2" fmla="*/ 1401 h 80622"/>
                          <a:gd name="connsiteX3" fmla="*/ 38195 w 60337"/>
                          <a:gd name="connsiteY3" fmla="*/ 31880 h 80622"/>
                          <a:gd name="connsiteX4" fmla="*/ 53816 w 60337"/>
                          <a:gd name="connsiteY4" fmla="*/ 58170 h 80622"/>
                          <a:gd name="connsiteX5" fmla="*/ 58103 w 60337"/>
                          <a:gd name="connsiteY5" fmla="*/ 80172 h 806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0337" h="80622">
                            <a:moveTo>
                              <a:pt x="58103" y="80172"/>
                            </a:moveTo>
                            <a:cubicBezTo>
                              <a:pt x="47816" y="84459"/>
                              <a:pt x="25527" y="57027"/>
                              <a:pt x="17717" y="46073"/>
                            </a:cubicBezTo>
                            <a:cubicBezTo>
                              <a:pt x="9716" y="34929"/>
                              <a:pt x="-5715" y="9116"/>
                              <a:pt x="2191" y="1401"/>
                            </a:cubicBezTo>
                            <a:cubicBezTo>
                              <a:pt x="10573" y="-6696"/>
                              <a:pt x="32195" y="22546"/>
                              <a:pt x="38195" y="31880"/>
                            </a:cubicBezTo>
                            <a:cubicBezTo>
                              <a:pt x="41339" y="36548"/>
                              <a:pt x="48482" y="47787"/>
                              <a:pt x="53816" y="58170"/>
                            </a:cubicBezTo>
                            <a:cubicBezTo>
                              <a:pt x="59150" y="68647"/>
                              <a:pt x="62961" y="78172"/>
                              <a:pt x="58103" y="8017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42" name="Forme libre : forme 10941">
                        <a:extLst>
                          <a:ext uri="{FF2B5EF4-FFF2-40B4-BE49-F238E27FC236}">
                            <a16:creationId xmlns:a16="http://schemas.microsoft.com/office/drawing/2014/main" id="{2EF79BCC-AA3A-4C82-B958-18D007FC94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36062" y="2770684"/>
                        <a:ext cx="64571" cy="109763"/>
                      </a:xfrm>
                      <a:custGeom>
                        <a:avLst/>
                        <a:gdLst>
                          <a:gd name="connsiteX0" fmla="*/ 2031 w 64571"/>
                          <a:gd name="connsiteY0" fmla="*/ 6138 h 109763"/>
                          <a:gd name="connsiteX1" fmla="*/ 1269 w 64571"/>
                          <a:gd name="connsiteY1" fmla="*/ 23188 h 109763"/>
                          <a:gd name="connsiteX2" fmla="*/ 6222 w 64571"/>
                          <a:gd name="connsiteY2" fmla="*/ 44238 h 109763"/>
                          <a:gd name="connsiteX3" fmla="*/ 15175 w 64571"/>
                          <a:gd name="connsiteY3" fmla="*/ 65955 h 109763"/>
                          <a:gd name="connsiteX4" fmla="*/ 43179 w 64571"/>
                          <a:gd name="connsiteY4" fmla="*/ 101579 h 109763"/>
                          <a:gd name="connsiteX5" fmla="*/ 63944 w 64571"/>
                          <a:gd name="connsiteY5" fmla="*/ 107294 h 109763"/>
                          <a:gd name="connsiteX6" fmla="*/ 60133 w 64571"/>
                          <a:gd name="connsiteY6" fmla="*/ 91673 h 109763"/>
                          <a:gd name="connsiteX7" fmla="*/ 48227 w 64571"/>
                          <a:gd name="connsiteY7" fmla="*/ 50144 h 109763"/>
                          <a:gd name="connsiteX8" fmla="*/ 32416 w 64571"/>
                          <a:gd name="connsiteY8" fmla="*/ 8996 h 109763"/>
                          <a:gd name="connsiteX9" fmla="*/ 14128 w 64571"/>
                          <a:gd name="connsiteY9" fmla="*/ 43 h 109763"/>
                          <a:gd name="connsiteX10" fmla="*/ 2031 w 64571"/>
                          <a:gd name="connsiteY10" fmla="*/ 6138 h 1097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4571" h="109763">
                            <a:moveTo>
                              <a:pt x="2031" y="6138"/>
                            </a:moveTo>
                            <a:cubicBezTo>
                              <a:pt x="-636" y="12235"/>
                              <a:pt x="-445" y="15378"/>
                              <a:pt x="1269" y="23188"/>
                            </a:cubicBezTo>
                            <a:cubicBezTo>
                              <a:pt x="2983" y="30522"/>
                              <a:pt x="4317" y="37285"/>
                              <a:pt x="6222" y="44238"/>
                            </a:cubicBezTo>
                            <a:cubicBezTo>
                              <a:pt x="8317" y="51001"/>
                              <a:pt x="10794" y="58050"/>
                              <a:pt x="15175" y="65955"/>
                            </a:cubicBezTo>
                            <a:cubicBezTo>
                              <a:pt x="22224" y="79290"/>
                              <a:pt x="32702" y="92721"/>
                              <a:pt x="43179" y="101579"/>
                            </a:cubicBezTo>
                            <a:cubicBezTo>
                              <a:pt x="50894" y="108056"/>
                              <a:pt x="60419" y="112914"/>
                              <a:pt x="63944" y="107294"/>
                            </a:cubicBezTo>
                            <a:cubicBezTo>
                              <a:pt x="66134" y="103865"/>
                              <a:pt x="62039" y="97483"/>
                              <a:pt x="60133" y="91673"/>
                            </a:cubicBezTo>
                            <a:cubicBezTo>
                              <a:pt x="55562" y="77862"/>
                              <a:pt x="50704" y="65098"/>
                              <a:pt x="48227" y="50144"/>
                            </a:cubicBezTo>
                            <a:cubicBezTo>
                              <a:pt x="46227" y="37476"/>
                              <a:pt x="45370" y="21760"/>
                              <a:pt x="32416" y="8996"/>
                            </a:cubicBezTo>
                            <a:cubicBezTo>
                              <a:pt x="26320" y="3471"/>
                              <a:pt x="19652" y="519"/>
                              <a:pt x="14128" y="43"/>
                            </a:cubicBezTo>
                            <a:cubicBezTo>
                              <a:pt x="8413" y="-339"/>
                              <a:pt x="3841" y="1852"/>
                              <a:pt x="2031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43" name="Forme libre : forme 10942">
                        <a:extLst>
                          <a:ext uri="{FF2B5EF4-FFF2-40B4-BE49-F238E27FC236}">
                            <a16:creationId xmlns:a16="http://schemas.microsoft.com/office/drawing/2014/main" id="{490CB4F3-58E2-4805-8BB4-9E6280358D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61432" y="2786655"/>
                        <a:ext cx="31687" cy="28196"/>
                      </a:xfrm>
                      <a:custGeom>
                        <a:avLst/>
                        <a:gdLst>
                          <a:gd name="connsiteX0" fmla="*/ 5236 w 31687"/>
                          <a:gd name="connsiteY0" fmla="*/ 1312 h 28196"/>
                          <a:gd name="connsiteX1" fmla="*/ 854 w 31687"/>
                          <a:gd name="connsiteY1" fmla="*/ 74 h 28196"/>
                          <a:gd name="connsiteX2" fmla="*/ 949 w 31687"/>
                          <a:gd name="connsiteY2" fmla="*/ 3884 h 28196"/>
                          <a:gd name="connsiteX3" fmla="*/ 5522 w 31687"/>
                          <a:gd name="connsiteY3" fmla="*/ 9599 h 28196"/>
                          <a:gd name="connsiteX4" fmla="*/ 18285 w 31687"/>
                          <a:gd name="connsiteY4" fmla="*/ 22267 h 28196"/>
                          <a:gd name="connsiteX5" fmla="*/ 23428 w 31687"/>
                          <a:gd name="connsiteY5" fmla="*/ 26363 h 28196"/>
                          <a:gd name="connsiteX6" fmla="*/ 27810 w 31687"/>
                          <a:gd name="connsiteY6" fmla="*/ 18171 h 28196"/>
                          <a:gd name="connsiteX7" fmla="*/ 5236 w 31687"/>
                          <a:gd name="connsiteY7" fmla="*/ 1312 h 281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1687" h="28196">
                            <a:moveTo>
                              <a:pt x="5236" y="1312"/>
                            </a:moveTo>
                            <a:cubicBezTo>
                              <a:pt x="3426" y="360"/>
                              <a:pt x="2188" y="-212"/>
                              <a:pt x="854" y="74"/>
                            </a:cubicBezTo>
                            <a:cubicBezTo>
                              <a:pt x="-479" y="360"/>
                              <a:pt x="-98" y="2169"/>
                              <a:pt x="949" y="3884"/>
                            </a:cubicBezTo>
                            <a:cubicBezTo>
                              <a:pt x="1902" y="5694"/>
                              <a:pt x="3902" y="7884"/>
                              <a:pt x="5522" y="9599"/>
                            </a:cubicBezTo>
                            <a:cubicBezTo>
                              <a:pt x="9713" y="13790"/>
                              <a:pt x="13999" y="18457"/>
                              <a:pt x="18285" y="22267"/>
                            </a:cubicBezTo>
                            <a:cubicBezTo>
                              <a:pt x="19999" y="23886"/>
                              <a:pt x="21619" y="25410"/>
                              <a:pt x="23428" y="26363"/>
                            </a:cubicBezTo>
                            <a:cubicBezTo>
                              <a:pt x="30667" y="30649"/>
                              <a:pt x="35430" y="27220"/>
                              <a:pt x="27810" y="18171"/>
                            </a:cubicBezTo>
                            <a:cubicBezTo>
                              <a:pt x="21905" y="11313"/>
                              <a:pt x="12475" y="5027"/>
                              <a:pt x="5236" y="131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44" name="Forme libre : forme 10943">
                        <a:extLst>
                          <a:ext uri="{FF2B5EF4-FFF2-40B4-BE49-F238E27FC236}">
                            <a16:creationId xmlns:a16="http://schemas.microsoft.com/office/drawing/2014/main" id="{4E0E2BFE-FD75-4E34-86C1-2204419436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80098" y="2887408"/>
                        <a:ext cx="62293" cy="31566"/>
                      </a:xfrm>
                      <a:custGeom>
                        <a:avLst/>
                        <a:gdLst>
                          <a:gd name="connsiteX0" fmla="*/ 62294 w 62293"/>
                          <a:gd name="connsiteY0" fmla="*/ 30861 h 31566"/>
                          <a:gd name="connsiteX1" fmla="*/ 47625 w 62293"/>
                          <a:gd name="connsiteY1" fmla="*/ 30289 h 31566"/>
                          <a:gd name="connsiteX2" fmla="*/ 30480 w 62293"/>
                          <a:gd name="connsiteY2" fmla="*/ 22669 h 31566"/>
                          <a:gd name="connsiteX3" fmla="*/ 0 w 62293"/>
                          <a:gd name="connsiteY3" fmla="*/ 0 h 31566"/>
                          <a:gd name="connsiteX4" fmla="*/ 62294 w 62293"/>
                          <a:gd name="connsiteY4" fmla="*/ 30861 h 315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293" h="31566">
                            <a:moveTo>
                              <a:pt x="62294" y="30861"/>
                            </a:moveTo>
                            <a:cubicBezTo>
                              <a:pt x="58388" y="32004"/>
                              <a:pt x="53340" y="31718"/>
                              <a:pt x="47625" y="30289"/>
                            </a:cubicBezTo>
                            <a:cubicBezTo>
                              <a:pt x="42386" y="28670"/>
                              <a:pt x="36195" y="26003"/>
                              <a:pt x="30480" y="22669"/>
                            </a:cubicBezTo>
                            <a:cubicBezTo>
                              <a:pt x="18955" y="15907"/>
                              <a:pt x="7906" y="6763"/>
                              <a:pt x="0" y="0"/>
                            </a:cubicBezTo>
                            <a:cubicBezTo>
                              <a:pt x="17336" y="14859"/>
                              <a:pt x="42863" y="28384"/>
                              <a:pt x="62294" y="3086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45" name="Forme libre : forme 10944">
                        <a:extLst>
                          <a:ext uri="{FF2B5EF4-FFF2-40B4-BE49-F238E27FC236}">
                            <a16:creationId xmlns:a16="http://schemas.microsoft.com/office/drawing/2014/main" id="{BC86EF51-FE12-4823-8F39-8E4FBB58E8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31235" y="2753201"/>
                        <a:ext cx="66579" cy="36290"/>
                      </a:xfrm>
                      <a:custGeom>
                        <a:avLst/>
                        <a:gdLst>
                          <a:gd name="connsiteX0" fmla="*/ 66580 w 66579"/>
                          <a:gd name="connsiteY0" fmla="*/ 36290 h 36290"/>
                          <a:gd name="connsiteX1" fmla="*/ 0 w 66579"/>
                          <a:gd name="connsiteY1" fmla="*/ 0 h 36290"/>
                          <a:gd name="connsiteX2" fmla="*/ 34004 w 66579"/>
                          <a:gd name="connsiteY2" fmla="*/ 12573 h 36290"/>
                          <a:gd name="connsiteX3" fmla="*/ 66580 w 66579"/>
                          <a:gd name="connsiteY3" fmla="*/ 36290 h 362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6579" h="36290">
                            <a:moveTo>
                              <a:pt x="66580" y="36290"/>
                            </a:moveTo>
                            <a:cubicBezTo>
                              <a:pt x="47815" y="14383"/>
                              <a:pt x="21050" y="3239"/>
                              <a:pt x="0" y="0"/>
                            </a:cubicBezTo>
                            <a:cubicBezTo>
                              <a:pt x="9715" y="1048"/>
                              <a:pt x="22288" y="5715"/>
                              <a:pt x="34004" y="12573"/>
                            </a:cubicBezTo>
                            <a:cubicBezTo>
                              <a:pt x="45910" y="19336"/>
                              <a:pt x="57340" y="28099"/>
                              <a:pt x="66580" y="3629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46" name="Forme libre : forme 10945">
                        <a:extLst>
                          <a:ext uri="{FF2B5EF4-FFF2-40B4-BE49-F238E27FC236}">
                            <a16:creationId xmlns:a16="http://schemas.microsoft.com/office/drawing/2014/main" id="{397C40BD-DEAF-4FD9-8D8C-E508EAC349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94873" y="2837687"/>
                        <a:ext cx="19405" cy="31338"/>
                      </a:xfrm>
                      <a:custGeom>
                        <a:avLst/>
                        <a:gdLst>
                          <a:gd name="connsiteX0" fmla="*/ 17991 w 19405"/>
                          <a:gd name="connsiteY0" fmla="*/ 31338 h 31338"/>
                          <a:gd name="connsiteX1" fmla="*/ 4847 w 19405"/>
                          <a:gd name="connsiteY1" fmla="*/ 14955 h 31338"/>
                          <a:gd name="connsiteX2" fmla="*/ 1704 w 19405"/>
                          <a:gd name="connsiteY2" fmla="*/ 1 h 31338"/>
                          <a:gd name="connsiteX3" fmla="*/ 14086 w 19405"/>
                          <a:gd name="connsiteY3" fmla="*/ 15526 h 31338"/>
                          <a:gd name="connsiteX4" fmla="*/ 17991 w 19405"/>
                          <a:gd name="connsiteY4" fmla="*/ 31338 h 313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405" h="31338">
                            <a:moveTo>
                              <a:pt x="17991" y="31338"/>
                            </a:moveTo>
                            <a:cubicBezTo>
                              <a:pt x="13800" y="31433"/>
                              <a:pt x="6847" y="18860"/>
                              <a:pt x="4847" y="14955"/>
                            </a:cubicBezTo>
                            <a:cubicBezTo>
                              <a:pt x="2751" y="11049"/>
                              <a:pt x="-2773" y="-95"/>
                              <a:pt x="1704" y="1"/>
                            </a:cubicBezTo>
                            <a:cubicBezTo>
                              <a:pt x="6276" y="96"/>
                              <a:pt x="12181" y="11907"/>
                              <a:pt x="14086" y="15526"/>
                            </a:cubicBezTo>
                            <a:cubicBezTo>
                              <a:pt x="15896" y="19241"/>
                              <a:pt x="22182" y="31243"/>
                              <a:pt x="17991" y="3133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47" name="Forme libre : forme 10946">
                        <a:extLst>
                          <a:ext uri="{FF2B5EF4-FFF2-40B4-BE49-F238E27FC236}">
                            <a16:creationId xmlns:a16="http://schemas.microsoft.com/office/drawing/2014/main" id="{A617725B-F2ED-4D4C-9385-33EB1525CB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10738" y="2864480"/>
                        <a:ext cx="6300" cy="8830"/>
                      </a:xfrm>
                      <a:custGeom>
                        <a:avLst/>
                        <a:gdLst>
                          <a:gd name="connsiteX0" fmla="*/ 6031 w 6300"/>
                          <a:gd name="connsiteY0" fmla="*/ 8545 h 8830"/>
                          <a:gd name="connsiteX1" fmla="*/ 2031 w 6300"/>
                          <a:gd name="connsiteY1" fmla="*/ 5688 h 8830"/>
                          <a:gd name="connsiteX2" fmla="*/ 316 w 6300"/>
                          <a:gd name="connsiteY2" fmla="*/ 259 h 8830"/>
                          <a:gd name="connsiteX3" fmla="*/ 4222 w 6300"/>
                          <a:gd name="connsiteY3" fmla="*/ 3021 h 8830"/>
                          <a:gd name="connsiteX4" fmla="*/ 6031 w 6300"/>
                          <a:gd name="connsiteY4" fmla="*/ 8545 h 8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300" h="8830">
                            <a:moveTo>
                              <a:pt x="6031" y="8545"/>
                            </a:moveTo>
                            <a:cubicBezTo>
                              <a:pt x="5079" y="9688"/>
                              <a:pt x="2983" y="7117"/>
                              <a:pt x="2031" y="5688"/>
                            </a:cubicBezTo>
                            <a:cubicBezTo>
                              <a:pt x="1079" y="4259"/>
                              <a:pt x="-731" y="1306"/>
                              <a:pt x="316" y="259"/>
                            </a:cubicBezTo>
                            <a:cubicBezTo>
                              <a:pt x="1269" y="-789"/>
                              <a:pt x="3269" y="1592"/>
                              <a:pt x="4222" y="3021"/>
                            </a:cubicBezTo>
                            <a:cubicBezTo>
                              <a:pt x="5174" y="4450"/>
                              <a:pt x="6984" y="7497"/>
                              <a:pt x="6031" y="854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48" name="Forme libre : forme 10947">
                        <a:extLst>
                          <a:ext uri="{FF2B5EF4-FFF2-40B4-BE49-F238E27FC236}">
                            <a16:creationId xmlns:a16="http://schemas.microsoft.com/office/drawing/2014/main" id="{E4F3B4D5-687F-4D2C-BB41-65CE925AF2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11143" y="2825463"/>
                        <a:ext cx="34124" cy="85378"/>
                      </a:xfrm>
                      <a:custGeom>
                        <a:avLst/>
                        <a:gdLst>
                          <a:gd name="connsiteX0" fmla="*/ 31344 w 34124"/>
                          <a:gd name="connsiteY0" fmla="*/ 58135 h 85378"/>
                          <a:gd name="connsiteX1" fmla="*/ 33916 w 34124"/>
                          <a:gd name="connsiteY1" fmla="*/ 83090 h 85378"/>
                          <a:gd name="connsiteX2" fmla="*/ 25439 w 34124"/>
                          <a:gd name="connsiteY2" fmla="*/ 82805 h 85378"/>
                          <a:gd name="connsiteX3" fmla="*/ 20962 w 34124"/>
                          <a:gd name="connsiteY3" fmla="*/ 72518 h 85378"/>
                          <a:gd name="connsiteX4" fmla="*/ 12866 w 34124"/>
                          <a:gd name="connsiteY4" fmla="*/ 40133 h 85378"/>
                          <a:gd name="connsiteX5" fmla="*/ 3055 w 34124"/>
                          <a:gd name="connsiteY5" fmla="*/ 33 h 85378"/>
                          <a:gd name="connsiteX6" fmla="*/ 28677 w 34124"/>
                          <a:gd name="connsiteY6" fmla="*/ 36323 h 85378"/>
                          <a:gd name="connsiteX7" fmla="*/ 31344 w 34124"/>
                          <a:gd name="connsiteY7" fmla="*/ 58135 h 853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4124" h="85378">
                            <a:moveTo>
                              <a:pt x="31344" y="58135"/>
                            </a:moveTo>
                            <a:cubicBezTo>
                              <a:pt x="33249" y="67755"/>
                              <a:pt x="34678" y="74709"/>
                              <a:pt x="33916" y="83090"/>
                            </a:cubicBezTo>
                            <a:cubicBezTo>
                              <a:pt x="33630" y="86234"/>
                              <a:pt x="28868" y="86138"/>
                              <a:pt x="25439" y="82805"/>
                            </a:cubicBezTo>
                            <a:cubicBezTo>
                              <a:pt x="22200" y="79376"/>
                              <a:pt x="21629" y="75947"/>
                              <a:pt x="20962" y="72518"/>
                            </a:cubicBezTo>
                            <a:cubicBezTo>
                              <a:pt x="19057" y="61754"/>
                              <a:pt x="16200" y="51563"/>
                              <a:pt x="12866" y="40133"/>
                            </a:cubicBezTo>
                            <a:cubicBezTo>
                              <a:pt x="10961" y="33179"/>
                              <a:pt x="-7041" y="-1206"/>
                              <a:pt x="3055" y="33"/>
                            </a:cubicBezTo>
                            <a:cubicBezTo>
                              <a:pt x="13628" y="1556"/>
                              <a:pt x="25915" y="27464"/>
                              <a:pt x="28677" y="36323"/>
                            </a:cubicBezTo>
                            <a:cubicBezTo>
                              <a:pt x="31535" y="45562"/>
                              <a:pt x="30106" y="50801"/>
                              <a:pt x="31344" y="5813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60" name="Graphique 1">
                      <a:extLst>
                        <a:ext uri="{FF2B5EF4-FFF2-40B4-BE49-F238E27FC236}">
                          <a16:creationId xmlns:a16="http://schemas.microsoft.com/office/drawing/2014/main" id="{3ED0B267-4B79-4BC5-B9B9-FAD326B5D2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48069" y="2817936"/>
                      <a:ext cx="162476" cy="150731"/>
                      <a:chOff x="2348069" y="2817936"/>
                      <a:chExt cx="162476" cy="150731"/>
                    </a:xfrm>
                    <a:solidFill>
                      <a:schemeClr val="accent1"/>
                    </a:solidFill>
                  </p:grpSpPr>
                  <p:sp>
                    <p:nvSpPr>
                      <p:cNvPr id="10925" name="Forme libre : forme 10924">
                        <a:extLst>
                          <a:ext uri="{FF2B5EF4-FFF2-40B4-BE49-F238E27FC236}">
                            <a16:creationId xmlns:a16="http://schemas.microsoft.com/office/drawing/2014/main" id="{912FB683-E0AA-4D47-A207-1270D79B73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8069" y="2817936"/>
                        <a:ext cx="162476" cy="150731"/>
                      </a:xfrm>
                      <a:custGeom>
                        <a:avLst/>
                        <a:gdLst>
                          <a:gd name="connsiteX0" fmla="*/ 144627 w 162476"/>
                          <a:gd name="connsiteY0" fmla="*/ 79188 h 150731"/>
                          <a:gd name="connsiteX1" fmla="*/ 121958 w 162476"/>
                          <a:gd name="connsiteY1" fmla="*/ 109191 h 150731"/>
                          <a:gd name="connsiteX2" fmla="*/ 88049 w 162476"/>
                          <a:gd name="connsiteY2" fmla="*/ 139576 h 150731"/>
                          <a:gd name="connsiteX3" fmla="*/ 76523 w 162476"/>
                          <a:gd name="connsiteY3" fmla="*/ 145482 h 150731"/>
                          <a:gd name="connsiteX4" fmla="*/ 63188 w 162476"/>
                          <a:gd name="connsiteY4" fmla="*/ 149577 h 150731"/>
                          <a:gd name="connsiteX5" fmla="*/ 50139 w 162476"/>
                          <a:gd name="connsiteY5" fmla="*/ 150721 h 150731"/>
                          <a:gd name="connsiteX6" fmla="*/ 38328 w 162476"/>
                          <a:gd name="connsiteY6" fmla="*/ 149197 h 150731"/>
                          <a:gd name="connsiteX7" fmla="*/ 22326 w 162476"/>
                          <a:gd name="connsiteY7" fmla="*/ 142148 h 150731"/>
                          <a:gd name="connsiteX8" fmla="*/ 11182 w 162476"/>
                          <a:gd name="connsiteY8" fmla="*/ 132337 h 150731"/>
                          <a:gd name="connsiteX9" fmla="*/ 4133 w 162476"/>
                          <a:gd name="connsiteY9" fmla="*/ 121193 h 150731"/>
                          <a:gd name="connsiteX10" fmla="*/ 228 w 162476"/>
                          <a:gd name="connsiteY10" fmla="*/ 109477 h 150731"/>
                          <a:gd name="connsiteX11" fmla="*/ 13849 w 162476"/>
                          <a:gd name="connsiteY11" fmla="*/ 92808 h 150731"/>
                          <a:gd name="connsiteX12" fmla="*/ 42614 w 162476"/>
                          <a:gd name="connsiteY12" fmla="*/ 83474 h 150731"/>
                          <a:gd name="connsiteX13" fmla="*/ 47282 w 162476"/>
                          <a:gd name="connsiteY13" fmla="*/ 76044 h 150731"/>
                          <a:gd name="connsiteX14" fmla="*/ 63570 w 162476"/>
                          <a:gd name="connsiteY14" fmla="*/ 59566 h 150731"/>
                          <a:gd name="connsiteX15" fmla="*/ 82715 w 162476"/>
                          <a:gd name="connsiteY15" fmla="*/ 36421 h 150731"/>
                          <a:gd name="connsiteX16" fmla="*/ 143103 w 162476"/>
                          <a:gd name="connsiteY16" fmla="*/ 321 h 150731"/>
                          <a:gd name="connsiteX17" fmla="*/ 161391 w 162476"/>
                          <a:gd name="connsiteY17" fmla="*/ 10798 h 150731"/>
                          <a:gd name="connsiteX18" fmla="*/ 144627 w 162476"/>
                          <a:gd name="connsiteY18" fmla="*/ 79188 h 1507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62476" h="150731">
                            <a:moveTo>
                              <a:pt x="144627" y="79188"/>
                            </a:moveTo>
                            <a:cubicBezTo>
                              <a:pt x="139960" y="86332"/>
                              <a:pt x="131864" y="97666"/>
                              <a:pt x="121958" y="109191"/>
                            </a:cubicBezTo>
                            <a:cubicBezTo>
                              <a:pt x="112147" y="120717"/>
                              <a:pt x="99764" y="132623"/>
                              <a:pt x="88049" y="139576"/>
                            </a:cubicBezTo>
                            <a:cubicBezTo>
                              <a:pt x="84524" y="141767"/>
                              <a:pt x="80238" y="143767"/>
                              <a:pt x="76523" y="145482"/>
                            </a:cubicBezTo>
                            <a:cubicBezTo>
                              <a:pt x="72428" y="147006"/>
                              <a:pt x="67760" y="148530"/>
                              <a:pt x="63188" y="149577"/>
                            </a:cubicBezTo>
                            <a:cubicBezTo>
                              <a:pt x="58616" y="150244"/>
                              <a:pt x="54235" y="150816"/>
                              <a:pt x="50139" y="150721"/>
                            </a:cubicBezTo>
                            <a:cubicBezTo>
                              <a:pt x="45948" y="150435"/>
                              <a:pt x="42043" y="149863"/>
                              <a:pt x="38328" y="149197"/>
                            </a:cubicBezTo>
                            <a:cubicBezTo>
                              <a:pt x="31661" y="147101"/>
                              <a:pt x="26803" y="144720"/>
                              <a:pt x="22326" y="142148"/>
                            </a:cubicBezTo>
                            <a:cubicBezTo>
                              <a:pt x="18040" y="139005"/>
                              <a:pt x="14325" y="135671"/>
                              <a:pt x="11182" y="132337"/>
                            </a:cubicBezTo>
                            <a:cubicBezTo>
                              <a:pt x="8039" y="129004"/>
                              <a:pt x="6038" y="124908"/>
                              <a:pt x="4133" y="121193"/>
                            </a:cubicBezTo>
                            <a:cubicBezTo>
                              <a:pt x="2133" y="117478"/>
                              <a:pt x="990" y="113573"/>
                              <a:pt x="228" y="109477"/>
                            </a:cubicBezTo>
                            <a:cubicBezTo>
                              <a:pt x="-1486" y="101095"/>
                              <a:pt x="6800" y="93666"/>
                              <a:pt x="13849" y="92808"/>
                            </a:cubicBezTo>
                            <a:cubicBezTo>
                              <a:pt x="26803" y="90999"/>
                              <a:pt x="36423" y="87379"/>
                              <a:pt x="42614" y="83474"/>
                            </a:cubicBezTo>
                            <a:cubicBezTo>
                              <a:pt x="44615" y="80521"/>
                              <a:pt x="42043" y="79950"/>
                              <a:pt x="47282" y="76044"/>
                            </a:cubicBezTo>
                            <a:cubicBezTo>
                              <a:pt x="50330" y="73568"/>
                              <a:pt x="56712" y="67472"/>
                              <a:pt x="63570" y="59566"/>
                            </a:cubicBezTo>
                            <a:cubicBezTo>
                              <a:pt x="70427" y="51756"/>
                              <a:pt x="77666" y="42516"/>
                              <a:pt x="82715" y="36421"/>
                            </a:cubicBezTo>
                            <a:cubicBezTo>
                              <a:pt x="101574" y="13084"/>
                              <a:pt x="120720" y="4798"/>
                              <a:pt x="143103" y="321"/>
                            </a:cubicBezTo>
                            <a:cubicBezTo>
                              <a:pt x="150818" y="-1299"/>
                              <a:pt x="160439" y="3369"/>
                              <a:pt x="161391" y="10798"/>
                            </a:cubicBezTo>
                            <a:cubicBezTo>
                              <a:pt x="164344" y="32230"/>
                              <a:pt x="162058" y="52327"/>
                              <a:pt x="144627" y="7918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26" name="Forme libre : forme 10925">
                        <a:extLst>
                          <a:ext uri="{FF2B5EF4-FFF2-40B4-BE49-F238E27FC236}">
                            <a16:creationId xmlns:a16="http://schemas.microsoft.com/office/drawing/2014/main" id="{4DD51D33-F168-4159-997C-46D0E275E5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8180" y="2828543"/>
                        <a:ext cx="162064" cy="140017"/>
                      </a:xfrm>
                      <a:custGeom>
                        <a:avLst/>
                        <a:gdLst>
                          <a:gd name="connsiteX0" fmla="*/ 82603 w 162064"/>
                          <a:gd name="connsiteY0" fmla="*/ 99155 h 140017"/>
                          <a:gd name="connsiteX1" fmla="*/ 64220 w 162064"/>
                          <a:gd name="connsiteY1" fmla="*/ 112204 h 140017"/>
                          <a:gd name="connsiteX2" fmla="*/ 39741 w 162064"/>
                          <a:gd name="connsiteY2" fmla="*/ 116300 h 140017"/>
                          <a:gd name="connsiteX3" fmla="*/ 2403 w 162064"/>
                          <a:gd name="connsiteY3" fmla="*/ 89440 h 140017"/>
                          <a:gd name="connsiteX4" fmla="*/ 212 w 162064"/>
                          <a:gd name="connsiteY4" fmla="*/ 98870 h 140017"/>
                          <a:gd name="connsiteX5" fmla="*/ 1736 w 162064"/>
                          <a:gd name="connsiteY5" fmla="*/ 105156 h 140017"/>
                          <a:gd name="connsiteX6" fmla="*/ 4308 w 162064"/>
                          <a:gd name="connsiteY6" fmla="*/ 111062 h 140017"/>
                          <a:gd name="connsiteX7" fmla="*/ 9166 w 162064"/>
                          <a:gd name="connsiteY7" fmla="*/ 119348 h 140017"/>
                          <a:gd name="connsiteX8" fmla="*/ 16405 w 162064"/>
                          <a:gd name="connsiteY8" fmla="*/ 126778 h 140017"/>
                          <a:gd name="connsiteX9" fmla="*/ 25834 w 162064"/>
                          <a:gd name="connsiteY9" fmla="*/ 133350 h 140017"/>
                          <a:gd name="connsiteX10" fmla="*/ 38217 w 162064"/>
                          <a:gd name="connsiteY10" fmla="*/ 138494 h 140017"/>
                          <a:gd name="connsiteX11" fmla="*/ 40027 w 162064"/>
                          <a:gd name="connsiteY11" fmla="*/ 138779 h 140017"/>
                          <a:gd name="connsiteX12" fmla="*/ 51552 w 162064"/>
                          <a:gd name="connsiteY12" fmla="*/ 140018 h 140017"/>
                          <a:gd name="connsiteX13" fmla="*/ 64220 w 162064"/>
                          <a:gd name="connsiteY13" fmla="*/ 138684 h 140017"/>
                          <a:gd name="connsiteX14" fmla="*/ 76793 w 162064"/>
                          <a:gd name="connsiteY14" fmla="*/ 134684 h 140017"/>
                          <a:gd name="connsiteX15" fmla="*/ 87747 w 162064"/>
                          <a:gd name="connsiteY15" fmla="*/ 129064 h 140017"/>
                          <a:gd name="connsiteX16" fmla="*/ 100796 w 162064"/>
                          <a:gd name="connsiteY16" fmla="*/ 119539 h 140017"/>
                          <a:gd name="connsiteX17" fmla="*/ 141373 w 162064"/>
                          <a:gd name="connsiteY17" fmla="*/ 73152 h 140017"/>
                          <a:gd name="connsiteX18" fmla="*/ 144325 w 162064"/>
                          <a:gd name="connsiteY18" fmla="*/ 68675 h 140017"/>
                          <a:gd name="connsiteX19" fmla="*/ 157565 w 162064"/>
                          <a:gd name="connsiteY19" fmla="*/ 42291 h 140017"/>
                          <a:gd name="connsiteX20" fmla="*/ 162042 w 162064"/>
                          <a:gd name="connsiteY20" fmla="*/ 10478 h 140017"/>
                          <a:gd name="connsiteX21" fmla="*/ 161090 w 162064"/>
                          <a:gd name="connsiteY21" fmla="*/ 381 h 140017"/>
                          <a:gd name="connsiteX22" fmla="*/ 160994 w 162064"/>
                          <a:gd name="connsiteY22" fmla="*/ 0 h 140017"/>
                          <a:gd name="connsiteX23" fmla="*/ 123466 w 162064"/>
                          <a:gd name="connsiteY23" fmla="*/ 49721 h 140017"/>
                          <a:gd name="connsiteX24" fmla="*/ 82603 w 162064"/>
                          <a:gd name="connsiteY24" fmla="*/ 99155 h 140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62064" h="140017">
                            <a:moveTo>
                              <a:pt x="82603" y="99155"/>
                            </a:moveTo>
                            <a:cubicBezTo>
                              <a:pt x="77650" y="104108"/>
                              <a:pt x="71364" y="108585"/>
                              <a:pt x="64220" y="112204"/>
                            </a:cubicBezTo>
                            <a:cubicBezTo>
                              <a:pt x="56695" y="115729"/>
                              <a:pt x="47837" y="117253"/>
                              <a:pt x="39741" y="116300"/>
                            </a:cubicBezTo>
                            <a:cubicBezTo>
                              <a:pt x="21167" y="113824"/>
                              <a:pt x="7356" y="101822"/>
                              <a:pt x="2403" y="89440"/>
                            </a:cubicBezTo>
                            <a:cubicBezTo>
                              <a:pt x="498" y="92202"/>
                              <a:pt x="-455" y="95441"/>
                              <a:pt x="212" y="98870"/>
                            </a:cubicBezTo>
                            <a:cubicBezTo>
                              <a:pt x="593" y="100965"/>
                              <a:pt x="1165" y="103061"/>
                              <a:pt x="1736" y="105156"/>
                            </a:cubicBezTo>
                            <a:cubicBezTo>
                              <a:pt x="2498" y="107156"/>
                              <a:pt x="3355" y="109061"/>
                              <a:pt x="4308" y="111062"/>
                            </a:cubicBezTo>
                            <a:cubicBezTo>
                              <a:pt x="5737" y="113824"/>
                              <a:pt x="7356" y="116586"/>
                              <a:pt x="9166" y="119348"/>
                            </a:cubicBezTo>
                            <a:cubicBezTo>
                              <a:pt x="11166" y="121920"/>
                              <a:pt x="13642" y="124301"/>
                              <a:pt x="16405" y="126778"/>
                            </a:cubicBezTo>
                            <a:cubicBezTo>
                              <a:pt x="19167" y="129159"/>
                              <a:pt x="22215" y="131731"/>
                              <a:pt x="25834" y="133350"/>
                            </a:cubicBezTo>
                            <a:cubicBezTo>
                              <a:pt x="29359" y="135160"/>
                              <a:pt x="33264" y="136874"/>
                              <a:pt x="38217" y="138494"/>
                            </a:cubicBezTo>
                            <a:cubicBezTo>
                              <a:pt x="38788" y="138589"/>
                              <a:pt x="39360" y="138684"/>
                              <a:pt x="40027" y="138779"/>
                            </a:cubicBezTo>
                            <a:cubicBezTo>
                              <a:pt x="43646" y="139351"/>
                              <a:pt x="47551" y="139922"/>
                              <a:pt x="51552" y="140018"/>
                            </a:cubicBezTo>
                            <a:cubicBezTo>
                              <a:pt x="55552" y="139827"/>
                              <a:pt x="59839" y="139446"/>
                              <a:pt x="64220" y="138684"/>
                            </a:cubicBezTo>
                            <a:cubicBezTo>
                              <a:pt x="68507" y="137541"/>
                              <a:pt x="72983" y="136208"/>
                              <a:pt x="76793" y="134684"/>
                            </a:cubicBezTo>
                            <a:cubicBezTo>
                              <a:pt x="80317" y="133064"/>
                              <a:pt x="84413" y="131159"/>
                              <a:pt x="87747" y="129064"/>
                            </a:cubicBezTo>
                            <a:cubicBezTo>
                              <a:pt x="91747" y="126492"/>
                              <a:pt x="96605" y="123254"/>
                              <a:pt x="100796" y="119539"/>
                            </a:cubicBezTo>
                            <a:cubicBezTo>
                              <a:pt x="118132" y="105061"/>
                              <a:pt x="132610" y="85439"/>
                              <a:pt x="141373" y="73152"/>
                            </a:cubicBezTo>
                            <a:cubicBezTo>
                              <a:pt x="142420" y="71533"/>
                              <a:pt x="143468" y="70009"/>
                              <a:pt x="144325" y="68675"/>
                            </a:cubicBezTo>
                            <a:cubicBezTo>
                              <a:pt x="150612" y="59055"/>
                              <a:pt x="154708" y="50483"/>
                              <a:pt x="157565" y="42291"/>
                            </a:cubicBezTo>
                            <a:cubicBezTo>
                              <a:pt x="161280" y="31147"/>
                              <a:pt x="162233" y="20669"/>
                              <a:pt x="162042" y="10478"/>
                            </a:cubicBezTo>
                            <a:cubicBezTo>
                              <a:pt x="161851" y="7144"/>
                              <a:pt x="161566" y="3810"/>
                              <a:pt x="161090" y="381"/>
                            </a:cubicBezTo>
                            <a:lnTo>
                              <a:pt x="160994" y="0"/>
                            </a:lnTo>
                            <a:cubicBezTo>
                              <a:pt x="148326" y="15907"/>
                              <a:pt x="135943" y="32861"/>
                              <a:pt x="123466" y="49721"/>
                            </a:cubicBezTo>
                            <a:cubicBezTo>
                              <a:pt x="110702" y="66389"/>
                              <a:pt x="98605" y="83629"/>
                              <a:pt x="82603" y="9915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27" name="Forme libre : forme 10926">
                        <a:extLst>
                          <a:ext uri="{FF2B5EF4-FFF2-40B4-BE49-F238E27FC236}">
                            <a16:creationId xmlns:a16="http://schemas.microsoft.com/office/drawing/2014/main" id="{767F811C-A166-4461-B21C-9D11E677BD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16338" y="2852321"/>
                        <a:ext cx="66251" cy="75604"/>
                      </a:xfrm>
                      <a:custGeom>
                        <a:avLst/>
                        <a:gdLst>
                          <a:gd name="connsiteX0" fmla="*/ 64262 w 66251"/>
                          <a:gd name="connsiteY0" fmla="*/ 702 h 75604"/>
                          <a:gd name="connsiteX1" fmla="*/ 43974 w 66251"/>
                          <a:gd name="connsiteY1" fmla="*/ 48708 h 75604"/>
                          <a:gd name="connsiteX2" fmla="*/ 22828 w 66251"/>
                          <a:gd name="connsiteY2" fmla="*/ 68901 h 75604"/>
                          <a:gd name="connsiteX3" fmla="*/ 1016 w 66251"/>
                          <a:gd name="connsiteY3" fmla="*/ 73378 h 75604"/>
                          <a:gd name="connsiteX4" fmla="*/ 7969 w 66251"/>
                          <a:gd name="connsiteY4" fmla="*/ 54232 h 75604"/>
                          <a:gd name="connsiteX5" fmla="*/ 24352 w 66251"/>
                          <a:gd name="connsiteY5" fmla="*/ 33468 h 75604"/>
                          <a:gd name="connsiteX6" fmla="*/ 64262 w 66251"/>
                          <a:gd name="connsiteY6" fmla="*/ 702 h 756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6251" h="75604">
                            <a:moveTo>
                              <a:pt x="64262" y="702"/>
                            </a:moveTo>
                            <a:cubicBezTo>
                              <a:pt x="72644" y="6321"/>
                              <a:pt x="52356" y="38326"/>
                              <a:pt x="43974" y="48708"/>
                            </a:cubicBezTo>
                            <a:cubicBezTo>
                              <a:pt x="40068" y="53851"/>
                              <a:pt x="31782" y="62805"/>
                              <a:pt x="22828" y="68901"/>
                            </a:cubicBezTo>
                            <a:cubicBezTo>
                              <a:pt x="13970" y="75187"/>
                              <a:pt x="4254" y="77854"/>
                              <a:pt x="1016" y="73378"/>
                            </a:cubicBezTo>
                            <a:cubicBezTo>
                              <a:pt x="-2127" y="68901"/>
                              <a:pt x="2540" y="62138"/>
                              <a:pt x="7969" y="54232"/>
                            </a:cubicBezTo>
                            <a:cubicBezTo>
                              <a:pt x="13589" y="46517"/>
                              <a:pt x="20637" y="37945"/>
                              <a:pt x="24352" y="33468"/>
                            </a:cubicBezTo>
                            <a:cubicBezTo>
                              <a:pt x="32067" y="24800"/>
                              <a:pt x="55784" y="-4918"/>
                              <a:pt x="64262" y="70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28" name="Forme libre : forme 10927">
                        <a:extLst>
                          <a:ext uri="{FF2B5EF4-FFF2-40B4-BE49-F238E27FC236}">
                            <a16:creationId xmlns:a16="http://schemas.microsoft.com/office/drawing/2014/main" id="{984D93FB-BE3B-4068-80E4-9C51C1093A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15472" y="2883026"/>
                        <a:ext cx="56745" cy="44585"/>
                      </a:xfrm>
                      <a:custGeom>
                        <a:avLst/>
                        <a:gdLst>
                          <a:gd name="connsiteX0" fmla="*/ 10168 w 56745"/>
                          <a:gd name="connsiteY0" fmla="*/ 22288 h 44585"/>
                          <a:gd name="connsiteX1" fmla="*/ 2929 w 56745"/>
                          <a:gd name="connsiteY1" fmla="*/ 33242 h 44585"/>
                          <a:gd name="connsiteX2" fmla="*/ 1500 w 56745"/>
                          <a:gd name="connsiteY2" fmla="*/ 42958 h 44585"/>
                          <a:gd name="connsiteX3" fmla="*/ 23693 w 56745"/>
                          <a:gd name="connsiteY3" fmla="*/ 38195 h 44585"/>
                          <a:gd name="connsiteX4" fmla="*/ 45315 w 56745"/>
                          <a:gd name="connsiteY4" fmla="*/ 17621 h 44585"/>
                          <a:gd name="connsiteX5" fmla="*/ 56745 w 56745"/>
                          <a:gd name="connsiteY5" fmla="*/ 0 h 44585"/>
                          <a:gd name="connsiteX6" fmla="*/ 49506 w 56745"/>
                          <a:gd name="connsiteY6" fmla="*/ 8477 h 44585"/>
                          <a:gd name="connsiteX7" fmla="*/ 10168 w 56745"/>
                          <a:gd name="connsiteY7" fmla="*/ 22288 h 445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6745" h="44585">
                            <a:moveTo>
                              <a:pt x="10168" y="22288"/>
                            </a:moveTo>
                            <a:cubicBezTo>
                              <a:pt x="8834" y="24955"/>
                              <a:pt x="5501" y="29337"/>
                              <a:pt x="2929" y="33242"/>
                            </a:cubicBezTo>
                            <a:cubicBezTo>
                              <a:pt x="452" y="37147"/>
                              <a:pt x="-1452" y="40672"/>
                              <a:pt x="1500" y="42958"/>
                            </a:cubicBezTo>
                            <a:cubicBezTo>
                              <a:pt x="6072" y="46482"/>
                              <a:pt x="15311" y="44005"/>
                              <a:pt x="23693" y="38195"/>
                            </a:cubicBezTo>
                            <a:cubicBezTo>
                              <a:pt x="32171" y="32480"/>
                              <a:pt x="40172" y="24003"/>
                              <a:pt x="45315" y="17621"/>
                            </a:cubicBezTo>
                            <a:cubicBezTo>
                              <a:pt x="48458" y="13907"/>
                              <a:pt x="54269" y="4858"/>
                              <a:pt x="56745" y="0"/>
                            </a:cubicBezTo>
                            <a:cubicBezTo>
                              <a:pt x="54840" y="2381"/>
                              <a:pt x="51697" y="6572"/>
                              <a:pt x="49506" y="8477"/>
                            </a:cubicBezTo>
                            <a:cubicBezTo>
                              <a:pt x="36743" y="19526"/>
                              <a:pt x="19312" y="30480"/>
                              <a:pt x="10168" y="22288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29" name="Forme libre : forme 10928">
                        <a:extLst>
                          <a:ext uri="{FF2B5EF4-FFF2-40B4-BE49-F238E27FC236}">
                            <a16:creationId xmlns:a16="http://schemas.microsoft.com/office/drawing/2014/main" id="{506F9CEE-285D-41F1-9D07-A3765B55D0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21833" y="2848929"/>
                        <a:ext cx="65287" cy="77738"/>
                      </a:xfrm>
                      <a:custGeom>
                        <a:avLst/>
                        <a:gdLst>
                          <a:gd name="connsiteX0" fmla="*/ 63910 w 65287"/>
                          <a:gd name="connsiteY0" fmla="*/ 1331 h 77738"/>
                          <a:gd name="connsiteX1" fmla="*/ 43812 w 65287"/>
                          <a:gd name="connsiteY1" fmla="*/ 50194 h 77738"/>
                          <a:gd name="connsiteX2" fmla="*/ 23143 w 65287"/>
                          <a:gd name="connsiteY2" fmla="*/ 70768 h 77738"/>
                          <a:gd name="connsiteX3" fmla="*/ 1426 w 65287"/>
                          <a:gd name="connsiteY3" fmla="*/ 75912 h 77738"/>
                          <a:gd name="connsiteX4" fmla="*/ 7903 w 65287"/>
                          <a:gd name="connsiteY4" fmla="*/ 56195 h 77738"/>
                          <a:gd name="connsiteX5" fmla="*/ 24191 w 65287"/>
                          <a:gd name="connsiteY5" fmla="*/ 34859 h 77738"/>
                          <a:gd name="connsiteX6" fmla="*/ 63910 w 65287"/>
                          <a:gd name="connsiteY6" fmla="*/ 1331 h 777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5287" h="77738">
                            <a:moveTo>
                              <a:pt x="63910" y="1331"/>
                            </a:moveTo>
                            <a:cubicBezTo>
                              <a:pt x="70387" y="9618"/>
                              <a:pt x="52385" y="38669"/>
                              <a:pt x="43812" y="50194"/>
                            </a:cubicBezTo>
                            <a:cubicBezTo>
                              <a:pt x="39526" y="55909"/>
                              <a:pt x="31811" y="64672"/>
                              <a:pt x="23143" y="70768"/>
                            </a:cubicBezTo>
                            <a:cubicBezTo>
                              <a:pt x="14571" y="76959"/>
                              <a:pt x="5236" y="79912"/>
                              <a:pt x="1426" y="75912"/>
                            </a:cubicBezTo>
                            <a:cubicBezTo>
                              <a:pt x="-2479" y="71816"/>
                              <a:pt x="2284" y="64386"/>
                              <a:pt x="7903" y="56195"/>
                            </a:cubicBezTo>
                            <a:cubicBezTo>
                              <a:pt x="13618" y="48099"/>
                              <a:pt x="20762" y="39050"/>
                              <a:pt x="24191" y="34859"/>
                            </a:cubicBezTo>
                            <a:cubicBezTo>
                              <a:pt x="31049" y="26572"/>
                              <a:pt x="57338" y="-7051"/>
                              <a:pt x="63910" y="133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30" name="Forme libre : forme 10929">
                        <a:extLst>
                          <a:ext uri="{FF2B5EF4-FFF2-40B4-BE49-F238E27FC236}">
                            <a16:creationId xmlns:a16="http://schemas.microsoft.com/office/drawing/2014/main" id="{57286656-222C-4CB6-8B74-90A2C0895C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73878" y="2878351"/>
                        <a:ext cx="108186" cy="75429"/>
                      </a:xfrm>
                      <a:custGeom>
                        <a:avLst/>
                        <a:gdLst>
                          <a:gd name="connsiteX0" fmla="*/ 42 w 108186"/>
                          <a:gd name="connsiteY0" fmla="*/ 54396 h 75429"/>
                          <a:gd name="connsiteX1" fmla="*/ 10900 w 108186"/>
                          <a:gd name="connsiteY1" fmla="*/ 69255 h 75429"/>
                          <a:gd name="connsiteX2" fmla="*/ 13758 w 108186"/>
                          <a:gd name="connsiteY2" fmla="*/ 70970 h 75429"/>
                          <a:gd name="connsiteX3" fmla="*/ 43285 w 108186"/>
                          <a:gd name="connsiteY3" fmla="*/ 74589 h 75429"/>
                          <a:gd name="connsiteX4" fmla="*/ 72146 w 108186"/>
                          <a:gd name="connsiteY4" fmla="*/ 62112 h 75429"/>
                          <a:gd name="connsiteX5" fmla="*/ 104817 w 108186"/>
                          <a:gd name="connsiteY5" fmla="*/ 21726 h 75429"/>
                          <a:gd name="connsiteX6" fmla="*/ 103769 w 108186"/>
                          <a:gd name="connsiteY6" fmla="*/ 104 h 75429"/>
                          <a:gd name="connsiteX7" fmla="*/ 90148 w 108186"/>
                          <a:gd name="connsiteY7" fmla="*/ 8676 h 75429"/>
                          <a:gd name="connsiteX8" fmla="*/ 53000 w 108186"/>
                          <a:gd name="connsiteY8" fmla="*/ 30584 h 75429"/>
                          <a:gd name="connsiteX9" fmla="*/ 19854 w 108186"/>
                          <a:gd name="connsiteY9" fmla="*/ 36966 h 75429"/>
                          <a:gd name="connsiteX10" fmla="*/ 15853 w 108186"/>
                          <a:gd name="connsiteY10" fmla="*/ 38680 h 75429"/>
                          <a:gd name="connsiteX11" fmla="*/ 4995 w 108186"/>
                          <a:gd name="connsiteY11" fmla="*/ 44776 h 75429"/>
                          <a:gd name="connsiteX12" fmla="*/ 42 w 108186"/>
                          <a:gd name="connsiteY12" fmla="*/ 54396 h 75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08186" h="75429">
                            <a:moveTo>
                              <a:pt x="42" y="54396"/>
                            </a:moveTo>
                            <a:cubicBezTo>
                              <a:pt x="708" y="61445"/>
                              <a:pt x="2613" y="63921"/>
                              <a:pt x="10900" y="69255"/>
                            </a:cubicBezTo>
                            <a:cubicBezTo>
                              <a:pt x="11853" y="69827"/>
                              <a:pt x="12805" y="70398"/>
                              <a:pt x="13758" y="70970"/>
                            </a:cubicBezTo>
                            <a:cubicBezTo>
                              <a:pt x="22330" y="74875"/>
                              <a:pt x="32712" y="76590"/>
                              <a:pt x="43285" y="74589"/>
                            </a:cubicBezTo>
                            <a:cubicBezTo>
                              <a:pt x="53191" y="72779"/>
                              <a:pt x="63192" y="68589"/>
                              <a:pt x="72146" y="62112"/>
                            </a:cubicBezTo>
                            <a:cubicBezTo>
                              <a:pt x="88243" y="50586"/>
                              <a:pt x="99387" y="34679"/>
                              <a:pt x="104817" y="21726"/>
                            </a:cubicBezTo>
                            <a:cubicBezTo>
                              <a:pt x="108817" y="12010"/>
                              <a:pt x="110150" y="1628"/>
                              <a:pt x="103769" y="104"/>
                            </a:cubicBezTo>
                            <a:cubicBezTo>
                              <a:pt x="99768" y="-849"/>
                              <a:pt x="95101" y="4962"/>
                              <a:pt x="90148" y="8676"/>
                            </a:cubicBezTo>
                            <a:cubicBezTo>
                              <a:pt x="78432" y="17344"/>
                              <a:pt x="67193" y="26202"/>
                              <a:pt x="53000" y="30584"/>
                            </a:cubicBezTo>
                            <a:cubicBezTo>
                              <a:pt x="41094" y="34108"/>
                              <a:pt x="26521" y="34679"/>
                              <a:pt x="19854" y="36966"/>
                            </a:cubicBezTo>
                            <a:cubicBezTo>
                              <a:pt x="18520" y="37346"/>
                              <a:pt x="17187" y="37823"/>
                              <a:pt x="15853" y="38680"/>
                            </a:cubicBezTo>
                            <a:cubicBezTo>
                              <a:pt x="12424" y="39633"/>
                              <a:pt x="7947" y="42300"/>
                              <a:pt x="4995" y="44776"/>
                            </a:cubicBezTo>
                            <a:cubicBezTo>
                              <a:pt x="1947" y="47157"/>
                              <a:pt x="-339" y="50491"/>
                              <a:pt x="42" y="5439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31" name="Forme libre : forme 10930">
                        <a:extLst>
                          <a:ext uri="{FF2B5EF4-FFF2-40B4-BE49-F238E27FC236}">
                            <a16:creationId xmlns:a16="http://schemas.microsoft.com/office/drawing/2014/main" id="{8B736B77-4BBB-4FE3-B9C1-999203D86B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95788" y="2901536"/>
                        <a:ext cx="24522" cy="24738"/>
                      </a:xfrm>
                      <a:custGeom>
                        <a:avLst/>
                        <a:gdLst>
                          <a:gd name="connsiteX0" fmla="*/ 2134 w 24522"/>
                          <a:gd name="connsiteY0" fmla="*/ 19781 h 24738"/>
                          <a:gd name="connsiteX1" fmla="*/ 39 w 24522"/>
                          <a:gd name="connsiteY1" fmla="*/ 22829 h 24738"/>
                          <a:gd name="connsiteX2" fmla="*/ 2801 w 24522"/>
                          <a:gd name="connsiteY2" fmla="*/ 24734 h 24738"/>
                          <a:gd name="connsiteX3" fmla="*/ 8420 w 24522"/>
                          <a:gd name="connsiteY3" fmla="*/ 22829 h 24738"/>
                          <a:gd name="connsiteX4" fmla="*/ 20327 w 24522"/>
                          <a:gd name="connsiteY4" fmla="*/ 12637 h 24738"/>
                          <a:gd name="connsiteX5" fmla="*/ 23661 w 24522"/>
                          <a:gd name="connsiteY5" fmla="*/ 7779 h 24738"/>
                          <a:gd name="connsiteX6" fmla="*/ 15564 w 24522"/>
                          <a:gd name="connsiteY6" fmla="*/ 3588 h 24738"/>
                          <a:gd name="connsiteX7" fmla="*/ 2134 w 24522"/>
                          <a:gd name="connsiteY7" fmla="*/ 19781 h 247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4522" h="24738">
                            <a:moveTo>
                              <a:pt x="2134" y="19781"/>
                            </a:moveTo>
                            <a:cubicBezTo>
                              <a:pt x="1086" y="20828"/>
                              <a:pt x="324" y="21591"/>
                              <a:pt x="39" y="22829"/>
                            </a:cubicBezTo>
                            <a:cubicBezTo>
                              <a:pt x="-247" y="24067"/>
                              <a:pt x="1086" y="24638"/>
                              <a:pt x="2801" y="24734"/>
                            </a:cubicBezTo>
                            <a:cubicBezTo>
                              <a:pt x="4515" y="24829"/>
                              <a:pt x="6706" y="23591"/>
                              <a:pt x="8420" y="22829"/>
                            </a:cubicBezTo>
                            <a:cubicBezTo>
                              <a:pt x="12802" y="20257"/>
                              <a:pt x="17088" y="16637"/>
                              <a:pt x="20327" y="12637"/>
                            </a:cubicBezTo>
                            <a:cubicBezTo>
                              <a:pt x="21660" y="10922"/>
                              <a:pt x="22899" y="9398"/>
                              <a:pt x="23661" y="7779"/>
                            </a:cubicBezTo>
                            <a:cubicBezTo>
                              <a:pt x="26423" y="254"/>
                              <a:pt x="22232" y="-3079"/>
                              <a:pt x="15564" y="3588"/>
                            </a:cubicBezTo>
                            <a:cubicBezTo>
                              <a:pt x="10516" y="8541"/>
                              <a:pt x="5944" y="15304"/>
                              <a:pt x="2134" y="1978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32" name="Forme libre : forme 10931">
                        <a:extLst>
                          <a:ext uri="{FF2B5EF4-FFF2-40B4-BE49-F238E27FC236}">
                            <a16:creationId xmlns:a16="http://schemas.microsoft.com/office/drawing/2014/main" id="{E91A2F35-EC8A-4002-B69F-B0CF5E79BB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92792" y="2829210"/>
                        <a:ext cx="14331" cy="64960"/>
                      </a:xfrm>
                      <a:custGeom>
                        <a:avLst/>
                        <a:gdLst>
                          <a:gd name="connsiteX0" fmla="*/ 12668 w 14331"/>
                          <a:gd name="connsiteY0" fmla="*/ 0 h 64960"/>
                          <a:gd name="connsiteX1" fmla="*/ 0 w 14331"/>
                          <a:gd name="connsiteY1" fmla="*/ 64961 h 64960"/>
                          <a:gd name="connsiteX2" fmla="*/ 12668 w 14331"/>
                          <a:gd name="connsiteY2" fmla="*/ 0 h 649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4331" h="64960">
                            <a:moveTo>
                              <a:pt x="12668" y="0"/>
                            </a:moveTo>
                            <a:cubicBezTo>
                              <a:pt x="18479" y="15240"/>
                              <a:pt x="7811" y="45244"/>
                              <a:pt x="0" y="64961"/>
                            </a:cubicBezTo>
                            <a:cubicBezTo>
                              <a:pt x="8572" y="43720"/>
                              <a:pt x="11716" y="18669"/>
                              <a:pt x="1266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33" name="Forme libre : forme 10932">
                        <a:extLst>
                          <a:ext uri="{FF2B5EF4-FFF2-40B4-BE49-F238E27FC236}">
                            <a16:creationId xmlns:a16="http://schemas.microsoft.com/office/drawing/2014/main" id="{04897A3C-508C-4E17-9A13-6A49EEC209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61632" y="2895218"/>
                        <a:ext cx="36004" cy="17811"/>
                      </a:xfrm>
                      <a:custGeom>
                        <a:avLst/>
                        <a:gdLst>
                          <a:gd name="connsiteX0" fmla="*/ 36004 w 36004"/>
                          <a:gd name="connsiteY0" fmla="*/ 0 h 17811"/>
                          <a:gd name="connsiteX1" fmla="*/ 32861 w 36004"/>
                          <a:gd name="connsiteY1" fmla="*/ 3048 h 17811"/>
                          <a:gd name="connsiteX2" fmla="*/ 31718 w 36004"/>
                          <a:gd name="connsiteY2" fmla="*/ 4477 h 17811"/>
                          <a:gd name="connsiteX3" fmla="*/ 31147 w 36004"/>
                          <a:gd name="connsiteY3" fmla="*/ 5525 h 17811"/>
                          <a:gd name="connsiteX4" fmla="*/ 28670 w 36004"/>
                          <a:gd name="connsiteY4" fmla="*/ 10382 h 17811"/>
                          <a:gd name="connsiteX5" fmla="*/ 0 w 36004"/>
                          <a:gd name="connsiteY5" fmla="*/ 17812 h 17811"/>
                          <a:gd name="connsiteX6" fmla="*/ 28575 w 36004"/>
                          <a:gd name="connsiteY6" fmla="*/ 12002 h 17811"/>
                          <a:gd name="connsiteX7" fmla="*/ 31718 w 36004"/>
                          <a:gd name="connsiteY7" fmla="*/ 6763 h 17811"/>
                          <a:gd name="connsiteX8" fmla="*/ 33528 w 36004"/>
                          <a:gd name="connsiteY8" fmla="*/ 3715 h 17811"/>
                          <a:gd name="connsiteX9" fmla="*/ 36004 w 36004"/>
                          <a:gd name="connsiteY9" fmla="*/ 0 h 17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6004" h="17811">
                            <a:moveTo>
                              <a:pt x="36004" y="0"/>
                            </a:moveTo>
                            <a:cubicBezTo>
                              <a:pt x="34766" y="1143"/>
                              <a:pt x="33623" y="2381"/>
                              <a:pt x="32861" y="3048"/>
                            </a:cubicBezTo>
                            <a:cubicBezTo>
                              <a:pt x="32480" y="3429"/>
                              <a:pt x="32004" y="4096"/>
                              <a:pt x="31718" y="4477"/>
                            </a:cubicBezTo>
                            <a:cubicBezTo>
                              <a:pt x="31528" y="4763"/>
                              <a:pt x="31147" y="5144"/>
                              <a:pt x="31147" y="5525"/>
                            </a:cubicBezTo>
                            <a:cubicBezTo>
                              <a:pt x="30861" y="7239"/>
                              <a:pt x="30099" y="8382"/>
                              <a:pt x="28670" y="10382"/>
                            </a:cubicBezTo>
                            <a:cubicBezTo>
                              <a:pt x="22003" y="14669"/>
                              <a:pt x="11144" y="17336"/>
                              <a:pt x="0" y="17812"/>
                            </a:cubicBezTo>
                            <a:cubicBezTo>
                              <a:pt x="10192" y="16859"/>
                              <a:pt x="21241" y="16002"/>
                              <a:pt x="28575" y="12002"/>
                            </a:cubicBezTo>
                            <a:cubicBezTo>
                              <a:pt x="30289" y="10096"/>
                              <a:pt x="31432" y="8763"/>
                              <a:pt x="31718" y="6763"/>
                            </a:cubicBezTo>
                            <a:cubicBezTo>
                              <a:pt x="32099" y="6001"/>
                              <a:pt x="32861" y="4858"/>
                              <a:pt x="33528" y="3715"/>
                            </a:cubicBezTo>
                            <a:cubicBezTo>
                              <a:pt x="34385" y="2381"/>
                              <a:pt x="35242" y="1143"/>
                              <a:pt x="3600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34" name="Forme libre : forme 10933">
                        <a:extLst>
                          <a:ext uri="{FF2B5EF4-FFF2-40B4-BE49-F238E27FC236}">
                            <a16:creationId xmlns:a16="http://schemas.microsoft.com/office/drawing/2014/main" id="{2E9BDB9E-9283-4D5B-8535-2D95336D86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40022" y="2868079"/>
                        <a:ext cx="25097" cy="26960"/>
                      </a:xfrm>
                      <a:custGeom>
                        <a:avLst/>
                        <a:gdLst>
                          <a:gd name="connsiteX0" fmla="*/ 24957 w 25097"/>
                          <a:gd name="connsiteY0" fmla="*/ 945 h 26960"/>
                          <a:gd name="connsiteX1" fmla="*/ 13527 w 25097"/>
                          <a:gd name="connsiteY1" fmla="*/ 18567 h 26960"/>
                          <a:gd name="connsiteX2" fmla="*/ 96 w 25097"/>
                          <a:gd name="connsiteY2" fmla="*/ 25710 h 26960"/>
                          <a:gd name="connsiteX3" fmla="*/ 11145 w 25097"/>
                          <a:gd name="connsiteY3" fmla="*/ 9613 h 26960"/>
                          <a:gd name="connsiteX4" fmla="*/ 24957 w 25097"/>
                          <a:gd name="connsiteY4" fmla="*/ 945 h 269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097" h="26960">
                            <a:moveTo>
                              <a:pt x="24957" y="945"/>
                            </a:moveTo>
                            <a:cubicBezTo>
                              <a:pt x="26386" y="4946"/>
                              <a:pt x="16575" y="15424"/>
                              <a:pt x="13527" y="18567"/>
                            </a:cubicBezTo>
                            <a:cubicBezTo>
                              <a:pt x="10479" y="21805"/>
                              <a:pt x="1335" y="30092"/>
                              <a:pt x="96" y="25710"/>
                            </a:cubicBezTo>
                            <a:cubicBezTo>
                              <a:pt x="-1046" y="21424"/>
                              <a:pt x="8288" y="12566"/>
                              <a:pt x="11145" y="9613"/>
                            </a:cubicBezTo>
                            <a:cubicBezTo>
                              <a:pt x="14193" y="6756"/>
                              <a:pt x="23528" y="-3055"/>
                              <a:pt x="24957" y="94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35" name="Forme libre : forme 10934">
                        <a:extLst>
                          <a:ext uri="{FF2B5EF4-FFF2-40B4-BE49-F238E27FC236}">
                            <a16:creationId xmlns:a16="http://schemas.microsoft.com/office/drawing/2014/main" id="{D4B500F9-BE93-4E81-9D98-855E492385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61061" y="2863900"/>
                        <a:ext cx="6977" cy="8347"/>
                      </a:xfrm>
                      <a:custGeom>
                        <a:avLst/>
                        <a:gdLst>
                          <a:gd name="connsiteX0" fmla="*/ 6490 w 6977"/>
                          <a:gd name="connsiteY0" fmla="*/ 77 h 8347"/>
                          <a:gd name="connsiteX1" fmla="*/ 5061 w 6977"/>
                          <a:gd name="connsiteY1" fmla="*/ 4839 h 8347"/>
                          <a:gd name="connsiteX2" fmla="*/ 489 w 6977"/>
                          <a:gd name="connsiteY2" fmla="*/ 8268 h 8347"/>
                          <a:gd name="connsiteX3" fmla="*/ 1822 w 6977"/>
                          <a:gd name="connsiteY3" fmla="*/ 3696 h 8347"/>
                          <a:gd name="connsiteX4" fmla="*/ 6490 w 6977"/>
                          <a:gd name="connsiteY4" fmla="*/ 77 h 8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977" h="8347">
                            <a:moveTo>
                              <a:pt x="6490" y="77"/>
                            </a:moveTo>
                            <a:cubicBezTo>
                              <a:pt x="7823" y="648"/>
                              <a:pt x="6109" y="3411"/>
                              <a:pt x="5061" y="4839"/>
                            </a:cubicBezTo>
                            <a:cubicBezTo>
                              <a:pt x="4013" y="6173"/>
                              <a:pt x="1822" y="8840"/>
                              <a:pt x="489" y="8268"/>
                            </a:cubicBezTo>
                            <a:cubicBezTo>
                              <a:pt x="-845" y="7697"/>
                              <a:pt x="870" y="5030"/>
                              <a:pt x="1822" y="3696"/>
                            </a:cubicBezTo>
                            <a:cubicBezTo>
                              <a:pt x="2870" y="2268"/>
                              <a:pt x="5156" y="-495"/>
                              <a:pt x="6490" y="7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36" name="Forme libre : forme 10935">
                        <a:extLst>
                          <a:ext uri="{FF2B5EF4-FFF2-40B4-BE49-F238E27FC236}">
                            <a16:creationId xmlns:a16="http://schemas.microsoft.com/office/drawing/2014/main" id="{83191652-5826-42F1-B87C-7CF664912A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23701" y="2827400"/>
                        <a:ext cx="74596" cy="54931"/>
                      </a:xfrm>
                      <a:custGeom>
                        <a:avLst/>
                        <a:gdLst>
                          <a:gd name="connsiteX0" fmla="*/ 47088 w 74596"/>
                          <a:gd name="connsiteY0" fmla="*/ 8287 h 54931"/>
                          <a:gd name="connsiteX1" fmla="*/ 71948 w 74596"/>
                          <a:gd name="connsiteY1" fmla="*/ 0 h 54931"/>
                          <a:gd name="connsiteX2" fmla="*/ 72710 w 74596"/>
                          <a:gd name="connsiteY2" fmla="*/ 8382 h 54931"/>
                          <a:gd name="connsiteX3" fmla="*/ 63566 w 74596"/>
                          <a:gd name="connsiteY3" fmla="*/ 14764 h 54931"/>
                          <a:gd name="connsiteX4" fmla="*/ 34419 w 74596"/>
                          <a:gd name="connsiteY4" fmla="*/ 32099 h 54931"/>
                          <a:gd name="connsiteX5" fmla="*/ 15655 w 74596"/>
                          <a:gd name="connsiteY5" fmla="*/ 48101 h 54931"/>
                          <a:gd name="connsiteX6" fmla="*/ 129 w 74596"/>
                          <a:gd name="connsiteY6" fmla="*/ 52578 h 54931"/>
                          <a:gd name="connsiteX7" fmla="*/ 26037 w 74596"/>
                          <a:gd name="connsiteY7" fmla="*/ 18097 h 54931"/>
                          <a:gd name="connsiteX8" fmla="*/ 47088 w 74596"/>
                          <a:gd name="connsiteY8" fmla="*/ 8287 h 549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4596" h="54931">
                            <a:moveTo>
                              <a:pt x="47088" y="8287"/>
                            </a:moveTo>
                            <a:cubicBezTo>
                              <a:pt x="56422" y="3524"/>
                              <a:pt x="63280" y="190"/>
                              <a:pt x="71948" y="0"/>
                            </a:cubicBezTo>
                            <a:cubicBezTo>
                              <a:pt x="75186" y="0"/>
                              <a:pt x="75472" y="4667"/>
                              <a:pt x="72710" y="8382"/>
                            </a:cubicBezTo>
                            <a:cubicBezTo>
                              <a:pt x="70043" y="12097"/>
                              <a:pt x="66804" y="13335"/>
                              <a:pt x="63566" y="14764"/>
                            </a:cubicBezTo>
                            <a:cubicBezTo>
                              <a:pt x="53565" y="19145"/>
                              <a:pt x="44325" y="25146"/>
                              <a:pt x="34419" y="32099"/>
                            </a:cubicBezTo>
                            <a:cubicBezTo>
                              <a:pt x="31371" y="34290"/>
                              <a:pt x="23180" y="42196"/>
                              <a:pt x="15655" y="48101"/>
                            </a:cubicBezTo>
                            <a:cubicBezTo>
                              <a:pt x="8035" y="54007"/>
                              <a:pt x="987" y="57531"/>
                              <a:pt x="129" y="52578"/>
                            </a:cubicBezTo>
                            <a:cubicBezTo>
                              <a:pt x="-1776" y="43244"/>
                              <a:pt x="17846" y="24289"/>
                              <a:pt x="26037" y="18097"/>
                            </a:cubicBezTo>
                            <a:cubicBezTo>
                              <a:pt x="34229" y="12192"/>
                              <a:pt x="40039" y="11811"/>
                              <a:pt x="47088" y="828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61" name="Graphique 1">
                      <a:extLst>
                        <a:ext uri="{FF2B5EF4-FFF2-40B4-BE49-F238E27FC236}">
                          <a16:creationId xmlns:a16="http://schemas.microsoft.com/office/drawing/2014/main" id="{A66CD1EE-3088-4F1E-8B64-DFBCC28FD90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98315" y="2669234"/>
                      <a:ext cx="157403" cy="154804"/>
                      <a:chOff x="2498315" y="2669234"/>
                      <a:chExt cx="157403" cy="154804"/>
                    </a:xfrm>
                    <a:solidFill>
                      <a:schemeClr val="accent1"/>
                    </a:solidFill>
                  </p:grpSpPr>
                  <p:sp>
                    <p:nvSpPr>
                      <p:cNvPr id="10913" name="Forme libre : forme 10912">
                        <a:extLst>
                          <a:ext uri="{FF2B5EF4-FFF2-40B4-BE49-F238E27FC236}">
                            <a16:creationId xmlns:a16="http://schemas.microsoft.com/office/drawing/2014/main" id="{FAA28271-447D-4312-A2F4-D664551CD8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98315" y="2669234"/>
                        <a:ext cx="157403" cy="154804"/>
                      </a:xfrm>
                      <a:custGeom>
                        <a:avLst/>
                        <a:gdLst>
                          <a:gd name="connsiteX0" fmla="*/ 128969 w 157403"/>
                          <a:gd name="connsiteY0" fmla="*/ 78823 h 154804"/>
                          <a:gd name="connsiteX1" fmla="*/ 80487 w 157403"/>
                          <a:gd name="connsiteY1" fmla="*/ 126162 h 154804"/>
                          <a:gd name="connsiteX2" fmla="*/ 15908 w 157403"/>
                          <a:gd name="connsiteY2" fmla="*/ 154737 h 154804"/>
                          <a:gd name="connsiteX3" fmla="*/ 1 w 157403"/>
                          <a:gd name="connsiteY3" fmla="*/ 140164 h 154804"/>
                          <a:gd name="connsiteX4" fmla="*/ 27624 w 157403"/>
                          <a:gd name="connsiteY4" fmla="*/ 72346 h 154804"/>
                          <a:gd name="connsiteX5" fmla="*/ 76106 w 157403"/>
                          <a:gd name="connsiteY5" fmla="*/ 25197 h 154804"/>
                          <a:gd name="connsiteX6" fmla="*/ 85250 w 157403"/>
                          <a:gd name="connsiteY6" fmla="*/ 18149 h 154804"/>
                          <a:gd name="connsiteX7" fmla="*/ 93251 w 157403"/>
                          <a:gd name="connsiteY7" fmla="*/ 13195 h 154804"/>
                          <a:gd name="connsiteX8" fmla="*/ 108300 w 157403"/>
                          <a:gd name="connsiteY8" fmla="*/ 6719 h 154804"/>
                          <a:gd name="connsiteX9" fmla="*/ 139161 w 157403"/>
                          <a:gd name="connsiteY9" fmla="*/ 242 h 154804"/>
                          <a:gd name="connsiteX10" fmla="*/ 156878 w 157403"/>
                          <a:gd name="connsiteY10" fmla="*/ 11767 h 154804"/>
                          <a:gd name="connsiteX11" fmla="*/ 152592 w 157403"/>
                          <a:gd name="connsiteY11" fmla="*/ 44819 h 154804"/>
                          <a:gd name="connsiteX12" fmla="*/ 143067 w 157403"/>
                          <a:gd name="connsiteY12" fmla="*/ 62154 h 154804"/>
                          <a:gd name="connsiteX13" fmla="*/ 128969 w 157403"/>
                          <a:gd name="connsiteY13" fmla="*/ 78823 h 1548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57403" h="154804">
                            <a:moveTo>
                              <a:pt x="128969" y="78823"/>
                            </a:moveTo>
                            <a:cubicBezTo>
                              <a:pt x="117730" y="90158"/>
                              <a:pt x="92775" y="114637"/>
                              <a:pt x="80487" y="126162"/>
                            </a:cubicBezTo>
                            <a:cubicBezTo>
                              <a:pt x="57437" y="147498"/>
                              <a:pt x="38958" y="152451"/>
                              <a:pt x="15908" y="154737"/>
                            </a:cubicBezTo>
                            <a:cubicBezTo>
                              <a:pt x="7907" y="155594"/>
                              <a:pt x="-94" y="148165"/>
                              <a:pt x="1" y="140164"/>
                            </a:cubicBezTo>
                            <a:cubicBezTo>
                              <a:pt x="477" y="116923"/>
                              <a:pt x="6954" y="95968"/>
                              <a:pt x="27624" y="72346"/>
                            </a:cubicBezTo>
                            <a:cubicBezTo>
                              <a:pt x="38577" y="59582"/>
                              <a:pt x="62676" y="36246"/>
                              <a:pt x="76106" y="25197"/>
                            </a:cubicBezTo>
                            <a:cubicBezTo>
                              <a:pt x="79154" y="22530"/>
                              <a:pt x="82297" y="20244"/>
                              <a:pt x="85250" y="18149"/>
                            </a:cubicBezTo>
                            <a:cubicBezTo>
                              <a:pt x="88202" y="16148"/>
                              <a:pt x="90584" y="14720"/>
                              <a:pt x="93251" y="13195"/>
                            </a:cubicBezTo>
                            <a:cubicBezTo>
                              <a:pt x="98394" y="10338"/>
                              <a:pt x="103347" y="8243"/>
                              <a:pt x="108300" y="6719"/>
                            </a:cubicBezTo>
                            <a:cubicBezTo>
                              <a:pt x="118111" y="3480"/>
                              <a:pt x="127731" y="2242"/>
                              <a:pt x="139161" y="242"/>
                            </a:cubicBezTo>
                            <a:cubicBezTo>
                              <a:pt x="147353" y="-1282"/>
                              <a:pt x="156211" y="4623"/>
                              <a:pt x="156878" y="11767"/>
                            </a:cubicBezTo>
                            <a:cubicBezTo>
                              <a:pt x="158116" y="22054"/>
                              <a:pt x="157354" y="33198"/>
                              <a:pt x="152592" y="44819"/>
                            </a:cubicBezTo>
                            <a:cubicBezTo>
                              <a:pt x="150305" y="50534"/>
                              <a:pt x="147162" y="56344"/>
                              <a:pt x="143067" y="62154"/>
                            </a:cubicBezTo>
                            <a:cubicBezTo>
                              <a:pt x="139066" y="67869"/>
                              <a:pt x="133827" y="73679"/>
                              <a:pt x="128969" y="7882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14" name="Forme libre : forme 10913">
                        <a:extLst>
                          <a:ext uri="{FF2B5EF4-FFF2-40B4-BE49-F238E27FC236}">
                            <a16:creationId xmlns:a16="http://schemas.microsoft.com/office/drawing/2014/main" id="{AEB66F86-D65B-4ABB-B4F2-34C8B29FB8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04698" y="2680620"/>
                        <a:ext cx="150894" cy="143397"/>
                      </a:xfrm>
                      <a:custGeom>
                        <a:avLst/>
                        <a:gdLst>
                          <a:gd name="connsiteX0" fmla="*/ 62103 w 150894"/>
                          <a:gd name="connsiteY0" fmla="*/ 88392 h 143397"/>
                          <a:gd name="connsiteX1" fmla="*/ 0 w 150894"/>
                          <a:gd name="connsiteY1" fmla="*/ 140684 h 143397"/>
                          <a:gd name="connsiteX2" fmla="*/ 9239 w 150894"/>
                          <a:gd name="connsiteY2" fmla="*/ 143351 h 143397"/>
                          <a:gd name="connsiteX3" fmla="*/ 20860 w 150894"/>
                          <a:gd name="connsiteY3" fmla="*/ 141827 h 143397"/>
                          <a:gd name="connsiteX4" fmla="*/ 52483 w 150894"/>
                          <a:gd name="connsiteY4" fmla="*/ 130874 h 143397"/>
                          <a:gd name="connsiteX5" fmla="*/ 73914 w 150894"/>
                          <a:gd name="connsiteY5" fmla="*/ 114776 h 143397"/>
                          <a:gd name="connsiteX6" fmla="*/ 81820 w 150894"/>
                          <a:gd name="connsiteY6" fmla="*/ 107252 h 143397"/>
                          <a:gd name="connsiteX7" fmla="*/ 118872 w 150894"/>
                          <a:gd name="connsiteY7" fmla="*/ 70961 h 143397"/>
                          <a:gd name="connsiteX8" fmla="*/ 122396 w 150894"/>
                          <a:gd name="connsiteY8" fmla="*/ 67437 h 143397"/>
                          <a:gd name="connsiteX9" fmla="*/ 127635 w 150894"/>
                          <a:gd name="connsiteY9" fmla="*/ 61817 h 143397"/>
                          <a:gd name="connsiteX10" fmla="*/ 132779 w 150894"/>
                          <a:gd name="connsiteY10" fmla="*/ 55721 h 143397"/>
                          <a:gd name="connsiteX11" fmla="*/ 141161 w 150894"/>
                          <a:gd name="connsiteY11" fmla="*/ 43434 h 143397"/>
                          <a:gd name="connsiteX12" fmla="*/ 150876 w 150894"/>
                          <a:gd name="connsiteY12" fmla="*/ 10382 h 143397"/>
                          <a:gd name="connsiteX13" fmla="*/ 150400 w 150894"/>
                          <a:gd name="connsiteY13" fmla="*/ 381 h 143397"/>
                          <a:gd name="connsiteX14" fmla="*/ 150304 w 150894"/>
                          <a:gd name="connsiteY14" fmla="*/ 0 h 143397"/>
                          <a:gd name="connsiteX15" fmla="*/ 128969 w 150894"/>
                          <a:gd name="connsiteY15" fmla="*/ 23241 h 143397"/>
                          <a:gd name="connsiteX16" fmla="*/ 105537 w 150894"/>
                          <a:gd name="connsiteY16" fmla="*/ 44863 h 143397"/>
                          <a:gd name="connsiteX17" fmla="*/ 62103 w 150894"/>
                          <a:gd name="connsiteY17" fmla="*/ 88392 h 1433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50894" h="143397">
                            <a:moveTo>
                              <a:pt x="62103" y="88392"/>
                            </a:moveTo>
                            <a:cubicBezTo>
                              <a:pt x="43434" y="109442"/>
                              <a:pt x="22670" y="130969"/>
                              <a:pt x="0" y="140684"/>
                            </a:cubicBezTo>
                            <a:cubicBezTo>
                              <a:pt x="2762" y="142589"/>
                              <a:pt x="6001" y="143637"/>
                              <a:pt x="9239" y="143351"/>
                            </a:cubicBezTo>
                            <a:cubicBezTo>
                              <a:pt x="13240" y="142970"/>
                              <a:pt x="17050" y="142399"/>
                              <a:pt x="20860" y="141827"/>
                            </a:cubicBezTo>
                            <a:cubicBezTo>
                              <a:pt x="31623" y="139922"/>
                              <a:pt x="41910" y="136970"/>
                              <a:pt x="52483" y="130874"/>
                            </a:cubicBezTo>
                            <a:cubicBezTo>
                              <a:pt x="59341" y="126968"/>
                              <a:pt x="66294" y="121729"/>
                              <a:pt x="73914" y="114776"/>
                            </a:cubicBezTo>
                            <a:cubicBezTo>
                              <a:pt x="76200" y="112586"/>
                              <a:pt x="78867" y="110109"/>
                              <a:pt x="81820" y="107252"/>
                            </a:cubicBezTo>
                            <a:cubicBezTo>
                              <a:pt x="93250" y="96012"/>
                              <a:pt x="108871" y="80772"/>
                              <a:pt x="118872" y="70961"/>
                            </a:cubicBezTo>
                            <a:cubicBezTo>
                              <a:pt x="120110" y="69723"/>
                              <a:pt x="121348" y="68485"/>
                              <a:pt x="122396" y="67437"/>
                            </a:cubicBezTo>
                            <a:cubicBezTo>
                              <a:pt x="124206" y="65532"/>
                              <a:pt x="126016" y="63627"/>
                              <a:pt x="127635" y="61817"/>
                            </a:cubicBezTo>
                            <a:cubicBezTo>
                              <a:pt x="129445" y="59817"/>
                              <a:pt x="131159" y="57721"/>
                              <a:pt x="132779" y="55721"/>
                            </a:cubicBezTo>
                            <a:cubicBezTo>
                              <a:pt x="136017" y="51626"/>
                              <a:pt x="138779" y="47530"/>
                              <a:pt x="141161" y="43434"/>
                            </a:cubicBezTo>
                            <a:cubicBezTo>
                              <a:pt x="147542" y="32195"/>
                              <a:pt x="150495" y="20764"/>
                              <a:pt x="150876" y="10382"/>
                            </a:cubicBezTo>
                            <a:cubicBezTo>
                              <a:pt x="150971" y="6953"/>
                              <a:pt x="150686" y="3715"/>
                              <a:pt x="150400" y="381"/>
                            </a:cubicBezTo>
                            <a:lnTo>
                              <a:pt x="150304" y="0"/>
                            </a:lnTo>
                            <a:cubicBezTo>
                              <a:pt x="143828" y="7239"/>
                              <a:pt x="136588" y="15812"/>
                              <a:pt x="128969" y="23241"/>
                            </a:cubicBezTo>
                            <a:cubicBezTo>
                              <a:pt x="121444" y="30766"/>
                              <a:pt x="113252" y="38005"/>
                              <a:pt x="105537" y="44863"/>
                            </a:cubicBezTo>
                            <a:cubicBezTo>
                              <a:pt x="90106" y="58674"/>
                              <a:pt x="75438" y="73247"/>
                              <a:pt x="62103" y="8839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15" name="Forme libre : forme 10914">
                        <a:extLst>
                          <a:ext uri="{FF2B5EF4-FFF2-40B4-BE49-F238E27FC236}">
                            <a16:creationId xmlns:a16="http://schemas.microsoft.com/office/drawing/2014/main" id="{E5C38088-562B-4638-839A-E8FC279BED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2029" y="2701227"/>
                        <a:ext cx="73121" cy="68581"/>
                      </a:xfrm>
                      <a:custGeom>
                        <a:avLst/>
                        <a:gdLst>
                          <a:gd name="connsiteX0" fmla="*/ 71827 w 73121"/>
                          <a:gd name="connsiteY0" fmla="*/ 1205 h 68581"/>
                          <a:gd name="connsiteX1" fmla="*/ 63730 w 73121"/>
                          <a:gd name="connsiteY1" fmla="*/ 22351 h 68581"/>
                          <a:gd name="connsiteX2" fmla="*/ 43728 w 73121"/>
                          <a:gd name="connsiteY2" fmla="*/ 44258 h 68581"/>
                          <a:gd name="connsiteX3" fmla="*/ 1722 w 73121"/>
                          <a:gd name="connsiteY3" fmla="*/ 67118 h 68581"/>
                          <a:gd name="connsiteX4" fmla="*/ 26487 w 73121"/>
                          <a:gd name="connsiteY4" fmla="*/ 26542 h 68581"/>
                          <a:gd name="connsiteX5" fmla="*/ 50110 w 73121"/>
                          <a:gd name="connsiteY5" fmla="*/ 8158 h 68581"/>
                          <a:gd name="connsiteX6" fmla="*/ 71827 w 73121"/>
                          <a:gd name="connsiteY6" fmla="*/ 1205 h 685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3121" h="68581">
                            <a:moveTo>
                              <a:pt x="71827" y="1205"/>
                            </a:moveTo>
                            <a:cubicBezTo>
                              <a:pt x="75541" y="4729"/>
                              <a:pt x="70779" y="13587"/>
                              <a:pt x="63730" y="22351"/>
                            </a:cubicBezTo>
                            <a:cubicBezTo>
                              <a:pt x="56872" y="30923"/>
                              <a:pt x="48204" y="39877"/>
                              <a:pt x="43728" y="44258"/>
                            </a:cubicBezTo>
                            <a:cubicBezTo>
                              <a:pt x="34584" y="52831"/>
                              <a:pt x="9819" y="74357"/>
                              <a:pt x="1722" y="67118"/>
                            </a:cubicBezTo>
                            <a:cubicBezTo>
                              <a:pt x="-6564" y="59688"/>
                              <a:pt x="17248" y="34352"/>
                              <a:pt x="26487" y="26542"/>
                            </a:cubicBezTo>
                            <a:cubicBezTo>
                              <a:pt x="30964" y="22541"/>
                              <a:pt x="40585" y="14254"/>
                              <a:pt x="50110" y="8158"/>
                            </a:cubicBezTo>
                            <a:cubicBezTo>
                              <a:pt x="59253" y="2158"/>
                              <a:pt x="68112" y="-2224"/>
                              <a:pt x="71827" y="120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16" name="Forme libre : forme 10915">
                        <a:extLst>
                          <a:ext uri="{FF2B5EF4-FFF2-40B4-BE49-F238E27FC236}">
                            <a16:creationId xmlns:a16="http://schemas.microsoft.com/office/drawing/2014/main" id="{3E85D6A0-09DC-4137-A588-2EA08B41BB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1306" y="2730246"/>
                        <a:ext cx="58452" cy="39332"/>
                      </a:xfrm>
                      <a:custGeom>
                        <a:avLst/>
                        <a:gdLst>
                          <a:gd name="connsiteX0" fmla="*/ 9494 w 58452"/>
                          <a:gd name="connsiteY0" fmla="*/ 16669 h 39332"/>
                          <a:gd name="connsiteX1" fmla="*/ 2064 w 58452"/>
                          <a:gd name="connsiteY1" fmla="*/ 38481 h 39332"/>
                          <a:gd name="connsiteX2" fmla="*/ 44832 w 58452"/>
                          <a:gd name="connsiteY2" fmla="*/ 14954 h 39332"/>
                          <a:gd name="connsiteX3" fmla="*/ 58452 w 58452"/>
                          <a:gd name="connsiteY3" fmla="*/ 0 h 39332"/>
                          <a:gd name="connsiteX4" fmla="*/ 49975 w 58452"/>
                          <a:gd name="connsiteY4" fmla="*/ 6858 h 39332"/>
                          <a:gd name="connsiteX5" fmla="*/ 9494 w 58452"/>
                          <a:gd name="connsiteY5" fmla="*/ 16669 h 39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8452" h="39332">
                            <a:moveTo>
                              <a:pt x="9494" y="16669"/>
                            </a:moveTo>
                            <a:cubicBezTo>
                              <a:pt x="6446" y="22288"/>
                              <a:pt x="-4508" y="35338"/>
                              <a:pt x="2064" y="38481"/>
                            </a:cubicBezTo>
                            <a:cubicBezTo>
                              <a:pt x="12446" y="43434"/>
                              <a:pt x="33211" y="25622"/>
                              <a:pt x="44832" y="14954"/>
                            </a:cubicBezTo>
                            <a:cubicBezTo>
                              <a:pt x="48165" y="11716"/>
                              <a:pt x="55214" y="4096"/>
                              <a:pt x="58452" y="0"/>
                            </a:cubicBezTo>
                            <a:cubicBezTo>
                              <a:pt x="56166" y="1905"/>
                              <a:pt x="52452" y="5334"/>
                              <a:pt x="49975" y="6858"/>
                            </a:cubicBezTo>
                            <a:cubicBezTo>
                              <a:pt x="35973" y="15049"/>
                              <a:pt x="18733" y="24479"/>
                              <a:pt x="9494" y="1666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17" name="Forme libre : forme 10916">
                        <a:extLst>
                          <a:ext uri="{FF2B5EF4-FFF2-40B4-BE49-F238E27FC236}">
                            <a16:creationId xmlns:a16="http://schemas.microsoft.com/office/drawing/2014/main" id="{44AD5EE0-2CFE-41D5-B11B-D6CA573468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7262" y="2698748"/>
                        <a:ext cx="72843" cy="69373"/>
                      </a:xfrm>
                      <a:custGeom>
                        <a:avLst/>
                        <a:gdLst>
                          <a:gd name="connsiteX0" fmla="*/ 72118 w 72843"/>
                          <a:gd name="connsiteY0" fmla="*/ 1779 h 69373"/>
                          <a:gd name="connsiteX1" fmla="*/ 63260 w 72843"/>
                          <a:gd name="connsiteY1" fmla="*/ 24068 h 69373"/>
                          <a:gd name="connsiteX2" fmla="*/ 43734 w 72843"/>
                          <a:gd name="connsiteY2" fmla="*/ 45785 h 69373"/>
                          <a:gd name="connsiteX3" fmla="*/ 1919 w 72843"/>
                          <a:gd name="connsiteY3" fmla="*/ 67978 h 69373"/>
                          <a:gd name="connsiteX4" fmla="*/ 26684 w 72843"/>
                          <a:gd name="connsiteY4" fmla="*/ 27688 h 69373"/>
                          <a:gd name="connsiteX5" fmla="*/ 50877 w 72843"/>
                          <a:gd name="connsiteY5" fmla="*/ 8542 h 69373"/>
                          <a:gd name="connsiteX6" fmla="*/ 72118 w 72843"/>
                          <a:gd name="connsiteY6" fmla="*/ 1779 h 693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2843" h="69373">
                            <a:moveTo>
                              <a:pt x="72118" y="1779"/>
                            </a:moveTo>
                            <a:cubicBezTo>
                              <a:pt x="74690" y="6352"/>
                              <a:pt x="70118" y="15400"/>
                              <a:pt x="63260" y="24068"/>
                            </a:cubicBezTo>
                            <a:cubicBezTo>
                              <a:pt x="56497" y="32641"/>
                              <a:pt x="48591" y="40927"/>
                              <a:pt x="43734" y="45785"/>
                            </a:cubicBezTo>
                            <a:cubicBezTo>
                              <a:pt x="34114" y="55215"/>
                              <a:pt x="10682" y="74741"/>
                              <a:pt x="1919" y="67978"/>
                            </a:cubicBezTo>
                            <a:cubicBezTo>
                              <a:pt x="-7130" y="60930"/>
                              <a:pt x="18302" y="35117"/>
                              <a:pt x="26684" y="27688"/>
                            </a:cubicBezTo>
                            <a:cubicBezTo>
                              <a:pt x="30780" y="23878"/>
                              <a:pt x="41067" y="14924"/>
                              <a:pt x="50877" y="8542"/>
                            </a:cubicBezTo>
                            <a:cubicBezTo>
                              <a:pt x="60498" y="2161"/>
                              <a:pt x="69547" y="-2792"/>
                              <a:pt x="72118" y="177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18" name="Forme libre : forme 10917">
                        <a:extLst>
                          <a:ext uri="{FF2B5EF4-FFF2-40B4-BE49-F238E27FC236}">
                            <a16:creationId xmlns:a16="http://schemas.microsoft.com/office/drawing/2014/main" id="{8955D745-FFD6-46A5-86FF-F40191882E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16731" y="2726512"/>
                        <a:ext cx="102266" cy="76450"/>
                      </a:xfrm>
                      <a:custGeom>
                        <a:avLst/>
                        <a:gdLst>
                          <a:gd name="connsiteX0" fmla="*/ 7016 w 102266"/>
                          <a:gd name="connsiteY0" fmla="*/ 74981 h 76450"/>
                          <a:gd name="connsiteX1" fmla="*/ 24161 w 102266"/>
                          <a:gd name="connsiteY1" fmla="*/ 74219 h 76450"/>
                          <a:gd name="connsiteX2" fmla="*/ 65786 w 102266"/>
                          <a:gd name="connsiteY2" fmla="*/ 54502 h 76450"/>
                          <a:gd name="connsiteX3" fmla="*/ 96647 w 102266"/>
                          <a:gd name="connsiteY3" fmla="*/ 21355 h 76450"/>
                          <a:gd name="connsiteX4" fmla="*/ 99123 w 102266"/>
                          <a:gd name="connsiteY4" fmla="*/ 400 h 76450"/>
                          <a:gd name="connsiteX5" fmla="*/ 84359 w 102266"/>
                          <a:gd name="connsiteY5" fmla="*/ 6020 h 76450"/>
                          <a:gd name="connsiteX6" fmla="*/ 45212 w 102266"/>
                          <a:gd name="connsiteY6" fmla="*/ 24117 h 76450"/>
                          <a:gd name="connsiteX7" fmla="*/ 6921 w 102266"/>
                          <a:gd name="connsiteY7" fmla="*/ 44882 h 76450"/>
                          <a:gd name="connsiteX8" fmla="*/ 7016 w 102266"/>
                          <a:gd name="connsiteY8" fmla="*/ 74981 h 764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2266" h="76450">
                            <a:moveTo>
                              <a:pt x="7016" y="74981"/>
                            </a:moveTo>
                            <a:cubicBezTo>
                              <a:pt x="13398" y="77267"/>
                              <a:pt x="16446" y="76791"/>
                              <a:pt x="24161" y="74219"/>
                            </a:cubicBezTo>
                            <a:cubicBezTo>
                              <a:pt x="38925" y="69361"/>
                              <a:pt x="51022" y="65646"/>
                              <a:pt x="65786" y="54502"/>
                            </a:cubicBezTo>
                            <a:cubicBezTo>
                              <a:pt x="78168" y="45263"/>
                              <a:pt x="89884" y="32690"/>
                              <a:pt x="96647" y="21355"/>
                            </a:cubicBezTo>
                            <a:cubicBezTo>
                              <a:pt x="101695" y="12973"/>
                              <a:pt x="105029" y="3353"/>
                              <a:pt x="99123" y="400"/>
                            </a:cubicBezTo>
                            <a:cubicBezTo>
                              <a:pt x="95504" y="-1410"/>
                              <a:pt x="89789" y="3353"/>
                              <a:pt x="84359" y="6020"/>
                            </a:cubicBezTo>
                            <a:cubicBezTo>
                              <a:pt x="71501" y="12497"/>
                              <a:pt x="59594" y="19450"/>
                              <a:pt x="45212" y="24117"/>
                            </a:cubicBezTo>
                            <a:cubicBezTo>
                              <a:pt x="33020" y="28023"/>
                              <a:pt x="17684" y="30785"/>
                              <a:pt x="6921" y="44882"/>
                            </a:cubicBezTo>
                            <a:cubicBezTo>
                              <a:pt x="-2699" y="57455"/>
                              <a:pt x="-1937" y="71933"/>
                              <a:pt x="7016" y="7498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19" name="Forme libre : forme 10918">
                        <a:extLst>
                          <a:ext uri="{FF2B5EF4-FFF2-40B4-BE49-F238E27FC236}">
                            <a16:creationId xmlns:a16="http://schemas.microsoft.com/office/drawing/2014/main" id="{536D5663-583F-402F-9F65-EDFB701590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31270" y="2743244"/>
                        <a:ext cx="24173" cy="34180"/>
                      </a:xfrm>
                      <a:custGeom>
                        <a:avLst/>
                        <a:gdLst>
                          <a:gd name="connsiteX0" fmla="*/ 860 w 24173"/>
                          <a:gd name="connsiteY0" fmla="*/ 29007 h 34180"/>
                          <a:gd name="connsiteX1" fmla="*/ 193 w 24173"/>
                          <a:gd name="connsiteY1" fmla="*/ 33484 h 34180"/>
                          <a:gd name="connsiteX2" fmla="*/ 4003 w 24173"/>
                          <a:gd name="connsiteY2" fmla="*/ 33007 h 34180"/>
                          <a:gd name="connsiteX3" fmla="*/ 9051 w 24173"/>
                          <a:gd name="connsiteY3" fmla="*/ 27864 h 34180"/>
                          <a:gd name="connsiteX4" fmla="*/ 19814 w 24173"/>
                          <a:gd name="connsiteY4" fmla="*/ 13672 h 34180"/>
                          <a:gd name="connsiteX5" fmla="*/ 23148 w 24173"/>
                          <a:gd name="connsiteY5" fmla="*/ 8052 h 34180"/>
                          <a:gd name="connsiteX6" fmla="*/ 14480 w 24173"/>
                          <a:gd name="connsiteY6" fmla="*/ 4814 h 34180"/>
                          <a:gd name="connsiteX7" fmla="*/ 860 w 24173"/>
                          <a:gd name="connsiteY7" fmla="*/ 29007 h 341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4173" h="34180">
                            <a:moveTo>
                              <a:pt x="860" y="29007"/>
                            </a:moveTo>
                            <a:cubicBezTo>
                              <a:pt x="193" y="30912"/>
                              <a:pt x="-283" y="32246"/>
                              <a:pt x="193" y="33484"/>
                            </a:cubicBezTo>
                            <a:cubicBezTo>
                              <a:pt x="669" y="34722"/>
                              <a:pt x="2288" y="34150"/>
                              <a:pt x="4003" y="33007"/>
                            </a:cubicBezTo>
                            <a:cubicBezTo>
                              <a:pt x="5622" y="31864"/>
                              <a:pt x="7622" y="29578"/>
                              <a:pt x="9051" y="27864"/>
                            </a:cubicBezTo>
                            <a:cubicBezTo>
                              <a:pt x="12766" y="23292"/>
                              <a:pt x="16671" y="18339"/>
                              <a:pt x="19814" y="13672"/>
                            </a:cubicBezTo>
                            <a:cubicBezTo>
                              <a:pt x="21148" y="11767"/>
                              <a:pt x="22386" y="9957"/>
                              <a:pt x="23148" y="8052"/>
                            </a:cubicBezTo>
                            <a:cubicBezTo>
                              <a:pt x="26196" y="241"/>
                              <a:pt x="22195" y="-3759"/>
                              <a:pt x="14480" y="4814"/>
                            </a:cubicBezTo>
                            <a:cubicBezTo>
                              <a:pt x="8479" y="11481"/>
                              <a:pt x="3622" y="21387"/>
                              <a:pt x="860" y="2900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20" name="Forme libre : forme 10919">
                        <a:extLst>
                          <a:ext uri="{FF2B5EF4-FFF2-40B4-BE49-F238E27FC236}">
                            <a16:creationId xmlns:a16="http://schemas.microsoft.com/office/drawing/2014/main" id="{F68CAFC6-9329-4129-87AD-9E209CE7FD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7761" y="2681097"/>
                        <a:ext cx="24742" cy="64198"/>
                      </a:xfrm>
                      <a:custGeom>
                        <a:avLst/>
                        <a:gdLst>
                          <a:gd name="connsiteX0" fmla="*/ 23527 w 24742"/>
                          <a:gd name="connsiteY0" fmla="*/ 0 h 64198"/>
                          <a:gd name="connsiteX1" fmla="*/ 18764 w 24742"/>
                          <a:gd name="connsiteY1" fmla="*/ 31623 h 64198"/>
                          <a:gd name="connsiteX2" fmla="*/ 9430 w 24742"/>
                          <a:gd name="connsiteY2" fmla="*/ 49339 h 64198"/>
                          <a:gd name="connsiteX3" fmla="*/ 0 w 24742"/>
                          <a:gd name="connsiteY3" fmla="*/ 64198 h 64198"/>
                          <a:gd name="connsiteX4" fmla="*/ 8763 w 24742"/>
                          <a:gd name="connsiteY4" fmla="*/ 48958 h 64198"/>
                          <a:gd name="connsiteX5" fmla="*/ 16193 w 24742"/>
                          <a:gd name="connsiteY5" fmla="*/ 32004 h 64198"/>
                          <a:gd name="connsiteX6" fmla="*/ 23527 w 24742"/>
                          <a:gd name="connsiteY6" fmla="*/ 0 h 64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4742" h="64198">
                            <a:moveTo>
                              <a:pt x="23527" y="0"/>
                            </a:moveTo>
                            <a:cubicBezTo>
                              <a:pt x="26289" y="7620"/>
                              <a:pt x="24194" y="19336"/>
                              <a:pt x="18764" y="31623"/>
                            </a:cubicBezTo>
                            <a:cubicBezTo>
                              <a:pt x="16097" y="37719"/>
                              <a:pt x="12859" y="43720"/>
                              <a:pt x="9430" y="49339"/>
                            </a:cubicBezTo>
                            <a:cubicBezTo>
                              <a:pt x="6001" y="54769"/>
                              <a:pt x="2762" y="59817"/>
                              <a:pt x="0" y="64198"/>
                            </a:cubicBezTo>
                            <a:cubicBezTo>
                              <a:pt x="2667" y="59817"/>
                              <a:pt x="6001" y="54388"/>
                              <a:pt x="8763" y="48958"/>
                            </a:cubicBezTo>
                            <a:cubicBezTo>
                              <a:pt x="11621" y="43434"/>
                              <a:pt x="14097" y="37719"/>
                              <a:pt x="16193" y="32004"/>
                            </a:cubicBezTo>
                            <a:cubicBezTo>
                              <a:pt x="20479" y="20574"/>
                              <a:pt x="22765" y="9144"/>
                              <a:pt x="2352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21" name="Forme libre : forme 10920">
                        <a:extLst>
                          <a:ext uri="{FF2B5EF4-FFF2-40B4-BE49-F238E27FC236}">
                            <a16:creationId xmlns:a16="http://schemas.microsoft.com/office/drawing/2014/main" id="{965BA3E0-56E9-408A-B29B-C97D0B143E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00602" y="2741485"/>
                        <a:ext cx="28670" cy="68103"/>
                      </a:xfrm>
                      <a:custGeom>
                        <a:avLst/>
                        <a:gdLst>
                          <a:gd name="connsiteX0" fmla="*/ 28670 w 28670"/>
                          <a:gd name="connsiteY0" fmla="*/ 0 h 68103"/>
                          <a:gd name="connsiteX1" fmla="*/ 0 w 28670"/>
                          <a:gd name="connsiteY1" fmla="*/ 68104 h 68103"/>
                          <a:gd name="connsiteX2" fmla="*/ 28670 w 28670"/>
                          <a:gd name="connsiteY2" fmla="*/ 0 h 681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8670" h="68103">
                            <a:moveTo>
                              <a:pt x="28670" y="0"/>
                            </a:moveTo>
                            <a:cubicBezTo>
                              <a:pt x="10477" y="20955"/>
                              <a:pt x="2381" y="46768"/>
                              <a:pt x="0" y="68104"/>
                            </a:cubicBezTo>
                            <a:cubicBezTo>
                              <a:pt x="1143" y="48006"/>
                              <a:pt x="15526" y="19907"/>
                              <a:pt x="2867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22" name="Forme libre : forme 10921">
                        <a:extLst>
                          <a:ext uri="{FF2B5EF4-FFF2-40B4-BE49-F238E27FC236}">
                            <a16:creationId xmlns:a16="http://schemas.microsoft.com/office/drawing/2014/main" id="{DAEF0F2C-35E0-4D97-8236-6DB235F8A8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76677" y="2713897"/>
                        <a:ext cx="28910" cy="23357"/>
                      </a:xfrm>
                      <a:custGeom>
                        <a:avLst/>
                        <a:gdLst>
                          <a:gd name="connsiteX0" fmla="*/ 28890 w 28910"/>
                          <a:gd name="connsiteY0" fmla="*/ 1203 h 23357"/>
                          <a:gd name="connsiteX1" fmla="*/ 14412 w 28910"/>
                          <a:gd name="connsiteY1" fmla="*/ 16539 h 23357"/>
                          <a:gd name="connsiteX2" fmla="*/ 29 w 28910"/>
                          <a:gd name="connsiteY2" fmla="*/ 21968 h 23357"/>
                          <a:gd name="connsiteX3" fmla="*/ 13650 w 28910"/>
                          <a:gd name="connsiteY3" fmla="*/ 7395 h 23357"/>
                          <a:gd name="connsiteX4" fmla="*/ 28890 w 28910"/>
                          <a:gd name="connsiteY4" fmla="*/ 1203 h 233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910" h="23357">
                            <a:moveTo>
                              <a:pt x="28890" y="1203"/>
                            </a:moveTo>
                            <a:cubicBezTo>
                              <a:pt x="29462" y="5394"/>
                              <a:pt x="17936" y="13872"/>
                              <a:pt x="14412" y="16539"/>
                            </a:cubicBezTo>
                            <a:cubicBezTo>
                              <a:pt x="10888" y="19206"/>
                              <a:pt x="696" y="26350"/>
                              <a:pt x="29" y="21968"/>
                            </a:cubicBezTo>
                            <a:cubicBezTo>
                              <a:pt x="-637" y="17491"/>
                              <a:pt x="10221" y="9776"/>
                              <a:pt x="13650" y="7395"/>
                            </a:cubicBezTo>
                            <a:cubicBezTo>
                              <a:pt x="16984" y="4918"/>
                              <a:pt x="28223" y="-2988"/>
                              <a:pt x="28890" y="120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23" name="Forme libre : forme 10922">
                        <a:extLst>
                          <a:ext uri="{FF2B5EF4-FFF2-40B4-BE49-F238E27FC236}">
                            <a16:creationId xmlns:a16="http://schemas.microsoft.com/office/drawing/2014/main" id="{B813DCB8-7572-41DF-9046-42F000DC44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01143" y="2710556"/>
                        <a:ext cx="8173" cy="7126"/>
                      </a:xfrm>
                      <a:custGeom>
                        <a:avLst/>
                        <a:gdLst>
                          <a:gd name="connsiteX0" fmla="*/ 7854 w 8173"/>
                          <a:gd name="connsiteY0" fmla="*/ 163 h 7126"/>
                          <a:gd name="connsiteX1" fmla="*/ 5472 w 8173"/>
                          <a:gd name="connsiteY1" fmla="*/ 4544 h 7126"/>
                          <a:gd name="connsiteX2" fmla="*/ 329 w 8173"/>
                          <a:gd name="connsiteY2" fmla="*/ 6926 h 7126"/>
                          <a:gd name="connsiteX3" fmla="*/ 2615 w 8173"/>
                          <a:gd name="connsiteY3" fmla="*/ 2639 h 7126"/>
                          <a:gd name="connsiteX4" fmla="*/ 7854 w 8173"/>
                          <a:gd name="connsiteY4" fmla="*/ 163 h 71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73" h="7126">
                            <a:moveTo>
                              <a:pt x="7854" y="163"/>
                            </a:moveTo>
                            <a:cubicBezTo>
                              <a:pt x="8997" y="925"/>
                              <a:pt x="6806" y="3401"/>
                              <a:pt x="5472" y="4544"/>
                            </a:cubicBezTo>
                            <a:cubicBezTo>
                              <a:pt x="4234" y="5688"/>
                              <a:pt x="1472" y="7783"/>
                              <a:pt x="329" y="6926"/>
                            </a:cubicBezTo>
                            <a:cubicBezTo>
                              <a:pt x="-814" y="6068"/>
                              <a:pt x="1282" y="3782"/>
                              <a:pt x="2615" y="2639"/>
                            </a:cubicBezTo>
                            <a:cubicBezTo>
                              <a:pt x="3949" y="1496"/>
                              <a:pt x="6711" y="-599"/>
                              <a:pt x="7854" y="16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24" name="Forme libre : forme 10923">
                        <a:extLst>
                          <a:ext uri="{FF2B5EF4-FFF2-40B4-BE49-F238E27FC236}">
                            <a16:creationId xmlns:a16="http://schemas.microsoft.com/office/drawing/2014/main" id="{34E7CF1E-98F7-4D28-969A-374E16B74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62034" y="2678694"/>
                        <a:ext cx="82006" cy="44206"/>
                      </a:xfrm>
                      <a:custGeom>
                        <a:avLst/>
                        <a:gdLst>
                          <a:gd name="connsiteX0" fmla="*/ 54583 w 82006"/>
                          <a:gd name="connsiteY0" fmla="*/ 5260 h 44206"/>
                          <a:gd name="connsiteX1" fmla="*/ 79538 w 82006"/>
                          <a:gd name="connsiteY1" fmla="*/ 22 h 44206"/>
                          <a:gd name="connsiteX2" fmla="*/ 79824 w 82006"/>
                          <a:gd name="connsiteY2" fmla="*/ 8499 h 44206"/>
                          <a:gd name="connsiteX3" fmla="*/ 70108 w 82006"/>
                          <a:gd name="connsiteY3" fmla="*/ 14024 h 44206"/>
                          <a:gd name="connsiteX4" fmla="*/ 38867 w 82006"/>
                          <a:gd name="connsiteY4" fmla="*/ 25739 h 44206"/>
                          <a:gd name="connsiteX5" fmla="*/ 4 w 82006"/>
                          <a:gd name="connsiteY5" fmla="*/ 41646 h 44206"/>
                          <a:gd name="connsiteX6" fmla="*/ 13149 w 82006"/>
                          <a:gd name="connsiteY6" fmla="*/ 23453 h 44206"/>
                          <a:gd name="connsiteX7" fmla="*/ 33247 w 82006"/>
                          <a:gd name="connsiteY7" fmla="*/ 10499 h 44206"/>
                          <a:gd name="connsiteX8" fmla="*/ 54583 w 82006"/>
                          <a:gd name="connsiteY8" fmla="*/ 5260 h 442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2006" h="44206">
                            <a:moveTo>
                              <a:pt x="54583" y="5260"/>
                            </a:moveTo>
                            <a:cubicBezTo>
                              <a:pt x="64108" y="2308"/>
                              <a:pt x="70870" y="-264"/>
                              <a:pt x="79538" y="22"/>
                            </a:cubicBezTo>
                            <a:cubicBezTo>
                              <a:pt x="82681" y="117"/>
                              <a:pt x="82872" y="4879"/>
                              <a:pt x="79824" y="8499"/>
                            </a:cubicBezTo>
                            <a:cubicBezTo>
                              <a:pt x="76776" y="12023"/>
                              <a:pt x="73442" y="12976"/>
                              <a:pt x="70108" y="14024"/>
                            </a:cubicBezTo>
                            <a:cubicBezTo>
                              <a:pt x="59631" y="17167"/>
                              <a:pt x="49820" y="21167"/>
                              <a:pt x="38867" y="25739"/>
                            </a:cubicBezTo>
                            <a:cubicBezTo>
                              <a:pt x="31723" y="28501"/>
                              <a:pt x="195" y="51838"/>
                              <a:pt x="4" y="41646"/>
                            </a:cubicBezTo>
                            <a:cubicBezTo>
                              <a:pt x="-186" y="36407"/>
                              <a:pt x="5910" y="29549"/>
                              <a:pt x="13149" y="23453"/>
                            </a:cubicBezTo>
                            <a:cubicBezTo>
                              <a:pt x="20483" y="17357"/>
                              <a:pt x="29246" y="12118"/>
                              <a:pt x="33247" y="10499"/>
                            </a:cubicBezTo>
                            <a:cubicBezTo>
                              <a:pt x="41914" y="6594"/>
                              <a:pt x="47439" y="7451"/>
                              <a:pt x="54583" y="526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62" name="Graphique 1">
                      <a:extLst>
                        <a:ext uri="{FF2B5EF4-FFF2-40B4-BE49-F238E27FC236}">
                          <a16:creationId xmlns:a16="http://schemas.microsoft.com/office/drawing/2014/main" id="{EE27E48F-A55D-4CE6-B46E-3840399238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46029" y="2580454"/>
                      <a:ext cx="200173" cy="100176"/>
                      <a:chOff x="2646029" y="2580454"/>
                      <a:chExt cx="200173" cy="100176"/>
                    </a:xfrm>
                    <a:solidFill>
                      <a:schemeClr val="accent1"/>
                    </a:solidFill>
                  </p:grpSpPr>
                  <p:sp>
                    <p:nvSpPr>
                      <p:cNvPr id="10901" name="Forme libre : forme 10900">
                        <a:extLst>
                          <a:ext uri="{FF2B5EF4-FFF2-40B4-BE49-F238E27FC236}">
                            <a16:creationId xmlns:a16="http://schemas.microsoft.com/office/drawing/2014/main" id="{D5C5619D-9B1B-4996-A71E-BAB331BA51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46029" y="2580454"/>
                        <a:ext cx="200173" cy="100176"/>
                      </a:xfrm>
                      <a:custGeom>
                        <a:avLst/>
                        <a:gdLst>
                          <a:gd name="connsiteX0" fmla="*/ 141561 w 200173"/>
                          <a:gd name="connsiteY0" fmla="*/ 74830 h 100176"/>
                          <a:gd name="connsiteX1" fmla="*/ 110319 w 200173"/>
                          <a:gd name="connsiteY1" fmla="*/ 84069 h 100176"/>
                          <a:gd name="connsiteX2" fmla="*/ 79458 w 200173"/>
                          <a:gd name="connsiteY2" fmla="*/ 93975 h 100176"/>
                          <a:gd name="connsiteX3" fmla="*/ 44216 w 200173"/>
                          <a:gd name="connsiteY3" fmla="*/ 100166 h 100176"/>
                          <a:gd name="connsiteX4" fmla="*/ 29071 w 200173"/>
                          <a:gd name="connsiteY4" fmla="*/ 98928 h 100176"/>
                          <a:gd name="connsiteX5" fmla="*/ 13926 w 200173"/>
                          <a:gd name="connsiteY5" fmla="*/ 96642 h 100176"/>
                          <a:gd name="connsiteX6" fmla="*/ 306 w 200173"/>
                          <a:gd name="connsiteY6" fmla="*/ 79878 h 100176"/>
                          <a:gd name="connsiteX7" fmla="*/ 54027 w 200173"/>
                          <a:gd name="connsiteY7" fmla="*/ 22919 h 100176"/>
                          <a:gd name="connsiteX8" fmla="*/ 121083 w 200173"/>
                          <a:gd name="connsiteY8" fmla="*/ 2249 h 100176"/>
                          <a:gd name="connsiteX9" fmla="*/ 192425 w 200173"/>
                          <a:gd name="connsiteY9" fmla="*/ 16156 h 100176"/>
                          <a:gd name="connsiteX10" fmla="*/ 198235 w 200173"/>
                          <a:gd name="connsiteY10" fmla="*/ 36539 h 100176"/>
                          <a:gd name="connsiteX11" fmla="*/ 141561 w 200173"/>
                          <a:gd name="connsiteY11" fmla="*/ 74830 h 1001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00173" h="100176">
                            <a:moveTo>
                              <a:pt x="141561" y="74830"/>
                            </a:moveTo>
                            <a:cubicBezTo>
                              <a:pt x="134037" y="77021"/>
                              <a:pt x="122226" y="80545"/>
                              <a:pt x="110319" y="84069"/>
                            </a:cubicBezTo>
                            <a:cubicBezTo>
                              <a:pt x="98699" y="87784"/>
                              <a:pt x="87079" y="91594"/>
                              <a:pt x="79458" y="93975"/>
                            </a:cubicBezTo>
                            <a:cubicBezTo>
                              <a:pt x="65361" y="98356"/>
                              <a:pt x="54503" y="100262"/>
                              <a:pt x="44216" y="100166"/>
                            </a:cubicBezTo>
                            <a:cubicBezTo>
                              <a:pt x="39168" y="100262"/>
                              <a:pt x="33929" y="99690"/>
                              <a:pt x="29071" y="98928"/>
                            </a:cubicBezTo>
                            <a:cubicBezTo>
                              <a:pt x="24214" y="98166"/>
                              <a:pt x="19356" y="97118"/>
                              <a:pt x="13926" y="96642"/>
                            </a:cubicBezTo>
                            <a:cubicBezTo>
                              <a:pt x="6497" y="96071"/>
                              <a:pt x="-1694" y="88641"/>
                              <a:pt x="306" y="79878"/>
                            </a:cubicBezTo>
                            <a:cubicBezTo>
                              <a:pt x="7831" y="54827"/>
                              <a:pt x="23642" y="36635"/>
                              <a:pt x="54027" y="22919"/>
                            </a:cubicBezTo>
                            <a:cubicBezTo>
                              <a:pt x="70219" y="15489"/>
                              <a:pt x="103652" y="5393"/>
                              <a:pt x="121083" y="2249"/>
                            </a:cubicBezTo>
                            <a:cubicBezTo>
                              <a:pt x="153563" y="-4132"/>
                              <a:pt x="173184" y="3869"/>
                              <a:pt x="192425" y="16156"/>
                            </a:cubicBezTo>
                            <a:cubicBezTo>
                              <a:pt x="199092" y="20537"/>
                              <a:pt x="202617" y="30538"/>
                              <a:pt x="198235" y="36539"/>
                            </a:cubicBezTo>
                            <a:cubicBezTo>
                              <a:pt x="185376" y="53970"/>
                              <a:pt x="169565" y="66257"/>
                              <a:pt x="141561" y="7483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02" name="Forme libre : forme 10901">
                        <a:extLst>
                          <a:ext uri="{FF2B5EF4-FFF2-40B4-BE49-F238E27FC236}">
                            <a16:creationId xmlns:a16="http://schemas.microsoft.com/office/drawing/2014/main" id="{47034863-5C73-4B39-AAE6-29E6062065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51002" y="2616326"/>
                        <a:ext cx="193357" cy="64094"/>
                      </a:xfrm>
                      <a:custGeom>
                        <a:avLst/>
                        <a:gdLst>
                          <a:gd name="connsiteX0" fmla="*/ 74486 w 193357"/>
                          <a:gd name="connsiteY0" fmla="*/ 29242 h 64094"/>
                          <a:gd name="connsiteX1" fmla="*/ 36100 w 193357"/>
                          <a:gd name="connsiteY1" fmla="*/ 44958 h 64094"/>
                          <a:gd name="connsiteX2" fmla="*/ 0 w 193357"/>
                          <a:gd name="connsiteY2" fmla="*/ 56864 h 64094"/>
                          <a:gd name="connsiteX3" fmla="*/ 8668 w 193357"/>
                          <a:gd name="connsiteY3" fmla="*/ 60674 h 64094"/>
                          <a:gd name="connsiteX4" fmla="*/ 19241 w 193357"/>
                          <a:gd name="connsiteY4" fmla="*/ 62198 h 64094"/>
                          <a:gd name="connsiteX5" fmla="*/ 34195 w 193357"/>
                          <a:gd name="connsiteY5" fmla="*/ 64008 h 64094"/>
                          <a:gd name="connsiteX6" fmla="*/ 50102 w 193357"/>
                          <a:gd name="connsiteY6" fmla="*/ 63437 h 64094"/>
                          <a:gd name="connsiteX7" fmla="*/ 74295 w 193357"/>
                          <a:gd name="connsiteY7" fmla="*/ 57912 h 64094"/>
                          <a:gd name="connsiteX8" fmla="*/ 84106 w 193357"/>
                          <a:gd name="connsiteY8" fmla="*/ 54674 h 64094"/>
                          <a:gd name="connsiteX9" fmla="*/ 131826 w 193357"/>
                          <a:gd name="connsiteY9" fmla="*/ 40005 h 64094"/>
                          <a:gd name="connsiteX10" fmla="*/ 136493 w 193357"/>
                          <a:gd name="connsiteY10" fmla="*/ 38576 h 64094"/>
                          <a:gd name="connsiteX11" fmla="*/ 162116 w 193357"/>
                          <a:gd name="connsiteY11" fmla="*/ 27908 h 64094"/>
                          <a:gd name="connsiteX12" fmla="*/ 186785 w 193357"/>
                          <a:gd name="connsiteY12" fmla="*/ 8096 h 64094"/>
                          <a:gd name="connsiteX13" fmla="*/ 193167 w 193357"/>
                          <a:gd name="connsiteY13" fmla="*/ 286 h 64094"/>
                          <a:gd name="connsiteX14" fmla="*/ 193358 w 193357"/>
                          <a:gd name="connsiteY14" fmla="*/ 0 h 64094"/>
                          <a:gd name="connsiteX15" fmla="*/ 74486 w 193357"/>
                          <a:gd name="connsiteY15" fmla="*/ 29242 h 640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93357" h="64094">
                            <a:moveTo>
                              <a:pt x="74486" y="29242"/>
                            </a:moveTo>
                            <a:cubicBezTo>
                              <a:pt x="61817" y="34671"/>
                              <a:pt x="48578" y="40100"/>
                              <a:pt x="36100" y="44958"/>
                            </a:cubicBezTo>
                            <a:cubicBezTo>
                              <a:pt x="23432" y="50006"/>
                              <a:pt x="11430" y="52959"/>
                              <a:pt x="0" y="56864"/>
                            </a:cubicBezTo>
                            <a:cubicBezTo>
                              <a:pt x="2572" y="58960"/>
                              <a:pt x="5620" y="60388"/>
                              <a:pt x="8668" y="60674"/>
                            </a:cubicBezTo>
                            <a:cubicBezTo>
                              <a:pt x="12383" y="61055"/>
                              <a:pt x="15907" y="61627"/>
                              <a:pt x="19241" y="62198"/>
                            </a:cubicBezTo>
                            <a:cubicBezTo>
                              <a:pt x="24098" y="63055"/>
                              <a:pt x="28956" y="63722"/>
                              <a:pt x="34195" y="64008"/>
                            </a:cubicBezTo>
                            <a:cubicBezTo>
                              <a:pt x="39243" y="64199"/>
                              <a:pt x="44482" y="64103"/>
                              <a:pt x="50102" y="63437"/>
                            </a:cubicBezTo>
                            <a:cubicBezTo>
                              <a:pt x="57245" y="62579"/>
                              <a:pt x="65056" y="60770"/>
                              <a:pt x="74295" y="57912"/>
                            </a:cubicBezTo>
                            <a:cubicBezTo>
                              <a:pt x="77057" y="56960"/>
                              <a:pt x="80391" y="55912"/>
                              <a:pt x="84106" y="54674"/>
                            </a:cubicBezTo>
                            <a:cubicBezTo>
                              <a:pt x="98488" y="49816"/>
                              <a:pt x="118682" y="43720"/>
                              <a:pt x="131826" y="40005"/>
                            </a:cubicBezTo>
                            <a:cubicBezTo>
                              <a:pt x="133541" y="39529"/>
                              <a:pt x="135065" y="39053"/>
                              <a:pt x="136493" y="38576"/>
                            </a:cubicBezTo>
                            <a:cubicBezTo>
                              <a:pt x="146400" y="35433"/>
                              <a:pt x="154781" y="32004"/>
                              <a:pt x="162116" y="27908"/>
                            </a:cubicBezTo>
                            <a:cubicBezTo>
                              <a:pt x="172021" y="22288"/>
                              <a:pt x="179832" y="15621"/>
                              <a:pt x="186785" y="8096"/>
                            </a:cubicBezTo>
                            <a:cubicBezTo>
                              <a:pt x="188976" y="5525"/>
                              <a:pt x="191167" y="3048"/>
                              <a:pt x="193167" y="286"/>
                            </a:cubicBezTo>
                            <a:lnTo>
                              <a:pt x="193358" y="0"/>
                            </a:lnTo>
                            <a:cubicBezTo>
                              <a:pt x="152971" y="5144"/>
                              <a:pt x="111157" y="13811"/>
                              <a:pt x="74486" y="2924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03" name="Forme libre : forme 10902">
                        <a:extLst>
                          <a:ext uri="{FF2B5EF4-FFF2-40B4-BE49-F238E27FC236}">
                            <a16:creationId xmlns:a16="http://schemas.microsoft.com/office/drawing/2014/main" id="{05DE1570-26EB-4865-BD85-36998132B1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13628" y="2608872"/>
                        <a:ext cx="93211" cy="35065"/>
                      </a:xfrm>
                      <a:custGeom>
                        <a:avLst/>
                        <a:gdLst>
                          <a:gd name="connsiteX0" fmla="*/ 93108 w 93211"/>
                          <a:gd name="connsiteY0" fmla="*/ 5455 h 35065"/>
                          <a:gd name="connsiteX1" fmla="*/ 75677 w 93211"/>
                          <a:gd name="connsiteY1" fmla="*/ 19361 h 35065"/>
                          <a:gd name="connsiteX2" fmla="*/ 47864 w 93211"/>
                          <a:gd name="connsiteY2" fmla="*/ 28981 h 35065"/>
                          <a:gd name="connsiteX3" fmla="*/ 430 w 93211"/>
                          <a:gd name="connsiteY3" fmla="*/ 30410 h 35065"/>
                          <a:gd name="connsiteX4" fmla="*/ 40911 w 93211"/>
                          <a:gd name="connsiteY4" fmla="*/ 5169 h 35065"/>
                          <a:gd name="connsiteX5" fmla="*/ 70629 w 93211"/>
                          <a:gd name="connsiteY5" fmla="*/ 216 h 35065"/>
                          <a:gd name="connsiteX6" fmla="*/ 93108 w 93211"/>
                          <a:gd name="connsiteY6" fmla="*/ 5455 h 35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211" h="35065">
                            <a:moveTo>
                              <a:pt x="93108" y="5455"/>
                            </a:moveTo>
                            <a:cubicBezTo>
                              <a:pt x="94251" y="10407"/>
                              <a:pt x="85774" y="15170"/>
                              <a:pt x="75677" y="19361"/>
                            </a:cubicBezTo>
                            <a:cubicBezTo>
                              <a:pt x="65581" y="23457"/>
                              <a:pt x="53770" y="27267"/>
                              <a:pt x="47864" y="28981"/>
                            </a:cubicBezTo>
                            <a:cubicBezTo>
                              <a:pt x="35767" y="31934"/>
                              <a:pt x="4716" y="40221"/>
                              <a:pt x="430" y="30410"/>
                            </a:cubicBezTo>
                            <a:cubicBezTo>
                              <a:pt x="-4142" y="19932"/>
                              <a:pt x="29005" y="7550"/>
                              <a:pt x="40911" y="5169"/>
                            </a:cubicBezTo>
                            <a:cubicBezTo>
                              <a:pt x="46817" y="3645"/>
                              <a:pt x="59294" y="978"/>
                              <a:pt x="70629" y="216"/>
                            </a:cubicBezTo>
                            <a:cubicBezTo>
                              <a:pt x="81868" y="-546"/>
                              <a:pt x="91965" y="597"/>
                              <a:pt x="93108" y="545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04" name="Forme libre : forme 10903">
                        <a:extLst>
                          <a:ext uri="{FF2B5EF4-FFF2-40B4-BE49-F238E27FC236}">
                            <a16:creationId xmlns:a16="http://schemas.microsoft.com/office/drawing/2014/main" id="{B70AF8A0-A21C-400C-B780-5AF10873AB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12726" y="2623089"/>
                        <a:ext cx="68196" cy="20725"/>
                      </a:xfrm>
                      <a:custGeom>
                        <a:avLst/>
                        <a:gdLst>
                          <a:gd name="connsiteX0" fmla="*/ 17143 w 68196"/>
                          <a:gd name="connsiteY0" fmla="*/ 0 h 20725"/>
                          <a:gd name="connsiteX1" fmla="*/ 855 w 68196"/>
                          <a:gd name="connsiteY1" fmla="*/ 16478 h 20725"/>
                          <a:gd name="connsiteX2" fmla="*/ 49242 w 68196"/>
                          <a:gd name="connsiteY2" fmla="*/ 14668 h 20725"/>
                          <a:gd name="connsiteX3" fmla="*/ 68197 w 68196"/>
                          <a:gd name="connsiteY3" fmla="*/ 8001 h 20725"/>
                          <a:gd name="connsiteX4" fmla="*/ 57624 w 68196"/>
                          <a:gd name="connsiteY4" fmla="*/ 10001 h 20725"/>
                          <a:gd name="connsiteX5" fmla="*/ 17143 w 68196"/>
                          <a:gd name="connsiteY5" fmla="*/ 0 h 207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8196" h="20725">
                            <a:moveTo>
                              <a:pt x="17143" y="0"/>
                            </a:moveTo>
                            <a:cubicBezTo>
                              <a:pt x="11904" y="3715"/>
                              <a:pt x="-3812" y="10763"/>
                              <a:pt x="855" y="16478"/>
                            </a:cubicBezTo>
                            <a:cubicBezTo>
                              <a:pt x="8189" y="25146"/>
                              <a:pt x="34002" y="18478"/>
                              <a:pt x="49242" y="14668"/>
                            </a:cubicBezTo>
                            <a:cubicBezTo>
                              <a:pt x="53624" y="13430"/>
                              <a:pt x="63434" y="10096"/>
                              <a:pt x="68197" y="8001"/>
                            </a:cubicBezTo>
                            <a:cubicBezTo>
                              <a:pt x="65244" y="8572"/>
                              <a:pt x="60482" y="9906"/>
                              <a:pt x="57624" y="10001"/>
                            </a:cubicBezTo>
                            <a:cubicBezTo>
                              <a:pt x="41432" y="10477"/>
                              <a:pt x="21905" y="11144"/>
                              <a:pt x="17143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05" name="Forme libre : forme 10904">
                        <a:extLst>
                          <a:ext uri="{FF2B5EF4-FFF2-40B4-BE49-F238E27FC236}">
                            <a16:creationId xmlns:a16="http://schemas.microsoft.com/office/drawing/2014/main" id="{BB4B55F7-BE2B-4064-A8C9-6092F5625A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19182" y="2610104"/>
                        <a:ext cx="93189" cy="35227"/>
                      </a:xfrm>
                      <a:custGeom>
                        <a:avLst/>
                        <a:gdLst>
                          <a:gd name="connsiteX0" fmla="*/ 93173 w 93189"/>
                          <a:gd name="connsiteY0" fmla="*/ 5841 h 35227"/>
                          <a:gd name="connsiteX1" fmla="*/ 47358 w 93189"/>
                          <a:gd name="connsiteY1" fmla="*/ 29463 h 35227"/>
                          <a:gd name="connsiteX2" fmla="*/ 495 w 93189"/>
                          <a:gd name="connsiteY2" fmla="*/ 30130 h 35227"/>
                          <a:gd name="connsiteX3" fmla="*/ 14592 w 93189"/>
                          <a:gd name="connsiteY3" fmla="*/ 14795 h 35227"/>
                          <a:gd name="connsiteX4" fmla="*/ 40881 w 93189"/>
                          <a:gd name="connsiteY4" fmla="*/ 5460 h 35227"/>
                          <a:gd name="connsiteX5" fmla="*/ 71552 w 93189"/>
                          <a:gd name="connsiteY5" fmla="*/ 221 h 35227"/>
                          <a:gd name="connsiteX6" fmla="*/ 93173 w 93189"/>
                          <a:gd name="connsiteY6" fmla="*/ 5841 h 352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189" h="35227">
                            <a:moveTo>
                              <a:pt x="93173" y="5841"/>
                            </a:moveTo>
                            <a:cubicBezTo>
                              <a:pt x="92030" y="16128"/>
                              <a:pt x="60026" y="25272"/>
                              <a:pt x="47358" y="29463"/>
                            </a:cubicBezTo>
                            <a:cubicBezTo>
                              <a:pt x="34499" y="33083"/>
                              <a:pt x="5543" y="40036"/>
                              <a:pt x="495" y="30130"/>
                            </a:cubicBezTo>
                            <a:cubicBezTo>
                              <a:pt x="-1982" y="25177"/>
                              <a:pt x="5162" y="19367"/>
                              <a:pt x="14592" y="14795"/>
                            </a:cubicBezTo>
                            <a:cubicBezTo>
                              <a:pt x="23927" y="10127"/>
                              <a:pt x="35452" y="6984"/>
                              <a:pt x="40881" y="5460"/>
                            </a:cubicBezTo>
                            <a:cubicBezTo>
                              <a:pt x="46310" y="4032"/>
                              <a:pt x="59645" y="1079"/>
                              <a:pt x="71552" y="221"/>
                            </a:cubicBezTo>
                            <a:cubicBezTo>
                              <a:pt x="83362" y="-540"/>
                              <a:pt x="93650" y="507"/>
                              <a:pt x="93173" y="584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06" name="Forme libre : forme 10905">
                        <a:extLst>
                          <a:ext uri="{FF2B5EF4-FFF2-40B4-BE49-F238E27FC236}">
                            <a16:creationId xmlns:a16="http://schemas.microsoft.com/office/drawing/2014/main" id="{16547B15-22E9-4C19-9EA6-E5937A133F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70164" y="2624306"/>
                        <a:ext cx="118591" cy="40885"/>
                      </a:xfrm>
                      <a:custGeom>
                        <a:avLst/>
                        <a:gdLst>
                          <a:gd name="connsiteX0" fmla="*/ 3698 w 118591"/>
                          <a:gd name="connsiteY0" fmla="*/ 34311 h 40885"/>
                          <a:gd name="connsiteX1" fmla="*/ 19795 w 118591"/>
                          <a:gd name="connsiteY1" fmla="*/ 39550 h 40885"/>
                          <a:gd name="connsiteX2" fmla="*/ 64181 w 118591"/>
                          <a:gd name="connsiteY2" fmla="*/ 38883 h 40885"/>
                          <a:gd name="connsiteX3" fmla="*/ 105520 w 118591"/>
                          <a:gd name="connsiteY3" fmla="*/ 24024 h 40885"/>
                          <a:gd name="connsiteX4" fmla="*/ 117617 w 118591"/>
                          <a:gd name="connsiteY4" fmla="*/ 6879 h 40885"/>
                          <a:gd name="connsiteX5" fmla="*/ 101995 w 118591"/>
                          <a:gd name="connsiteY5" fmla="*/ 4688 h 40885"/>
                          <a:gd name="connsiteX6" fmla="*/ 58943 w 118591"/>
                          <a:gd name="connsiteY6" fmla="*/ 2498 h 40885"/>
                          <a:gd name="connsiteX7" fmla="*/ 14746 w 118591"/>
                          <a:gd name="connsiteY7" fmla="*/ 5736 h 40885"/>
                          <a:gd name="connsiteX8" fmla="*/ 3698 w 118591"/>
                          <a:gd name="connsiteY8" fmla="*/ 34311 h 40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8591" h="40885">
                            <a:moveTo>
                              <a:pt x="3698" y="34311"/>
                            </a:moveTo>
                            <a:cubicBezTo>
                              <a:pt x="9032" y="38597"/>
                              <a:pt x="11794" y="38978"/>
                              <a:pt x="19795" y="39550"/>
                            </a:cubicBezTo>
                            <a:cubicBezTo>
                              <a:pt x="34749" y="40502"/>
                              <a:pt x="46751" y="42312"/>
                              <a:pt x="64181" y="38883"/>
                            </a:cubicBezTo>
                            <a:cubicBezTo>
                              <a:pt x="78659" y="36121"/>
                              <a:pt x="94280" y="30596"/>
                              <a:pt x="105520" y="24024"/>
                            </a:cubicBezTo>
                            <a:cubicBezTo>
                              <a:pt x="113807" y="18976"/>
                              <a:pt x="121331" y="12308"/>
                              <a:pt x="117617" y="6879"/>
                            </a:cubicBezTo>
                            <a:cubicBezTo>
                              <a:pt x="115331" y="3545"/>
                              <a:pt x="108092" y="4783"/>
                              <a:pt x="101995" y="4688"/>
                            </a:cubicBezTo>
                            <a:cubicBezTo>
                              <a:pt x="87613" y="4117"/>
                              <a:pt x="73992" y="4879"/>
                              <a:pt x="58943" y="2498"/>
                            </a:cubicBezTo>
                            <a:cubicBezTo>
                              <a:pt x="46274" y="783"/>
                              <a:pt x="30749" y="-3503"/>
                              <a:pt x="14746" y="5736"/>
                            </a:cubicBezTo>
                            <a:cubicBezTo>
                              <a:pt x="269" y="14308"/>
                              <a:pt x="-3827" y="28596"/>
                              <a:pt x="3698" y="3431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07" name="Forme libre : forme 10906">
                        <a:extLst>
                          <a:ext uri="{FF2B5EF4-FFF2-40B4-BE49-F238E27FC236}">
                            <a16:creationId xmlns:a16="http://schemas.microsoft.com/office/drawing/2014/main" id="{016FB5D6-1F93-4589-9C12-1AD1634C99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90051" y="2615898"/>
                        <a:ext cx="35514" cy="23482"/>
                      </a:xfrm>
                      <a:custGeom>
                        <a:avLst/>
                        <a:gdLst>
                          <a:gd name="connsiteX0" fmla="*/ 2480 w 35514"/>
                          <a:gd name="connsiteY0" fmla="*/ 18335 h 23482"/>
                          <a:gd name="connsiteX1" fmla="*/ 4 w 35514"/>
                          <a:gd name="connsiteY1" fmla="*/ 22240 h 23482"/>
                          <a:gd name="connsiteX2" fmla="*/ 3718 w 35514"/>
                          <a:gd name="connsiteY2" fmla="*/ 23288 h 23482"/>
                          <a:gd name="connsiteX3" fmla="*/ 10481 w 35514"/>
                          <a:gd name="connsiteY3" fmla="*/ 20431 h 23482"/>
                          <a:gd name="connsiteX4" fmla="*/ 26388 w 35514"/>
                          <a:gd name="connsiteY4" fmla="*/ 11953 h 23482"/>
                          <a:gd name="connsiteX5" fmla="*/ 31912 w 35514"/>
                          <a:gd name="connsiteY5" fmla="*/ 8334 h 23482"/>
                          <a:gd name="connsiteX6" fmla="*/ 25435 w 35514"/>
                          <a:gd name="connsiteY6" fmla="*/ 1666 h 23482"/>
                          <a:gd name="connsiteX7" fmla="*/ 2480 w 35514"/>
                          <a:gd name="connsiteY7" fmla="*/ 18335 h 234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514" h="23482">
                            <a:moveTo>
                              <a:pt x="2480" y="18335"/>
                            </a:moveTo>
                            <a:cubicBezTo>
                              <a:pt x="1052" y="19764"/>
                              <a:pt x="99" y="20812"/>
                              <a:pt x="4" y="22240"/>
                            </a:cubicBezTo>
                            <a:cubicBezTo>
                              <a:pt x="-92" y="23574"/>
                              <a:pt x="1718" y="23669"/>
                              <a:pt x="3718" y="23288"/>
                            </a:cubicBezTo>
                            <a:cubicBezTo>
                              <a:pt x="5719" y="22812"/>
                              <a:pt x="8386" y="21574"/>
                              <a:pt x="10481" y="20431"/>
                            </a:cubicBezTo>
                            <a:cubicBezTo>
                              <a:pt x="15815" y="17859"/>
                              <a:pt x="21435" y="14906"/>
                              <a:pt x="26388" y="11953"/>
                            </a:cubicBezTo>
                            <a:cubicBezTo>
                              <a:pt x="28483" y="10810"/>
                              <a:pt x="30388" y="9763"/>
                              <a:pt x="31912" y="8334"/>
                            </a:cubicBezTo>
                            <a:cubicBezTo>
                              <a:pt x="38199" y="2524"/>
                              <a:pt x="36389" y="-2810"/>
                              <a:pt x="25435" y="1666"/>
                            </a:cubicBezTo>
                            <a:cubicBezTo>
                              <a:pt x="17053" y="5191"/>
                              <a:pt x="8100" y="12239"/>
                              <a:pt x="2480" y="1833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08" name="Forme libre : forme 10907">
                        <a:extLst>
                          <a:ext uri="{FF2B5EF4-FFF2-40B4-BE49-F238E27FC236}">
                            <a16:creationId xmlns:a16="http://schemas.microsoft.com/office/drawing/2014/main" id="{A1D1BCD8-F700-4735-8B5F-851C2283F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89400" y="2614517"/>
                        <a:ext cx="51720" cy="38576"/>
                      </a:xfrm>
                      <a:custGeom>
                        <a:avLst/>
                        <a:gdLst>
                          <a:gd name="connsiteX0" fmla="*/ 51721 w 51720"/>
                          <a:gd name="connsiteY0" fmla="*/ 0 h 38576"/>
                          <a:gd name="connsiteX1" fmla="*/ 0 w 51720"/>
                          <a:gd name="connsiteY1" fmla="*/ 38576 h 38576"/>
                          <a:gd name="connsiteX2" fmla="*/ 51721 w 51720"/>
                          <a:gd name="connsiteY2" fmla="*/ 0 h 385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1720" h="38576">
                            <a:moveTo>
                              <a:pt x="51721" y="0"/>
                            </a:moveTo>
                            <a:cubicBezTo>
                              <a:pt x="45149" y="14954"/>
                              <a:pt x="16859" y="28861"/>
                              <a:pt x="0" y="38576"/>
                            </a:cubicBezTo>
                            <a:cubicBezTo>
                              <a:pt x="18383" y="28289"/>
                              <a:pt x="37910" y="12668"/>
                              <a:pt x="5172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09" name="Forme libre : forme 10908">
                        <a:extLst>
                          <a:ext uri="{FF2B5EF4-FFF2-40B4-BE49-F238E27FC236}">
                            <a16:creationId xmlns:a16="http://schemas.microsoft.com/office/drawing/2014/main" id="{2B16D8A2-938B-4377-9208-CA5536D2A5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48811" y="2604611"/>
                        <a:ext cx="54483" cy="56102"/>
                      </a:xfrm>
                      <a:custGeom>
                        <a:avLst/>
                        <a:gdLst>
                          <a:gd name="connsiteX0" fmla="*/ 54483 w 54483"/>
                          <a:gd name="connsiteY0" fmla="*/ 0 h 56102"/>
                          <a:gd name="connsiteX1" fmla="*/ 20383 w 54483"/>
                          <a:gd name="connsiteY1" fmla="*/ 24193 h 56102"/>
                          <a:gd name="connsiteX2" fmla="*/ 8382 w 54483"/>
                          <a:gd name="connsiteY2" fmla="*/ 39529 h 56102"/>
                          <a:gd name="connsiteX3" fmla="*/ 0 w 54483"/>
                          <a:gd name="connsiteY3" fmla="*/ 56102 h 56102"/>
                          <a:gd name="connsiteX4" fmla="*/ 54483 w 54483"/>
                          <a:gd name="connsiteY4" fmla="*/ 0 h 56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483" h="56102">
                            <a:moveTo>
                              <a:pt x="54483" y="0"/>
                            </a:moveTo>
                            <a:cubicBezTo>
                              <a:pt x="41148" y="5905"/>
                              <a:pt x="29528" y="14478"/>
                              <a:pt x="20383" y="24193"/>
                            </a:cubicBezTo>
                            <a:cubicBezTo>
                              <a:pt x="15716" y="29051"/>
                              <a:pt x="11811" y="34385"/>
                              <a:pt x="8382" y="39529"/>
                            </a:cubicBezTo>
                            <a:cubicBezTo>
                              <a:pt x="4953" y="44863"/>
                              <a:pt x="1905" y="50578"/>
                              <a:pt x="0" y="56102"/>
                            </a:cubicBezTo>
                            <a:cubicBezTo>
                              <a:pt x="6953" y="34385"/>
                              <a:pt x="32861" y="13049"/>
                              <a:pt x="5448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10" name="Forme libre : forme 10909">
                        <a:extLst>
                          <a:ext uri="{FF2B5EF4-FFF2-40B4-BE49-F238E27FC236}">
                            <a16:creationId xmlns:a16="http://schemas.microsoft.com/office/drawing/2014/main" id="{C55D95DD-8295-4DED-B5E9-6CD6037446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48980" y="2613200"/>
                        <a:ext cx="35584" cy="10056"/>
                      </a:xfrm>
                      <a:custGeom>
                        <a:avLst/>
                        <a:gdLst>
                          <a:gd name="connsiteX0" fmla="*/ 35467 w 35584"/>
                          <a:gd name="connsiteY0" fmla="*/ 2745 h 10056"/>
                          <a:gd name="connsiteX1" fmla="*/ 15369 w 35584"/>
                          <a:gd name="connsiteY1" fmla="*/ 9222 h 10056"/>
                          <a:gd name="connsiteX2" fmla="*/ 129 w 35584"/>
                          <a:gd name="connsiteY2" fmla="*/ 7317 h 10056"/>
                          <a:gd name="connsiteX3" fmla="*/ 19084 w 35584"/>
                          <a:gd name="connsiteY3" fmla="*/ 840 h 10056"/>
                          <a:gd name="connsiteX4" fmla="*/ 35467 w 35584"/>
                          <a:gd name="connsiteY4" fmla="*/ 2745 h 100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584" h="10056">
                            <a:moveTo>
                              <a:pt x="35467" y="2745"/>
                            </a:moveTo>
                            <a:cubicBezTo>
                              <a:pt x="33943" y="6555"/>
                              <a:pt x="19751" y="8555"/>
                              <a:pt x="15369" y="9222"/>
                            </a:cubicBezTo>
                            <a:cubicBezTo>
                              <a:pt x="10987" y="9794"/>
                              <a:pt x="-1395" y="11508"/>
                              <a:pt x="129" y="7317"/>
                            </a:cubicBezTo>
                            <a:cubicBezTo>
                              <a:pt x="1653" y="3031"/>
                              <a:pt x="14893" y="1221"/>
                              <a:pt x="19084" y="840"/>
                            </a:cubicBezTo>
                            <a:cubicBezTo>
                              <a:pt x="23275" y="78"/>
                              <a:pt x="36991" y="-1255"/>
                              <a:pt x="35467" y="274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11" name="Forme libre : forme 10910">
                        <a:extLst>
                          <a:ext uri="{FF2B5EF4-FFF2-40B4-BE49-F238E27FC236}">
                            <a16:creationId xmlns:a16="http://schemas.microsoft.com/office/drawing/2014/main" id="{37BAE054-1992-4B99-8E82-0C218ABDC4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79686" y="2612991"/>
                        <a:ext cx="10088" cy="3885"/>
                      </a:xfrm>
                      <a:custGeom>
                        <a:avLst/>
                        <a:gdLst>
                          <a:gd name="connsiteX0" fmla="*/ 10000 w 10088"/>
                          <a:gd name="connsiteY0" fmla="*/ 764 h 3885"/>
                          <a:gd name="connsiteX1" fmla="*/ 5809 w 10088"/>
                          <a:gd name="connsiteY1" fmla="*/ 3431 h 3885"/>
                          <a:gd name="connsiteX2" fmla="*/ 94 w 10088"/>
                          <a:gd name="connsiteY2" fmla="*/ 3050 h 3885"/>
                          <a:gd name="connsiteX3" fmla="*/ 4189 w 10088"/>
                          <a:gd name="connsiteY3" fmla="*/ 383 h 3885"/>
                          <a:gd name="connsiteX4" fmla="*/ 10000 w 10088"/>
                          <a:gd name="connsiteY4" fmla="*/ 764 h 3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88" h="3885">
                            <a:moveTo>
                              <a:pt x="10000" y="764"/>
                            </a:moveTo>
                            <a:cubicBezTo>
                              <a:pt x="10666" y="2003"/>
                              <a:pt x="7428" y="3050"/>
                              <a:pt x="5809" y="3431"/>
                            </a:cubicBezTo>
                            <a:cubicBezTo>
                              <a:pt x="4189" y="3812"/>
                              <a:pt x="760" y="4384"/>
                              <a:pt x="94" y="3050"/>
                            </a:cubicBezTo>
                            <a:cubicBezTo>
                              <a:pt x="-573" y="1717"/>
                              <a:pt x="2475" y="764"/>
                              <a:pt x="4189" y="383"/>
                            </a:cubicBezTo>
                            <a:cubicBezTo>
                              <a:pt x="5809" y="97"/>
                              <a:pt x="9333" y="-474"/>
                              <a:pt x="10000" y="76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12" name="Forme libre : forme 10911">
                        <a:extLst>
                          <a:ext uri="{FF2B5EF4-FFF2-40B4-BE49-F238E27FC236}">
                            <a16:creationId xmlns:a16="http://schemas.microsoft.com/office/drawing/2014/main" id="{272B7D9A-267C-43EC-95C3-611DB8C9A7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43000" y="2587818"/>
                        <a:ext cx="93184" cy="25207"/>
                      </a:xfrm>
                      <a:custGeom>
                        <a:avLst/>
                        <a:gdLst>
                          <a:gd name="connsiteX0" fmla="*/ 68498 w 93184"/>
                          <a:gd name="connsiteY0" fmla="*/ 7173 h 25207"/>
                          <a:gd name="connsiteX1" fmla="*/ 92406 w 93184"/>
                          <a:gd name="connsiteY1" fmla="*/ 18412 h 25207"/>
                          <a:gd name="connsiteX2" fmla="*/ 87167 w 93184"/>
                          <a:gd name="connsiteY2" fmla="*/ 24984 h 25207"/>
                          <a:gd name="connsiteX3" fmla="*/ 76213 w 93184"/>
                          <a:gd name="connsiteY3" fmla="*/ 23175 h 25207"/>
                          <a:gd name="connsiteX4" fmla="*/ 42685 w 93184"/>
                          <a:gd name="connsiteY4" fmla="*/ 16317 h 25207"/>
                          <a:gd name="connsiteX5" fmla="*/ 16968 w 93184"/>
                          <a:gd name="connsiteY5" fmla="*/ 16983 h 25207"/>
                          <a:gd name="connsiteX6" fmla="*/ 394 w 93184"/>
                          <a:gd name="connsiteY6" fmla="*/ 11935 h 25207"/>
                          <a:gd name="connsiteX7" fmla="*/ 45829 w 93184"/>
                          <a:gd name="connsiteY7" fmla="*/ 219 h 25207"/>
                          <a:gd name="connsiteX8" fmla="*/ 68498 w 93184"/>
                          <a:gd name="connsiteY8" fmla="*/ 7173 h 252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184" h="25207">
                            <a:moveTo>
                              <a:pt x="68498" y="7173"/>
                            </a:moveTo>
                            <a:cubicBezTo>
                              <a:pt x="78690" y="10030"/>
                              <a:pt x="86024" y="12602"/>
                              <a:pt x="92406" y="18412"/>
                            </a:cubicBezTo>
                            <a:cubicBezTo>
                              <a:pt x="94692" y="20603"/>
                              <a:pt x="91644" y="24223"/>
                              <a:pt x="87167" y="24984"/>
                            </a:cubicBezTo>
                            <a:cubicBezTo>
                              <a:pt x="82595" y="25747"/>
                              <a:pt x="79547" y="24413"/>
                              <a:pt x="76213" y="23175"/>
                            </a:cubicBezTo>
                            <a:cubicBezTo>
                              <a:pt x="65926" y="19365"/>
                              <a:pt x="54973" y="17555"/>
                              <a:pt x="42685" y="16317"/>
                            </a:cubicBezTo>
                            <a:cubicBezTo>
                              <a:pt x="38875" y="15936"/>
                              <a:pt x="27160" y="16793"/>
                              <a:pt x="16968" y="16983"/>
                            </a:cubicBezTo>
                            <a:cubicBezTo>
                              <a:pt x="6776" y="17174"/>
                              <a:pt x="-1987" y="16602"/>
                              <a:pt x="394" y="11935"/>
                            </a:cubicBezTo>
                            <a:cubicBezTo>
                              <a:pt x="5157" y="2315"/>
                              <a:pt x="35542" y="-924"/>
                              <a:pt x="45829" y="219"/>
                            </a:cubicBezTo>
                            <a:cubicBezTo>
                              <a:pt x="56211" y="1362"/>
                              <a:pt x="60783" y="4887"/>
                              <a:pt x="68498" y="717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63" name="Graphique 1">
                      <a:extLst>
                        <a:ext uri="{FF2B5EF4-FFF2-40B4-BE49-F238E27FC236}">
                          <a16:creationId xmlns:a16="http://schemas.microsoft.com/office/drawing/2014/main" id="{8113902A-760D-45F7-9234-FC141525C6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45789" y="2569062"/>
                      <a:ext cx="206078" cy="84128"/>
                      <a:chOff x="2845789" y="2569062"/>
                      <a:chExt cx="206078" cy="84128"/>
                    </a:xfrm>
                    <a:solidFill>
                      <a:schemeClr val="accent1"/>
                    </a:solidFill>
                  </p:grpSpPr>
                  <p:sp>
                    <p:nvSpPr>
                      <p:cNvPr id="10889" name="Forme libre : forme 10888">
                        <a:extLst>
                          <a:ext uri="{FF2B5EF4-FFF2-40B4-BE49-F238E27FC236}">
                            <a16:creationId xmlns:a16="http://schemas.microsoft.com/office/drawing/2014/main" id="{79F31FD5-06F0-471F-B9F9-48F24F1541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45789" y="2569062"/>
                        <a:ext cx="206078" cy="84128"/>
                      </a:xfrm>
                      <a:custGeom>
                        <a:avLst/>
                        <a:gdLst>
                          <a:gd name="connsiteX0" fmla="*/ 133159 w 206078"/>
                          <a:gd name="connsiteY0" fmla="*/ 83079 h 84128"/>
                          <a:gd name="connsiteX1" fmla="*/ 100678 w 206078"/>
                          <a:gd name="connsiteY1" fmla="*/ 78888 h 84128"/>
                          <a:gd name="connsiteX2" fmla="*/ 68007 w 206078"/>
                          <a:gd name="connsiteY2" fmla="*/ 75173 h 84128"/>
                          <a:gd name="connsiteX3" fmla="*/ 32479 w 206078"/>
                          <a:gd name="connsiteY3" fmla="*/ 65743 h 84128"/>
                          <a:gd name="connsiteX4" fmla="*/ 5047 w 206078"/>
                          <a:gd name="connsiteY4" fmla="*/ 47836 h 84128"/>
                          <a:gd name="connsiteX5" fmla="*/ 4000 w 206078"/>
                          <a:gd name="connsiteY5" fmla="*/ 26310 h 84128"/>
                          <a:gd name="connsiteX6" fmla="*/ 32956 w 206078"/>
                          <a:gd name="connsiteY6" fmla="*/ 6974 h 84128"/>
                          <a:gd name="connsiteX7" fmla="*/ 74580 w 206078"/>
                          <a:gd name="connsiteY7" fmla="*/ 21 h 84128"/>
                          <a:gd name="connsiteX8" fmla="*/ 143636 w 206078"/>
                          <a:gd name="connsiteY8" fmla="*/ 8498 h 84128"/>
                          <a:gd name="connsiteX9" fmla="*/ 203358 w 206078"/>
                          <a:gd name="connsiteY9" fmla="*/ 50027 h 84128"/>
                          <a:gd name="connsiteX10" fmla="*/ 200405 w 206078"/>
                          <a:gd name="connsiteY10" fmla="*/ 70982 h 84128"/>
                          <a:gd name="connsiteX11" fmla="*/ 133159 w 206078"/>
                          <a:gd name="connsiteY11" fmla="*/ 83079 h 84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06078" h="84128">
                            <a:moveTo>
                              <a:pt x="133159" y="83079"/>
                            </a:moveTo>
                            <a:cubicBezTo>
                              <a:pt x="125348" y="82031"/>
                              <a:pt x="113061" y="80507"/>
                              <a:pt x="100678" y="78888"/>
                            </a:cubicBezTo>
                            <a:cubicBezTo>
                              <a:pt x="88391" y="77459"/>
                              <a:pt x="76104" y="76126"/>
                              <a:pt x="68007" y="75173"/>
                            </a:cubicBezTo>
                            <a:cubicBezTo>
                              <a:pt x="53148" y="73268"/>
                              <a:pt x="42481" y="70410"/>
                              <a:pt x="32479" y="65743"/>
                            </a:cubicBezTo>
                            <a:cubicBezTo>
                              <a:pt x="22573" y="61267"/>
                              <a:pt x="14096" y="55171"/>
                              <a:pt x="5047" y="47836"/>
                            </a:cubicBezTo>
                            <a:cubicBezTo>
                              <a:pt x="-1144" y="42883"/>
                              <a:pt x="-1811" y="31930"/>
                              <a:pt x="4000" y="26310"/>
                            </a:cubicBezTo>
                            <a:cubicBezTo>
                              <a:pt x="12381" y="18214"/>
                              <a:pt x="21526" y="11641"/>
                              <a:pt x="32956" y="6974"/>
                            </a:cubicBezTo>
                            <a:cubicBezTo>
                              <a:pt x="44290" y="2402"/>
                              <a:pt x="58197" y="-265"/>
                              <a:pt x="74580" y="21"/>
                            </a:cubicBezTo>
                            <a:cubicBezTo>
                              <a:pt x="92201" y="21"/>
                              <a:pt x="126491" y="4402"/>
                              <a:pt x="143636" y="8498"/>
                            </a:cubicBezTo>
                            <a:cubicBezTo>
                              <a:pt x="175926" y="15737"/>
                              <a:pt x="190689" y="30977"/>
                              <a:pt x="203358" y="50027"/>
                            </a:cubicBezTo>
                            <a:cubicBezTo>
                              <a:pt x="207739" y="56695"/>
                              <a:pt x="206882" y="67267"/>
                              <a:pt x="200405" y="70982"/>
                            </a:cubicBezTo>
                            <a:cubicBezTo>
                              <a:pt x="181641" y="81650"/>
                              <a:pt x="162305" y="86413"/>
                              <a:pt x="133159" y="8307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90" name="Forme libre : forme 10889">
                        <a:extLst>
                          <a:ext uri="{FF2B5EF4-FFF2-40B4-BE49-F238E27FC236}">
                            <a16:creationId xmlns:a16="http://schemas.microsoft.com/office/drawing/2014/main" id="{900B3D1E-89CA-4376-9FF3-AF36A18617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46074" y="2608325"/>
                        <a:ext cx="200310" cy="44579"/>
                      </a:xfrm>
                      <a:custGeom>
                        <a:avLst/>
                        <a:gdLst>
                          <a:gd name="connsiteX0" fmla="*/ 79915 w 200310"/>
                          <a:gd name="connsiteY0" fmla="*/ 9620 h 44579"/>
                          <a:gd name="connsiteX1" fmla="*/ 0 w 200310"/>
                          <a:gd name="connsiteY1" fmla="*/ 0 h 44579"/>
                          <a:gd name="connsiteX2" fmla="*/ 4667 w 200310"/>
                          <a:gd name="connsiteY2" fmla="*/ 8287 h 44579"/>
                          <a:gd name="connsiteX3" fmla="*/ 13906 w 200310"/>
                          <a:gd name="connsiteY3" fmla="*/ 15335 h 44579"/>
                          <a:gd name="connsiteX4" fmla="*/ 42958 w 200310"/>
                          <a:gd name="connsiteY4" fmla="*/ 30289 h 44579"/>
                          <a:gd name="connsiteX5" fmla="*/ 67628 w 200310"/>
                          <a:gd name="connsiteY5" fmla="*/ 35528 h 44579"/>
                          <a:gd name="connsiteX6" fmla="*/ 78010 w 200310"/>
                          <a:gd name="connsiteY6" fmla="*/ 36671 h 44579"/>
                          <a:gd name="connsiteX7" fmla="*/ 127921 w 200310"/>
                          <a:gd name="connsiteY7" fmla="*/ 42863 h 44579"/>
                          <a:gd name="connsiteX8" fmla="*/ 132779 w 200310"/>
                          <a:gd name="connsiteY8" fmla="*/ 43529 h 44579"/>
                          <a:gd name="connsiteX9" fmla="*/ 160496 w 200310"/>
                          <a:gd name="connsiteY9" fmla="*/ 44196 h 44579"/>
                          <a:gd name="connsiteX10" fmla="*/ 191071 w 200310"/>
                          <a:gd name="connsiteY10" fmla="*/ 36004 h 44579"/>
                          <a:gd name="connsiteX11" fmla="*/ 200025 w 200310"/>
                          <a:gd name="connsiteY11" fmla="*/ 31433 h 44579"/>
                          <a:gd name="connsiteX12" fmla="*/ 200311 w 200310"/>
                          <a:gd name="connsiteY12" fmla="*/ 31242 h 44579"/>
                          <a:gd name="connsiteX13" fmla="*/ 79915 w 200310"/>
                          <a:gd name="connsiteY13" fmla="*/ 9620 h 445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0310" h="44579">
                            <a:moveTo>
                              <a:pt x="79915" y="9620"/>
                            </a:moveTo>
                            <a:cubicBezTo>
                              <a:pt x="52102" y="8572"/>
                              <a:pt x="23146" y="8858"/>
                              <a:pt x="0" y="0"/>
                            </a:cubicBezTo>
                            <a:cubicBezTo>
                              <a:pt x="571" y="3238"/>
                              <a:pt x="2191" y="6287"/>
                              <a:pt x="4667" y="8287"/>
                            </a:cubicBezTo>
                            <a:cubicBezTo>
                              <a:pt x="7811" y="10763"/>
                              <a:pt x="10859" y="13145"/>
                              <a:pt x="13906" y="15335"/>
                            </a:cubicBezTo>
                            <a:cubicBezTo>
                              <a:pt x="22765" y="21622"/>
                              <a:pt x="32004" y="26765"/>
                              <a:pt x="42958" y="30289"/>
                            </a:cubicBezTo>
                            <a:cubicBezTo>
                              <a:pt x="50102" y="32576"/>
                              <a:pt x="57912" y="34290"/>
                              <a:pt x="67628" y="35528"/>
                            </a:cubicBezTo>
                            <a:cubicBezTo>
                              <a:pt x="70580" y="35909"/>
                              <a:pt x="74104" y="36290"/>
                              <a:pt x="78010" y="36671"/>
                            </a:cubicBezTo>
                            <a:cubicBezTo>
                              <a:pt x="93345" y="38195"/>
                              <a:pt x="114490" y="40958"/>
                              <a:pt x="127921" y="42863"/>
                            </a:cubicBezTo>
                            <a:cubicBezTo>
                              <a:pt x="129635" y="43053"/>
                              <a:pt x="131350" y="43339"/>
                              <a:pt x="132779" y="43529"/>
                            </a:cubicBezTo>
                            <a:cubicBezTo>
                              <a:pt x="143161" y="44672"/>
                              <a:pt x="152210" y="44863"/>
                              <a:pt x="160496" y="44196"/>
                            </a:cubicBezTo>
                            <a:cubicBezTo>
                              <a:pt x="171831" y="43053"/>
                              <a:pt x="181642" y="40100"/>
                              <a:pt x="191071" y="36004"/>
                            </a:cubicBezTo>
                            <a:cubicBezTo>
                              <a:pt x="194120" y="34671"/>
                              <a:pt x="197072" y="33147"/>
                              <a:pt x="200025" y="31433"/>
                            </a:cubicBezTo>
                            <a:lnTo>
                              <a:pt x="200311" y="31242"/>
                            </a:lnTo>
                            <a:cubicBezTo>
                              <a:pt x="161544" y="19336"/>
                              <a:pt x="119824" y="10763"/>
                              <a:pt x="79915" y="962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91" name="Forme libre : forme 10890">
                        <a:extLst>
                          <a:ext uri="{FF2B5EF4-FFF2-40B4-BE49-F238E27FC236}">
                            <a16:creationId xmlns:a16="http://schemas.microsoft.com/office/drawing/2014/main" id="{3BF3ADFC-92B4-47CA-B9B8-62AFA1B6EF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18083" y="2598890"/>
                        <a:ext cx="94940" cy="29198"/>
                      </a:xfrm>
                      <a:custGeom>
                        <a:avLst/>
                        <a:gdLst>
                          <a:gd name="connsiteX0" fmla="*/ 94869 w 94940"/>
                          <a:gd name="connsiteY0" fmla="*/ 23533 h 29198"/>
                          <a:gd name="connsiteX1" fmla="*/ 73343 w 94940"/>
                          <a:gd name="connsiteY1" fmla="*/ 29152 h 29198"/>
                          <a:gd name="connsiteX2" fmla="*/ 44006 w 94940"/>
                          <a:gd name="connsiteY2" fmla="*/ 26676 h 29198"/>
                          <a:gd name="connsiteX3" fmla="*/ 0 w 94940"/>
                          <a:gd name="connsiteY3" fmla="*/ 8578 h 29198"/>
                          <a:gd name="connsiteX4" fmla="*/ 47244 w 94940"/>
                          <a:gd name="connsiteY4" fmla="*/ 2101 h 29198"/>
                          <a:gd name="connsiteX5" fmla="*/ 76391 w 94940"/>
                          <a:gd name="connsiteY5" fmla="*/ 9531 h 29198"/>
                          <a:gd name="connsiteX6" fmla="*/ 94869 w 94940"/>
                          <a:gd name="connsiteY6" fmla="*/ 23533 h 29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4940" h="29198">
                            <a:moveTo>
                              <a:pt x="94869" y="23533"/>
                            </a:moveTo>
                            <a:cubicBezTo>
                              <a:pt x="93917" y="28486"/>
                              <a:pt x="84201" y="29438"/>
                              <a:pt x="73343" y="29152"/>
                            </a:cubicBezTo>
                            <a:cubicBezTo>
                              <a:pt x="62389" y="28962"/>
                              <a:pt x="50102" y="27533"/>
                              <a:pt x="44006" y="26676"/>
                            </a:cubicBezTo>
                            <a:cubicBezTo>
                              <a:pt x="31719" y="24676"/>
                              <a:pt x="-95" y="19246"/>
                              <a:pt x="0" y="8578"/>
                            </a:cubicBezTo>
                            <a:cubicBezTo>
                              <a:pt x="191" y="-2756"/>
                              <a:pt x="35338" y="-471"/>
                              <a:pt x="47244" y="2101"/>
                            </a:cubicBezTo>
                            <a:cubicBezTo>
                              <a:pt x="53245" y="3149"/>
                              <a:pt x="65723" y="5721"/>
                              <a:pt x="76391" y="9531"/>
                            </a:cubicBezTo>
                            <a:cubicBezTo>
                              <a:pt x="87059" y="13531"/>
                              <a:pt x="95822" y="18484"/>
                              <a:pt x="94869" y="2353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92" name="Forme libre : forme 10891">
                        <a:extLst>
                          <a:ext uri="{FF2B5EF4-FFF2-40B4-BE49-F238E27FC236}">
                            <a16:creationId xmlns:a16="http://schemas.microsoft.com/office/drawing/2014/main" id="{B4989E5C-9641-4A82-A564-231B2F715B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17474" y="2599277"/>
                        <a:ext cx="65188" cy="28098"/>
                      </a:xfrm>
                      <a:custGeom>
                        <a:avLst/>
                        <a:gdLst>
                          <a:gd name="connsiteX0" fmla="*/ 21755 w 65188"/>
                          <a:gd name="connsiteY0" fmla="*/ 0 h 28098"/>
                          <a:gd name="connsiteX1" fmla="*/ 133 w 65188"/>
                          <a:gd name="connsiteY1" fmla="*/ 8287 h 28098"/>
                          <a:gd name="connsiteX2" fmla="*/ 45091 w 65188"/>
                          <a:gd name="connsiteY2" fmla="*/ 26479 h 28098"/>
                          <a:gd name="connsiteX3" fmla="*/ 65189 w 65188"/>
                          <a:gd name="connsiteY3" fmla="*/ 28099 h 28098"/>
                          <a:gd name="connsiteX4" fmla="*/ 54711 w 65188"/>
                          <a:gd name="connsiteY4" fmla="*/ 25622 h 28098"/>
                          <a:gd name="connsiteX5" fmla="*/ 21755 w 65188"/>
                          <a:gd name="connsiteY5" fmla="*/ 0 h 280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5188" h="28098">
                            <a:moveTo>
                              <a:pt x="21755" y="0"/>
                            </a:moveTo>
                            <a:cubicBezTo>
                              <a:pt x="15468" y="1238"/>
                              <a:pt x="-1677" y="1143"/>
                              <a:pt x="133" y="8287"/>
                            </a:cubicBezTo>
                            <a:cubicBezTo>
                              <a:pt x="3181" y="19240"/>
                              <a:pt x="29660" y="23908"/>
                              <a:pt x="45091" y="26479"/>
                            </a:cubicBezTo>
                            <a:cubicBezTo>
                              <a:pt x="49568" y="27241"/>
                              <a:pt x="59950" y="28003"/>
                              <a:pt x="65189" y="28099"/>
                            </a:cubicBezTo>
                            <a:cubicBezTo>
                              <a:pt x="62236" y="27432"/>
                              <a:pt x="57378" y="26575"/>
                              <a:pt x="54711" y="25622"/>
                            </a:cubicBezTo>
                            <a:cubicBezTo>
                              <a:pt x="39662" y="19431"/>
                              <a:pt x="21564" y="12097"/>
                              <a:pt x="21755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93" name="Forme libre : forme 10892">
                        <a:extLst>
                          <a:ext uri="{FF2B5EF4-FFF2-40B4-BE49-F238E27FC236}">
                            <a16:creationId xmlns:a16="http://schemas.microsoft.com/office/drawing/2014/main" id="{EC59850B-EAB6-4F9D-A3C4-DFA4E9BEB9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22842" y="2602458"/>
                        <a:ext cx="95060" cy="29052"/>
                      </a:xfrm>
                      <a:custGeom>
                        <a:avLst/>
                        <a:gdLst>
                          <a:gd name="connsiteX0" fmla="*/ 94586 w 95060"/>
                          <a:gd name="connsiteY0" fmla="*/ 23679 h 29052"/>
                          <a:gd name="connsiteX1" fmla="*/ 43151 w 95060"/>
                          <a:gd name="connsiteY1" fmla="*/ 26822 h 29052"/>
                          <a:gd name="connsiteX2" fmla="*/ 3 w 95060"/>
                          <a:gd name="connsiteY2" fmla="*/ 8248 h 29052"/>
                          <a:gd name="connsiteX3" fmla="*/ 19148 w 95060"/>
                          <a:gd name="connsiteY3" fmla="*/ 57 h 29052"/>
                          <a:gd name="connsiteX4" fmla="*/ 46866 w 95060"/>
                          <a:gd name="connsiteY4" fmla="*/ 2248 h 29052"/>
                          <a:gd name="connsiteX5" fmla="*/ 76965 w 95060"/>
                          <a:gd name="connsiteY5" fmla="*/ 9868 h 29052"/>
                          <a:gd name="connsiteX6" fmla="*/ 94586 w 95060"/>
                          <a:gd name="connsiteY6" fmla="*/ 23679 h 29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5060" h="29052">
                            <a:moveTo>
                              <a:pt x="94586" y="23679"/>
                            </a:moveTo>
                            <a:cubicBezTo>
                              <a:pt x="89348" y="32537"/>
                              <a:pt x="56391" y="28061"/>
                              <a:pt x="43151" y="26822"/>
                            </a:cubicBezTo>
                            <a:cubicBezTo>
                              <a:pt x="29912" y="24917"/>
                              <a:pt x="479" y="19297"/>
                              <a:pt x="3" y="8248"/>
                            </a:cubicBezTo>
                            <a:cubicBezTo>
                              <a:pt x="-187" y="2629"/>
                              <a:pt x="8671" y="343"/>
                              <a:pt x="19148" y="57"/>
                            </a:cubicBezTo>
                            <a:cubicBezTo>
                              <a:pt x="29531" y="-324"/>
                              <a:pt x="41341" y="1295"/>
                              <a:pt x="46866" y="2248"/>
                            </a:cubicBezTo>
                            <a:cubicBezTo>
                              <a:pt x="52391" y="3105"/>
                              <a:pt x="65821" y="5772"/>
                              <a:pt x="76965" y="9868"/>
                            </a:cubicBezTo>
                            <a:cubicBezTo>
                              <a:pt x="88300" y="13773"/>
                              <a:pt x="97253" y="19107"/>
                              <a:pt x="94586" y="2367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94" name="Forme libre : forme 10893">
                        <a:extLst>
                          <a:ext uri="{FF2B5EF4-FFF2-40B4-BE49-F238E27FC236}">
                            <a16:creationId xmlns:a16="http://schemas.microsoft.com/office/drawing/2014/main" id="{4D9AEF2C-FCAF-492C-97D0-C0C496424F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72607" y="2586853"/>
                        <a:ext cx="116353" cy="54724"/>
                      </a:xfrm>
                      <a:custGeom>
                        <a:avLst/>
                        <a:gdLst>
                          <a:gd name="connsiteX0" fmla="*/ 898 w 116353"/>
                          <a:gd name="connsiteY0" fmla="*/ 20901 h 54724"/>
                          <a:gd name="connsiteX1" fmla="*/ 13186 w 116353"/>
                          <a:gd name="connsiteY1" fmla="*/ 32712 h 54724"/>
                          <a:gd name="connsiteX2" fmla="*/ 54143 w 116353"/>
                          <a:gd name="connsiteY2" fmla="*/ 50810 h 54724"/>
                          <a:gd name="connsiteX3" fmla="*/ 98244 w 116353"/>
                          <a:gd name="connsiteY3" fmla="*/ 54143 h 54724"/>
                          <a:gd name="connsiteX4" fmla="*/ 116246 w 116353"/>
                          <a:gd name="connsiteY4" fmla="*/ 43380 h 54724"/>
                          <a:gd name="connsiteX5" fmla="*/ 102816 w 116353"/>
                          <a:gd name="connsiteY5" fmla="*/ 35093 h 54724"/>
                          <a:gd name="connsiteX6" fmla="*/ 64335 w 116353"/>
                          <a:gd name="connsiteY6" fmla="*/ 15662 h 54724"/>
                          <a:gd name="connsiteX7" fmla="*/ 22996 w 116353"/>
                          <a:gd name="connsiteY7" fmla="*/ 137 h 54724"/>
                          <a:gd name="connsiteX8" fmla="*/ 898 w 116353"/>
                          <a:gd name="connsiteY8" fmla="*/ 20901 h 547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6353" h="54724">
                            <a:moveTo>
                              <a:pt x="898" y="20901"/>
                            </a:moveTo>
                            <a:cubicBezTo>
                              <a:pt x="3661" y="27092"/>
                              <a:pt x="6137" y="28807"/>
                              <a:pt x="13186" y="32712"/>
                            </a:cubicBezTo>
                            <a:cubicBezTo>
                              <a:pt x="26521" y="40046"/>
                              <a:pt x="36617" y="46619"/>
                              <a:pt x="54143" y="50810"/>
                            </a:cubicBezTo>
                            <a:cubicBezTo>
                              <a:pt x="68621" y="54334"/>
                              <a:pt x="85290" y="55572"/>
                              <a:pt x="98244" y="54143"/>
                            </a:cubicBezTo>
                            <a:cubicBezTo>
                              <a:pt x="107864" y="53000"/>
                              <a:pt x="117484" y="49762"/>
                              <a:pt x="116246" y="43380"/>
                            </a:cubicBezTo>
                            <a:cubicBezTo>
                              <a:pt x="115484" y="39475"/>
                              <a:pt x="108340" y="37760"/>
                              <a:pt x="102816" y="35093"/>
                            </a:cubicBezTo>
                            <a:cubicBezTo>
                              <a:pt x="89862" y="28807"/>
                              <a:pt x="77098" y="23854"/>
                              <a:pt x="64335" y="15662"/>
                            </a:cubicBezTo>
                            <a:cubicBezTo>
                              <a:pt x="53476" y="8804"/>
                              <a:pt x="41284" y="-1292"/>
                              <a:pt x="22996" y="137"/>
                            </a:cubicBezTo>
                            <a:cubicBezTo>
                              <a:pt x="6613" y="1565"/>
                              <a:pt x="-3102" y="12424"/>
                              <a:pt x="898" y="2090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95" name="Forme libre : forme 10894">
                        <a:extLst>
                          <a:ext uri="{FF2B5EF4-FFF2-40B4-BE49-F238E27FC236}">
                            <a16:creationId xmlns:a16="http://schemas.microsoft.com/office/drawing/2014/main" id="{9B08430E-5BFE-4981-8B1A-6170A11D0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96880" y="2588288"/>
                        <a:ext cx="40772" cy="10832"/>
                      </a:xfrm>
                      <a:custGeom>
                        <a:avLst/>
                        <a:gdLst>
                          <a:gd name="connsiteX0" fmla="*/ 3962 w 40772"/>
                          <a:gd name="connsiteY0" fmla="*/ 5465 h 10832"/>
                          <a:gd name="connsiteX1" fmla="*/ 152 w 40772"/>
                          <a:gd name="connsiteY1" fmla="*/ 7941 h 10832"/>
                          <a:gd name="connsiteX2" fmla="*/ 3105 w 40772"/>
                          <a:gd name="connsiteY2" fmla="*/ 10417 h 10832"/>
                          <a:gd name="connsiteX3" fmla="*/ 10439 w 40772"/>
                          <a:gd name="connsiteY3" fmla="*/ 10799 h 10832"/>
                          <a:gd name="connsiteX4" fmla="*/ 28442 w 40772"/>
                          <a:gd name="connsiteY4" fmla="*/ 9751 h 10832"/>
                          <a:gd name="connsiteX5" fmla="*/ 34919 w 40772"/>
                          <a:gd name="connsiteY5" fmla="*/ 8798 h 10832"/>
                          <a:gd name="connsiteX6" fmla="*/ 31775 w 40772"/>
                          <a:gd name="connsiteY6" fmla="*/ 35 h 10832"/>
                          <a:gd name="connsiteX7" fmla="*/ 3962 w 40772"/>
                          <a:gd name="connsiteY7" fmla="*/ 5465 h 1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772" h="10832">
                            <a:moveTo>
                              <a:pt x="3962" y="5465"/>
                            </a:moveTo>
                            <a:cubicBezTo>
                              <a:pt x="2057" y="6227"/>
                              <a:pt x="724" y="6798"/>
                              <a:pt x="152" y="7941"/>
                            </a:cubicBezTo>
                            <a:cubicBezTo>
                              <a:pt x="-514" y="9179"/>
                              <a:pt x="1105" y="9941"/>
                              <a:pt x="3105" y="10417"/>
                            </a:cubicBezTo>
                            <a:cubicBezTo>
                              <a:pt x="5105" y="10799"/>
                              <a:pt x="8058" y="10894"/>
                              <a:pt x="10439" y="10799"/>
                            </a:cubicBezTo>
                            <a:cubicBezTo>
                              <a:pt x="16345" y="10513"/>
                              <a:pt x="22727" y="10417"/>
                              <a:pt x="28442" y="9751"/>
                            </a:cubicBezTo>
                            <a:cubicBezTo>
                              <a:pt x="30823" y="9465"/>
                              <a:pt x="33013" y="9465"/>
                              <a:pt x="34919" y="8798"/>
                            </a:cubicBezTo>
                            <a:cubicBezTo>
                              <a:pt x="42920" y="6131"/>
                              <a:pt x="43491" y="512"/>
                              <a:pt x="31775" y="35"/>
                            </a:cubicBezTo>
                            <a:cubicBezTo>
                              <a:pt x="22536" y="-346"/>
                              <a:pt x="11582" y="2417"/>
                              <a:pt x="3962" y="546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96" name="Forme libre : forme 10895">
                        <a:extLst>
                          <a:ext uri="{FF2B5EF4-FFF2-40B4-BE49-F238E27FC236}">
                            <a16:creationId xmlns:a16="http://schemas.microsoft.com/office/drawing/2014/main" id="{0D70B283-53C6-460C-B6D2-D520FC39E7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81519" y="2636424"/>
                        <a:ext cx="62865" cy="14382"/>
                      </a:xfrm>
                      <a:custGeom>
                        <a:avLst/>
                        <a:gdLst>
                          <a:gd name="connsiteX0" fmla="*/ 62865 w 62865"/>
                          <a:gd name="connsiteY0" fmla="*/ 0 h 14382"/>
                          <a:gd name="connsiteX1" fmla="*/ 0 w 62865"/>
                          <a:gd name="connsiteY1" fmla="*/ 14383 h 14382"/>
                          <a:gd name="connsiteX2" fmla="*/ 62865 w 62865"/>
                          <a:gd name="connsiteY2" fmla="*/ 0 h 143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2865" h="14382">
                            <a:moveTo>
                              <a:pt x="62865" y="0"/>
                            </a:moveTo>
                            <a:cubicBezTo>
                              <a:pt x="50768" y="10954"/>
                              <a:pt x="19336" y="12287"/>
                              <a:pt x="0" y="14383"/>
                            </a:cubicBezTo>
                            <a:cubicBezTo>
                              <a:pt x="21050" y="12382"/>
                              <a:pt x="45148" y="6001"/>
                              <a:pt x="6286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97" name="Forme libre : forme 10896">
                        <a:extLst>
                          <a:ext uri="{FF2B5EF4-FFF2-40B4-BE49-F238E27FC236}">
                            <a16:creationId xmlns:a16="http://schemas.microsoft.com/office/drawing/2014/main" id="{06D767F0-43E1-4ADE-B40F-88038CF36B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1312" y="2571455"/>
                        <a:ext cx="71437" cy="25631"/>
                      </a:xfrm>
                      <a:custGeom>
                        <a:avLst/>
                        <a:gdLst>
                          <a:gd name="connsiteX0" fmla="*/ 71438 w 71437"/>
                          <a:gd name="connsiteY0" fmla="*/ 9 h 25631"/>
                          <a:gd name="connsiteX1" fmla="*/ 30861 w 71437"/>
                          <a:gd name="connsiteY1" fmla="*/ 7534 h 25631"/>
                          <a:gd name="connsiteX2" fmla="*/ 0 w 71437"/>
                          <a:gd name="connsiteY2" fmla="*/ 25632 h 25631"/>
                          <a:gd name="connsiteX3" fmla="*/ 31814 w 71437"/>
                          <a:gd name="connsiteY3" fmla="*/ 8677 h 25631"/>
                          <a:gd name="connsiteX4" fmla="*/ 71438 w 71437"/>
                          <a:gd name="connsiteY4" fmla="*/ 9 h 256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437" h="25631">
                            <a:moveTo>
                              <a:pt x="71438" y="9"/>
                            </a:moveTo>
                            <a:cubicBezTo>
                              <a:pt x="57150" y="-181"/>
                              <a:pt x="42958" y="2581"/>
                              <a:pt x="30861" y="7534"/>
                            </a:cubicBezTo>
                            <a:cubicBezTo>
                              <a:pt x="18764" y="12297"/>
                              <a:pt x="8477" y="18869"/>
                              <a:pt x="0" y="25632"/>
                            </a:cubicBezTo>
                            <a:cubicBezTo>
                              <a:pt x="7525" y="19059"/>
                              <a:pt x="18860" y="13058"/>
                              <a:pt x="31814" y="8677"/>
                            </a:cubicBezTo>
                            <a:cubicBezTo>
                              <a:pt x="44768" y="4105"/>
                              <a:pt x="59246" y="1438"/>
                              <a:pt x="71438" y="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98" name="Forme libre : forme 10897">
                        <a:extLst>
                          <a:ext uri="{FF2B5EF4-FFF2-40B4-BE49-F238E27FC236}">
                            <a16:creationId xmlns:a16="http://schemas.microsoft.com/office/drawing/2014/main" id="{793A9C2A-B48E-4D05-A336-FB15DFA9CB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57407" y="2603371"/>
                        <a:ext cx="35017" cy="12498"/>
                      </a:xfrm>
                      <a:custGeom>
                        <a:avLst/>
                        <a:gdLst>
                          <a:gd name="connsiteX0" fmla="*/ 34590 w 35017"/>
                          <a:gd name="connsiteY0" fmla="*/ 11431 h 12498"/>
                          <a:gd name="connsiteX1" fmla="*/ 13634 w 35017"/>
                          <a:gd name="connsiteY1" fmla="*/ 9336 h 12498"/>
                          <a:gd name="connsiteX2" fmla="*/ 490 w 35017"/>
                          <a:gd name="connsiteY2" fmla="*/ 1335 h 12498"/>
                          <a:gd name="connsiteX3" fmla="*/ 20492 w 35017"/>
                          <a:gd name="connsiteY3" fmla="*/ 3050 h 12498"/>
                          <a:gd name="connsiteX4" fmla="*/ 34590 w 35017"/>
                          <a:gd name="connsiteY4" fmla="*/ 11431 h 124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017" h="12498">
                            <a:moveTo>
                              <a:pt x="34590" y="11431"/>
                            </a:moveTo>
                            <a:cubicBezTo>
                              <a:pt x="31637" y="14384"/>
                              <a:pt x="17921" y="10384"/>
                              <a:pt x="13634" y="9336"/>
                            </a:cubicBezTo>
                            <a:cubicBezTo>
                              <a:pt x="9443" y="8098"/>
                              <a:pt x="-2558" y="4669"/>
                              <a:pt x="490" y="1335"/>
                            </a:cubicBezTo>
                            <a:cubicBezTo>
                              <a:pt x="3633" y="-1999"/>
                              <a:pt x="16492" y="1811"/>
                              <a:pt x="20492" y="3050"/>
                            </a:cubicBezTo>
                            <a:cubicBezTo>
                              <a:pt x="24398" y="4193"/>
                              <a:pt x="37542" y="8479"/>
                              <a:pt x="34590" y="1143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99" name="Forme libre : forme 10898">
                        <a:extLst>
                          <a:ext uri="{FF2B5EF4-FFF2-40B4-BE49-F238E27FC236}">
                            <a16:creationId xmlns:a16="http://schemas.microsoft.com/office/drawing/2014/main" id="{831B4878-3C90-4D64-B7C8-F8E7BD4B81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87708" y="2612016"/>
                        <a:ext cx="9910" cy="3955"/>
                      </a:xfrm>
                      <a:custGeom>
                        <a:avLst/>
                        <a:gdLst>
                          <a:gd name="connsiteX0" fmla="*/ 9908 w 9910"/>
                          <a:gd name="connsiteY0" fmla="*/ 2977 h 3955"/>
                          <a:gd name="connsiteX1" fmla="*/ 5050 w 9910"/>
                          <a:gd name="connsiteY1" fmla="*/ 3643 h 3955"/>
                          <a:gd name="connsiteX2" fmla="*/ 2 w 9910"/>
                          <a:gd name="connsiteY2" fmla="*/ 1072 h 3955"/>
                          <a:gd name="connsiteX3" fmla="*/ 4765 w 9910"/>
                          <a:gd name="connsiteY3" fmla="*/ 310 h 3955"/>
                          <a:gd name="connsiteX4" fmla="*/ 9908 w 9910"/>
                          <a:gd name="connsiteY4" fmla="*/ 2977 h 39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910" h="3955">
                            <a:moveTo>
                              <a:pt x="9908" y="2977"/>
                            </a:moveTo>
                            <a:cubicBezTo>
                              <a:pt x="10004" y="4406"/>
                              <a:pt x="6670" y="3930"/>
                              <a:pt x="5050" y="3643"/>
                            </a:cubicBezTo>
                            <a:cubicBezTo>
                              <a:pt x="3336" y="3358"/>
                              <a:pt x="2" y="2501"/>
                              <a:pt x="2" y="1072"/>
                            </a:cubicBezTo>
                            <a:cubicBezTo>
                              <a:pt x="-93" y="-357"/>
                              <a:pt x="3050" y="-71"/>
                              <a:pt x="4765" y="310"/>
                            </a:cubicBezTo>
                            <a:cubicBezTo>
                              <a:pt x="6384" y="596"/>
                              <a:pt x="9813" y="1548"/>
                              <a:pt x="9908" y="297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900" name="Forme libre : forme 10899">
                        <a:extLst>
                          <a:ext uri="{FF2B5EF4-FFF2-40B4-BE49-F238E27FC236}">
                            <a16:creationId xmlns:a16="http://schemas.microsoft.com/office/drawing/2014/main" id="{3AF89CF9-9101-4642-93D9-D5555C9E50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59769" y="2581082"/>
                        <a:ext cx="82831" cy="49718"/>
                      </a:xfrm>
                      <a:custGeom>
                        <a:avLst/>
                        <a:gdLst>
                          <a:gd name="connsiteX0" fmla="*/ 65375 w 82831"/>
                          <a:gd name="connsiteY0" fmla="*/ 25529 h 49718"/>
                          <a:gd name="connsiteX1" fmla="*/ 82615 w 82831"/>
                          <a:gd name="connsiteY1" fmla="*/ 45531 h 49718"/>
                          <a:gd name="connsiteX2" fmla="*/ 75091 w 82831"/>
                          <a:gd name="connsiteY2" fmla="*/ 49437 h 49718"/>
                          <a:gd name="connsiteX3" fmla="*/ 65756 w 82831"/>
                          <a:gd name="connsiteY3" fmla="*/ 43341 h 49718"/>
                          <a:gd name="connsiteX4" fmla="*/ 37943 w 82831"/>
                          <a:gd name="connsiteY4" fmla="*/ 23529 h 49718"/>
                          <a:gd name="connsiteX5" fmla="*/ 14131 w 82831"/>
                          <a:gd name="connsiteY5" fmla="*/ 13813 h 49718"/>
                          <a:gd name="connsiteX6" fmla="*/ 1081 w 82831"/>
                          <a:gd name="connsiteY6" fmla="*/ 2478 h 49718"/>
                          <a:gd name="connsiteX7" fmla="*/ 47278 w 82831"/>
                          <a:gd name="connsiteY7" fmla="*/ 10194 h 49718"/>
                          <a:gd name="connsiteX8" fmla="*/ 65375 w 82831"/>
                          <a:gd name="connsiteY8" fmla="*/ 25529 h 49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2831" h="49718">
                            <a:moveTo>
                              <a:pt x="65375" y="25529"/>
                            </a:moveTo>
                            <a:cubicBezTo>
                              <a:pt x="73567" y="32387"/>
                              <a:pt x="79282" y="37531"/>
                              <a:pt x="82615" y="45531"/>
                            </a:cubicBezTo>
                            <a:cubicBezTo>
                              <a:pt x="83854" y="48484"/>
                              <a:pt x="79567" y="50484"/>
                              <a:pt x="75091" y="49437"/>
                            </a:cubicBezTo>
                            <a:cubicBezTo>
                              <a:pt x="70614" y="48389"/>
                              <a:pt x="68328" y="45912"/>
                              <a:pt x="65756" y="43341"/>
                            </a:cubicBezTo>
                            <a:cubicBezTo>
                              <a:pt x="57850" y="35721"/>
                              <a:pt x="48611" y="29625"/>
                              <a:pt x="37943" y="23529"/>
                            </a:cubicBezTo>
                            <a:cubicBezTo>
                              <a:pt x="34609" y="21719"/>
                              <a:pt x="23560" y="17623"/>
                              <a:pt x="14131" y="13813"/>
                            </a:cubicBezTo>
                            <a:cubicBezTo>
                              <a:pt x="4796" y="9813"/>
                              <a:pt x="-2919" y="5812"/>
                              <a:pt x="1081" y="2478"/>
                            </a:cubicBezTo>
                            <a:cubicBezTo>
                              <a:pt x="9273" y="-4475"/>
                              <a:pt x="38324" y="4860"/>
                              <a:pt x="47278" y="10194"/>
                            </a:cubicBezTo>
                            <a:cubicBezTo>
                              <a:pt x="56517" y="15147"/>
                              <a:pt x="59279" y="20481"/>
                              <a:pt x="65375" y="2552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64" name="Graphique 1">
                      <a:extLst>
                        <a:ext uri="{FF2B5EF4-FFF2-40B4-BE49-F238E27FC236}">
                          <a16:creationId xmlns:a16="http://schemas.microsoft.com/office/drawing/2014/main" id="{30B19A50-90D5-4BC8-9B61-42D0DFDA3E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50867" y="2616268"/>
                      <a:ext cx="174015" cy="136380"/>
                      <a:chOff x="3050867" y="2616268"/>
                      <a:chExt cx="174015" cy="136380"/>
                    </a:xfrm>
                    <a:solidFill>
                      <a:schemeClr val="accent1"/>
                    </a:solidFill>
                  </p:grpSpPr>
                  <p:sp>
                    <p:nvSpPr>
                      <p:cNvPr id="10877" name="Forme libre : forme 10876">
                        <a:extLst>
                          <a:ext uri="{FF2B5EF4-FFF2-40B4-BE49-F238E27FC236}">
                            <a16:creationId xmlns:a16="http://schemas.microsoft.com/office/drawing/2014/main" id="{719D6825-0AD2-4B10-880E-B9F2E5CACD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50867" y="2616268"/>
                        <a:ext cx="174015" cy="136380"/>
                      </a:xfrm>
                      <a:custGeom>
                        <a:avLst/>
                        <a:gdLst>
                          <a:gd name="connsiteX0" fmla="*/ 97720 w 174015"/>
                          <a:gd name="connsiteY0" fmla="*/ 110263 h 136380"/>
                          <a:gd name="connsiteX1" fmla="*/ 73622 w 174015"/>
                          <a:gd name="connsiteY1" fmla="*/ 91784 h 136380"/>
                          <a:gd name="connsiteX2" fmla="*/ 60287 w 174015"/>
                          <a:gd name="connsiteY2" fmla="*/ 82830 h 136380"/>
                          <a:gd name="connsiteX3" fmla="*/ 49238 w 174015"/>
                          <a:gd name="connsiteY3" fmla="*/ 76354 h 136380"/>
                          <a:gd name="connsiteX4" fmla="*/ 1422 w 174015"/>
                          <a:gd name="connsiteY4" fmla="*/ 26252 h 136380"/>
                          <a:gd name="connsiteX5" fmla="*/ 9138 w 174015"/>
                          <a:gd name="connsiteY5" fmla="*/ 6154 h 136380"/>
                          <a:gd name="connsiteX6" fmla="*/ 83719 w 174015"/>
                          <a:gd name="connsiteY6" fmla="*/ 9297 h 136380"/>
                          <a:gd name="connsiteX7" fmla="*/ 99625 w 174015"/>
                          <a:gd name="connsiteY7" fmla="*/ 17394 h 136380"/>
                          <a:gd name="connsiteX8" fmla="*/ 117246 w 174015"/>
                          <a:gd name="connsiteY8" fmla="*/ 28729 h 136380"/>
                          <a:gd name="connsiteX9" fmla="*/ 145917 w 174015"/>
                          <a:gd name="connsiteY9" fmla="*/ 52446 h 136380"/>
                          <a:gd name="connsiteX10" fmla="*/ 174015 w 174015"/>
                          <a:gd name="connsiteY10" fmla="*/ 120454 h 136380"/>
                          <a:gd name="connsiteX11" fmla="*/ 160109 w 174015"/>
                          <a:gd name="connsiteY11" fmla="*/ 136361 h 136380"/>
                          <a:gd name="connsiteX12" fmla="*/ 97720 w 174015"/>
                          <a:gd name="connsiteY12" fmla="*/ 110263 h 136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74015" h="136380">
                            <a:moveTo>
                              <a:pt x="97720" y="110263"/>
                            </a:moveTo>
                            <a:cubicBezTo>
                              <a:pt x="91815" y="105786"/>
                              <a:pt x="82861" y="98071"/>
                              <a:pt x="73622" y="91784"/>
                            </a:cubicBezTo>
                            <a:cubicBezTo>
                              <a:pt x="69050" y="88260"/>
                              <a:pt x="64478" y="85688"/>
                              <a:pt x="60287" y="82830"/>
                            </a:cubicBezTo>
                            <a:cubicBezTo>
                              <a:pt x="56096" y="80354"/>
                              <a:pt x="52286" y="78163"/>
                              <a:pt x="49238" y="76354"/>
                            </a:cubicBezTo>
                            <a:cubicBezTo>
                              <a:pt x="23044" y="62066"/>
                              <a:pt x="11995" y="47016"/>
                              <a:pt x="1422" y="26252"/>
                            </a:cubicBezTo>
                            <a:cubicBezTo>
                              <a:pt x="-2292" y="19204"/>
                              <a:pt x="1613" y="9012"/>
                              <a:pt x="9138" y="6154"/>
                            </a:cubicBezTo>
                            <a:cubicBezTo>
                              <a:pt x="30950" y="-1752"/>
                              <a:pt x="53429" y="-3371"/>
                              <a:pt x="83719" y="9297"/>
                            </a:cubicBezTo>
                            <a:cubicBezTo>
                              <a:pt x="88100" y="11393"/>
                              <a:pt x="93720" y="14155"/>
                              <a:pt x="99625" y="17394"/>
                            </a:cubicBezTo>
                            <a:cubicBezTo>
                              <a:pt x="105150" y="20918"/>
                              <a:pt x="111627" y="24538"/>
                              <a:pt x="117246" y="28729"/>
                            </a:cubicBezTo>
                            <a:cubicBezTo>
                              <a:pt x="128962" y="36920"/>
                              <a:pt x="139249" y="46064"/>
                              <a:pt x="145917" y="52446"/>
                            </a:cubicBezTo>
                            <a:cubicBezTo>
                              <a:pt x="170587" y="76639"/>
                              <a:pt x="173825" y="97689"/>
                              <a:pt x="174015" y="120454"/>
                            </a:cubicBezTo>
                            <a:cubicBezTo>
                              <a:pt x="174015" y="128360"/>
                              <a:pt x="167538" y="136837"/>
                              <a:pt x="160109" y="136361"/>
                            </a:cubicBezTo>
                            <a:cubicBezTo>
                              <a:pt x="138392" y="135123"/>
                              <a:pt x="119532" y="127884"/>
                              <a:pt x="97720" y="11026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78" name="Forme libre : forme 10877">
                        <a:extLst>
                          <a:ext uri="{FF2B5EF4-FFF2-40B4-BE49-F238E27FC236}">
                            <a16:creationId xmlns:a16="http://schemas.microsoft.com/office/drawing/2014/main" id="{A05FEC7B-14C4-49E2-B597-069A61FC0B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50997" y="2632900"/>
                        <a:ext cx="160550" cy="119538"/>
                      </a:xfrm>
                      <a:custGeom>
                        <a:avLst/>
                        <a:gdLst>
                          <a:gd name="connsiteX0" fmla="*/ 69968 w 160550"/>
                          <a:gd name="connsiteY0" fmla="*/ 40196 h 119538"/>
                          <a:gd name="connsiteX1" fmla="*/ 435 w 160550"/>
                          <a:gd name="connsiteY1" fmla="*/ 0 h 119538"/>
                          <a:gd name="connsiteX2" fmla="*/ 1388 w 160550"/>
                          <a:gd name="connsiteY2" fmla="*/ 9525 h 119538"/>
                          <a:gd name="connsiteX3" fmla="*/ 7008 w 160550"/>
                          <a:gd name="connsiteY3" fmla="*/ 19812 h 119538"/>
                          <a:gd name="connsiteX4" fmla="*/ 27963 w 160550"/>
                          <a:gd name="connsiteY4" fmla="*/ 45244 h 119538"/>
                          <a:gd name="connsiteX5" fmla="*/ 49203 w 160550"/>
                          <a:gd name="connsiteY5" fmla="*/ 59626 h 119538"/>
                          <a:gd name="connsiteX6" fmla="*/ 57109 w 160550"/>
                          <a:gd name="connsiteY6" fmla="*/ 64198 h 119538"/>
                          <a:gd name="connsiteX7" fmla="*/ 94066 w 160550"/>
                          <a:gd name="connsiteY7" fmla="*/ 90583 h 119538"/>
                          <a:gd name="connsiteX8" fmla="*/ 97685 w 160550"/>
                          <a:gd name="connsiteY8" fmla="*/ 93440 h 119538"/>
                          <a:gd name="connsiteX9" fmla="*/ 120069 w 160550"/>
                          <a:gd name="connsiteY9" fmla="*/ 108394 h 119538"/>
                          <a:gd name="connsiteX10" fmla="*/ 150073 w 160550"/>
                          <a:gd name="connsiteY10" fmla="*/ 118396 h 119538"/>
                          <a:gd name="connsiteX11" fmla="*/ 160169 w 160550"/>
                          <a:gd name="connsiteY11" fmla="*/ 119539 h 119538"/>
                          <a:gd name="connsiteX12" fmla="*/ 160551 w 160550"/>
                          <a:gd name="connsiteY12" fmla="*/ 119539 h 119538"/>
                          <a:gd name="connsiteX13" fmla="*/ 69968 w 160550"/>
                          <a:gd name="connsiteY13" fmla="*/ 40196 h 1195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60550" h="119538">
                            <a:moveTo>
                              <a:pt x="69968" y="40196"/>
                            </a:moveTo>
                            <a:cubicBezTo>
                              <a:pt x="45489" y="28861"/>
                              <a:pt x="17676" y="17335"/>
                              <a:pt x="435" y="0"/>
                            </a:cubicBezTo>
                            <a:cubicBezTo>
                              <a:pt x="-327" y="3238"/>
                              <a:pt x="-136" y="6667"/>
                              <a:pt x="1388" y="9525"/>
                            </a:cubicBezTo>
                            <a:cubicBezTo>
                              <a:pt x="3198" y="13049"/>
                              <a:pt x="5007" y="16478"/>
                              <a:pt x="7008" y="19812"/>
                            </a:cubicBezTo>
                            <a:cubicBezTo>
                              <a:pt x="12627" y="29146"/>
                              <a:pt x="19009" y="37624"/>
                              <a:pt x="27963" y="45244"/>
                            </a:cubicBezTo>
                            <a:cubicBezTo>
                              <a:pt x="33868" y="50197"/>
                              <a:pt x="40726" y="54959"/>
                              <a:pt x="49203" y="59626"/>
                            </a:cubicBezTo>
                            <a:cubicBezTo>
                              <a:pt x="51775" y="61055"/>
                              <a:pt x="54061" y="62579"/>
                              <a:pt x="57109" y="64198"/>
                            </a:cubicBezTo>
                            <a:cubicBezTo>
                              <a:pt x="68444" y="70675"/>
                              <a:pt x="84065" y="82296"/>
                              <a:pt x="94066" y="90583"/>
                            </a:cubicBezTo>
                            <a:cubicBezTo>
                              <a:pt x="95400" y="91630"/>
                              <a:pt x="96638" y="92583"/>
                              <a:pt x="97685" y="93440"/>
                            </a:cubicBezTo>
                            <a:cubicBezTo>
                              <a:pt x="105496" y="99631"/>
                              <a:pt x="112830" y="104584"/>
                              <a:pt x="120069" y="108394"/>
                            </a:cubicBezTo>
                            <a:cubicBezTo>
                              <a:pt x="130071" y="113633"/>
                              <a:pt x="139881" y="116586"/>
                              <a:pt x="150073" y="118396"/>
                            </a:cubicBezTo>
                            <a:cubicBezTo>
                              <a:pt x="153407" y="118967"/>
                              <a:pt x="156741" y="119348"/>
                              <a:pt x="160169" y="119539"/>
                            </a:cubicBezTo>
                            <a:lnTo>
                              <a:pt x="160551" y="119539"/>
                            </a:lnTo>
                            <a:cubicBezTo>
                              <a:pt x="134452" y="88392"/>
                              <a:pt x="104829" y="56864"/>
                              <a:pt x="69968" y="4019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79" name="Forme libre : forme 10878">
                        <a:extLst>
                          <a:ext uri="{FF2B5EF4-FFF2-40B4-BE49-F238E27FC236}">
                            <a16:creationId xmlns:a16="http://schemas.microsoft.com/office/drawing/2014/main" id="{A5405385-9C1B-4D7D-B888-61DEB9EBE6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17537" y="2657132"/>
                        <a:ext cx="76518" cy="63866"/>
                      </a:xfrm>
                      <a:custGeom>
                        <a:avLst/>
                        <a:gdLst>
                          <a:gd name="connsiteX0" fmla="*/ 75342 w 76518"/>
                          <a:gd name="connsiteY0" fmla="*/ 62540 h 63866"/>
                          <a:gd name="connsiteX1" fmla="*/ 54196 w 76518"/>
                          <a:gd name="connsiteY1" fmla="*/ 55682 h 63866"/>
                          <a:gd name="connsiteX2" fmla="*/ 30860 w 76518"/>
                          <a:gd name="connsiteY2" fmla="*/ 38632 h 63866"/>
                          <a:gd name="connsiteX3" fmla="*/ 10858 w 76518"/>
                          <a:gd name="connsiteY3" fmla="*/ 21488 h 63866"/>
                          <a:gd name="connsiteX4" fmla="*/ 475 w 76518"/>
                          <a:gd name="connsiteY4" fmla="*/ 3295 h 63866"/>
                          <a:gd name="connsiteX5" fmla="*/ 21621 w 76518"/>
                          <a:gd name="connsiteY5" fmla="*/ 3676 h 63866"/>
                          <a:gd name="connsiteX6" fmla="*/ 45909 w 76518"/>
                          <a:gd name="connsiteY6" fmla="*/ 19011 h 63866"/>
                          <a:gd name="connsiteX7" fmla="*/ 67245 w 76518"/>
                          <a:gd name="connsiteY7" fmla="*/ 40823 h 63866"/>
                          <a:gd name="connsiteX8" fmla="*/ 75342 w 76518"/>
                          <a:gd name="connsiteY8" fmla="*/ 62540 h 63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6518" h="63866">
                            <a:moveTo>
                              <a:pt x="75342" y="62540"/>
                            </a:moveTo>
                            <a:cubicBezTo>
                              <a:pt x="71722" y="66255"/>
                              <a:pt x="63245" y="61588"/>
                              <a:pt x="54196" y="55682"/>
                            </a:cubicBezTo>
                            <a:cubicBezTo>
                              <a:pt x="45243" y="49586"/>
                              <a:pt x="35622" y="42347"/>
                              <a:pt x="30860" y="38632"/>
                            </a:cubicBezTo>
                            <a:cubicBezTo>
                              <a:pt x="26097" y="34822"/>
                              <a:pt x="17811" y="27964"/>
                              <a:pt x="10858" y="21488"/>
                            </a:cubicBezTo>
                            <a:cubicBezTo>
                              <a:pt x="4000" y="14820"/>
                              <a:pt x="-1716" y="8533"/>
                              <a:pt x="475" y="3295"/>
                            </a:cubicBezTo>
                            <a:cubicBezTo>
                              <a:pt x="2571" y="-1658"/>
                              <a:pt x="11905" y="-611"/>
                              <a:pt x="21621" y="3676"/>
                            </a:cubicBezTo>
                            <a:cubicBezTo>
                              <a:pt x="31431" y="7771"/>
                              <a:pt x="41242" y="15011"/>
                              <a:pt x="45909" y="19011"/>
                            </a:cubicBezTo>
                            <a:cubicBezTo>
                              <a:pt x="50672" y="22916"/>
                              <a:pt x="60292" y="31679"/>
                              <a:pt x="67245" y="40823"/>
                            </a:cubicBezTo>
                            <a:cubicBezTo>
                              <a:pt x="74294" y="49681"/>
                              <a:pt x="78771" y="58921"/>
                              <a:pt x="75342" y="6254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80" name="Forme libre : forme 10879">
                        <a:extLst>
                          <a:ext uri="{FF2B5EF4-FFF2-40B4-BE49-F238E27FC236}">
                            <a16:creationId xmlns:a16="http://schemas.microsoft.com/office/drawing/2014/main" id="{A0AD0D15-C065-4402-B80A-E23CC775F1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17445" y="2656857"/>
                        <a:ext cx="47334" cy="50719"/>
                      </a:xfrm>
                      <a:custGeom>
                        <a:avLst/>
                        <a:gdLst>
                          <a:gd name="connsiteX0" fmla="*/ 23332 w 47334"/>
                          <a:gd name="connsiteY0" fmla="*/ 4904 h 50719"/>
                          <a:gd name="connsiteX1" fmla="*/ 91 w 47334"/>
                          <a:gd name="connsiteY1" fmla="*/ 3284 h 50719"/>
                          <a:gd name="connsiteX2" fmla="*/ 10949 w 47334"/>
                          <a:gd name="connsiteY2" fmla="*/ 21668 h 50719"/>
                          <a:gd name="connsiteX3" fmla="*/ 31237 w 47334"/>
                          <a:gd name="connsiteY3" fmla="*/ 39289 h 50719"/>
                          <a:gd name="connsiteX4" fmla="*/ 47335 w 47334"/>
                          <a:gd name="connsiteY4" fmla="*/ 50719 h 50719"/>
                          <a:gd name="connsiteX5" fmla="*/ 39810 w 47334"/>
                          <a:gd name="connsiteY5" fmla="*/ 43194 h 50719"/>
                          <a:gd name="connsiteX6" fmla="*/ 23332 w 47334"/>
                          <a:gd name="connsiteY6" fmla="*/ 4904 h 50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7334" h="50719">
                            <a:moveTo>
                              <a:pt x="23332" y="4904"/>
                            </a:moveTo>
                            <a:cubicBezTo>
                              <a:pt x="17141" y="2713"/>
                              <a:pt x="853" y="-3955"/>
                              <a:pt x="91" y="3284"/>
                            </a:cubicBezTo>
                            <a:cubicBezTo>
                              <a:pt x="-766" y="9285"/>
                              <a:pt x="4568" y="15286"/>
                              <a:pt x="10949" y="21668"/>
                            </a:cubicBezTo>
                            <a:cubicBezTo>
                              <a:pt x="17426" y="27859"/>
                              <a:pt x="25427" y="34431"/>
                              <a:pt x="31237" y="39289"/>
                            </a:cubicBezTo>
                            <a:cubicBezTo>
                              <a:pt x="34762" y="41956"/>
                              <a:pt x="42953" y="47957"/>
                              <a:pt x="47335" y="50719"/>
                            </a:cubicBezTo>
                            <a:cubicBezTo>
                              <a:pt x="45239" y="48719"/>
                              <a:pt x="41525" y="45480"/>
                              <a:pt x="39810" y="43194"/>
                            </a:cubicBezTo>
                            <a:cubicBezTo>
                              <a:pt x="30380" y="30335"/>
                              <a:pt x="18093" y="15667"/>
                              <a:pt x="23332" y="490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81" name="Forme libre : forme 10880">
                        <a:extLst>
                          <a:ext uri="{FF2B5EF4-FFF2-40B4-BE49-F238E27FC236}">
                            <a16:creationId xmlns:a16="http://schemas.microsoft.com/office/drawing/2014/main" id="{5315EE52-3C26-47F1-B6F8-139175274B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20617" y="2661902"/>
                        <a:ext cx="75866" cy="63957"/>
                      </a:xfrm>
                      <a:custGeom>
                        <a:avLst/>
                        <a:gdLst>
                          <a:gd name="connsiteX0" fmla="*/ 73977 w 75866"/>
                          <a:gd name="connsiteY0" fmla="*/ 63296 h 63957"/>
                          <a:gd name="connsiteX1" fmla="*/ 52070 w 75866"/>
                          <a:gd name="connsiteY1" fmla="*/ 55485 h 63957"/>
                          <a:gd name="connsiteX2" fmla="*/ 29210 w 75866"/>
                          <a:gd name="connsiteY2" fmla="*/ 38912 h 63957"/>
                          <a:gd name="connsiteX3" fmla="*/ 9779 w 75866"/>
                          <a:gd name="connsiteY3" fmla="*/ 21671 h 63957"/>
                          <a:gd name="connsiteX4" fmla="*/ 444 w 75866"/>
                          <a:gd name="connsiteY4" fmla="*/ 3384 h 63957"/>
                          <a:gd name="connsiteX5" fmla="*/ 21304 w 75866"/>
                          <a:gd name="connsiteY5" fmla="*/ 4050 h 63957"/>
                          <a:gd name="connsiteX6" fmla="*/ 44926 w 75866"/>
                          <a:gd name="connsiteY6" fmla="*/ 19576 h 63957"/>
                          <a:gd name="connsiteX7" fmla="*/ 66738 w 75866"/>
                          <a:gd name="connsiteY7" fmla="*/ 42055 h 63957"/>
                          <a:gd name="connsiteX8" fmla="*/ 73977 w 75866"/>
                          <a:gd name="connsiteY8" fmla="*/ 63296 h 639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5866" h="63957">
                            <a:moveTo>
                              <a:pt x="73977" y="63296"/>
                            </a:moveTo>
                            <a:cubicBezTo>
                              <a:pt x="69310" y="65677"/>
                              <a:pt x="60737" y="61295"/>
                              <a:pt x="52070" y="55485"/>
                            </a:cubicBezTo>
                            <a:cubicBezTo>
                              <a:pt x="43402" y="49675"/>
                              <a:pt x="34448" y="42722"/>
                              <a:pt x="29210" y="38912"/>
                            </a:cubicBezTo>
                            <a:cubicBezTo>
                              <a:pt x="24066" y="34911"/>
                              <a:pt x="16160" y="28149"/>
                              <a:pt x="9779" y="21671"/>
                            </a:cubicBezTo>
                            <a:cubicBezTo>
                              <a:pt x="3492" y="15004"/>
                              <a:pt x="-1556" y="8622"/>
                              <a:pt x="444" y="3384"/>
                            </a:cubicBezTo>
                            <a:cubicBezTo>
                              <a:pt x="2444" y="-1855"/>
                              <a:pt x="11779" y="-522"/>
                              <a:pt x="21304" y="4050"/>
                            </a:cubicBezTo>
                            <a:cubicBezTo>
                              <a:pt x="30924" y="8527"/>
                              <a:pt x="40544" y="15957"/>
                              <a:pt x="44926" y="19576"/>
                            </a:cubicBezTo>
                            <a:cubicBezTo>
                              <a:pt x="49403" y="23100"/>
                              <a:pt x="59499" y="32530"/>
                              <a:pt x="66738" y="42055"/>
                            </a:cubicBezTo>
                            <a:cubicBezTo>
                              <a:pt x="74072" y="51580"/>
                              <a:pt x="78644" y="60819"/>
                              <a:pt x="73977" y="6329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82" name="Forme libre : forme 10881">
                        <a:extLst>
                          <a:ext uri="{FF2B5EF4-FFF2-40B4-BE49-F238E27FC236}">
                            <a16:creationId xmlns:a16="http://schemas.microsoft.com/office/drawing/2014/main" id="{84C66E2E-C58F-4984-9446-806F82BA49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6765" y="2631135"/>
                        <a:ext cx="92006" cy="85904"/>
                      </a:xfrm>
                      <a:custGeom>
                        <a:avLst/>
                        <a:gdLst>
                          <a:gd name="connsiteX0" fmla="*/ 5 w 92006"/>
                          <a:gd name="connsiteY0" fmla="*/ 12242 h 85904"/>
                          <a:gd name="connsiteX1" fmla="*/ 6672 w 92006"/>
                          <a:gd name="connsiteY1" fmla="*/ 27959 h 85904"/>
                          <a:gd name="connsiteX2" fmla="*/ 20388 w 92006"/>
                          <a:gd name="connsiteY2" fmla="*/ 44913 h 85904"/>
                          <a:gd name="connsiteX3" fmla="*/ 28198 w 92006"/>
                          <a:gd name="connsiteY3" fmla="*/ 52724 h 85904"/>
                          <a:gd name="connsiteX4" fmla="*/ 36581 w 92006"/>
                          <a:gd name="connsiteY4" fmla="*/ 60153 h 85904"/>
                          <a:gd name="connsiteX5" fmla="*/ 71061 w 92006"/>
                          <a:gd name="connsiteY5" fmla="*/ 82156 h 85904"/>
                          <a:gd name="connsiteX6" fmla="*/ 91730 w 92006"/>
                          <a:gd name="connsiteY6" fmla="*/ 82251 h 85904"/>
                          <a:gd name="connsiteX7" fmla="*/ 84872 w 92006"/>
                          <a:gd name="connsiteY7" fmla="*/ 68250 h 85904"/>
                          <a:gd name="connsiteX8" fmla="*/ 60679 w 92006"/>
                          <a:gd name="connsiteY8" fmla="*/ 32721 h 85904"/>
                          <a:gd name="connsiteX9" fmla="*/ 48296 w 92006"/>
                          <a:gd name="connsiteY9" fmla="*/ 15005 h 85904"/>
                          <a:gd name="connsiteX10" fmla="*/ 28484 w 92006"/>
                          <a:gd name="connsiteY10" fmla="*/ 1860 h 85904"/>
                          <a:gd name="connsiteX11" fmla="*/ 5 w 92006"/>
                          <a:gd name="connsiteY11" fmla="*/ 12242 h 85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92006" h="85904">
                            <a:moveTo>
                              <a:pt x="5" y="12242"/>
                            </a:moveTo>
                            <a:cubicBezTo>
                              <a:pt x="100" y="19005"/>
                              <a:pt x="1624" y="21672"/>
                              <a:pt x="6672" y="27959"/>
                            </a:cubicBezTo>
                            <a:cubicBezTo>
                              <a:pt x="11339" y="34150"/>
                              <a:pt x="15625" y="39484"/>
                              <a:pt x="20388" y="44913"/>
                            </a:cubicBezTo>
                            <a:cubicBezTo>
                              <a:pt x="22769" y="47580"/>
                              <a:pt x="25341" y="50152"/>
                              <a:pt x="28198" y="52724"/>
                            </a:cubicBezTo>
                            <a:cubicBezTo>
                              <a:pt x="30865" y="55296"/>
                              <a:pt x="33437" y="57772"/>
                              <a:pt x="36581" y="60153"/>
                            </a:cubicBezTo>
                            <a:cubicBezTo>
                              <a:pt x="46868" y="68535"/>
                              <a:pt x="59536" y="77108"/>
                              <a:pt x="71061" y="82156"/>
                            </a:cubicBezTo>
                            <a:cubicBezTo>
                              <a:pt x="79538" y="85871"/>
                              <a:pt x="89254" y="88252"/>
                              <a:pt x="91730" y="82251"/>
                            </a:cubicBezTo>
                            <a:cubicBezTo>
                              <a:pt x="93254" y="78441"/>
                              <a:pt x="88111" y="73393"/>
                              <a:pt x="84872" y="68250"/>
                            </a:cubicBezTo>
                            <a:cubicBezTo>
                              <a:pt x="77062" y="56439"/>
                              <a:pt x="68870" y="45580"/>
                              <a:pt x="60679" y="32721"/>
                            </a:cubicBezTo>
                            <a:cubicBezTo>
                              <a:pt x="57440" y="26911"/>
                              <a:pt x="53440" y="21006"/>
                              <a:pt x="48296" y="15005"/>
                            </a:cubicBezTo>
                            <a:cubicBezTo>
                              <a:pt x="43248" y="9671"/>
                              <a:pt x="37057" y="4527"/>
                              <a:pt x="28484" y="1860"/>
                            </a:cubicBezTo>
                            <a:cubicBezTo>
                              <a:pt x="12958" y="-3283"/>
                              <a:pt x="-281" y="2908"/>
                              <a:pt x="5" y="1224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83" name="Forme libre : forme 10882">
                        <a:extLst>
                          <a:ext uri="{FF2B5EF4-FFF2-40B4-BE49-F238E27FC236}">
                            <a16:creationId xmlns:a16="http://schemas.microsoft.com/office/drawing/2014/main" id="{9204600C-2893-41DA-8381-3343242BB6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02369" y="2641091"/>
                        <a:ext cx="40158" cy="15481"/>
                      </a:xfrm>
                      <a:custGeom>
                        <a:avLst/>
                        <a:gdLst>
                          <a:gd name="connsiteX0" fmla="*/ 4880 w 40158"/>
                          <a:gd name="connsiteY0" fmla="*/ 0 h 15481"/>
                          <a:gd name="connsiteX1" fmla="*/ 403 w 40158"/>
                          <a:gd name="connsiteY1" fmla="*/ 857 h 15481"/>
                          <a:gd name="connsiteX2" fmla="*/ 2118 w 40158"/>
                          <a:gd name="connsiteY2" fmla="*/ 4191 h 15481"/>
                          <a:gd name="connsiteX3" fmla="*/ 8690 w 40158"/>
                          <a:gd name="connsiteY3" fmla="*/ 7334 h 15481"/>
                          <a:gd name="connsiteX4" fmla="*/ 25835 w 40158"/>
                          <a:gd name="connsiteY4" fmla="*/ 13430 h 15481"/>
                          <a:gd name="connsiteX5" fmla="*/ 32407 w 40158"/>
                          <a:gd name="connsiteY5" fmla="*/ 15240 h 15481"/>
                          <a:gd name="connsiteX6" fmla="*/ 32979 w 40158"/>
                          <a:gd name="connsiteY6" fmla="*/ 5905 h 15481"/>
                          <a:gd name="connsiteX7" fmla="*/ 4880 w 40158"/>
                          <a:gd name="connsiteY7" fmla="*/ 0 h 15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58" h="15481">
                            <a:moveTo>
                              <a:pt x="4880" y="0"/>
                            </a:moveTo>
                            <a:cubicBezTo>
                              <a:pt x="2880" y="0"/>
                              <a:pt x="1451" y="0"/>
                              <a:pt x="403" y="857"/>
                            </a:cubicBezTo>
                            <a:cubicBezTo>
                              <a:pt x="-644" y="1714"/>
                              <a:pt x="499" y="3048"/>
                              <a:pt x="2118" y="4191"/>
                            </a:cubicBezTo>
                            <a:cubicBezTo>
                              <a:pt x="3832" y="5334"/>
                              <a:pt x="6499" y="6572"/>
                              <a:pt x="8690" y="7334"/>
                            </a:cubicBezTo>
                            <a:cubicBezTo>
                              <a:pt x="14215" y="9335"/>
                              <a:pt x="20120" y="11335"/>
                              <a:pt x="25835" y="13430"/>
                            </a:cubicBezTo>
                            <a:cubicBezTo>
                              <a:pt x="28121" y="14192"/>
                              <a:pt x="30312" y="14954"/>
                              <a:pt x="32407" y="15240"/>
                            </a:cubicBezTo>
                            <a:cubicBezTo>
                              <a:pt x="40885" y="16669"/>
                              <a:pt x="44218" y="11525"/>
                              <a:pt x="32979" y="5905"/>
                            </a:cubicBezTo>
                            <a:cubicBezTo>
                              <a:pt x="24025" y="1429"/>
                              <a:pt x="13072" y="381"/>
                              <a:pt x="488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84" name="Forme libre : forme 10883">
                        <a:extLst>
                          <a:ext uri="{FF2B5EF4-FFF2-40B4-BE49-F238E27FC236}">
                            <a16:creationId xmlns:a16="http://schemas.microsoft.com/office/drawing/2014/main" id="{39FD6A80-B84E-40C0-AE1C-36E2FE9FEC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51255" y="2726721"/>
                        <a:ext cx="60102" cy="22175"/>
                      </a:xfrm>
                      <a:custGeom>
                        <a:avLst/>
                        <a:gdLst>
                          <a:gd name="connsiteX0" fmla="*/ 60103 w 60102"/>
                          <a:gd name="connsiteY0" fmla="*/ 21908 h 22175"/>
                          <a:gd name="connsiteX1" fmla="*/ 0 w 60102"/>
                          <a:gd name="connsiteY1" fmla="*/ 0 h 22175"/>
                          <a:gd name="connsiteX2" fmla="*/ 60103 w 60102"/>
                          <a:gd name="connsiteY2" fmla="*/ 21908 h 22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0102" h="22175">
                            <a:moveTo>
                              <a:pt x="60103" y="21908"/>
                            </a:moveTo>
                            <a:cubicBezTo>
                              <a:pt x="43910" y="24479"/>
                              <a:pt x="16859" y="7906"/>
                              <a:pt x="0" y="0"/>
                            </a:cubicBezTo>
                            <a:cubicBezTo>
                              <a:pt x="18288" y="8954"/>
                              <a:pt x="42005" y="17240"/>
                              <a:pt x="60103" y="2190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85" name="Forme libre : forme 10884">
                        <a:extLst>
                          <a:ext uri="{FF2B5EF4-FFF2-40B4-BE49-F238E27FC236}">
                            <a16:creationId xmlns:a16="http://schemas.microsoft.com/office/drawing/2014/main" id="{1FE0A885-59B2-4825-BF39-14E979ECD3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60862" y="2620341"/>
                        <a:ext cx="75342" cy="8654"/>
                      </a:xfrm>
                      <a:custGeom>
                        <a:avLst/>
                        <a:gdLst>
                          <a:gd name="connsiteX0" fmla="*/ 75343 w 75342"/>
                          <a:gd name="connsiteY0" fmla="*/ 8654 h 8654"/>
                          <a:gd name="connsiteX1" fmla="*/ 0 w 75342"/>
                          <a:gd name="connsiteY1" fmla="*/ 4273 h 8654"/>
                          <a:gd name="connsiteX2" fmla="*/ 75343 w 75342"/>
                          <a:gd name="connsiteY2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5342" h="8654">
                            <a:moveTo>
                              <a:pt x="75343" y="8654"/>
                            </a:moveTo>
                            <a:cubicBezTo>
                              <a:pt x="48101" y="-3062"/>
                              <a:pt x="20860" y="-1157"/>
                              <a:pt x="0" y="4273"/>
                            </a:cubicBezTo>
                            <a:cubicBezTo>
                              <a:pt x="19241" y="-2014"/>
                              <a:pt x="50864" y="1415"/>
                              <a:pt x="75343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86" name="Forme libre : forme 10885">
                        <a:extLst>
                          <a:ext uri="{FF2B5EF4-FFF2-40B4-BE49-F238E27FC236}">
                            <a16:creationId xmlns:a16="http://schemas.microsoft.com/office/drawing/2014/main" id="{A3A1EF68-557E-4991-964B-FF995D4D60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53992" y="2675338"/>
                        <a:ext cx="26451" cy="26572"/>
                      </a:xfrm>
                      <a:custGeom>
                        <a:avLst/>
                        <a:gdLst>
                          <a:gd name="connsiteX0" fmla="*/ 25361 w 26451"/>
                          <a:gd name="connsiteY0" fmla="*/ 26523 h 26572"/>
                          <a:gd name="connsiteX1" fmla="*/ 8597 w 26451"/>
                          <a:gd name="connsiteY1" fmla="*/ 13664 h 26572"/>
                          <a:gd name="connsiteX2" fmla="*/ 1168 w 26451"/>
                          <a:gd name="connsiteY2" fmla="*/ 139 h 26572"/>
                          <a:gd name="connsiteX3" fmla="*/ 17741 w 26451"/>
                          <a:gd name="connsiteY3" fmla="*/ 11854 h 26572"/>
                          <a:gd name="connsiteX4" fmla="*/ 25361 w 26451"/>
                          <a:gd name="connsiteY4" fmla="*/ 26523 h 26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6451" h="26572">
                            <a:moveTo>
                              <a:pt x="25361" y="26523"/>
                            </a:moveTo>
                            <a:cubicBezTo>
                              <a:pt x="21361" y="27380"/>
                              <a:pt x="11740" y="16808"/>
                              <a:pt x="8597" y="13664"/>
                            </a:cubicBezTo>
                            <a:cubicBezTo>
                              <a:pt x="5549" y="10521"/>
                              <a:pt x="-3119" y="1377"/>
                              <a:pt x="1168" y="139"/>
                            </a:cubicBezTo>
                            <a:cubicBezTo>
                              <a:pt x="5549" y="-1290"/>
                              <a:pt x="14979" y="8711"/>
                              <a:pt x="17741" y="11854"/>
                            </a:cubicBezTo>
                            <a:cubicBezTo>
                              <a:pt x="20504" y="14998"/>
                              <a:pt x="29552" y="25570"/>
                              <a:pt x="25361" y="2652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87" name="Forme libre : forme 10886">
                        <a:extLst>
                          <a:ext uri="{FF2B5EF4-FFF2-40B4-BE49-F238E27FC236}">
                            <a16:creationId xmlns:a16="http://schemas.microsoft.com/office/drawing/2014/main" id="{84729A34-D3B6-4CCD-8B59-3FA5183800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76472" y="2697756"/>
                        <a:ext cx="7664" cy="7722"/>
                      </a:xfrm>
                      <a:custGeom>
                        <a:avLst/>
                        <a:gdLst>
                          <a:gd name="connsiteX0" fmla="*/ 7549 w 7664"/>
                          <a:gd name="connsiteY0" fmla="*/ 7344 h 7722"/>
                          <a:gd name="connsiteX1" fmla="*/ 2977 w 7664"/>
                          <a:gd name="connsiteY1" fmla="*/ 5344 h 7722"/>
                          <a:gd name="connsiteX2" fmla="*/ 119 w 7664"/>
                          <a:gd name="connsiteY2" fmla="*/ 391 h 7722"/>
                          <a:gd name="connsiteX3" fmla="*/ 4501 w 7664"/>
                          <a:gd name="connsiteY3" fmla="*/ 2296 h 7722"/>
                          <a:gd name="connsiteX4" fmla="*/ 7549 w 7664"/>
                          <a:gd name="connsiteY4" fmla="*/ 7344 h 77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64" h="7722">
                            <a:moveTo>
                              <a:pt x="7549" y="7344"/>
                            </a:moveTo>
                            <a:cubicBezTo>
                              <a:pt x="6882" y="8582"/>
                              <a:pt x="4215" y="6487"/>
                              <a:pt x="2977" y="5344"/>
                            </a:cubicBezTo>
                            <a:cubicBezTo>
                              <a:pt x="1739" y="4201"/>
                              <a:pt x="-547" y="1534"/>
                              <a:pt x="119" y="391"/>
                            </a:cubicBezTo>
                            <a:cubicBezTo>
                              <a:pt x="881" y="-847"/>
                              <a:pt x="3263" y="1153"/>
                              <a:pt x="4501" y="2296"/>
                            </a:cubicBezTo>
                            <a:cubicBezTo>
                              <a:pt x="5834" y="3439"/>
                              <a:pt x="8216" y="6106"/>
                              <a:pt x="7549" y="734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88" name="Forme libre : forme 10887">
                        <a:extLst>
                          <a:ext uri="{FF2B5EF4-FFF2-40B4-BE49-F238E27FC236}">
                            <a16:creationId xmlns:a16="http://schemas.microsoft.com/office/drawing/2014/main" id="{524C12A5-811C-493B-BE65-E498D8E4CF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66043" y="2658434"/>
                        <a:ext cx="49660" cy="82988"/>
                      </a:xfrm>
                      <a:custGeom>
                        <a:avLst/>
                        <a:gdLst>
                          <a:gd name="connsiteX0" fmla="*/ 45695 w 49660"/>
                          <a:gd name="connsiteY0" fmla="*/ 54762 h 82988"/>
                          <a:gd name="connsiteX1" fmla="*/ 49124 w 49660"/>
                          <a:gd name="connsiteY1" fmla="*/ 80955 h 82988"/>
                          <a:gd name="connsiteX2" fmla="*/ 40742 w 49660"/>
                          <a:gd name="connsiteY2" fmla="*/ 80098 h 82988"/>
                          <a:gd name="connsiteX3" fmla="*/ 36265 w 49660"/>
                          <a:gd name="connsiteY3" fmla="*/ 69906 h 82988"/>
                          <a:gd name="connsiteX4" fmla="*/ 23692 w 49660"/>
                          <a:gd name="connsiteY4" fmla="*/ 37998 h 82988"/>
                          <a:gd name="connsiteX5" fmla="*/ 8262 w 49660"/>
                          <a:gd name="connsiteY5" fmla="*/ 16852 h 82988"/>
                          <a:gd name="connsiteX6" fmla="*/ 2166 w 49660"/>
                          <a:gd name="connsiteY6" fmla="*/ 88 h 82988"/>
                          <a:gd name="connsiteX7" fmla="*/ 23121 w 49660"/>
                          <a:gd name="connsiteY7" fmla="*/ 11708 h 82988"/>
                          <a:gd name="connsiteX8" fmla="*/ 39028 w 49660"/>
                          <a:gd name="connsiteY8" fmla="*/ 31806 h 82988"/>
                          <a:gd name="connsiteX9" fmla="*/ 45695 w 49660"/>
                          <a:gd name="connsiteY9" fmla="*/ 54762 h 829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9660" h="82988">
                            <a:moveTo>
                              <a:pt x="45695" y="54762"/>
                            </a:moveTo>
                            <a:cubicBezTo>
                              <a:pt x="48743" y="64953"/>
                              <a:pt x="50648" y="72383"/>
                              <a:pt x="49124" y="80955"/>
                            </a:cubicBezTo>
                            <a:cubicBezTo>
                              <a:pt x="48553" y="84098"/>
                              <a:pt x="43790" y="83432"/>
                              <a:pt x="40742" y="80098"/>
                            </a:cubicBezTo>
                            <a:cubicBezTo>
                              <a:pt x="37599" y="76669"/>
                              <a:pt x="37123" y="73335"/>
                              <a:pt x="36265" y="69906"/>
                            </a:cubicBezTo>
                            <a:cubicBezTo>
                              <a:pt x="33884" y="59238"/>
                              <a:pt x="29598" y="48951"/>
                              <a:pt x="23692" y="37998"/>
                            </a:cubicBezTo>
                            <a:cubicBezTo>
                              <a:pt x="21978" y="34473"/>
                              <a:pt x="14548" y="25234"/>
                              <a:pt x="8262" y="16852"/>
                            </a:cubicBezTo>
                            <a:cubicBezTo>
                              <a:pt x="2071" y="8470"/>
                              <a:pt x="-3073" y="945"/>
                              <a:pt x="2166" y="88"/>
                            </a:cubicBezTo>
                            <a:cubicBezTo>
                              <a:pt x="7500" y="-769"/>
                              <a:pt x="15882" y="4755"/>
                              <a:pt x="23121" y="11708"/>
                            </a:cubicBezTo>
                            <a:cubicBezTo>
                              <a:pt x="30455" y="18662"/>
                              <a:pt x="36456" y="27139"/>
                              <a:pt x="39028" y="31806"/>
                            </a:cubicBezTo>
                            <a:cubicBezTo>
                              <a:pt x="43886" y="41236"/>
                              <a:pt x="43409" y="47046"/>
                              <a:pt x="45695" y="5476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65" name="Graphique 1">
                      <a:extLst>
                        <a:ext uri="{FF2B5EF4-FFF2-40B4-BE49-F238E27FC236}">
                          <a16:creationId xmlns:a16="http://schemas.microsoft.com/office/drawing/2014/main" id="{57DE79CD-2A7C-459D-96B1-0E1DE7727B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13921" y="2745205"/>
                      <a:ext cx="139631" cy="171778"/>
                      <a:chOff x="3213921" y="2745205"/>
                      <a:chExt cx="139631" cy="171778"/>
                    </a:xfrm>
                    <a:solidFill>
                      <a:schemeClr val="accent1"/>
                    </a:solidFill>
                  </p:grpSpPr>
                  <p:sp>
                    <p:nvSpPr>
                      <p:cNvPr id="10865" name="Forme libre : forme 10864">
                        <a:extLst>
                          <a:ext uri="{FF2B5EF4-FFF2-40B4-BE49-F238E27FC236}">
                            <a16:creationId xmlns:a16="http://schemas.microsoft.com/office/drawing/2014/main" id="{B67F2560-C9B1-4F4B-AF99-84AC1C3E67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3921" y="2745205"/>
                        <a:ext cx="139631" cy="171778"/>
                      </a:xfrm>
                      <a:custGeom>
                        <a:avLst/>
                        <a:gdLst>
                          <a:gd name="connsiteX0" fmla="*/ 63445 w 139631"/>
                          <a:gd name="connsiteY0" fmla="*/ 136488 h 171778"/>
                          <a:gd name="connsiteX1" fmla="*/ 20677 w 139631"/>
                          <a:gd name="connsiteY1" fmla="*/ 83720 h 171778"/>
                          <a:gd name="connsiteX2" fmla="*/ 17344 w 139631"/>
                          <a:gd name="connsiteY2" fmla="*/ 79147 h 171778"/>
                          <a:gd name="connsiteX3" fmla="*/ 13629 w 139631"/>
                          <a:gd name="connsiteY3" fmla="*/ 73814 h 171778"/>
                          <a:gd name="connsiteX4" fmla="*/ 8009 w 139631"/>
                          <a:gd name="connsiteY4" fmla="*/ 63908 h 171778"/>
                          <a:gd name="connsiteX5" fmla="*/ 1913 w 139631"/>
                          <a:gd name="connsiteY5" fmla="*/ 46381 h 171778"/>
                          <a:gd name="connsiteX6" fmla="*/ 770 w 139631"/>
                          <a:gd name="connsiteY6" fmla="*/ 12949 h 171778"/>
                          <a:gd name="connsiteX7" fmla="*/ 18201 w 139631"/>
                          <a:gd name="connsiteY7" fmla="*/ 281 h 171778"/>
                          <a:gd name="connsiteX8" fmla="*/ 78875 w 139631"/>
                          <a:gd name="connsiteY8" fmla="*/ 35904 h 171778"/>
                          <a:gd name="connsiteX9" fmla="*/ 121356 w 139631"/>
                          <a:gd name="connsiteY9" fmla="*/ 88482 h 171778"/>
                          <a:gd name="connsiteX10" fmla="*/ 139264 w 139631"/>
                          <a:gd name="connsiteY10" fmla="*/ 156395 h 171778"/>
                          <a:gd name="connsiteX11" fmla="*/ 124786 w 139631"/>
                          <a:gd name="connsiteY11" fmla="*/ 171731 h 171778"/>
                          <a:gd name="connsiteX12" fmla="*/ 63445 w 139631"/>
                          <a:gd name="connsiteY12" fmla="*/ 136488 h 1717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39631" h="171778">
                            <a:moveTo>
                              <a:pt x="63445" y="136488"/>
                            </a:moveTo>
                            <a:cubicBezTo>
                              <a:pt x="52777" y="123915"/>
                              <a:pt x="30964" y="96769"/>
                              <a:pt x="20677" y="83720"/>
                            </a:cubicBezTo>
                            <a:cubicBezTo>
                              <a:pt x="19534" y="82196"/>
                              <a:pt x="18391" y="80672"/>
                              <a:pt x="17344" y="79147"/>
                            </a:cubicBezTo>
                            <a:cubicBezTo>
                              <a:pt x="16105" y="77338"/>
                              <a:pt x="14867" y="75528"/>
                              <a:pt x="13629" y="73814"/>
                            </a:cubicBezTo>
                            <a:cubicBezTo>
                              <a:pt x="11247" y="70194"/>
                              <a:pt x="9724" y="67146"/>
                              <a:pt x="8009" y="63908"/>
                            </a:cubicBezTo>
                            <a:cubicBezTo>
                              <a:pt x="5056" y="57716"/>
                              <a:pt x="3151" y="51906"/>
                              <a:pt x="1913" y="46381"/>
                            </a:cubicBezTo>
                            <a:cubicBezTo>
                              <a:pt x="-563" y="35142"/>
                              <a:pt x="-278" y="24569"/>
                              <a:pt x="770" y="12949"/>
                            </a:cubicBezTo>
                            <a:cubicBezTo>
                              <a:pt x="1532" y="4948"/>
                              <a:pt x="10390" y="-1434"/>
                              <a:pt x="18201" y="281"/>
                            </a:cubicBezTo>
                            <a:cubicBezTo>
                              <a:pt x="40966" y="5043"/>
                              <a:pt x="59539" y="16092"/>
                              <a:pt x="78875" y="35904"/>
                            </a:cubicBezTo>
                            <a:cubicBezTo>
                              <a:pt x="90686" y="48096"/>
                              <a:pt x="111831" y="74576"/>
                              <a:pt x="121356" y="88482"/>
                            </a:cubicBezTo>
                            <a:cubicBezTo>
                              <a:pt x="139549" y="114485"/>
                              <a:pt x="140502" y="133916"/>
                              <a:pt x="139264" y="156395"/>
                            </a:cubicBezTo>
                            <a:cubicBezTo>
                              <a:pt x="138787" y="164111"/>
                              <a:pt x="132215" y="172493"/>
                              <a:pt x="124786" y="171731"/>
                            </a:cubicBezTo>
                            <a:cubicBezTo>
                              <a:pt x="103069" y="169349"/>
                              <a:pt x="83447" y="159729"/>
                              <a:pt x="63445" y="13648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66" name="Forme libre : forme 10865">
                        <a:extLst>
                          <a:ext uri="{FF2B5EF4-FFF2-40B4-BE49-F238E27FC236}">
                            <a16:creationId xmlns:a16="http://schemas.microsoft.com/office/drawing/2014/main" id="{8AB36D39-122F-4737-8202-4C089497B9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4099" y="2749486"/>
                        <a:ext cx="125274" cy="167258"/>
                      </a:xfrm>
                      <a:custGeom>
                        <a:avLst/>
                        <a:gdLst>
                          <a:gd name="connsiteX0" fmla="*/ 47836 w 125274"/>
                          <a:gd name="connsiteY0" fmla="*/ 69913 h 167258"/>
                          <a:gd name="connsiteX1" fmla="*/ 20690 w 125274"/>
                          <a:gd name="connsiteY1" fmla="*/ 36195 h 167258"/>
                          <a:gd name="connsiteX2" fmla="*/ 5164 w 125274"/>
                          <a:gd name="connsiteY2" fmla="*/ 0 h 167258"/>
                          <a:gd name="connsiteX3" fmla="*/ 783 w 125274"/>
                          <a:gd name="connsiteY3" fmla="*/ 8477 h 167258"/>
                          <a:gd name="connsiteX4" fmla="*/ 21 w 125274"/>
                          <a:gd name="connsiteY4" fmla="*/ 20193 h 167258"/>
                          <a:gd name="connsiteX5" fmla="*/ 5545 w 125274"/>
                          <a:gd name="connsiteY5" fmla="*/ 53912 h 167258"/>
                          <a:gd name="connsiteX6" fmla="*/ 11546 w 125274"/>
                          <a:gd name="connsiteY6" fmla="*/ 66199 h 167258"/>
                          <a:gd name="connsiteX7" fmla="*/ 16118 w 125274"/>
                          <a:gd name="connsiteY7" fmla="*/ 73152 h 167258"/>
                          <a:gd name="connsiteX8" fmla="*/ 20595 w 125274"/>
                          <a:gd name="connsiteY8" fmla="*/ 79343 h 167258"/>
                          <a:gd name="connsiteX9" fmla="*/ 27358 w 125274"/>
                          <a:gd name="connsiteY9" fmla="*/ 87821 h 167258"/>
                          <a:gd name="connsiteX10" fmla="*/ 60124 w 125274"/>
                          <a:gd name="connsiteY10" fmla="*/ 128206 h 167258"/>
                          <a:gd name="connsiteX11" fmla="*/ 63457 w 125274"/>
                          <a:gd name="connsiteY11" fmla="*/ 132112 h 167258"/>
                          <a:gd name="connsiteX12" fmla="*/ 84793 w 125274"/>
                          <a:gd name="connsiteY12" fmla="*/ 151924 h 167258"/>
                          <a:gd name="connsiteX13" fmla="*/ 114702 w 125274"/>
                          <a:gd name="connsiteY13" fmla="*/ 165545 h 167258"/>
                          <a:gd name="connsiteX14" fmla="*/ 124894 w 125274"/>
                          <a:gd name="connsiteY14" fmla="*/ 167259 h 167258"/>
                          <a:gd name="connsiteX15" fmla="*/ 125275 w 125274"/>
                          <a:gd name="connsiteY15" fmla="*/ 167259 h 167258"/>
                          <a:gd name="connsiteX16" fmla="*/ 47836 w 125274"/>
                          <a:gd name="connsiteY16" fmla="*/ 69913 h 167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25274" h="167258">
                            <a:moveTo>
                              <a:pt x="47836" y="69913"/>
                            </a:moveTo>
                            <a:cubicBezTo>
                              <a:pt x="38311" y="60198"/>
                              <a:pt x="27834" y="48196"/>
                              <a:pt x="20690" y="36195"/>
                            </a:cubicBezTo>
                            <a:cubicBezTo>
                              <a:pt x="13261" y="24194"/>
                              <a:pt x="7736" y="12097"/>
                              <a:pt x="5164" y="0"/>
                            </a:cubicBezTo>
                            <a:cubicBezTo>
                              <a:pt x="2783" y="2286"/>
                              <a:pt x="1069" y="5239"/>
                              <a:pt x="783" y="8477"/>
                            </a:cubicBezTo>
                            <a:cubicBezTo>
                              <a:pt x="402" y="12478"/>
                              <a:pt x="116" y="16383"/>
                              <a:pt x="21" y="20193"/>
                            </a:cubicBezTo>
                            <a:cubicBezTo>
                              <a:pt x="-170" y="31242"/>
                              <a:pt x="878" y="41910"/>
                              <a:pt x="5545" y="53912"/>
                            </a:cubicBezTo>
                            <a:cubicBezTo>
                              <a:pt x="6974" y="57721"/>
                              <a:pt x="9070" y="61913"/>
                              <a:pt x="11546" y="66199"/>
                            </a:cubicBezTo>
                            <a:cubicBezTo>
                              <a:pt x="12785" y="68389"/>
                              <a:pt x="14404" y="70771"/>
                              <a:pt x="16118" y="73152"/>
                            </a:cubicBezTo>
                            <a:cubicBezTo>
                              <a:pt x="17833" y="75533"/>
                              <a:pt x="18976" y="77248"/>
                              <a:pt x="20595" y="79343"/>
                            </a:cubicBezTo>
                            <a:cubicBezTo>
                              <a:pt x="22500" y="81724"/>
                              <a:pt x="24786" y="84677"/>
                              <a:pt x="27358" y="87821"/>
                            </a:cubicBezTo>
                            <a:cubicBezTo>
                              <a:pt x="37454" y="100298"/>
                              <a:pt x="51265" y="117253"/>
                              <a:pt x="60124" y="128206"/>
                            </a:cubicBezTo>
                            <a:cubicBezTo>
                              <a:pt x="61267" y="129635"/>
                              <a:pt x="62410" y="130969"/>
                              <a:pt x="63457" y="132112"/>
                            </a:cubicBezTo>
                            <a:cubicBezTo>
                              <a:pt x="70601" y="140303"/>
                              <a:pt x="77650" y="146875"/>
                              <a:pt x="84793" y="151924"/>
                            </a:cubicBezTo>
                            <a:cubicBezTo>
                              <a:pt x="94604" y="158782"/>
                              <a:pt x="104510" y="162973"/>
                              <a:pt x="114702" y="165545"/>
                            </a:cubicBezTo>
                            <a:cubicBezTo>
                              <a:pt x="118036" y="166306"/>
                              <a:pt x="121465" y="166878"/>
                              <a:pt x="124894" y="167259"/>
                            </a:cubicBezTo>
                            <a:lnTo>
                              <a:pt x="125275" y="167259"/>
                            </a:lnTo>
                            <a:cubicBezTo>
                              <a:pt x="99557" y="134303"/>
                              <a:pt x="75554" y="98965"/>
                              <a:pt x="47836" y="6991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67" name="Forme libre : forme 10866">
                        <a:extLst>
                          <a:ext uri="{FF2B5EF4-FFF2-40B4-BE49-F238E27FC236}">
                            <a16:creationId xmlns:a16="http://schemas.microsoft.com/office/drawing/2014/main" id="{079511A5-B5D7-45F1-94EF-55C8B0FD8B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1894" y="2805048"/>
                        <a:ext cx="62682" cy="78229"/>
                      </a:xfrm>
                      <a:custGeom>
                        <a:avLst/>
                        <a:gdLst>
                          <a:gd name="connsiteX0" fmla="*/ 61001 w 62682"/>
                          <a:gd name="connsiteY0" fmla="*/ 77312 h 78229"/>
                          <a:gd name="connsiteX1" fmla="*/ 20710 w 62682"/>
                          <a:gd name="connsiteY1" fmla="*/ 45308 h 78229"/>
                          <a:gd name="connsiteX2" fmla="*/ 1851 w 62682"/>
                          <a:gd name="connsiteY2" fmla="*/ 1398 h 78229"/>
                          <a:gd name="connsiteX3" fmla="*/ 39951 w 62682"/>
                          <a:gd name="connsiteY3" fmla="*/ 29782 h 78229"/>
                          <a:gd name="connsiteX4" fmla="*/ 61001 w 62682"/>
                          <a:gd name="connsiteY4" fmla="*/ 77312 h 78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682" h="78229">
                            <a:moveTo>
                              <a:pt x="61001" y="77312"/>
                            </a:moveTo>
                            <a:cubicBezTo>
                              <a:pt x="53191" y="83694"/>
                              <a:pt x="28616" y="55023"/>
                              <a:pt x="20710" y="45308"/>
                            </a:cubicBezTo>
                            <a:cubicBezTo>
                              <a:pt x="12995" y="35307"/>
                              <a:pt x="-5960" y="8732"/>
                              <a:pt x="1851" y="1398"/>
                            </a:cubicBezTo>
                            <a:cubicBezTo>
                              <a:pt x="10042" y="-6318"/>
                              <a:pt x="33093" y="19972"/>
                              <a:pt x="39951" y="29782"/>
                            </a:cubicBezTo>
                            <a:cubicBezTo>
                              <a:pt x="47285" y="39307"/>
                              <a:pt x="68812" y="70835"/>
                              <a:pt x="61001" y="7731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68" name="Forme libre : forme 10867">
                        <a:extLst>
                          <a:ext uri="{FF2B5EF4-FFF2-40B4-BE49-F238E27FC236}">
                            <a16:creationId xmlns:a16="http://schemas.microsoft.com/office/drawing/2014/main" id="{D12154D9-2046-4D33-844B-26D50C3408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2109" y="2804198"/>
                        <a:ext cx="34497" cy="61588"/>
                      </a:xfrm>
                      <a:custGeom>
                        <a:avLst/>
                        <a:gdLst>
                          <a:gd name="connsiteX0" fmla="*/ 22305 w 34497"/>
                          <a:gd name="connsiteY0" fmla="*/ 11201 h 61588"/>
                          <a:gd name="connsiteX1" fmla="*/ 1255 w 34497"/>
                          <a:gd name="connsiteY1" fmla="*/ 1772 h 61588"/>
                          <a:gd name="connsiteX2" fmla="*/ 20686 w 34497"/>
                          <a:gd name="connsiteY2" fmla="*/ 46539 h 61588"/>
                          <a:gd name="connsiteX3" fmla="*/ 34497 w 34497"/>
                          <a:gd name="connsiteY3" fmla="*/ 61589 h 61588"/>
                          <a:gd name="connsiteX4" fmla="*/ 28401 w 34497"/>
                          <a:gd name="connsiteY4" fmla="*/ 52540 h 61588"/>
                          <a:gd name="connsiteX5" fmla="*/ 22305 w 34497"/>
                          <a:gd name="connsiteY5" fmla="*/ 11201 h 615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497" h="61588">
                            <a:moveTo>
                              <a:pt x="22305" y="11201"/>
                            </a:moveTo>
                            <a:cubicBezTo>
                              <a:pt x="16971" y="7677"/>
                              <a:pt x="4970" y="-4515"/>
                              <a:pt x="1255" y="1772"/>
                            </a:cubicBezTo>
                            <a:cubicBezTo>
                              <a:pt x="-4555" y="11678"/>
                              <a:pt x="11161" y="33871"/>
                              <a:pt x="20686" y="46539"/>
                            </a:cubicBezTo>
                            <a:cubicBezTo>
                              <a:pt x="23544" y="50159"/>
                              <a:pt x="30592" y="57969"/>
                              <a:pt x="34497" y="61589"/>
                            </a:cubicBezTo>
                            <a:cubicBezTo>
                              <a:pt x="32783" y="59112"/>
                              <a:pt x="29640" y="55112"/>
                              <a:pt x="28401" y="52540"/>
                            </a:cubicBezTo>
                            <a:cubicBezTo>
                              <a:pt x="21448" y="37681"/>
                              <a:pt x="13733" y="19679"/>
                              <a:pt x="22305" y="1120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69" name="Forme libre : forme 10868">
                        <a:extLst>
                          <a:ext uri="{FF2B5EF4-FFF2-40B4-BE49-F238E27FC236}">
                            <a16:creationId xmlns:a16="http://schemas.microsoft.com/office/drawing/2014/main" id="{5A76AD98-A272-404E-970D-58F9A4578A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3079" y="2810411"/>
                        <a:ext cx="63261" cy="77949"/>
                      </a:xfrm>
                      <a:custGeom>
                        <a:avLst/>
                        <a:gdLst>
                          <a:gd name="connsiteX0" fmla="*/ 60959 w 63261"/>
                          <a:gd name="connsiteY0" fmla="*/ 77569 h 77949"/>
                          <a:gd name="connsiteX1" fmla="*/ 20001 w 63261"/>
                          <a:gd name="connsiteY1" fmla="*/ 45279 h 77949"/>
                          <a:gd name="connsiteX2" fmla="*/ 1904 w 63261"/>
                          <a:gd name="connsiteY2" fmla="*/ 1559 h 77949"/>
                          <a:gd name="connsiteX3" fmla="*/ 39623 w 63261"/>
                          <a:gd name="connsiteY3" fmla="*/ 29944 h 77949"/>
                          <a:gd name="connsiteX4" fmla="*/ 60959 w 63261"/>
                          <a:gd name="connsiteY4" fmla="*/ 77569 h 779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3261" h="77949">
                            <a:moveTo>
                              <a:pt x="60959" y="77569"/>
                            </a:moveTo>
                            <a:cubicBezTo>
                              <a:pt x="51053" y="81379"/>
                              <a:pt x="28669" y="55566"/>
                              <a:pt x="20001" y="45279"/>
                            </a:cubicBezTo>
                            <a:cubicBezTo>
                              <a:pt x="11429" y="34706"/>
                              <a:pt x="-5716" y="9751"/>
                              <a:pt x="1904" y="1559"/>
                            </a:cubicBezTo>
                            <a:cubicBezTo>
                              <a:pt x="9714" y="-6823"/>
                              <a:pt x="33051" y="20895"/>
                              <a:pt x="39623" y="29944"/>
                            </a:cubicBezTo>
                            <a:cubicBezTo>
                              <a:pt x="46481" y="38802"/>
                              <a:pt x="70770" y="73759"/>
                              <a:pt x="60959" y="7756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70" name="Forme libre : forme 10869">
                        <a:extLst>
                          <a:ext uri="{FF2B5EF4-FFF2-40B4-BE49-F238E27FC236}">
                            <a16:creationId xmlns:a16="http://schemas.microsoft.com/office/drawing/2014/main" id="{3F96854C-30D5-4AFA-AB2B-D5FC40ABFF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32087" y="2766896"/>
                        <a:ext cx="67902" cy="108016"/>
                      </a:xfrm>
                      <a:custGeom>
                        <a:avLst/>
                        <a:gdLst>
                          <a:gd name="connsiteX0" fmla="*/ 2988 w 67902"/>
                          <a:gd name="connsiteY0" fmla="*/ 4973 h 108016"/>
                          <a:gd name="connsiteX1" fmla="*/ 797 w 67902"/>
                          <a:gd name="connsiteY1" fmla="*/ 22118 h 108016"/>
                          <a:gd name="connsiteX2" fmla="*/ 16513 w 67902"/>
                          <a:gd name="connsiteY2" fmla="*/ 66981 h 108016"/>
                          <a:gd name="connsiteX3" fmla="*/ 46612 w 67902"/>
                          <a:gd name="connsiteY3" fmla="*/ 100890 h 108016"/>
                          <a:gd name="connsiteX4" fmla="*/ 67377 w 67902"/>
                          <a:gd name="connsiteY4" fmla="*/ 105367 h 108016"/>
                          <a:gd name="connsiteX5" fmla="*/ 62900 w 67902"/>
                          <a:gd name="connsiteY5" fmla="*/ 90127 h 108016"/>
                          <a:gd name="connsiteX6" fmla="*/ 48613 w 67902"/>
                          <a:gd name="connsiteY6" fmla="*/ 49455 h 108016"/>
                          <a:gd name="connsiteX7" fmla="*/ 32515 w 67902"/>
                          <a:gd name="connsiteY7" fmla="*/ 10022 h 108016"/>
                          <a:gd name="connsiteX8" fmla="*/ 2988 w 67902"/>
                          <a:gd name="connsiteY8" fmla="*/ 4973 h 1080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7902" h="108016">
                            <a:moveTo>
                              <a:pt x="2988" y="4973"/>
                            </a:moveTo>
                            <a:cubicBezTo>
                              <a:pt x="-441" y="10879"/>
                              <a:pt x="-536" y="13927"/>
                              <a:pt x="797" y="22118"/>
                            </a:cubicBezTo>
                            <a:cubicBezTo>
                              <a:pt x="2797" y="37454"/>
                              <a:pt x="7274" y="52027"/>
                              <a:pt x="16513" y="66981"/>
                            </a:cubicBezTo>
                            <a:cubicBezTo>
                              <a:pt x="24514" y="79935"/>
                              <a:pt x="35849" y="92889"/>
                              <a:pt x="46612" y="100890"/>
                            </a:cubicBezTo>
                            <a:cubicBezTo>
                              <a:pt x="54613" y="106796"/>
                              <a:pt x="64043" y="110987"/>
                              <a:pt x="67377" y="105367"/>
                            </a:cubicBezTo>
                            <a:cubicBezTo>
                              <a:pt x="69377" y="101842"/>
                              <a:pt x="65186" y="95747"/>
                              <a:pt x="62900" y="90127"/>
                            </a:cubicBezTo>
                            <a:cubicBezTo>
                              <a:pt x="57661" y="76697"/>
                              <a:pt x="51851" y="64219"/>
                              <a:pt x="48613" y="49455"/>
                            </a:cubicBezTo>
                            <a:cubicBezTo>
                              <a:pt x="46136" y="36977"/>
                              <a:pt x="43564" y="21166"/>
                              <a:pt x="32515" y="10022"/>
                            </a:cubicBezTo>
                            <a:cubicBezTo>
                              <a:pt x="21942" y="-1123"/>
                              <a:pt x="7655" y="-3218"/>
                              <a:pt x="2988" y="497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71" name="Forme libre : forme 10870">
                        <a:extLst>
                          <a:ext uri="{FF2B5EF4-FFF2-40B4-BE49-F238E27FC236}">
                            <a16:creationId xmlns:a16="http://schemas.microsoft.com/office/drawing/2014/main" id="{C52FEFAA-56C1-40FD-ADFD-A7CBE80BE0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57219" y="2783423"/>
                        <a:ext cx="31631" cy="26571"/>
                      </a:xfrm>
                      <a:custGeom>
                        <a:avLst/>
                        <a:gdLst>
                          <a:gd name="connsiteX0" fmla="*/ 5193 w 31631"/>
                          <a:gd name="connsiteY0" fmla="*/ 1305 h 26571"/>
                          <a:gd name="connsiteX1" fmla="*/ 906 w 31631"/>
                          <a:gd name="connsiteY1" fmla="*/ 67 h 26571"/>
                          <a:gd name="connsiteX2" fmla="*/ 811 w 31631"/>
                          <a:gd name="connsiteY2" fmla="*/ 3782 h 26571"/>
                          <a:gd name="connsiteX3" fmla="*/ 5193 w 31631"/>
                          <a:gd name="connsiteY3" fmla="*/ 9211 h 26571"/>
                          <a:gd name="connsiteX4" fmla="*/ 18242 w 31631"/>
                          <a:gd name="connsiteY4" fmla="*/ 21213 h 26571"/>
                          <a:gd name="connsiteX5" fmla="*/ 23481 w 31631"/>
                          <a:gd name="connsiteY5" fmla="*/ 25118 h 26571"/>
                          <a:gd name="connsiteX6" fmla="*/ 27481 w 31631"/>
                          <a:gd name="connsiteY6" fmla="*/ 16736 h 26571"/>
                          <a:gd name="connsiteX7" fmla="*/ 16432 w 31631"/>
                          <a:gd name="connsiteY7" fmla="*/ 7687 h 26571"/>
                          <a:gd name="connsiteX8" fmla="*/ 5193 w 31631"/>
                          <a:gd name="connsiteY8" fmla="*/ 1305 h 26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1631" h="26571">
                            <a:moveTo>
                              <a:pt x="5193" y="1305"/>
                            </a:moveTo>
                            <a:cubicBezTo>
                              <a:pt x="3478" y="448"/>
                              <a:pt x="2240" y="-219"/>
                              <a:pt x="906" y="67"/>
                            </a:cubicBezTo>
                            <a:cubicBezTo>
                              <a:pt x="-427" y="353"/>
                              <a:pt x="-141" y="2067"/>
                              <a:pt x="811" y="3782"/>
                            </a:cubicBezTo>
                            <a:cubicBezTo>
                              <a:pt x="1668" y="5592"/>
                              <a:pt x="3573" y="7687"/>
                              <a:pt x="5193" y="9211"/>
                            </a:cubicBezTo>
                            <a:cubicBezTo>
                              <a:pt x="9193" y="13211"/>
                              <a:pt x="13860" y="17688"/>
                              <a:pt x="18242" y="21213"/>
                            </a:cubicBezTo>
                            <a:cubicBezTo>
                              <a:pt x="20052" y="22736"/>
                              <a:pt x="21671" y="24165"/>
                              <a:pt x="23481" y="25118"/>
                            </a:cubicBezTo>
                            <a:cubicBezTo>
                              <a:pt x="31006" y="28833"/>
                              <a:pt x="35292" y="25213"/>
                              <a:pt x="27481" y="16736"/>
                            </a:cubicBezTo>
                            <a:cubicBezTo>
                              <a:pt x="24433" y="13497"/>
                              <a:pt x="20528" y="10449"/>
                              <a:pt x="16432" y="7687"/>
                            </a:cubicBezTo>
                            <a:cubicBezTo>
                              <a:pt x="12336" y="4925"/>
                              <a:pt x="8717" y="3210"/>
                              <a:pt x="5193" y="130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72" name="Forme libre : forme 10871">
                        <a:extLst>
                          <a:ext uri="{FF2B5EF4-FFF2-40B4-BE49-F238E27FC236}">
                            <a16:creationId xmlns:a16="http://schemas.microsoft.com/office/drawing/2014/main" id="{93AC596D-6E8A-49B8-9BA4-5CAEBEE46B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80033" y="2882550"/>
                        <a:ext cx="59150" cy="30453"/>
                      </a:xfrm>
                      <a:custGeom>
                        <a:avLst/>
                        <a:gdLst>
                          <a:gd name="connsiteX0" fmla="*/ 59150 w 59150"/>
                          <a:gd name="connsiteY0" fmla="*/ 30289 h 30453"/>
                          <a:gd name="connsiteX1" fmla="*/ 0 w 59150"/>
                          <a:gd name="connsiteY1" fmla="*/ 0 h 30453"/>
                          <a:gd name="connsiteX2" fmla="*/ 59150 w 59150"/>
                          <a:gd name="connsiteY2" fmla="*/ 30289 h 304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9150" h="30453">
                            <a:moveTo>
                              <a:pt x="59150" y="30289"/>
                            </a:moveTo>
                            <a:cubicBezTo>
                              <a:pt x="42767" y="32480"/>
                              <a:pt x="16097" y="12192"/>
                              <a:pt x="0" y="0"/>
                            </a:cubicBezTo>
                            <a:cubicBezTo>
                              <a:pt x="17526" y="13430"/>
                              <a:pt x="41148" y="24860"/>
                              <a:pt x="59150" y="3028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73" name="Forme libre : forme 10872">
                        <a:extLst>
                          <a:ext uri="{FF2B5EF4-FFF2-40B4-BE49-F238E27FC236}">
                            <a16:creationId xmlns:a16="http://schemas.microsoft.com/office/drawing/2014/main" id="{7823F1A4-92B4-45DF-A195-ADC428E55F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31646" y="2747676"/>
                        <a:ext cx="61055" cy="36766"/>
                      </a:xfrm>
                      <a:custGeom>
                        <a:avLst/>
                        <a:gdLst>
                          <a:gd name="connsiteX0" fmla="*/ 61055 w 61055"/>
                          <a:gd name="connsiteY0" fmla="*/ 36766 h 36766"/>
                          <a:gd name="connsiteX1" fmla="*/ 53530 w 61055"/>
                          <a:gd name="connsiteY1" fmla="*/ 29623 h 36766"/>
                          <a:gd name="connsiteX2" fmla="*/ 46863 w 61055"/>
                          <a:gd name="connsiteY2" fmla="*/ 24479 h 36766"/>
                          <a:gd name="connsiteX3" fmla="*/ 31718 w 61055"/>
                          <a:gd name="connsiteY3" fmla="*/ 14288 h 36766"/>
                          <a:gd name="connsiteX4" fmla="*/ 0 w 61055"/>
                          <a:gd name="connsiteY4" fmla="*/ 0 h 36766"/>
                          <a:gd name="connsiteX5" fmla="*/ 31432 w 61055"/>
                          <a:gd name="connsiteY5" fmla="*/ 15716 h 36766"/>
                          <a:gd name="connsiteX6" fmla="*/ 46768 w 61055"/>
                          <a:gd name="connsiteY6" fmla="*/ 26384 h 36766"/>
                          <a:gd name="connsiteX7" fmla="*/ 53721 w 61055"/>
                          <a:gd name="connsiteY7" fmla="*/ 31147 h 36766"/>
                          <a:gd name="connsiteX8" fmla="*/ 61055 w 61055"/>
                          <a:gd name="connsiteY8" fmla="*/ 36766 h 367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1055" h="36766">
                            <a:moveTo>
                              <a:pt x="61055" y="36766"/>
                            </a:moveTo>
                            <a:cubicBezTo>
                              <a:pt x="58579" y="34290"/>
                              <a:pt x="56102" y="31909"/>
                              <a:pt x="53530" y="29623"/>
                            </a:cubicBezTo>
                            <a:cubicBezTo>
                              <a:pt x="51244" y="27718"/>
                              <a:pt x="49244" y="26289"/>
                              <a:pt x="46863" y="24479"/>
                            </a:cubicBezTo>
                            <a:cubicBezTo>
                              <a:pt x="42100" y="20955"/>
                              <a:pt x="36957" y="17431"/>
                              <a:pt x="31718" y="14288"/>
                            </a:cubicBezTo>
                            <a:cubicBezTo>
                              <a:pt x="21146" y="8001"/>
                              <a:pt x="10192" y="3238"/>
                              <a:pt x="0" y="0"/>
                            </a:cubicBezTo>
                            <a:cubicBezTo>
                              <a:pt x="9715" y="2572"/>
                              <a:pt x="20764" y="8572"/>
                              <a:pt x="31432" y="15716"/>
                            </a:cubicBezTo>
                            <a:cubicBezTo>
                              <a:pt x="36766" y="19240"/>
                              <a:pt x="42005" y="22955"/>
                              <a:pt x="46768" y="26384"/>
                            </a:cubicBezTo>
                            <a:cubicBezTo>
                              <a:pt x="49244" y="28004"/>
                              <a:pt x="51149" y="29242"/>
                              <a:pt x="53721" y="31147"/>
                            </a:cubicBezTo>
                            <a:cubicBezTo>
                              <a:pt x="56197" y="33052"/>
                              <a:pt x="58674" y="34957"/>
                              <a:pt x="61055" y="3676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74" name="Forme libre : forme 10873">
                        <a:extLst>
                          <a:ext uri="{FF2B5EF4-FFF2-40B4-BE49-F238E27FC236}">
                            <a16:creationId xmlns:a16="http://schemas.microsoft.com/office/drawing/2014/main" id="{0B4BF72D-7A45-4422-A874-23D3F7CE82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92409" y="2832351"/>
                        <a:ext cx="20959" cy="30487"/>
                      </a:xfrm>
                      <a:custGeom>
                        <a:avLst/>
                        <a:gdLst>
                          <a:gd name="connsiteX0" fmla="*/ 19628 w 20959"/>
                          <a:gd name="connsiteY0" fmla="*/ 30482 h 30487"/>
                          <a:gd name="connsiteX1" fmla="*/ 5626 w 20959"/>
                          <a:gd name="connsiteY1" fmla="*/ 14766 h 30487"/>
                          <a:gd name="connsiteX2" fmla="*/ 1626 w 20959"/>
                          <a:gd name="connsiteY2" fmla="*/ 2 h 30487"/>
                          <a:gd name="connsiteX3" fmla="*/ 14866 w 20959"/>
                          <a:gd name="connsiteY3" fmla="*/ 14862 h 30487"/>
                          <a:gd name="connsiteX4" fmla="*/ 19628 w 20959"/>
                          <a:gd name="connsiteY4" fmla="*/ 30482 h 304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959" h="30487">
                            <a:moveTo>
                              <a:pt x="19628" y="30482"/>
                            </a:moveTo>
                            <a:cubicBezTo>
                              <a:pt x="15437" y="30768"/>
                              <a:pt x="8008" y="18481"/>
                              <a:pt x="5626" y="14766"/>
                            </a:cubicBezTo>
                            <a:cubicBezTo>
                              <a:pt x="3340" y="10956"/>
                              <a:pt x="-2946" y="193"/>
                              <a:pt x="1626" y="2"/>
                            </a:cubicBezTo>
                            <a:cubicBezTo>
                              <a:pt x="6103" y="-188"/>
                              <a:pt x="12865" y="11242"/>
                              <a:pt x="14866" y="14862"/>
                            </a:cubicBezTo>
                            <a:cubicBezTo>
                              <a:pt x="16961" y="18386"/>
                              <a:pt x="23819" y="30197"/>
                              <a:pt x="19628" y="3048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75" name="Forme libre : forme 10874">
                        <a:extLst>
                          <a:ext uri="{FF2B5EF4-FFF2-40B4-BE49-F238E27FC236}">
                            <a16:creationId xmlns:a16="http://schemas.microsoft.com/office/drawing/2014/main" id="{B73BF3B3-202A-4902-8796-DE14005FE9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09777" y="2858376"/>
                        <a:ext cx="6571" cy="8560"/>
                      </a:xfrm>
                      <a:custGeom>
                        <a:avLst/>
                        <a:gdLst>
                          <a:gd name="connsiteX0" fmla="*/ 6355 w 6571"/>
                          <a:gd name="connsiteY0" fmla="*/ 8268 h 8560"/>
                          <a:gd name="connsiteX1" fmla="*/ 2259 w 6571"/>
                          <a:gd name="connsiteY1" fmla="*/ 5601 h 8560"/>
                          <a:gd name="connsiteX2" fmla="*/ 259 w 6571"/>
                          <a:gd name="connsiteY2" fmla="*/ 267 h 8560"/>
                          <a:gd name="connsiteX3" fmla="*/ 4355 w 6571"/>
                          <a:gd name="connsiteY3" fmla="*/ 2839 h 8560"/>
                          <a:gd name="connsiteX4" fmla="*/ 6355 w 6571"/>
                          <a:gd name="connsiteY4" fmla="*/ 8268 h 85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571" h="8560">
                            <a:moveTo>
                              <a:pt x="6355" y="8268"/>
                            </a:moveTo>
                            <a:cubicBezTo>
                              <a:pt x="5498" y="9411"/>
                              <a:pt x="3212" y="6934"/>
                              <a:pt x="2259" y="5601"/>
                            </a:cubicBezTo>
                            <a:cubicBezTo>
                              <a:pt x="1212" y="4267"/>
                              <a:pt x="-694" y="1315"/>
                              <a:pt x="259" y="267"/>
                            </a:cubicBezTo>
                            <a:cubicBezTo>
                              <a:pt x="1212" y="-781"/>
                              <a:pt x="3307" y="1505"/>
                              <a:pt x="4355" y="2839"/>
                            </a:cubicBezTo>
                            <a:cubicBezTo>
                              <a:pt x="5307" y="4172"/>
                              <a:pt x="7212" y="7220"/>
                              <a:pt x="6355" y="826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76" name="Forme libre : forme 10875">
                        <a:extLst>
                          <a:ext uri="{FF2B5EF4-FFF2-40B4-BE49-F238E27FC236}">
                            <a16:creationId xmlns:a16="http://schemas.microsoft.com/office/drawing/2014/main" id="{FB3F8E21-A2C8-4C8F-A9D6-104E9C810F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08133" y="2819199"/>
                        <a:ext cx="36238" cy="86526"/>
                      </a:xfrm>
                      <a:custGeom>
                        <a:avLst/>
                        <a:gdLst>
                          <a:gd name="connsiteX0" fmla="*/ 34098 w 36238"/>
                          <a:gd name="connsiteY0" fmla="*/ 58589 h 86526"/>
                          <a:gd name="connsiteX1" fmla="*/ 35241 w 36238"/>
                          <a:gd name="connsiteY1" fmla="*/ 84592 h 86526"/>
                          <a:gd name="connsiteX2" fmla="*/ 26954 w 36238"/>
                          <a:gd name="connsiteY2" fmla="*/ 83258 h 86526"/>
                          <a:gd name="connsiteX3" fmla="*/ 23335 w 36238"/>
                          <a:gd name="connsiteY3" fmla="*/ 72781 h 86526"/>
                          <a:gd name="connsiteX4" fmla="*/ 15048 w 36238"/>
                          <a:gd name="connsiteY4" fmla="*/ 39920 h 86526"/>
                          <a:gd name="connsiteX5" fmla="*/ 2856 w 36238"/>
                          <a:gd name="connsiteY5" fmla="*/ 10 h 86526"/>
                          <a:gd name="connsiteX6" fmla="*/ 30860 w 36238"/>
                          <a:gd name="connsiteY6" fmla="*/ 35919 h 86526"/>
                          <a:gd name="connsiteX7" fmla="*/ 34098 w 36238"/>
                          <a:gd name="connsiteY7" fmla="*/ 58589 h 86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6238" h="86526">
                            <a:moveTo>
                              <a:pt x="34098" y="58589"/>
                            </a:moveTo>
                            <a:cubicBezTo>
                              <a:pt x="35908" y="68780"/>
                              <a:pt x="37241" y="76114"/>
                              <a:pt x="35241" y="84592"/>
                            </a:cubicBezTo>
                            <a:cubicBezTo>
                              <a:pt x="34479" y="87735"/>
                              <a:pt x="29812" y="86878"/>
                              <a:pt x="26954" y="83258"/>
                            </a:cubicBezTo>
                            <a:cubicBezTo>
                              <a:pt x="24002" y="79639"/>
                              <a:pt x="23716" y="76305"/>
                              <a:pt x="23335" y="72781"/>
                            </a:cubicBezTo>
                            <a:cubicBezTo>
                              <a:pt x="21906" y="61922"/>
                              <a:pt x="18858" y="51445"/>
                              <a:pt x="15048" y="39920"/>
                            </a:cubicBezTo>
                            <a:cubicBezTo>
                              <a:pt x="12857" y="32776"/>
                              <a:pt x="-7336" y="-657"/>
                              <a:pt x="2856" y="10"/>
                            </a:cubicBezTo>
                            <a:cubicBezTo>
                              <a:pt x="13334" y="676"/>
                              <a:pt x="27716" y="26394"/>
                              <a:pt x="30860" y="35919"/>
                            </a:cubicBezTo>
                            <a:cubicBezTo>
                              <a:pt x="34098" y="45349"/>
                              <a:pt x="32765" y="50873"/>
                              <a:pt x="34098" y="5858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66" name="Graphique 1">
                      <a:extLst>
                        <a:ext uri="{FF2B5EF4-FFF2-40B4-BE49-F238E27FC236}">
                          <a16:creationId xmlns:a16="http://schemas.microsoft.com/office/drawing/2014/main" id="{EE5F1CD0-657E-4D23-8C6B-D0A6D83CF5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1743" y="2909974"/>
                      <a:ext cx="173035" cy="141295"/>
                      <a:chOff x="3341743" y="2909974"/>
                      <a:chExt cx="173035" cy="141295"/>
                    </a:xfrm>
                    <a:solidFill>
                      <a:schemeClr val="accent1"/>
                    </a:solidFill>
                  </p:grpSpPr>
                  <p:sp>
                    <p:nvSpPr>
                      <p:cNvPr id="10853" name="Forme libre : forme 10852">
                        <a:extLst>
                          <a:ext uri="{FF2B5EF4-FFF2-40B4-BE49-F238E27FC236}">
                            <a16:creationId xmlns:a16="http://schemas.microsoft.com/office/drawing/2014/main" id="{91BC5850-E988-4B5F-9EDF-54A2F074DE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1743" y="2909974"/>
                        <a:ext cx="173035" cy="141295"/>
                      </a:xfrm>
                      <a:custGeom>
                        <a:avLst/>
                        <a:gdLst>
                          <a:gd name="connsiteX0" fmla="*/ 89737 w 173035"/>
                          <a:gd name="connsiteY0" fmla="*/ 133930 h 141295"/>
                          <a:gd name="connsiteX1" fmla="*/ 53161 w 173035"/>
                          <a:gd name="connsiteY1" fmla="*/ 111165 h 141295"/>
                          <a:gd name="connsiteX2" fmla="*/ 24110 w 173035"/>
                          <a:gd name="connsiteY2" fmla="*/ 83828 h 141295"/>
                          <a:gd name="connsiteX3" fmla="*/ 678 w 173035"/>
                          <a:gd name="connsiteY3" fmla="*/ 12676 h 141295"/>
                          <a:gd name="connsiteX4" fmla="*/ 18395 w 173035"/>
                          <a:gd name="connsiteY4" fmla="*/ 294 h 141295"/>
                          <a:gd name="connsiteX5" fmla="*/ 79165 w 173035"/>
                          <a:gd name="connsiteY5" fmla="*/ 32108 h 141295"/>
                          <a:gd name="connsiteX6" fmla="*/ 100596 w 173035"/>
                          <a:gd name="connsiteY6" fmla="*/ 50776 h 141295"/>
                          <a:gd name="connsiteX7" fmla="*/ 121265 w 173035"/>
                          <a:gd name="connsiteY7" fmla="*/ 65350 h 141295"/>
                          <a:gd name="connsiteX8" fmla="*/ 140982 w 173035"/>
                          <a:gd name="connsiteY8" fmla="*/ 80018 h 141295"/>
                          <a:gd name="connsiteX9" fmla="*/ 161746 w 173035"/>
                          <a:gd name="connsiteY9" fmla="*/ 95068 h 141295"/>
                          <a:gd name="connsiteX10" fmla="*/ 172224 w 173035"/>
                          <a:gd name="connsiteY10" fmla="*/ 113451 h 141295"/>
                          <a:gd name="connsiteX11" fmla="*/ 161556 w 173035"/>
                          <a:gd name="connsiteY11" fmla="*/ 127929 h 141295"/>
                          <a:gd name="connsiteX12" fmla="*/ 153364 w 173035"/>
                          <a:gd name="connsiteY12" fmla="*/ 134025 h 141295"/>
                          <a:gd name="connsiteX13" fmla="*/ 143173 w 173035"/>
                          <a:gd name="connsiteY13" fmla="*/ 138311 h 141295"/>
                          <a:gd name="connsiteX14" fmla="*/ 89737 w 173035"/>
                          <a:gd name="connsiteY14" fmla="*/ 133930 h 141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73035" h="141295">
                            <a:moveTo>
                              <a:pt x="89737" y="133930"/>
                            </a:moveTo>
                            <a:cubicBezTo>
                              <a:pt x="79355" y="129739"/>
                              <a:pt x="65353" y="120881"/>
                              <a:pt x="53161" y="111165"/>
                            </a:cubicBezTo>
                            <a:cubicBezTo>
                              <a:pt x="40779" y="101449"/>
                              <a:pt x="30587" y="90877"/>
                              <a:pt x="24110" y="83828"/>
                            </a:cubicBezTo>
                            <a:cubicBezTo>
                              <a:pt x="869" y="57063"/>
                              <a:pt x="-1607" y="35917"/>
                              <a:pt x="678" y="12676"/>
                            </a:cubicBezTo>
                            <a:cubicBezTo>
                              <a:pt x="1536" y="4580"/>
                              <a:pt x="10680" y="-1421"/>
                              <a:pt x="18395" y="294"/>
                            </a:cubicBezTo>
                            <a:cubicBezTo>
                              <a:pt x="40779" y="5247"/>
                              <a:pt x="58686" y="13439"/>
                              <a:pt x="79165" y="32108"/>
                            </a:cubicBezTo>
                            <a:cubicBezTo>
                              <a:pt x="84689" y="36965"/>
                              <a:pt x="92595" y="44585"/>
                              <a:pt x="100596" y="50776"/>
                            </a:cubicBezTo>
                            <a:cubicBezTo>
                              <a:pt x="108501" y="57253"/>
                              <a:pt x="116312" y="62587"/>
                              <a:pt x="121265" y="65350"/>
                            </a:cubicBezTo>
                            <a:cubicBezTo>
                              <a:pt x="130600" y="70779"/>
                              <a:pt x="135648" y="75065"/>
                              <a:pt x="140982" y="80018"/>
                            </a:cubicBezTo>
                            <a:cubicBezTo>
                              <a:pt x="146221" y="84590"/>
                              <a:pt x="152507" y="90782"/>
                              <a:pt x="161746" y="95068"/>
                            </a:cubicBezTo>
                            <a:cubicBezTo>
                              <a:pt x="167938" y="98306"/>
                              <a:pt x="175558" y="106402"/>
                              <a:pt x="172224" y="113451"/>
                            </a:cubicBezTo>
                            <a:cubicBezTo>
                              <a:pt x="169652" y="118404"/>
                              <a:pt x="166509" y="124024"/>
                              <a:pt x="161556" y="127929"/>
                            </a:cubicBezTo>
                            <a:cubicBezTo>
                              <a:pt x="159175" y="130024"/>
                              <a:pt x="156412" y="132025"/>
                              <a:pt x="153364" y="134025"/>
                            </a:cubicBezTo>
                            <a:cubicBezTo>
                              <a:pt x="150316" y="135644"/>
                              <a:pt x="146887" y="137073"/>
                              <a:pt x="143173" y="138311"/>
                            </a:cubicBezTo>
                            <a:cubicBezTo>
                              <a:pt x="128409" y="143264"/>
                              <a:pt x="108597" y="142216"/>
                              <a:pt x="89737" y="13393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54" name="Forme libre : forme 10853">
                        <a:extLst>
                          <a:ext uri="{FF2B5EF4-FFF2-40B4-BE49-F238E27FC236}">
                            <a16:creationId xmlns:a16="http://schemas.microsoft.com/office/drawing/2014/main" id="{EEA76928-724D-4B46-A776-499AF56005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1850" y="2913983"/>
                        <a:ext cx="171926" cy="137050"/>
                      </a:xfrm>
                      <a:custGeom>
                        <a:avLst/>
                        <a:gdLst>
                          <a:gd name="connsiteX0" fmla="*/ 51149 w 171926"/>
                          <a:gd name="connsiteY0" fmla="*/ 68580 h 137050"/>
                          <a:gd name="connsiteX1" fmla="*/ 5239 w 171926"/>
                          <a:gd name="connsiteY1" fmla="*/ 0 h 137050"/>
                          <a:gd name="connsiteX2" fmla="*/ 667 w 171926"/>
                          <a:gd name="connsiteY2" fmla="*/ 8477 h 137050"/>
                          <a:gd name="connsiteX3" fmla="*/ 0 w 171926"/>
                          <a:gd name="connsiteY3" fmla="*/ 20384 h 137050"/>
                          <a:gd name="connsiteX4" fmla="*/ 7429 w 171926"/>
                          <a:gd name="connsiteY4" fmla="*/ 54959 h 137050"/>
                          <a:gd name="connsiteX5" fmla="*/ 24098 w 171926"/>
                          <a:gd name="connsiteY5" fmla="*/ 79629 h 137050"/>
                          <a:gd name="connsiteX6" fmla="*/ 32671 w 171926"/>
                          <a:gd name="connsiteY6" fmla="*/ 88678 h 137050"/>
                          <a:gd name="connsiteX7" fmla="*/ 56483 w 171926"/>
                          <a:gd name="connsiteY7" fmla="*/ 109538 h 137050"/>
                          <a:gd name="connsiteX8" fmla="*/ 83629 w 171926"/>
                          <a:gd name="connsiteY8" fmla="*/ 126778 h 137050"/>
                          <a:gd name="connsiteX9" fmla="*/ 89726 w 171926"/>
                          <a:gd name="connsiteY9" fmla="*/ 129635 h 137050"/>
                          <a:gd name="connsiteX10" fmla="*/ 128969 w 171926"/>
                          <a:gd name="connsiteY10" fmla="*/ 136779 h 137050"/>
                          <a:gd name="connsiteX11" fmla="*/ 150876 w 171926"/>
                          <a:gd name="connsiteY11" fmla="*/ 130683 h 137050"/>
                          <a:gd name="connsiteX12" fmla="*/ 165926 w 171926"/>
                          <a:gd name="connsiteY12" fmla="*/ 118872 h 137050"/>
                          <a:gd name="connsiteX13" fmla="*/ 171831 w 171926"/>
                          <a:gd name="connsiteY13" fmla="*/ 109252 h 137050"/>
                          <a:gd name="connsiteX14" fmla="*/ 171926 w 171926"/>
                          <a:gd name="connsiteY14" fmla="*/ 108871 h 137050"/>
                          <a:gd name="connsiteX15" fmla="*/ 137732 w 171926"/>
                          <a:gd name="connsiteY15" fmla="*/ 114586 h 137050"/>
                          <a:gd name="connsiteX16" fmla="*/ 104585 w 171926"/>
                          <a:gd name="connsiteY16" fmla="*/ 105537 h 137050"/>
                          <a:gd name="connsiteX17" fmla="*/ 51149 w 171926"/>
                          <a:gd name="connsiteY17" fmla="*/ 68580 h 1370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71926" h="137050">
                            <a:moveTo>
                              <a:pt x="51149" y="68580"/>
                            </a:moveTo>
                            <a:cubicBezTo>
                              <a:pt x="29051" y="49530"/>
                              <a:pt x="9430" y="24289"/>
                              <a:pt x="5239" y="0"/>
                            </a:cubicBezTo>
                            <a:cubicBezTo>
                              <a:pt x="2762" y="2191"/>
                              <a:pt x="953" y="5144"/>
                              <a:pt x="667" y="8477"/>
                            </a:cubicBezTo>
                            <a:cubicBezTo>
                              <a:pt x="286" y="12478"/>
                              <a:pt x="0" y="16478"/>
                              <a:pt x="0" y="20384"/>
                            </a:cubicBezTo>
                            <a:cubicBezTo>
                              <a:pt x="0" y="31718"/>
                              <a:pt x="1810" y="42863"/>
                              <a:pt x="7429" y="54959"/>
                            </a:cubicBezTo>
                            <a:cubicBezTo>
                              <a:pt x="11144" y="62770"/>
                              <a:pt x="16478" y="70961"/>
                              <a:pt x="24098" y="79629"/>
                            </a:cubicBezTo>
                            <a:cubicBezTo>
                              <a:pt x="26575" y="82201"/>
                              <a:pt x="29433" y="85344"/>
                              <a:pt x="32671" y="88678"/>
                            </a:cubicBezTo>
                            <a:cubicBezTo>
                              <a:pt x="39243" y="95155"/>
                              <a:pt x="47530" y="102679"/>
                              <a:pt x="56483" y="109538"/>
                            </a:cubicBezTo>
                            <a:cubicBezTo>
                              <a:pt x="65532" y="116396"/>
                              <a:pt x="75152" y="122587"/>
                              <a:pt x="83629" y="126778"/>
                            </a:cubicBezTo>
                            <a:cubicBezTo>
                              <a:pt x="85820" y="127826"/>
                              <a:pt x="87916" y="128778"/>
                              <a:pt x="89726" y="129635"/>
                            </a:cubicBezTo>
                            <a:cubicBezTo>
                              <a:pt x="103061" y="135446"/>
                              <a:pt x="116777" y="137922"/>
                              <a:pt x="128969" y="136779"/>
                            </a:cubicBezTo>
                            <a:cubicBezTo>
                              <a:pt x="137255" y="136303"/>
                              <a:pt x="144685" y="133636"/>
                              <a:pt x="150876" y="130683"/>
                            </a:cubicBezTo>
                            <a:cubicBezTo>
                              <a:pt x="157067" y="127349"/>
                              <a:pt x="162020" y="123254"/>
                              <a:pt x="165926" y="118872"/>
                            </a:cubicBezTo>
                            <a:cubicBezTo>
                              <a:pt x="168307" y="115729"/>
                              <a:pt x="170212" y="112490"/>
                              <a:pt x="171831" y="109252"/>
                            </a:cubicBezTo>
                            <a:lnTo>
                              <a:pt x="171926" y="108871"/>
                            </a:lnTo>
                            <a:cubicBezTo>
                              <a:pt x="161354" y="113538"/>
                              <a:pt x="149352" y="115157"/>
                              <a:pt x="137732" y="114586"/>
                            </a:cubicBezTo>
                            <a:cubicBezTo>
                              <a:pt x="125921" y="113824"/>
                              <a:pt x="114871" y="110014"/>
                              <a:pt x="104585" y="105537"/>
                            </a:cubicBezTo>
                            <a:cubicBezTo>
                              <a:pt x="84201" y="95821"/>
                              <a:pt x="66961" y="82296"/>
                              <a:pt x="51149" y="6858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55" name="Forme libre : forme 10854">
                        <a:extLst>
                          <a:ext uri="{FF2B5EF4-FFF2-40B4-BE49-F238E27FC236}">
                            <a16:creationId xmlns:a16="http://schemas.microsoft.com/office/drawing/2014/main" id="{4DF2C1FE-40BB-4FD9-836E-DA05C78CCC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2136" y="2967559"/>
                        <a:ext cx="82028" cy="58113"/>
                      </a:xfrm>
                      <a:custGeom>
                        <a:avLst/>
                        <a:gdLst>
                          <a:gd name="connsiteX0" fmla="*/ 82017 w 82028"/>
                          <a:gd name="connsiteY0" fmla="*/ 52723 h 58113"/>
                          <a:gd name="connsiteX1" fmla="*/ 58776 w 82028"/>
                          <a:gd name="connsiteY1" fmla="*/ 56628 h 58113"/>
                          <a:gd name="connsiteX2" fmla="*/ 41345 w 82028"/>
                          <a:gd name="connsiteY2" fmla="*/ 50246 h 58113"/>
                          <a:gd name="connsiteX3" fmla="*/ 28962 w 82028"/>
                          <a:gd name="connsiteY3" fmla="*/ 42912 h 58113"/>
                          <a:gd name="connsiteX4" fmla="*/ 7722 w 82028"/>
                          <a:gd name="connsiteY4" fmla="*/ 22529 h 58113"/>
                          <a:gd name="connsiteX5" fmla="*/ 1530 w 82028"/>
                          <a:gd name="connsiteY5" fmla="*/ 1669 h 58113"/>
                          <a:gd name="connsiteX6" fmla="*/ 21533 w 82028"/>
                          <a:gd name="connsiteY6" fmla="*/ 6908 h 58113"/>
                          <a:gd name="connsiteX7" fmla="*/ 42964 w 82028"/>
                          <a:gd name="connsiteY7" fmla="*/ 22338 h 58113"/>
                          <a:gd name="connsiteX8" fmla="*/ 65538 w 82028"/>
                          <a:gd name="connsiteY8" fmla="*/ 37864 h 58113"/>
                          <a:gd name="connsiteX9" fmla="*/ 71729 w 82028"/>
                          <a:gd name="connsiteY9" fmla="*/ 41960 h 58113"/>
                          <a:gd name="connsiteX10" fmla="*/ 77064 w 82028"/>
                          <a:gd name="connsiteY10" fmla="*/ 45484 h 58113"/>
                          <a:gd name="connsiteX11" fmla="*/ 82017 w 82028"/>
                          <a:gd name="connsiteY11" fmla="*/ 52723 h 581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82028" h="58113">
                            <a:moveTo>
                              <a:pt x="82017" y="52723"/>
                            </a:moveTo>
                            <a:cubicBezTo>
                              <a:pt x="81731" y="57867"/>
                              <a:pt x="70777" y="59676"/>
                              <a:pt x="58776" y="56628"/>
                            </a:cubicBezTo>
                            <a:cubicBezTo>
                              <a:pt x="52584" y="55485"/>
                              <a:pt x="46774" y="52628"/>
                              <a:pt x="41345" y="50246"/>
                            </a:cubicBezTo>
                            <a:cubicBezTo>
                              <a:pt x="36297" y="47484"/>
                              <a:pt x="31629" y="45008"/>
                              <a:pt x="28962" y="42912"/>
                            </a:cubicBezTo>
                            <a:cubicBezTo>
                              <a:pt x="23343" y="39007"/>
                              <a:pt x="13913" y="31006"/>
                              <a:pt x="7722" y="22529"/>
                            </a:cubicBezTo>
                            <a:cubicBezTo>
                              <a:pt x="1244" y="14147"/>
                              <a:pt x="-2184" y="5669"/>
                              <a:pt x="1530" y="1669"/>
                            </a:cubicBezTo>
                            <a:cubicBezTo>
                              <a:pt x="5340" y="-2427"/>
                              <a:pt x="13246" y="1669"/>
                              <a:pt x="21533" y="6908"/>
                            </a:cubicBezTo>
                            <a:cubicBezTo>
                              <a:pt x="29724" y="12432"/>
                              <a:pt x="38487" y="19004"/>
                              <a:pt x="42964" y="22338"/>
                            </a:cubicBezTo>
                            <a:cubicBezTo>
                              <a:pt x="47441" y="25862"/>
                              <a:pt x="56870" y="32435"/>
                              <a:pt x="65538" y="37864"/>
                            </a:cubicBezTo>
                            <a:cubicBezTo>
                              <a:pt x="67729" y="39198"/>
                              <a:pt x="69825" y="40626"/>
                              <a:pt x="71729" y="41960"/>
                            </a:cubicBezTo>
                            <a:cubicBezTo>
                              <a:pt x="73730" y="43103"/>
                              <a:pt x="75540" y="44246"/>
                              <a:pt x="77064" y="45484"/>
                            </a:cubicBezTo>
                            <a:cubicBezTo>
                              <a:pt x="80111" y="48151"/>
                              <a:pt x="82207" y="50151"/>
                              <a:pt x="82017" y="5272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56" name="Forme libre : forme 10855">
                        <a:extLst>
                          <a:ext uri="{FF2B5EF4-FFF2-40B4-BE49-F238E27FC236}">
                            <a16:creationId xmlns:a16="http://schemas.microsoft.com/office/drawing/2014/main" id="{C93AE8B5-F76B-44F7-8F17-B2881A9CF1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2220" y="2966970"/>
                        <a:ext cx="49261" cy="53882"/>
                      </a:xfrm>
                      <a:custGeom>
                        <a:avLst/>
                        <a:gdLst>
                          <a:gd name="connsiteX0" fmla="*/ 22687 w 49261"/>
                          <a:gd name="connsiteY0" fmla="*/ 8830 h 53882"/>
                          <a:gd name="connsiteX1" fmla="*/ 970 w 49261"/>
                          <a:gd name="connsiteY1" fmla="*/ 1972 h 53882"/>
                          <a:gd name="connsiteX2" fmla="*/ 29259 w 49261"/>
                          <a:gd name="connsiteY2" fmla="*/ 43882 h 53882"/>
                          <a:gd name="connsiteX3" fmla="*/ 49262 w 49261"/>
                          <a:gd name="connsiteY3" fmla="*/ 53883 h 53882"/>
                          <a:gd name="connsiteX4" fmla="*/ 39165 w 49261"/>
                          <a:gd name="connsiteY4" fmla="*/ 47501 h 53882"/>
                          <a:gd name="connsiteX5" fmla="*/ 22687 w 49261"/>
                          <a:gd name="connsiteY5" fmla="*/ 8830 h 538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9261" h="53882">
                            <a:moveTo>
                              <a:pt x="22687" y="8830"/>
                            </a:moveTo>
                            <a:cubicBezTo>
                              <a:pt x="16972" y="6544"/>
                              <a:pt x="4304" y="-4410"/>
                              <a:pt x="970" y="1972"/>
                            </a:cubicBezTo>
                            <a:cubicBezTo>
                              <a:pt x="-4555" y="12259"/>
                              <a:pt x="14686" y="34071"/>
                              <a:pt x="29259" y="43882"/>
                            </a:cubicBezTo>
                            <a:cubicBezTo>
                              <a:pt x="33355" y="46834"/>
                              <a:pt x="43547" y="52264"/>
                              <a:pt x="49262" y="53883"/>
                            </a:cubicBezTo>
                            <a:cubicBezTo>
                              <a:pt x="46309" y="52264"/>
                              <a:pt x="41356" y="49787"/>
                              <a:pt x="39165" y="47501"/>
                            </a:cubicBezTo>
                            <a:cubicBezTo>
                              <a:pt x="26021" y="35404"/>
                              <a:pt x="15067" y="18450"/>
                              <a:pt x="22687" y="883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57" name="Forme libre : forme 10856">
                        <a:extLst>
                          <a:ext uri="{FF2B5EF4-FFF2-40B4-BE49-F238E27FC236}">
                            <a16:creationId xmlns:a16="http://schemas.microsoft.com/office/drawing/2014/main" id="{31E7C8FD-A0E0-4FEC-AE4F-F778B3C970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3790" y="2972979"/>
                        <a:ext cx="85592" cy="56302"/>
                      </a:xfrm>
                      <a:custGeom>
                        <a:avLst/>
                        <a:gdLst>
                          <a:gd name="connsiteX0" fmla="*/ 85410 w 85592"/>
                          <a:gd name="connsiteY0" fmla="*/ 50446 h 56302"/>
                          <a:gd name="connsiteX1" fmla="*/ 76838 w 85592"/>
                          <a:gd name="connsiteY1" fmla="*/ 55780 h 56302"/>
                          <a:gd name="connsiteX2" fmla="*/ 60359 w 85592"/>
                          <a:gd name="connsiteY2" fmla="*/ 55303 h 56302"/>
                          <a:gd name="connsiteX3" fmla="*/ 29689 w 85592"/>
                          <a:gd name="connsiteY3" fmla="*/ 42825 h 56302"/>
                          <a:gd name="connsiteX4" fmla="*/ 7591 w 85592"/>
                          <a:gd name="connsiteY4" fmla="*/ 22823 h 56302"/>
                          <a:gd name="connsiteX5" fmla="*/ 1400 w 85592"/>
                          <a:gd name="connsiteY5" fmla="*/ 1868 h 56302"/>
                          <a:gd name="connsiteX6" fmla="*/ 21497 w 85592"/>
                          <a:gd name="connsiteY6" fmla="*/ 6916 h 56302"/>
                          <a:gd name="connsiteX7" fmla="*/ 43405 w 85592"/>
                          <a:gd name="connsiteY7" fmla="*/ 21966 h 56302"/>
                          <a:gd name="connsiteX8" fmla="*/ 68075 w 85592"/>
                          <a:gd name="connsiteY8" fmla="*/ 36920 h 56302"/>
                          <a:gd name="connsiteX9" fmla="*/ 85410 w 85592"/>
                          <a:gd name="connsiteY9" fmla="*/ 50446 h 563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5592" h="56302">
                            <a:moveTo>
                              <a:pt x="85410" y="50446"/>
                            </a:moveTo>
                            <a:cubicBezTo>
                              <a:pt x="84458" y="52922"/>
                              <a:pt x="81409" y="54636"/>
                              <a:pt x="76838" y="55780"/>
                            </a:cubicBezTo>
                            <a:cubicBezTo>
                              <a:pt x="72456" y="56542"/>
                              <a:pt x="66360" y="56542"/>
                              <a:pt x="60359" y="55303"/>
                            </a:cubicBezTo>
                            <a:cubicBezTo>
                              <a:pt x="47977" y="53208"/>
                              <a:pt x="36166" y="46731"/>
                              <a:pt x="29689" y="42825"/>
                            </a:cubicBezTo>
                            <a:cubicBezTo>
                              <a:pt x="23212" y="38920"/>
                              <a:pt x="13877" y="31015"/>
                              <a:pt x="7591" y="22823"/>
                            </a:cubicBezTo>
                            <a:cubicBezTo>
                              <a:pt x="1400" y="14536"/>
                              <a:pt x="-2125" y="6345"/>
                              <a:pt x="1400" y="1868"/>
                            </a:cubicBezTo>
                            <a:cubicBezTo>
                              <a:pt x="4829" y="-2514"/>
                              <a:pt x="13020" y="1487"/>
                              <a:pt x="21497" y="6916"/>
                            </a:cubicBezTo>
                            <a:cubicBezTo>
                              <a:pt x="29975" y="12346"/>
                              <a:pt x="39023" y="19013"/>
                              <a:pt x="43405" y="21966"/>
                            </a:cubicBezTo>
                            <a:cubicBezTo>
                              <a:pt x="47882" y="24823"/>
                              <a:pt x="58264" y="32062"/>
                              <a:pt x="68075" y="36920"/>
                            </a:cubicBezTo>
                            <a:cubicBezTo>
                              <a:pt x="77600" y="42064"/>
                              <a:pt x="87029" y="45397"/>
                              <a:pt x="85410" y="5044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58" name="Forme libre : forme 10857">
                        <a:extLst>
                          <a:ext uri="{FF2B5EF4-FFF2-40B4-BE49-F238E27FC236}">
                            <a16:creationId xmlns:a16="http://schemas.microsoft.com/office/drawing/2014/main" id="{46F988AE-7047-4C9F-A525-29204666DD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60407" y="2931099"/>
                        <a:ext cx="87370" cy="100441"/>
                      </a:xfrm>
                      <a:custGeom>
                        <a:avLst/>
                        <a:gdLst>
                          <a:gd name="connsiteX0" fmla="*/ 2589 w 87370"/>
                          <a:gd name="connsiteY0" fmla="*/ 5363 h 100441"/>
                          <a:gd name="connsiteX1" fmla="*/ 1255 w 87370"/>
                          <a:gd name="connsiteY1" fmla="*/ 22698 h 100441"/>
                          <a:gd name="connsiteX2" fmla="*/ 21067 w 87370"/>
                          <a:gd name="connsiteY2" fmla="*/ 67561 h 100441"/>
                          <a:gd name="connsiteX3" fmla="*/ 64120 w 87370"/>
                          <a:gd name="connsiteY3" fmla="*/ 98136 h 100441"/>
                          <a:gd name="connsiteX4" fmla="*/ 87361 w 87370"/>
                          <a:gd name="connsiteY4" fmla="*/ 94516 h 100441"/>
                          <a:gd name="connsiteX5" fmla="*/ 75455 w 87370"/>
                          <a:gd name="connsiteY5" fmla="*/ 82039 h 100441"/>
                          <a:gd name="connsiteX6" fmla="*/ 50976 w 87370"/>
                          <a:gd name="connsiteY6" fmla="*/ 46034 h 100441"/>
                          <a:gd name="connsiteX7" fmla="*/ 32307 w 87370"/>
                          <a:gd name="connsiteY7" fmla="*/ 8506 h 100441"/>
                          <a:gd name="connsiteX8" fmla="*/ 2589 w 87370"/>
                          <a:gd name="connsiteY8" fmla="*/ 5363 h 1004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370" h="100441">
                            <a:moveTo>
                              <a:pt x="2589" y="5363"/>
                            </a:moveTo>
                            <a:cubicBezTo>
                              <a:pt x="-650" y="11363"/>
                              <a:pt x="-555" y="14411"/>
                              <a:pt x="1255" y="22698"/>
                            </a:cubicBezTo>
                            <a:cubicBezTo>
                              <a:pt x="4875" y="38319"/>
                              <a:pt x="8208" y="51464"/>
                              <a:pt x="21067" y="67561"/>
                            </a:cubicBezTo>
                            <a:cubicBezTo>
                              <a:pt x="31735" y="80991"/>
                              <a:pt x="48595" y="93374"/>
                              <a:pt x="64120" y="98136"/>
                            </a:cubicBezTo>
                            <a:cubicBezTo>
                              <a:pt x="75645" y="101851"/>
                              <a:pt x="87742" y="101374"/>
                              <a:pt x="87361" y="94516"/>
                            </a:cubicBezTo>
                            <a:cubicBezTo>
                              <a:pt x="87076" y="90611"/>
                              <a:pt x="80122" y="86515"/>
                              <a:pt x="75455" y="82039"/>
                            </a:cubicBezTo>
                            <a:cubicBezTo>
                              <a:pt x="64692" y="71180"/>
                              <a:pt x="56310" y="59941"/>
                              <a:pt x="50976" y="46034"/>
                            </a:cubicBezTo>
                            <a:cubicBezTo>
                              <a:pt x="46499" y="34223"/>
                              <a:pt x="44594" y="19555"/>
                              <a:pt x="32307" y="8506"/>
                            </a:cubicBezTo>
                            <a:cubicBezTo>
                              <a:pt x="21162" y="-1400"/>
                              <a:pt x="7065" y="-2924"/>
                              <a:pt x="2589" y="536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59" name="Forme libre : forme 10858">
                        <a:extLst>
                          <a:ext uri="{FF2B5EF4-FFF2-40B4-BE49-F238E27FC236}">
                            <a16:creationId xmlns:a16="http://schemas.microsoft.com/office/drawing/2014/main" id="{0A78B711-C682-4F4E-8188-D0AF53A0B7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85834" y="2946723"/>
                        <a:ext cx="32509" cy="23785"/>
                      </a:xfrm>
                      <a:custGeom>
                        <a:avLst/>
                        <a:gdLst>
                          <a:gd name="connsiteX0" fmla="*/ 5070 w 32509"/>
                          <a:gd name="connsiteY0" fmla="*/ 1074 h 23785"/>
                          <a:gd name="connsiteX1" fmla="*/ 783 w 32509"/>
                          <a:gd name="connsiteY1" fmla="*/ 121 h 23785"/>
                          <a:gd name="connsiteX2" fmla="*/ 879 w 32509"/>
                          <a:gd name="connsiteY2" fmla="*/ 3836 h 23785"/>
                          <a:gd name="connsiteX3" fmla="*/ 5641 w 32509"/>
                          <a:gd name="connsiteY3" fmla="*/ 9075 h 23785"/>
                          <a:gd name="connsiteX4" fmla="*/ 19262 w 32509"/>
                          <a:gd name="connsiteY4" fmla="*/ 19933 h 23785"/>
                          <a:gd name="connsiteX5" fmla="*/ 24691 w 32509"/>
                          <a:gd name="connsiteY5" fmla="*/ 23077 h 23785"/>
                          <a:gd name="connsiteX6" fmla="*/ 27930 w 32509"/>
                          <a:gd name="connsiteY6" fmla="*/ 14504 h 23785"/>
                          <a:gd name="connsiteX7" fmla="*/ 5070 w 32509"/>
                          <a:gd name="connsiteY7" fmla="*/ 1074 h 237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2509" h="23785">
                            <a:moveTo>
                              <a:pt x="5070" y="1074"/>
                            </a:moveTo>
                            <a:cubicBezTo>
                              <a:pt x="3355" y="312"/>
                              <a:pt x="2022" y="-260"/>
                              <a:pt x="783" y="121"/>
                            </a:cubicBezTo>
                            <a:cubicBezTo>
                              <a:pt x="-455" y="502"/>
                              <a:pt x="-74" y="2121"/>
                              <a:pt x="879" y="3836"/>
                            </a:cubicBezTo>
                            <a:cubicBezTo>
                              <a:pt x="1831" y="5551"/>
                              <a:pt x="3927" y="7551"/>
                              <a:pt x="5641" y="9075"/>
                            </a:cubicBezTo>
                            <a:cubicBezTo>
                              <a:pt x="9927" y="12980"/>
                              <a:pt x="14595" y="16885"/>
                              <a:pt x="19262" y="19933"/>
                            </a:cubicBezTo>
                            <a:cubicBezTo>
                              <a:pt x="21167" y="21171"/>
                              <a:pt x="22882" y="22505"/>
                              <a:pt x="24691" y="23077"/>
                            </a:cubicBezTo>
                            <a:cubicBezTo>
                              <a:pt x="32407" y="25553"/>
                              <a:pt x="36026" y="21267"/>
                              <a:pt x="27930" y="14504"/>
                            </a:cubicBezTo>
                            <a:cubicBezTo>
                              <a:pt x="21548" y="9075"/>
                              <a:pt x="12214" y="4217"/>
                              <a:pt x="5070" y="107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60" name="Forme libre : forme 10859">
                        <a:extLst>
                          <a:ext uri="{FF2B5EF4-FFF2-40B4-BE49-F238E27FC236}">
                            <a16:creationId xmlns:a16="http://schemas.microsoft.com/office/drawing/2014/main" id="{27124EFC-55C5-4DBE-80CD-4B24355524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4909" y="3021996"/>
                        <a:ext cx="74866" cy="24999"/>
                      </a:xfrm>
                      <a:custGeom>
                        <a:avLst/>
                        <a:gdLst>
                          <a:gd name="connsiteX0" fmla="*/ 74866 w 74866"/>
                          <a:gd name="connsiteY0" fmla="*/ 0 h 24999"/>
                          <a:gd name="connsiteX1" fmla="*/ 66389 w 74866"/>
                          <a:gd name="connsiteY1" fmla="*/ 12573 h 24999"/>
                          <a:gd name="connsiteX2" fmla="*/ 57912 w 74866"/>
                          <a:gd name="connsiteY2" fmla="*/ 18288 h 24999"/>
                          <a:gd name="connsiteX3" fmla="*/ 47149 w 74866"/>
                          <a:gd name="connsiteY3" fmla="*/ 22384 h 24999"/>
                          <a:gd name="connsiteX4" fmla="*/ 0 w 74866"/>
                          <a:gd name="connsiteY4" fmla="*/ 21812 h 24999"/>
                          <a:gd name="connsiteX5" fmla="*/ 44577 w 74866"/>
                          <a:gd name="connsiteY5" fmla="*/ 20955 h 24999"/>
                          <a:gd name="connsiteX6" fmla="*/ 74866 w 74866"/>
                          <a:gd name="connsiteY6" fmla="*/ 0 h 24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4866" h="24999">
                            <a:moveTo>
                              <a:pt x="74866" y="0"/>
                            </a:moveTo>
                            <a:cubicBezTo>
                              <a:pt x="73914" y="4001"/>
                              <a:pt x="71342" y="8858"/>
                              <a:pt x="66389" y="12573"/>
                            </a:cubicBezTo>
                            <a:cubicBezTo>
                              <a:pt x="64008" y="14478"/>
                              <a:pt x="61150" y="16669"/>
                              <a:pt x="57912" y="18288"/>
                            </a:cubicBezTo>
                            <a:cubicBezTo>
                              <a:pt x="54673" y="19812"/>
                              <a:pt x="51054" y="21146"/>
                              <a:pt x="47149" y="22384"/>
                            </a:cubicBezTo>
                            <a:cubicBezTo>
                              <a:pt x="31432" y="26861"/>
                              <a:pt x="12954" y="24860"/>
                              <a:pt x="0" y="21812"/>
                            </a:cubicBezTo>
                            <a:cubicBezTo>
                              <a:pt x="14288" y="25146"/>
                              <a:pt x="30575" y="25241"/>
                              <a:pt x="44577" y="20955"/>
                            </a:cubicBezTo>
                            <a:cubicBezTo>
                              <a:pt x="58674" y="16002"/>
                              <a:pt x="69247" y="8382"/>
                              <a:pt x="7486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61" name="Forme libre : forme 10860">
                        <a:extLst>
                          <a:ext uri="{FF2B5EF4-FFF2-40B4-BE49-F238E27FC236}">
                            <a16:creationId xmlns:a16="http://schemas.microsoft.com/office/drawing/2014/main" id="{843B531C-D7AB-4BD5-B4A4-D3AC53C4A1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59376" y="2912364"/>
                        <a:ext cx="61340" cy="32766"/>
                      </a:xfrm>
                      <a:custGeom>
                        <a:avLst/>
                        <a:gdLst>
                          <a:gd name="connsiteX0" fmla="*/ 61341 w 61340"/>
                          <a:gd name="connsiteY0" fmla="*/ 32766 h 32766"/>
                          <a:gd name="connsiteX1" fmla="*/ 0 w 61340"/>
                          <a:gd name="connsiteY1" fmla="*/ 0 h 32766"/>
                          <a:gd name="connsiteX2" fmla="*/ 61341 w 61340"/>
                          <a:gd name="connsiteY2" fmla="*/ 32766 h 327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1340" h="32766">
                            <a:moveTo>
                              <a:pt x="61341" y="32766"/>
                            </a:moveTo>
                            <a:cubicBezTo>
                              <a:pt x="42863" y="16764"/>
                              <a:pt x="20288" y="6572"/>
                              <a:pt x="0" y="0"/>
                            </a:cubicBezTo>
                            <a:cubicBezTo>
                              <a:pt x="19050" y="5334"/>
                              <a:pt x="43148" y="21717"/>
                              <a:pt x="61341" y="3276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62" name="Forme libre : forme 10861">
                        <a:extLst>
                          <a:ext uri="{FF2B5EF4-FFF2-40B4-BE49-F238E27FC236}">
                            <a16:creationId xmlns:a16="http://schemas.microsoft.com/office/drawing/2014/main" id="{E1B97722-15E4-43E4-9AA9-88A8751111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25831" y="2989853"/>
                        <a:ext cx="28729" cy="21877"/>
                      </a:xfrm>
                      <a:custGeom>
                        <a:avLst/>
                        <a:gdLst>
                          <a:gd name="connsiteX0" fmla="*/ 28129 w 28729"/>
                          <a:gd name="connsiteY0" fmla="*/ 21381 h 21877"/>
                          <a:gd name="connsiteX1" fmla="*/ 9079 w 28729"/>
                          <a:gd name="connsiteY1" fmla="*/ 12903 h 21877"/>
                          <a:gd name="connsiteX2" fmla="*/ 1173 w 28729"/>
                          <a:gd name="connsiteY2" fmla="*/ 140 h 21877"/>
                          <a:gd name="connsiteX3" fmla="*/ 9746 w 28729"/>
                          <a:gd name="connsiteY3" fmla="*/ 3664 h 21877"/>
                          <a:gd name="connsiteX4" fmla="*/ 17651 w 28729"/>
                          <a:gd name="connsiteY4" fmla="*/ 9665 h 21877"/>
                          <a:gd name="connsiteX5" fmla="*/ 28129 w 28729"/>
                          <a:gd name="connsiteY5" fmla="*/ 21381 h 218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8729" h="21877">
                            <a:moveTo>
                              <a:pt x="28129" y="21381"/>
                            </a:moveTo>
                            <a:cubicBezTo>
                              <a:pt x="24509" y="23952"/>
                              <a:pt x="12317" y="15856"/>
                              <a:pt x="9079" y="12903"/>
                            </a:cubicBezTo>
                            <a:cubicBezTo>
                              <a:pt x="5459" y="10427"/>
                              <a:pt x="-3113" y="1378"/>
                              <a:pt x="1173" y="140"/>
                            </a:cubicBezTo>
                            <a:cubicBezTo>
                              <a:pt x="3268" y="-527"/>
                              <a:pt x="6602" y="1283"/>
                              <a:pt x="9746" y="3664"/>
                            </a:cubicBezTo>
                            <a:cubicBezTo>
                              <a:pt x="12984" y="5855"/>
                              <a:pt x="16127" y="8426"/>
                              <a:pt x="17651" y="9665"/>
                            </a:cubicBezTo>
                            <a:cubicBezTo>
                              <a:pt x="20604" y="12141"/>
                              <a:pt x="31367" y="19190"/>
                              <a:pt x="28129" y="2138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63" name="Forme libre : forme 10862">
                        <a:extLst>
                          <a:ext uri="{FF2B5EF4-FFF2-40B4-BE49-F238E27FC236}">
                            <a16:creationId xmlns:a16="http://schemas.microsoft.com/office/drawing/2014/main" id="{BF83FFE1-20A6-41DD-AEF8-45D2896ECA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50211" y="3007994"/>
                        <a:ext cx="9090" cy="5130"/>
                      </a:xfrm>
                      <a:custGeom>
                        <a:avLst/>
                        <a:gdLst>
                          <a:gd name="connsiteX0" fmla="*/ 9082 w 9090"/>
                          <a:gd name="connsiteY0" fmla="*/ 4382 h 5130"/>
                          <a:gd name="connsiteX1" fmla="*/ 4225 w 9090"/>
                          <a:gd name="connsiteY1" fmla="*/ 4287 h 5130"/>
                          <a:gd name="connsiteX2" fmla="*/ 34 w 9090"/>
                          <a:gd name="connsiteY2" fmla="*/ 667 h 5130"/>
                          <a:gd name="connsiteX3" fmla="*/ 4701 w 9090"/>
                          <a:gd name="connsiteY3" fmla="*/ 953 h 5130"/>
                          <a:gd name="connsiteX4" fmla="*/ 9082 w 9090"/>
                          <a:gd name="connsiteY4" fmla="*/ 4382 h 5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090" h="5130">
                            <a:moveTo>
                              <a:pt x="9082" y="4382"/>
                            </a:moveTo>
                            <a:cubicBezTo>
                              <a:pt x="8987" y="5811"/>
                              <a:pt x="5844" y="4858"/>
                              <a:pt x="4225" y="4287"/>
                            </a:cubicBezTo>
                            <a:cubicBezTo>
                              <a:pt x="2605" y="3811"/>
                              <a:pt x="-347" y="2096"/>
                              <a:pt x="34" y="667"/>
                            </a:cubicBezTo>
                            <a:cubicBezTo>
                              <a:pt x="415" y="-761"/>
                              <a:pt x="3177" y="477"/>
                              <a:pt x="4701" y="953"/>
                            </a:cubicBezTo>
                            <a:cubicBezTo>
                              <a:pt x="6225" y="1524"/>
                              <a:pt x="9273" y="2953"/>
                              <a:pt x="9082" y="438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64" name="Forme libre : forme 10863">
                        <a:extLst>
                          <a:ext uri="{FF2B5EF4-FFF2-40B4-BE49-F238E27FC236}">
                            <a16:creationId xmlns:a16="http://schemas.microsoft.com/office/drawing/2014/main" id="{FAC3E7F1-5B07-4DA8-97C0-15794FE289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8023" y="2972854"/>
                        <a:ext cx="65677" cy="49646"/>
                      </a:xfrm>
                      <a:custGeom>
                        <a:avLst/>
                        <a:gdLst>
                          <a:gd name="connsiteX0" fmla="*/ 44892 w 65677"/>
                          <a:gd name="connsiteY0" fmla="*/ 30092 h 49646"/>
                          <a:gd name="connsiteX1" fmla="*/ 64609 w 65677"/>
                          <a:gd name="connsiteY1" fmla="*/ 42284 h 49646"/>
                          <a:gd name="connsiteX2" fmla="*/ 60037 w 65677"/>
                          <a:gd name="connsiteY2" fmla="*/ 49238 h 49646"/>
                          <a:gd name="connsiteX3" fmla="*/ 53941 w 65677"/>
                          <a:gd name="connsiteY3" fmla="*/ 49333 h 49646"/>
                          <a:gd name="connsiteX4" fmla="*/ 48988 w 65677"/>
                          <a:gd name="connsiteY4" fmla="*/ 47142 h 49646"/>
                          <a:gd name="connsiteX5" fmla="*/ 23366 w 65677"/>
                          <a:gd name="connsiteY5" fmla="*/ 29426 h 49646"/>
                          <a:gd name="connsiteX6" fmla="*/ 6887 w 65677"/>
                          <a:gd name="connsiteY6" fmla="*/ 14853 h 49646"/>
                          <a:gd name="connsiteX7" fmla="*/ 2220 w 65677"/>
                          <a:gd name="connsiteY7" fmla="*/ 279 h 49646"/>
                          <a:gd name="connsiteX8" fmla="*/ 10221 w 65677"/>
                          <a:gd name="connsiteY8" fmla="*/ 1517 h 49646"/>
                          <a:gd name="connsiteX9" fmla="*/ 19175 w 65677"/>
                          <a:gd name="connsiteY9" fmla="*/ 6566 h 49646"/>
                          <a:gd name="connsiteX10" fmla="*/ 27271 w 65677"/>
                          <a:gd name="connsiteY10" fmla="*/ 12281 h 49646"/>
                          <a:gd name="connsiteX11" fmla="*/ 32986 w 65677"/>
                          <a:gd name="connsiteY11" fmla="*/ 16948 h 49646"/>
                          <a:gd name="connsiteX12" fmla="*/ 38987 w 65677"/>
                          <a:gd name="connsiteY12" fmla="*/ 23901 h 49646"/>
                          <a:gd name="connsiteX13" fmla="*/ 44892 w 65677"/>
                          <a:gd name="connsiteY13" fmla="*/ 30092 h 496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65677" h="49646">
                            <a:moveTo>
                              <a:pt x="44892" y="30092"/>
                            </a:moveTo>
                            <a:cubicBezTo>
                              <a:pt x="51655" y="34760"/>
                              <a:pt x="57751" y="37141"/>
                              <a:pt x="64609" y="42284"/>
                            </a:cubicBezTo>
                            <a:cubicBezTo>
                              <a:pt x="67181" y="43999"/>
                              <a:pt x="64895" y="48381"/>
                              <a:pt x="60037" y="49238"/>
                            </a:cubicBezTo>
                            <a:cubicBezTo>
                              <a:pt x="57656" y="49714"/>
                              <a:pt x="55655" y="49809"/>
                              <a:pt x="53941" y="49333"/>
                            </a:cubicBezTo>
                            <a:cubicBezTo>
                              <a:pt x="52131" y="48762"/>
                              <a:pt x="50607" y="47904"/>
                              <a:pt x="48988" y="47142"/>
                            </a:cubicBezTo>
                            <a:cubicBezTo>
                              <a:pt x="39368" y="42284"/>
                              <a:pt x="31271" y="36570"/>
                              <a:pt x="23366" y="29426"/>
                            </a:cubicBezTo>
                            <a:cubicBezTo>
                              <a:pt x="20889" y="27330"/>
                              <a:pt x="12603" y="21806"/>
                              <a:pt x="6887" y="14853"/>
                            </a:cubicBezTo>
                            <a:cubicBezTo>
                              <a:pt x="982" y="8280"/>
                              <a:pt x="-2542" y="1422"/>
                              <a:pt x="2220" y="279"/>
                            </a:cubicBezTo>
                            <a:cubicBezTo>
                              <a:pt x="4602" y="-387"/>
                              <a:pt x="7364" y="184"/>
                              <a:pt x="10221" y="1517"/>
                            </a:cubicBezTo>
                            <a:cubicBezTo>
                              <a:pt x="13174" y="2756"/>
                              <a:pt x="16222" y="4375"/>
                              <a:pt x="19175" y="6566"/>
                            </a:cubicBezTo>
                            <a:cubicBezTo>
                              <a:pt x="22128" y="8185"/>
                              <a:pt x="24890" y="10566"/>
                              <a:pt x="27271" y="12281"/>
                            </a:cubicBezTo>
                            <a:cubicBezTo>
                              <a:pt x="29652" y="13900"/>
                              <a:pt x="31748" y="15805"/>
                              <a:pt x="32986" y="16948"/>
                            </a:cubicBezTo>
                            <a:cubicBezTo>
                              <a:pt x="35558" y="19043"/>
                              <a:pt x="37368" y="21806"/>
                              <a:pt x="38987" y="23901"/>
                            </a:cubicBezTo>
                            <a:cubicBezTo>
                              <a:pt x="40701" y="25806"/>
                              <a:pt x="42320" y="28092"/>
                              <a:pt x="44892" y="3009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67" name="Graphique 1">
                      <a:extLst>
                        <a:ext uri="{FF2B5EF4-FFF2-40B4-BE49-F238E27FC236}">
                          <a16:creationId xmlns:a16="http://schemas.microsoft.com/office/drawing/2014/main" id="{79D2F6E3-8051-41ED-8C05-116385DBD1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11162" y="2869391"/>
                      <a:ext cx="159224" cy="153355"/>
                      <a:chOff x="3511162" y="2869391"/>
                      <a:chExt cx="159224" cy="153355"/>
                    </a:xfrm>
                    <a:solidFill>
                      <a:schemeClr val="accent1"/>
                    </a:solidFill>
                  </p:grpSpPr>
                  <p:sp>
                    <p:nvSpPr>
                      <p:cNvPr id="10841" name="Forme libre : forme 10840">
                        <a:extLst>
                          <a:ext uri="{FF2B5EF4-FFF2-40B4-BE49-F238E27FC236}">
                            <a16:creationId xmlns:a16="http://schemas.microsoft.com/office/drawing/2014/main" id="{953AD2C8-9398-4270-9702-CCF1C66BB7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1162" y="2869391"/>
                        <a:ext cx="159224" cy="153355"/>
                      </a:xfrm>
                      <a:custGeom>
                        <a:avLst/>
                        <a:gdLst>
                          <a:gd name="connsiteX0" fmla="*/ 127678 w 159224"/>
                          <a:gd name="connsiteY0" fmla="*/ 76024 h 153355"/>
                          <a:gd name="connsiteX1" fmla="*/ 82529 w 159224"/>
                          <a:gd name="connsiteY1" fmla="*/ 122982 h 153355"/>
                          <a:gd name="connsiteX2" fmla="*/ 66051 w 159224"/>
                          <a:gd name="connsiteY2" fmla="*/ 137937 h 153355"/>
                          <a:gd name="connsiteX3" fmla="*/ 56907 w 159224"/>
                          <a:gd name="connsiteY3" fmla="*/ 144318 h 153355"/>
                          <a:gd name="connsiteX4" fmla="*/ 47191 w 159224"/>
                          <a:gd name="connsiteY4" fmla="*/ 148890 h 153355"/>
                          <a:gd name="connsiteX5" fmla="*/ 28141 w 159224"/>
                          <a:gd name="connsiteY5" fmla="*/ 153176 h 153355"/>
                          <a:gd name="connsiteX6" fmla="*/ 9663 w 159224"/>
                          <a:gd name="connsiteY6" fmla="*/ 151462 h 153355"/>
                          <a:gd name="connsiteX7" fmla="*/ 709 w 159224"/>
                          <a:gd name="connsiteY7" fmla="*/ 131841 h 153355"/>
                          <a:gd name="connsiteX8" fmla="*/ 2995 w 159224"/>
                          <a:gd name="connsiteY8" fmla="*/ 124792 h 153355"/>
                          <a:gd name="connsiteX9" fmla="*/ 4900 w 159224"/>
                          <a:gd name="connsiteY9" fmla="*/ 117648 h 153355"/>
                          <a:gd name="connsiteX10" fmla="*/ 8996 w 159224"/>
                          <a:gd name="connsiteY10" fmla="*/ 104218 h 153355"/>
                          <a:gd name="connsiteX11" fmla="*/ 14616 w 159224"/>
                          <a:gd name="connsiteY11" fmla="*/ 90597 h 153355"/>
                          <a:gd name="connsiteX12" fmla="*/ 16521 w 159224"/>
                          <a:gd name="connsiteY12" fmla="*/ 87073 h 153355"/>
                          <a:gd name="connsiteX13" fmla="*/ 19378 w 159224"/>
                          <a:gd name="connsiteY13" fmla="*/ 82406 h 153355"/>
                          <a:gd name="connsiteX14" fmla="*/ 26046 w 159224"/>
                          <a:gd name="connsiteY14" fmla="*/ 72786 h 153355"/>
                          <a:gd name="connsiteX15" fmla="*/ 74623 w 159224"/>
                          <a:gd name="connsiteY15" fmla="*/ 22398 h 153355"/>
                          <a:gd name="connsiteX16" fmla="*/ 144727 w 159224"/>
                          <a:gd name="connsiteY16" fmla="*/ 681 h 153355"/>
                          <a:gd name="connsiteX17" fmla="*/ 159110 w 159224"/>
                          <a:gd name="connsiteY17" fmla="*/ 16112 h 153355"/>
                          <a:gd name="connsiteX18" fmla="*/ 127678 w 159224"/>
                          <a:gd name="connsiteY18" fmla="*/ 76024 h 1533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59224" h="153355">
                            <a:moveTo>
                              <a:pt x="127678" y="76024"/>
                            </a:moveTo>
                            <a:cubicBezTo>
                              <a:pt x="116628" y="86883"/>
                              <a:pt x="93387" y="111171"/>
                              <a:pt x="82529" y="122982"/>
                            </a:cubicBezTo>
                            <a:cubicBezTo>
                              <a:pt x="77290" y="128602"/>
                              <a:pt x="72909" y="132412"/>
                              <a:pt x="66051" y="137937"/>
                            </a:cubicBezTo>
                            <a:cubicBezTo>
                              <a:pt x="62907" y="140318"/>
                              <a:pt x="59859" y="142508"/>
                              <a:pt x="56907" y="144318"/>
                            </a:cubicBezTo>
                            <a:cubicBezTo>
                              <a:pt x="53573" y="146128"/>
                              <a:pt x="50334" y="147557"/>
                              <a:pt x="47191" y="148890"/>
                            </a:cubicBezTo>
                            <a:cubicBezTo>
                              <a:pt x="41095" y="151462"/>
                              <a:pt x="34523" y="152796"/>
                              <a:pt x="28141" y="153176"/>
                            </a:cubicBezTo>
                            <a:cubicBezTo>
                              <a:pt x="22045" y="153748"/>
                              <a:pt x="15663" y="152891"/>
                              <a:pt x="9663" y="151462"/>
                            </a:cubicBezTo>
                            <a:cubicBezTo>
                              <a:pt x="1376" y="149557"/>
                              <a:pt x="-1481" y="138699"/>
                              <a:pt x="709" y="131841"/>
                            </a:cubicBezTo>
                            <a:cubicBezTo>
                              <a:pt x="1471" y="129364"/>
                              <a:pt x="2233" y="126983"/>
                              <a:pt x="2995" y="124792"/>
                            </a:cubicBezTo>
                            <a:cubicBezTo>
                              <a:pt x="3662" y="122316"/>
                              <a:pt x="4329" y="119934"/>
                              <a:pt x="4900" y="117648"/>
                            </a:cubicBezTo>
                            <a:cubicBezTo>
                              <a:pt x="6234" y="113362"/>
                              <a:pt x="7472" y="108695"/>
                              <a:pt x="8996" y="104218"/>
                            </a:cubicBezTo>
                            <a:cubicBezTo>
                              <a:pt x="10615" y="100122"/>
                              <a:pt x="12330" y="95169"/>
                              <a:pt x="14616" y="90597"/>
                            </a:cubicBezTo>
                            <a:cubicBezTo>
                              <a:pt x="15187" y="89359"/>
                              <a:pt x="15759" y="88407"/>
                              <a:pt x="16521" y="87073"/>
                            </a:cubicBezTo>
                            <a:lnTo>
                              <a:pt x="19378" y="82406"/>
                            </a:lnTo>
                            <a:cubicBezTo>
                              <a:pt x="21378" y="79263"/>
                              <a:pt x="23664" y="76119"/>
                              <a:pt x="26046" y="72786"/>
                            </a:cubicBezTo>
                            <a:cubicBezTo>
                              <a:pt x="36523" y="58784"/>
                              <a:pt x="60812" y="33733"/>
                              <a:pt x="74623" y="22398"/>
                            </a:cubicBezTo>
                            <a:cubicBezTo>
                              <a:pt x="100436" y="967"/>
                              <a:pt x="121772" y="-1605"/>
                              <a:pt x="144727" y="681"/>
                            </a:cubicBezTo>
                            <a:cubicBezTo>
                              <a:pt x="152633" y="1443"/>
                              <a:pt x="160253" y="8682"/>
                              <a:pt x="159110" y="16112"/>
                            </a:cubicBezTo>
                            <a:cubicBezTo>
                              <a:pt x="155776" y="37448"/>
                              <a:pt x="147870" y="55355"/>
                              <a:pt x="127678" y="7602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42" name="Forme libre : forme 10841">
                        <a:extLst>
                          <a:ext uri="{FF2B5EF4-FFF2-40B4-BE49-F238E27FC236}">
                            <a16:creationId xmlns:a16="http://schemas.microsoft.com/office/drawing/2014/main" id="{7A4720D4-FD91-4048-A047-97EF24FD5D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3205" y="2884836"/>
                        <a:ext cx="157067" cy="137636"/>
                      </a:xfrm>
                      <a:custGeom>
                        <a:avLst/>
                        <a:gdLst>
                          <a:gd name="connsiteX0" fmla="*/ 66770 w 157067"/>
                          <a:gd name="connsiteY0" fmla="*/ 82105 h 137636"/>
                          <a:gd name="connsiteX1" fmla="*/ 53626 w 157067"/>
                          <a:gd name="connsiteY1" fmla="*/ 98488 h 137636"/>
                          <a:gd name="connsiteX2" fmla="*/ 38005 w 157067"/>
                          <a:gd name="connsiteY2" fmla="*/ 114586 h 137636"/>
                          <a:gd name="connsiteX3" fmla="*/ 0 w 157067"/>
                          <a:gd name="connsiteY3" fmla="*/ 129826 h 137636"/>
                          <a:gd name="connsiteX4" fmla="*/ 7429 w 157067"/>
                          <a:gd name="connsiteY4" fmla="*/ 135827 h 137636"/>
                          <a:gd name="connsiteX5" fmla="*/ 20193 w 157067"/>
                          <a:gd name="connsiteY5" fmla="*/ 137636 h 137636"/>
                          <a:gd name="connsiteX6" fmla="*/ 39148 w 157067"/>
                          <a:gd name="connsiteY6" fmla="*/ 135255 h 137636"/>
                          <a:gd name="connsiteX7" fmla="*/ 58198 w 157067"/>
                          <a:gd name="connsiteY7" fmla="*/ 126397 h 137636"/>
                          <a:gd name="connsiteX8" fmla="*/ 70390 w 157067"/>
                          <a:gd name="connsiteY8" fmla="*/ 116777 h 137636"/>
                          <a:gd name="connsiteX9" fmla="*/ 80296 w 157067"/>
                          <a:gd name="connsiteY9" fmla="*/ 107252 h 137636"/>
                          <a:gd name="connsiteX10" fmla="*/ 87535 w 157067"/>
                          <a:gd name="connsiteY10" fmla="*/ 99631 h 137636"/>
                          <a:gd name="connsiteX11" fmla="*/ 122110 w 157067"/>
                          <a:gd name="connsiteY11" fmla="*/ 63722 h 137636"/>
                          <a:gd name="connsiteX12" fmla="*/ 125444 w 157067"/>
                          <a:gd name="connsiteY12" fmla="*/ 60293 h 137636"/>
                          <a:gd name="connsiteX13" fmla="*/ 142589 w 157067"/>
                          <a:gd name="connsiteY13" fmla="*/ 38957 h 137636"/>
                          <a:gd name="connsiteX14" fmla="*/ 155067 w 157067"/>
                          <a:gd name="connsiteY14" fmla="*/ 10287 h 137636"/>
                          <a:gd name="connsiteX15" fmla="*/ 157067 w 157067"/>
                          <a:gd name="connsiteY15" fmla="*/ 381 h 137636"/>
                          <a:gd name="connsiteX16" fmla="*/ 157067 w 157067"/>
                          <a:gd name="connsiteY16" fmla="*/ 0 h 137636"/>
                          <a:gd name="connsiteX17" fmla="*/ 66770 w 157067"/>
                          <a:gd name="connsiteY17" fmla="*/ 82105 h 1376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57067" h="137636">
                            <a:moveTo>
                              <a:pt x="66770" y="82105"/>
                            </a:moveTo>
                            <a:cubicBezTo>
                              <a:pt x="62389" y="87439"/>
                              <a:pt x="58103" y="93154"/>
                              <a:pt x="53626" y="98488"/>
                            </a:cubicBezTo>
                            <a:cubicBezTo>
                              <a:pt x="49149" y="103822"/>
                              <a:pt x="43529" y="109823"/>
                              <a:pt x="38005" y="114586"/>
                            </a:cubicBezTo>
                            <a:cubicBezTo>
                              <a:pt x="26479" y="124206"/>
                              <a:pt x="12382" y="130302"/>
                              <a:pt x="0" y="129826"/>
                            </a:cubicBezTo>
                            <a:cubicBezTo>
                              <a:pt x="1619" y="132683"/>
                              <a:pt x="4000" y="135064"/>
                              <a:pt x="7429" y="135827"/>
                            </a:cubicBezTo>
                            <a:cubicBezTo>
                              <a:pt x="11525" y="136779"/>
                              <a:pt x="15907" y="137541"/>
                              <a:pt x="20193" y="137636"/>
                            </a:cubicBezTo>
                            <a:cubicBezTo>
                              <a:pt x="26098" y="137636"/>
                              <a:pt x="32766" y="137065"/>
                              <a:pt x="39148" y="135255"/>
                            </a:cubicBezTo>
                            <a:cubicBezTo>
                              <a:pt x="45148" y="133255"/>
                              <a:pt x="52197" y="130588"/>
                              <a:pt x="58198" y="126397"/>
                            </a:cubicBezTo>
                            <a:cubicBezTo>
                              <a:pt x="62198" y="123730"/>
                              <a:pt x="66199" y="120491"/>
                              <a:pt x="70390" y="116777"/>
                            </a:cubicBezTo>
                            <a:cubicBezTo>
                              <a:pt x="73628" y="114014"/>
                              <a:pt x="76962" y="110871"/>
                              <a:pt x="80296" y="107252"/>
                            </a:cubicBezTo>
                            <a:cubicBezTo>
                              <a:pt x="82391" y="105061"/>
                              <a:pt x="84772" y="102489"/>
                              <a:pt x="87535" y="99631"/>
                            </a:cubicBezTo>
                            <a:cubicBezTo>
                              <a:pt x="97822" y="88202"/>
                              <a:pt x="112585" y="73152"/>
                              <a:pt x="122110" y="63722"/>
                            </a:cubicBezTo>
                            <a:cubicBezTo>
                              <a:pt x="123349" y="62484"/>
                              <a:pt x="124492" y="61341"/>
                              <a:pt x="125444" y="60293"/>
                            </a:cubicBezTo>
                            <a:cubicBezTo>
                              <a:pt x="132397" y="52673"/>
                              <a:pt x="138303" y="46101"/>
                              <a:pt x="142589" y="38957"/>
                            </a:cubicBezTo>
                            <a:cubicBezTo>
                              <a:pt x="148685" y="29718"/>
                              <a:pt x="152209" y="19907"/>
                              <a:pt x="155067" y="10287"/>
                            </a:cubicBezTo>
                            <a:cubicBezTo>
                              <a:pt x="155924" y="7048"/>
                              <a:pt x="156591" y="3810"/>
                              <a:pt x="157067" y="381"/>
                            </a:cubicBezTo>
                            <a:lnTo>
                              <a:pt x="157067" y="0"/>
                            </a:lnTo>
                            <a:cubicBezTo>
                              <a:pt x="123539" y="22765"/>
                              <a:pt x="91345" y="50673"/>
                              <a:pt x="66770" y="8210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43" name="Forme libre : forme 10842">
                        <a:extLst>
                          <a:ext uri="{FF2B5EF4-FFF2-40B4-BE49-F238E27FC236}">
                            <a16:creationId xmlns:a16="http://schemas.microsoft.com/office/drawing/2014/main" id="{6508757A-9974-44E5-8EBF-F5A24FD4B7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64839" y="2898949"/>
                        <a:ext cx="72278" cy="69297"/>
                      </a:xfrm>
                      <a:custGeom>
                        <a:avLst/>
                        <a:gdLst>
                          <a:gd name="connsiteX0" fmla="*/ 71238 w 72278"/>
                          <a:gd name="connsiteY0" fmla="*/ 1508 h 69297"/>
                          <a:gd name="connsiteX1" fmla="*/ 62475 w 72278"/>
                          <a:gd name="connsiteY1" fmla="*/ 21987 h 69297"/>
                          <a:gd name="connsiteX2" fmla="*/ 42853 w 72278"/>
                          <a:gd name="connsiteY2" fmla="*/ 43799 h 69297"/>
                          <a:gd name="connsiteX3" fmla="*/ 22184 w 72278"/>
                          <a:gd name="connsiteY3" fmla="*/ 61515 h 69297"/>
                          <a:gd name="connsiteX4" fmla="*/ 1991 w 72278"/>
                          <a:gd name="connsiteY4" fmla="*/ 68088 h 69297"/>
                          <a:gd name="connsiteX5" fmla="*/ 6658 w 72278"/>
                          <a:gd name="connsiteY5" fmla="*/ 47609 h 69297"/>
                          <a:gd name="connsiteX6" fmla="*/ 25137 w 72278"/>
                          <a:gd name="connsiteY6" fmla="*/ 26463 h 69297"/>
                          <a:gd name="connsiteX7" fmla="*/ 48759 w 72278"/>
                          <a:gd name="connsiteY7" fmla="*/ 7699 h 69297"/>
                          <a:gd name="connsiteX8" fmla="*/ 71238 w 72278"/>
                          <a:gd name="connsiteY8" fmla="*/ 1508 h 692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2278" h="69297">
                            <a:moveTo>
                              <a:pt x="71238" y="1508"/>
                            </a:moveTo>
                            <a:cubicBezTo>
                              <a:pt x="74572" y="5318"/>
                              <a:pt x="69428" y="13700"/>
                              <a:pt x="62475" y="21987"/>
                            </a:cubicBezTo>
                            <a:cubicBezTo>
                              <a:pt x="55712" y="30559"/>
                              <a:pt x="47140" y="39322"/>
                              <a:pt x="42853" y="43799"/>
                            </a:cubicBezTo>
                            <a:cubicBezTo>
                              <a:pt x="38377" y="48085"/>
                              <a:pt x="30281" y="55800"/>
                              <a:pt x="22184" y="61515"/>
                            </a:cubicBezTo>
                            <a:cubicBezTo>
                              <a:pt x="14374" y="67421"/>
                              <a:pt x="6277" y="71421"/>
                              <a:pt x="1991" y="68088"/>
                            </a:cubicBezTo>
                            <a:cubicBezTo>
                              <a:pt x="-2390" y="64659"/>
                              <a:pt x="1039" y="56277"/>
                              <a:pt x="6658" y="47609"/>
                            </a:cubicBezTo>
                            <a:cubicBezTo>
                              <a:pt x="12564" y="39131"/>
                              <a:pt x="20565" y="30464"/>
                              <a:pt x="25137" y="26463"/>
                            </a:cubicBezTo>
                            <a:cubicBezTo>
                              <a:pt x="29518" y="22272"/>
                              <a:pt x="39234" y="13890"/>
                              <a:pt x="48759" y="7699"/>
                            </a:cubicBezTo>
                            <a:cubicBezTo>
                              <a:pt x="58570" y="1603"/>
                              <a:pt x="67904" y="-2302"/>
                              <a:pt x="71238" y="150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44" name="Forme libre : forme 10843">
                        <a:extLst>
                          <a:ext uri="{FF2B5EF4-FFF2-40B4-BE49-F238E27FC236}">
                            <a16:creationId xmlns:a16="http://schemas.microsoft.com/office/drawing/2014/main" id="{EE9093C1-932A-48A1-B599-D270FD6D40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64243" y="2927508"/>
                        <a:ext cx="57166" cy="40521"/>
                      </a:xfrm>
                      <a:custGeom>
                        <a:avLst/>
                        <a:gdLst>
                          <a:gd name="connsiteX0" fmla="*/ 8589 w 57166"/>
                          <a:gd name="connsiteY0" fmla="*/ 17716 h 40521"/>
                          <a:gd name="connsiteX1" fmla="*/ 2302 w 57166"/>
                          <a:gd name="connsiteY1" fmla="*/ 39910 h 40521"/>
                          <a:gd name="connsiteX2" fmla="*/ 22781 w 57166"/>
                          <a:gd name="connsiteY2" fmla="*/ 32956 h 40521"/>
                          <a:gd name="connsiteX3" fmla="*/ 43831 w 57166"/>
                          <a:gd name="connsiteY3" fmla="*/ 14954 h 40521"/>
                          <a:gd name="connsiteX4" fmla="*/ 57166 w 57166"/>
                          <a:gd name="connsiteY4" fmla="*/ 0 h 40521"/>
                          <a:gd name="connsiteX5" fmla="*/ 48784 w 57166"/>
                          <a:gd name="connsiteY5" fmla="*/ 6763 h 40521"/>
                          <a:gd name="connsiteX6" fmla="*/ 8589 w 57166"/>
                          <a:gd name="connsiteY6" fmla="*/ 17716 h 405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7166" h="40521">
                            <a:moveTo>
                              <a:pt x="8589" y="17716"/>
                            </a:moveTo>
                            <a:cubicBezTo>
                              <a:pt x="5827" y="23622"/>
                              <a:pt x="-4556" y="37147"/>
                              <a:pt x="2302" y="39910"/>
                            </a:cubicBezTo>
                            <a:cubicBezTo>
                              <a:pt x="7636" y="42005"/>
                              <a:pt x="15256" y="38481"/>
                              <a:pt x="22781" y="32956"/>
                            </a:cubicBezTo>
                            <a:cubicBezTo>
                              <a:pt x="30496" y="27622"/>
                              <a:pt x="38116" y="20288"/>
                              <a:pt x="43831" y="14954"/>
                            </a:cubicBezTo>
                            <a:cubicBezTo>
                              <a:pt x="47070" y="11716"/>
                              <a:pt x="53928" y="4096"/>
                              <a:pt x="57166" y="0"/>
                            </a:cubicBezTo>
                            <a:cubicBezTo>
                              <a:pt x="54880" y="1905"/>
                              <a:pt x="51261" y="5239"/>
                              <a:pt x="48784" y="6763"/>
                            </a:cubicBezTo>
                            <a:cubicBezTo>
                              <a:pt x="35068" y="15049"/>
                              <a:pt x="18209" y="25051"/>
                              <a:pt x="8589" y="1771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45" name="Forme libre : forme 10844">
                        <a:extLst>
                          <a:ext uri="{FF2B5EF4-FFF2-40B4-BE49-F238E27FC236}">
                            <a16:creationId xmlns:a16="http://schemas.microsoft.com/office/drawing/2014/main" id="{278AC25F-2C2C-4EFA-A2D2-AF856B4B52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70076" y="2896979"/>
                        <a:ext cx="72015" cy="69303"/>
                      </a:xfrm>
                      <a:custGeom>
                        <a:avLst/>
                        <a:gdLst>
                          <a:gd name="connsiteX0" fmla="*/ 71621 w 72015"/>
                          <a:gd name="connsiteY0" fmla="*/ 2240 h 69303"/>
                          <a:gd name="connsiteX1" fmla="*/ 42856 w 72015"/>
                          <a:gd name="connsiteY1" fmla="*/ 44817 h 69303"/>
                          <a:gd name="connsiteX2" fmla="*/ 2184 w 72015"/>
                          <a:gd name="connsiteY2" fmla="*/ 68153 h 69303"/>
                          <a:gd name="connsiteX3" fmla="*/ 25520 w 72015"/>
                          <a:gd name="connsiteY3" fmla="*/ 27005 h 69303"/>
                          <a:gd name="connsiteX4" fmla="*/ 49904 w 72015"/>
                          <a:gd name="connsiteY4" fmla="*/ 7670 h 69303"/>
                          <a:gd name="connsiteX5" fmla="*/ 71621 w 72015"/>
                          <a:gd name="connsiteY5" fmla="*/ 2240 h 69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2015" h="69303">
                            <a:moveTo>
                              <a:pt x="71621" y="2240"/>
                            </a:moveTo>
                            <a:cubicBezTo>
                              <a:pt x="75336" y="11765"/>
                              <a:pt x="51810" y="35006"/>
                              <a:pt x="42856" y="44817"/>
                            </a:cubicBezTo>
                            <a:cubicBezTo>
                              <a:pt x="33236" y="53961"/>
                              <a:pt x="11423" y="74345"/>
                              <a:pt x="2184" y="68153"/>
                            </a:cubicBezTo>
                            <a:cubicBezTo>
                              <a:pt x="-7341" y="61676"/>
                              <a:pt x="16853" y="34340"/>
                              <a:pt x="25520" y="27005"/>
                            </a:cubicBezTo>
                            <a:cubicBezTo>
                              <a:pt x="29521" y="23005"/>
                              <a:pt x="39903" y="14147"/>
                              <a:pt x="49904" y="7670"/>
                            </a:cubicBezTo>
                            <a:cubicBezTo>
                              <a:pt x="60001" y="1192"/>
                              <a:pt x="69621" y="-2713"/>
                              <a:pt x="71621" y="224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46" name="Forme libre : forme 10845">
                        <a:extLst>
                          <a:ext uri="{FF2B5EF4-FFF2-40B4-BE49-F238E27FC236}">
                            <a16:creationId xmlns:a16="http://schemas.microsoft.com/office/drawing/2014/main" id="{FEEF2B6F-1832-4EC6-A7C5-70762D4B43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31302" y="2923864"/>
                        <a:ext cx="99244" cy="79142"/>
                      </a:xfrm>
                      <a:custGeom>
                        <a:avLst/>
                        <a:gdLst>
                          <a:gd name="connsiteX0" fmla="*/ 5905 w 99244"/>
                          <a:gd name="connsiteY0" fmla="*/ 76987 h 79142"/>
                          <a:gd name="connsiteX1" fmla="*/ 23717 w 99244"/>
                          <a:gd name="connsiteY1" fmla="*/ 77082 h 79142"/>
                          <a:gd name="connsiteX2" fmla="*/ 34957 w 99244"/>
                          <a:gd name="connsiteY2" fmla="*/ 72415 h 79142"/>
                          <a:gd name="connsiteX3" fmla="*/ 45434 w 99244"/>
                          <a:gd name="connsiteY3" fmla="*/ 67367 h 79142"/>
                          <a:gd name="connsiteX4" fmla="*/ 64961 w 99244"/>
                          <a:gd name="connsiteY4" fmla="*/ 54318 h 79142"/>
                          <a:gd name="connsiteX5" fmla="*/ 93821 w 99244"/>
                          <a:gd name="connsiteY5" fmla="*/ 21171 h 79142"/>
                          <a:gd name="connsiteX6" fmla="*/ 96107 w 99244"/>
                          <a:gd name="connsiteY6" fmla="*/ 406 h 79142"/>
                          <a:gd name="connsiteX7" fmla="*/ 81439 w 99244"/>
                          <a:gd name="connsiteY7" fmla="*/ 5931 h 79142"/>
                          <a:gd name="connsiteX8" fmla="*/ 42767 w 99244"/>
                          <a:gd name="connsiteY8" fmla="*/ 24981 h 79142"/>
                          <a:gd name="connsiteX9" fmla="*/ 23336 w 99244"/>
                          <a:gd name="connsiteY9" fmla="*/ 32791 h 79142"/>
                          <a:gd name="connsiteX10" fmla="*/ 13906 w 99244"/>
                          <a:gd name="connsiteY10" fmla="*/ 39173 h 79142"/>
                          <a:gd name="connsiteX11" fmla="*/ 9525 w 99244"/>
                          <a:gd name="connsiteY11" fmla="*/ 43459 h 79142"/>
                          <a:gd name="connsiteX12" fmla="*/ 6001 w 99244"/>
                          <a:gd name="connsiteY12" fmla="*/ 47746 h 79142"/>
                          <a:gd name="connsiteX13" fmla="*/ 1714 w 99244"/>
                          <a:gd name="connsiteY13" fmla="*/ 56604 h 79142"/>
                          <a:gd name="connsiteX14" fmla="*/ 0 w 99244"/>
                          <a:gd name="connsiteY14" fmla="*/ 64795 h 79142"/>
                          <a:gd name="connsiteX15" fmla="*/ 5905 w 99244"/>
                          <a:gd name="connsiteY15" fmla="*/ 76987 h 79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99244" h="79142">
                            <a:moveTo>
                              <a:pt x="5905" y="76987"/>
                            </a:moveTo>
                            <a:cubicBezTo>
                              <a:pt x="11906" y="79940"/>
                              <a:pt x="15145" y="79749"/>
                              <a:pt x="23717" y="77082"/>
                            </a:cubicBezTo>
                            <a:cubicBezTo>
                              <a:pt x="27527" y="75654"/>
                              <a:pt x="31242" y="74130"/>
                              <a:pt x="34957" y="72415"/>
                            </a:cubicBezTo>
                            <a:cubicBezTo>
                              <a:pt x="38671" y="70701"/>
                              <a:pt x="42386" y="68796"/>
                              <a:pt x="45434" y="67367"/>
                            </a:cubicBezTo>
                            <a:cubicBezTo>
                              <a:pt x="51816" y="64033"/>
                              <a:pt x="58007" y="60033"/>
                              <a:pt x="64961" y="54318"/>
                            </a:cubicBezTo>
                            <a:cubicBezTo>
                              <a:pt x="76390" y="44697"/>
                              <a:pt x="87439" y="32410"/>
                              <a:pt x="93821" y="21171"/>
                            </a:cubicBezTo>
                            <a:cubicBezTo>
                              <a:pt x="98774" y="12979"/>
                              <a:pt x="101918" y="3359"/>
                              <a:pt x="96107" y="406"/>
                            </a:cubicBezTo>
                            <a:cubicBezTo>
                              <a:pt x="92488" y="-1403"/>
                              <a:pt x="86868" y="3264"/>
                              <a:pt x="81439" y="5931"/>
                            </a:cubicBezTo>
                            <a:cubicBezTo>
                              <a:pt x="68675" y="12408"/>
                              <a:pt x="57055" y="19647"/>
                              <a:pt x="42767" y="24981"/>
                            </a:cubicBezTo>
                            <a:cubicBezTo>
                              <a:pt x="36766" y="27362"/>
                              <a:pt x="30004" y="29362"/>
                              <a:pt x="23336" y="32791"/>
                            </a:cubicBezTo>
                            <a:cubicBezTo>
                              <a:pt x="20098" y="34506"/>
                              <a:pt x="16859" y="36601"/>
                              <a:pt x="13906" y="39173"/>
                            </a:cubicBezTo>
                            <a:cubicBezTo>
                              <a:pt x="12382" y="40506"/>
                              <a:pt x="10954" y="41840"/>
                              <a:pt x="9525" y="43459"/>
                            </a:cubicBezTo>
                            <a:cubicBezTo>
                              <a:pt x="8191" y="44793"/>
                              <a:pt x="7048" y="46222"/>
                              <a:pt x="6001" y="47746"/>
                            </a:cubicBezTo>
                            <a:cubicBezTo>
                              <a:pt x="4000" y="50603"/>
                              <a:pt x="2667" y="53651"/>
                              <a:pt x="1714" y="56604"/>
                            </a:cubicBezTo>
                            <a:cubicBezTo>
                              <a:pt x="667" y="59366"/>
                              <a:pt x="95" y="62128"/>
                              <a:pt x="0" y="64795"/>
                            </a:cubicBezTo>
                            <a:cubicBezTo>
                              <a:pt x="0" y="70034"/>
                              <a:pt x="1714" y="74892"/>
                              <a:pt x="5905" y="7698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47" name="Forme libre : forme 10846">
                        <a:extLst>
                          <a:ext uri="{FF2B5EF4-FFF2-40B4-BE49-F238E27FC236}">
                            <a16:creationId xmlns:a16="http://schemas.microsoft.com/office/drawing/2014/main" id="{FA13F5B3-72DD-4243-9142-882760CCCD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45017" y="2941838"/>
                        <a:ext cx="22430" cy="35510"/>
                      </a:xfrm>
                      <a:custGeom>
                        <a:avLst/>
                        <a:gdLst>
                          <a:gd name="connsiteX0" fmla="*/ 573 w 22430"/>
                          <a:gd name="connsiteY0" fmla="*/ 30629 h 35510"/>
                          <a:gd name="connsiteX1" fmla="*/ 287 w 22430"/>
                          <a:gd name="connsiteY1" fmla="*/ 34820 h 35510"/>
                          <a:gd name="connsiteX2" fmla="*/ 4001 w 22430"/>
                          <a:gd name="connsiteY2" fmla="*/ 34248 h 35510"/>
                          <a:gd name="connsiteX3" fmla="*/ 8669 w 22430"/>
                          <a:gd name="connsiteY3" fmla="*/ 28819 h 35510"/>
                          <a:gd name="connsiteX4" fmla="*/ 18575 w 22430"/>
                          <a:gd name="connsiteY4" fmla="*/ 13865 h 35510"/>
                          <a:gd name="connsiteX5" fmla="*/ 21623 w 22430"/>
                          <a:gd name="connsiteY5" fmla="*/ 8055 h 35510"/>
                          <a:gd name="connsiteX6" fmla="*/ 12765 w 22430"/>
                          <a:gd name="connsiteY6" fmla="*/ 5388 h 35510"/>
                          <a:gd name="connsiteX7" fmla="*/ 573 w 22430"/>
                          <a:gd name="connsiteY7" fmla="*/ 30629 h 355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430" h="35510">
                            <a:moveTo>
                              <a:pt x="573" y="30629"/>
                            </a:moveTo>
                            <a:cubicBezTo>
                              <a:pt x="96" y="32343"/>
                              <a:pt x="-285" y="33677"/>
                              <a:pt x="287" y="34820"/>
                            </a:cubicBezTo>
                            <a:cubicBezTo>
                              <a:pt x="858" y="36058"/>
                              <a:pt x="2382" y="35486"/>
                              <a:pt x="4001" y="34248"/>
                            </a:cubicBezTo>
                            <a:cubicBezTo>
                              <a:pt x="5525" y="33105"/>
                              <a:pt x="7431" y="30629"/>
                              <a:pt x="8669" y="28819"/>
                            </a:cubicBezTo>
                            <a:cubicBezTo>
                              <a:pt x="12098" y="23961"/>
                              <a:pt x="15527" y="18627"/>
                              <a:pt x="18575" y="13865"/>
                            </a:cubicBezTo>
                            <a:cubicBezTo>
                              <a:pt x="19813" y="11864"/>
                              <a:pt x="21051" y="9959"/>
                              <a:pt x="21623" y="8055"/>
                            </a:cubicBezTo>
                            <a:cubicBezTo>
                              <a:pt x="24290" y="-42"/>
                              <a:pt x="20099" y="-3852"/>
                              <a:pt x="12765" y="5388"/>
                            </a:cubicBezTo>
                            <a:cubicBezTo>
                              <a:pt x="6954" y="12341"/>
                              <a:pt x="2763" y="23104"/>
                              <a:pt x="573" y="3062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48" name="Forme libre : forme 10847">
                        <a:extLst>
                          <a:ext uri="{FF2B5EF4-FFF2-40B4-BE49-F238E27FC236}">
                            <a16:creationId xmlns:a16="http://schemas.microsoft.com/office/drawing/2014/main" id="{79BC3CE8-A895-4D1B-B508-2DB4F30BE3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39316" y="2884741"/>
                        <a:ext cx="27271" cy="57912"/>
                      </a:xfrm>
                      <a:custGeom>
                        <a:avLst/>
                        <a:gdLst>
                          <a:gd name="connsiteX0" fmla="*/ 27242 w 27271"/>
                          <a:gd name="connsiteY0" fmla="*/ 0 h 57912"/>
                          <a:gd name="connsiteX1" fmla="*/ 0 w 27271"/>
                          <a:gd name="connsiteY1" fmla="*/ 57912 h 57912"/>
                          <a:gd name="connsiteX2" fmla="*/ 27242 w 27271"/>
                          <a:gd name="connsiteY2" fmla="*/ 0 h 579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7271" h="57912">
                            <a:moveTo>
                              <a:pt x="27242" y="0"/>
                            </a:moveTo>
                            <a:cubicBezTo>
                              <a:pt x="28099" y="16193"/>
                              <a:pt x="10001" y="41529"/>
                              <a:pt x="0" y="57912"/>
                            </a:cubicBezTo>
                            <a:cubicBezTo>
                              <a:pt x="11144" y="40386"/>
                              <a:pt x="20574" y="17336"/>
                              <a:pt x="2724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49" name="Forme libre : forme 10848">
                        <a:extLst>
                          <a:ext uri="{FF2B5EF4-FFF2-40B4-BE49-F238E27FC236}">
                            <a16:creationId xmlns:a16="http://schemas.microsoft.com/office/drawing/2014/main" id="{A22FE912-100D-4336-A60F-22A9B69752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3681" y="2941796"/>
                        <a:ext cx="27050" cy="60674"/>
                      </a:xfrm>
                      <a:custGeom>
                        <a:avLst/>
                        <a:gdLst>
                          <a:gd name="connsiteX0" fmla="*/ 27051 w 27050"/>
                          <a:gd name="connsiteY0" fmla="*/ 0 h 60674"/>
                          <a:gd name="connsiteX1" fmla="*/ 16097 w 27050"/>
                          <a:gd name="connsiteY1" fmla="*/ 17716 h 60674"/>
                          <a:gd name="connsiteX2" fmla="*/ 10382 w 27050"/>
                          <a:gd name="connsiteY2" fmla="*/ 32480 h 60674"/>
                          <a:gd name="connsiteX3" fmla="*/ 0 w 27050"/>
                          <a:gd name="connsiteY3" fmla="*/ 60674 h 60674"/>
                          <a:gd name="connsiteX4" fmla="*/ 11716 w 27050"/>
                          <a:gd name="connsiteY4" fmla="*/ 32766 h 60674"/>
                          <a:gd name="connsiteX5" fmla="*/ 18002 w 27050"/>
                          <a:gd name="connsiteY5" fmla="*/ 17431 h 60674"/>
                          <a:gd name="connsiteX6" fmla="*/ 27051 w 27050"/>
                          <a:gd name="connsiteY6" fmla="*/ 0 h 606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7050" h="60674">
                            <a:moveTo>
                              <a:pt x="27051" y="0"/>
                            </a:moveTo>
                            <a:cubicBezTo>
                              <a:pt x="22765" y="5715"/>
                              <a:pt x="19050" y="11906"/>
                              <a:pt x="16097" y="17716"/>
                            </a:cubicBezTo>
                            <a:cubicBezTo>
                              <a:pt x="13811" y="22288"/>
                              <a:pt x="12192" y="27718"/>
                              <a:pt x="10382" y="32480"/>
                            </a:cubicBezTo>
                            <a:cubicBezTo>
                              <a:pt x="6858" y="42005"/>
                              <a:pt x="4096" y="52006"/>
                              <a:pt x="0" y="60674"/>
                            </a:cubicBezTo>
                            <a:cubicBezTo>
                              <a:pt x="4001" y="51149"/>
                              <a:pt x="7906" y="41815"/>
                              <a:pt x="11716" y="32766"/>
                            </a:cubicBezTo>
                            <a:cubicBezTo>
                              <a:pt x="13811" y="27622"/>
                              <a:pt x="15621" y="22479"/>
                              <a:pt x="18002" y="17431"/>
                            </a:cubicBezTo>
                            <a:cubicBezTo>
                              <a:pt x="20955" y="11335"/>
                              <a:pt x="24003" y="5334"/>
                              <a:pt x="2705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50" name="Forme libre : forme 10849">
                        <a:extLst>
                          <a:ext uri="{FF2B5EF4-FFF2-40B4-BE49-F238E27FC236}">
                            <a16:creationId xmlns:a16="http://schemas.microsoft.com/office/drawing/2014/main" id="{D342571F-1F79-4B44-ABBA-AEDAB86B26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8518" y="2911169"/>
                        <a:ext cx="28727" cy="23692"/>
                      </a:xfrm>
                      <a:custGeom>
                        <a:avLst/>
                        <a:gdLst>
                          <a:gd name="connsiteX0" fmla="*/ 28700 w 28727"/>
                          <a:gd name="connsiteY0" fmla="*/ 1194 h 23692"/>
                          <a:gd name="connsiteX1" fmla="*/ 14317 w 28727"/>
                          <a:gd name="connsiteY1" fmla="*/ 16625 h 23692"/>
                          <a:gd name="connsiteX2" fmla="*/ 30 w 28727"/>
                          <a:gd name="connsiteY2" fmla="*/ 22340 h 23692"/>
                          <a:gd name="connsiteX3" fmla="*/ 13460 w 28727"/>
                          <a:gd name="connsiteY3" fmla="*/ 7385 h 23692"/>
                          <a:gd name="connsiteX4" fmla="*/ 28700 w 28727"/>
                          <a:gd name="connsiteY4" fmla="*/ 1194 h 23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727" h="23692">
                            <a:moveTo>
                              <a:pt x="28700" y="1194"/>
                            </a:moveTo>
                            <a:cubicBezTo>
                              <a:pt x="29367" y="5480"/>
                              <a:pt x="17651" y="13767"/>
                              <a:pt x="14317" y="16625"/>
                            </a:cubicBezTo>
                            <a:cubicBezTo>
                              <a:pt x="10888" y="19292"/>
                              <a:pt x="696" y="26721"/>
                              <a:pt x="30" y="22340"/>
                            </a:cubicBezTo>
                            <a:cubicBezTo>
                              <a:pt x="-637" y="17958"/>
                              <a:pt x="10031" y="9862"/>
                              <a:pt x="13460" y="7385"/>
                            </a:cubicBezTo>
                            <a:cubicBezTo>
                              <a:pt x="16794" y="5004"/>
                              <a:pt x="28128" y="-2997"/>
                              <a:pt x="28700" y="119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51" name="Forme libre : forme 10850">
                        <a:extLst>
                          <a:ext uri="{FF2B5EF4-FFF2-40B4-BE49-F238E27FC236}">
                            <a16:creationId xmlns:a16="http://schemas.microsoft.com/office/drawing/2014/main" id="{7DDD38FE-2E86-4F6C-A916-838F22429D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2793" y="2907877"/>
                        <a:ext cx="8251" cy="7125"/>
                      </a:xfrm>
                      <a:custGeom>
                        <a:avLst/>
                        <a:gdLst>
                          <a:gd name="connsiteX0" fmla="*/ 7949 w 8251"/>
                          <a:gd name="connsiteY0" fmla="*/ 200 h 7125"/>
                          <a:gd name="connsiteX1" fmla="*/ 5473 w 8251"/>
                          <a:gd name="connsiteY1" fmla="*/ 4487 h 7125"/>
                          <a:gd name="connsiteX2" fmla="*/ 329 w 8251"/>
                          <a:gd name="connsiteY2" fmla="*/ 6963 h 7125"/>
                          <a:gd name="connsiteX3" fmla="*/ 2615 w 8251"/>
                          <a:gd name="connsiteY3" fmla="*/ 2677 h 7125"/>
                          <a:gd name="connsiteX4" fmla="*/ 7949 w 8251"/>
                          <a:gd name="connsiteY4" fmla="*/ 200 h 7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251" h="7125">
                            <a:moveTo>
                              <a:pt x="7949" y="200"/>
                            </a:moveTo>
                            <a:cubicBezTo>
                              <a:pt x="9092" y="1058"/>
                              <a:pt x="6711" y="3344"/>
                              <a:pt x="5473" y="4487"/>
                            </a:cubicBezTo>
                            <a:cubicBezTo>
                              <a:pt x="4234" y="5630"/>
                              <a:pt x="1472" y="7725"/>
                              <a:pt x="329" y="6963"/>
                            </a:cubicBezTo>
                            <a:cubicBezTo>
                              <a:pt x="-814" y="6106"/>
                              <a:pt x="1282" y="3820"/>
                              <a:pt x="2615" y="2677"/>
                            </a:cubicBezTo>
                            <a:cubicBezTo>
                              <a:pt x="3853" y="1439"/>
                              <a:pt x="6806" y="-657"/>
                              <a:pt x="7949" y="20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52" name="Forme libre : forme 10851">
                        <a:extLst>
                          <a:ext uri="{FF2B5EF4-FFF2-40B4-BE49-F238E27FC236}">
                            <a16:creationId xmlns:a16="http://schemas.microsoft.com/office/drawing/2014/main" id="{21CE3DEC-0D9F-4C8E-B0C0-56FCE87CAF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73396" y="2878697"/>
                        <a:ext cx="86181" cy="41968"/>
                      </a:xfrm>
                      <a:custGeom>
                        <a:avLst/>
                        <a:gdLst>
                          <a:gd name="connsiteX0" fmla="*/ 57919 w 86181"/>
                          <a:gd name="connsiteY0" fmla="*/ 2424 h 41968"/>
                          <a:gd name="connsiteX1" fmla="*/ 84398 w 86181"/>
                          <a:gd name="connsiteY1" fmla="*/ 1376 h 41968"/>
                          <a:gd name="connsiteX2" fmla="*/ 82684 w 86181"/>
                          <a:gd name="connsiteY2" fmla="*/ 9568 h 41968"/>
                          <a:gd name="connsiteX3" fmla="*/ 72206 w 86181"/>
                          <a:gd name="connsiteY3" fmla="*/ 13092 h 41968"/>
                          <a:gd name="connsiteX4" fmla="*/ 39345 w 86181"/>
                          <a:gd name="connsiteY4" fmla="*/ 22808 h 41968"/>
                          <a:gd name="connsiteX5" fmla="*/ 17057 w 86181"/>
                          <a:gd name="connsiteY5" fmla="*/ 35857 h 41968"/>
                          <a:gd name="connsiteX6" fmla="*/ 7 w 86181"/>
                          <a:gd name="connsiteY6" fmla="*/ 39476 h 41968"/>
                          <a:gd name="connsiteX7" fmla="*/ 34487 w 86181"/>
                          <a:gd name="connsiteY7" fmla="*/ 7187 h 41968"/>
                          <a:gd name="connsiteX8" fmla="*/ 57919 w 86181"/>
                          <a:gd name="connsiteY8" fmla="*/ 2424 h 419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6181" h="41968">
                            <a:moveTo>
                              <a:pt x="57919" y="2424"/>
                            </a:moveTo>
                            <a:cubicBezTo>
                              <a:pt x="68396" y="233"/>
                              <a:pt x="75921" y="-1195"/>
                              <a:pt x="84398" y="1376"/>
                            </a:cubicBezTo>
                            <a:cubicBezTo>
                              <a:pt x="87446" y="2234"/>
                              <a:pt x="86399" y="6901"/>
                              <a:pt x="82684" y="9568"/>
                            </a:cubicBezTo>
                            <a:cubicBezTo>
                              <a:pt x="78969" y="12235"/>
                              <a:pt x="75731" y="12711"/>
                              <a:pt x="72206" y="13092"/>
                            </a:cubicBezTo>
                            <a:cubicBezTo>
                              <a:pt x="61253" y="14426"/>
                              <a:pt x="50870" y="18141"/>
                              <a:pt x="39345" y="22808"/>
                            </a:cubicBezTo>
                            <a:cubicBezTo>
                              <a:pt x="35821" y="24332"/>
                              <a:pt x="25915" y="30714"/>
                              <a:pt x="17057" y="35857"/>
                            </a:cubicBezTo>
                            <a:cubicBezTo>
                              <a:pt x="8294" y="41000"/>
                              <a:pt x="197" y="44620"/>
                              <a:pt x="7" y="39476"/>
                            </a:cubicBezTo>
                            <a:cubicBezTo>
                              <a:pt x="-469" y="28904"/>
                              <a:pt x="24581" y="10901"/>
                              <a:pt x="34487" y="7187"/>
                            </a:cubicBezTo>
                            <a:cubicBezTo>
                              <a:pt x="44203" y="3091"/>
                              <a:pt x="49918" y="3948"/>
                              <a:pt x="57919" y="242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68" name="Graphique 1">
                      <a:extLst>
                        <a:ext uri="{FF2B5EF4-FFF2-40B4-BE49-F238E27FC236}">
                          <a16:creationId xmlns:a16="http://schemas.microsoft.com/office/drawing/2014/main" id="{B30E5847-A509-47A8-9C91-1129DE64F3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65021" y="2786132"/>
                      <a:ext cx="199913" cy="100151"/>
                      <a:chOff x="3665021" y="2786132"/>
                      <a:chExt cx="199913" cy="100151"/>
                    </a:xfrm>
                    <a:solidFill>
                      <a:schemeClr val="accent1"/>
                    </a:solidFill>
                  </p:grpSpPr>
                  <p:sp>
                    <p:nvSpPr>
                      <p:cNvPr id="10829" name="Forme libre : forme 10828">
                        <a:extLst>
                          <a:ext uri="{FF2B5EF4-FFF2-40B4-BE49-F238E27FC236}">
                            <a16:creationId xmlns:a16="http://schemas.microsoft.com/office/drawing/2014/main" id="{D8C7A7DE-E94B-4D5C-95EF-B4C03E8127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5021" y="2786132"/>
                        <a:ext cx="199913" cy="100151"/>
                      </a:xfrm>
                      <a:custGeom>
                        <a:avLst/>
                        <a:gdLst>
                          <a:gd name="connsiteX0" fmla="*/ 138792 w 199913"/>
                          <a:gd name="connsiteY0" fmla="*/ 74797 h 100151"/>
                          <a:gd name="connsiteX1" fmla="*/ 125647 w 199913"/>
                          <a:gd name="connsiteY1" fmla="*/ 78036 h 100151"/>
                          <a:gd name="connsiteX2" fmla="*/ 109360 w 199913"/>
                          <a:gd name="connsiteY2" fmla="*/ 82607 h 100151"/>
                          <a:gd name="connsiteX3" fmla="*/ 93072 w 199913"/>
                          <a:gd name="connsiteY3" fmla="*/ 87941 h 100151"/>
                          <a:gd name="connsiteX4" fmla="*/ 79642 w 199913"/>
                          <a:gd name="connsiteY4" fmla="*/ 92799 h 100151"/>
                          <a:gd name="connsiteX5" fmla="*/ 11347 w 199913"/>
                          <a:gd name="connsiteY5" fmla="*/ 96228 h 100151"/>
                          <a:gd name="connsiteX6" fmla="*/ 679 w 199913"/>
                          <a:gd name="connsiteY6" fmla="*/ 77464 h 100151"/>
                          <a:gd name="connsiteX7" fmla="*/ 52400 w 199913"/>
                          <a:gd name="connsiteY7" fmla="*/ 22409 h 100151"/>
                          <a:gd name="connsiteX8" fmla="*/ 67354 w 199913"/>
                          <a:gd name="connsiteY8" fmla="*/ 15932 h 100151"/>
                          <a:gd name="connsiteX9" fmla="*/ 86119 w 199913"/>
                          <a:gd name="connsiteY9" fmla="*/ 9551 h 100151"/>
                          <a:gd name="connsiteX10" fmla="*/ 122123 w 199913"/>
                          <a:gd name="connsiteY10" fmla="*/ 1264 h 100151"/>
                          <a:gd name="connsiteX11" fmla="*/ 194704 w 199913"/>
                          <a:gd name="connsiteY11" fmla="*/ 22695 h 100151"/>
                          <a:gd name="connsiteX12" fmla="*/ 196418 w 199913"/>
                          <a:gd name="connsiteY12" fmla="*/ 43745 h 100151"/>
                          <a:gd name="connsiteX13" fmla="*/ 138792 w 199913"/>
                          <a:gd name="connsiteY13" fmla="*/ 74797 h 1001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99913" h="100151">
                            <a:moveTo>
                              <a:pt x="138792" y="74797"/>
                            </a:moveTo>
                            <a:cubicBezTo>
                              <a:pt x="135268" y="75845"/>
                              <a:pt x="130696" y="76607"/>
                              <a:pt x="125647" y="78036"/>
                            </a:cubicBezTo>
                            <a:cubicBezTo>
                              <a:pt x="120599" y="79464"/>
                              <a:pt x="114979" y="81083"/>
                              <a:pt x="109360" y="82607"/>
                            </a:cubicBezTo>
                            <a:cubicBezTo>
                              <a:pt x="103835" y="84512"/>
                              <a:pt x="98215" y="86322"/>
                              <a:pt x="93072" y="87941"/>
                            </a:cubicBezTo>
                            <a:cubicBezTo>
                              <a:pt x="88024" y="89846"/>
                              <a:pt x="83356" y="91561"/>
                              <a:pt x="79642" y="92799"/>
                            </a:cubicBezTo>
                            <a:cubicBezTo>
                              <a:pt x="52305" y="102610"/>
                              <a:pt x="34017" y="101372"/>
                              <a:pt x="11347" y="96228"/>
                            </a:cubicBezTo>
                            <a:cubicBezTo>
                              <a:pt x="3537" y="94609"/>
                              <a:pt x="-1988" y="85084"/>
                              <a:pt x="679" y="77464"/>
                            </a:cubicBezTo>
                            <a:cubicBezTo>
                              <a:pt x="8490" y="55556"/>
                              <a:pt x="22111" y="36983"/>
                              <a:pt x="52400" y="22409"/>
                            </a:cubicBezTo>
                            <a:cubicBezTo>
                              <a:pt x="56496" y="20600"/>
                              <a:pt x="61639" y="18219"/>
                              <a:pt x="67354" y="15932"/>
                            </a:cubicBezTo>
                            <a:cubicBezTo>
                              <a:pt x="73260" y="13932"/>
                              <a:pt x="79737" y="11741"/>
                              <a:pt x="86119" y="9551"/>
                            </a:cubicBezTo>
                            <a:cubicBezTo>
                              <a:pt x="99263" y="5836"/>
                              <a:pt x="112693" y="2407"/>
                              <a:pt x="122123" y="1264"/>
                            </a:cubicBezTo>
                            <a:cubicBezTo>
                              <a:pt x="157175" y="-3784"/>
                              <a:pt x="177463" y="6884"/>
                              <a:pt x="194704" y="22695"/>
                            </a:cubicBezTo>
                            <a:cubicBezTo>
                              <a:pt x="200704" y="28315"/>
                              <a:pt x="201848" y="38792"/>
                              <a:pt x="196418" y="43745"/>
                            </a:cubicBezTo>
                            <a:cubicBezTo>
                              <a:pt x="180797" y="58223"/>
                              <a:pt x="165081" y="68320"/>
                              <a:pt x="138792" y="7479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30" name="Forme libre : forme 10829">
                        <a:extLst>
                          <a:ext uri="{FF2B5EF4-FFF2-40B4-BE49-F238E27FC236}">
                            <a16:creationId xmlns:a16="http://schemas.microsoft.com/office/drawing/2014/main" id="{E466B604-49EE-45C2-A62F-4C9A71D5A2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76" y="2828736"/>
                        <a:ext cx="193548" cy="57426"/>
                      </a:xfrm>
                      <a:custGeom>
                        <a:avLst/>
                        <a:gdLst>
                          <a:gd name="connsiteX0" fmla="*/ 75724 w 193548"/>
                          <a:gd name="connsiteY0" fmla="*/ 21334 h 57426"/>
                          <a:gd name="connsiteX1" fmla="*/ 0 w 193548"/>
                          <a:gd name="connsiteY1" fmla="*/ 48195 h 57426"/>
                          <a:gd name="connsiteX2" fmla="*/ 8001 w 193548"/>
                          <a:gd name="connsiteY2" fmla="*/ 53529 h 57426"/>
                          <a:gd name="connsiteX3" fmla="*/ 19431 w 193548"/>
                          <a:gd name="connsiteY3" fmla="*/ 55815 h 57426"/>
                          <a:gd name="connsiteX4" fmla="*/ 52006 w 193548"/>
                          <a:gd name="connsiteY4" fmla="*/ 56291 h 57426"/>
                          <a:gd name="connsiteX5" fmla="*/ 76390 w 193548"/>
                          <a:gd name="connsiteY5" fmla="*/ 50100 h 57426"/>
                          <a:gd name="connsiteX6" fmla="*/ 85915 w 193548"/>
                          <a:gd name="connsiteY6" fmla="*/ 46671 h 57426"/>
                          <a:gd name="connsiteX7" fmla="*/ 109156 w 193548"/>
                          <a:gd name="connsiteY7" fmla="*/ 38955 h 57426"/>
                          <a:gd name="connsiteX8" fmla="*/ 131254 w 193548"/>
                          <a:gd name="connsiteY8" fmla="*/ 33145 h 57426"/>
                          <a:gd name="connsiteX9" fmla="*/ 135636 w 193548"/>
                          <a:gd name="connsiteY9" fmla="*/ 32002 h 57426"/>
                          <a:gd name="connsiteX10" fmla="*/ 160115 w 193548"/>
                          <a:gd name="connsiteY10" fmla="*/ 23620 h 57426"/>
                          <a:gd name="connsiteX11" fmla="*/ 185833 w 193548"/>
                          <a:gd name="connsiteY11" fmla="*/ 7523 h 57426"/>
                          <a:gd name="connsiteX12" fmla="*/ 193357 w 193548"/>
                          <a:gd name="connsiteY12" fmla="*/ 951 h 57426"/>
                          <a:gd name="connsiteX13" fmla="*/ 193548 w 193548"/>
                          <a:gd name="connsiteY13" fmla="*/ 665 h 57426"/>
                          <a:gd name="connsiteX14" fmla="*/ 75724 w 193548"/>
                          <a:gd name="connsiteY14" fmla="*/ 21334 h 574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3548" h="57426">
                            <a:moveTo>
                              <a:pt x="75724" y="21334"/>
                            </a:moveTo>
                            <a:cubicBezTo>
                              <a:pt x="50578" y="32574"/>
                              <a:pt x="24575" y="45813"/>
                              <a:pt x="0" y="48195"/>
                            </a:cubicBezTo>
                            <a:cubicBezTo>
                              <a:pt x="2000" y="50862"/>
                              <a:pt x="4763" y="52767"/>
                              <a:pt x="8001" y="53529"/>
                            </a:cubicBezTo>
                            <a:cubicBezTo>
                              <a:pt x="11906" y="54386"/>
                              <a:pt x="15716" y="55148"/>
                              <a:pt x="19431" y="55815"/>
                            </a:cubicBezTo>
                            <a:cubicBezTo>
                              <a:pt x="30099" y="57339"/>
                              <a:pt x="40577" y="58291"/>
                              <a:pt x="52006" y="56291"/>
                            </a:cubicBezTo>
                            <a:cubicBezTo>
                              <a:pt x="59531" y="55434"/>
                              <a:pt x="67342" y="53052"/>
                              <a:pt x="76390" y="50100"/>
                            </a:cubicBezTo>
                            <a:cubicBezTo>
                              <a:pt x="79153" y="49242"/>
                              <a:pt x="82391" y="48004"/>
                              <a:pt x="85915" y="46671"/>
                            </a:cubicBezTo>
                            <a:cubicBezTo>
                              <a:pt x="92869" y="44099"/>
                              <a:pt x="101155" y="41527"/>
                              <a:pt x="109156" y="38955"/>
                            </a:cubicBezTo>
                            <a:cubicBezTo>
                              <a:pt x="117253" y="36860"/>
                              <a:pt x="125063" y="34288"/>
                              <a:pt x="131254" y="33145"/>
                            </a:cubicBezTo>
                            <a:cubicBezTo>
                              <a:pt x="132874" y="32764"/>
                              <a:pt x="134303" y="32383"/>
                              <a:pt x="135636" y="32002"/>
                            </a:cubicBezTo>
                            <a:cubicBezTo>
                              <a:pt x="144971" y="29145"/>
                              <a:pt x="152971" y="27335"/>
                              <a:pt x="160115" y="23620"/>
                            </a:cubicBezTo>
                            <a:cubicBezTo>
                              <a:pt x="169926" y="19143"/>
                              <a:pt x="177927" y="13714"/>
                              <a:pt x="185833" y="7523"/>
                            </a:cubicBezTo>
                            <a:cubicBezTo>
                              <a:pt x="188309" y="5427"/>
                              <a:pt x="190786" y="3237"/>
                              <a:pt x="193357" y="951"/>
                            </a:cubicBezTo>
                            <a:lnTo>
                              <a:pt x="193548" y="665"/>
                            </a:lnTo>
                            <a:cubicBezTo>
                              <a:pt x="153734" y="-2383"/>
                              <a:pt x="111538" y="5142"/>
                              <a:pt x="75724" y="2133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31" name="Forme libre : forme 10830">
                        <a:extLst>
                          <a:ext uri="{FF2B5EF4-FFF2-40B4-BE49-F238E27FC236}">
                            <a16:creationId xmlns:a16="http://schemas.microsoft.com/office/drawing/2014/main" id="{430987F5-9EB8-45DC-B016-0740455938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1795" y="2814447"/>
                        <a:ext cx="93474" cy="34120"/>
                      </a:xfrm>
                      <a:custGeom>
                        <a:avLst/>
                        <a:gdLst>
                          <a:gd name="connsiteX0" fmla="*/ 93449 w 93474"/>
                          <a:gd name="connsiteY0" fmla="*/ 7334 h 34120"/>
                          <a:gd name="connsiteX1" fmla="*/ 75065 w 93474"/>
                          <a:gd name="connsiteY1" fmla="*/ 19526 h 34120"/>
                          <a:gd name="connsiteX2" fmla="*/ 47538 w 93474"/>
                          <a:gd name="connsiteY2" fmla="*/ 28004 h 34120"/>
                          <a:gd name="connsiteX3" fmla="*/ 485 w 93474"/>
                          <a:gd name="connsiteY3" fmla="*/ 29718 h 34120"/>
                          <a:gd name="connsiteX4" fmla="*/ 40966 w 93474"/>
                          <a:gd name="connsiteY4" fmla="*/ 4000 h 34120"/>
                          <a:gd name="connsiteX5" fmla="*/ 54015 w 93474"/>
                          <a:gd name="connsiteY5" fmla="*/ 1429 h 34120"/>
                          <a:gd name="connsiteX6" fmla="*/ 71255 w 93474"/>
                          <a:gd name="connsiteY6" fmla="*/ 0 h 34120"/>
                          <a:gd name="connsiteX7" fmla="*/ 93449 w 93474"/>
                          <a:gd name="connsiteY7" fmla="*/ 7334 h 341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3474" h="34120">
                            <a:moveTo>
                              <a:pt x="93449" y="7334"/>
                            </a:moveTo>
                            <a:cubicBezTo>
                              <a:pt x="94020" y="12382"/>
                              <a:pt x="85162" y="16383"/>
                              <a:pt x="75065" y="19526"/>
                            </a:cubicBezTo>
                            <a:cubicBezTo>
                              <a:pt x="64969" y="23241"/>
                              <a:pt x="53348" y="26003"/>
                              <a:pt x="47538" y="28004"/>
                            </a:cubicBezTo>
                            <a:cubicBezTo>
                              <a:pt x="35632" y="30194"/>
                              <a:pt x="5247" y="39529"/>
                              <a:pt x="485" y="29718"/>
                            </a:cubicBezTo>
                            <a:cubicBezTo>
                              <a:pt x="-4373" y="19526"/>
                              <a:pt x="28583" y="5810"/>
                              <a:pt x="40966" y="4000"/>
                            </a:cubicBezTo>
                            <a:cubicBezTo>
                              <a:pt x="44014" y="3429"/>
                              <a:pt x="48586" y="2096"/>
                              <a:pt x="54015" y="1429"/>
                            </a:cubicBezTo>
                            <a:cubicBezTo>
                              <a:pt x="59445" y="762"/>
                              <a:pt x="65540" y="190"/>
                              <a:pt x="71255" y="0"/>
                            </a:cubicBezTo>
                            <a:cubicBezTo>
                              <a:pt x="82781" y="286"/>
                              <a:pt x="92877" y="2381"/>
                              <a:pt x="93449" y="733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32" name="Forme libre : forme 10831">
                        <a:extLst>
                          <a:ext uri="{FF2B5EF4-FFF2-40B4-BE49-F238E27FC236}">
                            <a16:creationId xmlns:a16="http://schemas.microsoft.com/office/drawing/2014/main" id="{B69176A1-1061-4399-BFE0-DB441062F9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0899" y="2827591"/>
                        <a:ext cx="67674" cy="20751"/>
                      </a:xfrm>
                      <a:custGeom>
                        <a:avLst/>
                        <a:gdLst>
                          <a:gd name="connsiteX0" fmla="*/ 16907 w 67674"/>
                          <a:gd name="connsiteY0" fmla="*/ 0 h 20751"/>
                          <a:gd name="connsiteX1" fmla="*/ 904 w 67674"/>
                          <a:gd name="connsiteY1" fmla="*/ 16764 h 20751"/>
                          <a:gd name="connsiteX2" fmla="*/ 48911 w 67674"/>
                          <a:gd name="connsiteY2" fmla="*/ 14669 h 20751"/>
                          <a:gd name="connsiteX3" fmla="*/ 58054 w 67674"/>
                          <a:gd name="connsiteY3" fmla="*/ 11811 h 20751"/>
                          <a:gd name="connsiteX4" fmla="*/ 67675 w 67674"/>
                          <a:gd name="connsiteY4" fmla="*/ 8763 h 20751"/>
                          <a:gd name="connsiteX5" fmla="*/ 57197 w 67674"/>
                          <a:gd name="connsiteY5" fmla="*/ 10001 h 20751"/>
                          <a:gd name="connsiteX6" fmla="*/ 33004 w 67674"/>
                          <a:gd name="connsiteY6" fmla="*/ 8954 h 20751"/>
                          <a:gd name="connsiteX7" fmla="*/ 16907 w 67674"/>
                          <a:gd name="connsiteY7" fmla="*/ 0 h 207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7674" h="20751">
                            <a:moveTo>
                              <a:pt x="16907" y="0"/>
                            </a:moveTo>
                            <a:cubicBezTo>
                              <a:pt x="11477" y="3429"/>
                              <a:pt x="-3858" y="11430"/>
                              <a:pt x="904" y="16764"/>
                            </a:cubicBezTo>
                            <a:cubicBezTo>
                              <a:pt x="8525" y="25432"/>
                              <a:pt x="33861" y="17717"/>
                              <a:pt x="48911" y="14669"/>
                            </a:cubicBezTo>
                            <a:cubicBezTo>
                              <a:pt x="51101" y="14192"/>
                              <a:pt x="54530" y="12954"/>
                              <a:pt x="58054" y="11811"/>
                            </a:cubicBezTo>
                            <a:cubicBezTo>
                              <a:pt x="61579" y="10859"/>
                              <a:pt x="65294" y="9716"/>
                              <a:pt x="67675" y="8763"/>
                            </a:cubicBezTo>
                            <a:cubicBezTo>
                              <a:pt x="64817" y="9239"/>
                              <a:pt x="60055" y="10097"/>
                              <a:pt x="57197" y="10001"/>
                            </a:cubicBezTo>
                            <a:cubicBezTo>
                              <a:pt x="49292" y="10287"/>
                              <a:pt x="40433" y="10097"/>
                              <a:pt x="33004" y="8954"/>
                            </a:cubicBezTo>
                            <a:cubicBezTo>
                              <a:pt x="25574" y="8096"/>
                              <a:pt x="19383" y="5525"/>
                              <a:pt x="16907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33" name="Forme libre : forme 10832">
                        <a:extLst>
                          <a:ext uri="{FF2B5EF4-FFF2-40B4-BE49-F238E27FC236}">
                            <a16:creationId xmlns:a16="http://schemas.microsoft.com/office/drawing/2014/main" id="{101EFAA9-BC44-4D3A-9A84-D2B364D380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7270" y="2816180"/>
                        <a:ext cx="93396" cy="33429"/>
                      </a:xfrm>
                      <a:custGeom>
                        <a:avLst/>
                        <a:gdLst>
                          <a:gd name="connsiteX0" fmla="*/ 93308 w 93396"/>
                          <a:gd name="connsiteY0" fmla="*/ 7696 h 33429"/>
                          <a:gd name="connsiteX1" fmla="*/ 73782 w 93396"/>
                          <a:gd name="connsiteY1" fmla="*/ 19888 h 33429"/>
                          <a:gd name="connsiteX2" fmla="*/ 59018 w 93396"/>
                          <a:gd name="connsiteY2" fmla="*/ 24555 h 33429"/>
                          <a:gd name="connsiteX3" fmla="*/ 46921 w 93396"/>
                          <a:gd name="connsiteY3" fmla="*/ 27984 h 33429"/>
                          <a:gd name="connsiteX4" fmla="*/ 630 w 93396"/>
                          <a:gd name="connsiteY4" fmla="*/ 28651 h 33429"/>
                          <a:gd name="connsiteX5" fmla="*/ 40920 w 93396"/>
                          <a:gd name="connsiteY5" fmla="*/ 3791 h 33429"/>
                          <a:gd name="connsiteX6" fmla="*/ 54065 w 93396"/>
                          <a:gd name="connsiteY6" fmla="*/ 1410 h 33429"/>
                          <a:gd name="connsiteX7" fmla="*/ 72163 w 93396"/>
                          <a:gd name="connsiteY7" fmla="*/ 76 h 33429"/>
                          <a:gd name="connsiteX8" fmla="*/ 93308 w 93396"/>
                          <a:gd name="connsiteY8" fmla="*/ 7696 h 33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396" h="33429">
                            <a:moveTo>
                              <a:pt x="93308" y="7696"/>
                            </a:moveTo>
                            <a:cubicBezTo>
                              <a:pt x="92165" y="12649"/>
                              <a:pt x="83497" y="16935"/>
                              <a:pt x="73782" y="19888"/>
                            </a:cubicBezTo>
                            <a:cubicBezTo>
                              <a:pt x="68924" y="21317"/>
                              <a:pt x="63781" y="23317"/>
                              <a:pt x="59018" y="24555"/>
                            </a:cubicBezTo>
                            <a:cubicBezTo>
                              <a:pt x="54256" y="25889"/>
                              <a:pt x="49969" y="26936"/>
                              <a:pt x="46921" y="27984"/>
                            </a:cubicBezTo>
                            <a:cubicBezTo>
                              <a:pt x="34348" y="31032"/>
                              <a:pt x="5964" y="38176"/>
                              <a:pt x="630" y="28651"/>
                            </a:cubicBezTo>
                            <a:cubicBezTo>
                              <a:pt x="-5085" y="18269"/>
                              <a:pt x="29681" y="5696"/>
                              <a:pt x="40920" y="3791"/>
                            </a:cubicBezTo>
                            <a:cubicBezTo>
                              <a:pt x="43683" y="3029"/>
                              <a:pt x="48445" y="1981"/>
                              <a:pt x="54065" y="1410"/>
                            </a:cubicBezTo>
                            <a:cubicBezTo>
                              <a:pt x="59685" y="838"/>
                              <a:pt x="66066" y="-305"/>
                              <a:pt x="72163" y="76"/>
                            </a:cubicBezTo>
                            <a:cubicBezTo>
                              <a:pt x="84355" y="457"/>
                              <a:pt x="94451" y="2457"/>
                              <a:pt x="93308" y="769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34" name="Forme libre : forme 10833">
                        <a:extLst>
                          <a:ext uri="{FF2B5EF4-FFF2-40B4-BE49-F238E27FC236}">
                            <a16:creationId xmlns:a16="http://schemas.microsoft.com/office/drawing/2014/main" id="{FF7C52EC-6B03-4318-B226-B2E337BBC9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88800" y="2829406"/>
                        <a:ext cx="117300" cy="40687"/>
                      </a:xfrm>
                      <a:custGeom>
                        <a:avLst/>
                        <a:gdLst>
                          <a:gd name="connsiteX0" fmla="*/ 3666 w 117300"/>
                          <a:gd name="connsiteY0" fmla="*/ 34761 h 40687"/>
                          <a:gd name="connsiteX1" fmla="*/ 19953 w 117300"/>
                          <a:gd name="connsiteY1" fmla="*/ 39904 h 40687"/>
                          <a:gd name="connsiteX2" fmla="*/ 64340 w 117300"/>
                          <a:gd name="connsiteY2" fmla="*/ 38094 h 40687"/>
                          <a:gd name="connsiteX3" fmla="*/ 85486 w 117300"/>
                          <a:gd name="connsiteY3" fmla="*/ 32094 h 40687"/>
                          <a:gd name="connsiteX4" fmla="*/ 104154 w 117300"/>
                          <a:gd name="connsiteY4" fmla="*/ 23902 h 40687"/>
                          <a:gd name="connsiteX5" fmla="*/ 116537 w 117300"/>
                          <a:gd name="connsiteY5" fmla="*/ 7519 h 40687"/>
                          <a:gd name="connsiteX6" fmla="*/ 101392 w 117300"/>
                          <a:gd name="connsiteY6" fmla="*/ 4471 h 40687"/>
                          <a:gd name="connsiteX7" fmla="*/ 58530 w 117300"/>
                          <a:gd name="connsiteY7" fmla="*/ 1995 h 40687"/>
                          <a:gd name="connsiteX8" fmla="*/ 14429 w 117300"/>
                          <a:gd name="connsiteY8" fmla="*/ 6376 h 40687"/>
                          <a:gd name="connsiteX9" fmla="*/ 3666 w 117300"/>
                          <a:gd name="connsiteY9" fmla="*/ 34761 h 406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17300" h="40687">
                            <a:moveTo>
                              <a:pt x="3666" y="34761"/>
                            </a:moveTo>
                            <a:cubicBezTo>
                              <a:pt x="8904" y="39047"/>
                              <a:pt x="11953" y="39618"/>
                              <a:pt x="19953" y="39904"/>
                            </a:cubicBezTo>
                            <a:cubicBezTo>
                              <a:pt x="35194" y="40666"/>
                              <a:pt x="47386" y="41809"/>
                              <a:pt x="64340" y="38094"/>
                            </a:cubicBezTo>
                            <a:cubicBezTo>
                              <a:pt x="71484" y="36761"/>
                              <a:pt x="78723" y="34761"/>
                              <a:pt x="85486" y="32094"/>
                            </a:cubicBezTo>
                            <a:cubicBezTo>
                              <a:pt x="92344" y="29998"/>
                              <a:pt x="98725" y="26855"/>
                              <a:pt x="104154" y="23902"/>
                            </a:cubicBezTo>
                            <a:cubicBezTo>
                              <a:pt x="112155" y="19616"/>
                              <a:pt x="119775" y="13139"/>
                              <a:pt x="116537" y="7519"/>
                            </a:cubicBezTo>
                            <a:cubicBezTo>
                              <a:pt x="114537" y="4090"/>
                              <a:pt x="107393" y="5138"/>
                              <a:pt x="101392" y="4471"/>
                            </a:cubicBezTo>
                            <a:cubicBezTo>
                              <a:pt x="87295" y="3519"/>
                              <a:pt x="73579" y="3900"/>
                              <a:pt x="58530" y="1995"/>
                            </a:cubicBezTo>
                            <a:cubicBezTo>
                              <a:pt x="45766" y="375"/>
                              <a:pt x="30050" y="-3149"/>
                              <a:pt x="14429" y="6376"/>
                            </a:cubicBezTo>
                            <a:cubicBezTo>
                              <a:pt x="237" y="14853"/>
                              <a:pt x="-3764" y="29046"/>
                              <a:pt x="3666" y="3476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35" name="Forme libre : forme 10834">
                        <a:extLst>
                          <a:ext uri="{FF2B5EF4-FFF2-40B4-BE49-F238E27FC236}">
                            <a16:creationId xmlns:a16="http://schemas.microsoft.com/office/drawing/2014/main" id="{1C740C79-0A75-4CB1-97E2-DDD63009AC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8372" y="2820462"/>
                        <a:ext cx="35069" cy="24250"/>
                      </a:xfrm>
                      <a:custGeom>
                        <a:avLst/>
                        <a:gdLst>
                          <a:gd name="connsiteX0" fmla="*/ 2286 w 35069"/>
                          <a:gd name="connsiteY0" fmla="*/ 19131 h 24250"/>
                          <a:gd name="connsiteX1" fmla="*/ 0 w 35069"/>
                          <a:gd name="connsiteY1" fmla="*/ 23036 h 24250"/>
                          <a:gd name="connsiteX2" fmla="*/ 3715 w 35069"/>
                          <a:gd name="connsiteY2" fmla="*/ 23989 h 24250"/>
                          <a:gd name="connsiteX3" fmla="*/ 10382 w 35069"/>
                          <a:gd name="connsiteY3" fmla="*/ 20941 h 24250"/>
                          <a:gd name="connsiteX4" fmla="*/ 26098 w 35069"/>
                          <a:gd name="connsiteY4" fmla="*/ 12082 h 24250"/>
                          <a:gd name="connsiteX5" fmla="*/ 31528 w 35069"/>
                          <a:gd name="connsiteY5" fmla="*/ 8273 h 24250"/>
                          <a:gd name="connsiteX6" fmla="*/ 24860 w 35069"/>
                          <a:gd name="connsiteY6" fmla="*/ 1891 h 24250"/>
                          <a:gd name="connsiteX7" fmla="*/ 2286 w 35069"/>
                          <a:gd name="connsiteY7" fmla="*/ 19131 h 24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069" h="24250">
                            <a:moveTo>
                              <a:pt x="2286" y="19131"/>
                            </a:moveTo>
                            <a:cubicBezTo>
                              <a:pt x="953" y="20655"/>
                              <a:pt x="0" y="21703"/>
                              <a:pt x="0" y="23036"/>
                            </a:cubicBezTo>
                            <a:cubicBezTo>
                              <a:pt x="0" y="24370"/>
                              <a:pt x="1714" y="24465"/>
                              <a:pt x="3715" y="23989"/>
                            </a:cubicBezTo>
                            <a:cubicBezTo>
                              <a:pt x="5715" y="23512"/>
                              <a:pt x="8382" y="22084"/>
                              <a:pt x="10382" y="20941"/>
                            </a:cubicBezTo>
                            <a:cubicBezTo>
                              <a:pt x="15526" y="17893"/>
                              <a:pt x="21241" y="15226"/>
                              <a:pt x="26098" y="12082"/>
                            </a:cubicBezTo>
                            <a:cubicBezTo>
                              <a:pt x="28099" y="10844"/>
                              <a:pt x="30099" y="9701"/>
                              <a:pt x="31528" y="8273"/>
                            </a:cubicBezTo>
                            <a:cubicBezTo>
                              <a:pt x="37814" y="2653"/>
                              <a:pt x="35814" y="-3062"/>
                              <a:pt x="24860" y="1891"/>
                            </a:cubicBezTo>
                            <a:cubicBezTo>
                              <a:pt x="16478" y="5701"/>
                              <a:pt x="7715" y="12844"/>
                              <a:pt x="2286" y="1913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36" name="Forme libre : forme 10835">
                        <a:extLst>
                          <a:ext uri="{FF2B5EF4-FFF2-40B4-BE49-F238E27FC236}">
                            <a16:creationId xmlns:a16="http://schemas.microsoft.com/office/drawing/2014/main" id="{4AEFB12B-E74C-4579-BC67-0B3721E8C4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05527" y="2826924"/>
                        <a:ext cx="53339" cy="32003"/>
                      </a:xfrm>
                      <a:custGeom>
                        <a:avLst/>
                        <a:gdLst>
                          <a:gd name="connsiteX0" fmla="*/ 53340 w 53339"/>
                          <a:gd name="connsiteY0" fmla="*/ 0 h 32003"/>
                          <a:gd name="connsiteX1" fmla="*/ 29146 w 53339"/>
                          <a:gd name="connsiteY1" fmla="*/ 17526 h 32003"/>
                          <a:gd name="connsiteX2" fmla="*/ 13811 w 53339"/>
                          <a:gd name="connsiteY2" fmla="*/ 25241 h 32003"/>
                          <a:gd name="connsiteX3" fmla="*/ 0 w 53339"/>
                          <a:gd name="connsiteY3" fmla="*/ 32004 h 32003"/>
                          <a:gd name="connsiteX4" fmla="*/ 13525 w 53339"/>
                          <a:gd name="connsiteY4" fmla="*/ 24670 h 32003"/>
                          <a:gd name="connsiteX5" fmla="*/ 27337 w 53339"/>
                          <a:gd name="connsiteY5" fmla="*/ 16288 h 32003"/>
                          <a:gd name="connsiteX6" fmla="*/ 53340 w 53339"/>
                          <a:gd name="connsiteY6" fmla="*/ 0 h 32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3339" h="32003">
                            <a:moveTo>
                              <a:pt x="53340" y="0"/>
                            </a:moveTo>
                            <a:cubicBezTo>
                              <a:pt x="48768" y="6858"/>
                              <a:pt x="39338" y="12192"/>
                              <a:pt x="29146" y="17526"/>
                            </a:cubicBezTo>
                            <a:cubicBezTo>
                              <a:pt x="23813" y="20193"/>
                              <a:pt x="18669" y="22860"/>
                              <a:pt x="13811" y="25241"/>
                            </a:cubicBezTo>
                            <a:cubicBezTo>
                              <a:pt x="8763" y="27622"/>
                              <a:pt x="4096" y="29623"/>
                              <a:pt x="0" y="32004"/>
                            </a:cubicBezTo>
                            <a:cubicBezTo>
                              <a:pt x="4191" y="29718"/>
                              <a:pt x="8668" y="27241"/>
                              <a:pt x="13525" y="24670"/>
                            </a:cubicBezTo>
                            <a:cubicBezTo>
                              <a:pt x="18097" y="22098"/>
                              <a:pt x="22669" y="18955"/>
                              <a:pt x="27337" y="16288"/>
                            </a:cubicBezTo>
                            <a:cubicBezTo>
                              <a:pt x="36004" y="10763"/>
                              <a:pt x="45148" y="5143"/>
                              <a:pt x="5334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37" name="Forme libre : forme 10836">
                        <a:extLst>
                          <a:ext uri="{FF2B5EF4-FFF2-40B4-BE49-F238E27FC236}">
                            <a16:creationId xmlns:a16="http://schemas.microsoft.com/office/drawing/2014/main" id="{3C902148-69C4-44E6-9F54-673F819CAD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7891" y="2809779"/>
                        <a:ext cx="52768" cy="54768"/>
                      </a:xfrm>
                      <a:custGeom>
                        <a:avLst/>
                        <a:gdLst>
                          <a:gd name="connsiteX0" fmla="*/ 52769 w 52768"/>
                          <a:gd name="connsiteY0" fmla="*/ 0 h 54768"/>
                          <a:gd name="connsiteX1" fmla="*/ 0 w 52768"/>
                          <a:gd name="connsiteY1" fmla="*/ 54769 h 54768"/>
                          <a:gd name="connsiteX2" fmla="*/ 52769 w 52768"/>
                          <a:gd name="connsiteY2" fmla="*/ 0 h 54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2768" h="54768">
                            <a:moveTo>
                              <a:pt x="52769" y="0"/>
                            </a:moveTo>
                            <a:cubicBezTo>
                              <a:pt x="25908" y="12763"/>
                              <a:pt x="8763" y="35052"/>
                              <a:pt x="0" y="54769"/>
                            </a:cubicBezTo>
                            <a:cubicBezTo>
                              <a:pt x="7144" y="35814"/>
                              <a:pt x="31147" y="13526"/>
                              <a:pt x="5276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38" name="Forme libre : forme 10837">
                        <a:extLst>
                          <a:ext uri="{FF2B5EF4-FFF2-40B4-BE49-F238E27FC236}">
                            <a16:creationId xmlns:a16="http://schemas.microsoft.com/office/drawing/2014/main" id="{2193E914-C714-4848-AA4C-5882A85DF8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7108" y="2818330"/>
                        <a:ext cx="35913" cy="9335"/>
                      </a:xfrm>
                      <a:custGeom>
                        <a:avLst/>
                        <a:gdLst>
                          <a:gd name="connsiteX0" fmla="*/ 35752 w 35913"/>
                          <a:gd name="connsiteY0" fmla="*/ 3070 h 9335"/>
                          <a:gd name="connsiteX1" fmla="*/ 15368 w 35913"/>
                          <a:gd name="connsiteY1" fmla="*/ 8594 h 9335"/>
                          <a:gd name="connsiteX2" fmla="*/ 128 w 35913"/>
                          <a:gd name="connsiteY2" fmla="*/ 6404 h 9335"/>
                          <a:gd name="connsiteX3" fmla="*/ 19369 w 35913"/>
                          <a:gd name="connsiteY3" fmla="*/ 212 h 9335"/>
                          <a:gd name="connsiteX4" fmla="*/ 35752 w 35913"/>
                          <a:gd name="connsiteY4" fmla="*/ 3070 h 9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913" h="9335">
                            <a:moveTo>
                              <a:pt x="35752" y="3070"/>
                            </a:moveTo>
                            <a:cubicBezTo>
                              <a:pt x="34037" y="7070"/>
                              <a:pt x="19750" y="7928"/>
                              <a:pt x="15368" y="8594"/>
                            </a:cubicBezTo>
                            <a:cubicBezTo>
                              <a:pt x="11082" y="9261"/>
                              <a:pt x="-1396" y="10595"/>
                              <a:pt x="128" y="6404"/>
                            </a:cubicBezTo>
                            <a:cubicBezTo>
                              <a:pt x="1748" y="2308"/>
                              <a:pt x="15178" y="403"/>
                              <a:pt x="19369" y="212"/>
                            </a:cubicBezTo>
                            <a:cubicBezTo>
                              <a:pt x="23655" y="22"/>
                              <a:pt x="37562" y="-836"/>
                              <a:pt x="35752" y="307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39" name="Forme libre : forme 10838">
                        <a:extLst>
                          <a:ext uri="{FF2B5EF4-FFF2-40B4-BE49-F238E27FC236}">
                            <a16:creationId xmlns:a16="http://schemas.microsoft.com/office/drawing/2014/main" id="{64A0D55C-B43E-4970-A2D8-EFB72543EE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98122" y="2818547"/>
                        <a:ext cx="10231" cy="3616"/>
                      </a:xfrm>
                      <a:custGeom>
                        <a:avLst/>
                        <a:gdLst>
                          <a:gd name="connsiteX0" fmla="*/ 10167 w 10231"/>
                          <a:gd name="connsiteY0" fmla="*/ 1043 h 3616"/>
                          <a:gd name="connsiteX1" fmla="*/ 5785 w 10231"/>
                          <a:gd name="connsiteY1" fmla="*/ 3329 h 3616"/>
                          <a:gd name="connsiteX2" fmla="*/ 70 w 10231"/>
                          <a:gd name="connsiteY2" fmla="*/ 2757 h 3616"/>
                          <a:gd name="connsiteX3" fmla="*/ 4261 w 10231"/>
                          <a:gd name="connsiteY3" fmla="*/ 281 h 3616"/>
                          <a:gd name="connsiteX4" fmla="*/ 10167 w 10231"/>
                          <a:gd name="connsiteY4" fmla="*/ 1043 h 3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1" h="3616">
                            <a:moveTo>
                              <a:pt x="10167" y="1043"/>
                            </a:moveTo>
                            <a:cubicBezTo>
                              <a:pt x="10738" y="2376"/>
                              <a:pt x="7405" y="2948"/>
                              <a:pt x="5785" y="3329"/>
                            </a:cubicBezTo>
                            <a:cubicBezTo>
                              <a:pt x="4071" y="3615"/>
                              <a:pt x="642" y="3995"/>
                              <a:pt x="70" y="2757"/>
                            </a:cubicBezTo>
                            <a:cubicBezTo>
                              <a:pt x="-501" y="1424"/>
                              <a:pt x="2547" y="566"/>
                              <a:pt x="4261" y="281"/>
                            </a:cubicBezTo>
                            <a:cubicBezTo>
                              <a:pt x="5976" y="-100"/>
                              <a:pt x="9595" y="-291"/>
                              <a:pt x="10167" y="104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40" name="Forme libre : forme 10839">
                        <a:extLst>
                          <a:ext uri="{FF2B5EF4-FFF2-40B4-BE49-F238E27FC236}">
                            <a16:creationId xmlns:a16="http://schemas.microsoft.com/office/drawing/2014/main" id="{7FE032B7-C545-482B-A120-876838428F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1109" y="2793242"/>
                        <a:ext cx="94173" cy="30158"/>
                      </a:xfrm>
                      <a:custGeom>
                        <a:avLst/>
                        <a:gdLst>
                          <a:gd name="connsiteX0" fmla="*/ 71279 w 94173"/>
                          <a:gd name="connsiteY0" fmla="*/ 9775 h 30158"/>
                          <a:gd name="connsiteX1" fmla="*/ 93663 w 94173"/>
                          <a:gd name="connsiteY1" fmla="*/ 24538 h 30158"/>
                          <a:gd name="connsiteX2" fmla="*/ 87376 w 94173"/>
                          <a:gd name="connsiteY2" fmla="*/ 30158 h 30158"/>
                          <a:gd name="connsiteX3" fmla="*/ 76803 w 94173"/>
                          <a:gd name="connsiteY3" fmla="*/ 26824 h 30158"/>
                          <a:gd name="connsiteX4" fmla="*/ 43752 w 94173"/>
                          <a:gd name="connsiteY4" fmla="*/ 16537 h 30158"/>
                          <a:gd name="connsiteX5" fmla="*/ 17367 w 94173"/>
                          <a:gd name="connsiteY5" fmla="*/ 16061 h 30158"/>
                          <a:gd name="connsiteX6" fmla="*/ 413 w 94173"/>
                          <a:gd name="connsiteY6" fmla="*/ 10822 h 30158"/>
                          <a:gd name="connsiteX7" fmla="*/ 22225 w 94173"/>
                          <a:gd name="connsiteY7" fmla="*/ 1202 h 30158"/>
                          <a:gd name="connsiteX8" fmla="*/ 48419 w 94173"/>
                          <a:gd name="connsiteY8" fmla="*/ 821 h 30158"/>
                          <a:gd name="connsiteX9" fmla="*/ 71279 w 94173"/>
                          <a:gd name="connsiteY9" fmla="*/ 9775 h 301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4173" h="30158">
                            <a:moveTo>
                              <a:pt x="71279" y="9775"/>
                            </a:moveTo>
                            <a:cubicBezTo>
                              <a:pt x="81375" y="14061"/>
                              <a:pt x="88424" y="17490"/>
                              <a:pt x="93663" y="24538"/>
                            </a:cubicBezTo>
                            <a:cubicBezTo>
                              <a:pt x="95568" y="27110"/>
                              <a:pt x="91853" y="30063"/>
                              <a:pt x="87376" y="30158"/>
                            </a:cubicBezTo>
                            <a:cubicBezTo>
                              <a:pt x="82804" y="30158"/>
                              <a:pt x="79946" y="28443"/>
                              <a:pt x="76803" y="26824"/>
                            </a:cubicBezTo>
                            <a:cubicBezTo>
                              <a:pt x="67088" y="21490"/>
                              <a:pt x="56325" y="19109"/>
                              <a:pt x="43752" y="16537"/>
                            </a:cubicBezTo>
                            <a:cubicBezTo>
                              <a:pt x="39942" y="16061"/>
                              <a:pt x="27845" y="16251"/>
                              <a:pt x="17367" y="16061"/>
                            </a:cubicBezTo>
                            <a:cubicBezTo>
                              <a:pt x="6985" y="16251"/>
                              <a:pt x="-2064" y="15490"/>
                              <a:pt x="413" y="10822"/>
                            </a:cubicBezTo>
                            <a:cubicBezTo>
                              <a:pt x="2985" y="6346"/>
                              <a:pt x="12129" y="2535"/>
                              <a:pt x="22225" y="1202"/>
                            </a:cubicBezTo>
                            <a:cubicBezTo>
                              <a:pt x="32321" y="-227"/>
                              <a:pt x="42989" y="-417"/>
                              <a:pt x="48419" y="821"/>
                            </a:cubicBezTo>
                            <a:cubicBezTo>
                              <a:pt x="59372" y="2821"/>
                              <a:pt x="63659" y="6536"/>
                              <a:pt x="71279" y="977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69" name="Graphique 1">
                      <a:extLst>
                        <a:ext uri="{FF2B5EF4-FFF2-40B4-BE49-F238E27FC236}">
                          <a16:creationId xmlns:a16="http://schemas.microsoft.com/office/drawing/2014/main" id="{5C95ABC4-6547-4019-A21D-299B455E09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64923" y="2800062"/>
                      <a:ext cx="171482" cy="144209"/>
                      <a:chOff x="3864923" y="2800062"/>
                      <a:chExt cx="171482" cy="144209"/>
                    </a:xfrm>
                    <a:solidFill>
                      <a:schemeClr val="accent1"/>
                    </a:solidFill>
                  </p:grpSpPr>
                  <p:sp>
                    <p:nvSpPr>
                      <p:cNvPr id="10817" name="Forme libre : forme 10816">
                        <a:extLst>
                          <a:ext uri="{FF2B5EF4-FFF2-40B4-BE49-F238E27FC236}">
                            <a16:creationId xmlns:a16="http://schemas.microsoft.com/office/drawing/2014/main" id="{364C4669-CD37-4166-819F-AA74B2B6BF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4923" y="2800062"/>
                        <a:ext cx="171482" cy="144209"/>
                      </a:xfrm>
                      <a:custGeom>
                        <a:avLst/>
                        <a:gdLst>
                          <a:gd name="connsiteX0" fmla="*/ 88813 w 171482"/>
                          <a:gd name="connsiteY0" fmla="*/ 118302 h 144209"/>
                          <a:gd name="connsiteX1" fmla="*/ 65191 w 171482"/>
                          <a:gd name="connsiteY1" fmla="*/ 94204 h 144209"/>
                          <a:gd name="connsiteX2" fmla="*/ 44426 w 171482"/>
                          <a:gd name="connsiteY2" fmla="*/ 75345 h 144209"/>
                          <a:gd name="connsiteX3" fmla="*/ 22328 w 171482"/>
                          <a:gd name="connsiteY3" fmla="*/ 55342 h 144209"/>
                          <a:gd name="connsiteX4" fmla="*/ 2802 w 171482"/>
                          <a:gd name="connsiteY4" fmla="*/ 31148 h 144209"/>
                          <a:gd name="connsiteX5" fmla="*/ 6612 w 171482"/>
                          <a:gd name="connsiteY5" fmla="*/ 9908 h 144209"/>
                          <a:gd name="connsiteX6" fmla="*/ 42140 w 171482"/>
                          <a:gd name="connsiteY6" fmla="*/ 2 h 144209"/>
                          <a:gd name="connsiteX7" fmla="*/ 88813 w 171482"/>
                          <a:gd name="connsiteY7" fmla="*/ 14385 h 144209"/>
                          <a:gd name="connsiteX8" fmla="*/ 118816 w 171482"/>
                          <a:gd name="connsiteY8" fmla="*/ 39340 h 144209"/>
                          <a:gd name="connsiteX9" fmla="*/ 141962 w 171482"/>
                          <a:gd name="connsiteY9" fmla="*/ 64772 h 144209"/>
                          <a:gd name="connsiteX10" fmla="*/ 158726 w 171482"/>
                          <a:gd name="connsiteY10" fmla="*/ 91918 h 144209"/>
                          <a:gd name="connsiteX11" fmla="*/ 168061 w 171482"/>
                          <a:gd name="connsiteY11" fmla="*/ 116112 h 144209"/>
                          <a:gd name="connsiteX12" fmla="*/ 167394 w 171482"/>
                          <a:gd name="connsiteY12" fmla="*/ 137257 h 144209"/>
                          <a:gd name="connsiteX13" fmla="*/ 129294 w 171482"/>
                          <a:gd name="connsiteY13" fmla="*/ 142496 h 144209"/>
                          <a:gd name="connsiteX14" fmla="*/ 88813 w 171482"/>
                          <a:gd name="connsiteY14" fmla="*/ 118302 h 144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71482" h="144209">
                            <a:moveTo>
                              <a:pt x="88813" y="118302"/>
                            </a:moveTo>
                            <a:cubicBezTo>
                              <a:pt x="82336" y="112111"/>
                              <a:pt x="73382" y="102491"/>
                              <a:pt x="65191" y="94204"/>
                            </a:cubicBezTo>
                            <a:cubicBezTo>
                              <a:pt x="57094" y="85822"/>
                              <a:pt x="48808" y="78964"/>
                              <a:pt x="44426" y="75345"/>
                            </a:cubicBezTo>
                            <a:cubicBezTo>
                              <a:pt x="35949" y="68582"/>
                              <a:pt x="28900" y="62390"/>
                              <a:pt x="22328" y="55342"/>
                            </a:cubicBezTo>
                            <a:cubicBezTo>
                              <a:pt x="15756" y="48198"/>
                              <a:pt x="9755" y="40197"/>
                              <a:pt x="2802" y="31148"/>
                            </a:cubicBezTo>
                            <a:cubicBezTo>
                              <a:pt x="-1960" y="24957"/>
                              <a:pt x="-627" y="14099"/>
                              <a:pt x="6612" y="9908"/>
                            </a:cubicBezTo>
                            <a:cubicBezTo>
                              <a:pt x="16994" y="4002"/>
                              <a:pt x="28424" y="97"/>
                              <a:pt x="42140" y="2"/>
                            </a:cubicBezTo>
                            <a:cubicBezTo>
                              <a:pt x="55666" y="-94"/>
                              <a:pt x="71763" y="3526"/>
                              <a:pt x="88813" y="14385"/>
                            </a:cubicBezTo>
                            <a:cubicBezTo>
                              <a:pt x="97766" y="20099"/>
                              <a:pt x="109101" y="29434"/>
                              <a:pt x="118816" y="39340"/>
                            </a:cubicBezTo>
                            <a:cubicBezTo>
                              <a:pt x="128627" y="49151"/>
                              <a:pt x="136914" y="58866"/>
                              <a:pt x="141962" y="64772"/>
                            </a:cubicBezTo>
                            <a:cubicBezTo>
                              <a:pt x="151582" y="76106"/>
                              <a:pt x="155869" y="84203"/>
                              <a:pt x="158726" y="91918"/>
                            </a:cubicBezTo>
                            <a:cubicBezTo>
                              <a:pt x="161584" y="99729"/>
                              <a:pt x="163012" y="107539"/>
                              <a:pt x="168061" y="116112"/>
                            </a:cubicBezTo>
                            <a:cubicBezTo>
                              <a:pt x="171299" y="122017"/>
                              <a:pt x="174061" y="132780"/>
                              <a:pt x="167394" y="137257"/>
                            </a:cubicBezTo>
                            <a:cubicBezTo>
                              <a:pt x="157678" y="143829"/>
                              <a:pt x="143962" y="146115"/>
                              <a:pt x="129294" y="142496"/>
                            </a:cubicBezTo>
                            <a:cubicBezTo>
                              <a:pt x="114625" y="138972"/>
                              <a:pt x="100814" y="129732"/>
                              <a:pt x="88813" y="11830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18" name="Forme libre : forme 10817">
                        <a:extLst>
                          <a:ext uri="{FF2B5EF4-FFF2-40B4-BE49-F238E27FC236}">
                            <a16:creationId xmlns:a16="http://schemas.microsoft.com/office/drawing/2014/main" id="{87187170-9C57-4DE4-BD2F-60E58831C9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4956" y="2821876"/>
                        <a:ext cx="167551" cy="122150"/>
                      </a:xfrm>
                      <a:custGeom>
                        <a:avLst/>
                        <a:gdLst>
                          <a:gd name="connsiteX0" fmla="*/ 67539 w 167551"/>
                          <a:gd name="connsiteY0" fmla="*/ 37243 h 122150"/>
                          <a:gd name="connsiteX1" fmla="*/ 7 w 167551"/>
                          <a:gd name="connsiteY1" fmla="*/ 0 h 122150"/>
                          <a:gd name="connsiteX2" fmla="*/ 2769 w 167551"/>
                          <a:gd name="connsiteY2" fmla="*/ 9239 h 122150"/>
                          <a:gd name="connsiteX3" fmla="*/ 9627 w 167551"/>
                          <a:gd name="connsiteY3" fmla="*/ 18193 h 122150"/>
                          <a:gd name="connsiteX4" fmla="*/ 29344 w 167551"/>
                          <a:gd name="connsiteY4" fmla="*/ 40481 h 122150"/>
                          <a:gd name="connsiteX5" fmla="*/ 44394 w 167551"/>
                          <a:gd name="connsiteY5" fmla="*/ 53435 h 122150"/>
                          <a:gd name="connsiteX6" fmla="*/ 50680 w 167551"/>
                          <a:gd name="connsiteY6" fmla="*/ 58769 h 122150"/>
                          <a:gd name="connsiteX7" fmla="*/ 67444 w 167551"/>
                          <a:gd name="connsiteY7" fmla="*/ 74485 h 122150"/>
                          <a:gd name="connsiteX8" fmla="*/ 84970 w 167551"/>
                          <a:gd name="connsiteY8" fmla="*/ 92583 h 122150"/>
                          <a:gd name="connsiteX9" fmla="*/ 88780 w 167551"/>
                          <a:gd name="connsiteY9" fmla="*/ 96393 h 122150"/>
                          <a:gd name="connsiteX10" fmla="*/ 116784 w 167551"/>
                          <a:gd name="connsiteY10" fmla="*/ 116110 h 122150"/>
                          <a:gd name="connsiteX11" fmla="*/ 156884 w 167551"/>
                          <a:gd name="connsiteY11" fmla="*/ 120396 h 122150"/>
                          <a:gd name="connsiteX12" fmla="*/ 167266 w 167551"/>
                          <a:gd name="connsiteY12" fmla="*/ 115348 h 122150"/>
                          <a:gd name="connsiteX13" fmla="*/ 167552 w 167551"/>
                          <a:gd name="connsiteY13" fmla="*/ 115062 h 122150"/>
                          <a:gd name="connsiteX14" fmla="*/ 135548 w 167551"/>
                          <a:gd name="connsiteY14" fmla="*/ 101346 h 122150"/>
                          <a:gd name="connsiteX15" fmla="*/ 111164 w 167551"/>
                          <a:gd name="connsiteY15" fmla="*/ 79057 h 122150"/>
                          <a:gd name="connsiteX16" fmla="*/ 67539 w 167551"/>
                          <a:gd name="connsiteY16" fmla="*/ 37243 h 122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67551" h="122150">
                            <a:moveTo>
                              <a:pt x="67539" y="37243"/>
                            </a:moveTo>
                            <a:cubicBezTo>
                              <a:pt x="46584" y="21431"/>
                              <a:pt x="20677" y="13525"/>
                              <a:pt x="7" y="0"/>
                            </a:cubicBezTo>
                            <a:cubicBezTo>
                              <a:pt x="-88" y="3334"/>
                              <a:pt x="769" y="6667"/>
                              <a:pt x="2769" y="9239"/>
                            </a:cubicBezTo>
                            <a:cubicBezTo>
                              <a:pt x="5151" y="12382"/>
                              <a:pt x="7532" y="15335"/>
                              <a:pt x="9627" y="18193"/>
                            </a:cubicBezTo>
                            <a:cubicBezTo>
                              <a:pt x="16104" y="26479"/>
                              <a:pt x="22296" y="33814"/>
                              <a:pt x="29344" y="40481"/>
                            </a:cubicBezTo>
                            <a:cubicBezTo>
                              <a:pt x="33916" y="44767"/>
                              <a:pt x="38869" y="48958"/>
                              <a:pt x="44394" y="53435"/>
                            </a:cubicBezTo>
                            <a:cubicBezTo>
                              <a:pt x="46013" y="54673"/>
                              <a:pt x="48108" y="56579"/>
                              <a:pt x="50680" y="58769"/>
                            </a:cubicBezTo>
                            <a:cubicBezTo>
                              <a:pt x="55633" y="62770"/>
                              <a:pt x="61444" y="68580"/>
                              <a:pt x="67444" y="74485"/>
                            </a:cubicBezTo>
                            <a:cubicBezTo>
                              <a:pt x="73826" y="81153"/>
                              <a:pt x="80112" y="87535"/>
                              <a:pt x="84970" y="92583"/>
                            </a:cubicBezTo>
                            <a:cubicBezTo>
                              <a:pt x="86304" y="93916"/>
                              <a:pt x="87637" y="95250"/>
                              <a:pt x="88780" y="96393"/>
                            </a:cubicBezTo>
                            <a:cubicBezTo>
                              <a:pt x="97448" y="104680"/>
                              <a:pt x="106782" y="111442"/>
                              <a:pt x="116784" y="116110"/>
                            </a:cubicBezTo>
                            <a:cubicBezTo>
                              <a:pt x="130595" y="122491"/>
                              <a:pt x="145359" y="123634"/>
                              <a:pt x="156884" y="120396"/>
                            </a:cubicBezTo>
                            <a:cubicBezTo>
                              <a:pt x="160694" y="119063"/>
                              <a:pt x="164218" y="117348"/>
                              <a:pt x="167266" y="115348"/>
                            </a:cubicBezTo>
                            <a:lnTo>
                              <a:pt x="167552" y="115062"/>
                            </a:lnTo>
                            <a:cubicBezTo>
                              <a:pt x="155741" y="113633"/>
                              <a:pt x="144692" y="108013"/>
                              <a:pt x="135548" y="101346"/>
                            </a:cubicBezTo>
                            <a:cubicBezTo>
                              <a:pt x="126309" y="94583"/>
                              <a:pt x="118498" y="86773"/>
                              <a:pt x="111164" y="79057"/>
                            </a:cubicBezTo>
                            <a:cubicBezTo>
                              <a:pt x="96686" y="63532"/>
                              <a:pt x="83160" y="48101"/>
                              <a:pt x="67539" y="3724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19" name="Forme libre : forme 10818">
                        <a:extLst>
                          <a:ext uri="{FF2B5EF4-FFF2-40B4-BE49-F238E27FC236}">
                            <a16:creationId xmlns:a16="http://schemas.microsoft.com/office/drawing/2014/main" id="{9A1E8433-68B0-47FD-A2BF-3D84AC47DA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0739" y="2843711"/>
                        <a:ext cx="70430" cy="71329"/>
                      </a:xfrm>
                      <a:custGeom>
                        <a:avLst/>
                        <a:gdLst>
                          <a:gd name="connsiteX0" fmla="*/ 69574 w 70430"/>
                          <a:gd name="connsiteY0" fmla="*/ 69605 h 71329"/>
                          <a:gd name="connsiteX1" fmla="*/ 47571 w 70430"/>
                          <a:gd name="connsiteY1" fmla="*/ 62842 h 71329"/>
                          <a:gd name="connsiteX2" fmla="*/ 25092 w 70430"/>
                          <a:gd name="connsiteY2" fmla="*/ 42459 h 71329"/>
                          <a:gd name="connsiteX3" fmla="*/ 8043 w 70430"/>
                          <a:gd name="connsiteY3" fmla="*/ 21980 h 71329"/>
                          <a:gd name="connsiteX4" fmla="*/ 899 w 70430"/>
                          <a:gd name="connsiteY4" fmla="*/ 2358 h 71329"/>
                          <a:gd name="connsiteX5" fmla="*/ 21759 w 70430"/>
                          <a:gd name="connsiteY5" fmla="*/ 6263 h 71329"/>
                          <a:gd name="connsiteX6" fmla="*/ 42999 w 70430"/>
                          <a:gd name="connsiteY6" fmla="*/ 25313 h 71329"/>
                          <a:gd name="connsiteX7" fmla="*/ 61192 w 70430"/>
                          <a:gd name="connsiteY7" fmla="*/ 48459 h 71329"/>
                          <a:gd name="connsiteX8" fmla="*/ 69574 w 70430"/>
                          <a:gd name="connsiteY8" fmla="*/ 69605 h 713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0430" h="71329">
                            <a:moveTo>
                              <a:pt x="69574" y="69605"/>
                            </a:moveTo>
                            <a:cubicBezTo>
                              <a:pt x="66621" y="73796"/>
                              <a:pt x="56811" y="69891"/>
                              <a:pt x="47571" y="62842"/>
                            </a:cubicBezTo>
                            <a:cubicBezTo>
                              <a:pt x="38237" y="55889"/>
                              <a:pt x="29474" y="46935"/>
                              <a:pt x="25092" y="42459"/>
                            </a:cubicBezTo>
                            <a:cubicBezTo>
                              <a:pt x="20806" y="37982"/>
                              <a:pt x="13758" y="29504"/>
                              <a:pt x="8043" y="21980"/>
                            </a:cubicBezTo>
                            <a:cubicBezTo>
                              <a:pt x="2423" y="14360"/>
                              <a:pt x="-1959" y="6930"/>
                              <a:pt x="899" y="2358"/>
                            </a:cubicBezTo>
                            <a:cubicBezTo>
                              <a:pt x="3852" y="-2309"/>
                              <a:pt x="12805" y="453"/>
                              <a:pt x="21759" y="6263"/>
                            </a:cubicBezTo>
                            <a:cubicBezTo>
                              <a:pt x="30807" y="11978"/>
                              <a:pt x="38999" y="20742"/>
                              <a:pt x="42999" y="25313"/>
                            </a:cubicBezTo>
                            <a:cubicBezTo>
                              <a:pt x="47095" y="29885"/>
                              <a:pt x="55001" y="39601"/>
                              <a:pt x="61192" y="48459"/>
                            </a:cubicBezTo>
                            <a:cubicBezTo>
                              <a:pt x="67383" y="57508"/>
                              <a:pt x="72527" y="65509"/>
                              <a:pt x="69574" y="6960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20" name="Forme libre : forme 10819">
                        <a:extLst>
                          <a:ext uri="{FF2B5EF4-FFF2-40B4-BE49-F238E27FC236}">
                            <a16:creationId xmlns:a16="http://schemas.microsoft.com/office/drawing/2014/main" id="{FBCAA82B-2E49-4B18-8603-BB28B5D75C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0887" y="2843282"/>
                        <a:ext cx="40470" cy="57270"/>
                      </a:xfrm>
                      <a:custGeom>
                        <a:avLst/>
                        <a:gdLst>
                          <a:gd name="connsiteX0" fmla="*/ 23040 w 40470"/>
                          <a:gd name="connsiteY0" fmla="*/ 8121 h 57270"/>
                          <a:gd name="connsiteX1" fmla="*/ 370 w 40470"/>
                          <a:gd name="connsiteY1" fmla="*/ 2597 h 57270"/>
                          <a:gd name="connsiteX2" fmla="*/ 7895 w 40470"/>
                          <a:gd name="connsiteY2" fmla="*/ 22409 h 57270"/>
                          <a:gd name="connsiteX3" fmla="*/ 25326 w 40470"/>
                          <a:gd name="connsiteY3" fmla="*/ 43364 h 57270"/>
                          <a:gd name="connsiteX4" fmla="*/ 40471 w 40470"/>
                          <a:gd name="connsiteY4" fmla="*/ 57270 h 57270"/>
                          <a:gd name="connsiteX5" fmla="*/ 33517 w 40470"/>
                          <a:gd name="connsiteY5" fmla="*/ 48698 h 57270"/>
                          <a:gd name="connsiteX6" fmla="*/ 23040 w 40470"/>
                          <a:gd name="connsiteY6" fmla="*/ 8121 h 572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0470" h="57270">
                            <a:moveTo>
                              <a:pt x="23040" y="8121"/>
                            </a:moveTo>
                            <a:cubicBezTo>
                              <a:pt x="17325" y="4978"/>
                              <a:pt x="2371" y="-4547"/>
                              <a:pt x="370" y="2597"/>
                            </a:cubicBezTo>
                            <a:cubicBezTo>
                              <a:pt x="-1249" y="8121"/>
                              <a:pt x="2657" y="15170"/>
                              <a:pt x="7895" y="22409"/>
                            </a:cubicBezTo>
                            <a:cubicBezTo>
                              <a:pt x="13229" y="29553"/>
                              <a:pt x="19897" y="37649"/>
                              <a:pt x="25326" y="43364"/>
                            </a:cubicBezTo>
                            <a:cubicBezTo>
                              <a:pt x="28374" y="46698"/>
                              <a:pt x="36089" y="53937"/>
                              <a:pt x="40471" y="57270"/>
                            </a:cubicBezTo>
                            <a:cubicBezTo>
                              <a:pt x="38470" y="54984"/>
                              <a:pt x="34946" y="51174"/>
                              <a:pt x="33517" y="48698"/>
                            </a:cubicBezTo>
                            <a:cubicBezTo>
                              <a:pt x="25421" y="34410"/>
                              <a:pt x="16087" y="17742"/>
                              <a:pt x="23040" y="812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21" name="Forme libre : forme 10820">
                        <a:extLst>
                          <a:ext uri="{FF2B5EF4-FFF2-40B4-BE49-F238E27FC236}">
                            <a16:creationId xmlns:a16="http://schemas.microsoft.com/office/drawing/2014/main" id="{90B2DC41-84D9-47DA-8822-3CF16E2B9C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2999" y="2849019"/>
                        <a:ext cx="71341" cy="70805"/>
                      </a:xfrm>
                      <a:custGeom>
                        <a:avLst/>
                        <a:gdLst>
                          <a:gd name="connsiteX0" fmla="*/ 70076 w 71341"/>
                          <a:gd name="connsiteY0" fmla="*/ 69536 h 70805"/>
                          <a:gd name="connsiteX1" fmla="*/ 46454 w 71341"/>
                          <a:gd name="connsiteY1" fmla="*/ 62487 h 70805"/>
                          <a:gd name="connsiteX2" fmla="*/ 23785 w 71341"/>
                          <a:gd name="connsiteY2" fmla="*/ 42580 h 70805"/>
                          <a:gd name="connsiteX3" fmla="*/ 7021 w 71341"/>
                          <a:gd name="connsiteY3" fmla="*/ 22006 h 70805"/>
                          <a:gd name="connsiteX4" fmla="*/ 1020 w 71341"/>
                          <a:gd name="connsiteY4" fmla="*/ 2384 h 70805"/>
                          <a:gd name="connsiteX5" fmla="*/ 21403 w 71341"/>
                          <a:gd name="connsiteY5" fmla="*/ 6671 h 70805"/>
                          <a:gd name="connsiteX6" fmla="*/ 42073 w 71341"/>
                          <a:gd name="connsiteY6" fmla="*/ 25625 h 70805"/>
                          <a:gd name="connsiteX7" fmla="*/ 61313 w 71341"/>
                          <a:gd name="connsiteY7" fmla="*/ 49152 h 70805"/>
                          <a:gd name="connsiteX8" fmla="*/ 70076 w 71341"/>
                          <a:gd name="connsiteY8" fmla="*/ 69536 h 708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1341" h="70805">
                            <a:moveTo>
                              <a:pt x="70076" y="69536"/>
                            </a:moveTo>
                            <a:cubicBezTo>
                              <a:pt x="65885" y="72965"/>
                              <a:pt x="55789" y="69059"/>
                              <a:pt x="46454" y="62487"/>
                            </a:cubicBezTo>
                            <a:cubicBezTo>
                              <a:pt x="37215" y="55915"/>
                              <a:pt x="28547" y="47247"/>
                              <a:pt x="23785" y="42580"/>
                            </a:cubicBezTo>
                            <a:cubicBezTo>
                              <a:pt x="19022" y="37722"/>
                              <a:pt x="12164" y="29626"/>
                              <a:pt x="7021" y="22006"/>
                            </a:cubicBezTo>
                            <a:cubicBezTo>
                              <a:pt x="1972" y="14386"/>
                              <a:pt x="-1933" y="7242"/>
                              <a:pt x="1020" y="2384"/>
                            </a:cubicBezTo>
                            <a:cubicBezTo>
                              <a:pt x="3782" y="-2378"/>
                              <a:pt x="12831" y="479"/>
                              <a:pt x="21403" y="6671"/>
                            </a:cubicBezTo>
                            <a:cubicBezTo>
                              <a:pt x="30071" y="12767"/>
                              <a:pt x="38358" y="21530"/>
                              <a:pt x="42073" y="25625"/>
                            </a:cubicBezTo>
                            <a:cubicBezTo>
                              <a:pt x="45883" y="29816"/>
                              <a:pt x="54455" y="40008"/>
                              <a:pt x="61313" y="49152"/>
                            </a:cubicBezTo>
                            <a:cubicBezTo>
                              <a:pt x="67885" y="58391"/>
                              <a:pt x="74077" y="66202"/>
                              <a:pt x="70076" y="6953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22" name="Forme libre : forme 10821">
                        <a:extLst>
                          <a:ext uri="{FF2B5EF4-FFF2-40B4-BE49-F238E27FC236}">
                            <a16:creationId xmlns:a16="http://schemas.microsoft.com/office/drawing/2014/main" id="{8AB67FC0-A3A6-4B8C-A544-725574DA66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1336" y="2815116"/>
                        <a:ext cx="84021" cy="94996"/>
                      </a:xfrm>
                      <a:custGeom>
                        <a:avLst/>
                        <a:gdLst>
                          <a:gd name="connsiteX0" fmla="*/ 107 w 84021"/>
                          <a:gd name="connsiteY0" fmla="*/ 13142 h 94996"/>
                          <a:gd name="connsiteX1" fmla="*/ 7346 w 84021"/>
                          <a:gd name="connsiteY1" fmla="*/ 28286 h 94996"/>
                          <a:gd name="connsiteX2" fmla="*/ 18681 w 84021"/>
                          <a:gd name="connsiteY2" fmla="*/ 44479 h 94996"/>
                          <a:gd name="connsiteX3" fmla="*/ 30492 w 84021"/>
                          <a:gd name="connsiteY3" fmla="*/ 60576 h 94996"/>
                          <a:gd name="connsiteX4" fmla="*/ 62115 w 84021"/>
                          <a:gd name="connsiteY4" fmla="*/ 88866 h 94996"/>
                          <a:gd name="connsiteX5" fmla="*/ 83736 w 84021"/>
                          <a:gd name="connsiteY5" fmla="*/ 91723 h 94996"/>
                          <a:gd name="connsiteX6" fmla="*/ 77545 w 84021"/>
                          <a:gd name="connsiteY6" fmla="*/ 76674 h 94996"/>
                          <a:gd name="connsiteX7" fmla="*/ 59067 w 84021"/>
                          <a:gd name="connsiteY7" fmla="*/ 37621 h 94996"/>
                          <a:gd name="connsiteX8" fmla="*/ 49732 w 84021"/>
                          <a:gd name="connsiteY8" fmla="*/ 18095 h 94996"/>
                          <a:gd name="connsiteX9" fmla="*/ 29158 w 84021"/>
                          <a:gd name="connsiteY9" fmla="*/ 2093 h 94996"/>
                          <a:gd name="connsiteX10" fmla="*/ 107 w 84021"/>
                          <a:gd name="connsiteY10" fmla="*/ 13142 h 949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4021" h="94996">
                            <a:moveTo>
                              <a:pt x="107" y="13142"/>
                            </a:moveTo>
                            <a:cubicBezTo>
                              <a:pt x="774" y="19905"/>
                              <a:pt x="2584" y="22286"/>
                              <a:pt x="7346" y="28286"/>
                            </a:cubicBezTo>
                            <a:cubicBezTo>
                              <a:pt x="11823" y="34002"/>
                              <a:pt x="15252" y="39240"/>
                              <a:pt x="18681" y="44479"/>
                            </a:cubicBezTo>
                            <a:cubicBezTo>
                              <a:pt x="22205" y="49718"/>
                              <a:pt x="25253" y="54385"/>
                              <a:pt x="30492" y="60576"/>
                            </a:cubicBezTo>
                            <a:cubicBezTo>
                              <a:pt x="38969" y="70387"/>
                              <a:pt x="50399" y="81436"/>
                              <a:pt x="62115" y="88866"/>
                            </a:cubicBezTo>
                            <a:cubicBezTo>
                              <a:pt x="70783" y="94390"/>
                              <a:pt x="81165" y="97914"/>
                              <a:pt x="83736" y="91723"/>
                            </a:cubicBezTo>
                            <a:cubicBezTo>
                              <a:pt x="85261" y="87913"/>
                              <a:pt x="80308" y="82198"/>
                              <a:pt x="77545" y="76674"/>
                            </a:cubicBezTo>
                            <a:cubicBezTo>
                              <a:pt x="71068" y="63624"/>
                              <a:pt x="64782" y="51813"/>
                              <a:pt x="59067" y="37621"/>
                            </a:cubicBezTo>
                            <a:cubicBezTo>
                              <a:pt x="56686" y="31430"/>
                              <a:pt x="54114" y="24762"/>
                              <a:pt x="49732" y="18095"/>
                            </a:cubicBezTo>
                            <a:cubicBezTo>
                              <a:pt x="45160" y="11523"/>
                              <a:pt x="38493" y="5331"/>
                              <a:pt x="29158" y="2093"/>
                            </a:cubicBezTo>
                            <a:cubicBezTo>
                              <a:pt x="11727" y="-3908"/>
                              <a:pt x="-1322" y="3998"/>
                              <a:pt x="107" y="1314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23" name="Forme libre : forme 10822">
                        <a:extLst>
                          <a:ext uri="{FF2B5EF4-FFF2-40B4-BE49-F238E27FC236}">
                            <a16:creationId xmlns:a16="http://schemas.microsoft.com/office/drawing/2014/main" id="{EBAC35C4-17EB-4665-813E-6C0B085A3E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17423" y="2825485"/>
                        <a:ext cx="39645" cy="20369"/>
                      </a:xfrm>
                      <a:custGeom>
                        <a:avLst/>
                        <a:gdLst>
                          <a:gd name="connsiteX0" fmla="*/ 5166 w 39645"/>
                          <a:gd name="connsiteY0" fmla="*/ 106 h 20369"/>
                          <a:gd name="connsiteX1" fmla="*/ 403 w 39645"/>
                          <a:gd name="connsiteY1" fmla="*/ 677 h 20369"/>
                          <a:gd name="connsiteX2" fmla="*/ 2118 w 39645"/>
                          <a:gd name="connsiteY2" fmla="*/ 4201 h 20369"/>
                          <a:gd name="connsiteX3" fmla="*/ 8785 w 39645"/>
                          <a:gd name="connsiteY3" fmla="*/ 7821 h 20369"/>
                          <a:gd name="connsiteX4" fmla="*/ 25359 w 39645"/>
                          <a:gd name="connsiteY4" fmla="*/ 16584 h 20369"/>
                          <a:gd name="connsiteX5" fmla="*/ 31455 w 39645"/>
                          <a:gd name="connsiteY5" fmla="*/ 19537 h 20369"/>
                          <a:gd name="connsiteX6" fmla="*/ 33646 w 39645"/>
                          <a:gd name="connsiteY6" fmla="*/ 10393 h 20369"/>
                          <a:gd name="connsiteX7" fmla="*/ 5166 w 39645"/>
                          <a:gd name="connsiteY7" fmla="*/ 106 h 203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645" h="20369">
                            <a:moveTo>
                              <a:pt x="5166" y="106"/>
                            </a:moveTo>
                            <a:cubicBezTo>
                              <a:pt x="3070" y="-85"/>
                              <a:pt x="1547" y="-85"/>
                              <a:pt x="403" y="677"/>
                            </a:cubicBezTo>
                            <a:cubicBezTo>
                              <a:pt x="-644" y="1534"/>
                              <a:pt x="499" y="2963"/>
                              <a:pt x="2118" y="4201"/>
                            </a:cubicBezTo>
                            <a:cubicBezTo>
                              <a:pt x="3832" y="5440"/>
                              <a:pt x="6595" y="6868"/>
                              <a:pt x="8785" y="7821"/>
                            </a:cubicBezTo>
                            <a:cubicBezTo>
                              <a:pt x="14310" y="10488"/>
                              <a:pt x="20310" y="13631"/>
                              <a:pt x="25359" y="16584"/>
                            </a:cubicBezTo>
                            <a:cubicBezTo>
                              <a:pt x="27454" y="17727"/>
                              <a:pt x="29455" y="18965"/>
                              <a:pt x="31455" y="19537"/>
                            </a:cubicBezTo>
                            <a:cubicBezTo>
                              <a:pt x="39647" y="22299"/>
                              <a:pt x="43837" y="17917"/>
                              <a:pt x="33646" y="10393"/>
                            </a:cubicBezTo>
                            <a:cubicBezTo>
                              <a:pt x="26026" y="4487"/>
                              <a:pt x="13548" y="677"/>
                              <a:pt x="5166" y="10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24" name="Forme libre : forme 10823">
                        <a:extLst>
                          <a:ext uri="{FF2B5EF4-FFF2-40B4-BE49-F238E27FC236}">
                            <a16:creationId xmlns:a16="http://schemas.microsoft.com/office/drawing/2014/main" id="{FB847F31-B472-439B-955D-AF09720168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56689" y="2919126"/>
                        <a:ext cx="72961" cy="21080"/>
                      </a:xfrm>
                      <a:custGeom>
                        <a:avLst/>
                        <a:gdLst>
                          <a:gd name="connsiteX0" fmla="*/ 72962 w 72961"/>
                          <a:gd name="connsiteY0" fmla="*/ 14859 h 21080"/>
                          <a:gd name="connsiteX1" fmla="*/ 37624 w 72961"/>
                          <a:gd name="connsiteY1" fmla="*/ 18669 h 21080"/>
                          <a:gd name="connsiteX2" fmla="*/ 0 w 72961"/>
                          <a:gd name="connsiteY2" fmla="*/ 0 h 21080"/>
                          <a:gd name="connsiteX3" fmla="*/ 36386 w 72961"/>
                          <a:gd name="connsiteY3" fmla="*/ 16097 h 21080"/>
                          <a:gd name="connsiteX4" fmla="*/ 72962 w 72961"/>
                          <a:gd name="connsiteY4" fmla="*/ 14859 h 21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2961" h="21080">
                            <a:moveTo>
                              <a:pt x="72962" y="14859"/>
                            </a:moveTo>
                            <a:cubicBezTo>
                              <a:pt x="67246" y="21431"/>
                              <a:pt x="52673" y="22955"/>
                              <a:pt x="37624" y="18669"/>
                            </a:cubicBezTo>
                            <a:cubicBezTo>
                              <a:pt x="22670" y="14383"/>
                              <a:pt x="9144" y="5810"/>
                              <a:pt x="0" y="0"/>
                            </a:cubicBezTo>
                            <a:cubicBezTo>
                              <a:pt x="10001" y="6477"/>
                              <a:pt x="22955" y="12859"/>
                              <a:pt x="36386" y="16097"/>
                            </a:cubicBezTo>
                            <a:cubicBezTo>
                              <a:pt x="49911" y="19431"/>
                              <a:pt x="63722" y="18860"/>
                              <a:pt x="72962" y="1485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25" name="Forme libre : forme 10824">
                        <a:extLst>
                          <a:ext uri="{FF2B5EF4-FFF2-40B4-BE49-F238E27FC236}">
                            <a16:creationId xmlns:a16="http://schemas.microsoft.com/office/drawing/2014/main" id="{4A147BE0-1043-4018-91E3-68DFCB3975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2583" y="2804152"/>
                        <a:ext cx="82296" cy="14009"/>
                      </a:xfrm>
                      <a:custGeom>
                        <a:avLst/>
                        <a:gdLst>
                          <a:gd name="connsiteX0" fmla="*/ 82296 w 82296"/>
                          <a:gd name="connsiteY0" fmla="*/ 14009 h 14009"/>
                          <a:gd name="connsiteX1" fmla="*/ 36957 w 82296"/>
                          <a:gd name="connsiteY1" fmla="*/ 7 h 14009"/>
                          <a:gd name="connsiteX2" fmla="*/ 0 w 82296"/>
                          <a:gd name="connsiteY2" fmla="*/ 7913 h 14009"/>
                          <a:gd name="connsiteX3" fmla="*/ 37529 w 82296"/>
                          <a:gd name="connsiteY3" fmla="*/ 1436 h 14009"/>
                          <a:gd name="connsiteX4" fmla="*/ 82296 w 82296"/>
                          <a:gd name="connsiteY4" fmla="*/ 14009 h 140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2296" h="14009">
                            <a:moveTo>
                              <a:pt x="82296" y="14009"/>
                            </a:moveTo>
                            <a:cubicBezTo>
                              <a:pt x="67532" y="4198"/>
                              <a:pt x="51245" y="198"/>
                              <a:pt x="36957" y="7"/>
                            </a:cubicBezTo>
                            <a:cubicBezTo>
                              <a:pt x="22574" y="-183"/>
                              <a:pt x="10096" y="3341"/>
                              <a:pt x="0" y="7913"/>
                            </a:cubicBezTo>
                            <a:cubicBezTo>
                              <a:pt x="9144" y="3246"/>
                              <a:pt x="22574" y="484"/>
                              <a:pt x="37529" y="1436"/>
                            </a:cubicBezTo>
                            <a:cubicBezTo>
                              <a:pt x="52578" y="2198"/>
                              <a:pt x="68961" y="6961"/>
                              <a:pt x="82296" y="1400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26" name="Forme libre : forme 10825">
                        <a:extLst>
                          <a:ext uri="{FF2B5EF4-FFF2-40B4-BE49-F238E27FC236}">
                            <a16:creationId xmlns:a16="http://schemas.microsoft.com/office/drawing/2014/main" id="{BACC1B59-824E-4101-BE05-075EF5A752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4213" y="2867289"/>
                        <a:ext cx="23305" cy="28832"/>
                      </a:xfrm>
                      <a:custGeom>
                        <a:avLst/>
                        <a:gdLst>
                          <a:gd name="connsiteX0" fmla="*/ 22194 w 23305"/>
                          <a:gd name="connsiteY0" fmla="*/ 28787 h 28832"/>
                          <a:gd name="connsiteX1" fmla="*/ 6763 w 23305"/>
                          <a:gd name="connsiteY1" fmla="*/ 14499 h 28832"/>
                          <a:gd name="connsiteX2" fmla="*/ 1429 w 23305"/>
                          <a:gd name="connsiteY2" fmla="*/ 22 h 28832"/>
                          <a:gd name="connsiteX3" fmla="*/ 15907 w 23305"/>
                          <a:gd name="connsiteY3" fmla="*/ 13738 h 28832"/>
                          <a:gd name="connsiteX4" fmla="*/ 22194 w 23305"/>
                          <a:gd name="connsiteY4" fmla="*/ 28787 h 28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305" h="28832">
                            <a:moveTo>
                              <a:pt x="22194" y="28787"/>
                            </a:moveTo>
                            <a:cubicBezTo>
                              <a:pt x="18003" y="29644"/>
                              <a:pt x="9430" y="18024"/>
                              <a:pt x="6763" y="14499"/>
                            </a:cubicBezTo>
                            <a:cubicBezTo>
                              <a:pt x="4191" y="10880"/>
                              <a:pt x="-3048" y="688"/>
                              <a:pt x="1429" y="22"/>
                            </a:cubicBezTo>
                            <a:cubicBezTo>
                              <a:pt x="6001" y="-550"/>
                              <a:pt x="13621" y="10404"/>
                              <a:pt x="15907" y="13738"/>
                            </a:cubicBezTo>
                            <a:cubicBezTo>
                              <a:pt x="18288" y="17166"/>
                              <a:pt x="26194" y="28025"/>
                              <a:pt x="22194" y="2878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27" name="Forme libre : forme 10826">
                        <a:extLst>
                          <a:ext uri="{FF2B5EF4-FFF2-40B4-BE49-F238E27FC236}">
                            <a16:creationId xmlns:a16="http://schemas.microsoft.com/office/drawing/2014/main" id="{6F2A7621-D94F-4EE8-AD24-D8F00B4C45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3773" y="2891735"/>
                        <a:ext cx="7234" cy="7946"/>
                      </a:xfrm>
                      <a:custGeom>
                        <a:avLst/>
                        <a:gdLst>
                          <a:gd name="connsiteX0" fmla="*/ 7111 w 7234"/>
                          <a:gd name="connsiteY0" fmla="*/ 7579 h 7946"/>
                          <a:gd name="connsiteX1" fmla="*/ 2729 w 7234"/>
                          <a:gd name="connsiteY1" fmla="*/ 5389 h 7946"/>
                          <a:gd name="connsiteX2" fmla="*/ 157 w 7234"/>
                          <a:gd name="connsiteY2" fmla="*/ 340 h 7946"/>
                          <a:gd name="connsiteX3" fmla="*/ 4444 w 7234"/>
                          <a:gd name="connsiteY3" fmla="*/ 2436 h 7946"/>
                          <a:gd name="connsiteX4" fmla="*/ 7111 w 7234"/>
                          <a:gd name="connsiteY4" fmla="*/ 7579 h 79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234" h="7946">
                            <a:moveTo>
                              <a:pt x="7111" y="7579"/>
                            </a:moveTo>
                            <a:cubicBezTo>
                              <a:pt x="6349" y="8817"/>
                              <a:pt x="3872" y="6627"/>
                              <a:pt x="2729" y="5389"/>
                            </a:cubicBezTo>
                            <a:cubicBezTo>
                              <a:pt x="1586" y="4150"/>
                              <a:pt x="-604" y="1483"/>
                              <a:pt x="157" y="340"/>
                            </a:cubicBezTo>
                            <a:cubicBezTo>
                              <a:pt x="920" y="-803"/>
                              <a:pt x="3301" y="1198"/>
                              <a:pt x="4444" y="2436"/>
                            </a:cubicBezTo>
                            <a:cubicBezTo>
                              <a:pt x="5587" y="3674"/>
                              <a:pt x="7778" y="6341"/>
                              <a:pt x="7111" y="757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28" name="Forme libre : forme 10827">
                        <a:extLst>
                          <a:ext uri="{FF2B5EF4-FFF2-40B4-BE49-F238E27FC236}">
                            <a16:creationId xmlns:a16="http://schemas.microsoft.com/office/drawing/2014/main" id="{5EA8B9DC-413C-47EE-B3EB-D9F55E7788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78782" y="2852642"/>
                        <a:ext cx="48611" cy="75729"/>
                      </a:xfrm>
                      <a:custGeom>
                        <a:avLst/>
                        <a:gdLst>
                          <a:gd name="connsiteX0" fmla="*/ 38390 w 48611"/>
                          <a:gd name="connsiteY0" fmla="*/ 50483 h 75729"/>
                          <a:gd name="connsiteX1" fmla="*/ 43533 w 48611"/>
                          <a:gd name="connsiteY1" fmla="*/ 61246 h 75729"/>
                          <a:gd name="connsiteX2" fmla="*/ 48391 w 48611"/>
                          <a:gd name="connsiteY2" fmla="*/ 71819 h 75729"/>
                          <a:gd name="connsiteX3" fmla="*/ 40771 w 48611"/>
                          <a:gd name="connsiteY3" fmla="*/ 75152 h 75729"/>
                          <a:gd name="connsiteX4" fmla="*/ 32675 w 48611"/>
                          <a:gd name="connsiteY4" fmla="*/ 67342 h 75729"/>
                          <a:gd name="connsiteX5" fmla="*/ 18102 w 48611"/>
                          <a:gd name="connsiteY5" fmla="*/ 38291 h 75729"/>
                          <a:gd name="connsiteX6" fmla="*/ 5719 w 48611"/>
                          <a:gd name="connsiteY6" fmla="*/ 17050 h 75729"/>
                          <a:gd name="connsiteX7" fmla="*/ 2576 w 48611"/>
                          <a:gd name="connsiteY7" fmla="*/ 0 h 75729"/>
                          <a:gd name="connsiteX8" fmla="*/ 20674 w 48611"/>
                          <a:gd name="connsiteY8" fmla="*/ 13335 h 75729"/>
                          <a:gd name="connsiteX9" fmla="*/ 32770 w 48611"/>
                          <a:gd name="connsiteY9" fmla="*/ 31528 h 75729"/>
                          <a:gd name="connsiteX10" fmla="*/ 36009 w 48611"/>
                          <a:gd name="connsiteY10" fmla="*/ 41624 h 75729"/>
                          <a:gd name="connsiteX11" fmla="*/ 38390 w 48611"/>
                          <a:gd name="connsiteY11" fmla="*/ 50483 h 757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8611" h="75729">
                            <a:moveTo>
                              <a:pt x="38390" y="50483"/>
                            </a:moveTo>
                            <a:cubicBezTo>
                              <a:pt x="40105" y="54769"/>
                              <a:pt x="42009" y="57626"/>
                              <a:pt x="43533" y="61246"/>
                            </a:cubicBezTo>
                            <a:cubicBezTo>
                              <a:pt x="45248" y="64389"/>
                              <a:pt x="46867" y="67628"/>
                              <a:pt x="48391" y="71819"/>
                            </a:cubicBezTo>
                            <a:cubicBezTo>
                              <a:pt x="49630" y="74771"/>
                              <a:pt x="45439" y="76771"/>
                              <a:pt x="40771" y="75152"/>
                            </a:cubicBezTo>
                            <a:cubicBezTo>
                              <a:pt x="36104" y="73628"/>
                              <a:pt x="34485" y="70104"/>
                              <a:pt x="32675" y="67342"/>
                            </a:cubicBezTo>
                            <a:cubicBezTo>
                              <a:pt x="27436" y="57721"/>
                              <a:pt x="23055" y="48768"/>
                              <a:pt x="18102" y="38291"/>
                            </a:cubicBezTo>
                            <a:cubicBezTo>
                              <a:pt x="16578" y="35052"/>
                              <a:pt x="10482" y="25908"/>
                              <a:pt x="5719" y="17050"/>
                            </a:cubicBezTo>
                            <a:cubicBezTo>
                              <a:pt x="957" y="8287"/>
                              <a:pt x="-2663" y="95"/>
                              <a:pt x="2576" y="0"/>
                            </a:cubicBezTo>
                            <a:cubicBezTo>
                              <a:pt x="7910" y="0"/>
                              <a:pt x="14958" y="6287"/>
                              <a:pt x="20674" y="13335"/>
                            </a:cubicBezTo>
                            <a:cubicBezTo>
                              <a:pt x="26389" y="20288"/>
                              <a:pt x="30961" y="27813"/>
                              <a:pt x="32770" y="31528"/>
                            </a:cubicBezTo>
                            <a:cubicBezTo>
                              <a:pt x="34580" y="35528"/>
                              <a:pt x="35342" y="38576"/>
                              <a:pt x="36009" y="41624"/>
                            </a:cubicBezTo>
                            <a:cubicBezTo>
                              <a:pt x="36580" y="44768"/>
                              <a:pt x="37057" y="47530"/>
                              <a:pt x="38390" y="5048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70" name="Graphique 1">
                      <a:extLst>
                        <a:ext uri="{FF2B5EF4-FFF2-40B4-BE49-F238E27FC236}">
                          <a16:creationId xmlns:a16="http://schemas.microsoft.com/office/drawing/2014/main" id="{F9B4B1E2-4F3A-4710-82C8-FC87FA946F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36407" y="2845560"/>
                      <a:ext cx="198201" cy="107429"/>
                      <a:chOff x="4036407" y="2845560"/>
                      <a:chExt cx="198201" cy="107429"/>
                    </a:xfrm>
                    <a:solidFill>
                      <a:schemeClr val="accent1"/>
                    </a:solidFill>
                  </p:grpSpPr>
                  <p:sp>
                    <p:nvSpPr>
                      <p:cNvPr id="10805" name="Forme libre : forme 10804">
                        <a:extLst>
                          <a:ext uri="{FF2B5EF4-FFF2-40B4-BE49-F238E27FC236}">
                            <a16:creationId xmlns:a16="http://schemas.microsoft.com/office/drawing/2014/main" id="{1A219721-4E7E-4700-A436-B90CCE899E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36472" y="2845560"/>
                        <a:ext cx="198136" cy="107429"/>
                      </a:xfrm>
                      <a:custGeom>
                        <a:avLst/>
                        <a:gdLst>
                          <a:gd name="connsiteX0" fmla="*/ 139673 w 198136"/>
                          <a:gd name="connsiteY0" fmla="*/ 74899 h 107429"/>
                          <a:gd name="connsiteX1" fmla="*/ 108526 w 198136"/>
                          <a:gd name="connsiteY1" fmla="*/ 84329 h 107429"/>
                          <a:gd name="connsiteX2" fmla="*/ 91953 w 198136"/>
                          <a:gd name="connsiteY2" fmla="*/ 89663 h 107429"/>
                          <a:gd name="connsiteX3" fmla="*/ 83476 w 198136"/>
                          <a:gd name="connsiteY3" fmla="*/ 92902 h 107429"/>
                          <a:gd name="connsiteX4" fmla="*/ 77570 w 198136"/>
                          <a:gd name="connsiteY4" fmla="*/ 95759 h 107429"/>
                          <a:gd name="connsiteX5" fmla="*/ 65092 w 198136"/>
                          <a:gd name="connsiteY5" fmla="*/ 102427 h 107429"/>
                          <a:gd name="connsiteX6" fmla="*/ 39661 w 198136"/>
                          <a:gd name="connsiteY6" fmla="*/ 107379 h 107429"/>
                          <a:gd name="connsiteX7" fmla="*/ 3561 w 198136"/>
                          <a:gd name="connsiteY7" fmla="*/ 92902 h 107429"/>
                          <a:gd name="connsiteX8" fmla="*/ 5371 w 198136"/>
                          <a:gd name="connsiteY8" fmla="*/ 71375 h 107429"/>
                          <a:gd name="connsiteX9" fmla="*/ 14896 w 198136"/>
                          <a:gd name="connsiteY9" fmla="*/ 60898 h 107429"/>
                          <a:gd name="connsiteX10" fmla="*/ 23468 w 198136"/>
                          <a:gd name="connsiteY10" fmla="*/ 50801 h 107429"/>
                          <a:gd name="connsiteX11" fmla="*/ 29183 w 198136"/>
                          <a:gd name="connsiteY11" fmla="*/ 42419 h 107429"/>
                          <a:gd name="connsiteX12" fmla="*/ 34612 w 198136"/>
                          <a:gd name="connsiteY12" fmla="*/ 36228 h 107429"/>
                          <a:gd name="connsiteX13" fmla="*/ 47566 w 198136"/>
                          <a:gd name="connsiteY13" fmla="*/ 26512 h 107429"/>
                          <a:gd name="connsiteX14" fmla="*/ 66331 w 198136"/>
                          <a:gd name="connsiteY14" fmla="*/ 17559 h 107429"/>
                          <a:gd name="connsiteX15" fmla="*/ 84905 w 198136"/>
                          <a:gd name="connsiteY15" fmla="*/ 11272 h 107429"/>
                          <a:gd name="connsiteX16" fmla="*/ 118814 w 198136"/>
                          <a:gd name="connsiteY16" fmla="*/ 2414 h 107429"/>
                          <a:gd name="connsiteX17" fmla="*/ 190346 w 198136"/>
                          <a:gd name="connsiteY17" fmla="*/ 15940 h 107429"/>
                          <a:gd name="connsiteX18" fmla="*/ 196157 w 198136"/>
                          <a:gd name="connsiteY18" fmla="*/ 36228 h 107429"/>
                          <a:gd name="connsiteX19" fmla="*/ 139673 w 198136"/>
                          <a:gd name="connsiteY19" fmla="*/ 74899 h 107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98136" h="107429">
                            <a:moveTo>
                              <a:pt x="139673" y="74899"/>
                            </a:moveTo>
                            <a:cubicBezTo>
                              <a:pt x="132149" y="77185"/>
                              <a:pt x="120337" y="80805"/>
                              <a:pt x="108526" y="84329"/>
                            </a:cubicBezTo>
                            <a:cubicBezTo>
                              <a:pt x="102811" y="86139"/>
                              <a:pt x="97097" y="88044"/>
                              <a:pt x="91953" y="89663"/>
                            </a:cubicBezTo>
                            <a:cubicBezTo>
                              <a:pt x="87857" y="91092"/>
                              <a:pt x="85190" y="92235"/>
                              <a:pt x="83476" y="92902"/>
                            </a:cubicBezTo>
                            <a:cubicBezTo>
                              <a:pt x="81857" y="93568"/>
                              <a:pt x="80618" y="94044"/>
                              <a:pt x="77570" y="95759"/>
                            </a:cubicBezTo>
                            <a:cubicBezTo>
                              <a:pt x="74713" y="97378"/>
                              <a:pt x="69950" y="100331"/>
                              <a:pt x="65092" y="102427"/>
                            </a:cubicBezTo>
                            <a:cubicBezTo>
                              <a:pt x="55186" y="106808"/>
                              <a:pt x="46709" y="107665"/>
                              <a:pt x="39661" y="107379"/>
                            </a:cubicBezTo>
                            <a:cubicBezTo>
                              <a:pt x="25278" y="106427"/>
                              <a:pt x="12991" y="101760"/>
                              <a:pt x="3561" y="92902"/>
                            </a:cubicBezTo>
                            <a:cubicBezTo>
                              <a:pt x="-2916" y="86996"/>
                              <a:pt x="513" y="76233"/>
                              <a:pt x="5371" y="71375"/>
                            </a:cubicBezTo>
                            <a:cubicBezTo>
                              <a:pt x="8895" y="68232"/>
                              <a:pt x="12133" y="63945"/>
                              <a:pt x="14896" y="60898"/>
                            </a:cubicBezTo>
                            <a:cubicBezTo>
                              <a:pt x="17753" y="57278"/>
                              <a:pt x="20706" y="53944"/>
                              <a:pt x="23468" y="50801"/>
                            </a:cubicBezTo>
                            <a:cubicBezTo>
                              <a:pt x="26421" y="47467"/>
                              <a:pt x="27850" y="44895"/>
                              <a:pt x="29183" y="42419"/>
                            </a:cubicBezTo>
                            <a:cubicBezTo>
                              <a:pt x="29945" y="41181"/>
                              <a:pt x="31374" y="39276"/>
                              <a:pt x="34612" y="36228"/>
                            </a:cubicBezTo>
                            <a:cubicBezTo>
                              <a:pt x="37851" y="33180"/>
                              <a:pt x="42614" y="29465"/>
                              <a:pt x="47566" y="26512"/>
                            </a:cubicBezTo>
                            <a:cubicBezTo>
                              <a:pt x="52996" y="23178"/>
                              <a:pt x="59663" y="20035"/>
                              <a:pt x="66331" y="17559"/>
                            </a:cubicBezTo>
                            <a:cubicBezTo>
                              <a:pt x="72903" y="15082"/>
                              <a:pt x="78427" y="13368"/>
                              <a:pt x="84905" y="11272"/>
                            </a:cubicBezTo>
                            <a:cubicBezTo>
                              <a:pt x="97382" y="7462"/>
                              <a:pt x="110146" y="4128"/>
                              <a:pt x="118814" y="2414"/>
                            </a:cubicBezTo>
                            <a:cubicBezTo>
                              <a:pt x="151294" y="-4254"/>
                              <a:pt x="171106" y="3748"/>
                              <a:pt x="190346" y="15940"/>
                            </a:cubicBezTo>
                            <a:cubicBezTo>
                              <a:pt x="197014" y="20226"/>
                              <a:pt x="200633" y="30322"/>
                              <a:pt x="196157" y="36228"/>
                            </a:cubicBezTo>
                            <a:cubicBezTo>
                              <a:pt x="183202" y="54040"/>
                              <a:pt x="167486" y="66041"/>
                              <a:pt x="139673" y="7489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06" name="Forme libre : forme 10805">
                        <a:extLst>
                          <a:ext uri="{FF2B5EF4-FFF2-40B4-BE49-F238E27FC236}">
                            <a16:creationId xmlns:a16="http://schemas.microsoft.com/office/drawing/2014/main" id="{72A0DC94-65AB-4D08-8B5B-022101B8E2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36407" y="2881407"/>
                        <a:ext cx="196221" cy="71580"/>
                      </a:xfrm>
                      <a:custGeom>
                        <a:avLst/>
                        <a:gdLst>
                          <a:gd name="connsiteX0" fmla="*/ 78112 w 196221"/>
                          <a:gd name="connsiteY0" fmla="*/ 29718 h 71580"/>
                          <a:gd name="connsiteX1" fmla="*/ 62490 w 196221"/>
                          <a:gd name="connsiteY1" fmla="*/ 39624 h 71580"/>
                          <a:gd name="connsiteX2" fmla="*/ 41250 w 196221"/>
                          <a:gd name="connsiteY2" fmla="*/ 51340 h 71580"/>
                          <a:gd name="connsiteX3" fmla="*/ 6 w 196221"/>
                          <a:gd name="connsiteY3" fmla="*/ 48101 h 71580"/>
                          <a:gd name="connsiteX4" fmla="*/ 3531 w 196221"/>
                          <a:gd name="connsiteY4" fmla="*/ 57055 h 71580"/>
                          <a:gd name="connsiteX5" fmla="*/ 14199 w 196221"/>
                          <a:gd name="connsiteY5" fmla="*/ 64675 h 71580"/>
                          <a:gd name="connsiteX6" fmla="*/ 23247 w 196221"/>
                          <a:gd name="connsiteY6" fmla="*/ 68580 h 71580"/>
                          <a:gd name="connsiteX7" fmla="*/ 32963 w 196221"/>
                          <a:gd name="connsiteY7" fmla="*/ 70771 h 71580"/>
                          <a:gd name="connsiteX8" fmla="*/ 56299 w 196221"/>
                          <a:gd name="connsiteY8" fmla="*/ 69628 h 71580"/>
                          <a:gd name="connsiteX9" fmla="*/ 74301 w 196221"/>
                          <a:gd name="connsiteY9" fmla="*/ 61722 h 71580"/>
                          <a:gd name="connsiteX10" fmla="*/ 83350 w 196221"/>
                          <a:gd name="connsiteY10" fmla="*/ 56959 h 71580"/>
                          <a:gd name="connsiteX11" fmla="*/ 88875 w 196221"/>
                          <a:gd name="connsiteY11" fmla="*/ 54769 h 71580"/>
                          <a:gd name="connsiteX12" fmla="*/ 92971 w 196221"/>
                          <a:gd name="connsiteY12" fmla="*/ 53245 h 71580"/>
                          <a:gd name="connsiteX13" fmla="*/ 98876 w 196221"/>
                          <a:gd name="connsiteY13" fmla="*/ 51340 h 71580"/>
                          <a:gd name="connsiteX14" fmla="*/ 111544 w 196221"/>
                          <a:gd name="connsiteY14" fmla="*/ 47244 h 71580"/>
                          <a:gd name="connsiteX15" fmla="*/ 134880 w 196221"/>
                          <a:gd name="connsiteY15" fmla="*/ 40291 h 71580"/>
                          <a:gd name="connsiteX16" fmla="*/ 139548 w 196221"/>
                          <a:gd name="connsiteY16" fmla="*/ 38862 h 71580"/>
                          <a:gd name="connsiteX17" fmla="*/ 165075 w 196221"/>
                          <a:gd name="connsiteY17" fmla="*/ 28099 h 71580"/>
                          <a:gd name="connsiteX18" fmla="*/ 189649 w 196221"/>
                          <a:gd name="connsiteY18" fmla="*/ 8191 h 71580"/>
                          <a:gd name="connsiteX19" fmla="*/ 196031 w 196221"/>
                          <a:gd name="connsiteY19" fmla="*/ 286 h 71580"/>
                          <a:gd name="connsiteX20" fmla="*/ 196222 w 196221"/>
                          <a:gd name="connsiteY20" fmla="*/ 0 h 71580"/>
                          <a:gd name="connsiteX21" fmla="*/ 135547 w 196221"/>
                          <a:gd name="connsiteY21" fmla="*/ 10858 h 71580"/>
                          <a:gd name="connsiteX22" fmla="*/ 78112 w 196221"/>
                          <a:gd name="connsiteY22" fmla="*/ 29718 h 715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96221" h="71580">
                            <a:moveTo>
                              <a:pt x="78112" y="29718"/>
                            </a:moveTo>
                            <a:cubicBezTo>
                              <a:pt x="72301" y="32575"/>
                              <a:pt x="67824" y="35433"/>
                              <a:pt x="62490" y="39624"/>
                            </a:cubicBezTo>
                            <a:cubicBezTo>
                              <a:pt x="57156" y="44005"/>
                              <a:pt x="48774" y="49339"/>
                              <a:pt x="41250" y="51340"/>
                            </a:cubicBezTo>
                            <a:cubicBezTo>
                              <a:pt x="26296" y="55531"/>
                              <a:pt x="10579" y="55340"/>
                              <a:pt x="6" y="48101"/>
                            </a:cubicBezTo>
                            <a:cubicBezTo>
                              <a:pt x="-89" y="51435"/>
                              <a:pt x="864" y="54673"/>
                              <a:pt x="3531" y="57055"/>
                            </a:cubicBezTo>
                            <a:cubicBezTo>
                              <a:pt x="6769" y="60007"/>
                              <a:pt x="10389" y="62770"/>
                              <a:pt x="14199" y="64675"/>
                            </a:cubicBezTo>
                            <a:cubicBezTo>
                              <a:pt x="17056" y="66104"/>
                              <a:pt x="20009" y="67437"/>
                              <a:pt x="23247" y="68580"/>
                            </a:cubicBezTo>
                            <a:cubicBezTo>
                              <a:pt x="26391" y="69532"/>
                              <a:pt x="29534" y="70199"/>
                              <a:pt x="32963" y="70771"/>
                            </a:cubicBezTo>
                            <a:cubicBezTo>
                              <a:pt x="39916" y="71914"/>
                              <a:pt x="47060" y="72104"/>
                              <a:pt x="56299" y="69628"/>
                            </a:cubicBezTo>
                            <a:cubicBezTo>
                              <a:pt x="62109" y="68104"/>
                              <a:pt x="69158" y="64770"/>
                              <a:pt x="74301" y="61722"/>
                            </a:cubicBezTo>
                            <a:cubicBezTo>
                              <a:pt x="79540" y="58579"/>
                              <a:pt x="81255" y="57912"/>
                              <a:pt x="83350" y="56959"/>
                            </a:cubicBezTo>
                            <a:cubicBezTo>
                              <a:pt x="84684" y="56388"/>
                              <a:pt x="86208" y="55626"/>
                              <a:pt x="88875" y="54769"/>
                            </a:cubicBezTo>
                            <a:cubicBezTo>
                              <a:pt x="90018" y="54292"/>
                              <a:pt x="91637" y="53816"/>
                              <a:pt x="92971" y="53245"/>
                            </a:cubicBezTo>
                            <a:cubicBezTo>
                              <a:pt x="94875" y="52673"/>
                              <a:pt x="96876" y="52006"/>
                              <a:pt x="98876" y="51340"/>
                            </a:cubicBezTo>
                            <a:cubicBezTo>
                              <a:pt x="103067" y="50101"/>
                              <a:pt x="107258" y="48482"/>
                              <a:pt x="111544" y="47244"/>
                            </a:cubicBezTo>
                            <a:cubicBezTo>
                              <a:pt x="120022" y="44672"/>
                              <a:pt x="128308" y="42100"/>
                              <a:pt x="134880" y="40291"/>
                            </a:cubicBezTo>
                            <a:cubicBezTo>
                              <a:pt x="136500" y="39719"/>
                              <a:pt x="138119" y="39243"/>
                              <a:pt x="139548" y="38862"/>
                            </a:cubicBezTo>
                            <a:cubicBezTo>
                              <a:pt x="149454" y="35814"/>
                              <a:pt x="157740" y="32099"/>
                              <a:pt x="165075" y="28099"/>
                            </a:cubicBezTo>
                            <a:cubicBezTo>
                              <a:pt x="174981" y="22384"/>
                              <a:pt x="182696" y="15716"/>
                              <a:pt x="189649" y="8191"/>
                            </a:cubicBezTo>
                            <a:cubicBezTo>
                              <a:pt x="191840" y="5715"/>
                              <a:pt x="193935" y="2953"/>
                              <a:pt x="196031" y="286"/>
                            </a:cubicBezTo>
                            <a:lnTo>
                              <a:pt x="196222" y="0"/>
                            </a:lnTo>
                            <a:cubicBezTo>
                              <a:pt x="176029" y="2572"/>
                              <a:pt x="155550" y="6096"/>
                              <a:pt x="135547" y="10858"/>
                            </a:cubicBezTo>
                            <a:cubicBezTo>
                              <a:pt x="115640" y="15716"/>
                              <a:pt x="95256" y="22098"/>
                              <a:pt x="78112" y="2971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07" name="Forme libre : forme 10806">
                        <a:extLst>
                          <a:ext uri="{FF2B5EF4-FFF2-40B4-BE49-F238E27FC236}">
                            <a16:creationId xmlns:a16="http://schemas.microsoft.com/office/drawing/2014/main" id="{22B5F6E4-65C2-4155-93D8-14591DFF5B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02166" y="2874096"/>
                        <a:ext cx="92927" cy="35468"/>
                      </a:xfrm>
                      <a:custGeom>
                        <a:avLst/>
                        <a:gdLst>
                          <a:gd name="connsiteX0" fmla="*/ 92838 w 92927"/>
                          <a:gd name="connsiteY0" fmla="*/ 5406 h 35468"/>
                          <a:gd name="connsiteX1" fmla="*/ 47690 w 92927"/>
                          <a:gd name="connsiteY1" fmla="*/ 29219 h 35468"/>
                          <a:gd name="connsiteX2" fmla="*/ 21115 w 92927"/>
                          <a:gd name="connsiteY2" fmla="*/ 34839 h 35468"/>
                          <a:gd name="connsiteX3" fmla="*/ 732 w 92927"/>
                          <a:gd name="connsiteY3" fmla="*/ 31696 h 35468"/>
                          <a:gd name="connsiteX4" fmla="*/ 14162 w 92927"/>
                          <a:gd name="connsiteY4" fmla="*/ 15122 h 35468"/>
                          <a:gd name="connsiteX5" fmla="*/ 40546 w 92927"/>
                          <a:gd name="connsiteY5" fmla="*/ 5406 h 35468"/>
                          <a:gd name="connsiteX6" fmla="*/ 92838 w 92927"/>
                          <a:gd name="connsiteY6" fmla="*/ 5406 h 354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2927" h="35468">
                            <a:moveTo>
                              <a:pt x="92838" y="5406"/>
                            </a:moveTo>
                            <a:cubicBezTo>
                              <a:pt x="94934" y="14931"/>
                              <a:pt x="59406" y="25314"/>
                              <a:pt x="47690" y="29219"/>
                            </a:cubicBezTo>
                            <a:cubicBezTo>
                              <a:pt x="41689" y="30933"/>
                              <a:pt x="30926" y="33600"/>
                              <a:pt x="21115" y="34839"/>
                            </a:cubicBezTo>
                            <a:cubicBezTo>
                              <a:pt x="11590" y="35791"/>
                              <a:pt x="3780" y="36267"/>
                              <a:pt x="732" y="31696"/>
                            </a:cubicBezTo>
                            <a:cubicBezTo>
                              <a:pt x="-2316" y="27028"/>
                              <a:pt x="4542" y="19789"/>
                              <a:pt x="14162" y="15122"/>
                            </a:cubicBezTo>
                            <a:cubicBezTo>
                              <a:pt x="23401" y="10359"/>
                              <a:pt x="34641" y="6740"/>
                              <a:pt x="40546" y="5406"/>
                            </a:cubicBezTo>
                            <a:cubicBezTo>
                              <a:pt x="52262" y="2073"/>
                              <a:pt x="90457" y="-4880"/>
                              <a:pt x="92838" y="540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08" name="Forme libre : forme 10807">
                        <a:extLst>
                          <a:ext uri="{FF2B5EF4-FFF2-40B4-BE49-F238E27FC236}">
                            <a16:creationId xmlns:a16="http://schemas.microsoft.com/office/drawing/2014/main" id="{8EB52730-B233-4D83-8C30-4AC074A28D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01303" y="2888741"/>
                        <a:ext cx="68078" cy="20679"/>
                      </a:xfrm>
                      <a:custGeom>
                        <a:avLst/>
                        <a:gdLst>
                          <a:gd name="connsiteX0" fmla="*/ 16834 w 68078"/>
                          <a:gd name="connsiteY0" fmla="*/ 0 h 20679"/>
                          <a:gd name="connsiteX1" fmla="*/ 4737 w 68078"/>
                          <a:gd name="connsiteY1" fmla="*/ 7906 h 20679"/>
                          <a:gd name="connsiteX2" fmla="*/ 1213 w 68078"/>
                          <a:gd name="connsiteY2" fmla="*/ 17336 h 20679"/>
                          <a:gd name="connsiteX3" fmla="*/ 21978 w 68078"/>
                          <a:gd name="connsiteY3" fmla="*/ 20193 h 20679"/>
                          <a:gd name="connsiteX4" fmla="*/ 49124 w 68078"/>
                          <a:gd name="connsiteY4" fmla="*/ 14478 h 20679"/>
                          <a:gd name="connsiteX5" fmla="*/ 68079 w 68078"/>
                          <a:gd name="connsiteY5" fmla="*/ 7715 h 20679"/>
                          <a:gd name="connsiteX6" fmla="*/ 57506 w 68078"/>
                          <a:gd name="connsiteY6" fmla="*/ 9715 h 20679"/>
                          <a:gd name="connsiteX7" fmla="*/ 16834 w 68078"/>
                          <a:gd name="connsiteY7" fmla="*/ 0 h 206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8078" h="20679">
                            <a:moveTo>
                              <a:pt x="16834" y="0"/>
                            </a:moveTo>
                            <a:cubicBezTo>
                              <a:pt x="14262" y="1810"/>
                              <a:pt x="8738" y="4572"/>
                              <a:pt x="4737" y="7906"/>
                            </a:cubicBezTo>
                            <a:cubicBezTo>
                              <a:pt x="737" y="11239"/>
                              <a:pt x="-1549" y="14954"/>
                              <a:pt x="1213" y="17336"/>
                            </a:cubicBezTo>
                            <a:cubicBezTo>
                              <a:pt x="5595" y="21146"/>
                              <a:pt x="12929" y="21050"/>
                              <a:pt x="21978" y="20193"/>
                            </a:cubicBezTo>
                            <a:cubicBezTo>
                              <a:pt x="31312" y="19145"/>
                              <a:pt x="41599" y="16478"/>
                              <a:pt x="49124" y="14478"/>
                            </a:cubicBezTo>
                            <a:cubicBezTo>
                              <a:pt x="53505" y="13145"/>
                              <a:pt x="63221" y="9906"/>
                              <a:pt x="68079" y="7715"/>
                            </a:cubicBezTo>
                            <a:cubicBezTo>
                              <a:pt x="65221" y="8382"/>
                              <a:pt x="60363" y="9620"/>
                              <a:pt x="57506" y="9715"/>
                            </a:cubicBezTo>
                            <a:cubicBezTo>
                              <a:pt x="41218" y="10287"/>
                              <a:pt x="21692" y="11049"/>
                              <a:pt x="168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09" name="Forme libre : forme 10808">
                        <a:extLst>
                          <a:ext uri="{FF2B5EF4-FFF2-40B4-BE49-F238E27FC236}">
                            <a16:creationId xmlns:a16="http://schemas.microsoft.com/office/drawing/2014/main" id="{E5DB0AEB-6B56-4835-B92C-A2A3096CE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07772" y="2875265"/>
                        <a:ext cx="92779" cy="35541"/>
                      </a:xfrm>
                      <a:custGeom>
                        <a:avLst/>
                        <a:gdLst>
                          <a:gd name="connsiteX0" fmla="*/ 92757 w 92779"/>
                          <a:gd name="connsiteY0" fmla="*/ 5761 h 35541"/>
                          <a:gd name="connsiteX1" fmla="*/ 47132 w 92779"/>
                          <a:gd name="connsiteY1" fmla="*/ 29669 h 35541"/>
                          <a:gd name="connsiteX2" fmla="*/ 20843 w 92779"/>
                          <a:gd name="connsiteY2" fmla="*/ 35193 h 35541"/>
                          <a:gd name="connsiteX3" fmla="*/ 745 w 92779"/>
                          <a:gd name="connsiteY3" fmla="*/ 30907 h 35541"/>
                          <a:gd name="connsiteX4" fmla="*/ 14270 w 92779"/>
                          <a:gd name="connsiteY4" fmla="*/ 15191 h 35541"/>
                          <a:gd name="connsiteX5" fmla="*/ 40464 w 92779"/>
                          <a:gd name="connsiteY5" fmla="*/ 5666 h 35541"/>
                          <a:gd name="connsiteX6" fmla="*/ 71040 w 92779"/>
                          <a:gd name="connsiteY6" fmla="*/ 332 h 35541"/>
                          <a:gd name="connsiteX7" fmla="*/ 92757 w 92779"/>
                          <a:gd name="connsiteY7" fmla="*/ 5761 h 355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2779" h="35541">
                            <a:moveTo>
                              <a:pt x="92757" y="5761"/>
                            </a:moveTo>
                            <a:cubicBezTo>
                              <a:pt x="91613" y="15953"/>
                              <a:pt x="59705" y="25478"/>
                              <a:pt x="47132" y="29669"/>
                            </a:cubicBezTo>
                            <a:cubicBezTo>
                              <a:pt x="40845" y="31764"/>
                              <a:pt x="30273" y="34050"/>
                              <a:pt x="20843" y="35193"/>
                            </a:cubicBezTo>
                            <a:cubicBezTo>
                              <a:pt x="11032" y="36051"/>
                              <a:pt x="3888" y="35574"/>
                              <a:pt x="745" y="30907"/>
                            </a:cubicBezTo>
                            <a:cubicBezTo>
                              <a:pt x="-2398" y="26144"/>
                              <a:pt x="4841" y="19573"/>
                              <a:pt x="14270" y="15191"/>
                            </a:cubicBezTo>
                            <a:cubicBezTo>
                              <a:pt x="23605" y="10428"/>
                              <a:pt x="35035" y="7190"/>
                              <a:pt x="40464" y="5666"/>
                            </a:cubicBezTo>
                            <a:cubicBezTo>
                              <a:pt x="45894" y="4332"/>
                              <a:pt x="59133" y="999"/>
                              <a:pt x="71040" y="332"/>
                            </a:cubicBezTo>
                            <a:cubicBezTo>
                              <a:pt x="82946" y="-716"/>
                              <a:pt x="93328" y="618"/>
                              <a:pt x="92757" y="576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10" name="Forme libre : forme 10809">
                        <a:extLst>
                          <a:ext uri="{FF2B5EF4-FFF2-40B4-BE49-F238E27FC236}">
                            <a16:creationId xmlns:a16="http://schemas.microsoft.com/office/drawing/2014/main" id="{B46B03AB-61B3-4A80-8B6D-15235AAD08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2065" y="2891190"/>
                        <a:ext cx="115062" cy="44290"/>
                      </a:xfrm>
                      <a:custGeom>
                        <a:avLst/>
                        <a:gdLst>
                          <a:gd name="connsiteX0" fmla="*/ 1971 w 115062"/>
                          <a:gd name="connsiteY0" fmla="*/ 36985 h 44290"/>
                          <a:gd name="connsiteX1" fmla="*/ 18544 w 115062"/>
                          <a:gd name="connsiteY1" fmla="*/ 44224 h 44290"/>
                          <a:gd name="connsiteX2" fmla="*/ 44643 w 115062"/>
                          <a:gd name="connsiteY2" fmla="*/ 39652 h 44290"/>
                          <a:gd name="connsiteX3" fmla="*/ 61597 w 115062"/>
                          <a:gd name="connsiteY3" fmla="*/ 37271 h 44290"/>
                          <a:gd name="connsiteX4" fmla="*/ 66264 w 115062"/>
                          <a:gd name="connsiteY4" fmla="*/ 36319 h 44290"/>
                          <a:gd name="connsiteX5" fmla="*/ 71789 w 115062"/>
                          <a:gd name="connsiteY5" fmla="*/ 34985 h 44290"/>
                          <a:gd name="connsiteX6" fmla="*/ 82647 w 115062"/>
                          <a:gd name="connsiteY6" fmla="*/ 31461 h 44290"/>
                          <a:gd name="connsiteX7" fmla="*/ 102079 w 115062"/>
                          <a:gd name="connsiteY7" fmla="*/ 22507 h 44290"/>
                          <a:gd name="connsiteX8" fmla="*/ 114080 w 115062"/>
                          <a:gd name="connsiteY8" fmla="*/ 5267 h 44290"/>
                          <a:gd name="connsiteX9" fmla="*/ 98459 w 115062"/>
                          <a:gd name="connsiteY9" fmla="*/ 3267 h 44290"/>
                          <a:gd name="connsiteX10" fmla="*/ 55406 w 115062"/>
                          <a:gd name="connsiteY10" fmla="*/ 1362 h 44290"/>
                          <a:gd name="connsiteX11" fmla="*/ 33118 w 115062"/>
                          <a:gd name="connsiteY11" fmla="*/ 695 h 44290"/>
                          <a:gd name="connsiteX12" fmla="*/ 20449 w 115062"/>
                          <a:gd name="connsiteY12" fmla="*/ 5172 h 44290"/>
                          <a:gd name="connsiteX13" fmla="*/ 11591 w 115062"/>
                          <a:gd name="connsiteY13" fmla="*/ 11172 h 44290"/>
                          <a:gd name="connsiteX14" fmla="*/ 1971 w 115062"/>
                          <a:gd name="connsiteY14" fmla="*/ 36985 h 442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15062" h="44290">
                            <a:moveTo>
                              <a:pt x="1971" y="36985"/>
                            </a:moveTo>
                            <a:cubicBezTo>
                              <a:pt x="6257" y="42319"/>
                              <a:pt x="9210" y="43843"/>
                              <a:pt x="18544" y="44224"/>
                            </a:cubicBezTo>
                            <a:cubicBezTo>
                              <a:pt x="27403" y="44796"/>
                              <a:pt x="37975" y="41557"/>
                              <a:pt x="44643" y="39652"/>
                            </a:cubicBezTo>
                            <a:cubicBezTo>
                              <a:pt x="51215" y="38128"/>
                              <a:pt x="54454" y="38700"/>
                              <a:pt x="61597" y="37271"/>
                            </a:cubicBezTo>
                            <a:cubicBezTo>
                              <a:pt x="63216" y="36985"/>
                              <a:pt x="64455" y="36700"/>
                              <a:pt x="66264" y="36319"/>
                            </a:cubicBezTo>
                            <a:cubicBezTo>
                              <a:pt x="68074" y="35937"/>
                              <a:pt x="69979" y="35461"/>
                              <a:pt x="71789" y="34985"/>
                            </a:cubicBezTo>
                            <a:cubicBezTo>
                              <a:pt x="75504" y="34032"/>
                              <a:pt x="79123" y="32699"/>
                              <a:pt x="82647" y="31461"/>
                            </a:cubicBezTo>
                            <a:cubicBezTo>
                              <a:pt x="89791" y="29079"/>
                              <a:pt x="96459" y="25651"/>
                              <a:pt x="102079" y="22507"/>
                            </a:cubicBezTo>
                            <a:cubicBezTo>
                              <a:pt x="110365" y="17554"/>
                              <a:pt x="117795" y="10601"/>
                              <a:pt x="114080" y="5267"/>
                            </a:cubicBezTo>
                            <a:cubicBezTo>
                              <a:pt x="111699" y="1838"/>
                              <a:pt x="104555" y="3457"/>
                              <a:pt x="98459" y="3267"/>
                            </a:cubicBezTo>
                            <a:cubicBezTo>
                              <a:pt x="84076" y="2790"/>
                              <a:pt x="70455" y="3648"/>
                              <a:pt x="55406" y="1362"/>
                            </a:cubicBezTo>
                            <a:cubicBezTo>
                              <a:pt x="48929" y="504"/>
                              <a:pt x="41595" y="-829"/>
                              <a:pt x="33118" y="695"/>
                            </a:cubicBezTo>
                            <a:cubicBezTo>
                              <a:pt x="28927" y="1457"/>
                              <a:pt x="24355" y="2981"/>
                              <a:pt x="20449" y="5172"/>
                            </a:cubicBezTo>
                            <a:cubicBezTo>
                              <a:pt x="16449" y="7362"/>
                              <a:pt x="13782" y="9268"/>
                              <a:pt x="11591" y="11172"/>
                            </a:cubicBezTo>
                            <a:cubicBezTo>
                              <a:pt x="4352" y="17840"/>
                              <a:pt x="-3839" y="29270"/>
                              <a:pt x="1971" y="3698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11" name="Forme libre : forme 10810">
                        <a:extLst>
                          <a:ext uri="{FF2B5EF4-FFF2-40B4-BE49-F238E27FC236}">
                            <a16:creationId xmlns:a16="http://schemas.microsoft.com/office/drawing/2014/main" id="{90EA3B61-B4A6-4CA0-9FB0-90347E8BD2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9669" y="2881609"/>
                        <a:ext cx="34177" cy="28927"/>
                      </a:xfrm>
                      <a:custGeom>
                        <a:avLst/>
                        <a:gdLst>
                          <a:gd name="connsiteX0" fmla="*/ 1131 w 34177"/>
                          <a:gd name="connsiteY0" fmla="*/ 23992 h 28927"/>
                          <a:gd name="connsiteX1" fmla="*/ 83 w 34177"/>
                          <a:gd name="connsiteY1" fmla="*/ 27897 h 28927"/>
                          <a:gd name="connsiteX2" fmla="*/ 3608 w 34177"/>
                          <a:gd name="connsiteY2" fmla="*/ 28373 h 28927"/>
                          <a:gd name="connsiteX3" fmla="*/ 9227 w 34177"/>
                          <a:gd name="connsiteY3" fmla="*/ 24182 h 28927"/>
                          <a:gd name="connsiteX4" fmla="*/ 24658 w 34177"/>
                          <a:gd name="connsiteY4" fmla="*/ 12371 h 28927"/>
                          <a:gd name="connsiteX5" fmla="*/ 30373 w 34177"/>
                          <a:gd name="connsiteY5" fmla="*/ 8371 h 28927"/>
                          <a:gd name="connsiteX6" fmla="*/ 33802 w 34177"/>
                          <a:gd name="connsiteY6" fmla="*/ 1132 h 28927"/>
                          <a:gd name="connsiteX7" fmla="*/ 23324 w 34177"/>
                          <a:gd name="connsiteY7" fmla="*/ 2180 h 28927"/>
                          <a:gd name="connsiteX8" fmla="*/ 9513 w 34177"/>
                          <a:gd name="connsiteY8" fmla="*/ 12181 h 28927"/>
                          <a:gd name="connsiteX9" fmla="*/ 1131 w 34177"/>
                          <a:gd name="connsiteY9" fmla="*/ 23992 h 289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4177" h="28927">
                            <a:moveTo>
                              <a:pt x="1131" y="23992"/>
                            </a:moveTo>
                            <a:cubicBezTo>
                              <a:pt x="274" y="25611"/>
                              <a:pt x="-203" y="26659"/>
                              <a:pt x="83" y="27897"/>
                            </a:cubicBezTo>
                            <a:cubicBezTo>
                              <a:pt x="369" y="29231"/>
                              <a:pt x="1893" y="29135"/>
                              <a:pt x="3608" y="28373"/>
                            </a:cubicBezTo>
                            <a:cubicBezTo>
                              <a:pt x="5322" y="27611"/>
                              <a:pt x="7513" y="25706"/>
                              <a:pt x="9227" y="24182"/>
                            </a:cubicBezTo>
                            <a:cubicBezTo>
                              <a:pt x="13799" y="19991"/>
                              <a:pt x="19609" y="15800"/>
                              <a:pt x="24658" y="12371"/>
                            </a:cubicBezTo>
                            <a:cubicBezTo>
                              <a:pt x="26753" y="11038"/>
                              <a:pt x="28849" y="9704"/>
                              <a:pt x="30373" y="8371"/>
                            </a:cubicBezTo>
                            <a:cubicBezTo>
                              <a:pt x="33706" y="5323"/>
                              <a:pt x="34850" y="2560"/>
                              <a:pt x="33802" y="1132"/>
                            </a:cubicBezTo>
                            <a:cubicBezTo>
                              <a:pt x="32849" y="-392"/>
                              <a:pt x="29325" y="-678"/>
                              <a:pt x="23324" y="2180"/>
                            </a:cubicBezTo>
                            <a:cubicBezTo>
                              <a:pt x="18657" y="4370"/>
                              <a:pt x="13609" y="7894"/>
                              <a:pt x="9513" y="12181"/>
                            </a:cubicBezTo>
                            <a:cubicBezTo>
                              <a:pt x="5322" y="16467"/>
                              <a:pt x="2750" y="20849"/>
                              <a:pt x="1131" y="2399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12" name="Forme libre : forme 10811">
                        <a:extLst>
                          <a:ext uri="{FF2B5EF4-FFF2-40B4-BE49-F238E27FC236}">
                            <a16:creationId xmlns:a16="http://schemas.microsoft.com/office/drawing/2014/main" id="{BBD649A4-9304-4155-B04B-BFE373B5DA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77764" y="2879502"/>
                        <a:ext cx="51530" cy="38766"/>
                      </a:xfrm>
                      <a:custGeom>
                        <a:avLst/>
                        <a:gdLst>
                          <a:gd name="connsiteX0" fmla="*/ 51530 w 51530"/>
                          <a:gd name="connsiteY0" fmla="*/ 0 h 38766"/>
                          <a:gd name="connsiteX1" fmla="*/ 0 w 51530"/>
                          <a:gd name="connsiteY1" fmla="*/ 38767 h 38766"/>
                          <a:gd name="connsiteX2" fmla="*/ 51530 w 51530"/>
                          <a:gd name="connsiteY2" fmla="*/ 0 h 387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1530" h="38766">
                            <a:moveTo>
                              <a:pt x="51530" y="0"/>
                            </a:moveTo>
                            <a:cubicBezTo>
                              <a:pt x="44958" y="15145"/>
                              <a:pt x="16859" y="28956"/>
                              <a:pt x="0" y="38767"/>
                            </a:cubicBezTo>
                            <a:cubicBezTo>
                              <a:pt x="18479" y="28385"/>
                              <a:pt x="37814" y="12763"/>
                              <a:pt x="5153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13" name="Forme libre : forme 10812">
                        <a:extLst>
                          <a:ext uri="{FF2B5EF4-FFF2-40B4-BE49-F238E27FC236}">
                            <a16:creationId xmlns:a16="http://schemas.microsoft.com/office/drawing/2014/main" id="{CBB90341-E42E-462F-88EB-377D12B29E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42890" y="2872644"/>
                        <a:ext cx="45243" cy="46482"/>
                      </a:xfrm>
                      <a:custGeom>
                        <a:avLst/>
                        <a:gdLst>
                          <a:gd name="connsiteX0" fmla="*/ 45244 w 45243"/>
                          <a:gd name="connsiteY0" fmla="*/ 0 h 46482"/>
                          <a:gd name="connsiteX1" fmla="*/ 25813 w 45243"/>
                          <a:gd name="connsiteY1" fmla="*/ 16478 h 46482"/>
                          <a:gd name="connsiteX2" fmla="*/ 23241 w 45243"/>
                          <a:gd name="connsiteY2" fmla="*/ 21241 h 46482"/>
                          <a:gd name="connsiteX3" fmla="*/ 20003 w 45243"/>
                          <a:gd name="connsiteY3" fmla="*/ 26194 h 46482"/>
                          <a:gd name="connsiteX4" fmla="*/ 10382 w 45243"/>
                          <a:gd name="connsiteY4" fmla="*/ 36862 h 46482"/>
                          <a:gd name="connsiteX5" fmla="*/ 0 w 45243"/>
                          <a:gd name="connsiteY5" fmla="*/ 46482 h 46482"/>
                          <a:gd name="connsiteX6" fmla="*/ 10382 w 45243"/>
                          <a:gd name="connsiteY6" fmla="*/ 37338 h 46482"/>
                          <a:gd name="connsiteX7" fmla="*/ 21050 w 45243"/>
                          <a:gd name="connsiteY7" fmla="*/ 27051 h 46482"/>
                          <a:gd name="connsiteX8" fmla="*/ 27622 w 45243"/>
                          <a:gd name="connsiteY8" fmla="*/ 16859 h 46482"/>
                          <a:gd name="connsiteX9" fmla="*/ 45244 w 45243"/>
                          <a:gd name="connsiteY9" fmla="*/ 0 h 464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5243" h="46482">
                            <a:moveTo>
                              <a:pt x="45244" y="0"/>
                            </a:moveTo>
                            <a:cubicBezTo>
                              <a:pt x="36576" y="4763"/>
                              <a:pt x="28099" y="12859"/>
                              <a:pt x="25813" y="16478"/>
                            </a:cubicBezTo>
                            <a:cubicBezTo>
                              <a:pt x="24479" y="18383"/>
                              <a:pt x="24003" y="19717"/>
                              <a:pt x="23241" y="21241"/>
                            </a:cubicBezTo>
                            <a:cubicBezTo>
                              <a:pt x="22479" y="22765"/>
                              <a:pt x="21336" y="24384"/>
                              <a:pt x="20003" y="26194"/>
                            </a:cubicBezTo>
                            <a:cubicBezTo>
                              <a:pt x="17050" y="29813"/>
                              <a:pt x="13716" y="32956"/>
                              <a:pt x="10382" y="36862"/>
                            </a:cubicBezTo>
                            <a:cubicBezTo>
                              <a:pt x="7144" y="40005"/>
                              <a:pt x="3620" y="43815"/>
                              <a:pt x="0" y="46482"/>
                            </a:cubicBezTo>
                            <a:cubicBezTo>
                              <a:pt x="3238" y="43815"/>
                              <a:pt x="6858" y="40100"/>
                              <a:pt x="10382" y="37338"/>
                            </a:cubicBezTo>
                            <a:cubicBezTo>
                              <a:pt x="14002" y="33623"/>
                              <a:pt x="17907" y="30671"/>
                              <a:pt x="21050" y="27051"/>
                            </a:cubicBezTo>
                            <a:cubicBezTo>
                              <a:pt x="24384" y="23431"/>
                              <a:pt x="24765" y="21050"/>
                              <a:pt x="27622" y="16859"/>
                            </a:cubicBezTo>
                            <a:cubicBezTo>
                              <a:pt x="30480" y="12287"/>
                              <a:pt x="38386" y="4667"/>
                              <a:pt x="4524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14" name="Forme libre : forme 10813">
                        <a:extLst>
                          <a:ext uri="{FF2B5EF4-FFF2-40B4-BE49-F238E27FC236}">
                            <a16:creationId xmlns:a16="http://schemas.microsoft.com/office/drawing/2014/main" id="{3FA9161C-9A08-4E4D-813B-42FB847318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7345" y="2878501"/>
                        <a:ext cx="35475" cy="10275"/>
                      </a:xfrm>
                      <a:custGeom>
                        <a:avLst/>
                        <a:gdLst>
                          <a:gd name="connsiteX0" fmla="*/ 35371 w 35475"/>
                          <a:gd name="connsiteY0" fmla="*/ 2620 h 10275"/>
                          <a:gd name="connsiteX1" fmla="*/ 15368 w 35475"/>
                          <a:gd name="connsiteY1" fmla="*/ 9288 h 10275"/>
                          <a:gd name="connsiteX2" fmla="*/ 128 w 35475"/>
                          <a:gd name="connsiteY2" fmla="*/ 7478 h 10275"/>
                          <a:gd name="connsiteX3" fmla="*/ 19083 w 35475"/>
                          <a:gd name="connsiteY3" fmla="*/ 810 h 10275"/>
                          <a:gd name="connsiteX4" fmla="*/ 35371 w 35475"/>
                          <a:gd name="connsiteY4" fmla="*/ 2620 h 102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475" h="10275">
                            <a:moveTo>
                              <a:pt x="35371" y="2620"/>
                            </a:moveTo>
                            <a:cubicBezTo>
                              <a:pt x="33847" y="6430"/>
                              <a:pt x="19750" y="8621"/>
                              <a:pt x="15368" y="9288"/>
                            </a:cubicBezTo>
                            <a:cubicBezTo>
                              <a:pt x="11082" y="10050"/>
                              <a:pt x="-1396" y="11764"/>
                              <a:pt x="128" y="7478"/>
                            </a:cubicBezTo>
                            <a:cubicBezTo>
                              <a:pt x="1652" y="3287"/>
                              <a:pt x="14892" y="1191"/>
                              <a:pt x="19083" y="810"/>
                            </a:cubicBezTo>
                            <a:cubicBezTo>
                              <a:pt x="23179" y="239"/>
                              <a:pt x="36800" y="-1380"/>
                              <a:pt x="35371" y="262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15" name="Forme libre : forme 10814">
                        <a:extLst>
                          <a:ext uri="{FF2B5EF4-FFF2-40B4-BE49-F238E27FC236}">
                            <a16:creationId xmlns:a16="http://schemas.microsoft.com/office/drawing/2014/main" id="{7E7040F2-C29F-4C61-B3B2-26A1C2AA0D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7955" y="2878228"/>
                        <a:ext cx="10091" cy="3886"/>
                      </a:xfrm>
                      <a:custGeom>
                        <a:avLst/>
                        <a:gdLst>
                          <a:gd name="connsiteX0" fmla="*/ 10000 w 10091"/>
                          <a:gd name="connsiteY0" fmla="*/ 798 h 3886"/>
                          <a:gd name="connsiteX1" fmla="*/ 5809 w 10091"/>
                          <a:gd name="connsiteY1" fmla="*/ 3465 h 3886"/>
                          <a:gd name="connsiteX2" fmla="*/ 94 w 10091"/>
                          <a:gd name="connsiteY2" fmla="*/ 3084 h 3886"/>
                          <a:gd name="connsiteX3" fmla="*/ 4094 w 10091"/>
                          <a:gd name="connsiteY3" fmla="*/ 417 h 3886"/>
                          <a:gd name="connsiteX4" fmla="*/ 10000 w 10091"/>
                          <a:gd name="connsiteY4" fmla="*/ 798 h 3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91" h="3886">
                            <a:moveTo>
                              <a:pt x="10000" y="798"/>
                            </a:moveTo>
                            <a:cubicBezTo>
                              <a:pt x="10666" y="2037"/>
                              <a:pt x="7523" y="3084"/>
                              <a:pt x="5809" y="3465"/>
                            </a:cubicBezTo>
                            <a:cubicBezTo>
                              <a:pt x="4094" y="3751"/>
                              <a:pt x="760" y="4418"/>
                              <a:pt x="94" y="3084"/>
                            </a:cubicBezTo>
                            <a:cubicBezTo>
                              <a:pt x="-573" y="1846"/>
                              <a:pt x="2475" y="798"/>
                              <a:pt x="4094" y="417"/>
                            </a:cubicBezTo>
                            <a:cubicBezTo>
                              <a:pt x="5809" y="36"/>
                              <a:pt x="9333" y="-440"/>
                              <a:pt x="10000" y="79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16" name="Forme libre : forme 10815">
                        <a:extLst>
                          <a:ext uri="{FF2B5EF4-FFF2-40B4-BE49-F238E27FC236}">
                            <a16:creationId xmlns:a16="http://schemas.microsoft.com/office/drawing/2014/main" id="{7739062C-676B-4867-999E-60DF800627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1173" y="2853078"/>
                        <a:ext cx="93223" cy="25020"/>
                      </a:xfrm>
                      <a:custGeom>
                        <a:avLst/>
                        <a:gdLst>
                          <a:gd name="connsiteX0" fmla="*/ 68498 w 93223"/>
                          <a:gd name="connsiteY0" fmla="*/ 7089 h 25020"/>
                          <a:gd name="connsiteX1" fmla="*/ 92406 w 93223"/>
                          <a:gd name="connsiteY1" fmla="*/ 18233 h 25020"/>
                          <a:gd name="connsiteX2" fmla="*/ 87167 w 93223"/>
                          <a:gd name="connsiteY2" fmla="*/ 24805 h 25020"/>
                          <a:gd name="connsiteX3" fmla="*/ 76214 w 93223"/>
                          <a:gd name="connsiteY3" fmla="*/ 23090 h 25020"/>
                          <a:gd name="connsiteX4" fmla="*/ 42685 w 93223"/>
                          <a:gd name="connsiteY4" fmla="*/ 16423 h 25020"/>
                          <a:gd name="connsiteX5" fmla="*/ 16968 w 93223"/>
                          <a:gd name="connsiteY5" fmla="*/ 17185 h 25020"/>
                          <a:gd name="connsiteX6" fmla="*/ 394 w 93223"/>
                          <a:gd name="connsiteY6" fmla="*/ 12232 h 25020"/>
                          <a:gd name="connsiteX7" fmla="*/ 45829 w 93223"/>
                          <a:gd name="connsiteY7" fmla="*/ 231 h 25020"/>
                          <a:gd name="connsiteX8" fmla="*/ 68498 w 93223"/>
                          <a:gd name="connsiteY8" fmla="*/ 7089 h 25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223" h="25020">
                            <a:moveTo>
                              <a:pt x="68498" y="7089"/>
                            </a:moveTo>
                            <a:cubicBezTo>
                              <a:pt x="78690" y="9851"/>
                              <a:pt x="86119" y="12423"/>
                              <a:pt x="92406" y="18233"/>
                            </a:cubicBezTo>
                            <a:cubicBezTo>
                              <a:pt x="94787" y="20423"/>
                              <a:pt x="91644" y="24043"/>
                              <a:pt x="87167" y="24805"/>
                            </a:cubicBezTo>
                            <a:cubicBezTo>
                              <a:pt x="82595" y="25567"/>
                              <a:pt x="79547" y="24138"/>
                              <a:pt x="76214" y="23090"/>
                            </a:cubicBezTo>
                            <a:cubicBezTo>
                              <a:pt x="65926" y="19471"/>
                              <a:pt x="54973" y="17471"/>
                              <a:pt x="42685" y="16423"/>
                            </a:cubicBezTo>
                            <a:cubicBezTo>
                              <a:pt x="38875" y="15947"/>
                              <a:pt x="27160" y="17090"/>
                              <a:pt x="16968" y="17185"/>
                            </a:cubicBezTo>
                            <a:cubicBezTo>
                              <a:pt x="6776" y="17566"/>
                              <a:pt x="-1987" y="16899"/>
                              <a:pt x="394" y="12232"/>
                            </a:cubicBezTo>
                            <a:cubicBezTo>
                              <a:pt x="5062" y="2707"/>
                              <a:pt x="35447" y="-1008"/>
                              <a:pt x="45829" y="231"/>
                            </a:cubicBezTo>
                            <a:cubicBezTo>
                              <a:pt x="56116" y="1088"/>
                              <a:pt x="60783" y="4898"/>
                              <a:pt x="68498" y="708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71" name="Graphique 1">
                      <a:extLst>
                        <a:ext uri="{FF2B5EF4-FFF2-40B4-BE49-F238E27FC236}">
                          <a16:creationId xmlns:a16="http://schemas.microsoft.com/office/drawing/2014/main" id="{DBA00117-0313-4BAD-AB22-F0DEE99402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34025" y="2833072"/>
                      <a:ext cx="201660" cy="88410"/>
                      <a:chOff x="4234025" y="2833072"/>
                      <a:chExt cx="201660" cy="88410"/>
                    </a:xfrm>
                    <a:solidFill>
                      <a:schemeClr val="accent1"/>
                    </a:solidFill>
                  </p:grpSpPr>
                  <p:sp>
                    <p:nvSpPr>
                      <p:cNvPr id="10793" name="Forme libre : forme 10792">
                        <a:extLst>
                          <a:ext uri="{FF2B5EF4-FFF2-40B4-BE49-F238E27FC236}">
                            <a16:creationId xmlns:a16="http://schemas.microsoft.com/office/drawing/2014/main" id="{F240DDAE-2E44-4303-8B7D-8B0B136070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4025" y="2833072"/>
                        <a:ext cx="201660" cy="88410"/>
                      </a:xfrm>
                      <a:custGeom>
                        <a:avLst/>
                        <a:gdLst>
                          <a:gd name="connsiteX0" fmla="*/ 128620 w 201660"/>
                          <a:gd name="connsiteY0" fmla="*/ 84244 h 88410"/>
                          <a:gd name="connsiteX1" fmla="*/ 99854 w 201660"/>
                          <a:gd name="connsiteY1" fmla="*/ 78910 h 88410"/>
                          <a:gd name="connsiteX2" fmla="*/ 82900 w 201660"/>
                          <a:gd name="connsiteY2" fmla="*/ 76815 h 88410"/>
                          <a:gd name="connsiteX3" fmla="*/ 68707 w 201660"/>
                          <a:gd name="connsiteY3" fmla="*/ 75386 h 88410"/>
                          <a:gd name="connsiteX4" fmla="*/ 5080 w 201660"/>
                          <a:gd name="connsiteY4" fmla="*/ 48811 h 88410"/>
                          <a:gd name="connsiteX5" fmla="*/ 4033 w 201660"/>
                          <a:gd name="connsiteY5" fmla="*/ 27285 h 88410"/>
                          <a:gd name="connsiteX6" fmla="*/ 73946 w 201660"/>
                          <a:gd name="connsiteY6" fmla="*/ 43 h 88410"/>
                          <a:gd name="connsiteX7" fmla="*/ 90234 w 201660"/>
                          <a:gd name="connsiteY7" fmla="*/ 710 h 88410"/>
                          <a:gd name="connsiteX8" fmla="*/ 110046 w 201660"/>
                          <a:gd name="connsiteY8" fmla="*/ 2806 h 88410"/>
                          <a:gd name="connsiteX9" fmla="*/ 120238 w 201660"/>
                          <a:gd name="connsiteY9" fmla="*/ 4330 h 88410"/>
                          <a:gd name="connsiteX10" fmla="*/ 130144 w 201660"/>
                          <a:gd name="connsiteY10" fmla="*/ 6520 h 88410"/>
                          <a:gd name="connsiteX11" fmla="*/ 147003 w 201660"/>
                          <a:gd name="connsiteY11" fmla="*/ 11092 h 88410"/>
                          <a:gd name="connsiteX12" fmla="*/ 159290 w 201660"/>
                          <a:gd name="connsiteY12" fmla="*/ 15760 h 88410"/>
                          <a:gd name="connsiteX13" fmla="*/ 169863 w 201660"/>
                          <a:gd name="connsiteY13" fmla="*/ 21760 h 88410"/>
                          <a:gd name="connsiteX14" fmla="*/ 185960 w 201660"/>
                          <a:gd name="connsiteY14" fmla="*/ 35762 h 88410"/>
                          <a:gd name="connsiteX15" fmla="*/ 191675 w 201660"/>
                          <a:gd name="connsiteY15" fmla="*/ 43287 h 88410"/>
                          <a:gd name="connsiteX16" fmla="*/ 195485 w 201660"/>
                          <a:gd name="connsiteY16" fmla="*/ 50907 h 88410"/>
                          <a:gd name="connsiteX17" fmla="*/ 201105 w 201660"/>
                          <a:gd name="connsiteY17" fmla="*/ 66909 h 88410"/>
                          <a:gd name="connsiteX18" fmla="*/ 191961 w 201660"/>
                          <a:gd name="connsiteY18" fmla="*/ 85959 h 88410"/>
                          <a:gd name="connsiteX19" fmla="*/ 160433 w 201660"/>
                          <a:gd name="connsiteY19" fmla="*/ 88150 h 88410"/>
                          <a:gd name="connsiteX20" fmla="*/ 128620 w 201660"/>
                          <a:gd name="connsiteY20" fmla="*/ 84244 h 884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201660" h="88410">
                            <a:moveTo>
                              <a:pt x="128620" y="84244"/>
                            </a:moveTo>
                            <a:cubicBezTo>
                              <a:pt x="122047" y="82720"/>
                              <a:pt x="111284" y="80434"/>
                              <a:pt x="99854" y="78910"/>
                            </a:cubicBezTo>
                            <a:cubicBezTo>
                              <a:pt x="94139" y="78053"/>
                              <a:pt x="88424" y="77196"/>
                              <a:pt x="82900" y="76815"/>
                            </a:cubicBezTo>
                            <a:cubicBezTo>
                              <a:pt x="77471" y="76339"/>
                              <a:pt x="72613" y="75577"/>
                              <a:pt x="68707" y="75386"/>
                            </a:cubicBezTo>
                            <a:cubicBezTo>
                              <a:pt x="39466" y="72719"/>
                              <a:pt x="23178" y="63289"/>
                              <a:pt x="5080" y="48811"/>
                            </a:cubicBezTo>
                            <a:cubicBezTo>
                              <a:pt x="-1206" y="43763"/>
                              <a:pt x="-1778" y="32905"/>
                              <a:pt x="4033" y="27285"/>
                            </a:cubicBezTo>
                            <a:cubicBezTo>
                              <a:pt x="20702" y="11092"/>
                              <a:pt x="40609" y="424"/>
                              <a:pt x="73946" y="43"/>
                            </a:cubicBezTo>
                            <a:cubicBezTo>
                              <a:pt x="78328" y="-147"/>
                              <a:pt x="84043" y="329"/>
                              <a:pt x="90234" y="710"/>
                            </a:cubicBezTo>
                            <a:cubicBezTo>
                              <a:pt x="96425" y="996"/>
                              <a:pt x="103188" y="1758"/>
                              <a:pt x="110046" y="2806"/>
                            </a:cubicBezTo>
                            <a:cubicBezTo>
                              <a:pt x="113475" y="3282"/>
                              <a:pt x="116904" y="3853"/>
                              <a:pt x="120238" y="4330"/>
                            </a:cubicBezTo>
                            <a:cubicBezTo>
                              <a:pt x="123667" y="5092"/>
                              <a:pt x="126905" y="5853"/>
                              <a:pt x="130144" y="6520"/>
                            </a:cubicBezTo>
                            <a:cubicBezTo>
                              <a:pt x="136525" y="7854"/>
                              <a:pt x="142336" y="9378"/>
                              <a:pt x="147003" y="11092"/>
                            </a:cubicBezTo>
                            <a:cubicBezTo>
                              <a:pt x="151384" y="12521"/>
                              <a:pt x="155480" y="14140"/>
                              <a:pt x="159290" y="15760"/>
                            </a:cubicBezTo>
                            <a:cubicBezTo>
                              <a:pt x="163100" y="17665"/>
                              <a:pt x="166624" y="19760"/>
                              <a:pt x="169863" y="21760"/>
                            </a:cubicBezTo>
                            <a:cubicBezTo>
                              <a:pt x="176340" y="25666"/>
                              <a:pt x="181674" y="30714"/>
                              <a:pt x="185960" y="35762"/>
                            </a:cubicBezTo>
                            <a:cubicBezTo>
                              <a:pt x="188056" y="38239"/>
                              <a:pt x="190246" y="40810"/>
                              <a:pt x="191675" y="43287"/>
                            </a:cubicBezTo>
                            <a:cubicBezTo>
                              <a:pt x="193104" y="45763"/>
                              <a:pt x="194342" y="48335"/>
                              <a:pt x="195485" y="50907"/>
                            </a:cubicBezTo>
                            <a:cubicBezTo>
                              <a:pt x="197771" y="56050"/>
                              <a:pt x="199486" y="61384"/>
                              <a:pt x="201105" y="66909"/>
                            </a:cubicBezTo>
                            <a:cubicBezTo>
                              <a:pt x="203200" y="74624"/>
                              <a:pt x="199200" y="84435"/>
                              <a:pt x="191961" y="85959"/>
                            </a:cubicBezTo>
                            <a:cubicBezTo>
                              <a:pt x="181483" y="88245"/>
                              <a:pt x="170911" y="88816"/>
                              <a:pt x="160433" y="88150"/>
                            </a:cubicBezTo>
                            <a:cubicBezTo>
                              <a:pt x="150622" y="88340"/>
                              <a:pt x="141193" y="86816"/>
                              <a:pt x="128620" y="8424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94" name="Forme libre : forme 10793">
                        <a:extLst>
                          <a:ext uri="{FF2B5EF4-FFF2-40B4-BE49-F238E27FC236}">
                            <a16:creationId xmlns:a16="http://schemas.microsoft.com/office/drawing/2014/main" id="{06A6A129-405A-4911-B3BD-81893D15A7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4343" y="2873406"/>
                        <a:ext cx="191928" cy="47975"/>
                      </a:xfrm>
                      <a:custGeom>
                        <a:avLst/>
                        <a:gdLst>
                          <a:gd name="connsiteX0" fmla="*/ 80010 w 191928"/>
                          <a:gd name="connsiteY0" fmla="*/ 8667 h 47975"/>
                          <a:gd name="connsiteX1" fmla="*/ 0 w 191928"/>
                          <a:gd name="connsiteY1" fmla="*/ 0 h 47975"/>
                          <a:gd name="connsiteX2" fmla="*/ 4763 w 191928"/>
                          <a:gd name="connsiteY2" fmla="*/ 8382 h 47975"/>
                          <a:gd name="connsiteX3" fmla="*/ 14002 w 191928"/>
                          <a:gd name="connsiteY3" fmla="*/ 15335 h 47975"/>
                          <a:gd name="connsiteX4" fmla="*/ 43339 w 191928"/>
                          <a:gd name="connsiteY4" fmla="*/ 30194 h 47975"/>
                          <a:gd name="connsiteX5" fmla="*/ 55054 w 191928"/>
                          <a:gd name="connsiteY5" fmla="*/ 32956 h 47975"/>
                          <a:gd name="connsiteX6" fmla="*/ 68389 w 191928"/>
                          <a:gd name="connsiteY6" fmla="*/ 34957 h 47975"/>
                          <a:gd name="connsiteX7" fmla="*/ 78486 w 191928"/>
                          <a:gd name="connsiteY7" fmla="*/ 36004 h 47975"/>
                          <a:gd name="connsiteX8" fmla="*/ 124206 w 191928"/>
                          <a:gd name="connsiteY8" fmla="*/ 42958 h 47975"/>
                          <a:gd name="connsiteX9" fmla="*/ 128302 w 191928"/>
                          <a:gd name="connsiteY9" fmla="*/ 43910 h 47975"/>
                          <a:gd name="connsiteX10" fmla="*/ 134779 w 191928"/>
                          <a:gd name="connsiteY10" fmla="*/ 45053 h 47975"/>
                          <a:gd name="connsiteX11" fmla="*/ 140589 w 191928"/>
                          <a:gd name="connsiteY11" fmla="*/ 46196 h 47975"/>
                          <a:gd name="connsiteX12" fmla="*/ 151543 w 191928"/>
                          <a:gd name="connsiteY12" fmla="*/ 47530 h 47975"/>
                          <a:gd name="connsiteX13" fmla="*/ 181546 w 191928"/>
                          <a:gd name="connsiteY13" fmla="*/ 47339 h 47975"/>
                          <a:gd name="connsiteX14" fmla="*/ 191548 w 191928"/>
                          <a:gd name="connsiteY14" fmla="*/ 45625 h 47975"/>
                          <a:gd name="connsiteX15" fmla="*/ 191929 w 191928"/>
                          <a:gd name="connsiteY15" fmla="*/ 45529 h 47975"/>
                          <a:gd name="connsiteX16" fmla="*/ 138970 w 191928"/>
                          <a:gd name="connsiteY16" fmla="*/ 17716 h 47975"/>
                          <a:gd name="connsiteX17" fmla="*/ 80010 w 191928"/>
                          <a:gd name="connsiteY17" fmla="*/ 8667 h 479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91928" h="47975">
                            <a:moveTo>
                              <a:pt x="80010" y="8667"/>
                            </a:moveTo>
                            <a:cubicBezTo>
                              <a:pt x="52483" y="8191"/>
                              <a:pt x="22955" y="8763"/>
                              <a:pt x="0" y="0"/>
                            </a:cubicBezTo>
                            <a:cubicBezTo>
                              <a:pt x="667" y="3238"/>
                              <a:pt x="2191" y="6286"/>
                              <a:pt x="4763" y="8382"/>
                            </a:cubicBezTo>
                            <a:cubicBezTo>
                              <a:pt x="7906" y="10858"/>
                              <a:pt x="10954" y="13240"/>
                              <a:pt x="14002" y="15335"/>
                            </a:cubicBezTo>
                            <a:cubicBezTo>
                              <a:pt x="22860" y="21717"/>
                              <a:pt x="32099" y="26670"/>
                              <a:pt x="43339" y="30194"/>
                            </a:cubicBezTo>
                            <a:cubicBezTo>
                              <a:pt x="46958" y="31337"/>
                              <a:pt x="50863" y="32194"/>
                              <a:pt x="55054" y="32956"/>
                            </a:cubicBezTo>
                            <a:cubicBezTo>
                              <a:pt x="59150" y="33814"/>
                              <a:pt x="63532" y="34480"/>
                              <a:pt x="68389" y="34957"/>
                            </a:cubicBezTo>
                            <a:cubicBezTo>
                              <a:pt x="71342" y="35147"/>
                              <a:pt x="74771" y="35528"/>
                              <a:pt x="78486" y="36004"/>
                            </a:cubicBezTo>
                            <a:cubicBezTo>
                              <a:pt x="93440" y="36957"/>
                              <a:pt x="112586" y="40386"/>
                              <a:pt x="124206" y="42958"/>
                            </a:cubicBezTo>
                            <a:cubicBezTo>
                              <a:pt x="125730" y="43339"/>
                              <a:pt x="127063" y="43624"/>
                              <a:pt x="128302" y="43910"/>
                            </a:cubicBezTo>
                            <a:cubicBezTo>
                              <a:pt x="130493" y="44291"/>
                              <a:pt x="132683" y="44672"/>
                              <a:pt x="134779" y="45053"/>
                            </a:cubicBezTo>
                            <a:cubicBezTo>
                              <a:pt x="136779" y="45529"/>
                              <a:pt x="138684" y="45910"/>
                              <a:pt x="140589" y="46196"/>
                            </a:cubicBezTo>
                            <a:cubicBezTo>
                              <a:pt x="144399" y="46863"/>
                              <a:pt x="148304" y="46958"/>
                              <a:pt x="151543" y="47530"/>
                            </a:cubicBezTo>
                            <a:cubicBezTo>
                              <a:pt x="160591" y="47911"/>
                              <a:pt x="171450" y="48387"/>
                              <a:pt x="181546" y="47339"/>
                            </a:cubicBezTo>
                            <a:cubicBezTo>
                              <a:pt x="184880" y="46958"/>
                              <a:pt x="188214" y="46387"/>
                              <a:pt x="191548" y="45625"/>
                            </a:cubicBezTo>
                            <a:lnTo>
                              <a:pt x="191929" y="45529"/>
                            </a:lnTo>
                            <a:cubicBezTo>
                              <a:pt x="174974" y="33623"/>
                              <a:pt x="158210" y="23431"/>
                              <a:pt x="138970" y="17716"/>
                            </a:cubicBezTo>
                            <a:cubicBezTo>
                              <a:pt x="119920" y="11525"/>
                              <a:pt x="99727" y="8763"/>
                              <a:pt x="80010" y="866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95" name="Forme libre : forme 10794">
                        <a:extLst>
                          <a:ext uri="{FF2B5EF4-FFF2-40B4-BE49-F238E27FC236}">
                            <a16:creationId xmlns:a16="http://schemas.microsoft.com/office/drawing/2014/main" id="{E042E204-88D4-47C9-939D-7D7DF01A0B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6256" y="2862954"/>
                        <a:ext cx="93264" cy="33302"/>
                      </a:xfrm>
                      <a:custGeom>
                        <a:avLst/>
                        <a:gdLst>
                          <a:gd name="connsiteX0" fmla="*/ 92869 w 93264"/>
                          <a:gd name="connsiteY0" fmla="*/ 30074 h 33302"/>
                          <a:gd name="connsiteX1" fmla="*/ 71152 w 93264"/>
                          <a:gd name="connsiteY1" fmla="*/ 31788 h 33302"/>
                          <a:gd name="connsiteX2" fmla="*/ 55531 w 93264"/>
                          <a:gd name="connsiteY2" fmla="*/ 29217 h 33302"/>
                          <a:gd name="connsiteX3" fmla="*/ 43148 w 93264"/>
                          <a:gd name="connsiteY3" fmla="*/ 27216 h 33302"/>
                          <a:gd name="connsiteX4" fmla="*/ 31528 w 93264"/>
                          <a:gd name="connsiteY4" fmla="*/ 24740 h 33302"/>
                          <a:gd name="connsiteX5" fmla="*/ 17336 w 93264"/>
                          <a:gd name="connsiteY5" fmla="*/ 20930 h 33302"/>
                          <a:gd name="connsiteX6" fmla="*/ 0 w 93264"/>
                          <a:gd name="connsiteY6" fmla="*/ 8833 h 33302"/>
                          <a:gd name="connsiteX7" fmla="*/ 19241 w 93264"/>
                          <a:gd name="connsiteY7" fmla="*/ 165 h 33302"/>
                          <a:gd name="connsiteX8" fmla="*/ 35052 w 93264"/>
                          <a:gd name="connsiteY8" fmla="*/ 737 h 33302"/>
                          <a:gd name="connsiteX9" fmla="*/ 47625 w 93264"/>
                          <a:gd name="connsiteY9" fmla="*/ 2832 h 33302"/>
                          <a:gd name="connsiteX10" fmla="*/ 60579 w 93264"/>
                          <a:gd name="connsiteY10" fmla="*/ 6261 h 33302"/>
                          <a:gd name="connsiteX11" fmla="*/ 76771 w 93264"/>
                          <a:gd name="connsiteY11" fmla="*/ 12929 h 33302"/>
                          <a:gd name="connsiteX12" fmla="*/ 92869 w 93264"/>
                          <a:gd name="connsiteY12" fmla="*/ 30074 h 333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3264" h="33302">
                            <a:moveTo>
                              <a:pt x="92869" y="30074"/>
                            </a:moveTo>
                            <a:cubicBezTo>
                              <a:pt x="90869" y="34455"/>
                              <a:pt x="81344" y="33693"/>
                              <a:pt x="71152" y="31788"/>
                            </a:cubicBezTo>
                            <a:cubicBezTo>
                              <a:pt x="65913" y="31217"/>
                              <a:pt x="60389" y="30264"/>
                              <a:pt x="55531" y="29217"/>
                            </a:cubicBezTo>
                            <a:cubicBezTo>
                              <a:pt x="50578" y="28454"/>
                              <a:pt x="46101" y="27788"/>
                              <a:pt x="43148" y="27216"/>
                            </a:cubicBezTo>
                            <a:cubicBezTo>
                              <a:pt x="40196" y="26549"/>
                              <a:pt x="36100" y="25692"/>
                              <a:pt x="31528" y="24740"/>
                            </a:cubicBezTo>
                            <a:cubicBezTo>
                              <a:pt x="26956" y="23787"/>
                              <a:pt x="22003" y="22168"/>
                              <a:pt x="17336" y="20930"/>
                            </a:cubicBezTo>
                            <a:cubicBezTo>
                              <a:pt x="8001" y="18168"/>
                              <a:pt x="0" y="14167"/>
                              <a:pt x="0" y="8833"/>
                            </a:cubicBezTo>
                            <a:cubicBezTo>
                              <a:pt x="0" y="3213"/>
                              <a:pt x="8763" y="832"/>
                              <a:pt x="19241" y="165"/>
                            </a:cubicBezTo>
                            <a:cubicBezTo>
                              <a:pt x="24479" y="-311"/>
                              <a:pt x="30004" y="356"/>
                              <a:pt x="35052" y="737"/>
                            </a:cubicBezTo>
                            <a:cubicBezTo>
                              <a:pt x="40100" y="1213"/>
                              <a:pt x="44577" y="1975"/>
                              <a:pt x="47625" y="2832"/>
                            </a:cubicBezTo>
                            <a:cubicBezTo>
                              <a:pt x="50673" y="3594"/>
                              <a:pt x="55340" y="4737"/>
                              <a:pt x="60579" y="6261"/>
                            </a:cubicBezTo>
                            <a:cubicBezTo>
                              <a:pt x="65818" y="8166"/>
                              <a:pt x="71533" y="10452"/>
                              <a:pt x="76771" y="12929"/>
                            </a:cubicBezTo>
                            <a:cubicBezTo>
                              <a:pt x="87249" y="18548"/>
                              <a:pt x="95155" y="25121"/>
                              <a:pt x="92869" y="3007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96" name="Forme libre : forme 10795">
                        <a:extLst>
                          <a:ext uri="{FF2B5EF4-FFF2-40B4-BE49-F238E27FC236}">
                            <a16:creationId xmlns:a16="http://schemas.microsoft.com/office/drawing/2014/main" id="{043DA2F3-5E8C-4ECD-B508-BD9C2BE8B3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5620" y="2863215"/>
                        <a:ext cx="63501" cy="30003"/>
                      </a:xfrm>
                      <a:custGeom>
                        <a:avLst/>
                        <a:gdLst>
                          <a:gd name="connsiteX0" fmla="*/ 21782 w 63501"/>
                          <a:gd name="connsiteY0" fmla="*/ 0 h 30003"/>
                          <a:gd name="connsiteX1" fmla="*/ 160 w 63501"/>
                          <a:gd name="connsiteY1" fmla="*/ 8477 h 30003"/>
                          <a:gd name="connsiteX2" fmla="*/ 44357 w 63501"/>
                          <a:gd name="connsiteY2" fmla="*/ 27051 h 30003"/>
                          <a:gd name="connsiteX3" fmla="*/ 63502 w 63501"/>
                          <a:gd name="connsiteY3" fmla="*/ 30004 h 30003"/>
                          <a:gd name="connsiteX4" fmla="*/ 53691 w 63501"/>
                          <a:gd name="connsiteY4" fmla="*/ 26575 h 30003"/>
                          <a:gd name="connsiteX5" fmla="*/ 21782 w 63501"/>
                          <a:gd name="connsiteY5" fmla="*/ 0 h 30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3501" h="30003">
                            <a:moveTo>
                              <a:pt x="21782" y="0"/>
                            </a:moveTo>
                            <a:cubicBezTo>
                              <a:pt x="15401" y="1333"/>
                              <a:pt x="-1840" y="1333"/>
                              <a:pt x="160" y="8477"/>
                            </a:cubicBezTo>
                            <a:cubicBezTo>
                              <a:pt x="3494" y="19336"/>
                              <a:pt x="29688" y="23622"/>
                              <a:pt x="44357" y="27051"/>
                            </a:cubicBezTo>
                            <a:cubicBezTo>
                              <a:pt x="48738" y="27908"/>
                              <a:pt x="58549" y="29242"/>
                              <a:pt x="63502" y="30004"/>
                            </a:cubicBezTo>
                            <a:cubicBezTo>
                              <a:pt x="60739" y="29146"/>
                              <a:pt x="56263" y="27622"/>
                              <a:pt x="53691" y="26575"/>
                            </a:cubicBezTo>
                            <a:cubicBezTo>
                              <a:pt x="39689" y="19526"/>
                              <a:pt x="21687" y="12097"/>
                              <a:pt x="2178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97" name="Forme libre : forme 10796">
                        <a:extLst>
                          <a:ext uri="{FF2B5EF4-FFF2-40B4-BE49-F238E27FC236}">
                            <a16:creationId xmlns:a16="http://schemas.microsoft.com/office/drawing/2014/main" id="{C95751D0-328E-4178-A262-9D2ECC3015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1107" y="2866453"/>
                        <a:ext cx="92423" cy="33633"/>
                      </a:xfrm>
                      <a:custGeom>
                        <a:avLst/>
                        <a:gdLst>
                          <a:gd name="connsiteX0" fmla="*/ 91447 w 92423"/>
                          <a:gd name="connsiteY0" fmla="*/ 31242 h 33633"/>
                          <a:gd name="connsiteX1" fmla="*/ 82493 w 92423"/>
                          <a:gd name="connsiteY1" fmla="*/ 33623 h 33633"/>
                          <a:gd name="connsiteX2" fmla="*/ 68873 w 92423"/>
                          <a:gd name="connsiteY2" fmla="*/ 32195 h 33633"/>
                          <a:gd name="connsiteX3" fmla="*/ 41917 w 92423"/>
                          <a:gd name="connsiteY3" fmla="*/ 27527 h 33633"/>
                          <a:gd name="connsiteX4" fmla="*/ 16675 w 92423"/>
                          <a:gd name="connsiteY4" fmla="*/ 20955 h 33633"/>
                          <a:gd name="connsiteX5" fmla="*/ 7 w 92423"/>
                          <a:gd name="connsiteY5" fmla="*/ 8382 h 33633"/>
                          <a:gd name="connsiteX6" fmla="*/ 19152 w 92423"/>
                          <a:gd name="connsiteY6" fmla="*/ 0 h 33633"/>
                          <a:gd name="connsiteX7" fmla="*/ 35059 w 92423"/>
                          <a:gd name="connsiteY7" fmla="*/ 953 h 33633"/>
                          <a:gd name="connsiteX8" fmla="*/ 47251 w 92423"/>
                          <a:gd name="connsiteY8" fmla="*/ 3238 h 33633"/>
                          <a:gd name="connsiteX9" fmla="*/ 77064 w 92423"/>
                          <a:gd name="connsiteY9" fmla="*/ 14097 h 33633"/>
                          <a:gd name="connsiteX10" fmla="*/ 91447 w 92423"/>
                          <a:gd name="connsiteY10" fmla="*/ 31242 h 336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2423" h="33633">
                            <a:moveTo>
                              <a:pt x="91447" y="31242"/>
                            </a:moveTo>
                            <a:cubicBezTo>
                              <a:pt x="89637" y="33147"/>
                              <a:pt x="86399" y="33719"/>
                              <a:pt x="82493" y="33623"/>
                            </a:cubicBezTo>
                            <a:cubicBezTo>
                              <a:pt x="78588" y="33528"/>
                              <a:pt x="73730" y="33147"/>
                              <a:pt x="68873" y="32195"/>
                            </a:cubicBezTo>
                            <a:cubicBezTo>
                              <a:pt x="59062" y="30671"/>
                              <a:pt x="48299" y="28385"/>
                              <a:pt x="41917" y="27527"/>
                            </a:cubicBezTo>
                            <a:cubicBezTo>
                              <a:pt x="35725" y="26194"/>
                              <a:pt x="25534" y="24098"/>
                              <a:pt x="16675" y="20955"/>
                            </a:cubicBezTo>
                            <a:cubicBezTo>
                              <a:pt x="7817" y="18097"/>
                              <a:pt x="292" y="14097"/>
                              <a:pt x="7" y="8382"/>
                            </a:cubicBezTo>
                            <a:cubicBezTo>
                              <a:pt x="-279" y="2762"/>
                              <a:pt x="8579" y="476"/>
                              <a:pt x="19152" y="0"/>
                            </a:cubicBezTo>
                            <a:cubicBezTo>
                              <a:pt x="24391" y="0"/>
                              <a:pt x="30010" y="381"/>
                              <a:pt x="35059" y="953"/>
                            </a:cubicBezTo>
                            <a:cubicBezTo>
                              <a:pt x="40107" y="1524"/>
                              <a:pt x="44393" y="2667"/>
                              <a:pt x="47251" y="3238"/>
                            </a:cubicBezTo>
                            <a:cubicBezTo>
                              <a:pt x="52870" y="4286"/>
                              <a:pt x="66396" y="8191"/>
                              <a:pt x="77064" y="14097"/>
                            </a:cubicBezTo>
                            <a:cubicBezTo>
                              <a:pt x="87827" y="19621"/>
                              <a:pt x="95161" y="27527"/>
                              <a:pt x="91447" y="3124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98" name="Forme libre : forme 10797">
                        <a:extLst>
                          <a:ext uri="{FF2B5EF4-FFF2-40B4-BE49-F238E27FC236}">
                            <a16:creationId xmlns:a16="http://schemas.microsoft.com/office/drawing/2014/main" id="{873E1969-C702-408C-9DC1-465BEF0845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0833" y="2851375"/>
                        <a:ext cx="114005" cy="54646"/>
                      </a:xfrm>
                      <a:custGeom>
                        <a:avLst/>
                        <a:gdLst>
                          <a:gd name="connsiteX0" fmla="*/ 941 w 114005"/>
                          <a:gd name="connsiteY0" fmla="*/ 21269 h 54646"/>
                          <a:gd name="connsiteX1" fmla="*/ 13419 w 114005"/>
                          <a:gd name="connsiteY1" fmla="*/ 32985 h 54646"/>
                          <a:gd name="connsiteX2" fmla="*/ 54472 w 114005"/>
                          <a:gd name="connsiteY2" fmla="*/ 50415 h 54646"/>
                          <a:gd name="connsiteX3" fmla="*/ 96001 w 114005"/>
                          <a:gd name="connsiteY3" fmla="*/ 54321 h 54646"/>
                          <a:gd name="connsiteX4" fmla="*/ 114003 w 114005"/>
                          <a:gd name="connsiteY4" fmla="*/ 45177 h 54646"/>
                          <a:gd name="connsiteX5" fmla="*/ 102097 w 114005"/>
                          <a:gd name="connsiteY5" fmla="*/ 35652 h 54646"/>
                          <a:gd name="connsiteX6" fmla="*/ 83618 w 114005"/>
                          <a:gd name="connsiteY6" fmla="*/ 25746 h 54646"/>
                          <a:gd name="connsiteX7" fmla="*/ 64568 w 114005"/>
                          <a:gd name="connsiteY7" fmla="*/ 15078 h 54646"/>
                          <a:gd name="connsiteX8" fmla="*/ 22944 w 114005"/>
                          <a:gd name="connsiteY8" fmla="*/ 219 h 54646"/>
                          <a:gd name="connsiteX9" fmla="*/ 941 w 114005"/>
                          <a:gd name="connsiteY9" fmla="*/ 21269 h 546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14005" h="54646">
                            <a:moveTo>
                              <a:pt x="941" y="21269"/>
                            </a:moveTo>
                            <a:cubicBezTo>
                              <a:pt x="3799" y="27460"/>
                              <a:pt x="6275" y="29080"/>
                              <a:pt x="13419" y="32985"/>
                            </a:cubicBezTo>
                            <a:cubicBezTo>
                              <a:pt x="26945" y="40319"/>
                              <a:pt x="37613" y="46415"/>
                              <a:pt x="54472" y="50415"/>
                            </a:cubicBezTo>
                            <a:cubicBezTo>
                              <a:pt x="68759" y="53464"/>
                              <a:pt x="83809" y="55464"/>
                              <a:pt x="96001" y="54321"/>
                            </a:cubicBezTo>
                            <a:cubicBezTo>
                              <a:pt x="104669" y="53940"/>
                              <a:pt x="114194" y="51558"/>
                              <a:pt x="114003" y="45177"/>
                            </a:cubicBezTo>
                            <a:cubicBezTo>
                              <a:pt x="113813" y="41176"/>
                              <a:pt x="107050" y="38890"/>
                              <a:pt x="102097" y="35652"/>
                            </a:cubicBezTo>
                            <a:cubicBezTo>
                              <a:pt x="95906" y="32318"/>
                              <a:pt x="89905" y="29175"/>
                              <a:pt x="83618" y="25746"/>
                            </a:cubicBezTo>
                            <a:cubicBezTo>
                              <a:pt x="77332" y="22793"/>
                              <a:pt x="71045" y="18983"/>
                              <a:pt x="64568" y="15078"/>
                            </a:cubicBezTo>
                            <a:cubicBezTo>
                              <a:pt x="53710" y="8220"/>
                              <a:pt x="40946" y="-1591"/>
                              <a:pt x="22944" y="219"/>
                            </a:cubicBezTo>
                            <a:cubicBezTo>
                              <a:pt x="6466" y="1838"/>
                              <a:pt x="-3154" y="12887"/>
                              <a:pt x="941" y="2126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99" name="Forme libre : forme 10798">
                        <a:extLst>
                          <a:ext uri="{FF2B5EF4-FFF2-40B4-BE49-F238E27FC236}">
                            <a16:creationId xmlns:a16="http://schemas.microsoft.com/office/drawing/2014/main" id="{CFC507B7-C01F-47FE-AECA-BC232BA934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84894" y="2852326"/>
                        <a:ext cx="40898" cy="11305"/>
                      </a:xfrm>
                      <a:custGeom>
                        <a:avLst/>
                        <a:gdLst>
                          <a:gd name="connsiteX0" fmla="*/ 3931 w 40898"/>
                          <a:gd name="connsiteY0" fmla="*/ 5935 h 11305"/>
                          <a:gd name="connsiteX1" fmla="*/ 121 w 40898"/>
                          <a:gd name="connsiteY1" fmla="*/ 8602 h 11305"/>
                          <a:gd name="connsiteX2" fmla="*/ 3074 w 40898"/>
                          <a:gd name="connsiteY2" fmla="*/ 10984 h 11305"/>
                          <a:gd name="connsiteX3" fmla="*/ 10408 w 40898"/>
                          <a:gd name="connsiteY3" fmla="*/ 11270 h 11305"/>
                          <a:gd name="connsiteX4" fmla="*/ 28411 w 40898"/>
                          <a:gd name="connsiteY4" fmla="*/ 9841 h 11305"/>
                          <a:gd name="connsiteX5" fmla="*/ 34983 w 40898"/>
                          <a:gd name="connsiteY5" fmla="*/ 8793 h 11305"/>
                          <a:gd name="connsiteX6" fmla="*/ 31744 w 40898"/>
                          <a:gd name="connsiteY6" fmla="*/ 30 h 11305"/>
                          <a:gd name="connsiteX7" fmla="*/ 3931 w 40898"/>
                          <a:gd name="connsiteY7" fmla="*/ 5935 h 11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898" h="11305">
                            <a:moveTo>
                              <a:pt x="3931" y="5935"/>
                            </a:moveTo>
                            <a:cubicBezTo>
                              <a:pt x="2026" y="6793"/>
                              <a:pt x="788" y="7364"/>
                              <a:pt x="121" y="8602"/>
                            </a:cubicBezTo>
                            <a:cubicBezTo>
                              <a:pt x="-450" y="9841"/>
                              <a:pt x="1074" y="10603"/>
                              <a:pt x="3074" y="10984"/>
                            </a:cubicBezTo>
                            <a:cubicBezTo>
                              <a:pt x="5074" y="11270"/>
                              <a:pt x="8027" y="11365"/>
                              <a:pt x="10408" y="11270"/>
                            </a:cubicBezTo>
                            <a:cubicBezTo>
                              <a:pt x="16314" y="11079"/>
                              <a:pt x="22696" y="10412"/>
                              <a:pt x="28411" y="9841"/>
                            </a:cubicBezTo>
                            <a:cubicBezTo>
                              <a:pt x="30792" y="9650"/>
                              <a:pt x="32982" y="9460"/>
                              <a:pt x="34983" y="8793"/>
                            </a:cubicBezTo>
                            <a:cubicBezTo>
                              <a:pt x="43079" y="6031"/>
                              <a:pt x="43651" y="411"/>
                              <a:pt x="31744" y="30"/>
                            </a:cubicBezTo>
                            <a:cubicBezTo>
                              <a:pt x="22314" y="-351"/>
                              <a:pt x="11456" y="2983"/>
                              <a:pt x="3931" y="593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00" name="Forme libre : forme 10799">
                        <a:extLst>
                          <a:ext uri="{FF2B5EF4-FFF2-40B4-BE49-F238E27FC236}">
                            <a16:creationId xmlns:a16="http://schemas.microsoft.com/office/drawing/2014/main" id="{DA98FCEF-731A-490F-9975-E1965CBB20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5026" y="2914822"/>
                        <a:ext cx="60102" cy="2912"/>
                      </a:xfrm>
                      <a:custGeom>
                        <a:avLst/>
                        <a:gdLst>
                          <a:gd name="connsiteX0" fmla="*/ 60103 w 60102"/>
                          <a:gd name="connsiteY0" fmla="*/ 303 h 2912"/>
                          <a:gd name="connsiteX1" fmla="*/ 30004 w 60102"/>
                          <a:gd name="connsiteY1" fmla="*/ 2209 h 2912"/>
                          <a:gd name="connsiteX2" fmla="*/ 0 w 60102"/>
                          <a:gd name="connsiteY2" fmla="*/ 1351 h 2912"/>
                          <a:gd name="connsiteX3" fmla="*/ 29242 w 60102"/>
                          <a:gd name="connsiteY3" fmla="*/ 208 h 2912"/>
                          <a:gd name="connsiteX4" fmla="*/ 45053 w 60102"/>
                          <a:gd name="connsiteY4" fmla="*/ 303 h 2912"/>
                          <a:gd name="connsiteX5" fmla="*/ 60103 w 60102"/>
                          <a:gd name="connsiteY5" fmla="*/ 303 h 29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0102" h="2912">
                            <a:moveTo>
                              <a:pt x="60103" y="303"/>
                            </a:moveTo>
                            <a:cubicBezTo>
                              <a:pt x="52769" y="4018"/>
                              <a:pt x="41053" y="2875"/>
                              <a:pt x="30004" y="2209"/>
                            </a:cubicBezTo>
                            <a:cubicBezTo>
                              <a:pt x="19526" y="1637"/>
                              <a:pt x="8668" y="1161"/>
                              <a:pt x="0" y="1351"/>
                            </a:cubicBezTo>
                            <a:cubicBezTo>
                              <a:pt x="9335" y="1256"/>
                              <a:pt x="19336" y="399"/>
                              <a:pt x="29242" y="208"/>
                            </a:cubicBezTo>
                            <a:cubicBezTo>
                              <a:pt x="34195" y="-268"/>
                              <a:pt x="39814" y="208"/>
                              <a:pt x="45053" y="303"/>
                            </a:cubicBezTo>
                            <a:cubicBezTo>
                              <a:pt x="50387" y="399"/>
                              <a:pt x="55436" y="494"/>
                              <a:pt x="60103" y="30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01" name="Forme libre : forme 10800">
                        <a:extLst>
                          <a:ext uri="{FF2B5EF4-FFF2-40B4-BE49-F238E27FC236}">
                            <a16:creationId xmlns:a16="http://schemas.microsoft.com/office/drawing/2014/main" id="{347A7F8C-5FFA-4AE1-B75F-9E7686DE76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9581" y="2835497"/>
                        <a:ext cx="70770" cy="26574"/>
                      </a:xfrm>
                      <a:custGeom>
                        <a:avLst/>
                        <a:gdLst>
                          <a:gd name="connsiteX0" fmla="*/ 70771 w 70770"/>
                          <a:gd name="connsiteY0" fmla="*/ 0 h 26574"/>
                          <a:gd name="connsiteX1" fmla="*/ 0 w 70770"/>
                          <a:gd name="connsiteY1" fmla="*/ 26575 h 26574"/>
                          <a:gd name="connsiteX2" fmla="*/ 70771 w 70770"/>
                          <a:gd name="connsiteY2" fmla="*/ 0 h 265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0770" h="26574">
                            <a:moveTo>
                              <a:pt x="70771" y="0"/>
                            </a:moveTo>
                            <a:cubicBezTo>
                              <a:pt x="41243" y="95"/>
                              <a:pt x="16669" y="12954"/>
                              <a:pt x="0" y="26575"/>
                            </a:cubicBezTo>
                            <a:cubicBezTo>
                              <a:pt x="14859" y="13049"/>
                              <a:pt x="45625" y="3143"/>
                              <a:pt x="7077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02" name="Forme libre : forme 10801">
                        <a:extLst>
                          <a:ext uri="{FF2B5EF4-FFF2-40B4-BE49-F238E27FC236}">
                            <a16:creationId xmlns:a16="http://schemas.microsoft.com/office/drawing/2014/main" id="{104CF541-9092-4369-9F67-DC359A70FF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5644" y="2867781"/>
                        <a:ext cx="34746" cy="14641"/>
                      </a:xfrm>
                      <a:custGeom>
                        <a:avLst/>
                        <a:gdLst>
                          <a:gd name="connsiteX0" fmla="*/ 34145 w 34746"/>
                          <a:gd name="connsiteY0" fmla="*/ 13913 h 14641"/>
                          <a:gd name="connsiteX1" fmla="*/ 13381 w 34746"/>
                          <a:gd name="connsiteY1" fmla="*/ 9817 h 14641"/>
                          <a:gd name="connsiteX2" fmla="*/ 522 w 34746"/>
                          <a:gd name="connsiteY2" fmla="*/ 1149 h 14641"/>
                          <a:gd name="connsiteX3" fmla="*/ 20715 w 34746"/>
                          <a:gd name="connsiteY3" fmla="*/ 3911 h 14641"/>
                          <a:gd name="connsiteX4" fmla="*/ 34145 w 34746"/>
                          <a:gd name="connsiteY4" fmla="*/ 13913 h 146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746" h="14641">
                            <a:moveTo>
                              <a:pt x="34145" y="13913"/>
                            </a:moveTo>
                            <a:cubicBezTo>
                              <a:pt x="30716" y="16675"/>
                              <a:pt x="17762" y="10769"/>
                              <a:pt x="13381" y="9817"/>
                            </a:cubicBezTo>
                            <a:cubicBezTo>
                              <a:pt x="9285" y="8388"/>
                              <a:pt x="-2621" y="4197"/>
                              <a:pt x="522" y="1149"/>
                            </a:cubicBezTo>
                            <a:cubicBezTo>
                              <a:pt x="3761" y="-2185"/>
                              <a:pt x="16715" y="2673"/>
                              <a:pt x="20715" y="3911"/>
                            </a:cubicBezTo>
                            <a:cubicBezTo>
                              <a:pt x="24716" y="5721"/>
                              <a:pt x="37670" y="11341"/>
                              <a:pt x="34145" y="1391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03" name="Forme libre : forme 10802">
                        <a:extLst>
                          <a:ext uri="{FF2B5EF4-FFF2-40B4-BE49-F238E27FC236}">
                            <a16:creationId xmlns:a16="http://schemas.microsoft.com/office/drawing/2014/main" id="{3D7B4DEF-80F9-45D9-BEED-905C2109A2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5691" y="2878638"/>
                        <a:ext cx="9725" cy="4825"/>
                      </a:xfrm>
                      <a:custGeom>
                        <a:avLst/>
                        <a:gdLst>
                          <a:gd name="connsiteX0" fmla="*/ 9717 w 9725"/>
                          <a:gd name="connsiteY0" fmla="*/ 4103 h 4825"/>
                          <a:gd name="connsiteX1" fmla="*/ 4765 w 9725"/>
                          <a:gd name="connsiteY1" fmla="*/ 4007 h 4825"/>
                          <a:gd name="connsiteX2" fmla="*/ 2 w 9725"/>
                          <a:gd name="connsiteY2" fmla="*/ 864 h 4825"/>
                          <a:gd name="connsiteX3" fmla="*/ 4955 w 9725"/>
                          <a:gd name="connsiteY3" fmla="*/ 578 h 4825"/>
                          <a:gd name="connsiteX4" fmla="*/ 9717 w 9725"/>
                          <a:gd name="connsiteY4" fmla="*/ 4103 h 4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25" h="4825">
                            <a:moveTo>
                              <a:pt x="9717" y="4103"/>
                            </a:moveTo>
                            <a:cubicBezTo>
                              <a:pt x="9527" y="5531"/>
                              <a:pt x="6384" y="4484"/>
                              <a:pt x="4765" y="4007"/>
                            </a:cubicBezTo>
                            <a:cubicBezTo>
                              <a:pt x="3145" y="3531"/>
                              <a:pt x="-93" y="2293"/>
                              <a:pt x="2" y="864"/>
                            </a:cubicBezTo>
                            <a:cubicBezTo>
                              <a:pt x="97" y="-565"/>
                              <a:pt x="3241" y="102"/>
                              <a:pt x="4955" y="578"/>
                            </a:cubicBezTo>
                            <a:cubicBezTo>
                              <a:pt x="6670" y="1054"/>
                              <a:pt x="9908" y="2674"/>
                              <a:pt x="9717" y="410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804" name="Forme libre : forme 10803">
                        <a:extLst>
                          <a:ext uri="{FF2B5EF4-FFF2-40B4-BE49-F238E27FC236}">
                            <a16:creationId xmlns:a16="http://schemas.microsoft.com/office/drawing/2014/main" id="{FD974F72-8F0B-4B21-9057-7BBB593F75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8885" y="2845861"/>
                        <a:ext cx="77398" cy="62247"/>
                      </a:xfrm>
                      <a:custGeom>
                        <a:avLst/>
                        <a:gdLst>
                          <a:gd name="connsiteX0" fmla="*/ 66337 w 77398"/>
                          <a:gd name="connsiteY0" fmla="*/ 35070 h 62247"/>
                          <a:gd name="connsiteX1" fmla="*/ 77386 w 77398"/>
                          <a:gd name="connsiteY1" fmla="*/ 59359 h 62247"/>
                          <a:gd name="connsiteX2" fmla="*/ 69100 w 77398"/>
                          <a:gd name="connsiteY2" fmla="*/ 60788 h 62247"/>
                          <a:gd name="connsiteX3" fmla="*/ 62051 w 77398"/>
                          <a:gd name="connsiteY3" fmla="*/ 52215 h 62247"/>
                          <a:gd name="connsiteX4" fmla="*/ 51955 w 77398"/>
                          <a:gd name="connsiteY4" fmla="*/ 38690 h 62247"/>
                          <a:gd name="connsiteX5" fmla="*/ 38239 w 77398"/>
                          <a:gd name="connsiteY5" fmla="*/ 26498 h 62247"/>
                          <a:gd name="connsiteX6" fmla="*/ 28714 w 77398"/>
                          <a:gd name="connsiteY6" fmla="*/ 21164 h 62247"/>
                          <a:gd name="connsiteX7" fmla="*/ 14426 w 77398"/>
                          <a:gd name="connsiteY7" fmla="*/ 14115 h 62247"/>
                          <a:gd name="connsiteX8" fmla="*/ 1186 w 77398"/>
                          <a:gd name="connsiteY8" fmla="*/ 1923 h 62247"/>
                          <a:gd name="connsiteX9" fmla="*/ 25570 w 77398"/>
                          <a:gd name="connsiteY9" fmla="*/ 2780 h 62247"/>
                          <a:gd name="connsiteX10" fmla="*/ 50145 w 77398"/>
                          <a:gd name="connsiteY10" fmla="*/ 14972 h 62247"/>
                          <a:gd name="connsiteX11" fmla="*/ 66337 w 77398"/>
                          <a:gd name="connsiteY11" fmla="*/ 35070 h 622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77398" h="62247">
                            <a:moveTo>
                              <a:pt x="66337" y="35070"/>
                            </a:moveTo>
                            <a:cubicBezTo>
                              <a:pt x="73100" y="44119"/>
                              <a:pt x="76434" y="50691"/>
                              <a:pt x="77386" y="59359"/>
                            </a:cubicBezTo>
                            <a:cubicBezTo>
                              <a:pt x="77672" y="62597"/>
                              <a:pt x="73005" y="63169"/>
                              <a:pt x="69100" y="60788"/>
                            </a:cubicBezTo>
                            <a:cubicBezTo>
                              <a:pt x="65194" y="58406"/>
                              <a:pt x="63670" y="55358"/>
                              <a:pt x="62051" y="52215"/>
                            </a:cubicBezTo>
                            <a:cubicBezTo>
                              <a:pt x="59289" y="47643"/>
                              <a:pt x="55860" y="43166"/>
                              <a:pt x="51955" y="38690"/>
                            </a:cubicBezTo>
                            <a:cubicBezTo>
                              <a:pt x="47954" y="34499"/>
                              <a:pt x="43287" y="30689"/>
                              <a:pt x="38239" y="26498"/>
                            </a:cubicBezTo>
                            <a:cubicBezTo>
                              <a:pt x="36715" y="25069"/>
                              <a:pt x="33095" y="23450"/>
                              <a:pt x="28714" y="21164"/>
                            </a:cubicBezTo>
                            <a:cubicBezTo>
                              <a:pt x="24332" y="18878"/>
                              <a:pt x="19189" y="16211"/>
                              <a:pt x="14426" y="14115"/>
                            </a:cubicBezTo>
                            <a:cubicBezTo>
                              <a:pt x="4901" y="9448"/>
                              <a:pt x="-3100" y="5066"/>
                              <a:pt x="1186" y="1923"/>
                            </a:cubicBezTo>
                            <a:cubicBezTo>
                              <a:pt x="5473" y="-1315"/>
                              <a:pt x="15474" y="-77"/>
                              <a:pt x="25570" y="2780"/>
                            </a:cubicBezTo>
                            <a:cubicBezTo>
                              <a:pt x="35667" y="6114"/>
                              <a:pt x="45573" y="11163"/>
                              <a:pt x="50145" y="14972"/>
                            </a:cubicBezTo>
                            <a:cubicBezTo>
                              <a:pt x="59384" y="21926"/>
                              <a:pt x="61194" y="28307"/>
                              <a:pt x="66337" y="3507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72" name="Graphique 1">
                      <a:extLst>
                        <a:ext uri="{FF2B5EF4-FFF2-40B4-BE49-F238E27FC236}">
                          <a16:creationId xmlns:a16="http://schemas.microsoft.com/office/drawing/2014/main" id="{11993E66-876B-4060-B5DF-982BD5E8EF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0749" y="2906422"/>
                      <a:ext cx="168260" cy="143568"/>
                      <a:chOff x="4430749" y="2906422"/>
                      <a:chExt cx="168260" cy="143568"/>
                    </a:xfrm>
                    <a:solidFill>
                      <a:schemeClr val="accent1"/>
                    </a:solidFill>
                  </p:grpSpPr>
                  <p:sp>
                    <p:nvSpPr>
                      <p:cNvPr id="10781" name="Forme libre : forme 10780">
                        <a:extLst>
                          <a:ext uri="{FF2B5EF4-FFF2-40B4-BE49-F238E27FC236}">
                            <a16:creationId xmlns:a16="http://schemas.microsoft.com/office/drawing/2014/main" id="{B097F866-22FD-42AC-927B-EF967A99C0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0749" y="2906422"/>
                        <a:ext cx="168260" cy="143568"/>
                      </a:xfrm>
                      <a:custGeom>
                        <a:avLst/>
                        <a:gdLst>
                          <a:gd name="connsiteX0" fmla="*/ 88677 w 168260"/>
                          <a:gd name="connsiteY0" fmla="*/ 124147 h 143568"/>
                          <a:gd name="connsiteX1" fmla="*/ 33813 w 168260"/>
                          <a:gd name="connsiteY1" fmla="*/ 79665 h 143568"/>
                          <a:gd name="connsiteX2" fmla="*/ 190 w 168260"/>
                          <a:gd name="connsiteY2" fmla="*/ 16990 h 143568"/>
                          <a:gd name="connsiteX3" fmla="*/ 13715 w 168260"/>
                          <a:gd name="connsiteY3" fmla="*/ 131 h 143568"/>
                          <a:gd name="connsiteX4" fmla="*/ 82962 w 168260"/>
                          <a:gd name="connsiteY4" fmla="*/ 22324 h 143568"/>
                          <a:gd name="connsiteX5" fmla="*/ 133444 w 168260"/>
                          <a:gd name="connsiteY5" fmla="*/ 63377 h 143568"/>
                          <a:gd name="connsiteX6" fmla="*/ 167734 w 168260"/>
                          <a:gd name="connsiteY6" fmla="*/ 122623 h 143568"/>
                          <a:gd name="connsiteX7" fmla="*/ 158781 w 168260"/>
                          <a:gd name="connsiteY7" fmla="*/ 141768 h 143568"/>
                          <a:gd name="connsiteX8" fmla="*/ 88677 w 168260"/>
                          <a:gd name="connsiteY8" fmla="*/ 124147 h 143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8260" h="143568">
                            <a:moveTo>
                              <a:pt x="88677" y="124147"/>
                            </a:moveTo>
                            <a:cubicBezTo>
                              <a:pt x="74580" y="114336"/>
                              <a:pt x="46386" y="91190"/>
                              <a:pt x="33813" y="79665"/>
                            </a:cubicBezTo>
                            <a:cubicBezTo>
                              <a:pt x="10095" y="58043"/>
                              <a:pt x="4095" y="39850"/>
                              <a:pt x="190" y="16990"/>
                            </a:cubicBezTo>
                            <a:cubicBezTo>
                              <a:pt x="-1239" y="9180"/>
                              <a:pt x="5619" y="607"/>
                              <a:pt x="13715" y="131"/>
                            </a:cubicBezTo>
                            <a:cubicBezTo>
                              <a:pt x="36861" y="-917"/>
                              <a:pt x="58197" y="4131"/>
                              <a:pt x="82962" y="22324"/>
                            </a:cubicBezTo>
                            <a:cubicBezTo>
                              <a:pt x="96297" y="32040"/>
                              <a:pt x="121157" y="52804"/>
                              <a:pt x="133444" y="63377"/>
                            </a:cubicBezTo>
                            <a:cubicBezTo>
                              <a:pt x="156399" y="83380"/>
                              <a:pt x="162305" y="100906"/>
                              <a:pt x="167734" y="122623"/>
                            </a:cubicBezTo>
                            <a:cubicBezTo>
                              <a:pt x="169639" y="130052"/>
                              <a:pt x="166306" y="140148"/>
                              <a:pt x="158781" y="141768"/>
                            </a:cubicBezTo>
                            <a:cubicBezTo>
                              <a:pt x="137254" y="146435"/>
                              <a:pt x="114870" y="142530"/>
                              <a:pt x="88677" y="12414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82" name="Forme libre : forme 10781">
                        <a:extLst>
                          <a:ext uri="{FF2B5EF4-FFF2-40B4-BE49-F238E27FC236}">
                            <a16:creationId xmlns:a16="http://schemas.microsoft.com/office/drawing/2014/main" id="{50C90B34-DDB4-4C66-A374-351A50A3F3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0762" y="2913888"/>
                        <a:ext cx="159244" cy="135767"/>
                      </a:xfrm>
                      <a:custGeom>
                        <a:avLst/>
                        <a:gdLst>
                          <a:gd name="connsiteX0" fmla="*/ 59231 w 159244"/>
                          <a:gd name="connsiteY0" fmla="*/ 58102 h 135767"/>
                          <a:gd name="connsiteX1" fmla="*/ 2177 w 159244"/>
                          <a:gd name="connsiteY1" fmla="*/ 0 h 135767"/>
                          <a:gd name="connsiteX2" fmla="*/ 176 w 159244"/>
                          <a:gd name="connsiteY2" fmla="*/ 9334 h 135767"/>
                          <a:gd name="connsiteX3" fmla="*/ 2462 w 159244"/>
                          <a:gd name="connsiteY3" fmla="*/ 20764 h 135767"/>
                          <a:gd name="connsiteX4" fmla="*/ 15797 w 159244"/>
                          <a:gd name="connsiteY4" fmla="*/ 51625 h 135767"/>
                          <a:gd name="connsiteX5" fmla="*/ 33895 w 159244"/>
                          <a:gd name="connsiteY5" fmla="*/ 72009 h 135767"/>
                          <a:gd name="connsiteX6" fmla="*/ 42277 w 159244"/>
                          <a:gd name="connsiteY6" fmla="*/ 79438 h 135767"/>
                          <a:gd name="connsiteX7" fmla="*/ 84472 w 159244"/>
                          <a:gd name="connsiteY7" fmla="*/ 113347 h 135767"/>
                          <a:gd name="connsiteX8" fmla="*/ 88759 w 159244"/>
                          <a:gd name="connsiteY8" fmla="*/ 116491 h 135767"/>
                          <a:gd name="connsiteX9" fmla="*/ 115333 w 159244"/>
                          <a:gd name="connsiteY9" fmla="*/ 130778 h 135767"/>
                          <a:gd name="connsiteX10" fmla="*/ 148576 w 159244"/>
                          <a:gd name="connsiteY10" fmla="*/ 135636 h 135767"/>
                          <a:gd name="connsiteX11" fmla="*/ 158863 w 159244"/>
                          <a:gd name="connsiteY11" fmla="*/ 134112 h 135767"/>
                          <a:gd name="connsiteX12" fmla="*/ 159244 w 159244"/>
                          <a:gd name="connsiteY12" fmla="*/ 134017 h 135767"/>
                          <a:gd name="connsiteX13" fmla="*/ 59231 w 159244"/>
                          <a:gd name="connsiteY13" fmla="*/ 58102 h 135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59244" h="135767">
                            <a:moveTo>
                              <a:pt x="59231" y="58102"/>
                            </a:moveTo>
                            <a:cubicBezTo>
                              <a:pt x="36371" y="41338"/>
                              <a:pt x="13416" y="21812"/>
                              <a:pt x="2177" y="0"/>
                            </a:cubicBezTo>
                            <a:cubicBezTo>
                              <a:pt x="462" y="2857"/>
                              <a:pt x="-395" y="6191"/>
                              <a:pt x="176" y="9334"/>
                            </a:cubicBezTo>
                            <a:cubicBezTo>
                              <a:pt x="843" y="13240"/>
                              <a:pt x="1605" y="17050"/>
                              <a:pt x="2462" y="20764"/>
                            </a:cubicBezTo>
                            <a:cubicBezTo>
                              <a:pt x="5034" y="31432"/>
                              <a:pt x="8844" y="41434"/>
                              <a:pt x="15797" y="51625"/>
                            </a:cubicBezTo>
                            <a:cubicBezTo>
                              <a:pt x="20274" y="58198"/>
                              <a:pt x="26084" y="64865"/>
                              <a:pt x="33895" y="72009"/>
                            </a:cubicBezTo>
                            <a:cubicBezTo>
                              <a:pt x="36276" y="74104"/>
                              <a:pt x="39134" y="76676"/>
                              <a:pt x="42277" y="79438"/>
                            </a:cubicBezTo>
                            <a:cubicBezTo>
                              <a:pt x="54754" y="90106"/>
                              <a:pt x="72566" y="104584"/>
                              <a:pt x="84472" y="113347"/>
                            </a:cubicBezTo>
                            <a:cubicBezTo>
                              <a:pt x="85997" y="114490"/>
                              <a:pt x="87521" y="115538"/>
                              <a:pt x="88759" y="116491"/>
                            </a:cubicBezTo>
                            <a:cubicBezTo>
                              <a:pt x="98093" y="122967"/>
                              <a:pt x="106857" y="127635"/>
                              <a:pt x="115333" y="130778"/>
                            </a:cubicBezTo>
                            <a:cubicBezTo>
                              <a:pt x="126954" y="134969"/>
                              <a:pt x="137908" y="136207"/>
                              <a:pt x="148576" y="135636"/>
                            </a:cubicBezTo>
                            <a:cubicBezTo>
                              <a:pt x="152100" y="135350"/>
                              <a:pt x="155434" y="134874"/>
                              <a:pt x="158863" y="134112"/>
                            </a:cubicBezTo>
                            <a:lnTo>
                              <a:pt x="159244" y="134017"/>
                            </a:lnTo>
                            <a:cubicBezTo>
                              <a:pt x="124097" y="110585"/>
                              <a:pt x="92092" y="81915"/>
                              <a:pt x="59231" y="5810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83" name="Forme libre : forme 10782">
                        <a:extLst>
                          <a:ext uri="{FF2B5EF4-FFF2-40B4-BE49-F238E27FC236}">
                            <a16:creationId xmlns:a16="http://schemas.microsoft.com/office/drawing/2014/main" id="{F4AEB8D8-E20A-4ABA-81FF-5917F202A2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8269" y="2956723"/>
                        <a:ext cx="76461" cy="65012"/>
                      </a:xfrm>
                      <a:custGeom>
                        <a:avLst/>
                        <a:gdLst>
                          <a:gd name="connsiteX0" fmla="*/ 75733 w 76461"/>
                          <a:gd name="connsiteY0" fmla="*/ 63082 h 65012"/>
                          <a:gd name="connsiteX1" fmla="*/ 28490 w 76461"/>
                          <a:gd name="connsiteY1" fmla="*/ 41746 h 65012"/>
                          <a:gd name="connsiteX2" fmla="*/ 1153 w 76461"/>
                          <a:gd name="connsiteY2" fmla="*/ 2123 h 65012"/>
                          <a:gd name="connsiteX3" fmla="*/ 43920 w 76461"/>
                          <a:gd name="connsiteY3" fmla="*/ 22315 h 65012"/>
                          <a:gd name="connsiteX4" fmla="*/ 75733 w 76461"/>
                          <a:gd name="connsiteY4" fmla="*/ 63082 h 65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461" h="65012">
                            <a:moveTo>
                              <a:pt x="75733" y="63082"/>
                            </a:moveTo>
                            <a:cubicBezTo>
                              <a:pt x="69923" y="71560"/>
                              <a:pt x="38300" y="49843"/>
                              <a:pt x="28490" y="41746"/>
                            </a:cubicBezTo>
                            <a:cubicBezTo>
                              <a:pt x="18488" y="33745"/>
                              <a:pt x="-5515" y="10885"/>
                              <a:pt x="1153" y="2123"/>
                            </a:cubicBezTo>
                            <a:cubicBezTo>
                              <a:pt x="7820" y="-6736"/>
                              <a:pt x="34967" y="14505"/>
                              <a:pt x="43920" y="22315"/>
                            </a:cubicBezTo>
                            <a:cubicBezTo>
                              <a:pt x="52874" y="30221"/>
                              <a:pt x="81353" y="54796"/>
                              <a:pt x="75733" y="6308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84" name="Forme libre : forme 10783">
                        <a:extLst>
                          <a:ext uri="{FF2B5EF4-FFF2-40B4-BE49-F238E27FC236}">
                            <a16:creationId xmlns:a16="http://schemas.microsoft.com/office/drawing/2014/main" id="{A7810F01-6464-4D37-83F8-168F673DD3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8398" y="2956205"/>
                        <a:ext cx="45886" cy="54265"/>
                      </a:xfrm>
                      <a:custGeom>
                        <a:avLst/>
                        <a:gdLst>
                          <a:gd name="connsiteX0" fmla="*/ 22932 w 45886"/>
                          <a:gd name="connsiteY0" fmla="*/ 7689 h 54265"/>
                          <a:gd name="connsiteX1" fmla="*/ 548 w 45886"/>
                          <a:gd name="connsiteY1" fmla="*/ 2354 h 54265"/>
                          <a:gd name="connsiteX2" fmla="*/ 28742 w 45886"/>
                          <a:gd name="connsiteY2" fmla="*/ 42645 h 54265"/>
                          <a:gd name="connsiteX3" fmla="*/ 45887 w 45886"/>
                          <a:gd name="connsiteY3" fmla="*/ 54266 h 54265"/>
                          <a:gd name="connsiteX4" fmla="*/ 37695 w 45886"/>
                          <a:gd name="connsiteY4" fmla="*/ 46836 h 54265"/>
                          <a:gd name="connsiteX5" fmla="*/ 22932 w 45886"/>
                          <a:gd name="connsiteY5" fmla="*/ 7689 h 54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5886" h="54265">
                            <a:moveTo>
                              <a:pt x="22932" y="7689"/>
                            </a:moveTo>
                            <a:cubicBezTo>
                              <a:pt x="17026" y="5307"/>
                              <a:pt x="3215" y="-4408"/>
                              <a:pt x="548" y="2354"/>
                            </a:cubicBezTo>
                            <a:cubicBezTo>
                              <a:pt x="-3548" y="13118"/>
                              <a:pt x="16264" y="32358"/>
                              <a:pt x="28742" y="42645"/>
                            </a:cubicBezTo>
                            <a:cubicBezTo>
                              <a:pt x="32361" y="45598"/>
                              <a:pt x="41124" y="51694"/>
                              <a:pt x="45887" y="54266"/>
                            </a:cubicBezTo>
                            <a:cubicBezTo>
                              <a:pt x="43601" y="52266"/>
                              <a:pt x="39505" y="49122"/>
                              <a:pt x="37695" y="46836"/>
                            </a:cubicBezTo>
                            <a:cubicBezTo>
                              <a:pt x="27313" y="33882"/>
                              <a:pt x="16073" y="17594"/>
                              <a:pt x="22932" y="768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85" name="Forme libre : forme 10784">
                        <a:extLst>
                          <a:ext uri="{FF2B5EF4-FFF2-40B4-BE49-F238E27FC236}">
                            <a16:creationId xmlns:a16="http://schemas.microsoft.com/office/drawing/2014/main" id="{ED14E876-D981-4B3B-A57C-83711B1918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0469" y="2961809"/>
                        <a:ext cx="77520" cy="64472"/>
                      </a:xfrm>
                      <a:custGeom>
                        <a:avLst/>
                        <a:gdLst>
                          <a:gd name="connsiteX0" fmla="*/ 76201 w 77520"/>
                          <a:gd name="connsiteY0" fmla="*/ 63140 h 64472"/>
                          <a:gd name="connsiteX1" fmla="*/ 28004 w 77520"/>
                          <a:gd name="connsiteY1" fmla="*/ 41804 h 64472"/>
                          <a:gd name="connsiteX2" fmla="*/ 1048 w 77520"/>
                          <a:gd name="connsiteY2" fmla="*/ 2275 h 64472"/>
                          <a:gd name="connsiteX3" fmla="*/ 43625 w 77520"/>
                          <a:gd name="connsiteY3" fmla="*/ 22373 h 64472"/>
                          <a:gd name="connsiteX4" fmla="*/ 76201 w 77520"/>
                          <a:gd name="connsiteY4" fmla="*/ 63140 h 644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520" h="64472">
                            <a:moveTo>
                              <a:pt x="76201" y="63140"/>
                            </a:moveTo>
                            <a:cubicBezTo>
                              <a:pt x="67723" y="69712"/>
                              <a:pt x="38862" y="50281"/>
                              <a:pt x="28004" y="41804"/>
                            </a:cubicBezTo>
                            <a:cubicBezTo>
                              <a:pt x="16955" y="33422"/>
                              <a:pt x="-5048" y="11705"/>
                              <a:pt x="1048" y="2275"/>
                            </a:cubicBezTo>
                            <a:cubicBezTo>
                              <a:pt x="7240" y="-7154"/>
                              <a:pt x="35148" y="15325"/>
                              <a:pt x="43625" y="22373"/>
                            </a:cubicBezTo>
                            <a:cubicBezTo>
                              <a:pt x="52102" y="29707"/>
                              <a:pt x="84392" y="56854"/>
                              <a:pt x="76201" y="6314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86" name="Forme libre : forme 10785">
                        <a:extLst>
                          <a:ext uri="{FF2B5EF4-FFF2-40B4-BE49-F238E27FC236}">
                            <a16:creationId xmlns:a16="http://schemas.microsoft.com/office/drawing/2014/main" id="{D1C4B9A6-81B3-451E-9A09-64B0972F65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3092" y="2923574"/>
                        <a:ext cx="85797" cy="96604"/>
                      </a:xfrm>
                      <a:custGeom>
                        <a:avLst/>
                        <a:gdLst>
                          <a:gd name="connsiteX0" fmla="*/ 992 w 85797"/>
                          <a:gd name="connsiteY0" fmla="*/ 7840 h 96604"/>
                          <a:gd name="connsiteX1" fmla="*/ 2992 w 85797"/>
                          <a:gd name="connsiteY1" fmla="*/ 24889 h 96604"/>
                          <a:gd name="connsiteX2" fmla="*/ 26519 w 85797"/>
                          <a:gd name="connsiteY2" fmla="*/ 65085 h 96604"/>
                          <a:gd name="connsiteX3" fmla="*/ 64143 w 85797"/>
                          <a:gd name="connsiteY3" fmla="*/ 92898 h 96604"/>
                          <a:gd name="connsiteX4" fmla="*/ 85669 w 85797"/>
                          <a:gd name="connsiteY4" fmla="*/ 92422 h 96604"/>
                          <a:gd name="connsiteX5" fmla="*/ 77573 w 85797"/>
                          <a:gd name="connsiteY5" fmla="*/ 78515 h 96604"/>
                          <a:gd name="connsiteX6" fmla="*/ 54903 w 85797"/>
                          <a:gd name="connsiteY6" fmla="*/ 41749 h 96604"/>
                          <a:gd name="connsiteX7" fmla="*/ 31186 w 85797"/>
                          <a:gd name="connsiteY7" fmla="*/ 5554 h 96604"/>
                          <a:gd name="connsiteX8" fmla="*/ 992 w 85797"/>
                          <a:gd name="connsiteY8" fmla="*/ 7840 h 966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5797" h="96604">
                            <a:moveTo>
                              <a:pt x="992" y="7840"/>
                            </a:moveTo>
                            <a:cubicBezTo>
                              <a:pt x="-818" y="14317"/>
                              <a:pt x="-151" y="17365"/>
                              <a:pt x="2992" y="24889"/>
                            </a:cubicBezTo>
                            <a:cubicBezTo>
                              <a:pt x="8898" y="39272"/>
                              <a:pt x="13660" y="51178"/>
                              <a:pt x="26519" y="65085"/>
                            </a:cubicBezTo>
                            <a:cubicBezTo>
                              <a:pt x="37091" y="76705"/>
                              <a:pt x="51474" y="87373"/>
                              <a:pt x="64143" y="92898"/>
                            </a:cubicBezTo>
                            <a:cubicBezTo>
                              <a:pt x="73572" y="96994"/>
                              <a:pt x="83955" y="98803"/>
                              <a:pt x="85669" y="92422"/>
                            </a:cubicBezTo>
                            <a:cubicBezTo>
                              <a:pt x="86717" y="88517"/>
                              <a:pt x="81097" y="83563"/>
                              <a:pt x="77573" y="78515"/>
                            </a:cubicBezTo>
                            <a:cubicBezTo>
                              <a:pt x="69191" y="66609"/>
                              <a:pt x="60904" y="55560"/>
                              <a:pt x="54903" y="41749"/>
                            </a:cubicBezTo>
                            <a:cubicBezTo>
                              <a:pt x="49760" y="30033"/>
                              <a:pt x="45855" y="15174"/>
                              <a:pt x="31186" y="5554"/>
                            </a:cubicBezTo>
                            <a:cubicBezTo>
                              <a:pt x="17756" y="-3019"/>
                              <a:pt x="3373" y="-1209"/>
                              <a:pt x="992" y="784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87" name="Forme libre : forme 10786">
                        <a:extLst>
                          <a:ext uri="{FF2B5EF4-FFF2-40B4-BE49-F238E27FC236}">
                            <a16:creationId xmlns:a16="http://schemas.microsoft.com/office/drawing/2014/main" id="{242BC11C-B14C-4103-BEB9-D466A3D1BC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78671" y="2937008"/>
                        <a:ext cx="35511" cy="21454"/>
                      </a:xfrm>
                      <a:custGeom>
                        <a:avLst/>
                        <a:gdLst>
                          <a:gd name="connsiteX0" fmla="*/ 5132 w 35511"/>
                          <a:gd name="connsiteY0" fmla="*/ 597 h 21454"/>
                          <a:gd name="connsiteX1" fmla="*/ 655 w 35511"/>
                          <a:gd name="connsiteY1" fmla="*/ 312 h 21454"/>
                          <a:gd name="connsiteX2" fmla="*/ 1417 w 35511"/>
                          <a:gd name="connsiteY2" fmla="*/ 4026 h 21454"/>
                          <a:gd name="connsiteX3" fmla="*/ 6941 w 35511"/>
                          <a:gd name="connsiteY3" fmla="*/ 8598 h 21454"/>
                          <a:gd name="connsiteX4" fmla="*/ 21896 w 35511"/>
                          <a:gd name="connsiteY4" fmla="*/ 18123 h 21454"/>
                          <a:gd name="connsiteX5" fmla="*/ 27706 w 35511"/>
                          <a:gd name="connsiteY5" fmla="*/ 20886 h 21454"/>
                          <a:gd name="connsiteX6" fmla="*/ 30087 w 35511"/>
                          <a:gd name="connsiteY6" fmla="*/ 11932 h 21454"/>
                          <a:gd name="connsiteX7" fmla="*/ 5132 w 35511"/>
                          <a:gd name="connsiteY7" fmla="*/ 597 h 214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511" h="21454">
                            <a:moveTo>
                              <a:pt x="5132" y="597"/>
                            </a:moveTo>
                            <a:cubicBezTo>
                              <a:pt x="3226" y="26"/>
                              <a:pt x="1893" y="-260"/>
                              <a:pt x="655" y="312"/>
                            </a:cubicBezTo>
                            <a:cubicBezTo>
                              <a:pt x="-583" y="883"/>
                              <a:pt x="83" y="2502"/>
                              <a:pt x="1417" y="4026"/>
                            </a:cubicBezTo>
                            <a:cubicBezTo>
                              <a:pt x="2750" y="5550"/>
                              <a:pt x="5036" y="7360"/>
                              <a:pt x="6941" y="8598"/>
                            </a:cubicBezTo>
                            <a:cubicBezTo>
                              <a:pt x="11799" y="11932"/>
                              <a:pt x="16942" y="15361"/>
                              <a:pt x="21896" y="18123"/>
                            </a:cubicBezTo>
                            <a:cubicBezTo>
                              <a:pt x="23896" y="19266"/>
                              <a:pt x="25801" y="20409"/>
                              <a:pt x="27706" y="20886"/>
                            </a:cubicBezTo>
                            <a:cubicBezTo>
                              <a:pt x="35707" y="23076"/>
                              <a:pt x="39231" y="18695"/>
                              <a:pt x="30087" y="11932"/>
                            </a:cubicBezTo>
                            <a:cubicBezTo>
                              <a:pt x="23134" y="6788"/>
                              <a:pt x="12942" y="2788"/>
                              <a:pt x="5132" y="59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88" name="Forme libre : forme 10787">
                        <a:extLst>
                          <a:ext uri="{FF2B5EF4-FFF2-40B4-BE49-F238E27FC236}">
                            <a16:creationId xmlns:a16="http://schemas.microsoft.com/office/drawing/2014/main" id="{AC69E93E-2D0C-442C-A4D3-E2B3DB71FD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2378" y="3030759"/>
                        <a:ext cx="66294" cy="15766"/>
                      </a:xfrm>
                      <a:custGeom>
                        <a:avLst/>
                        <a:gdLst>
                          <a:gd name="connsiteX0" fmla="*/ 66294 w 66294"/>
                          <a:gd name="connsiteY0" fmla="*/ 13525 h 15766"/>
                          <a:gd name="connsiteX1" fmla="*/ 0 w 66294"/>
                          <a:gd name="connsiteY1" fmla="*/ 0 h 15766"/>
                          <a:gd name="connsiteX2" fmla="*/ 66294 w 66294"/>
                          <a:gd name="connsiteY2" fmla="*/ 13525 h 157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6294" h="15766">
                            <a:moveTo>
                              <a:pt x="66294" y="13525"/>
                            </a:moveTo>
                            <a:cubicBezTo>
                              <a:pt x="51245" y="20860"/>
                              <a:pt x="19050" y="8572"/>
                              <a:pt x="0" y="0"/>
                            </a:cubicBezTo>
                            <a:cubicBezTo>
                              <a:pt x="20955" y="9239"/>
                              <a:pt x="47340" y="14002"/>
                              <a:pt x="66294" y="1352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89" name="Forme libre : forme 10788">
                        <a:extLst>
                          <a:ext uri="{FF2B5EF4-FFF2-40B4-BE49-F238E27FC236}">
                            <a16:creationId xmlns:a16="http://schemas.microsoft.com/office/drawing/2014/main" id="{393F6E57-772B-4C56-8455-3919D81A37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4369" y="2908839"/>
                        <a:ext cx="69723" cy="23241"/>
                      </a:xfrm>
                      <a:custGeom>
                        <a:avLst/>
                        <a:gdLst>
                          <a:gd name="connsiteX0" fmla="*/ 69723 w 69723"/>
                          <a:gd name="connsiteY0" fmla="*/ 23241 h 23241"/>
                          <a:gd name="connsiteX1" fmla="*/ 0 w 69723"/>
                          <a:gd name="connsiteY1" fmla="*/ 1 h 23241"/>
                          <a:gd name="connsiteX2" fmla="*/ 69723 w 69723"/>
                          <a:gd name="connsiteY2" fmla="*/ 23241 h 23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9723" h="23241">
                            <a:moveTo>
                              <a:pt x="69723" y="23241"/>
                            </a:moveTo>
                            <a:cubicBezTo>
                              <a:pt x="47720" y="7335"/>
                              <a:pt x="21527" y="953"/>
                              <a:pt x="0" y="1"/>
                            </a:cubicBezTo>
                            <a:cubicBezTo>
                              <a:pt x="20193" y="-95"/>
                              <a:pt x="49054" y="12288"/>
                              <a:pt x="69723" y="2324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90" name="Forme libre : forme 10789">
                        <a:extLst>
                          <a:ext uri="{FF2B5EF4-FFF2-40B4-BE49-F238E27FC236}">
                            <a16:creationId xmlns:a16="http://schemas.microsoft.com/office/drawing/2014/main" id="{B36ADA07-0C02-49FE-A14C-EAAF8DB77B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2756" y="2978278"/>
                        <a:ext cx="26687" cy="25646"/>
                      </a:xfrm>
                      <a:custGeom>
                        <a:avLst/>
                        <a:gdLst>
                          <a:gd name="connsiteX0" fmla="*/ 25720 w 26687"/>
                          <a:gd name="connsiteY0" fmla="*/ 25525 h 25646"/>
                          <a:gd name="connsiteX1" fmla="*/ 8385 w 26687"/>
                          <a:gd name="connsiteY1" fmla="*/ 13619 h 25646"/>
                          <a:gd name="connsiteX2" fmla="*/ 1241 w 26687"/>
                          <a:gd name="connsiteY2" fmla="*/ 94 h 25646"/>
                          <a:gd name="connsiteX3" fmla="*/ 17338 w 26687"/>
                          <a:gd name="connsiteY3" fmla="*/ 11524 h 25646"/>
                          <a:gd name="connsiteX4" fmla="*/ 25720 w 26687"/>
                          <a:gd name="connsiteY4" fmla="*/ 25525 h 256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6687" h="25646">
                            <a:moveTo>
                              <a:pt x="25720" y="25525"/>
                            </a:moveTo>
                            <a:cubicBezTo>
                              <a:pt x="21720" y="26859"/>
                              <a:pt x="11528" y="16763"/>
                              <a:pt x="8385" y="13619"/>
                            </a:cubicBezTo>
                            <a:cubicBezTo>
                              <a:pt x="5242" y="10476"/>
                              <a:pt x="-3140" y="1237"/>
                              <a:pt x="1241" y="94"/>
                            </a:cubicBezTo>
                            <a:cubicBezTo>
                              <a:pt x="5623" y="-1049"/>
                              <a:pt x="14481" y="8571"/>
                              <a:pt x="17338" y="11524"/>
                            </a:cubicBezTo>
                            <a:cubicBezTo>
                              <a:pt x="20196" y="14477"/>
                              <a:pt x="29721" y="24192"/>
                              <a:pt x="25720" y="2552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91" name="Forme libre : forme 10790">
                        <a:extLst>
                          <a:ext uri="{FF2B5EF4-FFF2-40B4-BE49-F238E27FC236}">
                            <a16:creationId xmlns:a16="http://schemas.microsoft.com/office/drawing/2014/main" id="{86F1D7FB-351A-4255-8766-421BB79B08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5416" y="2999807"/>
                        <a:ext cx="8093" cy="7134"/>
                      </a:xfrm>
                      <a:custGeom>
                        <a:avLst/>
                        <a:gdLst>
                          <a:gd name="connsiteX0" fmla="*/ 8014 w 8093"/>
                          <a:gd name="connsiteY0" fmla="*/ 6663 h 7134"/>
                          <a:gd name="connsiteX1" fmla="*/ 3347 w 8093"/>
                          <a:gd name="connsiteY1" fmla="*/ 5139 h 7134"/>
                          <a:gd name="connsiteX2" fmla="*/ 108 w 8093"/>
                          <a:gd name="connsiteY2" fmla="*/ 472 h 7134"/>
                          <a:gd name="connsiteX3" fmla="*/ 4681 w 8093"/>
                          <a:gd name="connsiteY3" fmla="*/ 1996 h 7134"/>
                          <a:gd name="connsiteX4" fmla="*/ 8014 w 8093"/>
                          <a:gd name="connsiteY4" fmla="*/ 6663 h 7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093" h="7134">
                            <a:moveTo>
                              <a:pt x="8014" y="6663"/>
                            </a:moveTo>
                            <a:cubicBezTo>
                              <a:pt x="7443" y="7997"/>
                              <a:pt x="4681" y="6187"/>
                              <a:pt x="3347" y="5139"/>
                            </a:cubicBezTo>
                            <a:cubicBezTo>
                              <a:pt x="2014" y="4091"/>
                              <a:pt x="-558" y="1805"/>
                              <a:pt x="108" y="472"/>
                            </a:cubicBezTo>
                            <a:cubicBezTo>
                              <a:pt x="775" y="-862"/>
                              <a:pt x="3347" y="948"/>
                              <a:pt x="4681" y="1996"/>
                            </a:cubicBezTo>
                            <a:cubicBezTo>
                              <a:pt x="5919" y="3044"/>
                              <a:pt x="8586" y="5330"/>
                              <a:pt x="8014" y="666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92" name="Forme libre : forme 10791">
                        <a:extLst>
                          <a:ext uri="{FF2B5EF4-FFF2-40B4-BE49-F238E27FC236}">
                            <a16:creationId xmlns:a16="http://schemas.microsoft.com/office/drawing/2014/main" id="{BAF77B11-A5CC-4139-94E8-5AA52C5BB4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35434" y="2961814"/>
                        <a:ext cx="54393" cy="75290"/>
                      </a:xfrm>
                      <a:custGeom>
                        <a:avLst/>
                        <a:gdLst>
                          <a:gd name="connsiteX0" fmla="*/ 45904 w 54393"/>
                          <a:gd name="connsiteY0" fmla="*/ 48181 h 75290"/>
                          <a:gd name="connsiteX1" fmla="*/ 54381 w 54393"/>
                          <a:gd name="connsiteY1" fmla="*/ 72469 h 75290"/>
                          <a:gd name="connsiteX2" fmla="*/ 45999 w 54393"/>
                          <a:gd name="connsiteY2" fmla="*/ 73708 h 75290"/>
                          <a:gd name="connsiteX3" fmla="*/ 39427 w 54393"/>
                          <a:gd name="connsiteY3" fmla="*/ 64754 h 75290"/>
                          <a:gd name="connsiteX4" fmla="*/ 22758 w 54393"/>
                          <a:gd name="connsiteY4" fmla="*/ 35512 h 75290"/>
                          <a:gd name="connsiteX5" fmla="*/ 2279 w 54393"/>
                          <a:gd name="connsiteY5" fmla="*/ 79 h 75290"/>
                          <a:gd name="connsiteX6" fmla="*/ 36950 w 54393"/>
                          <a:gd name="connsiteY6" fmla="*/ 27511 h 75290"/>
                          <a:gd name="connsiteX7" fmla="*/ 45904 w 54393"/>
                          <a:gd name="connsiteY7" fmla="*/ 48181 h 752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4393" h="75290">
                            <a:moveTo>
                              <a:pt x="45904" y="48181"/>
                            </a:moveTo>
                            <a:cubicBezTo>
                              <a:pt x="50381" y="57325"/>
                              <a:pt x="53810" y="63897"/>
                              <a:pt x="54381" y="72469"/>
                            </a:cubicBezTo>
                            <a:cubicBezTo>
                              <a:pt x="54667" y="75613"/>
                              <a:pt x="49904" y="76279"/>
                              <a:pt x="45999" y="73708"/>
                            </a:cubicBezTo>
                            <a:cubicBezTo>
                              <a:pt x="42189" y="71041"/>
                              <a:pt x="40856" y="67993"/>
                              <a:pt x="39427" y="64754"/>
                            </a:cubicBezTo>
                            <a:cubicBezTo>
                              <a:pt x="34950" y="54753"/>
                              <a:pt x="29330" y="45514"/>
                              <a:pt x="22758" y="35512"/>
                            </a:cubicBezTo>
                            <a:cubicBezTo>
                              <a:pt x="18662" y="29321"/>
                              <a:pt x="-7817" y="1699"/>
                              <a:pt x="2279" y="79"/>
                            </a:cubicBezTo>
                            <a:cubicBezTo>
                              <a:pt x="12375" y="-1445"/>
                              <a:pt x="31521" y="19415"/>
                              <a:pt x="36950" y="27511"/>
                            </a:cubicBezTo>
                            <a:cubicBezTo>
                              <a:pt x="42475" y="35608"/>
                              <a:pt x="42570" y="41323"/>
                              <a:pt x="45904" y="4818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73" name="Graphique 1">
                      <a:extLst>
                        <a:ext uri="{FF2B5EF4-FFF2-40B4-BE49-F238E27FC236}">
                          <a16:creationId xmlns:a16="http://schemas.microsoft.com/office/drawing/2014/main" id="{6ED3AC01-9236-420C-9441-2F2D508293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94637" y="2959371"/>
                      <a:ext cx="160476" cy="145375"/>
                      <a:chOff x="4594637" y="2959371"/>
                      <a:chExt cx="160476" cy="145375"/>
                    </a:xfrm>
                    <a:solidFill>
                      <a:schemeClr val="accent1"/>
                    </a:solidFill>
                  </p:grpSpPr>
                  <p:sp>
                    <p:nvSpPr>
                      <p:cNvPr id="10769" name="Forme libre : forme 10768">
                        <a:extLst>
                          <a:ext uri="{FF2B5EF4-FFF2-40B4-BE49-F238E27FC236}">
                            <a16:creationId xmlns:a16="http://schemas.microsoft.com/office/drawing/2014/main" id="{0899AF86-059E-427A-8AA6-42C8C621C4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4637" y="2959371"/>
                        <a:ext cx="160476" cy="145375"/>
                      </a:xfrm>
                      <a:custGeom>
                        <a:avLst/>
                        <a:gdLst>
                          <a:gd name="connsiteX0" fmla="*/ 147198 w 160476"/>
                          <a:gd name="connsiteY0" fmla="*/ 79771 h 145375"/>
                          <a:gd name="connsiteX1" fmla="*/ 124528 w 160476"/>
                          <a:gd name="connsiteY1" fmla="*/ 113013 h 145375"/>
                          <a:gd name="connsiteX2" fmla="*/ 115289 w 160476"/>
                          <a:gd name="connsiteY2" fmla="*/ 122919 h 145375"/>
                          <a:gd name="connsiteX3" fmla="*/ 102620 w 160476"/>
                          <a:gd name="connsiteY3" fmla="*/ 133491 h 145375"/>
                          <a:gd name="connsiteX4" fmla="*/ 73188 w 160476"/>
                          <a:gd name="connsiteY4" fmla="*/ 144826 h 145375"/>
                          <a:gd name="connsiteX5" fmla="*/ 50614 w 160476"/>
                          <a:gd name="connsiteY5" fmla="*/ 143969 h 145375"/>
                          <a:gd name="connsiteX6" fmla="*/ 42423 w 160476"/>
                          <a:gd name="connsiteY6" fmla="*/ 141683 h 145375"/>
                          <a:gd name="connsiteX7" fmla="*/ 35469 w 160476"/>
                          <a:gd name="connsiteY7" fmla="*/ 138825 h 145375"/>
                          <a:gd name="connsiteX8" fmla="*/ 16610 w 160476"/>
                          <a:gd name="connsiteY8" fmla="*/ 125109 h 145375"/>
                          <a:gd name="connsiteX9" fmla="*/ 322 w 160476"/>
                          <a:gd name="connsiteY9" fmla="*/ 93201 h 145375"/>
                          <a:gd name="connsiteX10" fmla="*/ 12895 w 160476"/>
                          <a:gd name="connsiteY10" fmla="*/ 75675 h 145375"/>
                          <a:gd name="connsiteX11" fmla="*/ 43660 w 160476"/>
                          <a:gd name="connsiteY11" fmla="*/ 72913 h 145375"/>
                          <a:gd name="connsiteX12" fmla="*/ 56329 w 160476"/>
                          <a:gd name="connsiteY12" fmla="*/ 72055 h 145375"/>
                          <a:gd name="connsiteX13" fmla="*/ 60044 w 160476"/>
                          <a:gd name="connsiteY13" fmla="*/ 71103 h 145375"/>
                          <a:gd name="connsiteX14" fmla="*/ 60329 w 160476"/>
                          <a:gd name="connsiteY14" fmla="*/ 70150 h 145375"/>
                          <a:gd name="connsiteX15" fmla="*/ 60329 w 160476"/>
                          <a:gd name="connsiteY15" fmla="*/ 69579 h 145375"/>
                          <a:gd name="connsiteX16" fmla="*/ 61853 w 160476"/>
                          <a:gd name="connsiteY16" fmla="*/ 67864 h 145375"/>
                          <a:gd name="connsiteX17" fmla="*/ 63663 w 160476"/>
                          <a:gd name="connsiteY17" fmla="*/ 66150 h 145375"/>
                          <a:gd name="connsiteX18" fmla="*/ 65758 w 160476"/>
                          <a:gd name="connsiteY18" fmla="*/ 63769 h 145375"/>
                          <a:gd name="connsiteX19" fmla="*/ 82046 w 160476"/>
                          <a:gd name="connsiteY19" fmla="*/ 42051 h 145375"/>
                          <a:gd name="connsiteX20" fmla="*/ 136720 w 160476"/>
                          <a:gd name="connsiteY20" fmla="*/ 999 h 145375"/>
                          <a:gd name="connsiteX21" fmla="*/ 156532 w 160476"/>
                          <a:gd name="connsiteY21" fmla="*/ 8238 h 145375"/>
                          <a:gd name="connsiteX22" fmla="*/ 147198 w 160476"/>
                          <a:gd name="connsiteY22" fmla="*/ 79771 h 1453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60476" h="145375">
                            <a:moveTo>
                              <a:pt x="147198" y="79771"/>
                            </a:moveTo>
                            <a:cubicBezTo>
                              <a:pt x="142721" y="87676"/>
                              <a:pt x="135482" y="99964"/>
                              <a:pt x="124528" y="113013"/>
                            </a:cubicBezTo>
                            <a:cubicBezTo>
                              <a:pt x="121670" y="116347"/>
                              <a:pt x="118908" y="119490"/>
                              <a:pt x="115289" y="122919"/>
                            </a:cubicBezTo>
                            <a:cubicBezTo>
                              <a:pt x="112050" y="126253"/>
                              <a:pt x="108431" y="129205"/>
                              <a:pt x="102620" y="133491"/>
                            </a:cubicBezTo>
                            <a:cubicBezTo>
                              <a:pt x="92143" y="139873"/>
                              <a:pt x="81856" y="144159"/>
                              <a:pt x="73188" y="144826"/>
                            </a:cubicBezTo>
                            <a:cubicBezTo>
                              <a:pt x="65282" y="145779"/>
                              <a:pt x="57376" y="145493"/>
                              <a:pt x="50614" y="143969"/>
                            </a:cubicBezTo>
                            <a:cubicBezTo>
                              <a:pt x="47471" y="143398"/>
                              <a:pt x="44994" y="142540"/>
                              <a:pt x="42423" y="141683"/>
                            </a:cubicBezTo>
                            <a:cubicBezTo>
                              <a:pt x="39851" y="140826"/>
                              <a:pt x="37469" y="139969"/>
                              <a:pt x="35469" y="138825"/>
                            </a:cubicBezTo>
                            <a:cubicBezTo>
                              <a:pt x="26897" y="134825"/>
                              <a:pt x="21277" y="129967"/>
                              <a:pt x="16610" y="125109"/>
                            </a:cubicBezTo>
                            <a:cubicBezTo>
                              <a:pt x="7561" y="115299"/>
                              <a:pt x="3370" y="104631"/>
                              <a:pt x="322" y="93201"/>
                            </a:cubicBezTo>
                            <a:cubicBezTo>
                              <a:pt x="-1583" y="85200"/>
                              <a:pt x="5275" y="76627"/>
                              <a:pt x="12895" y="75675"/>
                            </a:cubicBezTo>
                            <a:cubicBezTo>
                              <a:pt x="23944" y="74151"/>
                              <a:pt x="34231" y="73294"/>
                              <a:pt x="43660" y="72913"/>
                            </a:cubicBezTo>
                            <a:cubicBezTo>
                              <a:pt x="48423" y="72817"/>
                              <a:pt x="52709" y="72436"/>
                              <a:pt x="56329" y="72055"/>
                            </a:cubicBezTo>
                            <a:cubicBezTo>
                              <a:pt x="57758" y="71674"/>
                              <a:pt x="60044" y="71579"/>
                              <a:pt x="60044" y="71103"/>
                            </a:cubicBezTo>
                            <a:cubicBezTo>
                              <a:pt x="60139" y="70722"/>
                              <a:pt x="60329" y="70341"/>
                              <a:pt x="60329" y="70150"/>
                            </a:cubicBezTo>
                            <a:cubicBezTo>
                              <a:pt x="60329" y="69769"/>
                              <a:pt x="60424" y="69769"/>
                              <a:pt x="60329" y="69579"/>
                            </a:cubicBezTo>
                            <a:cubicBezTo>
                              <a:pt x="59568" y="69960"/>
                              <a:pt x="60615" y="69293"/>
                              <a:pt x="61853" y="67864"/>
                            </a:cubicBezTo>
                            <a:lnTo>
                              <a:pt x="63663" y="66150"/>
                            </a:lnTo>
                            <a:lnTo>
                              <a:pt x="65758" y="63769"/>
                            </a:lnTo>
                            <a:cubicBezTo>
                              <a:pt x="71378" y="57196"/>
                              <a:pt x="77760" y="48148"/>
                              <a:pt x="82046" y="42051"/>
                            </a:cubicBezTo>
                            <a:cubicBezTo>
                              <a:pt x="98239" y="18525"/>
                              <a:pt x="115384" y="8714"/>
                              <a:pt x="136720" y="999"/>
                            </a:cubicBezTo>
                            <a:cubicBezTo>
                              <a:pt x="144054" y="-1668"/>
                              <a:pt x="154341" y="1094"/>
                              <a:pt x="156532" y="8238"/>
                            </a:cubicBezTo>
                            <a:cubicBezTo>
                              <a:pt x="162723" y="29098"/>
                              <a:pt x="163009" y="50243"/>
                              <a:pt x="147198" y="7977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70" name="Forme libre : forme 10769">
                        <a:extLst>
                          <a:ext uri="{FF2B5EF4-FFF2-40B4-BE49-F238E27FC236}">
                            <a16:creationId xmlns:a16="http://schemas.microsoft.com/office/drawing/2014/main" id="{E362B2F9-E445-4780-85C9-2CAFD9DE2B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4698" y="2967418"/>
                        <a:ext cx="159984" cy="137183"/>
                      </a:xfrm>
                      <a:custGeom>
                        <a:avLst/>
                        <a:gdLst>
                          <a:gd name="connsiteX0" fmla="*/ 81414 w 159984"/>
                          <a:gd name="connsiteY0" fmla="*/ 105918 h 137183"/>
                          <a:gd name="connsiteX1" fmla="*/ 54553 w 159984"/>
                          <a:gd name="connsiteY1" fmla="*/ 110871 h 137183"/>
                          <a:gd name="connsiteX2" fmla="*/ 31312 w 159984"/>
                          <a:gd name="connsiteY2" fmla="*/ 103441 h 137183"/>
                          <a:gd name="connsiteX3" fmla="*/ 1880 w 159984"/>
                          <a:gd name="connsiteY3" fmla="*/ 75533 h 137183"/>
                          <a:gd name="connsiteX4" fmla="*/ 356 w 159984"/>
                          <a:gd name="connsiteY4" fmla="*/ 85058 h 137183"/>
                          <a:gd name="connsiteX5" fmla="*/ 3975 w 159984"/>
                          <a:gd name="connsiteY5" fmla="*/ 96583 h 137183"/>
                          <a:gd name="connsiteX6" fmla="*/ 28359 w 159984"/>
                          <a:gd name="connsiteY6" fmla="*/ 126778 h 137183"/>
                          <a:gd name="connsiteX7" fmla="*/ 45219 w 159984"/>
                          <a:gd name="connsiteY7" fmla="*/ 134493 h 137183"/>
                          <a:gd name="connsiteX8" fmla="*/ 57792 w 159984"/>
                          <a:gd name="connsiteY8" fmla="*/ 136970 h 137183"/>
                          <a:gd name="connsiteX9" fmla="*/ 72936 w 159984"/>
                          <a:gd name="connsiteY9" fmla="*/ 136684 h 137183"/>
                          <a:gd name="connsiteX10" fmla="*/ 83128 w 159984"/>
                          <a:gd name="connsiteY10" fmla="*/ 134493 h 137183"/>
                          <a:gd name="connsiteX11" fmla="*/ 94177 w 159984"/>
                          <a:gd name="connsiteY11" fmla="*/ 129921 h 137183"/>
                          <a:gd name="connsiteX12" fmla="*/ 114084 w 159984"/>
                          <a:gd name="connsiteY12" fmla="*/ 115633 h 137183"/>
                          <a:gd name="connsiteX13" fmla="*/ 127038 w 159984"/>
                          <a:gd name="connsiteY13" fmla="*/ 101441 h 137183"/>
                          <a:gd name="connsiteX14" fmla="*/ 144088 w 159984"/>
                          <a:gd name="connsiteY14" fmla="*/ 76676 h 137183"/>
                          <a:gd name="connsiteX15" fmla="*/ 146946 w 159984"/>
                          <a:gd name="connsiteY15" fmla="*/ 71818 h 137183"/>
                          <a:gd name="connsiteX16" fmla="*/ 158090 w 159984"/>
                          <a:gd name="connsiteY16" fmla="*/ 43243 h 137183"/>
                          <a:gd name="connsiteX17" fmla="*/ 158661 w 159984"/>
                          <a:gd name="connsiteY17" fmla="*/ 10287 h 137183"/>
                          <a:gd name="connsiteX18" fmla="*/ 156185 w 159984"/>
                          <a:gd name="connsiteY18" fmla="*/ 381 h 137183"/>
                          <a:gd name="connsiteX19" fmla="*/ 155995 w 159984"/>
                          <a:gd name="connsiteY19" fmla="*/ 0 h 137183"/>
                          <a:gd name="connsiteX20" fmla="*/ 124467 w 159984"/>
                          <a:gd name="connsiteY20" fmla="*/ 54578 h 137183"/>
                          <a:gd name="connsiteX21" fmla="*/ 106560 w 159984"/>
                          <a:gd name="connsiteY21" fmla="*/ 81343 h 137183"/>
                          <a:gd name="connsiteX22" fmla="*/ 81414 w 159984"/>
                          <a:gd name="connsiteY22" fmla="*/ 105918 h 1371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59984" h="137183">
                            <a:moveTo>
                              <a:pt x="81414" y="105918"/>
                            </a:moveTo>
                            <a:cubicBezTo>
                              <a:pt x="73603" y="110680"/>
                              <a:pt x="63887" y="111919"/>
                              <a:pt x="54553" y="110871"/>
                            </a:cubicBezTo>
                            <a:cubicBezTo>
                              <a:pt x="45886" y="109823"/>
                              <a:pt x="38075" y="106966"/>
                              <a:pt x="31312" y="103441"/>
                            </a:cubicBezTo>
                            <a:cubicBezTo>
                              <a:pt x="17787" y="96203"/>
                              <a:pt x="7880" y="86296"/>
                              <a:pt x="1880" y="75533"/>
                            </a:cubicBezTo>
                            <a:cubicBezTo>
                              <a:pt x="261" y="78391"/>
                              <a:pt x="-501" y="81820"/>
                              <a:pt x="356" y="85058"/>
                            </a:cubicBezTo>
                            <a:cubicBezTo>
                              <a:pt x="1404" y="89059"/>
                              <a:pt x="2546" y="92869"/>
                              <a:pt x="3975" y="96583"/>
                            </a:cubicBezTo>
                            <a:cubicBezTo>
                              <a:pt x="8452" y="107251"/>
                              <a:pt x="14739" y="117634"/>
                              <a:pt x="28359" y="126778"/>
                            </a:cubicBezTo>
                            <a:cubicBezTo>
                              <a:pt x="32931" y="129635"/>
                              <a:pt x="38265" y="132397"/>
                              <a:pt x="45219" y="134493"/>
                            </a:cubicBezTo>
                            <a:cubicBezTo>
                              <a:pt x="48457" y="135541"/>
                              <a:pt x="52648" y="136303"/>
                              <a:pt x="57792" y="136970"/>
                            </a:cubicBezTo>
                            <a:cubicBezTo>
                              <a:pt x="62554" y="137160"/>
                              <a:pt x="67698" y="137446"/>
                              <a:pt x="72936" y="136684"/>
                            </a:cubicBezTo>
                            <a:cubicBezTo>
                              <a:pt x="76080" y="136303"/>
                              <a:pt x="79604" y="135826"/>
                              <a:pt x="83128" y="134493"/>
                            </a:cubicBezTo>
                            <a:cubicBezTo>
                              <a:pt x="86748" y="133350"/>
                              <a:pt x="90558" y="132016"/>
                              <a:pt x="94177" y="129921"/>
                            </a:cubicBezTo>
                            <a:cubicBezTo>
                              <a:pt x="101416" y="126778"/>
                              <a:pt x="110179" y="119729"/>
                              <a:pt x="114084" y="115633"/>
                            </a:cubicBezTo>
                            <a:cubicBezTo>
                              <a:pt x="119323" y="110776"/>
                              <a:pt x="123133" y="106108"/>
                              <a:pt x="127038" y="101441"/>
                            </a:cubicBezTo>
                            <a:cubicBezTo>
                              <a:pt x="134373" y="92202"/>
                              <a:pt x="139897" y="83534"/>
                              <a:pt x="144088" y="76676"/>
                            </a:cubicBezTo>
                            <a:cubicBezTo>
                              <a:pt x="145136" y="74866"/>
                              <a:pt x="146088" y="73247"/>
                              <a:pt x="146946" y="71818"/>
                            </a:cubicBezTo>
                            <a:cubicBezTo>
                              <a:pt x="152661" y="61341"/>
                              <a:pt x="156185" y="51911"/>
                              <a:pt x="158090" y="43243"/>
                            </a:cubicBezTo>
                            <a:cubicBezTo>
                              <a:pt x="160662" y="31242"/>
                              <a:pt x="160376" y="20574"/>
                              <a:pt x="158661" y="10287"/>
                            </a:cubicBezTo>
                            <a:cubicBezTo>
                              <a:pt x="157995" y="6953"/>
                              <a:pt x="157233" y="3620"/>
                              <a:pt x="156185" y="381"/>
                            </a:cubicBezTo>
                            <a:lnTo>
                              <a:pt x="155995" y="0"/>
                            </a:lnTo>
                            <a:cubicBezTo>
                              <a:pt x="145993" y="18097"/>
                              <a:pt x="135611" y="36481"/>
                              <a:pt x="124467" y="54578"/>
                            </a:cubicBezTo>
                            <a:cubicBezTo>
                              <a:pt x="118847" y="63627"/>
                              <a:pt x="113132" y="72676"/>
                              <a:pt x="106560" y="81343"/>
                            </a:cubicBezTo>
                            <a:cubicBezTo>
                              <a:pt x="99702" y="89821"/>
                              <a:pt x="93320" y="98679"/>
                              <a:pt x="81414" y="10591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71" name="Forme libre : forme 10770">
                        <a:extLst>
                          <a:ext uri="{FF2B5EF4-FFF2-40B4-BE49-F238E27FC236}">
                            <a16:creationId xmlns:a16="http://schemas.microsoft.com/office/drawing/2014/main" id="{55E342F7-D12B-4CFD-ACDF-6BF8EC1F15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3314" y="2995464"/>
                        <a:ext cx="65053" cy="76682"/>
                      </a:xfrm>
                      <a:custGeom>
                        <a:avLst/>
                        <a:gdLst>
                          <a:gd name="connsiteX0" fmla="*/ 62424 w 65053"/>
                          <a:gd name="connsiteY0" fmla="*/ 434 h 76682"/>
                          <a:gd name="connsiteX1" fmla="*/ 45945 w 65053"/>
                          <a:gd name="connsiteY1" fmla="*/ 50345 h 76682"/>
                          <a:gd name="connsiteX2" fmla="*/ 23752 w 65053"/>
                          <a:gd name="connsiteY2" fmla="*/ 71586 h 76682"/>
                          <a:gd name="connsiteX3" fmla="*/ 130 w 65053"/>
                          <a:gd name="connsiteY3" fmla="*/ 72062 h 76682"/>
                          <a:gd name="connsiteX4" fmla="*/ 10131 w 65053"/>
                          <a:gd name="connsiteY4" fmla="*/ 55774 h 76682"/>
                          <a:gd name="connsiteX5" fmla="*/ 25752 w 65053"/>
                          <a:gd name="connsiteY5" fmla="*/ 35962 h 76682"/>
                          <a:gd name="connsiteX6" fmla="*/ 62424 w 65053"/>
                          <a:gd name="connsiteY6" fmla="*/ 434 h 766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5053" h="76682">
                            <a:moveTo>
                              <a:pt x="62424" y="434"/>
                            </a:moveTo>
                            <a:cubicBezTo>
                              <a:pt x="71663" y="5006"/>
                              <a:pt x="54232" y="39391"/>
                              <a:pt x="45945" y="50345"/>
                            </a:cubicBezTo>
                            <a:cubicBezTo>
                              <a:pt x="41945" y="55774"/>
                              <a:pt x="34039" y="65395"/>
                              <a:pt x="23752" y="71586"/>
                            </a:cubicBezTo>
                            <a:cubicBezTo>
                              <a:pt x="12417" y="78730"/>
                              <a:pt x="1273" y="77872"/>
                              <a:pt x="130" y="72062"/>
                            </a:cubicBezTo>
                            <a:cubicBezTo>
                              <a:pt x="-1013" y="67014"/>
                              <a:pt x="5654" y="62061"/>
                              <a:pt x="10131" y="55774"/>
                            </a:cubicBezTo>
                            <a:cubicBezTo>
                              <a:pt x="15751" y="49107"/>
                              <a:pt x="22228" y="40344"/>
                              <a:pt x="25752" y="35962"/>
                            </a:cubicBezTo>
                            <a:cubicBezTo>
                              <a:pt x="32991" y="27390"/>
                              <a:pt x="53565" y="-4043"/>
                              <a:pt x="62424" y="43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72" name="Forme libre : forme 10771">
                        <a:extLst>
                          <a:ext uri="{FF2B5EF4-FFF2-40B4-BE49-F238E27FC236}">
                            <a16:creationId xmlns:a16="http://schemas.microsoft.com/office/drawing/2014/main" id="{3C86AE0A-B244-4A32-94F7-90BE239D7D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2435" y="3026568"/>
                        <a:ext cx="57682" cy="45291"/>
                      </a:xfrm>
                      <a:custGeom>
                        <a:avLst/>
                        <a:gdLst>
                          <a:gd name="connsiteX0" fmla="*/ 12248 w 57682"/>
                          <a:gd name="connsiteY0" fmla="*/ 23717 h 45291"/>
                          <a:gd name="connsiteX1" fmla="*/ 9295 w 57682"/>
                          <a:gd name="connsiteY1" fmla="*/ 27908 h 45291"/>
                          <a:gd name="connsiteX2" fmla="*/ 4914 w 57682"/>
                          <a:gd name="connsiteY2" fmla="*/ 32576 h 45291"/>
                          <a:gd name="connsiteX3" fmla="*/ 532 w 57682"/>
                          <a:gd name="connsiteY3" fmla="*/ 41053 h 45291"/>
                          <a:gd name="connsiteX4" fmla="*/ 24631 w 57682"/>
                          <a:gd name="connsiteY4" fmla="*/ 40386 h 45291"/>
                          <a:gd name="connsiteX5" fmla="*/ 47205 w 57682"/>
                          <a:gd name="connsiteY5" fmla="*/ 18669 h 45291"/>
                          <a:gd name="connsiteX6" fmla="*/ 57682 w 57682"/>
                          <a:gd name="connsiteY6" fmla="*/ 0 h 45291"/>
                          <a:gd name="connsiteX7" fmla="*/ 50919 w 57682"/>
                          <a:gd name="connsiteY7" fmla="*/ 9144 h 45291"/>
                          <a:gd name="connsiteX8" fmla="*/ 30250 w 57682"/>
                          <a:gd name="connsiteY8" fmla="*/ 24479 h 45291"/>
                          <a:gd name="connsiteX9" fmla="*/ 12248 w 57682"/>
                          <a:gd name="connsiteY9" fmla="*/ 23717 h 45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682" h="45291">
                            <a:moveTo>
                              <a:pt x="12248" y="23717"/>
                            </a:moveTo>
                            <a:cubicBezTo>
                              <a:pt x="11581" y="24955"/>
                              <a:pt x="10438" y="26384"/>
                              <a:pt x="9295" y="27908"/>
                            </a:cubicBezTo>
                            <a:cubicBezTo>
                              <a:pt x="8057" y="29432"/>
                              <a:pt x="6342" y="30956"/>
                              <a:pt x="4914" y="32576"/>
                            </a:cubicBezTo>
                            <a:cubicBezTo>
                              <a:pt x="1866" y="35433"/>
                              <a:pt x="-1278" y="37910"/>
                              <a:pt x="532" y="41053"/>
                            </a:cubicBezTo>
                            <a:cubicBezTo>
                              <a:pt x="3294" y="46482"/>
                              <a:pt x="13962" y="47149"/>
                              <a:pt x="24631" y="40386"/>
                            </a:cubicBezTo>
                            <a:cubicBezTo>
                              <a:pt x="34441" y="34576"/>
                              <a:pt x="42156" y="25527"/>
                              <a:pt x="47205" y="18669"/>
                            </a:cubicBezTo>
                            <a:cubicBezTo>
                              <a:pt x="50158" y="14669"/>
                              <a:pt x="55682" y="5048"/>
                              <a:pt x="57682" y="0"/>
                            </a:cubicBezTo>
                            <a:cubicBezTo>
                              <a:pt x="55968" y="2572"/>
                              <a:pt x="53015" y="7048"/>
                              <a:pt x="50919" y="9144"/>
                            </a:cubicBezTo>
                            <a:cubicBezTo>
                              <a:pt x="44728" y="15049"/>
                              <a:pt x="37584" y="21241"/>
                              <a:pt x="30250" y="24479"/>
                            </a:cubicBezTo>
                            <a:cubicBezTo>
                              <a:pt x="23202" y="28004"/>
                              <a:pt x="16343" y="27908"/>
                              <a:pt x="12248" y="2371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73" name="Forme libre : forme 10772">
                        <a:extLst>
                          <a:ext uri="{FF2B5EF4-FFF2-40B4-BE49-F238E27FC236}">
                            <a16:creationId xmlns:a16="http://schemas.microsoft.com/office/drawing/2014/main" id="{AEA8761A-D880-4B10-A1C0-D3F41F06E4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8774" y="2991580"/>
                        <a:ext cx="63761" cy="80409"/>
                      </a:xfrm>
                      <a:custGeom>
                        <a:avLst/>
                        <a:gdLst>
                          <a:gd name="connsiteX0" fmla="*/ 61726 w 63761"/>
                          <a:gd name="connsiteY0" fmla="*/ 984 h 80409"/>
                          <a:gd name="connsiteX1" fmla="*/ 45629 w 63761"/>
                          <a:gd name="connsiteY1" fmla="*/ 51943 h 80409"/>
                          <a:gd name="connsiteX2" fmla="*/ 24388 w 63761"/>
                          <a:gd name="connsiteY2" fmla="*/ 73945 h 80409"/>
                          <a:gd name="connsiteX3" fmla="*/ 16958 w 63761"/>
                          <a:gd name="connsiteY3" fmla="*/ 78041 h 80409"/>
                          <a:gd name="connsiteX4" fmla="*/ 9433 w 63761"/>
                          <a:gd name="connsiteY4" fmla="*/ 80232 h 80409"/>
                          <a:gd name="connsiteX5" fmla="*/ 480 w 63761"/>
                          <a:gd name="connsiteY5" fmla="*/ 76993 h 80409"/>
                          <a:gd name="connsiteX6" fmla="*/ 2480 w 63761"/>
                          <a:gd name="connsiteY6" fmla="*/ 68802 h 80409"/>
                          <a:gd name="connsiteX7" fmla="*/ 5814 w 63761"/>
                          <a:gd name="connsiteY7" fmla="*/ 64039 h 80409"/>
                          <a:gd name="connsiteX8" fmla="*/ 9815 w 63761"/>
                          <a:gd name="connsiteY8" fmla="*/ 58610 h 80409"/>
                          <a:gd name="connsiteX9" fmla="*/ 25245 w 63761"/>
                          <a:gd name="connsiteY9" fmla="*/ 37465 h 80409"/>
                          <a:gd name="connsiteX10" fmla="*/ 61726 w 63761"/>
                          <a:gd name="connsiteY10" fmla="*/ 984 h 804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3761" h="80409">
                            <a:moveTo>
                              <a:pt x="61726" y="984"/>
                            </a:moveTo>
                            <a:cubicBezTo>
                              <a:pt x="69250" y="8413"/>
                              <a:pt x="54105" y="39751"/>
                              <a:pt x="45629" y="51943"/>
                            </a:cubicBezTo>
                            <a:cubicBezTo>
                              <a:pt x="41818" y="58039"/>
                              <a:pt x="33913" y="67468"/>
                              <a:pt x="24388" y="73945"/>
                            </a:cubicBezTo>
                            <a:cubicBezTo>
                              <a:pt x="22102" y="75565"/>
                              <a:pt x="19720" y="76898"/>
                              <a:pt x="16958" y="78041"/>
                            </a:cubicBezTo>
                            <a:cubicBezTo>
                              <a:pt x="14291" y="79375"/>
                              <a:pt x="11720" y="80137"/>
                              <a:pt x="9433" y="80232"/>
                            </a:cubicBezTo>
                            <a:cubicBezTo>
                              <a:pt x="4957" y="80899"/>
                              <a:pt x="1813" y="79660"/>
                              <a:pt x="480" y="76993"/>
                            </a:cubicBezTo>
                            <a:cubicBezTo>
                              <a:pt x="-758" y="74422"/>
                              <a:pt x="575" y="71945"/>
                              <a:pt x="2480" y="68802"/>
                            </a:cubicBezTo>
                            <a:cubicBezTo>
                              <a:pt x="3528" y="67373"/>
                              <a:pt x="4671" y="65754"/>
                              <a:pt x="5814" y="64039"/>
                            </a:cubicBezTo>
                            <a:cubicBezTo>
                              <a:pt x="6957" y="62420"/>
                              <a:pt x="8481" y="60610"/>
                              <a:pt x="9815" y="58610"/>
                            </a:cubicBezTo>
                            <a:cubicBezTo>
                              <a:pt x="15529" y="50990"/>
                              <a:pt x="22197" y="41942"/>
                              <a:pt x="25245" y="37465"/>
                            </a:cubicBezTo>
                            <a:cubicBezTo>
                              <a:pt x="31913" y="29464"/>
                              <a:pt x="54391" y="-6350"/>
                              <a:pt x="61726" y="98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74" name="Forme libre : forme 10773">
                        <a:extLst>
                          <a:ext uri="{FF2B5EF4-FFF2-40B4-BE49-F238E27FC236}">
                            <a16:creationId xmlns:a16="http://schemas.microsoft.com/office/drawing/2014/main" id="{68258AFB-A859-4685-B4C3-4F3A240A8B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19441" y="3021769"/>
                        <a:ext cx="110885" cy="72368"/>
                      </a:xfrm>
                      <a:custGeom>
                        <a:avLst/>
                        <a:gdLst>
                          <a:gd name="connsiteX0" fmla="*/ 92 w 110885"/>
                          <a:gd name="connsiteY0" fmla="*/ 36517 h 72368"/>
                          <a:gd name="connsiteX1" fmla="*/ 6855 w 110885"/>
                          <a:gd name="connsiteY1" fmla="*/ 52995 h 72368"/>
                          <a:gd name="connsiteX2" fmla="*/ 28763 w 110885"/>
                          <a:gd name="connsiteY2" fmla="*/ 69093 h 72368"/>
                          <a:gd name="connsiteX3" fmla="*/ 69339 w 110885"/>
                          <a:gd name="connsiteY3" fmla="*/ 66997 h 72368"/>
                          <a:gd name="connsiteX4" fmla="*/ 78769 w 110885"/>
                          <a:gd name="connsiteY4" fmla="*/ 61282 h 72368"/>
                          <a:gd name="connsiteX5" fmla="*/ 85531 w 110885"/>
                          <a:gd name="connsiteY5" fmla="*/ 55758 h 72368"/>
                          <a:gd name="connsiteX6" fmla="*/ 96104 w 110885"/>
                          <a:gd name="connsiteY6" fmla="*/ 44233 h 72368"/>
                          <a:gd name="connsiteX7" fmla="*/ 108296 w 110885"/>
                          <a:gd name="connsiteY7" fmla="*/ 21944 h 72368"/>
                          <a:gd name="connsiteX8" fmla="*/ 105820 w 110885"/>
                          <a:gd name="connsiteY8" fmla="*/ 36 h 72368"/>
                          <a:gd name="connsiteX9" fmla="*/ 92770 w 110885"/>
                          <a:gd name="connsiteY9" fmla="*/ 9847 h 72368"/>
                          <a:gd name="connsiteX10" fmla="*/ 56290 w 110885"/>
                          <a:gd name="connsiteY10" fmla="*/ 32326 h 72368"/>
                          <a:gd name="connsiteX11" fmla="*/ 40573 w 110885"/>
                          <a:gd name="connsiteY11" fmla="*/ 30326 h 72368"/>
                          <a:gd name="connsiteX12" fmla="*/ 26381 w 110885"/>
                          <a:gd name="connsiteY12" fmla="*/ 25468 h 72368"/>
                          <a:gd name="connsiteX13" fmla="*/ 92 w 110885"/>
                          <a:gd name="connsiteY13" fmla="*/ 36517 h 723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10885" h="72368">
                            <a:moveTo>
                              <a:pt x="92" y="36517"/>
                            </a:moveTo>
                            <a:cubicBezTo>
                              <a:pt x="-384" y="43280"/>
                              <a:pt x="854" y="46233"/>
                              <a:pt x="6855" y="52995"/>
                            </a:cubicBezTo>
                            <a:cubicBezTo>
                              <a:pt x="12665" y="59377"/>
                              <a:pt x="19047" y="65092"/>
                              <a:pt x="28763" y="69093"/>
                            </a:cubicBezTo>
                            <a:cubicBezTo>
                              <a:pt x="39716" y="72998"/>
                              <a:pt x="54099" y="74617"/>
                              <a:pt x="69339" y="66997"/>
                            </a:cubicBezTo>
                            <a:cubicBezTo>
                              <a:pt x="72577" y="65854"/>
                              <a:pt x="75721" y="63473"/>
                              <a:pt x="78769" y="61282"/>
                            </a:cubicBezTo>
                            <a:cubicBezTo>
                              <a:pt x="81531" y="59472"/>
                              <a:pt x="83531" y="57663"/>
                              <a:pt x="85531" y="55758"/>
                            </a:cubicBezTo>
                            <a:cubicBezTo>
                              <a:pt x="89913" y="51948"/>
                              <a:pt x="92866" y="48138"/>
                              <a:pt x="96104" y="44233"/>
                            </a:cubicBezTo>
                            <a:cubicBezTo>
                              <a:pt x="101724" y="36517"/>
                              <a:pt x="105915" y="28802"/>
                              <a:pt x="108296" y="21944"/>
                            </a:cubicBezTo>
                            <a:cubicBezTo>
                              <a:pt x="111916" y="11657"/>
                              <a:pt x="112296" y="989"/>
                              <a:pt x="105820" y="36"/>
                            </a:cubicBezTo>
                            <a:cubicBezTo>
                              <a:pt x="101819" y="-535"/>
                              <a:pt x="97533" y="5751"/>
                              <a:pt x="92770" y="9847"/>
                            </a:cubicBezTo>
                            <a:cubicBezTo>
                              <a:pt x="81626" y="19277"/>
                              <a:pt x="70387" y="29278"/>
                              <a:pt x="56290" y="32326"/>
                            </a:cubicBezTo>
                            <a:cubicBezTo>
                              <a:pt x="50765" y="33374"/>
                              <a:pt x="45050" y="32136"/>
                              <a:pt x="40573" y="30326"/>
                            </a:cubicBezTo>
                            <a:cubicBezTo>
                              <a:pt x="35716" y="28326"/>
                              <a:pt x="33334" y="26325"/>
                              <a:pt x="26381" y="25468"/>
                            </a:cubicBezTo>
                            <a:cubicBezTo>
                              <a:pt x="14570" y="23468"/>
                              <a:pt x="950" y="26992"/>
                              <a:pt x="92" y="3651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75" name="Forme libre : forme 10774">
                        <a:extLst>
                          <a:ext uri="{FF2B5EF4-FFF2-40B4-BE49-F238E27FC236}">
                            <a16:creationId xmlns:a16="http://schemas.microsoft.com/office/drawing/2014/main" id="{E6AF4C38-3B3B-4A50-AFBA-A193A7F731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4101" y="3045121"/>
                        <a:ext cx="25755" cy="15088"/>
                      </a:xfrm>
                      <a:custGeom>
                        <a:avLst/>
                        <a:gdLst>
                          <a:gd name="connsiteX0" fmla="*/ 3912 w 25755"/>
                          <a:gd name="connsiteY0" fmla="*/ 9355 h 15088"/>
                          <a:gd name="connsiteX1" fmla="*/ 293 w 25755"/>
                          <a:gd name="connsiteY1" fmla="*/ 11165 h 15088"/>
                          <a:gd name="connsiteX2" fmla="*/ 2198 w 25755"/>
                          <a:gd name="connsiteY2" fmla="*/ 14023 h 15088"/>
                          <a:gd name="connsiteX3" fmla="*/ 8389 w 25755"/>
                          <a:gd name="connsiteY3" fmla="*/ 15071 h 15088"/>
                          <a:gd name="connsiteX4" fmla="*/ 21724 w 25755"/>
                          <a:gd name="connsiteY4" fmla="*/ 11165 h 15088"/>
                          <a:gd name="connsiteX5" fmla="*/ 25153 w 25755"/>
                          <a:gd name="connsiteY5" fmla="*/ 7546 h 15088"/>
                          <a:gd name="connsiteX6" fmla="*/ 19152 w 25755"/>
                          <a:gd name="connsiteY6" fmla="*/ 1259 h 15088"/>
                          <a:gd name="connsiteX7" fmla="*/ 3912 w 25755"/>
                          <a:gd name="connsiteY7" fmla="*/ 9355 h 15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5755" h="15088">
                            <a:moveTo>
                              <a:pt x="3912" y="9355"/>
                            </a:moveTo>
                            <a:cubicBezTo>
                              <a:pt x="2293" y="9832"/>
                              <a:pt x="1150" y="10118"/>
                              <a:pt x="293" y="11165"/>
                            </a:cubicBezTo>
                            <a:cubicBezTo>
                              <a:pt x="-564" y="12213"/>
                              <a:pt x="579" y="13261"/>
                              <a:pt x="2198" y="14023"/>
                            </a:cubicBezTo>
                            <a:cubicBezTo>
                              <a:pt x="3817" y="14880"/>
                              <a:pt x="6579" y="15166"/>
                              <a:pt x="8389" y="15071"/>
                            </a:cubicBezTo>
                            <a:cubicBezTo>
                              <a:pt x="13152" y="14975"/>
                              <a:pt x="18295" y="14023"/>
                              <a:pt x="21724" y="11165"/>
                            </a:cubicBezTo>
                            <a:cubicBezTo>
                              <a:pt x="23153" y="10118"/>
                              <a:pt x="24391" y="8784"/>
                              <a:pt x="25153" y="7546"/>
                            </a:cubicBezTo>
                            <a:cubicBezTo>
                              <a:pt x="27344" y="1354"/>
                              <a:pt x="23153" y="-1979"/>
                              <a:pt x="19152" y="1259"/>
                            </a:cubicBezTo>
                            <a:cubicBezTo>
                              <a:pt x="15342" y="4021"/>
                              <a:pt x="10865" y="7355"/>
                              <a:pt x="3912" y="935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76" name="Forme libre : forme 10775">
                        <a:extLst>
                          <a:ext uri="{FF2B5EF4-FFF2-40B4-BE49-F238E27FC236}">
                            <a16:creationId xmlns:a16="http://schemas.microsoft.com/office/drawing/2014/main" id="{8AAA46EE-6B29-4710-AD5B-556D2DDCAE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1739" y="2968751"/>
                        <a:ext cx="9322" cy="67341"/>
                      </a:xfrm>
                      <a:custGeom>
                        <a:avLst/>
                        <a:gdLst>
                          <a:gd name="connsiteX0" fmla="*/ 5524 w 9322"/>
                          <a:gd name="connsiteY0" fmla="*/ 0 h 67341"/>
                          <a:gd name="connsiteX1" fmla="*/ 0 w 9322"/>
                          <a:gd name="connsiteY1" fmla="*/ 67342 h 67341"/>
                          <a:gd name="connsiteX2" fmla="*/ 5524 w 9322"/>
                          <a:gd name="connsiteY2" fmla="*/ 0 h 673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322" h="67341">
                            <a:moveTo>
                              <a:pt x="5524" y="0"/>
                            </a:moveTo>
                            <a:cubicBezTo>
                              <a:pt x="13906" y="14192"/>
                              <a:pt x="6762" y="46387"/>
                              <a:pt x="0" y="67342"/>
                            </a:cubicBezTo>
                            <a:cubicBezTo>
                              <a:pt x="7239" y="44577"/>
                              <a:pt x="7525" y="18669"/>
                              <a:pt x="552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77" name="Forme libre : forme 10776">
                        <a:extLst>
                          <a:ext uri="{FF2B5EF4-FFF2-40B4-BE49-F238E27FC236}">
                            <a16:creationId xmlns:a16="http://schemas.microsoft.com/office/drawing/2014/main" id="{65B228D3-9704-40F2-8F93-E8ED8DDF46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7627" y="3031807"/>
                        <a:ext cx="48005" cy="5720"/>
                      </a:xfrm>
                      <a:custGeom>
                        <a:avLst/>
                        <a:gdLst>
                          <a:gd name="connsiteX0" fmla="*/ 48006 w 48005"/>
                          <a:gd name="connsiteY0" fmla="*/ 0 h 5720"/>
                          <a:gd name="connsiteX1" fmla="*/ 47244 w 48005"/>
                          <a:gd name="connsiteY1" fmla="*/ 1238 h 5720"/>
                          <a:gd name="connsiteX2" fmla="*/ 46767 w 48005"/>
                          <a:gd name="connsiteY2" fmla="*/ 2000 h 5720"/>
                          <a:gd name="connsiteX3" fmla="*/ 44577 w 48005"/>
                          <a:gd name="connsiteY3" fmla="*/ 2667 h 5720"/>
                          <a:gd name="connsiteX4" fmla="*/ 31718 w 48005"/>
                          <a:gd name="connsiteY4" fmla="*/ 4382 h 5720"/>
                          <a:gd name="connsiteX5" fmla="*/ 0 w 48005"/>
                          <a:gd name="connsiteY5" fmla="*/ 5525 h 5720"/>
                          <a:gd name="connsiteX6" fmla="*/ 31909 w 48005"/>
                          <a:gd name="connsiteY6" fmla="*/ 5715 h 5720"/>
                          <a:gd name="connsiteX7" fmla="*/ 45148 w 48005"/>
                          <a:gd name="connsiteY7" fmla="*/ 4096 h 5720"/>
                          <a:gd name="connsiteX8" fmla="*/ 47434 w 48005"/>
                          <a:gd name="connsiteY8" fmla="*/ 2096 h 5720"/>
                          <a:gd name="connsiteX9" fmla="*/ 48006 w 48005"/>
                          <a:gd name="connsiteY9" fmla="*/ 0 h 5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8005" h="5720">
                            <a:moveTo>
                              <a:pt x="48006" y="0"/>
                            </a:moveTo>
                            <a:lnTo>
                              <a:pt x="47244" y="1238"/>
                            </a:lnTo>
                            <a:cubicBezTo>
                              <a:pt x="47054" y="1524"/>
                              <a:pt x="46958" y="1715"/>
                              <a:pt x="46767" y="2000"/>
                            </a:cubicBezTo>
                            <a:cubicBezTo>
                              <a:pt x="46196" y="2286"/>
                              <a:pt x="45529" y="2572"/>
                              <a:pt x="44577" y="2667"/>
                            </a:cubicBezTo>
                            <a:cubicBezTo>
                              <a:pt x="41339" y="3715"/>
                              <a:pt x="36576" y="3905"/>
                              <a:pt x="31718" y="4382"/>
                            </a:cubicBezTo>
                            <a:cubicBezTo>
                              <a:pt x="21717" y="4953"/>
                              <a:pt x="10383" y="5144"/>
                              <a:pt x="0" y="5525"/>
                            </a:cubicBezTo>
                            <a:cubicBezTo>
                              <a:pt x="9620" y="4667"/>
                              <a:pt x="21431" y="5810"/>
                              <a:pt x="31909" y="5715"/>
                            </a:cubicBezTo>
                            <a:cubicBezTo>
                              <a:pt x="37052" y="5620"/>
                              <a:pt x="41815" y="5144"/>
                              <a:pt x="45148" y="4096"/>
                            </a:cubicBezTo>
                            <a:cubicBezTo>
                              <a:pt x="47054" y="3429"/>
                              <a:pt x="46958" y="2762"/>
                              <a:pt x="47434" y="2096"/>
                            </a:cubicBezTo>
                            <a:cubicBezTo>
                              <a:pt x="47720" y="1334"/>
                              <a:pt x="48006" y="667"/>
                              <a:pt x="4800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78" name="Forme libre : forme 10777">
                        <a:extLst>
                          <a:ext uri="{FF2B5EF4-FFF2-40B4-BE49-F238E27FC236}">
                            <a16:creationId xmlns:a16="http://schemas.microsoft.com/office/drawing/2014/main" id="{1BF5B04A-6621-4CE4-8FA4-E020A2E0BC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8661" y="3012505"/>
                        <a:ext cx="23504" cy="28046"/>
                      </a:xfrm>
                      <a:custGeom>
                        <a:avLst/>
                        <a:gdLst>
                          <a:gd name="connsiteX0" fmla="*/ 23265 w 23504"/>
                          <a:gd name="connsiteY0" fmla="*/ 824 h 28046"/>
                          <a:gd name="connsiteX1" fmla="*/ 13168 w 23504"/>
                          <a:gd name="connsiteY1" fmla="*/ 19207 h 28046"/>
                          <a:gd name="connsiteX2" fmla="*/ 119 w 23504"/>
                          <a:gd name="connsiteY2" fmla="*/ 26827 h 28046"/>
                          <a:gd name="connsiteX3" fmla="*/ 10216 w 23504"/>
                          <a:gd name="connsiteY3" fmla="*/ 10444 h 28046"/>
                          <a:gd name="connsiteX4" fmla="*/ 23265 w 23504"/>
                          <a:gd name="connsiteY4" fmla="*/ 824 h 280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504" h="28046">
                            <a:moveTo>
                              <a:pt x="23265" y="824"/>
                            </a:moveTo>
                            <a:cubicBezTo>
                              <a:pt x="25075" y="4634"/>
                              <a:pt x="16121" y="15969"/>
                              <a:pt x="13168" y="19207"/>
                            </a:cubicBezTo>
                            <a:cubicBezTo>
                              <a:pt x="10406" y="22636"/>
                              <a:pt x="1452" y="31208"/>
                              <a:pt x="119" y="26827"/>
                            </a:cubicBezTo>
                            <a:cubicBezTo>
                              <a:pt x="-1119" y="22636"/>
                              <a:pt x="7644" y="13683"/>
                              <a:pt x="10216" y="10444"/>
                            </a:cubicBezTo>
                            <a:cubicBezTo>
                              <a:pt x="12978" y="7491"/>
                              <a:pt x="21455" y="-2986"/>
                              <a:pt x="23265" y="82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79" name="Forme libre : forme 10778">
                        <a:extLst>
                          <a:ext uri="{FF2B5EF4-FFF2-40B4-BE49-F238E27FC236}">
                            <a16:creationId xmlns:a16="http://schemas.microsoft.com/office/drawing/2014/main" id="{ED5BFD74-62CB-4B10-9B74-BADC78B667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08143" y="3008055"/>
                        <a:ext cx="6328" cy="8661"/>
                      </a:xfrm>
                      <a:custGeom>
                        <a:avLst/>
                        <a:gdLst>
                          <a:gd name="connsiteX0" fmla="*/ 5783 w 6328"/>
                          <a:gd name="connsiteY0" fmla="*/ 35 h 8661"/>
                          <a:gd name="connsiteX1" fmla="*/ 4831 w 6328"/>
                          <a:gd name="connsiteY1" fmla="*/ 4892 h 8661"/>
                          <a:gd name="connsiteX2" fmla="*/ 545 w 6328"/>
                          <a:gd name="connsiteY2" fmla="*/ 8607 h 8661"/>
                          <a:gd name="connsiteX3" fmla="*/ 1497 w 6328"/>
                          <a:gd name="connsiteY3" fmla="*/ 3940 h 8661"/>
                          <a:gd name="connsiteX4" fmla="*/ 5783 w 6328"/>
                          <a:gd name="connsiteY4" fmla="*/ 35 h 8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328" h="8661">
                            <a:moveTo>
                              <a:pt x="5783" y="35"/>
                            </a:moveTo>
                            <a:cubicBezTo>
                              <a:pt x="7117" y="416"/>
                              <a:pt x="5689" y="3464"/>
                              <a:pt x="4831" y="4892"/>
                            </a:cubicBezTo>
                            <a:cubicBezTo>
                              <a:pt x="3973" y="6321"/>
                              <a:pt x="1878" y="9084"/>
                              <a:pt x="545" y="8607"/>
                            </a:cubicBezTo>
                            <a:cubicBezTo>
                              <a:pt x="-789" y="8131"/>
                              <a:pt x="640" y="5369"/>
                              <a:pt x="1497" y="3940"/>
                            </a:cubicBezTo>
                            <a:cubicBezTo>
                              <a:pt x="2450" y="2511"/>
                              <a:pt x="4450" y="-346"/>
                              <a:pt x="5783" y="3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80" name="Forme libre : forme 10779">
                        <a:extLst>
                          <a:ext uri="{FF2B5EF4-FFF2-40B4-BE49-F238E27FC236}">
                            <a16:creationId xmlns:a16="http://schemas.microsoft.com/office/drawing/2014/main" id="{E222655A-17E6-428E-B7D9-BA92821E66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1872" y="2968418"/>
                        <a:ext cx="68576" cy="59631"/>
                      </a:xfrm>
                      <a:custGeom>
                        <a:avLst/>
                        <a:gdLst>
                          <a:gd name="connsiteX0" fmla="*/ 42054 w 68576"/>
                          <a:gd name="connsiteY0" fmla="*/ 11478 h 59631"/>
                          <a:gd name="connsiteX1" fmla="*/ 65391 w 68576"/>
                          <a:gd name="connsiteY1" fmla="*/ 48 h 59631"/>
                          <a:gd name="connsiteX2" fmla="*/ 67487 w 68576"/>
                          <a:gd name="connsiteY2" fmla="*/ 8239 h 59631"/>
                          <a:gd name="connsiteX3" fmla="*/ 59295 w 68576"/>
                          <a:gd name="connsiteY3" fmla="*/ 15764 h 59631"/>
                          <a:gd name="connsiteX4" fmla="*/ 32435 w 68576"/>
                          <a:gd name="connsiteY4" fmla="*/ 35957 h 59631"/>
                          <a:gd name="connsiteX5" fmla="*/ 15194 w 68576"/>
                          <a:gd name="connsiteY5" fmla="*/ 52816 h 59631"/>
                          <a:gd name="connsiteX6" fmla="*/ 240 w 68576"/>
                          <a:gd name="connsiteY6" fmla="*/ 57388 h 59631"/>
                          <a:gd name="connsiteX7" fmla="*/ 7669 w 68576"/>
                          <a:gd name="connsiteY7" fmla="*/ 39576 h 59631"/>
                          <a:gd name="connsiteX8" fmla="*/ 22528 w 68576"/>
                          <a:gd name="connsiteY8" fmla="*/ 22908 h 59631"/>
                          <a:gd name="connsiteX9" fmla="*/ 42054 w 68576"/>
                          <a:gd name="connsiteY9" fmla="*/ 11478 h 596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8576" h="59631">
                            <a:moveTo>
                              <a:pt x="42054" y="11478"/>
                            </a:moveTo>
                            <a:cubicBezTo>
                              <a:pt x="50627" y="5763"/>
                              <a:pt x="56819" y="1572"/>
                              <a:pt x="65391" y="48"/>
                            </a:cubicBezTo>
                            <a:cubicBezTo>
                              <a:pt x="68534" y="-524"/>
                              <a:pt x="69582" y="4143"/>
                              <a:pt x="67487" y="8239"/>
                            </a:cubicBezTo>
                            <a:cubicBezTo>
                              <a:pt x="65391" y="12335"/>
                              <a:pt x="62343" y="13954"/>
                              <a:pt x="59295" y="15764"/>
                            </a:cubicBezTo>
                            <a:cubicBezTo>
                              <a:pt x="49960" y="21384"/>
                              <a:pt x="41483" y="28337"/>
                              <a:pt x="32435" y="35957"/>
                            </a:cubicBezTo>
                            <a:cubicBezTo>
                              <a:pt x="29577" y="38338"/>
                              <a:pt x="22243" y="46816"/>
                              <a:pt x="15194" y="52816"/>
                            </a:cubicBezTo>
                            <a:cubicBezTo>
                              <a:pt x="8051" y="58912"/>
                              <a:pt x="1478" y="62056"/>
                              <a:pt x="240" y="57388"/>
                            </a:cubicBezTo>
                            <a:cubicBezTo>
                              <a:pt x="-998" y="52816"/>
                              <a:pt x="2716" y="46434"/>
                              <a:pt x="7669" y="39576"/>
                            </a:cubicBezTo>
                            <a:cubicBezTo>
                              <a:pt x="12622" y="32909"/>
                              <a:pt x="18909" y="26051"/>
                              <a:pt x="22528" y="22908"/>
                            </a:cubicBezTo>
                            <a:cubicBezTo>
                              <a:pt x="29958" y="16716"/>
                              <a:pt x="35482" y="15669"/>
                              <a:pt x="42054" y="1147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74" name="Graphique 1">
                      <a:extLst>
                        <a:ext uri="{FF2B5EF4-FFF2-40B4-BE49-F238E27FC236}">
                          <a16:creationId xmlns:a16="http://schemas.microsoft.com/office/drawing/2014/main" id="{F5F9101B-7470-4922-AC6E-42E32851531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34692" y="2781038"/>
                      <a:ext cx="126832" cy="181446"/>
                      <a:chOff x="4734692" y="2781038"/>
                      <a:chExt cx="126832" cy="181446"/>
                    </a:xfrm>
                    <a:solidFill>
                      <a:schemeClr val="accent1"/>
                    </a:solidFill>
                  </p:grpSpPr>
                  <p:sp>
                    <p:nvSpPr>
                      <p:cNvPr id="10757" name="Forme libre : forme 10756">
                        <a:extLst>
                          <a:ext uri="{FF2B5EF4-FFF2-40B4-BE49-F238E27FC236}">
                            <a16:creationId xmlns:a16="http://schemas.microsoft.com/office/drawing/2014/main" id="{30F78288-BC39-4226-9DBD-4F92BBE9CD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34692" y="2781038"/>
                        <a:ext cx="126832" cy="181442"/>
                      </a:xfrm>
                      <a:custGeom>
                        <a:avLst/>
                        <a:gdLst>
                          <a:gd name="connsiteX0" fmla="*/ 112774 w 126832"/>
                          <a:gd name="connsiteY0" fmla="*/ 78366 h 181442"/>
                          <a:gd name="connsiteX1" fmla="*/ 77722 w 126832"/>
                          <a:gd name="connsiteY1" fmla="*/ 137707 h 181442"/>
                          <a:gd name="connsiteX2" fmla="*/ 20192 w 126832"/>
                          <a:gd name="connsiteY2" fmla="*/ 180951 h 181442"/>
                          <a:gd name="connsiteX3" fmla="*/ 1903 w 126832"/>
                          <a:gd name="connsiteY3" fmla="*/ 169425 h 181442"/>
                          <a:gd name="connsiteX4" fmla="*/ 13238 w 126832"/>
                          <a:gd name="connsiteY4" fmla="*/ 98464 h 181442"/>
                          <a:gd name="connsiteX5" fmla="*/ 47147 w 126832"/>
                          <a:gd name="connsiteY5" fmla="*/ 41124 h 181442"/>
                          <a:gd name="connsiteX6" fmla="*/ 106297 w 126832"/>
                          <a:gd name="connsiteY6" fmla="*/ 452 h 181442"/>
                          <a:gd name="connsiteX7" fmla="*/ 125061 w 126832"/>
                          <a:gd name="connsiteY7" fmla="*/ 10167 h 181442"/>
                          <a:gd name="connsiteX8" fmla="*/ 112774 w 126832"/>
                          <a:gd name="connsiteY8" fmla="*/ 78366 h 1814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6832" h="181442">
                            <a:moveTo>
                              <a:pt x="112774" y="78366"/>
                            </a:moveTo>
                            <a:cubicBezTo>
                              <a:pt x="105059" y="92559"/>
                              <a:pt x="87152" y="123229"/>
                              <a:pt x="77722" y="137707"/>
                            </a:cubicBezTo>
                            <a:cubicBezTo>
                              <a:pt x="60196" y="164758"/>
                              <a:pt x="42575" y="174188"/>
                              <a:pt x="20192" y="180951"/>
                            </a:cubicBezTo>
                            <a:cubicBezTo>
                              <a:pt x="12476" y="183237"/>
                              <a:pt x="3332" y="177236"/>
                              <a:pt x="1903" y="169425"/>
                            </a:cubicBezTo>
                            <a:cubicBezTo>
                              <a:pt x="-2002" y="146851"/>
                              <a:pt x="-668" y="125896"/>
                              <a:pt x="13238" y="98464"/>
                            </a:cubicBezTo>
                            <a:cubicBezTo>
                              <a:pt x="20572" y="83795"/>
                              <a:pt x="37527" y="55316"/>
                              <a:pt x="47147" y="41124"/>
                            </a:cubicBezTo>
                            <a:cubicBezTo>
                              <a:pt x="65054" y="14549"/>
                              <a:pt x="84104" y="5976"/>
                              <a:pt x="106297" y="452"/>
                            </a:cubicBezTo>
                            <a:cubicBezTo>
                              <a:pt x="114013" y="-1453"/>
                              <a:pt x="123728" y="2833"/>
                              <a:pt x="125061" y="10167"/>
                            </a:cubicBezTo>
                            <a:cubicBezTo>
                              <a:pt x="128967" y="31599"/>
                              <a:pt x="127062" y="51696"/>
                              <a:pt x="112774" y="7836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58" name="Forme libre : forme 10757">
                        <a:extLst>
                          <a:ext uri="{FF2B5EF4-FFF2-40B4-BE49-F238E27FC236}">
                            <a16:creationId xmlns:a16="http://schemas.microsoft.com/office/drawing/2014/main" id="{110B8E93-31BF-4393-B112-2DD1BF3085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5168" y="2790920"/>
                        <a:ext cx="116114" cy="171564"/>
                      </a:xfrm>
                      <a:custGeom>
                        <a:avLst/>
                        <a:gdLst>
                          <a:gd name="connsiteX0" fmla="*/ 49244 w 116114"/>
                          <a:gd name="connsiteY0" fmla="*/ 105061 h 171564"/>
                          <a:gd name="connsiteX1" fmla="*/ 0 w 116114"/>
                          <a:gd name="connsiteY1" fmla="*/ 170116 h 171564"/>
                          <a:gd name="connsiteX2" fmla="*/ 9525 w 116114"/>
                          <a:gd name="connsiteY2" fmla="*/ 171069 h 171564"/>
                          <a:gd name="connsiteX3" fmla="*/ 20669 w 116114"/>
                          <a:gd name="connsiteY3" fmla="*/ 167259 h 171564"/>
                          <a:gd name="connsiteX4" fmla="*/ 49720 w 116114"/>
                          <a:gd name="connsiteY4" fmla="*/ 149162 h 171564"/>
                          <a:gd name="connsiteX5" fmla="*/ 67056 w 116114"/>
                          <a:gd name="connsiteY5" fmla="*/ 127825 h 171564"/>
                          <a:gd name="connsiteX6" fmla="*/ 73057 w 116114"/>
                          <a:gd name="connsiteY6" fmla="*/ 118396 h 171564"/>
                          <a:gd name="connsiteX7" fmla="*/ 99726 w 116114"/>
                          <a:gd name="connsiteY7" fmla="*/ 72962 h 171564"/>
                          <a:gd name="connsiteX8" fmla="*/ 102108 w 116114"/>
                          <a:gd name="connsiteY8" fmla="*/ 68485 h 171564"/>
                          <a:gd name="connsiteX9" fmla="*/ 112966 w 116114"/>
                          <a:gd name="connsiteY9" fmla="*/ 42196 h 171564"/>
                          <a:gd name="connsiteX10" fmla="*/ 115824 w 116114"/>
                          <a:gd name="connsiteY10" fmla="*/ 10382 h 171564"/>
                          <a:gd name="connsiteX11" fmla="*/ 114491 w 116114"/>
                          <a:gd name="connsiteY11" fmla="*/ 381 h 171564"/>
                          <a:gd name="connsiteX12" fmla="*/ 114395 w 116114"/>
                          <a:gd name="connsiteY12" fmla="*/ 0 h 171564"/>
                          <a:gd name="connsiteX13" fmla="*/ 49244 w 116114"/>
                          <a:gd name="connsiteY13" fmla="*/ 105061 h 1715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16114" h="171564">
                            <a:moveTo>
                              <a:pt x="49244" y="105061"/>
                            </a:moveTo>
                            <a:cubicBezTo>
                              <a:pt x="36481" y="130207"/>
                              <a:pt x="20669" y="156591"/>
                              <a:pt x="0" y="170116"/>
                            </a:cubicBezTo>
                            <a:cubicBezTo>
                              <a:pt x="3048" y="171545"/>
                              <a:pt x="6382" y="172021"/>
                              <a:pt x="9525" y="171069"/>
                            </a:cubicBezTo>
                            <a:cubicBezTo>
                              <a:pt x="13430" y="169926"/>
                              <a:pt x="17145" y="168688"/>
                              <a:pt x="20669" y="167259"/>
                            </a:cubicBezTo>
                            <a:cubicBezTo>
                              <a:pt x="31052" y="163163"/>
                              <a:pt x="40577" y="157734"/>
                              <a:pt x="49720" y="149162"/>
                            </a:cubicBezTo>
                            <a:cubicBezTo>
                              <a:pt x="55626" y="143542"/>
                              <a:pt x="61341" y="136684"/>
                              <a:pt x="67056" y="127825"/>
                            </a:cubicBezTo>
                            <a:cubicBezTo>
                              <a:pt x="68770" y="125158"/>
                              <a:pt x="70771" y="121920"/>
                              <a:pt x="73057" y="118396"/>
                            </a:cubicBezTo>
                            <a:cubicBezTo>
                              <a:pt x="81534" y="104394"/>
                              <a:pt x="92678" y="85154"/>
                              <a:pt x="99726" y="72962"/>
                            </a:cubicBezTo>
                            <a:cubicBezTo>
                              <a:pt x="100584" y="71342"/>
                              <a:pt x="101441" y="69818"/>
                              <a:pt x="102108" y="68485"/>
                            </a:cubicBezTo>
                            <a:cubicBezTo>
                              <a:pt x="107252" y="59055"/>
                              <a:pt x="110680" y="50387"/>
                              <a:pt x="112966" y="42196"/>
                            </a:cubicBezTo>
                            <a:cubicBezTo>
                              <a:pt x="115919" y="30956"/>
                              <a:pt x="116586" y="20669"/>
                              <a:pt x="115824" y="10382"/>
                            </a:cubicBezTo>
                            <a:cubicBezTo>
                              <a:pt x="115538" y="7048"/>
                              <a:pt x="115062" y="3715"/>
                              <a:pt x="114491" y="381"/>
                            </a:cubicBezTo>
                            <a:lnTo>
                              <a:pt x="114395" y="0"/>
                            </a:lnTo>
                            <a:cubicBezTo>
                              <a:pt x="90201" y="32861"/>
                              <a:pt x="67532" y="68961"/>
                              <a:pt x="49244" y="10506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59" name="Forme libre : forme 10758">
                        <a:extLst>
                          <a:ext uri="{FF2B5EF4-FFF2-40B4-BE49-F238E27FC236}">
                            <a16:creationId xmlns:a16="http://schemas.microsoft.com/office/drawing/2014/main" id="{F9576EEC-676F-445D-ACDD-0BE2FA64F3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8428" y="2816112"/>
                        <a:ext cx="55931" cy="83151"/>
                      </a:xfrm>
                      <a:custGeom>
                        <a:avLst/>
                        <a:gdLst>
                          <a:gd name="connsiteX0" fmla="*/ 53704 w 55931"/>
                          <a:gd name="connsiteY0" fmla="*/ 620 h 83151"/>
                          <a:gd name="connsiteX1" fmla="*/ 37892 w 55931"/>
                          <a:gd name="connsiteY1" fmla="*/ 49484 h 83151"/>
                          <a:gd name="connsiteX2" fmla="*/ 3031 w 55931"/>
                          <a:gd name="connsiteY2" fmla="*/ 82535 h 83151"/>
                          <a:gd name="connsiteX3" fmla="*/ 16461 w 55931"/>
                          <a:gd name="connsiteY3" fmla="*/ 37006 h 83151"/>
                          <a:gd name="connsiteX4" fmla="*/ 53704 w 55931"/>
                          <a:gd name="connsiteY4" fmla="*/ 620 h 831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931" h="83151">
                            <a:moveTo>
                              <a:pt x="53704" y="620"/>
                            </a:moveTo>
                            <a:cubicBezTo>
                              <a:pt x="62181" y="5764"/>
                              <a:pt x="44179" y="38530"/>
                              <a:pt x="37892" y="49484"/>
                            </a:cubicBezTo>
                            <a:cubicBezTo>
                              <a:pt x="31415" y="60247"/>
                              <a:pt x="12746" y="87584"/>
                              <a:pt x="3031" y="82535"/>
                            </a:cubicBezTo>
                            <a:cubicBezTo>
                              <a:pt x="-6780" y="77392"/>
                              <a:pt x="9794" y="47102"/>
                              <a:pt x="16461" y="37006"/>
                            </a:cubicBezTo>
                            <a:cubicBezTo>
                              <a:pt x="22843" y="26909"/>
                              <a:pt x="44750" y="-4809"/>
                              <a:pt x="53704" y="62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60" name="Forme libre : forme 10759">
                        <a:extLst>
                          <a:ext uri="{FF2B5EF4-FFF2-40B4-BE49-F238E27FC236}">
                            <a16:creationId xmlns:a16="http://schemas.microsoft.com/office/drawing/2014/main" id="{B57E6DF3-7B2A-4D84-A36D-4E16F005D0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8212" y="2847022"/>
                        <a:ext cx="47537" cy="52262"/>
                      </a:xfrm>
                      <a:custGeom>
                        <a:avLst/>
                        <a:gdLst>
                          <a:gd name="connsiteX0" fmla="*/ 4770 w 47537"/>
                          <a:gd name="connsiteY0" fmla="*/ 29146 h 52262"/>
                          <a:gd name="connsiteX1" fmla="*/ 3056 w 47537"/>
                          <a:gd name="connsiteY1" fmla="*/ 52102 h 52262"/>
                          <a:gd name="connsiteX2" fmla="*/ 38394 w 47537"/>
                          <a:gd name="connsiteY2" fmla="*/ 18193 h 52262"/>
                          <a:gd name="connsiteX3" fmla="*/ 47538 w 47537"/>
                          <a:gd name="connsiteY3" fmla="*/ 0 h 52262"/>
                          <a:gd name="connsiteX4" fmla="*/ 41251 w 47537"/>
                          <a:gd name="connsiteY4" fmla="*/ 8954 h 52262"/>
                          <a:gd name="connsiteX5" fmla="*/ 4770 w 47537"/>
                          <a:gd name="connsiteY5" fmla="*/ 29146 h 522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7537" h="52262">
                            <a:moveTo>
                              <a:pt x="4770" y="29146"/>
                            </a:moveTo>
                            <a:cubicBezTo>
                              <a:pt x="3342" y="35338"/>
                              <a:pt x="-4088" y="50673"/>
                              <a:pt x="3056" y="52102"/>
                            </a:cubicBezTo>
                            <a:cubicBezTo>
                              <a:pt x="14391" y="54388"/>
                              <a:pt x="30012" y="31718"/>
                              <a:pt x="38394" y="18193"/>
                            </a:cubicBezTo>
                            <a:cubicBezTo>
                              <a:pt x="40775" y="14192"/>
                              <a:pt x="45537" y="4953"/>
                              <a:pt x="47538" y="0"/>
                            </a:cubicBezTo>
                            <a:cubicBezTo>
                              <a:pt x="45918" y="2477"/>
                              <a:pt x="43252" y="6858"/>
                              <a:pt x="41251" y="8954"/>
                            </a:cubicBezTo>
                            <a:cubicBezTo>
                              <a:pt x="29916" y="20669"/>
                              <a:pt x="15724" y="34385"/>
                              <a:pt x="4770" y="2914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61" name="Forme libre : forme 10760">
                        <a:extLst>
                          <a:ext uri="{FF2B5EF4-FFF2-40B4-BE49-F238E27FC236}">
                            <a16:creationId xmlns:a16="http://schemas.microsoft.com/office/drawing/2014/main" id="{9E6B1530-571B-44C3-93E9-23D49861C9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3227" y="2812555"/>
                        <a:ext cx="55451" cy="83686"/>
                      </a:xfrm>
                      <a:custGeom>
                        <a:avLst/>
                        <a:gdLst>
                          <a:gd name="connsiteX0" fmla="*/ 53858 w 55451"/>
                          <a:gd name="connsiteY0" fmla="*/ 1224 h 83686"/>
                          <a:gd name="connsiteX1" fmla="*/ 37951 w 55451"/>
                          <a:gd name="connsiteY1" fmla="*/ 50754 h 83686"/>
                          <a:gd name="connsiteX2" fmla="*/ 3185 w 55451"/>
                          <a:gd name="connsiteY2" fmla="*/ 83139 h 83686"/>
                          <a:gd name="connsiteX3" fmla="*/ 16615 w 55451"/>
                          <a:gd name="connsiteY3" fmla="*/ 37896 h 83686"/>
                          <a:gd name="connsiteX4" fmla="*/ 53858 w 55451"/>
                          <a:gd name="connsiteY4" fmla="*/ 1224 h 836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451" h="83686">
                            <a:moveTo>
                              <a:pt x="53858" y="1224"/>
                            </a:moveTo>
                            <a:cubicBezTo>
                              <a:pt x="60525" y="9225"/>
                              <a:pt x="44523" y="38753"/>
                              <a:pt x="37951" y="50754"/>
                            </a:cubicBezTo>
                            <a:cubicBezTo>
                              <a:pt x="31188" y="62470"/>
                              <a:pt x="13472" y="87711"/>
                              <a:pt x="3185" y="83139"/>
                            </a:cubicBezTo>
                            <a:cubicBezTo>
                              <a:pt x="-7198" y="78567"/>
                              <a:pt x="10614" y="47325"/>
                              <a:pt x="16615" y="37896"/>
                            </a:cubicBezTo>
                            <a:cubicBezTo>
                              <a:pt x="22235" y="28275"/>
                              <a:pt x="46904" y="-6967"/>
                              <a:pt x="53858" y="122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62" name="Forme libre : forme 10761">
                        <a:extLst>
                          <a:ext uri="{FF2B5EF4-FFF2-40B4-BE49-F238E27FC236}">
                            <a16:creationId xmlns:a16="http://schemas.microsoft.com/office/drawing/2014/main" id="{BE8DC7AC-5A36-4245-907F-6D4A3BF59A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50106" y="2842005"/>
                        <a:ext cx="85785" cy="96150"/>
                      </a:xfrm>
                      <a:custGeom>
                        <a:avLst/>
                        <a:gdLst>
                          <a:gd name="connsiteX0" fmla="*/ 9921 w 85785"/>
                          <a:gd name="connsiteY0" fmla="*/ 95886 h 96150"/>
                          <a:gd name="connsiteX1" fmla="*/ 26495 w 85785"/>
                          <a:gd name="connsiteY1" fmla="*/ 91314 h 96150"/>
                          <a:gd name="connsiteX2" fmla="*/ 62499 w 85785"/>
                          <a:gd name="connsiteY2" fmla="*/ 61596 h 96150"/>
                          <a:gd name="connsiteX3" fmla="*/ 83931 w 85785"/>
                          <a:gd name="connsiteY3" fmla="*/ 21019 h 96150"/>
                          <a:gd name="connsiteX4" fmla="*/ 80692 w 85785"/>
                          <a:gd name="connsiteY4" fmla="*/ 64 h 96150"/>
                          <a:gd name="connsiteX5" fmla="*/ 68023 w 85785"/>
                          <a:gd name="connsiteY5" fmla="*/ 9589 h 96150"/>
                          <a:gd name="connsiteX6" fmla="*/ 34972 w 85785"/>
                          <a:gd name="connsiteY6" fmla="*/ 37307 h 96150"/>
                          <a:gd name="connsiteX7" fmla="*/ 3158 w 85785"/>
                          <a:gd name="connsiteY7" fmla="*/ 66453 h 96150"/>
                          <a:gd name="connsiteX8" fmla="*/ 9921 w 85785"/>
                          <a:gd name="connsiteY8" fmla="*/ 95886 h 96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5785" h="96150">
                            <a:moveTo>
                              <a:pt x="9921" y="95886"/>
                            </a:moveTo>
                            <a:cubicBezTo>
                              <a:pt x="16589" y="96743"/>
                              <a:pt x="19541" y="95600"/>
                              <a:pt x="26495" y="91314"/>
                            </a:cubicBezTo>
                            <a:cubicBezTo>
                              <a:pt x="39830" y="83122"/>
                              <a:pt x="50879" y="76360"/>
                              <a:pt x="62499" y="61596"/>
                            </a:cubicBezTo>
                            <a:cubicBezTo>
                              <a:pt x="72214" y="49308"/>
                              <a:pt x="80311" y="33878"/>
                              <a:pt x="83931" y="21019"/>
                            </a:cubicBezTo>
                            <a:cubicBezTo>
                              <a:pt x="86597" y="11494"/>
                              <a:pt x="87073" y="1207"/>
                              <a:pt x="80692" y="64"/>
                            </a:cubicBezTo>
                            <a:cubicBezTo>
                              <a:pt x="76691" y="-698"/>
                              <a:pt x="72500" y="5494"/>
                              <a:pt x="68023" y="9589"/>
                            </a:cubicBezTo>
                            <a:cubicBezTo>
                              <a:pt x="57355" y="19305"/>
                              <a:pt x="47735" y="29211"/>
                              <a:pt x="34972" y="37307"/>
                            </a:cubicBezTo>
                            <a:cubicBezTo>
                              <a:pt x="24209" y="44260"/>
                              <a:pt x="10207" y="50642"/>
                              <a:pt x="3158" y="66453"/>
                            </a:cubicBezTo>
                            <a:cubicBezTo>
                              <a:pt x="-3223" y="80931"/>
                              <a:pt x="587" y="94647"/>
                              <a:pt x="9921" y="9588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63" name="Forme libre : forme 10762">
                        <a:extLst>
                          <a:ext uri="{FF2B5EF4-FFF2-40B4-BE49-F238E27FC236}">
                            <a16:creationId xmlns:a16="http://schemas.microsoft.com/office/drawing/2014/main" id="{8D0CFF79-8C9C-4BB3-A7C7-C6ADC11D73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1381" y="2874596"/>
                        <a:ext cx="16671" cy="37986"/>
                      </a:xfrm>
                      <a:custGeom>
                        <a:avLst/>
                        <a:gdLst>
                          <a:gd name="connsiteX0" fmla="*/ 170 w 16671"/>
                          <a:gd name="connsiteY0" fmla="*/ 33005 h 37986"/>
                          <a:gd name="connsiteX1" fmla="*/ 551 w 16671"/>
                          <a:gd name="connsiteY1" fmla="*/ 37482 h 37986"/>
                          <a:gd name="connsiteX2" fmla="*/ 4076 w 16671"/>
                          <a:gd name="connsiteY2" fmla="*/ 36149 h 37986"/>
                          <a:gd name="connsiteX3" fmla="*/ 7791 w 16671"/>
                          <a:gd name="connsiteY3" fmla="*/ 29957 h 37986"/>
                          <a:gd name="connsiteX4" fmla="*/ 14744 w 16671"/>
                          <a:gd name="connsiteY4" fmla="*/ 13670 h 37986"/>
                          <a:gd name="connsiteX5" fmla="*/ 16553 w 16671"/>
                          <a:gd name="connsiteY5" fmla="*/ 7478 h 37986"/>
                          <a:gd name="connsiteX6" fmla="*/ 7314 w 16671"/>
                          <a:gd name="connsiteY6" fmla="*/ 6526 h 37986"/>
                          <a:gd name="connsiteX7" fmla="*/ 170 w 16671"/>
                          <a:gd name="connsiteY7" fmla="*/ 33005 h 379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6671" h="37986">
                            <a:moveTo>
                              <a:pt x="170" y="33005"/>
                            </a:moveTo>
                            <a:cubicBezTo>
                              <a:pt x="-20" y="35006"/>
                              <a:pt x="-211" y="36339"/>
                              <a:pt x="551" y="37482"/>
                            </a:cubicBezTo>
                            <a:cubicBezTo>
                              <a:pt x="1313" y="38625"/>
                              <a:pt x="2742" y="37673"/>
                              <a:pt x="4076" y="36149"/>
                            </a:cubicBezTo>
                            <a:cubicBezTo>
                              <a:pt x="5409" y="34625"/>
                              <a:pt x="6742" y="32053"/>
                              <a:pt x="7791" y="29957"/>
                            </a:cubicBezTo>
                            <a:cubicBezTo>
                              <a:pt x="10267" y="24719"/>
                              <a:pt x="12839" y="18908"/>
                              <a:pt x="14744" y="13670"/>
                            </a:cubicBezTo>
                            <a:cubicBezTo>
                              <a:pt x="15506" y="11479"/>
                              <a:pt x="16363" y="9479"/>
                              <a:pt x="16553" y="7478"/>
                            </a:cubicBezTo>
                            <a:cubicBezTo>
                              <a:pt x="17506" y="-809"/>
                              <a:pt x="12553" y="-3666"/>
                              <a:pt x="7314" y="6526"/>
                            </a:cubicBezTo>
                            <a:cubicBezTo>
                              <a:pt x="3218" y="14241"/>
                              <a:pt x="1028" y="25004"/>
                              <a:pt x="170" y="3300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64" name="Forme libre : forme 10763">
                        <a:extLst>
                          <a:ext uri="{FF2B5EF4-FFF2-40B4-BE49-F238E27FC236}">
                            <a16:creationId xmlns:a16="http://schemas.microsoft.com/office/drawing/2014/main" id="{CCFC5A70-6652-4052-8717-F7FC00DAC5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47276" y="2791967"/>
                        <a:ext cx="10790" cy="64579"/>
                      </a:xfrm>
                      <a:custGeom>
                        <a:avLst/>
                        <a:gdLst>
                          <a:gd name="connsiteX0" fmla="*/ 8668 w 10790"/>
                          <a:gd name="connsiteY0" fmla="*/ 0 h 64579"/>
                          <a:gd name="connsiteX1" fmla="*/ 0 w 10790"/>
                          <a:gd name="connsiteY1" fmla="*/ 64579 h 64579"/>
                          <a:gd name="connsiteX2" fmla="*/ 8668 w 10790"/>
                          <a:gd name="connsiteY2" fmla="*/ 0 h 645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0790" h="64579">
                            <a:moveTo>
                              <a:pt x="8668" y="0"/>
                            </a:moveTo>
                            <a:cubicBezTo>
                              <a:pt x="15050" y="14954"/>
                              <a:pt x="5525" y="45339"/>
                              <a:pt x="0" y="64579"/>
                            </a:cubicBezTo>
                            <a:cubicBezTo>
                              <a:pt x="6096" y="43720"/>
                              <a:pt x="8477" y="18669"/>
                              <a:pt x="866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65" name="Forme libre : forme 10764">
                        <a:extLst>
                          <a:ext uri="{FF2B5EF4-FFF2-40B4-BE49-F238E27FC236}">
                            <a16:creationId xmlns:a16="http://schemas.microsoft.com/office/drawing/2014/main" id="{E9409B29-1228-43AE-82EB-230E18DF0D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38425" y="2878645"/>
                        <a:ext cx="12744" cy="71627"/>
                      </a:xfrm>
                      <a:custGeom>
                        <a:avLst/>
                        <a:gdLst>
                          <a:gd name="connsiteX0" fmla="*/ 12744 w 12744"/>
                          <a:gd name="connsiteY0" fmla="*/ 0 h 71627"/>
                          <a:gd name="connsiteX1" fmla="*/ 552 w 12744"/>
                          <a:gd name="connsiteY1" fmla="*/ 71628 h 71627"/>
                          <a:gd name="connsiteX2" fmla="*/ 12744 w 12744"/>
                          <a:gd name="connsiteY2" fmla="*/ 0 h 716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2744" h="71627">
                            <a:moveTo>
                              <a:pt x="12744" y="0"/>
                            </a:moveTo>
                            <a:cubicBezTo>
                              <a:pt x="647" y="24384"/>
                              <a:pt x="-1163" y="50387"/>
                              <a:pt x="552" y="71628"/>
                            </a:cubicBezTo>
                            <a:cubicBezTo>
                              <a:pt x="-2020" y="52006"/>
                              <a:pt x="5314" y="22288"/>
                              <a:pt x="1274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66" name="Forme libre : forme 10765">
                        <a:extLst>
                          <a:ext uri="{FF2B5EF4-FFF2-40B4-BE49-F238E27FC236}">
                            <a16:creationId xmlns:a16="http://schemas.microsoft.com/office/drawing/2014/main" id="{1569F55C-CBAF-4F25-9E8B-BA954CC076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5226" y="2832839"/>
                        <a:ext cx="22552" cy="29562"/>
                      </a:xfrm>
                      <a:custGeom>
                        <a:avLst/>
                        <a:gdLst>
                          <a:gd name="connsiteX0" fmla="*/ 22332 w 22552"/>
                          <a:gd name="connsiteY0" fmla="*/ 848 h 29562"/>
                          <a:gd name="connsiteX1" fmla="*/ 12617 w 22552"/>
                          <a:gd name="connsiteY1" fmla="*/ 19517 h 29562"/>
                          <a:gd name="connsiteX2" fmla="*/ 234 w 22552"/>
                          <a:gd name="connsiteY2" fmla="*/ 28566 h 29562"/>
                          <a:gd name="connsiteX3" fmla="*/ 9378 w 22552"/>
                          <a:gd name="connsiteY3" fmla="*/ 10849 h 29562"/>
                          <a:gd name="connsiteX4" fmla="*/ 22332 w 22552"/>
                          <a:gd name="connsiteY4" fmla="*/ 848 h 295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552" h="29562">
                            <a:moveTo>
                              <a:pt x="22332" y="848"/>
                            </a:moveTo>
                            <a:cubicBezTo>
                              <a:pt x="24046" y="4658"/>
                              <a:pt x="15283" y="15993"/>
                              <a:pt x="12617" y="19517"/>
                            </a:cubicBezTo>
                            <a:cubicBezTo>
                              <a:pt x="9949" y="23041"/>
                              <a:pt x="2043" y="32661"/>
                              <a:pt x="234" y="28566"/>
                            </a:cubicBezTo>
                            <a:cubicBezTo>
                              <a:pt x="-1481" y="24470"/>
                              <a:pt x="6711" y="14088"/>
                              <a:pt x="9378" y="10849"/>
                            </a:cubicBezTo>
                            <a:cubicBezTo>
                              <a:pt x="11950" y="7611"/>
                              <a:pt x="20522" y="-3057"/>
                              <a:pt x="22332" y="84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67" name="Forme libre : forme 10766">
                        <a:extLst>
                          <a:ext uri="{FF2B5EF4-FFF2-40B4-BE49-F238E27FC236}">
                            <a16:creationId xmlns:a16="http://schemas.microsoft.com/office/drawing/2014/main" id="{A4219F2D-81DC-4A26-B4AC-6507A591AE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13873" y="2828414"/>
                        <a:ext cx="6401" cy="8661"/>
                      </a:xfrm>
                      <a:custGeom>
                        <a:avLst/>
                        <a:gdLst>
                          <a:gd name="connsiteX0" fmla="*/ 5876 w 6401"/>
                          <a:gd name="connsiteY0" fmla="*/ 35 h 8661"/>
                          <a:gd name="connsiteX1" fmla="*/ 4828 w 6401"/>
                          <a:gd name="connsiteY1" fmla="*/ 4892 h 8661"/>
                          <a:gd name="connsiteX2" fmla="*/ 542 w 6401"/>
                          <a:gd name="connsiteY2" fmla="*/ 8607 h 8661"/>
                          <a:gd name="connsiteX3" fmla="*/ 1590 w 6401"/>
                          <a:gd name="connsiteY3" fmla="*/ 3940 h 8661"/>
                          <a:gd name="connsiteX4" fmla="*/ 5876 w 6401"/>
                          <a:gd name="connsiteY4" fmla="*/ 35 h 8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01" h="8661">
                            <a:moveTo>
                              <a:pt x="5876" y="35"/>
                            </a:moveTo>
                            <a:cubicBezTo>
                              <a:pt x="7209" y="511"/>
                              <a:pt x="5686" y="3464"/>
                              <a:pt x="4828" y="4892"/>
                            </a:cubicBezTo>
                            <a:cubicBezTo>
                              <a:pt x="3876" y="6321"/>
                              <a:pt x="1875" y="9083"/>
                              <a:pt x="542" y="8607"/>
                            </a:cubicBezTo>
                            <a:cubicBezTo>
                              <a:pt x="-791" y="8131"/>
                              <a:pt x="637" y="5369"/>
                              <a:pt x="1590" y="3940"/>
                            </a:cubicBezTo>
                            <a:cubicBezTo>
                              <a:pt x="2352" y="2511"/>
                              <a:pt x="4543" y="-346"/>
                              <a:pt x="5876" y="3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68" name="Forme libre : forme 10767">
                        <a:extLst>
                          <a:ext uri="{FF2B5EF4-FFF2-40B4-BE49-F238E27FC236}">
                            <a16:creationId xmlns:a16="http://schemas.microsoft.com/office/drawing/2014/main" id="{B81BC9AD-DBB8-4F22-A993-E81A435034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6745" y="2790438"/>
                        <a:ext cx="72045" cy="61617"/>
                      </a:xfrm>
                      <a:custGeom>
                        <a:avLst/>
                        <a:gdLst>
                          <a:gd name="connsiteX0" fmla="*/ 44718 w 72045"/>
                          <a:gd name="connsiteY0" fmla="*/ 9436 h 61617"/>
                          <a:gd name="connsiteX1" fmla="*/ 69292 w 72045"/>
                          <a:gd name="connsiteY1" fmla="*/ 6 h 61617"/>
                          <a:gd name="connsiteX2" fmla="*/ 70436 w 72045"/>
                          <a:gd name="connsiteY2" fmla="*/ 8388 h 61617"/>
                          <a:gd name="connsiteX3" fmla="*/ 61577 w 72045"/>
                          <a:gd name="connsiteY3" fmla="*/ 15055 h 61617"/>
                          <a:gd name="connsiteX4" fmla="*/ 33384 w 72045"/>
                          <a:gd name="connsiteY4" fmla="*/ 34105 h 61617"/>
                          <a:gd name="connsiteX5" fmla="*/ 332 w 72045"/>
                          <a:gd name="connsiteY5" fmla="*/ 59728 h 61617"/>
                          <a:gd name="connsiteX6" fmla="*/ 24049 w 72045"/>
                          <a:gd name="connsiteY6" fmla="*/ 20580 h 61617"/>
                          <a:gd name="connsiteX7" fmla="*/ 44718 w 72045"/>
                          <a:gd name="connsiteY7" fmla="*/ 9436 h 616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2045" h="61617">
                            <a:moveTo>
                              <a:pt x="44718" y="9436"/>
                            </a:moveTo>
                            <a:cubicBezTo>
                              <a:pt x="53957" y="4197"/>
                              <a:pt x="60625" y="577"/>
                              <a:pt x="69292" y="6"/>
                            </a:cubicBezTo>
                            <a:cubicBezTo>
                              <a:pt x="72531" y="-185"/>
                              <a:pt x="72912" y="4482"/>
                              <a:pt x="70436" y="8388"/>
                            </a:cubicBezTo>
                            <a:cubicBezTo>
                              <a:pt x="67864" y="12198"/>
                              <a:pt x="64816" y="13531"/>
                              <a:pt x="61577" y="15055"/>
                            </a:cubicBezTo>
                            <a:cubicBezTo>
                              <a:pt x="51767" y="19913"/>
                              <a:pt x="42813" y="26390"/>
                              <a:pt x="33384" y="34105"/>
                            </a:cubicBezTo>
                            <a:cubicBezTo>
                              <a:pt x="27287" y="38772"/>
                              <a:pt x="3380" y="69443"/>
                              <a:pt x="332" y="59728"/>
                            </a:cubicBezTo>
                            <a:cubicBezTo>
                              <a:pt x="-2717" y="49821"/>
                              <a:pt x="16048" y="27057"/>
                              <a:pt x="24049" y="20580"/>
                            </a:cubicBezTo>
                            <a:cubicBezTo>
                              <a:pt x="31955" y="14103"/>
                              <a:pt x="37860" y="13436"/>
                              <a:pt x="44718" y="943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75" name="Graphique 1">
                      <a:extLst>
                        <a:ext uri="{FF2B5EF4-FFF2-40B4-BE49-F238E27FC236}">
                          <a16:creationId xmlns:a16="http://schemas.microsoft.com/office/drawing/2014/main" id="{D56C37E6-5D6E-48B6-A2F3-EA34CEE9D9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47938" y="2640981"/>
                      <a:ext cx="166390" cy="145506"/>
                      <a:chOff x="4847938" y="2640981"/>
                      <a:chExt cx="166390" cy="145506"/>
                    </a:xfrm>
                    <a:solidFill>
                      <a:schemeClr val="accent1"/>
                    </a:solidFill>
                  </p:grpSpPr>
                  <p:sp>
                    <p:nvSpPr>
                      <p:cNvPr id="10745" name="Forme libre : forme 10744">
                        <a:extLst>
                          <a:ext uri="{FF2B5EF4-FFF2-40B4-BE49-F238E27FC236}">
                            <a16:creationId xmlns:a16="http://schemas.microsoft.com/office/drawing/2014/main" id="{FDA8B661-805F-492A-953A-D40D3AC248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47938" y="2640981"/>
                        <a:ext cx="166390" cy="145506"/>
                      </a:xfrm>
                      <a:custGeom>
                        <a:avLst/>
                        <a:gdLst>
                          <a:gd name="connsiteX0" fmla="*/ 130212 w 166390"/>
                          <a:gd name="connsiteY0" fmla="*/ 76120 h 145506"/>
                          <a:gd name="connsiteX1" fmla="*/ 103542 w 166390"/>
                          <a:gd name="connsiteY1" fmla="*/ 97741 h 145506"/>
                          <a:gd name="connsiteX2" fmla="*/ 95731 w 166390"/>
                          <a:gd name="connsiteY2" fmla="*/ 103742 h 145506"/>
                          <a:gd name="connsiteX3" fmla="*/ 89540 w 166390"/>
                          <a:gd name="connsiteY3" fmla="*/ 108790 h 145506"/>
                          <a:gd name="connsiteX4" fmla="*/ 79062 w 166390"/>
                          <a:gd name="connsiteY4" fmla="*/ 117553 h 145506"/>
                          <a:gd name="connsiteX5" fmla="*/ 16388 w 166390"/>
                          <a:gd name="connsiteY5" fmla="*/ 145366 h 145506"/>
                          <a:gd name="connsiteX6" fmla="*/ 5 w 166390"/>
                          <a:gd name="connsiteY6" fmla="*/ 131460 h 145506"/>
                          <a:gd name="connsiteX7" fmla="*/ 28485 w 166390"/>
                          <a:gd name="connsiteY7" fmla="*/ 61642 h 145506"/>
                          <a:gd name="connsiteX8" fmla="*/ 40677 w 166390"/>
                          <a:gd name="connsiteY8" fmla="*/ 50116 h 145506"/>
                          <a:gd name="connsiteX9" fmla="*/ 48392 w 166390"/>
                          <a:gd name="connsiteY9" fmla="*/ 43544 h 145506"/>
                          <a:gd name="connsiteX10" fmla="*/ 55631 w 166390"/>
                          <a:gd name="connsiteY10" fmla="*/ 37829 h 145506"/>
                          <a:gd name="connsiteX11" fmla="*/ 82396 w 166390"/>
                          <a:gd name="connsiteY11" fmla="*/ 17922 h 145506"/>
                          <a:gd name="connsiteX12" fmla="*/ 152215 w 166390"/>
                          <a:gd name="connsiteY12" fmla="*/ 1158 h 145506"/>
                          <a:gd name="connsiteX13" fmla="*/ 166216 w 166390"/>
                          <a:gd name="connsiteY13" fmla="*/ 16969 h 145506"/>
                          <a:gd name="connsiteX14" fmla="*/ 130212 w 166390"/>
                          <a:gd name="connsiteY14" fmla="*/ 76120 h 1455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66390" h="145506">
                            <a:moveTo>
                              <a:pt x="130212" y="76120"/>
                            </a:moveTo>
                            <a:cubicBezTo>
                              <a:pt x="124021" y="81454"/>
                              <a:pt x="113924" y="89550"/>
                              <a:pt x="103542" y="97741"/>
                            </a:cubicBezTo>
                            <a:cubicBezTo>
                              <a:pt x="100970" y="99742"/>
                              <a:pt x="98303" y="101837"/>
                              <a:pt x="95731" y="103742"/>
                            </a:cubicBezTo>
                            <a:cubicBezTo>
                              <a:pt x="93636" y="105457"/>
                              <a:pt x="91541" y="107171"/>
                              <a:pt x="89540" y="108790"/>
                            </a:cubicBezTo>
                            <a:cubicBezTo>
                              <a:pt x="85540" y="111839"/>
                              <a:pt x="82016" y="115267"/>
                              <a:pt x="79062" y="117553"/>
                            </a:cubicBezTo>
                            <a:cubicBezTo>
                              <a:pt x="57441" y="136223"/>
                              <a:pt x="39439" y="142318"/>
                              <a:pt x="16388" y="145366"/>
                            </a:cubicBezTo>
                            <a:cubicBezTo>
                              <a:pt x="8482" y="146605"/>
                              <a:pt x="100" y="139461"/>
                              <a:pt x="5" y="131460"/>
                            </a:cubicBezTo>
                            <a:cubicBezTo>
                              <a:pt x="-185" y="108314"/>
                              <a:pt x="4958" y="86502"/>
                              <a:pt x="28485" y="61642"/>
                            </a:cubicBezTo>
                            <a:cubicBezTo>
                              <a:pt x="31723" y="58403"/>
                              <a:pt x="35628" y="54307"/>
                              <a:pt x="40677" y="50116"/>
                            </a:cubicBezTo>
                            <a:cubicBezTo>
                              <a:pt x="43154" y="48021"/>
                              <a:pt x="45725" y="45830"/>
                              <a:pt x="48392" y="43544"/>
                            </a:cubicBezTo>
                            <a:cubicBezTo>
                              <a:pt x="50773" y="41639"/>
                              <a:pt x="53155" y="39734"/>
                              <a:pt x="55631" y="37829"/>
                            </a:cubicBezTo>
                            <a:cubicBezTo>
                              <a:pt x="65347" y="30209"/>
                              <a:pt x="75348" y="22780"/>
                              <a:pt x="82396" y="17922"/>
                            </a:cubicBezTo>
                            <a:cubicBezTo>
                              <a:pt x="108590" y="-366"/>
                              <a:pt x="129450" y="-1700"/>
                              <a:pt x="152215" y="1158"/>
                            </a:cubicBezTo>
                            <a:cubicBezTo>
                              <a:pt x="160025" y="2110"/>
                              <a:pt x="167645" y="9635"/>
                              <a:pt x="166216" y="16969"/>
                            </a:cubicBezTo>
                            <a:cubicBezTo>
                              <a:pt x="162025" y="38306"/>
                              <a:pt x="153167" y="56213"/>
                              <a:pt x="130212" y="7612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46" name="Forme libre : forme 10745">
                        <a:extLst>
                          <a:ext uri="{FF2B5EF4-FFF2-40B4-BE49-F238E27FC236}">
                            <a16:creationId xmlns:a16="http://schemas.microsoft.com/office/drawing/2014/main" id="{95B7F57A-95D1-4297-B053-6EE4A65B7C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54896" y="2657570"/>
                        <a:ext cx="159162" cy="128899"/>
                      </a:xfrm>
                      <a:custGeom>
                        <a:avLst/>
                        <a:gdLst>
                          <a:gd name="connsiteX0" fmla="*/ 61055 w 159162"/>
                          <a:gd name="connsiteY0" fmla="*/ 74390 h 128899"/>
                          <a:gd name="connsiteX1" fmla="*/ 0 w 159162"/>
                          <a:gd name="connsiteY1" fmla="*/ 126492 h 128899"/>
                          <a:gd name="connsiteX2" fmla="*/ 9334 w 159162"/>
                          <a:gd name="connsiteY2" fmla="*/ 128778 h 128899"/>
                          <a:gd name="connsiteX3" fmla="*/ 20860 w 159162"/>
                          <a:gd name="connsiteY3" fmla="*/ 126873 h 128899"/>
                          <a:gd name="connsiteX4" fmla="*/ 51721 w 159162"/>
                          <a:gd name="connsiteY4" fmla="*/ 115538 h 128899"/>
                          <a:gd name="connsiteX5" fmla="*/ 72009 w 159162"/>
                          <a:gd name="connsiteY5" fmla="*/ 100965 h 128899"/>
                          <a:gd name="connsiteX6" fmla="*/ 79438 w 159162"/>
                          <a:gd name="connsiteY6" fmla="*/ 94583 h 128899"/>
                          <a:gd name="connsiteX7" fmla="*/ 119253 w 159162"/>
                          <a:gd name="connsiteY7" fmla="*/ 62770 h 128899"/>
                          <a:gd name="connsiteX8" fmla="*/ 123158 w 159162"/>
                          <a:gd name="connsiteY8" fmla="*/ 59531 h 128899"/>
                          <a:gd name="connsiteX9" fmla="*/ 142684 w 159162"/>
                          <a:gd name="connsiteY9" fmla="*/ 38862 h 128899"/>
                          <a:gd name="connsiteX10" fmla="*/ 156781 w 159162"/>
                          <a:gd name="connsiteY10" fmla="*/ 10287 h 128899"/>
                          <a:gd name="connsiteX11" fmla="*/ 159162 w 159162"/>
                          <a:gd name="connsiteY11" fmla="*/ 381 h 128899"/>
                          <a:gd name="connsiteX12" fmla="*/ 159162 w 159162"/>
                          <a:gd name="connsiteY12" fmla="*/ 0 h 128899"/>
                          <a:gd name="connsiteX13" fmla="*/ 108299 w 159162"/>
                          <a:gd name="connsiteY13" fmla="*/ 35433 h 128899"/>
                          <a:gd name="connsiteX14" fmla="*/ 83820 w 159162"/>
                          <a:gd name="connsiteY14" fmla="*/ 54673 h 128899"/>
                          <a:gd name="connsiteX15" fmla="*/ 71914 w 159162"/>
                          <a:gd name="connsiteY15" fmla="*/ 64579 h 128899"/>
                          <a:gd name="connsiteX16" fmla="*/ 61055 w 159162"/>
                          <a:gd name="connsiteY16" fmla="*/ 74390 h 1288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59162" h="128899">
                            <a:moveTo>
                              <a:pt x="61055" y="74390"/>
                            </a:moveTo>
                            <a:cubicBezTo>
                              <a:pt x="41814" y="93726"/>
                              <a:pt x="22193" y="115824"/>
                              <a:pt x="0" y="126492"/>
                            </a:cubicBezTo>
                            <a:cubicBezTo>
                              <a:pt x="2762" y="128302"/>
                              <a:pt x="6096" y="129254"/>
                              <a:pt x="9334" y="128778"/>
                            </a:cubicBezTo>
                            <a:cubicBezTo>
                              <a:pt x="13335" y="128206"/>
                              <a:pt x="17145" y="127635"/>
                              <a:pt x="20860" y="126873"/>
                            </a:cubicBezTo>
                            <a:cubicBezTo>
                              <a:pt x="31528" y="124587"/>
                              <a:pt x="41624" y="121348"/>
                              <a:pt x="51721" y="115538"/>
                            </a:cubicBezTo>
                            <a:cubicBezTo>
                              <a:pt x="58293" y="111728"/>
                              <a:pt x="64960" y="106966"/>
                              <a:pt x="72009" y="100965"/>
                            </a:cubicBezTo>
                            <a:cubicBezTo>
                              <a:pt x="74200" y="99250"/>
                              <a:pt x="76676" y="96964"/>
                              <a:pt x="79438" y="94583"/>
                            </a:cubicBezTo>
                            <a:cubicBezTo>
                              <a:pt x="91726" y="84772"/>
                              <a:pt x="108489" y="71342"/>
                              <a:pt x="119253" y="62770"/>
                            </a:cubicBezTo>
                            <a:cubicBezTo>
                              <a:pt x="120682" y="61627"/>
                              <a:pt x="121920" y="60484"/>
                              <a:pt x="123158" y="59531"/>
                            </a:cubicBezTo>
                            <a:cubicBezTo>
                              <a:pt x="131350" y="52483"/>
                              <a:pt x="137636" y="45625"/>
                              <a:pt x="142684" y="38862"/>
                            </a:cubicBezTo>
                            <a:cubicBezTo>
                              <a:pt x="149447" y="29527"/>
                              <a:pt x="153638" y="20002"/>
                              <a:pt x="156781" y="10287"/>
                            </a:cubicBezTo>
                            <a:cubicBezTo>
                              <a:pt x="157734" y="7048"/>
                              <a:pt x="158496" y="3810"/>
                              <a:pt x="159162" y="381"/>
                            </a:cubicBezTo>
                            <a:lnTo>
                              <a:pt x="159162" y="0"/>
                            </a:lnTo>
                            <a:cubicBezTo>
                              <a:pt x="142018" y="10954"/>
                              <a:pt x="124968" y="22955"/>
                              <a:pt x="108299" y="35433"/>
                            </a:cubicBezTo>
                            <a:cubicBezTo>
                              <a:pt x="100013" y="41720"/>
                              <a:pt x="91821" y="48101"/>
                              <a:pt x="83820" y="54673"/>
                            </a:cubicBezTo>
                            <a:lnTo>
                              <a:pt x="71914" y="64579"/>
                            </a:lnTo>
                            <a:cubicBezTo>
                              <a:pt x="68103" y="67723"/>
                              <a:pt x="64579" y="70961"/>
                              <a:pt x="61055" y="7439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47" name="Forme libre : forme 10746">
                        <a:extLst>
                          <a:ext uri="{FF2B5EF4-FFF2-40B4-BE49-F238E27FC236}">
                            <a16:creationId xmlns:a16="http://schemas.microsoft.com/office/drawing/2014/main" id="{2F10F999-43EF-406B-87F2-4CA9B2EDC9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01471" y="2669842"/>
                        <a:ext cx="78380" cy="62399"/>
                      </a:xfrm>
                      <a:custGeom>
                        <a:avLst/>
                        <a:gdLst>
                          <a:gd name="connsiteX0" fmla="*/ 77536 w 78380"/>
                          <a:gd name="connsiteY0" fmla="*/ 1825 h 62399"/>
                          <a:gd name="connsiteX1" fmla="*/ 45246 w 78380"/>
                          <a:gd name="connsiteY1" fmla="*/ 41830 h 62399"/>
                          <a:gd name="connsiteX2" fmla="*/ 22195 w 78380"/>
                          <a:gd name="connsiteY2" fmla="*/ 56879 h 62399"/>
                          <a:gd name="connsiteX3" fmla="*/ 1526 w 78380"/>
                          <a:gd name="connsiteY3" fmla="*/ 60690 h 62399"/>
                          <a:gd name="connsiteX4" fmla="*/ 8860 w 78380"/>
                          <a:gd name="connsiteY4" fmla="*/ 40877 h 62399"/>
                          <a:gd name="connsiteX5" fmla="*/ 29815 w 78380"/>
                          <a:gd name="connsiteY5" fmla="*/ 22494 h 62399"/>
                          <a:gd name="connsiteX6" fmla="*/ 77536 w 78380"/>
                          <a:gd name="connsiteY6" fmla="*/ 1825 h 62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8380" h="62399">
                            <a:moveTo>
                              <a:pt x="77536" y="1825"/>
                            </a:moveTo>
                            <a:cubicBezTo>
                              <a:pt x="83632" y="9635"/>
                              <a:pt x="55057" y="33829"/>
                              <a:pt x="45246" y="41830"/>
                            </a:cubicBezTo>
                            <a:cubicBezTo>
                              <a:pt x="40388" y="45735"/>
                              <a:pt x="30673" y="52307"/>
                              <a:pt x="22195" y="56879"/>
                            </a:cubicBezTo>
                            <a:cubicBezTo>
                              <a:pt x="13623" y="61166"/>
                              <a:pt x="5527" y="64595"/>
                              <a:pt x="1526" y="60690"/>
                            </a:cubicBezTo>
                            <a:cubicBezTo>
                              <a:pt x="-2379" y="56879"/>
                              <a:pt x="1622" y="48593"/>
                              <a:pt x="8860" y="40877"/>
                            </a:cubicBezTo>
                            <a:cubicBezTo>
                              <a:pt x="15909" y="32972"/>
                              <a:pt x="24957" y="26114"/>
                              <a:pt x="29815" y="22494"/>
                            </a:cubicBezTo>
                            <a:cubicBezTo>
                              <a:pt x="39340" y="15255"/>
                              <a:pt x="71249" y="-6367"/>
                              <a:pt x="77536" y="182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48" name="Forme libre : forme 10747">
                        <a:extLst>
                          <a:ext uri="{FF2B5EF4-FFF2-40B4-BE49-F238E27FC236}">
                            <a16:creationId xmlns:a16="http://schemas.microsoft.com/office/drawing/2014/main" id="{D8F2617A-123E-4CC8-B5E8-ABBC89F73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00760" y="2697765"/>
                        <a:ext cx="61578" cy="34226"/>
                      </a:xfrm>
                      <a:custGeom>
                        <a:avLst/>
                        <a:gdLst>
                          <a:gd name="connsiteX0" fmla="*/ 11096 w 61578"/>
                          <a:gd name="connsiteY0" fmla="*/ 11716 h 34226"/>
                          <a:gd name="connsiteX1" fmla="*/ 1952 w 61578"/>
                          <a:gd name="connsiteY1" fmla="*/ 33147 h 34226"/>
                          <a:gd name="connsiteX2" fmla="*/ 22907 w 61578"/>
                          <a:gd name="connsiteY2" fmla="*/ 28956 h 34226"/>
                          <a:gd name="connsiteX3" fmla="*/ 46434 w 61578"/>
                          <a:gd name="connsiteY3" fmla="*/ 13716 h 34226"/>
                          <a:gd name="connsiteX4" fmla="*/ 61578 w 61578"/>
                          <a:gd name="connsiteY4" fmla="*/ 0 h 34226"/>
                          <a:gd name="connsiteX5" fmla="*/ 52530 w 61578"/>
                          <a:gd name="connsiteY5" fmla="*/ 6096 h 34226"/>
                          <a:gd name="connsiteX6" fmla="*/ 11096 w 61578"/>
                          <a:gd name="connsiteY6" fmla="*/ 11716 h 342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1578" h="34226">
                            <a:moveTo>
                              <a:pt x="11096" y="11716"/>
                            </a:moveTo>
                            <a:cubicBezTo>
                              <a:pt x="7191" y="17050"/>
                              <a:pt x="-4620" y="29718"/>
                              <a:pt x="1952" y="33147"/>
                            </a:cubicBezTo>
                            <a:cubicBezTo>
                              <a:pt x="7096" y="35909"/>
                              <a:pt x="14811" y="32956"/>
                              <a:pt x="22907" y="28956"/>
                            </a:cubicBezTo>
                            <a:cubicBezTo>
                              <a:pt x="30908" y="24765"/>
                              <a:pt x="40243" y="18479"/>
                              <a:pt x="46434" y="13716"/>
                            </a:cubicBezTo>
                            <a:cubicBezTo>
                              <a:pt x="50148" y="10858"/>
                              <a:pt x="57959" y="3905"/>
                              <a:pt x="61578" y="0"/>
                            </a:cubicBezTo>
                            <a:cubicBezTo>
                              <a:pt x="59102" y="1714"/>
                              <a:pt x="55102" y="4858"/>
                              <a:pt x="52530" y="6096"/>
                            </a:cubicBezTo>
                            <a:cubicBezTo>
                              <a:pt x="37575" y="13049"/>
                              <a:pt x="19383" y="20288"/>
                              <a:pt x="11096" y="1171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49" name="Forme libre : forme 10748">
                        <a:extLst>
                          <a:ext uri="{FF2B5EF4-FFF2-40B4-BE49-F238E27FC236}">
                            <a16:creationId xmlns:a16="http://schemas.microsoft.com/office/drawing/2014/main" id="{C1483A80-9C32-4717-8003-3E6FB651B4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06851" y="2668244"/>
                        <a:ext cx="78185" cy="62707"/>
                      </a:xfrm>
                      <a:custGeom>
                        <a:avLst/>
                        <a:gdLst>
                          <a:gd name="connsiteX0" fmla="*/ 77872 w 78185"/>
                          <a:gd name="connsiteY0" fmla="*/ 2471 h 62707"/>
                          <a:gd name="connsiteX1" fmla="*/ 45296 w 78185"/>
                          <a:gd name="connsiteY1" fmla="*/ 43047 h 62707"/>
                          <a:gd name="connsiteX2" fmla="*/ 22150 w 78185"/>
                          <a:gd name="connsiteY2" fmla="*/ 58001 h 62707"/>
                          <a:gd name="connsiteX3" fmla="*/ 1672 w 78185"/>
                          <a:gd name="connsiteY3" fmla="*/ 60954 h 62707"/>
                          <a:gd name="connsiteX4" fmla="*/ 9196 w 78185"/>
                          <a:gd name="connsiteY4" fmla="*/ 41428 h 62707"/>
                          <a:gd name="connsiteX5" fmla="*/ 30056 w 78185"/>
                          <a:gd name="connsiteY5" fmla="*/ 23330 h 62707"/>
                          <a:gd name="connsiteX6" fmla="*/ 77872 w 78185"/>
                          <a:gd name="connsiteY6" fmla="*/ 2471 h 627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8185" h="62707">
                            <a:moveTo>
                              <a:pt x="77872" y="2471"/>
                            </a:moveTo>
                            <a:cubicBezTo>
                              <a:pt x="81301" y="12377"/>
                              <a:pt x="55678" y="34189"/>
                              <a:pt x="45296" y="43047"/>
                            </a:cubicBezTo>
                            <a:cubicBezTo>
                              <a:pt x="40057" y="47333"/>
                              <a:pt x="30913" y="53715"/>
                              <a:pt x="22150" y="58001"/>
                            </a:cubicBezTo>
                            <a:cubicBezTo>
                              <a:pt x="13959" y="62097"/>
                              <a:pt x="5862" y="64574"/>
                              <a:pt x="1672" y="60954"/>
                            </a:cubicBezTo>
                            <a:cubicBezTo>
                              <a:pt x="-2615" y="57144"/>
                              <a:pt x="1862" y="49238"/>
                              <a:pt x="9196" y="41428"/>
                            </a:cubicBezTo>
                            <a:cubicBezTo>
                              <a:pt x="16340" y="33998"/>
                              <a:pt x="25579" y="26759"/>
                              <a:pt x="30056" y="23330"/>
                            </a:cubicBezTo>
                            <a:cubicBezTo>
                              <a:pt x="38724" y="16472"/>
                              <a:pt x="74347" y="-7721"/>
                              <a:pt x="77872" y="24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50" name="Forme libre : forme 10749">
                        <a:extLst>
                          <a:ext uri="{FF2B5EF4-FFF2-40B4-BE49-F238E27FC236}">
                            <a16:creationId xmlns:a16="http://schemas.microsoft.com/office/drawing/2014/main" id="{C21AABF0-14F1-4D61-81CB-168C4A3099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5812" y="2694442"/>
                        <a:ext cx="105578" cy="70460"/>
                      </a:xfrm>
                      <a:custGeom>
                        <a:avLst/>
                        <a:gdLst>
                          <a:gd name="connsiteX0" fmla="*/ 7277 w 105578"/>
                          <a:gd name="connsiteY0" fmla="*/ 69142 h 70460"/>
                          <a:gd name="connsiteX1" fmla="*/ 24327 w 105578"/>
                          <a:gd name="connsiteY1" fmla="*/ 68094 h 70460"/>
                          <a:gd name="connsiteX2" fmla="*/ 64808 w 105578"/>
                          <a:gd name="connsiteY2" fmla="*/ 50758 h 70460"/>
                          <a:gd name="connsiteX3" fmla="*/ 73572 w 105578"/>
                          <a:gd name="connsiteY3" fmla="*/ 44853 h 70460"/>
                          <a:gd name="connsiteX4" fmla="*/ 83097 w 105578"/>
                          <a:gd name="connsiteY4" fmla="*/ 37423 h 70460"/>
                          <a:gd name="connsiteX5" fmla="*/ 98432 w 105578"/>
                          <a:gd name="connsiteY5" fmla="*/ 21326 h 70460"/>
                          <a:gd name="connsiteX6" fmla="*/ 102908 w 105578"/>
                          <a:gd name="connsiteY6" fmla="*/ 562 h 70460"/>
                          <a:gd name="connsiteX7" fmla="*/ 87668 w 105578"/>
                          <a:gd name="connsiteY7" fmla="*/ 4943 h 70460"/>
                          <a:gd name="connsiteX8" fmla="*/ 46806 w 105578"/>
                          <a:gd name="connsiteY8" fmla="*/ 18945 h 70460"/>
                          <a:gd name="connsiteX9" fmla="*/ 6897 w 105578"/>
                          <a:gd name="connsiteY9" fmla="*/ 38852 h 70460"/>
                          <a:gd name="connsiteX10" fmla="*/ 7277 w 105578"/>
                          <a:gd name="connsiteY10" fmla="*/ 69142 h 704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5578" h="70460">
                            <a:moveTo>
                              <a:pt x="7277" y="69142"/>
                            </a:moveTo>
                            <a:cubicBezTo>
                              <a:pt x="13754" y="71332"/>
                              <a:pt x="16707" y="70665"/>
                              <a:pt x="24327" y="68094"/>
                            </a:cubicBezTo>
                            <a:cubicBezTo>
                              <a:pt x="38805" y="63236"/>
                              <a:pt x="50616" y="59712"/>
                              <a:pt x="64808" y="50758"/>
                            </a:cubicBezTo>
                            <a:cubicBezTo>
                              <a:pt x="67856" y="49044"/>
                              <a:pt x="70619" y="47044"/>
                              <a:pt x="73572" y="44853"/>
                            </a:cubicBezTo>
                            <a:cubicBezTo>
                              <a:pt x="76905" y="42471"/>
                              <a:pt x="80049" y="39995"/>
                              <a:pt x="83097" y="37423"/>
                            </a:cubicBezTo>
                            <a:cubicBezTo>
                              <a:pt x="89097" y="32185"/>
                              <a:pt x="94431" y="26660"/>
                              <a:pt x="98432" y="21326"/>
                            </a:cubicBezTo>
                            <a:cubicBezTo>
                              <a:pt x="104433" y="13325"/>
                              <a:pt x="108528" y="3990"/>
                              <a:pt x="102908" y="562"/>
                            </a:cubicBezTo>
                            <a:cubicBezTo>
                              <a:pt x="99384" y="-1534"/>
                              <a:pt x="93383" y="2752"/>
                              <a:pt x="87668" y="4943"/>
                            </a:cubicBezTo>
                            <a:cubicBezTo>
                              <a:pt x="74238" y="10277"/>
                              <a:pt x="61570" y="15706"/>
                              <a:pt x="46806" y="18945"/>
                            </a:cubicBezTo>
                            <a:cubicBezTo>
                              <a:pt x="34043" y="21612"/>
                              <a:pt x="18231" y="24469"/>
                              <a:pt x="6897" y="38852"/>
                            </a:cubicBezTo>
                            <a:cubicBezTo>
                              <a:pt x="-3010" y="51806"/>
                              <a:pt x="-1676" y="66379"/>
                              <a:pt x="7277" y="6914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51" name="Forme libre : forme 10750">
                        <a:extLst>
                          <a:ext uri="{FF2B5EF4-FFF2-40B4-BE49-F238E27FC236}">
                            <a16:creationId xmlns:a16="http://schemas.microsoft.com/office/drawing/2014/main" id="{D931A612-8C81-4007-8189-5241181BAA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0233" y="2705226"/>
                        <a:ext cx="26247" cy="34003"/>
                      </a:xfrm>
                      <a:custGeom>
                        <a:avLst/>
                        <a:gdLst>
                          <a:gd name="connsiteX0" fmla="*/ 952 w 26247"/>
                          <a:gd name="connsiteY0" fmla="*/ 28830 h 34003"/>
                          <a:gd name="connsiteX1" fmla="*/ 191 w 26247"/>
                          <a:gd name="connsiteY1" fmla="*/ 33307 h 34003"/>
                          <a:gd name="connsiteX2" fmla="*/ 4000 w 26247"/>
                          <a:gd name="connsiteY2" fmla="*/ 32830 h 34003"/>
                          <a:gd name="connsiteX3" fmla="*/ 9240 w 26247"/>
                          <a:gd name="connsiteY3" fmla="*/ 27687 h 34003"/>
                          <a:gd name="connsiteX4" fmla="*/ 20764 w 26247"/>
                          <a:gd name="connsiteY4" fmla="*/ 13685 h 34003"/>
                          <a:gd name="connsiteX5" fmla="*/ 24670 w 26247"/>
                          <a:gd name="connsiteY5" fmla="*/ 8256 h 34003"/>
                          <a:gd name="connsiteX6" fmla="*/ 16097 w 26247"/>
                          <a:gd name="connsiteY6" fmla="*/ 4446 h 34003"/>
                          <a:gd name="connsiteX7" fmla="*/ 7144 w 26247"/>
                          <a:gd name="connsiteY7" fmla="*/ 16257 h 34003"/>
                          <a:gd name="connsiteX8" fmla="*/ 952 w 26247"/>
                          <a:gd name="connsiteY8" fmla="*/ 28830 h 34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247" h="34003">
                            <a:moveTo>
                              <a:pt x="952" y="28830"/>
                            </a:moveTo>
                            <a:cubicBezTo>
                              <a:pt x="191" y="30735"/>
                              <a:pt x="-285" y="32068"/>
                              <a:pt x="191" y="33307"/>
                            </a:cubicBezTo>
                            <a:cubicBezTo>
                              <a:pt x="667" y="34545"/>
                              <a:pt x="2286" y="33973"/>
                              <a:pt x="4000" y="32830"/>
                            </a:cubicBezTo>
                            <a:cubicBezTo>
                              <a:pt x="5715" y="31687"/>
                              <a:pt x="7715" y="29496"/>
                              <a:pt x="9240" y="27687"/>
                            </a:cubicBezTo>
                            <a:cubicBezTo>
                              <a:pt x="12954" y="23019"/>
                              <a:pt x="17336" y="18352"/>
                              <a:pt x="20764" y="13685"/>
                            </a:cubicBezTo>
                            <a:cubicBezTo>
                              <a:pt x="22193" y="11685"/>
                              <a:pt x="23717" y="10066"/>
                              <a:pt x="24670" y="8256"/>
                            </a:cubicBezTo>
                            <a:cubicBezTo>
                              <a:pt x="28575" y="636"/>
                              <a:pt x="25051" y="-3841"/>
                              <a:pt x="16097" y="4446"/>
                            </a:cubicBezTo>
                            <a:cubicBezTo>
                              <a:pt x="12858" y="7779"/>
                              <a:pt x="9716" y="11970"/>
                              <a:pt x="7144" y="16257"/>
                            </a:cubicBezTo>
                            <a:cubicBezTo>
                              <a:pt x="4477" y="20543"/>
                              <a:pt x="2477" y="25020"/>
                              <a:pt x="952" y="2883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52" name="Forme libre : forme 10751">
                        <a:extLst>
                          <a:ext uri="{FF2B5EF4-FFF2-40B4-BE49-F238E27FC236}">
                            <a16:creationId xmlns:a16="http://schemas.microsoft.com/office/drawing/2014/main" id="{EA2E16F4-05B3-40F0-998D-B366519FF6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78912" y="2657093"/>
                        <a:ext cx="31254" cy="57245"/>
                      </a:xfrm>
                      <a:custGeom>
                        <a:avLst/>
                        <a:gdLst>
                          <a:gd name="connsiteX0" fmla="*/ 31242 w 31254"/>
                          <a:gd name="connsiteY0" fmla="*/ 0 h 57245"/>
                          <a:gd name="connsiteX1" fmla="*/ 0 w 31254"/>
                          <a:gd name="connsiteY1" fmla="*/ 57245 h 57245"/>
                          <a:gd name="connsiteX2" fmla="*/ 31242 w 31254"/>
                          <a:gd name="connsiteY2" fmla="*/ 0 h 572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1254" h="57245">
                            <a:moveTo>
                              <a:pt x="31242" y="0"/>
                            </a:moveTo>
                            <a:cubicBezTo>
                              <a:pt x="31814" y="16288"/>
                              <a:pt x="12097" y="41148"/>
                              <a:pt x="0" y="57245"/>
                            </a:cubicBezTo>
                            <a:cubicBezTo>
                              <a:pt x="13335" y="39910"/>
                              <a:pt x="24289" y="17336"/>
                              <a:pt x="3124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53" name="Forme libre : forme 10752">
                        <a:extLst>
                          <a:ext uri="{FF2B5EF4-FFF2-40B4-BE49-F238E27FC236}">
                            <a16:creationId xmlns:a16="http://schemas.microsoft.com/office/drawing/2014/main" id="{52900269-CC7B-4A4B-AC73-0A3FAA1BC8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50134" y="2702528"/>
                        <a:ext cx="29717" cy="70008"/>
                      </a:xfrm>
                      <a:custGeom>
                        <a:avLst/>
                        <a:gdLst>
                          <a:gd name="connsiteX0" fmla="*/ 29718 w 29717"/>
                          <a:gd name="connsiteY0" fmla="*/ 0 h 70008"/>
                          <a:gd name="connsiteX1" fmla="*/ 0 w 29717"/>
                          <a:gd name="connsiteY1" fmla="*/ 70009 h 70008"/>
                          <a:gd name="connsiteX2" fmla="*/ 29718 w 29717"/>
                          <a:gd name="connsiteY2" fmla="*/ 0 h 70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9717" h="70008">
                            <a:moveTo>
                              <a:pt x="29718" y="0"/>
                            </a:moveTo>
                            <a:cubicBezTo>
                              <a:pt x="8763" y="21907"/>
                              <a:pt x="1619" y="48577"/>
                              <a:pt x="0" y="70009"/>
                            </a:cubicBezTo>
                            <a:cubicBezTo>
                              <a:pt x="381" y="49816"/>
                              <a:pt x="14001" y="20764"/>
                              <a:pt x="2971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54" name="Forme libre : forme 10753">
                        <a:extLst>
                          <a:ext uri="{FF2B5EF4-FFF2-40B4-BE49-F238E27FC236}">
                            <a16:creationId xmlns:a16="http://schemas.microsoft.com/office/drawing/2014/main" id="{53F93DA5-CFE6-4422-9156-3A21AC5CF4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8808" y="2680952"/>
                        <a:ext cx="30579" cy="20795"/>
                      </a:xfrm>
                      <a:custGeom>
                        <a:avLst/>
                        <a:gdLst>
                          <a:gd name="connsiteX0" fmla="*/ 30578 w 30579"/>
                          <a:gd name="connsiteY0" fmla="*/ 1382 h 20795"/>
                          <a:gd name="connsiteX1" fmla="*/ 14767 w 30579"/>
                          <a:gd name="connsiteY1" fmla="*/ 15289 h 20795"/>
                          <a:gd name="connsiteX2" fmla="*/ 2 w 30579"/>
                          <a:gd name="connsiteY2" fmla="*/ 19194 h 20795"/>
                          <a:gd name="connsiteX3" fmla="*/ 14861 w 30579"/>
                          <a:gd name="connsiteY3" fmla="*/ 6050 h 20795"/>
                          <a:gd name="connsiteX4" fmla="*/ 30578 w 30579"/>
                          <a:gd name="connsiteY4" fmla="*/ 1382 h 207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579" h="20795">
                            <a:moveTo>
                              <a:pt x="30578" y="1382"/>
                            </a:moveTo>
                            <a:cubicBezTo>
                              <a:pt x="30768" y="5573"/>
                              <a:pt x="18576" y="13003"/>
                              <a:pt x="14767" y="15289"/>
                            </a:cubicBezTo>
                            <a:cubicBezTo>
                              <a:pt x="11052" y="17575"/>
                              <a:pt x="98" y="23671"/>
                              <a:pt x="2" y="19194"/>
                            </a:cubicBezTo>
                            <a:cubicBezTo>
                              <a:pt x="-188" y="14718"/>
                              <a:pt x="11337" y="8145"/>
                              <a:pt x="14861" y="6050"/>
                            </a:cubicBezTo>
                            <a:cubicBezTo>
                              <a:pt x="18481" y="3954"/>
                              <a:pt x="30292" y="-2904"/>
                              <a:pt x="30578" y="138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55" name="Forme libre : forme 10754">
                        <a:extLst>
                          <a:ext uri="{FF2B5EF4-FFF2-40B4-BE49-F238E27FC236}">
                            <a16:creationId xmlns:a16="http://schemas.microsoft.com/office/drawing/2014/main" id="{0A90A202-A4F5-47A0-9E42-67361D2E5C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54928" y="2677989"/>
                        <a:ext cx="8655" cy="6562"/>
                      </a:xfrm>
                      <a:custGeom>
                        <a:avLst/>
                        <a:gdLst>
                          <a:gd name="connsiteX0" fmla="*/ 8363 w 8655"/>
                          <a:gd name="connsiteY0" fmla="*/ 250 h 6562"/>
                          <a:gd name="connsiteX1" fmla="*/ 5600 w 8655"/>
                          <a:gd name="connsiteY1" fmla="*/ 4346 h 6562"/>
                          <a:gd name="connsiteX2" fmla="*/ 266 w 8655"/>
                          <a:gd name="connsiteY2" fmla="*/ 6346 h 6562"/>
                          <a:gd name="connsiteX3" fmla="*/ 2933 w 8655"/>
                          <a:gd name="connsiteY3" fmla="*/ 2346 h 6562"/>
                          <a:gd name="connsiteX4" fmla="*/ 8363 w 8655"/>
                          <a:gd name="connsiteY4" fmla="*/ 250 h 65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55" h="6562">
                            <a:moveTo>
                              <a:pt x="8363" y="250"/>
                            </a:moveTo>
                            <a:cubicBezTo>
                              <a:pt x="9506" y="1107"/>
                              <a:pt x="7029" y="3394"/>
                              <a:pt x="5600" y="4346"/>
                            </a:cubicBezTo>
                            <a:cubicBezTo>
                              <a:pt x="4267" y="5298"/>
                              <a:pt x="1314" y="7204"/>
                              <a:pt x="266" y="6346"/>
                            </a:cubicBezTo>
                            <a:cubicBezTo>
                              <a:pt x="-781" y="5394"/>
                              <a:pt x="1505" y="3298"/>
                              <a:pt x="2933" y="2346"/>
                            </a:cubicBezTo>
                            <a:cubicBezTo>
                              <a:pt x="4267" y="1298"/>
                              <a:pt x="7219" y="-702"/>
                              <a:pt x="8363" y="25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56" name="Forme libre : forme 10755">
                        <a:extLst>
                          <a:ext uri="{FF2B5EF4-FFF2-40B4-BE49-F238E27FC236}">
                            <a16:creationId xmlns:a16="http://schemas.microsoft.com/office/drawing/2014/main" id="{2A741E05-1A2A-4729-B60D-623018AE3F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15843" y="2650541"/>
                        <a:ext cx="87360" cy="35451"/>
                      </a:xfrm>
                      <a:custGeom>
                        <a:avLst/>
                        <a:gdLst>
                          <a:gd name="connsiteX0" fmla="*/ 59259 w 87360"/>
                          <a:gd name="connsiteY0" fmla="*/ 1600 h 35451"/>
                          <a:gd name="connsiteX1" fmla="*/ 85643 w 87360"/>
                          <a:gd name="connsiteY1" fmla="*/ 1600 h 35451"/>
                          <a:gd name="connsiteX2" fmla="*/ 83738 w 87360"/>
                          <a:gd name="connsiteY2" fmla="*/ 9791 h 35451"/>
                          <a:gd name="connsiteX3" fmla="*/ 73069 w 87360"/>
                          <a:gd name="connsiteY3" fmla="*/ 12935 h 35451"/>
                          <a:gd name="connsiteX4" fmla="*/ 39923 w 87360"/>
                          <a:gd name="connsiteY4" fmla="*/ 20650 h 35451"/>
                          <a:gd name="connsiteX5" fmla="*/ 13 w 87360"/>
                          <a:gd name="connsiteY5" fmla="*/ 32556 h 35451"/>
                          <a:gd name="connsiteX6" fmla="*/ 36113 w 87360"/>
                          <a:gd name="connsiteY6" fmla="*/ 4743 h 35451"/>
                          <a:gd name="connsiteX7" fmla="*/ 59259 w 87360"/>
                          <a:gd name="connsiteY7" fmla="*/ 1600 h 354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7360" h="35451">
                            <a:moveTo>
                              <a:pt x="59259" y="1600"/>
                            </a:moveTo>
                            <a:cubicBezTo>
                              <a:pt x="69736" y="76"/>
                              <a:pt x="77260" y="-1067"/>
                              <a:pt x="85643" y="1600"/>
                            </a:cubicBezTo>
                            <a:cubicBezTo>
                              <a:pt x="88691" y="2552"/>
                              <a:pt x="87452" y="7124"/>
                              <a:pt x="83738" y="9791"/>
                            </a:cubicBezTo>
                            <a:cubicBezTo>
                              <a:pt x="80023" y="12458"/>
                              <a:pt x="76594" y="12649"/>
                              <a:pt x="73069" y="12935"/>
                            </a:cubicBezTo>
                            <a:cubicBezTo>
                              <a:pt x="62116" y="13887"/>
                              <a:pt x="51448" y="16840"/>
                              <a:pt x="39923" y="20650"/>
                            </a:cubicBezTo>
                            <a:cubicBezTo>
                              <a:pt x="32588" y="22936"/>
                              <a:pt x="-749" y="42748"/>
                              <a:pt x="13" y="32556"/>
                            </a:cubicBezTo>
                            <a:cubicBezTo>
                              <a:pt x="680" y="22269"/>
                              <a:pt x="26302" y="7886"/>
                              <a:pt x="36113" y="4743"/>
                            </a:cubicBezTo>
                            <a:cubicBezTo>
                              <a:pt x="45733" y="1409"/>
                              <a:pt x="51448" y="2838"/>
                              <a:pt x="59259" y="160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76" name="Graphique 1">
                      <a:extLst>
                        <a:ext uri="{FF2B5EF4-FFF2-40B4-BE49-F238E27FC236}">
                          <a16:creationId xmlns:a16="http://schemas.microsoft.com/office/drawing/2014/main" id="{DB5E0617-B45F-4763-8022-098108562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09027" y="2554088"/>
                      <a:ext cx="197932" cy="104816"/>
                      <a:chOff x="5009027" y="2554088"/>
                      <a:chExt cx="197932" cy="104816"/>
                    </a:xfrm>
                    <a:solidFill>
                      <a:schemeClr val="accent1"/>
                    </a:solidFill>
                  </p:grpSpPr>
                  <p:sp>
                    <p:nvSpPr>
                      <p:cNvPr id="10733" name="Forme libre : forme 10732">
                        <a:extLst>
                          <a:ext uri="{FF2B5EF4-FFF2-40B4-BE49-F238E27FC236}">
                            <a16:creationId xmlns:a16="http://schemas.microsoft.com/office/drawing/2014/main" id="{9C8E62A6-7370-4E23-AC1D-54EA91B051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9027" y="2554088"/>
                        <a:ext cx="197932" cy="104816"/>
                      </a:xfrm>
                      <a:custGeom>
                        <a:avLst/>
                        <a:gdLst>
                          <a:gd name="connsiteX0" fmla="*/ 140859 w 197932"/>
                          <a:gd name="connsiteY0" fmla="*/ 74907 h 104816"/>
                          <a:gd name="connsiteX1" fmla="*/ 110474 w 197932"/>
                          <a:gd name="connsiteY1" fmla="*/ 85290 h 104816"/>
                          <a:gd name="connsiteX2" fmla="*/ 80185 w 197932"/>
                          <a:gd name="connsiteY2" fmla="*/ 96719 h 104816"/>
                          <a:gd name="connsiteX3" fmla="*/ 11033 w 197932"/>
                          <a:gd name="connsiteY3" fmla="*/ 100815 h 104816"/>
                          <a:gd name="connsiteX4" fmla="*/ 746 w 197932"/>
                          <a:gd name="connsiteY4" fmla="*/ 81860 h 104816"/>
                          <a:gd name="connsiteX5" fmla="*/ 51324 w 197932"/>
                          <a:gd name="connsiteY5" fmla="*/ 26997 h 104816"/>
                          <a:gd name="connsiteX6" fmla="*/ 83804 w 197932"/>
                          <a:gd name="connsiteY6" fmla="*/ 13376 h 104816"/>
                          <a:gd name="connsiteX7" fmla="*/ 117904 w 197932"/>
                          <a:gd name="connsiteY7" fmla="*/ 3089 h 104816"/>
                          <a:gd name="connsiteX8" fmla="*/ 189817 w 197932"/>
                          <a:gd name="connsiteY8" fmla="*/ 14614 h 104816"/>
                          <a:gd name="connsiteX9" fmla="*/ 196104 w 197932"/>
                          <a:gd name="connsiteY9" fmla="*/ 34807 h 104816"/>
                          <a:gd name="connsiteX10" fmla="*/ 140859 w 197932"/>
                          <a:gd name="connsiteY10" fmla="*/ 74907 h 104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97932" h="104816">
                            <a:moveTo>
                              <a:pt x="140859" y="74907"/>
                            </a:moveTo>
                            <a:cubicBezTo>
                              <a:pt x="133524" y="77384"/>
                              <a:pt x="122095" y="81384"/>
                              <a:pt x="110474" y="85290"/>
                            </a:cubicBezTo>
                            <a:cubicBezTo>
                              <a:pt x="99044" y="89576"/>
                              <a:pt x="87614" y="93957"/>
                              <a:pt x="80185" y="96719"/>
                            </a:cubicBezTo>
                            <a:cubicBezTo>
                              <a:pt x="52372" y="107388"/>
                              <a:pt x="33703" y="106149"/>
                              <a:pt x="11033" y="100815"/>
                            </a:cubicBezTo>
                            <a:cubicBezTo>
                              <a:pt x="3222" y="99006"/>
                              <a:pt x="-2016" y="89385"/>
                              <a:pt x="746" y="81860"/>
                            </a:cubicBezTo>
                            <a:cubicBezTo>
                              <a:pt x="8747" y="60143"/>
                              <a:pt x="21987" y="41951"/>
                              <a:pt x="51324" y="26997"/>
                            </a:cubicBezTo>
                            <a:cubicBezTo>
                              <a:pt x="59134" y="23091"/>
                              <a:pt x="71326" y="17852"/>
                              <a:pt x="83804" y="13376"/>
                            </a:cubicBezTo>
                            <a:cubicBezTo>
                              <a:pt x="96282" y="8994"/>
                              <a:pt x="109140" y="5280"/>
                              <a:pt x="117904" y="3089"/>
                            </a:cubicBezTo>
                            <a:cubicBezTo>
                              <a:pt x="149908" y="-4436"/>
                              <a:pt x="170196" y="2708"/>
                              <a:pt x="189817" y="14614"/>
                            </a:cubicBezTo>
                            <a:cubicBezTo>
                              <a:pt x="196675" y="18805"/>
                              <a:pt x="200390" y="28616"/>
                              <a:pt x="196104" y="34807"/>
                            </a:cubicBezTo>
                            <a:cubicBezTo>
                              <a:pt x="183626" y="52619"/>
                              <a:pt x="168767" y="65287"/>
                              <a:pt x="140859" y="7490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34" name="Forme libre : forme 10733">
                        <a:extLst>
                          <a:ext uri="{FF2B5EF4-FFF2-40B4-BE49-F238E27FC236}">
                            <a16:creationId xmlns:a16="http://schemas.microsoft.com/office/drawing/2014/main" id="{11291FD4-78CD-4F71-8E44-8D8906B7FE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11964" y="2588418"/>
                        <a:ext cx="193262" cy="70428"/>
                      </a:xfrm>
                      <a:custGeom>
                        <a:avLst/>
                        <a:gdLst>
                          <a:gd name="connsiteX0" fmla="*/ 75914 w 193262"/>
                          <a:gd name="connsiteY0" fmla="*/ 33623 h 70428"/>
                          <a:gd name="connsiteX1" fmla="*/ 0 w 193262"/>
                          <a:gd name="connsiteY1" fmla="*/ 60960 h 70428"/>
                          <a:gd name="connsiteX2" fmla="*/ 7905 w 193262"/>
                          <a:gd name="connsiteY2" fmla="*/ 66485 h 70428"/>
                          <a:gd name="connsiteX3" fmla="*/ 19335 w 193262"/>
                          <a:gd name="connsiteY3" fmla="*/ 68771 h 70428"/>
                          <a:gd name="connsiteX4" fmla="*/ 52388 w 193262"/>
                          <a:gd name="connsiteY4" fmla="*/ 69247 h 70428"/>
                          <a:gd name="connsiteX5" fmla="*/ 77152 w 193262"/>
                          <a:gd name="connsiteY5" fmla="*/ 62389 h 70428"/>
                          <a:gd name="connsiteX6" fmla="*/ 86868 w 193262"/>
                          <a:gd name="connsiteY6" fmla="*/ 58674 h 70428"/>
                          <a:gd name="connsiteX7" fmla="*/ 133255 w 193262"/>
                          <a:gd name="connsiteY7" fmla="*/ 42005 h 70428"/>
                          <a:gd name="connsiteX8" fmla="*/ 137922 w 193262"/>
                          <a:gd name="connsiteY8" fmla="*/ 40481 h 70428"/>
                          <a:gd name="connsiteX9" fmla="*/ 163163 w 193262"/>
                          <a:gd name="connsiteY9" fmla="*/ 28956 h 70428"/>
                          <a:gd name="connsiteX10" fmla="*/ 186976 w 193262"/>
                          <a:gd name="connsiteY10" fmla="*/ 8382 h 70428"/>
                          <a:gd name="connsiteX11" fmla="*/ 193071 w 193262"/>
                          <a:gd name="connsiteY11" fmla="*/ 381 h 70428"/>
                          <a:gd name="connsiteX12" fmla="*/ 193262 w 193262"/>
                          <a:gd name="connsiteY12" fmla="*/ 0 h 70428"/>
                          <a:gd name="connsiteX13" fmla="*/ 75914 w 193262"/>
                          <a:gd name="connsiteY13" fmla="*/ 33623 h 704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93262" h="70428">
                            <a:moveTo>
                              <a:pt x="75914" y="33623"/>
                            </a:moveTo>
                            <a:cubicBezTo>
                              <a:pt x="50863" y="45529"/>
                              <a:pt x="24669" y="59055"/>
                              <a:pt x="0" y="60960"/>
                            </a:cubicBezTo>
                            <a:cubicBezTo>
                              <a:pt x="2000" y="63627"/>
                              <a:pt x="4667" y="65722"/>
                              <a:pt x="7905" y="66485"/>
                            </a:cubicBezTo>
                            <a:cubicBezTo>
                              <a:pt x="11811" y="67342"/>
                              <a:pt x="15621" y="68199"/>
                              <a:pt x="19335" y="68771"/>
                            </a:cubicBezTo>
                            <a:cubicBezTo>
                              <a:pt x="30194" y="70580"/>
                              <a:pt x="40671" y="71152"/>
                              <a:pt x="52388" y="69247"/>
                            </a:cubicBezTo>
                            <a:cubicBezTo>
                              <a:pt x="60007" y="68104"/>
                              <a:pt x="68009" y="65818"/>
                              <a:pt x="77152" y="62389"/>
                            </a:cubicBezTo>
                            <a:cubicBezTo>
                              <a:pt x="79915" y="61341"/>
                              <a:pt x="83248" y="60103"/>
                              <a:pt x="86868" y="58674"/>
                            </a:cubicBezTo>
                            <a:cubicBezTo>
                              <a:pt x="100965" y="53054"/>
                              <a:pt x="120586" y="46196"/>
                              <a:pt x="133255" y="42005"/>
                            </a:cubicBezTo>
                            <a:cubicBezTo>
                              <a:pt x="134874" y="41434"/>
                              <a:pt x="136493" y="40862"/>
                              <a:pt x="137922" y="40481"/>
                            </a:cubicBezTo>
                            <a:cubicBezTo>
                              <a:pt x="147828" y="37052"/>
                              <a:pt x="156020" y="33147"/>
                              <a:pt x="163163" y="28956"/>
                            </a:cubicBezTo>
                            <a:cubicBezTo>
                              <a:pt x="172784" y="23051"/>
                              <a:pt x="180308" y="16097"/>
                              <a:pt x="186976" y="8382"/>
                            </a:cubicBezTo>
                            <a:cubicBezTo>
                              <a:pt x="189071" y="5810"/>
                              <a:pt x="191167" y="3143"/>
                              <a:pt x="193071" y="381"/>
                            </a:cubicBezTo>
                            <a:lnTo>
                              <a:pt x="193262" y="0"/>
                            </a:lnTo>
                            <a:cubicBezTo>
                              <a:pt x="153162" y="6096"/>
                              <a:pt x="111633" y="16288"/>
                              <a:pt x="75914" y="3362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35" name="Forme libre : forme 10734">
                        <a:extLst>
                          <a:ext uri="{FF2B5EF4-FFF2-40B4-BE49-F238E27FC236}">
                            <a16:creationId xmlns:a16="http://schemas.microsoft.com/office/drawing/2014/main" id="{01F713F4-E3C0-4BA3-AE5E-7912EEC719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5550" y="2582560"/>
                        <a:ext cx="92175" cy="37957"/>
                      </a:xfrm>
                      <a:custGeom>
                        <a:avLst/>
                        <a:gdLst>
                          <a:gd name="connsiteX0" fmla="*/ 92051 w 92175"/>
                          <a:gd name="connsiteY0" fmla="*/ 4906 h 37957"/>
                          <a:gd name="connsiteX1" fmla="*/ 47761 w 92175"/>
                          <a:gd name="connsiteY1" fmla="*/ 30052 h 37957"/>
                          <a:gd name="connsiteX2" fmla="*/ 21567 w 92175"/>
                          <a:gd name="connsiteY2" fmla="*/ 36815 h 37957"/>
                          <a:gd name="connsiteX3" fmla="*/ 516 w 92175"/>
                          <a:gd name="connsiteY3" fmla="*/ 33862 h 37957"/>
                          <a:gd name="connsiteX4" fmla="*/ 13756 w 92175"/>
                          <a:gd name="connsiteY4" fmla="*/ 17479 h 37957"/>
                          <a:gd name="connsiteX5" fmla="*/ 39759 w 92175"/>
                          <a:gd name="connsiteY5" fmla="*/ 6620 h 37957"/>
                          <a:gd name="connsiteX6" fmla="*/ 69287 w 92175"/>
                          <a:gd name="connsiteY6" fmla="*/ 524 h 37957"/>
                          <a:gd name="connsiteX7" fmla="*/ 92051 w 92175"/>
                          <a:gd name="connsiteY7" fmla="*/ 4906 h 379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2175" h="37957">
                            <a:moveTo>
                              <a:pt x="92051" y="4906"/>
                            </a:moveTo>
                            <a:cubicBezTo>
                              <a:pt x="94528" y="14336"/>
                              <a:pt x="59191" y="25861"/>
                              <a:pt x="47761" y="30052"/>
                            </a:cubicBezTo>
                            <a:cubicBezTo>
                              <a:pt x="41950" y="32052"/>
                              <a:pt x="31282" y="35100"/>
                              <a:pt x="21567" y="36815"/>
                            </a:cubicBezTo>
                            <a:cubicBezTo>
                              <a:pt x="11946" y="38624"/>
                              <a:pt x="2993" y="38720"/>
                              <a:pt x="516" y="33862"/>
                            </a:cubicBezTo>
                            <a:cubicBezTo>
                              <a:pt x="-1960" y="28909"/>
                              <a:pt x="4803" y="22813"/>
                              <a:pt x="13756" y="17479"/>
                            </a:cubicBezTo>
                            <a:cubicBezTo>
                              <a:pt x="22710" y="12240"/>
                              <a:pt x="33949" y="8335"/>
                              <a:pt x="39759" y="6620"/>
                            </a:cubicBezTo>
                            <a:cubicBezTo>
                              <a:pt x="45665" y="4906"/>
                              <a:pt x="58047" y="1667"/>
                              <a:pt x="69287" y="524"/>
                            </a:cubicBezTo>
                            <a:cubicBezTo>
                              <a:pt x="80622" y="-714"/>
                              <a:pt x="90718" y="48"/>
                              <a:pt x="92051" y="490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36" name="Forme libre : forme 10735">
                        <a:extLst>
                          <a:ext uri="{FF2B5EF4-FFF2-40B4-BE49-F238E27FC236}">
                            <a16:creationId xmlns:a16="http://schemas.microsoft.com/office/drawing/2014/main" id="{B5B04FBB-5F47-4CF3-8BAB-810C760785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4709" y="2599372"/>
                        <a:ext cx="67746" cy="20929"/>
                      </a:xfrm>
                      <a:custGeom>
                        <a:avLst/>
                        <a:gdLst>
                          <a:gd name="connsiteX0" fmla="*/ 16407 w 67746"/>
                          <a:gd name="connsiteY0" fmla="*/ 0 h 20929"/>
                          <a:gd name="connsiteX1" fmla="*/ 977 w 67746"/>
                          <a:gd name="connsiteY1" fmla="*/ 17240 h 20929"/>
                          <a:gd name="connsiteX2" fmla="*/ 49173 w 67746"/>
                          <a:gd name="connsiteY2" fmla="*/ 13145 h 20929"/>
                          <a:gd name="connsiteX3" fmla="*/ 67747 w 67746"/>
                          <a:gd name="connsiteY3" fmla="*/ 5810 h 20929"/>
                          <a:gd name="connsiteX4" fmla="*/ 57269 w 67746"/>
                          <a:gd name="connsiteY4" fmla="*/ 8192 h 20929"/>
                          <a:gd name="connsiteX5" fmla="*/ 16407 w 67746"/>
                          <a:gd name="connsiteY5" fmla="*/ 0 h 20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7746" h="20929">
                            <a:moveTo>
                              <a:pt x="16407" y="0"/>
                            </a:moveTo>
                            <a:cubicBezTo>
                              <a:pt x="11263" y="3905"/>
                              <a:pt x="-3977" y="11811"/>
                              <a:pt x="977" y="17240"/>
                            </a:cubicBezTo>
                            <a:cubicBezTo>
                              <a:pt x="8787" y="25718"/>
                              <a:pt x="34219" y="17526"/>
                              <a:pt x="49173" y="13145"/>
                            </a:cubicBezTo>
                            <a:cubicBezTo>
                              <a:pt x="53554" y="11811"/>
                              <a:pt x="62984" y="8096"/>
                              <a:pt x="67747" y="5810"/>
                            </a:cubicBezTo>
                            <a:cubicBezTo>
                              <a:pt x="64794" y="6477"/>
                              <a:pt x="60127" y="8001"/>
                              <a:pt x="57269" y="8192"/>
                            </a:cubicBezTo>
                            <a:cubicBezTo>
                              <a:pt x="41172" y="9049"/>
                              <a:pt x="21741" y="10859"/>
                              <a:pt x="16407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37" name="Forme libre : forme 10736">
                        <a:extLst>
                          <a:ext uri="{FF2B5EF4-FFF2-40B4-BE49-F238E27FC236}">
                            <a16:creationId xmlns:a16="http://schemas.microsoft.com/office/drawing/2014/main" id="{97002F1B-050E-407E-9D15-181C4D0472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81062" y="2583441"/>
                        <a:ext cx="92169" cy="37934"/>
                      </a:xfrm>
                      <a:custGeom>
                        <a:avLst/>
                        <a:gdLst>
                          <a:gd name="connsiteX0" fmla="*/ 92159 w 92169"/>
                          <a:gd name="connsiteY0" fmla="*/ 5359 h 37934"/>
                          <a:gd name="connsiteX1" fmla="*/ 47297 w 92169"/>
                          <a:gd name="connsiteY1" fmla="*/ 30695 h 37934"/>
                          <a:gd name="connsiteX2" fmla="*/ 624 w 92169"/>
                          <a:gd name="connsiteY2" fmla="*/ 33552 h 37934"/>
                          <a:gd name="connsiteX3" fmla="*/ 13864 w 92169"/>
                          <a:gd name="connsiteY3" fmla="*/ 17455 h 37934"/>
                          <a:gd name="connsiteX4" fmla="*/ 39772 w 92169"/>
                          <a:gd name="connsiteY4" fmla="*/ 6883 h 37934"/>
                          <a:gd name="connsiteX5" fmla="*/ 70252 w 92169"/>
                          <a:gd name="connsiteY5" fmla="*/ 501 h 37934"/>
                          <a:gd name="connsiteX6" fmla="*/ 92159 w 92169"/>
                          <a:gd name="connsiteY6" fmla="*/ 5359 h 379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2169" h="37934">
                            <a:moveTo>
                              <a:pt x="92159" y="5359"/>
                            </a:moveTo>
                            <a:cubicBezTo>
                              <a:pt x="91493" y="15741"/>
                              <a:pt x="59584" y="25933"/>
                              <a:pt x="47297" y="30695"/>
                            </a:cubicBezTo>
                            <a:cubicBezTo>
                              <a:pt x="34723" y="34695"/>
                              <a:pt x="6244" y="43077"/>
                              <a:pt x="624" y="33552"/>
                            </a:cubicBezTo>
                            <a:cubicBezTo>
                              <a:pt x="-2138" y="28790"/>
                              <a:pt x="4625" y="22408"/>
                              <a:pt x="13864" y="17455"/>
                            </a:cubicBezTo>
                            <a:cubicBezTo>
                              <a:pt x="23008" y="12312"/>
                              <a:pt x="34343" y="8597"/>
                              <a:pt x="39772" y="6883"/>
                            </a:cubicBezTo>
                            <a:cubicBezTo>
                              <a:pt x="45201" y="5263"/>
                              <a:pt x="58346" y="1644"/>
                              <a:pt x="70252" y="501"/>
                            </a:cubicBezTo>
                            <a:cubicBezTo>
                              <a:pt x="82158" y="-738"/>
                              <a:pt x="92540" y="120"/>
                              <a:pt x="92159" y="535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38" name="Forme libre : forme 10737">
                        <a:extLst>
                          <a:ext uri="{FF2B5EF4-FFF2-40B4-BE49-F238E27FC236}">
                            <a16:creationId xmlns:a16="http://schemas.microsoft.com/office/drawing/2014/main" id="{D7A28A47-7F46-40E2-BBA1-C8814268C8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32788" y="2601824"/>
                        <a:ext cx="117634" cy="40649"/>
                      </a:xfrm>
                      <a:custGeom>
                        <a:avLst/>
                        <a:gdLst>
                          <a:gd name="connsiteX0" fmla="*/ 3655 w 117634"/>
                          <a:gd name="connsiteY0" fmla="*/ 34981 h 40649"/>
                          <a:gd name="connsiteX1" fmla="*/ 20038 w 117634"/>
                          <a:gd name="connsiteY1" fmla="*/ 40125 h 40649"/>
                          <a:gd name="connsiteX2" fmla="*/ 64901 w 117634"/>
                          <a:gd name="connsiteY2" fmla="*/ 37362 h 40649"/>
                          <a:gd name="connsiteX3" fmla="*/ 105096 w 117634"/>
                          <a:gd name="connsiteY3" fmla="*/ 20789 h 40649"/>
                          <a:gd name="connsiteX4" fmla="*/ 116526 w 117634"/>
                          <a:gd name="connsiteY4" fmla="*/ 3168 h 40649"/>
                          <a:gd name="connsiteX5" fmla="*/ 100905 w 117634"/>
                          <a:gd name="connsiteY5" fmla="*/ 1644 h 40649"/>
                          <a:gd name="connsiteX6" fmla="*/ 57852 w 117634"/>
                          <a:gd name="connsiteY6" fmla="*/ 1453 h 40649"/>
                          <a:gd name="connsiteX7" fmla="*/ 14132 w 117634"/>
                          <a:gd name="connsiteY7" fmla="*/ 6692 h 40649"/>
                          <a:gd name="connsiteX8" fmla="*/ 3655 w 117634"/>
                          <a:gd name="connsiteY8" fmla="*/ 34981 h 406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7634" h="40649">
                            <a:moveTo>
                              <a:pt x="3655" y="34981"/>
                            </a:moveTo>
                            <a:cubicBezTo>
                              <a:pt x="8894" y="39268"/>
                              <a:pt x="11942" y="39934"/>
                              <a:pt x="20038" y="40125"/>
                            </a:cubicBezTo>
                            <a:cubicBezTo>
                              <a:pt x="35373" y="40792"/>
                              <a:pt x="47661" y="41553"/>
                              <a:pt x="64901" y="37362"/>
                            </a:cubicBezTo>
                            <a:cubicBezTo>
                              <a:pt x="79284" y="33934"/>
                              <a:pt x="94333" y="27552"/>
                              <a:pt x="105096" y="20789"/>
                            </a:cubicBezTo>
                            <a:cubicBezTo>
                              <a:pt x="113002" y="15455"/>
                              <a:pt x="120527" y="8502"/>
                              <a:pt x="116526" y="3168"/>
                            </a:cubicBezTo>
                            <a:cubicBezTo>
                              <a:pt x="114145" y="-71"/>
                              <a:pt x="106906" y="1453"/>
                              <a:pt x="100905" y="1644"/>
                            </a:cubicBezTo>
                            <a:cubicBezTo>
                              <a:pt x="86618" y="1549"/>
                              <a:pt x="72997" y="2977"/>
                              <a:pt x="57852" y="1453"/>
                            </a:cubicBezTo>
                            <a:cubicBezTo>
                              <a:pt x="45089" y="310"/>
                              <a:pt x="29468" y="-2928"/>
                              <a:pt x="14132" y="6692"/>
                            </a:cubicBezTo>
                            <a:cubicBezTo>
                              <a:pt x="321" y="15169"/>
                              <a:pt x="-3775" y="29171"/>
                              <a:pt x="3655" y="3498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39" name="Forme libre : forme 10738">
                        <a:extLst>
                          <a:ext uri="{FF2B5EF4-FFF2-40B4-BE49-F238E27FC236}">
                            <a16:creationId xmlns:a16="http://schemas.microsoft.com/office/drawing/2014/main" id="{2F1DFB76-29F3-4462-9635-44B3F06A85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2159" y="2592581"/>
                        <a:ext cx="34316" cy="24743"/>
                      </a:xfrm>
                      <a:custGeom>
                        <a:avLst/>
                        <a:gdLst>
                          <a:gd name="connsiteX0" fmla="*/ 2286 w 34316"/>
                          <a:gd name="connsiteY0" fmla="*/ 19554 h 24743"/>
                          <a:gd name="connsiteX1" fmla="*/ 0 w 34316"/>
                          <a:gd name="connsiteY1" fmla="*/ 23555 h 24743"/>
                          <a:gd name="connsiteX2" fmla="*/ 3715 w 34316"/>
                          <a:gd name="connsiteY2" fmla="*/ 24412 h 24743"/>
                          <a:gd name="connsiteX3" fmla="*/ 10287 w 34316"/>
                          <a:gd name="connsiteY3" fmla="*/ 21364 h 24743"/>
                          <a:gd name="connsiteX4" fmla="*/ 25718 w 34316"/>
                          <a:gd name="connsiteY4" fmla="*/ 12220 h 24743"/>
                          <a:gd name="connsiteX5" fmla="*/ 31052 w 34316"/>
                          <a:gd name="connsiteY5" fmla="*/ 8315 h 24743"/>
                          <a:gd name="connsiteX6" fmla="*/ 24194 w 34316"/>
                          <a:gd name="connsiteY6" fmla="*/ 2028 h 24743"/>
                          <a:gd name="connsiteX7" fmla="*/ 2286 w 34316"/>
                          <a:gd name="connsiteY7" fmla="*/ 19554 h 247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4316" h="24743">
                            <a:moveTo>
                              <a:pt x="2286" y="19554"/>
                            </a:moveTo>
                            <a:cubicBezTo>
                              <a:pt x="953" y="21078"/>
                              <a:pt x="0" y="22221"/>
                              <a:pt x="0" y="23555"/>
                            </a:cubicBezTo>
                            <a:cubicBezTo>
                              <a:pt x="0" y="24888"/>
                              <a:pt x="1714" y="24983"/>
                              <a:pt x="3715" y="24412"/>
                            </a:cubicBezTo>
                            <a:cubicBezTo>
                              <a:pt x="5715" y="23840"/>
                              <a:pt x="8287" y="22412"/>
                              <a:pt x="10287" y="21364"/>
                            </a:cubicBezTo>
                            <a:cubicBezTo>
                              <a:pt x="15526" y="18506"/>
                              <a:pt x="20860" y="15173"/>
                              <a:pt x="25718" y="12220"/>
                            </a:cubicBezTo>
                            <a:cubicBezTo>
                              <a:pt x="27718" y="10886"/>
                              <a:pt x="29623" y="9743"/>
                              <a:pt x="31052" y="8315"/>
                            </a:cubicBezTo>
                            <a:cubicBezTo>
                              <a:pt x="36957" y="2219"/>
                              <a:pt x="34957" y="-3020"/>
                              <a:pt x="24194" y="2028"/>
                            </a:cubicBezTo>
                            <a:cubicBezTo>
                              <a:pt x="16002" y="5838"/>
                              <a:pt x="7715" y="13458"/>
                              <a:pt x="2286" y="1955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40" name="Forme libre : forme 10739">
                        <a:extLst>
                          <a:ext uri="{FF2B5EF4-FFF2-40B4-BE49-F238E27FC236}">
                            <a16:creationId xmlns:a16="http://schemas.microsoft.com/office/drawing/2014/main" id="{AC75DB37-6444-4511-B414-C36E10BED7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1600" y="2586513"/>
                        <a:ext cx="50292" cy="40195"/>
                      </a:xfrm>
                      <a:custGeom>
                        <a:avLst/>
                        <a:gdLst>
                          <a:gd name="connsiteX0" fmla="*/ 50292 w 50292"/>
                          <a:gd name="connsiteY0" fmla="*/ 0 h 40195"/>
                          <a:gd name="connsiteX1" fmla="*/ 0 w 50292"/>
                          <a:gd name="connsiteY1" fmla="*/ 40196 h 40195"/>
                          <a:gd name="connsiteX2" fmla="*/ 50292 w 50292"/>
                          <a:gd name="connsiteY2" fmla="*/ 0 h 401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0292" h="40195">
                            <a:moveTo>
                              <a:pt x="50292" y="0"/>
                            </a:moveTo>
                            <a:cubicBezTo>
                              <a:pt x="44101" y="15050"/>
                              <a:pt x="16669" y="29909"/>
                              <a:pt x="0" y="40196"/>
                            </a:cubicBezTo>
                            <a:cubicBezTo>
                              <a:pt x="18193" y="29242"/>
                              <a:pt x="36862" y="12954"/>
                              <a:pt x="5029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41" name="Forme libre : forme 10740">
                        <a:extLst>
                          <a:ext uri="{FF2B5EF4-FFF2-40B4-BE49-F238E27FC236}">
                            <a16:creationId xmlns:a16="http://schemas.microsoft.com/office/drawing/2014/main" id="{07F6C660-3063-4A0F-88A7-00CC91DBCC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11868" y="2582227"/>
                        <a:ext cx="51720" cy="54673"/>
                      </a:xfrm>
                      <a:custGeom>
                        <a:avLst/>
                        <a:gdLst>
                          <a:gd name="connsiteX0" fmla="*/ 51721 w 51720"/>
                          <a:gd name="connsiteY0" fmla="*/ 0 h 54673"/>
                          <a:gd name="connsiteX1" fmla="*/ 0 w 51720"/>
                          <a:gd name="connsiteY1" fmla="*/ 54673 h 54673"/>
                          <a:gd name="connsiteX2" fmla="*/ 51721 w 51720"/>
                          <a:gd name="connsiteY2" fmla="*/ 0 h 546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1720" h="54673">
                            <a:moveTo>
                              <a:pt x="51721" y="0"/>
                            </a:moveTo>
                            <a:cubicBezTo>
                              <a:pt x="25718" y="13145"/>
                              <a:pt x="9144" y="35242"/>
                              <a:pt x="0" y="54673"/>
                            </a:cubicBezTo>
                            <a:cubicBezTo>
                              <a:pt x="7525" y="36100"/>
                              <a:pt x="30956" y="13906"/>
                              <a:pt x="5172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42" name="Forme libre : forme 10741">
                        <a:extLst>
                          <a:ext uri="{FF2B5EF4-FFF2-40B4-BE49-F238E27FC236}">
                            <a16:creationId xmlns:a16="http://schemas.microsoft.com/office/drawing/2014/main" id="{B40CC0E1-FF50-4A95-8C75-9C10FCDE74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0161" y="2587293"/>
                        <a:ext cx="35339" cy="11038"/>
                      </a:xfrm>
                      <a:custGeom>
                        <a:avLst/>
                        <a:gdLst>
                          <a:gd name="connsiteX0" fmla="*/ 35248 w 35339"/>
                          <a:gd name="connsiteY0" fmla="*/ 2459 h 11038"/>
                          <a:gd name="connsiteX1" fmla="*/ 15436 w 35339"/>
                          <a:gd name="connsiteY1" fmla="*/ 9793 h 11038"/>
                          <a:gd name="connsiteX2" fmla="*/ 101 w 35339"/>
                          <a:gd name="connsiteY2" fmla="*/ 8460 h 11038"/>
                          <a:gd name="connsiteX3" fmla="*/ 18865 w 35339"/>
                          <a:gd name="connsiteY3" fmla="*/ 1125 h 11038"/>
                          <a:gd name="connsiteX4" fmla="*/ 35248 w 35339"/>
                          <a:gd name="connsiteY4" fmla="*/ 2459 h 110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339" h="11038">
                            <a:moveTo>
                              <a:pt x="35248" y="2459"/>
                            </a:moveTo>
                            <a:cubicBezTo>
                              <a:pt x="33819" y="6364"/>
                              <a:pt x="19817" y="8841"/>
                              <a:pt x="15436" y="9793"/>
                            </a:cubicBezTo>
                            <a:cubicBezTo>
                              <a:pt x="11054" y="10460"/>
                              <a:pt x="-1233" y="12841"/>
                              <a:pt x="101" y="8460"/>
                            </a:cubicBezTo>
                            <a:cubicBezTo>
                              <a:pt x="1434" y="3983"/>
                              <a:pt x="14674" y="1697"/>
                              <a:pt x="18865" y="1125"/>
                            </a:cubicBezTo>
                            <a:cubicBezTo>
                              <a:pt x="22960" y="363"/>
                              <a:pt x="36581" y="-1542"/>
                              <a:pt x="35248" y="245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43" name="Forme libre : forme 10742">
                        <a:extLst>
                          <a:ext uri="{FF2B5EF4-FFF2-40B4-BE49-F238E27FC236}">
                            <a16:creationId xmlns:a16="http://schemas.microsoft.com/office/drawing/2014/main" id="{B755BA92-3021-4969-9B81-E251461356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0645" y="2586751"/>
                        <a:ext cx="9998" cy="4041"/>
                      </a:xfrm>
                      <a:custGeom>
                        <a:avLst/>
                        <a:gdLst>
                          <a:gd name="connsiteX0" fmla="*/ 9907 w 9998"/>
                          <a:gd name="connsiteY0" fmla="*/ 715 h 4041"/>
                          <a:gd name="connsiteX1" fmla="*/ 5812 w 9998"/>
                          <a:gd name="connsiteY1" fmla="*/ 3477 h 4041"/>
                          <a:gd name="connsiteX2" fmla="*/ 96 w 9998"/>
                          <a:gd name="connsiteY2" fmla="*/ 3287 h 4041"/>
                          <a:gd name="connsiteX3" fmla="*/ 4002 w 9998"/>
                          <a:gd name="connsiteY3" fmla="*/ 524 h 4041"/>
                          <a:gd name="connsiteX4" fmla="*/ 9907 w 9998"/>
                          <a:gd name="connsiteY4" fmla="*/ 715 h 4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998" h="4041">
                            <a:moveTo>
                              <a:pt x="9907" y="715"/>
                            </a:moveTo>
                            <a:cubicBezTo>
                              <a:pt x="10574" y="1953"/>
                              <a:pt x="7431" y="3096"/>
                              <a:pt x="5812" y="3477"/>
                            </a:cubicBezTo>
                            <a:cubicBezTo>
                              <a:pt x="4193" y="3858"/>
                              <a:pt x="763" y="4620"/>
                              <a:pt x="96" y="3287"/>
                            </a:cubicBezTo>
                            <a:cubicBezTo>
                              <a:pt x="-570" y="2048"/>
                              <a:pt x="2383" y="906"/>
                              <a:pt x="4002" y="524"/>
                            </a:cubicBezTo>
                            <a:cubicBezTo>
                              <a:pt x="5716" y="143"/>
                              <a:pt x="9240" y="-523"/>
                              <a:pt x="9907" y="71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44" name="Forme libre : forme 10743">
                        <a:extLst>
                          <a:ext uri="{FF2B5EF4-FFF2-40B4-BE49-F238E27FC236}">
                            <a16:creationId xmlns:a16="http://schemas.microsoft.com/office/drawing/2014/main" id="{B48043BB-3AA1-4578-9AEC-5DD339D1C2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03282" y="2561781"/>
                        <a:ext cx="93550" cy="23737"/>
                      </a:xfrm>
                      <a:custGeom>
                        <a:avLst/>
                        <a:gdLst>
                          <a:gd name="connsiteX0" fmla="*/ 68416 w 93550"/>
                          <a:gd name="connsiteY0" fmla="*/ 6158 h 23737"/>
                          <a:gd name="connsiteX1" fmla="*/ 92705 w 93550"/>
                          <a:gd name="connsiteY1" fmla="*/ 16636 h 23737"/>
                          <a:gd name="connsiteX2" fmla="*/ 87656 w 93550"/>
                          <a:gd name="connsiteY2" fmla="*/ 23399 h 23737"/>
                          <a:gd name="connsiteX3" fmla="*/ 76703 w 93550"/>
                          <a:gd name="connsiteY3" fmla="*/ 21970 h 23737"/>
                          <a:gd name="connsiteX4" fmla="*/ 42984 w 93550"/>
                          <a:gd name="connsiteY4" fmla="*/ 16255 h 23737"/>
                          <a:gd name="connsiteX5" fmla="*/ 17267 w 93550"/>
                          <a:gd name="connsiteY5" fmla="*/ 17874 h 23737"/>
                          <a:gd name="connsiteX6" fmla="*/ 312 w 93550"/>
                          <a:gd name="connsiteY6" fmla="*/ 13588 h 23737"/>
                          <a:gd name="connsiteX7" fmla="*/ 20791 w 93550"/>
                          <a:gd name="connsiteY7" fmla="*/ 2729 h 23737"/>
                          <a:gd name="connsiteX8" fmla="*/ 45461 w 93550"/>
                          <a:gd name="connsiteY8" fmla="*/ 62 h 23737"/>
                          <a:gd name="connsiteX9" fmla="*/ 68416 w 93550"/>
                          <a:gd name="connsiteY9" fmla="*/ 6158 h 237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3550" h="23737">
                            <a:moveTo>
                              <a:pt x="68416" y="6158"/>
                            </a:moveTo>
                            <a:cubicBezTo>
                              <a:pt x="78798" y="8730"/>
                              <a:pt x="86133" y="10921"/>
                              <a:pt x="92705" y="16636"/>
                            </a:cubicBezTo>
                            <a:cubicBezTo>
                              <a:pt x="95086" y="18731"/>
                              <a:pt x="92133" y="22446"/>
                              <a:pt x="87656" y="23399"/>
                            </a:cubicBezTo>
                            <a:cubicBezTo>
                              <a:pt x="83180" y="24351"/>
                              <a:pt x="80037" y="23113"/>
                              <a:pt x="76703" y="21970"/>
                            </a:cubicBezTo>
                            <a:cubicBezTo>
                              <a:pt x="66321" y="18541"/>
                              <a:pt x="55272" y="17112"/>
                              <a:pt x="42984" y="16255"/>
                            </a:cubicBezTo>
                            <a:cubicBezTo>
                              <a:pt x="39174" y="15969"/>
                              <a:pt x="27554" y="17207"/>
                              <a:pt x="17267" y="17874"/>
                            </a:cubicBezTo>
                            <a:cubicBezTo>
                              <a:pt x="6980" y="18350"/>
                              <a:pt x="-1783" y="18446"/>
                              <a:pt x="312" y="13588"/>
                            </a:cubicBezTo>
                            <a:cubicBezTo>
                              <a:pt x="2503" y="8730"/>
                              <a:pt x="11266" y="4920"/>
                              <a:pt x="20791" y="2729"/>
                            </a:cubicBezTo>
                            <a:cubicBezTo>
                              <a:pt x="30316" y="443"/>
                              <a:pt x="40222" y="-224"/>
                              <a:pt x="45461" y="62"/>
                            </a:cubicBezTo>
                            <a:cubicBezTo>
                              <a:pt x="55938" y="729"/>
                              <a:pt x="60700" y="4158"/>
                              <a:pt x="68416" y="615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77" name="Graphique 1">
                      <a:extLst>
                        <a:ext uri="{FF2B5EF4-FFF2-40B4-BE49-F238E27FC236}">
                          <a16:creationId xmlns:a16="http://schemas.microsoft.com/office/drawing/2014/main" id="{D4EE4063-DBF7-4DB2-A650-70FB7F93B8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06488" y="2539166"/>
                      <a:ext cx="205579" cy="84656"/>
                      <a:chOff x="5206488" y="2539166"/>
                      <a:chExt cx="205579" cy="84656"/>
                    </a:xfrm>
                    <a:solidFill>
                      <a:schemeClr val="accent1"/>
                    </a:solidFill>
                  </p:grpSpPr>
                  <p:sp>
                    <p:nvSpPr>
                      <p:cNvPr id="10721" name="Forme libre : forme 10720">
                        <a:extLst>
                          <a:ext uri="{FF2B5EF4-FFF2-40B4-BE49-F238E27FC236}">
                            <a16:creationId xmlns:a16="http://schemas.microsoft.com/office/drawing/2014/main" id="{16DAEC0E-AF79-4D8C-AC79-A517A83964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06488" y="2539166"/>
                        <a:ext cx="205579" cy="84656"/>
                      </a:xfrm>
                      <a:custGeom>
                        <a:avLst/>
                        <a:gdLst>
                          <a:gd name="connsiteX0" fmla="*/ 132279 w 205579"/>
                          <a:gd name="connsiteY0" fmla="*/ 83066 h 84656"/>
                          <a:gd name="connsiteX1" fmla="*/ 100560 w 205579"/>
                          <a:gd name="connsiteY1" fmla="*/ 78589 h 84656"/>
                          <a:gd name="connsiteX2" fmla="*/ 69032 w 205579"/>
                          <a:gd name="connsiteY2" fmla="*/ 75351 h 84656"/>
                          <a:gd name="connsiteX3" fmla="*/ 5310 w 205579"/>
                          <a:gd name="connsiteY3" fmla="*/ 49443 h 84656"/>
                          <a:gd name="connsiteX4" fmla="*/ 3786 w 205579"/>
                          <a:gd name="connsiteY4" fmla="*/ 27916 h 84656"/>
                          <a:gd name="connsiteX5" fmla="*/ 73510 w 205579"/>
                          <a:gd name="connsiteY5" fmla="*/ 8 h 84656"/>
                          <a:gd name="connsiteX6" fmla="*/ 109323 w 205579"/>
                          <a:gd name="connsiteY6" fmla="*/ 2389 h 84656"/>
                          <a:gd name="connsiteX7" fmla="*/ 144280 w 205579"/>
                          <a:gd name="connsiteY7" fmla="*/ 8676 h 84656"/>
                          <a:gd name="connsiteX8" fmla="*/ 203049 w 205579"/>
                          <a:gd name="connsiteY8" fmla="*/ 51634 h 84656"/>
                          <a:gd name="connsiteX9" fmla="*/ 199716 w 205579"/>
                          <a:gd name="connsiteY9" fmla="*/ 72493 h 84656"/>
                          <a:gd name="connsiteX10" fmla="*/ 132279 w 205579"/>
                          <a:gd name="connsiteY10" fmla="*/ 83066 h 846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05579" h="84656">
                            <a:moveTo>
                              <a:pt x="132279" y="83066"/>
                            </a:moveTo>
                            <a:cubicBezTo>
                              <a:pt x="124563" y="82018"/>
                              <a:pt x="112657" y="80304"/>
                              <a:pt x="100560" y="78589"/>
                            </a:cubicBezTo>
                            <a:cubicBezTo>
                              <a:pt x="88463" y="77160"/>
                              <a:pt x="77034" y="76113"/>
                              <a:pt x="69032" y="75351"/>
                            </a:cubicBezTo>
                            <a:cubicBezTo>
                              <a:pt x="39600" y="72779"/>
                              <a:pt x="23598" y="63730"/>
                              <a:pt x="5310" y="49443"/>
                            </a:cubicBezTo>
                            <a:cubicBezTo>
                              <a:pt x="-976" y="44585"/>
                              <a:pt x="-1929" y="33631"/>
                              <a:pt x="3786" y="27916"/>
                            </a:cubicBezTo>
                            <a:cubicBezTo>
                              <a:pt x="20169" y="11438"/>
                              <a:pt x="40457" y="580"/>
                              <a:pt x="73510" y="8"/>
                            </a:cubicBezTo>
                            <a:cubicBezTo>
                              <a:pt x="82272" y="-87"/>
                              <a:pt x="96084" y="675"/>
                              <a:pt x="109323" y="2389"/>
                            </a:cubicBezTo>
                            <a:cubicBezTo>
                              <a:pt x="122563" y="4104"/>
                              <a:pt x="135612" y="6580"/>
                              <a:pt x="144280" y="8676"/>
                            </a:cubicBezTo>
                            <a:cubicBezTo>
                              <a:pt x="176760" y="16677"/>
                              <a:pt x="190952" y="32298"/>
                              <a:pt x="203049" y="51634"/>
                            </a:cubicBezTo>
                            <a:cubicBezTo>
                              <a:pt x="207240" y="58301"/>
                              <a:pt x="206287" y="68874"/>
                              <a:pt x="199716" y="72493"/>
                            </a:cubicBezTo>
                            <a:cubicBezTo>
                              <a:pt x="180761" y="82971"/>
                              <a:pt x="161044" y="87257"/>
                              <a:pt x="132279" y="8306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22" name="Forme libre : forme 10721">
                        <a:extLst>
                          <a:ext uri="{FF2B5EF4-FFF2-40B4-BE49-F238E27FC236}">
                            <a16:creationId xmlns:a16="http://schemas.microsoft.com/office/drawing/2014/main" id="{DCD5CD41-61E7-4188-B75C-22F6D8F26B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06750" y="2580227"/>
                        <a:ext cx="199643" cy="43402"/>
                      </a:xfrm>
                      <a:custGeom>
                        <a:avLst/>
                        <a:gdLst>
                          <a:gd name="connsiteX0" fmla="*/ 80105 w 199643"/>
                          <a:gd name="connsiteY0" fmla="*/ 7810 h 43402"/>
                          <a:gd name="connsiteX1" fmla="*/ 0 w 199643"/>
                          <a:gd name="connsiteY1" fmla="*/ 0 h 43402"/>
                          <a:gd name="connsiteX2" fmla="*/ 4857 w 199643"/>
                          <a:gd name="connsiteY2" fmla="*/ 8287 h 43402"/>
                          <a:gd name="connsiteX3" fmla="*/ 14192 w 199643"/>
                          <a:gd name="connsiteY3" fmla="*/ 15145 h 43402"/>
                          <a:gd name="connsiteX4" fmla="*/ 43529 w 199643"/>
                          <a:gd name="connsiteY4" fmla="*/ 29623 h 43402"/>
                          <a:gd name="connsiteX5" fmla="*/ 68580 w 199643"/>
                          <a:gd name="connsiteY5" fmla="*/ 34195 h 43402"/>
                          <a:gd name="connsiteX6" fmla="*/ 78771 w 199643"/>
                          <a:gd name="connsiteY6" fmla="*/ 35147 h 43402"/>
                          <a:gd name="connsiteX7" fmla="*/ 127159 w 199643"/>
                          <a:gd name="connsiteY7" fmla="*/ 41243 h 43402"/>
                          <a:gd name="connsiteX8" fmla="*/ 131921 w 199643"/>
                          <a:gd name="connsiteY8" fmla="*/ 41910 h 43402"/>
                          <a:gd name="connsiteX9" fmla="*/ 159448 w 199643"/>
                          <a:gd name="connsiteY9" fmla="*/ 43148 h 43402"/>
                          <a:gd name="connsiteX10" fmla="*/ 190214 w 199643"/>
                          <a:gd name="connsiteY10" fmla="*/ 35719 h 43402"/>
                          <a:gd name="connsiteX11" fmla="*/ 199358 w 199643"/>
                          <a:gd name="connsiteY11" fmla="*/ 31242 h 43402"/>
                          <a:gd name="connsiteX12" fmla="*/ 199644 w 199643"/>
                          <a:gd name="connsiteY12" fmla="*/ 31051 h 43402"/>
                          <a:gd name="connsiteX13" fmla="*/ 80105 w 199643"/>
                          <a:gd name="connsiteY13" fmla="*/ 7810 h 434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99643" h="43402">
                            <a:moveTo>
                              <a:pt x="80105" y="7810"/>
                            </a:moveTo>
                            <a:cubicBezTo>
                              <a:pt x="52482" y="7525"/>
                              <a:pt x="23146" y="8287"/>
                              <a:pt x="0" y="0"/>
                            </a:cubicBezTo>
                            <a:cubicBezTo>
                              <a:pt x="666" y="3238"/>
                              <a:pt x="2286" y="6286"/>
                              <a:pt x="4857" y="8287"/>
                            </a:cubicBezTo>
                            <a:cubicBezTo>
                              <a:pt x="8001" y="10763"/>
                              <a:pt x="11144" y="12954"/>
                              <a:pt x="14192" y="15145"/>
                            </a:cubicBezTo>
                            <a:cubicBezTo>
                              <a:pt x="23146" y="21241"/>
                              <a:pt x="32385" y="26289"/>
                              <a:pt x="43529" y="29623"/>
                            </a:cubicBezTo>
                            <a:cubicBezTo>
                              <a:pt x="50768" y="31718"/>
                              <a:pt x="58960" y="33242"/>
                              <a:pt x="68580" y="34195"/>
                            </a:cubicBezTo>
                            <a:cubicBezTo>
                              <a:pt x="71438" y="34480"/>
                              <a:pt x="74962" y="34766"/>
                              <a:pt x="78771" y="35147"/>
                            </a:cubicBezTo>
                            <a:cubicBezTo>
                              <a:pt x="93345" y="36290"/>
                              <a:pt x="113919" y="39052"/>
                              <a:pt x="127159" y="41243"/>
                            </a:cubicBezTo>
                            <a:cubicBezTo>
                              <a:pt x="128873" y="41529"/>
                              <a:pt x="130492" y="41719"/>
                              <a:pt x="131921" y="41910"/>
                            </a:cubicBezTo>
                            <a:cubicBezTo>
                              <a:pt x="142113" y="43339"/>
                              <a:pt x="151162" y="43720"/>
                              <a:pt x="159448" y="43148"/>
                            </a:cubicBezTo>
                            <a:cubicBezTo>
                              <a:pt x="170783" y="42386"/>
                              <a:pt x="180784" y="39529"/>
                              <a:pt x="190214" y="35719"/>
                            </a:cubicBezTo>
                            <a:cubicBezTo>
                              <a:pt x="193262" y="34385"/>
                              <a:pt x="196310" y="32861"/>
                              <a:pt x="199358" y="31242"/>
                            </a:cubicBezTo>
                            <a:lnTo>
                              <a:pt x="199644" y="31051"/>
                            </a:lnTo>
                            <a:cubicBezTo>
                              <a:pt x="161068" y="18478"/>
                              <a:pt x="119539" y="8096"/>
                              <a:pt x="80105" y="781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23" name="Forme libre : forme 10722">
                        <a:extLst>
                          <a:ext uri="{FF2B5EF4-FFF2-40B4-BE49-F238E27FC236}">
                            <a16:creationId xmlns:a16="http://schemas.microsoft.com/office/drawing/2014/main" id="{332A1855-73F5-42BA-9D5A-9F1ECB591F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8664" y="2568863"/>
                        <a:ext cx="94765" cy="29848"/>
                      </a:xfrm>
                      <a:custGeom>
                        <a:avLst/>
                        <a:gdLst>
                          <a:gd name="connsiteX0" fmla="*/ 94679 w 94765"/>
                          <a:gd name="connsiteY0" fmla="*/ 24603 h 29848"/>
                          <a:gd name="connsiteX1" fmla="*/ 72961 w 94765"/>
                          <a:gd name="connsiteY1" fmla="*/ 29747 h 29848"/>
                          <a:gd name="connsiteX2" fmla="*/ 43815 w 94765"/>
                          <a:gd name="connsiteY2" fmla="*/ 26794 h 29848"/>
                          <a:gd name="connsiteX3" fmla="*/ 17430 w 94765"/>
                          <a:gd name="connsiteY3" fmla="*/ 20889 h 29848"/>
                          <a:gd name="connsiteX4" fmla="*/ 0 w 94765"/>
                          <a:gd name="connsiteY4" fmla="*/ 8983 h 29848"/>
                          <a:gd name="connsiteX5" fmla="*/ 19145 w 94765"/>
                          <a:gd name="connsiteY5" fmla="*/ 124 h 29848"/>
                          <a:gd name="connsiteX6" fmla="*/ 47339 w 94765"/>
                          <a:gd name="connsiteY6" fmla="*/ 2220 h 29848"/>
                          <a:gd name="connsiteX7" fmla="*/ 76485 w 94765"/>
                          <a:gd name="connsiteY7" fmla="*/ 10221 h 29848"/>
                          <a:gd name="connsiteX8" fmla="*/ 94679 w 94765"/>
                          <a:gd name="connsiteY8" fmla="*/ 24603 h 298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765" h="29848">
                            <a:moveTo>
                              <a:pt x="94679" y="24603"/>
                            </a:moveTo>
                            <a:cubicBezTo>
                              <a:pt x="93630" y="29652"/>
                              <a:pt x="83915" y="30128"/>
                              <a:pt x="72961" y="29747"/>
                            </a:cubicBezTo>
                            <a:cubicBezTo>
                              <a:pt x="62103" y="29176"/>
                              <a:pt x="49911" y="27651"/>
                              <a:pt x="43815" y="26794"/>
                            </a:cubicBezTo>
                            <a:cubicBezTo>
                              <a:pt x="37719" y="25842"/>
                              <a:pt x="26861" y="23746"/>
                              <a:pt x="17430" y="20889"/>
                            </a:cubicBezTo>
                            <a:cubicBezTo>
                              <a:pt x="8096" y="18222"/>
                              <a:pt x="0" y="14412"/>
                              <a:pt x="0" y="8983"/>
                            </a:cubicBezTo>
                            <a:cubicBezTo>
                              <a:pt x="0" y="3363"/>
                              <a:pt x="8667" y="886"/>
                              <a:pt x="19145" y="124"/>
                            </a:cubicBezTo>
                            <a:cubicBezTo>
                              <a:pt x="29527" y="-447"/>
                              <a:pt x="41338" y="1077"/>
                              <a:pt x="47339" y="2220"/>
                            </a:cubicBezTo>
                            <a:cubicBezTo>
                              <a:pt x="53340" y="3363"/>
                              <a:pt x="65913" y="6030"/>
                              <a:pt x="76485" y="10221"/>
                            </a:cubicBezTo>
                            <a:cubicBezTo>
                              <a:pt x="87153" y="14126"/>
                              <a:pt x="95726" y="19746"/>
                              <a:pt x="94679" y="2460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24" name="Forme libre : forme 10723">
                        <a:extLst>
                          <a:ext uri="{FF2B5EF4-FFF2-40B4-BE49-F238E27FC236}">
                            <a16:creationId xmlns:a16="http://schemas.microsoft.com/office/drawing/2014/main" id="{E895E9C2-705B-4B0A-924B-EB69E3E557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8012" y="2569178"/>
                        <a:ext cx="64850" cy="28479"/>
                      </a:xfrm>
                      <a:custGeom>
                        <a:avLst/>
                        <a:gdLst>
                          <a:gd name="connsiteX0" fmla="*/ 21702 w 64850"/>
                          <a:gd name="connsiteY0" fmla="*/ 0 h 28479"/>
                          <a:gd name="connsiteX1" fmla="*/ 176 w 64850"/>
                          <a:gd name="connsiteY1" fmla="*/ 8668 h 28479"/>
                          <a:gd name="connsiteX2" fmla="*/ 44943 w 64850"/>
                          <a:gd name="connsiteY2" fmla="*/ 26575 h 28479"/>
                          <a:gd name="connsiteX3" fmla="*/ 64850 w 64850"/>
                          <a:gd name="connsiteY3" fmla="*/ 28480 h 28479"/>
                          <a:gd name="connsiteX4" fmla="*/ 54468 w 64850"/>
                          <a:gd name="connsiteY4" fmla="*/ 25813 h 28479"/>
                          <a:gd name="connsiteX5" fmla="*/ 21702 w 64850"/>
                          <a:gd name="connsiteY5" fmla="*/ 0 h 284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4850" h="28479">
                            <a:moveTo>
                              <a:pt x="21702" y="0"/>
                            </a:moveTo>
                            <a:cubicBezTo>
                              <a:pt x="15320" y="1333"/>
                              <a:pt x="-1920" y="1524"/>
                              <a:pt x="176" y="8668"/>
                            </a:cubicBezTo>
                            <a:cubicBezTo>
                              <a:pt x="3604" y="19526"/>
                              <a:pt x="29607" y="23622"/>
                              <a:pt x="44943" y="26575"/>
                            </a:cubicBezTo>
                            <a:cubicBezTo>
                              <a:pt x="49420" y="27241"/>
                              <a:pt x="59611" y="28384"/>
                              <a:pt x="64850" y="28480"/>
                            </a:cubicBezTo>
                            <a:cubicBezTo>
                              <a:pt x="61993" y="27813"/>
                              <a:pt x="57039" y="26956"/>
                              <a:pt x="54468" y="25813"/>
                            </a:cubicBezTo>
                            <a:cubicBezTo>
                              <a:pt x="39704" y="19336"/>
                              <a:pt x="21702" y="12097"/>
                              <a:pt x="2170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25" name="Forme libre : forme 10724">
                        <a:extLst>
                          <a:ext uri="{FF2B5EF4-FFF2-40B4-BE49-F238E27FC236}">
                            <a16:creationId xmlns:a16="http://schemas.microsoft.com/office/drawing/2014/main" id="{42E6EAAA-D2AC-43DD-A5FC-5C8E1F718B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3510" y="2572341"/>
                        <a:ext cx="94787" cy="29803"/>
                      </a:xfrm>
                      <a:custGeom>
                        <a:avLst/>
                        <a:gdLst>
                          <a:gd name="connsiteX0" fmla="*/ 94309 w 94787"/>
                          <a:gd name="connsiteY0" fmla="*/ 24840 h 29803"/>
                          <a:gd name="connsiteX1" fmla="*/ 42874 w 94787"/>
                          <a:gd name="connsiteY1" fmla="*/ 26936 h 29803"/>
                          <a:gd name="connsiteX2" fmla="*/ 16871 w 94787"/>
                          <a:gd name="connsiteY2" fmla="*/ 21030 h 29803"/>
                          <a:gd name="connsiteX3" fmla="*/ 12 w 94787"/>
                          <a:gd name="connsiteY3" fmla="*/ 8552 h 29803"/>
                          <a:gd name="connsiteX4" fmla="*/ 19062 w 94787"/>
                          <a:gd name="connsiteY4" fmla="*/ 75 h 29803"/>
                          <a:gd name="connsiteX5" fmla="*/ 46970 w 94787"/>
                          <a:gd name="connsiteY5" fmla="*/ 2361 h 29803"/>
                          <a:gd name="connsiteX6" fmla="*/ 76973 w 94787"/>
                          <a:gd name="connsiteY6" fmla="*/ 10553 h 29803"/>
                          <a:gd name="connsiteX7" fmla="*/ 94309 w 94787"/>
                          <a:gd name="connsiteY7" fmla="*/ 24840 h 29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4787" h="29803">
                            <a:moveTo>
                              <a:pt x="94309" y="24840"/>
                            </a:moveTo>
                            <a:cubicBezTo>
                              <a:pt x="88784" y="33699"/>
                              <a:pt x="56019" y="28269"/>
                              <a:pt x="42874" y="26936"/>
                            </a:cubicBezTo>
                            <a:cubicBezTo>
                              <a:pt x="36302" y="26174"/>
                              <a:pt x="25824" y="23888"/>
                              <a:pt x="16871" y="21030"/>
                            </a:cubicBezTo>
                            <a:cubicBezTo>
                              <a:pt x="7917" y="18077"/>
                              <a:pt x="393" y="14268"/>
                              <a:pt x="12" y="8552"/>
                            </a:cubicBezTo>
                            <a:cubicBezTo>
                              <a:pt x="-369" y="3028"/>
                              <a:pt x="8489" y="456"/>
                              <a:pt x="19062" y="75"/>
                            </a:cubicBezTo>
                            <a:cubicBezTo>
                              <a:pt x="29539" y="-401"/>
                              <a:pt x="41350" y="1504"/>
                              <a:pt x="46970" y="2361"/>
                            </a:cubicBezTo>
                            <a:cubicBezTo>
                              <a:pt x="52494" y="3409"/>
                              <a:pt x="65829" y="6267"/>
                              <a:pt x="76973" y="10553"/>
                            </a:cubicBezTo>
                            <a:cubicBezTo>
                              <a:pt x="88118" y="14934"/>
                              <a:pt x="96976" y="20268"/>
                              <a:pt x="94309" y="2484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26" name="Forme libre : forme 10725">
                        <a:extLst>
                          <a:ext uri="{FF2B5EF4-FFF2-40B4-BE49-F238E27FC236}">
                            <a16:creationId xmlns:a16="http://schemas.microsoft.com/office/drawing/2014/main" id="{4369827B-DF1F-471A-AB7F-0D907F92F0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3195" y="2557672"/>
                        <a:ext cx="116031" cy="53954"/>
                      </a:xfrm>
                      <a:custGeom>
                        <a:avLst/>
                        <a:gdLst>
                          <a:gd name="connsiteX0" fmla="*/ 986 w 116031"/>
                          <a:gd name="connsiteY0" fmla="*/ 21412 h 53954"/>
                          <a:gd name="connsiteX1" fmla="*/ 13559 w 116031"/>
                          <a:gd name="connsiteY1" fmla="*/ 33032 h 53954"/>
                          <a:gd name="connsiteX2" fmla="*/ 54803 w 116031"/>
                          <a:gd name="connsiteY2" fmla="*/ 50177 h 53954"/>
                          <a:gd name="connsiteX3" fmla="*/ 97856 w 116031"/>
                          <a:gd name="connsiteY3" fmla="*/ 53511 h 53954"/>
                          <a:gd name="connsiteX4" fmla="*/ 115953 w 116031"/>
                          <a:gd name="connsiteY4" fmla="*/ 43034 h 53954"/>
                          <a:gd name="connsiteX5" fmla="*/ 102808 w 116031"/>
                          <a:gd name="connsiteY5" fmla="*/ 34461 h 53954"/>
                          <a:gd name="connsiteX6" fmla="*/ 64518 w 116031"/>
                          <a:gd name="connsiteY6" fmla="*/ 14744 h 53954"/>
                          <a:gd name="connsiteX7" fmla="*/ 22703 w 116031"/>
                          <a:gd name="connsiteY7" fmla="*/ 266 h 53954"/>
                          <a:gd name="connsiteX8" fmla="*/ 986 w 116031"/>
                          <a:gd name="connsiteY8" fmla="*/ 21412 h 5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6031" h="53954">
                            <a:moveTo>
                              <a:pt x="986" y="21412"/>
                            </a:moveTo>
                            <a:cubicBezTo>
                              <a:pt x="3939" y="27508"/>
                              <a:pt x="6416" y="29317"/>
                              <a:pt x="13559" y="33032"/>
                            </a:cubicBezTo>
                            <a:cubicBezTo>
                              <a:pt x="27085" y="40176"/>
                              <a:pt x="37848" y="46272"/>
                              <a:pt x="54803" y="50177"/>
                            </a:cubicBezTo>
                            <a:cubicBezTo>
                              <a:pt x="68805" y="53320"/>
                              <a:pt x="84997" y="54749"/>
                              <a:pt x="97856" y="53511"/>
                            </a:cubicBezTo>
                            <a:cubicBezTo>
                              <a:pt x="107381" y="52368"/>
                              <a:pt x="117001" y="49606"/>
                              <a:pt x="115953" y="43034"/>
                            </a:cubicBezTo>
                            <a:cubicBezTo>
                              <a:pt x="115286" y="39033"/>
                              <a:pt x="108142" y="37128"/>
                              <a:pt x="102808" y="34461"/>
                            </a:cubicBezTo>
                            <a:cubicBezTo>
                              <a:pt x="90045" y="27889"/>
                              <a:pt x="77377" y="22936"/>
                              <a:pt x="64518" y="14744"/>
                            </a:cubicBezTo>
                            <a:cubicBezTo>
                              <a:pt x="53564" y="7981"/>
                              <a:pt x="40801" y="-1734"/>
                              <a:pt x="22703" y="266"/>
                            </a:cubicBezTo>
                            <a:cubicBezTo>
                              <a:pt x="6321" y="1981"/>
                              <a:pt x="-3204" y="13030"/>
                              <a:pt x="986" y="2141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27" name="Forme libre : forme 10726">
                        <a:extLst>
                          <a:ext uri="{FF2B5EF4-FFF2-40B4-BE49-F238E27FC236}">
                            <a16:creationId xmlns:a16="http://schemas.microsoft.com/office/drawing/2014/main" id="{4F7925F8-B970-4E2F-895E-0000CDE159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7301" y="2558397"/>
                        <a:ext cx="40793" cy="11342"/>
                      </a:xfrm>
                      <a:custGeom>
                        <a:avLst/>
                        <a:gdLst>
                          <a:gd name="connsiteX0" fmla="*/ 3836 w 40793"/>
                          <a:gd name="connsiteY0" fmla="*/ 6113 h 11342"/>
                          <a:gd name="connsiteX1" fmla="*/ 121 w 40793"/>
                          <a:gd name="connsiteY1" fmla="*/ 8685 h 11342"/>
                          <a:gd name="connsiteX2" fmla="*/ 3074 w 40793"/>
                          <a:gd name="connsiteY2" fmla="*/ 11067 h 11342"/>
                          <a:gd name="connsiteX3" fmla="*/ 10409 w 40793"/>
                          <a:gd name="connsiteY3" fmla="*/ 11257 h 11342"/>
                          <a:gd name="connsiteX4" fmla="*/ 28316 w 40793"/>
                          <a:gd name="connsiteY4" fmla="*/ 9733 h 11342"/>
                          <a:gd name="connsiteX5" fmla="*/ 34888 w 40793"/>
                          <a:gd name="connsiteY5" fmla="*/ 8685 h 11342"/>
                          <a:gd name="connsiteX6" fmla="*/ 31554 w 40793"/>
                          <a:gd name="connsiteY6" fmla="*/ 18 h 11342"/>
                          <a:gd name="connsiteX7" fmla="*/ 3836 w 40793"/>
                          <a:gd name="connsiteY7" fmla="*/ 6113 h 1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793" h="11342">
                            <a:moveTo>
                              <a:pt x="3836" y="6113"/>
                            </a:moveTo>
                            <a:cubicBezTo>
                              <a:pt x="1931" y="6876"/>
                              <a:pt x="693" y="7542"/>
                              <a:pt x="121" y="8685"/>
                            </a:cubicBezTo>
                            <a:cubicBezTo>
                              <a:pt x="-450" y="9924"/>
                              <a:pt x="1074" y="10686"/>
                              <a:pt x="3074" y="11067"/>
                            </a:cubicBezTo>
                            <a:cubicBezTo>
                              <a:pt x="5075" y="11447"/>
                              <a:pt x="8027" y="11352"/>
                              <a:pt x="10409" y="11257"/>
                            </a:cubicBezTo>
                            <a:cubicBezTo>
                              <a:pt x="16314" y="10876"/>
                              <a:pt x="22601" y="10400"/>
                              <a:pt x="28316" y="9733"/>
                            </a:cubicBezTo>
                            <a:cubicBezTo>
                              <a:pt x="30697" y="9447"/>
                              <a:pt x="32887" y="9352"/>
                              <a:pt x="34888" y="8685"/>
                            </a:cubicBezTo>
                            <a:cubicBezTo>
                              <a:pt x="42984" y="5923"/>
                              <a:pt x="43555" y="208"/>
                              <a:pt x="31554" y="18"/>
                            </a:cubicBezTo>
                            <a:cubicBezTo>
                              <a:pt x="22124" y="-268"/>
                              <a:pt x="11361" y="2970"/>
                              <a:pt x="3836" y="611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28" name="Forme libre : forme 10727">
                        <a:extLst>
                          <a:ext uri="{FF2B5EF4-FFF2-40B4-BE49-F238E27FC236}">
                            <a16:creationId xmlns:a16="http://schemas.microsoft.com/office/drawing/2014/main" id="{03248692-AEFB-42D0-A810-C541014F6A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41338" y="2608135"/>
                        <a:ext cx="63150" cy="12953"/>
                      </a:xfrm>
                      <a:custGeom>
                        <a:avLst/>
                        <a:gdLst>
                          <a:gd name="connsiteX0" fmla="*/ 63151 w 63150"/>
                          <a:gd name="connsiteY0" fmla="*/ 0 h 12953"/>
                          <a:gd name="connsiteX1" fmla="*/ 0 w 63150"/>
                          <a:gd name="connsiteY1" fmla="*/ 12954 h 12953"/>
                          <a:gd name="connsiteX2" fmla="*/ 63151 w 63150"/>
                          <a:gd name="connsiteY2" fmla="*/ 0 h 12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3150" h="12953">
                            <a:moveTo>
                              <a:pt x="63151" y="0"/>
                            </a:moveTo>
                            <a:cubicBezTo>
                              <a:pt x="50864" y="10763"/>
                              <a:pt x="19145" y="11239"/>
                              <a:pt x="0" y="12954"/>
                            </a:cubicBezTo>
                            <a:cubicBezTo>
                              <a:pt x="20860" y="11335"/>
                              <a:pt x="45339" y="5524"/>
                              <a:pt x="6315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29" name="Forme libre : forme 10728">
                        <a:extLst>
                          <a:ext uri="{FF2B5EF4-FFF2-40B4-BE49-F238E27FC236}">
                            <a16:creationId xmlns:a16="http://schemas.microsoft.com/office/drawing/2014/main" id="{BF0A08C9-7ADC-48F5-9C65-19F93C4D77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1703" y="2541650"/>
                        <a:ext cx="70675" cy="27241"/>
                      </a:xfrm>
                      <a:custGeom>
                        <a:avLst/>
                        <a:gdLst>
                          <a:gd name="connsiteX0" fmla="*/ 70676 w 70675"/>
                          <a:gd name="connsiteY0" fmla="*/ 0 h 27241"/>
                          <a:gd name="connsiteX1" fmla="*/ 0 w 70675"/>
                          <a:gd name="connsiteY1" fmla="*/ 27242 h 27241"/>
                          <a:gd name="connsiteX2" fmla="*/ 70676 w 70675"/>
                          <a:gd name="connsiteY2" fmla="*/ 0 h 27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0675" h="27241">
                            <a:moveTo>
                              <a:pt x="70676" y="0"/>
                            </a:moveTo>
                            <a:cubicBezTo>
                              <a:pt x="41434" y="381"/>
                              <a:pt x="16479" y="13335"/>
                              <a:pt x="0" y="27242"/>
                            </a:cubicBezTo>
                            <a:cubicBezTo>
                              <a:pt x="14764" y="13240"/>
                              <a:pt x="45911" y="3334"/>
                              <a:pt x="7067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30" name="Forme libre : forme 10729">
                        <a:extLst>
                          <a:ext uri="{FF2B5EF4-FFF2-40B4-BE49-F238E27FC236}">
                            <a16:creationId xmlns:a16="http://schemas.microsoft.com/office/drawing/2014/main" id="{50F805FD-7F42-4879-AA42-BDC72C18C8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8055" y="2573433"/>
                        <a:ext cx="34979" cy="12875"/>
                      </a:xfrm>
                      <a:custGeom>
                        <a:avLst/>
                        <a:gdLst>
                          <a:gd name="connsiteX0" fmla="*/ 34523 w 34979"/>
                          <a:gd name="connsiteY0" fmla="*/ 11938 h 12875"/>
                          <a:gd name="connsiteX1" fmla="*/ 13568 w 34979"/>
                          <a:gd name="connsiteY1" fmla="*/ 9366 h 12875"/>
                          <a:gd name="connsiteX2" fmla="*/ 519 w 34979"/>
                          <a:gd name="connsiteY2" fmla="*/ 1270 h 12875"/>
                          <a:gd name="connsiteX3" fmla="*/ 20521 w 34979"/>
                          <a:gd name="connsiteY3" fmla="*/ 3270 h 12875"/>
                          <a:gd name="connsiteX4" fmla="*/ 34523 w 34979"/>
                          <a:gd name="connsiteY4" fmla="*/ 11938 h 128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979" h="12875">
                            <a:moveTo>
                              <a:pt x="34523" y="11938"/>
                            </a:moveTo>
                            <a:cubicBezTo>
                              <a:pt x="31475" y="14700"/>
                              <a:pt x="17854" y="10604"/>
                              <a:pt x="13568" y="9366"/>
                            </a:cubicBezTo>
                            <a:cubicBezTo>
                              <a:pt x="9377" y="8032"/>
                              <a:pt x="-2625" y="4508"/>
                              <a:pt x="519" y="1270"/>
                            </a:cubicBezTo>
                            <a:cubicBezTo>
                              <a:pt x="3661" y="-1969"/>
                              <a:pt x="16616" y="1841"/>
                              <a:pt x="20521" y="3270"/>
                            </a:cubicBezTo>
                            <a:cubicBezTo>
                              <a:pt x="24521" y="4318"/>
                              <a:pt x="37570" y="8985"/>
                              <a:pt x="34523" y="1193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31" name="Forme libre : forme 10730">
                        <a:extLst>
                          <a:ext uri="{FF2B5EF4-FFF2-40B4-BE49-F238E27FC236}">
                            <a16:creationId xmlns:a16="http://schemas.microsoft.com/office/drawing/2014/main" id="{13A170A7-4508-4095-9606-E86A362C5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48196" y="2582449"/>
                        <a:ext cx="10001" cy="4128"/>
                      </a:xfrm>
                      <a:custGeom>
                        <a:avLst/>
                        <a:gdLst>
                          <a:gd name="connsiteX0" fmla="*/ 10001 w 10001"/>
                          <a:gd name="connsiteY0" fmla="*/ 3112 h 4128"/>
                          <a:gd name="connsiteX1" fmla="*/ 5048 w 10001"/>
                          <a:gd name="connsiteY1" fmla="*/ 3779 h 4128"/>
                          <a:gd name="connsiteX2" fmla="*/ 0 w 10001"/>
                          <a:gd name="connsiteY2" fmla="*/ 1017 h 4128"/>
                          <a:gd name="connsiteX3" fmla="*/ 4763 w 10001"/>
                          <a:gd name="connsiteY3" fmla="*/ 350 h 4128"/>
                          <a:gd name="connsiteX4" fmla="*/ 10001 w 10001"/>
                          <a:gd name="connsiteY4" fmla="*/ 3112 h 4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01" h="4128">
                            <a:moveTo>
                              <a:pt x="10001" y="3112"/>
                            </a:moveTo>
                            <a:cubicBezTo>
                              <a:pt x="10001" y="4541"/>
                              <a:pt x="6763" y="4160"/>
                              <a:pt x="5048" y="3779"/>
                            </a:cubicBezTo>
                            <a:cubicBezTo>
                              <a:pt x="3429" y="3398"/>
                              <a:pt x="95" y="2445"/>
                              <a:pt x="0" y="1017"/>
                            </a:cubicBezTo>
                            <a:cubicBezTo>
                              <a:pt x="0" y="-412"/>
                              <a:pt x="3143" y="-31"/>
                              <a:pt x="4763" y="350"/>
                            </a:cubicBezTo>
                            <a:cubicBezTo>
                              <a:pt x="6572" y="731"/>
                              <a:pt x="10001" y="1683"/>
                              <a:pt x="10001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32" name="Forme libre : forme 10731">
                        <a:extLst>
                          <a:ext uri="{FF2B5EF4-FFF2-40B4-BE49-F238E27FC236}">
                            <a16:creationId xmlns:a16="http://schemas.microsoft.com/office/drawing/2014/main" id="{F567A27E-CF0D-45E8-A409-EE2BE598DE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0799" y="2551236"/>
                        <a:ext cx="82162" cy="51175"/>
                      </a:xfrm>
                      <a:custGeom>
                        <a:avLst/>
                        <a:gdLst>
                          <a:gd name="connsiteX0" fmla="*/ 65211 w 82162"/>
                          <a:gd name="connsiteY0" fmla="*/ 26705 h 51175"/>
                          <a:gd name="connsiteX1" fmla="*/ 81975 w 82162"/>
                          <a:gd name="connsiteY1" fmla="*/ 47088 h 51175"/>
                          <a:gd name="connsiteX2" fmla="*/ 74450 w 82162"/>
                          <a:gd name="connsiteY2" fmla="*/ 50803 h 51175"/>
                          <a:gd name="connsiteX3" fmla="*/ 65306 w 82162"/>
                          <a:gd name="connsiteY3" fmla="*/ 44612 h 51175"/>
                          <a:gd name="connsiteX4" fmla="*/ 37970 w 82162"/>
                          <a:gd name="connsiteY4" fmla="*/ 24133 h 51175"/>
                          <a:gd name="connsiteX5" fmla="*/ 14252 w 82162"/>
                          <a:gd name="connsiteY5" fmla="*/ 13846 h 51175"/>
                          <a:gd name="connsiteX6" fmla="*/ 1108 w 82162"/>
                          <a:gd name="connsiteY6" fmla="*/ 2321 h 51175"/>
                          <a:gd name="connsiteX7" fmla="*/ 47685 w 82162"/>
                          <a:gd name="connsiteY7" fmla="*/ 10893 h 51175"/>
                          <a:gd name="connsiteX8" fmla="*/ 65211 w 82162"/>
                          <a:gd name="connsiteY8" fmla="*/ 26705 h 51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2162" h="51175">
                            <a:moveTo>
                              <a:pt x="65211" y="26705"/>
                            </a:moveTo>
                            <a:cubicBezTo>
                              <a:pt x="73117" y="33848"/>
                              <a:pt x="78832" y="38897"/>
                              <a:pt x="81975" y="47088"/>
                            </a:cubicBezTo>
                            <a:cubicBezTo>
                              <a:pt x="83118" y="50041"/>
                              <a:pt x="78832" y="52041"/>
                              <a:pt x="74450" y="50803"/>
                            </a:cubicBezTo>
                            <a:cubicBezTo>
                              <a:pt x="69973" y="49565"/>
                              <a:pt x="67783" y="47088"/>
                              <a:pt x="65306" y="44612"/>
                            </a:cubicBezTo>
                            <a:cubicBezTo>
                              <a:pt x="57591" y="36706"/>
                              <a:pt x="48542" y="30420"/>
                              <a:pt x="37970" y="24133"/>
                            </a:cubicBezTo>
                            <a:cubicBezTo>
                              <a:pt x="34636" y="22133"/>
                              <a:pt x="23682" y="17942"/>
                              <a:pt x="14252" y="13846"/>
                            </a:cubicBezTo>
                            <a:cubicBezTo>
                              <a:pt x="4918" y="9750"/>
                              <a:pt x="-2988" y="5655"/>
                              <a:pt x="1108" y="2321"/>
                            </a:cubicBezTo>
                            <a:cubicBezTo>
                              <a:pt x="9585" y="-4537"/>
                              <a:pt x="38827" y="5464"/>
                              <a:pt x="47685" y="10893"/>
                            </a:cubicBezTo>
                            <a:cubicBezTo>
                              <a:pt x="56543" y="16227"/>
                              <a:pt x="59211" y="21275"/>
                              <a:pt x="65211" y="2670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78" name="Graphique 1">
                      <a:extLst>
                        <a:ext uri="{FF2B5EF4-FFF2-40B4-BE49-F238E27FC236}">
                          <a16:creationId xmlns:a16="http://schemas.microsoft.com/office/drawing/2014/main" id="{485DE050-98F7-4A30-8A4E-461F57CF9D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411061" y="2588425"/>
                      <a:ext cx="188077" cy="118291"/>
                      <a:chOff x="5411061" y="2588425"/>
                      <a:chExt cx="188077" cy="118291"/>
                    </a:xfrm>
                    <a:solidFill>
                      <a:schemeClr val="accent1"/>
                    </a:solidFill>
                  </p:grpSpPr>
                  <p:sp>
                    <p:nvSpPr>
                      <p:cNvPr id="10709" name="Forme libre : forme 10708">
                        <a:extLst>
                          <a:ext uri="{FF2B5EF4-FFF2-40B4-BE49-F238E27FC236}">
                            <a16:creationId xmlns:a16="http://schemas.microsoft.com/office/drawing/2014/main" id="{D5778731-48B8-4CE0-BA36-C862DAD1CC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11061" y="2588425"/>
                        <a:ext cx="188077" cy="118291"/>
                      </a:xfrm>
                      <a:custGeom>
                        <a:avLst/>
                        <a:gdLst>
                          <a:gd name="connsiteX0" fmla="*/ 110109 w 188077"/>
                          <a:gd name="connsiteY0" fmla="*/ 106197 h 118291"/>
                          <a:gd name="connsiteX1" fmla="*/ 50388 w 188077"/>
                          <a:gd name="connsiteY1" fmla="*/ 76384 h 118291"/>
                          <a:gd name="connsiteX2" fmla="*/ 1334 w 188077"/>
                          <a:gd name="connsiteY2" fmla="*/ 25997 h 118291"/>
                          <a:gd name="connsiteX3" fmla="*/ 9430 w 188077"/>
                          <a:gd name="connsiteY3" fmla="*/ 5994 h 118291"/>
                          <a:gd name="connsiteX4" fmla="*/ 82963 w 188077"/>
                          <a:gd name="connsiteY4" fmla="*/ 8376 h 118291"/>
                          <a:gd name="connsiteX5" fmla="*/ 144304 w 188077"/>
                          <a:gd name="connsiteY5" fmla="*/ 39046 h 118291"/>
                          <a:gd name="connsiteX6" fmla="*/ 187452 w 188077"/>
                          <a:gd name="connsiteY6" fmla="*/ 96577 h 118291"/>
                          <a:gd name="connsiteX7" fmla="*/ 178594 w 188077"/>
                          <a:gd name="connsiteY7" fmla="*/ 115722 h 118291"/>
                          <a:gd name="connsiteX8" fmla="*/ 110109 w 188077"/>
                          <a:gd name="connsiteY8" fmla="*/ 106197 h 118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88077" h="118291">
                            <a:moveTo>
                              <a:pt x="110109" y="106197"/>
                            </a:moveTo>
                            <a:cubicBezTo>
                              <a:pt x="95727" y="99053"/>
                              <a:pt x="65247" y="83813"/>
                              <a:pt x="50388" y="76384"/>
                            </a:cubicBezTo>
                            <a:cubicBezTo>
                              <a:pt x="22765" y="62287"/>
                              <a:pt x="11716" y="46761"/>
                              <a:pt x="1334" y="25997"/>
                            </a:cubicBezTo>
                            <a:cubicBezTo>
                              <a:pt x="-2286" y="18758"/>
                              <a:pt x="1810" y="8661"/>
                              <a:pt x="9430" y="5994"/>
                            </a:cubicBezTo>
                            <a:cubicBezTo>
                              <a:pt x="31338" y="-1721"/>
                              <a:pt x="53340" y="-3055"/>
                              <a:pt x="82963" y="8376"/>
                            </a:cubicBezTo>
                            <a:cubicBezTo>
                              <a:pt x="98870" y="14471"/>
                              <a:pt x="129350" y="29711"/>
                              <a:pt x="144304" y="39046"/>
                            </a:cubicBezTo>
                            <a:cubicBezTo>
                              <a:pt x="172021" y="56096"/>
                              <a:pt x="180975" y="74574"/>
                              <a:pt x="187452" y="96577"/>
                            </a:cubicBezTo>
                            <a:cubicBezTo>
                              <a:pt x="189643" y="104197"/>
                              <a:pt x="185928" y="114103"/>
                              <a:pt x="178594" y="115722"/>
                            </a:cubicBezTo>
                            <a:cubicBezTo>
                              <a:pt x="157448" y="120580"/>
                              <a:pt x="137065" y="119151"/>
                              <a:pt x="110109" y="10619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10" name="Forme libre : forme 10709">
                        <a:extLst>
                          <a:ext uri="{FF2B5EF4-FFF2-40B4-BE49-F238E27FC236}">
                            <a16:creationId xmlns:a16="http://schemas.microsoft.com/office/drawing/2014/main" id="{FB1A8902-A95D-4F1C-8315-3572DE163A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11119" y="2604611"/>
                        <a:ext cx="178917" cy="101798"/>
                      </a:xfrm>
                      <a:custGeom>
                        <a:avLst/>
                        <a:gdLst>
                          <a:gd name="connsiteX0" fmla="*/ 70999 w 178917"/>
                          <a:gd name="connsiteY0" fmla="*/ 40005 h 101798"/>
                          <a:gd name="connsiteX1" fmla="*/ 513 w 178917"/>
                          <a:gd name="connsiteY1" fmla="*/ 0 h 101798"/>
                          <a:gd name="connsiteX2" fmla="*/ 1276 w 178917"/>
                          <a:gd name="connsiteY2" fmla="*/ 9620 h 101798"/>
                          <a:gd name="connsiteX3" fmla="*/ 6800 w 178917"/>
                          <a:gd name="connsiteY3" fmla="*/ 19907 h 101798"/>
                          <a:gd name="connsiteX4" fmla="*/ 28041 w 178917"/>
                          <a:gd name="connsiteY4" fmla="*/ 45625 h 101798"/>
                          <a:gd name="connsiteX5" fmla="*/ 50330 w 178917"/>
                          <a:gd name="connsiteY5" fmla="*/ 60007 h 101798"/>
                          <a:gd name="connsiteX6" fmla="*/ 59950 w 178917"/>
                          <a:gd name="connsiteY6" fmla="*/ 64865 h 101798"/>
                          <a:gd name="connsiteX7" fmla="*/ 105670 w 178917"/>
                          <a:gd name="connsiteY7" fmla="*/ 87630 h 101798"/>
                          <a:gd name="connsiteX8" fmla="*/ 110051 w 178917"/>
                          <a:gd name="connsiteY8" fmla="*/ 89821 h 101798"/>
                          <a:gd name="connsiteX9" fmla="*/ 136626 w 178917"/>
                          <a:gd name="connsiteY9" fmla="*/ 99536 h 101798"/>
                          <a:gd name="connsiteX10" fmla="*/ 168535 w 178917"/>
                          <a:gd name="connsiteY10" fmla="*/ 101155 h 101798"/>
                          <a:gd name="connsiteX11" fmla="*/ 178536 w 178917"/>
                          <a:gd name="connsiteY11" fmla="*/ 99346 h 101798"/>
                          <a:gd name="connsiteX12" fmla="*/ 178917 w 178917"/>
                          <a:gd name="connsiteY12" fmla="*/ 99250 h 101798"/>
                          <a:gd name="connsiteX13" fmla="*/ 70999 w 178917"/>
                          <a:gd name="connsiteY13" fmla="*/ 40005 h 1017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78917" h="101798">
                            <a:moveTo>
                              <a:pt x="70999" y="40005"/>
                            </a:moveTo>
                            <a:cubicBezTo>
                              <a:pt x="44996" y="29623"/>
                              <a:pt x="17564" y="17716"/>
                              <a:pt x="513" y="0"/>
                            </a:cubicBezTo>
                            <a:cubicBezTo>
                              <a:pt x="-344" y="3238"/>
                              <a:pt x="-153" y="6667"/>
                              <a:pt x="1276" y="9620"/>
                            </a:cubicBezTo>
                            <a:cubicBezTo>
                              <a:pt x="3085" y="13240"/>
                              <a:pt x="4895" y="16669"/>
                              <a:pt x="6800" y="19907"/>
                            </a:cubicBezTo>
                            <a:cubicBezTo>
                              <a:pt x="12325" y="29337"/>
                              <a:pt x="18802" y="37814"/>
                              <a:pt x="28041" y="45625"/>
                            </a:cubicBezTo>
                            <a:cubicBezTo>
                              <a:pt x="34137" y="50578"/>
                              <a:pt x="41281" y="55340"/>
                              <a:pt x="50330" y="60007"/>
                            </a:cubicBezTo>
                            <a:cubicBezTo>
                              <a:pt x="53092" y="61436"/>
                              <a:pt x="56330" y="63055"/>
                              <a:pt x="59950" y="64865"/>
                            </a:cubicBezTo>
                            <a:cubicBezTo>
                              <a:pt x="74237" y="71723"/>
                              <a:pt x="93477" y="81343"/>
                              <a:pt x="105670" y="87630"/>
                            </a:cubicBezTo>
                            <a:cubicBezTo>
                              <a:pt x="107289" y="88392"/>
                              <a:pt x="108718" y="89154"/>
                              <a:pt x="110051" y="89821"/>
                            </a:cubicBezTo>
                            <a:cubicBezTo>
                              <a:pt x="119576" y="94392"/>
                              <a:pt x="128435" y="97536"/>
                              <a:pt x="136626" y="99536"/>
                            </a:cubicBezTo>
                            <a:cubicBezTo>
                              <a:pt x="147961" y="102013"/>
                              <a:pt x="158343" y="102298"/>
                              <a:pt x="168535" y="101155"/>
                            </a:cubicBezTo>
                            <a:cubicBezTo>
                              <a:pt x="171869" y="100774"/>
                              <a:pt x="175202" y="100108"/>
                              <a:pt x="178536" y="99346"/>
                            </a:cubicBezTo>
                            <a:lnTo>
                              <a:pt x="178917" y="99250"/>
                            </a:lnTo>
                            <a:cubicBezTo>
                              <a:pt x="144817" y="76581"/>
                              <a:pt x="108432" y="54578"/>
                              <a:pt x="70999" y="4000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11" name="Forme libre : forme 10710">
                        <a:extLst>
                          <a:ext uri="{FF2B5EF4-FFF2-40B4-BE49-F238E27FC236}">
                            <a16:creationId xmlns:a16="http://schemas.microsoft.com/office/drawing/2014/main" id="{8ACC0A77-9C82-4122-93CB-C973A6324F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78003" y="2628325"/>
                        <a:ext cx="85606" cy="51596"/>
                      </a:xfrm>
                      <a:custGeom>
                        <a:avLst/>
                        <a:gdLst>
                          <a:gd name="connsiteX0" fmla="*/ 85077 w 85606"/>
                          <a:gd name="connsiteY0" fmla="*/ 49152 h 51596"/>
                          <a:gd name="connsiteX1" fmla="*/ 35738 w 85606"/>
                          <a:gd name="connsiteY1" fmla="*/ 35722 h 51596"/>
                          <a:gd name="connsiteX2" fmla="*/ 400 w 85606"/>
                          <a:gd name="connsiteY2" fmla="*/ 3718 h 51596"/>
                          <a:gd name="connsiteX3" fmla="*/ 46977 w 85606"/>
                          <a:gd name="connsiteY3" fmla="*/ 13624 h 51596"/>
                          <a:gd name="connsiteX4" fmla="*/ 85077 w 85606"/>
                          <a:gd name="connsiteY4" fmla="*/ 49152 h 515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606" h="51596">
                            <a:moveTo>
                              <a:pt x="85077" y="49152"/>
                            </a:moveTo>
                            <a:cubicBezTo>
                              <a:pt x="80219" y="57820"/>
                              <a:pt x="46882" y="41056"/>
                              <a:pt x="35738" y="35722"/>
                            </a:cubicBezTo>
                            <a:cubicBezTo>
                              <a:pt x="24784" y="29721"/>
                              <a:pt x="-3696" y="13815"/>
                              <a:pt x="400" y="3718"/>
                            </a:cubicBezTo>
                            <a:cubicBezTo>
                              <a:pt x="4495" y="-6664"/>
                              <a:pt x="36595" y="7338"/>
                              <a:pt x="46977" y="13624"/>
                            </a:cubicBezTo>
                            <a:cubicBezTo>
                              <a:pt x="57645" y="19149"/>
                              <a:pt x="90126" y="40104"/>
                              <a:pt x="85077" y="4915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12" name="Forme libre : forme 10711">
                        <a:extLst>
                          <a:ext uri="{FF2B5EF4-FFF2-40B4-BE49-F238E27FC236}">
                            <a16:creationId xmlns:a16="http://schemas.microsoft.com/office/drawing/2014/main" id="{4C654172-8722-4F67-B882-A0B8B1786D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77791" y="2628352"/>
                        <a:ext cx="54808" cy="44076"/>
                      </a:xfrm>
                      <a:custGeom>
                        <a:avLst/>
                        <a:gdLst>
                          <a:gd name="connsiteX0" fmla="*/ 23090 w 54808"/>
                          <a:gd name="connsiteY0" fmla="*/ 3215 h 44076"/>
                          <a:gd name="connsiteX1" fmla="*/ 40 w 54808"/>
                          <a:gd name="connsiteY1" fmla="*/ 3500 h 44076"/>
                          <a:gd name="connsiteX2" fmla="*/ 36330 w 54808"/>
                          <a:gd name="connsiteY2" fmla="*/ 35981 h 44076"/>
                          <a:gd name="connsiteX3" fmla="*/ 54809 w 54808"/>
                          <a:gd name="connsiteY3" fmla="*/ 44077 h 44076"/>
                          <a:gd name="connsiteX4" fmla="*/ 45665 w 54808"/>
                          <a:gd name="connsiteY4" fmla="*/ 38267 h 44076"/>
                          <a:gd name="connsiteX5" fmla="*/ 23090 w 54808"/>
                          <a:gd name="connsiteY5" fmla="*/ 3215 h 4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4808" h="44076">
                            <a:moveTo>
                              <a:pt x="23090" y="3215"/>
                            </a:moveTo>
                            <a:cubicBezTo>
                              <a:pt x="16709" y="2357"/>
                              <a:pt x="802" y="-3739"/>
                              <a:pt x="40" y="3500"/>
                            </a:cubicBezTo>
                            <a:cubicBezTo>
                              <a:pt x="-1103" y="15025"/>
                              <a:pt x="22614" y="28361"/>
                              <a:pt x="36330" y="35981"/>
                            </a:cubicBezTo>
                            <a:cubicBezTo>
                              <a:pt x="40426" y="38076"/>
                              <a:pt x="49856" y="42362"/>
                              <a:pt x="54809" y="44077"/>
                            </a:cubicBezTo>
                            <a:cubicBezTo>
                              <a:pt x="52237" y="42553"/>
                              <a:pt x="47856" y="40172"/>
                              <a:pt x="45665" y="38267"/>
                            </a:cubicBezTo>
                            <a:cubicBezTo>
                              <a:pt x="33473" y="27599"/>
                              <a:pt x="18804" y="14454"/>
                              <a:pt x="23090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13" name="Forme libre : forme 10712">
                        <a:extLst>
                          <a:ext uri="{FF2B5EF4-FFF2-40B4-BE49-F238E27FC236}">
                            <a16:creationId xmlns:a16="http://schemas.microsoft.com/office/drawing/2014/main" id="{5F2531C1-118F-45A2-A958-73B31537B2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81429" y="2632793"/>
                        <a:ext cx="85914" cy="51357"/>
                      </a:xfrm>
                      <a:custGeom>
                        <a:avLst/>
                        <a:gdLst>
                          <a:gd name="connsiteX0" fmla="*/ 84795 w 85914"/>
                          <a:gd name="connsiteY0" fmla="*/ 49542 h 51357"/>
                          <a:gd name="connsiteX1" fmla="*/ 34884 w 85914"/>
                          <a:gd name="connsiteY1" fmla="*/ 35921 h 51357"/>
                          <a:gd name="connsiteX2" fmla="*/ 308 w 85914"/>
                          <a:gd name="connsiteY2" fmla="*/ 3822 h 51357"/>
                          <a:gd name="connsiteX3" fmla="*/ 46504 w 85914"/>
                          <a:gd name="connsiteY3" fmla="*/ 13823 h 51357"/>
                          <a:gd name="connsiteX4" fmla="*/ 84795 w 85914"/>
                          <a:gd name="connsiteY4" fmla="*/ 49542 h 513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914" h="51357">
                            <a:moveTo>
                              <a:pt x="84795" y="49542"/>
                            </a:moveTo>
                            <a:cubicBezTo>
                              <a:pt x="77079" y="56495"/>
                              <a:pt x="46885" y="41636"/>
                              <a:pt x="34884" y="35921"/>
                            </a:cubicBezTo>
                            <a:cubicBezTo>
                              <a:pt x="22977" y="29730"/>
                              <a:pt x="-3122" y="14490"/>
                              <a:pt x="308" y="3822"/>
                            </a:cubicBezTo>
                            <a:cubicBezTo>
                              <a:pt x="3832" y="-7036"/>
                              <a:pt x="36788" y="8108"/>
                              <a:pt x="46504" y="13823"/>
                            </a:cubicBezTo>
                            <a:cubicBezTo>
                              <a:pt x="56505" y="18967"/>
                              <a:pt x="92700" y="42208"/>
                              <a:pt x="84795" y="4954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14" name="Forme libre : forme 10713">
                        <a:extLst>
                          <a:ext uri="{FF2B5EF4-FFF2-40B4-BE49-F238E27FC236}">
                            <a16:creationId xmlns:a16="http://schemas.microsoft.com/office/drawing/2014/main" id="{FE873B67-51E2-413F-BD09-529BCF8C33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36776" y="2603128"/>
                        <a:ext cx="100813" cy="79498"/>
                      </a:xfrm>
                      <a:custGeom>
                        <a:avLst/>
                        <a:gdLst>
                          <a:gd name="connsiteX0" fmla="*/ 2 w 100813"/>
                          <a:gd name="connsiteY0" fmla="*/ 12341 h 79498"/>
                          <a:gd name="connsiteX1" fmla="*/ 6670 w 100813"/>
                          <a:gd name="connsiteY1" fmla="*/ 28057 h 79498"/>
                          <a:gd name="connsiteX2" fmla="*/ 39245 w 100813"/>
                          <a:gd name="connsiteY2" fmla="*/ 60252 h 79498"/>
                          <a:gd name="connsiteX3" fmla="*/ 80202 w 100813"/>
                          <a:gd name="connsiteY3" fmla="*/ 78254 h 79498"/>
                          <a:gd name="connsiteX4" fmla="*/ 100777 w 100813"/>
                          <a:gd name="connsiteY4" fmla="*/ 73872 h 79498"/>
                          <a:gd name="connsiteX5" fmla="*/ 90776 w 100813"/>
                          <a:gd name="connsiteY5" fmla="*/ 61680 h 79498"/>
                          <a:gd name="connsiteX6" fmla="*/ 60962 w 100813"/>
                          <a:gd name="connsiteY6" fmla="*/ 30534 h 79498"/>
                          <a:gd name="connsiteX7" fmla="*/ 28292 w 100813"/>
                          <a:gd name="connsiteY7" fmla="*/ 1578 h 79498"/>
                          <a:gd name="connsiteX8" fmla="*/ 2 w 100813"/>
                          <a:gd name="connsiteY8" fmla="*/ 12341 h 794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0813" h="79498">
                            <a:moveTo>
                              <a:pt x="2" y="12341"/>
                            </a:moveTo>
                            <a:cubicBezTo>
                              <a:pt x="97" y="19104"/>
                              <a:pt x="1621" y="21676"/>
                              <a:pt x="6670" y="28057"/>
                            </a:cubicBezTo>
                            <a:cubicBezTo>
                              <a:pt x="16290" y="40249"/>
                              <a:pt x="24005" y="50060"/>
                              <a:pt x="39245" y="60252"/>
                            </a:cubicBezTo>
                            <a:cubicBezTo>
                              <a:pt x="52009" y="68634"/>
                              <a:pt x="67344" y="75492"/>
                              <a:pt x="80202" y="78254"/>
                            </a:cubicBezTo>
                            <a:cubicBezTo>
                              <a:pt x="89633" y="80350"/>
                              <a:pt x="99919" y="80350"/>
                              <a:pt x="100777" y="73872"/>
                            </a:cubicBezTo>
                            <a:cubicBezTo>
                              <a:pt x="101348" y="69872"/>
                              <a:pt x="95061" y="66062"/>
                              <a:pt x="90776" y="61680"/>
                            </a:cubicBezTo>
                            <a:cubicBezTo>
                              <a:pt x="80584" y="51489"/>
                              <a:pt x="70106" y="42630"/>
                              <a:pt x="60962" y="30534"/>
                            </a:cubicBezTo>
                            <a:cubicBezTo>
                              <a:pt x="53152" y="20437"/>
                              <a:pt x="45246" y="6817"/>
                              <a:pt x="28292" y="1578"/>
                            </a:cubicBezTo>
                            <a:cubicBezTo>
                              <a:pt x="13051" y="-2994"/>
                              <a:pt x="-189" y="2911"/>
                              <a:pt x="2" y="1234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15" name="Forme libre : forme 10714">
                        <a:extLst>
                          <a:ext uri="{FF2B5EF4-FFF2-40B4-BE49-F238E27FC236}">
                            <a16:creationId xmlns:a16="http://schemas.microsoft.com/office/drawing/2014/main" id="{647526AB-4920-4BF6-869E-97743B761F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62380" y="2613088"/>
                        <a:ext cx="39507" cy="13911"/>
                      </a:xfrm>
                      <a:custGeom>
                        <a:avLst/>
                        <a:gdLst>
                          <a:gd name="connsiteX0" fmla="*/ 4879 w 39507"/>
                          <a:gd name="connsiteY0" fmla="*/ 0 h 13911"/>
                          <a:gd name="connsiteX1" fmla="*/ 401 w 39507"/>
                          <a:gd name="connsiteY1" fmla="*/ 953 h 13911"/>
                          <a:gd name="connsiteX2" fmla="*/ 2211 w 39507"/>
                          <a:gd name="connsiteY2" fmla="*/ 4286 h 13911"/>
                          <a:gd name="connsiteX3" fmla="*/ 8784 w 39507"/>
                          <a:gd name="connsiteY3" fmla="*/ 7334 h 13911"/>
                          <a:gd name="connsiteX4" fmla="*/ 25834 w 39507"/>
                          <a:gd name="connsiteY4" fmla="*/ 12668 h 13911"/>
                          <a:gd name="connsiteX5" fmla="*/ 32215 w 39507"/>
                          <a:gd name="connsiteY5" fmla="*/ 13906 h 13911"/>
                          <a:gd name="connsiteX6" fmla="*/ 32311 w 39507"/>
                          <a:gd name="connsiteY6" fmla="*/ 4667 h 13911"/>
                          <a:gd name="connsiteX7" fmla="*/ 4879 w 39507"/>
                          <a:gd name="connsiteY7" fmla="*/ 0 h 13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507" h="13911">
                            <a:moveTo>
                              <a:pt x="4879" y="0"/>
                            </a:moveTo>
                            <a:cubicBezTo>
                              <a:pt x="2878" y="0"/>
                              <a:pt x="1450" y="95"/>
                              <a:pt x="401" y="953"/>
                            </a:cubicBezTo>
                            <a:cubicBezTo>
                              <a:pt x="-646" y="1810"/>
                              <a:pt x="497" y="3143"/>
                              <a:pt x="2211" y="4286"/>
                            </a:cubicBezTo>
                            <a:cubicBezTo>
                              <a:pt x="3926" y="5429"/>
                              <a:pt x="6593" y="6572"/>
                              <a:pt x="8784" y="7334"/>
                            </a:cubicBezTo>
                            <a:cubicBezTo>
                              <a:pt x="14308" y="9335"/>
                              <a:pt x="20404" y="11144"/>
                              <a:pt x="25834" y="12668"/>
                            </a:cubicBezTo>
                            <a:cubicBezTo>
                              <a:pt x="28120" y="13240"/>
                              <a:pt x="30215" y="13906"/>
                              <a:pt x="32215" y="13906"/>
                            </a:cubicBezTo>
                            <a:cubicBezTo>
                              <a:pt x="40693" y="14097"/>
                              <a:pt x="43074" y="8954"/>
                              <a:pt x="32311" y="4667"/>
                            </a:cubicBezTo>
                            <a:cubicBezTo>
                              <a:pt x="24024" y="1048"/>
                              <a:pt x="12880" y="95"/>
                              <a:pt x="48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16" name="Forme libre : forme 10715">
                        <a:extLst>
                          <a:ext uri="{FF2B5EF4-FFF2-40B4-BE49-F238E27FC236}">
                            <a16:creationId xmlns:a16="http://schemas.microsoft.com/office/drawing/2014/main" id="{FEB8428A-7DD3-4106-8B63-2196B517B5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23837" y="2694241"/>
                        <a:ext cx="64960" cy="8697"/>
                      </a:xfrm>
                      <a:custGeom>
                        <a:avLst/>
                        <a:gdLst>
                          <a:gd name="connsiteX0" fmla="*/ 64961 w 64960"/>
                          <a:gd name="connsiteY0" fmla="*/ 6001 h 8697"/>
                          <a:gd name="connsiteX1" fmla="*/ 0 w 64960"/>
                          <a:gd name="connsiteY1" fmla="*/ 0 h 8697"/>
                          <a:gd name="connsiteX2" fmla="*/ 64961 w 64960"/>
                          <a:gd name="connsiteY2" fmla="*/ 6001 h 86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4960" h="8697">
                            <a:moveTo>
                              <a:pt x="64961" y="6001"/>
                            </a:moveTo>
                            <a:cubicBezTo>
                              <a:pt x="50292" y="13049"/>
                              <a:pt x="19431" y="4572"/>
                              <a:pt x="0" y="0"/>
                            </a:cubicBezTo>
                            <a:cubicBezTo>
                              <a:pt x="21050" y="5144"/>
                              <a:pt x="46291" y="6572"/>
                              <a:pt x="64961" y="600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17" name="Forme libre : forme 10716">
                        <a:extLst>
                          <a:ext uri="{FF2B5EF4-FFF2-40B4-BE49-F238E27FC236}">
                            <a16:creationId xmlns:a16="http://schemas.microsoft.com/office/drawing/2014/main" id="{0FF039DC-86D3-4EEA-88CF-24E0D007B1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21063" y="2592425"/>
                        <a:ext cx="74199" cy="7423"/>
                      </a:xfrm>
                      <a:custGeom>
                        <a:avLst/>
                        <a:gdLst>
                          <a:gd name="connsiteX0" fmla="*/ 74200 w 74199"/>
                          <a:gd name="connsiteY0" fmla="*/ 7424 h 7423"/>
                          <a:gd name="connsiteX1" fmla="*/ 0 w 74199"/>
                          <a:gd name="connsiteY1" fmla="*/ 4185 h 7423"/>
                          <a:gd name="connsiteX2" fmla="*/ 74200 w 74199"/>
                          <a:gd name="connsiteY2" fmla="*/ 7424 h 74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4199" h="7423">
                            <a:moveTo>
                              <a:pt x="74200" y="7424"/>
                            </a:moveTo>
                            <a:cubicBezTo>
                              <a:pt x="48006" y="-2673"/>
                              <a:pt x="20860" y="-1149"/>
                              <a:pt x="0" y="4185"/>
                            </a:cubicBezTo>
                            <a:cubicBezTo>
                              <a:pt x="19240" y="-1815"/>
                              <a:pt x="50672" y="1804"/>
                              <a:pt x="74200" y="742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18" name="Forme libre : forme 10717">
                        <a:extLst>
                          <a:ext uri="{FF2B5EF4-FFF2-40B4-BE49-F238E27FC236}">
                            <a16:creationId xmlns:a16="http://schemas.microsoft.com/office/drawing/2014/main" id="{113B7D9E-9931-46AF-AB01-A5AEEFC435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15683" y="2642571"/>
                        <a:ext cx="30659" cy="21281"/>
                      </a:xfrm>
                      <a:custGeom>
                        <a:avLst/>
                        <a:gdLst>
                          <a:gd name="connsiteX0" fmla="*/ 29871 w 30659"/>
                          <a:gd name="connsiteY0" fmla="*/ 21000 h 21281"/>
                          <a:gd name="connsiteX1" fmla="*/ 10726 w 30659"/>
                          <a:gd name="connsiteY1" fmla="*/ 12142 h 21281"/>
                          <a:gd name="connsiteX2" fmla="*/ 915 w 30659"/>
                          <a:gd name="connsiteY2" fmla="*/ 331 h 21281"/>
                          <a:gd name="connsiteX3" fmla="*/ 19203 w 30659"/>
                          <a:gd name="connsiteY3" fmla="*/ 8522 h 21281"/>
                          <a:gd name="connsiteX4" fmla="*/ 29871 w 30659"/>
                          <a:gd name="connsiteY4" fmla="*/ 21000 h 212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659" h="21281">
                            <a:moveTo>
                              <a:pt x="29871" y="21000"/>
                            </a:moveTo>
                            <a:cubicBezTo>
                              <a:pt x="26061" y="22905"/>
                              <a:pt x="14441" y="14618"/>
                              <a:pt x="10726" y="12142"/>
                            </a:cubicBezTo>
                            <a:cubicBezTo>
                              <a:pt x="7107" y="9665"/>
                              <a:pt x="-3085" y="2331"/>
                              <a:pt x="915" y="331"/>
                            </a:cubicBezTo>
                            <a:cubicBezTo>
                              <a:pt x="4916" y="-1669"/>
                              <a:pt x="15870" y="5950"/>
                              <a:pt x="19203" y="8522"/>
                            </a:cubicBezTo>
                            <a:cubicBezTo>
                              <a:pt x="22633" y="10999"/>
                              <a:pt x="33681" y="19095"/>
                              <a:pt x="29871" y="2100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19" name="Forme libre : forme 10718">
                        <a:extLst>
                          <a:ext uri="{FF2B5EF4-FFF2-40B4-BE49-F238E27FC236}">
                            <a16:creationId xmlns:a16="http://schemas.microsoft.com/office/drawing/2014/main" id="{2A0097A7-A038-488A-8ED6-067CFD3C5B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41978" y="2660031"/>
                        <a:ext cx="8849" cy="6104"/>
                      </a:xfrm>
                      <a:custGeom>
                        <a:avLst/>
                        <a:gdLst>
                          <a:gd name="connsiteX0" fmla="*/ 8815 w 8849"/>
                          <a:gd name="connsiteY0" fmla="*/ 5540 h 6104"/>
                          <a:gd name="connsiteX1" fmla="*/ 3957 w 8849"/>
                          <a:gd name="connsiteY1" fmla="*/ 4683 h 6104"/>
                          <a:gd name="connsiteX2" fmla="*/ 51 w 8849"/>
                          <a:gd name="connsiteY2" fmla="*/ 587 h 6104"/>
                          <a:gd name="connsiteX3" fmla="*/ 4814 w 8849"/>
                          <a:gd name="connsiteY3" fmla="*/ 1349 h 6104"/>
                          <a:gd name="connsiteX4" fmla="*/ 8815 w 8849"/>
                          <a:gd name="connsiteY4" fmla="*/ 5540 h 6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49" h="6104">
                            <a:moveTo>
                              <a:pt x="8815" y="5540"/>
                            </a:moveTo>
                            <a:cubicBezTo>
                              <a:pt x="8433" y="6873"/>
                              <a:pt x="5385" y="5540"/>
                              <a:pt x="3957" y="4683"/>
                            </a:cubicBezTo>
                            <a:cubicBezTo>
                              <a:pt x="2528" y="3826"/>
                              <a:pt x="-425" y="1920"/>
                              <a:pt x="51" y="587"/>
                            </a:cubicBezTo>
                            <a:cubicBezTo>
                              <a:pt x="433" y="-747"/>
                              <a:pt x="3385" y="492"/>
                              <a:pt x="4814" y="1349"/>
                            </a:cubicBezTo>
                            <a:cubicBezTo>
                              <a:pt x="6338" y="2111"/>
                              <a:pt x="9196" y="4111"/>
                              <a:pt x="8815" y="554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20" name="Forme libre : forme 10719">
                        <a:extLst>
                          <a:ext uri="{FF2B5EF4-FFF2-40B4-BE49-F238E27FC236}">
                            <a16:creationId xmlns:a16="http://schemas.microsoft.com/office/drawing/2014/main" id="{DE094CD6-EF25-4587-A6E1-B5EC378FB7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24816" y="2623355"/>
                        <a:ext cx="65042" cy="69793"/>
                      </a:xfrm>
                      <a:custGeom>
                        <a:avLst/>
                        <a:gdLst>
                          <a:gd name="connsiteX0" fmla="*/ 54647 w 65042"/>
                          <a:gd name="connsiteY0" fmla="*/ 42788 h 69793"/>
                          <a:gd name="connsiteX1" fmla="*/ 65030 w 65042"/>
                          <a:gd name="connsiteY1" fmla="*/ 66886 h 69793"/>
                          <a:gd name="connsiteX2" fmla="*/ 56743 w 65042"/>
                          <a:gd name="connsiteY2" fmla="*/ 68410 h 69793"/>
                          <a:gd name="connsiteX3" fmla="*/ 49695 w 65042"/>
                          <a:gd name="connsiteY3" fmla="*/ 59837 h 69793"/>
                          <a:gd name="connsiteX4" fmla="*/ 29502 w 65042"/>
                          <a:gd name="connsiteY4" fmla="*/ 32405 h 69793"/>
                          <a:gd name="connsiteX5" fmla="*/ 10261 w 65042"/>
                          <a:gd name="connsiteY5" fmla="*/ 15451 h 69793"/>
                          <a:gd name="connsiteX6" fmla="*/ 1784 w 65042"/>
                          <a:gd name="connsiteY6" fmla="*/ 497 h 69793"/>
                          <a:gd name="connsiteX7" fmla="*/ 42646 w 65042"/>
                          <a:gd name="connsiteY7" fmla="*/ 22595 h 69793"/>
                          <a:gd name="connsiteX8" fmla="*/ 54647 w 65042"/>
                          <a:gd name="connsiteY8" fmla="*/ 42788 h 697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5042" h="69793">
                            <a:moveTo>
                              <a:pt x="54647" y="42788"/>
                            </a:moveTo>
                            <a:cubicBezTo>
                              <a:pt x="60172" y="51741"/>
                              <a:pt x="64172" y="58313"/>
                              <a:pt x="65030" y="66886"/>
                            </a:cubicBezTo>
                            <a:cubicBezTo>
                              <a:pt x="65316" y="70124"/>
                              <a:pt x="60648" y="70696"/>
                              <a:pt x="56743" y="68410"/>
                            </a:cubicBezTo>
                            <a:cubicBezTo>
                              <a:pt x="52838" y="66029"/>
                              <a:pt x="51314" y="62981"/>
                              <a:pt x="49695" y="59837"/>
                            </a:cubicBezTo>
                            <a:cubicBezTo>
                              <a:pt x="44456" y="50217"/>
                              <a:pt x="37598" y="41549"/>
                              <a:pt x="29502" y="32405"/>
                            </a:cubicBezTo>
                            <a:cubicBezTo>
                              <a:pt x="27025" y="29453"/>
                              <a:pt x="17785" y="22309"/>
                              <a:pt x="10261" y="15451"/>
                            </a:cubicBezTo>
                            <a:cubicBezTo>
                              <a:pt x="2736" y="8783"/>
                              <a:pt x="-3074" y="2211"/>
                              <a:pt x="1784" y="497"/>
                            </a:cubicBezTo>
                            <a:cubicBezTo>
                              <a:pt x="11499" y="-3218"/>
                              <a:pt x="36169" y="14879"/>
                              <a:pt x="42646" y="22595"/>
                            </a:cubicBezTo>
                            <a:cubicBezTo>
                              <a:pt x="49599" y="30214"/>
                              <a:pt x="50457" y="36120"/>
                              <a:pt x="54647" y="4278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79" name="Graphique 1">
                      <a:extLst>
                        <a:ext uri="{FF2B5EF4-FFF2-40B4-BE49-F238E27FC236}">
                          <a16:creationId xmlns:a16="http://schemas.microsoft.com/office/drawing/2014/main" id="{69073B36-AE29-45E8-AAE8-8C2D6FFF12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94580" y="2691129"/>
                      <a:ext cx="149247" cy="165484"/>
                      <a:chOff x="5594580" y="2691129"/>
                      <a:chExt cx="149247" cy="165484"/>
                    </a:xfrm>
                    <a:solidFill>
                      <a:schemeClr val="accent1"/>
                    </a:solidFill>
                  </p:grpSpPr>
                  <p:sp>
                    <p:nvSpPr>
                      <p:cNvPr id="10697" name="Forme libre : forme 10696">
                        <a:extLst>
                          <a:ext uri="{FF2B5EF4-FFF2-40B4-BE49-F238E27FC236}">
                            <a16:creationId xmlns:a16="http://schemas.microsoft.com/office/drawing/2014/main" id="{50C414E3-87BC-4C2A-BCB8-E799181ABB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94580" y="2691129"/>
                        <a:ext cx="149247" cy="165484"/>
                      </a:xfrm>
                      <a:custGeom>
                        <a:avLst/>
                        <a:gdLst>
                          <a:gd name="connsiteX0" fmla="*/ 74418 w 149247"/>
                          <a:gd name="connsiteY0" fmla="*/ 122841 h 165484"/>
                          <a:gd name="connsiteX1" fmla="*/ 32889 w 149247"/>
                          <a:gd name="connsiteY1" fmla="*/ 78835 h 165484"/>
                          <a:gd name="connsiteX2" fmla="*/ 219 w 149247"/>
                          <a:gd name="connsiteY2" fmla="*/ 17304 h 165484"/>
                          <a:gd name="connsiteX3" fmla="*/ 13363 w 149247"/>
                          <a:gd name="connsiteY3" fmla="*/ 254 h 165484"/>
                          <a:gd name="connsiteX4" fmla="*/ 83943 w 149247"/>
                          <a:gd name="connsiteY4" fmla="*/ 23305 h 165484"/>
                          <a:gd name="connsiteX5" fmla="*/ 110328 w 149247"/>
                          <a:gd name="connsiteY5" fmla="*/ 47593 h 165484"/>
                          <a:gd name="connsiteX6" fmla="*/ 134426 w 149247"/>
                          <a:gd name="connsiteY6" fmla="*/ 77216 h 165484"/>
                          <a:gd name="connsiteX7" fmla="*/ 145856 w 149247"/>
                          <a:gd name="connsiteY7" fmla="*/ 100933 h 165484"/>
                          <a:gd name="connsiteX8" fmla="*/ 148523 w 149247"/>
                          <a:gd name="connsiteY8" fmla="*/ 112554 h 165484"/>
                          <a:gd name="connsiteX9" fmla="*/ 149094 w 149247"/>
                          <a:gd name="connsiteY9" fmla="*/ 122650 h 165484"/>
                          <a:gd name="connsiteX10" fmla="*/ 140902 w 149247"/>
                          <a:gd name="connsiteY10" fmla="*/ 154559 h 165484"/>
                          <a:gd name="connsiteX11" fmla="*/ 122329 w 149247"/>
                          <a:gd name="connsiteY11" fmla="*/ 164656 h 165484"/>
                          <a:gd name="connsiteX12" fmla="*/ 95564 w 149247"/>
                          <a:gd name="connsiteY12" fmla="*/ 146177 h 165484"/>
                          <a:gd name="connsiteX13" fmla="*/ 89753 w 149247"/>
                          <a:gd name="connsiteY13" fmla="*/ 139700 h 165484"/>
                          <a:gd name="connsiteX14" fmla="*/ 84895 w 149247"/>
                          <a:gd name="connsiteY14" fmla="*/ 134938 h 165484"/>
                          <a:gd name="connsiteX15" fmla="*/ 74418 w 149247"/>
                          <a:gd name="connsiteY15" fmla="*/ 122841 h 1654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49247" h="165484">
                            <a:moveTo>
                              <a:pt x="74418" y="122841"/>
                            </a:moveTo>
                            <a:cubicBezTo>
                              <a:pt x="67179" y="112649"/>
                              <a:pt x="44700" y="89884"/>
                              <a:pt x="32889" y="78835"/>
                            </a:cubicBezTo>
                            <a:cubicBezTo>
                              <a:pt x="11363" y="57975"/>
                              <a:pt x="4505" y="40259"/>
                              <a:pt x="219" y="17304"/>
                            </a:cubicBezTo>
                            <a:cubicBezTo>
                              <a:pt x="-1306" y="9493"/>
                              <a:pt x="5362" y="825"/>
                              <a:pt x="13363" y="254"/>
                            </a:cubicBezTo>
                            <a:cubicBezTo>
                              <a:pt x="36413" y="-1175"/>
                              <a:pt x="58130" y="3016"/>
                              <a:pt x="83943" y="23305"/>
                            </a:cubicBezTo>
                            <a:cubicBezTo>
                              <a:pt x="90801" y="28829"/>
                              <a:pt x="100803" y="37592"/>
                              <a:pt x="110328" y="47593"/>
                            </a:cubicBezTo>
                            <a:cubicBezTo>
                              <a:pt x="119948" y="57309"/>
                              <a:pt x="128806" y="68929"/>
                              <a:pt x="134426" y="77216"/>
                            </a:cubicBezTo>
                            <a:cubicBezTo>
                              <a:pt x="139569" y="85217"/>
                              <a:pt x="143379" y="93027"/>
                              <a:pt x="145856" y="100933"/>
                            </a:cubicBezTo>
                            <a:cubicBezTo>
                              <a:pt x="147189" y="104648"/>
                              <a:pt x="147856" y="108744"/>
                              <a:pt x="148523" y="112554"/>
                            </a:cubicBezTo>
                            <a:cubicBezTo>
                              <a:pt x="149094" y="116364"/>
                              <a:pt x="149475" y="120079"/>
                              <a:pt x="149094" y="122650"/>
                            </a:cubicBezTo>
                            <a:cubicBezTo>
                              <a:pt x="148142" y="133890"/>
                              <a:pt x="144999" y="143986"/>
                              <a:pt x="140902" y="154559"/>
                            </a:cubicBezTo>
                            <a:cubicBezTo>
                              <a:pt x="138045" y="161893"/>
                              <a:pt x="129187" y="167704"/>
                              <a:pt x="122329" y="164656"/>
                            </a:cubicBezTo>
                            <a:cubicBezTo>
                              <a:pt x="112423" y="160179"/>
                              <a:pt x="103469" y="154368"/>
                              <a:pt x="95564" y="146177"/>
                            </a:cubicBezTo>
                            <a:cubicBezTo>
                              <a:pt x="93563" y="144177"/>
                              <a:pt x="91658" y="141700"/>
                              <a:pt x="89753" y="139700"/>
                            </a:cubicBezTo>
                            <a:cubicBezTo>
                              <a:pt x="88039" y="138176"/>
                              <a:pt x="86420" y="136652"/>
                              <a:pt x="84895" y="134938"/>
                            </a:cubicBezTo>
                            <a:cubicBezTo>
                              <a:pt x="81562" y="131413"/>
                              <a:pt x="78324" y="127603"/>
                              <a:pt x="74418" y="12284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98" name="Forme libre : forme 10697">
                        <a:extLst>
                          <a:ext uri="{FF2B5EF4-FFF2-40B4-BE49-F238E27FC236}">
                            <a16:creationId xmlns:a16="http://schemas.microsoft.com/office/drawing/2014/main" id="{694050B6-03DD-413D-A1F6-D754B04526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94666" y="2698908"/>
                        <a:ext cx="122909" cy="156876"/>
                      </a:xfrm>
                      <a:custGeom>
                        <a:avLst/>
                        <a:gdLst>
                          <a:gd name="connsiteX0" fmla="*/ 58425 w 122909"/>
                          <a:gd name="connsiteY0" fmla="*/ 57721 h 156876"/>
                          <a:gd name="connsiteX1" fmla="*/ 2037 w 122909"/>
                          <a:gd name="connsiteY1" fmla="*/ 0 h 156876"/>
                          <a:gd name="connsiteX2" fmla="*/ 228 w 122909"/>
                          <a:gd name="connsiteY2" fmla="*/ 9430 h 156876"/>
                          <a:gd name="connsiteX3" fmla="*/ 2704 w 122909"/>
                          <a:gd name="connsiteY3" fmla="*/ 20860 h 156876"/>
                          <a:gd name="connsiteX4" fmla="*/ 16134 w 122909"/>
                          <a:gd name="connsiteY4" fmla="*/ 51340 h 156876"/>
                          <a:gd name="connsiteX5" fmla="*/ 32898 w 122909"/>
                          <a:gd name="connsiteY5" fmla="*/ 71056 h 156876"/>
                          <a:gd name="connsiteX6" fmla="*/ 40327 w 122909"/>
                          <a:gd name="connsiteY6" fmla="*/ 78296 h 156876"/>
                          <a:gd name="connsiteX7" fmla="*/ 71951 w 122909"/>
                          <a:gd name="connsiteY7" fmla="*/ 112014 h 156876"/>
                          <a:gd name="connsiteX8" fmla="*/ 74522 w 122909"/>
                          <a:gd name="connsiteY8" fmla="*/ 115157 h 156876"/>
                          <a:gd name="connsiteX9" fmla="*/ 89095 w 122909"/>
                          <a:gd name="connsiteY9" fmla="*/ 131159 h 156876"/>
                          <a:gd name="connsiteX10" fmla="*/ 91763 w 122909"/>
                          <a:gd name="connsiteY10" fmla="*/ 133921 h 156876"/>
                          <a:gd name="connsiteX11" fmla="*/ 94620 w 122909"/>
                          <a:gd name="connsiteY11" fmla="*/ 137065 h 156876"/>
                          <a:gd name="connsiteX12" fmla="*/ 100621 w 122909"/>
                          <a:gd name="connsiteY12" fmla="*/ 142780 h 156876"/>
                          <a:gd name="connsiteX13" fmla="*/ 113384 w 122909"/>
                          <a:gd name="connsiteY13" fmla="*/ 152114 h 156876"/>
                          <a:gd name="connsiteX14" fmla="*/ 122528 w 122909"/>
                          <a:gd name="connsiteY14" fmla="*/ 156781 h 156876"/>
                          <a:gd name="connsiteX15" fmla="*/ 122909 w 122909"/>
                          <a:gd name="connsiteY15" fmla="*/ 156877 h 156876"/>
                          <a:gd name="connsiteX16" fmla="*/ 112432 w 122909"/>
                          <a:gd name="connsiteY16" fmla="*/ 127445 h 156876"/>
                          <a:gd name="connsiteX17" fmla="*/ 99192 w 122909"/>
                          <a:gd name="connsiteY17" fmla="*/ 101251 h 156876"/>
                          <a:gd name="connsiteX18" fmla="*/ 58425 w 122909"/>
                          <a:gd name="connsiteY18" fmla="*/ 57721 h 156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22909" h="156876">
                            <a:moveTo>
                              <a:pt x="58425" y="57721"/>
                            </a:moveTo>
                            <a:cubicBezTo>
                              <a:pt x="36994" y="40291"/>
                              <a:pt x="13658" y="21622"/>
                              <a:pt x="2037" y="0"/>
                            </a:cubicBezTo>
                            <a:cubicBezTo>
                              <a:pt x="418" y="2857"/>
                              <a:pt x="-439" y="6191"/>
                              <a:pt x="228" y="9430"/>
                            </a:cubicBezTo>
                            <a:cubicBezTo>
                              <a:pt x="989" y="13335"/>
                              <a:pt x="1751" y="17145"/>
                              <a:pt x="2704" y="20860"/>
                            </a:cubicBezTo>
                            <a:cubicBezTo>
                              <a:pt x="5562" y="31432"/>
                              <a:pt x="9467" y="41338"/>
                              <a:pt x="16134" y="51340"/>
                            </a:cubicBezTo>
                            <a:cubicBezTo>
                              <a:pt x="20515" y="57721"/>
                              <a:pt x="25945" y="64198"/>
                              <a:pt x="32898" y="71056"/>
                            </a:cubicBezTo>
                            <a:cubicBezTo>
                              <a:pt x="34993" y="73152"/>
                              <a:pt x="37470" y="75629"/>
                              <a:pt x="40327" y="78296"/>
                            </a:cubicBezTo>
                            <a:cubicBezTo>
                              <a:pt x="51281" y="88678"/>
                              <a:pt x="64902" y="102965"/>
                              <a:pt x="71951" y="112014"/>
                            </a:cubicBezTo>
                            <a:cubicBezTo>
                              <a:pt x="72998" y="113157"/>
                              <a:pt x="73760" y="114205"/>
                              <a:pt x="74522" y="115157"/>
                            </a:cubicBezTo>
                            <a:cubicBezTo>
                              <a:pt x="80142" y="121825"/>
                              <a:pt x="84428" y="126873"/>
                              <a:pt x="89095" y="131159"/>
                            </a:cubicBezTo>
                            <a:cubicBezTo>
                              <a:pt x="89953" y="131731"/>
                              <a:pt x="90810" y="132683"/>
                              <a:pt x="91763" y="133921"/>
                            </a:cubicBezTo>
                            <a:lnTo>
                              <a:pt x="94620" y="137065"/>
                            </a:lnTo>
                            <a:cubicBezTo>
                              <a:pt x="96525" y="139065"/>
                              <a:pt x="98525" y="140970"/>
                              <a:pt x="100621" y="142780"/>
                            </a:cubicBezTo>
                            <a:cubicBezTo>
                              <a:pt x="104717" y="146304"/>
                              <a:pt x="108908" y="149352"/>
                              <a:pt x="113384" y="152114"/>
                            </a:cubicBezTo>
                            <a:cubicBezTo>
                              <a:pt x="116337" y="153829"/>
                              <a:pt x="119385" y="155353"/>
                              <a:pt x="122528" y="156781"/>
                            </a:cubicBezTo>
                            <a:lnTo>
                              <a:pt x="122909" y="156877"/>
                            </a:lnTo>
                            <a:cubicBezTo>
                              <a:pt x="119480" y="147161"/>
                              <a:pt x="115956" y="137350"/>
                              <a:pt x="112432" y="127445"/>
                            </a:cubicBezTo>
                            <a:cubicBezTo>
                              <a:pt x="108908" y="118015"/>
                              <a:pt x="105003" y="109538"/>
                              <a:pt x="99192" y="101251"/>
                            </a:cubicBezTo>
                            <a:cubicBezTo>
                              <a:pt x="88143" y="84677"/>
                              <a:pt x="73760" y="70199"/>
                              <a:pt x="58425" y="5772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99" name="Forme libre : forme 10698">
                        <a:extLst>
                          <a:ext uri="{FF2B5EF4-FFF2-40B4-BE49-F238E27FC236}">
                            <a16:creationId xmlns:a16="http://schemas.microsoft.com/office/drawing/2014/main" id="{DC9491F5-9223-458F-BE6F-5137A78A6C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51888" y="2741574"/>
                        <a:ext cx="63164" cy="76908"/>
                      </a:xfrm>
                      <a:custGeom>
                        <a:avLst/>
                        <a:gdLst>
                          <a:gd name="connsiteX0" fmla="*/ 60163 w 63164"/>
                          <a:gd name="connsiteY0" fmla="*/ 76587 h 76908"/>
                          <a:gd name="connsiteX1" fmla="*/ 42637 w 63164"/>
                          <a:gd name="connsiteY1" fmla="*/ 64014 h 76908"/>
                          <a:gd name="connsiteX2" fmla="*/ 23873 w 63164"/>
                          <a:gd name="connsiteY2" fmla="*/ 43154 h 76908"/>
                          <a:gd name="connsiteX3" fmla="*/ 7394 w 63164"/>
                          <a:gd name="connsiteY3" fmla="*/ 22200 h 76908"/>
                          <a:gd name="connsiteX4" fmla="*/ 1298 w 63164"/>
                          <a:gd name="connsiteY4" fmla="*/ 1911 h 76908"/>
                          <a:gd name="connsiteX5" fmla="*/ 21681 w 63164"/>
                          <a:gd name="connsiteY5" fmla="*/ 7055 h 76908"/>
                          <a:gd name="connsiteX6" fmla="*/ 42351 w 63164"/>
                          <a:gd name="connsiteY6" fmla="*/ 26676 h 76908"/>
                          <a:gd name="connsiteX7" fmla="*/ 58925 w 63164"/>
                          <a:gd name="connsiteY7" fmla="*/ 52965 h 76908"/>
                          <a:gd name="connsiteX8" fmla="*/ 63116 w 63164"/>
                          <a:gd name="connsiteY8" fmla="*/ 68110 h 76908"/>
                          <a:gd name="connsiteX9" fmla="*/ 60163 w 63164"/>
                          <a:gd name="connsiteY9" fmla="*/ 76587 h 769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3164" h="76908">
                            <a:moveTo>
                              <a:pt x="60163" y="76587"/>
                            </a:moveTo>
                            <a:cubicBezTo>
                              <a:pt x="55496" y="78492"/>
                              <a:pt x="49400" y="71634"/>
                              <a:pt x="42637" y="64014"/>
                            </a:cubicBezTo>
                            <a:cubicBezTo>
                              <a:pt x="35303" y="55918"/>
                              <a:pt x="27778" y="47441"/>
                              <a:pt x="23873" y="43154"/>
                            </a:cubicBezTo>
                            <a:cubicBezTo>
                              <a:pt x="19967" y="38583"/>
                              <a:pt x="13014" y="30200"/>
                              <a:pt x="7394" y="22200"/>
                            </a:cubicBezTo>
                            <a:cubicBezTo>
                              <a:pt x="1965" y="14008"/>
                              <a:pt x="-2226" y="6293"/>
                              <a:pt x="1298" y="1911"/>
                            </a:cubicBezTo>
                            <a:cubicBezTo>
                              <a:pt x="4727" y="-2280"/>
                              <a:pt x="13299" y="864"/>
                              <a:pt x="21681" y="7055"/>
                            </a:cubicBezTo>
                            <a:cubicBezTo>
                              <a:pt x="30254" y="12960"/>
                              <a:pt x="38541" y="21818"/>
                              <a:pt x="42351" y="26676"/>
                            </a:cubicBezTo>
                            <a:cubicBezTo>
                              <a:pt x="46351" y="31343"/>
                              <a:pt x="54257" y="42011"/>
                              <a:pt x="58925" y="52965"/>
                            </a:cubicBezTo>
                            <a:cubicBezTo>
                              <a:pt x="61210" y="58394"/>
                              <a:pt x="62830" y="63824"/>
                              <a:pt x="63116" y="68110"/>
                            </a:cubicBezTo>
                            <a:cubicBezTo>
                              <a:pt x="63401" y="72492"/>
                              <a:pt x="62449" y="75540"/>
                              <a:pt x="60163" y="7658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00" name="Forme libre : forme 10699">
                        <a:extLst>
                          <a:ext uri="{FF2B5EF4-FFF2-40B4-BE49-F238E27FC236}">
                            <a16:creationId xmlns:a16="http://schemas.microsoft.com/office/drawing/2014/main" id="{644241D3-76EE-466A-8389-6EBBDE34AA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52255" y="2741008"/>
                        <a:ext cx="37031" cy="58198"/>
                      </a:xfrm>
                      <a:custGeom>
                        <a:avLst/>
                        <a:gdLst>
                          <a:gd name="connsiteX0" fmla="*/ 22744 w 37031"/>
                          <a:gd name="connsiteY0" fmla="*/ 9049 h 58198"/>
                          <a:gd name="connsiteX1" fmla="*/ 646 w 37031"/>
                          <a:gd name="connsiteY1" fmla="*/ 2191 h 58198"/>
                          <a:gd name="connsiteX2" fmla="*/ 23887 w 37031"/>
                          <a:gd name="connsiteY2" fmla="*/ 44101 h 58198"/>
                          <a:gd name="connsiteX3" fmla="*/ 37032 w 37031"/>
                          <a:gd name="connsiteY3" fmla="*/ 58198 h 58198"/>
                          <a:gd name="connsiteX4" fmla="*/ 31412 w 37031"/>
                          <a:gd name="connsiteY4" fmla="*/ 49530 h 58198"/>
                          <a:gd name="connsiteX5" fmla="*/ 22744 w 37031"/>
                          <a:gd name="connsiteY5" fmla="*/ 9049 h 58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031" h="58198">
                            <a:moveTo>
                              <a:pt x="22744" y="9049"/>
                            </a:moveTo>
                            <a:cubicBezTo>
                              <a:pt x="17029" y="5906"/>
                              <a:pt x="3408" y="-4476"/>
                              <a:pt x="646" y="2191"/>
                            </a:cubicBezTo>
                            <a:cubicBezTo>
                              <a:pt x="-3640" y="12859"/>
                              <a:pt x="14457" y="32481"/>
                              <a:pt x="23887" y="44101"/>
                            </a:cubicBezTo>
                            <a:cubicBezTo>
                              <a:pt x="26935" y="47340"/>
                              <a:pt x="33507" y="54674"/>
                              <a:pt x="37032" y="58198"/>
                            </a:cubicBezTo>
                            <a:cubicBezTo>
                              <a:pt x="35698" y="55722"/>
                              <a:pt x="32555" y="52102"/>
                              <a:pt x="31412" y="49530"/>
                            </a:cubicBezTo>
                            <a:cubicBezTo>
                              <a:pt x="24745" y="35433"/>
                              <a:pt x="15124" y="18288"/>
                              <a:pt x="22744" y="904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01" name="Forme libre : forme 10700">
                        <a:extLst>
                          <a:ext uri="{FF2B5EF4-FFF2-40B4-BE49-F238E27FC236}">
                            <a16:creationId xmlns:a16="http://schemas.microsoft.com/office/drawing/2014/main" id="{8A9D7A28-CC9B-49AF-9B0D-C48DBC55AB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53926" y="2746857"/>
                        <a:ext cx="61476" cy="77023"/>
                      </a:xfrm>
                      <a:custGeom>
                        <a:avLst/>
                        <a:gdLst>
                          <a:gd name="connsiteX0" fmla="*/ 57743 w 61476"/>
                          <a:gd name="connsiteY0" fmla="*/ 77020 h 77023"/>
                          <a:gd name="connsiteX1" fmla="*/ 49266 w 61476"/>
                          <a:gd name="connsiteY1" fmla="*/ 72924 h 77023"/>
                          <a:gd name="connsiteX2" fmla="*/ 40122 w 61476"/>
                          <a:gd name="connsiteY2" fmla="*/ 63304 h 77023"/>
                          <a:gd name="connsiteX3" fmla="*/ 30502 w 61476"/>
                          <a:gd name="connsiteY3" fmla="*/ 52159 h 77023"/>
                          <a:gd name="connsiteX4" fmla="*/ 22406 w 61476"/>
                          <a:gd name="connsiteY4" fmla="*/ 43015 h 77023"/>
                          <a:gd name="connsiteX5" fmla="*/ 1165 w 61476"/>
                          <a:gd name="connsiteY5" fmla="*/ 2058 h 77023"/>
                          <a:gd name="connsiteX6" fmla="*/ 21358 w 61476"/>
                          <a:gd name="connsiteY6" fmla="*/ 7297 h 77023"/>
                          <a:gd name="connsiteX7" fmla="*/ 33265 w 61476"/>
                          <a:gd name="connsiteY7" fmla="*/ 17774 h 77023"/>
                          <a:gd name="connsiteX8" fmla="*/ 41456 w 61476"/>
                          <a:gd name="connsiteY8" fmla="*/ 27013 h 77023"/>
                          <a:gd name="connsiteX9" fmla="*/ 57934 w 61476"/>
                          <a:gd name="connsiteY9" fmla="*/ 54350 h 77023"/>
                          <a:gd name="connsiteX10" fmla="*/ 61458 w 61476"/>
                          <a:gd name="connsiteY10" fmla="*/ 69876 h 77023"/>
                          <a:gd name="connsiteX11" fmla="*/ 57743 w 61476"/>
                          <a:gd name="connsiteY11" fmla="*/ 77020 h 77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61476" h="77023">
                            <a:moveTo>
                              <a:pt x="57743" y="77020"/>
                            </a:moveTo>
                            <a:cubicBezTo>
                              <a:pt x="55172" y="77115"/>
                              <a:pt x="52219" y="75400"/>
                              <a:pt x="49266" y="72924"/>
                            </a:cubicBezTo>
                            <a:cubicBezTo>
                              <a:pt x="46504" y="70352"/>
                              <a:pt x="43361" y="66923"/>
                              <a:pt x="40122" y="63304"/>
                            </a:cubicBezTo>
                            <a:cubicBezTo>
                              <a:pt x="36789" y="59494"/>
                              <a:pt x="33455" y="55684"/>
                              <a:pt x="30502" y="52159"/>
                            </a:cubicBezTo>
                            <a:cubicBezTo>
                              <a:pt x="27168" y="48635"/>
                              <a:pt x="24501" y="45397"/>
                              <a:pt x="22406" y="43015"/>
                            </a:cubicBezTo>
                            <a:cubicBezTo>
                              <a:pt x="14500" y="33300"/>
                              <a:pt x="-4931" y="11107"/>
                              <a:pt x="1165" y="2058"/>
                            </a:cubicBezTo>
                            <a:cubicBezTo>
                              <a:pt x="4499" y="-2514"/>
                              <a:pt x="12881" y="1105"/>
                              <a:pt x="21358" y="7297"/>
                            </a:cubicBezTo>
                            <a:cubicBezTo>
                              <a:pt x="25549" y="10440"/>
                              <a:pt x="29645" y="14345"/>
                              <a:pt x="33265" y="17774"/>
                            </a:cubicBezTo>
                            <a:cubicBezTo>
                              <a:pt x="36789" y="21394"/>
                              <a:pt x="39646" y="24823"/>
                              <a:pt x="41456" y="27013"/>
                            </a:cubicBezTo>
                            <a:cubicBezTo>
                              <a:pt x="45075" y="31395"/>
                              <a:pt x="53457" y="42730"/>
                              <a:pt x="57934" y="54350"/>
                            </a:cubicBezTo>
                            <a:cubicBezTo>
                              <a:pt x="60315" y="60065"/>
                              <a:pt x="61554" y="65780"/>
                              <a:pt x="61458" y="69876"/>
                            </a:cubicBezTo>
                            <a:cubicBezTo>
                              <a:pt x="61649" y="74162"/>
                              <a:pt x="60315" y="76829"/>
                              <a:pt x="57743" y="7702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02" name="Forme libre : forme 10701">
                        <a:extLst>
                          <a:ext uri="{FF2B5EF4-FFF2-40B4-BE49-F238E27FC236}">
                            <a16:creationId xmlns:a16="http://schemas.microsoft.com/office/drawing/2014/main" id="{D22FE169-0452-46AD-A82B-1C8D55AE50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17145" y="2707969"/>
                        <a:ext cx="74948" cy="99670"/>
                      </a:xfrm>
                      <a:custGeom>
                        <a:avLst/>
                        <a:gdLst>
                          <a:gd name="connsiteX0" fmla="*/ 894 w 74948"/>
                          <a:gd name="connsiteY0" fmla="*/ 8084 h 99670"/>
                          <a:gd name="connsiteX1" fmla="*/ 3085 w 74948"/>
                          <a:gd name="connsiteY1" fmla="*/ 25039 h 99670"/>
                          <a:gd name="connsiteX2" fmla="*/ 24516 w 74948"/>
                          <a:gd name="connsiteY2" fmla="*/ 64663 h 99670"/>
                          <a:gd name="connsiteX3" fmla="*/ 54520 w 74948"/>
                          <a:gd name="connsiteY3" fmla="*/ 93524 h 99670"/>
                          <a:gd name="connsiteX4" fmla="*/ 65569 w 74948"/>
                          <a:gd name="connsiteY4" fmla="*/ 99143 h 99670"/>
                          <a:gd name="connsiteX5" fmla="*/ 74142 w 74948"/>
                          <a:gd name="connsiteY5" fmla="*/ 97334 h 99670"/>
                          <a:gd name="connsiteX6" fmla="*/ 70807 w 74948"/>
                          <a:gd name="connsiteY6" fmla="*/ 82665 h 99670"/>
                          <a:gd name="connsiteX7" fmla="*/ 54139 w 74948"/>
                          <a:gd name="connsiteY7" fmla="*/ 43232 h 99670"/>
                          <a:gd name="connsiteX8" fmla="*/ 31088 w 74948"/>
                          <a:gd name="connsiteY8" fmla="*/ 5703 h 99670"/>
                          <a:gd name="connsiteX9" fmla="*/ 894 w 74948"/>
                          <a:gd name="connsiteY9" fmla="*/ 8084 h 99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4948" h="99670">
                            <a:moveTo>
                              <a:pt x="894" y="8084"/>
                            </a:moveTo>
                            <a:cubicBezTo>
                              <a:pt x="-820" y="14657"/>
                              <a:pt x="-59" y="17609"/>
                              <a:pt x="3085" y="25039"/>
                            </a:cubicBezTo>
                            <a:cubicBezTo>
                              <a:pt x="8990" y="39326"/>
                              <a:pt x="13467" y="50947"/>
                              <a:pt x="24516" y="64663"/>
                            </a:cubicBezTo>
                            <a:cubicBezTo>
                              <a:pt x="33660" y="76188"/>
                              <a:pt x="44804" y="86856"/>
                              <a:pt x="54520" y="93524"/>
                            </a:cubicBezTo>
                            <a:cubicBezTo>
                              <a:pt x="58234" y="96000"/>
                              <a:pt x="62140" y="98191"/>
                              <a:pt x="65569" y="99143"/>
                            </a:cubicBezTo>
                            <a:cubicBezTo>
                              <a:pt x="68998" y="100096"/>
                              <a:pt x="72236" y="99906"/>
                              <a:pt x="74142" y="97334"/>
                            </a:cubicBezTo>
                            <a:cubicBezTo>
                              <a:pt x="76523" y="94191"/>
                              <a:pt x="73093" y="88094"/>
                              <a:pt x="70807" y="82665"/>
                            </a:cubicBezTo>
                            <a:cubicBezTo>
                              <a:pt x="65855" y="69521"/>
                              <a:pt x="59187" y="57519"/>
                              <a:pt x="54139" y="43232"/>
                            </a:cubicBezTo>
                            <a:cubicBezTo>
                              <a:pt x="49948" y="30944"/>
                              <a:pt x="46043" y="15609"/>
                              <a:pt x="31088" y="5703"/>
                            </a:cubicBezTo>
                            <a:cubicBezTo>
                              <a:pt x="17563" y="-3250"/>
                              <a:pt x="3180" y="-1059"/>
                              <a:pt x="894" y="808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03" name="Forme libre : forme 10702">
                        <a:extLst>
                          <a:ext uri="{FF2B5EF4-FFF2-40B4-BE49-F238E27FC236}">
                            <a16:creationId xmlns:a16="http://schemas.microsoft.com/office/drawing/2014/main" id="{0C4D40F9-EB3C-4ED3-9D5D-C23EA7B8B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42840" y="2721486"/>
                        <a:ext cx="35624" cy="23000"/>
                      </a:xfrm>
                      <a:custGeom>
                        <a:avLst/>
                        <a:gdLst>
                          <a:gd name="connsiteX0" fmla="*/ 5203 w 35624"/>
                          <a:gd name="connsiteY0" fmla="*/ 664 h 23000"/>
                          <a:gd name="connsiteX1" fmla="*/ 631 w 35624"/>
                          <a:gd name="connsiteY1" fmla="*/ 283 h 23000"/>
                          <a:gd name="connsiteX2" fmla="*/ 1393 w 35624"/>
                          <a:gd name="connsiteY2" fmla="*/ 3998 h 23000"/>
                          <a:gd name="connsiteX3" fmla="*/ 6917 w 35624"/>
                          <a:gd name="connsiteY3" fmla="*/ 8760 h 23000"/>
                          <a:gd name="connsiteX4" fmla="*/ 21776 w 35624"/>
                          <a:gd name="connsiteY4" fmla="*/ 18857 h 23000"/>
                          <a:gd name="connsiteX5" fmla="*/ 27587 w 35624"/>
                          <a:gd name="connsiteY5" fmla="*/ 22000 h 23000"/>
                          <a:gd name="connsiteX6" fmla="*/ 30444 w 35624"/>
                          <a:gd name="connsiteY6" fmla="*/ 13141 h 23000"/>
                          <a:gd name="connsiteX7" fmla="*/ 5203 w 35624"/>
                          <a:gd name="connsiteY7" fmla="*/ 664 h 23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624" h="23000">
                            <a:moveTo>
                              <a:pt x="5203" y="664"/>
                            </a:moveTo>
                            <a:cubicBezTo>
                              <a:pt x="3297" y="92"/>
                              <a:pt x="1869" y="-289"/>
                              <a:pt x="631" y="283"/>
                            </a:cubicBezTo>
                            <a:cubicBezTo>
                              <a:pt x="-608" y="854"/>
                              <a:pt x="155" y="2378"/>
                              <a:pt x="1393" y="3998"/>
                            </a:cubicBezTo>
                            <a:cubicBezTo>
                              <a:pt x="2631" y="5617"/>
                              <a:pt x="5012" y="7426"/>
                              <a:pt x="6917" y="8760"/>
                            </a:cubicBezTo>
                            <a:cubicBezTo>
                              <a:pt x="11775" y="12094"/>
                              <a:pt x="16919" y="15904"/>
                              <a:pt x="21776" y="18857"/>
                            </a:cubicBezTo>
                            <a:cubicBezTo>
                              <a:pt x="23776" y="20095"/>
                              <a:pt x="25682" y="21333"/>
                              <a:pt x="27587" y="22000"/>
                            </a:cubicBezTo>
                            <a:cubicBezTo>
                              <a:pt x="35492" y="25048"/>
                              <a:pt x="39493" y="20857"/>
                              <a:pt x="30444" y="13141"/>
                            </a:cubicBezTo>
                            <a:cubicBezTo>
                              <a:pt x="23300" y="7331"/>
                              <a:pt x="12918" y="2950"/>
                              <a:pt x="5203" y="66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04" name="Forme libre : forme 10703">
                        <a:extLst>
                          <a:ext uri="{FF2B5EF4-FFF2-40B4-BE49-F238E27FC236}">
                            <a16:creationId xmlns:a16="http://schemas.microsoft.com/office/drawing/2014/main" id="{002CE7C2-4E59-42A2-A439-23E0A54FC0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71379" y="2814542"/>
                        <a:ext cx="47244" cy="37528"/>
                      </a:xfrm>
                      <a:custGeom>
                        <a:avLst/>
                        <a:gdLst>
                          <a:gd name="connsiteX0" fmla="*/ 47244 w 47244"/>
                          <a:gd name="connsiteY0" fmla="*/ 37529 h 37528"/>
                          <a:gd name="connsiteX1" fmla="*/ 21907 w 47244"/>
                          <a:gd name="connsiteY1" fmla="*/ 19431 h 37528"/>
                          <a:gd name="connsiteX2" fmla="*/ 10573 w 47244"/>
                          <a:gd name="connsiteY2" fmla="*/ 8477 h 37528"/>
                          <a:gd name="connsiteX3" fmla="*/ 0 w 47244"/>
                          <a:gd name="connsiteY3" fmla="*/ 0 h 37528"/>
                          <a:gd name="connsiteX4" fmla="*/ 11049 w 47244"/>
                          <a:gd name="connsiteY4" fmla="*/ 8001 h 37528"/>
                          <a:gd name="connsiteX5" fmla="*/ 16573 w 47244"/>
                          <a:gd name="connsiteY5" fmla="*/ 12002 h 37528"/>
                          <a:gd name="connsiteX6" fmla="*/ 19431 w 47244"/>
                          <a:gd name="connsiteY6" fmla="*/ 14097 h 37528"/>
                          <a:gd name="connsiteX7" fmla="*/ 22479 w 47244"/>
                          <a:gd name="connsiteY7" fmla="*/ 17050 h 37528"/>
                          <a:gd name="connsiteX8" fmla="*/ 47244 w 47244"/>
                          <a:gd name="connsiteY8" fmla="*/ 37529 h 37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7244" h="37528">
                            <a:moveTo>
                              <a:pt x="47244" y="37529"/>
                            </a:moveTo>
                            <a:cubicBezTo>
                              <a:pt x="39148" y="36004"/>
                              <a:pt x="30289" y="28575"/>
                              <a:pt x="21907" y="19431"/>
                            </a:cubicBezTo>
                            <a:cubicBezTo>
                              <a:pt x="17621" y="14192"/>
                              <a:pt x="14002" y="11716"/>
                              <a:pt x="10573" y="8477"/>
                            </a:cubicBezTo>
                            <a:cubicBezTo>
                              <a:pt x="6763" y="5429"/>
                              <a:pt x="3429" y="2477"/>
                              <a:pt x="0" y="0"/>
                            </a:cubicBezTo>
                            <a:cubicBezTo>
                              <a:pt x="3715" y="2667"/>
                              <a:pt x="7144" y="5334"/>
                              <a:pt x="11049" y="8001"/>
                            </a:cubicBezTo>
                            <a:cubicBezTo>
                              <a:pt x="13049" y="9335"/>
                              <a:pt x="14574" y="10668"/>
                              <a:pt x="16573" y="12002"/>
                            </a:cubicBezTo>
                            <a:lnTo>
                              <a:pt x="19431" y="14097"/>
                            </a:lnTo>
                            <a:lnTo>
                              <a:pt x="22479" y="17050"/>
                            </a:lnTo>
                            <a:cubicBezTo>
                              <a:pt x="30861" y="25051"/>
                              <a:pt x="39529" y="32099"/>
                              <a:pt x="47244" y="3752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05" name="Forme libre : forme 10704">
                        <a:extLst>
                          <a:ext uri="{FF2B5EF4-FFF2-40B4-BE49-F238E27FC236}">
                            <a16:creationId xmlns:a16="http://schemas.microsoft.com/office/drawing/2014/main" id="{146B8EFF-8F85-434D-940B-7329E17B44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07943" y="2693642"/>
                        <a:ext cx="70960" cy="24220"/>
                      </a:xfrm>
                      <a:custGeom>
                        <a:avLst/>
                        <a:gdLst>
                          <a:gd name="connsiteX0" fmla="*/ 70961 w 70960"/>
                          <a:gd name="connsiteY0" fmla="*/ 24221 h 24220"/>
                          <a:gd name="connsiteX1" fmla="*/ 0 w 70960"/>
                          <a:gd name="connsiteY1" fmla="*/ 27 h 24220"/>
                          <a:gd name="connsiteX2" fmla="*/ 70961 w 70960"/>
                          <a:gd name="connsiteY2" fmla="*/ 24221 h 24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0960" h="24220">
                            <a:moveTo>
                              <a:pt x="70961" y="24221"/>
                            </a:moveTo>
                            <a:cubicBezTo>
                              <a:pt x="48101" y="6123"/>
                              <a:pt x="21526" y="503"/>
                              <a:pt x="0" y="27"/>
                            </a:cubicBezTo>
                            <a:cubicBezTo>
                              <a:pt x="20098" y="-640"/>
                              <a:pt x="49530" y="11171"/>
                              <a:pt x="70961" y="2422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06" name="Forme libre : forme 10705">
                        <a:extLst>
                          <a:ext uri="{FF2B5EF4-FFF2-40B4-BE49-F238E27FC236}">
                            <a16:creationId xmlns:a16="http://schemas.microsoft.com/office/drawing/2014/main" id="{0FABEFD1-1F96-44AD-93DC-E9D0C05F46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84755" y="2766241"/>
                        <a:ext cx="21338" cy="30872"/>
                      </a:xfrm>
                      <a:custGeom>
                        <a:avLst/>
                        <a:gdLst>
                          <a:gd name="connsiteX0" fmla="*/ 19867 w 21338"/>
                          <a:gd name="connsiteY0" fmla="*/ 30870 h 30872"/>
                          <a:gd name="connsiteX1" fmla="*/ 12533 w 21338"/>
                          <a:gd name="connsiteY1" fmla="*/ 24012 h 30872"/>
                          <a:gd name="connsiteX2" fmla="*/ 6246 w 21338"/>
                          <a:gd name="connsiteY2" fmla="*/ 14678 h 30872"/>
                          <a:gd name="connsiteX3" fmla="*/ 1483 w 21338"/>
                          <a:gd name="connsiteY3" fmla="*/ 9 h 30872"/>
                          <a:gd name="connsiteX4" fmla="*/ 15485 w 21338"/>
                          <a:gd name="connsiteY4" fmla="*/ 14868 h 30872"/>
                          <a:gd name="connsiteX5" fmla="*/ 19867 w 21338"/>
                          <a:gd name="connsiteY5" fmla="*/ 30870 h 308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1338" h="30872">
                            <a:moveTo>
                              <a:pt x="19867" y="30870"/>
                            </a:moveTo>
                            <a:cubicBezTo>
                              <a:pt x="17676" y="30870"/>
                              <a:pt x="15104" y="27632"/>
                              <a:pt x="12533" y="24012"/>
                            </a:cubicBezTo>
                            <a:cubicBezTo>
                              <a:pt x="9865" y="20488"/>
                              <a:pt x="7389" y="16487"/>
                              <a:pt x="6246" y="14678"/>
                            </a:cubicBezTo>
                            <a:cubicBezTo>
                              <a:pt x="3865" y="11058"/>
                              <a:pt x="-2993" y="486"/>
                              <a:pt x="1483" y="9"/>
                            </a:cubicBezTo>
                            <a:cubicBezTo>
                              <a:pt x="5960" y="-372"/>
                              <a:pt x="13580" y="10963"/>
                              <a:pt x="15485" y="14868"/>
                            </a:cubicBezTo>
                            <a:cubicBezTo>
                              <a:pt x="17961" y="18202"/>
                              <a:pt x="24153" y="31061"/>
                              <a:pt x="19867" y="3087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07" name="Forme libre : forme 10706">
                        <a:extLst>
                          <a:ext uri="{FF2B5EF4-FFF2-40B4-BE49-F238E27FC236}">
                            <a16:creationId xmlns:a16="http://schemas.microsoft.com/office/drawing/2014/main" id="{2F6D0430-3AA6-4A6A-8D3C-153A6EF3F4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2579" y="2792485"/>
                        <a:ext cx="6097" cy="9138"/>
                      </a:xfrm>
                      <a:custGeom>
                        <a:avLst/>
                        <a:gdLst>
                          <a:gd name="connsiteX0" fmla="*/ 5757 w 6097"/>
                          <a:gd name="connsiteY0" fmla="*/ 8912 h 9138"/>
                          <a:gd name="connsiteX1" fmla="*/ 1947 w 6097"/>
                          <a:gd name="connsiteY1" fmla="*/ 5769 h 9138"/>
                          <a:gd name="connsiteX2" fmla="*/ 328 w 6097"/>
                          <a:gd name="connsiteY2" fmla="*/ 245 h 9138"/>
                          <a:gd name="connsiteX3" fmla="*/ 4233 w 6097"/>
                          <a:gd name="connsiteY3" fmla="*/ 3197 h 9138"/>
                          <a:gd name="connsiteX4" fmla="*/ 5757 w 6097"/>
                          <a:gd name="connsiteY4" fmla="*/ 8912 h 9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097" h="9138">
                            <a:moveTo>
                              <a:pt x="5757" y="8912"/>
                            </a:moveTo>
                            <a:cubicBezTo>
                              <a:pt x="4710" y="9960"/>
                              <a:pt x="2900" y="7103"/>
                              <a:pt x="1947" y="5769"/>
                            </a:cubicBezTo>
                            <a:cubicBezTo>
                              <a:pt x="995" y="4340"/>
                              <a:pt x="-720" y="1292"/>
                              <a:pt x="328" y="245"/>
                            </a:cubicBezTo>
                            <a:cubicBezTo>
                              <a:pt x="1281" y="-803"/>
                              <a:pt x="3281" y="1768"/>
                              <a:pt x="4233" y="3197"/>
                            </a:cubicBezTo>
                            <a:cubicBezTo>
                              <a:pt x="5186" y="4626"/>
                              <a:pt x="6805" y="7864"/>
                              <a:pt x="5757" y="891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708" name="Forme libre : forme 10707">
                        <a:extLst>
                          <a:ext uri="{FF2B5EF4-FFF2-40B4-BE49-F238E27FC236}">
                            <a16:creationId xmlns:a16="http://schemas.microsoft.com/office/drawing/2014/main" id="{B1469FD0-760F-4046-8126-1CC3CD8F5A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99472" y="2751959"/>
                        <a:ext cx="34373" cy="93981"/>
                      </a:xfrm>
                      <a:custGeom>
                        <a:avLst/>
                        <a:gdLst>
                          <a:gd name="connsiteX0" fmla="*/ 32581 w 34373"/>
                          <a:gd name="connsiteY0" fmla="*/ 67535 h 93981"/>
                          <a:gd name="connsiteX1" fmla="*/ 25914 w 34373"/>
                          <a:gd name="connsiteY1" fmla="*/ 92777 h 93981"/>
                          <a:gd name="connsiteX2" fmla="*/ 18389 w 34373"/>
                          <a:gd name="connsiteY2" fmla="*/ 88967 h 93981"/>
                          <a:gd name="connsiteX3" fmla="*/ 18008 w 34373"/>
                          <a:gd name="connsiteY3" fmla="*/ 77918 h 93981"/>
                          <a:gd name="connsiteX4" fmla="*/ 16579 w 34373"/>
                          <a:gd name="connsiteY4" fmla="*/ 42675 h 93981"/>
                          <a:gd name="connsiteX5" fmla="*/ 5625 w 34373"/>
                          <a:gd name="connsiteY5" fmla="*/ 17720 h 93981"/>
                          <a:gd name="connsiteX6" fmla="*/ 2673 w 34373"/>
                          <a:gd name="connsiteY6" fmla="*/ 3 h 93981"/>
                          <a:gd name="connsiteX7" fmla="*/ 21342 w 34373"/>
                          <a:gd name="connsiteY7" fmla="*/ 16005 h 93981"/>
                          <a:gd name="connsiteX8" fmla="*/ 33153 w 34373"/>
                          <a:gd name="connsiteY8" fmla="*/ 41627 h 93981"/>
                          <a:gd name="connsiteX9" fmla="*/ 34106 w 34373"/>
                          <a:gd name="connsiteY9" fmla="*/ 56201 h 93981"/>
                          <a:gd name="connsiteX10" fmla="*/ 33439 w 34373"/>
                          <a:gd name="connsiteY10" fmla="*/ 62201 h 93981"/>
                          <a:gd name="connsiteX11" fmla="*/ 32581 w 34373"/>
                          <a:gd name="connsiteY11" fmla="*/ 67535 h 939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4373" h="93981">
                            <a:moveTo>
                              <a:pt x="32581" y="67535"/>
                            </a:moveTo>
                            <a:cubicBezTo>
                              <a:pt x="31343" y="77918"/>
                              <a:pt x="30391" y="85347"/>
                              <a:pt x="25914" y="92777"/>
                            </a:cubicBezTo>
                            <a:cubicBezTo>
                              <a:pt x="24199" y="95539"/>
                              <a:pt x="20103" y="93253"/>
                              <a:pt x="18389" y="88967"/>
                            </a:cubicBezTo>
                            <a:cubicBezTo>
                              <a:pt x="16770" y="84680"/>
                              <a:pt x="17437" y="81346"/>
                              <a:pt x="18008" y="77918"/>
                            </a:cubicBezTo>
                            <a:cubicBezTo>
                              <a:pt x="20103" y="67440"/>
                              <a:pt x="19723" y="55534"/>
                              <a:pt x="16579" y="42675"/>
                            </a:cubicBezTo>
                            <a:cubicBezTo>
                              <a:pt x="15627" y="38770"/>
                              <a:pt x="10293" y="27435"/>
                              <a:pt x="5625" y="17720"/>
                            </a:cubicBezTo>
                            <a:cubicBezTo>
                              <a:pt x="863" y="8290"/>
                              <a:pt x="-2661" y="-188"/>
                              <a:pt x="2673" y="3"/>
                            </a:cubicBezTo>
                            <a:cubicBezTo>
                              <a:pt x="7912" y="384"/>
                              <a:pt x="15341" y="6956"/>
                              <a:pt x="21342" y="16005"/>
                            </a:cubicBezTo>
                            <a:cubicBezTo>
                              <a:pt x="27438" y="24768"/>
                              <a:pt x="31914" y="35627"/>
                              <a:pt x="33153" y="41627"/>
                            </a:cubicBezTo>
                            <a:cubicBezTo>
                              <a:pt x="34677" y="47342"/>
                              <a:pt x="34486" y="52105"/>
                              <a:pt x="34106" y="56201"/>
                            </a:cubicBezTo>
                            <a:lnTo>
                              <a:pt x="33439" y="62201"/>
                            </a:lnTo>
                            <a:cubicBezTo>
                              <a:pt x="33248" y="63820"/>
                              <a:pt x="32867" y="65535"/>
                              <a:pt x="32581" y="6753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80" name="Graphique 1">
                      <a:extLst>
                        <a:ext uri="{FF2B5EF4-FFF2-40B4-BE49-F238E27FC236}">
                          <a16:creationId xmlns:a16="http://schemas.microsoft.com/office/drawing/2014/main" id="{79D944C7-0120-4344-AB7B-F2F4B589A59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08700" y="2854288"/>
                      <a:ext cx="112162" cy="192015"/>
                      <a:chOff x="5708700" y="2854288"/>
                      <a:chExt cx="112162" cy="192015"/>
                    </a:xfrm>
                    <a:solidFill>
                      <a:schemeClr val="accent1"/>
                    </a:solidFill>
                  </p:grpSpPr>
                  <p:sp>
                    <p:nvSpPr>
                      <p:cNvPr id="10685" name="Forme libre : forme 10684">
                        <a:extLst>
                          <a:ext uri="{FF2B5EF4-FFF2-40B4-BE49-F238E27FC236}">
                            <a16:creationId xmlns:a16="http://schemas.microsoft.com/office/drawing/2014/main" id="{22D6AA4F-962C-4A63-BECB-5021A6BBF8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8700" y="2854288"/>
                        <a:ext cx="112162" cy="192015"/>
                      </a:xfrm>
                      <a:custGeom>
                        <a:avLst/>
                        <a:gdLst>
                          <a:gd name="connsiteX0" fmla="*/ 36402 w 112162"/>
                          <a:gd name="connsiteY0" fmla="*/ 148658 h 192015"/>
                          <a:gd name="connsiteX1" fmla="*/ 5922 w 112162"/>
                          <a:gd name="connsiteY1" fmla="*/ 81031 h 192015"/>
                          <a:gd name="connsiteX2" fmla="*/ 9828 w 112162"/>
                          <a:gd name="connsiteY2" fmla="*/ 7974 h 192015"/>
                          <a:gd name="connsiteX3" fmla="*/ 30497 w 112162"/>
                          <a:gd name="connsiteY3" fmla="*/ 1878 h 192015"/>
                          <a:gd name="connsiteX4" fmla="*/ 76788 w 112162"/>
                          <a:gd name="connsiteY4" fmla="*/ 55123 h 192015"/>
                          <a:gd name="connsiteX5" fmla="*/ 101934 w 112162"/>
                          <a:gd name="connsiteY5" fmla="*/ 111511 h 192015"/>
                          <a:gd name="connsiteX6" fmla="*/ 111364 w 112162"/>
                          <a:gd name="connsiteY6" fmla="*/ 175995 h 192015"/>
                          <a:gd name="connsiteX7" fmla="*/ 97553 w 112162"/>
                          <a:gd name="connsiteY7" fmla="*/ 191997 h 192015"/>
                          <a:gd name="connsiteX8" fmla="*/ 36402 w 112162"/>
                          <a:gd name="connsiteY8" fmla="*/ 148658 h 1920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2162" h="192015">
                            <a:moveTo>
                              <a:pt x="36402" y="148658"/>
                            </a:moveTo>
                            <a:cubicBezTo>
                              <a:pt x="26877" y="133133"/>
                              <a:pt x="11352" y="98081"/>
                              <a:pt x="5922" y="81031"/>
                            </a:cubicBezTo>
                            <a:cubicBezTo>
                              <a:pt x="-4555" y="48932"/>
                              <a:pt x="208" y="29215"/>
                              <a:pt x="9828" y="7974"/>
                            </a:cubicBezTo>
                            <a:cubicBezTo>
                              <a:pt x="13161" y="640"/>
                              <a:pt x="23735" y="-2217"/>
                              <a:pt x="30497" y="1878"/>
                            </a:cubicBezTo>
                            <a:cubicBezTo>
                              <a:pt x="50118" y="13880"/>
                              <a:pt x="64597" y="28548"/>
                              <a:pt x="76788" y="55123"/>
                            </a:cubicBezTo>
                            <a:cubicBezTo>
                              <a:pt x="83170" y="69506"/>
                              <a:pt x="95362" y="97795"/>
                              <a:pt x="101934" y="111511"/>
                            </a:cubicBezTo>
                            <a:cubicBezTo>
                              <a:pt x="114031" y="137324"/>
                              <a:pt x="112602" y="154278"/>
                              <a:pt x="111364" y="175995"/>
                            </a:cubicBezTo>
                            <a:cubicBezTo>
                              <a:pt x="110888" y="183425"/>
                              <a:pt x="105363" y="192474"/>
                              <a:pt x="97553" y="191997"/>
                            </a:cubicBezTo>
                            <a:cubicBezTo>
                              <a:pt x="75455" y="190378"/>
                              <a:pt x="53738" y="177710"/>
                              <a:pt x="36402" y="14865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86" name="Forme libre : forme 10685">
                        <a:extLst>
                          <a:ext uri="{FF2B5EF4-FFF2-40B4-BE49-F238E27FC236}">
                            <a16:creationId xmlns:a16="http://schemas.microsoft.com/office/drawing/2014/main" id="{50D452B5-914F-4A85-9158-584BD1B8E4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8948" y="2855594"/>
                        <a:ext cx="97877" cy="190595"/>
                      </a:xfrm>
                      <a:custGeom>
                        <a:avLst/>
                        <a:gdLst>
                          <a:gd name="connsiteX0" fmla="*/ 34917 w 97877"/>
                          <a:gd name="connsiteY0" fmla="*/ 80010 h 190595"/>
                          <a:gd name="connsiteX1" fmla="*/ 16820 w 97877"/>
                          <a:gd name="connsiteY1" fmla="*/ 0 h 190595"/>
                          <a:gd name="connsiteX2" fmla="*/ 9771 w 97877"/>
                          <a:gd name="connsiteY2" fmla="*/ 6572 h 190595"/>
                          <a:gd name="connsiteX3" fmla="*/ 5294 w 97877"/>
                          <a:gd name="connsiteY3" fmla="*/ 17526 h 190595"/>
                          <a:gd name="connsiteX4" fmla="*/ 151 w 97877"/>
                          <a:gd name="connsiteY4" fmla="*/ 51721 h 190595"/>
                          <a:gd name="connsiteX5" fmla="*/ 5866 w 97877"/>
                          <a:gd name="connsiteY5" fmla="*/ 79629 h 190595"/>
                          <a:gd name="connsiteX6" fmla="*/ 9866 w 97877"/>
                          <a:gd name="connsiteY6" fmla="*/ 90678 h 190595"/>
                          <a:gd name="connsiteX7" fmla="*/ 33584 w 97877"/>
                          <a:gd name="connsiteY7" fmla="*/ 142399 h 190595"/>
                          <a:gd name="connsiteX8" fmla="*/ 36346 w 97877"/>
                          <a:gd name="connsiteY8" fmla="*/ 147257 h 190595"/>
                          <a:gd name="connsiteX9" fmla="*/ 56253 w 97877"/>
                          <a:gd name="connsiteY9" fmla="*/ 172212 h 190595"/>
                          <a:gd name="connsiteX10" fmla="*/ 87019 w 97877"/>
                          <a:gd name="connsiteY10" fmla="*/ 188976 h 190595"/>
                          <a:gd name="connsiteX11" fmla="*/ 97496 w 97877"/>
                          <a:gd name="connsiteY11" fmla="*/ 190595 h 190595"/>
                          <a:gd name="connsiteX12" fmla="*/ 97877 w 97877"/>
                          <a:gd name="connsiteY12" fmla="*/ 190595 h 190595"/>
                          <a:gd name="connsiteX13" fmla="*/ 34917 w 97877"/>
                          <a:gd name="connsiteY13" fmla="*/ 80010 h 1905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97877" h="190595">
                            <a:moveTo>
                              <a:pt x="34917" y="80010"/>
                            </a:moveTo>
                            <a:cubicBezTo>
                              <a:pt x="22630" y="54007"/>
                              <a:pt x="13295" y="24479"/>
                              <a:pt x="16820" y="0"/>
                            </a:cubicBezTo>
                            <a:cubicBezTo>
                              <a:pt x="13771" y="1334"/>
                              <a:pt x="11200" y="3524"/>
                              <a:pt x="9771" y="6572"/>
                            </a:cubicBezTo>
                            <a:cubicBezTo>
                              <a:pt x="8056" y="10192"/>
                              <a:pt x="6628" y="13811"/>
                              <a:pt x="5294" y="17526"/>
                            </a:cubicBezTo>
                            <a:cubicBezTo>
                              <a:pt x="1579" y="28004"/>
                              <a:pt x="-611" y="38958"/>
                              <a:pt x="151" y="51721"/>
                            </a:cubicBezTo>
                            <a:cubicBezTo>
                              <a:pt x="722" y="60008"/>
                              <a:pt x="2437" y="69152"/>
                              <a:pt x="5866" y="79629"/>
                            </a:cubicBezTo>
                            <a:cubicBezTo>
                              <a:pt x="6913" y="82772"/>
                              <a:pt x="8247" y="86583"/>
                              <a:pt x="9866" y="90678"/>
                            </a:cubicBezTo>
                            <a:cubicBezTo>
                              <a:pt x="15962" y="106871"/>
                              <a:pt x="25868" y="128683"/>
                              <a:pt x="33584" y="142399"/>
                            </a:cubicBezTo>
                            <a:cubicBezTo>
                              <a:pt x="34536" y="144113"/>
                              <a:pt x="35488" y="145828"/>
                              <a:pt x="36346" y="147257"/>
                            </a:cubicBezTo>
                            <a:cubicBezTo>
                              <a:pt x="42537" y="157544"/>
                              <a:pt x="49204" y="165735"/>
                              <a:pt x="56253" y="172212"/>
                            </a:cubicBezTo>
                            <a:cubicBezTo>
                              <a:pt x="66064" y="180880"/>
                              <a:pt x="76541" y="186119"/>
                              <a:pt x="87019" y="188976"/>
                            </a:cubicBezTo>
                            <a:cubicBezTo>
                              <a:pt x="90543" y="189738"/>
                              <a:pt x="94067" y="190310"/>
                              <a:pt x="97496" y="190595"/>
                            </a:cubicBezTo>
                            <a:lnTo>
                              <a:pt x="97877" y="190595"/>
                            </a:lnTo>
                            <a:cubicBezTo>
                              <a:pt x="69683" y="157258"/>
                              <a:pt x="52728" y="116967"/>
                              <a:pt x="34917" y="8001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87" name="Forme libre : forme 10686">
                        <a:extLst>
                          <a:ext uri="{FF2B5EF4-FFF2-40B4-BE49-F238E27FC236}">
                            <a16:creationId xmlns:a16="http://schemas.microsoft.com/office/drawing/2014/main" id="{3560F9C3-7CD8-4A10-8810-300C52739B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45357" y="2923295"/>
                        <a:ext cx="47659" cy="88239"/>
                      </a:xfrm>
                      <a:custGeom>
                        <a:avLst/>
                        <a:gdLst>
                          <a:gd name="connsiteX0" fmla="*/ 45466 w 47659"/>
                          <a:gd name="connsiteY0" fmla="*/ 87557 h 88239"/>
                          <a:gd name="connsiteX1" fmla="*/ 26511 w 47659"/>
                          <a:gd name="connsiteY1" fmla="*/ 74889 h 88239"/>
                          <a:gd name="connsiteX2" fmla="*/ 10414 w 47659"/>
                          <a:gd name="connsiteY2" fmla="*/ 48600 h 88239"/>
                          <a:gd name="connsiteX3" fmla="*/ 4318 w 47659"/>
                          <a:gd name="connsiteY3" fmla="*/ 403 h 88239"/>
                          <a:gd name="connsiteX4" fmla="*/ 32798 w 47659"/>
                          <a:gd name="connsiteY4" fmla="*/ 37837 h 88239"/>
                          <a:gd name="connsiteX5" fmla="*/ 43561 w 47659"/>
                          <a:gd name="connsiteY5" fmla="*/ 64792 h 88239"/>
                          <a:gd name="connsiteX6" fmla="*/ 45466 w 47659"/>
                          <a:gd name="connsiteY6" fmla="*/ 87557 h 88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7659" h="88239">
                            <a:moveTo>
                              <a:pt x="45466" y="87557"/>
                            </a:moveTo>
                            <a:cubicBezTo>
                              <a:pt x="41275" y="90414"/>
                              <a:pt x="33560" y="83938"/>
                              <a:pt x="26511" y="74889"/>
                            </a:cubicBezTo>
                            <a:cubicBezTo>
                              <a:pt x="19368" y="65840"/>
                              <a:pt x="13272" y="54410"/>
                              <a:pt x="10414" y="48600"/>
                            </a:cubicBezTo>
                            <a:cubicBezTo>
                              <a:pt x="4604" y="36884"/>
                              <a:pt x="-5969" y="4689"/>
                              <a:pt x="4318" y="403"/>
                            </a:cubicBezTo>
                            <a:cubicBezTo>
                              <a:pt x="14320" y="-3883"/>
                              <a:pt x="27940" y="27169"/>
                              <a:pt x="32798" y="37837"/>
                            </a:cubicBezTo>
                            <a:cubicBezTo>
                              <a:pt x="35084" y="43266"/>
                              <a:pt x="39942" y="54505"/>
                              <a:pt x="43561" y="64792"/>
                            </a:cubicBezTo>
                            <a:cubicBezTo>
                              <a:pt x="47181" y="75174"/>
                              <a:pt x="49657" y="84699"/>
                              <a:pt x="45466" y="8755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88" name="Forme libre : forme 10687">
                        <a:extLst>
                          <a:ext uri="{FF2B5EF4-FFF2-40B4-BE49-F238E27FC236}">
                            <a16:creationId xmlns:a16="http://schemas.microsoft.com/office/drawing/2014/main" id="{0B45E3C8-36DE-404A-82D7-7A29343EF9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45579" y="2922435"/>
                        <a:ext cx="21241" cy="68223"/>
                      </a:xfrm>
                      <a:custGeom>
                        <a:avLst/>
                        <a:gdLst>
                          <a:gd name="connsiteX0" fmla="*/ 20955 w 21241"/>
                          <a:gd name="connsiteY0" fmla="*/ 16122 h 68223"/>
                          <a:gd name="connsiteX1" fmla="*/ 3906 w 21241"/>
                          <a:gd name="connsiteY1" fmla="*/ 882 h 68223"/>
                          <a:gd name="connsiteX2" fmla="*/ 10478 w 21241"/>
                          <a:gd name="connsiteY2" fmla="*/ 50126 h 68223"/>
                          <a:gd name="connsiteX3" fmla="*/ 21241 w 21241"/>
                          <a:gd name="connsiteY3" fmla="*/ 68224 h 68223"/>
                          <a:gd name="connsiteX4" fmla="*/ 16764 w 21241"/>
                          <a:gd name="connsiteY4" fmla="*/ 57842 h 68223"/>
                          <a:gd name="connsiteX5" fmla="*/ 20955 w 21241"/>
                          <a:gd name="connsiteY5" fmla="*/ 16122 h 682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1241" h="68223">
                            <a:moveTo>
                              <a:pt x="20955" y="16122"/>
                            </a:moveTo>
                            <a:cubicBezTo>
                              <a:pt x="16764" y="11360"/>
                              <a:pt x="9430" y="-3785"/>
                              <a:pt x="3906" y="882"/>
                            </a:cubicBezTo>
                            <a:cubicBezTo>
                              <a:pt x="-5143" y="8312"/>
                              <a:pt x="3429" y="35172"/>
                              <a:pt x="10478" y="50126"/>
                            </a:cubicBezTo>
                            <a:cubicBezTo>
                              <a:pt x="12478" y="54508"/>
                              <a:pt x="18002" y="63842"/>
                              <a:pt x="21241" y="68224"/>
                            </a:cubicBezTo>
                            <a:cubicBezTo>
                              <a:pt x="19908" y="65366"/>
                              <a:pt x="17526" y="60794"/>
                              <a:pt x="16764" y="57842"/>
                            </a:cubicBezTo>
                            <a:cubicBezTo>
                              <a:pt x="12668" y="41363"/>
                              <a:pt x="10192" y="21647"/>
                              <a:pt x="20955" y="1612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89" name="Forme libre : forme 10688">
                        <a:extLst>
                          <a:ext uri="{FF2B5EF4-FFF2-40B4-BE49-F238E27FC236}">
                            <a16:creationId xmlns:a16="http://schemas.microsoft.com/office/drawing/2014/main" id="{C91137E5-FB0C-450D-BB57-077E0A7B71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44608" y="2928866"/>
                        <a:ext cx="49575" cy="88045"/>
                      </a:xfrm>
                      <a:custGeom>
                        <a:avLst/>
                        <a:gdLst>
                          <a:gd name="connsiteX0" fmla="*/ 46977 w 49575"/>
                          <a:gd name="connsiteY0" fmla="*/ 87796 h 88045"/>
                          <a:gd name="connsiteX1" fmla="*/ 27070 w 49575"/>
                          <a:gd name="connsiteY1" fmla="*/ 74271 h 88045"/>
                          <a:gd name="connsiteX2" fmla="*/ 10591 w 49575"/>
                          <a:gd name="connsiteY2" fmla="*/ 48553 h 88045"/>
                          <a:gd name="connsiteX3" fmla="*/ 4400 w 49575"/>
                          <a:gd name="connsiteY3" fmla="*/ 547 h 88045"/>
                          <a:gd name="connsiteX4" fmla="*/ 33070 w 49575"/>
                          <a:gd name="connsiteY4" fmla="*/ 37790 h 88045"/>
                          <a:gd name="connsiteX5" fmla="*/ 44977 w 49575"/>
                          <a:gd name="connsiteY5" fmla="*/ 65603 h 88045"/>
                          <a:gd name="connsiteX6" fmla="*/ 46977 w 49575"/>
                          <a:gd name="connsiteY6" fmla="*/ 87796 h 880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9575" h="88045">
                            <a:moveTo>
                              <a:pt x="46977" y="87796"/>
                            </a:moveTo>
                            <a:cubicBezTo>
                              <a:pt x="41929" y="89415"/>
                              <a:pt x="34118" y="82938"/>
                              <a:pt x="27070" y="74271"/>
                            </a:cubicBezTo>
                            <a:cubicBezTo>
                              <a:pt x="20021" y="65603"/>
                              <a:pt x="13830" y="54840"/>
                              <a:pt x="10591" y="48553"/>
                            </a:cubicBezTo>
                            <a:cubicBezTo>
                              <a:pt x="3829" y="35980"/>
                              <a:pt x="-5696" y="5786"/>
                              <a:pt x="4400" y="547"/>
                            </a:cubicBezTo>
                            <a:cubicBezTo>
                              <a:pt x="14306" y="-4596"/>
                              <a:pt x="28213" y="27979"/>
                              <a:pt x="33070" y="37790"/>
                            </a:cubicBezTo>
                            <a:cubicBezTo>
                              <a:pt x="35356" y="42743"/>
                              <a:pt x="40786" y="54744"/>
                              <a:pt x="44977" y="65603"/>
                            </a:cubicBezTo>
                            <a:cubicBezTo>
                              <a:pt x="48977" y="76461"/>
                              <a:pt x="51930" y="86177"/>
                              <a:pt x="46977" y="8779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90" name="Forme libre : forme 10689">
                        <a:extLst>
                          <a:ext uri="{FF2B5EF4-FFF2-40B4-BE49-F238E27FC236}">
                            <a16:creationId xmlns:a16="http://schemas.microsoft.com/office/drawing/2014/main" id="{A01622C0-25A5-4ECD-B77A-BC4295EB7D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3655" y="2879518"/>
                        <a:ext cx="45980" cy="119926"/>
                      </a:xfrm>
                      <a:custGeom>
                        <a:avLst/>
                        <a:gdLst>
                          <a:gd name="connsiteX0" fmla="*/ 9732 w 45980"/>
                          <a:gd name="connsiteY0" fmla="*/ 2461 h 119926"/>
                          <a:gd name="connsiteX1" fmla="*/ 2398 w 45980"/>
                          <a:gd name="connsiteY1" fmla="*/ 18082 h 119926"/>
                          <a:gd name="connsiteX2" fmla="*/ 3065 w 45980"/>
                          <a:gd name="connsiteY2" fmla="*/ 65802 h 119926"/>
                          <a:gd name="connsiteX3" fmla="*/ 24972 w 45980"/>
                          <a:gd name="connsiteY3" fmla="*/ 109141 h 119926"/>
                          <a:gd name="connsiteX4" fmla="*/ 45070 w 45980"/>
                          <a:gd name="connsiteY4" fmla="*/ 118000 h 119926"/>
                          <a:gd name="connsiteX5" fmla="*/ 43165 w 45980"/>
                          <a:gd name="connsiteY5" fmla="*/ 101807 h 119926"/>
                          <a:gd name="connsiteX6" fmla="*/ 39164 w 45980"/>
                          <a:gd name="connsiteY6" fmla="*/ 58659 h 119926"/>
                          <a:gd name="connsiteX7" fmla="*/ 36497 w 45980"/>
                          <a:gd name="connsiteY7" fmla="*/ 16082 h 119926"/>
                          <a:gd name="connsiteX8" fmla="*/ 9732 w 45980"/>
                          <a:gd name="connsiteY8" fmla="*/ 2461 h 1199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5980" h="119926">
                            <a:moveTo>
                              <a:pt x="9732" y="2461"/>
                            </a:moveTo>
                            <a:cubicBezTo>
                              <a:pt x="4684" y="6938"/>
                              <a:pt x="3636" y="9891"/>
                              <a:pt x="2398" y="18082"/>
                            </a:cubicBezTo>
                            <a:cubicBezTo>
                              <a:pt x="17" y="33703"/>
                              <a:pt x="-1793" y="46752"/>
                              <a:pt x="3065" y="65802"/>
                            </a:cubicBezTo>
                            <a:cubicBezTo>
                              <a:pt x="7065" y="81709"/>
                              <a:pt x="15542" y="98378"/>
                              <a:pt x="24972" y="109141"/>
                            </a:cubicBezTo>
                            <a:cubicBezTo>
                              <a:pt x="32020" y="117237"/>
                              <a:pt x="40974" y="123143"/>
                              <a:pt x="45070" y="118000"/>
                            </a:cubicBezTo>
                            <a:cubicBezTo>
                              <a:pt x="47546" y="114856"/>
                              <a:pt x="44308" y="107903"/>
                              <a:pt x="43165" y="101807"/>
                            </a:cubicBezTo>
                            <a:cubicBezTo>
                              <a:pt x="40498" y="87329"/>
                              <a:pt x="37926" y="73708"/>
                              <a:pt x="39164" y="58659"/>
                            </a:cubicBezTo>
                            <a:cubicBezTo>
                              <a:pt x="40212" y="45895"/>
                              <a:pt x="44022" y="31417"/>
                              <a:pt x="36497" y="16082"/>
                            </a:cubicBezTo>
                            <a:cubicBezTo>
                              <a:pt x="29544" y="2366"/>
                              <a:pt x="16781" y="-3825"/>
                              <a:pt x="9732" y="246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91" name="Forme libre : forme 10690">
                        <a:extLst>
                          <a:ext uri="{FF2B5EF4-FFF2-40B4-BE49-F238E27FC236}">
                            <a16:creationId xmlns:a16="http://schemas.microsoft.com/office/drawing/2014/main" id="{C745EAD8-2345-43D6-B7C8-91E38B4910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50281" y="2900168"/>
                        <a:ext cx="22884" cy="33892"/>
                      </a:xfrm>
                      <a:custGeom>
                        <a:avLst/>
                        <a:gdLst>
                          <a:gd name="connsiteX0" fmla="*/ 5108 w 22884"/>
                          <a:gd name="connsiteY0" fmla="*/ 2575 h 33892"/>
                          <a:gd name="connsiteX1" fmla="*/ 1394 w 22884"/>
                          <a:gd name="connsiteY1" fmla="*/ 4 h 33892"/>
                          <a:gd name="connsiteX2" fmla="*/ 155 w 22884"/>
                          <a:gd name="connsiteY2" fmla="*/ 3528 h 33892"/>
                          <a:gd name="connsiteX3" fmla="*/ 2537 w 22884"/>
                          <a:gd name="connsiteY3" fmla="*/ 10291 h 33892"/>
                          <a:gd name="connsiteX4" fmla="*/ 10823 w 22884"/>
                          <a:gd name="connsiteY4" fmla="*/ 25721 h 33892"/>
                          <a:gd name="connsiteX5" fmla="*/ 14633 w 22884"/>
                          <a:gd name="connsiteY5" fmla="*/ 30865 h 33892"/>
                          <a:gd name="connsiteX6" fmla="*/ 21015 w 22884"/>
                          <a:gd name="connsiteY6" fmla="*/ 24197 h 33892"/>
                          <a:gd name="connsiteX7" fmla="*/ 5108 w 22884"/>
                          <a:gd name="connsiteY7" fmla="*/ 2575 h 338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884" h="33892">
                            <a:moveTo>
                              <a:pt x="5108" y="2575"/>
                            </a:moveTo>
                            <a:cubicBezTo>
                              <a:pt x="3775" y="1147"/>
                              <a:pt x="2727" y="194"/>
                              <a:pt x="1394" y="4"/>
                            </a:cubicBezTo>
                            <a:cubicBezTo>
                              <a:pt x="60" y="-92"/>
                              <a:pt x="-226" y="1623"/>
                              <a:pt x="155" y="3528"/>
                            </a:cubicBezTo>
                            <a:cubicBezTo>
                              <a:pt x="441" y="5528"/>
                              <a:pt x="1584" y="8195"/>
                              <a:pt x="2537" y="10291"/>
                            </a:cubicBezTo>
                            <a:cubicBezTo>
                              <a:pt x="5013" y="15529"/>
                              <a:pt x="7870" y="21054"/>
                              <a:pt x="10823" y="25721"/>
                            </a:cubicBezTo>
                            <a:cubicBezTo>
                              <a:pt x="12062" y="27626"/>
                              <a:pt x="13204" y="29531"/>
                              <a:pt x="14633" y="30865"/>
                            </a:cubicBezTo>
                            <a:cubicBezTo>
                              <a:pt x="20634" y="36484"/>
                              <a:pt x="25778" y="34294"/>
                              <a:pt x="21015" y="24197"/>
                            </a:cubicBezTo>
                            <a:cubicBezTo>
                              <a:pt x="17491" y="16482"/>
                              <a:pt x="10728" y="8195"/>
                              <a:pt x="5108" y="257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92" name="Forme libre : forme 10691">
                        <a:extLst>
                          <a:ext uri="{FF2B5EF4-FFF2-40B4-BE49-F238E27FC236}">
                            <a16:creationId xmlns:a16="http://schemas.microsoft.com/office/drawing/2014/main" id="{CC4A78D2-E27B-4003-8E2F-43B97A4F41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47770" y="3004470"/>
                        <a:ext cx="58769" cy="37964"/>
                      </a:xfrm>
                      <a:custGeom>
                        <a:avLst/>
                        <a:gdLst>
                          <a:gd name="connsiteX0" fmla="*/ 58769 w 58769"/>
                          <a:gd name="connsiteY0" fmla="*/ 37719 h 37964"/>
                          <a:gd name="connsiteX1" fmla="*/ 28289 w 58769"/>
                          <a:gd name="connsiteY1" fmla="*/ 26384 h 37964"/>
                          <a:gd name="connsiteX2" fmla="*/ 0 w 58769"/>
                          <a:gd name="connsiteY2" fmla="*/ 0 h 37964"/>
                          <a:gd name="connsiteX3" fmla="*/ 58769 w 58769"/>
                          <a:gd name="connsiteY3" fmla="*/ 37719 h 379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769" h="37964">
                            <a:moveTo>
                              <a:pt x="58769" y="37719"/>
                            </a:moveTo>
                            <a:cubicBezTo>
                              <a:pt x="50482" y="39148"/>
                              <a:pt x="39148" y="34195"/>
                              <a:pt x="28289" y="26384"/>
                            </a:cubicBezTo>
                            <a:cubicBezTo>
                              <a:pt x="17430" y="18574"/>
                              <a:pt x="7239" y="8192"/>
                              <a:pt x="0" y="0"/>
                            </a:cubicBezTo>
                            <a:cubicBezTo>
                              <a:pt x="16002" y="18002"/>
                              <a:pt x="40100" y="32957"/>
                              <a:pt x="58769" y="377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93" name="Forme libre : forme 10692">
                        <a:extLst>
                          <a:ext uri="{FF2B5EF4-FFF2-40B4-BE49-F238E27FC236}">
                            <a16:creationId xmlns:a16="http://schemas.microsoft.com/office/drawing/2014/main" id="{04F32D78-C155-4986-8EB0-BDAACCBC12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7864" y="2857976"/>
                        <a:ext cx="46291" cy="54387"/>
                      </a:xfrm>
                      <a:custGeom>
                        <a:avLst/>
                        <a:gdLst>
                          <a:gd name="connsiteX0" fmla="*/ 46292 w 46291"/>
                          <a:gd name="connsiteY0" fmla="*/ 54388 h 54387"/>
                          <a:gd name="connsiteX1" fmla="*/ 0 w 46291"/>
                          <a:gd name="connsiteY1" fmla="*/ 0 h 54387"/>
                          <a:gd name="connsiteX2" fmla="*/ 46292 w 46291"/>
                          <a:gd name="connsiteY2" fmla="*/ 54388 h 543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6291" h="54387">
                            <a:moveTo>
                              <a:pt x="46292" y="54388"/>
                            </a:moveTo>
                            <a:cubicBezTo>
                              <a:pt x="35243" y="30956"/>
                              <a:pt x="17050" y="12764"/>
                              <a:pt x="0" y="0"/>
                            </a:cubicBezTo>
                            <a:cubicBezTo>
                              <a:pt x="16479" y="11144"/>
                              <a:pt x="33909" y="35814"/>
                              <a:pt x="46292" y="5438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94" name="Forme libre : forme 10693">
                        <a:extLst>
                          <a:ext uri="{FF2B5EF4-FFF2-40B4-BE49-F238E27FC236}">
                            <a16:creationId xmlns:a16="http://schemas.microsoft.com/office/drawing/2014/main" id="{8795C56E-EDE8-4EEE-B256-E170921AD2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68957" y="2956897"/>
                        <a:ext cx="15225" cy="33294"/>
                      </a:xfrm>
                      <a:custGeom>
                        <a:avLst/>
                        <a:gdLst>
                          <a:gd name="connsiteX0" fmla="*/ 13578 w 15225"/>
                          <a:gd name="connsiteY0" fmla="*/ 33286 h 33294"/>
                          <a:gd name="connsiteX1" fmla="*/ 2720 w 15225"/>
                          <a:gd name="connsiteY1" fmla="*/ 15284 h 33294"/>
                          <a:gd name="connsiteX2" fmla="*/ 2149 w 15225"/>
                          <a:gd name="connsiteY2" fmla="*/ 44 h 33294"/>
                          <a:gd name="connsiteX3" fmla="*/ 11674 w 15225"/>
                          <a:gd name="connsiteY3" fmla="*/ 17189 h 33294"/>
                          <a:gd name="connsiteX4" fmla="*/ 13578 w 15225"/>
                          <a:gd name="connsiteY4" fmla="*/ 33286 h 332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225" h="33294">
                            <a:moveTo>
                              <a:pt x="13578" y="33286"/>
                            </a:moveTo>
                            <a:cubicBezTo>
                              <a:pt x="9293" y="32905"/>
                              <a:pt x="4053" y="19475"/>
                              <a:pt x="2720" y="15284"/>
                            </a:cubicBezTo>
                            <a:cubicBezTo>
                              <a:pt x="1196" y="11188"/>
                              <a:pt x="-2233" y="-814"/>
                              <a:pt x="2149" y="44"/>
                            </a:cubicBezTo>
                            <a:cubicBezTo>
                              <a:pt x="6530" y="901"/>
                              <a:pt x="10340" y="13283"/>
                              <a:pt x="11674" y="17189"/>
                            </a:cubicBezTo>
                            <a:cubicBezTo>
                              <a:pt x="13007" y="21094"/>
                              <a:pt x="17674" y="33667"/>
                              <a:pt x="13578" y="3328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95" name="Forme libre : forme 10694">
                        <a:extLst>
                          <a:ext uri="{FF2B5EF4-FFF2-40B4-BE49-F238E27FC236}">
                            <a16:creationId xmlns:a16="http://schemas.microsoft.com/office/drawing/2014/main" id="{23A36AF7-CE9D-4D98-83BF-D52E484D4F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80832" y="2985600"/>
                        <a:ext cx="5503" cy="9159"/>
                      </a:xfrm>
                      <a:custGeom>
                        <a:avLst/>
                        <a:gdLst>
                          <a:gd name="connsiteX0" fmla="*/ 5133 w 5503"/>
                          <a:gd name="connsiteY0" fmla="*/ 8964 h 9159"/>
                          <a:gd name="connsiteX1" fmla="*/ 1514 w 5503"/>
                          <a:gd name="connsiteY1" fmla="*/ 5725 h 9159"/>
                          <a:gd name="connsiteX2" fmla="*/ 371 w 5503"/>
                          <a:gd name="connsiteY2" fmla="*/ 201 h 9159"/>
                          <a:gd name="connsiteX3" fmla="*/ 3990 w 5503"/>
                          <a:gd name="connsiteY3" fmla="*/ 3344 h 9159"/>
                          <a:gd name="connsiteX4" fmla="*/ 5133 w 5503"/>
                          <a:gd name="connsiteY4" fmla="*/ 8964 h 91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03" h="9159">
                            <a:moveTo>
                              <a:pt x="5133" y="8964"/>
                            </a:moveTo>
                            <a:cubicBezTo>
                              <a:pt x="4085" y="9916"/>
                              <a:pt x="2275" y="7154"/>
                              <a:pt x="1514" y="5725"/>
                            </a:cubicBezTo>
                            <a:cubicBezTo>
                              <a:pt x="752" y="4202"/>
                              <a:pt x="-677" y="1058"/>
                              <a:pt x="371" y="201"/>
                            </a:cubicBezTo>
                            <a:cubicBezTo>
                              <a:pt x="1418" y="-752"/>
                              <a:pt x="3133" y="1915"/>
                              <a:pt x="3990" y="3344"/>
                            </a:cubicBezTo>
                            <a:cubicBezTo>
                              <a:pt x="4752" y="4868"/>
                              <a:pt x="6181" y="8011"/>
                              <a:pt x="5133" y="896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96" name="Forme libre : forme 10695">
                        <a:extLst>
                          <a:ext uri="{FF2B5EF4-FFF2-40B4-BE49-F238E27FC236}">
                            <a16:creationId xmlns:a16="http://schemas.microsoft.com/office/drawing/2014/main" id="{EA68097C-A479-4A2D-8957-C88F844EBD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86847" y="2948300"/>
                        <a:ext cx="24709" cy="86709"/>
                      </a:xfrm>
                      <a:custGeom>
                        <a:avLst/>
                        <a:gdLst>
                          <a:gd name="connsiteX0" fmla="*/ 23597 w 24709"/>
                          <a:gd name="connsiteY0" fmla="*/ 59409 h 86709"/>
                          <a:gd name="connsiteX1" fmla="*/ 23597 w 24709"/>
                          <a:gd name="connsiteY1" fmla="*/ 84745 h 86709"/>
                          <a:gd name="connsiteX2" fmla="*/ 15311 w 24709"/>
                          <a:gd name="connsiteY2" fmla="*/ 83412 h 86709"/>
                          <a:gd name="connsiteX3" fmla="*/ 11882 w 24709"/>
                          <a:gd name="connsiteY3" fmla="*/ 72839 h 86709"/>
                          <a:gd name="connsiteX4" fmla="*/ 7215 w 24709"/>
                          <a:gd name="connsiteY4" fmla="*/ 39883 h 86709"/>
                          <a:gd name="connsiteX5" fmla="*/ 3976 w 24709"/>
                          <a:gd name="connsiteY5" fmla="*/ 163 h 86709"/>
                          <a:gd name="connsiteX6" fmla="*/ 23312 w 24709"/>
                          <a:gd name="connsiteY6" fmla="*/ 37692 h 86709"/>
                          <a:gd name="connsiteX7" fmla="*/ 23597 w 24709"/>
                          <a:gd name="connsiteY7" fmla="*/ 59409 h 867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4709" h="86709">
                            <a:moveTo>
                              <a:pt x="23597" y="59409"/>
                            </a:moveTo>
                            <a:cubicBezTo>
                              <a:pt x="24455" y="69315"/>
                              <a:pt x="25598" y="76268"/>
                              <a:pt x="23597" y="84745"/>
                            </a:cubicBezTo>
                            <a:cubicBezTo>
                              <a:pt x="22931" y="87889"/>
                              <a:pt x="18263" y="87126"/>
                              <a:pt x="15311" y="83412"/>
                            </a:cubicBezTo>
                            <a:cubicBezTo>
                              <a:pt x="12358" y="79792"/>
                              <a:pt x="12263" y="76268"/>
                              <a:pt x="11882" y="72839"/>
                            </a:cubicBezTo>
                            <a:cubicBezTo>
                              <a:pt x="11025" y="61885"/>
                              <a:pt x="9215" y="51503"/>
                              <a:pt x="7215" y="39883"/>
                            </a:cubicBezTo>
                            <a:cubicBezTo>
                              <a:pt x="5596" y="32834"/>
                              <a:pt x="-5930" y="-2694"/>
                              <a:pt x="3976" y="163"/>
                            </a:cubicBezTo>
                            <a:cubicBezTo>
                              <a:pt x="13501" y="3116"/>
                              <a:pt x="21502" y="28643"/>
                              <a:pt x="23312" y="37692"/>
                            </a:cubicBezTo>
                            <a:cubicBezTo>
                              <a:pt x="24931" y="46836"/>
                              <a:pt x="22931" y="51979"/>
                              <a:pt x="23597" y="5940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81" name="Graphique 1">
                      <a:extLst>
                        <a:ext uri="{FF2B5EF4-FFF2-40B4-BE49-F238E27FC236}">
                          <a16:creationId xmlns:a16="http://schemas.microsoft.com/office/drawing/2014/main" id="{52D815EE-D97A-4BA6-A279-BCC594EB7E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10539" y="2978298"/>
                      <a:ext cx="173236" cy="131564"/>
                      <a:chOff x="5810539" y="2978298"/>
                      <a:chExt cx="173236" cy="131564"/>
                    </a:xfrm>
                    <a:solidFill>
                      <a:schemeClr val="accent1"/>
                    </a:solidFill>
                  </p:grpSpPr>
                  <p:sp>
                    <p:nvSpPr>
                      <p:cNvPr id="10673" name="Forme libre : forme 10672">
                        <a:extLst>
                          <a:ext uri="{FF2B5EF4-FFF2-40B4-BE49-F238E27FC236}">
                            <a16:creationId xmlns:a16="http://schemas.microsoft.com/office/drawing/2014/main" id="{E6CB56A2-F949-49C0-A38C-D541BD30B7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10825" y="2978298"/>
                        <a:ext cx="172951" cy="131564"/>
                      </a:xfrm>
                      <a:custGeom>
                        <a:avLst/>
                        <a:gdLst>
                          <a:gd name="connsiteX0" fmla="*/ 147734 w 172951"/>
                          <a:gd name="connsiteY0" fmla="*/ 79703 h 131564"/>
                          <a:gd name="connsiteX1" fmla="*/ 118968 w 172951"/>
                          <a:gd name="connsiteY1" fmla="*/ 106658 h 131564"/>
                          <a:gd name="connsiteX2" fmla="*/ 98299 w 172951"/>
                          <a:gd name="connsiteY2" fmla="*/ 120660 h 131564"/>
                          <a:gd name="connsiteX3" fmla="*/ 86488 w 172951"/>
                          <a:gd name="connsiteY3" fmla="*/ 126375 h 131564"/>
                          <a:gd name="connsiteX4" fmla="*/ 72677 w 172951"/>
                          <a:gd name="connsiteY4" fmla="*/ 130566 h 131564"/>
                          <a:gd name="connsiteX5" fmla="*/ 60960 w 172951"/>
                          <a:gd name="connsiteY5" fmla="*/ 131328 h 131564"/>
                          <a:gd name="connsiteX6" fmla="*/ 55436 w 172951"/>
                          <a:gd name="connsiteY6" fmla="*/ 131519 h 131564"/>
                          <a:gd name="connsiteX7" fmla="*/ 49626 w 172951"/>
                          <a:gd name="connsiteY7" fmla="*/ 130661 h 131564"/>
                          <a:gd name="connsiteX8" fmla="*/ 33338 w 172951"/>
                          <a:gd name="connsiteY8" fmla="*/ 125518 h 131564"/>
                          <a:gd name="connsiteX9" fmla="*/ 12478 w 172951"/>
                          <a:gd name="connsiteY9" fmla="*/ 109516 h 131564"/>
                          <a:gd name="connsiteX10" fmla="*/ 1 w 172951"/>
                          <a:gd name="connsiteY10" fmla="*/ 73702 h 131564"/>
                          <a:gd name="connsiteX11" fmla="*/ 16288 w 172951"/>
                          <a:gd name="connsiteY11" fmla="*/ 59605 h 131564"/>
                          <a:gd name="connsiteX12" fmla="*/ 44387 w 172951"/>
                          <a:gd name="connsiteY12" fmla="*/ 60176 h 131564"/>
                          <a:gd name="connsiteX13" fmla="*/ 54293 w 172951"/>
                          <a:gd name="connsiteY13" fmla="*/ 58652 h 131564"/>
                          <a:gd name="connsiteX14" fmla="*/ 56293 w 172951"/>
                          <a:gd name="connsiteY14" fmla="*/ 58176 h 131564"/>
                          <a:gd name="connsiteX15" fmla="*/ 57151 w 172951"/>
                          <a:gd name="connsiteY15" fmla="*/ 57795 h 131564"/>
                          <a:gd name="connsiteX16" fmla="*/ 56865 w 172951"/>
                          <a:gd name="connsiteY16" fmla="*/ 57414 h 131564"/>
                          <a:gd name="connsiteX17" fmla="*/ 56960 w 172951"/>
                          <a:gd name="connsiteY17" fmla="*/ 56366 h 131564"/>
                          <a:gd name="connsiteX18" fmla="*/ 57722 w 172951"/>
                          <a:gd name="connsiteY18" fmla="*/ 55795 h 131564"/>
                          <a:gd name="connsiteX19" fmla="*/ 61151 w 172951"/>
                          <a:gd name="connsiteY19" fmla="*/ 53795 h 131564"/>
                          <a:gd name="connsiteX20" fmla="*/ 71438 w 172951"/>
                          <a:gd name="connsiteY20" fmla="*/ 46460 h 131564"/>
                          <a:gd name="connsiteX21" fmla="*/ 92870 w 172951"/>
                          <a:gd name="connsiteY21" fmla="*/ 28173 h 131564"/>
                          <a:gd name="connsiteX22" fmla="*/ 154591 w 172951"/>
                          <a:gd name="connsiteY22" fmla="*/ 169 h 131564"/>
                          <a:gd name="connsiteX23" fmla="*/ 172594 w 172951"/>
                          <a:gd name="connsiteY23" fmla="*/ 11218 h 131564"/>
                          <a:gd name="connsiteX24" fmla="*/ 147734 w 172951"/>
                          <a:gd name="connsiteY24" fmla="*/ 79703 h 1315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72951" h="131564">
                            <a:moveTo>
                              <a:pt x="147734" y="79703"/>
                            </a:moveTo>
                            <a:cubicBezTo>
                              <a:pt x="141637" y="86466"/>
                              <a:pt x="131541" y="96752"/>
                              <a:pt x="118968" y="106658"/>
                            </a:cubicBezTo>
                            <a:cubicBezTo>
                              <a:pt x="112872" y="111611"/>
                              <a:pt x="105538" y="116469"/>
                              <a:pt x="98299" y="120660"/>
                            </a:cubicBezTo>
                            <a:cubicBezTo>
                              <a:pt x="94203" y="122756"/>
                              <a:pt x="90202" y="124661"/>
                              <a:pt x="86488" y="126375"/>
                            </a:cubicBezTo>
                            <a:cubicBezTo>
                              <a:pt x="82011" y="127899"/>
                              <a:pt x="77153" y="129423"/>
                              <a:pt x="72677" y="130566"/>
                            </a:cubicBezTo>
                            <a:cubicBezTo>
                              <a:pt x="68581" y="131042"/>
                              <a:pt x="64675" y="131138"/>
                              <a:pt x="60960" y="131328"/>
                            </a:cubicBezTo>
                            <a:cubicBezTo>
                              <a:pt x="59056" y="131233"/>
                              <a:pt x="57246" y="131709"/>
                              <a:pt x="55436" y="131519"/>
                            </a:cubicBezTo>
                            <a:cubicBezTo>
                              <a:pt x="53531" y="131328"/>
                              <a:pt x="51531" y="131042"/>
                              <a:pt x="49626" y="130661"/>
                            </a:cubicBezTo>
                            <a:cubicBezTo>
                              <a:pt x="43149" y="129614"/>
                              <a:pt x="38196" y="127613"/>
                              <a:pt x="33338" y="125518"/>
                            </a:cubicBezTo>
                            <a:cubicBezTo>
                              <a:pt x="24004" y="121041"/>
                              <a:pt x="17146" y="115421"/>
                              <a:pt x="12478" y="109516"/>
                            </a:cubicBezTo>
                            <a:cubicBezTo>
                              <a:pt x="2953" y="97800"/>
                              <a:pt x="382" y="85703"/>
                              <a:pt x="1" y="73702"/>
                            </a:cubicBezTo>
                            <a:cubicBezTo>
                              <a:pt x="-95" y="65320"/>
                              <a:pt x="8954" y="59033"/>
                              <a:pt x="16288" y="59605"/>
                            </a:cubicBezTo>
                            <a:cubicBezTo>
                              <a:pt x="27147" y="60367"/>
                              <a:pt x="36672" y="60748"/>
                              <a:pt x="44387" y="60176"/>
                            </a:cubicBezTo>
                            <a:cubicBezTo>
                              <a:pt x="48293" y="59986"/>
                              <a:pt x="51531" y="59415"/>
                              <a:pt x="54293" y="58652"/>
                            </a:cubicBezTo>
                            <a:cubicBezTo>
                              <a:pt x="54960" y="58462"/>
                              <a:pt x="55626" y="58367"/>
                              <a:pt x="56293" y="58176"/>
                            </a:cubicBezTo>
                            <a:cubicBezTo>
                              <a:pt x="56579" y="58081"/>
                              <a:pt x="57055" y="57986"/>
                              <a:pt x="57151" y="57795"/>
                            </a:cubicBezTo>
                            <a:cubicBezTo>
                              <a:pt x="57055" y="57605"/>
                              <a:pt x="56960" y="57509"/>
                              <a:pt x="56865" y="57414"/>
                            </a:cubicBezTo>
                            <a:cubicBezTo>
                              <a:pt x="56865" y="56748"/>
                              <a:pt x="57151" y="56652"/>
                              <a:pt x="56960" y="56366"/>
                            </a:cubicBezTo>
                            <a:cubicBezTo>
                              <a:pt x="56769" y="56176"/>
                              <a:pt x="56865" y="56271"/>
                              <a:pt x="57722" y="55795"/>
                            </a:cubicBezTo>
                            <a:cubicBezTo>
                              <a:pt x="58770" y="55128"/>
                              <a:pt x="59913" y="54461"/>
                              <a:pt x="61151" y="53795"/>
                            </a:cubicBezTo>
                            <a:cubicBezTo>
                              <a:pt x="64104" y="51699"/>
                              <a:pt x="67533" y="49699"/>
                              <a:pt x="71438" y="46460"/>
                            </a:cubicBezTo>
                            <a:cubicBezTo>
                              <a:pt x="79058" y="40745"/>
                              <a:pt x="87249" y="33125"/>
                              <a:pt x="92870" y="28173"/>
                            </a:cubicBezTo>
                            <a:cubicBezTo>
                              <a:pt x="113825" y="8932"/>
                              <a:pt x="132303" y="3408"/>
                              <a:pt x="154591" y="169"/>
                            </a:cubicBezTo>
                            <a:cubicBezTo>
                              <a:pt x="162307" y="-974"/>
                              <a:pt x="171832" y="3788"/>
                              <a:pt x="172594" y="11218"/>
                            </a:cubicBezTo>
                            <a:cubicBezTo>
                              <a:pt x="174403" y="33030"/>
                              <a:pt x="169832" y="54366"/>
                              <a:pt x="147734" y="7970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74" name="Forme libre : forme 10673">
                        <a:extLst>
                          <a:ext uri="{FF2B5EF4-FFF2-40B4-BE49-F238E27FC236}">
                            <a16:creationId xmlns:a16="http://schemas.microsoft.com/office/drawing/2014/main" id="{377099DB-A602-41D2-B270-7E0E557876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10539" y="2989040"/>
                        <a:ext cx="172688" cy="120414"/>
                      </a:xfrm>
                      <a:custGeom>
                        <a:avLst/>
                        <a:gdLst>
                          <a:gd name="connsiteX0" fmla="*/ 79534 w 172688"/>
                          <a:gd name="connsiteY0" fmla="*/ 88678 h 120414"/>
                          <a:gd name="connsiteX1" fmla="*/ 67246 w 172688"/>
                          <a:gd name="connsiteY1" fmla="*/ 93726 h 120414"/>
                          <a:gd name="connsiteX2" fmla="*/ 60293 w 172688"/>
                          <a:gd name="connsiteY2" fmla="*/ 94679 h 120414"/>
                          <a:gd name="connsiteX3" fmla="*/ 53150 w 172688"/>
                          <a:gd name="connsiteY3" fmla="*/ 94774 h 120414"/>
                          <a:gd name="connsiteX4" fmla="*/ 29052 w 172688"/>
                          <a:gd name="connsiteY4" fmla="*/ 86773 h 120414"/>
                          <a:gd name="connsiteX5" fmla="*/ 3810 w 172688"/>
                          <a:gd name="connsiteY5" fmla="*/ 53912 h 120414"/>
                          <a:gd name="connsiteX6" fmla="*/ 0 w 172688"/>
                          <a:gd name="connsiteY6" fmla="*/ 62770 h 120414"/>
                          <a:gd name="connsiteX7" fmla="*/ 1334 w 172688"/>
                          <a:gd name="connsiteY7" fmla="*/ 75152 h 120414"/>
                          <a:gd name="connsiteX8" fmla="*/ 25432 w 172688"/>
                          <a:gd name="connsiteY8" fmla="*/ 110109 h 120414"/>
                          <a:gd name="connsiteX9" fmla="*/ 33909 w 172688"/>
                          <a:gd name="connsiteY9" fmla="*/ 114776 h 120414"/>
                          <a:gd name="connsiteX10" fmla="*/ 44005 w 172688"/>
                          <a:gd name="connsiteY10" fmla="*/ 118396 h 120414"/>
                          <a:gd name="connsiteX11" fmla="*/ 50006 w 172688"/>
                          <a:gd name="connsiteY11" fmla="*/ 119634 h 120414"/>
                          <a:gd name="connsiteX12" fmla="*/ 57436 w 172688"/>
                          <a:gd name="connsiteY12" fmla="*/ 120301 h 120414"/>
                          <a:gd name="connsiteX13" fmla="*/ 72580 w 172688"/>
                          <a:gd name="connsiteY13" fmla="*/ 119444 h 120414"/>
                          <a:gd name="connsiteX14" fmla="*/ 91821 w 172688"/>
                          <a:gd name="connsiteY14" fmla="*/ 112776 h 120414"/>
                          <a:gd name="connsiteX15" fmla="*/ 143733 w 172688"/>
                          <a:gd name="connsiteY15" fmla="*/ 72866 h 120414"/>
                          <a:gd name="connsiteX16" fmla="*/ 147638 w 172688"/>
                          <a:gd name="connsiteY16" fmla="*/ 68675 h 120414"/>
                          <a:gd name="connsiteX17" fmla="*/ 164973 w 172688"/>
                          <a:gd name="connsiteY17" fmla="*/ 43053 h 120414"/>
                          <a:gd name="connsiteX18" fmla="*/ 172688 w 172688"/>
                          <a:gd name="connsiteY18" fmla="*/ 10668 h 120414"/>
                          <a:gd name="connsiteX19" fmla="*/ 172212 w 172688"/>
                          <a:gd name="connsiteY19" fmla="*/ 381 h 120414"/>
                          <a:gd name="connsiteX20" fmla="*/ 172117 w 172688"/>
                          <a:gd name="connsiteY20" fmla="*/ 0 h 120414"/>
                          <a:gd name="connsiteX21" fmla="*/ 129540 w 172688"/>
                          <a:gd name="connsiteY21" fmla="*/ 46863 h 120414"/>
                          <a:gd name="connsiteX22" fmla="*/ 79534 w 172688"/>
                          <a:gd name="connsiteY22" fmla="*/ 88678 h 1204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72688" h="120414">
                            <a:moveTo>
                              <a:pt x="79534" y="88678"/>
                            </a:moveTo>
                            <a:cubicBezTo>
                              <a:pt x="76200" y="90869"/>
                              <a:pt x="71819" y="92202"/>
                              <a:pt x="67246" y="93726"/>
                            </a:cubicBezTo>
                            <a:cubicBezTo>
                              <a:pt x="64961" y="94297"/>
                              <a:pt x="62675" y="94393"/>
                              <a:pt x="60293" y="94679"/>
                            </a:cubicBezTo>
                            <a:cubicBezTo>
                              <a:pt x="58008" y="95060"/>
                              <a:pt x="55626" y="95155"/>
                              <a:pt x="53150" y="94774"/>
                            </a:cubicBezTo>
                            <a:cubicBezTo>
                              <a:pt x="44101" y="93917"/>
                              <a:pt x="36005" y="91059"/>
                              <a:pt x="29052" y="86773"/>
                            </a:cubicBezTo>
                            <a:cubicBezTo>
                              <a:pt x="15050" y="78391"/>
                              <a:pt x="6954" y="65722"/>
                              <a:pt x="3810" y="53912"/>
                            </a:cubicBezTo>
                            <a:cubicBezTo>
                              <a:pt x="1524" y="56293"/>
                              <a:pt x="0" y="59341"/>
                              <a:pt x="0" y="62770"/>
                            </a:cubicBezTo>
                            <a:cubicBezTo>
                              <a:pt x="0" y="66961"/>
                              <a:pt x="571" y="71056"/>
                              <a:pt x="1334" y="75152"/>
                            </a:cubicBezTo>
                            <a:cubicBezTo>
                              <a:pt x="4001" y="86868"/>
                              <a:pt x="9811" y="99536"/>
                              <a:pt x="25432" y="110109"/>
                            </a:cubicBezTo>
                            <a:cubicBezTo>
                              <a:pt x="28099" y="111728"/>
                              <a:pt x="30861" y="113252"/>
                              <a:pt x="33909" y="114776"/>
                            </a:cubicBezTo>
                            <a:cubicBezTo>
                              <a:pt x="37052" y="116110"/>
                              <a:pt x="40481" y="117253"/>
                              <a:pt x="44005" y="118396"/>
                            </a:cubicBezTo>
                            <a:cubicBezTo>
                              <a:pt x="46006" y="118872"/>
                              <a:pt x="47340" y="119158"/>
                              <a:pt x="50006" y="119634"/>
                            </a:cubicBezTo>
                            <a:cubicBezTo>
                              <a:pt x="52483" y="120015"/>
                              <a:pt x="55150" y="120682"/>
                              <a:pt x="57436" y="120301"/>
                            </a:cubicBezTo>
                            <a:cubicBezTo>
                              <a:pt x="62199" y="120110"/>
                              <a:pt x="67246" y="120015"/>
                              <a:pt x="72580" y="119444"/>
                            </a:cubicBezTo>
                            <a:cubicBezTo>
                              <a:pt x="79058" y="117824"/>
                              <a:pt x="86773" y="115538"/>
                              <a:pt x="91821" y="112776"/>
                            </a:cubicBezTo>
                            <a:cubicBezTo>
                              <a:pt x="114777" y="101727"/>
                              <a:pt x="132779" y="84201"/>
                              <a:pt x="143733" y="72866"/>
                            </a:cubicBezTo>
                            <a:cubicBezTo>
                              <a:pt x="145161" y="71342"/>
                              <a:pt x="146495" y="70009"/>
                              <a:pt x="147638" y="68675"/>
                            </a:cubicBezTo>
                            <a:cubicBezTo>
                              <a:pt x="155543" y="59722"/>
                              <a:pt x="161163" y="51245"/>
                              <a:pt x="164973" y="43053"/>
                            </a:cubicBezTo>
                            <a:cubicBezTo>
                              <a:pt x="170117" y="31813"/>
                              <a:pt x="172308" y="21146"/>
                              <a:pt x="172688" y="10668"/>
                            </a:cubicBezTo>
                            <a:cubicBezTo>
                              <a:pt x="172688" y="7239"/>
                              <a:pt x="172593" y="3810"/>
                              <a:pt x="172212" y="381"/>
                            </a:cubicBezTo>
                            <a:lnTo>
                              <a:pt x="172117" y="0"/>
                            </a:lnTo>
                            <a:cubicBezTo>
                              <a:pt x="158687" y="15907"/>
                              <a:pt x="144495" y="31718"/>
                              <a:pt x="129540" y="46863"/>
                            </a:cubicBezTo>
                            <a:cubicBezTo>
                              <a:pt x="114586" y="62103"/>
                              <a:pt x="99822" y="77153"/>
                              <a:pt x="79534" y="8867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75" name="Forme libre : forme 10674">
                        <a:extLst>
                          <a:ext uri="{FF2B5EF4-FFF2-40B4-BE49-F238E27FC236}">
                            <a16:creationId xmlns:a16="http://schemas.microsoft.com/office/drawing/2014/main" id="{06722AC8-DA95-4633-BF74-45389D4A48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77275" y="3011213"/>
                        <a:ext cx="76785" cy="65265"/>
                      </a:xfrm>
                      <a:custGeom>
                        <a:avLst/>
                        <a:gdLst>
                          <a:gd name="connsiteX0" fmla="*/ 75187 w 76785"/>
                          <a:gd name="connsiteY0" fmla="*/ 972 h 65265"/>
                          <a:gd name="connsiteX1" fmla="*/ 48041 w 76785"/>
                          <a:gd name="connsiteY1" fmla="*/ 45930 h 65265"/>
                          <a:gd name="connsiteX2" fmla="*/ 22895 w 76785"/>
                          <a:gd name="connsiteY2" fmla="*/ 62027 h 65265"/>
                          <a:gd name="connsiteX3" fmla="*/ 8322 w 76785"/>
                          <a:gd name="connsiteY3" fmla="*/ 65266 h 65265"/>
                          <a:gd name="connsiteX4" fmla="*/ 226 w 76785"/>
                          <a:gd name="connsiteY4" fmla="*/ 60884 h 65265"/>
                          <a:gd name="connsiteX5" fmla="*/ 2892 w 76785"/>
                          <a:gd name="connsiteY5" fmla="*/ 53169 h 65265"/>
                          <a:gd name="connsiteX6" fmla="*/ 11656 w 76785"/>
                          <a:gd name="connsiteY6" fmla="*/ 44406 h 65265"/>
                          <a:gd name="connsiteX7" fmla="*/ 31373 w 76785"/>
                          <a:gd name="connsiteY7" fmla="*/ 27452 h 65265"/>
                          <a:gd name="connsiteX8" fmla="*/ 75187 w 76785"/>
                          <a:gd name="connsiteY8" fmla="*/ 972 h 65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6785" h="65265">
                            <a:moveTo>
                              <a:pt x="75187" y="972"/>
                            </a:moveTo>
                            <a:cubicBezTo>
                              <a:pt x="83283" y="7449"/>
                              <a:pt x="58519" y="37262"/>
                              <a:pt x="48041" y="45930"/>
                            </a:cubicBezTo>
                            <a:cubicBezTo>
                              <a:pt x="43088" y="50312"/>
                              <a:pt x="33468" y="57932"/>
                              <a:pt x="22895" y="62027"/>
                            </a:cubicBezTo>
                            <a:cubicBezTo>
                              <a:pt x="18037" y="64314"/>
                              <a:pt x="12227" y="65171"/>
                              <a:pt x="8322" y="65266"/>
                            </a:cubicBezTo>
                            <a:cubicBezTo>
                              <a:pt x="3941" y="64980"/>
                              <a:pt x="988" y="63551"/>
                              <a:pt x="226" y="60884"/>
                            </a:cubicBezTo>
                            <a:cubicBezTo>
                              <a:pt x="-537" y="58217"/>
                              <a:pt x="702" y="55550"/>
                              <a:pt x="2892" y="53169"/>
                            </a:cubicBezTo>
                            <a:cubicBezTo>
                              <a:pt x="4988" y="50121"/>
                              <a:pt x="8226" y="47740"/>
                              <a:pt x="11656" y="44406"/>
                            </a:cubicBezTo>
                            <a:cubicBezTo>
                              <a:pt x="18704" y="38406"/>
                              <a:pt x="26991" y="31071"/>
                              <a:pt x="31373" y="27452"/>
                            </a:cubicBezTo>
                            <a:cubicBezTo>
                              <a:pt x="40612" y="20689"/>
                              <a:pt x="67472" y="-5314"/>
                              <a:pt x="75187" y="97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76" name="Forme libre : forme 10675">
                        <a:extLst>
                          <a:ext uri="{FF2B5EF4-FFF2-40B4-BE49-F238E27FC236}">
                            <a16:creationId xmlns:a16="http://schemas.microsoft.com/office/drawing/2014/main" id="{E0E25F71-B1D0-4AD4-913F-216B55AD45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76450" y="3040951"/>
                        <a:ext cx="63725" cy="35242"/>
                      </a:xfrm>
                      <a:custGeom>
                        <a:avLst/>
                        <a:gdLst>
                          <a:gd name="connsiteX0" fmla="*/ 14004 w 63725"/>
                          <a:gd name="connsiteY0" fmla="*/ 13811 h 35242"/>
                          <a:gd name="connsiteX1" fmla="*/ 4765 w 63725"/>
                          <a:gd name="connsiteY1" fmla="*/ 22574 h 35242"/>
                          <a:gd name="connsiteX2" fmla="*/ 574 w 63725"/>
                          <a:gd name="connsiteY2" fmla="*/ 31337 h 35242"/>
                          <a:gd name="connsiteX3" fmla="*/ 9718 w 63725"/>
                          <a:gd name="connsiteY3" fmla="*/ 35242 h 35242"/>
                          <a:gd name="connsiteX4" fmla="*/ 23720 w 63725"/>
                          <a:gd name="connsiteY4" fmla="*/ 32195 h 35242"/>
                          <a:gd name="connsiteX5" fmla="*/ 31054 w 63725"/>
                          <a:gd name="connsiteY5" fmla="*/ 28861 h 35242"/>
                          <a:gd name="connsiteX6" fmla="*/ 37817 w 63725"/>
                          <a:gd name="connsiteY6" fmla="*/ 24670 h 35242"/>
                          <a:gd name="connsiteX7" fmla="*/ 49342 w 63725"/>
                          <a:gd name="connsiteY7" fmla="*/ 15812 h 35242"/>
                          <a:gd name="connsiteX8" fmla="*/ 63725 w 63725"/>
                          <a:gd name="connsiteY8" fmla="*/ 0 h 35242"/>
                          <a:gd name="connsiteX9" fmla="*/ 55057 w 63725"/>
                          <a:gd name="connsiteY9" fmla="*/ 7334 h 35242"/>
                          <a:gd name="connsiteX10" fmla="*/ 14004 w 63725"/>
                          <a:gd name="connsiteY10" fmla="*/ 13811 h 352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3725" h="35242">
                            <a:moveTo>
                              <a:pt x="14004" y="13811"/>
                            </a:moveTo>
                            <a:cubicBezTo>
                              <a:pt x="12194" y="16383"/>
                              <a:pt x="8099" y="19431"/>
                              <a:pt x="4765" y="22574"/>
                            </a:cubicBezTo>
                            <a:cubicBezTo>
                              <a:pt x="1526" y="25432"/>
                              <a:pt x="-1236" y="28289"/>
                              <a:pt x="574" y="31337"/>
                            </a:cubicBezTo>
                            <a:cubicBezTo>
                              <a:pt x="2098" y="33718"/>
                              <a:pt x="5431" y="35052"/>
                              <a:pt x="9718" y="35242"/>
                            </a:cubicBezTo>
                            <a:cubicBezTo>
                              <a:pt x="13528" y="35147"/>
                              <a:pt x="19053" y="34385"/>
                              <a:pt x="23720" y="32195"/>
                            </a:cubicBezTo>
                            <a:cubicBezTo>
                              <a:pt x="26101" y="31242"/>
                              <a:pt x="28578" y="30099"/>
                              <a:pt x="31054" y="28861"/>
                            </a:cubicBezTo>
                            <a:cubicBezTo>
                              <a:pt x="33340" y="27527"/>
                              <a:pt x="35626" y="26098"/>
                              <a:pt x="37817" y="24670"/>
                            </a:cubicBezTo>
                            <a:cubicBezTo>
                              <a:pt x="42389" y="21812"/>
                              <a:pt x="46103" y="18574"/>
                              <a:pt x="49342" y="15812"/>
                            </a:cubicBezTo>
                            <a:cubicBezTo>
                              <a:pt x="53247" y="12668"/>
                              <a:pt x="60391" y="4381"/>
                              <a:pt x="63725" y="0"/>
                            </a:cubicBezTo>
                            <a:cubicBezTo>
                              <a:pt x="61439" y="2096"/>
                              <a:pt x="57629" y="5810"/>
                              <a:pt x="55057" y="7334"/>
                            </a:cubicBezTo>
                            <a:cubicBezTo>
                              <a:pt x="40674" y="16573"/>
                              <a:pt x="21148" y="24003"/>
                              <a:pt x="14004" y="1381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77" name="Forme libre : forme 10676">
                        <a:extLst>
                          <a:ext uri="{FF2B5EF4-FFF2-40B4-BE49-F238E27FC236}">
                            <a16:creationId xmlns:a16="http://schemas.microsoft.com/office/drawing/2014/main" id="{19D99257-4713-4D80-AF35-3F4518CCD4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83006" y="3008366"/>
                        <a:ext cx="75849" cy="68227"/>
                      </a:xfrm>
                      <a:custGeom>
                        <a:avLst/>
                        <a:gdLst>
                          <a:gd name="connsiteX0" fmla="*/ 74886 w 75849"/>
                          <a:gd name="connsiteY0" fmla="*/ 1628 h 68227"/>
                          <a:gd name="connsiteX1" fmla="*/ 48025 w 75849"/>
                          <a:gd name="connsiteY1" fmla="*/ 47824 h 68227"/>
                          <a:gd name="connsiteX2" fmla="*/ 37548 w 75849"/>
                          <a:gd name="connsiteY2" fmla="*/ 56492 h 68227"/>
                          <a:gd name="connsiteX3" fmla="*/ 23355 w 75849"/>
                          <a:gd name="connsiteY3" fmla="*/ 64588 h 68227"/>
                          <a:gd name="connsiteX4" fmla="*/ 591 w 75849"/>
                          <a:gd name="connsiteY4" fmla="*/ 64779 h 68227"/>
                          <a:gd name="connsiteX5" fmla="*/ 2495 w 75849"/>
                          <a:gd name="connsiteY5" fmla="*/ 56587 h 68227"/>
                          <a:gd name="connsiteX6" fmla="*/ 11544 w 75849"/>
                          <a:gd name="connsiteY6" fmla="*/ 47158 h 68227"/>
                          <a:gd name="connsiteX7" fmla="*/ 22594 w 75849"/>
                          <a:gd name="connsiteY7" fmla="*/ 37156 h 68227"/>
                          <a:gd name="connsiteX8" fmla="*/ 31261 w 75849"/>
                          <a:gd name="connsiteY8" fmla="*/ 29346 h 68227"/>
                          <a:gd name="connsiteX9" fmla="*/ 54217 w 75849"/>
                          <a:gd name="connsiteY9" fmla="*/ 9724 h 68227"/>
                          <a:gd name="connsiteX10" fmla="*/ 74886 w 75849"/>
                          <a:gd name="connsiteY10" fmla="*/ 1628 h 682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5849" h="68227">
                            <a:moveTo>
                              <a:pt x="74886" y="1628"/>
                            </a:moveTo>
                            <a:cubicBezTo>
                              <a:pt x="80696" y="10582"/>
                              <a:pt x="58788" y="37919"/>
                              <a:pt x="48025" y="47824"/>
                            </a:cubicBezTo>
                            <a:cubicBezTo>
                              <a:pt x="45358" y="50301"/>
                              <a:pt x="41738" y="53444"/>
                              <a:pt x="37548" y="56492"/>
                            </a:cubicBezTo>
                            <a:cubicBezTo>
                              <a:pt x="33071" y="59445"/>
                              <a:pt x="28499" y="62493"/>
                              <a:pt x="23355" y="64588"/>
                            </a:cubicBezTo>
                            <a:cubicBezTo>
                              <a:pt x="13449" y="69065"/>
                              <a:pt x="3067" y="69732"/>
                              <a:pt x="591" y="64779"/>
                            </a:cubicBezTo>
                            <a:cubicBezTo>
                              <a:pt x="-743" y="62398"/>
                              <a:pt x="305" y="59540"/>
                              <a:pt x="2495" y="56587"/>
                            </a:cubicBezTo>
                            <a:cubicBezTo>
                              <a:pt x="4687" y="53825"/>
                              <a:pt x="7925" y="50492"/>
                              <a:pt x="11544" y="47158"/>
                            </a:cubicBezTo>
                            <a:cubicBezTo>
                              <a:pt x="15164" y="43919"/>
                              <a:pt x="18974" y="40109"/>
                              <a:pt x="22594" y="37156"/>
                            </a:cubicBezTo>
                            <a:cubicBezTo>
                              <a:pt x="26022" y="33918"/>
                              <a:pt x="29261" y="31156"/>
                              <a:pt x="31261" y="29346"/>
                            </a:cubicBezTo>
                            <a:cubicBezTo>
                              <a:pt x="35261" y="25727"/>
                              <a:pt x="45072" y="16963"/>
                              <a:pt x="54217" y="9724"/>
                            </a:cubicBezTo>
                            <a:cubicBezTo>
                              <a:pt x="63170" y="2581"/>
                              <a:pt x="72028" y="-2848"/>
                              <a:pt x="74886" y="162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78" name="Forme libre : forme 10677">
                        <a:extLst>
                          <a:ext uri="{FF2B5EF4-FFF2-40B4-BE49-F238E27FC236}">
                            <a16:creationId xmlns:a16="http://schemas.microsoft.com/office/drawing/2014/main" id="{D4CEAAF6-7875-4008-BAB5-E779F233B8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3580" y="3036994"/>
                        <a:ext cx="116099" cy="61843"/>
                      </a:xfrm>
                      <a:custGeom>
                        <a:avLst/>
                        <a:gdLst>
                          <a:gd name="connsiteX0" fmla="*/ 487 w 116099"/>
                          <a:gd name="connsiteY0" fmla="*/ 25579 h 61843"/>
                          <a:gd name="connsiteX1" fmla="*/ 6202 w 116099"/>
                          <a:gd name="connsiteY1" fmla="*/ 42819 h 61843"/>
                          <a:gd name="connsiteX2" fmla="*/ 29538 w 116099"/>
                          <a:gd name="connsiteY2" fmla="*/ 59392 h 61843"/>
                          <a:gd name="connsiteX3" fmla="*/ 34014 w 116099"/>
                          <a:gd name="connsiteY3" fmla="*/ 60726 h 61843"/>
                          <a:gd name="connsiteX4" fmla="*/ 38491 w 116099"/>
                          <a:gd name="connsiteY4" fmla="*/ 61202 h 61843"/>
                          <a:gd name="connsiteX5" fmla="*/ 48397 w 116099"/>
                          <a:gd name="connsiteY5" fmla="*/ 61774 h 61843"/>
                          <a:gd name="connsiteX6" fmla="*/ 58970 w 116099"/>
                          <a:gd name="connsiteY6" fmla="*/ 59869 h 61843"/>
                          <a:gd name="connsiteX7" fmla="*/ 68114 w 116099"/>
                          <a:gd name="connsiteY7" fmla="*/ 56821 h 61843"/>
                          <a:gd name="connsiteX8" fmla="*/ 110120 w 116099"/>
                          <a:gd name="connsiteY8" fmla="*/ 22150 h 61843"/>
                          <a:gd name="connsiteX9" fmla="*/ 112596 w 116099"/>
                          <a:gd name="connsiteY9" fmla="*/ 242 h 61843"/>
                          <a:gd name="connsiteX10" fmla="*/ 97642 w 116099"/>
                          <a:gd name="connsiteY10" fmla="*/ 6910 h 61843"/>
                          <a:gd name="connsiteX11" fmla="*/ 57161 w 116099"/>
                          <a:gd name="connsiteY11" fmla="*/ 21578 h 61843"/>
                          <a:gd name="connsiteX12" fmla="*/ 47921 w 116099"/>
                          <a:gd name="connsiteY12" fmla="*/ 21388 h 61843"/>
                          <a:gd name="connsiteX13" fmla="*/ 39730 w 116099"/>
                          <a:gd name="connsiteY13" fmla="*/ 19769 h 61843"/>
                          <a:gd name="connsiteX14" fmla="*/ 33443 w 116099"/>
                          <a:gd name="connsiteY14" fmla="*/ 17482 h 61843"/>
                          <a:gd name="connsiteX15" fmla="*/ 30395 w 116099"/>
                          <a:gd name="connsiteY15" fmla="*/ 16530 h 61843"/>
                          <a:gd name="connsiteX16" fmla="*/ 26299 w 116099"/>
                          <a:gd name="connsiteY16" fmla="*/ 15768 h 61843"/>
                          <a:gd name="connsiteX17" fmla="*/ 487 w 116099"/>
                          <a:gd name="connsiteY17" fmla="*/ 25579 h 618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16099" h="61843">
                            <a:moveTo>
                              <a:pt x="487" y="25579"/>
                            </a:moveTo>
                            <a:cubicBezTo>
                              <a:pt x="-752" y="32151"/>
                              <a:pt x="105" y="35485"/>
                              <a:pt x="6202" y="42819"/>
                            </a:cubicBezTo>
                            <a:cubicBezTo>
                              <a:pt x="12298" y="49772"/>
                              <a:pt x="18965" y="55678"/>
                              <a:pt x="29538" y="59392"/>
                            </a:cubicBezTo>
                            <a:cubicBezTo>
                              <a:pt x="30967" y="59869"/>
                              <a:pt x="32586" y="60440"/>
                              <a:pt x="34014" y="60726"/>
                            </a:cubicBezTo>
                            <a:cubicBezTo>
                              <a:pt x="35443" y="60726"/>
                              <a:pt x="36968" y="61107"/>
                              <a:pt x="38491" y="61202"/>
                            </a:cubicBezTo>
                            <a:cubicBezTo>
                              <a:pt x="41635" y="61393"/>
                              <a:pt x="44873" y="62059"/>
                              <a:pt x="48397" y="61774"/>
                            </a:cubicBezTo>
                            <a:cubicBezTo>
                              <a:pt x="51921" y="61297"/>
                              <a:pt x="55541" y="60631"/>
                              <a:pt x="58970" y="59869"/>
                            </a:cubicBezTo>
                            <a:cubicBezTo>
                              <a:pt x="62304" y="59107"/>
                              <a:pt x="64971" y="57964"/>
                              <a:pt x="68114" y="56821"/>
                            </a:cubicBezTo>
                            <a:cubicBezTo>
                              <a:pt x="88402" y="48534"/>
                              <a:pt x="102214" y="34342"/>
                              <a:pt x="110120" y="22150"/>
                            </a:cubicBezTo>
                            <a:cubicBezTo>
                              <a:pt x="116025" y="13006"/>
                              <a:pt x="118787" y="2623"/>
                              <a:pt x="112596" y="242"/>
                            </a:cubicBezTo>
                            <a:cubicBezTo>
                              <a:pt x="108786" y="-1187"/>
                              <a:pt x="103261" y="4052"/>
                              <a:pt x="97642" y="6910"/>
                            </a:cubicBezTo>
                            <a:cubicBezTo>
                              <a:pt x="84687" y="13768"/>
                              <a:pt x="71829" y="20626"/>
                              <a:pt x="57161" y="21578"/>
                            </a:cubicBezTo>
                            <a:cubicBezTo>
                              <a:pt x="54113" y="21959"/>
                              <a:pt x="50969" y="21578"/>
                              <a:pt x="47921" y="21388"/>
                            </a:cubicBezTo>
                            <a:cubicBezTo>
                              <a:pt x="44873" y="21292"/>
                              <a:pt x="41825" y="20530"/>
                              <a:pt x="39730" y="19769"/>
                            </a:cubicBezTo>
                            <a:cubicBezTo>
                              <a:pt x="37634" y="19292"/>
                              <a:pt x="35348" y="17863"/>
                              <a:pt x="33443" y="17482"/>
                            </a:cubicBezTo>
                            <a:cubicBezTo>
                              <a:pt x="32681" y="17006"/>
                              <a:pt x="31919" y="16721"/>
                              <a:pt x="30395" y="16530"/>
                            </a:cubicBezTo>
                            <a:cubicBezTo>
                              <a:pt x="29062" y="16149"/>
                              <a:pt x="27728" y="15863"/>
                              <a:pt x="26299" y="15768"/>
                            </a:cubicBezTo>
                            <a:cubicBezTo>
                              <a:pt x="16298" y="14434"/>
                              <a:pt x="2773" y="16435"/>
                              <a:pt x="487" y="2557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79" name="Forme libre : forme 10678">
                        <a:extLst>
                          <a:ext uri="{FF2B5EF4-FFF2-40B4-BE49-F238E27FC236}">
                            <a16:creationId xmlns:a16="http://schemas.microsoft.com/office/drawing/2014/main" id="{80CC9063-1BDE-446B-AA7C-9A8A30EA20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58197" y="3049072"/>
                        <a:ext cx="27407" cy="16643"/>
                      </a:xfrm>
                      <a:custGeom>
                        <a:avLst/>
                        <a:gdLst>
                          <a:gd name="connsiteX0" fmla="*/ 3778 w 27407"/>
                          <a:gd name="connsiteY0" fmla="*/ 11024 h 16643"/>
                          <a:gd name="connsiteX1" fmla="*/ 254 w 27407"/>
                          <a:gd name="connsiteY1" fmla="*/ 12833 h 16643"/>
                          <a:gd name="connsiteX2" fmla="*/ 2159 w 27407"/>
                          <a:gd name="connsiteY2" fmla="*/ 15691 h 16643"/>
                          <a:gd name="connsiteX3" fmla="*/ 8160 w 27407"/>
                          <a:gd name="connsiteY3" fmla="*/ 16643 h 16643"/>
                          <a:gd name="connsiteX4" fmla="*/ 15208 w 27407"/>
                          <a:gd name="connsiteY4" fmla="*/ 15310 h 16643"/>
                          <a:gd name="connsiteX5" fmla="*/ 21399 w 27407"/>
                          <a:gd name="connsiteY5" fmla="*/ 11786 h 16643"/>
                          <a:gd name="connsiteX6" fmla="*/ 25590 w 27407"/>
                          <a:gd name="connsiteY6" fmla="*/ 7881 h 16643"/>
                          <a:gd name="connsiteX7" fmla="*/ 26638 w 27407"/>
                          <a:gd name="connsiteY7" fmla="*/ 737 h 16643"/>
                          <a:gd name="connsiteX8" fmla="*/ 23685 w 27407"/>
                          <a:gd name="connsiteY8" fmla="*/ 70 h 16643"/>
                          <a:gd name="connsiteX9" fmla="*/ 19113 w 27407"/>
                          <a:gd name="connsiteY9" fmla="*/ 1689 h 16643"/>
                          <a:gd name="connsiteX10" fmla="*/ 17018 w 27407"/>
                          <a:gd name="connsiteY10" fmla="*/ 3118 h 16643"/>
                          <a:gd name="connsiteX11" fmla="*/ 15303 w 27407"/>
                          <a:gd name="connsiteY11" fmla="*/ 4166 h 16643"/>
                          <a:gd name="connsiteX12" fmla="*/ 12065 w 27407"/>
                          <a:gd name="connsiteY12" fmla="*/ 6642 h 16643"/>
                          <a:gd name="connsiteX13" fmla="*/ 3778 w 27407"/>
                          <a:gd name="connsiteY13" fmla="*/ 11024 h 166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7407" h="16643">
                            <a:moveTo>
                              <a:pt x="3778" y="11024"/>
                            </a:moveTo>
                            <a:cubicBezTo>
                              <a:pt x="2254" y="11500"/>
                              <a:pt x="1111" y="11786"/>
                              <a:pt x="254" y="12833"/>
                            </a:cubicBezTo>
                            <a:cubicBezTo>
                              <a:pt x="-508" y="13881"/>
                              <a:pt x="539" y="14929"/>
                              <a:pt x="2159" y="15691"/>
                            </a:cubicBezTo>
                            <a:cubicBezTo>
                              <a:pt x="3778" y="16643"/>
                              <a:pt x="6445" y="16548"/>
                              <a:pt x="8160" y="16643"/>
                            </a:cubicBezTo>
                            <a:cubicBezTo>
                              <a:pt x="10541" y="16643"/>
                              <a:pt x="13017" y="15786"/>
                              <a:pt x="15208" y="15310"/>
                            </a:cubicBezTo>
                            <a:cubicBezTo>
                              <a:pt x="17303" y="14167"/>
                              <a:pt x="19399" y="13215"/>
                              <a:pt x="21399" y="11786"/>
                            </a:cubicBezTo>
                            <a:cubicBezTo>
                              <a:pt x="23019" y="10452"/>
                              <a:pt x="24542" y="9309"/>
                              <a:pt x="25590" y="7881"/>
                            </a:cubicBezTo>
                            <a:cubicBezTo>
                              <a:pt x="27686" y="5023"/>
                              <a:pt x="27876" y="1880"/>
                              <a:pt x="26638" y="737"/>
                            </a:cubicBezTo>
                            <a:cubicBezTo>
                              <a:pt x="25971" y="70"/>
                              <a:pt x="25019" y="-120"/>
                              <a:pt x="23685" y="70"/>
                            </a:cubicBezTo>
                            <a:cubicBezTo>
                              <a:pt x="22447" y="165"/>
                              <a:pt x="20923" y="641"/>
                              <a:pt x="19113" y="1689"/>
                            </a:cubicBezTo>
                            <a:cubicBezTo>
                              <a:pt x="18446" y="2070"/>
                              <a:pt x="17685" y="2642"/>
                              <a:pt x="17018" y="3118"/>
                            </a:cubicBezTo>
                            <a:cubicBezTo>
                              <a:pt x="16446" y="3404"/>
                              <a:pt x="15780" y="3785"/>
                              <a:pt x="15303" y="4166"/>
                            </a:cubicBezTo>
                            <a:cubicBezTo>
                              <a:pt x="14351" y="4928"/>
                              <a:pt x="13398" y="6071"/>
                              <a:pt x="12065" y="6642"/>
                            </a:cubicBezTo>
                            <a:cubicBezTo>
                              <a:pt x="9493" y="8547"/>
                              <a:pt x="7302" y="9976"/>
                              <a:pt x="3778" y="1102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80" name="Forme libre : forme 10679">
                        <a:extLst>
                          <a:ext uri="{FF2B5EF4-FFF2-40B4-BE49-F238E27FC236}">
                            <a16:creationId xmlns:a16="http://schemas.microsoft.com/office/drawing/2014/main" id="{86E88E6A-1F55-40C3-856E-AA28B827C1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59034" y="2989992"/>
                        <a:ext cx="21329" cy="64960"/>
                      </a:xfrm>
                      <a:custGeom>
                        <a:avLst/>
                        <a:gdLst>
                          <a:gd name="connsiteX0" fmla="*/ 20098 w 21329"/>
                          <a:gd name="connsiteY0" fmla="*/ 0 h 64960"/>
                          <a:gd name="connsiteX1" fmla="*/ 0 w 21329"/>
                          <a:gd name="connsiteY1" fmla="*/ 64961 h 64960"/>
                          <a:gd name="connsiteX2" fmla="*/ 20098 w 21329"/>
                          <a:gd name="connsiteY2" fmla="*/ 0 h 649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1329" h="64960">
                            <a:moveTo>
                              <a:pt x="20098" y="0"/>
                            </a:moveTo>
                            <a:cubicBezTo>
                              <a:pt x="25622" y="15621"/>
                              <a:pt x="11430" y="46006"/>
                              <a:pt x="0" y="64961"/>
                            </a:cubicBezTo>
                            <a:cubicBezTo>
                              <a:pt x="12287" y="44387"/>
                              <a:pt x="18479" y="18764"/>
                              <a:pt x="2009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81" name="Forme libre : forme 10680">
                        <a:extLst>
                          <a:ext uri="{FF2B5EF4-FFF2-40B4-BE49-F238E27FC236}">
                            <a16:creationId xmlns:a16="http://schemas.microsoft.com/office/drawing/2014/main" id="{7B723248-7686-4018-B3B9-F5E4D28CB7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26446" y="3037046"/>
                        <a:ext cx="41860" cy="6363"/>
                      </a:xfrm>
                      <a:custGeom>
                        <a:avLst/>
                        <a:gdLst>
                          <a:gd name="connsiteX0" fmla="*/ 41720 w 41860"/>
                          <a:gd name="connsiteY0" fmla="*/ 0 h 6363"/>
                          <a:gd name="connsiteX1" fmla="*/ 41243 w 41860"/>
                          <a:gd name="connsiteY1" fmla="*/ 1143 h 6363"/>
                          <a:gd name="connsiteX2" fmla="*/ 40957 w 41860"/>
                          <a:gd name="connsiteY2" fmla="*/ 2000 h 6363"/>
                          <a:gd name="connsiteX3" fmla="*/ 39433 w 41860"/>
                          <a:gd name="connsiteY3" fmla="*/ 2857 h 6363"/>
                          <a:gd name="connsiteX4" fmla="*/ 28860 w 41860"/>
                          <a:gd name="connsiteY4" fmla="*/ 5048 h 6363"/>
                          <a:gd name="connsiteX5" fmla="*/ 0 w 41860"/>
                          <a:gd name="connsiteY5" fmla="*/ 3048 h 6363"/>
                          <a:gd name="connsiteX6" fmla="*/ 28860 w 41860"/>
                          <a:gd name="connsiteY6" fmla="*/ 6287 h 6363"/>
                          <a:gd name="connsiteX7" fmla="*/ 39910 w 41860"/>
                          <a:gd name="connsiteY7" fmla="*/ 4191 h 6363"/>
                          <a:gd name="connsiteX8" fmla="*/ 40957 w 41860"/>
                          <a:gd name="connsiteY8" fmla="*/ 3143 h 6363"/>
                          <a:gd name="connsiteX9" fmla="*/ 41529 w 41860"/>
                          <a:gd name="connsiteY9" fmla="*/ 1905 h 6363"/>
                          <a:gd name="connsiteX10" fmla="*/ 41720 w 41860"/>
                          <a:gd name="connsiteY10" fmla="*/ 0 h 63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1860" h="6363">
                            <a:moveTo>
                              <a:pt x="41720" y="0"/>
                            </a:moveTo>
                            <a:cubicBezTo>
                              <a:pt x="41814" y="476"/>
                              <a:pt x="41624" y="571"/>
                              <a:pt x="41243" y="1143"/>
                            </a:cubicBezTo>
                            <a:cubicBezTo>
                              <a:pt x="41053" y="1524"/>
                              <a:pt x="40862" y="1810"/>
                              <a:pt x="40957" y="2000"/>
                            </a:cubicBezTo>
                            <a:cubicBezTo>
                              <a:pt x="41243" y="2286"/>
                              <a:pt x="39910" y="2667"/>
                              <a:pt x="39433" y="2857"/>
                            </a:cubicBezTo>
                            <a:cubicBezTo>
                              <a:pt x="36576" y="3810"/>
                              <a:pt x="33051" y="4667"/>
                              <a:pt x="28860" y="5048"/>
                            </a:cubicBezTo>
                            <a:cubicBezTo>
                              <a:pt x="20478" y="6001"/>
                              <a:pt x="9906" y="4667"/>
                              <a:pt x="0" y="3048"/>
                            </a:cubicBezTo>
                            <a:cubicBezTo>
                              <a:pt x="9334" y="4096"/>
                              <a:pt x="20098" y="6858"/>
                              <a:pt x="28860" y="6287"/>
                            </a:cubicBezTo>
                            <a:cubicBezTo>
                              <a:pt x="33242" y="6382"/>
                              <a:pt x="36957" y="5144"/>
                              <a:pt x="39910" y="4191"/>
                            </a:cubicBezTo>
                            <a:cubicBezTo>
                              <a:pt x="40862" y="3905"/>
                              <a:pt x="40957" y="3429"/>
                              <a:pt x="40957" y="3143"/>
                            </a:cubicBezTo>
                            <a:lnTo>
                              <a:pt x="41529" y="1905"/>
                            </a:lnTo>
                            <a:cubicBezTo>
                              <a:pt x="41814" y="1333"/>
                              <a:pt x="42005" y="762"/>
                              <a:pt x="4172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82" name="Forme libre : forme 10681">
                        <a:extLst>
                          <a:ext uri="{FF2B5EF4-FFF2-40B4-BE49-F238E27FC236}">
                            <a16:creationId xmlns:a16="http://schemas.microsoft.com/office/drawing/2014/main" id="{0FE4AD25-B12B-41EF-9BFA-08B9CD6E00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6828" y="3025017"/>
                        <a:ext cx="28355" cy="23074"/>
                      </a:xfrm>
                      <a:custGeom>
                        <a:avLst/>
                        <a:gdLst>
                          <a:gd name="connsiteX0" fmla="*/ 28299 w 28355"/>
                          <a:gd name="connsiteY0" fmla="*/ 1075 h 23074"/>
                          <a:gd name="connsiteX1" fmla="*/ 14392 w 28355"/>
                          <a:gd name="connsiteY1" fmla="*/ 16791 h 23074"/>
                          <a:gd name="connsiteX2" fmla="*/ 10 w 28355"/>
                          <a:gd name="connsiteY2" fmla="*/ 21554 h 23074"/>
                          <a:gd name="connsiteX3" fmla="*/ 13440 w 28355"/>
                          <a:gd name="connsiteY3" fmla="*/ 7647 h 23074"/>
                          <a:gd name="connsiteX4" fmla="*/ 28299 w 28355"/>
                          <a:gd name="connsiteY4" fmla="*/ 1075 h 230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355" h="23074">
                            <a:moveTo>
                              <a:pt x="28299" y="1075"/>
                            </a:moveTo>
                            <a:cubicBezTo>
                              <a:pt x="29251" y="5266"/>
                              <a:pt x="17916" y="14219"/>
                              <a:pt x="14392" y="16791"/>
                            </a:cubicBezTo>
                            <a:cubicBezTo>
                              <a:pt x="10773" y="19458"/>
                              <a:pt x="391" y="26031"/>
                              <a:pt x="10" y="21554"/>
                            </a:cubicBezTo>
                            <a:cubicBezTo>
                              <a:pt x="-371" y="17077"/>
                              <a:pt x="10297" y="10219"/>
                              <a:pt x="13440" y="7647"/>
                            </a:cubicBezTo>
                            <a:cubicBezTo>
                              <a:pt x="16773" y="5361"/>
                              <a:pt x="27441" y="-2926"/>
                              <a:pt x="28299" y="107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83" name="Forme libre : forme 10682">
                        <a:extLst>
                          <a:ext uri="{FF2B5EF4-FFF2-40B4-BE49-F238E27FC236}">
                            <a16:creationId xmlns:a16="http://schemas.microsoft.com/office/drawing/2014/main" id="{42DE871B-1691-4AB2-B7A1-6BC6EE0767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30926" y="3021401"/>
                        <a:ext cx="7723" cy="7510"/>
                      </a:xfrm>
                      <a:custGeom>
                        <a:avLst/>
                        <a:gdLst>
                          <a:gd name="connsiteX0" fmla="*/ 7344 w 7723"/>
                          <a:gd name="connsiteY0" fmla="*/ 119 h 7510"/>
                          <a:gd name="connsiteX1" fmla="*/ 5344 w 7723"/>
                          <a:gd name="connsiteY1" fmla="*/ 4596 h 7510"/>
                          <a:gd name="connsiteX2" fmla="*/ 390 w 7723"/>
                          <a:gd name="connsiteY2" fmla="*/ 7359 h 7510"/>
                          <a:gd name="connsiteX3" fmla="*/ 2296 w 7723"/>
                          <a:gd name="connsiteY3" fmla="*/ 2977 h 7510"/>
                          <a:gd name="connsiteX4" fmla="*/ 7344 w 7723"/>
                          <a:gd name="connsiteY4" fmla="*/ 119 h 75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23" h="7510">
                            <a:moveTo>
                              <a:pt x="7344" y="119"/>
                            </a:moveTo>
                            <a:cubicBezTo>
                              <a:pt x="8582" y="786"/>
                              <a:pt x="6487" y="3358"/>
                              <a:pt x="5344" y="4596"/>
                            </a:cubicBezTo>
                            <a:cubicBezTo>
                              <a:pt x="4201" y="5835"/>
                              <a:pt x="1629" y="8120"/>
                              <a:pt x="390" y="7359"/>
                            </a:cubicBezTo>
                            <a:cubicBezTo>
                              <a:pt x="-847" y="6596"/>
                              <a:pt x="1153" y="4215"/>
                              <a:pt x="2296" y="2977"/>
                            </a:cubicBezTo>
                            <a:cubicBezTo>
                              <a:pt x="3534" y="1739"/>
                              <a:pt x="6106" y="-547"/>
                              <a:pt x="7344" y="1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84" name="Forme libre : forme 10683">
                        <a:extLst>
                          <a:ext uri="{FF2B5EF4-FFF2-40B4-BE49-F238E27FC236}">
                            <a16:creationId xmlns:a16="http://schemas.microsoft.com/office/drawing/2014/main" id="{A4F7CD26-5E28-4127-85AB-01B12054AC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93307" y="2987697"/>
                        <a:ext cx="78625" cy="45015"/>
                      </a:xfrm>
                      <a:custGeom>
                        <a:avLst/>
                        <a:gdLst>
                          <a:gd name="connsiteX0" fmla="*/ 50964 w 78625"/>
                          <a:gd name="connsiteY0" fmla="*/ 6296 h 45015"/>
                          <a:gd name="connsiteX1" fmla="*/ 76110 w 78625"/>
                          <a:gd name="connsiteY1" fmla="*/ 9 h 45015"/>
                          <a:gd name="connsiteX2" fmla="*/ 76491 w 78625"/>
                          <a:gd name="connsiteY2" fmla="*/ 8486 h 45015"/>
                          <a:gd name="connsiteX3" fmla="*/ 66966 w 78625"/>
                          <a:gd name="connsiteY3" fmla="*/ 14201 h 45015"/>
                          <a:gd name="connsiteX4" fmla="*/ 36391 w 78625"/>
                          <a:gd name="connsiteY4" fmla="*/ 28013 h 45015"/>
                          <a:gd name="connsiteX5" fmla="*/ 15817 w 78625"/>
                          <a:gd name="connsiteY5" fmla="*/ 40681 h 45015"/>
                          <a:gd name="connsiteX6" fmla="*/ 5 w 78625"/>
                          <a:gd name="connsiteY6" fmla="*/ 42205 h 45015"/>
                          <a:gd name="connsiteX7" fmla="*/ 11435 w 78625"/>
                          <a:gd name="connsiteY7" fmla="*/ 26108 h 45015"/>
                          <a:gd name="connsiteX8" fmla="*/ 29628 w 78625"/>
                          <a:gd name="connsiteY8" fmla="*/ 13249 h 45015"/>
                          <a:gd name="connsiteX9" fmla="*/ 50964 w 78625"/>
                          <a:gd name="connsiteY9" fmla="*/ 6296 h 450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8625" h="45015">
                            <a:moveTo>
                              <a:pt x="50964" y="6296"/>
                            </a:moveTo>
                            <a:cubicBezTo>
                              <a:pt x="60489" y="2581"/>
                              <a:pt x="67442" y="-181"/>
                              <a:pt x="76110" y="9"/>
                            </a:cubicBezTo>
                            <a:cubicBezTo>
                              <a:pt x="79348" y="104"/>
                              <a:pt x="79444" y="4867"/>
                              <a:pt x="76491" y="8486"/>
                            </a:cubicBezTo>
                            <a:cubicBezTo>
                              <a:pt x="73538" y="12011"/>
                              <a:pt x="70299" y="13059"/>
                              <a:pt x="66966" y="14201"/>
                            </a:cubicBezTo>
                            <a:cubicBezTo>
                              <a:pt x="56679" y="17726"/>
                              <a:pt x="46963" y="22679"/>
                              <a:pt x="36391" y="28013"/>
                            </a:cubicBezTo>
                            <a:cubicBezTo>
                              <a:pt x="33152" y="29727"/>
                              <a:pt x="24103" y="36300"/>
                              <a:pt x="15817" y="40681"/>
                            </a:cubicBezTo>
                            <a:cubicBezTo>
                              <a:pt x="7435" y="44872"/>
                              <a:pt x="100" y="47158"/>
                              <a:pt x="5" y="42205"/>
                            </a:cubicBezTo>
                            <a:cubicBezTo>
                              <a:pt x="-185" y="37157"/>
                              <a:pt x="5149" y="31727"/>
                              <a:pt x="11435" y="26108"/>
                            </a:cubicBezTo>
                            <a:cubicBezTo>
                              <a:pt x="17817" y="20869"/>
                              <a:pt x="25342" y="15344"/>
                              <a:pt x="29628" y="13249"/>
                            </a:cubicBezTo>
                            <a:cubicBezTo>
                              <a:pt x="38105" y="8677"/>
                              <a:pt x="43820" y="9153"/>
                              <a:pt x="50964" y="629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82" name="Graphique 1">
                      <a:extLst>
                        <a:ext uri="{FF2B5EF4-FFF2-40B4-BE49-F238E27FC236}">
                          <a16:creationId xmlns:a16="http://schemas.microsoft.com/office/drawing/2014/main" id="{D1CD1812-7BB6-4D0F-8D6F-C719CC4F6F1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72368" y="2815493"/>
                      <a:ext cx="141507" cy="169516"/>
                      <a:chOff x="5972368" y="2815493"/>
                      <a:chExt cx="141507" cy="169516"/>
                    </a:xfrm>
                    <a:solidFill>
                      <a:schemeClr val="accent1"/>
                    </a:solidFill>
                  </p:grpSpPr>
                  <p:sp>
                    <p:nvSpPr>
                      <p:cNvPr id="10661" name="Forme libre : forme 10660">
                        <a:extLst>
                          <a:ext uri="{FF2B5EF4-FFF2-40B4-BE49-F238E27FC236}">
                            <a16:creationId xmlns:a16="http://schemas.microsoft.com/office/drawing/2014/main" id="{0DD7934B-8215-4ECD-9439-52FFE35925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72368" y="2815493"/>
                        <a:ext cx="141507" cy="169516"/>
                      </a:xfrm>
                      <a:custGeom>
                        <a:avLst/>
                        <a:gdLst>
                          <a:gd name="connsiteX0" fmla="*/ 123540 w 141507"/>
                          <a:gd name="connsiteY0" fmla="*/ 78963 h 169516"/>
                          <a:gd name="connsiteX1" fmla="*/ 80487 w 141507"/>
                          <a:gd name="connsiteY1" fmla="*/ 135637 h 169516"/>
                          <a:gd name="connsiteX2" fmla="*/ 15717 w 141507"/>
                          <a:gd name="connsiteY2" fmla="*/ 169451 h 169516"/>
                          <a:gd name="connsiteX3" fmla="*/ 1 w 141507"/>
                          <a:gd name="connsiteY3" fmla="*/ 154687 h 169516"/>
                          <a:gd name="connsiteX4" fmla="*/ 22290 w 141507"/>
                          <a:gd name="connsiteY4" fmla="*/ 87631 h 169516"/>
                          <a:gd name="connsiteX5" fmla="*/ 61437 w 141507"/>
                          <a:gd name="connsiteY5" fmla="*/ 36386 h 169516"/>
                          <a:gd name="connsiteX6" fmla="*/ 121540 w 141507"/>
                          <a:gd name="connsiteY6" fmla="*/ 382 h 169516"/>
                          <a:gd name="connsiteX7" fmla="*/ 140209 w 141507"/>
                          <a:gd name="connsiteY7" fmla="*/ 10288 h 169516"/>
                          <a:gd name="connsiteX8" fmla="*/ 123540 w 141507"/>
                          <a:gd name="connsiteY8" fmla="*/ 78963 h 1695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1507" h="169516">
                            <a:moveTo>
                              <a:pt x="123540" y="78963"/>
                            </a:moveTo>
                            <a:cubicBezTo>
                              <a:pt x="114396" y="93060"/>
                              <a:pt x="92298" y="122397"/>
                              <a:pt x="80487" y="135637"/>
                            </a:cubicBezTo>
                            <a:cubicBezTo>
                              <a:pt x="58485" y="160497"/>
                              <a:pt x="38958" y="166974"/>
                              <a:pt x="15717" y="169451"/>
                            </a:cubicBezTo>
                            <a:cubicBezTo>
                              <a:pt x="7621" y="170308"/>
                              <a:pt x="-94" y="162593"/>
                              <a:pt x="1" y="154687"/>
                            </a:cubicBezTo>
                            <a:cubicBezTo>
                              <a:pt x="382" y="131827"/>
                              <a:pt x="5145" y="112015"/>
                              <a:pt x="22290" y="87631"/>
                            </a:cubicBezTo>
                            <a:cubicBezTo>
                              <a:pt x="31529" y="74677"/>
                              <a:pt x="50960" y="49150"/>
                              <a:pt x="61437" y="36386"/>
                            </a:cubicBezTo>
                            <a:cubicBezTo>
                              <a:pt x="80869" y="12383"/>
                              <a:pt x="99347" y="5335"/>
                              <a:pt x="121540" y="382"/>
                            </a:cubicBezTo>
                            <a:cubicBezTo>
                              <a:pt x="129160" y="-1333"/>
                              <a:pt x="138971" y="2858"/>
                              <a:pt x="140209" y="10288"/>
                            </a:cubicBezTo>
                            <a:cubicBezTo>
                              <a:pt x="143733" y="31624"/>
                              <a:pt x="140685" y="52579"/>
                              <a:pt x="123540" y="7896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62" name="Forme libre : forme 10661">
                        <a:extLst>
                          <a:ext uri="{FF2B5EF4-FFF2-40B4-BE49-F238E27FC236}">
                            <a16:creationId xmlns:a16="http://schemas.microsoft.com/office/drawing/2014/main" id="{3A874F33-61C1-48FE-9420-E4084AC550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78656" y="2825115"/>
                        <a:ext cx="134848" cy="159806"/>
                      </a:xfrm>
                      <a:custGeom>
                        <a:avLst/>
                        <a:gdLst>
                          <a:gd name="connsiteX0" fmla="*/ 59627 w 134848"/>
                          <a:gd name="connsiteY0" fmla="*/ 100774 h 159806"/>
                          <a:gd name="connsiteX1" fmla="*/ 0 w 134848"/>
                          <a:gd name="connsiteY1" fmla="*/ 156972 h 159806"/>
                          <a:gd name="connsiteX2" fmla="*/ 9239 w 134848"/>
                          <a:gd name="connsiteY2" fmla="*/ 159734 h 159806"/>
                          <a:gd name="connsiteX3" fmla="*/ 20955 w 134848"/>
                          <a:gd name="connsiteY3" fmla="*/ 158020 h 159806"/>
                          <a:gd name="connsiteX4" fmla="*/ 53054 w 134848"/>
                          <a:gd name="connsiteY4" fmla="*/ 144875 h 159806"/>
                          <a:gd name="connsiteX5" fmla="*/ 73914 w 134848"/>
                          <a:gd name="connsiteY5" fmla="*/ 125921 h 159806"/>
                          <a:gd name="connsiteX6" fmla="*/ 81343 w 134848"/>
                          <a:gd name="connsiteY6" fmla="*/ 117062 h 159806"/>
                          <a:gd name="connsiteX7" fmla="*/ 114014 w 134848"/>
                          <a:gd name="connsiteY7" fmla="*/ 73533 h 159806"/>
                          <a:gd name="connsiteX8" fmla="*/ 116967 w 134848"/>
                          <a:gd name="connsiteY8" fmla="*/ 69151 h 159806"/>
                          <a:gd name="connsiteX9" fmla="*/ 130207 w 134848"/>
                          <a:gd name="connsiteY9" fmla="*/ 42863 h 159806"/>
                          <a:gd name="connsiteX10" fmla="*/ 134779 w 134848"/>
                          <a:gd name="connsiteY10" fmla="*/ 10573 h 159806"/>
                          <a:gd name="connsiteX11" fmla="*/ 133635 w 134848"/>
                          <a:gd name="connsiteY11" fmla="*/ 381 h 159806"/>
                          <a:gd name="connsiteX12" fmla="*/ 133541 w 134848"/>
                          <a:gd name="connsiteY12" fmla="*/ 0 h 159806"/>
                          <a:gd name="connsiteX13" fmla="*/ 59627 w 134848"/>
                          <a:gd name="connsiteY13" fmla="*/ 100774 h 1598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34848" h="159806">
                            <a:moveTo>
                              <a:pt x="59627" y="100774"/>
                            </a:moveTo>
                            <a:cubicBezTo>
                              <a:pt x="43434" y="124206"/>
                              <a:pt x="22955" y="147733"/>
                              <a:pt x="0" y="156972"/>
                            </a:cubicBezTo>
                            <a:cubicBezTo>
                              <a:pt x="2667" y="158972"/>
                              <a:pt x="5905" y="160115"/>
                              <a:pt x="9239" y="159734"/>
                            </a:cubicBezTo>
                            <a:cubicBezTo>
                              <a:pt x="13240" y="159353"/>
                              <a:pt x="17145" y="158782"/>
                              <a:pt x="20955" y="158020"/>
                            </a:cubicBezTo>
                            <a:cubicBezTo>
                              <a:pt x="32004" y="155924"/>
                              <a:pt x="42386" y="152114"/>
                              <a:pt x="53054" y="144875"/>
                            </a:cubicBezTo>
                            <a:cubicBezTo>
                              <a:pt x="59817" y="140113"/>
                              <a:pt x="66866" y="134017"/>
                              <a:pt x="73914" y="125921"/>
                            </a:cubicBezTo>
                            <a:cubicBezTo>
                              <a:pt x="76009" y="123444"/>
                              <a:pt x="78581" y="120396"/>
                              <a:pt x="81343" y="117062"/>
                            </a:cubicBezTo>
                            <a:cubicBezTo>
                              <a:pt x="92011" y="103918"/>
                              <a:pt x="105727" y="85534"/>
                              <a:pt x="114014" y="73533"/>
                            </a:cubicBezTo>
                            <a:cubicBezTo>
                              <a:pt x="115062" y="72009"/>
                              <a:pt x="116014" y="70485"/>
                              <a:pt x="116967" y="69151"/>
                            </a:cubicBezTo>
                            <a:cubicBezTo>
                              <a:pt x="123063" y="59817"/>
                              <a:pt x="127349" y="51149"/>
                              <a:pt x="130207" y="42863"/>
                            </a:cubicBezTo>
                            <a:cubicBezTo>
                              <a:pt x="134017" y="31528"/>
                              <a:pt x="135160" y="20955"/>
                              <a:pt x="134779" y="10573"/>
                            </a:cubicBezTo>
                            <a:cubicBezTo>
                              <a:pt x="134588" y="7144"/>
                              <a:pt x="134207" y="3810"/>
                              <a:pt x="133635" y="381"/>
                            </a:cubicBezTo>
                            <a:lnTo>
                              <a:pt x="133541" y="0"/>
                            </a:lnTo>
                            <a:cubicBezTo>
                              <a:pt x="108966" y="33242"/>
                              <a:pt x="82868" y="67151"/>
                              <a:pt x="59627" y="10077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63" name="Forme libre : forme 10662">
                        <a:extLst>
                          <a:ext uri="{FF2B5EF4-FFF2-40B4-BE49-F238E27FC236}">
                            <a16:creationId xmlns:a16="http://schemas.microsoft.com/office/drawing/2014/main" id="{67ABFCB3-8427-4CC6-8FE4-5701D90A89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22845" y="2849648"/>
                        <a:ext cx="62932" cy="78159"/>
                      </a:xfrm>
                      <a:custGeom>
                        <a:avLst/>
                        <a:gdLst>
                          <a:gd name="connsiteX0" fmla="*/ 60967 w 62932"/>
                          <a:gd name="connsiteY0" fmla="*/ 707 h 78159"/>
                          <a:gd name="connsiteX1" fmla="*/ 41060 w 62932"/>
                          <a:gd name="connsiteY1" fmla="*/ 48428 h 78159"/>
                          <a:gd name="connsiteX2" fmla="*/ 2198 w 62932"/>
                          <a:gd name="connsiteY2" fmla="*/ 77098 h 78159"/>
                          <a:gd name="connsiteX3" fmla="*/ 21057 w 62932"/>
                          <a:gd name="connsiteY3" fmla="*/ 33759 h 78159"/>
                          <a:gd name="connsiteX4" fmla="*/ 60967 w 62932"/>
                          <a:gd name="connsiteY4" fmla="*/ 707 h 781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932" h="78159">
                            <a:moveTo>
                              <a:pt x="60967" y="707"/>
                            </a:moveTo>
                            <a:cubicBezTo>
                              <a:pt x="69349" y="6327"/>
                              <a:pt x="48680" y="38236"/>
                              <a:pt x="41060" y="48428"/>
                            </a:cubicBezTo>
                            <a:cubicBezTo>
                              <a:pt x="33535" y="58715"/>
                              <a:pt x="11151" y="83575"/>
                              <a:pt x="2198" y="77098"/>
                            </a:cubicBezTo>
                            <a:cubicBezTo>
                              <a:pt x="-6660" y="70621"/>
                              <a:pt x="13628" y="43094"/>
                              <a:pt x="21057" y="33759"/>
                            </a:cubicBezTo>
                            <a:cubicBezTo>
                              <a:pt x="28582" y="24520"/>
                              <a:pt x="52585" y="-4912"/>
                              <a:pt x="60967" y="70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64" name="Forme libre : forme 10663">
                        <a:extLst>
                          <a:ext uri="{FF2B5EF4-FFF2-40B4-BE49-F238E27FC236}">
                            <a16:creationId xmlns:a16="http://schemas.microsoft.com/office/drawing/2014/main" id="{03D2F670-88AE-446B-BA3C-1804E9A714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22406" y="2880359"/>
                        <a:ext cx="52928" cy="47368"/>
                      </a:xfrm>
                      <a:custGeom>
                        <a:avLst/>
                        <a:gdLst>
                          <a:gd name="connsiteX0" fmla="*/ 7208 w 52928"/>
                          <a:gd name="connsiteY0" fmla="*/ 24384 h 47368"/>
                          <a:gd name="connsiteX1" fmla="*/ 2445 w 52928"/>
                          <a:gd name="connsiteY1" fmla="*/ 46863 h 47368"/>
                          <a:gd name="connsiteX2" fmla="*/ 41974 w 52928"/>
                          <a:gd name="connsiteY2" fmla="*/ 17431 h 47368"/>
                          <a:gd name="connsiteX3" fmla="*/ 52928 w 52928"/>
                          <a:gd name="connsiteY3" fmla="*/ 0 h 47368"/>
                          <a:gd name="connsiteX4" fmla="*/ 45785 w 52928"/>
                          <a:gd name="connsiteY4" fmla="*/ 8382 h 47368"/>
                          <a:gd name="connsiteX5" fmla="*/ 7208 w 52928"/>
                          <a:gd name="connsiteY5" fmla="*/ 24384 h 473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928" h="47368">
                            <a:moveTo>
                              <a:pt x="7208" y="24384"/>
                            </a:moveTo>
                            <a:cubicBezTo>
                              <a:pt x="5113" y="30385"/>
                              <a:pt x="-4412" y="44387"/>
                              <a:pt x="2445" y="46863"/>
                            </a:cubicBezTo>
                            <a:cubicBezTo>
                              <a:pt x="13399" y="50863"/>
                              <a:pt x="32163" y="30194"/>
                              <a:pt x="41974" y="17431"/>
                            </a:cubicBezTo>
                            <a:cubicBezTo>
                              <a:pt x="44832" y="13716"/>
                              <a:pt x="50547" y="4763"/>
                              <a:pt x="52928" y="0"/>
                            </a:cubicBezTo>
                            <a:cubicBezTo>
                              <a:pt x="51023" y="2381"/>
                              <a:pt x="47975" y="6477"/>
                              <a:pt x="45785" y="8382"/>
                            </a:cubicBezTo>
                            <a:cubicBezTo>
                              <a:pt x="33211" y="19145"/>
                              <a:pt x="17304" y="30956"/>
                              <a:pt x="7208" y="2438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65" name="Forme libre : forme 10664">
                        <a:extLst>
                          <a:ext uri="{FF2B5EF4-FFF2-40B4-BE49-F238E27FC236}">
                            <a16:creationId xmlns:a16="http://schemas.microsoft.com/office/drawing/2014/main" id="{41ED149C-D93C-43C6-97F5-7200201253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27983" y="2846346"/>
                        <a:ext cx="62329" cy="79193"/>
                      </a:xfrm>
                      <a:custGeom>
                        <a:avLst/>
                        <a:gdLst>
                          <a:gd name="connsiteX0" fmla="*/ 60972 w 62329"/>
                          <a:gd name="connsiteY0" fmla="*/ 1343 h 79193"/>
                          <a:gd name="connsiteX1" fmla="*/ 41065 w 62329"/>
                          <a:gd name="connsiteY1" fmla="*/ 49921 h 79193"/>
                          <a:gd name="connsiteX2" fmla="*/ 2393 w 62329"/>
                          <a:gd name="connsiteY2" fmla="*/ 78210 h 79193"/>
                          <a:gd name="connsiteX3" fmla="*/ 21158 w 62329"/>
                          <a:gd name="connsiteY3" fmla="*/ 34966 h 79193"/>
                          <a:gd name="connsiteX4" fmla="*/ 60972 w 62329"/>
                          <a:gd name="connsiteY4" fmla="*/ 1343 h 79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2329" h="79193">
                            <a:moveTo>
                              <a:pt x="60972" y="1343"/>
                            </a:moveTo>
                            <a:cubicBezTo>
                              <a:pt x="67449" y="9725"/>
                              <a:pt x="49066" y="38681"/>
                              <a:pt x="41065" y="49921"/>
                            </a:cubicBezTo>
                            <a:cubicBezTo>
                              <a:pt x="33159" y="61255"/>
                              <a:pt x="12014" y="84211"/>
                              <a:pt x="2393" y="78210"/>
                            </a:cubicBezTo>
                            <a:cubicBezTo>
                              <a:pt x="-7132" y="72304"/>
                              <a:pt x="14395" y="43825"/>
                              <a:pt x="21158" y="34966"/>
                            </a:cubicBezTo>
                            <a:cubicBezTo>
                              <a:pt x="27920" y="26203"/>
                              <a:pt x="54495" y="-7039"/>
                              <a:pt x="60972" y="134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66" name="Forme libre : forme 10665">
                        <a:extLst>
                          <a:ext uri="{FF2B5EF4-FFF2-40B4-BE49-F238E27FC236}">
                            <a16:creationId xmlns:a16="http://schemas.microsoft.com/office/drawing/2014/main" id="{9B519084-5761-4B5B-A667-94F504510C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90059" y="2875684"/>
                        <a:ext cx="95110" cy="87572"/>
                      </a:xfrm>
                      <a:custGeom>
                        <a:avLst/>
                        <a:gdLst>
                          <a:gd name="connsiteX0" fmla="*/ 7456 w 95110"/>
                          <a:gd name="connsiteY0" fmla="*/ 86400 h 87572"/>
                          <a:gd name="connsiteX1" fmla="*/ 24696 w 95110"/>
                          <a:gd name="connsiteY1" fmla="*/ 84781 h 87572"/>
                          <a:gd name="connsiteX2" fmla="*/ 65273 w 95110"/>
                          <a:gd name="connsiteY2" fmla="*/ 60302 h 87572"/>
                          <a:gd name="connsiteX3" fmla="*/ 91943 w 95110"/>
                          <a:gd name="connsiteY3" fmla="*/ 21535 h 87572"/>
                          <a:gd name="connsiteX4" fmla="*/ 90704 w 95110"/>
                          <a:gd name="connsiteY4" fmla="*/ 104 h 87572"/>
                          <a:gd name="connsiteX5" fmla="*/ 77179 w 95110"/>
                          <a:gd name="connsiteY5" fmla="*/ 8676 h 87572"/>
                          <a:gd name="connsiteX6" fmla="*/ 41175 w 95110"/>
                          <a:gd name="connsiteY6" fmla="*/ 32584 h 87572"/>
                          <a:gd name="connsiteX7" fmla="*/ 5646 w 95110"/>
                          <a:gd name="connsiteY7" fmla="*/ 56492 h 87572"/>
                          <a:gd name="connsiteX8" fmla="*/ 7456 w 95110"/>
                          <a:gd name="connsiteY8" fmla="*/ 86400 h 87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5110" h="87572">
                            <a:moveTo>
                              <a:pt x="7456" y="86400"/>
                            </a:moveTo>
                            <a:cubicBezTo>
                              <a:pt x="13933" y="88401"/>
                              <a:pt x="16981" y="87829"/>
                              <a:pt x="24696" y="84781"/>
                            </a:cubicBezTo>
                            <a:cubicBezTo>
                              <a:pt x="39270" y="78876"/>
                              <a:pt x="51366" y="73637"/>
                              <a:pt x="65273" y="60302"/>
                            </a:cubicBezTo>
                            <a:cubicBezTo>
                              <a:pt x="76798" y="49158"/>
                              <a:pt x="86895" y="34299"/>
                              <a:pt x="91943" y="21535"/>
                            </a:cubicBezTo>
                            <a:cubicBezTo>
                              <a:pt x="95657" y="12010"/>
                              <a:pt x="97086" y="1723"/>
                              <a:pt x="90704" y="104"/>
                            </a:cubicBezTo>
                            <a:cubicBezTo>
                              <a:pt x="86799" y="-849"/>
                              <a:pt x="82037" y="4962"/>
                              <a:pt x="77179" y="8676"/>
                            </a:cubicBezTo>
                            <a:cubicBezTo>
                              <a:pt x="65559" y="17439"/>
                              <a:pt x="54891" y="26202"/>
                              <a:pt x="41175" y="32584"/>
                            </a:cubicBezTo>
                            <a:cubicBezTo>
                              <a:pt x="29554" y="38013"/>
                              <a:pt x="14981" y="42204"/>
                              <a:pt x="5646" y="56492"/>
                            </a:cubicBezTo>
                            <a:cubicBezTo>
                              <a:pt x="-2736" y="69351"/>
                              <a:pt x="-1498" y="83448"/>
                              <a:pt x="7456" y="8640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67" name="Forme libre : forme 10666">
                        <a:extLst>
                          <a:ext uri="{FF2B5EF4-FFF2-40B4-BE49-F238E27FC236}">
                            <a16:creationId xmlns:a16="http://schemas.microsoft.com/office/drawing/2014/main" id="{8E1473F5-37F8-47F5-A9B8-FFF257C7E3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03515" y="2901939"/>
                        <a:ext cx="20859" cy="35653"/>
                      </a:xfrm>
                      <a:custGeom>
                        <a:avLst/>
                        <a:gdLst>
                          <a:gd name="connsiteX0" fmla="*/ 572 w 20859"/>
                          <a:gd name="connsiteY0" fmla="*/ 30522 h 35653"/>
                          <a:gd name="connsiteX1" fmla="*/ 287 w 20859"/>
                          <a:gd name="connsiteY1" fmla="*/ 34999 h 35653"/>
                          <a:gd name="connsiteX2" fmla="*/ 4001 w 20859"/>
                          <a:gd name="connsiteY2" fmla="*/ 34237 h 35653"/>
                          <a:gd name="connsiteX3" fmla="*/ 8574 w 20859"/>
                          <a:gd name="connsiteY3" fmla="*/ 28712 h 35653"/>
                          <a:gd name="connsiteX4" fmla="*/ 17717 w 20859"/>
                          <a:gd name="connsiteY4" fmla="*/ 13663 h 35653"/>
                          <a:gd name="connsiteX5" fmla="*/ 20385 w 20859"/>
                          <a:gd name="connsiteY5" fmla="*/ 7758 h 35653"/>
                          <a:gd name="connsiteX6" fmla="*/ 11431 w 20859"/>
                          <a:gd name="connsiteY6" fmla="*/ 5567 h 35653"/>
                          <a:gd name="connsiteX7" fmla="*/ 572 w 20859"/>
                          <a:gd name="connsiteY7" fmla="*/ 30522 h 356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0859" h="35653">
                            <a:moveTo>
                              <a:pt x="572" y="30522"/>
                            </a:moveTo>
                            <a:cubicBezTo>
                              <a:pt x="96" y="32427"/>
                              <a:pt x="-285" y="33761"/>
                              <a:pt x="287" y="34999"/>
                            </a:cubicBezTo>
                            <a:cubicBezTo>
                              <a:pt x="858" y="36237"/>
                              <a:pt x="2478" y="35570"/>
                              <a:pt x="4001" y="34237"/>
                            </a:cubicBezTo>
                            <a:cubicBezTo>
                              <a:pt x="5526" y="32903"/>
                              <a:pt x="7335" y="30618"/>
                              <a:pt x="8574" y="28712"/>
                            </a:cubicBezTo>
                            <a:cubicBezTo>
                              <a:pt x="11812" y="23855"/>
                              <a:pt x="15146" y="18616"/>
                              <a:pt x="17717" y="13663"/>
                            </a:cubicBezTo>
                            <a:cubicBezTo>
                              <a:pt x="18765" y="11568"/>
                              <a:pt x="19908" y="9758"/>
                              <a:pt x="20385" y="7758"/>
                            </a:cubicBezTo>
                            <a:cubicBezTo>
                              <a:pt x="22385" y="-339"/>
                              <a:pt x="17813" y="-3673"/>
                              <a:pt x="11431" y="5567"/>
                            </a:cubicBezTo>
                            <a:cubicBezTo>
                              <a:pt x="6288" y="12710"/>
                              <a:pt x="2668" y="22902"/>
                              <a:pt x="572" y="3052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68" name="Forme libre : forme 10667">
                        <a:extLst>
                          <a:ext uri="{FF2B5EF4-FFF2-40B4-BE49-F238E27FC236}">
                            <a16:creationId xmlns:a16="http://schemas.microsoft.com/office/drawing/2014/main" id="{C0443EE4-C044-45DE-B2BD-EF722BBA4D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5909" y="2826258"/>
                        <a:ext cx="14543" cy="65246"/>
                      </a:xfrm>
                      <a:custGeom>
                        <a:avLst/>
                        <a:gdLst>
                          <a:gd name="connsiteX0" fmla="*/ 12668 w 14543"/>
                          <a:gd name="connsiteY0" fmla="*/ 0 h 65246"/>
                          <a:gd name="connsiteX1" fmla="*/ 0 w 14543"/>
                          <a:gd name="connsiteY1" fmla="*/ 65246 h 65246"/>
                          <a:gd name="connsiteX2" fmla="*/ 12668 w 14543"/>
                          <a:gd name="connsiteY2" fmla="*/ 0 h 652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4543" h="65246">
                            <a:moveTo>
                              <a:pt x="12668" y="0"/>
                            </a:moveTo>
                            <a:cubicBezTo>
                              <a:pt x="19050" y="15145"/>
                              <a:pt x="7715" y="46006"/>
                              <a:pt x="0" y="65246"/>
                            </a:cubicBezTo>
                            <a:cubicBezTo>
                              <a:pt x="8382" y="44291"/>
                              <a:pt x="12287" y="18764"/>
                              <a:pt x="1266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69" name="Forme libre : forme 10668">
                        <a:extLst>
                          <a:ext uri="{FF2B5EF4-FFF2-40B4-BE49-F238E27FC236}">
                            <a16:creationId xmlns:a16="http://schemas.microsoft.com/office/drawing/2014/main" id="{566F5482-EC8E-4431-900A-5A478B2E86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74560" y="2902648"/>
                        <a:ext cx="23336" cy="67722"/>
                      </a:xfrm>
                      <a:custGeom>
                        <a:avLst/>
                        <a:gdLst>
                          <a:gd name="connsiteX0" fmla="*/ 23336 w 23336"/>
                          <a:gd name="connsiteY0" fmla="*/ 0 h 67722"/>
                          <a:gd name="connsiteX1" fmla="*/ 0 w 23336"/>
                          <a:gd name="connsiteY1" fmla="*/ 67723 h 67722"/>
                          <a:gd name="connsiteX2" fmla="*/ 23336 w 23336"/>
                          <a:gd name="connsiteY2" fmla="*/ 0 h 677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3336" h="67722">
                            <a:moveTo>
                              <a:pt x="23336" y="0"/>
                            </a:moveTo>
                            <a:cubicBezTo>
                              <a:pt x="8382" y="21717"/>
                              <a:pt x="2381" y="46673"/>
                              <a:pt x="0" y="67723"/>
                            </a:cubicBezTo>
                            <a:cubicBezTo>
                              <a:pt x="1334" y="48006"/>
                              <a:pt x="13240" y="20479"/>
                              <a:pt x="2333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70" name="Forme libre : forme 10669">
                        <a:extLst>
                          <a:ext uri="{FF2B5EF4-FFF2-40B4-BE49-F238E27FC236}">
                            <a16:creationId xmlns:a16="http://schemas.microsoft.com/office/drawing/2014/main" id="{25731458-F52F-488F-A70E-664E10C642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43487" y="2865324"/>
                        <a:ext cx="24846" cy="27441"/>
                      </a:xfrm>
                      <a:custGeom>
                        <a:avLst/>
                        <a:gdLst>
                          <a:gd name="connsiteX0" fmla="*/ 24704 w 24846"/>
                          <a:gd name="connsiteY0" fmla="*/ 939 h 27441"/>
                          <a:gd name="connsiteX1" fmla="*/ 13369 w 24846"/>
                          <a:gd name="connsiteY1" fmla="*/ 18655 h 27441"/>
                          <a:gd name="connsiteX2" fmla="*/ 130 w 24846"/>
                          <a:gd name="connsiteY2" fmla="*/ 26275 h 27441"/>
                          <a:gd name="connsiteX3" fmla="*/ 10988 w 24846"/>
                          <a:gd name="connsiteY3" fmla="*/ 9701 h 27441"/>
                          <a:gd name="connsiteX4" fmla="*/ 24704 w 24846"/>
                          <a:gd name="connsiteY4" fmla="*/ 939 h 274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846" h="27441">
                            <a:moveTo>
                              <a:pt x="24704" y="939"/>
                            </a:moveTo>
                            <a:cubicBezTo>
                              <a:pt x="26133" y="4939"/>
                              <a:pt x="16417" y="15417"/>
                              <a:pt x="13369" y="18655"/>
                            </a:cubicBezTo>
                            <a:cubicBezTo>
                              <a:pt x="10321" y="21893"/>
                              <a:pt x="1463" y="30561"/>
                              <a:pt x="130" y="26275"/>
                            </a:cubicBezTo>
                            <a:cubicBezTo>
                              <a:pt x="-1204" y="21989"/>
                              <a:pt x="8130" y="12750"/>
                              <a:pt x="10988" y="9701"/>
                            </a:cubicBezTo>
                            <a:cubicBezTo>
                              <a:pt x="13846" y="6844"/>
                              <a:pt x="23275" y="-3062"/>
                              <a:pt x="24704" y="93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71" name="Forme libre : forme 10670">
                        <a:extLst>
                          <a:ext uri="{FF2B5EF4-FFF2-40B4-BE49-F238E27FC236}">
                            <a16:creationId xmlns:a16="http://schemas.microsoft.com/office/drawing/2014/main" id="{A8E65973-B31B-4C02-BF41-48BDA90515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64273" y="2861158"/>
                        <a:ext cx="6976" cy="8326"/>
                      </a:xfrm>
                      <a:custGeom>
                        <a:avLst/>
                        <a:gdLst>
                          <a:gd name="connsiteX0" fmla="*/ 6490 w 6976"/>
                          <a:gd name="connsiteY0" fmla="*/ 56 h 8326"/>
                          <a:gd name="connsiteX1" fmla="*/ 5061 w 6976"/>
                          <a:gd name="connsiteY1" fmla="*/ 4819 h 8326"/>
                          <a:gd name="connsiteX2" fmla="*/ 489 w 6976"/>
                          <a:gd name="connsiteY2" fmla="*/ 8248 h 8326"/>
                          <a:gd name="connsiteX3" fmla="*/ 1822 w 6976"/>
                          <a:gd name="connsiteY3" fmla="*/ 3675 h 8326"/>
                          <a:gd name="connsiteX4" fmla="*/ 6490 w 6976"/>
                          <a:gd name="connsiteY4" fmla="*/ 56 h 83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976" h="8326">
                            <a:moveTo>
                              <a:pt x="6490" y="56"/>
                            </a:moveTo>
                            <a:cubicBezTo>
                              <a:pt x="7823" y="628"/>
                              <a:pt x="6109" y="3390"/>
                              <a:pt x="5061" y="4819"/>
                            </a:cubicBezTo>
                            <a:cubicBezTo>
                              <a:pt x="4013" y="6152"/>
                              <a:pt x="1822" y="8819"/>
                              <a:pt x="489" y="8248"/>
                            </a:cubicBezTo>
                            <a:cubicBezTo>
                              <a:pt x="-844" y="7676"/>
                              <a:pt x="870" y="5009"/>
                              <a:pt x="1822" y="3675"/>
                            </a:cubicBezTo>
                            <a:cubicBezTo>
                              <a:pt x="2870" y="2247"/>
                              <a:pt x="5156" y="-420"/>
                              <a:pt x="6490" y="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72" name="Forme libre : forme 10671">
                        <a:extLst>
                          <a:ext uri="{FF2B5EF4-FFF2-40B4-BE49-F238E27FC236}">
                            <a16:creationId xmlns:a16="http://schemas.microsoft.com/office/drawing/2014/main" id="{C4F2EF74-1D89-4016-993D-4AE480B08C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26428" y="2824637"/>
                        <a:ext cx="74961" cy="56117"/>
                      </a:xfrm>
                      <a:custGeom>
                        <a:avLst/>
                        <a:gdLst>
                          <a:gd name="connsiteX0" fmla="*/ 47573 w 74961"/>
                          <a:gd name="connsiteY0" fmla="*/ 8383 h 56117"/>
                          <a:gd name="connsiteX1" fmla="*/ 72242 w 74961"/>
                          <a:gd name="connsiteY1" fmla="*/ 1 h 56117"/>
                          <a:gd name="connsiteX2" fmla="*/ 73195 w 74961"/>
                          <a:gd name="connsiteY2" fmla="*/ 8383 h 56117"/>
                          <a:gd name="connsiteX3" fmla="*/ 64146 w 74961"/>
                          <a:gd name="connsiteY3" fmla="*/ 14860 h 56117"/>
                          <a:gd name="connsiteX4" fmla="*/ 35000 w 74961"/>
                          <a:gd name="connsiteY4" fmla="*/ 32101 h 56117"/>
                          <a:gd name="connsiteX5" fmla="*/ 138 w 74961"/>
                          <a:gd name="connsiteY5" fmla="*/ 53913 h 56117"/>
                          <a:gd name="connsiteX6" fmla="*/ 26618 w 74961"/>
                          <a:gd name="connsiteY6" fmla="*/ 18099 h 56117"/>
                          <a:gd name="connsiteX7" fmla="*/ 47573 w 74961"/>
                          <a:gd name="connsiteY7" fmla="*/ 8383 h 561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4961" h="56117">
                            <a:moveTo>
                              <a:pt x="47573" y="8383"/>
                            </a:moveTo>
                            <a:cubicBezTo>
                              <a:pt x="56907" y="3716"/>
                              <a:pt x="63575" y="287"/>
                              <a:pt x="72242" y="1"/>
                            </a:cubicBezTo>
                            <a:cubicBezTo>
                              <a:pt x="75481" y="-94"/>
                              <a:pt x="75862" y="4574"/>
                              <a:pt x="73195" y="8383"/>
                            </a:cubicBezTo>
                            <a:cubicBezTo>
                              <a:pt x="70528" y="12193"/>
                              <a:pt x="67384" y="13432"/>
                              <a:pt x="64146" y="14860"/>
                            </a:cubicBezTo>
                            <a:cubicBezTo>
                              <a:pt x="54145" y="19242"/>
                              <a:pt x="44905" y="25148"/>
                              <a:pt x="35000" y="32101"/>
                            </a:cubicBezTo>
                            <a:cubicBezTo>
                              <a:pt x="28808" y="36387"/>
                              <a:pt x="2234" y="64009"/>
                              <a:pt x="138" y="53913"/>
                            </a:cubicBezTo>
                            <a:cubicBezTo>
                              <a:pt x="-1862" y="43912"/>
                              <a:pt x="18426" y="23909"/>
                              <a:pt x="26618" y="18099"/>
                            </a:cubicBezTo>
                            <a:cubicBezTo>
                              <a:pt x="34809" y="12193"/>
                              <a:pt x="40619" y="11908"/>
                              <a:pt x="47573" y="838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83" name="Graphique 1">
                      <a:extLst>
                        <a:ext uri="{FF2B5EF4-FFF2-40B4-BE49-F238E27FC236}">
                          <a16:creationId xmlns:a16="http://schemas.microsoft.com/office/drawing/2014/main" id="{F715CDF0-CEEE-451F-B4DA-77D42FA53E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00588" y="2653946"/>
                      <a:ext cx="144399" cy="166832"/>
                      <a:chOff x="6100588" y="2653946"/>
                      <a:chExt cx="144399" cy="166832"/>
                    </a:xfrm>
                    <a:solidFill>
                      <a:schemeClr val="accent1"/>
                    </a:solidFill>
                  </p:grpSpPr>
                  <p:sp>
                    <p:nvSpPr>
                      <p:cNvPr id="10649" name="Forme libre : forme 10648">
                        <a:extLst>
                          <a:ext uri="{FF2B5EF4-FFF2-40B4-BE49-F238E27FC236}">
                            <a16:creationId xmlns:a16="http://schemas.microsoft.com/office/drawing/2014/main" id="{9A57C6AD-C9BF-4161-8312-ACEAFDD82D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00588" y="2653946"/>
                        <a:ext cx="144399" cy="166832"/>
                      </a:xfrm>
                      <a:custGeom>
                        <a:avLst/>
                        <a:gdLst>
                          <a:gd name="connsiteX0" fmla="*/ 122003 w 144399"/>
                          <a:gd name="connsiteY0" fmla="*/ 77347 h 166832"/>
                          <a:gd name="connsiteX1" fmla="*/ 79522 w 144399"/>
                          <a:gd name="connsiteY1" fmla="*/ 131640 h 166832"/>
                          <a:gd name="connsiteX2" fmla="*/ 16561 w 144399"/>
                          <a:gd name="connsiteY2" fmla="*/ 166692 h 166832"/>
                          <a:gd name="connsiteX3" fmla="*/ 83 w 144399"/>
                          <a:gd name="connsiteY3" fmla="*/ 152785 h 166832"/>
                          <a:gd name="connsiteX4" fmla="*/ 20943 w 144399"/>
                          <a:gd name="connsiteY4" fmla="*/ 84110 h 166832"/>
                          <a:gd name="connsiteX5" fmla="*/ 62091 w 144399"/>
                          <a:gd name="connsiteY5" fmla="*/ 31818 h 166832"/>
                          <a:gd name="connsiteX6" fmla="*/ 94381 w 144399"/>
                          <a:gd name="connsiteY6" fmla="*/ 7148 h 166832"/>
                          <a:gd name="connsiteX7" fmla="*/ 128290 w 144399"/>
                          <a:gd name="connsiteY7" fmla="*/ 4 h 166832"/>
                          <a:gd name="connsiteX8" fmla="*/ 144387 w 144399"/>
                          <a:gd name="connsiteY8" fmla="*/ 13625 h 166832"/>
                          <a:gd name="connsiteX9" fmla="*/ 142672 w 144399"/>
                          <a:gd name="connsiteY9" fmla="*/ 29246 h 166832"/>
                          <a:gd name="connsiteX10" fmla="*/ 139339 w 144399"/>
                          <a:gd name="connsiteY10" fmla="*/ 44295 h 166832"/>
                          <a:gd name="connsiteX11" fmla="*/ 122003 w 144399"/>
                          <a:gd name="connsiteY11" fmla="*/ 77347 h 166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44399" h="166832">
                            <a:moveTo>
                              <a:pt x="122003" y="77347"/>
                            </a:moveTo>
                            <a:cubicBezTo>
                              <a:pt x="112573" y="90206"/>
                              <a:pt x="90761" y="118495"/>
                              <a:pt x="79522" y="131640"/>
                            </a:cubicBezTo>
                            <a:cubicBezTo>
                              <a:pt x="58376" y="156119"/>
                              <a:pt x="39612" y="163167"/>
                              <a:pt x="16561" y="166692"/>
                            </a:cubicBezTo>
                            <a:cubicBezTo>
                              <a:pt x="8561" y="167930"/>
                              <a:pt x="369" y="160786"/>
                              <a:pt x="83" y="152785"/>
                            </a:cubicBezTo>
                            <a:cubicBezTo>
                              <a:pt x="-679" y="129830"/>
                              <a:pt x="3607" y="109351"/>
                              <a:pt x="20943" y="84110"/>
                            </a:cubicBezTo>
                            <a:cubicBezTo>
                              <a:pt x="30182" y="70680"/>
                              <a:pt x="50470" y="44676"/>
                              <a:pt x="62091" y="31818"/>
                            </a:cubicBezTo>
                            <a:cubicBezTo>
                              <a:pt x="72854" y="19721"/>
                              <a:pt x="83332" y="12101"/>
                              <a:pt x="94381" y="7148"/>
                            </a:cubicBezTo>
                            <a:cubicBezTo>
                              <a:pt x="105144" y="2290"/>
                              <a:pt x="116860" y="4"/>
                              <a:pt x="128290" y="4"/>
                            </a:cubicBezTo>
                            <a:cubicBezTo>
                              <a:pt x="136291" y="-187"/>
                              <a:pt x="144768" y="6195"/>
                              <a:pt x="144387" y="13625"/>
                            </a:cubicBezTo>
                            <a:cubicBezTo>
                              <a:pt x="144196" y="19054"/>
                              <a:pt x="143625" y="24198"/>
                              <a:pt x="142672" y="29246"/>
                            </a:cubicBezTo>
                            <a:cubicBezTo>
                              <a:pt x="142006" y="34485"/>
                              <a:pt x="140958" y="39057"/>
                              <a:pt x="139339" y="44295"/>
                            </a:cubicBezTo>
                            <a:cubicBezTo>
                              <a:pt x="136195" y="54392"/>
                              <a:pt x="130766" y="65250"/>
                              <a:pt x="122003" y="7734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50" name="Forme libre : forme 10649">
                        <a:extLst>
                          <a:ext uri="{FF2B5EF4-FFF2-40B4-BE49-F238E27FC236}">
                            <a16:creationId xmlns:a16="http://schemas.microsoft.com/office/drawing/2014/main" id="{6ABA3600-4B92-4ACB-86FC-C0B4C2A07D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07624" y="2667000"/>
                        <a:ext cx="137255" cy="153613"/>
                      </a:xfrm>
                      <a:custGeom>
                        <a:avLst/>
                        <a:gdLst>
                          <a:gd name="connsiteX0" fmla="*/ 57626 w 137255"/>
                          <a:gd name="connsiteY0" fmla="*/ 93536 h 153613"/>
                          <a:gd name="connsiteX1" fmla="*/ 0 w 137255"/>
                          <a:gd name="connsiteY1" fmla="*/ 151257 h 153613"/>
                          <a:gd name="connsiteX2" fmla="*/ 9335 w 137255"/>
                          <a:gd name="connsiteY2" fmla="*/ 153448 h 153613"/>
                          <a:gd name="connsiteX3" fmla="*/ 20955 w 137255"/>
                          <a:gd name="connsiteY3" fmla="*/ 151257 h 153613"/>
                          <a:gd name="connsiteX4" fmla="*/ 52197 w 137255"/>
                          <a:gd name="connsiteY4" fmla="*/ 137255 h 153613"/>
                          <a:gd name="connsiteX5" fmla="*/ 72295 w 137255"/>
                          <a:gd name="connsiteY5" fmla="*/ 118396 h 153613"/>
                          <a:gd name="connsiteX6" fmla="*/ 79534 w 137255"/>
                          <a:gd name="connsiteY6" fmla="*/ 109728 h 153613"/>
                          <a:gd name="connsiteX7" fmla="*/ 111919 w 137255"/>
                          <a:gd name="connsiteY7" fmla="*/ 68104 h 153613"/>
                          <a:gd name="connsiteX8" fmla="*/ 114871 w 137255"/>
                          <a:gd name="connsiteY8" fmla="*/ 64008 h 153613"/>
                          <a:gd name="connsiteX9" fmla="*/ 128874 w 137255"/>
                          <a:gd name="connsiteY9" fmla="*/ 40005 h 153613"/>
                          <a:gd name="connsiteX10" fmla="*/ 136398 w 137255"/>
                          <a:gd name="connsiteY10" fmla="*/ 10382 h 153613"/>
                          <a:gd name="connsiteX11" fmla="*/ 137256 w 137255"/>
                          <a:gd name="connsiteY11" fmla="*/ 381 h 153613"/>
                          <a:gd name="connsiteX12" fmla="*/ 137256 w 137255"/>
                          <a:gd name="connsiteY12" fmla="*/ 0 h 153613"/>
                          <a:gd name="connsiteX13" fmla="*/ 94869 w 137255"/>
                          <a:gd name="connsiteY13" fmla="*/ 44101 h 153613"/>
                          <a:gd name="connsiteX14" fmla="*/ 57626 w 137255"/>
                          <a:gd name="connsiteY14" fmla="*/ 93536 h 1536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37255" h="153613">
                            <a:moveTo>
                              <a:pt x="57626" y="93536"/>
                            </a:moveTo>
                            <a:cubicBezTo>
                              <a:pt x="41624" y="116872"/>
                              <a:pt x="22289" y="140684"/>
                              <a:pt x="0" y="151257"/>
                            </a:cubicBezTo>
                            <a:cubicBezTo>
                              <a:pt x="2763" y="153067"/>
                              <a:pt x="6096" y="154019"/>
                              <a:pt x="9335" y="153448"/>
                            </a:cubicBezTo>
                            <a:cubicBezTo>
                              <a:pt x="13335" y="152781"/>
                              <a:pt x="17145" y="152114"/>
                              <a:pt x="20955" y="151257"/>
                            </a:cubicBezTo>
                            <a:cubicBezTo>
                              <a:pt x="31814" y="148590"/>
                              <a:pt x="42006" y="144589"/>
                              <a:pt x="52197" y="137255"/>
                            </a:cubicBezTo>
                            <a:cubicBezTo>
                              <a:pt x="58770" y="132493"/>
                              <a:pt x="65437" y="126397"/>
                              <a:pt x="72295" y="118396"/>
                            </a:cubicBezTo>
                            <a:cubicBezTo>
                              <a:pt x="74390" y="115919"/>
                              <a:pt x="76771" y="112966"/>
                              <a:pt x="79534" y="109728"/>
                            </a:cubicBezTo>
                            <a:cubicBezTo>
                              <a:pt x="89916" y="96869"/>
                              <a:pt x="103442" y="79153"/>
                              <a:pt x="111919" y="68104"/>
                            </a:cubicBezTo>
                            <a:cubicBezTo>
                              <a:pt x="112967" y="66675"/>
                              <a:pt x="114015" y="65246"/>
                              <a:pt x="114871" y="64008"/>
                            </a:cubicBezTo>
                            <a:cubicBezTo>
                              <a:pt x="121063" y="55340"/>
                              <a:pt x="125635" y="47530"/>
                              <a:pt x="128874" y="40005"/>
                            </a:cubicBezTo>
                            <a:cubicBezTo>
                              <a:pt x="133350" y="29718"/>
                              <a:pt x="134779" y="20384"/>
                              <a:pt x="136398" y="10382"/>
                            </a:cubicBezTo>
                            <a:cubicBezTo>
                              <a:pt x="136779" y="7144"/>
                              <a:pt x="137065" y="3810"/>
                              <a:pt x="137256" y="381"/>
                            </a:cubicBezTo>
                            <a:lnTo>
                              <a:pt x="137256" y="0"/>
                            </a:lnTo>
                            <a:cubicBezTo>
                              <a:pt x="121730" y="12859"/>
                              <a:pt x="108299" y="28099"/>
                              <a:pt x="94869" y="44101"/>
                            </a:cubicBezTo>
                            <a:cubicBezTo>
                              <a:pt x="81629" y="60293"/>
                              <a:pt x="69152" y="76867"/>
                              <a:pt x="57626" y="9353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51" name="Forme libre : forme 10650">
                        <a:extLst>
                          <a:ext uri="{FF2B5EF4-FFF2-40B4-BE49-F238E27FC236}">
                            <a16:creationId xmlns:a16="http://schemas.microsoft.com/office/drawing/2014/main" id="{E4E91B48-F387-4E51-8F21-7F44C17DE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49869" y="2686096"/>
                        <a:ext cx="64831" cy="76523"/>
                      </a:xfrm>
                      <a:custGeom>
                        <a:avLst/>
                        <a:gdLst>
                          <a:gd name="connsiteX0" fmla="*/ 63292 w 64831"/>
                          <a:gd name="connsiteY0" fmla="*/ 1001 h 76523"/>
                          <a:gd name="connsiteX1" fmla="*/ 41099 w 64831"/>
                          <a:gd name="connsiteY1" fmla="*/ 47293 h 76523"/>
                          <a:gd name="connsiteX2" fmla="*/ 2237 w 64831"/>
                          <a:gd name="connsiteY2" fmla="*/ 75486 h 76523"/>
                          <a:gd name="connsiteX3" fmla="*/ 21477 w 64831"/>
                          <a:gd name="connsiteY3" fmla="*/ 32148 h 76523"/>
                          <a:gd name="connsiteX4" fmla="*/ 63292 w 64831"/>
                          <a:gd name="connsiteY4" fmla="*/ 1001 h 765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831" h="76523">
                            <a:moveTo>
                              <a:pt x="63292" y="1001"/>
                            </a:moveTo>
                            <a:cubicBezTo>
                              <a:pt x="70817" y="7383"/>
                              <a:pt x="48719" y="37101"/>
                              <a:pt x="41099" y="47293"/>
                            </a:cubicBezTo>
                            <a:cubicBezTo>
                              <a:pt x="33288" y="57103"/>
                              <a:pt x="11191" y="81868"/>
                              <a:pt x="2237" y="75486"/>
                            </a:cubicBezTo>
                            <a:cubicBezTo>
                              <a:pt x="-6716" y="69105"/>
                              <a:pt x="13572" y="41196"/>
                              <a:pt x="21477" y="32148"/>
                            </a:cubicBezTo>
                            <a:cubicBezTo>
                              <a:pt x="29002" y="22813"/>
                              <a:pt x="55291" y="-5666"/>
                              <a:pt x="63292" y="100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52" name="Forme libre : forme 10651">
                        <a:extLst>
                          <a:ext uri="{FF2B5EF4-FFF2-40B4-BE49-F238E27FC236}">
                            <a16:creationId xmlns:a16="http://schemas.microsoft.com/office/drawing/2014/main" id="{5E6616B8-9D4C-4BC2-907B-5CC4B9EE22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49401" y="2716053"/>
                        <a:ext cx="53377" cy="46280"/>
                      </a:xfrm>
                      <a:custGeom>
                        <a:avLst/>
                        <a:gdLst>
                          <a:gd name="connsiteX0" fmla="*/ 7182 w 53377"/>
                          <a:gd name="connsiteY0" fmla="*/ 23336 h 46280"/>
                          <a:gd name="connsiteX1" fmla="*/ 2419 w 53377"/>
                          <a:gd name="connsiteY1" fmla="*/ 45815 h 46280"/>
                          <a:gd name="connsiteX2" fmla="*/ 41948 w 53377"/>
                          <a:gd name="connsiteY2" fmla="*/ 16859 h 46280"/>
                          <a:gd name="connsiteX3" fmla="*/ 53378 w 53377"/>
                          <a:gd name="connsiteY3" fmla="*/ 0 h 46280"/>
                          <a:gd name="connsiteX4" fmla="*/ 46044 w 53377"/>
                          <a:gd name="connsiteY4" fmla="*/ 8001 h 46280"/>
                          <a:gd name="connsiteX5" fmla="*/ 7182 w 53377"/>
                          <a:gd name="connsiteY5" fmla="*/ 23336 h 462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3377" h="46280">
                            <a:moveTo>
                              <a:pt x="7182" y="23336"/>
                            </a:moveTo>
                            <a:cubicBezTo>
                              <a:pt x="4991" y="29337"/>
                              <a:pt x="-4344" y="43434"/>
                              <a:pt x="2419" y="45815"/>
                            </a:cubicBezTo>
                            <a:cubicBezTo>
                              <a:pt x="13373" y="49625"/>
                              <a:pt x="31946" y="29146"/>
                              <a:pt x="41948" y="16859"/>
                            </a:cubicBezTo>
                            <a:cubicBezTo>
                              <a:pt x="44805" y="13145"/>
                              <a:pt x="50806" y="4667"/>
                              <a:pt x="53378" y="0"/>
                            </a:cubicBezTo>
                            <a:cubicBezTo>
                              <a:pt x="51378" y="2286"/>
                              <a:pt x="48234" y="6191"/>
                              <a:pt x="46044" y="8001"/>
                            </a:cubicBezTo>
                            <a:cubicBezTo>
                              <a:pt x="33185" y="18288"/>
                              <a:pt x="17278" y="30004"/>
                              <a:pt x="7182" y="2333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53" name="Forme libre : forme 10652">
                        <a:extLst>
                          <a:ext uri="{FF2B5EF4-FFF2-40B4-BE49-F238E27FC236}">
                            <a16:creationId xmlns:a16="http://schemas.microsoft.com/office/drawing/2014/main" id="{84C1315C-ADFC-4035-A340-169BA106E8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54988" y="2683274"/>
                        <a:ext cx="64383" cy="76865"/>
                      </a:xfrm>
                      <a:custGeom>
                        <a:avLst/>
                        <a:gdLst>
                          <a:gd name="connsiteX0" fmla="*/ 63507 w 64383"/>
                          <a:gd name="connsiteY0" fmla="*/ 1633 h 76865"/>
                          <a:gd name="connsiteX1" fmla="*/ 41123 w 64383"/>
                          <a:gd name="connsiteY1" fmla="*/ 48305 h 76865"/>
                          <a:gd name="connsiteX2" fmla="*/ 2452 w 64383"/>
                          <a:gd name="connsiteY2" fmla="*/ 75928 h 76865"/>
                          <a:gd name="connsiteX3" fmla="*/ 21692 w 64383"/>
                          <a:gd name="connsiteY3" fmla="*/ 32779 h 76865"/>
                          <a:gd name="connsiteX4" fmla="*/ 42933 w 64383"/>
                          <a:gd name="connsiteY4" fmla="*/ 10301 h 76865"/>
                          <a:gd name="connsiteX5" fmla="*/ 63507 w 64383"/>
                          <a:gd name="connsiteY5" fmla="*/ 1633 h 768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4383" h="76865">
                            <a:moveTo>
                              <a:pt x="63507" y="1633"/>
                            </a:moveTo>
                            <a:cubicBezTo>
                              <a:pt x="68746" y="10396"/>
                              <a:pt x="49124" y="37256"/>
                              <a:pt x="41123" y="48305"/>
                            </a:cubicBezTo>
                            <a:cubicBezTo>
                              <a:pt x="32932" y="59068"/>
                              <a:pt x="11977" y="81738"/>
                              <a:pt x="2452" y="75928"/>
                            </a:cubicBezTo>
                            <a:cubicBezTo>
                              <a:pt x="-7264" y="70022"/>
                              <a:pt x="14548" y="41447"/>
                              <a:pt x="21692" y="32779"/>
                            </a:cubicBezTo>
                            <a:cubicBezTo>
                              <a:pt x="25216" y="28493"/>
                              <a:pt x="33980" y="18206"/>
                              <a:pt x="42933" y="10301"/>
                            </a:cubicBezTo>
                            <a:cubicBezTo>
                              <a:pt x="51791" y="2490"/>
                              <a:pt x="60745" y="-2844"/>
                              <a:pt x="63507" y="163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54" name="Forme libre : forme 10653">
                        <a:extLst>
                          <a:ext uri="{FF2B5EF4-FFF2-40B4-BE49-F238E27FC236}">
                            <a16:creationId xmlns:a16="http://schemas.microsoft.com/office/drawing/2014/main" id="{E99E99E8-797E-4177-9D29-3DB9603556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17490" y="2711777"/>
                        <a:ext cx="94916" cy="86578"/>
                      </a:xfrm>
                      <a:custGeom>
                        <a:avLst/>
                        <a:gdLst>
                          <a:gd name="connsiteX0" fmla="*/ 7946 w 94916"/>
                          <a:gd name="connsiteY0" fmla="*/ 85619 h 86578"/>
                          <a:gd name="connsiteX1" fmla="*/ 24996 w 94916"/>
                          <a:gd name="connsiteY1" fmla="*/ 83428 h 86578"/>
                          <a:gd name="connsiteX2" fmla="*/ 64811 w 94916"/>
                          <a:gd name="connsiteY2" fmla="*/ 58759 h 86578"/>
                          <a:gd name="connsiteX3" fmla="*/ 91385 w 94916"/>
                          <a:gd name="connsiteY3" fmla="*/ 21326 h 86578"/>
                          <a:gd name="connsiteX4" fmla="*/ 90909 w 94916"/>
                          <a:gd name="connsiteY4" fmla="*/ 180 h 86578"/>
                          <a:gd name="connsiteX5" fmla="*/ 77098 w 94916"/>
                          <a:gd name="connsiteY5" fmla="*/ 7895 h 86578"/>
                          <a:gd name="connsiteX6" fmla="*/ 40712 w 94916"/>
                          <a:gd name="connsiteY6" fmla="*/ 31136 h 86578"/>
                          <a:gd name="connsiteX7" fmla="*/ 5279 w 94916"/>
                          <a:gd name="connsiteY7" fmla="*/ 55711 h 86578"/>
                          <a:gd name="connsiteX8" fmla="*/ 7946 w 94916"/>
                          <a:gd name="connsiteY8" fmla="*/ 85619 h 865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916" h="86578">
                            <a:moveTo>
                              <a:pt x="7946" y="85619"/>
                            </a:moveTo>
                            <a:cubicBezTo>
                              <a:pt x="14518" y="87429"/>
                              <a:pt x="17471" y="86667"/>
                              <a:pt x="24996" y="83428"/>
                            </a:cubicBezTo>
                            <a:cubicBezTo>
                              <a:pt x="39379" y="77142"/>
                              <a:pt x="51190" y="71903"/>
                              <a:pt x="64811" y="58759"/>
                            </a:cubicBezTo>
                            <a:cubicBezTo>
                              <a:pt x="76145" y="47805"/>
                              <a:pt x="86147" y="33518"/>
                              <a:pt x="91385" y="21326"/>
                            </a:cubicBezTo>
                            <a:cubicBezTo>
                              <a:pt x="95195" y="12182"/>
                              <a:pt x="97101" y="2180"/>
                              <a:pt x="90909" y="180"/>
                            </a:cubicBezTo>
                            <a:cubicBezTo>
                              <a:pt x="87004" y="-1058"/>
                              <a:pt x="82051" y="4371"/>
                              <a:pt x="77098" y="7895"/>
                            </a:cubicBezTo>
                            <a:cubicBezTo>
                              <a:pt x="65287" y="16087"/>
                              <a:pt x="54428" y="24754"/>
                              <a:pt x="40712" y="31136"/>
                            </a:cubicBezTo>
                            <a:cubicBezTo>
                              <a:pt x="29092" y="36566"/>
                              <a:pt x="14423" y="40947"/>
                              <a:pt x="5279" y="55711"/>
                            </a:cubicBezTo>
                            <a:cubicBezTo>
                              <a:pt x="-3007" y="69046"/>
                              <a:pt x="-1102" y="83143"/>
                              <a:pt x="7946" y="8561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55" name="Forme libre : forme 10654">
                        <a:extLst>
                          <a:ext uri="{FF2B5EF4-FFF2-40B4-BE49-F238E27FC236}">
                            <a16:creationId xmlns:a16="http://schemas.microsoft.com/office/drawing/2014/main" id="{0BDB036B-5C6C-4D71-8706-87FE4AA57B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30602" y="2736640"/>
                        <a:ext cx="20651" cy="36046"/>
                      </a:xfrm>
                      <a:custGeom>
                        <a:avLst/>
                        <a:gdLst>
                          <a:gd name="connsiteX0" fmla="*/ 549 w 20651"/>
                          <a:gd name="connsiteY0" fmla="*/ 30943 h 36046"/>
                          <a:gd name="connsiteX1" fmla="*/ 358 w 20651"/>
                          <a:gd name="connsiteY1" fmla="*/ 35420 h 36046"/>
                          <a:gd name="connsiteX2" fmla="*/ 4073 w 20651"/>
                          <a:gd name="connsiteY2" fmla="*/ 34563 h 36046"/>
                          <a:gd name="connsiteX3" fmla="*/ 8550 w 20651"/>
                          <a:gd name="connsiteY3" fmla="*/ 28943 h 36046"/>
                          <a:gd name="connsiteX4" fmla="*/ 17599 w 20651"/>
                          <a:gd name="connsiteY4" fmla="*/ 13703 h 36046"/>
                          <a:gd name="connsiteX5" fmla="*/ 20171 w 20651"/>
                          <a:gd name="connsiteY5" fmla="*/ 7798 h 36046"/>
                          <a:gd name="connsiteX6" fmla="*/ 11217 w 20651"/>
                          <a:gd name="connsiteY6" fmla="*/ 5607 h 36046"/>
                          <a:gd name="connsiteX7" fmla="*/ 549 w 20651"/>
                          <a:gd name="connsiteY7" fmla="*/ 30943 h 360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0651" h="36046">
                            <a:moveTo>
                              <a:pt x="549" y="30943"/>
                            </a:moveTo>
                            <a:cubicBezTo>
                              <a:pt x="73" y="32849"/>
                              <a:pt x="-308" y="34182"/>
                              <a:pt x="358" y="35420"/>
                            </a:cubicBezTo>
                            <a:cubicBezTo>
                              <a:pt x="930" y="36658"/>
                              <a:pt x="2549" y="35896"/>
                              <a:pt x="4073" y="34563"/>
                            </a:cubicBezTo>
                            <a:cubicBezTo>
                              <a:pt x="5597" y="33229"/>
                              <a:pt x="7312" y="30848"/>
                              <a:pt x="8550" y="28943"/>
                            </a:cubicBezTo>
                            <a:cubicBezTo>
                              <a:pt x="11693" y="23990"/>
                              <a:pt x="15027" y="18751"/>
                              <a:pt x="17599" y="13703"/>
                            </a:cubicBezTo>
                            <a:cubicBezTo>
                              <a:pt x="18646" y="11608"/>
                              <a:pt x="19695" y="9703"/>
                              <a:pt x="20171" y="7798"/>
                            </a:cubicBezTo>
                            <a:cubicBezTo>
                              <a:pt x="22171" y="-299"/>
                              <a:pt x="17694" y="-3727"/>
                              <a:pt x="11217" y="5607"/>
                            </a:cubicBezTo>
                            <a:cubicBezTo>
                              <a:pt x="6073" y="12941"/>
                              <a:pt x="2454" y="23228"/>
                              <a:pt x="549" y="3094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56" name="Forme libre : forme 10655">
                        <a:extLst>
                          <a:ext uri="{FF2B5EF4-FFF2-40B4-BE49-F238E27FC236}">
                            <a16:creationId xmlns:a16="http://schemas.microsoft.com/office/drawing/2014/main" id="{B342471B-3041-49B3-BF6F-52EE0FDB3A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2686" y="2667381"/>
                        <a:ext cx="18704" cy="61055"/>
                      </a:xfrm>
                      <a:custGeom>
                        <a:avLst/>
                        <a:gdLst>
                          <a:gd name="connsiteX0" fmla="*/ 18288 w 18704"/>
                          <a:gd name="connsiteY0" fmla="*/ 0 h 61055"/>
                          <a:gd name="connsiteX1" fmla="*/ 17526 w 18704"/>
                          <a:gd name="connsiteY1" fmla="*/ 13621 h 61055"/>
                          <a:gd name="connsiteX2" fmla="*/ 13049 w 18704"/>
                          <a:gd name="connsiteY2" fmla="*/ 29432 h 61055"/>
                          <a:gd name="connsiteX3" fmla="*/ 0 w 18704"/>
                          <a:gd name="connsiteY3" fmla="*/ 61055 h 61055"/>
                          <a:gd name="connsiteX4" fmla="*/ 18288 w 18704"/>
                          <a:gd name="connsiteY4" fmla="*/ 0 h 610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704" h="61055">
                            <a:moveTo>
                              <a:pt x="18288" y="0"/>
                            </a:moveTo>
                            <a:cubicBezTo>
                              <a:pt x="19145" y="4000"/>
                              <a:pt x="18574" y="8668"/>
                              <a:pt x="17526" y="13621"/>
                            </a:cubicBezTo>
                            <a:cubicBezTo>
                              <a:pt x="16573" y="18764"/>
                              <a:pt x="14954" y="23717"/>
                              <a:pt x="13049" y="29432"/>
                            </a:cubicBezTo>
                            <a:cubicBezTo>
                              <a:pt x="9239" y="40291"/>
                              <a:pt x="4096" y="52102"/>
                              <a:pt x="0" y="61055"/>
                            </a:cubicBezTo>
                            <a:cubicBezTo>
                              <a:pt x="9049" y="41148"/>
                              <a:pt x="13621" y="17907"/>
                              <a:pt x="1828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57" name="Forme libre : forme 10656">
                        <a:extLst>
                          <a:ext uri="{FF2B5EF4-FFF2-40B4-BE49-F238E27FC236}">
                            <a16:creationId xmlns:a16="http://schemas.microsoft.com/office/drawing/2014/main" id="{67470FC7-10BD-47D2-8E82-07C4654343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02957" y="2737675"/>
                        <a:ext cx="21812" cy="69151"/>
                      </a:xfrm>
                      <a:custGeom>
                        <a:avLst/>
                        <a:gdLst>
                          <a:gd name="connsiteX0" fmla="*/ 21812 w 21812"/>
                          <a:gd name="connsiteY0" fmla="*/ 0 h 69151"/>
                          <a:gd name="connsiteX1" fmla="*/ 0 w 21812"/>
                          <a:gd name="connsiteY1" fmla="*/ 69151 h 69151"/>
                          <a:gd name="connsiteX2" fmla="*/ 21812 w 21812"/>
                          <a:gd name="connsiteY2" fmla="*/ 0 h 691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1812" h="69151">
                            <a:moveTo>
                              <a:pt x="21812" y="0"/>
                            </a:moveTo>
                            <a:cubicBezTo>
                              <a:pt x="6668" y="22384"/>
                              <a:pt x="1238" y="47911"/>
                              <a:pt x="0" y="69151"/>
                            </a:cubicBezTo>
                            <a:cubicBezTo>
                              <a:pt x="95" y="49244"/>
                              <a:pt x="11525" y="20955"/>
                              <a:pt x="2181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58" name="Forme libre : forme 10657">
                        <a:extLst>
                          <a:ext uri="{FF2B5EF4-FFF2-40B4-BE49-F238E27FC236}">
                            <a16:creationId xmlns:a16="http://schemas.microsoft.com/office/drawing/2014/main" id="{FC39A6FA-EBB1-4A49-AD41-6BA9BB4E10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70760" y="2700839"/>
                        <a:ext cx="25727" cy="26818"/>
                      </a:xfrm>
                      <a:custGeom>
                        <a:avLst/>
                        <a:gdLst>
                          <a:gd name="connsiteX0" fmla="*/ 25637 w 25727"/>
                          <a:gd name="connsiteY0" fmla="*/ 1022 h 26818"/>
                          <a:gd name="connsiteX1" fmla="*/ 13540 w 25727"/>
                          <a:gd name="connsiteY1" fmla="*/ 18262 h 26818"/>
                          <a:gd name="connsiteX2" fmla="*/ 110 w 25727"/>
                          <a:gd name="connsiteY2" fmla="*/ 25596 h 26818"/>
                          <a:gd name="connsiteX3" fmla="*/ 11445 w 25727"/>
                          <a:gd name="connsiteY3" fmla="*/ 9309 h 26818"/>
                          <a:gd name="connsiteX4" fmla="*/ 25637 w 25727"/>
                          <a:gd name="connsiteY4" fmla="*/ 1022 h 268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727" h="26818">
                            <a:moveTo>
                              <a:pt x="25637" y="1022"/>
                            </a:moveTo>
                            <a:cubicBezTo>
                              <a:pt x="26780" y="5022"/>
                              <a:pt x="16684" y="15119"/>
                              <a:pt x="13540" y="18262"/>
                            </a:cubicBezTo>
                            <a:cubicBezTo>
                              <a:pt x="10398" y="21405"/>
                              <a:pt x="1349" y="29978"/>
                              <a:pt x="110" y="25596"/>
                            </a:cubicBezTo>
                            <a:cubicBezTo>
                              <a:pt x="-1128" y="21310"/>
                              <a:pt x="8397" y="12071"/>
                              <a:pt x="11445" y="9309"/>
                            </a:cubicBezTo>
                            <a:cubicBezTo>
                              <a:pt x="14398" y="6261"/>
                              <a:pt x="24399" y="-3074"/>
                              <a:pt x="25637" y="102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59" name="Forme libre : forme 10658">
                        <a:extLst>
                          <a:ext uri="{FF2B5EF4-FFF2-40B4-BE49-F238E27FC236}">
                            <a16:creationId xmlns:a16="http://schemas.microsoft.com/office/drawing/2014/main" id="{C7AA11E2-8B1E-4150-A6A9-1E5FF3DB78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92360" y="2696826"/>
                        <a:ext cx="7298" cy="8003"/>
                      </a:xfrm>
                      <a:custGeom>
                        <a:avLst/>
                        <a:gdLst>
                          <a:gd name="connsiteX0" fmla="*/ 6894 w 7298"/>
                          <a:gd name="connsiteY0" fmla="*/ 82 h 8003"/>
                          <a:gd name="connsiteX1" fmla="*/ 5180 w 7298"/>
                          <a:gd name="connsiteY1" fmla="*/ 4749 h 8003"/>
                          <a:gd name="connsiteX2" fmla="*/ 418 w 7298"/>
                          <a:gd name="connsiteY2" fmla="*/ 7892 h 8003"/>
                          <a:gd name="connsiteX3" fmla="*/ 2037 w 7298"/>
                          <a:gd name="connsiteY3" fmla="*/ 3320 h 8003"/>
                          <a:gd name="connsiteX4" fmla="*/ 6894 w 7298"/>
                          <a:gd name="connsiteY4" fmla="*/ 82 h 8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298" h="8003">
                            <a:moveTo>
                              <a:pt x="6894" y="82"/>
                            </a:moveTo>
                            <a:cubicBezTo>
                              <a:pt x="8133" y="653"/>
                              <a:pt x="6228" y="3415"/>
                              <a:pt x="5180" y="4749"/>
                            </a:cubicBezTo>
                            <a:cubicBezTo>
                              <a:pt x="4037" y="6082"/>
                              <a:pt x="1656" y="8559"/>
                              <a:pt x="418" y="7892"/>
                            </a:cubicBezTo>
                            <a:cubicBezTo>
                              <a:pt x="-821" y="7225"/>
                              <a:pt x="989" y="4654"/>
                              <a:pt x="2037" y="3320"/>
                            </a:cubicBezTo>
                            <a:cubicBezTo>
                              <a:pt x="3085" y="2082"/>
                              <a:pt x="5561" y="-490"/>
                              <a:pt x="6894" y="8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60" name="Forme libre : forme 10659">
                        <a:extLst>
                          <a:ext uri="{FF2B5EF4-FFF2-40B4-BE49-F238E27FC236}">
                            <a16:creationId xmlns:a16="http://schemas.microsoft.com/office/drawing/2014/main" id="{B487A141-8FE1-4338-BBFC-3FD66BCEC2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53904" y="2663239"/>
                        <a:ext cx="79856" cy="51888"/>
                      </a:xfrm>
                      <a:custGeom>
                        <a:avLst/>
                        <a:gdLst>
                          <a:gd name="connsiteX0" fmla="*/ 51446 w 79856"/>
                          <a:gd name="connsiteY0" fmla="*/ 5475 h 51888"/>
                          <a:gd name="connsiteX1" fmla="*/ 77736 w 79856"/>
                          <a:gd name="connsiteY1" fmla="*/ 427 h 51888"/>
                          <a:gd name="connsiteX2" fmla="*/ 77069 w 79856"/>
                          <a:gd name="connsiteY2" fmla="*/ 8809 h 51888"/>
                          <a:gd name="connsiteX3" fmla="*/ 67163 w 79856"/>
                          <a:gd name="connsiteY3" fmla="*/ 13762 h 51888"/>
                          <a:gd name="connsiteX4" fmla="*/ 36302 w 79856"/>
                          <a:gd name="connsiteY4" fmla="*/ 28526 h 51888"/>
                          <a:gd name="connsiteX5" fmla="*/ 107 w 79856"/>
                          <a:gd name="connsiteY5" fmla="*/ 49671 h 51888"/>
                          <a:gd name="connsiteX6" fmla="*/ 28968 w 79856"/>
                          <a:gd name="connsiteY6" fmla="*/ 13857 h 51888"/>
                          <a:gd name="connsiteX7" fmla="*/ 51446 w 79856"/>
                          <a:gd name="connsiteY7" fmla="*/ 5475 h 5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9856" h="51888">
                            <a:moveTo>
                              <a:pt x="51446" y="5475"/>
                            </a:moveTo>
                            <a:cubicBezTo>
                              <a:pt x="61448" y="1665"/>
                              <a:pt x="69163" y="-1097"/>
                              <a:pt x="77736" y="427"/>
                            </a:cubicBezTo>
                            <a:cubicBezTo>
                              <a:pt x="80974" y="998"/>
                              <a:pt x="80307" y="5570"/>
                              <a:pt x="77069" y="8809"/>
                            </a:cubicBezTo>
                            <a:cubicBezTo>
                              <a:pt x="73925" y="12047"/>
                              <a:pt x="70592" y="12714"/>
                              <a:pt x="67163" y="13762"/>
                            </a:cubicBezTo>
                            <a:cubicBezTo>
                              <a:pt x="56685" y="16905"/>
                              <a:pt x="46779" y="22144"/>
                              <a:pt x="36302" y="28526"/>
                            </a:cubicBezTo>
                            <a:cubicBezTo>
                              <a:pt x="29539" y="32336"/>
                              <a:pt x="1821" y="59768"/>
                              <a:pt x="107" y="49671"/>
                            </a:cubicBezTo>
                            <a:cubicBezTo>
                              <a:pt x="-1703" y="39479"/>
                              <a:pt x="20014" y="19286"/>
                              <a:pt x="28968" y="13857"/>
                            </a:cubicBezTo>
                            <a:cubicBezTo>
                              <a:pt x="38016" y="8333"/>
                              <a:pt x="43731" y="8333"/>
                              <a:pt x="51446" y="547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84" name="Graphique 1">
                      <a:extLst>
                        <a:ext uri="{FF2B5EF4-FFF2-40B4-BE49-F238E27FC236}">
                          <a16:creationId xmlns:a16="http://schemas.microsoft.com/office/drawing/2014/main" id="{F627ABB7-B503-4A96-93B6-A1929D2156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37274" y="2545204"/>
                      <a:ext cx="188462" cy="119749"/>
                      <a:chOff x="6237274" y="2545204"/>
                      <a:chExt cx="188462" cy="119749"/>
                    </a:xfrm>
                    <a:solidFill>
                      <a:schemeClr val="accent1"/>
                    </a:solidFill>
                  </p:grpSpPr>
                  <p:sp>
                    <p:nvSpPr>
                      <p:cNvPr id="10637" name="Forme libre : forme 10636">
                        <a:extLst>
                          <a:ext uri="{FF2B5EF4-FFF2-40B4-BE49-F238E27FC236}">
                            <a16:creationId xmlns:a16="http://schemas.microsoft.com/office/drawing/2014/main" id="{3C8FB521-16BF-4C1A-9AE8-0064CA7899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37274" y="2545204"/>
                        <a:ext cx="188462" cy="119749"/>
                      </a:xfrm>
                      <a:custGeom>
                        <a:avLst/>
                        <a:gdLst>
                          <a:gd name="connsiteX0" fmla="*/ 139431 w 188462"/>
                          <a:gd name="connsiteY0" fmla="*/ 75218 h 119749"/>
                          <a:gd name="connsiteX1" fmla="*/ 81234 w 188462"/>
                          <a:gd name="connsiteY1" fmla="*/ 106174 h 119749"/>
                          <a:gd name="connsiteX2" fmla="*/ 13035 w 188462"/>
                          <a:gd name="connsiteY2" fmla="*/ 118652 h 119749"/>
                          <a:gd name="connsiteX3" fmla="*/ 271 w 188462"/>
                          <a:gd name="connsiteY3" fmla="*/ 101221 h 119749"/>
                          <a:gd name="connsiteX4" fmla="*/ 43801 w 188462"/>
                          <a:gd name="connsiteY4" fmla="*/ 40547 h 119749"/>
                          <a:gd name="connsiteX5" fmla="*/ 105142 w 188462"/>
                          <a:gd name="connsiteY5" fmla="*/ 8067 h 119749"/>
                          <a:gd name="connsiteX6" fmla="*/ 178008 w 188462"/>
                          <a:gd name="connsiteY6" fmla="*/ 7972 h 119749"/>
                          <a:gd name="connsiteX7" fmla="*/ 187533 w 188462"/>
                          <a:gd name="connsiteY7" fmla="*/ 26831 h 119749"/>
                          <a:gd name="connsiteX8" fmla="*/ 139431 w 188462"/>
                          <a:gd name="connsiteY8" fmla="*/ 75218 h 1197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88462" h="119749">
                            <a:moveTo>
                              <a:pt x="139431" y="75218"/>
                            </a:moveTo>
                            <a:cubicBezTo>
                              <a:pt x="125430" y="82648"/>
                              <a:pt x="95807" y="98459"/>
                              <a:pt x="81234" y="106174"/>
                            </a:cubicBezTo>
                            <a:cubicBezTo>
                              <a:pt x="54373" y="120367"/>
                              <a:pt x="36276" y="121129"/>
                              <a:pt x="13035" y="118652"/>
                            </a:cubicBezTo>
                            <a:cubicBezTo>
                              <a:pt x="5224" y="117986"/>
                              <a:pt x="-1443" y="109318"/>
                              <a:pt x="271" y="101221"/>
                            </a:cubicBezTo>
                            <a:cubicBezTo>
                              <a:pt x="5605" y="78743"/>
                              <a:pt x="16940" y="58645"/>
                              <a:pt x="43801" y="40547"/>
                            </a:cubicBezTo>
                            <a:cubicBezTo>
                              <a:pt x="58183" y="30927"/>
                              <a:pt x="88664" y="14544"/>
                              <a:pt x="105142" y="8067"/>
                            </a:cubicBezTo>
                            <a:cubicBezTo>
                              <a:pt x="135812" y="-4411"/>
                              <a:pt x="156672" y="-791"/>
                              <a:pt x="178008" y="7972"/>
                            </a:cubicBezTo>
                            <a:cubicBezTo>
                              <a:pt x="185437" y="10924"/>
                              <a:pt x="190676" y="20069"/>
                              <a:pt x="187533" y="26831"/>
                            </a:cubicBezTo>
                            <a:cubicBezTo>
                              <a:pt x="178198" y="46357"/>
                              <a:pt x="165244" y="61407"/>
                              <a:pt x="139431" y="7521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38" name="Forme libre : forme 10637">
                        <a:extLst>
                          <a:ext uri="{FF2B5EF4-FFF2-40B4-BE49-F238E27FC236}">
                            <a16:creationId xmlns:a16="http://schemas.microsoft.com/office/drawing/2014/main" id="{08ED42D1-B72C-4E04-A001-8B1463973E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41641" y="2571464"/>
                        <a:ext cx="183070" cy="93387"/>
                      </a:xfrm>
                      <a:custGeom>
                        <a:avLst/>
                        <a:gdLst>
                          <a:gd name="connsiteX0" fmla="*/ 72009 w 183070"/>
                          <a:gd name="connsiteY0" fmla="*/ 51435 h 93387"/>
                          <a:gd name="connsiteX1" fmla="*/ 0 w 183070"/>
                          <a:gd name="connsiteY1" fmla="*/ 88011 h 93387"/>
                          <a:gd name="connsiteX2" fmla="*/ 8477 w 183070"/>
                          <a:gd name="connsiteY2" fmla="*/ 92297 h 93387"/>
                          <a:gd name="connsiteX3" fmla="*/ 20098 w 183070"/>
                          <a:gd name="connsiteY3" fmla="*/ 93250 h 93387"/>
                          <a:gd name="connsiteX4" fmla="*/ 52769 w 183070"/>
                          <a:gd name="connsiteY4" fmla="*/ 89821 h 93387"/>
                          <a:gd name="connsiteX5" fmla="*/ 76676 w 183070"/>
                          <a:gd name="connsiteY5" fmla="*/ 79820 h 93387"/>
                          <a:gd name="connsiteX6" fmla="*/ 86011 w 183070"/>
                          <a:gd name="connsiteY6" fmla="*/ 74866 h 93387"/>
                          <a:gd name="connsiteX7" fmla="*/ 130493 w 183070"/>
                          <a:gd name="connsiteY7" fmla="*/ 51149 h 93387"/>
                          <a:gd name="connsiteX8" fmla="*/ 134779 w 183070"/>
                          <a:gd name="connsiteY8" fmla="*/ 48768 h 93387"/>
                          <a:gd name="connsiteX9" fmla="*/ 157829 w 183070"/>
                          <a:gd name="connsiteY9" fmla="*/ 33433 h 93387"/>
                          <a:gd name="connsiteX10" fmla="*/ 178213 w 183070"/>
                          <a:gd name="connsiteY10" fmla="*/ 9335 h 93387"/>
                          <a:gd name="connsiteX11" fmla="*/ 182975 w 183070"/>
                          <a:gd name="connsiteY11" fmla="*/ 381 h 93387"/>
                          <a:gd name="connsiteX12" fmla="*/ 183071 w 183070"/>
                          <a:gd name="connsiteY12" fmla="*/ 0 h 93387"/>
                          <a:gd name="connsiteX13" fmla="*/ 125539 w 183070"/>
                          <a:gd name="connsiteY13" fmla="*/ 22003 h 93387"/>
                          <a:gd name="connsiteX14" fmla="*/ 72009 w 183070"/>
                          <a:gd name="connsiteY14" fmla="*/ 51435 h 933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83070" h="93387">
                            <a:moveTo>
                              <a:pt x="72009" y="51435"/>
                            </a:moveTo>
                            <a:cubicBezTo>
                              <a:pt x="48578" y="66770"/>
                              <a:pt x="24003" y="82677"/>
                              <a:pt x="0" y="88011"/>
                            </a:cubicBezTo>
                            <a:cubicBezTo>
                              <a:pt x="2286" y="90392"/>
                              <a:pt x="5239" y="92012"/>
                              <a:pt x="8477" y="92297"/>
                            </a:cubicBezTo>
                            <a:cubicBezTo>
                              <a:pt x="12382" y="92583"/>
                              <a:pt x="16288" y="93059"/>
                              <a:pt x="20098" y="93250"/>
                            </a:cubicBezTo>
                            <a:cubicBezTo>
                              <a:pt x="30956" y="93726"/>
                              <a:pt x="41339" y="93059"/>
                              <a:pt x="52769" y="89821"/>
                            </a:cubicBezTo>
                            <a:cubicBezTo>
                              <a:pt x="60007" y="87535"/>
                              <a:pt x="68104" y="84677"/>
                              <a:pt x="76676" y="79820"/>
                            </a:cubicBezTo>
                            <a:cubicBezTo>
                              <a:pt x="79248" y="78296"/>
                              <a:pt x="82582" y="76771"/>
                              <a:pt x="86011" y="74866"/>
                            </a:cubicBezTo>
                            <a:cubicBezTo>
                              <a:pt x="99536" y="67151"/>
                              <a:pt x="118491" y="57436"/>
                              <a:pt x="130493" y="51149"/>
                            </a:cubicBezTo>
                            <a:cubicBezTo>
                              <a:pt x="132016" y="50292"/>
                              <a:pt x="133445" y="49530"/>
                              <a:pt x="134779" y="48768"/>
                            </a:cubicBezTo>
                            <a:cubicBezTo>
                              <a:pt x="144018" y="43910"/>
                              <a:pt x="151448" y="38767"/>
                              <a:pt x="157829" y="33433"/>
                            </a:cubicBezTo>
                            <a:cubicBezTo>
                              <a:pt x="166497" y="26194"/>
                              <a:pt x="172688" y="17812"/>
                              <a:pt x="178213" y="9335"/>
                            </a:cubicBezTo>
                            <a:cubicBezTo>
                              <a:pt x="179927" y="6477"/>
                              <a:pt x="181451" y="3524"/>
                              <a:pt x="182975" y="381"/>
                            </a:cubicBezTo>
                            <a:lnTo>
                              <a:pt x="183071" y="0"/>
                            </a:lnTo>
                            <a:cubicBezTo>
                              <a:pt x="163639" y="5905"/>
                              <a:pt x="144399" y="13811"/>
                              <a:pt x="125539" y="22003"/>
                            </a:cubicBezTo>
                            <a:cubicBezTo>
                              <a:pt x="106966" y="30861"/>
                              <a:pt x="88582" y="40196"/>
                              <a:pt x="72009" y="5143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39" name="Forme libre : forme 10638">
                        <a:extLst>
                          <a:ext uri="{FF2B5EF4-FFF2-40B4-BE49-F238E27FC236}">
                            <a16:creationId xmlns:a16="http://schemas.microsoft.com/office/drawing/2014/main" id="{E3600210-15F0-4CDC-89BA-99BB20338C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00262" y="2573356"/>
                        <a:ext cx="87541" cy="48396"/>
                      </a:xfrm>
                      <a:custGeom>
                        <a:avLst/>
                        <a:gdLst>
                          <a:gd name="connsiteX0" fmla="*/ 87207 w 87541"/>
                          <a:gd name="connsiteY0" fmla="*/ 3251 h 48396"/>
                          <a:gd name="connsiteX1" fmla="*/ 72824 w 87541"/>
                          <a:gd name="connsiteY1" fmla="*/ 20301 h 48396"/>
                          <a:gd name="connsiteX2" fmla="*/ 47297 w 87541"/>
                          <a:gd name="connsiteY2" fmla="*/ 35065 h 48396"/>
                          <a:gd name="connsiteX3" fmla="*/ 22151 w 87541"/>
                          <a:gd name="connsiteY3" fmla="*/ 45638 h 48396"/>
                          <a:gd name="connsiteX4" fmla="*/ 815 w 87541"/>
                          <a:gd name="connsiteY4" fmla="*/ 45352 h 48396"/>
                          <a:gd name="connsiteX5" fmla="*/ 11769 w 87541"/>
                          <a:gd name="connsiteY5" fmla="*/ 27445 h 48396"/>
                          <a:gd name="connsiteX6" fmla="*/ 35772 w 87541"/>
                          <a:gd name="connsiteY6" fmla="*/ 12967 h 48396"/>
                          <a:gd name="connsiteX7" fmla="*/ 63966 w 87541"/>
                          <a:gd name="connsiteY7" fmla="*/ 2394 h 48396"/>
                          <a:gd name="connsiteX8" fmla="*/ 87207 w 87541"/>
                          <a:gd name="connsiteY8" fmla="*/ 3251 h 483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541" h="48396">
                            <a:moveTo>
                              <a:pt x="87207" y="3251"/>
                            </a:moveTo>
                            <a:cubicBezTo>
                              <a:pt x="89208" y="7728"/>
                              <a:pt x="81968" y="14396"/>
                              <a:pt x="72824" y="20301"/>
                            </a:cubicBezTo>
                            <a:cubicBezTo>
                              <a:pt x="63681" y="26302"/>
                              <a:pt x="52917" y="32398"/>
                              <a:pt x="47297" y="35065"/>
                            </a:cubicBezTo>
                            <a:cubicBezTo>
                              <a:pt x="41868" y="38113"/>
                              <a:pt x="31581" y="42494"/>
                              <a:pt x="22151" y="45638"/>
                            </a:cubicBezTo>
                            <a:cubicBezTo>
                              <a:pt x="12817" y="48781"/>
                              <a:pt x="3863" y="49924"/>
                              <a:pt x="815" y="45352"/>
                            </a:cubicBezTo>
                            <a:cubicBezTo>
                              <a:pt x="-2233" y="40685"/>
                              <a:pt x="3673" y="33922"/>
                              <a:pt x="11769" y="27445"/>
                            </a:cubicBezTo>
                            <a:cubicBezTo>
                              <a:pt x="19865" y="20968"/>
                              <a:pt x="30438" y="15729"/>
                              <a:pt x="35772" y="12967"/>
                            </a:cubicBezTo>
                            <a:cubicBezTo>
                              <a:pt x="41297" y="10490"/>
                              <a:pt x="53013" y="5347"/>
                              <a:pt x="63966" y="2394"/>
                            </a:cubicBezTo>
                            <a:cubicBezTo>
                              <a:pt x="75111" y="-368"/>
                              <a:pt x="85112" y="-1511"/>
                              <a:pt x="87207" y="325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40" name="Forme libre : forme 10639">
                        <a:extLst>
                          <a:ext uri="{FF2B5EF4-FFF2-40B4-BE49-F238E27FC236}">
                            <a16:creationId xmlns:a16="http://schemas.microsoft.com/office/drawing/2014/main" id="{56DC3C7D-8F8F-4E35-9183-0C7FF214E8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99405" y="2598039"/>
                        <a:ext cx="65965" cy="23480"/>
                      </a:xfrm>
                      <a:custGeom>
                        <a:avLst/>
                        <a:gdLst>
                          <a:gd name="connsiteX0" fmla="*/ 14340 w 65965"/>
                          <a:gd name="connsiteY0" fmla="*/ 2000 h 23480"/>
                          <a:gd name="connsiteX1" fmla="*/ 1291 w 65965"/>
                          <a:gd name="connsiteY1" fmla="*/ 21050 h 23480"/>
                          <a:gd name="connsiteX2" fmla="*/ 48630 w 65965"/>
                          <a:gd name="connsiteY2" fmla="*/ 10192 h 23480"/>
                          <a:gd name="connsiteX3" fmla="*/ 65965 w 65965"/>
                          <a:gd name="connsiteY3" fmla="*/ 0 h 23480"/>
                          <a:gd name="connsiteX4" fmla="*/ 55964 w 65965"/>
                          <a:gd name="connsiteY4" fmla="*/ 4000 h 23480"/>
                          <a:gd name="connsiteX5" fmla="*/ 14340 w 65965"/>
                          <a:gd name="connsiteY5" fmla="*/ 2000 h 234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5965" h="23480">
                            <a:moveTo>
                              <a:pt x="14340" y="2000"/>
                            </a:moveTo>
                            <a:cubicBezTo>
                              <a:pt x="9958" y="6763"/>
                              <a:pt x="-4329" y="16192"/>
                              <a:pt x="1291" y="21050"/>
                            </a:cubicBezTo>
                            <a:cubicBezTo>
                              <a:pt x="10149" y="28480"/>
                              <a:pt x="34533" y="17145"/>
                              <a:pt x="48630" y="10192"/>
                            </a:cubicBezTo>
                            <a:cubicBezTo>
                              <a:pt x="52726" y="8191"/>
                              <a:pt x="61680" y="3143"/>
                              <a:pt x="65965" y="0"/>
                            </a:cubicBezTo>
                            <a:cubicBezTo>
                              <a:pt x="63203" y="1238"/>
                              <a:pt x="58726" y="3334"/>
                              <a:pt x="55964" y="4000"/>
                            </a:cubicBezTo>
                            <a:cubicBezTo>
                              <a:pt x="40248" y="7620"/>
                              <a:pt x="21103" y="11906"/>
                              <a:pt x="1434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41" name="Forme libre : forme 10640">
                        <a:extLst>
                          <a:ext uri="{FF2B5EF4-FFF2-40B4-BE49-F238E27FC236}">
                            <a16:creationId xmlns:a16="http://schemas.microsoft.com/office/drawing/2014/main" id="{BC5C94D5-21FD-4BD8-9393-C0C0D763A4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05914" y="2573217"/>
                        <a:ext cx="87379" cy="48658"/>
                      </a:xfrm>
                      <a:custGeom>
                        <a:avLst/>
                        <a:gdLst>
                          <a:gd name="connsiteX0" fmla="*/ 87365 w 87379"/>
                          <a:gd name="connsiteY0" fmla="*/ 3867 h 48658"/>
                          <a:gd name="connsiteX1" fmla="*/ 46979 w 87379"/>
                          <a:gd name="connsiteY1" fmla="*/ 35966 h 48658"/>
                          <a:gd name="connsiteX2" fmla="*/ 22024 w 87379"/>
                          <a:gd name="connsiteY2" fmla="*/ 46253 h 48658"/>
                          <a:gd name="connsiteX3" fmla="*/ 974 w 87379"/>
                          <a:gd name="connsiteY3" fmla="*/ 45491 h 48658"/>
                          <a:gd name="connsiteX4" fmla="*/ 11927 w 87379"/>
                          <a:gd name="connsiteY4" fmla="*/ 27679 h 48658"/>
                          <a:gd name="connsiteX5" fmla="*/ 35931 w 87379"/>
                          <a:gd name="connsiteY5" fmla="*/ 13582 h 48658"/>
                          <a:gd name="connsiteX6" fmla="*/ 87365 w 87379"/>
                          <a:gd name="connsiteY6" fmla="*/ 3867 h 48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7379" h="48658">
                            <a:moveTo>
                              <a:pt x="87365" y="3867"/>
                            </a:moveTo>
                            <a:cubicBezTo>
                              <a:pt x="88127" y="13963"/>
                              <a:pt x="58695" y="29489"/>
                              <a:pt x="46979" y="35966"/>
                            </a:cubicBezTo>
                            <a:cubicBezTo>
                              <a:pt x="41074" y="39014"/>
                              <a:pt x="31263" y="43681"/>
                              <a:pt x="22024" y="46253"/>
                            </a:cubicBezTo>
                            <a:cubicBezTo>
                              <a:pt x="12975" y="49110"/>
                              <a:pt x="4403" y="50063"/>
                              <a:pt x="974" y="45491"/>
                            </a:cubicBezTo>
                            <a:cubicBezTo>
                              <a:pt x="-2455" y="41014"/>
                              <a:pt x="3641" y="34156"/>
                              <a:pt x="11927" y="27679"/>
                            </a:cubicBezTo>
                            <a:cubicBezTo>
                              <a:pt x="20405" y="21678"/>
                              <a:pt x="30787" y="15963"/>
                              <a:pt x="35931" y="13582"/>
                            </a:cubicBezTo>
                            <a:cubicBezTo>
                              <a:pt x="45932" y="8439"/>
                              <a:pt x="86318" y="-7182"/>
                              <a:pt x="87365" y="386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42" name="Forme libre : forme 10641">
                        <a:extLst>
                          <a:ext uri="{FF2B5EF4-FFF2-40B4-BE49-F238E27FC236}">
                            <a16:creationId xmlns:a16="http://schemas.microsoft.com/office/drawing/2014/main" id="{2CC17C70-DC9B-4647-9213-1F8E24EDE1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59559" y="2595616"/>
                        <a:ext cx="114223" cy="51761"/>
                      </a:xfrm>
                      <a:custGeom>
                        <a:avLst/>
                        <a:gdLst>
                          <a:gd name="connsiteX0" fmla="*/ 4656 w 114223"/>
                          <a:gd name="connsiteY0" fmla="*/ 48238 h 51761"/>
                          <a:gd name="connsiteX1" fmla="*/ 21516 w 114223"/>
                          <a:gd name="connsiteY1" fmla="*/ 51476 h 51761"/>
                          <a:gd name="connsiteX2" fmla="*/ 43232 w 114223"/>
                          <a:gd name="connsiteY2" fmla="*/ 49286 h 51761"/>
                          <a:gd name="connsiteX3" fmla="*/ 65997 w 114223"/>
                          <a:gd name="connsiteY3" fmla="*/ 43094 h 51761"/>
                          <a:gd name="connsiteX4" fmla="*/ 86666 w 114223"/>
                          <a:gd name="connsiteY4" fmla="*/ 32998 h 51761"/>
                          <a:gd name="connsiteX5" fmla="*/ 104097 w 114223"/>
                          <a:gd name="connsiteY5" fmla="*/ 20520 h 51761"/>
                          <a:gd name="connsiteX6" fmla="*/ 112574 w 114223"/>
                          <a:gd name="connsiteY6" fmla="*/ 1280 h 51761"/>
                          <a:gd name="connsiteX7" fmla="*/ 96858 w 114223"/>
                          <a:gd name="connsiteY7" fmla="*/ 2232 h 51761"/>
                          <a:gd name="connsiteX8" fmla="*/ 54186 w 114223"/>
                          <a:gd name="connsiteY8" fmla="*/ 8328 h 51761"/>
                          <a:gd name="connsiteX9" fmla="*/ 33326 w 114223"/>
                          <a:gd name="connsiteY9" fmla="*/ 9471 h 51761"/>
                          <a:gd name="connsiteX10" fmla="*/ 11514 w 114223"/>
                          <a:gd name="connsiteY10" fmla="*/ 18806 h 51761"/>
                          <a:gd name="connsiteX11" fmla="*/ 4656 w 114223"/>
                          <a:gd name="connsiteY11" fmla="*/ 48238 h 517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14223" h="51761">
                            <a:moveTo>
                              <a:pt x="4656" y="48238"/>
                            </a:moveTo>
                            <a:cubicBezTo>
                              <a:pt x="10371" y="51857"/>
                              <a:pt x="13514" y="52143"/>
                              <a:pt x="21516" y="51476"/>
                            </a:cubicBezTo>
                            <a:cubicBezTo>
                              <a:pt x="29135" y="50810"/>
                              <a:pt x="35994" y="50333"/>
                              <a:pt x="43232" y="49286"/>
                            </a:cubicBezTo>
                            <a:cubicBezTo>
                              <a:pt x="50376" y="48143"/>
                              <a:pt x="57520" y="46237"/>
                              <a:pt x="65997" y="43094"/>
                            </a:cubicBezTo>
                            <a:cubicBezTo>
                              <a:pt x="72951" y="40332"/>
                              <a:pt x="79999" y="36808"/>
                              <a:pt x="86666" y="32998"/>
                            </a:cubicBezTo>
                            <a:cubicBezTo>
                              <a:pt x="93144" y="28997"/>
                              <a:pt x="99239" y="24711"/>
                              <a:pt x="104097" y="20520"/>
                            </a:cubicBezTo>
                            <a:cubicBezTo>
                              <a:pt x="111241" y="13948"/>
                              <a:pt x="117242" y="5852"/>
                              <a:pt x="112574" y="1280"/>
                            </a:cubicBezTo>
                            <a:cubicBezTo>
                              <a:pt x="109622" y="-1673"/>
                              <a:pt x="102859" y="1280"/>
                              <a:pt x="96858" y="2232"/>
                            </a:cubicBezTo>
                            <a:cubicBezTo>
                              <a:pt x="82666" y="4423"/>
                              <a:pt x="69426" y="7852"/>
                              <a:pt x="54186" y="8328"/>
                            </a:cubicBezTo>
                            <a:cubicBezTo>
                              <a:pt x="47805" y="8614"/>
                              <a:pt x="40661" y="8423"/>
                              <a:pt x="33326" y="9471"/>
                            </a:cubicBezTo>
                            <a:cubicBezTo>
                              <a:pt x="26087" y="10805"/>
                              <a:pt x="18658" y="13281"/>
                              <a:pt x="11514" y="18806"/>
                            </a:cubicBezTo>
                            <a:cubicBezTo>
                              <a:pt x="-868" y="29188"/>
                              <a:pt x="-3440" y="43190"/>
                              <a:pt x="4656" y="4823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43" name="Forme libre : forme 10642">
                        <a:extLst>
                          <a:ext uri="{FF2B5EF4-FFF2-40B4-BE49-F238E27FC236}">
                            <a16:creationId xmlns:a16="http://schemas.microsoft.com/office/drawing/2014/main" id="{D551B0C5-C7EE-4429-8ABC-D00280086E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7447" y="2594194"/>
                        <a:ext cx="31339" cy="28077"/>
                      </a:xfrm>
                      <a:custGeom>
                        <a:avLst/>
                        <a:gdLst>
                          <a:gd name="connsiteX0" fmla="*/ 1818 w 31339"/>
                          <a:gd name="connsiteY0" fmla="*/ 22989 h 28077"/>
                          <a:gd name="connsiteX1" fmla="*/ 8 w 31339"/>
                          <a:gd name="connsiteY1" fmla="*/ 27085 h 28077"/>
                          <a:gd name="connsiteX2" fmla="*/ 3818 w 31339"/>
                          <a:gd name="connsiteY2" fmla="*/ 27561 h 28077"/>
                          <a:gd name="connsiteX3" fmla="*/ 10009 w 31339"/>
                          <a:gd name="connsiteY3" fmla="*/ 23846 h 28077"/>
                          <a:gd name="connsiteX4" fmla="*/ 24107 w 31339"/>
                          <a:gd name="connsiteY4" fmla="*/ 12798 h 28077"/>
                          <a:gd name="connsiteX5" fmla="*/ 28869 w 31339"/>
                          <a:gd name="connsiteY5" fmla="*/ 8321 h 28077"/>
                          <a:gd name="connsiteX6" fmla="*/ 21249 w 31339"/>
                          <a:gd name="connsiteY6" fmla="*/ 2892 h 28077"/>
                          <a:gd name="connsiteX7" fmla="*/ 1818 w 31339"/>
                          <a:gd name="connsiteY7" fmla="*/ 22989 h 280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1339" h="28077">
                            <a:moveTo>
                              <a:pt x="1818" y="22989"/>
                            </a:moveTo>
                            <a:cubicBezTo>
                              <a:pt x="675" y="24609"/>
                              <a:pt x="-87" y="25847"/>
                              <a:pt x="8" y="27085"/>
                            </a:cubicBezTo>
                            <a:cubicBezTo>
                              <a:pt x="199" y="28419"/>
                              <a:pt x="1913" y="28228"/>
                              <a:pt x="3818" y="27561"/>
                            </a:cubicBezTo>
                            <a:cubicBezTo>
                              <a:pt x="5723" y="26799"/>
                              <a:pt x="8199" y="25180"/>
                              <a:pt x="10009" y="23846"/>
                            </a:cubicBezTo>
                            <a:cubicBezTo>
                              <a:pt x="14772" y="20322"/>
                              <a:pt x="19725" y="16322"/>
                              <a:pt x="24107" y="12798"/>
                            </a:cubicBezTo>
                            <a:cubicBezTo>
                              <a:pt x="25916" y="11274"/>
                              <a:pt x="27631" y="9940"/>
                              <a:pt x="28869" y="8321"/>
                            </a:cubicBezTo>
                            <a:cubicBezTo>
                              <a:pt x="33917" y="1558"/>
                              <a:pt x="31155" y="-3395"/>
                              <a:pt x="21249" y="2892"/>
                            </a:cubicBezTo>
                            <a:cubicBezTo>
                              <a:pt x="13629" y="7654"/>
                              <a:pt x="6485" y="16417"/>
                              <a:pt x="1818" y="2298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44" name="Forme libre : forme 10643">
                        <a:extLst>
                          <a:ext uri="{FF2B5EF4-FFF2-40B4-BE49-F238E27FC236}">
                            <a16:creationId xmlns:a16="http://schemas.microsoft.com/office/drawing/2014/main" id="{78731E75-4CA4-4C62-8CE2-940DA8993A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77944" y="2570225"/>
                        <a:ext cx="43338" cy="47625"/>
                      </a:xfrm>
                      <a:custGeom>
                        <a:avLst/>
                        <a:gdLst>
                          <a:gd name="connsiteX0" fmla="*/ 43339 w 43338"/>
                          <a:gd name="connsiteY0" fmla="*/ 0 h 47625"/>
                          <a:gd name="connsiteX1" fmla="*/ 0 w 43338"/>
                          <a:gd name="connsiteY1" fmla="*/ 47625 h 47625"/>
                          <a:gd name="connsiteX2" fmla="*/ 43339 w 43338"/>
                          <a:gd name="connsiteY2" fmla="*/ 0 h 476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3338" h="47625">
                            <a:moveTo>
                              <a:pt x="43339" y="0"/>
                            </a:moveTo>
                            <a:cubicBezTo>
                              <a:pt x="39624" y="15716"/>
                              <a:pt x="14764" y="35052"/>
                              <a:pt x="0" y="47625"/>
                            </a:cubicBezTo>
                            <a:cubicBezTo>
                              <a:pt x="16193" y="34290"/>
                              <a:pt x="32099" y="14764"/>
                              <a:pt x="4333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45" name="Forme libre : forme 10644">
                        <a:extLst>
                          <a:ext uri="{FF2B5EF4-FFF2-40B4-BE49-F238E27FC236}">
                            <a16:creationId xmlns:a16="http://schemas.microsoft.com/office/drawing/2014/main" id="{F90FB591-E08A-4D56-8A9B-8E124AA79B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39831" y="2586513"/>
                        <a:ext cx="44672" cy="60483"/>
                      </a:xfrm>
                      <a:custGeom>
                        <a:avLst/>
                        <a:gdLst>
                          <a:gd name="connsiteX0" fmla="*/ 44672 w 44672"/>
                          <a:gd name="connsiteY0" fmla="*/ 0 h 60483"/>
                          <a:gd name="connsiteX1" fmla="*/ 0 w 44672"/>
                          <a:gd name="connsiteY1" fmla="*/ 60484 h 60483"/>
                          <a:gd name="connsiteX2" fmla="*/ 44672 w 44672"/>
                          <a:gd name="connsiteY2" fmla="*/ 0 h 604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4672" h="60483">
                            <a:moveTo>
                              <a:pt x="44672" y="0"/>
                            </a:moveTo>
                            <a:cubicBezTo>
                              <a:pt x="20955" y="16002"/>
                              <a:pt x="6763" y="40100"/>
                              <a:pt x="0" y="60484"/>
                            </a:cubicBezTo>
                            <a:cubicBezTo>
                              <a:pt x="5239" y="41053"/>
                              <a:pt x="26194" y="16193"/>
                              <a:pt x="4467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46" name="Forme libre : forme 10645">
                        <a:extLst>
                          <a:ext uri="{FF2B5EF4-FFF2-40B4-BE49-F238E27FC236}">
                            <a16:creationId xmlns:a16="http://schemas.microsoft.com/office/drawing/2014/main" id="{1C9F6AB9-DEBE-480D-8A3E-183AF9CCCD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2197" y="2580539"/>
                        <a:ext cx="33769" cy="15228"/>
                      </a:xfrm>
                      <a:custGeom>
                        <a:avLst/>
                        <a:gdLst>
                          <a:gd name="connsiteX0" fmla="*/ 33745 w 33769"/>
                          <a:gd name="connsiteY0" fmla="*/ 1879 h 15228"/>
                          <a:gd name="connsiteX1" fmla="*/ 15362 w 33769"/>
                          <a:gd name="connsiteY1" fmla="*/ 12166 h 15228"/>
                          <a:gd name="connsiteX2" fmla="*/ 27 w 33769"/>
                          <a:gd name="connsiteY2" fmla="*/ 13214 h 15228"/>
                          <a:gd name="connsiteX3" fmla="*/ 17363 w 33769"/>
                          <a:gd name="connsiteY3" fmla="*/ 3212 h 15228"/>
                          <a:gd name="connsiteX4" fmla="*/ 33745 w 33769"/>
                          <a:gd name="connsiteY4" fmla="*/ 1879 h 152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769" h="15228">
                            <a:moveTo>
                              <a:pt x="33745" y="1879"/>
                            </a:moveTo>
                            <a:cubicBezTo>
                              <a:pt x="32984" y="5879"/>
                              <a:pt x="19553" y="10832"/>
                              <a:pt x="15362" y="12166"/>
                            </a:cubicBezTo>
                            <a:cubicBezTo>
                              <a:pt x="11171" y="13499"/>
                              <a:pt x="-640" y="17690"/>
                              <a:pt x="27" y="13214"/>
                            </a:cubicBezTo>
                            <a:cubicBezTo>
                              <a:pt x="599" y="8642"/>
                              <a:pt x="13362" y="4355"/>
                              <a:pt x="17363" y="3212"/>
                            </a:cubicBezTo>
                            <a:cubicBezTo>
                              <a:pt x="21268" y="1784"/>
                              <a:pt x="34412" y="-2407"/>
                              <a:pt x="33745" y="187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47" name="Forme libre : forme 10646">
                        <a:extLst>
                          <a:ext uri="{FF2B5EF4-FFF2-40B4-BE49-F238E27FC236}">
                            <a16:creationId xmlns:a16="http://schemas.microsoft.com/office/drawing/2014/main" id="{348C57D0-F804-43D5-84B9-14A92D2A31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61209" y="2578883"/>
                        <a:ext cx="9652" cy="4973"/>
                      </a:xfrm>
                      <a:custGeom>
                        <a:avLst/>
                        <a:gdLst>
                          <a:gd name="connsiteX0" fmla="*/ 9496 w 9652"/>
                          <a:gd name="connsiteY0" fmla="*/ 486 h 4973"/>
                          <a:gd name="connsiteX1" fmla="*/ 5876 w 9652"/>
                          <a:gd name="connsiteY1" fmla="*/ 3820 h 4973"/>
                          <a:gd name="connsiteX2" fmla="*/ 162 w 9652"/>
                          <a:gd name="connsiteY2" fmla="*/ 4487 h 4973"/>
                          <a:gd name="connsiteX3" fmla="*/ 3590 w 9652"/>
                          <a:gd name="connsiteY3" fmla="*/ 1153 h 4973"/>
                          <a:gd name="connsiteX4" fmla="*/ 9496 w 9652"/>
                          <a:gd name="connsiteY4" fmla="*/ 486 h 4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652" h="4973">
                            <a:moveTo>
                              <a:pt x="9496" y="486"/>
                            </a:moveTo>
                            <a:cubicBezTo>
                              <a:pt x="10353" y="1629"/>
                              <a:pt x="7496" y="3153"/>
                              <a:pt x="5876" y="3820"/>
                            </a:cubicBezTo>
                            <a:cubicBezTo>
                              <a:pt x="4353" y="4487"/>
                              <a:pt x="1019" y="5630"/>
                              <a:pt x="162" y="4487"/>
                            </a:cubicBezTo>
                            <a:cubicBezTo>
                              <a:pt x="-696" y="3344"/>
                              <a:pt x="2067" y="1820"/>
                              <a:pt x="3590" y="1153"/>
                            </a:cubicBezTo>
                            <a:cubicBezTo>
                              <a:pt x="5210" y="486"/>
                              <a:pt x="8544" y="-657"/>
                              <a:pt x="9496" y="48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48" name="Forme libre : forme 10647">
                        <a:extLst>
                          <a:ext uri="{FF2B5EF4-FFF2-40B4-BE49-F238E27FC236}">
                            <a16:creationId xmlns:a16="http://schemas.microsoft.com/office/drawing/2014/main" id="{B9913BEC-957B-4D66-9886-AF5E1D439E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22458" y="2553989"/>
                        <a:ext cx="92821" cy="24104"/>
                      </a:xfrm>
                      <a:custGeom>
                        <a:avLst/>
                        <a:gdLst>
                          <a:gd name="connsiteX0" fmla="*/ 66059 w 92821"/>
                          <a:gd name="connsiteY0" fmla="*/ 2711 h 24104"/>
                          <a:gd name="connsiteX1" fmla="*/ 91681 w 92821"/>
                          <a:gd name="connsiteY1" fmla="*/ 9188 h 24104"/>
                          <a:gd name="connsiteX2" fmla="*/ 87680 w 92821"/>
                          <a:gd name="connsiteY2" fmla="*/ 16522 h 24104"/>
                          <a:gd name="connsiteX3" fmla="*/ 76632 w 92821"/>
                          <a:gd name="connsiteY3" fmla="*/ 16998 h 24104"/>
                          <a:gd name="connsiteX4" fmla="*/ 60058 w 92821"/>
                          <a:gd name="connsiteY4" fmla="*/ 15665 h 24104"/>
                          <a:gd name="connsiteX5" fmla="*/ 42437 w 92821"/>
                          <a:gd name="connsiteY5" fmla="*/ 16713 h 24104"/>
                          <a:gd name="connsiteX6" fmla="*/ 146 w 92821"/>
                          <a:gd name="connsiteY6" fmla="*/ 20523 h 24104"/>
                          <a:gd name="connsiteX7" fmla="*/ 42437 w 92821"/>
                          <a:gd name="connsiteY7" fmla="*/ 234 h 24104"/>
                          <a:gd name="connsiteX8" fmla="*/ 66059 w 92821"/>
                          <a:gd name="connsiteY8" fmla="*/ 2711 h 24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821" h="24104">
                            <a:moveTo>
                              <a:pt x="66059" y="2711"/>
                            </a:moveTo>
                            <a:cubicBezTo>
                              <a:pt x="76632" y="3663"/>
                              <a:pt x="84252" y="4425"/>
                              <a:pt x="91681" y="9188"/>
                            </a:cubicBezTo>
                            <a:cubicBezTo>
                              <a:pt x="94348" y="10902"/>
                              <a:pt x="92062" y="14998"/>
                              <a:pt x="87680" y="16522"/>
                            </a:cubicBezTo>
                            <a:cubicBezTo>
                              <a:pt x="83394" y="18141"/>
                              <a:pt x="80156" y="17570"/>
                              <a:pt x="76632" y="16998"/>
                            </a:cubicBezTo>
                            <a:cubicBezTo>
                              <a:pt x="71202" y="16141"/>
                              <a:pt x="65678" y="15760"/>
                              <a:pt x="60058" y="15665"/>
                            </a:cubicBezTo>
                            <a:cubicBezTo>
                              <a:pt x="54438" y="15760"/>
                              <a:pt x="48628" y="16141"/>
                              <a:pt x="42437" y="16713"/>
                            </a:cubicBezTo>
                            <a:cubicBezTo>
                              <a:pt x="34721" y="16903"/>
                              <a:pt x="-2616" y="30333"/>
                              <a:pt x="146" y="20523"/>
                            </a:cubicBezTo>
                            <a:cubicBezTo>
                              <a:pt x="2813" y="10140"/>
                              <a:pt x="32055" y="1092"/>
                              <a:pt x="42437" y="234"/>
                            </a:cubicBezTo>
                            <a:cubicBezTo>
                              <a:pt x="52819" y="-814"/>
                              <a:pt x="58058" y="1949"/>
                              <a:pt x="66059" y="271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85" name="Graphique 1">
                      <a:extLst>
                        <a:ext uri="{FF2B5EF4-FFF2-40B4-BE49-F238E27FC236}">
                          <a16:creationId xmlns:a16="http://schemas.microsoft.com/office/drawing/2014/main" id="{ED0423E5-64A3-48A7-B7B4-6B24AB7731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23902" y="2506703"/>
                      <a:ext cx="204443" cy="79074"/>
                      <a:chOff x="6423902" y="2506703"/>
                      <a:chExt cx="204443" cy="79074"/>
                    </a:xfrm>
                    <a:solidFill>
                      <a:schemeClr val="accent1"/>
                    </a:solidFill>
                  </p:grpSpPr>
                  <p:sp>
                    <p:nvSpPr>
                      <p:cNvPr id="10625" name="Forme libre : forme 10624">
                        <a:extLst>
                          <a:ext uri="{FF2B5EF4-FFF2-40B4-BE49-F238E27FC236}">
                            <a16:creationId xmlns:a16="http://schemas.microsoft.com/office/drawing/2014/main" id="{A984153B-72B4-4E5A-A91F-E388C032CA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23902" y="2506703"/>
                        <a:ext cx="204443" cy="79074"/>
                      </a:xfrm>
                      <a:custGeom>
                        <a:avLst/>
                        <a:gdLst>
                          <a:gd name="connsiteX0" fmla="*/ 133493 w 204443"/>
                          <a:gd name="connsiteY0" fmla="*/ 77714 h 79074"/>
                          <a:gd name="connsiteX1" fmla="*/ 105394 w 204443"/>
                          <a:gd name="connsiteY1" fmla="*/ 76857 h 79074"/>
                          <a:gd name="connsiteX2" fmla="*/ 74533 w 204443"/>
                          <a:gd name="connsiteY2" fmla="*/ 78572 h 79074"/>
                          <a:gd name="connsiteX3" fmla="*/ 7382 w 204443"/>
                          <a:gd name="connsiteY3" fmla="*/ 63903 h 79074"/>
                          <a:gd name="connsiteX4" fmla="*/ 2333 w 204443"/>
                          <a:gd name="connsiteY4" fmla="*/ 42948 h 79074"/>
                          <a:gd name="connsiteX5" fmla="*/ 66436 w 204443"/>
                          <a:gd name="connsiteY5" fmla="*/ 3610 h 79074"/>
                          <a:gd name="connsiteX6" fmla="*/ 102822 w 204443"/>
                          <a:gd name="connsiteY6" fmla="*/ 181 h 79074"/>
                          <a:gd name="connsiteX7" fmla="*/ 123586 w 204443"/>
                          <a:gd name="connsiteY7" fmla="*/ 657 h 79074"/>
                          <a:gd name="connsiteX8" fmla="*/ 133016 w 204443"/>
                          <a:gd name="connsiteY8" fmla="*/ 1324 h 79074"/>
                          <a:gd name="connsiteX9" fmla="*/ 141493 w 204443"/>
                          <a:gd name="connsiteY9" fmla="*/ 2753 h 79074"/>
                          <a:gd name="connsiteX10" fmla="*/ 154924 w 204443"/>
                          <a:gd name="connsiteY10" fmla="*/ 5801 h 79074"/>
                          <a:gd name="connsiteX11" fmla="*/ 165877 w 204443"/>
                          <a:gd name="connsiteY11" fmla="*/ 10468 h 79074"/>
                          <a:gd name="connsiteX12" fmla="*/ 175308 w 204443"/>
                          <a:gd name="connsiteY12" fmla="*/ 15611 h 79074"/>
                          <a:gd name="connsiteX13" fmla="*/ 182832 w 204443"/>
                          <a:gd name="connsiteY13" fmla="*/ 21708 h 79074"/>
                          <a:gd name="connsiteX14" fmla="*/ 202930 w 204443"/>
                          <a:gd name="connsiteY14" fmla="*/ 50092 h 79074"/>
                          <a:gd name="connsiteX15" fmla="*/ 196739 w 204443"/>
                          <a:gd name="connsiteY15" fmla="*/ 70190 h 79074"/>
                          <a:gd name="connsiteX16" fmla="*/ 133493 w 204443"/>
                          <a:gd name="connsiteY16" fmla="*/ 77714 h 790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204443" h="79074">
                            <a:moveTo>
                              <a:pt x="133493" y="77714"/>
                            </a:moveTo>
                            <a:cubicBezTo>
                              <a:pt x="127492" y="77048"/>
                              <a:pt x="116729" y="76571"/>
                              <a:pt x="105394" y="76857"/>
                            </a:cubicBezTo>
                            <a:cubicBezTo>
                              <a:pt x="94059" y="76952"/>
                              <a:pt x="82248" y="78286"/>
                              <a:pt x="74533" y="78572"/>
                            </a:cubicBezTo>
                            <a:cubicBezTo>
                              <a:pt x="45482" y="80858"/>
                              <a:pt x="27860" y="75238"/>
                              <a:pt x="7382" y="63903"/>
                            </a:cubicBezTo>
                            <a:cubicBezTo>
                              <a:pt x="333" y="60284"/>
                              <a:pt x="-2334" y="49616"/>
                              <a:pt x="2333" y="42948"/>
                            </a:cubicBezTo>
                            <a:cubicBezTo>
                              <a:pt x="15954" y="24375"/>
                              <a:pt x="33385" y="9706"/>
                              <a:pt x="66436" y="3610"/>
                            </a:cubicBezTo>
                            <a:cubicBezTo>
                              <a:pt x="75390" y="2276"/>
                              <a:pt x="88725" y="371"/>
                              <a:pt x="102822" y="181"/>
                            </a:cubicBezTo>
                            <a:cubicBezTo>
                              <a:pt x="109680" y="-295"/>
                              <a:pt x="117014" y="276"/>
                              <a:pt x="123586" y="657"/>
                            </a:cubicBezTo>
                            <a:cubicBezTo>
                              <a:pt x="126920" y="848"/>
                              <a:pt x="130064" y="1038"/>
                              <a:pt x="133016" y="1324"/>
                            </a:cubicBezTo>
                            <a:cubicBezTo>
                              <a:pt x="136064" y="1895"/>
                              <a:pt x="139017" y="2372"/>
                              <a:pt x="141493" y="2753"/>
                            </a:cubicBezTo>
                            <a:cubicBezTo>
                              <a:pt x="146256" y="3610"/>
                              <a:pt x="150733" y="4658"/>
                              <a:pt x="154924" y="5801"/>
                            </a:cubicBezTo>
                            <a:cubicBezTo>
                              <a:pt x="158829" y="7229"/>
                              <a:pt x="162544" y="8849"/>
                              <a:pt x="165877" y="10468"/>
                            </a:cubicBezTo>
                            <a:cubicBezTo>
                              <a:pt x="169307" y="12087"/>
                              <a:pt x="172354" y="13802"/>
                              <a:pt x="175308" y="15611"/>
                            </a:cubicBezTo>
                            <a:cubicBezTo>
                              <a:pt x="178070" y="17612"/>
                              <a:pt x="180546" y="19612"/>
                              <a:pt x="182832" y="21708"/>
                            </a:cubicBezTo>
                            <a:cubicBezTo>
                              <a:pt x="192262" y="29899"/>
                              <a:pt x="197976" y="39614"/>
                              <a:pt x="202930" y="50092"/>
                            </a:cubicBezTo>
                            <a:cubicBezTo>
                              <a:pt x="206454" y="57236"/>
                              <a:pt x="203596" y="67808"/>
                              <a:pt x="196739" y="70190"/>
                            </a:cubicBezTo>
                            <a:cubicBezTo>
                              <a:pt x="176641" y="78381"/>
                              <a:pt x="157305" y="79715"/>
                              <a:pt x="133493" y="7771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26" name="Forme libre : forme 10625">
                        <a:extLst>
                          <a:ext uri="{FF2B5EF4-FFF2-40B4-BE49-F238E27FC236}">
                            <a16:creationId xmlns:a16="http://schemas.microsoft.com/office/drawing/2014/main" id="{A8DC346E-3E0C-4447-8F4E-5EDD327DD3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24997" y="2554483"/>
                        <a:ext cx="195738" cy="31226"/>
                      </a:xfrm>
                      <a:custGeom>
                        <a:avLst/>
                        <a:gdLst>
                          <a:gd name="connsiteX0" fmla="*/ 80200 w 195738"/>
                          <a:gd name="connsiteY0" fmla="*/ 2883 h 31226"/>
                          <a:gd name="connsiteX1" fmla="*/ 0 w 195738"/>
                          <a:gd name="connsiteY1" fmla="*/ 8694 h 31226"/>
                          <a:gd name="connsiteX2" fmla="*/ 6191 w 195738"/>
                          <a:gd name="connsiteY2" fmla="*/ 15933 h 31226"/>
                          <a:gd name="connsiteX3" fmla="*/ 16573 w 195738"/>
                          <a:gd name="connsiteY3" fmla="*/ 21267 h 31226"/>
                          <a:gd name="connsiteX4" fmla="*/ 31623 w 195738"/>
                          <a:gd name="connsiteY4" fmla="*/ 26982 h 31226"/>
                          <a:gd name="connsiteX5" fmla="*/ 48006 w 195738"/>
                          <a:gd name="connsiteY5" fmla="*/ 30506 h 31226"/>
                          <a:gd name="connsiteX6" fmla="*/ 73247 w 195738"/>
                          <a:gd name="connsiteY6" fmla="*/ 30601 h 31226"/>
                          <a:gd name="connsiteX7" fmla="*/ 83248 w 195738"/>
                          <a:gd name="connsiteY7" fmla="*/ 29934 h 31226"/>
                          <a:gd name="connsiteX8" fmla="*/ 107156 w 195738"/>
                          <a:gd name="connsiteY8" fmla="*/ 28601 h 31226"/>
                          <a:gd name="connsiteX9" fmla="*/ 118682 w 195738"/>
                          <a:gd name="connsiteY9" fmla="*/ 28791 h 31226"/>
                          <a:gd name="connsiteX10" fmla="*/ 123920 w 195738"/>
                          <a:gd name="connsiteY10" fmla="*/ 28887 h 31226"/>
                          <a:gd name="connsiteX11" fmla="*/ 128207 w 195738"/>
                          <a:gd name="connsiteY11" fmla="*/ 29363 h 31226"/>
                          <a:gd name="connsiteX12" fmla="*/ 132112 w 195738"/>
                          <a:gd name="connsiteY12" fmla="*/ 29649 h 31226"/>
                          <a:gd name="connsiteX13" fmla="*/ 138303 w 195738"/>
                          <a:gd name="connsiteY13" fmla="*/ 29839 h 31226"/>
                          <a:gd name="connsiteX14" fmla="*/ 144399 w 195738"/>
                          <a:gd name="connsiteY14" fmla="*/ 30316 h 31226"/>
                          <a:gd name="connsiteX15" fmla="*/ 156020 w 195738"/>
                          <a:gd name="connsiteY15" fmla="*/ 30220 h 31226"/>
                          <a:gd name="connsiteX16" fmla="*/ 171259 w 195738"/>
                          <a:gd name="connsiteY16" fmla="*/ 28601 h 31226"/>
                          <a:gd name="connsiteX17" fmla="*/ 185928 w 195738"/>
                          <a:gd name="connsiteY17" fmla="*/ 25458 h 31226"/>
                          <a:gd name="connsiteX18" fmla="*/ 195453 w 195738"/>
                          <a:gd name="connsiteY18" fmla="*/ 22124 h 31226"/>
                          <a:gd name="connsiteX19" fmla="*/ 195739 w 195738"/>
                          <a:gd name="connsiteY19" fmla="*/ 21933 h 31226"/>
                          <a:gd name="connsiteX20" fmla="*/ 139065 w 195738"/>
                          <a:gd name="connsiteY20" fmla="*/ 2217 h 31226"/>
                          <a:gd name="connsiteX21" fmla="*/ 80200 w 195738"/>
                          <a:gd name="connsiteY21" fmla="*/ 2883 h 312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195738" h="31226">
                            <a:moveTo>
                              <a:pt x="80200" y="2883"/>
                            </a:moveTo>
                            <a:cubicBezTo>
                              <a:pt x="53054" y="7170"/>
                              <a:pt x="24289" y="13266"/>
                              <a:pt x="0" y="8694"/>
                            </a:cubicBezTo>
                            <a:cubicBezTo>
                              <a:pt x="1238" y="11742"/>
                              <a:pt x="3334" y="14504"/>
                              <a:pt x="6191" y="15933"/>
                            </a:cubicBezTo>
                            <a:cubicBezTo>
                              <a:pt x="9716" y="17838"/>
                              <a:pt x="13145" y="19648"/>
                              <a:pt x="16573" y="21267"/>
                            </a:cubicBezTo>
                            <a:cubicBezTo>
                              <a:pt x="21527" y="23553"/>
                              <a:pt x="26480" y="25553"/>
                              <a:pt x="31623" y="26982"/>
                            </a:cubicBezTo>
                            <a:cubicBezTo>
                              <a:pt x="36766" y="28601"/>
                              <a:pt x="42196" y="29934"/>
                              <a:pt x="48006" y="30506"/>
                            </a:cubicBezTo>
                            <a:cubicBezTo>
                              <a:pt x="55531" y="31078"/>
                              <a:pt x="63722" y="31744"/>
                              <a:pt x="73247" y="30601"/>
                            </a:cubicBezTo>
                            <a:cubicBezTo>
                              <a:pt x="76105" y="30411"/>
                              <a:pt x="79534" y="30220"/>
                              <a:pt x="83248" y="29934"/>
                            </a:cubicBezTo>
                            <a:cubicBezTo>
                              <a:pt x="90678" y="29077"/>
                              <a:pt x="98965" y="29077"/>
                              <a:pt x="107156" y="28601"/>
                            </a:cubicBezTo>
                            <a:cubicBezTo>
                              <a:pt x="111157" y="28506"/>
                              <a:pt x="114967" y="28791"/>
                              <a:pt x="118682" y="28791"/>
                            </a:cubicBezTo>
                            <a:cubicBezTo>
                              <a:pt x="120491" y="28791"/>
                              <a:pt x="122301" y="28791"/>
                              <a:pt x="123920" y="28887"/>
                            </a:cubicBezTo>
                            <a:cubicBezTo>
                              <a:pt x="125444" y="29077"/>
                              <a:pt x="126873" y="29268"/>
                              <a:pt x="128207" y="29363"/>
                            </a:cubicBezTo>
                            <a:cubicBezTo>
                              <a:pt x="129635" y="29458"/>
                              <a:pt x="130969" y="29554"/>
                              <a:pt x="132112" y="29649"/>
                            </a:cubicBezTo>
                            <a:cubicBezTo>
                              <a:pt x="134208" y="29839"/>
                              <a:pt x="136207" y="29649"/>
                              <a:pt x="138303" y="29839"/>
                            </a:cubicBezTo>
                            <a:cubicBezTo>
                              <a:pt x="140398" y="30125"/>
                              <a:pt x="142399" y="30220"/>
                              <a:pt x="144399" y="30316"/>
                            </a:cubicBezTo>
                            <a:cubicBezTo>
                              <a:pt x="148400" y="30601"/>
                              <a:pt x="152209" y="30030"/>
                              <a:pt x="156020" y="30220"/>
                            </a:cubicBezTo>
                            <a:cubicBezTo>
                              <a:pt x="161258" y="30220"/>
                              <a:pt x="166211" y="29554"/>
                              <a:pt x="171259" y="28601"/>
                            </a:cubicBezTo>
                            <a:cubicBezTo>
                              <a:pt x="176213" y="27839"/>
                              <a:pt x="181070" y="26887"/>
                              <a:pt x="185928" y="25458"/>
                            </a:cubicBezTo>
                            <a:cubicBezTo>
                              <a:pt x="189072" y="24505"/>
                              <a:pt x="192310" y="23362"/>
                              <a:pt x="195453" y="22124"/>
                            </a:cubicBezTo>
                            <a:lnTo>
                              <a:pt x="195739" y="21933"/>
                            </a:lnTo>
                            <a:cubicBezTo>
                              <a:pt x="177641" y="13171"/>
                              <a:pt x="158496" y="5741"/>
                              <a:pt x="139065" y="2217"/>
                            </a:cubicBezTo>
                            <a:cubicBezTo>
                              <a:pt x="120015" y="-1403"/>
                              <a:pt x="99441" y="-164"/>
                              <a:pt x="80200" y="288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27" name="Forme libre : forme 10626">
                        <a:extLst>
                          <a:ext uri="{FF2B5EF4-FFF2-40B4-BE49-F238E27FC236}">
                            <a16:creationId xmlns:a16="http://schemas.microsoft.com/office/drawing/2014/main" id="{A0594B75-8DD1-4291-911D-B4233AD31B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95312" y="2534312"/>
                        <a:ext cx="95117" cy="25922"/>
                      </a:xfrm>
                      <a:custGeom>
                        <a:avLst/>
                        <a:gdLst>
                          <a:gd name="connsiteX0" fmla="*/ 94945 w 95117"/>
                          <a:gd name="connsiteY0" fmla="*/ 21055 h 25922"/>
                          <a:gd name="connsiteX1" fmla="*/ 73513 w 95117"/>
                          <a:gd name="connsiteY1" fmla="*/ 25627 h 25922"/>
                          <a:gd name="connsiteX2" fmla="*/ 57988 w 95117"/>
                          <a:gd name="connsiteY2" fmla="*/ 25246 h 25922"/>
                          <a:gd name="connsiteX3" fmla="*/ 45605 w 95117"/>
                          <a:gd name="connsiteY3" fmla="*/ 25151 h 25922"/>
                          <a:gd name="connsiteX4" fmla="*/ 19221 w 95117"/>
                          <a:gd name="connsiteY4" fmla="*/ 23055 h 25922"/>
                          <a:gd name="connsiteX5" fmla="*/ 75 w 95117"/>
                          <a:gd name="connsiteY5" fmla="*/ 14197 h 25922"/>
                          <a:gd name="connsiteX6" fmla="*/ 17506 w 95117"/>
                          <a:gd name="connsiteY6" fmla="*/ 2291 h 25922"/>
                          <a:gd name="connsiteX7" fmla="*/ 46081 w 95117"/>
                          <a:gd name="connsiteY7" fmla="*/ 290 h 25922"/>
                          <a:gd name="connsiteX8" fmla="*/ 59511 w 95117"/>
                          <a:gd name="connsiteY8" fmla="*/ 1624 h 25922"/>
                          <a:gd name="connsiteX9" fmla="*/ 76752 w 95117"/>
                          <a:gd name="connsiteY9" fmla="*/ 6006 h 25922"/>
                          <a:gd name="connsiteX10" fmla="*/ 94945 w 95117"/>
                          <a:gd name="connsiteY10" fmla="*/ 21055 h 25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5117" h="25922">
                            <a:moveTo>
                              <a:pt x="94945" y="21055"/>
                            </a:moveTo>
                            <a:cubicBezTo>
                              <a:pt x="93611" y="25627"/>
                              <a:pt x="83895" y="26484"/>
                              <a:pt x="73513" y="25627"/>
                            </a:cubicBezTo>
                            <a:cubicBezTo>
                              <a:pt x="68274" y="25722"/>
                              <a:pt x="62845" y="25627"/>
                              <a:pt x="57988" y="25246"/>
                            </a:cubicBezTo>
                            <a:cubicBezTo>
                              <a:pt x="53130" y="24960"/>
                              <a:pt x="48557" y="25341"/>
                              <a:pt x="45605" y="25151"/>
                            </a:cubicBezTo>
                            <a:cubicBezTo>
                              <a:pt x="39699" y="24579"/>
                              <a:pt x="28841" y="24674"/>
                              <a:pt x="19221" y="23055"/>
                            </a:cubicBezTo>
                            <a:cubicBezTo>
                              <a:pt x="9600" y="22103"/>
                              <a:pt x="1028" y="19626"/>
                              <a:pt x="75" y="14197"/>
                            </a:cubicBezTo>
                            <a:cubicBezTo>
                              <a:pt x="-877" y="8768"/>
                              <a:pt x="7315" y="4958"/>
                              <a:pt x="17506" y="2291"/>
                            </a:cubicBezTo>
                            <a:cubicBezTo>
                              <a:pt x="27793" y="290"/>
                              <a:pt x="39795" y="-472"/>
                              <a:pt x="46081" y="290"/>
                            </a:cubicBezTo>
                            <a:cubicBezTo>
                              <a:pt x="49224" y="576"/>
                              <a:pt x="53987" y="767"/>
                              <a:pt x="59511" y="1624"/>
                            </a:cubicBezTo>
                            <a:cubicBezTo>
                              <a:pt x="65036" y="2767"/>
                              <a:pt x="71132" y="4291"/>
                              <a:pt x="76752" y="6006"/>
                            </a:cubicBezTo>
                            <a:cubicBezTo>
                              <a:pt x="87706" y="10768"/>
                              <a:pt x="96468" y="15911"/>
                              <a:pt x="94945" y="2105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28" name="Forme libre : forme 10627">
                        <a:extLst>
                          <a:ext uri="{FF2B5EF4-FFF2-40B4-BE49-F238E27FC236}">
                            <a16:creationId xmlns:a16="http://schemas.microsoft.com/office/drawing/2014/main" id="{E3622FE2-76CF-4065-99F6-E80DE06408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94599" y="2536507"/>
                        <a:ext cx="65938" cy="23183"/>
                      </a:xfrm>
                      <a:custGeom>
                        <a:avLst/>
                        <a:gdLst>
                          <a:gd name="connsiteX0" fmla="*/ 20219 w 65938"/>
                          <a:gd name="connsiteY0" fmla="*/ 0 h 23183"/>
                          <a:gd name="connsiteX1" fmla="*/ 407 w 65938"/>
                          <a:gd name="connsiteY1" fmla="*/ 12097 h 23183"/>
                          <a:gd name="connsiteX2" fmla="*/ 20029 w 65938"/>
                          <a:gd name="connsiteY2" fmla="*/ 20860 h 23183"/>
                          <a:gd name="connsiteX3" fmla="*/ 46889 w 65938"/>
                          <a:gd name="connsiteY3" fmla="*/ 23051 h 23183"/>
                          <a:gd name="connsiteX4" fmla="*/ 56319 w 65938"/>
                          <a:gd name="connsiteY4" fmla="*/ 22955 h 23183"/>
                          <a:gd name="connsiteX5" fmla="*/ 65939 w 65938"/>
                          <a:gd name="connsiteY5" fmla="*/ 23146 h 23183"/>
                          <a:gd name="connsiteX6" fmla="*/ 55938 w 65938"/>
                          <a:gd name="connsiteY6" fmla="*/ 21050 h 23183"/>
                          <a:gd name="connsiteX7" fmla="*/ 20219 w 65938"/>
                          <a:gd name="connsiteY7" fmla="*/ 0 h 231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5938" h="23183">
                            <a:moveTo>
                              <a:pt x="20219" y="0"/>
                            </a:moveTo>
                            <a:cubicBezTo>
                              <a:pt x="14123" y="2381"/>
                              <a:pt x="-2831" y="5525"/>
                              <a:pt x="407" y="12097"/>
                            </a:cubicBezTo>
                            <a:cubicBezTo>
                              <a:pt x="2979" y="17336"/>
                              <a:pt x="10885" y="19908"/>
                              <a:pt x="20029" y="20860"/>
                            </a:cubicBezTo>
                            <a:cubicBezTo>
                              <a:pt x="29077" y="22574"/>
                              <a:pt x="39460" y="22289"/>
                              <a:pt x="46889" y="23051"/>
                            </a:cubicBezTo>
                            <a:cubicBezTo>
                              <a:pt x="49080" y="23146"/>
                              <a:pt x="52604" y="23146"/>
                              <a:pt x="56319" y="22955"/>
                            </a:cubicBezTo>
                            <a:cubicBezTo>
                              <a:pt x="59843" y="23146"/>
                              <a:pt x="63463" y="23241"/>
                              <a:pt x="65939" y="23146"/>
                            </a:cubicBezTo>
                            <a:cubicBezTo>
                              <a:pt x="63177" y="22670"/>
                              <a:pt x="58605" y="21908"/>
                              <a:pt x="55938" y="21050"/>
                            </a:cubicBezTo>
                            <a:cubicBezTo>
                              <a:pt x="41174" y="16288"/>
                              <a:pt x="22219" y="12097"/>
                              <a:pt x="20219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29" name="Forme libre : forme 10628">
                        <a:extLst>
                          <a:ext uri="{FF2B5EF4-FFF2-40B4-BE49-F238E27FC236}">
                            <a16:creationId xmlns:a16="http://schemas.microsoft.com/office/drawing/2014/main" id="{3BE4DB22-6275-4326-8585-423309F36F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0789" y="2537269"/>
                        <a:ext cx="94196" cy="26416"/>
                      </a:xfrm>
                      <a:custGeom>
                        <a:avLst/>
                        <a:gdLst>
                          <a:gd name="connsiteX0" fmla="*/ 93563 w 94196"/>
                          <a:gd name="connsiteY0" fmla="*/ 22288 h 26416"/>
                          <a:gd name="connsiteX1" fmla="*/ 84990 w 94196"/>
                          <a:gd name="connsiteY1" fmla="*/ 25813 h 26416"/>
                          <a:gd name="connsiteX2" fmla="*/ 71179 w 94196"/>
                          <a:gd name="connsiteY2" fmla="*/ 26194 h 26416"/>
                          <a:gd name="connsiteX3" fmla="*/ 56415 w 94196"/>
                          <a:gd name="connsiteY3" fmla="*/ 25622 h 26416"/>
                          <a:gd name="connsiteX4" fmla="*/ 49938 w 94196"/>
                          <a:gd name="connsiteY4" fmla="*/ 25146 h 26416"/>
                          <a:gd name="connsiteX5" fmla="*/ 44414 w 94196"/>
                          <a:gd name="connsiteY5" fmla="*/ 25241 h 26416"/>
                          <a:gd name="connsiteX6" fmla="*/ 123 w 94196"/>
                          <a:gd name="connsiteY6" fmla="*/ 13430 h 26416"/>
                          <a:gd name="connsiteX7" fmla="*/ 17553 w 94196"/>
                          <a:gd name="connsiteY7" fmla="*/ 1905 h 26416"/>
                          <a:gd name="connsiteX8" fmla="*/ 33365 w 94196"/>
                          <a:gd name="connsiteY8" fmla="*/ 0 h 26416"/>
                          <a:gd name="connsiteX9" fmla="*/ 45747 w 94196"/>
                          <a:gd name="connsiteY9" fmla="*/ 381 h 26416"/>
                          <a:gd name="connsiteX10" fmla="*/ 59177 w 94196"/>
                          <a:gd name="connsiteY10" fmla="*/ 2096 h 26416"/>
                          <a:gd name="connsiteX11" fmla="*/ 76894 w 94196"/>
                          <a:gd name="connsiteY11" fmla="*/ 7144 h 26416"/>
                          <a:gd name="connsiteX12" fmla="*/ 90705 w 94196"/>
                          <a:gd name="connsiteY12" fmla="*/ 14669 h 26416"/>
                          <a:gd name="connsiteX13" fmla="*/ 93563 w 94196"/>
                          <a:gd name="connsiteY13" fmla="*/ 22288 h 26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94196" h="26416">
                            <a:moveTo>
                              <a:pt x="93563" y="22288"/>
                            </a:moveTo>
                            <a:cubicBezTo>
                              <a:pt x="92039" y="24479"/>
                              <a:pt x="88896" y="25527"/>
                              <a:pt x="84990" y="25813"/>
                            </a:cubicBezTo>
                            <a:cubicBezTo>
                              <a:pt x="80990" y="26479"/>
                              <a:pt x="76132" y="26575"/>
                              <a:pt x="71179" y="26194"/>
                            </a:cubicBezTo>
                            <a:cubicBezTo>
                              <a:pt x="66226" y="25622"/>
                              <a:pt x="61083" y="26003"/>
                              <a:pt x="56415" y="25622"/>
                            </a:cubicBezTo>
                            <a:cubicBezTo>
                              <a:pt x="54129" y="25432"/>
                              <a:pt x="51844" y="25337"/>
                              <a:pt x="49938" y="25146"/>
                            </a:cubicBezTo>
                            <a:cubicBezTo>
                              <a:pt x="47843" y="25146"/>
                              <a:pt x="45938" y="25146"/>
                              <a:pt x="44414" y="25241"/>
                            </a:cubicBezTo>
                            <a:cubicBezTo>
                              <a:pt x="32031" y="24003"/>
                              <a:pt x="2790" y="24289"/>
                              <a:pt x="123" y="13430"/>
                            </a:cubicBezTo>
                            <a:cubicBezTo>
                              <a:pt x="-1115" y="8096"/>
                              <a:pt x="7171" y="3810"/>
                              <a:pt x="17553" y="1905"/>
                            </a:cubicBezTo>
                            <a:cubicBezTo>
                              <a:pt x="22697" y="953"/>
                              <a:pt x="28316" y="381"/>
                              <a:pt x="33365" y="0"/>
                            </a:cubicBezTo>
                            <a:cubicBezTo>
                              <a:pt x="38413" y="0"/>
                              <a:pt x="42890" y="190"/>
                              <a:pt x="45747" y="381"/>
                            </a:cubicBezTo>
                            <a:cubicBezTo>
                              <a:pt x="48605" y="476"/>
                              <a:pt x="53558" y="762"/>
                              <a:pt x="59177" y="2096"/>
                            </a:cubicBezTo>
                            <a:cubicBezTo>
                              <a:pt x="64797" y="3334"/>
                              <a:pt x="71370" y="4477"/>
                              <a:pt x="76894" y="7144"/>
                            </a:cubicBezTo>
                            <a:cubicBezTo>
                              <a:pt x="82514" y="9525"/>
                              <a:pt x="87658" y="11906"/>
                              <a:pt x="90705" y="14669"/>
                            </a:cubicBezTo>
                            <a:cubicBezTo>
                              <a:pt x="93753" y="17526"/>
                              <a:pt x="95087" y="20098"/>
                              <a:pt x="93563" y="2228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30" name="Forme libre : forme 10629">
                        <a:extLst>
                          <a:ext uri="{FF2B5EF4-FFF2-40B4-BE49-F238E27FC236}">
                            <a16:creationId xmlns:a16="http://schemas.microsoft.com/office/drawing/2014/main" id="{9A71A0D9-9D79-4DA8-B0A2-8401DAF280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49934" y="2531207"/>
                        <a:ext cx="116674" cy="45729"/>
                      </a:xfrm>
                      <a:custGeom>
                        <a:avLst/>
                        <a:gdLst>
                          <a:gd name="connsiteX0" fmla="*/ 1828 w 116674"/>
                          <a:gd name="connsiteY0" fmla="*/ 26160 h 45729"/>
                          <a:gd name="connsiteX1" fmla="*/ 16211 w 116674"/>
                          <a:gd name="connsiteY1" fmla="*/ 35590 h 45729"/>
                          <a:gd name="connsiteX2" fmla="*/ 36880 w 116674"/>
                          <a:gd name="connsiteY2" fmla="*/ 41971 h 45729"/>
                          <a:gd name="connsiteX3" fmla="*/ 47548 w 116674"/>
                          <a:gd name="connsiteY3" fmla="*/ 44067 h 45729"/>
                          <a:gd name="connsiteX4" fmla="*/ 59550 w 116674"/>
                          <a:gd name="connsiteY4" fmla="*/ 45496 h 45729"/>
                          <a:gd name="connsiteX5" fmla="*/ 81172 w 116674"/>
                          <a:gd name="connsiteY5" fmla="*/ 45305 h 45729"/>
                          <a:gd name="connsiteX6" fmla="*/ 100603 w 116674"/>
                          <a:gd name="connsiteY6" fmla="*/ 42543 h 45729"/>
                          <a:gd name="connsiteX7" fmla="*/ 116605 w 116674"/>
                          <a:gd name="connsiteY7" fmla="*/ 30922 h 45729"/>
                          <a:gd name="connsiteX8" fmla="*/ 103746 w 116674"/>
                          <a:gd name="connsiteY8" fmla="*/ 23207 h 45729"/>
                          <a:gd name="connsiteX9" fmla="*/ 84029 w 116674"/>
                          <a:gd name="connsiteY9" fmla="*/ 16159 h 45729"/>
                          <a:gd name="connsiteX10" fmla="*/ 63455 w 116674"/>
                          <a:gd name="connsiteY10" fmla="*/ 8825 h 45729"/>
                          <a:gd name="connsiteX11" fmla="*/ 43739 w 116674"/>
                          <a:gd name="connsiteY11" fmla="*/ 1490 h 45729"/>
                          <a:gd name="connsiteX12" fmla="*/ 19735 w 116674"/>
                          <a:gd name="connsiteY12" fmla="*/ 1585 h 45729"/>
                          <a:gd name="connsiteX13" fmla="*/ 1828 w 116674"/>
                          <a:gd name="connsiteY13" fmla="*/ 26160 h 457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16674" h="45729">
                            <a:moveTo>
                              <a:pt x="1828" y="26160"/>
                            </a:moveTo>
                            <a:cubicBezTo>
                              <a:pt x="5734" y="31684"/>
                              <a:pt x="8496" y="33113"/>
                              <a:pt x="16211" y="35590"/>
                            </a:cubicBezTo>
                            <a:cubicBezTo>
                              <a:pt x="23450" y="37780"/>
                              <a:pt x="30023" y="40066"/>
                              <a:pt x="36880" y="41971"/>
                            </a:cubicBezTo>
                            <a:cubicBezTo>
                              <a:pt x="40310" y="42829"/>
                              <a:pt x="43834" y="43591"/>
                              <a:pt x="47548" y="44067"/>
                            </a:cubicBezTo>
                            <a:cubicBezTo>
                              <a:pt x="51263" y="44829"/>
                              <a:pt x="55169" y="45305"/>
                              <a:pt x="59550" y="45496"/>
                            </a:cubicBezTo>
                            <a:cubicBezTo>
                              <a:pt x="66789" y="45591"/>
                              <a:pt x="74028" y="46067"/>
                              <a:pt x="81172" y="45305"/>
                            </a:cubicBezTo>
                            <a:cubicBezTo>
                              <a:pt x="88125" y="44829"/>
                              <a:pt x="94793" y="44162"/>
                              <a:pt x="100603" y="42543"/>
                            </a:cubicBezTo>
                            <a:cubicBezTo>
                              <a:pt x="108604" y="41114"/>
                              <a:pt x="117557" y="37209"/>
                              <a:pt x="116605" y="30922"/>
                            </a:cubicBezTo>
                            <a:cubicBezTo>
                              <a:pt x="115938" y="27017"/>
                              <a:pt x="109080" y="25779"/>
                              <a:pt x="103746" y="23207"/>
                            </a:cubicBezTo>
                            <a:cubicBezTo>
                              <a:pt x="97364" y="20540"/>
                              <a:pt x="90697" y="18730"/>
                              <a:pt x="84029" y="16159"/>
                            </a:cubicBezTo>
                            <a:cubicBezTo>
                              <a:pt x="77266" y="14254"/>
                              <a:pt x="70504" y="11872"/>
                              <a:pt x="63455" y="8825"/>
                            </a:cubicBezTo>
                            <a:cubicBezTo>
                              <a:pt x="57455" y="6538"/>
                              <a:pt x="50978" y="3490"/>
                              <a:pt x="43739" y="1490"/>
                            </a:cubicBezTo>
                            <a:cubicBezTo>
                              <a:pt x="36500" y="-320"/>
                              <a:pt x="28498" y="-700"/>
                              <a:pt x="19735" y="1585"/>
                            </a:cubicBezTo>
                            <a:cubicBezTo>
                              <a:pt x="3924" y="6443"/>
                              <a:pt x="-3791" y="18445"/>
                              <a:pt x="1828" y="2616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31" name="Forme libre : forme 10630">
                        <a:extLst>
                          <a:ext uri="{FF2B5EF4-FFF2-40B4-BE49-F238E27FC236}">
                            <a16:creationId xmlns:a16="http://schemas.microsoft.com/office/drawing/2014/main" id="{049456A5-2636-452C-A025-9D21FE8DD2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2569" y="2527491"/>
                        <a:ext cx="39472" cy="16075"/>
                      </a:xfrm>
                      <a:custGeom>
                        <a:avLst/>
                        <a:gdLst>
                          <a:gd name="connsiteX0" fmla="*/ 3292 w 39472"/>
                          <a:gd name="connsiteY0" fmla="*/ 11017 h 16075"/>
                          <a:gd name="connsiteX1" fmla="*/ 53 w 39472"/>
                          <a:gd name="connsiteY1" fmla="*/ 14160 h 16075"/>
                          <a:gd name="connsiteX2" fmla="*/ 3387 w 39472"/>
                          <a:gd name="connsiteY2" fmla="*/ 16065 h 16075"/>
                          <a:gd name="connsiteX3" fmla="*/ 10626 w 39472"/>
                          <a:gd name="connsiteY3" fmla="*/ 15017 h 16075"/>
                          <a:gd name="connsiteX4" fmla="*/ 28152 w 39472"/>
                          <a:gd name="connsiteY4" fmla="*/ 10540 h 16075"/>
                          <a:gd name="connsiteX5" fmla="*/ 34438 w 39472"/>
                          <a:gd name="connsiteY5" fmla="*/ 8350 h 16075"/>
                          <a:gd name="connsiteX6" fmla="*/ 29676 w 39472"/>
                          <a:gd name="connsiteY6" fmla="*/ 349 h 16075"/>
                          <a:gd name="connsiteX7" fmla="*/ 3292 w 39472"/>
                          <a:gd name="connsiteY7" fmla="*/ 11017 h 16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472" h="16075">
                            <a:moveTo>
                              <a:pt x="3292" y="11017"/>
                            </a:moveTo>
                            <a:cubicBezTo>
                              <a:pt x="1578" y="12064"/>
                              <a:pt x="435" y="12826"/>
                              <a:pt x="53" y="14160"/>
                            </a:cubicBezTo>
                            <a:cubicBezTo>
                              <a:pt x="-327" y="15398"/>
                              <a:pt x="1387" y="15970"/>
                              <a:pt x="3387" y="16065"/>
                            </a:cubicBezTo>
                            <a:cubicBezTo>
                              <a:pt x="5483" y="16160"/>
                              <a:pt x="8340" y="15588"/>
                              <a:pt x="10626" y="15017"/>
                            </a:cubicBezTo>
                            <a:cubicBezTo>
                              <a:pt x="16246" y="13588"/>
                              <a:pt x="22247" y="11969"/>
                              <a:pt x="28152" y="10540"/>
                            </a:cubicBezTo>
                            <a:cubicBezTo>
                              <a:pt x="30438" y="9874"/>
                              <a:pt x="32629" y="9302"/>
                              <a:pt x="34438" y="8350"/>
                            </a:cubicBezTo>
                            <a:cubicBezTo>
                              <a:pt x="41964" y="4159"/>
                              <a:pt x="41582" y="-1461"/>
                              <a:pt x="29676" y="349"/>
                            </a:cubicBezTo>
                            <a:cubicBezTo>
                              <a:pt x="20342" y="1396"/>
                              <a:pt x="10150" y="6635"/>
                              <a:pt x="3292" y="1101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32" name="Forme libre : forme 10631">
                        <a:extLst>
                          <a:ext uri="{FF2B5EF4-FFF2-40B4-BE49-F238E27FC236}">
                            <a16:creationId xmlns:a16="http://schemas.microsoft.com/office/drawing/2014/main" id="{88F76602-5D51-4422-BAAD-738CC630E5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59490" y="2573178"/>
                        <a:ext cx="59912" cy="9715"/>
                      </a:xfrm>
                      <a:custGeom>
                        <a:avLst/>
                        <a:gdLst>
                          <a:gd name="connsiteX0" fmla="*/ 59913 w 59912"/>
                          <a:gd name="connsiteY0" fmla="*/ 0 h 9715"/>
                          <a:gd name="connsiteX1" fmla="*/ 30766 w 59912"/>
                          <a:gd name="connsiteY1" fmla="*/ 6858 h 9715"/>
                          <a:gd name="connsiteX2" fmla="*/ 14192 w 59912"/>
                          <a:gd name="connsiteY2" fmla="*/ 8096 h 9715"/>
                          <a:gd name="connsiteX3" fmla="*/ 0 w 59912"/>
                          <a:gd name="connsiteY3" fmla="*/ 9716 h 9715"/>
                          <a:gd name="connsiteX4" fmla="*/ 59913 w 59912"/>
                          <a:gd name="connsiteY4" fmla="*/ 0 h 97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912" h="9715">
                            <a:moveTo>
                              <a:pt x="59913" y="0"/>
                            </a:moveTo>
                            <a:cubicBezTo>
                              <a:pt x="53054" y="4953"/>
                              <a:pt x="42101" y="5525"/>
                              <a:pt x="30766" y="6858"/>
                            </a:cubicBezTo>
                            <a:cubicBezTo>
                              <a:pt x="25146" y="7334"/>
                              <a:pt x="19431" y="7334"/>
                              <a:pt x="14192" y="8096"/>
                            </a:cubicBezTo>
                            <a:cubicBezTo>
                              <a:pt x="8954" y="8763"/>
                              <a:pt x="4001" y="8572"/>
                              <a:pt x="0" y="9716"/>
                            </a:cubicBezTo>
                            <a:cubicBezTo>
                              <a:pt x="16573" y="7049"/>
                              <a:pt x="40100" y="3238"/>
                              <a:pt x="5991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33" name="Forme libre : forme 10632">
                        <a:extLst>
                          <a:ext uri="{FF2B5EF4-FFF2-40B4-BE49-F238E27FC236}">
                            <a16:creationId xmlns:a16="http://schemas.microsoft.com/office/drawing/2014/main" id="{A5F0B60F-F097-463C-BB23-B67874F572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28045" y="2512314"/>
                        <a:ext cx="65151" cy="38766"/>
                      </a:xfrm>
                      <a:custGeom>
                        <a:avLst/>
                        <a:gdLst>
                          <a:gd name="connsiteX0" fmla="*/ 65151 w 65151"/>
                          <a:gd name="connsiteY0" fmla="*/ 0 h 38766"/>
                          <a:gd name="connsiteX1" fmla="*/ 0 w 65151"/>
                          <a:gd name="connsiteY1" fmla="*/ 38767 h 38766"/>
                          <a:gd name="connsiteX2" fmla="*/ 65151 w 65151"/>
                          <a:gd name="connsiteY2" fmla="*/ 0 h 387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5151" h="38766">
                            <a:moveTo>
                              <a:pt x="65151" y="0"/>
                            </a:moveTo>
                            <a:cubicBezTo>
                              <a:pt x="35909" y="5334"/>
                              <a:pt x="14002" y="22574"/>
                              <a:pt x="0" y="38767"/>
                            </a:cubicBezTo>
                            <a:cubicBezTo>
                              <a:pt x="12192" y="22765"/>
                              <a:pt x="40767" y="7525"/>
                              <a:pt x="6515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34" name="Forme libre : forme 10633">
                        <a:extLst>
                          <a:ext uri="{FF2B5EF4-FFF2-40B4-BE49-F238E27FC236}">
                            <a16:creationId xmlns:a16="http://schemas.microsoft.com/office/drawing/2014/main" id="{E794B701-9045-4040-9663-41DBB9A89D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33996" y="2537153"/>
                        <a:ext cx="36056" cy="10906"/>
                      </a:xfrm>
                      <a:custGeom>
                        <a:avLst/>
                        <a:gdLst>
                          <a:gd name="connsiteX0" fmla="*/ 35591 w 36056"/>
                          <a:gd name="connsiteY0" fmla="*/ 9641 h 10906"/>
                          <a:gd name="connsiteX1" fmla="*/ 14445 w 36056"/>
                          <a:gd name="connsiteY1" fmla="*/ 8498 h 10906"/>
                          <a:gd name="connsiteX2" fmla="*/ 348 w 36056"/>
                          <a:gd name="connsiteY2" fmla="*/ 1925 h 10906"/>
                          <a:gd name="connsiteX3" fmla="*/ 20827 w 36056"/>
                          <a:gd name="connsiteY3" fmla="*/ 1640 h 10906"/>
                          <a:gd name="connsiteX4" fmla="*/ 35591 w 36056"/>
                          <a:gd name="connsiteY4" fmla="*/ 9641 h 109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056" h="10906">
                            <a:moveTo>
                              <a:pt x="35591" y="9641"/>
                            </a:moveTo>
                            <a:cubicBezTo>
                              <a:pt x="32542" y="12974"/>
                              <a:pt x="18922" y="8688"/>
                              <a:pt x="14445" y="8498"/>
                            </a:cubicBezTo>
                            <a:cubicBezTo>
                              <a:pt x="10159" y="7831"/>
                              <a:pt x="-2223" y="5450"/>
                              <a:pt x="348" y="1925"/>
                            </a:cubicBezTo>
                            <a:cubicBezTo>
                              <a:pt x="3111" y="-1599"/>
                              <a:pt x="16636" y="592"/>
                              <a:pt x="20827" y="1640"/>
                            </a:cubicBezTo>
                            <a:cubicBezTo>
                              <a:pt x="25113" y="2783"/>
                              <a:pt x="38734" y="6497"/>
                              <a:pt x="35591" y="964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35" name="Forme libre : forme 10634">
                        <a:extLst>
                          <a:ext uri="{FF2B5EF4-FFF2-40B4-BE49-F238E27FC236}">
                            <a16:creationId xmlns:a16="http://schemas.microsoft.com/office/drawing/2014/main" id="{24E5F65E-BABC-43E8-8F8E-920D01C56F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65203" y="2543926"/>
                        <a:ext cx="10098" cy="4036"/>
                      </a:xfrm>
                      <a:custGeom>
                        <a:avLst/>
                        <a:gdLst>
                          <a:gd name="connsiteX0" fmla="*/ 10099 w 10098"/>
                          <a:gd name="connsiteY0" fmla="*/ 3154 h 4036"/>
                          <a:gd name="connsiteX1" fmla="*/ 5145 w 10098"/>
                          <a:gd name="connsiteY1" fmla="*/ 3630 h 4036"/>
                          <a:gd name="connsiteX2" fmla="*/ 2 w 10098"/>
                          <a:gd name="connsiteY2" fmla="*/ 1154 h 4036"/>
                          <a:gd name="connsiteX3" fmla="*/ 4859 w 10098"/>
                          <a:gd name="connsiteY3" fmla="*/ 201 h 4036"/>
                          <a:gd name="connsiteX4" fmla="*/ 10099 w 10098"/>
                          <a:gd name="connsiteY4" fmla="*/ 3154 h 40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98" h="4036">
                            <a:moveTo>
                              <a:pt x="10099" y="3154"/>
                            </a:moveTo>
                            <a:cubicBezTo>
                              <a:pt x="10099" y="4582"/>
                              <a:pt x="6860" y="3916"/>
                              <a:pt x="5145" y="3630"/>
                            </a:cubicBezTo>
                            <a:cubicBezTo>
                              <a:pt x="3431" y="3344"/>
                              <a:pt x="97" y="2582"/>
                              <a:pt x="2" y="1154"/>
                            </a:cubicBezTo>
                            <a:cubicBezTo>
                              <a:pt x="-93" y="-275"/>
                              <a:pt x="3145" y="-85"/>
                              <a:pt x="4859" y="201"/>
                            </a:cubicBezTo>
                            <a:cubicBezTo>
                              <a:pt x="6669" y="391"/>
                              <a:pt x="10003" y="1820"/>
                              <a:pt x="10099" y="315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36" name="Forme libre : forme 10635">
                        <a:extLst>
                          <a:ext uri="{FF2B5EF4-FFF2-40B4-BE49-F238E27FC236}">
                            <a16:creationId xmlns:a16="http://schemas.microsoft.com/office/drawing/2014/main" id="{7D115586-4627-4220-B11D-B6EDACACA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33816" y="2514055"/>
                        <a:ext cx="85289" cy="52732"/>
                      </a:xfrm>
                      <a:custGeom>
                        <a:avLst/>
                        <a:gdLst>
                          <a:gd name="connsiteX0" fmla="*/ 70251 w 85289"/>
                          <a:gd name="connsiteY0" fmla="*/ 27024 h 52732"/>
                          <a:gd name="connsiteX1" fmla="*/ 85205 w 85289"/>
                          <a:gd name="connsiteY1" fmla="*/ 49217 h 52732"/>
                          <a:gd name="connsiteX2" fmla="*/ 77205 w 85289"/>
                          <a:gd name="connsiteY2" fmla="*/ 51979 h 52732"/>
                          <a:gd name="connsiteX3" fmla="*/ 68823 w 85289"/>
                          <a:gd name="connsiteY3" fmla="*/ 44835 h 52732"/>
                          <a:gd name="connsiteX4" fmla="*/ 57012 w 85289"/>
                          <a:gd name="connsiteY4" fmla="*/ 32929 h 52732"/>
                          <a:gd name="connsiteX5" fmla="*/ 41867 w 85289"/>
                          <a:gd name="connsiteY5" fmla="*/ 22737 h 52732"/>
                          <a:gd name="connsiteX6" fmla="*/ 31579 w 85289"/>
                          <a:gd name="connsiteY6" fmla="*/ 18641 h 52732"/>
                          <a:gd name="connsiteX7" fmla="*/ 16054 w 85289"/>
                          <a:gd name="connsiteY7" fmla="*/ 13593 h 52732"/>
                          <a:gd name="connsiteX8" fmla="*/ 909 w 85289"/>
                          <a:gd name="connsiteY8" fmla="*/ 3592 h 52732"/>
                          <a:gd name="connsiteX9" fmla="*/ 25579 w 85289"/>
                          <a:gd name="connsiteY9" fmla="*/ 830 h 52732"/>
                          <a:gd name="connsiteX10" fmla="*/ 41295 w 85289"/>
                          <a:gd name="connsiteY10" fmla="*/ 4735 h 52732"/>
                          <a:gd name="connsiteX11" fmla="*/ 52154 w 85289"/>
                          <a:gd name="connsiteY11" fmla="*/ 9783 h 52732"/>
                          <a:gd name="connsiteX12" fmla="*/ 62822 w 85289"/>
                          <a:gd name="connsiteY12" fmla="*/ 18260 h 52732"/>
                          <a:gd name="connsiteX13" fmla="*/ 70251 w 85289"/>
                          <a:gd name="connsiteY13" fmla="*/ 27024 h 527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85289" h="52732">
                            <a:moveTo>
                              <a:pt x="70251" y="27024"/>
                            </a:moveTo>
                            <a:cubicBezTo>
                              <a:pt x="78062" y="34643"/>
                              <a:pt x="83015" y="40835"/>
                              <a:pt x="85205" y="49217"/>
                            </a:cubicBezTo>
                            <a:cubicBezTo>
                              <a:pt x="85967" y="52360"/>
                              <a:pt x="81396" y="53693"/>
                              <a:pt x="77205" y="51979"/>
                            </a:cubicBezTo>
                            <a:cubicBezTo>
                              <a:pt x="73014" y="50074"/>
                              <a:pt x="71108" y="47407"/>
                              <a:pt x="68823" y="44835"/>
                            </a:cubicBezTo>
                            <a:cubicBezTo>
                              <a:pt x="65298" y="40644"/>
                              <a:pt x="61393" y="36739"/>
                              <a:pt x="57012" y="32929"/>
                            </a:cubicBezTo>
                            <a:cubicBezTo>
                              <a:pt x="52439" y="29500"/>
                              <a:pt x="47391" y="26166"/>
                              <a:pt x="41867" y="22737"/>
                            </a:cubicBezTo>
                            <a:cubicBezTo>
                              <a:pt x="40248" y="21499"/>
                              <a:pt x="36247" y="20356"/>
                              <a:pt x="31579" y="18641"/>
                            </a:cubicBezTo>
                            <a:cubicBezTo>
                              <a:pt x="26912" y="17117"/>
                              <a:pt x="21198" y="14736"/>
                              <a:pt x="16054" y="13593"/>
                            </a:cubicBezTo>
                            <a:cubicBezTo>
                              <a:pt x="5862" y="10736"/>
                              <a:pt x="-2901" y="7307"/>
                              <a:pt x="909" y="3592"/>
                            </a:cubicBezTo>
                            <a:cubicBezTo>
                              <a:pt x="4814" y="68"/>
                              <a:pt x="14815" y="-885"/>
                              <a:pt x="25579" y="830"/>
                            </a:cubicBezTo>
                            <a:cubicBezTo>
                              <a:pt x="31008" y="1878"/>
                              <a:pt x="36533" y="3306"/>
                              <a:pt x="41295" y="4735"/>
                            </a:cubicBezTo>
                            <a:cubicBezTo>
                              <a:pt x="46058" y="6259"/>
                              <a:pt x="49677" y="8355"/>
                              <a:pt x="52154" y="9783"/>
                            </a:cubicBezTo>
                            <a:cubicBezTo>
                              <a:pt x="57012" y="12736"/>
                              <a:pt x="60154" y="15498"/>
                              <a:pt x="62822" y="18260"/>
                            </a:cubicBezTo>
                            <a:cubicBezTo>
                              <a:pt x="65203" y="21118"/>
                              <a:pt x="67298" y="24071"/>
                              <a:pt x="70251" y="2702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86" name="Graphique 1">
                      <a:extLst>
                        <a:ext uri="{FF2B5EF4-FFF2-40B4-BE49-F238E27FC236}">
                          <a16:creationId xmlns:a16="http://schemas.microsoft.com/office/drawing/2014/main" id="{7C236BF8-D099-4582-B06D-CCEC4ABF47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625684" y="2560233"/>
                      <a:ext cx="180008" cy="133063"/>
                      <a:chOff x="6625684" y="2560233"/>
                      <a:chExt cx="180008" cy="133063"/>
                    </a:xfrm>
                    <a:solidFill>
                      <a:schemeClr val="accent1"/>
                    </a:solidFill>
                  </p:grpSpPr>
                  <p:sp>
                    <p:nvSpPr>
                      <p:cNvPr id="10613" name="Forme libre : forme 10612">
                        <a:extLst>
                          <a:ext uri="{FF2B5EF4-FFF2-40B4-BE49-F238E27FC236}">
                            <a16:creationId xmlns:a16="http://schemas.microsoft.com/office/drawing/2014/main" id="{3828F882-06BB-499F-AFDC-9A62DB6F32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5696" y="2560233"/>
                        <a:ext cx="179997" cy="133063"/>
                      </a:xfrm>
                      <a:custGeom>
                        <a:avLst/>
                        <a:gdLst>
                          <a:gd name="connsiteX0" fmla="*/ 98196 w 179997"/>
                          <a:gd name="connsiteY0" fmla="*/ 118292 h 133063"/>
                          <a:gd name="connsiteX1" fmla="*/ 39808 w 179997"/>
                          <a:gd name="connsiteY1" fmla="*/ 78287 h 133063"/>
                          <a:gd name="connsiteX2" fmla="*/ 565 w 179997"/>
                          <a:gd name="connsiteY2" fmla="*/ 20280 h 133063"/>
                          <a:gd name="connsiteX3" fmla="*/ 11614 w 179997"/>
                          <a:gd name="connsiteY3" fmla="*/ 1706 h 133063"/>
                          <a:gd name="connsiteX4" fmla="*/ 83908 w 179997"/>
                          <a:gd name="connsiteY4" fmla="*/ 16946 h 133063"/>
                          <a:gd name="connsiteX5" fmla="*/ 137439 w 179997"/>
                          <a:gd name="connsiteY5" fmla="*/ 53903 h 133063"/>
                          <a:gd name="connsiteX6" fmla="*/ 152202 w 179997"/>
                          <a:gd name="connsiteY6" fmla="*/ 66476 h 133063"/>
                          <a:gd name="connsiteX7" fmla="*/ 157632 w 179997"/>
                          <a:gd name="connsiteY7" fmla="*/ 72667 h 133063"/>
                          <a:gd name="connsiteX8" fmla="*/ 161918 w 179997"/>
                          <a:gd name="connsiteY8" fmla="*/ 78477 h 133063"/>
                          <a:gd name="connsiteX9" fmla="*/ 167157 w 179997"/>
                          <a:gd name="connsiteY9" fmla="*/ 89908 h 133063"/>
                          <a:gd name="connsiteX10" fmla="*/ 172872 w 179997"/>
                          <a:gd name="connsiteY10" fmla="*/ 102004 h 133063"/>
                          <a:gd name="connsiteX11" fmla="*/ 177920 w 179997"/>
                          <a:gd name="connsiteY11" fmla="*/ 123531 h 133063"/>
                          <a:gd name="connsiteX12" fmla="*/ 161727 w 179997"/>
                          <a:gd name="connsiteY12" fmla="*/ 131818 h 133063"/>
                          <a:gd name="connsiteX13" fmla="*/ 150488 w 179997"/>
                          <a:gd name="connsiteY13" fmla="*/ 132960 h 133063"/>
                          <a:gd name="connsiteX14" fmla="*/ 144773 w 179997"/>
                          <a:gd name="connsiteY14" fmla="*/ 132770 h 133063"/>
                          <a:gd name="connsiteX15" fmla="*/ 139629 w 179997"/>
                          <a:gd name="connsiteY15" fmla="*/ 132484 h 133063"/>
                          <a:gd name="connsiteX16" fmla="*/ 98196 w 179997"/>
                          <a:gd name="connsiteY16" fmla="*/ 118292 h 133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79997" h="133063">
                            <a:moveTo>
                              <a:pt x="98196" y="118292"/>
                            </a:moveTo>
                            <a:cubicBezTo>
                              <a:pt x="82670" y="109338"/>
                              <a:pt x="53047" y="88384"/>
                              <a:pt x="39808" y="78287"/>
                            </a:cubicBezTo>
                            <a:cubicBezTo>
                              <a:pt x="14757" y="59237"/>
                              <a:pt x="7518" y="42187"/>
                              <a:pt x="565" y="20280"/>
                            </a:cubicBezTo>
                            <a:cubicBezTo>
                              <a:pt x="-1817" y="12660"/>
                              <a:pt x="3613" y="3135"/>
                              <a:pt x="11614" y="1706"/>
                            </a:cubicBezTo>
                            <a:cubicBezTo>
                              <a:pt x="34760" y="-2580"/>
                              <a:pt x="57143" y="753"/>
                              <a:pt x="83908" y="16946"/>
                            </a:cubicBezTo>
                            <a:cubicBezTo>
                              <a:pt x="98291" y="25614"/>
                              <a:pt x="124770" y="44664"/>
                              <a:pt x="137439" y="53903"/>
                            </a:cubicBezTo>
                            <a:cubicBezTo>
                              <a:pt x="143344" y="58094"/>
                              <a:pt x="148297" y="62571"/>
                              <a:pt x="152202" y="66476"/>
                            </a:cubicBezTo>
                            <a:cubicBezTo>
                              <a:pt x="154203" y="68476"/>
                              <a:pt x="156013" y="70572"/>
                              <a:pt x="157632" y="72667"/>
                            </a:cubicBezTo>
                            <a:cubicBezTo>
                              <a:pt x="159156" y="74477"/>
                              <a:pt x="160585" y="76477"/>
                              <a:pt x="161918" y="78477"/>
                            </a:cubicBezTo>
                            <a:cubicBezTo>
                              <a:pt x="164490" y="82764"/>
                              <a:pt x="167252" y="86478"/>
                              <a:pt x="167157" y="89908"/>
                            </a:cubicBezTo>
                            <a:cubicBezTo>
                              <a:pt x="167919" y="93622"/>
                              <a:pt x="169824" y="97432"/>
                              <a:pt x="172872" y="102004"/>
                            </a:cubicBezTo>
                            <a:cubicBezTo>
                              <a:pt x="176872" y="107814"/>
                              <a:pt x="183349" y="117625"/>
                              <a:pt x="177920" y="123531"/>
                            </a:cubicBezTo>
                            <a:cubicBezTo>
                              <a:pt x="173824" y="127817"/>
                              <a:pt x="168586" y="129912"/>
                              <a:pt x="161727" y="131818"/>
                            </a:cubicBezTo>
                            <a:cubicBezTo>
                              <a:pt x="158299" y="132960"/>
                              <a:pt x="154584" y="133246"/>
                              <a:pt x="150488" y="132960"/>
                            </a:cubicBezTo>
                            <a:cubicBezTo>
                              <a:pt x="148297" y="132865"/>
                              <a:pt x="146297" y="132770"/>
                              <a:pt x="144773" y="132770"/>
                            </a:cubicBezTo>
                            <a:cubicBezTo>
                              <a:pt x="143059" y="132770"/>
                              <a:pt x="141154" y="132675"/>
                              <a:pt x="139629" y="132484"/>
                            </a:cubicBezTo>
                            <a:cubicBezTo>
                              <a:pt x="126485" y="131341"/>
                              <a:pt x="112198" y="126579"/>
                              <a:pt x="98196" y="11829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14" name="Forme libre : forme 10613">
                        <a:extLst>
                          <a:ext uri="{FF2B5EF4-FFF2-40B4-BE49-F238E27FC236}">
                            <a16:creationId xmlns:a16="http://schemas.microsoft.com/office/drawing/2014/main" id="{4DE46DD0-5977-4B4D-99DF-E765F9F819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5684" y="2570702"/>
                        <a:ext cx="178026" cy="122194"/>
                      </a:xfrm>
                      <a:custGeom>
                        <a:avLst/>
                        <a:gdLst>
                          <a:gd name="connsiteX0" fmla="*/ 63822 w 178026"/>
                          <a:gd name="connsiteY0" fmla="*/ 51530 h 122194"/>
                          <a:gd name="connsiteX1" fmla="*/ 1243 w 178026"/>
                          <a:gd name="connsiteY1" fmla="*/ 0 h 122194"/>
                          <a:gd name="connsiteX2" fmla="*/ 576 w 178026"/>
                          <a:gd name="connsiteY2" fmla="*/ 9620 h 122194"/>
                          <a:gd name="connsiteX3" fmla="*/ 4291 w 178026"/>
                          <a:gd name="connsiteY3" fmla="*/ 20574 h 122194"/>
                          <a:gd name="connsiteX4" fmla="*/ 20483 w 178026"/>
                          <a:gd name="connsiteY4" fmla="*/ 49339 h 122194"/>
                          <a:gd name="connsiteX5" fmla="*/ 39914 w 178026"/>
                          <a:gd name="connsiteY5" fmla="*/ 67627 h 122194"/>
                          <a:gd name="connsiteX6" fmla="*/ 48772 w 178026"/>
                          <a:gd name="connsiteY6" fmla="*/ 74200 h 122194"/>
                          <a:gd name="connsiteX7" fmla="*/ 93540 w 178026"/>
                          <a:gd name="connsiteY7" fmla="*/ 104775 h 122194"/>
                          <a:gd name="connsiteX8" fmla="*/ 98303 w 178026"/>
                          <a:gd name="connsiteY8" fmla="*/ 107632 h 122194"/>
                          <a:gd name="connsiteX9" fmla="*/ 127925 w 178026"/>
                          <a:gd name="connsiteY9" fmla="*/ 119920 h 122194"/>
                          <a:gd name="connsiteX10" fmla="*/ 147737 w 178026"/>
                          <a:gd name="connsiteY10" fmla="*/ 122015 h 122194"/>
                          <a:gd name="connsiteX11" fmla="*/ 159072 w 178026"/>
                          <a:gd name="connsiteY11" fmla="*/ 121729 h 122194"/>
                          <a:gd name="connsiteX12" fmla="*/ 168597 w 178026"/>
                          <a:gd name="connsiteY12" fmla="*/ 118872 h 122194"/>
                          <a:gd name="connsiteX13" fmla="*/ 173645 w 178026"/>
                          <a:gd name="connsiteY13" fmla="*/ 116491 h 122194"/>
                          <a:gd name="connsiteX14" fmla="*/ 177836 w 178026"/>
                          <a:gd name="connsiteY14" fmla="*/ 112871 h 122194"/>
                          <a:gd name="connsiteX15" fmla="*/ 178027 w 178026"/>
                          <a:gd name="connsiteY15" fmla="*/ 112585 h 122194"/>
                          <a:gd name="connsiteX16" fmla="*/ 173360 w 178026"/>
                          <a:gd name="connsiteY16" fmla="*/ 112490 h 122194"/>
                          <a:gd name="connsiteX17" fmla="*/ 168788 w 178026"/>
                          <a:gd name="connsiteY17" fmla="*/ 111538 h 122194"/>
                          <a:gd name="connsiteX18" fmla="*/ 159644 w 178026"/>
                          <a:gd name="connsiteY18" fmla="*/ 109347 h 122194"/>
                          <a:gd name="connsiteX19" fmla="*/ 143642 w 178026"/>
                          <a:gd name="connsiteY19" fmla="*/ 102203 h 122194"/>
                          <a:gd name="connsiteX20" fmla="*/ 129450 w 178026"/>
                          <a:gd name="connsiteY20" fmla="*/ 94107 h 122194"/>
                          <a:gd name="connsiteX21" fmla="*/ 115924 w 178026"/>
                          <a:gd name="connsiteY21" fmla="*/ 85534 h 122194"/>
                          <a:gd name="connsiteX22" fmla="*/ 63822 w 178026"/>
                          <a:gd name="connsiteY22" fmla="*/ 51530 h 1221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78026" h="122194">
                            <a:moveTo>
                              <a:pt x="63822" y="51530"/>
                            </a:moveTo>
                            <a:cubicBezTo>
                              <a:pt x="39724" y="36671"/>
                              <a:pt x="15435" y="19907"/>
                              <a:pt x="1243" y="0"/>
                            </a:cubicBezTo>
                            <a:cubicBezTo>
                              <a:pt x="5" y="3048"/>
                              <a:pt x="-472" y="6477"/>
                              <a:pt x="576" y="9620"/>
                            </a:cubicBezTo>
                            <a:cubicBezTo>
                              <a:pt x="1719" y="13430"/>
                              <a:pt x="2957" y="17050"/>
                              <a:pt x="4291" y="20574"/>
                            </a:cubicBezTo>
                            <a:cubicBezTo>
                              <a:pt x="8101" y="30670"/>
                              <a:pt x="12768" y="40195"/>
                              <a:pt x="20483" y="49339"/>
                            </a:cubicBezTo>
                            <a:cubicBezTo>
                              <a:pt x="25436" y="55340"/>
                              <a:pt x="31723" y="61246"/>
                              <a:pt x="39914" y="67627"/>
                            </a:cubicBezTo>
                            <a:cubicBezTo>
                              <a:pt x="42486" y="69532"/>
                              <a:pt x="45439" y="71723"/>
                              <a:pt x="48772" y="74200"/>
                            </a:cubicBezTo>
                            <a:cubicBezTo>
                              <a:pt x="61822" y="83725"/>
                              <a:pt x="80682" y="96774"/>
                              <a:pt x="93540" y="104775"/>
                            </a:cubicBezTo>
                            <a:cubicBezTo>
                              <a:pt x="95255" y="105823"/>
                              <a:pt x="96874" y="106775"/>
                              <a:pt x="98303" y="107632"/>
                            </a:cubicBezTo>
                            <a:cubicBezTo>
                              <a:pt x="108399" y="113538"/>
                              <a:pt x="118305" y="117538"/>
                              <a:pt x="127925" y="119920"/>
                            </a:cubicBezTo>
                            <a:cubicBezTo>
                              <a:pt x="134783" y="121444"/>
                              <a:pt x="140689" y="122206"/>
                              <a:pt x="147737" y="122015"/>
                            </a:cubicBezTo>
                            <a:cubicBezTo>
                              <a:pt x="151833" y="122206"/>
                              <a:pt x="155643" y="122396"/>
                              <a:pt x="159072" y="121729"/>
                            </a:cubicBezTo>
                            <a:cubicBezTo>
                              <a:pt x="162596" y="120872"/>
                              <a:pt x="165740" y="119920"/>
                              <a:pt x="168597" y="118872"/>
                            </a:cubicBezTo>
                            <a:cubicBezTo>
                              <a:pt x="170407" y="118110"/>
                              <a:pt x="172121" y="117348"/>
                              <a:pt x="173645" y="116491"/>
                            </a:cubicBezTo>
                            <a:cubicBezTo>
                              <a:pt x="175169" y="115252"/>
                              <a:pt x="176598" y="114109"/>
                              <a:pt x="177836" y="112871"/>
                            </a:cubicBezTo>
                            <a:lnTo>
                              <a:pt x="178027" y="112585"/>
                            </a:lnTo>
                            <a:lnTo>
                              <a:pt x="173360" y="112490"/>
                            </a:lnTo>
                            <a:lnTo>
                              <a:pt x="168788" y="111538"/>
                            </a:lnTo>
                            <a:cubicBezTo>
                              <a:pt x="165740" y="110776"/>
                              <a:pt x="162596" y="110490"/>
                              <a:pt x="159644" y="109347"/>
                            </a:cubicBezTo>
                            <a:cubicBezTo>
                              <a:pt x="153452" y="106870"/>
                              <a:pt x="148404" y="104965"/>
                              <a:pt x="143642" y="102203"/>
                            </a:cubicBezTo>
                            <a:cubicBezTo>
                              <a:pt x="138688" y="99726"/>
                              <a:pt x="134021" y="97059"/>
                              <a:pt x="129450" y="94107"/>
                            </a:cubicBezTo>
                            <a:cubicBezTo>
                              <a:pt x="124782" y="91345"/>
                              <a:pt x="120305" y="88487"/>
                              <a:pt x="115924" y="85534"/>
                            </a:cubicBezTo>
                            <a:cubicBezTo>
                              <a:pt x="98207" y="74009"/>
                              <a:pt x="81158" y="62103"/>
                              <a:pt x="63822" y="5153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15" name="Forme libre : forme 10614">
                        <a:extLst>
                          <a:ext uri="{FF2B5EF4-FFF2-40B4-BE49-F238E27FC236}">
                            <a16:creationId xmlns:a16="http://schemas.microsoft.com/office/drawing/2014/main" id="{289DBACF-920F-4D2D-B241-2379459E52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87041" y="2606623"/>
                        <a:ext cx="80996" cy="59269"/>
                      </a:xfrm>
                      <a:custGeom>
                        <a:avLst/>
                        <a:gdLst>
                          <a:gd name="connsiteX0" fmla="*/ 80571 w 80996"/>
                          <a:gd name="connsiteY0" fmla="*/ 56661 h 59269"/>
                          <a:gd name="connsiteX1" fmla="*/ 57901 w 80996"/>
                          <a:gd name="connsiteY1" fmla="*/ 54756 h 59269"/>
                          <a:gd name="connsiteX2" fmla="*/ 31231 w 80996"/>
                          <a:gd name="connsiteY2" fmla="*/ 39897 h 59269"/>
                          <a:gd name="connsiteX3" fmla="*/ 847 w 80996"/>
                          <a:gd name="connsiteY3" fmla="*/ 2559 h 59269"/>
                          <a:gd name="connsiteX4" fmla="*/ 45138 w 80996"/>
                          <a:gd name="connsiteY4" fmla="*/ 19323 h 59269"/>
                          <a:gd name="connsiteX5" fmla="*/ 67998 w 80996"/>
                          <a:gd name="connsiteY5" fmla="*/ 37611 h 59269"/>
                          <a:gd name="connsiteX6" fmla="*/ 80571 w 80996"/>
                          <a:gd name="connsiteY6" fmla="*/ 56661 h 592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0996" h="59269">
                            <a:moveTo>
                              <a:pt x="80571" y="56661"/>
                            </a:moveTo>
                            <a:cubicBezTo>
                              <a:pt x="78284" y="61329"/>
                              <a:pt x="68474" y="59138"/>
                              <a:pt x="57901" y="54756"/>
                            </a:cubicBezTo>
                            <a:cubicBezTo>
                              <a:pt x="47424" y="50184"/>
                              <a:pt x="36565" y="43517"/>
                              <a:pt x="31231" y="39897"/>
                            </a:cubicBezTo>
                            <a:cubicBezTo>
                              <a:pt x="20658" y="32658"/>
                              <a:pt x="-4964" y="11703"/>
                              <a:pt x="847" y="2559"/>
                            </a:cubicBezTo>
                            <a:cubicBezTo>
                              <a:pt x="6847" y="-6870"/>
                              <a:pt x="35613" y="12275"/>
                              <a:pt x="45138" y="19323"/>
                            </a:cubicBezTo>
                            <a:cubicBezTo>
                              <a:pt x="49900" y="22848"/>
                              <a:pt x="59806" y="30277"/>
                              <a:pt x="67998" y="37611"/>
                            </a:cubicBezTo>
                            <a:cubicBezTo>
                              <a:pt x="76189" y="44946"/>
                              <a:pt x="82761" y="52280"/>
                              <a:pt x="80571" y="5666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16" name="Forme libre : forme 10615">
                        <a:extLst>
                          <a:ext uri="{FF2B5EF4-FFF2-40B4-BE49-F238E27FC236}">
                            <a16:creationId xmlns:a16="http://schemas.microsoft.com/office/drawing/2014/main" id="{AE331042-CF17-4A5B-B512-BE96A416C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87096" y="2606275"/>
                        <a:ext cx="49653" cy="50914"/>
                      </a:xfrm>
                      <a:custGeom>
                        <a:avLst/>
                        <a:gdLst>
                          <a:gd name="connsiteX0" fmla="*/ 23079 w 49653"/>
                          <a:gd name="connsiteY0" fmla="*/ 6242 h 50914"/>
                          <a:gd name="connsiteX1" fmla="*/ 314 w 49653"/>
                          <a:gd name="connsiteY1" fmla="*/ 2718 h 50914"/>
                          <a:gd name="connsiteX2" fmla="*/ 31557 w 49653"/>
                          <a:gd name="connsiteY2" fmla="*/ 40627 h 50914"/>
                          <a:gd name="connsiteX3" fmla="*/ 49654 w 49653"/>
                          <a:gd name="connsiteY3" fmla="*/ 50914 h 50914"/>
                          <a:gd name="connsiteX4" fmla="*/ 40796 w 49653"/>
                          <a:gd name="connsiteY4" fmla="*/ 44152 h 50914"/>
                          <a:gd name="connsiteX5" fmla="*/ 23079 w 49653"/>
                          <a:gd name="connsiteY5" fmla="*/ 6242 h 509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9653" h="50914">
                            <a:moveTo>
                              <a:pt x="23079" y="6242"/>
                            </a:moveTo>
                            <a:cubicBezTo>
                              <a:pt x="17078" y="4337"/>
                              <a:pt x="2315" y="-4331"/>
                              <a:pt x="314" y="2718"/>
                            </a:cubicBezTo>
                            <a:cubicBezTo>
                              <a:pt x="-2828" y="13767"/>
                              <a:pt x="18317" y="31388"/>
                              <a:pt x="31557" y="40627"/>
                            </a:cubicBezTo>
                            <a:cubicBezTo>
                              <a:pt x="35462" y="43294"/>
                              <a:pt x="44606" y="48723"/>
                              <a:pt x="49654" y="50914"/>
                            </a:cubicBezTo>
                            <a:cubicBezTo>
                              <a:pt x="47082" y="49104"/>
                              <a:pt x="42796" y="46247"/>
                              <a:pt x="40796" y="44152"/>
                            </a:cubicBezTo>
                            <a:cubicBezTo>
                              <a:pt x="29366" y="31960"/>
                              <a:pt x="17078" y="16624"/>
                              <a:pt x="23079" y="624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17" name="Forme libre : forme 10616">
                        <a:extLst>
                          <a:ext uri="{FF2B5EF4-FFF2-40B4-BE49-F238E27FC236}">
                            <a16:creationId xmlns:a16="http://schemas.microsoft.com/office/drawing/2014/main" id="{B9BA4049-4747-45D5-8DF3-840E1A86EC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89779" y="2611612"/>
                        <a:ext cx="82260" cy="58594"/>
                      </a:xfrm>
                      <a:custGeom>
                        <a:avLst/>
                        <a:gdLst>
                          <a:gd name="connsiteX0" fmla="*/ 81357 w 82260"/>
                          <a:gd name="connsiteY0" fmla="*/ 56435 h 58594"/>
                          <a:gd name="connsiteX1" fmla="*/ 71736 w 82260"/>
                          <a:gd name="connsiteY1" fmla="*/ 58436 h 58594"/>
                          <a:gd name="connsiteX2" fmla="*/ 57258 w 82260"/>
                          <a:gd name="connsiteY2" fmla="*/ 54245 h 58594"/>
                          <a:gd name="connsiteX3" fmla="*/ 30684 w 82260"/>
                          <a:gd name="connsiteY3" fmla="*/ 39957 h 58594"/>
                          <a:gd name="connsiteX4" fmla="*/ 775 w 82260"/>
                          <a:gd name="connsiteY4" fmla="*/ 2715 h 58594"/>
                          <a:gd name="connsiteX5" fmla="*/ 44781 w 82260"/>
                          <a:gd name="connsiteY5" fmla="*/ 19479 h 58594"/>
                          <a:gd name="connsiteX6" fmla="*/ 68879 w 82260"/>
                          <a:gd name="connsiteY6" fmla="*/ 38052 h 58594"/>
                          <a:gd name="connsiteX7" fmla="*/ 81357 w 82260"/>
                          <a:gd name="connsiteY7" fmla="*/ 56435 h 585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2260" h="58594">
                            <a:moveTo>
                              <a:pt x="81357" y="56435"/>
                            </a:moveTo>
                            <a:cubicBezTo>
                              <a:pt x="79547" y="58341"/>
                              <a:pt x="76118" y="58912"/>
                              <a:pt x="71736" y="58436"/>
                            </a:cubicBezTo>
                            <a:cubicBezTo>
                              <a:pt x="67545" y="57864"/>
                              <a:pt x="62497" y="56245"/>
                              <a:pt x="57258" y="54245"/>
                            </a:cubicBezTo>
                            <a:cubicBezTo>
                              <a:pt x="46971" y="49958"/>
                              <a:pt x="36398" y="43767"/>
                              <a:pt x="30684" y="39957"/>
                            </a:cubicBezTo>
                            <a:cubicBezTo>
                              <a:pt x="18968" y="32337"/>
                              <a:pt x="-4559" y="12525"/>
                              <a:pt x="775" y="2715"/>
                            </a:cubicBezTo>
                            <a:cubicBezTo>
                              <a:pt x="6204" y="-7287"/>
                              <a:pt x="35827" y="13097"/>
                              <a:pt x="44781" y="19479"/>
                            </a:cubicBezTo>
                            <a:cubicBezTo>
                              <a:pt x="49258" y="22717"/>
                              <a:pt x="60021" y="30528"/>
                              <a:pt x="68879" y="38052"/>
                            </a:cubicBezTo>
                            <a:cubicBezTo>
                              <a:pt x="77547" y="45577"/>
                              <a:pt x="84881" y="52530"/>
                              <a:pt x="81357" y="5643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18" name="Forme libre : forme 10617">
                        <a:extLst>
                          <a:ext uri="{FF2B5EF4-FFF2-40B4-BE49-F238E27FC236}">
                            <a16:creationId xmlns:a16="http://schemas.microsoft.com/office/drawing/2014/main" id="{16C9D98C-FC7E-4BAA-8BE5-99A207C19E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49690" y="2576076"/>
                        <a:ext cx="92076" cy="91116"/>
                      </a:xfrm>
                      <a:custGeom>
                        <a:avLst/>
                        <a:gdLst>
                          <a:gd name="connsiteX0" fmla="*/ 383 w 92076"/>
                          <a:gd name="connsiteY0" fmla="*/ 9389 h 91116"/>
                          <a:gd name="connsiteX1" fmla="*/ 4193 w 92076"/>
                          <a:gd name="connsiteY1" fmla="*/ 26058 h 91116"/>
                          <a:gd name="connsiteX2" fmla="*/ 30768 w 92076"/>
                          <a:gd name="connsiteY2" fmla="*/ 63682 h 91116"/>
                          <a:gd name="connsiteX3" fmla="*/ 70392 w 92076"/>
                          <a:gd name="connsiteY3" fmla="*/ 88447 h 91116"/>
                          <a:gd name="connsiteX4" fmla="*/ 92013 w 92076"/>
                          <a:gd name="connsiteY4" fmla="*/ 86256 h 91116"/>
                          <a:gd name="connsiteX5" fmla="*/ 82584 w 92076"/>
                          <a:gd name="connsiteY5" fmla="*/ 73112 h 91116"/>
                          <a:gd name="connsiteX6" fmla="*/ 57057 w 92076"/>
                          <a:gd name="connsiteY6" fmla="*/ 38155 h 91116"/>
                          <a:gd name="connsiteX7" fmla="*/ 30101 w 92076"/>
                          <a:gd name="connsiteY7" fmla="*/ 4056 h 91116"/>
                          <a:gd name="connsiteX8" fmla="*/ 383 w 92076"/>
                          <a:gd name="connsiteY8" fmla="*/ 9389 h 91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076" h="91116">
                            <a:moveTo>
                              <a:pt x="383" y="9389"/>
                            </a:moveTo>
                            <a:cubicBezTo>
                              <a:pt x="-665" y="16057"/>
                              <a:pt x="383" y="18914"/>
                              <a:pt x="4193" y="26058"/>
                            </a:cubicBezTo>
                            <a:cubicBezTo>
                              <a:pt x="11432" y="39774"/>
                              <a:pt x="17147" y="50918"/>
                              <a:pt x="30768" y="63682"/>
                            </a:cubicBezTo>
                            <a:cubicBezTo>
                              <a:pt x="42103" y="74255"/>
                              <a:pt x="57248" y="83875"/>
                              <a:pt x="70392" y="88447"/>
                            </a:cubicBezTo>
                            <a:cubicBezTo>
                              <a:pt x="80203" y="91876"/>
                              <a:pt x="90966" y="92829"/>
                              <a:pt x="92013" y="86256"/>
                            </a:cubicBezTo>
                            <a:cubicBezTo>
                              <a:pt x="92776" y="82256"/>
                              <a:pt x="86489" y="77874"/>
                              <a:pt x="82584" y="73112"/>
                            </a:cubicBezTo>
                            <a:cubicBezTo>
                              <a:pt x="73249" y="61872"/>
                              <a:pt x="64201" y="51490"/>
                              <a:pt x="57057" y="38155"/>
                            </a:cubicBezTo>
                            <a:cubicBezTo>
                              <a:pt x="51056" y="26820"/>
                              <a:pt x="45817" y="12247"/>
                              <a:pt x="30101" y="4056"/>
                            </a:cubicBezTo>
                            <a:cubicBezTo>
                              <a:pt x="16004" y="-3469"/>
                              <a:pt x="1621" y="150"/>
                              <a:pt x="383" y="938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19" name="Forme libre : forme 10618">
                        <a:extLst>
                          <a:ext uri="{FF2B5EF4-FFF2-40B4-BE49-F238E27FC236}">
                            <a16:creationId xmlns:a16="http://schemas.microsoft.com/office/drawing/2014/main" id="{CEE70783-139E-453B-93DB-A3AEB7FAA6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5261" y="2588263"/>
                        <a:ext cx="37143" cy="18958"/>
                      </a:xfrm>
                      <a:custGeom>
                        <a:avLst/>
                        <a:gdLst>
                          <a:gd name="connsiteX0" fmla="*/ 5102 w 37143"/>
                          <a:gd name="connsiteY0" fmla="*/ 346 h 18958"/>
                          <a:gd name="connsiteX1" fmla="*/ 530 w 37143"/>
                          <a:gd name="connsiteY1" fmla="*/ 441 h 18958"/>
                          <a:gd name="connsiteX2" fmla="*/ 1673 w 37143"/>
                          <a:gd name="connsiteY2" fmla="*/ 4061 h 18958"/>
                          <a:gd name="connsiteX3" fmla="*/ 7673 w 37143"/>
                          <a:gd name="connsiteY3" fmla="*/ 8157 h 18958"/>
                          <a:gd name="connsiteX4" fmla="*/ 23485 w 37143"/>
                          <a:gd name="connsiteY4" fmla="*/ 16348 h 18958"/>
                          <a:gd name="connsiteX5" fmla="*/ 29485 w 37143"/>
                          <a:gd name="connsiteY5" fmla="*/ 18634 h 18958"/>
                          <a:gd name="connsiteX6" fmla="*/ 31200 w 37143"/>
                          <a:gd name="connsiteY6" fmla="*/ 9490 h 18958"/>
                          <a:gd name="connsiteX7" fmla="*/ 5102 w 37143"/>
                          <a:gd name="connsiteY7" fmla="*/ 346 h 189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143" h="18958">
                            <a:moveTo>
                              <a:pt x="5102" y="346"/>
                            </a:moveTo>
                            <a:cubicBezTo>
                              <a:pt x="3102" y="-35"/>
                              <a:pt x="1768" y="-225"/>
                              <a:pt x="530" y="441"/>
                            </a:cubicBezTo>
                            <a:cubicBezTo>
                              <a:pt x="-613" y="1108"/>
                              <a:pt x="244" y="2632"/>
                              <a:pt x="1673" y="4061"/>
                            </a:cubicBezTo>
                            <a:cubicBezTo>
                              <a:pt x="3102" y="5490"/>
                              <a:pt x="5673" y="7014"/>
                              <a:pt x="7673" y="8157"/>
                            </a:cubicBezTo>
                            <a:cubicBezTo>
                              <a:pt x="12721" y="11109"/>
                              <a:pt x="18246" y="14062"/>
                              <a:pt x="23485" y="16348"/>
                            </a:cubicBezTo>
                            <a:cubicBezTo>
                              <a:pt x="25580" y="17300"/>
                              <a:pt x="27580" y="18253"/>
                              <a:pt x="29485" y="18634"/>
                            </a:cubicBezTo>
                            <a:cubicBezTo>
                              <a:pt x="37677" y="20253"/>
                              <a:pt x="40820" y="15586"/>
                              <a:pt x="31200" y="9490"/>
                            </a:cubicBezTo>
                            <a:cubicBezTo>
                              <a:pt x="23675" y="4918"/>
                              <a:pt x="13103" y="1680"/>
                              <a:pt x="5102" y="34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20" name="Forme libre : forme 10619">
                        <a:extLst>
                          <a:ext uri="{FF2B5EF4-FFF2-40B4-BE49-F238E27FC236}">
                            <a16:creationId xmlns:a16="http://schemas.microsoft.com/office/drawing/2014/main" id="{238AF811-9DD3-4826-84D4-C2C02018B5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26940" y="2678525"/>
                        <a:ext cx="72961" cy="10458"/>
                      </a:xfrm>
                      <a:custGeom>
                        <a:avLst/>
                        <a:gdLst>
                          <a:gd name="connsiteX0" fmla="*/ 72961 w 72961"/>
                          <a:gd name="connsiteY0" fmla="*/ 2477 h 10458"/>
                          <a:gd name="connsiteX1" fmla="*/ 59912 w 72961"/>
                          <a:gd name="connsiteY1" fmla="*/ 9716 h 10458"/>
                          <a:gd name="connsiteX2" fmla="*/ 48768 w 72961"/>
                          <a:gd name="connsiteY2" fmla="*/ 10287 h 10458"/>
                          <a:gd name="connsiteX3" fmla="*/ 38005 w 72961"/>
                          <a:gd name="connsiteY3" fmla="*/ 9620 h 10458"/>
                          <a:gd name="connsiteX4" fmla="*/ 17621 w 72961"/>
                          <a:gd name="connsiteY4" fmla="*/ 5525 h 10458"/>
                          <a:gd name="connsiteX5" fmla="*/ 0 w 72961"/>
                          <a:gd name="connsiteY5" fmla="*/ 0 h 10458"/>
                          <a:gd name="connsiteX6" fmla="*/ 17812 w 72961"/>
                          <a:gd name="connsiteY6" fmla="*/ 4858 h 10458"/>
                          <a:gd name="connsiteX7" fmla="*/ 36766 w 72961"/>
                          <a:gd name="connsiteY7" fmla="*/ 7429 h 10458"/>
                          <a:gd name="connsiteX8" fmla="*/ 56769 w 72961"/>
                          <a:gd name="connsiteY8" fmla="*/ 7429 h 10458"/>
                          <a:gd name="connsiteX9" fmla="*/ 72961 w 72961"/>
                          <a:gd name="connsiteY9" fmla="*/ 2477 h 10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2961" h="10458">
                            <a:moveTo>
                              <a:pt x="72961" y="2477"/>
                            </a:moveTo>
                            <a:cubicBezTo>
                              <a:pt x="70866" y="5905"/>
                              <a:pt x="66580" y="8001"/>
                              <a:pt x="59912" y="9716"/>
                            </a:cubicBezTo>
                            <a:cubicBezTo>
                              <a:pt x="56674" y="10573"/>
                              <a:pt x="52959" y="10573"/>
                              <a:pt x="48768" y="10287"/>
                            </a:cubicBezTo>
                            <a:cubicBezTo>
                              <a:pt x="44958" y="10192"/>
                              <a:pt x="41339" y="10192"/>
                              <a:pt x="38005" y="9620"/>
                            </a:cubicBezTo>
                            <a:cubicBezTo>
                              <a:pt x="31242" y="8763"/>
                              <a:pt x="23813" y="7334"/>
                              <a:pt x="17621" y="5525"/>
                            </a:cubicBezTo>
                            <a:cubicBezTo>
                              <a:pt x="11049" y="3810"/>
                              <a:pt x="4953" y="1810"/>
                              <a:pt x="0" y="0"/>
                            </a:cubicBezTo>
                            <a:cubicBezTo>
                              <a:pt x="5429" y="1905"/>
                              <a:pt x="11525" y="3524"/>
                              <a:pt x="17812" y="4858"/>
                            </a:cubicBezTo>
                            <a:cubicBezTo>
                              <a:pt x="23813" y="6191"/>
                              <a:pt x="30385" y="6953"/>
                              <a:pt x="36766" y="7429"/>
                            </a:cubicBezTo>
                            <a:cubicBezTo>
                              <a:pt x="42767" y="7906"/>
                              <a:pt x="49720" y="7525"/>
                              <a:pt x="56769" y="7429"/>
                            </a:cubicBezTo>
                            <a:cubicBezTo>
                              <a:pt x="63436" y="6287"/>
                              <a:pt x="68866" y="4572"/>
                              <a:pt x="72961" y="247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21" name="Forme libre : forme 10620">
                        <a:extLst>
                          <a:ext uri="{FF2B5EF4-FFF2-40B4-BE49-F238E27FC236}">
                            <a16:creationId xmlns:a16="http://schemas.microsoft.com/office/drawing/2014/main" id="{2C9701BD-D68A-4CB4-8B5B-B364157AF5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37500" y="2563754"/>
                        <a:ext cx="72675" cy="16758"/>
                      </a:xfrm>
                      <a:custGeom>
                        <a:avLst/>
                        <a:gdLst>
                          <a:gd name="connsiteX0" fmla="*/ 72676 w 72675"/>
                          <a:gd name="connsiteY0" fmla="*/ 16759 h 16758"/>
                          <a:gd name="connsiteX1" fmla="*/ 0 w 72675"/>
                          <a:gd name="connsiteY1" fmla="*/ 566 h 16758"/>
                          <a:gd name="connsiteX2" fmla="*/ 72676 w 72675"/>
                          <a:gd name="connsiteY2" fmla="*/ 16759 h 16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2675" h="16758">
                            <a:moveTo>
                              <a:pt x="72676" y="16759"/>
                            </a:moveTo>
                            <a:cubicBezTo>
                              <a:pt x="49054" y="2471"/>
                              <a:pt x="21717" y="-1529"/>
                              <a:pt x="0" y="566"/>
                            </a:cubicBezTo>
                            <a:cubicBezTo>
                              <a:pt x="20288" y="-2482"/>
                              <a:pt x="51054" y="7329"/>
                              <a:pt x="72676" y="1675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22" name="Forme libre : forme 10621">
                        <a:extLst>
                          <a:ext uri="{FF2B5EF4-FFF2-40B4-BE49-F238E27FC236}">
                            <a16:creationId xmlns:a16="http://schemas.microsoft.com/office/drawing/2014/main" id="{83EF3CC6-5415-48EE-B294-135F98F2D1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22805" y="2625886"/>
                        <a:ext cx="28401" cy="23609"/>
                      </a:xfrm>
                      <a:custGeom>
                        <a:avLst/>
                        <a:gdLst>
                          <a:gd name="connsiteX0" fmla="*/ 27567 w 28401"/>
                          <a:gd name="connsiteY0" fmla="*/ 23397 h 23609"/>
                          <a:gd name="connsiteX1" fmla="*/ 9278 w 28401"/>
                          <a:gd name="connsiteY1" fmla="*/ 13015 h 23609"/>
                          <a:gd name="connsiteX2" fmla="*/ 1087 w 28401"/>
                          <a:gd name="connsiteY2" fmla="*/ 156 h 23609"/>
                          <a:gd name="connsiteX3" fmla="*/ 18042 w 28401"/>
                          <a:gd name="connsiteY3" fmla="*/ 10253 h 23609"/>
                          <a:gd name="connsiteX4" fmla="*/ 27567 w 28401"/>
                          <a:gd name="connsiteY4" fmla="*/ 23397 h 236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401" h="23609">
                            <a:moveTo>
                              <a:pt x="27567" y="23397"/>
                            </a:moveTo>
                            <a:cubicBezTo>
                              <a:pt x="23661" y="25112"/>
                              <a:pt x="12612" y="15968"/>
                              <a:pt x="9278" y="13015"/>
                            </a:cubicBezTo>
                            <a:cubicBezTo>
                              <a:pt x="5945" y="10158"/>
                              <a:pt x="-3104" y="1585"/>
                              <a:pt x="1087" y="156"/>
                            </a:cubicBezTo>
                            <a:cubicBezTo>
                              <a:pt x="5373" y="-1273"/>
                              <a:pt x="14994" y="7491"/>
                              <a:pt x="18042" y="10253"/>
                            </a:cubicBezTo>
                            <a:cubicBezTo>
                              <a:pt x="21089" y="12920"/>
                              <a:pt x="31376" y="21683"/>
                              <a:pt x="27567" y="2339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23" name="Forme libre : forme 10622">
                        <a:extLst>
                          <a:ext uri="{FF2B5EF4-FFF2-40B4-BE49-F238E27FC236}">
                            <a16:creationId xmlns:a16="http://schemas.microsoft.com/office/drawing/2014/main" id="{D1829400-3DA2-4770-8613-9620D3FBB0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7056" y="2645424"/>
                        <a:ext cx="8494" cy="6614"/>
                      </a:xfrm>
                      <a:custGeom>
                        <a:avLst/>
                        <a:gdLst>
                          <a:gd name="connsiteX0" fmla="*/ 8459 w 8494"/>
                          <a:gd name="connsiteY0" fmla="*/ 6050 h 6614"/>
                          <a:gd name="connsiteX1" fmla="*/ 3696 w 8494"/>
                          <a:gd name="connsiteY1" fmla="*/ 4907 h 6614"/>
                          <a:gd name="connsiteX2" fmla="*/ 77 w 8494"/>
                          <a:gd name="connsiteY2" fmla="*/ 526 h 6614"/>
                          <a:gd name="connsiteX3" fmla="*/ 4744 w 8494"/>
                          <a:gd name="connsiteY3" fmla="*/ 1573 h 6614"/>
                          <a:gd name="connsiteX4" fmla="*/ 8459 w 8494"/>
                          <a:gd name="connsiteY4" fmla="*/ 6050 h 66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94" h="6614">
                            <a:moveTo>
                              <a:pt x="8459" y="6050"/>
                            </a:moveTo>
                            <a:cubicBezTo>
                              <a:pt x="7983" y="7479"/>
                              <a:pt x="5125" y="5860"/>
                              <a:pt x="3696" y="4907"/>
                            </a:cubicBezTo>
                            <a:cubicBezTo>
                              <a:pt x="2267" y="3954"/>
                              <a:pt x="-495" y="1859"/>
                              <a:pt x="77" y="526"/>
                            </a:cubicBezTo>
                            <a:cubicBezTo>
                              <a:pt x="553" y="-808"/>
                              <a:pt x="3315" y="716"/>
                              <a:pt x="4744" y="1573"/>
                            </a:cubicBezTo>
                            <a:cubicBezTo>
                              <a:pt x="6078" y="2526"/>
                              <a:pt x="8840" y="4717"/>
                              <a:pt x="8459" y="605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24" name="Forme libre : forme 10623">
                        <a:extLst>
                          <a:ext uri="{FF2B5EF4-FFF2-40B4-BE49-F238E27FC236}">
                            <a16:creationId xmlns:a16="http://schemas.microsoft.com/office/drawing/2014/main" id="{C7959309-9B07-4BB5-8DF2-56B1091AAD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34476" y="2608342"/>
                        <a:ext cx="61239" cy="67386"/>
                      </a:xfrm>
                      <a:custGeom>
                        <a:avLst/>
                        <a:gdLst>
                          <a:gd name="connsiteX0" fmla="*/ 48470 w 61239"/>
                          <a:gd name="connsiteY0" fmla="*/ 42465 h 67386"/>
                          <a:gd name="connsiteX1" fmla="*/ 54852 w 61239"/>
                          <a:gd name="connsiteY1" fmla="*/ 52562 h 67386"/>
                          <a:gd name="connsiteX2" fmla="*/ 60757 w 61239"/>
                          <a:gd name="connsiteY2" fmla="*/ 62754 h 67386"/>
                          <a:gd name="connsiteX3" fmla="*/ 54090 w 61239"/>
                          <a:gd name="connsiteY3" fmla="*/ 67135 h 67386"/>
                          <a:gd name="connsiteX4" fmla="*/ 45136 w 61239"/>
                          <a:gd name="connsiteY4" fmla="*/ 59896 h 67386"/>
                          <a:gd name="connsiteX5" fmla="*/ 35517 w 61239"/>
                          <a:gd name="connsiteY5" fmla="*/ 46942 h 67386"/>
                          <a:gd name="connsiteX6" fmla="*/ 25134 w 61239"/>
                          <a:gd name="connsiteY6" fmla="*/ 33607 h 67386"/>
                          <a:gd name="connsiteX7" fmla="*/ 2084 w 61239"/>
                          <a:gd name="connsiteY7" fmla="*/ 174 h 67386"/>
                          <a:gd name="connsiteX8" fmla="*/ 38183 w 61239"/>
                          <a:gd name="connsiteY8" fmla="*/ 23892 h 67386"/>
                          <a:gd name="connsiteX9" fmla="*/ 48470 w 61239"/>
                          <a:gd name="connsiteY9" fmla="*/ 42465 h 673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1239" h="67386">
                            <a:moveTo>
                              <a:pt x="48470" y="42465"/>
                            </a:moveTo>
                            <a:cubicBezTo>
                              <a:pt x="51137" y="46752"/>
                              <a:pt x="53614" y="49419"/>
                              <a:pt x="54852" y="52562"/>
                            </a:cubicBezTo>
                            <a:cubicBezTo>
                              <a:pt x="56471" y="55896"/>
                              <a:pt x="58472" y="58658"/>
                              <a:pt x="60757" y="62754"/>
                            </a:cubicBezTo>
                            <a:cubicBezTo>
                              <a:pt x="62567" y="65802"/>
                              <a:pt x="59043" y="68183"/>
                              <a:pt x="54090" y="67135"/>
                            </a:cubicBezTo>
                            <a:cubicBezTo>
                              <a:pt x="49327" y="65516"/>
                              <a:pt x="47137" y="62563"/>
                              <a:pt x="45136" y="59896"/>
                            </a:cubicBezTo>
                            <a:cubicBezTo>
                              <a:pt x="41993" y="55420"/>
                              <a:pt x="38850" y="50943"/>
                              <a:pt x="35517" y="46942"/>
                            </a:cubicBezTo>
                            <a:cubicBezTo>
                              <a:pt x="32278" y="42465"/>
                              <a:pt x="28754" y="38179"/>
                              <a:pt x="25134" y="33607"/>
                            </a:cubicBezTo>
                            <a:cubicBezTo>
                              <a:pt x="20562" y="27987"/>
                              <a:pt x="-7823" y="2746"/>
                              <a:pt x="2084" y="174"/>
                            </a:cubicBezTo>
                            <a:cubicBezTo>
                              <a:pt x="12180" y="-2016"/>
                              <a:pt x="32468" y="17034"/>
                              <a:pt x="38183" y="23892"/>
                            </a:cubicBezTo>
                            <a:cubicBezTo>
                              <a:pt x="43899" y="31131"/>
                              <a:pt x="44470" y="36465"/>
                              <a:pt x="48470" y="4246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87" name="Graphique 1">
                      <a:extLst>
                        <a:ext uri="{FF2B5EF4-FFF2-40B4-BE49-F238E27FC236}">
                          <a16:creationId xmlns:a16="http://schemas.microsoft.com/office/drawing/2014/main" id="{2E5EA621-0923-4F78-854A-3A4292EBE3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804624" y="2483470"/>
                      <a:ext cx="87488" cy="201836"/>
                      <a:chOff x="6804624" y="2483470"/>
                      <a:chExt cx="87488" cy="201836"/>
                    </a:xfrm>
                    <a:solidFill>
                      <a:schemeClr val="accent1"/>
                    </a:solidFill>
                  </p:grpSpPr>
                  <p:sp>
                    <p:nvSpPr>
                      <p:cNvPr id="10601" name="Forme libre : forme 10600">
                        <a:extLst>
                          <a:ext uri="{FF2B5EF4-FFF2-40B4-BE49-F238E27FC236}">
                            <a16:creationId xmlns:a16="http://schemas.microsoft.com/office/drawing/2014/main" id="{8B063E19-5F2C-424F-A1A5-1533827D3B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04624" y="2483470"/>
                        <a:ext cx="87488" cy="201836"/>
                      </a:xfrm>
                      <a:custGeom>
                        <a:avLst/>
                        <a:gdLst>
                          <a:gd name="connsiteX0" fmla="*/ 87479 w 87488"/>
                          <a:gd name="connsiteY0" fmla="*/ 70468 h 201836"/>
                          <a:gd name="connsiteX1" fmla="*/ 84241 w 87488"/>
                          <a:gd name="connsiteY1" fmla="*/ 108092 h 201836"/>
                          <a:gd name="connsiteX2" fmla="*/ 75668 w 87488"/>
                          <a:gd name="connsiteY2" fmla="*/ 146954 h 201836"/>
                          <a:gd name="connsiteX3" fmla="*/ 64619 w 87488"/>
                          <a:gd name="connsiteY3" fmla="*/ 170766 h 201836"/>
                          <a:gd name="connsiteX4" fmla="*/ 57380 w 87488"/>
                          <a:gd name="connsiteY4" fmla="*/ 180387 h 201836"/>
                          <a:gd name="connsiteX5" fmla="*/ 53380 w 87488"/>
                          <a:gd name="connsiteY5" fmla="*/ 184578 h 201836"/>
                          <a:gd name="connsiteX6" fmla="*/ 48331 w 87488"/>
                          <a:gd name="connsiteY6" fmla="*/ 189531 h 201836"/>
                          <a:gd name="connsiteX7" fmla="*/ 7088 w 87488"/>
                          <a:gd name="connsiteY7" fmla="*/ 199532 h 201836"/>
                          <a:gd name="connsiteX8" fmla="*/ 1373 w 87488"/>
                          <a:gd name="connsiteY8" fmla="*/ 177815 h 201836"/>
                          <a:gd name="connsiteX9" fmla="*/ 135 w 87488"/>
                          <a:gd name="connsiteY9" fmla="*/ 155717 h 201836"/>
                          <a:gd name="connsiteX10" fmla="*/ 3183 w 87488"/>
                          <a:gd name="connsiteY10" fmla="*/ 125713 h 201836"/>
                          <a:gd name="connsiteX11" fmla="*/ 12136 w 87488"/>
                          <a:gd name="connsiteY11" fmla="*/ 67801 h 201836"/>
                          <a:gd name="connsiteX12" fmla="*/ 21852 w 87488"/>
                          <a:gd name="connsiteY12" fmla="*/ 33130 h 201836"/>
                          <a:gd name="connsiteX13" fmla="*/ 29853 w 87488"/>
                          <a:gd name="connsiteY13" fmla="*/ 19795 h 201836"/>
                          <a:gd name="connsiteX14" fmla="*/ 34520 w 87488"/>
                          <a:gd name="connsiteY14" fmla="*/ 13509 h 201836"/>
                          <a:gd name="connsiteX15" fmla="*/ 39664 w 87488"/>
                          <a:gd name="connsiteY15" fmla="*/ 6556 h 201836"/>
                          <a:gd name="connsiteX16" fmla="*/ 60428 w 87488"/>
                          <a:gd name="connsiteY16" fmla="*/ 2555 h 201836"/>
                          <a:gd name="connsiteX17" fmla="*/ 71477 w 87488"/>
                          <a:gd name="connsiteY17" fmla="*/ 13985 h 201836"/>
                          <a:gd name="connsiteX18" fmla="*/ 80145 w 87488"/>
                          <a:gd name="connsiteY18" fmla="*/ 29130 h 201836"/>
                          <a:gd name="connsiteX19" fmla="*/ 87479 w 87488"/>
                          <a:gd name="connsiteY19" fmla="*/ 70468 h 2018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87488" h="201836">
                            <a:moveTo>
                              <a:pt x="87479" y="70468"/>
                            </a:moveTo>
                            <a:cubicBezTo>
                              <a:pt x="87384" y="79422"/>
                              <a:pt x="86336" y="93614"/>
                              <a:pt x="84241" y="108092"/>
                            </a:cubicBezTo>
                            <a:cubicBezTo>
                              <a:pt x="82145" y="122570"/>
                              <a:pt x="78811" y="137239"/>
                              <a:pt x="75668" y="146954"/>
                            </a:cubicBezTo>
                            <a:cubicBezTo>
                              <a:pt x="72715" y="156003"/>
                              <a:pt x="69001" y="163908"/>
                              <a:pt x="64619" y="170766"/>
                            </a:cubicBezTo>
                            <a:cubicBezTo>
                              <a:pt x="62333" y="174291"/>
                              <a:pt x="60047" y="177434"/>
                              <a:pt x="57380" y="180387"/>
                            </a:cubicBezTo>
                            <a:cubicBezTo>
                              <a:pt x="56046" y="181911"/>
                              <a:pt x="54808" y="183244"/>
                              <a:pt x="53380" y="184578"/>
                            </a:cubicBezTo>
                            <a:cubicBezTo>
                              <a:pt x="52046" y="185721"/>
                              <a:pt x="50046" y="188197"/>
                              <a:pt x="48331" y="189531"/>
                            </a:cubicBezTo>
                            <a:cubicBezTo>
                              <a:pt x="34234" y="202008"/>
                              <a:pt x="19280" y="204294"/>
                              <a:pt x="7088" y="199532"/>
                            </a:cubicBezTo>
                            <a:cubicBezTo>
                              <a:pt x="-1484" y="195912"/>
                              <a:pt x="-722" y="184101"/>
                              <a:pt x="1373" y="177815"/>
                            </a:cubicBezTo>
                            <a:cubicBezTo>
                              <a:pt x="4612" y="168195"/>
                              <a:pt x="2707" y="159622"/>
                              <a:pt x="135" y="155717"/>
                            </a:cubicBezTo>
                            <a:cubicBezTo>
                              <a:pt x="-342" y="148097"/>
                              <a:pt x="706" y="138191"/>
                              <a:pt x="3183" y="125713"/>
                            </a:cubicBezTo>
                            <a:cubicBezTo>
                              <a:pt x="6135" y="112473"/>
                              <a:pt x="10517" y="83136"/>
                              <a:pt x="12136" y="67801"/>
                            </a:cubicBezTo>
                            <a:cubicBezTo>
                              <a:pt x="13851" y="53514"/>
                              <a:pt x="17185" y="42560"/>
                              <a:pt x="21852" y="33130"/>
                            </a:cubicBezTo>
                            <a:cubicBezTo>
                              <a:pt x="24233" y="28368"/>
                              <a:pt x="26900" y="23986"/>
                              <a:pt x="29853" y="19795"/>
                            </a:cubicBezTo>
                            <a:cubicBezTo>
                              <a:pt x="31377" y="17795"/>
                              <a:pt x="32901" y="15699"/>
                              <a:pt x="34520" y="13509"/>
                            </a:cubicBezTo>
                            <a:cubicBezTo>
                              <a:pt x="36139" y="11127"/>
                              <a:pt x="37854" y="8841"/>
                              <a:pt x="39664" y="6556"/>
                            </a:cubicBezTo>
                            <a:cubicBezTo>
                              <a:pt x="44617" y="174"/>
                              <a:pt x="54903" y="-2303"/>
                              <a:pt x="60428" y="2555"/>
                            </a:cubicBezTo>
                            <a:cubicBezTo>
                              <a:pt x="64428" y="6270"/>
                              <a:pt x="68048" y="9508"/>
                              <a:pt x="71477" y="13985"/>
                            </a:cubicBezTo>
                            <a:cubicBezTo>
                              <a:pt x="74906" y="18557"/>
                              <a:pt x="77764" y="23510"/>
                              <a:pt x="80145" y="29130"/>
                            </a:cubicBezTo>
                            <a:cubicBezTo>
                              <a:pt x="84907" y="40274"/>
                              <a:pt x="87669" y="53704"/>
                              <a:pt x="87479" y="7046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02" name="Forme libre : forme 10601">
                        <a:extLst>
                          <a:ext uri="{FF2B5EF4-FFF2-40B4-BE49-F238E27FC236}">
                            <a16:creationId xmlns:a16="http://schemas.microsoft.com/office/drawing/2014/main" id="{48C21AE0-68FC-40BD-BE4F-3E70EBD91B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05330" y="2485929"/>
                        <a:ext cx="86694" cy="199226"/>
                      </a:xfrm>
                      <a:custGeom>
                        <a:avLst/>
                        <a:gdLst>
                          <a:gd name="connsiteX0" fmla="*/ 51531 w 86694"/>
                          <a:gd name="connsiteY0" fmla="*/ 126492 h 199226"/>
                          <a:gd name="connsiteX1" fmla="*/ 36481 w 86694"/>
                          <a:gd name="connsiteY1" fmla="*/ 169354 h 199226"/>
                          <a:gd name="connsiteX2" fmla="*/ 28861 w 86694"/>
                          <a:gd name="connsiteY2" fmla="*/ 179165 h 199226"/>
                          <a:gd name="connsiteX3" fmla="*/ 19621 w 86694"/>
                          <a:gd name="connsiteY3" fmla="*/ 186595 h 199226"/>
                          <a:gd name="connsiteX4" fmla="*/ 0 w 86694"/>
                          <a:gd name="connsiteY4" fmla="*/ 189357 h 199226"/>
                          <a:gd name="connsiteX5" fmla="*/ 6287 w 86694"/>
                          <a:gd name="connsiteY5" fmla="*/ 196977 h 199226"/>
                          <a:gd name="connsiteX6" fmla="*/ 19621 w 86694"/>
                          <a:gd name="connsiteY6" fmla="*/ 199168 h 199226"/>
                          <a:gd name="connsiteX7" fmla="*/ 40863 w 86694"/>
                          <a:gd name="connsiteY7" fmla="*/ 192024 h 199226"/>
                          <a:gd name="connsiteX8" fmla="*/ 51531 w 86694"/>
                          <a:gd name="connsiteY8" fmla="*/ 182975 h 199226"/>
                          <a:gd name="connsiteX9" fmla="*/ 59531 w 86694"/>
                          <a:gd name="connsiteY9" fmla="*/ 174212 h 199226"/>
                          <a:gd name="connsiteX10" fmla="*/ 74772 w 86694"/>
                          <a:gd name="connsiteY10" fmla="*/ 144399 h 199226"/>
                          <a:gd name="connsiteX11" fmla="*/ 78296 w 86694"/>
                          <a:gd name="connsiteY11" fmla="*/ 131921 h 199226"/>
                          <a:gd name="connsiteX12" fmla="*/ 86487 w 86694"/>
                          <a:gd name="connsiteY12" fmla="*/ 73628 h 199226"/>
                          <a:gd name="connsiteX13" fmla="*/ 86678 w 86694"/>
                          <a:gd name="connsiteY13" fmla="*/ 68104 h 199226"/>
                          <a:gd name="connsiteX14" fmla="*/ 83058 w 86694"/>
                          <a:gd name="connsiteY14" fmla="*/ 37148 h 199226"/>
                          <a:gd name="connsiteX15" fmla="*/ 66961 w 86694"/>
                          <a:gd name="connsiteY15" fmla="*/ 7144 h 199226"/>
                          <a:gd name="connsiteX16" fmla="*/ 59817 w 86694"/>
                          <a:gd name="connsiteY16" fmla="*/ 191 h 199226"/>
                          <a:gd name="connsiteX17" fmla="*/ 59531 w 86694"/>
                          <a:gd name="connsiteY17" fmla="*/ 0 h 199226"/>
                          <a:gd name="connsiteX18" fmla="*/ 51531 w 86694"/>
                          <a:gd name="connsiteY18" fmla="*/ 126492 h 1992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86694" h="199226">
                            <a:moveTo>
                              <a:pt x="51531" y="126492"/>
                            </a:moveTo>
                            <a:cubicBezTo>
                              <a:pt x="49054" y="140970"/>
                              <a:pt x="44863" y="156210"/>
                              <a:pt x="36481" y="169354"/>
                            </a:cubicBezTo>
                            <a:cubicBezTo>
                              <a:pt x="34480" y="172403"/>
                              <a:pt x="31814" y="176308"/>
                              <a:pt x="28861" y="179165"/>
                            </a:cubicBezTo>
                            <a:cubicBezTo>
                              <a:pt x="26004" y="182213"/>
                              <a:pt x="22956" y="184785"/>
                              <a:pt x="19621" y="186595"/>
                            </a:cubicBezTo>
                            <a:cubicBezTo>
                              <a:pt x="13145" y="190405"/>
                              <a:pt x="6001" y="191453"/>
                              <a:pt x="0" y="189357"/>
                            </a:cubicBezTo>
                            <a:cubicBezTo>
                              <a:pt x="858" y="192405"/>
                              <a:pt x="2857" y="195834"/>
                              <a:pt x="6287" y="196977"/>
                            </a:cubicBezTo>
                            <a:cubicBezTo>
                              <a:pt x="10478" y="198692"/>
                              <a:pt x="15050" y="199454"/>
                              <a:pt x="19621" y="199168"/>
                            </a:cubicBezTo>
                            <a:cubicBezTo>
                              <a:pt x="26480" y="199073"/>
                              <a:pt x="33624" y="196596"/>
                              <a:pt x="40863" y="192024"/>
                            </a:cubicBezTo>
                            <a:cubicBezTo>
                              <a:pt x="44387" y="189548"/>
                              <a:pt x="48006" y="186880"/>
                              <a:pt x="51531" y="182975"/>
                            </a:cubicBezTo>
                            <a:cubicBezTo>
                              <a:pt x="54483" y="180308"/>
                              <a:pt x="56960" y="177451"/>
                              <a:pt x="59531" y="174212"/>
                            </a:cubicBezTo>
                            <a:cubicBezTo>
                              <a:pt x="65913" y="166021"/>
                              <a:pt x="71057" y="156115"/>
                              <a:pt x="74772" y="144399"/>
                            </a:cubicBezTo>
                            <a:cubicBezTo>
                              <a:pt x="75915" y="140875"/>
                              <a:pt x="77153" y="136588"/>
                              <a:pt x="78296" y="131921"/>
                            </a:cubicBezTo>
                            <a:cubicBezTo>
                              <a:pt x="82868" y="113538"/>
                              <a:pt x="85820" y="89154"/>
                              <a:pt x="86487" y="73628"/>
                            </a:cubicBezTo>
                            <a:cubicBezTo>
                              <a:pt x="86583" y="71628"/>
                              <a:pt x="86583" y="69723"/>
                              <a:pt x="86678" y="68104"/>
                            </a:cubicBezTo>
                            <a:cubicBezTo>
                              <a:pt x="86868" y="56198"/>
                              <a:pt x="85440" y="46006"/>
                              <a:pt x="83058" y="37148"/>
                            </a:cubicBezTo>
                            <a:cubicBezTo>
                              <a:pt x="79629" y="25146"/>
                              <a:pt x="73819" y="14954"/>
                              <a:pt x="66961" y="7144"/>
                            </a:cubicBezTo>
                            <a:cubicBezTo>
                              <a:pt x="64675" y="4763"/>
                              <a:pt x="62294" y="2477"/>
                              <a:pt x="59817" y="191"/>
                            </a:cubicBezTo>
                            <a:lnTo>
                              <a:pt x="59531" y="0"/>
                            </a:lnTo>
                            <a:cubicBezTo>
                              <a:pt x="61436" y="41624"/>
                              <a:pt x="58198" y="85058"/>
                              <a:pt x="51531" y="12649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03" name="Forme libre : forme 10602">
                        <a:extLst>
                          <a:ext uri="{FF2B5EF4-FFF2-40B4-BE49-F238E27FC236}">
                            <a16:creationId xmlns:a16="http://schemas.microsoft.com/office/drawing/2014/main" id="{2490A8FB-6B86-4424-9C04-85E7E0E196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39378" y="2523264"/>
                        <a:ext cx="28110" cy="95767"/>
                      </a:xfrm>
                      <a:custGeom>
                        <a:avLst/>
                        <a:gdLst>
                          <a:gd name="connsiteX0" fmla="*/ 18149 w 28110"/>
                          <a:gd name="connsiteY0" fmla="*/ 3 h 95767"/>
                          <a:gd name="connsiteX1" fmla="*/ 27388 w 28110"/>
                          <a:gd name="connsiteY1" fmla="*/ 20672 h 95767"/>
                          <a:gd name="connsiteX2" fmla="*/ 27293 w 28110"/>
                          <a:gd name="connsiteY2" fmla="*/ 51533 h 95767"/>
                          <a:gd name="connsiteX3" fmla="*/ 20531 w 28110"/>
                          <a:gd name="connsiteY3" fmla="*/ 79537 h 95767"/>
                          <a:gd name="connsiteX4" fmla="*/ 5862 w 28110"/>
                          <a:gd name="connsiteY4" fmla="*/ 95634 h 95767"/>
                          <a:gd name="connsiteX5" fmla="*/ 52 w 28110"/>
                          <a:gd name="connsiteY5" fmla="*/ 75822 h 95767"/>
                          <a:gd name="connsiteX6" fmla="*/ 2719 w 28110"/>
                          <a:gd name="connsiteY6" fmla="*/ 49056 h 95767"/>
                          <a:gd name="connsiteX7" fmla="*/ 18149 w 28110"/>
                          <a:gd name="connsiteY7" fmla="*/ 3 h 95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110" h="95767">
                            <a:moveTo>
                              <a:pt x="18149" y="3"/>
                            </a:moveTo>
                            <a:cubicBezTo>
                              <a:pt x="23197" y="-188"/>
                              <a:pt x="26245" y="9337"/>
                              <a:pt x="27388" y="20672"/>
                            </a:cubicBezTo>
                            <a:cubicBezTo>
                              <a:pt x="28627" y="32007"/>
                              <a:pt x="28055" y="44961"/>
                              <a:pt x="27293" y="51533"/>
                            </a:cubicBezTo>
                            <a:cubicBezTo>
                              <a:pt x="26626" y="58010"/>
                              <a:pt x="24436" y="69726"/>
                              <a:pt x="20531" y="79537"/>
                            </a:cubicBezTo>
                            <a:cubicBezTo>
                              <a:pt x="16720" y="89347"/>
                              <a:pt x="11196" y="96872"/>
                              <a:pt x="5862" y="95634"/>
                            </a:cubicBezTo>
                            <a:cubicBezTo>
                              <a:pt x="528" y="94396"/>
                              <a:pt x="-234" y="85632"/>
                              <a:pt x="52" y="75822"/>
                            </a:cubicBezTo>
                            <a:cubicBezTo>
                              <a:pt x="433" y="65916"/>
                              <a:pt x="1862" y="54772"/>
                              <a:pt x="2719" y="49056"/>
                            </a:cubicBezTo>
                            <a:cubicBezTo>
                              <a:pt x="4814" y="37531"/>
                              <a:pt x="8338" y="384"/>
                              <a:pt x="18149" y="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04" name="Forme libre : forme 10603">
                        <a:extLst>
                          <a:ext uri="{FF2B5EF4-FFF2-40B4-BE49-F238E27FC236}">
                            <a16:creationId xmlns:a16="http://schemas.microsoft.com/office/drawing/2014/main" id="{E4CC07AF-230A-41C9-B73E-296157044E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39811" y="2553081"/>
                        <a:ext cx="27675" cy="66205"/>
                      </a:xfrm>
                      <a:custGeom>
                        <a:avLst/>
                        <a:gdLst>
                          <a:gd name="connsiteX0" fmla="*/ 0 w 27675"/>
                          <a:gd name="connsiteY0" fmla="*/ 44101 h 66205"/>
                          <a:gd name="connsiteX1" fmla="*/ 5334 w 27675"/>
                          <a:gd name="connsiteY1" fmla="*/ 66199 h 66205"/>
                          <a:gd name="connsiteX2" fmla="*/ 27051 w 27675"/>
                          <a:gd name="connsiteY2" fmla="*/ 21146 h 66205"/>
                          <a:gd name="connsiteX3" fmla="*/ 27337 w 27675"/>
                          <a:gd name="connsiteY3" fmla="*/ 0 h 66205"/>
                          <a:gd name="connsiteX4" fmla="*/ 25718 w 27675"/>
                          <a:gd name="connsiteY4" fmla="*/ 11144 h 66205"/>
                          <a:gd name="connsiteX5" fmla="*/ 0 w 27675"/>
                          <a:gd name="connsiteY5" fmla="*/ 44101 h 662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75" h="66205">
                            <a:moveTo>
                              <a:pt x="0" y="44101"/>
                            </a:moveTo>
                            <a:cubicBezTo>
                              <a:pt x="953" y="50292"/>
                              <a:pt x="-1810" y="66580"/>
                              <a:pt x="5334" y="66199"/>
                            </a:cubicBezTo>
                            <a:cubicBezTo>
                              <a:pt x="17240" y="65627"/>
                              <a:pt x="25432" y="37529"/>
                              <a:pt x="27051" y="21146"/>
                            </a:cubicBezTo>
                            <a:cubicBezTo>
                              <a:pt x="27718" y="16383"/>
                              <a:pt x="27908" y="5524"/>
                              <a:pt x="27337" y="0"/>
                            </a:cubicBezTo>
                            <a:cubicBezTo>
                              <a:pt x="27051" y="3048"/>
                              <a:pt x="26575" y="8287"/>
                              <a:pt x="25718" y="11144"/>
                            </a:cubicBezTo>
                            <a:cubicBezTo>
                              <a:pt x="20764" y="27337"/>
                              <a:pt x="12002" y="45625"/>
                              <a:pt x="0" y="4410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05" name="Forme libre : forme 10604">
                        <a:extLst>
                          <a:ext uri="{FF2B5EF4-FFF2-40B4-BE49-F238E27FC236}">
                            <a16:creationId xmlns:a16="http://schemas.microsoft.com/office/drawing/2014/main" id="{270C6535-CACA-4F5E-8F6A-14F32C2D69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42998" y="2517890"/>
                        <a:ext cx="27706" cy="96681"/>
                      </a:xfrm>
                      <a:custGeom>
                        <a:avLst/>
                        <a:gdLst>
                          <a:gd name="connsiteX0" fmla="*/ 17101 w 27706"/>
                          <a:gd name="connsiteY0" fmla="*/ 139 h 96681"/>
                          <a:gd name="connsiteX1" fmla="*/ 27197 w 27706"/>
                          <a:gd name="connsiteY1" fmla="*/ 52526 h 96681"/>
                          <a:gd name="connsiteX2" fmla="*/ 20816 w 27706"/>
                          <a:gd name="connsiteY2" fmla="*/ 80530 h 96681"/>
                          <a:gd name="connsiteX3" fmla="*/ 6147 w 27706"/>
                          <a:gd name="connsiteY3" fmla="*/ 96627 h 96681"/>
                          <a:gd name="connsiteX4" fmla="*/ 51 w 27706"/>
                          <a:gd name="connsiteY4" fmla="*/ 76815 h 96681"/>
                          <a:gd name="connsiteX5" fmla="*/ 2433 w 27706"/>
                          <a:gd name="connsiteY5" fmla="*/ 49859 h 96681"/>
                          <a:gd name="connsiteX6" fmla="*/ 6909 w 27706"/>
                          <a:gd name="connsiteY6" fmla="*/ 19951 h 96681"/>
                          <a:gd name="connsiteX7" fmla="*/ 17101 w 27706"/>
                          <a:gd name="connsiteY7" fmla="*/ 139 h 966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7706" h="96681">
                            <a:moveTo>
                              <a:pt x="17101" y="139"/>
                            </a:moveTo>
                            <a:cubicBezTo>
                              <a:pt x="27579" y="2996"/>
                              <a:pt x="28626" y="38334"/>
                              <a:pt x="27197" y="52526"/>
                            </a:cubicBezTo>
                            <a:cubicBezTo>
                              <a:pt x="26626" y="59575"/>
                              <a:pt x="24626" y="71100"/>
                              <a:pt x="20816" y="80530"/>
                            </a:cubicBezTo>
                            <a:cubicBezTo>
                              <a:pt x="17101" y="90055"/>
                              <a:pt x="11767" y="97389"/>
                              <a:pt x="6147" y="96627"/>
                            </a:cubicBezTo>
                            <a:cubicBezTo>
                              <a:pt x="527" y="95865"/>
                              <a:pt x="-235" y="86912"/>
                              <a:pt x="51" y="76815"/>
                            </a:cubicBezTo>
                            <a:cubicBezTo>
                              <a:pt x="337" y="66719"/>
                              <a:pt x="1766" y="55289"/>
                              <a:pt x="2433" y="49859"/>
                            </a:cubicBezTo>
                            <a:cubicBezTo>
                              <a:pt x="3099" y="44430"/>
                              <a:pt x="4718" y="31381"/>
                              <a:pt x="6909" y="19951"/>
                            </a:cubicBezTo>
                            <a:cubicBezTo>
                              <a:pt x="9100" y="8521"/>
                              <a:pt x="11958" y="-1290"/>
                              <a:pt x="1710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06" name="Forme libre : forme 10605">
                        <a:extLst>
                          <a:ext uri="{FF2B5EF4-FFF2-40B4-BE49-F238E27FC236}">
                            <a16:creationId xmlns:a16="http://schemas.microsoft.com/office/drawing/2014/main" id="{7740E8A9-39AA-4B46-949D-123A8FC5E1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8784" y="2545886"/>
                        <a:ext cx="63993" cy="115686"/>
                      </a:xfrm>
                      <a:custGeom>
                        <a:avLst/>
                        <a:gdLst>
                          <a:gd name="connsiteX0" fmla="*/ 9598 w 63993"/>
                          <a:gd name="connsiteY0" fmla="*/ 114923 h 115686"/>
                          <a:gd name="connsiteX1" fmla="*/ 17884 w 63993"/>
                          <a:gd name="connsiteY1" fmla="*/ 115018 h 115686"/>
                          <a:gd name="connsiteX2" fmla="*/ 26933 w 63993"/>
                          <a:gd name="connsiteY2" fmla="*/ 109493 h 115686"/>
                          <a:gd name="connsiteX3" fmla="*/ 57794 w 63993"/>
                          <a:gd name="connsiteY3" fmla="*/ 68060 h 115686"/>
                          <a:gd name="connsiteX4" fmla="*/ 62937 w 63993"/>
                          <a:gd name="connsiteY4" fmla="*/ 18339 h 115686"/>
                          <a:gd name="connsiteX5" fmla="*/ 50460 w 63993"/>
                          <a:gd name="connsiteY5" fmla="*/ 337 h 115686"/>
                          <a:gd name="connsiteX6" fmla="*/ 43601 w 63993"/>
                          <a:gd name="connsiteY6" fmla="*/ 15101 h 115686"/>
                          <a:gd name="connsiteX7" fmla="*/ 24075 w 63993"/>
                          <a:gd name="connsiteY7" fmla="*/ 53677 h 115686"/>
                          <a:gd name="connsiteX8" fmla="*/ 1310 w 63993"/>
                          <a:gd name="connsiteY8" fmla="*/ 87395 h 115686"/>
                          <a:gd name="connsiteX9" fmla="*/ 1406 w 63993"/>
                          <a:gd name="connsiteY9" fmla="*/ 104255 h 115686"/>
                          <a:gd name="connsiteX10" fmla="*/ 9598 w 63993"/>
                          <a:gd name="connsiteY10" fmla="*/ 114923 h 1156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3993" h="115686">
                            <a:moveTo>
                              <a:pt x="9598" y="114923"/>
                            </a:moveTo>
                            <a:cubicBezTo>
                              <a:pt x="12740" y="115875"/>
                              <a:pt x="15312" y="115970"/>
                              <a:pt x="17884" y="115018"/>
                            </a:cubicBezTo>
                            <a:cubicBezTo>
                              <a:pt x="20551" y="113875"/>
                              <a:pt x="23408" y="112256"/>
                              <a:pt x="26933" y="109493"/>
                            </a:cubicBezTo>
                            <a:cubicBezTo>
                              <a:pt x="40554" y="98730"/>
                              <a:pt x="50555" y="87681"/>
                              <a:pt x="57794" y="68060"/>
                            </a:cubicBezTo>
                            <a:cubicBezTo>
                              <a:pt x="63700" y="51581"/>
                              <a:pt x="65319" y="32436"/>
                              <a:pt x="62937" y="18339"/>
                            </a:cubicBezTo>
                            <a:cubicBezTo>
                              <a:pt x="61223" y="7766"/>
                              <a:pt x="56651" y="-1949"/>
                              <a:pt x="50460" y="337"/>
                            </a:cubicBezTo>
                            <a:cubicBezTo>
                              <a:pt x="46649" y="1670"/>
                              <a:pt x="45793" y="9290"/>
                              <a:pt x="43601" y="15101"/>
                            </a:cubicBezTo>
                            <a:cubicBezTo>
                              <a:pt x="38363" y="28817"/>
                              <a:pt x="33315" y="41961"/>
                              <a:pt x="24075" y="53677"/>
                            </a:cubicBezTo>
                            <a:cubicBezTo>
                              <a:pt x="16075" y="63678"/>
                              <a:pt x="5025" y="72917"/>
                              <a:pt x="1310" y="87395"/>
                            </a:cubicBezTo>
                            <a:cubicBezTo>
                              <a:pt x="-309" y="93682"/>
                              <a:pt x="-594" y="100159"/>
                              <a:pt x="1406" y="104255"/>
                            </a:cubicBezTo>
                            <a:cubicBezTo>
                              <a:pt x="2835" y="108731"/>
                              <a:pt x="5216" y="113589"/>
                              <a:pt x="9598" y="11492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07" name="Forme libre : forme 10606">
                        <a:extLst>
                          <a:ext uri="{FF2B5EF4-FFF2-40B4-BE49-F238E27FC236}">
                            <a16:creationId xmlns:a16="http://schemas.microsoft.com/office/drawing/2014/main" id="{DCC84B8E-F439-490D-B1B8-6939515AFD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27057" y="2597999"/>
                        <a:ext cx="10171" cy="37835"/>
                      </a:xfrm>
                      <a:custGeom>
                        <a:avLst/>
                        <a:gdLst>
                          <a:gd name="connsiteX0" fmla="*/ 752 w 10171"/>
                          <a:gd name="connsiteY0" fmla="*/ 33377 h 37835"/>
                          <a:gd name="connsiteX1" fmla="*/ 1990 w 10171"/>
                          <a:gd name="connsiteY1" fmla="*/ 37473 h 37835"/>
                          <a:gd name="connsiteX2" fmla="*/ 5229 w 10171"/>
                          <a:gd name="connsiteY2" fmla="*/ 35758 h 37835"/>
                          <a:gd name="connsiteX3" fmla="*/ 7610 w 10171"/>
                          <a:gd name="connsiteY3" fmla="*/ 29281 h 37835"/>
                          <a:gd name="connsiteX4" fmla="*/ 10087 w 10171"/>
                          <a:gd name="connsiteY4" fmla="*/ 12327 h 37835"/>
                          <a:gd name="connsiteX5" fmla="*/ 9896 w 10171"/>
                          <a:gd name="connsiteY5" fmla="*/ 6040 h 37835"/>
                          <a:gd name="connsiteX6" fmla="*/ 847 w 10171"/>
                          <a:gd name="connsiteY6" fmla="*/ 7755 h 37835"/>
                          <a:gd name="connsiteX7" fmla="*/ 752 w 10171"/>
                          <a:gd name="connsiteY7" fmla="*/ 33377 h 378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171" h="37835">
                            <a:moveTo>
                              <a:pt x="752" y="33377"/>
                            </a:moveTo>
                            <a:cubicBezTo>
                              <a:pt x="942" y="35187"/>
                              <a:pt x="1038" y="36520"/>
                              <a:pt x="1990" y="37473"/>
                            </a:cubicBezTo>
                            <a:cubicBezTo>
                              <a:pt x="2943" y="38425"/>
                              <a:pt x="4181" y="37377"/>
                              <a:pt x="5229" y="35758"/>
                            </a:cubicBezTo>
                            <a:cubicBezTo>
                              <a:pt x="6276" y="34139"/>
                              <a:pt x="7039" y="31377"/>
                              <a:pt x="7610" y="29281"/>
                            </a:cubicBezTo>
                            <a:cubicBezTo>
                              <a:pt x="8848" y="23757"/>
                              <a:pt x="9801" y="17851"/>
                              <a:pt x="10087" y="12327"/>
                            </a:cubicBezTo>
                            <a:cubicBezTo>
                              <a:pt x="10182" y="10041"/>
                              <a:pt x="10277" y="7945"/>
                              <a:pt x="9896" y="6040"/>
                            </a:cubicBezTo>
                            <a:cubicBezTo>
                              <a:pt x="7991" y="-1866"/>
                              <a:pt x="2562" y="-2723"/>
                              <a:pt x="847" y="7755"/>
                            </a:cubicBezTo>
                            <a:cubicBezTo>
                              <a:pt x="-581" y="15851"/>
                              <a:pt x="86" y="25852"/>
                              <a:pt x="752" y="3337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08" name="Forme libre : forme 10607">
                        <a:extLst>
                          <a:ext uri="{FF2B5EF4-FFF2-40B4-BE49-F238E27FC236}">
                            <a16:creationId xmlns:a16="http://schemas.microsoft.com/office/drawing/2014/main" id="{56281D0B-8AA3-4B71-96F7-0E6C48A162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62385" y="2488882"/>
                        <a:ext cx="28098" cy="62388"/>
                      </a:xfrm>
                      <a:custGeom>
                        <a:avLst/>
                        <a:gdLst>
                          <a:gd name="connsiteX0" fmla="*/ 0 w 28098"/>
                          <a:gd name="connsiteY0" fmla="*/ 0 h 62388"/>
                          <a:gd name="connsiteX1" fmla="*/ 10002 w 28098"/>
                          <a:gd name="connsiteY1" fmla="*/ 9525 h 62388"/>
                          <a:gd name="connsiteX2" fmla="*/ 18288 w 28098"/>
                          <a:gd name="connsiteY2" fmla="*/ 25718 h 62388"/>
                          <a:gd name="connsiteX3" fmla="*/ 28099 w 28098"/>
                          <a:gd name="connsiteY3" fmla="*/ 62389 h 62388"/>
                          <a:gd name="connsiteX4" fmla="*/ 0 w 28098"/>
                          <a:gd name="connsiteY4" fmla="*/ 0 h 623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098" h="62388">
                            <a:moveTo>
                              <a:pt x="0" y="0"/>
                            </a:moveTo>
                            <a:cubicBezTo>
                              <a:pt x="3620" y="2096"/>
                              <a:pt x="6858" y="4858"/>
                              <a:pt x="10002" y="9525"/>
                            </a:cubicBezTo>
                            <a:cubicBezTo>
                              <a:pt x="13145" y="14097"/>
                              <a:pt x="15907" y="19717"/>
                              <a:pt x="18288" y="25718"/>
                            </a:cubicBezTo>
                            <a:cubicBezTo>
                              <a:pt x="23051" y="37814"/>
                              <a:pt x="26194" y="51530"/>
                              <a:pt x="28099" y="62389"/>
                            </a:cubicBezTo>
                            <a:cubicBezTo>
                              <a:pt x="24099" y="39148"/>
                              <a:pt x="11621" y="14288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09" name="Forme libre : forme 10608">
                        <a:extLst>
                          <a:ext uri="{FF2B5EF4-FFF2-40B4-BE49-F238E27FC236}">
                            <a16:creationId xmlns:a16="http://schemas.microsoft.com/office/drawing/2014/main" id="{149187F6-92FF-486D-9BAF-C3EDAAE616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07426" y="2607849"/>
                        <a:ext cx="3142" cy="54959"/>
                      </a:xfrm>
                      <a:custGeom>
                        <a:avLst/>
                        <a:gdLst>
                          <a:gd name="connsiteX0" fmla="*/ 3143 w 3142"/>
                          <a:gd name="connsiteY0" fmla="*/ 0 h 54959"/>
                          <a:gd name="connsiteX1" fmla="*/ 952 w 3142"/>
                          <a:gd name="connsiteY1" fmla="*/ 31242 h 54959"/>
                          <a:gd name="connsiteX2" fmla="*/ 2000 w 3142"/>
                          <a:gd name="connsiteY2" fmla="*/ 36385 h 54959"/>
                          <a:gd name="connsiteX3" fmla="*/ 2667 w 3142"/>
                          <a:gd name="connsiteY3" fmla="*/ 42005 h 54959"/>
                          <a:gd name="connsiteX4" fmla="*/ 0 w 3142"/>
                          <a:gd name="connsiteY4" fmla="*/ 54959 h 54959"/>
                          <a:gd name="connsiteX5" fmla="*/ 2857 w 3142"/>
                          <a:gd name="connsiteY5" fmla="*/ 42386 h 54959"/>
                          <a:gd name="connsiteX6" fmla="*/ 2667 w 3142"/>
                          <a:gd name="connsiteY6" fmla="*/ 36766 h 54959"/>
                          <a:gd name="connsiteX7" fmla="*/ 2191 w 3142"/>
                          <a:gd name="connsiteY7" fmla="*/ 31147 h 54959"/>
                          <a:gd name="connsiteX8" fmla="*/ 3143 w 3142"/>
                          <a:gd name="connsiteY8" fmla="*/ 0 h 549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142" h="54959">
                            <a:moveTo>
                              <a:pt x="3143" y="0"/>
                            </a:moveTo>
                            <a:cubicBezTo>
                              <a:pt x="1143" y="11430"/>
                              <a:pt x="857" y="21907"/>
                              <a:pt x="952" y="31242"/>
                            </a:cubicBezTo>
                            <a:cubicBezTo>
                              <a:pt x="667" y="33909"/>
                              <a:pt x="1810" y="34480"/>
                              <a:pt x="2000" y="36385"/>
                            </a:cubicBezTo>
                            <a:cubicBezTo>
                              <a:pt x="2381" y="38100"/>
                              <a:pt x="2571" y="39910"/>
                              <a:pt x="2667" y="42005"/>
                            </a:cubicBezTo>
                            <a:cubicBezTo>
                              <a:pt x="2762" y="46006"/>
                              <a:pt x="1905" y="50673"/>
                              <a:pt x="0" y="54959"/>
                            </a:cubicBezTo>
                            <a:cubicBezTo>
                              <a:pt x="1619" y="50768"/>
                              <a:pt x="2667" y="46387"/>
                              <a:pt x="2857" y="42386"/>
                            </a:cubicBezTo>
                            <a:cubicBezTo>
                              <a:pt x="2953" y="40291"/>
                              <a:pt x="2857" y="38481"/>
                              <a:pt x="2667" y="36766"/>
                            </a:cubicBezTo>
                            <a:cubicBezTo>
                              <a:pt x="2477" y="34957"/>
                              <a:pt x="1810" y="34004"/>
                              <a:pt x="2191" y="31147"/>
                            </a:cubicBezTo>
                            <a:cubicBezTo>
                              <a:pt x="2762" y="21336"/>
                              <a:pt x="3048" y="10096"/>
                              <a:pt x="314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10" name="Forme libre : forme 10609">
                        <a:extLst>
                          <a:ext uri="{FF2B5EF4-FFF2-40B4-BE49-F238E27FC236}">
                            <a16:creationId xmlns:a16="http://schemas.microsoft.com/office/drawing/2014/main" id="{F10D574E-A40F-40A9-85FC-3A348CF106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44445" y="2544868"/>
                        <a:ext cx="10805" cy="34924"/>
                      </a:xfrm>
                      <a:custGeom>
                        <a:avLst/>
                        <a:gdLst>
                          <a:gd name="connsiteX0" fmla="*/ 9082 w 10805"/>
                          <a:gd name="connsiteY0" fmla="*/ 306 h 34924"/>
                          <a:gd name="connsiteX1" fmla="*/ 8892 w 10805"/>
                          <a:gd name="connsiteY1" fmla="*/ 21261 h 34924"/>
                          <a:gd name="connsiteX2" fmla="*/ 1367 w 10805"/>
                          <a:gd name="connsiteY2" fmla="*/ 34406 h 34924"/>
                          <a:gd name="connsiteX3" fmla="*/ 2225 w 10805"/>
                          <a:gd name="connsiteY3" fmla="*/ 14880 h 34924"/>
                          <a:gd name="connsiteX4" fmla="*/ 9082 w 10805"/>
                          <a:gd name="connsiteY4" fmla="*/ 306 h 349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805" h="34924">
                            <a:moveTo>
                              <a:pt x="9082" y="306"/>
                            </a:moveTo>
                            <a:cubicBezTo>
                              <a:pt x="12512" y="2878"/>
                              <a:pt x="9940" y="17070"/>
                              <a:pt x="8892" y="21261"/>
                            </a:cubicBezTo>
                            <a:cubicBezTo>
                              <a:pt x="8035" y="25547"/>
                              <a:pt x="4606" y="37549"/>
                              <a:pt x="1367" y="34406"/>
                            </a:cubicBezTo>
                            <a:cubicBezTo>
                              <a:pt x="-1776" y="31358"/>
                              <a:pt x="1367" y="18880"/>
                              <a:pt x="2225" y="14880"/>
                            </a:cubicBezTo>
                            <a:cubicBezTo>
                              <a:pt x="3177" y="11070"/>
                              <a:pt x="5749" y="-2170"/>
                              <a:pt x="9082" y="30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11" name="Forme libre : forme 10610">
                        <a:extLst>
                          <a:ext uri="{FF2B5EF4-FFF2-40B4-BE49-F238E27FC236}">
                            <a16:creationId xmlns:a16="http://schemas.microsoft.com/office/drawing/2014/main" id="{CCB87613-67A3-4558-A306-C0A0CEFF36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51015" y="2539633"/>
                        <a:ext cx="3395" cy="10026"/>
                      </a:xfrm>
                      <a:custGeom>
                        <a:avLst/>
                        <a:gdLst>
                          <a:gd name="connsiteX0" fmla="*/ 1940 w 3395"/>
                          <a:gd name="connsiteY0" fmla="*/ 17 h 10026"/>
                          <a:gd name="connsiteX1" fmla="*/ 3369 w 3395"/>
                          <a:gd name="connsiteY1" fmla="*/ 4684 h 10026"/>
                          <a:gd name="connsiteX2" fmla="*/ 1368 w 3395"/>
                          <a:gd name="connsiteY2" fmla="*/ 10018 h 10026"/>
                          <a:gd name="connsiteX3" fmla="*/ 35 w 3395"/>
                          <a:gd name="connsiteY3" fmla="*/ 5447 h 10026"/>
                          <a:gd name="connsiteX4" fmla="*/ 1940 w 3395"/>
                          <a:gd name="connsiteY4" fmla="*/ 17 h 10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95" h="10026">
                            <a:moveTo>
                              <a:pt x="1940" y="17"/>
                            </a:moveTo>
                            <a:cubicBezTo>
                              <a:pt x="3369" y="-268"/>
                              <a:pt x="3464" y="3065"/>
                              <a:pt x="3369" y="4684"/>
                            </a:cubicBezTo>
                            <a:cubicBezTo>
                              <a:pt x="3274" y="6399"/>
                              <a:pt x="2797" y="9828"/>
                              <a:pt x="1368" y="10018"/>
                            </a:cubicBezTo>
                            <a:cubicBezTo>
                              <a:pt x="-60" y="10209"/>
                              <a:pt x="-60" y="7161"/>
                              <a:pt x="35" y="5447"/>
                            </a:cubicBezTo>
                            <a:cubicBezTo>
                              <a:pt x="35" y="3732"/>
                              <a:pt x="512" y="303"/>
                              <a:pt x="1940" y="1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12" name="Forme libre : forme 10611">
                        <a:extLst>
                          <a:ext uri="{FF2B5EF4-FFF2-40B4-BE49-F238E27FC236}">
                            <a16:creationId xmlns:a16="http://schemas.microsoft.com/office/drawing/2014/main" id="{302ADDC6-2742-4676-BEFF-E7FF292890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21779" y="2493185"/>
                        <a:ext cx="37875" cy="84071"/>
                      </a:xfrm>
                      <a:custGeom>
                        <a:avLst/>
                        <a:gdLst>
                          <a:gd name="connsiteX0" fmla="*/ 17555 w 37875"/>
                          <a:gd name="connsiteY0" fmla="*/ 21986 h 84071"/>
                          <a:gd name="connsiteX1" fmla="*/ 31843 w 37875"/>
                          <a:gd name="connsiteY1" fmla="*/ 650 h 84071"/>
                          <a:gd name="connsiteX2" fmla="*/ 37844 w 37875"/>
                          <a:gd name="connsiteY2" fmla="*/ 6555 h 84071"/>
                          <a:gd name="connsiteX3" fmla="*/ 34700 w 37875"/>
                          <a:gd name="connsiteY3" fmla="*/ 17223 h 84071"/>
                          <a:gd name="connsiteX4" fmla="*/ 20890 w 37875"/>
                          <a:gd name="connsiteY4" fmla="*/ 47703 h 84071"/>
                          <a:gd name="connsiteX5" fmla="*/ 13651 w 37875"/>
                          <a:gd name="connsiteY5" fmla="*/ 70944 h 84071"/>
                          <a:gd name="connsiteX6" fmla="*/ 2792 w 37875"/>
                          <a:gd name="connsiteY6" fmla="*/ 83041 h 84071"/>
                          <a:gd name="connsiteX7" fmla="*/ 6125 w 37875"/>
                          <a:gd name="connsiteY7" fmla="*/ 40940 h 84071"/>
                          <a:gd name="connsiteX8" fmla="*/ 17555 w 37875"/>
                          <a:gd name="connsiteY8" fmla="*/ 21986 h 840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7875" h="84071">
                            <a:moveTo>
                              <a:pt x="17555" y="21986"/>
                            </a:moveTo>
                            <a:cubicBezTo>
                              <a:pt x="22318" y="13032"/>
                              <a:pt x="25271" y="6651"/>
                              <a:pt x="31843" y="650"/>
                            </a:cubicBezTo>
                            <a:cubicBezTo>
                              <a:pt x="34320" y="-1446"/>
                              <a:pt x="37463" y="1793"/>
                              <a:pt x="37844" y="6555"/>
                            </a:cubicBezTo>
                            <a:cubicBezTo>
                              <a:pt x="38130" y="11222"/>
                              <a:pt x="36415" y="14175"/>
                              <a:pt x="34700" y="17223"/>
                            </a:cubicBezTo>
                            <a:cubicBezTo>
                              <a:pt x="29366" y="26748"/>
                              <a:pt x="25271" y="36749"/>
                              <a:pt x="20890" y="47703"/>
                            </a:cubicBezTo>
                            <a:cubicBezTo>
                              <a:pt x="19556" y="51132"/>
                              <a:pt x="16984" y="61991"/>
                              <a:pt x="13651" y="70944"/>
                            </a:cubicBezTo>
                            <a:cubicBezTo>
                              <a:pt x="10316" y="79898"/>
                              <a:pt x="6221" y="86756"/>
                              <a:pt x="2792" y="83041"/>
                            </a:cubicBezTo>
                            <a:cubicBezTo>
                              <a:pt x="-3780" y="75802"/>
                              <a:pt x="2887" y="49894"/>
                              <a:pt x="6125" y="40940"/>
                            </a:cubicBezTo>
                            <a:cubicBezTo>
                              <a:pt x="9555" y="32082"/>
                              <a:pt x="14031" y="28653"/>
                              <a:pt x="17555" y="2198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88" name="Graphique 1">
                      <a:extLst>
                        <a:ext uri="{FF2B5EF4-FFF2-40B4-BE49-F238E27FC236}">
                          <a16:creationId xmlns:a16="http://schemas.microsoft.com/office/drawing/2014/main" id="{2C0FA87D-2720-47F9-B113-F9C3FF4718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824705" y="2286368"/>
                      <a:ext cx="101745" cy="197017"/>
                      <a:chOff x="6824705" y="2286368"/>
                      <a:chExt cx="101745" cy="197017"/>
                    </a:xfrm>
                    <a:solidFill>
                      <a:schemeClr val="accent1"/>
                    </a:solidFill>
                  </p:grpSpPr>
                  <p:sp>
                    <p:nvSpPr>
                      <p:cNvPr id="10589" name="Forme libre : forme 10588">
                        <a:extLst>
                          <a:ext uri="{FF2B5EF4-FFF2-40B4-BE49-F238E27FC236}">
                            <a16:creationId xmlns:a16="http://schemas.microsoft.com/office/drawing/2014/main" id="{0933C6BB-A8D3-4196-B848-82577D56A5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24705" y="2286368"/>
                        <a:ext cx="101745" cy="197017"/>
                      </a:xfrm>
                      <a:custGeom>
                        <a:avLst/>
                        <a:gdLst>
                          <a:gd name="connsiteX0" fmla="*/ 92830 w 101745"/>
                          <a:gd name="connsiteY0" fmla="*/ 75737 h 197017"/>
                          <a:gd name="connsiteX1" fmla="*/ 83019 w 101745"/>
                          <a:gd name="connsiteY1" fmla="*/ 104312 h 197017"/>
                          <a:gd name="connsiteX2" fmla="*/ 78447 w 101745"/>
                          <a:gd name="connsiteY2" fmla="*/ 120695 h 197017"/>
                          <a:gd name="connsiteX3" fmla="*/ 75019 w 101745"/>
                          <a:gd name="connsiteY3" fmla="*/ 134315 h 197017"/>
                          <a:gd name="connsiteX4" fmla="*/ 41014 w 101745"/>
                          <a:gd name="connsiteY4" fmla="*/ 192989 h 197017"/>
                          <a:gd name="connsiteX5" fmla="*/ 19488 w 101745"/>
                          <a:gd name="connsiteY5" fmla="*/ 191942 h 197017"/>
                          <a:gd name="connsiteX6" fmla="*/ 1295 w 101745"/>
                          <a:gd name="connsiteY6" fmla="*/ 118123 h 197017"/>
                          <a:gd name="connsiteX7" fmla="*/ 4343 w 101745"/>
                          <a:gd name="connsiteY7" fmla="*/ 101930 h 197017"/>
                          <a:gd name="connsiteX8" fmla="*/ 9486 w 101745"/>
                          <a:gd name="connsiteY8" fmla="*/ 82595 h 197017"/>
                          <a:gd name="connsiteX9" fmla="*/ 22821 w 101745"/>
                          <a:gd name="connsiteY9" fmla="*/ 47924 h 197017"/>
                          <a:gd name="connsiteX10" fmla="*/ 82734 w 101745"/>
                          <a:gd name="connsiteY10" fmla="*/ 299 h 197017"/>
                          <a:gd name="connsiteX11" fmla="*/ 94545 w 101745"/>
                          <a:gd name="connsiteY11" fmla="*/ 2680 h 197017"/>
                          <a:gd name="connsiteX12" fmla="*/ 100450 w 101745"/>
                          <a:gd name="connsiteY12" fmla="*/ 11729 h 197017"/>
                          <a:gd name="connsiteX13" fmla="*/ 92830 w 101745"/>
                          <a:gd name="connsiteY13" fmla="*/ 75737 h 197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01745" h="197017">
                            <a:moveTo>
                              <a:pt x="92830" y="75737"/>
                            </a:moveTo>
                            <a:cubicBezTo>
                              <a:pt x="90354" y="82499"/>
                              <a:pt x="86258" y="93167"/>
                              <a:pt x="83019" y="104312"/>
                            </a:cubicBezTo>
                            <a:cubicBezTo>
                              <a:pt x="81209" y="109836"/>
                              <a:pt x="79781" y="115456"/>
                              <a:pt x="78447" y="120695"/>
                            </a:cubicBezTo>
                            <a:cubicBezTo>
                              <a:pt x="76924" y="125838"/>
                              <a:pt x="75875" y="130601"/>
                              <a:pt x="75019" y="134315"/>
                            </a:cubicBezTo>
                            <a:cubicBezTo>
                              <a:pt x="68256" y="162128"/>
                              <a:pt x="57207" y="176606"/>
                              <a:pt x="41014" y="192989"/>
                            </a:cubicBezTo>
                            <a:cubicBezTo>
                              <a:pt x="35490" y="198704"/>
                              <a:pt x="24536" y="198323"/>
                              <a:pt x="19488" y="191942"/>
                            </a:cubicBezTo>
                            <a:cubicBezTo>
                              <a:pt x="5009" y="173654"/>
                              <a:pt x="-3373" y="151746"/>
                              <a:pt x="1295" y="118123"/>
                            </a:cubicBezTo>
                            <a:cubicBezTo>
                              <a:pt x="1771" y="113646"/>
                              <a:pt x="2914" y="108026"/>
                              <a:pt x="4343" y="101930"/>
                            </a:cubicBezTo>
                            <a:cubicBezTo>
                              <a:pt x="5772" y="95834"/>
                              <a:pt x="7295" y="89167"/>
                              <a:pt x="9486" y="82595"/>
                            </a:cubicBezTo>
                            <a:cubicBezTo>
                              <a:pt x="13391" y="69355"/>
                              <a:pt x="18630" y="56401"/>
                              <a:pt x="22821" y="47924"/>
                            </a:cubicBezTo>
                            <a:cubicBezTo>
                              <a:pt x="38442" y="15920"/>
                              <a:pt x="59683" y="5061"/>
                              <a:pt x="82734" y="299"/>
                            </a:cubicBezTo>
                            <a:cubicBezTo>
                              <a:pt x="86734" y="-559"/>
                              <a:pt x="91211" y="489"/>
                              <a:pt x="94545" y="2680"/>
                            </a:cubicBezTo>
                            <a:cubicBezTo>
                              <a:pt x="97783" y="4966"/>
                              <a:pt x="100069" y="8204"/>
                              <a:pt x="100450" y="11729"/>
                            </a:cubicBezTo>
                            <a:cubicBezTo>
                              <a:pt x="103117" y="32779"/>
                              <a:pt x="102165" y="50591"/>
                              <a:pt x="92830" y="7573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90" name="Forme libre : forme 10589">
                        <a:extLst>
                          <a:ext uri="{FF2B5EF4-FFF2-40B4-BE49-F238E27FC236}">
                            <a16:creationId xmlns:a16="http://schemas.microsoft.com/office/drawing/2014/main" id="{59955D07-661D-4681-A982-A725A3392D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56766" y="2297715"/>
                        <a:ext cx="69202" cy="185642"/>
                      </a:xfrm>
                      <a:custGeom>
                        <a:avLst/>
                        <a:gdLst>
                          <a:gd name="connsiteX0" fmla="*/ 18383 w 69202"/>
                          <a:gd name="connsiteY0" fmla="*/ 107633 h 185642"/>
                          <a:gd name="connsiteX1" fmla="*/ 0 w 69202"/>
                          <a:gd name="connsiteY1" fmla="*/ 185642 h 185642"/>
                          <a:gd name="connsiteX2" fmla="*/ 8763 w 69202"/>
                          <a:gd name="connsiteY2" fmla="*/ 181737 h 185642"/>
                          <a:gd name="connsiteX3" fmla="*/ 16478 w 69202"/>
                          <a:gd name="connsiteY3" fmla="*/ 173355 h 185642"/>
                          <a:gd name="connsiteX4" fmla="*/ 34671 w 69202"/>
                          <a:gd name="connsiteY4" fmla="*/ 146494 h 185642"/>
                          <a:gd name="connsiteX5" fmla="*/ 42672 w 69202"/>
                          <a:gd name="connsiteY5" fmla="*/ 122968 h 185642"/>
                          <a:gd name="connsiteX6" fmla="*/ 45053 w 69202"/>
                          <a:gd name="connsiteY6" fmla="*/ 113252 h 185642"/>
                          <a:gd name="connsiteX7" fmla="*/ 58960 w 69202"/>
                          <a:gd name="connsiteY7" fmla="*/ 68580 h 185642"/>
                          <a:gd name="connsiteX8" fmla="*/ 60484 w 69202"/>
                          <a:gd name="connsiteY8" fmla="*/ 64389 h 185642"/>
                          <a:gd name="connsiteX9" fmla="*/ 67437 w 69202"/>
                          <a:gd name="connsiteY9" fmla="*/ 39910 h 185642"/>
                          <a:gd name="connsiteX10" fmla="*/ 68961 w 69202"/>
                          <a:gd name="connsiteY10" fmla="*/ 10096 h 185642"/>
                          <a:gd name="connsiteX11" fmla="*/ 68103 w 69202"/>
                          <a:gd name="connsiteY11" fmla="*/ 381 h 185642"/>
                          <a:gd name="connsiteX12" fmla="*/ 68009 w 69202"/>
                          <a:gd name="connsiteY12" fmla="*/ 0 h 185642"/>
                          <a:gd name="connsiteX13" fmla="*/ 18383 w 69202"/>
                          <a:gd name="connsiteY13" fmla="*/ 107633 h 185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69202" h="185642">
                            <a:moveTo>
                              <a:pt x="18383" y="107633"/>
                            </a:moveTo>
                            <a:cubicBezTo>
                              <a:pt x="13716" y="134684"/>
                              <a:pt x="10763" y="163544"/>
                              <a:pt x="0" y="185642"/>
                            </a:cubicBezTo>
                            <a:cubicBezTo>
                              <a:pt x="3334" y="185357"/>
                              <a:pt x="6477" y="184118"/>
                              <a:pt x="8763" y="181737"/>
                            </a:cubicBezTo>
                            <a:cubicBezTo>
                              <a:pt x="11525" y="178880"/>
                              <a:pt x="14097" y="176117"/>
                              <a:pt x="16478" y="173355"/>
                            </a:cubicBezTo>
                            <a:cubicBezTo>
                              <a:pt x="24193" y="165354"/>
                              <a:pt x="29623" y="156877"/>
                              <a:pt x="34671" y="146494"/>
                            </a:cubicBezTo>
                            <a:cubicBezTo>
                              <a:pt x="37814" y="139732"/>
                              <a:pt x="40195" y="132017"/>
                              <a:pt x="42672" y="122968"/>
                            </a:cubicBezTo>
                            <a:cubicBezTo>
                              <a:pt x="43434" y="120206"/>
                              <a:pt x="43910" y="116872"/>
                              <a:pt x="45053" y="113252"/>
                            </a:cubicBezTo>
                            <a:cubicBezTo>
                              <a:pt x="48387" y="98965"/>
                              <a:pt x="54578" y="80296"/>
                              <a:pt x="58960" y="68580"/>
                            </a:cubicBezTo>
                            <a:cubicBezTo>
                              <a:pt x="59531" y="67056"/>
                              <a:pt x="60007" y="65627"/>
                              <a:pt x="60484" y="64389"/>
                            </a:cubicBezTo>
                            <a:cubicBezTo>
                              <a:pt x="63722" y="55340"/>
                              <a:pt x="66104" y="47435"/>
                              <a:pt x="67437" y="39910"/>
                            </a:cubicBezTo>
                            <a:cubicBezTo>
                              <a:pt x="69342" y="29623"/>
                              <a:pt x="69437" y="19907"/>
                              <a:pt x="68961" y="10096"/>
                            </a:cubicBezTo>
                            <a:cubicBezTo>
                              <a:pt x="68770" y="6953"/>
                              <a:pt x="68485" y="3620"/>
                              <a:pt x="68103" y="381"/>
                            </a:cubicBezTo>
                            <a:lnTo>
                              <a:pt x="68009" y="0"/>
                            </a:lnTo>
                            <a:cubicBezTo>
                              <a:pt x="42386" y="29432"/>
                              <a:pt x="24765" y="69056"/>
                              <a:pt x="18383" y="10763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91" name="Forme libre : forme 10590">
                        <a:extLst>
                          <a:ext uri="{FF2B5EF4-FFF2-40B4-BE49-F238E27FC236}">
                            <a16:creationId xmlns:a16="http://schemas.microsoft.com/office/drawing/2014/main" id="{872B8CFA-64CB-47E7-A1B9-71BB52DD9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57719" y="2321914"/>
                        <a:ext cx="42531" cy="89763"/>
                      </a:xfrm>
                      <a:custGeom>
                        <a:avLst/>
                        <a:gdLst>
                          <a:gd name="connsiteX0" fmla="*/ 39909 w 42531"/>
                          <a:gd name="connsiteY0" fmla="*/ 471 h 89763"/>
                          <a:gd name="connsiteX1" fmla="*/ 39432 w 42531"/>
                          <a:gd name="connsiteY1" fmla="*/ 22474 h 89763"/>
                          <a:gd name="connsiteX2" fmla="*/ 34670 w 42531"/>
                          <a:gd name="connsiteY2" fmla="*/ 37809 h 89763"/>
                          <a:gd name="connsiteX3" fmla="*/ 30765 w 42531"/>
                          <a:gd name="connsiteY3" fmla="*/ 49810 h 89763"/>
                          <a:gd name="connsiteX4" fmla="*/ 6095 w 42531"/>
                          <a:gd name="connsiteY4" fmla="*/ 89720 h 89763"/>
                          <a:gd name="connsiteX5" fmla="*/ 7238 w 42531"/>
                          <a:gd name="connsiteY5" fmla="*/ 41714 h 89763"/>
                          <a:gd name="connsiteX6" fmla="*/ 12572 w 42531"/>
                          <a:gd name="connsiteY6" fmla="*/ 29522 h 89763"/>
                          <a:gd name="connsiteX7" fmla="*/ 21240 w 42531"/>
                          <a:gd name="connsiteY7" fmla="*/ 14473 h 89763"/>
                          <a:gd name="connsiteX8" fmla="*/ 39909 w 42531"/>
                          <a:gd name="connsiteY8" fmla="*/ 471 h 897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2531" h="89763">
                            <a:moveTo>
                              <a:pt x="39909" y="471"/>
                            </a:moveTo>
                            <a:cubicBezTo>
                              <a:pt x="44386" y="2947"/>
                              <a:pt x="42385" y="12282"/>
                              <a:pt x="39432" y="22474"/>
                            </a:cubicBezTo>
                            <a:cubicBezTo>
                              <a:pt x="37909" y="27617"/>
                              <a:pt x="36384" y="33046"/>
                              <a:pt x="34670" y="37809"/>
                            </a:cubicBezTo>
                            <a:cubicBezTo>
                              <a:pt x="33241" y="42667"/>
                              <a:pt x="31812" y="46953"/>
                              <a:pt x="30765" y="49810"/>
                            </a:cubicBezTo>
                            <a:cubicBezTo>
                              <a:pt x="26479" y="61050"/>
                              <a:pt x="16382" y="91054"/>
                              <a:pt x="6095" y="89720"/>
                            </a:cubicBezTo>
                            <a:cubicBezTo>
                              <a:pt x="-5621" y="88101"/>
                              <a:pt x="2285" y="53144"/>
                              <a:pt x="7238" y="41714"/>
                            </a:cubicBezTo>
                            <a:cubicBezTo>
                              <a:pt x="8381" y="38857"/>
                              <a:pt x="10286" y="34475"/>
                              <a:pt x="12572" y="29522"/>
                            </a:cubicBezTo>
                            <a:cubicBezTo>
                              <a:pt x="15048" y="24664"/>
                              <a:pt x="18001" y="19330"/>
                              <a:pt x="21240" y="14473"/>
                            </a:cubicBezTo>
                            <a:cubicBezTo>
                              <a:pt x="27812" y="5043"/>
                              <a:pt x="35432" y="-1910"/>
                              <a:pt x="39909" y="4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92" name="Forme libre : forme 10591">
                        <a:extLst>
                          <a:ext uri="{FF2B5EF4-FFF2-40B4-BE49-F238E27FC236}">
                            <a16:creationId xmlns:a16="http://schemas.microsoft.com/office/drawing/2014/main" id="{9C8D2C99-2203-4DE9-9146-DC1CB6078E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58350" y="2352579"/>
                        <a:ext cx="36134" cy="59759"/>
                      </a:xfrm>
                      <a:custGeom>
                        <a:avLst/>
                        <a:gdLst>
                          <a:gd name="connsiteX0" fmla="*/ 321 w 36134"/>
                          <a:gd name="connsiteY0" fmla="*/ 37052 h 59759"/>
                          <a:gd name="connsiteX1" fmla="*/ 35 w 36134"/>
                          <a:gd name="connsiteY1" fmla="*/ 51149 h 59759"/>
                          <a:gd name="connsiteX2" fmla="*/ 5464 w 36134"/>
                          <a:gd name="connsiteY2" fmla="*/ 59722 h 59759"/>
                          <a:gd name="connsiteX3" fmla="*/ 30419 w 36134"/>
                          <a:gd name="connsiteY3" fmla="*/ 18764 h 59759"/>
                          <a:gd name="connsiteX4" fmla="*/ 36135 w 36134"/>
                          <a:gd name="connsiteY4" fmla="*/ 0 h 59759"/>
                          <a:gd name="connsiteX5" fmla="*/ 31372 w 36134"/>
                          <a:gd name="connsiteY5" fmla="*/ 9430 h 59759"/>
                          <a:gd name="connsiteX6" fmla="*/ 321 w 36134"/>
                          <a:gd name="connsiteY6" fmla="*/ 37052 h 597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6134" h="59759">
                            <a:moveTo>
                              <a:pt x="321" y="37052"/>
                            </a:moveTo>
                            <a:cubicBezTo>
                              <a:pt x="511" y="40291"/>
                              <a:pt x="-156" y="46196"/>
                              <a:pt x="35" y="51149"/>
                            </a:cubicBezTo>
                            <a:cubicBezTo>
                              <a:pt x="416" y="56102"/>
                              <a:pt x="1844" y="60198"/>
                              <a:pt x="5464" y="59722"/>
                            </a:cubicBezTo>
                            <a:cubicBezTo>
                              <a:pt x="16418" y="58007"/>
                              <a:pt x="24990" y="33052"/>
                              <a:pt x="30419" y="18764"/>
                            </a:cubicBezTo>
                            <a:cubicBezTo>
                              <a:pt x="31944" y="14573"/>
                              <a:pt x="34801" y="4953"/>
                              <a:pt x="36135" y="0"/>
                            </a:cubicBezTo>
                            <a:cubicBezTo>
                              <a:pt x="34896" y="2667"/>
                              <a:pt x="32801" y="7048"/>
                              <a:pt x="31372" y="9430"/>
                            </a:cubicBezTo>
                            <a:cubicBezTo>
                              <a:pt x="22228" y="22384"/>
                              <a:pt x="12132" y="38957"/>
                              <a:pt x="321" y="3705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93" name="Forme libre : forme 10592">
                        <a:extLst>
                          <a:ext uri="{FF2B5EF4-FFF2-40B4-BE49-F238E27FC236}">
                            <a16:creationId xmlns:a16="http://schemas.microsoft.com/office/drawing/2014/main" id="{2CFB217C-A0DE-4034-A6B4-27DF709495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61687" y="2318188"/>
                        <a:ext cx="42635" cy="89374"/>
                      </a:xfrm>
                      <a:custGeom>
                        <a:avLst/>
                        <a:gdLst>
                          <a:gd name="connsiteX0" fmla="*/ 40703 w 42635"/>
                          <a:gd name="connsiteY0" fmla="*/ 1149 h 89374"/>
                          <a:gd name="connsiteX1" fmla="*/ 39560 w 42635"/>
                          <a:gd name="connsiteY1" fmla="*/ 24105 h 89374"/>
                          <a:gd name="connsiteX2" fmla="*/ 31082 w 42635"/>
                          <a:gd name="connsiteY2" fmla="*/ 50679 h 89374"/>
                          <a:gd name="connsiteX3" fmla="*/ 20701 w 42635"/>
                          <a:gd name="connsiteY3" fmla="*/ 74778 h 89374"/>
                          <a:gd name="connsiteX4" fmla="*/ 5746 w 42635"/>
                          <a:gd name="connsiteY4" fmla="*/ 89351 h 89374"/>
                          <a:gd name="connsiteX5" fmla="*/ 412 w 42635"/>
                          <a:gd name="connsiteY5" fmla="*/ 69158 h 89374"/>
                          <a:gd name="connsiteX6" fmla="*/ 7747 w 42635"/>
                          <a:gd name="connsiteY6" fmla="*/ 42012 h 89374"/>
                          <a:gd name="connsiteX7" fmla="*/ 22320 w 42635"/>
                          <a:gd name="connsiteY7" fmla="*/ 14103 h 89374"/>
                          <a:gd name="connsiteX8" fmla="*/ 40703 w 42635"/>
                          <a:gd name="connsiteY8" fmla="*/ 1149 h 89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2635" h="89374">
                            <a:moveTo>
                              <a:pt x="40703" y="1149"/>
                            </a:moveTo>
                            <a:cubicBezTo>
                              <a:pt x="44322" y="5055"/>
                              <a:pt x="42227" y="14199"/>
                              <a:pt x="39560" y="24105"/>
                            </a:cubicBezTo>
                            <a:cubicBezTo>
                              <a:pt x="36702" y="33915"/>
                              <a:pt x="33083" y="44583"/>
                              <a:pt x="31082" y="50679"/>
                            </a:cubicBezTo>
                            <a:cubicBezTo>
                              <a:pt x="28797" y="56680"/>
                              <a:pt x="25272" y="66586"/>
                              <a:pt x="20701" y="74778"/>
                            </a:cubicBezTo>
                            <a:cubicBezTo>
                              <a:pt x="16605" y="83064"/>
                              <a:pt x="11271" y="89827"/>
                              <a:pt x="5746" y="89351"/>
                            </a:cubicBezTo>
                            <a:cubicBezTo>
                              <a:pt x="31" y="88779"/>
                              <a:pt x="-635" y="79731"/>
                              <a:pt x="412" y="69158"/>
                            </a:cubicBezTo>
                            <a:cubicBezTo>
                              <a:pt x="1841" y="58776"/>
                              <a:pt x="5460" y="47250"/>
                              <a:pt x="7747" y="42012"/>
                            </a:cubicBezTo>
                            <a:cubicBezTo>
                              <a:pt x="9747" y="36678"/>
                              <a:pt x="15271" y="23914"/>
                              <a:pt x="22320" y="14103"/>
                            </a:cubicBezTo>
                            <a:cubicBezTo>
                              <a:pt x="29273" y="4102"/>
                              <a:pt x="37179" y="-2851"/>
                              <a:pt x="40703" y="114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94" name="Forme libre : forme 10593">
                        <a:extLst>
                          <a:ext uri="{FF2B5EF4-FFF2-40B4-BE49-F238E27FC236}">
                            <a16:creationId xmlns:a16="http://schemas.microsoft.com/office/drawing/2014/main" id="{AA488B47-5F75-4BDB-9A03-6F12BB7F8F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40732" y="2347331"/>
                        <a:ext cx="64715" cy="109227"/>
                      </a:xfrm>
                      <a:custGeom>
                        <a:avLst/>
                        <a:gdLst>
                          <a:gd name="connsiteX0" fmla="*/ 18129 w 64715"/>
                          <a:gd name="connsiteY0" fmla="*/ 108689 h 109227"/>
                          <a:gd name="connsiteX1" fmla="*/ 31178 w 64715"/>
                          <a:gd name="connsiteY1" fmla="*/ 97831 h 109227"/>
                          <a:gd name="connsiteX2" fmla="*/ 43561 w 64715"/>
                          <a:gd name="connsiteY2" fmla="*/ 80305 h 109227"/>
                          <a:gd name="connsiteX3" fmla="*/ 54134 w 64715"/>
                          <a:gd name="connsiteY3" fmla="*/ 60112 h 109227"/>
                          <a:gd name="connsiteX4" fmla="*/ 64421 w 64715"/>
                          <a:gd name="connsiteY4" fmla="*/ 19440 h 109227"/>
                          <a:gd name="connsiteX5" fmla="*/ 57848 w 64715"/>
                          <a:gd name="connsiteY5" fmla="*/ 9 h 109227"/>
                          <a:gd name="connsiteX6" fmla="*/ 46799 w 64715"/>
                          <a:gd name="connsiteY6" fmla="*/ 10772 h 109227"/>
                          <a:gd name="connsiteX7" fmla="*/ 20796 w 64715"/>
                          <a:gd name="connsiteY7" fmla="*/ 44872 h 109227"/>
                          <a:gd name="connsiteX8" fmla="*/ 32 w 64715"/>
                          <a:gd name="connsiteY8" fmla="*/ 84210 h 109227"/>
                          <a:gd name="connsiteX9" fmla="*/ 18129 w 64715"/>
                          <a:gd name="connsiteY9" fmla="*/ 108689 h 1092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4715" h="109227">
                            <a:moveTo>
                              <a:pt x="18129" y="108689"/>
                            </a:moveTo>
                            <a:cubicBezTo>
                              <a:pt x="24606" y="106594"/>
                              <a:pt x="26321" y="104308"/>
                              <a:pt x="31178" y="97831"/>
                            </a:cubicBezTo>
                            <a:cubicBezTo>
                              <a:pt x="35846" y="91640"/>
                              <a:pt x="39751" y="86210"/>
                              <a:pt x="43561" y="80305"/>
                            </a:cubicBezTo>
                            <a:cubicBezTo>
                              <a:pt x="47657" y="74495"/>
                              <a:pt x="50609" y="68018"/>
                              <a:pt x="54134" y="60112"/>
                            </a:cubicBezTo>
                            <a:cubicBezTo>
                              <a:pt x="59277" y="46777"/>
                              <a:pt x="63563" y="31823"/>
                              <a:pt x="64421" y="19440"/>
                            </a:cubicBezTo>
                            <a:cubicBezTo>
                              <a:pt x="65373" y="10391"/>
                              <a:pt x="64230" y="581"/>
                              <a:pt x="57848" y="9"/>
                            </a:cubicBezTo>
                            <a:cubicBezTo>
                              <a:pt x="53848" y="-277"/>
                              <a:pt x="50705" y="6200"/>
                              <a:pt x="46799" y="10772"/>
                            </a:cubicBezTo>
                            <a:cubicBezTo>
                              <a:pt x="38227" y="21917"/>
                              <a:pt x="30702" y="33347"/>
                              <a:pt x="20796" y="44872"/>
                            </a:cubicBezTo>
                            <a:cubicBezTo>
                              <a:pt x="12223" y="54587"/>
                              <a:pt x="603" y="65827"/>
                              <a:pt x="32" y="84210"/>
                            </a:cubicBezTo>
                            <a:cubicBezTo>
                              <a:pt x="-635" y="100879"/>
                              <a:pt x="9366" y="111833"/>
                              <a:pt x="18129" y="10868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95" name="Forme libre : forme 10594">
                        <a:extLst>
                          <a:ext uri="{FF2B5EF4-FFF2-40B4-BE49-F238E27FC236}">
                            <a16:creationId xmlns:a16="http://schemas.microsoft.com/office/drawing/2014/main" id="{7BB71154-CB12-4DE4-93D4-344A08AE4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45549" y="2390119"/>
                        <a:ext cx="10029" cy="41440"/>
                      </a:xfrm>
                      <a:custGeom>
                        <a:avLst/>
                        <a:gdLst>
                          <a:gd name="connsiteX0" fmla="*/ 2549 w 10029"/>
                          <a:gd name="connsiteY0" fmla="*/ 37137 h 41440"/>
                          <a:gd name="connsiteX1" fmla="*/ 4645 w 10029"/>
                          <a:gd name="connsiteY1" fmla="*/ 41232 h 41440"/>
                          <a:gd name="connsiteX2" fmla="*/ 7407 w 10029"/>
                          <a:gd name="connsiteY2" fmla="*/ 38565 h 41440"/>
                          <a:gd name="connsiteX3" fmla="*/ 8645 w 10029"/>
                          <a:gd name="connsiteY3" fmla="*/ 31326 h 41440"/>
                          <a:gd name="connsiteX4" fmla="*/ 9788 w 10029"/>
                          <a:gd name="connsiteY4" fmla="*/ 13229 h 41440"/>
                          <a:gd name="connsiteX5" fmla="*/ 9883 w 10029"/>
                          <a:gd name="connsiteY5" fmla="*/ 6657 h 41440"/>
                          <a:gd name="connsiteX6" fmla="*/ 739 w 10029"/>
                          <a:gd name="connsiteY6" fmla="*/ 8562 h 41440"/>
                          <a:gd name="connsiteX7" fmla="*/ 2549 w 10029"/>
                          <a:gd name="connsiteY7" fmla="*/ 37137 h 414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029" h="41440">
                            <a:moveTo>
                              <a:pt x="2549" y="37137"/>
                            </a:moveTo>
                            <a:cubicBezTo>
                              <a:pt x="3120" y="39137"/>
                              <a:pt x="3502" y="40470"/>
                              <a:pt x="4645" y="41232"/>
                            </a:cubicBezTo>
                            <a:cubicBezTo>
                              <a:pt x="5788" y="41994"/>
                              <a:pt x="6740" y="40566"/>
                              <a:pt x="7407" y="38565"/>
                            </a:cubicBezTo>
                            <a:cubicBezTo>
                              <a:pt x="7978" y="36660"/>
                              <a:pt x="8264" y="33612"/>
                              <a:pt x="8645" y="31326"/>
                            </a:cubicBezTo>
                            <a:cubicBezTo>
                              <a:pt x="9312" y="25421"/>
                              <a:pt x="9788" y="19039"/>
                              <a:pt x="9788" y="13229"/>
                            </a:cubicBezTo>
                            <a:cubicBezTo>
                              <a:pt x="9979" y="10848"/>
                              <a:pt x="10169" y="8657"/>
                              <a:pt x="9883" y="6657"/>
                            </a:cubicBezTo>
                            <a:cubicBezTo>
                              <a:pt x="8550" y="-1821"/>
                              <a:pt x="3026" y="-3249"/>
                              <a:pt x="739" y="8562"/>
                            </a:cubicBezTo>
                            <a:cubicBezTo>
                              <a:pt x="-880" y="17896"/>
                              <a:pt x="358" y="29231"/>
                              <a:pt x="2549" y="3713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96" name="Forme libre : forme 10595">
                        <a:extLst>
                          <a:ext uri="{FF2B5EF4-FFF2-40B4-BE49-F238E27FC236}">
                            <a16:creationId xmlns:a16="http://schemas.microsoft.com/office/drawing/2014/main" id="{91E68C4E-87F8-4382-92AB-548AA1275B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16868" y="2298287"/>
                        <a:ext cx="6111" cy="61245"/>
                      </a:xfrm>
                      <a:custGeom>
                        <a:avLst/>
                        <a:gdLst>
                          <a:gd name="connsiteX0" fmla="*/ 4476 w 6111"/>
                          <a:gd name="connsiteY0" fmla="*/ 0 h 61245"/>
                          <a:gd name="connsiteX1" fmla="*/ 0 w 6111"/>
                          <a:gd name="connsiteY1" fmla="*/ 61246 h 61245"/>
                          <a:gd name="connsiteX2" fmla="*/ 4476 w 6111"/>
                          <a:gd name="connsiteY2" fmla="*/ 0 h 612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111" h="61245">
                            <a:moveTo>
                              <a:pt x="4476" y="0"/>
                            </a:moveTo>
                            <a:cubicBezTo>
                              <a:pt x="9430" y="15145"/>
                              <a:pt x="1714" y="43148"/>
                              <a:pt x="0" y="61246"/>
                            </a:cubicBezTo>
                            <a:cubicBezTo>
                              <a:pt x="2286" y="41815"/>
                              <a:pt x="3048" y="18288"/>
                              <a:pt x="447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97" name="Forme libre : forme 10596">
                        <a:extLst>
                          <a:ext uri="{FF2B5EF4-FFF2-40B4-BE49-F238E27FC236}">
                            <a16:creationId xmlns:a16="http://schemas.microsoft.com/office/drawing/2014/main" id="{22222FC9-7A32-4ADC-80F1-E9B91BAF8A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27579" y="2402490"/>
                        <a:ext cx="18327" cy="74580"/>
                      </a:xfrm>
                      <a:custGeom>
                        <a:avLst/>
                        <a:gdLst>
                          <a:gd name="connsiteX0" fmla="*/ 1087 w 18327"/>
                          <a:gd name="connsiteY0" fmla="*/ 0 h 74580"/>
                          <a:gd name="connsiteX1" fmla="*/ 230 w 18327"/>
                          <a:gd name="connsiteY1" fmla="*/ 21622 h 74580"/>
                          <a:gd name="connsiteX2" fmla="*/ 3564 w 18327"/>
                          <a:gd name="connsiteY2" fmla="*/ 41719 h 74580"/>
                          <a:gd name="connsiteX3" fmla="*/ 18327 w 18327"/>
                          <a:gd name="connsiteY3" fmla="*/ 74581 h 74580"/>
                          <a:gd name="connsiteX4" fmla="*/ 4802 w 18327"/>
                          <a:gd name="connsiteY4" fmla="*/ 40862 h 74580"/>
                          <a:gd name="connsiteX5" fmla="*/ 1754 w 18327"/>
                          <a:gd name="connsiteY5" fmla="*/ 20193 h 74580"/>
                          <a:gd name="connsiteX6" fmla="*/ 1087 w 18327"/>
                          <a:gd name="connsiteY6" fmla="*/ 0 h 745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327" h="74580">
                            <a:moveTo>
                              <a:pt x="1087" y="0"/>
                            </a:moveTo>
                            <a:cubicBezTo>
                              <a:pt x="230" y="7429"/>
                              <a:pt x="-342" y="14669"/>
                              <a:pt x="230" y="21622"/>
                            </a:cubicBezTo>
                            <a:cubicBezTo>
                              <a:pt x="897" y="28670"/>
                              <a:pt x="2039" y="35338"/>
                              <a:pt x="3564" y="41719"/>
                            </a:cubicBezTo>
                            <a:cubicBezTo>
                              <a:pt x="7374" y="54388"/>
                              <a:pt x="12137" y="65532"/>
                              <a:pt x="18327" y="74581"/>
                            </a:cubicBezTo>
                            <a:cubicBezTo>
                              <a:pt x="12041" y="66389"/>
                              <a:pt x="8040" y="54292"/>
                              <a:pt x="4802" y="40862"/>
                            </a:cubicBezTo>
                            <a:cubicBezTo>
                              <a:pt x="3564" y="34195"/>
                              <a:pt x="2516" y="27146"/>
                              <a:pt x="1754" y="20193"/>
                            </a:cubicBezTo>
                            <a:cubicBezTo>
                              <a:pt x="1183" y="13240"/>
                              <a:pt x="1183" y="6382"/>
                              <a:pt x="108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98" name="Forme libre : forme 10597">
                        <a:extLst>
                          <a:ext uri="{FF2B5EF4-FFF2-40B4-BE49-F238E27FC236}">
                            <a16:creationId xmlns:a16="http://schemas.microsoft.com/office/drawing/2014/main" id="{9A412482-51C8-4AAE-9386-9E8F0CE19C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66412" y="2339778"/>
                        <a:ext cx="18413" cy="32816"/>
                      </a:xfrm>
                      <a:custGeom>
                        <a:avLst/>
                        <a:gdLst>
                          <a:gd name="connsiteX0" fmla="*/ 17976 w 18413"/>
                          <a:gd name="connsiteY0" fmla="*/ 705 h 32816"/>
                          <a:gd name="connsiteX1" fmla="*/ 11118 w 18413"/>
                          <a:gd name="connsiteY1" fmla="*/ 20707 h 32816"/>
                          <a:gd name="connsiteX2" fmla="*/ 736 w 18413"/>
                          <a:gd name="connsiteY2" fmla="*/ 32137 h 32816"/>
                          <a:gd name="connsiteX3" fmla="*/ 6451 w 18413"/>
                          <a:gd name="connsiteY3" fmla="*/ 12706 h 32816"/>
                          <a:gd name="connsiteX4" fmla="*/ 17976 w 18413"/>
                          <a:gd name="connsiteY4" fmla="*/ 705 h 32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413" h="32816">
                            <a:moveTo>
                              <a:pt x="17976" y="705"/>
                            </a:moveTo>
                            <a:cubicBezTo>
                              <a:pt x="20262" y="4419"/>
                              <a:pt x="12928" y="16611"/>
                              <a:pt x="11118" y="20707"/>
                            </a:cubicBezTo>
                            <a:cubicBezTo>
                              <a:pt x="9023" y="24517"/>
                              <a:pt x="3212" y="35661"/>
                              <a:pt x="736" y="32137"/>
                            </a:cubicBezTo>
                            <a:cubicBezTo>
                              <a:pt x="-2217" y="28327"/>
                              <a:pt x="4546" y="16421"/>
                              <a:pt x="6451" y="12706"/>
                            </a:cubicBezTo>
                            <a:cubicBezTo>
                              <a:pt x="8642" y="8991"/>
                              <a:pt x="15881" y="-3010"/>
                              <a:pt x="17976" y="70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99" name="Forme libre : forme 10598">
                        <a:extLst>
                          <a:ext uri="{FF2B5EF4-FFF2-40B4-BE49-F238E27FC236}">
                            <a16:creationId xmlns:a16="http://schemas.microsoft.com/office/drawing/2014/main" id="{F0F5EC00-00BD-42A5-AB32-CBB294BDF6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0917" y="2335130"/>
                        <a:ext cx="5838" cy="9276"/>
                      </a:xfrm>
                      <a:custGeom>
                        <a:avLst/>
                        <a:gdLst>
                          <a:gd name="connsiteX0" fmla="*/ 5186 w 5838"/>
                          <a:gd name="connsiteY0" fmla="*/ 19 h 9276"/>
                          <a:gd name="connsiteX1" fmla="*/ 4519 w 5838"/>
                          <a:gd name="connsiteY1" fmla="*/ 4972 h 9276"/>
                          <a:gd name="connsiteX2" fmla="*/ 709 w 5838"/>
                          <a:gd name="connsiteY2" fmla="*/ 9258 h 9276"/>
                          <a:gd name="connsiteX3" fmla="*/ 1090 w 5838"/>
                          <a:gd name="connsiteY3" fmla="*/ 4400 h 9276"/>
                          <a:gd name="connsiteX4" fmla="*/ 5186 w 5838"/>
                          <a:gd name="connsiteY4" fmla="*/ 19 h 92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38" h="9276">
                            <a:moveTo>
                              <a:pt x="5186" y="19"/>
                            </a:moveTo>
                            <a:cubicBezTo>
                              <a:pt x="6614" y="305"/>
                              <a:pt x="5376" y="3448"/>
                              <a:pt x="4519" y="4972"/>
                            </a:cubicBezTo>
                            <a:cubicBezTo>
                              <a:pt x="3757" y="6496"/>
                              <a:pt x="2138" y="9544"/>
                              <a:pt x="709" y="9258"/>
                            </a:cubicBezTo>
                            <a:cubicBezTo>
                              <a:pt x="-720" y="8972"/>
                              <a:pt x="328" y="5924"/>
                              <a:pt x="1090" y="4400"/>
                            </a:cubicBezTo>
                            <a:cubicBezTo>
                              <a:pt x="1947" y="2781"/>
                              <a:pt x="3852" y="-267"/>
                              <a:pt x="5186" y="1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600" name="Forme libre : forme 10599">
                        <a:extLst>
                          <a:ext uri="{FF2B5EF4-FFF2-40B4-BE49-F238E27FC236}">
                            <a16:creationId xmlns:a16="http://schemas.microsoft.com/office/drawing/2014/main" id="{5EF9E059-ED18-4B7E-9E0C-F1B8F3001F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45903" y="2296096"/>
                        <a:ext cx="68304" cy="70330"/>
                      </a:xfrm>
                      <a:custGeom>
                        <a:avLst/>
                        <a:gdLst>
                          <a:gd name="connsiteX0" fmla="*/ 40581 w 68304"/>
                          <a:gd name="connsiteY0" fmla="*/ 9716 h 70330"/>
                          <a:gd name="connsiteX1" fmla="*/ 65727 w 68304"/>
                          <a:gd name="connsiteY1" fmla="*/ 0 h 70330"/>
                          <a:gd name="connsiteX2" fmla="*/ 66488 w 68304"/>
                          <a:gd name="connsiteY2" fmla="*/ 8382 h 70330"/>
                          <a:gd name="connsiteX3" fmla="*/ 57630 w 68304"/>
                          <a:gd name="connsiteY3" fmla="*/ 14954 h 70330"/>
                          <a:gd name="connsiteX4" fmla="*/ 30293 w 68304"/>
                          <a:gd name="connsiteY4" fmla="*/ 36195 h 70330"/>
                          <a:gd name="connsiteX5" fmla="*/ 14958 w 68304"/>
                          <a:gd name="connsiteY5" fmla="*/ 57721 h 70330"/>
                          <a:gd name="connsiteX6" fmla="*/ 1052 w 68304"/>
                          <a:gd name="connsiteY6" fmla="*/ 68866 h 70330"/>
                          <a:gd name="connsiteX7" fmla="*/ 5338 w 68304"/>
                          <a:gd name="connsiteY7" fmla="*/ 45244 h 70330"/>
                          <a:gd name="connsiteX8" fmla="*/ 12768 w 68304"/>
                          <a:gd name="connsiteY8" fmla="*/ 32290 h 70330"/>
                          <a:gd name="connsiteX9" fmla="*/ 19912 w 68304"/>
                          <a:gd name="connsiteY9" fmla="*/ 23336 h 70330"/>
                          <a:gd name="connsiteX10" fmla="*/ 40581 w 68304"/>
                          <a:gd name="connsiteY10" fmla="*/ 9716 h 703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8304" h="70330">
                            <a:moveTo>
                              <a:pt x="40581" y="9716"/>
                            </a:moveTo>
                            <a:cubicBezTo>
                              <a:pt x="49820" y="3810"/>
                              <a:pt x="57059" y="95"/>
                              <a:pt x="65727" y="0"/>
                            </a:cubicBezTo>
                            <a:cubicBezTo>
                              <a:pt x="68870" y="0"/>
                              <a:pt x="69156" y="4763"/>
                              <a:pt x="66488" y="8382"/>
                            </a:cubicBezTo>
                            <a:cubicBezTo>
                              <a:pt x="63917" y="12097"/>
                              <a:pt x="60774" y="13335"/>
                              <a:pt x="57630" y="14954"/>
                            </a:cubicBezTo>
                            <a:cubicBezTo>
                              <a:pt x="47820" y="19907"/>
                              <a:pt x="39057" y="27146"/>
                              <a:pt x="30293" y="36195"/>
                            </a:cubicBezTo>
                            <a:cubicBezTo>
                              <a:pt x="27436" y="38957"/>
                              <a:pt x="20768" y="49054"/>
                              <a:pt x="14958" y="57721"/>
                            </a:cubicBezTo>
                            <a:cubicBezTo>
                              <a:pt x="8958" y="66294"/>
                              <a:pt x="3528" y="73533"/>
                              <a:pt x="1052" y="68866"/>
                            </a:cubicBezTo>
                            <a:cubicBezTo>
                              <a:pt x="-1615" y="64103"/>
                              <a:pt x="1147" y="54578"/>
                              <a:pt x="5338" y="45244"/>
                            </a:cubicBezTo>
                            <a:cubicBezTo>
                              <a:pt x="7624" y="40672"/>
                              <a:pt x="10291" y="36100"/>
                              <a:pt x="12768" y="32290"/>
                            </a:cubicBezTo>
                            <a:cubicBezTo>
                              <a:pt x="15434" y="28480"/>
                              <a:pt x="18006" y="25337"/>
                              <a:pt x="19912" y="23336"/>
                            </a:cubicBezTo>
                            <a:cubicBezTo>
                              <a:pt x="27627" y="15430"/>
                              <a:pt x="33532" y="14097"/>
                              <a:pt x="40581" y="971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78" name="Graphique 1">
                    <a:extLst>
                      <a:ext uri="{FF2B5EF4-FFF2-40B4-BE49-F238E27FC236}">
                        <a16:creationId xmlns:a16="http://schemas.microsoft.com/office/drawing/2014/main" id="{F7350BCF-9DC5-4812-BA80-FAE2DF085606}"/>
                      </a:ext>
                    </a:extLst>
                  </p:cNvPr>
                  <p:cNvGrpSpPr/>
                  <p:nvPr/>
                </p:nvGrpSpPr>
                <p:grpSpPr>
                  <a:xfrm>
                    <a:off x="7202307" y="1911134"/>
                    <a:ext cx="299442" cy="205414"/>
                    <a:chOff x="7202307" y="1911134"/>
                    <a:chExt cx="299442" cy="205414"/>
                  </a:xfrm>
                  <a:solidFill>
                    <a:schemeClr val="accent1"/>
                  </a:solidFill>
                </p:grpSpPr>
                <p:grpSp>
                  <p:nvGrpSpPr>
                    <p:cNvPr id="10522" name="Graphique 1">
                      <a:extLst>
                        <a:ext uri="{FF2B5EF4-FFF2-40B4-BE49-F238E27FC236}">
                          <a16:creationId xmlns:a16="http://schemas.microsoft.com/office/drawing/2014/main" id="{49BB561B-8F76-443B-9852-ECCB31ED40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2307" y="2012159"/>
                      <a:ext cx="161406" cy="104390"/>
                      <a:chOff x="7202307" y="2012159"/>
                      <a:chExt cx="161406" cy="104390"/>
                    </a:xfrm>
                    <a:solidFill>
                      <a:schemeClr val="accent1"/>
                    </a:solidFill>
                  </p:grpSpPr>
                  <p:sp>
                    <p:nvSpPr>
                      <p:cNvPr id="10536" name="Forme libre : forme 10535">
                        <a:extLst>
                          <a:ext uri="{FF2B5EF4-FFF2-40B4-BE49-F238E27FC236}">
                            <a16:creationId xmlns:a16="http://schemas.microsoft.com/office/drawing/2014/main" id="{0D3F577D-59B4-4789-A8F6-B1DE8E397C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2307" y="2012159"/>
                        <a:ext cx="161406" cy="104390"/>
                      </a:xfrm>
                      <a:custGeom>
                        <a:avLst/>
                        <a:gdLst>
                          <a:gd name="connsiteX0" fmla="*/ 125756 w 161406"/>
                          <a:gd name="connsiteY0" fmla="*/ 72863 h 104390"/>
                          <a:gd name="connsiteX1" fmla="*/ 70987 w 161406"/>
                          <a:gd name="connsiteY1" fmla="*/ 99152 h 104390"/>
                          <a:gd name="connsiteX2" fmla="*/ 7836 w 161406"/>
                          <a:gd name="connsiteY2" fmla="*/ 94009 h 104390"/>
                          <a:gd name="connsiteX3" fmla="*/ 1074 w 161406"/>
                          <a:gd name="connsiteY3" fmla="*/ 73530 h 104390"/>
                          <a:gd name="connsiteX4" fmla="*/ 42031 w 161406"/>
                          <a:gd name="connsiteY4" fmla="*/ 29525 h 104390"/>
                          <a:gd name="connsiteX5" fmla="*/ 89561 w 161406"/>
                          <a:gd name="connsiteY5" fmla="*/ 6855 h 104390"/>
                          <a:gd name="connsiteX6" fmla="*/ 148616 w 161406"/>
                          <a:gd name="connsiteY6" fmla="*/ 5236 h 104390"/>
                          <a:gd name="connsiteX7" fmla="*/ 161284 w 161406"/>
                          <a:gd name="connsiteY7" fmla="*/ 22000 h 104390"/>
                          <a:gd name="connsiteX8" fmla="*/ 125756 w 161406"/>
                          <a:gd name="connsiteY8" fmla="*/ 72863 h 104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1406" h="104390">
                            <a:moveTo>
                              <a:pt x="125756" y="72863"/>
                            </a:moveTo>
                            <a:cubicBezTo>
                              <a:pt x="113469" y="80483"/>
                              <a:pt x="85179" y="94104"/>
                              <a:pt x="70987" y="99152"/>
                            </a:cubicBezTo>
                            <a:cubicBezTo>
                              <a:pt x="44508" y="108772"/>
                              <a:pt x="26886" y="104010"/>
                              <a:pt x="7836" y="94009"/>
                            </a:cubicBezTo>
                            <a:cubicBezTo>
                              <a:pt x="1264" y="90484"/>
                              <a:pt x="-1784" y="80007"/>
                              <a:pt x="1074" y="73530"/>
                            </a:cubicBezTo>
                            <a:cubicBezTo>
                              <a:pt x="9551" y="54766"/>
                              <a:pt x="20314" y="40859"/>
                              <a:pt x="42031" y="29525"/>
                            </a:cubicBezTo>
                            <a:cubicBezTo>
                              <a:pt x="53651" y="23524"/>
                              <a:pt x="77368" y="12379"/>
                              <a:pt x="89561" y="6855"/>
                            </a:cubicBezTo>
                            <a:cubicBezTo>
                              <a:pt x="112326" y="-3432"/>
                              <a:pt x="128994" y="-575"/>
                              <a:pt x="148616" y="5236"/>
                            </a:cubicBezTo>
                            <a:cubicBezTo>
                              <a:pt x="155378" y="7236"/>
                              <a:pt x="162427" y="15046"/>
                              <a:pt x="161284" y="22000"/>
                            </a:cubicBezTo>
                            <a:cubicBezTo>
                              <a:pt x="158141" y="41907"/>
                              <a:pt x="148806" y="58766"/>
                              <a:pt x="125756" y="7286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37" name="Forme libre : forme 10536">
                        <a:extLst>
                          <a:ext uri="{FF2B5EF4-FFF2-40B4-BE49-F238E27FC236}">
                            <a16:creationId xmlns:a16="http://schemas.microsoft.com/office/drawing/2014/main" id="{3BEE0B48-0601-4EC4-929F-682E8E93F4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3857" y="2033492"/>
                        <a:ext cx="159734" cy="82859"/>
                      </a:xfrm>
                      <a:custGeom>
                        <a:avLst/>
                        <a:gdLst>
                          <a:gd name="connsiteX0" fmla="*/ 66866 w 159734"/>
                          <a:gd name="connsiteY0" fmla="*/ 49339 h 82859"/>
                          <a:gd name="connsiteX1" fmla="*/ 0 w 159734"/>
                          <a:gd name="connsiteY1" fmla="*/ 65342 h 82859"/>
                          <a:gd name="connsiteX2" fmla="*/ 6096 w 159734"/>
                          <a:gd name="connsiteY2" fmla="*/ 72485 h 82859"/>
                          <a:gd name="connsiteX3" fmla="*/ 15907 w 159734"/>
                          <a:gd name="connsiteY3" fmla="*/ 77152 h 82859"/>
                          <a:gd name="connsiteX4" fmla="*/ 45911 w 159734"/>
                          <a:gd name="connsiteY4" fmla="*/ 82772 h 82859"/>
                          <a:gd name="connsiteX5" fmla="*/ 69342 w 159734"/>
                          <a:gd name="connsiteY5" fmla="*/ 77629 h 82859"/>
                          <a:gd name="connsiteX6" fmla="*/ 78486 w 159734"/>
                          <a:gd name="connsiteY6" fmla="*/ 74009 h 82859"/>
                          <a:gd name="connsiteX7" fmla="*/ 120205 w 159734"/>
                          <a:gd name="connsiteY7" fmla="*/ 53626 h 82859"/>
                          <a:gd name="connsiteX8" fmla="*/ 124110 w 159734"/>
                          <a:gd name="connsiteY8" fmla="*/ 51340 h 82859"/>
                          <a:gd name="connsiteX9" fmla="*/ 143827 w 159734"/>
                          <a:gd name="connsiteY9" fmla="*/ 35242 h 82859"/>
                          <a:gd name="connsiteX10" fmla="*/ 157734 w 159734"/>
                          <a:gd name="connsiteY10" fmla="*/ 9620 h 82859"/>
                          <a:gd name="connsiteX11" fmla="*/ 159734 w 159734"/>
                          <a:gd name="connsiteY11" fmla="*/ 381 h 82859"/>
                          <a:gd name="connsiteX12" fmla="*/ 159734 w 159734"/>
                          <a:gd name="connsiteY12" fmla="*/ 0 h 82859"/>
                          <a:gd name="connsiteX13" fmla="*/ 66866 w 159734"/>
                          <a:gd name="connsiteY13" fmla="*/ 49339 h 828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59734" h="82859">
                            <a:moveTo>
                              <a:pt x="66866" y="49339"/>
                            </a:moveTo>
                            <a:cubicBezTo>
                              <a:pt x="45815" y="60579"/>
                              <a:pt x="21241" y="69628"/>
                              <a:pt x="0" y="65342"/>
                            </a:cubicBezTo>
                            <a:cubicBezTo>
                              <a:pt x="1334" y="68389"/>
                              <a:pt x="3429" y="70961"/>
                              <a:pt x="6096" y="72485"/>
                            </a:cubicBezTo>
                            <a:cubicBezTo>
                              <a:pt x="9334" y="74200"/>
                              <a:pt x="12668" y="75819"/>
                              <a:pt x="15907" y="77152"/>
                            </a:cubicBezTo>
                            <a:cubicBezTo>
                              <a:pt x="25336" y="81058"/>
                              <a:pt x="34861" y="83344"/>
                              <a:pt x="45911" y="82772"/>
                            </a:cubicBezTo>
                            <a:cubicBezTo>
                              <a:pt x="53054" y="82391"/>
                              <a:pt x="60674" y="80772"/>
                              <a:pt x="69342" y="77629"/>
                            </a:cubicBezTo>
                            <a:cubicBezTo>
                              <a:pt x="71914" y="76676"/>
                              <a:pt x="75057" y="75438"/>
                              <a:pt x="78486" y="74009"/>
                            </a:cubicBezTo>
                            <a:cubicBezTo>
                              <a:pt x="91726" y="68485"/>
                              <a:pt x="109347" y="59817"/>
                              <a:pt x="120205" y="53626"/>
                            </a:cubicBezTo>
                            <a:cubicBezTo>
                              <a:pt x="121634" y="52768"/>
                              <a:pt x="122872" y="52006"/>
                              <a:pt x="124110" y="51340"/>
                            </a:cubicBezTo>
                            <a:cubicBezTo>
                              <a:pt x="132302" y="46387"/>
                              <a:pt x="138779" y="40957"/>
                              <a:pt x="143827" y="35242"/>
                            </a:cubicBezTo>
                            <a:cubicBezTo>
                              <a:pt x="150686" y="27337"/>
                              <a:pt x="154877" y="18764"/>
                              <a:pt x="157734" y="9620"/>
                            </a:cubicBezTo>
                            <a:cubicBezTo>
                              <a:pt x="158591" y="6667"/>
                              <a:pt x="159258" y="3524"/>
                              <a:pt x="159734" y="381"/>
                            </a:cubicBezTo>
                            <a:lnTo>
                              <a:pt x="159734" y="0"/>
                            </a:lnTo>
                            <a:cubicBezTo>
                              <a:pt x="129540" y="17621"/>
                              <a:pt x="97155" y="33242"/>
                              <a:pt x="66866" y="4933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38" name="Forme libre : forme 10537">
                        <a:extLst>
                          <a:ext uri="{FF2B5EF4-FFF2-40B4-BE49-F238E27FC236}">
                            <a16:creationId xmlns:a16="http://schemas.microsoft.com/office/drawing/2014/main" id="{8AC419A8-1948-4E63-8B5E-FDC9F20161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59392" y="2039119"/>
                        <a:ext cx="73809" cy="42127"/>
                      </a:xfrm>
                      <a:custGeom>
                        <a:avLst/>
                        <a:gdLst>
                          <a:gd name="connsiteX0" fmla="*/ 73147 w 73809"/>
                          <a:gd name="connsiteY0" fmla="*/ 2850 h 42127"/>
                          <a:gd name="connsiteX1" fmla="*/ 41429 w 73809"/>
                          <a:gd name="connsiteY1" fmla="*/ 33330 h 42127"/>
                          <a:gd name="connsiteX2" fmla="*/ 567 w 73809"/>
                          <a:gd name="connsiteY2" fmla="*/ 37712 h 42127"/>
                          <a:gd name="connsiteX3" fmla="*/ 30380 w 73809"/>
                          <a:gd name="connsiteY3" fmla="*/ 11137 h 42127"/>
                          <a:gd name="connsiteX4" fmla="*/ 73147 w 73809"/>
                          <a:gd name="connsiteY4" fmla="*/ 2850 h 421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3809" h="42127">
                            <a:moveTo>
                              <a:pt x="73147" y="2850"/>
                            </a:moveTo>
                            <a:cubicBezTo>
                              <a:pt x="78386" y="11708"/>
                              <a:pt x="51145" y="28663"/>
                              <a:pt x="41429" y="33330"/>
                            </a:cubicBezTo>
                            <a:cubicBezTo>
                              <a:pt x="31808" y="38283"/>
                              <a:pt x="5329" y="47713"/>
                              <a:pt x="567" y="37712"/>
                            </a:cubicBezTo>
                            <a:cubicBezTo>
                              <a:pt x="-4101" y="27806"/>
                              <a:pt x="21331" y="15233"/>
                              <a:pt x="30380" y="11137"/>
                            </a:cubicBezTo>
                            <a:cubicBezTo>
                              <a:pt x="39428" y="7422"/>
                              <a:pt x="68003" y="-5722"/>
                              <a:pt x="73147" y="285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39" name="Forme libre : forme 10538">
                        <a:extLst>
                          <a:ext uri="{FF2B5EF4-FFF2-40B4-BE49-F238E27FC236}">
                            <a16:creationId xmlns:a16="http://schemas.microsoft.com/office/drawing/2014/main" id="{3AA3D89C-B896-495A-8CEC-126F09453E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58705" y="2060829"/>
                        <a:ext cx="57356" cy="20232"/>
                      </a:xfrm>
                      <a:custGeom>
                        <a:avLst/>
                        <a:gdLst>
                          <a:gd name="connsiteX0" fmla="*/ 12494 w 57356"/>
                          <a:gd name="connsiteY0" fmla="*/ 0 h 20232"/>
                          <a:gd name="connsiteX1" fmla="*/ 968 w 57356"/>
                          <a:gd name="connsiteY1" fmla="*/ 16192 h 20232"/>
                          <a:gd name="connsiteX2" fmla="*/ 42593 w 57356"/>
                          <a:gd name="connsiteY2" fmla="*/ 11525 h 20232"/>
                          <a:gd name="connsiteX3" fmla="*/ 57356 w 57356"/>
                          <a:gd name="connsiteY3" fmla="*/ 2286 h 20232"/>
                          <a:gd name="connsiteX4" fmla="*/ 48784 w 57356"/>
                          <a:gd name="connsiteY4" fmla="*/ 5905 h 20232"/>
                          <a:gd name="connsiteX5" fmla="*/ 12494 w 57356"/>
                          <a:gd name="connsiteY5" fmla="*/ 0 h 20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7356" h="20232">
                            <a:moveTo>
                              <a:pt x="12494" y="0"/>
                            </a:moveTo>
                            <a:cubicBezTo>
                              <a:pt x="8779" y="3905"/>
                              <a:pt x="-3508" y="10668"/>
                              <a:pt x="968" y="16192"/>
                            </a:cubicBezTo>
                            <a:cubicBezTo>
                              <a:pt x="8207" y="25051"/>
                              <a:pt x="30401" y="17431"/>
                              <a:pt x="42593" y="11525"/>
                            </a:cubicBezTo>
                            <a:cubicBezTo>
                              <a:pt x="46117" y="9811"/>
                              <a:pt x="53832" y="5143"/>
                              <a:pt x="57356" y="2286"/>
                            </a:cubicBezTo>
                            <a:cubicBezTo>
                              <a:pt x="55070" y="3334"/>
                              <a:pt x="51261" y="5334"/>
                              <a:pt x="48784" y="5905"/>
                            </a:cubicBezTo>
                            <a:cubicBezTo>
                              <a:pt x="34973" y="8858"/>
                              <a:pt x="18209" y="10668"/>
                              <a:pt x="12494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40" name="Forme libre : forme 10539">
                        <a:extLst>
                          <a:ext uri="{FF2B5EF4-FFF2-40B4-BE49-F238E27FC236}">
                            <a16:creationId xmlns:a16="http://schemas.microsoft.com/office/drawing/2014/main" id="{D42ED3D2-E317-4076-96AA-AB093B5EC7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64288" y="2038853"/>
                        <a:ext cx="73529" cy="43428"/>
                      </a:xfrm>
                      <a:custGeom>
                        <a:avLst/>
                        <a:gdLst>
                          <a:gd name="connsiteX0" fmla="*/ 73299 w 73529"/>
                          <a:gd name="connsiteY0" fmla="*/ 3307 h 43428"/>
                          <a:gd name="connsiteX1" fmla="*/ 41390 w 73529"/>
                          <a:gd name="connsiteY1" fmla="*/ 34644 h 43428"/>
                          <a:gd name="connsiteX2" fmla="*/ 718 w 73529"/>
                          <a:gd name="connsiteY2" fmla="*/ 38930 h 43428"/>
                          <a:gd name="connsiteX3" fmla="*/ 30341 w 73529"/>
                          <a:gd name="connsiteY3" fmla="*/ 12355 h 43428"/>
                          <a:gd name="connsiteX4" fmla="*/ 73299 w 73529"/>
                          <a:gd name="connsiteY4" fmla="*/ 3307 h 434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3529" h="43428">
                            <a:moveTo>
                              <a:pt x="73299" y="3307"/>
                            </a:moveTo>
                            <a:cubicBezTo>
                              <a:pt x="76156" y="13498"/>
                              <a:pt x="51678" y="29215"/>
                              <a:pt x="41390" y="34644"/>
                            </a:cubicBezTo>
                            <a:cubicBezTo>
                              <a:pt x="31199" y="40264"/>
                              <a:pt x="6243" y="48741"/>
                              <a:pt x="718" y="38930"/>
                            </a:cubicBezTo>
                            <a:cubicBezTo>
                              <a:pt x="-4711" y="29119"/>
                              <a:pt x="22150" y="16451"/>
                              <a:pt x="30341" y="12355"/>
                            </a:cubicBezTo>
                            <a:cubicBezTo>
                              <a:pt x="38723" y="8545"/>
                              <a:pt x="70537" y="-6599"/>
                              <a:pt x="73299" y="330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41" name="Forme libre : forme 10540">
                        <a:extLst>
                          <a:ext uri="{FF2B5EF4-FFF2-40B4-BE49-F238E27FC236}">
                            <a16:creationId xmlns:a16="http://schemas.microsoft.com/office/drawing/2014/main" id="{CCC3DE48-A1F0-4C74-BE0A-56447E0D35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3062" y="2060744"/>
                        <a:ext cx="100723" cy="41594"/>
                      </a:xfrm>
                      <a:custGeom>
                        <a:avLst/>
                        <a:gdLst>
                          <a:gd name="connsiteX0" fmla="*/ 2702 w 100723"/>
                          <a:gd name="connsiteY0" fmla="*/ 31327 h 41594"/>
                          <a:gd name="connsiteX1" fmla="*/ 16799 w 100723"/>
                          <a:gd name="connsiteY1" fmla="*/ 38852 h 41594"/>
                          <a:gd name="connsiteX2" fmla="*/ 57662 w 100723"/>
                          <a:gd name="connsiteY2" fmla="*/ 39137 h 41594"/>
                          <a:gd name="connsiteX3" fmla="*/ 92618 w 100723"/>
                          <a:gd name="connsiteY3" fmla="*/ 19897 h 41594"/>
                          <a:gd name="connsiteX4" fmla="*/ 98810 w 100723"/>
                          <a:gd name="connsiteY4" fmla="*/ 1228 h 41594"/>
                          <a:gd name="connsiteX5" fmla="*/ 84999 w 100723"/>
                          <a:gd name="connsiteY5" fmla="*/ 1799 h 41594"/>
                          <a:gd name="connsiteX6" fmla="*/ 48137 w 100723"/>
                          <a:gd name="connsiteY6" fmla="*/ 3800 h 41594"/>
                          <a:gd name="connsiteX7" fmla="*/ 11847 w 100723"/>
                          <a:gd name="connsiteY7" fmla="*/ 5514 h 41594"/>
                          <a:gd name="connsiteX8" fmla="*/ 2702 w 100723"/>
                          <a:gd name="connsiteY8" fmla="*/ 31327 h 415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0723" h="41594">
                            <a:moveTo>
                              <a:pt x="2702" y="31327"/>
                            </a:moveTo>
                            <a:cubicBezTo>
                              <a:pt x="6989" y="36375"/>
                              <a:pt x="9655" y="37423"/>
                              <a:pt x="16799" y="38852"/>
                            </a:cubicBezTo>
                            <a:cubicBezTo>
                              <a:pt x="30420" y="41423"/>
                              <a:pt x="41850" y="43328"/>
                              <a:pt x="57662" y="39137"/>
                            </a:cubicBezTo>
                            <a:cubicBezTo>
                              <a:pt x="70806" y="35613"/>
                              <a:pt x="84236" y="28184"/>
                              <a:pt x="92618" y="19897"/>
                            </a:cubicBezTo>
                            <a:cubicBezTo>
                              <a:pt x="98905" y="13706"/>
                              <a:pt x="103477" y="5705"/>
                              <a:pt x="98810" y="1228"/>
                            </a:cubicBezTo>
                            <a:cubicBezTo>
                              <a:pt x="95952" y="-1534"/>
                              <a:pt x="90237" y="1133"/>
                              <a:pt x="84999" y="1799"/>
                            </a:cubicBezTo>
                            <a:cubicBezTo>
                              <a:pt x="72711" y="3419"/>
                              <a:pt x="61186" y="5419"/>
                              <a:pt x="48137" y="3800"/>
                            </a:cubicBezTo>
                            <a:cubicBezTo>
                              <a:pt x="37087" y="2466"/>
                              <a:pt x="24229" y="-1534"/>
                              <a:pt x="11847" y="5514"/>
                            </a:cubicBezTo>
                            <a:cubicBezTo>
                              <a:pt x="893" y="11896"/>
                              <a:pt x="-3203" y="24278"/>
                              <a:pt x="2702" y="3132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42" name="Forme libre : forme 10541">
                        <a:extLst>
                          <a:ext uri="{FF2B5EF4-FFF2-40B4-BE49-F238E27FC236}">
                            <a16:creationId xmlns:a16="http://schemas.microsoft.com/office/drawing/2014/main" id="{174200EE-3746-4371-9F6F-1C40784DA7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39671" y="2054025"/>
                        <a:ext cx="27336" cy="21681"/>
                      </a:xfrm>
                      <a:custGeom>
                        <a:avLst/>
                        <a:gdLst>
                          <a:gd name="connsiteX0" fmla="*/ 1810 w 27336"/>
                          <a:gd name="connsiteY0" fmla="*/ 16805 h 21681"/>
                          <a:gd name="connsiteX1" fmla="*/ 0 w 27336"/>
                          <a:gd name="connsiteY1" fmla="*/ 20329 h 21681"/>
                          <a:gd name="connsiteX2" fmla="*/ 3143 w 27336"/>
                          <a:gd name="connsiteY2" fmla="*/ 21567 h 21681"/>
                          <a:gd name="connsiteX3" fmla="*/ 8667 w 27336"/>
                          <a:gd name="connsiteY3" fmla="*/ 19376 h 21681"/>
                          <a:gd name="connsiteX4" fmla="*/ 21145 w 27336"/>
                          <a:gd name="connsiteY4" fmla="*/ 11566 h 21681"/>
                          <a:gd name="connsiteX5" fmla="*/ 25241 w 27336"/>
                          <a:gd name="connsiteY5" fmla="*/ 8042 h 21681"/>
                          <a:gd name="connsiteX6" fmla="*/ 18955 w 27336"/>
                          <a:gd name="connsiteY6" fmla="*/ 1660 h 21681"/>
                          <a:gd name="connsiteX7" fmla="*/ 1810 w 27336"/>
                          <a:gd name="connsiteY7" fmla="*/ 16805 h 216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7336" h="21681">
                            <a:moveTo>
                              <a:pt x="1810" y="16805"/>
                            </a:moveTo>
                            <a:cubicBezTo>
                              <a:pt x="762" y="18138"/>
                              <a:pt x="0" y="19090"/>
                              <a:pt x="0" y="20329"/>
                            </a:cubicBezTo>
                            <a:cubicBezTo>
                              <a:pt x="0" y="21662"/>
                              <a:pt x="1524" y="21853"/>
                              <a:pt x="3143" y="21567"/>
                            </a:cubicBezTo>
                            <a:cubicBezTo>
                              <a:pt x="4763" y="21281"/>
                              <a:pt x="7048" y="20234"/>
                              <a:pt x="8667" y="19376"/>
                            </a:cubicBezTo>
                            <a:cubicBezTo>
                              <a:pt x="12954" y="16995"/>
                              <a:pt x="17430" y="14423"/>
                              <a:pt x="21145" y="11566"/>
                            </a:cubicBezTo>
                            <a:cubicBezTo>
                              <a:pt x="22670" y="10423"/>
                              <a:pt x="24193" y="9375"/>
                              <a:pt x="25241" y="8042"/>
                            </a:cubicBezTo>
                            <a:cubicBezTo>
                              <a:pt x="29527" y="2326"/>
                              <a:pt x="27146" y="-2722"/>
                              <a:pt x="18955" y="1660"/>
                            </a:cubicBezTo>
                            <a:cubicBezTo>
                              <a:pt x="12573" y="5089"/>
                              <a:pt x="6096" y="11566"/>
                              <a:pt x="1810" y="1680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43" name="Forme libre : forme 10542">
                        <a:extLst>
                          <a:ext uri="{FF2B5EF4-FFF2-40B4-BE49-F238E27FC236}">
                            <a16:creationId xmlns:a16="http://schemas.microsoft.com/office/drawing/2014/main" id="{09783DFF-0F9C-4FE1-8ADC-593FDB9A16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9110" y="2032920"/>
                        <a:ext cx="31100" cy="49720"/>
                      </a:xfrm>
                      <a:custGeom>
                        <a:avLst/>
                        <a:gdLst>
                          <a:gd name="connsiteX0" fmla="*/ 31052 w 31100"/>
                          <a:gd name="connsiteY0" fmla="*/ 0 h 49720"/>
                          <a:gd name="connsiteX1" fmla="*/ 0 w 31100"/>
                          <a:gd name="connsiteY1" fmla="*/ 49721 h 49720"/>
                          <a:gd name="connsiteX2" fmla="*/ 31052 w 31100"/>
                          <a:gd name="connsiteY2" fmla="*/ 0 h 49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1100" h="49720">
                            <a:moveTo>
                              <a:pt x="31052" y="0"/>
                            </a:moveTo>
                            <a:cubicBezTo>
                              <a:pt x="32195" y="15812"/>
                              <a:pt x="12859" y="37148"/>
                              <a:pt x="0" y="49721"/>
                            </a:cubicBezTo>
                            <a:cubicBezTo>
                              <a:pt x="14002" y="35909"/>
                              <a:pt x="25337" y="15812"/>
                              <a:pt x="3105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44" name="Forme libre : forme 10543">
                        <a:extLst>
                          <a:ext uri="{FF2B5EF4-FFF2-40B4-BE49-F238E27FC236}">
                            <a16:creationId xmlns:a16="http://schemas.microsoft.com/office/drawing/2014/main" id="{52C387C7-BDF2-4F5D-A98A-06E0ACC15C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5000" y="2043017"/>
                        <a:ext cx="42004" cy="44005"/>
                      </a:xfrm>
                      <a:custGeom>
                        <a:avLst/>
                        <a:gdLst>
                          <a:gd name="connsiteX0" fmla="*/ 42005 w 42004"/>
                          <a:gd name="connsiteY0" fmla="*/ 0 h 44005"/>
                          <a:gd name="connsiteX1" fmla="*/ 0 w 42004"/>
                          <a:gd name="connsiteY1" fmla="*/ 44005 h 44005"/>
                          <a:gd name="connsiteX2" fmla="*/ 42005 w 42004"/>
                          <a:gd name="connsiteY2" fmla="*/ 0 h 440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2004" h="44005">
                            <a:moveTo>
                              <a:pt x="42005" y="0"/>
                            </a:moveTo>
                            <a:cubicBezTo>
                              <a:pt x="22860" y="10287"/>
                              <a:pt x="9430" y="27718"/>
                              <a:pt x="0" y="44005"/>
                            </a:cubicBezTo>
                            <a:cubicBezTo>
                              <a:pt x="8096" y="28289"/>
                              <a:pt x="27146" y="11716"/>
                              <a:pt x="420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45" name="Forme libre : forme 10544">
                        <a:extLst>
                          <a:ext uri="{FF2B5EF4-FFF2-40B4-BE49-F238E27FC236}">
                            <a16:creationId xmlns:a16="http://schemas.microsoft.com/office/drawing/2014/main" id="{8E6E8CB1-2306-4DAC-8484-CDDF290635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86714" y="2046093"/>
                        <a:ext cx="28109" cy="13296"/>
                      </a:xfrm>
                      <a:custGeom>
                        <a:avLst/>
                        <a:gdLst>
                          <a:gd name="connsiteX0" fmla="*/ 28109 w 28109"/>
                          <a:gd name="connsiteY0" fmla="*/ 1877 h 13296"/>
                          <a:gd name="connsiteX1" fmla="*/ 13155 w 28109"/>
                          <a:gd name="connsiteY1" fmla="*/ 11212 h 13296"/>
                          <a:gd name="connsiteX2" fmla="*/ 11 w 28109"/>
                          <a:gd name="connsiteY2" fmla="*/ 11021 h 13296"/>
                          <a:gd name="connsiteX3" fmla="*/ 14107 w 28109"/>
                          <a:gd name="connsiteY3" fmla="*/ 2639 h 13296"/>
                          <a:gd name="connsiteX4" fmla="*/ 28109 w 28109"/>
                          <a:gd name="connsiteY4" fmla="*/ 1877 h 132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109" h="13296">
                            <a:moveTo>
                              <a:pt x="28109" y="1877"/>
                            </a:moveTo>
                            <a:cubicBezTo>
                              <a:pt x="28014" y="5878"/>
                              <a:pt x="16679" y="9973"/>
                              <a:pt x="13155" y="11212"/>
                            </a:cubicBezTo>
                            <a:cubicBezTo>
                              <a:pt x="9726" y="12450"/>
                              <a:pt x="-371" y="15307"/>
                              <a:pt x="11" y="11021"/>
                            </a:cubicBezTo>
                            <a:cubicBezTo>
                              <a:pt x="391" y="6830"/>
                              <a:pt x="10869" y="3687"/>
                              <a:pt x="14107" y="2639"/>
                            </a:cubicBezTo>
                            <a:cubicBezTo>
                              <a:pt x="17441" y="1496"/>
                              <a:pt x="28204" y="-2219"/>
                              <a:pt x="28109" y="187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46" name="Forme libre : forme 10545">
                        <a:extLst>
                          <a:ext uri="{FF2B5EF4-FFF2-40B4-BE49-F238E27FC236}">
                            <a16:creationId xmlns:a16="http://schemas.microsoft.com/office/drawing/2014/main" id="{BB95763B-1449-4775-A0FF-99364B4D28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10819" y="2044496"/>
                        <a:ext cx="7810" cy="4744"/>
                      </a:xfrm>
                      <a:custGeom>
                        <a:avLst/>
                        <a:gdLst>
                          <a:gd name="connsiteX0" fmla="*/ 7623 w 7810"/>
                          <a:gd name="connsiteY0" fmla="*/ 426 h 4744"/>
                          <a:gd name="connsiteX1" fmla="*/ 4956 w 7810"/>
                          <a:gd name="connsiteY1" fmla="*/ 3665 h 4744"/>
                          <a:gd name="connsiteX2" fmla="*/ 194 w 7810"/>
                          <a:gd name="connsiteY2" fmla="*/ 4236 h 4744"/>
                          <a:gd name="connsiteX3" fmla="*/ 2766 w 7810"/>
                          <a:gd name="connsiteY3" fmla="*/ 1093 h 4744"/>
                          <a:gd name="connsiteX4" fmla="*/ 7623 w 7810"/>
                          <a:gd name="connsiteY4" fmla="*/ 426 h 4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10" h="4744">
                            <a:moveTo>
                              <a:pt x="7623" y="426"/>
                            </a:moveTo>
                            <a:cubicBezTo>
                              <a:pt x="8481" y="1474"/>
                              <a:pt x="6195" y="3093"/>
                              <a:pt x="4956" y="3665"/>
                            </a:cubicBezTo>
                            <a:cubicBezTo>
                              <a:pt x="3718" y="4332"/>
                              <a:pt x="1051" y="5379"/>
                              <a:pt x="194" y="4236"/>
                            </a:cubicBezTo>
                            <a:cubicBezTo>
                              <a:pt x="-664" y="3093"/>
                              <a:pt x="1528" y="1665"/>
                              <a:pt x="2766" y="1093"/>
                            </a:cubicBezTo>
                            <a:cubicBezTo>
                              <a:pt x="4099" y="521"/>
                              <a:pt x="6766" y="-622"/>
                              <a:pt x="7623" y="42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47" name="Forme libre : forme 10546">
                        <a:extLst>
                          <a:ext uri="{FF2B5EF4-FFF2-40B4-BE49-F238E27FC236}">
                            <a16:creationId xmlns:a16="http://schemas.microsoft.com/office/drawing/2014/main" id="{CD663063-5B84-4502-B721-FD0150873A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77700" y="2020583"/>
                        <a:ext cx="76288" cy="21004"/>
                      </a:xfrm>
                      <a:custGeom>
                        <a:avLst/>
                        <a:gdLst>
                          <a:gd name="connsiteX0" fmla="*/ 52076 w 76288"/>
                          <a:gd name="connsiteY0" fmla="*/ 2145 h 21004"/>
                          <a:gd name="connsiteX1" fmla="*/ 74746 w 76288"/>
                          <a:gd name="connsiteY1" fmla="*/ 6431 h 21004"/>
                          <a:gd name="connsiteX2" fmla="*/ 73127 w 76288"/>
                          <a:gd name="connsiteY2" fmla="*/ 13956 h 21004"/>
                          <a:gd name="connsiteX3" fmla="*/ 63792 w 76288"/>
                          <a:gd name="connsiteY3" fmla="*/ 15290 h 21004"/>
                          <a:gd name="connsiteX4" fmla="*/ 34836 w 76288"/>
                          <a:gd name="connsiteY4" fmla="*/ 15956 h 21004"/>
                          <a:gd name="connsiteX5" fmla="*/ 70 w 76288"/>
                          <a:gd name="connsiteY5" fmla="*/ 16909 h 21004"/>
                          <a:gd name="connsiteX6" fmla="*/ 32455 w 76288"/>
                          <a:gd name="connsiteY6" fmla="*/ 145 h 21004"/>
                          <a:gd name="connsiteX7" fmla="*/ 52076 w 76288"/>
                          <a:gd name="connsiteY7" fmla="*/ 2145 h 210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6288" h="21004">
                            <a:moveTo>
                              <a:pt x="52076" y="2145"/>
                            </a:moveTo>
                            <a:cubicBezTo>
                              <a:pt x="61030" y="2622"/>
                              <a:pt x="67412" y="2812"/>
                              <a:pt x="74746" y="6431"/>
                            </a:cubicBezTo>
                            <a:cubicBezTo>
                              <a:pt x="77413" y="7765"/>
                              <a:pt x="76460" y="11956"/>
                              <a:pt x="73127" y="13956"/>
                            </a:cubicBezTo>
                            <a:cubicBezTo>
                              <a:pt x="69793" y="15956"/>
                              <a:pt x="66841" y="15576"/>
                              <a:pt x="63792" y="15290"/>
                            </a:cubicBezTo>
                            <a:cubicBezTo>
                              <a:pt x="54172" y="14337"/>
                              <a:pt x="44933" y="15004"/>
                              <a:pt x="34836" y="15956"/>
                            </a:cubicBezTo>
                            <a:cubicBezTo>
                              <a:pt x="28550" y="16623"/>
                              <a:pt x="-1644" y="26339"/>
                              <a:pt x="70" y="16909"/>
                            </a:cubicBezTo>
                            <a:cubicBezTo>
                              <a:pt x="1785" y="7670"/>
                              <a:pt x="24168" y="1097"/>
                              <a:pt x="32455" y="145"/>
                            </a:cubicBezTo>
                            <a:cubicBezTo>
                              <a:pt x="40647" y="-617"/>
                              <a:pt x="45314" y="1859"/>
                              <a:pt x="52076" y="214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523" name="Graphique 1">
                      <a:extLst>
                        <a:ext uri="{FF2B5EF4-FFF2-40B4-BE49-F238E27FC236}">
                          <a16:creationId xmlns:a16="http://schemas.microsoft.com/office/drawing/2014/main" id="{FE13F01D-5689-426C-821D-4BB04B68F1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58507" y="1911134"/>
                      <a:ext cx="143242" cy="125917"/>
                      <a:chOff x="7358507" y="1911134"/>
                      <a:chExt cx="143242" cy="125917"/>
                    </a:xfrm>
                    <a:solidFill>
                      <a:schemeClr val="accent1"/>
                    </a:solidFill>
                  </p:grpSpPr>
                  <p:sp>
                    <p:nvSpPr>
                      <p:cNvPr id="10524" name="Forme libre : forme 10523">
                        <a:extLst>
                          <a:ext uri="{FF2B5EF4-FFF2-40B4-BE49-F238E27FC236}">
                            <a16:creationId xmlns:a16="http://schemas.microsoft.com/office/drawing/2014/main" id="{70E8EE29-944B-4476-8AB3-0148A0779B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58507" y="1911134"/>
                        <a:ext cx="143242" cy="125917"/>
                      </a:xfrm>
                      <a:custGeom>
                        <a:avLst/>
                        <a:gdLst>
                          <a:gd name="connsiteX0" fmla="*/ 124241 w 143242"/>
                          <a:gd name="connsiteY0" fmla="*/ 72923 h 125917"/>
                          <a:gd name="connsiteX1" fmla="*/ 74330 w 143242"/>
                          <a:gd name="connsiteY1" fmla="*/ 114356 h 125917"/>
                          <a:gd name="connsiteX2" fmla="*/ 10418 w 143242"/>
                          <a:gd name="connsiteY2" fmla="*/ 120738 h 125917"/>
                          <a:gd name="connsiteX3" fmla="*/ 416 w 143242"/>
                          <a:gd name="connsiteY3" fmla="*/ 101593 h 125917"/>
                          <a:gd name="connsiteX4" fmla="*/ 32230 w 143242"/>
                          <a:gd name="connsiteY4" fmla="*/ 51682 h 125917"/>
                          <a:gd name="connsiteX5" fmla="*/ 69854 w 143242"/>
                          <a:gd name="connsiteY5" fmla="*/ 20726 h 125917"/>
                          <a:gd name="connsiteX6" fmla="*/ 119193 w 143242"/>
                          <a:gd name="connsiteY6" fmla="*/ 437 h 125917"/>
                          <a:gd name="connsiteX7" fmla="*/ 139005 w 143242"/>
                          <a:gd name="connsiteY7" fmla="*/ 7486 h 125917"/>
                          <a:gd name="connsiteX8" fmla="*/ 124241 w 143242"/>
                          <a:gd name="connsiteY8" fmla="*/ 72923 h 1259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3242" h="125917">
                            <a:moveTo>
                              <a:pt x="124241" y="72923"/>
                            </a:moveTo>
                            <a:cubicBezTo>
                              <a:pt x="113859" y="85400"/>
                              <a:pt x="87761" y="106451"/>
                              <a:pt x="74330" y="114356"/>
                            </a:cubicBezTo>
                            <a:cubicBezTo>
                              <a:pt x="49184" y="129596"/>
                              <a:pt x="30706" y="127596"/>
                              <a:pt x="10418" y="120738"/>
                            </a:cubicBezTo>
                            <a:cubicBezTo>
                              <a:pt x="3369" y="118357"/>
                              <a:pt x="-1488" y="108451"/>
                              <a:pt x="416" y="101593"/>
                            </a:cubicBezTo>
                            <a:cubicBezTo>
                              <a:pt x="5750" y="81591"/>
                              <a:pt x="14037" y="66446"/>
                              <a:pt x="32230" y="51682"/>
                            </a:cubicBezTo>
                            <a:cubicBezTo>
                              <a:pt x="42136" y="43871"/>
                              <a:pt x="61186" y="28631"/>
                              <a:pt x="69854" y="20726"/>
                            </a:cubicBezTo>
                            <a:cubicBezTo>
                              <a:pt x="86332" y="5962"/>
                              <a:pt x="99952" y="4724"/>
                              <a:pt x="119193" y="437"/>
                            </a:cubicBezTo>
                            <a:cubicBezTo>
                              <a:pt x="125670" y="-991"/>
                              <a:pt x="136338" y="1009"/>
                              <a:pt x="139005" y="7486"/>
                            </a:cubicBezTo>
                            <a:cubicBezTo>
                              <a:pt x="147292" y="26726"/>
                              <a:pt x="143958" y="50253"/>
                              <a:pt x="124241" y="7292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25" name="Forme libre : forme 10524">
                        <a:extLst>
                          <a:ext uri="{FF2B5EF4-FFF2-40B4-BE49-F238E27FC236}">
                            <a16:creationId xmlns:a16="http://schemas.microsoft.com/office/drawing/2014/main" id="{EE4FD50B-ED2E-450B-8B35-D6F3F63B82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61591" y="1918334"/>
                        <a:ext cx="139920" cy="118460"/>
                      </a:xfrm>
                      <a:custGeom>
                        <a:avLst/>
                        <a:gdLst>
                          <a:gd name="connsiteX0" fmla="*/ 63246 w 139920"/>
                          <a:gd name="connsiteY0" fmla="*/ 79629 h 118460"/>
                          <a:gd name="connsiteX1" fmla="*/ 0 w 139920"/>
                          <a:gd name="connsiteY1" fmla="*/ 107347 h 118460"/>
                          <a:gd name="connsiteX2" fmla="*/ 7239 w 139920"/>
                          <a:gd name="connsiteY2" fmla="*/ 113348 h 118460"/>
                          <a:gd name="connsiteX3" fmla="*/ 17621 w 139920"/>
                          <a:gd name="connsiteY3" fmla="*/ 116396 h 118460"/>
                          <a:gd name="connsiteX4" fmla="*/ 48387 w 139920"/>
                          <a:gd name="connsiteY4" fmla="*/ 116777 h 118460"/>
                          <a:gd name="connsiteX5" fmla="*/ 71151 w 139920"/>
                          <a:gd name="connsiteY5" fmla="*/ 106966 h 118460"/>
                          <a:gd name="connsiteX6" fmla="*/ 79724 w 139920"/>
                          <a:gd name="connsiteY6" fmla="*/ 101346 h 118460"/>
                          <a:gd name="connsiteX7" fmla="*/ 117729 w 139920"/>
                          <a:gd name="connsiteY7" fmla="*/ 69152 h 118460"/>
                          <a:gd name="connsiteX8" fmla="*/ 121063 w 139920"/>
                          <a:gd name="connsiteY8" fmla="*/ 65532 h 118460"/>
                          <a:gd name="connsiteX9" fmla="*/ 136112 w 139920"/>
                          <a:gd name="connsiteY9" fmla="*/ 41434 h 118460"/>
                          <a:gd name="connsiteX10" fmla="*/ 138875 w 139920"/>
                          <a:gd name="connsiteY10" fmla="*/ 9716 h 118460"/>
                          <a:gd name="connsiteX11" fmla="*/ 135922 w 139920"/>
                          <a:gd name="connsiteY11" fmla="*/ 286 h 118460"/>
                          <a:gd name="connsiteX12" fmla="*/ 135731 w 139920"/>
                          <a:gd name="connsiteY12" fmla="*/ 0 h 118460"/>
                          <a:gd name="connsiteX13" fmla="*/ 102965 w 139920"/>
                          <a:gd name="connsiteY13" fmla="*/ 43910 h 118460"/>
                          <a:gd name="connsiteX14" fmla="*/ 63246 w 139920"/>
                          <a:gd name="connsiteY14" fmla="*/ 79629 h 1184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39920" h="118460">
                            <a:moveTo>
                              <a:pt x="63246" y="79629"/>
                            </a:moveTo>
                            <a:cubicBezTo>
                              <a:pt x="44768" y="95345"/>
                              <a:pt x="21527" y="108204"/>
                              <a:pt x="0" y="107347"/>
                            </a:cubicBezTo>
                            <a:cubicBezTo>
                              <a:pt x="1810" y="110109"/>
                              <a:pt x="4286" y="112395"/>
                              <a:pt x="7239" y="113348"/>
                            </a:cubicBezTo>
                            <a:cubicBezTo>
                              <a:pt x="10763" y="114586"/>
                              <a:pt x="14192" y="115633"/>
                              <a:pt x="17621" y="116396"/>
                            </a:cubicBezTo>
                            <a:cubicBezTo>
                              <a:pt x="27527" y="118777"/>
                              <a:pt x="37433" y="119348"/>
                              <a:pt x="48387" y="116777"/>
                            </a:cubicBezTo>
                            <a:cubicBezTo>
                              <a:pt x="55436" y="114967"/>
                              <a:pt x="62960" y="112014"/>
                              <a:pt x="71151" y="106966"/>
                            </a:cubicBezTo>
                            <a:cubicBezTo>
                              <a:pt x="73628" y="105442"/>
                              <a:pt x="76581" y="103632"/>
                              <a:pt x="79724" y="101346"/>
                            </a:cubicBezTo>
                            <a:cubicBezTo>
                              <a:pt x="92107" y="92869"/>
                              <a:pt x="108204" y="79343"/>
                              <a:pt x="117729" y="69152"/>
                            </a:cubicBezTo>
                            <a:cubicBezTo>
                              <a:pt x="118967" y="67913"/>
                              <a:pt x="120110" y="66675"/>
                              <a:pt x="121063" y="65532"/>
                            </a:cubicBezTo>
                            <a:cubicBezTo>
                              <a:pt x="128016" y="57531"/>
                              <a:pt x="132969" y="49340"/>
                              <a:pt x="136112" y="41434"/>
                            </a:cubicBezTo>
                            <a:cubicBezTo>
                              <a:pt x="140208" y="30290"/>
                              <a:pt x="140779" y="19622"/>
                              <a:pt x="138875" y="9716"/>
                            </a:cubicBezTo>
                            <a:cubicBezTo>
                              <a:pt x="138113" y="6477"/>
                              <a:pt x="137160" y="3334"/>
                              <a:pt x="135922" y="286"/>
                            </a:cubicBezTo>
                            <a:lnTo>
                              <a:pt x="135731" y="0"/>
                            </a:lnTo>
                            <a:cubicBezTo>
                              <a:pt x="127445" y="16764"/>
                              <a:pt x="115538" y="31052"/>
                              <a:pt x="102965" y="43910"/>
                            </a:cubicBezTo>
                            <a:cubicBezTo>
                              <a:pt x="90107" y="56864"/>
                              <a:pt x="76581" y="68390"/>
                              <a:pt x="63246" y="7962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26" name="Forme libre : forme 10525">
                        <a:extLst>
                          <a:ext uri="{FF2B5EF4-FFF2-40B4-BE49-F238E27FC236}">
                            <a16:creationId xmlns:a16="http://schemas.microsoft.com/office/drawing/2014/main" id="{0EC066E5-E2BB-4701-9992-48559E88DB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11970" y="1939946"/>
                        <a:ext cx="63300" cy="57099"/>
                      </a:xfrm>
                      <a:custGeom>
                        <a:avLst/>
                        <a:gdLst>
                          <a:gd name="connsiteX0" fmla="*/ 61349 w 63300"/>
                          <a:gd name="connsiteY0" fmla="*/ 1058 h 57099"/>
                          <a:gd name="connsiteX1" fmla="*/ 57444 w 63300"/>
                          <a:gd name="connsiteY1" fmla="*/ 20585 h 57099"/>
                          <a:gd name="connsiteX2" fmla="*/ 40299 w 63300"/>
                          <a:gd name="connsiteY2" fmla="*/ 40492 h 57099"/>
                          <a:gd name="connsiteX3" fmla="*/ 1151 w 63300"/>
                          <a:gd name="connsiteY3" fmla="*/ 54303 h 57099"/>
                          <a:gd name="connsiteX4" fmla="*/ 23916 w 63300"/>
                          <a:gd name="connsiteY4" fmla="*/ 21918 h 57099"/>
                          <a:gd name="connsiteX5" fmla="*/ 42775 w 63300"/>
                          <a:gd name="connsiteY5" fmla="*/ 7345 h 57099"/>
                          <a:gd name="connsiteX6" fmla="*/ 61349 w 63300"/>
                          <a:gd name="connsiteY6" fmla="*/ 1058 h 570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300" h="57099">
                            <a:moveTo>
                              <a:pt x="61349" y="1058"/>
                            </a:moveTo>
                            <a:cubicBezTo>
                              <a:pt x="65349" y="4011"/>
                              <a:pt x="62778" y="12393"/>
                              <a:pt x="57444" y="20585"/>
                            </a:cubicBezTo>
                            <a:cubicBezTo>
                              <a:pt x="52205" y="28967"/>
                              <a:pt x="44395" y="36872"/>
                              <a:pt x="40299" y="40492"/>
                            </a:cubicBezTo>
                            <a:cubicBezTo>
                              <a:pt x="32203" y="48207"/>
                              <a:pt x="7723" y="63352"/>
                              <a:pt x="1151" y="54303"/>
                            </a:cubicBezTo>
                            <a:cubicBezTo>
                              <a:pt x="-5231" y="45635"/>
                              <a:pt x="16677" y="28205"/>
                              <a:pt x="23916" y="21918"/>
                            </a:cubicBezTo>
                            <a:cubicBezTo>
                              <a:pt x="27726" y="18965"/>
                              <a:pt x="35537" y="12584"/>
                              <a:pt x="42775" y="7345"/>
                            </a:cubicBezTo>
                            <a:cubicBezTo>
                              <a:pt x="50205" y="2297"/>
                              <a:pt x="57158" y="-2085"/>
                              <a:pt x="61349" y="105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27" name="Forme libre : forme 10526">
                        <a:extLst>
                          <a:ext uri="{FF2B5EF4-FFF2-40B4-BE49-F238E27FC236}">
                            <a16:creationId xmlns:a16="http://schemas.microsoft.com/office/drawing/2014/main" id="{0DF1B5E4-8D63-404C-BCBF-BAC8E633CF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11153" y="1966817"/>
                        <a:ext cx="53402" cy="29988"/>
                      </a:xfrm>
                      <a:custGeom>
                        <a:avLst/>
                        <a:gdLst>
                          <a:gd name="connsiteX0" fmla="*/ 9397 w 53402"/>
                          <a:gd name="connsiteY0" fmla="*/ 9525 h 29988"/>
                          <a:gd name="connsiteX1" fmla="*/ 1491 w 53402"/>
                          <a:gd name="connsiteY1" fmla="*/ 27718 h 29988"/>
                          <a:gd name="connsiteX2" fmla="*/ 41401 w 53402"/>
                          <a:gd name="connsiteY2" fmla="*/ 13335 h 29988"/>
                          <a:gd name="connsiteX3" fmla="*/ 53403 w 53402"/>
                          <a:gd name="connsiteY3" fmla="*/ 0 h 29988"/>
                          <a:gd name="connsiteX4" fmla="*/ 45973 w 53402"/>
                          <a:gd name="connsiteY4" fmla="*/ 6096 h 29988"/>
                          <a:gd name="connsiteX5" fmla="*/ 9397 w 53402"/>
                          <a:gd name="connsiteY5" fmla="*/ 9525 h 299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3402" h="29988">
                            <a:moveTo>
                              <a:pt x="9397" y="9525"/>
                            </a:moveTo>
                            <a:cubicBezTo>
                              <a:pt x="6635" y="14002"/>
                              <a:pt x="-3843" y="23241"/>
                              <a:pt x="1491" y="27718"/>
                            </a:cubicBezTo>
                            <a:cubicBezTo>
                              <a:pt x="10350" y="35147"/>
                              <a:pt x="30924" y="22765"/>
                              <a:pt x="41401" y="13335"/>
                            </a:cubicBezTo>
                            <a:cubicBezTo>
                              <a:pt x="44545" y="10763"/>
                              <a:pt x="50735" y="3715"/>
                              <a:pt x="53403" y="0"/>
                            </a:cubicBezTo>
                            <a:cubicBezTo>
                              <a:pt x="51402" y="1714"/>
                              <a:pt x="48259" y="4858"/>
                              <a:pt x="45973" y="6096"/>
                            </a:cubicBezTo>
                            <a:cubicBezTo>
                              <a:pt x="33401" y="13049"/>
                              <a:pt x="17303" y="18669"/>
                              <a:pt x="9397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28" name="Forme libre : forme 10527">
                        <a:extLst>
                          <a:ext uri="{FF2B5EF4-FFF2-40B4-BE49-F238E27FC236}">
                            <a16:creationId xmlns:a16="http://schemas.microsoft.com/office/drawing/2014/main" id="{2D42BCCE-0636-4161-B75B-F0A8332927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16815" y="1937564"/>
                        <a:ext cx="62715" cy="59232"/>
                      </a:xfrm>
                      <a:custGeom>
                        <a:avLst/>
                        <a:gdLst>
                          <a:gd name="connsiteX0" fmla="*/ 61170 w 62715"/>
                          <a:gd name="connsiteY0" fmla="*/ 1440 h 59232"/>
                          <a:gd name="connsiteX1" fmla="*/ 56979 w 62715"/>
                          <a:gd name="connsiteY1" fmla="*/ 22205 h 59232"/>
                          <a:gd name="connsiteX2" fmla="*/ 40406 w 62715"/>
                          <a:gd name="connsiteY2" fmla="*/ 42493 h 59232"/>
                          <a:gd name="connsiteX3" fmla="*/ 1354 w 62715"/>
                          <a:gd name="connsiteY3" fmla="*/ 56495 h 59232"/>
                          <a:gd name="connsiteX4" fmla="*/ 23833 w 62715"/>
                          <a:gd name="connsiteY4" fmla="*/ 23824 h 59232"/>
                          <a:gd name="connsiteX5" fmla="*/ 43073 w 62715"/>
                          <a:gd name="connsiteY5" fmla="*/ 7917 h 59232"/>
                          <a:gd name="connsiteX6" fmla="*/ 61170 w 62715"/>
                          <a:gd name="connsiteY6" fmla="*/ 1440 h 59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2715" h="59232">
                            <a:moveTo>
                              <a:pt x="61170" y="1440"/>
                            </a:moveTo>
                            <a:cubicBezTo>
                              <a:pt x="64600" y="5536"/>
                              <a:pt x="61933" y="13918"/>
                              <a:pt x="56979" y="22205"/>
                            </a:cubicBezTo>
                            <a:cubicBezTo>
                              <a:pt x="52027" y="30491"/>
                              <a:pt x="44788" y="38302"/>
                              <a:pt x="40406" y="42493"/>
                            </a:cubicBezTo>
                            <a:cubicBezTo>
                              <a:pt x="31834" y="51256"/>
                              <a:pt x="8593" y="65162"/>
                              <a:pt x="1354" y="56495"/>
                            </a:cubicBezTo>
                            <a:cubicBezTo>
                              <a:pt x="-5790" y="48017"/>
                              <a:pt x="17356" y="30110"/>
                              <a:pt x="23833" y="23824"/>
                            </a:cubicBezTo>
                            <a:cubicBezTo>
                              <a:pt x="27261" y="20871"/>
                              <a:pt x="35453" y="13727"/>
                              <a:pt x="43073" y="7917"/>
                            </a:cubicBezTo>
                            <a:cubicBezTo>
                              <a:pt x="50598" y="2202"/>
                              <a:pt x="57837" y="-2465"/>
                              <a:pt x="61170" y="144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29" name="Forme libre : forme 10528">
                        <a:extLst>
                          <a:ext uri="{FF2B5EF4-FFF2-40B4-BE49-F238E27FC236}">
                            <a16:creationId xmlns:a16="http://schemas.microsoft.com/office/drawing/2014/main" id="{1BEDE4CA-4F25-4CF5-8405-6EDF1DCF43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77863" y="1963358"/>
                        <a:ext cx="95764" cy="57002"/>
                      </a:xfrm>
                      <a:custGeom>
                        <a:avLst/>
                        <a:gdLst>
                          <a:gd name="connsiteX0" fmla="*/ 4206 w 95764"/>
                          <a:gd name="connsiteY0" fmla="*/ 52036 h 57002"/>
                          <a:gd name="connsiteX1" fmla="*/ 19351 w 95764"/>
                          <a:gd name="connsiteY1" fmla="*/ 56989 h 57002"/>
                          <a:gd name="connsiteX2" fmla="*/ 60309 w 95764"/>
                          <a:gd name="connsiteY2" fmla="*/ 48988 h 57002"/>
                          <a:gd name="connsiteX3" fmla="*/ 91265 w 95764"/>
                          <a:gd name="connsiteY3" fmla="*/ 20508 h 57002"/>
                          <a:gd name="connsiteX4" fmla="*/ 92122 w 95764"/>
                          <a:gd name="connsiteY4" fmla="*/ 315 h 57002"/>
                          <a:gd name="connsiteX5" fmla="*/ 78882 w 95764"/>
                          <a:gd name="connsiteY5" fmla="*/ 5363 h 57002"/>
                          <a:gd name="connsiteX6" fmla="*/ 43640 w 95764"/>
                          <a:gd name="connsiteY6" fmla="*/ 16603 h 57002"/>
                          <a:gd name="connsiteX7" fmla="*/ 8779 w 95764"/>
                          <a:gd name="connsiteY7" fmla="*/ 25080 h 57002"/>
                          <a:gd name="connsiteX8" fmla="*/ 4206 w 95764"/>
                          <a:gd name="connsiteY8" fmla="*/ 52036 h 570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5764" h="57002">
                            <a:moveTo>
                              <a:pt x="4206" y="52036"/>
                            </a:moveTo>
                            <a:cubicBezTo>
                              <a:pt x="9255" y="56227"/>
                              <a:pt x="12017" y="56894"/>
                              <a:pt x="19351" y="56989"/>
                            </a:cubicBezTo>
                            <a:cubicBezTo>
                              <a:pt x="33258" y="57084"/>
                              <a:pt x="45164" y="56894"/>
                              <a:pt x="60309" y="48988"/>
                            </a:cubicBezTo>
                            <a:cubicBezTo>
                              <a:pt x="72977" y="42606"/>
                              <a:pt x="84979" y="31367"/>
                              <a:pt x="91265" y="20508"/>
                            </a:cubicBezTo>
                            <a:cubicBezTo>
                              <a:pt x="96027" y="12507"/>
                              <a:pt x="98028" y="2887"/>
                              <a:pt x="92122" y="315"/>
                            </a:cubicBezTo>
                            <a:cubicBezTo>
                              <a:pt x="88503" y="-1209"/>
                              <a:pt x="83740" y="3173"/>
                              <a:pt x="78882" y="5363"/>
                            </a:cubicBezTo>
                            <a:cubicBezTo>
                              <a:pt x="67452" y="10697"/>
                              <a:pt x="56594" y="15269"/>
                              <a:pt x="43640" y="16603"/>
                            </a:cubicBezTo>
                            <a:cubicBezTo>
                              <a:pt x="32496" y="17651"/>
                              <a:pt x="19447" y="16127"/>
                              <a:pt x="8779" y="25080"/>
                            </a:cubicBezTo>
                            <a:cubicBezTo>
                              <a:pt x="-842" y="33176"/>
                              <a:pt x="-2842" y="46035"/>
                              <a:pt x="4206" y="5203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30" name="Forme libre : forme 10529">
                        <a:extLst>
                          <a:ext uri="{FF2B5EF4-FFF2-40B4-BE49-F238E27FC236}">
                            <a16:creationId xmlns:a16="http://schemas.microsoft.com/office/drawing/2014/main" id="{932D8EDD-B806-4683-965D-6CAA3609D2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92605" y="1971201"/>
                        <a:ext cx="23185" cy="25511"/>
                      </a:xfrm>
                      <a:custGeom>
                        <a:avLst/>
                        <a:gdLst>
                          <a:gd name="connsiteX0" fmla="*/ 1180 w 23185"/>
                          <a:gd name="connsiteY0" fmla="*/ 20666 h 25511"/>
                          <a:gd name="connsiteX1" fmla="*/ 37 w 23185"/>
                          <a:gd name="connsiteY1" fmla="*/ 24476 h 25511"/>
                          <a:gd name="connsiteX2" fmla="*/ 3371 w 23185"/>
                          <a:gd name="connsiteY2" fmla="*/ 25143 h 25511"/>
                          <a:gd name="connsiteX3" fmla="*/ 8324 w 23185"/>
                          <a:gd name="connsiteY3" fmla="*/ 22000 h 25511"/>
                          <a:gd name="connsiteX4" fmla="*/ 18896 w 23185"/>
                          <a:gd name="connsiteY4" fmla="*/ 11999 h 25511"/>
                          <a:gd name="connsiteX5" fmla="*/ 22135 w 23185"/>
                          <a:gd name="connsiteY5" fmla="*/ 7712 h 25511"/>
                          <a:gd name="connsiteX6" fmla="*/ 14705 w 23185"/>
                          <a:gd name="connsiteY6" fmla="*/ 2759 h 25511"/>
                          <a:gd name="connsiteX7" fmla="*/ 1180 w 23185"/>
                          <a:gd name="connsiteY7" fmla="*/ 20666 h 255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185" h="25511">
                            <a:moveTo>
                              <a:pt x="1180" y="20666"/>
                            </a:moveTo>
                            <a:cubicBezTo>
                              <a:pt x="418" y="22095"/>
                              <a:pt x="-154" y="23143"/>
                              <a:pt x="37" y="24476"/>
                            </a:cubicBezTo>
                            <a:cubicBezTo>
                              <a:pt x="322" y="25714"/>
                              <a:pt x="1751" y="25714"/>
                              <a:pt x="3371" y="25143"/>
                            </a:cubicBezTo>
                            <a:cubicBezTo>
                              <a:pt x="4895" y="24572"/>
                              <a:pt x="6990" y="23238"/>
                              <a:pt x="8324" y="22000"/>
                            </a:cubicBezTo>
                            <a:cubicBezTo>
                              <a:pt x="12039" y="18856"/>
                              <a:pt x="15848" y="15523"/>
                              <a:pt x="18896" y="11999"/>
                            </a:cubicBezTo>
                            <a:cubicBezTo>
                              <a:pt x="20135" y="10570"/>
                              <a:pt x="21373" y="9236"/>
                              <a:pt x="22135" y="7712"/>
                            </a:cubicBezTo>
                            <a:cubicBezTo>
                              <a:pt x="25088" y="1330"/>
                              <a:pt x="21564" y="-3146"/>
                              <a:pt x="14705" y="2759"/>
                            </a:cubicBezTo>
                            <a:cubicBezTo>
                              <a:pt x="9371" y="7141"/>
                              <a:pt x="4418" y="14666"/>
                              <a:pt x="1180" y="2066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31" name="Forme libre : forme 10530">
                        <a:extLst>
                          <a:ext uri="{FF2B5EF4-FFF2-40B4-BE49-F238E27FC236}">
                            <a16:creationId xmlns:a16="http://schemas.microsoft.com/office/drawing/2014/main" id="{3C2D0B69-C001-4989-B6A5-C7AE2AAA25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3130" y="1919668"/>
                        <a:ext cx="14871" cy="61436"/>
                      </a:xfrm>
                      <a:custGeom>
                        <a:avLst/>
                        <a:gdLst>
                          <a:gd name="connsiteX0" fmla="*/ 10763 w 14871"/>
                          <a:gd name="connsiteY0" fmla="*/ 0 h 61436"/>
                          <a:gd name="connsiteX1" fmla="*/ 13145 w 14871"/>
                          <a:gd name="connsiteY1" fmla="*/ 29432 h 61436"/>
                          <a:gd name="connsiteX2" fmla="*/ 0 w 14871"/>
                          <a:gd name="connsiteY2" fmla="*/ 61436 h 61436"/>
                          <a:gd name="connsiteX3" fmla="*/ 10763 w 14871"/>
                          <a:gd name="connsiteY3" fmla="*/ 0 h 61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4871" h="61436">
                            <a:moveTo>
                              <a:pt x="10763" y="0"/>
                            </a:moveTo>
                            <a:cubicBezTo>
                              <a:pt x="15526" y="6477"/>
                              <a:pt x="15907" y="17812"/>
                              <a:pt x="13145" y="29432"/>
                            </a:cubicBezTo>
                            <a:cubicBezTo>
                              <a:pt x="10477" y="41243"/>
                              <a:pt x="4763" y="52769"/>
                              <a:pt x="0" y="61436"/>
                            </a:cubicBezTo>
                            <a:cubicBezTo>
                              <a:pt x="10668" y="42767"/>
                              <a:pt x="14573" y="16955"/>
                              <a:pt x="1076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32" name="Forme libre : forme 10531">
                        <a:extLst>
                          <a:ext uri="{FF2B5EF4-FFF2-40B4-BE49-F238E27FC236}">
                            <a16:creationId xmlns:a16="http://schemas.microsoft.com/office/drawing/2014/main" id="{DF788451-6772-4F00-9D6C-901E4E43E8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60733" y="1963674"/>
                        <a:ext cx="32766" cy="50101"/>
                      </a:xfrm>
                      <a:custGeom>
                        <a:avLst/>
                        <a:gdLst>
                          <a:gd name="connsiteX0" fmla="*/ 32766 w 32766"/>
                          <a:gd name="connsiteY0" fmla="*/ 0 h 50101"/>
                          <a:gd name="connsiteX1" fmla="*/ 0 w 32766"/>
                          <a:gd name="connsiteY1" fmla="*/ 50101 h 50101"/>
                          <a:gd name="connsiteX2" fmla="*/ 32766 w 32766"/>
                          <a:gd name="connsiteY2" fmla="*/ 0 h 501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2766" h="50101">
                            <a:moveTo>
                              <a:pt x="32766" y="0"/>
                            </a:moveTo>
                            <a:cubicBezTo>
                              <a:pt x="16859" y="13335"/>
                              <a:pt x="6763" y="32480"/>
                              <a:pt x="0" y="50101"/>
                            </a:cubicBezTo>
                            <a:cubicBezTo>
                              <a:pt x="5525" y="33242"/>
                              <a:pt x="21336" y="14097"/>
                              <a:pt x="3276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33" name="Forme libre : forme 10532">
                        <a:extLst>
                          <a:ext uri="{FF2B5EF4-FFF2-40B4-BE49-F238E27FC236}">
                            <a16:creationId xmlns:a16="http://schemas.microsoft.com/office/drawing/2014/main" id="{ADDE3660-A163-440D-8D28-79CC14389A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34603" y="1951563"/>
                        <a:ext cx="24266" cy="19119"/>
                      </a:xfrm>
                      <a:custGeom>
                        <a:avLst/>
                        <a:gdLst>
                          <a:gd name="connsiteX0" fmla="*/ 24143 w 24266"/>
                          <a:gd name="connsiteY0" fmla="*/ 1157 h 19119"/>
                          <a:gd name="connsiteX1" fmla="*/ 12713 w 24266"/>
                          <a:gd name="connsiteY1" fmla="*/ 14397 h 19119"/>
                          <a:gd name="connsiteX2" fmla="*/ 45 w 24266"/>
                          <a:gd name="connsiteY2" fmla="*/ 17540 h 19119"/>
                          <a:gd name="connsiteX3" fmla="*/ 11189 w 24266"/>
                          <a:gd name="connsiteY3" fmla="*/ 5824 h 19119"/>
                          <a:gd name="connsiteX4" fmla="*/ 24143 w 24266"/>
                          <a:gd name="connsiteY4" fmla="*/ 1157 h 191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266" h="19119">
                            <a:moveTo>
                              <a:pt x="24143" y="1157"/>
                            </a:moveTo>
                            <a:cubicBezTo>
                              <a:pt x="25476" y="5157"/>
                              <a:pt x="15666" y="12301"/>
                              <a:pt x="12713" y="14397"/>
                            </a:cubicBezTo>
                            <a:cubicBezTo>
                              <a:pt x="9665" y="16492"/>
                              <a:pt x="711" y="21731"/>
                              <a:pt x="45" y="17540"/>
                            </a:cubicBezTo>
                            <a:cubicBezTo>
                              <a:pt x="-718" y="13349"/>
                              <a:pt x="8522" y="7824"/>
                              <a:pt x="11189" y="5824"/>
                            </a:cubicBezTo>
                            <a:cubicBezTo>
                              <a:pt x="14047" y="4014"/>
                              <a:pt x="23000" y="-2653"/>
                              <a:pt x="24143" y="115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34" name="Forme libre : forme 10533">
                        <a:extLst>
                          <a:ext uri="{FF2B5EF4-FFF2-40B4-BE49-F238E27FC236}">
                            <a16:creationId xmlns:a16="http://schemas.microsoft.com/office/drawing/2014/main" id="{CCED9493-6FA8-4BF9-8F89-FBC81D6C9E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55101" y="1948544"/>
                        <a:ext cx="6554" cy="6391"/>
                      </a:xfrm>
                      <a:custGeom>
                        <a:avLst/>
                        <a:gdLst>
                          <a:gd name="connsiteX0" fmla="*/ 6122 w 6554"/>
                          <a:gd name="connsiteY0" fmla="*/ 175 h 6391"/>
                          <a:gd name="connsiteX1" fmla="*/ 4693 w 6554"/>
                          <a:gd name="connsiteY1" fmla="*/ 4081 h 6391"/>
                          <a:gd name="connsiteX2" fmla="*/ 406 w 6554"/>
                          <a:gd name="connsiteY2" fmla="*/ 6176 h 6391"/>
                          <a:gd name="connsiteX3" fmla="*/ 1835 w 6554"/>
                          <a:gd name="connsiteY3" fmla="*/ 2366 h 6391"/>
                          <a:gd name="connsiteX4" fmla="*/ 6122 w 6554"/>
                          <a:gd name="connsiteY4" fmla="*/ 175 h 6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554" h="6391">
                            <a:moveTo>
                              <a:pt x="6122" y="175"/>
                            </a:moveTo>
                            <a:cubicBezTo>
                              <a:pt x="7359" y="937"/>
                              <a:pt x="5645" y="3128"/>
                              <a:pt x="4693" y="4081"/>
                            </a:cubicBezTo>
                            <a:cubicBezTo>
                              <a:pt x="3740" y="5128"/>
                              <a:pt x="1549" y="7033"/>
                              <a:pt x="406" y="6176"/>
                            </a:cubicBezTo>
                            <a:cubicBezTo>
                              <a:pt x="-737" y="5414"/>
                              <a:pt x="787" y="3319"/>
                              <a:pt x="1835" y="2366"/>
                            </a:cubicBezTo>
                            <a:cubicBezTo>
                              <a:pt x="2788" y="1318"/>
                              <a:pt x="4978" y="-587"/>
                              <a:pt x="6122" y="17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35" name="Forme libre : forme 10534">
                        <a:extLst>
                          <a:ext uri="{FF2B5EF4-FFF2-40B4-BE49-F238E27FC236}">
                            <a16:creationId xmlns:a16="http://schemas.microsoft.com/office/drawing/2014/main" id="{333BC009-1C9E-4370-8299-BA4CB987FD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21104" y="1918892"/>
                        <a:ext cx="66501" cy="36457"/>
                      </a:xfrm>
                      <a:custGeom>
                        <a:avLst/>
                        <a:gdLst>
                          <a:gd name="connsiteX0" fmla="*/ 41738 w 66501"/>
                          <a:gd name="connsiteY0" fmla="*/ 5728 h 36457"/>
                          <a:gd name="connsiteX1" fmla="*/ 63169 w 66501"/>
                          <a:gd name="connsiteY1" fmla="*/ 14 h 36457"/>
                          <a:gd name="connsiteX2" fmla="*/ 65550 w 66501"/>
                          <a:gd name="connsiteY2" fmla="*/ 7348 h 36457"/>
                          <a:gd name="connsiteX3" fmla="*/ 57835 w 66501"/>
                          <a:gd name="connsiteY3" fmla="*/ 12872 h 36457"/>
                          <a:gd name="connsiteX4" fmla="*/ 31737 w 66501"/>
                          <a:gd name="connsiteY4" fmla="*/ 23826 h 36457"/>
                          <a:gd name="connsiteX5" fmla="*/ 14306 w 66501"/>
                          <a:gd name="connsiteY5" fmla="*/ 33446 h 36457"/>
                          <a:gd name="connsiteX6" fmla="*/ 18 w 66501"/>
                          <a:gd name="connsiteY6" fmla="*/ 33541 h 36457"/>
                          <a:gd name="connsiteX7" fmla="*/ 24021 w 66501"/>
                          <a:gd name="connsiteY7" fmla="*/ 10110 h 36457"/>
                          <a:gd name="connsiteX8" fmla="*/ 41738 w 66501"/>
                          <a:gd name="connsiteY8" fmla="*/ 5728 h 364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6501" h="36457">
                            <a:moveTo>
                              <a:pt x="41738" y="5728"/>
                            </a:moveTo>
                            <a:cubicBezTo>
                              <a:pt x="49834" y="3062"/>
                              <a:pt x="55072" y="395"/>
                              <a:pt x="63169" y="14"/>
                            </a:cubicBezTo>
                            <a:cubicBezTo>
                              <a:pt x="66026" y="-272"/>
                              <a:pt x="67645" y="4014"/>
                              <a:pt x="65550" y="7348"/>
                            </a:cubicBezTo>
                            <a:cubicBezTo>
                              <a:pt x="63454" y="10682"/>
                              <a:pt x="60788" y="11920"/>
                              <a:pt x="57835" y="12872"/>
                            </a:cubicBezTo>
                            <a:cubicBezTo>
                              <a:pt x="48786" y="16111"/>
                              <a:pt x="40785" y="19921"/>
                              <a:pt x="31737" y="23826"/>
                            </a:cubicBezTo>
                            <a:cubicBezTo>
                              <a:pt x="28974" y="25064"/>
                              <a:pt x="21449" y="30208"/>
                              <a:pt x="14306" y="33446"/>
                            </a:cubicBezTo>
                            <a:cubicBezTo>
                              <a:pt x="6971" y="36590"/>
                              <a:pt x="399" y="38209"/>
                              <a:pt x="18" y="33541"/>
                            </a:cubicBezTo>
                            <a:cubicBezTo>
                              <a:pt x="-649" y="24398"/>
                              <a:pt x="17258" y="13349"/>
                              <a:pt x="24021" y="10110"/>
                            </a:cubicBezTo>
                            <a:cubicBezTo>
                              <a:pt x="30594" y="7062"/>
                              <a:pt x="35928" y="7824"/>
                              <a:pt x="41738" y="572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79" name="Graphique 1">
                    <a:extLst>
                      <a:ext uri="{FF2B5EF4-FFF2-40B4-BE49-F238E27FC236}">
                        <a16:creationId xmlns:a16="http://schemas.microsoft.com/office/drawing/2014/main" id="{577D6D19-50CB-4D60-BBE6-EC17B2272119}"/>
                      </a:ext>
                    </a:extLst>
                  </p:cNvPr>
                  <p:cNvGrpSpPr/>
                  <p:nvPr/>
                </p:nvGrpSpPr>
                <p:grpSpPr>
                  <a:xfrm>
                    <a:off x="7309240" y="2010290"/>
                    <a:ext cx="173472" cy="122172"/>
                    <a:chOff x="7309240" y="2010290"/>
                    <a:chExt cx="173472" cy="122172"/>
                  </a:xfrm>
                  <a:solidFill>
                    <a:schemeClr val="accent1"/>
                  </a:solidFill>
                </p:grpSpPr>
                <p:sp>
                  <p:nvSpPr>
                    <p:cNvPr id="10510" name="Forme libre : forme 10509">
                      <a:extLst>
                        <a:ext uri="{FF2B5EF4-FFF2-40B4-BE49-F238E27FC236}">
                          <a16:creationId xmlns:a16="http://schemas.microsoft.com/office/drawing/2014/main" id="{09F3422C-DD05-4EF2-B8EB-1A719A6EB6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9240" y="2010290"/>
                      <a:ext cx="173472" cy="122172"/>
                    </a:xfrm>
                    <a:custGeom>
                      <a:avLst/>
                      <a:gdLst>
                        <a:gd name="connsiteX0" fmla="*/ 146076 w 173472"/>
                        <a:gd name="connsiteY0" fmla="*/ 79018 h 122172"/>
                        <a:gd name="connsiteX1" fmla="*/ 113787 w 173472"/>
                        <a:gd name="connsiteY1" fmla="*/ 101593 h 122172"/>
                        <a:gd name="connsiteX2" fmla="*/ 94546 w 173472"/>
                        <a:gd name="connsiteY2" fmla="*/ 111213 h 122172"/>
                        <a:gd name="connsiteX3" fmla="*/ 78258 w 173472"/>
                        <a:gd name="connsiteY3" fmla="*/ 117404 h 122172"/>
                        <a:gd name="connsiteX4" fmla="*/ 5106 w 173472"/>
                        <a:gd name="connsiteY4" fmla="*/ 106546 h 122172"/>
                        <a:gd name="connsiteX5" fmla="*/ 3296 w 173472"/>
                        <a:gd name="connsiteY5" fmla="*/ 85114 h 122172"/>
                        <a:gd name="connsiteX6" fmla="*/ 52826 w 173472"/>
                        <a:gd name="connsiteY6" fmla="*/ 46348 h 122172"/>
                        <a:gd name="connsiteX7" fmla="*/ 63590 w 173472"/>
                        <a:gd name="connsiteY7" fmla="*/ 41299 h 122172"/>
                        <a:gd name="connsiteX8" fmla="*/ 76067 w 173472"/>
                        <a:gd name="connsiteY8" fmla="*/ 34822 h 122172"/>
                        <a:gd name="connsiteX9" fmla="*/ 97499 w 173472"/>
                        <a:gd name="connsiteY9" fmla="*/ 21583 h 122172"/>
                        <a:gd name="connsiteX10" fmla="*/ 123597 w 173472"/>
                        <a:gd name="connsiteY10" fmla="*/ 7962 h 122172"/>
                        <a:gd name="connsiteX11" fmla="*/ 136932 w 173472"/>
                        <a:gd name="connsiteY11" fmla="*/ 4247 h 122172"/>
                        <a:gd name="connsiteX12" fmla="*/ 151220 w 173472"/>
                        <a:gd name="connsiteY12" fmla="*/ 532 h 122172"/>
                        <a:gd name="connsiteX13" fmla="*/ 170937 w 173472"/>
                        <a:gd name="connsiteY13" fmla="*/ 8343 h 122172"/>
                        <a:gd name="connsiteX14" fmla="*/ 170841 w 173472"/>
                        <a:gd name="connsiteY14" fmla="*/ 42157 h 122172"/>
                        <a:gd name="connsiteX15" fmla="*/ 167412 w 173472"/>
                        <a:gd name="connsiteY15" fmla="*/ 51491 h 122172"/>
                        <a:gd name="connsiteX16" fmla="*/ 161983 w 173472"/>
                        <a:gd name="connsiteY16" fmla="*/ 60635 h 122172"/>
                        <a:gd name="connsiteX17" fmla="*/ 155030 w 173472"/>
                        <a:gd name="connsiteY17" fmla="*/ 70065 h 122172"/>
                        <a:gd name="connsiteX18" fmla="*/ 146076 w 173472"/>
                        <a:gd name="connsiteY18" fmla="*/ 79018 h 122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73472" h="122172">
                          <a:moveTo>
                            <a:pt x="146076" y="79018"/>
                          </a:moveTo>
                          <a:cubicBezTo>
                            <a:pt x="139028" y="85495"/>
                            <a:pt x="126741" y="94354"/>
                            <a:pt x="113787" y="101593"/>
                          </a:cubicBezTo>
                          <a:cubicBezTo>
                            <a:pt x="107310" y="105403"/>
                            <a:pt x="100547" y="108260"/>
                            <a:pt x="94546" y="111213"/>
                          </a:cubicBezTo>
                          <a:cubicBezTo>
                            <a:pt x="88354" y="113785"/>
                            <a:pt x="82735" y="115880"/>
                            <a:pt x="78258" y="117404"/>
                          </a:cubicBezTo>
                          <a:cubicBezTo>
                            <a:pt x="44349" y="127691"/>
                            <a:pt x="23871" y="120071"/>
                            <a:pt x="5106" y="106546"/>
                          </a:cubicBezTo>
                          <a:cubicBezTo>
                            <a:pt x="-1466" y="101688"/>
                            <a:pt x="-1275" y="90734"/>
                            <a:pt x="3296" y="85114"/>
                          </a:cubicBezTo>
                          <a:cubicBezTo>
                            <a:pt x="16917" y="68350"/>
                            <a:pt x="30348" y="56539"/>
                            <a:pt x="52826" y="46348"/>
                          </a:cubicBezTo>
                          <a:cubicBezTo>
                            <a:pt x="55779" y="44824"/>
                            <a:pt x="59494" y="43204"/>
                            <a:pt x="63590" y="41299"/>
                          </a:cubicBezTo>
                          <a:cubicBezTo>
                            <a:pt x="67495" y="39204"/>
                            <a:pt x="71972" y="37204"/>
                            <a:pt x="76067" y="34822"/>
                          </a:cubicBezTo>
                          <a:cubicBezTo>
                            <a:pt x="84450" y="30250"/>
                            <a:pt x="92260" y="25012"/>
                            <a:pt x="97499" y="21583"/>
                          </a:cubicBezTo>
                          <a:cubicBezTo>
                            <a:pt x="106928" y="14725"/>
                            <a:pt x="115025" y="10819"/>
                            <a:pt x="123597" y="7962"/>
                          </a:cubicBezTo>
                          <a:cubicBezTo>
                            <a:pt x="127693" y="6438"/>
                            <a:pt x="132170" y="5295"/>
                            <a:pt x="136932" y="4247"/>
                          </a:cubicBezTo>
                          <a:cubicBezTo>
                            <a:pt x="141409" y="3104"/>
                            <a:pt x="146171" y="1866"/>
                            <a:pt x="151220" y="532"/>
                          </a:cubicBezTo>
                          <a:cubicBezTo>
                            <a:pt x="158268" y="-1182"/>
                            <a:pt x="168936" y="1199"/>
                            <a:pt x="170937" y="8343"/>
                          </a:cubicBezTo>
                          <a:cubicBezTo>
                            <a:pt x="173794" y="18535"/>
                            <a:pt x="174842" y="30250"/>
                            <a:pt x="170841" y="42157"/>
                          </a:cubicBezTo>
                          <a:cubicBezTo>
                            <a:pt x="169888" y="45205"/>
                            <a:pt x="168841" y="48348"/>
                            <a:pt x="167412" y="51491"/>
                          </a:cubicBezTo>
                          <a:cubicBezTo>
                            <a:pt x="165888" y="54444"/>
                            <a:pt x="164078" y="57492"/>
                            <a:pt x="161983" y="60635"/>
                          </a:cubicBezTo>
                          <a:cubicBezTo>
                            <a:pt x="159887" y="63683"/>
                            <a:pt x="157697" y="67017"/>
                            <a:pt x="155030" y="70065"/>
                          </a:cubicBezTo>
                          <a:cubicBezTo>
                            <a:pt x="152363" y="73018"/>
                            <a:pt x="149315" y="75970"/>
                            <a:pt x="146076" y="7901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11" name="Forme libre : forme 10510">
                      <a:extLst>
                        <a:ext uri="{FF2B5EF4-FFF2-40B4-BE49-F238E27FC236}">
                          <a16:creationId xmlns:a16="http://schemas.microsoft.com/office/drawing/2014/main" id="{9FB72BD3-1DAB-426F-B33F-D7FEA27F13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9394" y="2018252"/>
                      <a:ext cx="173085" cy="114204"/>
                    </a:xfrm>
                    <a:custGeom>
                      <a:avLst/>
                      <a:gdLst>
                        <a:gd name="connsiteX0" fmla="*/ 78200 w 173085"/>
                        <a:gd name="connsiteY0" fmla="*/ 80200 h 114204"/>
                        <a:gd name="connsiteX1" fmla="*/ 0 w 173085"/>
                        <a:gd name="connsiteY1" fmla="*/ 90202 h 114204"/>
                        <a:gd name="connsiteX2" fmla="*/ 4763 w 173085"/>
                        <a:gd name="connsiteY2" fmla="*/ 98488 h 114204"/>
                        <a:gd name="connsiteX3" fmla="*/ 14668 w 173085"/>
                        <a:gd name="connsiteY3" fmla="*/ 104966 h 114204"/>
                        <a:gd name="connsiteX4" fmla="*/ 48577 w 173085"/>
                        <a:gd name="connsiteY4" fmla="*/ 114205 h 114204"/>
                        <a:gd name="connsiteX5" fmla="*/ 77819 w 173085"/>
                        <a:gd name="connsiteY5" fmla="*/ 109442 h 114204"/>
                        <a:gd name="connsiteX6" fmla="*/ 89439 w 173085"/>
                        <a:gd name="connsiteY6" fmla="*/ 105156 h 114204"/>
                        <a:gd name="connsiteX7" fmla="*/ 141255 w 173085"/>
                        <a:gd name="connsiteY7" fmla="*/ 75057 h 114204"/>
                        <a:gd name="connsiteX8" fmla="*/ 145732 w 173085"/>
                        <a:gd name="connsiteY8" fmla="*/ 71057 h 114204"/>
                        <a:gd name="connsiteX9" fmla="*/ 166401 w 173085"/>
                        <a:gd name="connsiteY9" fmla="*/ 44958 h 114204"/>
                        <a:gd name="connsiteX10" fmla="*/ 172688 w 173085"/>
                        <a:gd name="connsiteY10" fmla="*/ 10478 h 114204"/>
                        <a:gd name="connsiteX11" fmla="*/ 170688 w 173085"/>
                        <a:gd name="connsiteY11" fmla="*/ 381 h 114204"/>
                        <a:gd name="connsiteX12" fmla="*/ 170497 w 173085"/>
                        <a:gd name="connsiteY12" fmla="*/ 0 h 114204"/>
                        <a:gd name="connsiteX13" fmla="*/ 130207 w 173085"/>
                        <a:gd name="connsiteY13" fmla="*/ 47434 h 114204"/>
                        <a:gd name="connsiteX14" fmla="*/ 78200 w 173085"/>
                        <a:gd name="connsiteY14" fmla="*/ 80200 h 114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73085" h="114204">
                          <a:moveTo>
                            <a:pt x="78200" y="80200"/>
                          </a:moveTo>
                          <a:cubicBezTo>
                            <a:pt x="53149" y="92869"/>
                            <a:pt x="22193" y="99250"/>
                            <a:pt x="0" y="90202"/>
                          </a:cubicBezTo>
                          <a:cubicBezTo>
                            <a:pt x="571" y="93440"/>
                            <a:pt x="2095" y="96488"/>
                            <a:pt x="4763" y="98488"/>
                          </a:cubicBezTo>
                          <a:cubicBezTo>
                            <a:pt x="8001" y="100870"/>
                            <a:pt x="11239" y="103061"/>
                            <a:pt x="14668" y="104966"/>
                          </a:cubicBezTo>
                          <a:cubicBezTo>
                            <a:pt x="24479" y="110395"/>
                            <a:pt x="35242" y="113919"/>
                            <a:pt x="48577" y="114205"/>
                          </a:cubicBezTo>
                          <a:cubicBezTo>
                            <a:pt x="57150" y="114205"/>
                            <a:pt x="66865" y="112871"/>
                            <a:pt x="77819" y="109442"/>
                          </a:cubicBezTo>
                          <a:cubicBezTo>
                            <a:pt x="81153" y="108299"/>
                            <a:pt x="85058" y="106775"/>
                            <a:pt x="89439" y="105156"/>
                          </a:cubicBezTo>
                          <a:cubicBezTo>
                            <a:pt x="106394" y="98488"/>
                            <a:pt x="128397" y="85534"/>
                            <a:pt x="141255" y="75057"/>
                          </a:cubicBezTo>
                          <a:cubicBezTo>
                            <a:pt x="142875" y="73628"/>
                            <a:pt x="144399" y="72295"/>
                            <a:pt x="145732" y="71057"/>
                          </a:cubicBezTo>
                          <a:cubicBezTo>
                            <a:pt x="155257" y="62770"/>
                            <a:pt x="161734" y="53435"/>
                            <a:pt x="166401" y="44958"/>
                          </a:cubicBezTo>
                          <a:cubicBezTo>
                            <a:pt x="172021" y="32575"/>
                            <a:pt x="174021" y="21336"/>
                            <a:pt x="172688" y="10478"/>
                          </a:cubicBezTo>
                          <a:cubicBezTo>
                            <a:pt x="172212" y="6953"/>
                            <a:pt x="171545" y="3620"/>
                            <a:pt x="170688" y="381"/>
                          </a:cubicBezTo>
                          <a:lnTo>
                            <a:pt x="170497" y="0"/>
                          </a:lnTo>
                          <a:cubicBezTo>
                            <a:pt x="160687" y="18383"/>
                            <a:pt x="146209" y="34100"/>
                            <a:pt x="130207" y="47434"/>
                          </a:cubicBezTo>
                          <a:cubicBezTo>
                            <a:pt x="114109" y="60579"/>
                            <a:pt x="96202" y="71247"/>
                            <a:pt x="78200" y="8020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12" name="Forme libre : forme 10511">
                      <a:extLst>
                        <a:ext uri="{FF2B5EF4-FFF2-40B4-BE49-F238E27FC236}">
                          <a16:creationId xmlns:a16="http://schemas.microsoft.com/office/drawing/2014/main" id="{856731E3-81CA-40B9-9E05-3985ED77C5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5536" y="2041867"/>
                      <a:ext cx="78346" cy="55007"/>
                    </a:xfrm>
                    <a:custGeom>
                      <a:avLst/>
                      <a:gdLst>
                        <a:gd name="connsiteX0" fmla="*/ 76827 w 78346"/>
                        <a:gd name="connsiteY0" fmla="*/ 1150 h 55007"/>
                        <a:gd name="connsiteX1" fmla="*/ 69683 w 78346"/>
                        <a:gd name="connsiteY1" fmla="*/ 22105 h 55007"/>
                        <a:gd name="connsiteX2" fmla="*/ 46919 w 78346"/>
                        <a:gd name="connsiteY2" fmla="*/ 42298 h 55007"/>
                        <a:gd name="connsiteX3" fmla="*/ 21201 w 78346"/>
                        <a:gd name="connsiteY3" fmla="*/ 53442 h 55007"/>
                        <a:gd name="connsiteX4" fmla="*/ 437 w 78346"/>
                        <a:gd name="connsiteY4" fmla="*/ 50680 h 55007"/>
                        <a:gd name="connsiteX5" fmla="*/ 12153 w 78346"/>
                        <a:gd name="connsiteY5" fmla="*/ 34678 h 55007"/>
                        <a:gd name="connsiteX6" fmla="*/ 33393 w 78346"/>
                        <a:gd name="connsiteY6" fmla="*/ 21533 h 55007"/>
                        <a:gd name="connsiteX7" fmla="*/ 56063 w 78346"/>
                        <a:gd name="connsiteY7" fmla="*/ 7627 h 55007"/>
                        <a:gd name="connsiteX8" fmla="*/ 76827 w 78346"/>
                        <a:gd name="connsiteY8" fmla="*/ 1150 h 55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8346" h="55007">
                          <a:moveTo>
                            <a:pt x="76827" y="1150"/>
                          </a:moveTo>
                          <a:cubicBezTo>
                            <a:pt x="80637" y="4198"/>
                            <a:pt x="76922" y="13437"/>
                            <a:pt x="69683" y="22105"/>
                          </a:cubicBezTo>
                          <a:cubicBezTo>
                            <a:pt x="62635" y="30963"/>
                            <a:pt x="52253" y="38678"/>
                            <a:pt x="46919" y="42298"/>
                          </a:cubicBezTo>
                          <a:cubicBezTo>
                            <a:pt x="41394" y="45631"/>
                            <a:pt x="31107" y="51156"/>
                            <a:pt x="21201" y="53442"/>
                          </a:cubicBezTo>
                          <a:cubicBezTo>
                            <a:pt x="11390" y="56014"/>
                            <a:pt x="2437" y="55633"/>
                            <a:pt x="437" y="50680"/>
                          </a:cubicBezTo>
                          <a:cubicBezTo>
                            <a:pt x="-1754" y="45536"/>
                            <a:pt x="4628" y="40012"/>
                            <a:pt x="12153" y="34678"/>
                          </a:cubicBezTo>
                          <a:cubicBezTo>
                            <a:pt x="19868" y="29534"/>
                            <a:pt x="28631" y="24010"/>
                            <a:pt x="33393" y="21533"/>
                          </a:cubicBezTo>
                          <a:cubicBezTo>
                            <a:pt x="37870" y="18771"/>
                            <a:pt x="47204" y="13056"/>
                            <a:pt x="56063" y="7627"/>
                          </a:cubicBezTo>
                          <a:cubicBezTo>
                            <a:pt x="64921" y="2578"/>
                            <a:pt x="72731" y="-2279"/>
                            <a:pt x="76827" y="1150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13" name="Forme libre : forme 10512">
                      <a:extLst>
                        <a:ext uri="{FF2B5EF4-FFF2-40B4-BE49-F238E27FC236}">
                          <a16:creationId xmlns:a16="http://schemas.microsoft.com/office/drawing/2014/main" id="{9833454B-588E-4F33-BB7D-30EE8F7084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4762" y="2070449"/>
                      <a:ext cx="64171" cy="26280"/>
                    </a:xfrm>
                    <a:custGeom>
                      <a:avLst/>
                      <a:gdLst>
                        <a:gd name="connsiteX0" fmla="*/ 14546 w 64171"/>
                        <a:gd name="connsiteY0" fmla="*/ 5429 h 26280"/>
                        <a:gd name="connsiteX1" fmla="*/ 830 w 64171"/>
                        <a:gd name="connsiteY1" fmla="*/ 22384 h 26280"/>
                        <a:gd name="connsiteX2" fmla="*/ 22072 w 64171"/>
                        <a:gd name="connsiteY2" fmla="*/ 24860 h 26280"/>
                        <a:gd name="connsiteX3" fmla="*/ 48265 w 64171"/>
                        <a:gd name="connsiteY3" fmla="*/ 13525 h 26280"/>
                        <a:gd name="connsiteX4" fmla="*/ 64172 w 64171"/>
                        <a:gd name="connsiteY4" fmla="*/ 0 h 26280"/>
                        <a:gd name="connsiteX5" fmla="*/ 54838 w 64171"/>
                        <a:gd name="connsiteY5" fmla="*/ 6001 h 26280"/>
                        <a:gd name="connsiteX6" fmla="*/ 14546 w 64171"/>
                        <a:gd name="connsiteY6" fmla="*/ 5429 h 26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171" h="26280">
                          <a:moveTo>
                            <a:pt x="14546" y="5429"/>
                          </a:moveTo>
                          <a:cubicBezTo>
                            <a:pt x="10641" y="9906"/>
                            <a:pt x="-3551" y="16574"/>
                            <a:pt x="830" y="22384"/>
                          </a:cubicBezTo>
                          <a:cubicBezTo>
                            <a:pt x="4355" y="26765"/>
                            <a:pt x="12832" y="27242"/>
                            <a:pt x="22072" y="24860"/>
                          </a:cubicBezTo>
                          <a:cubicBezTo>
                            <a:pt x="31406" y="22765"/>
                            <a:pt x="41312" y="17621"/>
                            <a:pt x="48265" y="13525"/>
                          </a:cubicBezTo>
                          <a:cubicBezTo>
                            <a:pt x="52170" y="10763"/>
                            <a:pt x="60743" y="4382"/>
                            <a:pt x="64172" y="0"/>
                          </a:cubicBezTo>
                          <a:cubicBezTo>
                            <a:pt x="61791" y="2000"/>
                            <a:pt x="57600" y="4953"/>
                            <a:pt x="54838" y="6001"/>
                          </a:cubicBezTo>
                          <a:cubicBezTo>
                            <a:pt x="39597" y="12954"/>
                            <a:pt x="20357" y="16002"/>
                            <a:pt x="14546" y="5429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14" name="Forme libre : forme 10513">
                      <a:extLst>
                        <a:ext uri="{FF2B5EF4-FFF2-40B4-BE49-F238E27FC236}">
                          <a16:creationId xmlns:a16="http://schemas.microsoft.com/office/drawing/2014/main" id="{9E7D5468-B57B-427D-9B3E-BD2F2D84F6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0893" y="2039407"/>
                      <a:ext cx="77816" cy="58113"/>
                    </a:xfrm>
                    <a:custGeom>
                      <a:avLst/>
                      <a:gdLst>
                        <a:gd name="connsiteX0" fmla="*/ 76710 w 77816"/>
                        <a:gd name="connsiteY0" fmla="*/ 1515 h 58113"/>
                        <a:gd name="connsiteX1" fmla="*/ 69280 w 77816"/>
                        <a:gd name="connsiteY1" fmla="*/ 23898 h 58113"/>
                        <a:gd name="connsiteX2" fmla="*/ 57850 w 77816"/>
                        <a:gd name="connsiteY2" fmla="*/ 36090 h 58113"/>
                        <a:gd name="connsiteX3" fmla="*/ 47087 w 77816"/>
                        <a:gd name="connsiteY3" fmla="*/ 44568 h 58113"/>
                        <a:gd name="connsiteX4" fmla="*/ 35752 w 77816"/>
                        <a:gd name="connsiteY4" fmla="*/ 51140 h 58113"/>
                        <a:gd name="connsiteX5" fmla="*/ 21560 w 77816"/>
                        <a:gd name="connsiteY5" fmla="*/ 56474 h 58113"/>
                        <a:gd name="connsiteX6" fmla="*/ 605 w 77816"/>
                        <a:gd name="connsiteY6" fmla="*/ 53807 h 58113"/>
                        <a:gd name="connsiteX7" fmla="*/ 12130 w 77816"/>
                        <a:gd name="connsiteY7" fmla="*/ 37614 h 58113"/>
                        <a:gd name="connsiteX8" fmla="*/ 24036 w 77816"/>
                        <a:gd name="connsiteY8" fmla="*/ 29709 h 58113"/>
                        <a:gd name="connsiteX9" fmla="*/ 33276 w 77816"/>
                        <a:gd name="connsiteY9" fmla="*/ 23803 h 58113"/>
                        <a:gd name="connsiteX10" fmla="*/ 43277 w 77816"/>
                        <a:gd name="connsiteY10" fmla="*/ 17421 h 58113"/>
                        <a:gd name="connsiteX11" fmla="*/ 56707 w 77816"/>
                        <a:gd name="connsiteY11" fmla="*/ 8373 h 58113"/>
                        <a:gd name="connsiteX12" fmla="*/ 76710 w 77816"/>
                        <a:gd name="connsiteY12" fmla="*/ 1515 h 581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7816" h="58113">
                          <a:moveTo>
                            <a:pt x="76710" y="1515"/>
                          </a:moveTo>
                          <a:cubicBezTo>
                            <a:pt x="79948" y="6087"/>
                            <a:pt x="75662" y="14754"/>
                            <a:pt x="69280" y="23898"/>
                          </a:cubicBezTo>
                          <a:cubicBezTo>
                            <a:pt x="65756" y="28089"/>
                            <a:pt x="61756" y="32376"/>
                            <a:pt x="57850" y="36090"/>
                          </a:cubicBezTo>
                          <a:cubicBezTo>
                            <a:pt x="53850" y="39615"/>
                            <a:pt x="49945" y="42472"/>
                            <a:pt x="47087" y="44568"/>
                          </a:cubicBezTo>
                          <a:cubicBezTo>
                            <a:pt x="44325" y="46758"/>
                            <a:pt x="40229" y="49044"/>
                            <a:pt x="35752" y="51140"/>
                          </a:cubicBezTo>
                          <a:cubicBezTo>
                            <a:pt x="31275" y="53331"/>
                            <a:pt x="26418" y="55426"/>
                            <a:pt x="21560" y="56474"/>
                          </a:cubicBezTo>
                          <a:cubicBezTo>
                            <a:pt x="12035" y="59141"/>
                            <a:pt x="3272" y="58760"/>
                            <a:pt x="605" y="53807"/>
                          </a:cubicBezTo>
                          <a:cubicBezTo>
                            <a:pt x="-2062" y="48759"/>
                            <a:pt x="4510" y="43234"/>
                            <a:pt x="12130" y="37614"/>
                          </a:cubicBezTo>
                          <a:cubicBezTo>
                            <a:pt x="16226" y="34852"/>
                            <a:pt x="20321" y="32185"/>
                            <a:pt x="24036" y="29709"/>
                          </a:cubicBezTo>
                          <a:cubicBezTo>
                            <a:pt x="27847" y="27327"/>
                            <a:pt x="31275" y="25327"/>
                            <a:pt x="33276" y="23803"/>
                          </a:cubicBezTo>
                          <a:cubicBezTo>
                            <a:pt x="35371" y="22374"/>
                            <a:pt x="38991" y="19993"/>
                            <a:pt x="43277" y="17421"/>
                          </a:cubicBezTo>
                          <a:cubicBezTo>
                            <a:pt x="47277" y="14469"/>
                            <a:pt x="52040" y="11230"/>
                            <a:pt x="56707" y="8373"/>
                          </a:cubicBezTo>
                          <a:cubicBezTo>
                            <a:pt x="65280" y="2277"/>
                            <a:pt x="73852" y="-2581"/>
                            <a:pt x="76710" y="1515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15" name="Forme libre : forme 10514">
                      <a:extLst>
                        <a:ext uri="{FF2B5EF4-FFF2-40B4-BE49-F238E27FC236}">
                          <a16:creationId xmlns:a16="http://schemas.microsoft.com/office/drawing/2014/main" id="{C52DE0C1-7B1B-4FA5-9D24-A11F97C8C6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33761" y="2066749"/>
                      <a:ext cx="114386" cy="51766"/>
                    </a:xfrm>
                    <a:custGeom>
                      <a:avLst/>
                      <a:gdLst>
                        <a:gd name="connsiteX0" fmla="*/ 1636 w 114386"/>
                        <a:gd name="connsiteY0" fmla="*/ 38752 h 51766"/>
                        <a:gd name="connsiteX1" fmla="*/ 16019 w 114386"/>
                        <a:gd name="connsiteY1" fmla="*/ 47801 h 51766"/>
                        <a:gd name="connsiteX2" fmla="*/ 64024 w 114386"/>
                        <a:gd name="connsiteY2" fmla="*/ 48563 h 51766"/>
                        <a:gd name="connsiteX3" fmla="*/ 106411 w 114386"/>
                        <a:gd name="connsiteY3" fmla="*/ 21988 h 51766"/>
                        <a:gd name="connsiteX4" fmla="*/ 111459 w 114386"/>
                        <a:gd name="connsiteY4" fmla="*/ 461 h 51766"/>
                        <a:gd name="connsiteX5" fmla="*/ 96124 w 114386"/>
                        <a:gd name="connsiteY5" fmla="*/ 5224 h 51766"/>
                        <a:gd name="connsiteX6" fmla="*/ 76026 w 114386"/>
                        <a:gd name="connsiteY6" fmla="*/ 11129 h 51766"/>
                        <a:gd name="connsiteX7" fmla="*/ 55452 w 114386"/>
                        <a:gd name="connsiteY7" fmla="*/ 12844 h 51766"/>
                        <a:gd name="connsiteX8" fmla="*/ 16114 w 114386"/>
                        <a:gd name="connsiteY8" fmla="*/ 13892 h 51766"/>
                        <a:gd name="connsiteX9" fmla="*/ 1636 w 114386"/>
                        <a:gd name="connsiteY9" fmla="*/ 38752 h 51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4386" h="51766">
                          <a:moveTo>
                            <a:pt x="1636" y="38752"/>
                          </a:moveTo>
                          <a:cubicBezTo>
                            <a:pt x="5351" y="44372"/>
                            <a:pt x="8113" y="45800"/>
                            <a:pt x="16019" y="47801"/>
                          </a:cubicBezTo>
                          <a:cubicBezTo>
                            <a:pt x="31163" y="51420"/>
                            <a:pt x="44594" y="54182"/>
                            <a:pt x="64024" y="48563"/>
                          </a:cubicBezTo>
                          <a:cubicBezTo>
                            <a:pt x="80217" y="43800"/>
                            <a:pt x="97076" y="33513"/>
                            <a:pt x="106411" y="21988"/>
                          </a:cubicBezTo>
                          <a:cubicBezTo>
                            <a:pt x="113650" y="13796"/>
                            <a:pt x="117364" y="3224"/>
                            <a:pt x="111459" y="461"/>
                          </a:cubicBezTo>
                          <a:cubicBezTo>
                            <a:pt x="107744" y="-1539"/>
                            <a:pt x="102029" y="3509"/>
                            <a:pt x="96124" y="5224"/>
                          </a:cubicBezTo>
                          <a:cubicBezTo>
                            <a:pt x="89266" y="7510"/>
                            <a:pt x="82884" y="9891"/>
                            <a:pt x="76026" y="11129"/>
                          </a:cubicBezTo>
                          <a:cubicBezTo>
                            <a:pt x="69358" y="12653"/>
                            <a:pt x="62501" y="13225"/>
                            <a:pt x="55452" y="12844"/>
                          </a:cubicBezTo>
                          <a:cubicBezTo>
                            <a:pt x="43260" y="12177"/>
                            <a:pt x="30115" y="7891"/>
                            <a:pt x="16114" y="13892"/>
                          </a:cubicBezTo>
                          <a:cubicBezTo>
                            <a:pt x="3731" y="19416"/>
                            <a:pt x="-3413" y="30941"/>
                            <a:pt x="1636" y="38752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16" name="Forme libre : forme 10515">
                      <a:extLst>
                        <a:ext uri="{FF2B5EF4-FFF2-40B4-BE49-F238E27FC236}">
                          <a16:creationId xmlns:a16="http://schemas.microsoft.com/office/drawing/2014/main" id="{DFC9E82E-B5C8-4588-AC91-5B3AE92BCB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3765" y="2069317"/>
                      <a:ext cx="31112" cy="21560"/>
                    </a:xfrm>
                    <a:custGeom>
                      <a:avLst/>
                      <a:gdLst>
                        <a:gd name="connsiteX0" fmla="*/ 2492 w 31112"/>
                        <a:gd name="connsiteY0" fmla="*/ 16562 h 21560"/>
                        <a:gd name="connsiteX1" fmla="*/ 15 w 31112"/>
                        <a:gd name="connsiteY1" fmla="*/ 19991 h 21560"/>
                        <a:gd name="connsiteX2" fmla="*/ 3254 w 31112"/>
                        <a:gd name="connsiteY2" fmla="*/ 21515 h 21560"/>
                        <a:gd name="connsiteX3" fmla="*/ 9636 w 31112"/>
                        <a:gd name="connsiteY3" fmla="*/ 19515 h 21560"/>
                        <a:gd name="connsiteX4" fmla="*/ 24018 w 31112"/>
                        <a:gd name="connsiteY4" fmla="*/ 11800 h 21560"/>
                        <a:gd name="connsiteX5" fmla="*/ 28686 w 31112"/>
                        <a:gd name="connsiteY5" fmla="*/ 8180 h 21560"/>
                        <a:gd name="connsiteX6" fmla="*/ 22209 w 31112"/>
                        <a:gd name="connsiteY6" fmla="*/ 1703 h 21560"/>
                        <a:gd name="connsiteX7" fmla="*/ 2492 w 31112"/>
                        <a:gd name="connsiteY7" fmla="*/ 16562 h 21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112" h="21560">
                          <a:moveTo>
                            <a:pt x="2492" y="16562"/>
                          </a:moveTo>
                          <a:cubicBezTo>
                            <a:pt x="1158" y="17800"/>
                            <a:pt x="206" y="18658"/>
                            <a:pt x="15" y="19991"/>
                          </a:cubicBezTo>
                          <a:cubicBezTo>
                            <a:pt x="-175" y="21325"/>
                            <a:pt x="1444" y="21705"/>
                            <a:pt x="3254" y="21515"/>
                          </a:cubicBezTo>
                          <a:cubicBezTo>
                            <a:pt x="5159" y="21420"/>
                            <a:pt x="7635" y="20372"/>
                            <a:pt x="9636" y="19515"/>
                          </a:cubicBezTo>
                          <a:cubicBezTo>
                            <a:pt x="14589" y="17324"/>
                            <a:pt x="19732" y="14752"/>
                            <a:pt x="24018" y="11800"/>
                          </a:cubicBezTo>
                          <a:cubicBezTo>
                            <a:pt x="25828" y="10561"/>
                            <a:pt x="27447" y="9513"/>
                            <a:pt x="28686" y="8180"/>
                          </a:cubicBezTo>
                          <a:cubicBezTo>
                            <a:pt x="33543" y="2084"/>
                            <a:pt x="30972" y="-2678"/>
                            <a:pt x="22209" y="1703"/>
                          </a:cubicBezTo>
                          <a:cubicBezTo>
                            <a:pt x="15446" y="5227"/>
                            <a:pt x="7921" y="11418"/>
                            <a:pt x="2492" y="1656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17" name="Forme libre : forme 10516">
                      <a:extLst>
                        <a:ext uri="{FF2B5EF4-FFF2-40B4-BE49-F238E27FC236}">
                          <a16:creationId xmlns:a16="http://schemas.microsoft.com/office/drawing/2014/main" id="{AE9D43DC-F054-4749-9655-3CCA410987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6269" y="2019585"/>
                      <a:ext cx="22890" cy="66675"/>
                    </a:xfrm>
                    <a:custGeom>
                      <a:avLst/>
                      <a:gdLst>
                        <a:gd name="connsiteX0" fmla="*/ 20002 w 22890"/>
                        <a:gd name="connsiteY0" fmla="*/ 0 h 66675"/>
                        <a:gd name="connsiteX1" fmla="*/ 19335 w 22890"/>
                        <a:gd name="connsiteY1" fmla="*/ 31909 h 66675"/>
                        <a:gd name="connsiteX2" fmla="*/ 10763 w 22890"/>
                        <a:gd name="connsiteY2" fmla="*/ 50673 h 66675"/>
                        <a:gd name="connsiteX3" fmla="*/ 0 w 22890"/>
                        <a:gd name="connsiteY3" fmla="*/ 66675 h 66675"/>
                        <a:gd name="connsiteX4" fmla="*/ 20002 w 22890"/>
                        <a:gd name="connsiteY4" fmla="*/ 0 h 66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90" h="66675">
                          <a:moveTo>
                            <a:pt x="20002" y="0"/>
                          </a:moveTo>
                          <a:cubicBezTo>
                            <a:pt x="24003" y="6953"/>
                            <a:pt x="23908" y="19336"/>
                            <a:pt x="19335" y="31909"/>
                          </a:cubicBezTo>
                          <a:cubicBezTo>
                            <a:pt x="17431" y="38481"/>
                            <a:pt x="14097" y="44577"/>
                            <a:pt x="10763" y="50673"/>
                          </a:cubicBezTo>
                          <a:cubicBezTo>
                            <a:pt x="7525" y="56864"/>
                            <a:pt x="3524" y="62103"/>
                            <a:pt x="0" y="66675"/>
                          </a:cubicBezTo>
                          <a:cubicBezTo>
                            <a:pt x="15621" y="46482"/>
                            <a:pt x="22670" y="18574"/>
                            <a:pt x="20002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18" name="Forme libre : forme 10517">
                      <a:extLst>
                        <a:ext uri="{FF2B5EF4-FFF2-40B4-BE49-F238E27FC236}">
                          <a16:creationId xmlns:a16="http://schemas.microsoft.com/office/drawing/2014/main" id="{E6CDAC4E-7DBF-4523-A3BE-F400BC3CC9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13775" y="2058066"/>
                      <a:ext cx="50768" cy="38957"/>
                    </a:xfrm>
                    <a:custGeom>
                      <a:avLst/>
                      <a:gdLst>
                        <a:gd name="connsiteX0" fmla="*/ 50768 w 50768"/>
                        <a:gd name="connsiteY0" fmla="*/ 0 h 38957"/>
                        <a:gd name="connsiteX1" fmla="*/ 0 w 50768"/>
                        <a:gd name="connsiteY1" fmla="*/ 38957 h 38957"/>
                        <a:gd name="connsiteX2" fmla="*/ 50768 w 50768"/>
                        <a:gd name="connsiteY2" fmla="*/ 0 h 38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50768" h="38957">
                          <a:moveTo>
                            <a:pt x="50768" y="0"/>
                          </a:moveTo>
                          <a:cubicBezTo>
                            <a:pt x="31147" y="9620"/>
                            <a:pt x="14288" y="24860"/>
                            <a:pt x="0" y="38957"/>
                          </a:cubicBezTo>
                          <a:cubicBezTo>
                            <a:pt x="12668" y="25336"/>
                            <a:pt x="35433" y="11525"/>
                            <a:pt x="5076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19" name="Forme libre : forme 10518">
                      <a:extLst>
                        <a:ext uri="{FF2B5EF4-FFF2-40B4-BE49-F238E27FC236}">
                          <a16:creationId xmlns:a16="http://schemas.microsoft.com/office/drawing/2014/main" id="{8665EFA4-C147-4405-A96D-2D9A7130CB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162" y="2053943"/>
                      <a:ext cx="29077" cy="18349"/>
                    </a:xfrm>
                    <a:custGeom>
                      <a:avLst/>
                      <a:gdLst>
                        <a:gd name="connsiteX0" fmla="*/ 29057 w 29077"/>
                        <a:gd name="connsiteY0" fmla="*/ 1266 h 18349"/>
                        <a:gd name="connsiteX1" fmla="*/ 23437 w 29077"/>
                        <a:gd name="connsiteY1" fmla="*/ 8886 h 18349"/>
                        <a:gd name="connsiteX2" fmla="*/ 14293 w 29077"/>
                        <a:gd name="connsiteY2" fmla="*/ 14410 h 18349"/>
                        <a:gd name="connsiteX3" fmla="*/ 5 w 29077"/>
                        <a:gd name="connsiteY3" fmla="*/ 16410 h 18349"/>
                        <a:gd name="connsiteX4" fmla="*/ 14484 w 29077"/>
                        <a:gd name="connsiteY4" fmla="*/ 5457 h 18349"/>
                        <a:gd name="connsiteX5" fmla="*/ 29057 w 29077"/>
                        <a:gd name="connsiteY5" fmla="*/ 1266 h 18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9077" h="18349">
                          <a:moveTo>
                            <a:pt x="29057" y="1266"/>
                          </a:moveTo>
                          <a:cubicBezTo>
                            <a:pt x="29343" y="3266"/>
                            <a:pt x="26675" y="6219"/>
                            <a:pt x="23437" y="8886"/>
                          </a:cubicBezTo>
                          <a:cubicBezTo>
                            <a:pt x="20103" y="11362"/>
                            <a:pt x="16103" y="13458"/>
                            <a:pt x="14293" y="14410"/>
                          </a:cubicBezTo>
                          <a:cubicBezTo>
                            <a:pt x="10769" y="16696"/>
                            <a:pt x="-281" y="20792"/>
                            <a:pt x="5" y="16410"/>
                          </a:cubicBezTo>
                          <a:cubicBezTo>
                            <a:pt x="386" y="12219"/>
                            <a:pt x="11150" y="7266"/>
                            <a:pt x="14484" y="5457"/>
                          </a:cubicBezTo>
                          <a:cubicBezTo>
                            <a:pt x="18008" y="4218"/>
                            <a:pt x="28294" y="-2830"/>
                            <a:pt x="29057" y="126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20" name="Forme libre : forme 10519">
                      <a:extLst>
                        <a:ext uri="{FF2B5EF4-FFF2-40B4-BE49-F238E27FC236}">
                          <a16:creationId xmlns:a16="http://schemas.microsoft.com/office/drawing/2014/main" id="{E2588A9E-2B39-4D4F-A46A-217A9053E0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1079" y="2051032"/>
                      <a:ext cx="7794" cy="6435"/>
                    </a:xfrm>
                    <a:custGeom>
                      <a:avLst/>
                      <a:gdLst>
                        <a:gd name="connsiteX0" fmla="*/ 7474 w 7794"/>
                        <a:gd name="connsiteY0" fmla="*/ 176 h 6435"/>
                        <a:gd name="connsiteX1" fmla="*/ 5283 w 7794"/>
                        <a:gd name="connsiteY1" fmla="*/ 4177 h 6435"/>
                        <a:gd name="connsiteX2" fmla="*/ 330 w 7794"/>
                        <a:gd name="connsiteY2" fmla="*/ 6177 h 6435"/>
                        <a:gd name="connsiteX3" fmla="*/ 2521 w 7794"/>
                        <a:gd name="connsiteY3" fmla="*/ 2176 h 6435"/>
                        <a:gd name="connsiteX4" fmla="*/ 7474 w 7794"/>
                        <a:gd name="connsiteY4" fmla="*/ 176 h 64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94" h="6435">
                          <a:moveTo>
                            <a:pt x="7474" y="176"/>
                          </a:moveTo>
                          <a:cubicBezTo>
                            <a:pt x="8617" y="938"/>
                            <a:pt x="6426" y="3224"/>
                            <a:pt x="5283" y="4177"/>
                          </a:cubicBezTo>
                          <a:cubicBezTo>
                            <a:pt x="4044" y="5224"/>
                            <a:pt x="1378" y="7129"/>
                            <a:pt x="330" y="6177"/>
                          </a:cubicBezTo>
                          <a:cubicBezTo>
                            <a:pt x="-813" y="5320"/>
                            <a:pt x="1282" y="3224"/>
                            <a:pt x="2521" y="2176"/>
                          </a:cubicBezTo>
                          <a:cubicBezTo>
                            <a:pt x="3664" y="1319"/>
                            <a:pt x="6331" y="-586"/>
                            <a:pt x="7474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21" name="Forme libre : forme 10520">
                      <a:extLst>
                        <a:ext uri="{FF2B5EF4-FFF2-40B4-BE49-F238E27FC236}">
                          <a16:creationId xmlns:a16="http://schemas.microsoft.com/office/drawing/2014/main" id="{AB5CC6B0-AAB1-424F-ADF7-03BC717765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5363" y="2018715"/>
                      <a:ext cx="73977" cy="36769"/>
                    </a:xfrm>
                    <a:custGeom>
                      <a:avLst/>
                      <a:gdLst>
                        <a:gd name="connsiteX0" fmla="*/ 47952 w 73977"/>
                        <a:gd name="connsiteY0" fmla="*/ 6776 h 36769"/>
                        <a:gd name="connsiteX1" fmla="*/ 59667 w 73977"/>
                        <a:gd name="connsiteY1" fmla="*/ 2585 h 36769"/>
                        <a:gd name="connsiteX2" fmla="*/ 70907 w 73977"/>
                        <a:gd name="connsiteY2" fmla="*/ 13 h 36769"/>
                        <a:gd name="connsiteX3" fmla="*/ 72717 w 73977"/>
                        <a:gd name="connsiteY3" fmla="*/ 8109 h 36769"/>
                        <a:gd name="connsiteX4" fmla="*/ 63954 w 73977"/>
                        <a:gd name="connsiteY4" fmla="*/ 14205 h 36769"/>
                        <a:gd name="connsiteX5" fmla="*/ 35093 w 73977"/>
                        <a:gd name="connsiteY5" fmla="*/ 25921 h 36769"/>
                        <a:gd name="connsiteX6" fmla="*/ 14995 w 73977"/>
                        <a:gd name="connsiteY6" fmla="*/ 34684 h 36769"/>
                        <a:gd name="connsiteX7" fmla="*/ 41 w 73977"/>
                        <a:gd name="connsiteY7" fmla="*/ 33160 h 36769"/>
                        <a:gd name="connsiteX8" fmla="*/ 4136 w 73977"/>
                        <a:gd name="connsiteY8" fmla="*/ 26397 h 36769"/>
                        <a:gd name="connsiteX9" fmla="*/ 12233 w 73977"/>
                        <a:gd name="connsiteY9" fmla="*/ 20111 h 36769"/>
                        <a:gd name="connsiteX10" fmla="*/ 28806 w 73977"/>
                        <a:gd name="connsiteY10" fmla="*/ 11252 h 36769"/>
                        <a:gd name="connsiteX11" fmla="*/ 47952 w 73977"/>
                        <a:gd name="connsiteY11" fmla="*/ 6776 h 36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73977" h="36769">
                          <a:moveTo>
                            <a:pt x="47952" y="6776"/>
                          </a:moveTo>
                          <a:cubicBezTo>
                            <a:pt x="52143" y="5156"/>
                            <a:pt x="55952" y="3728"/>
                            <a:pt x="59667" y="2585"/>
                          </a:cubicBezTo>
                          <a:cubicBezTo>
                            <a:pt x="63287" y="1346"/>
                            <a:pt x="66716" y="299"/>
                            <a:pt x="70907" y="13"/>
                          </a:cubicBezTo>
                          <a:cubicBezTo>
                            <a:pt x="74050" y="-273"/>
                            <a:pt x="75002" y="4204"/>
                            <a:pt x="72717" y="8109"/>
                          </a:cubicBezTo>
                          <a:cubicBezTo>
                            <a:pt x="70526" y="12014"/>
                            <a:pt x="67002" y="12967"/>
                            <a:pt x="63954" y="14205"/>
                          </a:cubicBezTo>
                          <a:cubicBezTo>
                            <a:pt x="53381" y="18492"/>
                            <a:pt x="44618" y="22111"/>
                            <a:pt x="35093" y="25921"/>
                          </a:cubicBezTo>
                          <a:cubicBezTo>
                            <a:pt x="31855" y="26969"/>
                            <a:pt x="23377" y="32208"/>
                            <a:pt x="14995" y="34684"/>
                          </a:cubicBezTo>
                          <a:cubicBezTo>
                            <a:pt x="6994" y="37637"/>
                            <a:pt x="-626" y="37732"/>
                            <a:pt x="41" y="33160"/>
                          </a:cubicBezTo>
                          <a:cubicBezTo>
                            <a:pt x="231" y="30779"/>
                            <a:pt x="1851" y="28588"/>
                            <a:pt x="4136" y="26397"/>
                          </a:cubicBezTo>
                          <a:cubicBezTo>
                            <a:pt x="6232" y="24111"/>
                            <a:pt x="9090" y="22016"/>
                            <a:pt x="12233" y="20111"/>
                          </a:cubicBezTo>
                          <a:cubicBezTo>
                            <a:pt x="18234" y="16110"/>
                            <a:pt x="25092" y="12776"/>
                            <a:pt x="28806" y="11252"/>
                          </a:cubicBezTo>
                          <a:cubicBezTo>
                            <a:pt x="35950" y="8014"/>
                            <a:pt x="41856" y="9347"/>
                            <a:pt x="47952" y="6776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80" name="Graphique 1">
                    <a:extLst>
                      <a:ext uri="{FF2B5EF4-FFF2-40B4-BE49-F238E27FC236}">
                        <a16:creationId xmlns:a16="http://schemas.microsoft.com/office/drawing/2014/main" id="{968D42F7-3614-43E2-84AE-3A17AFF781EA}"/>
                      </a:ext>
                    </a:extLst>
                  </p:cNvPr>
                  <p:cNvGrpSpPr/>
                  <p:nvPr/>
                </p:nvGrpSpPr>
                <p:grpSpPr>
                  <a:xfrm>
                    <a:off x="286230" y="2480348"/>
                    <a:ext cx="2728733" cy="410873"/>
                    <a:chOff x="286230" y="2480348"/>
                    <a:chExt cx="2728733" cy="410873"/>
                  </a:xfrm>
                  <a:solidFill>
                    <a:schemeClr val="accent1"/>
                  </a:solidFill>
                </p:grpSpPr>
                <p:grpSp>
                  <p:nvGrpSpPr>
                    <p:cNvPr id="10316" name="Graphique 1">
                      <a:extLst>
                        <a:ext uri="{FF2B5EF4-FFF2-40B4-BE49-F238E27FC236}">
                          <a16:creationId xmlns:a16="http://schemas.microsoft.com/office/drawing/2014/main" id="{190DE2CA-F59E-49F2-9FFD-9D8626A6AD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6230" y="2589911"/>
                      <a:ext cx="125095" cy="122713"/>
                      <a:chOff x="286230" y="2589911"/>
                      <a:chExt cx="125095" cy="122713"/>
                    </a:xfrm>
                    <a:solidFill>
                      <a:schemeClr val="accent1"/>
                    </a:solidFill>
                  </p:grpSpPr>
                  <p:sp>
                    <p:nvSpPr>
                      <p:cNvPr id="10499" name="Forme libre : forme 10498">
                        <a:extLst>
                          <a:ext uri="{FF2B5EF4-FFF2-40B4-BE49-F238E27FC236}">
                            <a16:creationId xmlns:a16="http://schemas.microsoft.com/office/drawing/2014/main" id="{97EA82ED-0D07-40DC-9D8A-A562B999D0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325" y="2589911"/>
                        <a:ext cx="125000" cy="122713"/>
                      </a:xfrm>
                      <a:custGeom>
                        <a:avLst/>
                        <a:gdLst>
                          <a:gd name="connsiteX0" fmla="*/ 112109 w 125000"/>
                          <a:gd name="connsiteY0" fmla="*/ 3365 h 122713"/>
                          <a:gd name="connsiteX1" fmla="*/ 40005 w 125000"/>
                          <a:gd name="connsiteY1" fmla="*/ 12509 h 122713"/>
                          <a:gd name="connsiteX2" fmla="*/ 286 w 125000"/>
                          <a:gd name="connsiteY2" fmla="*/ 36036 h 122713"/>
                          <a:gd name="connsiteX3" fmla="*/ 0 w 125000"/>
                          <a:gd name="connsiteY3" fmla="*/ 122714 h 122713"/>
                          <a:gd name="connsiteX4" fmla="*/ 21336 w 125000"/>
                          <a:gd name="connsiteY4" fmla="*/ 112712 h 122713"/>
                          <a:gd name="connsiteX5" fmla="*/ 80677 w 125000"/>
                          <a:gd name="connsiteY5" fmla="*/ 75946 h 122713"/>
                          <a:gd name="connsiteX6" fmla="*/ 109823 w 125000"/>
                          <a:gd name="connsiteY6" fmla="*/ 49657 h 122713"/>
                          <a:gd name="connsiteX7" fmla="*/ 124587 w 125000"/>
                          <a:gd name="connsiteY7" fmla="*/ 20510 h 122713"/>
                          <a:gd name="connsiteX8" fmla="*/ 112109 w 125000"/>
                          <a:gd name="connsiteY8" fmla="*/ 3365 h 122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5000" h="122713">
                            <a:moveTo>
                              <a:pt x="112109" y="3365"/>
                            </a:moveTo>
                            <a:cubicBezTo>
                              <a:pt x="89725" y="-1588"/>
                              <a:pt x="68771" y="-2921"/>
                              <a:pt x="40005" y="12509"/>
                            </a:cubicBezTo>
                            <a:cubicBezTo>
                              <a:pt x="29813" y="17748"/>
                              <a:pt x="13906" y="27273"/>
                              <a:pt x="286" y="36036"/>
                            </a:cubicBezTo>
                            <a:lnTo>
                              <a:pt x="0" y="122714"/>
                            </a:lnTo>
                            <a:cubicBezTo>
                              <a:pt x="6667" y="120332"/>
                              <a:pt x="13621" y="117189"/>
                              <a:pt x="21336" y="112712"/>
                            </a:cubicBezTo>
                            <a:cubicBezTo>
                              <a:pt x="36385" y="104140"/>
                              <a:pt x="66770" y="84899"/>
                              <a:pt x="80677" y="75946"/>
                            </a:cubicBezTo>
                            <a:cubicBezTo>
                              <a:pt x="93440" y="67183"/>
                              <a:pt x="102870" y="58705"/>
                              <a:pt x="109823" y="49657"/>
                            </a:cubicBezTo>
                            <a:cubicBezTo>
                              <a:pt x="116776" y="40513"/>
                              <a:pt x="121253" y="30797"/>
                              <a:pt x="124587" y="20510"/>
                            </a:cubicBezTo>
                            <a:cubicBezTo>
                              <a:pt x="126778" y="13271"/>
                              <a:pt x="119920" y="5175"/>
                              <a:pt x="112109" y="336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00" name="Forme libre : forme 10499">
                        <a:extLst>
                          <a:ext uri="{FF2B5EF4-FFF2-40B4-BE49-F238E27FC236}">
                            <a16:creationId xmlns:a16="http://schemas.microsoft.com/office/drawing/2014/main" id="{731FD7FA-9CFD-49E6-8591-40C203AC74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230" y="2609850"/>
                        <a:ext cx="124587" cy="102584"/>
                      </a:xfrm>
                      <a:custGeom>
                        <a:avLst/>
                        <a:gdLst>
                          <a:gd name="connsiteX0" fmla="*/ 15812 w 124587"/>
                          <a:gd name="connsiteY0" fmla="*/ 64198 h 102584"/>
                          <a:gd name="connsiteX1" fmla="*/ 95 w 124587"/>
                          <a:gd name="connsiteY1" fmla="*/ 75057 h 102584"/>
                          <a:gd name="connsiteX2" fmla="*/ 0 w 124587"/>
                          <a:gd name="connsiteY2" fmla="*/ 102584 h 102584"/>
                          <a:gd name="connsiteX3" fmla="*/ 21146 w 124587"/>
                          <a:gd name="connsiteY3" fmla="*/ 92678 h 102584"/>
                          <a:gd name="connsiteX4" fmla="*/ 30861 w 124587"/>
                          <a:gd name="connsiteY4" fmla="*/ 86963 h 102584"/>
                          <a:gd name="connsiteX5" fmla="*/ 76200 w 124587"/>
                          <a:gd name="connsiteY5" fmla="*/ 58674 h 102584"/>
                          <a:gd name="connsiteX6" fmla="*/ 80486 w 124587"/>
                          <a:gd name="connsiteY6" fmla="*/ 55912 h 102584"/>
                          <a:gd name="connsiteX7" fmla="*/ 102965 w 124587"/>
                          <a:gd name="connsiteY7" fmla="*/ 37338 h 102584"/>
                          <a:gd name="connsiteX8" fmla="*/ 120872 w 124587"/>
                          <a:gd name="connsiteY8" fmla="*/ 10001 h 102584"/>
                          <a:gd name="connsiteX9" fmla="*/ 124492 w 124587"/>
                          <a:gd name="connsiteY9" fmla="*/ 381 h 102584"/>
                          <a:gd name="connsiteX10" fmla="*/ 124587 w 124587"/>
                          <a:gd name="connsiteY10" fmla="*/ 0 h 102584"/>
                          <a:gd name="connsiteX11" fmla="*/ 15812 w 124587"/>
                          <a:gd name="connsiteY11" fmla="*/ 64198 h 1025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24587" h="102584">
                            <a:moveTo>
                              <a:pt x="15812" y="64198"/>
                            </a:moveTo>
                            <a:cubicBezTo>
                              <a:pt x="10668" y="67913"/>
                              <a:pt x="5429" y="71533"/>
                              <a:pt x="95" y="75057"/>
                            </a:cubicBezTo>
                            <a:lnTo>
                              <a:pt x="0" y="102584"/>
                            </a:lnTo>
                            <a:cubicBezTo>
                              <a:pt x="6572" y="100203"/>
                              <a:pt x="13621" y="97060"/>
                              <a:pt x="21146" y="92678"/>
                            </a:cubicBezTo>
                            <a:cubicBezTo>
                              <a:pt x="23908" y="91059"/>
                              <a:pt x="27242" y="89154"/>
                              <a:pt x="30861" y="86963"/>
                            </a:cubicBezTo>
                            <a:cubicBezTo>
                              <a:pt x="44863" y="78200"/>
                              <a:pt x="63913" y="66389"/>
                              <a:pt x="76200" y="58674"/>
                            </a:cubicBezTo>
                            <a:cubicBezTo>
                              <a:pt x="77724" y="57626"/>
                              <a:pt x="79248" y="56674"/>
                              <a:pt x="80486" y="55912"/>
                            </a:cubicBezTo>
                            <a:cubicBezTo>
                              <a:pt x="89630" y="49816"/>
                              <a:pt x="96869" y="43529"/>
                              <a:pt x="102965" y="37338"/>
                            </a:cubicBezTo>
                            <a:cubicBezTo>
                              <a:pt x="111157" y="28765"/>
                              <a:pt x="116586" y="19621"/>
                              <a:pt x="120872" y="10001"/>
                            </a:cubicBezTo>
                            <a:cubicBezTo>
                              <a:pt x="122206" y="6858"/>
                              <a:pt x="123444" y="3715"/>
                              <a:pt x="124492" y="381"/>
                            </a:cubicBezTo>
                            <a:lnTo>
                              <a:pt x="124587" y="0"/>
                            </a:lnTo>
                            <a:cubicBezTo>
                              <a:pt x="87249" y="18955"/>
                              <a:pt x="49244" y="40100"/>
                              <a:pt x="15812" y="6419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01" name="Forme libre : forme 10500">
                        <a:extLst>
                          <a:ext uri="{FF2B5EF4-FFF2-40B4-BE49-F238E27FC236}">
                            <a16:creationId xmlns:a16="http://schemas.microsoft.com/office/drawing/2014/main" id="{EF6A60EA-9C2A-4D03-872A-549531AF9E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8380" y="2618171"/>
                        <a:ext cx="85940" cy="55105"/>
                      </a:xfrm>
                      <a:custGeom>
                        <a:avLst/>
                        <a:gdLst>
                          <a:gd name="connsiteX0" fmla="*/ 85385 w 85940"/>
                          <a:gd name="connsiteY0" fmla="*/ 2441 h 55105"/>
                          <a:gd name="connsiteX1" fmla="*/ 47761 w 85940"/>
                          <a:gd name="connsiteY1" fmla="*/ 38827 h 55105"/>
                          <a:gd name="connsiteX2" fmla="*/ 898 w 85940"/>
                          <a:gd name="connsiteY2" fmla="*/ 52448 h 55105"/>
                          <a:gd name="connsiteX3" fmla="*/ 34617 w 85940"/>
                          <a:gd name="connsiteY3" fmla="*/ 17776 h 55105"/>
                          <a:gd name="connsiteX4" fmla="*/ 85385 w 85940"/>
                          <a:gd name="connsiteY4" fmla="*/ 2441 h 551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940" h="55105">
                            <a:moveTo>
                              <a:pt x="85385" y="2441"/>
                            </a:moveTo>
                            <a:cubicBezTo>
                              <a:pt x="90529" y="10918"/>
                              <a:pt x="58525" y="31874"/>
                              <a:pt x="47761" y="38827"/>
                            </a:cubicBezTo>
                            <a:cubicBezTo>
                              <a:pt x="36712" y="45399"/>
                              <a:pt x="7185" y="61401"/>
                              <a:pt x="898" y="52448"/>
                            </a:cubicBezTo>
                            <a:cubicBezTo>
                              <a:pt x="-5483" y="43399"/>
                              <a:pt x="23854" y="23682"/>
                              <a:pt x="34617" y="17776"/>
                            </a:cubicBezTo>
                            <a:cubicBezTo>
                              <a:pt x="45190" y="11585"/>
                              <a:pt x="79956" y="-6512"/>
                              <a:pt x="85385" y="244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02" name="Forme libre : forme 10501">
                        <a:extLst>
                          <a:ext uri="{FF2B5EF4-FFF2-40B4-BE49-F238E27FC236}">
                            <a16:creationId xmlns:a16="http://schemas.microsoft.com/office/drawing/2014/main" id="{F6C7DBD9-2244-4AF5-8851-E3D4B04BA4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7451" y="2644711"/>
                        <a:ext cx="66121" cy="28247"/>
                      </a:xfrm>
                      <a:custGeom>
                        <a:avLst/>
                        <a:gdLst>
                          <a:gd name="connsiteX0" fmla="*/ 13829 w 66121"/>
                          <a:gd name="connsiteY0" fmla="*/ 6382 h 28247"/>
                          <a:gd name="connsiteX1" fmla="*/ 1351 w 66121"/>
                          <a:gd name="connsiteY1" fmla="*/ 26194 h 28247"/>
                          <a:gd name="connsiteX2" fmla="*/ 49167 w 66121"/>
                          <a:gd name="connsiteY2" fmla="*/ 12002 h 28247"/>
                          <a:gd name="connsiteX3" fmla="*/ 66121 w 66121"/>
                          <a:gd name="connsiteY3" fmla="*/ 0 h 28247"/>
                          <a:gd name="connsiteX4" fmla="*/ 56120 w 66121"/>
                          <a:gd name="connsiteY4" fmla="*/ 4953 h 28247"/>
                          <a:gd name="connsiteX5" fmla="*/ 13829 w 66121"/>
                          <a:gd name="connsiteY5" fmla="*/ 6382 h 282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6121" h="28247">
                            <a:moveTo>
                              <a:pt x="13829" y="6382"/>
                            </a:moveTo>
                            <a:cubicBezTo>
                              <a:pt x="9638" y="11335"/>
                              <a:pt x="-4364" y="21717"/>
                              <a:pt x="1351" y="26194"/>
                            </a:cubicBezTo>
                            <a:cubicBezTo>
                              <a:pt x="10495" y="33338"/>
                              <a:pt x="35165" y="20193"/>
                              <a:pt x="49167" y="12002"/>
                            </a:cubicBezTo>
                            <a:cubicBezTo>
                              <a:pt x="53167" y="9430"/>
                              <a:pt x="61930" y="3429"/>
                              <a:pt x="66121" y="0"/>
                            </a:cubicBezTo>
                            <a:cubicBezTo>
                              <a:pt x="63454" y="1429"/>
                              <a:pt x="58977" y="4096"/>
                              <a:pt x="56120" y="4953"/>
                            </a:cubicBezTo>
                            <a:cubicBezTo>
                              <a:pt x="40404" y="10478"/>
                              <a:pt x="20973" y="15907"/>
                              <a:pt x="13829" y="638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03" name="Forme libre : forme 10502">
                        <a:extLst>
                          <a:ext uri="{FF2B5EF4-FFF2-40B4-BE49-F238E27FC236}">
                            <a16:creationId xmlns:a16="http://schemas.microsoft.com/office/drawing/2014/main" id="{E70F47D1-93D3-4B4B-BE3B-3FE5532699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3942" y="2617269"/>
                        <a:ext cx="85837" cy="55694"/>
                      </a:xfrm>
                      <a:custGeom>
                        <a:avLst/>
                        <a:gdLst>
                          <a:gd name="connsiteX0" fmla="*/ 85729 w 85837"/>
                          <a:gd name="connsiteY0" fmla="*/ 3058 h 55694"/>
                          <a:gd name="connsiteX1" fmla="*/ 47629 w 85837"/>
                          <a:gd name="connsiteY1" fmla="*/ 39920 h 55694"/>
                          <a:gd name="connsiteX2" fmla="*/ 22578 w 85837"/>
                          <a:gd name="connsiteY2" fmla="*/ 52398 h 55694"/>
                          <a:gd name="connsiteX3" fmla="*/ 1051 w 85837"/>
                          <a:gd name="connsiteY3" fmla="*/ 52969 h 55694"/>
                          <a:gd name="connsiteX4" fmla="*/ 11434 w 85837"/>
                          <a:gd name="connsiteY4" fmla="*/ 34491 h 55694"/>
                          <a:gd name="connsiteX5" fmla="*/ 34675 w 85837"/>
                          <a:gd name="connsiteY5" fmla="*/ 18584 h 55694"/>
                          <a:gd name="connsiteX6" fmla="*/ 85729 w 85837"/>
                          <a:gd name="connsiteY6" fmla="*/ 3058 h 556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5837" h="55694">
                            <a:moveTo>
                              <a:pt x="85729" y="3058"/>
                            </a:moveTo>
                            <a:cubicBezTo>
                              <a:pt x="87824" y="13155"/>
                              <a:pt x="59249" y="32395"/>
                              <a:pt x="47629" y="39920"/>
                            </a:cubicBezTo>
                            <a:cubicBezTo>
                              <a:pt x="41818" y="43730"/>
                              <a:pt x="31912" y="49064"/>
                              <a:pt x="22578" y="52398"/>
                            </a:cubicBezTo>
                            <a:cubicBezTo>
                              <a:pt x="13339" y="55922"/>
                              <a:pt x="4671" y="57351"/>
                              <a:pt x="1051" y="52969"/>
                            </a:cubicBezTo>
                            <a:cubicBezTo>
                              <a:pt x="-2473" y="48588"/>
                              <a:pt x="3337" y="41444"/>
                              <a:pt x="11434" y="34491"/>
                            </a:cubicBezTo>
                            <a:cubicBezTo>
                              <a:pt x="19530" y="27728"/>
                              <a:pt x="29817" y="21442"/>
                              <a:pt x="34675" y="18584"/>
                            </a:cubicBezTo>
                            <a:cubicBezTo>
                              <a:pt x="44485" y="12583"/>
                              <a:pt x="83347" y="-7610"/>
                              <a:pt x="85729" y="305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04" name="Forme libre : forme 10503">
                        <a:extLst>
                          <a:ext uri="{FF2B5EF4-FFF2-40B4-BE49-F238E27FC236}">
                            <a16:creationId xmlns:a16="http://schemas.microsoft.com/office/drawing/2014/main" id="{A99BE778-976B-4E64-8D95-B547780468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230" y="2641853"/>
                        <a:ext cx="76194" cy="55721"/>
                      </a:xfrm>
                      <a:custGeom>
                        <a:avLst/>
                        <a:gdLst>
                          <a:gd name="connsiteX0" fmla="*/ 74104 w 76194"/>
                          <a:gd name="connsiteY0" fmla="*/ 857 h 55721"/>
                          <a:gd name="connsiteX1" fmla="*/ 58102 w 76194"/>
                          <a:gd name="connsiteY1" fmla="*/ 3429 h 55721"/>
                          <a:gd name="connsiteX2" fmla="*/ 15240 w 76194"/>
                          <a:gd name="connsiteY2" fmla="*/ 13049 h 55721"/>
                          <a:gd name="connsiteX3" fmla="*/ 190 w 76194"/>
                          <a:gd name="connsiteY3" fmla="*/ 14383 h 55721"/>
                          <a:gd name="connsiteX4" fmla="*/ 0 w 76194"/>
                          <a:gd name="connsiteY4" fmla="*/ 55721 h 55721"/>
                          <a:gd name="connsiteX5" fmla="*/ 28480 w 76194"/>
                          <a:gd name="connsiteY5" fmla="*/ 47244 h 55721"/>
                          <a:gd name="connsiteX6" fmla="*/ 66865 w 76194"/>
                          <a:gd name="connsiteY6" fmla="*/ 20860 h 55721"/>
                          <a:gd name="connsiteX7" fmla="*/ 74104 w 76194"/>
                          <a:gd name="connsiteY7" fmla="*/ 857 h 55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6194" h="55721">
                            <a:moveTo>
                              <a:pt x="74104" y="857"/>
                            </a:moveTo>
                            <a:cubicBezTo>
                              <a:pt x="70866" y="-1619"/>
                              <a:pt x="64198" y="1905"/>
                              <a:pt x="58102" y="3429"/>
                            </a:cubicBezTo>
                            <a:cubicBezTo>
                              <a:pt x="43910" y="7239"/>
                              <a:pt x="30480" y="11525"/>
                              <a:pt x="15240" y="13049"/>
                            </a:cubicBezTo>
                            <a:cubicBezTo>
                              <a:pt x="10477" y="13526"/>
                              <a:pt x="5429" y="13716"/>
                              <a:pt x="190" y="14383"/>
                            </a:cubicBezTo>
                            <a:lnTo>
                              <a:pt x="0" y="55721"/>
                            </a:lnTo>
                            <a:cubicBezTo>
                              <a:pt x="8954" y="54293"/>
                              <a:pt x="17812" y="52007"/>
                              <a:pt x="28480" y="47244"/>
                            </a:cubicBezTo>
                            <a:cubicBezTo>
                              <a:pt x="42767" y="40577"/>
                              <a:pt x="57531" y="30861"/>
                              <a:pt x="66865" y="20860"/>
                            </a:cubicBezTo>
                            <a:cubicBezTo>
                              <a:pt x="73914" y="13811"/>
                              <a:pt x="79343" y="4858"/>
                              <a:pt x="74104" y="85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05" name="Forme libre : forme 10504">
                        <a:extLst>
                          <a:ext uri="{FF2B5EF4-FFF2-40B4-BE49-F238E27FC236}">
                            <a16:creationId xmlns:a16="http://schemas.microsoft.com/office/drawing/2014/main" id="{436909B1-FBD1-4E71-82FD-E39A4E97D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516" y="2645752"/>
                        <a:ext cx="9616" cy="15437"/>
                      </a:xfrm>
                      <a:custGeom>
                        <a:avLst/>
                        <a:gdLst>
                          <a:gd name="connsiteX0" fmla="*/ 0 w 9616"/>
                          <a:gd name="connsiteY0" fmla="*/ 2960 h 15437"/>
                          <a:gd name="connsiteX1" fmla="*/ 0 w 9616"/>
                          <a:gd name="connsiteY1" fmla="*/ 15438 h 15437"/>
                          <a:gd name="connsiteX2" fmla="*/ 2858 w 9616"/>
                          <a:gd name="connsiteY2" fmla="*/ 12961 h 15437"/>
                          <a:gd name="connsiteX3" fmla="*/ 7429 w 9616"/>
                          <a:gd name="connsiteY3" fmla="*/ 8199 h 15437"/>
                          <a:gd name="connsiteX4" fmla="*/ 0 w 9616"/>
                          <a:gd name="connsiteY4" fmla="*/ 2960 h 154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616" h="15437">
                            <a:moveTo>
                              <a:pt x="0" y="2960"/>
                            </a:moveTo>
                            <a:lnTo>
                              <a:pt x="0" y="15438"/>
                            </a:lnTo>
                            <a:cubicBezTo>
                              <a:pt x="952" y="14580"/>
                              <a:pt x="2000" y="13818"/>
                              <a:pt x="2858" y="12961"/>
                            </a:cubicBezTo>
                            <a:cubicBezTo>
                              <a:pt x="4572" y="11342"/>
                              <a:pt x="6287" y="9913"/>
                              <a:pt x="7429" y="8199"/>
                            </a:cubicBezTo>
                            <a:cubicBezTo>
                              <a:pt x="12097" y="1341"/>
                              <a:pt x="9144" y="-3326"/>
                              <a:pt x="0" y="296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06" name="Forme libre : forme 10505">
                        <a:extLst>
                          <a:ext uri="{FF2B5EF4-FFF2-40B4-BE49-F238E27FC236}">
                            <a16:creationId xmlns:a16="http://schemas.microsoft.com/office/drawing/2014/main" id="{C69009A0-59C8-4D59-9C41-422C50E2AC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8145" y="2609183"/>
                        <a:ext cx="38862" cy="54006"/>
                      </a:xfrm>
                      <a:custGeom>
                        <a:avLst/>
                        <a:gdLst>
                          <a:gd name="connsiteX0" fmla="*/ 38862 w 38862"/>
                          <a:gd name="connsiteY0" fmla="*/ 0 h 54006"/>
                          <a:gd name="connsiteX1" fmla="*/ 24289 w 38862"/>
                          <a:gd name="connsiteY1" fmla="*/ 27718 h 54006"/>
                          <a:gd name="connsiteX2" fmla="*/ 0 w 38862"/>
                          <a:gd name="connsiteY2" fmla="*/ 54007 h 54006"/>
                          <a:gd name="connsiteX3" fmla="*/ 21908 w 38862"/>
                          <a:gd name="connsiteY3" fmla="*/ 27337 h 54006"/>
                          <a:gd name="connsiteX4" fmla="*/ 38862 w 38862"/>
                          <a:gd name="connsiteY4" fmla="*/ 0 h 540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862" h="54006">
                            <a:moveTo>
                              <a:pt x="38862" y="0"/>
                            </a:moveTo>
                            <a:cubicBezTo>
                              <a:pt x="38195" y="8096"/>
                              <a:pt x="32099" y="18097"/>
                              <a:pt x="24289" y="27718"/>
                            </a:cubicBezTo>
                            <a:cubicBezTo>
                              <a:pt x="16478" y="37243"/>
                              <a:pt x="7144" y="46672"/>
                              <a:pt x="0" y="54007"/>
                            </a:cubicBezTo>
                            <a:cubicBezTo>
                              <a:pt x="7810" y="46006"/>
                              <a:pt x="15240" y="36671"/>
                              <a:pt x="21908" y="27337"/>
                            </a:cubicBezTo>
                            <a:cubicBezTo>
                              <a:pt x="28575" y="18002"/>
                              <a:pt x="34290" y="8096"/>
                              <a:pt x="388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07" name="Forme libre : forme 10506">
                        <a:extLst>
                          <a:ext uri="{FF2B5EF4-FFF2-40B4-BE49-F238E27FC236}">
                            <a16:creationId xmlns:a16="http://schemas.microsoft.com/office/drawing/2014/main" id="{70E39474-2C24-451B-A345-416D298136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9558" y="2627455"/>
                        <a:ext cx="33065" cy="17880"/>
                      </a:xfrm>
                      <a:custGeom>
                        <a:avLst/>
                        <a:gdLst>
                          <a:gd name="connsiteX0" fmla="*/ 33061 w 33065"/>
                          <a:gd name="connsiteY0" fmla="*/ 1540 h 17880"/>
                          <a:gd name="connsiteX1" fmla="*/ 15344 w 33065"/>
                          <a:gd name="connsiteY1" fmla="*/ 13637 h 17880"/>
                          <a:gd name="connsiteX2" fmla="*/ 9 w 33065"/>
                          <a:gd name="connsiteY2" fmla="*/ 16018 h 17880"/>
                          <a:gd name="connsiteX3" fmla="*/ 16678 w 33065"/>
                          <a:gd name="connsiteY3" fmla="*/ 4398 h 17880"/>
                          <a:gd name="connsiteX4" fmla="*/ 33061 w 33065"/>
                          <a:gd name="connsiteY4" fmla="*/ 1540 h 178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065" h="17880">
                            <a:moveTo>
                              <a:pt x="33061" y="1540"/>
                            </a:moveTo>
                            <a:cubicBezTo>
                              <a:pt x="32775" y="5826"/>
                              <a:pt x="19345" y="11732"/>
                              <a:pt x="15344" y="13637"/>
                            </a:cubicBezTo>
                            <a:cubicBezTo>
                              <a:pt x="11344" y="15542"/>
                              <a:pt x="-372" y="20590"/>
                              <a:pt x="9" y="16018"/>
                            </a:cubicBezTo>
                            <a:cubicBezTo>
                              <a:pt x="390" y="11541"/>
                              <a:pt x="12773" y="6017"/>
                              <a:pt x="16678" y="4398"/>
                            </a:cubicBezTo>
                            <a:cubicBezTo>
                              <a:pt x="20488" y="2874"/>
                              <a:pt x="33347" y="-2651"/>
                              <a:pt x="33061" y="154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08" name="Forme libre : forme 10507">
                        <a:extLst>
                          <a:ext uri="{FF2B5EF4-FFF2-40B4-BE49-F238E27FC236}">
                            <a16:creationId xmlns:a16="http://schemas.microsoft.com/office/drawing/2014/main" id="{A3F421F4-E700-4FE2-932E-C68C821000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7936" y="2625034"/>
                        <a:ext cx="9290" cy="5839"/>
                      </a:xfrm>
                      <a:custGeom>
                        <a:avLst/>
                        <a:gdLst>
                          <a:gd name="connsiteX0" fmla="*/ 9064 w 9290"/>
                          <a:gd name="connsiteY0" fmla="*/ 341 h 5839"/>
                          <a:gd name="connsiteX1" fmla="*/ 5826 w 9290"/>
                          <a:gd name="connsiteY1" fmla="*/ 4151 h 5839"/>
                          <a:gd name="connsiteX2" fmla="*/ 206 w 9290"/>
                          <a:gd name="connsiteY2" fmla="*/ 5485 h 5839"/>
                          <a:gd name="connsiteX3" fmla="*/ 3349 w 9290"/>
                          <a:gd name="connsiteY3" fmla="*/ 1770 h 5839"/>
                          <a:gd name="connsiteX4" fmla="*/ 9064 w 9290"/>
                          <a:gd name="connsiteY4" fmla="*/ 341 h 5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90" h="5839">
                            <a:moveTo>
                              <a:pt x="9064" y="341"/>
                            </a:moveTo>
                            <a:cubicBezTo>
                              <a:pt x="10112" y="1389"/>
                              <a:pt x="7255" y="3294"/>
                              <a:pt x="5826" y="4151"/>
                            </a:cubicBezTo>
                            <a:cubicBezTo>
                              <a:pt x="4302" y="5009"/>
                              <a:pt x="1159" y="6533"/>
                              <a:pt x="206" y="5485"/>
                            </a:cubicBezTo>
                            <a:cubicBezTo>
                              <a:pt x="-746" y="4437"/>
                              <a:pt x="1825" y="2627"/>
                              <a:pt x="3349" y="1770"/>
                            </a:cubicBezTo>
                            <a:cubicBezTo>
                              <a:pt x="4873" y="913"/>
                              <a:pt x="8112" y="-706"/>
                              <a:pt x="9064" y="34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509" name="Forme libre : forme 10508">
                        <a:extLst>
                          <a:ext uri="{FF2B5EF4-FFF2-40B4-BE49-F238E27FC236}">
                            <a16:creationId xmlns:a16="http://schemas.microsoft.com/office/drawing/2014/main" id="{F79DFE93-84B7-4CED-A3F8-918723F7DE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527" y="2600056"/>
                        <a:ext cx="91654" cy="28316"/>
                      </a:xfrm>
                      <a:custGeom>
                        <a:avLst/>
                        <a:gdLst>
                          <a:gd name="connsiteX0" fmla="*/ 63809 w 91654"/>
                          <a:gd name="connsiteY0" fmla="*/ 650 h 28316"/>
                          <a:gd name="connsiteX1" fmla="*/ 90194 w 91654"/>
                          <a:gd name="connsiteY1" fmla="*/ 3317 h 28316"/>
                          <a:gd name="connsiteX2" fmla="*/ 87336 w 91654"/>
                          <a:gd name="connsiteY2" fmla="*/ 11318 h 28316"/>
                          <a:gd name="connsiteX3" fmla="*/ 76287 w 91654"/>
                          <a:gd name="connsiteY3" fmla="*/ 13413 h 28316"/>
                          <a:gd name="connsiteX4" fmla="*/ 41902 w 91654"/>
                          <a:gd name="connsiteY4" fmla="*/ 17414 h 28316"/>
                          <a:gd name="connsiteX5" fmla="*/ 17327 w 91654"/>
                          <a:gd name="connsiteY5" fmla="*/ 25415 h 28316"/>
                          <a:gd name="connsiteX6" fmla="*/ 87 w 91654"/>
                          <a:gd name="connsiteY6" fmla="*/ 25034 h 28316"/>
                          <a:gd name="connsiteX7" fmla="*/ 40092 w 91654"/>
                          <a:gd name="connsiteY7" fmla="*/ 1031 h 28316"/>
                          <a:gd name="connsiteX8" fmla="*/ 63809 w 91654"/>
                          <a:gd name="connsiteY8" fmla="*/ 650 h 283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1654" h="28316">
                            <a:moveTo>
                              <a:pt x="63809" y="650"/>
                            </a:moveTo>
                            <a:cubicBezTo>
                              <a:pt x="74573" y="269"/>
                              <a:pt x="82193" y="-112"/>
                              <a:pt x="90194" y="3317"/>
                            </a:cubicBezTo>
                            <a:cubicBezTo>
                              <a:pt x="93146" y="4650"/>
                              <a:pt x="91337" y="9032"/>
                              <a:pt x="87336" y="11318"/>
                            </a:cubicBezTo>
                            <a:cubicBezTo>
                              <a:pt x="83240" y="13604"/>
                              <a:pt x="79811" y="13413"/>
                              <a:pt x="76287" y="13413"/>
                            </a:cubicBezTo>
                            <a:cubicBezTo>
                              <a:pt x="65143" y="13318"/>
                              <a:pt x="53999" y="14747"/>
                              <a:pt x="41902" y="17414"/>
                            </a:cubicBezTo>
                            <a:cubicBezTo>
                              <a:pt x="38092" y="18271"/>
                              <a:pt x="27043" y="22462"/>
                              <a:pt x="17327" y="25415"/>
                            </a:cubicBezTo>
                            <a:cubicBezTo>
                              <a:pt x="7612" y="28463"/>
                              <a:pt x="-961" y="30177"/>
                              <a:pt x="87" y="25034"/>
                            </a:cubicBezTo>
                            <a:cubicBezTo>
                              <a:pt x="1992" y="14556"/>
                              <a:pt x="29996" y="3222"/>
                              <a:pt x="40092" y="1031"/>
                            </a:cubicBezTo>
                            <a:cubicBezTo>
                              <a:pt x="50093" y="-1255"/>
                              <a:pt x="55713" y="1031"/>
                              <a:pt x="63809" y="65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17" name="Graphique 1">
                      <a:extLst>
                        <a:ext uri="{FF2B5EF4-FFF2-40B4-BE49-F238E27FC236}">
                          <a16:creationId xmlns:a16="http://schemas.microsoft.com/office/drawing/2014/main" id="{56AB9CC5-386E-4A26-81DB-7B8B169BD6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378" y="2508034"/>
                      <a:ext cx="202339" cy="106182"/>
                      <a:chOff x="407378" y="2508034"/>
                      <a:chExt cx="202339" cy="106182"/>
                    </a:xfrm>
                    <a:solidFill>
                      <a:schemeClr val="accent1"/>
                    </a:solidFill>
                  </p:grpSpPr>
                  <p:sp>
                    <p:nvSpPr>
                      <p:cNvPr id="10487" name="Forme libre : forme 10486">
                        <a:extLst>
                          <a:ext uri="{FF2B5EF4-FFF2-40B4-BE49-F238E27FC236}">
                            <a16:creationId xmlns:a16="http://schemas.microsoft.com/office/drawing/2014/main" id="{BCC57153-DE24-4F09-9BCE-9FFE295A30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378" y="2508034"/>
                        <a:ext cx="202339" cy="106182"/>
                      </a:xfrm>
                      <a:custGeom>
                        <a:avLst/>
                        <a:gdLst>
                          <a:gd name="connsiteX0" fmla="*/ 146314 w 202339"/>
                          <a:gd name="connsiteY0" fmla="*/ 74955 h 106182"/>
                          <a:gd name="connsiteX1" fmla="*/ 114405 w 202339"/>
                          <a:gd name="connsiteY1" fmla="*/ 86861 h 106182"/>
                          <a:gd name="connsiteX2" fmla="*/ 81830 w 202339"/>
                          <a:gd name="connsiteY2" fmla="*/ 99053 h 106182"/>
                          <a:gd name="connsiteX3" fmla="*/ 9726 w 202339"/>
                          <a:gd name="connsiteY3" fmla="*/ 99911 h 106182"/>
                          <a:gd name="connsiteX4" fmla="*/ 1248 w 202339"/>
                          <a:gd name="connsiteY4" fmla="*/ 80099 h 106182"/>
                          <a:gd name="connsiteX5" fmla="*/ 54874 w 202339"/>
                          <a:gd name="connsiteY5" fmla="*/ 28568 h 106182"/>
                          <a:gd name="connsiteX6" fmla="*/ 86688 w 202339"/>
                          <a:gd name="connsiteY6" fmla="*/ 15329 h 106182"/>
                          <a:gd name="connsiteX7" fmla="*/ 119930 w 202339"/>
                          <a:gd name="connsiteY7" fmla="*/ 4375 h 106182"/>
                          <a:gd name="connsiteX8" fmla="*/ 160887 w 202339"/>
                          <a:gd name="connsiteY8" fmla="*/ 756 h 106182"/>
                          <a:gd name="connsiteX9" fmla="*/ 193177 w 202339"/>
                          <a:gd name="connsiteY9" fmla="*/ 11804 h 106182"/>
                          <a:gd name="connsiteX10" fmla="*/ 200892 w 202339"/>
                          <a:gd name="connsiteY10" fmla="*/ 31521 h 106182"/>
                          <a:gd name="connsiteX11" fmla="*/ 146314 w 202339"/>
                          <a:gd name="connsiteY11" fmla="*/ 74955 h 106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02339" h="106182">
                            <a:moveTo>
                              <a:pt x="146314" y="74955"/>
                            </a:moveTo>
                            <a:cubicBezTo>
                              <a:pt x="138789" y="78099"/>
                              <a:pt x="126693" y="82670"/>
                              <a:pt x="114405" y="86861"/>
                            </a:cubicBezTo>
                            <a:cubicBezTo>
                              <a:pt x="102309" y="91624"/>
                              <a:pt x="90021" y="96386"/>
                              <a:pt x="81830" y="99053"/>
                            </a:cubicBezTo>
                            <a:cubicBezTo>
                              <a:pt x="51636" y="109817"/>
                              <a:pt x="32109" y="106959"/>
                              <a:pt x="9726" y="99911"/>
                            </a:cubicBezTo>
                            <a:cubicBezTo>
                              <a:pt x="2010" y="97434"/>
                              <a:pt x="-2276" y="87338"/>
                              <a:pt x="1248" y="80099"/>
                            </a:cubicBezTo>
                            <a:cubicBezTo>
                              <a:pt x="11345" y="58858"/>
                              <a:pt x="25823" y="42475"/>
                              <a:pt x="54874" y="28568"/>
                            </a:cubicBezTo>
                            <a:cubicBezTo>
                              <a:pt x="62685" y="25044"/>
                              <a:pt x="74591" y="20091"/>
                              <a:pt x="86688" y="15329"/>
                            </a:cubicBezTo>
                            <a:cubicBezTo>
                              <a:pt x="98975" y="11042"/>
                              <a:pt x="111453" y="7042"/>
                              <a:pt x="119930" y="4375"/>
                            </a:cubicBezTo>
                            <a:cubicBezTo>
                              <a:pt x="135741" y="-578"/>
                              <a:pt x="149267" y="-578"/>
                              <a:pt x="160887" y="756"/>
                            </a:cubicBezTo>
                            <a:cubicBezTo>
                              <a:pt x="172508" y="2089"/>
                              <a:pt x="182890" y="6470"/>
                              <a:pt x="193177" y="11804"/>
                            </a:cubicBezTo>
                            <a:cubicBezTo>
                              <a:pt x="200321" y="15519"/>
                              <a:pt x="204798" y="25140"/>
                              <a:pt x="200892" y="31521"/>
                            </a:cubicBezTo>
                            <a:cubicBezTo>
                              <a:pt x="189462" y="49809"/>
                              <a:pt x="174603" y="64287"/>
                              <a:pt x="146314" y="7495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88" name="Forme libre : forme 10487">
                        <a:extLst>
                          <a:ext uri="{FF2B5EF4-FFF2-40B4-BE49-F238E27FC236}">
                            <a16:creationId xmlns:a16="http://schemas.microsoft.com/office/drawing/2014/main" id="{F64CF7CB-199A-43D1-A4F5-7564BA5C78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674" y="2539174"/>
                        <a:ext cx="198786" cy="74839"/>
                      </a:xfrm>
                      <a:custGeom>
                        <a:avLst/>
                        <a:gdLst>
                          <a:gd name="connsiteX0" fmla="*/ 79439 w 198786"/>
                          <a:gd name="connsiteY0" fmla="*/ 38958 h 74839"/>
                          <a:gd name="connsiteX1" fmla="*/ 0 w 198786"/>
                          <a:gd name="connsiteY1" fmla="*/ 62484 h 74839"/>
                          <a:gd name="connsiteX2" fmla="*/ 7429 w 198786"/>
                          <a:gd name="connsiteY2" fmla="*/ 68675 h 74839"/>
                          <a:gd name="connsiteX3" fmla="*/ 18860 w 198786"/>
                          <a:gd name="connsiteY3" fmla="*/ 71914 h 74839"/>
                          <a:gd name="connsiteX4" fmla="*/ 52959 w 198786"/>
                          <a:gd name="connsiteY4" fmla="*/ 74295 h 74839"/>
                          <a:gd name="connsiteX5" fmla="*/ 79534 w 198786"/>
                          <a:gd name="connsiteY5" fmla="*/ 67723 h 74839"/>
                          <a:gd name="connsiteX6" fmla="*/ 90011 w 198786"/>
                          <a:gd name="connsiteY6" fmla="*/ 64008 h 74839"/>
                          <a:gd name="connsiteX7" fmla="*/ 115348 w 198786"/>
                          <a:gd name="connsiteY7" fmla="*/ 54293 h 74839"/>
                          <a:gd name="connsiteX8" fmla="*/ 139256 w 198786"/>
                          <a:gd name="connsiteY8" fmla="*/ 45529 h 74839"/>
                          <a:gd name="connsiteX9" fmla="*/ 143923 w 198786"/>
                          <a:gd name="connsiteY9" fmla="*/ 43625 h 74839"/>
                          <a:gd name="connsiteX10" fmla="*/ 169354 w 198786"/>
                          <a:gd name="connsiteY10" fmla="*/ 30861 h 74839"/>
                          <a:gd name="connsiteX11" fmla="*/ 182213 w 198786"/>
                          <a:gd name="connsiteY11" fmla="*/ 20193 h 74839"/>
                          <a:gd name="connsiteX12" fmla="*/ 192786 w 198786"/>
                          <a:gd name="connsiteY12" fmla="*/ 8763 h 74839"/>
                          <a:gd name="connsiteX13" fmla="*/ 198596 w 198786"/>
                          <a:gd name="connsiteY13" fmla="*/ 381 h 74839"/>
                          <a:gd name="connsiteX14" fmla="*/ 198787 w 198786"/>
                          <a:gd name="connsiteY14" fmla="*/ 0 h 74839"/>
                          <a:gd name="connsiteX15" fmla="*/ 137827 w 198786"/>
                          <a:gd name="connsiteY15" fmla="*/ 16002 h 74839"/>
                          <a:gd name="connsiteX16" fmla="*/ 79439 w 198786"/>
                          <a:gd name="connsiteY16" fmla="*/ 38958 h 74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98786" h="74839">
                            <a:moveTo>
                              <a:pt x="79439" y="38958"/>
                            </a:moveTo>
                            <a:cubicBezTo>
                              <a:pt x="53340" y="50768"/>
                              <a:pt x="25051" y="62865"/>
                              <a:pt x="0" y="62484"/>
                            </a:cubicBezTo>
                            <a:cubicBezTo>
                              <a:pt x="1715" y="65342"/>
                              <a:pt x="4191" y="67628"/>
                              <a:pt x="7429" y="68675"/>
                            </a:cubicBezTo>
                            <a:cubicBezTo>
                              <a:pt x="11335" y="69914"/>
                              <a:pt x="15050" y="70961"/>
                              <a:pt x="18860" y="71914"/>
                            </a:cubicBezTo>
                            <a:cubicBezTo>
                              <a:pt x="29623" y="74391"/>
                              <a:pt x="40577" y="75629"/>
                              <a:pt x="52959" y="74295"/>
                            </a:cubicBezTo>
                            <a:cubicBezTo>
                              <a:pt x="61055" y="73438"/>
                              <a:pt x="69628" y="70961"/>
                              <a:pt x="79534" y="67723"/>
                            </a:cubicBezTo>
                            <a:cubicBezTo>
                              <a:pt x="82487" y="66675"/>
                              <a:pt x="86106" y="65437"/>
                              <a:pt x="90011" y="64008"/>
                            </a:cubicBezTo>
                            <a:cubicBezTo>
                              <a:pt x="97727" y="61246"/>
                              <a:pt x="106585" y="57436"/>
                              <a:pt x="115348" y="54293"/>
                            </a:cubicBezTo>
                            <a:cubicBezTo>
                              <a:pt x="124111" y="51245"/>
                              <a:pt x="132683" y="48101"/>
                              <a:pt x="139256" y="45529"/>
                            </a:cubicBezTo>
                            <a:cubicBezTo>
                              <a:pt x="140970" y="44863"/>
                              <a:pt x="142494" y="44196"/>
                              <a:pt x="143923" y="43625"/>
                            </a:cubicBezTo>
                            <a:cubicBezTo>
                              <a:pt x="153924" y="39529"/>
                              <a:pt x="162306" y="35719"/>
                              <a:pt x="169354" y="30861"/>
                            </a:cubicBezTo>
                            <a:cubicBezTo>
                              <a:pt x="174212" y="27527"/>
                              <a:pt x="178403" y="24003"/>
                              <a:pt x="182213" y="20193"/>
                            </a:cubicBezTo>
                            <a:cubicBezTo>
                              <a:pt x="186023" y="16478"/>
                              <a:pt x="189548" y="12859"/>
                              <a:pt x="192786" y="8763"/>
                            </a:cubicBezTo>
                            <a:cubicBezTo>
                              <a:pt x="194786" y="6096"/>
                              <a:pt x="196787" y="3334"/>
                              <a:pt x="198596" y="381"/>
                            </a:cubicBezTo>
                            <a:lnTo>
                              <a:pt x="198787" y="0"/>
                            </a:lnTo>
                            <a:cubicBezTo>
                              <a:pt x="178308" y="3810"/>
                              <a:pt x="158020" y="10192"/>
                              <a:pt x="137827" y="16002"/>
                            </a:cubicBezTo>
                            <a:cubicBezTo>
                              <a:pt x="117824" y="22955"/>
                              <a:pt x="98012" y="30004"/>
                              <a:pt x="79439" y="3895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89" name="Forme libre : forme 10488">
                        <a:extLst>
                          <a:ext uri="{FF2B5EF4-FFF2-40B4-BE49-F238E27FC236}">
                            <a16:creationId xmlns:a16="http://schemas.microsoft.com/office/drawing/2014/main" id="{65EDF3E9-9BED-4135-A04A-F9B6C7FAF4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769" y="2536399"/>
                        <a:ext cx="93509" cy="40162"/>
                      </a:xfrm>
                      <a:custGeom>
                        <a:avLst/>
                        <a:gdLst>
                          <a:gd name="connsiteX0" fmla="*/ 93306 w 93509"/>
                          <a:gd name="connsiteY0" fmla="*/ 4299 h 40162"/>
                          <a:gd name="connsiteX1" fmla="*/ 76638 w 93509"/>
                          <a:gd name="connsiteY1" fmla="*/ 19539 h 40162"/>
                          <a:gd name="connsiteX2" fmla="*/ 48920 w 93509"/>
                          <a:gd name="connsiteY2" fmla="*/ 31636 h 40162"/>
                          <a:gd name="connsiteX3" fmla="*/ 438 w 93509"/>
                          <a:gd name="connsiteY3" fmla="*/ 35827 h 40162"/>
                          <a:gd name="connsiteX4" fmla="*/ 40347 w 93509"/>
                          <a:gd name="connsiteY4" fmla="*/ 8395 h 40162"/>
                          <a:gd name="connsiteX5" fmla="*/ 69970 w 93509"/>
                          <a:gd name="connsiteY5" fmla="*/ 870 h 40162"/>
                          <a:gd name="connsiteX6" fmla="*/ 93306 w 93509"/>
                          <a:gd name="connsiteY6" fmla="*/ 4299 h 401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509" h="40162">
                            <a:moveTo>
                              <a:pt x="93306" y="4299"/>
                            </a:moveTo>
                            <a:cubicBezTo>
                              <a:pt x="94926" y="9157"/>
                              <a:pt x="86639" y="14681"/>
                              <a:pt x="76638" y="19539"/>
                            </a:cubicBezTo>
                            <a:cubicBezTo>
                              <a:pt x="66636" y="24588"/>
                              <a:pt x="55016" y="29636"/>
                              <a:pt x="48920" y="31636"/>
                            </a:cubicBezTo>
                            <a:cubicBezTo>
                              <a:pt x="36728" y="35351"/>
                              <a:pt x="5105" y="46114"/>
                              <a:pt x="438" y="35827"/>
                            </a:cubicBezTo>
                            <a:cubicBezTo>
                              <a:pt x="-4134" y="26016"/>
                              <a:pt x="28346" y="11443"/>
                              <a:pt x="40347" y="8395"/>
                            </a:cubicBezTo>
                            <a:cubicBezTo>
                              <a:pt x="46253" y="6585"/>
                              <a:pt x="58540" y="2680"/>
                              <a:pt x="69970" y="870"/>
                            </a:cubicBezTo>
                            <a:cubicBezTo>
                              <a:pt x="81400" y="-654"/>
                              <a:pt x="91782" y="-558"/>
                              <a:pt x="93306" y="429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90" name="Forme libre : forme 10489">
                        <a:extLst>
                          <a:ext uri="{FF2B5EF4-FFF2-40B4-BE49-F238E27FC236}">
                            <a16:creationId xmlns:a16="http://schemas.microsoft.com/office/drawing/2014/main" id="{3A5BB6F2-095D-4B76-AAB8-3F2F3188DA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5838" y="2555366"/>
                        <a:ext cx="69281" cy="20912"/>
                      </a:xfrm>
                      <a:custGeom>
                        <a:avLst/>
                        <a:gdLst>
                          <a:gd name="connsiteX0" fmla="*/ 16894 w 69281"/>
                          <a:gd name="connsiteY0" fmla="*/ 0 h 20912"/>
                          <a:gd name="connsiteX1" fmla="*/ 892 w 69281"/>
                          <a:gd name="connsiteY1" fmla="*/ 17050 h 20912"/>
                          <a:gd name="connsiteX2" fmla="*/ 22799 w 69281"/>
                          <a:gd name="connsiteY2" fmla="*/ 19907 h 20912"/>
                          <a:gd name="connsiteX3" fmla="*/ 37277 w 69281"/>
                          <a:gd name="connsiteY3" fmla="*/ 16383 h 20912"/>
                          <a:gd name="connsiteX4" fmla="*/ 50422 w 69281"/>
                          <a:gd name="connsiteY4" fmla="*/ 12478 h 20912"/>
                          <a:gd name="connsiteX5" fmla="*/ 69281 w 69281"/>
                          <a:gd name="connsiteY5" fmla="*/ 4096 h 20912"/>
                          <a:gd name="connsiteX6" fmla="*/ 58613 w 69281"/>
                          <a:gd name="connsiteY6" fmla="*/ 7048 h 20912"/>
                          <a:gd name="connsiteX7" fmla="*/ 33467 w 69281"/>
                          <a:gd name="connsiteY7" fmla="*/ 8001 h 20912"/>
                          <a:gd name="connsiteX8" fmla="*/ 16894 w 69281"/>
                          <a:gd name="connsiteY8" fmla="*/ 0 h 209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9281" h="20912">
                            <a:moveTo>
                              <a:pt x="16894" y="0"/>
                            </a:moveTo>
                            <a:cubicBezTo>
                              <a:pt x="11750" y="4096"/>
                              <a:pt x="-3871" y="11621"/>
                              <a:pt x="892" y="17050"/>
                            </a:cubicBezTo>
                            <a:cubicBezTo>
                              <a:pt x="4702" y="21431"/>
                              <a:pt x="13274" y="21622"/>
                              <a:pt x="22799" y="19907"/>
                            </a:cubicBezTo>
                            <a:cubicBezTo>
                              <a:pt x="27562" y="19050"/>
                              <a:pt x="32515" y="17717"/>
                              <a:pt x="37277" y="16383"/>
                            </a:cubicBezTo>
                            <a:cubicBezTo>
                              <a:pt x="42040" y="15145"/>
                              <a:pt x="46612" y="13811"/>
                              <a:pt x="50422" y="12478"/>
                            </a:cubicBezTo>
                            <a:cubicBezTo>
                              <a:pt x="54898" y="10954"/>
                              <a:pt x="64614" y="6763"/>
                              <a:pt x="69281" y="4096"/>
                            </a:cubicBezTo>
                            <a:cubicBezTo>
                              <a:pt x="66329" y="5048"/>
                              <a:pt x="61566" y="6763"/>
                              <a:pt x="58613" y="7048"/>
                            </a:cubicBezTo>
                            <a:cubicBezTo>
                              <a:pt x="50327" y="8096"/>
                              <a:pt x="41278" y="8858"/>
                              <a:pt x="33467" y="8001"/>
                            </a:cubicBezTo>
                            <a:cubicBezTo>
                              <a:pt x="25847" y="7620"/>
                              <a:pt x="19561" y="5429"/>
                              <a:pt x="16894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91" name="Forme libre : forme 10490">
                        <a:extLst>
                          <a:ext uri="{FF2B5EF4-FFF2-40B4-BE49-F238E27FC236}">
                            <a16:creationId xmlns:a16="http://schemas.microsoft.com/office/drawing/2014/main" id="{74B2C622-19D9-4611-8E16-9A9E0EE9F8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435" y="2537015"/>
                        <a:ext cx="93450" cy="40454"/>
                      </a:xfrm>
                      <a:custGeom>
                        <a:avLst/>
                        <a:gdLst>
                          <a:gd name="connsiteX0" fmla="*/ 93450 w 93450"/>
                          <a:gd name="connsiteY0" fmla="*/ 4636 h 40454"/>
                          <a:gd name="connsiteX1" fmla="*/ 75638 w 93450"/>
                          <a:gd name="connsiteY1" fmla="*/ 20352 h 40454"/>
                          <a:gd name="connsiteX2" fmla="*/ 48587 w 93450"/>
                          <a:gd name="connsiteY2" fmla="*/ 32354 h 40454"/>
                          <a:gd name="connsiteX3" fmla="*/ 581 w 93450"/>
                          <a:gd name="connsiteY3" fmla="*/ 35973 h 40454"/>
                          <a:gd name="connsiteX4" fmla="*/ 40301 w 93450"/>
                          <a:gd name="connsiteY4" fmla="*/ 8827 h 40454"/>
                          <a:gd name="connsiteX5" fmla="*/ 70876 w 93450"/>
                          <a:gd name="connsiteY5" fmla="*/ 1016 h 40454"/>
                          <a:gd name="connsiteX6" fmla="*/ 93450 w 93450"/>
                          <a:gd name="connsiteY6" fmla="*/ 4636 h 404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450" h="40454">
                            <a:moveTo>
                              <a:pt x="93450" y="4636"/>
                            </a:moveTo>
                            <a:cubicBezTo>
                              <a:pt x="93355" y="9970"/>
                              <a:pt x="85259" y="15589"/>
                              <a:pt x="75638" y="20352"/>
                            </a:cubicBezTo>
                            <a:cubicBezTo>
                              <a:pt x="65923" y="24924"/>
                              <a:pt x="55064" y="30068"/>
                              <a:pt x="48587" y="32354"/>
                            </a:cubicBezTo>
                            <a:cubicBezTo>
                              <a:pt x="35633" y="36735"/>
                              <a:pt x="6011" y="45974"/>
                              <a:pt x="581" y="35973"/>
                            </a:cubicBezTo>
                            <a:cubicBezTo>
                              <a:pt x="-4848" y="26067"/>
                              <a:pt x="29252" y="11970"/>
                              <a:pt x="40301" y="8827"/>
                            </a:cubicBezTo>
                            <a:cubicBezTo>
                              <a:pt x="45730" y="7207"/>
                              <a:pt x="58779" y="2445"/>
                              <a:pt x="70876" y="1016"/>
                            </a:cubicBezTo>
                            <a:cubicBezTo>
                              <a:pt x="82973" y="-698"/>
                              <a:pt x="93545" y="-698"/>
                              <a:pt x="93450" y="463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92" name="Forme libre : forme 10491">
                        <a:extLst>
                          <a:ext uri="{FF2B5EF4-FFF2-40B4-BE49-F238E27FC236}">
                            <a16:creationId xmlns:a16="http://schemas.microsoft.com/office/drawing/2014/main" id="{C5AD594B-35BA-42F7-9F16-D912F3763C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546" y="2557222"/>
                        <a:ext cx="120774" cy="41046"/>
                      </a:xfrm>
                      <a:custGeom>
                        <a:avLst/>
                        <a:gdLst>
                          <a:gd name="connsiteX0" fmla="*/ 3036 w 120774"/>
                          <a:gd name="connsiteY0" fmla="*/ 33673 h 41046"/>
                          <a:gd name="connsiteX1" fmla="*/ 19324 w 120774"/>
                          <a:gd name="connsiteY1" fmla="*/ 39864 h 41046"/>
                          <a:gd name="connsiteX2" fmla="*/ 66187 w 120774"/>
                          <a:gd name="connsiteY2" fmla="*/ 38054 h 41046"/>
                          <a:gd name="connsiteX3" fmla="*/ 88857 w 120774"/>
                          <a:gd name="connsiteY3" fmla="*/ 30339 h 41046"/>
                          <a:gd name="connsiteX4" fmla="*/ 108478 w 120774"/>
                          <a:gd name="connsiteY4" fmla="*/ 20052 h 41046"/>
                          <a:gd name="connsiteX5" fmla="*/ 119527 w 120774"/>
                          <a:gd name="connsiteY5" fmla="*/ 1669 h 41046"/>
                          <a:gd name="connsiteX6" fmla="*/ 103525 w 120774"/>
                          <a:gd name="connsiteY6" fmla="*/ 1097 h 41046"/>
                          <a:gd name="connsiteX7" fmla="*/ 59615 w 120774"/>
                          <a:gd name="connsiteY7" fmla="*/ 1955 h 41046"/>
                          <a:gd name="connsiteX8" fmla="*/ 15514 w 120774"/>
                          <a:gd name="connsiteY8" fmla="*/ 5955 h 41046"/>
                          <a:gd name="connsiteX9" fmla="*/ 3036 w 120774"/>
                          <a:gd name="connsiteY9" fmla="*/ 33673 h 410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0774" h="41046">
                            <a:moveTo>
                              <a:pt x="3036" y="33673"/>
                            </a:moveTo>
                            <a:cubicBezTo>
                              <a:pt x="7989" y="38340"/>
                              <a:pt x="11037" y="39197"/>
                              <a:pt x="19324" y="39864"/>
                            </a:cubicBezTo>
                            <a:cubicBezTo>
                              <a:pt x="35040" y="41293"/>
                              <a:pt x="47804" y="42150"/>
                              <a:pt x="66187" y="38054"/>
                            </a:cubicBezTo>
                            <a:cubicBezTo>
                              <a:pt x="73807" y="36340"/>
                              <a:pt x="81522" y="33387"/>
                              <a:pt x="88857" y="30339"/>
                            </a:cubicBezTo>
                            <a:cubicBezTo>
                              <a:pt x="96191" y="27386"/>
                              <a:pt x="102953" y="23862"/>
                              <a:pt x="108478" y="20052"/>
                            </a:cubicBezTo>
                            <a:cubicBezTo>
                              <a:pt x="116669" y="14242"/>
                              <a:pt x="123718" y="6622"/>
                              <a:pt x="119527" y="1669"/>
                            </a:cubicBezTo>
                            <a:cubicBezTo>
                              <a:pt x="116860" y="-1474"/>
                              <a:pt x="109716" y="716"/>
                              <a:pt x="103525" y="1097"/>
                            </a:cubicBezTo>
                            <a:cubicBezTo>
                              <a:pt x="88952" y="1955"/>
                              <a:pt x="74855" y="3098"/>
                              <a:pt x="59615" y="1955"/>
                            </a:cubicBezTo>
                            <a:cubicBezTo>
                              <a:pt x="46661" y="907"/>
                              <a:pt x="31135" y="-3094"/>
                              <a:pt x="15514" y="5955"/>
                            </a:cubicBezTo>
                            <a:cubicBezTo>
                              <a:pt x="1417" y="13956"/>
                              <a:pt x="-3917" y="27291"/>
                              <a:pt x="3036" y="3367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93" name="Forme libre : forme 10492">
                        <a:extLst>
                          <a:ext uri="{FF2B5EF4-FFF2-40B4-BE49-F238E27FC236}">
                            <a16:creationId xmlns:a16="http://schemas.microsoft.com/office/drawing/2014/main" id="{A7C109AA-5B74-44DE-AE60-BEF51DDBE0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3009" y="2548693"/>
                        <a:ext cx="35195" cy="23822"/>
                      </a:xfrm>
                      <a:custGeom>
                        <a:avLst/>
                        <a:gdLst>
                          <a:gd name="connsiteX0" fmla="*/ 2480 w 35195"/>
                          <a:gd name="connsiteY0" fmla="*/ 18675 h 23822"/>
                          <a:gd name="connsiteX1" fmla="*/ 4 w 35195"/>
                          <a:gd name="connsiteY1" fmla="*/ 22581 h 23822"/>
                          <a:gd name="connsiteX2" fmla="*/ 3718 w 35195"/>
                          <a:gd name="connsiteY2" fmla="*/ 23628 h 23822"/>
                          <a:gd name="connsiteX3" fmla="*/ 10481 w 35195"/>
                          <a:gd name="connsiteY3" fmla="*/ 20771 h 23822"/>
                          <a:gd name="connsiteX4" fmla="*/ 26388 w 35195"/>
                          <a:gd name="connsiteY4" fmla="*/ 12103 h 23822"/>
                          <a:gd name="connsiteX5" fmla="*/ 31817 w 35195"/>
                          <a:gd name="connsiteY5" fmla="*/ 8293 h 23822"/>
                          <a:gd name="connsiteX6" fmla="*/ 25054 w 35195"/>
                          <a:gd name="connsiteY6" fmla="*/ 1911 h 23822"/>
                          <a:gd name="connsiteX7" fmla="*/ 2480 w 35195"/>
                          <a:gd name="connsiteY7" fmla="*/ 18675 h 238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195" h="23822">
                            <a:moveTo>
                              <a:pt x="2480" y="18675"/>
                            </a:moveTo>
                            <a:cubicBezTo>
                              <a:pt x="1051" y="20104"/>
                              <a:pt x="99" y="21247"/>
                              <a:pt x="4" y="22581"/>
                            </a:cubicBezTo>
                            <a:cubicBezTo>
                              <a:pt x="-92" y="23914"/>
                              <a:pt x="1718" y="24009"/>
                              <a:pt x="3718" y="23628"/>
                            </a:cubicBezTo>
                            <a:cubicBezTo>
                              <a:pt x="5719" y="23152"/>
                              <a:pt x="8481" y="21914"/>
                              <a:pt x="10481" y="20771"/>
                            </a:cubicBezTo>
                            <a:cubicBezTo>
                              <a:pt x="15720" y="17818"/>
                              <a:pt x="21530" y="15151"/>
                              <a:pt x="26388" y="12103"/>
                            </a:cubicBezTo>
                            <a:cubicBezTo>
                              <a:pt x="28388" y="10865"/>
                              <a:pt x="30388" y="9722"/>
                              <a:pt x="31817" y="8293"/>
                            </a:cubicBezTo>
                            <a:cubicBezTo>
                              <a:pt x="37913" y="2292"/>
                              <a:pt x="35818" y="-2947"/>
                              <a:pt x="25054" y="1911"/>
                            </a:cubicBezTo>
                            <a:cubicBezTo>
                              <a:pt x="16863" y="5435"/>
                              <a:pt x="8100" y="12484"/>
                              <a:pt x="2480" y="1867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94" name="Forme libre : forme 10493">
                        <a:extLst>
                          <a:ext uri="{FF2B5EF4-FFF2-40B4-BE49-F238E27FC236}">
                            <a16:creationId xmlns:a16="http://schemas.microsoft.com/office/drawing/2014/main" id="{13B2B0A6-1E92-4F3B-A5E6-97ACA6EE2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5407" y="2537555"/>
                        <a:ext cx="49625" cy="43052"/>
                      </a:xfrm>
                      <a:custGeom>
                        <a:avLst/>
                        <a:gdLst>
                          <a:gd name="connsiteX0" fmla="*/ 49625 w 49625"/>
                          <a:gd name="connsiteY0" fmla="*/ 0 h 43052"/>
                          <a:gd name="connsiteX1" fmla="*/ 0 w 49625"/>
                          <a:gd name="connsiteY1" fmla="*/ 43053 h 43052"/>
                          <a:gd name="connsiteX2" fmla="*/ 49625 w 49625"/>
                          <a:gd name="connsiteY2" fmla="*/ 0 h 43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9625" h="43052">
                            <a:moveTo>
                              <a:pt x="49625" y="0"/>
                            </a:moveTo>
                            <a:cubicBezTo>
                              <a:pt x="44196" y="15049"/>
                              <a:pt x="16764" y="32385"/>
                              <a:pt x="0" y="43053"/>
                            </a:cubicBezTo>
                            <a:cubicBezTo>
                              <a:pt x="18288" y="31718"/>
                              <a:pt x="36671" y="13335"/>
                              <a:pt x="4962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95" name="Forme libre : forme 10494">
                        <a:extLst>
                          <a:ext uri="{FF2B5EF4-FFF2-40B4-BE49-F238E27FC236}">
                            <a16:creationId xmlns:a16="http://schemas.microsoft.com/office/drawing/2014/main" id="{9651D132-6379-46C9-86F6-EBD5E351E0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0817" y="2537841"/>
                        <a:ext cx="54768" cy="51339"/>
                      </a:xfrm>
                      <a:custGeom>
                        <a:avLst/>
                        <a:gdLst>
                          <a:gd name="connsiteX0" fmla="*/ 54769 w 54768"/>
                          <a:gd name="connsiteY0" fmla="*/ 0 h 51339"/>
                          <a:gd name="connsiteX1" fmla="*/ 0 w 54768"/>
                          <a:gd name="connsiteY1" fmla="*/ 51340 h 51339"/>
                          <a:gd name="connsiteX2" fmla="*/ 54769 w 54768"/>
                          <a:gd name="connsiteY2" fmla="*/ 0 h 51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4768" h="51339">
                            <a:moveTo>
                              <a:pt x="54769" y="0"/>
                            </a:moveTo>
                            <a:cubicBezTo>
                              <a:pt x="29146" y="12287"/>
                              <a:pt x="11144" y="32575"/>
                              <a:pt x="0" y="51340"/>
                            </a:cubicBezTo>
                            <a:cubicBezTo>
                              <a:pt x="9525" y="33338"/>
                              <a:pt x="34290" y="13335"/>
                              <a:pt x="5476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96" name="Forme libre : forme 10495">
                        <a:extLst>
                          <a:ext uri="{FF2B5EF4-FFF2-40B4-BE49-F238E27FC236}">
                            <a16:creationId xmlns:a16="http://schemas.microsoft.com/office/drawing/2014/main" id="{EEBDBC6E-2EF5-4F55-8AE9-95D824FE47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969" y="2541745"/>
                        <a:ext cx="35599" cy="12261"/>
                      </a:xfrm>
                      <a:custGeom>
                        <a:avLst/>
                        <a:gdLst>
                          <a:gd name="connsiteX0" fmla="*/ 35532 w 35599"/>
                          <a:gd name="connsiteY0" fmla="*/ 2192 h 12261"/>
                          <a:gd name="connsiteX1" fmla="*/ 15719 w 35599"/>
                          <a:gd name="connsiteY1" fmla="*/ 10669 h 12261"/>
                          <a:gd name="connsiteX2" fmla="*/ 98 w 35599"/>
                          <a:gd name="connsiteY2" fmla="*/ 9717 h 12261"/>
                          <a:gd name="connsiteX3" fmla="*/ 18863 w 35599"/>
                          <a:gd name="connsiteY3" fmla="*/ 1811 h 12261"/>
                          <a:gd name="connsiteX4" fmla="*/ 35532 w 35599"/>
                          <a:gd name="connsiteY4" fmla="*/ 2192 h 122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599" h="12261">
                            <a:moveTo>
                              <a:pt x="35532" y="2192"/>
                            </a:moveTo>
                            <a:cubicBezTo>
                              <a:pt x="34293" y="6192"/>
                              <a:pt x="20101" y="9621"/>
                              <a:pt x="15719" y="10669"/>
                            </a:cubicBezTo>
                            <a:cubicBezTo>
                              <a:pt x="11338" y="11717"/>
                              <a:pt x="-1235" y="14098"/>
                              <a:pt x="98" y="9717"/>
                            </a:cubicBezTo>
                            <a:cubicBezTo>
                              <a:pt x="1432" y="5431"/>
                              <a:pt x="14767" y="2764"/>
                              <a:pt x="18863" y="1811"/>
                            </a:cubicBezTo>
                            <a:cubicBezTo>
                              <a:pt x="23054" y="954"/>
                              <a:pt x="36675" y="-1999"/>
                              <a:pt x="35532" y="219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97" name="Forme libre : forme 10496">
                        <a:extLst>
                          <a:ext uri="{FF2B5EF4-FFF2-40B4-BE49-F238E27FC236}">
                            <a16:creationId xmlns:a16="http://schemas.microsoft.com/office/drawing/2014/main" id="{54DB84F2-2CE6-4995-9012-E55526D0D1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2615" y="2540788"/>
                        <a:ext cx="10146" cy="4306"/>
                      </a:xfrm>
                      <a:custGeom>
                        <a:avLst/>
                        <a:gdLst>
                          <a:gd name="connsiteX0" fmla="*/ 10029 w 10146"/>
                          <a:gd name="connsiteY0" fmla="*/ 672 h 4306"/>
                          <a:gd name="connsiteX1" fmla="*/ 5933 w 10146"/>
                          <a:gd name="connsiteY1" fmla="*/ 3530 h 4306"/>
                          <a:gd name="connsiteX2" fmla="*/ 123 w 10146"/>
                          <a:gd name="connsiteY2" fmla="*/ 3720 h 4306"/>
                          <a:gd name="connsiteX3" fmla="*/ 4028 w 10146"/>
                          <a:gd name="connsiteY3" fmla="*/ 672 h 4306"/>
                          <a:gd name="connsiteX4" fmla="*/ 10029 w 10146"/>
                          <a:gd name="connsiteY4" fmla="*/ 672 h 43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46" h="4306">
                            <a:moveTo>
                              <a:pt x="10029" y="672"/>
                            </a:moveTo>
                            <a:cubicBezTo>
                              <a:pt x="10791" y="1910"/>
                              <a:pt x="7648" y="3148"/>
                              <a:pt x="5933" y="3530"/>
                            </a:cubicBezTo>
                            <a:cubicBezTo>
                              <a:pt x="4219" y="3911"/>
                              <a:pt x="885" y="4958"/>
                              <a:pt x="123" y="3720"/>
                            </a:cubicBezTo>
                            <a:cubicBezTo>
                              <a:pt x="-639" y="2482"/>
                              <a:pt x="2314" y="1148"/>
                              <a:pt x="4028" y="672"/>
                            </a:cubicBezTo>
                            <a:cubicBezTo>
                              <a:pt x="5743" y="196"/>
                              <a:pt x="9267" y="-566"/>
                              <a:pt x="10029" y="67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98" name="Forme libre : forme 10497">
                        <a:extLst>
                          <a:ext uri="{FF2B5EF4-FFF2-40B4-BE49-F238E27FC236}">
                            <a16:creationId xmlns:a16="http://schemas.microsoft.com/office/drawing/2014/main" id="{2CA2381A-F070-462A-86CF-D7F41EE844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733" y="2515954"/>
                        <a:ext cx="94698" cy="21298"/>
                      </a:xfrm>
                      <a:custGeom>
                        <a:avLst/>
                        <a:gdLst>
                          <a:gd name="connsiteX0" fmla="*/ 68581 w 94698"/>
                          <a:gd name="connsiteY0" fmla="*/ 4837 h 21298"/>
                          <a:gd name="connsiteX1" fmla="*/ 93727 w 94698"/>
                          <a:gd name="connsiteY1" fmla="*/ 13886 h 21298"/>
                          <a:gd name="connsiteX2" fmla="*/ 88964 w 94698"/>
                          <a:gd name="connsiteY2" fmla="*/ 20839 h 21298"/>
                          <a:gd name="connsiteX3" fmla="*/ 77725 w 94698"/>
                          <a:gd name="connsiteY3" fmla="*/ 20077 h 21298"/>
                          <a:gd name="connsiteX4" fmla="*/ 43149 w 94698"/>
                          <a:gd name="connsiteY4" fmla="*/ 16267 h 21298"/>
                          <a:gd name="connsiteX5" fmla="*/ 287 w 94698"/>
                          <a:gd name="connsiteY5" fmla="*/ 15219 h 21298"/>
                          <a:gd name="connsiteX6" fmla="*/ 45054 w 94698"/>
                          <a:gd name="connsiteY6" fmla="*/ 74 h 21298"/>
                          <a:gd name="connsiteX7" fmla="*/ 68581 w 94698"/>
                          <a:gd name="connsiteY7" fmla="*/ 4837 h 212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4698" h="21298">
                            <a:moveTo>
                              <a:pt x="68581" y="4837"/>
                            </a:moveTo>
                            <a:cubicBezTo>
                              <a:pt x="79058" y="6551"/>
                              <a:pt x="86774" y="8456"/>
                              <a:pt x="93727" y="13886"/>
                            </a:cubicBezTo>
                            <a:cubicBezTo>
                              <a:pt x="96299" y="15886"/>
                              <a:pt x="93441" y="19696"/>
                              <a:pt x="88964" y="20839"/>
                            </a:cubicBezTo>
                            <a:cubicBezTo>
                              <a:pt x="84393" y="21886"/>
                              <a:pt x="81154" y="20934"/>
                              <a:pt x="77725" y="20077"/>
                            </a:cubicBezTo>
                            <a:cubicBezTo>
                              <a:pt x="66962" y="17505"/>
                              <a:pt x="55818" y="16648"/>
                              <a:pt x="43149" y="16267"/>
                            </a:cubicBezTo>
                            <a:cubicBezTo>
                              <a:pt x="35339" y="15886"/>
                              <a:pt x="-3714" y="24839"/>
                              <a:pt x="287" y="15219"/>
                            </a:cubicBezTo>
                            <a:cubicBezTo>
                              <a:pt x="4573" y="5885"/>
                              <a:pt x="34291" y="-783"/>
                              <a:pt x="45054" y="74"/>
                            </a:cubicBezTo>
                            <a:cubicBezTo>
                              <a:pt x="55627" y="265"/>
                              <a:pt x="60580" y="3408"/>
                              <a:pt x="68581" y="483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18" name="Graphique 1">
                      <a:extLst>
                        <a:ext uri="{FF2B5EF4-FFF2-40B4-BE49-F238E27FC236}">
                          <a16:creationId xmlns:a16="http://schemas.microsoft.com/office/drawing/2014/main" id="{380809BE-E13A-4889-A521-886FF3F3F9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8901" y="2480348"/>
                      <a:ext cx="212160" cy="78262"/>
                      <a:chOff x="608901" y="2480348"/>
                      <a:chExt cx="212160" cy="78262"/>
                    </a:xfrm>
                    <a:solidFill>
                      <a:schemeClr val="accent1"/>
                    </a:solidFill>
                  </p:grpSpPr>
                  <p:sp>
                    <p:nvSpPr>
                      <p:cNvPr id="10475" name="Forme libre : forme 10474">
                        <a:extLst>
                          <a:ext uri="{FF2B5EF4-FFF2-40B4-BE49-F238E27FC236}">
                            <a16:creationId xmlns:a16="http://schemas.microsoft.com/office/drawing/2014/main" id="{C2700927-E2BD-4716-9F53-A21E4B46DF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8901" y="2480348"/>
                        <a:ext cx="212160" cy="78262"/>
                      </a:xfrm>
                      <a:custGeom>
                        <a:avLst/>
                        <a:gdLst>
                          <a:gd name="connsiteX0" fmla="*/ 142816 w 212160"/>
                          <a:gd name="connsiteY0" fmla="*/ 75400 h 78262"/>
                          <a:gd name="connsiteX1" fmla="*/ 108907 w 212160"/>
                          <a:gd name="connsiteY1" fmla="*/ 76829 h 78262"/>
                          <a:gd name="connsiteX2" fmla="*/ 74331 w 212160"/>
                          <a:gd name="connsiteY2" fmla="*/ 78257 h 78262"/>
                          <a:gd name="connsiteX3" fmla="*/ 53186 w 212160"/>
                          <a:gd name="connsiteY3" fmla="*/ 77305 h 78262"/>
                          <a:gd name="connsiteX4" fmla="*/ 35946 w 212160"/>
                          <a:gd name="connsiteY4" fmla="*/ 73495 h 78262"/>
                          <a:gd name="connsiteX5" fmla="*/ 6227 w 212160"/>
                          <a:gd name="connsiteY5" fmla="*/ 58540 h 78262"/>
                          <a:gd name="connsiteX6" fmla="*/ 3180 w 212160"/>
                          <a:gd name="connsiteY6" fmla="*/ 37204 h 78262"/>
                          <a:gd name="connsiteX7" fmla="*/ 15562 w 212160"/>
                          <a:gd name="connsiteY7" fmla="*/ 24631 h 78262"/>
                          <a:gd name="connsiteX8" fmla="*/ 30421 w 212160"/>
                          <a:gd name="connsiteY8" fmla="*/ 15011 h 78262"/>
                          <a:gd name="connsiteX9" fmla="*/ 70426 w 212160"/>
                          <a:gd name="connsiteY9" fmla="*/ 2914 h 78262"/>
                          <a:gd name="connsiteX10" fmla="*/ 104907 w 212160"/>
                          <a:gd name="connsiteY10" fmla="*/ 247 h 78262"/>
                          <a:gd name="connsiteX11" fmla="*/ 139959 w 212160"/>
                          <a:gd name="connsiteY11" fmla="*/ 57 h 78262"/>
                          <a:gd name="connsiteX12" fmla="*/ 179963 w 212160"/>
                          <a:gd name="connsiteY12" fmla="*/ 9487 h 78262"/>
                          <a:gd name="connsiteX13" fmla="*/ 207205 w 212160"/>
                          <a:gd name="connsiteY13" fmla="*/ 30156 h 78262"/>
                          <a:gd name="connsiteX14" fmla="*/ 208443 w 212160"/>
                          <a:gd name="connsiteY14" fmla="*/ 51206 h 78262"/>
                          <a:gd name="connsiteX15" fmla="*/ 180726 w 212160"/>
                          <a:gd name="connsiteY15" fmla="*/ 68065 h 78262"/>
                          <a:gd name="connsiteX16" fmla="*/ 142816 w 212160"/>
                          <a:gd name="connsiteY16" fmla="*/ 75400 h 782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212160" h="78262">
                            <a:moveTo>
                              <a:pt x="142816" y="75400"/>
                            </a:moveTo>
                            <a:cubicBezTo>
                              <a:pt x="134720" y="75781"/>
                              <a:pt x="121861" y="76638"/>
                              <a:pt x="108907" y="76829"/>
                            </a:cubicBezTo>
                            <a:cubicBezTo>
                              <a:pt x="95953" y="77114"/>
                              <a:pt x="82904" y="78353"/>
                              <a:pt x="74331" y="78257"/>
                            </a:cubicBezTo>
                            <a:cubicBezTo>
                              <a:pt x="66235" y="78162"/>
                              <a:pt x="59377" y="77971"/>
                              <a:pt x="53186" y="77305"/>
                            </a:cubicBezTo>
                            <a:cubicBezTo>
                              <a:pt x="46899" y="76638"/>
                              <a:pt x="41280" y="75304"/>
                              <a:pt x="35946" y="73495"/>
                            </a:cubicBezTo>
                            <a:cubicBezTo>
                              <a:pt x="25277" y="69589"/>
                              <a:pt x="16038" y="64732"/>
                              <a:pt x="6227" y="58540"/>
                            </a:cubicBezTo>
                            <a:cubicBezTo>
                              <a:pt x="-535" y="54254"/>
                              <a:pt x="-2154" y="43396"/>
                              <a:pt x="3180" y="37204"/>
                            </a:cubicBezTo>
                            <a:cubicBezTo>
                              <a:pt x="7085" y="32728"/>
                              <a:pt x="11085" y="28537"/>
                              <a:pt x="15562" y="24631"/>
                            </a:cubicBezTo>
                            <a:cubicBezTo>
                              <a:pt x="20039" y="21012"/>
                              <a:pt x="24992" y="17869"/>
                              <a:pt x="30421" y="15011"/>
                            </a:cubicBezTo>
                            <a:cubicBezTo>
                              <a:pt x="41184" y="9582"/>
                              <a:pt x="54519" y="4343"/>
                              <a:pt x="70426" y="2914"/>
                            </a:cubicBezTo>
                            <a:cubicBezTo>
                              <a:pt x="78998" y="2057"/>
                              <a:pt x="91857" y="629"/>
                              <a:pt x="104907" y="247"/>
                            </a:cubicBezTo>
                            <a:cubicBezTo>
                              <a:pt x="117956" y="-38"/>
                              <a:pt x="131100" y="-38"/>
                              <a:pt x="139959" y="57"/>
                            </a:cubicBezTo>
                            <a:cubicBezTo>
                              <a:pt x="156627" y="1105"/>
                              <a:pt x="169391" y="4438"/>
                              <a:pt x="179963" y="9487"/>
                            </a:cubicBezTo>
                            <a:cubicBezTo>
                              <a:pt x="190536" y="15011"/>
                              <a:pt x="199013" y="22060"/>
                              <a:pt x="207205" y="30156"/>
                            </a:cubicBezTo>
                            <a:cubicBezTo>
                              <a:pt x="212920" y="35776"/>
                              <a:pt x="214158" y="46253"/>
                              <a:pt x="208443" y="51206"/>
                            </a:cubicBezTo>
                            <a:cubicBezTo>
                              <a:pt x="200061" y="58445"/>
                              <a:pt x="191203" y="64160"/>
                              <a:pt x="180726" y="68065"/>
                            </a:cubicBezTo>
                            <a:cubicBezTo>
                              <a:pt x="170153" y="71876"/>
                              <a:pt x="157865" y="75019"/>
                              <a:pt x="142816" y="75400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76" name="Forme libre : forme 10475">
                        <a:extLst>
                          <a:ext uri="{FF2B5EF4-FFF2-40B4-BE49-F238E27FC236}">
                            <a16:creationId xmlns:a16="http://schemas.microsoft.com/office/drawing/2014/main" id="{EF1504B1-078E-473F-8A08-7D6E4BD4E7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413" y="2527524"/>
                        <a:ext cx="208025" cy="30890"/>
                      </a:xfrm>
                      <a:custGeom>
                        <a:avLst/>
                        <a:gdLst>
                          <a:gd name="connsiteX0" fmla="*/ 82582 w 208025"/>
                          <a:gd name="connsiteY0" fmla="*/ 3459 h 30890"/>
                          <a:gd name="connsiteX1" fmla="*/ 60960 w 208025"/>
                          <a:gd name="connsiteY1" fmla="*/ 5459 h 30890"/>
                          <a:gd name="connsiteX2" fmla="*/ 39624 w 208025"/>
                          <a:gd name="connsiteY2" fmla="*/ 7173 h 30890"/>
                          <a:gd name="connsiteX3" fmla="*/ 19050 w 208025"/>
                          <a:gd name="connsiteY3" fmla="*/ 6316 h 30890"/>
                          <a:gd name="connsiteX4" fmla="*/ 0 w 208025"/>
                          <a:gd name="connsiteY4" fmla="*/ 3363 h 30890"/>
                          <a:gd name="connsiteX5" fmla="*/ 5525 w 208025"/>
                          <a:gd name="connsiteY5" fmla="*/ 11174 h 30890"/>
                          <a:gd name="connsiteX6" fmla="*/ 15526 w 208025"/>
                          <a:gd name="connsiteY6" fmla="*/ 17175 h 30890"/>
                          <a:gd name="connsiteX7" fmla="*/ 46958 w 208025"/>
                          <a:gd name="connsiteY7" fmla="*/ 29176 h 30890"/>
                          <a:gd name="connsiteX8" fmla="*/ 73628 w 208025"/>
                          <a:gd name="connsiteY8" fmla="*/ 30891 h 30890"/>
                          <a:gd name="connsiteX9" fmla="*/ 84677 w 208025"/>
                          <a:gd name="connsiteY9" fmla="*/ 30605 h 30890"/>
                          <a:gd name="connsiteX10" fmla="*/ 137065 w 208025"/>
                          <a:gd name="connsiteY10" fmla="*/ 28224 h 30890"/>
                          <a:gd name="connsiteX11" fmla="*/ 142113 w 208025"/>
                          <a:gd name="connsiteY11" fmla="*/ 28033 h 30890"/>
                          <a:gd name="connsiteX12" fmla="*/ 170307 w 208025"/>
                          <a:gd name="connsiteY12" fmla="*/ 23747 h 30890"/>
                          <a:gd name="connsiteX13" fmla="*/ 199549 w 208025"/>
                          <a:gd name="connsiteY13" fmla="*/ 10221 h 30890"/>
                          <a:gd name="connsiteX14" fmla="*/ 207740 w 208025"/>
                          <a:gd name="connsiteY14" fmla="*/ 3840 h 30890"/>
                          <a:gd name="connsiteX15" fmla="*/ 208026 w 208025"/>
                          <a:gd name="connsiteY15" fmla="*/ 3554 h 30890"/>
                          <a:gd name="connsiteX16" fmla="*/ 82582 w 208025"/>
                          <a:gd name="connsiteY16" fmla="*/ 3459 h 30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208025" h="30890">
                            <a:moveTo>
                              <a:pt x="82582" y="3459"/>
                            </a:moveTo>
                            <a:cubicBezTo>
                              <a:pt x="75533" y="4316"/>
                              <a:pt x="68199" y="4983"/>
                              <a:pt x="60960" y="5459"/>
                            </a:cubicBezTo>
                            <a:cubicBezTo>
                              <a:pt x="53816" y="6316"/>
                              <a:pt x="46673" y="6983"/>
                              <a:pt x="39624" y="7173"/>
                            </a:cubicBezTo>
                            <a:cubicBezTo>
                              <a:pt x="32575" y="7364"/>
                              <a:pt x="25717" y="6983"/>
                              <a:pt x="19050" y="6316"/>
                            </a:cubicBezTo>
                            <a:cubicBezTo>
                              <a:pt x="12478" y="5935"/>
                              <a:pt x="6096" y="5078"/>
                              <a:pt x="0" y="3363"/>
                            </a:cubicBezTo>
                            <a:cubicBezTo>
                              <a:pt x="952" y="6507"/>
                              <a:pt x="2762" y="9459"/>
                              <a:pt x="5525" y="11174"/>
                            </a:cubicBezTo>
                            <a:cubicBezTo>
                              <a:pt x="8954" y="13365"/>
                              <a:pt x="12192" y="15365"/>
                              <a:pt x="15526" y="17175"/>
                            </a:cubicBezTo>
                            <a:cubicBezTo>
                              <a:pt x="25146" y="22032"/>
                              <a:pt x="35052" y="27271"/>
                              <a:pt x="46958" y="29176"/>
                            </a:cubicBezTo>
                            <a:cubicBezTo>
                              <a:pt x="54673" y="30605"/>
                              <a:pt x="63056" y="30700"/>
                              <a:pt x="73628" y="30891"/>
                            </a:cubicBezTo>
                            <a:cubicBezTo>
                              <a:pt x="76771" y="30795"/>
                              <a:pt x="80581" y="30700"/>
                              <a:pt x="84677" y="30605"/>
                            </a:cubicBezTo>
                            <a:cubicBezTo>
                              <a:pt x="100870" y="29367"/>
                              <a:pt x="122968" y="29271"/>
                              <a:pt x="137065" y="28224"/>
                            </a:cubicBezTo>
                            <a:cubicBezTo>
                              <a:pt x="138875" y="28033"/>
                              <a:pt x="140589" y="28033"/>
                              <a:pt x="142113" y="28033"/>
                            </a:cubicBezTo>
                            <a:cubicBezTo>
                              <a:pt x="152876" y="27652"/>
                              <a:pt x="162115" y="26128"/>
                              <a:pt x="170307" y="23747"/>
                            </a:cubicBezTo>
                            <a:cubicBezTo>
                              <a:pt x="181546" y="20508"/>
                              <a:pt x="190881" y="16127"/>
                              <a:pt x="199549" y="10221"/>
                            </a:cubicBezTo>
                            <a:cubicBezTo>
                              <a:pt x="202311" y="8221"/>
                              <a:pt x="205073" y="6126"/>
                              <a:pt x="207740" y="3840"/>
                            </a:cubicBezTo>
                            <a:lnTo>
                              <a:pt x="208026" y="3554"/>
                            </a:lnTo>
                            <a:cubicBezTo>
                              <a:pt x="166688" y="-828"/>
                              <a:pt x="123349" y="-1494"/>
                              <a:pt x="82582" y="345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77" name="Forme libre : forme 10476">
                        <a:extLst>
                          <a:ext uri="{FF2B5EF4-FFF2-40B4-BE49-F238E27FC236}">
                            <a16:creationId xmlns:a16="http://schemas.microsoft.com/office/drawing/2014/main" id="{813451C0-8BAC-4C5B-87F6-A7C5977D36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2433" y="2507928"/>
                        <a:ext cx="98144" cy="24864"/>
                      </a:xfrm>
                      <a:custGeom>
                        <a:avLst/>
                        <a:gdLst>
                          <a:gd name="connsiteX0" fmla="*/ 98144 w 98144"/>
                          <a:gd name="connsiteY0" fmla="*/ 12673 h 24864"/>
                          <a:gd name="connsiteX1" fmla="*/ 47376 w 98144"/>
                          <a:gd name="connsiteY1" fmla="*/ 24865 h 24864"/>
                          <a:gd name="connsiteX2" fmla="*/ 37 w 98144"/>
                          <a:gd name="connsiteY2" fmla="*/ 13815 h 24864"/>
                          <a:gd name="connsiteX3" fmla="*/ 46519 w 98144"/>
                          <a:gd name="connsiteY3" fmla="*/ 99 h 24864"/>
                          <a:gd name="connsiteX4" fmla="*/ 98144 w 98144"/>
                          <a:gd name="connsiteY4" fmla="*/ 12673 h 248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8144" h="24864">
                            <a:moveTo>
                              <a:pt x="98144" y="12673"/>
                            </a:moveTo>
                            <a:cubicBezTo>
                              <a:pt x="98049" y="22864"/>
                              <a:pt x="60139" y="23817"/>
                              <a:pt x="47376" y="24865"/>
                            </a:cubicBezTo>
                            <a:cubicBezTo>
                              <a:pt x="34612" y="24674"/>
                              <a:pt x="1370" y="24769"/>
                              <a:pt x="37" y="13815"/>
                            </a:cubicBezTo>
                            <a:cubicBezTo>
                              <a:pt x="-1297" y="2862"/>
                              <a:pt x="34136" y="-662"/>
                              <a:pt x="46519" y="99"/>
                            </a:cubicBezTo>
                            <a:cubicBezTo>
                              <a:pt x="58806" y="-472"/>
                              <a:pt x="98239" y="2481"/>
                              <a:pt x="98144" y="1267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78" name="Forme libre : forme 10477">
                        <a:extLst>
                          <a:ext uri="{FF2B5EF4-FFF2-40B4-BE49-F238E27FC236}">
                            <a16:creationId xmlns:a16="http://schemas.microsoft.com/office/drawing/2014/main" id="{E394DCCD-E8D7-450F-928A-BE080D9CF5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677" y="2510408"/>
                        <a:ext cx="69277" cy="22383"/>
                      </a:xfrm>
                      <a:custGeom>
                        <a:avLst/>
                        <a:gdLst>
                          <a:gd name="connsiteX0" fmla="*/ 20796 w 69277"/>
                          <a:gd name="connsiteY0" fmla="*/ 0 h 22383"/>
                          <a:gd name="connsiteX1" fmla="*/ 317 w 69277"/>
                          <a:gd name="connsiteY1" fmla="*/ 11430 h 22383"/>
                          <a:gd name="connsiteX2" fmla="*/ 48704 w 69277"/>
                          <a:gd name="connsiteY2" fmla="*/ 22384 h 22383"/>
                          <a:gd name="connsiteX3" fmla="*/ 69278 w 69277"/>
                          <a:gd name="connsiteY3" fmla="*/ 20288 h 22383"/>
                          <a:gd name="connsiteX4" fmla="*/ 58229 w 69277"/>
                          <a:gd name="connsiteY4" fmla="*/ 19717 h 22383"/>
                          <a:gd name="connsiteX5" fmla="*/ 20796 w 69277"/>
                          <a:gd name="connsiteY5" fmla="*/ 0 h 22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9277" h="22383">
                            <a:moveTo>
                              <a:pt x="20796" y="0"/>
                            </a:moveTo>
                            <a:cubicBezTo>
                              <a:pt x="14700" y="2381"/>
                              <a:pt x="-2541" y="4763"/>
                              <a:pt x="317" y="11430"/>
                            </a:cubicBezTo>
                            <a:cubicBezTo>
                              <a:pt x="4889" y="22193"/>
                              <a:pt x="32702" y="22193"/>
                              <a:pt x="48704" y="22384"/>
                            </a:cubicBezTo>
                            <a:cubicBezTo>
                              <a:pt x="53371" y="22384"/>
                              <a:pt x="63944" y="21146"/>
                              <a:pt x="69278" y="20288"/>
                            </a:cubicBezTo>
                            <a:cubicBezTo>
                              <a:pt x="66230" y="20003"/>
                              <a:pt x="61086" y="20384"/>
                              <a:pt x="58229" y="19717"/>
                            </a:cubicBezTo>
                            <a:cubicBezTo>
                              <a:pt x="41941" y="16669"/>
                              <a:pt x="22415" y="11716"/>
                              <a:pt x="20796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79" name="Forme libre : forme 10478">
                        <a:extLst>
                          <a:ext uri="{FF2B5EF4-FFF2-40B4-BE49-F238E27FC236}">
                            <a16:creationId xmlns:a16="http://schemas.microsoft.com/office/drawing/2014/main" id="{51D2197E-9556-42F6-908B-41456695BA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432" y="2510640"/>
                        <a:ext cx="98500" cy="25257"/>
                      </a:xfrm>
                      <a:custGeom>
                        <a:avLst/>
                        <a:gdLst>
                          <a:gd name="connsiteX0" fmla="*/ 98289 w 98500"/>
                          <a:gd name="connsiteY0" fmla="*/ 12628 h 25257"/>
                          <a:gd name="connsiteX1" fmla="*/ 76381 w 98500"/>
                          <a:gd name="connsiteY1" fmla="*/ 22248 h 25257"/>
                          <a:gd name="connsiteX2" fmla="*/ 60189 w 98500"/>
                          <a:gd name="connsiteY2" fmla="*/ 23962 h 25257"/>
                          <a:gd name="connsiteX3" fmla="*/ 46854 w 98500"/>
                          <a:gd name="connsiteY3" fmla="*/ 25105 h 25257"/>
                          <a:gd name="connsiteX4" fmla="*/ 19136 w 98500"/>
                          <a:gd name="connsiteY4" fmla="*/ 23486 h 25257"/>
                          <a:gd name="connsiteX5" fmla="*/ 86 w 98500"/>
                          <a:gd name="connsiteY5" fmla="*/ 13675 h 25257"/>
                          <a:gd name="connsiteX6" fmla="*/ 18088 w 98500"/>
                          <a:gd name="connsiteY6" fmla="*/ 2436 h 25257"/>
                          <a:gd name="connsiteX7" fmla="*/ 46282 w 98500"/>
                          <a:gd name="connsiteY7" fmla="*/ 150 h 25257"/>
                          <a:gd name="connsiteX8" fmla="*/ 98289 w 98500"/>
                          <a:gd name="connsiteY8" fmla="*/ 12628 h 25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8500" h="25257">
                            <a:moveTo>
                              <a:pt x="98289" y="12628"/>
                            </a:moveTo>
                            <a:cubicBezTo>
                              <a:pt x="96574" y="17676"/>
                              <a:pt x="87049" y="20533"/>
                              <a:pt x="76381" y="22248"/>
                            </a:cubicBezTo>
                            <a:cubicBezTo>
                              <a:pt x="71047" y="23105"/>
                              <a:pt x="65428" y="23581"/>
                              <a:pt x="60189" y="23962"/>
                            </a:cubicBezTo>
                            <a:cubicBezTo>
                              <a:pt x="55045" y="24534"/>
                              <a:pt x="50283" y="24915"/>
                              <a:pt x="46854" y="25105"/>
                            </a:cubicBezTo>
                            <a:cubicBezTo>
                              <a:pt x="39996" y="25581"/>
                              <a:pt x="28852" y="24915"/>
                              <a:pt x="19136" y="23486"/>
                            </a:cubicBezTo>
                            <a:cubicBezTo>
                              <a:pt x="9421" y="22153"/>
                              <a:pt x="1134" y="19200"/>
                              <a:pt x="86" y="13675"/>
                            </a:cubicBezTo>
                            <a:cubicBezTo>
                              <a:pt x="-962" y="8151"/>
                              <a:pt x="7706" y="4627"/>
                              <a:pt x="18088" y="2436"/>
                            </a:cubicBezTo>
                            <a:cubicBezTo>
                              <a:pt x="28471" y="340"/>
                              <a:pt x="40567" y="340"/>
                              <a:pt x="46282" y="150"/>
                            </a:cubicBezTo>
                            <a:cubicBezTo>
                              <a:pt x="57998" y="-803"/>
                              <a:pt x="101908" y="2721"/>
                              <a:pt x="98289" y="1262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80" name="Forme libre : forme 10479">
                        <a:extLst>
                          <a:ext uri="{FF2B5EF4-FFF2-40B4-BE49-F238E27FC236}">
                            <a16:creationId xmlns:a16="http://schemas.microsoft.com/office/drawing/2014/main" id="{66407160-C5AC-42C1-B136-20A5E2D3AD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5863" y="2503321"/>
                        <a:ext cx="122335" cy="47406"/>
                      </a:xfrm>
                      <a:custGeom>
                        <a:avLst/>
                        <a:gdLst>
                          <a:gd name="connsiteX0" fmla="*/ 1363 w 122335"/>
                          <a:gd name="connsiteY0" fmla="*/ 24137 h 47406"/>
                          <a:gd name="connsiteX1" fmla="*/ 15175 w 122335"/>
                          <a:gd name="connsiteY1" fmla="*/ 34710 h 47406"/>
                          <a:gd name="connsiteX2" fmla="*/ 35844 w 122335"/>
                          <a:gd name="connsiteY2" fmla="*/ 42234 h 47406"/>
                          <a:gd name="connsiteX3" fmla="*/ 59942 w 122335"/>
                          <a:gd name="connsiteY3" fmla="*/ 47092 h 47406"/>
                          <a:gd name="connsiteX4" fmla="*/ 105662 w 122335"/>
                          <a:gd name="connsiteY4" fmla="*/ 43092 h 47406"/>
                          <a:gd name="connsiteX5" fmla="*/ 121950 w 122335"/>
                          <a:gd name="connsiteY5" fmla="*/ 29376 h 47406"/>
                          <a:gd name="connsiteX6" fmla="*/ 106996 w 122335"/>
                          <a:gd name="connsiteY6" fmla="*/ 23470 h 47406"/>
                          <a:gd name="connsiteX7" fmla="*/ 64990 w 122335"/>
                          <a:gd name="connsiteY7" fmla="*/ 10707 h 47406"/>
                          <a:gd name="connsiteX8" fmla="*/ 45464 w 122335"/>
                          <a:gd name="connsiteY8" fmla="*/ 2610 h 47406"/>
                          <a:gd name="connsiteX9" fmla="*/ 21556 w 122335"/>
                          <a:gd name="connsiteY9" fmla="*/ 1182 h 47406"/>
                          <a:gd name="connsiteX10" fmla="*/ 1363 w 122335"/>
                          <a:gd name="connsiteY10" fmla="*/ 24137 h 474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22335" h="47406">
                            <a:moveTo>
                              <a:pt x="1363" y="24137"/>
                            </a:moveTo>
                            <a:cubicBezTo>
                              <a:pt x="4888" y="30042"/>
                              <a:pt x="7555" y="31662"/>
                              <a:pt x="15175" y="34710"/>
                            </a:cubicBezTo>
                            <a:cubicBezTo>
                              <a:pt x="22414" y="37567"/>
                              <a:pt x="28891" y="40234"/>
                              <a:pt x="35844" y="42234"/>
                            </a:cubicBezTo>
                            <a:cubicBezTo>
                              <a:pt x="42988" y="44616"/>
                              <a:pt x="50512" y="46330"/>
                              <a:pt x="59942" y="47092"/>
                            </a:cubicBezTo>
                            <a:cubicBezTo>
                              <a:pt x="75468" y="47949"/>
                              <a:pt x="92708" y="47187"/>
                              <a:pt x="105662" y="43092"/>
                            </a:cubicBezTo>
                            <a:cubicBezTo>
                              <a:pt x="115282" y="39948"/>
                              <a:pt x="124331" y="35662"/>
                              <a:pt x="121950" y="29376"/>
                            </a:cubicBezTo>
                            <a:cubicBezTo>
                              <a:pt x="120426" y="25661"/>
                              <a:pt x="112901" y="24899"/>
                              <a:pt x="106996" y="23470"/>
                            </a:cubicBezTo>
                            <a:cubicBezTo>
                              <a:pt x="92899" y="20041"/>
                              <a:pt x="79087" y="16326"/>
                              <a:pt x="64990" y="10707"/>
                            </a:cubicBezTo>
                            <a:cubicBezTo>
                              <a:pt x="58990" y="8230"/>
                              <a:pt x="52608" y="4896"/>
                              <a:pt x="45464" y="2610"/>
                            </a:cubicBezTo>
                            <a:cubicBezTo>
                              <a:pt x="38320" y="229"/>
                              <a:pt x="30510" y="-1104"/>
                              <a:pt x="21556" y="1182"/>
                            </a:cubicBezTo>
                            <a:cubicBezTo>
                              <a:pt x="5364" y="4706"/>
                              <a:pt x="-3590" y="15945"/>
                              <a:pt x="1363" y="2413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81" name="Forme libre : forme 10480">
                        <a:extLst>
                          <a:ext uri="{FF2B5EF4-FFF2-40B4-BE49-F238E27FC236}">
                            <a16:creationId xmlns:a16="http://schemas.microsoft.com/office/drawing/2014/main" id="{A74898E1-4069-4EFA-B301-68DADA60C5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9717" y="2500969"/>
                        <a:ext cx="40103" cy="14525"/>
                      </a:xfrm>
                      <a:custGeom>
                        <a:avLst/>
                        <a:gdLst>
                          <a:gd name="connsiteX0" fmla="*/ 3608 w 40103"/>
                          <a:gd name="connsiteY0" fmla="*/ 9439 h 14525"/>
                          <a:gd name="connsiteX1" fmla="*/ 84 w 40103"/>
                          <a:gd name="connsiteY1" fmla="*/ 12488 h 14525"/>
                          <a:gd name="connsiteX2" fmla="*/ 3322 w 40103"/>
                          <a:gd name="connsiteY2" fmla="*/ 14488 h 14525"/>
                          <a:gd name="connsiteX3" fmla="*/ 10656 w 40103"/>
                          <a:gd name="connsiteY3" fmla="*/ 13726 h 14525"/>
                          <a:gd name="connsiteX4" fmla="*/ 28563 w 40103"/>
                          <a:gd name="connsiteY4" fmla="*/ 10392 h 14525"/>
                          <a:gd name="connsiteX5" fmla="*/ 34945 w 40103"/>
                          <a:gd name="connsiteY5" fmla="*/ 8392 h 14525"/>
                          <a:gd name="connsiteX6" fmla="*/ 30469 w 40103"/>
                          <a:gd name="connsiteY6" fmla="*/ 200 h 14525"/>
                          <a:gd name="connsiteX7" fmla="*/ 3608 w 40103"/>
                          <a:gd name="connsiteY7" fmla="*/ 9439 h 14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03" h="14525">
                            <a:moveTo>
                              <a:pt x="3608" y="9439"/>
                            </a:moveTo>
                            <a:cubicBezTo>
                              <a:pt x="1798" y="10487"/>
                              <a:pt x="560" y="11249"/>
                              <a:pt x="84" y="12488"/>
                            </a:cubicBezTo>
                            <a:cubicBezTo>
                              <a:pt x="-393" y="13726"/>
                              <a:pt x="1227" y="14392"/>
                              <a:pt x="3322" y="14488"/>
                            </a:cubicBezTo>
                            <a:cubicBezTo>
                              <a:pt x="5418" y="14678"/>
                              <a:pt x="8370" y="14107"/>
                              <a:pt x="10656" y="13726"/>
                            </a:cubicBezTo>
                            <a:cubicBezTo>
                              <a:pt x="16562" y="12869"/>
                              <a:pt x="22944" y="11821"/>
                              <a:pt x="28563" y="10392"/>
                            </a:cubicBezTo>
                            <a:cubicBezTo>
                              <a:pt x="30849" y="9821"/>
                              <a:pt x="33136" y="9344"/>
                              <a:pt x="34945" y="8392"/>
                            </a:cubicBezTo>
                            <a:cubicBezTo>
                              <a:pt x="42565" y="4487"/>
                              <a:pt x="42279" y="-1133"/>
                              <a:pt x="30469" y="200"/>
                            </a:cubicBezTo>
                            <a:cubicBezTo>
                              <a:pt x="21324" y="1534"/>
                              <a:pt x="10847" y="5058"/>
                              <a:pt x="3608" y="943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82" name="Forme libre : forme 10481">
                        <a:extLst>
                          <a:ext uri="{FF2B5EF4-FFF2-40B4-BE49-F238E27FC236}">
                            <a16:creationId xmlns:a16="http://schemas.microsoft.com/office/drawing/2014/main" id="{99DB357A-1B2C-407A-8BB3-3D82114483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4003" y="2528506"/>
                        <a:ext cx="60769" cy="25622"/>
                      </a:xfrm>
                      <a:custGeom>
                        <a:avLst/>
                        <a:gdLst>
                          <a:gd name="connsiteX0" fmla="*/ 60769 w 60769"/>
                          <a:gd name="connsiteY0" fmla="*/ 0 h 25622"/>
                          <a:gd name="connsiteX1" fmla="*/ 33909 w 60769"/>
                          <a:gd name="connsiteY1" fmla="*/ 15621 h 25622"/>
                          <a:gd name="connsiteX2" fmla="*/ 0 w 60769"/>
                          <a:gd name="connsiteY2" fmla="*/ 25622 h 25622"/>
                          <a:gd name="connsiteX3" fmla="*/ 32004 w 60769"/>
                          <a:gd name="connsiteY3" fmla="*/ 14097 h 25622"/>
                          <a:gd name="connsiteX4" fmla="*/ 60769 w 60769"/>
                          <a:gd name="connsiteY4" fmla="*/ 0 h 256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0769" h="25622">
                            <a:moveTo>
                              <a:pt x="60769" y="0"/>
                            </a:moveTo>
                            <a:cubicBezTo>
                              <a:pt x="55817" y="6763"/>
                              <a:pt x="45434" y="11811"/>
                              <a:pt x="33909" y="15621"/>
                            </a:cubicBezTo>
                            <a:cubicBezTo>
                              <a:pt x="22384" y="19621"/>
                              <a:pt x="9715" y="23241"/>
                              <a:pt x="0" y="25622"/>
                            </a:cubicBezTo>
                            <a:cubicBezTo>
                              <a:pt x="10573" y="23051"/>
                              <a:pt x="21527" y="18669"/>
                              <a:pt x="32004" y="14097"/>
                            </a:cubicBezTo>
                            <a:cubicBezTo>
                              <a:pt x="42481" y="9811"/>
                              <a:pt x="52483" y="4763"/>
                              <a:pt x="6076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83" name="Forme libre : forme 10482">
                        <a:extLst>
                          <a:ext uri="{FF2B5EF4-FFF2-40B4-BE49-F238E27FC236}">
                            <a16:creationId xmlns:a16="http://schemas.microsoft.com/office/drawing/2014/main" id="{8E76A7CE-CE0F-4A32-9946-392DF55416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3795" y="2485453"/>
                        <a:ext cx="68199" cy="33623"/>
                      </a:xfrm>
                      <a:custGeom>
                        <a:avLst/>
                        <a:gdLst>
                          <a:gd name="connsiteX0" fmla="*/ 68199 w 68199"/>
                          <a:gd name="connsiteY0" fmla="*/ 0 h 33623"/>
                          <a:gd name="connsiteX1" fmla="*/ 29242 w 68199"/>
                          <a:gd name="connsiteY1" fmla="*/ 12573 h 33623"/>
                          <a:gd name="connsiteX2" fmla="*/ 13144 w 68199"/>
                          <a:gd name="connsiteY2" fmla="*/ 22288 h 33623"/>
                          <a:gd name="connsiteX3" fmla="*/ 0 w 68199"/>
                          <a:gd name="connsiteY3" fmla="*/ 33623 h 33623"/>
                          <a:gd name="connsiteX4" fmla="*/ 13049 w 68199"/>
                          <a:gd name="connsiteY4" fmla="*/ 22670 h 33623"/>
                          <a:gd name="connsiteX5" fmla="*/ 30290 w 68199"/>
                          <a:gd name="connsiteY5" fmla="*/ 13525 h 33623"/>
                          <a:gd name="connsiteX6" fmla="*/ 68199 w 68199"/>
                          <a:gd name="connsiteY6" fmla="*/ 0 h 336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8199" h="33623">
                            <a:moveTo>
                              <a:pt x="68199" y="0"/>
                            </a:moveTo>
                            <a:cubicBezTo>
                              <a:pt x="54197" y="1429"/>
                              <a:pt x="40767" y="6668"/>
                              <a:pt x="29242" y="12573"/>
                            </a:cubicBezTo>
                            <a:cubicBezTo>
                              <a:pt x="23431" y="15621"/>
                              <a:pt x="18098" y="18860"/>
                              <a:pt x="13144" y="22288"/>
                            </a:cubicBezTo>
                            <a:cubicBezTo>
                              <a:pt x="8287" y="25813"/>
                              <a:pt x="3905" y="29908"/>
                              <a:pt x="0" y="33623"/>
                            </a:cubicBezTo>
                            <a:cubicBezTo>
                              <a:pt x="3524" y="29908"/>
                              <a:pt x="7906" y="26098"/>
                              <a:pt x="13049" y="22670"/>
                            </a:cubicBezTo>
                            <a:cubicBezTo>
                              <a:pt x="18288" y="19431"/>
                              <a:pt x="24098" y="16383"/>
                              <a:pt x="30290" y="13525"/>
                            </a:cubicBezTo>
                            <a:cubicBezTo>
                              <a:pt x="42767" y="7811"/>
                              <a:pt x="56483" y="2762"/>
                              <a:pt x="6819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84" name="Forme libre : forme 10483">
                        <a:extLst>
                          <a:ext uri="{FF2B5EF4-FFF2-40B4-BE49-F238E27FC236}">
                            <a16:creationId xmlns:a16="http://schemas.microsoft.com/office/drawing/2014/main" id="{2007DC20-A872-48A5-B06A-C1DC00B3DD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753" y="2510360"/>
                        <a:ext cx="36638" cy="8540"/>
                      </a:xfrm>
                      <a:custGeom>
                        <a:avLst/>
                        <a:gdLst>
                          <a:gd name="connsiteX0" fmla="*/ 36346 w 36638"/>
                          <a:gd name="connsiteY0" fmla="*/ 6525 h 8540"/>
                          <a:gd name="connsiteX1" fmla="*/ 26440 w 36638"/>
                          <a:gd name="connsiteY1" fmla="*/ 8526 h 8540"/>
                          <a:gd name="connsiteX2" fmla="*/ 14914 w 36638"/>
                          <a:gd name="connsiteY2" fmla="*/ 8049 h 8540"/>
                          <a:gd name="connsiteX3" fmla="*/ 341 w 36638"/>
                          <a:gd name="connsiteY3" fmla="*/ 2430 h 8540"/>
                          <a:gd name="connsiteX4" fmla="*/ 20629 w 36638"/>
                          <a:gd name="connsiteY4" fmla="*/ 715 h 8540"/>
                          <a:gd name="connsiteX5" fmla="*/ 36346 w 36638"/>
                          <a:gd name="connsiteY5" fmla="*/ 6525 h 85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638" h="8540">
                            <a:moveTo>
                              <a:pt x="36346" y="6525"/>
                            </a:moveTo>
                            <a:cubicBezTo>
                              <a:pt x="35107" y="8240"/>
                              <a:pt x="30916" y="8621"/>
                              <a:pt x="26440" y="8526"/>
                            </a:cubicBezTo>
                            <a:cubicBezTo>
                              <a:pt x="21963" y="8621"/>
                              <a:pt x="17200" y="8240"/>
                              <a:pt x="14914" y="8049"/>
                            </a:cubicBezTo>
                            <a:cubicBezTo>
                              <a:pt x="10438" y="7668"/>
                              <a:pt x="-2231" y="6145"/>
                              <a:pt x="341" y="2430"/>
                            </a:cubicBezTo>
                            <a:cubicBezTo>
                              <a:pt x="2913" y="-1285"/>
                              <a:pt x="16438" y="239"/>
                              <a:pt x="20629" y="715"/>
                            </a:cubicBezTo>
                            <a:cubicBezTo>
                              <a:pt x="24916" y="906"/>
                              <a:pt x="38822" y="3096"/>
                              <a:pt x="36346" y="652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85" name="Forme libre : forme 10484">
                        <a:extLst>
                          <a:ext uri="{FF2B5EF4-FFF2-40B4-BE49-F238E27FC236}">
                            <a16:creationId xmlns:a16="http://schemas.microsoft.com/office/drawing/2014/main" id="{9FF57826-15F6-4797-93B7-C6558901F9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3508" y="2514293"/>
                        <a:ext cx="10334" cy="3374"/>
                      </a:xfrm>
                      <a:custGeom>
                        <a:avLst/>
                        <a:gdLst>
                          <a:gd name="connsiteX0" fmla="*/ 10305 w 10334"/>
                          <a:gd name="connsiteY0" fmla="*/ 1830 h 3374"/>
                          <a:gd name="connsiteX1" fmla="*/ 5543 w 10334"/>
                          <a:gd name="connsiteY1" fmla="*/ 3354 h 3374"/>
                          <a:gd name="connsiteX2" fmla="*/ 18 w 10334"/>
                          <a:gd name="connsiteY2" fmla="*/ 1545 h 3374"/>
                          <a:gd name="connsiteX3" fmla="*/ 4686 w 10334"/>
                          <a:gd name="connsiteY3" fmla="*/ 21 h 3374"/>
                          <a:gd name="connsiteX4" fmla="*/ 10305 w 10334"/>
                          <a:gd name="connsiteY4" fmla="*/ 1830 h 3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334" h="3374">
                            <a:moveTo>
                              <a:pt x="10305" y="1830"/>
                            </a:moveTo>
                            <a:cubicBezTo>
                              <a:pt x="10686" y="3259"/>
                              <a:pt x="7257" y="3449"/>
                              <a:pt x="5543" y="3354"/>
                            </a:cubicBezTo>
                            <a:cubicBezTo>
                              <a:pt x="3828" y="3259"/>
                              <a:pt x="304" y="2973"/>
                              <a:pt x="18" y="1545"/>
                            </a:cubicBezTo>
                            <a:cubicBezTo>
                              <a:pt x="-268" y="116"/>
                              <a:pt x="2876" y="-75"/>
                              <a:pt x="4686" y="21"/>
                            </a:cubicBezTo>
                            <a:cubicBezTo>
                              <a:pt x="6305" y="116"/>
                              <a:pt x="9924" y="402"/>
                              <a:pt x="10305" y="183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86" name="Forme libre : forme 10485">
                        <a:extLst>
                          <a:ext uri="{FF2B5EF4-FFF2-40B4-BE49-F238E27FC236}">
                            <a16:creationId xmlns:a16="http://schemas.microsoft.com/office/drawing/2014/main" id="{33AFCD39-ECDC-4DA8-9CF9-A28971AEFB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926" y="2486647"/>
                        <a:ext cx="90393" cy="37878"/>
                      </a:xfrm>
                      <a:custGeom>
                        <a:avLst/>
                        <a:gdLst>
                          <a:gd name="connsiteX0" fmla="*/ 68891 w 90393"/>
                          <a:gd name="connsiteY0" fmla="*/ 16141 h 37878"/>
                          <a:gd name="connsiteX1" fmla="*/ 89941 w 90393"/>
                          <a:gd name="connsiteY1" fmla="*/ 32620 h 37878"/>
                          <a:gd name="connsiteX2" fmla="*/ 83179 w 90393"/>
                          <a:gd name="connsiteY2" fmla="*/ 37858 h 37878"/>
                          <a:gd name="connsiteX3" fmla="*/ 72701 w 90393"/>
                          <a:gd name="connsiteY3" fmla="*/ 33572 h 37878"/>
                          <a:gd name="connsiteX4" fmla="*/ 41173 w 90393"/>
                          <a:gd name="connsiteY4" fmla="*/ 19189 h 37878"/>
                          <a:gd name="connsiteX5" fmla="*/ 787 w 90393"/>
                          <a:gd name="connsiteY5" fmla="*/ 4711 h 37878"/>
                          <a:gd name="connsiteX6" fmla="*/ 23361 w 90393"/>
                          <a:gd name="connsiteY6" fmla="*/ 44 h 37878"/>
                          <a:gd name="connsiteX7" fmla="*/ 48127 w 90393"/>
                          <a:gd name="connsiteY7" fmla="*/ 4330 h 37878"/>
                          <a:gd name="connsiteX8" fmla="*/ 68891 w 90393"/>
                          <a:gd name="connsiteY8" fmla="*/ 16141 h 378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393" h="37878">
                            <a:moveTo>
                              <a:pt x="68891" y="16141"/>
                            </a:moveTo>
                            <a:cubicBezTo>
                              <a:pt x="78321" y="21571"/>
                              <a:pt x="84988" y="25476"/>
                              <a:pt x="89941" y="32620"/>
                            </a:cubicBezTo>
                            <a:cubicBezTo>
                              <a:pt x="91751" y="35287"/>
                              <a:pt x="87846" y="38144"/>
                              <a:pt x="83179" y="37858"/>
                            </a:cubicBezTo>
                            <a:cubicBezTo>
                              <a:pt x="78511" y="37573"/>
                              <a:pt x="75749" y="35572"/>
                              <a:pt x="72701" y="33572"/>
                            </a:cubicBezTo>
                            <a:cubicBezTo>
                              <a:pt x="63366" y="27095"/>
                              <a:pt x="52984" y="23476"/>
                              <a:pt x="41173" y="19189"/>
                            </a:cubicBezTo>
                            <a:cubicBezTo>
                              <a:pt x="33934" y="15951"/>
                              <a:pt x="-6071" y="12617"/>
                              <a:pt x="787" y="4711"/>
                            </a:cubicBezTo>
                            <a:cubicBezTo>
                              <a:pt x="4216" y="806"/>
                              <a:pt x="13646" y="-242"/>
                              <a:pt x="23361" y="44"/>
                            </a:cubicBezTo>
                            <a:cubicBezTo>
                              <a:pt x="33077" y="330"/>
                              <a:pt x="43173" y="2806"/>
                              <a:pt x="48127" y="4330"/>
                            </a:cubicBezTo>
                            <a:cubicBezTo>
                              <a:pt x="58128" y="7759"/>
                              <a:pt x="61747" y="12141"/>
                              <a:pt x="68891" y="1614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19" name="Graphique 1">
                      <a:extLst>
                        <a:ext uri="{FF2B5EF4-FFF2-40B4-BE49-F238E27FC236}">
                          <a16:creationId xmlns:a16="http://schemas.microsoft.com/office/drawing/2014/main" id="{0EB9564D-EFB7-4E19-B11C-04CEE88035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20996" y="2497311"/>
                      <a:ext cx="203527" cy="99394"/>
                      <a:chOff x="820996" y="2497311"/>
                      <a:chExt cx="203527" cy="99394"/>
                    </a:xfrm>
                    <a:solidFill>
                      <a:schemeClr val="accent1"/>
                    </a:solidFill>
                  </p:grpSpPr>
                  <p:sp>
                    <p:nvSpPr>
                      <p:cNvPr id="10463" name="Forme libre : forme 10462">
                        <a:extLst>
                          <a:ext uri="{FF2B5EF4-FFF2-40B4-BE49-F238E27FC236}">
                            <a16:creationId xmlns:a16="http://schemas.microsoft.com/office/drawing/2014/main" id="{2BE13AF6-1AE3-4EEC-B119-75E8720496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0996" y="2497311"/>
                        <a:ext cx="203527" cy="99394"/>
                      </a:xfrm>
                      <a:custGeom>
                        <a:avLst/>
                        <a:gdLst>
                          <a:gd name="connsiteX0" fmla="*/ 126650 w 203527"/>
                          <a:gd name="connsiteY0" fmla="*/ 93679 h 99394"/>
                          <a:gd name="connsiteX1" fmla="*/ 62166 w 203527"/>
                          <a:gd name="connsiteY1" fmla="*/ 75200 h 99394"/>
                          <a:gd name="connsiteX2" fmla="*/ 26828 w 203527"/>
                          <a:gd name="connsiteY2" fmla="*/ 59008 h 99394"/>
                          <a:gd name="connsiteX3" fmla="*/ 2921 w 203527"/>
                          <a:gd name="connsiteY3" fmla="*/ 35672 h 99394"/>
                          <a:gd name="connsiteX4" fmla="*/ 6635 w 203527"/>
                          <a:gd name="connsiteY4" fmla="*/ 14431 h 99394"/>
                          <a:gd name="connsiteX5" fmla="*/ 39211 w 203527"/>
                          <a:gd name="connsiteY5" fmla="*/ 1572 h 99394"/>
                          <a:gd name="connsiteX6" fmla="*/ 80835 w 203527"/>
                          <a:gd name="connsiteY6" fmla="*/ 2144 h 99394"/>
                          <a:gd name="connsiteX7" fmla="*/ 148939 w 203527"/>
                          <a:gd name="connsiteY7" fmla="*/ 21765 h 99394"/>
                          <a:gd name="connsiteX8" fmla="*/ 202279 w 203527"/>
                          <a:gd name="connsiteY8" fmla="*/ 74058 h 99394"/>
                          <a:gd name="connsiteX9" fmla="*/ 195230 w 203527"/>
                          <a:gd name="connsiteY9" fmla="*/ 93965 h 99394"/>
                          <a:gd name="connsiteX10" fmla="*/ 179800 w 203527"/>
                          <a:gd name="connsiteY10" fmla="*/ 97775 h 99394"/>
                          <a:gd name="connsiteX11" fmla="*/ 163703 w 203527"/>
                          <a:gd name="connsiteY11" fmla="*/ 99394 h 99394"/>
                          <a:gd name="connsiteX12" fmla="*/ 146272 w 203527"/>
                          <a:gd name="connsiteY12" fmla="*/ 98061 h 99394"/>
                          <a:gd name="connsiteX13" fmla="*/ 126650 w 203527"/>
                          <a:gd name="connsiteY13" fmla="*/ 93679 h 993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3527" h="99394">
                            <a:moveTo>
                              <a:pt x="126650" y="93679"/>
                            </a:moveTo>
                            <a:cubicBezTo>
                              <a:pt x="111601" y="89012"/>
                              <a:pt x="78359" y="79582"/>
                              <a:pt x="62166" y="75200"/>
                            </a:cubicBezTo>
                            <a:cubicBezTo>
                              <a:pt x="47212" y="70724"/>
                              <a:pt x="35972" y="65866"/>
                              <a:pt x="26828" y="59008"/>
                            </a:cubicBezTo>
                            <a:cubicBezTo>
                              <a:pt x="17589" y="52722"/>
                              <a:pt x="10255" y="44911"/>
                              <a:pt x="2921" y="35672"/>
                            </a:cubicBezTo>
                            <a:cubicBezTo>
                              <a:pt x="-2223" y="29290"/>
                              <a:pt x="-318" y="18527"/>
                              <a:pt x="6635" y="14431"/>
                            </a:cubicBezTo>
                            <a:cubicBezTo>
                              <a:pt x="16732" y="8525"/>
                              <a:pt x="27209" y="3954"/>
                              <a:pt x="39211" y="1572"/>
                            </a:cubicBezTo>
                            <a:cubicBezTo>
                              <a:pt x="51117" y="-237"/>
                              <a:pt x="64833" y="-1000"/>
                              <a:pt x="80835" y="2144"/>
                            </a:cubicBezTo>
                            <a:cubicBezTo>
                              <a:pt x="98075" y="5097"/>
                              <a:pt x="132175" y="14526"/>
                              <a:pt x="148939" y="21765"/>
                            </a:cubicBezTo>
                            <a:cubicBezTo>
                              <a:pt x="180657" y="34529"/>
                              <a:pt x="193325" y="52531"/>
                              <a:pt x="202279" y="74058"/>
                            </a:cubicBezTo>
                            <a:cubicBezTo>
                              <a:pt x="205422" y="81582"/>
                              <a:pt x="202469" y="91679"/>
                              <a:pt x="195230" y="93965"/>
                            </a:cubicBezTo>
                            <a:cubicBezTo>
                              <a:pt x="190087" y="95584"/>
                              <a:pt x="184943" y="96917"/>
                              <a:pt x="179800" y="97775"/>
                            </a:cubicBezTo>
                            <a:cubicBezTo>
                              <a:pt x="174561" y="98823"/>
                              <a:pt x="169227" y="99394"/>
                              <a:pt x="163703" y="99394"/>
                            </a:cubicBezTo>
                            <a:cubicBezTo>
                              <a:pt x="158273" y="99299"/>
                              <a:pt x="152558" y="98918"/>
                              <a:pt x="146272" y="98061"/>
                            </a:cubicBezTo>
                            <a:cubicBezTo>
                              <a:pt x="140176" y="97299"/>
                              <a:pt x="133889" y="95394"/>
                              <a:pt x="126650" y="9367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64" name="Forme libre : forme 10463">
                        <a:extLst>
                          <a:ext uri="{FF2B5EF4-FFF2-40B4-BE49-F238E27FC236}">
                            <a16:creationId xmlns:a16="http://schemas.microsoft.com/office/drawing/2014/main" id="{D3E87D71-140E-4A9D-8999-11BED727BE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1052" y="2523553"/>
                        <a:ext cx="195841" cy="72891"/>
                      </a:xfrm>
                      <a:custGeom>
                        <a:avLst/>
                        <a:gdLst>
                          <a:gd name="connsiteX0" fmla="*/ 78684 w 195841"/>
                          <a:gd name="connsiteY0" fmla="*/ 25146 h 72891"/>
                          <a:gd name="connsiteX1" fmla="*/ 7 w 195841"/>
                          <a:gd name="connsiteY1" fmla="*/ 0 h 72891"/>
                          <a:gd name="connsiteX2" fmla="*/ 2865 w 195841"/>
                          <a:gd name="connsiteY2" fmla="*/ 9239 h 72891"/>
                          <a:gd name="connsiteX3" fmla="*/ 10580 w 195841"/>
                          <a:gd name="connsiteY3" fmla="*/ 18288 h 72891"/>
                          <a:gd name="connsiteX4" fmla="*/ 37155 w 195841"/>
                          <a:gd name="connsiteY4" fmla="*/ 39148 h 72891"/>
                          <a:gd name="connsiteX5" fmla="*/ 62110 w 195841"/>
                          <a:gd name="connsiteY5" fmla="*/ 48863 h 72891"/>
                          <a:gd name="connsiteX6" fmla="*/ 72588 w 195841"/>
                          <a:gd name="connsiteY6" fmla="*/ 51816 h 72891"/>
                          <a:gd name="connsiteX7" fmla="*/ 98115 w 195841"/>
                          <a:gd name="connsiteY7" fmla="*/ 58864 h 72891"/>
                          <a:gd name="connsiteX8" fmla="*/ 121927 w 195841"/>
                          <a:gd name="connsiteY8" fmla="*/ 65913 h 72891"/>
                          <a:gd name="connsiteX9" fmla="*/ 126690 w 195841"/>
                          <a:gd name="connsiteY9" fmla="*/ 67246 h 72891"/>
                          <a:gd name="connsiteX10" fmla="*/ 154026 w 195841"/>
                          <a:gd name="connsiteY10" fmla="*/ 72485 h 72891"/>
                          <a:gd name="connsiteX11" fmla="*/ 185649 w 195841"/>
                          <a:gd name="connsiteY11" fmla="*/ 70199 h 72891"/>
                          <a:gd name="connsiteX12" fmla="*/ 195460 w 195841"/>
                          <a:gd name="connsiteY12" fmla="*/ 67532 h 72891"/>
                          <a:gd name="connsiteX13" fmla="*/ 195841 w 195841"/>
                          <a:gd name="connsiteY13" fmla="*/ 67342 h 72891"/>
                          <a:gd name="connsiteX14" fmla="*/ 78684 w 195841"/>
                          <a:gd name="connsiteY14" fmla="*/ 25146 h 728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5841" h="72891">
                            <a:moveTo>
                              <a:pt x="78684" y="25146"/>
                            </a:moveTo>
                            <a:cubicBezTo>
                              <a:pt x="50775" y="19431"/>
                              <a:pt x="20867" y="14192"/>
                              <a:pt x="7" y="0"/>
                            </a:cubicBezTo>
                            <a:cubicBezTo>
                              <a:pt x="-88" y="3334"/>
                              <a:pt x="769" y="6668"/>
                              <a:pt x="2865" y="9239"/>
                            </a:cubicBezTo>
                            <a:cubicBezTo>
                              <a:pt x="5436" y="12382"/>
                              <a:pt x="7913" y="15430"/>
                              <a:pt x="10580" y="18288"/>
                            </a:cubicBezTo>
                            <a:cubicBezTo>
                              <a:pt x="18105" y="26575"/>
                              <a:pt x="26391" y="33052"/>
                              <a:pt x="37155" y="39148"/>
                            </a:cubicBezTo>
                            <a:cubicBezTo>
                              <a:pt x="44108" y="43053"/>
                              <a:pt x="52395" y="45720"/>
                              <a:pt x="62110" y="48863"/>
                            </a:cubicBezTo>
                            <a:cubicBezTo>
                              <a:pt x="65063" y="49721"/>
                              <a:pt x="68682" y="50673"/>
                              <a:pt x="72588" y="51816"/>
                            </a:cubicBezTo>
                            <a:cubicBezTo>
                              <a:pt x="80398" y="53626"/>
                              <a:pt x="89352" y="56388"/>
                              <a:pt x="98115" y="58864"/>
                            </a:cubicBezTo>
                            <a:cubicBezTo>
                              <a:pt x="106973" y="61150"/>
                              <a:pt x="115260" y="64008"/>
                              <a:pt x="121927" y="65913"/>
                            </a:cubicBezTo>
                            <a:cubicBezTo>
                              <a:pt x="123642" y="66389"/>
                              <a:pt x="125261" y="66865"/>
                              <a:pt x="126690" y="67246"/>
                            </a:cubicBezTo>
                            <a:cubicBezTo>
                              <a:pt x="136881" y="70009"/>
                              <a:pt x="145549" y="72104"/>
                              <a:pt x="154026" y="72485"/>
                            </a:cubicBezTo>
                            <a:cubicBezTo>
                              <a:pt x="165266" y="73628"/>
                              <a:pt x="175648" y="72199"/>
                              <a:pt x="185649" y="70199"/>
                            </a:cubicBezTo>
                            <a:cubicBezTo>
                              <a:pt x="188888" y="69437"/>
                              <a:pt x="192126" y="68580"/>
                              <a:pt x="195460" y="67532"/>
                            </a:cubicBezTo>
                            <a:lnTo>
                              <a:pt x="195841" y="67342"/>
                            </a:lnTo>
                            <a:cubicBezTo>
                              <a:pt x="159646" y="47530"/>
                              <a:pt x="118784" y="32671"/>
                              <a:pt x="78684" y="2514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65" name="Forme libre : forme 10464">
                        <a:extLst>
                          <a:ext uri="{FF2B5EF4-FFF2-40B4-BE49-F238E27FC236}">
                            <a16:creationId xmlns:a16="http://schemas.microsoft.com/office/drawing/2014/main" id="{57A28447-BEF5-42E5-8C4C-70B5020540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3256" y="2531313"/>
                        <a:ext cx="93508" cy="39796"/>
                      </a:xfrm>
                      <a:custGeom>
                        <a:avLst/>
                        <a:gdLst>
                          <a:gd name="connsiteX0" fmla="*/ 93252 w 93508"/>
                          <a:gd name="connsiteY0" fmla="*/ 36246 h 39796"/>
                          <a:gd name="connsiteX1" fmla="*/ 70678 w 93508"/>
                          <a:gd name="connsiteY1" fmla="*/ 37960 h 39796"/>
                          <a:gd name="connsiteX2" fmla="*/ 41627 w 93508"/>
                          <a:gd name="connsiteY2" fmla="*/ 30626 h 39796"/>
                          <a:gd name="connsiteX3" fmla="*/ 15719 w 93508"/>
                          <a:gd name="connsiteY3" fmla="*/ 20530 h 39796"/>
                          <a:gd name="connsiteX4" fmla="*/ 98 w 93508"/>
                          <a:gd name="connsiteY4" fmla="*/ 5671 h 39796"/>
                          <a:gd name="connsiteX5" fmla="*/ 20767 w 93508"/>
                          <a:gd name="connsiteY5" fmla="*/ 337 h 39796"/>
                          <a:gd name="connsiteX6" fmla="*/ 48675 w 93508"/>
                          <a:gd name="connsiteY6" fmla="*/ 6814 h 39796"/>
                          <a:gd name="connsiteX7" fmla="*/ 76869 w 93508"/>
                          <a:gd name="connsiteY7" fmla="*/ 19006 h 39796"/>
                          <a:gd name="connsiteX8" fmla="*/ 93252 w 93508"/>
                          <a:gd name="connsiteY8" fmla="*/ 36246 h 397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508" h="39796">
                            <a:moveTo>
                              <a:pt x="93252" y="36246"/>
                            </a:moveTo>
                            <a:cubicBezTo>
                              <a:pt x="91442" y="41008"/>
                              <a:pt x="81536" y="40341"/>
                              <a:pt x="70678" y="37960"/>
                            </a:cubicBezTo>
                            <a:cubicBezTo>
                              <a:pt x="59724" y="35960"/>
                              <a:pt x="47627" y="32531"/>
                              <a:pt x="41627" y="30626"/>
                            </a:cubicBezTo>
                            <a:cubicBezTo>
                              <a:pt x="35531" y="29007"/>
                              <a:pt x="24767" y="25102"/>
                              <a:pt x="15719" y="20530"/>
                            </a:cubicBezTo>
                            <a:cubicBezTo>
                              <a:pt x="6575" y="16339"/>
                              <a:pt x="-950" y="11100"/>
                              <a:pt x="98" y="5671"/>
                            </a:cubicBezTo>
                            <a:cubicBezTo>
                              <a:pt x="1145" y="241"/>
                              <a:pt x="10289" y="-616"/>
                              <a:pt x="20767" y="337"/>
                            </a:cubicBezTo>
                            <a:cubicBezTo>
                              <a:pt x="31149" y="1575"/>
                              <a:pt x="42770" y="5004"/>
                              <a:pt x="48675" y="6814"/>
                            </a:cubicBezTo>
                            <a:cubicBezTo>
                              <a:pt x="54581" y="8814"/>
                              <a:pt x="66677" y="13672"/>
                              <a:pt x="76869" y="19006"/>
                            </a:cubicBezTo>
                            <a:cubicBezTo>
                              <a:pt x="87061" y="25102"/>
                              <a:pt x="95062" y="31483"/>
                              <a:pt x="93252" y="3624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66" name="Forme libre : forme 10465">
                        <a:extLst>
                          <a:ext uri="{FF2B5EF4-FFF2-40B4-BE49-F238E27FC236}">
                            <a16:creationId xmlns:a16="http://schemas.microsoft.com/office/drawing/2014/main" id="{CBB954D7-7F6B-42EC-B0A7-476DBF5884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2853" y="2531975"/>
                        <a:ext cx="62317" cy="35202"/>
                      </a:xfrm>
                      <a:custGeom>
                        <a:avLst/>
                        <a:gdLst>
                          <a:gd name="connsiteX0" fmla="*/ 23075 w 62317"/>
                          <a:gd name="connsiteY0" fmla="*/ 246 h 35202"/>
                          <a:gd name="connsiteX1" fmla="*/ 24 w 62317"/>
                          <a:gd name="connsiteY1" fmla="*/ 5008 h 35202"/>
                          <a:gd name="connsiteX2" fmla="*/ 16122 w 62317"/>
                          <a:gd name="connsiteY2" fmla="*/ 19963 h 35202"/>
                          <a:gd name="connsiteX3" fmla="*/ 42506 w 62317"/>
                          <a:gd name="connsiteY3" fmla="*/ 30250 h 35202"/>
                          <a:gd name="connsiteX4" fmla="*/ 62318 w 62317"/>
                          <a:gd name="connsiteY4" fmla="*/ 35202 h 35202"/>
                          <a:gd name="connsiteX5" fmla="*/ 52221 w 62317"/>
                          <a:gd name="connsiteY5" fmla="*/ 31011 h 35202"/>
                          <a:gd name="connsiteX6" fmla="*/ 23075 w 62317"/>
                          <a:gd name="connsiteY6" fmla="*/ 246 h 352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2317" h="35202">
                            <a:moveTo>
                              <a:pt x="23075" y="246"/>
                            </a:moveTo>
                            <a:cubicBezTo>
                              <a:pt x="16503" y="627"/>
                              <a:pt x="-738" y="-2231"/>
                              <a:pt x="24" y="5008"/>
                            </a:cubicBezTo>
                            <a:cubicBezTo>
                              <a:pt x="596" y="10818"/>
                              <a:pt x="7454" y="15867"/>
                              <a:pt x="16122" y="19963"/>
                            </a:cubicBezTo>
                            <a:cubicBezTo>
                              <a:pt x="24694" y="24344"/>
                              <a:pt x="34886" y="28059"/>
                              <a:pt x="42506" y="30250"/>
                            </a:cubicBezTo>
                            <a:cubicBezTo>
                              <a:pt x="46983" y="31678"/>
                              <a:pt x="57079" y="34441"/>
                              <a:pt x="62318" y="35202"/>
                            </a:cubicBezTo>
                            <a:cubicBezTo>
                              <a:pt x="59460" y="34155"/>
                              <a:pt x="54698" y="32535"/>
                              <a:pt x="52221" y="31011"/>
                            </a:cubicBezTo>
                            <a:cubicBezTo>
                              <a:pt x="38220" y="22439"/>
                              <a:pt x="20979" y="12342"/>
                              <a:pt x="23075" y="24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67" name="Forme libre : forme 10466">
                        <a:extLst>
                          <a:ext uri="{FF2B5EF4-FFF2-40B4-BE49-F238E27FC236}">
                            <a16:creationId xmlns:a16="http://schemas.microsoft.com/office/drawing/2014/main" id="{1BDBD09C-5006-4BF9-B0A3-09156ABCA8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691" y="2535209"/>
                        <a:ext cx="93513" cy="39645"/>
                      </a:xfrm>
                      <a:custGeom>
                        <a:avLst/>
                        <a:gdLst>
                          <a:gd name="connsiteX0" fmla="*/ 92722 w 93513"/>
                          <a:gd name="connsiteY0" fmla="*/ 36731 h 39645"/>
                          <a:gd name="connsiteX1" fmla="*/ 69100 w 93513"/>
                          <a:gd name="connsiteY1" fmla="*/ 37970 h 39645"/>
                          <a:gd name="connsiteX2" fmla="*/ 40716 w 93513"/>
                          <a:gd name="connsiteY2" fmla="*/ 30921 h 39645"/>
                          <a:gd name="connsiteX3" fmla="*/ 15093 w 93513"/>
                          <a:gd name="connsiteY3" fmla="*/ 20825 h 39645"/>
                          <a:gd name="connsiteX4" fmla="*/ 44 w 93513"/>
                          <a:gd name="connsiteY4" fmla="*/ 5680 h 39645"/>
                          <a:gd name="connsiteX5" fmla="*/ 20618 w 93513"/>
                          <a:gd name="connsiteY5" fmla="*/ 536 h 39645"/>
                          <a:gd name="connsiteX6" fmla="*/ 48240 w 93513"/>
                          <a:gd name="connsiteY6" fmla="*/ 7204 h 39645"/>
                          <a:gd name="connsiteX7" fmla="*/ 77387 w 93513"/>
                          <a:gd name="connsiteY7" fmla="*/ 19872 h 39645"/>
                          <a:gd name="connsiteX8" fmla="*/ 92722 w 93513"/>
                          <a:gd name="connsiteY8" fmla="*/ 36731 h 396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513" h="39645">
                            <a:moveTo>
                              <a:pt x="92722" y="36731"/>
                            </a:moveTo>
                            <a:cubicBezTo>
                              <a:pt x="89388" y="40637"/>
                              <a:pt x="79482" y="40160"/>
                              <a:pt x="69100" y="37970"/>
                            </a:cubicBezTo>
                            <a:cubicBezTo>
                              <a:pt x="58718" y="35779"/>
                              <a:pt x="47097" y="33017"/>
                              <a:pt x="40716" y="30921"/>
                            </a:cubicBezTo>
                            <a:cubicBezTo>
                              <a:pt x="34238" y="29016"/>
                              <a:pt x="23761" y="25587"/>
                              <a:pt x="15093" y="20825"/>
                            </a:cubicBezTo>
                            <a:cubicBezTo>
                              <a:pt x="6425" y="16348"/>
                              <a:pt x="-623" y="11300"/>
                              <a:pt x="44" y="5680"/>
                            </a:cubicBezTo>
                            <a:cubicBezTo>
                              <a:pt x="711" y="155"/>
                              <a:pt x="10045" y="-797"/>
                              <a:pt x="20618" y="536"/>
                            </a:cubicBezTo>
                            <a:cubicBezTo>
                              <a:pt x="31095" y="2156"/>
                              <a:pt x="42811" y="5299"/>
                              <a:pt x="48240" y="7204"/>
                            </a:cubicBezTo>
                            <a:cubicBezTo>
                              <a:pt x="53574" y="9300"/>
                              <a:pt x="66814" y="13681"/>
                              <a:pt x="77387" y="19872"/>
                            </a:cubicBezTo>
                            <a:cubicBezTo>
                              <a:pt x="87959" y="25968"/>
                              <a:pt x="96151" y="32636"/>
                              <a:pt x="92722" y="3673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68" name="Forme libre : forme 10467">
                        <a:extLst>
                          <a:ext uri="{FF2B5EF4-FFF2-40B4-BE49-F238E27FC236}">
                            <a16:creationId xmlns:a16="http://schemas.microsoft.com/office/drawing/2014/main" id="{9BA6C106-0DE2-439D-A74A-D67E0E56E1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8306" y="2512758"/>
                        <a:ext cx="112772" cy="66016"/>
                      </a:xfrm>
                      <a:custGeom>
                        <a:avLst/>
                        <a:gdLst>
                          <a:gd name="connsiteX0" fmla="*/ 280 w 112772"/>
                          <a:gd name="connsiteY0" fmla="*/ 16224 h 66016"/>
                          <a:gd name="connsiteX1" fmla="*/ 10281 w 112772"/>
                          <a:gd name="connsiteY1" fmla="*/ 30321 h 66016"/>
                          <a:gd name="connsiteX2" fmla="*/ 49143 w 112772"/>
                          <a:gd name="connsiteY2" fmla="*/ 55563 h 66016"/>
                          <a:gd name="connsiteX3" fmla="*/ 71431 w 112772"/>
                          <a:gd name="connsiteY3" fmla="*/ 62707 h 66016"/>
                          <a:gd name="connsiteX4" fmla="*/ 92958 w 112772"/>
                          <a:gd name="connsiteY4" fmla="*/ 65945 h 66016"/>
                          <a:gd name="connsiteX5" fmla="*/ 112770 w 112772"/>
                          <a:gd name="connsiteY5" fmla="*/ 58134 h 66016"/>
                          <a:gd name="connsiteX6" fmla="*/ 100578 w 112772"/>
                          <a:gd name="connsiteY6" fmla="*/ 47847 h 66016"/>
                          <a:gd name="connsiteX7" fmla="*/ 64859 w 112772"/>
                          <a:gd name="connsiteY7" fmla="*/ 22320 h 66016"/>
                          <a:gd name="connsiteX8" fmla="*/ 26188 w 112772"/>
                          <a:gd name="connsiteY8" fmla="*/ 222 h 66016"/>
                          <a:gd name="connsiteX9" fmla="*/ 280 w 112772"/>
                          <a:gd name="connsiteY9" fmla="*/ 16224 h 660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12772" h="66016">
                            <a:moveTo>
                              <a:pt x="280" y="16224"/>
                            </a:moveTo>
                            <a:cubicBezTo>
                              <a:pt x="1804" y="22797"/>
                              <a:pt x="3899" y="24987"/>
                              <a:pt x="10281" y="30321"/>
                            </a:cubicBezTo>
                            <a:cubicBezTo>
                              <a:pt x="22378" y="40323"/>
                              <a:pt x="32093" y="48419"/>
                              <a:pt x="49143" y="55563"/>
                            </a:cubicBezTo>
                            <a:cubicBezTo>
                              <a:pt x="56287" y="58230"/>
                              <a:pt x="63907" y="60992"/>
                              <a:pt x="71431" y="62707"/>
                            </a:cubicBezTo>
                            <a:cubicBezTo>
                              <a:pt x="79051" y="64421"/>
                              <a:pt x="86481" y="65469"/>
                              <a:pt x="92958" y="65945"/>
                            </a:cubicBezTo>
                            <a:cubicBezTo>
                              <a:pt x="102673" y="66421"/>
                              <a:pt x="112960" y="64611"/>
                              <a:pt x="112770" y="58134"/>
                            </a:cubicBezTo>
                            <a:cubicBezTo>
                              <a:pt x="112580" y="54134"/>
                              <a:pt x="105626" y="51372"/>
                              <a:pt x="100578" y="47847"/>
                            </a:cubicBezTo>
                            <a:cubicBezTo>
                              <a:pt x="88672" y="39180"/>
                              <a:pt x="76385" y="32798"/>
                              <a:pt x="64859" y="22320"/>
                            </a:cubicBezTo>
                            <a:cubicBezTo>
                              <a:pt x="54953" y="14129"/>
                              <a:pt x="44381" y="1651"/>
                              <a:pt x="26188" y="222"/>
                            </a:cubicBezTo>
                            <a:cubicBezTo>
                              <a:pt x="9995" y="-1492"/>
                              <a:pt x="-2006" y="6985"/>
                              <a:pt x="280" y="1622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69" name="Forme libre : forme 10468">
                        <a:extLst>
                          <a:ext uri="{FF2B5EF4-FFF2-40B4-BE49-F238E27FC236}">
                            <a16:creationId xmlns:a16="http://schemas.microsoft.com/office/drawing/2014/main" id="{B70EBE2F-6269-49C4-A213-F14B792D6E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3858" y="2518817"/>
                        <a:ext cx="41403" cy="10358"/>
                      </a:xfrm>
                      <a:custGeom>
                        <a:avLst/>
                        <a:gdLst>
                          <a:gd name="connsiteX0" fmla="*/ 4541 w 41403"/>
                          <a:gd name="connsiteY0" fmla="*/ 1784 h 10358"/>
                          <a:gd name="connsiteX1" fmla="*/ 255 w 41403"/>
                          <a:gd name="connsiteY1" fmla="*/ 3594 h 10358"/>
                          <a:gd name="connsiteX2" fmla="*/ 2731 w 41403"/>
                          <a:gd name="connsiteY2" fmla="*/ 6546 h 10358"/>
                          <a:gd name="connsiteX3" fmla="*/ 9970 w 41403"/>
                          <a:gd name="connsiteY3" fmla="*/ 8070 h 10358"/>
                          <a:gd name="connsiteX4" fmla="*/ 28068 w 41403"/>
                          <a:gd name="connsiteY4" fmla="*/ 10166 h 10358"/>
                          <a:gd name="connsiteX5" fmla="*/ 34735 w 41403"/>
                          <a:gd name="connsiteY5" fmla="*/ 10166 h 10358"/>
                          <a:gd name="connsiteX6" fmla="*/ 32925 w 41403"/>
                          <a:gd name="connsiteY6" fmla="*/ 1022 h 10358"/>
                          <a:gd name="connsiteX7" fmla="*/ 4541 w 41403"/>
                          <a:gd name="connsiteY7" fmla="*/ 1784 h 103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1403" h="10358">
                            <a:moveTo>
                              <a:pt x="4541" y="1784"/>
                            </a:moveTo>
                            <a:cubicBezTo>
                              <a:pt x="2541" y="2165"/>
                              <a:pt x="1112" y="2546"/>
                              <a:pt x="255" y="3594"/>
                            </a:cubicBezTo>
                            <a:cubicBezTo>
                              <a:pt x="-603" y="4641"/>
                              <a:pt x="826" y="5784"/>
                              <a:pt x="2731" y="6546"/>
                            </a:cubicBezTo>
                            <a:cubicBezTo>
                              <a:pt x="4636" y="7308"/>
                              <a:pt x="7684" y="7785"/>
                              <a:pt x="9970" y="8070"/>
                            </a:cubicBezTo>
                            <a:cubicBezTo>
                              <a:pt x="15971" y="8832"/>
                              <a:pt x="22257" y="9880"/>
                              <a:pt x="28068" y="10166"/>
                            </a:cubicBezTo>
                            <a:cubicBezTo>
                              <a:pt x="30449" y="10261"/>
                              <a:pt x="32735" y="10547"/>
                              <a:pt x="34735" y="10166"/>
                            </a:cubicBezTo>
                            <a:cubicBezTo>
                              <a:pt x="43212" y="8737"/>
                              <a:pt x="44641" y="3308"/>
                              <a:pt x="32925" y="1022"/>
                            </a:cubicBezTo>
                            <a:cubicBezTo>
                              <a:pt x="23972" y="-693"/>
                              <a:pt x="12732" y="-121"/>
                              <a:pt x="4541" y="178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70" name="Forme libre : forme 10469">
                        <a:extLst>
                          <a:ext uri="{FF2B5EF4-FFF2-40B4-BE49-F238E27FC236}">
                            <a16:creationId xmlns:a16="http://schemas.microsoft.com/office/drawing/2014/main" id="{2A2A2B45-47DF-4DD1-B1F1-A04825B81C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0408" y="2587466"/>
                        <a:ext cx="64865" cy="4803"/>
                      </a:xfrm>
                      <a:custGeom>
                        <a:avLst/>
                        <a:gdLst>
                          <a:gd name="connsiteX0" fmla="*/ 64865 w 64865"/>
                          <a:gd name="connsiteY0" fmla="*/ 0 h 4803"/>
                          <a:gd name="connsiteX1" fmla="*/ 0 w 64865"/>
                          <a:gd name="connsiteY1" fmla="*/ 2572 h 4803"/>
                          <a:gd name="connsiteX2" fmla="*/ 64865 w 64865"/>
                          <a:gd name="connsiteY2" fmla="*/ 0 h 4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4865" h="4803">
                            <a:moveTo>
                              <a:pt x="64865" y="0"/>
                            </a:moveTo>
                            <a:cubicBezTo>
                              <a:pt x="50864" y="7906"/>
                              <a:pt x="19431" y="4001"/>
                              <a:pt x="0" y="2572"/>
                            </a:cubicBezTo>
                            <a:cubicBezTo>
                              <a:pt x="21050" y="4286"/>
                              <a:pt x="46196" y="2000"/>
                              <a:pt x="6486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71" name="Forme libre : forme 10470">
                        <a:extLst>
                          <a:ext uri="{FF2B5EF4-FFF2-40B4-BE49-F238E27FC236}">
                            <a16:creationId xmlns:a16="http://schemas.microsoft.com/office/drawing/2014/main" id="{6FF593A2-CABA-4069-920A-28193DBDD4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8774" y="2500604"/>
                        <a:ext cx="75056" cy="13233"/>
                      </a:xfrm>
                      <a:custGeom>
                        <a:avLst/>
                        <a:gdLst>
                          <a:gd name="connsiteX0" fmla="*/ 75057 w 75056"/>
                          <a:gd name="connsiteY0" fmla="*/ 1708 h 13233"/>
                          <a:gd name="connsiteX1" fmla="*/ 0 w 75056"/>
                          <a:gd name="connsiteY1" fmla="*/ 13233 h 13233"/>
                          <a:gd name="connsiteX2" fmla="*/ 75057 w 75056"/>
                          <a:gd name="connsiteY2" fmla="*/ 1708 h 13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5056" h="13233">
                            <a:moveTo>
                              <a:pt x="75057" y="1708"/>
                            </a:moveTo>
                            <a:cubicBezTo>
                              <a:pt x="46482" y="-3435"/>
                              <a:pt x="19622" y="3803"/>
                              <a:pt x="0" y="13233"/>
                            </a:cubicBezTo>
                            <a:cubicBezTo>
                              <a:pt x="17812" y="3423"/>
                              <a:pt x="50197" y="279"/>
                              <a:pt x="75057" y="170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72" name="Forme libre : forme 10471">
                        <a:extLst>
                          <a:ext uri="{FF2B5EF4-FFF2-40B4-BE49-F238E27FC236}">
                            <a16:creationId xmlns:a16="http://schemas.microsoft.com/office/drawing/2014/main" id="{31094FE6-5140-4BA9-A63C-42033FA3D9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33212" y="2539966"/>
                        <a:ext cx="34096" cy="16841"/>
                      </a:xfrm>
                      <a:custGeom>
                        <a:avLst/>
                        <a:gdLst>
                          <a:gd name="connsiteX0" fmla="*/ 33484 w 34096"/>
                          <a:gd name="connsiteY0" fmla="*/ 16258 h 16841"/>
                          <a:gd name="connsiteX1" fmla="*/ 12719 w 34096"/>
                          <a:gd name="connsiteY1" fmla="*/ 10734 h 16841"/>
                          <a:gd name="connsiteX2" fmla="*/ 718 w 34096"/>
                          <a:gd name="connsiteY2" fmla="*/ 732 h 16841"/>
                          <a:gd name="connsiteX3" fmla="*/ 10624 w 34096"/>
                          <a:gd name="connsiteY3" fmla="*/ 1304 h 16841"/>
                          <a:gd name="connsiteX4" fmla="*/ 20530 w 34096"/>
                          <a:gd name="connsiteY4" fmla="*/ 5685 h 16841"/>
                          <a:gd name="connsiteX5" fmla="*/ 33484 w 34096"/>
                          <a:gd name="connsiteY5" fmla="*/ 16258 h 168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096" h="16841">
                            <a:moveTo>
                              <a:pt x="33484" y="16258"/>
                            </a:moveTo>
                            <a:cubicBezTo>
                              <a:pt x="29960" y="18735"/>
                              <a:pt x="16815" y="12638"/>
                              <a:pt x="12719" y="10734"/>
                            </a:cubicBezTo>
                            <a:cubicBezTo>
                              <a:pt x="8719" y="8638"/>
                              <a:pt x="-2997" y="3590"/>
                              <a:pt x="718" y="732"/>
                            </a:cubicBezTo>
                            <a:cubicBezTo>
                              <a:pt x="2528" y="-601"/>
                              <a:pt x="6623" y="66"/>
                              <a:pt x="10624" y="1304"/>
                            </a:cubicBezTo>
                            <a:cubicBezTo>
                              <a:pt x="14624" y="2733"/>
                              <a:pt x="18625" y="4733"/>
                              <a:pt x="20530" y="5685"/>
                            </a:cubicBezTo>
                            <a:cubicBezTo>
                              <a:pt x="24340" y="7590"/>
                              <a:pt x="37008" y="13781"/>
                              <a:pt x="33484" y="1625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73" name="Forme libre : forme 10472">
                        <a:extLst>
                          <a:ext uri="{FF2B5EF4-FFF2-40B4-BE49-F238E27FC236}">
                            <a16:creationId xmlns:a16="http://schemas.microsoft.com/office/drawing/2014/main" id="{FCB7DFD0-4F58-4ED8-92E2-6196B8C956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62592" y="2553061"/>
                        <a:ext cx="9731" cy="5144"/>
                      </a:xfrm>
                      <a:custGeom>
                        <a:avLst/>
                        <a:gdLst>
                          <a:gd name="connsiteX0" fmla="*/ 9724 w 9731"/>
                          <a:gd name="connsiteY0" fmla="*/ 4401 h 5144"/>
                          <a:gd name="connsiteX1" fmla="*/ 4675 w 9731"/>
                          <a:gd name="connsiteY1" fmla="*/ 4211 h 5144"/>
                          <a:gd name="connsiteX2" fmla="*/ 8 w 9731"/>
                          <a:gd name="connsiteY2" fmla="*/ 782 h 5144"/>
                          <a:gd name="connsiteX3" fmla="*/ 4961 w 9731"/>
                          <a:gd name="connsiteY3" fmla="*/ 782 h 5144"/>
                          <a:gd name="connsiteX4" fmla="*/ 9724 w 9731"/>
                          <a:gd name="connsiteY4" fmla="*/ 4401 h 51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31" h="5144">
                            <a:moveTo>
                              <a:pt x="9724" y="4401"/>
                            </a:moveTo>
                            <a:cubicBezTo>
                              <a:pt x="9533" y="5830"/>
                              <a:pt x="6295" y="4878"/>
                              <a:pt x="4675" y="4211"/>
                            </a:cubicBezTo>
                            <a:cubicBezTo>
                              <a:pt x="3056" y="3544"/>
                              <a:pt x="-182" y="2211"/>
                              <a:pt x="8" y="782"/>
                            </a:cubicBezTo>
                            <a:cubicBezTo>
                              <a:pt x="199" y="-647"/>
                              <a:pt x="3342" y="210"/>
                              <a:pt x="4961" y="782"/>
                            </a:cubicBezTo>
                            <a:cubicBezTo>
                              <a:pt x="6580" y="1449"/>
                              <a:pt x="9914" y="2973"/>
                              <a:pt x="9724" y="440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74" name="Forme libre : forme 10473">
                        <a:extLst>
                          <a:ext uri="{FF2B5EF4-FFF2-40B4-BE49-F238E27FC236}">
                            <a16:creationId xmlns:a16="http://schemas.microsoft.com/office/drawing/2014/main" id="{34AC6535-4096-448D-89AF-F694C5E1F9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38861" y="2518913"/>
                        <a:ext cx="76573" cy="61716"/>
                      </a:xfrm>
                      <a:custGeom>
                        <a:avLst/>
                        <a:gdLst>
                          <a:gd name="connsiteX0" fmla="*/ 62697 w 76573"/>
                          <a:gd name="connsiteY0" fmla="*/ 35406 h 61716"/>
                          <a:gd name="connsiteX1" fmla="*/ 76508 w 76573"/>
                          <a:gd name="connsiteY1" fmla="*/ 58456 h 61716"/>
                          <a:gd name="connsiteX2" fmla="*/ 68317 w 76573"/>
                          <a:gd name="connsiteY2" fmla="*/ 60742 h 61716"/>
                          <a:gd name="connsiteX3" fmla="*/ 60030 w 76573"/>
                          <a:gd name="connsiteY3" fmla="*/ 53122 h 61716"/>
                          <a:gd name="connsiteX4" fmla="*/ 35360 w 76573"/>
                          <a:gd name="connsiteY4" fmla="*/ 28357 h 61716"/>
                          <a:gd name="connsiteX5" fmla="*/ 12881 w 76573"/>
                          <a:gd name="connsiteY5" fmla="*/ 14641 h 61716"/>
                          <a:gd name="connsiteX6" fmla="*/ 1451 w 76573"/>
                          <a:gd name="connsiteY6" fmla="*/ 1306 h 61716"/>
                          <a:gd name="connsiteX7" fmla="*/ 24597 w 76573"/>
                          <a:gd name="connsiteY7" fmla="*/ 4354 h 61716"/>
                          <a:gd name="connsiteX8" fmla="*/ 37741 w 76573"/>
                          <a:gd name="connsiteY8" fmla="*/ 10545 h 61716"/>
                          <a:gd name="connsiteX9" fmla="*/ 46981 w 76573"/>
                          <a:gd name="connsiteY9" fmla="*/ 16736 h 61716"/>
                          <a:gd name="connsiteX10" fmla="*/ 62697 w 76573"/>
                          <a:gd name="connsiteY10" fmla="*/ 35406 h 617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6573" h="61716">
                            <a:moveTo>
                              <a:pt x="62697" y="35406"/>
                            </a:moveTo>
                            <a:cubicBezTo>
                              <a:pt x="69650" y="43978"/>
                              <a:pt x="74698" y="49693"/>
                              <a:pt x="76508" y="58456"/>
                            </a:cubicBezTo>
                            <a:cubicBezTo>
                              <a:pt x="77175" y="61694"/>
                              <a:pt x="72603" y="62647"/>
                              <a:pt x="68317" y="60742"/>
                            </a:cubicBezTo>
                            <a:cubicBezTo>
                              <a:pt x="64030" y="58837"/>
                              <a:pt x="62125" y="55979"/>
                              <a:pt x="60030" y="53122"/>
                            </a:cubicBezTo>
                            <a:cubicBezTo>
                              <a:pt x="53553" y="43883"/>
                              <a:pt x="45171" y="36548"/>
                              <a:pt x="35360" y="28357"/>
                            </a:cubicBezTo>
                            <a:cubicBezTo>
                              <a:pt x="32407" y="25690"/>
                              <a:pt x="21644" y="20356"/>
                              <a:pt x="12881" y="14641"/>
                            </a:cubicBezTo>
                            <a:cubicBezTo>
                              <a:pt x="4118" y="9021"/>
                              <a:pt x="-3216" y="4068"/>
                              <a:pt x="1451" y="1306"/>
                            </a:cubicBezTo>
                            <a:cubicBezTo>
                              <a:pt x="6023" y="-1456"/>
                              <a:pt x="15453" y="449"/>
                              <a:pt x="24597" y="4354"/>
                            </a:cubicBezTo>
                            <a:cubicBezTo>
                              <a:pt x="29169" y="6164"/>
                              <a:pt x="33741" y="8450"/>
                              <a:pt x="37741" y="10545"/>
                            </a:cubicBezTo>
                            <a:cubicBezTo>
                              <a:pt x="41647" y="12831"/>
                              <a:pt x="44885" y="15117"/>
                              <a:pt x="46981" y="16736"/>
                            </a:cubicBezTo>
                            <a:cubicBezTo>
                              <a:pt x="55363" y="23594"/>
                              <a:pt x="57458" y="28928"/>
                              <a:pt x="62697" y="3540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20" name="Graphique 1">
                      <a:extLst>
                        <a:ext uri="{FF2B5EF4-FFF2-40B4-BE49-F238E27FC236}">
                          <a16:creationId xmlns:a16="http://schemas.microsoft.com/office/drawing/2014/main" id="{558B846F-7ED6-4A4E-9361-0E92B7ED16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21445" y="2576275"/>
                      <a:ext cx="161015" cy="157590"/>
                      <a:chOff x="1021445" y="2576275"/>
                      <a:chExt cx="161015" cy="157590"/>
                    </a:xfrm>
                    <a:solidFill>
                      <a:schemeClr val="accent1"/>
                    </a:solidFill>
                  </p:grpSpPr>
                  <p:sp>
                    <p:nvSpPr>
                      <p:cNvPr id="10451" name="Forme libre : forme 10450">
                        <a:extLst>
                          <a:ext uri="{FF2B5EF4-FFF2-40B4-BE49-F238E27FC236}">
                            <a16:creationId xmlns:a16="http://schemas.microsoft.com/office/drawing/2014/main" id="{D6972505-CA93-45DF-A069-87E196E916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1445" y="2576275"/>
                        <a:ext cx="161015" cy="157590"/>
                      </a:xfrm>
                      <a:custGeom>
                        <a:avLst/>
                        <a:gdLst>
                          <a:gd name="connsiteX0" fmla="*/ 79268 w 161015"/>
                          <a:gd name="connsiteY0" fmla="*/ 131587 h 157590"/>
                          <a:gd name="connsiteX1" fmla="*/ 31166 w 161015"/>
                          <a:gd name="connsiteY1" fmla="*/ 77485 h 157590"/>
                          <a:gd name="connsiteX2" fmla="*/ 25642 w 161015"/>
                          <a:gd name="connsiteY2" fmla="*/ 70532 h 157590"/>
                          <a:gd name="connsiteX3" fmla="*/ 20308 w 161015"/>
                          <a:gd name="connsiteY3" fmla="*/ 63579 h 157590"/>
                          <a:gd name="connsiteX4" fmla="*/ 11735 w 161015"/>
                          <a:gd name="connsiteY4" fmla="*/ 49577 h 157590"/>
                          <a:gd name="connsiteX5" fmla="*/ 496 w 161015"/>
                          <a:gd name="connsiteY5" fmla="*/ 18811 h 157590"/>
                          <a:gd name="connsiteX6" fmla="*/ 12307 w 161015"/>
                          <a:gd name="connsiteY6" fmla="*/ 713 h 157590"/>
                          <a:gd name="connsiteX7" fmla="*/ 48121 w 161015"/>
                          <a:gd name="connsiteY7" fmla="*/ 3380 h 157590"/>
                          <a:gd name="connsiteX8" fmla="*/ 67266 w 161015"/>
                          <a:gd name="connsiteY8" fmla="*/ 11762 h 157590"/>
                          <a:gd name="connsiteX9" fmla="*/ 87745 w 161015"/>
                          <a:gd name="connsiteY9" fmla="*/ 27574 h 157590"/>
                          <a:gd name="connsiteX10" fmla="*/ 131274 w 161015"/>
                          <a:gd name="connsiteY10" fmla="*/ 77199 h 157590"/>
                          <a:gd name="connsiteX11" fmla="*/ 160325 w 161015"/>
                          <a:gd name="connsiteY11" fmla="*/ 135969 h 157590"/>
                          <a:gd name="connsiteX12" fmla="*/ 152229 w 161015"/>
                          <a:gd name="connsiteY12" fmla="*/ 155590 h 157590"/>
                          <a:gd name="connsiteX13" fmla="*/ 135179 w 161015"/>
                          <a:gd name="connsiteY13" fmla="*/ 157590 h 157590"/>
                          <a:gd name="connsiteX14" fmla="*/ 117368 w 161015"/>
                          <a:gd name="connsiteY14" fmla="*/ 154637 h 157590"/>
                          <a:gd name="connsiteX15" fmla="*/ 98508 w 161015"/>
                          <a:gd name="connsiteY15" fmla="*/ 146255 h 157590"/>
                          <a:gd name="connsiteX16" fmla="*/ 79268 w 161015"/>
                          <a:gd name="connsiteY16" fmla="*/ 131587 h 1575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61015" h="157590">
                            <a:moveTo>
                              <a:pt x="79268" y="131587"/>
                            </a:moveTo>
                            <a:cubicBezTo>
                              <a:pt x="65171" y="119204"/>
                              <a:pt x="39929" y="88153"/>
                              <a:pt x="31166" y="77485"/>
                            </a:cubicBezTo>
                            <a:cubicBezTo>
                              <a:pt x="29071" y="75199"/>
                              <a:pt x="27261" y="72818"/>
                              <a:pt x="25642" y="70532"/>
                            </a:cubicBezTo>
                            <a:cubicBezTo>
                              <a:pt x="23737" y="68246"/>
                              <a:pt x="21927" y="65960"/>
                              <a:pt x="20308" y="63579"/>
                            </a:cubicBezTo>
                            <a:cubicBezTo>
                              <a:pt x="17355" y="58816"/>
                              <a:pt x="14021" y="54339"/>
                              <a:pt x="11735" y="49577"/>
                            </a:cubicBezTo>
                            <a:cubicBezTo>
                              <a:pt x="6973" y="39957"/>
                              <a:pt x="3544" y="30146"/>
                              <a:pt x="496" y="18811"/>
                            </a:cubicBezTo>
                            <a:cubicBezTo>
                              <a:pt x="-1790" y="11191"/>
                              <a:pt x="4115" y="1952"/>
                              <a:pt x="12307" y="713"/>
                            </a:cubicBezTo>
                            <a:cubicBezTo>
                              <a:pt x="23927" y="-430"/>
                              <a:pt x="35834" y="-620"/>
                              <a:pt x="48121" y="3380"/>
                            </a:cubicBezTo>
                            <a:cubicBezTo>
                              <a:pt x="54312" y="5095"/>
                              <a:pt x="60694" y="7762"/>
                              <a:pt x="67266" y="11762"/>
                            </a:cubicBezTo>
                            <a:cubicBezTo>
                              <a:pt x="73838" y="15287"/>
                              <a:pt x="80696" y="21002"/>
                              <a:pt x="87745" y="27574"/>
                            </a:cubicBezTo>
                            <a:cubicBezTo>
                              <a:pt x="101461" y="41576"/>
                              <a:pt x="120987" y="65769"/>
                              <a:pt x="131274" y="77199"/>
                            </a:cubicBezTo>
                            <a:cubicBezTo>
                              <a:pt x="150229" y="98345"/>
                              <a:pt x="154039" y="114728"/>
                              <a:pt x="160325" y="135969"/>
                            </a:cubicBezTo>
                            <a:cubicBezTo>
                              <a:pt x="162421" y="143303"/>
                              <a:pt x="159754" y="153780"/>
                              <a:pt x="152229" y="155590"/>
                            </a:cubicBezTo>
                            <a:cubicBezTo>
                              <a:pt x="146800" y="156828"/>
                              <a:pt x="141180" y="157590"/>
                              <a:pt x="135179" y="157590"/>
                            </a:cubicBezTo>
                            <a:cubicBezTo>
                              <a:pt x="129274" y="157495"/>
                              <a:pt x="123559" y="156352"/>
                              <a:pt x="117368" y="154637"/>
                            </a:cubicBezTo>
                            <a:cubicBezTo>
                              <a:pt x="110986" y="152923"/>
                              <a:pt x="104890" y="150066"/>
                              <a:pt x="98508" y="146255"/>
                            </a:cubicBezTo>
                            <a:cubicBezTo>
                              <a:pt x="92031" y="142446"/>
                              <a:pt x="85745" y="137493"/>
                              <a:pt x="79268" y="13158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52" name="Forme libre : forme 10451">
                        <a:extLst>
                          <a:ext uri="{FF2B5EF4-FFF2-40B4-BE49-F238E27FC236}">
                            <a16:creationId xmlns:a16="http://schemas.microsoft.com/office/drawing/2014/main" id="{EE225334-79C3-4486-A0A2-175B27DB82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1541" y="2585370"/>
                        <a:ext cx="152609" cy="148081"/>
                      </a:xfrm>
                      <a:custGeom>
                        <a:avLst/>
                        <a:gdLst>
                          <a:gd name="connsiteX0" fmla="*/ 57836 w 152609"/>
                          <a:gd name="connsiteY0" fmla="*/ 57817 h 148081"/>
                          <a:gd name="connsiteX1" fmla="*/ 1448 w 152609"/>
                          <a:gd name="connsiteY1" fmla="*/ 0 h 148081"/>
                          <a:gd name="connsiteX2" fmla="*/ 496 w 152609"/>
                          <a:gd name="connsiteY2" fmla="*/ 9525 h 148081"/>
                          <a:gd name="connsiteX3" fmla="*/ 3829 w 152609"/>
                          <a:gd name="connsiteY3" fmla="*/ 20764 h 148081"/>
                          <a:gd name="connsiteX4" fmla="*/ 9735 w 152609"/>
                          <a:gd name="connsiteY4" fmla="*/ 35719 h 148081"/>
                          <a:gd name="connsiteX5" fmla="*/ 17641 w 152609"/>
                          <a:gd name="connsiteY5" fmla="*/ 50006 h 148081"/>
                          <a:gd name="connsiteX6" fmla="*/ 31166 w 152609"/>
                          <a:gd name="connsiteY6" fmla="*/ 68199 h 148081"/>
                          <a:gd name="connsiteX7" fmla="*/ 37643 w 152609"/>
                          <a:gd name="connsiteY7" fmla="*/ 76010 h 148081"/>
                          <a:gd name="connsiteX8" fmla="*/ 74981 w 152609"/>
                          <a:gd name="connsiteY8" fmla="*/ 118301 h 148081"/>
                          <a:gd name="connsiteX9" fmla="*/ 79267 w 152609"/>
                          <a:gd name="connsiteY9" fmla="*/ 122301 h 148081"/>
                          <a:gd name="connsiteX10" fmla="*/ 106509 w 152609"/>
                          <a:gd name="connsiteY10" fmla="*/ 141065 h 148081"/>
                          <a:gd name="connsiteX11" fmla="*/ 124606 w 152609"/>
                          <a:gd name="connsiteY11" fmla="*/ 146780 h 148081"/>
                          <a:gd name="connsiteX12" fmla="*/ 133084 w 152609"/>
                          <a:gd name="connsiteY12" fmla="*/ 148019 h 148081"/>
                          <a:gd name="connsiteX13" fmla="*/ 141656 w 152609"/>
                          <a:gd name="connsiteY13" fmla="*/ 147923 h 148081"/>
                          <a:gd name="connsiteX14" fmla="*/ 152229 w 152609"/>
                          <a:gd name="connsiteY14" fmla="*/ 146304 h 148081"/>
                          <a:gd name="connsiteX15" fmla="*/ 152610 w 152609"/>
                          <a:gd name="connsiteY15" fmla="*/ 146209 h 148081"/>
                          <a:gd name="connsiteX16" fmla="*/ 57836 w 152609"/>
                          <a:gd name="connsiteY16" fmla="*/ 57817 h 1480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52609" h="148081">
                            <a:moveTo>
                              <a:pt x="57836" y="57817"/>
                            </a:moveTo>
                            <a:cubicBezTo>
                              <a:pt x="39358" y="37624"/>
                              <a:pt x="15164" y="21050"/>
                              <a:pt x="1448" y="0"/>
                            </a:cubicBezTo>
                            <a:cubicBezTo>
                              <a:pt x="19" y="3048"/>
                              <a:pt x="-457" y="6382"/>
                              <a:pt x="496" y="9525"/>
                            </a:cubicBezTo>
                            <a:cubicBezTo>
                              <a:pt x="1639" y="13430"/>
                              <a:pt x="2782" y="17240"/>
                              <a:pt x="3829" y="20764"/>
                            </a:cubicBezTo>
                            <a:cubicBezTo>
                              <a:pt x="5449" y="26003"/>
                              <a:pt x="7449" y="30861"/>
                              <a:pt x="9735" y="35719"/>
                            </a:cubicBezTo>
                            <a:cubicBezTo>
                              <a:pt x="11830" y="40672"/>
                              <a:pt x="14402" y="45434"/>
                              <a:pt x="17641" y="50006"/>
                            </a:cubicBezTo>
                            <a:cubicBezTo>
                              <a:pt x="21355" y="56197"/>
                              <a:pt x="26213" y="62198"/>
                              <a:pt x="31166" y="68199"/>
                            </a:cubicBezTo>
                            <a:cubicBezTo>
                              <a:pt x="32785" y="70009"/>
                              <a:pt x="35167" y="73152"/>
                              <a:pt x="37643" y="76010"/>
                            </a:cubicBezTo>
                            <a:cubicBezTo>
                              <a:pt x="47549" y="88106"/>
                              <a:pt x="63551" y="106966"/>
                              <a:pt x="74981" y="118301"/>
                            </a:cubicBezTo>
                            <a:cubicBezTo>
                              <a:pt x="76505" y="119729"/>
                              <a:pt x="78029" y="121063"/>
                              <a:pt x="79267" y="122301"/>
                            </a:cubicBezTo>
                            <a:cubicBezTo>
                              <a:pt x="88316" y="130778"/>
                              <a:pt x="97746" y="136779"/>
                              <a:pt x="106509" y="141065"/>
                            </a:cubicBezTo>
                            <a:cubicBezTo>
                              <a:pt x="112510" y="143923"/>
                              <a:pt x="118891" y="145542"/>
                              <a:pt x="124606" y="146780"/>
                            </a:cubicBezTo>
                            <a:cubicBezTo>
                              <a:pt x="127464" y="147352"/>
                              <a:pt x="130321" y="147733"/>
                              <a:pt x="133084" y="148019"/>
                            </a:cubicBezTo>
                            <a:cubicBezTo>
                              <a:pt x="135941" y="148114"/>
                              <a:pt x="138894" y="148114"/>
                              <a:pt x="141656" y="147923"/>
                            </a:cubicBezTo>
                            <a:cubicBezTo>
                              <a:pt x="145276" y="147638"/>
                              <a:pt x="148800" y="147066"/>
                              <a:pt x="152229" y="146304"/>
                            </a:cubicBezTo>
                            <a:lnTo>
                              <a:pt x="152610" y="146209"/>
                            </a:lnTo>
                            <a:cubicBezTo>
                              <a:pt x="114129" y="123825"/>
                              <a:pt x="85935" y="87344"/>
                              <a:pt x="57836" y="5781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53" name="Forme libre : forme 10452">
                        <a:extLst>
                          <a:ext uri="{FF2B5EF4-FFF2-40B4-BE49-F238E27FC236}">
                            <a16:creationId xmlns:a16="http://schemas.microsoft.com/office/drawing/2014/main" id="{C508D2A3-CB61-44B0-B5A8-0CE9637E6E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9122" y="2628621"/>
                        <a:ext cx="69111" cy="75475"/>
                      </a:xfrm>
                      <a:custGeom>
                        <a:avLst/>
                        <a:gdLst>
                          <a:gd name="connsiteX0" fmla="*/ 68168 w 69111"/>
                          <a:gd name="connsiteY0" fmla="*/ 73907 h 75475"/>
                          <a:gd name="connsiteX1" fmla="*/ 45975 w 69111"/>
                          <a:gd name="connsiteY1" fmla="*/ 67144 h 75475"/>
                          <a:gd name="connsiteX2" fmla="*/ 22543 w 69111"/>
                          <a:gd name="connsiteY2" fmla="*/ 45998 h 75475"/>
                          <a:gd name="connsiteX3" fmla="*/ 5874 w 69111"/>
                          <a:gd name="connsiteY3" fmla="*/ 22662 h 75475"/>
                          <a:gd name="connsiteX4" fmla="*/ 1778 w 69111"/>
                          <a:gd name="connsiteY4" fmla="*/ 1421 h 75475"/>
                          <a:gd name="connsiteX5" fmla="*/ 21686 w 69111"/>
                          <a:gd name="connsiteY5" fmla="*/ 9042 h 75475"/>
                          <a:gd name="connsiteX6" fmla="*/ 40926 w 69111"/>
                          <a:gd name="connsiteY6" fmla="*/ 29330 h 75475"/>
                          <a:gd name="connsiteX7" fmla="*/ 59310 w 69111"/>
                          <a:gd name="connsiteY7" fmla="*/ 52380 h 75475"/>
                          <a:gd name="connsiteX8" fmla="*/ 68168 w 69111"/>
                          <a:gd name="connsiteY8" fmla="*/ 73907 h 754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9111" h="75475">
                            <a:moveTo>
                              <a:pt x="68168" y="73907"/>
                            </a:moveTo>
                            <a:cubicBezTo>
                              <a:pt x="65215" y="77812"/>
                              <a:pt x="55500" y="74002"/>
                              <a:pt x="45975" y="67144"/>
                            </a:cubicBezTo>
                            <a:cubicBezTo>
                              <a:pt x="36354" y="60381"/>
                              <a:pt x="27020" y="50951"/>
                              <a:pt x="22543" y="45998"/>
                            </a:cubicBezTo>
                            <a:cubicBezTo>
                              <a:pt x="18161" y="41045"/>
                              <a:pt x="10827" y="31616"/>
                              <a:pt x="5874" y="22662"/>
                            </a:cubicBezTo>
                            <a:cubicBezTo>
                              <a:pt x="921" y="13709"/>
                              <a:pt x="-2127" y="5422"/>
                              <a:pt x="1778" y="1421"/>
                            </a:cubicBezTo>
                            <a:cubicBezTo>
                              <a:pt x="5589" y="-2484"/>
                              <a:pt x="13875" y="2183"/>
                              <a:pt x="21686" y="9042"/>
                            </a:cubicBezTo>
                            <a:cubicBezTo>
                              <a:pt x="29496" y="15995"/>
                              <a:pt x="37116" y="24662"/>
                              <a:pt x="40926" y="29330"/>
                            </a:cubicBezTo>
                            <a:cubicBezTo>
                              <a:pt x="44832" y="33902"/>
                              <a:pt x="52642" y="43522"/>
                              <a:pt x="59310" y="52380"/>
                            </a:cubicBezTo>
                            <a:cubicBezTo>
                              <a:pt x="65786" y="61524"/>
                              <a:pt x="71406" y="69716"/>
                              <a:pt x="68168" y="7390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54" name="Forme libre : forme 10453">
                        <a:extLst>
                          <a:ext uri="{FF2B5EF4-FFF2-40B4-BE49-F238E27FC236}">
                            <a16:creationId xmlns:a16="http://schemas.microsoft.com/office/drawing/2014/main" id="{E16C723A-24BC-4187-ACAA-623EC0EF4F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9388" y="2627817"/>
                        <a:ext cx="38470" cy="61852"/>
                      </a:xfrm>
                      <a:custGeom>
                        <a:avLst/>
                        <a:gdLst>
                          <a:gd name="connsiteX0" fmla="*/ 22563 w 38470"/>
                          <a:gd name="connsiteY0" fmla="*/ 11275 h 61852"/>
                          <a:gd name="connsiteX1" fmla="*/ 1132 w 38470"/>
                          <a:gd name="connsiteY1" fmla="*/ 1845 h 61852"/>
                          <a:gd name="connsiteX2" fmla="*/ 22659 w 38470"/>
                          <a:gd name="connsiteY2" fmla="*/ 47184 h 61852"/>
                          <a:gd name="connsiteX3" fmla="*/ 38470 w 38470"/>
                          <a:gd name="connsiteY3" fmla="*/ 61853 h 61852"/>
                          <a:gd name="connsiteX4" fmla="*/ 31041 w 38470"/>
                          <a:gd name="connsiteY4" fmla="*/ 52994 h 61852"/>
                          <a:gd name="connsiteX5" fmla="*/ 22563 w 38470"/>
                          <a:gd name="connsiteY5" fmla="*/ 11275 h 61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470" h="61852">
                            <a:moveTo>
                              <a:pt x="22563" y="11275"/>
                            </a:moveTo>
                            <a:cubicBezTo>
                              <a:pt x="17229" y="7751"/>
                              <a:pt x="4561" y="-4632"/>
                              <a:pt x="1132" y="1845"/>
                            </a:cubicBezTo>
                            <a:cubicBezTo>
                              <a:pt x="-4392" y="11846"/>
                              <a:pt x="11514" y="34325"/>
                              <a:pt x="22659" y="47184"/>
                            </a:cubicBezTo>
                            <a:cubicBezTo>
                              <a:pt x="25992" y="50803"/>
                              <a:pt x="33803" y="58614"/>
                              <a:pt x="38470" y="61853"/>
                            </a:cubicBezTo>
                            <a:cubicBezTo>
                              <a:pt x="36184" y="59567"/>
                              <a:pt x="32565" y="55661"/>
                              <a:pt x="31041" y="52994"/>
                            </a:cubicBezTo>
                            <a:cubicBezTo>
                              <a:pt x="22182" y="38230"/>
                              <a:pt x="14181" y="19847"/>
                              <a:pt x="22563" y="1127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55" name="Forme libre : forme 10454">
                        <a:extLst>
                          <a:ext uri="{FF2B5EF4-FFF2-40B4-BE49-F238E27FC236}">
                            <a16:creationId xmlns:a16="http://schemas.microsoft.com/office/drawing/2014/main" id="{46ACD8EE-B402-4EB7-BC99-7602F4B71F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0431" y="2634244"/>
                        <a:ext cx="70781" cy="74782"/>
                      </a:xfrm>
                      <a:custGeom>
                        <a:avLst/>
                        <a:gdLst>
                          <a:gd name="connsiteX0" fmla="*/ 69336 w 70781"/>
                          <a:gd name="connsiteY0" fmla="*/ 73712 h 74782"/>
                          <a:gd name="connsiteX1" fmla="*/ 45904 w 70781"/>
                          <a:gd name="connsiteY1" fmla="*/ 66474 h 74782"/>
                          <a:gd name="connsiteX2" fmla="*/ 22282 w 70781"/>
                          <a:gd name="connsiteY2" fmla="*/ 45995 h 74782"/>
                          <a:gd name="connsiteX3" fmla="*/ 1804 w 70781"/>
                          <a:gd name="connsiteY3" fmla="*/ 1608 h 74782"/>
                          <a:gd name="connsiteX4" fmla="*/ 40761 w 70781"/>
                          <a:gd name="connsiteY4" fmla="*/ 29326 h 74782"/>
                          <a:gd name="connsiteX5" fmla="*/ 49238 w 70781"/>
                          <a:gd name="connsiteY5" fmla="*/ 39327 h 74782"/>
                          <a:gd name="connsiteX6" fmla="*/ 60478 w 70781"/>
                          <a:gd name="connsiteY6" fmla="*/ 53043 h 74782"/>
                          <a:gd name="connsiteX7" fmla="*/ 69336 w 70781"/>
                          <a:gd name="connsiteY7" fmla="*/ 73712 h 747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0781" h="74782">
                            <a:moveTo>
                              <a:pt x="69336" y="73712"/>
                            </a:moveTo>
                            <a:cubicBezTo>
                              <a:pt x="64954" y="76856"/>
                              <a:pt x="55620" y="72665"/>
                              <a:pt x="45904" y="66474"/>
                            </a:cubicBezTo>
                            <a:cubicBezTo>
                              <a:pt x="36570" y="59996"/>
                              <a:pt x="27140" y="51234"/>
                              <a:pt x="22282" y="45995"/>
                            </a:cubicBezTo>
                            <a:cubicBezTo>
                              <a:pt x="12090" y="35327"/>
                              <a:pt x="-5721" y="9609"/>
                              <a:pt x="1804" y="1608"/>
                            </a:cubicBezTo>
                            <a:cubicBezTo>
                              <a:pt x="9519" y="-6964"/>
                              <a:pt x="33522" y="21135"/>
                              <a:pt x="40761" y="29326"/>
                            </a:cubicBezTo>
                            <a:cubicBezTo>
                              <a:pt x="42666" y="31421"/>
                              <a:pt x="45714" y="35041"/>
                              <a:pt x="49238" y="39327"/>
                            </a:cubicBezTo>
                            <a:cubicBezTo>
                              <a:pt x="52857" y="43423"/>
                              <a:pt x="56953" y="48281"/>
                              <a:pt x="60478" y="53043"/>
                            </a:cubicBezTo>
                            <a:cubicBezTo>
                              <a:pt x="68002" y="61806"/>
                              <a:pt x="73527" y="70855"/>
                              <a:pt x="69336" y="7371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56" name="Forme libre : forme 10455">
                        <a:extLst>
                          <a:ext uri="{FF2B5EF4-FFF2-40B4-BE49-F238E27FC236}">
                            <a16:creationId xmlns:a16="http://schemas.microsoft.com/office/drawing/2014/main" id="{AF1F2B6E-AF8C-4482-A8EA-80BFA54217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5117" y="2593118"/>
                        <a:ext cx="76815" cy="106271"/>
                      </a:xfrm>
                      <a:custGeom>
                        <a:avLst/>
                        <a:gdLst>
                          <a:gd name="connsiteX0" fmla="*/ 732 w 76815"/>
                          <a:gd name="connsiteY0" fmla="*/ 8254 h 106271"/>
                          <a:gd name="connsiteX1" fmla="*/ 3303 w 76815"/>
                          <a:gd name="connsiteY1" fmla="*/ 25209 h 106271"/>
                          <a:gd name="connsiteX2" fmla="*/ 11114 w 76815"/>
                          <a:gd name="connsiteY2" fmla="*/ 44830 h 106271"/>
                          <a:gd name="connsiteX3" fmla="*/ 15019 w 76815"/>
                          <a:gd name="connsiteY3" fmla="*/ 54069 h 106271"/>
                          <a:gd name="connsiteX4" fmla="*/ 21020 w 76815"/>
                          <a:gd name="connsiteY4" fmla="*/ 64832 h 106271"/>
                          <a:gd name="connsiteX5" fmla="*/ 54453 w 76815"/>
                          <a:gd name="connsiteY5" fmla="*/ 99885 h 106271"/>
                          <a:gd name="connsiteX6" fmla="*/ 76551 w 76815"/>
                          <a:gd name="connsiteY6" fmla="*/ 102932 h 106271"/>
                          <a:gd name="connsiteX7" fmla="*/ 69788 w 76815"/>
                          <a:gd name="connsiteY7" fmla="*/ 87693 h 106271"/>
                          <a:gd name="connsiteX8" fmla="*/ 53024 w 76815"/>
                          <a:gd name="connsiteY8" fmla="*/ 46830 h 106271"/>
                          <a:gd name="connsiteX9" fmla="*/ 47595 w 76815"/>
                          <a:gd name="connsiteY9" fmla="*/ 26256 h 106271"/>
                          <a:gd name="connsiteX10" fmla="*/ 31593 w 76815"/>
                          <a:gd name="connsiteY10" fmla="*/ 6254 h 106271"/>
                          <a:gd name="connsiteX11" fmla="*/ 732 w 76815"/>
                          <a:gd name="connsiteY11" fmla="*/ 8254 h 1062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76815" h="106271">
                            <a:moveTo>
                              <a:pt x="732" y="8254"/>
                            </a:moveTo>
                            <a:cubicBezTo>
                              <a:pt x="-792" y="14922"/>
                              <a:pt x="65" y="17970"/>
                              <a:pt x="3303" y="25209"/>
                            </a:cubicBezTo>
                            <a:cubicBezTo>
                              <a:pt x="6351" y="32162"/>
                              <a:pt x="8447" y="38734"/>
                              <a:pt x="11114" y="44830"/>
                            </a:cubicBezTo>
                            <a:cubicBezTo>
                              <a:pt x="12257" y="47973"/>
                              <a:pt x="13495" y="51021"/>
                              <a:pt x="15019" y="54069"/>
                            </a:cubicBezTo>
                            <a:cubicBezTo>
                              <a:pt x="16638" y="57308"/>
                              <a:pt x="18639" y="61118"/>
                              <a:pt x="21020" y="64832"/>
                            </a:cubicBezTo>
                            <a:cubicBezTo>
                              <a:pt x="29211" y="77977"/>
                              <a:pt x="42070" y="91979"/>
                              <a:pt x="54453" y="99885"/>
                            </a:cubicBezTo>
                            <a:cubicBezTo>
                              <a:pt x="63597" y="105885"/>
                              <a:pt x="74265" y="109124"/>
                              <a:pt x="76551" y="102932"/>
                            </a:cubicBezTo>
                            <a:cubicBezTo>
                              <a:pt x="78075" y="99027"/>
                              <a:pt x="72645" y="93407"/>
                              <a:pt x="69788" y="87693"/>
                            </a:cubicBezTo>
                            <a:cubicBezTo>
                              <a:pt x="62930" y="74357"/>
                              <a:pt x="56548" y="61785"/>
                              <a:pt x="53024" y="46830"/>
                            </a:cubicBezTo>
                            <a:cubicBezTo>
                              <a:pt x="51595" y="40449"/>
                              <a:pt x="50166" y="33400"/>
                              <a:pt x="47595" y="26256"/>
                            </a:cubicBezTo>
                            <a:cubicBezTo>
                              <a:pt x="44356" y="19113"/>
                              <a:pt x="39594" y="11493"/>
                              <a:pt x="31593" y="6254"/>
                            </a:cubicBezTo>
                            <a:cubicBezTo>
                              <a:pt x="17210" y="-3652"/>
                              <a:pt x="2541" y="-890"/>
                              <a:pt x="732" y="825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57" name="Forme libre : forme 10456">
                        <a:extLst>
                          <a:ext uri="{FF2B5EF4-FFF2-40B4-BE49-F238E27FC236}">
                            <a16:creationId xmlns:a16="http://schemas.microsoft.com/office/drawing/2014/main" id="{92EB9AF5-298F-4687-946C-180EC7DF5C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1197" y="2607118"/>
                        <a:ext cx="35151" cy="26580"/>
                      </a:xfrm>
                      <a:custGeom>
                        <a:avLst/>
                        <a:gdLst>
                          <a:gd name="connsiteX0" fmla="*/ 5322 w 35151"/>
                          <a:gd name="connsiteY0" fmla="*/ 826 h 26580"/>
                          <a:gd name="connsiteX1" fmla="*/ 655 w 35151"/>
                          <a:gd name="connsiteY1" fmla="*/ 255 h 26580"/>
                          <a:gd name="connsiteX2" fmla="*/ 1417 w 35151"/>
                          <a:gd name="connsiteY2" fmla="*/ 4065 h 26580"/>
                          <a:gd name="connsiteX3" fmla="*/ 7036 w 35151"/>
                          <a:gd name="connsiteY3" fmla="*/ 9208 h 26580"/>
                          <a:gd name="connsiteX4" fmla="*/ 21419 w 35151"/>
                          <a:gd name="connsiteY4" fmla="*/ 21210 h 26580"/>
                          <a:gd name="connsiteX5" fmla="*/ 26944 w 35151"/>
                          <a:gd name="connsiteY5" fmla="*/ 25115 h 26580"/>
                          <a:gd name="connsiteX6" fmla="*/ 30659 w 35151"/>
                          <a:gd name="connsiteY6" fmla="*/ 16543 h 26580"/>
                          <a:gd name="connsiteX7" fmla="*/ 5322 w 35151"/>
                          <a:gd name="connsiteY7" fmla="*/ 826 h 265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151" h="26580">
                            <a:moveTo>
                              <a:pt x="5322" y="826"/>
                            </a:moveTo>
                            <a:cubicBezTo>
                              <a:pt x="3322" y="160"/>
                              <a:pt x="1893" y="-317"/>
                              <a:pt x="655" y="255"/>
                            </a:cubicBezTo>
                            <a:cubicBezTo>
                              <a:pt x="-583" y="731"/>
                              <a:pt x="83" y="2446"/>
                              <a:pt x="1417" y="4065"/>
                            </a:cubicBezTo>
                            <a:cubicBezTo>
                              <a:pt x="2750" y="5684"/>
                              <a:pt x="5227" y="7589"/>
                              <a:pt x="7036" y="9208"/>
                            </a:cubicBezTo>
                            <a:cubicBezTo>
                              <a:pt x="11704" y="13114"/>
                              <a:pt x="16657" y="17209"/>
                              <a:pt x="21419" y="21210"/>
                            </a:cubicBezTo>
                            <a:cubicBezTo>
                              <a:pt x="23324" y="22734"/>
                              <a:pt x="25039" y="24258"/>
                              <a:pt x="26944" y="25115"/>
                            </a:cubicBezTo>
                            <a:cubicBezTo>
                              <a:pt x="34469" y="28830"/>
                              <a:pt x="39040" y="25306"/>
                              <a:pt x="30659" y="16543"/>
                            </a:cubicBezTo>
                            <a:cubicBezTo>
                              <a:pt x="24467" y="9971"/>
                              <a:pt x="13323" y="3398"/>
                              <a:pt x="5322" y="82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58" name="Forme libre : forme 10457">
                        <a:extLst>
                          <a:ext uri="{FF2B5EF4-FFF2-40B4-BE49-F238E27FC236}">
                            <a16:creationId xmlns:a16="http://schemas.microsoft.com/office/drawing/2014/main" id="{7CDE0117-788B-46DC-9E74-9D7D6586DB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03856" y="2708528"/>
                        <a:ext cx="68770" cy="21653"/>
                      </a:xfrm>
                      <a:custGeom>
                        <a:avLst/>
                        <a:gdLst>
                          <a:gd name="connsiteX0" fmla="*/ 68771 w 68770"/>
                          <a:gd name="connsiteY0" fmla="*/ 19241 h 21653"/>
                          <a:gd name="connsiteX1" fmla="*/ 54292 w 68770"/>
                          <a:gd name="connsiteY1" fmla="*/ 21622 h 21653"/>
                          <a:gd name="connsiteX2" fmla="*/ 35814 w 68770"/>
                          <a:gd name="connsiteY2" fmla="*/ 17621 h 21653"/>
                          <a:gd name="connsiteX3" fmla="*/ 0 w 68770"/>
                          <a:gd name="connsiteY3" fmla="*/ 0 h 21653"/>
                          <a:gd name="connsiteX4" fmla="*/ 68771 w 68770"/>
                          <a:gd name="connsiteY4" fmla="*/ 19241 h 216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8770" h="21653">
                            <a:moveTo>
                              <a:pt x="68771" y="19241"/>
                            </a:moveTo>
                            <a:cubicBezTo>
                              <a:pt x="65056" y="21146"/>
                              <a:pt x="60103" y="21812"/>
                              <a:pt x="54292" y="21622"/>
                            </a:cubicBezTo>
                            <a:cubicBezTo>
                              <a:pt x="48673" y="21241"/>
                              <a:pt x="42482" y="19717"/>
                              <a:pt x="35814" y="17621"/>
                            </a:cubicBezTo>
                            <a:cubicBezTo>
                              <a:pt x="22860" y="13335"/>
                              <a:pt x="9525" y="6096"/>
                              <a:pt x="0" y="0"/>
                            </a:cubicBezTo>
                            <a:cubicBezTo>
                              <a:pt x="21050" y="13430"/>
                              <a:pt x="49149" y="20765"/>
                              <a:pt x="68771" y="1924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59" name="Forme libre : forme 10458">
                        <a:extLst>
                          <a:ext uri="{FF2B5EF4-FFF2-40B4-BE49-F238E27FC236}">
                            <a16:creationId xmlns:a16="http://schemas.microsoft.com/office/drawing/2014/main" id="{DC42DB72-35B1-49FF-915F-D6063DBC7F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4133" y="2579118"/>
                        <a:ext cx="75152" cy="28255"/>
                      </a:xfrm>
                      <a:custGeom>
                        <a:avLst/>
                        <a:gdLst>
                          <a:gd name="connsiteX0" fmla="*/ 75152 w 75152"/>
                          <a:gd name="connsiteY0" fmla="*/ 28255 h 28255"/>
                          <a:gd name="connsiteX1" fmla="*/ 56197 w 75152"/>
                          <a:gd name="connsiteY1" fmla="*/ 13682 h 28255"/>
                          <a:gd name="connsiteX2" fmla="*/ 36481 w 75152"/>
                          <a:gd name="connsiteY2" fmla="*/ 5109 h 28255"/>
                          <a:gd name="connsiteX3" fmla="*/ 0 w 75152"/>
                          <a:gd name="connsiteY3" fmla="*/ 157 h 28255"/>
                          <a:gd name="connsiteX4" fmla="*/ 75152 w 75152"/>
                          <a:gd name="connsiteY4" fmla="*/ 28255 h 282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5152" h="28255">
                            <a:moveTo>
                              <a:pt x="75152" y="28255"/>
                            </a:moveTo>
                            <a:cubicBezTo>
                              <a:pt x="69533" y="22921"/>
                              <a:pt x="62675" y="17206"/>
                              <a:pt x="56197" y="13682"/>
                            </a:cubicBezTo>
                            <a:cubicBezTo>
                              <a:pt x="49625" y="10062"/>
                              <a:pt x="43053" y="6824"/>
                              <a:pt x="36481" y="5109"/>
                            </a:cubicBezTo>
                            <a:cubicBezTo>
                              <a:pt x="23527" y="823"/>
                              <a:pt x="10858" y="157"/>
                              <a:pt x="0" y="157"/>
                            </a:cubicBezTo>
                            <a:cubicBezTo>
                              <a:pt x="20193" y="-1463"/>
                              <a:pt x="52388" y="9586"/>
                              <a:pt x="75152" y="2825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60" name="Forme libre : forme 10459">
                        <a:extLst>
                          <a:ext uri="{FF2B5EF4-FFF2-40B4-BE49-F238E27FC236}">
                            <a16:creationId xmlns:a16="http://schemas.microsoft.com/office/drawing/2014/main" id="{4D561AD4-648B-4B1D-B691-83267005A9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0556" y="2655850"/>
                        <a:ext cx="23498" cy="29102"/>
                      </a:xfrm>
                      <a:custGeom>
                        <a:avLst/>
                        <a:gdLst>
                          <a:gd name="connsiteX0" fmla="*/ 22352 w 23498"/>
                          <a:gd name="connsiteY0" fmla="*/ 29057 h 29102"/>
                          <a:gd name="connsiteX1" fmla="*/ 6540 w 23498"/>
                          <a:gd name="connsiteY1" fmla="*/ 14674 h 29102"/>
                          <a:gd name="connsiteX2" fmla="*/ 1492 w 23498"/>
                          <a:gd name="connsiteY2" fmla="*/ 6 h 29102"/>
                          <a:gd name="connsiteX3" fmla="*/ 15779 w 23498"/>
                          <a:gd name="connsiteY3" fmla="*/ 14007 h 29102"/>
                          <a:gd name="connsiteX4" fmla="*/ 22352 w 23498"/>
                          <a:gd name="connsiteY4" fmla="*/ 29057 h 29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498" h="29102">
                            <a:moveTo>
                              <a:pt x="22352" y="29057"/>
                            </a:moveTo>
                            <a:cubicBezTo>
                              <a:pt x="18161" y="29914"/>
                              <a:pt x="9017" y="18389"/>
                              <a:pt x="6540" y="14674"/>
                            </a:cubicBezTo>
                            <a:cubicBezTo>
                              <a:pt x="3778" y="11150"/>
                              <a:pt x="-2985" y="387"/>
                              <a:pt x="1492" y="6"/>
                            </a:cubicBezTo>
                            <a:cubicBezTo>
                              <a:pt x="5969" y="-280"/>
                              <a:pt x="13303" y="10578"/>
                              <a:pt x="15779" y="14007"/>
                            </a:cubicBezTo>
                            <a:cubicBezTo>
                              <a:pt x="18065" y="17532"/>
                              <a:pt x="26543" y="28200"/>
                              <a:pt x="22352" y="29057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61" name="Forme libre : forme 10460">
                        <a:extLst>
                          <a:ext uri="{FF2B5EF4-FFF2-40B4-BE49-F238E27FC236}">
                            <a16:creationId xmlns:a16="http://schemas.microsoft.com/office/drawing/2014/main" id="{3AB299E7-3FA2-4564-AFEF-8E9B4C568C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0183" y="2680623"/>
                        <a:ext cx="7510" cy="7984"/>
                      </a:xfrm>
                      <a:custGeom>
                        <a:avLst/>
                        <a:gdLst>
                          <a:gd name="connsiteX0" fmla="*/ 7391 w 7510"/>
                          <a:gd name="connsiteY0" fmla="*/ 7617 h 7984"/>
                          <a:gd name="connsiteX1" fmla="*/ 2914 w 7510"/>
                          <a:gd name="connsiteY1" fmla="*/ 5426 h 7984"/>
                          <a:gd name="connsiteX2" fmla="*/ 152 w 7510"/>
                          <a:gd name="connsiteY2" fmla="*/ 378 h 7984"/>
                          <a:gd name="connsiteX3" fmla="*/ 4534 w 7510"/>
                          <a:gd name="connsiteY3" fmla="*/ 2474 h 7984"/>
                          <a:gd name="connsiteX4" fmla="*/ 7391 w 7510"/>
                          <a:gd name="connsiteY4" fmla="*/ 7617 h 79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510" h="7984">
                            <a:moveTo>
                              <a:pt x="7391" y="7617"/>
                            </a:moveTo>
                            <a:cubicBezTo>
                              <a:pt x="6724" y="8855"/>
                              <a:pt x="4153" y="6665"/>
                              <a:pt x="2914" y="5426"/>
                            </a:cubicBezTo>
                            <a:cubicBezTo>
                              <a:pt x="1676" y="4188"/>
                              <a:pt x="-610" y="1521"/>
                              <a:pt x="152" y="378"/>
                            </a:cubicBezTo>
                            <a:cubicBezTo>
                              <a:pt x="914" y="-860"/>
                              <a:pt x="3295" y="1235"/>
                              <a:pt x="4534" y="2474"/>
                            </a:cubicBezTo>
                            <a:cubicBezTo>
                              <a:pt x="5772" y="3712"/>
                              <a:pt x="8058" y="6379"/>
                              <a:pt x="7391" y="761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62" name="Forme libre : forme 10461">
                        <a:extLst>
                          <a:ext uri="{FF2B5EF4-FFF2-40B4-BE49-F238E27FC236}">
                            <a16:creationId xmlns:a16="http://schemas.microsoft.com/office/drawing/2014/main" id="{22D1B150-A170-4625-B2C0-2EF4513CCB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5731" y="2642044"/>
                        <a:ext cx="47679" cy="78624"/>
                      </a:xfrm>
                      <a:custGeom>
                        <a:avLst/>
                        <a:gdLst>
                          <a:gd name="connsiteX0" fmla="*/ 39371 w 47679"/>
                          <a:gd name="connsiteY0" fmla="*/ 51530 h 78624"/>
                          <a:gd name="connsiteX1" fmla="*/ 47658 w 47679"/>
                          <a:gd name="connsiteY1" fmla="*/ 75724 h 78624"/>
                          <a:gd name="connsiteX2" fmla="*/ 39085 w 47679"/>
                          <a:gd name="connsiteY2" fmla="*/ 77153 h 78624"/>
                          <a:gd name="connsiteX3" fmla="*/ 32513 w 47679"/>
                          <a:gd name="connsiteY3" fmla="*/ 67818 h 78624"/>
                          <a:gd name="connsiteX4" fmla="*/ 17654 w 47679"/>
                          <a:gd name="connsiteY4" fmla="*/ 37624 h 78624"/>
                          <a:gd name="connsiteX5" fmla="*/ 2795 w 47679"/>
                          <a:gd name="connsiteY5" fmla="*/ 0 h 78624"/>
                          <a:gd name="connsiteX6" fmla="*/ 19749 w 47679"/>
                          <a:gd name="connsiteY6" fmla="*/ 12668 h 78624"/>
                          <a:gd name="connsiteX7" fmla="*/ 32418 w 47679"/>
                          <a:gd name="connsiteY7" fmla="*/ 30861 h 78624"/>
                          <a:gd name="connsiteX8" fmla="*/ 39371 w 47679"/>
                          <a:gd name="connsiteY8" fmla="*/ 51530 h 786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7679" h="78624">
                            <a:moveTo>
                              <a:pt x="39371" y="51530"/>
                            </a:moveTo>
                            <a:cubicBezTo>
                              <a:pt x="43467" y="60484"/>
                              <a:pt x="46515" y="67437"/>
                              <a:pt x="47658" y="75724"/>
                            </a:cubicBezTo>
                            <a:cubicBezTo>
                              <a:pt x="48039" y="78867"/>
                              <a:pt x="43276" y="79629"/>
                              <a:pt x="39085" y="77153"/>
                            </a:cubicBezTo>
                            <a:cubicBezTo>
                              <a:pt x="35180" y="74295"/>
                              <a:pt x="33942" y="71056"/>
                              <a:pt x="32513" y="67818"/>
                            </a:cubicBezTo>
                            <a:cubicBezTo>
                              <a:pt x="27941" y="57817"/>
                              <a:pt x="23178" y="48006"/>
                              <a:pt x="17654" y="37624"/>
                            </a:cubicBezTo>
                            <a:cubicBezTo>
                              <a:pt x="14034" y="31337"/>
                              <a:pt x="-7587" y="95"/>
                              <a:pt x="2795" y="0"/>
                            </a:cubicBezTo>
                            <a:cubicBezTo>
                              <a:pt x="7938" y="190"/>
                              <a:pt x="14225" y="5905"/>
                              <a:pt x="19749" y="12668"/>
                            </a:cubicBezTo>
                            <a:cubicBezTo>
                              <a:pt x="25369" y="19145"/>
                              <a:pt x="30227" y="26861"/>
                              <a:pt x="32418" y="30861"/>
                            </a:cubicBezTo>
                            <a:cubicBezTo>
                              <a:pt x="36894" y="38767"/>
                              <a:pt x="36323" y="44863"/>
                              <a:pt x="39371" y="5153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21" name="Graphique 1">
                      <a:extLst>
                        <a:ext uri="{FF2B5EF4-FFF2-40B4-BE49-F238E27FC236}">
                          <a16:creationId xmlns:a16="http://schemas.microsoft.com/office/drawing/2014/main" id="{1CDD06FF-25BD-4A74-9464-99DBE0B3FC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78911" y="2694604"/>
                      <a:ext cx="203762" cy="90886"/>
                      <a:chOff x="1178911" y="2694604"/>
                      <a:chExt cx="203762" cy="90886"/>
                    </a:xfrm>
                    <a:solidFill>
                      <a:schemeClr val="accent1"/>
                    </a:solidFill>
                  </p:grpSpPr>
                  <p:sp>
                    <p:nvSpPr>
                      <p:cNvPr id="10439" name="Forme libre : forme 10438">
                        <a:extLst>
                          <a:ext uri="{FF2B5EF4-FFF2-40B4-BE49-F238E27FC236}">
                            <a16:creationId xmlns:a16="http://schemas.microsoft.com/office/drawing/2014/main" id="{5DA63883-119D-4E5B-A059-67B167E9C6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78911" y="2694604"/>
                        <a:ext cx="203762" cy="90886"/>
                      </a:xfrm>
                      <a:custGeom>
                        <a:avLst/>
                        <a:gdLst>
                          <a:gd name="connsiteX0" fmla="*/ 152783 w 203762"/>
                          <a:gd name="connsiteY0" fmla="*/ 76123 h 90886"/>
                          <a:gd name="connsiteX1" fmla="*/ 134972 w 203762"/>
                          <a:gd name="connsiteY1" fmla="*/ 82219 h 90886"/>
                          <a:gd name="connsiteX2" fmla="*/ 112016 w 203762"/>
                          <a:gd name="connsiteY2" fmla="*/ 87934 h 90886"/>
                          <a:gd name="connsiteX3" fmla="*/ 87728 w 203762"/>
                          <a:gd name="connsiteY3" fmla="*/ 90887 h 90886"/>
                          <a:gd name="connsiteX4" fmla="*/ 67249 w 203762"/>
                          <a:gd name="connsiteY4" fmla="*/ 90220 h 90886"/>
                          <a:gd name="connsiteX5" fmla="*/ 21053 w 203762"/>
                          <a:gd name="connsiteY5" fmla="*/ 71932 h 90886"/>
                          <a:gd name="connsiteX6" fmla="*/ 13909 w 203762"/>
                          <a:gd name="connsiteY6" fmla="*/ 65265 h 90886"/>
                          <a:gd name="connsiteX7" fmla="*/ 8480 w 203762"/>
                          <a:gd name="connsiteY7" fmla="*/ 57549 h 90886"/>
                          <a:gd name="connsiteX8" fmla="*/ 574 w 203762"/>
                          <a:gd name="connsiteY8" fmla="*/ 41452 h 90886"/>
                          <a:gd name="connsiteX9" fmla="*/ 11909 w 203762"/>
                          <a:gd name="connsiteY9" fmla="*/ 23069 h 90886"/>
                          <a:gd name="connsiteX10" fmla="*/ 42198 w 203762"/>
                          <a:gd name="connsiteY10" fmla="*/ 17068 h 90886"/>
                          <a:gd name="connsiteX11" fmla="*/ 56867 w 203762"/>
                          <a:gd name="connsiteY11" fmla="*/ 15544 h 90886"/>
                          <a:gd name="connsiteX12" fmla="*/ 72869 w 203762"/>
                          <a:gd name="connsiteY12" fmla="*/ 14877 h 90886"/>
                          <a:gd name="connsiteX13" fmla="*/ 123923 w 203762"/>
                          <a:gd name="connsiteY13" fmla="*/ 6209 h 90886"/>
                          <a:gd name="connsiteX14" fmla="*/ 141544 w 203762"/>
                          <a:gd name="connsiteY14" fmla="*/ 1542 h 90886"/>
                          <a:gd name="connsiteX15" fmla="*/ 157641 w 203762"/>
                          <a:gd name="connsiteY15" fmla="*/ 209 h 90886"/>
                          <a:gd name="connsiteX16" fmla="*/ 189360 w 203762"/>
                          <a:gd name="connsiteY16" fmla="*/ 2781 h 90886"/>
                          <a:gd name="connsiteX17" fmla="*/ 203552 w 203762"/>
                          <a:gd name="connsiteY17" fmla="*/ 18687 h 90886"/>
                          <a:gd name="connsiteX18" fmla="*/ 188883 w 203762"/>
                          <a:gd name="connsiteY18" fmla="*/ 49453 h 90886"/>
                          <a:gd name="connsiteX19" fmla="*/ 182406 w 203762"/>
                          <a:gd name="connsiteY19" fmla="*/ 56787 h 90886"/>
                          <a:gd name="connsiteX20" fmla="*/ 174024 w 203762"/>
                          <a:gd name="connsiteY20" fmla="*/ 63359 h 90886"/>
                          <a:gd name="connsiteX21" fmla="*/ 152783 w 203762"/>
                          <a:gd name="connsiteY21" fmla="*/ 76123 h 90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203762" h="90886">
                            <a:moveTo>
                              <a:pt x="152783" y="76123"/>
                            </a:moveTo>
                            <a:cubicBezTo>
                              <a:pt x="148116" y="77838"/>
                              <a:pt x="141925" y="80028"/>
                              <a:pt x="134972" y="82219"/>
                            </a:cubicBezTo>
                            <a:cubicBezTo>
                              <a:pt x="128019" y="84410"/>
                              <a:pt x="120399" y="86982"/>
                              <a:pt x="112016" y="87934"/>
                            </a:cubicBezTo>
                            <a:cubicBezTo>
                              <a:pt x="103730" y="89077"/>
                              <a:pt x="95538" y="90696"/>
                              <a:pt x="87728" y="90887"/>
                            </a:cubicBezTo>
                            <a:cubicBezTo>
                              <a:pt x="79917" y="90792"/>
                              <a:pt x="72774" y="90601"/>
                              <a:pt x="67249" y="90220"/>
                            </a:cubicBezTo>
                            <a:cubicBezTo>
                              <a:pt x="46389" y="87839"/>
                              <a:pt x="31244" y="80981"/>
                              <a:pt x="21053" y="71932"/>
                            </a:cubicBezTo>
                            <a:cubicBezTo>
                              <a:pt x="18481" y="69741"/>
                              <a:pt x="16100" y="67550"/>
                              <a:pt x="13909" y="65265"/>
                            </a:cubicBezTo>
                            <a:cubicBezTo>
                              <a:pt x="11909" y="62788"/>
                              <a:pt x="10099" y="60121"/>
                              <a:pt x="8480" y="57549"/>
                            </a:cubicBezTo>
                            <a:cubicBezTo>
                              <a:pt x="5241" y="52311"/>
                              <a:pt x="2669" y="46976"/>
                              <a:pt x="574" y="41452"/>
                            </a:cubicBezTo>
                            <a:cubicBezTo>
                              <a:pt x="-1998" y="33261"/>
                              <a:pt x="4479" y="24688"/>
                              <a:pt x="11909" y="23069"/>
                            </a:cubicBezTo>
                            <a:cubicBezTo>
                              <a:pt x="23053" y="20116"/>
                              <a:pt x="32387" y="18973"/>
                              <a:pt x="42198" y="17068"/>
                            </a:cubicBezTo>
                            <a:cubicBezTo>
                              <a:pt x="47056" y="16401"/>
                              <a:pt x="51723" y="16401"/>
                              <a:pt x="56867" y="15544"/>
                            </a:cubicBezTo>
                            <a:cubicBezTo>
                              <a:pt x="62010" y="14687"/>
                              <a:pt x="66963" y="15830"/>
                              <a:pt x="72869" y="14877"/>
                            </a:cubicBezTo>
                            <a:cubicBezTo>
                              <a:pt x="85061" y="15830"/>
                              <a:pt x="110397" y="10305"/>
                              <a:pt x="123923" y="6209"/>
                            </a:cubicBezTo>
                            <a:cubicBezTo>
                              <a:pt x="130209" y="4781"/>
                              <a:pt x="135924" y="2304"/>
                              <a:pt x="141544" y="1542"/>
                            </a:cubicBezTo>
                            <a:cubicBezTo>
                              <a:pt x="147069" y="399"/>
                              <a:pt x="152498" y="590"/>
                              <a:pt x="157641" y="209"/>
                            </a:cubicBezTo>
                            <a:cubicBezTo>
                              <a:pt x="167928" y="-553"/>
                              <a:pt x="178120" y="875"/>
                              <a:pt x="189360" y="2781"/>
                            </a:cubicBezTo>
                            <a:cubicBezTo>
                              <a:pt x="197170" y="4114"/>
                              <a:pt x="205171" y="11258"/>
                              <a:pt x="203552" y="18687"/>
                            </a:cubicBezTo>
                            <a:cubicBezTo>
                              <a:pt x="201075" y="29260"/>
                              <a:pt x="196599" y="39452"/>
                              <a:pt x="188883" y="49453"/>
                            </a:cubicBezTo>
                            <a:cubicBezTo>
                              <a:pt x="186883" y="51930"/>
                              <a:pt x="184883" y="54501"/>
                              <a:pt x="182406" y="56787"/>
                            </a:cubicBezTo>
                            <a:cubicBezTo>
                              <a:pt x="179835" y="58978"/>
                              <a:pt x="177072" y="61169"/>
                              <a:pt x="174024" y="63359"/>
                            </a:cubicBezTo>
                            <a:cubicBezTo>
                              <a:pt x="168024" y="67741"/>
                              <a:pt x="160975" y="72027"/>
                              <a:pt x="152783" y="7612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40" name="Forme libre : forme 10439">
                        <a:extLst>
                          <a:ext uri="{FF2B5EF4-FFF2-40B4-BE49-F238E27FC236}">
                            <a16:creationId xmlns:a16="http://schemas.microsoft.com/office/drawing/2014/main" id="{EB0082DA-62DA-4DB3-BC58-5A8440D8D4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78972" y="2712815"/>
                        <a:ext cx="203395" cy="72390"/>
                      </a:xfrm>
                      <a:custGeom>
                        <a:avLst/>
                        <a:gdLst>
                          <a:gd name="connsiteX0" fmla="*/ 80523 w 203395"/>
                          <a:gd name="connsiteY0" fmla="*/ 45148 h 72390"/>
                          <a:gd name="connsiteX1" fmla="*/ 34231 w 203395"/>
                          <a:gd name="connsiteY1" fmla="*/ 38576 h 72390"/>
                          <a:gd name="connsiteX2" fmla="*/ 1465 w 203395"/>
                          <a:gd name="connsiteY2" fmla="*/ 13335 h 72390"/>
                          <a:gd name="connsiteX3" fmla="*/ 608 w 203395"/>
                          <a:gd name="connsiteY3" fmla="*/ 23051 h 72390"/>
                          <a:gd name="connsiteX4" fmla="*/ 5656 w 203395"/>
                          <a:gd name="connsiteY4" fmla="*/ 34290 h 72390"/>
                          <a:gd name="connsiteX5" fmla="*/ 16515 w 203395"/>
                          <a:gd name="connsiteY5" fmla="*/ 49435 h 72390"/>
                          <a:gd name="connsiteX6" fmla="*/ 33469 w 203395"/>
                          <a:gd name="connsiteY6" fmla="*/ 62198 h 72390"/>
                          <a:gd name="connsiteX7" fmla="*/ 48614 w 203395"/>
                          <a:gd name="connsiteY7" fmla="*/ 68009 h 72390"/>
                          <a:gd name="connsiteX8" fmla="*/ 67188 w 203395"/>
                          <a:gd name="connsiteY8" fmla="*/ 71723 h 72390"/>
                          <a:gd name="connsiteX9" fmla="*/ 81666 w 203395"/>
                          <a:gd name="connsiteY9" fmla="*/ 72295 h 72390"/>
                          <a:gd name="connsiteX10" fmla="*/ 89953 w 203395"/>
                          <a:gd name="connsiteY10" fmla="*/ 72390 h 72390"/>
                          <a:gd name="connsiteX11" fmla="*/ 98525 w 203395"/>
                          <a:gd name="connsiteY11" fmla="*/ 71342 h 72390"/>
                          <a:gd name="connsiteX12" fmla="*/ 116242 w 203395"/>
                          <a:gd name="connsiteY12" fmla="*/ 68675 h 72390"/>
                          <a:gd name="connsiteX13" fmla="*/ 132720 w 203395"/>
                          <a:gd name="connsiteY13" fmla="*/ 64389 h 72390"/>
                          <a:gd name="connsiteX14" fmla="*/ 146722 w 203395"/>
                          <a:gd name="connsiteY14" fmla="*/ 59817 h 72390"/>
                          <a:gd name="connsiteX15" fmla="*/ 152627 w 203395"/>
                          <a:gd name="connsiteY15" fmla="*/ 57721 h 72390"/>
                          <a:gd name="connsiteX16" fmla="*/ 181012 w 203395"/>
                          <a:gd name="connsiteY16" fmla="*/ 39529 h 72390"/>
                          <a:gd name="connsiteX17" fmla="*/ 200347 w 203395"/>
                          <a:gd name="connsiteY17" fmla="*/ 10287 h 72390"/>
                          <a:gd name="connsiteX18" fmla="*/ 203395 w 203395"/>
                          <a:gd name="connsiteY18" fmla="*/ 381 h 72390"/>
                          <a:gd name="connsiteX19" fmla="*/ 203395 w 203395"/>
                          <a:gd name="connsiteY19" fmla="*/ 0 h 72390"/>
                          <a:gd name="connsiteX20" fmla="*/ 80523 w 203395"/>
                          <a:gd name="connsiteY20" fmla="*/ 45148 h 72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203395" h="72390">
                            <a:moveTo>
                              <a:pt x="80523" y="45148"/>
                            </a:moveTo>
                            <a:cubicBezTo>
                              <a:pt x="65092" y="46482"/>
                              <a:pt x="48424" y="44291"/>
                              <a:pt x="34231" y="38576"/>
                            </a:cubicBezTo>
                            <a:cubicBezTo>
                              <a:pt x="19849" y="33052"/>
                              <a:pt x="8323" y="23717"/>
                              <a:pt x="1465" y="13335"/>
                            </a:cubicBezTo>
                            <a:cubicBezTo>
                              <a:pt x="37" y="16288"/>
                              <a:pt x="-535" y="19812"/>
                              <a:pt x="608" y="23051"/>
                            </a:cubicBezTo>
                            <a:cubicBezTo>
                              <a:pt x="2037" y="26861"/>
                              <a:pt x="3751" y="30575"/>
                              <a:pt x="5656" y="34290"/>
                            </a:cubicBezTo>
                            <a:cubicBezTo>
                              <a:pt x="8609" y="39434"/>
                              <a:pt x="11752" y="45053"/>
                              <a:pt x="16515" y="49435"/>
                            </a:cubicBezTo>
                            <a:cubicBezTo>
                              <a:pt x="21182" y="53912"/>
                              <a:pt x="26707" y="58198"/>
                              <a:pt x="33469" y="62198"/>
                            </a:cubicBezTo>
                            <a:cubicBezTo>
                              <a:pt x="37851" y="64579"/>
                              <a:pt x="42994" y="66199"/>
                              <a:pt x="48614" y="68009"/>
                            </a:cubicBezTo>
                            <a:cubicBezTo>
                              <a:pt x="54234" y="69532"/>
                              <a:pt x="60330" y="71723"/>
                              <a:pt x="67188" y="71723"/>
                            </a:cubicBezTo>
                            <a:cubicBezTo>
                              <a:pt x="71284" y="72009"/>
                              <a:pt x="76237" y="72200"/>
                              <a:pt x="81666" y="72295"/>
                            </a:cubicBezTo>
                            <a:cubicBezTo>
                              <a:pt x="84333" y="72295"/>
                              <a:pt x="87095" y="72390"/>
                              <a:pt x="89953" y="72390"/>
                            </a:cubicBezTo>
                            <a:cubicBezTo>
                              <a:pt x="92810" y="72200"/>
                              <a:pt x="95572" y="71723"/>
                              <a:pt x="98525" y="71342"/>
                            </a:cubicBezTo>
                            <a:cubicBezTo>
                              <a:pt x="104335" y="70485"/>
                              <a:pt x="110336" y="69532"/>
                              <a:pt x="116242" y="68675"/>
                            </a:cubicBezTo>
                            <a:cubicBezTo>
                              <a:pt x="122338" y="68009"/>
                              <a:pt x="127481" y="65818"/>
                              <a:pt x="132720" y="64389"/>
                            </a:cubicBezTo>
                            <a:cubicBezTo>
                              <a:pt x="137768" y="62770"/>
                              <a:pt x="142531" y="61151"/>
                              <a:pt x="146722" y="59817"/>
                            </a:cubicBezTo>
                            <a:cubicBezTo>
                              <a:pt x="148817" y="59055"/>
                              <a:pt x="150817" y="58388"/>
                              <a:pt x="152627" y="57721"/>
                            </a:cubicBezTo>
                            <a:cubicBezTo>
                              <a:pt x="164248" y="51911"/>
                              <a:pt x="173582" y="45720"/>
                              <a:pt x="181012" y="39529"/>
                            </a:cubicBezTo>
                            <a:cubicBezTo>
                              <a:pt x="190632" y="30289"/>
                              <a:pt x="196252" y="20098"/>
                              <a:pt x="200347" y="10287"/>
                            </a:cubicBezTo>
                            <a:cubicBezTo>
                              <a:pt x="201586" y="7048"/>
                              <a:pt x="202538" y="3715"/>
                              <a:pt x="203395" y="381"/>
                            </a:cubicBezTo>
                            <a:lnTo>
                              <a:pt x="203395" y="0"/>
                            </a:lnTo>
                            <a:cubicBezTo>
                              <a:pt x="167486" y="23336"/>
                              <a:pt x="125195" y="42672"/>
                              <a:pt x="80523" y="4514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41" name="Forme libre : forme 10440">
                        <a:extLst>
                          <a:ext uri="{FF2B5EF4-FFF2-40B4-BE49-F238E27FC236}">
                            <a16:creationId xmlns:a16="http://schemas.microsoft.com/office/drawing/2014/main" id="{6F23848A-3566-4C0D-879E-C7DEB9C61A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50350" y="2722475"/>
                        <a:ext cx="95473" cy="36310"/>
                      </a:xfrm>
                      <a:custGeom>
                        <a:avLst/>
                        <a:gdLst>
                          <a:gd name="connsiteX0" fmla="*/ 94965 w 95473"/>
                          <a:gd name="connsiteY0" fmla="*/ 2817 h 36310"/>
                          <a:gd name="connsiteX1" fmla="*/ 80011 w 95473"/>
                          <a:gd name="connsiteY1" fmla="*/ 20629 h 36310"/>
                          <a:gd name="connsiteX2" fmla="*/ 72200 w 95473"/>
                          <a:gd name="connsiteY2" fmla="*/ 25296 h 36310"/>
                          <a:gd name="connsiteX3" fmla="*/ 63818 w 95473"/>
                          <a:gd name="connsiteY3" fmla="*/ 28630 h 36310"/>
                          <a:gd name="connsiteX4" fmla="*/ 50198 w 95473"/>
                          <a:gd name="connsiteY4" fmla="*/ 33392 h 36310"/>
                          <a:gd name="connsiteX5" fmla="*/ 44292 w 95473"/>
                          <a:gd name="connsiteY5" fmla="*/ 35012 h 36310"/>
                          <a:gd name="connsiteX6" fmla="*/ 36672 w 95473"/>
                          <a:gd name="connsiteY6" fmla="*/ 35774 h 36310"/>
                          <a:gd name="connsiteX7" fmla="*/ 19908 w 95473"/>
                          <a:gd name="connsiteY7" fmla="*/ 36250 h 36310"/>
                          <a:gd name="connsiteX8" fmla="*/ 1 w 95473"/>
                          <a:gd name="connsiteY8" fmla="*/ 25677 h 36310"/>
                          <a:gd name="connsiteX9" fmla="*/ 18003 w 95473"/>
                          <a:gd name="connsiteY9" fmla="*/ 15486 h 36310"/>
                          <a:gd name="connsiteX10" fmla="*/ 32386 w 95473"/>
                          <a:gd name="connsiteY10" fmla="*/ 11961 h 36310"/>
                          <a:gd name="connsiteX11" fmla="*/ 43816 w 95473"/>
                          <a:gd name="connsiteY11" fmla="*/ 9580 h 36310"/>
                          <a:gd name="connsiteX12" fmla="*/ 55912 w 95473"/>
                          <a:gd name="connsiteY12" fmla="*/ 6532 h 36310"/>
                          <a:gd name="connsiteX13" fmla="*/ 71819 w 95473"/>
                          <a:gd name="connsiteY13" fmla="*/ 2722 h 36310"/>
                          <a:gd name="connsiteX14" fmla="*/ 94965 w 95473"/>
                          <a:gd name="connsiteY14" fmla="*/ 2817 h 363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95473" h="36310">
                            <a:moveTo>
                              <a:pt x="94965" y="2817"/>
                            </a:moveTo>
                            <a:cubicBezTo>
                              <a:pt x="97537" y="7199"/>
                              <a:pt x="90012" y="14057"/>
                              <a:pt x="80011" y="20629"/>
                            </a:cubicBezTo>
                            <a:cubicBezTo>
                              <a:pt x="77534" y="22248"/>
                              <a:pt x="74962" y="23963"/>
                              <a:pt x="72200" y="25296"/>
                            </a:cubicBezTo>
                            <a:cubicBezTo>
                              <a:pt x="69343" y="26439"/>
                              <a:pt x="66485" y="27582"/>
                              <a:pt x="63818" y="28630"/>
                            </a:cubicBezTo>
                            <a:cubicBezTo>
                              <a:pt x="58389" y="30725"/>
                              <a:pt x="53436" y="32345"/>
                              <a:pt x="50198" y="33392"/>
                            </a:cubicBezTo>
                            <a:cubicBezTo>
                              <a:pt x="48483" y="33869"/>
                              <a:pt x="46578" y="34536"/>
                              <a:pt x="44292" y="35012"/>
                            </a:cubicBezTo>
                            <a:cubicBezTo>
                              <a:pt x="42006" y="35202"/>
                              <a:pt x="39434" y="35488"/>
                              <a:pt x="36672" y="35774"/>
                            </a:cubicBezTo>
                            <a:cubicBezTo>
                              <a:pt x="31243" y="36155"/>
                              <a:pt x="25337" y="36441"/>
                              <a:pt x="19908" y="36250"/>
                            </a:cubicBezTo>
                            <a:cubicBezTo>
                              <a:pt x="8859" y="34916"/>
                              <a:pt x="-94" y="31011"/>
                              <a:pt x="1" y="25677"/>
                            </a:cubicBezTo>
                            <a:cubicBezTo>
                              <a:pt x="96" y="20057"/>
                              <a:pt x="8573" y="17486"/>
                              <a:pt x="18003" y="15486"/>
                            </a:cubicBezTo>
                            <a:cubicBezTo>
                              <a:pt x="22765" y="13962"/>
                              <a:pt x="27814" y="12819"/>
                              <a:pt x="32386" y="11961"/>
                            </a:cubicBezTo>
                            <a:cubicBezTo>
                              <a:pt x="36958" y="11199"/>
                              <a:pt x="41149" y="10532"/>
                              <a:pt x="43816" y="9580"/>
                            </a:cubicBezTo>
                            <a:cubicBezTo>
                              <a:pt x="46578" y="8818"/>
                              <a:pt x="50864" y="7675"/>
                              <a:pt x="55912" y="6532"/>
                            </a:cubicBezTo>
                            <a:cubicBezTo>
                              <a:pt x="60865" y="5389"/>
                              <a:pt x="66581" y="4437"/>
                              <a:pt x="71819" y="2722"/>
                            </a:cubicBezTo>
                            <a:cubicBezTo>
                              <a:pt x="82297" y="-231"/>
                              <a:pt x="92393" y="-1564"/>
                              <a:pt x="94965" y="281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42" name="Forme libre : forme 10441">
                        <a:extLst>
                          <a:ext uri="{FF2B5EF4-FFF2-40B4-BE49-F238E27FC236}">
                            <a16:creationId xmlns:a16="http://schemas.microsoft.com/office/drawing/2014/main" id="{9B70B731-988F-4087-9469-74CF37308C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49632" y="2737675"/>
                        <a:ext cx="72251" cy="20993"/>
                      </a:xfrm>
                      <a:custGeom>
                        <a:avLst/>
                        <a:gdLst>
                          <a:gd name="connsiteX0" fmla="*/ 20435 w 72251"/>
                          <a:gd name="connsiteY0" fmla="*/ 0 h 20993"/>
                          <a:gd name="connsiteX1" fmla="*/ 7577 w 72251"/>
                          <a:gd name="connsiteY1" fmla="*/ 3619 h 20993"/>
                          <a:gd name="connsiteX2" fmla="*/ 147 w 72251"/>
                          <a:gd name="connsiteY2" fmla="*/ 10382 h 20993"/>
                          <a:gd name="connsiteX3" fmla="*/ 20531 w 72251"/>
                          <a:gd name="connsiteY3" fmla="*/ 20859 h 20993"/>
                          <a:gd name="connsiteX4" fmla="*/ 36723 w 72251"/>
                          <a:gd name="connsiteY4" fmla="*/ 20479 h 20993"/>
                          <a:gd name="connsiteX5" fmla="*/ 44629 w 72251"/>
                          <a:gd name="connsiteY5" fmla="*/ 19717 h 20993"/>
                          <a:gd name="connsiteX6" fmla="*/ 51487 w 72251"/>
                          <a:gd name="connsiteY6" fmla="*/ 18002 h 20993"/>
                          <a:gd name="connsiteX7" fmla="*/ 72251 w 72251"/>
                          <a:gd name="connsiteY7" fmla="*/ 9906 h 20993"/>
                          <a:gd name="connsiteX8" fmla="*/ 60726 w 72251"/>
                          <a:gd name="connsiteY8" fmla="*/ 12668 h 20993"/>
                          <a:gd name="connsiteX9" fmla="*/ 47296 w 72251"/>
                          <a:gd name="connsiteY9" fmla="*/ 13525 h 20993"/>
                          <a:gd name="connsiteX10" fmla="*/ 34532 w 72251"/>
                          <a:gd name="connsiteY10" fmla="*/ 11621 h 20993"/>
                          <a:gd name="connsiteX11" fmla="*/ 20435 w 72251"/>
                          <a:gd name="connsiteY11" fmla="*/ 0 h 209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72251" h="20993">
                            <a:moveTo>
                              <a:pt x="20435" y="0"/>
                            </a:moveTo>
                            <a:cubicBezTo>
                              <a:pt x="17673" y="1714"/>
                              <a:pt x="12149" y="2191"/>
                              <a:pt x="7577" y="3619"/>
                            </a:cubicBezTo>
                            <a:cubicBezTo>
                              <a:pt x="3005" y="4953"/>
                              <a:pt x="-805" y="6953"/>
                              <a:pt x="147" y="10382"/>
                            </a:cubicBezTo>
                            <a:cubicBezTo>
                              <a:pt x="1671" y="15716"/>
                              <a:pt x="10148" y="19621"/>
                              <a:pt x="20531" y="20859"/>
                            </a:cubicBezTo>
                            <a:cubicBezTo>
                              <a:pt x="25674" y="21146"/>
                              <a:pt x="31294" y="20955"/>
                              <a:pt x="36723" y="20479"/>
                            </a:cubicBezTo>
                            <a:cubicBezTo>
                              <a:pt x="39485" y="20193"/>
                              <a:pt x="42057" y="20002"/>
                              <a:pt x="44629" y="19717"/>
                            </a:cubicBezTo>
                            <a:cubicBezTo>
                              <a:pt x="47105" y="19336"/>
                              <a:pt x="49391" y="18574"/>
                              <a:pt x="51487" y="18002"/>
                            </a:cubicBezTo>
                            <a:cubicBezTo>
                              <a:pt x="56440" y="16573"/>
                              <a:pt x="67203" y="12478"/>
                              <a:pt x="72251" y="9906"/>
                            </a:cubicBezTo>
                            <a:cubicBezTo>
                              <a:pt x="69108" y="10763"/>
                              <a:pt x="63774" y="12382"/>
                              <a:pt x="60726" y="12668"/>
                            </a:cubicBezTo>
                            <a:cubicBezTo>
                              <a:pt x="56345" y="13049"/>
                              <a:pt x="51677" y="13430"/>
                              <a:pt x="47296" y="13525"/>
                            </a:cubicBezTo>
                            <a:cubicBezTo>
                              <a:pt x="42914" y="13811"/>
                              <a:pt x="38342" y="12478"/>
                              <a:pt x="34532" y="11621"/>
                            </a:cubicBezTo>
                            <a:cubicBezTo>
                              <a:pt x="26817" y="9525"/>
                              <a:pt x="21388" y="5905"/>
                              <a:pt x="20435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43" name="Forme libre : forme 10442">
                        <a:extLst>
                          <a:ext uri="{FF2B5EF4-FFF2-40B4-BE49-F238E27FC236}">
                            <a16:creationId xmlns:a16="http://schemas.microsoft.com/office/drawing/2014/main" id="{B02BB10A-4BAD-451B-A857-0DA336CFB3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55373" y="2722058"/>
                        <a:ext cx="95981" cy="39026"/>
                      </a:xfrm>
                      <a:custGeom>
                        <a:avLst/>
                        <a:gdLst>
                          <a:gd name="connsiteX0" fmla="*/ 95847 w 95981"/>
                          <a:gd name="connsiteY0" fmla="*/ 3139 h 39026"/>
                          <a:gd name="connsiteX1" fmla="*/ 50699 w 95981"/>
                          <a:gd name="connsiteY1" fmla="*/ 35239 h 39026"/>
                          <a:gd name="connsiteX2" fmla="*/ 36888 w 95981"/>
                          <a:gd name="connsiteY2" fmla="*/ 38477 h 39026"/>
                          <a:gd name="connsiteX3" fmla="*/ 20219 w 95981"/>
                          <a:gd name="connsiteY3" fmla="*/ 38954 h 39026"/>
                          <a:gd name="connsiteX4" fmla="*/ 12599 w 95981"/>
                          <a:gd name="connsiteY4" fmla="*/ 38192 h 39026"/>
                          <a:gd name="connsiteX5" fmla="*/ 6217 w 95981"/>
                          <a:gd name="connsiteY5" fmla="*/ 35810 h 39026"/>
                          <a:gd name="connsiteX6" fmla="*/ 26 w 95981"/>
                          <a:gd name="connsiteY6" fmla="*/ 28857 h 39026"/>
                          <a:gd name="connsiteX7" fmla="*/ 5169 w 95981"/>
                          <a:gd name="connsiteY7" fmla="*/ 22380 h 39026"/>
                          <a:gd name="connsiteX8" fmla="*/ 10980 w 95981"/>
                          <a:gd name="connsiteY8" fmla="*/ 20380 h 39026"/>
                          <a:gd name="connsiteX9" fmla="*/ 17933 w 95981"/>
                          <a:gd name="connsiteY9" fmla="*/ 17999 h 39026"/>
                          <a:gd name="connsiteX10" fmla="*/ 32697 w 95981"/>
                          <a:gd name="connsiteY10" fmla="*/ 14474 h 39026"/>
                          <a:gd name="connsiteX11" fmla="*/ 43936 w 95981"/>
                          <a:gd name="connsiteY11" fmla="*/ 11236 h 39026"/>
                          <a:gd name="connsiteX12" fmla="*/ 95847 w 95981"/>
                          <a:gd name="connsiteY12" fmla="*/ 3139 h 3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5981" h="39026">
                            <a:moveTo>
                              <a:pt x="95847" y="3139"/>
                            </a:moveTo>
                            <a:cubicBezTo>
                              <a:pt x="98324" y="13331"/>
                              <a:pt x="65939" y="31810"/>
                              <a:pt x="50699" y="35239"/>
                            </a:cubicBezTo>
                            <a:cubicBezTo>
                              <a:pt x="46984" y="36287"/>
                              <a:pt x="42412" y="38192"/>
                              <a:pt x="36888" y="38477"/>
                            </a:cubicBezTo>
                            <a:cubicBezTo>
                              <a:pt x="31458" y="38954"/>
                              <a:pt x="25553" y="39144"/>
                              <a:pt x="20219" y="38954"/>
                            </a:cubicBezTo>
                            <a:cubicBezTo>
                              <a:pt x="17552" y="38858"/>
                              <a:pt x="14980" y="38572"/>
                              <a:pt x="12599" y="38192"/>
                            </a:cubicBezTo>
                            <a:cubicBezTo>
                              <a:pt x="10218" y="37525"/>
                              <a:pt x="8027" y="36668"/>
                              <a:pt x="6217" y="35810"/>
                            </a:cubicBezTo>
                            <a:cubicBezTo>
                              <a:pt x="2598" y="34001"/>
                              <a:pt x="312" y="31714"/>
                              <a:pt x="26" y="28857"/>
                            </a:cubicBezTo>
                            <a:cubicBezTo>
                              <a:pt x="-260" y="26095"/>
                              <a:pt x="1836" y="23904"/>
                              <a:pt x="5169" y="22380"/>
                            </a:cubicBezTo>
                            <a:cubicBezTo>
                              <a:pt x="6789" y="21618"/>
                              <a:pt x="8789" y="20951"/>
                              <a:pt x="10980" y="20380"/>
                            </a:cubicBezTo>
                            <a:cubicBezTo>
                              <a:pt x="13171" y="19618"/>
                              <a:pt x="15456" y="18665"/>
                              <a:pt x="17933" y="17999"/>
                            </a:cubicBezTo>
                            <a:cubicBezTo>
                              <a:pt x="22791" y="16570"/>
                              <a:pt x="28029" y="15332"/>
                              <a:pt x="32697" y="14474"/>
                            </a:cubicBezTo>
                            <a:cubicBezTo>
                              <a:pt x="37364" y="13617"/>
                              <a:pt x="41364" y="11903"/>
                              <a:pt x="43936" y="11236"/>
                            </a:cubicBezTo>
                            <a:cubicBezTo>
                              <a:pt x="54795" y="9807"/>
                              <a:pt x="93562" y="-6766"/>
                              <a:pt x="95847" y="313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44" name="Forme libre : forme 10443">
                        <a:extLst>
                          <a:ext uri="{FF2B5EF4-FFF2-40B4-BE49-F238E27FC236}">
                            <a16:creationId xmlns:a16="http://schemas.microsoft.com/office/drawing/2014/main" id="{952A9DEC-5B60-4922-9936-54EDF52EE4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05194" y="2726110"/>
                        <a:ext cx="125548" cy="51976"/>
                      </a:xfrm>
                      <a:custGeom>
                        <a:avLst/>
                        <a:gdLst>
                          <a:gd name="connsiteX0" fmla="*/ 8 w 125548"/>
                          <a:gd name="connsiteY0" fmla="*/ 13565 h 51976"/>
                          <a:gd name="connsiteX1" fmla="*/ 8580 w 125548"/>
                          <a:gd name="connsiteY1" fmla="*/ 29186 h 51976"/>
                          <a:gd name="connsiteX2" fmla="*/ 57729 w 125548"/>
                          <a:gd name="connsiteY2" fmla="*/ 51474 h 51976"/>
                          <a:gd name="connsiteX3" fmla="*/ 72398 w 125548"/>
                          <a:gd name="connsiteY3" fmla="*/ 51379 h 51976"/>
                          <a:gd name="connsiteX4" fmla="*/ 86971 w 125548"/>
                          <a:gd name="connsiteY4" fmla="*/ 49188 h 51976"/>
                          <a:gd name="connsiteX5" fmla="*/ 93924 w 125548"/>
                          <a:gd name="connsiteY5" fmla="*/ 47569 h 51976"/>
                          <a:gd name="connsiteX6" fmla="*/ 100211 w 125548"/>
                          <a:gd name="connsiteY6" fmla="*/ 44997 h 51976"/>
                          <a:gd name="connsiteX7" fmla="*/ 111450 w 125548"/>
                          <a:gd name="connsiteY7" fmla="*/ 39378 h 51976"/>
                          <a:gd name="connsiteX8" fmla="*/ 123452 w 125548"/>
                          <a:gd name="connsiteY8" fmla="*/ 29567 h 51976"/>
                          <a:gd name="connsiteX9" fmla="*/ 124023 w 125548"/>
                          <a:gd name="connsiteY9" fmla="*/ 20423 h 51976"/>
                          <a:gd name="connsiteX10" fmla="*/ 116975 w 125548"/>
                          <a:gd name="connsiteY10" fmla="*/ 19470 h 51976"/>
                          <a:gd name="connsiteX11" fmla="*/ 106974 w 125548"/>
                          <a:gd name="connsiteY11" fmla="*/ 20328 h 51976"/>
                          <a:gd name="connsiteX12" fmla="*/ 84685 w 125548"/>
                          <a:gd name="connsiteY12" fmla="*/ 20423 h 51976"/>
                          <a:gd name="connsiteX13" fmla="*/ 63349 w 125548"/>
                          <a:gd name="connsiteY13" fmla="*/ 15375 h 51976"/>
                          <a:gd name="connsiteX14" fmla="*/ 25916 w 125548"/>
                          <a:gd name="connsiteY14" fmla="*/ 39 h 51976"/>
                          <a:gd name="connsiteX15" fmla="*/ 20868 w 125548"/>
                          <a:gd name="connsiteY15" fmla="*/ 135 h 51976"/>
                          <a:gd name="connsiteX16" fmla="*/ 16200 w 125548"/>
                          <a:gd name="connsiteY16" fmla="*/ 325 h 51976"/>
                          <a:gd name="connsiteX17" fmla="*/ 7914 w 125548"/>
                          <a:gd name="connsiteY17" fmla="*/ 2706 h 51976"/>
                          <a:gd name="connsiteX18" fmla="*/ 8 w 125548"/>
                          <a:gd name="connsiteY18" fmla="*/ 13565 h 519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25548" h="51976">
                            <a:moveTo>
                              <a:pt x="8" y="13565"/>
                            </a:moveTo>
                            <a:cubicBezTo>
                              <a:pt x="389" y="20232"/>
                              <a:pt x="2103" y="22899"/>
                              <a:pt x="8580" y="29186"/>
                            </a:cubicBezTo>
                            <a:cubicBezTo>
                              <a:pt x="21344" y="40330"/>
                              <a:pt x="34488" y="49284"/>
                              <a:pt x="57729" y="51474"/>
                            </a:cubicBezTo>
                            <a:cubicBezTo>
                              <a:pt x="62587" y="52332"/>
                              <a:pt x="67540" y="51951"/>
                              <a:pt x="72398" y="51379"/>
                            </a:cubicBezTo>
                            <a:cubicBezTo>
                              <a:pt x="77351" y="50903"/>
                              <a:pt x="82209" y="50141"/>
                              <a:pt x="86971" y="49188"/>
                            </a:cubicBezTo>
                            <a:cubicBezTo>
                              <a:pt x="89352" y="48712"/>
                              <a:pt x="91734" y="48236"/>
                              <a:pt x="93924" y="47569"/>
                            </a:cubicBezTo>
                            <a:cubicBezTo>
                              <a:pt x="96115" y="46712"/>
                              <a:pt x="98210" y="45855"/>
                              <a:pt x="100211" y="44997"/>
                            </a:cubicBezTo>
                            <a:cubicBezTo>
                              <a:pt x="104306" y="43188"/>
                              <a:pt x="108021" y="41283"/>
                              <a:pt x="111450" y="39378"/>
                            </a:cubicBezTo>
                            <a:cubicBezTo>
                              <a:pt x="116403" y="36330"/>
                              <a:pt x="121071" y="33282"/>
                              <a:pt x="123452" y="29567"/>
                            </a:cubicBezTo>
                            <a:cubicBezTo>
                              <a:pt x="125833" y="25947"/>
                              <a:pt x="126405" y="22614"/>
                              <a:pt x="124023" y="20423"/>
                            </a:cubicBezTo>
                            <a:cubicBezTo>
                              <a:pt x="122499" y="18994"/>
                              <a:pt x="120023" y="19089"/>
                              <a:pt x="116975" y="19470"/>
                            </a:cubicBezTo>
                            <a:cubicBezTo>
                              <a:pt x="113831" y="19661"/>
                              <a:pt x="110307" y="20232"/>
                              <a:pt x="106974" y="20328"/>
                            </a:cubicBezTo>
                            <a:cubicBezTo>
                              <a:pt x="99258" y="20423"/>
                              <a:pt x="92019" y="21280"/>
                              <a:pt x="84685" y="20423"/>
                            </a:cubicBezTo>
                            <a:cubicBezTo>
                              <a:pt x="77351" y="19375"/>
                              <a:pt x="70112" y="17851"/>
                              <a:pt x="63349" y="15375"/>
                            </a:cubicBezTo>
                            <a:cubicBezTo>
                              <a:pt x="51443" y="9755"/>
                              <a:pt x="40870" y="1563"/>
                              <a:pt x="25916" y="39"/>
                            </a:cubicBezTo>
                            <a:cubicBezTo>
                              <a:pt x="24201" y="-56"/>
                              <a:pt x="22487" y="39"/>
                              <a:pt x="20868" y="135"/>
                            </a:cubicBezTo>
                            <a:cubicBezTo>
                              <a:pt x="19248" y="39"/>
                              <a:pt x="17724" y="135"/>
                              <a:pt x="16200" y="325"/>
                            </a:cubicBezTo>
                            <a:cubicBezTo>
                              <a:pt x="13152" y="706"/>
                              <a:pt x="10390" y="1563"/>
                              <a:pt x="7914" y="2706"/>
                            </a:cubicBezTo>
                            <a:cubicBezTo>
                              <a:pt x="3151" y="5088"/>
                              <a:pt x="-183" y="8898"/>
                              <a:pt x="8" y="1356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45" name="Forme libre : forme 10444">
                        <a:extLst>
                          <a:ext uri="{FF2B5EF4-FFF2-40B4-BE49-F238E27FC236}">
                            <a16:creationId xmlns:a16="http://schemas.microsoft.com/office/drawing/2014/main" id="{BD0F1649-E556-4917-B813-F661D56FDF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30405" y="2728132"/>
                        <a:ext cx="36921" cy="11562"/>
                      </a:xfrm>
                      <a:custGeom>
                        <a:avLst/>
                        <a:gdLst>
                          <a:gd name="connsiteX0" fmla="*/ 4134 w 36921"/>
                          <a:gd name="connsiteY0" fmla="*/ 5257 h 11562"/>
                          <a:gd name="connsiteX1" fmla="*/ 229 w 36921"/>
                          <a:gd name="connsiteY1" fmla="*/ 7162 h 11562"/>
                          <a:gd name="connsiteX2" fmla="*/ 2515 w 36921"/>
                          <a:gd name="connsiteY2" fmla="*/ 10019 h 11562"/>
                          <a:gd name="connsiteX3" fmla="*/ 9373 w 36921"/>
                          <a:gd name="connsiteY3" fmla="*/ 11258 h 11562"/>
                          <a:gd name="connsiteX4" fmla="*/ 26422 w 36921"/>
                          <a:gd name="connsiteY4" fmla="*/ 10019 h 11562"/>
                          <a:gd name="connsiteX5" fmla="*/ 32328 w 36921"/>
                          <a:gd name="connsiteY5" fmla="*/ 8495 h 11562"/>
                          <a:gd name="connsiteX6" fmla="*/ 36805 w 36921"/>
                          <a:gd name="connsiteY6" fmla="*/ 2685 h 11562"/>
                          <a:gd name="connsiteX7" fmla="*/ 28613 w 36921"/>
                          <a:gd name="connsiteY7" fmla="*/ 18 h 11562"/>
                          <a:gd name="connsiteX8" fmla="*/ 16136 w 36921"/>
                          <a:gd name="connsiteY8" fmla="*/ 2399 h 11562"/>
                          <a:gd name="connsiteX9" fmla="*/ 4134 w 36921"/>
                          <a:gd name="connsiteY9" fmla="*/ 5257 h 115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6921" h="11562">
                            <a:moveTo>
                              <a:pt x="4134" y="5257"/>
                            </a:moveTo>
                            <a:cubicBezTo>
                              <a:pt x="2324" y="5733"/>
                              <a:pt x="991" y="6114"/>
                              <a:pt x="229" y="7162"/>
                            </a:cubicBezTo>
                            <a:cubicBezTo>
                              <a:pt x="-533" y="8210"/>
                              <a:pt x="705" y="9257"/>
                              <a:pt x="2515" y="10019"/>
                            </a:cubicBezTo>
                            <a:cubicBezTo>
                              <a:pt x="4325" y="10686"/>
                              <a:pt x="7182" y="11067"/>
                              <a:pt x="9373" y="11258"/>
                            </a:cubicBezTo>
                            <a:cubicBezTo>
                              <a:pt x="14992" y="12210"/>
                              <a:pt x="21088" y="10686"/>
                              <a:pt x="26422" y="10019"/>
                            </a:cubicBezTo>
                            <a:cubicBezTo>
                              <a:pt x="28613" y="9638"/>
                              <a:pt x="30709" y="9353"/>
                              <a:pt x="32328" y="8495"/>
                            </a:cubicBezTo>
                            <a:cubicBezTo>
                              <a:pt x="35852" y="6971"/>
                              <a:pt x="37376" y="4400"/>
                              <a:pt x="36805" y="2685"/>
                            </a:cubicBezTo>
                            <a:cubicBezTo>
                              <a:pt x="36233" y="1161"/>
                              <a:pt x="33566" y="-172"/>
                              <a:pt x="28613" y="18"/>
                            </a:cubicBezTo>
                            <a:cubicBezTo>
                              <a:pt x="24708" y="209"/>
                              <a:pt x="20422" y="1161"/>
                              <a:pt x="16136" y="2399"/>
                            </a:cubicBezTo>
                            <a:cubicBezTo>
                              <a:pt x="11945" y="3542"/>
                              <a:pt x="7754" y="4114"/>
                              <a:pt x="4134" y="525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46" name="Forme libre : forme 10445">
                        <a:extLst>
                          <a:ext uri="{FF2B5EF4-FFF2-40B4-BE49-F238E27FC236}">
                            <a16:creationId xmlns:a16="http://schemas.microsoft.com/office/drawing/2014/main" id="{A752B290-60E4-4785-B907-1CB8283A31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3694" y="2712434"/>
                        <a:ext cx="44771" cy="55721"/>
                      </a:xfrm>
                      <a:custGeom>
                        <a:avLst/>
                        <a:gdLst>
                          <a:gd name="connsiteX0" fmla="*/ 44767 w 44771"/>
                          <a:gd name="connsiteY0" fmla="*/ 0 h 55721"/>
                          <a:gd name="connsiteX1" fmla="*/ 30385 w 44771"/>
                          <a:gd name="connsiteY1" fmla="*/ 29146 h 55721"/>
                          <a:gd name="connsiteX2" fmla="*/ 15526 w 44771"/>
                          <a:gd name="connsiteY2" fmla="*/ 43529 h 55721"/>
                          <a:gd name="connsiteX3" fmla="*/ 0 w 44771"/>
                          <a:gd name="connsiteY3" fmla="*/ 55721 h 55721"/>
                          <a:gd name="connsiteX4" fmla="*/ 27908 w 44771"/>
                          <a:gd name="connsiteY4" fmla="*/ 29051 h 55721"/>
                          <a:gd name="connsiteX5" fmla="*/ 44767 w 44771"/>
                          <a:gd name="connsiteY5" fmla="*/ 0 h 55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4771" h="55721">
                            <a:moveTo>
                              <a:pt x="44767" y="0"/>
                            </a:moveTo>
                            <a:cubicBezTo>
                              <a:pt x="44958" y="8192"/>
                              <a:pt x="38862" y="18574"/>
                              <a:pt x="30385" y="29146"/>
                            </a:cubicBezTo>
                            <a:cubicBezTo>
                              <a:pt x="26384" y="34671"/>
                              <a:pt x="20764" y="38957"/>
                              <a:pt x="15526" y="43529"/>
                            </a:cubicBezTo>
                            <a:cubicBezTo>
                              <a:pt x="10192" y="47911"/>
                              <a:pt x="4763" y="52102"/>
                              <a:pt x="0" y="55721"/>
                            </a:cubicBezTo>
                            <a:cubicBezTo>
                              <a:pt x="10382" y="47816"/>
                              <a:pt x="20383" y="38862"/>
                              <a:pt x="27908" y="29051"/>
                            </a:cubicBezTo>
                            <a:cubicBezTo>
                              <a:pt x="35147" y="18764"/>
                              <a:pt x="40862" y="8668"/>
                              <a:pt x="4476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47" name="Forme libre : forme 10446">
                        <a:extLst>
                          <a:ext uri="{FF2B5EF4-FFF2-40B4-BE49-F238E27FC236}">
                            <a16:creationId xmlns:a16="http://schemas.microsoft.com/office/drawing/2014/main" id="{8E38405E-647F-4482-B6FA-FBE9D18E67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91105" y="2711862"/>
                        <a:ext cx="62483" cy="7905"/>
                      </a:xfrm>
                      <a:custGeom>
                        <a:avLst/>
                        <a:gdLst>
                          <a:gd name="connsiteX0" fmla="*/ 62484 w 62483"/>
                          <a:gd name="connsiteY0" fmla="*/ 0 h 7905"/>
                          <a:gd name="connsiteX1" fmla="*/ 54674 w 62483"/>
                          <a:gd name="connsiteY1" fmla="*/ 857 h 7905"/>
                          <a:gd name="connsiteX2" fmla="*/ 47054 w 62483"/>
                          <a:gd name="connsiteY2" fmla="*/ 1334 h 7905"/>
                          <a:gd name="connsiteX3" fmla="*/ 39243 w 62483"/>
                          <a:gd name="connsiteY3" fmla="*/ 2667 h 7905"/>
                          <a:gd name="connsiteX4" fmla="*/ 31528 w 62483"/>
                          <a:gd name="connsiteY4" fmla="*/ 3524 h 7905"/>
                          <a:gd name="connsiteX5" fmla="*/ 15716 w 62483"/>
                          <a:gd name="connsiteY5" fmla="*/ 5905 h 7905"/>
                          <a:gd name="connsiteX6" fmla="*/ 0 w 62483"/>
                          <a:gd name="connsiteY6" fmla="*/ 7906 h 7905"/>
                          <a:gd name="connsiteX7" fmla="*/ 15430 w 62483"/>
                          <a:gd name="connsiteY7" fmla="*/ 6191 h 7905"/>
                          <a:gd name="connsiteX8" fmla="*/ 31909 w 62483"/>
                          <a:gd name="connsiteY8" fmla="*/ 4763 h 7905"/>
                          <a:gd name="connsiteX9" fmla="*/ 48006 w 62483"/>
                          <a:gd name="connsiteY9" fmla="*/ 2667 h 7905"/>
                          <a:gd name="connsiteX10" fmla="*/ 55436 w 62483"/>
                          <a:gd name="connsiteY10" fmla="*/ 1715 h 7905"/>
                          <a:gd name="connsiteX11" fmla="*/ 62484 w 62483"/>
                          <a:gd name="connsiteY11" fmla="*/ 0 h 7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62483" h="7905">
                            <a:moveTo>
                              <a:pt x="62484" y="0"/>
                            </a:moveTo>
                            <a:cubicBezTo>
                              <a:pt x="59912" y="95"/>
                              <a:pt x="57245" y="762"/>
                              <a:pt x="54674" y="857"/>
                            </a:cubicBezTo>
                            <a:cubicBezTo>
                              <a:pt x="52102" y="857"/>
                              <a:pt x="49625" y="1048"/>
                              <a:pt x="47054" y="1334"/>
                            </a:cubicBezTo>
                            <a:cubicBezTo>
                              <a:pt x="44482" y="1619"/>
                              <a:pt x="41910" y="2096"/>
                              <a:pt x="39243" y="2667"/>
                            </a:cubicBezTo>
                            <a:cubicBezTo>
                              <a:pt x="36576" y="3238"/>
                              <a:pt x="34100" y="3143"/>
                              <a:pt x="31528" y="3524"/>
                            </a:cubicBezTo>
                            <a:cubicBezTo>
                              <a:pt x="26384" y="4001"/>
                              <a:pt x="20860" y="5525"/>
                              <a:pt x="15716" y="5905"/>
                            </a:cubicBezTo>
                            <a:cubicBezTo>
                              <a:pt x="10478" y="6382"/>
                              <a:pt x="5239" y="7144"/>
                              <a:pt x="0" y="7906"/>
                            </a:cubicBezTo>
                            <a:cubicBezTo>
                              <a:pt x="4858" y="6953"/>
                              <a:pt x="10096" y="6382"/>
                              <a:pt x="15430" y="6191"/>
                            </a:cubicBezTo>
                            <a:cubicBezTo>
                              <a:pt x="20764" y="6096"/>
                              <a:pt x="26575" y="4953"/>
                              <a:pt x="31909" y="4763"/>
                            </a:cubicBezTo>
                            <a:cubicBezTo>
                              <a:pt x="37243" y="4858"/>
                              <a:pt x="42863" y="3429"/>
                              <a:pt x="48006" y="2667"/>
                            </a:cubicBezTo>
                            <a:cubicBezTo>
                              <a:pt x="50578" y="2381"/>
                              <a:pt x="53054" y="2000"/>
                              <a:pt x="55436" y="1715"/>
                            </a:cubicBezTo>
                            <a:cubicBezTo>
                              <a:pt x="57912" y="1238"/>
                              <a:pt x="60293" y="571"/>
                              <a:pt x="6248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48" name="Forme libre : forme 10447">
                        <a:extLst>
                          <a:ext uri="{FF2B5EF4-FFF2-40B4-BE49-F238E27FC236}">
                            <a16:creationId xmlns:a16="http://schemas.microsoft.com/office/drawing/2014/main" id="{A7C8679F-CDBF-408E-BBAE-A6FAB90D54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88641" y="2729921"/>
                        <a:ext cx="34909" cy="11295"/>
                      </a:xfrm>
                      <a:custGeom>
                        <a:avLst/>
                        <a:gdLst>
                          <a:gd name="connsiteX0" fmla="*/ 34861 w 34909"/>
                          <a:gd name="connsiteY0" fmla="*/ 1849 h 11295"/>
                          <a:gd name="connsiteX1" fmla="*/ 15240 w 34909"/>
                          <a:gd name="connsiteY1" fmla="*/ 10136 h 11295"/>
                          <a:gd name="connsiteX2" fmla="*/ 5429 w 34909"/>
                          <a:gd name="connsiteY2" fmla="*/ 11279 h 11295"/>
                          <a:gd name="connsiteX3" fmla="*/ 190 w 34909"/>
                          <a:gd name="connsiteY3" fmla="*/ 8135 h 11295"/>
                          <a:gd name="connsiteX4" fmla="*/ 18573 w 34909"/>
                          <a:gd name="connsiteY4" fmla="*/ 1563 h 11295"/>
                          <a:gd name="connsiteX5" fmla="*/ 28670 w 34909"/>
                          <a:gd name="connsiteY5" fmla="*/ 325 h 11295"/>
                          <a:gd name="connsiteX6" fmla="*/ 34861 w 34909"/>
                          <a:gd name="connsiteY6" fmla="*/ 1849 h 11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4909" h="11295">
                            <a:moveTo>
                              <a:pt x="34861" y="1849"/>
                            </a:moveTo>
                            <a:cubicBezTo>
                              <a:pt x="34194" y="6611"/>
                              <a:pt x="19621" y="9278"/>
                              <a:pt x="15240" y="10136"/>
                            </a:cubicBezTo>
                            <a:cubicBezTo>
                              <a:pt x="13049" y="10517"/>
                              <a:pt x="8763" y="11183"/>
                              <a:pt x="5429" y="11279"/>
                            </a:cubicBezTo>
                            <a:cubicBezTo>
                              <a:pt x="2000" y="11469"/>
                              <a:pt x="-762" y="10040"/>
                              <a:pt x="190" y="8135"/>
                            </a:cubicBezTo>
                            <a:cubicBezTo>
                              <a:pt x="2000" y="4421"/>
                              <a:pt x="14478" y="2039"/>
                              <a:pt x="18573" y="1563"/>
                            </a:cubicBezTo>
                            <a:cubicBezTo>
                              <a:pt x="20574" y="1182"/>
                              <a:pt x="24860" y="515"/>
                              <a:pt x="28670" y="325"/>
                            </a:cubicBezTo>
                            <a:cubicBezTo>
                              <a:pt x="32194" y="-247"/>
                              <a:pt x="35337" y="-247"/>
                              <a:pt x="34861" y="1849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49" name="Forme libre : forme 10448">
                        <a:extLst>
                          <a:ext uri="{FF2B5EF4-FFF2-40B4-BE49-F238E27FC236}">
                            <a16:creationId xmlns:a16="http://schemas.microsoft.com/office/drawing/2014/main" id="{87DE68C6-FDD6-4AF2-9DC4-9B34200FB5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18895" y="2728163"/>
                        <a:ext cx="9522" cy="5215"/>
                      </a:xfrm>
                      <a:custGeom>
                        <a:avLst/>
                        <a:gdLst>
                          <a:gd name="connsiteX0" fmla="*/ 9370 w 9522"/>
                          <a:gd name="connsiteY0" fmla="*/ 463 h 5215"/>
                          <a:gd name="connsiteX1" fmla="*/ 5750 w 9522"/>
                          <a:gd name="connsiteY1" fmla="*/ 3987 h 5215"/>
                          <a:gd name="connsiteX2" fmla="*/ 130 w 9522"/>
                          <a:gd name="connsiteY2" fmla="*/ 4750 h 5215"/>
                          <a:gd name="connsiteX3" fmla="*/ 3655 w 9522"/>
                          <a:gd name="connsiteY3" fmla="*/ 1320 h 5215"/>
                          <a:gd name="connsiteX4" fmla="*/ 9370 w 9522"/>
                          <a:gd name="connsiteY4" fmla="*/ 463 h 52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22" h="5215">
                            <a:moveTo>
                              <a:pt x="9370" y="463"/>
                            </a:moveTo>
                            <a:cubicBezTo>
                              <a:pt x="10227" y="1606"/>
                              <a:pt x="7274" y="3226"/>
                              <a:pt x="5750" y="3987"/>
                            </a:cubicBezTo>
                            <a:cubicBezTo>
                              <a:pt x="4131" y="4654"/>
                              <a:pt x="892" y="5893"/>
                              <a:pt x="130" y="4750"/>
                            </a:cubicBezTo>
                            <a:cubicBezTo>
                              <a:pt x="-632" y="3606"/>
                              <a:pt x="2131" y="2083"/>
                              <a:pt x="3655" y="1320"/>
                            </a:cubicBezTo>
                            <a:cubicBezTo>
                              <a:pt x="5179" y="559"/>
                              <a:pt x="8512" y="-680"/>
                              <a:pt x="9370" y="46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50" name="Forme libre : forme 10449">
                        <a:extLst>
                          <a:ext uri="{FF2B5EF4-FFF2-40B4-BE49-F238E27FC236}">
                            <a16:creationId xmlns:a16="http://schemas.microsoft.com/office/drawing/2014/main" id="{B8672E03-E534-4F10-8BA3-B150BC6D6C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84271" y="2703494"/>
                        <a:ext cx="86998" cy="19161"/>
                      </a:xfrm>
                      <a:custGeom>
                        <a:avLst/>
                        <a:gdLst>
                          <a:gd name="connsiteX0" fmla="*/ 59615 w 86998"/>
                          <a:gd name="connsiteY0" fmla="*/ 1986 h 19161"/>
                          <a:gd name="connsiteX1" fmla="*/ 85333 w 86998"/>
                          <a:gd name="connsiteY1" fmla="*/ 3891 h 19161"/>
                          <a:gd name="connsiteX2" fmla="*/ 82952 w 86998"/>
                          <a:gd name="connsiteY2" fmla="*/ 11987 h 19161"/>
                          <a:gd name="connsiteX3" fmla="*/ 71903 w 86998"/>
                          <a:gd name="connsiteY3" fmla="*/ 14559 h 19161"/>
                          <a:gd name="connsiteX4" fmla="*/ 38375 w 86998"/>
                          <a:gd name="connsiteY4" fmla="*/ 16464 h 19161"/>
                          <a:gd name="connsiteX5" fmla="*/ 28754 w 86998"/>
                          <a:gd name="connsiteY5" fmla="*/ 18178 h 19161"/>
                          <a:gd name="connsiteX6" fmla="*/ 14753 w 86998"/>
                          <a:gd name="connsiteY6" fmla="*/ 19131 h 19161"/>
                          <a:gd name="connsiteX7" fmla="*/ 3323 w 86998"/>
                          <a:gd name="connsiteY7" fmla="*/ 18369 h 19161"/>
                          <a:gd name="connsiteX8" fmla="*/ 370 w 86998"/>
                          <a:gd name="connsiteY8" fmla="*/ 13511 h 19161"/>
                          <a:gd name="connsiteX9" fmla="*/ 37803 w 86998"/>
                          <a:gd name="connsiteY9" fmla="*/ 176 h 19161"/>
                          <a:gd name="connsiteX10" fmla="*/ 59615 w 86998"/>
                          <a:gd name="connsiteY10" fmla="*/ 1986 h 191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6998" h="19161">
                            <a:moveTo>
                              <a:pt x="59615" y="1986"/>
                            </a:moveTo>
                            <a:cubicBezTo>
                              <a:pt x="69617" y="1510"/>
                              <a:pt x="77046" y="1034"/>
                              <a:pt x="85333" y="3891"/>
                            </a:cubicBezTo>
                            <a:cubicBezTo>
                              <a:pt x="88381" y="4939"/>
                              <a:pt x="87047" y="9511"/>
                              <a:pt x="82952" y="11987"/>
                            </a:cubicBezTo>
                            <a:cubicBezTo>
                              <a:pt x="78951" y="14559"/>
                              <a:pt x="75427" y="14464"/>
                              <a:pt x="71903" y="14559"/>
                            </a:cubicBezTo>
                            <a:cubicBezTo>
                              <a:pt x="61139" y="15226"/>
                              <a:pt x="49900" y="15321"/>
                              <a:pt x="38375" y="16464"/>
                            </a:cubicBezTo>
                            <a:cubicBezTo>
                              <a:pt x="36565" y="16559"/>
                              <a:pt x="33041" y="17607"/>
                              <a:pt x="28754" y="18178"/>
                            </a:cubicBezTo>
                            <a:cubicBezTo>
                              <a:pt x="24373" y="18560"/>
                              <a:pt x="19325" y="18941"/>
                              <a:pt x="14753" y="19131"/>
                            </a:cubicBezTo>
                            <a:cubicBezTo>
                              <a:pt x="10181" y="19226"/>
                              <a:pt x="5990" y="19131"/>
                              <a:pt x="3323" y="18369"/>
                            </a:cubicBezTo>
                            <a:cubicBezTo>
                              <a:pt x="560" y="17226"/>
                              <a:pt x="-678" y="15607"/>
                              <a:pt x="370" y="13511"/>
                            </a:cubicBezTo>
                            <a:cubicBezTo>
                              <a:pt x="4466" y="4748"/>
                              <a:pt x="28469" y="1986"/>
                              <a:pt x="37803" y="176"/>
                            </a:cubicBezTo>
                            <a:cubicBezTo>
                              <a:pt x="46852" y="-776"/>
                              <a:pt x="52186" y="2462"/>
                              <a:pt x="59615" y="198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22" name="Graphique 1">
                      <a:extLst>
                        <a:ext uri="{FF2B5EF4-FFF2-40B4-BE49-F238E27FC236}">
                          <a16:creationId xmlns:a16="http://schemas.microsoft.com/office/drawing/2014/main" id="{A8D44983-ECD0-412B-AFD7-3499BD1519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77333" y="2584976"/>
                      <a:ext cx="187826" cy="127446"/>
                      <a:chOff x="1377333" y="2584976"/>
                      <a:chExt cx="187826" cy="127446"/>
                    </a:xfrm>
                    <a:solidFill>
                      <a:schemeClr val="accent1"/>
                    </a:solidFill>
                  </p:grpSpPr>
                  <p:sp>
                    <p:nvSpPr>
                      <p:cNvPr id="10427" name="Forme libre : forme 10426">
                        <a:extLst>
                          <a:ext uri="{FF2B5EF4-FFF2-40B4-BE49-F238E27FC236}">
                            <a16:creationId xmlns:a16="http://schemas.microsoft.com/office/drawing/2014/main" id="{DD546398-E7F1-43A6-85F1-F168ED0889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77333" y="2584976"/>
                        <a:ext cx="187826" cy="127446"/>
                      </a:xfrm>
                      <a:custGeom>
                        <a:avLst/>
                        <a:gdLst>
                          <a:gd name="connsiteX0" fmla="*/ 143622 w 187826"/>
                          <a:gd name="connsiteY0" fmla="*/ 76118 h 127446"/>
                          <a:gd name="connsiteX1" fmla="*/ 83615 w 187826"/>
                          <a:gd name="connsiteY1" fmla="*/ 113075 h 127446"/>
                          <a:gd name="connsiteX2" fmla="*/ 11415 w 187826"/>
                          <a:gd name="connsiteY2" fmla="*/ 125076 h 127446"/>
                          <a:gd name="connsiteX3" fmla="*/ 652 w 187826"/>
                          <a:gd name="connsiteY3" fmla="*/ 106407 h 127446"/>
                          <a:gd name="connsiteX4" fmla="*/ 45039 w 187826"/>
                          <a:gd name="connsiteY4" fmla="*/ 48209 h 127446"/>
                          <a:gd name="connsiteX5" fmla="*/ 102760 w 187826"/>
                          <a:gd name="connsiteY5" fmla="*/ 12681 h 127446"/>
                          <a:gd name="connsiteX6" fmla="*/ 175150 w 187826"/>
                          <a:gd name="connsiteY6" fmla="*/ 3442 h 127446"/>
                          <a:gd name="connsiteX7" fmla="*/ 187342 w 187826"/>
                          <a:gd name="connsiteY7" fmla="*/ 20682 h 127446"/>
                          <a:gd name="connsiteX8" fmla="*/ 143622 w 187826"/>
                          <a:gd name="connsiteY8" fmla="*/ 76118 h 1274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87826" h="127446">
                            <a:moveTo>
                              <a:pt x="143622" y="76118"/>
                            </a:moveTo>
                            <a:cubicBezTo>
                              <a:pt x="129906" y="85166"/>
                              <a:pt x="99045" y="104597"/>
                              <a:pt x="83615" y="113075"/>
                            </a:cubicBezTo>
                            <a:cubicBezTo>
                              <a:pt x="54849" y="129172"/>
                              <a:pt x="34656" y="129362"/>
                              <a:pt x="11415" y="125076"/>
                            </a:cubicBezTo>
                            <a:cubicBezTo>
                              <a:pt x="3414" y="123552"/>
                              <a:pt x="-1920" y="114027"/>
                              <a:pt x="652" y="106407"/>
                            </a:cubicBezTo>
                            <a:cubicBezTo>
                              <a:pt x="8081" y="84309"/>
                              <a:pt x="19512" y="66307"/>
                              <a:pt x="45039" y="48209"/>
                            </a:cubicBezTo>
                            <a:cubicBezTo>
                              <a:pt x="58659" y="38589"/>
                              <a:pt x="87330" y="20872"/>
                              <a:pt x="102760" y="12681"/>
                            </a:cubicBezTo>
                            <a:cubicBezTo>
                              <a:pt x="131430" y="-2845"/>
                              <a:pt x="152766" y="-1702"/>
                              <a:pt x="175150" y="3442"/>
                            </a:cubicBezTo>
                            <a:cubicBezTo>
                              <a:pt x="182960" y="5252"/>
                              <a:pt x="189723" y="13634"/>
                              <a:pt x="187342" y="20682"/>
                            </a:cubicBezTo>
                            <a:cubicBezTo>
                              <a:pt x="180579" y="41828"/>
                              <a:pt x="169149" y="58687"/>
                              <a:pt x="143622" y="7611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28" name="Forme libre : forme 10427">
                        <a:extLst>
                          <a:ext uri="{FF2B5EF4-FFF2-40B4-BE49-F238E27FC236}">
                            <a16:creationId xmlns:a16="http://schemas.microsoft.com/office/drawing/2014/main" id="{D893CD20-AE5B-468E-B599-BF754A742A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80462" y="2605087"/>
                        <a:ext cx="184118" cy="107236"/>
                      </a:xfrm>
                      <a:custGeom>
                        <a:avLst/>
                        <a:gdLst>
                          <a:gd name="connsiteX0" fmla="*/ 75343 w 184118"/>
                          <a:gd name="connsiteY0" fmla="*/ 64389 h 107236"/>
                          <a:gd name="connsiteX1" fmla="*/ 0 w 184118"/>
                          <a:gd name="connsiteY1" fmla="*/ 99727 h 107236"/>
                          <a:gd name="connsiteX2" fmla="*/ 8096 w 184118"/>
                          <a:gd name="connsiteY2" fmla="*/ 104965 h 107236"/>
                          <a:gd name="connsiteX3" fmla="*/ 19907 w 184118"/>
                          <a:gd name="connsiteY3" fmla="*/ 106680 h 107236"/>
                          <a:gd name="connsiteX4" fmla="*/ 54483 w 184118"/>
                          <a:gd name="connsiteY4" fmla="*/ 103918 h 107236"/>
                          <a:gd name="connsiteX5" fmla="*/ 80296 w 184118"/>
                          <a:gd name="connsiteY5" fmla="*/ 92869 h 107236"/>
                          <a:gd name="connsiteX6" fmla="*/ 90202 w 184118"/>
                          <a:gd name="connsiteY6" fmla="*/ 87154 h 107236"/>
                          <a:gd name="connsiteX7" fmla="*/ 136017 w 184118"/>
                          <a:gd name="connsiteY7" fmla="*/ 58674 h 107236"/>
                          <a:gd name="connsiteX8" fmla="*/ 140303 w 184118"/>
                          <a:gd name="connsiteY8" fmla="*/ 55816 h 107236"/>
                          <a:gd name="connsiteX9" fmla="*/ 162592 w 184118"/>
                          <a:gd name="connsiteY9" fmla="*/ 37243 h 107236"/>
                          <a:gd name="connsiteX10" fmla="*/ 180404 w 184118"/>
                          <a:gd name="connsiteY10" fmla="*/ 10096 h 107236"/>
                          <a:gd name="connsiteX11" fmla="*/ 184023 w 184118"/>
                          <a:gd name="connsiteY11" fmla="*/ 381 h 107236"/>
                          <a:gd name="connsiteX12" fmla="*/ 184118 w 184118"/>
                          <a:gd name="connsiteY12" fmla="*/ 0 h 107236"/>
                          <a:gd name="connsiteX13" fmla="*/ 75343 w 184118"/>
                          <a:gd name="connsiteY13" fmla="*/ 64389 h 1072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84118" h="107236">
                            <a:moveTo>
                              <a:pt x="75343" y="64389"/>
                            </a:moveTo>
                            <a:cubicBezTo>
                              <a:pt x="51721" y="80963"/>
                              <a:pt x="24955" y="97155"/>
                              <a:pt x="0" y="99727"/>
                            </a:cubicBezTo>
                            <a:cubicBezTo>
                              <a:pt x="2000" y="102394"/>
                              <a:pt x="4858" y="104394"/>
                              <a:pt x="8096" y="104965"/>
                            </a:cubicBezTo>
                            <a:cubicBezTo>
                              <a:pt x="12097" y="105728"/>
                              <a:pt x="16002" y="106299"/>
                              <a:pt x="19907" y="106680"/>
                            </a:cubicBezTo>
                            <a:cubicBezTo>
                              <a:pt x="31147" y="107823"/>
                              <a:pt x="42196" y="107347"/>
                              <a:pt x="54483" y="103918"/>
                            </a:cubicBezTo>
                            <a:cubicBezTo>
                              <a:pt x="62484" y="101632"/>
                              <a:pt x="70866" y="98107"/>
                              <a:pt x="80296" y="92869"/>
                            </a:cubicBezTo>
                            <a:cubicBezTo>
                              <a:pt x="83153" y="91249"/>
                              <a:pt x="86487" y="89345"/>
                              <a:pt x="90202" y="87154"/>
                            </a:cubicBezTo>
                            <a:cubicBezTo>
                              <a:pt x="104584" y="78486"/>
                              <a:pt x="123920" y="66485"/>
                              <a:pt x="136017" y="58674"/>
                            </a:cubicBezTo>
                            <a:cubicBezTo>
                              <a:pt x="137541" y="57626"/>
                              <a:pt x="139065" y="56674"/>
                              <a:pt x="140303" y="55816"/>
                            </a:cubicBezTo>
                            <a:cubicBezTo>
                              <a:pt x="149352" y="49530"/>
                              <a:pt x="156686" y="43529"/>
                              <a:pt x="162592" y="37243"/>
                            </a:cubicBezTo>
                            <a:cubicBezTo>
                              <a:pt x="170593" y="28480"/>
                              <a:pt x="176117" y="19717"/>
                              <a:pt x="180404" y="10096"/>
                            </a:cubicBezTo>
                            <a:cubicBezTo>
                              <a:pt x="181737" y="6953"/>
                              <a:pt x="182880" y="3715"/>
                              <a:pt x="184023" y="381"/>
                            </a:cubicBezTo>
                            <a:lnTo>
                              <a:pt x="184118" y="0"/>
                            </a:lnTo>
                            <a:cubicBezTo>
                              <a:pt x="146685" y="18669"/>
                              <a:pt x="109156" y="40577"/>
                              <a:pt x="75343" y="6438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29" name="Forme libre : forme 10428">
                        <a:extLst>
                          <a:ext uri="{FF2B5EF4-FFF2-40B4-BE49-F238E27FC236}">
                            <a16:creationId xmlns:a16="http://schemas.microsoft.com/office/drawing/2014/main" id="{20CA8DF7-8B88-4C8F-B1D9-4E20D5CC80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075" y="2613541"/>
                        <a:ext cx="86010" cy="55080"/>
                      </a:xfrm>
                      <a:custGeom>
                        <a:avLst/>
                        <a:gdLst>
                          <a:gd name="connsiteX0" fmla="*/ 85453 w 86010"/>
                          <a:gd name="connsiteY0" fmla="*/ 2405 h 55080"/>
                          <a:gd name="connsiteX1" fmla="*/ 47925 w 86010"/>
                          <a:gd name="connsiteY1" fmla="*/ 38886 h 55080"/>
                          <a:gd name="connsiteX2" fmla="*/ 871 w 86010"/>
                          <a:gd name="connsiteY2" fmla="*/ 52316 h 55080"/>
                          <a:gd name="connsiteX3" fmla="*/ 34685 w 86010"/>
                          <a:gd name="connsiteY3" fmla="*/ 17835 h 55080"/>
                          <a:gd name="connsiteX4" fmla="*/ 85453 w 86010"/>
                          <a:gd name="connsiteY4" fmla="*/ 2405 h 55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010" h="55080">
                            <a:moveTo>
                              <a:pt x="85453" y="2405"/>
                            </a:moveTo>
                            <a:cubicBezTo>
                              <a:pt x="90597" y="10977"/>
                              <a:pt x="58688" y="31837"/>
                              <a:pt x="47925" y="38886"/>
                            </a:cubicBezTo>
                            <a:cubicBezTo>
                              <a:pt x="36971" y="45553"/>
                              <a:pt x="7158" y="61460"/>
                              <a:pt x="871" y="52316"/>
                            </a:cubicBezTo>
                            <a:cubicBezTo>
                              <a:pt x="-5415" y="43267"/>
                              <a:pt x="24017" y="23741"/>
                              <a:pt x="34685" y="17835"/>
                            </a:cubicBezTo>
                            <a:cubicBezTo>
                              <a:pt x="45258" y="11549"/>
                              <a:pt x="80119" y="-6454"/>
                              <a:pt x="85453" y="240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30" name="Forme libre : forme 10429">
                        <a:extLst>
                          <a:ext uri="{FF2B5EF4-FFF2-40B4-BE49-F238E27FC236}">
                            <a16:creationId xmlns:a16="http://schemas.microsoft.com/office/drawing/2014/main" id="{DE998A9D-F905-47FC-ADF5-23744A57FA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253" y="2640044"/>
                        <a:ext cx="66176" cy="28255"/>
                      </a:xfrm>
                      <a:custGeom>
                        <a:avLst/>
                        <a:gdLst>
                          <a:gd name="connsiteX0" fmla="*/ 13885 w 66176"/>
                          <a:gd name="connsiteY0" fmla="*/ 6382 h 28255"/>
                          <a:gd name="connsiteX1" fmla="*/ 1312 w 66176"/>
                          <a:gd name="connsiteY1" fmla="*/ 26098 h 28255"/>
                          <a:gd name="connsiteX2" fmla="*/ 49222 w 66176"/>
                          <a:gd name="connsiteY2" fmla="*/ 12097 h 28255"/>
                          <a:gd name="connsiteX3" fmla="*/ 66177 w 66176"/>
                          <a:gd name="connsiteY3" fmla="*/ 0 h 28255"/>
                          <a:gd name="connsiteX4" fmla="*/ 56271 w 66176"/>
                          <a:gd name="connsiteY4" fmla="*/ 5048 h 28255"/>
                          <a:gd name="connsiteX5" fmla="*/ 13885 w 66176"/>
                          <a:gd name="connsiteY5" fmla="*/ 6382 h 282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6176" h="28255">
                            <a:moveTo>
                              <a:pt x="13885" y="6382"/>
                            </a:moveTo>
                            <a:cubicBezTo>
                              <a:pt x="9694" y="11334"/>
                              <a:pt x="-4308" y="21526"/>
                              <a:pt x="1312" y="26098"/>
                            </a:cubicBezTo>
                            <a:cubicBezTo>
                              <a:pt x="10360" y="33433"/>
                              <a:pt x="35316" y="20383"/>
                              <a:pt x="49222" y="12097"/>
                            </a:cubicBezTo>
                            <a:cubicBezTo>
                              <a:pt x="53223" y="9620"/>
                              <a:pt x="61986" y="3429"/>
                              <a:pt x="66177" y="0"/>
                            </a:cubicBezTo>
                            <a:cubicBezTo>
                              <a:pt x="63510" y="1429"/>
                              <a:pt x="59033" y="4096"/>
                              <a:pt x="56271" y="5048"/>
                            </a:cubicBezTo>
                            <a:cubicBezTo>
                              <a:pt x="40459" y="10573"/>
                              <a:pt x="21124" y="16097"/>
                              <a:pt x="13885" y="638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31" name="Forme libre : forme 10430">
                        <a:extLst>
                          <a:ext uri="{FF2B5EF4-FFF2-40B4-BE49-F238E27FC236}">
                            <a16:creationId xmlns:a16="http://schemas.microsoft.com/office/drawing/2014/main" id="{A2DA9F46-DC68-4633-81C0-C19F8DC43D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7818" y="2612582"/>
                        <a:ext cx="85734" cy="55755"/>
                      </a:xfrm>
                      <a:custGeom>
                        <a:avLst/>
                        <a:gdLst>
                          <a:gd name="connsiteX0" fmla="*/ 85616 w 85734"/>
                          <a:gd name="connsiteY0" fmla="*/ 2983 h 55755"/>
                          <a:gd name="connsiteX1" fmla="*/ 47706 w 85734"/>
                          <a:gd name="connsiteY1" fmla="*/ 40035 h 55755"/>
                          <a:gd name="connsiteX2" fmla="*/ 1034 w 85734"/>
                          <a:gd name="connsiteY2" fmla="*/ 52989 h 55755"/>
                          <a:gd name="connsiteX3" fmla="*/ 34752 w 85734"/>
                          <a:gd name="connsiteY3" fmla="*/ 18699 h 55755"/>
                          <a:gd name="connsiteX4" fmla="*/ 62851 w 85734"/>
                          <a:gd name="connsiteY4" fmla="*/ 4602 h 55755"/>
                          <a:gd name="connsiteX5" fmla="*/ 85616 w 85734"/>
                          <a:gd name="connsiteY5" fmla="*/ 2983 h 557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5734" h="55755">
                            <a:moveTo>
                              <a:pt x="85616" y="2983"/>
                            </a:moveTo>
                            <a:cubicBezTo>
                              <a:pt x="87806" y="13175"/>
                              <a:pt x="59231" y="32320"/>
                              <a:pt x="47706" y="40035"/>
                            </a:cubicBezTo>
                            <a:cubicBezTo>
                              <a:pt x="36086" y="47560"/>
                              <a:pt x="8082" y="61752"/>
                              <a:pt x="1034" y="52989"/>
                            </a:cubicBezTo>
                            <a:cubicBezTo>
                              <a:pt x="-6015" y="44131"/>
                              <a:pt x="24941" y="24414"/>
                              <a:pt x="34752" y="18699"/>
                            </a:cubicBezTo>
                            <a:cubicBezTo>
                              <a:pt x="39515" y="15651"/>
                              <a:pt x="51802" y="9174"/>
                              <a:pt x="62851" y="4602"/>
                            </a:cubicBezTo>
                            <a:cubicBezTo>
                              <a:pt x="74186" y="125"/>
                              <a:pt x="84473" y="-2256"/>
                              <a:pt x="85616" y="298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32" name="Forme libre : forme 10431">
                        <a:extLst>
                          <a:ext uri="{FF2B5EF4-FFF2-40B4-BE49-F238E27FC236}">
                            <a16:creationId xmlns:a16="http://schemas.microsoft.com/office/drawing/2014/main" id="{027C06CF-5EF1-43E0-814A-BB0FEC1288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00701" y="2637105"/>
                        <a:ext cx="115695" cy="57646"/>
                      </a:xfrm>
                      <a:custGeom>
                        <a:avLst/>
                        <a:gdLst>
                          <a:gd name="connsiteX0" fmla="*/ 4145 w 115695"/>
                          <a:gd name="connsiteY0" fmla="*/ 53802 h 57646"/>
                          <a:gd name="connsiteX1" fmla="*/ 21194 w 115695"/>
                          <a:gd name="connsiteY1" fmla="*/ 57422 h 57646"/>
                          <a:gd name="connsiteX2" fmla="*/ 67772 w 115695"/>
                          <a:gd name="connsiteY2" fmla="*/ 47516 h 57646"/>
                          <a:gd name="connsiteX3" fmla="*/ 106443 w 115695"/>
                          <a:gd name="connsiteY3" fmla="*/ 21036 h 57646"/>
                          <a:gd name="connsiteX4" fmla="*/ 113587 w 115695"/>
                          <a:gd name="connsiteY4" fmla="*/ 843 h 57646"/>
                          <a:gd name="connsiteX5" fmla="*/ 97680 w 115695"/>
                          <a:gd name="connsiteY5" fmla="*/ 3510 h 57646"/>
                          <a:gd name="connsiteX6" fmla="*/ 54818 w 115695"/>
                          <a:gd name="connsiteY6" fmla="*/ 13130 h 57646"/>
                          <a:gd name="connsiteX7" fmla="*/ 12336 w 115695"/>
                          <a:gd name="connsiteY7" fmla="*/ 24465 h 57646"/>
                          <a:gd name="connsiteX8" fmla="*/ 4145 w 115695"/>
                          <a:gd name="connsiteY8" fmla="*/ 53802 h 576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5695" h="57646">
                            <a:moveTo>
                              <a:pt x="4145" y="53802"/>
                            </a:moveTo>
                            <a:cubicBezTo>
                              <a:pt x="9669" y="57707"/>
                              <a:pt x="12813" y="57993"/>
                              <a:pt x="21194" y="57422"/>
                            </a:cubicBezTo>
                            <a:cubicBezTo>
                              <a:pt x="37101" y="56374"/>
                              <a:pt x="50151" y="55231"/>
                              <a:pt x="67772" y="47516"/>
                            </a:cubicBezTo>
                            <a:cubicBezTo>
                              <a:pt x="82345" y="40943"/>
                              <a:pt x="97109" y="31037"/>
                              <a:pt x="106443" y="21036"/>
                            </a:cubicBezTo>
                            <a:cubicBezTo>
                              <a:pt x="113492" y="13797"/>
                              <a:pt x="118826" y="4843"/>
                              <a:pt x="113587" y="843"/>
                            </a:cubicBezTo>
                            <a:cubicBezTo>
                              <a:pt x="110348" y="-1634"/>
                              <a:pt x="103681" y="1986"/>
                              <a:pt x="97680" y="3510"/>
                            </a:cubicBezTo>
                            <a:cubicBezTo>
                              <a:pt x="83488" y="7415"/>
                              <a:pt x="70058" y="11701"/>
                              <a:pt x="54818" y="13130"/>
                            </a:cubicBezTo>
                            <a:cubicBezTo>
                              <a:pt x="41864" y="14368"/>
                              <a:pt x="26243" y="13511"/>
                              <a:pt x="12336" y="24465"/>
                            </a:cubicBezTo>
                            <a:cubicBezTo>
                              <a:pt x="-332" y="34371"/>
                              <a:pt x="-3570" y="48468"/>
                              <a:pt x="4145" y="5380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33" name="Forme libre : forme 10432">
                        <a:extLst>
                          <a:ext uri="{FF2B5EF4-FFF2-40B4-BE49-F238E27FC236}">
                            <a16:creationId xmlns:a16="http://schemas.microsoft.com/office/drawing/2014/main" id="{EE4D4DFE-0AAA-43B8-8F59-25F08FE07E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030" y="2641197"/>
                        <a:ext cx="31052" cy="28642"/>
                      </a:xfrm>
                      <a:custGeom>
                        <a:avLst/>
                        <a:gdLst>
                          <a:gd name="connsiteX0" fmla="*/ 1818 w 31052"/>
                          <a:gd name="connsiteY0" fmla="*/ 23421 h 28642"/>
                          <a:gd name="connsiteX1" fmla="*/ 8 w 31052"/>
                          <a:gd name="connsiteY1" fmla="*/ 27612 h 28642"/>
                          <a:gd name="connsiteX2" fmla="*/ 3818 w 31052"/>
                          <a:gd name="connsiteY2" fmla="*/ 28088 h 28642"/>
                          <a:gd name="connsiteX3" fmla="*/ 10105 w 31052"/>
                          <a:gd name="connsiteY3" fmla="*/ 24278 h 28642"/>
                          <a:gd name="connsiteX4" fmla="*/ 24202 w 31052"/>
                          <a:gd name="connsiteY4" fmla="*/ 12944 h 28642"/>
                          <a:gd name="connsiteX5" fmla="*/ 28774 w 31052"/>
                          <a:gd name="connsiteY5" fmla="*/ 8276 h 28642"/>
                          <a:gd name="connsiteX6" fmla="*/ 20963 w 31052"/>
                          <a:gd name="connsiteY6" fmla="*/ 3133 h 28642"/>
                          <a:gd name="connsiteX7" fmla="*/ 1818 w 31052"/>
                          <a:gd name="connsiteY7" fmla="*/ 23421 h 28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1052" h="28642">
                            <a:moveTo>
                              <a:pt x="1818" y="23421"/>
                            </a:moveTo>
                            <a:cubicBezTo>
                              <a:pt x="675" y="25040"/>
                              <a:pt x="-87" y="26278"/>
                              <a:pt x="8" y="27612"/>
                            </a:cubicBezTo>
                            <a:cubicBezTo>
                              <a:pt x="103" y="28945"/>
                              <a:pt x="1913" y="28850"/>
                              <a:pt x="3818" y="28088"/>
                            </a:cubicBezTo>
                            <a:cubicBezTo>
                              <a:pt x="5723" y="27326"/>
                              <a:pt x="8200" y="25612"/>
                              <a:pt x="10105" y="24278"/>
                            </a:cubicBezTo>
                            <a:cubicBezTo>
                              <a:pt x="14867" y="20659"/>
                              <a:pt x="19915" y="16753"/>
                              <a:pt x="24202" y="12944"/>
                            </a:cubicBezTo>
                            <a:cubicBezTo>
                              <a:pt x="25916" y="11324"/>
                              <a:pt x="27631" y="9895"/>
                              <a:pt x="28774" y="8276"/>
                            </a:cubicBezTo>
                            <a:cubicBezTo>
                              <a:pt x="33631" y="1323"/>
                              <a:pt x="30583" y="-3440"/>
                              <a:pt x="20963" y="3133"/>
                            </a:cubicBezTo>
                            <a:cubicBezTo>
                              <a:pt x="13629" y="8086"/>
                              <a:pt x="6485" y="16658"/>
                              <a:pt x="1818" y="2342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34" name="Forme libre : forme 10433">
                        <a:extLst>
                          <a:ext uri="{FF2B5EF4-FFF2-40B4-BE49-F238E27FC236}">
                            <a16:creationId xmlns:a16="http://schemas.microsoft.com/office/drawing/2014/main" id="{7D16D089-CDD9-42FC-A36F-382E6CCD0A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22099" y="2604611"/>
                        <a:ext cx="38671" cy="53911"/>
                      </a:xfrm>
                      <a:custGeom>
                        <a:avLst/>
                        <a:gdLst>
                          <a:gd name="connsiteX0" fmla="*/ 38671 w 38671"/>
                          <a:gd name="connsiteY0" fmla="*/ 0 h 53911"/>
                          <a:gd name="connsiteX1" fmla="*/ 0 w 38671"/>
                          <a:gd name="connsiteY1" fmla="*/ 53911 h 53911"/>
                          <a:gd name="connsiteX2" fmla="*/ 38671 w 38671"/>
                          <a:gd name="connsiteY2" fmla="*/ 0 h 53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8671" h="53911">
                            <a:moveTo>
                              <a:pt x="38671" y="0"/>
                            </a:moveTo>
                            <a:cubicBezTo>
                              <a:pt x="37338" y="16478"/>
                              <a:pt x="14097" y="39052"/>
                              <a:pt x="0" y="53911"/>
                            </a:cubicBezTo>
                            <a:cubicBezTo>
                              <a:pt x="15526" y="37814"/>
                              <a:pt x="29623" y="16669"/>
                              <a:pt x="3867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35" name="Forme libre : forme 10434">
                        <a:extLst>
                          <a:ext uri="{FF2B5EF4-FFF2-40B4-BE49-F238E27FC236}">
                            <a16:creationId xmlns:a16="http://schemas.microsoft.com/office/drawing/2014/main" id="{AD0D3FD5-04DA-4C77-8481-0292E124A7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79986" y="2634043"/>
                        <a:ext cx="45529" cy="58292"/>
                      </a:xfrm>
                      <a:custGeom>
                        <a:avLst/>
                        <a:gdLst>
                          <a:gd name="connsiteX0" fmla="*/ 45529 w 45529"/>
                          <a:gd name="connsiteY0" fmla="*/ 0 h 58292"/>
                          <a:gd name="connsiteX1" fmla="*/ 0 w 45529"/>
                          <a:gd name="connsiteY1" fmla="*/ 58293 h 58292"/>
                          <a:gd name="connsiteX2" fmla="*/ 45529 w 45529"/>
                          <a:gd name="connsiteY2" fmla="*/ 0 h 582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5529" h="58292">
                            <a:moveTo>
                              <a:pt x="45529" y="0"/>
                            </a:moveTo>
                            <a:cubicBezTo>
                              <a:pt x="23050" y="16097"/>
                              <a:pt x="8763" y="38576"/>
                              <a:pt x="0" y="58293"/>
                            </a:cubicBezTo>
                            <a:cubicBezTo>
                              <a:pt x="7334" y="39433"/>
                              <a:pt x="28289" y="16383"/>
                              <a:pt x="4552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36" name="Forme libre : forme 10435">
                        <a:extLst>
                          <a:ext uri="{FF2B5EF4-FFF2-40B4-BE49-F238E27FC236}">
                            <a16:creationId xmlns:a16="http://schemas.microsoft.com/office/drawing/2014/main" id="{85D3DB39-1ED2-4794-B18D-AFD7D74037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417" y="2622789"/>
                        <a:ext cx="33065" cy="17974"/>
                      </a:xfrm>
                      <a:custGeom>
                        <a:avLst/>
                        <a:gdLst>
                          <a:gd name="connsiteX0" fmla="*/ 33061 w 33065"/>
                          <a:gd name="connsiteY0" fmla="*/ 1538 h 17974"/>
                          <a:gd name="connsiteX1" fmla="*/ 15344 w 33065"/>
                          <a:gd name="connsiteY1" fmla="*/ 13730 h 17974"/>
                          <a:gd name="connsiteX2" fmla="*/ 9 w 33065"/>
                          <a:gd name="connsiteY2" fmla="*/ 16112 h 17974"/>
                          <a:gd name="connsiteX3" fmla="*/ 16678 w 33065"/>
                          <a:gd name="connsiteY3" fmla="*/ 4491 h 17974"/>
                          <a:gd name="connsiteX4" fmla="*/ 33061 w 33065"/>
                          <a:gd name="connsiteY4" fmla="*/ 1538 h 179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065" h="17974">
                            <a:moveTo>
                              <a:pt x="33061" y="1538"/>
                            </a:moveTo>
                            <a:cubicBezTo>
                              <a:pt x="32775" y="5825"/>
                              <a:pt x="19440" y="11826"/>
                              <a:pt x="15344" y="13730"/>
                            </a:cubicBezTo>
                            <a:cubicBezTo>
                              <a:pt x="11249" y="15636"/>
                              <a:pt x="-372" y="20684"/>
                              <a:pt x="9" y="16112"/>
                            </a:cubicBezTo>
                            <a:cubicBezTo>
                              <a:pt x="390" y="11635"/>
                              <a:pt x="12773" y="6111"/>
                              <a:pt x="16678" y="4491"/>
                            </a:cubicBezTo>
                            <a:cubicBezTo>
                              <a:pt x="20488" y="2872"/>
                              <a:pt x="33347" y="-2653"/>
                              <a:pt x="33061" y="153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37" name="Forme libre : forme 10436">
                        <a:extLst>
                          <a:ext uri="{FF2B5EF4-FFF2-40B4-BE49-F238E27FC236}">
                            <a16:creationId xmlns:a16="http://schemas.microsoft.com/office/drawing/2014/main" id="{6F37A9A0-C3DC-4419-99A0-E2459D9864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01795" y="2620368"/>
                        <a:ext cx="9295" cy="5920"/>
                      </a:xfrm>
                      <a:custGeom>
                        <a:avLst/>
                        <a:gdLst>
                          <a:gd name="connsiteX0" fmla="*/ 9065 w 9295"/>
                          <a:gd name="connsiteY0" fmla="*/ 340 h 5920"/>
                          <a:gd name="connsiteX1" fmla="*/ 5826 w 9295"/>
                          <a:gd name="connsiteY1" fmla="*/ 4150 h 5920"/>
                          <a:gd name="connsiteX2" fmla="*/ 206 w 9295"/>
                          <a:gd name="connsiteY2" fmla="*/ 5579 h 5920"/>
                          <a:gd name="connsiteX3" fmla="*/ 3349 w 9295"/>
                          <a:gd name="connsiteY3" fmla="*/ 1864 h 5920"/>
                          <a:gd name="connsiteX4" fmla="*/ 9065 w 9295"/>
                          <a:gd name="connsiteY4" fmla="*/ 340 h 59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95" h="5920">
                            <a:moveTo>
                              <a:pt x="9065" y="340"/>
                            </a:moveTo>
                            <a:cubicBezTo>
                              <a:pt x="10112" y="1388"/>
                              <a:pt x="7350" y="3293"/>
                              <a:pt x="5826" y="4150"/>
                            </a:cubicBezTo>
                            <a:cubicBezTo>
                              <a:pt x="4302" y="5007"/>
                              <a:pt x="1159" y="6627"/>
                              <a:pt x="206" y="5579"/>
                            </a:cubicBezTo>
                            <a:cubicBezTo>
                              <a:pt x="-746" y="4531"/>
                              <a:pt x="1825" y="2722"/>
                              <a:pt x="3349" y="1864"/>
                            </a:cubicBezTo>
                            <a:cubicBezTo>
                              <a:pt x="4778" y="912"/>
                              <a:pt x="8017" y="-708"/>
                              <a:pt x="9065" y="34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38" name="Forme libre : forme 10437">
                        <a:extLst>
                          <a:ext uri="{FF2B5EF4-FFF2-40B4-BE49-F238E27FC236}">
                            <a16:creationId xmlns:a16="http://schemas.microsoft.com/office/drawing/2014/main" id="{59E2060E-DA1D-4127-8E62-9E8086DE16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2385" y="2595471"/>
                        <a:ext cx="91746" cy="28410"/>
                      </a:xfrm>
                      <a:custGeom>
                        <a:avLst/>
                        <a:gdLst>
                          <a:gd name="connsiteX0" fmla="*/ 63714 w 91746"/>
                          <a:gd name="connsiteY0" fmla="*/ 472 h 28410"/>
                          <a:gd name="connsiteX1" fmla="*/ 90289 w 91746"/>
                          <a:gd name="connsiteY1" fmla="*/ 3329 h 28410"/>
                          <a:gd name="connsiteX2" fmla="*/ 87336 w 91746"/>
                          <a:gd name="connsiteY2" fmla="*/ 11330 h 28410"/>
                          <a:gd name="connsiteX3" fmla="*/ 76192 w 91746"/>
                          <a:gd name="connsiteY3" fmla="*/ 13236 h 28410"/>
                          <a:gd name="connsiteX4" fmla="*/ 41807 w 91746"/>
                          <a:gd name="connsiteY4" fmla="*/ 17427 h 28410"/>
                          <a:gd name="connsiteX5" fmla="*/ 87 w 91746"/>
                          <a:gd name="connsiteY5" fmla="*/ 25142 h 28410"/>
                          <a:gd name="connsiteX6" fmla="*/ 39997 w 91746"/>
                          <a:gd name="connsiteY6" fmla="*/ 1044 h 28410"/>
                          <a:gd name="connsiteX7" fmla="*/ 63714 w 91746"/>
                          <a:gd name="connsiteY7" fmla="*/ 472 h 284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1746" h="28410">
                            <a:moveTo>
                              <a:pt x="63714" y="472"/>
                            </a:moveTo>
                            <a:cubicBezTo>
                              <a:pt x="74382" y="-4"/>
                              <a:pt x="82288" y="-99"/>
                              <a:pt x="90289" y="3329"/>
                            </a:cubicBezTo>
                            <a:cubicBezTo>
                              <a:pt x="93242" y="4663"/>
                              <a:pt x="91432" y="9045"/>
                              <a:pt x="87336" y="11330"/>
                            </a:cubicBezTo>
                            <a:cubicBezTo>
                              <a:pt x="83241" y="13617"/>
                              <a:pt x="79812" y="13331"/>
                              <a:pt x="76192" y="13236"/>
                            </a:cubicBezTo>
                            <a:cubicBezTo>
                              <a:pt x="65143" y="13140"/>
                              <a:pt x="53999" y="14760"/>
                              <a:pt x="41807" y="17427"/>
                            </a:cubicBezTo>
                            <a:cubicBezTo>
                              <a:pt x="34187" y="18855"/>
                              <a:pt x="-2008" y="35238"/>
                              <a:pt x="87" y="25142"/>
                            </a:cubicBezTo>
                            <a:cubicBezTo>
                              <a:pt x="1992" y="14855"/>
                              <a:pt x="29805" y="3234"/>
                              <a:pt x="39997" y="1044"/>
                            </a:cubicBezTo>
                            <a:cubicBezTo>
                              <a:pt x="50189" y="-1147"/>
                              <a:pt x="55713" y="853"/>
                              <a:pt x="63714" y="47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23" name="Graphique 1">
                      <a:extLst>
                        <a:ext uri="{FF2B5EF4-FFF2-40B4-BE49-F238E27FC236}">
                          <a16:creationId xmlns:a16="http://schemas.microsoft.com/office/drawing/2014/main" id="{97731263-96D9-4EC4-B86F-3C201B46DE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61573" y="2515452"/>
                      <a:ext cx="206870" cy="95580"/>
                      <a:chOff x="1561573" y="2515452"/>
                      <a:chExt cx="206870" cy="95580"/>
                    </a:xfrm>
                    <a:solidFill>
                      <a:schemeClr val="accent1"/>
                    </a:solidFill>
                  </p:grpSpPr>
                  <p:sp>
                    <p:nvSpPr>
                      <p:cNvPr id="10415" name="Forme libre : forme 10414">
                        <a:extLst>
                          <a:ext uri="{FF2B5EF4-FFF2-40B4-BE49-F238E27FC236}">
                            <a16:creationId xmlns:a16="http://schemas.microsoft.com/office/drawing/2014/main" id="{E08ED847-B40D-4C41-BB13-5280E9EAB5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61573" y="2515452"/>
                        <a:ext cx="206870" cy="95580"/>
                      </a:xfrm>
                      <a:custGeom>
                        <a:avLst/>
                        <a:gdLst>
                          <a:gd name="connsiteX0" fmla="*/ 144549 w 206870"/>
                          <a:gd name="connsiteY0" fmla="*/ 74776 h 95580"/>
                          <a:gd name="connsiteX1" fmla="*/ 112259 w 206870"/>
                          <a:gd name="connsiteY1" fmla="*/ 82396 h 95580"/>
                          <a:gd name="connsiteX2" fmla="*/ 80064 w 206870"/>
                          <a:gd name="connsiteY2" fmla="*/ 90969 h 95580"/>
                          <a:gd name="connsiteX3" fmla="*/ 9484 w 206870"/>
                          <a:gd name="connsiteY3" fmla="*/ 88016 h 95580"/>
                          <a:gd name="connsiteX4" fmla="*/ 1388 w 206870"/>
                          <a:gd name="connsiteY4" fmla="*/ 68014 h 95580"/>
                          <a:gd name="connsiteX5" fmla="*/ 58728 w 206870"/>
                          <a:gd name="connsiteY5" fmla="*/ 18579 h 95580"/>
                          <a:gd name="connsiteX6" fmla="*/ 92828 w 206870"/>
                          <a:gd name="connsiteY6" fmla="*/ 8197 h 95580"/>
                          <a:gd name="connsiteX7" fmla="*/ 127975 w 206870"/>
                          <a:gd name="connsiteY7" fmla="*/ 1243 h 95580"/>
                          <a:gd name="connsiteX8" fmla="*/ 199603 w 206870"/>
                          <a:gd name="connsiteY8" fmla="*/ 18769 h 95580"/>
                          <a:gd name="connsiteX9" fmla="*/ 204556 w 206870"/>
                          <a:gd name="connsiteY9" fmla="*/ 39343 h 95580"/>
                          <a:gd name="connsiteX10" fmla="*/ 144549 w 206870"/>
                          <a:gd name="connsiteY10" fmla="*/ 74776 h 955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06870" h="95580">
                            <a:moveTo>
                              <a:pt x="144549" y="74776"/>
                            </a:moveTo>
                            <a:cubicBezTo>
                              <a:pt x="136738" y="76586"/>
                              <a:pt x="124546" y="79443"/>
                              <a:pt x="112259" y="82396"/>
                            </a:cubicBezTo>
                            <a:cubicBezTo>
                              <a:pt x="100162" y="85635"/>
                              <a:pt x="87970" y="88873"/>
                              <a:pt x="80064" y="90969"/>
                            </a:cubicBezTo>
                            <a:cubicBezTo>
                              <a:pt x="50441" y="98970"/>
                              <a:pt x="31677" y="95636"/>
                              <a:pt x="9484" y="88016"/>
                            </a:cubicBezTo>
                            <a:cubicBezTo>
                              <a:pt x="1769" y="85349"/>
                              <a:pt x="-2327" y="75252"/>
                              <a:pt x="1388" y="68014"/>
                            </a:cubicBezTo>
                            <a:cubicBezTo>
                              <a:pt x="11960" y="46963"/>
                              <a:pt x="27581" y="30485"/>
                              <a:pt x="58728" y="18579"/>
                            </a:cubicBezTo>
                            <a:cubicBezTo>
                              <a:pt x="67015" y="15340"/>
                              <a:pt x="79874" y="11530"/>
                              <a:pt x="92828" y="8197"/>
                            </a:cubicBezTo>
                            <a:cubicBezTo>
                              <a:pt x="105877" y="5149"/>
                              <a:pt x="119021" y="2386"/>
                              <a:pt x="127975" y="1243"/>
                            </a:cubicBezTo>
                            <a:cubicBezTo>
                              <a:pt x="161598" y="-3424"/>
                              <a:pt x="180553" y="5625"/>
                              <a:pt x="199603" y="18769"/>
                            </a:cubicBezTo>
                            <a:cubicBezTo>
                              <a:pt x="206270" y="23436"/>
                              <a:pt x="209318" y="33628"/>
                              <a:pt x="204556" y="39343"/>
                            </a:cubicBezTo>
                            <a:cubicBezTo>
                              <a:pt x="190840" y="56107"/>
                              <a:pt x="173504" y="67918"/>
                              <a:pt x="144549" y="7477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16" name="Forme libre : forme 10415">
                        <a:extLst>
                          <a:ext uri="{FF2B5EF4-FFF2-40B4-BE49-F238E27FC236}">
                            <a16:creationId xmlns:a16="http://schemas.microsoft.com/office/drawing/2014/main" id="{14907C00-255B-4EC0-BA5E-9228D577AF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63628" y="2554509"/>
                        <a:ext cx="202691" cy="56335"/>
                      </a:xfrm>
                      <a:custGeom>
                        <a:avLst/>
                        <a:gdLst>
                          <a:gd name="connsiteX0" fmla="*/ 80010 w 202691"/>
                          <a:gd name="connsiteY0" fmla="*/ 22955 h 56335"/>
                          <a:gd name="connsiteX1" fmla="*/ 0 w 202691"/>
                          <a:gd name="connsiteY1" fmla="*/ 42481 h 56335"/>
                          <a:gd name="connsiteX2" fmla="*/ 7334 w 202691"/>
                          <a:gd name="connsiteY2" fmla="*/ 48768 h 56335"/>
                          <a:gd name="connsiteX3" fmla="*/ 18574 w 202691"/>
                          <a:gd name="connsiteY3" fmla="*/ 52292 h 56335"/>
                          <a:gd name="connsiteX4" fmla="*/ 51911 w 202691"/>
                          <a:gd name="connsiteY4" fmla="*/ 56102 h 56335"/>
                          <a:gd name="connsiteX5" fmla="*/ 77914 w 202691"/>
                          <a:gd name="connsiteY5" fmla="*/ 51816 h 56335"/>
                          <a:gd name="connsiteX6" fmla="*/ 88201 w 202691"/>
                          <a:gd name="connsiteY6" fmla="*/ 48958 h 56335"/>
                          <a:gd name="connsiteX7" fmla="*/ 137541 w 202691"/>
                          <a:gd name="connsiteY7" fmla="*/ 36766 h 56335"/>
                          <a:gd name="connsiteX8" fmla="*/ 142399 w 202691"/>
                          <a:gd name="connsiteY8" fmla="*/ 35623 h 56335"/>
                          <a:gd name="connsiteX9" fmla="*/ 169164 w 202691"/>
                          <a:gd name="connsiteY9" fmla="*/ 26384 h 56335"/>
                          <a:gd name="connsiteX10" fmla="*/ 195643 w 202691"/>
                          <a:gd name="connsiteY10" fmla="*/ 7811 h 56335"/>
                          <a:gd name="connsiteX11" fmla="*/ 202501 w 202691"/>
                          <a:gd name="connsiteY11" fmla="*/ 286 h 56335"/>
                          <a:gd name="connsiteX12" fmla="*/ 202692 w 202691"/>
                          <a:gd name="connsiteY12" fmla="*/ 0 h 56335"/>
                          <a:gd name="connsiteX13" fmla="*/ 80010 w 202691"/>
                          <a:gd name="connsiteY13" fmla="*/ 22955 h 56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2691" h="56335">
                            <a:moveTo>
                              <a:pt x="80010" y="22955"/>
                            </a:moveTo>
                            <a:cubicBezTo>
                              <a:pt x="53340" y="32480"/>
                              <a:pt x="25051" y="43053"/>
                              <a:pt x="0" y="42481"/>
                            </a:cubicBezTo>
                            <a:cubicBezTo>
                              <a:pt x="1619" y="45339"/>
                              <a:pt x="4191" y="47720"/>
                              <a:pt x="7334" y="48768"/>
                            </a:cubicBezTo>
                            <a:cubicBezTo>
                              <a:pt x="11144" y="50102"/>
                              <a:pt x="14859" y="51245"/>
                              <a:pt x="18574" y="52292"/>
                            </a:cubicBezTo>
                            <a:cubicBezTo>
                              <a:pt x="29242" y="54959"/>
                              <a:pt x="39910" y="57055"/>
                              <a:pt x="51911" y="56102"/>
                            </a:cubicBezTo>
                            <a:cubicBezTo>
                              <a:pt x="59817" y="55912"/>
                              <a:pt x="68104" y="54007"/>
                              <a:pt x="77914" y="51816"/>
                            </a:cubicBezTo>
                            <a:cubicBezTo>
                              <a:pt x="80867" y="51054"/>
                              <a:pt x="84392" y="50006"/>
                              <a:pt x="88201" y="48958"/>
                            </a:cubicBezTo>
                            <a:cubicBezTo>
                              <a:pt x="103346" y="44863"/>
                              <a:pt x="124016" y="39529"/>
                              <a:pt x="137541" y="36766"/>
                            </a:cubicBezTo>
                            <a:cubicBezTo>
                              <a:pt x="139255" y="36386"/>
                              <a:pt x="140875" y="35909"/>
                              <a:pt x="142399" y="35623"/>
                            </a:cubicBezTo>
                            <a:cubicBezTo>
                              <a:pt x="152591" y="32861"/>
                              <a:pt x="161544" y="30194"/>
                              <a:pt x="169164" y="26384"/>
                            </a:cubicBezTo>
                            <a:cubicBezTo>
                              <a:pt x="179737" y="21336"/>
                              <a:pt x="188119" y="15049"/>
                              <a:pt x="195643" y="7811"/>
                            </a:cubicBezTo>
                            <a:cubicBezTo>
                              <a:pt x="198025" y="5429"/>
                              <a:pt x="200311" y="2953"/>
                              <a:pt x="202501" y="286"/>
                            </a:cubicBezTo>
                            <a:lnTo>
                              <a:pt x="202692" y="0"/>
                            </a:lnTo>
                            <a:cubicBezTo>
                              <a:pt x="161163" y="2857"/>
                              <a:pt x="118205" y="9239"/>
                              <a:pt x="80010" y="2295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17" name="Forme libre : forme 10416">
                        <a:extLst>
                          <a:ext uri="{FF2B5EF4-FFF2-40B4-BE49-F238E27FC236}">
                            <a16:creationId xmlns:a16="http://schemas.microsoft.com/office/drawing/2014/main" id="{0DDA67C4-E834-446E-97BD-652B14BE76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885" y="2543841"/>
                        <a:ext cx="96296" cy="32123"/>
                      </a:xfrm>
                      <a:custGeom>
                        <a:avLst/>
                        <a:gdLst>
                          <a:gd name="connsiteX0" fmla="*/ 96239 w 96296"/>
                          <a:gd name="connsiteY0" fmla="*/ 6572 h 32123"/>
                          <a:gd name="connsiteX1" fmla="*/ 77570 w 96296"/>
                          <a:gd name="connsiteY1" fmla="*/ 19431 h 32123"/>
                          <a:gd name="connsiteX2" fmla="*/ 48710 w 96296"/>
                          <a:gd name="connsiteY2" fmla="*/ 27622 h 32123"/>
                          <a:gd name="connsiteX3" fmla="*/ 323 w 96296"/>
                          <a:gd name="connsiteY3" fmla="*/ 26861 h 32123"/>
                          <a:gd name="connsiteX4" fmla="*/ 42995 w 96296"/>
                          <a:gd name="connsiteY4" fmla="*/ 3524 h 32123"/>
                          <a:gd name="connsiteX5" fmla="*/ 73570 w 96296"/>
                          <a:gd name="connsiteY5" fmla="*/ 0 h 32123"/>
                          <a:gd name="connsiteX6" fmla="*/ 96239 w 96296"/>
                          <a:gd name="connsiteY6" fmla="*/ 6572 h 321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6296" h="32123">
                            <a:moveTo>
                              <a:pt x="96239" y="6572"/>
                            </a:moveTo>
                            <a:cubicBezTo>
                              <a:pt x="97097" y="11525"/>
                              <a:pt x="88143" y="16002"/>
                              <a:pt x="77570" y="19431"/>
                            </a:cubicBezTo>
                            <a:cubicBezTo>
                              <a:pt x="67093" y="23241"/>
                              <a:pt x="54806" y="26003"/>
                              <a:pt x="48710" y="27622"/>
                            </a:cubicBezTo>
                            <a:cubicBezTo>
                              <a:pt x="36232" y="29813"/>
                              <a:pt x="4228" y="36957"/>
                              <a:pt x="323" y="26861"/>
                            </a:cubicBezTo>
                            <a:cubicBezTo>
                              <a:pt x="-3678" y="16288"/>
                              <a:pt x="30612" y="5143"/>
                              <a:pt x="42995" y="3524"/>
                            </a:cubicBezTo>
                            <a:cubicBezTo>
                              <a:pt x="49091" y="2191"/>
                              <a:pt x="61949" y="381"/>
                              <a:pt x="73570" y="0"/>
                            </a:cubicBezTo>
                            <a:cubicBezTo>
                              <a:pt x="85095" y="0"/>
                              <a:pt x="95382" y="1619"/>
                              <a:pt x="96239" y="657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18" name="Forme libre : forme 10417">
                        <a:extLst>
                          <a:ext uri="{FF2B5EF4-FFF2-40B4-BE49-F238E27FC236}">
                            <a16:creationId xmlns:a16="http://schemas.microsoft.com/office/drawing/2014/main" id="{2423A40B-CEF2-4B71-83C9-B8E8571A2F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0992" y="2555271"/>
                        <a:ext cx="69795" cy="20603"/>
                      </a:xfrm>
                      <a:custGeom>
                        <a:avLst/>
                        <a:gdLst>
                          <a:gd name="connsiteX0" fmla="*/ 18265 w 69795"/>
                          <a:gd name="connsiteY0" fmla="*/ 0 h 20603"/>
                          <a:gd name="connsiteX1" fmla="*/ 739 w 69795"/>
                          <a:gd name="connsiteY1" fmla="*/ 15621 h 20603"/>
                          <a:gd name="connsiteX2" fmla="*/ 50079 w 69795"/>
                          <a:gd name="connsiteY2" fmla="*/ 16097 h 20603"/>
                          <a:gd name="connsiteX3" fmla="*/ 69796 w 69795"/>
                          <a:gd name="connsiteY3" fmla="*/ 10478 h 20603"/>
                          <a:gd name="connsiteX4" fmla="*/ 58842 w 69795"/>
                          <a:gd name="connsiteY4" fmla="*/ 11811 h 20603"/>
                          <a:gd name="connsiteX5" fmla="*/ 33982 w 69795"/>
                          <a:gd name="connsiteY5" fmla="*/ 9906 h 20603"/>
                          <a:gd name="connsiteX6" fmla="*/ 18265 w 69795"/>
                          <a:gd name="connsiteY6" fmla="*/ 0 h 206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9795" h="20603">
                            <a:moveTo>
                              <a:pt x="18265" y="0"/>
                            </a:moveTo>
                            <a:cubicBezTo>
                              <a:pt x="12646" y="3238"/>
                              <a:pt x="-3642" y="9906"/>
                              <a:pt x="739" y="15621"/>
                            </a:cubicBezTo>
                            <a:cubicBezTo>
                              <a:pt x="7693" y="24860"/>
                              <a:pt x="34363" y="18955"/>
                              <a:pt x="50079" y="16097"/>
                            </a:cubicBezTo>
                            <a:cubicBezTo>
                              <a:pt x="54556" y="14954"/>
                              <a:pt x="64747" y="12287"/>
                              <a:pt x="69796" y="10478"/>
                            </a:cubicBezTo>
                            <a:cubicBezTo>
                              <a:pt x="66748" y="10954"/>
                              <a:pt x="61795" y="11906"/>
                              <a:pt x="58842" y="11811"/>
                            </a:cubicBezTo>
                            <a:cubicBezTo>
                              <a:pt x="50650" y="11716"/>
                              <a:pt x="41506" y="11525"/>
                              <a:pt x="33982" y="9906"/>
                            </a:cubicBezTo>
                            <a:cubicBezTo>
                              <a:pt x="26457" y="8573"/>
                              <a:pt x="20361" y="5715"/>
                              <a:pt x="18265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19" name="Forme libre : forme 10418">
                        <a:extLst>
                          <a:ext uri="{FF2B5EF4-FFF2-40B4-BE49-F238E27FC236}">
                            <a16:creationId xmlns:a16="http://schemas.microsoft.com/office/drawing/2014/main" id="{3DF0DE8D-F2F9-407F-8882-94F88719D9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490" y="2545460"/>
                        <a:ext cx="96208" cy="32103"/>
                      </a:xfrm>
                      <a:custGeom>
                        <a:avLst/>
                        <a:gdLst>
                          <a:gd name="connsiteX0" fmla="*/ 96159 w 96208"/>
                          <a:gd name="connsiteY0" fmla="*/ 6763 h 32103"/>
                          <a:gd name="connsiteX1" fmla="*/ 76347 w 96208"/>
                          <a:gd name="connsiteY1" fmla="*/ 19812 h 32103"/>
                          <a:gd name="connsiteX2" fmla="*/ 48153 w 96208"/>
                          <a:gd name="connsiteY2" fmla="*/ 27908 h 32103"/>
                          <a:gd name="connsiteX3" fmla="*/ 432 w 96208"/>
                          <a:gd name="connsiteY3" fmla="*/ 26384 h 32103"/>
                          <a:gd name="connsiteX4" fmla="*/ 42914 w 96208"/>
                          <a:gd name="connsiteY4" fmla="*/ 3620 h 32103"/>
                          <a:gd name="connsiteX5" fmla="*/ 74442 w 96208"/>
                          <a:gd name="connsiteY5" fmla="*/ 0 h 32103"/>
                          <a:gd name="connsiteX6" fmla="*/ 96159 w 96208"/>
                          <a:gd name="connsiteY6" fmla="*/ 6763 h 321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6208" h="32103">
                            <a:moveTo>
                              <a:pt x="96159" y="6763"/>
                            </a:moveTo>
                            <a:cubicBezTo>
                              <a:pt x="95301" y="11906"/>
                              <a:pt x="86538" y="16478"/>
                              <a:pt x="76347" y="19812"/>
                            </a:cubicBezTo>
                            <a:cubicBezTo>
                              <a:pt x="66250" y="23432"/>
                              <a:pt x="54725" y="26289"/>
                              <a:pt x="48153" y="27908"/>
                            </a:cubicBezTo>
                            <a:cubicBezTo>
                              <a:pt x="34913" y="30956"/>
                              <a:pt x="5004" y="36290"/>
                              <a:pt x="432" y="26384"/>
                            </a:cubicBezTo>
                            <a:cubicBezTo>
                              <a:pt x="-4330" y="15621"/>
                              <a:pt x="31579" y="5525"/>
                              <a:pt x="42914" y="3620"/>
                            </a:cubicBezTo>
                            <a:cubicBezTo>
                              <a:pt x="48534" y="2381"/>
                              <a:pt x="62250" y="286"/>
                              <a:pt x="74442" y="0"/>
                            </a:cubicBezTo>
                            <a:cubicBezTo>
                              <a:pt x="86634" y="0"/>
                              <a:pt x="97016" y="1429"/>
                              <a:pt x="96159" y="676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20" name="Forme libre : forme 10419">
                        <a:extLst>
                          <a:ext uri="{FF2B5EF4-FFF2-40B4-BE49-F238E27FC236}">
                            <a16:creationId xmlns:a16="http://schemas.microsoft.com/office/drawing/2014/main" id="{4F85B1FD-A7A7-4801-92A7-A85CD598D9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6953" y="2555362"/>
                        <a:ext cx="121695" cy="41427"/>
                      </a:xfrm>
                      <a:custGeom>
                        <a:avLst/>
                        <a:gdLst>
                          <a:gd name="connsiteX0" fmla="*/ 2774 w 121695"/>
                          <a:gd name="connsiteY0" fmla="*/ 31818 h 41427"/>
                          <a:gd name="connsiteX1" fmla="*/ 18680 w 121695"/>
                          <a:gd name="connsiteY1" fmla="*/ 38485 h 41427"/>
                          <a:gd name="connsiteX2" fmla="*/ 64591 w 121695"/>
                          <a:gd name="connsiteY2" fmla="*/ 40200 h 41427"/>
                          <a:gd name="connsiteX3" fmla="*/ 87260 w 121695"/>
                          <a:gd name="connsiteY3" fmla="*/ 35247 h 41427"/>
                          <a:gd name="connsiteX4" fmla="*/ 107549 w 121695"/>
                          <a:gd name="connsiteY4" fmla="*/ 27341 h 41427"/>
                          <a:gd name="connsiteX5" fmla="*/ 120883 w 121695"/>
                          <a:gd name="connsiteY5" fmla="*/ 10863 h 41427"/>
                          <a:gd name="connsiteX6" fmla="*/ 105167 w 121695"/>
                          <a:gd name="connsiteY6" fmla="*/ 7910 h 41427"/>
                          <a:gd name="connsiteX7" fmla="*/ 61543 w 121695"/>
                          <a:gd name="connsiteY7" fmla="*/ 3719 h 41427"/>
                          <a:gd name="connsiteX8" fmla="*/ 40588 w 121695"/>
                          <a:gd name="connsiteY8" fmla="*/ 195 h 41427"/>
                          <a:gd name="connsiteX9" fmla="*/ 16775 w 121695"/>
                          <a:gd name="connsiteY9" fmla="*/ 4481 h 41427"/>
                          <a:gd name="connsiteX10" fmla="*/ 2774 w 121695"/>
                          <a:gd name="connsiteY10" fmla="*/ 31818 h 414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21695" h="41427">
                            <a:moveTo>
                              <a:pt x="2774" y="31818"/>
                            </a:moveTo>
                            <a:cubicBezTo>
                              <a:pt x="7536" y="36676"/>
                              <a:pt x="10584" y="37533"/>
                              <a:pt x="18680" y="38485"/>
                            </a:cubicBezTo>
                            <a:cubicBezTo>
                              <a:pt x="34206" y="40676"/>
                              <a:pt x="46588" y="42867"/>
                              <a:pt x="64591" y="40200"/>
                            </a:cubicBezTo>
                            <a:cubicBezTo>
                              <a:pt x="72211" y="39343"/>
                              <a:pt x="79926" y="37438"/>
                              <a:pt x="87260" y="35247"/>
                            </a:cubicBezTo>
                            <a:cubicBezTo>
                              <a:pt x="94690" y="33247"/>
                              <a:pt x="101643" y="30294"/>
                              <a:pt x="107549" y="27341"/>
                            </a:cubicBezTo>
                            <a:cubicBezTo>
                              <a:pt x="116312" y="22960"/>
                              <a:pt x="124312" y="16387"/>
                              <a:pt x="120883" y="10863"/>
                            </a:cubicBezTo>
                            <a:cubicBezTo>
                              <a:pt x="118788" y="7434"/>
                              <a:pt x="111358" y="8482"/>
                              <a:pt x="105167" y="7910"/>
                            </a:cubicBezTo>
                            <a:cubicBezTo>
                              <a:pt x="90594" y="6767"/>
                              <a:pt x="76687" y="6577"/>
                              <a:pt x="61543" y="3719"/>
                            </a:cubicBezTo>
                            <a:cubicBezTo>
                              <a:pt x="55066" y="2290"/>
                              <a:pt x="48112" y="766"/>
                              <a:pt x="40588" y="195"/>
                            </a:cubicBezTo>
                            <a:cubicBezTo>
                              <a:pt x="33063" y="-472"/>
                              <a:pt x="25062" y="481"/>
                              <a:pt x="16775" y="4481"/>
                            </a:cubicBezTo>
                            <a:cubicBezTo>
                              <a:pt x="1726" y="11530"/>
                              <a:pt x="-3894" y="25246"/>
                              <a:pt x="2774" y="3181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21" name="Forme libre : forme 10420">
                        <a:extLst>
                          <a:ext uri="{FF2B5EF4-FFF2-40B4-BE49-F238E27FC236}">
                            <a16:creationId xmlns:a16="http://schemas.microsoft.com/office/drawing/2014/main" id="{0A1E2DCD-BB9F-4337-9BFD-05A2A3A92E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8096" y="2547681"/>
                        <a:ext cx="37169" cy="21801"/>
                      </a:xfrm>
                      <a:custGeom>
                        <a:avLst/>
                        <a:gdLst>
                          <a:gd name="connsiteX0" fmla="*/ 2776 w 37169"/>
                          <a:gd name="connsiteY0" fmla="*/ 16734 h 21801"/>
                          <a:gd name="connsiteX1" fmla="*/ 14 w 37169"/>
                          <a:gd name="connsiteY1" fmla="*/ 20449 h 21801"/>
                          <a:gd name="connsiteX2" fmla="*/ 3633 w 37169"/>
                          <a:gd name="connsiteY2" fmla="*/ 21687 h 21801"/>
                          <a:gd name="connsiteX3" fmla="*/ 10682 w 37169"/>
                          <a:gd name="connsiteY3" fmla="*/ 19306 h 21801"/>
                          <a:gd name="connsiteX4" fmla="*/ 27351 w 37169"/>
                          <a:gd name="connsiteY4" fmla="*/ 11686 h 21801"/>
                          <a:gd name="connsiteX5" fmla="*/ 33161 w 37169"/>
                          <a:gd name="connsiteY5" fmla="*/ 8257 h 21801"/>
                          <a:gd name="connsiteX6" fmla="*/ 26970 w 37169"/>
                          <a:gd name="connsiteY6" fmla="*/ 1304 h 21801"/>
                          <a:gd name="connsiteX7" fmla="*/ 2776 w 37169"/>
                          <a:gd name="connsiteY7" fmla="*/ 16734 h 21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169" h="21801">
                            <a:moveTo>
                              <a:pt x="2776" y="16734"/>
                            </a:moveTo>
                            <a:cubicBezTo>
                              <a:pt x="1252" y="18163"/>
                              <a:pt x="204" y="19116"/>
                              <a:pt x="14" y="20449"/>
                            </a:cubicBezTo>
                            <a:cubicBezTo>
                              <a:pt x="-177" y="21783"/>
                              <a:pt x="1633" y="21973"/>
                              <a:pt x="3633" y="21687"/>
                            </a:cubicBezTo>
                            <a:cubicBezTo>
                              <a:pt x="5729" y="21402"/>
                              <a:pt x="8491" y="20259"/>
                              <a:pt x="10682" y="19306"/>
                            </a:cubicBezTo>
                            <a:cubicBezTo>
                              <a:pt x="16206" y="16925"/>
                              <a:pt x="22207" y="14448"/>
                              <a:pt x="27351" y="11686"/>
                            </a:cubicBezTo>
                            <a:cubicBezTo>
                              <a:pt x="29446" y="10543"/>
                              <a:pt x="31542" y="9591"/>
                              <a:pt x="33161" y="8257"/>
                            </a:cubicBezTo>
                            <a:cubicBezTo>
                              <a:pt x="39924" y="3018"/>
                              <a:pt x="38304" y="-2601"/>
                              <a:pt x="26970" y="1304"/>
                            </a:cubicBezTo>
                            <a:cubicBezTo>
                              <a:pt x="18302" y="4542"/>
                              <a:pt x="8872" y="10924"/>
                              <a:pt x="2776" y="1673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22" name="Forme libre : forme 10421">
                        <a:extLst>
                          <a:ext uri="{FF2B5EF4-FFF2-40B4-BE49-F238E27FC236}">
                            <a16:creationId xmlns:a16="http://schemas.microsoft.com/office/drawing/2014/main" id="{8F905B1A-D079-4EFB-9DE9-7369552A10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8122" y="2552318"/>
                        <a:ext cx="55054" cy="35909"/>
                      </a:xfrm>
                      <a:custGeom>
                        <a:avLst/>
                        <a:gdLst>
                          <a:gd name="connsiteX0" fmla="*/ 55054 w 55054"/>
                          <a:gd name="connsiteY0" fmla="*/ 0 h 35909"/>
                          <a:gd name="connsiteX1" fmla="*/ 0 w 55054"/>
                          <a:gd name="connsiteY1" fmla="*/ 35909 h 35909"/>
                          <a:gd name="connsiteX2" fmla="*/ 55054 w 55054"/>
                          <a:gd name="connsiteY2" fmla="*/ 0 h 359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5054" h="35909">
                            <a:moveTo>
                              <a:pt x="55054" y="0"/>
                            </a:moveTo>
                            <a:cubicBezTo>
                              <a:pt x="47720" y="14573"/>
                              <a:pt x="17717" y="27242"/>
                              <a:pt x="0" y="35909"/>
                            </a:cubicBezTo>
                            <a:cubicBezTo>
                              <a:pt x="19336" y="26575"/>
                              <a:pt x="40481" y="11906"/>
                              <a:pt x="5505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23" name="Forme libre : forme 10422">
                        <a:extLst>
                          <a:ext uri="{FF2B5EF4-FFF2-40B4-BE49-F238E27FC236}">
                            <a16:creationId xmlns:a16="http://schemas.microsoft.com/office/drawing/2014/main" id="{6745187C-DD6E-48EC-9CD3-33018E4C57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64961" y="2535555"/>
                        <a:ext cx="58483" cy="49148"/>
                      </a:xfrm>
                      <a:custGeom>
                        <a:avLst/>
                        <a:gdLst>
                          <a:gd name="connsiteX0" fmla="*/ 58483 w 58483"/>
                          <a:gd name="connsiteY0" fmla="*/ 0 h 49148"/>
                          <a:gd name="connsiteX1" fmla="*/ 0 w 58483"/>
                          <a:gd name="connsiteY1" fmla="*/ 49149 h 49148"/>
                          <a:gd name="connsiteX2" fmla="*/ 58483 w 58483"/>
                          <a:gd name="connsiteY2" fmla="*/ 0 h 491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8483" h="49148">
                            <a:moveTo>
                              <a:pt x="58483" y="0"/>
                            </a:moveTo>
                            <a:cubicBezTo>
                              <a:pt x="30956" y="10477"/>
                              <a:pt x="11430" y="30575"/>
                              <a:pt x="0" y="49149"/>
                            </a:cubicBezTo>
                            <a:cubicBezTo>
                              <a:pt x="9716" y="31147"/>
                              <a:pt x="36100" y="11716"/>
                              <a:pt x="5848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24" name="Forme libre : forme 10423">
                        <a:extLst>
                          <a:ext uri="{FF2B5EF4-FFF2-40B4-BE49-F238E27FC236}">
                            <a16:creationId xmlns:a16="http://schemas.microsoft.com/office/drawing/2014/main" id="{09BC0CD3-E209-4F94-A668-C3D170DB2A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8816" y="2547651"/>
                        <a:ext cx="36609" cy="8951"/>
                      </a:xfrm>
                      <a:custGeom>
                        <a:avLst/>
                        <a:gdLst>
                          <a:gd name="connsiteX0" fmla="*/ 36449 w 36609"/>
                          <a:gd name="connsiteY0" fmla="*/ 3048 h 8951"/>
                          <a:gd name="connsiteX1" fmla="*/ 15589 w 36609"/>
                          <a:gd name="connsiteY1" fmla="*/ 8477 h 8951"/>
                          <a:gd name="connsiteX2" fmla="*/ 158 w 36609"/>
                          <a:gd name="connsiteY2" fmla="*/ 5810 h 8951"/>
                          <a:gd name="connsiteX3" fmla="*/ 19875 w 36609"/>
                          <a:gd name="connsiteY3" fmla="*/ 190 h 8951"/>
                          <a:gd name="connsiteX4" fmla="*/ 36449 w 36609"/>
                          <a:gd name="connsiteY4" fmla="*/ 3048 h 89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609" h="8951">
                            <a:moveTo>
                              <a:pt x="36449" y="3048"/>
                            </a:moveTo>
                            <a:cubicBezTo>
                              <a:pt x="34639" y="6953"/>
                              <a:pt x="20161" y="8001"/>
                              <a:pt x="15589" y="8477"/>
                            </a:cubicBezTo>
                            <a:cubicBezTo>
                              <a:pt x="11112" y="8954"/>
                              <a:pt x="-1556" y="10001"/>
                              <a:pt x="158" y="5810"/>
                            </a:cubicBezTo>
                            <a:cubicBezTo>
                              <a:pt x="1968" y="1714"/>
                              <a:pt x="15589" y="286"/>
                              <a:pt x="19875" y="190"/>
                            </a:cubicBezTo>
                            <a:cubicBezTo>
                              <a:pt x="24257" y="0"/>
                              <a:pt x="38258" y="-762"/>
                              <a:pt x="36449" y="304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25" name="Forme libre : forme 10424">
                        <a:extLst>
                          <a:ext uri="{FF2B5EF4-FFF2-40B4-BE49-F238E27FC236}">
                            <a16:creationId xmlns:a16="http://schemas.microsoft.com/office/drawing/2014/main" id="{E09BB4B1-FD9A-40C0-9630-E3BF186471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0433" y="2547887"/>
                        <a:ext cx="10420" cy="3662"/>
                      </a:xfrm>
                      <a:custGeom>
                        <a:avLst/>
                        <a:gdLst>
                          <a:gd name="connsiteX0" fmla="*/ 10356 w 10420"/>
                          <a:gd name="connsiteY0" fmla="*/ 1002 h 3662"/>
                          <a:gd name="connsiteX1" fmla="*/ 5879 w 10420"/>
                          <a:gd name="connsiteY1" fmla="*/ 3383 h 3662"/>
                          <a:gd name="connsiteX2" fmla="*/ 68 w 10420"/>
                          <a:gd name="connsiteY2" fmla="*/ 2717 h 3662"/>
                          <a:gd name="connsiteX3" fmla="*/ 4355 w 10420"/>
                          <a:gd name="connsiteY3" fmla="*/ 240 h 3662"/>
                          <a:gd name="connsiteX4" fmla="*/ 10356 w 10420"/>
                          <a:gd name="connsiteY4" fmla="*/ 1002 h 36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20" h="3662">
                            <a:moveTo>
                              <a:pt x="10356" y="1002"/>
                            </a:moveTo>
                            <a:cubicBezTo>
                              <a:pt x="10927" y="2336"/>
                              <a:pt x="7593" y="3002"/>
                              <a:pt x="5879" y="3383"/>
                            </a:cubicBezTo>
                            <a:cubicBezTo>
                              <a:pt x="4164" y="3669"/>
                              <a:pt x="640" y="4050"/>
                              <a:pt x="68" y="2717"/>
                            </a:cubicBezTo>
                            <a:cubicBezTo>
                              <a:pt x="-503" y="1383"/>
                              <a:pt x="2640" y="526"/>
                              <a:pt x="4355" y="240"/>
                            </a:cubicBezTo>
                            <a:cubicBezTo>
                              <a:pt x="6164" y="-46"/>
                              <a:pt x="9784" y="-331"/>
                              <a:pt x="10356" y="100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26" name="Forme libre : forme 10425">
                        <a:extLst>
                          <a:ext uri="{FF2B5EF4-FFF2-40B4-BE49-F238E27FC236}">
                            <a16:creationId xmlns:a16="http://schemas.microsoft.com/office/drawing/2014/main" id="{4F153D10-D7DE-4B86-AAE2-8507555496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4018" y="2522601"/>
                        <a:ext cx="94372" cy="27655"/>
                      </a:xfrm>
                      <a:custGeom>
                        <a:avLst/>
                        <a:gdLst>
                          <a:gd name="connsiteX0" fmla="*/ 70012 w 94372"/>
                          <a:gd name="connsiteY0" fmla="*/ 8762 h 27655"/>
                          <a:gd name="connsiteX1" fmla="*/ 93634 w 94372"/>
                          <a:gd name="connsiteY1" fmla="*/ 21145 h 27655"/>
                          <a:gd name="connsiteX2" fmla="*/ 87919 w 94372"/>
                          <a:gd name="connsiteY2" fmla="*/ 27527 h 27655"/>
                          <a:gd name="connsiteX3" fmla="*/ 76870 w 94372"/>
                          <a:gd name="connsiteY3" fmla="*/ 25240 h 27655"/>
                          <a:gd name="connsiteX4" fmla="*/ 43247 w 94372"/>
                          <a:gd name="connsiteY4" fmla="*/ 16478 h 27655"/>
                          <a:gd name="connsiteX5" fmla="*/ 17053 w 94372"/>
                          <a:gd name="connsiteY5" fmla="*/ 15811 h 27655"/>
                          <a:gd name="connsiteX6" fmla="*/ 480 w 94372"/>
                          <a:gd name="connsiteY6" fmla="*/ 10001 h 27655"/>
                          <a:gd name="connsiteX7" fmla="*/ 47533 w 94372"/>
                          <a:gd name="connsiteY7" fmla="*/ 666 h 27655"/>
                          <a:gd name="connsiteX8" fmla="*/ 70012 w 94372"/>
                          <a:gd name="connsiteY8" fmla="*/ 8762 h 276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372" h="27655">
                            <a:moveTo>
                              <a:pt x="70012" y="8762"/>
                            </a:moveTo>
                            <a:cubicBezTo>
                              <a:pt x="80204" y="12382"/>
                              <a:pt x="87443" y="14954"/>
                              <a:pt x="93634" y="21145"/>
                            </a:cubicBezTo>
                            <a:cubicBezTo>
                              <a:pt x="95920" y="23526"/>
                              <a:pt x="92586" y="26860"/>
                              <a:pt x="87919" y="27527"/>
                            </a:cubicBezTo>
                            <a:cubicBezTo>
                              <a:pt x="83252" y="28098"/>
                              <a:pt x="80204" y="26669"/>
                              <a:pt x="76870" y="25240"/>
                            </a:cubicBezTo>
                            <a:cubicBezTo>
                              <a:pt x="66583" y="20764"/>
                              <a:pt x="55629" y="18668"/>
                              <a:pt x="43247" y="16478"/>
                            </a:cubicBezTo>
                            <a:cubicBezTo>
                              <a:pt x="39342" y="15906"/>
                              <a:pt x="27435" y="16192"/>
                              <a:pt x="17053" y="15811"/>
                            </a:cubicBezTo>
                            <a:cubicBezTo>
                              <a:pt x="6671" y="15620"/>
                              <a:pt x="-2187" y="14477"/>
                              <a:pt x="480" y="10001"/>
                            </a:cubicBezTo>
                            <a:cubicBezTo>
                              <a:pt x="5909" y="666"/>
                              <a:pt x="37151" y="-1239"/>
                              <a:pt x="47533" y="666"/>
                            </a:cubicBezTo>
                            <a:cubicBezTo>
                              <a:pt x="57915" y="2380"/>
                              <a:pt x="62392" y="6000"/>
                              <a:pt x="70012" y="876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24" name="Graphique 1">
                      <a:extLst>
                        <a:ext uri="{FF2B5EF4-FFF2-40B4-BE49-F238E27FC236}">
                          <a16:creationId xmlns:a16="http://schemas.microsoft.com/office/drawing/2014/main" id="{7E5ABF46-7548-4DD7-BB81-5BCA72622C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68379" y="2508313"/>
                      <a:ext cx="211455" cy="80851"/>
                      <a:chOff x="1768379" y="2508313"/>
                      <a:chExt cx="211455" cy="80851"/>
                    </a:xfrm>
                    <a:solidFill>
                      <a:schemeClr val="accent1"/>
                    </a:solidFill>
                  </p:grpSpPr>
                  <p:sp>
                    <p:nvSpPr>
                      <p:cNvPr id="10403" name="Forme libre : forme 10402">
                        <a:extLst>
                          <a:ext uri="{FF2B5EF4-FFF2-40B4-BE49-F238E27FC236}">
                            <a16:creationId xmlns:a16="http://schemas.microsoft.com/office/drawing/2014/main" id="{EA1728CD-0AF5-4FAA-AA82-DF122B91FE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8379" y="2508313"/>
                        <a:ext cx="211455" cy="80851"/>
                      </a:xfrm>
                      <a:custGeom>
                        <a:avLst/>
                        <a:gdLst>
                          <a:gd name="connsiteX0" fmla="*/ 138815 w 211455"/>
                          <a:gd name="connsiteY0" fmla="*/ 80581 h 80851"/>
                          <a:gd name="connsiteX1" fmla="*/ 70140 w 211455"/>
                          <a:gd name="connsiteY1" fmla="*/ 75247 h 80851"/>
                          <a:gd name="connsiteX2" fmla="*/ 4608 w 211455"/>
                          <a:gd name="connsiteY2" fmla="*/ 46768 h 80851"/>
                          <a:gd name="connsiteX3" fmla="*/ 4608 w 211455"/>
                          <a:gd name="connsiteY3" fmla="*/ 25241 h 80851"/>
                          <a:gd name="connsiteX4" fmla="*/ 75188 w 211455"/>
                          <a:gd name="connsiteY4" fmla="*/ 0 h 80851"/>
                          <a:gd name="connsiteX5" fmla="*/ 109669 w 211455"/>
                          <a:gd name="connsiteY5" fmla="*/ 1524 h 80851"/>
                          <a:gd name="connsiteX6" fmla="*/ 144244 w 211455"/>
                          <a:gd name="connsiteY6" fmla="*/ 5429 h 80851"/>
                          <a:gd name="connsiteX7" fmla="*/ 182630 w 211455"/>
                          <a:gd name="connsiteY7" fmla="*/ 19050 h 80851"/>
                          <a:gd name="connsiteX8" fmla="*/ 207585 w 211455"/>
                          <a:gd name="connsiteY8" fmla="*/ 42101 h 80851"/>
                          <a:gd name="connsiteX9" fmla="*/ 206824 w 211455"/>
                          <a:gd name="connsiteY9" fmla="*/ 63246 h 80851"/>
                          <a:gd name="connsiteX10" fmla="*/ 177487 w 211455"/>
                          <a:gd name="connsiteY10" fmla="*/ 77343 h 80851"/>
                          <a:gd name="connsiteX11" fmla="*/ 159770 w 211455"/>
                          <a:gd name="connsiteY11" fmla="*/ 80296 h 80851"/>
                          <a:gd name="connsiteX12" fmla="*/ 138815 w 211455"/>
                          <a:gd name="connsiteY12" fmla="*/ 80581 h 808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211455" h="80851">
                            <a:moveTo>
                              <a:pt x="138815" y="80581"/>
                            </a:moveTo>
                            <a:cubicBezTo>
                              <a:pt x="122527" y="79343"/>
                              <a:pt x="87094" y="76962"/>
                              <a:pt x="70140" y="75247"/>
                            </a:cubicBezTo>
                            <a:cubicBezTo>
                              <a:pt x="38517" y="72485"/>
                              <a:pt x="22324" y="62008"/>
                              <a:pt x="4608" y="46768"/>
                            </a:cubicBezTo>
                            <a:cubicBezTo>
                              <a:pt x="-1488" y="41529"/>
                              <a:pt x="-1583" y="30575"/>
                              <a:pt x="4608" y="25241"/>
                            </a:cubicBezTo>
                            <a:cubicBezTo>
                              <a:pt x="22420" y="9715"/>
                              <a:pt x="42898" y="476"/>
                              <a:pt x="75188" y="0"/>
                            </a:cubicBezTo>
                            <a:cubicBezTo>
                              <a:pt x="83760" y="190"/>
                              <a:pt x="96810" y="381"/>
                              <a:pt x="109669" y="1524"/>
                            </a:cubicBezTo>
                            <a:cubicBezTo>
                              <a:pt x="122527" y="2762"/>
                              <a:pt x="135577" y="3810"/>
                              <a:pt x="144244" y="5429"/>
                            </a:cubicBezTo>
                            <a:cubicBezTo>
                              <a:pt x="160532" y="8001"/>
                              <a:pt x="172819" y="12478"/>
                              <a:pt x="182630" y="19050"/>
                            </a:cubicBezTo>
                            <a:cubicBezTo>
                              <a:pt x="192536" y="25432"/>
                              <a:pt x="200251" y="32956"/>
                              <a:pt x="207585" y="42101"/>
                            </a:cubicBezTo>
                            <a:cubicBezTo>
                              <a:pt x="212634" y="48292"/>
                              <a:pt x="213110" y="58960"/>
                              <a:pt x="206824" y="63246"/>
                            </a:cubicBezTo>
                            <a:cubicBezTo>
                              <a:pt x="197870" y="69342"/>
                              <a:pt x="188440" y="74200"/>
                              <a:pt x="177487" y="77343"/>
                            </a:cubicBezTo>
                            <a:cubicBezTo>
                              <a:pt x="171962" y="78867"/>
                              <a:pt x="166152" y="79915"/>
                              <a:pt x="159770" y="80296"/>
                            </a:cubicBezTo>
                            <a:cubicBezTo>
                              <a:pt x="153388" y="80867"/>
                              <a:pt x="146435" y="81058"/>
                              <a:pt x="138815" y="8058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04" name="Forme libre : forme 10403">
                        <a:extLst>
                          <a:ext uri="{FF2B5EF4-FFF2-40B4-BE49-F238E27FC236}">
                            <a16:creationId xmlns:a16="http://schemas.microsoft.com/office/drawing/2014/main" id="{3AB23322-3620-498E-88D7-BA7A49438F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8510" y="2546318"/>
                        <a:ext cx="206883" cy="42635"/>
                      </a:xfrm>
                      <a:custGeom>
                        <a:avLst/>
                        <a:gdLst>
                          <a:gd name="connsiteX0" fmla="*/ 82010 w 206883"/>
                          <a:gd name="connsiteY0" fmla="*/ 10859 h 42635"/>
                          <a:gd name="connsiteX1" fmla="*/ 0 w 206883"/>
                          <a:gd name="connsiteY1" fmla="*/ 0 h 42635"/>
                          <a:gd name="connsiteX2" fmla="*/ 4382 w 206883"/>
                          <a:gd name="connsiteY2" fmla="*/ 8573 h 42635"/>
                          <a:gd name="connsiteX3" fmla="*/ 13525 w 206883"/>
                          <a:gd name="connsiteY3" fmla="*/ 15907 h 42635"/>
                          <a:gd name="connsiteX4" fmla="*/ 43339 w 206883"/>
                          <a:gd name="connsiteY4" fmla="*/ 31909 h 42635"/>
                          <a:gd name="connsiteX5" fmla="*/ 69914 w 206883"/>
                          <a:gd name="connsiteY5" fmla="*/ 37052 h 42635"/>
                          <a:gd name="connsiteX6" fmla="*/ 80963 w 206883"/>
                          <a:gd name="connsiteY6" fmla="*/ 38100 h 42635"/>
                          <a:gd name="connsiteX7" fmla="*/ 133445 w 206883"/>
                          <a:gd name="connsiteY7" fmla="*/ 42005 h 42635"/>
                          <a:gd name="connsiteX8" fmla="*/ 138494 w 206883"/>
                          <a:gd name="connsiteY8" fmla="*/ 42386 h 42635"/>
                          <a:gd name="connsiteX9" fmla="*/ 167259 w 206883"/>
                          <a:gd name="connsiteY9" fmla="*/ 41148 h 42635"/>
                          <a:gd name="connsiteX10" fmla="*/ 197929 w 206883"/>
                          <a:gd name="connsiteY10" fmla="*/ 30385 h 42635"/>
                          <a:gd name="connsiteX11" fmla="*/ 206597 w 206883"/>
                          <a:gd name="connsiteY11" fmla="*/ 24956 h 42635"/>
                          <a:gd name="connsiteX12" fmla="*/ 206883 w 206883"/>
                          <a:gd name="connsiteY12" fmla="*/ 24670 h 42635"/>
                          <a:gd name="connsiteX13" fmla="*/ 82010 w 206883"/>
                          <a:gd name="connsiteY13" fmla="*/ 10859 h 42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06883" h="42635">
                            <a:moveTo>
                              <a:pt x="82010" y="10859"/>
                            </a:moveTo>
                            <a:cubicBezTo>
                              <a:pt x="53340" y="10859"/>
                              <a:pt x="22955" y="9811"/>
                              <a:pt x="0" y="0"/>
                            </a:cubicBezTo>
                            <a:cubicBezTo>
                              <a:pt x="476" y="3334"/>
                              <a:pt x="1905" y="6382"/>
                              <a:pt x="4382" y="8573"/>
                            </a:cubicBezTo>
                            <a:cubicBezTo>
                              <a:pt x="7429" y="11144"/>
                              <a:pt x="10478" y="13621"/>
                              <a:pt x="13525" y="15907"/>
                            </a:cubicBezTo>
                            <a:cubicBezTo>
                              <a:pt x="22384" y="22765"/>
                              <a:pt x="31623" y="28289"/>
                              <a:pt x="43339" y="31909"/>
                            </a:cubicBezTo>
                            <a:cubicBezTo>
                              <a:pt x="50959" y="34481"/>
                              <a:pt x="59627" y="36195"/>
                              <a:pt x="69914" y="37052"/>
                            </a:cubicBezTo>
                            <a:cubicBezTo>
                              <a:pt x="73057" y="37338"/>
                              <a:pt x="76771" y="37719"/>
                              <a:pt x="80963" y="38100"/>
                            </a:cubicBezTo>
                            <a:cubicBezTo>
                              <a:pt x="97250" y="39338"/>
                              <a:pt x="119253" y="40958"/>
                              <a:pt x="133445" y="42005"/>
                            </a:cubicBezTo>
                            <a:cubicBezTo>
                              <a:pt x="135255" y="42101"/>
                              <a:pt x="136970" y="42291"/>
                              <a:pt x="138494" y="42386"/>
                            </a:cubicBezTo>
                            <a:cubicBezTo>
                              <a:pt x="149352" y="43053"/>
                              <a:pt x="158782" y="42291"/>
                              <a:pt x="167259" y="41148"/>
                            </a:cubicBezTo>
                            <a:cubicBezTo>
                              <a:pt x="178879" y="39338"/>
                              <a:pt x="188786" y="35147"/>
                              <a:pt x="197929" y="30385"/>
                            </a:cubicBezTo>
                            <a:cubicBezTo>
                              <a:pt x="200882" y="28766"/>
                              <a:pt x="203740" y="26956"/>
                              <a:pt x="206597" y="24956"/>
                            </a:cubicBezTo>
                            <a:lnTo>
                              <a:pt x="206883" y="24670"/>
                            </a:lnTo>
                            <a:cubicBezTo>
                              <a:pt x="166021" y="16764"/>
                              <a:pt x="123063" y="10763"/>
                              <a:pt x="82010" y="1085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05" name="Forme libre : forme 10404">
                        <a:extLst>
                          <a:ext uri="{FF2B5EF4-FFF2-40B4-BE49-F238E27FC236}">
                            <a16:creationId xmlns:a16="http://schemas.microsoft.com/office/drawing/2014/main" id="{2773D777-F091-4FE4-8122-8C6AF0309C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42139" y="2537466"/>
                        <a:ext cx="97648" cy="26776"/>
                      </a:xfrm>
                      <a:custGeom>
                        <a:avLst/>
                        <a:gdLst>
                          <a:gd name="connsiteX0" fmla="*/ 97631 w 97648"/>
                          <a:gd name="connsiteY0" fmla="*/ 19424 h 26776"/>
                          <a:gd name="connsiteX1" fmla="*/ 45815 w 97648"/>
                          <a:gd name="connsiteY1" fmla="*/ 25901 h 26776"/>
                          <a:gd name="connsiteX2" fmla="*/ 0 w 97648"/>
                          <a:gd name="connsiteY2" fmla="*/ 9328 h 26776"/>
                          <a:gd name="connsiteX3" fmla="*/ 47720 w 97648"/>
                          <a:gd name="connsiteY3" fmla="*/ 1136 h 26776"/>
                          <a:gd name="connsiteX4" fmla="*/ 77724 w 97648"/>
                          <a:gd name="connsiteY4" fmla="*/ 6851 h 26776"/>
                          <a:gd name="connsiteX5" fmla="*/ 97631 w 97648"/>
                          <a:gd name="connsiteY5" fmla="*/ 19424 h 267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7648" h="26776">
                            <a:moveTo>
                              <a:pt x="97631" y="19424"/>
                            </a:moveTo>
                            <a:cubicBezTo>
                              <a:pt x="96583" y="29235"/>
                              <a:pt x="58579" y="26663"/>
                              <a:pt x="45815" y="25901"/>
                            </a:cubicBezTo>
                            <a:cubicBezTo>
                              <a:pt x="33147" y="24473"/>
                              <a:pt x="0" y="20377"/>
                              <a:pt x="0" y="9328"/>
                            </a:cubicBezTo>
                            <a:cubicBezTo>
                              <a:pt x="0" y="-1721"/>
                              <a:pt x="35528" y="-674"/>
                              <a:pt x="47720" y="1136"/>
                            </a:cubicBezTo>
                            <a:cubicBezTo>
                              <a:pt x="53816" y="1708"/>
                              <a:pt x="66580" y="3613"/>
                              <a:pt x="77724" y="6851"/>
                            </a:cubicBezTo>
                            <a:cubicBezTo>
                              <a:pt x="88773" y="9899"/>
                              <a:pt x="98107" y="14281"/>
                              <a:pt x="97631" y="1942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06" name="Forme libre : forme 10405">
                        <a:extLst>
                          <a:ext uri="{FF2B5EF4-FFF2-40B4-BE49-F238E27FC236}">
                            <a16:creationId xmlns:a16="http://schemas.microsoft.com/office/drawing/2014/main" id="{678F5F0F-5666-4954-A7D8-74E3CC0EC8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41408" y="2538031"/>
                        <a:ext cx="67692" cy="25932"/>
                      </a:xfrm>
                      <a:custGeom>
                        <a:avLst/>
                        <a:gdLst>
                          <a:gd name="connsiteX0" fmla="*/ 21877 w 67692"/>
                          <a:gd name="connsiteY0" fmla="*/ 0 h 25932"/>
                          <a:gd name="connsiteX1" fmla="*/ 160 w 67692"/>
                          <a:gd name="connsiteY1" fmla="*/ 8763 h 25932"/>
                          <a:gd name="connsiteX2" fmla="*/ 47023 w 67692"/>
                          <a:gd name="connsiteY2" fmla="*/ 25432 h 25932"/>
                          <a:gd name="connsiteX3" fmla="*/ 67692 w 67692"/>
                          <a:gd name="connsiteY3" fmla="*/ 25908 h 25932"/>
                          <a:gd name="connsiteX4" fmla="*/ 56738 w 67692"/>
                          <a:gd name="connsiteY4" fmla="*/ 23908 h 25932"/>
                          <a:gd name="connsiteX5" fmla="*/ 21877 w 67692"/>
                          <a:gd name="connsiteY5" fmla="*/ 0 h 259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7692" h="25932">
                            <a:moveTo>
                              <a:pt x="21877" y="0"/>
                            </a:moveTo>
                            <a:cubicBezTo>
                              <a:pt x="15495" y="1524"/>
                              <a:pt x="-1841" y="1810"/>
                              <a:pt x="160" y="8763"/>
                            </a:cubicBezTo>
                            <a:cubicBezTo>
                              <a:pt x="3493" y="20003"/>
                              <a:pt x="31021" y="23527"/>
                              <a:pt x="47023" y="25432"/>
                            </a:cubicBezTo>
                            <a:cubicBezTo>
                              <a:pt x="51690" y="25813"/>
                              <a:pt x="62358" y="26003"/>
                              <a:pt x="67692" y="25908"/>
                            </a:cubicBezTo>
                            <a:cubicBezTo>
                              <a:pt x="64644" y="25432"/>
                              <a:pt x="59596" y="24765"/>
                              <a:pt x="56738" y="23908"/>
                            </a:cubicBezTo>
                            <a:cubicBezTo>
                              <a:pt x="41022" y="19050"/>
                              <a:pt x="22163" y="11906"/>
                              <a:pt x="21877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07" name="Forme libre : forme 10406">
                        <a:extLst>
                          <a:ext uri="{FF2B5EF4-FFF2-40B4-BE49-F238E27FC236}">
                            <a16:creationId xmlns:a16="http://schemas.microsoft.com/office/drawing/2014/main" id="{1EFD9073-AE32-40A6-A8F3-B82CFB2167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47080" y="2540837"/>
                        <a:ext cx="97884" cy="26635"/>
                      </a:xfrm>
                      <a:custGeom>
                        <a:avLst/>
                        <a:gdLst>
                          <a:gd name="connsiteX0" fmla="*/ 97548 w 97884"/>
                          <a:gd name="connsiteY0" fmla="*/ 19387 h 26635"/>
                          <a:gd name="connsiteX1" fmla="*/ 45160 w 97884"/>
                          <a:gd name="connsiteY1" fmla="*/ 25960 h 26635"/>
                          <a:gd name="connsiteX2" fmla="*/ 17728 w 97884"/>
                          <a:gd name="connsiteY2" fmla="*/ 21292 h 26635"/>
                          <a:gd name="connsiteX3" fmla="*/ 12 w 97884"/>
                          <a:gd name="connsiteY3" fmla="*/ 9196 h 26635"/>
                          <a:gd name="connsiteX4" fmla="*/ 19252 w 97884"/>
                          <a:gd name="connsiteY4" fmla="*/ 242 h 26635"/>
                          <a:gd name="connsiteX5" fmla="*/ 47541 w 97884"/>
                          <a:gd name="connsiteY5" fmla="*/ 1195 h 26635"/>
                          <a:gd name="connsiteX6" fmla="*/ 97548 w 97884"/>
                          <a:gd name="connsiteY6" fmla="*/ 19387 h 26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7884" h="26635">
                            <a:moveTo>
                              <a:pt x="97548" y="19387"/>
                            </a:moveTo>
                            <a:cubicBezTo>
                              <a:pt x="93071" y="28722"/>
                              <a:pt x="58876" y="26626"/>
                              <a:pt x="45160" y="25960"/>
                            </a:cubicBezTo>
                            <a:cubicBezTo>
                              <a:pt x="38302" y="25674"/>
                              <a:pt x="27253" y="23864"/>
                              <a:pt x="17728" y="21292"/>
                            </a:cubicBezTo>
                            <a:cubicBezTo>
                              <a:pt x="8298" y="18721"/>
                              <a:pt x="393" y="14815"/>
                              <a:pt x="12" y="9196"/>
                            </a:cubicBezTo>
                            <a:cubicBezTo>
                              <a:pt x="-369" y="3576"/>
                              <a:pt x="8679" y="1195"/>
                              <a:pt x="19252" y="242"/>
                            </a:cubicBezTo>
                            <a:cubicBezTo>
                              <a:pt x="29825" y="-520"/>
                              <a:pt x="41826" y="718"/>
                              <a:pt x="47541" y="1195"/>
                            </a:cubicBezTo>
                            <a:cubicBezTo>
                              <a:pt x="58876" y="1956"/>
                              <a:pt x="102120" y="9481"/>
                              <a:pt x="97548" y="1938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08" name="Forme libre : forme 10407">
                        <a:extLst>
                          <a:ext uri="{FF2B5EF4-FFF2-40B4-BE49-F238E27FC236}">
                            <a16:creationId xmlns:a16="http://schemas.microsoft.com/office/drawing/2014/main" id="{E195905B-8E18-4FB9-9C99-0FABD0EDDB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95725" y="2526346"/>
                        <a:ext cx="120167" cy="53188"/>
                      </a:xfrm>
                      <a:custGeom>
                        <a:avLst/>
                        <a:gdLst>
                          <a:gd name="connsiteX0" fmla="*/ 789 w 120167"/>
                          <a:gd name="connsiteY0" fmla="*/ 20543 h 53188"/>
                          <a:gd name="connsiteX1" fmla="*/ 13076 w 120167"/>
                          <a:gd name="connsiteY1" fmla="*/ 32545 h 53188"/>
                          <a:gd name="connsiteX2" fmla="*/ 56225 w 120167"/>
                          <a:gd name="connsiteY2" fmla="*/ 50452 h 53188"/>
                          <a:gd name="connsiteX3" fmla="*/ 102230 w 120167"/>
                          <a:gd name="connsiteY3" fmla="*/ 51690 h 53188"/>
                          <a:gd name="connsiteX4" fmla="*/ 119947 w 120167"/>
                          <a:gd name="connsiteY4" fmla="*/ 39974 h 53188"/>
                          <a:gd name="connsiteX5" fmla="*/ 105659 w 120167"/>
                          <a:gd name="connsiteY5" fmla="*/ 32450 h 53188"/>
                          <a:gd name="connsiteX6" fmla="*/ 65368 w 120167"/>
                          <a:gd name="connsiteY6" fmla="*/ 14923 h 53188"/>
                          <a:gd name="connsiteX7" fmla="*/ 23458 w 120167"/>
                          <a:gd name="connsiteY7" fmla="*/ 160 h 53188"/>
                          <a:gd name="connsiteX8" fmla="*/ 789 w 120167"/>
                          <a:gd name="connsiteY8" fmla="*/ 20543 h 53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0167" h="53188">
                            <a:moveTo>
                              <a:pt x="789" y="20543"/>
                            </a:moveTo>
                            <a:cubicBezTo>
                              <a:pt x="3456" y="26735"/>
                              <a:pt x="5933" y="28735"/>
                              <a:pt x="13076" y="32545"/>
                            </a:cubicBezTo>
                            <a:cubicBezTo>
                              <a:pt x="26792" y="40546"/>
                              <a:pt x="37841" y="46546"/>
                              <a:pt x="56225" y="50452"/>
                            </a:cubicBezTo>
                            <a:cubicBezTo>
                              <a:pt x="71560" y="53309"/>
                              <a:pt x="88895" y="54262"/>
                              <a:pt x="102230" y="51690"/>
                            </a:cubicBezTo>
                            <a:cubicBezTo>
                              <a:pt x="112136" y="50166"/>
                              <a:pt x="121756" y="46261"/>
                              <a:pt x="119947" y="39974"/>
                            </a:cubicBezTo>
                            <a:cubicBezTo>
                              <a:pt x="118899" y="36069"/>
                              <a:pt x="111374" y="34831"/>
                              <a:pt x="105659" y="32450"/>
                            </a:cubicBezTo>
                            <a:cubicBezTo>
                              <a:pt x="92038" y="27306"/>
                              <a:pt x="78704" y="22448"/>
                              <a:pt x="65368" y="14923"/>
                            </a:cubicBezTo>
                            <a:cubicBezTo>
                              <a:pt x="54034" y="8351"/>
                              <a:pt x="41556" y="-1364"/>
                              <a:pt x="23458" y="160"/>
                            </a:cubicBezTo>
                            <a:cubicBezTo>
                              <a:pt x="7361" y="1303"/>
                              <a:pt x="-3021" y="12066"/>
                              <a:pt x="789" y="2054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09" name="Forme libre : forme 10408">
                        <a:extLst>
                          <a:ext uri="{FF2B5EF4-FFF2-40B4-BE49-F238E27FC236}">
                            <a16:creationId xmlns:a16="http://schemas.microsoft.com/office/drawing/2014/main" id="{3A196C20-3AE1-4E3C-821E-882F138066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0365" y="2527535"/>
                        <a:ext cx="40963" cy="11240"/>
                      </a:xfrm>
                      <a:custGeom>
                        <a:avLst/>
                        <a:gdLst>
                          <a:gd name="connsiteX0" fmla="*/ 4058 w 40963"/>
                          <a:gd name="connsiteY0" fmla="*/ 5924 h 11240"/>
                          <a:gd name="connsiteX1" fmla="*/ 152 w 40963"/>
                          <a:gd name="connsiteY1" fmla="*/ 8400 h 11240"/>
                          <a:gd name="connsiteX2" fmla="*/ 3105 w 40963"/>
                          <a:gd name="connsiteY2" fmla="*/ 10877 h 11240"/>
                          <a:gd name="connsiteX3" fmla="*/ 10439 w 40963"/>
                          <a:gd name="connsiteY3" fmla="*/ 11162 h 11240"/>
                          <a:gd name="connsiteX4" fmla="*/ 28632 w 40963"/>
                          <a:gd name="connsiteY4" fmla="*/ 9829 h 11240"/>
                          <a:gd name="connsiteX5" fmla="*/ 35204 w 40963"/>
                          <a:gd name="connsiteY5" fmla="*/ 8686 h 11240"/>
                          <a:gd name="connsiteX6" fmla="*/ 31775 w 40963"/>
                          <a:gd name="connsiteY6" fmla="*/ 18 h 11240"/>
                          <a:gd name="connsiteX7" fmla="*/ 4058 w 40963"/>
                          <a:gd name="connsiteY7" fmla="*/ 5924 h 11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963" h="11240">
                            <a:moveTo>
                              <a:pt x="4058" y="5924"/>
                            </a:moveTo>
                            <a:cubicBezTo>
                              <a:pt x="2153" y="6686"/>
                              <a:pt x="819" y="7162"/>
                              <a:pt x="152" y="8400"/>
                            </a:cubicBezTo>
                            <a:cubicBezTo>
                              <a:pt x="-514" y="9543"/>
                              <a:pt x="1105" y="10401"/>
                              <a:pt x="3105" y="10877"/>
                            </a:cubicBezTo>
                            <a:cubicBezTo>
                              <a:pt x="5105" y="11353"/>
                              <a:pt x="8153" y="11258"/>
                              <a:pt x="10439" y="11162"/>
                            </a:cubicBezTo>
                            <a:cubicBezTo>
                              <a:pt x="16440" y="10781"/>
                              <a:pt x="22822" y="10401"/>
                              <a:pt x="28632" y="9829"/>
                            </a:cubicBezTo>
                            <a:cubicBezTo>
                              <a:pt x="31013" y="9543"/>
                              <a:pt x="33204" y="9353"/>
                              <a:pt x="35204" y="8686"/>
                            </a:cubicBezTo>
                            <a:cubicBezTo>
                              <a:pt x="43205" y="5733"/>
                              <a:pt x="43586" y="113"/>
                              <a:pt x="31775" y="18"/>
                            </a:cubicBezTo>
                            <a:cubicBezTo>
                              <a:pt x="22631" y="-268"/>
                              <a:pt x="11678" y="2876"/>
                              <a:pt x="4058" y="592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10" name="Forme libre : forme 10409">
                        <a:extLst>
                          <a:ext uri="{FF2B5EF4-FFF2-40B4-BE49-F238E27FC236}">
                            <a16:creationId xmlns:a16="http://schemas.microsoft.com/office/drawing/2014/main" id="{BF234BCE-DE81-413E-9383-72C448F4BB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09671" y="2568130"/>
                        <a:ext cx="63341" cy="19335"/>
                      </a:xfrm>
                      <a:custGeom>
                        <a:avLst/>
                        <a:gdLst>
                          <a:gd name="connsiteX0" fmla="*/ 63341 w 63341"/>
                          <a:gd name="connsiteY0" fmla="*/ 0 h 19335"/>
                          <a:gd name="connsiteX1" fmla="*/ 35052 w 63341"/>
                          <a:gd name="connsiteY1" fmla="*/ 13049 h 19335"/>
                          <a:gd name="connsiteX2" fmla="*/ 0 w 63341"/>
                          <a:gd name="connsiteY2" fmla="*/ 19336 h 19335"/>
                          <a:gd name="connsiteX3" fmla="*/ 33338 w 63341"/>
                          <a:gd name="connsiteY3" fmla="*/ 11335 h 19335"/>
                          <a:gd name="connsiteX4" fmla="*/ 63341 w 63341"/>
                          <a:gd name="connsiteY4" fmla="*/ 0 h 19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3341" h="19335">
                            <a:moveTo>
                              <a:pt x="63341" y="0"/>
                            </a:moveTo>
                            <a:cubicBezTo>
                              <a:pt x="57912" y="6001"/>
                              <a:pt x="46958" y="10001"/>
                              <a:pt x="35052" y="13049"/>
                            </a:cubicBezTo>
                            <a:cubicBezTo>
                              <a:pt x="23146" y="15812"/>
                              <a:pt x="10096" y="17812"/>
                              <a:pt x="0" y="19336"/>
                            </a:cubicBezTo>
                            <a:cubicBezTo>
                              <a:pt x="10858" y="17621"/>
                              <a:pt x="22384" y="14573"/>
                              <a:pt x="33338" y="11335"/>
                            </a:cubicBezTo>
                            <a:cubicBezTo>
                              <a:pt x="44291" y="7906"/>
                              <a:pt x="54769" y="3715"/>
                              <a:pt x="6334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11" name="Forme libre : forme 10410">
                        <a:extLst>
                          <a:ext uri="{FF2B5EF4-FFF2-40B4-BE49-F238E27FC236}">
                            <a16:creationId xmlns:a16="http://schemas.microsoft.com/office/drawing/2014/main" id="{019C8D00-9E43-44B5-9CC4-88CDF46239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74416" y="2510790"/>
                        <a:ext cx="71532" cy="24574"/>
                      </a:xfrm>
                      <a:custGeom>
                        <a:avLst/>
                        <a:gdLst>
                          <a:gd name="connsiteX0" fmla="*/ 71533 w 71532"/>
                          <a:gd name="connsiteY0" fmla="*/ 0 h 24574"/>
                          <a:gd name="connsiteX1" fmla="*/ 0 w 71532"/>
                          <a:gd name="connsiteY1" fmla="*/ 24574 h 24574"/>
                          <a:gd name="connsiteX2" fmla="*/ 32671 w 71532"/>
                          <a:gd name="connsiteY2" fmla="*/ 8668 h 24574"/>
                          <a:gd name="connsiteX3" fmla="*/ 71533 w 71532"/>
                          <a:gd name="connsiteY3" fmla="*/ 0 h 245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1532" h="24574">
                            <a:moveTo>
                              <a:pt x="71533" y="0"/>
                            </a:moveTo>
                            <a:cubicBezTo>
                              <a:pt x="42958" y="476"/>
                              <a:pt x="17717" y="11716"/>
                              <a:pt x="0" y="24574"/>
                            </a:cubicBezTo>
                            <a:cubicBezTo>
                              <a:pt x="8001" y="17907"/>
                              <a:pt x="19717" y="13145"/>
                              <a:pt x="32671" y="8668"/>
                            </a:cubicBezTo>
                            <a:cubicBezTo>
                              <a:pt x="45434" y="4667"/>
                              <a:pt x="59341" y="1714"/>
                              <a:pt x="7153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12" name="Forme libre : forme 10411">
                        <a:extLst>
                          <a:ext uri="{FF2B5EF4-FFF2-40B4-BE49-F238E27FC236}">
                            <a16:creationId xmlns:a16="http://schemas.microsoft.com/office/drawing/2014/main" id="{7EA817BC-2EEC-4B06-B113-0FD18041E2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82075" y="2541084"/>
                        <a:ext cx="36083" cy="11173"/>
                      </a:xfrm>
                      <a:custGeom>
                        <a:avLst/>
                        <a:gdLst>
                          <a:gd name="connsiteX0" fmla="*/ 35692 w 36083"/>
                          <a:gd name="connsiteY0" fmla="*/ 9806 h 11173"/>
                          <a:gd name="connsiteX1" fmla="*/ 14261 w 36083"/>
                          <a:gd name="connsiteY1" fmla="*/ 8853 h 11173"/>
                          <a:gd name="connsiteX2" fmla="*/ 450 w 36083"/>
                          <a:gd name="connsiteY2" fmla="*/ 1615 h 11173"/>
                          <a:gd name="connsiteX3" fmla="*/ 20833 w 36083"/>
                          <a:gd name="connsiteY3" fmla="*/ 2091 h 11173"/>
                          <a:gd name="connsiteX4" fmla="*/ 35692 w 36083"/>
                          <a:gd name="connsiteY4" fmla="*/ 9806 h 111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083" h="11173">
                            <a:moveTo>
                              <a:pt x="35692" y="9806"/>
                            </a:moveTo>
                            <a:cubicBezTo>
                              <a:pt x="32930" y="13045"/>
                              <a:pt x="18643" y="9616"/>
                              <a:pt x="14261" y="8853"/>
                            </a:cubicBezTo>
                            <a:cubicBezTo>
                              <a:pt x="9880" y="7996"/>
                              <a:pt x="-2503" y="5044"/>
                              <a:pt x="450" y="1615"/>
                            </a:cubicBezTo>
                            <a:cubicBezTo>
                              <a:pt x="3403" y="-1814"/>
                              <a:pt x="16642" y="1138"/>
                              <a:pt x="20833" y="2091"/>
                            </a:cubicBezTo>
                            <a:cubicBezTo>
                              <a:pt x="24929" y="3234"/>
                              <a:pt x="38550" y="6568"/>
                              <a:pt x="35692" y="980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13" name="Forme libre : forme 10412">
                        <a:extLst>
                          <a:ext uri="{FF2B5EF4-FFF2-40B4-BE49-F238E27FC236}">
                            <a16:creationId xmlns:a16="http://schemas.microsoft.com/office/drawing/2014/main" id="{A04A753D-03BB-4012-A5AF-5E7913C480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13187" y="2548145"/>
                        <a:ext cx="10302" cy="3679"/>
                      </a:xfrm>
                      <a:custGeom>
                        <a:avLst/>
                        <a:gdLst>
                          <a:gd name="connsiteX0" fmla="*/ 10295 w 10302"/>
                          <a:gd name="connsiteY0" fmla="*/ 2459 h 3679"/>
                          <a:gd name="connsiteX1" fmla="*/ 5342 w 10302"/>
                          <a:gd name="connsiteY1" fmla="*/ 3507 h 3679"/>
                          <a:gd name="connsiteX2" fmla="*/ 8 w 10302"/>
                          <a:gd name="connsiteY2" fmla="*/ 1221 h 3679"/>
                          <a:gd name="connsiteX3" fmla="*/ 4771 w 10302"/>
                          <a:gd name="connsiteY3" fmla="*/ 173 h 3679"/>
                          <a:gd name="connsiteX4" fmla="*/ 10295 w 10302"/>
                          <a:gd name="connsiteY4" fmla="*/ 2459 h 36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302" h="3679">
                            <a:moveTo>
                              <a:pt x="10295" y="2459"/>
                            </a:moveTo>
                            <a:cubicBezTo>
                              <a:pt x="10486" y="3888"/>
                              <a:pt x="7057" y="3793"/>
                              <a:pt x="5342" y="3507"/>
                            </a:cubicBezTo>
                            <a:cubicBezTo>
                              <a:pt x="3628" y="3316"/>
                              <a:pt x="199" y="2649"/>
                              <a:pt x="8" y="1221"/>
                            </a:cubicBezTo>
                            <a:cubicBezTo>
                              <a:pt x="-182" y="-208"/>
                              <a:pt x="3056" y="-113"/>
                              <a:pt x="4771" y="173"/>
                            </a:cubicBezTo>
                            <a:cubicBezTo>
                              <a:pt x="6580" y="363"/>
                              <a:pt x="10105" y="1030"/>
                              <a:pt x="10295" y="245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14" name="Forme libre : forme 10413">
                        <a:extLst>
                          <a:ext uri="{FF2B5EF4-FFF2-40B4-BE49-F238E27FC236}">
                            <a16:creationId xmlns:a16="http://schemas.microsoft.com/office/drawing/2014/main" id="{1107205B-B035-4DB0-BA76-0BD8B319F5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83453" y="2518451"/>
                        <a:ext cx="86930" cy="44679"/>
                      </a:xfrm>
                      <a:custGeom>
                        <a:avLst/>
                        <a:gdLst>
                          <a:gd name="connsiteX0" fmla="*/ 67271 w 86930"/>
                          <a:gd name="connsiteY0" fmla="*/ 21771 h 44679"/>
                          <a:gd name="connsiteX1" fmla="*/ 86607 w 86930"/>
                          <a:gd name="connsiteY1" fmla="*/ 40059 h 44679"/>
                          <a:gd name="connsiteX2" fmla="*/ 79463 w 86930"/>
                          <a:gd name="connsiteY2" fmla="*/ 44535 h 44679"/>
                          <a:gd name="connsiteX3" fmla="*/ 69367 w 86930"/>
                          <a:gd name="connsiteY3" fmla="*/ 39487 h 44679"/>
                          <a:gd name="connsiteX4" fmla="*/ 39458 w 86930"/>
                          <a:gd name="connsiteY4" fmla="*/ 21866 h 44679"/>
                          <a:gd name="connsiteX5" fmla="*/ 14788 w 86930"/>
                          <a:gd name="connsiteY5" fmla="*/ 13579 h 44679"/>
                          <a:gd name="connsiteX6" fmla="*/ 977 w 86930"/>
                          <a:gd name="connsiteY6" fmla="*/ 3007 h 44679"/>
                          <a:gd name="connsiteX7" fmla="*/ 23837 w 86930"/>
                          <a:gd name="connsiteY7" fmla="*/ 911 h 44679"/>
                          <a:gd name="connsiteX8" fmla="*/ 47840 w 86930"/>
                          <a:gd name="connsiteY8" fmla="*/ 7769 h 44679"/>
                          <a:gd name="connsiteX9" fmla="*/ 67271 w 86930"/>
                          <a:gd name="connsiteY9" fmla="*/ 21771 h 446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930" h="44679">
                            <a:moveTo>
                              <a:pt x="67271" y="21771"/>
                            </a:moveTo>
                            <a:cubicBezTo>
                              <a:pt x="76034" y="27962"/>
                              <a:pt x="82416" y="32248"/>
                              <a:pt x="86607" y="40059"/>
                            </a:cubicBezTo>
                            <a:cubicBezTo>
                              <a:pt x="88131" y="42916"/>
                              <a:pt x="84035" y="45298"/>
                              <a:pt x="79463" y="44535"/>
                            </a:cubicBezTo>
                            <a:cubicBezTo>
                              <a:pt x="74796" y="43869"/>
                              <a:pt x="72224" y="41678"/>
                              <a:pt x="69367" y="39487"/>
                            </a:cubicBezTo>
                            <a:cubicBezTo>
                              <a:pt x="60604" y="32629"/>
                              <a:pt x="50793" y="27009"/>
                              <a:pt x="39458" y="21866"/>
                            </a:cubicBezTo>
                            <a:cubicBezTo>
                              <a:pt x="35934" y="20342"/>
                              <a:pt x="24504" y="16818"/>
                              <a:pt x="14788" y="13579"/>
                            </a:cubicBezTo>
                            <a:cubicBezTo>
                              <a:pt x="5073" y="10246"/>
                              <a:pt x="-2833" y="6531"/>
                              <a:pt x="977" y="3007"/>
                            </a:cubicBezTo>
                            <a:cubicBezTo>
                              <a:pt x="4882" y="-423"/>
                              <a:pt x="14217" y="-613"/>
                              <a:pt x="23837" y="911"/>
                            </a:cubicBezTo>
                            <a:cubicBezTo>
                              <a:pt x="33362" y="2530"/>
                              <a:pt x="43078" y="5578"/>
                              <a:pt x="47840" y="7769"/>
                            </a:cubicBezTo>
                            <a:cubicBezTo>
                              <a:pt x="57460" y="11960"/>
                              <a:pt x="60604" y="17199"/>
                              <a:pt x="67271" y="2177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25" name="Graphique 1">
                      <a:extLst>
                        <a:ext uri="{FF2B5EF4-FFF2-40B4-BE49-F238E27FC236}">
                          <a16:creationId xmlns:a16="http://schemas.microsoft.com/office/drawing/2014/main" id="{6AFE3B23-485B-4D3B-B2E9-D12F4FA10C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79567" y="2541700"/>
                      <a:ext cx="201100" cy="104583"/>
                      <a:chOff x="1979567" y="2541700"/>
                      <a:chExt cx="201100" cy="104583"/>
                    </a:xfrm>
                    <a:solidFill>
                      <a:schemeClr val="accent1"/>
                    </a:solidFill>
                  </p:grpSpPr>
                  <p:sp>
                    <p:nvSpPr>
                      <p:cNvPr id="10391" name="Forme libre : forme 10390">
                        <a:extLst>
                          <a:ext uri="{FF2B5EF4-FFF2-40B4-BE49-F238E27FC236}">
                            <a16:creationId xmlns:a16="http://schemas.microsoft.com/office/drawing/2014/main" id="{BE92FB4D-935D-415D-9D1C-ADE17B5D96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79567" y="2541700"/>
                        <a:ext cx="201100" cy="104583"/>
                      </a:xfrm>
                      <a:custGeom>
                        <a:avLst/>
                        <a:gdLst>
                          <a:gd name="connsiteX0" fmla="*/ 123462 w 201100"/>
                          <a:gd name="connsiteY0" fmla="*/ 97582 h 104583"/>
                          <a:gd name="connsiteX1" fmla="*/ 58978 w 201100"/>
                          <a:gd name="connsiteY1" fmla="*/ 75770 h 104583"/>
                          <a:gd name="connsiteX2" fmla="*/ 39356 w 201100"/>
                          <a:gd name="connsiteY2" fmla="*/ 67007 h 104583"/>
                          <a:gd name="connsiteX3" fmla="*/ 24307 w 201100"/>
                          <a:gd name="connsiteY3" fmla="*/ 57101 h 104583"/>
                          <a:gd name="connsiteX4" fmla="*/ 2209 w 201100"/>
                          <a:gd name="connsiteY4" fmla="*/ 31764 h 104583"/>
                          <a:gd name="connsiteX5" fmla="*/ 7733 w 201100"/>
                          <a:gd name="connsiteY5" fmla="*/ 10904 h 104583"/>
                          <a:gd name="connsiteX6" fmla="*/ 40975 w 201100"/>
                          <a:gd name="connsiteY6" fmla="*/ 713 h 104583"/>
                          <a:gd name="connsiteX7" fmla="*/ 60121 w 201100"/>
                          <a:gd name="connsiteY7" fmla="*/ 236 h 104583"/>
                          <a:gd name="connsiteX8" fmla="*/ 82028 w 201100"/>
                          <a:gd name="connsiteY8" fmla="*/ 3951 h 104583"/>
                          <a:gd name="connsiteX9" fmla="*/ 148227 w 201100"/>
                          <a:gd name="connsiteY9" fmla="*/ 26526 h 104583"/>
                          <a:gd name="connsiteX10" fmla="*/ 182327 w 201100"/>
                          <a:gd name="connsiteY10" fmla="*/ 50147 h 104583"/>
                          <a:gd name="connsiteX11" fmla="*/ 199852 w 201100"/>
                          <a:gd name="connsiteY11" fmla="*/ 79770 h 104583"/>
                          <a:gd name="connsiteX12" fmla="*/ 192804 w 201100"/>
                          <a:gd name="connsiteY12" fmla="*/ 99582 h 104583"/>
                          <a:gd name="connsiteX13" fmla="*/ 160990 w 201100"/>
                          <a:gd name="connsiteY13" fmla="*/ 104535 h 104583"/>
                          <a:gd name="connsiteX14" fmla="*/ 123462 w 201100"/>
                          <a:gd name="connsiteY14" fmla="*/ 97582 h 1045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01100" h="104583">
                            <a:moveTo>
                              <a:pt x="123462" y="97582"/>
                            </a:moveTo>
                            <a:cubicBezTo>
                              <a:pt x="107936" y="92343"/>
                              <a:pt x="74980" y="81199"/>
                              <a:pt x="58978" y="75770"/>
                            </a:cubicBezTo>
                            <a:cubicBezTo>
                              <a:pt x="51453" y="73198"/>
                              <a:pt x="45071" y="70150"/>
                              <a:pt x="39356" y="67007"/>
                            </a:cubicBezTo>
                            <a:cubicBezTo>
                              <a:pt x="33641" y="64054"/>
                              <a:pt x="28688" y="60720"/>
                              <a:pt x="24307" y="57101"/>
                            </a:cubicBezTo>
                            <a:cubicBezTo>
                              <a:pt x="15544" y="49671"/>
                              <a:pt x="8876" y="41289"/>
                              <a:pt x="2209" y="31764"/>
                            </a:cubicBezTo>
                            <a:cubicBezTo>
                              <a:pt x="-2363" y="25097"/>
                              <a:pt x="494" y="14524"/>
                              <a:pt x="7733" y="10904"/>
                            </a:cubicBezTo>
                            <a:cubicBezTo>
                              <a:pt x="18306" y="5570"/>
                              <a:pt x="28974" y="2046"/>
                              <a:pt x="40975" y="713"/>
                            </a:cubicBezTo>
                            <a:cubicBezTo>
                              <a:pt x="46976" y="46"/>
                              <a:pt x="53358" y="-240"/>
                              <a:pt x="60121" y="236"/>
                            </a:cubicBezTo>
                            <a:cubicBezTo>
                              <a:pt x="66883" y="808"/>
                              <a:pt x="74122" y="2046"/>
                              <a:pt x="82028" y="3951"/>
                            </a:cubicBezTo>
                            <a:cubicBezTo>
                              <a:pt x="98887" y="7666"/>
                              <a:pt x="131844" y="19191"/>
                              <a:pt x="148227" y="26526"/>
                            </a:cubicBezTo>
                            <a:cubicBezTo>
                              <a:pt x="163657" y="32907"/>
                              <a:pt x="174230" y="41670"/>
                              <a:pt x="182327" y="50147"/>
                            </a:cubicBezTo>
                            <a:cubicBezTo>
                              <a:pt x="190327" y="59006"/>
                              <a:pt x="195376" y="69197"/>
                              <a:pt x="199852" y="79770"/>
                            </a:cubicBezTo>
                            <a:cubicBezTo>
                              <a:pt x="202996" y="87104"/>
                              <a:pt x="200043" y="97296"/>
                              <a:pt x="192804" y="99582"/>
                            </a:cubicBezTo>
                            <a:cubicBezTo>
                              <a:pt x="182327" y="103011"/>
                              <a:pt x="172039" y="104916"/>
                              <a:pt x="160990" y="104535"/>
                            </a:cubicBezTo>
                            <a:cubicBezTo>
                              <a:pt x="149751" y="104630"/>
                              <a:pt x="137749" y="102249"/>
                              <a:pt x="123462" y="9758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92" name="Forme libre : forme 10391">
                        <a:extLst>
                          <a:ext uri="{FF2B5EF4-FFF2-40B4-BE49-F238E27FC236}">
                            <a16:creationId xmlns:a16="http://schemas.microsoft.com/office/drawing/2014/main" id="{6CEDF16A-91AE-4FE0-82EA-0FE9C0B5C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79663" y="2563844"/>
                        <a:ext cx="192993" cy="81982"/>
                      </a:xfrm>
                      <a:custGeom>
                        <a:avLst/>
                        <a:gdLst>
                          <a:gd name="connsiteX0" fmla="*/ 76979 w 192993"/>
                          <a:gd name="connsiteY0" fmla="*/ 30671 h 81982"/>
                          <a:gd name="connsiteX1" fmla="*/ 112 w 192993"/>
                          <a:gd name="connsiteY1" fmla="*/ 0 h 81982"/>
                          <a:gd name="connsiteX2" fmla="*/ 2112 w 192993"/>
                          <a:gd name="connsiteY2" fmla="*/ 9430 h 81982"/>
                          <a:gd name="connsiteX3" fmla="*/ 9066 w 192993"/>
                          <a:gd name="connsiteY3" fmla="*/ 18955 h 81982"/>
                          <a:gd name="connsiteX4" fmla="*/ 34212 w 192993"/>
                          <a:gd name="connsiteY4" fmla="*/ 41910 h 81982"/>
                          <a:gd name="connsiteX5" fmla="*/ 58786 w 192993"/>
                          <a:gd name="connsiteY5" fmla="*/ 53435 h 81982"/>
                          <a:gd name="connsiteX6" fmla="*/ 69264 w 192993"/>
                          <a:gd name="connsiteY6" fmla="*/ 56864 h 81982"/>
                          <a:gd name="connsiteX7" fmla="*/ 94695 w 192993"/>
                          <a:gd name="connsiteY7" fmla="*/ 65437 h 81982"/>
                          <a:gd name="connsiteX8" fmla="*/ 118508 w 192993"/>
                          <a:gd name="connsiteY8" fmla="*/ 73723 h 81982"/>
                          <a:gd name="connsiteX9" fmla="*/ 123270 w 192993"/>
                          <a:gd name="connsiteY9" fmla="*/ 75247 h 81982"/>
                          <a:gd name="connsiteX10" fmla="*/ 150798 w 192993"/>
                          <a:gd name="connsiteY10" fmla="*/ 81534 h 81982"/>
                          <a:gd name="connsiteX11" fmla="*/ 182706 w 192993"/>
                          <a:gd name="connsiteY11" fmla="*/ 79915 h 81982"/>
                          <a:gd name="connsiteX12" fmla="*/ 192612 w 192993"/>
                          <a:gd name="connsiteY12" fmla="*/ 77152 h 81982"/>
                          <a:gd name="connsiteX13" fmla="*/ 192993 w 192993"/>
                          <a:gd name="connsiteY13" fmla="*/ 76962 h 81982"/>
                          <a:gd name="connsiteX14" fmla="*/ 76979 w 192993"/>
                          <a:gd name="connsiteY14" fmla="*/ 30671 h 81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2993" h="81982">
                            <a:moveTo>
                              <a:pt x="76979" y="30671"/>
                            </a:moveTo>
                            <a:cubicBezTo>
                              <a:pt x="49166" y="24098"/>
                              <a:pt x="19829" y="15240"/>
                              <a:pt x="112" y="0"/>
                            </a:cubicBezTo>
                            <a:cubicBezTo>
                              <a:pt x="-269" y="3334"/>
                              <a:pt x="303" y="6667"/>
                              <a:pt x="2112" y="9430"/>
                            </a:cubicBezTo>
                            <a:cubicBezTo>
                              <a:pt x="4398" y="12763"/>
                              <a:pt x="6684" y="15907"/>
                              <a:pt x="9066" y="18955"/>
                            </a:cubicBezTo>
                            <a:cubicBezTo>
                              <a:pt x="16019" y="27527"/>
                              <a:pt x="23639" y="35623"/>
                              <a:pt x="34212" y="41910"/>
                            </a:cubicBezTo>
                            <a:cubicBezTo>
                              <a:pt x="41165" y="45910"/>
                              <a:pt x="48975" y="50101"/>
                              <a:pt x="58786" y="53435"/>
                            </a:cubicBezTo>
                            <a:cubicBezTo>
                              <a:pt x="61739" y="54388"/>
                              <a:pt x="65358" y="55626"/>
                              <a:pt x="69264" y="56864"/>
                            </a:cubicBezTo>
                            <a:cubicBezTo>
                              <a:pt x="76884" y="59531"/>
                              <a:pt x="85932" y="62674"/>
                              <a:pt x="94695" y="65437"/>
                            </a:cubicBezTo>
                            <a:cubicBezTo>
                              <a:pt x="103554" y="68199"/>
                              <a:pt x="111840" y="71628"/>
                              <a:pt x="118508" y="73723"/>
                            </a:cubicBezTo>
                            <a:cubicBezTo>
                              <a:pt x="120222" y="74295"/>
                              <a:pt x="121841" y="74771"/>
                              <a:pt x="123270" y="75247"/>
                            </a:cubicBezTo>
                            <a:cubicBezTo>
                              <a:pt x="133557" y="78391"/>
                              <a:pt x="142225" y="80772"/>
                              <a:pt x="150798" y="81534"/>
                            </a:cubicBezTo>
                            <a:cubicBezTo>
                              <a:pt x="162513" y="82391"/>
                              <a:pt x="172420" y="82105"/>
                              <a:pt x="182706" y="79915"/>
                            </a:cubicBezTo>
                            <a:cubicBezTo>
                              <a:pt x="186040" y="79153"/>
                              <a:pt x="189374" y="78296"/>
                              <a:pt x="192612" y="77152"/>
                            </a:cubicBezTo>
                            <a:lnTo>
                              <a:pt x="192993" y="76962"/>
                            </a:lnTo>
                            <a:cubicBezTo>
                              <a:pt x="156798" y="57055"/>
                              <a:pt x="116698" y="40576"/>
                              <a:pt x="76979" y="3067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93" name="Forme libre : forme 10392">
                        <a:extLst>
                          <a:ext uri="{FF2B5EF4-FFF2-40B4-BE49-F238E27FC236}">
                            <a16:creationId xmlns:a16="http://schemas.microsoft.com/office/drawing/2014/main" id="{C1777592-5B51-4C59-A0A3-5EAD447203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50776" y="2577718"/>
                        <a:ext cx="92257" cy="42740"/>
                      </a:xfrm>
                      <a:custGeom>
                        <a:avLst/>
                        <a:gdLst>
                          <a:gd name="connsiteX0" fmla="*/ 91972 w 92257"/>
                          <a:gd name="connsiteY0" fmla="*/ 39466 h 42740"/>
                          <a:gd name="connsiteX1" fmla="*/ 69398 w 92257"/>
                          <a:gd name="connsiteY1" fmla="*/ 40514 h 42740"/>
                          <a:gd name="connsiteX2" fmla="*/ 40442 w 92257"/>
                          <a:gd name="connsiteY2" fmla="*/ 32132 h 42740"/>
                          <a:gd name="connsiteX3" fmla="*/ 151 w 92257"/>
                          <a:gd name="connsiteY3" fmla="*/ 4985 h 42740"/>
                          <a:gd name="connsiteX4" fmla="*/ 48538 w 92257"/>
                          <a:gd name="connsiteY4" fmla="*/ 8700 h 42740"/>
                          <a:gd name="connsiteX5" fmla="*/ 76161 w 92257"/>
                          <a:gd name="connsiteY5" fmla="*/ 21940 h 42740"/>
                          <a:gd name="connsiteX6" fmla="*/ 91972 w 92257"/>
                          <a:gd name="connsiteY6" fmla="*/ 39466 h 427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2257" h="42740">
                            <a:moveTo>
                              <a:pt x="91972" y="39466"/>
                            </a:moveTo>
                            <a:cubicBezTo>
                              <a:pt x="90067" y="44133"/>
                              <a:pt x="80161" y="43181"/>
                              <a:pt x="69398" y="40514"/>
                            </a:cubicBezTo>
                            <a:cubicBezTo>
                              <a:pt x="58444" y="38132"/>
                              <a:pt x="46443" y="34322"/>
                              <a:pt x="40442" y="32132"/>
                            </a:cubicBezTo>
                            <a:cubicBezTo>
                              <a:pt x="28536" y="27845"/>
                              <a:pt x="-2421" y="15368"/>
                              <a:pt x="151" y="4985"/>
                            </a:cubicBezTo>
                            <a:cubicBezTo>
                              <a:pt x="2913" y="-6064"/>
                              <a:pt x="37108" y="4033"/>
                              <a:pt x="48538" y="8700"/>
                            </a:cubicBezTo>
                            <a:cubicBezTo>
                              <a:pt x="54253" y="11081"/>
                              <a:pt x="66159" y="16130"/>
                              <a:pt x="76161" y="21940"/>
                            </a:cubicBezTo>
                            <a:cubicBezTo>
                              <a:pt x="85971" y="28131"/>
                              <a:pt x="93877" y="34799"/>
                              <a:pt x="91972" y="3946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94" name="Forme libre : forme 10393">
                        <a:extLst>
                          <a:ext uri="{FF2B5EF4-FFF2-40B4-BE49-F238E27FC236}">
                            <a16:creationId xmlns:a16="http://schemas.microsoft.com/office/drawing/2014/main" id="{D8EA109D-B431-4504-8D42-0C71830E37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50352" y="2578047"/>
                        <a:ext cx="60963" cy="37803"/>
                      </a:xfrm>
                      <a:custGeom>
                        <a:avLst/>
                        <a:gdLst>
                          <a:gd name="connsiteX0" fmla="*/ 23244 w 60963"/>
                          <a:gd name="connsiteY0" fmla="*/ 1227 h 37803"/>
                          <a:gd name="connsiteX1" fmla="*/ 4 w 60963"/>
                          <a:gd name="connsiteY1" fmla="*/ 4561 h 37803"/>
                          <a:gd name="connsiteX2" fmla="*/ 41247 w 60963"/>
                          <a:gd name="connsiteY2" fmla="*/ 32088 h 37803"/>
                          <a:gd name="connsiteX3" fmla="*/ 60963 w 60963"/>
                          <a:gd name="connsiteY3" fmla="*/ 37803 h 37803"/>
                          <a:gd name="connsiteX4" fmla="*/ 50962 w 60963"/>
                          <a:gd name="connsiteY4" fmla="*/ 33231 h 37803"/>
                          <a:gd name="connsiteX5" fmla="*/ 23244 w 60963"/>
                          <a:gd name="connsiteY5" fmla="*/ 1227 h 37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0963" h="37803">
                            <a:moveTo>
                              <a:pt x="23244" y="1227"/>
                            </a:moveTo>
                            <a:cubicBezTo>
                              <a:pt x="16768" y="846"/>
                              <a:pt x="-282" y="-2773"/>
                              <a:pt x="4" y="4561"/>
                            </a:cubicBezTo>
                            <a:cubicBezTo>
                              <a:pt x="575" y="15896"/>
                              <a:pt x="26197" y="26564"/>
                              <a:pt x="41247" y="32088"/>
                            </a:cubicBezTo>
                            <a:cubicBezTo>
                              <a:pt x="45628" y="33803"/>
                              <a:pt x="55725" y="36755"/>
                              <a:pt x="60963" y="37803"/>
                            </a:cubicBezTo>
                            <a:cubicBezTo>
                              <a:pt x="58106" y="36660"/>
                              <a:pt x="53343" y="34851"/>
                              <a:pt x="50962" y="33231"/>
                            </a:cubicBezTo>
                            <a:cubicBezTo>
                              <a:pt x="37342" y="23802"/>
                              <a:pt x="20482" y="13229"/>
                              <a:pt x="23244" y="122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95" name="Forme libre : forme 10394">
                        <a:extLst>
                          <a:ext uri="{FF2B5EF4-FFF2-40B4-BE49-F238E27FC236}">
                            <a16:creationId xmlns:a16="http://schemas.microsoft.com/office/drawing/2014/main" id="{6B9DEB75-63EF-41C2-8FF8-E282B6CBF0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54932" y="2581789"/>
                        <a:ext cx="92431" cy="42633"/>
                      </a:xfrm>
                      <a:custGeom>
                        <a:avLst/>
                        <a:gdLst>
                          <a:gd name="connsiteX0" fmla="*/ 91626 w 92431"/>
                          <a:gd name="connsiteY0" fmla="*/ 39871 h 42633"/>
                          <a:gd name="connsiteX1" fmla="*/ 67909 w 92431"/>
                          <a:gd name="connsiteY1" fmla="*/ 40538 h 42633"/>
                          <a:gd name="connsiteX2" fmla="*/ 39524 w 92431"/>
                          <a:gd name="connsiteY2" fmla="*/ 32442 h 42633"/>
                          <a:gd name="connsiteX3" fmla="*/ 14283 w 92431"/>
                          <a:gd name="connsiteY3" fmla="*/ 21202 h 42633"/>
                          <a:gd name="connsiteX4" fmla="*/ 91 w 92431"/>
                          <a:gd name="connsiteY4" fmla="*/ 5010 h 42633"/>
                          <a:gd name="connsiteX5" fmla="*/ 20855 w 92431"/>
                          <a:gd name="connsiteY5" fmla="*/ 1200 h 42633"/>
                          <a:gd name="connsiteX6" fmla="*/ 48097 w 92431"/>
                          <a:gd name="connsiteY6" fmla="*/ 9105 h 42633"/>
                          <a:gd name="connsiteX7" fmla="*/ 76672 w 92431"/>
                          <a:gd name="connsiteY7" fmla="*/ 22726 h 42633"/>
                          <a:gd name="connsiteX8" fmla="*/ 91626 w 92431"/>
                          <a:gd name="connsiteY8" fmla="*/ 39871 h 426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431" h="42633">
                            <a:moveTo>
                              <a:pt x="91626" y="39871"/>
                            </a:moveTo>
                            <a:cubicBezTo>
                              <a:pt x="88102" y="43872"/>
                              <a:pt x="78291" y="43014"/>
                              <a:pt x="67909" y="40538"/>
                            </a:cubicBezTo>
                            <a:cubicBezTo>
                              <a:pt x="57527" y="37966"/>
                              <a:pt x="45906" y="34823"/>
                              <a:pt x="39524" y="32442"/>
                            </a:cubicBezTo>
                            <a:cubicBezTo>
                              <a:pt x="33143" y="30060"/>
                              <a:pt x="22760" y="26155"/>
                              <a:pt x="14283" y="21202"/>
                            </a:cubicBezTo>
                            <a:cubicBezTo>
                              <a:pt x="5806" y="16154"/>
                              <a:pt x="-862" y="10439"/>
                              <a:pt x="91" y="5010"/>
                            </a:cubicBezTo>
                            <a:cubicBezTo>
                              <a:pt x="1139" y="-610"/>
                              <a:pt x="10473" y="-896"/>
                              <a:pt x="20855" y="1200"/>
                            </a:cubicBezTo>
                            <a:cubicBezTo>
                              <a:pt x="31238" y="3105"/>
                              <a:pt x="42858" y="6819"/>
                              <a:pt x="48097" y="9105"/>
                            </a:cubicBezTo>
                            <a:cubicBezTo>
                              <a:pt x="53336" y="11391"/>
                              <a:pt x="66385" y="16154"/>
                              <a:pt x="76672" y="22726"/>
                            </a:cubicBezTo>
                            <a:cubicBezTo>
                              <a:pt x="87054" y="29108"/>
                              <a:pt x="95055" y="35871"/>
                              <a:pt x="91626" y="398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96" name="Forme libre : forme 10395">
                        <a:extLst>
                          <a:ext uri="{FF2B5EF4-FFF2-40B4-BE49-F238E27FC236}">
                            <a16:creationId xmlns:a16="http://schemas.microsoft.com/office/drawing/2014/main" id="{CA7CD47C-5DC1-474C-9EBD-D844C54FC3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06605" y="2556876"/>
                        <a:ext cx="110616" cy="70248"/>
                      </a:xfrm>
                      <a:custGeom>
                        <a:avLst/>
                        <a:gdLst>
                          <a:gd name="connsiteX0" fmla="*/ 126 w 110616"/>
                          <a:gd name="connsiteY0" fmla="*/ 14588 h 70248"/>
                          <a:gd name="connsiteX1" fmla="*/ 9080 w 110616"/>
                          <a:gd name="connsiteY1" fmla="*/ 29447 h 70248"/>
                          <a:gd name="connsiteX2" fmla="*/ 46608 w 110616"/>
                          <a:gd name="connsiteY2" fmla="*/ 57164 h 70248"/>
                          <a:gd name="connsiteX3" fmla="*/ 90423 w 110616"/>
                          <a:gd name="connsiteY3" fmla="*/ 70023 h 70248"/>
                          <a:gd name="connsiteX4" fmla="*/ 110616 w 110616"/>
                          <a:gd name="connsiteY4" fmla="*/ 62974 h 70248"/>
                          <a:gd name="connsiteX5" fmla="*/ 98710 w 110616"/>
                          <a:gd name="connsiteY5" fmla="*/ 52307 h 70248"/>
                          <a:gd name="connsiteX6" fmla="*/ 64229 w 110616"/>
                          <a:gd name="connsiteY6" fmla="*/ 25160 h 70248"/>
                          <a:gd name="connsiteX7" fmla="*/ 27272 w 110616"/>
                          <a:gd name="connsiteY7" fmla="*/ 490 h 70248"/>
                          <a:gd name="connsiteX8" fmla="*/ 126 w 110616"/>
                          <a:gd name="connsiteY8" fmla="*/ 14588 h 70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0616" h="70248">
                            <a:moveTo>
                              <a:pt x="126" y="14588"/>
                            </a:moveTo>
                            <a:cubicBezTo>
                              <a:pt x="1174" y="21350"/>
                              <a:pt x="3079" y="23827"/>
                              <a:pt x="9080" y="29447"/>
                            </a:cubicBezTo>
                            <a:cubicBezTo>
                              <a:pt x="20605" y="39924"/>
                              <a:pt x="29558" y="49544"/>
                              <a:pt x="46608" y="57164"/>
                            </a:cubicBezTo>
                            <a:cubicBezTo>
                              <a:pt x="60515" y="64213"/>
                              <a:pt x="77279" y="68594"/>
                              <a:pt x="90423" y="70023"/>
                            </a:cubicBezTo>
                            <a:cubicBezTo>
                              <a:pt x="100329" y="70880"/>
                              <a:pt x="110616" y="69452"/>
                              <a:pt x="110616" y="62974"/>
                            </a:cubicBezTo>
                            <a:cubicBezTo>
                              <a:pt x="110616" y="58974"/>
                              <a:pt x="103663" y="56021"/>
                              <a:pt x="98710" y="52307"/>
                            </a:cubicBezTo>
                            <a:cubicBezTo>
                              <a:pt x="87089" y="43353"/>
                              <a:pt x="75183" y="36019"/>
                              <a:pt x="64229" y="25160"/>
                            </a:cubicBezTo>
                            <a:cubicBezTo>
                              <a:pt x="54990" y="15731"/>
                              <a:pt x="44894" y="4015"/>
                              <a:pt x="27272" y="490"/>
                            </a:cubicBezTo>
                            <a:cubicBezTo>
                              <a:pt x="11080" y="-1986"/>
                              <a:pt x="-1398" y="5253"/>
                              <a:pt x="126" y="1458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97" name="Forme libre : forme 10396">
                        <a:extLst>
                          <a:ext uri="{FF2B5EF4-FFF2-40B4-BE49-F238E27FC236}">
                            <a16:creationId xmlns:a16="http://schemas.microsoft.com/office/drawing/2014/main" id="{F9487A6B-745E-4726-8AD5-65053EF618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32552" y="2564484"/>
                        <a:ext cx="41128" cy="10841"/>
                      </a:xfrm>
                      <a:custGeom>
                        <a:avLst/>
                        <a:gdLst>
                          <a:gd name="connsiteX0" fmla="*/ 4563 w 41128"/>
                          <a:gd name="connsiteY0" fmla="*/ 693 h 10841"/>
                          <a:gd name="connsiteX1" fmla="*/ 277 w 41128"/>
                          <a:gd name="connsiteY1" fmla="*/ 2122 h 10841"/>
                          <a:gd name="connsiteX2" fmla="*/ 2563 w 41128"/>
                          <a:gd name="connsiteY2" fmla="*/ 5265 h 10841"/>
                          <a:gd name="connsiteX3" fmla="*/ 9611 w 41128"/>
                          <a:gd name="connsiteY3" fmla="*/ 7456 h 10841"/>
                          <a:gd name="connsiteX4" fmla="*/ 27614 w 41128"/>
                          <a:gd name="connsiteY4" fmla="*/ 10408 h 10841"/>
                          <a:gd name="connsiteX5" fmla="*/ 34281 w 41128"/>
                          <a:gd name="connsiteY5" fmla="*/ 10790 h 10841"/>
                          <a:gd name="connsiteX6" fmla="*/ 33043 w 41128"/>
                          <a:gd name="connsiteY6" fmla="*/ 1550 h 10841"/>
                          <a:gd name="connsiteX7" fmla="*/ 4563 w 41128"/>
                          <a:gd name="connsiteY7" fmla="*/ 693 h 108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1128" h="10841">
                            <a:moveTo>
                              <a:pt x="4563" y="693"/>
                            </a:moveTo>
                            <a:cubicBezTo>
                              <a:pt x="2563" y="883"/>
                              <a:pt x="1134" y="1074"/>
                              <a:pt x="277" y="2122"/>
                            </a:cubicBezTo>
                            <a:cubicBezTo>
                              <a:pt x="-580" y="3074"/>
                              <a:pt x="658" y="4313"/>
                              <a:pt x="2563" y="5265"/>
                            </a:cubicBezTo>
                            <a:cubicBezTo>
                              <a:pt x="4373" y="6218"/>
                              <a:pt x="7325" y="6980"/>
                              <a:pt x="9611" y="7456"/>
                            </a:cubicBezTo>
                            <a:cubicBezTo>
                              <a:pt x="15517" y="8694"/>
                              <a:pt x="21803" y="9837"/>
                              <a:pt x="27614" y="10408"/>
                            </a:cubicBezTo>
                            <a:cubicBezTo>
                              <a:pt x="29995" y="10599"/>
                              <a:pt x="32281" y="10980"/>
                              <a:pt x="34281" y="10790"/>
                            </a:cubicBezTo>
                            <a:cubicBezTo>
                              <a:pt x="42758" y="10123"/>
                              <a:pt x="44473" y="4598"/>
                              <a:pt x="33043" y="1550"/>
                            </a:cubicBezTo>
                            <a:cubicBezTo>
                              <a:pt x="23994" y="-450"/>
                              <a:pt x="12659" y="-260"/>
                              <a:pt x="4563" y="69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98" name="Forme libre : forme 10397">
                        <a:extLst>
                          <a:ext uri="{FF2B5EF4-FFF2-40B4-BE49-F238E27FC236}">
                            <a16:creationId xmlns:a16="http://schemas.microsoft.com/office/drawing/2014/main" id="{C45500A9-A4D3-4B59-932C-B04A535D5C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05791" y="2637472"/>
                        <a:ext cx="65436" cy="4463"/>
                      </a:xfrm>
                      <a:custGeom>
                        <a:avLst/>
                        <a:gdLst>
                          <a:gd name="connsiteX0" fmla="*/ 65437 w 65436"/>
                          <a:gd name="connsiteY0" fmla="*/ 0 h 4463"/>
                          <a:gd name="connsiteX1" fmla="*/ 34862 w 65436"/>
                          <a:gd name="connsiteY1" fmla="*/ 4191 h 4463"/>
                          <a:gd name="connsiteX2" fmla="*/ 0 w 65436"/>
                          <a:gd name="connsiteY2" fmla="*/ 1048 h 4463"/>
                          <a:gd name="connsiteX3" fmla="*/ 33719 w 65436"/>
                          <a:gd name="connsiteY3" fmla="*/ 2096 h 4463"/>
                          <a:gd name="connsiteX4" fmla="*/ 65437 w 65436"/>
                          <a:gd name="connsiteY4" fmla="*/ 0 h 44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5436" h="4463">
                            <a:moveTo>
                              <a:pt x="65437" y="0"/>
                            </a:moveTo>
                            <a:cubicBezTo>
                              <a:pt x="58293" y="4286"/>
                              <a:pt x="46863" y="4953"/>
                              <a:pt x="34862" y="4191"/>
                            </a:cubicBezTo>
                            <a:cubicBezTo>
                              <a:pt x="22574" y="4001"/>
                              <a:pt x="9906" y="2191"/>
                              <a:pt x="0" y="1048"/>
                            </a:cubicBezTo>
                            <a:cubicBezTo>
                              <a:pt x="10763" y="2286"/>
                              <a:pt x="22193" y="2667"/>
                              <a:pt x="33719" y="2096"/>
                            </a:cubicBezTo>
                            <a:cubicBezTo>
                              <a:pt x="45053" y="1905"/>
                              <a:pt x="56007" y="1238"/>
                              <a:pt x="6543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99" name="Forme libre : forme 10398">
                        <a:extLst>
                          <a:ext uri="{FF2B5EF4-FFF2-40B4-BE49-F238E27FC236}">
                            <a16:creationId xmlns:a16="http://schemas.microsoft.com/office/drawing/2014/main" id="{BF1A4714-DFE9-4A80-B6E5-C9C3CC72B3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988347" y="2545397"/>
                        <a:ext cx="75056" cy="9302"/>
                      </a:xfrm>
                      <a:custGeom>
                        <a:avLst/>
                        <a:gdLst>
                          <a:gd name="connsiteX0" fmla="*/ 75057 w 75056"/>
                          <a:gd name="connsiteY0" fmla="*/ 3112 h 9302"/>
                          <a:gd name="connsiteX1" fmla="*/ 34671 w 75056"/>
                          <a:gd name="connsiteY1" fmla="*/ 826 h 9302"/>
                          <a:gd name="connsiteX2" fmla="*/ 0 w 75056"/>
                          <a:gd name="connsiteY2" fmla="*/ 9303 h 9302"/>
                          <a:gd name="connsiteX3" fmla="*/ 75057 w 75056"/>
                          <a:gd name="connsiteY3" fmla="*/ 3112 h 93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5056" h="9302">
                            <a:moveTo>
                              <a:pt x="75057" y="3112"/>
                            </a:moveTo>
                            <a:cubicBezTo>
                              <a:pt x="61150" y="-31"/>
                              <a:pt x="47434" y="-794"/>
                              <a:pt x="34671" y="826"/>
                            </a:cubicBezTo>
                            <a:cubicBezTo>
                              <a:pt x="21908" y="2255"/>
                              <a:pt x="10192" y="5207"/>
                              <a:pt x="0" y="9303"/>
                            </a:cubicBezTo>
                            <a:cubicBezTo>
                              <a:pt x="18574" y="921"/>
                              <a:pt x="50578" y="635"/>
                              <a:pt x="75057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00" name="Forme libre : forme 10399">
                        <a:extLst>
                          <a:ext uri="{FF2B5EF4-FFF2-40B4-BE49-F238E27FC236}">
                            <a16:creationId xmlns:a16="http://schemas.microsoft.com/office/drawing/2014/main" id="{0D68BA2A-8104-42B3-A100-A04958A4BC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90380" y="2587860"/>
                        <a:ext cx="33496" cy="17930"/>
                      </a:xfrm>
                      <a:custGeom>
                        <a:avLst/>
                        <a:gdLst>
                          <a:gd name="connsiteX0" fmla="*/ 32841 w 33496"/>
                          <a:gd name="connsiteY0" fmla="*/ 17418 h 17930"/>
                          <a:gd name="connsiteX1" fmla="*/ 12267 w 33496"/>
                          <a:gd name="connsiteY1" fmla="*/ 11227 h 17930"/>
                          <a:gd name="connsiteX2" fmla="*/ 742 w 33496"/>
                          <a:gd name="connsiteY2" fmla="*/ 654 h 17930"/>
                          <a:gd name="connsiteX3" fmla="*/ 20268 w 33496"/>
                          <a:gd name="connsiteY3" fmla="*/ 6559 h 17930"/>
                          <a:gd name="connsiteX4" fmla="*/ 32841 w 33496"/>
                          <a:gd name="connsiteY4" fmla="*/ 17418 h 179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496" h="17930">
                            <a:moveTo>
                              <a:pt x="32841" y="17418"/>
                            </a:moveTo>
                            <a:cubicBezTo>
                              <a:pt x="29317" y="19799"/>
                              <a:pt x="16268" y="13227"/>
                              <a:pt x="12267" y="11227"/>
                            </a:cubicBezTo>
                            <a:cubicBezTo>
                              <a:pt x="8267" y="9131"/>
                              <a:pt x="-2973" y="3035"/>
                              <a:pt x="742" y="654"/>
                            </a:cubicBezTo>
                            <a:cubicBezTo>
                              <a:pt x="4552" y="-2108"/>
                              <a:pt x="16458" y="4654"/>
                              <a:pt x="20268" y="6559"/>
                            </a:cubicBezTo>
                            <a:cubicBezTo>
                              <a:pt x="24078" y="8464"/>
                              <a:pt x="36461" y="15037"/>
                              <a:pt x="32841" y="1741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01" name="Forme libre : forme 10400">
                        <a:extLst>
                          <a:ext uri="{FF2B5EF4-FFF2-40B4-BE49-F238E27FC236}">
                            <a16:creationId xmlns:a16="http://schemas.microsoft.com/office/drawing/2014/main" id="{E553B499-DB79-44A5-9CDE-6464B0354F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19308" y="2602052"/>
                        <a:ext cx="9541" cy="5340"/>
                      </a:xfrm>
                      <a:custGeom>
                        <a:avLst/>
                        <a:gdLst>
                          <a:gd name="connsiteX0" fmla="*/ 9533 w 9541"/>
                          <a:gd name="connsiteY0" fmla="*/ 4654 h 5340"/>
                          <a:gd name="connsiteX1" fmla="*/ 4580 w 9541"/>
                          <a:gd name="connsiteY1" fmla="*/ 4273 h 5340"/>
                          <a:gd name="connsiteX2" fmla="*/ 8 w 9541"/>
                          <a:gd name="connsiteY2" fmla="*/ 749 h 5340"/>
                          <a:gd name="connsiteX3" fmla="*/ 4961 w 9541"/>
                          <a:gd name="connsiteY3" fmla="*/ 844 h 5340"/>
                          <a:gd name="connsiteX4" fmla="*/ 9533 w 9541"/>
                          <a:gd name="connsiteY4" fmla="*/ 4654 h 53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41" h="5340">
                            <a:moveTo>
                              <a:pt x="9533" y="4654"/>
                            </a:moveTo>
                            <a:cubicBezTo>
                              <a:pt x="9343" y="6083"/>
                              <a:pt x="6104" y="4940"/>
                              <a:pt x="4580" y="4273"/>
                            </a:cubicBezTo>
                            <a:cubicBezTo>
                              <a:pt x="2961" y="3607"/>
                              <a:pt x="-182" y="2178"/>
                              <a:pt x="8" y="749"/>
                            </a:cubicBezTo>
                            <a:cubicBezTo>
                              <a:pt x="199" y="-680"/>
                              <a:pt x="3342" y="273"/>
                              <a:pt x="4961" y="844"/>
                            </a:cubicBezTo>
                            <a:cubicBezTo>
                              <a:pt x="6485" y="1511"/>
                              <a:pt x="9724" y="3225"/>
                              <a:pt x="9533" y="465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402" name="Forme libre : forme 10401">
                        <a:extLst>
                          <a:ext uri="{FF2B5EF4-FFF2-40B4-BE49-F238E27FC236}">
                            <a16:creationId xmlns:a16="http://schemas.microsoft.com/office/drawing/2014/main" id="{459DB1E6-D455-415E-9591-AD35E2FD02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96999" y="2567088"/>
                        <a:ext cx="74292" cy="63636"/>
                      </a:xfrm>
                      <a:custGeom>
                        <a:avLst/>
                        <a:gdLst>
                          <a:gd name="connsiteX0" fmla="*/ 60989 w 74292"/>
                          <a:gd name="connsiteY0" fmla="*/ 36952 h 63636"/>
                          <a:gd name="connsiteX1" fmla="*/ 74228 w 74292"/>
                          <a:gd name="connsiteY1" fmla="*/ 60383 h 63636"/>
                          <a:gd name="connsiteX2" fmla="*/ 66037 w 74292"/>
                          <a:gd name="connsiteY2" fmla="*/ 62573 h 63636"/>
                          <a:gd name="connsiteX3" fmla="*/ 58036 w 74292"/>
                          <a:gd name="connsiteY3" fmla="*/ 54573 h 63636"/>
                          <a:gd name="connsiteX4" fmla="*/ 34033 w 74292"/>
                          <a:gd name="connsiteY4" fmla="*/ 29331 h 63636"/>
                          <a:gd name="connsiteX5" fmla="*/ 1457 w 74292"/>
                          <a:gd name="connsiteY5" fmla="*/ 1042 h 63636"/>
                          <a:gd name="connsiteX6" fmla="*/ 24222 w 74292"/>
                          <a:gd name="connsiteY6" fmla="*/ 5043 h 63636"/>
                          <a:gd name="connsiteX7" fmla="*/ 36985 w 74292"/>
                          <a:gd name="connsiteY7" fmla="*/ 11615 h 63636"/>
                          <a:gd name="connsiteX8" fmla="*/ 45939 w 74292"/>
                          <a:gd name="connsiteY8" fmla="*/ 18092 h 63636"/>
                          <a:gd name="connsiteX9" fmla="*/ 60989 w 74292"/>
                          <a:gd name="connsiteY9" fmla="*/ 36952 h 636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74292" h="63636">
                            <a:moveTo>
                              <a:pt x="60989" y="36952"/>
                            </a:moveTo>
                            <a:cubicBezTo>
                              <a:pt x="67751" y="45524"/>
                              <a:pt x="72418" y="51810"/>
                              <a:pt x="74228" y="60383"/>
                            </a:cubicBezTo>
                            <a:cubicBezTo>
                              <a:pt x="74895" y="63526"/>
                              <a:pt x="70228" y="64669"/>
                              <a:pt x="66037" y="62573"/>
                            </a:cubicBezTo>
                            <a:cubicBezTo>
                              <a:pt x="61846" y="60478"/>
                              <a:pt x="60036" y="57621"/>
                              <a:pt x="58036" y="54573"/>
                            </a:cubicBezTo>
                            <a:cubicBezTo>
                              <a:pt x="51654" y="45333"/>
                              <a:pt x="43463" y="37809"/>
                              <a:pt x="34033" y="29331"/>
                            </a:cubicBezTo>
                            <a:cubicBezTo>
                              <a:pt x="28223" y="24188"/>
                              <a:pt x="-7591" y="5614"/>
                              <a:pt x="1457" y="1042"/>
                            </a:cubicBezTo>
                            <a:cubicBezTo>
                              <a:pt x="6220" y="-1625"/>
                              <a:pt x="15268" y="1233"/>
                              <a:pt x="24222" y="5043"/>
                            </a:cubicBezTo>
                            <a:cubicBezTo>
                              <a:pt x="28699" y="7043"/>
                              <a:pt x="33176" y="9329"/>
                              <a:pt x="36985" y="11615"/>
                            </a:cubicBezTo>
                            <a:cubicBezTo>
                              <a:pt x="40796" y="13996"/>
                              <a:pt x="43939" y="16377"/>
                              <a:pt x="45939" y="18092"/>
                            </a:cubicBezTo>
                            <a:cubicBezTo>
                              <a:pt x="54035" y="25140"/>
                              <a:pt x="55845" y="30760"/>
                              <a:pt x="60989" y="3695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26" name="Graphique 1">
                      <a:extLst>
                        <a:ext uri="{FF2B5EF4-FFF2-40B4-BE49-F238E27FC236}">
                          <a16:creationId xmlns:a16="http://schemas.microsoft.com/office/drawing/2014/main" id="{6A5E0648-FF75-4FFD-B24D-8F76E2B50A1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77560" y="2626253"/>
                      <a:ext cx="167244" cy="150586"/>
                      <a:chOff x="2177560" y="2626253"/>
                      <a:chExt cx="167244" cy="150586"/>
                    </a:xfrm>
                    <a:solidFill>
                      <a:schemeClr val="accent1"/>
                    </a:solidFill>
                  </p:grpSpPr>
                  <p:sp>
                    <p:nvSpPr>
                      <p:cNvPr id="10379" name="Forme libre : forme 10378">
                        <a:extLst>
                          <a:ext uri="{FF2B5EF4-FFF2-40B4-BE49-F238E27FC236}">
                            <a16:creationId xmlns:a16="http://schemas.microsoft.com/office/drawing/2014/main" id="{8687B7A7-D786-4CCD-83D8-44B196B293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77560" y="2626253"/>
                        <a:ext cx="167244" cy="150586"/>
                      </a:xfrm>
                      <a:custGeom>
                        <a:avLst/>
                        <a:gdLst>
                          <a:gd name="connsiteX0" fmla="*/ 89966 w 167244"/>
                          <a:gd name="connsiteY0" fmla="*/ 123138 h 150586"/>
                          <a:gd name="connsiteX1" fmla="*/ 37102 w 167244"/>
                          <a:gd name="connsiteY1" fmla="*/ 78942 h 150586"/>
                          <a:gd name="connsiteX2" fmla="*/ 28815 w 167244"/>
                          <a:gd name="connsiteY2" fmla="*/ 71036 h 150586"/>
                          <a:gd name="connsiteX3" fmla="*/ 22243 w 167244"/>
                          <a:gd name="connsiteY3" fmla="*/ 63988 h 150586"/>
                          <a:gd name="connsiteX4" fmla="*/ 12528 w 167244"/>
                          <a:gd name="connsiteY4" fmla="*/ 49605 h 150586"/>
                          <a:gd name="connsiteX5" fmla="*/ 431 w 167244"/>
                          <a:gd name="connsiteY5" fmla="*/ 18840 h 150586"/>
                          <a:gd name="connsiteX6" fmla="*/ 12242 w 167244"/>
                          <a:gd name="connsiteY6" fmla="*/ 837 h 150586"/>
                          <a:gd name="connsiteX7" fmla="*/ 47579 w 167244"/>
                          <a:gd name="connsiteY7" fmla="*/ 2552 h 150586"/>
                          <a:gd name="connsiteX8" fmla="*/ 85489 w 167244"/>
                          <a:gd name="connsiteY8" fmla="*/ 21030 h 150586"/>
                          <a:gd name="connsiteX9" fmla="*/ 138543 w 167244"/>
                          <a:gd name="connsiteY9" fmla="*/ 65512 h 150586"/>
                          <a:gd name="connsiteX10" fmla="*/ 167023 w 167244"/>
                          <a:gd name="connsiteY10" fmla="*/ 136378 h 150586"/>
                          <a:gd name="connsiteX11" fmla="*/ 151212 w 167244"/>
                          <a:gd name="connsiteY11" fmla="*/ 150380 h 150586"/>
                          <a:gd name="connsiteX12" fmla="*/ 89966 w 167244"/>
                          <a:gd name="connsiteY12" fmla="*/ 123138 h 150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67244" h="150586">
                            <a:moveTo>
                              <a:pt x="89966" y="123138"/>
                            </a:moveTo>
                            <a:cubicBezTo>
                              <a:pt x="77774" y="113042"/>
                              <a:pt x="50246" y="90467"/>
                              <a:pt x="37102" y="78942"/>
                            </a:cubicBezTo>
                            <a:cubicBezTo>
                              <a:pt x="34054" y="76275"/>
                              <a:pt x="31292" y="73513"/>
                              <a:pt x="28815" y="71036"/>
                            </a:cubicBezTo>
                            <a:cubicBezTo>
                              <a:pt x="26434" y="68750"/>
                              <a:pt x="24243" y="66369"/>
                              <a:pt x="22243" y="63988"/>
                            </a:cubicBezTo>
                            <a:cubicBezTo>
                              <a:pt x="18338" y="59321"/>
                              <a:pt x="15195" y="54558"/>
                              <a:pt x="12528" y="49605"/>
                            </a:cubicBezTo>
                            <a:cubicBezTo>
                              <a:pt x="6908" y="40175"/>
                              <a:pt x="3479" y="30269"/>
                              <a:pt x="431" y="18840"/>
                            </a:cubicBezTo>
                            <a:cubicBezTo>
                              <a:pt x="-1665" y="10934"/>
                              <a:pt x="4145" y="1790"/>
                              <a:pt x="12242" y="837"/>
                            </a:cubicBezTo>
                            <a:cubicBezTo>
                              <a:pt x="23862" y="-401"/>
                              <a:pt x="35483" y="-592"/>
                              <a:pt x="47579" y="2552"/>
                            </a:cubicBezTo>
                            <a:cubicBezTo>
                              <a:pt x="59200" y="5885"/>
                              <a:pt x="73106" y="11886"/>
                              <a:pt x="85489" y="21030"/>
                            </a:cubicBezTo>
                            <a:cubicBezTo>
                              <a:pt x="99300" y="30746"/>
                              <a:pt x="125685" y="52653"/>
                              <a:pt x="138543" y="65512"/>
                            </a:cubicBezTo>
                            <a:cubicBezTo>
                              <a:pt x="162546" y="89134"/>
                              <a:pt x="168547" y="112089"/>
                              <a:pt x="167023" y="136378"/>
                            </a:cubicBezTo>
                            <a:cubicBezTo>
                              <a:pt x="166356" y="144760"/>
                              <a:pt x="158355" y="151904"/>
                              <a:pt x="151212" y="150380"/>
                            </a:cubicBezTo>
                            <a:cubicBezTo>
                              <a:pt x="130256" y="146760"/>
                              <a:pt x="113207" y="141998"/>
                              <a:pt x="89966" y="12313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80" name="Forme libre : forme 10379">
                        <a:extLst>
                          <a:ext uri="{FF2B5EF4-FFF2-40B4-BE49-F238E27FC236}">
                            <a16:creationId xmlns:a16="http://schemas.microsoft.com/office/drawing/2014/main" id="{DF5F921E-E1F8-4203-9E16-A983EBD417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77563" y="2635281"/>
                        <a:ext cx="151683" cy="141160"/>
                      </a:xfrm>
                      <a:custGeom>
                        <a:avLst/>
                        <a:gdLst>
                          <a:gd name="connsiteX0" fmla="*/ 62435 w 151683"/>
                          <a:gd name="connsiteY0" fmla="*/ 55531 h 141160"/>
                          <a:gd name="connsiteX1" fmla="*/ 1475 w 151683"/>
                          <a:gd name="connsiteY1" fmla="*/ 0 h 141160"/>
                          <a:gd name="connsiteX2" fmla="*/ 427 w 151683"/>
                          <a:gd name="connsiteY2" fmla="*/ 9620 h 141160"/>
                          <a:gd name="connsiteX3" fmla="*/ 3856 w 151683"/>
                          <a:gd name="connsiteY3" fmla="*/ 20955 h 141160"/>
                          <a:gd name="connsiteX4" fmla="*/ 18905 w 151683"/>
                          <a:gd name="connsiteY4" fmla="*/ 50482 h 141160"/>
                          <a:gd name="connsiteX5" fmla="*/ 37194 w 151683"/>
                          <a:gd name="connsiteY5" fmla="*/ 69723 h 141160"/>
                          <a:gd name="connsiteX6" fmla="*/ 45766 w 151683"/>
                          <a:gd name="connsiteY6" fmla="*/ 77057 h 141160"/>
                          <a:gd name="connsiteX7" fmla="*/ 86247 w 151683"/>
                          <a:gd name="connsiteY7" fmla="*/ 110776 h 141160"/>
                          <a:gd name="connsiteX8" fmla="*/ 90152 w 151683"/>
                          <a:gd name="connsiteY8" fmla="*/ 113919 h 141160"/>
                          <a:gd name="connsiteX9" fmla="*/ 113012 w 151683"/>
                          <a:gd name="connsiteY9" fmla="*/ 129254 h 141160"/>
                          <a:gd name="connsiteX10" fmla="*/ 141683 w 151683"/>
                          <a:gd name="connsiteY10" fmla="*/ 139255 h 141160"/>
                          <a:gd name="connsiteX11" fmla="*/ 151303 w 151683"/>
                          <a:gd name="connsiteY11" fmla="*/ 141160 h 141160"/>
                          <a:gd name="connsiteX12" fmla="*/ 151684 w 151683"/>
                          <a:gd name="connsiteY12" fmla="*/ 141160 h 141160"/>
                          <a:gd name="connsiteX13" fmla="*/ 111108 w 151683"/>
                          <a:gd name="connsiteY13" fmla="*/ 94964 h 141160"/>
                          <a:gd name="connsiteX14" fmla="*/ 62435 w 151683"/>
                          <a:gd name="connsiteY14" fmla="*/ 55531 h 1411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51683" h="141160">
                            <a:moveTo>
                              <a:pt x="62435" y="55531"/>
                            </a:moveTo>
                            <a:cubicBezTo>
                              <a:pt x="39099" y="38005"/>
                              <a:pt x="15286" y="21431"/>
                              <a:pt x="1475" y="0"/>
                            </a:cubicBezTo>
                            <a:cubicBezTo>
                              <a:pt x="46" y="2953"/>
                              <a:pt x="-430" y="6477"/>
                              <a:pt x="427" y="9620"/>
                            </a:cubicBezTo>
                            <a:cubicBezTo>
                              <a:pt x="1475" y="13525"/>
                              <a:pt x="2618" y="17335"/>
                              <a:pt x="3856" y="20955"/>
                            </a:cubicBezTo>
                            <a:cubicBezTo>
                              <a:pt x="7380" y="31432"/>
                              <a:pt x="12143" y="40672"/>
                              <a:pt x="18905" y="50482"/>
                            </a:cubicBezTo>
                            <a:cubicBezTo>
                              <a:pt x="23477" y="56769"/>
                              <a:pt x="29097" y="62389"/>
                              <a:pt x="37194" y="69723"/>
                            </a:cubicBezTo>
                            <a:cubicBezTo>
                              <a:pt x="39670" y="71818"/>
                              <a:pt x="42527" y="74295"/>
                              <a:pt x="45766" y="77057"/>
                            </a:cubicBezTo>
                            <a:cubicBezTo>
                              <a:pt x="58244" y="87439"/>
                              <a:pt x="75294" y="101632"/>
                              <a:pt x="86247" y="110776"/>
                            </a:cubicBezTo>
                            <a:cubicBezTo>
                              <a:pt x="87676" y="111919"/>
                              <a:pt x="88914" y="112966"/>
                              <a:pt x="90152" y="113919"/>
                            </a:cubicBezTo>
                            <a:cubicBezTo>
                              <a:pt x="98344" y="120586"/>
                              <a:pt x="105869" y="125539"/>
                              <a:pt x="113012" y="129254"/>
                            </a:cubicBezTo>
                            <a:cubicBezTo>
                              <a:pt x="122823" y="134302"/>
                              <a:pt x="132158" y="136969"/>
                              <a:pt x="141683" y="139255"/>
                            </a:cubicBezTo>
                            <a:cubicBezTo>
                              <a:pt x="144731" y="139827"/>
                              <a:pt x="147969" y="140494"/>
                              <a:pt x="151303" y="141160"/>
                            </a:cubicBezTo>
                            <a:lnTo>
                              <a:pt x="151684" y="141160"/>
                            </a:lnTo>
                            <a:cubicBezTo>
                              <a:pt x="141207" y="124587"/>
                              <a:pt x="126443" y="109252"/>
                              <a:pt x="111108" y="94964"/>
                            </a:cubicBezTo>
                            <a:cubicBezTo>
                              <a:pt x="95677" y="80772"/>
                              <a:pt x="79199" y="67532"/>
                              <a:pt x="62435" y="5553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81" name="Forme libre : forme 10380">
                        <a:extLst>
                          <a:ext uri="{FF2B5EF4-FFF2-40B4-BE49-F238E27FC236}">
                            <a16:creationId xmlns:a16="http://schemas.microsoft.com/office/drawing/2014/main" id="{0FCE7E39-385D-4EBD-A651-354402DB11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38163" y="2675394"/>
                        <a:ext cx="75413" cy="68801"/>
                      </a:xfrm>
                      <a:custGeom>
                        <a:avLst/>
                        <a:gdLst>
                          <a:gd name="connsiteX0" fmla="*/ 74225 w 75413"/>
                          <a:gd name="connsiteY0" fmla="*/ 67520 h 68801"/>
                          <a:gd name="connsiteX1" fmla="*/ 52793 w 75413"/>
                          <a:gd name="connsiteY1" fmla="*/ 60376 h 68801"/>
                          <a:gd name="connsiteX2" fmla="*/ 28791 w 75413"/>
                          <a:gd name="connsiteY2" fmla="*/ 42278 h 68801"/>
                          <a:gd name="connsiteX3" fmla="*/ 1073 w 75413"/>
                          <a:gd name="connsiteY3" fmla="*/ 2178 h 68801"/>
                          <a:gd name="connsiteX4" fmla="*/ 44697 w 75413"/>
                          <a:gd name="connsiteY4" fmla="*/ 23228 h 68801"/>
                          <a:gd name="connsiteX5" fmla="*/ 65843 w 75413"/>
                          <a:gd name="connsiteY5" fmla="*/ 45422 h 68801"/>
                          <a:gd name="connsiteX6" fmla="*/ 74225 w 75413"/>
                          <a:gd name="connsiteY6" fmla="*/ 67520 h 6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5413" h="68801">
                            <a:moveTo>
                              <a:pt x="74225" y="67520"/>
                            </a:moveTo>
                            <a:cubicBezTo>
                              <a:pt x="70700" y="71139"/>
                              <a:pt x="62033" y="66567"/>
                              <a:pt x="52793" y="60376"/>
                            </a:cubicBezTo>
                            <a:cubicBezTo>
                              <a:pt x="43554" y="54185"/>
                              <a:pt x="33648" y="46374"/>
                              <a:pt x="28791" y="42278"/>
                            </a:cubicBezTo>
                            <a:cubicBezTo>
                              <a:pt x="19170" y="33896"/>
                              <a:pt x="-5405" y="11036"/>
                              <a:pt x="1073" y="2178"/>
                            </a:cubicBezTo>
                            <a:cubicBezTo>
                              <a:pt x="7645" y="-6871"/>
                              <a:pt x="35744" y="14656"/>
                              <a:pt x="44697" y="23228"/>
                            </a:cubicBezTo>
                            <a:cubicBezTo>
                              <a:pt x="49269" y="27324"/>
                              <a:pt x="58699" y="36278"/>
                              <a:pt x="65843" y="45422"/>
                            </a:cubicBezTo>
                            <a:cubicBezTo>
                              <a:pt x="72986" y="54566"/>
                              <a:pt x="77749" y="63900"/>
                              <a:pt x="74225" y="6752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82" name="Forme libre : forme 10381">
                        <a:extLst>
                          <a:ext uri="{FF2B5EF4-FFF2-40B4-BE49-F238E27FC236}">
                            <a16:creationId xmlns:a16="http://schemas.microsoft.com/office/drawing/2014/main" id="{4BFD6F8B-4AEC-47CC-9BF3-9C997845ED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38292" y="2674893"/>
                        <a:ext cx="45520" cy="55447"/>
                      </a:xfrm>
                      <a:custGeom>
                        <a:avLst/>
                        <a:gdLst>
                          <a:gd name="connsiteX0" fmla="*/ 23232 w 45520"/>
                          <a:gd name="connsiteY0" fmla="*/ 7822 h 55447"/>
                          <a:gd name="connsiteX1" fmla="*/ 467 w 45520"/>
                          <a:gd name="connsiteY1" fmla="*/ 2393 h 55447"/>
                          <a:gd name="connsiteX2" fmla="*/ 29042 w 45520"/>
                          <a:gd name="connsiteY2" fmla="*/ 43160 h 55447"/>
                          <a:gd name="connsiteX3" fmla="*/ 45521 w 45520"/>
                          <a:gd name="connsiteY3" fmla="*/ 55447 h 55447"/>
                          <a:gd name="connsiteX4" fmla="*/ 37805 w 45520"/>
                          <a:gd name="connsiteY4" fmla="*/ 47637 h 55447"/>
                          <a:gd name="connsiteX5" fmla="*/ 23232 w 45520"/>
                          <a:gd name="connsiteY5" fmla="*/ 7822 h 55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5520" h="55447">
                            <a:moveTo>
                              <a:pt x="23232" y="7822"/>
                            </a:moveTo>
                            <a:cubicBezTo>
                              <a:pt x="17231" y="5346"/>
                              <a:pt x="2944" y="-4465"/>
                              <a:pt x="467" y="2393"/>
                            </a:cubicBezTo>
                            <a:cubicBezTo>
                              <a:pt x="-3343" y="13347"/>
                              <a:pt x="17041" y="32492"/>
                              <a:pt x="29042" y="43160"/>
                            </a:cubicBezTo>
                            <a:cubicBezTo>
                              <a:pt x="32662" y="46208"/>
                              <a:pt x="41044" y="52590"/>
                              <a:pt x="45521" y="55447"/>
                            </a:cubicBezTo>
                            <a:cubicBezTo>
                              <a:pt x="43330" y="53352"/>
                              <a:pt x="39520" y="49923"/>
                              <a:pt x="37805" y="47637"/>
                            </a:cubicBezTo>
                            <a:cubicBezTo>
                              <a:pt x="27995" y="34207"/>
                              <a:pt x="16374" y="17824"/>
                              <a:pt x="23232" y="782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83" name="Forme libre : forme 10382">
                        <a:extLst>
                          <a:ext uri="{FF2B5EF4-FFF2-40B4-BE49-F238E27FC236}">
                            <a16:creationId xmlns:a16="http://schemas.microsoft.com/office/drawing/2014/main" id="{28BB9C5F-6B04-4639-9180-DF5F819D74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40454" y="2680549"/>
                        <a:ext cx="75575" cy="68627"/>
                      </a:xfrm>
                      <a:custGeom>
                        <a:avLst/>
                        <a:gdLst>
                          <a:gd name="connsiteX0" fmla="*/ 73649 w 75575"/>
                          <a:gd name="connsiteY0" fmla="*/ 67984 h 68627"/>
                          <a:gd name="connsiteX1" fmla="*/ 51551 w 75575"/>
                          <a:gd name="connsiteY1" fmla="*/ 59888 h 68627"/>
                          <a:gd name="connsiteX2" fmla="*/ 28024 w 75575"/>
                          <a:gd name="connsiteY2" fmla="*/ 42267 h 68627"/>
                          <a:gd name="connsiteX3" fmla="*/ 973 w 75575"/>
                          <a:gd name="connsiteY3" fmla="*/ 2357 h 68627"/>
                          <a:gd name="connsiteX4" fmla="*/ 44312 w 75575"/>
                          <a:gd name="connsiteY4" fmla="*/ 23408 h 68627"/>
                          <a:gd name="connsiteX5" fmla="*/ 66219 w 75575"/>
                          <a:gd name="connsiteY5" fmla="*/ 46363 h 68627"/>
                          <a:gd name="connsiteX6" fmla="*/ 73649 w 75575"/>
                          <a:gd name="connsiteY6" fmla="*/ 67984 h 686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5575" h="68627">
                            <a:moveTo>
                              <a:pt x="73649" y="67984"/>
                            </a:moveTo>
                            <a:cubicBezTo>
                              <a:pt x="68886" y="70366"/>
                              <a:pt x="60409" y="65794"/>
                              <a:pt x="51551" y="59888"/>
                            </a:cubicBezTo>
                            <a:cubicBezTo>
                              <a:pt x="42692" y="53983"/>
                              <a:pt x="33358" y="46649"/>
                              <a:pt x="28024" y="42267"/>
                            </a:cubicBezTo>
                            <a:cubicBezTo>
                              <a:pt x="17547" y="33504"/>
                              <a:pt x="-4933" y="11882"/>
                              <a:pt x="973" y="2357"/>
                            </a:cubicBezTo>
                            <a:cubicBezTo>
                              <a:pt x="6974" y="-7358"/>
                              <a:pt x="35834" y="15597"/>
                              <a:pt x="44312" y="23408"/>
                            </a:cubicBezTo>
                            <a:cubicBezTo>
                              <a:pt x="48598" y="27217"/>
                              <a:pt x="58694" y="36742"/>
                              <a:pt x="66219" y="46363"/>
                            </a:cubicBezTo>
                            <a:cubicBezTo>
                              <a:pt x="73744" y="55983"/>
                              <a:pt x="78411" y="65603"/>
                              <a:pt x="73649" y="6798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84" name="Forme libre : forme 10383">
                        <a:extLst>
                          <a:ext uri="{FF2B5EF4-FFF2-40B4-BE49-F238E27FC236}">
                            <a16:creationId xmlns:a16="http://schemas.microsoft.com/office/drawing/2014/main" id="{620F7ED7-4B06-4541-BEC3-BFEE8731A4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1552" y="2642566"/>
                        <a:ext cx="86243" cy="97231"/>
                      </a:xfrm>
                      <a:custGeom>
                        <a:avLst/>
                        <a:gdLst>
                          <a:gd name="connsiteX0" fmla="*/ 537 w 86243"/>
                          <a:gd name="connsiteY0" fmla="*/ 8622 h 97231"/>
                          <a:gd name="connsiteX1" fmla="*/ 3585 w 86243"/>
                          <a:gd name="connsiteY1" fmla="*/ 25672 h 97231"/>
                          <a:gd name="connsiteX2" fmla="*/ 13396 w 86243"/>
                          <a:gd name="connsiteY2" fmla="*/ 45198 h 97231"/>
                          <a:gd name="connsiteX3" fmla="*/ 28160 w 86243"/>
                          <a:gd name="connsiteY3" fmla="*/ 65105 h 97231"/>
                          <a:gd name="connsiteX4" fmla="*/ 64831 w 86243"/>
                          <a:gd name="connsiteY4" fmla="*/ 92918 h 97231"/>
                          <a:gd name="connsiteX5" fmla="*/ 85976 w 86243"/>
                          <a:gd name="connsiteY5" fmla="*/ 93585 h 97231"/>
                          <a:gd name="connsiteX6" fmla="*/ 78832 w 86243"/>
                          <a:gd name="connsiteY6" fmla="*/ 79298 h 97231"/>
                          <a:gd name="connsiteX7" fmla="*/ 56258 w 86243"/>
                          <a:gd name="connsiteY7" fmla="*/ 41674 h 97231"/>
                          <a:gd name="connsiteX8" fmla="*/ 30827 w 86243"/>
                          <a:gd name="connsiteY8" fmla="*/ 5288 h 97231"/>
                          <a:gd name="connsiteX9" fmla="*/ 10919 w 86243"/>
                          <a:gd name="connsiteY9" fmla="*/ 145 h 97231"/>
                          <a:gd name="connsiteX10" fmla="*/ 537 w 86243"/>
                          <a:gd name="connsiteY10" fmla="*/ 8622 h 972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6243" h="97231">
                            <a:moveTo>
                              <a:pt x="537" y="8622"/>
                            </a:moveTo>
                            <a:cubicBezTo>
                              <a:pt x="-701" y="15099"/>
                              <a:pt x="156" y="18242"/>
                              <a:pt x="3585" y="25672"/>
                            </a:cubicBezTo>
                            <a:cubicBezTo>
                              <a:pt x="6919" y="32720"/>
                              <a:pt x="9776" y="39007"/>
                              <a:pt x="13396" y="45198"/>
                            </a:cubicBezTo>
                            <a:cubicBezTo>
                              <a:pt x="17111" y="51770"/>
                              <a:pt x="21682" y="58152"/>
                              <a:pt x="28160" y="65105"/>
                            </a:cubicBezTo>
                            <a:cubicBezTo>
                              <a:pt x="38923" y="76631"/>
                              <a:pt x="52829" y="87203"/>
                              <a:pt x="64831" y="92918"/>
                            </a:cubicBezTo>
                            <a:cubicBezTo>
                              <a:pt x="73784" y="97205"/>
                              <a:pt x="83690" y="99681"/>
                              <a:pt x="85976" y="93585"/>
                            </a:cubicBezTo>
                            <a:cubicBezTo>
                              <a:pt x="87500" y="89775"/>
                              <a:pt x="82166" y="84441"/>
                              <a:pt x="78832" y="79298"/>
                            </a:cubicBezTo>
                            <a:cubicBezTo>
                              <a:pt x="71022" y="66915"/>
                              <a:pt x="62640" y="55676"/>
                              <a:pt x="56258" y="41674"/>
                            </a:cubicBezTo>
                            <a:cubicBezTo>
                              <a:pt x="50638" y="29768"/>
                              <a:pt x="46924" y="14718"/>
                              <a:pt x="30827" y="5288"/>
                            </a:cubicBezTo>
                            <a:cubicBezTo>
                              <a:pt x="23683" y="1097"/>
                              <a:pt x="16444" y="-522"/>
                              <a:pt x="10919" y="145"/>
                            </a:cubicBezTo>
                            <a:cubicBezTo>
                              <a:pt x="5395" y="907"/>
                              <a:pt x="1394" y="4145"/>
                              <a:pt x="537" y="862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85" name="Forme libre : forme 10384">
                        <a:extLst>
                          <a:ext uri="{FF2B5EF4-FFF2-40B4-BE49-F238E27FC236}">
                            <a16:creationId xmlns:a16="http://schemas.microsoft.com/office/drawing/2014/main" id="{1765F72C-6E9A-4D63-A4EF-69189231E6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27495" y="2655782"/>
                        <a:ext cx="36906" cy="21542"/>
                      </a:xfrm>
                      <a:custGeom>
                        <a:avLst/>
                        <a:gdLst>
                          <a:gd name="connsiteX0" fmla="*/ 5263 w 36906"/>
                          <a:gd name="connsiteY0" fmla="*/ 549 h 21542"/>
                          <a:gd name="connsiteX1" fmla="*/ 596 w 36906"/>
                          <a:gd name="connsiteY1" fmla="*/ 358 h 21542"/>
                          <a:gd name="connsiteX2" fmla="*/ 1644 w 36906"/>
                          <a:gd name="connsiteY2" fmla="*/ 4073 h 21542"/>
                          <a:gd name="connsiteX3" fmla="*/ 7550 w 36906"/>
                          <a:gd name="connsiteY3" fmla="*/ 8550 h 21542"/>
                          <a:gd name="connsiteX4" fmla="*/ 22980 w 36906"/>
                          <a:gd name="connsiteY4" fmla="*/ 18075 h 21542"/>
                          <a:gd name="connsiteX5" fmla="*/ 28981 w 36906"/>
                          <a:gd name="connsiteY5" fmla="*/ 20932 h 21542"/>
                          <a:gd name="connsiteX6" fmla="*/ 31267 w 36906"/>
                          <a:gd name="connsiteY6" fmla="*/ 11884 h 21542"/>
                          <a:gd name="connsiteX7" fmla="*/ 5263 w 36906"/>
                          <a:gd name="connsiteY7" fmla="*/ 549 h 215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6906" h="21542">
                            <a:moveTo>
                              <a:pt x="5263" y="549"/>
                            </a:moveTo>
                            <a:cubicBezTo>
                              <a:pt x="3263" y="73"/>
                              <a:pt x="1835" y="-308"/>
                              <a:pt x="596" y="358"/>
                            </a:cubicBezTo>
                            <a:cubicBezTo>
                              <a:pt x="-642" y="930"/>
                              <a:pt x="215" y="2549"/>
                              <a:pt x="1644" y="4073"/>
                            </a:cubicBezTo>
                            <a:cubicBezTo>
                              <a:pt x="3073" y="5597"/>
                              <a:pt x="5645" y="7216"/>
                              <a:pt x="7550" y="8550"/>
                            </a:cubicBezTo>
                            <a:cubicBezTo>
                              <a:pt x="12503" y="11884"/>
                              <a:pt x="17932" y="15313"/>
                              <a:pt x="22980" y="18075"/>
                            </a:cubicBezTo>
                            <a:cubicBezTo>
                              <a:pt x="25076" y="19218"/>
                              <a:pt x="26981" y="20361"/>
                              <a:pt x="28981" y="20932"/>
                            </a:cubicBezTo>
                            <a:cubicBezTo>
                              <a:pt x="37172" y="23219"/>
                              <a:pt x="40696" y="18837"/>
                              <a:pt x="31267" y="11884"/>
                            </a:cubicBezTo>
                            <a:cubicBezTo>
                              <a:pt x="23742" y="6645"/>
                              <a:pt x="13645" y="2549"/>
                              <a:pt x="5263" y="54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86" name="Forme libre : forme 10385">
                        <a:extLst>
                          <a:ext uri="{FF2B5EF4-FFF2-40B4-BE49-F238E27FC236}">
                            <a16:creationId xmlns:a16="http://schemas.microsoft.com/office/drawing/2014/main" id="{A1477CF2-A342-49C9-9E0B-92BDF7EEA2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70383" y="2749676"/>
                        <a:ext cx="59245" cy="23172"/>
                      </a:xfrm>
                      <a:custGeom>
                        <a:avLst/>
                        <a:gdLst>
                          <a:gd name="connsiteX0" fmla="*/ 59246 w 59245"/>
                          <a:gd name="connsiteY0" fmla="*/ 23146 h 23172"/>
                          <a:gd name="connsiteX1" fmla="*/ 30575 w 59245"/>
                          <a:gd name="connsiteY1" fmla="*/ 15050 h 23172"/>
                          <a:gd name="connsiteX2" fmla="*/ 0 w 59245"/>
                          <a:gd name="connsiteY2" fmla="*/ 0 h 23172"/>
                          <a:gd name="connsiteX3" fmla="*/ 59246 w 59245"/>
                          <a:gd name="connsiteY3" fmla="*/ 23146 h 23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9245" h="23172">
                            <a:moveTo>
                              <a:pt x="59246" y="23146"/>
                            </a:moveTo>
                            <a:cubicBezTo>
                              <a:pt x="51149" y="23527"/>
                              <a:pt x="41148" y="19812"/>
                              <a:pt x="30575" y="15050"/>
                            </a:cubicBezTo>
                            <a:cubicBezTo>
                              <a:pt x="20003" y="10287"/>
                              <a:pt x="8858" y="4477"/>
                              <a:pt x="0" y="0"/>
                            </a:cubicBezTo>
                            <a:cubicBezTo>
                              <a:pt x="19145" y="9716"/>
                              <a:pt x="42101" y="16574"/>
                              <a:pt x="59246" y="2314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87" name="Forme libre : forme 10386">
                        <a:extLst>
                          <a:ext uri="{FF2B5EF4-FFF2-40B4-BE49-F238E27FC236}">
                            <a16:creationId xmlns:a16="http://schemas.microsoft.com/office/drawing/2014/main" id="{EF64C4AB-78F0-49C4-8527-FE594F4CBA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89992" y="2629351"/>
                        <a:ext cx="73437" cy="21265"/>
                      </a:xfrm>
                      <a:custGeom>
                        <a:avLst/>
                        <a:gdLst>
                          <a:gd name="connsiteX0" fmla="*/ 73438 w 73437"/>
                          <a:gd name="connsiteY0" fmla="*/ 21265 h 21265"/>
                          <a:gd name="connsiteX1" fmla="*/ 36100 w 73437"/>
                          <a:gd name="connsiteY1" fmla="*/ 4025 h 21265"/>
                          <a:gd name="connsiteX2" fmla="*/ 0 w 73437"/>
                          <a:gd name="connsiteY2" fmla="*/ 120 h 21265"/>
                          <a:gd name="connsiteX3" fmla="*/ 36290 w 73437"/>
                          <a:gd name="connsiteY3" fmla="*/ 5454 h 21265"/>
                          <a:gd name="connsiteX4" fmla="*/ 56007 w 73437"/>
                          <a:gd name="connsiteY4" fmla="*/ 12883 h 21265"/>
                          <a:gd name="connsiteX5" fmla="*/ 73438 w 73437"/>
                          <a:gd name="connsiteY5" fmla="*/ 21265 h 2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3437" h="21265">
                            <a:moveTo>
                              <a:pt x="73438" y="21265"/>
                            </a:moveTo>
                            <a:cubicBezTo>
                              <a:pt x="62389" y="13264"/>
                              <a:pt x="48768" y="7549"/>
                              <a:pt x="36100" y="4025"/>
                            </a:cubicBezTo>
                            <a:cubicBezTo>
                              <a:pt x="23527" y="310"/>
                              <a:pt x="10763" y="24"/>
                              <a:pt x="0" y="120"/>
                            </a:cubicBezTo>
                            <a:cubicBezTo>
                              <a:pt x="10001" y="-452"/>
                              <a:pt x="23336" y="977"/>
                              <a:pt x="36290" y="5454"/>
                            </a:cubicBezTo>
                            <a:cubicBezTo>
                              <a:pt x="42863" y="7644"/>
                              <a:pt x="49530" y="10216"/>
                              <a:pt x="56007" y="12883"/>
                            </a:cubicBezTo>
                            <a:cubicBezTo>
                              <a:pt x="62484" y="15645"/>
                              <a:pt x="68009" y="18408"/>
                              <a:pt x="73438" y="2126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88" name="Forme libre : forme 10387">
                        <a:extLst>
                          <a:ext uri="{FF2B5EF4-FFF2-40B4-BE49-F238E27FC236}">
                            <a16:creationId xmlns:a16="http://schemas.microsoft.com/office/drawing/2014/main" id="{5545B4F1-36AD-4039-8AD4-FD4CC6E792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73236" y="2697595"/>
                        <a:ext cx="26326" cy="27269"/>
                      </a:xfrm>
                      <a:custGeom>
                        <a:avLst/>
                        <a:gdLst>
                          <a:gd name="connsiteX0" fmla="*/ 25245 w 26326"/>
                          <a:gd name="connsiteY0" fmla="*/ 27222 h 27269"/>
                          <a:gd name="connsiteX1" fmla="*/ 8291 w 26326"/>
                          <a:gd name="connsiteY1" fmla="*/ 13982 h 27269"/>
                          <a:gd name="connsiteX2" fmla="*/ 1242 w 26326"/>
                          <a:gd name="connsiteY2" fmla="*/ 75 h 27269"/>
                          <a:gd name="connsiteX3" fmla="*/ 17435 w 26326"/>
                          <a:gd name="connsiteY3" fmla="*/ 12458 h 27269"/>
                          <a:gd name="connsiteX4" fmla="*/ 25245 w 26326"/>
                          <a:gd name="connsiteY4" fmla="*/ 27222 h 272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6326" h="27269">
                            <a:moveTo>
                              <a:pt x="25245" y="27222"/>
                            </a:moveTo>
                            <a:cubicBezTo>
                              <a:pt x="21149" y="28079"/>
                              <a:pt x="11434" y="17220"/>
                              <a:pt x="8291" y="13982"/>
                            </a:cubicBezTo>
                            <a:cubicBezTo>
                              <a:pt x="5243" y="10648"/>
                              <a:pt x="-3139" y="1123"/>
                              <a:pt x="1242" y="75"/>
                            </a:cubicBezTo>
                            <a:cubicBezTo>
                              <a:pt x="5719" y="-973"/>
                              <a:pt x="14672" y="9219"/>
                              <a:pt x="17435" y="12458"/>
                            </a:cubicBezTo>
                            <a:cubicBezTo>
                              <a:pt x="20292" y="15506"/>
                              <a:pt x="29436" y="26269"/>
                              <a:pt x="25245" y="2722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89" name="Forme libre : forme 10388">
                        <a:extLst>
                          <a:ext uri="{FF2B5EF4-FFF2-40B4-BE49-F238E27FC236}">
                            <a16:creationId xmlns:a16="http://schemas.microsoft.com/office/drawing/2014/main" id="{AE8579B4-41F5-46F8-9DAB-5F47B751A0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95604" y="2720521"/>
                        <a:ext cx="7755" cy="7911"/>
                      </a:xfrm>
                      <a:custGeom>
                        <a:avLst/>
                        <a:gdLst>
                          <a:gd name="connsiteX0" fmla="*/ 7640 w 7755"/>
                          <a:gd name="connsiteY0" fmla="*/ 7533 h 7911"/>
                          <a:gd name="connsiteX1" fmla="*/ 3068 w 7755"/>
                          <a:gd name="connsiteY1" fmla="*/ 5438 h 7911"/>
                          <a:gd name="connsiteX2" fmla="*/ 116 w 7755"/>
                          <a:gd name="connsiteY2" fmla="*/ 390 h 7911"/>
                          <a:gd name="connsiteX3" fmla="*/ 4592 w 7755"/>
                          <a:gd name="connsiteY3" fmla="*/ 2390 h 7911"/>
                          <a:gd name="connsiteX4" fmla="*/ 7640 w 7755"/>
                          <a:gd name="connsiteY4" fmla="*/ 7533 h 7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55" h="7911">
                            <a:moveTo>
                              <a:pt x="7640" y="7533"/>
                            </a:moveTo>
                            <a:cubicBezTo>
                              <a:pt x="6974" y="8772"/>
                              <a:pt x="4307" y="6676"/>
                              <a:pt x="3068" y="5438"/>
                            </a:cubicBezTo>
                            <a:cubicBezTo>
                              <a:pt x="1830" y="4200"/>
                              <a:pt x="-551" y="1628"/>
                              <a:pt x="116" y="390"/>
                            </a:cubicBezTo>
                            <a:cubicBezTo>
                              <a:pt x="782" y="-849"/>
                              <a:pt x="3354" y="1152"/>
                              <a:pt x="4592" y="2390"/>
                            </a:cubicBezTo>
                            <a:cubicBezTo>
                              <a:pt x="5926" y="3628"/>
                              <a:pt x="8307" y="6295"/>
                              <a:pt x="7640" y="753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90" name="Forme libre : forme 10389">
                        <a:extLst>
                          <a:ext uri="{FF2B5EF4-FFF2-40B4-BE49-F238E27FC236}">
                            <a16:creationId xmlns:a16="http://schemas.microsoft.com/office/drawing/2014/main" id="{64AB9EE2-64E7-4AAB-8264-6B224AAC12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86357" y="2681320"/>
                        <a:ext cx="49069" cy="84474"/>
                      </a:xfrm>
                      <a:custGeom>
                        <a:avLst/>
                        <a:gdLst>
                          <a:gd name="connsiteX0" fmla="*/ 45176 w 49069"/>
                          <a:gd name="connsiteY0" fmla="*/ 55403 h 84474"/>
                          <a:gd name="connsiteX1" fmla="*/ 48129 w 49069"/>
                          <a:gd name="connsiteY1" fmla="*/ 82644 h 84474"/>
                          <a:gd name="connsiteX2" fmla="*/ 39747 w 49069"/>
                          <a:gd name="connsiteY2" fmla="*/ 81025 h 84474"/>
                          <a:gd name="connsiteX3" fmla="*/ 35651 w 49069"/>
                          <a:gd name="connsiteY3" fmla="*/ 70547 h 84474"/>
                          <a:gd name="connsiteX4" fmla="*/ 22697 w 49069"/>
                          <a:gd name="connsiteY4" fmla="*/ 38067 h 84474"/>
                          <a:gd name="connsiteX5" fmla="*/ 2313 w 49069"/>
                          <a:gd name="connsiteY5" fmla="*/ 62 h 84474"/>
                          <a:gd name="connsiteX6" fmla="*/ 38032 w 49069"/>
                          <a:gd name="connsiteY6" fmla="*/ 31876 h 84474"/>
                          <a:gd name="connsiteX7" fmla="*/ 45176 w 49069"/>
                          <a:gd name="connsiteY7" fmla="*/ 55403 h 844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9069" h="84474">
                            <a:moveTo>
                              <a:pt x="45176" y="55403"/>
                            </a:moveTo>
                            <a:cubicBezTo>
                              <a:pt x="48414" y="66070"/>
                              <a:pt x="50319" y="74071"/>
                              <a:pt x="48129" y="82644"/>
                            </a:cubicBezTo>
                            <a:cubicBezTo>
                              <a:pt x="47271" y="85787"/>
                              <a:pt x="42604" y="84644"/>
                              <a:pt x="39747" y="81025"/>
                            </a:cubicBezTo>
                            <a:cubicBezTo>
                              <a:pt x="36794" y="77501"/>
                              <a:pt x="36413" y="74071"/>
                              <a:pt x="35651" y="70547"/>
                            </a:cubicBezTo>
                            <a:cubicBezTo>
                              <a:pt x="33365" y="59594"/>
                              <a:pt x="28698" y="49116"/>
                              <a:pt x="22697" y="38067"/>
                            </a:cubicBezTo>
                            <a:cubicBezTo>
                              <a:pt x="19173" y="30828"/>
                              <a:pt x="-7974" y="1205"/>
                              <a:pt x="2313" y="62"/>
                            </a:cubicBezTo>
                            <a:cubicBezTo>
                              <a:pt x="12791" y="-1367"/>
                              <a:pt x="32889" y="22160"/>
                              <a:pt x="38032" y="31876"/>
                            </a:cubicBezTo>
                            <a:cubicBezTo>
                              <a:pt x="43080" y="41401"/>
                              <a:pt x="42604" y="47497"/>
                              <a:pt x="45176" y="5540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27" name="Graphique 1">
                      <a:extLst>
                        <a:ext uri="{FF2B5EF4-FFF2-40B4-BE49-F238E27FC236}">
                          <a16:creationId xmlns:a16="http://schemas.microsoft.com/office/drawing/2014/main" id="{51880E86-D035-46D9-870E-C7D85E1EA2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25149" y="2763548"/>
                      <a:ext cx="144070" cy="127673"/>
                      <a:chOff x="2325149" y="2763548"/>
                      <a:chExt cx="144070" cy="127673"/>
                    </a:xfrm>
                    <a:solidFill>
                      <a:schemeClr val="accent1"/>
                    </a:solidFill>
                  </p:grpSpPr>
                  <p:sp>
                    <p:nvSpPr>
                      <p:cNvPr id="10367" name="Forme libre : forme 10366">
                        <a:extLst>
                          <a:ext uri="{FF2B5EF4-FFF2-40B4-BE49-F238E27FC236}">
                            <a16:creationId xmlns:a16="http://schemas.microsoft.com/office/drawing/2014/main" id="{639BE5B6-2909-4DE2-823E-4C8FD33EFB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25247" y="2763548"/>
                        <a:ext cx="143972" cy="127673"/>
                      </a:xfrm>
                      <a:custGeom>
                        <a:avLst/>
                        <a:gdLst>
                          <a:gd name="connsiteX0" fmla="*/ 118777 w 143972"/>
                          <a:gd name="connsiteY0" fmla="*/ 80902 h 127673"/>
                          <a:gd name="connsiteX1" fmla="*/ 117729 w 143972"/>
                          <a:gd name="connsiteY1" fmla="*/ 82141 h 127673"/>
                          <a:gd name="connsiteX2" fmla="*/ 115348 w 143972"/>
                          <a:gd name="connsiteY2" fmla="*/ 84617 h 127673"/>
                          <a:gd name="connsiteX3" fmla="*/ 110109 w 143972"/>
                          <a:gd name="connsiteY3" fmla="*/ 90046 h 127673"/>
                          <a:gd name="connsiteX4" fmla="*/ 98012 w 143972"/>
                          <a:gd name="connsiteY4" fmla="*/ 102238 h 127673"/>
                          <a:gd name="connsiteX5" fmla="*/ 69247 w 143972"/>
                          <a:gd name="connsiteY5" fmla="*/ 123574 h 127673"/>
                          <a:gd name="connsiteX6" fmla="*/ 62008 w 143972"/>
                          <a:gd name="connsiteY6" fmla="*/ 126146 h 127673"/>
                          <a:gd name="connsiteX7" fmla="*/ 55054 w 143972"/>
                          <a:gd name="connsiteY7" fmla="*/ 127384 h 127673"/>
                          <a:gd name="connsiteX8" fmla="*/ 41148 w 143972"/>
                          <a:gd name="connsiteY8" fmla="*/ 126622 h 127673"/>
                          <a:gd name="connsiteX9" fmla="*/ 21146 w 143972"/>
                          <a:gd name="connsiteY9" fmla="*/ 115954 h 127673"/>
                          <a:gd name="connsiteX10" fmla="*/ 4667 w 143972"/>
                          <a:gd name="connsiteY10" fmla="*/ 80902 h 127673"/>
                          <a:gd name="connsiteX11" fmla="*/ 1143 w 143972"/>
                          <a:gd name="connsiteY11" fmla="*/ 62614 h 127673"/>
                          <a:gd name="connsiteX12" fmla="*/ 286 w 143972"/>
                          <a:gd name="connsiteY12" fmla="*/ 55947 h 127673"/>
                          <a:gd name="connsiteX13" fmla="*/ 0 w 143972"/>
                          <a:gd name="connsiteY13" fmla="*/ 52803 h 127673"/>
                          <a:gd name="connsiteX14" fmla="*/ 95 w 143972"/>
                          <a:gd name="connsiteY14" fmla="*/ 50708 h 127673"/>
                          <a:gd name="connsiteX15" fmla="*/ 6477 w 143972"/>
                          <a:gd name="connsiteY15" fmla="*/ 18990 h 127673"/>
                          <a:gd name="connsiteX16" fmla="*/ 25813 w 143972"/>
                          <a:gd name="connsiteY16" fmla="*/ 9369 h 127673"/>
                          <a:gd name="connsiteX17" fmla="*/ 55150 w 143972"/>
                          <a:gd name="connsiteY17" fmla="*/ 30039 h 127673"/>
                          <a:gd name="connsiteX18" fmla="*/ 61341 w 143972"/>
                          <a:gd name="connsiteY18" fmla="*/ 31563 h 127673"/>
                          <a:gd name="connsiteX19" fmla="*/ 63532 w 143972"/>
                          <a:gd name="connsiteY19" fmla="*/ 30039 h 127673"/>
                          <a:gd name="connsiteX20" fmla="*/ 64294 w 143972"/>
                          <a:gd name="connsiteY20" fmla="*/ 28991 h 127673"/>
                          <a:gd name="connsiteX21" fmla="*/ 64389 w 143972"/>
                          <a:gd name="connsiteY21" fmla="*/ 28991 h 127673"/>
                          <a:gd name="connsiteX22" fmla="*/ 64865 w 143972"/>
                          <a:gd name="connsiteY22" fmla="*/ 28610 h 127673"/>
                          <a:gd name="connsiteX23" fmla="*/ 66961 w 143972"/>
                          <a:gd name="connsiteY23" fmla="*/ 26705 h 127673"/>
                          <a:gd name="connsiteX24" fmla="*/ 71056 w 143972"/>
                          <a:gd name="connsiteY24" fmla="*/ 23181 h 127673"/>
                          <a:gd name="connsiteX25" fmla="*/ 78676 w 143972"/>
                          <a:gd name="connsiteY25" fmla="*/ 17561 h 127673"/>
                          <a:gd name="connsiteX26" fmla="*/ 93536 w 143972"/>
                          <a:gd name="connsiteY26" fmla="*/ 9369 h 127673"/>
                          <a:gd name="connsiteX27" fmla="*/ 124587 w 143972"/>
                          <a:gd name="connsiteY27" fmla="*/ 321 h 127673"/>
                          <a:gd name="connsiteX28" fmla="*/ 143161 w 143972"/>
                          <a:gd name="connsiteY28" fmla="*/ 10322 h 127673"/>
                          <a:gd name="connsiteX29" fmla="*/ 140494 w 143972"/>
                          <a:gd name="connsiteY29" fmla="*/ 44041 h 127673"/>
                          <a:gd name="connsiteX30" fmla="*/ 118777 w 143972"/>
                          <a:gd name="connsiteY30" fmla="*/ 80902 h 1276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</a:cxnLst>
                        <a:rect l="l" t="t" r="r" b="b"/>
                        <a:pathLst>
                          <a:path w="143972" h="127673">
                            <a:moveTo>
                              <a:pt x="118777" y="80902"/>
                            </a:moveTo>
                            <a:lnTo>
                              <a:pt x="117729" y="82141"/>
                            </a:lnTo>
                            <a:cubicBezTo>
                              <a:pt x="116967" y="82902"/>
                              <a:pt x="116205" y="83760"/>
                              <a:pt x="115348" y="84617"/>
                            </a:cubicBezTo>
                            <a:cubicBezTo>
                              <a:pt x="113729" y="86332"/>
                              <a:pt x="112014" y="88141"/>
                              <a:pt x="110109" y="90046"/>
                            </a:cubicBezTo>
                            <a:cubicBezTo>
                              <a:pt x="106489" y="93951"/>
                              <a:pt x="102394" y="97952"/>
                              <a:pt x="98012" y="102238"/>
                            </a:cubicBezTo>
                            <a:cubicBezTo>
                              <a:pt x="89345" y="110334"/>
                              <a:pt x="79153" y="119574"/>
                              <a:pt x="69247" y="123574"/>
                            </a:cubicBezTo>
                            <a:cubicBezTo>
                              <a:pt x="66770" y="124527"/>
                              <a:pt x="64389" y="125384"/>
                              <a:pt x="62008" y="126146"/>
                            </a:cubicBezTo>
                            <a:cubicBezTo>
                              <a:pt x="59626" y="126527"/>
                              <a:pt x="57340" y="127289"/>
                              <a:pt x="55054" y="127384"/>
                            </a:cubicBezTo>
                            <a:cubicBezTo>
                              <a:pt x="50482" y="127956"/>
                              <a:pt x="46101" y="127670"/>
                              <a:pt x="41148" y="126622"/>
                            </a:cubicBezTo>
                            <a:cubicBezTo>
                              <a:pt x="30766" y="124146"/>
                              <a:pt x="25717" y="120241"/>
                              <a:pt x="21146" y="115954"/>
                            </a:cubicBezTo>
                            <a:cubicBezTo>
                              <a:pt x="12668" y="108429"/>
                              <a:pt x="7334" y="94047"/>
                              <a:pt x="4667" y="80902"/>
                            </a:cubicBezTo>
                            <a:cubicBezTo>
                              <a:pt x="3238" y="74330"/>
                              <a:pt x="2096" y="68234"/>
                              <a:pt x="1143" y="62614"/>
                            </a:cubicBezTo>
                            <a:cubicBezTo>
                              <a:pt x="762" y="60138"/>
                              <a:pt x="476" y="58137"/>
                              <a:pt x="286" y="55947"/>
                            </a:cubicBezTo>
                            <a:lnTo>
                              <a:pt x="0" y="52803"/>
                            </a:lnTo>
                            <a:cubicBezTo>
                              <a:pt x="0" y="51946"/>
                              <a:pt x="95" y="51470"/>
                              <a:pt x="95" y="50708"/>
                            </a:cubicBezTo>
                            <a:cubicBezTo>
                              <a:pt x="953" y="40135"/>
                              <a:pt x="3429" y="30134"/>
                              <a:pt x="6477" y="18990"/>
                            </a:cubicBezTo>
                            <a:cubicBezTo>
                              <a:pt x="8477" y="11274"/>
                              <a:pt x="18097" y="6131"/>
                              <a:pt x="25813" y="9369"/>
                            </a:cubicBezTo>
                            <a:cubicBezTo>
                              <a:pt x="36671" y="13941"/>
                              <a:pt x="46863" y="21276"/>
                              <a:pt x="55150" y="30039"/>
                            </a:cubicBezTo>
                            <a:cubicBezTo>
                              <a:pt x="58674" y="32991"/>
                              <a:pt x="60007" y="31753"/>
                              <a:pt x="61341" y="31563"/>
                            </a:cubicBezTo>
                            <a:cubicBezTo>
                              <a:pt x="62579" y="31086"/>
                              <a:pt x="63246" y="30420"/>
                              <a:pt x="63532" y="30039"/>
                            </a:cubicBezTo>
                            <a:cubicBezTo>
                              <a:pt x="64389" y="28991"/>
                              <a:pt x="63817" y="28610"/>
                              <a:pt x="64294" y="28991"/>
                            </a:cubicBezTo>
                            <a:lnTo>
                              <a:pt x="64389" y="28991"/>
                            </a:lnTo>
                            <a:cubicBezTo>
                              <a:pt x="64389" y="28991"/>
                              <a:pt x="64389" y="29086"/>
                              <a:pt x="64865" y="28610"/>
                            </a:cubicBezTo>
                            <a:lnTo>
                              <a:pt x="66961" y="26705"/>
                            </a:lnTo>
                            <a:cubicBezTo>
                              <a:pt x="68389" y="25562"/>
                              <a:pt x="69723" y="24324"/>
                              <a:pt x="71056" y="23181"/>
                            </a:cubicBezTo>
                            <a:cubicBezTo>
                              <a:pt x="73628" y="21085"/>
                              <a:pt x="76200" y="19275"/>
                              <a:pt x="78676" y="17561"/>
                            </a:cubicBezTo>
                            <a:cubicBezTo>
                              <a:pt x="83725" y="14227"/>
                              <a:pt x="88582" y="11560"/>
                              <a:pt x="93536" y="9369"/>
                            </a:cubicBezTo>
                            <a:cubicBezTo>
                              <a:pt x="103441" y="5083"/>
                              <a:pt x="113538" y="2607"/>
                              <a:pt x="124587" y="321"/>
                            </a:cubicBezTo>
                            <a:cubicBezTo>
                              <a:pt x="132207" y="-1203"/>
                              <a:pt x="142113" y="2797"/>
                              <a:pt x="143161" y="10322"/>
                            </a:cubicBezTo>
                            <a:cubicBezTo>
                              <a:pt x="144685" y="21276"/>
                              <a:pt x="144208" y="32325"/>
                              <a:pt x="140494" y="44041"/>
                            </a:cubicBezTo>
                            <a:cubicBezTo>
                              <a:pt x="136779" y="55947"/>
                              <a:pt x="129349" y="68615"/>
                              <a:pt x="118777" y="8090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68" name="Forme libre : forme 10367">
                        <a:extLst>
                          <a:ext uri="{FF2B5EF4-FFF2-40B4-BE49-F238E27FC236}">
                            <a16:creationId xmlns:a16="http://schemas.microsoft.com/office/drawing/2014/main" id="{29619260-C073-4B03-8156-7C17B90DCA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25149" y="2773775"/>
                        <a:ext cx="143543" cy="117202"/>
                      </a:xfrm>
                      <a:custGeom>
                        <a:avLst/>
                        <a:gdLst>
                          <a:gd name="connsiteX0" fmla="*/ 41817 w 143543"/>
                          <a:gd name="connsiteY0" fmla="*/ 87059 h 117202"/>
                          <a:gd name="connsiteX1" fmla="*/ 28767 w 143543"/>
                          <a:gd name="connsiteY1" fmla="*/ 67342 h 117202"/>
                          <a:gd name="connsiteX2" fmla="*/ 20005 w 143543"/>
                          <a:gd name="connsiteY2" fmla="*/ 40577 h 117202"/>
                          <a:gd name="connsiteX3" fmla="*/ 18290 w 143543"/>
                          <a:gd name="connsiteY3" fmla="*/ 34671 h 117202"/>
                          <a:gd name="connsiteX4" fmla="*/ 17052 w 143543"/>
                          <a:gd name="connsiteY4" fmla="*/ 29718 h 117202"/>
                          <a:gd name="connsiteX5" fmla="*/ 14861 w 143543"/>
                          <a:gd name="connsiteY5" fmla="*/ 20003 h 117202"/>
                          <a:gd name="connsiteX6" fmla="*/ 12194 w 143543"/>
                          <a:gd name="connsiteY6" fmla="*/ 953 h 117202"/>
                          <a:gd name="connsiteX7" fmla="*/ 6479 w 143543"/>
                          <a:gd name="connsiteY7" fmla="*/ 8668 h 117202"/>
                          <a:gd name="connsiteX8" fmla="*/ 3622 w 143543"/>
                          <a:gd name="connsiteY8" fmla="*/ 19907 h 117202"/>
                          <a:gd name="connsiteX9" fmla="*/ 669 w 143543"/>
                          <a:gd name="connsiteY9" fmla="*/ 35528 h 117202"/>
                          <a:gd name="connsiteX10" fmla="*/ 192 w 143543"/>
                          <a:gd name="connsiteY10" fmla="*/ 39529 h 117202"/>
                          <a:gd name="connsiteX11" fmla="*/ 192 w 143543"/>
                          <a:gd name="connsiteY11" fmla="*/ 44196 h 117202"/>
                          <a:gd name="connsiteX12" fmla="*/ 955 w 143543"/>
                          <a:gd name="connsiteY12" fmla="*/ 50673 h 117202"/>
                          <a:gd name="connsiteX13" fmla="*/ 2383 w 143543"/>
                          <a:gd name="connsiteY13" fmla="*/ 59055 h 117202"/>
                          <a:gd name="connsiteX14" fmla="*/ 8384 w 143543"/>
                          <a:gd name="connsiteY14" fmla="*/ 84392 h 117202"/>
                          <a:gd name="connsiteX15" fmla="*/ 21052 w 143543"/>
                          <a:gd name="connsiteY15" fmla="*/ 105537 h 117202"/>
                          <a:gd name="connsiteX16" fmla="*/ 33911 w 143543"/>
                          <a:gd name="connsiteY16" fmla="*/ 114014 h 117202"/>
                          <a:gd name="connsiteX17" fmla="*/ 74583 w 143543"/>
                          <a:gd name="connsiteY17" fmla="*/ 110395 h 117202"/>
                          <a:gd name="connsiteX18" fmla="*/ 112588 w 143543"/>
                          <a:gd name="connsiteY18" fmla="*/ 77057 h 117202"/>
                          <a:gd name="connsiteX19" fmla="*/ 118588 w 143543"/>
                          <a:gd name="connsiteY19" fmla="*/ 70580 h 117202"/>
                          <a:gd name="connsiteX20" fmla="*/ 136019 w 143543"/>
                          <a:gd name="connsiteY20" fmla="*/ 44387 h 117202"/>
                          <a:gd name="connsiteX21" fmla="*/ 143544 w 143543"/>
                          <a:gd name="connsiteY21" fmla="*/ 10859 h 117202"/>
                          <a:gd name="connsiteX22" fmla="*/ 142782 w 143543"/>
                          <a:gd name="connsiteY22" fmla="*/ 381 h 117202"/>
                          <a:gd name="connsiteX23" fmla="*/ 142687 w 143543"/>
                          <a:gd name="connsiteY23" fmla="*/ 0 h 117202"/>
                          <a:gd name="connsiteX24" fmla="*/ 100205 w 143543"/>
                          <a:gd name="connsiteY24" fmla="*/ 49054 h 117202"/>
                          <a:gd name="connsiteX25" fmla="*/ 87061 w 143543"/>
                          <a:gd name="connsiteY25" fmla="*/ 62484 h 117202"/>
                          <a:gd name="connsiteX26" fmla="*/ 72868 w 143543"/>
                          <a:gd name="connsiteY26" fmla="*/ 75914 h 117202"/>
                          <a:gd name="connsiteX27" fmla="*/ 58105 w 143543"/>
                          <a:gd name="connsiteY27" fmla="*/ 86201 h 117202"/>
                          <a:gd name="connsiteX28" fmla="*/ 50008 w 143543"/>
                          <a:gd name="connsiteY28" fmla="*/ 89154 h 117202"/>
                          <a:gd name="connsiteX29" fmla="*/ 41817 w 143543"/>
                          <a:gd name="connsiteY29" fmla="*/ 87059 h 1172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</a:cxnLst>
                        <a:rect l="l" t="t" r="r" b="b"/>
                        <a:pathLst>
                          <a:path w="143543" h="117202">
                            <a:moveTo>
                              <a:pt x="41817" y="87059"/>
                            </a:moveTo>
                            <a:cubicBezTo>
                              <a:pt x="36007" y="82201"/>
                              <a:pt x="32482" y="75533"/>
                              <a:pt x="28767" y="67342"/>
                            </a:cubicBezTo>
                            <a:cubicBezTo>
                              <a:pt x="25243" y="59055"/>
                              <a:pt x="22576" y="49054"/>
                              <a:pt x="20005" y="40577"/>
                            </a:cubicBezTo>
                            <a:lnTo>
                              <a:pt x="18290" y="34671"/>
                            </a:lnTo>
                            <a:lnTo>
                              <a:pt x="17052" y="29718"/>
                            </a:lnTo>
                            <a:cubicBezTo>
                              <a:pt x="16195" y="26479"/>
                              <a:pt x="15528" y="23241"/>
                              <a:pt x="14861" y="20003"/>
                            </a:cubicBezTo>
                            <a:cubicBezTo>
                              <a:pt x="13528" y="13526"/>
                              <a:pt x="12575" y="7239"/>
                              <a:pt x="12194" y="953"/>
                            </a:cubicBezTo>
                            <a:cubicBezTo>
                              <a:pt x="9432" y="2858"/>
                              <a:pt x="7336" y="5525"/>
                              <a:pt x="6479" y="8668"/>
                            </a:cubicBezTo>
                            <a:cubicBezTo>
                              <a:pt x="5431" y="12573"/>
                              <a:pt x="4479" y="16288"/>
                              <a:pt x="3622" y="19907"/>
                            </a:cubicBezTo>
                            <a:cubicBezTo>
                              <a:pt x="2383" y="25146"/>
                              <a:pt x="1336" y="30290"/>
                              <a:pt x="669" y="35528"/>
                            </a:cubicBezTo>
                            <a:cubicBezTo>
                              <a:pt x="478" y="36862"/>
                              <a:pt x="383" y="38195"/>
                              <a:pt x="192" y="39529"/>
                            </a:cubicBezTo>
                            <a:cubicBezTo>
                              <a:pt x="97" y="40958"/>
                              <a:pt x="-188" y="41815"/>
                              <a:pt x="192" y="44196"/>
                            </a:cubicBezTo>
                            <a:cubicBezTo>
                              <a:pt x="478" y="46387"/>
                              <a:pt x="669" y="48578"/>
                              <a:pt x="955" y="50673"/>
                            </a:cubicBezTo>
                            <a:cubicBezTo>
                              <a:pt x="1431" y="53530"/>
                              <a:pt x="1907" y="56293"/>
                              <a:pt x="2383" y="59055"/>
                            </a:cubicBezTo>
                            <a:cubicBezTo>
                              <a:pt x="3907" y="66770"/>
                              <a:pt x="5527" y="75629"/>
                              <a:pt x="8384" y="84392"/>
                            </a:cubicBezTo>
                            <a:cubicBezTo>
                              <a:pt x="11337" y="92869"/>
                              <a:pt x="15718" y="100394"/>
                              <a:pt x="21052" y="105537"/>
                            </a:cubicBezTo>
                            <a:cubicBezTo>
                              <a:pt x="24386" y="108776"/>
                              <a:pt x="28196" y="111633"/>
                              <a:pt x="33911" y="114014"/>
                            </a:cubicBezTo>
                            <a:cubicBezTo>
                              <a:pt x="47437" y="119063"/>
                              <a:pt x="60009" y="118301"/>
                              <a:pt x="74583" y="110395"/>
                            </a:cubicBezTo>
                            <a:cubicBezTo>
                              <a:pt x="89061" y="102203"/>
                              <a:pt x="102682" y="87154"/>
                              <a:pt x="112588" y="77057"/>
                            </a:cubicBezTo>
                            <a:cubicBezTo>
                              <a:pt x="115064" y="74486"/>
                              <a:pt x="118112" y="71247"/>
                              <a:pt x="118588" y="70580"/>
                            </a:cubicBezTo>
                            <a:cubicBezTo>
                              <a:pt x="125923" y="62008"/>
                              <a:pt x="132209" y="52864"/>
                              <a:pt x="136019" y="44387"/>
                            </a:cubicBezTo>
                            <a:cubicBezTo>
                              <a:pt x="141448" y="32671"/>
                              <a:pt x="143448" y="21527"/>
                              <a:pt x="143544" y="10859"/>
                            </a:cubicBezTo>
                            <a:cubicBezTo>
                              <a:pt x="143448" y="7334"/>
                              <a:pt x="143258" y="3905"/>
                              <a:pt x="142782" y="381"/>
                            </a:cubicBezTo>
                            <a:lnTo>
                              <a:pt x="142687" y="0"/>
                            </a:lnTo>
                            <a:cubicBezTo>
                              <a:pt x="129828" y="17145"/>
                              <a:pt x="115255" y="33623"/>
                              <a:pt x="100205" y="49054"/>
                            </a:cubicBezTo>
                            <a:lnTo>
                              <a:pt x="87061" y="62484"/>
                            </a:lnTo>
                            <a:cubicBezTo>
                              <a:pt x="82489" y="67151"/>
                              <a:pt x="77726" y="71723"/>
                              <a:pt x="72868" y="75914"/>
                            </a:cubicBezTo>
                            <a:cubicBezTo>
                              <a:pt x="68011" y="80010"/>
                              <a:pt x="63153" y="83534"/>
                              <a:pt x="58105" y="86201"/>
                            </a:cubicBezTo>
                            <a:cubicBezTo>
                              <a:pt x="55533" y="87535"/>
                              <a:pt x="52961" y="88678"/>
                              <a:pt x="50008" y="89154"/>
                            </a:cubicBezTo>
                            <a:cubicBezTo>
                              <a:pt x="47246" y="89821"/>
                              <a:pt x="43912" y="88773"/>
                              <a:pt x="41817" y="8705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69" name="Forme libre : forme 10368">
                        <a:extLst>
                          <a:ext uri="{FF2B5EF4-FFF2-40B4-BE49-F238E27FC236}">
                            <a16:creationId xmlns:a16="http://schemas.microsoft.com/office/drawing/2014/main" id="{6D40EB75-AD84-409C-BE60-3206C57671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64536" y="2797518"/>
                        <a:ext cx="74686" cy="66398"/>
                      </a:xfrm>
                      <a:custGeom>
                        <a:avLst/>
                        <a:gdLst>
                          <a:gd name="connsiteX0" fmla="*/ 73106 w 74686"/>
                          <a:gd name="connsiteY0" fmla="*/ 927 h 66398"/>
                          <a:gd name="connsiteX1" fmla="*/ 66438 w 74686"/>
                          <a:gd name="connsiteY1" fmla="*/ 23025 h 66398"/>
                          <a:gd name="connsiteX2" fmla="*/ 61295 w 74686"/>
                          <a:gd name="connsiteY2" fmla="*/ 30073 h 66398"/>
                          <a:gd name="connsiteX3" fmla="*/ 54151 w 74686"/>
                          <a:gd name="connsiteY3" fmla="*/ 38455 h 66398"/>
                          <a:gd name="connsiteX4" fmla="*/ 41292 w 74686"/>
                          <a:gd name="connsiteY4" fmla="*/ 51600 h 66398"/>
                          <a:gd name="connsiteX5" fmla="*/ 28433 w 74686"/>
                          <a:gd name="connsiteY5" fmla="*/ 61125 h 66398"/>
                          <a:gd name="connsiteX6" fmla="*/ 12812 w 74686"/>
                          <a:gd name="connsiteY6" fmla="*/ 66364 h 66398"/>
                          <a:gd name="connsiteX7" fmla="*/ 5097 w 74686"/>
                          <a:gd name="connsiteY7" fmla="*/ 64173 h 66398"/>
                          <a:gd name="connsiteX8" fmla="*/ 1001 w 74686"/>
                          <a:gd name="connsiteY8" fmla="*/ 57696 h 66398"/>
                          <a:gd name="connsiteX9" fmla="*/ 1001 w 74686"/>
                          <a:gd name="connsiteY9" fmla="*/ 45790 h 66398"/>
                          <a:gd name="connsiteX10" fmla="*/ 6716 w 74686"/>
                          <a:gd name="connsiteY10" fmla="*/ 41789 h 66398"/>
                          <a:gd name="connsiteX11" fmla="*/ 10907 w 74686"/>
                          <a:gd name="connsiteY11" fmla="*/ 42456 h 66398"/>
                          <a:gd name="connsiteX12" fmla="*/ 16908 w 74686"/>
                          <a:gd name="connsiteY12" fmla="*/ 40265 h 66398"/>
                          <a:gd name="connsiteX13" fmla="*/ 33101 w 74686"/>
                          <a:gd name="connsiteY13" fmla="*/ 25216 h 66398"/>
                          <a:gd name="connsiteX14" fmla="*/ 40054 w 74686"/>
                          <a:gd name="connsiteY14" fmla="*/ 19024 h 66398"/>
                          <a:gd name="connsiteX15" fmla="*/ 44816 w 74686"/>
                          <a:gd name="connsiteY15" fmla="*/ 15119 h 66398"/>
                          <a:gd name="connsiteX16" fmla="*/ 51484 w 74686"/>
                          <a:gd name="connsiteY16" fmla="*/ 9690 h 66398"/>
                          <a:gd name="connsiteX17" fmla="*/ 73106 w 74686"/>
                          <a:gd name="connsiteY17" fmla="*/ 927 h 663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74686" h="66398">
                            <a:moveTo>
                              <a:pt x="73106" y="927"/>
                            </a:moveTo>
                            <a:cubicBezTo>
                              <a:pt x="77106" y="4070"/>
                              <a:pt x="73010" y="13404"/>
                              <a:pt x="66438" y="23025"/>
                            </a:cubicBezTo>
                            <a:cubicBezTo>
                              <a:pt x="64819" y="25406"/>
                              <a:pt x="63104" y="27787"/>
                              <a:pt x="61295" y="30073"/>
                            </a:cubicBezTo>
                            <a:cubicBezTo>
                              <a:pt x="59295" y="32645"/>
                              <a:pt x="56437" y="35788"/>
                              <a:pt x="54151" y="38455"/>
                            </a:cubicBezTo>
                            <a:cubicBezTo>
                              <a:pt x="49198" y="43980"/>
                              <a:pt x="44531" y="48742"/>
                              <a:pt x="41292" y="51600"/>
                            </a:cubicBezTo>
                            <a:cubicBezTo>
                              <a:pt x="38054" y="54553"/>
                              <a:pt x="33482" y="58267"/>
                              <a:pt x="28433" y="61125"/>
                            </a:cubicBezTo>
                            <a:cubicBezTo>
                              <a:pt x="23385" y="63887"/>
                              <a:pt x="18146" y="66078"/>
                              <a:pt x="12812" y="66364"/>
                            </a:cubicBezTo>
                            <a:cubicBezTo>
                              <a:pt x="10241" y="66554"/>
                              <a:pt x="7288" y="65983"/>
                              <a:pt x="5097" y="64173"/>
                            </a:cubicBezTo>
                            <a:cubicBezTo>
                              <a:pt x="3002" y="62363"/>
                              <a:pt x="1763" y="59982"/>
                              <a:pt x="1001" y="57696"/>
                            </a:cubicBezTo>
                            <a:cubicBezTo>
                              <a:pt x="-427" y="53124"/>
                              <a:pt x="-237" y="48742"/>
                              <a:pt x="1001" y="45790"/>
                            </a:cubicBezTo>
                            <a:cubicBezTo>
                              <a:pt x="2335" y="42742"/>
                              <a:pt x="4526" y="41503"/>
                              <a:pt x="6716" y="41789"/>
                            </a:cubicBezTo>
                            <a:cubicBezTo>
                              <a:pt x="7859" y="41884"/>
                              <a:pt x="9098" y="42361"/>
                              <a:pt x="10907" y="42456"/>
                            </a:cubicBezTo>
                            <a:cubicBezTo>
                              <a:pt x="12717" y="42646"/>
                              <a:pt x="15003" y="41694"/>
                              <a:pt x="16908" y="40265"/>
                            </a:cubicBezTo>
                            <a:cubicBezTo>
                              <a:pt x="24338" y="34455"/>
                              <a:pt x="29767" y="27978"/>
                              <a:pt x="33101" y="25216"/>
                            </a:cubicBezTo>
                            <a:cubicBezTo>
                              <a:pt x="34720" y="23787"/>
                              <a:pt x="37196" y="21596"/>
                              <a:pt x="40054" y="19024"/>
                            </a:cubicBezTo>
                            <a:cubicBezTo>
                              <a:pt x="41578" y="17786"/>
                              <a:pt x="43197" y="16453"/>
                              <a:pt x="44816" y="15119"/>
                            </a:cubicBezTo>
                            <a:cubicBezTo>
                              <a:pt x="46912" y="13309"/>
                              <a:pt x="49293" y="11404"/>
                              <a:pt x="51484" y="9690"/>
                            </a:cubicBezTo>
                            <a:cubicBezTo>
                              <a:pt x="60628" y="3118"/>
                              <a:pt x="69200" y="-2216"/>
                              <a:pt x="73106" y="92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70" name="Forme libre : forme 10369">
                        <a:extLst>
                          <a:ext uri="{FF2B5EF4-FFF2-40B4-BE49-F238E27FC236}">
                            <a16:creationId xmlns:a16="http://schemas.microsoft.com/office/drawing/2014/main" id="{142872CD-6A48-4182-BE2B-FE639F2217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64787" y="2827782"/>
                        <a:ext cx="60377" cy="36111"/>
                      </a:xfrm>
                      <a:custGeom>
                        <a:avLst/>
                        <a:gdLst>
                          <a:gd name="connsiteX0" fmla="*/ 17896 w 60377"/>
                          <a:gd name="connsiteY0" fmla="*/ 9715 h 36111"/>
                          <a:gd name="connsiteX1" fmla="*/ 12847 w 60377"/>
                          <a:gd name="connsiteY1" fmla="*/ 13145 h 36111"/>
                          <a:gd name="connsiteX2" fmla="*/ 7323 w 60377"/>
                          <a:gd name="connsiteY2" fmla="*/ 12287 h 36111"/>
                          <a:gd name="connsiteX3" fmla="*/ 655 w 60377"/>
                          <a:gd name="connsiteY3" fmla="*/ 15240 h 36111"/>
                          <a:gd name="connsiteX4" fmla="*/ 1227 w 60377"/>
                          <a:gd name="connsiteY4" fmla="*/ 28004 h 36111"/>
                          <a:gd name="connsiteX5" fmla="*/ 5323 w 60377"/>
                          <a:gd name="connsiteY5" fmla="*/ 34099 h 36111"/>
                          <a:gd name="connsiteX6" fmla="*/ 12562 w 60377"/>
                          <a:gd name="connsiteY6" fmla="*/ 36100 h 36111"/>
                          <a:gd name="connsiteX7" fmla="*/ 27516 w 60377"/>
                          <a:gd name="connsiteY7" fmla="*/ 31242 h 36111"/>
                          <a:gd name="connsiteX8" fmla="*/ 41518 w 60377"/>
                          <a:gd name="connsiteY8" fmla="*/ 20955 h 36111"/>
                          <a:gd name="connsiteX9" fmla="*/ 60377 w 60377"/>
                          <a:gd name="connsiteY9" fmla="*/ 0 h 36111"/>
                          <a:gd name="connsiteX10" fmla="*/ 49709 w 60377"/>
                          <a:gd name="connsiteY10" fmla="*/ 9811 h 36111"/>
                          <a:gd name="connsiteX11" fmla="*/ 26278 w 60377"/>
                          <a:gd name="connsiteY11" fmla="*/ 21336 h 36111"/>
                          <a:gd name="connsiteX12" fmla="*/ 19229 w 60377"/>
                          <a:gd name="connsiteY12" fmla="*/ 19717 h 36111"/>
                          <a:gd name="connsiteX13" fmla="*/ 17896 w 60377"/>
                          <a:gd name="connsiteY13" fmla="*/ 9715 h 361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60377" h="36111">
                            <a:moveTo>
                              <a:pt x="17896" y="9715"/>
                            </a:moveTo>
                            <a:cubicBezTo>
                              <a:pt x="16753" y="11049"/>
                              <a:pt x="14943" y="12478"/>
                              <a:pt x="12847" y="13145"/>
                            </a:cubicBezTo>
                            <a:cubicBezTo>
                              <a:pt x="10657" y="13811"/>
                              <a:pt x="8656" y="12954"/>
                              <a:pt x="7323" y="12287"/>
                            </a:cubicBezTo>
                            <a:cubicBezTo>
                              <a:pt x="4561" y="10858"/>
                              <a:pt x="2084" y="10382"/>
                              <a:pt x="655" y="15240"/>
                            </a:cubicBezTo>
                            <a:cubicBezTo>
                              <a:pt x="-297" y="18955"/>
                              <a:pt x="-297" y="23527"/>
                              <a:pt x="1227" y="28004"/>
                            </a:cubicBezTo>
                            <a:cubicBezTo>
                              <a:pt x="1989" y="30289"/>
                              <a:pt x="3322" y="32480"/>
                              <a:pt x="5323" y="34099"/>
                            </a:cubicBezTo>
                            <a:cubicBezTo>
                              <a:pt x="7418" y="35719"/>
                              <a:pt x="10180" y="36195"/>
                              <a:pt x="12562" y="36100"/>
                            </a:cubicBezTo>
                            <a:cubicBezTo>
                              <a:pt x="17515" y="35814"/>
                              <a:pt x="22468" y="33909"/>
                              <a:pt x="27516" y="31242"/>
                            </a:cubicBezTo>
                            <a:cubicBezTo>
                              <a:pt x="32564" y="28384"/>
                              <a:pt x="37517" y="24670"/>
                              <a:pt x="41518" y="20955"/>
                            </a:cubicBezTo>
                            <a:cubicBezTo>
                              <a:pt x="46375" y="16859"/>
                              <a:pt x="56377" y="5429"/>
                              <a:pt x="60377" y="0"/>
                            </a:cubicBezTo>
                            <a:cubicBezTo>
                              <a:pt x="57615" y="2667"/>
                              <a:pt x="52757" y="7715"/>
                              <a:pt x="49709" y="9811"/>
                            </a:cubicBezTo>
                            <a:cubicBezTo>
                              <a:pt x="41232" y="15907"/>
                              <a:pt x="32374" y="20764"/>
                              <a:pt x="26278" y="21336"/>
                            </a:cubicBezTo>
                            <a:cubicBezTo>
                              <a:pt x="23230" y="21527"/>
                              <a:pt x="20753" y="21907"/>
                              <a:pt x="19229" y="19717"/>
                            </a:cubicBezTo>
                            <a:cubicBezTo>
                              <a:pt x="17991" y="17621"/>
                              <a:pt x="17419" y="14192"/>
                              <a:pt x="17896" y="9715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71" name="Forme libre : forme 10370">
                        <a:extLst>
                          <a:ext uri="{FF2B5EF4-FFF2-40B4-BE49-F238E27FC236}">
                            <a16:creationId xmlns:a16="http://schemas.microsoft.com/office/drawing/2014/main" id="{D841E6E6-FD52-4AE9-80A9-A515D58FAF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66271" y="2794536"/>
                        <a:ext cx="77791" cy="71514"/>
                      </a:xfrm>
                      <a:custGeom>
                        <a:avLst/>
                        <a:gdLst>
                          <a:gd name="connsiteX0" fmla="*/ 76800 w 77791"/>
                          <a:gd name="connsiteY0" fmla="*/ 1527 h 71514"/>
                          <a:gd name="connsiteX1" fmla="*/ 69561 w 77791"/>
                          <a:gd name="connsiteY1" fmla="*/ 24768 h 71514"/>
                          <a:gd name="connsiteX2" fmla="*/ 64608 w 77791"/>
                          <a:gd name="connsiteY2" fmla="*/ 31722 h 71514"/>
                          <a:gd name="connsiteX3" fmla="*/ 58702 w 77791"/>
                          <a:gd name="connsiteY3" fmla="*/ 39056 h 71514"/>
                          <a:gd name="connsiteX4" fmla="*/ 45367 w 77791"/>
                          <a:gd name="connsiteY4" fmla="*/ 53439 h 71514"/>
                          <a:gd name="connsiteX5" fmla="*/ 31556 w 77791"/>
                          <a:gd name="connsiteY5" fmla="*/ 64678 h 71514"/>
                          <a:gd name="connsiteX6" fmla="*/ 15744 w 77791"/>
                          <a:gd name="connsiteY6" fmla="*/ 71155 h 71514"/>
                          <a:gd name="connsiteX7" fmla="*/ 2505 w 77791"/>
                          <a:gd name="connsiteY7" fmla="*/ 67536 h 71514"/>
                          <a:gd name="connsiteX8" fmla="*/ 409 w 77791"/>
                          <a:gd name="connsiteY8" fmla="*/ 56391 h 71514"/>
                          <a:gd name="connsiteX9" fmla="*/ 2410 w 77791"/>
                          <a:gd name="connsiteY9" fmla="*/ 53629 h 71514"/>
                          <a:gd name="connsiteX10" fmla="*/ 6124 w 77791"/>
                          <a:gd name="connsiteY10" fmla="*/ 52486 h 71514"/>
                          <a:gd name="connsiteX11" fmla="*/ 18030 w 77791"/>
                          <a:gd name="connsiteY11" fmla="*/ 45819 h 71514"/>
                          <a:gd name="connsiteX12" fmla="*/ 34985 w 77791"/>
                          <a:gd name="connsiteY12" fmla="*/ 28674 h 71514"/>
                          <a:gd name="connsiteX13" fmla="*/ 42700 w 77791"/>
                          <a:gd name="connsiteY13" fmla="*/ 21435 h 71514"/>
                          <a:gd name="connsiteX14" fmla="*/ 48796 w 77791"/>
                          <a:gd name="connsiteY14" fmla="*/ 16005 h 71514"/>
                          <a:gd name="connsiteX15" fmla="*/ 55750 w 77791"/>
                          <a:gd name="connsiteY15" fmla="*/ 10195 h 71514"/>
                          <a:gd name="connsiteX16" fmla="*/ 76800 w 77791"/>
                          <a:gd name="connsiteY16" fmla="*/ 1527 h 715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77791" h="71514">
                            <a:moveTo>
                              <a:pt x="76800" y="1527"/>
                            </a:moveTo>
                            <a:cubicBezTo>
                              <a:pt x="79752" y="5909"/>
                              <a:pt x="75752" y="15339"/>
                              <a:pt x="69561" y="24768"/>
                            </a:cubicBezTo>
                            <a:cubicBezTo>
                              <a:pt x="68037" y="27149"/>
                              <a:pt x="66322" y="29531"/>
                              <a:pt x="64608" y="31722"/>
                            </a:cubicBezTo>
                            <a:cubicBezTo>
                              <a:pt x="62893" y="34007"/>
                              <a:pt x="61464" y="35817"/>
                              <a:pt x="58702" y="39056"/>
                            </a:cubicBezTo>
                            <a:cubicBezTo>
                              <a:pt x="53844" y="44771"/>
                              <a:pt x="48987" y="49819"/>
                              <a:pt x="45367" y="53439"/>
                            </a:cubicBezTo>
                            <a:cubicBezTo>
                              <a:pt x="41748" y="56963"/>
                              <a:pt x="36890" y="61249"/>
                              <a:pt x="31556" y="64678"/>
                            </a:cubicBezTo>
                            <a:cubicBezTo>
                              <a:pt x="26222" y="68012"/>
                              <a:pt x="20697" y="70298"/>
                              <a:pt x="15744" y="71155"/>
                            </a:cubicBezTo>
                            <a:cubicBezTo>
                              <a:pt x="10982" y="72012"/>
                              <a:pt x="5458" y="71536"/>
                              <a:pt x="2505" y="67536"/>
                            </a:cubicBezTo>
                            <a:cubicBezTo>
                              <a:pt x="-257" y="63821"/>
                              <a:pt x="-353" y="59439"/>
                              <a:pt x="409" y="56391"/>
                            </a:cubicBezTo>
                            <a:cubicBezTo>
                              <a:pt x="886" y="54867"/>
                              <a:pt x="1552" y="54010"/>
                              <a:pt x="2410" y="53629"/>
                            </a:cubicBezTo>
                            <a:cubicBezTo>
                              <a:pt x="3362" y="52962"/>
                              <a:pt x="4600" y="52581"/>
                              <a:pt x="6124" y="52486"/>
                            </a:cubicBezTo>
                            <a:cubicBezTo>
                              <a:pt x="9268" y="52772"/>
                              <a:pt x="14506" y="49438"/>
                              <a:pt x="18030" y="45819"/>
                            </a:cubicBezTo>
                            <a:cubicBezTo>
                              <a:pt x="24603" y="39151"/>
                              <a:pt x="31651" y="32103"/>
                              <a:pt x="34985" y="28674"/>
                            </a:cubicBezTo>
                            <a:cubicBezTo>
                              <a:pt x="36604" y="27054"/>
                              <a:pt x="39367" y="24482"/>
                              <a:pt x="42700" y="21435"/>
                            </a:cubicBezTo>
                            <a:cubicBezTo>
                              <a:pt x="44605" y="19720"/>
                              <a:pt x="46701" y="17910"/>
                              <a:pt x="48796" y="16005"/>
                            </a:cubicBezTo>
                            <a:cubicBezTo>
                              <a:pt x="51082" y="14100"/>
                              <a:pt x="53463" y="12100"/>
                              <a:pt x="55750" y="10195"/>
                            </a:cubicBezTo>
                            <a:cubicBezTo>
                              <a:pt x="65179" y="2861"/>
                              <a:pt x="73942" y="-2854"/>
                              <a:pt x="76800" y="152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72" name="Forme libre : forme 10371">
                        <a:extLst>
                          <a:ext uri="{FF2B5EF4-FFF2-40B4-BE49-F238E27FC236}">
                            <a16:creationId xmlns:a16="http://schemas.microsoft.com/office/drawing/2014/main" id="{F8805AD3-972E-4FE5-A03D-F0547AA27C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2582" y="2797326"/>
                        <a:ext cx="92272" cy="86411"/>
                      </a:xfrm>
                      <a:custGeom>
                        <a:avLst/>
                        <a:gdLst>
                          <a:gd name="connsiteX0" fmla="*/ 6096 w 92272"/>
                          <a:gd name="connsiteY0" fmla="*/ 2928 h 86411"/>
                          <a:gd name="connsiteX1" fmla="*/ 0 w 92272"/>
                          <a:gd name="connsiteY1" fmla="*/ 20359 h 86411"/>
                          <a:gd name="connsiteX2" fmla="*/ 2667 w 92272"/>
                          <a:gd name="connsiteY2" fmla="*/ 56078 h 86411"/>
                          <a:gd name="connsiteX3" fmla="*/ 9049 w 92272"/>
                          <a:gd name="connsiteY3" fmla="*/ 72270 h 86411"/>
                          <a:gd name="connsiteX4" fmla="*/ 21526 w 92272"/>
                          <a:gd name="connsiteY4" fmla="*/ 84081 h 86411"/>
                          <a:gd name="connsiteX5" fmla="*/ 38100 w 92272"/>
                          <a:gd name="connsiteY5" fmla="*/ 86081 h 86411"/>
                          <a:gd name="connsiteX6" fmla="*/ 54292 w 92272"/>
                          <a:gd name="connsiteY6" fmla="*/ 80176 h 86411"/>
                          <a:gd name="connsiteX7" fmla="*/ 82486 w 92272"/>
                          <a:gd name="connsiteY7" fmla="*/ 52648 h 86411"/>
                          <a:gd name="connsiteX8" fmla="*/ 89440 w 92272"/>
                          <a:gd name="connsiteY8" fmla="*/ 42171 h 86411"/>
                          <a:gd name="connsiteX9" fmla="*/ 92107 w 92272"/>
                          <a:gd name="connsiteY9" fmla="*/ 34837 h 86411"/>
                          <a:gd name="connsiteX10" fmla="*/ 88773 w 92272"/>
                          <a:gd name="connsiteY10" fmla="*/ 26550 h 86411"/>
                          <a:gd name="connsiteX11" fmla="*/ 82010 w 92272"/>
                          <a:gd name="connsiteY11" fmla="*/ 28360 h 86411"/>
                          <a:gd name="connsiteX12" fmla="*/ 72866 w 92272"/>
                          <a:gd name="connsiteY12" fmla="*/ 34741 h 86411"/>
                          <a:gd name="connsiteX13" fmla="*/ 53530 w 92272"/>
                          <a:gd name="connsiteY13" fmla="*/ 45219 h 86411"/>
                          <a:gd name="connsiteX14" fmla="*/ 38100 w 92272"/>
                          <a:gd name="connsiteY14" fmla="*/ 46076 h 86411"/>
                          <a:gd name="connsiteX15" fmla="*/ 33242 w 92272"/>
                          <a:gd name="connsiteY15" fmla="*/ 37885 h 86411"/>
                          <a:gd name="connsiteX16" fmla="*/ 32575 w 92272"/>
                          <a:gd name="connsiteY16" fmla="*/ 25788 h 86411"/>
                          <a:gd name="connsiteX17" fmla="*/ 30861 w 92272"/>
                          <a:gd name="connsiteY17" fmla="*/ 9786 h 86411"/>
                          <a:gd name="connsiteX18" fmla="*/ 26575 w 92272"/>
                          <a:gd name="connsiteY18" fmla="*/ 5786 h 86411"/>
                          <a:gd name="connsiteX19" fmla="*/ 19621 w 92272"/>
                          <a:gd name="connsiteY19" fmla="*/ 1595 h 86411"/>
                          <a:gd name="connsiteX20" fmla="*/ 6096 w 92272"/>
                          <a:gd name="connsiteY20" fmla="*/ 2928 h 864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92272" h="86411">
                            <a:moveTo>
                              <a:pt x="6096" y="2928"/>
                            </a:moveTo>
                            <a:cubicBezTo>
                              <a:pt x="1429" y="8072"/>
                              <a:pt x="286" y="9977"/>
                              <a:pt x="0" y="20359"/>
                            </a:cubicBezTo>
                            <a:cubicBezTo>
                              <a:pt x="95" y="31027"/>
                              <a:pt x="-95" y="43886"/>
                              <a:pt x="2667" y="56078"/>
                            </a:cubicBezTo>
                            <a:cubicBezTo>
                              <a:pt x="4096" y="61793"/>
                              <a:pt x="6096" y="67698"/>
                              <a:pt x="9049" y="72270"/>
                            </a:cubicBezTo>
                            <a:cubicBezTo>
                              <a:pt x="12001" y="77032"/>
                              <a:pt x="15240" y="81033"/>
                              <a:pt x="21526" y="84081"/>
                            </a:cubicBezTo>
                            <a:cubicBezTo>
                              <a:pt x="27241" y="86557"/>
                              <a:pt x="32861" y="86748"/>
                              <a:pt x="38100" y="86081"/>
                            </a:cubicBezTo>
                            <a:cubicBezTo>
                              <a:pt x="43339" y="85319"/>
                              <a:pt x="48768" y="83605"/>
                              <a:pt x="54292" y="80176"/>
                            </a:cubicBezTo>
                            <a:cubicBezTo>
                              <a:pt x="65246" y="73604"/>
                              <a:pt x="75342" y="62173"/>
                              <a:pt x="82486" y="52648"/>
                            </a:cubicBezTo>
                            <a:cubicBezTo>
                              <a:pt x="85153" y="49029"/>
                              <a:pt x="87534" y="45410"/>
                              <a:pt x="89440" y="42171"/>
                            </a:cubicBezTo>
                            <a:cubicBezTo>
                              <a:pt x="91821" y="38456"/>
                              <a:pt x="91630" y="37028"/>
                              <a:pt x="92107" y="34837"/>
                            </a:cubicBezTo>
                            <a:cubicBezTo>
                              <a:pt x="92678" y="30836"/>
                              <a:pt x="91821" y="27693"/>
                              <a:pt x="88773" y="26550"/>
                            </a:cubicBezTo>
                            <a:cubicBezTo>
                              <a:pt x="86868" y="25788"/>
                              <a:pt x="84487" y="26740"/>
                              <a:pt x="82010" y="28360"/>
                            </a:cubicBezTo>
                            <a:cubicBezTo>
                              <a:pt x="79438" y="29884"/>
                              <a:pt x="75819" y="32932"/>
                              <a:pt x="72866" y="34741"/>
                            </a:cubicBezTo>
                            <a:cubicBezTo>
                              <a:pt x="65627" y="39218"/>
                              <a:pt x="59245" y="42838"/>
                              <a:pt x="53530" y="45219"/>
                            </a:cubicBezTo>
                            <a:cubicBezTo>
                              <a:pt x="47815" y="47696"/>
                              <a:pt x="42576" y="49029"/>
                              <a:pt x="38100" y="46076"/>
                            </a:cubicBezTo>
                            <a:cubicBezTo>
                              <a:pt x="36195" y="44933"/>
                              <a:pt x="34004" y="42076"/>
                              <a:pt x="33242" y="37885"/>
                            </a:cubicBezTo>
                            <a:cubicBezTo>
                              <a:pt x="32480" y="33789"/>
                              <a:pt x="32480" y="29407"/>
                              <a:pt x="32575" y="25788"/>
                            </a:cubicBezTo>
                            <a:cubicBezTo>
                              <a:pt x="32671" y="18263"/>
                              <a:pt x="33051" y="13310"/>
                              <a:pt x="30861" y="9786"/>
                            </a:cubicBezTo>
                            <a:cubicBezTo>
                              <a:pt x="29908" y="8167"/>
                              <a:pt x="28480" y="6929"/>
                              <a:pt x="26575" y="5786"/>
                            </a:cubicBezTo>
                            <a:cubicBezTo>
                              <a:pt x="24479" y="4071"/>
                              <a:pt x="22384" y="3119"/>
                              <a:pt x="19621" y="1595"/>
                            </a:cubicBezTo>
                            <a:cubicBezTo>
                              <a:pt x="14288" y="-882"/>
                              <a:pt x="9430" y="-501"/>
                              <a:pt x="6096" y="292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73" name="Forme libre : forme 10372">
                        <a:extLst>
                          <a:ext uri="{FF2B5EF4-FFF2-40B4-BE49-F238E27FC236}">
                            <a16:creationId xmlns:a16="http://schemas.microsoft.com/office/drawing/2014/main" id="{1BD9773B-796B-431B-BE0C-DDF088738A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65134" y="2814517"/>
                        <a:ext cx="17985" cy="22002"/>
                      </a:xfrm>
                      <a:custGeom>
                        <a:avLst/>
                        <a:gdLst>
                          <a:gd name="connsiteX0" fmla="*/ 4023 w 17985"/>
                          <a:gd name="connsiteY0" fmla="*/ 692 h 22002"/>
                          <a:gd name="connsiteX1" fmla="*/ 1166 w 17985"/>
                          <a:gd name="connsiteY1" fmla="*/ 216 h 22002"/>
                          <a:gd name="connsiteX2" fmla="*/ 118 w 17985"/>
                          <a:gd name="connsiteY2" fmla="*/ 4407 h 22002"/>
                          <a:gd name="connsiteX3" fmla="*/ 1928 w 17985"/>
                          <a:gd name="connsiteY3" fmla="*/ 10217 h 22002"/>
                          <a:gd name="connsiteX4" fmla="*/ 8500 w 17985"/>
                          <a:gd name="connsiteY4" fmla="*/ 20790 h 22002"/>
                          <a:gd name="connsiteX5" fmla="*/ 12596 w 17985"/>
                          <a:gd name="connsiteY5" fmla="*/ 21647 h 22002"/>
                          <a:gd name="connsiteX6" fmla="*/ 17930 w 17985"/>
                          <a:gd name="connsiteY6" fmla="*/ 12598 h 22002"/>
                          <a:gd name="connsiteX7" fmla="*/ 14501 w 17985"/>
                          <a:gd name="connsiteY7" fmla="*/ 7360 h 22002"/>
                          <a:gd name="connsiteX8" fmla="*/ 4023 w 17985"/>
                          <a:gd name="connsiteY8" fmla="*/ 692 h 220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7985" h="22002">
                            <a:moveTo>
                              <a:pt x="4023" y="692"/>
                            </a:moveTo>
                            <a:cubicBezTo>
                              <a:pt x="2976" y="120"/>
                              <a:pt x="2309" y="-261"/>
                              <a:pt x="1166" y="216"/>
                            </a:cubicBezTo>
                            <a:cubicBezTo>
                              <a:pt x="23" y="692"/>
                              <a:pt x="-168" y="2406"/>
                              <a:pt x="118" y="4407"/>
                            </a:cubicBezTo>
                            <a:cubicBezTo>
                              <a:pt x="404" y="6312"/>
                              <a:pt x="1261" y="8598"/>
                              <a:pt x="1928" y="10217"/>
                            </a:cubicBezTo>
                            <a:cubicBezTo>
                              <a:pt x="3833" y="14313"/>
                              <a:pt x="5738" y="18599"/>
                              <a:pt x="8500" y="20790"/>
                            </a:cubicBezTo>
                            <a:cubicBezTo>
                              <a:pt x="9643" y="21647"/>
                              <a:pt x="10977" y="22504"/>
                              <a:pt x="12596" y="21647"/>
                            </a:cubicBezTo>
                            <a:cubicBezTo>
                              <a:pt x="16120" y="19647"/>
                              <a:pt x="17739" y="14979"/>
                              <a:pt x="17930" y="12598"/>
                            </a:cubicBezTo>
                            <a:cubicBezTo>
                              <a:pt x="18311" y="9836"/>
                              <a:pt x="16692" y="9169"/>
                              <a:pt x="14501" y="7360"/>
                            </a:cubicBezTo>
                            <a:cubicBezTo>
                              <a:pt x="11548" y="4597"/>
                              <a:pt x="8310" y="3073"/>
                              <a:pt x="4023" y="69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74" name="Forme libre : forme 10373">
                        <a:extLst>
                          <a:ext uri="{FF2B5EF4-FFF2-40B4-BE49-F238E27FC236}">
                            <a16:creationId xmlns:a16="http://schemas.microsoft.com/office/drawing/2014/main" id="{13092D2B-290F-44FE-A531-EB7465FF53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44404" y="2774823"/>
                        <a:ext cx="21234" cy="66675"/>
                      </a:xfrm>
                      <a:custGeom>
                        <a:avLst/>
                        <a:gdLst>
                          <a:gd name="connsiteX0" fmla="*/ 19717 w 21234"/>
                          <a:gd name="connsiteY0" fmla="*/ 0 h 66675"/>
                          <a:gd name="connsiteX1" fmla="*/ 16669 w 21234"/>
                          <a:gd name="connsiteY1" fmla="*/ 32099 h 66675"/>
                          <a:gd name="connsiteX2" fmla="*/ 0 w 21234"/>
                          <a:gd name="connsiteY2" fmla="*/ 66675 h 66675"/>
                          <a:gd name="connsiteX3" fmla="*/ 19717 w 21234"/>
                          <a:gd name="connsiteY3" fmla="*/ 0 h 666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234" h="66675">
                            <a:moveTo>
                              <a:pt x="19717" y="0"/>
                            </a:moveTo>
                            <a:cubicBezTo>
                              <a:pt x="22765" y="7715"/>
                              <a:pt x="20955" y="19621"/>
                              <a:pt x="16669" y="32099"/>
                            </a:cubicBezTo>
                            <a:cubicBezTo>
                              <a:pt x="12478" y="44387"/>
                              <a:pt x="5239" y="57436"/>
                              <a:pt x="0" y="66675"/>
                            </a:cubicBezTo>
                            <a:cubicBezTo>
                              <a:pt x="12097" y="46101"/>
                              <a:pt x="19050" y="19050"/>
                              <a:pt x="1971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75" name="Forme libre : forme 10374">
                        <a:extLst>
                          <a:ext uri="{FF2B5EF4-FFF2-40B4-BE49-F238E27FC236}">
                            <a16:creationId xmlns:a16="http://schemas.microsoft.com/office/drawing/2014/main" id="{B0A261AE-9B96-48B7-859C-9E7A507D4D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9917" y="2775108"/>
                        <a:ext cx="37337" cy="24248"/>
                      </a:xfrm>
                      <a:custGeom>
                        <a:avLst/>
                        <a:gdLst>
                          <a:gd name="connsiteX0" fmla="*/ 37338 w 37337"/>
                          <a:gd name="connsiteY0" fmla="*/ 21717 h 24248"/>
                          <a:gd name="connsiteX1" fmla="*/ 28194 w 37337"/>
                          <a:gd name="connsiteY1" fmla="*/ 21622 h 24248"/>
                          <a:gd name="connsiteX2" fmla="*/ 25527 w 37337"/>
                          <a:gd name="connsiteY2" fmla="*/ 19621 h 24248"/>
                          <a:gd name="connsiteX3" fmla="*/ 22003 w 37337"/>
                          <a:gd name="connsiteY3" fmla="*/ 16097 h 24248"/>
                          <a:gd name="connsiteX4" fmla="*/ 14764 w 37337"/>
                          <a:gd name="connsiteY4" fmla="*/ 9811 h 24248"/>
                          <a:gd name="connsiteX5" fmla="*/ 0 w 37337"/>
                          <a:gd name="connsiteY5" fmla="*/ 0 h 24248"/>
                          <a:gd name="connsiteX6" fmla="*/ 14288 w 37337"/>
                          <a:gd name="connsiteY6" fmla="*/ 9811 h 24248"/>
                          <a:gd name="connsiteX7" fmla="*/ 21336 w 37337"/>
                          <a:gd name="connsiteY7" fmla="*/ 16764 h 24248"/>
                          <a:gd name="connsiteX8" fmla="*/ 24765 w 37337"/>
                          <a:gd name="connsiteY8" fmla="*/ 20479 h 24248"/>
                          <a:gd name="connsiteX9" fmla="*/ 27337 w 37337"/>
                          <a:gd name="connsiteY9" fmla="*/ 22574 h 24248"/>
                          <a:gd name="connsiteX10" fmla="*/ 37338 w 37337"/>
                          <a:gd name="connsiteY10" fmla="*/ 21717 h 24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7337" h="24248">
                            <a:moveTo>
                              <a:pt x="37338" y="21717"/>
                            </a:moveTo>
                            <a:cubicBezTo>
                              <a:pt x="36290" y="21717"/>
                              <a:pt x="34099" y="24479"/>
                              <a:pt x="28194" y="21622"/>
                            </a:cubicBezTo>
                            <a:cubicBezTo>
                              <a:pt x="27337" y="20955"/>
                              <a:pt x="26575" y="20574"/>
                              <a:pt x="25527" y="19621"/>
                            </a:cubicBezTo>
                            <a:lnTo>
                              <a:pt x="22003" y="16097"/>
                            </a:lnTo>
                            <a:cubicBezTo>
                              <a:pt x="19717" y="13811"/>
                              <a:pt x="17145" y="11716"/>
                              <a:pt x="14764" y="9811"/>
                            </a:cubicBezTo>
                            <a:cubicBezTo>
                              <a:pt x="9906" y="5905"/>
                              <a:pt x="4858" y="2667"/>
                              <a:pt x="0" y="0"/>
                            </a:cubicBezTo>
                            <a:cubicBezTo>
                              <a:pt x="4667" y="2286"/>
                              <a:pt x="9525" y="5620"/>
                              <a:pt x="14288" y="9811"/>
                            </a:cubicBezTo>
                            <a:cubicBezTo>
                              <a:pt x="16669" y="11906"/>
                              <a:pt x="19145" y="14192"/>
                              <a:pt x="21336" y="16764"/>
                            </a:cubicBezTo>
                            <a:lnTo>
                              <a:pt x="24765" y="20479"/>
                            </a:lnTo>
                            <a:lnTo>
                              <a:pt x="27337" y="22574"/>
                            </a:lnTo>
                            <a:cubicBezTo>
                              <a:pt x="32861" y="25622"/>
                              <a:pt x="35528" y="24003"/>
                              <a:pt x="37338" y="2171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76" name="Forme libre : forme 10375">
                        <a:extLst>
                          <a:ext uri="{FF2B5EF4-FFF2-40B4-BE49-F238E27FC236}">
                            <a16:creationId xmlns:a16="http://schemas.microsoft.com/office/drawing/2014/main" id="{41FF3CAF-C713-4B2F-8726-E8DC17A26F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94760" y="2811811"/>
                        <a:ext cx="25411" cy="23069"/>
                      </a:xfrm>
                      <a:custGeom>
                        <a:avLst/>
                        <a:gdLst>
                          <a:gd name="connsiteX0" fmla="*/ 25356 w 25411"/>
                          <a:gd name="connsiteY0" fmla="*/ 1112 h 23069"/>
                          <a:gd name="connsiteX1" fmla="*/ 11544 w 25411"/>
                          <a:gd name="connsiteY1" fmla="*/ 17495 h 23069"/>
                          <a:gd name="connsiteX2" fmla="*/ 114 w 25411"/>
                          <a:gd name="connsiteY2" fmla="*/ 20352 h 23069"/>
                          <a:gd name="connsiteX3" fmla="*/ 11449 w 25411"/>
                          <a:gd name="connsiteY3" fmla="*/ 7208 h 23069"/>
                          <a:gd name="connsiteX4" fmla="*/ 18688 w 25411"/>
                          <a:gd name="connsiteY4" fmla="*/ 2255 h 23069"/>
                          <a:gd name="connsiteX5" fmla="*/ 25356 w 25411"/>
                          <a:gd name="connsiteY5" fmla="*/ 1112 h 230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5411" h="23069">
                            <a:moveTo>
                              <a:pt x="25356" y="1112"/>
                            </a:moveTo>
                            <a:cubicBezTo>
                              <a:pt x="26308" y="5207"/>
                              <a:pt x="14878" y="14828"/>
                              <a:pt x="11544" y="17495"/>
                            </a:cubicBezTo>
                            <a:cubicBezTo>
                              <a:pt x="8020" y="20448"/>
                              <a:pt x="-1124" y="26639"/>
                              <a:pt x="114" y="20352"/>
                            </a:cubicBezTo>
                            <a:cubicBezTo>
                              <a:pt x="1067" y="14447"/>
                              <a:pt x="8687" y="9399"/>
                              <a:pt x="11449" y="7208"/>
                            </a:cubicBezTo>
                            <a:cubicBezTo>
                              <a:pt x="12878" y="6160"/>
                              <a:pt x="15450" y="4255"/>
                              <a:pt x="18688" y="2255"/>
                            </a:cubicBezTo>
                            <a:cubicBezTo>
                              <a:pt x="22022" y="159"/>
                              <a:pt x="24975" y="-984"/>
                              <a:pt x="25356" y="111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77" name="Forme libre : forme 10376">
                        <a:extLst>
                          <a:ext uri="{FF2B5EF4-FFF2-40B4-BE49-F238E27FC236}">
                            <a16:creationId xmlns:a16="http://schemas.microsoft.com/office/drawing/2014/main" id="{9C38D67F-E1DD-4484-80A4-C2340BD7C4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15916" y="2808044"/>
                        <a:ext cx="7817" cy="7692"/>
                      </a:xfrm>
                      <a:custGeom>
                        <a:avLst/>
                        <a:gdLst>
                          <a:gd name="connsiteX0" fmla="*/ 7438 w 7817"/>
                          <a:gd name="connsiteY0" fmla="*/ 116 h 7692"/>
                          <a:gd name="connsiteX1" fmla="*/ 5438 w 7817"/>
                          <a:gd name="connsiteY1" fmla="*/ 4687 h 7692"/>
                          <a:gd name="connsiteX2" fmla="*/ 390 w 7817"/>
                          <a:gd name="connsiteY2" fmla="*/ 7545 h 7692"/>
                          <a:gd name="connsiteX3" fmla="*/ 2390 w 7817"/>
                          <a:gd name="connsiteY3" fmla="*/ 3068 h 7692"/>
                          <a:gd name="connsiteX4" fmla="*/ 7438 w 7817"/>
                          <a:gd name="connsiteY4" fmla="*/ 116 h 7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17" h="7692">
                            <a:moveTo>
                              <a:pt x="7438" y="116"/>
                            </a:moveTo>
                            <a:cubicBezTo>
                              <a:pt x="8676" y="782"/>
                              <a:pt x="6581" y="3449"/>
                              <a:pt x="5438" y="4687"/>
                            </a:cubicBezTo>
                            <a:cubicBezTo>
                              <a:pt x="4200" y="5926"/>
                              <a:pt x="1628" y="8307"/>
                              <a:pt x="390" y="7545"/>
                            </a:cubicBezTo>
                            <a:cubicBezTo>
                              <a:pt x="-849" y="6783"/>
                              <a:pt x="1152" y="4307"/>
                              <a:pt x="2390" y="3068"/>
                            </a:cubicBezTo>
                            <a:cubicBezTo>
                              <a:pt x="3533" y="1830"/>
                              <a:pt x="6200" y="-551"/>
                              <a:pt x="7438" y="11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78" name="Forme libre : forme 10377">
                        <a:extLst>
                          <a:ext uri="{FF2B5EF4-FFF2-40B4-BE49-F238E27FC236}">
                            <a16:creationId xmlns:a16="http://schemas.microsoft.com/office/drawing/2014/main" id="{954EF1B8-C79B-4F73-AAF2-FF1D62A586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91091" y="2773202"/>
                        <a:ext cx="65852" cy="39127"/>
                      </a:xfrm>
                      <a:custGeom>
                        <a:avLst/>
                        <a:gdLst>
                          <a:gd name="connsiteX0" fmla="*/ 38168 w 65852"/>
                          <a:gd name="connsiteY0" fmla="*/ 7240 h 39127"/>
                          <a:gd name="connsiteX1" fmla="*/ 63219 w 65852"/>
                          <a:gd name="connsiteY1" fmla="*/ 1 h 39127"/>
                          <a:gd name="connsiteX2" fmla="*/ 63886 w 65852"/>
                          <a:gd name="connsiteY2" fmla="*/ 8479 h 39127"/>
                          <a:gd name="connsiteX3" fmla="*/ 54361 w 65852"/>
                          <a:gd name="connsiteY3" fmla="*/ 14670 h 39127"/>
                          <a:gd name="connsiteX4" fmla="*/ 23690 w 65852"/>
                          <a:gd name="connsiteY4" fmla="*/ 29339 h 39127"/>
                          <a:gd name="connsiteX5" fmla="*/ 68 w 65852"/>
                          <a:gd name="connsiteY5" fmla="*/ 32767 h 39127"/>
                          <a:gd name="connsiteX6" fmla="*/ 1878 w 65852"/>
                          <a:gd name="connsiteY6" fmla="*/ 24766 h 39127"/>
                          <a:gd name="connsiteX7" fmla="*/ 3212 w 65852"/>
                          <a:gd name="connsiteY7" fmla="*/ 24100 h 39127"/>
                          <a:gd name="connsiteX8" fmla="*/ 8450 w 65852"/>
                          <a:gd name="connsiteY8" fmla="*/ 20004 h 39127"/>
                          <a:gd name="connsiteX9" fmla="*/ 16832 w 65852"/>
                          <a:gd name="connsiteY9" fmla="*/ 14480 h 39127"/>
                          <a:gd name="connsiteX10" fmla="*/ 38168 w 65852"/>
                          <a:gd name="connsiteY10" fmla="*/ 7240 h 391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5852" h="39127">
                            <a:moveTo>
                              <a:pt x="38168" y="7240"/>
                            </a:moveTo>
                            <a:cubicBezTo>
                              <a:pt x="47693" y="3335"/>
                              <a:pt x="54456" y="192"/>
                              <a:pt x="63219" y="1"/>
                            </a:cubicBezTo>
                            <a:cubicBezTo>
                              <a:pt x="66458" y="-94"/>
                              <a:pt x="66743" y="4669"/>
                              <a:pt x="63886" y="8479"/>
                            </a:cubicBezTo>
                            <a:cubicBezTo>
                              <a:pt x="61029" y="12193"/>
                              <a:pt x="57790" y="13432"/>
                              <a:pt x="54361" y="14670"/>
                            </a:cubicBezTo>
                            <a:cubicBezTo>
                              <a:pt x="43979" y="18670"/>
                              <a:pt x="34263" y="23719"/>
                              <a:pt x="23690" y="29339"/>
                            </a:cubicBezTo>
                            <a:cubicBezTo>
                              <a:pt x="12356" y="37720"/>
                              <a:pt x="-1075" y="44674"/>
                              <a:pt x="68" y="32767"/>
                            </a:cubicBezTo>
                            <a:cubicBezTo>
                              <a:pt x="164" y="27338"/>
                              <a:pt x="545" y="25528"/>
                              <a:pt x="1878" y="24766"/>
                            </a:cubicBezTo>
                            <a:cubicBezTo>
                              <a:pt x="2259" y="24481"/>
                              <a:pt x="2450" y="24576"/>
                              <a:pt x="3212" y="24100"/>
                            </a:cubicBezTo>
                            <a:cubicBezTo>
                              <a:pt x="5021" y="22671"/>
                              <a:pt x="6736" y="21242"/>
                              <a:pt x="8450" y="20004"/>
                            </a:cubicBezTo>
                            <a:cubicBezTo>
                              <a:pt x="11879" y="17527"/>
                              <a:pt x="14737" y="15718"/>
                              <a:pt x="16832" y="14480"/>
                            </a:cubicBezTo>
                            <a:cubicBezTo>
                              <a:pt x="25310" y="9812"/>
                              <a:pt x="30929" y="10098"/>
                              <a:pt x="38168" y="724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28" name="Graphique 1">
                      <a:extLst>
                        <a:ext uri="{FF2B5EF4-FFF2-40B4-BE49-F238E27FC236}">
                          <a16:creationId xmlns:a16="http://schemas.microsoft.com/office/drawing/2014/main" id="{37288994-107E-4511-9FE3-7AD39A94AB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56132" y="2604981"/>
                      <a:ext cx="152707" cy="164115"/>
                      <a:chOff x="2456132" y="2604981"/>
                      <a:chExt cx="152707" cy="164115"/>
                    </a:xfrm>
                    <a:solidFill>
                      <a:schemeClr val="accent1"/>
                    </a:solidFill>
                  </p:grpSpPr>
                  <p:sp>
                    <p:nvSpPr>
                      <p:cNvPr id="10355" name="Forme libre : forme 10354">
                        <a:extLst>
                          <a:ext uri="{FF2B5EF4-FFF2-40B4-BE49-F238E27FC236}">
                            <a16:creationId xmlns:a16="http://schemas.microsoft.com/office/drawing/2014/main" id="{CFFD59DE-F106-4506-B443-1E52D0EE23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56132" y="2604981"/>
                        <a:ext cx="152707" cy="164115"/>
                      </a:xfrm>
                      <a:custGeom>
                        <a:avLst/>
                        <a:gdLst>
                          <a:gd name="connsiteX0" fmla="*/ 120956 w 152707"/>
                          <a:gd name="connsiteY0" fmla="*/ 76687 h 164115"/>
                          <a:gd name="connsiteX1" fmla="*/ 99144 w 152707"/>
                          <a:gd name="connsiteY1" fmla="*/ 100404 h 164115"/>
                          <a:gd name="connsiteX2" fmla="*/ 87714 w 152707"/>
                          <a:gd name="connsiteY2" fmla="*/ 113834 h 164115"/>
                          <a:gd name="connsiteX3" fmla="*/ 82665 w 152707"/>
                          <a:gd name="connsiteY3" fmla="*/ 119740 h 164115"/>
                          <a:gd name="connsiteX4" fmla="*/ 78760 w 152707"/>
                          <a:gd name="connsiteY4" fmla="*/ 124883 h 164115"/>
                          <a:gd name="connsiteX5" fmla="*/ 71997 w 152707"/>
                          <a:gd name="connsiteY5" fmla="*/ 132598 h 164115"/>
                          <a:gd name="connsiteX6" fmla="*/ 64663 w 152707"/>
                          <a:gd name="connsiteY6" fmla="*/ 140218 h 164115"/>
                          <a:gd name="connsiteX7" fmla="*/ 49519 w 152707"/>
                          <a:gd name="connsiteY7" fmla="*/ 152125 h 164115"/>
                          <a:gd name="connsiteX8" fmla="*/ 16753 w 152707"/>
                          <a:gd name="connsiteY8" fmla="*/ 163936 h 164115"/>
                          <a:gd name="connsiteX9" fmla="*/ 179 w 152707"/>
                          <a:gd name="connsiteY9" fmla="*/ 150124 h 164115"/>
                          <a:gd name="connsiteX10" fmla="*/ 2465 w 152707"/>
                          <a:gd name="connsiteY10" fmla="*/ 116882 h 164115"/>
                          <a:gd name="connsiteX11" fmla="*/ 18467 w 152707"/>
                          <a:gd name="connsiteY11" fmla="*/ 79354 h 164115"/>
                          <a:gd name="connsiteX12" fmla="*/ 28278 w 152707"/>
                          <a:gd name="connsiteY12" fmla="*/ 65733 h 164115"/>
                          <a:gd name="connsiteX13" fmla="*/ 41137 w 152707"/>
                          <a:gd name="connsiteY13" fmla="*/ 50112 h 164115"/>
                          <a:gd name="connsiteX14" fmla="*/ 54853 w 152707"/>
                          <a:gd name="connsiteY14" fmla="*/ 35443 h 164115"/>
                          <a:gd name="connsiteX15" fmla="*/ 67045 w 152707"/>
                          <a:gd name="connsiteY15" fmla="*/ 24108 h 164115"/>
                          <a:gd name="connsiteX16" fmla="*/ 137815 w 152707"/>
                          <a:gd name="connsiteY16" fmla="*/ 296 h 164115"/>
                          <a:gd name="connsiteX17" fmla="*/ 152579 w 152707"/>
                          <a:gd name="connsiteY17" fmla="*/ 15441 h 164115"/>
                          <a:gd name="connsiteX18" fmla="*/ 120956 w 152707"/>
                          <a:gd name="connsiteY18" fmla="*/ 76687 h 164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52707" h="164115">
                            <a:moveTo>
                              <a:pt x="120956" y="76687"/>
                            </a:moveTo>
                            <a:cubicBezTo>
                              <a:pt x="115813" y="82497"/>
                              <a:pt x="107049" y="91165"/>
                              <a:pt x="99144" y="100404"/>
                            </a:cubicBezTo>
                            <a:cubicBezTo>
                              <a:pt x="94857" y="104785"/>
                              <a:pt x="91333" y="109643"/>
                              <a:pt x="87714" y="113834"/>
                            </a:cubicBezTo>
                            <a:cubicBezTo>
                              <a:pt x="85904" y="115930"/>
                              <a:pt x="84189" y="117930"/>
                              <a:pt x="82665" y="119740"/>
                            </a:cubicBezTo>
                            <a:cubicBezTo>
                              <a:pt x="81237" y="121645"/>
                              <a:pt x="79903" y="123359"/>
                              <a:pt x="78760" y="124883"/>
                            </a:cubicBezTo>
                            <a:cubicBezTo>
                              <a:pt x="76474" y="127741"/>
                              <a:pt x="74283" y="130312"/>
                              <a:pt x="71997" y="132598"/>
                            </a:cubicBezTo>
                            <a:cubicBezTo>
                              <a:pt x="69807" y="134789"/>
                              <a:pt x="67140" y="138028"/>
                              <a:pt x="64663" y="140218"/>
                            </a:cubicBezTo>
                            <a:cubicBezTo>
                              <a:pt x="59710" y="145076"/>
                              <a:pt x="54662" y="148981"/>
                              <a:pt x="49519" y="152125"/>
                            </a:cubicBezTo>
                            <a:cubicBezTo>
                              <a:pt x="39231" y="158411"/>
                              <a:pt x="28468" y="161745"/>
                              <a:pt x="16753" y="163936"/>
                            </a:cubicBezTo>
                            <a:cubicBezTo>
                              <a:pt x="8656" y="165364"/>
                              <a:pt x="465" y="158030"/>
                              <a:pt x="179" y="150124"/>
                            </a:cubicBezTo>
                            <a:cubicBezTo>
                              <a:pt x="-297" y="138694"/>
                              <a:pt x="84" y="127931"/>
                              <a:pt x="2465" y="116882"/>
                            </a:cubicBezTo>
                            <a:cubicBezTo>
                              <a:pt x="4941" y="105738"/>
                              <a:pt x="8466" y="94784"/>
                              <a:pt x="18467" y="79354"/>
                            </a:cubicBezTo>
                            <a:cubicBezTo>
                              <a:pt x="20848" y="75353"/>
                              <a:pt x="24277" y="70686"/>
                              <a:pt x="28278" y="65733"/>
                            </a:cubicBezTo>
                            <a:cubicBezTo>
                              <a:pt x="32278" y="60780"/>
                              <a:pt x="36374" y="55065"/>
                              <a:pt x="41137" y="50112"/>
                            </a:cubicBezTo>
                            <a:cubicBezTo>
                              <a:pt x="45804" y="45064"/>
                              <a:pt x="50376" y="39920"/>
                              <a:pt x="54853" y="35443"/>
                            </a:cubicBezTo>
                            <a:cubicBezTo>
                              <a:pt x="59424" y="31157"/>
                              <a:pt x="63615" y="27252"/>
                              <a:pt x="67045" y="24108"/>
                            </a:cubicBezTo>
                            <a:cubicBezTo>
                              <a:pt x="93143" y="1344"/>
                              <a:pt x="114860" y="-1037"/>
                              <a:pt x="137815" y="296"/>
                            </a:cubicBezTo>
                            <a:cubicBezTo>
                              <a:pt x="145912" y="867"/>
                              <a:pt x="153817" y="8011"/>
                              <a:pt x="152579" y="15441"/>
                            </a:cubicBezTo>
                            <a:cubicBezTo>
                              <a:pt x="149436" y="37253"/>
                              <a:pt x="140863" y="55446"/>
                              <a:pt x="120956" y="7668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56" name="Forme libre : forme 10355">
                        <a:extLst>
                          <a:ext uri="{FF2B5EF4-FFF2-40B4-BE49-F238E27FC236}">
                            <a16:creationId xmlns:a16="http://schemas.microsoft.com/office/drawing/2014/main" id="{B128D010-3F19-4246-B7CE-6AC8CDE1F5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63264" y="2619756"/>
                        <a:ext cx="145256" cy="149279"/>
                      </a:xfrm>
                      <a:custGeom>
                        <a:avLst/>
                        <a:gdLst>
                          <a:gd name="connsiteX0" fmla="*/ 55817 w 145256"/>
                          <a:gd name="connsiteY0" fmla="*/ 85820 h 149279"/>
                          <a:gd name="connsiteX1" fmla="*/ 44005 w 145256"/>
                          <a:gd name="connsiteY1" fmla="*/ 103346 h 149279"/>
                          <a:gd name="connsiteX2" fmla="*/ 31052 w 145256"/>
                          <a:gd name="connsiteY2" fmla="*/ 120967 h 149279"/>
                          <a:gd name="connsiteX3" fmla="*/ 0 w 145256"/>
                          <a:gd name="connsiteY3" fmla="*/ 146971 h 149279"/>
                          <a:gd name="connsiteX4" fmla="*/ 9430 w 145256"/>
                          <a:gd name="connsiteY4" fmla="*/ 149066 h 149279"/>
                          <a:gd name="connsiteX5" fmla="*/ 21241 w 145256"/>
                          <a:gd name="connsiteY5" fmla="*/ 146304 h 149279"/>
                          <a:gd name="connsiteX6" fmla="*/ 52769 w 145256"/>
                          <a:gd name="connsiteY6" fmla="*/ 129445 h 149279"/>
                          <a:gd name="connsiteX7" fmla="*/ 62484 w 145256"/>
                          <a:gd name="connsiteY7" fmla="*/ 119824 h 149279"/>
                          <a:gd name="connsiteX8" fmla="*/ 71342 w 145256"/>
                          <a:gd name="connsiteY8" fmla="*/ 109823 h 149279"/>
                          <a:gd name="connsiteX9" fmla="*/ 77629 w 145256"/>
                          <a:gd name="connsiteY9" fmla="*/ 101917 h 149279"/>
                          <a:gd name="connsiteX10" fmla="*/ 110300 w 145256"/>
                          <a:gd name="connsiteY10" fmla="*/ 65151 h 149279"/>
                          <a:gd name="connsiteX11" fmla="*/ 113538 w 145256"/>
                          <a:gd name="connsiteY11" fmla="*/ 61531 h 149279"/>
                          <a:gd name="connsiteX12" fmla="*/ 130778 w 145256"/>
                          <a:gd name="connsiteY12" fmla="*/ 39814 h 149279"/>
                          <a:gd name="connsiteX13" fmla="*/ 143256 w 145256"/>
                          <a:gd name="connsiteY13" fmla="*/ 10382 h 149279"/>
                          <a:gd name="connsiteX14" fmla="*/ 145256 w 145256"/>
                          <a:gd name="connsiteY14" fmla="*/ 381 h 149279"/>
                          <a:gd name="connsiteX15" fmla="*/ 145256 w 145256"/>
                          <a:gd name="connsiteY15" fmla="*/ 0 h 149279"/>
                          <a:gd name="connsiteX16" fmla="*/ 96298 w 145256"/>
                          <a:gd name="connsiteY16" fmla="*/ 39243 h 149279"/>
                          <a:gd name="connsiteX17" fmla="*/ 55817 w 145256"/>
                          <a:gd name="connsiteY17" fmla="*/ 85820 h 1492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45256" h="149279">
                            <a:moveTo>
                              <a:pt x="55817" y="85820"/>
                            </a:moveTo>
                            <a:cubicBezTo>
                              <a:pt x="51816" y="91535"/>
                              <a:pt x="48196" y="97631"/>
                              <a:pt x="44005" y="103346"/>
                            </a:cubicBezTo>
                            <a:cubicBezTo>
                              <a:pt x="39910" y="109156"/>
                              <a:pt x="35623" y="115538"/>
                              <a:pt x="31052" y="120967"/>
                            </a:cubicBezTo>
                            <a:cubicBezTo>
                              <a:pt x="21812" y="132112"/>
                              <a:pt x="11335" y="141541"/>
                              <a:pt x="0" y="146971"/>
                            </a:cubicBezTo>
                            <a:cubicBezTo>
                              <a:pt x="2762" y="148780"/>
                              <a:pt x="6096" y="149733"/>
                              <a:pt x="9430" y="149066"/>
                            </a:cubicBezTo>
                            <a:cubicBezTo>
                              <a:pt x="13430" y="148304"/>
                              <a:pt x="17431" y="147447"/>
                              <a:pt x="21241" y="146304"/>
                            </a:cubicBezTo>
                            <a:cubicBezTo>
                              <a:pt x="32290" y="143065"/>
                              <a:pt x="42672" y="138113"/>
                              <a:pt x="52769" y="129445"/>
                            </a:cubicBezTo>
                            <a:cubicBezTo>
                              <a:pt x="56007" y="126682"/>
                              <a:pt x="59246" y="123444"/>
                              <a:pt x="62484" y="119824"/>
                            </a:cubicBezTo>
                            <a:cubicBezTo>
                              <a:pt x="65532" y="116681"/>
                              <a:pt x="68389" y="113633"/>
                              <a:pt x="71342" y="109823"/>
                            </a:cubicBezTo>
                            <a:cubicBezTo>
                              <a:pt x="73152" y="107632"/>
                              <a:pt x="75057" y="104775"/>
                              <a:pt x="77629" y="101917"/>
                            </a:cubicBezTo>
                            <a:cubicBezTo>
                              <a:pt x="86963" y="90297"/>
                              <a:pt x="100870" y="74771"/>
                              <a:pt x="110300" y="65151"/>
                            </a:cubicBezTo>
                            <a:cubicBezTo>
                              <a:pt x="111443" y="63913"/>
                              <a:pt x="112586" y="62674"/>
                              <a:pt x="113538" y="61531"/>
                            </a:cubicBezTo>
                            <a:cubicBezTo>
                              <a:pt x="120777" y="54197"/>
                              <a:pt x="126111" y="46768"/>
                              <a:pt x="130778" y="39814"/>
                            </a:cubicBezTo>
                            <a:cubicBezTo>
                              <a:pt x="136684" y="30004"/>
                              <a:pt x="140589" y="20479"/>
                              <a:pt x="143256" y="10382"/>
                            </a:cubicBezTo>
                            <a:cubicBezTo>
                              <a:pt x="144018" y="7048"/>
                              <a:pt x="144780" y="3810"/>
                              <a:pt x="145256" y="381"/>
                            </a:cubicBezTo>
                            <a:lnTo>
                              <a:pt x="145256" y="0"/>
                            </a:lnTo>
                            <a:cubicBezTo>
                              <a:pt x="128302" y="12001"/>
                              <a:pt x="111633" y="24955"/>
                              <a:pt x="96298" y="39243"/>
                            </a:cubicBezTo>
                            <a:cubicBezTo>
                              <a:pt x="81248" y="53912"/>
                              <a:pt x="67056" y="69247"/>
                              <a:pt x="55817" y="8582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57" name="Forme libre : forme 10356">
                        <a:extLst>
                          <a:ext uri="{FF2B5EF4-FFF2-40B4-BE49-F238E27FC236}">
                            <a16:creationId xmlns:a16="http://schemas.microsoft.com/office/drawing/2014/main" id="{344A19FF-45BC-4532-B995-8E6CB10393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03519" y="2635134"/>
                        <a:ext cx="71458" cy="72582"/>
                      </a:xfrm>
                      <a:custGeom>
                        <a:avLst/>
                        <a:gdLst>
                          <a:gd name="connsiteX0" fmla="*/ 70521 w 71458"/>
                          <a:gd name="connsiteY0" fmla="*/ 1481 h 72582"/>
                          <a:gd name="connsiteX1" fmla="*/ 42231 w 71458"/>
                          <a:gd name="connsiteY1" fmla="*/ 44820 h 72582"/>
                          <a:gd name="connsiteX2" fmla="*/ 2512 w 71458"/>
                          <a:gd name="connsiteY2" fmla="*/ 71776 h 72582"/>
                          <a:gd name="connsiteX3" fmla="*/ 24134 w 71458"/>
                          <a:gd name="connsiteY3" fmla="*/ 27961 h 72582"/>
                          <a:gd name="connsiteX4" fmla="*/ 47947 w 71458"/>
                          <a:gd name="connsiteY4" fmla="*/ 8244 h 72582"/>
                          <a:gd name="connsiteX5" fmla="*/ 70521 w 71458"/>
                          <a:gd name="connsiteY5" fmla="*/ 1481 h 725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1458" h="72582">
                            <a:moveTo>
                              <a:pt x="70521" y="1481"/>
                            </a:moveTo>
                            <a:cubicBezTo>
                              <a:pt x="76712" y="8720"/>
                              <a:pt x="50518" y="35485"/>
                              <a:pt x="42231" y="44820"/>
                            </a:cubicBezTo>
                            <a:cubicBezTo>
                              <a:pt x="33564" y="53773"/>
                              <a:pt x="11085" y="77205"/>
                              <a:pt x="2512" y="71776"/>
                            </a:cubicBezTo>
                            <a:cubicBezTo>
                              <a:pt x="-7489" y="65299"/>
                              <a:pt x="14990" y="36533"/>
                              <a:pt x="24134" y="27961"/>
                            </a:cubicBezTo>
                            <a:cubicBezTo>
                              <a:pt x="28611" y="23675"/>
                              <a:pt x="38136" y="14626"/>
                              <a:pt x="47947" y="8244"/>
                            </a:cubicBezTo>
                            <a:cubicBezTo>
                              <a:pt x="57567" y="1672"/>
                              <a:pt x="67092" y="-2329"/>
                              <a:pt x="70521" y="148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58" name="Forme libre : forme 10357">
                        <a:extLst>
                          <a:ext uri="{FF2B5EF4-FFF2-40B4-BE49-F238E27FC236}">
                            <a16:creationId xmlns:a16="http://schemas.microsoft.com/office/drawing/2014/main" id="{D078ECAC-A923-4502-AF4B-CEB4A3B32F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03149" y="2664047"/>
                        <a:ext cx="56127" cy="43451"/>
                      </a:xfrm>
                      <a:custGeom>
                        <a:avLst/>
                        <a:gdLst>
                          <a:gd name="connsiteX0" fmla="*/ 7740 w 56127"/>
                          <a:gd name="connsiteY0" fmla="*/ 20193 h 43451"/>
                          <a:gd name="connsiteX1" fmla="*/ 1359 w 56127"/>
                          <a:gd name="connsiteY1" fmla="*/ 33052 h 43451"/>
                          <a:gd name="connsiteX2" fmla="*/ 2597 w 56127"/>
                          <a:gd name="connsiteY2" fmla="*/ 43148 h 43451"/>
                          <a:gd name="connsiteX3" fmla="*/ 42983 w 56127"/>
                          <a:gd name="connsiteY3" fmla="*/ 15430 h 43451"/>
                          <a:gd name="connsiteX4" fmla="*/ 56128 w 56127"/>
                          <a:gd name="connsiteY4" fmla="*/ 0 h 43451"/>
                          <a:gd name="connsiteX5" fmla="*/ 47936 w 56127"/>
                          <a:gd name="connsiteY5" fmla="*/ 7144 h 43451"/>
                          <a:gd name="connsiteX6" fmla="*/ 7740 w 56127"/>
                          <a:gd name="connsiteY6" fmla="*/ 20193 h 434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6127" h="43451">
                            <a:moveTo>
                              <a:pt x="7740" y="20193"/>
                            </a:moveTo>
                            <a:cubicBezTo>
                              <a:pt x="6502" y="23241"/>
                              <a:pt x="3359" y="28385"/>
                              <a:pt x="1359" y="33052"/>
                            </a:cubicBezTo>
                            <a:cubicBezTo>
                              <a:pt x="-451" y="37814"/>
                              <a:pt x="-832" y="42196"/>
                              <a:pt x="2597" y="43148"/>
                            </a:cubicBezTo>
                            <a:cubicBezTo>
                              <a:pt x="13265" y="46101"/>
                              <a:pt x="32029" y="26765"/>
                              <a:pt x="42983" y="15430"/>
                            </a:cubicBezTo>
                            <a:cubicBezTo>
                              <a:pt x="46221" y="12097"/>
                              <a:pt x="53079" y="4381"/>
                              <a:pt x="56128" y="0"/>
                            </a:cubicBezTo>
                            <a:cubicBezTo>
                              <a:pt x="53937" y="2000"/>
                              <a:pt x="50317" y="5620"/>
                              <a:pt x="47936" y="7144"/>
                            </a:cubicBezTo>
                            <a:cubicBezTo>
                              <a:pt x="34125" y="15812"/>
                              <a:pt x="17646" y="26861"/>
                              <a:pt x="7740" y="20193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59" name="Forme libre : forme 10358">
                        <a:extLst>
                          <a:ext uri="{FF2B5EF4-FFF2-40B4-BE49-F238E27FC236}">
                            <a16:creationId xmlns:a16="http://schemas.microsoft.com/office/drawing/2014/main" id="{6F92B321-8C66-4265-A6E4-79D70348DC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08662" y="2633048"/>
                        <a:ext cx="71502" cy="72181"/>
                      </a:xfrm>
                      <a:custGeom>
                        <a:avLst/>
                        <a:gdLst>
                          <a:gd name="connsiteX0" fmla="*/ 71093 w 71502"/>
                          <a:gd name="connsiteY0" fmla="*/ 2138 h 72181"/>
                          <a:gd name="connsiteX1" fmla="*/ 42328 w 71502"/>
                          <a:gd name="connsiteY1" fmla="*/ 45668 h 72181"/>
                          <a:gd name="connsiteX2" fmla="*/ 22420 w 71502"/>
                          <a:gd name="connsiteY2" fmla="*/ 64051 h 72181"/>
                          <a:gd name="connsiteX3" fmla="*/ 2418 w 71502"/>
                          <a:gd name="connsiteY3" fmla="*/ 71290 h 72181"/>
                          <a:gd name="connsiteX4" fmla="*/ 6323 w 71502"/>
                          <a:gd name="connsiteY4" fmla="*/ 50525 h 72181"/>
                          <a:gd name="connsiteX5" fmla="*/ 24421 w 71502"/>
                          <a:gd name="connsiteY5" fmla="*/ 28427 h 72181"/>
                          <a:gd name="connsiteX6" fmla="*/ 48995 w 71502"/>
                          <a:gd name="connsiteY6" fmla="*/ 8139 h 72181"/>
                          <a:gd name="connsiteX7" fmla="*/ 71093 w 71502"/>
                          <a:gd name="connsiteY7" fmla="*/ 2138 h 72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1502" h="72181">
                            <a:moveTo>
                              <a:pt x="71093" y="2138"/>
                            </a:moveTo>
                            <a:cubicBezTo>
                              <a:pt x="74903" y="11759"/>
                              <a:pt x="51091" y="35571"/>
                              <a:pt x="42328" y="45668"/>
                            </a:cubicBezTo>
                            <a:cubicBezTo>
                              <a:pt x="37851" y="50621"/>
                              <a:pt x="30041" y="58145"/>
                              <a:pt x="22420" y="64051"/>
                            </a:cubicBezTo>
                            <a:cubicBezTo>
                              <a:pt x="15086" y="70052"/>
                              <a:pt x="7276" y="74052"/>
                              <a:pt x="2418" y="71290"/>
                            </a:cubicBezTo>
                            <a:cubicBezTo>
                              <a:pt x="-2535" y="68432"/>
                              <a:pt x="799" y="59765"/>
                              <a:pt x="6323" y="50525"/>
                            </a:cubicBezTo>
                            <a:cubicBezTo>
                              <a:pt x="12038" y="41477"/>
                              <a:pt x="20420" y="32428"/>
                              <a:pt x="24421" y="28427"/>
                            </a:cubicBezTo>
                            <a:cubicBezTo>
                              <a:pt x="28612" y="24427"/>
                              <a:pt x="38708" y="14711"/>
                              <a:pt x="48995" y="8139"/>
                            </a:cubicBezTo>
                            <a:cubicBezTo>
                              <a:pt x="59092" y="1090"/>
                              <a:pt x="69188" y="-2624"/>
                              <a:pt x="71093" y="213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60" name="Forme libre : forme 10359">
                        <a:extLst>
                          <a:ext uri="{FF2B5EF4-FFF2-40B4-BE49-F238E27FC236}">
                            <a16:creationId xmlns:a16="http://schemas.microsoft.com/office/drawing/2014/main" id="{BE39F7D6-B099-4FA0-94FC-B3316FF316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72422" y="2660320"/>
                        <a:ext cx="96310" cy="85315"/>
                      </a:xfrm>
                      <a:custGeom>
                        <a:avLst/>
                        <a:gdLst>
                          <a:gd name="connsiteX0" fmla="*/ 8559 w 96310"/>
                          <a:gd name="connsiteY0" fmla="*/ 84690 h 85315"/>
                          <a:gd name="connsiteX1" fmla="*/ 25704 w 96310"/>
                          <a:gd name="connsiteY1" fmla="*/ 81165 h 85315"/>
                          <a:gd name="connsiteX2" fmla="*/ 45516 w 96310"/>
                          <a:gd name="connsiteY2" fmla="*/ 69545 h 85315"/>
                          <a:gd name="connsiteX3" fmla="*/ 63709 w 96310"/>
                          <a:gd name="connsiteY3" fmla="*/ 55352 h 85315"/>
                          <a:gd name="connsiteX4" fmla="*/ 79044 w 96310"/>
                          <a:gd name="connsiteY4" fmla="*/ 38874 h 85315"/>
                          <a:gd name="connsiteX5" fmla="*/ 91141 w 96310"/>
                          <a:gd name="connsiteY5" fmla="*/ 21348 h 85315"/>
                          <a:gd name="connsiteX6" fmla="*/ 93141 w 96310"/>
                          <a:gd name="connsiteY6" fmla="*/ 393 h 85315"/>
                          <a:gd name="connsiteX7" fmla="*/ 78473 w 96310"/>
                          <a:gd name="connsiteY7" fmla="*/ 6394 h 85315"/>
                          <a:gd name="connsiteX8" fmla="*/ 59708 w 96310"/>
                          <a:gd name="connsiteY8" fmla="*/ 17157 h 85315"/>
                          <a:gd name="connsiteX9" fmla="*/ 39991 w 96310"/>
                          <a:gd name="connsiteY9" fmla="*/ 27444 h 85315"/>
                          <a:gd name="connsiteX10" fmla="*/ 20751 w 96310"/>
                          <a:gd name="connsiteY10" fmla="*/ 37065 h 85315"/>
                          <a:gd name="connsiteX11" fmla="*/ 4177 w 96310"/>
                          <a:gd name="connsiteY11" fmla="*/ 54781 h 85315"/>
                          <a:gd name="connsiteX12" fmla="*/ 8559 w 96310"/>
                          <a:gd name="connsiteY12" fmla="*/ 84690 h 85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6310" h="85315">
                            <a:moveTo>
                              <a:pt x="8559" y="84690"/>
                            </a:moveTo>
                            <a:cubicBezTo>
                              <a:pt x="15226" y="86118"/>
                              <a:pt x="18274" y="85166"/>
                              <a:pt x="25704" y="81165"/>
                            </a:cubicBezTo>
                            <a:cubicBezTo>
                              <a:pt x="32752" y="77546"/>
                              <a:pt x="39325" y="73355"/>
                              <a:pt x="45516" y="69545"/>
                            </a:cubicBezTo>
                            <a:cubicBezTo>
                              <a:pt x="51802" y="65925"/>
                              <a:pt x="56946" y="61163"/>
                              <a:pt x="63709" y="55352"/>
                            </a:cubicBezTo>
                            <a:cubicBezTo>
                              <a:pt x="69138" y="50400"/>
                              <a:pt x="74091" y="44494"/>
                              <a:pt x="79044" y="38874"/>
                            </a:cubicBezTo>
                            <a:cubicBezTo>
                              <a:pt x="83711" y="32969"/>
                              <a:pt x="87807" y="26968"/>
                              <a:pt x="91141" y="21348"/>
                            </a:cubicBezTo>
                            <a:cubicBezTo>
                              <a:pt x="95713" y="12776"/>
                              <a:pt x="99047" y="3251"/>
                              <a:pt x="93141" y="393"/>
                            </a:cubicBezTo>
                            <a:cubicBezTo>
                              <a:pt x="89426" y="-1417"/>
                              <a:pt x="83807" y="3441"/>
                              <a:pt x="78473" y="6394"/>
                            </a:cubicBezTo>
                            <a:cubicBezTo>
                              <a:pt x="71995" y="9823"/>
                              <a:pt x="65899" y="13442"/>
                              <a:pt x="59708" y="17157"/>
                            </a:cubicBezTo>
                            <a:cubicBezTo>
                              <a:pt x="53422" y="20777"/>
                              <a:pt x="46945" y="24110"/>
                              <a:pt x="39991" y="27444"/>
                            </a:cubicBezTo>
                            <a:cubicBezTo>
                              <a:pt x="34086" y="30302"/>
                              <a:pt x="26942" y="32588"/>
                              <a:pt x="20751" y="37065"/>
                            </a:cubicBezTo>
                            <a:cubicBezTo>
                              <a:pt x="14560" y="41160"/>
                              <a:pt x="7892" y="47256"/>
                              <a:pt x="4177" y="54781"/>
                            </a:cubicBezTo>
                            <a:cubicBezTo>
                              <a:pt x="-2966" y="68592"/>
                              <a:pt x="-585" y="82594"/>
                              <a:pt x="8559" y="8469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61" name="Forme libre : forme 10360">
                        <a:extLst>
                          <a:ext uri="{FF2B5EF4-FFF2-40B4-BE49-F238E27FC236}">
                            <a16:creationId xmlns:a16="http://schemas.microsoft.com/office/drawing/2014/main" id="{A9DAC17F-7B61-4A0D-B111-D17FC7335C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84668" y="2681402"/>
                        <a:ext cx="20777" cy="38133"/>
                      </a:xfrm>
                      <a:custGeom>
                        <a:avLst/>
                        <a:gdLst>
                          <a:gd name="connsiteX0" fmla="*/ 313 w 20777"/>
                          <a:gd name="connsiteY0" fmla="*/ 33127 h 38133"/>
                          <a:gd name="connsiteX1" fmla="*/ 408 w 20777"/>
                          <a:gd name="connsiteY1" fmla="*/ 37604 h 38133"/>
                          <a:gd name="connsiteX2" fmla="*/ 4028 w 20777"/>
                          <a:gd name="connsiteY2" fmla="*/ 36461 h 38133"/>
                          <a:gd name="connsiteX3" fmla="*/ 8314 w 20777"/>
                          <a:gd name="connsiteY3" fmla="*/ 30365 h 38133"/>
                          <a:gd name="connsiteX4" fmla="*/ 17172 w 20777"/>
                          <a:gd name="connsiteY4" fmla="*/ 14077 h 38133"/>
                          <a:gd name="connsiteX5" fmla="*/ 20125 w 20777"/>
                          <a:gd name="connsiteY5" fmla="*/ 7981 h 38133"/>
                          <a:gd name="connsiteX6" fmla="*/ 10886 w 20777"/>
                          <a:gd name="connsiteY6" fmla="*/ 5981 h 38133"/>
                          <a:gd name="connsiteX7" fmla="*/ 313 w 20777"/>
                          <a:gd name="connsiteY7" fmla="*/ 33127 h 381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0777" h="38133">
                            <a:moveTo>
                              <a:pt x="313" y="33127"/>
                            </a:moveTo>
                            <a:cubicBezTo>
                              <a:pt x="27" y="35128"/>
                              <a:pt x="-258" y="36461"/>
                              <a:pt x="408" y="37604"/>
                            </a:cubicBezTo>
                            <a:cubicBezTo>
                              <a:pt x="1075" y="38747"/>
                              <a:pt x="2599" y="37890"/>
                              <a:pt x="4028" y="36461"/>
                            </a:cubicBezTo>
                            <a:cubicBezTo>
                              <a:pt x="5361" y="35032"/>
                              <a:pt x="7076" y="32461"/>
                              <a:pt x="8314" y="30365"/>
                            </a:cubicBezTo>
                            <a:cubicBezTo>
                              <a:pt x="11457" y="25126"/>
                              <a:pt x="14600" y="19411"/>
                              <a:pt x="17172" y="14077"/>
                            </a:cubicBezTo>
                            <a:cubicBezTo>
                              <a:pt x="18315" y="11982"/>
                              <a:pt x="19553" y="9981"/>
                              <a:pt x="20125" y="7981"/>
                            </a:cubicBezTo>
                            <a:cubicBezTo>
                              <a:pt x="22506" y="-305"/>
                              <a:pt x="18125" y="-3925"/>
                              <a:pt x="10886" y="5981"/>
                            </a:cubicBezTo>
                            <a:cubicBezTo>
                              <a:pt x="5457" y="13791"/>
                              <a:pt x="1932" y="25221"/>
                              <a:pt x="313" y="33127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62" name="Forme libre : forme 10361">
                        <a:extLst>
                          <a:ext uri="{FF2B5EF4-FFF2-40B4-BE49-F238E27FC236}">
                            <a16:creationId xmlns:a16="http://schemas.microsoft.com/office/drawing/2014/main" id="{71BE4A4D-962C-426A-B622-85785696AB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77564" y="2619851"/>
                        <a:ext cx="27300" cy="59055"/>
                      </a:xfrm>
                      <a:custGeom>
                        <a:avLst/>
                        <a:gdLst>
                          <a:gd name="connsiteX0" fmla="*/ 27242 w 27300"/>
                          <a:gd name="connsiteY0" fmla="*/ 0 h 59055"/>
                          <a:gd name="connsiteX1" fmla="*/ 0 w 27300"/>
                          <a:gd name="connsiteY1" fmla="*/ 59055 h 59055"/>
                          <a:gd name="connsiteX2" fmla="*/ 27242 w 27300"/>
                          <a:gd name="connsiteY2" fmla="*/ 0 h 590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7300" h="59055">
                            <a:moveTo>
                              <a:pt x="27242" y="0"/>
                            </a:moveTo>
                            <a:cubicBezTo>
                              <a:pt x="28480" y="16478"/>
                              <a:pt x="9715" y="42291"/>
                              <a:pt x="0" y="59055"/>
                            </a:cubicBezTo>
                            <a:cubicBezTo>
                              <a:pt x="10763" y="41053"/>
                              <a:pt x="20955" y="17907"/>
                              <a:pt x="2724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63" name="Forme libre : forme 10362">
                        <a:extLst>
                          <a:ext uri="{FF2B5EF4-FFF2-40B4-BE49-F238E27FC236}">
                            <a16:creationId xmlns:a16="http://schemas.microsoft.com/office/drawing/2014/main" id="{3F9F70A7-EC42-4984-949A-0785A54238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58597" y="2683573"/>
                        <a:ext cx="19430" cy="71628"/>
                      </a:xfrm>
                      <a:custGeom>
                        <a:avLst/>
                        <a:gdLst>
                          <a:gd name="connsiteX0" fmla="*/ 19431 w 19430"/>
                          <a:gd name="connsiteY0" fmla="*/ 0 h 71628"/>
                          <a:gd name="connsiteX1" fmla="*/ 9334 w 19430"/>
                          <a:gd name="connsiteY1" fmla="*/ 19621 h 71628"/>
                          <a:gd name="connsiteX2" fmla="*/ 4286 w 19430"/>
                          <a:gd name="connsiteY2" fmla="*/ 37529 h 71628"/>
                          <a:gd name="connsiteX3" fmla="*/ 0 w 19430"/>
                          <a:gd name="connsiteY3" fmla="*/ 71628 h 71628"/>
                          <a:gd name="connsiteX4" fmla="*/ 5715 w 19430"/>
                          <a:gd name="connsiteY4" fmla="*/ 37433 h 71628"/>
                          <a:gd name="connsiteX5" fmla="*/ 11239 w 19430"/>
                          <a:gd name="connsiteY5" fmla="*/ 19050 h 71628"/>
                          <a:gd name="connsiteX6" fmla="*/ 19431 w 19430"/>
                          <a:gd name="connsiteY6" fmla="*/ 0 h 716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430" h="71628">
                            <a:moveTo>
                              <a:pt x="19431" y="0"/>
                            </a:moveTo>
                            <a:cubicBezTo>
                              <a:pt x="15430" y="6477"/>
                              <a:pt x="11811" y="13335"/>
                              <a:pt x="9334" y="19621"/>
                            </a:cubicBezTo>
                            <a:cubicBezTo>
                              <a:pt x="7239" y="25622"/>
                              <a:pt x="5524" y="31623"/>
                              <a:pt x="4286" y="37529"/>
                            </a:cubicBezTo>
                            <a:cubicBezTo>
                              <a:pt x="1714" y="49435"/>
                              <a:pt x="571" y="60960"/>
                              <a:pt x="0" y="71628"/>
                            </a:cubicBezTo>
                            <a:cubicBezTo>
                              <a:pt x="0" y="61627"/>
                              <a:pt x="2381" y="49721"/>
                              <a:pt x="5715" y="37433"/>
                            </a:cubicBezTo>
                            <a:cubicBezTo>
                              <a:pt x="7334" y="31337"/>
                              <a:pt x="9239" y="25051"/>
                              <a:pt x="11239" y="19050"/>
                            </a:cubicBezTo>
                            <a:cubicBezTo>
                              <a:pt x="13811" y="12478"/>
                              <a:pt x="16669" y="6001"/>
                              <a:pt x="1943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64" name="Forme libre : forme 10363">
                        <a:extLst>
                          <a:ext uri="{FF2B5EF4-FFF2-40B4-BE49-F238E27FC236}">
                            <a16:creationId xmlns:a16="http://schemas.microsoft.com/office/drawing/2014/main" id="{C5E62F21-C62B-4D75-A0BE-2CB286D7CE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26279" y="2647901"/>
                        <a:ext cx="28719" cy="24916"/>
                      </a:xfrm>
                      <a:custGeom>
                        <a:avLst/>
                        <a:gdLst>
                          <a:gd name="connsiteX0" fmla="*/ 28710 w 28719"/>
                          <a:gd name="connsiteY0" fmla="*/ 1192 h 24916"/>
                          <a:gd name="connsiteX1" fmla="*/ 14328 w 28719"/>
                          <a:gd name="connsiteY1" fmla="*/ 17194 h 24916"/>
                          <a:gd name="connsiteX2" fmla="*/ 40 w 28719"/>
                          <a:gd name="connsiteY2" fmla="*/ 23576 h 24916"/>
                          <a:gd name="connsiteX3" fmla="*/ 4993 w 28719"/>
                          <a:gd name="connsiteY3" fmla="*/ 14908 h 24916"/>
                          <a:gd name="connsiteX4" fmla="*/ 13375 w 28719"/>
                          <a:gd name="connsiteY4" fmla="*/ 7954 h 24916"/>
                          <a:gd name="connsiteX5" fmla="*/ 22043 w 28719"/>
                          <a:gd name="connsiteY5" fmla="*/ 1859 h 24916"/>
                          <a:gd name="connsiteX6" fmla="*/ 28710 w 28719"/>
                          <a:gd name="connsiteY6" fmla="*/ 1192 h 24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8719" h="24916">
                            <a:moveTo>
                              <a:pt x="28710" y="1192"/>
                            </a:moveTo>
                            <a:cubicBezTo>
                              <a:pt x="29092" y="5192"/>
                              <a:pt x="17852" y="14336"/>
                              <a:pt x="14328" y="17194"/>
                            </a:cubicBezTo>
                            <a:cubicBezTo>
                              <a:pt x="10613" y="19766"/>
                              <a:pt x="993" y="28148"/>
                              <a:pt x="40" y="23576"/>
                            </a:cubicBezTo>
                            <a:cubicBezTo>
                              <a:pt x="-341" y="21385"/>
                              <a:pt x="2041" y="17956"/>
                              <a:pt x="4993" y="14908"/>
                            </a:cubicBezTo>
                            <a:cubicBezTo>
                              <a:pt x="8041" y="11955"/>
                              <a:pt x="11661" y="9288"/>
                              <a:pt x="13375" y="7954"/>
                            </a:cubicBezTo>
                            <a:cubicBezTo>
                              <a:pt x="15090" y="6621"/>
                              <a:pt x="18709" y="3859"/>
                              <a:pt x="22043" y="1859"/>
                            </a:cubicBezTo>
                            <a:cubicBezTo>
                              <a:pt x="25377" y="49"/>
                              <a:pt x="28425" y="-904"/>
                              <a:pt x="28710" y="119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65" name="Forme libre : forme 10364">
                        <a:extLst>
                          <a:ext uri="{FF2B5EF4-FFF2-40B4-BE49-F238E27FC236}">
                            <a16:creationId xmlns:a16="http://schemas.microsoft.com/office/drawing/2014/main" id="{9E189FC6-E90A-4008-B358-01234714E7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0443" y="2644458"/>
                        <a:ext cx="8512" cy="7209"/>
                      </a:xfrm>
                      <a:custGeom>
                        <a:avLst/>
                        <a:gdLst>
                          <a:gd name="connsiteX0" fmla="*/ 8166 w 8512"/>
                          <a:gd name="connsiteY0" fmla="*/ 157 h 7209"/>
                          <a:gd name="connsiteX1" fmla="*/ 5690 w 8512"/>
                          <a:gd name="connsiteY1" fmla="*/ 4539 h 7209"/>
                          <a:gd name="connsiteX2" fmla="*/ 356 w 8512"/>
                          <a:gd name="connsiteY2" fmla="*/ 7015 h 7209"/>
                          <a:gd name="connsiteX3" fmla="*/ 2737 w 8512"/>
                          <a:gd name="connsiteY3" fmla="*/ 2729 h 7209"/>
                          <a:gd name="connsiteX4" fmla="*/ 8166 w 8512"/>
                          <a:gd name="connsiteY4" fmla="*/ 157 h 7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2" h="7209">
                            <a:moveTo>
                              <a:pt x="8166" y="157"/>
                            </a:moveTo>
                            <a:cubicBezTo>
                              <a:pt x="9405" y="920"/>
                              <a:pt x="7024" y="3396"/>
                              <a:pt x="5690" y="4539"/>
                            </a:cubicBezTo>
                            <a:cubicBezTo>
                              <a:pt x="4357" y="5682"/>
                              <a:pt x="1594" y="7873"/>
                              <a:pt x="356" y="7015"/>
                            </a:cubicBezTo>
                            <a:cubicBezTo>
                              <a:pt x="-882" y="6254"/>
                              <a:pt x="1404" y="3872"/>
                              <a:pt x="2737" y="2729"/>
                            </a:cubicBezTo>
                            <a:cubicBezTo>
                              <a:pt x="4071" y="1586"/>
                              <a:pt x="6928" y="-604"/>
                              <a:pt x="8166" y="15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66" name="Forme libre : forme 10365">
                        <a:extLst>
                          <a:ext uri="{FF2B5EF4-FFF2-40B4-BE49-F238E27FC236}">
                            <a16:creationId xmlns:a16="http://schemas.microsoft.com/office/drawing/2014/main" id="{71705209-1DC1-4D34-B7A1-A896654B05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10578" y="2614382"/>
                        <a:ext cx="87132" cy="44770"/>
                      </a:xfrm>
                      <a:custGeom>
                        <a:avLst/>
                        <a:gdLst>
                          <a:gd name="connsiteX0" fmla="*/ 58509 w 87132"/>
                          <a:gd name="connsiteY0" fmla="*/ 2802 h 44770"/>
                          <a:gd name="connsiteX1" fmla="*/ 85274 w 87132"/>
                          <a:gd name="connsiteY1" fmla="*/ 992 h 44770"/>
                          <a:gd name="connsiteX2" fmla="*/ 83655 w 87132"/>
                          <a:gd name="connsiteY2" fmla="*/ 9374 h 44770"/>
                          <a:gd name="connsiteX3" fmla="*/ 72987 w 87132"/>
                          <a:gd name="connsiteY3" fmla="*/ 13089 h 44770"/>
                          <a:gd name="connsiteX4" fmla="*/ 39840 w 87132"/>
                          <a:gd name="connsiteY4" fmla="*/ 23852 h 44770"/>
                          <a:gd name="connsiteX5" fmla="*/ 17266 w 87132"/>
                          <a:gd name="connsiteY5" fmla="*/ 37759 h 44770"/>
                          <a:gd name="connsiteX6" fmla="*/ 26 w 87132"/>
                          <a:gd name="connsiteY6" fmla="*/ 42331 h 44770"/>
                          <a:gd name="connsiteX7" fmla="*/ 34792 w 87132"/>
                          <a:gd name="connsiteY7" fmla="*/ 8136 h 44770"/>
                          <a:gd name="connsiteX8" fmla="*/ 58509 w 87132"/>
                          <a:gd name="connsiteY8" fmla="*/ 2802 h 447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132" h="44770">
                            <a:moveTo>
                              <a:pt x="58509" y="2802"/>
                            </a:moveTo>
                            <a:cubicBezTo>
                              <a:pt x="69082" y="230"/>
                              <a:pt x="76797" y="-1008"/>
                              <a:pt x="85274" y="992"/>
                            </a:cubicBezTo>
                            <a:cubicBezTo>
                              <a:pt x="88418" y="1754"/>
                              <a:pt x="87370" y="6517"/>
                              <a:pt x="83655" y="9374"/>
                            </a:cubicBezTo>
                            <a:cubicBezTo>
                              <a:pt x="79940" y="12232"/>
                              <a:pt x="76511" y="12613"/>
                              <a:pt x="72987" y="13089"/>
                            </a:cubicBezTo>
                            <a:cubicBezTo>
                              <a:pt x="62128" y="14994"/>
                              <a:pt x="51270" y="18518"/>
                              <a:pt x="39840" y="23852"/>
                            </a:cubicBezTo>
                            <a:cubicBezTo>
                              <a:pt x="36125" y="25281"/>
                              <a:pt x="26219" y="32234"/>
                              <a:pt x="17266" y="37759"/>
                            </a:cubicBezTo>
                            <a:cubicBezTo>
                              <a:pt x="8217" y="43188"/>
                              <a:pt x="502" y="47760"/>
                              <a:pt x="26" y="42331"/>
                            </a:cubicBezTo>
                            <a:cubicBezTo>
                              <a:pt x="-927" y="31091"/>
                              <a:pt x="24981" y="12232"/>
                              <a:pt x="34792" y="8136"/>
                            </a:cubicBezTo>
                            <a:cubicBezTo>
                              <a:pt x="44507" y="3564"/>
                              <a:pt x="50603" y="4802"/>
                              <a:pt x="58509" y="280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29" name="Graphique 1">
                      <a:extLst>
                        <a:ext uri="{FF2B5EF4-FFF2-40B4-BE49-F238E27FC236}">
                          <a16:creationId xmlns:a16="http://schemas.microsoft.com/office/drawing/2014/main" id="{7A4A9D6E-DF9A-4DF2-812E-C1D2FEB858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2888" y="2515397"/>
                      <a:ext cx="201374" cy="104206"/>
                      <a:chOff x="2602888" y="2515397"/>
                      <a:chExt cx="201374" cy="104206"/>
                    </a:xfrm>
                    <a:solidFill>
                      <a:schemeClr val="accent1"/>
                    </a:solidFill>
                  </p:grpSpPr>
                  <p:sp>
                    <p:nvSpPr>
                      <p:cNvPr id="10343" name="Forme libre : forme 10342">
                        <a:extLst>
                          <a:ext uri="{FF2B5EF4-FFF2-40B4-BE49-F238E27FC236}">
                            <a16:creationId xmlns:a16="http://schemas.microsoft.com/office/drawing/2014/main" id="{B70F98B0-4FDE-4FB2-9692-7CD0A2F2B6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02888" y="2515397"/>
                        <a:ext cx="201374" cy="104205"/>
                      </a:xfrm>
                      <a:custGeom>
                        <a:avLst/>
                        <a:gdLst>
                          <a:gd name="connsiteX0" fmla="*/ 141268 w 201374"/>
                          <a:gd name="connsiteY0" fmla="*/ 75022 h 104205"/>
                          <a:gd name="connsiteX1" fmla="*/ 108026 w 201374"/>
                          <a:gd name="connsiteY1" fmla="*/ 83975 h 104205"/>
                          <a:gd name="connsiteX2" fmla="*/ 98692 w 201374"/>
                          <a:gd name="connsiteY2" fmla="*/ 86452 h 104205"/>
                          <a:gd name="connsiteX3" fmla="*/ 96406 w 201374"/>
                          <a:gd name="connsiteY3" fmla="*/ 87023 h 104205"/>
                          <a:gd name="connsiteX4" fmla="*/ 96025 w 201374"/>
                          <a:gd name="connsiteY4" fmla="*/ 87119 h 104205"/>
                          <a:gd name="connsiteX5" fmla="*/ 95644 w 201374"/>
                          <a:gd name="connsiteY5" fmla="*/ 87214 h 104205"/>
                          <a:gd name="connsiteX6" fmla="*/ 82118 w 201374"/>
                          <a:gd name="connsiteY6" fmla="*/ 93310 h 104205"/>
                          <a:gd name="connsiteX7" fmla="*/ 11729 w 201374"/>
                          <a:gd name="connsiteY7" fmla="*/ 101692 h 104205"/>
                          <a:gd name="connsiteX8" fmla="*/ 584 w 201374"/>
                          <a:gd name="connsiteY8" fmla="*/ 83213 h 104205"/>
                          <a:gd name="connsiteX9" fmla="*/ 49257 w 201374"/>
                          <a:gd name="connsiteY9" fmla="*/ 25396 h 104205"/>
                          <a:gd name="connsiteX10" fmla="*/ 63735 w 201374"/>
                          <a:gd name="connsiteY10" fmla="*/ 17681 h 104205"/>
                          <a:gd name="connsiteX11" fmla="*/ 71450 w 201374"/>
                          <a:gd name="connsiteY11" fmla="*/ 14347 h 104205"/>
                          <a:gd name="connsiteX12" fmla="*/ 78118 w 201374"/>
                          <a:gd name="connsiteY12" fmla="*/ 12443 h 104205"/>
                          <a:gd name="connsiteX13" fmla="*/ 87548 w 201374"/>
                          <a:gd name="connsiteY13" fmla="*/ 9871 h 104205"/>
                          <a:gd name="connsiteX14" fmla="*/ 121266 w 201374"/>
                          <a:gd name="connsiteY14" fmla="*/ 2155 h 104205"/>
                          <a:gd name="connsiteX15" fmla="*/ 192989 w 201374"/>
                          <a:gd name="connsiteY15" fmla="*/ 15110 h 104205"/>
                          <a:gd name="connsiteX16" fmla="*/ 199562 w 201374"/>
                          <a:gd name="connsiteY16" fmla="*/ 35207 h 104205"/>
                          <a:gd name="connsiteX17" fmla="*/ 141268 w 201374"/>
                          <a:gd name="connsiteY17" fmla="*/ 75022 h 1042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201374" h="104205">
                            <a:moveTo>
                              <a:pt x="141268" y="75022"/>
                            </a:moveTo>
                            <a:cubicBezTo>
                              <a:pt x="133363" y="77403"/>
                              <a:pt x="120695" y="80641"/>
                              <a:pt x="108026" y="83975"/>
                            </a:cubicBezTo>
                            <a:cubicBezTo>
                              <a:pt x="104883" y="84832"/>
                              <a:pt x="101740" y="85594"/>
                              <a:pt x="98692" y="86452"/>
                            </a:cubicBezTo>
                            <a:lnTo>
                              <a:pt x="96406" y="87023"/>
                            </a:lnTo>
                            <a:cubicBezTo>
                              <a:pt x="95739" y="87214"/>
                              <a:pt x="96120" y="87119"/>
                              <a:pt x="96025" y="87119"/>
                            </a:cubicBezTo>
                            <a:cubicBezTo>
                              <a:pt x="95930" y="87214"/>
                              <a:pt x="96310" y="86928"/>
                              <a:pt x="95644" y="87214"/>
                            </a:cubicBezTo>
                            <a:cubicBezTo>
                              <a:pt x="90500" y="89595"/>
                              <a:pt x="85833" y="91690"/>
                              <a:pt x="82118" y="93310"/>
                            </a:cubicBezTo>
                            <a:cubicBezTo>
                              <a:pt x="53924" y="106073"/>
                              <a:pt x="34779" y="105787"/>
                              <a:pt x="11729" y="101692"/>
                            </a:cubicBezTo>
                            <a:cubicBezTo>
                              <a:pt x="3823" y="100358"/>
                              <a:pt x="-1892" y="91024"/>
                              <a:pt x="584" y="83213"/>
                            </a:cubicBezTo>
                            <a:cubicBezTo>
                              <a:pt x="8014" y="60925"/>
                              <a:pt x="20587" y="42065"/>
                              <a:pt x="49257" y="25396"/>
                            </a:cubicBezTo>
                            <a:cubicBezTo>
                              <a:pt x="53067" y="23206"/>
                              <a:pt x="57925" y="20539"/>
                              <a:pt x="63735" y="17681"/>
                            </a:cubicBezTo>
                            <a:cubicBezTo>
                              <a:pt x="65831" y="16729"/>
                              <a:pt x="68688" y="15110"/>
                              <a:pt x="71450" y="14347"/>
                            </a:cubicBezTo>
                            <a:cubicBezTo>
                              <a:pt x="73641" y="13681"/>
                              <a:pt x="75927" y="13109"/>
                              <a:pt x="78118" y="12443"/>
                            </a:cubicBezTo>
                            <a:cubicBezTo>
                              <a:pt x="81166" y="11585"/>
                              <a:pt x="84404" y="10728"/>
                              <a:pt x="87548" y="9871"/>
                            </a:cubicBezTo>
                            <a:cubicBezTo>
                              <a:pt x="100121" y="6537"/>
                              <a:pt x="112693" y="3775"/>
                              <a:pt x="121266" y="2155"/>
                            </a:cubicBezTo>
                            <a:cubicBezTo>
                              <a:pt x="153556" y="-3845"/>
                              <a:pt x="172987" y="3394"/>
                              <a:pt x="192989" y="15110"/>
                            </a:cubicBezTo>
                            <a:cubicBezTo>
                              <a:pt x="199847" y="19110"/>
                              <a:pt x="203943" y="28921"/>
                              <a:pt x="199562" y="35207"/>
                            </a:cubicBezTo>
                            <a:cubicBezTo>
                              <a:pt x="187179" y="53400"/>
                              <a:pt x="170891" y="66259"/>
                              <a:pt x="141268" y="7502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44" name="Forme libre : forme 10343">
                        <a:extLst>
                          <a:ext uri="{FF2B5EF4-FFF2-40B4-BE49-F238E27FC236}">
                            <a16:creationId xmlns:a16="http://schemas.microsoft.com/office/drawing/2014/main" id="{5C8CB89B-6599-4D4C-8CF4-725FDB94A5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06425" y="2550318"/>
                        <a:ext cx="196310" cy="69285"/>
                      </a:xfrm>
                      <a:custGeom>
                        <a:avLst/>
                        <a:gdLst>
                          <a:gd name="connsiteX0" fmla="*/ 75914 w 196310"/>
                          <a:gd name="connsiteY0" fmla="*/ 29718 h 69285"/>
                          <a:gd name="connsiteX1" fmla="*/ 0 w 196310"/>
                          <a:gd name="connsiteY1" fmla="*/ 61722 h 69285"/>
                          <a:gd name="connsiteX2" fmla="*/ 8192 w 196310"/>
                          <a:gd name="connsiteY2" fmla="*/ 66770 h 69285"/>
                          <a:gd name="connsiteX3" fmla="*/ 19812 w 196310"/>
                          <a:gd name="connsiteY3" fmla="*/ 68485 h 69285"/>
                          <a:gd name="connsiteX4" fmla="*/ 53435 w 196310"/>
                          <a:gd name="connsiteY4" fmla="*/ 67056 h 69285"/>
                          <a:gd name="connsiteX5" fmla="*/ 78581 w 196310"/>
                          <a:gd name="connsiteY5" fmla="*/ 58388 h 69285"/>
                          <a:gd name="connsiteX6" fmla="*/ 88297 w 196310"/>
                          <a:gd name="connsiteY6" fmla="*/ 54007 h 69285"/>
                          <a:gd name="connsiteX7" fmla="*/ 92583 w 196310"/>
                          <a:gd name="connsiteY7" fmla="*/ 52102 h 69285"/>
                          <a:gd name="connsiteX8" fmla="*/ 92583 w 196310"/>
                          <a:gd name="connsiteY8" fmla="*/ 52102 h 69285"/>
                          <a:gd name="connsiteX9" fmla="*/ 94488 w 196310"/>
                          <a:gd name="connsiteY9" fmla="*/ 51626 h 69285"/>
                          <a:gd name="connsiteX10" fmla="*/ 107918 w 196310"/>
                          <a:gd name="connsiteY10" fmla="*/ 48006 h 69285"/>
                          <a:gd name="connsiteX11" fmla="*/ 132779 w 196310"/>
                          <a:gd name="connsiteY11" fmla="*/ 41434 h 69285"/>
                          <a:gd name="connsiteX12" fmla="*/ 137731 w 196310"/>
                          <a:gd name="connsiteY12" fmla="*/ 40005 h 69285"/>
                          <a:gd name="connsiteX13" fmla="*/ 164592 w 196310"/>
                          <a:gd name="connsiteY13" fmla="*/ 29051 h 69285"/>
                          <a:gd name="connsiteX14" fmla="*/ 189833 w 196310"/>
                          <a:gd name="connsiteY14" fmla="*/ 8477 h 69285"/>
                          <a:gd name="connsiteX15" fmla="*/ 196120 w 196310"/>
                          <a:gd name="connsiteY15" fmla="*/ 381 h 69285"/>
                          <a:gd name="connsiteX16" fmla="*/ 196310 w 196310"/>
                          <a:gd name="connsiteY16" fmla="*/ 0 h 69285"/>
                          <a:gd name="connsiteX17" fmla="*/ 134112 w 196310"/>
                          <a:gd name="connsiteY17" fmla="*/ 11906 h 69285"/>
                          <a:gd name="connsiteX18" fmla="*/ 103442 w 196310"/>
                          <a:gd name="connsiteY18" fmla="*/ 19621 h 69285"/>
                          <a:gd name="connsiteX19" fmla="*/ 88487 w 196310"/>
                          <a:gd name="connsiteY19" fmla="*/ 24003 h 69285"/>
                          <a:gd name="connsiteX20" fmla="*/ 82296 w 196310"/>
                          <a:gd name="connsiteY20" fmla="*/ 26194 h 69285"/>
                          <a:gd name="connsiteX21" fmla="*/ 75914 w 196310"/>
                          <a:gd name="connsiteY21" fmla="*/ 29718 h 692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196310" h="69285">
                            <a:moveTo>
                              <a:pt x="75914" y="29718"/>
                            </a:moveTo>
                            <a:cubicBezTo>
                              <a:pt x="51149" y="43529"/>
                              <a:pt x="24765" y="58484"/>
                              <a:pt x="0" y="61722"/>
                            </a:cubicBezTo>
                            <a:cubicBezTo>
                              <a:pt x="2096" y="64294"/>
                              <a:pt x="4953" y="66199"/>
                              <a:pt x="8192" y="66770"/>
                            </a:cubicBezTo>
                            <a:cubicBezTo>
                              <a:pt x="12192" y="67437"/>
                              <a:pt x="16002" y="67913"/>
                              <a:pt x="19812" y="68485"/>
                            </a:cubicBezTo>
                            <a:cubicBezTo>
                              <a:pt x="30861" y="69723"/>
                              <a:pt x="41529" y="69723"/>
                              <a:pt x="53435" y="67056"/>
                            </a:cubicBezTo>
                            <a:cubicBezTo>
                              <a:pt x="61151" y="65341"/>
                              <a:pt x="69342" y="62484"/>
                              <a:pt x="78581" y="58388"/>
                            </a:cubicBezTo>
                            <a:cubicBezTo>
                              <a:pt x="81344" y="57150"/>
                              <a:pt x="84677" y="55626"/>
                              <a:pt x="88297" y="54007"/>
                            </a:cubicBezTo>
                            <a:cubicBezTo>
                              <a:pt x="89630" y="53435"/>
                              <a:pt x="91059" y="52769"/>
                              <a:pt x="92583" y="52102"/>
                            </a:cubicBezTo>
                            <a:lnTo>
                              <a:pt x="92583" y="52102"/>
                            </a:lnTo>
                            <a:lnTo>
                              <a:pt x="94488" y="51626"/>
                            </a:lnTo>
                            <a:cubicBezTo>
                              <a:pt x="98870" y="50482"/>
                              <a:pt x="103442" y="49244"/>
                              <a:pt x="107918" y="48006"/>
                            </a:cubicBezTo>
                            <a:cubicBezTo>
                              <a:pt x="117062" y="45625"/>
                              <a:pt x="125825" y="43244"/>
                              <a:pt x="132779" y="41434"/>
                            </a:cubicBezTo>
                            <a:cubicBezTo>
                              <a:pt x="134588" y="40957"/>
                              <a:pt x="136208" y="40481"/>
                              <a:pt x="137731" y="40005"/>
                            </a:cubicBezTo>
                            <a:cubicBezTo>
                              <a:pt x="148209" y="36957"/>
                              <a:pt x="157067" y="33242"/>
                              <a:pt x="164592" y="29051"/>
                            </a:cubicBezTo>
                            <a:cubicBezTo>
                              <a:pt x="174879" y="23336"/>
                              <a:pt x="182880" y="16193"/>
                              <a:pt x="189833" y="8477"/>
                            </a:cubicBezTo>
                            <a:cubicBezTo>
                              <a:pt x="192024" y="5905"/>
                              <a:pt x="194120" y="3143"/>
                              <a:pt x="196120" y="381"/>
                            </a:cubicBezTo>
                            <a:lnTo>
                              <a:pt x="196310" y="0"/>
                            </a:lnTo>
                            <a:cubicBezTo>
                              <a:pt x="175641" y="3238"/>
                              <a:pt x="154781" y="7334"/>
                              <a:pt x="134112" y="11906"/>
                            </a:cubicBezTo>
                            <a:cubicBezTo>
                              <a:pt x="123825" y="14288"/>
                              <a:pt x="113538" y="16859"/>
                              <a:pt x="103442" y="19621"/>
                            </a:cubicBezTo>
                            <a:cubicBezTo>
                              <a:pt x="98393" y="21050"/>
                              <a:pt x="93345" y="22479"/>
                              <a:pt x="88487" y="24003"/>
                            </a:cubicBezTo>
                            <a:cubicBezTo>
                              <a:pt x="85820" y="24860"/>
                              <a:pt x="83915" y="25337"/>
                              <a:pt x="82296" y="26194"/>
                            </a:cubicBezTo>
                            <a:lnTo>
                              <a:pt x="75914" y="29718"/>
                            </a:ln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45" name="Forme libre : forme 10344">
                        <a:extLst>
                          <a:ext uri="{FF2B5EF4-FFF2-40B4-BE49-F238E27FC236}">
                            <a16:creationId xmlns:a16="http://schemas.microsoft.com/office/drawing/2014/main" id="{604F985D-9E0E-46FC-8D33-DC0FE2978D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69232" y="2543992"/>
                        <a:ext cx="95036" cy="34735"/>
                      </a:xfrm>
                      <a:custGeom>
                        <a:avLst/>
                        <a:gdLst>
                          <a:gd name="connsiteX0" fmla="*/ 94926 w 95036"/>
                          <a:gd name="connsiteY0" fmla="*/ 5374 h 34735"/>
                          <a:gd name="connsiteX1" fmla="*/ 48159 w 95036"/>
                          <a:gd name="connsiteY1" fmla="*/ 28901 h 34735"/>
                          <a:gd name="connsiteX2" fmla="*/ 35776 w 95036"/>
                          <a:gd name="connsiteY2" fmla="*/ 31568 h 34735"/>
                          <a:gd name="connsiteX3" fmla="*/ 28156 w 95036"/>
                          <a:gd name="connsiteY3" fmla="*/ 32711 h 34735"/>
                          <a:gd name="connsiteX4" fmla="*/ 21108 w 95036"/>
                          <a:gd name="connsiteY4" fmla="*/ 33377 h 34735"/>
                          <a:gd name="connsiteX5" fmla="*/ 15012 w 95036"/>
                          <a:gd name="connsiteY5" fmla="*/ 34235 h 34735"/>
                          <a:gd name="connsiteX6" fmla="*/ 8725 w 95036"/>
                          <a:gd name="connsiteY6" fmla="*/ 34711 h 34735"/>
                          <a:gd name="connsiteX7" fmla="*/ 629 w 95036"/>
                          <a:gd name="connsiteY7" fmla="*/ 31282 h 34735"/>
                          <a:gd name="connsiteX8" fmla="*/ 2534 w 95036"/>
                          <a:gd name="connsiteY8" fmla="*/ 22995 h 34735"/>
                          <a:gd name="connsiteX9" fmla="*/ 7106 w 95036"/>
                          <a:gd name="connsiteY9" fmla="*/ 18423 h 34735"/>
                          <a:gd name="connsiteX10" fmla="*/ 10059 w 95036"/>
                          <a:gd name="connsiteY10" fmla="*/ 16137 h 34735"/>
                          <a:gd name="connsiteX11" fmla="*/ 13964 w 95036"/>
                          <a:gd name="connsiteY11" fmla="*/ 13756 h 34735"/>
                          <a:gd name="connsiteX12" fmla="*/ 21965 w 95036"/>
                          <a:gd name="connsiteY12" fmla="*/ 10613 h 34735"/>
                          <a:gd name="connsiteX13" fmla="*/ 29394 w 95036"/>
                          <a:gd name="connsiteY13" fmla="*/ 8136 h 34735"/>
                          <a:gd name="connsiteX14" fmla="*/ 41586 w 95036"/>
                          <a:gd name="connsiteY14" fmla="*/ 4993 h 34735"/>
                          <a:gd name="connsiteX15" fmla="*/ 94926 w 95036"/>
                          <a:gd name="connsiteY15" fmla="*/ 5374 h 347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95036" h="34735">
                            <a:moveTo>
                              <a:pt x="94926" y="5374"/>
                            </a:moveTo>
                            <a:cubicBezTo>
                              <a:pt x="97308" y="15090"/>
                              <a:pt x="60541" y="25472"/>
                              <a:pt x="48159" y="28901"/>
                            </a:cubicBezTo>
                            <a:cubicBezTo>
                              <a:pt x="45016" y="29663"/>
                              <a:pt x="40634" y="30615"/>
                              <a:pt x="35776" y="31568"/>
                            </a:cubicBezTo>
                            <a:cubicBezTo>
                              <a:pt x="33395" y="31949"/>
                              <a:pt x="30823" y="32330"/>
                              <a:pt x="28156" y="32711"/>
                            </a:cubicBezTo>
                            <a:cubicBezTo>
                              <a:pt x="25680" y="32996"/>
                              <a:pt x="22632" y="33473"/>
                              <a:pt x="21108" y="33377"/>
                            </a:cubicBezTo>
                            <a:cubicBezTo>
                              <a:pt x="19393" y="33377"/>
                              <a:pt x="17488" y="33854"/>
                              <a:pt x="15012" y="34235"/>
                            </a:cubicBezTo>
                            <a:cubicBezTo>
                              <a:pt x="12726" y="34616"/>
                              <a:pt x="10630" y="34806"/>
                              <a:pt x="8725" y="34711"/>
                            </a:cubicBezTo>
                            <a:cubicBezTo>
                              <a:pt x="4915" y="34616"/>
                              <a:pt x="1963" y="33663"/>
                              <a:pt x="629" y="31282"/>
                            </a:cubicBezTo>
                            <a:cubicBezTo>
                              <a:pt x="-705" y="28901"/>
                              <a:pt x="153" y="26043"/>
                              <a:pt x="2534" y="22995"/>
                            </a:cubicBezTo>
                            <a:cubicBezTo>
                              <a:pt x="3772" y="21471"/>
                              <a:pt x="5296" y="19947"/>
                              <a:pt x="7106" y="18423"/>
                            </a:cubicBezTo>
                            <a:cubicBezTo>
                              <a:pt x="7963" y="17661"/>
                              <a:pt x="9011" y="16899"/>
                              <a:pt x="10059" y="16137"/>
                            </a:cubicBezTo>
                            <a:cubicBezTo>
                              <a:pt x="11297" y="15375"/>
                              <a:pt x="12535" y="14423"/>
                              <a:pt x="13964" y="13756"/>
                            </a:cubicBezTo>
                            <a:cubicBezTo>
                              <a:pt x="16631" y="12708"/>
                              <a:pt x="19298" y="11660"/>
                              <a:pt x="21965" y="10613"/>
                            </a:cubicBezTo>
                            <a:cubicBezTo>
                              <a:pt x="24537" y="9660"/>
                              <a:pt x="27013" y="8898"/>
                              <a:pt x="29394" y="8136"/>
                            </a:cubicBezTo>
                            <a:cubicBezTo>
                              <a:pt x="34252" y="6612"/>
                              <a:pt x="38634" y="5565"/>
                              <a:pt x="41586" y="4993"/>
                            </a:cubicBezTo>
                            <a:cubicBezTo>
                              <a:pt x="53778" y="1945"/>
                              <a:pt x="92545" y="-4723"/>
                              <a:pt x="94926" y="537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46" name="Forme libre : forme 10345">
                        <a:extLst>
                          <a:ext uri="{FF2B5EF4-FFF2-40B4-BE49-F238E27FC236}">
                            <a16:creationId xmlns:a16="http://schemas.microsoft.com/office/drawing/2014/main" id="{B049FE67-6422-40DA-AE5A-DD4081EFAD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68595" y="2557081"/>
                        <a:ext cx="69179" cy="21356"/>
                      </a:xfrm>
                      <a:custGeom>
                        <a:avLst/>
                        <a:gdLst>
                          <a:gd name="connsiteX0" fmla="*/ 17078 w 69179"/>
                          <a:gd name="connsiteY0" fmla="*/ 0 h 21356"/>
                          <a:gd name="connsiteX1" fmla="*/ 10696 w 69179"/>
                          <a:gd name="connsiteY1" fmla="*/ 4001 h 21356"/>
                          <a:gd name="connsiteX2" fmla="*/ 4600 w 69179"/>
                          <a:gd name="connsiteY2" fmla="*/ 8858 h 21356"/>
                          <a:gd name="connsiteX3" fmla="*/ 1076 w 69179"/>
                          <a:gd name="connsiteY3" fmla="*/ 18383 h 21356"/>
                          <a:gd name="connsiteX4" fmla="*/ 10125 w 69179"/>
                          <a:gd name="connsiteY4" fmla="*/ 21336 h 21356"/>
                          <a:gd name="connsiteX5" fmla="*/ 21936 w 69179"/>
                          <a:gd name="connsiteY5" fmla="*/ 20288 h 21356"/>
                          <a:gd name="connsiteX6" fmla="*/ 28603 w 69179"/>
                          <a:gd name="connsiteY6" fmla="*/ 19717 h 21356"/>
                          <a:gd name="connsiteX7" fmla="*/ 36033 w 69179"/>
                          <a:gd name="connsiteY7" fmla="*/ 18574 h 21356"/>
                          <a:gd name="connsiteX8" fmla="*/ 49463 w 69179"/>
                          <a:gd name="connsiteY8" fmla="*/ 15716 h 21356"/>
                          <a:gd name="connsiteX9" fmla="*/ 69180 w 69179"/>
                          <a:gd name="connsiteY9" fmla="*/ 9239 h 21356"/>
                          <a:gd name="connsiteX10" fmla="*/ 58226 w 69179"/>
                          <a:gd name="connsiteY10" fmla="*/ 11049 h 21356"/>
                          <a:gd name="connsiteX11" fmla="*/ 17078 w 69179"/>
                          <a:gd name="connsiteY11" fmla="*/ 0 h 213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69179" h="21356">
                            <a:moveTo>
                              <a:pt x="17078" y="0"/>
                            </a:moveTo>
                            <a:cubicBezTo>
                              <a:pt x="15364" y="857"/>
                              <a:pt x="12887" y="2286"/>
                              <a:pt x="10696" y="4001"/>
                            </a:cubicBezTo>
                            <a:cubicBezTo>
                              <a:pt x="8601" y="5525"/>
                              <a:pt x="6410" y="7239"/>
                              <a:pt x="4600" y="8858"/>
                            </a:cubicBezTo>
                            <a:cubicBezTo>
                              <a:pt x="885" y="12287"/>
                              <a:pt x="-1496" y="15812"/>
                              <a:pt x="1076" y="18383"/>
                            </a:cubicBezTo>
                            <a:cubicBezTo>
                              <a:pt x="3172" y="20384"/>
                              <a:pt x="6315" y="21241"/>
                              <a:pt x="10125" y="21336"/>
                            </a:cubicBezTo>
                            <a:cubicBezTo>
                              <a:pt x="13649" y="21527"/>
                              <a:pt x="18983" y="20288"/>
                              <a:pt x="21936" y="20288"/>
                            </a:cubicBezTo>
                            <a:cubicBezTo>
                              <a:pt x="23365" y="20384"/>
                              <a:pt x="26222" y="20003"/>
                              <a:pt x="28603" y="19717"/>
                            </a:cubicBezTo>
                            <a:cubicBezTo>
                              <a:pt x="31080" y="19336"/>
                              <a:pt x="33556" y="18955"/>
                              <a:pt x="36033" y="18574"/>
                            </a:cubicBezTo>
                            <a:cubicBezTo>
                              <a:pt x="40891" y="17717"/>
                              <a:pt x="45558" y="16669"/>
                              <a:pt x="49463" y="15716"/>
                            </a:cubicBezTo>
                            <a:cubicBezTo>
                              <a:pt x="54035" y="14573"/>
                              <a:pt x="64227" y="11335"/>
                              <a:pt x="69180" y="9239"/>
                            </a:cubicBezTo>
                            <a:cubicBezTo>
                              <a:pt x="66132" y="9811"/>
                              <a:pt x="61179" y="11049"/>
                              <a:pt x="58226" y="11049"/>
                            </a:cubicBezTo>
                            <a:cubicBezTo>
                              <a:pt x="41367" y="11430"/>
                              <a:pt x="21650" y="11144"/>
                              <a:pt x="17078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47" name="Forme libre : forme 10346">
                        <a:extLst>
                          <a:ext uri="{FF2B5EF4-FFF2-40B4-BE49-F238E27FC236}">
                            <a16:creationId xmlns:a16="http://schemas.microsoft.com/office/drawing/2014/main" id="{85B5E354-A7DF-4947-90C5-4DDDB60F39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75100" y="2545143"/>
                        <a:ext cx="94789" cy="34127"/>
                      </a:xfrm>
                      <a:custGeom>
                        <a:avLst/>
                        <a:gdLst>
                          <a:gd name="connsiteX0" fmla="*/ 94774 w 94789"/>
                          <a:gd name="connsiteY0" fmla="*/ 5651 h 34127"/>
                          <a:gd name="connsiteX1" fmla="*/ 47530 w 94789"/>
                          <a:gd name="connsiteY1" fmla="*/ 29464 h 34127"/>
                          <a:gd name="connsiteX2" fmla="*/ 20098 w 94789"/>
                          <a:gd name="connsiteY2" fmla="*/ 34036 h 34127"/>
                          <a:gd name="connsiteX3" fmla="*/ 14478 w 94789"/>
                          <a:gd name="connsiteY3" fmla="*/ 33845 h 34127"/>
                          <a:gd name="connsiteX4" fmla="*/ 8954 w 94789"/>
                          <a:gd name="connsiteY4" fmla="*/ 33845 h 34127"/>
                          <a:gd name="connsiteX5" fmla="*/ 762 w 94789"/>
                          <a:gd name="connsiteY5" fmla="*/ 30226 h 34127"/>
                          <a:gd name="connsiteX6" fmla="*/ 2477 w 94789"/>
                          <a:gd name="connsiteY6" fmla="*/ 22130 h 34127"/>
                          <a:gd name="connsiteX7" fmla="*/ 7239 w 94789"/>
                          <a:gd name="connsiteY7" fmla="*/ 17558 h 34127"/>
                          <a:gd name="connsiteX8" fmla="*/ 14478 w 94789"/>
                          <a:gd name="connsiteY8" fmla="*/ 13748 h 34127"/>
                          <a:gd name="connsiteX9" fmla="*/ 41434 w 94789"/>
                          <a:gd name="connsiteY9" fmla="*/ 5270 h 34127"/>
                          <a:gd name="connsiteX10" fmla="*/ 94774 w 94789"/>
                          <a:gd name="connsiteY10" fmla="*/ 5651 h 341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94789" h="34127">
                            <a:moveTo>
                              <a:pt x="94774" y="5651"/>
                            </a:moveTo>
                            <a:cubicBezTo>
                              <a:pt x="93726" y="15938"/>
                              <a:pt x="60770" y="25654"/>
                              <a:pt x="47530" y="29464"/>
                            </a:cubicBezTo>
                            <a:cubicBezTo>
                              <a:pt x="40863" y="31369"/>
                              <a:pt x="29814" y="33464"/>
                              <a:pt x="20098" y="34036"/>
                            </a:cubicBezTo>
                            <a:cubicBezTo>
                              <a:pt x="17336" y="34322"/>
                              <a:pt x="16098" y="33845"/>
                              <a:pt x="14478" y="33845"/>
                            </a:cubicBezTo>
                            <a:cubicBezTo>
                              <a:pt x="13145" y="33750"/>
                              <a:pt x="10668" y="33941"/>
                              <a:pt x="8954" y="33845"/>
                            </a:cubicBezTo>
                            <a:cubicBezTo>
                              <a:pt x="5239" y="33655"/>
                              <a:pt x="2286" y="32607"/>
                              <a:pt x="762" y="30226"/>
                            </a:cubicBezTo>
                            <a:cubicBezTo>
                              <a:pt x="-762" y="27845"/>
                              <a:pt x="96" y="25082"/>
                              <a:pt x="2477" y="22130"/>
                            </a:cubicBezTo>
                            <a:cubicBezTo>
                              <a:pt x="3715" y="20606"/>
                              <a:pt x="5144" y="19177"/>
                              <a:pt x="7239" y="17558"/>
                            </a:cubicBezTo>
                            <a:cubicBezTo>
                              <a:pt x="9239" y="15843"/>
                              <a:pt x="12288" y="14891"/>
                              <a:pt x="14478" y="13748"/>
                            </a:cubicBezTo>
                            <a:cubicBezTo>
                              <a:pt x="24194" y="9557"/>
                              <a:pt x="35910" y="6604"/>
                              <a:pt x="41434" y="5270"/>
                            </a:cubicBezTo>
                            <a:cubicBezTo>
                              <a:pt x="52578" y="2413"/>
                              <a:pt x="95727" y="-5207"/>
                              <a:pt x="94774" y="565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48" name="Forme libre : forme 10347">
                        <a:extLst>
                          <a:ext uri="{FF2B5EF4-FFF2-40B4-BE49-F238E27FC236}">
                            <a16:creationId xmlns:a16="http://schemas.microsoft.com/office/drawing/2014/main" id="{F799FC04-BCD6-4752-B8D4-8449AAF6B9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6660" y="2560484"/>
                        <a:ext cx="119057" cy="41813"/>
                      </a:xfrm>
                      <a:custGeom>
                        <a:avLst/>
                        <a:gdLst>
                          <a:gd name="connsiteX0" fmla="*/ 3959 w 119057"/>
                          <a:gd name="connsiteY0" fmla="*/ 37555 h 41813"/>
                          <a:gd name="connsiteX1" fmla="*/ 20723 w 119057"/>
                          <a:gd name="connsiteY1" fmla="*/ 41746 h 41813"/>
                          <a:gd name="connsiteX2" fmla="*/ 66347 w 119057"/>
                          <a:gd name="connsiteY2" fmla="*/ 35936 h 41813"/>
                          <a:gd name="connsiteX3" fmla="*/ 73015 w 119057"/>
                          <a:gd name="connsiteY3" fmla="*/ 34602 h 41813"/>
                          <a:gd name="connsiteX4" fmla="*/ 84540 w 119057"/>
                          <a:gd name="connsiteY4" fmla="*/ 31459 h 41813"/>
                          <a:gd name="connsiteX5" fmla="*/ 105210 w 119057"/>
                          <a:gd name="connsiteY5" fmla="*/ 22886 h 41813"/>
                          <a:gd name="connsiteX6" fmla="*/ 118068 w 119057"/>
                          <a:gd name="connsiteY6" fmla="*/ 5742 h 41813"/>
                          <a:gd name="connsiteX7" fmla="*/ 102066 w 119057"/>
                          <a:gd name="connsiteY7" fmla="*/ 3551 h 41813"/>
                          <a:gd name="connsiteX8" fmla="*/ 57870 w 119057"/>
                          <a:gd name="connsiteY8" fmla="*/ 312 h 41813"/>
                          <a:gd name="connsiteX9" fmla="*/ 36058 w 119057"/>
                          <a:gd name="connsiteY9" fmla="*/ 407 h 41813"/>
                          <a:gd name="connsiteX10" fmla="*/ 13293 w 119057"/>
                          <a:gd name="connsiteY10" fmla="*/ 8504 h 41813"/>
                          <a:gd name="connsiteX11" fmla="*/ 3959 w 119057"/>
                          <a:gd name="connsiteY11" fmla="*/ 37555 h 418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19057" h="41813">
                            <a:moveTo>
                              <a:pt x="3959" y="37555"/>
                            </a:moveTo>
                            <a:cubicBezTo>
                              <a:pt x="9483" y="41555"/>
                              <a:pt x="12531" y="42032"/>
                              <a:pt x="20723" y="41746"/>
                            </a:cubicBezTo>
                            <a:cubicBezTo>
                              <a:pt x="36344" y="41460"/>
                              <a:pt x="49107" y="41365"/>
                              <a:pt x="66347" y="35936"/>
                            </a:cubicBezTo>
                            <a:cubicBezTo>
                              <a:pt x="71967" y="34031"/>
                              <a:pt x="67395" y="36031"/>
                              <a:pt x="73015" y="34602"/>
                            </a:cubicBezTo>
                            <a:cubicBezTo>
                              <a:pt x="76825" y="33745"/>
                              <a:pt x="80826" y="32697"/>
                              <a:pt x="84540" y="31459"/>
                            </a:cubicBezTo>
                            <a:cubicBezTo>
                              <a:pt x="92160" y="29078"/>
                              <a:pt x="99304" y="26125"/>
                              <a:pt x="105210" y="22886"/>
                            </a:cubicBezTo>
                            <a:cubicBezTo>
                              <a:pt x="114068" y="18029"/>
                              <a:pt x="121878" y="11076"/>
                              <a:pt x="118068" y="5742"/>
                            </a:cubicBezTo>
                            <a:cubicBezTo>
                              <a:pt x="115687" y="2408"/>
                              <a:pt x="108257" y="3836"/>
                              <a:pt x="102066" y="3551"/>
                            </a:cubicBezTo>
                            <a:cubicBezTo>
                              <a:pt x="87207" y="2979"/>
                              <a:pt x="73682" y="2979"/>
                              <a:pt x="57870" y="312"/>
                            </a:cubicBezTo>
                            <a:cubicBezTo>
                              <a:pt x="50345" y="312"/>
                              <a:pt x="43678" y="-450"/>
                              <a:pt x="36058" y="407"/>
                            </a:cubicBezTo>
                            <a:cubicBezTo>
                              <a:pt x="28533" y="1169"/>
                              <a:pt x="20818" y="3265"/>
                              <a:pt x="13293" y="8504"/>
                            </a:cubicBezTo>
                            <a:cubicBezTo>
                              <a:pt x="-137" y="17934"/>
                              <a:pt x="-3661" y="32126"/>
                              <a:pt x="3959" y="3755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49" name="Forme libre : forme 10348">
                        <a:extLst>
                          <a:ext uri="{FF2B5EF4-FFF2-40B4-BE49-F238E27FC236}">
                            <a16:creationId xmlns:a16="http://schemas.microsoft.com/office/drawing/2014/main" id="{018A30EB-9211-4401-B719-C350CD43E2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45858" y="2550435"/>
                        <a:ext cx="34908" cy="27086"/>
                      </a:xfrm>
                      <a:custGeom>
                        <a:avLst/>
                        <a:gdLst>
                          <a:gd name="connsiteX0" fmla="*/ 2096 w 34908"/>
                          <a:gd name="connsiteY0" fmla="*/ 21886 h 27086"/>
                          <a:gd name="connsiteX1" fmla="*/ 0 w 34908"/>
                          <a:gd name="connsiteY1" fmla="*/ 25982 h 27086"/>
                          <a:gd name="connsiteX2" fmla="*/ 3810 w 34908"/>
                          <a:gd name="connsiteY2" fmla="*/ 26649 h 27086"/>
                          <a:gd name="connsiteX3" fmla="*/ 10382 w 34908"/>
                          <a:gd name="connsiteY3" fmla="*/ 23220 h 27086"/>
                          <a:gd name="connsiteX4" fmla="*/ 25527 w 34908"/>
                          <a:gd name="connsiteY4" fmla="*/ 12933 h 27086"/>
                          <a:gd name="connsiteX5" fmla="*/ 30766 w 34908"/>
                          <a:gd name="connsiteY5" fmla="*/ 8647 h 27086"/>
                          <a:gd name="connsiteX6" fmla="*/ 34480 w 34908"/>
                          <a:gd name="connsiteY6" fmla="*/ 645 h 27086"/>
                          <a:gd name="connsiteX7" fmla="*/ 30289 w 34908"/>
                          <a:gd name="connsiteY7" fmla="*/ 265 h 27086"/>
                          <a:gd name="connsiteX8" fmla="*/ 23622 w 34908"/>
                          <a:gd name="connsiteY8" fmla="*/ 2836 h 27086"/>
                          <a:gd name="connsiteX9" fmla="*/ 2096 w 34908"/>
                          <a:gd name="connsiteY9" fmla="*/ 21886 h 270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4908" h="27086">
                            <a:moveTo>
                              <a:pt x="2096" y="21886"/>
                            </a:moveTo>
                            <a:cubicBezTo>
                              <a:pt x="857" y="23506"/>
                              <a:pt x="0" y="24649"/>
                              <a:pt x="0" y="25982"/>
                            </a:cubicBezTo>
                            <a:cubicBezTo>
                              <a:pt x="95" y="27316"/>
                              <a:pt x="1810" y="27316"/>
                              <a:pt x="3810" y="26649"/>
                            </a:cubicBezTo>
                            <a:cubicBezTo>
                              <a:pt x="5715" y="25982"/>
                              <a:pt x="8382" y="24458"/>
                              <a:pt x="10382" y="23220"/>
                            </a:cubicBezTo>
                            <a:cubicBezTo>
                              <a:pt x="15430" y="19981"/>
                              <a:pt x="20860" y="16457"/>
                              <a:pt x="25527" y="12933"/>
                            </a:cubicBezTo>
                            <a:cubicBezTo>
                              <a:pt x="27527" y="11504"/>
                              <a:pt x="29337" y="10266"/>
                              <a:pt x="30766" y="8647"/>
                            </a:cubicBezTo>
                            <a:cubicBezTo>
                              <a:pt x="33528" y="5503"/>
                              <a:pt x="35909" y="1979"/>
                              <a:pt x="34480" y="645"/>
                            </a:cubicBezTo>
                            <a:cubicBezTo>
                              <a:pt x="33909" y="-21"/>
                              <a:pt x="32480" y="-212"/>
                              <a:pt x="30289" y="265"/>
                            </a:cubicBezTo>
                            <a:cubicBezTo>
                              <a:pt x="28194" y="645"/>
                              <a:pt x="26289" y="1312"/>
                              <a:pt x="23622" y="2836"/>
                            </a:cubicBezTo>
                            <a:cubicBezTo>
                              <a:pt x="15240" y="7313"/>
                              <a:pt x="7239" y="15409"/>
                              <a:pt x="2096" y="2188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50" name="Forme libre : forme 10349">
                        <a:extLst>
                          <a:ext uri="{FF2B5EF4-FFF2-40B4-BE49-F238E27FC236}">
                            <a16:creationId xmlns:a16="http://schemas.microsoft.com/office/drawing/2014/main" id="{62CBC08A-2F3E-423F-9D30-E139382C43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46061" y="2548508"/>
                        <a:ext cx="53244" cy="39719"/>
                      </a:xfrm>
                      <a:custGeom>
                        <a:avLst/>
                        <a:gdLst>
                          <a:gd name="connsiteX0" fmla="*/ 53245 w 53244"/>
                          <a:gd name="connsiteY0" fmla="*/ 0 h 39719"/>
                          <a:gd name="connsiteX1" fmla="*/ 0 w 53244"/>
                          <a:gd name="connsiteY1" fmla="*/ 39719 h 39719"/>
                          <a:gd name="connsiteX2" fmla="*/ 53245 w 53244"/>
                          <a:gd name="connsiteY2" fmla="*/ 0 h 39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3244" h="39719">
                            <a:moveTo>
                              <a:pt x="53245" y="0"/>
                            </a:moveTo>
                            <a:cubicBezTo>
                              <a:pt x="47054" y="15240"/>
                              <a:pt x="18002" y="30099"/>
                              <a:pt x="0" y="39719"/>
                            </a:cubicBezTo>
                            <a:cubicBezTo>
                              <a:pt x="19621" y="29432"/>
                              <a:pt x="39624" y="13049"/>
                              <a:pt x="5324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51" name="Forme libre : forme 10350">
                        <a:extLst>
                          <a:ext uri="{FF2B5EF4-FFF2-40B4-BE49-F238E27FC236}">
                            <a16:creationId xmlns:a16="http://schemas.microsoft.com/office/drawing/2014/main" id="{BC94DDAF-66C6-4746-9C7A-0F868DEC11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05758" y="2541841"/>
                        <a:ext cx="49815" cy="57721"/>
                      </a:xfrm>
                      <a:custGeom>
                        <a:avLst/>
                        <a:gdLst>
                          <a:gd name="connsiteX0" fmla="*/ 49816 w 49815"/>
                          <a:gd name="connsiteY0" fmla="*/ 0 h 57721"/>
                          <a:gd name="connsiteX1" fmla="*/ 0 w 49815"/>
                          <a:gd name="connsiteY1" fmla="*/ 57722 h 57721"/>
                          <a:gd name="connsiteX2" fmla="*/ 49816 w 49815"/>
                          <a:gd name="connsiteY2" fmla="*/ 0 h 57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9815" h="57721">
                            <a:moveTo>
                              <a:pt x="49816" y="0"/>
                            </a:moveTo>
                            <a:cubicBezTo>
                              <a:pt x="24479" y="14669"/>
                              <a:pt x="8763" y="37719"/>
                              <a:pt x="0" y="57722"/>
                            </a:cubicBezTo>
                            <a:cubicBezTo>
                              <a:pt x="7144" y="38576"/>
                              <a:pt x="29718" y="15145"/>
                              <a:pt x="4981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52" name="Forme libre : forme 10351">
                        <a:extLst>
                          <a:ext uri="{FF2B5EF4-FFF2-40B4-BE49-F238E27FC236}">
                            <a16:creationId xmlns:a16="http://schemas.microsoft.com/office/drawing/2014/main" id="{7B747CBF-BBF7-4184-8839-D92E0E609A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05326" y="2548301"/>
                        <a:ext cx="36279" cy="9727"/>
                      </a:xfrm>
                      <a:custGeom>
                        <a:avLst/>
                        <a:gdLst>
                          <a:gd name="connsiteX0" fmla="*/ 36163 w 36279"/>
                          <a:gd name="connsiteY0" fmla="*/ 2684 h 9727"/>
                          <a:gd name="connsiteX1" fmla="*/ 15589 w 36279"/>
                          <a:gd name="connsiteY1" fmla="*/ 9065 h 9727"/>
                          <a:gd name="connsiteX2" fmla="*/ 158 w 36279"/>
                          <a:gd name="connsiteY2" fmla="*/ 6780 h 9727"/>
                          <a:gd name="connsiteX3" fmla="*/ 19590 w 36279"/>
                          <a:gd name="connsiteY3" fmla="*/ 683 h 9727"/>
                          <a:gd name="connsiteX4" fmla="*/ 36163 w 36279"/>
                          <a:gd name="connsiteY4" fmla="*/ 2684 h 9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279" h="9727">
                            <a:moveTo>
                              <a:pt x="36163" y="2684"/>
                            </a:moveTo>
                            <a:cubicBezTo>
                              <a:pt x="34544" y="6589"/>
                              <a:pt x="20066" y="8494"/>
                              <a:pt x="15589" y="9065"/>
                            </a:cubicBezTo>
                            <a:cubicBezTo>
                              <a:pt x="11112" y="9637"/>
                              <a:pt x="-1556" y="10971"/>
                              <a:pt x="158" y="6780"/>
                            </a:cubicBezTo>
                            <a:cubicBezTo>
                              <a:pt x="1873" y="2589"/>
                              <a:pt x="15303" y="1065"/>
                              <a:pt x="19590" y="683"/>
                            </a:cubicBezTo>
                            <a:cubicBezTo>
                              <a:pt x="23781" y="207"/>
                              <a:pt x="37687" y="-1317"/>
                              <a:pt x="36163" y="268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53" name="Forme libre : forme 10352">
                        <a:extLst>
                          <a:ext uri="{FF2B5EF4-FFF2-40B4-BE49-F238E27FC236}">
                            <a16:creationId xmlns:a16="http://schemas.microsoft.com/office/drawing/2014/main" id="{41448EF2-D3D2-4F87-BA30-A387DC7D6A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36633" y="2548091"/>
                        <a:ext cx="10279" cy="3882"/>
                      </a:xfrm>
                      <a:custGeom>
                        <a:avLst/>
                        <a:gdLst>
                          <a:gd name="connsiteX0" fmla="*/ 10190 w 10279"/>
                          <a:gd name="connsiteY0" fmla="*/ 798 h 3882"/>
                          <a:gd name="connsiteX1" fmla="*/ 5904 w 10279"/>
                          <a:gd name="connsiteY1" fmla="*/ 3465 h 3882"/>
                          <a:gd name="connsiteX2" fmla="*/ 94 w 10279"/>
                          <a:gd name="connsiteY2" fmla="*/ 3084 h 3882"/>
                          <a:gd name="connsiteX3" fmla="*/ 4190 w 10279"/>
                          <a:gd name="connsiteY3" fmla="*/ 417 h 3882"/>
                          <a:gd name="connsiteX4" fmla="*/ 10190 w 10279"/>
                          <a:gd name="connsiteY4" fmla="*/ 798 h 38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9" h="3882">
                            <a:moveTo>
                              <a:pt x="10190" y="798"/>
                            </a:moveTo>
                            <a:cubicBezTo>
                              <a:pt x="10857" y="2037"/>
                              <a:pt x="7619" y="3084"/>
                              <a:pt x="5904" y="3465"/>
                            </a:cubicBezTo>
                            <a:cubicBezTo>
                              <a:pt x="4190" y="3846"/>
                              <a:pt x="761" y="4323"/>
                              <a:pt x="94" y="3084"/>
                            </a:cubicBezTo>
                            <a:cubicBezTo>
                              <a:pt x="-573" y="1846"/>
                              <a:pt x="2475" y="798"/>
                              <a:pt x="4190" y="417"/>
                            </a:cubicBezTo>
                            <a:cubicBezTo>
                              <a:pt x="5904" y="36"/>
                              <a:pt x="9524" y="-440"/>
                              <a:pt x="10190" y="79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54" name="Forme libre : forme 10353">
                        <a:extLst>
                          <a:ext uri="{FF2B5EF4-FFF2-40B4-BE49-F238E27FC236}">
                            <a16:creationId xmlns:a16="http://schemas.microsoft.com/office/drawing/2014/main" id="{59FDC8FF-3690-4ED4-8577-12F798B526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99929" y="2522934"/>
                        <a:ext cx="94163" cy="24540"/>
                      </a:xfrm>
                      <a:custGeom>
                        <a:avLst/>
                        <a:gdLst>
                          <a:gd name="connsiteX0" fmla="*/ 68802 w 94163"/>
                          <a:gd name="connsiteY0" fmla="*/ 6906 h 24540"/>
                          <a:gd name="connsiteX1" fmla="*/ 93281 w 94163"/>
                          <a:gd name="connsiteY1" fmla="*/ 17574 h 24540"/>
                          <a:gd name="connsiteX2" fmla="*/ 88042 w 94163"/>
                          <a:gd name="connsiteY2" fmla="*/ 24242 h 24540"/>
                          <a:gd name="connsiteX3" fmla="*/ 76803 w 94163"/>
                          <a:gd name="connsiteY3" fmla="*/ 22813 h 24540"/>
                          <a:gd name="connsiteX4" fmla="*/ 42798 w 94163"/>
                          <a:gd name="connsiteY4" fmla="*/ 16336 h 24540"/>
                          <a:gd name="connsiteX5" fmla="*/ 412 w 94163"/>
                          <a:gd name="connsiteY5" fmla="*/ 11192 h 24540"/>
                          <a:gd name="connsiteX6" fmla="*/ 45942 w 94163"/>
                          <a:gd name="connsiteY6" fmla="*/ 238 h 24540"/>
                          <a:gd name="connsiteX7" fmla="*/ 68802 w 94163"/>
                          <a:gd name="connsiteY7" fmla="*/ 6906 h 245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4163" h="24540">
                            <a:moveTo>
                              <a:pt x="68802" y="6906"/>
                            </a:moveTo>
                            <a:cubicBezTo>
                              <a:pt x="79184" y="9668"/>
                              <a:pt x="86613" y="11764"/>
                              <a:pt x="93281" y="17574"/>
                            </a:cubicBezTo>
                            <a:cubicBezTo>
                              <a:pt x="95757" y="19669"/>
                              <a:pt x="92709" y="23384"/>
                              <a:pt x="88042" y="24242"/>
                            </a:cubicBezTo>
                            <a:cubicBezTo>
                              <a:pt x="83375" y="25099"/>
                              <a:pt x="80231" y="23956"/>
                              <a:pt x="76803" y="22813"/>
                            </a:cubicBezTo>
                            <a:cubicBezTo>
                              <a:pt x="66230" y="19288"/>
                              <a:pt x="55181" y="17574"/>
                              <a:pt x="42798" y="16336"/>
                            </a:cubicBezTo>
                            <a:cubicBezTo>
                              <a:pt x="35083" y="15288"/>
                              <a:pt x="-4446" y="20241"/>
                              <a:pt x="412" y="11192"/>
                            </a:cubicBezTo>
                            <a:cubicBezTo>
                              <a:pt x="5460" y="1953"/>
                              <a:pt x="35559" y="-905"/>
                              <a:pt x="45942" y="238"/>
                            </a:cubicBezTo>
                            <a:cubicBezTo>
                              <a:pt x="56419" y="1191"/>
                              <a:pt x="61086" y="4810"/>
                              <a:pt x="68802" y="690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330" name="Graphique 1">
                      <a:extLst>
                        <a:ext uri="{FF2B5EF4-FFF2-40B4-BE49-F238E27FC236}">
                          <a16:creationId xmlns:a16="http://schemas.microsoft.com/office/drawing/2014/main" id="{5748DBB3-BEC1-47A8-9EF3-F9EF6025A3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03799" y="2495142"/>
                      <a:ext cx="211164" cy="77180"/>
                      <a:chOff x="2803799" y="2495142"/>
                      <a:chExt cx="211164" cy="77180"/>
                    </a:xfrm>
                    <a:solidFill>
                      <a:schemeClr val="accent1"/>
                    </a:solidFill>
                  </p:grpSpPr>
                  <p:sp>
                    <p:nvSpPr>
                      <p:cNvPr id="10331" name="Forme libre : forme 10330">
                        <a:extLst>
                          <a:ext uri="{FF2B5EF4-FFF2-40B4-BE49-F238E27FC236}">
                            <a16:creationId xmlns:a16="http://schemas.microsoft.com/office/drawing/2014/main" id="{57C457E3-90F9-4FA1-94D3-95B2E8B0BF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03799" y="2495142"/>
                        <a:ext cx="211164" cy="77180"/>
                      </a:xfrm>
                      <a:custGeom>
                        <a:avLst/>
                        <a:gdLst>
                          <a:gd name="connsiteX0" fmla="*/ 140002 w 211164"/>
                          <a:gd name="connsiteY0" fmla="*/ 76989 h 77180"/>
                          <a:gd name="connsiteX1" fmla="*/ 125619 w 211164"/>
                          <a:gd name="connsiteY1" fmla="*/ 76798 h 77180"/>
                          <a:gd name="connsiteX2" fmla="*/ 107616 w 211164"/>
                          <a:gd name="connsiteY2" fmla="*/ 76608 h 77180"/>
                          <a:gd name="connsiteX3" fmla="*/ 89138 w 211164"/>
                          <a:gd name="connsiteY3" fmla="*/ 76798 h 77180"/>
                          <a:gd name="connsiteX4" fmla="*/ 73803 w 211164"/>
                          <a:gd name="connsiteY4" fmla="*/ 77179 h 77180"/>
                          <a:gd name="connsiteX5" fmla="*/ 5604 w 211164"/>
                          <a:gd name="connsiteY5" fmla="*/ 55272 h 77180"/>
                          <a:gd name="connsiteX6" fmla="*/ 3604 w 211164"/>
                          <a:gd name="connsiteY6" fmla="*/ 33745 h 77180"/>
                          <a:gd name="connsiteX7" fmla="*/ 71231 w 211164"/>
                          <a:gd name="connsiteY7" fmla="*/ 1742 h 77180"/>
                          <a:gd name="connsiteX8" fmla="*/ 142764 w 211164"/>
                          <a:gd name="connsiteY8" fmla="*/ 1551 h 77180"/>
                          <a:gd name="connsiteX9" fmla="*/ 184198 w 211164"/>
                          <a:gd name="connsiteY9" fmla="*/ 15838 h 77180"/>
                          <a:gd name="connsiteX10" fmla="*/ 208772 w 211164"/>
                          <a:gd name="connsiteY10" fmla="*/ 41937 h 77180"/>
                          <a:gd name="connsiteX11" fmla="*/ 204391 w 211164"/>
                          <a:gd name="connsiteY11" fmla="*/ 62511 h 77180"/>
                          <a:gd name="connsiteX12" fmla="*/ 190008 w 211164"/>
                          <a:gd name="connsiteY12" fmla="*/ 68988 h 77180"/>
                          <a:gd name="connsiteX13" fmla="*/ 175435 w 211164"/>
                          <a:gd name="connsiteY13" fmla="*/ 73655 h 77180"/>
                          <a:gd name="connsiteX14" fmla="*/ 159337 w 211164"/>
                          <a:gd name="connsiteY14" fmla="*/ 76227 h 77180"/>
                          <a:gd name="connsiteX15" fmla="*/ 140002 w 211164"/>
                          <a:gd name="connsiteY15" fmla="*/ 76989 h 771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211164" h="77180">
                            <a:moveTo>
                              <a:pt x="140002" y="76989"/>
                            </a:moveTo>
                            <a:cubicBezTo>
                              <a:pt x="136382" y="76703"/>
                              <a:pt x="131143" y="76989"/>
                              <a:pt x="125619" y="76798"/>
                            </a:cubicBezTo>
                            <a:cubicBezTo>
                              <a:pt x="119999" y="76894"/>
                              <a:pt x="113998" y="76322"/>
                              <a:pt x="107616" y="76608"/>
                            </a:cubicBezTo>
                            <a:cubicBezTo>
                              <a:pt x="101330" y="76703"/>
                              <a:pt x="94948" y="76703"/>
                              <a:pt x="89138" y="76798"/>
                            </a:cubicBezTo>
                            <a:cubicBezTo>
                              <a:pt x="83233" y="76894"/>
                              <a:pt x="77994" y="77084"/>
                              <a:pt x="73803" y="77179"/>
                            </a:cubicBezTo>
                            <a:cubicBezTo>
                              <a:pt x="42370" y="77275"/>
                              <a:pt x="24749" y="69083"/>
                              <a:pt x="5604" y="55272"/>
                            </a:cubicBezTo>
                            <a:cubicBezTo>
                              <a:pt x="-968" y="50605"/>
                              <a:pt x="-1921" y="39746"/>
                              <a:pt x="3604" y="33745"/>
                            </a:cubicBezTo>
                            <a:cubicBezTo>
                              <a:pt x="19796" y="17077"/>
                              <a:pt x="38656" y="5170"/>
                              <a:pt x="71231" y="1742"/>
                            </a:cubicBezTo>
                            <a:cubicBezTo>
                              <a:pt x="88376" y="-830"/>
                              <a:pt x="124190" y="-259"/>
                              <a:pt x="142764" y="1551"/>
                            </a:cubicBezTo>
                            <a:cubicBezTo>
                              <a:pt x="160385" y="4027"/>
                              <a:pt x="173625" y="8409"/>
                              <a:pt x="184198" y="15838"/>
                            </a:cubicBezTo>
                            <a:cubicBezTo>
                              <a:pt x="194770" y="22315"/>
                              <a:pt x="202486" y="31936"/>
                              <a:pt x="208772" y="41937"/>
                            </a:cubicBezTo>
                            <a:cubicBezTo>
                              <a:pt x="213249" y="48890"/>
                              <a:pt x="211249" y="58987"/>
                              <a:pt x="204391" y="62511"/>
                            </a:cubicBezTo>
                            <a:cubicBezTo>
                              <a:pt x="199438" y="64987"/>
                              <a:pt x="194770" y="67178"/>
                              <a:pt x="190008" y="68988"/>
                            </a:cubicBezTo>
                            <a:cubicBezTo>
                              <a:pt x="185341" y="70702"/>
                              <a:pt x="180673" y="72036"/>
                              <a:pt x="175435" y="73655"/>
                            </a:cubicBezTo>
                            <a:cubicBezTo>
                              <a:pt x="170291" y="74989"/>
                              <a:pt x="164957" y="75846"/>
                              <a:pt x="159337" y="76227"/>
                            </a:cubicBezTo>
                            <a:cubicBezTo>
                              <a:pt x="153432" y="76989"/>
                              <a:pt x="147050" y="77275"/>
                              <a:pt x="140002" y="7698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32" name="Forme libre : forme 10331">
                        <a:extLst>
                          <a:ext uri="{FF2B5EF4-FFF2-40B4-BE49-F238E27FC236}">
                            <a16:creationId xmlns:a16="http://schemas.microsoft.com/office/drawing/2014/main" id="{363CB5FE-2077-48F5-9FC2-87372368B8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04164" y="2542032"/>
                        <a:ext cx="204406" cy="30003"/>
                      </a:xfrm>
                      <a:custGeom>
                        <a:avLst/>
                        <a:gdLst>
                          <a:gd name="connsiteX0" fmla="*/ 82677 w 204406"/>
                          <a:gd name="connsiteY0" fmla="*/ 2572 h 30003"/>
                          <a:gd name="connsiteX1" fmla="*/ 0 w 204406"/>
                          <a:gd name="connsiteY1" fmla="*/ 0 h 30003"/>
                          <a:gd name="connsiteX2" fmla="*/ 5144 w 204406"/>
                          <a:gd name="connsiteY2" fmla="*/ 8096 h 30003"/>
                          <a:gd name="connsiteX3" fmla="*/ 14954 w 204406"/>
                          <a:gd name="connsiteY3" fmla="*/ 14764 h 30003"/>
                          <a:gd name="connsiteX4" fmla="*/ 46482 w 204406"/>
                          <a:gd name="connsiteY4" fmla="*/ 27622 h 30003"/>
                          <a:gd name="connsiteX5" fmla="*/ 73342 w 204406"/>
                          <a:gd name="connsiteY5" fmla="*/ 30004 h 30003"/>
                          <a:gd name="connsiteX6" fmla="*/ 84296 w 204406"/>
                          <a:gd name="connsiteY6" fmla="*/ 29718 h 30003"/>
                          <a:gd name="connsiteX7" fmla="*/ 110585 w 204406"/>
                          <a:gd name="connsiteY7" fmla="*/ 29337 h 30003"/>
                          <a:gd name="connsiteX8" fmla="*/ 134874 w 204406"/>
                          <a:gd name="connsiteY8" fmla="*/ 29623 h 30003"/>
                          <a:gd name="connsiteX9" fmla="*/ 139637 w 204406"/>
                          <a:gd name="connsiteY9" fmla="*/ 29813 h 30003"/>
                          <a:gd name="connsiteX10" fmla="*/ 166021 w 204406"/>
                          <a:gd name="connsiteY10" fmla="*/ 28289 h 30003"/>
                          <a:gd name="connsiteX11" fmla="*/ 181165 w 204406"/>
                          <a:gd name="connsiteY11" fmla="*/ 24479 h 30003"/>
                          <a:gd name="connsiteX12" fmla="*/ 194977 w 204406"/>
                          <a:gd name="connsiteY12" fmla="*/ 19717 h 30003"/>
                          <a:gd name="connsiteX13" fmla="*/ 204121 w 204406"/>
                          <a:gd name="connsiteY13" fmla="*/ 15430 h 30003"/>
                          <a:gd name="connsiteX14" fmla="*/ 204406 w 204406"/>
                          <a:gd name="connsiteY14" fmla="*/ 15240 h 30003"/>
                          <a:gd name="connsiteX15" fmla="*/ 82677 w 204406"/>
                          <a:gd name="connsiteY15" fmla="*/ 2572 h 30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204406" h="30003">
                            <a:moveTo>
                              <a:pt x="82677" y="2572"/>
                            </a:moveTo>
                            <a:cubicBezTo>
                              <a:pt x="54292" y="5239"/>
                              <a:pt x="23813" y="8096"/>
                              <a:pt x="0" y="0"/>
                            </a:cubicBezTo>
                            <a:cubicBezTo>
                              <a:pt x="762" y="3238"/>
                              <a:pt x="2476" y="6191"/>
                              <a:pt x="5144" y="8096"/>
                            </a:cubicBezTo>
                            <a:cubicBezTo>
                              <a:pt x="8477" y="10382"/>
                              <a:pt x="11716" y="12668"/>
                              <a:pt x="14954" y="14764"/>
                            </a:cubicBezTo>
                            <a:cubicBezTo>
                              <a:pt x="24479" y="20669"/>
                              <a:pt x="34385" y="24955"/>
                              <a:pt x="46482" y="27622"/>
                            </a:cubicBezTo>
                            <a:cubicBezTo>
                              <a:pt x="54292" y="29242"/>
                              <a:pt x="63151" y="29908"/>
                              <a:pt x="73342" y="30004"/>
                            </a:cubicBezTo>
                            <a:cubicBezTo>
                              <a:pt x="76486" y="29908"/>
                              <a:pt x="80200" y="29813"/>
                              <a:pt x="84296" y="29718"/>
                            </a:cubicBezTo>
                            <a:cubicBezTo>
                              <a:pt x="92202" y="29623"/>
                              <a:pt x="101537" y="29432"/>
                              <a:pt x="110585" y="29337"/>
                            </a:cubicBezTo>
                            <a:cubicBezTo>
                              <a:pt x="119539" y="29432"/>
                              <a:pt x="128111" y="29718"/>
                              <a:pt x="134874" y="29623"/>
                            </a:cubicBezTo>
                            <a:cubicBezTo>
                              <a:pt x="136684" y="29528"/>
                              <a:pt x="138208" y="29718"/>
                              <a:pt x="139637" y="29813"/>
                            </a:cubicBezTo>
                            <a:cubicBezTo>
                              <a:pt x="149542" y="30385"/>
                              <a:pt x="158591" y="28956"/>
                              <a:pt x="166021" y="28289"/>
                            </a:cubicBezTo>
                            <a:cubicBezTo>
                              <a:pt x="171259" y="27527"/>
                              <a:pt x="176308" y="26194"/>
                              <a:pt x="181165" y="24479"/>
                            </a:cubicBezTo>
                            <a:cubicBezTo>
                              <a:pt x="185833" y="23146"/>
                              <a:pt x="190309" y="21622"/>
                              <a:pt x="194977" y="19717"/>
                            </a:cubicBezTo>
                            <a:cubicBezTo>
                              <a:pt x="198025" y="18383"/>
                              <a:pt x="201073" y="16954"/>
                              <a:pt x="204121" y="15430"/>
                            </a:cubicBezTo>
                            <a:lnTo>
                              <a:pt x="204406" y="15240"/>
                            </a:lnTo>
                            <a:cubicBezTo>
                              <a:pt x="166878" y="1238"/>
                              <a:pt x="123063" y="-1619"/>
                              <a:pt x="82677" y="257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33" name="Forme libre : forme 10332">
                        <a:extLst>
                          <a:ext uri="{FF2B5EF4-FFF2-40B4-BE49-F238E27FC236}">
                            <a16:creationId xmlns:a16="http://schemas.microsoft.com/office/drawing/2014/main" id="{9E71142D-0E50-4762-85A9-EA59163548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77380" y="2522813"/>
                        <a:ext cx="97816" cy="25029"/>
                      </a:xfrm>
                      <a:custGeom>
                        <a:avLst/>
                        <a:gdLst>
                          <a:gd name="connsiteX0" fmla="*/ 97758 w 97816"/>
                          <a:gd name="connsiteY0" fmla="*/ 17219 h 25029"/>
                          <a:gd name="connsiteX1" fmla="*/ 46799 w 97816"/>
                          <a:gd name="connsiteY1" fmla="*/ 25029 h 25029"/>
                          <a:gd name="connsiteX2" fmla="*/ 31 w 97816"/>
                          <a:gd name="connsiteY2" fmla="*/ 12647 h 25029"/>
                          <a:gd name="connsiteX3" fmla="*/ 47085 w 97816"/>
                          <a:gd name="connsiteY3" fmla="*/ 264 h 25029"/>
                          <a:gd name="connsiteX4" fmla="*/ 97758 w 97816"/>
                          <a:gd name="connsiteY4" fmla="*/ 17219 h 250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816" h="25029">
                            <a:moveTo>
                              <a:pt x="97758" y="17219"/>
                            </a:moveTo>
                            <a:cubicBezTo>
                              <a:pt x="96329" y="26267"/>
                              <a:pt x="59372" y="24648"/>
                              <a:pt x="46799" y="25029"/>
                            </a:cubicBezTo>
                            <a:cubicBezTo>
                              <a:pt x="34321" y="24363"/>
                              <a:pt x="1270" y="23315"/>
                              <a:pt x="31" y="12647"/>
                            </a:cubicBezTo>
                            <a:cubicBezTo>
                              <a:pt x="-1207" y="1407"/>
                              <a:pt x="34607" y="-879"/>
                              <a:pt x="47085" y="264"/>
                            </a:cubicBezTo>
                            <a:cubicBezTo>
                              <a:pt x="59467" y="359"/>
                              <a:pt x="99567" y="5979"/>
                              <a:pt x="97758" y="1721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34" name="Forme libre : forme 10333">
                        <a:extLst>
                          <a:ext uri="{FF2B5EF4-FFF2-40B4-BE49-F238E27FC236}">
                            <a16:creationId xmlns:a16="http://schemas.microsoft.com/office/drawing/2014/main" id="{2B497008-3F1A-45C8-8498-9FF01BCD2C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76638" y="2524506"/>
                        <a:ext cx="68401" cy="23405"/>
                      </a:xfrm>
                      <a:custGeom>
                        <a:avLst/>
                        <a:gdLst>
                          <a:gd name="connsiteX0" fmla="*/ 21062 w 68401"/>
                          <a:gd name="connsiteY0" fmla="*/ 0 h 23405"/>
                          <a:gd name="connsiteX1" fmla="*/ 297 w 68401"/>
                          <a:gd name="connsiteY1" fmla="*/ 10954 h 23405"/>
                          <a:gd name="connsiteX2" fmla="*/ 48113 w 68401"/>
                          <a:gd name="connsiteY2" fmla="*/ 23336 h 23405"/>
                          <a:gd name="connsiteX3" fmla="*/ 68401 w 68401"/>
                          <a:gd name="connsiteY3" fmla="*/ 22574 h 23405"/>
                          <a:gd name="connsiteX4" fmla="*/ 57638 w 68401"/>
                          <a:gd name="connsiteY4" fmla="*/ 21336 h 23405"/>
                          <a:gd name="connsiteX5" fmla="*/ 21062 w 68401"/>
                          <a:gd name="connsiteY5" fmla="*/ 0 h 234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8401" h="23405">
                            <a:moveTo>
                              <a:pt x="21062" y="0"/>
                            </a:moveTo>
                            <a:cubicBezTo>
                              <a:pt x="14775" y="1714"/>
                              <a:pt x="-2465" y="4286"/>
                              <a:pt x="297" y="10954"/>
                            </a:cubicBezTo>
                            <a:cubicBezTo>
                              <a:pt x="4679" y="21526"/>
                              <a:pt x="32301" y="22574"/>
                              <a:pt x="48113" y="23336"/>
                            </a:cubicBezTo>
                            <a:cubicBezTo>
                              <a:pt x="52685" y="23622"/>
                              <a:pt x="63162" y="22955"/>
                              <a:pt x="68401" y="22574"/>
                            </a:cubicBezTo>
                            <a:cubicBezTo>
                              <a:pt x="65448" y="22003"/>
                              <a:pt x="60400" y="22098"/>
                              <a:pt x="57638" y="21336"/>
                            </a:cubicBezTo>
                            <a:cubicBezTo>
                              <a:pt x="41826" y="16764"/>
                              <a:pt x="22491" y="12097"/>
                              <a:pt x="210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35" name="Forme libre : forme 10334">
                        <a:extLst>
                          <a:ext uri="{FF2B5EF4-FFF2-40B4-BE49-F238E27FC236}">
                            <a16:creationId xmlns:a16="http://schemas.microsoft.com/office/drawing/2014/main" id="{DD786BB7-AF88-4A7C-A320-EB9F1B7C12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82674" y="2525744"/>
                        <a:ext cx="97544" cy="25241"/>
                      </a:xfrm>
                      <a:custGeom>
                        <a:avLst/>
                        <a:gdLst>
                          <a:gd name="connsiteX0" fmla="*/ 97131 w 97544"/>
                          <a:gd name="connsiteY0" fmla="*/ 17812 h 25241"/>
                          <a:gd name="connsiteX1" fmla="*/ 45886 w 97544"/>
                          <a:gd name="connsiteY1" fmla="*/ 25241 h 25241"/>
                          <a:gd name="connsiteX2" fmla="*/ 33409 w 97544"/>
                          <a:gd name="connsiteY2" fmla="*/ 24384 h 25241"/>
                          <a:gd name="connsiteX3" fmla="*/ 18740 w 97544"/>
                          <a:gd name="connsiteY3" fmla="*/ 22574 h 25241"/>
                          <a:gd name="connsiteX4" fmla="*/ 71 w 97544"/>
                          <a:gd name="connsiteY4" fmla="*/ 12097 h 25241"/>
                          <a:gd name="connsiteX5" fmla="*/ 18359 w 97544"/>
                          <a:gd name="connsiteY5" fmla="*/ 1524 h 25241"/>
                          <a:gd name="connsiteX6" fmla="*/ 34361 w 97544"/>
                          <a:gd name="connsiteY6" fmla="*/ 0 h 25241"/>
                          <a:gd name="connsiteX7" fmla="*/ 46839 w 97544"/>
                          <a:gd name="connsiteY7" fmla="*/ 286 h 25241"/>
                          <a:gd name="connsiteX8" fmla="*/ 60364 w 97544"/>
                          <a:gd name="connsiteY8" fmla="*/ 1238 h 25241"/>
                          <a:gd name="connsiteX9" fmla="*/ 78462 w 97544"/>
                          <a:gd name="connsiteY9" fmla="*/ 4858 h 25241"/>
                          <a:gd name="connsiteX10" fmla="*/ 86844 w 97544"/>
                          <a:gd name="connsiteY10" fmla="*/ 7334 h 25241"/>
                          <a:gd name="connsiteX11" fmla="*/ 93321 w 97544"/>
                          <a:gd name="connsiteY11" fmla="*/ 10763 h 25241"/>
                          <a:gd name="connsiteX12" fmla="*/ 97131 w 97544"/>
                          <a:gd name="connsiteY12" fmla="*/ 17812 h 25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7544" h="25241">
                            <a:moveTo>
                              <a:pt x="97131" y="17812"/>
                            </a:moveTo>
                            <a:cubicBezTo>
                              <a:pt x="92178" y="26575"/>
                              <a:pt x="59507" y="24289"/>
                              <a:pt x="45886" y="25241"/>
                            </a:cubicBezTo>
                            <a:cubicBezTo>
                              <a:pt x="42552" y="25241"/>
                              <a:pt x="38171" y="24955"/>
                              <a:pt x="33409" y="24384"/>
                            </a:cubicBezTo>
                            <a:cubicBezTo>
                              <a:pt x="28646" y="24098"/>
                              <a:pt x="23502" y="23527"/>
                              <a:pt x="18740" y="22574"/>
                            </a:cubicBezTo>
                            <a:cubicBezTo>
                              <a:pt x="9215" y="20574"/>
                              <a:pt x="1024" y="17621"/>
                              <a:pt x="71" y="12097"/>
                            </a:cubicBezTo>
                            <a:cubicBezTo>
                              <a:pt x="-882" y="6572"/>
                              <a:pt x="7882" y="2953"/>
                              <a:pt x="18359" y="1524"/>
                            </a:cubicBezTo>
                            <a:cubicBezTo>
                              <a:pt x="23598" y="667"/>
                              <a:pt x="29313" y="190"/>
                              <a:pt x="34361" y="0"/>
                            </a:cubicBezTo>
                            <a:cubicBezTo>
                              <a:pt x="39409" y="0"/>
                              <a:pt x="43981" y="190"/>
                              <a:pt x="46839" y="286"/>
                            </a:cubicBezTo>
                            <a:cubicBezTo>
                              <a:pt x="49696" y="381"/>
                              <a:pt x="54649" y="762"/>
                              <a:pt x="60364" y="1238"/>
                            </a:cubicBezTo>
                            <a:cubicBezTo>
                              <a:pt x="66079" y="2000"/>
                              <a:pt x="72556" y="3334"/>
                              <a:pt x="78462" y="4858"/>
                            </a:cubicBezTo>
                            <a:cubicBezTo>
                              <a:pt x="81415" y="5620"/>
                              <a:pt x="84272" y="6382"/>
                              <a:pt x="86844" y="7334"/>
                            </a:cubicBezTo>
                            <a:cubicBezTo>
                              <a:pt x="89320" y="8382"/>
                              <a:pt x="91606" y="9620"/>
                              <a:pt x="93321" y="10763"/>
                            </a:cubicBezTo>
                            <a:cubicBezTo>
                              <a:pt x="96750" y="13049"/>
                              <a:pt x="98369" y="15430"/>
                              <a:pt x="97131" y="1781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36" name="Forme libre : forme 10335">
                        <a:extLst>
                          <a:ext uri="{FF2B5EF4-FFF2-40B4-BE49-F238E27FC236}">
                            <a16:creationId xmlns:a16="http://schemas.microsoft.com/office/drawing/2014/main" id="{D27757D9-E29E-4B0C-A33D-2C5B29BA49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30895" y="2516754"/>
                        <a:ext cx="120718" cy="48240"/>
                      </a:xfrm>
                      <a:custGeom>
                        <a:avLst/>
                        <a:gdLst>
                          <a:gd name="connsiteX0" fmla="*/ 1177 w 120718"/>
                          <a:gd name="connsiteY0" fmla="*/ 23182 h 48240"/>
                          <a:gd name="connsiteX1" fmla="*/ 14703 w 120718"/>
                          <a:gd name="connsiteY1" fmla="*/ 34041 h 48240"/>
                          <a:gd name="connsiteX2" fmla="*/ 59185 w 120718"/>
                          <a:gd name="connsiteY2" fmla="*/ 47281 h 48240"/>
                          <a:gd name="connsiteX3" fmla="*/ 82521 w 120718"/>
                          <a:gd name="connsiteY3" fmla="*/ 47947 h 48240"/>
                          <a:gd name="connsiteX4" fmla="*/ 103762 w 120718"/>
                          <a:gd name="connsiteY4" fmla="*/ 45280 h 48240"/>
                          <a:gd name="connsiteX5" fmla="*/ 120526 w 120718"/>
                          <a:gd name="connsiteY5" fmla="*/ 32803 h 48240"/>
                          <a:gd name="connsiteX6" fmla="*/ 106334 w 120718"/>
                          <a:gd name="connsiteY6" fmla="*/ 25849 h 48240"/>
                          <a:gd name="connsiteX7" fmla="*/ 85760 w 120718"/>
                          <a:gd name="connsiteY7" fmla="*/ 19087 h 48240"/>
                          <a:gd name="connsiteX8" fmla="*/ 64995 w 120718"/>
                          <a:gd name="connsiteY8" fmla="*/ 11276 h 48240"/>
                          <a:gd name="connsiteX9" fmla="*/ 45564 w 120718"/>
                          <a:gd name="connsiteY9" fmla="*/ 2799 h 48240"/>
                          <a:gd name="connsiteX10" fmla="*/ 21656 w 120718"/>
                          <a:gd name="connsiteY10" fmla="*/ 799 h 48240"/>
                          <a:gd name="connsiteX11" fmla="*/ 1177 w 120718"/>
                          <a:gd name="connsiteY11" fmla="*/ 23182 h 48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20718" h="48240">
                            <a:moveTo>
                              <a:pt x="1177" y="23182"/>
                            </a:moveTo>
                            <a:cubicBezTo>
                              <a:pt x="4416" y="29088"/>
                              <a:pt x="7083" y="30802"/>
                              <a:pt x="14703" y="34041"/>
                            </a:cubicBezTo>
                            <a:cubicBezTo>
                              <a:pt x="29181" y="40137"/>
                              <a:pt x="40801" y="45566"/>
                              <a:pt x="59185" y="47281"/>
                            </a:cubicBezTo>
                            <a:cubicBezTo>
                              <a:pt x="66805" y="48233"/>
                              <a:pt x="74806" y="48519"/>
                              <a:pt x="82521" y="47947"/>
                            </a:cubicBezTo>
                            <a:cubicBezTo>
                              <a:pt x="90236" y="47471"/>
                              <a:pt x="97475" y="46900"/>
                              <a:pt x="103762" y="45280"/>
                            </a:cubicBezTo>
                            <a:cubicBezTo>
                              <a:pt x="113287" y="42613"/>
                              <a:pt x="122145" y="39280"/>
                              <a:pt x="120526" y="32803"/>
                            </a:cubicBezTo>
                            <a:cubicBezTo>
                              <a:pt x="119383" y="28993"/>
                              <a:pt x="112144" y="27564"/>
                              <a:pt x="106334" y="25849"/>
                            </a:cubicBezTo>
                            <a:cubicBezTo>
                              <a:pt x="99476" y="23563"/>
                              <a:pt x="92618" y="21468"/>
                              <a:pt x="85760" y="19087"/>
                            </a:cubicBezTo>
                            <a:cubicBezTo>
                              <a:pt x="78901" y="16991"/>
                              <a:pt x="72043" y="14610"/>
                              <a:pt x="64995" y="11276"/>
                            </a:cubicBezTo>
                            <a:cubicBezTo>
                              <a:pt x="58994" y="8323"/>
                              <a:pt x="52708" y="5085"/>
                              <a:pt x="45564" y="2799"/>
                            </a:cubicBezTo>
                            <a:cubicBezTo>
                              <a:pt x="38516" y="513"/>
                              <a:pt x="30514" y="-1011"/>
                              <a:pt x="21656" y="799"/>
                            </a:cubicBezTo>
                            <a:cubicBezTo>
                              <a:pt x="5750" y="3656"/>
                              <a:pt x="-3395" y="14896"/>
                              <a:pt x="1177" y="2318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37" name="Forme libre : forme 10336">
                        <a:extLst>
                          <a:ext uri="{FF2B5EF4-FFF2-40B4-BE49-F238E27FC236}">
                            <a16:creationId xmlns:a16="http://schemas.microsoft.com/office/drawing/2014/main" id="{1843D836-0406-40FB-8517-DB66D5B157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4753" y="2514836"/>
                        <a:ext cx="40291" cy="13911"/>
                      </a:xfrm>
                      <a:custGeom>
                        <a:avLst/>
                        <a:gdLst>
                          <a:gd name="connsiteX0" fmla="*/ 3703 w 40291"/>
                          <a:gd name="connsiteY0" fmla="*/ 8812 h 13911"/>
                          <a:gd name="connsiteX1" fmla="*/ 84 w 40291"/>
                          <a:gd name="connsiteY1" fmla="*/ 11765 h 13911"/>
                          <a:gd name="connsiteX2" fmla="*/ 3227 w 40291"/>
                          <a:gd name="connsiteY2" fmla="*/ 13861 h 13911"/>
                          <a:gd name="connsiteX3" fmla="*/ 10561 w 40291"/>
                          <a:gd name="connsiteY3" fmla="*/ 13384 h 13911"/>
                          <a:gd name="connsiteX4" fmla="*/ 28564 w 40291"/>
                          <a:gd name="connsiteY4" fmla="*/ 10241 h 13911"/>
                          <a:gd name="connsiteX5" fmla="*/ 34945 w 40291"/>
                          <a:gd name="connsiteY5" fmla="*/ 8336 h 13911"/>
                          <a:gd name="connsiteX6" fmla="*/ 30659 w 40291"/>
                          <a:gd name="connsiteY6" fmla="*/ 145 h 13911"/>
                          <a:gd name="connsiteX7" fmla="*/ 3703 w 40291"/>
                          <a:gd name="connsiteY7" fmla="*/ 8812 h 13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291" h="13911">
                            <a:moveTo>
                              <a:pt x="3703" y="8812"/>
                            </a:moveTo>
                            <a:cubicBezTo>
                              <a:pt x="1893" y="9765"/>
                              <a:pt x="655" y="10431"/>
                              <a:pt x="84" y="11765"/>
                            </a:cubicBezTo>
                            <a:cubicBezTo>
                              <a:pt x="-392" y="13003"/>
                              <a:pt x="1227" y="13670"/>
                              <a:pt x="3227" y="13861"/>
                            </a:cubicBezTo>
                            <a:cubicBezTo>
                              <a:pt x="5323" y="14051"/>
                              <a:pt x="8275" y="13670"/>
                              <a:pt x="10561" y="13384"/>
                            </a:cubicBezTo>
                            <a:cubicBezTo>
                              <a:pt x="16562" y="12622"/>
                              <a:pt x="22849" y="11574"/>
                              <a:pt x="28564" y="10241"/>
                            </a:cubicBezTo>
                            <a:cubicBezTo>
                              <a:pt x="30945" y="9670"/>
                              <a:pt x="33136" y="9193"/>
                              <a:pt x="34945" y="8336"/>
                            </a:cubicBezTo>
                            <a:cubicBezTo>
                              <a:pt x="42756" y="4907"/>
                              <a:pt x="42565" y="-998"/>
                              <a:pt x="30659" y="145"/>
                            </a:cubicBezTo>
                            <a:cubicBezTo>
                              <a:pt x="21610" y="1097"/>
                              <a:pt x="11038" y="4907"/>
                              <a:pt x="3703" y="881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38" name="Forme libre : forme 10337">
                        <a:extLst>
                          <a:ext uri="{FF2B5EF4-FFF2-40B4-BE49-F238E27FC236}">
                            <a16:creationId xmlns:a16="http://schemas.microsoft.com/office/drawing/2014/main" id="{EF9589F5-A1B1-46BC-8798-0CE990F3D1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46086" y="2554128"/>
                        <a:ext cx="60578" cy="16573"/>
                      </a:xfrm>
                      <a:custGeom>
                        <a:avLst/>
                        <a:gdLst>
                          <a:gd name="connsiteX0" fmla="*/ 60579 w 60578"/>
                          <a:gd name="connsiteY0" fmla="*/ 0 h 16573"/>
                          <a:gd name="connsiteX1" fmla="*/ 0 w 60578"/>
                          <a:gd name="connsiteY1" fmla="*/ 16574 h 16573"/>
                          <a:gd name="connsiteX2" fmla="*/ 15526 w 60578"/>
                          <a:gd name="connsiteY2" fmla="*/ 12763 h 16573"/>
                          <a:gd name="connsiteX3" fmla="*/ 31052 w 60578"/>
                          <a:gd name="connsiteY3" fmla="*/ 8477 h 16573"/>
                          <a:gd name="connsiteX4" fmla="*/ 60579 w 60578"/>
                          <a:gd name="connsiteY4" fmla="*/ 0 h 165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0578" h="16573">
                            <a:moveTo>
                              <a:pt x="60579" y="0"/>
                            </a:moveTo>
                            <a:cubicBezTo>
                              <a:pt x="47625" y="10001"/>
                              <a:pt x="18860" y="12002"/>
                              <a:pt x="0" y="16574"/>
                            </a:cubicBezTo>
                            <a:cubicBezTo>
                              <a:pt x="5048" y="15716"/>
                              <a:pt x="10192" y="14383"/>
                              <a:pt x="15526" y="12763"/>
                            </a:cubicBezTo>
                            <a:cubicBezTo>
                              <a:pt x="20764" y="11239"/>
                              <a:pt x="25813" y="10192"/>
                              <a:pt x="31052" y="8477"/>
                            </a:cubicBezTo>
                            <a:cubicBezTo>
                              <a:pt x="41720" y="4953"/>
                              <a:pt x="51435" y="2762"/>
                              <a:pt x="605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39" name="Forme libre : forme 10338">
                        <a:extLst>
                          <a:ext uri="{FF2B5EF4-FFF2-40B4-BE49-F238E27FC236}">
                            <a16:creationId xmlns:a16="http://schemas.microsoft.com/office/drawing/2014/main" id="{7524CBD3-B35B-45EF-9A49-79549D537A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09021" y="2498978"/>
                        <a:ext cx="68675" cy="31528"/>
                      </a:xfrm>
                      <a:custGeom>
                        <a:avLst/>
                        <a:gdLst>
                          <a:gd name="connsiteX0" fmla="*/ 68675 w 68675"/>
                          <a:gd name="connsiteY0" fmla="*/ 0 h 31528"/>
                          <a:gd name="connsiteX1" fmla="*/ 0 w 68675"/>
                          <a:gd name="connsiteY1" fmla="*/ 31528 h 31528"/>
                          <a:gd name="connsiteX2" fmla="*/ 68675 w 68675"/>
                          <a:gd name="connsiteY2" fmla="*/ 0 h 31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675" h="31528">
                            <a:moveTo>
                              <a:pt x="68675" y="0"/>
                            </a:moveTo>
                            <a:cubicBezTo>
                              <a:pt x="39910" y="3048"/>
                              <a:pt x="16478" y="17431"/>
                              <a:pt x="0" y="31528"/>
                            </a:cubicBezTo>
                            <a:cubicBezTo>
                              <a:pt x="14669" y="17717"/>
                              <a:pt x="44387" y="5620"/>
                              <a:pt x="68675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40" name="Forme libre : forme 10339">
                        <a:extLst>
                          <a:ext uri="{FF2B5EF4-FFF2-40B4-BE49-F238E27FC236}">
                            <a16:creationId xmlns:a16="http://schemas.microsoft.com/office/drawing/2014/main" id="{26BCCE1A-E81D-4811-B403-F87C089B81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17026" y="2525385"/>
                        <a:ext cx="36566" cy="9873"/>
                      </a:xfrm>
                      <a:custGeom>
                        <a:avLst/>
                        <a:gdLst>
                          <a:gd name="connsiteX0" fmla="*/ 36204 w 36566"/>
                          <a:gd name="connsiteY0" fmla="*/ 8454 h 9873"/>
                          <a:gd name="connsiteX1" fmla="*/ 26107 w 36566"/>
                          <a:gd name="connsiteY1" fmla="*/ 9598 h 9873"/>
                          <a:gd name="connsiteX2" fmla="*/ 14677 w 36566"/>
                          <a:gd name="connsiteY2" fmla="*/ 8454 h 9873"/>
                          <a:gd name="connsiteX3" fmla="*/ 390 w 36566"/>
                          <a:gd name="connsiteY3" fmla="*/ 1882 h 9873"/>
                          <a:gd name="connsiteX4" fmla="*/ 20869 w 36566"/>
                          <a:gd name="connsiteY4" fmla="*/ 1406 h 9873"/>
                          <a:gd name="connsiteX5" fmla="*/ 36204 w 36566"/>
                          <a:gd name="connsiteY5" fmla="*/ 8454 h 98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566" h="9873">
                            <a:moveTo>
                              <a:pt x="36204" y="8454"/>
                            </a:moveTo>
                            <a:cubicBezTo>
                              <a:pt x="34870" y="10074"/>
                              <a:pt x="30584" y="10074"/>
                              <a:pt x="26107" y="9598"/>
                            </a:cubicBezTo>
                            <a:cubicBezTo>
                              <a:pt x="21631" y="9407"/>
                              <a:pt x="16868" y="8740"/>
                              <a:pt x="14677" y="8454"/>
                            </a:cubicBezTo>
                            <a:cubicBezTo>
                              <a:pt x="10296" y="7788"/>
                              <a:pt x="-2372" y="5502"/>
                              <a:pt x="390" y="1882"/>
                            </a:cubicBezTo>
                            <a:cubicBezTo>
                              <a:pt x="3152" y="-1642"/>
                              <a:pt x="16678" y="739"/>
                              <a:pt x="20869" y="1406"/>
                            </a:cubicBezTo>
                            <a:cubicBezTo>
                              <a:pt x="25155" y="1882"/>
                              <a:pt x="38966" y="5311"/>
                              <a:pt x="36204" y="8454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41" name="Forme libre : forme 10340">
                        <a:extLst>
                          <a:ext uri="{FF2B5EF4-FFF2-40B4-BE49-F238E27FC236}">
                            <a16:creationId xmlns:a16="http://schemas.microsoft.com/office/drawing/2014/main" id="{7D8EEACB-5E79-466A-AE50-ED3ADB2EA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48555" y="2531161"/>
                        <a:ext cx="10397" cy="3643"/>
                      </a:xfrm>
                      <a:custGeom>
                        <a:avLst/>
                        <a:gdLst>
                          <a:gd name="connsiteX0" fmla="*/ 10390 w 10397"/>
                          <a:gd name="connsiteY0" fmla="*/ 2393 h 3643"/>
                          <a:gd name="connsiteX1" fmla="*/ 5437 w 10397"/>
                          <a:gd name="connsiteY1" fmla="*/ 3536 h 3643"/>
                          <a:gd name="connsiteX2" fmla="*/ 8 w 10397"/>
                          <a:gd name="connsiteY2" fmla="*/ 1250 h 3643"/>
                          <a:gd name="connsiteX3" fmla="*/ 4771 w 10397"/>
                          <a:gd name="connsiteY3" fmla="*/ 107 h 3643"/>
                          <a:gd name="connsiteX4" fmla="*/ 10390 w 10397"/>
                          <a:gd name="connsiteY4" fmla="*/ 2393 h 36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397" h="3643">
                            <a:moveTo>
                              <a:pt x="10390" y="2393"/>
                            </a:moveTo>
                            <a:cubicBezTo>
                              <a:pt x="10581" y="3822"/>
                              <a:pt x="7152" y="3727"/>
                              <a:pt x="5437" y="3536"/>
                            </a:cubicBezTo>
                            <a:cubicBezTo>
                              <a:pt x="3723" y="3346"/>
                              <a:pt x="198" y="2679"/>
                              <a:pt x="8" y="1250"/>
                            </a:cubicBezTo>
                            <a:cubicBezTo>
                              <a:pt x="-183" y="-179"/>
                              <a:pt x="3056" y="-83"/>
                              <a:pt x="4771" y="107"/>
                            </a:cubicBezTo>
                            <a:cubicBezTo>
                              <a:pt x="6580" y="393"/>
                              <a:pt x="10200" y="964"/>
                              <a:pt x="10390" y="239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42" name="Forme libre : forme 10341">
                        <a:extLst>
                          <a:ext uri="{FF2B5EF4-FFF2-40B4-BE49-F238E27FC236}">
                            <a16:creationId xmlns:a16="http://schemas.microsoft.com/office/drawing/2014/main" id="{A8FE8F8F-459F-4012-A579-60F2B46965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916934" y="2502174"/>
                        <a:ext cx="88483" cy="46017"/>
                      </a:xfrm>
                      <a:custGeom>
                        <a:avLst/>
                        <a:gdLst>
                          <a:gd name="connsiteX0" fmla="*/ 70110 w 88483"/>
                          <a:gd name="connsiteY0" fmla="*/ 21665 h 46017"/>
                          <a:gd name="connsiteX1" fmla="*/ 88302 w 88483"/>
                          <a:gd name="connsiteY1" fmla="*/ 42048 h 46017"/>
                          <a:gd name="connsiteX2" fmla="*/ 80587 w 88483"/>
                          <a:gd name="connsiteY2" fmla="*/ 45573 h 46017"/>
                          <a:gd name="connsiteX3" fmla="*/ 71157 w 88483"/>
                          <a:gd name="connsiteY3" fmla="*/ 39381 h 46017"/>
                          <a:gd name="connsiteX4" fmla="*/ 41249 w 88483"/>
                          <a:gd name="connsiteY4" fmla="*/ 20998 h 46017"/>
                          <a:gd name="connsiteX5" fmla="*/ 863 w 88483"/>
                          <a:gd name="connsiteY5" fmla="*/ 3663 h 46017"/>
                          <a:gd name="connsiteX6" fmla="*/ 24390 w 88483"/>
                          <a:gd name="connsiteY6" fmla="*/ 424 h 46017"/>
                          <a:gd name="connsiteX7" fmla="*/ 49917 w 88483"/>
                          <a:gd name="connsiteY7" fmla="*/ 6806 h 46017"/>
                          <a:gd name="connsiteX8" fmla="*/ 61251 w 88483"/>
                          <a:gd name="connsiteY8" fmla="*/ 13950 h 46017"/>
                          <a:gd name="connsiteX9" fmla="*/ 70110 w 88483"/>
                          <a:gd name="connsiteY9" fmla="*/ 21665 h 46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8483" h="46017">
                            <a:moveTo>
                              <a:pt x="70110" y="21665"/>
                            </a:moveTo>
                            <a:cubicBezTo>
                              <a:pt x="79063" y="27952"/>
                              <a:pt x="85159" y="33952"/>
                              <a:pt x="88302" y="42048"/>
                            </a:cubicBezTo>
                            <a:cubicBezTo>
                              <a:pt x="89445" y="45097"/>
                              <a:pt x="84969" y="46906"/>
                              <a:pt x="80587" y="45573"/>
                            </a:cubicBezTo>
                            <a:cubicBezTo>
                              <a:pt x="76206" y="44049"/>
                              <a:pt x="73920" y="41668"/>
                              <a:pt x="71157" y="39381"/>
                            </a:cubicBezTo>
                            <a:cubicBezTo>
                              <a:pt x="62871" y="32143"/>
                              <a:pt x="52965" y="25761"/>
                              <a:pt x="41249" y="20998"/>
                            </a:cubicBezTo>
                            <a:cubicBezTo>
                              <a:pt x="34105" y="16807"/>
                              <a:pt x="-6376" y="11188"/>
                              <a:pt x="863" y="3663"/>
                            </a:cubicBezTo>
                            <a:cubicBezTo>
                              <a:pt x="4578" y="-52"/>
                              <a:pt x="14293" y="-528"/>
                              <a:pt x="24390" y="424"/>
                            </a:cubicBezTo>
                            <a:cubicBezTo>
                              <a:pt x="34391" y="1377"/>
                              <a:pt x="44964" y="4806"/>
                              <a:pt x="49917" y="6806"/>
                            </a:cubicBezTo>
                            <a:cubicBezTo>
                              <a:pt x="54965" y="8806"/>
                              <a:pt x="58299" y="11283"/>
                              <a:pt x="61251" y="13950"/>
                            </a:cubicBezTo>
                            <a:cubicBezTo>
                              <a:pt x="64204" y="16617"/>
                              <a:pt x="66776" y="19189"/>
                              <a:pt x="70110" y="2166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81" name="Graphique 1">
                    <a:extLst>
                      <a:ext uri="{FF2B5EF4-FFF2-40B4-BE49-F238E27FC236}">
                        <a16:creationId xmlns:a16="http://schemas.microsoft.com/office/drawing/2014/main" id="{BF4011F7-D820-4E07-A35D-DFA87AE9DAC9}"/>
                      </a:ext>
                    </a:extLst>
                  </p:cNvPr>
                  <p:cNvGrpSpPr/>
                  <p:nvPr/>
                </p:nvGrpSpPr>
                <p:grpSpPr>
                  <a:xfrm>
                    <a:off x="3010679" y="2534155"/>
                    <a:ext cx="2046570" cy="474677"/>
                    <a:chOff x="3010679" y="2534155"/>
                    <a:chExt cx="2046570" cy="474677"/>
                  </a:xfrm>
                  <a:solidFill>
                    <a:schemeClr val="accent1"/>
                  </a:solidFill>
                </p:grpSpPr>
                <p:grpSp>
                  <p:nvGrpSpPr>
                    <p:cNvPr id="10160" name="Graphique 1">
                      <a:extLst>
                        <a:ext uri="{FF2B5EF4-FFF2-40B4-BE49-F238E27FC236}">
                          <a16:creationId xmlns:a16="http://schemas.microsoft.com/office/drawing/2014/main" id="{2199315B-0C82-4E4F-8170-28C3759D9C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10679" y="2534155"/>
                      <a:ext cx="192129" cy="110526"/>
                      <a:chOff x="3010679" y="2534155"/>
                      <a:chExt cx="192129" cy="110526"/>
                    </a:xfrm>
                    <a:solidFill>
                      <a:schemeClr val="accent1"/>
                    </a:solidFill>
                  </p:grpSpPr>
                  <p:sp>
                    <p:nvSpPr>
                      <p:cNvPr id="10304" name="Forme libre : forme 10303">
                        <a:extLst>
                          <a:ext uri="{FF2B5EF4-FFF2-40B4-BE49-F238E27FC236}">
                            <a16:creationId xmlns:a16="http://schemas.microsoft.com/office/drawing/2014/main" id="{42790782-C4E9-4F1F-9D43-EFB0C4ECA1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10679" y="2534155"/>
                        <a:ext cx="192129" cy="110526"/>
                      </a:xfrm>
                      <a:custGeom>
                        <a:avLst/>
                        <a:gdLst>
                          <a:gd name="connsiteX0" fmla="*/ 118192 w 192129"/>
                          <a:gd name="connsiteY0" fmla="*/ 90553 h 110526"/>
                          <a:gd name="connsiteX1" fmla="*/ 108476 w 192129"/>
                          <a:gd name="connsiteY1" fmla="*/ 85981 h 110526"/>
                          <a:gd name="connsiteX2" fmla="*/ 94855 w 192129"/>
                          <a:gd name="connsiteY2" fmla="*/ 81314 h 110526"/>
                          <a:gd name="connsiteX3" fmla="*/ 66852 w 192129"/>
                          <a:gd name="connsiteY3" fmla="*/ 75028 h 110526"/>
                          <a:gd name="connsiteX4" fmla="*/ 32752 w 192129"/>
                          <a:gd name="connsiteY4" fmla="*/ 64836 h 110526"/>
                          <a:gd name="connsiteX5" fmla="*/ 5606 w 192129"/>
                          <a:gd name="connsiteY5" fmla="*/ 47215 h 110526"/>
                          <a:gd name="connsiteX6" fmla="*/ 3796 w 192129"/>
                          <a:gd name="connsiteY6" fmla="*/ 25688 h 110526"/>
                          <a:gd name="connsiteX7" fmla="*/ 77520 w 192129"/>
                          <a:gd name="connsiteY7" fmla="*/ 256 h 110526"/>
                          <a:gd name="connsiteX8" fmla="*/ 116096 w 192129"/>
                          <a:gd name="connsiteY8" fmla="*/ 7591 h 110526"/>
                          <a:gd name="connsiteX9" fmla="*/ 154863 w 192129"/>
                          <a:gd name="connsiteY9" fmla="*/ 24736 h 110526"/>
                          <a:gd name="connsiteX10" fmla="*/ 176199 w 192129"/>
                          <a:gd name="connsiteY10" fmla="*/ 43881 h 110526"/>
                          <a:gd name="connsiteX11" fmla="*/ 182962 w 192129"/>
                          <a:gd name="connsiteY11" fmla="*/ 53692 h 110526"/>
                          <a:gd name="connsiteX12" fmla="*/ 185914 w 192129"/>
                          <a:gd name="connsiteY12" fmla="*/ 61217 h 110526"/>
                          <a:gd name="connsiteX13" fmla="*/ 192010 w 192129"/>
                          <a:gd name="connsiteY13" fmla="*/ 92744 h 110526"/>
                          <a:gd name="connsiteX14" fmla="*/ 180485 w 192129"/>
                          <a:gd name="connsiteY14" fmla="*/ 110366 h 110526"/>
                          <a:gd name="connsiteX15" fmla="*/ 147243 w 192129"/>
                          <a:gd name="connsiteY15" fmla="*/ 105031 h 110526"/>
                          <a:gd name="connsiteX16" fmla="*/ 138670 w 192129"/>
                          <a:gd name="connsiteY16" fmla="*/ 100841 h 110526"/>
                          <a:gd name="connsiteX17" fmla="*/ 130860 w 192129"/>
                          <a:gd name="connsiteY17" fmla="*/ 96745 h 110526"/>
                          <a:gd name="connsiteX18" fmla="*/ 124859 w 192129"/>
                          <a:gd name="connsiteY18" fmla="*/ 93697 h 110526"/>
                          <a:gd name="connsiteX19" fmla="*/ 118192 w 192129"/>
                          <a:gd name="connsiteY19" fmla="*/ 90553 h 1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92129" h="110526">
                            <a:moveTo>
                              <a:pt x="118192" y="90553"/>
                            </a:moveTo>
                            <a:cubicBezTo>
                              <a:pt x="115906" y="89125"/>
                              <a:pt x="112096" y="87886"/>
                              <a:pt x="108476" y="85981"/>
                            </a:cubicBezTo>
                            <a:cubicBezTo>
                              <a:pt x="104190" y="84648"/>
                              <a:pt x="100094" y="82457"/>
                              <a:pt x="94855" y="81314"/>
                            </a:cubicBezTo>
                            <a:cubicBezTo>
                              <a:pt x="85235" y="78171"/>
                              <a:pt x="73996" y="76456"/>
                              <a:pt x="66852" y="75028"/>
                            </a:cubicBezTo>
                            <a:cubicBezTo>
                              <a:pt x="53231" y="72551"/>
                              <a:pt x="42277" y="69503"/>
                              <a:pt x="32752" y="64836"/>
                            </a:cubicBezTo>
                            <a:cubicBezTo>
                              <a:pt x="23132" y="60169"/>
                              <a:pt x="14655" y="54168"/>
                              <a:pt x="5606" y="47215"/>
                            </a:cubicBezTo>
                            <a:cubicBezTo>
                              <a:pt x="-585" y="42452"/>
                              <a:pt x="-2300" y="31689"/>
                              <a:pt x="3796" y="25688"/>
                            </a:cubicBezTo>
                            <a:cubicBezTo>
                              <a:pt x="20846" y="9115"/>
                              <a:pt x="41992" y="-1839"/>
                              <a:pt x="77520" y="256"/>
                            </a:cubicBezTo>
                            <a:cubicBezTo>
                              <a:pt x="87045" y="1209"/>
                              <a:pt x="101428" y="3019"/>
                              <a:pt x="116096" y="7591"/>
                            </a:cubicBezTo>
                            <a:cubicBezTo>
                              <a:pt x="130765" y="11591"/>
                              <a:pt x="145433" y="18926"/>
                              <a:pt x="154863" y="24736"/>
                            </a:cubicBezTo>
                            <a:cubicBezTo>
                              <a:pt x="163626" y="30736"/>
                              <a:pt x="170960" y="36642"/>
                              <a:pt x="176199" y="43881"/>
                            </a:cubicBezTo>
                            <a:cubicBezTo>
                              <a:pt x="178771" y="47215"/>
                              <a:pt x="181533" y="51025"/>
                              <a:pt x="182962" y="53692"/>
                            </a:cubicBezTo>
                            <a:cubicBezTo>
                              <a:pt x="184105" y="56168"/>
                              <a:pt x="185057" y="58740"/>
                              <a:pt x="185914" y="61217"/>
                            </a:cubicBezTo>
                            <a:cubicBezTo>
                              <a:pt x="189153" y="71408"/>
                              <a:pt x="190867" y="81410"/>
                              <a:pt x="192010" y="92744"/>
                            </a:cubicBezTo>
                            <a:cubicBezTo>
                              <a:pt x="192963" y="100364"/>
                              <a:pt x="188105" y="109889"/>
                              <a:pt x="180485" y="110366"/>
                            </a:cubicBezTo>
                            <a:cubicBezTo>
                              <a:pt x="169531" y="111032"/>
                              <a:pt x="158578" y="109699"/>
                              <a:pt x="147243" y="105031"/>
                            </a:cubicBezTo>
                            <a:cubicBezTo>
                              <a:pt x="144481" y="103888"/>
                              <a:pt x="141623" y="102460"/>
                              <a:pt x="138670" y="100841"/>
                            </a:cubicBezTo>
                            <a:cubicBezTo>
                              <a:pt x="135813" y="99221"/>
                              <a:pt x="132575" y="97126"/>
                              <a:pt x="130860" y="96745"/>
                            </a:cubicBezTo>
                            <a:cubicBezTo>
                              <a:pt x="128764" y="95887"/>
                              <a:pt x="126764" y="94935"/>
                              <a:pt x="124859" y="93697"/>
                            </a:cubicBezTo>
                            <a:cubicBezTo>
                              <a:pt x="122668" y="92839"/>
                              <a:pt x="120478" y="91792"/>
                              <a:pt x="118192" y="90553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05" name="Forme libre : forme 10304">
                        <a:extLst>
                          <a:ext uri="{FF2B5EF4-FFF2-40B4-BE49-F238E27FC236}">
                            <a16:creationId xmlns:a16="http://schemas.microsoft.com/office/drawing/2014/main" id="{FB2EF238-B3A8-4570-B8ED-13383CF6CC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11142" y="2572988"/>
                        <a:ext cx="180498" cy="71556"/>
                      </a:xfrm>
                      <a:custGeom>
                        <a:avLst/>
                        <a:gdLst>
                          <a:gd name="connsiteX0" fmla="*/ 79820 w 180498"/>
                          <a:gd name="connsiteY0" fmla="*/ 10668 h 71556"/>
                          <a:gd name="connsiteX1" fmla="*/ 0 w 180498"/>
                          <a:gd name="connsiteY1" fmla="*/ 0 h 71556"/>
                          <a:gd name="connsiteX2" fmla="*/ 5048 w 180498"/>
                          <a:gd name="connsiteY2" fmla="*/ 8096 h 71556"/>
                          <a:gd name="connsiteX3" fmla="*/ 14288 w 180498"/>
                          <a:gd name="connsiteY3" fmla="*/ 14954 h 71556"/>
                          <a:gd name="connsiteX4" fmla="*/ 42767 w 180498"/>
                          <a:gd name="connsiteY4" fmla="*/ 30099 h 71556"/>
                          <a:gd name="connsiteX5" fmla="*/ 66294 w 180498"/>
                          <a:gd name="connsiteY5" fmla="*/ 35909 h 71556"/>
                          <a:gd name="connsiteX6" fmla="*/ 75629 w 180498"/>
                          <a:gd name="connsiteY6" fmla="*/ 37624 h 71556"/>
                          <a:gd name="connsiteX7" fmla="*/ 114491 w 180498"/>
                          <a:gd name="connsiteY7" fmla="*/ 49911 h 71556"/>
                          <a:gd name="connsiteX8" fmla="*/ 117634 w 180498"/>
                          <a:gd name="connsiteY8" fmla="*/ 51530 h 71556"/>
                          <a:gd name="connsiteX9" fmla="*/ 126873 w 180498"/>
                          <a:gd name="connsiteY9" fmla="*/ 56197 h 71556"/>
                          <a:gd name="connsiteX10" fmla="*/ 136875 w 180498"/>
                          <a:gd name="connsiteY10" fmla="*/ 61150 h 71556"/>
                          <a:gd name="connsiteX11" fmla="*/ 169641 w 180498"/>
                          <a:gd name="connsiteY11" fmla="*/ 71342 h 71556"/>
                          <a:gd name="connsiteX12" fmla="*/ 180118 w 180498"/>
                          <a:gd name="connsiteY12" fmla="*/ 71342 h 71556"/>
                          <a:gd name="connsiteX13" fmla="*/ 180499 w 180498"/>
                          <a:gd name="connsiteY13" fmla="*/ 71247 h 71556"/>
                          <a:gd name="connsiteX14" fmla="*/ 157353 w 180498"/>
                          <a:gd name="connsiteY14" fmla="*/ 48958 h 71556"/>
                          <a:gd name="connsiteX15" fmla="*/ 146304 w 180498"/>
                          <a:gd name="connsiteY15" fmla="*/ 38100 h 71556"/>
                          <a:gd name="connsiteX16" fmla="*/ 140970 w 180498"/>
                          <a:gd name="connsiteY16" fmla="*/ 33242 h 71556"/>
                          <a:gd name="connsiteX17" fmla="*/ 134969 w 180498"/>
                          <a:gd name="connsiteY17" fmla="*/ 29146 h 71556"/>
                          <a:gd name="connsiteX18" fmla="*/ 79820 w 180498"/>
                          <a:gd name="connsiteY18" fmla="*/ 10668 h 715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80498" h="71556">
                            <a:moveTo>
                              <a:pt x="79820" y="10668"/>
                            </a:moveTo>
                            <a:cubicBezTo>
                              <a:pt x="52673" y="7715"/>
                              <a:pt x="23432" y="7906"/>
                              <a:pt x="0" y="0"/>
                            </a:cubicBezTo>
                            <a:cubicBezTo>
                              <a:pt x="858" y="3238"/>
                              <a:pt x="2477" y="6191"/>
                              <a:pt x="5048" y="8096"/>
                            </a:cubicBezTo>
                            <a:cubicBezTo>
                              <a:pt x="8287" y="10478"/>
                              <a:pt x="11430" y="12763"/>
                              <a:pt x="14288" y="14954"/>
                            </a:cubicBezTo>
                            <a:cubicBezTo>
                              <a:pt x="23146" y="21146"/>
                              <a:pt x="32099" y="26289"/>
                              <a:pt x="42767" y="30099"/>
                            </a:cubicBezTo>
                            <a:cubicBezTo>
                              <a:pt x="49721" y="32480"/>
                              <a:pt x="57436" y="34480"/>
                              <a:pt x="66294" y="35909"/>
                            </a:cubicBezTo>
                            <a:cubicBezTo>
                              <a:pt x="68961" y="36386"/>
                              <a:pt x="72104" y="36957"/>
                              <a:pt x="75629" y="37624"/>
                            </a:cubicBezTo>
                            <a:cubicBezTo>
                              <a:pt x="89345" y="40005"/>
                              <a:pt x="106013" y="45244"/>
                              <a:pt x="114491" y="49911"/>
                            </a:cubicBezTo>
                            <a:cubicBezTo>
                              <a:pt x="115729" y="50387"/>
                              <a:pt x="116777" y="50959"/>
                              <a:pt x="117634" y="51530"/>
                            </a:cubicBezTo>
                            <a:cubicBezTo>
                              <a:pt x="120682" y="53435"/>
                              <a:pt x="124301" y="54483"/>
                              <a:pt x="126873" y="56197"/>
                            </a:cubicBezTo>
                            <a:cubicBezTo>
                              <a:pt x="129826" y="57912"/>
                              <a:pt x="132207" y="58103"/>
                              <a:pt x="136875" y="61150"/>
                            </a:cubicBezTo>
                            <a:cubicBezTo>
                              <a:pt x="148114" y="67628"/>
                              <a:pt x="158972" y="70390"/>
                              <a:pt x="169641" y="71342"/>
                            </a:cubicBezTo>
                            <a:cubicBezTo>
                              <a:pt x="173069" y="71628"/>
                              <a:pt x="176594" y="71628"/>
                              <a:pt x="180118" y="71342"/>
                            </a:cubicBezTo>
                            <a:lnTo>
                              <a:pt x="180499" y="71247"/>
                            </a:lnTo>
                            <a:cubicBezTo>
                              <a:pt x="172593" y="64103"/>
                              <a:pt x="164783" y="56864"/>
                              <a:pt x="157353" y="48958"/>
                            </a:cubicBezTo>
                            <a:cubicBezTo>
                              <a:pt x="153543" y="44958"/>
                              <a:pt x="149828" y="41148"/>
                              <a:pt x="146304" y="38100"/>
                            </a:cubicBezTo>
                            <a:cubicBezTo>
                              <a:pt x="144494" y="36481"/>
                              <a:pt x="142875" y="34766"/>
                              <a:pt x="140970" y="33242"/>
                            </a:cubicBezTo>
                            <a:lnTo>
                              <a:pt x="134969" y="29146"/>
                            </a:lnTo>
                            <a:cubicBezTo>
                              <a:pt x="118777" y="18288"/>
                              <a:pt x="99251" y="12573"/>
                              <a:pt x="79820" y="1066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06" name="Forme libre : forme 10305">
                        <a:extLst>
                          <a:ext uri="{FF2B5EF4-FFF2-40B4-BE49-F238E27FC236}">
                            <a16:creationId xmlns:a16="http://schemas.microsoft.com/office/drawing/2014/main" id="{F2CF9BCB-C04F-464D-BE38-6D34FA950E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3797" y="2565764"/>
                        <a:ext cx="87273" cy="47831"/>
                      </a:xfrm>
                      <a:custGeom>
                        <a:avLst/>
                        <a:gdLst>
                          <a:gd name="connsiteX0" fmla="*/ 86127 w 87273"/>
                          <a:gd name="connsiteY0" fmla="*/ 46562 h 47831"/>
                          <a:gd name="connsiteX1" fmla="*/ 65076 w 87273"/>
                          <a:gd name="connsiteY1" fmla="*/ 41228 h 47831"/>
                          <a:gd name="connsiteX2" fmla="*/ 51265 w 87273"/>
                          <a:gd name="connsiteY2" fmla="*/ 34942 h 47831"/>
                          <a:gd name="connsiteX3" fmla="*/ 45169 w 87273"/>
                          <a:gd name="connsiteY3" fmla="*/ 32275 h 47831"/>
                          <a:gd name="connsiteX4" fmla="*/ 40121 w 87273"/>
                          <a:gd name="connsiteY4" fmla="*/ 30465 h 47831"/>
                          <a:gd name="connsiteX5" fmla="*/ 16118 w 87273"/>
                          <a:gd name="connsiteY5" fmla="*/ 20654 h 47831"/>
                          <a:gd name="connsiteX6" fmla="*/ 20 w 87273"/>
                          <a:gd name="connsiteY6" fmla="*/ 6938 h 47831"/>
                          <a:gd name="connsiteX7" fmla="*/ 20309 w 87273"/>
                          <a:gd name="connsiteY7" fmla="*/ 176 h 47831"/>
                          <a:gd name="connsiteX8" fmla="*/ 36501 w 87273"/>
                          <a:gd name="connsiteY8" fmla="*/ 2938 h 47831"/>
                          <a:gd name="connsiteX9" fmla="*/ 49074 w 87273"/>
                          <a:gd name="connsiteY9" fmla="*/ 7319 h 47831"/>
                          <a:gd name="connsiteX10" fmla="*/ 61552 w 87273"/>
                          <a:gd name="connsiteY10" fmla="*/ 13701 h 47831"/>
                          <a:gd name="connsiteX11" fmla="*/ 69172 w 87273"/>
                          <a:gd name="connsiteY11" fmla="*/ 18654 h 47831"/>
                          <a:gd name="connsiteX12" fmla="*/ 76220 w 87273"/>
                          <a:gd name="connsiteY12" fmla="*/ 24845 h 47831"/>
                          <a:gd name="connsiteX13" fmla="*/ 85841 w 87273"/>
                          <a:gd name="connsiteY13" fmla="*/ 37799 h 47831"/>
                          <a:gd name="connsiteX14" fmla="*/ 86127 w 87273"/>
                          <a:gd name="connsiteY14" fmla="*/ 46562 h 478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87273" h="47831">
                            <a:moveTo>
                              <a:pt x="86127" y="46562"/>
                            </a:moveTo>
                            <a:cubicBezTo>
                              <a:pt x="82412" y="50087"/>
                              <a:pt x="73839" y="45610"/>
                              <a:pt x="65076" y="41228"/>
                            </a:cubicBezTo>
                            <a:cubicBezTo>
                              <a:pt x="60409" y="39133"/>
                              <a:pt x="55932" y="36561"/>
                              <a:pt x="51265" y="34942"/>
                            </a:cubicBezTo>
                            <a:cubicBezTo>
                              <a:pt x="49074" y="33989"/>
                              <a:pt x="46979" y="33037"/>
                              <a:pt x="45169" y="32275"/>
                            </a:cubicBezTo>
                            <a:cubicBezTo>
                              <a:pt x="43264" y="31608"/>
                              <a:pt x="41550" y="30941"/>
                              <a:pt x="40121" y="30465"/>
                            </a:cubicBezTo>
                            <a:cubicBezTo>
                              <a:pt x="34787" y="28274"/>
                              <a:pt x="25357" y="24464"/>
                              <a:pt x="16118" y="20654"/>
                            </a:cubicBezTo>
                            <a:cubicBezTo>
                              <a:pt x="7450" y="16558"/>
                              <a:pt x="-456" y="12653"/>
                              <a:pt x="20" y="6938"/>
                            </a:cubicBezTo>
                            <a:cubicBezTo>
                              <a:pt x="402" y="1604"/>
                              <a:pt x="9545" y="-682"/>
                              <a:pt x="20309" y="176"/>
                            </a:cubicBezTo>
                            <a:cubicBezTo>
                              <a:pt x="25738" y="366"/>
                              <a:pt x="31358" y="1509"/>
                              <a:pt x="36501" y="2938"/>
                            </a:cubicBezTo>
                            <a:cubicBezTo>
                              <a:pt x="41645" y="4081"/>
                              <a:pt x="46026" y="5986"/>
                              <a:pt x="49074" y="7319"/>
                            </a:cubicBezTo>
                            <a:cubicBezTo>
                              <a:pt x="52027" y="8557"/>
                              <a:pt x="56694" y="10558"/>
                              <a:pt x="61552" y="13701"/>
                            </a:cubicBezTo>
                            <a:cubicBezTo>
                              <a:pt x="64028" y="15225"/>
                              <a:pt x="66695" y="16749"/>
                              <a:pt x="69172" y="18654"/>
                            </a:cubicBezTo>
                            <a:cubicBezTo>
                              <a:pt x="71553" y="20654"/>
                              <a:pt x="73935" y="22750"/>
                              <a:pt x="76220" y="24845"/>
                            </a:cubicBezTo>
                            <a:cubicBezTo>
                              <a:pt x="80888" y="28751"/>
                              <a:pt x="83841" y="34085"/>
                              <a:pt x="85841" y="37799"/>
                            </a:cubicBezTo>
                            <a:cubicBezTo>
                              <a:pt x="87651" y="41609"/>
                              <a:pt x="87746" y="44657"/>
                              <a:pt x="86127" y="4656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07" name="Forme libre : forme 10306">
                        <a:extLst>
                          <a:ext uri="{FF2B5EF4-FFF2-40B4-BE49-F238E27FC236}">
                            <a16:creationId xmlns:a16="http://schemas.microsoft.com/office/drawing/2014/main" id="{3870FE52-27D9-420B-A72D-0CA6450EA9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3237" y="2566416"/>
                        <a:ext cx="58397" cy="36671"/>
                      </a:xfrm>
                      <a:custGeom>
                        <a:avLst/>
                        <a:gdLst>
                          <a:gd name="connsiteX0" fmla="*/ 22774 w 58397"/>
                          <a:gd name="connsiteY0" fmla="*/ 0 h 36671"/>
                          <a:gd name="connsiteX1" fmla="*/ 105 w 58397"/>
                          <a:gd name="connsiteY1" fmla="*/ 6191 h 36671"/>
                          <a:gd name="connsiteX2" fmla="*/ 16678 w 58397"/>
                          <a:gd name="connsiteY2" fmla="*/ 19907 h 36671"/>
                          <a:gd name="connsiteX3" fmla="*/ 29441 w 58397"/>
                          <a:gd name="connsiteY3" fmla="*/ 25241 h 36671"/>
                          <a:gd name="connsiteX4" fmla="*/ 41062 w 58397"/>
                          <a:gd name="connsiteY4" fmla="*/ 29908 h 36671"/>
                          <a:gd name="connsiteX5" fmla="*/ 58398 w 58397"/>
                          <a:gd name="connsiteY5" fmla="*/ 36671 h 36671"/>
                          <a:gd name="connsiteX6" fmla="*/ 49920 w 58397"/>
                          <a:gd name="connsiteY6" fmla="*/ 31337 h 36671"/>
                          <a:gd name="connsiteX7" fmla="*/ 22774 w 58397"/>
                          <a:gd name="connsiteY7" fmla="*/ 0 h 366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8397" h="36671">
                            <a:moveTo>
                              <a:pt x="22774" y="0"/>
                            </a:moveTo>
                            <a:cubicBezTo>
                              <a:pt x="16107" y="95"/>
                              <a:pt x="-1515" y="-857"/>
                              <a:pt x="105" y="6191"/>
                            </a:cubicBezTo>
                            <a:cubicBezTo>
                              <a:pt x="1248" y="12097"/>
                              <a:pt x="8487" y="15907"/>
                              <a:pt x="16678" y="19907"/>
                            </a:cubicBezTo>
                            <a:cubicBezTo>
                              <a:pt x="21059" y="21717"/>
                              <a:pt x="25346" y="23527"/>
                              <a:pt x="29441" y="25241"/>
                            </a:cubicBezTo>
                            <a:cubicBezTo>
                              <a:pt x="33728" y="26765"/>
                              <a:pt x="37633" y="28575"/>
                              <a:pt x="41062" y="29908"/>
                            </a:cubicBezTo>
                            <a:cubicBezTo>
                              <a:pt x="45158" y="31242"/>
                              <a:pt x="53730" y="35052"/>
                              <a:pt x="58398" y="36671"/>
                            </a:cubicBezTo>
                            <a:cubicBezTo>
                              <a:pt x="56207" y="35052"/>
                              <a:pt x="51921" y="33147"/>
                              <a:pt x="49920" y="31337"/>
                            </a:cubicBezTo>
                            <a:cubicBezTo>
                              <a:pt x="38490" y="21527"/>
                              <a:pt x="21440" y="11811"/>
                              <a:pt x="22774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08" name="Forme libre : forme 10307">
                        <a:extLst>
                          <a:ext uri="{FF2B5EF4-FFF2-40B4-BE49-F238E27FC236}">
                            <a16:creationId xmlns:a16="http://schemas.microsoft.com/office/drawing/2014/main" id="{6ADA8872-D09B-46CD-BE3F-73E7A5EC87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8481" y="2569562"/>
                        <a:ext cx="85149" cy="48983"/>
                      </a:xfrm>
                      <a:custGeom>
                        <a:avLst/>
                        <a:gdLst>
                          <a:gd name="connsiteX0" fmla="*/ 83347 w 85149"/>
                          <a:gd name="connsiteY0" fmla="*/ 48289 h 48983"/>
                          <a:gd name="connsiteX1" fmla="*/ 73632 w 85149"/>
                          <a:gd name="connsiteY1" fmla="*/ 47336 h 48983"/>
                          <a:gd name="connsiteX2" fmla="*/ 61630 w 85149"/>
                          <a:gd name="connsiteY2" fmla="*/ 41621 h 48983"/>
                          <a:gd name="connsiteX3" fmla="*/ 48867 w 85149"/>
                          <a:gd name="connsiteY3" fmla="*/ 35430 h 48983"/>
                          <a:gd name="connsiteX4" fmla="*/ 38104 w 85149"/>
                          <a:gd name="connsiteY4" fmla="*/ 30858 h 48983"/>
                          <a:gd name="connsiteX5" fmla="*/ 27626 w 85149"/>
                          <a:gd name="connsiteY5" fmla="*/ 26381 h 48983"/>
                          <a:gd name="connsiteX6" fmla="*/ 15148 w 85149"/>
                          <a:gd name="connsiteY6" fmla="*/ 20761 h 48983"/>
                          <a:gd name="connsiteX7" fmla="*/ 4 w 85149"/>
                          <a:gd name="connsiteY7" fmla="*/ 6664 h 48983"/>
                          <a:gd name="connsiteX8" fmla="*/ 20101 w 85149"/>
                          <a:gd name="connsiteY8" fmla="*/ 282 h 48983"/>
                          <a:gd name="connsiteX9" fmla="*/ 36199 w 85149"/>
                          <a:gd name="connsiteY9" fmla="*/ 3521 h 48983"/>
                          <a:gd name="connsiteX10" fmla="*/ 48200 w 85149"/>
                          <a:gd name="connsiteY10" fmla="*/ 8093 h 48983"/>
                          <a:gd name="connsiteX11" fmla="*/ 60487 w 85149"/>
                          <a:gd name="connsiteY11" fmla="*/ 14856 h 48983"/>
                          <a:gd name="connsiteX12" fmla="*/ 75156 w 85149"/>
                          <a:gd name="connsiteY12" fmla="*/ 26953 h 48983"/>
                          <a:gd name="connsiteX13" fmla="*/ 83347 w 85149"/>
                          <a:gd name="connsiteY13" fmla="*/ 48289 h 489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85149" h="48983">
                            <a:moveTo>
                              <a:pt x="83347" y="48289"/>
                            </a:moveTo>
                            <a:cubicBezTo>
                              <a:pt x="81061" y="49527"/>
                              <a:pt x="77632" y="49051"/>
                              <a:pt x="73632" y="47336"/>
                            </a:cubicBezTo>
                            <a:cubicBezTo>
                              <a:pt x="69727" y="45812"/>
                              <a:pt x="65631" y="44002"/>
                              <a:pt x="61630" y="41621"/>
                            </a:cubicBezTo>
                            <a:cubicBezTo>
                              <a:pt x="57249" y="39716"/>
                              <a:pt x="52963" y="37335"/>
                              <a:pt x="48867" y="35430"/>
                            </a:cubicBezTo>
                            <a:cubicBezTo>
                              <a:pt x="44581" y="33811"/>
                              <a:pt x="40961" y="31906"/>
                              <a:pt x="38104" y="30858"/>
                            </a:cubicBezTo>
                            <a:cubicBezTo>
                              <a:pt x="35151" y="29905"/>
                              <a:pt x="31531" y="28286"/>
                              <a:pt x="27626" y="26381"/>
                            </a:cubicBezTo>
                            <a:cubicBezTo>
                              <a:pt x="23530" y="24857"/>
                              <a:pt x="19244" y="22666"/>
                              <a:pt x="15148" y="20761"/>
                            </a:cubicBezTo>
                            <a:cubicBezTo>
                              <a:pt x="6957" y="16761"/>
                              <a:pt x="-187" y="12189"/>
                              <a:pt x="4" y="6664"/>
                            </a:cubicBezTo>
                            <a:cubicBezTo>
                              <a:pt x="194" y="1045"/>
                              <a:pt x="9338" y="-765"/>
                              <a:pt x="20101" y="282"/>
                            </a:cubicBezTo>
                            <a:cubicBezTo>
                              <a:pt x="25435" y="759"/>
                              <a:pt x="31150" y="2283"/>
                              <a:pt x="36199" y="3521"/>
                            </a:cubicBezTo>
                            <a:cubicBezTo>
                              <a:pt x="41152" y="5236"/>
                              <a:pt x="45438" y="6950"/>
                              <a:pt x="48200" y="8093"/>
                            </a:cubicBezTo>
                            <a:cubicBezTo>
                              <a:pt x="50962" y="9141"/>
                              <a:pt x="55344" y="11903"/>
                              <a:pt x="60487" y="14856"/>
                            </a:cubicBezTo>
                            <a:cubicBezTo>
                              <a:pt x="65440" y="18094"/>
                              <a:pt x="70774" y="22476"/>
                              <a:pt x="75156" y="26953"/>
                            </a:cubicBezTo>
                            <a:cubicBezTo>
                              <a:pt x="83538" y="36763"/>
                              <a:pt x="87824" y="45622"/>
                              <a:pt x="83347" y="4828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09" name="Forme libre : forme 10308">
                        <a:extLst>
                          <a:ext uri="{FF2B5EF4-FFF2-40B4-BE49-F238E27FC236}">
                            <a16:creationId xmlns:a16="http://schemas.microsoft.com/office/drawing/2014/main" id="{BD3D321A-8707-43B4-86E0-39188CDA76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7945" y="2551104"/>
                        <a:ext cx="108109" cy="62028"/>
                      </a:xfrm>
                      <a:custGeom>
                        <a:avLst/>
                        <a:gdLst>
                          <a:gd name="connsiteX0" fmla="*/ 915 w 108109"/>
                          <a:gd name="connsiteY0" fmla="*/ 20740 h 62028"/>
                          <a:gd name="connsiteX1" fmla="*/ 13202 w 108109"/>
                          <a:gd name="connsiteY1" fmla="*/ 32647 h 62028"/>
                          <a:gd name="connsiteX2" fmla="*/ 52160 w 108109"/>
                          <a:gd name="connsiteY2" fmla="*/ 52173 h 62028"/>
                          <a:gd name="connsiteX3" fmla="*/ 89212 w 108109"/>
                          <a:gd name="connsiteY3" fmla="*/ 61602 h 62028"/>
                          <a:gd name="connsiteX4" fmla="*/ 100832 w 108109"/>
                          <a:gd name="connsiteY4" fmla="*/ 61793 h 62028"/>
                          <a:gd name="connsiteX5" fmla="*/ 107976 w 108109"/>
                          <a:gd name="connsiteY5" fmla="*/ 56745 h 62028"/>
                          <a:gd name="connsiteX6" fmla="*/ 99403 w 108109"/>
                          <a:gd name="connsiteY6" fmla="*/ 44743 h 62028"/>
                          <a:gd name="connsiteX7" fmla="*/ 65685 w 108109"/>
                          <a:gd name="connsiteY7" fmla="*/ 18073 h 62028"/>
                          <a:gd name="connsiteX8" fmla="*/ 23966 w 108109"/>
                          <a:gd name="connsiteY8" fmla="*/ 71 h 62028"/>
                          <a:gd name="connsiteX9" fmla="*/ 915 w 108109"/>
                          <a:gd name="connsiteY9" fmla="*/ 20740 h 620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08109" h="62028">
                            <a:moveTo>
                              <a:pt x="915" y="20740"/>
                            </a:moveTo>
                            <a:cubicBezTo>
                              <a:pt x="3773" y="27027"/>
                              <a:pt x="6154" y="28646"/>
                              <a:pt x="13202" y="32647"/>
                            </a:cubicBezTo>
                            <a:cubicBezTo>
                              <a:pt x="26347" y="40267"/>
                              <a:pt x="36539" y="46839"/>
                              <a:pt x="52160" y="52173"/>
                            </a:cubicBezTo>
                            <a:cubicBezTo>
                              <a:pt x="65209" y="56650"/>
                              <a:pt x="78449" y="60174"/>
                              <a:pt x="89212" y="61602"/>
                            </a:cubicBezTo>
                            <a:cubicBezTo>
                              <a:pt x="93308" y="62079"/>
                              <a:pt x="97594" y="62174"/>
                              <a:pt x="100832" y="61793"/>
                            </a:cubicBezTo>
                            <a:cubicBezTo>
                              <a:pt x="104261" y="61317"/>
                              <a:pt x="107119" y="59888"/>
                              <a:pt x="107976" y="56745"/>
                            </a:cubicBezTo>
                            <a:cubicBezTo>
                              <a:pt x="109024" y="52935"/>
                              <a:pt x="103690" y="48553"/>
                              <a:pt x="99403" y="44743"/>
                            </a:cubicBezTo>
                            <a:cubicBezTo>
                              <a:pt x="89593" y="34933"/>
                              <a:pt x="77877" y="27598"/>
                              <a:pt x="65685" y="18073"/>
                            </a:cubicBezTo>
                            <a:cubicBezTo>
                              <a:pt x="55493" y="9786"/>
                              <a:pt x="42730" y="-977"/>
                              <a:pt x="23966" y="71"/>
                            </a:cubicBezTo>
                            <a:cubicBezTo>
                              <a:pt x="6820" y="1309"/>
                              <a:pt x="-3181" y="12263"/>
                              <a:pt x="915" y="2074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10" name="Forme libre : forme 10309">
                        <a:extLst>
                          <a:ext uri="{FF2B5EF4-FFF2-40B4-BE49-F238E27FC236}">
                            <a16:creationId xmlns:a16="http://schemas.microsoft.com/office/drawing/2014/main" id="{51C4FB11-345C-4A4D-996D-334E133BFE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62609" y="2554018"/>
                        <a:ext cx="42396" cy="9825"/>
                      </a:xfrm>
                      <a:custGeom>
                        <a:avLst/>
                        <a:gdLst>
                          <a:gd name="connsiteX0" fmla="*/ 4159 w 42396"/>
                          <a:gd name="connsiteY0" fmla="*/ 4301 h 9825"/>
                          <a:gd name="connsiteX1" fmla="*/ 158 w 42396"/>
                          <a:gd name="connsiteY1" fmla="*/ 6682 h 9825"/>
                          <a:gd name="connsiteX2" fmla="*/ 3111 w 42396"/>
                          <a:gd name="connsiteY2" fmla="*/ 9254 h 9825"/>
                          <a:gd name="connsiteX3" fmla="*/ 10541 w 42396"/>
                          <a:gd name="connsiteY3" fmla="*/ 9826 h 9825"/>
                          <a:gd name="connsiteX4" fmla="*/ 29019 w 42396"/>
                          <a:gd name="connsiteY4" fmla="*/ 9826 h 9825"/>
                          <a:gd name="connsiteX5" fmla="*/ 35782 w 42396"/>
                          <a:gd name="connsiteY5" fmla="*/ 9254 h 9825"/>
                          <a:gd name="connsiteX6" fmla="*/ 33210 w 42396"/>
                          <a:gd name="connsiteY6" fmla="*/ 301 h 9825"/>
                          <a:gd name="connsiteX7" fmla="*/ 4159 w 42396"/>
                          <a:gd name="connsiteY7" fmla="*/ 4301 h 9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2396" h="9825">
                            <a:moveTo>
                              <a:pt x="4159" y="4301"/>
                            </a:moveTo>
                            <a:cubicBezTo>
                              <a:pt x="2254" y="4968"/>
                              <a:pt x="825" y="5539"/>
                              <a:pt x="158" y="6682"/>
                            </a:cubicBezTo>
                            <a:cubicBezTo>
                              <a:pt x="-508" y="7825"/>
                              <a:pt x="1016" y="8778"/>
                              <a:pt x="3111" y="9254"/>
                            </a:cubicBezTo>
                            <a:cubicBezTo>
                              <a:pt x="5111" y="9730"/>
                              <a:pt x="8159" y="9730"/>
                              <a:pt x="10541" y="9826"/>
                            </a:cubicBezTo>
                            <a:cubicBezTo>
                              <a:pt x="16541" y="9826"/>
                              <a:pt x="22828" y="9826"/>
                              <a:pt x="29019" y="9826"/>
                            </a:cubicBezTo>
                            <a:cubicBezTo>
                              <a:pt x="31496" y="9730"/>
                              <a:pt x="33782" y="9730"/>
                              <a:pt x="35782" y="9254"/>
                            </a:cubicBezTo>
                            <a:cubicBezTo>
                              <a:pt x="44355" y="7730"/>
                              <a:pt x="45688" y="1920"/>
                              <a:pt x="33210" y="301"/>
                            </a:cubicBezTo>
                            <a:cubicBezTo>
                              <a:pt x="23590" y="-843"/>
                              <a:pt x="12065" y="1444"/>
                              <a:pt x="4159" y="430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11" name="Forme libre : forme 10310">
                        <a:extLst>
                          <a:ext uri="{FF2B5EF4-FFF2-40B4-BE49-F238E27FC236}">
                            <a16:creationId xmlns:a16="http://schemas.microsoft.com/office/drawing/2014/main" id="{CA9454AA-393A-4254-A526-1BF17C5A22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31157" y="2624137"/>
                        <a:ext cx="59816" cy="17137"/>
                      </a:xfrm>
                      <a:custGeom>
                        <a:avLst/>
                        <a:gdLst>
                          <a:gd name="connsiteX0" fmla="*/ 59817 w 59816"/>
                          <a:gd name="connsiteY0" fmla="*/ 16288 h 17137"/>
                          <a:gd name="connsiteX1" fmla="*/ 28289 w 59816"/>
                          <a:gd name="connsiteY1" fmla="*/ 10668 h 17137"/>
                          <a:gd name="connsiteX2" fmla="*/ 11811 w 59816"/>
                          <a:gd name="connsiteY2" fmla="*/ 3238 h 17137"/>
                          <a:gd name="connsiteX3" fmla="*/ 5810 w 59816"/>
                          <a:gd name="connsiteY3" fmla="*/ 1238 h 17137"/>
                          <a:gd name="connsiteX4" fmla="*/ 0 w 59816"/>
                          <a:gd name="connsiteY4" fmla="*/ 0 h 17137"/>
                          <a:gd name="connsiteX5" fmla="*/ 6096 w 59816"/>
                          <a:gd name="connsiteY5" fmla="*/ 1143 h 17137"/>
                          <a:gd name="connsiteX6" fmla="*/ 12192 w 59816"/>
                          <a:gd name="connsiteY6" fmla="*/ 2667 h 17137"/>
                          <a:gd name="connsiteX7" fmla="*/ 15526 w 59816"/>
                          <a:gd name="connsiteY7" fmla="*/ 3429 h 17137"/>
                          <a:gd name="connsiteX8" fmla="*/ 17240 w 59816"/>
                          <a:gd name="connsiteY8" fmla="*/ 3810 h 17137"/>
                          <a:gd name="connsiteX9" fmla="*/ 19336 w 59816"/>
                          <a:gd name="connsiteY9" fmla="*/ 4763 h 17137"/>
                          <a:gd name="connsiteX10" fmla="*/ 27908 w 59816"/>
                          <a:gd name="connsiteY10" fmla="*/ 8191 h 17137"/>
                          <a:gd name="connsiteX11" fmla="*/ 59817 w 59816"/>
                          <a:gd name="connsiteY11" fmla="*/ 16288 h 17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9816" h="17137">
                            <a:moveTo>
                              <a:pt x="59817" y="16288"/>
                            </a:moveTo>
                            <a:cubicBezTo>
                              <a:pt x="52007" y="18574"/>
                              <a:pt x="40196" y="16097"/>
                              <a:pt x="28289" y="10668"/>
                            </a:cubicBezTo>
                            <a:cubicBezTo>
                              <a:pt x="22479" y="8191"/>
                              <a:pt x="15526" y="3810"/>
                              <a:pt x="11811" y="3238"/>
                            </a:cubicBezTo>
                            <a:cubicBezTo>
                              <a:pt x="9620" y="2572"/>
                              <a:pt x="7715" y="1810"/>
                              <a:pt x="5810" y="1238"/>
                            </a:cubicBezTo>
                            <a:cubicBezTo>
                              <a:pt x="3715" y="762"/>
                              <a:pt x="1810" y="381"/>
                              <a:pt x="0" y="0"/>
                            </a:cubicBezTo>
                            <a:cubicBezTo>
                              <a:pt x="1905" y="476"/>
                              <a:pt x="3905" y="762"/>
                              <a:pt x="6096" y="1143"/>
                            </a:cubicBezTo>
                            <a:cubicBezTo>
                              <a:pt x="8001" y="1619"/>
                              <a:pt x="10096" y="2191"/>
                              <a:pt x="12192" y="2667"/>
                            </a:cubicBezTo>
                            <a:lnTo>
                              <a:pt x="15526" y="3429"/>
                            </a:lnTo>
                            <a:lnTo>
                              <a:pt x="17240" y="3810"/>
                            </a:lnTo>
                            <a:lnTo>
                              <a:pt x="19336" y="4763"/>
                            </a:lnTo>
                            <a:cubicBezTo>
                              <a:pt x="22193" y="6001"/>
                              <a:pt x="25051" y="7144"/>
                              <a:pt x="27908" y="8191"/>
                            </a:cubicBezTo>
                            <a:cubicBezTo>
                              <a:pt x="39148" y="12573"/>
                              <a:pt x="50483" y="14954"/>
                              <a:pt x="59817" y="1628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12" name="Forme libre : forme 10311">
                        <a:extLst>
                          <a:ext uri="{FF2B5EF4-FFF2-40B4-BE49-F238E27FC236}">
                            <a16:creationId xmlns:a16="http://schemas.microsoft.com/office/drawing/2014/main" id="{7B3CD2D6-4FF6-4B78-8246-B8AF4973B9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16095" y="2536716"/>
                        <a:ext cx="74580" cy="24746"/>
                      </a:xfrm>
                      <a:custGeom>
                        <a:avLst/>
                        <a:gdLst>
                          <a:gd name="connsiteX0" fmla="*/ 74581 w 74580"/>
                          <a:gd name="connsiteY0" fmla="*/ 267 h 24746"/>
                          <a:gd name="connsiteX1" fmla="*/ 0 w 74580"/>
                          <a:gd name="connsiteY1" fmla="*/ 24746 h 24746"/>
                          <a:gd name="connsiteX2" fmla="*/ 74581 w 74580"/>
                          <a:gd name="connsiteY2" fmla="*/ 267 h 247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4580" h="24746">
                            <a:moveTo>
                              <a:pt x="74581" y="267"/>
                            </a:moveTo>
                            <a:cubicBezTo>
                              <a:pt x="43053" y="-2019"/>
                              <a:pt x="17050" y="10744"/>
                              <a:pt x="0" y="24746"/>
                            </a:cubicBezTo>
                            <a:cubicBezTo>
                              <a:pt x="15240" y="10649"/>
                              <a:pt x="47530" y="1124"/>
                              <a:pt x="74581" y="26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13" name="Forme libre : forme 10312">
                        <a:extLst>
                          <a:ext uri="{FF2B5EF4-FFF2-40B4-BE49-F238E27FC236}">
                            <a16:creationId xmlns:a16="http://schemas.microsoft.com/office/drawing/2014/main" id="{6E5A64CC-2FC4-4A4E-91A8-AE01E0C648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23681" y="2574293"/>
                        <a:ext cx="32227" cy="21137"/>
                      </a:xfrm>
                      <a:custGeom>
                        <a:avLst/>
                        <a:gdLst>
                          <a:gd name="connsiteX0" fmla="*/ 31288 w 32227"/>
                          <a:gd name="connsiteY0" fmla="*/ 20983 h 21137"/>
                          <a:gd name="connsiteX1" fmla="*/ 21763 w 32227"/>
                          <a:gd name="connsiteY1" fmla="*/ 17363 h 21137"/>
                          <a:gd name="connsiteX2" fmla="*/ 12048 w 32227"/>
                          <a:gd name="connsiteY2" fmla="*/ 11458 h 21137"/>
                          <a:gd name="connsiteX3" fmla="*/ 713 w 32227"/>
                          <a:gd name="connsiteY3" fmla="*/ 504 h 21137"/>
                          <a:gd name="connsiteX4" fmla="*/ 20430 w 32227"/>
                          <a:gd name="connsiteY4" fmla="*/ 7743 h 21137"/>
                          <a:gd name="connsiteX5" fmla="*/ 31288 w 32227"/>
                          <a:gd name="connsiteY5" fmla="*/ 20983 h 2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227" h="21137">
                            <a:moveTo>
                              <a:pt x="31288" y="20983"/>
                            </a:moveTo>
                            <a:cubicBezTo>
                              <a:pt x="29193" y="21745"/>
                              <a:pt x="25669" y="19554"/>
                              <a:pt x="21763" y="17363"/>
                            </a:cubicBezTo>
                            <a:cubicBezTo>
                              <a:pt x="17858" y="15268"/>
                              <a:pt x="13858" y="12696"/>
                              <a:pt x="12048" y="11458"/>
                            </a:cubicBezTo>
                            <a:cubicBezTo>
                              <a:pt x="8238" y="9267"/>
                              <a:pt x="-2906" y="2980"/>
                              <a:pt x="713" y="504"/>
                            </a:cubicBezTo>
                            <a:cubicBezTo>
                              <a:pt x="4523" y="-1877"/>
                              <a:pt x="17001" y="4790"/>
                              <a:pt x="20430" y="7743"/>
                            </a:cubicBezTo>
                            <a:cubicBezTo>
                              <a:pt x="24526" y="9743"/>
                              <a:pt x="35479" y="19459"/>
                              <a:pt x="31288" y="2098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14" name="Forme libre : forme 10313">
                        <a:extLst>
                          <a:ext uri="{FF2B5EF4-FFF2-40B4-BE49-F238E27FC236}">
                            <a16:creationId xmlns:a16="http://schemas.microsoft.com/office/drawing/2014/main" id="{0B3F5439-4EF9-4B25-8B73-4C59D8FB16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51486" y="2591248"/>
                        <a:ext cx="8796" cy="6951"/>
                      </a:xfrm>
                      <a:custGeom>
                        <a:avLst/>
                        <a:gdLst>
                          <a:gd name="connsiteX0" fmla="*/ 8722 w 8796"/>
                          <a:gd name="connsiteY0" fmla="*/ 6505 h 6951"/>
                          <a:gd name="connsiteX1" fmla="*/ 3769 w 8796"/>
                          <a:gd name="connsiteY1" fmla="*/ 5076 h 6951"/>
                          <a:gd name="connsiteX2" fmla="*/ 55 w 8796"/>
                          <a:gd name="connsiteY2" fmla="*/ 504 h 6951"/>
                          <a:gd name="connsiteX3" fmla="*/ 4912 w 8796"/>
                          <a:gd name="connsiteY3" fmla="*/ 1837 h 6951"/>
                          <a:gd name="connsiteX4" fmla="*/ 8722 w 8796"/>
                          <a:gd name="connsiteY4" fmla="*/ 6505 h 69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796" h="6951">
                            <a:moveTo>
                              <a:pt x="8722" y="6505"/>
                            </a:moveTo>
                            <a:cubicBezTo>
                              <a:pt x="8151" y="7743"/>
                              <a:pt x="5198" y="6124"/>
                              <a:pt x="3769" y="5076"/>
                            </a:cubicBezTo>
                            <a:cubicBezTo>
                              <a:pt x="2340" y="4123"/>
                              <a:pt x="-422" y="1837"/>
                              <a:pt x="55" y="504"/>
                            </a:cubicBezTo>
                            <a:cubicBezTo>
                              <a:pt x="531" y="-830"/>
                              <a:pt x="3388" y="790"/>
                              <a:pt x="4912" y="1837"/>
                            </a:cubicBezTo>
                            <a:cubicBezTo>
                              <a:pt x="6436" y="2885"/>
                              <a:pt x="9294" y="5266"/>
                              <a:pt x="8722" y="650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15" name="Forme libre : forme 10314">
                        <a:extLst>
                          <a:ext uri="{FF2B5EF4-FFF2-40B4-BE49-F238E27FC236}">
                            <a16:creationId xmlns:a16="http://schemas.microsoft.com/office/drawing/2014/main" id="{2E9EFF99-80C7-48EA-AE6D-14DC003E96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30094" y="2553978"/>
                        <a:ext cx="63552" cy="79124"/>
                      </a:xfrm>
                      <a:custGeom>
                        <a:avLst/>
                        <a:gdLst>
                          <a:gd name="connsiteX0" fmla="*/ 58499 w 63552"/>
                          <a:gd name="connsiteY0" fmla="*/ 51299 h 79124"/>
                          <a:gd name="connsiteX1" fmla="*/ 63452 w 63552"/>
                          <a:gd name="connsiteY1" fmla="*/ 76731 h 79124"/>
                          <a:gd name="connsiteX2" fmla="*/ 54974 w 63552"/>
                          <a:gd name="connsiteY2" fmla="*/ 76731 h 79124"/>
                          <a:gd name="connsiteX3" fmla="*/ 49640 w 63552"/>
                          <a:gd name="connsiteY3" fmla="*/ 66825 h 79124"/>
                          <a:gd name="connsiteX4" fmla="*/ 44306 w 63552"/>
                          <a:gd name="connsiteY4" fmla="*/ 51204 h 79124"/>
                          <a:gd name="connsiteX5" fmla="*/ 34781 w 63552"/>
                          <a:gd name="connsiteY5" fmla="*/ 34630 h 79124"/>
                          <a:gd name="connsiteX6" fmla="*/ 26685 w 63552"/>
                          <a:gd name="connsiteY6" fmla="*/ 26249 h 79124"/>
                          <a:gd name="connsiteX7" fmla="*/ 13446 w 63552"/>
                          <a:gd name="connsiteY7" fmla="*/ 15485 h 79124"/>
                          <a:gd name="connsiteX8" fmla="*/ 1539 w 63552"/>
                          <a:gd name="connsiteY8" fmla="*/ 626 h 79124"/>
                          <a:gd name="connsiteX9" fmla="*/ 27447 w 63552"/>
                          <a:gd name="connsiteY9" fmla="*/ 7579 h 79124"/>
                          <a:gd name="connsiteX10" fmla="*/ 41258 w 63552"/>
                          <a:gd name="connsiteY10" fmla="*/ 18057 h 79124"/>
                          <a:gd name="connsiteX11" fmla="*/ 46592 w 63552"/>
                          <a:gd name="connsiteY11" fmla="*/ 23200 h 79124"/>
                          <a:gd name="connsiteX12" fmla="*/ 50117 w 63552"/>
                          <a:gd name="connsiteY12" fmla="*/ 27963 h 79124"/>
                          <a:gd name="connsiteX13" fmla="*/ 56308 w 63552"/>
                          <a:gd name="connsiteY13" fmla="*/ 41203 h 79124"/>
                          <a:gd name="connsiteX14" fmla="*/ 58499 w 63552"/>
                          <a:gd name="connsiteY14" fmla="*/ 51299 h 79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63552" h="79124">
                            <a:moveTo>
                              <a:pt x="58499" y="51299"/>
                            </a:moveTo>
                            <a:cubicBezTo>
                              <a:pt x="61356" y="61110"/>
                              <a:pt x="64118" y="67968"/>
                              <a:pt x="63452" y="76731"/>
                            </a:cubicBezTo>
                            <a:cubicBezTo>
                              <a:pt x="63261" y="79969"/>
                              <a:pt x="58499" y="79874"/>
                              <a:pt x="54974" y="76731"/>
                            </a:cubicBezTo>
                            <a:cubicBezTo>
                              <a:pt x="51450" y="73587"/>
                              <a:pt x="50498" y="70349"/>
                              <a:pt x="49640" y="66825"/>
                            </a:cubicBezTo>
                            <a:cubicBezTo>
                              <a:pt x="48212" y="61491"/>
                              <a:pt x="46402" y="56347"/>
                              <a:pt x="44306" y="51204"/>
                            </a:cubicBezTo>
                            <a:cubicBezTo>
                              <a:pt x="41830" y="46060"/>
                              <a:pt x="38782" y="40155"/>
                              <a:pt x="34781" y="34630"/>
                            </a:cubicBezTo>
                            <a:cubicBezTo>
                              <a:pt x="33448" y="33011"/>
                              <a:pt x="30400" y="29963"/>
                              <a:pt x="26685" y="26249"/>
                            </a:cubicBezTo>
                            <a:cubicBezTo>
                              <a:pt x="22875" y="22629"/>
                              <a:pt x="17922" y="19200"/>
                              <a:pt x="13446" y="15485"/>
                            </a:cubicBezTo>
                            <a:cubicBezTo>
                              <a:pt x="4397" y="8913"/>
                              <a:pt x="-3414" y="2912"/>
                              <a:pt x="1539" y="626"/>
                            </a:cubicBezTo>
                            <a:cubicBezTo>
                              <a:pt x="6588" y="-1279"/>
                              <a:pt x="17351" y="1198"/>
                              <a:pt x="27447" y="7579"/>
                            </a:cubicBezTo>
                            <a:cubicBezTo>
                              <a:pt x="32591" y="10342"/>
                              <a:pt x="37353" y="14342"/>
                              <a:pt x="41258" y="18057"/>
                            </a:cubicBezTo>
                            <a:cubicBezTo>
                              <a:pt x="43259" y="19867"/>
                              <a:pt x="45068" y="21676"/>
                              <a:pt x="46592" y="23200"/>
                            </a:cubicBezTo>
                            <a:cubicBezTo>
                              <a:pt x="48021" y="25010"/>
                              <a:pt x="49164" y="26629"/>
                              <a:pt x="50117" y="27963"/>
                            </a:cubicBezTo>
                            <a:cubicBezTo>
                              <a:pt x="53546" y="33202"/>
                              <a:pt x="55832" y="37869"/>
                              <a:pt x="56308" y="41203"/>
                            </a:cubicBezTo>
                            <a:cubicBezTo>
                              <a:pt x="56975" y="44441"/>
                              <a:pt x="57356" y="47680"/>
                              <a:pt x="58499" y="5129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161" name="Graphique 1">
                      <a:extLst>
                        <a:ext uri="{FF2B5EF4-FFF2-40B4-BE49-F238E27FC236}">
                          <a16:creationId xmlns:a16="http://schemas.microsoft.com/office/drawing/2014/main" id="{4CEF68A0-F0C5-473C-BDDD-45BFF3298A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195972" y="2634220"/>
                      <a:ext cx="157498" cy="158850"/>
                      <a:chOff x="3195972" y="2634220"/>
                      <a:chExt cx="157498" cy="158850"/>
                    </a:xfrm>
                    <a:solidFill>
                      <a:schemeClr val="accent1"/>
                    </a:solidFill>
                  </p:grpSpPr>
                  <p:sp>
                    <p:nvSpPr>
                      <p:cNvPr id="10292" name="Forme libre : forme 10291">
                        <a:extLst>
                          <a:ext uri="{FF2B5EF4-FFF2-40B4-BE49-F238E27FC236}">
                            <a16:creationId xmlns:a16="http://schemas.microsoft.com/office/drawing/2014/main" id="{11C8B591-EC65-4D10-8AD7-90E21E22E2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95972" y="2634220"/>
                        <a:ext cx="157498" cy="158850"/>
                      </a:xfrm>
                      <a:custGeom>
                        <a:avLst/>
                        <a:gdLst>
                          <a:gd name="connsiteX0" fmla="*/ 81870 w 157498"/>
                          <a:gd name="connsiteY0" fmla="*/ 124696 h 158850"/>
                          <a:gd name="connsiteX1" fmla="*/ 71964 w 157498"/>
                          <a:gd name="connsiteY1" fmla="*/ 115171 h 158850"/>
                          <a:gd name="connsiteX2" fmla="*/ 59010 w 157498"/>
                          <a:gd name="connsiteY2" fmla="*/ 103265 h 158850"/>
                          <a:gd name="connsiteX3" fmla="*/ 33579 w 157498"/>
                          <a:gd name="connsiteY3" fmla="*/ 80786 h 158850"/>
                          <a:gd name="connsiteX4" fmla="*/ 50 w 157498"/>
                          <a:gd name="connsiteY4" fmla="*/ 15349 h 158850"/>
                          <a:gd name="connsiteX5" fmla="*/ 15195 w 157498"/>
                          <a:gd name="connsiteY5" fmla="*/ 14 h 158850"/>
                          <a:gd name="connsiteX6" fmla="*/ 82918 w 157498"/>
                          <a:gd name="connsiteY6" fmla="*/ 23636 h 158850"/>
                          <a:gd name="connsiteX7" fmla="*/ 109683 w 157498"/>
                          <a:gd name="connsiteY7" fmla="*/ 45639 h 158850"/>
                          <a:gd name="connsiteX8" fmla="*/ 135496 w 157498"/>
                          <a:gd name="connsiteY8" fmla="*/ 71832 h 158850"/>
                          <a:gd name="connsiteX9" fmla="*/ 155880 w 157498"/>
                          <a:gd name="connsiteY9" fmla="*/ 110885 h 158850"/>
                          <a:gd name="connsiteX10" fmla="*/ 157499 w 157498"/>
                          <a:gd name="connsiteY10" fmla="*/ 128792 h 158850"/>
                          <a:gd name="connsiteX11" fmla="*/ 155213 w 157498"/>
                          <a:gd name="connsiteY11" fmla="*/ 146223 h 158850"/>
                          <a:gd name="connsiteX12" fmla="*/ 138068 w 157498"/>
                          <a:gd name="connsiteY12" fmla="*/ 158415 h 158850"/>
                          <a:gd name="connsiteX13" fmla="*/ 81870 w 157498"/>
                          <a:gd name="connsiteY13" fmla="*/ 124696 h 1588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57498" h="158850">
                            <a:moveTo>
                              <a:pt x="81870" y="124696"/>
                            </a:moveTo>
                            <a:cubicBezTo>
                              <a:pt x="79203" y="122124"/>
                              <a:pt x="75679" y="118886"/>
                              <a:pt x="71964" y="115171"/>
                            </a:cubicBezTo>
                            <a:cubicBezTo>
                              <a:pt x="67964" y="111456"/>
                              <a:pt x="63487" y="107361"/>
                              <a:pt x="59010" y="103265"/>
                            </a:cubicBezTo>
                            <a:cubicBezTo>
                              <a:pt x="49485" y="94788"/>
                              <a:pt x="39865" y="86310"/>
                              <a:pt x="33579" y="80786"/>
                            </a:cubicBezTo>
                            <a:cubicBezTo>
                              <a:pt x="9671" y="59069"/>
                              <a:pt x="2051" y="38971"/>
                              <a:pt x="50" y="15349"/>
                            </a:cubicBezTo>
                            <a:cubicBezTo>
                              <a:pt x="-711" y="7158"/>
                              <a:pt x="7290" y="-367"/>
                              <a:pt x="15195" y="14"/>
                            </a:cubicBezTo>
                            <a:cubicBezTo>
                              <a:pt x="38055" y="966"/>
                              <a:pt x="57582" y="5062"/>
                              <a:pt x="82918" y="23636"/>
                            </a:cubicBezTo>
                            <a:cubicBezTo>
                              <a:pt x="89681" y="28589"/>
                              <a:pt x="99777" y="36685"/>
                              <a:pt x="109683" y="45639"/>
                            </a:cubicBezTo>
                            <a:cubicBezTo>
                              <a:pt x="119684" y="54592"/>
                              <a:pt x="129305" y="64593"/>
                              <a:pt x="135496" y="71832"/>
                            </a:cubicBezTo>
                            <a:cubicBezTo>
                              <a:pt x="147116" y="85453"/>
                              <a:pt x="153213" y="98693"/>
                              <a:pt x="155880" y="110885"/>
                            </a:cubicBezTo>
                            <a:cubicBezTo>
                              <a:pt x="157023" y="117076"/>
                              <a:pt x="157499" y="123077"/>
                              <a:pt x="157499" y="128792"/>
                            </a:cubicBezTo>
                            <a:cubicBezTo>
                              <a:pt x="157213" y="134698"/>
                              <a:pt x="156356" y="140508"/>
                              <a:pt x="155213" y="146223"/>
                            </a:cubicBezTo>
                            <a:cubicBezTo>
                              <a:pt x="153689" y="154224"/>
                              <a:pt x="145212" y="160606"/>
                              <a:pt x="138068" y="158415"/>
                            </a:cubicBezTo>
                            <a:cubicBezTo>
                              <a:pt x="117017" y="152223"/>
                              <a:pt x="101015" y="143651"/>
                              <a:pt x="81870" y="12469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93" name="Forme libre : forme 10292">
                        <a:extLst>
                          <a:ext uri="{FF2B5EF4-FFF2-40B4-BE49-F238E27FC236}">
                            <a16:creationId xmlns:a16="http://schemas.microsoft.com/office/drawing/2014/main" id="{A088E388-7F50-44C4-86C8-9794206085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96077" y="2640234"/>
                        <a:ext cx="138343" cy="152400"/>
                      </a:xfrm>
                      <a:custGeom>
                        <a:avLst/>
                        <a:gdLst>
                          <a:gd name="connsiteX0" fmla="*/ 59001 w 138343"/>
                          <a:gd name="connsiteY0" fmla="*/ 60770 h 152400"/>
                          <a:gd name="connsiteX1" fmla="*/ 2994 w 138343"/>
                          <a:gd name="connsiteY1" fmla="*/ 0 h 152400"/>
                          <a:gd name="connsiteX2" fmla="*/ 41 w 138343"/>
                          <a:gd name="connsiteY2" fmla="*/ 9144 h 152400"/>
                          <a:gd name="connsiteX3" fmla="*/ 1660 w 138343"/>
                          <a:gd name="connsiteY3" fmla="*/ 21050 h 152400"/>
                          <a:gd name="connsiteX4" fmla="*/ 15090 w 138343"/>
                          <a:gd name="connsiteY4" fmla="*/ 53626 h 152400"/>
                          <a:gd name="connsiteX5" fmla="*/ 33569 w 138343"/>
                          <a:gd name="connsiteY5" fmla="*/ 74486 h 152400"/>
                          <a:gd name="connsiteX6" fmla="*/ 41856 w 138343"/>
                          <a:gd name="connsiteY6" fmla="*/ 81915 h 152400"/>
                          <a:gd name="connsiteX7" fmla="*/ 78527 w 138343"/>
                          <a:gd name="connsiteY7" fmla="*/ 115348 h 152400"/>
                          <a:gd name="connsiteX8" fmla="*/ 81861 w 138343"/>
                          <a:gd name="connsiteY8" fmla="*/ 118491 h 152400"/>
                          <a:gd name="connsiteX9" fmla="*/ 91957 w 138343"/>
                          <a:gd name="connsiteY9" fmla="*/ 127635 h 152400"/>
                          <a:gd name="connsiteX10" fmla="*/ 101482 w 138343"/>
                          <a:gd name="connsiteY10" fmla="*/ 135064 h 152400"/>
                          <a:gd name="connsiteX11" fmla="*/ 128343 w 138343"/>
                          <a:gd name="connsiteY11" fmla="*/ 149162 h 152400"/>
                          <a:gd name="connsiteX12" fmla="*/ 137963 w 138343"/>
                          <a:gd name="connsiteY12" fmla="*/ 152305 h 152400"/>
                          <a:gd name="connsiteX13" fmla="*/ 138344 w 138343"/>
                          <a:gd name="connsiteY13" fmla="*/ 152400 h 152400"/>
                          <a:gd name="connsiteX14" fmla="*/ 104435 w 138343"/>
                          <a:gd name="connsiteY14" fmla="*/ 101727 h 152400"/>
                          <a:gd name="connsiteX15" fmla="*/ 59001 w 138343"/>
                          <a:gd name="connsiteY15" fmla="*/ 60770 h 1524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38343" h="152400">
                            <a:moveTo>
                              <a:pt x="59001" y="60770"/>
                            </a:moveTo>
                            <a:cubicBezTo>
                              <a:pt x="36331" y="44005"/>
                              <a:pt x="11852" y="23527"/>
                              <a:pt x="2994" y="0"/>
                            </a:cubicBezTo>
                            <a:cubicBezTo>
                              <a:pt x="993" y="2667"/>
                              <a:pt x="-245" y="5810"/>
                              <a:pt x="41" y="9144"/>
                            </a:cubicBezTo>
                            <a:cubicBezTo>
                              <a:pt x="422" y="13240"/>
                              <a:pt x="898" y="17240"/>
                              <a:pt x="1660" y="21050"/>
                            </a:cubicBezTo>
                            <a:cubicBezTo>
                              <a:pt x="3851" y="32195"/>
                              <a:pt x="7756" y="42863"/>
                              <a:pt x="15090" y="53626"/>
                            </a:cubicBezTo>
                            <a:cubicBezTo>
                              <a:pt x="19758" y="60484"/>
                              <a:pt x="25949" y="67437"/>
                              <a:pt x="33569" y="74486"/>
                            </a:cubicBezTo>
                            <a:cubicBezTo>
                              <a:pt x="35950" y="76581"/>
                              <a:pt x="38712" y="79153"/>
                              <a:pt x="41856" y="81915"/>
                            </a:cubicBezTo>
                            <a:cubicBezTo>
                              <a:pt x="54143" y="92488"/>
                              <a:pt x="69764" y="106299"/>
                              <a:pt x="78527" y="115348"/>
                            </a:cubicBezTo>
                            <a:cubicBezTo>
                              <a:pt x="79670" y="116491"/>
                              <a:pt x="80908" y="117538"/>
                              <a:pt x="81861" y="118491"/>
                            </a:cubicBezTo>
                            <a:cubicBezTo>
                              <a:pt x="85194" y="121920"/>
                              <a:pt x="88623" y="124968"/>
                              <a:pt x="91957" y="127635"/>
                            </a:cubicBezTo>
                            <a:cubicBezTo>
                              <a:pt x="95100" y="130493"/>
                              <a:pt x="98244" y="132874"/>
                              <a:pt x="101482" y="135064"/>
                            </a:cubicBezTo>
                            <a:cubicBezTo>
                              <a:pt x="110054" y="141161"/>
                              <a:pt x="119199" y="145256"/>
                              <a:pt x="128343" y="149162"/>
                            </a:cubicBezTo>
                            <a:cubicBezTo>
                              <a:pt x="131391" y="150304"/>
                              <a:pt x="134629" y="151352"/>
                              <a:pt x="137963" y="152305"/>
                            </a:cubicBezTo>
                            <a:lnTo>
                              <a:pt x="138344" y="152400"/>
                            </a:lnTo>
                            <a:cubicBezTo>
                              <a:pt x="129581" y="134207"/>
                              <a:pt x="118056" y="117062"/>
                              <a:pt x="104435" y="101727"/>
                            </a:cubicBezTo>
                            <a:cubicBezTo>
                              <a:pt x="90909" y="86392"/>
                              <a:pt x="75288" y="72866"/>
                              <a:pt x="59001" y="6077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94" name="Forme libre : forme 10293">
                        <a:extLst>
                          <a:ext uri="{FF2B5EF4-FFF2-40B4-BE49-F238E27FC236}">
                            <a16:creationId xmlns:a16="http://schemas.microsoft.com/office/drawing/2014/main" id="{2E8E99D0-8835-4904-B118-F5849A1431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53334" y="2685562"/>
                        <a:ext cx="70629" cy="72352"/>
                      </a:xfrm>
                      <a:custGeom>
                        <a:avLst/>
                        <a:gdLst>
                          <a:gd name="connsiteX0" fmla="*/ 68894 w 70629"/>
                          <a:gd name="connsiteY0" fmla="*/ 71449 h 72352"/>
                          <a:gd name="connsiteX1" fmla="*/ 48701 w 70629"/>
                          <a:gd name="connsiteY1" fmla="*/ 61924 h 72352"/>
                          <a:gd name="connsiteX2" fmla="*/ 36414 w 70629"/>
                          <a:gd name="connsiteY2" fmla="*/ 51160 h 72352"/>
                          <a:gd name="connsiteX3" fmla="*/ 26984 w 70629"/>
                          <a:gd name="connsiteY3" fmla="*/ 42493 h 72352"/>
                          <a:gd name="connsiteX4" fmla="*/ 1076 w 70629"/>
                          <a:gd name="connsiteY4" fmla="*/ 2107 h 72352"/>
                          <a:gd name="connsiteX5" fmla="*/ 43939 w 70629"/>
                          <a:gd name="connsiteY5" fmla="*/ 24395 h 72352"/>
                          <a:gd name="connsiteX6" fmla="*/ 52988 w 70629"/>
                          <a:gd name="connsiteY6" fmla="*/ 34301 h 72352"/>
                          <a:gd name="connsiteX7" fmla="*/ 63370 w 70629"/>
                          <a:gd name="connsiteY7" fmla="*/ 48398 h 72352"/>
                          <a:gd name="connsiteX8" fmla="*/ 68894 w 70629"/>
                          <a:gd name="connsiteY8" fmla="*/ 71449 h 723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0629" h="72352">
                            <a:moveTo>
                              <a:pt x="68894" y="71449"/>
                            </a:moveTo>
                            <a:cubicBezTo>
                              <a:pt x="64703" y="74687"/>
                              <a:pt x="57274" y="68686"/>
                              <a:pt x="48701" y="61924"/>
                            </a:cubicBezTo>
                            <a:cubicBezTo>
                              <a:pt x="44510" y="58209"/>
                              <a:pt x="40224" y="54494"/>
                              <a:pt x="36414" y="51160"/>
                            </a:cubicBezTo>
                            <a:cubicBezTo>
                              <a:pt x="32604" y="47636"/>
                              <a:pt x="29175" y="44493"/>
                              <a:pt x="26984" y="42493"/>
                            </a:cubicBezTo>
                            <a:cubicBezTo>
                              <a:pt x="18412" y="33825"/>
                              <a:pt x="-5305" y="10869"/>
                              <a:pt x="1076" y="2107"/>
                            </a:cubicBezTo>
                            <a:cubicBezTo>
                              <a:pt x="7744" y="-6847"/>
                              <a:pt x="35462" y="15060"/>
                              <a:pt x="43939" y="24395"/>
                            </a:cubicBezTo>
                            <a:cubicBezTo>
                              <a:pt x="46130" y="26586"/>
                              <a:pt x="49464" y="30015"/>
                              <a:pt x="52988" y="34301"/>
                            </a:cubicBezTo>
                            <a:cubicBezTo>
                              <a:pt x="56607" y="38492"/>
                              <a:pt x="60322" y="43350"/>
                              <a:pt x="63370" y="48398"/>
                            </a:cubicBezTo>
                            <a:cubicBezTo>
                              <a:pt x="69752" y="58304"/>
                              <a:pt x="72800" y="68496"/>
                              <a:pt x="68894" y="7144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95" name="Forme libre : forme 10294">
                        <a:extLst>
                          <a:ext uri="{FF2B5EF4-FFF2-40B4-BE49-F238E27FC236}">
                            <a16:creationId xmlns:a16="http://schemas.microsoft.com/office/drawing/2014/main" id="{22431273-B321-44BD-BF61-17D100733A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53599" y="2685131"/>
                        <a:ext cx="42244" cy="56449"/>
                      </a:xfrm>
                      <a:custGeom>
                        <a:avLst/>
                        <a:gdLst>
                          <a:gd name="connsiteX0" fmla="*/ 23100 w 42244"/>
                          <a:gd name="connsiteY0" fmla="*/ 8158 h 56449"/>
                          <a:gd name="connsiteX1" fmla="*/ 525 w 42244"/>
                          <a:gd name="connsiteY1" fmla="*/ 2348 h 56449"/>
                          <a:gd name="connsiteX2" fmla="*/ 27100 w 42244"/>
                          <a:gd name="connsiteY2" fmla="*/ 43400 h 56449"/>
                          <a:gd name="connsiteX3" fmla="*/ 42245 w 42244"/>
                          <a:gd name="connsiteY3" fmla="*/ 56450 h 56449"/>
                          <a:gd name="connsiteX4" fmla="*/ 35387 w 42244"/>
                          <a:gd name="connsiteY4" fmla="*/ 48258 h 56449"/>
                          <a:gd name="connsiteX5" fmla="*/ 23100 w 42244"/>
                          <a:gd name="connsiteY5" fmla="*/ 8158 h 56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244" h="56449">
                            <a:moveTo>
                              <a:pt x="23100" y="8158"/>
                            </a:moveTo>
                            <a:cubicBezTo>
                              <a:pt x="17099" y="5586"/>
                              <a:pt x="3097" y="-4510"/>
                              <a:pt x="525" y="2348"/>
                            </a:cubicBezTo>
                            <a:cubicBezTo>
                              <a:pt x="-3475" y="13206"/>
                              <a:pt x="16337" y="32351"/>
                              <a:pt x="27100" y="43400"/>
                            </a:cubicBezTo>
                            <a:cubicBezTo>
                              <a:pt x="30529" y="46448"/>
                              <a:pt x="37864" y="53402"/>
                              <a:pt x="42245" y="56450"/>
                            </a:cubicBezTo>
                            <a:cubicBezTo>
                              <a:pt x="40245" y="54259"/>
                              <a:pt x="36816" y="50735"/>
                              <a:pt x="35387" y="48258"/>
                            </a:cubicBezTo>
                            <a:cubicBezTo>
                              <a:pt x="27005" y="34542"/>
                              <a:pt x="15956" y="17969"/>
                              <a:pt x="23100" y="8158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96" name="Forme libre : forme 10295">
                        <a:extLst>
                          <a:ext uri="{FF2B5EF4-FFF2-40B4-BE49-F238E27FC236}">
                            <a16:creationId xmlns:a16="http://schemas.microsoft.com/office/drawing/2014/main" id="{3F65D2D7-11F3-4CA7-8733-AC83B47F4D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55562" y="2690889"/>
                        <a:ext cx="70195" cy="72120"/>
                      </a:xfrm>
                      <a:custGeom>
                        <a:avLst/>
                        <a:gdLst>
                          <a:gd name="connsiteX0" fmla="*/ 67715 w 70195"/>
                          <a:gd name="connsiteY0" fmla="*/ 71836 h 72120"/>
                          <a:gd name="connsiteX1" fmla="*/ 47045 w 70195"/>
                          <a:gd name="connsiteY1" fmla="*/ 61264 h 72120"/>
                          <a:gd name="connsiteX2" fmla="*/ 25900 w 70195"/>
                          <a:gd name="connsiteY2" fmla="*/ 42404 h 72120"/>
                          <a:gd name="connsiteX3" fmla="*/ 1040 w 70195"/>
                          <a:gd name="connsiteY3" fmla="*/ 2209 h 72120"/>
                          <a:gd name="connsiteX4" fmla="*/ 21614 w 70195"/>
                          <a:gd name="connsiteY4" fmla="*/ 6590 h 72120"/>
                          <a:gd name="connsiteX5" fmla="*/ 43426 w 70195"/>
                          <a:gd name="connsiteY5" fmla="*/ 24688 h 72120"/>
                          <a:gd name="connsiteX6" fmla="*/ 63238 w 70195"/>
                          <a:gd name="connsiteY6" fmla="*/ 49643 h 72120"/>
                          <a:gd name="connsiteX7" fmla="*/ 67715 w 70195"/>
                          <a:gd name="connsiteY7" fmla="*/ 71836 h 721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0195" h="72120">
                            <a:moveTo>
                              <a:pt x="67715" y="71836"/>
                            </a:moveTo>
                            <a:cubicBezTo>
                              <a:pt x="62667" y="73456"/>
                              <a:pt x="54951" y="67931"/>
                              <a:pt x="47045" y="61264"/>
                            </a:cubicBezTo>
                            <a:cubicBezTo>
                              <a:pt x="39140" y="54596"/>
                              <a:pt x="30662" y="46881"/>
                              <a:pt x="25900" y="42404"/>
                            </a:cubicBezTo>
                            <a:cubicBezTo>
                              <a:pt x="16566" y="33355"/>
                              <a:pt x="-4961" y="11638"/>
                              <a:pt x="1040" y="2209"/>
                            </a:cubicBezTo>
                            <a:cubicBezTo>
                              <a:pt x="4088" y="-2459"/>
                              <a:pt x="12755" y="875"/>
                              <a:pt x="21614" y="6590"/>
                            </a:cubicBezTo>
                            <a:cubicBezTo>
                              <a:pt x="30472" y="12305"/>
                              <a:pt x="39330" y="20687"/>
                              <a:pt x="43426" y="24688"/>
                            </a:cubicBezTo>
                            <a:cubicBezTo>
                              <a:pt x="47426" y="28783"/>
                              <a:pt x="56856" y="39166"/>
                              <a:pt x="63238" y="49643"/>
                            </a:cubicBezTo>
                            <a:cubicBezTo>
                              <a:pt x="69334" y="60216"/>
                              <a:pt x="72858" y="70122"/>
                              <a:pt x="67715" y="7183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97" name="Forme libre : forme 10296">
                        <a:extLst>
                          <a:ext uri="{FF2B5EF4-FFF2-40B4-BE49-F238E27FC236}">
                            <a16:creationId xmlns:a16="http://schemas.microsoft.com/office/drawing/2014/main" id="{F8B5891E-5836-423A-A276-0D8CD9C3F2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7811" y="2652129"/>
                        <a:ext cx="81476" cy="98457"/>
                      </a:xfrm>
                      <a:custGeom>
                        <a:avLst/>
                        <a:gdLst>
                          <a:gd name="connsiteX0" fmla="*/ 1167 w 81476"/>
                          <a:gd name="connsiteY0" fmla="*/ 7441 h 98457"/>
                          <a:gd name="connsiteX1" fmla="*/ 2881 w 81476"/>
                          <a:gd name="connsiteY1" fmla="*/ 24681 h 98457"/>
                          <a:gd name="connsiteX2" fmla="*/ 26503 w 81476"/>
                          <a:gd name="connsiteY2" fmla="*/ 65352 h 98457"/>
                          <a:gd name="connsiteX3" fmla="*/ 60412 w 81476"/>
                          <a:gd name="connsiteY3" fmla="*/ 93356 h 98457"/>
                          <a:gd name="connsiteX4" fmla="*/ 80986 w 81476"/>
                          <a:gd name="connsiteY4" fmla="*/ 95356 h 98457"/>
                          <a:gd name="connsiteX5" fmla="*/ 75462 w 81476"/>
                          <a:gd name="connsiteY5" fmla="*/ 80783 h 98457"/>
                          <a:gd name="connsiteX6" fmla="*/ 55174 w 81476"/>
                          <a:gd name="connsiteY6" fmla="*/ 42397 h 98457"/>
                          <a:gd name="connsiteX7" fmla="*/ 31266 w 81476"/>
                          <a:gd name="connsiteY7" fmla="*/ 5726 h 98457"/>
                          <a:gd name="connsiteX8" fmla="*/ 1167 w 81476"/>
                          <a:gd name="connsiteY8" fmla="*/ 7441 h 984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1476" h="98457">
                            <a:moveTo>
                              <a:pt x="1167" y="7441"/>
                            </a:moveTo>
                            <a:cubicBezTo>
                              <a:pt x="-833" y="13917"/>
                              <a:pt x="-262" y="16966"/>
                              <a:pt x="2881" y="24681"/>
                            </a:cubicBezTo>
                            <a:cubicBezTo>
                              <a:pt x="8882" y="39444"/>
                              <a:pt x="14216" y="51541"/>
                              <a:pt x="26503" y="65352"/>
                            </a:cubicBezTo>
                            <a:cubicBezTo>
                              <a:pt x="36886" y="76878"/>
                              <a:pt x="49554" y="87165"/>
                              <a:pt x="60412" y="93356"/>
                            </a:cubicBezTo>
                            <a:cubicBezTo>
                              <a:pt x="68699" y="97833"/>
                              <a:pt x="77843" y="101167"/>
                              <a:pt x="80986" y="95356"/>
                            </a:cubicBezTo>
                            <a:cubicBezTo>
                              <a:pt x="82986" y="91737"/>
                              <a:pt x="78415" y="86022"/>
                              <a:pt x="75462" y="80783"/>
                            </a:cubicBezTo>
                            <a:cubicBezTo>
                              <a:pt x="68985" y="68019"/>
                              <a:pt x="60984" y="56590"/>
                              <a:pt x="55174" y="42397"/>
                            </a:cubicBezTo>
                            <a:cubicBezTo>
                              <a:pt x="50125" y="30491"/>
                              <a:pt x="45839" y="15346"/>
                              <a:pt x="31266" y="5726"/>
                            </a:cubicBezTo>
                            <a:cubicBezTo>
                              <a:pt x="18312" y="-2751"/>
                              <a:pt x="4119" y="-1513"/>
                              <a:pt x="1167" y="744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98" name="Forme libre : forme 10297">
                        <a:extLst>
                          <a:ext uri="{FF2B5EF4-FFF2-40B4-BE49-F238E27FC236}">
                            <a16:creationId xmlns:a16="http://schemas.microsoft.com/office/drawing/2014/main" id="{16642268-4A16-4190-A668-834B8ECE2E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43659" y="2665764"/>
                        <a:ext cx="35995" cy="22030"/>
                      </a:xfrm>
                      <a:custGeom>
                        <a:avLst/>
                        <a:gdLst>
                          <a:gd name="connsiteX0" fmla="*/ 5132 w 35995"/>
                          <a:gd name="connsiteY0" fmla="*/ 664 h 22030"/>
                          <a:gd name="connsiteX1" fmla="*/ 655 w 35995"/>
                          <a:gd name="connsiteY1" fmla="*/ 283 h 22030"/>
                          <a:gd name="connsiteX2" fmla="*/ 1417 w 35995"/>
                          <a:gd name="connsiteY2" fmla="*/ 3998 h 22030"/>
                          <a:gd name="connsiteX3" fmla="*/ 6941 w 35995"/>
                          <a:gd name="connsiteY3" fmla="*/ 8665 h 22030"/>
                          <a:gd name="connsiteX4" fmla="*/ 22086 w 35995"/>
                          <a:gd name="connsiteY4" fmla="*/ 18380 h 22030"/>
                          <a:gd name="connsiteX5" fmla="*/ 27992 w 35995"/>
                          <a:gd name="connsiteY5" fmla="*/ 21333 h 22030"/>
                          <a:gd name="connsiteX6" fmla="*/ 30468 w 35995"/>
                          <a:gd name="connsiteY6" fmla="*/ 12380 h 22030"/>
                          <a:gd name="connsiteX7" fmla="*/ 5132 w 35995"/>
                          <a:gd name="connsiteY7" fmla="*/ 664 h 220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995" h="22030">
                            <a:moveTo>
                              <a:pt x="5132" y="664"/>
                            </a:moveTo>
                            <a:cubicBezTo>
                              <a:pt x="3226" y="92"/>
                              <a:pt x="1893" y="-289"/>
                              <a:pt x="655" y="283"/>
                            </a:cubicBezTo>
                            <a:cubicBezTo>
                              <a:pt x="-583" y="854"/>
                              <a:pt x="83" y="2474"/>
                              <a:pt x="1417" y="3998"/>
                            </a:cubicBezTo>
                            <a:cubicBezTo>
                              <a:pt x="2750" y="5522"/>
                              <a:pt x="5132" y="7331"/>
                              <a:pt x="6941" y="8665"/>
                            </a:cubicBezTo>
                            <a:cubicBezTo>
                              <a:pt x="11799" y="12094"/>
                              <a:pt x="17133" y="15523"/>
                              <a:pt x="22086" y="18380"/>
                            </a:cubicBezTo>
                            <a:cubicBezTo>
                              <a:pt x="24182" y="19523"/>
                              <a:pt x="26087" y="20761"/>
                              <a:pt x="27992" y="21333"/>
                            </a:cubicBezTo>
                            <a:cubicBezTo>
                              <a:pt x="36183" y="23809"/>
                              <a:pt x="39803" y="19428"/>
                              <a:pt x="30468" y="12380"/>
                            </a:cubicBezTo>
                            <a:cubicBezTo>
                              <a:pt x="23229" y="6855"/>
                              <a:pt x="12942" y="2855"/>
                              <a:pt x="5132" y="66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99" name="Forme libre : forme 10298">
                        <a:extLst>
                          <a:ext uri="{FF2B5EF4-FFF2-40B4-BE49-F238E27FC236}">
                            <a16:creationId xmlns:a16="http://schemas.microsoft.com/office/drawing/2014/main" id="{4323613C-BCC0-403B-96D5-16D920B2EF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80414" y="2759297"/>
                        <a:ext cx="54768" cy="29622"/>
                      </a:xfrm>
                      <a:custGeom>
                        <a:avLst/>
                        <a:gdLst>
                          <a:gd name="connsiteX0" fmla="*/ 54769 w 54768"/>
                          <a:gd name="connsiteY0" fmla="*/ 29623 h 29622"/>
                          <a:gd name="connsiteX1" fmla="*/ 27337 w 54768"/>
                          <a:gd name="connsiteY1" fmla="*/ 17526 h 29622"/>
                          <a:gd name="connsiteX2" fmla="*/ 0 w 54768"/>
                          <a:gd name="connsiteY2" fmla="*/ 0 h 29622"/>
                          <a:gd name="connsiteX3" fmla="*/ 54769 w 54768"/>
                          <a:gd name="connsiteY3" fmla="*/ 29623 h 296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4768" h="29622">
                            <a:moveTo>
                              <a:pt x="54769" y="29623"/>
                            </a:moveTo>
                            <a:cubicBezTo>
                              <a:pt x="46482" y="29146"/>
                              <a:pt x="37052" y="23527"/>
                              <a:pt x="27337" y="17526"/>
                            </a:cubicBezTo>
                            <a:cubicBezTo>
                              <a:pt x="17145" y="11049"/>
                              <a:pt x="7429" y="4763"/>
                              <a:pt x="0" y="0"/>
                            </a:cubicBezTo>
                            <a:cubicBezTo>
                              <a:pt x="16764" y="10287"/>
                              <a:pt x="38386" y="20574"/>
                              <a:pt x="54769" y="2962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00" name="Forme libre : forme 10299">
                        <a:extLst>
                          <a:ext uri="{FF2B5EF4-FFF2-40B4-BE49-F238E27FC236}">
                            <a16:creationId xmlns:a16="http://schemas.microsoft.com/office/drawing/2014/main" id="{E78F6231-23DC-4D5D-9D69-0641EDF6AE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0881" y="2636519"/>
                        <a:ext cx="68389" cy="24670"/>
                      </a:xfrm>
                      <a:custGeom>
                        <a:avLst/>
                        <a:gdLst>
                          <a:gd name="connsiteX0" fmla="*/ 68390 w 68389"/>
                          <a:gd name="connsiteY0" fmla="*/ 24670 h 24670"/>
                          <a:gd name="connsiteX1" fmla="*/ 0 w 68389"/>
                          <a:gd name="connsiteY1" fmla="*/ 0 h 24670"/>
                          <a:gd name="connsiteX2" fmla="*/ 68390 w 68389"/>
                          <a:gd name="connsiteY2" fmla="*/ 24670 h 24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389" h="24670">
                            <a:moveTo>
                              <a:pt x="68390" y="24670"/>
                            </a:moveTo>
                            <a:cubicBezTo>
                              <a:pt x="45720" y="8287"/>
                              <a:pt x="21050" y="2858"/>
                              <a:pt x="0" y="0"/>
                            </a:cubicBezTo>
                            <a:cubicBezTo>
                              <a:pt x="19717" y="1619"/>
                              <a:pt x="47054" y="13240"/>
                              <a:pt x="68390" y="2467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01" name="Forme libre : forme 10300">
                        <a:extLst>
                          <a:ext uri="{FF2B5EF4-FFF2-40B4-BE49-F238E27FC236}">
                            <a16:creationId xmlns:a16="http://schemas.microsoft.com/office/drawing/2014/main" id="{54063BA2-6466-40E2-9449-F97AB1A7B5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87737" y="2708480"/>
                        <a:ext cx="24357" cy="29010"/>
                      </a:xfrm>
                      <a:custGeom>
                        <a:avLst/>
                        <a:gdLst>
                          <a:gd name="connsiteX0" fmla="*/ 23062 w 24357"/>
                          <a:gd name="connsiteY0" fmla="*/ 29005 h 29010"/>
                          <a:gd name="connsiteX1" fmla="*/ 7536 w 24357"/>
                          <a:gd name="connsiteY1" fmla="*/ 14336 h 29010"/>
                          <a:gd name="connsiteX2" fmla="*/ 1345 w 24357"/>
                          <a:gd name="connsiteY2" fmla="*/ 49 h 29010"/>
                          <a:gd name="connsiteX3" fmla="*/ 16775 w 24357"/>
                          <a:gd name="connsiteY3" fmla="*/ 13479 h 29010"/>
                          <a:gd name="connsiteX4" fmla="*/ 23062 w 24357"/>
                          <a:gd name="connsiteY4" fmla="*/ 29005 h 290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357" h="29010">
                            <a:moveTo>
                              <a:pt x="23062" y="29005"/>
                            </a:moveTo>
                            <a:cubicBezTo>
                              <a:pt x="19061" y="29291"/>
                              <a:pt x="10298" y="17861"/>
                              <a:pt x="7536" y="14336"/>
                            </a:cubicBezTo>
                            <a:cubicBezTo>
                              <a:pt x="4774" y="10907"/>
                              <a:pt x="-3132" y="906"/>
                              <a:pt x="1345" y="49"/>
                            </a:cubicBezTo>
                            <a:cubicBezTo>
                              <a:pt x="5821" y="-808"/>
                              <a:pt x="14394" y="9860"/>
                              <a:pt x="16775" y="13479"/>
                            </a:cubicBezTo>
                            <a:cubicBezTo>
                              <a:pt x="19537" y="16813"/>
                              <a:pt x="27443" y="28529"/>
                              <a:pt x="23062" y="2900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02" name="Forme libre : forme 10301">
                        <a:extLst>
                          <a:ext uri="{FF2B5EF4-FFF2-40B4-BE49-F238E27FC236}">
                            <a16:creationId xmlns:a16="http://schemas.microsoft.com/office/drawing/2014/main" id="{BB9A4AB8-E728-4E30-BB61-E1385EBBED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08249" y="2732983"/>
                        <a:ext cx="7125" cy="8517"/>
                      </a:xfrm>
                      <a:custGeom>
                        <a:avLst/>
                        <a:gdLst>
                          <a:gd name="connsiteX0" fmla="*/ 6931 w 7125"/>
                          <a:gd name="connsiteY0" fmla="*/ 8216 h 8517"/>
                          <a:gd name="connsiteX1" fmla="*/ 2550 w 7125"/>
                          <a:gd name="connsiteY1" fmla="*/ 5644 h 8517"/>
                          <a:gd name="connsiteX2" fmla="*/ 169 w 7125"/>
                          <a:gd name="connsiteY2" fmla="*/ 310 h 8517"/>
                          <a:gd name="connsiteX3" fmla="*/ 4455 w 7125"/>
                          <a:gd name="connsiteY3" fmla="*/ 2787 h 8517"/>
                          <a:gd name="connsiteX4" fmla="*/ 6931 w 7125"/>
                          <a:gd name="connsiteY4" fmla="*/ 8216 h 8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5" h="8517">
                            <a:moveTo>
                              <a:pt x="6931" y="8216"/>
                            </a:moveTo>
                            <a:cubicBezTo>
                              <a:pt x="6074" y="9359"/>
                              <a:pt x="3693" y="6978"/>
                              <a:pt x="2550" y="5644"/>
                            </a:cubicBezTo>
                            <a:cubicBezTo>
                              <a:pt x="1407" y="4311"/>
                              <a:pt x="-593" y="1453"/>
                              <a:pt x="169" y="310"/>
                            </a:cubicBezTo>
                            <a:cubicBezTo>
                              <a:pt x="1026" y="-833"/>
                              <a:pt x="3312" y="1453"/>
                              <a:pt x="4455" y="2787"/>
                            </a:cubicBezTo>
                            <a:cubicBezTo>
                              <a:pt x="5598" y="4120"/>
                              <a:pt x="7789" y="7073"/>
                              <a:pt x="6931" y="821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303" name="Forme libre : forme 10302">
                        <a:extLst>
                          <a:ext uri="{FF2B5EF4-FFF2-40B4-BE49-F238E27FC236}">
                            <a16:creationId xmlns:a16="http://schemas.microsoft.com/office/drawing/2014/main" id="{177A54E9-DC7A-474F-B873-C2C8F76864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01382" y="2692998"/>
                        <a:ext cx="41984" cy="89217"/>
                      </a:xfrm>
                      <a:custGeom>
                        <a:avLst/>
                        <a:gdLst>
                          <a:gd name="connsiteX0" fmla="*/ 40659 w 41984"/>
                          <a:gd name="connsiteY0" fmla="*/ 60679 h 89217"/>
                          <a:gd name="connsiteX1" fmla="*/ 39516 w 41984"/>
                          <a:gd name="connsiteY1" fmla="*/ 87730 h 89217"/>
                          <a:gd name="connsiteX2" fmla="*/ 31515 w 41984"/>
                          <a:gd name="connsiteY2" fmla="*/ 84967 h 89217"/>
                          <a:gd name="connsiteX3" fmla="*/ 28943 w 41984"/>
                          <a:gd name="connsiteY3" fmla="*/ 74109 h 89217"/>
                          <a:gd name="connsiteX4" fmla="*/ 26276 w 41984"/>
                          <a:gd name="connsiteY4" fmla="*/ 57440 h 89217"/>
                          <a:gd name="connsiteX5" fmla="*/ 20466 w 41984"/>
                          <a:gd name="connsiteY5" fmla="*/ 40200 h 89217"/>
                          <a:gd name="connsiteX6" fmla="*/ 15227 w 41984"/>
                          <a:gd name="connsiteY6" fmla="*/ 30580 h 89217"/>
                          <a:gd name="connsiteX7" fmla="*/ 6845 w 41984"/>
                          <a:gd name="connsiteY7" fmla="*/ 17149 h 89217"/>
                          <a:gd name="connsiteX8" fmla="*/ 2464 w 41984"/>
                          <a:gd name="connsiteY8" fmla="*/ 5 h 89217"/>
                          <a:gd name="connsiteX9" fmla="*/ 22085 w 41984"/>
                          <a:gd name="connsiteY9" fmla="*/ 13625 h 89217"/>
                          <a:gd name="connsiteX10" fmla="*/ 36468 w 41984"/>
                          <a:gd name="connsiteY10" fmla="*/ 35914 h 89217"/>
                          <a:gd name="connsiteX11" fmla="*/ 40659 w 41984"/>
                          <a:gd name="connsiteY11" fmla="*/ 60679 h 892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1984" h="89217">
                            <a:moveTo>
                              <a:pt x="40659" y="60679"/>
                            </a:moveTo>
                            <a:cubicBezTo>
                              <a:pt x="42278" y="71728"/>
                              <a:pt x="42945" y="79538"/>
                              <a:pt x="39516" y="87730"/>
                            </a:cubicBezTo>
                            <a:cubicBezTo>
                              <a:pt x="38278" y="90682"/>
                              <a:pt x="33801" y="88968"/>
                              <a:pt x="31515" y="84967"/>
                            </a:cubicBezTo>
                            <a:cubicBezTo>
                              <a:pt x="29229" y="80967"/>
                              <a:pt x="29038" y="77729"/>
                              <a:pt x="28943" y="74109"/>
                            </a:cubicBezTo>
                            <a:cubicBezTo>
                              <a:pt x="28657" y="68584"/>
                              <a:pt x="27895" y="62965"/>
                              <a:pt x="26276" y="57440"/>
                            </a:cubicBezTo>
                            <a:cubicBezTo>
                              <a:pt x="24752" y="51821"/>
                              <a:pt x="23038" y="46010"/>
                              <a:pt x="20466" y="40200"/>
                            </a:cubicBezTo>
                            <a:cubicBezTo>
                              <a:pt x="19704" y="38390"/>
                              <a:pt x="17704" y="34866"/>
                              <a:pt x="15227" y="30580"/>
                            </a:cubicBezTo>
                            <a:cubicBezTo>
                              <a:pt x="12655" y="26484"/>
                              <a:pt x="9512" y="21722"/>
                              <a:pt x="6845" y="17149"/>
                            </a:cubicBezTo>
                            <a:cubicBezTo>
                              <a:pt x="1321" y="8291"/>
                              <a:pt x="-2870" y="290"/>
                              <a:pt x="2464" y="5"/>
                            </a:cubicBezTo>
                            <a:cubicBezTo>
                              <a:pt x="7702" y="-186"/>
                              <a:pt x="15513" y="5624"/>
                              <a:pt x="22085" y="13625"/>
                            </a:cubicBezTo>
                            <a:cubicBezTo>
                              <a:pt x="28943" y="21150"/>
                              <a:pt x="34182" y="31056"/>
                              <a:pt x="36468" y="35914"/>
                            </a:cubicBezTo>
                            <a:cubicBezTo>
                              <a:pt x="40468" y="46582"/>
                              <a:pt x="39611" y="52297"/>
                              <a:pt x="40659" y="6067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162" name="Graphique 1">
                      <a:extLst>
                        <a:ext uri="{FF2B5EF4-FFF2-40B4-BE49-F238E27FC236}">
                          <a16:creationId xmlns:a16="http://schemas.microsoft.com/office/drawing/2014/main" id="{45FA5D52-271B-4E12-AFBC-EDE835D8A4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29107" y="2789565"/>
                      <a:ext cx="168731" cy="149865"/>
                      <a:chOff x="3329107" y="2789565"/>
                      <a:chExt cx="168731" cy="149865"/>
                    </a:xfrm>
                    <a:solidFill>
                      <a:schemeClr val="accent1"/>
                    </a:solidFill>
                  </p:grpSpPr>
                  <p:sp>
                    <p:nvSpPr>
                      <p:cNvPr id="10280" name="Forme libre : forme 10279">
                        <a:extLst>
                          <a:ext uri="{FF2B5EF4-FFF2-40B4-BE49-F238E27FC236}">
                            <a16:creationId xmlns:a16="http://schemas.microsoft.com/office/drawing/2014/main" id="{900C7259-8106-483E-A87A-B12E97D198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29107" y="2789565"/>
                        <a:ext cx="168731" cy="149787"/>
                      </a:xfrm>
                      <a:custGeom>
                        <a:avLst/>
                        <a:gdLst>
                          <a:gd name="connsiteX0" fmla="*/ 85991 w 168731"/>
                          <a:gd name="connsiteY0" fmla="*/ 142229 h 149787"/>
                          <a:gd name="connsiteX1" fmla="*/ 77704 w 168731"/>
                          <a:gd name="connsiteY1" fmla="*/ 138610 h 149787"/>
                          <a:gd name="connsiteX2" fmla="*/ 68465 w 168731"/>
                          <a:gd name="connsiteY2" fmla="*/ 133276 h 149787"/>
                          <a:gd name="connsiteX3" fmla="*/ 48557 w 168731"/>
                          <a:gd name="connsiteY3" fmla="*/ 119465 h 149787"/>
                          <a:gd name="connsiteX4" fmla="*/ 30650 w 168731"/>
                          <a:gd name="connsiteY4" fmla="*/ 103177 h 149787"/>
                          <a:gd name="connsiteX5" fmla="*/ 17887 w 168731"/>
                          <a:gd name="connsiteY5" fmla="*/ 88032 h 149787"/>
                          <a:gd name="connsiteX6" fmla="*/ 6933 w 168731"/>
                          <a:gd name="connsiteY6" fmla="*/ 9260 h 149787"/>
                          <a:gd name="connsiteX7" fmla="*/ 27031 w 168731"/>
                          <a:gd name="connsiteY7" fmla="*/ 1545 h 149787"/>
                          <a:gd name="connsiteX8" fmla="*/ 41795 w 168731"/>
                          <a:gd name="connsiteY8" fmla="*/ 11356 h 149787"/>
                          <a:gd name="connsiteX9" fmla="*/ 53891 w 168731"/>
                          <a:gd name="connsiteY9" fmla="*/ 20024 h 149787"/>
                          <a:gd name="connsiteX10" fmla="*/ 65417 w 168731"/>
                          <a:gd name="connsiteY10" fmla="*/ 29834 h 149787"/>
                          <a:gd name="connsiteX11" fmla="*/ 77418 w 168731"/>
                          <a:gd name="connsiteY11" fmla="*/ 41645 h 149787"/>
                          <a:gd name="connsiteX12" fmla="*/ 85514 w 168731"/>
                          <a:gd name="connsiteY12" fmla="*/ 50027 h 149787"/>
                          <a:gd name="connsiteX13" fmla="*/ 95992 w 168731"/>
                          <a:gd name="connsiteY13" fmla="*/ 59267 h 149787"/>
                          <a:gd name="connsiteX14" fmla="*/ 116661 w 168731"/>
                          <a:gd name="connsiteY14" fmla="*/ 73459 h 149787"/>
                          <a:gd name="connsiteX15" fmla="*/ 129806 w 168731"/>
                          <a:gd name="connsiteY15" fmla="*/ 81650 h 149787"/>
                          <a:gd name="connsiteX16" fmla="*/ 135330 w 168731"/>
                          <a:gd name="connsiteY16" fmla="*/ 86032 h 149787"/>
                          <a:gd name="connsiteX17" fmla="*/ 140474 w 168731"/>
                          <a:gd name="connsiteY17" fmla="*/ 90128 h 149787"/>
                          <a:gd name="connsiteX18" fmla="*/ 145427 w 168731"/>
                          <a:gd name="connsiteY18" fmla="*/ 94890 h 149787"/>
                          <a:gd name="connsiteX19" fmla="*/ 150380 w 168731"/>
                          <a:gd name="connsiteY19" fmla="*/ 99462 h 149787"/>
                          <a:gd name="connsiteX20" fmla="*/ 161429 w 168731"/>
                          <a:gd name="connsiteY20" fmla="*/ 109559 h 149787"/>
                          <a:gd name="connsiteX21" fmla="*/ 166572 w 168731"/>
                          <a:gd name="connsiteY21" fmla="*/ 130037 h 149787"/>
                          <a:gd name="connsiteX22" fmla="*/ 135045 w 168731"/>
                          <a:gd name="connsiteY22" fmla="*/ 148516 h 149787"/>
                          <a:gd name="connsiteX23" fmla="*/ 85991 w 168731"/>
                          <a:gd name="connsiteY23" fmla="*/ 142229 h 1497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</a:cxnLst>
                        <a:rect l="l" t="t" r="r" b="b"/>
                        <a:pathLst>
                          <a:path w="168731" h="149787">
                            <a:moveTo>
                              <a:pt x="85991" y="142229"/>
                            </a:moveTo>
                            <a:cubicBezTo>
                              <a:pt x="83514" y="141182"/>
                              <a:pt x="80657" y="140039"/>
                              <a:pt x="77704" y="138610"/>
                            </a:cubicBezTo>
                            <a:cubicBezTo>
                              <a:pt x="74847" y="136991"/>
                              <a:pt x="71703" y="135181"/>
                              <a:pt x="68465" y="133276"/>
                            </a:cubicBezTo>
                            <a:cubicBezTo>
                              <a:pt x="61702" y="129656"/>
                              <a:pt x="55130" y="124608"/>
                              <a:pt x="48557" y="119465"/>
                            </a:cubicBezTo>
                            <a:cubicBezTo>
                              <a:pt x="41795" y="114512"/>
                              <a:pt x="36270" y="108416"/>
                              <a:pt x="30650" y="103177"/>
                            </a:cubicBezTo>
                            <a:cubicBezTo>
                              <a:pt x="25507" y="97652"/>
                              <a:pt x="21221" y="92223"/>
                              <a:pt x="17887" y="88032"/>
                            </a:cubicBezTo>
                            <a:cubicBezTo>
                              <a:pt x="-5735" y="55457"/>
                              <a:pt x="-2116" y="27739"/>
                              <a:pt x="6933" y="9260"/>
                            </a:cubicBezTo>
                            <a:cubicBezTo>
                              <a:pt x="9886" y="1736"/>
                              <a:pt x="19887" y="-2456"/>
                              <a:pt x="27031" y="1545"/>
                            </a:cubicBezTo>
                            <a:cubicBezTo>
                              <a:pt x="32174" y="4307"/>
                              <a:pt x="37223" y="7927"/>
                              <a:pt x="41795" y="11356"/>
                            </a:cubicBezTo>
                            <a:cubicBezTo>
                              <a:pt x="46176" y="14118"/>
                              <a:pt x="50272" y="16881"/>
                              <a:pt x="53891" y="20024"/>
                            </a:cubicBezTo>
                            <a:cubicBezTo>
                              <a:pt x="57892" y="22976"/>
                              <a:pt x="61892" y="26119"/>
                              <a:pt x="65417" y="29834"/>
                            </a:cubicBezTo>
                            <a:cubicBezTo>
                              <a:pt x="69608" y="33168"/>
                              <a:pt x="73132" y="37359"/>
                              <a:pt x="77418" y="41645"/>
                            </a:cubicBezTo>
                            <a:cubicBezTo>
                              <a:pt x="79704" y="43931"/>
                              <a:pt x="82466" y="46789"/>
                              <a:pt x="85514" y="50027"/>
                            </a:cubicBezTo>
                            <a:cubicBezTo>
                              <a:pt x="88943" y="52790"/>
                              <a:pt x="92182" y="56409"/>
                              <a:pt x="95992" y="59267"/>
                            </a:cubicBezTo>
                            <a:cubicBezTo>
                              <a:pt x="103422" y="65267"/>
                              <a:pt x="111232" y="70316"/>
                              <a:pt x="116661" y="73459"/>
                            </a:cubicBezTo>
                            <a:cubicBezTo>
                              <a:pt x="121709" y="76126"/>
                              <a:pt x="125900" y="79269"/>
                              <a:pt x="129806" y="81650"/>
                            </a:cubicBezTo>
                            <a:cubicBezTo>
                              <a:pt x="131711" y="82984"/>
                              <a:pt x="133521" y="84603"/>
                              <a:pt x="135330" y="86032"/>
                            </a:cubicBezTo>
                            <a:cubicBezTo>
                              <a:pt x="137045" y="87270"/>
                              <a:pt x="138759" y="88604"/>
                              <a:pt x="140474" y="90128"/>
                            </a:cubicBezTo>
                            <a:cubicBezTo>
                              <a:pt x="142093" y="91556"/>
                              <a:pt x="143807" y="93366"/>
                              <a:pt x="145427" y="94890"/>
                            </a:cubicBezTo>
                            <a:cubicBezTo>
                              <a:pt x="147046" y="96319"/>
                              <a:pt x="148760" y="97843"/>
                              <a:pt x="150380" y="99462"/>
                            </a:cubicBezTo>
                            <a:cubicBezTo>
                              <a:pt x="153809" y="102796"/>
                              <a:pt x="157428" y="106511"/>
                              <a:pt x="161429" y="109559"/>
                            </a:cubicBezTo>
                            <a:cubicBezTo>
                              <a:pt x="166953" y="114131"/>
                              <a:pt x="171621" y="124037"/>
                              <a:pt x="166572" y="130037"/>
                            </a:cubicBezTo>
                            <a:cubicBezTo>
                              <a:pt x="159238" y="139086"/>
                              <a:pt x="148856" y="145373"/>
                              <a:pt x="135045" y="148516"/>
                            </a:cubicBezTo>
                            <a:cubicBezTo>
                              <a:pt x="121519" y="150992"/>
                              <a:pt x="104183" y="150326"/>
                              <a:pt x="85991" y="14222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81" name="Forme libre : forme 10280">
                        <a:extLst>
                          <a:ext uri="{FF2B5EF4-FFF2-40B4-BE49-F238E27FC236}">
                            <a16:creationId xmlns:a16="http://schemas.microsoft.com/office/drawing/2014/main" id="{AEE27363-A5F5-4709-B6B5-DA6E79CBA4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29527" y="2791682"/>
                        <a:ext cx="166342" cy="147748"/>
                      </a:xfrm>
                      <a:custGeom>
                        <a:avLst/>
                        <a:gdLst>
                          <a:gd name="connsiteX0" fmla="*/ 46041 w 166342"/>
                          <a:gd name="connsiteY0" fmla="*/ 77724 h 147748"/>
                          <a:gd name="connsiteX1" fmla="*/ 31087 w 166342"/>
                          <a:gd name="connsiteY1" fmla="*/ 60103 h 147748"/>
                          <a:gd name="connsiteX2" fmla="*/ 19848 w 166342"/>
                          <a:gd name="connsiteY2" fmla="*/ 40005 h 147748"/>
                          <a:gd name="connsiteX3" fmla="*/ 14038 w 166342"/>
                          <a:gd name="connsiteY3" fmla="*/ 19050 h 147748"/>
                          <a:gd name="connsiteX4" fmla="*/ 13275 w 166342"/>
                          <a:gd name="connsiteY4" fmla="*/ 0 h 147748"/>
                          <a:gd name="connsiteX5" fmla="*/ 6798 w 166342"/>
                          <a:gd name="connsiteY5" fmla="*/ 7144 h 147748"/>
                          <a:gd name="connsiteX6" fmla="*/ 2893 w 166342"/>
                          <a:gd name="connsiteY6" fmla="*/ 18002 h 147748"/>
                          <a:gd name="connsiteX7" fmla="*/ 798 w 166342"/>
                          <a:gd name="connsiteY7" fmla="*/ 25813 h 147748"/>
                          <a:gd name="connsiteX8" fmla="*/ 36 w 166342"/>
                          <a:gd name="connsiteY8" fmla="*/ 35147 h 147748"/>
                          <a:gd name="connsiteX9" fmla="*/ 321 w 166342"/>
                          <a:gd name="connsiteY9" fmla="*/ 45244 h 147748"/>
                          <a:gd name="connsiteX10" fmla="*/ 2607 w 166342"/>
                          <a:gd name="connsiteY10" fmla="*/ 55721 h 147748"/>
                          <a:gd name="connsiteX11" fmla="*/ 17657 w 166342"/>
                          <a:gd name="connsiteY11" fmla="*/ 85915 h 147748"/>
                          <a:gd name="connsiteX12" fmla="*/ 26515 w 166342"/>
                          <a:gd name="connsiteY12" fmla="*/ 96774 h 147748"/>
                          <a:gd name="connsiteX13" fmla="*/ 38231 w 166342"/>
                          <a:gd name="connsiteY13" fmla="*/ 108585 h 147748"/>
                          <a:gd name="connsiteX14" fmla="*/ 51852 w 166342"/>
                          <a:gd name="connsiteY14" fmla="*/ 120015 h 147748"/>
                          <a:gd name="connsiteX15" fmla="*/ 79569 w 166342"/>
                          <a:gd name="connsiteY15" fmla="*/ 137446 h 147748"/>
                          <a:gd name="connsiteX16" fmla="*/ 85665 w 166342"/>
                          <a:gd name="connsiteY16" fmla="*/ 140018 h 147748"/>
                          <a:gd name="connsiteX17" fmla="*/ 104620 w 166342"/>
                          <a:gd name="connsiteY17" fmla="*/ 145923 h 147748"/>
                          <a:gd name="connsiteX18" fmla="*/ 121956 w 166342"/>
                          <a:gd name="connsiteY18" fmla="*/ 147638 h 147748"/>
                          <a:gd name="connsiteX19" fmla="*/ 158246 w 166342"/>
                          <a:gd name="connsiteY19" fmla="*/ 135731 h 147748"/>
                          <a:gd name="connsiteX20" fmla="*/ 166152 w 166342"/>
                          <a:gd name="connsiteY20" fmla="*/ 127921 h 147748"/>
                          <a:gd name="connsiteX21" fmla="*/ 166342 w 166342"/>
                          <a:gd name="connsiteY21" fmla="*/ 127635 h 147748"/>
                          <a:gd name="connsiteX22" fmla="*/ 100334 w 166342"/>
                          <a:gd name="connsiteY22" fmla="*/ 115919 h 147748"/>
                          <a:gd name="connsiteX23" fmla="*/ 46041 w 166342"/>
                          <a:gd name="connsiteY23" fmla="*/ 77724 h 1477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</a:cxnLst>
                        <a:rect l="l" t="t" r="r" b="b"/>
                        <a:pathLst>
                          <a:path w="166342" h="147748">
                            <a:moveTo>
                              <a:pt x="46041" y="77724"/>
                            </a:moveTo>
                            <a:cubicBezTo>
                              <a:pt x="40707" y="72295"/>
                              <a:pt x="35278" y="66580"/>
                              <a:pt x="31087" y="60103"/>
                            </a:cubicBezTo>
                            <a:cubicBezTo>
                              <a:pt x="26325" y="53912"/>
                              <a:pt x="22896" y="46863"/>
                              <a:pt x="19848" y="40005"/>
                            </a:cubicBezTo>
                            <a:cubicBezTo>
                              <a:pt x="16800" y="33147"/>
                              <a:pt x="15276" y="25718"/>
                              <a:pt x="14038" y="19050"/>
                            </a:cubicBezTo>
                            <a:cubicBezTo>
                              <a:pt x="13085" y="12668"/>
                              <a:pt x="12799" y="6287"/>
                              <a:pt x="13275" y="0"/>
                            </a:cubicBezTo>
                            <a:cubicBezTo>
                              <a:pt x="10418" y="1619"/>
                              <a:pt x="7941" y="4096"/>
                              <a:pt x="6798" y="7144"/>
                            </a:cubicBezTo>
                            <a:cubicBezTo>
                              <a:pt x="5370" y="10859"/>
                              <a:pt x="4036" y="14478"/>
                              <a:pt x="2893" y="18002"/>
                            </a:cubicBezTo>
                            <a:cubicBezTo>
                              <a:pt x="2131" y="20669"/>
                              <a:pt x="1179" y="22765"/>
                              <a:pt x="798" y="25813"/>
                            </a:cubicBezTo>
                            <a:cubicBezTo>
                              <a:pt x="417" y="28765"/>
                              <a:pt x="131" y="31909"/>
                              <a:pt x="36" y="35147"/>
                            </a:cubicBezTo>
                            <a:cubicBezTo>
                              <a:pt x="-60" y="38386"/>
                              <a:pt x="36" y="41720"/>
                              <a:pt x="321" y="45244"/>
                            </a:cubicBezTo>
                            <a:cubicBezTo>
                              <a:pt x="798" y="48673"/>
                              <a:pt x="1655" y="52102"/>
                              <a:pt x="2607" y="55721"/>
                            </a:cubicBezTo>
                            <a:cubicBezTo>
                              <a:pt x="4989" y="65342"/>
                              <a:pt x="10132" y="75152"/>
                              <a:pt x="17657" y="85915"/>
                            </a:cubicBezTo>
                            <a:cubicBezTo>
                              <a:pt x="20133" y="89059"/>
                              <a:pt x="23086" y="92773"/>
                              <a:pt x="26515" y="96774"/>
                            </a:cubicBezTo>
                            <a:cubicBezTo>
                              <a:pt x="29658" y="100870"/>
                              <a:pt x="34040" y="104489"/>
                              <a:pt x="38231" y="108585"/>
                            </a:cubicBezTo>
                            <a:cubicBezTo>
                              <a:pt x="42327" y="112681"/>
                              <a:pt x="46994" y="116491"/>
                              <a:pt x="51852" y="120015"/>
                            </a:cubicBezTo>
                            <a:cubicBezTo>
                              <a:pt x="61091" y="127540"/>
                              <a:pt x="71568" y="133160"/>
                              <a:pt x="79569" y="137446"/>
                            </a:cubicBezTo>
                            <a:cubicBezTo>
                              <a:pt x="81760" y="138398"/>
                              <a:pt x="83856" y="139255"/>
                              <a:pt x="85665" y="140018"/>
                            </a:cubicBezTo>
                            <a:cubicBezTo>
                              <a:pt x="92142" y="142780"/>
                              <a:pt x="98334" y="144971"/>
                              <a:pt x="104620" y="145923"/>
                            </a:cubicBezTo>
                            <a:cubicBezTo>
                              <a:pt x="110812" y="146971"/>
                              <a:pt x="116336" y="148114"/>
                              <a:pt x="121956" y="147638"/>
                            </a:cubicBezTo>
                            <a:cubicBezTo>
                              <a:pt x="137005" y="147352"/>
                              <a:pt x="149102" y="142208"/>
                              <a:pt x="158246" y="135731"/>
                            </a:cubicBezTo>
                            <a:cubicBezTo>
                              <a:pt x="161199" y="133255"/>
                              <a:pt x="163866" y="130683"/>
                              <a:pt x="166152" y="127921"/>
                            </a:cubicBezTo>
                            <a:lnTo>
                              <a:pt x="166342" y="127635"/>
                            </a:lnTo>
                            <a:cubicBezTo>
                              <a:pt x="143768" y="130302"/>
                              <a:pt x="120717" y="125254"/>
                              <a:pt x="100334" y="115919"/>
                            </a:cubicBezTo>
                            <a:cubicBezTo>
                              <a:pt x="79855" y="106394"/>
                              <a:pt x="61758" y="92964"/>
                              <a:pt x="46041" y="7772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82" name="Forme libre : forme 10281">
                        <a:extLst>
                          <a:ext uri="{FF2B5EF4-FFF2-40B4-BE49-F238E27FC236}">
                            <a16:creationId xmlns:a16="http://schemas.microsoft.com/office/drawing/2014/main" id="{C8A5D2F8-7510-40C2-A07D-1F561139C8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75163" y="2854617"/>
                        <a:ext cx="82369" cy="59009"/>
                      </a:xfrm>
                      <a:custGeom>
                        <a:avLst/>
                        <a:gdLst>
                          <a:gd name="connsiteX0" fmla="*/ 82321 w 82369"/>
                          <a:gd name="connsiteY0" fmla="*/ 54413 h 59009"/>
                          <a:gd name="connsiteX1" fmla="*/ 58984 w 82369"/>
                          <a:gd name="connsiteY1" fmla="*/ 57461 h 59009"/>
                          <a:gd name="connsiteX2" fmla="*/ 41649 w 82369"/>
                          <a:gd name="connsiteY2" fmla="*/ 51175 h 59009"/>
                          <a:gd name="connsiteX3" fmla="*/ 28885 w 82369"/>
                          <a:gd name="connsiteY3" fmla="*/ 44031 h 59009"/>
                          <a:gd name="connsiteX4" fmla="*/ 7168 w 82369"/>
                          <a:gd name="connsiteY4" fmla="*/ 22885 h 59009"/>
                          <a:gd name="connsiteX5" fmla="*/ 596 w 82369"/>
                          <a:gd name="connsiteY5" fmla="*/ 10122 h 59009"/>
                          <a:gd name="connsiteX6" fmla="*/ 1834 w 82369"/>
                          <a:gd name="connsiteY6" fmla="*/ 1359 h 59009"/>
                          <a:gd name="connsiteX7" fmla="*/ 21551 w 82369"/>
                          <a:gd name="connsiteY7" fmla="*/ 7836 h 59009"/>
                          <a:gd name="connsiteX8" fmla="*/ 42601 w 82369"/>
                          <a:gd name="connsiteY8" fmla="*/ 23457 h 59009"/>
                          <a:gd name="connsiteX9" fmla="*/ 52603 w 82369"/>
                          <a:gd name="connsiteY9" fmla="*/ 30315 h 59009"/>
                          <a:gd name="connsiteX10" fmla="*/ 65938 w 82369"/>
                          <a:gd name="connsiteY10" fmla="*/ 38887 h 59009"/>
                          <a:gd name="connsiteX11" fmla="*/ 82321 w 82369"/>
                          <a:gd name="connsiteY11" fmla="*/ 54413 h 590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82369" h="59009">
                            <a:moveTo>
                              <a:pt x="82321" y="54413"/>
                            </a:moveTo>
                            <a:cubicBezTo>
                              <a:pt x="81463" y="59652"/>
                              <a:pt x="71081" y="60033"/>
                              <a:pt x="58984" y="57461"/>
                            </a:cubicBezTo>
                            <a:cubicBezTo>
                              <a:pt x="53270" y="55746"/>
                              <a:pt x="46888" y="53842"/>
                              <a:pt x="41649" y="51175"/>
                            </a:cubicBezTo>
                            <a:cubicBezTo>
                              <a:pt x="36410" y="48508"/>
                              <a:pt x="31838" y="45936"/>
                              <a:pt x="28885" y="44031"/>
                            </a:cubicBezTo>
                            <a:cubicBezTo>
                              <a:pt x="23266" y="39935"/>
                              <a:pt x="13264" y="31934"/>
                              <a:pt x="7168" y="22885"/>
                            </a:cubicBezTo>
                            <a:cubicBezTo>
                              <a:pt x="3835" y="18599"/>
                              <a:pt x="1549" y="13932"/>
                              <a:pt x="596" y="10122"/>
                            </a:cubicBezTo>
                            <a:cubicBezTo>
                              <a:pt x="-452" y="6312"/>
                              <a:pt x="-166" y="3169"/>
                              <a:pt x="1834" y="1359"/>
                            </a:cubicBezTo>
                            <a:cubicBezTo>
                              <a:pt x="6121" y="-2451"/>
                              <a:pt x="13360" y="2407"/>
                              <a:pt x="21551" y="7836"/>
                            </a:cubicBezTo>
                            <a:cubicBezTo>
                              <a:pt x="29362" y="13646"/>
                              <a:pt x="38315" y="19837"/>
                              <a:pt x="42601" y="23457"/>
                            </a:cubicBezTo>
                            <a:cubicBezTo>
                              <a:pt x="44983" y="24981"/>
                              <a:pt x="48602" y="27362"/>
                              <a:pt x="52603" y="30315"/>
                            </a:cubicBezTo>
                            <a:cubicBezTo>
                              <a:pt x="56603" y="33363"/>
                              <a:pt x="61556" y="35744"/>
                              <a:pt x="65938" y="38887"/>
                            </a:cubicBezTo>
                            <a:cubicBezTo>
                              <a:pt x="74796" y="44221"/>
                              <a:pt x="83083" y="49746"/>
                              <a:pt x="82321" y="5441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83" name="Forme libre : forme 10282">
                        <a:extLst>
                          <a:ext uri="{FF2B5EF4-FFF2-40B4-BE49-F238E27FC236}">
                            <a16:creationId xmlns:a16="http://schemas.microsoft.com/office/drawing/2014/main" id="{610FF0E1-3A32-4B0C-ABEE-8040B39ECC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75417" y="2853943"/>
                        <a:ext cx="49491" cy="54896"/>
                      </a:xfrm>
                      <a:custGeom>
                        <a:avLst/>
                        <a:gdLst>
                          <a:gd name="connsiteX0" fmla="*/ 22440 w 49491"/>
                          <a:gd name="connsiteY0" fmla="*/ 9747 h 54896"/>
                          <a:gd name="connsiteX1" fmla="*/ 1200 w 49491"/>
                          <a:gd name="connsiteY1" fmla="*/ 1746 h 54896"/>
                          <a:gd name="connsiteX2" fmla="*/ 6915 w 49491"/>
                          <a:gd name="connsiteY2" fmla="*/ 23654 h 54896"/>
                          <a:gd name="connsiteX3" fmla="*/ 29108 w 49491"/>
                          <a:gd name="connsiteY3" fmla="*/ 45180 h 54896"/>
                          <a:gd name="connsiteX4" fmla="*/ 49491 w 49491"/>
                          <a:gd name="connsiteY4" fmla="*/ 54896 h 54896"/>
                          <a:gd name="connsiteX5" fmla="*/ 44062 w 49491"/>
                          <a:gd name="connsiteY5" fmla="*/ 52134 h 54896"/>
                          <a:gd name="connsiteX6" fmla="*/ 39300 w 49491"/>
                          <a:gd name="connsiteY6" fmla="*/ 48610 h 54896"/>
                          <a:gd name="connsiteX7" fmla="*/ 22440 w 49491"/>
                          <a:gd name="connsiteY7" fmla="*/ 9747 h 54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9491" h="54896">
                            <a:moveTo>
                              <a:pt x="22440" y="9747"/>
                            </a:moveTo>
                            <a:cubicBezTo>
                              <a:pt x="16535" y="7652"/>
                              <a:pt x="5105" y="-4445"/>
                              <a:pt x="1200" y="1746"/>
                            </a:cubicBezTo>
                            <a:cubicBezTo>
                              <a:pt x="-1658" y="6414"/>
                              <a:pt x="723" y="15463"/>
                              <a:pt x="6915" y="23654"/>
                            </a:cubicBezTo>
                            <a:cubicBezTo>
                              <a:pt x="12725" y="32322"/>
                              <a:pt x="22060" y="40037"/>
                              <a:pt x="29108" y="45180"/>
                            </a:cubicBezTo>
                            <a:cubicBezTo>
                              <a:pt x="33585" y="47752"/>
                              <a:pt x="43586" y="53658"/>
                              <a:pt x="49491" y="54896"/>
                            </a:cubicBezTo>
                            <a:cubicBezTo>
                              <a:pt x="47967" y="54134"/>
                              <a:pt x="45967" y="53181"/>
                              <a:pt x="44062" y="52134"/>
                            </a:cubicBezTo>
                            <a:cubicBezTo>
                              <a:pt x="42253" y="50896"/>
                              <a:pt x="40443" y="49657"/>
                              <a:pt x="39300" y="48610"/>
                            </a:cubicBezTo>
                            <a:cubicBezTo>
                              <a:pt x="25393" y="36989"/>
                              <a:pt x="14535" y="18891"/>
                              <a:pt x="22440" y="974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84" name="Forme libre : forme 10283">
                        <a:extLst>
                          <a:ext uri="{FF2B5EF4-FFF2-40B4-BE49-F238E27FC236}">
                            <a16:creationId xmlns:a16="http://schemas.microsoft.com/office/drawing/2014/main" id="{C7269B42-FFB2-4479-AC9D-F15CA86D34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76547" y="2860148"/>
                        <a:ext cx="86042" cy="57244"/>
                      </a:xfrm>
                      <a:custGeom>
                        <a:avLst/>
                        <a:gdLst>
                          <a:gd name="connsiteX0" fmla="*/ 85699 w 86042"/>
                          <a:gd name="connsiteY0" fmla="*/ 52406 h 57244"/>
                          <a:gd name="connsiteX1" fmla="*/ 76840 w 86042"/>
                          <a:gd name="connsiteY1" fmla="*/ 57073 h 57244"/>
                          <a:gd name="connsiteX2" fmla="*/ 60838 w 86042"/>
                          <a:gd name="connsiteY2" fmla="*/ 56025 h 57244"/>
                          <a:gd name="connsiteX3" fmla="*/ 43503 w 86042"/>
                          <a:gd name="connsiteY3" fmla="*/ 50596 h 57244"/>
                          <a:gd name="connsiteX4" fmla="*/ 30263 w 86042"/>
                          <a:gd name="connsiteY4" fmla="*/ 43738 h 57244"/>
                          <a:gd name="connsiteX5" fmla="*/ 18738 w 86042"/>
                          <a:gd name="connsiteY5" fmla="*/ 35261 h 57244"/>
                          <a:gd name="connsiteX6" fmla="*/ 7403 w 86042"/>
                          <a:gd name="connsiteY6" fmla="*/ 23164 h 57244"/>
                          <a:gd name="connsiteX7" fmla="*/ 1688 w 86042"/>
                          <a:gd name="connsiteY7" fmla="*/ 1542 h 57244"/>
                          <a:gd name="connsiteX8" fmla="*/ 21595 w 86042"/>
                          <a:gd name="connsiteY8" fmla="*/ 7638 h 57244"/>
                          <a:gd name="connsiteX9" fmla="*/ 33978 w 86042"/>
                          <a:gd name="connsiteY9" fmla="*/ 16211 h 57244"/>
                          <a:gd name="connsiteX10" fmla="*/ 43503 w 86042"/>
                          <a:gd name="connsiteY10" fmla="*/ 22688 h 57244"/>
                          <a:gd name="connsiteX11" fmla="*/ 53980 w 86042"/>
                          <a:gd name="connsiteY11" fmla="*/ 29451 h 57244"/>
                          <a:gd name="connsiteX12" fmla="*/ 68839 w 86042"/>
                          <a:gd name="connsiteY12" fmla="*/ 37737 h 57244"/>
                          <a:gd name="connsiteX13" fmla="*/ 81793 w 86042"/>
                          <a:gd name="connsiteY13" fmla="*/ 45357 h 57244"/>
                          <a:gd name="connsiteX14" fmla="*/ 85699 w 86042"/>
                          <a:gd name="connsiteY14" fmla="*/ 52406 h 572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86042" h="57244">
                            <a:moveTo>
                              <a:pt x="85699" y="52406"/>
                            </a:moveTo>
                            <a:cubicBezTo>
                              <a:pt x="84460" y="54787"/>
                              <a:pt x="81317" y="56216"/>
                              <a:pt x="76840" y="57073"/>
                            </a:cubicBezTo>
                            <a:cubicBezTo>
                              <a:pt x="72459" y="57549"/>
                              <a:pt x="66839" y="56978"/>
                              <a:pt x="60838" y="56025"/>
                            </a:cubicBezTo>
                            <a:cubicBezTo>
                              <a:pt x="54933" y="54977"/>
                              <a:pt x="49027" y="52596"/>
                              <a:pt x="43503" y="50596"/>
                            </a:cubicBezTo>
                            <a:cubicBezTo>
                              <a:pt x="38074" y="48405"/>
                              <a:pt x="33597" y="45548"/>
                              <a:pt x="30263" y="43738"/>
                            </a:cubicBezTo>
                            <a:cubicBezTo>
                              <a:pt x="26834" y="41928"/>
                              <a:pt x="22738" y="38880"/>
                              <a:pt x="18738" y="35261"/>
                            </a:cubicBezTo>
                            <a:cubicBezTo>
                              <a:pt x="14642" y="31736"/>
                              <a:pt x="10451" y="27736"/>
                              <a:pt x="7403" y="23164"/>
                            </a:cubicBezTo>
                            <a:cubicBezTo>
                              <a:pt x="831" y="14687"/>
                              <a:pt x="-2122" y="5638"/>
                              <a:pt x="1688" y="1542"/>
                            </a:cubicBezTo>
                            <a:cubicBezTo>
                              <a:pt x="5593" y="-2553"/>
                              <a:pt x="13118" y="2209"/>
                              <a:pt x="21595" y="7638"/>
                            </a:cubicBezTo>
                            <a:cubicBezTo>
                              <a:pt x="25596" y="10686"/>
                              <a:pt x="30073" y="13544"/>
                              <a:pt x="33978" y="16211"/>
                            </a:cubicBezTo>
                            <a:cubicBezTo>
                              <a:pt x="37788" y="19068"/>
                              <a:pt x="41217" y="21354"/>
                              <a:pt x="43503" y="22688"/>
                            </a:cubicBezTo>
                            <a:cubicBezTo>
                              <a:pt x="45789" y="24021"/>
                              <a:pt x="49504" y="26688"/>
                              <a:pt x="53980" y="29451"/>
                            </a:cubicBezTo>
                            <a:cubicBezTo>
                              <a:pt x="58648" y="31736"/>
                              <a:pt x="63696" y="35356"/>
                              <a:pt x="68839" y="37737"/>
                            </a:cubicBezTo>
                            <a:cubicBezTo>
                              <a:pt x="73888" y="40119"/>
                              <a:pt x="78460" y="43357"/>
                              <a:pt x="81793" y="45357"/>
                            </a:cubicBezTo>
                            <a:cubicBezTo>
                              <a:pt x="85032" y="47643"/>
                              <a:pt x="86842" y="50025"/>
                              <a:pt x="85699" y="5240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85" name="Forme libre : forme 10284">
                        <a:extLst>
                          <a:ext uri="{FF2B5EF4-FFF2-40B4-BE49-F238E27FC236}">
                            <a16:creationId xmlns:a16="http://schemas.microsoft.com/office/drawing/2014/main" id="{28BB2BA6-7C28-4012-8573-9B9DA7B863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6869" y="2814781"/>
                        <a:ext cx="84239" cy="104744"/>
                      </a:xfrm>
                      <a:custGeom>
                        <a:avLst/>
                        <a:gdLst>
                          <a:gd name="connsiteX0" fmla="*/ 5364 w 84239"/>
                          <a:gd name="connsiteY0" fmla="*/ 2999 h 104744"/>
                          <a:gd name="connsiteX1" fmla="*/ 125 w 84239"/>
                          <a:gd name="connsiteY1" fmla="*/ 19953 h 104744"/>
                          <a:gd name="connsiteX2" fmla="*/ 3554 w 84239"/>
                          <a:gd name="connsiteY2" fmla="*/ 44433 h 104744"/>
                          <a:gd name="connsiteX3" fmla="*/ 16317 w 84239"/>
                          <a:gd name="connsiteY3" fmla="*/ 70246 h 104744"/>
                          <a:gd name="connsiteX4" fmla="*/ 61180 w 84239"/>
                          <a:gd name="connsiteY4" fmla="*/ 102631 h 104744"/>
                          <a:gd name="connsiteX5" fmla="*/ 84231 w 84239"/>
                          <a:gd name="connsiteY5" fmla="*/ 98725 h 104744"/>
                          <a:gd name="connsiteX6" fmla="*/ 72229 w 84239"/>
                          <a:gd name="connsiteY6" fmla="*/ 86438 h 104744"/>
                          <a:gd name="connsiteX7" fmla="*/ 57560 w 84239"/>
                          <a:gd name="connsiteY7" fmla="*/ 69579 h 104744"/>
                          <a:gd name="connsiteX8" fmla="*/ 51655 w 84239"/>
                          <a:gd name="connsiteY8" fmla="*/ 60435 h 104744"/>
                          <a:gd name="connsiteX9" fmla="*/ 47464 w 84239"/>
                          <a:gd name="connsiteY9" fmla="*/ 50243 h 104744"/>
                          <a:gd name="connsiteX10" fmla="*/ 33272 w 84239"/>
                          <a:gd name="connsiteY10" fmla="*/ 12238 h 104744"/>
                          <a:gd name="connsiteX11" fmla="*/ 5364 w 84239"/>
                          <a:gd name="connsiteY11" fmla="*/ 2999 h 104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84239" h="104744">
                            <a:moveTo>
                              <a:pt x="5364" y="2999"/>
                            </a:moveTo>
                            <a:cubicBezTo>
                              <a:pt x="887" y="7952"/>
                              <a:pt x="-447" y="11381"/>
                              <a:pt x="125" y="19953"/>
                            </a:cubicBezTo>
                            <a:cubicBezTo>
                              <a:pt x="506" y="28336"/>
                              <a:pt x="1077" y="36432"/>
                              <a:pt x="3554" y="44433"/>
                            </a:cubicBezTo>
                            <a:cubicBezTo>
                              <a:pt x="5649" y="52815"/>
                              <a:pt x="9840" y="60911"/>
                              <a:pt x="16317" y="70246"/>
                            </a:cubicBezTo>
                            <a:cubicBezTo>
                              <a:pt x="27747" y="85200"/>
                              <a:pt x="45464" y="98344"/>
                              <a:pt x="61180" y="102631"/>
                            </a:cubicBezTo>
                            <a:cubicBezTo>
                              <a:pt x="72705" y="106250"/>
                              <a:pt x="84611" y="105393"/>
                              <a:pt x="84231" y="98725"/>
                            </a:cubicBezTo>
                            <a:cubicBezTo>
                              <a:pt x="84231" y="94439"/>
                              <a:pt x="76801" y="91105"/>
                              <a:pt x="72229" y="86438"/>
                            </a:cubicBezTo>
                            <a:cubicBezTo>
                              <a:pt x="66895" y="80818"/>
                              <a:pt x="61561" y="75770"/>
                              <a:pt x="57560" y="69579"/>
                            </a:cubicBezTo>
                            <a:cubicBezTo>
                              <a:pt x="55465" y="66531"/>
                              <a:pt x="53369" y="63674"/>
                              <a:pt x="51655" y="60435"/>
                            </a:cubicBezTo>
                            <a:cubicBezTo>
                              <a:pt x="50036" y="57101"/>
                              <a:pt x="48607" y="53767"/>
                              <a:pt x="47464" y="50243"/>
                            </a:cubicBezTo>
                            <a:cubicBezTo>
                              <a:pt x="43273" y="38242"/>
                              <a:pt x="43083" y="24049"/>
                              <a:pt x="33272" y="12238"/>
                            </a:cubicBezTo>
                            <a:cubicBezTo>
                              <a:pt x="24699" y="1380"/>
                              <a:pt x="12031" y="-3668"/>
                              <a:pt x="5364" y="299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86" name="Forme libre : forme 10285">
                        <a:extLst>
                          <a:ext uri="{FF2B5EF4-FFF2-40B4-BE49-F238E27FC236}">
                            <a16:creationId xmlns:a16="http://schemas.microsoft.com/office/drawing/2014/main" id="{B8C2AAD5-051E-4C19-A606-4E428DAC34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71776" y="2832988"/>
                        <a:ext cx="29685" cy="25449"/>
                      </a:xfrm>
                      <a:custGeom>
                        <a:avLst/>
                        <a:gdLst>
                          <a:gd name="connsiteX0" fmla="*/ 5126 w 29685"/>
                          <a:gd name="connsiteY0" fmla="*/ 1461 h 25449"/>
                          <a:gd name="connsiteX1" fmla="*/ 1030 w 29685"/>
                          <a:gd name="connsiteY1" fmla="*/ 33 h 25449"/>
                          <a:gd name="connsiteX2" fmla="*/ 554 w 29685"/>
                          <a:gd name="connsiteY2" fmla="*/ 3652 h 25449"/>
                          <a:gd name="connsiteX3" fmla="*/ 4459 w 29685"/>
                          <a:gd name="connsiteY3" fmla="*/ 9367 h 25449"/>
                          <a:gd name="connsiteX4" fmla="*/ 16747 w 29685"/>
                          <a:gd name="connsiteY4" fmla="*/ 21273 h 25449"/>
                          <a:gd name="connsiteX5" fmla="*/ 21795 w 29685"/>
                          <a:gd name="connsiteY5" fmla="*/ 24702 h 25449"/>
                          <a:gd name="connsiteX6" fmla="*/ 25605 w 29685"/>
                          <a:gd name="connsiteY6" fmla="*/ 16321 h 25449"/>
                          <a:gd name="connsiteX7" fmla="*/ 15509 w 29685"/>
                          <a:gd name="connsiteY7" fmla="*/ 8510 h 25449"/>
                          <a:gd name="connsiteX8" fmla="*/ 5126 w 29685"/>
                          <a:gd name="connsiteY8" fmla="*/ 1461 h 25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685" h="25449">
                            <a:moveTo>
                              <a:pt x="5126" y="1461"/>
                            </a:moveTo>
                            <a:cubicBezTo>
                              <a:pt x="3507" y="509"/>
                              <a:pt x="2269" y="-158"/>
                              <a:pt x="1030" y="33"/>
                            </a:cubicBezTo>
                            <a:cubicBezTo>
                              <a:pt x="-303" y="223"/>
                              <a:pt x="-208" y="1938"/>
                              <a:pt x="554" y="3652"/>
                            </a:cubicBezTo>
                            <a:cubicBezTo>
                              <a:pt x="1316" y="5462"/>
                              <a:pt x="3126" y="7748"/>
                              <a:pt x="4459" y="9367"/>
                            </a:cubicBezTo>
                            <a:cubicBezTo>
                              <a:pt x="7888" y="13844"/>
                              <a:pt x="12460" y="17940"/>
                              <a:pt x="16747" y="21273"/>
                            </a:cubicBezTo>
                            <a:cubicBezTo>
                              <a:pt x="18461" y="22607"/>
                              <a:pt x="20080" y="23940"/>
                              <a:pt x="21795" y="24702"/>
                            </a:cubicBezTo>
                            <a:cubicBezTo>
                              <a:pt x="29605" y="27179"/>
                              <a:pt x="32939" y="23274"/>
                              <a:pt x="25605" y="16321"/>
                            </a:cubicBezTo>
                            <a:cubicBezTo>
                              <a:pt x="22843" y="13463"/>
                              <a:pt x="19223" y="10986"/>
                              <a:pt x="15509" y="8510"/>
                            </a:cubicBezTo>
                            <a:cubicBezTo>
                              <a:pt x="12270" y="5748"/>
                              <a:pt x="8460" y="3366"/>
                              <a:pt x="5126" y="146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87" name="Forme libre : forme 10286">
                        <a:extLst>
                          <a:ext uri="{FF2B5EF4-FFF2-40B4-BE49-F238E27FC236}">
                            <a16:creationId xmlns:a16="http://schemas.microsoft.com/office/drawing/2014/main" id="{00B539AC-4861-4304-8396-80D893A869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18526" y="2917126"/>
                        <a:ext cx="73818" cy="17876"/>
                      </a:xfrm>
                      <a:custGeom>
                        <a:avLst/>
                        <a:gdLst>
                          <a:gd name="connsiteX0" fmla="*/ 73819 w 73818"/>
                          <a:gd name="connsiteY0" fmla="*/ 0 h 17876"/>
                          <a:gd name="connsiteX1" fmla="*/ 43815 w 73818"/>
                          <a:gd name="connsiteY1" fmla="*/ 16478 h 17876"/>
                          <a:gd name="connsiteX2" fmla="*/ 21146 w 73818"/>
                          <a:gd name="connsiteY2" fmla="*/ 17526 h 17876"/>
                          <a:gd name="connsiteX3" fmla="*/ 10001 w 73818"/>
                          <a:gd name="connsiteY3" fmla="*/ 16478 h 17876"/>
                          <a:gd name="connsiteX4" fmla="*/ 0 w 73818"/>
                          <a:gd name="connsiteY4" fmla="*/ 14383 h 17876"/>
                          <a:gd name="connsiteX5" fmla="*/ 10287 w 73818"/>
                          <a:gd name="connsiteY5" fmla="*/ 16288 h 17876"/>
                          <a:gd name="connsiteX6" fmla="*/ 21050 w 73818"/>
                          <a:gd name="connsiteY6" fmla="*/ 16764 h 17876"/>
                          <a:gd name="connsiteX7" fmla="*/ 41720 w 73818"/>
                          <a:gd name="connsiteY7" fmla="*/ 14573 h 17876"/>
                          <a:gd name="connsiteX8" fmla="*/ 59817 w 73818"/>
                          <a:gd name="connsiteY8" fmla="*/ 8477 h 17876"/>
                          <a:gd name="connsiteX9" fmla="*/ 67342 w 73818"/>
                          <a:gd name="connsiteY9" fmla="*/ 4667 h 17876"/>
                          <a:gd name="connsiteX10" fmla="*/ 73819 w 73818"/>
                          <a:gd name="connsiteY10" fmla="*/ 0 h 17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3818" h="17876">
                            <a:moveTo>
                              <a:pt x="73819" y="0"/>
                            </a:moveTo>
                            <a:cubicBezTo>
                              <a:pt x="70104" y="7810"/>
                              <a:pt x="58483" y="13906"/>
                              <a:pt x="43815" y="16478"/>
                            </a:cubicBezTo>
                            <a:cubicBezTo>
                              <a:pt x="36576" y="17526"/>
                              <a:pt x="28480" y="18383"/>
                              <a:pt x="21146" y="17526"/>
                            </a:cubicBezTo>
                            <a:cubicBezTo>
                              <a:pt x="17336" y="17240"/>
                              <a:pt x="13621" y="16859"/>
                              <a:pt x="10001" y="16478"/>
                            </a:cubicBezTo>
                            <a:cubicBezTo>
                              <a:pt x="6477" y="15907"/>
                              <a:pt x="3143" y="15145"/>
                              <a:pt x="0" y="14383"/>
                            </a:cubicBezTo>
                            <a:cubicBezTo>
                              <a:pt x="3429" y="15145"/>
                              <a:pt x="6763" y="15907"/>
                              <a:pt x="10287" y="16288"/>
                            </a:cubicBezTo>
                            <a:cubicBezTo>
                              <a:pt x="13906" y="16573"/>
                              <a:pt x="17526" y="16764"/>
                              <a:pt x="21050" y="16764"/>
                            </a:cubicBezTo>
                            <a:cubicBezTo>
                              <a:pt x="28004" y="17145"/>
                              <a:pt x="35147" y="16002"/>
                              <a:pt x="41720" y="14573"/>
                            </a:cubicBezTo>
                            <a:cubicBezTo>
                              <a:pt x="48196" y="13525"/>
                              <a:pt x="54388" y="11049"/>
                              <a:pt x="59817" y="8477"/>
                            </a:cubicBezTo>
                            <a:cubicBezTo>
                              <a:pt x="62484" y="7239"/>
                              <a:pt x="65056" y="5905"/>
                              <a:pt x="67342" y="4667"/>
                            </a:cubicBezTo>
                            <a:cubicBezTo>
                              <a:pt x="69723" y="3143"/>
                              <a:pt x="71914" y="1524"/>
                              <a:pt x="7381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88" name="Forme libre : forme 10287">
                        <a:extLst>
                          <a:ext uri="{FF2B5EF4-FFF2-40B4-BE49-F238E27FC236}">
                            <a16:creationId xmlns:a16="http://schemas.microsoft.com/office/drawing/2014/main" id="{B7D97399-3339-4585-91F9-13417EC476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54994" y="2793206"/>
                        <a:ext cx="51054" cy="40957"/>
                      </a:xfrm>
                      <a:custGeom>
                        <a:avLst/>
                        <a:gdLst>
                          <a:gd name="connsiteX0" fmla="*/ 51054 w 51054"/>
                          <a:gd name="connsiteY0" fmla="*/ 40957 h 40957"/>
                          <a:gd name="connsiteX1" fmla="*/ 26575 w 51054"/>
                          <a:gd name="connsiteY1" fmla="*/ 20098 h 40957"/>
                          <a:gd name="connsiteX2" fmla="*/ 13811 w 51054"/>
                          <a:gd name="connsiteY2" fmla="*/ 10382 h 40957"/>
                          <a:gd name="connsiteX3" fmla="*/ 0 w 51054"/>
                          <a:gd name="connsiteY3" fmla="*/ 0 h 40957"/>
                          <a:gd name="connsiteX4" fmla="*/ 13335 w 51054"/>
                          <a:gd name="connsiteY4" fmla="*/ 10478 h 40957"/>
                          <a:gd name="connsiteX5" fmla="*/ 25908 w 51054"/>
                          <a:gd name="connsiteY5" fmla="*/ 21336 h 40957"/>
                          <a:gd name="connsiteX6" fmla="*/ 51054 w 51054"/>
                          <a:gd name="connsiteY6" fmla="*/ 40957 h 409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054" h="40957">
                            <a:moveTo>
                              <a:pt x="51054" y="40957"/>
                            </a:moveTo>
                            <a:cubicBezTo>
                              <a:pt x="43339" y="33338"/>
                              <a:pt x="35243" y="26575"/>
                              <a:pt x="26575" y="20098"/>
                            </a:cubicBezTo>
                            <a:cubicBezTo>
                              <a:pt x="22288" y="16859"/>
                              <a:pt x="18383" y="13526"/>
                              <a:pt x="13811" y="10382"/>
                            </a:cubicBezTo>
                            <a:cubicBezTo>
                              <a:pt x="9430" y="7239"/>
                              <a:pt x="4477" y="2857"/>
                              <a:pt x="0" y="0"/>
                            </a:cubicBezTo>
                            <a:cubicBezTo>
                              <a:pt x="4286" y="2477"/>
                              <a:pt x="9049" y="6953"/>
                              <a:pt x="13335" y="10478"/>
                            </a:cubicBezTo>
                            <a:cubicBezTo>
                              <a:pt x="17717" y="13906"/>
                              <a:pt x="21431" y="17812"/>
                              <a:pt x="25908" y="21336"/>
                            </a:cubicBezTo>
                            <a:cubicBezTo>
                              <a:pt x="34576" y="28480"/>
                              <a:pt x="43148" y="35623"/>
                              <a:pt x="51054" y="4095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89" name="Forme libre : forme 10288">
                        <a:extLst>
                          <a:ext uri="{FF2B5EF4-FFF2-40B4-BE49-F238E27FC236}">
                            <a16:creationId xmlns:a16="http://schemas.microsoft.com/office/drawing/2014/main" id="{CFB225C6-A66B-4A3D-96D7-18F2F95251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08565" y="2877823"/>
                        <a:ext cx="29393" cy="21723"/>
                      </a:xfrm>
                      <a:custGeom>
                        <a:avLst/>
                        <a:gdLst>
                          <a:gd name="connsiteX0" fmla="*/ 28725 w 29393"/>
                          <a:gd name="connsiteY0" fmla="*/ 21301 h 21723"/>
                          <a:gd name="connsiteX1" fmla="*/ 18915 w 29393"/>
                          <a:gd name="connsiteY1" fmla="*/ 19205 h 21723"/>
                          <a:gd name="connsiteX2" fmla="*/ 9390 w 29393"/>
                          <a:gd name="connsiteY2" fmla="*/ 12918 h 21723"/>
                          <a:gd name="connsiteX3" fmla="*/ 1198 w 29393"/>
                          <a:gd name="connsiteY3" fmla="*/ 155 h 21723"/>
                          <a:gd name="connsiteX4" fmla="*/ 9771 w 29393"/>
                          <a:gd name="connsiteY4" fmla="*/ 3584 h 21723"/>
                          <a:gd name="connsiteX5" fmla="*/ 17867 w 29393"/>
                          <a:gd name="connsiteY5" fmla="*/ 9585 h 21723"/>
                          <a:gd name="connsiteX6" fmla="*/ 28725 w 29393"/>
                          <a:gd name="connsiteY6" fmla="*/ 21301 h 217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9393" h="21723">
                            <a:moveTo>
                              <a:pt x="28725" y="21301"/>
                            </a:moveTo>
                            <a:cubicBezTo>
                              <a:pt x="27011" y="22443"/>
                              <a:pt x="22915" y="21110"/>
                              <a:pt x="18915" y="19205"/>
                            </a:cubicBezTo>
                            <a:cubicBezTo>
                              <a:pt x="14819" y="17300"/>
                              <a:pt x="11200" y="14157"/>
                              <a:pt x="9390" y="12918"/>
                            </a:cubicBezTo>
                            <a:cubicBezTo>
                              <a:pt x="5580" y="10537"/>
                              <a:pt x="-3183" y="1489"/>
                              <a:pt x="1198" y="155"/>
                            </a:cubicBezTo>
                            <a:cubicBezTo>
                              <a:pt x="3389" y="-607"/>
                              <a:pt x="6437" y="1584"/>
                              <a:pt x="9771" y="3584"/>
                            </a:cubicBezTo>
                            <a:cubicBezTo>
                              <a:pt x="13104" y="5680"/>
                              <a:pt x="16248" y="8347"/>
                              <a:pt x="17867" y="9585"/>
                            </a:cubicBezTo>
                            <a:cubicBezTo>
                              <a:pt x="20820" y="12252"/>
                              <a:pt x="32250" y="18824"/>
                              <a:pt x="28725" y="2130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90" name="Forme libre : forme 10289">
                        <a:extLst>
                          <a:ext uri="{FF2B5EF4-FFF2-40B4-BE49-F238E27FC236}">
                            <a16:creationId xmlns:a16="http://schemas.microsoft.com/office/drawing/2014/main" id="{61F2A7CB-A43F-4276-A852-92151D90A0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3557" y="2895652"/>
                        <a:ext cx="9165" cy="5520"/>
                      </a:xfrm>
                      <a:custGeom>
                        <a:avLst/>
                        <a:gdLst>
                          <a:gd name="connsiteX0" fmla="*/ 9163 w 9165"/>
                          <a:gd name="connsiteY0" fmla="*/ 4710 h 5520"/>
                          <a:gd name="connsiteX1" fmla="*/ 4305 w 9165"/>
                          <a:gd name="connsiteY1" fmla="*/ 4519 h 5520"/>
                          <a:gd name="connsiteX2" fmla="*/ 19 w 9165"/>
                          <a:gd name="connsiteY2" fmla="*/ 709 h 5520"/>
                          <a:gd name="connsiteX3" fmla="*/ 4686 w 9165"/>
                          <a:gd name="connsiteY3" fmla="*/ 1090 h 5520"/>
                          <a:gd name="connsiteX4" fmla="*/ 9163 w 9165"/>
                          <a:gd name="connsiteY4" fmla="*/ 4710 h 55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165" h="5520">
                            <a:moveTo>
                              <a:pt x="9163" y="4710"/>
                            </a:moveTo>
                            <a:cubicBezTo>
                              <a:pt x="8972" y="6234"/>
                              <a:pt x="5734" y="5281"/>
                              <a:pt x="4305" y="4519"/>
                            </a:cubicBezTo>
                            <a:cubicBezTo>
                              <a:pt x="2781" y="3757"/>
                              <a:pt x="-267" y="2138"/>
                              <a:pt x="19" y="709"/>
                            </a:cubicBezTo>
                            <a:cubicBezTo>
                              <a:pt x="305" y="-720"/>
                              <a:pt x="3257" y="328"/>
                              <a:pt x="4686" y="1090"/>
                            </a:cubicBezTo>
                            <a:cubicBezTo>
                              <a:pt x="6210" y="1852"/>
                              <a:pt x="9258" y="3471"/>
                              <a:pt x="9163" y="471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91" name="Forme libre : forme 10290">
                        <a:extLst>
                          <a:ext uri="{FF2B5EF4-FFF2-40B4-BE49-F238E27FC236}">
                            <a16:creationId xmlns:a16="http://schemas.microsoft.com/office/drawing/2014/main" id="{E4194872-8487-4BCD-8538-BE3CD5FEC7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20618" y="2860637"/>
                        <a:ext cx="67020" cy="53849"/>
                      </a:xfrm>
                      <a:custGeom>
                        <a:avLst/>
                        <a:gdLst>
                          <a:gd name="connsiteX0" fmla="*/ 47819 w 67020"/>
                          <a:gd name="connsiteY0" fmla="*/ 32010 h 53849"/>
                          <a:gd name="connsiteX1" fmla="*/ 57725 w 67020"/>
                          <a:gd name="connsiteY1" fmla="*/ 39725 h 53849"/>
                          <a:gd name="connsiteX2" fmla="*/ 66393 w 67020"/>
                          <a:gd name="connsiteY2" fmla="*/ 48202 h 53849"/>
                          <a:gd name="connsiteX3" fmla="*/ 60202 w 67020"/>
                          <a:gd name="connsiteY3" fmla="*/ 53822 h 53849"/>
                          <a:gd name="connsiteX4" fmla="*/ 49629 w 67020"/>
                          <a:gd name="connsiteY4" fmla="*/ 49821 h 53849"/>
                          <a:gd name="connsiteX5" fmla="*/ 36675 w 67020"/>
                          <a:gd name="connsiteY5" fmla="*/ 40106 h 53849"/>
                          <a:gd name="connsiteX6" fmla="*/ 24102 w 67020"/>
                          <a:gd name="connsiteY6" fmla="*/ 29724 h 53849"/>
                          <a:gd name="connsiteX7" fmla="*/ 6957 w 67020"/>
                          <a:gd name="connsiteY7" fmla="*/ 14769 h 53849"/>
                          <a:gd name="connsiteX8" fmla="*/ 2194 w 67020"/>
                          <a:gd name="connsiteY8" fmla="*/ 291 h 53849"/>
                          <a:gd name="connsiteX9" fmla="*/ 10005 w 67020"/>
                          <a:gd name="connsiteY9" fmla="*/ 1434 h 53849"/>
                          <a:gd name="connsiteX10" fmla="*/ 19054 w 67020"/>
                          <a:gd name="connsiteY10" fmla="*/ 6387 h 53849"/>
                          <a:gd name="connsiteX11" fmla="*/ 34389 w 67020"/>
                          <a:gd name="connsiteY11" fmla="*/ 17246 h 53849"/>
                          <a:gd name="connsiteX12" fmla="*/ 41342 w 67020"/>
                          <a:gd name="connsiteY12" fmla="*/ 25056 h 53849"/>
                          <a:gd name="connsiteX13" fmla="*/ 47819 w 67020"/>
                          <a:gd name="connsiteY13" fmla="*/ 32010 h 53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67020" h="53849">
                            <a:moveTo>
                              <a:pt x="47819" y="32010"/>
                            </a:moveTo>
                            <a:cubicBezTo>
                              <a:pt x="51343" y="35343"/>
                              <a:pt x="54677" y="37344"/>
                              <a:pt x="57725" y="39725"/>
                            </a:cubicBezTo>
                            <a:cubicBezTo>
                              <a:pt x="60773" y="42106"/>
                              <a:pt x="63631" y="44963"/>
                              <a:pt x="66393" y="48202"/>
                            </a:cubicBezTo>
                            <a:cubicBezTo>
                              <a:pt x="68488" y="50488"/>
                              <a:pt x="65059" y="54203"/>
                              <a:pt x="60202" y="53822"/>
                            </a:cubicBezTo>
                            <a:cubicBezTo>
                              <a:pt x="55344" y="53727"/>
                              <a:pt x="52486" y="51821"/>
                              <a:pt x="49629" y="49821"/>
                            </a:cubicBezTo>
                            <a:cubicBezTo>
                              <a:pt x="45247" y="46202"/>
                              <a:pt x="40961" y="43059"/>
                              <a:pt x="36675" y="40106"/>
                            </a:cubicBezTo>
                            <a:cubicBezTo>
                              <a:pt x="32484" y="36582"/>
                              <a:pt x="28388" y="33248"/>
                              <a:pt x="24102" y="29724"/>
                            </a:cubicBezTo>
                            <a:cubicBezTo>
                              <a:pt x="21625" y="26961"/>
                              <a:pt x="12767" y="21722"/>
                              <a:pt x="6957" y="14769"/>
                            </a:cubicBezTo>
                            <a:cubicBezTo>
                              <a:pt x="670" y="8578"/>
                              <a:pt x="-2378" y="1339"/>
                              <a:pt x="2194" y="291"/>
                            </a:cubicBezTo>
                            <a:cubicBezTo>
                              <a:pt x="4480" y="-471"/>
                              <a:pt x="7052" y="387"/>
                              <a:pt x="10005" y="1434"/>
                            </a:cubicBezTo>
                            <a:cubicBezTo>
                              <a:pt x="12957" y="2482"/>
                              <a:pt x="16101" y="4196"/>
                              <a:pt x="19054" y="6387"/>
                            </a:cubicBezTo>
                            <a:cubicBezTo>
                              <a:pt x="25245" y="9912"/>
                              <a:pt x="31246" y="15055"/>
                              <a:pt x="34389" y="17246"/>
                            </a:cubicBezTo>
                            <a:cubicBezTo>
                              <a:pt x="37437" y="19818"/>
                              <a:pt x="39437" y="22675"/>
                              <a:pt x="41342" y="25056"/>
                            </a:cubicBezTo>
                            <a:cubicBezTo>
                              <a:pt x="43438" y="27342"/>
                              <a:pt x="45247" y="29628"/>
                              <a:pt x="47819" y="3201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163" name="Graphique 1">
                      <a:extLst>
                        <a:ext uri="{FF2B5EF4-FFF2-40B4-BE49-F238E27FC236}">
                          <a16:creationId xmlns:a16="http://schemas.microsoft.com/office/drawing/2014/main" id="{1F2E1C87-A965-4D70-8908-232DDD045D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97439" y="2782051"/>
                      <a:ext cx="172327" cy="145925"/>
                      <a:chOff x="3497439" y="2782051"/>
                      <a:chExt cx="172327" cy="145925"/>
                    </a:xfrm>
                    <a:solidFill>
                      <a:schemeClr val="accent1"/>
                    </a:solidFill>
                  </p:grpSpPr>
                  <p:sp>
                    <p:nvSpPr>
                      <p:cNvPr id="10268" name="Forme libre : forme 10267">
                        <a:extLst>
                          <a:ext uri="{FF2B5EF4-FFF2-40B4-BE49-F238E27FC236}">
                            <a16:creationId xmlns:a16="http://schemas.microsoft.com/office/drawing/2014/main" id="{2623DC02-2820-4515-9210-F041D3F251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97439" y="2782051"/>
                        <a:ext cx="172327" cy="145925"/>
                      </a:xfrm>
                      <a:custGeom>
                        <a:avLst/>
                        <a:gdLst>
                          <a:gd name="connsiteX0" fmla="*/ 137781 w 172327"/>
                          <a:gd name="connsiteY0" fmla="*/ 76401 h 145925"/>
                          <a:gd name="connsiteX1" fmla="*/ 89299 w 172327"/>
                          <a:gd name="connsiteY1" fmla="*/ 122788 h 145925"/>
                          <a:gd name="connsiteX2" fmla="*/ 43007 w 172327"/>
                          <a:gd name="connsiteY2" fmla="*/ 145648 h 145925"/>
                          <a:gd name="connsiteX3" fmla="*/ 23004 w 172327"/>
                          <a:gd name="connsiteY3" fmla="*/ 144409 h 145925"/>
                          <a:gd name="connsiteX4" fmla="*/ 5859 w 172327"/>
                          <a:gd name="connsiteY4" fmla="*/ 137361 h 145925"/>
                          <a:gd name="connsiteX5" fmla="*/ 3097 w 172327"/>
                          <a:gd name="connsiteY5" fmla="*/ 115930 h 145925"/>
                          <a:gd name="connsiteX6" fmla="*/ 11670 w 172327"/>
                          <a:gd name="connsiteY6" fmla="*/ 103547 h 145925"/>
                          <a:gd name="connsiteX7" fmla="*/ 19004 w 172327"/>
                          <a:gd name="connsiteY7" fmla="*/ 92117 h 145925"/>
                          <a:gd name="connsiteX8" fmla="*/ 26624 w 172327"/>
                          <a:gd name="connsiteY8" fmla="*/ 81164 h 145925"/>
                          <a:gd name="connsiteX9" fmla="*/ 36149 w 172327"/>
                          <a:gd name="connsiteY9" fmla="*/ 69257 h 145925"/>
                          <a:gd name="connsiteX10" fmla="*/ 86727 w 172327"/>
                          <a:gd name="connsiteY10" fmla="*/ 20870 h 145925"/>
                          <a:gd name="connsiteX11" fmla="*/ 158641 w 172327"/>
                          <a:gd name="connsiteY11" fmla="*/ 1344 h 145925"/>
                          <a:gd name="connsiteX12" fmla="*/ 172071 w 172327"/>
                          <a:gd name="connsiteY12" fmla="*/ 17632 h 145925"/>
                          <a:gd name="connsiteX13" fmla="*/ 167594 w 172327"/>
                          <a:gd name="connsiteY13" fmla="*/ 32776 h 145925"/>
                          <a:gd name="connsiteX14" fmla="*/ 161022 w 172327"/>
                          <a:gd name="connsiteY14" fmla="*/ 47350 h 145925"/>
                          <a:gd name="connsiteX15" fmla="*/ 151306 w 172327"/>
                          <a:gd name="connsiteY15" fmla="*/ 61542 h 145925"/>
                          <a:gd name="connsiteX16" fmla="*/ 137781 w 172327"/>
                          <a:gd name="connsiteY16" fmla="*/ 76401 h 1459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72327" h="145925">
                            <a:moveTo>
                              <a:pt x="137781" y="76401"/>
                            </a:moveTo>
                            <a:cubicBezTo>
                              <a:pt x="126160" y="86783"/>
                              <a:pt x="102062" y="111072"/>
                              <a:pt x="89299" y="122788"/>
                            </a:cubicBezTo>
                            <a:cubicBezTo>
                              <a:pt x="73392" y="137171"/>
                              <a:pt x="57390" y="144409"/>
                              <a:pt x="43007" y="145648"/>
                            </a:cubicBezTo>
                            <a:cubicBezTo>
                              <a:pt x="35673" y="146029"/>
                              <a:pt x="29291" y="146314"/>
                              <a:pt x="23004" y="144409"/>
                            </a:cubicBezTo>
                            <a:cubicBezTo>
                              <a:pt x="16718" y="142695"/>
                              <a:pt x="11003" y="140218"/>
                              <a:pt x="5859" y="137361"/>
                            </a:cubicBezTo>
                            <a:cubicBezTo>
                              <a:pt x="-1570" y="132408"/>
                              <a:pt x="-1284" y="121645"/>
                              <a:pt x="3097" y="115930"/>
                            </a:cubicBezTo>
                            <a:cubicBezTo>
                              <a:pt x="6241" y="111358"/>
                              <a:pt x="9003" y="107167"/>
                              <a:pt x="11670" y="103547"/>
                            </a:cubicBezTo>
                            <a:cubicBezTo>
                              <a:pt x="14242" y="99451"/>
                              <a:pt x="16527" y="95356"/>
                              <a:pt x="19004" y="92117"/>
                            </a:cubicBezTo>
                            <a:cubicBezTo>
                              <a:pt x="21481" y="88498"/>
                              <a:pt x="23671" y="84402"/>
                              <a:pt x="26624" y="81164"/>
                            </a:cubicBezTo>
                            <a:cubicBezTo>
                              <a:pt x="29386" y="77258"/>
                              <a:pt x="32053" y="73258"/>
                              <a:pt x="36149" y="69257"/>
                            </a:cubicBezTo>
                            <a:cubicBezTo>
                              <a:pt x="47484" y="56303"/>
                              <a:pt x="72058" y="31824"/>
                              <a:pt x="86727" y="20870"/>
                            </a:cubicBezTo>
                            <a:cubicBezTo>
                              <a:pt x="113492" y="-85"/>
                              <a:pt x="135590" y="-2085"/>
                              <a:pt x="158641" y="1344"/>
                            </a:cubicBezTo>
                            <a:cubicBezTo>
                              <a:pt x="166642" y="2487"/>
                              <a:pt x="173785" y="10297"/>
                              <a:pt x="172071" y="17632"/>
                            </a:cubicBezTo>
                            <a:cubicBezTo>
                              <a:pt x="170833" y="22966"/>
                              <a:pt x="169404" y="27919"/>
                              <a:pt x="167594" y="32776"/>
                            </a:cubicBezTo>
                            <a:cubicBezTo>
                              <a:pt x="165784" y="37730"/>
                              <a:pt x="163689" y="42682"/>
                              <a:pt x="161022" y="47350"/>
                            </a:cubicBezTo>
                            <a:cubicBezTo>
                              <a:pt x="158259" y="52017"/>
                              <a:pt x="155116" y="56589"/>
                              <a:pt x="151306" y="61542"/>
                            </a:cubicBezTo>
                            <a:cubicBezTo>
                              <a:pt x="147496" y="66590"/>
                              <a:pt x="142829" y="71067"/>
                              <a:pt x="137781" y="7640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69" name="Forme libre : forme 10268">
                        <a:extLst>
                          <a:ext uri="{FF2B5EF4-FFF2-40B4-BE49-F238E27FC236}">
                            <a16:creationId xmlns:a16="http://schemas.microsoft.com/office/drawing/2014/main" id="{A3CDC9DA-0899-4AEE-8EEA-82CF467F61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97584" y="2799302"/>
                        <a:ext cx="171640" cy="128492"/>
                      </a:xfrm>
                      <a:custGeom>
                        <a:avLst/>
                        <a:gdLst>
                          <a:gd name="connsiteX0" fmla="*/ 77248 w 171640"/>
                          <a:gd name="connsiteY0" fmla="*/ 79057 h 128492"/>
                          <a:gd name="connsiteX1" fmla="*/ 70009 w 171640"/>
                          <a:gd name="connsiteY1" fmla="*/ 87058 h 128492"/>
                          <a:gd name="connsiteX2" fmla="*/ 61246 w 171640"/>
                          <a:gd name="connsiteY2" fmla="*/ 95250 h 128492"/>
                          <a:gd name="connsiteX3" fmla="*/ 41434 w 171640"/>
                          <a:gd name="connsiteY3" fmla="*/ 108299 h 128492"/>
                          <a:gd name="connsiteX4" fmla="*/ 30575 w 171640"/>
                          <a:gd name="connsiteY4" fmla="*/ 112109 h 128492"/>
                          <a:gd name="connsiteX5" fmla="*/ 19812 w 171640"/>
                          <a:gd name="connsiteY5" fmla="*/ 114205 h 128492"/>
                          <a:gd name="connsiteX6" fmla="*/ 9430 w 171640"/>
                          <a:gd name="connsiteY6" fmla="*/ 113919 h 128492"/>
                          <a:gd name="connsiteX7" fmla="*/ 0 w 171640"/>
                          <a:gd name="connsiteY7" fmla="*/ 111823 h 128492"/>
                          <a:gd name="connsiteX8" fmla="*/ 5429 w 171640"/>
                          <a:gd name="connsiteY8" fmla="*/ 120110 h 128492"/>
                          <a:gd name="connsiteX9" fmla="*/ 16954 w 171640"/>
                          <a:gd name="connsiteY9" fmla="*/ 125254 h 128492"/>
                          <a:gd name="connsiteX10" fmla="*/ 26194 w 171640"/>
                          <a:gd name="connsiteY10" fmla="*/ 127921 h 128492"/>
                          <a:gd name="connsiteX11" fmla="*/ 36004 w 171640"/>
                          <a:gd name="connsiteY11" fmla="*/ 128492 h 128492"/>
                          <a:gd name="connsiteX12" fmla="*/ 46863 w 171640"/>
                          <a:gd name="connsiteY12" fmla="*/ 127825 h 128492"/>
                          <a:gd name="connsiteX13" fmla="*/ 58007 w 171640"/>
                          <a:gd name="connsiteY13" fmla="*/ 124682 h 128492"/>
                          <a:gd name="connsiteX14" fmla="*/ 73438 w 171640"/>
                          <a:gd name="connsiteY14" fmla="*/ 117348 h 128492"/>
                          <a:gd name="connsiteX15" fmla="*/ 88868 w 171640"/>
                          <a:gd name="connsiteY15" fmla="*/ 105442 h 128492"/>
                          <a:gd name="connsiteX16" fmla="*/ 97060 w 171640"/>
                          <a:gd name="connsiteY16" fmla="*/ 97822 h 128492"/>
                          <a:gd name="connsiteX17" fmla="*/ 116014 w 171640"/>
                          <a:gd name="connsiteY17" fmla="*/ 79343 h 128492"/>
                          <a:gd name="connsiteX18" fmla="*/ 125444 w 171640"/>
                          <a:gd name="connsiteY18" fmla="*/ 70104 h 128492"/>
                          <a:gd name="connsiteX19" fmla="*/ 133826 w 171640"/>
                          <a:gd name="connsiteY19" fmla="*/ 62389 h 128492"/>
                          <a:gd name="connsiteX20" fmla="*/ 137351 w 171640"/>
                          <a:gd name="connsiteY20" fmla="*/ 58959 h 128492"/>
                          <a:gd name="connsiteX21" fmla="*/ 155258 w 171640"/>
                          <a:gd name="connsiteY21" fmla="*/ 38195 h 128492"/>
                          <a:gd name="connsiteX22" fmla="*/ 168974 w 171640"/>
                          <a:gd name="connsiteY22" fmla="*/ 10096 h 128492"/>
                          <a:gd name="connsiteX23" fmla="*/ 171641 w 171640"/>
                          <a:gd name="connsiteY23" fmla="*/ 381 h 128492"/>
                          <a:gd name="connsiteX24" fmla="*/ 171641 w 171640"/>
                          <a:gd name="connsiteY24" fmla="*/ 0 h 128492"/>
                          <a:gd name="connsiteX25" fmla="*/ 77248 w 171640"/>
                          <a:gd name="connsiteY25" fmla="*/ 79057 h 1284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171640" h="128492">
                            <a:moveTo>
                              <a:pt x="77248" y="79057"/>
                            </a:moveTo>
                            <a:cubicBezTo>
                              <a:pt x="74867" y="81724"/>
                              <a:pt x="72580" y="84296"/>
                              <a:pt x="70009" y="87058"/>
                            </a:cubicBezTo>
                            <a:cubicBezTo>
                              <a:pt x="67151" y="89821"/>
                              <a:pt x="64199" y="92583"/>
                              <a:pt x="61246" y="95250"/>
                            </a:cubicBezTo>
                            <a:cubicBezTo>
                              <a:pt x="55626" y="100965"/>
                              <a:pt x="48196" y="104584"/>
                              <a:pt x="41434" y="108299"/>
                            </a:cubicBezTo>
                            <a:cubicBezTo>
                              <a:pt x="38100" y="110299"/>
                              <a:pt x="34100" y="110966"/>
                              <a:pt x="30575" y="112109"/>
                            </a:cubicBezTo>
                            <a:cubicBezTo>
                              <a:pt x="26861" y="112966"/>
                              <a:pt x="23431" y="114109"/>
                              <a:pt x="19812" y="114205"/>
                            </a:cubicBezTo>
                            <a:cubicBezTo>
                              <a:pt x="16193" y="114300"/>
                              <a:pt x="12668" y="114205"/>
                              <a:pt x="9430" y="113919"/>
                            </a:cubicBezTo>
                            <a:cubicBezTo>
                              <a:pt x="6191" y="113728"/>
                              <a:pt x="3048" y="113157"/>
                              <a:pt x="0" y="111823"/>
                            </a:cubicBezTo>
                            <a:cubicBezTo>
                              <a:pt x="667" y="115062"/>
                              <a:pt x="2381" y="118110"/>
                              <a:pt x="5429" y="120110"/>
                            </a:cubicBezTo>
                            <a:cubicBezTo>
                              <a:pt x="9049" y="122110"/>
                              <a:pt x="12859" y="123825"/>
                              <a:pt x="16954" y="125254"/>
                            </a:cubicBezTo>
                            <a:cubicBezTo>
                              <a:pt x="19907" y="126301"/>
                              <a:pt x="22955" y="127254"/>
                              <a:pt x="26194" y="127921"/>
                            </a:cubicBezTo>
                            <a:cubicBezTo>
                              <a:pt x="29337" y="128397"/>
                              <a:pt x="32576" y="128492"/>
                              <a:pt x="36004" y="128492"/>
                            </a:cubicBezTo>
                            <a:cubicBezTo>
                              <a:pt x="39434" y="128492"/>
                              <a:pt x="43053" y="128301"/>
                              <a:pt x="46863" y="127825"/>
                            </a:cubicBezTo>
                            <a:cubicBezTo>
                              <a:pt x="50673" y="127349"/>
                              <a:pt x="54102" y="126016"/>
                              <a:pt x="58007" y="124682"/>
                            </a:cubicBezTo>
                            <a:cubicBezTo>
                              <a:pt x="62865" y="122777"/>
                              <a:pt x="68580" y="120777"/>
                              <a:pt x="73438" y="117348"/>
                            </a:cubicBezTo>
                            <a:cubicBezTo>
                              <a:pt x="78391" y="114014"/>
                              <a:pt x="83534" y="110109"/>
                              <a:pt x="88868" y="105442"/>
                            </a:cubicBezTo>
                            <a:cubicBezTo>
                              <a:pt x="91726" y="102965"/>
                              <a:pt x="94012" y="100679"/>
                              <a:pt x="97060" y="97822"/>
                            </a:cubicBezTo>
                            <a:cubicBezTo>
                              <a:pt x="102775" y="92202"/>
                              <a:pt x="109347" y="85439"/>
                              <a:pt x="116014" y="79343"/>
                            </a:cubicBezTo>
                            <a:cubicBezTo>
                              <a:pt x="119253" y="76200"/>
                              <a:pt x="122492" y="73057"/>
                              <a:pt x="125444" y="70104"/>
                            </a:cubicBezTo>
                            <a:cubicBezTo>
                              <a:pt x="128492" y="67342"/>
                              <a:pt x="131350" y="64675"/>
                              <a:pt x="133826" y="62389"/>
                            </a:cubicBezTo>
                            <a:cubicBezTo>
                              <a:pt x="135064" y="61150"/>
                              <a:pt x="136303" y="60007"/>
                              <a:pt x="137351" y="58959"/>
                            </a:cubicBezTo>
                            <a:cubicBezTo>
                              <a:pt x="144685" y="51530"/>
                              <a:pt x="150781" y="45244"/>
                              <a:pt x="155258" y="38195"/>
                            </a:cubicBezTo>
                            <a:cubicBezTo>
                              <a:pt x="161735" y="29337"/>
                              <a:pt x="165640" y="19526"/>
                              <a:pt x="168974" y="10096"/>
                            </a:cubicBezTo>
                            <a:cubicBezTo>
                              <a:pt x="170021" y="6953"/>
                              <a:pt x="170879" y="3715"/>
                              <a:pt x="171641" y="381"/>
                            </a:cubicBezTo>
                            <a:lnTo>
                              <a:pt x="171641" y="0"/>
                            </a:lnTo>
                            <a:cubicBezTo>
                              <a:pt x="136588" y="20479"/>
                              <a:pt x="103918" y="48482"/>
                              <a:pt x="77248" y="7905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70" name="Forme libre : forme 10269">
                        <a:extLst>
                          <a:ext uri="{FF2B5EF4-FFF2-40B4-BE49-F238E27FC236}">
                            <a16:creationId xmlns:a16="http://schemas.microsoft.com/office/drawing/2014/main" id="{052D0D87-7F04-4F98-B20A-CDDF9FCAA2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9946" y="2811579"/>
                        <a:ext cx="75136" cy="67752"/>
                      </a:xfrm>
                      <a:custGeom>
                        <a:avLst/>
                        <a:gdLst>
                          <a:gd name="connsiteX0" fmla="*/ 74226 w 75136"/>
                          <a:gd name="connsiteY0" fmla="*/ 1629 h 67752"/>
                          <a:gd name="connsiteX1" fmla="*/ 64606 w 75136"/>
                          <a:gd name="connsiteY1" fmla="*/ 21917 h 67752"/>
                          <a:gd name="connsiteX2" fmla="*/ 44032 w 75136"/>
                          <a:gd name="connsiteY2" fmla="*/ 43349 h 67752"/>
                          <a:gd name="connsiteX3" fmla="*/ 1741 w 75136"/>
                          <a:gd name="connsiteY3" fmla="*/ 66304 h 67752"/>
                          <a:gd name="connsiteX4" fmla="*/ 26982 w 75136"/>
                          <a:gd name="connsiteY4" fmla="*/ 25346 h 67752"/>
                          <a:gd name="connsiteX5" fmla="*/ 51462 w 75136"/>
                          <a:gd name="connsiteY5" fmla="*/ 7154 h 67752"/>
                          <a:gd name="connsiteX6" fmla="*/ 74226 w 75136"/>
                          <a:gd name="connsiteY6" fmla="*/ 1629 h 677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5136" h="67752">
                            <a:moveTo>
                              <a:pt x="74226" y="1629"/>
                            </a:moveTo>
                            <a:cubicBezTo>
                              <a:pt x="77370" y="5534"/>
                              <a:pt x="71940" y="13821"/>
                              <a:pt x="64606" y="21917"/>
                            </a:cubicBezTo>
                            <a:cubicBezTo>
                              <a:pt x="57557" y="30490"/>
                              <a:pt x="48413" y="38872"/>
                              <a:pt x="44032" y="43349"/>
                            </a:cubicBezTo>
                            <a:cubicBezTo>
                              <a:pt x="34697" y="51730"/>
                              <a:pt x="10028" y="73543"/>
                              <a:pt x="1741" y="66304"/>
                            </a:cubicBezTo>
                            <a:cubicBezTo>
                              <a:pt x="-6641" y="59065"/>
                              <a:pt x="17457" y="33157"/>
                              <a:pt x="26982" y="25346"/>
                            </a:cubicBezTo>
                            <a:cubicBezTo>
                              <a:pt x="31364" y="21155"/>
                              <a:pt x="41841" y="13345"/>
                              <a:pt x="51462" y="7154"/>
                            </a:cubicBezTo>
                            <a:cubicBezTo>
                              <a:pt x="61463" y="1343"/>
                              <a:pt x="71083" y="-2276"/>
                              <a:pt x="74226" y="162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71" name="Forme libre : forme 10270">
                        <a:extLst>
                          <a:ext uri="{FF2B5EF4-FFF2-40B4-BE49-F238E27FC236}">
                            <a16:creationId xmlns:a16="http://schemas.microsoft.com/office/drawing/2014/main" id="{66E9870E-DB5F-4591-9DAC-1E2E6C3436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9181" y="2839878"/>
                        <a:ext cx="59179" cy="39197"/>
                      </a:xfrm>
                      <a:custGeom>
                        <a:avLst/>
                        <a:gdLst>
                          <a:gd name="connsiteX0" fmla="*/ 9649 w 59179"/>
                          <a:gd name="connsiteY0" fmla="*/ 16383 h 39197"/>
                          <a:gd name="connsiteX1" fmla="*/ 2029 w 59179"/>
                          <a:gd name="connsiteY1" fmla="*/ 38386 h 39197"/>
                          <a:gd name="connsiteX2" fmla="*/ 45082 w 59179"/>
                          <a:gd name="connsiteY2" fmla="*/ 14669 h 39197"/>
                          <a:gd name="connsiteX3" fmla="*/ 59179 w 59179"/>
                          <a:gd name="connsiteY3" fmla="*/ 0 h 39197"/>
                          <a:gd name="connsiteX4" fmla="*/ 50512 w 59179"/>
                          <a:gd name="connsiteY4" fmla="*/ 6572 h 39197"/>
                          <a:gd name="connsiteX5" fmla="*/ 9649 w 59179"/>
                          <a:gd name="connsiteY5" fmla="*/ 16383 h 391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9179" h="39197">
                            <a:moveTo>
                              <a:pt x="9649" y="16383"/>
                            </a:moveTo>
                            <a:cubicBezTo>
                              <a:pt x="6697" y="22193"/>
                              <a:pt x="-4543" y="35338"/>
                              <a:pt x="2029" y="38386"/>
                            </a:cubicBezTo>
                            <a:cubicBezTo>
                              <a:pt x="12602" y="43244"/>
                              <a:pt x="33271" y="25146"/>
                              <a:pt x="45082" y="14669"/>
                            </a:cubicBezTo>
                            <a:cubicBezTo>
                              <a:pt x="48321" y="11335"/>
                              <a:pt x="55846" y="4191"/>
                              <a:pt x="59179" y="0"/>
                            </a:cubicBezTo>
                            <a:cubicBezTo>
                              <a:pt x="56893" y="1905"/>
                              <a:pt x="53083" y="5239"/>
                              <a:pt x="50512" y="6572"/>
                            </a:cubicBezTo>
                            <a:cubicBezTo>
                              <a:pt x="36319" y="14573"/>
                              <a:pt x="18793" y="24003"/>
                              <a:pt x="9649" y="16383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72" name="Forme libre : forme 10271">
                        <a:extLst>
                          <a:ext uri="{FF2B5EF4-FFF2-40B4-BE49-F238E27FC236}">
                            <a16:creationId xmlns:a16="http://schemas.microsoft.com/office/drawing/2014/main" id="{F6B04DC9-4A98-40B3-A126-4FD19BD9E1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65229" y="2809779"/>
                        <a:ext cx="74954" cy="67879"/>
                      </a:xfrm>
                      <a:custGeom>
                        <a:avLst/>
                        <a:gdLst>
                          <a:gd name="connsiteX0" fmla="*/ 74659 w 74954"/>
                          <a:gd name="connsiteY0" fmla="*/ 2382 h 67879"/>
                          <a:gd name="connsiteX1" fmla="*/ 63991 w 74954"/>
                          <a:gd name="connsiteY1" fmla="*/ 23337 h 67879"/>
                          <a:gd name="connsiteX2" fmla="*/ 43893 w 74954"/>
                          <a:gd name="connsiteY2" fmla="*/ 44197 h 67879"/>
                          <a:gd name="connsiteX3" fmla="*/ 22557 w 74954"/>
                          <a:gd name="connsiteY3" fmla="*/ 61246 h 67879"/>
                          <a:gd name="connsiteX4" fmla="*/ 1888 w 74954"/>
                          <a:gd name="connsiteY4" fmla="*/ 66485 h 67879"/>
                          <a:gd name="connsiteX5" fmla="*/ 7793 w 74954"/>
                          <a:gd name="connsiteY5" fmla="*/ 46292 h 67879"/>
                          <a:gd name="connsiteX6" fmla="*/ 27224 w 74954"/>
                          <a:gd name="connsiteY6" fmla="*/ 25908 h 67879"/>
                          <a:gd name="connsiteX7" fmla="*/ 52561 w 74954"/>
                          <a:gd name="connsiteY7" fmla="*/ 7240 h 67879"/>
                          <a:gd name="connsiteX8" fmla="*/ 74659 w 74954"/>
                          <a:gd name="connsiteY8" fmla="*/ 2382 h 678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4954" h="67879">
                            <a:moveTo>
                              <a:pt x="74659" y="2382"/>
                            </a:moveTo>
                            <a:cubicBezTo>
                              <a:pt x="76278" y="7144"/>
                              <a:pt x="71039" y="15431"/>
                              <a:pt x="63991" y="23337"/>
                            </a:cubicBezTo>
                            <a:cubicBezTo>
                              <a:pt x="57037" y="31242"/>
                              <a:pt x="48846" y="39720"/>
                              <a:pt x="43893" y="44197"/>
                            </a:cubicBezTo>
                            <a:cubicBezTo>
                              <a:pt x="39130" y="49054"/>
                              <a:pt x="30749" y="56007"/>
                              <a:pt x="22557" y="61246"/>
                            </a:cubicBezTo>
                            <a:cubicBezTo>
                              <a:pt x="14461" y="66580"/>
                              <a:pt x="6365" y="69914"/>
                              <a:pt x="1888" y="66485"/>
                            </a:cubicBezTo>
                            <a:cubicBezTo>
                              <a:pt x="-2589" y="63056"/>
                              <a:pt x="1507" y="54769"/>
                              <a:pt x="7793" y="46292"/>
                            </a:cubicBezTo>
                            <a:cubicBezTo>
                              <a:pt x="14175" y="37910"/>
                              <a:pt x="23033" y="29814"/>
                              <a:pt x="27224" y="25908"/>
                            </a:cubicBezTo>
                            <a:cubicBezTo>
                              <a:pt x="31606" y="22289"/>
                              <a:pt x="42083" y="13240"/>
                              <a:pt x="52561" y="7240"/>
                            </a:cubicBezTo>
                            <a:cubicBezTo>
                              <a:pt x="63038" y="953"/>
                              <a:pt x="72849" y="-2667"/>
                              <a:pt x="74659" y="238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73" name="Forme libre : forme 10272">
                        <a:extLst>
                          <a:ext uri="{FF2B5EF4-FFF2-40B4-BE49-F238E27FC236}">
                            <a16:creationId xmlns:a16="http://schemas.microsoft.com/office/drawing/2014/main" id="{458CCE7B-4FBD-4CE8-8A16-9B6582F8DC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21936" y="2836289"/>
                        <a:ext cx="105451" cy="73780"/>
                      </a:xfrm>
                      <a:custGeom>
                        <a:avLst/>
                        <a:gdLst>
                          <a:gd name="connsiteX0" fmla="*/ 2984 w 105451"/>
                          <a:gd name="connsiteY0" fmla="*/ 68549 h 73780"/>
                          <a:gd name="connsiteX1" fmla="*/ 10128 w 105451"/>
                          <a:gd name="connsiteY1" fmla="*/ 73026 h 73780"/>
                          <a:gd name="connsiteX2" fmla="*/ 20320 w 105451"/>
                          <a:gd name="connsiteY2" fmla="*/ 73407 h 73780"/>
                          <a:gd name="connsiteX3" fmla="*/ 45275 w 105451"/>
                          <a:gd name="connsiteY3" fmla="*/ 67501 h 73780"/>
                          <a:gd name="connsiteX4" fmla="*/ 57848 w 105451"/>
                          <a:gd name="connsiteY4" fmla="*/ 61120 h 73780"/>
                          <a:gd name="connsiteX5" fmla="*/ 68611 w 105451"/>
                          <a:gd name="connsiteY5" fmla="*/ 53976 h 73780"/>
                          <a:gd name="connsiteX6" fmla="*/ 99472 w 105451"/>
                          <a:gd name="connsiteY6" fmla="*/ 21305 h 73780"/>
                          <a:gd name="connsiteX7" fmla="*/ 102520 w 105451"/>
                          <a:gd name="connsiteY7" fmla="*/ 446 h 73780"/>
                          <a:gd name="connsiteX8" fmla="*/ 87661 w 105451"/>
                          <a:gd name="connsiteY8" fmla="*/ 5684 h 73780"/>
                          <a:gd name="connsiteX9" fmla="*/ 68421 w 105451"/>
                          <a:gd name="connsiteY9" fmla="*/ 15114 h 73780"/>
                          <a:gd name="connsiteX10" fmla="*/ 48037 w 105451"/>
                          <a:gd name="connsiteY10" fmla="*/ 23496 h 73780"/>
                          <a:gd name="connsiteX11" fmla="*/ 28130 w 105451"/>
                          <a:gd name="connsiteY11" fmla="*/ 30354 h 73780"/>
                          <a:gd name="connsiteX12" fmla="*/ 18891 w 105451"/>
                          <a:gd name="connsiteY12" fmla="*/ 34450 h 73780"/>
                          <a:gd name="connsiteX13" fmla="*/ 10699 w 105451"/>
                          <a:gd name="connsiteY13" fmla="*/ 40641 h 73780"/>
                          <a:gd name="connsiteX14" fmla="*/ 984 w 105451"/>
                          <a:gd name="connsiteY14" fmla="*/ 55119 h 73780"/>
                          <a:gd name="connsiteX15" fmla="*/ 2984 w 105451"/>
                          <a:gd name="connsiteY15" fmla="*/ 68549 h 737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05451" h="73780">
                            <a:moveTo>
                              <a:pt x="2984" y="68549"/>
                            </a:moveTo>
                            <a:cubicBezTo>
                              <a:pt x="5461" y="70931"/>
                              <a:pt x="7556" y="72264"/>
                              <a:pt x="10128" y="73026"/>
                            </a:cubicBezTo>
                            <a:cubicBezTo>
                              <a:pt x="12795" y="73788"/>
                              <a:pt x="15938" y="74074"/>
                              <a:pt x="20320" y="73407"/>
                            </a:cubicBezTo>
                            <a:cubicBezTo>
                              <a:pt x="28797" y="72359"/>
                              <a:pt x="37560" y="71312"/>
                              <a:pt x="45275" y="67501"/>
                            </a:cubicBezTo>
                            <a:cubicBezTo>
                              <a:pt x="49276" y="65787"/>
                              <a:pt x="53467" y="63692"/>
                              <a:pt x="57848" y="61120"/>
                            </a:cubicBezTo>
                            <a:cubicBezTo>
                              <a:pt x="61563" y="59024"/>
                              <a:pt x="64897" y="56834"/>
                              <a:pt x="68611" y="53976"/>
                            </a:cubicBezTo>
                            <a:cubicBezTo>
                              <a:pt x="80803" y="44546"/>
                              <a:pt x="92519" y="32355"/>
                              <a:pt x="99472" y="21305"/>
                            </a:cubicBezTo>
                            <a:cubicBezTo>
                              <a:pt x="104711" y="13209"/>
                              <a:pt x="108236" y="3494"/>
                              <a:pt x="102520" y="446"/>
                            </a:cubicBezTo>
                            <a:cubicBezTo>
                              <a:pt x="98996" y="-1459"/>
                              <a:pt x="93186" y="3208"/>
                              <a:pt x="87661" y="5684"/>
                            </a:cubicBezTo>
                            <a:cubicBezTo>
                              <a:pt x="80994" y="8637"/>
                              <a:pt x="74803" y="12066"/>
                              <a:pt x="68421" y="15114"/>
                            </a:cubicBezTo>
                            <a:cubicBezTo>
                              <a:pt x="61944" y="18257"/>
                              <a:pt x="55181" y="21020"/>
                              <a:pt x="48037" y="23496"/>
                            </a:cubicBezTo>
                            <a:cubicBezTo>
                              <a:pt x="41846" y="25592"/>
                              <a:pt x="34988" y="27306"/>
                              <a:pt x="28130" y="30354"/>
                            </a:cubicBezTo>
                            <a:cubicBezTo>
                              <a:pt x="24796" y="31688"/>
                              <a:pt x="21844" y="32735"/>
                              <a:pt x="18891" y="34450"/>
                            </a:cubicBezTo>
                            <a:cubicBezTo>
                              <a:pt x="15938" y="35974"/>
                              <a:pt x="13652" y="38641"/>
                              <a:pt x="10699" y="40641"/>
                            </a:cubicBezTo>
                            <a:cubicBezTo>
                              <a:pt x="5651" y="44642"/>
                              <a:pt x="2889" y="50642"/>
                              <a:pt x="984" y="55119"/>
                            </a:cubicBezTo>
                            <a:cubicBezTo>
                              <a:pt x="-635" y="60263"/>
                              <a:pt x="-445" y="65311"/>
                              <a:pt x="2984" y="6854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74" name="Forme libre : forme 10273">
                        <a:extLst>
                          <a:ext uri="{FF2B5EF4-FFF2-40B4-BE49-F238E27FC236}">
                            <a16:creationId xmlns:a16="http://schemas.microsoft.com/office/drawing/2014/main" id="{7CCA02B4-8C54-43D9-BF1D-5CD80A4539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39051" y="2852639"/>
                        <a:ext cx="24326" cy="32308"/>
                      </a:xfrm>
                      <a:custGeom>
                        <a:avLst/>
                        <a:gdLst>
                          <a:gd name="connsiteX0" fmla="*/ 1205 w 24326"/>
                          <a:gd name="connsiteY0" fmla="*/ 27245 h 32308"/>
                          <a:gd name="connsiteX1" fmla="*/ 62 w 24326"/>
                          <a:gd name="connsiteY1" fmla="*/ 31340 h 32308"/>
                          <a:gd name="connsiteX2" fmla="*/ 3776 w 24326"/>
                          <a:gd name="connsiteY2" fmla="*/ 31626 h 32308"/>
                          <a:gd name="connsiteX3" fmla="*/ 8920 w 24326"/>
                          <a:gd name="connsiteY3" fmla="*/ 27054 h 32308"/>
                          <a:gd name="connsiteX4" fmla="*/ 19874 w 24326"/>
                          <a:gd name="connsiteY4" fmla="*/ 13719 h 32308"/>
                          <a:gd name="connsiteX5" fmla="*/ 23303 w 24326"/>
                          <a:gd name="connsiteY5" fmla="*/ 8099 h 32308"/>
                          <a:gd name="connsiteX6" fmla="*/ 14540 w 24326"/>
                          <a:gd name="connsiteY6" fmla="*/ 4956 h 32308"/>
                          <a:gd name="connsiteX7" fmla="*/ 1205 w 24326"/>
                          <a:gd name="connsiteY7" fmla="*/ 27245 h 323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4326" h="32308">
                            <a:moveTo>
                              <a:pt x="1205" y="27245"/>
                            </a:moveTo>
                            <a:cubicBezTo>
                              <a:pt x="538" y="29054"/>
                              <a:pt x="-224" y="30007"/>
                              <a:pt x="62" y="31340"/>
                            </a:cubicBezTo>
                            <a:cubicBezTo>
                              <a:pt x="252" y="32579"/>
                              <a:pt x="2062" y="32579"/>
                              <a:pt x="3776" y="31626"/>
                            </a:cubicBezTo>
                            <a:cubicBezTo>
                              <a:pt x="5396" y="30674"/>
                              <a:pt x="7491" y="28673"/>
                              <a:pt x="8920" y="27054"/>
                            </a:cubicBezTo>
                            <a:cubicBezTo>
                              <a:pt x="12730" y="23054"/>
                              <a:pt x="16635" y="18672"/>
                              <a:pt x="19874" y="13719"/>
                            </a:cubicBezTo>
                            <a:cubicBezTo>
                              <a:pt x="21207" y="11719"/>
                              <a:pt x="22541" y="9909"/>
                              <a:pt x="23303" y="8099"/>
                            </a:cubicBezTo>
                            <a:cubicBezTo>
                              <a:pt x="26351" y="194"/>
                              <a:pt x="22350" y="-3807"/>
                              <a:pt x="14540" y="4956"/>
                            </a:cubicBezTo>
                            <a:cubicBezTo>
                              <a:pt x="8158" y="12386"/>
                              <a:pt x="4253" y="20006"/>
                              <a:pt x="1205" y="2724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75" name="Forme libre : forme 10274">
                        <a:extLst>
                          <a:ext uri="{FF2B5EF4-FFF2-40B4-BE49-F238E27FC236}">
                            <a16:creationId xmlns:a16="http://schemas.microsoft.com/office/drawing/2014/main" id="{B4952C5C-220E-455C-9E4B-81A896D6AE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35792" y="2798825"/>
                        <a:ext cx="29908" cy="56768"/>
                      </a:xfrm>
                      <a:custGeom>
                        <a:avLst/>
                        <a:gdLst>
                          <a:gd name="connsiteX0" fmla="*/ 29908 w 29908"/>
                          <a:gd name="connsiteY0" fmla="*/ 0 h 56768"/>
                          <a:gd name="connsiteX1" fmla="*/ 0 w 29908"/>
                          <a:gd name="connsiteY1" fmla="*/ 56769 h 56768"/>
                          <a:gd name="connsiteX2" fmla="*/ 29908 w 29908"/>
                          <a:gd name="connsiteY2" fmla="*/ 0 h 56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9908" h="56768">
                            <a:moveTo>
                              <a:pt x="29908" y="0"/>
                            </a:moveTo>
                            <a:cubicBezTo>
                              <a:pt x="29528" y="15907"/>
                              <a:pt x="10668" y="40767"/>
                              <a:pt x="0" y="56769"/>
                            </a:cubicBezTo>
                            <a:cubicBezTo>
                              <a:pt x="11716" y="39529"/>
                              <a:pt x="22098" y="16954"/>
                              <a:pt x="2990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76" name="Forme libre : forme 10275">
                        <a:extLst>
                          <a:ext uri="{FF2B5EF4-FFF2-40B4-BE49-F238E27FC236}">
                            <a16:creationId xmlns:a16="http://schemas.microsoft.com/office/drawing/2014/main" id="{E6087C48-5815-448F-882E-0172D5BA97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01965" y="2851213"/>
                        <a:ext cx="34956" cy="48291"/>
                      </a:xfrm>
                      <a:custGeom>
                        <a:avLst/>
                        <a:gdLst>
                          <a:gd name="connsiteX0" fmla="*/ 34957 w 34956"/>
                          <a:gd name="connsiteY0" fmla="*/ 0 h 48291"/>
                          <a:gd name="connsiteX1" fmla="*/ 29718 w 34956"/>
                          <a:gd name="connsiteY1" fmla="*/ 6287 h 48291"/>
                          <a:gd name="connsiteX2" fmla="*/ 25718 w 34956"/>
                          <a:gd name="connsiteY2" fmla="*/ 12478 h 48291"/>
                          <a:gd name="connsiteX3" fmla="*/ 17907 w 34956"/>
                          <a:gd name="connsiteY3" fmla="*/ 24670 h 48291"/>
                          <a:gd name="connsiteX4" fmla="*/ 9525 w 34956"/>
                          <a:gd name="connsiteY4" fmla="*/ 36767 h 48291"/>
                          <a:gd name="connsiteX5" fmla="*/ 0 w 34956"/>
                          <a:gd name="connsiteY5" fmla="*/ 48292 h 48291"/>
                          <a:gd name="connsiteX6" fmla="*/ 9620 w 34956"/>
                          <a:gd name="connsiteY6" fmla="*/ 37243 h 48291"/>
                          <a:gd name="connsiteX7" fmla="*/ 19145 w 34956"/>
                          <a:gd name="connsiteY7" fmla="*/ 25241 h 48291"/>
                          <a:gd name="connsiteX8" fmla="*/ 27527 w 34956"/>
                          <a:gd name="connsiteY8" fmla="*/ 12668 h 48291"/>
                          <a:gd name="connsiteX9" fmla="*/ 31147 w 34956"/>
                          <a:gd name="connsiteY9" fmla="*/ 6382 h 48291"/>
                          <a:gd name="connsiteX10" fmla="*/ 34957 w 34956"/>
                          <a:gd name="connsiteY10" fmla="*/ 0 h 48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4956" h="48291">
                            <a:moveTo>
                              <a:pt x="34957" y="0"/>
                            </a:moveTo>
                            <a:cubicBezTo>
                              <a:pt x="32290" y="3143"/>
                              <a:pt x="31242" y="4191"/>
                              <a:pt x="29718" y="6287"/>
                            </a:cubicBezTo>
                            <a:cubicBezTo>
                              <a:pt x="28289" y="8192"/>
                              <a:pt x="26956" y="10287"/>
                              <a:pt x="25718" y="12478"/>
                            </a:cubicBezTo>
                            <a:cubicBezTo>
                              <a:pt x="23051" y="16478"/>
                              <a:pt x="20288" y="20098"/>
                              <a:pt x="17907" y="24670"/>
                            </a:cubicBezTo>
                            <a:cubicBezTo>
                              <a:pt x="15240" y="28575"/>
                              <a:pt x="12287" y="32385"/>
                              <a:pt x="9525" y="36767"/>
                            </a:cubicBezTo>
                            <a:cubicBezTo>
                              <a:pt x="6477" y="40672"/>
                              <a:pt x="3239" y="44291"/>
                              <a:pt x="0" y="48292"/>
                            </a:cubicBezTo>
                            <a:cubicBezTo>
                              <a:pt x="2858" y="44387"/>
                              <a:pt x="6287" y="40862"/>
                              <a:pt x="9620" y="37243"/>
                            </a:cubicBezTo>
                            <a:cubicBezTo>
                              <a:pt x="12764" y="32861"/>
                              <a:pt x="16097" y="29432"/>
                              <a:pt x="19145" y="25241"/>
                            </a:cubicBezTo>
                            <a:cubicBezTo>
                              <a:pt x="21908" y="20574"/>
                              <a:pt x="25146" y="17240"/>
                              <a:pt x="27527" y="12668"/>
                            </a:cubicBezTo>
                            <a:cubicBezTo>
                              <a:pt x="28766" y="10478"/>
                              <a:pt x="29909" y="8382"/>
                              <a:pt x="31147" y="6382"/>
                            </a:cubicBezTo>
                            <a:cubicBezTo>
                              <a:pt x="32099" y="4381"/>
                              <a:pt x="33052" y="2953"/>
                              <a:pt x="3495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77" name="Forme libre : forme 10276">
                        <a:extLst>
                          <a:ext uri="{FF2B5EF4-FFF2-40B4-BE49-F238E27FC236}">
                            <a16:creationId xmlns:a16="http://schemas.microsoft.com/office/drawing/2014/main" id="{4CE0D3EE-125A-4ECD-AD6E-87503AE877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5002" y="2823366"/>
                        <a:ext cx="29658" cy="23167"/>
                      </a:xfrm>
                      <a:custGeom>
                        <a:avLst/>
                        <a:gdLst>
                          <a:gd name="connsiteX0" fmla="*/ 29644 w 29658"/>
                          <a:gd name="connsiteY0" fmla="*/ 1272 h 23167"/>
                          <a:gd name="connsiteX1" fmla="*/ 14500 w 29658"/>
                          <a:gd name="connsiteY1" fmla="*/ 16322 h 23167"/>
                          <a:gd name="connsiteX2" fmla="*/ 22 w 29658"/>
                          <a:gd name="connsiteY2" fmla="*/ 21751 h 23167"/>
                          <a:gd name="connsiteX3" fmla="*/ 14119 w 29658"/>
                          <a:gd name="connsiteY3" fmla="*/ 7178 h 23167"/>
                          <a:gd name="connsiteX4" fmla="*/ 29644 w 29658"/>
                          <a:gd name="connsiteY4" fmla="*/ 1272 h 23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9658" h="23167">
                            <a:moveTo>
                              <a:pt x="29644" y="1272"/>
                            </a:moveTo>
                            <a:cubicBezTo>
                              <a:pt x="30121" y="5558"/>
                              <a:pt x="18214" y="13750"/>
                              <a:pt x="14500" y="16322"/>
                            </a:cubicBezTo>
                            <a:cubicBezTo>
                              <a:pt x="10880" y="18893"/>
                              <a:pt x="593" y="26228"/>
                              <a:pt x="22" y="21751"/>
                            </a:cubicBezTo>
                            <a:cubicBezTo>
                              <a:pt x="-550" y="17179"/>
                              <a:pt x="10404" y="9368"/>
                              <a:pt x="14119" y="7178"/>
                            </a:cubicBezTo>
                            <a:cubicBezTo>
                              <a:pt x="17643" y="4701"/>
                              <a:pt x="29263" y="-3014"/>
                              <a:pt x="29644" y="127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78" name="Forme libre : forme 10277">
                        <a:extLst>
                          <a:ext uri="{FF2B5EF4-FFF2-40B4-BE49-F238E27FC236}">
                            <a16:creationId xmlns:a16="http://schemas.microsoft.com/office/drawing/2014/main" id="{0FFCF899-B87D-4DD9-A387-8C864F4585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0240" y="2820144"/>
                        <a:ext cx="8509" cy="6980"/>
                      </a:xfrm>
                      <a:custGeom>
                        <a:avLst/>
                        <a:gdLst>
                          <a:gd name="connsiteX0" fmla="*/ 8216 w 8509"/>
                          <a:gd name="connsiteY0" fmla="*/ 208 h 6980"/>
                          <a:gd name="connsiteX1" fmla="*/ 5549 w 8509"/>
                          <a:gd name="connsiteY1" fmla="*/ 4399 h 6980"/>
                          <a:gd name="connsiteX2" fmla="*/ 311 w 8509"/>
                          <a:gd name="connsiteY2" fmla="*/ 6780 h 6980"/>
                          <a:gd name="connsiteX3" fmla="*/ 2692 w 8509"/>
                          <a:gd name="connsiteY3" fmla="*/ 2494 h 6980"/>
                          <a:gd name="connsiteX4" fmla="*/ 8216 w 8509"/>
                          <a:gd name="connsiteY4" fmla="*/ 208 h 69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09" h="6980">
                            <a:moveTo>
                              <a:pt x="8216" y="208"/>
                            </a:moveTo>
                            <a:cubicBezTo>
                              <a:pt x="9359" y="1065"/>
                              <a:pt x="6883" y="3351"/>
                              <a:pt x="5549" y="4399"/>
                            </a:cubicBezTo>
                            <a:cubicBezTo>
                              <a:pt x="4216" y="5542"/>
                              <a:pt x="1454" y="7637"/>
                              <a:pt x="311" y="6780"/>
                            </a:cubicBezTo>
                            <a:cubicBezTo>
                              <a:pt x="-832" y="5923"/>
                              <a:pt x="1454" y="3637"/>
                              <a:pt x="2692" y="2494"/>
                            </a:cubicBezTo>
                            <a:cubicBezTo>
                              <a:pt x="4025" y="1351"/>
                              <a:pt x="7074" y="-650"/>
                              <a:pt x="8216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79" name="Forme libre : forme 10278">
                        <a:extLst>
                          <a:ext uri="{FF2B5EF4-FFF2-40B4-BE49-F238E27FC236}">
                            <a16:creationId xmlns:a16="http://schemas.microsoft.com/office/drawing/2014/main" id="{48F46035-8652-4AE6-AA97-DBDF1BF8C9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70449" y="2791862"/>
                        <a:ext cx="88234" cy="40011"/>
                      </a:xfrm>
                      <a:custGeom>
                        <a:avLst/>
                        <a:gdLst>
                          <a:gd name="connsiteX0" fmla="*/ 59818 w 88234"/>
                          <a:gd name="connsiteY0" fmla="*/ 1820 h 40011"/>
                          <a:gd name="connsiteX1" fmla="*/ 86584 w 88234"/>
                          <a:gd name="connsiteY1" fmla="*/ 1820 h 40011"/>
                          <a:gd name="connsiteX2" fmla="*/ 84393 w 88234"/>
                          <a:gd name="connsiteY2" fmla="*/ 9916 h 40011"/>
                          <a:gd name="connsiteX3" fmla="*/ 73725 w 88234"/>
                          <a:gd name="connsiteY3" fmla="*/ 13059 h 40011"/>
                          <a:gd name="connsiteX4" fmla="*/ 40102 w 88234"/>
                          <a:gd name="connsiteY4" fmla="*/ 21727 h 40011"/>
                          <a:gd name="connsiteX5" fmla="*/ 17146 w 88234"/>
                          <a:gd name="connsiteY5" fmla="*/ 34205 h 40011"/>
                          <a:gd name="connsiteX6" fmla="*/ 1 w 88234"/>
                          <a:gd name="connsiteY6" fmla="*/ 37348 h 40011"/>
                          <a:gd name="connsiteX7" fmla="*/ 35910 w 88234"/>
                          <a:gd name="connsiteY7" fmla="*/ 5820 h 40011"/>
                          <a:gd name="connsiteX8" fmla="*/ 59818 w 88234"/>
                          <a:gd name="connsiteY8" fmla="*/ 1820 h 400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8234" h="40011">
                            <a:moveTo>
                              <a:pt x="59818" y="1820"/>
                            </a:moveTo>
                            <a:cubicBezTo>
                              <a:pt x="70677" y="105"/>
                              <a:pt x="78202" y="-1228"/>
                              <a:pt x="86584" y="1820"/>
                            </a:cubicBezTo>
                            <a:cubicBezTo>
                              <a:pt x="89631" y="2867"/>
                              <a:pt x="88203" y="7440"/>
                              <a:pt x="84393" y="9916"/>
                            </a:cubicBezTo>
                            <a:cubicBezTo>
                              <a:pt x="80583" y="12678"/>
                              <a:pt x="77249" y="12774"/>
                              <a:pt x="73725" y="13059"/>
                            </a:cubicBezTo>
                            <a:cubicBezTo>
                              <a:pt x="62580" y="13821"/>
                              <a:pt x="52008" y="17441"/>
                              <a:pt x="40102" y="21727"/>
                            </a:cubicBezTo>
                            <a:cubicBezTo>
                              <a:pt x="36387" y="23060"/>
                              <a:pt x="26385" y="29442"/>
                              <a:pt x="17146" y="34205"/>
                            </a:cubicBezTo>
                            <a:cubicBezTo>
                              <a:pt x="8097" y="39158"/>
                              <a:pt x="96" y="42682"/>
                              <a:pt x="1" y="37348"/>
                            </a:cubicBezTo>
                            <a:cubicBezTo>
                              <a:pt x="-189" y="26680"/>
                              <a:pt x="25719" y="9344"/>
                              <a:pt x="35910" y="5820"/>
                            </a:cubicBezTo>
                            <a:cubicBezTo>
                              <a:pt x="46007" y="2010"/>
                              <a:pt x="51627" y="2963"/>
                              <a:pt x="59818" y="182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164" name="Graphique 1">
                      <a:extLst>
                        <a:ext uri="{FF2B5EF4-FFF2-40B4-BE49-F238E27FC236}">
                          <a16:creationId xmlns:a16="http://schemas.microsoft.com/office/drawing/2014/main" id="{5A152B60-6769-4BD0-9999-051E444C2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65264" y="2715287"/>
                      <a:ext cx="206587" cy="88437"/>
                      <a:chOff x="3665264" y="2715287"/>
                      <a:chExt cx="206587" cy="88437"/>
                    </a:xfrm>
                    <a:solidFill>
                      <a:schemeClr val="accent1"/>
                    </a:solidFill>
                  </p:grpSpPr>
                  <p:sp>
                    <p:nvSpPr>
                      <p:cNvPr id="10256" name="Forme libre : forme 10255">
                        <a:extLst>
                          <a:ext uri="{FF2B5EF4-FFF2-40B4-BE49-F238E27FC236}">
                            <a16:creationId xmlns:a16="http://schemas.microsoft.com/office/drawing/2014/main" id="{5676CA11-B3D8-4072-997A-AE72F40FEF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5264" y="2715287"/>
                        <a:ext cx="206587" cy="88437"/>
                      </a:xfrm>
                      <a:custGeom>
                        <a:avLst/>
                        <a:gdLst>
                          <a:gd name="connsiteX0" fmla="*/ 139597 w 206587"/>
                          <a:gd name="connsiteY0" fmla="*/ 74966 h 88437"/>
                          <a:gd name="connsiteX1" fmla="*/ 125690 w 206587"/>
                          <a:gd name="connsiteY1" fmla="*/ 76585 h 88437"/>
                          <a:gd name="connsiteX2" fmla="*/ 108641 w 206587"/>
                          <a:gd name="connsiteY2" fmla="*/ 78967 h 88437"/>
                          <a:gd name="connsiteX3" fmla="*/ 91781 w 206587"/>
                          <a:gd name="connsiteY3" fmla="*/ 82015 h 88437"/>
                          <a:gd name="connsiteX4" fmla="*/ 78065 w 206587"/>
                          <a:gd name="connsiteY4" fmla="*/ 84968 h 88437"/>
                          <a:gd name="connsiteX5" fmla="*/ 10342 w 206587"/>
                          <a:gd name="connsiteY5" fmla="*/ 81729 h 88437"/>
                          <a:gd name="connsiteX6" fmla="*/ 1008 w 206587"/>
                          <a:gd name="connsiteY6" fmla="*/ 62298 h 88437"/>
                          <a:gd name="connsiteX7" fmla="*/ 59777 w 206587"/>
                          <a:gd name="connsiteY7" fmla="*/ 11816 h 88437"/>
                          <a:gd name="connsiteX8" fmla="*/ 75970 w 206587"/>
                          <a:gd name="connsiteY8" fmla="*/ 7244 h 88437"/>
                          <a:gd name="connsiteX9" fmla="*/ 95877 w 206587"/>
                          <a:gd name="connsiteY9" fmla="*/ 3243 h 88437"/>
                          <a:gd name="connsiteX10" fmla="*/ 116070 w 206587"/>
                          <a:gd name="connsiteY10" fmla="*/ 767 h 88437"/>
                          <a:gd name="connsiteX11" fmla="*/ 132834 w 206587"/>
                          <a:gd name="connsiteY11" fmla="*/ 5 h 88437"/>
                          <a:gd name="connsiteX12" fmla="*/ 201795 w 206587"/>
                          <a:gd name="connsiteY12" fmla="*/ 28770 h 88437"/>
                          <a:gd name="connsiteX13" fmla="*/ 202748 w 206587"/>
                          <a:gd name="connsiteY13" fmla="*/ 49820 h 88437"/>
                          <a:gd name="connsiteX14" fmla="*/ 139597 w 206587"/>
                          <a:gd name="connsiteY14" fmla="*/ 74966 h 884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06587" h="88437">
                            <a:moveTo>
                              <a:pt x="139597" y="74966"/>
                            </a:moveTo>
                            <a:cubicBezTo>
                              <a:pt x="135882" y="75538"/>
                              <a:pt x="131024" y="76014"/>
                              <a:pt x="125690" y="76585"/>
                            </a:cubicBezTo>
                            <a:cubicBezTo>
                              <a:pt x="120356" y="77157"/>
                              <a:pt x="114546" y="78205"/>
                              <a:pt x="108641" y="78967"/>
                            </a:cubicBezTo>
                            <a:cubicBezTo>
                              <a:pt x="102830" y="79824"/>
                              <a:pt x="97115" y="81158"/>
                              <a:pt x="91781" y="82015"/>
                            </a:cubicBezTo>
                            <a:cubicBezTo>
                              <a:pt x="86542" y="83158"/>
                              <a:pt x="81875" y="84206"/>
                              <a:pt x="78065" y="84968"/>
                            </a:cubicBezTo>
                            <a:cubicBezTo>
                              <a:pt x="50252" y="91064"/>
                              <a:pt x="32822" y="88587"/>
                              <a:pt x="10342" y="81729"/>
                            </a:cubicBezTo>
                            <a:cubicBezTo>
                              <a:pt x="2723" y="79729"/>
                              <a:pt x="-2231" y="69918"/>
                              <a:pt x="1008" y="62298"/>
                            </a:cubicBezTo>
                            <a:cubicBezTo>
                              <a:pt x="10724" y="41153"/>
                              <a:pt x="26630" y="22769"/>
                              <a:pt x="59777" y="11816"/>
                            </a:cubicBezTo>
                            <a:cubicBezTo>
                              <a:pt x="64254" y="10482"/>
                              <a:pt x="69778" y="8577"/>
                              <a:pt x="75970" y="7244"/>
                            </a:cubicBezTo>
                            <a:cubicBezTo>
                              <a:pt x="82161" y="5910"/>
                              <a:pt x="89019" y="4481"/>
                              <a:pt x="95877" y="3243"/>
                            </a:cubicBezTo>
                            <a:cubicBezTo>
                              <a:pt x="102735" y="2386"/>
                              <a:pt x="109688" y="1529"/>
                              <a:pt x="116070" y="767"/>
                            </a:cubicBezTo>
                            <a:cubicBezTo>
                              <a:pt x="122452" y="290"/>
                              <a:pt x="128167" y="100"/>
                              <a:pt x="132834" y="5"/>
                            </a:cubicBezTo>
                            <a:cubicBezTo>
                              <a:pt x="167886" y="-281"/>
                              <a:pt x="185602" y="12482"/>
                              <a:pt x="201795" y="28770"/>
                            </a:cubicBezTo>
                            <a:cubicBezTo>
                              <a:pt x="207510" y="34485"/>
                              <a:pt x="208463" y="45344"/>
                              <a:pt x="202748" y="49820"/>
                            </a:cubicBezTo>
                            <a:cubicBezTo>
                              <a:pt x="185983" y="64108"/>
                              <a:pt x="167600" y="71728"/>
                              <a:pt x="139597" y="7496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57" name="Forme libre : forme 10256">
                        <a:extLst>
                          <a:ext uri="{FF2B5EF4-FFF2-40B4-BE49-F238E27FC236}">
                            <a16:creationId xmlns:a16="http://schemas.microsoft.com/office/drawing/2014/main" id="{1FAC5DAA-CAD8-49F3-B21F-53A9AB050F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7891" y="2761557"/>
                        <a:ext cx="200310" cy="42008"/>
                      </a:xfrm>
                      <a:custGeom>
                        <a:avLst/>
                        <a:gdLst>
                          <a:gd name="connsiteX0" fmla="*/ 78296 w 200310"/>
                          <a:gd name="connsiteY0" fmla="*/ 9931 h 42008"/>
                          <a:gd name="connsiteX1" fmla="*/ 0 w 200310"/>
                          <a:gd name="connsiteY1" fmla="*/ 29648 h 42008"/>
                          <a:gd name="connsiteX2" fmla="*/ 7620 w 200310"/>
                          <a:gd name="connsiteY2" fmla="*/ 35363 h 42008"/>
                          <a:gd name="connsiteX3" fmla="*/ 18860 w 200310"/>
                          <a:gd name="connsiteY3" fmla="*/ 38411 h 42008"/>
                          <a:gd name="connsiteX4" fmla="*/ 34576 w 200310"/>
                          <a:gd name="connsiteY4" fmla="*/ 41173 h 42008"/>
                          <a:gd name="connsiteX5" fmla="*/ 50959 w 200310"/>
                          <a:gd name="connsiteY5" fmla="*/ 41840 h 42008"/>
                          <a:gd name="connsiteX6" fmla="*/ 75343 w 200310"/>
                          <a:gd name="connsiteY6" fmla="*/ 38506 h 42008"/>
                          <a:gd name="connsiteX7" fmla="*/ 85058 w 200310"/>
                          <a:gd name="connsiteY7" fmla="*/ 36316 h 42008"/>
                          <a:gd name="connsiteX8" fmla="*/ 132207 w 200310"/>
                          <a:gd name="connsiteY8" fmla="*/ 29077 h 42008"/>
                          <a:gd name="connsiteX9" fmla="*/ 136874 w 200310"/>
                          <a:gd name="connsiteY9" fmla="*/ 28505 h 42008"/>
                          <a:gd name="connsiteX10" fmla="*/ 163449 w 200310"/>
                          <a:gd name="connsiteY10" fmla="*/ 23362 h 42008"/>
                          <a:gd name="connsiteX11" fmla="*/ 191929 w 200310"/>
                          <a:gd name="connsiteY11" fmla="*/ 9550 h 42008"/>
                          <a:gd name="connsiteX12" fmla="*/ 200025 w 200310"/>
                          <a:gd name="connsiteY12" fmla="*/ 3264 h 42008"/>
                          <a:gd name="connsiteX13" fmla="*/ 200311 w 200310"/>
                          <a:gd name="connsiteY13" fmla="*/ 2978 h 42008"/>
                          <a:gd name="connsiteX14" fmla="*/ 138303 w 200310"/>
                          <a:gd name="connsiteY14" fmla="*/ 216 h 42008"/>
                          <a:gd name="connsiteX15" fmla="*/ 78296 w 200310"/>
                          <a:gd name="connsiteY15" fmla="*/ 9931 h 42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200310" h="42008">
                            <a:moveTo>
                              <a:pt x="78296" y="9931"/>
                            </a:moveTo>
                            <a:cubicBezTo>
                              <a:pt x="51721" y="17837"/>
                              <a:pt x="24765" y="28505"/>
                              <a:pt x="0" y="29648"/>
                            </a:cubicBezTo>
                            <a:cubicBezTo>
                              <a:pt x="1810" y="32410"/>
                              <a:pt x="4477" y="34601"/>
                              <a:pt x="7620" y="35363"/>
                            </a:cubicBezTo>
                            <a:cubicBezTo>
                              <a:pt x="11621" y="36411"/>
                              <a:pt x="15335" y="37458"/>
                              <a:pt x="18860" y="38411"/>
                            </a:cubicBezTo>
                            <a:cubicBezTo>
                              <a:pt x="24194" y="39745"/>
                              <a:pt x="29337" y="40602"/>
                              <a:pt x="34576" y="41173"/>
                            </a:cubicBezTo>
                            <a:cubicBezTo>
                              <a:pt x="39910" y="41935"/>
                              <a:pt x="45339" y="42221"/>
                              <a:pt x="50959" y="41840"/>
                            </a:cubicBezTo>
                            <a:cubicBezTo>
                              <a:pt x="58388" y="41650"/>
                              <a:pt x="66199" y="40316"/>
                              <a:pt x="75343" y="38506"/>
                            </a:cubicBezTo>
                            <a:cubicBezTo>
                              <a:pt x="78105" y="37935"/>
                              <a:pt x="81439" y="37268"/>
                              <a:pt x="85058" y="36316"/>
                            </a:cubicBezTo>
                            <a:cubicBezTo>
                              <a:pt x="99346" y="33458"/>
                              <a:pt x="119063" y="30029"/>
                              <a:pt x="132207" y="29077"/>
                            </a:cubicBezTo>
                            <a:cubicBezTo>
                              <a:pt x="133826" y="28886"/>
                              <a:pt x="135446" y="28696"/>
                              <a:pt x="136874" y="28505"/>
                            </a:cubicBezTo>
                            <a:cubicBezTo>
                              <a:pt x="146876" y="27648"/>
                              <a:pt x="155543" y="25457"/>
                              <a:pt x="163449" y="23362"/>
                            </a:cubicBezTo>
                            <a:cubicBezTo>
                              <a:pt x="174212" y="19933"/>
                              <a:pt x="183356" y="15265"/>
                              <a:pt x="191929" y="9550"/>
                            </a:cubicBezTo>
                            <a:cubicBezTo>
                              <a:pt x="194691" y="7645"/>
                              <a:pt x="197358" y="5455"/>
                              <a:pt x="200025" y="3264"/>
                            </a:cubicBezTo>
                            <a:lnTo>
                              <a:pt x="200311" y="2978"/>
                            </a:lnTo>
                            <a:cubicBezTo>
                              <a:pt x="179832" y="787"/>
                              <a:pt x="158972" y="-546"/>
                              <a:pt x="138303" y="216"/>
                            </a:cubicBezTo>
                            <a:cubicBezTo>
                              <a:pt x="117634" y="1168"/>
                              <a:pt x="97250" y="4312"/>
                              <a:pt x="78296" y="993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58" name="Forme libre : forme 10257">
                        <a:extLst>
                          <a:ext uri="{FF2B5EF4-FFF2-40B4-BE49-F238E27FC236}">
                            <a16:creationId xmlns:a16="http://schemas.microsoft.com/office/drawing/2014/main" id="{53EFBF28-0EBA-4940-BEA8-A38D80B7E9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5013" y="2743467"/>
                        <a:ext cx="96517" cy="26974"/>
                      </a:xfrm>
                      <a:custGeom>
                        <a:avLst/>
                        <a:gdLst>
                          <a:gd name="connsiteX0" fmla="*/ 96518 w 96517"/>
                          <a:gd name="connsiteY0" fmla="*/ 10686 h 26974"/>
                          <a:gd name="connsiteX1" fmla="*/ 47464 w 96517"/>
                          <a:gd name="connsiteY1" fmla="*/ 25165 h 26974"/>
                          <a:gd name="connsiteX2" fmla="*/ 20508 w 96517"/>
                          <a:gd name="connsiteY2" fmla="*/ 26974 h 26974"/>
                          <a:gd name="connsiteX3" fmla="*/ 220 w 96517"/>
                          <a:gd name="connsiteY3" fmla="*/ 20783 h 26974"/>
                          <a:gd name="connsiteX4" fmla="*/ 16127 w 96517"/>
                          <a:gd name="connsiteY4" fmla="*/ 6591 h 26974"/>
                          <a:gd name="connsiteX5" fmla="*/ 44321 w 96517"/>
                          <a:gd name="connsiteY5" fmla="*/ 590 h 26974"/>
                          <a:gd name="connsiteX6" fmla="*/ 57751 w 96517"/>
                          <a:gd name="connsiteY6" fmla="*/ 18 h 26974"/>
                          <a:gd name="connsiteX7" fmla="*/ 75182 w 96517"/>
                          <a:gd name="connsiteY7" fmla="*/ 971 h 26974"/>
                          <a:gd name="connsiteX8" fmla="*/ 96518 w 96517"/>
                          <a:gd name="connsiteY8" fmla="*/ 10686 h 269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6517" h="26974">
                            <a:moveTo>
                              <a:pt x="96518" y="10686"/>
                            </a:moveTo>
                            <a:cubicBezTo>
                              <a:pt x="96423" y="20116"/>
                              <a:pt x="59561" y="23164"/>
                              <a:pt x="47464" y="25165"/>
                            </a:cubicBezTo>
                            <a:cubicBezTo>
                              <a:pt x="41368" y="25927"/>
                              <a:pt x="30319" y="26688"/>
                              <a:pt x="20508" y="26974"/>
                            </a:cubicBezTo>
                            <a:cubicBezTo>
                              <a:pt x="10602" y="26593"/>
                              <a:pt x="1934" y="26212"/>
                              <a:pt x="220" y="20783"/>
                            </a:cubicBezTo>
                            <a:cubicBezTo>
                              <a:pt x="-1399" y="15735"/>
                              <a:pt x="6125" y="9925"/>
                              <a:pt x="16127" y="6591"/>
                            </a:cubicBezTo>
                            <a:cubicBezTo>
                              <a:pt x="26033" y="2781"/>
                              <a:pt x="38129" y="1161"/>
                              <a:pt x="44321" y="590"/>
                            </a:cubicBezTo>
                            <a:cubicBezTo>
                              <a:pt x="47464" y="209"/>
                              <a:pt x="52226" y="-77"/>
                              <a:pt x="57751" y="18"/>
                            </a:cubicBezTo>
                            <a:cubicBezTo>
                              <a:pt x="63275" y="114"/>
                              <a:pt x="69371" y="-77"/>
                              <a:pt x="75182" y="971"/>
                            </a:cubicBezTo>
                            <a:cubicBezTo>
                              <a:pt x="86707" y="2400"/>
                              <a:pt x="96518" y="5543"/>
                              <a:pt x="96518" y="1068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59" name="Forme libre : forme 10258">
                        <a:extLst>
                          <a:ext uri="{FF2B5EF4-FFF2-40B4-BE49-F238E27FC236}">
                            <a16:creationId xmlns:a16="http://schemas.microsoft.com/office/drawing/2014/main" id="{1386C5CC-4B23-4A51-99ED-FCB209CC43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4180" y="2749676"/>
                        <a:ext cx="68679" cy="20742"/>
                      </a:xfrm>
                      <a:custGeom>
                        <a:avLst/>
                        <a:gdLst>
                          <a:gd name="connsiteX0" fmla="*/ 18959 w 68679"/>
                          <a:gd name="connsiteY0" fmla="*/ 0 h 20742"/>
                          <a:gd name="connsiteX1" fmla="*/ 671 w 68679"/>
                          <a:gd name="connsiteY1" fmla="*/ 14669 h 20742"/>
                          <a:gd name="connsiteX2" fmla="*/ 48963 w 68679"/>
                          <a:gd name="connsiteY2" fmla="*/ 18955 h 20742"/>
                          <a:gd name="connsiteX3" fmla="*/ 68680 w 68679"/>
                          <a:gd name="connsiteY3" fmla="*/ 15716 h 20742"/>
                          <a:gd name="connsiteX4" fmla="*/ 57916 w 68679"/>
                          <a:gd name="connsiteY4" fmla="*/ 15812 h 20742"/>
                          <a:gd name="connsiteX5" fmla="*/ 33818 w 68679"/>
                          <a:gd name="connsiteY5" fmla="*/ 11239 h 20742"/>
                          <a:gd name="connsiteX6" fmla="*/ 18959 w 68679"/>
                          <a:gd name="connsiteY6" fmla="*/ 0 h 20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8679" h="20742">
                            <a:moveTo>
                              <a:pt x="18959" y="0"/>
                            </a:moveTo>
                            <a:cubicBezTo>
                              <a:pt x="13054" y="2667"/>
                              <a:pt x="-3520" y="8668"/>
                              <a:pt x="671" y="14669"/>
                            </a:cubicBezTo>
                            <a:cubicBezTo>
                              <a:pt x="7243" y="24003"/>
                              <a:pt x="33437" y="20098"/>
                              <a:pt x="48963" y="18955"/>
                            </a:cubicBezTo>
                            <a:cubicBezTo>
                              <a:pt x="53440" y="18193"/>
                              <a:pt x="63632" y="17050"/>
                              <a:pt x="68680" y="15716"/>
                            </a:cubicBezTo>
                            <a:cubicBezTo>
                              <a:pt x="65727" y="15812"/>
                              <a:pt x="60774" y="16193"/>
                              <a:pt x="57916" y="15812"/>
                            </a:cubicBezTo>
                            <a:cubicBezTo>
                              <a:pt x="49916" y="14383"/>
                              <a:pt x="41152" y="13811"/>
                              <a:pt x="33818" y="11239"/>
                            </a:cubicBezTo>
                            <a:cubicBezTo>
                              <a:pt x="26484" y="9049"/>
                              <a:pt x="20674" y="5905"/>
                              <a:pt x="189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60" name="Forme libre : forme 10259">
                        <a:extLst>
                          <a:ext uri="{FF2B5EF4-FFF2-40B4-BE49-F238E27FC236}">
                            <a16:creationId xmlns:a16="http://schemas.microsoft.com/office/drawing/2014/main" id="{D1774BF1-1360-4A7B-B714-910EA9525E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40538" y="2745789"/>
                        <a:ext cx="96405" cy="26856"/>
                      </a:xfrm>
                      <a:custGeom>
                        <a:avLst/>
                        <a:gdLst>
                          <a:gd name="connsiteX0" fmla="*/ 96231 w 96405"/>
                          <a:gd name="connsiteY0" fmla="*/ 11127 h 26856"/>
                          <a:gd name="connsiteX1" fmla="*/ 46701 w 96405"/>
                          <a:gd name="connsiteY1" fmla="*/ 25224 h 26856"/>
                          <a:gd name="connsiteX2" fmla="*/ 314 w 96405"/>
                          <a:gd name="connsiteY2" fmla="*/ 19794 h 26856"/>
                          <a:gd name="connsiteX3" fmla="*/ 16221 w 96405"/>
                          <a:gd name="connsiteY3" fmla="*/ 6078 h 26856"/>
                          <a:gd name="connsiteX4" fmla="*/ 44129 w 96405"/>
                          <a:gd name="connsiteY4" fmla="*/ 459 h 26856"/>
                          <a:gd name="connsiteX5" fmla="*/ 75848 w 96405"/>
                          <a:gd name="connsiteY5" fmla="*/ 1126 h 26856"/>
                          <a:gd name="connsiteX6" fmla="*/ 96231 w 96405"/>
                          <a:gd name="connsiteY6" fmla="*/ 11127 h 268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6405" h="26856">
                            <a:moveTo>
                              <a:pt x="96231" y="11127"/>
                            </a:moveTo>
                            <a:cubicBezTo>
                              <a:pt x="92707" y="20652"/>
                              <a:pt x="59655" y="23319"/>
                              <a:pt x="46701" y="25224"/>
                            </a:cubicBezTo>
                            <a:cubicBezTo>
                              <a:pt x="33652" y="26843"/>
                              <a:pt x="4410" y="29605"/>
                              <a:pt x="314" y="19794"/>
                            </a:cubicBezTo>
                            <a:cubicBezTo>
                              <a:pt x="-1686" y="14460"/>
                              <a:pt x="6124" y="9317"/>
                              <a:pt x="16221" y="6078"/>
                            </a:cubicBezTo>
                            <a:cubicBezTo>
                              <a:pt x="26222" y="2268"/>
                              <a:pt x="38510" y="1411"/>
                              <a:pt x="44129" y="459"/>
                            </a:cubicBezTo>
                            <a:cubicBezTo>
                              <a:pt x="49844" y="268"/>
                              <a:pt x="63751" y="-780"/>
                              <a:pt x="75848" y="1126"/>
                            </a:cubicBezTo>
                            <a:cubicBezTo>
                              <a:pt x="87944" y="2364"/>
                              <a:pt x="97850" y="6269"/>
                              <a:pt x="96231" y="1112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61" name="Forme libre : forme 10260">
                        <a:extLst>
                          <a:ext uri="{FF2B5EF4-FFF2-40B4-BE49-F238E27FC236}">
                            <a16:creationId xmlns:a16="http://schemas.microsoft.com/office/drawing/2014/main" id="{C6D934AE-4571-4429-8F0D-6ED6671619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90142" y="2748436"/>
                        <a:ext cx="119754" cy="41970"/>
                      </a:xfrm>
                      <a:custGeom>
                        <a:avLst/>
                        <a:gdLst>
                          <a:gd name="connsiteX0" fmla="*/ 2990 w 119754"/>
                          <a:gd name="connsiteY0" fmla="*/ 31530 h 41970"/>
                          <a:gd name="connsiteX1" fmla="*/ 18802 w 119754"/>
                          <a:gd name="connsiteY1" fmla="*/ 38197 h 41970"/>
                          <a:gd name="connsiteX2" fmla="*/ 62807 w 119754"/>
                          <a:gd name="connsiteY2" fmla="*/ 41531 h 41970"/>
                          <a:gd name="connsiteX3" fmla="*/ 104527 w 119754"/>
                          <a:gd name="connsiteY3" fmla="*/ 33054 h 41970"/>
                          <a:gd name="connsiteX4" fmla="*/ 119291 w 119754"/>
                          <a:gd name="connsiteY4" fmla="*/ 18385 h 41970"/>
                          <a:gd name="connsiteX5" fmla="*/ 104431 w 119754"/>
                          <a:gd name="connsiteY5" fmla="*/ 13432 h 41970"/>
                          <a:gd name="connsiteX6" fmla="*/ 83381 w 119754"/>
                          <a:gd name="connsiteY6" fmla="*/ 9622 h 41970"/>
                          <a:gd name="connsiteX7" fmla="*/ 61760 w 119754"/>
                          <a:gd name="connsiteY7" fmla="*/ 5050 h 41970"/>
                          <a:gd name="connsiteX8" fmla="*/ 40900 w 119754"/>
                          <a:gd name="connsiteY8" fmla="*/ 383 h 41970"/>
                          <a:gd name="connsiteX9" fmla="*/ 16611 w 119754"/>
                          <a:gd name="connsiteY9" fmla="*/ 4193 h 41970"/>
                          <a:gd name="connsiteX10" fmla="*/ 2990 w 119754"/>
                          <a:gd name="connsiteY10" fmla="*/ 31530 h 419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19754" h="41970">
                            <a:moveTo>
                              <a:pt x="2990" y="31530"/>
                            </a:moveTo>
                            <a:cubicBezTo>
                              <a:pt x="7943" y="36292"/>
                              <a:pt x="10896" y="37150"/>
                              <a:pt x="18802" y="38197"/>
                            </a:cubicBezTo>
                            <a:cubicBezTo>
                              <a:pt x="33851" y="40293"/>
                              <a:pt x="45662" y="43055"/>
                              <a:pt x="62807" y="41531"/>
                            </a:cubicBezTo>
                            <a:cubicBezTo>
                              <a:pt x="77190" y="40864"/>
                              <a:pt x="92620" y="37340"/>
                              <a:pt x="104527" y="33054"/>
                            </a:cubicBezTo>
                            <a:cubicBezTo>
                              <a:pt x="113290" y="29529"/>
                              <a:pt x="121862" y="24386"/>
                              <a:pt x="119291" y="18385"/>
                            </a:cubicBezTo>
                            <a:cubicBezTo>
                              <a:pt x="117671" y="14480"/>
                              <a:pt x="110337" y="14671"/>
                              <a:pt x="104431" y="13432"/>
                            </a:cubicBezTo>
                            <a:cubicBezTo>
                              <a:pt x="97383" y="11718"/>
                              <a:pt x="90430" y="10861"/>
                              <a:pt x="83381" y="9622"/>
                            </a:cubicBezTo>
                            <a:cubicBezTo>
                              <a:pt x="76333" y="8194"/>
                              <a:pt x="69189" y="7146"/>
                              <a:pt x="61760" y="5050"/>
                            </a:cubicBezTo>
                            <a:cubicBezTo>
                              <a:pt x="55378" y="3145"/>
                              <a:pt x="48520" y="1240"/>
                              <a:pt x="40900" y="383"/>
                            </a:cubicBezTo>
                            <a:cubicBezTo>
                              <a:pt x="33280" y="-665"/>
                              <a:pt x="25088" y="383"/>
                              <a:pt x="16611" y="4193"/>
                            </a:cubicBezTo>
                            <a:cubicBezTo>
                              <a:pt x="1466" y="11432"/>
                              <a:pt x="-3963" y="25148"/>
                              <a:pt x="2990" y="3153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62" name="Forme libre : forme 10261">
                        <a:extLst>
                          <a:ext uri="{FF2B5EF4-FFF2-40B4-BE49-F238E27FC236}">
                            <a16:creationId xmlns:a16="http://schemas.microsoft.com/office/drawing/2014/main" id="{FA3D85C1-3365-4034-82D7-871EF274CE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1311" y="2741547"/>
                        <a:ext cx="38080" cy="20707"/>
                      </a:xfrm>
                      <a:custGeom>
                        <a:avLst/>
                        <a:gdLst>
                          <a:gd name="connsiteX0" fmla="*/ 2871 w 38080"/>
                          <a:gd name="connsiteY0" fmla="*/ 15654 h 20707"/>
                          <a:gd name="connsiteX1" fmla="*/ 14 w 38080"/>
                          <a:gd name="connsiteY1" fmla="*/ 19273 h 20707"/>
                          <a:gd name="connsiteX2" fmla="*/ 3633 w 38080"/>
                          <a:gd name="connsiteY2" fmla="*/ 20607 h 20707"/>
                          <a:gd name="connsiteX3" fmla="*/ 10682 w 38080"/>
                          <a:gd name="connsiteY3" fmla="*/ 18321 h 20707"/>
                          <a:gd name="connsiteX4" fmla="*/ 27636 w 38080"/>
                          <a:gd name="connsiteY4" fmla="*/ 11367 h 20707"/>
                          <a:gd name="connsiteX5" fmla="*/ 33637 w 38080"/>
                          <a:gd name="connsiteY5" fmla="*/ 8224 h 20707"/>
                          <a:gd name="connsiteX6" fmla="*/ 27827 w 38080"/>
                          <a:gd name="connsiteY6" fmla="*/ 985 h 20707"/>
                          <a:gd name="connsiteX7" fmla="*/ 2871 w 38080"/>
                          <a:gd name="connsiteY7" fmla="*/ 15654 h 207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8080" h="20707">
                            <a:moveTo>
                              <a:pt x="2871" y="15654"/>
                            </a:moveTo>
                            <a:cubicBezTo>
                              <a:pt x="1347" y="16987"/>
                              <a:pt x="204" y="17940"/>
                              <a:pt x="14" y="19273"/>
                            </a:cubicBezTo>
                            <a:cubicBezTo>
                              <a:pt x="-177" y="20607"/>
                              <a:pt x="1633" y="20892"/>
                              <a:pt x="3633" y="20607"/>
                            </a:cubicBezTo>
                            <a:cubicBezTo>
                              <a:pt x="5729" y="20321"/>
                              <a:pt x="8586" y="19273"/>
                              <a:pt x="10682" y="18321"/>
                            </a:cubicBezTo>
                            <a:cubicBezTo>
                              <a:pt x="16206" y="15844"/>
                              <a:pt x="22398" y="13939"/>
                              <a:pt x="27636" y="11367"/>
                            </a:cubicBezTo>
                            <a:cubicBezTo>
                              <a:pt x="29827" y="10320"/>
                              <a:pt x="31923" y="9367"/>
                              <a:pt x="33637" y="8224"/>
                            </a:cubicBezTo>
                            <a:cubicBezTo>
                              <a:pt x="40781" y="3462"/>
                              <a:pt x="39638" y="-2349"/>
                              <a:pt x="27827" y="985"/>
                            </a:cubicBezTo>
                            <a:cubicBezTo>
                              <a:pt x="18873" y="3748"/>
                              <a:pt x="9063" y="9843"/>
                              <a:pt x="2871" y="1565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63" name="Forme libre : forme 10262">
                        <a:extLst>
                          <a:ext uri="{FF2B5EF4-FFF2-40B4-BE49-F238E27FC236}">
                            <a16:creationId xmlns:a16="http://schemas.microsoft.com/office/drawing/2014/main" id="{11FA02CA-632F-4C15-B1E6-506DBB7233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06860" y="2761964"/>
                        <a:ext cx="58483" cy="26479"/>
                      </a:xfrm>
                      <a:custGeom>
                        <a:avLst/>
                        <a:gdLst>
                          <a:gd name="connsiteX0" fmla="*/ 58484 w 58483"/>
                          <a:gd name="connsiteY0" fmla="*/ 0 h 26479"/>
                          <a:gd name="connsiteX1" fmla="*/ 0 w 58483"/>
                          <a:gd name="connsiteY1" fmla="*/ 26479 h 26479"/>
                          <a:gd name="connsiteX2" fmla="*/ 58484 w 58483"/>
                          <a:gd name="connsiteY2" fmla="*/ 0 h 264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8483" h="26479">
                            <a:moveTo>
                              <a:pt x="58484" y="0"/>
                            </a:moveTo>
                            <a:cubicBezTo>
                              <a:pt x="48482" y="13145"/>
                              <a:pt x="17717" y="20098"/>
                              <a:pt x="0" y="26479"/>
                            </a:cubicBezTo>
                            <a:cubicBezTo>
                              <a:pt x="19431" y="19907"/>
                              <a:pt x="42005" y="9239"/>
                              <a:pt x="5848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64" name="Forme libre : forme 10263">
                        <a:extLst>
                          <a:ext uri="{FF2B5EF4-FFF2-40B4-BE49-F238E27FC236}">
                            <a16:creationId xmlns:a16="http://schemas.microsoft.com/office/drawing/2014/main" id="{890E2012-5FB3-4D0D-B2E0-6783E83FD9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272" y="2728626"/>
                        <a:ext cx="59816" cy="50006"/>
                      </a:xfrm>
                      <a:custGeom>
                        <a:avLst/>
                        <a:gdLst>
                          <a:gd name="connsiteX0" fmla="*/ 59817 w 59816"/>
                          <a:gd name="connsiteY0" fmla="*/ 0 h 50006"/>
                          <a:gd name="connsiteX1" fmla="*/ 0 w 59816"/>
                          <a:gd name="connsiteY1" fmla="*/ 50006 h 50006"/>
                          <a:gd name="connsiteX2" fmla="*/ 24193 w 59816"/>
                          <a:gd name="connsiteY2" fmla="*/ 22098 h 50006"/>
                          <a:gd name="connsiteX3" fmla="*/ 41624 w 59816"/>
                          <a:gd name="connsiteY3" fmla="*/ 9811 h 50006"/>
                          <a:gd name="connsiteX4" fmla="*/ 59817 w 59816"/>
                          <a:gd name="connsiteY4" fmla="*/ 0 h 500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816" h="50006">
                            <a:moveTo>
                              <a:pt x="59817" y="0"/>
                            </a:moveTo>
                            <a:cubicBezTo>
                              <a:pt x="30480" y="9430"/>
                              <a:pt x="10478" y="30956"/>
                              <a:pt x="0" y="50006"/>
                            </a:cubicBezTo>
                            <a:cubicBezTo>
                              <a:pt x="4667" y="41053"/>
                              <a:pt x="13145" y="30766"/>
                              <a:pt x="24193" y="22098"/>
                            </a:cubicBezTo>
                            <a:cubicBezTo>
                              <a:pt x="29528" y="17431"/>
                              <a:pt x="35528" y="13526"/>
                              <a:pt x="41624" y="9811"/>
                            </a:cubicBezTo>
                            <a:cubicBezTo>
                              <a:pt x="47625" y="5810"/>
                              <a:pt x="53816" y="2667"/>
                              <a:pt x="5981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65" name="Forme libre : forme 10264">
                        <a:extLst>
                          <a:ext uri="{FF2B5EF4-FFF2-40B4-BE49-F238E27FC236}">
                            <a16:creationId xmlns:a16="http://schemas.microsoft.com/office/drawing/2014/main" id="{77896132-BE61-4EDB-B414-6C9E7E97CC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2794" y="2746002"/>
                        <a:ext cx="36622" cy="8010"/>
                      </a:xfrm>
                      <a:custGeom>
                        <a:avLst/>
                        <a:gdLst>
                          <a:gd name="connsiteX0" fmla="*/ 36352 w 36622"/>
                          <a:gd name="connsiteY0" fmla="*/ 5103 h 8010"/>
                          <a:gd name="connsiteX1" fmla="*/ 15207 w 36622"/>
                          <a:gd name="connsiteY1" fmla="*/ 7865 h 8010"/>
                          <a:gd name="connsiteX2" fmla="*/ 252 w 36622"/>
                          <a:gd name="connsiteY2" fmla="*/ 3674 h 8010"/>
                          <a:gd name="connsiteX3" fmla="*/ 20445 w 36622"/>
                          <a:gd name="connsiteY3" fmla="*/ 245 h 8010"/>
                          <a:gd name="connsiteX4" fmla="*/ 36352 w 36622"/>
                          <a:gd name="connsiteY4" fmla="*/ 5103 h 80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622" h="8010">
                            <a:moveTo>
                              <a:pt x="36352" y="5103"/>
                            </a:moveTo>
                            <a:cubicBezTo>
                              <a:pt x="34066" y="8341"/>
                              <a:pt x="19683" y="8151"/>
                              <a:pt x="15207" y="7865"/>
                            </a:cubicBezTo>
                            <a:cubicBezTo>
                              <a:pt x="10730" y="7675"/>
                              <a:pt x="-1938" y="7675"/>
                              <a:pt x="252" y="3674"/>
                            </a:cubicBezTo>
                            <a:cubicBezTo>
                              <a:pt x="2443" y="-422"/>
                              <a:pt x="16159" y="-231"/>
                              <a:pt x="20445" y="245"/>
                            </a:cubicBezTo>
                            <a:cubicBezTo>
                              <a:pt x="24732" y="245"/>
                              <a:pt x="38733" y="1293"/>
                              <a:pt x="36352" y="510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66" name="Forme libre : forme 10265">
                        <a:extLst>
                          <a:ext uri="{FF2B5EF4-FFF2-40B4-BE49-F238E27FC236}">
                            <a16:creationId xmlns:a16="http://schemas.microsoft.com/office/drawing/2014/main" id="{2197B6EE-4395-466C-92D2-8D54D00D2F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04447" y="2748517"/>
                        <a:ext cx="10348" cy="3255"/>
                      </a:xfrm>
                      <a:custGeom>
                        <a:avLst/>
                        <a:gdLst>
                          <a:gd name="connsiteX0" fmla="*/ 10319 w 10348"/>
                          <a:gd name="connsiteY0" fmla="*/ 1541 h 3255"/>
                          <a:gd name="connsiteX1" fmla="*/ 5651 w 10348"/>
                          <a:gd name="connsiteY1" fmla="*/ 3255 h 3255"/>
                          <a:gd name="connsiteX2" fmla="*/ 32 w 10348"/>
                          <a:gd name="connsiteY2" fmla="*/ 1731 h 3255"/>
                          <a:gd name="connsiteX3" fmla="*/ 4604 w 10348"/>
                          <a:gd name="connsiteY3" fmla="*/ 17 h 3255"/>
                          <a:gd name="connsiteX4" fmla="*/ 10319 w 10348"/>
                          <a:gd name="connsiteY4" fmla="*/ 1541 h 32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348" h="3255">
                            <a:moveTo>
                              <a:pt x="10319" y="1541"/>
                            </a:moveTo>
                            <a:cubicBezTo>
                              <a:pt x="10700" y="2874"/>
                              <a:pt x="7366" y="3255"/>
                              <a:pt x="5651" y="3255"/>
                            </a:cubicBezTo>
                            <a:cubicBezTo>
                              <a:pt x="3937" y="3255"/>
                              <a:pt x="413" y="3065"/>
                              <a:pt x="32" y="1731"/>
                            </a:cubicBezTo>
                            <a:cubicBezTo>
                              <a:pt x="-349" y="303"/>
                              <a:pt x="2794" y="17"/>
                              <a:pt x="4604" y="17"/>
                            </a:cubicBezTo>
                            <a:cubicBezTo>
                              <a:pt x="6318" y="-79"/>
                              <a:pt x="9938" y="207"/>
                              <a:pt x="10319" y="154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67" name="Forme libre : forme 10266">
                        <a:extLst>
                          <a:ext uri="{FF2B5EF4-FFF2-40B4-BE49-F238E27FC236}">
                            <a16:creationId xmlns:a16="http://schemas.microsoft.com/office/drawing/2014/main" id="{0723494C-C8BF-4CA8-AA0E-24567E995F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9742" y="2721584"/>
                        <a:ext cx="92339" cy="36318"/>
                      </a:xfrm>
                      <a:custGeom>
                        <a:avLst/>
                        <a:gdLst>
                          <a:gd name="connsiteX0" fmla="*/ 70837 w 92339"/>
                          <a:gd name="connsiteY0" fmla="*/ 14757 h 36318"/>
                          <a:gd name="connsiteX1" fmla="*/ 91888 w 92339"/>
                          <a:gd name="connsiteY1" fmla="*/ 31140 h 36318"/>
                          <a:gd name="connsiteX2" fmla="*/ 85220 w 92339"/>
                          <a:gd name="connsiteY2" fmla="*/ 36284 h 36318"/>
                          <a:gd name="connsiteX3" fmla="*/ 74838 w 92339"/>
                          <a:gd name="connsiteY3" fmla="*/ 31997 h 36318"/>
                          <a:gd name="connsiteX4" fmla="*/ 43024 w 92339"/>
                          <a:gd name="connsiteY4" fmla="*/ 18186 h 36318"/>
                          <a:gd name="connsiteX5" fmla="*/ 16831 w 92339"/>
                          <a:gd name="connsiteY5" fmla="*/ 14090 h 36318"/>
                          <a:gd name="connsiteX6" fmla="*/ 638 w 92339"/>
                          <a:gd name="connsiteY6" fmla="*/ 6566 h 36318"/>
                          <a:gd name="connsiteX7" fmla="*/ 49502 w 92339"/>
                          <a:gd name="connsiteY7" fmla="*/ 3041 h 36318"/>
                          <a:gd name="connsiteX8" fmla="*/ 70837 w 92339"/>
                          <a:gd name="connsiteY8" fmla="*/ 14757 h 363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2339" h="36318">
                            <a:moveTo>
                              <a:pt x="70837" y="14757"/>
                            </a:moveTo>
                            <a:cubicBezTo>
                              <a:pt x="80362" y="19710"/>
                              <a:pt x="87030" y="24092"/>
                              <a:pt x="91888" y="31140"/>
                            </a:cubicBezTo>
                            <a:cubicBezTo>
                              <a:pt x="93697" y="33807"/>
                              <a:pt x="89792" y="36665"/>
                              <a:pt x="85220" y="36284"/>
                            </a:cubicBezTo>
                            <a:cubicBezTo>
                              <a:pt x="80553" y="35998"/>
                              <a:pt x="77886" y="33807"/>
                              <a:pt x="74838" y="31997"/>
                            </a:cubicBezTo>
                            <a:cubicBezTo>
                              <a:pt x="65504" y="26187"/>
                              <a:pt x="55121" y="21711"/>
                              <a:pt x="43024" y="18186"/>
                            </a:cubicBezTo>
                            <a:cubicBezTo>
                              <a:pt x="39310" y="16853"/>
                              <a:pt x="27308" y="15710"/>
                              <a:pt x="16831" y="14090"/>
                            </a:cubicBezTo>
                            <a:cubicBezTo>
                              <a:pt x="6448" y="12662"/>
                              <a:pt x="-2505" y="10947"/>
                              <a:pt x="638" y="6566"/>
                            </a:cubicBezTo>
                            <a:cubicBezTo>
                              <a:pt x="7115" y="-2578"/>
                              <a:pt x="39405" y="-578"/>
                              <a:pt x="49502" y="3041"/>
                            </a:cubicBezTo>
                            <a:cubicBezTo>
                              <a:pt x="59884" y="5994"/>
                              <a:pt x="63598" y="11043"/>
                              <a:pt x="70837" y="1475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165" name="Graphique 1">
                      <a:extLst>
                        <a:ext uri="{FF2B5EF4-FFF2-40B4-BE49-F238E27FC236}">
                          <a16:creationId xmlns:a16="http://schemas.microsoft.com/office/drawing/2014/main" id="{269D84C0-302A-4D85-BB89-ED7EAE2171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71557" y="2735009"/>
                      <a:ext cx="194593" cy="117542"/>
                      <a:chOff x="3871557" y="2735009"/>
                      <a:chExt cx="194593" cy="117542"/>
                    </a:xfrm>
                    <a:solidFill>
                      <a:schemeClr val="accent1"/>
                    </a:solidFill>
                  </p:grpSpPr>
                  <p:sp>
                    <p:nvSpPr>
                      <p:cNvPr id="10244" name="Forme libre : forme 10243">
                        <a:extLst>
                          <a:ext uri="{FF2B5EF4-FFF2-40B4-BE49-F238E27FC236}">
                            <a16:creationId xmlns:a16="http://schemas.microsoft.com/office/drawing/2014/main" id="{27DFDADB-3FA7-492C-8306-4C75EDEC0D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1557" y="2735009"/>
                        <a:ext cx="194593" cy="117542"/>
                      </a:xfrm>
                      <a:custGeom>
                        <a:avLst/>
                        <a:gdLst>
                          <a:gd name="connsiteX0" fmla="*/ 113421 w 194593"/>
                          <a:gd name="connsiteY0" fmla="*/ 106584 h 117542"/>
                          <a:gd name="connsiteX1" fmla="*/ 99134 w 194593"/>
                          <a:gd name="connsiteY1" fmla="*/ 99345 h 117542"/>
                          <a:gd name="connsiteX2" fmla="*/ 82560 w 194593"/>
                          <a:gd name="connsiteY2" fmla="*/ 90582 h 117542"/>
                          <a:gd name="connsiteX3" fmla="*/ 53509 w 194593"/>
                          <a:gd name="connsiteY3" fmla="*/ 76008 h 117542"/>
                          <a:gd name="connsiteX4" fmla="*/ 36554 w 194593"/>
                          <a:gd name="connsiteY4" fmla="*/ 66388 h 117542"/>
                          <a:gd name="connsiteX5" fmla="*/ 23601 w 194593"/>
                          <a:gd name="connsiteY5" fmla="*/ 56197 h 117542"/>
                          <a:gd name="connsiteX6" fmla="*/ 12837 w 194593"/>
                          <a:gd name="connsiteY6" fmla="*/ 44576 h 117542"/>
                          <a:gd name="connsiteX7" fmla="*/ 2645 w 194593"/>
                          <a:gd name="connsiteY7" fmla="*/ 31717 h 117542"/>
                          <a:gd name="connsiteX8" fmla="*/ 6932 w 194593"/>
                          <a:gd name="connsiteY8" fmla="*/ 10572 h 117542"/>
                          <a:gd name="connsiteX9" fmla="*/ 23315 w 194593"/>
                          <a:gd name="connsiteY9" fmla="*/ 3428 h 117542"/>
                          <a:gd name="connsiteX10" fmla="*/ 41412 w 194593"/>
                          <a:gd name="connsiteY10" fmla="*/ 189 h 117542"/>
                          <a:gd name="connsiteX11" fmla="*/ 84656 w 194593"/>
                          <a:gd name="connsiteY11" fmla="*/ 7238 h 117542"/>
                          <a:gd name="connsiteX12" fmla="*/ 117231 w 194593"/>
                          <a:gd name="connsiteY12" fmla="*/ 22288 h 117542"/>
                          <a:gd name="connsiteX13" fmla="*/ 146759 w 194593"/>
                          <a:gd name="connsiteY13" fmla="*/ 39051 h 117542"/>
                          <a:gd name="connsiteX14" fmla="*/ 190288 w 194593"/>
                          <a:gd name="connsiteY14" fmla="*/ 85629 h 117542"/>
                          <a:gd name="connsiteX15" fmla="*/ 190860 w 194593"/>
                          <a:gd name="connsiteY15" fmla="*/ 106869 h 117542"/>
                          <a:gd name="connsiteX16" fmla="*/ 175048 w 194593"/>
                          <a:gd name="connsiteY16" fmla="*/ 114871 h 117542"/>
                          <a:gd name="connsiteX17" fmla="*/ 156093 w 194593"/>
                          <a:gd name="connsiteY17" fmla="*/ 117538 h 117542"/>
                          <a:gd name="connsiteX18" fmla="*/ 113421 w 194593"/>
                          <a:gd name="connsiteY18" fmla="*/ 106584 h 1175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94593" h="117542">
                            <a:moveTo>
                              <a:pt x="113421" y="106584"/>
                            </a:moveTo>
                            <a:cubicBezTo>
                              <a:pt x="109516" y="104774"/>
                              <a:pt x="104658" y="102297"/>
                              <a:pt x="99134" y="99345"/>
                            </a:cubicBezTo>
                            <a:cubicBezTo>
                              <a:pt x="93990" y="96582"/>
                              <a:pt x="88275" y="93630"/>
                              <a:pt x="82560" y="90582"/>
                            </a:cubicBezTo>
                            <a:cubicBezTo>
                              <a:pt x="71416" y="84772"/>
                              <a:pt x="60462" y="79342"/>
                              <a:pt x="53509" y="76008"/>
                            </a:cubicBezTo>
                            <a:cubicBezTo>
                              <a:pt x="47032" y="72865"/>
                              <a:pt x="41507" y="69436"/>
                              <a:pt x="36554" y="66388"/>
                            </a:cubicBezTo>
                            <a:cubicBezTo>
                              <a:pt x="31697" y="63150"/>
                              <a:pt x="27506" y="59530"/>
                              <a:pt x="23601" y="56197"/>
                            </a:cubicBezTo>
                            <a:cubicBezTo>
                              <a:pt x="19695" y="52767"/>
                              <a:pt x="16266" y="48672"/>
                              <a:pt x="12837" y="44576"/>
                            </a:cubicBezTo>
                            <a:cubicBezTo>
                              <a:pt x="9408" y="40671"/>
                              <a:pt x="6074" y="36384"/>
                              <a:pt x="2645" y="31717"/>
                            </a:cubicBezTo>
                            <a:cubicBezTo>
                              <a:pt x="-2117" y="25240"/>
                              <a:pt x="-307" y="14477"/>
                              <a:pt x="6932" y="10572"/>
                            </a:cubicBezTo>
                            <a:cubicBezTo>
                              <a:pt x="12170" y="7809"/>
                              <a:pt x="17600" y="5238"/>
                              <a:pt x="23315" y="3428"/>
                            </a:cubicBezTo>
                            <a:cubicBezTo>
                              <a:pt x="29030" y="1809"/>
                              <a:pt x="35030" y="761"/>
                              <a:pt x="41412" y="189"/>
                            </a:cubicBezTo>
                            <a:cubicBezTo>
                              <a:pt x="54176" y="-668"/>
                              <a:pt x="68558" y="1332"/>
                              <a:pt x="84656" y="7238"/>
                            </a:cubicBezTo>
                            <a:cubicBezTo>
                              <a:pt x="93228" y="10476"/>
                              <a:pt x="105706" y="16096"/>
                              <a:pt x="117231" y="22288"/>
                            </a:cubicBezTo>
                            <a:cubicBezTo>
                              <a:pt x="128947" y="28479"/>
                              <a:pt x="139805" y="34860"/>
                              <a:pt x="146759" y="39051"/>
                            </a:cubicBezTo>
                            <a:cubicBezTo>
                              <a:pt x="173143" y="54863"/>
                              <a:pt x="177810" y="68389"/>
                              <a:pt x="190288" y="85629"/>
                            </a:cubicBezTo>
                            <a:cubicBezTo>
                              <a:pt x="194479" y="91630"/>
                              <a:pt x="197146" y="101916"/>
                              <a:pt x="190860" y="106869"/>
                            </a:cubicBezTo>
                            <a:cubicBezTo>
                              <a:pt x="186383" y="110013"/>
                              <a:pt x="180953" y="113061"/>
                              <a:pt x="175048" y="114871"/>
                            </a:cubicBezTo>
                            <a:cubicBezTo>
                              <a:pt x="169428" y="116394"/>
                              <a:pt x="162665" y="117633"/>
                              <a:pt x="156093" y="117538"/>
                            </a:cubicBezTo>
                            <a:cubicBezTo>
                              <a:pt x="142853" y="117442"/>
                              <a:pt x="128376" y="113537"/>
                              <a:pt x="113421" y="10658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45" name="Forme libre : forme 10244">
                        <a:extLst>
                          <a:ext uri="{FF2B5EF4-FFF2-40B4-BE49-F238E27FC236}">
                            <a16:creationId xmlns:a16="http://schemas.microsoft.com/office/drawing/2014/main" id="{6C33DDA7-B2B2-4055-B153-F9EFB67263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1697" y="2757201"/>
                        <a:ext cx="191099" cy="95082"/>
                      </a:xfrm>
                      <a:custGeom>
                        <a:avLst/>
                        <a:gdLst>
                          <a:gd name="connsiteX0" fmla="*/ 73657 w 191099"/>
                          <a:gd name="connsiteY0" fmla="*/ 33147 h 95082"/>
                          <a:gd name="connsiteX1" fmla="*/ 28 w 191099"/>
                          <a:gd name="connsiteY1" fmla="*/ 0 h 95082"/>
                          <a:gd name="connsiteX2" fmla="*/ 2600 w 191099"/>
                          <a:gd name="connsiteY2" fmla="*/ 9335 h 95082"/>
                          <a:gd name="connsiteX3" fmla="*/ 9649 w 191099"/>
                          <a:gd name="connsiteY3" fmla="*/ 18479 h 95082"/>
                          <a:gd name="connsiteX4" fmla="*/ 20126 w 191099"/>
                          <a:gd name="connsiteY4" fmla="*/ 30385 h 95082"/>
                          <a:gd name="connsiteX5" fmla="*/ 32318 w 191099"/>
                          <a:gd name="connsiteY5" fmla="*/ 40957 h 95082"/>
                          <a:gd name="connsiteX6" fmla="*/ 41938 w 191099"/>
                          <a:gd name="connsiteY6" fmla="*/ 47244 h 95082"/>
                          <a:gd name="connsiteX7" fmla="*/ 53464 w 191099"/>
                          <a:gd name="connsiteY7" fmla="*/ 53626 h 95082"/>
                          <a:gd name="connsiteX8" fmla="*/ 62608 w 191099"/>
                          <a:gd name="connsiteY8" fmla="*/ 58103 h 95082"/>
                          <a:gd name="connsiteX9" fmla="*/ 108518 w 191099"/>
                          <a:gd name="connsiteY9" fmla="*/ 81820 h 95082"/>
                          <a:gd name="connsiteX10" fmla="*/ 113281 w 191099"/>
                          <a:gd name="connsiteY10" fmla="*/ 84201 h 95082"/>
                          <a:gd name="connsiteX11" fmla="*/ 128902 w 191099"/>
                          <a:gd name="connsiteY11" fmla="*/ 90488 h 95082"/>
                          <a:gd name="connsiteX12" fmla="*/ 144046 w 191099"/>
                          <a:gd name="connsiteY12" fmla="*/ 94202 h 95082"/>
                          <a:gd name="connsiteX13" fmla="*/ 181289 w 191099"/>
                          <a:gd name="connsiteY13" fmla="*/ 90106 h 95082"/>
                          <a:gd name="connsiteX14" fmla="*/ 190814 w 191099"/>
                          <a:gd name="connsiteY14" fmla="*/ 84582 h 95082"/>
                          <a:gd name="connsiteX15" fmla="*/ 191100 w 191099"/>
                          <a:gd name="connsiteY15" fmla="*/ 84296 h 95082"/>
                          <a:gd name="connsiteX16" fmla="*/ 129187 w 191099"/>
                          <a:gd name="connsiteY16" fmla="*/ 60770 h 95082"/>
                          <a:gd name="connsiteX17" fmla="*/ 73657 w 191099"/>
                          <a:gd name="connsiteY17" fmla="*/ 33147 h 950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91099" h="95082">
                            <a:moveTo>
                              <a:pt x="73657" y="33147"/>
                            </a:moveTo>
                            <a:cubicBezTo>
                              <a:pt x="47653" y="22670"/>
                              <a:pt x="20507" y="13716"/>
                              <a:pt x="28" y="0"/>
                            </a:cubicBezTo>
                            <a:cubicBezTo>
                              <a:pt x="-162" y="3334"/>
                              <a:pt x="600" y="6668"/>
                              <a:pt x="2600" y="9335"/>
                            </a:cubicBezTo>
                            <a:cubicBezTo>
                              <a:pt x="4981" y="12573"/>
                              <a:pt x="7267" y="15621"/>
                              <a:pt x="9649" y="18479"/>
                            </a:cubicBezTo>
                            <a:cubicBezTo>
                              <a:pt x="13077" y="22479"/>
                              <a:pt x="16411" y="26670"/>
                              <a:pt x="20126" y="30385"/>
                            </a:cubicBezTo>
                            <a:cubicBezTo>
                              <a:pt x="23746" y="34290"/>
                              <a:pt x="27841" y="37243"/>
                              <a:pt x="32318" y="40957"/>
                            </a:cubicBezTo>
                            <a:cubicBezTo>
                              <a:pt x="35271" y="43148"/>
                              <a:pt x="38414" y="45244"/>
                              <a:pt x="41938" y="47244"/>
                            </a:cubicBezTo>
                            <a:cubicBezTo>
                              <a:pt x="45463" y="49339"/>
                              <a:pt x="49273" y="51626"/>
                              <a:pt x="53464" y="53626"/>
                            </a:cubicBezTo>
                            <a:cubicBezTo>
                              <a:pt x="56035" y="54769"/>
                              <a:pt x="59179" y="56388"/>
                              <a:pt x="62608" y="58103"/>
                            </a:cubicBezTo>
                            <a:cubicBezTo>
                              <a:pt x="76133" y="64484"/>
                              <a:pt x="94993" y="74866"/>
                              <a:pt x="108518" y="81820"/>
                            </a:cubicBezTo>
                            <a:cubicBezTo>
                              <a:pt x="110233" y="82677"/>
                              <a:pt x="111852" y="83439"/>
                              <a:pt x="113281" y="84201"/>
                            </a:cubicBezTo>
                            <a:cubicBezTo>
                              <a:pt x="118710" y="86678"/>
                              <a:pt x="123758" y="88773"/>
                              <a:pt x="128902" y="90488"/>
                            </a:cubicBezTo>
                            <a:cubicBezTo>
                              <a:pt x="134235" y="92107"/>
                              <a:pt x="139189" y="93440"/>
                              <a:pt x="144046" y="94202"/>
                            </a:cubicBezTo>
                            <a:cubicBezTo>
                              <a:pt x="157953" y="96203"/>
                              <a:pt x="170526" y="94774"/>
                              <a:pt x="181289" y="90106"/>
                            </a:cubicBezTo>
                            <a:cubicBezTo>
                              <a:pt x="184813" y="88487"/>
                              <a:pt x="187957" y="86678"/>
                              <a:pt x="190814" y="84582"/>
                            </a:cubicBezTo>
                            <a:lnTo>
                              <a:pt x="191100" y="84296"/>
                            </a:lnTo>
                            <a:cubicBezTo>
                              <a:pt x="168049" y="81534"/>
                              <a:pt x="147952" y="70771"/>
                              <a:pt x="129187" y="60770"/>
                            </a:cubicBezTo>
                            <a:cubicBezTo>
                              <a:pt x="110518" y="50482"/>
                              <a:pt x="92230" y="40386"/>
                              <a:pt x="73657" y="3314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46" name="Forme libre : forme 10245">
                        <a:extLst>
                          <a:ext uri="{FF2B5EF4-FFF2-40B4-BE49-F238E27FC236}">
                            <a16:creationId xmlns:a16="http://schemas.microsoft.com/office/drawing/2014/main" id="{5D938495-F5C2-4E3B-BBE5-2899747F78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1006" y="2774011"/>
                        <a:ext cx="86920" cy="52066"/>
                      </a:xfrm>
                      <a:custGeom>
                        <a:avLst/>
                        <a:gdLst>
                          <a:gd name="connsiteX0" fmla="*/ 86644 w 86920"/>
                          <a:gd name="connsiteY0" fmla="*/ 49008 h 52066"/>
                          <a:gd name="connsiteX1" fmla="*/ 63689 w 86920"/>
                          <a:gd name="connsiteY1" fmla="*/ 48722 h 52066"/>
                          <a:gd name="connsiteX2" fmla="*/ 35780 w 86920"/>
                          <a:gd name="connsiteY2" fmla="*/ 36339 h 52066"/>
                          <a:gd name="connsiteX3" fmla="*/ 12539 w 86920"/>
                          <a:gd name="connsiteY3" fmla="*/ 21290 h 52066"/>
                          <a:gd name="connsiteX4" fmla="*/ 347 w 86920"/>
                          <a:gd name="connsiteY4" fmla="*/ 3764 h 52066"/>
                          <a:gd name="connsiteX5" fmla="*/ 21588 w 86920"/>
                          <a:gd name="connsiteY5" fmla="*/ 2526 h 52066"/>
                          <a:gd name="connsiteX6" fmla="*/ 47306 w 86920"/>
                          <a:gd name="connsiteY6" fmla="*/ 14432 h 52066"/>
                          <a:gd name="connsiteX7" fmla="*/ 72261 w 86920"/>
                          <a:gd name="connsiteY7" fmla="*/ 30910 h 52066"/>
                          <a:gd name="connsiteX8" fmla="*/ 86644 w 86920"/>
                          <a:gd name="connsiteY8" fmla="*/ 49008 h 520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6920" h="52066">
                            <a:moveTo>
                              <a:pt x="86644" y="49008"/>
                            </a:moveTo>
                            <a:cubicBezTo>
                              <a:pt x="84929" y="53675"/>
                              <a:pt x="74547" y="52532"/>
                              <a:pt x="63689" y="48722"/>
                            </a:cubicBezTo>
                            <a:cubicBezTo>
                              <a:pt x="52735" y="45103"/>
                              <a:pt x="41400" y="39197"/>
                              <a:pt x="35780" y="36339"/>
                            </a:cubicBezTo>
                            <a:cubicBezTo>
                              <a:pt x="30161" y="33292"/>
                              <a:pt x="20445" y="27481"/>
                              <a:pt x="12539" y="21290"/>
                            </a:cubicBezTo>
                            <a:cubicBezTo>
                              <a:pt x="4634" y="15385"/>
                              <a:pt x="-1558" y="8812"/>
                              <a:pt x="347" y="3764"/>
                            </a:cubicBezTo>
                            <a:cubicBezTo>
                              <a:pt x="2348" y="-1475"/>
                              <a:pt x="11492" y="-617"/>
                              <a:pt x="21588" y="2526"/>
                            </a:cubicBezTo>
                            <a:cubicBezTo>
                              <a:pt x="31589" y="5764"/>
                              <a:pt x="42162" y="11289"/>
                              <a:pt x="47306" y="14432"/>
                            </a:cubicBezTo>
                            <a:cubicBezTo>
                              <a:pt x="52640" y="17480"/>
                              <a:pt x="63403" y="24243"/>
                              <a:pt x="72261" y="30910"/>
                            </a:cubicBezTo>
                            <a:cubicBezTo>
                              <a:pt x="81119" y="37673"/>
                              <a:pt x="88454" y="44150"/>
                              <a:pt x="86644" y="49008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47" name="Forme libre : forme 10246">
                        <a:extLst>
                          <a:ext uri="{FF2B5EF4-FFF2-40B4-BE49-F238E27FC236}">
                            <a16:creationId xmlns:a16="http://schemas.microsoft.com/office/drawing/2014/main" id="{6A18FA3A-F652-4F36-94C7-694EDF6305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0859" y="2774047"/>
                        <a:ext cx="55263" cy="45161"/>
                      </a:xfrm>
                      <a:custGeom>
                        <a:avLst/>
                        <a:gdLst>
                          <a:gd name="connsiteX0" fmla="*/ 23450 w 55263"/>
                          <a:gd name="connsiteY0" fmla="*/ 3347 h 45161"/>
                          <a:gd name="connsiteX1" fmla="*/ 18 w 55263"/>
                          <a:gd name="connsiteY1" fmla="*/ 3633 h 45161"/>
                          <a:gd name="connsiteX2" fmla="*/ 12686 w 55263"/>
                          <a:gd name="connsiteY2" fmla="*/ 21254 h 45161"/>
                          <a:gd name="connsiteX3" fmla="*/ 36309 w 55263"/>
                          <a:gd name="connsiteY3" fmla="*/ 36589 h 45161"/>
                          <a:gd name="connsiteX4" fmla="*/ 55263 w 55263"/>
                          <a:gd name="connsiteY4" fmla="*/ 45162 h 45161"/>
                          <a:gd name="connsiteX5" fmla="*/ 45834 w 55263"/>
                          <a:gd name="connsiteY5" fmla="*/ 39161 h 45161"/>
                          <a:gd name="connsiteX6" fmla="*/ 23450 w 55263"/>
                          <a:gd name="connsiteY6" fmla="*/ 3347 h 451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5263" h="45161">
                            <a:moveTo>
                              <a:pt x="23450" y="3347"/>
                            </a:moveTo>
                            <a:cubicBezTo>
                              <a:pt x="16973" y="2299"/>
                              <a:pt x="685" y="-3797"/>
                              <a:pt x="18" y="3633"/>
                            </a:cubicBezTo>
                            <a:cubicBezTo>
                              <a:pt x="-363" y="9252"/>
                              <a:pt x="5257" y="15634"/>
                              <a:pt x="12686" y="21254"/>
                            </a:cubicBezTo>
                            <a:cubicBezTo>
                              <a:pt x="20116" y="27160"/>
                              <a:pt x="29355" y="32589"/>
                              <a:pt x="36309" y="36589"/>
                            </a:cubicBezTo>
                            <a:cubicBezTo>
                              <a:pt x="40404" y="38780"/>
                              <a:pt x="50120" y="43352"/>
                              <a:pt x="55263" y="45162"/>
                            </a:cubicBezTo>
                            <a:cubicBezTo>
                              <a:pt x="52596" y="43543"/>
                              <a:pt x="48119" y="41066"/>
                              <a:pt x="45834" y="39161"/>
                            </a:cubicBezTo>
                            <a:cubicBezTo>
                              <a:pt x="33451" y="28112"/>
                              <a:pt x="19068" y="14682"/>
                              <a:pt x="23450" y="334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48" name="Forme libre : forme 10247">
                        <a:extLst>
                          <a:ext uri="{FF2B5EF4-FFF2-40B4-BE49-F238E27FC236}">
                            <a16:creationId xmlns:a16="http://schemas.microsoft.com/office/drawing/2014/main" id="{6CDE8785-55B3-427C-860E-23D560EABD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4545" y="2778573"/>
                        <a:ext cx="87772" cy="51507"/>
                      </a:xfrm>
                      <a:custGeom>
                        <a:avLst/>
                        <a:gdLst>
                          <a:gd name="connsiteX0" fmla="*/ 87011 w 87772"/>
                          <a:gd name="connsiteY0" fmla="*/ 48732 h 51507"/>
                          <a:gd name="connsiteX1" fmla="*/ 62532 w 87772"/>
                          <a:gd name="connsiteY1" fmla="*/ 48447 h 51507"/>
                          <a:gd name="connsiteX2" fmla="*/ 34719 w 87772"/>
                          <a:gd name="connsiteY2" fmla="*/ 36540 h 51507"/>
                          <a:gd name="connsiteX3" fmla="*/ 11763 w 87772"/>
                          <a:gd name="connsiteY3" fmla="*/ 21586 h 51507"/>
                          <a:gd name="connsiteX4" fmla="*/ 333 w 87772"/>
                          <a:gd name="connsiteY4" fmla="*/ 3774 h 51507"/>
                          <a:gd name="connsiteX5" fmla="*/ 21288 w 87772"/>
                          <a:gd name="connsiteY5" fmla="*/ 2727 h 51507"/>
                          <a:gd name="connsiteX6" fmla="*/ 46720 w 87772"/>
                          <a:gd name="connsiteY6" fmla="*/ 14633 h 51507"/>
                          <a:gd name="connsiteX7" fmla="*/ 72723 w 87772"/>
                          <a:gd name="connsiteY7" fmla="*/ 31302 h 51507"/>
                          <a:gd name="connsiteX8" fmla="*/ 84534 w 87772"/>
                          <a:gd name="connsiteY8" fmla="*/ 41112 h 51507"/>
                          <a:gd name="connsiteX9" fmla="*/ 87011 w 87772"/>
                          <a:gd name="connsiteY9" fmla="*/ 48732 h 515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7772" h="51507">
                            <a:moveTo>
                              <a:pt x="87011" y="48732"/>
                            </a:moveTo>
                            <a:cubicBezTo>
                              <a:pt x="83677" y="53019"/>
                              <a:pt x="73390" y="51876"/>
                              <a:pt x="62532" y="48447"/>
                            </a:cubicBezTo>
                            <a:cubicBezTo>
                              <a:pt x="51768" y="45018"/>
                              <a:pt x="40814" y="39684"/>
                              <a:pt x="34719" y="36540"/>
                            </a:cubicBezTo>
                            <a:cubicBezTo>
                              <a:pt x="28622" y="33397"/>
                              <a:pt x="19193" y="27587"/>
                              <a:pt x="11763" y="21586"/>
                            </a:cubicBezTo>
                            <a:cubicBezTo>
                              <a:pt x="4334" y="15586"/>
                              <a:pt x="-1476" y="9299"/>
                              <a:pt x="333" y="3774"/>
                            </a:cubicBezTo>
                            <a:cubicBezTo>
                              <a:pt x="2048" y="-1560"/>
                              <a:pt x="11287" y="-607"/>
                              <a:pt x="21288" y="2727"/>
                            </a:cubicBezTo>
                            <a:cubicBezTo>
                              <a:pt x="31289" y="6156"/>
                              <a:pt x="41862" y="11871"/>
                              <a:pt x="46720" y="14633"/>
                            </a:cubicBezTo>
                            <a:cubicBezTo>
                              <a:pt x="51673" y="17395"/>
                              <a:pt x="63198" y="24348"/>
                              <a:pt x="72723" y="31302"/>
                            </a:cubicBezTo>
                            <a:cubicBezTo>
                              <a:pt x="77486" y="34636"/>
                              <a:pt x="81867" y="37969"/>
                              <a:pt x="84534" y="41112"/>
                            </a:cubicBezTo>
                            <a:cubicBezTo>
                              <a:pt x="87392" y="44065"/>
                              <a:pt x="88725" y="46732"/>
                              <a:pt x="87011" y="4873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49" name="Forme libre : forme 10248">
                        <a:extLst>
                          <a:ext uri="{FF2B5EF4-FFF2-40B4-BE49-F238E27FC236}">
                            <a16:creationId xmlns:a16="http://schemas.microsoft.com/office/drawing/2014/main" id="{079C857A-DC70-4632-B9B4-0B3A12EBA9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8461" y="2750049"/>
                        <a:ext cx="103194" cy="79665"/>
                      </a:xfrm>
                      <a:custGeom>
                        <a:avLst/>
                        <a:gdLst>
                          <a:gd name="connsiteX0" fmla="*/ 125 w 103194"/>
                          <a:gd name="connsiteY0" fmla="*/ 14010 h 79665"/>
                          <a:gd name="connsiteX1" fmla="*/ 8412 w 103194"/>
                          <a:gd name="connsiteY1" fmla="*/ 28869 h 79665"/>
                          <a:gd name="connsiteX2" fmla="*/ 40892 w 103194"/>
                          <a:gd name="connsiteY2" fmla="*/ 59254 h 79665"/>
                          <a:gd name="connsiteX3" fmla="*/ 81849 w 103194"/>
                          <a:gd name="connsiteY3" fmla="*/ 78114 h 79665"/>
                          <a:gd name="connsiteX4" fmla="*/ 103186 w 103194"/>
                          <a:gd name="connsiteY4" fmla="*/ 74018 h 79665"/>
                          <a:gd name="connsiteX5" fmla="*/ 92518 w 103194"/>
                          <a:gd name="connsiteY5" fmla="*/ 61635 h 79665"/>
                          <a:gd name="connsiteX6" fmla="*/ 62704 w 103194"/>
                          <a:gd name="connsiteY6" fmla="*/ 29727 h 79665"/>
                          <a:gd name="connsiteX7" fmla="*/ 28033 w 103194"/>
                          <a:gd name="connsiteY7" fmla="*/ 1152 h 79665"/>
                          <a:gd name="connsiteX8" fmla="*/ 7269 w 103194"/>
                          <a:gd name="connsiteY8" fmla="*/ 2676 h 79665"/>
                          <a:gd name="connsiteX9" fmla="*/ 125 w 103194"/>
                          <a:gd name="connsiteY9" fmla="*/ 14010 h 796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03194" h="79665">
                            <a:moveTo>
                              <a:pt x="125" y="14010"/>
                            </a:moveTo>
                            <a:cubicBezTo>
                              <a:pt x="1078" y="20773"/>
                              <a:pt x="2887" y="23059"/>
                              <a:pt x="8412" y="28869"/>
                            </a:cubicBezTo>
                            <a:cubicBezTo>
                              <a:pt x="18699" y="40204"/>
                              <a:pt x="26223" y="49253"/>
                              <a:pt x="40892" y="59254"/>
                            </a:cubicBezTo>
                            <a:cubicBezTo>
                              <a:pt x="53084" y="67255"/>
                              <a:pt x="68324" y="74780"/>
                              <a:pt x="81849" y="78114"/>
                            </a:cubicBezTo>
                            <a:cubicBezTo>
                              <a:pt x="91755" y="80590"/>
                              <a:pt x="102709" y="80685"/>
                              <a:pt x="103186" y="74018"/>
                            </a:cubicBezTo>
                            <a:cubicBezTo>
                              <a:pt x="103471" y="69922"/>
                              <a:pt x="96899" y="66017"/>
                              <a:pt x="92518" y="61635"/>
                            </a:cubicBezTo>
                            <a:cubicBezTo>
                              <a:pt x="82135" y="51253"/>
                              <a:pt x="71944" y="42014"/>
                              <a:pt x="62704" y="29727"/>
                            </a:cubicBezTo>
                            <a:cubicBezTo>
                              <a:pt x="54798" y="19535"/>
                              <a:pt x="46321" y="5533"/>
                              <a:pt x="28033" y="1152"/>
                            </a:cubicBezTo>
                            <a:cubicBezTo>
                              <a:pt x="19842" y="-849"/>
                              <a:pt x="12412" y="-182"/>
                              <a:pt x="7269" y="2676"/>
                            </a:cubicBezTo>
                            <a:cubicBezTo>
                              <a:pt x="2125" y="5152"/>
                              <a:pt x="-637" y="9343"/>
                              <a:pt x="125" y="1401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50" name="Forme libre : forme 10249">
                        <a:extLst>
                          <a:ext uri="{FF2B5EF4-FFF2-40B4-BE49-F238E27FC236}">
                            <a16:creationId xmlns:a16="http://schemas.microsoft.com/office/drawing/2014/main" id="{5909B008-10B8-4006-BB38-A5DC033396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4355" y="2759059"/>
                        <a:ext cx="40996" cy="13584"/>
                      </a:xfrm>
                      <a:custGeom>
                        <a:avLst/>
                        <a:gdLst>
                          <a:gd name="connsiteX0" fmla="*/ 4902 w 40996"/>
                          <a:gd name="connsiteY0" fmla="*/ 48 h 13584"/>
                          <a:gd name="connsiteX1" fmla="*/ 330 w 40996"/>
                          <a:gd name="connsiteY1" fmla="*/ 1191 h 13584"/>
                          <a:gd name="connsiteX2" fmla="*/ 2425 w 40996"/>
                          <a:gd name="connsiteY2" fmla="*/ 4429 h 13584"/>
                          <a:gd name="connsiteX3" fmla="*/ 9378 w 40996"/>
                          <a:gd name="connsiteY3" fmla="*/ 7191 h 13584"/>
                          <a:gd name="connsiteX4" fmla="*/ 27000 w 40996"/>
                          <a:gd name="connsiteY4" fmla="*/ 12240 h 13584"/>
                          <a:gd name="connsiteX5" fmla="*/ 33572 w 40996"/>
                          <a:gd name="connsiteY5" fmla="*/ 13573 h 13584"/>
                          <a:gd name="connsiteX6" fmla="*/ 33572 w 40996"/>
                          <a:gd name="connsiteY6" fmla="*/ 4238 h 13584"/>
                          <a:gd name="connsiteX7" fmla="*/ 4902 w 40996"/>
                          <a:gd name="connsiteY7" fmla="*/ 48 h 135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996" h="13584">
                            <a:moveTo>
                              <a:pt x="4902" y="48"/>
                            </a:moveTo>
                            <a:cubicBezTo>
                              <a:pt x="2806" y="143"/>
                              <a:pt x="1377" y="333"/>
                              <a:pt x="330" y="1191"/>
                            </a:cubicBezTo>
                            <a:cubicBezTo>
                              <a:pt x="-623" y="2143"/>
                              <a:pt x="615" y="3381"/>
                              <a:pt x="2425" y="4429"/>
                            </a:cubicBezTo>
                            <a:cubicBezTo>
                              <a:pt x="4235" y="5382"/>
                              <a:pt x="7093" y="6429"/>
                              <a:pt x="9378" y="7191"/>
                            </a:cubicBezTo>
                            <a:cubicBezTo>
                              <a:pt x="15093" y="9096"/>
                              <a:pt x="21380" y="10716"/>
                              <a:pt x="27000" y="12240"/>
                            </a:cubicBezTo>
                            <a:cubicBezTo>
                              <a:pt x="29286" y="12811"/>
                              <a:pt x="31476" y="13573"/>
                              <a:pt x="33572" y="13573"/>
                            </a:cubicBezTo>
                            <a:cubicBezTo>
                              <a:pt x="42144" y="13859"/>
                              <a:pt x="44716" y="8810"/>
                              <a:pt x="33572" y="4238"/>
                            </a:cubicBezTo>
                            <a:cubicBezTo>
                              <a:pt x="24904" y="714"/>
                              <a:pt x="13188" y="-238"/>
                              <a:pt x="4902" y="4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51" name="Forme libre : forme 10250">
                        <a:extLst>
                          <a:ext uri="{FF2B5EF4-FFF2-40B4-BE49-F238E27FC236}">
                            <a16:creationId xmlns:a16="http://schemas.microsoft.com/office/drawing/2014/main" id="{5708469D-0607-4475-AFB3-1558DCE5A4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8121" y="2838640"/>
                        <a:ext cx="71818" cy="9323"/>
                      </a:xfrm>
                      <a:custGeom>
                        <a:avLst/>
                        <a:gdLst>
                          <a:gd name="connsiteX0" fmla="*/ 71819 w 71818"/>
                          <a:gd name="connsiteY0" fmla="*/ 0 h 9323"/>
                          <a:gd name="connsiteX1" fmla="*/ 39148 w 71818"/>
                          <a:gd name="connsiteY1" fmla="*/ 9239 h 9323"/>
                          <a:gd name="connsiteX2" fmla="*/ 0 w 71818"/>
                          <a:gd name="connsiteY2" fmla="*/ 2572 h 9323"/>
                          <a:gd name="connsiteX3" fmla="*/ 37624 w 71818"/>
                          <a:gd name="connsiteY3" fmla="*/ 7049 h 9323"/>
                          <a:gd name="connsiteX4" fmla="*/ 56293 w 71818"/>
                          <a:gd name="connsiteY4" fmla="*/ 5048 h 9323"/>
                          <a:gd name="connsiteX5" fmla="*/ 71819 w 71818"/>
                          <a:gd name="connsiteY5" fmla="*/ 0 h 93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1818" h="9323">
                            <a:moveTo>
                              <a:pt x="71819" y="0"/>
                            </a:moveTo>
                            <a:cubicBezTo>
                              <a:pt x="66485" y="6572"/>
                              <a:pt x="53245" y="9906"/>
                              <a:pt x="39148" y="9239"/>
                            </a:cubicBezTo>
                            <a:cubicBezTo>
                              <a:pt x="24670" y="8858"/>
                              <a:pt x="10668" y="5144"/>
                              <a:pt x="0" y="2572"/>
                            </a:cubicBezTo>
                            <a:cubicBezTo>
                              <a:pt x="11525" y="5429"/>
                              <a:pt x="24479" y="7334"/>
                              <a:pt x="37624" y="7049"/>
                            </a:cubicBezTo>
                            <a:cubicBezTo>
                              <a:pt x="43910" y="7049"/>
                              <a:pt x="50387" y="6287"/>
                              <a:pt x="56293" y="5048"/>
                            </a:cubicBezTo>
                            <a:cubicBezTo>
                              <a:pt x="61817" y="4191"/>
                              <a:pt x="67342" y="2000"/>
                              <a:pt x="7181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52" name="Forme libre : forme 10251">
                        <a:extLst>
                          <a:ext uri="{FF2B5EF4-FFF2-40B4-BE49-F238E27FC236}">
                            <a16:creationId xmlns:a16="http://schemas.microsoft.com/office/drawing/2014/main" id="{2C6F99CC-6A19-45B9-BC4B-38712856D8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9727" y="2738862"/>
                        <a:ext cx="78200" cy="8814"/>
                      </a:xfrm>
                      <a:custGeom>
                        <a:avLst/>
                        <a:gdLst>
                          <a:gd name="connsiteX0" fmla="*/ 78200 w 78200"/>
                          <a:gd name="connsiteY0" fmla="*/ 6528 h 8814"/>
                          <a:gd name="connsiteX1" fmla="*/ 0 w 78200"/>
                          <a:gd name="connsiteY1" fmla="*/ 8814 h 8814"/>
                          <a:gd name="connsiteX2" fmla="*/ 16478 w 78200"/>
                          <a:gd name="connsiteY2" fmla="*/ 3480 h 8814"/>
                          <a:gd name="connsiteX3" fmla="*/ 36671 w 78200"/>
                          <a:gd name="connsiteY3" fmla="*/ 1480 h 8814"/>
                          <a:gd name="connsiteX4" fmla="*/ 58103 w 78200"/>
                          <a:gd name="connsiteY4" fmla="*/ 2813 h 8814"/>
                          <a:gd name="connsiteX5" fmla="*/ 78200 w 78200"/>
                          <a:gd name="connsiteY5" fmla="*/ 6528 h 8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8200" h="8814">
                            <a:moveTo>
                              <a:pt x="78200" y="6528"/>
                            </a:moveTo>
                            <a:cubicBezTo>
                              <a:pt x="49816" y="-4235"/>
                              <a:pt x="20003" y="-425"/>
                              <a:pt x="0" y="8814"/>
                            </a:cubicBezTo>
                            <a:cubicBezTo>
                              <a:pt x="4572" y="6623"/>
                              <a:pt x="10287" y="4528"/>
                              <a:pt x="16478" y="3480"/>
                            </a:cubicBezTo>
                            <a:cubicBezTo>
                              <a:pt x="22670" y="2432"/>
                              <a:pt x="29528" y="1766"/>
                              <a:pt x="36671" y="1480"/>
                            </a:cubicBezTo>
                            <a:cubicBezTo>
                              <a:pt x="43625" y="1575"/>
                              <a:pt x="50959" y="2147"/>
                              <a:pt x="58103" y="2813"/>
                            </a:cubicBezTo>
                            <a:cubicBezTo>
                              <a:pt x="64961" y="3861"/>
                              <a:pt x="71819" y="5195"/>
                              <a:pt x="78200" y="65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53" name="Forme libre : forme 10252">
                        <a:extLst>
                          <a:ext uri="{FF2B5EF4-FFF2-40B4-BE49-F238E27FC236}">
                            <a16:creationId xmlns:a16="http://schemas.microsoft.com/office/drawing/2014/main" id="{93939570-A770-440A-A8AA-A76CBDC80C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79103" y="2788915"/>
                        <a:ext cx="30721" cy="21553"/>
                      </a:xfrm>
                      <a:custGeom>
                        <a:avLst/>
                        <a:gdLst>
                          <a:gd name="connsiteX0" fmla="*/ 29973 w 30721"/>
                          <a:gd name="connsiteY0" fmla="*/ 21245 h 21553"/>
                          <a:gd name="connsiteX1" fmla="*/ 10638 w 30721"/>
                          <a:gd name="connsiteY1" fmla="*/ 12387 h 21553"/>
                          <a:gd name="connsiteX2" fmla="*/ 922 w 30721"/>
                          <a:gd name="connsiteY2" fmla="*/ 290 h 21553"/>
                          <a:gd name="connsiteX3" fmla="*/ 19115 w 30721"/>
                          <a:gd name="connsiteY3" fmla="*/ 8863 h 21553"/>
                          <a:gd name="connsiteX4" fmla="*/ 29973 w 30721"/>
                          <a:gd name="connsiteY4" fmla="*/ 21245 h 215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721" h="21553">
                            <a:moveTo>
                              <a:pt x="29973" y="21245"/>
                            </a:moveTo>
                            <a:cubicBezTo>
                              <a:pt x="26163" y="23246"/>
                              <a:pt x="14257" y="14959"/>
                              <a:pt x="10638" y="12387"/>
                            </a:cubicBezTo>
                            <a:cubicBezTo>
                              <a:pt x="7018" y="9815"/>
                              <a:pt x="-3079" y="2195"/>
                              <a:pt x="922" y="290"/>
                            </a:cubicBezTo>
                            <a:cubicBezTo>
                              <a:pt x="5018" y="-1615"/>
                              <a:pt x="15876" y="6386"/>
                              <a:pt x="19115" y="8863"/>
                            </a:cubicBezTo>
                            <a:cubicBezTo>
                              <a:pt x="22544" y="11339"/>
                              <a:pt x="33688" y="19340"/>
                              <a:pt x="29973" y="2124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54" name="Forme libre : forme 10253">
                        <a:extLst>
                          <a:ext uri="{FF2B5EF4-FFF2-40B4-BE49-F238E27FC236}">
                            <a16:creationId xmlns:a16="http://schemas.microsoft.com/office/drawing/2014/main" id="{1E67DF30-7FBA-4259-8367-97EC438B2E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5328" y="2806617"/>
                        <a:ext cx="9115" cy="5981"/>
                      </a:xfrm>
                      <a:custGeom>
                        <a:avLst/>
                        <a:gdLst>
                          <a:gd name="connsiteX0" fmla="*/ 9082 w 9115"/>
                          <a:gd name="connsiteY0" fmla="*/ 5353 h 5981"/>
                          <a:gd name="connsiteX1" fmla="*/ 4130 w 9115"/>
                          <a:gd name="connsiteY1" fmla="*/ 4591 h 5981"/>
                          <a:gd name="connsiteX2" fmla="*/ 34 w 9115"/>
                          <a:gd name="connsiteY2" fmla="*/ 590 h 5981"/>
                          <a:gd name="connsiteX3" fmla="*/ 4796 w 9115"/>
                          <a:gd name="connsiteY3" fmla="*/ 1257 h 5981"/>
                          <a:gd name="connsiteX4" fmla="*/ 9082 w 9115"/>
                          <a:gd name="connsiteY4" fmla="*/ 5353 h 59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115" h="5981">
                            <a:moveTo>
                              <a:pt x="9082" y="5353"/>
                            </a:moveTo>
                            <a:cubicBezTo>
                              <a:pt x="8797" y="6781"/>
                              <a:pt x="5653" y="5448"/>
                              <a:pt x="4130" y="4591"/>
                            </a:cubicBezTo>
                            <a:cubicBezTo>
                              <a:pt x="2606" y="3733"/>
                              <a:pt x="-347" y="1923"/>
                              <a:pt x="34" y="590"/>
                            </a:cubicBezTo>
                            <a:cubicBezTo>
                              <a:pt x="415" y="-744"/>
                              <a:pt x="3272" y="495"/>
                              <a:pt x="4796" y="1257"/>
                            </a:cubicBezTo>
                            <a:cubicBezTo>
                              <a:pt x="6415" y="2114"/>
                              <a:pt x="9464" y="3924"/>
                              <a:pt x="9082" y="535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55" name="Forme libre : forme 10254">
                        <a:extLst>
                          <a:ext uri="{FF2B5EF4-FFF2-40B4-BE49-F238E27FC236}">
                            <a16:creationId xmlns:a16="http://schemas.microsoft.com/office/drawing/2014/main" id="{2216F4C5-EF66-46DB-B770-E940F3AB82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8607" y="2770118"/>
                        <a:ext cx="68443" cy="63702"/>
                      </a:xfrm>
                      <a:custGeom>
                        <a:avLst/>
                        <a:gdLst>
                          <a:gd name="connsiteX0" fmla="*/ 53331 w 68443"/>
                          <a:gd name="connsiteY0" fmla="*/ 39089 h 63702"/>
                          <a:gd name="connsiteX1" fmla="*/ 61522 w 68443"/>
                          <a:gd name="connsiteY1" fmla="*/ 48996 h 63702"/>
                          <a:gd name="connsiteX2" fmla="*/ 68095 w 68443"/>
                          <a:gd name="connsiteY2" fmla="*/ 59092 h 63702"/>
                          <a:gd name="connsiteX3" fmla="*/ 60760 w 68443"/>
                          <a:gd name="connsiteY3" fmla="*/ 63378 h 63702"/>
                          <a:gd name="connsiteX4" fmla="*/ 51426 w 68443"/>
                          <a:gd name="connsiteY4" fmla="*/ 56901 h 63702"/>
                          <a:gd name="connsiteX5" fmla="*/ 28947 w 68443"/>
                          <a:gd name="connsiteY5" fmla="*/ 32041 h 63702"/>
                          <a:gd name="connsiteX6" fmla="*/ 10087 w 68443"/>
                          <a:gd name="connsiteY6" fmla="*/ 15563 h 63702"/>
                          <a:gd name="connsiteX7" fmla="*/ 1801 w 68443"/>
                          <a:gd name="connsiteY7" fmla="*/ 418 h 63702"/>
                          <a:gd name="connsiteX8" fmla="*/ 23041 w 68443"/>
                          <a:gd name="connsiteY8" fmla="*/ 7276 h 63702"/>
                          <a:gd name="connsiteX9" fmla="*/ 41234 w 68443"/>
                          <a:gd name="connsiteY9" fmla="*/ 21468 h 63702"/>
                          <a:gd name="connsiteX10" fmla="*/ 53331 w 68443"/>
                          <a:gd name="connsiteY10" fmla="*/ 39089 h 637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8443" h="63702">
                            <a:moveTo>
                              <a:pt x="53331" y="39089"/>
                            </a:moveTo>
                            <a:cubicBezTo>
                              <a:pt x="56379" y="42995"/>
                              <a:pt x="59046" y="45948"/>
                              <a:pt x="61522" y="48996"/>
                            </a:cubicBezTo>
                            <a:cubicBezTo>
                              <a:pt x="63999" y="52139"/>
                              <a:pt x="66095" y="55473"/>
                              <a:pt x="68095" y="59092"/>
                            </a:cubicBezTo>
                            <a:cubicBezTo>
                              <a:pt x="69714" y="61664"/>
                              <a:pt x="65428" y="64712"/>
                              <a:pt x="60760" y="63378"/>
                            </a:cubicBezTo>
                            <a:cubicBezTo>
                              <a:pt x="56093" y="62045"/>
                              <a:pt x="53807" y="59568"/>
                              <a:pt x="51426" y="56901"/>
                            </a:cubicBezTo>
                            <a:cubicBezTo>
                              <a:pt x="44377" y="48329"/>
                              <a:pt x="37138" y="40804"/>
                              <a:pt x="28947" y="32041"/>
                            </a:cubicBezTo>
                            <a:cubicBezTo>
                              <a:pt x="26470" y="29374"/>
                              <a:pt x="17422" y="22421"/>
                              <a:pt x="10087" y="15563"/>
                            </a:cubicBezTo>
                            <a:cubicBezTo>
                              <a:pt x="2658" y="8705"/>
                              <a:pt x="-3057" y="2037"/>
                              <a:pt x="1801" y="418"/>
                            </a:cubicBezTo>
                            <a:cubicBezTo>
                              <a:pt x="6658" y="-1296"/>
                              <a:pt x="15421" y="2514"/>
                              <a:pt x="23041" y="7276"/>
                            </a:cubicBezTo>
                            <a:cubicBezTo>
                              <a:pt x="30947" y="12324"/>
                              <a:pt x="37900" y="17944"/>
                              <a:pt x="41234" y="21468"/>
                            </a:cubicBezTo>
                            <a:cubicBezTo>
                              <a:pt x="47711" y="27945"/>
                              <a:pt x="48854" y="33565"/>
                              <a:pt x="53331" y="3908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166" name="Graphique 1">
                      <a:extLst>
                        <a:ext uri="{FF2B5EF4-FFF2-40B4-BE49-F238E27FC236}">
                          <a16:creationId xmlns:a16="http://schemas.microsoft.com/office/drawing/2014/main" id="{E4EE6DD4-5EFE-46B4-8007-58DCB301B1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66417" y="2763283"/>
                      <a:ext cx="206197" cy="93550"/>
                      <a:chOff x="4066417" y="2763283"/>
                      <a:chExt cx="206197" cy="93550"/>
                    </a:xfrm>
                    <a:solidFill>
                      <a:schemeClr val="accent1"/>
                    </a:solidFill>
                  </p:grpSpPr>
                  <p:sp>
                    <p:nvSpPr>
                      <p:cNvPr id="10232" name="Forme libre : forme 10231">
                        <a:extLst>
                          <a:ext uri="{FF2B5EF4-FFF2-40B4-BE49-F238E27FC236}">
                            <a16:creationId xmlns:a16="http://schemas.microsoft.com/office/drawing/2014/main" id="{9F779D59-CFA2-4499-8368-AB211B57F1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6446" y="2763283"/>
                        <a:ext cx="206167" cy="93550"/>
                      </a:xfrm>
                      <a:custGeom>
                        <a:avLst/>
                        <a:gdLst>
                          <a:gd name="connsiteX0" fmla="*/ 143131 w 206167"/>
                          <a:gd name="connsiteY0" fmla="*/ 74691 h 93550"/>
                          <a:gd name="connsiteX1" fmla="*/ 111127 w 206167"/>
                          <a:gd name="connsiteY1" fmla="*/ 81453 h 93550"/>
                          <a:gd name="connsiteX2" fmla="*/ 79218 w 206167"/>
                          <a:gd name="connsiteY2" fmla="*/ 89073 h 93550"/>
                          <a:gd name="connsiteX3" fmla="*/ 59978 w 206167"/>
                          <a:gd name="connsiteY3" fmla="*/ 92598 h 93550"/>
                          <a:gd name="connsiteX4" fmla="*/ 51596 w 206167"/>
                          <a:gd name="connsiteY4" fmla="*/ 93074 h 93550"/>
                          <a:gd name="connsiteX5" fmla="*/ 46262 w 206167"/>
                          <a:gd name="connsiteY5" fmla="*/ 93360 h 93550"/>
                          <a:gd name="connsiteX6" fmla="*/ 40452 w 206167"/>
                          <a:gd name="connsiteY6" fmla="*/ 93550 h 93550"/>
                          <a:gd name="connsiteX7" fmla="*/ 29879 w 206167"/>
                          <a:gd name="connsiteY7" fmla="*/ 92788 h 93550"/>
                          <a:gd name="connsiteX8" fmla="*/ 19973 w 206167"/>
                          <a:gd name="connsiteY8" fmla="*/ 89740 h 93550"/>
                          <a:gd name="connsiteX9" fmla="*/ 11305 w 206167"/>
                          <a:gd name="connsiteY9" fmla="*/ 85549 h 93550"/>
                          <a:gd name="connsiteX10" fmla="*/ 3780 w 206167"/>
                          <a:gd name="connsiteY10" fmla="*/ 79644 h 93550"/>
                          <a:gd name="connsiteX11" fmla="*/ 5209 w 206167"/>
                          <a:gd name="connsiteY11" fmla="*/ 58117 h 93550"/>
                          <a:gd name="connsiteX12" fmla="*/ 10543 w 206167"/>
                          <a:gd name="connsiteY12" fmla="*/ 52974 h 93550"/>
                          <a:gd name="connsiteX13" fmla="*/ 15020 w 206167"/>
                          <a:gd name="connsiteY13" fmla="*/ 47544 h 93550"/>
                          <a:gd name="connsiteX14" fmla="*/ 23021 w 206167"/>
                          <a:gd name="connsiteY14" fmla="*/ 37448 h 93550"/>
                          <a:gd name="connsiteX15" fmla="*/ 25021 w 206167"/>
                          <a:gd name="connsiteY15" fmla="*/ 35257 h 93550"/>
                          <a:gd name="connsiteX16" fmla="*/ 29022 w 206167"/>
                          <a:gd name="connsiteY16" fmla="*/ 32209 h 93550"/>
                          <a:gd name="connsiteX17" fmla="*/ 37880 w 206167"/>
                          <a:gd name="connsiteY17" fmla="*/ 26304 h 93550"/>
                          <a:gd name="connsiteX18" fmla="*/ 59216 w 206167"/>
                          <a:gd name="connsiteY18" fmla="*/ 16493 h 93550"/>
                          <a:gd name="connsiteX19" fmla="*/ 128653 w 206167"/>
                          <a:gd name="connsiteY19" fmla="*/ 872 h 93550"/>
                          <a:gd name="connsiteX20" fmla="*/ 199710 w 206167"/>
                          <a:gd name="connsiteY20" fmla="*/ 21065 h 93550"/>
                          <a:gd name="connsiteX21" fmla="*/ 203424 w 206167"/>
                          <a:gd name="connsiteY21" fmla="*/ 41829 h 93550"/>
                          <a:gd name="connsiteX22" fmla="*/ 178564 w 206167"/>
                          <a:gd name="connsiteY22" fmla="*/ 62022 h 93550"/>
                          <a:gd name="connsiteX23" fmla="*/ 143131 w 206167"/>
                          <a:gd name="connsiteY23" fmla="*/ 74691 h 935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</a:cxnLst>
                        <a:rect l="l" t="t" r="r" b="b"/>
                        <a:pathLst>
                          <a:path w="206167" h="93550">
                            <a:moveTo>
                              <a:pt x="143131" y="74691"/>
                            </a:moveTo>
                            <a:cubicBezTo>
                              <a:pt x="135416" y="76215"/>
                              <a:pt x="123224" y="78882"/>
                              <a:pt x="111127" y="81453"/>
                            </a:cubicBezTo>
                            <a:cubicBezTo>
                              <a:pt x="99126" y="84311"/>
                              <a:pt x="87124" y="87168"/>
                              <a:pt x="79218" y="89073"/>
                            </a:cubicBezTo>
                            <a:cubicBezTo>
                              <a:pt x="72265" y="91074"/>
                              <a:pt x="65407" y="91740"/>
                              <a:pt x="59978" y="92598"/>
                            </a:cubicBezTo>
                            <a:cubicBezTo>
                              <a:pt x="57120" y="92883"/>
                              <a:pt x="54358" y="93074"/>
                              <a:pt x="51596" y="93074"/>
                            </a:cubicBezTo>
                            <a:cubicBezTo>
                              <a:pt x="50548" y="92979"/>
                              <a:pt x="48167" y="93264"/>
                              <a:pt x="46262" y="93360"/>
                            </a:cubicBezTo>
                            <a:cubicBezTo>
                              <a:pt x="44262" y="93455"/>
                              <a:pt x="42357" y="93550"/>
                              <a:pt x="40452" y="93550"/>
                            </a:cubicBezTo>
                            <a:cubicBezTo>
                              <a:pt x="36737" y="93550"/>
                              <a:pt x="33212" y="93264"/>
                              <a:pt x="29879" y="92788"/>
                            </a:cubicBezTo>
                            <a:cubicBezTo>
                              <a:pt x="26355" y="91931"/>
                              <a:pt x="23021" y="90883"/>
                              <a:pt x="19973" y="89740"/>
                            </a:cubicBezTo>
                            <a:cubicBezTo>
                              <a:pt x="16925" y="88502"/>
                              <a:pt x="14067" y="87359"/>
                              <a:pt x="11305" y="85549"/>
                            </a:cubicBezTo>
                            <a:cubicBezTo>
                              <a:pt x="8638" y="83739"/>
                              <a:pt x="6066" y="81739"/>
                              <a:pt x="3780" y="79644"/>
                            </a:cubicBezTo>
                            <a:cubicBezTo>
                              <a:pt x="-2697" y="73929"/>
                              <a:pt x="66" y="63070"/>
                              <a:pt x="5209" y="58117"/>
                            </a:cubicBezTo>
                            <a:cubicBezTo>
                              <a:pt x="7114" y="56307"/>
                              <a:pt x="8828" y="54783"/>
                              <a:pt x="10543" y="52974"/>
                            </a:cubicBezTo>
                            <a:cubicBezTo>
                              <a:pt x="12067" y="51069"/>
                              <a:pt x="13591" y="49259"/>
                              <a:pt x="15020" y="47544"/>
                            </a:cubicBezTo>
                            <a:cubicBezTo>
                              <a:pt x="17877" y="44592"/>
                              <a:pt x="20354" y="40496"/>
                              <a:pt x="23021" y="37448"/>
                            </a:cubicBezTo>
                            <a:lnTo>
                              <a:pt x="25021" y="35257"/>
                            </a:lnTo>
                            <a:lnTo>
                              <a:pt x="29022" y="32209"/>
                            </a:lnTo>
                            <a:cubicBezTo>
                              <a:pt x="31784" y="30209"/>
                              <a:pt x="34737" y="28209"/>
                              <a:pt x="37880" y="26304"/>
                            </a:cubicBezTo>
                            <a:cubicBezTo>
                              <a:pt x="44166" y="22494"/>
                              <a:pt x="51215" y="19446"/>
                              <a:pt x="59216" y="16493"/>
                            </a:cubicBezTo>
                            <a:cubicBezTo>
                              <a:pt x="76170" y="10206"/>
                              <a:pt x="110746" y="2777"/>
                              <a:pt x="128653" y="872"/>
                            </a:cubicBezTo>
                            <a:cubicBezTo>
                              <a:pt x="162181" y="-3129"/>
                              <a:pt x="181517" y="7158"/>
                              <a:pt x="199710" y="21065"/>
                            </a:cubicBezTo>
                            <a:cubicBezTo>
                              <a:pt x="205996" y="26018"/>
                              <a:pt x="208568" y="36495"/>
                              <a:pt x="203424" y="41829"/>
                            </a:cubicBezTo>
                            <a:cubicBezTo>
                              <a:pt x="196090" y="49830"/>
                              <a:pt x="188184" y="56784"/>
                              <a:pt x="178564" y="62022"/>
                            </a:cubicBezTo>
                            <a:cubicBezTo>
                              <a:pt x="168849" y="67642"/>
                              <a:pt x="157514" y="71357"/>
                              <a:pt x="143131" y="7469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33" name="Forme libre : forme 10232">
                        <a:extLst>
                          <a:ext uri="{FF2B5EF4-FFF2-40B4-BE49-F238E27FC236}">
                            <a16:creationId xmlns:a16="http://schemas.microsoft.com/office/drawing/2014/main" id="{0DF74EA5-AD40-4461-9138-7CE17476D8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6417" y="2804636"/>
                        <a:ext cx="203358" cy="52042"/>
                      </a:xfrm>
                      <a:custGeom>
                        <a:avLst/>
                        <a:gdLst>
                          <a:gd name="connsiteX0" fmla="*/ 81629 w 203358"/>
                          <a:gd name="connsiteY0" fmla="*/ 19050 h 52042"/>
                          <a:gd name="connsiteX1" fmla="*/ 41815 w 203358"/>
                          <a:gd name="connsiteY1" fmla="*/ 32099 h 52042"/>
                          <a:gd name="connsiteX2" fmla="*/ 0 w 203358"/>
                          <a:gd name="connsiteY2" fmla="*/ 29337 h 52042"/>
                          <a:gd name="connsiteX3" fmla="*/ 3715 w 203358"/>
                          <a:gd name="connsiteY3" fmla="*/ 38195 h 52042"/>
                          <a:gd name="connsiteX4" fmla="*/ 14383 w 203358"/>
                          <a:gd name="connsiteY4" fmla="*/ 45815 h 52042"/>
                          <a:gd name="connsiteX5" fmla="*/ 33623 w 203358"/>
                          <a:gd name="connsiteY5" fmla="*/ 51721 h 52042"/>
                          <a:gd name="connsiteX6" fmla="*/ 44768 w 203358"/>
                          <a:gd name="connsiteY6" fmla="*/ 52006 h 52042"/>
                          <a:gd name="connsiteX7" fmla="*/ 50578 w 203358"/>
                          <a:gd name="connsiteY7" fmla="*/ 51625 h 52042"/>
                          <a:gd name="connsiteX8" fmla="*/ 54769 w 203358"/>
                          <a:gd name="connsiteY8" fmla="*/ 51625 h 52042"/>
                          <a:gd name="connsiteX9" fmla="*/ 66104 w 203358"/>
                          <a:gd name="connsiteY9" fmla="*/ 50387 h 52042"/>
                          <a:gd name="connsiteX10" fmla="*/ 79153 w 203358"/>
                          <a:gd name="connsiteY10" fmla="*/ 47720 h 52042"/>
                          <a:gd name="connsiteX11" fmla="*/ 89249 w 203358"/>
                          <a:gd name="connsiteY11" fmla="*/ 45339 h 52042"/>
                          <a:gd name="connsiteX12" fmla="*/ 138208 w 203358"/>
                          <a:gd name="connsiteY12" fmla="*/ 34290 h 52042"/>
                          <a:gd name="connsiteX13" fmla="*/ 142970 w 203358"/>
                          <a:gd name="connsiteY13" fmla="*/ 33338 h 52042"/>
                          <a:gd name="connsiteX14" fmla="*/ 157163 w 203358"/>
                          <a:gd name="connsiteY14" fmla="*/ 29432 h 52042"/>
                          <a:gd name="connsiteX15" fmla="*/ 169450 w 203358"/>
                          <a:gd name="connsiteY15" fmla="*/ 24955 h 52042"/>
                          <a:gd name="connsiteX16" fmla="*/ 196025 w 203358"/>
                          <a:gd name="connsiteY16" fmla="*/ 7525 h 52042"/>
                          <a:gd name="connsiteX17" fmla="*/ 203168 w 203358"/>
                          <a:gd name="connsiteY17" fmla="*/ 286 h 52042"/>
                          <a:gd name="connsiteX18" fmla="*/ 203359 w 203358"/>
                          <a:gd name="connsiteY18" fmla="*/ 0 h 52042"/>
                          <a:gd name="connsiteX19" fmla="*/ 81629 w 203358"/>
                          <a:gd name="connsiteY19" fmla="*/ 19050 h 52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203358" h="52042">
                            <a:moveTo>
                              <a:pt x="81629" y="19050"/>
                            </a:moveTo>
                            <a:cubicBezTo>
                              <a:pt x="68294" y="23336"/>
                              <a:pt x="54864" y="28384"/>
                              <a:pt x="41815" y="32099"/>
                            </a:cubicBezTo>
                            <a:cubicBezTo>
                              <a:pt x="26670" y="36766"/>
                              <a:pt x="10668" y="36004"/>
                              <a:pt x="0" y="29337"/>
                            </a:cubicBezTo>
                            <a:cubicBezTo>
                              <a:pt x="0" y="32671"/>
                              <a:pt x="1048" y="35814"/>
                              <a:pt x="3715" y="38195"/>
                            </a:cubicBezTo>
                            <a:cubicBezTo>
                              <a:pt x="6953" y="40957"/>
                              <a:pt x="10478" y="44005"/>
                              <a:pt x="14383" y="45815"/>
                            </a:cubicBezTo>
                            <a:cubicBezTo>
                              <a:pt x="19907" y="48387"/>
                              <a:pt x="26670" y="51149"/>
                              <a:pt x="33623" y="51721"/>
                            </a:cubicBezTo>
                            <a:cubicBezTo>
                              <a:pt x="37147" y="52006"/>
                              <a:pt x="40767" y="52102"/>
                              <a:pt x="44768" y="52006"/>
                            </a:cubicBezTo>
                            <a:cubicBezTo>
                              <a:pt x="46768" y="51911"/>
                              <a:pt x="48673" y="51816"/>
                              <a:pt x="50578" y="51625"/>
                            </a:cubicBezTo>
                            <a:lnTo>
                              <a:pt x="54769" y="51625"/>
                            </a:lnTo>
                            <a:cubicBezTo>
                              <a:pt x="58484" y="51530"/>
                              <a:pt x="62008" y="50959"/>
                              <a:pt x="66104" y="50387"/>
                            </a:cubicBezTo>
                            <a:cubicBezTo>
                              <a:pt x="70295" y="49816"/>
                              <a:pt x="74581" y="48958"/>
                              <a:pt x="79153" y="47720"/>
                            </a:cubicBezTo>
                            <a:cubicBezTo>
                              <a:pt x="82010" y="47054"/>
                              <a:pt x="85535" y="46196"/>
                              <a:pt x="89249" y="45339"/>
                            </a:cubicBezTo>
                            <a:cubicBezTo>
                              <a:pt x="104013" y="41338"/>
                              <a:pt x="124873" y="37052"/>
                              <a:pt x="138208" y="34290"/>
                            </a:cubicBezTo>
                            <a:cubicBezTo>
                              <a:pt x="139922" y="33909"/>
                              <a:pt x="141542" y="33623"/>
                              <a:pt x="142970" y="33338"/>
                            </a:cubicBezTo>
                            <a:cubicBezTo>
                              <a:pt x="148114" y="32290"/>
                              <a:pt x="152781" y="30956"/>
                              <a:pt x="157163" y="29432"/>
                            </a:cubicBezTo>
                            <a:cubicBezTo>
                              <a:pt x="161544" y="28194"/>
                              <a:pt x="165640" y="26670"/>
                              <a:pt x="169450" y="24955"/>
                            </a:cubicBezTo>
                            <a:cubicBezTo>
                              <a:pt x="179832" y="20002"/>
                              <a:pt x="188309" y="14478"/>
                              <a:pt x="196025" y="7525"/>
                            </a:cubicBezTo>
                            <a:cubicBezTo>
                              <a:pt x="198501" y="5239"/>
                              <a:pt x="200882" y="2667"/>
                              <a:pt x="203168" y="286"/>
                            </a:cubicBezTo>
                            <a:lnTo>
                              <a:pt x="203359" y="0"/>
                            </a:lnTo>
                            <a:cubicBezTo>
                              <a:pt x="162592" y="952"/>
                              <a:pt x="119634" y="6001"/>
                              <a:pt x="81629" y="1905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34" name="Forme libre : forme 10233">
                        <a:extLst>
                          <a:ext uri="{FF2B5EF4-FFF2-40B4-BE49-F238E27FC236}">
                            <a16:creationId xmlns:a16="http://schemas.microsoft.com/office/drawing/2014/main" id="{3EF6B590-340C-43C5-95F2-C6CBDCA54B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6536" y="2791750"/>
                        <a:ext cx="95836" cy="30408"/>
                      </a:xfrm>
                      <a:custGeom>
                        <a:avLst/>
                        <a:gdLst>
                          <a:gd name="connsiteX0" fmla="*/ 95806 w 95836"/>
                          <a:gd name="connsiteY0" fmla="*/ 7171 h 30408"/>
                          <a:gd name="connsiteX1" fmla="*/ 48181 w 95836"/>
                          <a:gd name="connsiteY1" fmla="*/ 26792 h 30408"/>
                          <a:gd name="connsiteX2" fmla="*/ 20939 w 95836"/>
                          <a:gd name="connsiteY2" fmla="*/ 30221 h 30408"/>
                          <a:gd name="connsiteX3" fmla="*/ 270 w 95836"/>
                          <a:gd name="connsiteY3" fmla="*/ 24697 h 30408"/>
                          <a:gd name="connsiteX4" fmla="*/ 15605 w 95836"/>
                          <a:gd name="connsiteY4" fmla="*/ 10028 h 30408"/>
                          <a:gd name="connsiteX5" fmla="*/ 43037 w 95836"/>
                          <a:gd name="connsiteY5" fmla="*/ 2503 h 30408"/>
                          <a:gd name="connsiteX6" fmla="*/ 95806 w 95836"/>
                          <a:gd name="connsiteY6" fmla="*/ 7171 h 304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5836" h="30408">
                            <a:moveTo>
                              <a:pt x="95806" y="7171"/>
                            </a:moveTo>
                            <a:cubicBezTo>
                              <a:pt x="97044" y="16982"/>
                              <a:pt x="60278" y="23649"/>
                              <a:pt x="48181" y="26792"/>
                            </a:cubicBezTo>
                            <a:cubicBezTo>
                              <a:pt x="41990" y="27840"/>
                              <a:pt x="30941" y="29935"/>
                              <a:pt x="20939" y="30221"/>
                            </a:cubicBezTo>
                            <a:cubicBezTo>
                              <a:pt x="11033" y="30888"/>
                              <a:pt x="2080" y="29935"/>
                              <a:pt x="270" y="24697"/>
                            </a:cubicBezTo>
                            <a:cubicBezTo>
                              <a:pt x="-1540" y="19458"/>
                              <a:pt x="5985" y="14315"/>
                              <a:pt x="15605" y="10028"/>
                            </a:cubicBezTo>
                            <a:cubicBezTo>
                              <a:pt x="25321" y="6218"/>
                              <a:pt x="36941" y="3266"/>
                              <a:pt x="43037" y="2503"/>
                            </a:cubicBezTo>
                            <a:cubicBezTo>
                              <a:pt x="55229" y="27"/>
                              <a:pt x="94568" y="-3211"/>
                              <a:pt x="95806" y="717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35" name="Forme libre : forme 10234">
                        <a:extLst>
                          <a:ext uri="{FF2B5EF4-FFF2-40B4-BE49-F238E27FC236}">
                            <a16:creationId xmlns:a16="http://schemas.microsoft.com/office/drawing/2014/main" id="{427AB170-69F2-49F4-BA40-8395F577A6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5624" y="2801492"/>
                        <a:ext cx="69286" cy="20709"/>
                      </a:xfrm>
                      <a:custGeom>
                        <a:avLst/>
                        <a:gdLst>
                          <a:gd name="connsiteX0" fmla="*/ 18423 w 69286"/>
                          <a:gd name="connsiteY0" fmla="*/ 0 h 20709"/>
                          <a:gd name="connsiteX1" fmla="*/ 707 w 69286"/>
                          <a:gd name="connsiteY1" fmla="*/ 15240 h 20709"/>
                          <a:gd name="connsiteX2" fmla="*/ 21852 w 69286"/>
                          <a:gd name="connsiteY2" fmla="*/ 20574 h 20709"/>
                          <a:gd name="connsiteX3" fmla="*/ 49665 w 69286"/>
                          <a:gd name="connsiteY3" fmla="*/ 17145 h 20709"/>
                          <a:gd name="connsiteX4" fmla="*/ 69287 w 69286"/>
                          <a:gd name="connsiteY4" fmla="*/ 12002 h 20709"/>
                          <a:gd name="connsiteX5" fmla="*/ 58428 w 69286"/>
                          <a:gd name="connsiteY5" fmla="*/ 13049 h 20709"/>
                          <a:gd name="connsiteX6" fmla="*/ 18423 w 69286"/>
                          <a:gd name="connsiteY6" fmla="*/ 0 h 207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9286" h="20709">
                            <a:moveTo>
                              <a:pt x="18423" y="0"/>
                            </a:moveTo>
                            <a:cubicBezTo>
                              <a:pt x="12804" y="3429"/>
                              <a:pt x="-3580" y="9335"/>
                              <a:pt x="707" y="15240"/>
                            </a:cubicBezTo>
                            <a:cubicBezTo>
                              <a:pt x="4040" y="20003"/>
                              <a:pt x="12518" y="21146"/>
                              <a:pt x="21852" y="20574"/>
                            </a:cubicBezTo>
                            <a:cubicBezTo>
                              <a:pt x="31377" y="20479"/>
                              <a:pt x="41855" y="18383"/>
                              <a:pt x="49665" y="17145"/>
                            </a:cubicBezTo>
                            <a:cubicBezTo>
                              <a:pt x="54237" y="16383"/>
                              <a:pt x="64238" y="13526"/>
                              <a:pt x="69287" y="12002"/>
                            </a:cubicBezTo>
                            <a:cubicBezTo>
                              <a:pt x="66334" y="12287"/>
                              <a:pt x="61286" y="13049"/>
                              <a:pt x="58428" y="13049"/>
                            </a:cubicBezTo>
                            <a:cubicBezTo>
                              <a:pt x="42140" y="12192"/>
                              <a:pt x="22424" y="11525"/>
                              <a:pt x="18423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36" name="Forme libre : forme 10235">
                        <a:extLst>
                          <a:ext uri="{FF2B5EF4-FFF2-40B4-BE49-F238E27FC236}">
                            <a16:creationId xmlns:a16="http://schemas.microsoft.com/office/drawing/2014/main" id="{81F048ED-3EF4-41E3-9518-9A0560D79A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2135" y="2793488"/>
                        <a:ext cx="95804" cy="30568"/>
                      </a:xfrm>
                      <a:custGeom>
                        <a:avLst/>
                        <a:gdLst>
                          <a:gd name="connsiteX0" fmla="*/ 95731 w 95804"/>
                          <a:gd name="connsiteY0" fmla="*/ 7433 h 30568"/>
                          <a:gd name="connsiteX1" fmla="*/ 75729 w 95804"/>
                          <a:gd name="connsiteY1" fmla="*/ 19816 h 30568"/>
                          <a:gd name="connsiteX2" fmla="*/ 47630 w 95804"/>
                          <a:gd name="connsiteY2" fmla="*/ 27245 h 30568"/>
                          <a:gd name="connsiteX3" fmla="*/ 386 w 95804"/>
                          <a:gd name="connsiteY3" fmla="*/ 24388 h 30568"/>
                          <a:gd name="connsiteX4" fmla="*/ 42963 w 95804"/>
                          <a:gd name="connsiteY4" fmla="*/ 2766 h 30568"/>
                          <a:gd name="connsiteX5" fmla="*/ 74300 w 95804"/>
                          <a:gd name="connsiteY5" fmla="*/ 4 h 30568"/>
                          <a:gd name="connsiteX6" fmla="*/ 95731 w 95804"/>
                          <a:gd name="connsiteY6" fmla="*/ 7433 h 30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5804" h="30568">
                            <a:moveTo>
                              <a:pt x="95731" y="7433"/>
                            </a:moveTo>
                            <a:cubicBezTo>
                              <a:pt x="94684" y="12672"/>
                              <a:pt x="85825" y="16577"/>
                              <a:pt x="75729" y="19816"/>
                            </a:cubicBezTo>
                            <a:cubicBezTo>
                              <a:pt x="65632" y="23149"/>
                              <a:pt x="54107" y="25531"/>
                              <a:pt x="47630" y="27245"/>
                            </a:cubicBezTo>
                            <a:cubicBezTo>
                              <a:pt x="34390" y="29531"/>
                              <a:pt x="4768" y="34675"/>
                              <a:pt x="386" y="24388"/>
                            </a:cubicBezTo>
                            <a:cubicBezTo>
                              <a:pt x="-4091" y="13815"/>
                              <a:pt x="31628" y="3909"/>
                              <a:pt x="42963" y="2766"/>
                            </a:cubicBezTo>
                            <a:cubicBezTo>
                              <a:pt x="48487" y="1623"/>
                              <a:pt x="62298" y="-92"/>
                              <a:pt x="74300" y="4"/>
                            </a:cubicBezTo>
                            <a:cubicBezTo>
                              <a:pt x="86397" y="194"/>
                              <a:pt x="96779" y="2290"/>
                              <a:pt x="95731" y="743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37" name="Forme libre : forme 10236">
                        <a:extLst>
                          <a:ext uri="{FF2B5EF4-FFF2-40B4-BE49-F238E27FC236}">
                            <a16:creationId xmlns:a16="http://schemas.microsoft.com/office/drawing/2014/main" id="{B368DAE9-E8BF-495E-A066-0E6EE0D1DD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2301" y="2801196"/>
                        <a:ext cx="120196" cy="41505"/>
                      </a:xfrm>
                      <a:custGeom>
                        <a:avLst/>
                        <a:gdLst>
                          <a:gd name="connsiteX0" fmla="*/ 2024 w 120196"/>
                          <a:gd name="connsiteY0" fmla="*/ 31157 h 41505"/>
                          <a:gd name="connsiteX1" fmla="*/ 18598 w 120196"/>
                          <a:gd name="connsiteY1" fmla="*/ 38301 h 41505"/>
                          <a:gd name="connsiteX2" fmla="*/ 63175 w 120196"/>
                          <a:gd name="connsiteY2" fmla="*/ 40778 h 41505"/>
                          <a:gd name="connsiteX3" fmla="*/ 105847 w 120196"/>
                          <a:gd name="connsiteY3" fmla="*/ 29062 h 41505"/>
                          <a:gd name="connsiteX4" fmla="*/ 119467 w 120196"/>
                          <a:gd name="connsiteY4" fmla="*/ 13060 h 41505"/>
                          <a:gd name="connsiteX5" fmla="*/ 103942 w 120196"/>
                          <a:gd name="connsiteY5" fmla="*/ 9536 h 41505"/>
                          <a:gd name="connsiteX6" fmla="*/ 82510 w 120196"/>
                          <a:gd name="connsiteY6" fmla="*/ 7440 h 41505"/>
                          <a:gd name="connsiteX7" fmla="*/ 60698 w 120196"/>
                          <a:gd name="connsiteY7" fmla="*/ 4106 h 41505"/>
                          <a:gd name="connsiteX8" fmla="*/ 39934 w 120196"/>
                          <a:gd name="connsiteY8" fmla="*/ 106 h 41505"/>
                          <a:gd name="connsiteX9" fmla="*/ 15835 w 120196"/>
                          <a:gd name="connsiteY9" fmla="*/ 4392 h 41505"/>
                          <a:gd name="connsiteX10" fmla="*/ 6215 w 120196"/>
                          <a:gd name="connsiteY10" fmla="*/ 10964 h 41505"/>
                          <a:gd name="connsiteX11" fmla="*/ 1548 w 120196"/>
                          <a:gd name="connsiteY11" fmla="*/ 17727 h 41505"/>
                          <a:gd name="connsiteX12" fmla="*/ 2024 w 120196"/>
                          <a:gd name="connsiteY12" fmla="*/ 31157 h 41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20196" h="41505">
                            <a:moveTo>
                              <a:pt x="2024" y="31157"/>
                            </a:moveTo>
                            <a:cubicBezTo>
                              <a:pt x="6215" y="36301"/>
                              <a:pt x="9835" y="37253"/>
                              <a:pt x="18598" y="38301"/>
                            </a:cubicBezTo>
                            <a:cubicBezTo>
                              <a:pt x="33647" y="40492"/>
                              <a:pt x="45268" y="42683"/>
                              <a:pt x="63175" y="40778"/>
                            </a:cubicBezTo>
                            <a:cubicBezTo>
                              <a:pt x="77938" y="38968"/>
                              <a:pt x="94131" y="34872"/>
                              <a:pt x="105847" y="29062"/>
                            </a:cubicBezTo>
                            <a:cubicBezTo>
                              <a:pt x="114610" y="24776"/>
                              <a:pt x="122706" y="18775"/>
                              <a:pt x="119467" y="13060"/>
                            </a:cubicBezTo>
                            <a:cubicBezTo>
                              <a:pt x="117467" y="9631"/>
                              <a:pt x="110038" y="10202"/>
                              <a:pt x="103942" y="9536"/>
                            </a:cubicBezTo>
                            <a:cubicBezTo>
                              <a:pt x="96703" y="8869"/>
                              <a:pt x="89845" y="8202"/>
                              <a:pt x="82510" y="7440"/>
                            </a:cubicBezTo>
                            <a:cubicBezTo>
                              <a:pt x="75367" y="6869"/>
                              <a:pt x="68223" y="5916"/>
                              <a:pt x="60698" y="4106"/>
                            </a:cubicBezTo>
                            <a:cubicBezTo>
                              <a:pt x="54316" y="2868"/>
                              <a:pt x="47458" y="963"/>
                              <a:pt x="39934" y="106"/>
                            </a:cubicBezTo>
                            <a:cubicBezTo>
                              <a:pt x="32409" y="-275"/>
                              <a:pt x="24313" y="201"/>
                              <a:pt x="15835" y="4392"/>
                            </a:cubicBezTo>
                            <a:cubicBezTo>
                              <a:pt x="12025" y="6297"/>
                              <a:pt x="8787" y="8583"/>
                              <a:pt x="6215" y="10964"/>
                            </a:cubicBezTo>
                            <a:cubicBezTo>
                              <a:pt x="3834" y="13251"/>
                              <a:pt x="2691" y="15251"/>
                              <a:pt x="1548" y="17727"/>
                            </a:cubicBezTo>
                            <a:cubicBezTo>
                              <a:pt x="-357" y="22394"/>
                              <a:pt x="-833" y="27538"/>
                              <a:pt x="2024" y="3115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38" name="Forme libre : forme 10237">
                        <a:extLst>
                          <a:ext uri="{FF2B5EF4-FFF2-40B4-BE49-F238E27FC236}">
                            <a16:creationId xmlns:a16="http://schemas.microsoft.com/office/drawing/2014/main" id="{16695CDD-95F2-4B94-9AAB-01493CFE28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12790" y="2793752"/>
                        <a:ext cx="37234" cy="21248"/>
                      </a:xfrm>
                      <a:custGeom>
                        <a:avLst/>
                        <a:gdLst>
                          <a:gd name="connsiteX0" fmla="*/ 2776 w 37234"/>
                          <a:gd name="connsiteY0" fmla="*/ 16122 h 21248"/>
                          <a:gd name="connsiteX1" fmla="*/ 14 w 37234"/>
                          <a:gd name="connsiteY1" fmla="*/ 19932 h 21248"/>
                          <a:gd name="connsiteX2" fmla="*/ 3633 w 37234"/>
                          <a:gd name="connsiteY2" fmla="*/ 21075 h 21248"/>
                          <a:gd name="connsiteX3" fmla="*/ 10682 w 37234"/>
                          <a:gd name="connsiteY3" fmla="*/ 18885 h 21248"/>
                          <a:gd name="connsiteX4" fmla="*/ 27350 w 37234"/>
                          <a:gd name="connsiteY4" fmla="*/ 11550 h 21248"/>
                          <a:gd name="connsiteX5" fmla="*/ 33161 w 37234"/>
                          <a:gd name="connsiteY5" fmla="*/ 8312 h 21248"/>
                          <a:gd name="connsiteX6" fmla="*/ 27160 w 37234"/>
                          <a:gd name="connsiteY6" fmla="*/ 1263 h 21248"/>
                          <a:gd name="connsiteX7" fmla="*/ 2776 w 37234"/>
                          <a:gd name="connsiteY7" fmla="*/ 16122 h 21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7234" h="21248">
                            <a:moveTo>
                              <a:pt x="2776" y="16122"/>
                            </a:moveTo>
                            <a:cubicBezTo>
                              <a:pt x="1252" y="17456"/>
                              <a:pt x="204" y="18599"/>
                              <a:pt x="14" y="19932"/>
                            </a:cubicBezTo>
                            <a:cubicBezTo>
                              <a:pt x="-177" y="21266"/>
                              <a:pt x="1633" y="21456"/>
                              <a:pt x="3633" y="21075"/>
                            </a:cubicBezTo>
                            <a:cubicBezTo>
                              <a:pt x="5729" y="20790"/>
                              <a:pt x="8587" y="19742"/>
                              <a:pt x="10682" y="18885"/>
                            </a:cubicBezTo>
                            <a:cubicBezTo>
                              <a:pt x="16206" y="16503"/>
                              <a:pt x="22112" y="13932"/>
                              <a:pt x="27350" y="11550"/>
                            </a:cubicBezTo>
                            <a:cubicBezTo>
                              <a:pt x="29541" y="10503"/>
                              <a:pt x="31542" y="9645"/>
                              <a:pt x="33161" y="8312"/>
                            </a:cubicBezTo>
                            <a:cubicBezTo>
                              <a:pt x="39924" y="2978"/>
                              <a:pt x="38495" y="-2547"/>
                              <a:pt x="27160" y="1263"/>
                            </a:cubicBezTo>
                            <a:cubicBezTo>
                              <a:pt x="18492" y="3930"/>
                              <a:pt x="8967" y="10788"/>
                              <a:pt x="2776" y="1612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39" name="Forme libre : forme 10238">
                        <a:extLst>
                          <a:ext uri="{FF2B5EF4-FFF2-40B4-BE49-F238E27FC236}">
                            <a16:creationId xmlns:a16="http://schemas.microsoft.com/office/drawing/2014/main" id="{19A1E4AB-1E5E-41E0-8BFF-C8E00941A3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1483" y="2802255"/>
                        <a:ext cx="55435" cy="33813"/>
                      </a:xfrm>
                      <a:custGeom>
                        <a:avLst/>
                        <a:gdLst>
                          <a:gd name="connsiteX0" fmla="*/ 55436 w 55435"/>
                          <a:gd name="connsiteY0" fmla="*/ 0 h 33813"/>
                          <a:gd name="connsiteX1" fmla="*/ 31242 w 55435"/>
                          <a:gd name="connsiteY1" fmla="*/ 19050 h 33813"/>
                          <a:gd name="connsiteX2" fmla="*/ 0 w 55435"/>
                          <a:gd name="connsiteY2" fmla="*/ 33814 h 33813"/>
                          <a:gd name="connsiteX3" fmla="*/ 55436 w 55435"/>
                          <a:gd name="connsiteY3" fmla="*/ 0 h 338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5435" h="33813">
                            <a:moveTo>
                              <a:pt x="55436" y="0"/>
                            </a:moveTo>
                            <a:cubicBezTo>
                              <a:pt x="51435" y="7334"/>
                              <a:pt x="41910" y="13525"/>
                              <a:pt x="31242" y="19050"/>
                            </a:cubicBezTo>
                            <a:cubicBezTo>
                              <a:pt x="20669" y="24860"/>
                              <a:pt x="8858" y="29623"/>
                              <a:pt x="0" y="33814"/>
                            </a:cubicBezTo>
                            <a:cubicBezTo>
                              <a:pt x="19336" y="24765"/>
                              <a:pt x="40291" y="11430"/>
                              <a:pt x="5543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40" name="Forme libre : forme 10239">
                        <a:extLst>
                          <a:ext uri="{FF2B5EF4-FFF2-40B4-BE49-F238E27FC236}">
                            <a16:creationId xmlns:a16="http://schemas.microsoft.com/office/drawing/2014/main" id="{FC48643D-CC7D-4CC1-9B9A-E1FD918CE5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2799" y="2781204"/>
                        <a:ext cx="55911" cy="42005"/>
                      </a:xfrm>
                      <a:custGeom>
                        <a:avLst/>
                        <a:gdLst>
                          <a:gd name="connsiteX0" fmla="*/ 55912 w 55911"/>
                          <a:gd name="connsiteY0" fmla="*/ 0 h 42005"/>
                          <a:gd name="connsiteX1" fmla="*/ 36290 w 55911"/>
                          <a:gd name="connsiteY1" fmla="*/ 9335 h 42005"/>
                          <a:gd name="connsiteX2" fmla="*/ 19812 w 55911"/>
                          <a:gd name="connsiteY2" fmla="*/ 21717 h 42005"/>
                          <a:gd name="connsiteX3" fmla="*/ 0 w 55911"/>
                          <a:gd name="connsiteY3" fmla="*/ 42005 h 42005"/>
                          <a:gd name="connsiteX4" fmla="*/ 20860 w 55911"/>
                          <a:gd name="connsiteY4" fmla="*/ 22479 h 42005"/>
                          <a:gd name="connsiteX5" fmla="*/ 38290 w 55911"/>
                          <a:gd name="connsiteY5" fmla="*/ 9906 h 42005"/>
                          <a:gd name="connsiteX6" fmla="*/ 55912 w 55911"/>
                          <a:gd name="connsiteY6" fmla="*/ 0 h 420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5911" h="42005">
                            <a:moveTo>
                              <a:pt x="55912" y="0"/>
                            </a:moveTo>
                            <a:cubicBezTo>
                              <a:pt x="48958" y="2381"/>
                              <a:pt x="42291" y="5905"/>
                              <a:pt x="36290" y="9335"/>
                            </a:cubicBezTo>
                            <a:cubicBezTo>
                              <a:pt x="30289" y="13049"/>
                              <a:pt x="24098" y="17812"/>
                              <a:pt x="19812" y="21717"/>
                            </a:cubicBezTo>
                            <a:cubicBezTo>
                              <a:pt x="14002" y="28575"/>
                              <a:pt x="7810" y="36386"/>
                              <a:pt x="0" y="42005"/>
                            </a:cubicBezTo>
                            <a:cubicBezTo>
                              <a:pt x="7048" y="36481"/>
                              <a:pt x="14288" y="29242"/>
                              <a:pt x="20860" y="22479"/>
                            </a:cubicBezTo>
                            <a:cubicBezTo>
                              <a:pt x="26289" y="18193"/>
                              <a:pt x="32290" y="13621"/>
                              <a:pt x="38290" y="9906"/>
                            </a:cubicBezTo>
                            <a:cubicBezTo>
                              <a:pt x="44196" y="6382"/>
                              <a:pt x="50197" y="2762"/>
                              <a:pt x="5591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41" name="Forme libre : forme 10240">
                        <a:extLst>
                          <a:ext uri="{FF2B5EF4-FFF2-40B4-BE49-F238E27FC236}">
                            <a16:creationId xmlns:a16="http://schemas.microsoft.com/office/drawing/2014/main" id="{B86007F4-3ED5-46BF-A476-1D8BAC4CE2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73571" y="2795028"/>
                        <a:ext cx="36373" cy="8612"/>
                      </a:xfrm>
                      <a:custGeom>
                        <a:avLst/>
                        <a:gdLst>
                          <a:gd name="connsiteX0" fmla="*/ 36197 w 36373"/>
                          <a:gd name="connsiteY0" fmla="*/ 3512 h 8612"/>
                          <a:gd name="connsiteX1" fmla="*/ 15432 w 36373"/>
                          <a:gd name="connsiteY1" fmla="*/ 8370 h 8612"/>
                          <a:gd name="connsiteX2" fmla="*/ 192 w 36373"/>
                          <a:gd name="connsiteY2" fmla="*/ 5131 h 8612"/>
                          <a:gd name="connsiteX3" fmla="*/ 19909 w 36373"/>
                          <a:gd name="connsiteY3" fmla="*/ 83 h 8612"/>
                          <a:gd name="connsiteX4" fmla="*/ 36197 w 36373"/>
                          <a:gd name="connsiteY4" fmla="*/ 3512 h 86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373" h="8612">
                            <a:moveTo>
                              <a:pt x="36197" y="3512"/>
                            </a:moveTo>
                            <a:cubicBezTo>
                              <a:pt x="34292" y="7322"/>
                              <a:pt x="19814" y="7798"/>
                              <a:pt x="15432" y="8370"/>
                            </a:cubicBezTo>
                            <a:cubicBezTo>
                              <a:pt x="11051" y="8751"/>
                              <a:pt x="-1713" y="9227"/>
                              <a:pt x="192" y="5131"/>
                            </a:cubicBezTo>
                            <a:cubicBezTo>
                              <a:pt x="2097" y="1035"/>
                              <a:pt x="15623" y="369"/>
                              <a:pt x="19909" y="83"/>
                            </a:cubicBezTo>
                            <a:cubicBezTo>
                              <a:pt x="24100" y="-107"/>
                              <a:pt x="38102" y="-298"/>
                              <a:pt x="36197" y="351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42" name="Forme libre : forme 10241">
                        <a:extLst>
                          <a:ext uri="{FF2B5EF4-FFF2-40B4-BE49-F238E27FC236}">
                            <a16:creationId xmlns:a16="http://schemas.microsoft.com/office/drawing/2014/main" id="{2F21AAC3-D06E-4F88-AFA5-FD331D6196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04937" y="2795803"/>
                        <a:ext cx="10325" cy="3514"/>
                      </a:xfrm>
                      <a:custGeom>
                        <a:avLst/>
                        <a:gdLst>
                          <a:gd name="connsiteX0" fmla="*/ 10260 w 10325"/>
                          <a:gd name="connsiteY0" fmla="*/ 1022 h 3514"/>
                          <a:gd name="connsiteX1" fmla="*/ 5783 w 10325"/>
                          <a:gd name="connsiteY1" fmla="*/ 3308 h 3514"/>
                          <a:gd name="connsiteX2" fmla="*/ 69 w 10325"/>
                          <a:gd name="connsiteY2" fmla="*/ 2451 h 3514"/>
                          <a:gd name="connsiteX3" fmla="*/ 4355 w 10325"/>
                          <a:gd name="connsiteY3" fmla="*/ 165 h 3514"/>
                          <a:gd name="connsiteX4" fmla="*/ 10260 w 10325"/>
                          <a:gd name="connsiteY4" fmla="*/ 1022 h 35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325" h="3514">
                            <a:moveTo>
                              <a:pt x="10260" y="1022"/>
                            </a:moveTo>
                            <a:cubicBezTo>
                              <a:pt x="10832" y="2355"/>
                              <a:pt x="7498" y="3118"/>
                              <a:pt x="5783" y="3308"/>
                            </a:cubicBezTo>
                            <a:cubicBezTo>
                              <a:pt x="4069" y="3594"/>
                              <a:pt x="545" y="3784"/>
                              <a:pt x="69" y="2451"/>
                            </a:cubicBezTo>
                            <a:cubicBezTo>
                              <a:pt x="-503" y="1117"/>
                              <a:pt x="2640" y="451"/>
                              <a:pt x="4355" y="165"/>
                            </a:cubicBezTo>
                            <a:cubicBezTo>
                              <a:pt x="6164" y="-26"/>
                              <a:pt x="9784" y="-312"/>
                              <a:pt x="10260" y="102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43" name="Forme libre : forme 10242">
                        <a:extLst>
                          <a:ext uri="{FF2B5EF4-FFF2-40B4-BE49-F238E27FC236}">
                            <a16:creationId xmlns:a16="http://schemas.microsoft.com/office/drawing/2014/main" id="{0725B3F4-34A5-4701-B7DF-65C46EAF21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9070" y="2770454"/>
                        <a:ext cx="93523" cy="29282"/>
                      </a:xfrm>
                      <a:custGeom>
                        <a:avLst/>
                        <a:gdLst>
                          <a:gd name="connsiteX0" fmla="*/ 69939 w 93523"/>
                          <a:gd name="connsiteY0" fmla="*/ 9607 h 29282"/>
                          <a:gd name="connsiteX1" fmla="*/ 92895 w 93523"/>
                          <a:gd name="connsiteY1" fmla="*/ 23132 h 29282"/>
                          <a:gd name="connsiteX2" fmla="*/ 86894 w 93523"/>
                          <a:gd name="connsiteY2" fmla="*/ 29228 h 29282"/>
                          <a:gd name="connsiteX3" fmla="*/ 76036 w 93523"/>
                          <a:gd name="connsiteY3" fmla="*/ 26371 h 29282"/>
                          <a:gd name="connsiteX4" fmla="*/ 42889 w 93523"/>
                          <a:gd name="connsiteY4" fmla="*/ 16655 h 29282"/>
                          <a:gd name="connsiteX5" fmla="*/ 502 w 93523"/>
                          <a:gd name="connsiteY5" fmla="*/ 8845 h 29282"/>
                          <a:gd name="connsiteX6" fmla="*/ 22219 w 93523"/>
                          <a:gd name="connsiteY6" fmla="*/ 558 h 29282"/>
                          <a:gd name="connsiteX7" fmla="*/ 47556 w 93523"/>
                          <a:gd name="connsiteY7" fmla="*/ 844 h 29282"/>
                          <a:gd name="connsiteX8" fmla="*/ 69939 w 93523"/>
                          <a:gd name="connsiteY8" fmla="*/ 9607 h 292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523" h="29282">
                            <a:moveTo>
                              <a:pt x="69939" y="9607"/>
                            </a:moveTo>
                            <a:cubicBezTo>
                              <a:pt x="80036" y="13512"/>
                              <a:pt x="87180" y="16751"/>
                              <a:pt x="92895" y="23132"/>
                            </a:cubicBezTo>
                            <a:cubicBezTo>
                              <a:pt x="94990" y="25514"/>
                              <a:pt x="91561" y="28848"/>
                              <a:pt x="86894" y="29228"/>
                            </a:cubicBezTo>
                            <a:cubicBezTo>
                              <a:pt x="82227" y="29609"/>
                              <a:pt x="79274" y="27895"/>
                              <a:pt x="76036" y="26371"/>
                            </a:cubicBezTo>
                            <a:cubicBezTo>
                              <a:pt x="66034" y="21894"/>
                              <a:pt x="55176" y="18751"/>
                              <a:pt x="42889" y="16655"/>
                            </a:cubicBezTo>
                            <a:cubicBezTo>
                              <a:pt x="35269" y="14750"/>
                              <a:pt x="-4927" y="17513"/>
                              <a:pt x="502" y="8845"/>
                            </a:cubicBezTo>
                            <a:cubicBezTo>
                              <a:pt x="3264" y="4463"/>
                              <a:pt x="12504" y="1796"/>
                              <a:pt x="22219" y="558"/>
                            </a:cubicBezTo>
                            <a:cubicBezTo>
                              <a:pt x="32030" y="-394"/>
                              <a:pt x="42317" y="-13"/>
                              <a:pt x="47556" y="844"/>
                            </a:cubicBezTo>
                            <a:cubicBezTo>
                              <a:pt x="58033" y="2749"/>
                              <a:pt x="62415" y="6749"/>
                              <a:pt x="69939" y="960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167" name="Graphique 1">
                      <a:extLst>
                        <a:ext uri="{FF2B5EF4-FFF2-40B4-BE49-F238E27FC236}">
                          <a16:creationId xmlns:a16="http://schemas.microsoft.com/office/drawing/2014/main" id="{51EE10F5-BDA3-43F3-9BB0-FB6272778F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72468" y="2764426"/>
                      <a:ext cx="199603" cy="100121"/>
                      <a:chOff x="4272468" y="2764426"/>
                      <a:chExt cx="199603" cy="100121"/>
                    </a:xfrm>
                    <a:solidFill>
                      <a:schemeClr val="accent1"/>
                    </a:solidFill>
                  </p:grpSpPr>
                  <p:sp>
                    <p:nvSpPr>
                      <p:cNvPr id="10220" name="Forme libre : forme 10219">
                        <a:extLst>
                          <a:ext uri="{FF2B5EF4-FFF2-40B4-BE49-F238E27FC236}">
                            <a16:creationId xmlns:a16="http://schemas.microsoft.com/office/drawing/2014/main" id="{E43872C3-A263-4DEF-8C7C-1FF6E31CA7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2468" y="2764426"/>
                        <a:ext cx="199603" cy="100121"/>
                      </a:xfrm>
                      <a:custGeom>
                        <a:avLst/>
                        <a:gdLst>
                          <a:gd name="connsiteX0" fmla="*/ 124371 w 199603"/>
                          <a:gd name="connsiteY0" fmla="*/ 91264 h 100121"/>
                          <a:gd name="connsiteX1" fmla="*/ 111513 w 199603"/>
                          <a:gd name="connsiteY1" fmla="*/ 87168 h 100121"/>
                          <a:gd name="connsiteX2" fmla="*/ 95320 w 199603"/>
                          <a:gd name="connsiteY2" fmla="*/ 82405 h 100121"/>
                          <a:gd name="connsiteX3" fmla="*/ 64554 w 199603"/>
                          <a:gd name="connsiteY3" fmla="*/ 74881 h 100121"/>
                          <a:gd name="connsiteX4" fmla="*/ 29598 w 199603"/>
                          <a:gd name="connsiteY4" fmla="*/ 62022 h 100121"/>
                          <a:gd name="connsiteX5" fmla="*/ 3976 w 199603"/>
                          <a:gd name="connsiteY5" fmla="*/ 41353 h 100121"/>
                          <a:gd name="connsiteX6" fmla="*/ 5214 w 199603"/>
                          <a:gd name="connsiteY6" fmla="*/ 19826 h 100121"/>
                          <a:gd name="connsiteX7" fmla="*/ 19787 w 199603"/>
                          <a:gd name="connsiteY7" fmla="*/ 10206 h 100121"/>
                          <a:gd name="connsiteX8" fmla="*/ 36361 w 199603"/>
                          <a:gd name="connsiteY8" fmla="*/ 3633 h 100121"/>
                          <a:gd name="connsiteX9" fmla="*/ 78842 w 199603"/>
                          <a:gd name="connsiteY9" fmla="*/ 871 h 100121"/>
                          <a:gd name="connsiteX10" fmla="*/ 150375 w 199603"/>
                          <a:gd name="connsiteY10" fmla="*/ 20779 h 100121"/>
                          <a:gd name="connsiteX11" fmla="*/ 185712 w 199603"/>
                          <a:gd name="connsiteY11" fmla="*/ 48401 h 100121"/>
                          <a:gd name="connsiteX12" fmla="*/ 194571 w 199603"/>
                          <a:gd name="connsiteY12" fmla="*/ 64022 h 100121"/>
                          <a:gd name="connsiteX13" fmla="*/ 199238 w 199603"/>
                          <a:gd name="connsiteY13" fmla="*/ 80405 h 100121"/>
                          <a:gd name="connsiteX14" fmla="*/ 189046 w 199603"/>
                          <a:gd name="connsiteY14" fmla="*/ 98883 h 100121"/>
                          <a:gd name="connsiteX15" fmla="*/ 173044 w 199603"/>
                          <a:gd name="connsiteY15" fmla="*/ 100122 h 100121"/>
                          <a:gd name="connsiteX16" fmla="*/ 165043 w 199603"/>
                          <a:gd name="connsiteY16" fmla="*/ 99741 h 100121"/>
                          <a:gd name="connsiteX17" fmla="*/ 157233 w 199603"/>
                          <a:gd name="connsiteY17" fmla="*/ 99360 h 100121"/>
                          <a:gd name="connsiteX18" fmla="*/ 141707 w 199603"/>
                          <a:gd name="connsiteY18" fmla="*/ 96407 h 100121"/>
                          <a:gd name="connsiteX19" fmla="*/ 124371 w 199603"/>
                          <a:gd name="connsiteY19" fmla="*/ 91264 h 1001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99603" h="100121">
                            <a:moveTo>
                              <a:pt x="124371" y="91264"/>
                            </a:moveTo>
                            <a:cubicBezTo>
                              <a:pt x="120943" y="90216"/>
                              <a:pt x="116466" y="88882"/>
                              <a:pt x="111513" y="87168"/>
                            </a:cubicBezTo>
                            <a:cubicBezTo>
                              <a:pt x="106750" y="85263"/>
                              <a:pt x="101035" y="83834"/>
                              <a:pt x="95320" y="82405"/>
                            </a:cubicBezTo>
                            <a:cubicBezTo>
                              <a:pt x="84176" y="78881"/>
                              <a:pt x="72079" y="77071"/>
                              <a:pt x="64554" y="74881"/>
                            </a:cubicBezTo>
                            <a:cubicBezTo>
                              <a:pt x="50077" y="71928"/>
                              <a:pt x="39123" y="67356"/>
                              <a:pt x="29598" y="62022"/>
                            </a:cubicBezTo>
                            <a:cubicBezTo>
                              <a:pt x="20168" y="56212"/>
                              <a:pt x="12262" y="49544"/>
                              <a:pt x="3976" y="41353"/>
                            </a:cubicBezTo>
                            <a:cubicBezTo>
                              <a:pt x="-1739" y="35638"/>
                              <a:pt x="-1263" y="24779"/>
                              <a:pt x="5214" y="19826"/>
                            </a:cubicBezTo>
                            <a:cubicBezTo>
                              <a:pt x="9881" y="16302"/>
                              <a:pt x="14644" y="13063"/>
                              <a:pt x="19787" y="10206"/>
                            </a:cubicBezTo>
                            <a:cubicBezTo>
                              <a:pt x="24930" y="7539"/>
                              <a:pt x="30360" y="5443"/>
                              <a:pt x="36361" y="3633"/>
                            </a:cubicBezTo>
                            <a:cubicBezTo>
                              <a:pt x="48267" y="-81"/>
                              <a:pt x="62078" y="-843"/>
                              <a:pt x="78842" y="871"/>
                            </a:cubicBezTo>
                            <a:cubicBezTo>
                              <a:pt x="96844" y="2681"/>
                              <a:pt x="132753" y="12206"/>
                              <a:pt x="150375" y="20779"/>
                            </a:cubicBezTo>
                            <a:cubicBezTo>
                              <a:pt x="166853" y="28684"/>
                              <a:pt x="178378" y="37638"/>
                              <a:pt x="185712" y="48401"/>
                            </a:cubicBezTo>
                            <a:cubicBezTo>
                              <a:pt x="189427" y="53640"/>
                              <a:pt x="192666" y="58783"/>
                              <a:pt x="194571" y="64022"/>
                            </a:cubicBezTo>
                            <a:cubicBezTo>
                              <a:pt x="196476" y="69356"/>
                              <a:pt x="198000" y="74690"/>
                              <a:pt x="199238" y="80405"/>
                            </a:cubicBezTo>
                            <a:cubicBezTo>
                              <a:pt x="200953" y="88215"/>
                              <a:pt x="196476" y="97836"/>
                              <a:pt x="189046" y="98883"/>
                            </a:cubicBezTo>
                            <a:cubicBezTo>
                              <a:pt x="183617" y="99646"/>
                              <a:pt x="178378" y="100122"/>
                              <a:pt x="173044" y="100122"/>
                            </a:cubicBezTo>
                            <a:cubicBezTo>
                              <a:pt x="170377" y="100122"/>
                              <a:pt x="167710" y="99931"/>
                              <a:pt x="165043" y="99741"/>
                            </a:cubicBezTo>
                            <a:cubicBezTo>
                              <a:pt x="162471" y="99741"/>
                              <a:pt x="159804" y="99646"/>
                              <a:pt x="157233" y="99360"/>
                            </a:cubicBezTo>
                            <a:cubicBezTo>
                              <a:pt x="151994" y="98979"/>
                              <a:pt x="147136" y="97740"/>
                              <a:pt x="141707" y="96407"/>
                            </a:cubicBezTo>
                            <a:cubicBezTo>
                              <a:pt x="136278" y="95359"/>
                              <a:pt x="130468" y="93740"/>
                              <a:pt x="124371" y="9126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21" name="Forme libre : forme 10220">
                        <a:extLst>
                          <a:ext uri="{FF2B5EF4-FFF2-40B4-BE49-F238E27FC236}">
                            <a16:creationId xmlns:a16="http://schemas.microsoft.com/office/drawing/2014/main" id="{63A36EB1-E397-45CF-ADD8-A166F89D77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2538" y="2796635"/>
                        <a:ext cx="189642" cy="67635"/>
                      </a:xfrm>
                      <a:custGeom>
                        <a:avLst/>
                        <a:gdLst>
                          <a:gd name="connsiteX0" fmla="*/ 79343 w 189642"/>
                          <a:gd name="connsiteY0" fmla="*/ 18002 h 67635"/>
                          <a:gd name="connsiteX1" fmla="*/ 0 w 189642"/>
                          <a:gd name="connsiteY1" fmla="*/ 0 h 67635"/>
                          <a:gd name="connsiteX2" fmla="*/ 3905 w 189642"/>
                          <a:gd name="connsiteY2" fmla="*/ 8858 h 67635"/>
                          <a:gd name="connsiteX3" fmla="*/ 12478 w 189642"/>
                          <a:gd name="connsiteY3" fmla="*/ 16859 h 67635"/>
                          <a:gd name="connsiteX4" fmla="*/ 40196 w 189642"/>
                          <a:gd name="connsiteY4" fmla="*/ 34766 h 67635"/>
                          <a:gd name="connsiteX5" fmla="*/ 64579 w 189642"/>
                          <a:gd name="connsiteY5" fmla="*/ 42482 h 67635"/>
                          <a:gd name="connsiteX6" fmla="*/ 74485 w 189642"/>
                          <a:gd name="connsiteY6" fmla="*/ 44863 h 67635"/>
                          <a:gd name="connsiteX7" fmla="*/ 120015 w 189642"/>
                          <a:gd name="connsiteY7" fmla="*/ 57626 h 67635"/>
                          <a:gd name="connsiteX8" fmla="*/ 124301 w 189642"/>
                          <a:gd name="connsiteY8" fmla="*/ 58960 h 67635"/>
                          <a:gd name="connsiteX9" fmla="*/ 136874 w 189642"/>
                          <a:gd name="connsiteY9" fmla="*/ 63056 h 67635"/>
                          <a:gd name="connsiteX10" fmla="*/ 148495 w 189642"/>
                          <a:gd name="connsiteY10" fmla="*/ 65723 h 67635"/>
                          <a:gd name="connsiteX11" fmla="*/ 163544 w 189642"/>
                          <a:gd name="connsiteY11" fmla="*/ 67247 h 67635"/>
                          <a:gd name="connsiteX12" fmla="*/ 179070 w 189642"/>
                          <a:gd name="connsiteY12" fmla="*/ 67533 h 67635"/>
                          <a:gd name="connsiteX13" fmla="*/ 189262 w 189642"/>
                          <a:gd name="connsiteY13" fmla="*/ 66485 h 67635"/>
                          <a:gd name="connsiteX14" fmla="*/ 189643 w 189642"/>
                          <a:gd name="connsiteY14" fmla="*/ 66389 h 67635"/>
                          <a:gd name="connsiteX15" fmla="*/ 164592 w 189642"/>
                          <a:gd name="connsiteY15" fmla="*/ 48578 h 67635"/>
                          <a:gd name="connsiteX16" fmla="*/ 137827 w 189642"/>
                          <a:gd name="connsiteY16" fmla="*/ 34100 h 67635"/>
                          <a:gd name="connsiteX17" fmla="*/ 79343 w 189642"/>
                          <a:gd name="connsiteY17" fmla="*/ 18002 h 67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89642" h="67635">
                            <a:moveTo>
                              <a:pt x="79343" y="18002"/>
                            </a:moveTo>
                            <a:cubicBezTo>
                              <a:pt x="51816" y="14192"/>
                              <a:pt x="22288" y="11049"/>
                              <a:pt x="0" y="0"/>
                            </a:cubicBezTo>
                            <a:cubicBezTo>
                              <a:pt x="286" y="3334"/>
                              <a:pt x="1524" y="6477"/>
                              <a:pt x="3905" y="8858"/>
                            </a:cubicBezTo>
                            <a:cubicBezTo>
                              <a:pt x="6763" y="11716"/>
                              <a:pt x="9620" y="14383"/>
                              <a:pt x="12478" y="16859"/>
                            </a:cubicBezTo>
                            <a:cubicBezTo>
                              <a:pt x="20764" y="23717"/>
                              <a:pt x="29242" y="30480"/>
                              <a:pt x="40196" y="34766"/>
                            </a:cubicBezTo>
                            <a:cubicBezTo>
                              <a:pt x="47149" y="37910"/>
                              <a:pt x="55054" y="40481"/>
                              <a:pt x="64579" y="42482"/>
                            </a:cubicBezTo>
                            <a:cubicBezTo>
                              <a:pt x="67342" y="43244"/>
                              <a:pt x="70771" y="44006"/>
                              <a:pt x="74485" y="44863"/>
                            </a:cubicBezTo>
                            <a:cubicBezTo>
                              <a:pt x="89345" y="47625"/>
                              <a:pt x="108204" y="53531"/>
                              <a:pt x="120015" y="57626"/>
                            </a:cubicBezTo>
                            <a:cubicBezTo>
                              <a:pt x="121539" y="58103"/>
                              <a:pt x="123063" y="58484"/>
                              <a:pt x="124301" y="58960"/>
                            </a:cubicBezTo>
                            <a:cubicBezTo>
                              <a:pt x="128588" y="60674"/>
                              <a:pt x="132779" y="62103"/>
                              <a:pt x="136874" y="63056"/>
                            </a:cubicBezTo>
                            <a:cubicBezTo>
                              <a:pt x="140970" y="64008"/>
                              <a:pt x="144971" y="64770"/>
                              <a:pt x="148495" y="65723"/>
                            </a:cubicBezTo>
                            <a:cubicBezTo>
                              <a:pt x="153543" y="66770"/>
                              <a:pt x="158496" y="67247"/>
                              <a:pt x="163544" y="67247"/>
                            </a:cubicBezTo>
                            <a:cubicBezTo>
                              <a:pt x="168688" y="67437"/>
                              <a:pt x="173926" y="67818"/>
                              <a:pt x="179070" y="67533"/>
                            </a:cubicBezTo>
                            <a:cubicBezTo>
                              <a:pt x="182404" y="67342"/>
                              <a:pt x="185833" y="67056"/>
                              <a:pt x="189262" y="66485"/>
                            </a:cubicBezTo>
                            <a:lnTo>
                              <a:pt x="189643" y="66389"/>
                            </a:lnTo>
                            <a:cubicBezTo>
                              <a:pt x="181546" y="59912"/>
                              <a:pt x="173164" y="53721"/>
                              <a:pt x="164592" y="48578"/>
                            </a:cubicBezTo>
                            <a:cubicBezTo>
                              <a:pt x="156400" y="42672"/>
                              <a:pt x="146875" y="38672"/>
                              <a:pt x="137827" y="34100"/>
                            </a:cubicBezTo>
                            <a:cubicBezTo>
                              <a:pt x="118872" y="26384"/>
                              <a:pt x="99250" y="20384"/>
                              <a:pt x="79343" y="1800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22" name="Forme libre : forme 10221">
                        <a:extLst>
                          <a:ext uri="{FF2B5EF4-FFF2-40B4-BE49-F238E27FC236}">
                            <a16:creationId xmlns:a16="http://schemas.microsoft.com/office/drawing/2014/main" id="{CB53D0B8-B665-465B-8FD5-1DC8D4197A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5161" y="2796989"/>
                        <a:ext cx="91491" cy="40875"/>
                      </a:xfrm>
                      <a:custGeom>
                        <a:avLst/>
                        <a:gdLst>
                          <a:gd name="connsiteX0" fmla="*/ 91016 w 91491"/>
                          <a:gd name="connsiteY0" fmla="*/ 38412 h 40875"/>
                          <a:gd name="connsiteX1" fmla="*/ 83015 w 91491"/>
                          <a:gd name="connsiteY1" fmla="*/ 40794 h 40875"/>
                          <a:gd name="connsiteX2" fmla="*/ 68823 w 91491"/>
                          <a:gd name="connsiteY2" fmla="*/ 38127 h 40875"/>
                          <a:gd name="connsiteX3" fmla="*/ 61108 w 91491"/>
                          <a:gd name="connsiteY3" fmla="*/ 35745 h 40875"/>
                          <a:gd name="connsiteX4" fmla="*/ 53297 w 91491"/>
                          <a:gd name="connsiteY4" fmla="*/ 33745 h 40875"/>
                          <a:gd name="connsiteX5" fmla="*/ 41200 w 91491"/>
                          <a:gd name="connsiteY5" fmla="*/ 29935 h 40875"/>
                          <a:gd name="connsiteX6" fmla="*/ 15959 w 91491"/>
                          <a:gd name="connsiteY6" fmla="*/ 20410 h 40875"/>
                          <a:gd name="connsiteX7" fmla="*/ 53 w 91491"/>
                          <a:gd name="connsiteY7" fmla="*/ 6313 h 40875"/>
                          <a:gd name="connsiteX8" fmla="*/ 20436 w 91491"/>
                          <a:gd name="connsiteY8" fmla="*/ 122 h 40875"/>
                          <a:gd name="connsiteX9" fmla="*/ 48630 w 91491"/>
                          <a:gd name="connsiteY9" fmla="*/ 6218 h 40875"/>
                          <a:gd name="connsiteX10" fmla="*/ 61108 w 91491"/>
                          <a:gd name="connsiteY10" fmla="*/ 11552 h 40875"/>
                          <a:gd name="connsiteX11" fmla="*/ 76538 w 91491"/>
                          <a:gd name="connsiteY11" fmla="*/ 19934 h 40875"/>
                          <a:gd name="connsiteX12" fmla="*/ 88540 w 91491"/>
                          <a:gd name="connsiteY12" fmla="*/ 29840 h 40875"/>
                          <a:gd name="connsiteX13" fmla="*/ 91016 w 91491"/>
                          <a:gd name="connsiteY13" fmla="*/ 38412 h 408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91491" h="40875">
                            <a:moveTo>
                              <a:pt x="91016" y="38412"/>
                            </a:moveTo>
                            <a:cubicBezTo>
                              <a:pt x="89778" y="40699"/>
                              <a:pt x="86921" y="41079"/>
                              <a:pt x="83015" y="40794"/>
                            </a:cubicBezTo>
                            <a:cubicBezTo>
                              <a:pt x="79015" y="40699"/>
                              <a:pt x="73966" y="39651"/>
                              <a:pt x="68823" y="38127"/>
                            </a:cubicBezTo>
                            <a:cubicBezTo>
                              <a:pt x="66251" y="37269"/>
                              <a:pt x="63584" y="36508"/>
                              <a:pt x="61108" y="35745"/>
                            </a:cubicBezTo>
                            <a:cubicBezTo>
                              <a:pt x="58441" y="35079"/>
                              <a:pt x="55774" y="34317"/>
                              <a:pt x="53297" y="33745"/>
                            </a:cubicBezTo>
                            <a:cubicBezTo>
                              <a:pt x="48344" y="32317"/>
                              <a:pt x="44058" y="30888"/>
                              <a:pt x="41200" y="29935"/>
                            </a:cubicBezTo>
                            <a:cubicBezTo>
                              <a:pt x="35295" y="28221"/>
                              <a:pt x="24913" y="24696"/>
                              <a:pt x="15959" y="20410"/>
                            </a:cubicBezTo>
                            <a:cubicBezTo>
                              <a:pt x="6910" y="16695"/>
                              <a:pt x="-710" y="11743"/>
                              <a:pt x="53" y="6313"/>
                            </a:cubicBezTo>
                            <a:cubicBezTo>
                              <a:pt x="719" y="884"/>
                              <a:pt x="9863" y="-449"/>
                              <a:pt x="20436" y="122"/>
                            </a:cubicBezTo>
                            <a:cubicBezTo>
                              <a:pt x="30914" y="1075"/>
                              <a:pt x="42724" y="4313"/>
                              <a:pt x="48630" y="6218"/>
                            </a:cubicBezTo>
                            <a:cubicBezTo>
                              <a:pt x="51583" y="7361"/>
                              <a:pt x="56059" y="9266"/>
                              <a:pt x="61108" y="11552"/>
                            </a:cubicBezTo>
                            <a:cubicBezTo>
                              <a:pt x="66156" y="13743"/>
                              <a:pt x="71776" y="16410"/>
                              <a:pt x="76538" y="19934"/>
                            </a:cubicBezTo>
                            <a:cubicBezTo>
                              <a:pt x="81396" y="23268"/>
                              <a:pt x="85778" y="26697"/>
                              <a:pt x="88540" y="29840"/>
                            </a:cubicBezTo>
                            <a:cubicBezTo>
                              <a:pt x="91207" y="32888"/>
                              <a:pt x="92159" y="36317"/>
                              <a:pt x="91016" y="3841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23" name="Forme libre : forme 10222">
                        <a:extLst>
                          <a:ext uri="{FF2B5EF4-FFF2-40B4-BE49-F238E27FC236}">
                            <a16:creationId xmlns:a16="http://schemas.microsoft.com/office/drawing/2014/main" id="{CEB590DF-438C-4451-9AA9-A4F614BC19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493" y="2797492"/>
                        <a:ext cx="61299" cy="34861"/>
                      </a:xfrm>
                      <a:custGeom>
                        <a:avLst/>
                        <a:gdLst>
                          <a:gd name="connsiteX0" fmla="*/ 22819 w 61299"/>
                          <a:gd name="connsiteY0" fmla="*/ 0 h 34861"/>
                          <a:gd name="connsiteX1" fmla="*/ 54 w 61299"/>
                          <a:gd name="connsiteY1" fmla="*/ 5715 h 34861"/>
                          <a:gd name="connsiteX2" fmla="*/ 16532 w 61299"/>
                          <a:gd name="connsiteY2" fmla="*/ 19907 h 34861"/>
                          <a:gd name="connsiteX3" fmla="*/ 42250 w 61299"/>
                          <a:gd name="connsiteY3" fmla="*/ 29623 h 34861"/>
                          <a:gd name="connsiteX4" fmla="*/ 61300 w 61299"/>
                          <a:gd name="connsiteY4" fmla="*/ 34861 h 34861"/>
                          <a:gd name="connsiteX5" fmla="*/ 51584 w 61299"/>
                          <a:gd name="connsiteY5" fmla="*/ 30575 h 34861"/>
                          <a:gd name="connsiteX6" fmla="*/ 41297 w 61299"/>
                          <a:gd name="connsiteY6" fmla="*/ 23527 h 34861"/>
                          <a:gd name="connsiteX7" fmla="*/ 31582 w 61299"/>
                          <a:gd name="connsiteY7" fmla="*/ 16478 h 34861"/>
                          <a:gd name="connsiteX8" fmla="*/ 22819 w 61299"/>
                          <a:gd name="connsiteY8" fmla="*/ 0 h 34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1299" h="34861">
                            <a:moveTo>
                              <a:pt x="22819" y="0"/>
                            </a:moveTo>
                            <a:cubicBezTo>
                              <a:pt x="16151" y="667"/>
                              <a:pt x="-1089" y="-1524"/>
                              <a:pt x="54" y="5715"/>
                            </a:cubicBezTo>
                            <a:cubicBezTo>
                              <a:pt x="911" y="11525"/>
                              <a:pt x="7960" y="16288"/>
                              <a:pt x="16532" y="19907"/>
                            </a:cubicBezTo>
                            <a:cubicBezTo>
                              <a:pt x="24914" y="24003"/>
                              <a:pt x="34916" y="27337"/>
                              <a:pt x="42250" y="29623"/>
                            </a:cubicBezTo>
                            <a:cubicBezTo>
                              <a:pt x="46441" y="31242"/>
                              <a:pt x="56156" y="33909"/>
                              <a:pt x="61300" y="34861"/>
                            </a:cubicBezTo>
                            <a:cubicBezTo>
                              <a:pt x="58538" y="33814"/>
                              <a:pt x="53966" y="32099"/>
                              <a:pt x="51584" y="30575"/>
                            </a:cubicBezTo>
                            <a:cubicBezTo>
                              <a:pt x="48251" y="28384"/>
                              <a:pt x="44726" y="26003"/>
                              <a:pt x="41297" y="23527"/>
                            </a:cubicBezTo>
                            <a:cubicBezTo>
                              <a:pt x="37773" y="21336"/>
                              <a:pt x="34439" y="18955"/>
                              <a:pt x="31582" y="16478"/>
                            </a:cubicBezTo>
                            <a:cubicBezTo>
                              <a:pt x="25962" y="11621"/>
                              <a:pt x="22057" y="5905"/>
                              <a:pt x="22819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24" name="Forme libre : forme 10223">
                        <a:extLst>
                          <a:ext uri="{FF2B5EF4-FFF2-40B4-BE49-F238E27FC236}">
                            <a16:creationId xmlns:a16="http://schemas.microsoft.com/office/drawing/2014/main" id="{DA7104C6-B1B5-47C2-9EE1-EDF444E6F6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580" y="2800743"/>
                        <a:ext cx="90783" cy="41398"/>
                      </a:xfrm>
                      <a:custGeom>
                        <a:avLst/>
                        <a:gdLst>
                          <a:gd name="connsiteX0" fmla="*/ 89645 w 90783"/>
                          <a:gd name="connsiteY0" fmla="*/ 39707 h 41398"/>
                          <a:gd name="connsiteX1" fmla="*/ 39829 w 90783"/>
                          <a:gd name="connsiteY1" fmla="*/ 30563 h 41398"/>
                          <a:gd name="connsiteX2" fmla="*/ 15255 w 90783"/>
                          <a:gd name="connsiteY2" fmla="*/ 20752 h 41398"/>
                          <a:gd name="connsiteX3" fmla="*/ 15 w 90783"/>
                          <a:gd name="connsiteY3" fmla="*/ 6274 h 41398"/>
                          <a:gd name="connsiteX4" fmla="*/ 20208 w 90783"/>
                          <a:gd name="connsiteY4" fmla="*/ 273 h 41398"/>
                          <a:gd name="connsiteX5" fmla="*/ 47925 w 90783"/>
                          <a:gd name="connsiteY5" fmla="*/ 6941 h 41398"/>
                          <a:gd name="connsiteX6" fmla="*/ 76500 w 90783"/>
                          <a:gd name="connsiteY6" fmla="*/ 21228 h 41398"/>
                          <a:gd name="connsiteX7" fmla="*/ 89645 w 90783"/>
                          <a:gd name="connsiteY7" fmla="*/ 39707 h 413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0783" h="41398">
                            <a:moveTo>
                              <a:pt x="89645" y="39707"/>
                            </a:moveTo>
                            <a:cubicBezTo>
                              <a:pt x="82025" y="45803"/>
                              <a:pt x="52497" y="33706"/>
                              <a:pt x="39829" y="30563"/>
                            </a:cubicBezTo>
                            <a:cubicBezTo>
                              <a:pt x="33828" y="28086"/>
                              <a:pt x="23541" y="25419"/>
                              <a:pt x="15255" y="20752"/>
                            </a:cubicBezTo>
                            <a:cubicBezTo>
                              <a:pt x="6777" y="16656"/>
                              <a:pt x="-367" y="11989"/>
                              <a:pt x="15" y="6274"/>
                            </a:cubicBezTo>
                            <a:cubicBezTo>
                              <a:pt x="396" y="749"/>
                              <a:pt x="9635" y="-679"/>
                              <a:pt x="20208" y="273"/>
                            </a:cubicBezTo>
                            <a:cubicBezTo>
                              <a:pt x="30685" y="1797"/>
                              <a:pt x="42591" y="4464"/>
                              <a:pt x="47925" y="6941"/>
                            </a:cubicBezTo>
                            <a:cubicBezTo>
                              <a:pt x="53259" y="9036"/>
                              <a:pt x="66499" y="13894"/>
                              <a:pt x="76500" y="21228"/>
                            </a:cubicBezTo>
                            <a:cubicBezTo>
                              <a:pt x="86978" y="27610"/>
                              <a:pt x="93550" y="36373"/>
                              <a:pt x="89645" y="3970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25" name="Forme libre : forme 10224">
                        <a:extLst>
                          <a:ext uri="{FF2B5EF4-FFF2-40B4-BE49-F238E27FC236}">
                            <a16:creationId xmlns:a16="http://schemas.microsoft.com/office/drawing/2014/main" id="{7B3DFAF1-4A65-489F-9749-E73AE4DB72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99692" y="2780627"/>
                        <a:ext cx="111439" cy="63183"/>
                      </a:xfrm>
                      <a:custGeom>
                        <a:avLst/>
                        <a:gdLst>
                          <a:gd name="connsiteX0" fmla="*/ 564 w 111439"/>
                          <a:gd name="connsiteY0" fmla="*/ 18389 h 63183"/>
                          <a:gd name="connsiteX1" fmla="*/ 11708 w 111439"/>
                          <a:gd name="connsiteY1" fmla="*/ 31439 h 63183"/>
                          <a:gd name="connsiteX2" fmla="*/ 29806 w 111439"/>
                          <a:gd name="connsiteY2" fmla="*/ 43631 h 63183"/>
                          <a:gd name="connsiteX3" fmla="*/ 50761 w 111439"/>
                          <a:gd name="connsiteY3" fmla="*/ 53727 h 63183"/>
                          <a:gd name="connsiteX4" fmla="*/ 72002 w 111439"/>
                          <a:gd name="connsiteY4" fmla="*/ 60014 h 63183"/>
                          <a:gd name="connsiteX5" fmla="*/ 92099 w 111439"/>
                          <a:gd name="connsiteY5" fmla="*/ 63157 h 63183"/>
                          <a:gd name="connsiteX6" fmla="*/ 111435 w 111439"/>
                          <a:gd name="connsiteY6" fmla="*/ 56108 h 63183"/>
                          <a:gd name="connsiteX7" fmla="*/ 107911 w 111439"/>
                          <a:gd name="connsiteY7" fmla="*/ 50298 h 63183"/>
                          <a:gd name="connsiteX8" fmla="*/ 100386 w 111439"/>
                          <a:gd name="connsiteY8" fmla="*/ 45250 h 63183"/>
                          <a:gd name="connsiteX9" fmla="*/ 65144 w 111439"/>
                          <a:gd name="connsiteY9" fmla="*/ 19818 h 63183"/>
                          <a:gd name="connsiteX10" fmla="*/ 48189 w 111439"/>
                          <a:gd name="connsiteY10" fmla="*/ 6959 h 63183"/>
                          <a:gd name="connsiteX11" fmla="*/ 24948 w 111439"/>
                          <a:gd name="connsiteY11" fmla="*/ 6 h 63183"/>
                          <a:gd name="connsiteX12" fmla="*/ 564 w 111439"/>
                          <a:gd name="connsiteY12" fmla="*/ 18389 h 631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11439" h="63183">
                            <a:moveTo>
                              <a:pt x="564" y="18389"/>
                            </a:moveTo>
                            <a:cubicBezTo>
                              <a:pt x="2755" y="24866"/>
                              <a:pt x="5041" y="26962"/>
                              <a:pt x="11708" y="31439"/>
                            </a:cubicBezTo>
                            <a:cubicBezTo>
                              <a:pt x="18090" y="35534"/>
                              <a:pt x="23614" y="40107"/>
                              <a:pt x="29806" y="43631"/>
                            </a:cubicBezTo>
                            <a:cubicBezTo>
                              <a:pt x="35997" y="47060"/>
                              <a:pt x="42474" y="50679"/>
                              <a:pt x="50761" y="53727"/>
                            </a:cubicBezTo>
                            <a:cubicBezTo>
                              <a:pt x="57714" y="56013"/>
                              <a:pt x="64858" y="58394"/>
                              <a:pt x="72002" y="60014"/>
                            </a:cubicBezTo>
                            <a:cubicBezTo>
                              <a:pt x="79240" y="61252"/>
                              <a:pt x="85908" y="62776"/>
                              <a:pt x="92099" y="63157"/>
                            </a:cubicBezTo>
                            <a:cubicBezTo>
                              <a:pt x="101434" y="63347"/>
                              <a:pt x="110959" y="62681"/>
                              <a:pt x="111435" y="56108"/>
                            </a:cubicBezTo>
                            <a:cubicBezTo>
                              <a:pt x="111530" y="54108"/>
                              <a:pt x="110006" y="52203"/>
                              <a:pt x="107911" y="50298"/>
                            </a:cubicBezTo>
                            <a:cubicBezTo>
                              <a:pt x="105625" y="48679"/>
                              <a:pt x="102767" y="47060"/>
                              <a:pt x="100386" y="45250"/>
                            </a:cubicBezTo>
                            <a:cubicBezTo>
                              <a:pt x="89146" y="36392"/>
                              <a:pt x="77050" y="29915"/>
                              <a:pt x="65144" y="19818"/>
                            </a:cubicBezTo>
                            <a:cubicBezTo>
                              <a:pt x="60000" y="15818"/>
                              <a:pt x="54666" y="11055"/>
                              <a:pt x="48189" y="6959"/>
                            </a:cubicBezTo>
                            <a:cubicBezTo>
                              <a:pt x="41712" y="2864"/>
                              <a:pt x="34092" y="387"/>
                              <a:pt x="24948" y="6"/>
                            </a:cubicBezTo>
                            <a:cubicBezTo>
                              <a:pt x="8374" y="-280"/>
                              <a:pt x="-2675" y="9531"/>
                              <a:pt x="564" y="1838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26" name="Forme libre : forme 10225">
                        <a:extLst>
                          <a:ext uri="{FF2B5EF4-FFF2-40B4-BE49-F238E27FC236}">
                            <a16:creationId xmlns:a16="http://schemas.microsoft.com/office/drawing/2014/main" id="{0B809272-2B17-4C58-9EC2-080BB7F9C2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4820" y="2784771"/>
                        <a:ext cx="41649" cy="9996"/>
                      </a:xfrm>
                      <a:custGeom>
                        <a:avLst/>
                        <a:gdLst>
                          <a:gd name="connsiteX0" fmla="*/ 4296 w 41649"/>
                          <a:gd name="connsiteY0" fmla="*/ 3196 h 9996"/>
                          <a:gd name="connsiteX1" fmla="*/ 200 w 41649"/>
                          <a:gd name="connsiteY1" fmla="*/ 5292 h 9996"/>
                          <a:gd name="connsiteX2" fmla="*/ 2867 w 41649"/>
                          <a:gd name="connsiteY2" fmla="*/ 8054 h 9996"/>
                          <a:gd name="connsiteX3" fmla="*/ 10202 w 41649"/>
                          <a:gd name="connsiteY3" fmla="*/ 9102 h 9996"/>
                          <a:gd name="connsiteX4" fmla="*/ 28395 w 41649"/>
                          <a:gd name="connsiteY4" fmla="*/ 9959 h 9996"/>
                          <a:gd name="connsiteX5" fmla="*/ 35062 w 41649"/>
                          <a:gd name="connsiteY5" fmla="*/ 9673 h 9996"/>
                          <a:gd name="connsiteX6" fmla="*/ 32871 w 41649"/>
                          <a:gd name="connsiteY6" fmla="*/ 624 h 9996"/>
                          <a:gd name="connsiteX7" fmla="*/ 18107 w 41649"/>
                          <a:gd name="connsiteY7" fmla="*/ 338 h 9996"/>
                          <a:gd name="connsiteX8" fmla="*/ 4296 w 41649"/>
                          <a:gd name="connsiteY8" fmla="*/ 3196 h 99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1649" h="9996">
                            <a:moveTo>
                              <a:pt x="4296" y="3196"/>
                            </a:moveTo>
                            <a:cubicBezTo>
                              <a:pt x="2296" y="3768"/>
                              <a:pt x="962" y="4148"/>
                              <a:pt x="200" y="5292"/>
                            </a:cubicBezTo>
                            <a:cubicBezTo>
                              <a:pt x="-562" y="6435"/>
                              <a:pt x="962" y="7387"/>
                              <a:pt x="2867" y="8054"/>
                            </a:cubicBezTo>
                            <a:cubicBezTo>
                              <a:pt x="4868" y="8720"/>
                              <a:pt x="7821" y="9006"/>
                              <a:pt x="10202" y="9102"/>
                            </a:cubicBezTo>
                            <a:cubicBezTo>
                              <a:pt x="16107" y="9387"/>
                              <a:pt x="22394" y="9673"/>
                              <a:pt x="28395" y="9959"/>
                            </a:cubicBezTo>
                            <a:cubicBezTo>
                              <a:pt x="30776" y="9959"/>
                              <a:pt x="33062" y="10149"/>
                              <a:pt x="35062" y="9673"/>
                            </a:cubicBezTo>
                            <a:cubicBezTo>
                              <a:pt x="43539" y="7863"/>
                              <a:pt x="44873" y="2434"/>
                              <a:pt x="32871" y="624"/>
                            </a:cubicBezTo>
                            <a:cubicBezTo>
                              <a:pt x="28204" y="-43"/>
                              <a:pt x="23061" y="-233"/>
                              <a:pt x="18107" y="338"/>
                            </a:cubicBezTo>
                            <a:cubicBezTo>
                              <a:pt x="13059" y="1101"/>
                              <a:pt x="8297" y="2148"/>
                              <a:pt x="4296" y="319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27" name="Forme libre : forme 10226">
                        <a:extLst>
                          <a:ext uri="{FF2B5EF4-FFF2-40B4-BE49-F238E27FC236}">
                            <a16:creationId xmlns:a16="http://schemas.microsoft.com/office/drawing/2014/main" id="{81284D53-17C4-482F-899A-D7D598A03E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99220" y="2855023"/>
                        <a:ext cx="61912" cy="6054"/>
                      </a:xfrm>
                      <a:custGeom>
                        <a:avLst/>
                        <a:gdLst>
                          <a:gd name="connsiteX0" fmla="*/ 61913 w 61912"/>
                          <a:gd name="connsiteY0" fmla="*/ 4286 h 6054"/>
                          <a:gd name="connsiteX1" fmla="*/ 31432 w 61912"/>
                          <a:gd name="connsiteY1" fmla="*/ 4477 h 6054"/>
                          <a:gd name="connsiteX2" fmla="*/ 0 w 61912"/>
                          <a:gd name="connsiteY2" fmla="*/ 0 h 6054"/>
                          <a:gd name="connsiteX3" fmla="*/ 30671 w 61912"/>
                          <a:gd name="connsiteY3" fmla="*/ 2381 h 6054"/>
                          <a:gd name="connsiteX4" fmla="*/ 61913 w 61912"/>
                          <a:gd name="connsiteY4" fmla="*/ 4286 h 60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912" h="6054">
                            <a:moveTo>
                              <a:pt x="61913" y="4286"/>
                            </a:moveTo>
                            <a:cubicBezTo>
                              <a:pt x="54388" y="7525"/>
                              <a:pt x="42577" y="5525"/>
                              <a:pt x="31432" y="4477"/>
                            </a:cubicBezTo>
                            <a:cubicBezTo>
                              <a:pt x="20574" y="2572"/>
                              <a:pt x="8668" y="1238"/>
                              <a:pt x="0" y="0"/>
                            </a:cubicBezTo>
                            <a:cubicBezTo>
                              <a:pt x="9430" y="1429"/>
                              <a:pt x="20479" y="1238"/>
                              <a:pt x="30671" y="2381"/>
                            </a:cubicBezTo>
                            <a:cubicBezTo>
                              <a:pt x="41338" y="2667"/>
                              <a:pt x="52578" y="3905"/>
                              <a:pt x="61913" y="428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28" name="Forme libre : forme 10227">
                        <a:extLst>
                          <a:ext uri="{FF2B5EF4-FFF2-40B4-BE49-F238E27FC236}">
                            <a16:creationId xmlns:a16="http://schemas.microsoft.com/office/drawing/2014/main" id="{432684B2-A8BE-4E2F-998B-81BFD8ECA1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9110" y="2767311"/>
                        <a:ext cx="74485" cy="18655"/>
                      </a:xfrm>
                      <a:custGeom>
                        <a:avLst/>
                        <a:gdLst>
                          <a:gd name="connsiteX0" fmla="*/ 74485 w 74485"/>
                          <a:gd name="connsiteY0" fmla="*/ 653 h 18655"/>
                          <a:gd name="connsiteX1" fmla="*/ 0 w 74485"/>
                          <a:gd name="connsiteY1" fmla="*/ 18656 h 18655"/>
                          <a:gd name="connsiteX2" fmla="*/ 74485 w 74485"/>
                          <a:gd name="connsiteY2" fmla="*/ 653 h 186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4485" h="18655">
                            <a:moveTo>
                              <a:pt x="74485" y="653"/>
                            </a:moveTo>
                            <a:cubicBezTo>
                              <a:pt x="44672" y="-2585"/>
                              <a:pt x="18288" y="6654"/>
                              <a:pt x="0" y="18656"/>
                            </a:cubicBezTo>
                            <a:cubicBezTo>
                              <a:pt x="16478" y="6464"/>
                              <a:pt x="48768" y="939"/>
                              <a:pt x="74485" y="65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29" name="Forme libre : forme 10228">
                        <a:extLst>
                          <a:ext uri="{FF2B5EF4-FFF2-40B4-BE49-F238E27FC236}">
                            <a16:creationId xmlns:a16="http://schemas.microsoft.com/office/drawing/2014/main" id="{DBB48706-8B06-47FF-AA56-0AD1CA6547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84815" y="2804941"/>
                        <a:ext cx="33557" cy="17799"/>
                      </a:xfrm>
                      <a:custGeom>
                        <a:avLst/>
                        <a:gdLst>
                          <a:gd name="connsiteX0" fmla="*/ 32884 w 33557"/>
                          <a:gd name="connsiteY0" fmla="*/ 17506 h 17799"/>
                          <a:gd name="connsiteX1" fmla="*/ 12500 w 33557"/>
                          <a:gd name="connsiteY1" fmla="*/ 11029 h 17799"/>
                          <a:gd name="connsiteX2" fmla="*/ 3833 w 33557"/>
                          <a:gd name="connsiteY2" fmla="*/ 5981 h 17799"/>
                          <a:gd name="connsiteX3" fmla="*/ 689 w 33557"/>
                          <a:gd name="connsiteY3" fmla="*/ 838 h 17799"/>
                          <a:gd name="connsiteX4" fmla="*/ 20501 w 33557"/>
                          <a:gd name="connsiteY4" fmla="*/ 6267 h 17799"/>
                          <a:gd name="connsiteX5" fmla="*/ 29645 w 33557"/>
                          <a:gd name="connsiteY5" fmla="*/ 11601 h 17799"/>
                          <a:gd name="connsiteX6" fmla="*/ 32884 w 33557"/>
                          <a:gd name="connsiteY6" fmla="*/ 17506 h 177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3557" h="17799">
                            <a:moveTo>
                              <a:pt x="32884" y="17506"/>
                            </a:moveTo>
                            <a:cubicBezTo>
                              <a:pt x="29455" y="19221"/>
                              <a:pt x="16596" y="12934"/>
                              <a:pt x="12500" y="11029"/>
                            </a:cubicBezTo>
                            <a:cubicBezTo>
                              <a:pt x="10500" y="10077"/>
                              <a:pt x="6785" y="7886"/>
                              <a:pt x="3833" y="5981"/>
                            </a:cubicBezTo>
                            <a:cubicBezTo>
                              <a:pt x="880" y="4171"/>
                              <a:pt x="-1121" y="2171"/>
                              <a:pt x="689" y="838"/>
                            </a:cubicBezTo>
                            <a:cubicBezTo>
                              <a:pt x="4499" y="-2306"/>
                              <a:pt x="16691" y="4267"/>
                              <a:pt x="20501" y="6267"/>
                            </a:cubicBezTo>
                            <a:cubicBezTo>
                              <a:pt x="22406" y="7315"/>
                              <a:pt x="26502" y="9315"/>
                              <a:pt x="29645" y="11601"/>
                            </a:cubicBezTo>
                            <a:cubicBezTo>
                              <a:pt x="32598" y="13982"/>
                              <a:pt x="34694" y="16458"/>
                              <a:pt x="32884" y="1750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30" name="Forme libre : forme 10229">
                        <a:extLst>
                          <a:ext uri="{FF2B5EF4-FFF2-40B4-BE49-F238E27FC236}">
                            <a16:creationId xmlns:a16="http://schemas.microsoft.com/office/drawing/2014/main" id="{AE91E03C-26C1-4319-BF5C-B957E0A72E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3870" y="2818908"/>
                        <a:ext cx="9276" cy="5814"/>
                      </a:xfrm>
                      <a:custGeom>
                        <a:avLst/>
                        <a:gdLst>
                          <a:gd name="connsiteX0" fmla="*/ 9258 w 9276"/>
                          <a:gd name="connsiteY0" fmla="*/ 5158 h 5814"/>
                          <a:gd name="connsiteX1" fmla="*/ 4305 w 9276"/>
                          <a:gd name="connsiteY1" fmla="*/ 4587 h 5814"/>
                          <a:gd name="connsiteX2" fmla="*/ 19 w 9276"/>
                          <a:gd name="connsiteY2" fmla="*/ 682 h 5814"/>
                          <a:gd name="connsiteX3" fmla="*/ 4876 w 9276"/>
                          <a:gd name="connsiteY3" fmla="*/ 1158 h 5814"/>
                          <a:gd name="connsiteX4" fmla="*/ 9258 w 9276"/>
                          <a:gd name="connsiteY4" fmla="*/ 5158 h 5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76" h="5814">
                            <a:moveTo>
                              <a:pt x="9258" y="5158"/>
                            </a:moveTo>
                            <a:cubicBezTo>
                              <a:pt x="8972" y="6587"/>
                              <a:pt x="5829" y="5349"/>
                              <a:pt x="4305" y="4587"/>
                            </a:cubicBezTo>
                            <a:cubicBezTo>
                              <a:pt x="2781" y="3825"/>
                              <a:pt x="-267" y="2111"/>
                              <a:pt x="19" y="682"/>
                            </a:cubicBezTo>
                            <a:cubicBezTo>
                              <a:pt x="305" y="-747"/>
                              <a:pt x="3257" y="396"/>
                              <a:pt x="4876" y="1158"/>
                            </a:cubicBezTo>
                            <a:cubicBezTo>
                              <a:pt x="6400" y="1920"/>
                              <a:pt x="9544" y="3730"/>
                              <a:pt x="9258" y="515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31" name="Forme libre : forme 10230">
                        <a:extLst>
                          <a:ext uri="{FF2B5EF4-FFF2-40B4-BE49-F238E27FC236}">
                            <a16:creationId xmlns:a16="http://schemas.microsoft.com/office/drawing/2014/main" id="{8400ED30-19D8-465A-93FF-97B78E3282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90425" y="2784147"/>
                        <a:ext cx="72423" cy="68053"/>
                      </a:xfrm>
                      <a:custGeom>
                        <a:avLst/>
                        <a:gdLst>
                          <a:gd name="connsiteX0" fmla="*/ 62421 w 72423"/>
                          <a:gd name="connsiteY0" fmla="*/ 40396 h 68053"/>
                          <a:gd name="connsiteX1" fmla="*/ 72422 w 72423"/>
                          <a:gd name="connsiteY1" fmla="*/ 65351 h 68053"/>
                          <a:gd name="connsiteX2" fmla="*/ 63945 w 72423"/>
                          <a:gd name="connsiteY2" fmla="*/ 66208 h 68053"/>
                          <a:gd name="connsiteX3" fmla="*/ 57182 w 72423"/>
                          <a:gd name="connsiteY3" fmla="*/ 57445 h 68053"/>
                          <a:gd name="connsiteX4" fmla="*/ 48038 w 72423"/>
                          <a:gd name="connsiteY4" fmla="*/ 43158 h 68053"/>
                          <a:gd name="connsiteX5" fmla="*/ 35370 w 72423"/>
                          <a:gd name="connsiteY5" fmla="*/ 30013 h 68053"/>
                          <a:gd name="connsiteX6" fmla="*/ 1365 w 72423"/>
                          <a:gd name="connsiteY6" fmla="*/ 1248 h 68053"/>
                          <a:gd name="connsiteX7" fmla="*/ 48229 w 72423"/>
                          <a:gd name="connsiteY7" fmla="*/ 19631 h 68053"/>
                          <a:gd name="connsiteX8" fmla="*/ 62421 w 72423"/>
                          <a:gd name="connsiteY8" fmla="*/ 40396 h 680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2423" h="68053">
                            <a:moveTo>
                              <a:pt x="62421" y="40396"/>
                            </a:moveTo>
                            <a:cubicBezTo>
                              <a:pt x="68707" y="49730"/>
                              <a:pt x="72041" y="56588"/>
                              <a:pt x="72422" y="65351"/>
                            </a:cubicBezTo>
                            <a:cubicBezTo>
                              <a:pt x="72517" y="68590"/>
                              <a:pt x="67755" y="68971"/>
                              <a:pt x="63945" y="66208"/>
                            </a:cubicBezTo>
                            <a:cubicBezTo>
                              <a:pt x="60230" y="63446"/>
                              <a:pt x="58801" y="60493"/>
                              <a:pt x="57182" y="57445"/>
                            </a:cubicBezTo>
                            <a:cubicBezTo>
                              <a:pt x="54610" y="52588"/>
                              <a:pt x="51562" y="47920"/>
                              <a:pt x="48038" y="43158"/>
                            </a:cubicBezTo>
                            <a:cubicBezTo>
                              <a:pt x="44514" y="38491"/>
                              <a:pt x="40037" y="34585"/>
                              <a:pt x="35370" y="30013"/>
                            </a:cubicBezTo>
                            <a:cubicBezTo>
                              <a:pt x="30226" y="23250"/>
                              <a:pt x="-7588" y="6106"/>
                              <a:pt x="1365" y="1248"/>
                            </a:cubicBezTo>
                            <a:cubicBezTo>
                              <a:pt x="10890" y="-4562"/>
                              <a:pt x="40323" y="11344"/>
                              <a:pt x="48229" y="19631"/>
                            </a:cubicBezTo>
                            <a:cubicBezTo>
                              <a:pt x="56801" y="26680"/>
                              <a:pt x="57849" y="33347"/>
                              <a:pt x="62421" y="4039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168" name="Graphique 1">
                      <a:extLst>
                        <a:ext uri="{FF2B5EF4-FFF2-40B4-BE49-F238E27FC236}">
                          <a16:creationId xmlns:a16="http://schemas.microsoft.com/office/drawing/2014/main" id="{89346703-BD69-4D84-81B1-2DA8EDC8AC0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66462" y="2851784"/>
                      <a:ext cx="171715" cy="144073"/>
                      <a:chOff x="4466462" y="2851784"/>
                      <a:chExt cx="171715" cy="144073"/>
                    </a:xfrm>
                    <a:solidFill>
                      <a:schemeClr val="accent1"/>
                    </a:solidFill>
                  </p:grpSpPr>
                  <p:sp>
                    <p:nvSpPr>
                      <p:cNvPr id="10208" name="Forme libre : forme 10207">
                        <a:extLst>
                          <a:ext uri="{FF2B5EF4-FFF2-40B4-BE49-F238E27FC236}">
                            <a16:creationId xmlns:a16="http://schemas.microsoft.com/office/drawing/2014/main" id="{F366D37D-0E93-4689-8E71-05C95DF3AA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6462" y="2851784"/>
                        <a:ext cx="171715" cy="144073"/>
                      </a:xfrm>
                      <a:custGeom>
                        <a:avLst/>
                        <a:gdLst>
                          <a:gd name="connsiteX0" fmla="*/ 90302 w 171715"/>
                          <a:gd name="connsiteY0" fmla="*/ 126969 h 144073"/>
                          <a:gd name="connsiteX1" fmla="*/ 32771 w 171715"/>
                          <a:gd name="connsiteY1" fmla="*/ 80963 h 144073"/>
                          <a:gd name="connsiteX2" fmla="*/ 100 w 171715"/>
                          <a:gd name="connsiteY2" fmla="*/ 16098 h 144073"/>
                          <a:gd name="connsiteX3" fmla="*/ 14483 w 171715"/>
                          <a:gd name="connsiteY3" fmla="*/ 1 h 144073"/>
                          <a:gd name="connsiteX4" fmla="*/ 82872 w 171715"/>
                          <a:gd name="connsiteY4" fmla="*/ 24575 h 144073"/>
                          <a:gd name="connsiteX5" fmla="*/ 132593 w 171715"/>
                          <a:gd name="connsiteY5" fmla="*/ 64676 h 144073"/>
                          <a:gd name="connsiteX6" fmla="*/ 156501 w 171715"/>
                          <a:gd name="connsiteY6" fmla="*/ 90869 h 144073"/>
                          <a:gd name="connsiteX7" fmla="*/ 169740 w 171715"/>
                          <a:gd name="connsiteY7" fmla="*/ 117920 h 144073"/>
                          <a:gd name="connsiteX8" fmla="*/ 171646 w 171715"/>
                          <a:gd name="connsiteY8" fmla="*/ 129446 h 144073"/>
                          <a:gd name="connsiteX9" fmla="*/ 165930 w 171715"/>
                          <a:gd name="connsiteY9" fmla="*/ 138780 h 144073"/>
                          <a:gd name="connsiteX10" fmla="*/ 130688 w 171715"/>
                          <a:gd name="connsiteY10" fmla="*/ 143352 h 144073"/>
                          <a:gd name="connsiteX11" fmla="*/ 90302 w 171715"/>
                          <a:gd name="connsiteY11" fmla="*/ 126969 h 1440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71715" h="144073">
                            <a:moveTo>
                              <a:pt x="90302" y="126969"/>
                            </a:moveTo>
                            <a:cubicBezTo>
                              <a:pt x="74871" y="117158"/>
                              <a:pt x="45535" y="93155"/>
                              <a:pt x="32771" y="80963"/>
                            </a:cubicBezTo>
                            <a:cubicBezTo>
                              <a:pt x="8673" y="58103"/>
                              <a:pt x="3148" y="39339"/>
                              <a:pt x="100" y="16098"/>
                            </a:cubicBezTo>
                            <a:cubicBezTo>
                              <a:pt x="-948" y="8097"/>
                              <a:pt x="6387" y="-94"/>
                              <a:pt x="14483" y="1"/>
                            </a:cubicBezTo>
                            <a:cubicBezTo>
                              <a:pt x="37819" y="96"/>
                              <a:pt x="58679" y="6097"/>
                              <a:pt x="82872" y="24575"/>
                            </a:cubicBezTo>
                            <a:cubicBezTo>
                              <a:pt x="95826" y="34577"/>
                              <a:pt x="120401" y="54865"/>
                              <a:pt x="132593" y="64676"/>
                            </a:cubicBezTo>
                            <a:cubicBezTo>
                              <a:pt x="144023" y="73915"/>
                              <a:pt x="151167" y="82297"/>
                              <a:pt x="156501" y="90869"/>
                            </a:cubicBezTo>
                            <a:cubicBezTo>
                              <a:pt x="161835" y="99537"/>
                              <a:pt x="165263" y="108395"/>
                              <a:pt x="169740" y="117920"/>
                            </a:cubicBezTo>
                            <a:cubicBezTo>
                              <a:pt x="171360" y="121350"/>
                              <a:pt x="171931" y="125445"/>
                              <a:pt x="171646" y="129446"/>
                            </a:cubicBezTo>
                            <a:cubicBezTo>
                              <a:pt x="171264" y="133351"/>
                              <a:pt x="169740" y="137066"/>
                              <a:pt x="165930" y="138780"/>
                            </a:cubicBezTo>
                            <a:cubicBezTo>
                              <a:pt x="155548" y="143543"/>
                              <a:pt x="143451" y="145162"/>
                              <a:pt x="130688" y="143352"/>
                            </a:cubicBezTo>
                            <a:cubicBezTo>
                              <a:pt x="117924" y="141542"/>
                              <a:pt x="104494" y="136209"/>
                              <a:pt x="90302" y="12696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09" name="Forme libre : forme 10208">
                        <a:extLst>
                          <a:ext uri="{FF2B5EF4-FFF2-40B4-BE49-F238E27FC236}">
                            <a16:creationId xmlns:a16="http://schemas.microsoft.com/office/drawing/2014/main" id="{7B567876-1B96-4B49-AB8D-889A22B8C7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6579" y="2858452"/>
                        <a:ext cx="166193" cy="136985"/>
                      </a:xfrm>
                      <a:custGeom>
                        <a:avLst/>
                        <a:gdLst>
                          <a:gd name="connsiteX0" fmla="*/ 58466 w 166193"/>
                          <a:gd name="connsiteY0" fmla="*/ 60770 h 136985"/>
                          <a:gd name="connsiteX1" fmla="*/ 2554 w 166193"/>
                          <a:gd name="connsiteY1" fmla="*/ 0 h 136985"/>
                          <a:gd name="connsiteX2" fmla="*/ 78 w 166193"/>
                          <a:gd name="connsiteY2" fmla="*/ 9334 h 136985"/>
                          <a:gd name="connsiteX3" fmla="*/ 1983 w 166193"/>
                          <a:gd name="connsiteY3" fmla="*/ 20955 h 136985"/>
                          <a:gd name="connsiteX4" fmla="*/ 14556 w 166193"/>
                          <a:gd name="connsiteY4" fmla="*/ 52769 h 136985"/>
                          <a:gd name="connsiteX5" fmla="*/ 32749 w 166193"/>
                          <a:gd name="connsiteY5" fmla="*/ 74104 h 136985"/>
                          <a:gd name="connsiteX6" fmla="*/ 41321 w 166193"/>
                          <a:gd name="connsiteY6" fmla="*/ 81915 h 136985"/>
                          <a:gd name="connsiteX7" fmla="*/ 85517 w 166193"/>
                          <a:gd name="connsiteY7" fmla="*/ 116967 h 136985"/>
                          <a:gd name="connsiteX8" fmla="*/ 90184 w 166193"/>
                          <a:gd name="connsiteY8" fmla="*/ 120110 h 136985"/>
                          <a:gd name="connsiteX9" fmla="*/ 119236 w 166193"/>
                          <a:gd name="connsiteY9" fmla="*/ 133921 h 136985"/>
                          <a:gd name="connsiteX10" fmla="*/ 155431 w 166193"/>
                          <a:gd name="connsiteY10" fmla="*/ 135446 h 136985"/>
                          <a:gd name="connsiteX11" fmla="*/ 165813 w 166193"/>
                          <a:gd name="connsiteY11" fmla="*/ 131826 h 136985"/>
                          <a:gd name="connsiteX12" fmla="*/ 166194 w 166193"/>
                          <a:gd name="connsiteY12" fmla="*/ 131636 h 136985"/>
                          <a:gd name="connsiteX13" fmla="*/ 109139 w 166193"/>
                          <a:gd name="connsiteY13" fmla="*/ 98965 h 136985"/>
                          <a:gd name="connsiteX14" fmla="*/ 58466 w 166193"/>
                          <a:gd name="connsiteY14" fmla="*/ 60770 h 1369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66193" h="136985">
                            <a:moveTo>
                              <a:pt x="58466" y="60770"/>
                            </a:moveTo>
                            <a:cubicBezTo>
                              <a:pt x="35321" y="43434"/>
                              <a:pt x="12746" y="22670"/>
                              <a:pt x="2554" y="0"/>
                            </a:cubicBezTo>
                            <a:cubicBezTo>
                              <a:pt x="744" y="2762"/>
                              <a:pt x="-303" y="6001"/>
                              <a:pt x="78" y="9334"/>
                            </a:cubicBezTo>
                            <a:cubicBezTo>
                              <a:pt x="554" y="13335"/>
                              <a:pt x="1221" y="17240"/>
                              <a:pt x="1983" y="20955"/>
                            </a:cubicBezTo>
                            <a:cubicBezTo>
                              <a:pt x="4174" y="31813"/>
                              <a:pt x="7698" y="42196"/>
                              <a:pt x="14556" y="52769"/>
                            </a:cubicBezTo>
                            <a:cubicBezTo>
                              <a:pt x="19033" y="59626"/>
                              <a:pt x="24843" y="66675"/>
                              <a:pt x="32749" y="74104"/>
                            </a:cubicBezTo>
                            <a:cubicBezTo>
                              <a:pt x="35130" y="76390"/>
                              <a:pt x="38083" y="78962"/>
                              <a:pt x="41321" y="81915"/>
                            </a:cubicBezTo>
                            <a:cubicBezTo>
                              <a:pt x="54180" y="93154"/>
                              <a:pt x="72658" y="108013"/>
                              <a:pt x="85517" y="116967"/>
                            </a:cubicBezTo>
                            <a:cubicBezTo>
                              <a:pt x="87231" y="118110"/>
                              <a:pt x="88756" y="119158"/>
                              <a:pt x="90184" y="120110"/>
                            </a:cubicBezTo>
                            <a:cubicBezTo>
                              <a:pt x="100186" y="126682"/>
                              <a:pt x="109996" y="131159"/>
                              <a:pt x="119236" y="133921"/>
                            </a:cubicBezTo>
                            <a:cubicBezTo>
                              <a:pt x="132094" y="137541"/>
                              <a:pt x="144381" y="137827"/>
                              <a:pt x="155431" y="135446"/>
                            </a:cubicBezTo>
                            <a:cubicBezTo>
                              <a:pt x="159146" y="134493"/>
                              <a:pt x="162574" y="133350"/>
                              <a:pt x="165813" y="131826"/>
                            </a:cubicBezTo>
                            <a:lnTo>
                              <a:pt x="166194" y="131636"/>
                            </a:lnTo>
                            <a:cubicBezTo>
                              <a:pt x="144572" y="124111"/>
                              <a:pt x="126570" y="111538"/>
                              <a:pt x="109139" y="98965"/>
                            </a:cubicBezTo>
                            <a:cubicBezTo>
                              <a:pt x="91613" y="86392"/>
                              <a:pt x="75040" y="73152"/>
                              <a:pt x="58466" y="6077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10" name="Forme libre : forme 10209">
                        <a:extLst>
                          <a:ext uri="{FF2B5EF4-FFF2-40B4-BE49-F238E27FC236}">
                            <a16:creationId xmlns:a16="http://schemas.microsoft.com/office/drawing/2014/main" id="{7BDD47E1-AC46-4856-8395-AC7DB226C7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3463" y="2904093"/>
                        <a:ext cx="78603" cy="64161"/>
                      </a:xfrm>
                      <a:custGeom>
                        <a:avLst/>
                        <a:gdLst>
                          <a:gd name="connsiteX0" fmla="*/ 78068 w 78603"/>
                          <a:gd name="connsiteY0" fmla="*/ 61896 h 64161"/>
                          <a:gd name="connsiteX1" fmla="*/ 55303 w 78603"/>
                          <a:gd name="connsiteY1" fmla="*/ 58753 h 64161"/>
                          <a:gd name="connsiteX2" fmla="*/ 29109 w 78603"/>
                          <a:gd name="connsiteY2" fmla="*/ 42179 h 64161"/>
                          <a:gd name="connsiteX3" fmla="*/ 1201 w 78603"/>
                          <a:gd name="connsiteY3" fmla="*/ 1984 h 64161"/>
                          <a:gd name="connsiteX4" fmla="*/ 44254 w 78603"/>
                          <a:gd name="connsiteY4" fmla="*/ 22463 h 64161"/>
                          <a:gd name="connsiteX5" fmla="*/ 66257 w 78603"/>
                          <a:gd name="connsiteY5" fmla="*/ 42084 h 64161"/>
                          <a:gd name="connsiteX6" fmla="*/ 78068 w 78603"/>
                          <a:gd name="connsiteY6" fmla="*/ 61896 h 641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8603" h="64161">
                            <a:moveTo>
                              <a:pt x="78068" y="61896"/>
                            </a:moveTo>
                            <a:cubicBezTo>
                              <a:pt x="75591" y="66278"/>
                              <a:pt x="65685" y="63801"/>
                              <a:pt x="55303" y="58753"/>
                            </a:cubicBezTo>
                            <a:cubicBezTo>
                              <a:pt x="44921" y="53705"/>
                              <a:pt x="34253" y="46180"/>
                              <a:pt x="29109" y="42179"/>
                            </a:cubicBezTo>
                            <a:cubicBezTo>
                              <a:pt x="18632" y="34179"/>
                              <a:pt x="-5657" y="10652"/>
                              <a:pt x="1201" y="1984"/>
                            </a:cubicBezTo>
                            <a:cubicBezTo>
                              <a:pt x="8059" y="-6588"/>
                              <a:pt x="35110" y="14938"/>
                              <a:pt x="44254" y="22463"/>
                            </a:cubicBezTo>
                            <a:cubicBezTo>
                              <a:pt x="48826" y="26273"/>
                              <a:pt x="58351" y="34369"/>
                              <a:pt x="66257" y="42084"/>
                            </a:cubicBezTo>
                            <a:cubicBezTo>
                              <a:pt x="74067" y="49895"/>
                              <a:pt x="80544" y="57420"/>
                              <a:pt x="78068" y="6189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11" name="Forme libre : forme 10210">
                        <a:extLst>
                          <a:ext uri="{FF2B5EF4-FFF2-40B4-BE49-F238E27FC236}">
                            <a16:creationId xmlns:a16="http://schemas.microsoft.com/office/drawing/2014/main" id="{7BA9E208-2E10-4532-AC58-EDDBDF73AE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3597" y="2903400"/>
                        <a:ext cx="47168" cy="54683"/>
                      </a:xfrm>
                      <a:custGeom>
                        <a:avLst/>
                        <a:gdLst>
                          <a:gd name="connsiteX0" fmla="*/ 23070 w 47168"/>
                          <a:gd name="connsiteY0" fmla="*/ 8011 h 54683"/>
                          <a:gd name="connsiteX1" fmla="*/ 591 w 47168"/>
                          <a:gd name="connsiteY1" fmla="*/ 2296 h 54683"/>
                          <a:gd name="connsiteX2" fmla="*/ 29357 w 47168"/>
                          <a:gd name="connsiteY2" fmla="*/ 43158 h 54683"/>
                          <a:gd name="connsiteX3" fmla="*/ 47168 w 47168"/>
                          <a:gd name="connsiteY3" fmla="*/ 54684 h 54683"/>
                          <a:gd name="connsiteX4" fmla="*/ 38500 w 47168"/>
                          <a:gd name="connsiteY4" fmla="*/ 47349 h 54683"/>
                          <a:gd name="connsiteX5" fmla="*/ 23070 w 47168"/>
                          <a:gd name="connsiteY5" fmla="*/ 8011 h 546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7168" h="54683">
                            <a:moveTo>
                              <a:pt x="23070" y="8011"/>
                            </a:moveTo>
                            <a:cubicBezTo>
                              <a:pt x="17164" y="5630"/>
                              <a:pt x="3353" y="-4467"/>
                              <a:pt x="591" y="2296"/>
                            </a:cubicBezTo>
                            <a:cubicBezTo>
                              <a:pt x="-3696" y="13059"/>
                              <a:pt x="16307" y="32871"/>
                              <a:pt x="29357" y="43158"/>
                            </a:cubicBezTo>
                            <a:cubicBezTo>
                              <a:pt x="33071" y="46206"/>
                              <a:pt x="42215" y="52207"/>
                              <a:pt x="47168" y="54684"/>
                            </a:cubicBezTo>
                            <a:cubicBezTo>
                              <a:pt x="44692" y="52778"/>
                              <a:pt x="40501" y="49540"/>
                              <a:pt x="38500" y="47349"/>
                            </a:cubicBezTo>
                            <a:cubicBezTo>
                              <a:pt x="27451" y="34395"/>
                              <a:pt x="16117" y="17917"/>
                              <a:pt x="23070" y="801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12" name="Forme libre : forme 10211">
                        <a:extLst>
                          <a:ext uri="{FF2B5EF4-FFF2-40B4-BE49-F238E27FC236}">
                            <a16:creationId xmlns:a16="http://schemas.microsoft.com/office/drawing/2014/main" id="{C113385A-BB57-4CAD-BEBE-A914FA1B63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5546" y="2909210"/>
                        <a:ext cx="80284" cy="63412"/>
                      </a:xfrm>
                      <a:custGeom>
                        <a:avLst/>
                        <a:gdLst>
                          <a:gd name="connsiteX0" fmla="*/ 79224 w 80284"/>
                          <a:gd name="connsiteY0" fmla="*/ 61637 h 63412"/>
                          <a:gd name="connsiteX1" fmla="*/ 55126 w 80284"/>
                          <a:gd name="connsiteY1" fmla="*/ 58113 h 63412"/>
                          <a:gd name="connsiteX2" fmla="*/ 28837 w 80284"/>
                          <a:gd name="connsiteY2" fmla="*/ 42206 h 63412"/>
                          <a:gd name="connsiteX3" fmla="*/ 1119 w 80284"/>
                          <a:gd name="connsiteY3" fmla="*/ 2201 h 63412"/>
                          <a:gd name="connsiteX4" fmla="*/ 44077 w 80284"/>
                          <a:gd name="connsiteY4" fmla="*/ 22584 h 63412"/>
                          <a:gd name="connsiteX5" fmla="*/ 67413 w 80284"/>
                          <a:gd name="connsiteY5" fmla="*/ 42492 h 63412"/>
                          <a:gd name="connsiteX6" fmla="*/ 79224 w 80284"/>
                          <a:gd name="connsiteY6" fmla="*/ 61637 h 634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0284" h="63412">
                            <a:moveTo>
                              <a:pt x="79224" y="61637"/>
                            </a:moveTo>
                            <a:cubicBezTo>
                              <a:pt x="75414" y="65257"/>
                              <a:pt x="65318" y="62971"/>
                              <a:pt x="55126" y="58113"/>
                            </a:cubicBezTo>
                            <a:cubicBezTo>
                              <a:pt x="44934" y="53350"/>
                              <a:pt x="34552" y="46397"/>
                              <a:pt x="28837" y="42206"/>
                            </a:cubicBezTo>
                            <a:cubicBezTo>
                              <a:pt x="17217" y="33824"/>
                              <a:pt x="-5262" y="11536"/>
                              <a:pt x="1119" y="2201"/>
                            </a:cubicBezTo>
                            <a:cubicBezTo>
                              <a:pt x="7406" y="-7133"/>
                              <a:pt x="35314" y="15822"/>
                              <a:pt x="44077" y="22584"/>
                            </a:cubicBezTo>
                            <a:cubicBezTo>
                              <a:pt x="48363" y="26109"/>
                              <a:pt x="58841" y="34491"/>
                              <a:pt x="67413" y="42492"/>
                            </a:cubicBezTo>
                            <a:cubicBezTo>
                              <a:pt x="75986" y="50493"/>
                              <a:pt x="83034" y="58018"/>
                              <a:pt x="79224" y="6163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13" name="Forme libre : forme 10212">
                        <a:extLst>
                          <a:ext uri="{FF2B5EF4-FFF2-40B4-BE49-F238E27FC236}">
                            <a16:creationId xmlns:a16="http://schemas.microsoft.com/office/drawing/2014/main" id="{DC1BA911-1507-4460-A3FD-4DD24B3EAC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8366" y="2869917"/>
                        <a:ext cx="87243" cy="98088"/>
                      </a:xfrm>
                      <a:custGeom>
                        <a:avLst/>
                        <a:gdLst>
                          <a:gd name="connsiteX0" fmla="*/ 1247 w 87243"/>
                          <a:gd name="connsiteY0" fmla="*/ 7300 h 98088"/>
                          <a:gd name="connsiteX1" fmla="*/ 2771 w 87243"/>
                          <a:gd name="connsiteY1" fmla="*/ 24540 h 98088"/>
                          <a:gd name="connsiteX2" fmla="*/ 26107 w 87243"/>
                          <a:gd name="connsiteY2" fmla="*/ 65974 h 98088"/>
                          <a:gd name="connsiteX3" fmla="*/ 65160 w 87243"/>
                          <a:gd name="connsiteY3" fmla="*/ 94549 h 98088"/>
                          <a:gd name="connsiteX4" fmla="*/ 87162 w 87243"/>
                          <a:gd name="connsiteY4" fmla="*/ 93691 h 98088"/>
                          <a:gd name="connsiteX5" fmla="*/ 78209 w 87243"/>
                          <a:gd name="connsiteY5" fmla="*/ 79880 h 98088"/>
                          <a:gd name="connsiteX6" fmla="*/ 54682 w 87243"/>
                          <a:gd name="connsiteY6" fmla="*/ 43018 h 98088"/>
                          <a:gd name="connsiteX7" fmla="*/ 31441 w 87243"/>
                          <a:gd name="connsiteY7" fmla="*/ 6252 h 98088"/>
                          <a:gd name="connsiteX8" fmla="*/ 1247 w 87243"/>
                          <a:gd name="connsiteY8" fmla="*/ 7300 h 98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243" h="98088">
                            <a:moveTo>
                              <a:pt x="1247" y="7300"/>
                            </a:moveTo>
                            <a:cubicBezTo>
                              <a:pt x="-849" y="13777"/>
                              <a:pt x="-277" y="16825"/>
                              <a:pt x="2771" y="24540"/>
                            </a:cubicBezTo>
                            <a:cubicBezTo>
                              <a:pt x="8390" y="39304"/>
                              <a:pt x="13057" y="51496"/>
                              <a:pt x="26107" y="65974"/>
                            </a:cubicBezTo>
                            <a:cubicBezTo>
                              <a:pt x="36965" y="78070"/>
                              <a:pt x="51920" y="89024"/>
                              <a:pt x="65160" y="94549"/>
                            </a:cubicBezTo>
                            <a:cubicBezTo>
                              <a:pt x="74970" y="98644"/>
                              <a:pt x="85829" y="100168"/>
                              <a:pt x="87162" y="93691"/>
                            </a:cubicBezTo>
                            <a:cubicBezTo>
                              <a:pt x="88019" y="89691"/>
                              <a:pt x="81924" y="84928"/>
                              <a:pt x="78209" y="79880"/>
                            </a:cubicBezTo>
                            <a:cubicBezTo>
                              <a:pt x="69255" y="68069"/>
                              <a:pt x="60778" y="56925"/>
                              <a:pt x="54682" y="43018"/>
                            </a:cubicBezTo>
                            <a:cubicBezTo>
                              <a:pt x="49538" y="31112"/>
                              <a:pt x="45824" y="16348"/>
                              <a:pt x="31441" y="6252"/>
                            </a:cubicBezTo>
                            <a:cubicBezTo>
                              <a:pt x="18487" y="-2797"/>
                              <a:pt x="4104" y="-1654"/>
                              <a:pt x="1247" y="730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14" name="Forme libre : forme 10213">
                        <a:extLst>
                          <a:ext uri="{FF2B5EF4-FFF2-40B4-BE49-F238E27FC236}">
                            <a16:creationId xmlns:a16="http://schemas.microsoft.com/office/drawing/2014/main" id="{C2A2F9D2-0A60-4D49-AB2E-598A7F4B66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4194" y="2883954"/>
                        <a:ext cx="35290" cy="22006"/>
                      </a:xfrm>
                      <a:custGeom>
                        <a:avLst/>
                        <a:gdLst>
                          <a:gd name="connsiteX0" fmla="*/ 5136 w 35290"/>
                          <a:gd name="connsiteY0" fmla="*/ 692 h 22006"/>
                          <a:gd name="connsiteX1" fmla="*/ 660 w 35290"/>
                          <a:gd name="connsiteY1" fmla="*/ 216 h 22006"/>
                          <a:gd name="connsiteX2" fmla="*/ 1327 w 35290"/>
                          <a:gd name="connsiteY2" fmla="*/ 3931 h 22006"/>
                          <a:gd name="connsiteX3" fmla="*/ 6756 w 35290"/>
                          <a:gd name="connsiteY3" fmla="*/ 8693 h 22006"/>
                          <a:gd name="connsiteX4" fmla="*/ 21615 w 35290"/>
                          <a:gd name="connsiteY4" fmla="*/ 18504 h 22006"/>
                          <a:gd name="connsiteX5" fmla="*/ 27425 w 35290"/>
                          <a:gd name="connsiteY5" fmla="*/ 21361 h 22006"/>
                          <a:gd name="connsiteX6" fmla="*/ 29902 w 35290"/>
                          <a:gd name="connsiteY6" fmla="*/ 12408 h 22006"/>
                          <a:gd name="connsiteX7" fmla="*/ 5136 w 35290"/>
                          <a:gd name="connsiteY7" fmla="*/ 692 h 220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5290" h="22006">
                            <a:moveTo>
                              <a:pt x="5136" y="692"/>
                            </a:moveTo>
                            <a:cubicBezTo>
                              <a:pt x="3231" y="121"/>
                              <a:pt x="1898" y="-261"/>
                              <a:pt x="660" y="216"/>
                            </a:cubicBezTo>
                            <a:cubicBezTo>
                              <a:pt x="-579" y="787"/>
                              <a:pt x="88" y="2406"/>
                              <a:pt x="1327" y="3931"/>
                            </a:cubicBezTo>
                            <a:cubicBezTo>
                              <a:pt x="2565" y="5550"/>
                              <a:pt x="4946" y="7359"/>
                              <a:pt x="6756" y="8693"/>
                            </a:cubicBezTo>
                            <a:cubicBezTo>
                              <a:pt x="11518" y="12122"/>
                              <a:pt x="16757" y="15741"/>
                              <a:pt x="21615" y="18504"/>
                            </a:cubicBezTo>
                            <a:cubicBezTo>
                              <a:pt x="23615" y="19647"/>
                              <a:pt x="25520" y="20790"/>
                              <a:pt x="27425" y="21361"/>
                            </a:cubicBezTo>
                            <a:cubicBezTo>
                              <a:pt x="35426" y="23742"/>
                              <a:pt x="39045" y="19266"/>
                              <a:pt x="29902" y="12408"/>
                            </a:cubicBezTo>
                            <a:cubicBezTo>
                              <a:pt x="23043" y="7264"/>
                              <a:pt x="12851" y="3073"/>
                              <a:pt x="5136" y="69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15" name="Forme libre : forme 10214">
                        <a:extLst>
                          <a:ext uri="{FF2B5EF4-FFF2-40B4-BE49-F238E27FC236}">
                            <a16:creationId xmlns:a16="http://schemas.microsoft.com/office/drawing/2014/main" id="{F6AD2B6C-C094-403E-973F-C149B4971D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9812" y="2978848"/>
                        <a:ext cx="70675" cy="12931"/>
                      </a:xfrm>
                      <a:custGeom>
                        <a:avLst/>
                        <a:gdLst>
                          <a:gd name="connsiteX0" fmla="*/ 70676 w 70675"/>
                          <a:gd name="connsiteY0" fmla="*/ 8001 h 12931"/>
                          <a:gd name="connsiteX1" fmla="*/ 37529 w 70675"/>
                          <a:gd name="connsiteY1" fmla="*/ 11621 h 12931"/>
                          <a:gd name="connsiteX2" fmla="*/ 0 w 70675"/>
                          <a:gd name="connsiteY2" fmla="*/ 0 h 12931"/>
                          <a:gd name="connsiteX3" fmla="*/ 70676 w 70675"/>
                          <a:gd name="connsiteY3" fmla="*/ 8001 h 129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0675" h="12931">
                            <a:moveTo>
                              <a:pt x="70676" y="8001"/>
                            </a:moveTo>
                            <a:cubicBezTo>
                              <a:pt x="64104" y="13335"/>
                              <a:pt x="51054" y="14002"/>
                              <a:pt x="37529" y="11621"/>
                            </a:cubicBezTo>
                            <a:cubicBezTo>
                              <a:pt x="24003" y="9335"/>
                              <a:pt x="10287" y="4191"/>
                              <a:pt x="0" y="0"/>
                            </a:cubicBezTo>
                            <a:cubicBezTo>
                              <a:pt x="22098" y="9239"/>
                              <a:pt x="51245" y="12859"/>
                              <a:pt x="70676" y="800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16" name="Forme libre : forme 10215">
                        <a:extLst>
                          <a:ext uri="{FF2B5EF4-FFF2-40B4-BE49-F238E27FC236}">
                            <a16:creationId xmlns:a16="http://schemas.microsoft.com/office/drawing/2014/main" id="{F8C8D593-0D0F-4BF8-9894-C99DAE7107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0754" y="2854166"/>
                        <a:ext cx="68865" cy="25526"/>
                      </a:xfrm>
                      <a:custGeom>
                        <a:avLst/>
                        <a:gdLst>
                          <a:gd name="connsiteX0" fmla="*/ 68866 w 68865"/>
                          <a:gd name="connsiteY0" fmla="*/ 25527 h 25526"/>
                          <a:gd name="connsiteX1" fmla="*/ 0 w 68865"/>
                          <a:gd name="connsiteY1" fmla="*/ 0 h 25526"/>
                          <a:gd name="connsiteX2" fmla="*/ 68866 w 68865"/>
                          <a:gd name="connsiteY2" fmla="*/ 25527 h 25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8865" h="25526">
                            <a:moveTo>
                              <a:pt x="68866" y="25527"/>
                            </a:moveTo>
                            <a:cubicBezTo>
                              <a:pt x="47340" y="9430"/>
                              <a:pt x="21527" y="2096"/>
                              <a:pt x="0" y="0"/>
                            </a:cubicBezTo>
                            <a:cubicBezTo>
                              <a:pt x="20288" y="953"/>
                              <a:pt x="48577" y="14478"/>
                              <a:pt x="68866" y="2552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17" name="Forme libre : forme 10216">
                        <a:extLst>
                          <a:ext uri="{FF2B5EF4-FFF2-40B4-BE49-F238E27FC236}">
                            <a16:creationId xmlns:a16="http://schemas.microsoft.com/office/drawing/2014/main" id="{23CA4BDD-4E1D-4BDB-815B-497BE89EB1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8210" y="2925794"/>
                        <a:ext cx="27450" cy="25208"/>
                      </a:xfrm>
                      <a:custGeom>
                        <a:avLst/>
                        <a:gdLst>
                          <a:gd name="connsiteX0" fmla="*/ 26557 w 27450"/>
                          <a:gd name="connsiteY0" fmla="*/ 25050 h 25208"/>
                          <a:gd name="connsiteX1" fmla="*/ 8650 w 27450"/>
                          <a:gd name="connsiteY1" fmla="*/ 13620 h 25208"/>
                          <a:gd name="connsiteX2" fmla="*/ 1221 w 27450"/>
                          <a:gd name="connsiteY2" fmla="*/ 95 h 25208"/>
                          <a:gd name="connsiteX3" fmla="*/ 17604 w 27450"/>
                          <a:gd name="connsiteY3" fmla="*/ 11334 h 25208"/>
                          <a:gd name="connsiteX4" fmla="*/ 26557 w 27450"/>
                          <a:gd name="connsiteY4" fmla="*/ 25050 h 252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7450" h="25208">
                            <a:moveTo>
                              <a:pt x="26557" y="25050"/>
                            </a:moveTo>
                            <a:cubicBezTo>
                              <a:pt x="22557" y="26574"/>
                              <a:pt x="11794" y="16668"/>
                              <a:pt x="8650" y="13620"/>
                            </a:cubicBezTo>
                            <a:cubicBezTo>
                              <a:pt x="5412" y="10572"/>
                              <a:pt x="-3161" y="1333"/>
                              <a:pt x="1221" y="95"/>
                            </a:cubicBezTo>
                            <a:cubicBezTo>
                              <a:pt x="5603" y="-1048"/>
                              <a:pt x="14651" y="8477"/>
                              <a:pt x="17604" y="11334"/>
                            </a:cubicBezTo>
                            <a:cubicBezTo>
                              <a:pt x="20462" y="14287"/>
                              <a:pt x="30463" y="23621"/>
                              <a:pt x="26557" y="2505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18" name="Forme libre : forme 10217">
                        <a:extLst>
                          <a:ext uri="{FF2B5EF4-FFF2-40B4-BE49-F238E27FC236}">
                            <a16:creationId xmlns:a16="http://schemas.microsoft.com/office/drawing/2014/main" id="{67E9C7B2-DF34-43DE-8A11-ECB1A5A0EF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1450" y="2946912"/>
                        <a:ext cx="8420" cy="6913"/>
                      </a:xfrm>
                      <a:custGeom>
                        <a:avLst/>
                        <a:gdLst>
                          <a:gd name="connsiteX0" fmla="*/ 8366 w 8420"/>
                          <a:gd name="connsiteY0" fmla="*/ 6409 h 6913"/>
                          <a:gd name="connsiteX1" fmla="*/ 3603 w 8420"/>
                          <a:gd name="connsiteY1" fmla="*/ 5076 h 6913"/>
                          <a:gd name="connsiteX2" fmla="*/ 79 w 8420"/>
                          <a:gd name="connsiteY2" fmla="*/ 504 h 6913"/>
                          <a:gd name="connsiteX3" fmla="*/ 4746 w 8420"/>
                          <a:gd name="connsiteY3" fmla="*/ 1837 h 6913"/>
                          <a:gd name="connsiteX4" fmla="*/ 8366 w 8420"/>
                          <a:gd name="connsiteY4" fmla="*/ 6409 h 69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20" h="6913">
                            <a:moveTo>
                              <a:pt x="8366" y="6409"/>
                            </a:moveTo>
                            <a:cubicBezTo>
                              <a:pt x="7890" y="7743"/>
                              <a:pt x="4937" y="6124"/>
                              <a:pt x="3603" y="5076"/>
                            </a:cubicBezTo>
                            <a:cubicBezTo>
                              <a:pt x="2174" y="4028"/>
                              <a:pt x="-492" y="1837"/>
                              <a:pt x="79" y="504"/>
                            </a:cubicBezTo>
                            <a:cubicBezTo>
                              <a:pt x="651" y="-830"/>
                              <a:pt x="3317" y="790"/>
                              <a:pt x="4746" y="1837"/>
                            </a:cubicBezTo>
                            <a:cubicBezTo>
                              <a:pt x="6080" y="2885"/>
                              <a:pt x="8842" y="5076"/>
                              <a:pt x="8366" y="640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19" name="Forme libre : forme 10218">
                        <a:extLst>
                          <a:ext uri="{FF2B5EF4-FFF2-40B4-BE49-F238E27FC236}">
                            <a16:creationId xmlns:a16="http://schemas.microsoft.com/office/drawing/2014/main" id="{38A12619-E3D9-493C-A975-C2CAD56F9E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0761" y="2909413"/>
                        <a:ext cx="58615" cy="71079"/>
                      </a:xfrm>
                      <a:custGeom>
                        <a:avLst/>
                        <a:gdLst>
                          <a:gd name="connsiteX0" fmla="*/ 46963 w 58615"/>
                          <a:gd name="connsiteY0" fmla="*/ 45051 h 71079"/>
                          <a:gd name="connsiteX1" fmla="*/ 58488 w 58615"/>
                          <a:gd name="connsiteY1" fmla="*/ 67530 h 71079"/>
                          <a:gd name="connsiteX2" fmla="*/ 50487 w 58615"/>
                          <a:gd name="connsiteY2" fmla="*/ 70197 h 71079"/>
                          <a:gd name="connsiteX3" fmla="*/ 42486 w 58615"/>
                          <a:gd name="connsiteY3" fmla="*/ 62291 h 71079"/>
                          <a:gd name="connsiteX4" fmla="*/ 23436 w 58615"/>
                          <a:gd name="connsiteY4" fmla="*/ 34669 h 71079"/>
                          <a:gd name="connsiteX5" fmla="*/ 2290 w 58615"/>
                          <a:gd name="connsiteY5" fmla="*/ 93 h 71079"/>
                          <a:gd name="connsiteX6" fmla="*/ 37057 w 58615"/>
                          <a:gd name="connsiteY6" fmla="*/ 25715 h 71079"/>
                          <a:gd name="connsiteX7" fmla="*/ 46963 w 58615"/>
                          <a:gd name="connsiteY7" fmla="*/ 45051 h 71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8615" h="71079">
                            <a:moveTo>
                              <a:pt x="46963" y="45051"/>
                            </a:moveTo>
                            <a:cubicBezTo>
                              <a:pt x="52106" y="53528"/>
                              <a:pt x="56202" y="59148"/>
                              <a:pt x="58488" y="67530"/>
                            </a:cubicBezTo>
                            <a:cubicBezTo>
                              <a:pt x="59440" y="70578"/>
                              <a:pt x="54869" y="72197"/>
                              <a:pt x="50487" y="70197"/>
                            </a:cubicBezTo>
                            <a:cubicBezTo>
                              <a:pt x="46010" y="68387"/>
                              <a:pt x="44391" y="65149"/>
                              <a:pt x="42486" y="62291"/>
                            </a:cubicBezTo>
                            <a:cubicBezTo>
                              <a:pt x="36771" y="52861"/>
                              <a:pt x="30485" y="44289"/>
                              <a:pt x="23436" y="34669"/>
                            </a:cubicBezTo>
                            <a:cubicBezTo>
                              <a:pt x="18959" y="28954"/>
                              <a:pt x="-7901" y="1998"/>
                              <a:pt x="2290" y="93"/>
                            </a:cubicBezTo>
                            <a:cubicBezTo>
                              <a:pt x="12292" y="-1526"/>
                              <a:pt x="31342" y="18476"/>
                              <a:pt x="37057" y="25715"/>
                            </a:cubicBezTo>
                            <a:cubicBezTo>
                              <a:pt x="42581" y="33145"/>
                              <a:pt x="43153" y="38669"/>
                              <a:pt x="46963" y="4505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169" name="Graphique 1">
                      <a:extLst>
                        <a:ext uri="{FF2B5EF4-FFF2-40B4-BE49-F238E27FC236}">
                          <a16:creationId xmlns:a16="http://schemas.microsoft.com/office/drawing/2014/main" id="{80BC08CA-D96D-4017-AC54-E52B981BE8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37447" y="2817576"/>
                      <a:ext cx="109484" cy="191255"/>
                      <a:chOff x="4637447" y="2817576"/>
                      <a:chExt cx="109484" cy="191255"/>
                    </a:xfrm>
                    <a:solidFill>
                      <a:schemeClr val="accent1"/>
                    </a:solidFill>
                  </p:grpSpPr>
                  <p:sp>
                    <p:nvSpPr>
                      <p:cNvPr id="10196" name="Forme libre : forme 10195">
                        <a:extLst>
                          <a:ext uri="{FF2B5EF4-FFF2-40B4-BE49-F238E27FC236}">
                            <a16:creationId xmlns:a16="http://schemas.microsoft.com/office/drawing/2014/main" id="{5C810449-8236-4019-A8C3-C328D1D853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7679" y="2817576"/>
                        <a:ext cx="109252" cy="191255"/>
                      </a:xfrm>
                      <a:custGeom>
                        <a:avLst/>
                        <a:gdLst>
                          <a:gd name="connsiteX0" fmla="*/ 102918 w 109252"/>
                          <a:gd name="connsiteY0" fmla="*/ 75832 h 191255"/>
                          <a:gd name="connsiteX1" fmla="*/ 95488 w 109252"/>
                          <a:gd name="connsiteY1" fmla="*/ 104598 h 191255"/>
                          <a:gd name="connsiteX2" fmla="*/ 93964 w 109252"/>
                          <a:gd name="connsiteY2" fmla="*/ 112694 h 191255"/>
                          <a:gd name="connsiteX3" fmla="*/ 92535 w 109252"/>
                          <a:gd name="connsiteY3" fmla="*/ 121171 h 191255"/>
                          <a:gd name="connsiteX4" fmla="*/ 88059 w 109252"/>
                          <a:gd name="connsiteY4" fmla="*/ 141364 h 191255"/>
                          <a:gd name="connsiteX5" fmla="*/ 81962 w 109252"/>
                          <a:gd name="connsiteY5" fmla="*/ 156890 h 191255"/>
                          <a:gd name="connsiteX6" fmla="*/ 77200 w 109252"/>
                          <a:gd name="connsiteY6" fmla="*/ 165177 h 191255"/>
                          <a:gd name="connsiteX7" fmla="*/ 71485 w 109252"/>
                          <a:gd name="connsiteY7" fmla="*/ 172987 h 191255"/>
                          <a:gd name="connsiteX8" fmla="*/ 44719 w 109252"/>
                          <a:gd name="connsiteY8" fmla="*/ 190037 h 191255"/>
                          <a:gd name="connsiteX9" fmla="*/ 2334 w 109252"/>
                          <a:gd name="connsiteY9" fmla="*/ 175940 h 191255"/>
                          <a:gd name="connsiteX10" fmla="*/ 7477 w 109252"/>
                          <a:gd name="connsiteY10" fmla="*/ 154985 h 191255"/>
                          <a:gd name="connsiteX11" fmla="*/ 16907 w 109252"/>
                          <a:gd name="connsiteY11" fmla="*/ 136888 h 191255"/>
                          <a:gd name="connsiteX12" fmla="*/ 15097 w 109252"/>
                          <a:gd name="connsiteY12" fmla="*/ 131077 h 191255"/>
                          <a:gd name="connsiteX13" fmla="*/ 14525 w 109252"/>
                          <a:gd name="connsiteY13" fmla="*/ 130315 h 191255"/>
                          <a:gd name="connsiteX14" fmla="*/ 14525 w 109252"/>
                          <a:gd name="connsiteY14" fmla="*/ 127934 h 191255"/>
                          <a:gd name="connsiteX15" fmla="*/ 15001 w 109252"/>
                          <a:gd name="connsiteY15" fmla="*/ 125077 h 191255"/>
                          <a:gd name="connsiteX16" fmla="*/ 15478 w 109252"/>
                          <a:gd name="connsiteY16" fmla="*/ 121267 h 191255"/>
                          <a:gd name="connsiteX17" fmla="*/ 17002 w 109252"/>
                          <a:gd name="connsiteY17" fmla="*/ 110408 h 191255"/>
                          <a:gd name="connsiteX18" fmla="*/ 18335 w 109252"/>
                          <a:gd name="connsiteY18" fmla="*/ 100788 h 191255"/>
                          <a:gd name="connsiteX19" fmla="*/ 20240 w 109252"/>
                          <a:gd name="connsiteY19" fmla="*/ 90120 h 191255"/>
                          <a:gd name="connsiteX20" fmla="*/ 31194 w 109252"/>
                          <a:gd name="connsiteY20" fmla="*/ 53258 h 191255"/>
                          <a:gd name="connsiteX21" fmla="*/ 85582 w 109252"/>
                          <a:gd name="connsiteY21" fmla="*/ 966 h 191255"/>
                          <a:gd name="connsiteX22" fmla="*/ 105203 w 109252"/>
                          <a:gd name="connsiteY22" fmla="*/ 8777 h 191255"/>
                          <a:gd name="connsiteX23" fmla="*/ 102918 w 109252"/>
                          <a:gd name="connsiteY23" fmla="*/ 75832 h 1912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</a:cxnLst>
                        <a:rect l="l" t="t" r="r" b="b"/>
                        <a:pathLst>
                          <a:path w="109252" h="191255">
                            <a:moveTo>
                              <a:pt x="102918" y="75832"/>
                            </a:moveTo>
                            <a:cubicBezTo>
                              <a:pt x="100917" y="82881"/>
                              <a:pt x="97678" y="93739"/>
                              <a:pt x="95488" y="104598"/>
                            </a:cubicBezTo>
                            <a:cubicBezTo>
                              <a:pt x="95012" y="107360"/>
                              <a:pt x="94249" y="110027"/>
                              <a:pt x="93964" y="112694"/>
                            </a:cubicBezTo>
                            <a:cubicBezTo>
                              <a:pt x="93487" y="115552"/>
                              <a:pt x="93011" y="118409"/>
                              <a:pt x="92535" y="121171"/>
                            </a:cubicBezTo>
                            <a:cubicBezTo>
                              <a:pt x="91297" y="128696"/>
                              <a:pt x="89963" y="135554"/>
                              <a:pt x="88059" y="141364"/>
                            </a:cubicBezTo>
                            <a:cubicBezTo>
                              <a:pt x="86725" y="146413"/>
                              <a:pt x="84248" y="152032"/>
                              <a:pt x="81962" y="156890"/>
                            </a:cubicBezTo>
                            <a:cubicBezTo>
                              <a:pt x="81010" y="158986"/>
                              <a:pt x="78914" y="162415"/>
                              <a:pt x="77200" y="165177"/>
                            </a:cubicBezTo>
                            <a:cubicBezTo>
                              <a:pt x="75295" y="167939"/>
                              <a:pt x="73485" y="170606"/>
                              <a:pt x="71485" y="172987"/>
                            </a:cubicBezTo>
                            <a:cubicBezTo>
                              <a:pt x="63103" y="182227"/>
                              <a:pt x="53864" y="187942"/>
                              <a:pt x="44719" y="190037"/>
                            </a:cubicBezTo>
                            <a:cubicBezTo>
                              <a:pt x="26241" y="194514"/>
                              <a:pt x="10715" y="185941"/>
                              <a:pt x="2334" y="175940"/>
                            </a:cubicBezTo>
                            <a:cubicBezTo>
                              <a:pt x="-3191" y="168606"/>
                              <a:pt x="2143" y="158795"/>
                              <a:pt x="7477" y="154985"/>
                            </a:cubicBezTo>
                            <a:cubicBezTo>
                              <a:pt x="14811" y="149175"/>
                              <a:pt x="17287" y="142127"/>
                              <a:pt x="16907" y="136888"/>
                            </a:cubicBezTo>
                            <a:cubicBezTo>
                              <a:pt x="16716" y="134316"/>
                              <a:pt x="15954" y="132316"/>
                              <a:pt x="15097" y="131077"/>
                            </a:cubicBezTo>
                            <a:cubicBezTo>
                              <a:pt x="14906" y="130792"/>
                              <a:pt x="14716" y="130506"/>
                              <a:pt x="14525" y="130315"/>
                            </a:cubicBezTo>
                            <a:cubicBezTo>
                              <a:pt x="14240" y="130315"/>
                              <a:pt x="14525" y="128696"/>
                              <a:pt x="14525" y="127934"/>
                            </a:cubicBezTo>
                            <a:cubicBezTo>
                              <a:pt x="14621" y="126982"/>
                              <a:pt x="14811" y="126124"/>
                              <a:pt x="15001" y="125077"/>
                            </a:cubicBezTo>
                            <a:cubicBezTo>
                              <a:pt x="15097" y="123838"/>
                              <a:pt x="15287" y="122600"/>
                              <a:pt x="15478" y="121267"/>
                            </a:cubicBezTo>
                            <a:cubicBezTo>
                              <a:pt x="16050" y="118790"/>
                              <a:pt x="16335" y="114694"/>
                              <a:pt x="17002" y="110408"/>
                            </a:cubicBezTo>
                            <a:cubicBezTo>
                              <a:pt x="17478" y="107265"/>
                              <a:pt x="17859" y="104027"/>
                              <a:pt x="18335" y="100788"/>
                            </a:cubicBezTo>
                            <a:cubicBezTo>
                              <a:pt x="18812" y="97264"/>
                              <a:pt x="19574" y="93644"/>
                              <a:pt x="20240" y="90120"/>
                            </a:cubicBezTo>
                            <a:cubicBezTo>
                              <a:pt x="23193" y="75832"/>
                              <a:pt x="27574" y="62021"/>
                              <a:pt x="31194" y="53258"/>
                            </a:cubicBezTo>
                            <a:cubicBezTo>
                              <a:pt x="44910" y="19921"/>
                              <a:pt x="64055" y="8967"/>
                              <a:pt x="85582" y="966"/>
                            </a:cubicBezTo>
                            <a:cubicBezTo>
                              <a:pt x="93107" y="-1796"/>
                              <a:pt x="103203" y="1537"/>
                              <a:pt x="105203" y="8777"/>
                            </a:cubicBezTo>
                            <a:cubicBezTo>
                              <a:pt x="111109" y="29636"/>
                              <a:pt x="110728" y="49639"/>
                              <a:pt x="102918" y="7583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97" name="Forme libre : forme 10196">
                        <a:extLst>
                          <a:ext uri="{FF2B5EF4-FFF2-40B4-BE49-F238E27FC236}">
                            <a16:creationId xmlns:a16="http://schemas.microsoft.com/office/drawing/2014/main" id="{BCADA416-0F9E-4962-8A7B-246A3A6690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7447" y="2825686"/>
                        <a:ext cx="109106" cy="182753"/>
                      </a:xfrm>
                      <a:custGeom>
                        <a:avLst/>
                        <a:gdLst>
                          <a:gd name="connsiteX0" fmla="*/ 64572 w 109106"/>
                          <a:gd name="connsiteY0" fmla="*/ 114871 h 182753"/>
                          <a:gd name="connsiteX1" fmla="*/ 62572 w 109106"/>
                          <a:gd name="connsiteY1" fmla="*/ 126492 h 182753"/>
                          <a:gd name="connsiteX2" fmla="*/ 58953 w 109106"/>
                          <a:gd name="connsiteY2" fmla="*/ 138303 h 182753"/>
                          <a:gd name="connsiteX3" fmla="*/ 52571 w 109106"/>
                          <a:gd name="connsiteY3" fmla="*/ 150495 h 182753"/>
                          <a:gd name="connsiteX4" fmla="*/ 43141 w 109106"/>
                          <a:gd name="connsiteY4" fmla="*/ 160306 h 182753"/>
                          <a:gd name="connsiteX5" fmla="*/ 19329 w 109106"/>
                          <a:gd name="connsiteY5" fmla="*/ 166878 h 182753"/>
                          <a:gd name="connsiteX6" fmla="*/ 279 w 109106"/>
                          <a:gd name="connsiteY6" fmla="*/ 157829 h 182753"/>
                          <a:gd name="connsiteX7" fmla="*/ 2279 w 109106"/>
                          <a:gd name="connsiteY7" fmla="*/ 167545 h 182753"/>
                          <a:gd name="connsiteX8" fmla="*/ 13233 w 109106"/>
                          <a:gd name="connsiteY8" fmla="*/ 176879 h 182753"/>
                          <a:gd name="connsiteX9" fmla="*/ 63525 w 109106"/>
                          <a:gd name="connsiteY9" fmla="*/ 172212 h 182753"/>
                          <a:gd name="connsiteX10" fmla="*/ 71811 w 109106"/>
                          <a:gd name="connsiteY10" fmla="*/ 164116 h 182753"/>
                          <a:gd name="connsiteX11" fmla="*/ 79146 w 109106"/>
                          <a:gd name="connsiteY11" fmla="*/ 153638 h 182753"/>
                          <a:gd name="connsiteX12" fmla="*/ 80860 w 109106"/>
                          <a:gd name="connsiteY12" fmla="*/ 150781 h 182753"/>
                          <a:gd name="connsiteX13" fmla="*/ 82003 w 109106"/>
                          <a:gd name="connsiteY13" fmla="*/ 148399 h 182753"/>
                          <a:gd name="connsiteX14" fmla="*/ 84289 w 109106"/>
                          <a:gd name="connsiteY14" fmla="*/ 143446 h 182753"/>
                          <a:gd name="connsiteX15" fmla="*/ 88004 w 109106"/>
                          <a:gd name="connsiteY15" fmla="*/ 133255 h 182753"/>
                          <a:gd name="connsiteX16" fmla="*/ 91433 w 109106"/>
                          <a:gd name="connsiteY16" fmla="*/ 118872 h 182753"/>
                          <a:gd name="connsiteX17" fmla="*/ 93719 w 109106"/>
                          <a:gd name="connsiteY17" fmla="*/ 105251 h 182753"/>
                          <a:gd name="connsiteX18" fmla="*/ 95910 w 109106"/>
                          <a:gd name="connsiteY18" fmla="*/ 93536 h 182753"/>
                          <a:gd name="connsiteX19" fmla="*/ 101625 w 109106"/>
                          <a:gd name="connsiteY19" fmla="*/ 72009 h 182753"/>
                          <a:gd name="connsiteX20" fmla="*/ 102863 w 109106"/>
                          <a:gd name="connsiteY20" fmla="*/ 67628 h 182753"/>
                          <a:gd name="connsiteX21" fmla="*/ 108483 w 109106"/>
                          <a:gd name="connsiteY21" fmla="*/ 41720 h 182753"/>
                          <a:gd name="connsiteX22" fmla="*/ 107435 w 109106"/>
                          <a:gd name="connsiteY22" fmla="*/ 10287 h 182753"/>
                          <a:gd name="connsiteX23" fmla="*/ 105149 w 109106"/>
                          <a:gd name="connsiteY23" fmla="*/ 381 h 182753"/>
                          <a:gd name="connsiteX24" fmla="*/ 104959 w 109106"/>
                          <a:gd name="connsiteY24" fmla="*/ 0 h 182753"/>
                          <a:gd name="connsiteX25" fmla="*/ 77431 w 109106"/>
                          <a:gd name="connsiteY25" fmla="*/ 55340 h 182753"/>
                          <a:gd name="connsiteX26" fmla="*/ 68763 w 109106"/>
                          <a:gd name="connsiteY26" fmla="*/ 84487 h 182753"/>
                          <a:gd name="connsiteX27" fmla="*/ 66192 w 109106"/>
                          <a:gd name="connsiteY27" fmla="*/ 99250 h 182753"/>
                          <a:gd name="connsiteX28" fmla="*/ 64572 w 109106"/>
                          <a:gd name="connsiteY28" fmla="*/ 114871 h 1827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</a:cxnLst>
                        <a:rect l="l" t="t" r="r" b="b"/>
                        <a:pathLst>
                          <a:path w="109106" h="182753">
                            <a:moveTo>
                              <a:pt x="64572" y="114871"/>
                            </a:moveTo>
                            <a:cubicBezTo>
                              <a:pt x="64287" y="118681"/>
                              <a:pt x="63525" y="122587"/>
                              <a:pt x="62572" y="126492"/>
                            </a:cubicBezTo>
                            <a:cubicBezTo>
                              <a:pt x="61906" y="130397"/>
                              <a:pt x="60477" y="134398"/>
                              <a:pt x="58953" y="138303"/>
                            </a:cubicBezTo>
                            <a:cubicBezTo>
                              <a:pt x="57715" y="142113"/>
                              <a:pt x="54953" y="146685"/>
                              <a:pt x="52571" y="150495"/>
                            </a:cubicBezTo>
                            <a:cubicBezTo>
                              <a:pt x="49713" y="154210"/>
                              <a:pt x="46856" y="157734"/>
                              <a:pt x="43141" y="160306"/>
                            </a:cubicBezTo>
                            <a:cubicBezTo>
                              <a:pt x="36093" y="165735"/>
                              <a:pt x="27235" y="167926"/>
                              <a:pt x="19329" y="166878"/>
                            </a:cubicBezTo>
                            <a:cubicBezTo>
                              <a:pt x="11423" y="165545"/>
                              <a:pt x="4756" y="162306"/>
                              <a:pt x="279" y="157829"/>
                            </a:cubicBezTo>
                            <a:cubicBezTo>
                              <a:pt x="-388" y="161068"/>
                              <a:pt x="88" y="164497"/>
                              <a:pt x="2279" y="167545"/>
                            </a:cubicBezTo>
                            <a:cubicBezTo>
                              <a:pt x="5136" y="170879"/>
                              <a:pt x="8947" y="174307"/>
                              <a:pt x="13233" y="176879"/>
                            </a:cubicBezTo>
                            <a:cubicBezTo>
                              <a:pt x="25520" y="184404"/>
                              <a:pt x="45522" y="186499"/>
                              <a:pt x="63525" y="172212"/>
                            </a:cubicBezTo>
                            <a:cubicBezTo>
                              <a:pt x="66287" y="169831"/>
                              <a:pt x="69049" y="167164"/>
                              <a:pt x="71811" y="164116"/>
                            </a:cubicBezTo>
                            <a:cubicBezTo>
                              <a:pt x="74383" y="160972"/>
                              <a:pt x="76765" y="157448"/>
                              <a:pt x="79146" y="153638"/>
                            </a:cubicBezTo>
                            <a:lnTo>
                              <a:pt x="80860" y="150781"/>
                            </a:lnTo>
                            <a:lnTo>
                              <a:pt x="82003" y="148399"/>
                            </a:lnTo>
                            <a:cubicBezTo>
                              <a:pt x="82765" y="146780"/>
                              <a:pt x="83528" y="145161"/>
                              <a:pt x="84289" y="143446"/>
                            </a:cubicBezTo>
                            <a:cubicBezTo>
                              <a:pt x="85909" y="139922"/>
                              <a:pt x="87052" y="136588"/>
                              <a:pt x="88004" y="133255"/>
                            </a:cubicBezTo>
                            <a:cubicBezTo>
                              <a:pt x="89338" y="129064"/>
                              <a:pt x="90671" y="124015"/>
                              <a:pt x="91433" y="118872"/>
                            </a:cubicBezTo>
                            <a:cubicBezTo>
                              <a:pt x="92100" y="114681"/>
                              <a:pt x="92957" y="110014"/>
                              <a:pt x="93719" y="105251"/>
                            </a:cubicBezTo>
                            <a:cubicBezTo>
                              <a:pt x="94196" y="101441"/>
                              <a:pt x="95243" y="97441"/>
                              <a:pt x="95910" y="93536"/>
                            </a:cubicBezTo>
                            <a:cubicBezTo>
                              <a:pt x="97720" y="85725"/>
                              <a:pt x="99720" y="78010"/>
                              <a:pt x="101625" y="72009"/>
                            </a:cubicBezTo>
                            <a:cubicBezTo>
                              <a:pt x="102101" y="70485"/>
                              <a:pt x="102482" y="68961"/>
                              <a:pt x="102863" y="67628"/>
                            </a:cubicBezTo>
                            <a:cubicBezTo>
                              <a:pt x="105720" y="58293"/>
                              <a:pt x="107340" y="49816"/>
                              <a:pt x="108483" y="41720"/>
                            </a:cubicBezTo>
                            <a:cubicBezTo>
                              <a:pt x="109626" y="30671"/>
                              <a:pt x="109150" y="20479"/>
                              <a:pt x="107435" y="10287"/>
                            </a:cubicBezTo>
                            <a:cubicBezTo>
                              <a:pt x="106863" y="6953"/>
                              <a:pt x="106102" y="3715"/>
                              <a:pt x="105149" y="381"/>
                            </a:cubicBezTo>
                            <a:lnTo>
                              <a:pt x="104959" y="0"/>
                            </a:lnTo>
                            <a:cubicBezTo>
                              <a:pt x="94386" y="17621"/>
                              <a:pt x="84671" y="36100"/>
                              <a:pt x="77431" y="55340"/>
                            </a:cubicBezTo>
                            <a:cubicBezTo>
                              <a:pt x="73907" y="64961"/>
                              <a:pt x="70764" y="74676"/>
                              <a:pt x="68763" y="84487"/>
                            </a:cubicBezTo>
                            <a:cubicBezTo>
                              <a:pt x="67716" y="89345"/>
                              <a:pt x="66859" y="94297"/>
                              <a:pt x="66192" y="99250"/>
                            </a:cubicBezTo>
                            <a:cubicBezTo>
                              <a:pt x="65715" y="104585"/>
                              <a:pt x="65144" y="109728"/>
                              <a:pt x="64572" y="11487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98" name="Forme libre : forme 10197">
                        <a:extLst>
                          <a:ext uri="{FF2B5EF4-FFF2-40B4-BE49-F238E27FC236}">
                            <a16:creationId xmlns:a16="http://schemas.microsoft.com/office/drawing/2014/main" id="{B45AA489-DFB3-4569-8C9E-E1E9636410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3712" y="2854512"/>
                        <a:ext cx="37358" cy="93207"/>
                      </a:xfrm>
                      <a:custGeom>
                        <a:avLst/>
                        <a:gdLst>
                          <a:gd name="connsiteX0" fmla="*/ 34215 w 37358"/>
                          <a:gd name="connsiteY0" fmla="*/ 321 h 93207"/>
                          <a:gd name="connsiteX1" fmla="*/ 35358 w 37358"/>
                          <a:gd name="connsiteY1" fmla="*/ 22609 h 93207"/>
                          <a:gd name="connsiteX2" fmla="*/ 28500 w 37358"/>
                          <a:gd name="connsiteY2" fmla="*/ 50708 h 93207"/>
                          <a:gd name="connsiteX3" fmla="*/ 20784 w 37358"/>
                          <a:gd name="connsiteY3" fmla="*/ 76044 h 93207"/>
                          <a:gd name="connsiteX4" fmla="*/ 14593 w 37358"/>
                          <a:gd name="connsiteY4" fmla="*/ 88808 h 93207"/>
                          <a:gd name="connsiteX5" fmla="*/ 6687 w 37358"/>
                          <a:gd name="connsiteY5" fmla="*/ 93094 h 93207"/>
                          <a:gd name="connsiteX6" fmla="*/ 1544 w 37358"/>
                          <a:gd name="connsiteY6" fmla="*/ 86522 h 93207"/>
                          <a:gd name="connsiteX7" fmla="*/ 20 w 37358"/>
                          <a:gd name="connsiteY7" fmla="*/ 73377 h 93207"/>
                          <a:gd name="connsiteX8" fmla="*/ 4402 w 37358"/>
                          <a:gd name="connsiteY8" fmla="*/ 44516 h 93207"/>
                          <a:gd name="connsiteX9" fmla="*/ 16593 w 37358"/>
                          <a:gd name="connsiteY9" fmla="*/ 15941 h 93207"/>
                          <a:gd name="connsiteX10" fmla="*/ 34215 w 37358"/>
                          <a:gd name="connsiteY10" fmla="*/ 321 h 932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7358" h="93207">
                            <a:moveTo>
                              <a:pt x="34215" y="321"/>
                            </a:moveTo>
                            <a:cubicBezTo>
                              <a:pt x="38882" y="2321"/>
                              <a:pt x="37548" y="12036"/>
                              <a:pt x="35358" y="22609"/>
                            </a:cubicBezTo>
                            <a:cubicBezTo>
                              <a:pt x="32977" y="33182"/>
                              <a:pt x="30119" y="44897"/>
                              <a:pt x="28500" y="50708"/>
                            </a:cubicBezTo>
                            <a:cubicBezTo>
                              <a:pt x="27071" y="56613"/>
                              <a:pt x="23832" y="66900"/>
                              <a:pt x="20784" y="76044"/>
                            </a:cubicBezTo>
                            <a:cubicBezTo>
                              <a:pt x="19070" y="80521"/>
                              <a:pt x="16879" y="85760"/>
                              <a:pt x="14593" y="88808"/>
                            </a:cubicBezTo>
                            <a:cubicBezTo>
                              <a:pt x="12212" y="92046"/>
                              <a:pt x="9354" y="93665"/>
                              <a:pt x="6687" y="93094"/>
                            </a:cubicBezTo>
                            <a:cubicBezTo>
                              <a:pt x="3925" y="92522"/>
                              <a:pt x="2496" y="90046"/>
                              <a:pt x="1544" y="86522"/>
                            </a:cubicBezTo>
                            <a:cubicBezTo>
                              <a:pt x="496" y="82902"/>
                              <a:pt x="20" y="78616"/>
                              <a:pt x="20" y="73377"/>
                            </a:cubicBezTo>
                            <a:cubicBezTo>
                              <a:pt x="-266" y="62614"/>
                              <a:pt x="2592" y="50517"/>
                              <a:pt x="4402" y="44516"/>
                            </a:cubicBezTo>
                            <a:cubicBezTo>
                              <a:pt x="6211" y="38516"/>
                              <a:pt x="10498" y="25943"/>
                              <a:pt x="16593" y="15941"/>
                            </a:cubicBezTo>
                            <a:cubicBezTo>
                              <a:pt x="22499" y="5940"/>
                              <a:pt x="29548" y="-1680"/>
                              <a:pt x="34215" y="32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99" name="Forme libre : forme 10198">
                        <a:extLst>
                          <a:ext uri="{FF2B5EF4-FFF2-40B4-BE49-F238E27FC236}">
                            <a16:creationId xmlns:a16="http://schemas.microsoft.com/office/drawing/2014/main" id="{07213702-D527-4CDF-9A6B-3862D68799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4208" y="2885693"/>
                        <a:ext cx="32670" cy="62585"/>
                      </a:xfrm>
                      <a:custGeom>
                        <a:avLst/>
                        <a:gdLst>
                          <a:gd name="connsiteX0" fmla="*/ 0 w 32670"/>
                          <a:gd name="connsiteY0" fmla="*/ 40386 h 62585"/>
                          <a:gd name="connsiteX1" fmla="*/ 1048 w 32670"/>
                          <a:gd name="connsiteY1" fmla="*/ 54102 h 62585"/>
                          <a:gd name="connsiteX2" fmla="*/ 6287 w 32670"/>
                          <a:gd name="connsiteY2" fmla="*/ 62579 h 62585"/>
                          <a:gd name="connsiteX3" fmla="*/ 20384 w 32670"/>
                          <a:gd name="connsiteY3" fmla="*/ 45053 h 62585"/>
                          <a:gd name="connsiteX4" fmla="*/ 28290 w 32670"/>
                          <a:gd name="connsiteY4" fmla="*/ 19241 h 62585"/>
                          <a:gd name="connsiteX5" fmla="*/ 32671 w 32670"/>
                          <a:gd name="connsiteY5" fmla="*/ 0 h 62585"/>
                          <a:gd name="connsiteX6" fmla="*/ 28575 w 32670"/>
                          <a:gd name="connsiteY6" fmla="*/ 9811 h 62585"/>
                          <a:gd name="connsiteX7" fmla="*/ 0 w 32670"/>
                          <a:gd name="connsiteY7" fmla="*/ 40386 h 625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2670" h="62585">
                            <a:moveTo>
                              <a:pt x="0" y="40386"/>
                            </a:moveTo>
                            <a:cubicBezTo>
                              <a:pt x="477" y="43910"/>
                              <a:pt x="381" y="49340"/>
                              <a:pt x="1048" y="54102"/>
                            </a:cubicBezTo>
                            <a:cubicBezTo>
                              <a:pt x="1714" y="58865"/>
                              <a:pt x="2572" y="62770"/>
                              <a:pt x="6287" y="62579"/>
                            </a:cubicBezTo>
                            <a:cubicBezTo>
                              <a:pt x="12288" y="62294"/>
                              <a:pt x="17050" y="54197"/>
                              <a:pt x="20384" y="45053"/>
                            </a:cubicBezTo>
                            <a:cubicBezTo>
                              <a:pt x="23336" y="36481"/>
                              <a:pt x="26384" y="26575"/>
                              <a:pt x="28290" y="19241"/>
                            </a:cubicBezTo>
                            <a:cubicBezTo>
                              <a:pt x="29528" y="14954"/>
                              <a:pt x="31718" y="5144"/>
                              <a:pt x="32671" y="0"/>
                            </a:cubicBezTo>
                            <a:cubicBezTo>
                              <a:pt x="31623" y="2762"/>
                              <a:pt x="29909" y="7334"/>
                              <a:pt x="28575" y="9811"/>
                            </a:cubicBezTo>
                            <a:cubicBezTo>
                              <a:pt x="20384" y="23336"/>
                              <a:pt x="11906" y="40767"/>
                              <a:pt x="0" y="4038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00" name="Forme libre : forme 10199">
                        <a:extLst>
                          <a:ext uri="{FF2B5EF4-FFF2-40B4-BE49-F238E27FC236}">
                            <a16:creationId xmlns:a16="http://schemas.microsoft.com/office/drawing/2014/main" id="{2509DDB1-C8B4-4E2C-9062-CF609003A3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7433" y="2850308"/>
                        <a:ext cx="37598" cy="93041"/>
                      </a:xfrm>
                      <a:custGeom>
                        <a:avLst/>
                        <a:gdLst>
                          <a:gd name="connsiteX0" fmla="*/ 35066 w 37598"/>
                          <a:gd name="connsiteY0" fmla="*/ 905 h 93041"/>
                          <a:gd name="connsiteX1" fmla="*/ 35542 w 37598"/>
                          <a:gd name="connsiteY1" fmla="*/ 24241 h 93041"/>
                          <a:gd name="connsiteX2" fmla="*/ 28875 w 37598"/>
                          <a:gd name="connsiteY2" fmla="*/ 51673 h 93041"/>
                          <a:gd name="connsiteX3" fmla="*/ 20779 w 37598"/>
                          <a:gd name="connsiteY3" fmla="*/ 76438 h 93041"/>
                          <a:gd name="connsiteX4" fmla="*/ 18017 w 37598"/>
                          <a:gd name="connsiteY4" fmla="*/ 82534 h 93041"/>
                          <a:gd name="connsiteX5" fmla="*/ 14682 w 37598"/>
                          <a:gd name="connsiteY5" fmla="*/ 88249 h 93041"/>
                          <a:gd name="connsiteX6" fmla="*/ 6967 w 37598"/>
                          <a:gd name="connsiteY6" fmla="*/ 93012 h 93041"/>
                          <a:gd name="connsiteX7" fmla="*/ 1348 w 37598"/>
                          <a:gd name="connsiteY7" fmla="*/ 86820 h 93041"/>
                          <a:gd name="connsiteX8" fmla="*/ 14 w 37598"/>
                          <a:gd name="connsiteY8" fmla="*/ 73105 h 93041"/>
                          <a:gd name="connsiteX9" fmla="*/ 4967 w 37598"/>
                          <a:gd name="connsiteY9" fmla="*/ 44815 h 93041"/>
                          <a:gd name="connsiteX10" fmla="*/ 17635 w 37598"/>
                          <a:gd name="connsiteY10" fmla="*/ 15573 h 93041"/>
                          <a:gd name="connsiteX11" fmla="*/ 35066 w 37598"/>
                          <a:gd name="connsiteY11" fmla="*/ 905 h 93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7598" h="93041">
                            <a:moveTo>
                              <a:pt x="35066" y="905"/>
                            </a:moveTo>
                            <a:cubicBezTo>
                              <a:pt x="38971" y="4524"/>
                              <a:pt x="37733" y="14049"/>
                              <a:pt x="35542" y="24241"/>
                            </a:cubicBezTo>
                            <a:cubicBezTo>
                              <a:pt x="33447" y="34433"/>
                              <a:pt x="30399" y="45387"/>
                              <a:pt x="28875" y="51673"/>
                            </a:cubicBezTo>
                            <a:cubicBezTo>
                              <a:pt x="27160" y="57960"/>
                              <a:pt x="24207" y="67866"/>
                              <a:pt x="20779" y="76438"/>
                            </a:cubicBezTo>
                            <a:cubicBezTo>
                              <a:pt x="19921" y="78629"/>
                              <a:pt x="19064" y="80629"/>
                              <a:pt x="18017" y="82534"/>
                            </a:cubicBezTo>
                            <a:cubicBezTo>
                              <a:pt x="16968" y="84534"/>
                              <a:pt x="15825" y="86630"/>
                              <a:pt x="14682" y="88249"/>
                            </a:cubicBezTo>
                            <a:cubicBezTo>
                              <a:pt x="12301" y="91488"/>
                              <a:pt x="9730" y="93298"/>
                              <a:pt x="6967" y="93012"/>
                            </a:cubicBezTo>
                            <a:cubicBezTo>
                              <a:pt x="4205" y="92821"/>
                              <a:pt x="2395" y="90345"/>
                              <a:pt x="1348" y="86820"/>
                            </a:cubicBezTo>
                            <a:cubicBezTo>
                              <a:pt x="300" y="83296"/>
                              <a:pt x="-81" y="78534"/>
                              <a:pt x="14" y="73105"/>
                            </a:cubicBezTo>
                            <a:cubicBezTo>
                              <a:pt x="205" y="62341"/>
                              <a:pt x="3158" y="50340"/>
                              <a:pt x="4967" y="44815"/>
                            </a:cubicBezTo>
                            <a:cubicBezTo>
                              <a:pt x="6586" y="39291"/>
                              <a:pt x="11444" y="26051"/>
                              <a:pt x="17635" y="15573"/>
                            </a:cubicBezTo>
                            <a:cubicBezTo>
                              <a:pt x="23922" y="5001"/>
                              <a:pt x="31161" y="-2715"/>
                              <a:pt x="35066" y="90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01" name="Forme libre : forme 10200">
                        <a:extLst>
                          <a:ext uri="{FF2B5EF4-FFF2-40B4-BE49-F238E27FC236}">
                            <a16:creationId xmlns:a16="http://schemas.microsoft.com/office/drawing/2014/main" id="{70EB0451-1CA3-4B33-BDEB-FB2826436E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2875" y="2879978"/>
                        <a:ext cx="65640" cy="109411"/>
                      </a:xfrm>
                      <a:custGeom>
                        <a:avLst/>
                        <a:gdLst>
                          <a:gd name="connsiteX0" fmla="*/ 2950 w 65640"/>
                          <a:gd name="connsiteY0" fmla="*/ 105156 h 109411"/>
                          <a:gd name="connsiteX1" fmla="*/ 10380 w 65640"/>
                          <a:gd name="connsiteY1" fmla="*/ 109252 h 109411"/>
                          <a:gd name="connsiteX2" fmla="*/ 21429 w 65640"/>
                          <a:gd name="connsiteY2" fmla="*/ 107442 h 109411"/>
                          <a:gd name="connsiteX3" fmla="*/ 34478 w 65640"/>
                          <a:gd name="connsiteY3" fmla="*/ 99822 h 109411"/>
                          <a:gd name="connsiteX4" fmla="*/ 40288 w 65640"/>
                          <a:gd name="connsiteY4" fmla="*/ 94298 h 109411"/>
                          <a:gd name="connsiteX5" fmla="*/ 43146 w 65640"/>
                          <a:gd name="connsiteY5" fmla="*/ 91154 h 109411"/>
                          <a:gd name="connsiteX6" fmla="*/ 45337 w 65640"/>
                          <a:gd name="connsiteY6" fmla="*/ 88392 h 109411"/>
                          <a:gd name="connsiteX7" fmla="*/ 53242 w 65640"/>
                          <a:gd name="connsiteY7" fmla="*/ 75819 h 109411"/>
                          <a:gd name="connsiteX8" fmla="*/ 58957 w 65640"/>
                          <a:gd name="connsiteY8" fmla="*/ 60770 h 109411"/>
                          <a:gd name="connsiteX9" fmla="*/ 61815 w 65640"/>
                          <a:gd name="connsiteY9" fmla="*/ 49244 h 109411"/>
                          <a:gd name="connsiteX10" fmla="*/ 63720 w 65640"/>
                          <a:gd name="connsiteY10" fmla="*/ 38958 h 109411"/>
                          <a:gd name="connsiteX11" fmla="*/ 65625 w 65640"/>
                          <a:gd name="connsiteY11" fmla="*/ 19050 h 109411"/>
                          <a:gd name="connsiteX12" fmla="*/ 57814 w 65640"/>
                          <a:gd name="connsiteY12" fmla="*/ 0 h 109411"/>
                          <a:gd name="connsiteX13" fmla="*/ 47432 w 65640"/>
                          <a:gd name="connsiteY13" fmla="*/ 11621 h 109411"/>
                          <a:gd name="connsiteX14" fmla="*/ 24381 w 65640"/>
                          <a:gd name="connsiteY14" fmla="*/ 48387 h 109411"/>
                          <a:gd name="connsiteX15" fmla="*/ 12094 w 65640"/>
                          <a:gd name="connsiteY15" fmla="*/ 63913 h 109411"/>
                          <a:gd name="connsiteX16" fmla="*/ 6570 w 65640"/>
                          <a:gd name="connsiteY16" fmla="*/ 71533 h 109411"/>
                          <a:gd name="connsiteX17" fmla="*/ 4474 w 65640"/>
                          <a:gd name="connsiteY17" fmla="*/ 75152 h 109411"/>
                          <a:gd name="connsiteX18" fmla="*/ 3141 w 65640"/>
                          <a:gd name="connsiteY18" fmla="*/ 78105 h 109411"/>
                          <a:gd name="connsiteX19" fmla="*/ 283 w 65640"/>
                          <a:gd name="connsiteY19" fmla="*/ 91631 h 109411"/>
                          <a:gd name="connsiteX20" fmla="*/ 2950 w 65640"/>
                          <a:gd name="connsiteY20" fmla="*/ 105156 h 1094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65640" h="109411">
                            <a:moveTo>
                              <a:pt x="2950" y="105156"/>
                            </a:moveTo>
                            <a:cubicBezTo>
                              <a:pt x="5427" y="107633"/>
                              <a:pt x="7713" y="108966"/>
                              <a:pt x="10380" y="109252"/>
                            </a:cubicBezTo>
                            <a:cubicBezTo>
                              <a:pt x="13142" y="109633"/>
                              <a:pt x="16666" y="109442"/>
                              <a:pt x="21429" y="107442"/>
                            </a:cubicBezTo>
                            <a:cubicBezTo>
                              <a:pt x="26287" y="105823"/>
                              <a:pt x="30192" y="102966"/>
                              <a:pt x="34478" y="99822"/>
                            </a:cubicBezTo>
                            <a:cubicBezTo>
                              <a:pt x="36383" y="98108"/>
                              <a:pt x="38383" y="96298"/>
                              <a:pt x="40288" y="94298"/>
                            </a:cubicBezTo>
                            <a:lnTo>
                              <a:pt x="43146" y="91154"/>
                            </a:lnTo>
                            <a:lnTo>
                              <a:pt x="45337" y="88392"/>
                            </a:lnTo>
                            <a:cubicBezTo>
                              <a:pt x="48289" y="84582"/>
                              <a:pt x="51147" y="80201"/>
                              <a:pt x="53242" y="75819"/>
                            </a:cubicBezTo>
                            <a:cubicBezTo>
                              <a:pt x="55624" y="71152"/>
                              <a:pt x="57433" y="66294"/>
                              <a:pt x="58957" y="60770"/>
                            </a:cubicBezTo>
                            <a:cubicBezTo>
                              <a:pt x="60386" y="55626"/>
                              <a:pt x="61148" y="52674"/>
                              <a:pt x="61815" y="49244"/>
                            </a:cubicBezTo>
                            <a:cubicBezTo>
                              <a:pt x="62386" y="45816"/>
                              <a:pt x="63339" y="42386"/>
                              <a:pt x="63720" y="38958"/>
                            </a:cubicBezTo>
                            <a:cubicBezTo>
                              <a:pt x="64863" y="32099"/>
                              <a:pt x="65625" y="25241"/>
                              <a:pt x="65625" y="19050"/>
                            </a:cubicBezTo>
                            <a:cubicBezTo>
                              <a:pt x="65816" y="9906"/>
                              <a:pt x="64291" y="95"/>
                              <a:pt x="57814" y="0"/>
                            </a:cubicBezTo>
                            <a:cubicBezTo>
                              <a:pt x="53719" y="0"/>
                              <a:pt x="50861" y="6763"/>
                              <a:pt x="47432" y="11621"/>
                            </a:cubicBezTo>
                            <a:cubicBezTo>
                              <a:pt x="39336" y="23432"/>
                              <a:pt x="33049" y="35528"/>
                              <a:pt x="24381" y="48387"/>
                            </a:cubicBezTo>
                            <a:cubicBezTo>
                              <a:pt x="20476" y="53816"/>
                              <a:pt x="16381" y="58865"/>
                              <a:pt x="12094" y="63913"/>
                            </a:cubicBezTo>
                            <a:cubicBezTo>
                              <a:pt x="10094" y="66485"/>
                              <a:pt x="8284" y="69152"/>
                              <a:pt x="6570" y="71533"/>
                            </a:cubicBezTo>
                            <a:cubicBezTo>
                              <a:pt x="5808" y="72676"/>
                              <a:pt x="5046" y="74486"/>
                              <a:pt x="4474" y="75152"/>
                            </a:cubicBezTo>
                            <a:cubicBezTo>
                              <a:pt x="3903" y="76010"/>
                              <a:pt x="3522" y="77058"/>
                              <a:pt x="3141" y="78105"/>
                            </a:cubicBezTo>
                            <a:cubicBezTo>
                              <a:pt x="1712" y="81915"/>
                              <a:pt x="1045" y="86773"/>
                              <a:pt x="283" y="91631"/>
                            </a:cubicBezTo>
                            <a:cubicBezTo>
                              <a:pt x="-193" y="96584"/>
                              <a:pt x="-479" y="101632"/>
                              <a:pt x="2950" y="10515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02" name="Forme libre : forme 10201">
                        <a:extLst>
                          <a:ext uri="{FF2B5EF4-FFF2-40B4-BE49-F238E27FC236}">
                            <a16:creationId xmlns:a16="http://schemas.microsoft.com/office/drawing/2014/main" id="{1AD3CD2C-3E6E-4C4D-BE55-5A674CBCB0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2422" y="2927581"/>
                        <a:ext cx="9691" cy="35521"/>
                      </a:xfrm>
                      <a:custGeom>
                        <a:avLst/>
                        <a:gdLst>
                          <a:gd name="connsiteX0" fmla="*/ 833 w 9691"/>
                          <a:gd name="connsiteY0" fmla="*/ 31265 h 35521"/>
                          <a:gd name="connsiteX1" fmla="*/ 1785 w 9691"/>
                          <a:gd name="connsiteY1" fmla="*/ 34979 h 35521"/>
                          <a:gd name="connsiteX2" fmla="*/ 4929 w 9691"/>
                          <a:gd name="connsiteY2" fmla="*/ 34122 h 35521"/>
                          <a:gd name="connsiteX3" fmla="*/ 7501 w 9691"/>
                          <a:gd name="connsiteY3" fmla="*/ 28312 h 35521"/>
                          <a:gd name="connsiteX4" fmla="*/ 9691 w 9691"/>
                          <a:gd name="connsiteY4" fmla="*/ 11929 h 35521"/>
                          <a:gd name="connsiteX5" fmla="*/ 9120 w 9691"/>
                          <a:gd name="connsiteY5" fmla="*/ 5833 h 35521"/>
                          <a:gd name="connsiteX6" fmla="*/ 4262 w 9691"/>
                          <a:gd name="connsiteY6" fmla="*/ 22 h 35521"/>
                          <a:gd name="connsiteX7" fmla="*/ 262 w 9691"/>
                          <a:gd name="connsiteY7" fmla="*/ 7928 h 35521"/>
                          <a:gd name="connsiteX8" fmla="*/ 833 w 9691"/>
                          <a:gd name="connsiteY8" fmla="*/ 31265 h 355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691" h="35521">
                            <a:moveTo>
                              <a:pt x="833" y="31265"/>
                            </a:moveTo>
                            <a:cubicBezTo>
                              <a:pt x="929" y="32788"/>
                              <a:pt x="1023" y="33932"/>
                              <a:pt x="1785" y="34979"/>
                            </a:cubicBezTo>
                            <a:cubicBezTo>
                              <a:pt x="2548" y="36027"/>
                              <a:pt x="3786" y="35455"/>
                              <a:pt x="4929" y="34122"/>
                            </a:cubicBezTo>
                            <a:cubicBezTo>
                              <a:pt x="6072" y="32979"/>
                              <a:pt x="7024" y="30503"/>
                              <a:pt x="7501" y="28312"/>
                            </a:cubicBezTo>
                            <a:cubicBezTo>
                              <a:pt x="9025" y="23263"/>
                              <a:pt x="9691" y="17168"/>
                              <a:pt x="9691" y="11929"/>
                            </a:cubicBezTo>
                            <a:cubicBezTo>
                              <a:pt x="9596" y="9738"/>
                              <a:pt x="9596" y="7643"/>
                              <a:pt x="9120" y="5833"/>
                            </a:cubicBezTo>
                            <a:cubicBezTo>
                              <a:pt x="7977" y="2213"/>
                              <a:pt x="6072" y="-263"/>
                              <a:pt x="4262" y="22"/>
                            </a:cubicBezTo>
                            <a:cubicBezTo>
                              <a:pt x="2452" y="499"/>
                              <a:pt x="738" y="3070"/>
                              <a:pt x="262" y="7928"/>
                            </a:cubicBezTo>
                            <a:cubicBezTo>
                              <a:pt x="-405" y="15739"/>
                              <a:pt x="357" y="24978"/>
                              <a:pt x="833" y="3126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03" name="Forme libre : forme 10202">
                        <a:extLst>
                          <a:ext uri="{FF2B5EF4-FFF2-40B4-BE49-F238E27FC236}">
                            <a16:creationId xmlns:a16="http://schemas.microsoft.com/office/drawing/2014/main" id="{63F804F8-2D13-4EDC-B95A-02AB019745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38881" y="2827210"/>
                        <a:ext cx="3819" cy="63626"/>
                      </a:xfrm>
                      <a:custGeom>
                        <a:avLst/>
                        <a:gdLst>
                          <a:gd name="connsiteX0" fmla="*/ 0 w 3819"/>
                          <a:gd name="connsiteY0" fmla="*/ 0 h 63626"/>
                          <a:gd name="connsiteX1" fmla="*/ 3525 w 3819"/>
                          <a:gd name="connsiteY1" fmla="*/ 30385 h 63626"/>
                          <a:gd name="connsiteX2" fmla="*/ 858 w 3819"/>
                          <a:gd name="connsiteY2" fmla="*/ 63627 h 63626"/>
                          <a:gd name="connsiteX3" fmla="*/ 0 w 3819"/>
                          <a:gd name="connsiteY3" fmla="*/ 0 h 63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819" h="63626">
                            <a:moveTo>
                              <a:pt x="0" y="0"/>
                            </a:moveTo>
                            <a:cubicBezTo>
                              <a:pt x="4001" y="7144"/>
                              <a:pt x="4191" y="18574"/>
                              <a:pt x="3525" y="30385"/>
                            </a:cubicBezTo>
                            <a:cubicBezTo>
                              <a:pt x="2858" y="42196"/>
                              <a:pt x="1334" y="54483"/>
                              <a:pt x="858" y="63627"/>
                            </a:cubicBezTo>
                            <a:cubicBezTo>
                              <a:pt x="2000" y="43815"/>
                              <a:pt x="1524" y="18764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04" name="Forme libre : forme 10203">
                        <a:extLst>
                          <a:ext uri="{FF2B5EF4-FFF2-40B4-BE49-F238E27FC236}">
                            <a16:creationId xmlns:a16="http://schemas.microsoft.com/office/drawing/2014/main" id="{CCC38608-0E6A-4E57-A609-0CA69342DB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5632" y="2937700"/>
                        <a:ext cx="12252" cy="36671"/>
                      </a:xfrm>
                      <a:custGeom>
                        <a:avLst/>
                        <a:gdLst>
                          <a:gd name="connsiteX0" fmla="*/ 10001 w 12252"/>
                          <a:gd name="connsiteY0" fmla="*/ 0 h 36671"/>
                          <a:gd name="connsiteX1" fmla="*/ 9525 w 12252"/>
                          <a:gd name="connsiteY1" fmla="*/ 11716 h 36671"/>
                          <a:gd name="connsiteX2" fmla="*/ 11335 w 12252"/>
                          <a:gd name="connsiteY2" fmla="*/ 18764 h 36671"/>
                          <a:gd name="connsiteX3" fmla="*/ 0 w 12252"/>
                          <a:gd name="connsiteY3" fmla="*/ 36671 h 36671"/>
                          <a:gd name="connsiteX4" fmla="*/ 12192 w 12252"/>
                          <a:gd name="connsiteY4" fmla="*/ 19526 h 36671"/>
                          <a:gd name="connsiteX5" fmla="*/ 10763 w 12252"/>
                          <a:gd name="connsiteY5" fmla="*/ 12097 h 36671"/>
                          <a:gd name="connsiteX6" fmla="*/ 10383 w 12252"/>
                          <a:gd name="connsiteY6" fmla="*/ 6477 h 36671"/>
                          <a:gd name="connsiteX7" fmla="*/ 10001 w 12252"/>
                          <a:gd name="connsiteY7" fmla="*/ 0 h 366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2252" h="36671">
                            <a:moveTo>
                              <a:pt x="10001" y="0"/>
                            </a:moveTo>
                            <a:cubicBezTo>
                              <a:pt x="9525" y="4667"/>
                              <a:pt x="8763" y="9525"/>
                              <a:pt x="9525" y="11716"/>
                            </a:cubicBezTo>
                            <a:cubicBezTo>
                              <a:pt x="10383" y="13240"/>
                              <a:pt x="11239" y="15716"/>
                              <a:pt x="11335" y="18764"/>
                            </a:cubicBezTo>
                            <a:cubicBezTo>
                              <a:pt x="11525" y="24955"/>
                              <a:pt x="7334" y="32194"/>
                              <a:pt x="0" y="36671"/>
                            </a:cubicBezTo>
                            <a:cubicBezTo>
                              <a:pt x="6668" y="32099"/>
                              <a:pt x="12002" y="25908"/>
                              <a:pt x="12192" y="19526"/>
                            </a:cubicBezTo>
                            <a:cubicBezTo>
                              <a:pt x="12478" y="16478"/>
                              <a:pt x="11716" y="13811"/>
                              <a:pt x="10763" y="12097"/>
                            </a:cubicBezTo>
                            <a:cubicBezTo>
                              <a:pt x="10478" y="10573"/>
                              <a:pt x="10383" y="8191"/>
                              <a:pt x="10383" y="6477"/>
                            </a:cubicBezTo>
                            <a:cubicBezTo>
                              <a:pt x="10287" y="4191"/>
                              <a:pt x="10192" y="2096"/>
                              <a:pt x="1000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05" name="Forme libre : forme 10204">
                        <a:extLst>
                          <a:ext uri="{FF2B5EF4-FFF2-40B4-BE49-F238E27FC236}">
                            <a16:creationId xmlns:a16="http://schemas.microsoft.com/office/drawing/2014/main" id="{C0797522-5DDB-4DB3-B6AB-23EB74542E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90262" y="2873517"/>
                        <a:ext cx="16444" cy="34319"/>
                      </a:xfrm>
                      <a:custGeom>
                        <a:avLst/>
                        <a:gdLst>
                          <a:gd name="connsiteX0" fmla="*/ 15949 w 16444"/>
                          <a:gd name="connsiteY0" fmla="*/ 651 h 34319"/>
                          <a:gd name="connsiteX1" fmla="*/ 10425 w 16444"/>
                          <a:gd name="connsiteY1" fmla="*/ 21320 h 34319"/>
                          <a:gd name="connsiteX2" fmla="*/ 900 w 16444"/>
                          <a:gd name="connsiteY2" fmla="*/ 33703 h 34319"/>
                          <a:gd name="connsiteX3" fmla="*/ 5186 w 16444"/>
                          <a:gd name="connsiteY3" fmla="*/ 13510 h 34319"/>
                          <a:gd name="connsiteX4" fmla="*/ 15949 w 16444"/>
                          <a:gd name="connsiteY4" fmla="*/ 651 h 343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444" h="34319">
                            <a:moveTo>
                              <a:pt x="15949" y="651"/>
                            </a:moveTo>
                            <a:cubicBezTo>
                              <a:pt x="18236" y="4080"/>
                              <a:pt x="11949" y="17034"/>
                              <a:pt x="10425" y="21320"/>
                            </a:cubicBezTo>
                            <a:cubicBezTo>
                              <a:pt x="8520" y="25321"/>
                              <a:pt x="3853" y="37131"/>
                              <a:pt x="900" y="33703"/>
                            </a:cubicBezTo>
                            <a:cubicBezTo>
                              <a:pt x="-2148" y="30178"/>
                              <a:pt x="3376" y="17415"/>
                              <a:pt x="5186" y="13510"/>
                            </a:cubicBezTo>
                            <a:cubicBezTo>
                              <a:pt x="6901" y="9509"/>
                              <a:pt x="13378" y="-2969"/>
                              <a:pt x="15949" y="65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06" name="Forme libre : forme 10205">
                        <a:extLst>
                          <a:ext uri="{FF2B5EF4-FFF2-40B4-BE49-F238E27FC236}">
                            <a16:creationId xmlns:a16="http://schemas.microsoft.com/office/drawing/2014/main" id="{71C89969-BD37-4C05-8F9F-363D3FC637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02800" y="2868540"/>
                        <a:ext cx="5297" cy="9636"/>
                      </a:xfrm>
                      <a:custGeom>
                        <a:avLst/>
                        <a:gdLst>
                          <a:gd name="connsiteX0" fmla="*/ 4553 w 5297"/>
                          <a:gd name="connsiteY0" fmla="*/ 8 h 9636"/>
                          <a:gd name="connsiteX1" fmla="*/ 4363 w 5297"/>
                          <a:gd name="connsiteY1" fmla="*/ 5056 h 9636"/>
                          <a:gd name="connsiteX2" fmla="*/ 744 w 5297"/>
                          <a:gd name="connsiteY2" fmla="*/ 9628 h 9636"/>
                          <a:gd name="connsiteX3" fmla="*/ 934 w 5297"/>
                          <a:gd name="connsiteY3" fmla="*/ 4771 h 9636"/>
                          <a:gd name="connsiteX4" fmla="*/ 4553 w 5297"/>
                          <a:gd name="connsiteY4" fmla="*/ 8 h 96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97" h="9636">
                            <a:moveTo>
                              <a:pt x="4553" y="8"/>
                            </a:moveTo>
                            <a:cubicBezTo>
                              <a:pt x="5982" y="198"/>
                              <a:pt x="5030" y="3437"/>
                              <a:pt x="4363" y="5056"/>
                            </a:cubicBezTo>
                            <a:cubicBezTo>
                              <a:pt x="3696" y="6675"/>
                              <a:pt x="2172" y="9819"/>
                              <a:pt x="744" y="9628"/>
                            </a:cubicBezTo>
                            <a:cubicBezTo>
                              <a:pt x="-685" y="9438"/>
                              <a:pt x="267" y="6390"/>
                              <a:pt x="934" y="4771"/>
                            </a:cubicBezTo>
                            <a:cubicBezTo>
                              <a:pt x="1601" y="3056"/>
                              <a:pt x="3125" y="-182"/>
                              <a:pt x="4553" y="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207" name="Forme libre : forme 10206">
                        <a:extLst>
                          <a:ext uri="{FF2B5EF4-FFF2-40B4-BE49-F238E27FC236}">
                            <a16:creationId xmlns:a16="http://schemas.microsoft.com/office/drawing/2014/main" id="{AC519A82-2E8E-48CD-A1BB-970B76042D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8780" y="2826687"/>
                        <a:ext cx="63260" cy="76475"/>
                      </a:xfrm>
                      <a:custGeom>
                        <a:avLst/>
                        <a:gdLst>
                          <a:gd name="connsiteX0" fmla="*/ 36479 w 63260"/>
                          <a:gd name="connsiteY0" fmla="*/ 12620 h 76475"/>
                          <a:gd name="connsiteX1" fmla="*/ 60100 w 63260"/>
                          <a:gd name="connsiteY1" fmla="*/ 47 h 76475"/>
                          <a:gd name="connsiteX2" fmla="*/ 62101 w 63260"/>
                          <a:gd name="connsiteY2" fmla="*/ 8334 h 76475"/>
                          <a:gd name="connsiteX3" fmla="*/ 54005 w 63260"/>
                          <a:gd name="connsiteY3" fmla="*/ 16049 h 76475"/>
                          <a:gd name="connsiteX4" fmla="*/ 28477 w 63260"/>
                          <a:gd name="connsiteY4" fmla="*/ 39671 h 76475"/>
                          <a:gd name="connsiteX5" fmla="*/ 14571 w 63260"/>
                          <a:gd name="connsiteY5" fmla="*/ 62531 h 76475"/>
                          <a:gd name="connsiteX6" fmla="*/ 1427 w 63260"/>
                          <a:gd name="connsiteY6" fmla="*/ 75104 h 76475"/>
                          <a:gd name="connsiteX7" fmla="*/ 4093 w 63260"/>
                          <a:gd name="connsiteY7" fmla="*/ 50530 h 76475"/>
                          <a:gd name="connsiteX8" fmla="*/ 17143 w 63260"/>
                          <a:gd name="connsiteY8" fmla="*/ 27479 h 76475"/>
                          <a:gd name="connsiteX9" fmla="*/ 36479 w 63260"/>
                          <a:gd name="connsiteY9" fmla="*/ 12620 h 764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3260" h="76475">
                            <a:moveTo>
                              <a:pt x="36479" y="12620"/>
                            </a:moveTo>
                            <a:cubicBezTo>
                              <a:pt x="45146" y="6048"/>
                              <a:pt x="51528" y="1571"/>
                              <a:pt x="60100" y="47"/>
                            </a:cubicBezTo>
                            <a:cubicBezTo>
                              <a:pt x="63244" y="-525"/>
                              <a:pt x="64291" y="4238"/>
                              <a:pt x="62101" y="8334"/>
                            </a:cubicBezTo>
                            <a:cubicBezTo>
                              <a:pt x="59910" y="12430"/>
                              <a:pt x="56958" y="14144"/>
                              <a:pt x="54005" y="16049"/>
                            </a:cubicBezTo>
                            <a:cubicBezTo>
                              <a:pt x="44670" y="22050"/>
                              <a:pt x="36669" y="29956"/>
                              <a:pt x="28477" y="39671"/>
                            </a:cubicBezTo>
                            <a:cubicBezTo>
                              <a:pt x="25906" y="42719"/>
                              <a:pt x="19810" y="53197"/>
                              <a:pt x="14571" y="62531"/>
                            </a:cubicBezTo>
                            <a:cubicBezTo>
                              <a:pt x="9142" y="71770"/>
                              <a:pt x="4379" y="79771"/>
                              <a:pt x="1427" y="75104"/>
                            </a:cubicBezTo>
                            <a:cubicBezTo>
                              <a:pt x="-1431" y="70437"/>
                              <a:pt x="284" y="60245"/>
                              <a:pt x="4093" y="50530"/>
                            </a:cubicBezTo>
                            <a:cubicBezTo>
                              <a:pt x="7904" y="40814"/>
                              <a:pt x="13618" y="31575"/>
                              <a:pt x="17143" y="27479"/>
                            </a:cubicBezTo>
                            <a:cubicBezTo>
                              <a:pt x="24192" y="19288"/>
                              <a:pt x="30097" y="17668"/>
                              <a:pt x="36479" y="1262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170" name="Graphique 1">
                      <a:extLst>
                        <a:ext uri="{FF2B5EF4-FFF2-40B4-BE49-F238E27FC236}">
                          <a16:creationId xmlns:a16="http://schemas.microsoft.com/office/drawing/2014/main" id="{E6C576D2-71E8-4C73-BE81-2CF4077BE9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28498" y="2652232"/>
                      <a:ext cx="145752" cy="168943"/>
                      <a:chOff x="4728498" y="2652232"/>
                      <a:chExt cx="145752" cy="168943"/>
                    </a:xfrm>
                    <a:solidFill>
                      <a:schemeClr val="accent1"/>
                    </a:solidFill>
                  </p:grpSpPr>
                  <p:sp>
                    <p:nvSpPr>
                      <p:cNvPr id="10184" name="Forme libre : forme 10183">
                        <a:extLst>
                          <a:ext uri="{FF2B5EF4-FFF2-40B4-BE49-F238E27FC236}">
                            <a16:creationId xmlns:a16="http://schemas.microsoft.com/office/drawing/2014/main" id="{D0D322D7-95C1-40C2-A244-C3335FEAB4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28498" y="2652232"/>
                        <a:ext cx="145752" cy="168943"/>
                      </a:xfrm>
                      <a:custGeom>
                        <a:avLst/>
                        <a:gdLst>
                          <a:gd name="connsiteX0" fmla="*/ 121065 w 145752"/>
                          <a:gd name="connsiteY0" fmla="*/ 77538 h 168943"/>
                          <a:gd name="connsiteX1" fmla="*/ 79154 w 145752"/>
                          <a:gd name="connsiteY1" fmla="*/ 131068 h 168943"/>
                          <a:gd name="connsiteX2" fmla="*/ 18289 w 145752"/>
                          <a:gd name="connsiteY2" fmla="*/ 168596 h 168943"/>
                          <a:gd name="connsiteX3" fmla="*/ 668 w 145752"/>
                          <a:gd name="connsiteY3" fmla="*/ 156214 h 168943"/>
                          <a:gd name="connsiteX4" fmla="*/ 19528 w 145752"/>
                          <a:gd name="connsiteY4" fmla="*/ 84777 h 168943"/>
                          <a:gd name="connsiteX5" fmla="*/ 62200 w 145752"/>
                          <a:gd name="connsiteY5" fmla="*/ 30579 h 168943"/>
                          <a:gd name="connsiteX6" fmla="*/ 129541 w 145752"/>
                          <a:gd name="connsiteY6" fmla="*/ 4 h 168943"/>
                          <a:gd name="connsiteX7" fmla="*/ 145734 w 145752"/>
                          <a:gd name="connsiteY7" fmla="*/ 13625 h 168943"/>
                          <a:gd name="connsiteX8" fmla="*/ 121065 w 145752"/>
                          <a:gd name="connsiteY8" fmla="*/ 77538 h 1689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5752" h="168943">
                            <a:moveTo>
                              <a:pt x="121065" y="77538"/>
                            </a:moveTo>
                            <a:cubicBezTo>
                              <a:pt x="111349" y="89920"/>
                              <a:pt x="90013" y="117543"/>
                              <a:pt x="79154" y="131068"/>
                            </a:cubicBezTo>
                            <a:cubicBezTo>
                              <a:pt x="58675" y="155833"/>
                              <a:pt x="41054" y="163072"/>
                              <a:pt x="18289" y="168596"/>
                            </a:cubicBezTo>
                            <a:cubicBezTo>
                              <a:pt x="10479" y="170502"/>
                              <a:pt x="1431" y="164310"/>
                              <a:pt x="668" y="156214"/>
                            </a:cubicBezTo>
                            <a:cubicBezTo>
                              <a:pt x="-1808" y="132973"/>
                              <a:pt x="2192" y="110970"/>
                              <a:pt x="19528" y="84777"/>
                            </a:cubicBezTo>
                            <a:cubicBezTo>
                              <a:pt x="28577" y="70775"/>
                              <a:pt x="49627" y="43533"/>
                              <a:pt x="62200" y="30579"/>
                            </a:cubicBezTo>
                            <a:cubicBezTo>
                              <a:pt x="85155" y="6005"/>
                              <a:pt x="106586" y="861"/>
                              <a:pt x="129541" y="4"/>
                            </a:cubicBezTo>
                            <a:cubicBezTo>
                              <a:pt x="137638" y="-187"/>
                              <a:pt x="146210" y="6195"/>
                              <a:pt x="145734" y="13625"/>
                            </a:cubicBezTo>
                            <a:cubicBezTo>
                              <a:pt x="144782" y="35437"/>
                              <a:pt x="138876" y="54011"/>
                              <a:pt x="121065" y="7753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85" name="Forme libre : forme 10184">
                        <a:extLst>
                          <a:ext uri="{FF2B5EF4-FFF2-40B4-BE49-F238E27FC236}">
                            <a16:creationId xmlns:a16="http://schemas.microsoft.com/office/drawing/2014/main" id="{45783246-1E6A-48F5-96F2-30EA472F80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37072" y="2665380"/>
                        <a:ext cx="136874" cy="155688"/>
                      </a:xfrm>
                      <a:custGeom>
                        <a:avLst/>
                        <a:gdLst>
                          <a:gd name="connsiteX0" fmla="*/ 55245 w 136874"/>
                          <a:gd name="connsiteY0" fmla="*/ 93154 h 155688"/>
                          <a:gd name="connsiteX1" fmla="*/ 0 w 136874"/>
                          <a:gd name="connsiteY1" fmla="*/ 154019 h 155688"/>
                          <a:gd name="connsiteX2" fmla="*/ 9525 w 136874"/>
                          <a:gd name="connsiteY2" fmla="*/ 155353 h 155688"/>
                          <a:gd name="connsiteX3" fmla="*/ 20859 w 136874"/>
                          <a:gd name="connsiteY3" fmla="*/ 152210 h 155688"/>
                          <a:gd name="connsiteX4" fmla="*/ 50959 w 136874"/>
                          <a:gd name="connsiteY4" fmla="*/ 136970 h 155688"/>
                          <a:gd name="connsiteX5" fmla="*/ 70389 w 136874"/>
                          <a:gd name="connsiteY5" fmla="*/ 117824 h 155688"/>
                          <a:gd name="connsiteX6" fmla="*/ 77343 w 136874"/>
                          <a:gd name="connsiteY6" fmla="*/ 109061 h 155688"/>
                          <a:gd name="connsiteX7" fmla="*/ 109251 w 136874"/>
                          <a:gd name="connsiteY7" fmla="*/ 68199 h 155688"/>
                          <a:gd name="connsiteX8" fmla="*/ 112204 w 136874"/>
                          <a:gd name="connsiteY8" fmla="*/ 64294 h 155688"/>
                          <a:gd name="connsiteX9" fmla="*/ 126968 w 136874"/>
                          <a:gd name="connsiteY9" fmla="*/ 40862 h 155688"/>
                          <a:gd name="connsiteX10" fmla="*/ 135921 w 136874"/>
                          <a:gd name="connsiteY10" fmla="*/ 10478 h 155688"/>
                          <a:gd name="connsiteX11" fmla="*/ 136874 w 136874"/>
                          <a:gd name="connsiteY11" fmla="*/ 381 h 155688"/>
                          <a:gd name="connsiteX12" fmla="*/ 136874 w 136874"/>
                          <a:gd name="connsiteY12" fmla="*/ 0 h 155688"/>
                          <a:gd name="connsiteX13" fmla="*/ 55245 w 136874"/>
                          <a:gd name="connsiteY13" fmla="*/ 93154 h 1556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36874" h="155688">
                            <a:moveTo>
                              <a:pt x="55245" y="93154"/>
                            </a:moveTo>
                            <a:cubicBezTo>
                              <a:pt x="39338" y="116967"/>
                              <a:pt x="21241" y="141161"/>
                              <a:pt x="0" y="154019"/>
                            </a:cubicBezTo>
                            <a:cubicBezTo>
                              <a:pt x="2953" y="155543"/>
                              <a:pt x="6286" y="156115"/>
                              <a:pt x="9525" y="155353"/>
                            </a:cubicBezTo>
                            <a:cubicBezTo>
                              <a:pt x="13430" y="154400"/>
                              <a:pt x="17240" y="153353"/>
                              <a:pt x="20859" y="152210"/>
                            </a:cubicBezTo>
                            <a:cubicBezTo>
                              <a:pt x="31432" y="148876"/>
                              <a:pt x="41147" y="144494"/>
                              <a:pt x="50959" y="136970"/>
                            </a:cubicBezTo>
                            <a:cubicBezTo>
                              <a:pt x="57340" y="132112"/>
                              <a:pt x="63627" y="125825"/>
                              <a:pt x="70389" y="117824"/>
                            </a:cubicBezTo>
                            <a:cubicBezTo>
                              <a:pt x="72390" y="115348"/>
                              <a:pt x="74771" y="112395"/>
                              <a:pt x="77343" y="109061"/>
                            </a:cubicBezTo>
                            <a:cubicBezTo>
                              <a:pt x="87439" y="96203"/>
                              <a:pt x="100679" y="78772"/>
                              <a:pt x="109251" y="68199"/>
                            </a:cubicBezTo>
                            <a:cubicBezTo>
                              <a:pt x="110299" y="66770"/>
                              <a:pt x="111347" y="65437"/>
                              <a:pt x="112204" y="64294"/>
                            </a:cubicBezTo>
                            <a:cubicBezTo>
                              <a:pt x="118681" y="56102"/>
                              <a:pt x="123253" y="48197"/>
                              <a:pt x="126968" y="40862"/>
                            </a:cubicBezTo>
                            <a:cubicBezTo>
                              <a:pt x="131730" y="30480"/>
                              <a:pt x="134493" y="20765"/>
                              <a:pt x="135921" y="10478"/>
                            </a:cubicBezTo>
                            <a:cubicBezTo>
                              <a:pt x="136303" y="7049"/>
                              <a:pt x="136684" y="3810"/>
                              <a:pt x="136874" y="381"/>
                            </a:cubicBezTo>
                            <a:lnTo>
                              <a:pt x="136874" y="0"/>
                            </a:lnTo>
                            <a:cubicBezTo>
                              <a:pt x="105823" y="26766"/>
                              <a:pt x="77724" y="59055"/>
                              <a:pt x="55245" y="9315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86" name="Forme libre : forme 10185">
                        <a:extLst>
                          <a:ext uri="{FF2B5EF4-FFF2-40B4-BE49-F238E27FC236}">
                            <a16:creationId xmlns:a16="http://schemas.microsoft.com/office/drawing/2014/main" id="{FD6739B4-B9B4-440C-A086-A0EE9D1BE0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6811" y="2684113"/>
                        <a:ext cx="66192" cy="76601"/>
                      </a:xfrm>
                      <a:custGeom>
                        <a:avLst/>
                        <a:gdLst>
                          <a:gd name="connsiteX0" fmla="*/ 64845 w 66192"/>
                          <a:gd name="connsiteY0" fmla="*/ 1175 h 76601"/>
                          <a:gd name="connsiteX1" fmla="*/ 41224 w 66192"/>
                          <a:gd name="connsiteY1" fmla="*/ 46990 h 76601"/>
                          <a:gd name="connsiteX2" fmla="*/ 2362 w 66192"/>
                          <a:gd name="connsiteY2" fmla="*/ 75660 h 76601"/>
                          <a:gd name="connsiteX3" fmla="*/ 21697 w 66192"/>
                          <a:gd name="connsiteY3" fmla="*/ 31655 h 76601"/>
                          <a:gd name="connsiteX4" fmla="*/ 64845 w 66192"/>
                          <a:gd name="connsiteY4" fmla="*/ 1175 h 76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6192" h="76601">
                            <a:moveTo>
                              <a:pt x="64845" y="1175"/>
                            </a:moveTo>
                            <a:cubicBezTo>
                              <a:pt x="71989" y="7652"/>
                              <a:pt x="48748" y="36894"/>
                              <a:pt x="41224" y="46990"/>
                            </a:cubicBezTo>
                            <a:cubicBezTo>
                              <a:pt x="33222" y="56610"/>
                              <a:pt x="11505" y="81756"/>
                              <a:pt x="2362" y="75660"/>
                            </a:cubicBezTo>
                            <a:cubicBezTo>
                              <a:pt x="-6878" y="69469"/>
                              <a:pt x="13410" y="40799"/>
                              <a:pt x="21697" y="31655"/>
                            </a:cubicBezTo>
                            <a:cubicBezTo>
                              <a:pt x="29412" y="22130"/>
                              <a:pt x="56940" y="-6064"/>
                              <a:pt x="64845" y="117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87" name="Forme libre : forme 10186">
                        <a:extLst>
                          <a:ext uri="{FF2B5EF4-FFF2-40B4-BE49-F238E27FC236}">
                            <a16:creationId xmlns:a16="http://schemas.microsoft.com/office/drawing/2014/main" id="{D97A4729-ACB0-4841-AD79-115A03B05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6380" y="2713958"/>
                        <a:ext cx="53750" cy="46591"/>
                      </a:xfrm>
                      <a:custGeom>
                        <a:avLst/>
                        <a:gdLst>
                          <a:gd name="connsiteX0" fmla="*/ 7079 w 53750"/>
                          <a:gd name="connsiteY0" fmla="*/ 23432 h 46591"/>
                          <a:gd name="connsiteX1" fmla="*/ 2506 w 53750"/>
                          <a:gd name="connsiteY1" fmla="*/ 46196 h 46591"/>
                          <a:gd name="connsiteX2" fmla="*/ 42035 w 53750"/>
                          <a:gd name="connsiteY2" fmla="*/ 16669 h 46591"/>
                          <a:gd name="connsiteX3" fmla="*/ 53751 w 53750"/>
                          <a:gd name="connsiteY3" fmla="*/ 0 h 46591"/>
                          <a:gd name="connsiteX4" fmla="*/ 46226 w 53750"/>
                          <a:gd name="connsiteY4" fmla="*/ 7906 h 46591"/>
                          <a:gd name="connsiteX5" fmla="*/ 7079 w 53750"/>
                          <a:gd name="connsiteY5" fmla="*/ 23432 h 46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3750" h="46591">
                            <a:moveTo>
                              <a:pt x="7079" y="23432"/>
                            </a:moveTo>
                            <a:cubicBezTo>
                              <a:pt x="4792" y="29432"/>
                              <a:pt x="-4352" y="44005"/>
                              <a:pt x="2506" y="46196"/>
                            </a:cubicBezTo>
                            <a:cubicBezTo>
                              <a:pt x="13556" y="49721"/>
                              <a:pt x="31748" y="28861"/>
                              <a:pt x="42035" y="16669"/>
                            </a:cubicBezTo>
                            <a:cubicBezTo>
                              <a:pt x="44893" y="12954"/>
                              <a:pt x="51084" y="4667"/>
                              <a:pt x="53751" y="0"/>
                            </a:cubicBezTo>
                            <a:cubicBezTo>
                              <a:pt x="51751" y="2286"/>
                              <a:pt x="48512" y="6096"/>
                              <a:pt x="46226" y="7906"/>
                            </a:cubicBezTo>
                            <a:cubicBezTo>
                              <a:pt x="33177" y="17907"/>
                              <a:pt x="17270" y="29909"/>
                              <a:pt x="7079" y="2343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88" name="Forme libre : forme 10187">
                        <a:extLst>
                          <a:ext uri="{FF2B5EF4-FFF2-40B4-BE49-F238E27FC236}">
                            <a16:creationId xmlns:a16="http://schemas.microsoft.com/office/drawing/2014/main" id="{7C6B2B8A-3600-4EFC-825A-6EC3127FD9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1979" y="2681519"/>
                        <a:ext cx="65926" cy="76724"/>
                      </a:xfrm>
                      <a:custGeom>
                        <a:avLst/>
                        <a:gdLst>
                          <a:gd name="connsiteX0" fmla="*/ 65202 w 65926"/>
                          <a:gd name="connsiteY0" fmla="*/ 1769 h 76724"/>
                          <a:gd name="connsiteX1" fmla="*/ 41199 w 65926"/>
                          <a:gd name="connsiteY1" fmla="*/ 47965 h 76724"/>
                          <a:gd name="connsiteX2" fmla="*/ 2527 w 65926"/>
                          <a:gd name="connsiteY2" fmla="*/ 75873 h 76724"/>
                          <a:gd name="connsiteX3" fmla="*/ 21958 w 65926"/>
                          <a:gd name="connsiteY3" fmla="*/ 32153 h 76724"/>
                          <a:gd name="connsiteX4" fmla="*/ 44151 w 65926"/>
                          <a:gd name="connsiteY4" fmla="*/ 9865 h 76724"/>
                          <a:gd name="connsiteX5" fmla="*/ 65202 w 65926"/>
                          <a:gd name="connsiteY5" fmla="*/ 1769 h 767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5926" h="76724">
                            <a:moveTo>
                              <a:pt x="65202" y="1769"/>
                            </a:moveTo>
                            <a:cubicBezTo>
                              <a:pt x="70059" y="10818"/>
                              <a:pt x="49199" y="37011"/>
                              <a:pt x="41199" y="47965"/>
                            </a:cubicBezTo>
                            <a:cubicBezTo>
                              <a:pt x="32912" y="58633"/>
                              <a:pt x="12147" y="81398"/>
                              <a:pt x="2527" y="75873"/>
                            </a:cubicBezTo>
                            <a:cubicBezTo>
                              <a:pt x="-7379" y="70158"/>
                              <a:pt x="14529" y="40821"/>
                              <a:pt x="21958" y="32153"/>
                            </a:cubicBezTo>
                            <a:cubicBezTo>
                              <a:pt x="25673" y="27867"/>
                              <a:pt x="34722" y="17485"/>
                              <a:pt x="44151" y="9865"/>
                            </a:cubicBezTo>
                            <a:cubicBezTo>
                              <a:pt x="53200" y="2054"/>
                              <a:pt x="62725" y="-2803"/>
                              <a:pt x="65202" y="176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89" name="Forme libre : forme 10188">
                        <a:extLst>
                          <a:ext uri="{FF2B5EF4-FFF2-40B4-BE49-F238E27FC236}">
                            <a16:creationId xmlns:a16="http://schemas.microsoft.com/office/drawing/2014/main" id="{05869A8C-A1D4-40DE-A751-5474B994AA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4886" y="2709818"/>
                        <a:ext cx="94754" cy="87853"/>
                      </a:xfrm>
                      <a:custGeom>
                        <a:avLst/>
                        <a:gdLst>
                          <a:gd name="connsiteX0" fmla="*/ 8569 w 94754"/>
                          <a:gd name="connsiteY0" fmla="*/ 87198 h 87853"/>
                          <a:gd name="connsiteX1" fmla="*/ 25524 w 94754"/>
                          <a:gd name="connsiteY1" fmla="*/ 84150 h 87853"/>
                          <a:gd name="connsiteX2" fmla="*/ 64576 w 94754"/>
                          <a:gd name="connsiteY2" fmla="*/ 58432 h 87853"/>
                          <a:gd name="connsiteX3" fmla="*/ 90960 w 94754"/>
                          <a:gd name="connsiteY3" fmla="*/ 21380 h 87853"/>
                          <a:gd name="connsiteX4" fmla="*/ 90960 w 94754"/>
                          <a:gd name="connsiteY4" fmla="*/ 234 h 87853"/>
                          <a:gd name="connsiteX5" fmla="*/ 76958 w 94754"/>
                          <a:gd name="connsiteY5" fmla="*/ 7664 h 87853"/>
                          <a:gd name="connsiteX6" fmla="*/ 40192 w 94754"/>
                          <a:gd name="connsiteY6" fmla="*/ 31096 h 87853"/>
                          <a:gd name="connsiteX7" fmla="*/ 4854 w 94754"/>
                          <a:gd name="connsiteY7" fmla="*/ 57099 h 87853"/>
                          <a:gd name="connsiteX8" fmla="*/ 8569 w 94754"/>
                          <a:gd name="connsiteY8" fmla="*/ 87198 h 878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754" h="87853">
                            <a:moveTo>
                              <a:pt x="8569" y="87198"/>
                            </a:moveTo>
                            <a:cubicBezTo>
                              <a:pt x="15237" y="88626"/>
                              <a:pt x="18189" y="87769"/>
                              <a:pt x="25524" y="84150"/>
                            </a:cubicBezTo>
                            <a:cubicBezTo>
                              <a:pt x="39621" y="77292"/>
                              <a:pt x="51241" y="71863"/>
                              <a:pt x="64576" y="58432"/>
                            </a:cubicBezTo>
                            <a:cubicBezTo>
                              <a:pt x="75720" y="47479"/>
                              <a:pt x="85531" y="33382"/>
                              <a:pt x="90960" y="21380"/>
                            </a:cubicBezTo>
                            <a:cubicBezTo>
                              <a:pt x="94865" y="12331"/>
                              <a:pt x="97056" y="2425"/>
                              <a:pt x="90960" y="234"/>
                            </a:cubicBezTo>
                            <a:cubicBezTo>
                              <a:pt x="87055" y="-1194"/>
                              <a:pt x="82007" y="4235"/>
                              <a:pt x="76958" y="7664"/>
                            </a:cubicBezTo>
                            <a:cubicBezTo>
                              <a:pt x="64861" y="15665"/>
                              <a:pt x="54003" y="24333"/>
                              <a:pt x="40192" y="31096"/>
                            </a:cubicBezTo>
                            <a:cubicBezTo>
                              <a:pt x="28476" y="36810"/>
                              <a:pt x="13808" y="41668"/>
                              <a:pt x="4854" y="57099"/>
                            </a:cubicBezTo>
                            <a:cubicBezTo>
                              <a:pt x="-3242" y="71005"/>
                              <a:pt x="-670" y="85293"/>
                              <a:pt x="8569" y="8719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90" name="Forme libre : forme 10189">
                        <a:extLst>
                          <a:ext uri="{FF2B5EF4-FFF2-40B4-BE49-F238E27FC236}">
                            <a16:creationId xmlns:a16="http://schemas.microsoft.com/office/drawing/2014/main" id="{F8630BF1-49D8-4CDF-B21F-381828CBA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57634" y="2734797"/>
                        <a:ext cx="20426" cy="37002"/>
                      </a:xfrm>
                      <a:custGeom>
                        <a:avLst/>
                        <a:gdLst>
                          <a:gd name="connsiteX0" fmla="*/ 488 w 20426"/>
                          <a:gd name="connsiteY0" fmla="*/ 31834 h 37002"/>
                          <a:gd name="connsiteX1" fmla="*/ 392 w 20426"/>
                          <a:gd name="connsiteY1" fmla="*/ 36406 h 37002"/>
                          <a:gd name="connsiteX2" fmla="*/ 4107 w 20426"/>
                          <a:gd name="connsiteY2" fmla="*/ 35358 h 37002"/>
                          <a:gd name="connsiteX3" fmla="*/ 8489 w 20426"/>
                          <a:gd name="connsiteY3" fmla="*/ 29548 h 37002"/>
                          <a:gd name="connsiteX4" fmla="*/ 17347 w 20426"/>
                          <a:gd name="connsiteY4" fmla="*/ 13927 h 37002"/>
                          <a:gd name="connsiteX5" fmla="*/ 19919 w 20426"/>
                          <a:gd name="connsiteY5" fmla="*/ 7831 h 37002"/>
                          <a:gd name="connsiteX6" fmla="*/ 10870 w 20426"/>
                          <a:gd name="connsiteY6" fmla="*/ 5831 h 37002"/>
                          <a:gd name="connsiteX7" fmla="*/ 488 w 20426"/>
                          <a:gd name="connsiteY7" fmla="*/ 31834 h 370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0426" h="37002">
                            <a:moveTo>
                              <a:pt x="488" y="31834"/>
                            </a:moveTo>
                            <a:cubicBezTo>
                              <a:pt x="12" y="33739"/>
                              <a:pt x="-274" y="35168"/>
                              <a:pt x="392" y="36406"/>
                            </a:cubicBezTo>
                            <a:cubicBezTo>
                              <a:pt x="1059" y="37645"/>
                              <a:pt x="2584" y="36787"/>
                              <a:pt x="4107" y="35358"/>
                            </a:cubicBezTo>
                            <a:cubicBezTo>
                              <a:pt x="5632" y="33930"/>
                              <a:pt x="7251" y="31453"/>
                              <a:pt x="8489" y="29548"/>
                            </a:cubicBezTo>
                            <a:cubicBezTo>
                              <a:pt x="11537" y="24500"/>
                              <a:pt x="14871" y="19071"/>
                              <a:pt x="17347" y="13927"/>
                            </a:cubicBezTo>
                            <a:cubicBezTo>
                              <a:pt x="18395" y="11832"/>
                              <a:pt x="19442" y="9831"/>
                              <a:pt x="19919" y="7831"/>
                            </a:cubicBezTo>
                            <a:cubicBezTo>
                              <a:pt x="22014" y="-360"/>
                              <a:pt x="17347" y="-3789"/>
                              <a:pt x="10870" y="5831"/>
                            </a:cubicBezTo>
                            <a:cubicBezTo>
                              <a:pt x="5917" y="13356"/>
                              <a:pt x="2298" y="23929"/>
                              <a:pt x="488" y="3183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91" name="Forme libre : forme 10190">
                        <a:extLst>
                          <a:ext uri="{FF2B5EF4-FFF2-40B4-BE49-F238E27FC236}">
                            <a16:creationId xmlns:a16="http://schemas.microsoft.com/office/drawing/2014/main" id="{389EB7E3-8EA5-460A-B805-43AED1961A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49753" y="2665571"/>
                        <a:ext cx="20829" cy="61341"/>
                      </a:xfrm>
                      <a:custGeom>
                        <a:avLst/>
                        <a:gdLst>
                          <a:gd name="connsiteX0" fmla="*/ 20479 w 20829"/>
                          <a:gd name="connsiteY0" fmla="*/ 0 h 61341"/>
                          <a:gd name="connsiteX1" fmla="*/ 0 w 20829"/>
                          <a:gd name="connsiteY1" fmla="*/ 61341 h 61341"/>
                          <a:gd name="connsiteX2" fmla="*/ 20479 w 20829"/>
                          <a:gd name="connsiteY2" fmla="*/ 0 h 613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0829" h="61341">
                            <a:moveTo>
                              <a:pt x="20479" y="0"/>
                            </a:moveTo>
                            <a:cubicBezTo>
                              <a:pt x="23336" y="16192"/>
                              <a:pt x="8001" y="43434"/>
                              <a:pt x="0" y="61341"/>
                            </a:cubicBezTo>
                            <a:cubicBezTo>
                              <a:pt x="8954" y="42100"/>
                              <a:pt x="16097" y="18383"/>
                              <a:pt x="204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92" name="Forme libre : forme 10191">
                        <a:extLst>
                          <a:ext uri="{FF2B5EF4-FFF2-40B4-BE49-F238E27FC236}">
                            <a16:creationId xmlns:a16="http://schemas.microsoft.com/office/drawing/2014/main" id="{366E3DA4-D432-4B95-BCAB-3D6037B3A8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31326" y="2736437"/>
                        <a:ext cx="20033" cy="71818"/>
                      </a:xfrm>
                      <a:custGeom>
                        <a:avLst/>
                        <a:gdLst>
                          <a:gd name="connsiteX0" fmla="*/ 20034 w 20033"/>
                          <a:gd name="connsiteY0" fmla="*/ 0 h 71818"/>
                          <a:gd name="connsiteX1" fmla="*/ 126 w 20033"/>
                          <a:gd name="connsiteY1" fmla="*/ 71818 h 71818"/>
                          <a:gd name="connsiteX2" fmla="*/ 20034 w 20033"/>
                          <a:gd name="connsiteY2" fmla="*/ 0 h 718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0033" h="71818">
                            <a:moveTo>
                              <a:pt x="20034" y="0"/>
                            </a:moveTo>
                            <a:cubicBezTo>
                              <a:pt x="4793" y="23241"/>
                              <a:pt x="-160" y="50101"/>
                              <a:pt x="126" y="71818"/>
                            </a:cubicBezTo>
                            <a:cubicBezTo>
                              <a:pt x="-1303" y="51530"/>
                              <a:pt x="9651" y="21526"/>
                              <a:pt x="200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93" name="Forme libre : forme 10192">
                        <a:extLst>
                          <a:ext uri="{FF2B5EF4-FFF2-40B4-BE49-F238E27FC236}">
                            <a16:creationId xmlns:a16="http://schemas.microsoft.com/office/drawing/2014/main" id="{67B368F5-89CD-4E6B-896D-99246FC76B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7734" y="2698510"/>
                        <a:ext cx="26457" cy="26806"/>
                      </a:xfrm>
                      <a:custGeom>
                        <a:avLst/>
                        <a:gdLst>
                          <a:gd name="connsiteX0" fmla="*/ 26396 w 26457"/>
                          <a:gd name="connsiteY0" fmla="*/ 1065 h 26806"/>
                          <a:gd name="connsiteX1" fmla="*/ 13729 w 26457"/>
                          <a:gd name="connsiteY1" fmla="*/ 18210 h 26806"/>
                          <a:gd name="connsiteX2" fmla="*/ 107 w 26457"/>
                          <a:gd name="connsiteY2" fmla="*/ 25639 h 26806"/>
                          <a:gd name="connsiteX3" fmla="*/ 11919 w 26457"/>
                          <a:gd name="connsiteY3" fmla="*/ 9161 h 26806"/>
                          <a:gd name="connsiteX4" fmla="*/ 26396 w 26457"/>
                          <a:gd name="connsiteY4" fmla="*/ 1065 h 268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6457" h="26806">
                            <a:moveTo>
                              <a:pt x="26396" y="1065"/>
                            </a:moveTo>
                            <a:cubicBezTo>
                              <a:pt x="27349" y="5065"/>
                              <a:pt x="16967" y="15161"/>
                              <a:pt x="13729" y="18210"/>
                            </a:cubicBezTo>
                            <a:cubicBezTo>
                              <a:pt x="10490" y="21258"/>
                              <a:pt x="1346" y="29925"/>
                              <a:pt x="107" y="25639"/>
                            </a:cubicBezTo>
                            <a:cubicBezTo>
                              <a:pt x="-1130" y="21258"/>
                              <a:pt x="8680" y="11923"/>
                              <a:pt x="11919" y="9161"/>
                            </a:cubicBezTo>
                            <a:cubicBezTo>
                              <a:pt x="14966" y="6208"/>
                              <a:pt x="25349" y="-3126"/>
                              <a:pt x="26396" y="106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94" name="Forme libre : forme 10193">
                        <a:extLst>
                          <a:ext uri="{FF2B5EF4-FFF2-40B4-BE49-F238E27FC236}">
                            <a16:creationId xmlns:a16="http://schemas.microsoft.com/office/drawing/2014/main" id="{285F1276-FA08-464C-A93B-378916BEA9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0013" y="2694609"/>
                        <a:ext cx="7651" cy="7840"/>
                      </a:xfrm>
                      <a:custGeom>
                        <a:avLst/>
                        <a:gdLst>
                          <a:gd name="connsiteX0" fmla="*/ 7261 w 7651"/>
                          <a:gd name="connsiteY0" fmla="*/ 109 h 7840"/>
                          <a:gd name="connsiteX1" fmla="*/ 5356 w 7651"/>
                          <a:gd name="connsiteY1" fmla="*/ 4681 h 7840"/>
                          <a:gd name="connsiteX2" fmla="*/ 403 w 7651"/>
                          <a:gd name="connsiteY2" fmla="*/ 7728 h 7840"/>
                          <a:gd name="connsiteX3" fmla="*/ 2212 w 7651"/>
                          <a:gd name="connsiteY3" fmla="*/ 3252 h 7840"/>
                          <a:gd name="connsiteX4" fmla="*/ 7261 w 7651"/>
                          <a:gd name="connsiteY4" fmla="*/ 109 h 78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51" h="7840">
                            <a:moveTo>
                              <a:pt x="7261" y="109"/>
                            </a:moveTo>
                            <a:cubicBezTo>
                              <a:pt x="8499" y="775"/>
                              <a:pt x="6499" y="3442"/>
                              <a:pt x="5356" y="4681"/>
                            </a:cubicBezTo>
                            <a:cubicBezTo>
                              <a:pt x="4213" y="5919"/>
                              <a:pt x="1641" y="8395"/>
                              <a:pt x="403" y="7728"/>
                            </a:cubicBezTo>
                            <a:cubicBezTo>
                              <a:pt x="-835" y="7062"/>
                              <a:pt x="1069" y="4490"/>
                              <a:pt x="2212" y="3252"/>
                            </a:cubicBezTo>
                            <a:cubicBezTo>
                              <a:pt x="3356" y="2013"/>
                              <a:pt x="5927" y="-558"/>
                              <a:pt x="7261" y="10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95" name="Forme libre : forme 10194">
                        <a:extLst>
                          <a:ext uri="{FF2B5EF4-FFF2-40B4-BE49-F238E27FC236}">
                            <a16:creationId xmlns:a16="http://schemas.microsoft.com/office/drawing/2014/main" id="{1FC5CAD3-8837-4216-9C5A-67B117FEAE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0977" y="2661639"/>
                        <a:ext cx="81939" cy="50989"/>
                      </a:xfrm>
                      <a:custGeom>
                        <a:avLst/>
                        <a:gdLst>
                          <a:gd name="connsiteX0" fmla="*/ 53536 w 81939"/>
                          <a:gd name="connsiteY0" fmla="*/ 4885 h 50989"/>
                          <a:gd name="connsiteX1" fmla="*/ 79825 w 81939"/>
                          <a:gd name="connsiteY1" fmla="*/ 313 h 50989"/>
                          <a:gd name="connsiteX2" fmla="*/ 79159 w 81939"/>
                          <a:gd name="connsiteY2" fmla="*/ 8790 h 50989"/>
                          <a:gd name="connsiteX3" fmla="*/ 68967 w 81939"/>
                          <a:gd name="connsiteY3" fmla="*/ 13552 h 50989"/>
                          <a:gd name="connsiteX4" fmla="*/ 37344 w 81939"/>
                          <a:gd name="connsiteY4" fmla="*/ 27554 h 50989"/>
                          <a:gd name="connsiteX5" fmla="*/ 101 w 81939"/>
                          <a:gd name="connsiteY5" fmla="*/ 48795 h 50989"/>
                          <a:gd name="connsiteX6" fmla="*/ 30581 w 81939"/>
                          <a:gd name="connsiteY6" fmla="*/ 12505 h 50989"/>
                          <a:gd name="connsiteX7" fmla="*/ 53536 w 81939"/>
                          <a:gd name="connsiteY7" fmla="*/ 4885 h 509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1939" h="50989">
                            <a:moveTo>
                              <a:pt x="53536" y="4885"/>
                            </a:moveTo>
                            <a:cubicBezTo>
                              <a:pt x="63728" y="1265"/>
                              <a:pt x="71348" y="-830"/>
                              <a:pt x="79825" y="313"/>
                            </a:cubicBezTo>
                            <a:cubicBezTo>
                              <a:pt x="82968" y="789"/>
                              <a:pt x="82492" y="5551"/>
                              <a:pt x="79159" y="8790"/>
                            </a:cubicBezTo>
                            <a:cubicBezTo>
                              <a:pt x="75824" y="12029"/>
                              <a:pt x="72491" y="12695"/>
                              <a:pt x="68967" y="13552"/>
                            </a:cubicBezTo>
                            <a:cubicBezTo>
                              <a:pt x="58394" y="16505"/>
                              <a:pt x="48107" y="21268"/>
                              <a:pt x="37344" y="27554"/>
                            </a:cubicBezTo>
                            <a:cubicBezTo>
                              <a:pt x="30200" y="31079"/>
                              <a:pt x="1625" y="58891"/>
                              <a:pt x="101" y="48795"/>
                            </a:cubicBezTo>
                            <a:cubicBezTo>
                              <a:pt x="-1709" y="38317"/>
                              <a:pt x="21246" y="17743"/>
                              <a:pt x="30581" y="12505"/>
                            </a:cubicBezTo>
                            <a:cubicBezTo>
                              <a:pt x="39820" y="7171"/>
                              <a:pt x="46011" y="7647"/>
                              <a:pt x="53536" y="488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171" name="Graphique 1">
                      <a:extLst>
                        <a:ext uri="{FF2B5EF4-FFF2-40B4-BE49-F238E27FC236}">
                          <a16:creationId xmlns:a16="http://schemas.microsoft.com/office/drawing/2014/main" id="{02000EA9-A420-40FA-A0E9-0D831D96B6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66623" y="2542683"/>
                      <a:ext cx="190626" cy="120110"/>
                      <a:chOff x="4866623" y="2542683"/>
                      <a:chExt cx="190626" cy="120110"/>
                    </a:xfrm>
                    <a:solidFill>
                      <a:schemeClr val="accent1"/>
                    </a:solidFill>
                  </p:grpSpPr>
                  <p:sp>
                    <p:nvSpPr>
                      <p:cNvPr id="10172" name="Forme libre : forme 10171">
                        <a:extLst>
                          <a:ext uri="{FF2B5EF4-FFF2-40B4-BE49-F238E27FC236}">
                            <a16:creationId xmlns:a16="http://schemas.microsoft.com/office/drawing/2014/main" id="{BD85EA35-5B5B-4E19-A84B-30C4E019EB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6623" y="2542683"/>
                        <a:ext cx="190626" cy="120110"/>
                      </a:xfrm>
                      <a:custGeom>
                        <a:avLst/>
                        <a:gdLst>
                          <a:gd name="connsiteX0" fmla="*/ 140387 w 190626"/>
                          <a:gd name="connsiteY0" fmla="*/ 75358 h 120110"/>
                          <a:gd name="connsiteX1" fmla="*/ 81618 w 190626"/>
                          <a:gd name="connsiteY1" fmla="*/ 106124 h 120110"/>
                          <a:gd name="connsiteX2" fmla="*/ 13133 w 190626"/>
                          <a:gd name="connsiteY2" fmla="*/ 119363 h 120110"/>
                          <a:gd name="connsiteX3" fmla="*/ 274 w 190626"/>
                          <a:gd name="connsiteY3" fmla="*/ 102028 h 120110"/>
                          <a:gd name="connsiteX4" fmla="*/ 44280 w 190626"/>
                          <a:gd name="connsiteY4" fmla="*/ 40496 h 120110"/>
                          <a:gd name="connsiteX5" fmla="*/ 106764 w 190626"/>
                          <a:gd name="connsiteY5" fmla="*/ 7921 h 120110"/>
                          <a:gd name="connsiteX6" fmla="*/ 179916 w 190626"/>
                          <a:gd name="connsiteY6" fmla="*/ 7730 h 120110"/>
                          <a:gd name="connsiteX7" fmla="*/ 189727 w 190626"/>
                          <a:gd name="connsiteY7" fmla="*/ 26399 h 120110"/>
                          <a:gd name="connsiteX8" fmla="*/ 171439 w 190626"/>
                          <a:gd name="connsiteY8" fmla="*/ 52974 h 120110"/>
                          <a:gd name="connsiteX9" fmla="*/ 140387 w 190626"/>
                          <a:gd name="connsiteY9" fmla="*/ 75358 h 1201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90626" h="120110">
                            <a:moveTo>
                              <a:pt x="140387" y="75358"/>
                            </a:moveTo>
                            <a:cubicBezTo>
                              <a:pt x="125909" y="82216"/>
                              <a:pt x="95906" y="98408"/>
                              <a:pt x="81618" y="106124"/>
                            </a:cubicBezTo>
                            <a:cubicBezTo>
                              <a:pt x="54757" y="120411"/>
                              <a:pt x="36374" y="121268"/>
                              <a:pt x="13133" y="119363"/>
                            </a:cubicBezTo>
                            <a:cubicBezTo>
                              <a:pt x="5132" y="118697"/>
                              <a:pt x="-1440" y="110029"/>
                              <a:pt x="274" y="102028"/>
                            </a:cubicBezTo>
                            <a:cubicBezTo>
                              <a:pt x="5418" y="79168"/>
                              <a:pt x="16753" y="58880"/>
                              <a:pt x="44280" y="40496"/>
                            </a:cubicBezTo>
                            <a:cubicBezTo>
                              <a:pt x="58853" y="30495"/>
                              <a:pt x="90095" y="14112"/>
                              <a:pt x="106764" y="7921"/>
                            </a:cubicBezTo>
                            <a:cubicBezTo>
                              <a:pt x="137720" y="-4652"/>
                              <a:pt x="158485" y="-366"/>
                              <a:pt x="179916" y="7730"/>
                            </a:cubicBezTo>
                            <a:cubicBezTo>
                              <a:pt x="187345" y="10492"/>
                              <a:pt x="192870" y="19541"/>
                              <a:pt x="189727" y="26399"/>
                            </a:cubicBezTo>
                            <a:cubicBezTo>
                              <a:pt x="185155" y="36400"/>
                              <a:pt x="179439" y="45164"/>
                              <a:pt x="171439" y="52974"/>
                            </a:cubicBezTo>
                            <a:cubicBezTo>
                              <a:pt x="163628" y="61451"/>
                              <a:pt x="153341" y="68119"/>
                              <a:pt x="140387" y="7535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73" name="Forme libre : forme 10172">
                        <a:extLst>
                          <a:ext uri="{FF2B5EF4-FFF2-40B4-BE49-F238E27FC236}">
                            <a16:creationId xmlns:a16="http://schemas.microsoft.com/office/drawing/2014/main" id="{452670F4-EE20-4C2B-99E5-38749A0D5A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0898" y="2568606"/>
                        <a:ext cx="185261" cy="94051"/>
                      </a:xfrm>
                      <a:custGeom>
                        <a:avLst/>
                        <a:gdLst>
                          <a:gd name="connsiteX0" fmla="*/ 72485 w 185261"/>
                          <a:gd name="connsiteY0" fmla="*/ 51625 h 94051"/>
                          <a:gd name="connsiteX1" fmla="*/ 0 w 185261"/>
                          <a:gd name="connsiteY1" fmla="*/ 89059 h 94051"/>
                          <a:gd name="connsiteX2" fmla="*/ 8572 w 185261"/>
                          <a:gd name="connsiteY2" fmla="*/ 93345 h 94051"/>
                          <a:gd name="connsiteX3" fmla="*/ 20193 w 185261"/>
                          <a:gd name="connsiteY3" fmla="*/ 93916 h 94051"/>
                          <a:gd name="connsiteX4" fmla="*/ 53149 w 185261"/>
                          <a:gd name="connsiteY4" fmla="*/ 90106 h 94051"/>
                          <a:gd name="connsiteX5" fmla="*/ 77152 w 185261"/>
                          <a:gd name="connsiteY5" fmla="*/ 80010 h 94051"/>
                          <a:gd name="connsiteX6" fmla="*/ 86487 w 185261"/>
                          <a:gd name="connsiteY6" fmla="*/ 74962 h 94051"/>
                          <a:gd name="connsiteX7" fmla="*/ 131540 w 185261"/>
                          <a:gd name="connsiteY7" fmla="*/ 51530 h 94051"/>
                          <a:gd name="connsiteX8" fmla="*/ 135921 w 185261"/>
                          <a:gd name="connsiteY8" fmla="*/ 49244 h 94051"/>
                          <a:gd name="connsiteX9" fmla="*/ 159544 w 185261"/>
                          <a:gd name="connsiteY9" fmla="*/ 33909 h 94051"/>
                          <a:gd name="connsiteX10" fmla="*/ 180404 w 185261"/>
                          <a:gd name="connsiteY10" fmla="*/ 9525 h 94051"/>
                          <a:gd name="connsiteX11" fmla="*/ 185166 w 185261"/>
                          <a:gd name="connsiteY11" fmla="*/ 381 h 94051"/>
                          <a:gd name="connsiteX12" fmla="*/ 185261 w 185261"/>
                          <a:gd name="connsiteY12" fmla="*/ 0 h 94051"/>
                          <a:gd name="connsiteX13" fmla="*/ 72485 w 185261"/>
                          <a:gd name="connsiteY13" fmla="*/ 51625 h 94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85261" h="94051">
                            <a:moveTo>
                              <a:pt x="72485" y="51625"/>
                            </a:moveTo>
                            <a:cubicBezTo>
                              <a:pt x="48863" y="66961"/>
                              <a:pt x="24193" y="83439"/>
                              <a:pt x="0" y="89059"/>
                            </a:cubicBezTo>
                            <a:cubicBezTo>
                              <a:pt x="2381" y="91440"/>
                              <a:pt x="5334" y="93059"/>
                              <a:pt x="8572" y="93345"/>
                            </a:cubicBezTo>
                            <a:cubicBezTo>
                              <a:pt x="12573" y="93631"/>
                              <a:pt x="16383" y="93821"/>
                              <a:pt x="20193" y="93916"/>
                            </a:cubicBezTo>
                            <a:cubicBezTo>
                              <a:pt x="31337" y="94488"/>
                              <a:pt x="41529" y="93250"/>
                              <a:pt x="53149" y="90106"/>
                            </a:cubicBezTo>
                            <a:cubicBezTo>
                              <a:pt x="60484" y="87821"/>
                              <a:pt x="68294" y="84677"/>
                              <a:pt x="77152" y="80010"/>
                            </a:cubicBezTo>
                            <a:cubicBezTo>
                              <a:pt x="79820" y="78581"/>
                              <a:pt x="82868" y="76771"/>
                              <a:pt x="86487" y="74962"/>
                            </a:cubicBezTo>
                            <a:cubicBezTo>
                              <a:pt x="100203" y="67532"/>
                              <a:pt x="119063" y="57531"/>
                              <a:pt x="131540" y="51530"/>
                            </a:cubicBezTo>
                            <a:cubicBezTo>
                              <a:pt x="133159" y="50673"/>
                              <a:pt x="134588" y="49911"/>
                              <a:pt x="135921" y="49244"/>
                            </a:cubicBezTo>
                            <a:cubicBezTo>
                              <a:pt x="145161" y="44101"/>
                              <a:pt x="153067" y="39338"/>
                              <a:pt x="159544" y="33909"/>
                            </a:cubicBezTo>
                            <a:cubicBezTo>
                              <a:pt x="168307" y="26194"/>
                              <a:pt x="174974" y="18478"/>
                              <a:pt x="180404" y="9525"/>
                            </a:cubicBezTo>
                            <a:cubicBezTo>
                              <a:pt x="182118" y="6572"/>
                              <a:pt x="183737" y="3524"/>
                              <a:pt x="185166" y="381"/>
                            </a:cubicBezTo>
                            <a:lnTo>
                              <a:pt x="185261" y="0"/>
                            </a:lnTo>
                            <a:cubicBezTo>
                              <a:pt x="146113" y="13144"/>
                              <a:pt x="106394" y="29527"/>
                              <a:pt x="72485" y="5162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74" name="Forme libre : forme 10173">
                        <a:extLst>
                          <a:ext uri="{FF2B5EF4-FFF2-40B4-BE49-F238E27FC236}">
                            <a16:creationId xmlns:a16="http://schemas.microsoft.com/office/drawing/2014/main" id="{A935EE8C-499C-4E64-8C8B-A03DD309E1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9948" y="2570868"/>
                        <a:ext cx="88937" cy="48173"/>
                      </a:xfrm>
                      <a:custGeom>
                        <a:avLst/>
                        <a:gdLst>
                          <a:gd name="connsiteX0" fmla="*/ 88588 w 88937"/>
                          <a:gd name="connsiteY0" fmla="*/ 3263 h 48173"/>
                          <a:gd name="connsiteX1" fmla="*/ 73729 w 88937"/>
                          <a:gd name="connsiteY1" fmla="*/ 20217 h 48173"/>
                          <a:gd name="connsiteX2" fmla="*/ 47820 w 88937"/>
                          <a:gd name="connsiteY2" fmla="*/ 34981 h 48173"/>
                          <a:gd name="connsiteX3" fmla="*/ 862 w 88937"/>
                          <a:gd name="connsiteY3" fmla="*/ 45268 h 48173"/>
                          <a:gd name="connsiteX4" fmla="*/ 36581 w 88937"/>
                          <a:gd name="connsiteY4" fmla="*/ 12883 h 48173"/>
                          <a:gd name="connsiteX5" fmla="*/ 65156 w 88937"/>
                          <a:gd name="connsiteY5" fmla="*/ 2310 h 48173"/>
                          <a:gd name="connsiteX6" fmla="*/ 88588 w 88937"/>
                          <a:gd name="connsiteY6" fmla="*/ 3263 h 481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8937" h="48173">
                            <a:moveTo>
                              <a:pt x="88588" y="3263"/>
                            </a:moveTo>
                            <a:cubicBezTo>
                              <a:pt x="90683" y="7930"/>
                              <a:pt x="83063" y="14216"/>
                              <a:pt x="73729" y="20217"/>
                            </a:cubicBezTo>
                            <a:cubicBezTo>
                              <a:pt x="64584" y="26504"/>
                              <a:pt x="53345" y="31933"/>
                              <a:pt x="47820" y="34981"/>
                            </a:cubicBezTo>
                            <a:cubicBezTo>
                              <a:pt x="36486" y="40410"/>
                              <a:pt x="6863" y="54126"/>
                              <a:pt x="862" y="45268"/>
                            </a:cubicBezTo>
                            <a:cubicBezTo>
                              <a:pt x="-5519" y="35743"/>
                              <a:pt x="25246" y="17646"/>
                              <a:pt x="36581" y="12883"/>
                            </a:cubicBezTo>
                            <a:cubicBezTo>
                              <a:pt x="42106" y="10121"/>
                              <a:pt x="54107" y="5454"/>
                              <a:pt x="65156" y="2310"/>
                            </a:cubicBezTo>
                            <a:cubicBezTo>
                              <a:pt x="76205" y="-547"/>
                              <a:pt x="86492" y="-1309"/>
                              <a:pt x="88588" y="326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75" name="Forme libre : forme 10174">
                        <a:extLst>
                          <a:ext uri="{FF2B5EF4-FFF2-40B4-BE49-F238E27FC236}">
                            <a16:creationId xmlns:a16="http://schemas.microsoft.com/office/drawing/2014/main" id="{26571107-EA37-4354-861C-63F086F047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9146" y="2595562"/>
                        <a:ext cx="66720" cy="23190"/>
                      </a:xfrm>
                      <a:custGeom>
                        <a:avLst/>
                        <a:gdLst>
                          <a:gd name="connsiteX0" fmla="*/ 14618 w 66720"/>
                          <a:gd name="connsiteY0" fmla="*/ 1714 h 23190"/>
                          <a:gd name="connsiteX1" fmla="*/ 1284 w 66720"/>
                          <a:gd name="connsiteY1" fmla="*/ 20860 h 23190"/>
                          <a:gd name="connsiteX2" fmla="*/ 49099 w 66720"/>
                          <a:gd name="connsiteY2" fmla="*/ 10096 h 23190"/>
                          <a:gd name="connsiteX3" fmla="*/ 66720 w 66720"/>
                          <a:gd name="connsiteY3" fmla="*/ 0 h 23190"/>
                          <a:gd name="connsiteX4" fmla="*/ 56528 w 66720"/>
                          <a:gd name="connsiteY4" fmla="*/ 3905 h 23190"/>
                          <a:gd name="connsiteX5" fmla="*/ 14618 w 66720"/>
                          <a:gd name="connsiteY5" fmla="*/ 1714 h 2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6720" h="23190">
                            <a:moveTo>
                              <a:pt x="14618" y="1714"/>
                            </a:moveTo>
                            <a:cubicBezTo>
                              <a:pt x="10046" y="6287"/>
                              <a:pt x="-4336" y="16002"/>
                              <a:pt x="1284" y="20860"/>
                            </a:cubicBezTo>
                            <a:cubicBezTo>
                              <a:pt x="10046" y="28099"/>
                              <a:pt x="34811" y="16764"/>
                              <a:pt x="49099" y="10096"/>
                            </a:cubicBezTo>
                            <a:cubicBezTo>
                              <a:pt x="53195" y="7906"/>
                              <a:pt x="62339" y="3048"/>
                              <a:pt x="66720" y="0"/>
                            </a:cubicBezTo>
                            <a:cubicBezTo>
                              <a:pt x="63958" y="1143"/>
                              <a:pt x="59386" y="3238"/>
                              <a:pt x="56528" y="3905"/>
                            </a:cubicBezTo>
                            <a:cubicBezTo>
                              <a:pt x="40717" y="7525"/>
                              <a:pt x="21286" y="11621"/>
                              <a:pt x="14618" y="171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76" name="Forme libre : forme 10175">
                        <a:extLst>
                          <a:ext uri="{FF2B5EF4-FFF2-40B4-BE49-F238E27FC236}">
                            <a16:creationId xmlns:a16="http://schemas.microsoft.com/office/drawing/2014/main" id="{DB60F71E-638E-47DA-82E2-8DE45A6893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5761" y="2570795"/>
                        <a:ext cx="88606" cy="48269"/>
                      </a:xfrm>
                      <a:custGeom>
                        <a:avLst/>
                        <a:gdLst>
                          <a:gd name="connsiteX0" fmla="*/ 88585 w 88606"/>
                          <a:gd name="connsiteY0" fmla="*/ 3717 h 48269"/>
                          <a:gd name="connsiteX1" fmla="*/ 72678 w 88606"/>
                          <a:gd name="connsiteY1" fmla="*/ 21052 h 48269"/>
                          <a:gd name="connsiteX2" fmla="*/ 47437 w 88606"/>
                          <a:gd name="connsiteY2" fmla="*/ 35625 h 48269"/>
                          <a:gd name="connsiteX3" fmla="*/ 22195 w 88606"/>
                          <a:gd name="connsiteY3" fmla="*/ 45912 h 48269"/>
                          <a:gd name="connsiteX4" fmla="*/ 955 w 88606"/>
                          <a:gd name="connsiteY4" fmla="*/ 45055 h 48269"/>
                          <a:gd name="connsiteX5" fmla="*/ 12194 w 88606"/>
                          <a:gd name="connsiteY5" fmla="*/ 27338 h 48269"/>
                          <a:gd name="connsiteX6" fmla="*/ 36578 w 88606"/>
                          <a:gd name="connsiteY6" fmla="*/ 13242 h 48269"/>
                          <a:gd name="connsiteX7" fmla="*/ 66010 w 88606"/>
                          <a:gd name="connsiteY7" fmla="*/ 2288 h 48269"/>
                          <a:gd name="connsiteX8" fmla="*/ 88585 w 88606"/>
                          <a:gd name="connsiteY8" fmla="*/ 3717 h 482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8606" h="48269">
                            <a:moveTo>
                              <a:pt x="88585" y="3717"/>
                            </a:moveTo>
                            <a:cubicBezTo>
                              <a:pt x="89061" y="8955"/>
                              <a:pt x="81632" y="15432"/>
                              <a:pt x="72678" y="21052"/>
                            </a:cubicBezTo>
                            <a:cubicBezTo>
                              <a:pt x="63820" y="27148"/>
                              <a:pt x="53437" y="32577"/>
                              <a:pt x="47437" y="35625"/>
                            </a:cubicBezTo>
                            <a:cubicBezTo>
                              <a:pt x="41531" y="38959"/>
                              <a:pt x="31339" y="43055"/>
                              <a:pt x="22195" y="45912"/>
                            </a:cubicBezTo>
                            <a:cubicBezTo>
                              <a:pt x="13052" y="48770"/>
                              <a:pt x="4289" y="49627"/>
                              <a:pt x="955" y="45055"/>
                            </a:cubicBezTo>
                            <a:cubicBezTo>
                              <a:pt x="-2474" y="40578"/>
                              <a:pt x="3812" y="33720"/>
                              <a:pt x="12194" y="27338"/>
                            </a:cubicBezTo>
                            <a:cubicBezTo>
                              <a:pt x="20576" y="20957"/>
                              <a:pt x="31530" y="15813"/>
                              <a:pt x="36578" y="13242"/>
                            </a:cubicBezTo>
                            <a:cubicBezTo>
                              <a:pt x="41722" y="10765"/>
                              <a:pt x="54485" y="5526"/>
                              <a:pt x="66010" y="2288"/>
                            </a:cubicBezTo>
                            <a:cubicBezTo>
                              <a:pt x="77631" y="-474"/>
                              <a:pt x="88109" y="-1522"/>
                              <a:pt x="88585" y="371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77" name="Forme libre : forme 10176">
                        <a:extLst>
                          <a:ext uri="{FF2B5EF4-FFF2-40B4-BE49-F238E27FC236}">
                            <a16:creationId xmlns:a16="http://schemas.microsoft.com/office/drawing/2014/main" id="{5B0EA1F4-7649-4C70-9BDB-47DEBAB25F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8933" y="2593221"/>
                        <a:ext cx="115421" cy="51812"/>
                      </a:xfrm>
                      <a:custGeom>
                        <a:avLst/>
                        <a:gdLst>
                          <a:gd name="connsiteX0" fmla="*/ 4729 w 115421"/>
                          <a:gd name="connsiteY0" fmla="*/ 48537 h 51812"/>
                          <a:gd name="connsiteX1" fmla="*/ 21684 w 115421"/>
                          <a:gd name="connsiteY1" fmla="*/ 51490 h 51812"/>
                          <a:gd name="connsiteX2" fmla="*/ 66356 w 115421"/>
                          <a:gd name="connsiteY2" fmla="*/ 42822 h 51812"/>
                          <a:gd name="connsiteX3" fmla="*/ 104933 w 115421"/>
                          <a:gd name="connsiteY3" fmla="*/ 20344 h 51812"/>
                          <a:gd name="connsiteX4" fmla="*/ 113791 w 115421"/>
                          <a:gd name="connsiteY4" fmla="*/ 1198 h 51812"/>
                          <a:gd name="connsiteX5" fmla="*/ 97884 w 115421"/>
                          <a:gd name="connsiteY5" fmla="*/ 2055 h 51812"/>
                          <a:gd name="connsiteX6" fmla="*/ 76739 w 115421"/>
                          <a:gd name="connsiteY6" fmla="*/ 5675 h 51812"/>
                          <a:gd name="connsiteX7" fmla="*/ 54831 w 115421"/>
                          <a:gd name="connsiteY7" fmla="*/ 8056 h 51812"/>
                          <a:gd name="connsiteX8" fmla="*/ 11683 w 115421"/>
                          <a:gd name="connsiteY8" fmla="*/ 18915 h 51812"/>
                          <a:gd name="connsiteX9" fmla="*/ 4729 w 115421"/>
                          <a:gd name="connsiteY9" fmla="*/ 48537 h 518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15421" h="51812">
                            <a:moveTo>
                              <a:pt x="4729" y="48537"/>
                            </a:moveTo>
                            <a:cubicBezTo>
                              <a:pt x="10445" y="52062"/>
                              <a:pt x="13493" y="52157"/>
                              <a:pt x="21684" y="51490"/>
                            </a:cubicBezTo>
                            <a:cubicBezTo>
                              <a:pt x="37115" y="50061"/>
                              <a:pt x="49497" y="49395"/>
                              <a:pt x="66356" y="42822"/>
                            </a:cubicBezTo>
                            <a:cubicBezTo>
                              <a:pt x="80358" y="37298"/>
                              <a:pt x="95027" y="29011"/>
                              <a:pt x="104933" y="20344"/>
                            </a:cubicBezTo>
                            <a:cubicBezTo>
                              <a:pt x="112362" y="14057"/>
                              <a:pt x="118458" y="5770"/>
                              <a:pt x="113791" y="1198"/>
                            </a:cubicBezTo>
                            <a:cubicBezTo>
                              <a:pt x="110933" y="-1564"/>
                              <a:pt x="103980" y="1198"/>
                              <a:pt x="97884" y="2055"/>
                            </a:cubicBezTo>
                            <a:cubicBezTo>
                              <a:pt x="90645" y="3008"/>
                              <a:pt x="83787" y="4627"/>
                              <a:pt x="76739" y="5675"/>
                            </a:cubicBezTo>
                            <a:cubicBezTo>
                              <a:pt x="69595" y="6723"/>
                              <a:pt x="62451" y="7675"/>
                              <a:pt x="54831" y="8056"/>
                            </a:cubicBezTo>
                            <a:cubicBezTo>
                              <a:pt x="41782" y="8437"/>
                              <a:pt x="25971" y="7485"/>
                              <a:pt x="11683" y="18915"/>
                            </a:cubicBezTo>
                            <a:cubicBezTo>
                              <a:pt x="-1081" y="29202"/>
                              <a:pt x="-3367" y="43680"/>
                              <a:pt x="4729" y="4853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78" name="Forme libre : forme 10177">
                        <a:extLst>
                          <a:ext uri="{FF2B5EF4-FFF2-40B4-BE49-F238E27FC236}">
                            <a16:creationId xmlns:a16="http://schemas.microsoft.com/office/drawing/2014/main" id="{8C893B3B-31EC-4286-9CD0-C6AD2E4B93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06969" y="2591432"/>
                        <a:ext cx="31867" cy="28526"/>
                      </a:xfrm>
                      <a:custGeom>
                        <a:avLst/>
                        <a:gdLst>
                          <a:gd name="connsiteX0" fmla="*/ 1744 w 31867"/>
                          <a:gd name="connsiteY0" fmla="*/ 23275 h 28526"/>
                          <a:gd name="connsiteX1" fmla="*/ 29 w 31867"/>
                          <a:gd name="connsiteY1" fmla="*/ 27561 h 28526"/>
                          <a:gd name="connsiteX2" fmla="*/ 3839 w 31867"/>
                          <a:gd name="connsiteY2" fmla="*/ 27847 h 28526"/>
                          <a:gd name="connsiteX3" fmla="*/ 10126 w 31867"/>
                          <a:gd name="connsiteY3" fmla="*/ 24037 h 28526"/>
                          <a:gd name="connsiteX4" fmla="*/ 24413 w 31867"/>
                          <a:gd name="connsiteY4" fmla="*/ 12798 h 28526"/>
                          <a:gd name="connsiteX5" fmla="*/ 29271 w 31867"/>
                          <a:gd name="connsiteY5" fmla="*/ 8321 h 28526"/>
                          <a:gd name="connsiteX6" fmla="*/ 21651 w 31867"/>
                          <a:gd name="connsiteY6" fmla="*/ 2892 h 28526"/>
                          <a:gd name="connsiteX7" fmla="*/ 1744 w 31867"/>
                          <a:gd name="connsiteY7" fmla="*/ 23275 h 28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1867" h="28526">
                            <a:moveTo>
                              <a:pt x="1744" y="23275"/>
                            </a:moveTo>
                            <a:cubicBezTo>
                              <a:pt x="601" y="24990"/>
                              <a:pt x="-161" y="26228"/>
                              <a:pt x="29" y="27561"/>
                            </a:cubicBezTo>
                            <a:cubicBezTo>
                              <a:pt x="220" y="28895"/>
                              <a:pt x="1934" y="28704"/>
                              <a:pt x="3839" y="27847"/>
                            </a:cubicBezTo>
                            <a:cubicBezTo>
                              <a:pt x="5744" y="27085"/>
                              <a:pt x="8316" y="25466"/>
                              <a:pt x="10126" y="24037"/>
                            </a:cubicBezTo>
                            <a:cubicBezTo>
                              <a:pt x="14984" y="20513"/>
                              <a:pt x="20031" y="16608"/>
                              <a:pt x="24413" y="12798"/>
                            </a:cubicBezTo>
                            <a:cubicBezTo>
                              <a:pt x="26223" y="11274"/>
                              <a:pt x="28033" y="9940"/>
                              <a:pt x="29271" y="8321"/>
                            </a:cubicBezTo>
                            <a:cubicBezTo>
                              <a:pt x="34510" y="1558"/>
                              <a:pt x="31748" y="-3395"/>
                              <a:pt x="21651" y="2892"/>
                            </a:cubicBezTo>
                            <a:cubicBezTo>
                              <a:pt x="13841" y="7845"/>
                              <a:pt x="6506" y="16703"/>
                              <a:pt x="1744" y="2327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79" name="Forme libre : forme 10178">
                        <a:extLst>
                          <a:ext uri="{FF2B5EF4-FFF2-40B4-BE49-F238E27FC236}">
                            <a16:creationId xmlns:a16="http://schemas.microsoft.com/office/drawing/2014/main" id="{301B2387-AC27-47AB-B83C-6296E5110F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8344" y="2567463"/>
                        <a:ext cx="44290" cy="48101"/>
                      </a:xfrm>
                      <a:custGeom>
                        <a:avLst/>
                        <a:gdLst>
                          <a:gd name="connsiteX0" fmla="*/ 44291 w 44290"/>
                          <a:gd name="connsiteY0" fmla="*/ 0 h 48101"/>
                          <a:gd name="connsiteX1" fmla="*/ 26384 w 44290"/>
                          <a:gd name="connsiteY1" fmla="*/ 25241 h 48101"/>
                          <a:gd name="connsiteX2" fmla="*/ 0 w 44290"/>
                          <a:gd name="connsiteY2" fmla="*/ 48101 h 48101"/>
                          <a:gd name="connsiteX3" fmla="*/ 44291 w 44290"/>
                          <a:gd name="connsiteY3" fmla="*/ 0 h 481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4290" h="48101">
                            <a:moveTo>
                              <a:pt x="44291" y="0"/>
                            </a:moveTo>
                            <a:cubicBezTo>
                              <a:pt x="42672" y="8192"/>
                              <a:pt x="35243" y="16859"/>
                              <a:pt x="26384" y="25241"/>
                            </a:cubicBezTo>
                            <a:cubicBezTo>
                              <a:pt x="17812" y="34004"/>
                              <a:pt x="7429" y="41529"/>
                              <a:pt x="0" y="48101"/>
                            </a:cubicBezTo>
                            <a:cubicBezTo>
                              <a:pt x="16478" y="34290"/>
                              <a:pt x="33147" y="15240"/>
                              <a:pt x="4429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80" name="Forme libre : forme 10179">
                        <a:extLst>
                          <a:ext uri="{FF2B5EF4-FFF2-40B4-BE49-F238E27FC236}">
                            <a16:creationId xmlns:a16="http://schemas.microsoft.com/office/drawing/2014/main" id="{71F28082-719E-48ED-A892-98806E2E57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9184" y="2583846"/>
                        <a:ext cx="45053" cy="61436"/>
                      </a:xfrm>
                      <a:custGeom>
                        <a:avLst/>
                        <a:gdLst>
                          <a:gd name="connsiteX0" fmla="*/ 45053 w 45053"/>
                          <a:gd name="connsiteY0" fmla="*/ 0 h 61436"/>
                          <a:gd name="connsiteX1" fmla="*/ 0 w 45053"/>
                          <a:gd name="connsiteY1" fmla="*/ 61436 h 61436"/>
                          <a:gd name="connsiteX2" fmla="*/ 45053 w 45053"/>
                          <a:gd name="connsiteY2" fmla="*/ 0 h 61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5053" h="61436">
                            <a:moveTo>
                              <a:pt x="45053" y="0"/>
                            </a:moveTo>
                            <a:cubicBezTo>
                              <a:pt x="20764" y="16097"/>
                              <a:pt x="6572" y="40862"/>
                              <a:pt x="0" y="61436"/>
                            </a:cubicBezTo>
                            <a:cubicBezTo>
                              <a:pt x="5048" y="41720"/>
                              <a:pt x="26098" y="16288"/>
                              <a:pt x="4505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81" name="Forme libre : forme 10180">
                        <a:extLst>
                          <a:ext uri="{FF2B5EF4-FFF2-40B4-BE49-F238E27FC236}">
                            <a16:creationId xmlns:a16="http://schemas.microsoft.com/office/drawing/2014/main" id="{65BBE634-8484-4271-95B0-8B1735A992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62399" y="2578003"/>
                        <a:ext cx="34261" cy="15044"/>
                      </a:xfrm>
                      <a:custGeom>
                        <a:avLst/>
                        <a:gdLst>
                          <a:gd name="connsiteX0" fmla="*/ 34230 w 34261"/>
                          <a:gd name="connsiteY0" fmla="*/ 1843 h 15044"/>
                          <a:gd name="connsiteX1" fmla="*/ 15465 w 34261"/>
                          <a:gd name="connsiteY1" fmla="*/ 11939 h 15044"/>
                          <a:gd name="connsiteX2" fmla="*/ 35 w 34261"/>
                          <a:gd name="connsiteY2" fmla="*/ 12987 h 15044"/>
                          <a:gd name="connsiteX3" fmla="*/ 17656 w 34261"/>
                          <a:gd name="connsiteY3" fmla="*/ 2986 h 15044"/>
                          <a:gd name="connsiteX4" fmla="*/ 34230 w 34261"/>
                          <a:gd name="connsiteY4" fmla="*/ 1843 h 150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261" h="15044">
                            <a:moveTo>
                              <a:pt x="34230" y="1843"/>
                            </a:moveTo>
                            <a:cubicBezTo>
                              <a:pt x="33468" y="6034"/>
                              <a:pt x="19752" y="10606"/>
                              <a:pt x="15465" y="11939"/>
                            </a:cubicBezTo>
                            <a:cubicBezTo>
                              <a:pt x="11274" y="13464"/>
                              <a:pt x="-727" y="17464"/>
                              <a:pt x="35" y="12987"/>
                            </a:cubicBezTo>
                            <a:cubicBezTo>
                              <a:pt x="797" y="8510"/>
                              <a:pt x="13560" y="4034"/>
                              <a:pt x="17656" y="2986"/>
                            </a:cubicBezTo>
                            <a:cubicBezTo>
                              <a:pt x="21751" y="1748"/>
                              <a:pt x="34991" y="-2348"/>
                              <a:pt x="34230" y="184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82" name="Forme libre : forme 10181">
                        <a:extLst>
                          <a:ext uri="{FF2B5EF4-FFF2-40B4-BE49-F238E27FC236}">
                            <a16:creationId xmlns:a16="http://schemas.microsoft.com/office/drawing/2014/main" id="{37BB7213-78F3-41D1-9DED-F3E2B16458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91895" y="2576237"/>
                        <a:ext cx="9649" cy="5122"/>
                      </a:xfrm>
                      <a:custGeom>
                        <a:avLst/>
                        <a:gdLst>
                          <a:gd name="connsiteX0" fmla="*/ 9496 w 9649"/>
                          <a:gd name="connsiteY0" fmla="*/ 466 h 5122"/>
                          <a:gd name="connsiteX1" fmla="*/ 5877 w 9649"/>
                          <a:gd name="connsiteY1" fmla="*/ 3895 h 5122"/>
                          <a:gd name="connsiteX2" fmla="*/ 161 w 9649"/>
                          <a:gd name="connsiteY2" fmla="*/ 4657 h 5122"/>
                          <a:gd name="connsiteX3" fmla="*/ 3685 w 9649"/>
                          <a:gd name="connsiteY3" fmla="*/ 1228 h 5122"/>
                          <a:gd name="connsiteX4" fmla="*/ 9496 w 9649"/>
                          <a:gd name="connsiteY4" fmla="*/ 466 h 51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649" h="5122">
                            <a:moveTo>
                              <a:pt x="9496" y="466"/>
                            </a:moveTo>
                            <a:cubicBezTo>
                              <a:pt x="10353" y="1609"/>
                              <a:pt x="7400" y="3228"/>
                              <a:pt x="5877" y="3895"/>
                            </a:cubicBezTo>
                            <a:cubicBezTo>
                              <a:pt x="4257" y="4562"/>
                              <a:pt x="1019" y="5800"/>
                              <a:pt x="161" y="4657"/>
                            </a:cubicBezTo>
                            <a:cubicBezTo>
                              <a:pt x="-696" y="3514"/>
                              <a:pt x="2066" y="1990"/>
                              <a:pt x="3685" y="1228"/>
                            </a:cubicBezTo>
                            <a:cubicBezTo>
                              <a:pt x="5305" y="561"/>
                              <a:pt x="8639" y="-677"/>
                              <a:pt x="9496" y="46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83" name="Forme libre : forme 10182">
                        <a:extLst>
                          <a:ext uri="{FF2B5EF4-FFF2-40B4-BE49-F238E27FC236}">
                            <a16:creationId xmlns:a16="http://schemas.microsoft.com/office/drawing/2014/main" id="{242F62A9-567C-4370-A894-2401AB7E04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52850" y="2551607"/>
                        <a:ext cx="93730" cy="23912"/>
                      </a:xfrm>
                      <a:custGeom>
                        <a:avLst/>
                        <a:gdLst>
                          <a:gd name="connsiteX0" fmla="*/ 66733 w 93730"/>
                          <a:gd name="connsiteY0" fmla="*/ 2521 h 23912"/>
                          <a:gd name="connsiteX1" fmla="*/ 92546 w 93730"/>
                          <a:gd name="connsiteY1" fmla="*/ 8998 h 23912"/>
                          <a:gd name="connsiteX2" fmla="*/ 88641 w 93730"/>
                          <a:gd name="connsiteY2" fmla="*/ 16523 h 23912"/>
                          <a:gd name="connsiteX3" fmla="*/ 77401 w 93730"/>
                          <a:gd name="connsiteY3" fmla="*/ 16904 h 23912"/>
                          <a:gd name="connsiteX4" fmla="*/ 42921 w 93730"/>
                          <a:gd name="connsiteY4" fmla="*/ 16523 h 23912"/>
                          <a:gd name="connsiteX5" fmla="*/ 17489 w 93730"/>
                          <a:gd name="connsiteY5" fmla="*/ 22047 h 23912"/>
                          <a:gd name="connsiteX6" fmla="*/ 154 w 93730"/>
                          <a:gd name="connsiteY6" fmla="*/ 20333 h 23912"/>
                          <a:gd name="connsiteX7" fmla="*/ 43016 w 93730"/>
                          <a:gd name="connsiteY7" fmla="*/ 235 h 23912"/>
                          <a:gd name="connsiteX8" fmla="*/ 66733 w 93730"/>
                          <a:gd name="connsiteY8" fmla="*/ 2521 h 239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3730" h="23912">
                            <a:moveTo>
                              <a:pt x="66733" y="2521"/>
                            </a:moveTo>
                            <a:cubicBezTo>
                              <a:pt x="77401" y="3473"/>
                              <a:pt x="85116" y="4521"/>
                              <a:pt x="92546" y="8998"/>
                            </a:cubicBezTo>
                            <a:cubicBezTo>
                              <a:pt x="95308" y="10713"/>
                              <a:pt x="92927" y="14808"/>
                              <a:pt x="88641" y="16523"/>
                            </a:cubicBezTo>
                            <a:cubicBezTo>
                              <a:pt x="84259" y="18142"/>
                              <a:pt x="80925" y="17475"/>
                              <a:pt x="77401" y="16904"/>
                            </a:cubicBezTo>
                            <a:cubicBezTo>
                              <a:pt x="66447" y="15284"/>
                              <a:pt x="55398" y="15665"/>
                              <a:pt x="42921" y="16523"/>
                            </a:cubicBezTo>
                            <a:cubicBezTo>
                              <a:pt x="39110" y="16904"/>
                              <a:pt x="27681" y="20142"/>
                              <a:pt x="17489" y="22047"/>
                            </a:cubicBezTo>
                            <a:cubicBezTo>
                              <a:pt x="7487" y="24333"/>
                              <a:pt x="-1275" y="25286"/>
                              <a:pt x="154" y="20333"/>
                            </a:cubicBezTo>
                            <a:cubicBezTo>
                              <a:pt x="3106" y="9950"/>
                              <a:pt x="32633" y="997"/>
                              <a:pt x="43016" y="235"/>
                            </a:cubicBezTo>
                            <a:cubicBezTo>
                              <a:pt x="53493" y="-813"/>
                              <a:pt x="58732" y="1949"/>
                              <a:pt x="66733" y="252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82" name="Graphique 1">
                    <a:extLst>
                      <a:ext uri="{FF2B5EF4-FFF2-40B4-BE49-F238E27FC236}">
                        <a16:creationId xmlns:a16="http://schemas.microsoft.com/office/drawing/2014/main" id="{41A43666-E213-4854-8DDA-286B7BA2229F}"/>
                      </a:ext>
                    </a:extLst>
                  </p:cNvPr>
                  <p:cNvGrpSpPr/>
                  <p:nvPr/>
                </p:nvGrpSpPr>
                <p:grpSpPr>
                  <a:xfrm>
                    <a:off x="5528123" y="2512046"/>
                    <a:ext cx="809018" cy="504282"/>
                    <a:chOff x="5528123" y="2512046"/>
                    <a:chExt cx="809018" cy="504282"/>
                  </a:xfrm>
                  <a:solidFill>
                    <a:schemeClr val="accent1"/>
                  </a:solidFill>
                </p:grpSpPr>
                <p:grpSp>
                  <p:nvGrpSpPr>
                    <p:cNvPr id="10082" name="Graphique 1">
                      <a:extLst>
                        <a:ext uri="{FF2B5EF4-FFF2-40B4-BE49-F238E27FC236}">
                          <a16:creationId xmlns:a16="http://schemas.microsoft.com/office/drawing/2014/main" id="{E8E713D6-BB3B-4979-8D82-963152C867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28123" y="2569793"/>
                      <a:ext cx="185496" cy="111961"/>
                      <a:chOff x="5528123" y="2569793"/>
                      <a:chExt cx="185496" cy="111961"/>
                    </a:xfrm>
                    <a:solidFill>
                      <a:schemeClr val="accent1"/>
                    </a:solidFill>
                  </p:grpSpPr>
                  <p:sp>
                    <p:nvSpPr>
                      <p:cNvPr id="10148" name="Forme libre : forme 10147">
                        <a:extLst>
                          <a:ext uri="{FF2B5EF4-FFF2-40B4-BE49-F238E27FC236}">
                            <a16:creationId xmlns:a16="http://schemas.microsoft.com/office/drawing/2014/main" id="{6326C9D3-8BB0-4E1A-A3C9-EE22E7CB08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28230" y="2569793"/>
                        <a:ext cx="185390" cy="111961"/>
                      </a:xfrm>
                      <a:custGeom>
                        <a:avLst/>
                        <a:gdLst>
                          <a:gd name="connsiteX0" fmla="*/ 110479 w 185390"/>
                          <a:gd name="connsiteY0" fmla="*/ 98921 h 111961"/>
                          <a:gd name="connsiteX1" fmla="*/ 83618 w 185390"/>
                          <a:gd name="connsiteY1" fmla="*/ 86539 h 111961"/>
                          <a:gd name="connsiteX2" fmla="*/ 55519 w 185390"/>
                          <a:gd name="connsiteY2" fmla="*/ 75395 h 111961"/>
                          <a:gd name="connsiteX3" fmla="*/ 24754 w 185390"/>
                          <a:gd name="connsiteY3" fmla="*/ 58440 h 111961"/>
                          <a:gd name="connsiteX4" fmla="*/ 3132 w 185390"/>
                          <a:gd name="connsiteY4" fmla="*/ 35485 h 111961"/>
                          <a:gd name="connsiteX5" fmla="*/ 5894 w 185390"/>
                          <a:gd name="connsiteY5" fmla="*/ 14054 h 111961"/>
                          <a:gd name="connsiteX6" fmla="*/ 79808 w 185390"/>
                          <a:gd name="connsiteY6" fmla="*/ 3862 h 111961"/>
                          <a:gd name="connsiteX7" fmla="*/ 113145 w 185390"/>
                          <a:gd name="connsiteY7" fmla="*/ 15578 h 111961"/>
                          <a:gd name="connsiteX8" fmla="*/ 145245 w 185390"/>
                          <a:gd name="connsiteY8" fmla="*/ 31961 h 111961"/>
                          <a:gd name="connsiteX9" fmla="*/ 163438 w 185390"/>
                          <a:gd name="connsiteY9" fmla="*/ 46248 h 111961"/>
                          <a:gd name="connsiteX10" fmla="*/ 175153 w 185390"/>
                          <a:gd name="connsiteY10" fmla="*/ 61584 h 111961"/>
                          <a:gd name="connsiteX11" fmla="*/ 185250 w 185390"/>
                          <a:gd name="connsiteY11" fmla="*/ 94159 h 111961"/>
                          <a:gd name="connsiteX12" fmla="*/ 173249 w 185390"/>
                          <a:gd name="connsiteY12" fmla="*/ 111399 h 111961"/>
                          <a:gd name="connsiteX13" fmla="*/ 110479 w 185390"/>
                          <a:gd name="connsiteY13" fmla="*/ 98921 h 1119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85390" h="111961">
                            <a:moveTo>
                              <a:pt x="110479" y="98921"/>
                            </a:moveTo>
                            <a:cubicBezTo>
                              <a:pt x="104002" y="96064"/>
                              <a:pt x="94191" y="90825"/>
                              <a:pt x="83618" y="86539"/>
                            </a:cubicBezTo>
                            <a:cubicBezTo>
                              <a:pt x="73236" y="81967"/>
                              <a:pt x="62473" y="78062"/>
                              <a:pt x="55519" y="75395"/>
                            </a:cubicBezTo>
                            <a:cubicBezTo>
                              <a:pt x="42470" y="70346"/>
                              <a:pt x="32850" y="65012"/>
                              <a:pt x="24754" y="58440"/>
                            </a:cubicBezTo>
                            <a:cubicBezTo>
                              <a:pt x="16658" y="51868"/>
                              <a:pt x="10180" y="44248"/>
                              <a:pt x="3132" y="35485"/>
                            </a:cubicBezTo>
                            <a:cubicBezTo>
                              <a:pt x="-1631" y="29579"/>
                              <a:pt x="-1155" y="18626"/>
                              <a:pt x="5894" y="14054"/>
                            </a:cubicBezTo>
                            <a:cubicBezTo>
                              <a:pt x="25516" y="1385"/>
                              <a:pt x="47995" y="-4425"/>
                              <a:pt x="79808" y="3862"/>
                            </a:cubicBezTo>
                            <a:cubicBezTo>
                              <a:pt x="88381" y="5958"/>
                              <a:pt x="100858" y="10339"/>
                              <a:pt x="113145" y="15578"/>
                            </a:cubicBezTo>
                            <a:cubicBezTo>
                              <a:pt x="125528" y="20721"/>
                              <a:pt x="137339" y="27293"/>
                              <a:pt x="145245" y="31961"/>
                            </a:cubicBezTo>
                            <a:cubicBezTo>
                              <a:pt x="152579" y="36437"/>
                              <a:pt x="158389" y="41486"/>
                              <a:pt x="163438" y="46248"/>
                            </a:cubicBezTo>
                            <a:cubicBezTo>
                              <a:pt x="168391" y="51106"/>
                              <a:pt x="172010" y="56535"/>
                              <a:pt x="175153" y="61584"/>
                            </a:cubicBezTo>
                            <a:cubicBezTo>
                              <a:pt x="181440" y="71585"/>
                              <a:pt x="183631" y="83015"/>
                              <a:pt x="185250" y="94159"/>
                            </a:cubicBezTo>
                            <a:cubicBezTo>
                              <a:pt x="186393" y="101874"/>
                              <a:pt x="180392" y="111018"/>
                              <a:pt x="173249" y="111399"/>
                            </a:cubicBezTo>
                            <a:cubicBezTo>
                              <a:pt x="151531" y="113400"/>
                              <a:pt x="134196" y="110256"/>
                              <a:pt x="110479" y="9892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49" name="Forme libre : forme 10148">
                        <a:extLst>
                          <a:ext uri="{FF2B5EF4-FFF2-40B4-BE49-F238E27FC236}">
                            <a16:creationId xmlns:a16="http://schemas.microsoft.com/office/drawing/2014/main" id="{05E63327-291E-4B1D-9770-24226F5451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28123" y="2596229"/>
                        <a:ext cx="173545" cy="85439"/>
                      </a:xfrm>
                      <a:custGeom>
                        <a:avLst/>
                        <a:gdLst>
                          <a:gd name="connsiteX0" fmla="*/ 73247 w 173545"/>
                          <a:gd name="connsiteY0" fmla="*/ 26289 h 85439"/>
                          <a:gd name="connsiteX1" fmla="*/ 0 w 173545"/>
                          <a:gd name="connsiteY1" fmla="*/ 0 h 85439"/>
                          <a:gd name="connsiteX2" fmla="*/ 3048 w 173545"/>
                          <a:gd name="connsiteY2" fmla="*/ 9049 h 85439"/>
                          <a:gd name="connsiteX3" fmla="*/ 10192 w 173545"/>
                          <a:gd name="connsiteY3" fmla="*/ 17621 h 85439"/>
                          <a:gd name="connsiteX4" fmla="*/ 33718 w 173545"/>
                          <a:gd name="connsiteY4" fmla="*/ 38386 h 85439"/>
                          <a:gd name="connsiteX5" fmla="*/ 55436 w 173545"/>
                          <a:gd name="connsiteY5" fmla="*/ 48863 h 85439"/>
                          <a:gd name="connsiteX6" fmla="*/ 64579 w 173545"/>
                          <a:gd name="connsiteY6" fmla="*/ 52197 h 85439"/>
                          <a:gd name="connsiteX7" fmla="*/ 106489 w 173545"/>
                          <a:gd name="connsiteY7" fmla="*/ 70485 h 85439"/>
                          <a:gd name="connsiteX8" fmla="*/ 110490 w 173545"/>
                          <a:gd name="connsiteY8" fmla="*/ 72390 h 85439"/>
                          <a:gd name="connsiteX9" fmla="*/ 133731 w 173545"/>
                          <a:gd name="connsiteY9" fmla="*/ 81629 h 85439"/>
                          <a:gd name="connsiteX10" fmla="*/ 148590 w 173545"/>
                          <a:gd name="connsiteY10" fmla="*/ 84391 h 85439"/>
                          <a:gd name="connsiteX11" fmla="*/ 163163 w 173545"/>
                          <a:gd name="connsiteY11" fmla="*/ 85439 h 85439"/>
                          <a:gd name="connsiteX12" fmla="*/ 173164 w 173545"/>
                          <a:gd name="connsiteY12" fmla="*/ 84963 h 85439"/>
                          <a:gd name="connsiteX13" fmla="*/ 173545 w 173545"/>
                          <a:gd name="connsiteY13" fmla="*/ 84868 h 85439"/>
                          <a:gd name="connsiteX14" fmla="*/ 126682 w 173545"/>
                          <a:gd name="connsiteY14" fmla="*/ 49339 h 85439"/>
                          <a:gd name="connsiteX15" fmla="*/ 73247 w 173545"/>
                          <a:gd name="connsiteY15" fmla="*/ 26289 h 85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73545" h="85439">
                            <a:moveTo>
                              <a:pt x="73247" y="26289"/>
                            </a:moveTo>
                            <a:cubicBezTo>
                              <a:pt x="47434" y="19145"/>
                              <a:pt x="20288" y="12478"/>
                              <a:pt x="0" y="0"/>
                            </a:cubicBezTo>
                            <a:cubicBezTo>
                              <a:pt x="190" y="3334"/>
                              <a:pt x="1048" y="6572"/>
                              <a:pt x="3048" y="9049"/>
                            </a:cubicBezTo>
                            <a:cubicBezTo>
                              <a:pt x="5619" y="12097"/>
                              <a:pt x="8001" y="14954"/>
                              <a:pt x="10192" y="17621"/>
                            </a:cubicBezTo>
                            <a:cubicBezTo>
                              <a:pt x="17145" y="25622"/>
                              <a:pt x="24289" y="32385"/>
                              <a:pt x="33718" y="38386"/>
                            </a:cubicBezTo>
                            <a:cubicBezTo>
                              <a:pt x="39814" y="42100"/>
                              <a:pt x="46863" y="45529"/>
                              <a:pt x="55436" y="48863"/>
                            </a:cubicBezTo>
                            <a:cubicBezTo>
                              <a:pt x="58007" y="49816"/>
                              <a:pt x="61150" y="50959"/>
                              <a:pt x="64579" y="52197"/>
                            </a:cubicBezTo>
                            <a:cubicBezTo>
                              <a:pt x="77914" y="57150"/>
                              <a:pt x="95535" y="64961"/>
                              <a:pt x="106489" y="70485"/>
                            </a:cubicBezTo>
                            <a:cubicBezTo>
                              <a:pt x="107918" y="71152"/>
                              <a:pt x="109347" y="71723"/>
                              <a:pt x="110490" y="72390"/>
                            </a:cubicBezTo>
                            <a:cubicBezTo>
                              <a:pt x="118681" y="76771"/>
                              <a:pt x="126682" y="79248"/>
                              <a:pt x="133731" y="81629"/>
                            </a:cubicBezTo>
                            <a:cubicBezTo>
                              <a:pt x="138684" y="83058"/>
                              <a:pt x="143827" y="83725"/>
                              <a:pt x="148590" y="84391"/>
                            </a:cubicBezTo>
                            <a:cubicBezTo>
                              <a:pt x="153352" y="85154"/>
                              <a:pt x="158210" y="85439"/>
                              <a:pt x="163163" y="85439"/>
                            </a:cubicBezTo>
                            <a:cubicBezTo>
                              <a:pt x="166401" y="85344"/>
                              <a:pt x="169736" y="85249"/>
                              <a:pt x="173164" y="84963"/>
                            </a:cubicBezTo>
                            <a:lnTo>
                              <a:pt x="173545" y="84868"/>
                            </a:lnTo>
                            <a:cubicBezTo>
                              <a:pt x="159162" y="71818"/>
                              <a:pt x="143827" y="59150"/>
                              <a:pt x="126682" y="49339"/>
                            </a:cubicBezTo>
                            <a:cubicBezTo>
                              <a:pt x="109823" y="39433"/>
                              <a:pt x="91726" y="31528"/>
                              <a:pt x="73247" y="2628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50" name="Forme libre : forme 10149">
                        <a:extLst>
                          <a:ext uri="{FF2B5EF4-FFF2-40B4-BE49-F238E27FC236}">
                            <a16:creationId xmlns:a16="http://schemas.microsoft.com/office/drawing/2014/main" id="{3990C805-20D6-409B-A24C-206E80F9D9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96128" y="2605909"/>
                        <a:ext cx="84063" cy="48696"/>
                      </a:xfrm>
                      <a:custGeom>
                        <a:avLst/>
                        <a:gdLst>
                          <a:gd name="connsiteX0" fmla="*/ 83347 w 84063"/>
                          <a:gd name="connsiteY0" fmla="*/ 46612 h 48696"/>
                          <a:gd name="connsiteX1" fmla="*/ 61821 w 84063"/>
                          <a:gd name="connsiteY1" fmla="*/ 44422 h 48696"/>
                          <a:gd name="connsiteX2" fmla="*/ 36199 w 84063"/>
                          <a:gd name="connsiteY2" fmla="*/ 33182 h 48696"/>
                          <a:gd name="connsiteX3" fmla="*/ 13339 w 84063"/>
                          <a:gd name="connsiteY3" fmla="*/ 20800 h 48696"/>
                          <a:gd name="connsiteX4" fmla="*/ 194 w 84063"/>
                          <a:gd name="connsiteY4" fmla="*/ 4798 h 48696"/>
                          <a:gd name="connsiteX5" fmla="*/ 20482 w 84063"/>
                          <a:gd name="connsiteY5" fmla="*/ 1273 h 48696"/>
                          <a:gd name="connsiteX6" fmla="*/ 46485 w 84063"/>
                          <a:gd name="connsiteY6" fmla="*/ 10703 h 48696"/>
                          <a:gd name="connsiteX7" fmla="*/ 57630 w 84063"/>
                          <a:gd name="connsiteY7" fmla="*/ 17275 h 48696"/>
                          <a:gd name="connsiteX8" fmla="*/ 64583 w 84063"/>
                          <a:gd name="connsiteY8" fmla="*/ 21752 h 48696"/>
                          <a:gd name="connsiteX9" fmla="*/ 71251 w 84063"/>
                          <a:gd name="connsiteY9" fmla="*/ 27181 h 48696"/>
                          <a:gd name="connsiteX10" fmla="*/ 81538 w 84063"/>
                          <a:gd name="connsiteY10" fmla="*/ 37945 h 48696"/>
                          <a:gd name="connsiteX11" fmla="*/ 83347 w 84063"/>
                          <a:gd name="connsiteY11" fmla="*/ 46612 h 48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84063" h="48696">
                            <a:moveTo>
                              <a:pt x="83347" y="46612"/>
                            </a:moveTo>
                            <a:cubicBezTo>
                              <a:pt x="80585" y="50804"/>
                              <a:pt x="71727" y="47946"/>
                              <a:pt x="61821" y="44422"/>
                            </a:cubicBezTo>
                            <a:cubicBezTo>
                              <a:pt x="52296" y="40231"/>
                              <a:pt x="41342" y="36040"/>
                              <a:pt x="36199" y="33182"/>
                            </a:cubicBezTo>
                            <a:cubicBezTo>
                              <a:pt x="30674" y="30991"/>
                              <a:pt x="21530" y="25657"/>
                              <a:pt x="13339" y="20800"/>
                            </a:cubicBezTo>
                            <a:cubicBezTo>
                              <a:pt x="5433" y="15561"/>
                              <a:pt x="-1234" y="10132"/>
                              <a:pt x="194" y="4798"/>
                            </a:cubicBezTo>
                            <a:cubicBezTo>
                              <a:pt x="1623" y="-441"/>
                              <a:pt x="10672" y="-1013"/>
                              <a:pt x="20482" y="1273"/>
                            </a:cubicBezTo>
                            <a:cubicBezTo>
                              <a:pt x="30579" y="3083"/>
                              <a:pt x="41057" y="8227"/>
                              <a:pt x="46485" y="10703"/>
                            </a:cubicBezTo>
                            <a:cubicBezTo>
                              <a:pt x="49153" y="12132"/>
                              <a:pt x="53153" y="14513"/>
                              <a:pt x="57630" y="17275"/>
                            </a:cubicBezTo>
                            <a:cubicBezTo>
                              <a:pt x="59821" y="18704"/>
                              <a:pt x="62202" y="20228"/>
                              <a:pt x="64583" y="21752"/>
                            </a:cubicBezTo>
                            <a:cubicBezTo>
                              <a:pt x="66869" y="23467"/>
                              <a:pt x="69060" y="25276"/>
                              <a:pt x="71251" y="27181"/>
                            </a:cubicBezTo>
                            <a:cubicBezTo>
                              <a:pt x="75442" y="30896"/>
                              <a:pt x="79347" y="34516"/>
                              <a:pt x="81538" y="37945"/>
                            </a:cubicBezTo>
                            <a:cubicBezTo>
                              <a:pt x="84014" y="41374"/>
                              <a:pt x="84776" y="44422"/>
                              <a:pt x="83347" y="4661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51" name="Forme libre : forme 10150">
                        <a:extLst>
                          <a:ext uri="{FF2B5EF4-FFF2-40B4-BE49-F238E27FC236}">
                            <a16:creationId xmlns:a16="http://schemas.microsoft.com/office/drawing/2014/main" id="{28125F81-3FF6-4F63-8D47-D64C713D52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96131" y="2606210"/>
                        <a:ext cx="54388" cy="40501"/>
                      </a:xfrm>
                      <a:custGeom>
                        <a:avLst/>
                        <a:gdLst>
                          <a:gd name="connsiteX0" fmla="*/ 22480 w 54388"/>
                          <a:gd name="connsiteY0" fmla="*/ 1639 h 40501"/>
                          <a:gd name="connsiteX1" fmla="*/ 0 w 54388"/>
                          <a:gd name="connsiteY1" fmla="*/ 4401 h 40501"/>
                          <a:gd name="connsiteX2" fmla="*/ 36767 w 54388"/>
                          <a:gd name="connsiteY2" fmla="*/ 33167 h 40501"/>
                          <a:gd name="connsiteX3" fmla="*/ 54388 w 54388"/>
                          <a:gd name="connsiteY3" fmla="*/ 40501 h 40501"/>
                          <a:gd name="connsiteX4" fmla="*/ 45626 w 54388"/>
                          <a:gd name="connsiteY4" fmla="*/ 35167 h 40501"/>
                          <a:gd name="connsiteX5" fmla="*/ 22480 w 54388"/>
                          <a:gd name="connsiteY5" fmla="*/ 1639 h 405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4388" h="40501">
                            <a:moveTo>
                              <a:pt x="22480" y="1639"/>
                            </a:moveTo>
                            <a:cubicBezTo>
                              <a:pt x="16193" y="1068"/>
                              <a:pt x="-94" y="-3028"/>
                              <a:pt x="0" y="4401"/>
                            </a:cubicBezTo>
                            <a:cubicBezTo>
                              <a:pt x="382" y="15641"/>
                              <a:pt x="23527" y="26595"/>
                              <a:pt x="36767" y="33167"/>
                            </a:cubicBezTo>
                            <a:cubicBezTo>
                              <a:pt x="40577" y="35262"/>
                              <a:pt x="49626" y="38977"/>
                              <a:pt x="54388" y="40501"/>
                            </a:cubicBezTo>
                            <a:cubicBezTo>
                              <a:pt x="52007" y="39072"/>
                              <a:pt x="47721" y="36882"/>
                              <a:pt x="45626" y="35167"/>
                            </a:cubicBezTo>
                            <a:cubicBezTo>
                              <a:pt x="34100" y="24785"/>
                              <a:pt x="19146" y="13164"/>
                              <a:pt x="22480" y="1639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52" name="Forme libre : forme 10151">
                        <a:extLst>
                          <a:ext uri="{FF2B5EF4-FFF2-40B4-BE49-F238E27FC236}">
                            <a16:creationId xmlns:a16="http://schemas.microsoft.com/office/drawing/2014/main" id="{A5FB40C6-7A6D-4B6A-A8E3-D44DA13580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00088" y="2610003"/>
                        <a:ext cx="83319" cy="48813"/>
                      </a:xfrm>
                      <a:custGeom>
                        <a:avLst/>
                        <a:gdLst>
                          <a:gd name="connsiteX0" fmla="*/ 81960 w 83319"/>
                          <a:gd name="connsiteY0" fmla="*/ 47472 h 48813"/>
                          <a:gd name="connsiteX1" fmla="*/ 34716 w 83319"/>
                          <a:gd name="connsiteY1" fmla="*/ 33566 h 48813"/>
                          <a:gd name="connsiteX2" fmla="*/ 12523 w 83319"/>
                          <a:gd name="connsiteY2" fmla="*/ 20993 h 48813"/>
                          <a:gd name="connsiteX3" fmla="*/ 140 w 83319"/>
                          <a:gd name="connsiteY3" fmla="*/ 4705 h 48813"/>
                          <a:gd name="connsiteX4" fmla="*/ 20333 w 83319"/>
                          <a:gd name="connsiteY4" fmla="*/ 1466 h 48813"/>
                          <a:gd name="connsiteX5" fmla="*/ 45860 w 83319"/>
                          <a:gd name="connsiteY5" fmla="*/ 11277 h 48813"/>
                          <a:gd name="connsiteX6" fmla="*/ 71292 w 83319"/>
                          <a:gd name="connsiteY6" fmla="*/ 28232 h 48813"/>
                          <a:gd name="connsiteX7" fmla="*/ 81960 w 83319"/>
                          <a:gd name="connsiteY7" fmla="*/ 47472 h 488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3319" h="48813">
                            <a:moveTo>
                              <a:pt x="81960" y="47472"/>
                            </a:moveTo>
                            <a:cubicBezTo>
                              <a:pt x="73673" y="53377"/>
                              <a:pt x="46527" y="38137"/>
                              <a:pt x="34716" y="33566"/>
                            </a:cubicBezTo>
                            <a:cubicBezTo>
                              <a:pt x="29096" y="30803"/>
                              <a:pt x="19952" y="26231"/>
                              <a:pt x="12523" y="20993"/>
                            </a:cubicBezTo>
                            <a:cubicBezTo>
                              <a:pt x="4997" y="15944"/>
                              <a:pt x="-1003" y="10039"/>
                              <a:pt x="140" y="4705"/>
                            </a:cubicBezTo>
                            <a:cubicBezTo>
                              <a:pt x="1378" y="-915"/>
                              <a:pt x="10331" y="-820"/>
                              <a:pt x="20333" y="1466"/>
                            </a:cubicBezTo>
                            <a:cubicBezTo>
                              <a:pt x="30239" y="3943"/>
                              <a:pt x="41002" y="8610"/>
                              <a:pt x="45860" y="11277"/>
                            </a:cubicBezTo>
                            <a:cubicBezTo>
                              <a:pt x="50718" y="13849"/>
                              <a:pt x="62529" y="20421"/>
                              <a:pt x="71292" y="28232"/>
                            </a:cubicBezTo>
                            <a:cubicBezTo>
                              <a:pt x="80436" y="35661"/>
                              <a:pt x="86055" y="44519"/>
                              <a:pt x="81960" y="47472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53" name="Forme libre : forme 10152">
                        <a:extLst>
                          <a:ext uri="{FF2B5EF4-FFF2-40B4-BE49-F238E27FC236}">
                            <a16:creationId xmlns:a16="http://schemas.microsoft.com/office/drawing/2014/main" id="{F1F415C7-5C33-44D8-8BF0-1B91992915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54094" y="2585184"/>
                        <a:ext cx="100874" cy="71755"/>
                      </a:xfrm>
                      <a:custGeom>
                        <a:avLst/>
                        <a:gdLst>
                          <a:gd name="connsiteX0" fmla="*/ 223 w 100874"/>
                          <a:gd name="connsiteY0" fmla="*/ 15712 h 71755"/>
                          <a:gd name="connsiteX1" fmla="*/ 9176 w 100874"/>
                          <a:gd name="connsiteY1" fmla="*/ 29905 h 71755"/>
                          <a:gd name="connsiteX2" fmla="*/ 42894 w 100874"/>
                          <a:gd name="connsiteY2" fmla="*/ 56575 h 71755"/>
                          <a:gd name="connsiteX3" fmla="*/ 62135 w 100874"/>
                          <a:gd name="connsiteY3" fmla="*/ 65433 h 71755"/>
                          <a:gd name="connsiteX4" fmla="*/ 81185 w 100874"/>
                          <a:gd name="connsiteY4" fmla="*/ 70957 h 71755"/>
                          <a:gd name="connsiteX5" fmla="*/ 100807 w 100874"/>
                          <a:gd name="connsiteY5" fmla="*/ 66195 h 71755"/>
                          <a:gd name="connsiteX6" fmla="*/ 91567 w 100874"/>
                          <a:gd name="connsiteY6" fmla="*/ 54289 h 71755"/>
                          <a:gd name="connsiteX7" fmla="*/ 76613 w 100874"/>
                          <a:gd name="connsiteY7" fmla="*/ 40192 h 71755"/>
                          <a:gd name="connsiteX8" fmla="*/ 61468 w 100874"/>
                          <a:gd name="connsiteY8" fmla="*/ 25142 h 71755"/>
                          <a:gd name="connsiteX9" fmla="*/ 47181 w 100874"/>
                          <a:gd name="connsiteY9" fmla="*/ 10283 h 71755"/>
                          <a:gd name="connsiteX10" fmla="*/ 25845 w 100874"/>
                          <a:gd name="connsiteY10" fmla="*/ 377 h 71755"/>
                          <a:gd name="connsiteX11" fmla="*/ 223 w 100874"/>
                          <a:gd name="connsiteY11" fmla="*/ 15712 h 717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0874" h="71755">
                            <a:moveTo>
                              <a:pt x="223" y="15712"/>
                            </a:moveTo>
                            <a:cubicBezTo>
                              <a:pt x="1556" y="22380"/>
                              <a:pt x="3461" y="24476"/>
                              <a:pt x="9176" y="29905"/>
                            </a:cubicBezTo>
                            <a:cubicBezTo>
                              <a:pt x="20034" y="39906"/>
                              <a:pt x="28131" y="48764"/>
                              <a:pt x="42894" y="56575"/>
                            </a:cubicBezTo>
                            <a:cubicBezTo>
                              <a:pt x="48991" y="60099"/>
                              <a:pt x="55753" y="62766"/>
                              <a:pt x="62135" y="65433"/>
                            </a:cubicBezTo>
                            <a:cubicBezTo>
                              <a:pt x="68803" y="67719"/>
                              <a:pt x="75184" y="69814"/>
                              <a:pt x="81185" y="70957"/>
                            </a:cubicBezTo>
                            <a:cubicBezTo>
                              <a:pt x="90139" y="72291"/>
                              <a:pt x="99568" y="72672"/>
                              <a:pt x="100807" y="66195"/>
                            </a:cubicBezTo>
                            <a:cubicBezTo>
                              <a:pt x="101568" y="62194"/>
                              <a:pt x="95758" y="58194"/>
                              <a:pt x="91567" y="54289"/>
                            </a:cubicBezTo>
                            <a:cubicBezTo>
                              <a:pt x="86709" y="49431"/>
                              <a:pt x="81757" y="44668"/>
                              <a:pt x="76613" y="40192"/>
                            </a:cubicBezTo>
                            <a:cubicBezTo>
                              <a:pt x="71565" y="35525"/>
                              <a:pt x="66516" y="30476"/>
                              <a:pt x="61468" y="25142"/>
                            </a:cubicBezTo>
                            <a:cubicBezTo>
                              <a:pt x="57277" y="20380"/>
                              <a:pt x="52896" y="14760"/>
                              <a:pt x="47181" y="10283"/>
                            </a:cubicBezTo>
                            <a:cubicBezTo>
                              <a:pt x="41561" y="5426"/>
                              <a:pt x="34608" y="1806"/>
                              <a:pt x="25845" y="377"/>
                            </a:cubicBezTo>
                            <a:cubicBezTo>
                              <a:pt x="9938" y="-1909"/>
                              <a:pt x="-1778" y="6568"/>
                              <a:pt x="223" y="1571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54" name="Forme libre : forme 10153">
                        <a:extLst>
                          <a:ext uri="{FF2B5EF4-FFF2-40B4-BE49-F238E27FC236}">
                            <a16:creationId xmlns:a16="http://schemas.microsoft.com/office/drawing/2014/main" id="{A1179CFA-8617-41D0-811E-CEA2F76D9B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78899" y="2592466"/>
                        <a:ext cx="39957" cy="11202"/>
                      </a:xfrm>
                      <a:custGeom>
                        <a:avLst/>
                        <a:gdLst>
                          <a:gd name="connsiteX0" fmla="*/ 4469 w 39957"/>
                          <a:gd name="connsiteY0" fmla="*/ 905 h 11202"/>
                          <a:gd name="connsiteX1" fmla="*/ 278 w 39957"/>
                          <a:gd name="connsiteY1" fmla="*/ 2429 h 11202"/>
                          <a:gd name="connsiteX2" fmla="*/ 2468 w 39957"/>
                          <a:gd name="connsiteY2" fmla="*/ 5477 h 11202"/>
                          <a:gd name="connsiteX3" fmla="*/ 9327 w 39957"/>
                          <a:gd name="connsiteY3" fmla="*/ 7382 h 11202"/>
                          <a:gd name="connsiteX4" fmla="*/ 26662 w 39957"/>
                          <a:gd name="connsiteY4" fmla="*/ 10525 h 11202"/>
                          <a:gd name="connsiteX5" fmla="*/ 33044 w 39957"/>
                          <a:gd name="connsiteY5" fmla="*/ 11192 h 11202"/>
                          <a:gd name="connsiteX6" fmla="*/ 32282 w 39957"/>
                          <a:gd name="connsiteY6" fmla="*/ 1857 h 11202"/>
                          <a:gd name="connsiteX7" fmla="*/ 4469 w 39957"/>
                          <a:gd name="connsiteY7" fmla="*/ 905 h 112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957" h="11202">
                            <a:moveTo>
                              <a:pt x="4469" y="905"/>
                            </a:moveTo>
                            <a:cubicBezTo>
                              <a:pt x="2468" y="1190"/>
                              <a:pt x="1135" y="1381"/>
                              <a:pt x="278" y="2429"/>
                            </a:cubicBezTo>
                            <a:cubicBezTo>
                              <a:pt x="-580" y="3477"/>
                              <a:pt x="659" y="4620"/>
                              <a:pt x="2468" y="5477"/>
                            </a:cubicBezTo>
                            <a:cubicBezTo>
                              <a:pt x="4278" y="6334"/>
                              <a:pt x="7136" y="7001"/>
                              <a:pt x="9327" y="7382"/>
                            </a:cubicBezTo>
                            <a:cubicBezTo>
                              <a:pt x="15042" y="8430"/>
                              <a:pt x="21042" y="9858"/>
                              <a:pt x="26662" y="10525"/>
                            </a:cubicBezTo>
                            <a:cubicBezTo>
                              <a:pt x="28948" y="10715"/>
                              <a:pt x="31139" y="11287"/>
                              <a:pt x="33044" y="11192"/>
                            </a:cubicBezTo>
                            <a:cubicBezTo>
                              <a:pt x="41331" y="10715"/>
                              <a:pt x="43426" y="5477"/>
                              <a:pt x="32282" y="1857"/>
                            </a:cubicBezTo>
                            <a:cubicBezTo>
                              <a:pt x="23519" y="-429"/>
                              <a:pt x="12470" y="-429"/>
                              <a:pt x="4469" y="90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55" name="Forme libre : forme 10154">
                        <a:extLst>
                          <a:ext uri="{FF2B5EF4-FFF2-40B4-BE49-F238E27FC236}">
                            <a16:creationId xmlns:a16="http://schemas.microsoft.com/office/drawing/2014/main" id="{E785A9D4-930B-44DE-9F15-F11CDD72AA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41185" y="2668333"/>
                        <a:ext cx="60102" cy="10307"/>
                      </a:xfrm>
                      <a:custGeom>
                        <a:avLst/>
                        <a:gdLst>
                          <a:gd name="connsiteX0" fmla="*/ 60103 w 60102"/>
                          <a:gd name="connsiteY0" fmla="*/ 9144 h 10307"/>
                          <a:gd name="connsiteX1" fmla="*/ 0 w 60102"/>
                          <a:gd name="connsiteY1" fmla="*/ 0 h 10307"/>
                          <a:gd name="connsiteX2" fmla="*/ 60103 w 60102"/>
                          <a:gd name="connsiteY2" fmla="*/ 9144 h 103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0102" h="10307">
                            <a:moveTo>
                              <a:pt x="60103" y="9144"/>
                            </a:moveTo>
                            <a:cubicBezTo>
                              <a:pt x="44291" y="13811"/>
                              <a:pt x="17621" y="3143"/>
                              <a:pt x="0" y="0"/>
                            </a:cubicBezTo>
                            <a:cubicBezTo>
                              <a:pt x="18955" y="3905"/>
                              <a:pt x="41815" y="7048"/>
                              <a:pt x="60103" y="914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56" name="Forme libre : forme 10155">
                        <a:extLst>
                          <a:ext uri="{FF2B5EF4-FFF2-40B4-BE49-F238E27FC236}">
                            <a16:creationId xmlns:a16="http://schemas.microsoft.com/office/drawing/2014/main" id="{2EC02D0C-8A0B-4A48-A9DB-9936297F93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35172" y="2573588"/>
                        <a:ext cx="74485" cy="12353"/>
                      </a:xfrm>
                      <a:custGeom>
                        <a:avLst/>
                        <a:gdLst>
                          <a:gd name="connsiteX0" fmla="*/ 74486 w 74485"/>
                          <a:gd name="connsiteY0" fmla="*/ 3210 h 12353"/>
                          <a:gd name="connsiteX1" fmla="*/ 0 w 74485"/>
                          <a:gd name="connsiteY1" fmla="*/ 12353 h 12353"/>
                          <a:gd name="connsiteX2" fmla="*/ 74486 w 74485"/>
                          <a:gd name="connsiteY2" fmla="*/ 3210 h 123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4485" h="12353">
                            <a:moveTo>
                              <a:pt x="74486" y="3210"/>
                            </a:moveTo>
                            <a:cubicBezTo>
                              <a:pt x="46291" y="-4220"/>
                              <a:pt x="19050" y="2257"/>
                              <a:pt x="0" y="12353"/>
                            </a:cubicBezTo>
                            <a:cubicBezTo>
                              <a:pt x="17431" y="1781"/>
                              <a:pt x="49816" y="-219"/>
                              <a:pt x="74486" y="321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57" name="Forme libre : forme 10156">
                        <a:extLst>
                          <a:ext uri="{FF2B5EF4-FFF2-40B4-BE49-F238E27FC236}">
                            <a16:creationId xmlns:a16="http://schemas.microsoft.com/office/drawing/2014/main" id="{9050DB4B-57DD-4133-AE25-337A74B404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33874" y="2617552"/>
                        <a:ext cx="30224" cy="20686"/>
                      </a:xfrm>
                      <a:custGeom>
                        <a:avLst/>
                        <a:gdLst>
                          <a:gd name="connsiteX0" fmla="*/ 29409 w 30224"/>
                          <a:gd name="connsiteY0" fmla="*/ 20491 h 20686"/>
                          <a:gd name="connsiteX1" fmla="*/ 10740 w 30224"/>
                          <a:gd name="connsiteY1" fmla="*/ 11823 h 20686"/>
                          <a:gd name="connsiteX2" fmla="*/ 834 w 30224"/>
                          <a:gd name="connsiteY2" fmla="*/ 489 h 20686"/>
                          <a:gd name="connsiteX3" fmla="*/ 19026 w 30224"/>
                          <a:gd name="connsiteY3" fmla="*/ 8014 h 20686"/>
                          <a:gd name="connsiteX4" fmla="*/ 29409 w 30224"/>
                          <a:gd name="connsiteY4" fmla="*/ 20491 h 206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224" h="20686">
                            <a:moveTo>
                              <a:pt x="29409" y="20491"/>
                            </a:moveTo>
                            <a:cubicBezTo>
                              <a:pt x="25789" y="22015"/>
                              <a:pt x="14455" y="14205"/>
                              <a:pt x="10740" y="11823"/>
                            </a:cubicBezTo>
                            <a:cubicBezTo>
                              <a:pt x="7311" y="9252"/>
                              <a:pt x="-2976" y="2680"/>
                              <a:pt x="834" y="489"/>
                            </a:cubicBezTo>
                            <a:cubicBezTo>
                              <a:pt x="4834" y="-1988"/>
                              <a:pt x="15693" y="5632"/>
                              <a:pt x="19026" y="8014"/>
                            </a:cubicBezTo>
                            <a:cubicBezTo>
                              <a:pt x="22646" y="10109"/>
                              <a:pt x="33219" y="18681"/>
                              <a:pt x="29409" y="2049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58" name="Forme libre : forme 10157">
                        <a:extLst>
                          <a:ext uri="{FF2B5EF4-FFF2-40B4-BE49-F238E27FC236}">
                            <a16:creationId xmlns:a16="http://schemas.microsoft.com/office/drawing/2014/main" id="{1155BE4D-8B73-4D8C-88AC-73D297D72D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59817" y="2634433"/>
                        <a:ext cx="8567" cy="6250"/>
                      </a:xfrm>
                      <a:custGeom>
                        <a:avLst/>
                        <a:gdLst>
                          <a:gd name="connsiteX0" fmla="*/ 8514 w 8567"/>
                          <a:gd name="connsiteY0" fmla="*/ 5706 h 6250"/>
                          <a:gd name="connsiteX1" fmla="*/ 3752 w 8567"/>
                          <a:gd name="connsiteY1" fmla="*/ 4753 h 6250"/>
                          <a:gd name="connsiteX2" fmla="*/ 37 w 8567"/>
                          <a:gd name="connsiteY2" fmla="*/ 562 h 6250"/>
                          <a:gd name="connsiteX3" fmla="*/ 4705 w 8567"/>
                          <a:gd name="connsiteY3" fmla="*/ 1515 h 6250"/>
                          <a:gd name="connsiteX4" fmla="*/ 8514 w 8567"/>
                          <a:gd name="connsiteY4" fmla="*/ 5706 h 6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67" h="6250">
                            <a:moveTo>
                              <a:pt x="8514" y="5706"/>
                            </a:moveTo>
                            <a:cubicBezTo>
                              <a:pt x="8038" y="7039"/>
                              <a:pt x="5181" y="5611"/>
                              <a:pt x="3752" y="4753"/>
                            </a:cubicBezTo>
                            <a:cubicBezTo>
                              <a:pt x="2323" y="3896"/>
                              <a:pt x="-344" y="1896"/>
                              <a:pt x="37" y="562"/>
                            </a:cubicBezTo>
                            <a:cubicBezTo>
                              <a:pt x="514" y="-771"/>
                              <a:pt x="3180" y="562"/>
                              <a:pt x="4705" y="1515"/>
                            </a:cubicBezTo>
                            <a:cubicBezTo>
                              <a:pt x="6133" y="2277"/>
                              <a:pt x="8990" y="4372"/>
                              <a:pt x="8514" y="570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59" name="Forme libre : forme 10158">
                        <a:extLst>
                          <a:ext uri="{FF2B5EF4-FFF2-40B4-BE49-F238E27FC236}">
                            <a16:creationId xmlns:a16="http://schemas.microsoft.com/office/drawing/2014/main" id="{39781976-174A-4F68-8A3E-814663F9A5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42340" y="2598072"/>
                        <a:ext cx="61747" cy="72419"/>
                      </a:xfrm>
                      <a:custGeom>
                        <a:avLst/>
                        <a:gdLst>
                          <a:gd name="connsiteX0" fmla="*/ 54566 w 61747"/>
                          <a:gd name="connsiteY0" fmla="*/ 44639 h 72419"/>
                          <a:gd name="connsiteX1" fmla="*/ 61710 w 61747"/>
                          <a:gd name="connsiteY1" fmla="*/ 69975 h 72419"/>
                          <a:gd name="connsiteX2" fmla="*/ 53423 w 61747"/>
                          <a:gd name="connsiteY2" fmla="*/ 70356 h 72419"/>
                          <a:gd name="connsiteX3" fmla="*/ 47898 w 61747"/>
                          <a:gd name="connsiteY3" fmla="*/ 61117 h 72419"/>
                          <a:gd name="connsiteX4" fmla="*/ 29991 w 61747"/>
                          <a:gd name="connsiteY4" fmla="*/ 32638 h 72419"/>
                          <a:gd name="connsiteX5" fmla="*/ 1607 w 61747"/>
                          <a:gd name="connsiteY5" fmla="*/ 729 h 72419"/>
                          <a:gd name="connsiteX6" fmla="*/ 43612 w 61747"/>
                          <a:gd name="connsiteY6" fmla="*/ 23398 h 72419"/>
                          <a:gd name="connsiteX7" fmla="*/ 54566 w 61747"/>
                          <a:gd name="connsiteY7" fmla="*/ 44639 h 72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1747" h="72419">
                            <a:moveTo>
                              <a:pt x="54566" y="44639"/>
                            </a:moveTo>
                            <a:cubicBezTo>
                              <a:pt x="59614" y="53878"/>
                              <a:pt x="62091" y="61594"/>
                              <a:pt x="61710" y="69975"/>
                            </a:cubicBezTo>
                            <a:cubicBezTo>
                              <a:pt x="61520" y="73119"/>
                              <a:pt x="56757" y="73214"/>
                              <a:pt x="53423" y="70356"/>
                            </a:cubicBezTo>
                            <a:cubicBezTo>
                              <a:pt x="49994" y="67594"/>
                              <a:pt x="49232" y="64165"/>
                              <a:pt x="47898" y="61117"/>
                            </a:cubicBezTo>
                            <a:cubicBezTo>
                              <a:pt x="43707" y="51497"/>
                              <a:pt x="37992" y="41686"/>
                              <a:pt x="29991" y="32638"/>
                            </a:cubicBezTo>
                            <a:cubicBezTo>
                              <a:pt x="25801" y="25780"/>
                              <a:pt x="-7632" y="4539"/>
                              <a:pt x="1607" y="729"/>
                            </a:cubicBezTo>
                            <a:cubicBezTo>
                              <a:pt x="11703" y="-3938"/>
                              <a:pt x="37135" y="15016"/>
                              <a:pt x="43612" y="23398"/>
                            </a:cubicBezTo>
                            <a:cubicBezTo>
                              <a:pt x="50470" y="31209"/>
                              <a:pt x="50756" y="37590"/>
                              <a:pt x="54566" y="4463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083" name="Graphique 1">
                      <a:extLst>
                        <a:ext uri="{FF2B5EF4-FFF2-40B4-BE49-F238E27FC236}">
                          <a16:creationId xmlns:a16="http://schemas.microsoft.com/office/drawing/2014/main" id="{20351D5E-1735-4608-AB17-79925CD9D4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05007" y="2671931"/>
                      <a:ext cx="119004" cy="181539"/>
                      <a:chOff x="5705007" y="2671931"/>
                      <a:chExt cx="119004" cy="181539"/>
                    </a:xfrm>
                    <a:solidFill>
                      <a:schemeClr val="accent1"/>
                    </a:solidFill>
                  </p:grpSpPr>
                  <p:sp>
                    <p:nvSpPr>
                      <p:cNvPr id="10136" name="Forme libre : forme 10135">
                        <a:extLst>
                          <a:ext uri="{FF2B5EF4-FFF2-40B4-BE49-F238E27FC236}">
                            <a16:creationId xmlns:a16="http://schemas.microsoft.com/office/drawing/2014/main" id="{3885219E-0D42-452E-A440-2FFC49CAAE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5007" y="2671931"/>
                        <a:ext cx="119004" cy="181539"/>
                      </a:xfrm>
                      <a:custGeom>
                        <a:avLst/>
                        <a:gdLst>
                          <a:gd name="connsiteX0" fmla="*/ 44192 w 119004"/>
                          <a:gd name="connsiteY0" fmla="*/ 135372 h 181539"/>
                          <a:gd name="connsiteX1" fmla="*/ 13522 w 119004"/>
                          <a:gd name="connsiteY1" fmla="*/ 78984 h 181539"/>
                          <a:gd name="connsiteX2" fmla="*/ 5520 w 119004"/>
                          <a:gd name="connsiteY2" fmla="*/ 61077 h 181539"/>
                          <a:gd name="connsiteX3" fmla="*/ 1425 w 119004"/>
                          <a:gd name="connsiteY3" fmla="*/ 45742 h 181539"/>
                          <a:gd name="connsiteX4" fmla="*/ 282 w 119004"/>
                          <a:gd name="connsiteY4" fmla="*/ 14309 h 181539"/>
                          <a:gd name="connsiteX5" fmla="*/ 16474 w 119004"/>
                          <a:gd name="connsiteY5" fmla="*/ 117 h 181539"/>
                          <a:gd name="connsiteX6" fmla="*/ 49336 w 119004"/>
                          <a:gd name="connsiteY6" fmla="*/ 11833 h 181539"/>
                          <a:gd name="connsiteX7" fmla="*/ 78768 w 119004"/>
                          <a:gd name="connsiteY7" fmla="*/ 40979 h 181539"/>
                          <a:gd name="connsiteX8" fmla="*/ 110772 w 119004"/>
                          <a:gd name="connsiteY8" fmla="*/ 100225 h 181539"/>
                          <a:gd name="connsiteX9" fmla="*/ 112486 w 119004"/>
                          <a:gd name="connsiteY9" fmla="*/ 170138 h 181539"/>
                          <a:gd name="connsiteX10" fmla="*/ 94389 w 119004"/>
                          <a:gd name="connsiteY10" fmla="*/ 180901 h 181539"/>
                          <a:gd name="connsiteX11" fmla="*/ 44192 w 119004"/>
                          <a:gd name="connsiteY11" fmla="*/ 135372 h 1815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19004" h="181539">
                            <a:moveTo>
                              <a:pt x="44192" y="135372"/>
                            </a:moveTo>
                            <a:cubicBezTo>
                              <a:pt x="36858" y="121846"/>
                              <a:pt x="21237" y="92986"/>
                              <a:pt x="13522" y="78984"/>
                            </a:cubicBezTo>
                            <a:cubicBezTo>
                              <a:pt x="10093" y="72507"/>
                              <a:pt x="7425" y="66792"/>
                              <a:pt x="5520" y="61077"/>
                            </a:cubicBezTo>
                            <a:cubicBezTo>
                              <a:pt x="3520" y="55933"/>
                              <a:pt x="2187" y="50885"/>
                              <a:pt x="1425" y="45742"/>
                            </a:cubicBezTo>
                            <a:cubicBezTo>
                              <a:pt x="186" y="35264"/>
                              <a:pt x="-385" y="25834"/>
                              <a:pt x="282" y="14309"/>
                            </a:cubicBezTo>
                            <a:cubicBezTo>
                              <a:pt x="662" y="6403"/>
                              <a:pt x="8568" y="-1026"/>
                              <a:pt x="16474" y="117"/>
                            </a:cubicBezTo>
                            <a:cubicBezTo>
                              <a:pt x="27809" y="1831"/>
                              <a:pt x="39239" y="4879"/>
                              <a:pt x="49336" y="11833"/>
                            </a:cubicBezTo>
                            <a:cubicBezTo>
                              <a:pt x="60004" y="18500"/>
                              <a:pt x="69909" y="27835"/>
                              <a:pt x="78768" y="40979"/>
                            </a:cubicBezTo>
                            <a:cubicBezTo>
                              <a:pt x="88674" y="54981"/>
                              <a:pt x="104294" y="84699"/>
                              <a:pt x="110772" y="100225"/>
                            </a:cubicBezTo>
                            <a:cubicBezTo>
                              <a:pt x="123250" y="129371"/>
                              <a:pt x="119630" y="148993"/>
                              <a:pt x="112486" y="170138"/>
                            </a:cubicBezTo>
                            <a:cubicBezTo>
                              <a:pt x="110010" y="177472"/>
                              <a:pt x="101247" y="183568"/>
                              <a:pt x="94389" y="180901"/>
                            </a:cubicBezTo>
                            <a:cubicBezTo>
                              <a:pt x="74196" y="173377"/>
                              <a:pt x="58289" y="160708"/>
                              <a:pt x="44192" y="13537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37" name="Forme libre : forme 10136">
                        <a:extLst>
                          <a:ext uri="{FF2B5EF4-FFF2-40B4-BE49-F238E27FC236}">
                            <a16:creationId xmlns:a16="http://schemas.microsoft.com/office/drawing/2014/main" id="{F9C71D18-2533-42CA-8C60-A104400FA6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5097" y="2677191"/>
                        <a:ext cx="94773" cy="175545"/>
                      </a:xfrm>
                      <a:custGeom>
                        <a:avLst/>
                        <a:gdLst>
                          <a:gd name="connsiteX0" fmla="*/ 41720 w 94773"/>
                          <a:gd name="connsiteY0" fmla="*/ 68294 h 175545"/>
                          <a:gd name="connsiteX1" fmla="*/ 4096 w 94773"/>
                          <a:gd name="connsiteY1" fmla="*/ 0 h 175545"/>
                          <a:gd name="connsiteX2" fmla="*/ 286 w 94773"/>
                          <a:gd name="connsiteY2" fmla="*/ 8858 h 175545"/>
                          <a:gd name="connsiteX3" fmla="*/ 0 w 94773"/>
                          <a:gd name="connsiteY3" fmla="*/ 20193 h 175545"/>
                          <a:gd name="connsiteX4" fmla="*/ 3906 w 94773"/>
                          <a:gd name="connsiteY4" fmla="*/ 50959 h 175545"/>
                          <a:gd name="connsiteX5" fmla="*/ 13526 w 94773"/>
                          <a:gd name="connsiteY5" fmla="*/ 73533 h 175545"/>
                          <a:gd name="connsiteX6" fmla="*/ 18384 w 94773"/>
                          <a:gd name="connsiteY6" fmla="*/ 82487 h 175545"/>
                          <a:gd name="connsiteX7" fmla="*/ 41815 w 94773"/>
                          <a:gd name="connsiteY7" fmla="*/ 125730 h 175545"/>
                          <a:gd name="connsiteX8" fmla="*/ 44196 w 94773"/>
                          <a:gd name="connsiteY8" fmla="*/ 129921 h 175545"/>
                          <a:gd name="connsiteX9" fmla="*/ 60008 w 94773"/>
                          <a:gd name="connsiteY9" fmla="*/ 152400 h 175545"/>
                          <a:gd name="connsiteX10" fmla="*/ 85154 w 94773"/>
                          <a:gd name="connsiteY10" fmla="*/ 171450 h 175545"/>
                          <a:gd name="connsiteX11" fmla="*/ 94393 w 94773"/>
                          <a:gd name="connsiteY11" fmla="*/ 175450 h 175545"/>
                          <a:gd name="connsiteX12" fmla="*/ 94774 w 94773"/>
                          <a:gd name="connsiteY12" fmla="*/ 175546 h 175545"/>
                          <a:gd name="connsiteX13" fmla="*/ 41720 w 94773"/>
                          <a:gd name="connsiteY13" fmla="*/ 68294 h 175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94773" h="175545">
                            <a:moveTo>
                              <a:pt x="41720" y="68294"/>
                            </a:moveTo>
                            <a:cubicBezTo>
                              <a:pt x="26670" y="45434"/>
                              <a:pt x="10954" y="23146"/>
                              <a:pt x="4096" y="0"/>
                            </a:cubicBezTo>
                            <a:cubicBezTo>
                              <a:pt x="1905" y="2572"/>
                              <a:pt x="477" y="5620"/>
                              <a:pt x="286" y="8858"/>
                            </a:cubicBezTo>
                            <a:cubicBezTo>
                              <a:pt x="95" y="12763"/>
                              <a:pt x="0" y="16573"/>
                              <a:pt x="0" y="20193"/>
                            </a:cubicBezTo>
                            <a:cubicBezTo>
                              <a:pt x="381" y="30385"/>
                              <a:pt x="667" y="40672"/>
                              <a:pt x="3906" y="50959"/>
                            </a:cubicBezTo>
                            <a:cubicBezTo>
                              <a:pt x="6001" y="57436"/>
                              <a:pt x="9049" y="65246"/>
                              <a:pt x="13526" y="73533"/>
                            </a:cubicBezTo>
                            <a:cubicBezTo>
                              <a:pt x="14954" y="76105"/>
                              <a:pt x="16574" y="79153"/>
                              <a:pt x="18384" y="82487"/>
                            </a:cubicBezTo>
                            <a:cubicBezTo>
                              <a:pt x="25718" y="95536"/>
                              <a:pt x="35529" y="113824"/>
                              <a:pt x="41815" y="125730"/>
                            </a:cubicBezTo>
                            <a:cubicBezTo>
                              <a:pt x="42672" y="127254"/>
                              <a:pt x="43434" y="128683"/>
                              <a:pt x="44196" y="129921"/>
                            </a:cubicBezTo>
                            <a:cubicBezTo>
                              <a:pt x="49245" y="138970"/>
                              <a:pt x="54483" y="146304"/>
                              <a:pt x="60008" y="152400"/>
                            </a:cubicBezTo>
                            <a:cubicBezTo>
                              <a:pt x="67723" y="160782"/>
                              <a:pt x="76105" y="166688"/>
                              <a:pt x="85154" y="171450"/>
                            </a:cubicBezTo>
                            <a:cubicBezTo>
                              <a:pt x="88106" y="172974"/>
                              <a:pt x="91250" y="174307"/>
                              <a:pt x="94393" y="175450"/>
                            </a:cubicBezTo>
                            <a:lnTo>
                              <a:pt x="94774" y="175546"/>
                            </a:lnTo>
                            <a:cubicBezTo>
                              <a:pt x="79629" y="138684"/>
                              <a:pt x="63437" y="100584"/>
                              <a:pt x="41720" y="68294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38" name="Forme libre : forme 10137">
                        <a:extLst>
                          <a:ext uri="{FF2B5EF4-FFF2-40B4-BE49-F238E27FC236}">
                            <a16:creationId xmlns:a16="http://schemas.microsoft.com/office/drawing/2014/main" id="{170E8973-E531-4CF6-8555-A0AE92275F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47979" y="2732297"/>
                        <a:ext cx="48098" cy="84733"/>
                      </a:xfrm>
                      <a:custGeom>
                        <a:avLst/>
                        <a:gdLst>
                          <a:gd name="connsiteX0" fmla="*/ 45034 w 48098"/>
                          <a:gd name="connsiteY0" fmla="*/ 84340 h 84733"/>
                          <a:gd name="connsiteX1" fmla="*/ 12935 w 48098"/>
                          <a:gd name="connsiteY1" fmla="*/ 46145 h 84733"/>
                          <a:gd name="connsiteX2" fmla="*/ 2933 w 48098"/>
                          <a:gd name="connsiteY2" fmla="*/ 901 h 84733"/>
                          <a:gd name="connsiteX3" fmla="*/ 34842 w 48098"/>
                          <a:gd name="connsiteY3" fmla="*/ 34619 h 84733"/>
                          <a:gd name="connsiteX4" fmla="*/ 45034 w 48098"/>
                          <a:gd name="connsiteY4" fmla="*/ 84340 h 847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8098" h="84733">
                            <a:moveTo>
                              <a:pt x="45034" y="84340"/>
                            </a:moveTo>
                            <a:cubicBezTo>
                              <a:pt x="35985" y="88626"/>
                              <a:pt x="18841" y="56717"/>
                              <a:pt x="12935" y="46145"/>
                            </a:cubicBezTo>
                            <a:cubicBezTo>
                              <a:pt x="7601" y="35286"/>
                              <a:pt x="-5925" y="6901"/>
                              <a:pt x="2933" y="901"/>
                            </a:cubicBezTo>
                            <a:cubicBezTo>
                              <a:pt x="12268" y="-5481"/>
                              <a:pt x="30175" y="23761"/>
                              <a:pt x="34842" y="34619"/>
                            </a:cubicBezTo>
                            <a:cubicBezTo>
                              <a:pt x="40176" y="45192"/>
                              <a:pt x="54273" y="79958"/>
                              <a:pt x="45034" y="8434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39" name="Forme libre : forme 10138">
                        <a:extLst>
                          <a:ext uri="{FF2B5EF4-FFF2-40B4-BE49-F238E27FC236}">
                            <a16:creationId xmlns:a16="http://schemas.microsoft.com/office/drawing/2014/main" id="{09A66A82-0C34-4791-BDB6-141F321092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48220" y="2731614"/>
                        <a:ext cx="23076" cy="64163"/>
                      </a:xfrm>
                      <a:custGeom>
                        <a:avLst/>
                        <a:gdLst>
                          <a:gd name="connsiteX0" fmla="*/ 21267 w 23076"/>
                          <a:gd name="connsiteY0" fmla="*/ 13681 h 64163"/>
                          <a:gd name="connsiteX1" fmla="*/ 2408 w 23076"/>
                          <a:gd name="connsiteY1" fmla="*/ 1299 h 64163"/>
                          <a:gd name="connsiteX2" fmla="*/ 12885 w 23076"/>
                          <a:gd name="connsiteY2" fmla="*/ 47400 h 64163"/>
                          <a:gd name="connsiteX3" fmla="*/ 23077 w 23076"/>
                          <a:gd name="connsiteY3" fmla="*/ 64164 h 64163"/>
                          <a:gd name="connsiteX4" fmla="*/ 19076 w 23076"/>
                          <a:gd name="connsiteY4" fmla="*/ 54448 h 64163"/>
                          <a:gd name="connsiteX5" fmla="*/ 21267 w 23076"/>
                          <a:gd name="connsiteY5" fmla="*/ 13681 h 641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76" h="64163">
                            <a:moveTo>
                              <a:pt x="21267" y="13681"/>
                            </a:moveTo>
                            <a:cubicBezTo>
                              <a:pt x="16790" y="9395"/>
                              <a:pt x="7170" y="-4226"/>
                              <a:pt x="2408" y="1299"/>
                            </a:cubicBezTo>
                            <a:cubicBezTo>
                              <a:pt x="-4927" y="10062"/>
                              <a:pt x="6218" y="33684"/>
                              <a:pt x="12885" y="47400"/>
                            </a:cubicBezTo>
                            <a:cubicBezTo>
                              <a:pt x="14885" y="51400"/>
                              <a:pt x="20029" y="60068"/>
                              <a:pt x="23077" y="64164"/>
                            </a:cubicBezTo>
                            <a:cubicBezTo>
                              <a:pt x="21934" y="61497"/>
                              <a:pt x="19743" y="57115"/>
                              <a:pt x="19076" y="54448"/>
                            </a:cubicBezTo>
                            <a:cubicBezTo>
                              <a:pt x="15457" y="39018"/>
                              <a:pt x="11361" y="20444"/>
                              <a:pt x="21267" y="13681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40" name="Forme libre : forme 10139">
                        <a:extLst>
                          <a:ext uri="{FF2B5EF4-FFF2-40B4-BE49-F238E27FC236}">
                            <a16:creationId xmlns:a16="http://schemas.microsoft.com/office/drawing/2014/main" id="{38E9BA5F-947C-4925-B958-33F7F2B97B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47911" y="2737779"/>
                        <a:ext cx="48435" cy="84618"/>
                      </a:xfrm>
                      <a:custGeom>
                        <a:avLst/>
                        <a:gdLst>
                          <a:gd name="connsiteX0" fmla="*/ 44817 w 48435"/>
                          <a:gd name="connsiteY0" fmla="*/ 84573 h 84618"/>
                          <a:gd name="connsiteX1" fmla="*/ 12337 w 48435"/>
                          <a:gd name="connsiteY1" fmla="*/ 45902 h 84618"/>
                          <a:gd name="connsiteX2" fmla="*/ 3097 w 48435"/>
                          <a:gd name="connsiteY2" fmla="*/ 1039 h 84618"/>
                          <a:gd name="connsiteX3" fmla="*/ 34530 w 48435"/>
                          <a:gd name="connsiteY3" fmla="*/ 34662 h 84618"/>
                          <a:gd name="connsiteX4" fmla="*/ 44817 w 48435"/>
                          <a:gd name="connsiteY4" fmla="*/ 84573 h 846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8435" h="84618">
                            <a:moveTo>
                              <a:pt x="44817" y="84573"/>
                            </a:moveTo>
                            <a:cubicBezTo>
                              <a:pt x="34530" y="85907"/>
                              <a:pt x="18718" y="57236"/>
                              <a:pt x="12337" y="45902"/>
                            </a:cubicBezTo>
                            <a:cubicBezTo>
                              <a:pt x="6336" y="34281"/>
                              <a:pt x="-5666" y="7802"/>
                              <a:pt x="3097" y="1039"/>
                            </a:cubicBezTo>
                            <a:cubicBezTo>
                              <a:pt x="12241" y="-6010"/>
                              <a:pt x="30053" y="24756"/>
                              <a:pt x="34530" y="34662"/>
                            </a:cubicBezTo>
                            <a:cubicBezTo>
                              <a:pt x="39673" y="44378"/>
                              <a:pt x="55485" y="83049"/>
                              <a:pt x="44817" y="84573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41" name="Forme libre : forme 10140">
                        <a:extLst>
                          <a:ext uri="{FF2B5EF4-FFF2-40B4-BE49-F238E27FC236}">
                            <a16:creationId xmlns:a16="http://schemas.microsoft.com/office/drawing/2014/main" id="{52A99ABA-001A-4199-B0EC-CD45199822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2480" y="2692928"/>
                        <a:ext cx="51345" cy="111158"/>
                      </a:xfrm>
                      <a:custGeom>
                        <a:avLst/>
                        <a:gdLst>
                          <a:gd name="connsiteX0" fmla="*/ 3192 w 51345"/>
                          <a:gd name="connsiteY0" fmla="*/ 5123 h 111158"/>
                          <a:gd name="connsiteX1" fmla="*/ 430 w 51345"/>
                          <a:gd name="connsiteY1" fmla="*/ 21696 h 111158"/>
                          <a:gd name="connsiteX2" fmla="*/ 8717 w 51345"/>
                          <a:gd name="connsiteY2" fmla="*/ 64463 h 111158"/>
                          <a:gd name="connsiteX3" fmla="*/ 31005 w 51345"/>
                          <a:gd name="connsiteY3" fmla="*/ 101420 h 111158"/>
                          <a:gd name="connsiteX4" fmla="*/ 50150 w 51345"/>
                          <a:gd name="connsiteY4" fmla="*/ 109421 h 111158"/>
                          <a:gd name="connsiteX5" fmla="*/ 49198 w 51345"/>
                          <a:gd name="connsiteY5" fmla="*/ 93991 h 111158"/>
                          <a:gd name="connsiteX6" fmla="*/ 43293 w 51345"/>
                          <a:gd name="connsiteY6" fmla="*/ 52367 h 111158"/>
                          <a:gd name="connsiteX7" fmla="*/ 32910 w 51345"/>
                          <a:gd name="connsiteY7" fmla="*/ 10647 h 111158"/>
                          <a:gd name="connsiteX8" fmla="*/ 3192 w 51345"/>
                          <a:gd name="connsiteY8" fmla="*/ 5123 h 1111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1345" h="111158">
                            <a:moveTo>
                              <a:pt x="3192" y="5123"/>
                            </a:moveTo>
                            <a:cubicBezTo>
                              <a:pt x="-237" y="11028"/>
                              <a:pt x="-427" y="14076"/>
                              <a:pt x="430" y="21696"/>
                            </a:cubicBezTo>
                            <a:cubicBezTo>
                              <a:pt x="2049" y="35984"/>
                              <a:pt x="2239" y="48366"/>
                              <a:pt x="8717" y="64463"/>
                            </a:cubicBezTo>
                            <a:cubicBezTo>
                              <a:pt x="14051" y="77989"/>
                              <a:pt x="22337" y="91991"/>
                              <a:pt x="31005" y="101420"/>
                            </a:cubicBezTo>
                            <a:cubicBezTo>
                              <a:pt x="37482" y="108374"/>
                              <a:pt x="45674" y="114184"/>
                              <a:pt x="50150" y="109421"/>
                            </a:cubicBezTo>
                            <a:cubicBezTo>
                              <a:pt x="52912" y="106469"/>
                              <a:pt x="50150" y="99896"/>
                              <a:pt x="49198" y="93991"/>
                            </a:cubicBezTo>
                            <a:cubicBezTo>
                              <a:pt x="46817" y="80180"/>
                              <a:pt x="43864" y="67130"/>
                              <a:pt x="43293" y="52367"/>
                            </a:cubicBezTo>
                            <a:cubicBezTo>
                              <a:pt x="42816" y="39889"/>
                              <a:pt x="44245" y="24268"/>
                              <a:pt x="32910" y="10647"/>
                            </a:cubicBezTo>
                            <a:cubicBezTo>
                              <a:pt x="21861" y="-1449"/>
                              <a:pt x="7764" y="-3164"/>
                              <a:pt x="3192" y="512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42" name="Forme libre : forme 10141">
                        <a:extLst>
                          <a:ext uri="{FF2B5EF4-FFF2-40B4-BE49-F238E27FC236}">
                            <a16:creationId xmlns:a16="http://schemas.microsoft.com/office/drawing/2014/main" id="{2FAFD625-825E-4052-A542-83EF546FCC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47363" y="2710023"/>
                        <a:ext cx="28013" cy="30285"/>
                      </a:xfrm>
                      <a:custGeom>
                        <a:avLst/>
                        <a:gdLst>
                          <a:gd name="connsiteX0" fmla="*/ 5169 w 28013"/>
                          <a:gd name="connsiteY0" fmla="*/ 1649 h 30285"/>
                          <a:gd name="connsiteX1" fmla="*/ 978 w 28013"/>
                          <a:gd name="connsiteY1" fmla="*/ 29 h 30285"/>
                          <a:gd name="connsiteX2" fmla="*/ 597 w 28013"/>
                          <a:gd name="connsiteY2" fmla="*/ 3744 h 30285"/>
                          <a:gd name="connsiteX3" fmla="*/ 4407 w 28013"/>
                          <a:gd name="connsiteY3" fmla="*/ 9745 h 30285"/>
                          <a:gd name="connsiteX4" fmla="*/ 15266 w 28013"/>
                          <a:gd name="connsiteY4" fmla="*/ 23366 h 30285"/>
                          <a:gd name="connsiteX5" fmla="*/ 19742 w 28013"/>
                          <a:gd name="connsiteY5" fmla="*/ 27938 h 30285"/>
                          <a:gd name="connsiteX6" fmla="*/ 25076 w 28013"/>
                          <a:gd name="connsiteY6" fmla="*/ 20413 h 30285"/>
                          <a:gd name="connsiteX7" fmla="*/ 5169 w 28013"/>
                          <a:gd name="connsiteY7" fmla="*/ 1649 h 302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013" h="30285">
                            <a:moveTo>
                              <a:pt x="5169" y="1649"/>
                            </a:moveTo>
                            <a:cubicBezTo>
                              <a:pt x="3549" y="601"/>
                              <a:pt x="2312" y="-161"/>
                              <a:pt x="978" y="29"/>
                            </a:cubicBezTo>
                            <a:cubicBezTo>
                              <a:pt x="-356" y="220"/>
                              <a:pt x="-165" y="1934"/>
                              <a:pt x="597" y="3744"/>
                            </a:cubicBezTo>
                            <a:cubicBezTo>
                              <a:pt x="1359" y="5554"/>
                              <a:pt x="3073" y="7935"/>
                              <a:pt x="4407" y="9745"/>
                            </a:cubicBezTo>
                            <a:cubicBezTo>
                              <a:pt x="7836" y="14412"/>
                              <a:pt x="11646" y="19175"/>
                              <a:pt x="15266" y="23366"/>
                            </a:cubicBezTo>
                            <a:cubicBezTo>
                              <a:pt x="16789" y="25080"/>
                              <a:pt x="18123" y="26794"/>
                              <a:pt x="19742" y="27938"/>
                            </a:cubicBezTo>
                            <a:cubicBezTo>
                              <a:pt x="26410" y="32795"/>
                              <a:pt x="31458" y="30033"/>
                              <a:pt x="25076" y="20413"/>
                            </a:cubicBezTo>
                            <a:cubicBezTo>
                              <a:pt x="20313" y="13079"/>
                              <a:pt x="11931" y="5935"/>
                              <a:pt x="5169" y="164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43" name="Forme libre : forme 10142">
                        <a:extLst>
                          <a:ext uri="{FF2B5EF4-FFF2-40B4-BE49-F238E27FC236}">
                            <a16:creationId xmlns:a16="http://schemas.microsoft.com/office/drawing/2014/main" id="{BE0F712D-FE67-4527-BB07-72F41C9E40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51675" y="2808636"/>
                        <a:ext cx="49244" cy="40671"/>
                      </a:xfrm>
                      <a:custGeom>
                        <a:avLst/>
                        <a:gdLst>
                          <a:gd name="connsiteX0" fmla="*/ 49244 w 49244"/>
                          <a:gd name="connsiteY0" fmla="*/ 40672 h 40671"/>
                          <a:gd name="connsiteX1" fmla="*/ 0 w 49244"/>
                          <a:gd name="connsiteY1" fmla="*/ 0 h 40671"/>
                          <a:gd name="connsiteX2" fmla="*/ 49244 w 49244"/>
                          <a:gd name="connsiteY2" fmla="*/ 40672 h 406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9244" h="40671">
                            <a:moveTo>
                              <a:pt x="49244" y="40672"/>
                            </a:moveTo>
                            <a:cubicBezTo>
                              <a:pt x="33052" y="38481"/>
                              <a:pt x="12859" y="14288"/>
                              <a:pt x="0" y="0"/>
                            </a:cubicBezTo>
                            <a:cubicBezTo>
                              <a:pt x="13811" y="15621"/>
                              <a:pt x="33528" y="30956"/>
                              <a:pt x="49244" y="4067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44" name="Forme libre : forme 10143">
                        <a:extLst>
                          <a:ext uri="{FF2B5EF4-FFF2-40B4-BE49-F238E27FC236}">
                            <a16:creationId xmlns:a16="http://schemas.microsoft.com/office/drawing/2014/main" id="{690AAD49-819D-4CA8-9F04-3CF5DD858F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1100" y="2674429"/>
                        <a:ext cx="62007" cy="41814"/>
                      </a:xfrm>
                      <a:custGeom>
                        <a:avLst/>
                        <a:gdLst>
                          <a:gd name="connsiteX0" fmla="*/ 62007 w 62007"/>
                          <a:gd name="connsiteY0" fmla="*/ 41815 h 41814"/>
                          <a:gd name="connsiteX1" fmla="*/ 32861 w 62007"/>
                          <a:gd name="connsiteY1" fmla="*/ 13906 h 41814"/>
                          <a:gd name="connsiteX2" fmla="*/ 16383 w 62007"/>
                          <a:gd name="connsiteY2" fmla="*/ 5048 h 41814"/>
                          <a:gd name="connsiteX3" fmla="*/ 0 w 62007"/>
                          <a:gd name="connsiteY3" fmla="*/ 0 h 41814"/>
                          <a:gd name="connsiteX4" fmla="*/ 16002 w 62007"/>
                          <a:gd name="connsiteY4" fmla="*/ 5239 h 41814"/>
                          <a:gd name="connsiteX5" fmla="*/ 32575 w 62007"/>
                          <a:gd name="connsiteY5" fmla="*/ 15430 h 41814"/>
                          <a:gd name="connsiteX6" fmla="*/ 62007 w 62007"/>
                          <a:gd name="connsiteY6" fmla="*/ 41815 h 41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2007" h="41814">
                            <a:moveTo>
                              <a:pt x="62007" y="41815"/>
                            </a:moveTo>
                            <a:cubicBezTo>
                              <a:pt x="53911" y="30289"/>
                              <a:pt x="44196" y="20955"/>
                              <a:pt x="32861" y="13906"/>
                            </a:cubicBezTo>
                            <a:cubicBezTo>
                              <a:pt x="27337" y="10382"/>
                              <a:pt x="22003" y="7239"/>
                              <a:pt x="16383" y="5048"/>
                            </a:cubicBezTo>
                            <a:cubicBezTo>
                              <a:pt x="10668" y="2857"/>
                              <a:pt x="5143" y="1238"/>
                              <a:pt x="0" y="0"/>
                            </a:cubicBezTo>
                            <a:cubicBezTo>
                              <a:pt x="4857" y="953"/>
                              <a:pt x="10287" y="2762"/>
                              <a:pt x="16002" y="5239"/>
                            </a:cubicBezTo>
                            <a:cubicBezTo>
                              <a:pt x="21621" y="7811"/>
                              <a:pt x="26955" y="11525"/>
                              <a:pt x="32575" y="15430"/>
                            </a:cubicBezTo>
                            <a:cubicBezTo>
                              <a:pt x="44100" y="23241"/>
                              <a:pt x="53625" y="32956"/>
                              <a:pt x="62007" y="4181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45" name="Forme libre : forme 10144">
                        <a:extLst>
                          <a:ext uri="{FF2B5EF4-FFF2-40B4-BE49-F238E27FC236}">
                            <a16:creationId xmlns:a16="http://schemas.microsoft.com/office/drawing/2014/main" id="{A446A918-E793-4686-B513-9E584EA7DB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73660" y="2763182"/>
                        <a:ext cx="15074" cy="32709"/>
                      </a:xfrm>
                      <a:custGeom>
                        <a:avLst/>
                        <a:gdLst>
                          <a:gd name="connsiteX0" fmla="*/ 13258 w 15074"/>
                          <a:gd name="connsiteY0" fmla="*/ 32691 h 32709"/>
                          <a:gd name="connsiteX1" fmla="*/ 2971 w 15074"/>
                          <a:gd name="connsiteY1" fmla="*/ 14975 h 32709"/>
                          <a:gd name="connsiteX2" fmla="*/ 2018 w 15074"/>
                          <a:gd name="connsiteY2" fmla="*/ 21 h 32709"/>
                          <a:gd name="connsiteX3" fmla="*/ 11924 w 15074"/>
                          <a:gd name="connsiteY3" fmla="*/ 16689 h 32709"/>
                          <a:gd name="connsiteX4" fmla="*/ 13258 w 15074"/>
                          <a:gd name="connsiteY4" fmla="*/ 32691 h 327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074" h="32709">
                            <a:moveTo>
                              <a:pt x="13258" y="32691"/>
                            </a:moveTo>
                            <a:cubicBezTo>
                              <a:pt x="9162" y="32120"/>
                              <a:pt x="4495" y="18975"/>
                              <a:pt x="2971" y="14975"/>
                            </a:cubicBezTo>
                            <a:cubicBezTo>
                              <a:pt x="1542" y="10974"/>
                              <a:pt x="-2363" y="-551"/>
                              <a:pt x="2018" y="21"/>
                            </a:cubicBezTo>
                            <a:cubicBezTo>
                              <a:pt x="6495" y="592"/>
                              <a:pt x="10686" y="12879"/>
                              <a:pt x="11924" y="16689"/>
                            </a:cubicBezTo>
                            <a:cubicBezTo>
                              <a:pt x="13258" y="20499"/>
                              <a:pt x="17449" y="33263"/>
                              <a:pt x="13258" y="3269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46" name="Forme libre : forme 10145">
                        <a:extLst>
                          <a:ext uri="{FF2B5EF4-FFF2-40B4-BE49-F238E27FC236}">
                            <a16:creationId xmlns:a16="http://schemas.microsoft.com/office/drawing/2014/main" id="{EDBC340B-673B-4BAA-8510-4A2191FA35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85404" y="2791230"/>
                        <a:ext cx="5061" cy="9281"/>
                      </a:xfrm>
                      <a:custGeom>
                        <a:avLst/>
                        <a:gdLst>
                          <a:gd name="connsiteX0" fmla="*/ 4657 w 5061"/>
                          <a:gd name="connsiteY0" fmla="*/ 9120 h 9281"/>
                          <a:gd name="connsiteX1" fmla="*/ 1227 w 5061"/>
                          <a:gd name="connsiteY1" fmla="*/ 5691 h 9281"/>
                          <a:gd name="connsiteX2" fmla="*/ 466 w 5061"/>
                          <a:gd name="connsiteY2" fmla="*/ 166 h 9281"/>
                          <a:gd name="connsiteX3" fmla="*/ 3799 w 5061"/>
                          <a:gd name="connsiteY3" fmla="*/ 3405 h 9281"/>
                          <a:gd name="connsiteX4" fmla="*/ 4657 w 5061"/>
                          <a:gd name="connsiteY4" fmla="*/ 9120 h 92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61" h="9281">
                            <a:moveTo>
                              <a:pt x="4657" y="9120"/>
                            </a:moveTo>
                            <a:cubicBezTo>
                              <a:pt x="3514" y="9977"/>
                              <a:pt x="1894" y="7215"/>
                              <a:pt x="1227" y="5691"/>
                            </a:cubicBezTo>
                            <a:cubicBezTo>
                              <a:pt x="561" y="4167"/>
                              <a:pt x="-677" y="1023"/>
                              <a:pt x="466" y="166"/>
                            </a:cubicBezTo>
                            <a:cubicBezTo>
                              <a:pt x="1609" y="-691"/>
                              <a:pt x="3132" y="1976"/>
                              <a:pt x="3799" y="3405"/>
                            </a:cubicBezTo>
                            <a:cubicBezTo>
                              <a:pt x="4466" y="5024"/>
                              <a:pt x="5704" y="8263"/>
                              <a:pt x="4657" y="912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47" name="Forme libre : forme 10146">
                        <a:extLst>
                          <a:ext uri="{FF2B5EF4-FFF2-40B4-BE49-F238E27FC236}">
                            <a16:creationId xmlns:a16="http://schemas.microsoft.com/office/drawing/2014/main" id="{94C7DC79-D5A6-4CE6-B851-265F5C56FB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91235" y="2753270"/>
                        <a:ext cx="23934" cy="89789"/>
                      </a:xfrm>
                      <a:custGeom>
                        <a:avLst/>
                        <a:gdLst>
                          <a:gd name="connsiteX0" fmla="*/ 21590 w 23934"/>
                          <a:gd name="connsiteY0" fmla="*/ 63367 h 89789"/>
                          <a:gd name="connsiteX1" fmla="*/ 16162 w 23934"/>
                          <a:gd name="connsiteY1" fmla="*/ 88514 h 89789"/>
                          <a:gd name="connsiteX2" fmla="*/ 8541 w 23934"/>
                          <a:gd name="connsiteY2" fmla="*/ 85180 h 89789"/>
                          <a:gd name="connsiteX3" fmla="*/ 7684 w 23934"/>
                          <a:gd name="connsiteY3" fmla="*/ 74416 h 89789"/>
                          <a:gd name="connsiteX4" fmla="*/ 7303 w 23934"/>
                          <a:gd name="connsiteY4" fmla="*/ 41174 h 89789"/>
                          <a:gd name="connsiteX5" fmla="*/ 3588 w 23934"/>
                          <a:gd name="connsiteY5" fmla="*/ 122 h 89789"/>
                          <a:gd name="connsiteX6" fmla="*/ 23686 w 23934"/>
                          <a:gd name="connsiteY6" fmla="*/ 40507 h 89789"/>
                          <a:gd name="connsiteX7" fmla="*/ 21590 w 23934"/>
                          <a:gd name="connsiteY7" fmla="*/ 63367 h 89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934" h="89789">
                            <a:moveTo>
                              <a:pt x="21590" y="63367"/>
                            </a:moveTo>
                            <a:cubicBezTo>
                              <a:pt x="20924" y="73655"/>
                              <a:pt x="20353" y="80989"/>
                              <a:pt x="16162" y="88514"/>
                            </a:cubicBezTo>
                            <a:cubicBezTo>
                              <a:pt x="14637" y="91276"/>
                              <a:pt x="10351" y="89275"/>
                              <a:pt x="8541" y="85180"/>
                            </a:cubicBezTo>
                            <a:cubicBezTo>
                              <a:pt x="6731" y="81084"/>
                              <a:pt x="7208" y="77846"/>
                              <a:pt x="7684" y="74416"/>
                            </a:cubicBezTo>
                            <a:cubicBezTo>
                              <a:pt x="9018" y="63749"/>
                              <a:pt x="8541" y="53081"/>
                              <a:pt x="7303" y="41174"/>
                            </a:cubicBezTo>
                            <a:cubicBezTo>
                              <a:pt x="6922" y="33745"/>
                              <a:pt x="-6127" y="-2355"/>
                              <a:pt x="3588" y="122"/>
                            </a:cubicBezTo>
                            <a:cubicBezTo>
                              <a:pt x="13780" y="2693"/>
                              <a:pt x="22734" y="30601"/>
                              <a:pt x="23686" y="40507"/>
                            </a:cubicBezTo>
                            <a:cubicBezTo>
                              <a:pt x="24734" y="50509"/>
                              <a:pt x="22162" y="55652"/>
                              <a:pt x="21590" y="6336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084" name="Graphique 1">
                      <a:extLst>
                        <a:ext uri="{FF2B5EF4-FFF2-40B4-BE49-F238E27FC236}">
                          <a16:creationId xmlns:a16="http://schemas.microsoft.com/office/drawing/2014/main" id="{275CA8D5-EB8B-4BBA-8AF5-67E3D8B3FB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92237" y="2850827"/>
                      <a:ext cx="131391" cy="165502"/>
                      <a:chOff x="5792237" y="2850827"/>
                      <a:chExt cx="131391" cy="165502"/>
                    </a:xfrm>
                    <a:solidFill>
                      <a:schemeClr val="accent1"/>
                    </a:solidFill>
                  </p:grpSpPr>
                  <p:sp>
                    <p:nvSpPr>
                      <p:cNvPr id="10124" name="Forme libre : forme 10123">
                        <a:extLst>
                          <a:ext uri="{FF2B5EF4-FFF2-40B4-BE49-F238E27FC236}">
                            <a16:creationId xmlns:a16="http://schemas.microsoft.com/office/drawing/2014/main" id="{89163A52-A04A-4FAE-B0B0-6C549A6302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92237" y="2850827"/>
                        <a:ext cx="131391" cy="165502"/>
                      </a:xfrm>
                      <a:custGeom>
                        <a:avLst/>
                        <a:gdLst>
                          <a:gd name="connsiteX0" fmla="*/ 61641 w 131391"/>
                          <a:gd name="connsiteY0" fmla="*/ 160026 h 165502"/>
                          <a:gd name="connsiteX1" fmla="*/ 40496 w 131391"/>
                          <a:gd name="connsiteY1" fmla="*/ 143071 h 165502"/>
                          <a:gd name="connsiteX2" fmla="*/ 30018 w 131391"/>
                          <a:gd name="connsiteY2" fmla="*/ 128688 h 165502"/>
                          <a:gd name="connsiteX3" fmla="*/ 25065 w 131391"/>
                          <a:gd name="connsiteY3" fmla="*/ 120592 h 165502"/>
                          <a:gd name="connsiteX4" fmla="*/ 22875 w 131391"/>
                          <a:gd name="connsiteY4" fmla="*/ 116687 h 165502"/>
                          <a:gd name="connsiteX5" fmla="*/ 21541 w 131391"/>
                          <a:gd name="connsiteY5" fmla="*/ 114210 h 165502"/>
                          <a:gd name="connsiteX6" fmla="*/ 6301 w 131391"/>
                          <a:gd name="connsiteY6" fmla="*/ 79635 h 165502"/>
                          <a:gd name="connsiteX7" fmla="*/ 9063 w 131391"/>
                          <a:gd name="connsiteY7" fmla="*/ 8483 h 165502"/>
                          <a:gd name="connsiteX8" fmla="*/ 29447 w 131391"/>
                          <a:gd name="connsiteY8" fmla="*/ 1529 h 165502"/>
                          <a:gd name="connsiteX9" fmla="*/ 76500 w 131391"/>
                          <a:gd name="connsiteY9" fmla="*/ 52107 h 165502"/>
                          <a:gd name="connsiteX10" fmla="*/ 89073 w 131391"/>
                          <a:gd name="connsiteY10" fmla="*/ 77825 h 165502"/>
                          <a:gd name="connsiteX11" fmla="*/ 90693 w 131391"/>
                          <a:gd name="connsiteY11" fmla="*/ 80873 h 165502"/>
                          <a:gd name="connsiteX12" fmla="*/ 90788 w 131391"/>
                          <a:gd name="connsiteY12" fmla="*/ 81063 h 165502"/>
                          <a:gd name="connsiteX13" fmla="*/ 90788 w 131391"/>
                          <a:gd name="connsiteY13" fmla="*/ 81063 h 165502"/>
                          <a:gd name="connsiteX14" fmla="*/ 90693 w 131391"/>
                          <a:gd name="connsiteY14" fmla="*/ 81349 h 165502"/>
                          <a:gd name="connsiteX15" fmla="*/ 93645 w 131391"/>
                          <a:gd name="connsiteY15" fmla="*/ 90017 h 165502"/>
                          <a:gd name="connsiteX16" fmla="*/ 112219 w 131391"/>
                          <a:gd name="connsiteY16" fmla="*/ 96208 h 165502"/>
                          <a:gd name="connsiteX17" fmla="*/ 130792 w 131391"/>
                          <a:gd name="connsiteY17" fmla="*/ 106209 h 165502"/>
                          <a:gd name="connsiteX18" fmla="*/ 129745 w 131391"/>
                          <a:gd name="connsiteY18" fmla="*/ 125069 h 165502"/>
                          <a:gd name="connsiteX19" fmla="*/ 125745 w 131391"/>
                          <a:gd name="connsiteY19" fmla="*/ 136308 h 165502"/>
                          <a:gd name="connsiteX20" fmla="*/ 118982 w 131391"/>
                          <a:gd name="connsiteY20" fmla="*/ 147452 h 165502"/>
                          <a:gd name="connsiteX21" fmla="*/ 95931 w 131391"/>
                          <a:gd name="connsiteY21" fmla="*/ 163835 h 165502"/>
                          <a:gd name="connsiteX22" fmla="*/ 61641 w 131391"/>
                          <a:gd name="connsiteY22" fmla="*/ 160026 h 16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31391" h="165502">
                            <a:moveTo>
                              <a:pt x="61641" y="160026"/>
                            </a:moveTo>
                            <a:cubicBezTo>
                              <a:pt x="55355" y="157168"/>
                              <a:pt x="47925" y="151167"/>
                              <a:pt x="40496" y="143071"/>
                            </a:cubicBezTo>
                            <a:cubicBezTo>
                              <a:pt x="37067" y="138594"/>
                              <a:pt x="33161" y="134118"/>
                              <a:pt x="30018" y="128688"/>
                            </a:cubicBezTo>
                            <a:cubicBezTo>
                              <a:pt x="28399" y="126021"/>
                              <a:pt x="26684" y="123354"/>
                              <a:pt x="25065" y="120592"/>
                            </a:cubicBezTo>
                            <a:cubicBezTo>
                              <a:pt x="24208" y="119163"/>
                              <a:pt x="23541" y="117925"/>
                              <a:pt x="22875" y="116687"/>
                            </a:cubicBezTo>
                            <a:lnTo>
                              <a:pt x="21541" y="114210"/>
                            </a:lnTo>
                            <a:cubicBezTo>
                              <a:pt x="14493" y="100780"/>
                              <a:pt x="9254" y="88017"/>
                              <a:pt x="6301" y="79635"/>
                            </a:cubicBezTo>
                            <a:cubicBezTo>
                              <a:pt x="-4557" y="48393"/>
                              <a:pt x="110" y="29628"/>
                              <a:pt x="9063" y="8483"/>
                            </a:cubicBezTo>
                            <a:cubicBezTo>
                              <a:pt x="12207" y="1149"/>
                              <a:pt x="22589" y="-2185"/>
                              <a:pt x="29447" y="1529"/>
                            </a:cubicBezTo>
                            <a:cubicBezTo>
                              <a:pt x="49354" y="12293"/>
                              <a:pt x="64308" y="26771"/>
                              <a:pt x="76500" y="52107"/>
                            </a:cubicBezTo>
                            <a:cubicBezTo>
                              <a:pt x="79834" y="58775"/>
                              <a:pt x="84406" y="68967"/>
                              <a:pt x="89073" y="77825"/>
                            </a:cubicBezTo>
                            <a:lnTo>
                              <a:pt x="90693" y="80873"/>
                            </a:lnTo>
                            <a:cubicBezTo>
                              <a:pt x="90883" y="81349"/>
                              <a:pt x="90788" y="80968"/>
                              <a:pt x="90788" y="81063"/>
                            </a:cubicBezTo>
                            <a:lnTo>
                              <a:pt x="90788" y="81063"/>
                            </a:lnTo>
                            <a:cubicBezTo>
                              <a:pt x="90788" y="81063"/>
                              <a:pt x="90693" y="81159"/>
                              <a:pt x="90693" y="81349"/>
                            </a:cubicBezTo>
                            <a:cubicBezTo>
                              <a:pt x="90311" y="81635"/>
                              <a:pt x="90311" y="86397"/>
                              <a:pt x="93645" y="90017"/>
                            </a:cubicBezTo>
                            <a:cubicBezTo>
                              <a:pt x="96884" y="93636"/>
                              <a:pt x="102504" y="96970"/>
                              <a:pt x="112219" y="96208"/>
                            </a:cubicBezTo>
                            <a:cubicBezTo>
                              <a:pt x="119268" y="95160"/>
                              <a:pt x="129364" y="98685"/>
                              <a:pt x="130792" y="106209"/>
                            </a:cubicBezTo>
                            <a:cubicBezTo>
                              <a:pt x="131935" y="111353"/>
                              <a:pt x="131364" y="118020"/>
                              <a:pt x="129745" y="125069"/>
                            </a:cubicBezTo>
                            <a:cubicBezTo>
                              <a:pt x="128697" y="128593"/>
                              <a:pt x="127459" y="132403"/>
                              <a:pt x="125745" y="136308"/>
                            </a:cubicBezTo>
                            <a:cubicBezTo>
                              <a:pt x="123839" y="139833"/>
                              <a:pt x="121649" y="143833"/>
                              <a:pt x="118982" y="147452"/>
                            </a:cubicBezTo>
                            <a:cubicBezTo>
                              <a:pt x="113457" y="154692"/>
                              <a:pt x="105932" y="160597"/>
                              <a:pt x="95931" y="163835"/>
                            </a:cubicBezTo>
                            <a:cubicBezTo>
                              <a:pt x="85644" y="166598"/>
                              <a:pt x="73071" y="166312"/>
                              <a:pt x="61641" y="16002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25" name="Forme libre : forme 10124">
                        <a:extLst>
                          <a:ext uri="{FF2B5EF4-FFF2-40B4-BE49-F238E27FC236}">
                            <a16:creationId xmlns:a16="http://schemas.microsoft.com/office/drawing/2014/main" id="{DA19F1B4-2698-4DF7-AEAE-39FB378C84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92396" y="2852356"/>
                        <a:ext cx="131051" cy="163713"/>
                      </a:xfrm>
                      <a:custGeom>
                        <a:avLst/>
                        <a:gdLst>
                          <a:gd name="connsiteX0" fmla="*/ 35194 w 131051"/>
                          <a:gd name="connsiteY0" fmla="*/ 77438 h 163713"/>
                          <a:gd name="connsiteX1" fmla="*/ 15763 w 131051"/>
                          <a:gd name="connsiteY1" fmla="*/ 0 h 163713"/>
                          <a:gd name="connsiteX2" fmla="*/ 9000 w 131051"/>
                          <a:gd name="connsiteY2" fmla="*/ 6763 h 163713"/>
                          <a:gd name="connsiteX3" fmla="*/ 4809 w 131051"/>
                          <a:gd name="connsiteY3" fmla="*/ 17526 h 163713"/>
                          <a:gd name="connsiteX4" fmla="*/ 237 w 131051"/>
                          <a:gd name="connsiteY4" fmla="*/ 50768 h 163713"/>
                          <a:gd name="connsiteX5" fmla="*/ 6333 w 131051"/>
                          <a:gd name="connsiteY5" fmla="*/ 77819 h 163713"/>
                          <a:gd name="connsiteX6" fmla="*/ 10524 w 131051"/>
                          <a:gd name="connsiteY6" fmla="*/ 88773 h 163713"/>
                          <a:gd name="connsiteX7" fmla="*/ 16239 w 131051"/>
                          <a:gd name="connsiteY7" fmla="*/ 101727 h 163713"/>
                          <a:gd name="connsiteX8" fmla="*/ 23764 w 131051"/>
                          <a:gd name="connsiteY8" fmla="*/ 116491 h 163713"/>
                          <a:gd name="connsiteX9" fmla="*/ 54053 w 131051"/>
                          <a:gd name="connsiteY9" fmla="*/ 153638 h 163713"/>
                          <a:gd name="connsiteX10" fmla="*/ 61578 w 131051"/>
                          <a:gd name="connsiteY10" fmla="*/ 158210 h 163713"/>
                          <a:gd name="connsiteX11" fmla="*/ 106821 w 131051"/>
                          <a:gd name="connsiteY11" fmla="*/ 156686 h 163713"/>
                          <a:gd name="connsiteX12" fmla="*/ 130729 w 131051"/>
                          <a:gd name="connsiteY12" fmla="*/ 115824 h 163713"/>
                          <a:gd name="connsiteX13" fmla="*/ 130444 w 131051"/>
                          <a:gd name="connsiteY13" fmla="*/ 104489 h 163713"/>
                          <a:gd name="connsiteX14" fmla="*/ 130349 w 131051"/>
                          <a:gd name="connsiteY14" fmla="*/ 104108 h 163713"/>
                          <a:gd name="connsiteX15" fmla="*/ 106631 w 131051"/>
                          <a:gd name="connsiteY15" fmla="*/ 130588 h 163713"/>
                          <a:gd name="connsiteX16" fmla="*/ 90629 w 131051"/>
                          <a:gd name="connsiteY16" fmla="*/ 137351 h 163713"/>
                          <a:gd name="connsiteX17" fmla="*/ 73865 w 131051"/>
                          <a:gd name="connsiteY17" fmla="*/ 132588 h 163713"/>
                          <a:gd name="connsiteX18" fmla="*/ 50338 w 131051"/>
                          <a:gd name="connsiteY18" fmla="*/ 105061 h 163713"/>
                          <a:gd name="connsiteX19" fmla="*/ 35194 w 131051"/>
                          <a:gd name="connsiteY19" fmla="*/ 77438 h 163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31051" h="163713">
                            <a:moveTo>
                              <a:pt x="35194" y="77438"/>
                            </a:moveTo>
                            <a:cubicBezTo>
                              <a:pt x="22525" y="52292"/>
                              <a:pt x="13096" y="24003"/>
                              <a:pt x="15763" y="0"/>
                            </a:cubicBezTo>
                            <a:cubicBezTo>
                              <a:pt x="12810" y="1429"/>
                              <a:pt x="10238" y="3715"/>
                              <a:pt x="9000" y="6763"/>
                            </a:cubicBezTo>
                            <a:cubicBezTo>
                              <a:pt x="7476" y="10382"/>
                              <a:pt x="6047" y="14002"/>
                              <a:pt x="4809" y="17526"/>
                            </a:cubicBezTo>
                            <a:cubicBezTo>
                              <a:pt x="1285" y="27908"/>
                              <a:pt x="-716" y="38386"/>
                              <a:pt x="237" y="50768"/>
                            </a:cubicBezTo>
                            <a:cubicBezTo>
                              <a:pt x="904" y="58865"/>
                              <a:pt x="2618" y="67628"/>
                              <a:pt x="6333" y="77819"/>
                            </a:cubicBezTo>
                            <a:cubicBezTo>
                              <a:pt x="7380" y="80867"/>
                              <a:pt x="8809" y="84582"/>
                              <a:pt x="10524" y="88773"/>
                            </a:cubicBezTo>
                            <a:cubicBezTo>
                              <a:pt x="12143" y="92774"/>
                              <a:pt x="14143" y="97155"/>
                              <a:pt x="16239" y="101727"/>
                            </a:cubicBezTo>
                            <a:cubicBezTo>
                              <a:pt x="18525" y="106585"/>
                              <a:pt x="20620" y="110585"/>
                              <a:pt x="23764" y="116491"/>
                            </a:cubicBezTo>
                            <a:cubicBezTo>
                              <a:pt x="32622" y="132683"/>
                              <a:pt x="43861" y="146590"/>
                              <a:pt x="54053" y="153638"/>
                            </a:cubicBezTo>
                            <a:cubicBezTo>
                              <a:pt x="56625" y="155734"/>
                              <a:pt x="59292" y="156877"/>
                              <a:pt x="61578" y="158210"/>
                            </a:cubicBezTo>
                            <a:cubicBezTo>
                              <a:pt x="77866" y="166878"/>
                              <a:pt x="95963" y="164497"/>
                              <a:pt x="106821" y="156686"/>
                            </a:cubicBezTo>
                            <a:cubicBezTo>
                              <a:pt x="122252" y="146209"/>
                              <a:pt x="129110" y="128016"/>
                              <a:pt x="130729" y="115824"/>
                            </a:cubicBezTo>
                            <a:cubicBezTo>
                              <a:pt x="131111" y="111728"/>
                              <a:pt x="131301" y="107728"/>
                              <a:pt x="130444" y="104489"/>
                            </a:cubicBezTo>
                            <a:lnTo>
                              <a:pt x="130349" y="104108"/>
                            </a:lnTo>
                            <a:cubicBezTo>
                              <a:pt x="123967" y="112871"/>
                              <a:pt x="115870" y="123349"/>
                              <a:pt x="106631" y="130588"/>
                            </a:cubicBezTo>
                            <a:cubicBezTo>
                              <a:pt x="101869" y="133921"/>
                              <a:pt x="96630" y="137065"/>
                              <a:pt x="90629" y="137351"/>
                            </a:cubicBezTo>
                            <a:cubicBezTo>
                              <a:pt x="84629" y="137827"/>
                              <a:pt x="78628" y="135922"/>
                              <a:pt x="73865" y="132588"/>
                            </a:cubicBezTo>
                            <a:cubicBezTo>
                              <a:pt x="64054" y="126016"/>
                              <a:pt x="56720" y="115824"/>
                              <a:pt x="50338" y="105061"/>
                            </a:cubicBezTo>
                            <a:cubicBezTo>
                              <a:pt x="44052" y="95060"/>
                              <a:pt x="39861" y="86582"/>
                              <a:pt x="35194" y="7743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26" name="Forme libre : forme 10125">
                        <a:extLst>
                          <a:ext uri="{FF2B5EF4-FFF2-40B4-BE49-F238E27FC236}">
                            <a16:creationId xmlns:a16="http://schemas.microsoft.com/office/drawing/2014/main" id="{9FB7798B-60D0-4AEF-8240-6F1FB9F386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28963" y="2917323"/>
                        <a:ext cx="62941" cy="73576"/>
                      </a:xfrm>
                      <a:custGeom>
                        <a:avLst/>
                        <a:gdLst>
                          <a:gd name="connsiteX0" fmla="*/ 62825 w 62941"/>
                          <a:gd name="connsiteY0" fmla="*/ 61620 h 73576"/>
                          <a:gd name="connsiteX1" fmla="*/ 58158 w 62941"/>
                          <a:gd name="connsiteY1" fmla="*/ 70288 h 73576"/>
                          <a:gd name="connsiteX2" fmla="*/ 41965 w 62941"/>
                          <a:gd name="connsiteY2" fmla="*/ 72860 h 73576"/>
                          <a:gd name="connsiteX3" fmla="*/ 14152 w 62941"/>
                          <a:gd name="connsiteY3" fmla="*/ 50190 h 73576"/>
                          <a:gd name="connsiteX4" fmla="*/ 10342 w 62941"/>
                          <a:gd name="connsiteY4" fmla="*/ 43809 h 73576"/>
                          <a:gd name="connsiteX5" fmla="*/ 6627 w 62941"/>
                          <a:gd name="connsiteY5" fmla="*/ 36284 h 73576"/>
                          <a:gd name="connsiteX6" fmla="*/ 1579 w 62941"/>
                          <a:gd name="connsiteY6" fmla="*/ 21520 h 73576"/>
                          <a:gd name="connsiteX7" fmla="*/ 4151 w 62941"/>
                          <a:gd name="connsiteY7" fmla="*/ 470 h 73576"/>
                          <a:gd name="connsiteX8" fmla="*/ 20439 w 62941"/>
                          <a:gd name="connsiteY8" fmla="*/ 12567 h 73576"/>
                          <a:gd name="connsiteX9" fmla="*/ 28059 w 62941"/>
                          <a:gd name="connsiteY9" fmla="*/ 24854 h 73576"/>
                          <a:gd name="connsiteX10" fmla="*/ 32631 w 62941"/>
                          <a:gd name="connsiteY10" fmla="*/ 32855 h 73576"/>
                          <a:gd name="connsiteX11" fmla="*/ 45585 w 62941"/>
                          <a:gd name="connsiteY11" fmla="*/ 50667 h 73576"/>
                          <a:gd name="connsiteX12" fmla="*/ 56348 w 62941"/>
                          <a:gd name="connsiteY12" fmla="*/ 56477 h 73576"/>
                          <a:gd name="connsiteX13" fmla="*/ 62825 w 62941"/>
                          <a:gd name="connsiteY13" fmla="*/ 61620 h 735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62941" h="73576">
                            <a:moveTo>
                              <a:pt x="62825" y="61620"/>
                            </a:moveTo>
                            <a:cubicBezTo>
                              <a:pt x="63397" y="64002"/>
                              <a:pt x="61872" y="67430"/>
                              <a:pt x="58158" y="70288"/>
                            </a:cubicBezTo>
                            <a:cubicBezTo>
                              <a:pt x="54443" y="73241"/>
                              <a:pt x="48156" y="74479"/>
                              <a:pt x="41965" y="72860"/>
                            </a:cubicBezTo>
                            <a:cubicBezTo>
                              <a:pt x="29488" y="70002"/>
                              <a:pt x="18629" y="57334"/>
                              <a:pt x="14152" y="50190"/>
                            </a:cubicBezTo>
                            <a:cubicBezTo>
                              <a:pt x="13009" y="48476"/>
                              <a:pt x="11771" y="46190"/>
                              <a:pt x="10342" y="43809"/>
                            </a:cubicBezTo>
                            <a:cubicBezTo>
                              <a:pt x="8913" y="41332"/>
                              <a:pt x="7485" y="38379"/>
                              <a:pt x="6627" y="36284"/>
                            </a:cubicBezTo>
                            <a:cubicBezTo>
                              <a:pt x="4532" y="31617"/>
                              <a:pt x="2818" y="26473"/>
                              <a:pt x="1579" y="21520"/>
                            </a:cubicBezTo>
                            <a:cubicBezTo>
                              <a:pt x="-802" y="11614"/>
                              <a:pt x="-897" y="2756"/>
                              <a:pt x="4151" y="470"/>
                            </a:cubicBezTo>
                            <a:cubicBezTo>
                              <a:pt x="9199" y="-1816"/>
                              <a:pt x="15009" y="4566"/>
                              <a:pt x="20439" y="12567"/>
                            </a:cubicBezTo>
                            <a:cubicBezTo>
                              <a:pt x="23106" y="16567"/>
                              <a:pt x="25677" y="20949"/>
                              <a:pt x="28059" y="24854"/>
                            </a:cubicBezTo>
                            <a:cubicBezTo>
                              <a:pt x="29868" y="28092"/>
                              <a:pt x="31583" y="30950"/>
                              <a:pt x="32631" y="32855"/>
                            </a:cubicBezTo>
                            <a:cubicBezTo>
                              <a:pt x="34726" y="36379"/>
                              <a:pt x="38822" y="44380"/>
                              <a:pt x="45585" y="50667"/>
                            </a:cubicBezTo>
                            <a:cubicBezTo>
                              <a:pt x="48918" y="53810"/>
                              <a:pt x="53205" y="55524"/>
                              <a:pt x="56348" y="56477"/>
                            </a:cubicBezTo>
                            <a:cubicBezTo>
                              <a:pt x="59682" y="57810"/>
                              <a:pt x="62063" y="58858"/>
                              <a:pt x="62825" y="6162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27" name="Forme libre : forme 10126">
                        <a:extLst>
                          <a:ext uri="{FF2B5EF4-FFF2-40B4-BE49-F238E27FC236}">
                            <a16:creationId xmlns:a16="http://schemas.microsoft.com/office/drawing/2014/main" id="{96AF038E-2A27-495F-8530-64F29CB271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29233" y="2916596"/>
                        <a:ext cx="32265" cy="69205"/>
                      </a:xfrm>
                      <a:custGeom>
                        <a:avLst/>
                        <a:gdLst>
                          <a:gd name="connsiteX0" fmla="*/ 20930 w 32265"/>
                          <a:gd name="connsiteY0" fmla="*/ 15103 h 69205"/>
                          <a:gd name="connsiteX1" fmla="*/ 3690 w 32265"/>
                          <a:gd name="connsiteY1" fmla="*/ 911 h 69205"/>
                          <a:gd name="connsiteX2" fmla="*/ 1404 w 32265"/>
                          <a:gd name="connsiteY2" fmla="*/ 22342 h 69205"/>
                          <a:gd name="connsiteX3" fmla="*/ 6167 w 32265"/>
                          <a:gd name="connsiteY3" fmla="*/ 36535 h 69205"/>
                          <a:gd name="connsiteX4" fmla="*/ 9881 w 32265"/>
                          <a:gd name="connsiteY4" fmla="*/ 44154 h 69205"/>
                          <a:gd name="connsiteX5" fmla="*/ 14263 w 32265"/>
                          <a:gd name="connsiteY5" fmla="*/ 51584 h 69205"/>
                          <a:gd name="connsiteX6" fmla="*/ 32265 w 32265"/>
                          <a:gd name="connsiteY6" fmla="*/ 69205 h 69205"/>
                          <a:gd name="connsiteX7" fmla="*/ 23026 w 32265"/>
                          <a:gd name="connsiteY7" fmla="*/ 59395 h 69205"/>
                          <a:gd name="connsiteX8" fmla="*/ 13882 w 32265"/>
                          <a:gd name="connsiteY8" fmla="*/ 31772 h 69205"/>
                          <a:gd name="connsiteX9" fmla="*/ 20930 w 32265"/>
                          <a:gd name="connsiteY9" fmla="*/ 15103 h 692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2265" h="69205">
                            <a:moveTo>
                              <a:pt x="20930" y="15103"/>
                            </a:moveTo>
                            <a:cubicBezTo>
                              <a:pt x="16739" y="10817"/>
                              <a:pt x="9214" y="-3756"/>
                              <a:pt x="3690" y="911"/>
                            </a:cubicBezTo>
                            <a:cubicBezTo>
                              <a:pt x="-692" y="4721"/>
                              <a:pt x="-787" y="13008"/>
                              <a:pt x="1404" y="22342"/>
                            </a:cubicBezTo>
                            <a:cubicBezTo>
                              <a:pt x="2452" y="27010"/>
                              <a:pt x="4166" y="31867"/>
                              <a:pt x="6167" y="36535"/>
                            </a:cubicBezTo>
                            <a:cubicBezTo>
                              <a:pt x="7119" y="38630"/>
                              <a:pt x="8262" y="41487"/>
                              <a:pt x="9881" y="44154"/>
                            </a:cubicBezTo>
                            <a:cubicBezTo>
                              <a:pt x="11405" y="46821"/>
                              <a:pt x="12739" y="49393"/>
                              <a:pt x="14263" y="51584"/>
                            </a:cubicBezTo>
                            <a:cubicBezTo>
                              <a:pt x="17502" y="57013"/>
                              <a:pt x="26741" y="66634"/>
                              <a:pt x="32265" y="69205"/>
                            </a:cubicBezTo>
                            <a:cubicBezTo>
                              <a:pt x="29312" y="67110"/>
                              <a:pt x="24835" y="62728"/>
                              <a:pt x="23026" y="59395"/>
                            </a:cubicBezTo>
                            <a:cubicBezTo>
                              <a:pt x="17692" y="50441"/>
                              <a:pt x="13787" y="39011"/>
                              <a:pt x="13882" y="31772"/>
                            </a:cubicBezTo>
                            <a:cubicBezTo>
                              <a:pt x="13787" y="24247"/>
                              <a:pt x="15692" y="18056"/>
                              <a:pt x="20930" y="15103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28" name="Forme libre : forme 10127">
                        <a:extLst>
                          <a:ext uri="{FF2B5EF4-FFF2-40B4-BE49-F238E27FC236}">
                            <a16:creationId xmlns:a16="http://schemas.microsoft.com/office/drawing/2014/main" id="{C9626A05-7103-4B2C-BEC4-6610794722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28359" y="2922962"/>
                        <a:ext cx="68290" cy="71400"/>
                      </a:xfrm>
                      <a:custGeom>
                        <a:avLst/>
                        <a:gdLst>
                          <a:gd name="connsiteX0" fmla="*/ 68287 w 68290"/>
                          <a:gd name="connsiteY0" fmla="*/ 55409 h 71400"/>
                          <a:gd name="connsiteX1" fmla="*/ 63048 w 68290"/>
                          <a:gd name="connsiteY1" fmla="*/ 65696 h 71400"/>
                          <a:gd name="connsiteX2" fmla="*/ 46760 w 68290"/>
                          <a:gd name="connsiteY2" fmla="*/ 71316 h 71400"/>
                          <a:gd name="connsiteX3" fmla="*/ 28567 w 68290"/>
                          <a:gd name="connsiteY3" fmla="*/ 64172 h 71400"/>
                          <a:gd name="connsiteX4" fmla="*/ 16185 w 68290"/>
                          <a:gd name="connsiteY4" fmla="*/ 51885 h 71400"/>
                          <a:gd name="connsiteX5" fmla="*/ 6946 w 68290"/>
                          <a:gd name="connsiteY5" fmla="*/ 36741 h 71400"/>
                          <a:gd name="connsiteX6" fmla="*/ 1516 w 68290"/>
                          <a:gd name="connsiteY6" fmla="*/ 21691 h 71400"/>
                          <a:gd name="connsiteX7" fmla="*/ 4183 w 68290"/>
                          <a:gd name="connsiteY7" fmla="*/ 641 h 71400"/>
                          <a:gd name="connsiteX8" fmla="*/ 20566 w 68290"/>
                          <a:gd name="connsiteY8" fmla="*/ 12642 h 71400"/>
                          <a:gd name="connsiteX9" fmla="*/ 33235 w 68290"/>
                          <a:gd name="connsiteY9" fmla="*/ 32550 h 71400"/>
                          <a:gd name="connsiteX10" fmla="*/ 50284 w 68290"/>
                          <a:gd name="connsiteY10" fmla="*/ 50075 h 71400"/>
                          <a:gd name="connsiteX11" fmla="*/ 62667 w 68290"/>
                          <a:gd name="connsiteY11" fmla="*/ 51885 h 71400"/>
                          <a:gd name="connsiteX12" fmla="*/ 68287 w 68290"/>
                          <a:gd name="connsiteY12" fmla="*/ 55409 h 714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68290" h="71400">
                            <a:moveTo>
                              <a:pt x="68287" y="55409"/>
                            </a:moveTo>
                            <a:cubicBezTo>
                              <a:pt x="68382" y="58267"/>
                              <a:pt x="66858" y="62267"/>
                              <a:pt x="63048" y="65696"/>
                            </a:cubicBezTo>
                            <a:cubicBezTo>
                              <a:pt x="59523" y="69507"/>
                              <a:pt x="53332" y="71888"/>
                              <a:pt x="46760" y="71316"/>
                            </a:cubicBezTo>
                            <a:cubicBezTo>
                              <a:pt x="40188" y="71030"/>
                              <a:pt x="33901" y="67887"/>
                              <a:pt x="28567" y="64172"/>
                            </a:cubicBezTo>
                            <a:cubicBezTo>
                              <a:pt x="23328" y="60267"/>
                              <a:pt x="19042" y="55600"/>
                              <a:pt x="16185" y="51885"/>
                            </a:cubicBezTo>
                            <a:cubicBezTo>
                              <a:pt x="13232" y="48266"/>
                              <a:pt x="9994" y="42836"/>
                              <a:pt x="6946" y="36741"/>
                            </a:cubicBezTo>
                            <a:cubicBezTo>
                              <a:pt x="4278" y="31121"/>
                              <a:pt x="2850" y="26739"/>
                              <a:pt x="1516" y="21691"/>
                            </a:cubicBezTo>
                            <a:cubicBezTo>
                              <a:pt x="-865" y="12071"/>
                              <a:pt x="-769" y="3403"/>
                              <a:pt x="4183" y="641"/>
                            </a:cubicBezTo>
                            <a:cubicBezTo>
                              <a:pt x="9136" y="-2122"/>
                              <a:pt x="15042" y="4451"/>
                              <a:pt x="20566" y="12642"/>
                            </a:cubicBezTo>
                            <a:cubicBezTo>
                              <a:pt x="25520" y="20453"/>
                              <a:pt x="30663" y="28644"/>
                              <a:pt x="33235" y="32550"/>
                            </a:cubicBezTo>
                            <a:cubicBezTo>
                              <a:pt x="35616" y="35788"/>
                              <a:pt x="40950" y="45599"/>
                              <a:pt x="50284" y="50075"/>
                            </a:cubicBezTo>
                            <a:cubicBezTo>
                              <a:pt x="54952" y="52266"/>
                              <a:pt x="59523" y="51790"/>
                              <a:pt x="62667" y="51885"/>
                            </a:cubicBezTo>
                            <a:cubicBezTo>
                              <a:pt x="65715" y="51695"/>
                              <a:pt x="68096" y="52552"/>
                              <a:pt x="68287" y="5540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29" name="Forme libre : forme 10128">
                        <a:extLst>
                          <a:ext uri="{FF2B5EF4-FFF2-40B4-BE49-F238E27FC236}">
                            <a16:creationId xmlns:a16="http://schemas.microsoft.com/office/drawing/2014/main" id="{0DD45622-2E9B-45C1-8DE1-3B9A8ED5FA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07119" y="2875152"/>
                        <a:ext cx="60949" cy="122603"/>
                      </a:xfrm>
                      <a:custGeom>
                        <a:avLst/>
                        <a:gdLst>
                          <a:gd name="connsiteX0" fmla="*/ 9231 w 60949"/>
                          <a:gd name="connsiteY0" fmla="*/ 2636 h 122603"/>
                          <a:gd name="connsiteX1" fmla="*/ 2087 w 60949"/>
                          <a:gd name="connsiteY1" fmla="*/ 18067 h 122603"/>
                          <a:gd name="connsiteX2" fmla="*/ 3420 w 60949"/>
                          <a:gd name="connsiteY2" fmla="*/ 64835 h 122603"/>
                          <a:gd name="connsiteX3" fmla="*/ 13707 w 60949"/>
                          <a:gd name="connsiteY3" fmla="*/ 88552 h 122603"/>
                          <a:gd name="connsiteX4" fmla="*/ 37329 w 60949"/>
                          <a:gd name="connsiteY4" fmla="*/ 116460 h 122603"/>
                          <a:gd name="connsiteX5" fmla="*/ 60761 w 60949"/>
                          <a:gd name="connsiteY5" fmla="*/ 116651 h 122603"/>
                          <a:gd name="connsiteX6" fmla="*/ 49140 w 60949"/>
                          <a:gd name="connsiteY6" fmla="*/ 100458 h 122603"/>
                          <a:gd name="connsiteX7" fmla="*/ 40663 w 60949"/>
                          <a:gd name="connsiteY7" fmla="*/ 77598 h 122603"/>
                          <a:gd name="connsiteX8" fmla="*/ 39139 w 60949"/>
                          <a:gd name="connsiteY8" fmla="*/ 56357 h 122603"/>
                          <a:gd name="connsiteX9" fmla="*/ 35900 w 60949"/>
                          <a:gd name="connsiteY9" fmla="*/ 15019 h 122603"/>
                          <a:gd name="connsiteX10" fmla="*/ 9231 w 60949"/>
                          <a:gd name="connsiteY10" fmla="*/ 2636 h 1226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0949" h="122603">
                            <a:moveTo>
                              <a:pt x="9231" y="2636"/>
                            </a:moveTo>
                            <a:cubicBezTo>
                              <a:pt x="4277" y="7208"/>
                              <a:pt x="3324" y="10066"/>
                              <a:pt x="2087" y="18067"/>
                            </a:cubicBezTo>
                            <a:cubicBezTo>
                              <a:pt x="-9" y="33307"/>
                              <a:pt x="-1819" y="46070"/>
                              <a:pt x="3420" y="64835"/>
                            </a:cubicBezTo>
                            <a:cubicBezTo>
                              <a:pt x="5706" y="72740"/>
                              <a:pt x="9040" y="80836"/>
                              <a:pt x="13707" y="88552"/>
                            </a:cubicBezTo>
                            <a:cubicBezTo>
                              <a:pt x="20375" y="99791"/>
                              <a:pt x="29042" y="111221"/>
                              <a:pt x="37329" y="116460"/>
                            </a:cubicBezTo>
                            <a:cubicBezTo>
                              <a:pt x="49807" y="125413"/>
                              <a:pt x="62666" y="123794"/>
                              <a:pt x="60761" y="116651"/>
                            </a:cubicBezTo>
                            <a:cubicBezTo>
                              <a:pt x="59808" y="112174"/>
                              <a:pt x="52664" y="107221"/>
                              <a:pt x="49140" y="100458"/>
                            </a:cubicBezTo>
                            <a:cubicBezTo>
                              <a:pt x="44949" y="92647"/>
                              <a:pt x="42282" y="84742"/>
                              <a:pt x="40663" y="77598"/>
                            </a:cubicBezTo>
                            <a:cubicBezTo>
                              <a:pt x="39234" y="70550"/>
                              <a:pt x="38662" y="63692"/>
                              <a:pt x="39139" y="56357"/>
                            </a:cubicBezTo>
                            <a:cubicBezTo>
                              <a:pt x="39805" y="43975"/>
                              <a:pt x="43616" y="29783"/>
                              <a:pt x="35900" y="15019"/>
                            </a:cubicBezTo>
                            <a:cubicBezTo>
                              <a:pt x="29137" y="1874"/>
                              <a:pt x="16184" y="-3746"/>
                              <a:pt x="9231" y="263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30" name="Forme libre : forme 10129">
                        <a:extLst>
                          <a:ext uri="{FF2B5EF4-FFF2-40B4-BE49-F238E27FC236}">
                            <a16:creationId xmlns:a16="http://schemas.microsoft.com/office/drawing/2014/main" id="{F7FF1E8B-BE3C-4D36-AEA7-63EAF414EC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3571" y="2894929"/>
                        <a:ext cx="23109" cy="32260"/>
                      </a:xfrm>
                      <a:custGeom>
                        <a:avLst/>
                        <a:gdLst>
                          <a:gd name="connsiteX0" fmla="*/ 5068 w 23109"/>
                          <a:gd name="connsiteY0" fmla="*/ 2385 h 32260"/>
                          <a:gd name="connsiteX1" fmla="*/ 1353 w 23109"/>
                          <a:gd name="connsiteY1" fmla="*/ 4 h 32260"/>
                          <a:gd name="connsiteX2" fmla="*/ 114 w 23109"/>
                          <a:gd name="connsiteY2" fmla="*/ 3528 h 32260"/>
                          <a:gd name="connsiteX3" fmla="*/ 2591 w 23109"/>
                          <a:gd name="connsiteY3" fmla="*/ 10005 h 32260"/>
                          <a:gd name="connsiteX4" fmla="*/ 11068 w 23109"/>
                          <a:gd name="connsiteY4" fmla="*/ 24769 h 32260"/>
                          <a:gd name="connsiteX5" fmla="*/ 14879 w 23109"/>
                          <a:gd name="connsiteY5" fmla="*/ 29627 h 32260"/>
                          <a:gd name="connsiteX6" fmla="*/ 21165 w 23109"/>
                          <a:gd name="connsiteY6" fmla="*/ 22959 h 32260"/>
                          <a:gd name="connsiteX7" fmla="*/ 5068 w 23109"/>
                          <a:gd name="connsiteY7" fmla="*/ 2385 h 322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109" h="32260">
                            <a:moveTo>
                              <a:pt x="5068" y="2385"/>
                            </a:moveTo>
                            <a:cubicBezTo>
                              <a:pt x="3734" y="1052"/>
                              <a:pt x="2686" y="99"/>
                              <a:pt x="1353" y="4"/>
                            </a:cubicBezTo>
                            <a:cubicBezTo>
                              <a:pt x="20" y="-91"/>
                              <a:pt x="-171" y="1623"/>
                              <a:pt x="114" y="3528"/>
                            </a:cubicBezTo>
                            <a:cubicBezTo>
                              <a:pt x="496" y="5433"/>
                              <a:pt x="1639" y="8005"/>
                              <a:pt x="2591" y="10005"/>
                            </a:cubicBezTo>
                            <a:cubicBezTo>
                              <a:pt x="5163" y="15053"/>
                              <a:pt x="8020" y="20292"/>
                              <a:pt x="11068" y="24769"/>
                            </a:cubicBezTo>
                            <a:cubicBezTo>
                              <a:pt x="12307" y="26579"/>
                              <a:pt x="13450" y="28388"/>
                              <a:pt x="14879" y="29627"/>
                            </a:cubicBezTo>
                            <a:cubicBezTo>
                              <a:pt x="20974" y="34770"/>
                              <a:pt x="26023" y="32294"/>
                              <a:pt x="21165" y="22959"/>
                            </a:cubicBezTo>
                            <a:cubicBezTo>
                              <a:pt x="17545" y="15625"/>
                              <a:pt x="10688" y="7719"/>
                              <a:pt x="5068" y="238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31" name="Forme libre : forme 10130">
                        <a:extLst>
                          <a:ext uri="{FF2B5EF4-FFF2-40B4-BE49-F238E27FC236}">
                            <a16:creationId xmlns:a16="http://schemas.microsoft.com/office/drawing/2014/main" id="{EF54F308-44D0-4DA5-B7AE-F1EC718B17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57974" y="2957702"/>
                        <a:ext cx="62067" cy="55539"/>
                      </a:xfrm>
                      <a:custGeom>
                        <a:avLst/>
                        <a:gdLst>
                          <a:gd name="connsiteX0" fmla="*/ 60960 w 62067"/>
                          <a:gd name="connsiteY0" fmla="*/ 0 h 55539"/>
                          <a:gd name="connsiteX1" fmla="*/ 60674 w 62067"/>
                          <a:gd name="connsiteY1" fmla="*/ 16193 h 55539"/>
                          <a:gd name="connsiteX2" fmla="*/ 49053 w 62067"/>
                          <a:gd name="connsiteY2" fmla="*/ 38386 h 55539"/>
                          <a:gd name="connsiteX3" fmla="*/ 26289 w 62067"/>
                          <a:gd name="connsiteY3" fmla="*/ 53816 h 55539"/>
                          <a:gd name="connsiteX4" fmla="*/ 0 w 62067"/>
                          <a:gd name="connsiteY4" fmla="*/ 53435 h 55539"/>
                          <a:gd name="connsiteX5" fmla="*/ 25908 w 62067"/>
                          <a:gd name="connsiteY5" fmla="*/ 53245 h 55539"/>
                          <a:gd name="connsiteX6" fmla="*/ 46291 w 62067"/>
                          <a:gd name="connsiteY6" fmla="*/ 38671 h 55539"/>
                          <a:gd name="connsiteX7" fmla="*/ 52959 w 62067"/>
                          <a:gd name="connsiteY7" fmla="*/ 28289 h 55539"/>
                          <a:gd name="connsiteX8" fmla="*/ 57435 w 62067"/>
                          <a:gd name="connsiteY8" fmla="*/ 17812 h 55539"/>
                          <a:gd name="connsiteX9" fmla="*/ 60960 w 62067"/>
                          <a:gd name="connsiteY9" fmla="*/ 0 h 555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2067" h="55539">
                            <a:moveTo>
                              <a:pt x="60960" y="0"/>
                            </a:moveTo>
                            <a:cubicBezTo>
                              <a:pt x="62389" y="3905"/>
                              <a:pt x="62579" y="9335"/>
                              <a:pt x="60674" y="16193"/>
                            </a:cubicBezTo>
                            <a:cubicBezTo>
                              <a:pt x="58769" y="23051"/>
                              <a:pt x="54959" y="31337"/>
                              <a:pt x="49053" y="38386"/>
                            </a:cubicBezTo>
                            <a:cubicBezTo>
                              <a:pt x="43243" y="45625"/>
                              <a:pt x="35433" y="51530"/>
                              <a:pt x="26289" y="53816"/>
                            </a:cubicBezTo>
                            <a:cubicBezTo>
                              <a:pt x="17145" y="56483"/>
                              <a:pt x="7525" y="55817"/>
                              <a:pt x="0" y="53435"/>
                            </a:cubicBezTo>
                            <a:cubicBezTo>
                              <a:pt x="8287" y="56007"/>
                              <a:pt x="17526" y="56007"/>
                              <a:pt x="25908" y="53245"/>
                            </a:cubicBezTo>
                            <a:cubicBezTo>
                              <a:pt x="34290" y="50863"/>
                              <a:pt x="41053" y="44958"/>
                              <a:pt x="46291" y="38671"/>
                            </a:cubicBezTo>
                            <a:cubicBezTo>
                              <a:pt x="48863" y="35243"/>
                              <a:pt x="51149" y="32004"/>
                              <a:pt x="52959" y="28289"/>
                            </a:cubicBezTo>
                            <a:cubicBezTo>
                              <a:pt x="54864" y="24765"/>
                              <a:pt x="56388" y="21336"/>
                              <a:pt x="57435" y="17812"/>
                            </a:cubicBezTo>
                            <a:cubicBezTo>
                              <a:pt x="59817" y="10859"/>
                              <a:pt x="60579" y="4953"/>
                              <a:pt x="6096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32" name="Forme libre : forme 10131">
                        <a:extLst>
                          <a:ext uri="{FF2B5EF4-FFF2-40B4-BE49-F238E27FC236}">
                            <a16:creationId xmlns:a16="http://schemas.microsoft.com/office/drawing/2014/main" id="{D33FD342-23D1-4F46-A18C-679759099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20350" y="2854071"/>
                        <a:ext cx="47053" cy="51625"/>
                      </a:xfrm>
                      <a:custGeom>
                        <a:avLst/>
                        <a:gdLst>
                          <a:gd name="connsiteX0" fmla="*/ 47054 w 47053"/>
                          <a:gd name="connsiteY0" fmla="*/ 51625 h 51625"/>
                          <a:gd name="connsiteX1" fmla="*/ 0 w 47053"/>
                          <a:gd name="connsiteY1" fmla="*/ 0 h 51625"/>
                          <a:gd name="connsiteX2" fmla="*/ 47054 w 47053"/>
                          <a:gd name="connsiteY2" fmla="*/ 51625 h 516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053" h="51625">
                            <a:moveTo>
                              <a:pt x="47054" y="51625"/>
                            </a:moveTo>
                            <a:cubicBezTo>
                              <a:pt x="35909" y="29432"/>
                              <a:pt x="17431" y="11716"/>
                              <a:pt x="0" y="0"/>
                            </a:cubicBezTo>
                            <a:cubicBezTo>
                              <a:pt x="16764" y="10192"/>
                              <a:pt x="34576" y="34195"/>
                              <a:pt x="47054" y="5162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33" name="Forme libre : forme 10132">
                        <a:extLst>
                          <a:ext uri="{FF2B5EF4-FFF2-40B4-BE49-F238E27FC236}">
                            <a16:creationId xmlns:a16="http://schemas.microsoft.com/office/drawing/2014/main" id="{28E6BDA2-7E04-47B6-ABF5-325380FFE0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53444" y="2948839"/>
                        <a:ext cx="19033" cy="27654"/>
                      </a:xfrm>
                      <a:custGeom>
                        <a:avLst/>
                        <a:gdLst>
                          <a:gd name="connsiteX0" fmla="*/ 18532 w 19033"/>
                          <a:gd name="connsiteY0" fmla="*/ 27056 h 27654"/>
                          <a:gd name="connsiteX1" fmla="*/ 15103 w 19033"/>
                          <a:gd name="connsiteY1" fmla="*/ 27247 h 27654"/>
                          <a:gd name="connsiteX2" fmla="*/ 10531 w 19033"/>
                          <a:gd name="connsiteY2" fmla="*/ 23818 h 27654"/>
                          <a:gd name="connsiteX3" fmla="*/ 4054 w 19033"/>
                          <a:gd name="connsiteY3" fmla="*/ 14769 h 27654"/>
                          <a:gd name="connsiteX4" fmla="*/ 1959 w 19033"/>
                          <a:gd name="connsiteY4" fmla="*/ 5 h 27654"/>
                          <a:gd name="connsiteX5" fmla="*/ 11579 w 19033"/>
                          <a:gd name="connsiteY5" fmla="*/ 12197 h 27654"/>
                          <a:gd name="connsiteX6" fmla="*/ 16342 w 19033"/>
                          <a:gd name="connsiteY6" fmla="*/ 19722 h 27654"/>
                          <a:gd name="connsiteX7" fmla="*/ 18532 w 19033"/>
                          <a:gd name="connsiteY7" fmla="*/ 27056 h 27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9033" h="27654">
                            <a:moveTo>
                              <a:pt x="18532" y="27056"/>
                            </a:moveTo>
                            <a:cubicBezTo>
                              <a:pt x="17865" y="27819"/>
                              <a:pt x="16627" y="27819"/>
                              <a:pt x="15103" y="27247"/>
                            </a:cubicBezTo>
                            <a:cubicBezTo>
                              <a:pt x="13674" y="26580"/>
                              <a:pt x="12055" y="25247"/>
                              <a:pt x="10531" y="23818"/>
                            </a:cubicBezTo>
                            <a:cubicBezTo>
                              <a:pt x="7579" y="20675"/>
                              <a:pt x="5102" y="16579"/>
                              <a:pt x="4054" y="14769"/>
                            </a:cubicBezTo>
                            <a:cubicBezTo>
                              <a:pt x="1768" y="10769"/>
                              <a:pt x="-2518" y="-280"/>
                              <a:pt x="1959" y="5"/>
                            </a:cubicBezTo>
                            <a:cubicBezTo>
                              <a:pt x="6054" y="-90"/>
                              <a:pt x="9579" y="9054"/>
                              <a:pt x="11579" y="12197"/>
                            </a:cubicBezTo>
                            <a:cubicBezTo>
                              <a:pt x="12531" y="13626"/>
                              <a:pt x="14436" y="16770"/>
                              <a:pt x="16342" y="19722"/>
                            </a:cubicBezTo>
                            <a:cubicBezTo>
                              <a:pt x="18056" y="22580"/>
                              <a:pt x="19961" y="25437"/>
                              <a:pt x="18532" y="2705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34" name="Forme libre : forme 10133">
                        <a:extLst>
                          <a:ext uri="{FF2B5EF4-FFF2-40B4-BE49-F238E27FC236}">
                            <a16:creationId xmlns:a16="http://schemas.microsoft.com/office/drawing/2014/main" id="{92FCA3CF-E955-4174-A718-E6773FBD4E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68871" y="2971602"/>
                        <a:ext cx="7869" cy="6360"/>
                      </a:xfrm>
                      <a:custGeom>
                        <a:avLst/>
                        <a:gdLst>
                          <a:gd name="connsiteX0" fmla="*/ 7867 w 7869"/>
                          <a:gd name="connsiteY0" fmla="*/ 5150 h 6360"/>
                          <a:gd name="connsiteX1" fmla="*/ 3580 w 7869"/>
                          <a:gd name="connsiteY1" fmla="*/ 5627 h 6360"/>
                          <a:gd name="connsiteX2" fmla="*/ 56 w 7869"/>
                          <a:gd name="connsiteY2" fmla="*/ 864 h 6360"/>
                          <a:gd name="connsiteX3" fmla="*/ 3866 w 7869"/>
                          <a:gd name="connsiteY3" fmla="*/ 1150 h 6360"/>
                          <a:gd name="connsiteX4" fmla="*/ 7867 w 7869"/>
                          <a:gd name="connsiteY4" fmla="*/ 5150 h 63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69" h="6360">
                            <a:moveTo>
                              <a:pt x="7867" y="5150"/>
                            </a:moveTo>
                            <a:cubicBezTo>
                              <a:pt x="7962" y="7151"/>
                              <a:pt x="5105" y="6198"/>
                              <a:pt x="3580" y="5627"/>
                            </a:cubicBezTo>
                            <a:cubicBezTo>
                              <a:pt x="2247" y="4769"/>
                              <a:pt x="-420" y="2674"/>
                              <a:pt x="56" y="864"/>
                            </a:cubicBezTo>
                            <a:cubicBezTo>
                              <a:pt x="342" y="-850"/>
                              <a:pt x="2628" y="388"/>
                              <a:pt x="3866" y="1150"/>
                            </a:cubicBezTo>
                            <a:cubicBezTo>
                              <a:pt x="5009" y="1912"/>
                              <a:pt x="7771" y="3340"/>
                              <a:pt x="7867" y="515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35" name="Forme libre : forme 10134">
                        <a:extLst>
                          <a:ext uri="{FF2B5EF4-FFF2-40B4-BE49-F238E27FC236}">
                            <a16:creationId xmlns:a16="http://schemas.microsoft.com/office/drawing/2014/main" id="{50EE70BD-1805-41FC-8355-444FA253B0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69173" y="2936775"/>
                        <a:ext cx="42673" cy="33563"/>
                      </a:xfrm>
                      <a:custGeom>
                        <a:avLst/>
                        <a:gdLst>
                          <a:gd name="connsiteX0" fmla="*/ 21758 w 42673"/>
                          <a:gd name="connsiteY0" fmla="*/ 17689 h 33563"/>
                          <a:gd name="connsiteX1" fmla="*/ 40236 w 42673"/>
                          <a:gd name="connsiteY1" fmla="*/ 18928 h 33563"/>
                          <a:gd name="connsiteX2" fmla="*/ 40522 w 42673"/>
                          <a:gd name="connsiteY2" fmla="*/ 27786 h 33563"/>
                          <a:gd name="connsiteX3" fmla="*/ 31664 w 42673"/>
                          <a:gd name="connsiteY3" fmla="*/ 32834 h 33563"/>
                          <a:gd name="connsiteX4" fmla="*/ 19281 w 42673"/>
                          <a:gd name="connsiteY4" fmla="*/ 33215 h 33563"/>
                          <a:gd name="connsiteX5" fmla="*/ 8232 w 42673"/>
                          <a:gd name="connsiteY5" fmla="*/ 26547 h 33563"/>
                          <a:gd name="connsiteX6" fmla="*/ 422 w 42673"/>
                          <a:gd name="connsiteY6" fmla="*/ 11688 h 33563"/>
                          <a:gd name="connsiteX7" fmla="*/ 4517 w 42673"/>
                          <a:gd name="connsiteY7" fmla="*/ 735 h 33563"/>
                          <a:gd name="connsiteX8" fmla="*/ 10233 w 42673"/>
                          <a:gd name="connsiteY8" fmla="*/ 1306 h 33563"/>
                          <a:gd name="connsiteX9" fmla="*/ 13090 w 42673"/>
                          <a:gd name="connsiteY9" fmla="*/ 7974 h 33563"/>
                          <a:gd name="connsiteX10" fmla="*/ 21758 w 42673"/>
                          <a:gd name="connsiteY10" fmla="*/ 17689 h 335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2673" h="33563">
                            <a:moveTo>
                              <a:pt x="21758" y="17689"/>
                            </a:moveTo>
                            <a:cubicBezTo>
                              <a:pt x="27282" y="19118"/>
                              <a:pt x="32236" y="18261"/>
                              <a:pt x="40236" y="18928"/>
                            </a:cubicBezTo>
                            <a:cubicBezTo>
                              <a:pt x="43189" y="19023"/>
                              <a:pt x="43665" y="23976"/>
                              <a:pt x="40522" y="27786"/>
                            </a:cubicBezTo>
                            <a:cubicBezTo>
                              <a:pt x="37570" y="31691"/>
                              <a:pt x="34426" y="32358"/>
                              <a:pt x="31664" y="32834"/>
                            </a:cubicBezTo>
                            <a:cubicBezTo>
                              <a:pt x="27187" y="33501"/>
                              <a:pt x="23282" y="33882"/>
                              <a:pt x="19281" y="33215"/>
                            </a:cubicBezTo>
                            <a:cubicBezTo>
                              <a:pt x="15376" y="32739"/>
                              <a:pt x="11185" y="30358"/>
                              <a:pt x="8232" y="26547"/>
                            </a:cubicBezTo>
                            <a:cubicBezTo>
                              <a:pt x="6137" y="24547"/>
                              <a:pt x="1375" y="17785"/>
                              <a:pt x="422" y="11688"/>
                            </a:cubicBezTo>
                            <a:cubicBezTo>
                              <a:pt x="-816" y="5497"/>
                              <a:pt x="708" y="1687"/>
                              <a:pt x="4517" y="735"/>
                            </a:cubicBezTo>
                            <a:cubicBezTo>
                              <a:pt x="8328" y="-408"/>
                              <a:pt x="9471" y="-218"/>
                              <a:pt x="10233" y="1306"/>
                            </a:cubicBezTo>
                            <a:cubicBezTo>
                              <a:pt x="10804" y="2735"/>
                              <a:pt x="11852" y="5974"/>
                              <a:pt x="13090" y="7974"/>
                            </a:cubicBezTo>
                            <a:cubicBezTo>
                              <a:pt x="15376" y="11879"/>
                              <a:pt x="17757" y="16261"/>
                              <a:pt x="21758" y="1768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085" name="Graphique 1">
                      <a:extLst>
                        <a:ext uri="{FF2B5EF4-FFF2-40B4-BE49-F238E27FC236}">
                          <a16:creationId xmlns:a16="http://schemas.microsoft.com/office/drawing/2014/main" id="{DBB04023-2A26-4B1F-802B-D4D44B7ACB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09689" y="2781755"/>
                      <a:ext cx="132049" cy="170320"/>
                      <a:chOff x="5909689" y="2781755"/>
                      <a:chExt cx="132049" cy="170320"/>
                    </a:xfrm>
                    <a:solidFill>
                      <a:schemeClr val="accent1"/>
                    </a:solidFill>
                  </p:grpSpPr>
                  <p:sp>
                    <p:nvSpPr>
                      <p:cNvPr id="10112" name="Forme libre : forme 10111">
                        <a:extLst>
                          <a:ext uri="{FF2B5EF4-FFF2-40B4-BE49-F238E27FC236}">
                            <a16:creationId xmlns:a16="http://schemas.microsoft.com/office/drawing/2014/main" id="{0C2454C8-D9BF-421D-B3EF-244799F2B7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9689" y="2781755"/>
                        <a:ext cx="132049" cy="170320"/>
                      </a:xfrm>
                      <a:custGeom>
                        <a:avLst/>
                        <a:gdLst>
                          <a:gd name="connsiteX0" fmla="*/ 115735 w 132049"/>
                          <a:gd name="connsiteY0" fmla="*/ 77268 h 170320"/>
                          <a:gd name="connsiteX1" fmla="*/ 77730 w 132049"/>
                          <a:gd name="connsiteY1" fmla="*/ 132513 h 170320"/>
                          <a:gd name="connsiteX2" fmla="*/ 17627 w 132049"/>
                          <a:gd name="connsiteY2" fmla="*/ 170137 h 170320"/>
                          <a:gd name="connsiteX3" fmla="*/ 673 w 132049"/>
                          <a:gd name="connsiteY3" fmla="*/ 156802 h 170320"/>
                          <a:gd name="connsiteX4" fmla="*/ 16008 w 132049"/>
                          <a:gd name="connsiteY4" fmla="*/ 89079 h 170320"/>
                          <a:gd name="connsiteX5" fmla="*/ 52775 w 132049"/>
                          <a:gd name="connsiteY5" fmla="*/ 35835 h 170320"/>
                          <a:gd name="connsiteX6" fmla="*/ 112020 w 132049"/>
                          <a:gd name="connsiteY6" fmla="*/ 306 h 170320"/>
                          <a:gd name="connsiteX7" fmla="*/ 130594 w 132049"/>
                          <a:gd name="connsiteY7" fmla="*/ 10403 h 170320"/>
                          <a:gd name="connsiteX8" fmla="*/ 115735 w 132049"/>
                          <a:gd name="connsiteY8" fmla="*/ 77268 h 1703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32049" h="170320">
                            <a:moveTo>
                              <a:pt x="115735" y="77268"/>
                            </a:moveTo>
                            <a:cubicBezTo>
                              <a:pt x="107163" y="90889"/>
                              <a:pt x="87731" y="119083"/>
                              <a:pt x="77730" y="132513"/>
                            </a:cubicBezTo>
                            <a:cubicBezTo>
                              <a:pt x="58966" y="157469"/>
                              <a:pt x="40488" y="165946"/>
                              <a:pt x="17627" y="170137"/>
                            </a:cubicBezTo>
                            <a:cubicBezTo>
                              <a:pt x="9627" y="171566"/>
                              <a:pt x="1340" y="164422"/>
                              <a:pt x="673" y="156802"/>
                            </a:cubicBezTo>
                            <a:cubicBezTo>
                              <a:pt x="-1423" y="134609"/>
                              <a:pt x="768" y="114797"/>
                              <a:pt x="16008" y="89079"/>
                            </a:cubicBezTo>
                            <a:cubicBezTo>
                              <a:pt x="24009" y="75268"/>
                              <a:pt x="42678" y="48598"/>
                              <a:pt x="52775" y="35835"/>
                            </a:cubicBezTo>
                            <a:cubicBezTo>
                              <a:pt x="71729" y="11641"/>
                              <a:pt x="90112" y="4878"/>
                              <a:pt x="112020" y="306"/>
                            </a:cubicBezTo>
                            <a:cubicBezTo>
                              <a:pt x="119545" y="-1217"/>
                              <a:pt x="129261" y="3069"/>
                              <a:pt x="130594" y="10403"/>
                            </a:cubicBezTo>
                            <a:cubicBezTo>
                              <a:pt x="134309" y="31453"/>
                              <a:pt x="131451" y="51837"/>
                              <a:pt x="115735" y="7726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13" name="Forme libre : forme 10112">
                        <a:extLst>
                          <a:ext uri="{FF2B5EF4-FFF2-40B4-BE49-F238E27FC236}">
                            <a16:creationId xmlns:a16="http://schemas.microsoft.com/office/drawing/2014/main" id="{147A0A0E-A8D1-4107-A713-57B15759F0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17791" y="2791682"/>
                        <a:ext cx="123660" cy="160376"/>
                      </a:xfrm>
                      <a:custGeom>
                        <a:avLst/>
                        <a:gdLst>
                          <a:gd name="connsiteX0" fmla="*/ 52959 w 123660"/>
                          <a:gd name="connsiteY0" fmla="*/ 98870 h 160376"/>
                          <a:gd name="connsiteX1" fmla="*/ 0 w 123660"/>
                          <a:gd name="connsiteY1" fmla="*/ 158115 h 160376"/>
                          <a:gd name="connsiteX2" fmla="*/ 9334 w 123660"/>
                          <a:gd name="connsiteY2" fmla="*/ 160211 h 160376"/>
                          <a:gd name="connsiteX3" fmla="*/ 20764 w 123660"/>
                          <a:gd name="connsiteY3" fmla="*/ 157544 h 160376"/>
                          <a:gd name="connsiteX4" fmla="*/ 50959 w 123660"/>
                          <a:gd name="connsiteY4" fmla="*/ 142113 h 160376"/>
                          <a:gd name="connsiteX5" fmla="*/ 69438 w 123660"/>
                          <a:gd name="connsiteY5" fmla="*/ 122587 h 160376"/>
                          <a:gd name="connsiteX6" fmla="*/ 75819 w 123660"/>
                          <a:gd name="connsiteY6" fmla="*/ 113824 h 160376"/>
                          <a:gd name="connsiteX7" fmla="*/ 104775 w 123660"/>
                          <a:gd name="connsiteY7" fmla="*/ 71533 h 160376"/>
                          <a:gd name="connsiteX8" fmla="*/ 107442 w 123660"/>
                          <a:gd name="connsiteY8" fmla="*/ 67342 h 160376"/>
                          <a:gd name="connsiteX9" fmla="*/ 119634 w 123660"/>
                          <a:gd name="connsiteY9" fmla="*/ 41910 h 160376"/>
                          <a:gd name="connsiteX10" fmla="*/ 123540 w 123660"/>
                          <a:gd name="connsiteY10" fmla="*/ 10382 h 160376"/>
                          <a:gd name="connsiteX11" fmla="*/ 122301 w 123660"/>
                          <a:gd name="connsiteY11" fmla="*/ 381 h 160376"/>
                          <a:gd name="connsiteX12" fmla="*/ 122206 w 123660"/>
                          <a:gd name="connsiteY12" fmla="*/ 0 h 160376"/>
                          <a:gd name="connsiteX13" fmla="*/ 52959 w 123660"/>
                          <a:gd name="connsiteY13" fmla="*/ 98870 h 1603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23660" h="160376">
                            <a:moveTo>
                              <a:pt x="52959" y="98870"/>
                            </a:moveTo>
                            <a:cubicBezTo>
                              <a:pt x="38958" y="122301"/>
                              <a:pt x="21907" y="147352"/>
                              <a:pt x="0" y="158115"/>
                            </a:cubicBezTo>
                            <a:cubicBezTo>
                              <a:pt x="2857" y="159829"/>
                              <a:pt x="6096" y="160782"/>
                              <a:pt x="9334" y="160211"/>
                            </a:cubicBezTo>
                            <a:cubicBezTo>
                              <a:pt x="13240" y="159448"/>
                              <a:pt x="17050" y="158591"/>
                              <a:pt x="20764" y="157544"/>
                            </a:cubicBezTo>
                            <a:cubicBezTo>
                              <a:pt x="31432" y="154496"/>
                              <a:pt x="41339" y="149828"/>
                              <a:pt x="50959" y="142113"/>
                            </a:cubicBezTo>
                            <a:cubicBezTo>
                              <a:pt x="57150" y="137065"/>
                              <a:pt x="63246" y="130683"/>
                              <a:pt x="69438" y="122587"/>
                            </a:cubicBezTo>
                            <a:cubicBezTo>
                              <a:pt x="71247" y="120110"/>
                              <a:pt x="73438" y="117062"/>
                              <a:pt x="75819" y="113824"/>
                            </a:cubicBezTo>
                            <a:cubicBezTo>
                              <a:pt x="84963" y="100870"/>
                              <a:pt x="97060" y="83153"/>
                              <a:pt x="104775" y="71533"/>
                            </a:cubicBezTo>
                            <a:cubicBezTo>
                              <a:pt x="105728" y="70009"/>
                              <a:pt x="106680" y="68580"/>
                              <a:pt x="107442" y="67342"/>
                            </a:cubicBezTo>
                            <a:cubicBezTo>
                              <a:pt x="113062" y="58293"/>
                              <a:pt x="116967" y="49911"/>
                              <a:pt x="119634" y="41910"/>
                            </a:cubicBezTo>
                            <a:cubicBezTo>
                              <a:pt x="123158" y="30861"/>
                              <a:pt x="124016" y="20574"/>
                              <a:pt x="123540" y="10382"/>
                            </a:cubicBezTo>
                            <a:cubicBezTo>
                              <a:pt x="123349" y="7048"/>
                              <a:pt x="122873" y="3715"/>
                              <a:pt x="122301" y="381"/>
                            </a:cubicBezTo>
                            <a:lnTo>
                              <a:pt x="122206" y="0"/>
                            </a:lnTo>
                            <a:cubicBezTo>
                              <a:pt x="98107" y="32099"/>
                              <a:pt x="72962" y="65056"/>
                              <a:pt x="52959" y="9887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14" name="Forme libre : forme 10113">
                        <a:extLst>
                          <a:ext uri="{FF2B5EF4-FFF2-40B4-BE49-F238E27FC236}">
                            <a16:creationId xmlns:a16="http://schemas.microsoft.com/office/drawing/2014/main" id="{8AF45D4B-1A1D-4346-84BE-4B7472175F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55134" y="2815235"/>
                        <a:ext cx="59097" cy="77770"/>
                      </a:xfrm>
                      <a:custGeom>
                        <a:avLst/>
                        <a:gdLst>
                          <a:gd name="connsiteX0" fmla="*/ 57050 w 59097"/>
                          <a:gd name="connsiteY0" fmla="*/ 736 h 77770"/>
                          <a:gd name="connsiteX1" fmla="*/ 38953 w 59097"/>
                          <a:gd name="connsiteY1" fmla="*/ 47504 h 77770"/>
                          <a:gd name="connsiteX2" fmla="*/ 2662 w 59097"/>
                          <a:gd name="connsiteY2" fmla="*/ 76936 h 77770"/>
                          <a:gd name="connsiteX3" fmla="*/ 18474 w 59097"/>
                          <a:gd name="connsiteY3" fmla="*/ 33502 h 77770"/>
                          <a:gd name="connsiteX4" fmla="*/ 57050 w 59097"/>
                          <a:gd name="connsiteY4" fmla="*/ 736 h 777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097" h="77770">
                            <a:moveTo>
                              <a:pt x="57050" y="736"/>
                            </a:moveTo>
                            <a:cubicBezTo>
                              <a:pt x="65432" y="6356"/>
                              <a:pt x="45810" y="37407"/>
                              <a:pt x="38953" y="47504"/>
                            </a:cubicBezTo>
                            <a:cubicBezTo>
                              <a:pt x="31904" y="57505"/>
                              <a:pt x="11997" y="82651"/>
                              <a:pt x="2662" y="76936"/>
                            </a:cubicBezTo>
                            <a:cubicBezTo>
                              <a:pt x="-6767" y="71126"/>
                              <a:pt x="11330" y="42741"/>
                              <a:pt x="18474" y="33502"/>
                            </a:cubicBezTo>
                            <a:cubicBezTo>
                              <a:pt x="25427" y="24168"/>
                              <a:pt x="48573" y="-4979"/>
                              <a:pt x="57050" y="73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15" name="Forme libre : forme 10114">
                        <a:extLst>
                          <a:ext uri="{FF2B5EF4-FFF2-40B4-BE49-F238E27FC236}">
                            <a16:creationId xmlns:a16="http://schemas.microsoft.com/office/drawing/2014/main" id="{B22E4EE7-7D41-49A8-BB25-F4A3E910E9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54833" y="2845117"/>
                        <a:ext cx="49730" cy="47752"/>
                      </a:xfrm>
                      <a:custGeom>
                        <a:avLst/>
                        <a:gdLst>
                          <a:gd name="connsiteX0" fmla="*/ 5725 w 49730"/>
                          <a:gd name="connsiteY0" fmla="*/ 25146 h 47752"/>
                          <a:gd name="connsiteX1" fmla="*/ 2773 w 49730"/>
                          <a:gd name="connsiteY1" fmla="*/ 47434 h 47752"/>
                          <a:gd name="connsiteX2" fmla="*/ 39634 w 49730"/>
                          <a:gd name="connsiteY2" fmla="*/ 17145 h 47752"/>
                          <a:gd name="connsiteX3" fmla="*/ 49731 w 49730"/>
                          <a:gd name="connsiteY3" fmla="*/ 0 h 47752"/>
                          <a:gd name="connsiteX4" fmla="*/ 42968 w 49730"/>
                          <a:gd name="connsiteY4" fmla="*/ 8287 h 47752"/>
                          <a:gd name="connsiteX5" fmla="*/ 5725 w 49730"/>
                          <a:gd name="connsiteY5" fmla="*/ 25146 h 477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9730" h="47752">
                            <a:moveTo>
                              <a:pt x="5725" y="25146"/>
                            </a:moveTo>
                            <a:cubicBezTo>
                              <a:pt x="3916" y="31147"/>
                              <a:pt x="-4180" y="45434"/>
                              <a:pt x="2773" y="47434"/>
                            </a:cubicBezTo>
                            <a:cubicBezTo>
                              <a:pt x="13917" y="50578"/>
                              <a:pt x="30586" y="29718"/>
                              <a:pt x="39634" y="17145"/>
                            </a:cubicBezTo>
                            <a:cubicBezTo>
                              <a:pt x="42302" y="13430"/>
                              <a:pt x="47445" y="4667"/>
                              <a:pt x="49731" y="0"/>
                            </a:cubicBezTo>
                            <a:cubicBezTo>
                              <a:pt x="47921" y="2286"/>
                              <a:pt x="45064" y="6382"/>
                              <a:pt x="42968" y="8287"/>
                            </a:cubicBezTo>
                            <a:cubicBezTo>
                              <a:pt x="31062" y="19050"/>
                              <a:pt x="16299" y="31147"/>
                              <a:pt x="5725" y="25146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16" name="Forme libre : forme 10115">
                        <a:extLst>
                          <a:ext uri="{FF2B5EF4-FFF2-40B4-BE49-F238E27FC236}">
                            <a16:creationId xmlns:a16="http://schemas.microsoft.com/office/drawing/2014/main" id="{DCC97F10-DC69-4D8A-B6F7-FE13CC2B0D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0094" y="2811969"/>
                        <a:ext cx="58554" cy="78465"/>
                      </a:xfrm>
                      <a:custGeom>
                        <a:avLst/>
                        <a:gdLst>
                          <a:gd name="connsiteX0" fmla="*/ 57138 w 58554"/>
                          <a:gd name="connsiteY0" fmla="*/ 1334 h 78465"/>
                          <a:gd name="connsiteX1" fmla="*/ 39041 w 58554"/>
                          <a:gd name="connsiteY1" fmla="*/ 48864 h 78465"/>
                          <a:gd name="connsiteX2" fmla="*/ 2845 w 58554"/>
                          <a:gd name="connsiteY2" fmla="*/ 77725 h 78465"/>
                          <a:gd name="connsiteX3" fmla="*/ 18657 w 58554"/>
                          <a:gd name="connsiteY3" fmla="*/ 34577 h 78465"/>
                          <a:gd name="connsiteX4" fmla="*/ 57138 w 58554"/>
                          <a:gd name="connsiteY4" fmla="*/ 1334 h 784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554" h="78465">
                            <a:moveTo>
                              <a:pt x="57138" y="1334"/>
                            </a:moveTo>
                            <a:cubicBezTo>
                              <a:pt x="63615" y="9621"/>
                              <a:pt x="46185" y="37720"/>
                              <a:pt x="39041" y="48864"/>
                            </a:cubicBezTo>
                            <a:cubicBezTo>
                              <a:pt x="31706" y="59913"/>
                              <a:pt x="12752" y="82868"/>
                              <a:pt x="2845" y="77725"/>
                            </a:cubicBezTo>
                            <a:cubicBezTo>
                              <a:pt x="-7251" y="72486"/>
                              <a:pt x="12275" y="43244"/>
                              <a:pt x="18657" y="34577"/>
                            </a:cubicBezTo>
                            <a:cubicBezTo>
                              <a:pt x="24848" y="25718"/>
                              <a:pt x="50566" y="-6953"/>
                              <a:pt x="57138" y="133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17" name="Forme libre : forme 10116">
                        <a:extLst>
                          <a:ext uri="{FF2B5EF4-FFF2-40B4-BE49-F238E27FC236}">
                            <a16:creationId xmlns:a16="http://schemas.microsoft.com/office/drawing/2014/main" id="{A1F48C2E-40CB-46B3-9A99-EE3CDAD7C1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25351" y="2840630"/>
                        <a:ext cx="89022" cy="88772"/>
                      </a:xfrm>
                      <a:custGeom>
                        <a:avLst/>
                        <a:gdLst>
                          <a:gd name="connsiteX0" fmla="*/ 8918 w 89022"/>
                          <a:gd name="connsiteY0" fmla="*/ 88117 h 88772"/>
                          <a:gd name="connsiteX1" fmla="*/ 25682 w 89022"/>
                          <a:gd name="connsiteY1" fmla="*/ 85069 h 88772"/>
                          <a:gd name="connsiteX2" fmla="*/ 63020 w 89022"/>
                          <a:gd name="connsiteY2" fmla="*/ 58875 h 88772"/>
                          <a:gd name="connsiteX3" fmla="*/ 86452 w 89022"/>
                          <a:gd name="connsiteY3" fmla="*/ 20965 h 88772"/>
                          <a:gd name="connsiteX4" fmla="*/ 84356 w 89022"/>
                          <a:gd name="connsiteY4" fmla="*/ 105 h 88772"/>
                          <a:gd name="connsiteX5" fmla="*/ 71307 w 89022"/>
                          <a:gd name="connsiteY5" fmla="*/ 8487 h 88772"/>
                          <a:gd name="connsiteX6" fmla="*/ 37017 w 89022"/>
                          <a:gd name="connsiteY6" fmla="*/ 32967 h 88772"/>
                          <a:gd name="connsiteX7" fmla="*/ 3870 w 89022"/>
                          <a:gd name="connsiteY7" fmla="*/ 58970 h 88772"/>
                          <a:gd name="connsiteX8" fmla="*/ 8918 w 89022"/>
                          <a:gd name="connsiteY8" fmla="*/ 88117 h 887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022" h="88772">
                            <a:moveTo>
                              <a:pt x="8918" y="88117"/>
                            </a:moveTo>
                            <a:cubicBezTo>
                              <a:pt x="15490" y="89545"/>
                              <a:pt x="18443" y="88688"/>
                              <a:pt x="25682" y="85069"/>
                            </a:cubicBezTo>
                            <a:cubicBezTo>
                              <a:pt x="39398" y="78115"/>
                              <a:pt x="50733" y="72305"/>
                              <a:pt x="63020" y="58875"/>
                            </a:cubicBezTo>
                            <a:cubicBezTo>
                              <a:pt x="73307" y="47730"/>
                              <a:pt x="82165" y="33348"/>
                              <a:pt x="86452" y="20965"/>
                            </a:cubicBezTo>
                            <a:cubicBezTo>
                              <a:pt x="89690" y="11726"/>
                              <a:pt x="90738" y="1725"/>
                              <a:pt x="84356" y="105"/>
                            </a:cubicBezTo>
                            <a:cubicBezTo>
                              <a:pt x="80451" y="-847"/>
                              <a:pt x="75974" y="4868"/>
                              <a:pt x="71307" y="8487"/>
                            </a:cubicBezTo>
                            <a:cubicBezTo>
                              <a:pt x="60258" y="17155"/>
                              <a:pt x="50066" y="26013"/>
                              <a:pt x="37017" y="32967"/>
                            </a:cubicBezTo>
                            <a:cubicBezTo>
                              <a:pt x="25968" y="38872"/>
                              <a:pt x="11681" y="44016"/>
                              <a:pt x="3870" y="58970"/>
                            </a:cubicBezTo>
                            <a:cubicBezTo>
                              <a:pt x="-3083" y="72400"/>
                              <a:pt x="-226" y="86021"/>
                              <a:pt x="8918" y="8811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18" name="Forme libre : forme 10117">
                        <a:extLst>
                          <a:ext uri="{FF2B5EF4-FFF2-40B4-BE49-F238E27FC236}">
                            <a16:creationId xmlns:a16="http://schemas.microsoft.com/office/drawing/2014/main" id="{1BFE1789-7A46-4F0F-BEB0-55A5DB499F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37305" y="2868026"/>
                        <a:ext cx="18270" cy="36223"/>
                      </a:xfrm>
                      <a:custGeom>
                        <a:avLst/>
                        <a:gdLst>
                          <a:gd name="connsiteX0" fmla="*/ 299 w 18270"/>
                          <a:gd name="connsiteY0" fmla="*/ 31288 h 36223"/>
                          <a:gd name="connsiteX1" fmla="*/ 489 w 18270"/>
                          <a:gd name="connsiteY1" fmla="*/ 35670 h 36223"/>
                          <a:gd name="connsiteX2" fmla="*/ 4108 w 18270"/>
                          <a:gd name="connsiteY2" fmla="*/ 34622 h 36223"/>
                          <a:gd name="connsiteX3" fmla="*/ 8109 w 18270"/>
                          <a:gd name="connsiteY3" fmla="*/ 28907 h 36223"/>
                          <a:gd name="connsiteX4" fmla="*/ 15920 w 18270"/>
                          <a:gd name="connsiteY4" fmla="*/ 13476 h 36223"/>
                          <a:gd name="connsiteX5" fmla="*/ 18015 w 18270"/>
                          <a:gd name="connsiteY5" fmla="*/ 7571 h 36223"/>
                          <a:gd name="connsiteX6" fmla="*/ 8966 w 18270"/>
                          <a:gd name="connsiteY6" fmla="*/ 5952 h 36223"/>
                          <a:gd name="connsiteX7" fmla="*/ 299 w 18270"/>
                          <a:gd name="connsiteY7" fmla="*/ 31288 h 362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270" h="36223">
                            <a:moveTo>
                              <a:pt x="299" y="31288"/>
                            </a:moveTo>
                            <a:cubicBezTo>
                              <a:pt x="12" y="33193"/>
                              <a:pt x="-273" y="34527"/>
                              <a:pt x="489" y="35670"/>
                            </a:cubicBezTo>
                            <a:cubicBezTo>
                              <a:pt x="1155" y="36813"/>
                              <a:pt x="2680" y="36051"/>
                              <a:pt x="4108" y="34622"/>
                            </a:cubicBezTo>
                            <a:cubicBezTo>
                              <a:pt x="5537" y="33193"/>
                              <a:pt x="6966" y="30812"/>
                              <a:pt x="8109" y="28907"/>
                            </a:cubicBezTo>
                            <a:cubicBezTo>
                              <a:pt x="10871" y="23954"/>
                              <a:pt x="13729" y="18525"/>
                              <a:pt x="15920" y="13476"/>
                            </a:cubicBezTo>
                            <a:cubicBezTo>
                              <a:pt x="16777" y="11381"/>
                              <a:pt x="17729" y="9476"/>
                              <a:pt x="18015" y="7571"/>
                            </a:cubicBezTo>
                            <a:cubicBezTo>
                              <a:pt x="19444" y="-525"/>
                              <a:pt x="14681" y="-3668"/>
                              <a:pt x="8966" y="5952"/>
                            </a:cubicBezTo>
                            <a:cubicBezTo>
                              <a:pt x="4394" y="13286"/>
                              <a:pt x="1632" y="23573"/>
                              <a:pt x="299" y="3128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19" name="Forme libre : forme 10118">
                        <a:extLst>
                          <a:ext uri="{FF2B5EF4-FFF2-40B4-BE49-F238E27FC236}">
                            <a16:creationId xmlns:a16="http://schemas.microsoft.com/office/drawing/2014/main" id="{08B9E842-9937-4818-B7D9-D9FD5BEE23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25329" y="2792634"/>
                        <a:ext cx="13046" cy="63626"/>
                      </a:xfrm>
                      <a:custGeom>
                        <a:avLst/>
                        <a:gdLst>
                          <a:gd name="connsiteX0" fmla="*/ 11049 w 13046"/>
                          <a:gd name="connsiteY0" fmla="*/ 0 h 63626"/>
                          <a:gd name="connsiteX1" fmla="*/ 0 w 13046"/>
                          <a:gd name="connsiteY1" fmla="*/ 63627 h 63626"/>
                          <a:gd name="connsiteX2" fmla="*/ 11049 w 13046"/>
                          <a:gd name="connsiteY2" fmla="*/ 0 h 63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3046" h="63626">
                            <a:moveTo>
                              <a:pt x="11049" y="0"/>
                            </a:moveTo>
                            <a:cubicBezTo>
                              <a:pt x="17526" y="15049"/>
                              <a:pt x="6762" y="44958"/>
                              <a:pt x="0" y="63627"/>
                            </a:cubicBezTo>
                            <a:cubicBezTo>
                              <a:pt x="7334" y="43339"/>
                              <a:pt x="10763" y="18383"/>
                              <a:pt x="1104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20" name="Forme libre : forme 10119">
                        <a:extLst>
                          <a:ext uri="{FF2B5EF4-FFF2-40B4-BE49-F238E27FC236}">
                            <a16:creationId xmlns:a16="http://schemas.microsoft.com/office/drawing/2014/main" id="{11898634-43B4-44FC-8012-29B9CAE1F7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12575" y="2870263"/>
                        <a:ext cx="16360" cy="68484"/>
                      </a:xfrm>
                      <a:custGeom>
                        <a:avLst/>
                        <a:gdLst>
                          <a:gd name="connsiteX0" fmla="*/ 16360 w 16360"/>
                          <a:gd name="connsiteY0" fmla="*/ 0 h 68484"/>
                          <a:gd name="connsiteX1" fmla="*/ 73 w 16360"/>
                          <a:gd name="connsiteY1" fmla="*/ 68485 h 68484"/>
                          <a:gd name="connsiteX2" fmla="*/ 16360 w 16360"/>
                          <a:gd name="connsiteY2" fmla="*/ 0 h 684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6360" h="68484">
                            <a:moveTo>
                              <a:pt x="16360" y="0"/>
                            </a:moveTo>
                            <a:cubicBezTo>
                              <a:pt x="3025" y="22955"/>
                              <a:pt x="73" y="47815"/>
                              <a:pt x="73" y="68485"/>
                            </a:cubicBezTo>
                            <a:cubicBezTo>
                              <a:pt x="-880" y="49244"/>
                              <a:pt x="7693" y="21241"/>
                              <a:pt x="1636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21" name="Forme libre : forme 10120">
                        <a:extLst>
                          <a:ext uri="{FF2B5EF4-FFF2-40B4-BE49-F238E27FC236}">
                            <a16:creationId xmlns:a16="http://schemas.microsoft.com/office/drawing/2014/main" id="{A9F0668A-4617-48B4-B7A0-4808F4BD9B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73528" y="2830590"/>
                        <a:ext cx="23678" cy="27347"/>
                      </a:xfrm>
                      <a:custGeom>
                        <a:avLst/>
                        <a:gdLst>
                          <a:gd name="connsiteX0" fmla="*/ 23511 w 23678"/>
                          <a:gd name="connsiteY0" fmla="*/ 906 h 27347"/>
                          <a:gd name="connsiteX1" fmla="*/ 12939 w 23678"/>
                          <a:gd name="connsiteY1" fmla="*/ 18432 h 27347"/>
                          <a:gd name="connsiteX2" fmla="*/ 175 w 23678"/>
                          <a:gd name="connsiteY2" fmla="*/ 26242 h 27347"/>
                          <a:gd name="connsiteX3" fmla="*/ 10176 w 23678"/>
                          <a:gd name="connsiteY3" fmla="*/ 9669 h 27347"/>
                          <a:gd name="connsiteX4" fmla="*/ 23511 w 23678"/>
                          <a:gd name="connsiteY4" fmla="*/ 906 h 27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678" h="27347">
                            <a:moveTo>
                              <a:pt x="23511" y="906"/>
                            </a:moveTo>
                            <a:cubicBezTo>
                              <a:pt x="25035" y="4811"/>
                              <a:pt x="15701" y="15193"/>
                              <a:pt x="12939" y="18432"/>
                            </a:cubicBezTo>
                            <a:cubicBezTo>
                              <a:pt x="10081" y="21575"/>
                              <a:pt x="1699" y="30433"/>
                              <a:pt x="175" y="26242"/>
                            </a:cubicBezTo>
                            <a:cubicBezTo>
                              <a:pt x="-1349" y="22051"/>
                              <a:pt x="7509" y="12717"/>
                              <a:pt x="10176" y="9669"/>
                            </a:cubicBezTo>
                            <a:cubicBezTo>
                              <a:pt x="12939" y="6812"/>
                              <a:pt x="22082" y="-2999"/>
                              <a:pt x="23511" y="906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22" name="Forme libre : forme 10121">
                        <a:extLst>
                          <a:ext uri="{FF2B5EF4-FFF2-40B4-BE49-F238E27FC236}">
                            <a16:creationId xmlns:a16="http://schemas.microsoft.com/office/drawing/2014/main" id="{597CCA6E-9B5A-4100-A348-0C4786F80B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93200" y="2826559"/>
                        <a:ext cx="6819" cy="8161"/>
                      </a:xfrm>
                      <a:custGeom>
                        <a:avLst/>
                        <a:gdLst>
                          <a:gd name="connsiteX0" fmla="*/ 6316 w 6819"/>
                          <a:gd name="connsiteY0" fmla="*/ 79 h 8161"/>
                          <a:gd name="connsiteX1" fmla="*/ 4982 w 6819"/>
                          <a:gd name="connsiteY1" fmla="*/ 4746 h 8161"/>
                          <a:gd name="connsiteX2" fmla="*/ 506 w 6819"/>
                          <a:gd name="connsiteY2" fmla="*/ 8080 h 8161"/>
                          <a:gd name="connsiteX3" fmla="*/ 1744 w 6819"/>
                          <a:gd name="connsiteY3" fmla="*/ 3508 h 8161"/>
                          <a:gd name="connsiteX4" fmla="*/ 6316 w 6819"/>
                          <a:gd name="connsiteY4" fmla="*/ 79 h 81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819" h="8161">
                            <a:moveTo>
                              <a:pt x="6316" y="79"/>
                            </a:moveTo>
                            <a:cubicBezTo>
                              <a:pt x="7649" y="651"/>
                              <a:pt x="6030" y="3413"/>
                              <a:pt x="4982" y="4746"/>
                            </a:cubicBezTo>
                            <a:cubicBezTo>
                              <a:pt x="4030" y="6080"/>
                              <a:pt x="1839" y="8652"/>
                              <a:pt x="506" y="8080"/>
                            </a:cubicBezTo>
                            <a:cubicBezTo>
                              <a:pt x="-828" y="7509"/>
                              <a:pt x="791" y="4937"/>
                              <a:pt x="1744" y="3508"/>
                            </a:cubicBezTo>
                            <a:cubicBezTo>
                              <a:pt x="2696" y="2175"/>
                              <a:pt x="4982" y="-492"/>
                              <a:pt x="6316" y="7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23" name="Forme libre : forme 10122">
                        <a:extLst>
                          <a:ext uri="{FF2B5EF4-FFF2-40B4-BE49-F238E27FC236}">
                            <a16:creationId xmlns:a16="http://schemas.microsoft.com/office/drawing/2014/main" id="{DED1058A-E596-46C9-996D-B9464308AD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56060" y="2790823"/>
                        <a:ext cx="73211" cy="55608"/>
                      </a:xfrm>
                      <a:custGeom>
                        <a:avLst/>
                        <a:gdLst>
                          <a:gd name="connsiteX0" fmla="*/ 46123 w 73211"/>
                          <a:gd name="connsiteY0" fmla="*/ 8002 h 55608"/>
                          <a:gd name="connsiteX1" fmla="*/ 70507 w 73211"/>
                          <a:gd name="connsiteY1" fmla="*/ 1 h 55608"/>
                          <a:gd name="connsiteX2" fmla="*/ 71555 w 73211"/>
                          <a:gd name="connsiteY2" fmla="*/ 8288 h 55608"/>
                          <a:gd name="connsiteX3" fmla="*/ 62697 w 73211"/>
                          <a:gd name="connsiteY3" fmla="*/ 14479 h 55608"/>
                          <a:gd name="connsiteX4" fmla="*/ 34122 w 73211"/>
                          <a:gd name="connsiteY4" fmla="*/ 31243 h 55608"/>
                          <a:gd name="connsiteX5" fmla="*/ 213 w 73211"/>
                          <a:gd name="connsiteY5" fmla="*/ 53532 h 55608"/>
                          <a:gd name="connsiteX6" fmla="*/ 25549 w 73211"/>
                          <a:gd name="connsiteY6" fmla="*/ 17432 h 55608"/>
                          <a:gd name="connsiteX7" fmla="*/ 46123 w 73211"/>
                          <a:gd name="connsiteY7" fmla="*/ 8002 h 55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3211" h="55608">
                            <a:moveTo>
                              <a:pt x="46123" y="8002"/>
                            </a:moveTo>
                            <a:cubicBezTo>
                              <a:pt x="55267" y="3430"/>
                              <a:pt x="61934" y="287"/>
                              <a:pt x="70507" y="1"/>
                            </a:cubicBezTo>
                            <a:cubicBezTo>
                              <a:pt x="73650" y="-94"/>
                              <a:pt x="74126" y="4574"/>
                              <a:pt x="71555" y="8288"/>
                            </a:cubicBezTo>
                            <a:cubicBezTo>
                              <a:pt x="68983" y="12003"/>
                              <a:pt x="65839" y="13146"/>
                              <a:pt x="62697" y="14479"/>
                            </a:cubicBezTo>
                            <a:cubicBezTo>
                              <a:pt x="52790" y="18670"/>
                              <a:pt x="43837" y="24481"/>
                              <a:pt x="34122" y="31243"/>
                            </a:cubicBezTo>
                            <a:cubicBezTo>
                              <a:pt x="28025" y="35434"/>
                              <a:pt x="2594" y="63343"/>
                              <a:pt x="213" y="53532"/>
                            </a:cubicBezTo>
                            <a:cubicBezTo>
                              <a:pt x="-2264" y="43531"/>
                              <a:pt x="17548" y="23052"/>
                              <a:pt x="25549" y="17432"/>
                            </a:cubicBezTo>
                            <a:cubicBezTo>
                              <a:pt x="33550" y="11717"/>
                              <a:pt x="39265" y="11432"/>
                              <a:pt x="46123" y="800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086" name="Graphique 1">
                      <a:extLst>
                        <a:ext uri="{FF2B5EF4-FFF2-40B4-BE49-F238E27FC236}">
                          <a16:creationId xmlns:a16="http://schemas.microsoft.com/office/drawing/2014/main" id="{B2C05257-7FCB-484D-9155-12D4291516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28271" y="2620580"/>
                      <a:ext cx="135637" cy="166822"/>
                      <a:chOff x="6028271" y="2620580"/>
                      <a:chExt cx="135637" cy="166822"/>
                    </a:xfrm>
                    <a:solidFill>
                      <a:schemeClr val="accent1"/>
                    </a:solidFill>
                  </p:grpSpPr>
                  <p:sp>
                    <p:nvSpPr>
                      <p:cNvPr id="10100" name="Forme libre : forme 10099">
                        <a:extLst>
                          <a:ext uri="{FF2B5EF4-FFF2-40B4-BE49-F238E27FC236}">
                            <a16:creationId xmlns:a16="http://schemas.microsoft.com/office/drawing/2014/main" id="{BC07EC31-A2B6-48DE-B0D6-C25BC190BE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28271" y="2620580"/>
                        <a:ext cx="135637" cy="166822"/>
                      </a:xfrm>
                      <a:custGeom>
                        <a:avLst/>
                        <a:gdLst>
                          <a:gd name="connsiteX0" fmla="*/ 121073 w 135637"/>
                          <a:gd name="connsiteY0" fmla="*/ 76899 h 166822"/>
                          <a:gd name="connsiteX1" fmla="*/ 116501 w 135637"/>
                          <a:gd name="connsiteY1" fmla="*/ 84043 h 166822"/>
                          <a:gd name="connsiteX2" fmla="*/ 111643 w 135637"/>
                          <a:gd name="connsiteY2" fmla="*/ 90996 h 166822"/>
                          <a:gd name="connsiteX3" fmla="*/ 100308 w 135637"/>
                          <a:gd name="connsiteY3" fmla="*/ 106332 h 166822"/>
                          <a:gd name="connsiteX4" fmla="*/ 78686 w 135637"/>
                          <a:gd name="connsiteY4" fmla="*/ 133478 h 166822"/>
                          <a:gd name="connsiteX5" fmla="*/ 16488 w 135637"/>
                          <a:gd name="connsiteY5" fmla="*/ 166720 h 166822"/>
                          <a:gd name="connsiteX6" fmla="*/ 105 w 135637"/>
                          <a:gd name="connsiteY6" fmla="*/ 152718 h 166822"/>
                          <a:gd name="connsiteX7" fmla="*/ 20203 w 135637"/>
                          <a:gd name="connsiteY7" fmla="*/ 85853 h 166822"/>
                          <a:gd name="connsiteX8" fmla="*/ 38872 w 135637"/>
                          <a:gd name="connsiteY8" fmla="*/ 60611 h 166822"/>
                          <a:gd name="connsiteX9" fmla="*/ 57636 w 135637"/>
                          <a:gd name="connsiteY9" fmla="*/ 36418 h 166822"/>
                          <a:gd name="connsiteX10" fmla="*/ 70399 w 135637"/>
                          <a:gd name="connsiteY10" fmla="*/ 21940 h 166822"/>
                          <a:gd name="connsiteX11" fmla="*/ 85258 w 135637"/>
                          <a:gd name="connsiteY11" fmla="*/ 10605 h 166822"/>
                          <a:gd name="connsiteX12" fmla="*/ 117644 w 135637"/>
                          <a:gd name="connsiteY12" fmla="*/ 128 h 166822"/>
                          <a:gd name="connsiteX13" fmla="*/ 135075 w 135637"/>
                          <a:gd name="connsiteY13" fmla="*/ 11939 h 166822"/>
                          <a:gd name="connsiteX14" fmla="*/ 134217 w 135637"/>
                          <a:gd name="connsiteY14" fmla="*/ 42419 h 166822"/>
                          <a:gd name="connsiteX15" fmla="*/ 121073 w 135637"/>
                          <a:gd name="connsiteY15" fmla="*/ 76899 h 1668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35637" h="166822">
                            <a:moveTo>
                              <a:pt x="121073" y="76899"/>
                            </a:moveTo>
                            <a:cubicBezTo>
                              <a:pt x="119739" y="78995"/>
                              <a:pt x="118120" y="81376"/>
                              <a:pt x="116501" y="84043"/>
                            </a:cubicBezTo>
                            <a:cubicBezTo>
                              <a:pt x="114976" y="86234"/>
                              <a:pt x="113357" y="88520"/>
                              <a:pt x="111643" y="90996"/>
                            </a:cubicBezTo>
                            <a:cubicBezTo>
                              <a:pt x="108119" y="95759"/>
                              <a:pt x="104214" y="101093"/>
                              <a:pt x="100308" y="106332"/>
                            </a:cubicBezTo>
                            <a:cubicBezTo>
                              <a:pt x="92402" y="116809"/>
                              <a:pt x="84211" y="127001"/>
                              <a:pt x="78686" y="133478"/>
                            </a:cubicBezTo>
                            <a:cubicBezTo>
                              <a:pt x="57826" y="157481"/>
                              <a:pt x="39348" y="163672"/>
                              <a:pt x="16488" y="166720"/>
                            </a:cubicBezTo>
                            <a:cubicBezTo>
                              <a:pt x="8582" y="167768"/>
                              <a:pt x="391" y="160624"/>
                              <a:pt x="105" y="152718"/>
                            </a:cubicBezTo>
                            <a:cubicBezTo>
                              <a:pt x="-752" y="130144"/>
                              <a:pt x="3439" y="110046"/>
                              <a:pt x="20203" y="85853"/>
                            </a:cubicBezTo>
                            <a:cubicBezTo>
                              <a:pt x="24680" y="79376"/>
                              <a:pt x="31728" y="69946"/>
                              <a:pt x="38872" y="60611"/>
                            </a:cubicBezTo>
                            <a:cubicBezTo>
                              <a:pt x="45920" y="51563"/>
                              <a:pt x="52874" y="42609"/>
                              <a:pt x="57636" y="36418"/>
                            </a:cubicBezTo>
                            <a:cubicBezTo>
                              <a:pt x="61065" y="32036"/>
                              <a:pt x="65828" y="26322"/>
                              <a:pt x="70399" y="21940"/>
                            </a:cubicBezTo>
                            <a:cubicBezTo>
                              <a:pt x="75162" y="17463"/>
                              <a:pt x="80020" y="13558"/>
                              <a:pt x="85258" y="10605"/>
                            </a:cubicBezTo>
                            <a:cubicBezTo>
                              <a:pt x="95546" y="4604"/>
                              <a:pt x="106214" y="1461"/>
                              <a:pt x="117644" y="128"/>
                            </a:cubicBezTo>
                            <a:cubicBezTo>
                              <a:pt x="125550" y="-920"/>
                              <a:pt x="134503" y="4604"/>
                              <a:pt x="135075" y="11939"/>
                            </a:cubicBezTo>
                            <a:cubicBezTo>
                              <a:pt x="135931" y="22416"/>
                              <a:pt x="135931" y="32322"/>
                              <a:pt x="134217" y="42419"/>
                            </a:cubicBezTo>
                            <a:cubicBezTo>
                              <a:pt x="132217" y="52610"/>
                              <a:pt x="129455" y="62612"/>
                              <a:pt x="121073" y="7689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01" name="Forme libre : forme 10100">
                        <a:extLst>
                          <a:ext uri="{FF2B5EF4-FFF2-40B4-BE49-F238E27FC236}">
                            <a16:creationId xmlns:a16="http://schemas.microsoft.com/office/drawing/2014/main" id="{45C3CF5A-49B0-441B-96CD-8B717C0ACE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5330" y="2632043"/>
                        <a:ext cx="128396" cy="155277"/>
                      </a:xfrm>
                      <a:custGeom>
                        <a:avLst/>
                        <a:gdLst>
                          <a:gd name="connsiteX0" fmla="*/ 56674 w 128396"/>
                          <a:gd name="connsiteY0" fmla="*/ 97155 h 155277"/>
                          <a:gd name="connsiteX1" fmla="*/ 0 w 128396"/>
                          <a:gd name="connsiteY1" fmla="*/ 152781 h 155277"/>
                          <a:gd name="connsiteX2" fmla="*/ 9239 w 128396"/>
                          <a:gd name="connsiteY2" fmla="*/ 155162 h 155277"/>
                          <a:gd name="connsiteX3" fmla="*/ 20669 w 128396"/>
                          <a:gd name="connsiteY3" fmla="*/ 153258 h 155277"/>
                          <a:gd name="connsiteX4" fmla="*/ 51530 w 128396"/>
                          <a:gd name="connsiteY4" fmla="*/ 140208 h 155277"/>
                          <a:gd name="connsiteX5" fmla="*/ 71438 w 128396"/>
                          <a:gd name="connsiteY5" fmla="*/ 121920 h 155277"/>
                          <a:gd name="connsiteX6" fmla="*/ 78581 w 128396"/>
                          <a:gd name="connsiteY6" fmla="*/ 113443 h 155277"/>
                          <a:gd name="connsiteX7" fmla="*/ 110585 w 128396"/>
                          <a:gd name="connsiteY7" fmla="*/ 70676 h 155277"/>
                          <a:gd name="connsiteX8" fmla="*/ 113919 w 128396"/>
                          <a:gd name="connsiteY8" fmla="*/ 65437 h 155277"/>
                          <a:gd name="connsiteX9" fmla="*/ 124968 w 128396"/>
                          <a:gd name="connsiteY9" fmla="*/ 39815 h 155277"/>
                          <a:gd name="connsiteX10" fmla="*/ 128397 w 128396"/>
                          <a:gd name="connsiteY10" fmla="*/ 10192 h 155277"/>
                          <a:gd name="connsiteX11" fmla="*/ 127921 w 128396"/>
                          <a:gd name="connsiteY11" fmla="*/ 381 h 155277"/>
                          <a:gd name="connsiteX12" fmla="*/ 127825 w 128396"/>
                          <a:gd name="connsiteY12" fmla="*/ 0 h 155277"/>
                          <a:gd name="connsiteX13" fmla="*/ 92011 w 128396"/>
                          <a:gd name="connsiteY13" fmla="*/ 47435 h 155277"/>
                          <a:gd name="connsiteX14" fmla="*/ 56674 w 128396"/>
                          <a:gd name="connsiteY14" fmla="*/ 97155 h 155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28396" h="155277">
                            <a:moveTo>
                              <a:pt x="56674" y="97155"/>
                            </a:moveTo>
                            <a:cubicBezTo>
                              <a:pt x="41053" y="119920"/>
                              <a:pt x="22003" y="142875"/>
                              <a:pt x="0" y="152781"/>
                            </a:cubicBezTo>
                            <a:cubicBezTo>
                              <a:pt x="2762" y="154591"/>
                              <a:pt x="6001" y="155639"/>
                              <a:pt x="9239" y="155162"/>
                            </a:cubicBezTo>
                            <a:cubicBezTo>
                              <a:pt x="13145" y="154591"/>
                              <a:pt x="16954" y="154019"/>
                              <a:pt x="20669" y="153258"/>
                            </a:cubicBezTo>
                            <a:cubicBezTo>
                              <a:pt x="31337" y="150876"/>
                              <a:pt x="41434" y="147161"/>
                              <a:pt x="51530" y="140208"/>
                            </a:cubicBezTo>
                            <a:cubicBezTo>
                              <a:pt x="58102" y="135636"/>
                              <a:pt x="64579" y="129731"/>
                              <a:pt x="71438" y="121920"/>
                            </a:cubicBezTo>
                            <a:cubicBezTo>
                              <a:pt x="73437" y="119539"/>
                              <a:pt x="75914" y="116586"/>
                              <a:pt x="78581" y="113443"/>
                            </a:cubicBezTo>
                            <a:cubicBezTo>
                              <a:pt x="88868" y="100679"/>
                              <a:pt x="101918" y="83344"/>
                              <a:pt x="110585" y="70676"/>
                            </a:cubicBezTo>
                            <a:cubicBezTo>
                              <a:pt x="111823" y="68771"/>
                              <a:pt x="112966" y="67056"/>
                              <a:pt x="113919" y="65437"/>
                            </a:cubicBezTo>
                            <a:cubicBezTo>
                              <a:pt x="119919" y="55054"/>
                              <a:pt x="122777" y="47435"/>
                              <a:pt x="124968" y="39815"/>
                            </a:cubicBezTo>
                            <a:cubicBezTo>
                              <a:pt x="127730" y="29623"/>
                              <a:pt x="128397" y="20098"/>
                              <a:pt x="128397" y="10192"/>
                            </a:cubicBezTo>
                            <a:cubicBezTo>
                              <a:pt x="128397" y="6953"/>
                              <a:pt x="128206" y="3715"/>
                              <a:pt x="127921" y="381"/>
                            </a:cubicBezTo>
                            <a:lnTo>
                              <a:pt x="127825" y="0"/>
                            </a:lnTo>
                            <a:cubicBezTo>
                              <a:pt x="114395" y="14192"/>
                              <a:pt x="103155" y="30099"/>
                              <a:pt x="92011" y="47435"/>
                            </a:cubicBezTo>
                            <a:cubicBezTo>
                              <a:pt x="79914" y="64961"/>
                              <a:pt x="67818" y="80582"/>
                              <a:pt x="56674" y="9715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02" name="Forme libre : forme 10101">
                        <a:extLst>
                          <a:ext uri="{FF2B5EF4-FFF2-40B4-BE49-F238E27FC236}">
                            <a16:creationId xmlns:a16="http://schemas.microsoft.com/office/drawing/2014/main" id="{F6481307-2043-4FA3-88D3-C09F0F0DFB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76666" y="2653950"/>
                        <a:ext cx="60270" cy="77070"/>
                      </a:xfrm>
                      <a:custGeom>
                        <a:avLst/>
                        <a:gdLst>
                          <a:gd name="connsiteX0" fmla="*/ 58105 w 60270"/>
                          <a:gd name="connsiteY0" fmla="*/ 667 h 77070"/>
                          <a:gd name="connsiteX1" fmla="*/ 55629 w 60270"/>
                          <a:gd name="connsiteY1" fmla="*/ 22384 h 77070"/>
                          <a:gd name="connsiteX2" fmla="*/ 47627 w 60270"/>
                          <a:gd name="connsiteY2" fmla="*/ 37529 h 77070"/>
                          <a:gd name="connsiteX3" fmla="*/ 40293 w 60270"/>
                          <a:gd name="connsiteY3" fmla="*/ 48292 h 77070"/>
                          <a:gd name="connsiteX4" fmla="*/ 2288 w 60270"/>
                          <a:gd name="connsiteY4" fmla="*/ 76010 h 77070"/>
                          <a:gd name="connsiteX5" fmla="*/ 20291 w 60270"/>
                          <a:gd name="connsiteY5" fmla="*/ 33624 h 77070"/>
                          <a:gd name="connsiteX6" fmla="*/ 28292 w 60270"/>
                          <a:gd name="connsiteY6" fmla="*/ 24099 h 77070"/>
                          <a:gd name="connsiteX7" fmla="*/ 38674 w 60270"/>
                          <a:gd name="connsiteY7" fmla="*/ 12288 h 77070"/>
                          <a:gd name="connsiteX8" fmla="*/ 58105 w 60270"/>
                          <a:gd name="connsiteY8" fmla="*/ 667 h 77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0270" h="77070">
                            <a:moveTo>
                              <a:pt x="58105" y="667"/>
                            </a:moveTo>
                            <a:cubicBezTo>
                              <a:pt x="62296" y="3429"/>
                              <a:pt x="59820" y="12478"/>
                              <a:pt x="55629" y="22384"/>
                            </a:cubicBezTo>
                            <a:cubicBezTo>
                              <a:pt x="53533" y="27337"/>
                              <a:pt x="50485" y="32862"/>
                              <a:pt x="47627" y="37529"/>
                            </a:cubicBezTo>
                            <a:cubicBezTo>
                              <a:pt x="44865" y="41910"/>
                              <a:pt x="42198" y="45816"/>
                              <a:pt x="40293" y="48292"/>
                            </a:cubicBezTo>
                            <a:cubicBezTo>
                              <a:pt x="32864" y="58293"/>
                              <a:pt x="11242" y="82392"/>
                              <a:pt x="2288" y="76010"/>
                            </a:cubicBezTo>
                            <a:cubicBezTo>
                              <a:pt x="-6665" y="69533"/>
                              <a:pt x="13051" y="42577"/>
                              <a:pt x="20291" y="33624"/>
                            </a:cubicBezTo>
                            <a:cubicBezTo>
                              <a:pt x="22100" y="31433"/>
                              <a:pt x="24958" y="28004"/>
                              <a:pt x="28292" y="24099"/>
                            </a:cubicBezTo>
                            <a:cubicBezTo>
                              <a:pt x="31530" y="20479"/>
                              <a:pt x="35150" y="16288"/>
                              <a:pt x="38674" y="12288"/>
                            </a:cubicBezTo>
                            <a:cubicBezTo>
                              <a:pt x="45913" y="4096"/>
                              <a:pt x="53914" y="-2095"/>
                              <a:pt x="58105" y="66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03" name="Forme libre : forme 10102">
                        <a:extLst>
                          <a:ext uri="{FF2B5EF4-FFF2-40B4-BE49-F238E27FC236}">
                            <a16:creationId xmlns:a16="http://schemas.microsoft.com/office/drawing/2014/main" id="{0A8CD284-67B1-4B88-B0DC-270F4553C1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76199" y="2684240"/>
                        <a:ext cx="51808" cy="46504"/>
                      </a:xfrm>
                      <a:custGeom>
                        <a:avLst/>
                        <a:gdLst>
                          <a:gd name="connsiteX0" fmla="*/ 6851 w 51808"/>
                          <a:gd name="connsiteY0" fmla="*/ 24003 h 46504"/>
                          <a:gd name="connsiteX1" fmla="*/ 2469 w 51808"/>
                          <a:gd name="connsiteY1" fmla="*/ 46006 h 46504"/>
                          <a:gd name="connsiteX2" fmla="*/ 41045 w 51808"/>
                          <a:gd name="connsiteY2" fmla="*/ 17526 h 46504"/>
                          <a:gd name="connsiteX3" fmla="*/ 51809 w 51808"/>
                          <a:gd name="connsiteY3" fmla="*/ 0 h 46504"/>
                          <a:gd name="connsiteX4" fmla="*/ 44760 w 51808"/>
                          <a:gd name="connsiteY4" fmla="*/ 8668 h 46504"/>
                          <a:gd name="connsiteX5" fmla="*/ 6851 w 51808"/>
                          <a:gd name="connsiteY5" fmla="*/ 24003 h 465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1808" h="46504">
                            <a:moveTo>
                              <a:pt x="6851" y="24003"/>
                            </a:moveTo>
                            <a:cubicBezTo>
                              <a:pt x="4755" y="29813"/>
                              <a:pt x="-4294" y="43529"/>
                              <a:pt x="2469" y="46006"/>
                            </a:cubicBezTo>
                            <a:cubicBezTo>
                              <a:pt x="13328" y="49911"/>
                              <a:pt x="31520" y="30004"/>
                              <a:pt x="41045" y="17526"/>
                            </a:cubicBezTo>
                            <a:cubicBezTo>
                              <a:pt x="43807" y="13811"/>
                              <a:pt x="49332" y="5334"/>
                              <a:pt x="51809" y="0"/>
                            </a:cubicBezTo>
                            <a:cubicBezTo>
                              <a:pt x="49903" y="2572"/>
                              <a:pt x="46855" y="6858"/>
                              <a:pt x="44760" y="8668"/>
                            </a:cubicBezTo>
                            <a:cubicBezTo>
                              <a:pt x="32568" y="19240"/>
                              <a:pt x="16947" y="30671"/>
                              <a:pt x="6851" y="24003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04" name="Forme libre : forme 10103">
                        <a:extLst>
                          <a:ext uri="{FF2B5EF4-FFF2-40B4-BE49-F238E27FC236}">
                            <a16:creationId xmlns:a16="http://schemas.microsoft.com/office/drawing/2014/main" id="{64FD1782-8490-4657-A03B-25FFFD5517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81655" y="2650704"/>
                        <a:ext cx="59583" cy="78142"/>
                      </a:xfrm>
                      <a:custGeom>
                        <a:avLst/>
                        <a:gdLst>
                          <a:gd name="connsiteX0" fmla="*/ 58069 w 59583"/>
                          <a:gd name="connsiteY0" fmla="*/ 1341 h 78142"/>
                          <a:gd name="connsiteX1" fmla="*/ 54926 w 59583"/>
                          <a:gd name="connsiteY1" fmla="*/ 23915 h 78142"/>
                          <a:gd name="connsiteX2" fmla="*/ 40257 w 59583"/>
                          <a:gd name="connsiteY2" fmla="*/ 49823 h 78142"/>
                          <a:gd name="connsiteX3" fmla="*/ 2443 w 59583"/>
                          <a:gd name="connsiteY3" fmla="*/ 77160 h 78142"/>
                          <a:gd name="connsiteX4" fmla="*/ 20350 w 59583"/>
                          <a:gd name="connsiteY4" fmla="*/ 34964 h 78142"/>
                          <a:gd name="connsiteX5" fmla="*/ 38924 w 59583"/>
                          <a:gd name="connsiteY5" fmla="*/ 12199 h 78142"/>
                          <a:gd name="connsiteX6" fmla="*/ 58069 w 59583"/>
                          <a:gd name="connsiteY6" fmla="*/ 1341 h 78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9583" h="78142">
                            <a:moveTo>
                              <a:pt x="58069" y="1341"/>
                            </a:moveTo>
                            <a:cubicBezTo>
                              <a:pt x="61307" y="5436"/>
                              <a:pt x="58926" y="14295"/>
                              <a:pt x="54926" y="23915"/>
                            </a:cubicBezTo>
                            <a:cubicBezTo>
                              <a:pt x="51116" y="33535"/>
                              <a:pt x="43972" y="44680"/>
                              <a:pt x="40257" y="49823"/>
                            </a:cubicBezTo>
                            <a:cubicBezTo>
                              <a:pt x="32542" y="60872"/>
                              <a:pt x="11968" y="83065"/>
                              <a:pt x="2443" y="77160"/>
                            </a:cubicBezTo>
                            <a:cubicBezTo>
                              <a:pt x="-7082" y="71254"/>
                              <a:pt x="13873" y="43441"/>
                              <a:pt x="20350" y="34964"/>
                            </a:cubicBezTo>
                            <a:cubicBezTo>
                              <a:pt x="23874" y="30583"/>
                              <a:pt x="31399" y="20962"/>
                              <a:pt x="38924" y="12199"/>
                            </a:cubicBezTo>
                            <a:cubicBezTo>
                              <a:pt x="46639" y="3341"/>
                              <a:pt x="54831" y="-2850"/>
                              <a:pt x="58069" y="134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05" name="Forme libre : forme 10104">
                        <a:extLst>
                          <a:ext uri="{FF2B5EF4-FFF2-40B4-BE49-F238E27FC236}">
                            <a16:creationId xmlns:a16="http://schemas.microsoft.com/office/drawing/2014/main" id="{B1344C90-F442-4245-9AA7-AA9E1A58D4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44857" y="2679301"/>
                        <a:ext cx="93275" cy="86397"/>
                      </a:xfrm>
                      <a:custGeom>
                        <a:avLst/>
                        <a:gdLst>
                          <a:gd name="connsiteX0" fmla="*/ 7999 w 93275"/>
                          <a:gd name="connsiteY0" fmla="*/ 85329 h 86397"/>
                          <a:gd name="connsiteX1" fmla="*/ 24858 w 93275"/>
                          <a:gd name="connsiteY1" fmla="*/ 83520 h 86397"/>
                          <a:gd name="connsiteX2" fmla="*/ 64101 w 93275"/>
                          <a:gd name="connsiteY2" fmla="*/ 59802 h 86397"/>
                          <a:gd name="connsiteX3" fmla="*/ 89914 w 93275"/>
                          <a:gd name="connsiteY3" fmla="*/ 22083 h 86397"/>
                          <a:gd name="connsiteX4" fmla="*/ 93248 w 93275"/>
                          <a:gd name="connsiteY4" fmla="*/ 7605 h 86397"/>
                          <a:gd name="connsiteX5" fmla="*/ 88390 w 93275"/>
                          <a:gd name="connsiteY5" fmla="*/ 80 h 86397"/>
                          <a:gd name="connsiteX6" fmla="*/ 75055 w 93275"/>
                          <a:gd name="connsiteY6" fmla="*/ 9225 h 86397"/>
                          <a:gd name="connsiteX7" fmla="*/ 39812 w 93275"/>
                          <a:gd name="connsiteY7" fmla="*/ 32275 h 86397"/>
                          <a:gd name="connsiteX8" fmla="*/ 5046 w 93275"/>
                          <a:gd name="connsiteY8" fmla="*/ 55802 h 86397"/>
                          <a:gd name="connsiteX9" fmla="*/ 7999 w 93275"/>
                          <a:gd name="connsiteY9" fmla="*/ 85329 h 863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3275" h="86397">
                            <a:moveTo>
                              <a:pt x="7999" y="85329"/>
                            </a:moveTo>
                            <a:cubicBezTo>
                              <a:pt x="14476" y="87234"/>
                              <a:pt x="17428" y="86568"/>
                              <a:pt x="24858" y="83520"/>
                            </a:cubicBezTo>
                            <a:cubicBezTo>
                              <a:pt x="39050" y="77614"/>
                              <a:pt x="50766" y="72756"/>
                              <a:pt x="64101" y="59802"/>
                            </a:cubicBezTo>
                            <a:cubicBezTo>
                              <a:pt x="75245" y="49039"/>
                              <a:pt x="85056" y="34656"/>
                              <a:pt x="89914" y="22083"/>
                            </a:cubicBezTo>
                            <a:cubicBezTo>
                              <a:pt x="91533" y="17607"/>
                              <a:pt x="93534" y="11415"/>
                              <a:pt x="93248" y="7605"/>
                            </a:cubicBezTo>
                            <a:cubicBezTo>
                              <a:pt x="93057" y="3605"/>
                              <a:pt x="91628" y="747"/>
                              <a:pt x="88390" y="80"/>
                            </a:cubicBezTo>
                            <a:cubicBezTo>
                              <a:pt x="84485" y="-777"/>
                              <a:pt x="80008" y="5414"/>
                              <a:pt x="75055" y="9225"/>
                            </a:cubicBezTo>
                            <a:cubicBezTo>
                              <a:pt x="63720" y="17702"/>
                              <a:pt x="53147" y="26179"/>
                              <a:pt x="39812" y="32275"/>
                            </a:cubicBezTo>
                            <a:cubicBezTo>
                              <a:pt x="28382" y="37514"/>
                              <a:pt x="13999" y="41514"/>
                              <a:pt x="5046" y="55802"/>
                            </a:cubicBezTo>
                            <a:cubicBezTo>
                              <a:pt x="-2955" y="68756"/>
                              <a:pt x="-1050" y="82758"/>
                              <a:pt x="7999" y="8532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06" name="Forme libre : forme 10105">
                        <a:extLst>
                          <a:ext uri="{FF2B5EF4-FFF2-40B4-BE49-F238E27FC236}">
                            <a16:creationId xmlns:a16="http://schemas.microsoft.com/office/drawing/2014/main" id="{261B6D93-61AC-47C1-BC54-ACE9E29080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57777" y="2705519"/>
                        <a:ext cx="19962" cy="34977"/>
                      </a:xfrm>
                      <a:custGeom>
                        <a:avLst/>
                        <a:gdLst>
                          <a:gd name="connsiteX0" fmla="*/ 508 w 19962"/>
                          <a:gd name="connsiteY0" fmla="*/ 29966 h 34977"/>
                          <a:gd name="connsiteX1" fmla="*/ 317 w 19962"/>
                          <a:gd name="connsiteY1" fmla="*/ 34347 h 34977"/>
                          <a:gd name="connsiteX2" fmla="*/ 3937 w 19962"/>
                          <a:gd name="connsiteY2" fmla="*/ 33585 h 34977"/>
                          <a:gd name="connsiteX3" fmla="*/ 8318 w 19962"/>
                          <a:gd name="connsiteY3" fmla="*/ 28156 h 34977"/>
                          <a:gd name="connsiteX4" fmla="*/ 17081 w 19962"/>
                          <a:gd name="connsiteY4" fmla="*/ 13392 h 34977"/>
                          <a:gd name="connsiteX5" fmla="*/ 19558 w 19962"/>
                          <a:gd name="connsiteY5" fmla="*/ 7677 h 34977"/>
                          <a:gd name="connsiteX6" fmla="*/ 10604 w 19962"/>
                          <a:gd name="connsiteY6" fmla="*/ 5391 h 34977"/>
                          <a:gd name="connsiteX7" fmla="*/ 508 w 19962"/>
                          <a:gd name="connsiteY7" fmla="*/ 29966 h 349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9962" h="34977">
                            <a:moveTo>
                              <a:pt x="508" y="29966"/>
                            </a:moveTo>
                            <a:cubicBezTo>
                              <a:pt x="32" y="31871"/>
                              <a:pt x="-255" y="33204"/>
                              <a:pt x="317" y="34347"/>
                            </a:cubicBezTo>
                            <a:cubicBezTo>
                              <a:pt x="889" y="35585"/>
                              <a:pt x="2508" y="34823"/>
                              <a:pt x="3937" y="33585"/>
                            </a:cubicBezTo>
                            <a:cubicBezTo>
                              <a:pt x="5461" y="32347"/>
                              <a:pt x="7080" y="29966"/>
                              <a:pt x="8318" y="28156"/>
                            </a:cubicBezTo>
                            <a:cubicBezTo>
                              <a:pt x="11462" y="23393"/>
                              <a:pt x="14604" y="18250"/>
                              <a:pt x="17081" y="13392"/>
                            </a:cubicBezTo>
                            <a:cubicBezTo>
                              <a:pt x="18129" y="11392"/>
                              <a:pt x="19177" y="9487"/>
                              <a:pt x="19558" y="7677"/>
                            </a:cubicBezTo>
                            <a:cubicBezTo>
                              <a:pt x="21367" y="-229"/>
                              <a:pt x="16891" y="-3658"/>
                              <a:pt x="10604" y="5391"/>
                            </a:cubicBezTo>
                            <a:cubicBezTo>
                              <a:pt x="5842" y="12440"/>
                              <a:pt x="2317" y="22441"/>
                              <a:pt x="508" y="29966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07" name="Forme libre : forme 10106">
                        <a:extLst>
                          <a:ext uri="{FF2B5EF4-FFF2-40B4-BE49-F238E27FC236}">
                            <a16:creationId xmlns:a16="http://schemas.microsoft.com/office/drawing/2014/main" id="{BC5558B7-8EB5-41F5-8A13-EE2875EB92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49344" y="2632519"/>
                        <a:ext cx="11462" cy="61912"/>
                      </a:xfrm>
                      <a:custGeom>
                        <a:avLst/>
                        <a:gdLst>
                          <a:gd name="connsiteX0" fmla="*/ 10192 w 11462"/>
                          <a:gd name="connsiteY0" fmla="*/ 0 h 61912"/>
                          <a:gd name="connsiteX1" fmla="*/ 8858 w 11462"/>
                          <a:gd name="connsiteY1" fmla="*/ 29337 h 61912"/>
                          <a:gd name="connsiteX2" fmla="*/ 0 w 11462"/>
                          <a:gd name="connsiteY2" fmla="*/ 61913 h 61912"/>
                          <a:gd name="connsiteX3" fmla="*/ 6668 w 11462"/>
                          <a:gd name="connsiteY3" fmla="*/ 29813 h 61912"/>
                          <a:gd name="connsiteX4" fmla="*/ 10192 w 11462"/>
                          <a:gd name="connsiteY4" fmla="*/ 0 h 619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62" h="61912">
                            <a:moveTo>
                              <a:pt x="10192" y="0"/>
                            </a:moveTo>
                            <a:cubicBezTo>
                              <a:pt x="12668" y="7715"/>
                              <a:pt x="11144" y="18383"/>
                              <a:pt x="8858" y="29337"/>
                            </a:cubicBezTo>
                            <a:cubicBezTo>
                              <a:pt x="6477" y="40291"/>
                              <a:pt x="3620" y="51625"/>
                              <a:pt x="0" y="61913"/>
                            </a:cubicBezTo>
                            <a:cubicBezTo>
                              <a:pt x="3906" y="50768"/>
                              <a:pt x="5239" y="40386"/>
                              <a:pt x="6668" y="29813"/>
                            </a:cubicBezTo>
                            <a:cubicBezTo>
                              <a:pt x="8001" y="19336"/>
                              <a:pt x="9144" y="9049"/>
                              <a:pt x="1019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08" name="Forme libre : forme 10107">
                        <a:extLst>
                          <a:ext uri="{FF2B5EF4-FFF2-40B4-BE49-F238E27FC236}">
                            <a16:creationId xmlns:a16="http://schemas.microsoft.com/office/drawing/2014/main" id="{D7F898E6-3886-4831-A031-16C585718A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0567" y="2706052"/>
                        <a:ext cx="21049" cy="67436"/>
                      </a:xfrm>
                      <a:custGeom>
                        <a:avLst/>
                        <a:gdLst>
                          <a:gd name="connsiteX0" fmla="*/ 21050 w 21049"/>
                          <a:gd name="connsiteY0" fmla="*/ 0 h 67436"/>
                          <a:gd name="connsiteX1" fmla="*/ 0 w 21049"/>
                          <a:gd name="connsiteY1" fmla="*/ 67437 h 67436"/>
                          <a:gd name="connsiteX2" fmla="*/ 21050 w 21049"/>
                          <a:gd name="connsiteY2" fmla="*/ 0 h 67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1049" h="67436">
                            <a:moveTo>
                              <a:pt x="21050" y="0"/>
                            </a:moveTo>
                            <a:cubicBezTo>
                              <a:pt x="6477" y="21526"/>
                              <a:pt x="1143" y="46482"/>
                              <a:pt x="0" y="67437"/>
                            </a:cubicBezTo>
                            <a:cubicBezTo>
                              <a:pt x="0" y="47815"/>
                              <a:pt x="11239" y="20193"/>
                              <a:pt x="2105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09" name="Forme libre : forme 10108">
                        <a:extLst>
                          <a:ext uri="{FF2B5EF4-FFF2-40B4-BE49-F238E27FC236}">
                            <a16:creationId xmlns:a16="http://schemas.microsoft.com/office/drawing/2014/main" id="{4334E88B-633F-480F-B5E5-9A9DCDD782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6728" y="2669974"/>
                        <a:ext cx="23795" cy="26845"/>
                      </a:xfrm>
                      <a:custGeom>
                        <a:avLst/>
                        <a:gdLst>
                          <a:gd name="connsiteX0" fmla="*/ 23565 w 23795"/>
                          <a:gd name="connsiteY0" fmla="*/ 835 h 26845"/>
                          <a:gd name="connsiteX1" fmla="*/ 13088 w 23795"/>
                          <a:gd name="connsiteY1" fmla="*/ 18361 h 26845"/>
                          <a:gd name="connsiteX2" fmla="*/ 133 w 23795"/>
                          <a:gd name="connsiteY2" fmla="*/ 25696 h 26845"/>
                          <a:gd name="connsiteX3" fmla="*/ 10611 w 23795"/>
                          <a:gd name="connsiteY3" fmla="*/ 9598 h 26845"/>
                          <a:gd name="connsiteX4" fmla="*/ 23565 w 23795"/>
                          <a:gd name="connsiteY4" fmla="*/ 835 h 268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795" h="26845">
                            <a:moveTo>
                              <a:pt x="23565" y="835"/>
                            </a:moveTo>
                            <a:cubicBezTo>
                              <a:pt x="25375" y="4741"/>
                              <a:pt x="16040" y="15314"/>
                              <a:pt x="13088" y="18361"/>
                            </a:cubicBezTo>
                            <a:cubicBezTo>
                              <a:pt x="10135" y="21505"/>
                              <a:pt x="1467" y="29887"/>
                              <a:pt x="133" y="25696"/>
                            </a:cubicBezTo>
                            <a:cubicBezTo>
                              <a:pt x="-1200" y="21409"/>
                              <a:pt x="7848" y="12456"/>
                              <a:pt x="10611" y="9598"/>
                            </a:cubicBezTo>
                            <a:cubicBezTo>
                              <a:pt x="13278" y="6836"/>
                              <a:pt x="21755" y="-2879"/>
                              <a:pt x="23565" y="83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10" name="Forme libre : forme 10109">
                        <a:extLst>
                          <a:ext uri="{FF2B5EF4-FFF2-40B4-BE49-F238E27FC236}">
                            <a16:creationId xmlns:a16="http://schemas.microsoft.com/office/drawing/2014/main" id="{0D43FA4F-80C2-4A9D-B53B-3EC3856255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16512" y="2665707"/>
                        <a:ext cx="6401" cy="8302"/>
                      </a:xfrm>
                      <a:custGeom>
                        <a:avLst/>
                        <a:gdLst>
                          <a:gd name="connsiteX0" fmla="*/ 5876 w 6401"/>
                          <a:gd name="connsiteY0" fmla="*/ 55 h 8302"/>
                          <a:gd name="connsiteX1" fmla="*/ 4828 w 6401"/>
                          <a:gd name="connsiteY1" fmla="*/ 4722 h 8302"/>
                          <a:gd name="connsiteX2" fmla="*/ 542 w 6401"/>
                          <a:gd name="connsiteY2" fmla="*/ 8246 h 8302"/>
                          <a:gd name="connsiteX3" fmla="*/ 1590 w 6401"/>
                          <a:gd name="connsiteY3" fmla="*/ 3674 h 8302"/>
                          <a:gd name="connsiteX4" fmla="*/ 5876 w 6401"/>
                          <a:gd name="connsiteY4" fmla="*/ 55 h 83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01" h="8302">
                            <a:moveTo>
                              <a:pt x="5876" y="55"/>
                            </a:moveTo>
                            <a:cubicBezTo>
                              <a:pt x="7210" y="531"/>
                              <a:pt x="5686" y="3388"/>
                              <a:pt x="4828" y="4722"/>
                            </a:cubicBezTo>
                            <a:cubicBezTo>
                              <a:pt x="3876" y="6055"/>
                              <a:pt x="1876" y="8722"/>
                              <a:pt x="542" y="8246"/>
                            </a:cubicBezTo>
                            <a:cubicBezTo>
                              <a:pt x="-791" y="7675"/>
                              <a:pt x="637" y="5103"/>
                              <a:pt x="1590" y="3674"/>
                            </a:cubicBezTo>
                            <a:cubicBezTo>
                              <a:pt x="2447" y="2340"/>
                              <a:pt x="4543" y="-422"/>
                              <a:pt x="5876" y="5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111" name="Forme libre : forme 10110">
                        <a:extLst>
                          <a:ext uri="{FF2B5EF4-FFF2-40B4-BE49-F238E27FC236}">
                            <a16:creationId xmlns:a16="http://schemas.microsoft.com/office/drawing/2014/main" id="{14EC4F20-7F07-43ED-A0C1-37A34BD984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79656" y="2629833"/>
                        <a:ext cx="72714" cy="54693"/>
                      </a:xfrm>
                      <a:custGeom>
                        <a:avLst/>
                        <a:gdLst>
                          <a:gd name="connsiteX0" fmla="*/ 45113 w 72714"/>
                          <a:gd name="connsiteY0" fmla="*/ 7639 h 54693"/>
                          <a:gd name="connsiteX1" fmla="*/ 70259 w 72714"/>
                          <a:gd name="connsiteY1" fmla="*/ 19 h 54693"/>
                          <a:gd name="connsiteX2" fmla="*/ 70736 w 72714"/>
                          <a:gd name="connsiteY2" fmla="*/ 8306 h 54693"/>
                          <a:gd name="connsiteX3" fmla="*/ 61687 w 72714"/>
                          <a:gd name="connsiteY3" fmla="*/ 14116 h 54693"/>
                          <a:gd name="connsiteX4" fmla="*/ 33302 w 72714"/>
                          <a:gd name="connsiteY4" fmla="*/ 31832 h 54693"/>
                          <a:gd name="connsiteX5" fmla="*/ 26254 w 72714"/>
                          <a:gd name="connsiteY5" fmla="*/ 38405 h 54693"/>
                          <a:gd name="connsiteX6" fmla="*/ 15777 w 72714"/>
                          <a:gd name="connsiteY6" fmla="*/ 47358 h 54693"/>
                          <a:gd name="connsiteX7" fmla="*/ 156 w 72714"/>
                          <a:gd name="connsiteY7" fmla="*/ 52502 h 54693"/>
                          <a:gd name="connsiteX8" fmla="*/ 9109 w 72714"/>
                          <a:gd name="connsiteY8" fmla="*/ 33547 h 54693"/>
                          <a:gd name="connsiteX9" fmla="*/ 24063 w 72714"/>
                          <a:gd name="connsiteY9" fmla="*/ 18212 h 54693"/>
                          <a:gd name="connsiteX10" fmla="*/ 45113 w 72714"/>
                          <a:gd name="connsiteY10" fmla="*/ 7639 h 546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2714" h="54693">
                            <a:moveTo>
                              <a:pt x="45113" y="7639"/>
                            </a:moveTo>
                            <a:cubicBezTo>
                              <a:pt x="54544" y="2686"/>
                              <a:pt x="61687" y="-267"/>
                              <a:pt x="70259" y="19"/>
                            </a:cubicBezTo>
                            <a:cubicBezTo>
                              <a:pt x="73498" y="209"/>
                              <a:pt x="73403" y="4782"/>
                              <a:pt x="70736" y="8306"/>
                            </a:cubicBezTo>
                            <a:cubicBezTo>
                              <a:pt x="68069" y="11830"/>
                              <a:pt x="64830" y="12782"/>
                              <a:pt x="61687" y="14116"/>
                            </a:cubicBezTo>
                            <a:cubicBezTo>
                              <a:pt x="51781" y="18116"/>
                              <a:pt x="42637" y="24498"/>
                              <a:pt x="33302" y="31832"/>
                            </a:cubicBezTo>
                            <a:cubicBezTo>
                              <a:pt x="31874" y="32880"/>
                              <a:pt x="29302" y="35547"/>
                              <a:pt x="26254" y="38405"/>
                            </a:cubicBezTo>
                            <a:cubicBezTo>
                              <a:pt x="23397" y="40976"/>
                              <a:pt x="19682" y="44310"/>
                              <a:pt x="15777" y="47358"/>
                            </a:cubicBezTo>
                            <a:cubicBezTo>
                              <a:pt x="8252" y="53264"/>
                              <a:pt x="1203" y="57455"/>
                              <a:pt x="156" y="52502"/>
                            </a:cubicBezTo>
                            <a:cubicBezTo>
                              <a:pt x="-892" y="47549"/>
                              <a:pt x="3489" y="40310"/>
                              <a:pt x="9109" y="33547"/>
                            </a:cubicBezTo>
                            <a:cubicBezTo>
                              <a:pt x="13491" y="28308"/>
                              <a:pt x="20063" y="21450"/>
                              <a:pt x="24063" y="18212"/>
                            </a:cubicBezTo>
                            <a:cubicBezTo>
                              <a:pt x="32064" y="12020"/>
                              <a:pt x="37875" y="11258"/>
                              <a:pt x="45113" y="763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087" name="Graphique 1">
                      <a:extLst>
                        <a:ext uri="{FF2B5EF4-FFF2-40B4-BE49-F238E27FC236}">
                          <a16:creationId xmlns:a16="http://schemas.microsoft.com/office/drawing/2014/main" id="{81BDE8DF-666A-4DE3-8CC3-CAF155F41F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53725" y="2512046"/>
                      <a:ext cx="183417" cy="116384"/>
                      <a:chOff x="6153725" y="2512046"/>
                      <a:chExt cx="183417" cy="116384"/>
                    </a:xfrm>
                    <a:solidFill>
                      <a:schemeClr val="accent1"/>
                    </a:solidFill>
                  </p:grpSpPr>
                  <p:sp>
                    <p:nvSpPr>
                      <p:cNvPr id="10088" name="Forme libre : forme 10087">
                        <a:extLst>
                          <a:ext uri="{FF2B5EF4-FFF2-40B4-BE49-F238E27FC236}">
                            <a16:creationId xmlns:a16="http://schemas.microsoft.com/office/drawing/2014/main" id="{366DBDD2-07B9-4D1A-800E-62DBA0CBF9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53725" y="2512046"/>
                        <a:ext cx="183417" cy="116384"/>
                      </a:xfrm>
                      <a:custGeom>
                        <a:avLst/>
                        <a:gdLst>
                          <a:gd name="connsiteX0" fmla="*/ 134017 w 183417"/>
                          <a:gd name="connsiteY0" fmla="*/ 74658 h 116384"/>
                          <a:gd name="connsiteX1" fmla="*/ 78677 w 183417"/>
                          <a:gd name="connsiteY1" fmla="*/ 102661 h 116384"/>
                          <a:gd name="connsiteX2" fmla="*/ 14479 w 183417"/>
                          <a:gd name="connsiteY2" fmla="*/ 116282 h 116384"/>
                          <a:gd name="connsiteX3" fmla="*/ 96 w 183417"/>
                          <a:gd name="connsiteY3" fmla="*/ 100280 h 116384"/>
                          <a:gd name="connsiteX4" fmla="*/ 40673 w 183417"/>
                          <a:gd name="connsiteY4" fmla="*/ 37415 h 116384"/>
                          <a:gd name="connsiteX5" fmla="*/ 102490 w 183417"/>
                          <a:gd name="connsiteY5" fmla="*/ 6268 h 116384"/>
                          <a:gd name="connsiteX6" fmla="*/ 141923 w 183417"/>
                          <a:gd name="connsiteY6" fmla="*/ 172 h 116384"/>
                          <a:gd name="connsiteX7" fmla="*/ 173641 w 183417"/>
                          <a:gd name="connsiteY7" fmla="*/ 9697 h 116384"/>
                          <a:gd name="connsiteX8" fmla="*/ 182404 w 183417"/>
                          <a:gd name="connsiteY8" fmla="*/ 28842 h 116384"/>
                          <a:gd name="connsiteX9" fmla="*/ 164021 w 183417"/>
                          <a:gd name="connsiteY9" fmla="*/ 54274 h 116384"/>
                          <a:gd name="connsiteX10" fmla="*/ 134017 w 183417"/>
                          <a:gd name="connsiteY10" fmla="*/ 74658 h 1163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83417" h="116384">
                            <a:moveTo>
                              <a:pt x="134017" y="74658"/>
                            </a:moveTo>
                            <a:cubicBezTo>
                              <a:pt x="120206" y="80944"/>
                              <a:pt x="91822" y="95422"/>
                              <a:pt x="78677" y="102661"/>
                            </a:cubicBezTo>
                            <a:cubicBezTo>
                              <a:pt x="54198" y="116091"/>
                              <a:pt x="37243" y="116758"/>
                              <a:pt x="14479" y="116282"/>
                            </a:cubicBezTo>
                            <a:cubicBezTo>
                              <a:pt x="6763" y="116187"/>
                              <a:pt x="-952" y="108281"/>
                              <a:pt x="96" y="100280"/>
                            </a:cubicBezTo>
                            <a:cubicBezTo>
                              <a:pt x="2763" y="77229"/>
                              <a:pt x="13621" y="55988"/>
                              <a:pt x="40673" y="37415"/>
                            </a:cubicBezTo>
                            <a:cubicBezTo>
                              <a:pt x="55150" y="27509"/>
                              <a:pt x="86011" y="11602"/>
                              <a:pt x="102490" y="6268"/>
                            </a:cubicBezTo>
                            <a:cubicBezTo>
                              <a:pt x="117730" y="172"/>
                              <a:pt x="130588" y="-399"/>
                              <a:pt x="141923" y="172"/>
                            </a:cubicBezTo>
                            <a:cubicBezTo>
                              <a:pt x="153353" y="1410"/>
                              <a:pt x="163449" y="5125"/>
                              <a:pt x="173641" y="9697"/>
                            </a:cubicBezTo>
                            <a:cubicBezTo>
                              <a:pt x="180690" y="12936"/>
                              <a:pt x="185643" y="22175"/>
                              <a:pt x="182404" y="28842"/>
                            </a:cubicBezTo>
                            <a:cubicBezTo>
                              <a:pt x="177642" y="38558"/>
                              <a:pt x="171927" y="47035"/>
                              <a:pt x="164021" y="54274"/>
                            </a:cubicBezTo>
                            <a:cubicBezTo>
                              <a:pt x="156401" y="61989"/>
                              <a:pt x="146591" y="68466"/>
                              <a:pt x="134017" y="7465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89" name="Forme libre : forme 10088">
                        <a:extLst>
                          <a:ext uri="{FF2B5EF4-FFF2-40B4-BE49-F238E27FC236}">
                            <a16:creationId xmlns:a16="http://schemas.microsoft.com/office/drawing/2014/main" id="{9311AD18-73BA-404C-A35D-7A29AC1769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59250" y="2540222"/>
                        <a:ext cx="176878" cy="88145"/>
                      </a:xfrm>
                      <a:custGeom>
                        <a:avLst/>
                        <a:gdLst>
                          <a:gd name="connsiteX0" fmla="*/ 67723 w 176878"/>
                          <a:gd name="connsiteY0" fmla="*/ 46291 h 88145"/>
                          <a:gd name="connsiteX1" fmla="*/ 0 w 176878"/>
                          <a:gd name="connsiteY1" fmla="*/ 84487 h 88145"/>
                          <a:gd name="connsiteX2" fmla="*/ 8858 w 176878"/>
                          <a:gd name="connsiteY2" fmla="*/ 88011 h 88145"/>
                          <a:gd name="connsiteX3" fmla="*/ 20193 w 176878"/>
                          <a:gd name="connsiteY3" fmla="*/ 88106 h 88145"/>
                          <a:gd name="connsiteX4" fmla="*/ 35623 w 176878"/>
                          <a:gd name="connsiteY4" fmla="*/ 87058 h 88145"/>
                          <a:gd name="connsiteX5" fmla="*/ 51054 w 176878"/>
                          <a:gd name="connsiteY5" fmla="*/ 83725 h 88145"/>
                          <a:gd name="connsiteX6" fmla="*/ 73057 w 176878"/>
                          <a:gd name="connsiteY6" fmla="*/ 74200 h 88145"/>
                          <a:gd name="connsiteX7" fmla="*/ 81724 w 176878"/>
                          <a:gd name="connsiteY7" fmla="*/ 69628 h 88145"/>
                          <a:gd name="connsiteX8" fmla="*/ 91916 w 176878"/>
                          <a:gd name="connsiteY8" fmla="*/ 64008 h 88145"/>
                          <a:gd name="connsiteX9" fmla="*/ 103251 w 176878"/>
                          <a:gd name="connsiteY9" fmla="*/ 58388 h 88145"/>
                          <a:gd name="connsiteX10" fmla="*/ 124206 w 176878"/>
                          <a:gd name="connsiteY10" fmla="*/ 48292 h 88145"/>
                          <a:gd name="connsiteX11" fmla="*/ 128397 w 176878"/>
                          <a:gd name="connsiteY11" fmla="*/ 46196 h 88145"/>
                          <a:gd name="connsiteX12" fmla="*/ 151162 w 176878"/>
                          <a:gd name="connsiteY12" fmla="*/ 32195 h 88145"/>
                          <a:gd name="connsiteX13" fmla="*/ 171926 w 176878"/>
                          <a:gd name="connsiteY13" fmla="*/ 9144 h 88145"/>
                          <a:gd name="connsiteX14" fmla="*/ 176784 w 176878"/>
                          <a:gd name="connsiteY14" fmla="*/ 381 h 88145"/>
                          <a:gd name="connsiteX15" fmla="*/ 176879 w 176878"/>
                          <a:gd name="connsiteY15" fmla="*/ 0 h 88145"/>
                          <a:gd name="connsiteX16" fmla="*/ 67723 w 176878"/>
                          <a:gd name="connsiteY16" fmla="*/ 46291 h 881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76878" h="88145">
                            <a:moveTo>
                              <a:pt x="67723" y="46291"/>
                            </a:moveTo>
                            <a:cubicBezTo>
                              <a:pt x="45148" y="60960"/>
                              <a:pt x="22669" y="76962"/>
                              <a:pt x="0" y="84487"/>
                            </a:cubicBezTo>
                            <a:cubicBezTo>
                              <a:pt x="2571" y="86582"/>
                              <a:pt x="5619" y="87916"/>
                              <a:pt x="8858" y="88011"/>
                            </a:cubicBezTo>
                            <a:cubicBezTo>
                              <a:pt x="12763" y="88106"/>
                              <a:pt x="16573" y="88202"/>
                              <a:pt x="20193" y="88106"/>
                            </a:cubicBezTo>
                            <a:cubicBezTo>
                              <a:pt x="25336" y="87916"/>
                              <a:pt x="30575" y="87725"/>
                              <a:pt x="35623" y="87058"/>
                            </a:cubicBezTo>
                            <a:cubicBezTo>
                              <a:pt x="40671" y="86296"/>
                              <a:pt x="45720" y="85249"/>
                              <a:pt x="51054" y="83725"/>
                            </a:cubicBezTo>
                            <a:cubicBezTo>
                              <a:pt x="57721" y="81534"/>
                              <a:pt x="65055" y="78677"/>
                              <a:pt x="73057" y="74200"/>
                            </a:cubicBezTo>
                            <a:cubicBezTo>
                              <a:pt x="75438" y="72771"/>
                              <a:pt x="78486" y="71342"/>
                              <a:pt x="81724" y="69628"/>
                            </a:cubicBezTo>
                            <a:cubicBezTo>
                              <a:pt x="84867" y="67913"/>
                              <a:pt x="88392" y="66008"/>
                              <a:pt x="91916" y="64008"/>
                            </a:cubicBezTo>
                            <a:cubicBezTo>
                              <a:pt x="95631" y="62198"/>
                              <a:pt x="99441" y="60293"/>
                              <a:pt x="103251" y="58388"/>
                            </a:cubicBezTo>
                            <a:cubicBezTo>
                              <a:pt x="110680" y="54388"/>
                              <a:pt x="118300" y="51054"/>
                              <a:pt x="124206" y="48292"/>
                            </a:cubicBezTo>
                            <a:cubicBezTo>
                              <a:pt x="125730" y="47530"/>
                              <a:pt x="127159" y="46863"/>
                              <a:pt x="128397" y="46196"/>
                            </a:cubicBezTo>
                            <a:cubicBezTo>
                              <a:pt x="137160" y="41529"/>
                              <a:pt x="144970" y="37433"/>
                              <a:pt x="151162" y="32195"/>
                            </a:cubicBezTo>
                            <a:cubicBezTo>
                              <a:pt x="159734" y="25051"/>
                              <a:pt x="166401" y="17812"/>
                              <a:pt x="171926" y="9144"/>
                            </a:cubicBezTo>
                            <a:cubicBezTo>
                              <a:pt x="173641" y="6287"/>
                              <a:pt x="175260" y="3429"/>
                              <a:pt x="176784" y="381"/>
                            </a:cubicBezTo>
                            <a:lnTo>
                              <a:pt x="176879" y="0"/>
                            </a:lnTo>
                            <a:cubicBezTo>
                              <a:pt x="138684" y="10858"/>
                              <a:pt x="99822" y="25241"/>
                              <a:pt x="67723" y="4629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90" name="Forme libre : forme 10089">
                        <a:extLst>
                          <a:ext uri="{FF2B5EF4-FFF2-40B4-BE49-F238E27FC236}">
                            <a16:creationId xmlns:a16="http://schemas.microsoft.com/office/drawing/2014/main" id="{3EC4B483-192B-4E5E-84EE-94CCEF165B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3817" y="2540125"/>
                        <a:ext cx="86131" cy="45199"/>
                      </a:xfrm>
                      <a:custGeom>
                        <a:avLst/>
                        <a:gdLst>
                          <a:gd name="connsiteX0" fmla="*/ 85832 w 86131"/>
                          <a:gd name="connsiteY0" fmla="*/ 3621 h 45199"/>
                          <a:gd name="connsiteX1" fmla="*/ 71163 w 86131"/>
                          <a:gd name="connsiteY1" fmla="*/ 19718 h 45199"/>
                          <a:gd name="connsiteX2" fmla="*/ 46112 w 86131"/>
                          <a:gd name="connsiteY2" fmla="*/ 33244 h 45199"/>
                          <a:gd name="connsiteX3" fmla="*/ 21633 w 86131"/>
                          <a:gd name="connsiteY3" fmla="*/ 42769 h 45199"/>
                          <a:gd name="connsiteX4" fmla="*/ 868 w 86131"/>
                          <a:gd name="connsiteY4" fmla="*/ 42197 h 45199"/>
                          <a:gd name="connsiteX5" fmla="*/ 11537 w 86131"/>
                          <a:gd name="connsiteY5" fmla="*/ 24576 h 45199"/>
                          <a:gd name="connsiteX6" fmla="*/ 35349 w 86131"/>
                          <a:gd name="connsiteY6" fmla="*/ 10860 h 45199"/>
                          <a:gd name="connsiteX7" fmla="*/ 63162 w 86131"/>
                          <a:gd name="connsiteY7" fmla="*/ 1525 h 45199"/>
                          <a:gd name="connsiteX8" fmla="*/ 85832 w 86131"/>
                          <a:gd name="connsiteY8" fmla="*/ 3621 h 451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6131" h="45199">
                            <a:moveTo>
                              <a:pt x="85832" y="3621"/>
                            </a:moveTo>
                            <a:cubicBezTo>
                              <a:pt x="87737" y="8288"/>
                              <a:pt x="80307" y="14384"/>
                              <a:pt x="71163" y="19718"/>
                            </a:cubicBezTo>
                            <a:cubicBezTo>
                              <a:pt x="62209" y="25433"/>
                              <a:pt x="51446" y="30672"/>
                              <a:pt x="46112" y="33244"/>
                            </a:cubicBezTo>
                            <a:cubicBezTo>
                              <a:pt x="40873" y="36101"/>
                              <a:pt x="30682" y="39911"/>
                              <a:pt x="21633" y="42769"/>
                            </a:cubicBezTo>
                            <a:cubicBezTo>
                              <a:pt x="12584" y="45626"/>
                              <a:pt x="3821" y="46579"/>
                              <a:pt x="868" y="42197"/>
                            </a:cubicBezTo>
                            <a:cubicBezTo>
                              <a:pt x="-2275" y="37435"/>
                              <a:pt x="3535" y="30863"/>
                              <a:pt x="11537" y="24576"/>
                            </a:cubicBezTo>
                            <a:cubicBezTo>
                              <a:pt x="19442" y="18194"/>
                              <a:pt x="30015" y="13432"/>
                              <a:pt x="35349" y="10860"/>
                            </a:cubicBezTo>
                            <a:cubicBezTo>
                              <a:pt x="40778" y="8479"/>
                              <a:pt x="52494" y="4192"/>
                              <a:pt x="63162" y="1525"/>
                            </a:cubicBezTo>
                            <a:cubicBezTo>
                              <a:pt x="74021" y="-570"/>
                              <a:pt x="83927" y="-1046"/>
                              <a:pt x="85832" y="362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91" name="Forme libre : forme 10090">
                        <a:extLst>
                          <a:ext uri="{FF2B5EF4-FFF2-40B4-BE49-F238E27FC236}">
                            <a16:creationId xmlns:a16="http://schemas.microsoft.com/office/drawing/2014/main" id="{0D6AA443-663F-43B0-9427-45E39ACA90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2987" y="2563844"/>
                        <a:ext cx="64563" cy="21266"/>
                      </a:xfrm>
                      <a:custGeom>
                        <a:avLst/>
                        <a:gdLst>
                          <a:gd name="connsiteX0" fmla="*/ 13986 w 64563"/>
                          <a:gd name="connsiteY0" fmla="*/ 0 h 21266"/>
                          <a:gd name="connsiteX1" fmla="*/ 1317 w 64563"/>
                          <a:gd name="connsiteY1" fmla="*/ 18764 h 21266"/>
                          <a:gd name="connsiteX2" fmla="*/ 22463 w 64563"/>
                          <a:gd name="connsiteY2" fmla="*/ 19050 h 21266"/>
                          <a:gd name="connsiteX3" fmla="*/ 47419 w 64563"/>
                          <a:gd name="connsiteY3" fmla="*/ 9334 h 21266"/>
                          <a:gd name="connsiteX4" fmla="*/ 64564 w 64563"/>
                          <a:gd name="connsiteY4" fmla="*/ 95 h 21266"/>
                          <a:gd name="connsiteX5" fmla="*/ 54753 w 64563"/>
                          <a:gd name="connsiteY5" fmla="*/ 3524 h 21266"/>
                          <a:gd name="connsiteX6" fmla="*/ 31131 w 64563"/>
                          <a:gd name="connsiteY6" fmla="*/ 6572 h 21266"/>
                          <a:gd name="connsiteX7" fmla="*/ 13986 w 64563"/>
                          <a:gd name="connsiteY7" fmla="*/ 0 h 212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4563" h="21266">
                            <a:moveTo>
                              <a:pt x="13986" y="0"/>
                            </a:moveTo>
                            <a:cubicBezTo>
                              <a:pt x="9604" y="4667"/>
                              <a:pt x="-4302" y="13906"/>
                              <a:pt x="1317" y="18764"/>
                            </a:cubicBezTo>
                            <a:cubicBezTo>
                              <a:pt x="5604" y="22384"/>
                              <a:pt x="13890" y="21717"/>
                              <a:pt x="22463" y="19050"/>
                            </a:cubicBezTo>
                            <a:cubicBezTo>
                              <a:pt x="31035" y="16383"/>
                              <a:pt x="40656" y="12763"/>
                              <a:pt x="47419" y="9334"/>
                            </a:cubicBezTo>
                            <a:cubicBezTo>
                              <a:pt x="51419" y="7525"/>
                              <a:pt x="60277" y="2953"/>
                              <a:pt x="64564" y="95"/>
                            </a:cubicBezTo>
                            <a:cubicBezTo>
                              <a:pt x="61896" y="1143"/>
                              <a:pt x="57420" y="3048"/>
                              <a:pt x="54753" y="3524"/>
                            </a:cubicBezTo>
                            <a:cubicBezTo>
                              <a:pt x="46942" y="4763"/>
                              <a:pt x="38560" y="6667"/>
                              <a:pt x="31131" y="6572"/>
                            </a:cubicBezTo>
                            <a:cubicBezTo>
                              <a:pt x="23511" y="6477"/>
                              <a:pt x="17224" y="4953"/>
                              <a:pt x="13986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92" name="Forme libre : forme 10091">
                        <a:extLst>
                          <a:ext uri="{FF2B5EF4-FFF2-40B4-BE49-F238E27FC236}">
                            <a16:creationId xmlns:a16="http://schemas.microsoft.com/office/drawing/2014/main" id="{7AAD220E-C098-40C1-A6DA-F341AD659C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9216" y="2540319"/>
                        <a:ext cx="85964" cy="45124"/>
                      </a:xfrm>
                      <a:custGeom>
                        <a:avLst/>
                        <a:gdLst>
                          <a:gd name="connsiteX0" fmla="*/ 85956 w 85964"/>
                          <a:gd name="connsiteY0" fmla="*/ 4094 h 45124"/>
                          <a:gd name="connsiteX1" fmla="*/ 70241 w 85964"/>
                          <a:gd name="connsiteY1" fmla="*/ 20667 h 45124"/>
                          <a:gd name="connsiteX2" fmla="*/ 45761 w 85964"/>
                          <a:gd name="connsiteY2" fmla="*/ 33907 h 45124"/>
                          <a:gd name="connsiteX3" fmla="*/ 21473 w 85964"/>
                          <a:gd name="connsiteY3" fmla="*/ 43051 h 45124"/>
                          <a:gd name="connsiteX4" fmla="*/ 994 w 85964"/>
                          <a:gd name="connsiteY4" fmla="*/ 41908 h 45124"/>
                          <a:gd name="connsiteX5" fmla="*/ 11662 w 85964"/>
                          <a:gd name="connsiteY5" fmla="*/ 24477 h 45124"/>
                          <a:gd name="connsiteX6" fmla="*/ 35474 w 85964"/>
                          <a:gd name="connsiteY6" fmla="*/ 11238 h 45124"/>
                          <a:gd name="connsiteX7" fmla="*/ 64240 w 85964"/>
                          <a:gd name="connsiteY7" fmla="*/ 1713 h 45124"/>
                          <a:gd name="connsiteX8" fmla="*/ 85956 w 85964"/>
                          <a:gd name="connsiteY8" fmla="*/ 4094 h 45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5964" h="45124">
                            <a:moveTo>
                              <a:pt x="85956" y="4094"/>
                            </a:moveTo>
                            <a:cubicBezTo>
                              <a:pt x="86243" y="9428"/>
                              <a:pt x="79003" y="15429"/>
                              <a:pt x="70241" y="20667"/>
                            </a:cubicBezTo>
                            <a:cubicBezTo>
                              <a:pt x="61478" y="25906"/>
                              <a:pt x="51667" y="31335"/>
                              <a:pt x="45761" y="33907"/>
                            </a:cubicBezTo>
                            <a:cubicBezTo>
                              <a:pt x="39951" y="36669"/>
                              <a:pt x="30521" y="40956"/>
                              <a:pt x="21473" y="43051"/>
                            </a:cubicBezTo>
                            <a:cubicBezTo>
                              <a:pt x="12805" y="45623"/>
                              <a:pt x="4422" y="46385"/>
                              <a:pt x="994" y="41908"/>
                            </a:cubicBezTo>
                            <a:cubicBezTo>
                              <a:pt x="-2435" y="37431"/>
                              <a:pt x="3470" y="30764"/>
                              <a:pt x="11662" y="24477"/>
                            </a:cubicBezTo>
                            <a:cubicBezTo>
                              <a:pt x="20044" y="18762"/>
                              <a:pt x="30426" y="13428"/>
                              <a:pt x="35474" y="11238"/>
                            </a:cubicBezTo>
                            <a:cubicBezTo>
                              <a:pt x="40618" y="9332"/>
                              <a:pt x="52810" y="3998"/>
                              <a:pt x="64240" y="1713"/>
                            </a:cubicBezTo>
                            <a:cubicBezTo>
                              <a:pt x="75575" y="-669"/>
                              <a:pt x="85671" y="-1145"/>
                              <a:pt x="85956" y="409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93" name="Forme libre : forme 10092">
                        <a:extLst>
                          <a:ext uri="{FF2B5EF4-FFF2-40B4-BE49-F238E27FC236}">
                            <a16:creationId xmlns:a16="http://schemas.microsoft.com/office/drawing/2014/main" id="{5E1E65C6-65A3-4D1D-85D6-F0A32B6A6D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74499" y="2561598"/>
                        <a:ext cx="110934" cy="49218"/>
                      </a:xfrm>
                      <a:custGeom>
                        <a:avLst/>
                        <a:gdLst>
                          <a:gd name="connsiteX0" fmla="*/ 5324 w 110934"/>
                          <a:gd name="connsiteY0" fmla="*/ 46347 h 49218"/>
                          <a:gd name="connsiteX1" fmla="*/ 21898 w 110934"/>
                          <a:gd name="connsiteY1" fmla="*/ 48823 h 49218"/>
                          <a:gd name="connsiteX2" fmla="*/ 64189 w 110934"/>
                          <a:gd name="connsiteY2" fmla="*/ 40822 h 49218"/>
                          <a:gd name="connsiteX3" fmla="*/ 74000 w 110934"/>
                          <a:gd name="connsiteY3" fmla="*/ 36536 h 49218"/>
                          <a:gd name="connsiteX4" fmla="*/ 83810 w 110934"/>
                          <a:gd name="connsiteY4" fmla="*/ 31678 h 49218"/>
                          <a:gd name="connsiteX5" fmla="*/ 100765 w 110934"/>
                          <a:gd name="connsiteY5" fmla="*/ 20153 h 49218"/>
                          <a:gd name="connsiteX6" fmla="*/ 109433 w 110934"/>
                          <a:gd name="connsiteY6" fmla="*/ 1389 h 49218"/>
                          <a:gd name="connsiteX7" fmla="*/ 94193 w 110934"/>
                          <a:gd name="connsiteY7" fmla="*/ 1674 h 49218"/>
                          <a:gd name="connsiteX8" fmla="*/ 73714 w 110934"/>
                          <a:gd name="connsiteY8" fmla="*/ 4437 h 49218"/>
                          <a:gd name="connsiteX9" fmla="*/ 52473 w 110934"/>
                          <a:gd name="connsiteY9" fmla="*/ 6151 h 49218"/>
                          <a:gd name="connsiteX10" fmla="*/ 31899 w 110934"/>
                          <a:gd name="connsiteY10" fmla="*/ 7104 h 49218"/>
                          <a:gd name="connsiteX11" fmla="*/ 10468 w 110934"/>
                          <a:gd name="connsiteY11" fmla="*/ 16819 h 49218"/>
                          <a:gd name="connsiteX12" fmla="*/ 5324 w 110934"/>
                          <a:gd name="connsiteY12" fmla="*/ 46347 h 492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10934" h="49218">
                            <a:moveTo>
                              <a:pt x="5324" y="46347"/>
                            </a:moveTo>
                            <a:cubicBezTo>
                              <a:pt x="11230" y="49680"/>
                              <a:pt x="13992" y="49490"/>
                              <a:pt x="21898" y="48823"/>
                            </a:cubicBezTo>
                            <a:cubicBezTo>
                              <a:pt x="36661" y="47299"/>
                              <a:pt x="48282" y="46728"/>
                              <a:pt x="64189" y="40822"/>
                            </a:cubicBezTo>
                            <a:cubicBezTo>
                              <a:pt x="67523" y="39584"/>
                              <a:pt x="70856" y="38155"/>
                              <a:pt x="74000" y="36536"/>
                            </a:cubicBezTo>
                            <a:cubicBezTo>
                              <a:pt x="77333" y="35012"/>
                              <a:pt x="80667" y="33488"/>
                              <a:pt x="83810" y="31678"/>
                            </a:cubicBezTo>
                            <a:cubicBezTo>
                              <a:pt x="90097" y="28059"/>
                              <a:pt x="95907" y="24058"/>
                              <a:pt x="100765" y="20153"/>
                            </a:cubicBezTo>
                            <a:cubicBezTo>
                              <a:pt x="107909" y="14152"/>
                              <a:pt x="113814" y="6151"/>
                              <a:pt x="109433" y="1389"/>
                            </a:cubicBezTo>
                            <a:cubicBezTo>
                              <a:pt x="106670" y="-1564"/>
                              <a:pt x="100098" y="1008"/>
                              <a:pt x="94193" y="1674"/>
                            </a:cubicBezTo>
                            <a:cubicBezTo>
                              <a:pt x="87239" y="2341"/>
                              <a:pt x="80477" y="3389"/>
                              <a:pt x="73714" y="4437"/>
                            </a:cubicBezTo>
                            <a:cubicBezTo>
                              <a:pt x="66951" y="5485"/>
                              <a:pt x="59712" y="5770"/>
                              <a:pt x="52473" y="6151"/>
                            </a:cubicBezTo>
                            <a:cubicBezTo>
                              <a:pt x="46186" y="6437"/>
                              <a:pt x="39138" y="5961"/>
                              <a:pt x="31899" y="7104"/>
                            </a:cubicBezTo>
                            <a:cubicBezTo>
                              <a:pt x="24850" y="8532"/>
                              <a:pt x="17231" y="10819"/>
                              <a:pt x="10468" y="16819"/>
                            </a:cubicBezTo>
                            <a:cubicBezTo>
                              <a:pt x="-1819" y="27392"/>
                              <a:pt x="-2962" y="41965"/>
                              <a:pt x="5324" y="4634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94" name="Forme libre : forme 10093">
                        <a:extLst>
                          <a:ext uri="{FF2B5EF4-FFF2-40B4-BE49-F238E27FC236}">
                            <a16:creationId xmlns:a16="http://schemas.microsoft.com/office/drawing/2014/main" id="{DD08ECD2-E2DB-4515-B7BD-B838DFFB9D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91378" y="2558062"/>
                        <a:ext cx="30691" cy="28046"/>
                      </a:xfrm>
                      <a:custGeom>
                        <a:avLst/>
                        <a:gdLst>
                          <a:gd name="connsiteX0" fmla="*/ 1590 w 30691"/>
                          <a:gd name="connsiteY0" fmla="*/ 22832 h 28046"/>
                          <a:gd name="connsiteX1" fmla="*/ 66 w 30691"/>
                          <a:gd name="connsiteY1" fmla="*/ 27118 h 28046"/>
                          <a:gd name="connsiteX2" fmla="*/ 3781 w 30691"/>
                          <a:gd name="connsiteY2" fmla="*/ 27404 h 28046"/>
                          <a:gd name="connsiteX3" fmla="*/ 9877 w 30691"/>
                          <a:gd name="connsiteY3" fmla="*/ 23689 h 28046"/>
                          <a:gd name="connsiteX4" fmla="*/ 23593 w 30691"/>
                          <a:gd name="connsiteY4" fmla="*/ 12640 h 28046"/>
                          <a:gd name="connsiteX5" fmla="*/ 28260 w 30691"/>
                          <a:gd name="connsiteY5" fmla="*/ 8258 h 28046"/>
                          <a:gd name="connsiteX6" fmla="*/ 20736 w 30691"/>
                          <a:gd name="connsiteY6" fmla="*/ 2829 h 28046"/>
                          <a:gd name="connsiteX7" fmla="*/ 1590 w 30691"/>
                          <a:gd name="connsiteY7" fmla="*/ 22832 h 280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0691" h="28046">
                            <a:moveTo>
                              <a:pt x="1590" y="22832"/>
                            </a:moveTo>
                            <a:cubicBezTo>
                              <a:pt x="447" y="24451"/>
                              <a:pt x="-220" y="25784"/>
                              <a:pt x="66" y="27118"/>
                            </a:cubicBezTo>
                            <a:cubicBezTo>
                              <a:pt x="257" y="28451"/>
                              <a:pt x="1971" y="28166"/>
                              <a:pt x="3781" y="27404"/>
                            </a:cubicBezTo>
                            <a:cubicBezTo>
                              <a:pt x="5686" y="26642"/>
                              <a:pt x="8067" y="25022"/>
                              <a:pt x="9877" y="23689"/>
                            </a:cubicBezTo>
                            <a:cubicBezTo>
                              <a:pt x="14544" y="20260"/>
                              <a:pt x="19211" y="16069"/>
                              <a:pt x="23593" y="12640"/>
                            </a:cubicBezTo>
                            <a:cubicBezTo>
                              <a:pt x="25403" y="11116"/>
                              <a:pt x="27117" y="9782"/>
                              <a:pt x="28260" y="8258"/>
                            </a:cubicBezTo>
                            <a:cubicBezTo>
                              <a:pt x="33213" y="1591"/>
                              <a:pt x="30546" y="-3362"/>
                              <a:pt x="20736" y="2829"/>
                            </a:cubicBezTo>
                            <a:cubicBezTo>
                              <a:pt x="13020" y="7211"/>
                              <a:pt x="6067" y="16355"/>
                              <a:pt x="1590" y="22832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95" name="Forme libre : forme 10094">
                        <a:extLst>
                          <a:ext uri="{FF2B5EF4-FFF2-40B4-BE49-F238E27FC236}">
                            <a16:creationId xmlns:a16="http://schemas.microsoft.com/office/drawing/2014/main" id="{E285B667-2801-420C-8BC9-A63BEFACE8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88980" y="2538983"/>
                        <a:ext cx="43719" cy="45339"/>
                      </a:xfrm>
                      <a:custGeom>
                        <a:avLst/>
                        <a:gdLst>
                          <a:gd name="connsiteX0" fmla="*/ 43719 w 43719"/>
                          <a:gd name="connsiteY0" fmla="*/ 0 h 45339"/>
                          <a:gd name="connsiteX1" fmla="*/ 25717 w 43719"/>
                          <a:gd name="connsiteY1" fmla="*/ 24003 h 45339"/>
                          <a:gd name="connsiteX2" fmla="*/ 0 w 43719"/>
                          <a:gd name="connsiteY2" fmla="*/ 45339 h 45339"/>
                          <a:gd name="connsiteX3" fmla="*/ 23526 w 43719"/>
                          <a:gd name="connsiteY3" fmla="*/ 23241 h 45339"/>
                          <a:gd name="connsiteX4" fmla="*/ 43719 w 43719"/>
                          <a:gd name="connsiteY4" fmla="*/ 0 h 45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719" h="45339">
                            <a:moveTo>
                              <a:pt x="43719" y="0"/>
                            </a:moveTo>
                            <a:cubicBezTo>
                              <a:pt x="41814" y="8001"/>
                              <a:pt x="34480" y="16383"/>
                              <a:pt x="25717" y="24003"/>
                            </a:cubicBezTo>
                            <a:cubicBezTo>
                              <a:pt x="17240" y="32195"/>
                              <a:pt x="7334" y="39434"/>
                              <a:pt x="0" y="45339"/>
                            </a:cubicBezTo>
                            <a:cubicBezTo>
                              <a:pt x="7905" y="38957"/>
                              <a:pt x="16097" y="31528"/>
                              <a:pt x="23526" y="23241"/>
                            </a:cubicBezTo>
                            <a:cubicBezTo>
                              <a:pt x="31146" y="15430"/>
                              <a:pt x="38195" y="7334"/>
                              <a:pt x="4371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96" name="Forme libre : forme 10095">
                        <a:extLst>
                          <a:ext uri="{FF2B5EF4-FFF2-40B4-BE49-F238E27FC236}">
                            <a16:creationId xmlns:a16="http://schemas.microsoft.com/office/drawing/2014/main" id="{DD64DE98-1324-40B7-B53D-D30AD0702A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56011" y="2550128"/>
                        <a:ext cx="41719" cy="62674"/>
                      </a:xfrm>
                      <a:custGeom>
                        <a:avLst/>
                        <a:gdLst>
                          <a:gd name="connsiteX0" fmla="*/ 41720 w 41719"/>
                          <a:gd name="connsiteY0" fmla="*/ 0 h 62674"/>
                          <a:gd name="connsiteX1" fmla="*/ 0 w 41719"/>
                          <a:gd name="connsiteY1" fmla="*/ 62674 h 62674"/>
                          <a:gd name="connsiteX2" fmla="*/ 14859 w 41719"/>
                          <a:gd name="connsiteY2" fmla="*/ 29908 h 62674"/>
                          <a:gd name="connsiteX3" fmla="*/ 27717 w 41719"/>
                          <a:gd name="connsiteY3" fmla="*/ 13906 h 62674"/>
                          <a:gd name="connsiteX4" fmla="*/ 41720 w 41719"/>
                          <a:gd name="connsiteY4" fmla="*/ 0 h 626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719" h="62674">
                            <a:moveTo>
                              <a:pt x="41720" y="0"/>
                            </a:moveTo>
                            <a:cubicBezTo>
                              <a:pt x="17716" y="16288"/>
                              <a:pt x="4286" y="41719"/>
                              <a:pt x="0" y="62674"/>
                            </a:cubicBezTo>
                            <a:cubicBezTo>
                              <a:pt x="1619" y="52768"/>
                              <a:pt x="7144" y="41148"/>
                              <a:pt x="14859" y="29908"/>
                            </a:cubicBezTo>
                            <a:cubicBezTo>
                              <a:pt x="18859" y="24574"/>
                              <a:pt x="23050" y="18859"/>
                              <a:pt x="27717" y="13906"/>
                            </a:cubicBezTo>
                            <a:cubicBezTo>
                              <a:pt x="32385" y="8954"/>
                              <a:pt x="37148" y="4286"/>
                              <a:pt x="4172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97" name="Forme libre : forme 10096">
                        <a:extLst>
                          <a:ext uri="{FF2B5EF4-FFF2-40B4-BE49-F238E27FC236}">
                            <a16:creationId xmlns:a16="http://schemas.microsoft.com/office/drawing/2014/main" id="{64AB8DD3-E39E-451F-A527-D3C59E8BD8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45137" y="2546347"/>
                        <a:ext cx="33215" cy="13979"/>
                      </a:xfrm>
                      <a:custGeom>
                        <a:avLst/>
                        <a:gdLst>
                          <a:gd name="connsiteX0" fmla="*/ 33175 w 33215"/>
                          <a:gd name="connsiteY0" fmla="*/ 1971 h 13979"/>
                          <a:gd name="connsiteX1" fmla="*/ 14982 w 33215"/>
                          <a:gd name="connsiteY1" fmla="*/ 11401 h 13979"/>
                          <a:gd name="connsiteX2" fmla="*/ 28 w 33215"/>
                          <a:gd name="connsiteY2" fmla="*/ 11877 h 13979"/>
                          <a:gd name="connsiteX3" fmla="*/ 7362 w 33215"/>
                          <a:gd name="connsiteY3" fmla="*/ 5781 h 13979"/>
                          <a:gd name="connsiteX4" fmla="*/ 17268 w 33215"/>
                          <a:gd name="connsiteY4" fmla="*/ 2543 h 13979"/>
                          <a:gd name="connsiteX5" fmla="*/ 33175 w 33215"/>
                          <a:gd name="connsiteY5" fmla="*/ 1971 h 139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215" h="13979">
                            <a:moveTo>
                              <a:pt x="33175" y="1971"/>
                            </a:moveTo>
                            <a:cubicBezTo>
                              <a:pt x="32413" y="6162"/>
                              <a:pt x="19078" y="10163"/>
                              <a:pt x="14982" y="11401"/>
                            </a:cubicBezTo>
                            <a:cubicBezTo>
                              <a:pt x="10791" y="12449"/>
                              <a:pt x="-639" y="16354"/>
                              <a:pt x="28" y="11877"/>
                            </a:cubicBezTo>
                            <a:cubicBezTo>
                              <a:pt x="409" y="9687"/>
                              <a:pt x="3648" y="7496"/>
                              <a:pt x="7362" y="5781"/>
                            </a:cubicBezTo>
                            <a:cubicBezTo>
                              <a:pt x="11077" y="4257"/>
                              <a:pt x="15268" y="3114"/>
                              <a:pt x="17268" y="2543"/>
                            </a:cubicBezTo>
                            <a:cubicBezTo>
                              <a:pt x="21078" y="1400"/>
                              <a:pt x="34032" y="-2220"/>
                              <a:pt x="33175" y="197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98" name="Forme libre : forme 10097">
                        <a:extLst>
                          <a:ext uri="{FF2B5EF4-FFF2-40B4-BE49-F238E27FC236}">
                            <a16:creationId xmlns:a16="http://schemas.microsoft.com/office/drawing/2014/main" id="{F2AF022D-F822-4E50-A9A0-9D321CB1F8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3769" y="2545001"/>
                        <a:ext cx="9458" cy="4778"/>
                      </a:xfrm>
                      <a:custGeom>
                        <a:avLst/>
                        <a:gdLst>
                          <a:gd name="connsiteX0" fmla="*/ 9306 w 9458"/>
                          <a:gd name="connsiteY0" fmla="*/ 555 h 4778"/>
                          <a:gd name="connsiteX1" fmla="*/ 5686 w 9458"/>
                          <a:gd name="connsiteY1" fmla="*/ 3698 h 4778"/>
                          <a:gd name="connsiteX2" fmla="*/ 162 w 9458"/>
                          <a:gd name="connsiteY2" fmla="*/ 4270 h 4778"/>
                          <a:gd name="connsiteX3" fmla="*/ 3590 w 9458"/>
                          <a:gd name="connsiteY3" fmla="*/ 1031 h 4778"/>
                          <a:gd name="connsiteX4" fmla="*/ 9306 w 9458"/>
                          <a:gd name="connsiteY4" fmla="*/ 555 h 47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58" h="4778">
                            <a:moveTo>
                              <a:pt x="9306" y="555"/>
                            </a:moveTo>
                            <a:cubicBezTo>
                              <a:pt x="10163" y="1698"/>
                              <a:pt x="7210" y="3127"/>
                              <a:pt x="5686" y="3698"/>
                            </a:cubicBezTo>
                            <a:cubicBezTo>
                              <a:pt x="4162" y="4365"/>
                              <a:pt x="1018" y="5413"/>
                              <a:pt x="162" y="4270"/>
                            </a:cubicBezTo>
                            <a:cubicBezTo>
                              <a:pt x="-696" y="3127"/>
                              <a:pt x="2067" y="1698"/>
                              <a:pt x="3590" y="1031"/>
                            </a:cubicBezTo>
                            <a:cubicBezTo>
                              <a:pt x="5115" y="269"/>
                              <a:pt x="8448" y="-588"/>
                              <a:pt x="9306" y="55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99" name="Forme libre : forme 10098">
                        <a:extLst>
                          <a:ext uri="{FF2B5EF4-FFF2-40B4-BE49-F238E27FC236}">
                            <a16:creationId xmlns:a16="http://schemas.microsoft.com/office/drawing/2014/main" id="{EB9BAB67-4479-40F9-89E9-EA0616ABDC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35768" y="2520281"/>
                        <a:ext cx="91231" cy="22126"/>
                      </a:xfrm>
                      <a:custGeom>
                        <a:avLst/>
                        <a:gdLst>
                          <a:gd name="connsiteX0" fmla="*/ 65404 w 91231"/>
                          <a:gd name="connsiteY0" fmla="*/ 3558 h 22126"/>
                          <a:gd name="connsiteX1" fmla="*/ 90169 w 91231"/>
                          <a:gd name="connsiteY1" fmla="*/ 11464 h 22126"/>
                          <a:gd name="connsiteX2" fmla="*/ 86073 w 91231"/>
                          <a:gd name="connsiteY2" fmla="*/ 18703 h 22126"/>
                          <a:gd name="connsiteX3" fmla="*/ 75215 w 91231"/>
                          <a:gd name="connsiteY3" fmla="*/ 18417 h 22126"/>
                          <a:gd name="connsiteX4" fmla="*/ 41877 w 91231"/>
                          <a:gd name="connsiteY4" fmla="*/ 16321 h 22126"/>
                          <a:gd name="connsiteX5" fmla="*/ 17112 w 91231"/>
                          <a:gd name="connsiteY5" fmla="*/ 20798 h 22126"/>
                          <a:gd name="connsiteX6" fmla="*/ 158 w 91231"/>
                          <a:gd name="connsiteY6" fmla="*/ 18417 h 22126"/>
                          <a:gd name="connsiteX7" fmla="*/ 18636 w 91231"/>
                          <a:gd name="connsiteY7" fmla="*/ 5463 h 22126"/>
                          <a:gd name="connsiteX8" fmla="*/ 42449 w 91231"/>
                          <a:gd name="connsiteY8" fmla="*/ 34 h 22126"/>
                          <a:gd name="connsiteX9" fmla="*/ 65404 w 91231"/>
                          <a:gd name="connsiteY9" fmla="*/ 3558 h 221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1231" h="22126">
                            <a:moveTo>
                              <a:pt x="65404" y="3558"/>
                            </a:moveTo>
                            <a:cubicBezTo>
                              <a:pt x="75786" y="5272"/>
                              <a:pt x="83120" y="6511"/>
                              <a:pt x="90169" y="11464"/>
                            </a:cubicBezTo>
                            <a:cubicBezTo>
                              <a:pt x="92741" y="13273"/>
                              <a:pt x="90359" y="17274"/>
                              <a:pt x="86073" y="18703"/>
                            </a:cubicBezTo>
                            <a:cubicBezTo>
                              <a:pt x="81787" y="20131"/>
                              <a:pt x="78644" y="19274"/>
                              <a:pt x="75215" y="18417"/>
                            </a:cubicBezTo>
                            <a:cubicBezTo>
                              <a:pt x="64642" y="15940"/>
                              <a:pt x="53974" y="16131"/>
                              <a:pt x="41877" y="16321"/>
                            </a:cubicBezTo>
                            <a:cubicBezTo>
                              <a:pt x="38067" y="16321"/>
                              <a:pt x="27019" y="19274"/>
                              <a:pt x="17112" y="20798"/>
                            </a:cubicBezTo>
                            <a:cubicBezTo>
                              <a:pt x="7206" y="22322"/>
                              <a:pt x="-1271" y="23561"/>
                              <a:pt x="158" y="18417"/>
                            </a:cubicBezTo>
                            <a:cubicBezTo>
                              <a:pt x="1586" y="13273"/>
                              <a:pt x="9588" y="8511"/>
                              <a:pt x="18636" y="5463"/>
                            </a:cubicBezTo>
                            <a:cubicBezTo>
                              <a:pt x="27590" y="2129"/>
                              <a:pt x="37305" y="129"/>
                              <a:pt x="42449" y="34"/>
                            </a:cubicBezTo>
                            <a:cubicBezTo>
                              <a:pt x="52736" y="-347"/>
                              <a:pt x="57689" y="2605"/>
                              <a:pt x="65404" y="355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83" name="Graphique 1">
                    <a:extLst>
                      <a:ext uri="{FF2B5EF4-FFF2-40B4-BE49-F238E27FC236}">
                        <a16:creationId xmlns:a16="http://schemas.microsoft.com/office/drawing/2014/main" id="{67545F3C-6205-488D-8976-6A6A0A91F5CB}"/>
                      </a:ext>
                    </a:extLst>
                  </p:cNvPr>
                  <p:cNvGrpSpPr/>
                  <p:nvPr/>
                </p:nvGrpSpPr>
                <p:grpSpPr>
                  <a:xfrm>
                    <a:off x="6587815" y="2339657"/>
                    <a:ext cx="253554" cy="204067"/>
                    <a:chOff x="6587815" y="2339657"/>
                    <a:chExt cx="253554" cy="204067"/>
                  </a:xfrm>
                  <a:solidFill>
                    <a:schemeClr val="accent1"/>
                  </a:solidFill>
                </p:grpSpPr>
                <p:grpSp>
                  <p:nvGrpSpPr>
                    <p:cNvPr id="10056" name="Graphique 1">
                      <a:extLst>
                        <a:ext uri="{FF2B5EF4-FFF2-40B4-BE49-F238E27FC236}">
                          <a16:creationId xmlns:a16="http://schemas.microsoft.com/office/drawing/2014/main" id="{A7B240C5-FBCB-4C28-88DE-D221B45446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87815" y="2453130"/>
                      <a:ext cx="150173" cy="90594"/>
                      <a:chOff x="6587815" y="2453130"/>
                      <a:chExt cx="150173" cy="90594"/>
                    </a:xfrm>
                    <a:solidFill>
                      <a:schemeClr val="accent1"/>
                    </a:solidFill>
                  </p:grpSpPr>
                  <p:sp>
                    <p:nvSpPr>
                      <p:cNvPr id="10070" name="Forme libre : forme 10069">
                        <a:extLst>
                          <a:ext uri="{FF2B5EF4-FFF2-40B4-BE49-F238E27FC236}">
                            <a16:creationId xmlns:a16="http://schemas.microsoft.com/office/drawing/2014/main" id="{D74B00FF-1448-479D-808E-C1B11CD95B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87815" y="2453130"/>
                        <a:ext cx="150173" cy="90594"/>
                      </a:xfrm>
                      <a:custGeom>
                        <a:avLst/>
                        <a:gdLst>
                          <a:gd name="connsiteX0" fmla="*/ 118551 w 150173"/>
                          <a:gd name="connsiteY0" fmla="*/ 71566 h 90594"/>
                          <a:gd name="connsiteX1" fmla="*/ 106073 w 150173"/>
                          <a:gd name="connsiteY1" fmla="*/ 77662 h 90594"/>
                          <a:gd name="connsiteX2" fmla="*/ 89785 w 150173"/>
                          <a:gd name="connsiteY2" fmla="*/ 83663 h 90594"/>
                          <a:gd name="connsiteX3" fmla="*/ 58353 w 150173"/>
                          <a:gd name="connsiteY3" fmla="*/ 90235 h 90594"/>
                          <a:gd name="connsiteX4" fmla="*/ 22729 w 150173"/>
                          <a:gd name="connsiteY4" fmla="*/ 83568 h 90594"/>
                          <a:gd name="connsiteX5" fmla="*/ 1488 w 150173"/>
                          <a:gd name="connsiteY5" fmla="*/ 61565 h 90594"/>
                          <a:gd name="connsiteX6" fmla="*/ 6346 w 150173"/>
                          <a:gd name="connsiteY6" fmla="*/ 40610 h 90594"/>
                          <a:gd name="connsiteX7" fmla="*/ 48256 w 150173"/>
                          <a:gd name="connsiteY7" fmla="*/ 15559 h 90594"/>
                          <a:gd name="connsiteX8" fmla="*/ 85594 w 150173"/>
                          <a:gd name="connsiteY8" fmla="*/ 3938 h 90594"/>
                          <a:gd name="connsiteX9" fmla="*/ 98263 w 150173"/>
                          <a:gd name="connsiteY9" fmla="*/ 510 h 90594"/>
                          <a:gd name="connsiteX10" fmla="*/ 110359 w 150173"/>
                          <a:gd name="connsiteY10" fmla="*/ 33 h 90594"/>
                          <a:gd name="connsiteX11" fmla="*/ 122741 w 150173"/>
                          <a:gd name="connsiteY11" fmla="*/ 1938 h 90594"/>
                          <a:gd name="connsiteX12" fmla="*/ 135886 w 150173"/>
                          <a:gd name="connsiteY12" fmla="*/ 4986 h 90594"/>
                          <a:gd name="connsiteX13" fmla="*/ 150173 w 150173"/>
                          <a:gd name="connsiteY13" fmla="*/ 20417 h 90594"/>
                          <a:gd name="connsiteX14" fmla="*/ 143316 w 150173"/>
                          <a:gd name="connsiteY14" fmla="*/ 48230 h 90594"/>
                          <a:gd name="connsiteX15" fmla="*/ 118551 w 150173"/>
                          <a:gd name="connsiteY15" fmla="*/ 71566 h 905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50173" h="90594">
                            <a:moveTo>
                              <a:pt x="118551" y="71566"/>
                            </a:moveTo>
                            <a:cubicBezTo>
                              <a:pt x="115312" y="73280"/>
                              <a:pt x="111026" y="75471"/>
                              <a:pt x="106073" y="77662"/>
                            </a:cubicBezTo>
                            <a:cubicBezTo>
                              <a:pt x="101025" y="79567"/>
                              <a:pt x="95500" y="81758"/>
                              <a:pt x="89785" y="83663"/>
                            </a:cubicBezTo>
                            <a:cubicBezTo>
                              <a:pt x="78260" y="87187"/>
                              <a:pt x="66258" y="89568"/>
                              <a:pt x="58353" y="90235"/>
                            </a:cubicBezTo>
                            <a:cubicBezTo>
                              <a:pt x="43494" y="91664"/>
                              <a:pt x="31873" y="88711"/>
                              <a:pt x="22729" y="83568"/>
                            </a:cubicBezTo>
                            <a:cubicBezTo>
                              <a:pt x="13585" y="78424"/>
                              <a:pt x="6822" y="70804"/>
                              <a:pt x="1488" y="61565"/>
                            </a:cubicBezTo>
                            <a:cubicBezTo>
                              <a:pt x="-2321" y="54993"/>
                              <a:pt x="1870" y="44801"/>
                              <a:pt x="6346" y="40610"/>
                            </a:cubicBezTo>
                            <a:cubicBezTo>
                              <a:pt x="20348" y="28132"/>
                              <a:pt x="30921" y="19750"/>
                              <a:pt x="48256" y="15559"/>
                            </a:cubicBezTo>
                            <a:cubicBezTo>
                              <a:pt x="57591" y="13463"/>
                              <a:pt x="76165" y="7939"/>
                              <a:pt x="85594" y="3938"/>
                            </a:cubicBezTo>
                            <a:cubicBezTo>
                              <a:pt x="90071" y="2414"/>
                              <a:pt x="94166" y="1176"/>
                              <a:pt x="98263" y="510"/>
                            </a:cubicBezTo>
                            <a:cubicBezTo>
                              <a:pt x="102358" y="33"/>
                              <a:pt x="106359" y="-62"/>
                              <a:pt x="110359" y="33"/>
                            </a:cubicBezTo>
                            <a:cubicBezTo>
                              <a:pt x="114360" y="224"/>
                              <a:pt x="118456" y="891"/>
                              <a:pt x="122741" y="1938"/>
                            </a:cubicBezTo>
                            <a:cubicBezTo>
                              <a:pt x="126932" y="2700"/>
                              <a:pt x="131314" y="3748"/>
                              <a:pt x="135886" y="4986"/>
                            </a:cubicBezTo>
                            <a:cubicBezTo>
                              <a:pt x="142268" y="6605"/>
                              <a:pt x="150173" y="13654"/>
                              <a:pt x="150173" y="20417"/>
                            </a:cubicBezTo>
                            <a:cubicBezTo>
                              <a:pt x="150079" y="30132"/>
                              <a:pt x="148459" y="39657"/>
                              <a:pt x="143316" y="48230"/>
                            </a:cubicBezTo>
                            <a:cubicBezTo>
                              <a:pt x="138649" y="56802"/>
                              <a:pt x="130552" y="64803"/>
                              <a:pt x="118551" y="71566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71" name="Forme libre : forme 10070">
                        <a:extLst>
                          <a:ext uri="{FF2B5EF4-FFF2-40B4-BE49-F238E27FC236}">
                            <a16:creationId xmlns:a16="http://schemas.microsoft.com/office/drawing/2014/main" id="{E63C955C-AF45-4B6D-9C1C-9C75B24D29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87822" y="2472880"/>
                        <a:ext cx="150166" cy="70607"/>
                      </a:xfrm>
                      <a:custGeom>
                        <a:avLst/>
                        <a:gdLst>
                          <a:gd name="connsiteX0" fmla="*/ 62823 w 150166"/>
                          <a:gd name="connsiteY0" fmla="*/ 42196 h 70607"/>
                          <a:gd name="connsiteX1" fmla="*/ 339 w 150166"/>
                          <a:gd name="connsiteY1" fmla="*/ 32290 h 70607"/>
                          <a:gd name="connsiteX2" fmla="*/ 1482 w 150166"/>
                          <a:gd name="connsiteY2" fmla="*/ 41529 h 70607"/>
                          <a:gd name="connsiteX3" fmla="*/ 7578 w 150166"/>
                          <a:gd name="connsiteY3" fmla="*/ 50483 h 70607"/>
                          <a:gd name="connsiteX4" fmla="*/ 33200 w 150166"/>
                          <a:gd name="connsiteY4" fmla="*/ 68009 h 70607"/>
                          <a:gd name="connsiteX5" fmla="*/ 58346 w 150166"/>
                          <a:gd name="connsiteY5" fmla="*/ 70295 h 70607"/>
                          <a:gd name="connsiteX6" fmla="*/ 68538 w 150166"/>
                          <a:gd name="connsiteY6" fmla="*/ 68866 h 70607"/>
                          <a:gd name="connsiteX7" fmla="*/ 114353 w 150166"/>
                          <a:gd name="connsiteY7" fmla="*/ 53816 h 70607"/>
                          <a:gd name="connsiteX8" fmla="*/ 118449 w 150166"/>
                          <a:gd name="connsiteY8" fmla="*/ 51721 h 70607"/>
                          <a:gd name="connsiteX9" fmla="*/ 138260 w 150166"/>
                          <a:gd name="connsiteY9" fmla="*/ 35623 h 70607"/>
                          <a:gd name="connsiteX10" fmla="*/ 149500 w 150166"/>
                          <a:gd name="connsiteY10" fmla="*/ 9525 h 70607"/>
                          <a:gd name="connsiteX11" fmla="*/ 150167 w 150166"/>
                          <a:gd name="connsiteY11" fmla="*/ 381 h 70607"/>
                          <a:gd name="connsiteX12" fmla="*/ 150167 w 150166"/>
                          <a:gd name="connsiteY12" fmla="*/ 0 h 70607"/>
                          <a:gd name="connsiteX13" fmla="*/ 62823 w 150166"/>
                          <a:gd name="connsiteY13" fmla="*/ 42196 h 706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50166" h="70607">
                            <a:moveTo>
                              <a:pt x="62823" y="42196"/>
                            </a:moveTo>
                            <a:cubicBezTo>
                              <a:pt x="41391" y="48578"/>
                              <a:pt x="14435" y="47339"/>
                              <a:pt x="339" y="32290"/>
                            </a:cubicBezTo>
                            <a:cubicBezTo>
                              <a:pt x="-328" y="35528"/>
                              <a:pt x="-42" y="38862"/>
                              <a:pt x="1482" y="41529"/>
                            </a:cubicBezTo>
                            <a:cubicBezTo>
                              <a:pt x="3291" y="44672"/>
                              <a:pt x="5387" y="47720"/>
                              <a:pt x="7578" y="50483"/>
                            </a:cubicBezTo>
                            <a:cubicBezTo>
                              <a:pt x="14055" y="58388"/>
                              <a:pt x="22246" y="64675"/>
                              <a:pt x="33200" y="68009"/>
                            </a:cubicBezTo>
                            <a:cubicBezTo>
                              <a:pt x="40344" y="70199"/>
                              <a:pt x="48630" y="71152"/>
                              <a:pt x="58346" y="70295"/>
                            </a:cubicBezTo>
                            <a:cubicBezTo>
                              <a:pt x="61299" y="70104"/>
                              <a:pt x="64728" y="69628"/>
                              <a:pt x="68538" y="68866"/>
                            </a:cubicBezTo>
                            <a:cubicBezTo>
                              <a:pt x="83492" y="66389"/>
                              <a:pt x="103018" y="59817"/>
                              <a:pt x="114353" y="53816"/>
                            </a:cubicBezTo>
                            <a:cubicBezTo>
                              <a:pt x="115782" y="53054"/>
                              <a:pt x="117211" y="52388"/>
                              <a:pt x="118449" y="51721"/>
                            </a:cubicBezTo>
                            <a:cubicBezTo>
                              <a:pt x="127021" y="46958"/>
                              <a:pt x="133498" y="41434"/>
                              <a:pt x="138260" y="35623"/>
                            </a:cubicBezTo>
                            <a:cubicBezTo>
                              <a:pt x="144643" y="27242"/>
                              <a:pt x="148167" y="18860"/>
                              <a:pt x="149500" y="9525"/>
                            </a:cubicBezTo>
                            <a:cubicBezTo>
                              <a:pt x="149881" y="6477"/>
                              <a:pt x="150167" y="3429"/>
                              <a:pt x="150167" y="381"/>
                            </a:cubicBezTo>
                            <a:lnTo>
                              <a:pt x="150167" y="0"/>
                            </a:lnTo>
                            <a:cubicBezTo>
                              <a:pt x="124544" y="19336"/>
                              <a:pt x="93970" y="33814"/>
                              <a:pt x="62823" y="42196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72" name="Forme libre : forme 10071">
                        <a:extLst>
                          <a:ext uri="{FF2B5EF4-FFF2-40B4-BE49-F238E27FC236}">
                            <a16:creationId xmlns:a16="http://schemas.microsoft.com/office/drawing/2014/main" id="{F4236A57-E112-4D28-936C-41B6FF307B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42157" y="2479196"/>
                        <a:ext cx="68721" cy="35308"/>
                      </a:xfrm>
                      <a:custGeom>
                        <a:avLst/>
                        <a:gdLst>
                          <a:gd name="connsiteX0" fmla="*/ 67924 w 68721"/>
                          <a:gd name="connsiteY0" fmla="*/ 3019 h 35308"/>
                          <a:gd name="connsiteX1" fmla="*/ 59066 w 68721"/>
                          <a:gd name="connsiteY1" fmla="*/ 19306 h 35308"/>
                          <a:gd name="connsiteX2" fmla="*/ 38206 w 68721"/>
                          <a:gd name="connsiteY2" fmla="*/ 31117 h 35308"/>
                          <a:gd name="connsiteX3" fmla="*/ 16298 w 68721"/>
                          <a:gd name="connsiteY3" fmla="*/ 35308 h 35308"/>
                          <a:gd name="connsiteX4" fmla="*/ 106 w 68721"/>
                          <a:gd name="connsiteY4" fmla="*/ 27498 h 35308"/>
                          <a:gd name="connsiteX5" fmla="*/ 11345 w 68721"/>
                          <a:gd name="connsiteY5" fmla="*/ 15020 h 35308"/>
                          <a:gd name="connsiteX6" fmla="*/ 29634 w 68721"/>
                          <a:gd name="connsiteY6" fmla="*/ 7781 h 35308"/>
                          <a:gd name="connsiteX7" fmla="*/ 49922 w 68721"/>
                          <a:gd name="connsiteY7" fmla="*/ 1781 h 35308"/>
                          <a:gd name="connsiteX8" fmla="*/ 67924 w 68721"/>
                          <a:gd name="connsiteY8" fmla="*/ 3019 h 353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8721" h="35308">
                            <a:moveTo>
                              <a:pt x="67924" y="3019"/>
                            </a:moveTo>
                            <a:cubicBezTo>
                              <a:pt x="70686" y="7400"/>
                              <a:pt x="65924" y="13496"/>
                              <a:pt x="59066" y="19306"/>
                            </a:cubicBezTo>
                            <a:cubicBezTo>
                              <a:pt x="52112" y="24736"/>
                              <a:pt x="43064" y="29498"/>
                              <a:pt x="38206" y="31117"/>
                            </a:cubicBezTo>
                            <a:cubicBezTo>
                              <a:pt x="33443" y="33118"/>
                              <a:pt x="24394" y="35213"/>
                              <a:pt x="16298" y="35308"/>
                            </a:cubicBezTo>
                            <a:cubicBezTo>
                              <a:pt x="8012" y="35023"/>
                              <a:pt x="1059" y="33023"/>
                              <a:pt x="106" y="27498"/>
                            </a:cubicBezTo>
                            <a:cubicBezTo>
                              <a:pt x="-847" y="22164"/>
                              <a:pt x="4773" y="17973"/>
                              <a:pt x="11345" y="15020"/>
                            </a:cubicBezTo>
                            <a:cubicBezTo>
                              <a:pt x="17917" y="11687"/>
                              <a:pt x="25633" y="9305"/>
                              <a:pt x="29634" y="7781"/>
                            </a:cubicBezTo>
                            <a:cubicBezTo>
                              <a:pt x="33729" y="6733"/>
                              <a:pt x="42016" y="3590"/>
                              <a:pt x="49922" y="1781"/>
                            </a:cubicBezTo>
                            <a:cubicBezTo>
                              <a:pt x="57637" y="-505"/>
                              <a:pt x="65352" y="-1077"/>
                              <a:pt x="67924" y="3019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73" name="Forme libre : forme 10072">
                        <a:extLst>
                          <a:ext uri="{FF2B5EF4-FFF2-40B4-BE49-F238E27FC236}">
                            <a16:creationId xmlns:a16="http://schemas.microsoft.com/office/drawing/2014/main" id="{F55A14E3-A58F-4015-9233-98683163CA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41493" y="2493835"/>
                        <a:ext cx="53823" cy="20478"/>
                      </a:xfrm>
                      <a:custGeom>
                        <a:avLst/>
                        <a:gdLst>
                          <a:gd name="connsiteX0" fmla="*/ 13247 w 53823"/>
                          <a:gd name="connsiteY0" fmla="*/ 0 h 20478"/>
                          <a:gd name="connsiteX1" fmla="*/ 388 w 53823"/>
                          <a:gd name="connsiteY1" fmla="*/ 12859 h 20478"/>
                          <a:gd name="connsiteX2" fmla="*/ 16962 w 53823"/>
                          <a:gd name="connsiteY2" fmla="*/ 20479 h 20478"/>
                          <a:gd name="connsiteX3" fmla="*/ 39345 w 53823"/>
                          <a:gd name="connsiteY3" fmla="*/ 16192 h 20478"/>
                          <a:gd name="connsiteX4" fmla="*/ 53824 w 53823"/>
                          <a:gd name="connsiteY4" fmla="*/ 8382 h 20478"/>
                          <a:gd name="connsiteX5" fmla="*/ 45632 w 53823"/>
                          <a:gd name="connsiteY5" fmla="*/ 11239 h 20478"/>
                          <a:gd name="connsiteX6" fmla="*/ 25725 w 53823"/>
                          <a:gd name="connsiteY6" fmla="*/ 10668 h 20478"/>
                          <a:gd name="connsiteX7" fmla="*/ 13247 w 53823"/>
                          <a:gd name="connsiteY7" fmla="*/ 0 h 204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3823" h="20478">
                            <a:moveTo>
                              <a:pt x="13247" y="0"/>
                            </a:moveTo>
                            <a:cubicBezTo>
                              <a:pt x="9532" y="2953"/>
                              <a:pt x="-2279" y="6477"/>
                              <a:pt x="388" y="12859"/>
                            </a:cubicBezTo>
                            <a:cubicBezTo>
                              <a:pt x="2579" y="18193"/>
                              <a:pt x="9151" y="20193"/>
                              <a:pt x="16962" y="20479"/>
                            </a:cubicBezTo>
                            <a:cubicBezTo>
                              <a:pt x="24677" y="20479"/>
                              <a:pt x="33345" y="18574"/>
                              <a:pt x="39345" y="16192"/>
                            </a:cubicBezTo>
                            <a:cubicBezTo>
                              <a:pt x="42965" y="15145"/>
                              <a:pt x="50395" y="10858"/>
                              <a:pt x="53824" y="8382"/>
                            </a:cubicBezTo>
                            <a:cubicBezTo>
                              <a:pt x="51538" y="9239"/>
                              <a:pt x="47918" y="10954"/>
                              <a:pt x="45632" y="11239"/>
                            </a:cubicBezTo>
                            <a:cubicBezTo>
                              <a:pt x="39060" y="12001"/>
                              <a:pt x="31725" y="12192"/>
                              <a:pt x="25725" y="10668"/>
                            </a:cubicBezTo>
                            <a:cubicBezTo>
                              <a:pt x="19629" y="9049"/>
                              <a:pt x="14961" y="5810"/>
                              <a:pt x="13247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74" name="Forme libre : forme 10073">
                        <a:extLst>
                          <a:ext uri="{FF2B5EF4-FFF2-40B4-BE49-F238E27FC236}">
                            <a16:creationId xmlns:a16="http://schemas.microsoft.com/office/drawing/2014/main" id="{E2195AC3-70F4-4EAD-9AF9-609648C9BF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46236" y="2479009"/>
                        <a:ext cx="68966" cy="37410"/>
                      </a:xfrm>
                      <a:custGeom>
                        <a:avLst/>
                        <a:gdLst>
                          <a:gd name="connsiteX0" fmla="*/ 68512 w 68966"/>
                          <a:gd name="connsiteY0" fmla="*/ 3206 h 37410"/>
                          <a:gd name="connsiteX1" fmla="*/ 38604 w 68966"/>
                          <a:gd name="connsiteY1" fmla="*/ 32733 h 37410"/>
                          <a:gd name="connsiteX2" fmla="*/ 16601 w 68966"/>
                          <a:gd name="connsiteY2" fmla="*/ 37401 h 37410"/>
                          <a:gd name="connsiteX3" fmla="*/ 218 w 68966"/>
                          <a:gd name="connsiteY3" fmla="*/ 29781 h 37410"/>
                          <a:gd name="connsiteX4" fmla="*/ 11362 w 68966"/>
                          <a:gd name="connsiteY4" fmla="*/ 17017 h 37410"/>
                          <a:gd name="connsiteX5" fmla="*/ 29746 w 68966"/>
                          <a:gd name="connsiteY5" fmla="*/ 9492 h 37410"/>
                          <a:gd name="connsiteX6" fmla="*/ 38509 w 68966"/>
                          <a:gd name="connsiteY6" fmla="*/ 6254 h 37410"/>
                          <a:gd name="connsiteX7" fmla="*/ 50700 w 68966"/>
                          <a:gd name="connsiteY7" fmla="*/ 2158 h 37410"/>
                          <a:gd name="connsiteX8" fmla="*/ 68512 w 68966"/>
                          <a:gd name="connsiteY8" fmla="*/ 3206 h 374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8966" h="37410">
                            <a:moveTo>
                              <a:pt x="68512" y="3206"/>
                            </a:moveTo>
                            <a:cubicBezTo>
                              <a:pt x="72513" y="13588"/>
                              <a:pt x="49081" y="28447"/>
                              <a:pt x="38604" y="32733"/>
                            </a:cubicBezTo>
                            <a:cubicBezTo>
                              <a:pt x="33460" y="34924"/>
                              <a:pt x="24602" y="37401"/>
                              <a:pt x="16601" y="37401"/>
                            </a:cubicBezTo>
                            <a:cubicBezTo>
                              <a:pt x="8600" y="37591"/>
                              <a:pt x="1552" y="35115"/>
                              <a:pt x="218" y="29781"/>
                            </a:cubicBezTo>
                            <a:cubicBezTo>
                              <a:pt x="-1211" y="24256"/>
                              <a:pt x="4600" y="20446"/>
                              <a:pt x="11362" y="17017"/>
                            </a:cubicBezTo>
                            <a:cubicBezTo>
                              <a:pt x="18125" y="13778"/>
                              <a:pt x="26031" y="10826"/>
                              <a:pt x="29746" y="9492"/>
                            </a:cubicBezTo>
                            <a:cubicBezTo>
                              <a:pt x="31650" y="8921"/>
                              <a:pt x="34794" y="7587"/>
                              <a:pt x="38509" y="6254"/>
                            </a:cubicBezTo>
                            <a:cubicBezTo>
                              <a:pt x="42223" y="5016"/>
                              <a:pt x="46509" y="3587"/>
                              <a:pt x="50700" y="2158"/>
                            </a:cubicBezTo>
                            <a:cubicBezTo>
                              <a:pt x="59082" y="-128"/>
                              <a:pt x="66798" y="-1652"/>
                              <a:pt x="68512" y="320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75" name="Forme libre : forme 10074">
                        <a:extLst>
                          <a:ext uri="{FF2B5EF4-FFF2-40B4-BE49-F238E27FC236}">
                            <a16:creationId xmlns:a16="http://schemas.microsoft.com/office/drawing/2014/main" id="{D31C58B0-8397-4160-8C85-C2A59F0A41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08198" y="2488431"/>
                        <a:ext cx="94582" cy="45464"/>
                      </a:xfrm>
                      <a:custGeom>
                        <a:avLst/>
                        <a:gdLst>
                          <a:gd name="connsiteX0" fmla="*/ 346 w 94582"/>
                          <a:gd name="connsiteY0" fmla="*/ 20834 h 45464"/>
                          <a:gd name="connsiteX1" fmla="*/ 9680 w 94582"/>
                          <a:gd name="connsiteY1" fmla="*/ 33217 h 45464"/>
                          <a:gd name="connsiteX2" fmla="*/ 48447 w 94582"/>
                          <a:gd name="connsiteY2" fmla="*/ 45409 h 45464"/>
                          <a:gd name="connsiteX3" fmla="*/ 69211 w 94582"/>
                          <a:gd name="connsiteY3" fmla="*/ 41123 h 45464"/>
                          <a:gd name="connsiteX4" fmla="*/ 86071 w 94582"/>
                          <a:gd name="connsiteY4" fmla="*/ 31217 h 45464"/>
                          <a:gd name="connsiteX5" fmla="*/ 92738 w 94582"/>
                          <a:gd name="connsiteY5" fmla="*/ 13119 h 45464"/>
                          <a:gd name="connsiteX6" fmla="*/ 79594 w 94582"/>
                          <a:gd name="connsiteY6" fmla="*/ 12738 h 45464"/>
                          <a:gd name="connsiteX7" fmla="*/ 46066 w 94582"/>
                          <a:gd name="connsiteY7" fmla="*/ 9118 h 45464"/>
                          <a:gd name="connsiteX8" fmla="*/ 15871 w 94582"/>
                          <a:gd name="connsiteY8" fmla="*/ 451 h 45464"/>
                          <a:gd name="connsiteX9" fmla="*/ 346 w 94582"/>
                          <a:gd name="connsiteY9" fmla="*/ 20834 h 454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4582" h="45464">
                            <a:moveTo>
                              <a:pt x="346" y="20834"/>
                            </a:moveTo>
                            <a:cubicBezTo>
                              <a:pt x="1965" y="27121"/>
                              <a:pt x="3775" y="29407"/>
                              <a:pt x="9680" y="33217"/>
                            </a:cubicBezTo>
                            <a:cubicBezTo>
                              <a:pt x="21015" y="40646"/>
                              <a:pt x="31683" y="46075"/>
                              <a:pt x="48447" y="45409"/>
                            </a:cubicBezTo>
                            <a:cubicBezTo>
                              <a:pt x="55495" y="45314"/>
                              <a:pt x="62544" y="43408"/>
                              <a:pt x="69211" y="41123"/>
                            </a:cubicBezTo>
                            <a:cubicBezTo>
                              <a:pt x="75688" y="38360"/>
                              <a:pt x="81689" y="35312"/>
                              <a:pt x="86071" y="31217"/>
                            </a:cubicBezTo>
                            <a:cubicBezTo>
                              <a:pt x="92738" y="25406"/>
                              <a:pt x="97310" y="17691"/>
                              <a:pt x="92738" y="13119"/>
                            </a:cubicBezTo>
                            <a:cubicBezTo>
                              <a:pt x="89976" y="10357"/>
                              <a:pt x="84452" y="12357"/>
                              <a:pt x="79594" y="12738"/>
                            </a:cubicBezTo>
                            <a:cubicBezTo>
                              <a:pt x="68164" y="13405"/>
                              <a:pt x="57114" y="13309"/>
                              <a:pt x="46066" y="9118"/>
                            </a:cubicBezTo>
                            <a:cubicBezTo>
                              <a:pt x="36445" y="5118"/>
                              <a:pt x="27016" y="-1835"/>
                              <a:pt x="15871" y="451"/>
                            </a:cubicBezTo>
                            <a:cubicBezTo>
                              <a:pt x="5965" y="2546"/>
                              <a:pt x="-1750" y="11976"/>
                              <a:pt x="346" y="20834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76" name="Forme libre : forme 10075">
                        <a:extLst>
                          <a:ext uri="{FF2B5EF4-FFF2-40B4-BE49-F238E27FC236}">
                            <a16:creationId xmlns:a16="http://schemas.microsoft.com/office/drawing/2014/main" id="{85055F81-9D88-4EF5-9938-4C800E71C6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5520" y="2485560"/>
                        <a:ext cx="26262" cy="14984"/>
                      </a:xfrm>
                      <a:custGeom>
                        <a:avLst/>
                        <a:gdLst>
                          <a:gd name="connsiteX0" fmla="*/ 2455 w 26262"/>
                          <a:gd name="connsiteY0" fmla="*/ 9799 h 14984"/>
                          <a:gd name="connsiteX1" fmla="*/ 74 w 26262"/>
                          <a:gd name="connsiteY1" fmla="*/ 12561 h 14984"/>
                          <a:gd name="connsiteX2" fmla="*/ 2360 w 26262"/>
                          <a:gd name="connsiteY2" fmla="*/ 14847 h 14984"/>
                          <a:gd name="connsiteX3" fmla="*/ 7504 w 26262"/>
                          <a:gd name="connsiteY3" fmla="*/ 14561 h 14984"/>
                          <a:gd name="connsiteX4" fmla="*/ 19600 w 26262"/>
                          <a:gd name="connsiteY4" fmla="*/ 10561 h 14984"/>
                          <a:gd name="connsiteX5" fmla="*/ 23696 w 26262"/>
                          <a:gd name="connsiteY5" fmla="*/ 8179 h 14984"/>
                          <a:gd name="connsiteX6" fmla="*/ 19505 w 26262"/>
                          <a:gd name="connsiteY6" fmla="*/ 464 h 14984"/>
                          <a:gd name="connsiteX7" fmla="*/ 2455 w 26262"/>
                          <a:gd name="connsiteY7" fmla="*/ 9799 h 149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262" h="14984">
                            <a:moveTo>
                              <a:pt x="2455" y="9799"/>
                            </a:moveTo>
                            <a:cubicBezTo>
                              <a:pt x="1217" y="10656"/>
                              <a:pt x="360" y="11323"/>
                              <a:pt x="74" y="12561"/>
                            </a:cubicBezTo>
                            <a:cubicBezTo>
                              <a:pt x="-307" y="13799"/>
                              <a:pt x="836" y="14561"/>
                              <a:pt x="2360" y="14847"/>
                            </a:cubicBezTo>
                            <a:cubicBezTo>
                              <a:pt x="3789" y="15133"/>
                              <a:pt x="5884" y="14942"/>
                              <a:pt x="7504" y="14561"/>
                            </a:cubicBezTo>
                            <a:cubicBezTo>
                              <a:pt x="11599" y="13418"/>
                              <a:pt x="15980" y="12466"/>
                              <a:pt x="19600" y="10561"/>
                            </a:cubicBezTo>
                            <a:cubicBezTo>
                              <a:pt x="21124" y="9799"/>
                              <a:pt x="22553" y="9227"/>
                              <a:pt x="23696" y="8179"/>
                            </a:cubicBezTo>
                            <a:cubicBezTo>
                              <a:pt x="28268" y="3798"/>
                              <a:pt x="26649" y="-1631"/>
                              <a:pt x="19505" y="464"/>
                            </a:cubicBezTo>
                            <a:cubicBezTo>
                              <a:pt x="13790" y="1988"/>
                              <a:pt x="7313" y="6274"/>
                              <a:pt x="2455" y="9799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77" name="Forme libre : forme 10076">
                        <a:extLst>
                          <a:ext uri="{FF2B5EF4-FFF2-40B4-BE49-F238E27FC236}">
                            <a16:creationId xmlns:a16="http://schemas.microsoft.com/office/drawing/2014/main" id="{3DA4D076-A26F-4BD2-85FF-C0EE42C701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07509" y="2472404"/>
                        <a:ext cx="27685" cy="49910"/>
                      </a:xfrm>
                      <a:custGeom>
                        <a:avLst/>
                        <a:gdLst>
                          <a:gd name="connsiteX0" fmla="*/ 27146 w 27685"/>
                          <a:gd name="connsiteY0" fmla="*/ 0 h 49910"/>
                          <a:gd name="connsiteX1" fmla="*/ 0 w 27685"/>
                          <a:gd name="connsiteY1" fmla="*/ 49911 h 49910"/>
                          <a:gd name="connsiteX2" fmla="*/ 27146 w 27685"/>
                          <a:gd name="connsiteY2" fmla="*/ 0 h 49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7685" h="49910">
                            <a:moveTo>
                              <a:pt x="27146" y="0"/>
                            </a:moveTo>
                            <a:cubicBezTo>
                              <a:pt x="30956" y="15430"/>
                              <a:pt x="13811" y="37624"/>
                              <a:pt x="0" y="49911"/>
                            </a:cubicBezTo>
                            <a:cubicBezTo>
                              <a:pt x="14764" y="36195"/>
                              <a:pt x="24479" y="15907"/>
                              <a:pt x="2714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78" name="Forme libre : forme 10077">
                        <a:extLst>
                          <a:ext uri="{FF2B5EF4-FFF2-40B4-BE49-F238E27FC236}">
                            <a16:creationId xmlns:a16="http://schemas.microsoft.com/office/drawing/2014/main" id="{BC86EFDD-EC21-434A-9D3A-7CA29345A9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94733" y="2470594"/>
                        <a:ext cx="43148" cy="24955"/>
                      </a:xfrm>
                      <a:custGeom>
                        <a:avLst/>
                        <a:gdLst>
                          <a:gd name="connsiteX0" fmla="*/ 43149 w 43148"/>
                          <a:gd name="connsiteY0" fmla="*/ 0 h 24955"/>
                          <a:gd name="connsiteX1" fmla="*/ 0 w 43148"/>
                          <a:gd name="connsiteY1" fmla="*/ 24955 h 24955"/>
                          <a:gd name="connsiteX2" fmla="*/ 43149 w 43148"/>
                          <a:gd name="connsiteY2" fmla="*/ 0 h 249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3148" h="24955">
                            <a:moveTo>
                              <a:pt x="43149" y="0"/>
                            </a:moveTo>
                            <a:cubicBezTo>
                              <a:pt x="27717" y="4191"/>
                              <a:pt x="13907" y="15240"/>
                              <a:pt x="0" y="24955"/>
                            </a:cubicBezTo>
                            <a:cubicBezTo>
                              <a:pt x="12573" y="15335"/>
                              <a:pt x="30480" y="7144"/>
                              <a:pt x="4314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79" name="Forme libre : forme 10078">
                        <a:extLst>
                          <a:ext uri="{FF2B5EF4-FFF2-40B4-BE49-F238E27FC236}">
                            <a16:creationId xmlns:a16="http://schemas.microsoft.com/office/drawing/2014/main" id="{E60F7664-1350-4025-8BA7-0992CACA2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68613" y="2485291"/>
                        <a:ext cx="25561" cy="10660"/>
                      </a:xfrm>
                      <a:custGeom>
                        <a:avLst/>
                        <a:gdLst>
                          <a:gd name="connsiteX0" fmla="*/ 25561 w 25561"/>
                          <a:gd name="connsiteY0" fmla="*/ 2068 h 10660"/>
                          <a:gd name="connsiteX1" fmla="*/ 11845 w 25561"/>
                          <a:gd name="connsiteY1" fmla="*/ 9878 h 10660"/>
                          <a:gd name="connsiteX2" fmla="*/ 34 w 25561"/>
                          <a:gd name="connsiteY2" fmla="*/ 7782 h 10660"/>
                          <a:gd name="connsiteX3" fmla="*/ 12988 w 25561"/>
                          <a:gd name="connsiteY3" fmla="*/ 1496 h 10660"/>
                          <a:gd name="connsiteX4" fmla="*/ 25561 w 25561"/>
                          <a:gd name="connsiteY4" fmla="*/ 2068 h 106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561" h="10660">
                            <a:moveTo>
                              <a:pt x="25561" y="2068"/>
                            </a:moveTo>
                            <a:cubicBezTo>
                              <a:pt x="25561" y="5973"/>
                              <a:pt x="14989" y="9021"/>
                              <a:pt x="11845" y="9878"/>
                            </a:cubicBezTo>
                            <a:cubicBezTo>
                              <a:pt x="8606" y="10545"/>
                              <a:pt x="-633" y="11973"/>
                              <a:pt x="34" y="7782"/>
                            </a:cubicBezTo>
                            <a:cubicBezTo>
                              <a:pt x="701" y="3591"/>
                              <a:pt x="10131" y="2448"/>
                              <a:pt x="12988" y="1496"/>
                            </a:cubicBezTo>
                            <a:cubicBezTo>
                              <a:pt x="15846" y="734"/>
                              <a:pt x="25561" y="-1743"/>
                              <a:pt x="25561" y="206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80" name="Forme libre : forme 10079">
                        <a:extLst>
                          <a:ext uri="{FF2B5EF4-FFF2-40B4-BE49-F238E27FC236}">
                            <a16:creationId xmlns:a16="http://schemas.microsoft.com/office/drawing/2014/main" id="{EC97AFD7-645A-4949-960A-FB14278B49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90576" y="2484084"/>
                        <a:ext cx="7044" cy="4505"/>
                      </a:xfrm>
                      <a:custGeom>
                        <a:avLst/>
                        <a:gdLst>
                          <a:gd name="connsiteX0" fmla="*/ 6837 w 7044"/>
                          <a:gd name="connsiteY0" fmla="*/ 512 h 4505"/>
                          <a:gd name="connsiteX1" fmla="*/ 4550 w 7044"/>
                          <a:gd name="connsiteY1" fmla="*/ 3655 h 4505"/>
                          <a:gd name="connsiteX2" fmla="*/ 169 w 7044"/>
                          <a:gd name="connsiteY2" fmla="*/ 3846 h 4505"/>
                          <a:gd name="connsiteX3" fmla="*/ 2455 w 7044"/>
                          <a:gd name="connsiteY3" fmla="*/ 988 h 4505"/>
                          <a:gd name="connsiteX4" fmla="*/ 6837 w 7044"/>
                          <a:gd name="connsiteY4" fmla="*/ 512 h 4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044" h="4505">
                            <a:moveTo>
                              <a:pt x="6837" y="512"/>
                            </a:moveTo>
                            <a:cubicBezTo>
                              <a:pt x="7694" y="1655"/>
                              <a:pt x="5693" y="3083"/>
                              <a:pt x="4550" y="3655"/>
                            </a:cubicBezTo>
                            <a:cubicBezTo>
                              <a:pt x="3503" y="4322"/>
                              <a:pt x="931" y="5084"/>
                              <a:pt x="169" y="3846"/>
                            </a:cubicBezTo>
                            <a:cubicBezTo>
                              <a:pt x="-593" y="2607"/>
                              <a:pt x="1407" y="1559"/>
                              <a:pt x="2455" y="988"/>
                            </a:cubicBezTo>
                            <a:cubicBezTo>
                              <a:pt x="3503" y="416"/>
                              <a:pt x="5884" y="-631"/>
                              <a:pt x="6837" y="51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81" name="Forme libre : forme 10080">
                        <a:extLst>
                          <a:ext uri="{FF2B5EF4-FFF2-40B4-BE49-F238E27FC236}">
                            <a16:creationId xmlns:a16="http://schemas.microsoft.com/office/drawing/2014/main" id="{06D87469-CC2C-4513-AA93-B44A9EA5F5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62084" y="2460590"/>
                        <a:ext cx="66422" cy="17623"/>
                      </a:xfrm>
                      <a:custGeom>
                        <a:avLst/>
                        <a:gdLst>
                          <a:gd name="connsiteX0" fmla="*/ 43615 w 66422"/>
                          <a:gd name="connsiteY0" fmla="*/ 2860 h 17623"/>
                          <a:gd name="connsiteX1" fmla="*/ 64569 w 66422"/>
                          <a:gd name="connsiteY1" fmla="*/ 6670 h 17623"/>
                          <a:gd name="connsiteX2" fmla="*/ 64188 w 66422"/>
                          <a:gd name="connsiteY2" fmla="*/ 14100 h 17623"/>
                          <a:gd name="connsiteX3" fmla="*/ 55616 w 66422"/>
                          <a:gd name="connsiteY3" fmla="*/ 15624 h 17623"/>
                          <a:gd name="connsiteX4" fmla="*/ 42662 w 66422"/>
                          <a:gd name="connsiteY4" fmla="*/ 15338 h 17623"/>
                          <a:gd name="connsiteX5" fmla="*/ 29613 w 66422"/>
                          <a:gd name="connsiteY5" fmla="*/ 15528 h 17623"/>
                          <a:gd name="connsiteX6" fmla="*/ 11992 w 66422"/>
                          <a:gd name="connsiteY6" fmla="*/ 17624 h 17623"/>
                          <a:gd name="connsiteX7" fmla="*/ 85 w 66422"/>
                          <a:gd name="connsiteY7" fmla="*/ 12004 h 17623"/>
                          <a:gd name="connsiteX8" fmla="*/ 26469 w 66422"/>
                          <a:gd name="connsiteY8" fmla="*/ 3 h 17623"/>
                          <a:gd name="connsiteX9" fmla="*/ 43615 w 66422"/>
                          <a:gd name="connsiteY9" fmla="*/ 2860 h 176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6422" h="17623">
                            <a:moveTo>
                              <a:pt x="43615" y="2860"/>
                            </a:moveTo>
                            <a:cubicBezTo>
                              <a:pt x="51615" y="3527"/>
                              <a:pt x="57521" y="3622"/>
                              <a:pt x="64569" y="6670"/>
                            </a:cubicBezTo>
                            <a:cubicBezTo>
                              <a:pt x="67237" y="7813"/>
                              <a:pt x="66951" y="11909"/>
                              <a:pt x="64188" y="14100"/>
                            </a:cubicBezTo>
                            <a:cubicBezTo>
                              <a:pt x="61426" y="16291"/>
                              <a:pt x="58474" y="15814"/>
                              <a:pt x="55616" y="15624"/>
                            </a:cubicBezTo>
                            <a:cubicBezTo>
                              <a:pt x="51139" y="15243"/>
                              <a:pt x="46853" y="15243"/>
                              <a:pt x="42662" y="15338"/>
                            </a:cubicBezTo>
                            <a:cubicBezTo>
                              <a:pt x="38281" y="15243"/>
                              <a:pt x="33994" y="15338"/>
                              <a:pt x="29613" y="15528"/>
                            </a:cubicBezTo>
                            <a:cubicBezTo>
                              <a:pt x="26946" y="15814"/>
                              <a:pt x="18849" y="17243"/>
                              <a:pt x="11992" y="17624"/>
                            </a:cubicBezTo>
                            <a:cubicBezTo>
                              <a:pt x="4943" y="17529"/>
                              <a:pt x="-772" y="16386"/>
                              <a:pt x="85" y="12004"/>
                            </a:cubicBezTo>
                            <a:cubicBezTo>
                              <a:pt x="1800" y="3432"/>
                              <a:pt x="19612" y="860"/>
                              <a:pt x="26469" y="3"/>
                            </a:cubicBezTo>
                            <a:cubicBezTo>
                              <a:pt x="33423" y="-92"/>
                              <a:pt x="37804" y="2479"/>
                              <a:pt x="43615" y="286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10057" name="Graphique 1">
                      <a:extLst>
                        <a:ext uri="{FF2B5EF4-FFF2-40B4-BE49-F238E27FC236}">
                          <a16:creationId xmlns:a16="http://schemas.microsoft.com/office/drawing/2014/main" id="{A48D520C-FE65-4E99-8EBC-84BAE28F7C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30246" y="2339657"/>
                      <a:ext cx="111123" cy="133059"/>
                      <a:chOff x="6730246" y="2339657"/>
                      <a:chExt cx="111123" cy="133059"/>
                    </a:xfrm>
                    <a:solidFill>
                      <a:schemeClr val="accent1"/>
                    </a:solidFill>
                  </p:grpSpPr>
                  <p:sp>
                    <p:nvSpPr>
                      <p:cNvPr id="10058" name="Forme libre : forme 10057">
                        <a:extLst>
                          <a:ext uri="{FF2B5EF4-FFF2-40B4-BE49-F238E27FC236}">
                            <a16:creationId xmlns:a16="http://schemas.microsoft.com/office/drawing/2014/main" id="{4E4B9271-BDB4-4565-8F0E-B4FF197F26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30246" y="2339657"/>
                        <a:ext cx="111123" cy="133059"/>
                      </a:xfrm>
                      <a:custGeom>
                        <a:avLst/>
                        <a:gdLst>
                          <a:gd name="connsiteX0" fmla="*/ 102707 w 111123"/>
                          <a:gd name="connsiteY0" fmla="*/ 65691 h 133059"/>
                          <a:gd name="connsiteX1" fmla="*/ 71655 w 111123"/>
                          <a:gd name="connsiteY1" fmla="*/ 111506 h 133059"/>
                          <a:gd name="connsiteX2" fmla="*/ 12505 w 111123"/>
                          <a:gd name="connsiteY2" fmla="*/ 131032 h 133059"/>
                          <a:gd name="connsiteX3" fmla="*/ 27 w 111123"/>
                          <a:gd name="connsiteY3" fmla="*/ 113506 h 133059"/>
                          <a:gd name="connsiteX4" fmla="*/ 12600 w 111123"/>
                          <a:gd name="connsiteY4" fmla="*/ 64548 h 133059"/>
                          <a:gd name="connsiteX5" fmla="*/ 38604 w 111123"/>
                          <a:gd name="connsiteY5" fmla="*/ 26067 h 133059"/>
                          <a:gd name="connsiteX6" fmla="*/ 88515 w 111123"/>
                          <a:gd name="connsiteY6" fmla="*/ 63 h 133059"/>
                          <a:gd name="connsiteX7" fmla="*/ 106707 w 111123"/>
                          <a:gd name="connsiteY7" fmla="*/ 10446 h 133059"/>
                          <a:gd name="connsiteX8" fmla="*/ 102707 w 111123"/>
                          <a:gd name="connsiteY8" fmla="*/ 65691 h 1330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11123" h="133059">
                            <a:moveTo>
                              <a:pt x="102707" y="65691"/>
                            </a:moveTo>
                            <a:cubicBezTo>
                              <a:pt x="96991" y="76454"/>
                              <a:pt x="81752" y="100266"/>
                              <a:pt x="71655" y="111506"/>
                            </a:cubicBezTo>
                            <a:cubicBezTo>
                              <a:pt x="53177" y="132461"/>
                              <a:pt x="32698" y="136081"/>
                              <a:pt x="12505" y="131032"/>
                            </a:cubicBezTo>
                            <a:cubicBezTo>
                              <a:pt x="5456" y="129223"/>
                              <a:pt x="-449" y="119983"/>
                              <a:pt x="27" y="113506"/>
                            </a:cubicBezTo>
                            <a:cubicBezTo>
                              <a:pt x="884" y="94266"/>
                              <a:pt x="1837" y="81216"/>
                              <a:pt x="12600" y="64548"/>
                            </a:cubicBezTo>
                            <a:cubicBezTo>
                              <a:pt x="18315" y="55785"/>
                              <a:pt x="31174" y="36449"/>
                              <a:pt x="38604" y="26067"/>
                            </a:cubicBezTo>
                            <a:cubicBezTo>
                              <a:pt x="52510" y="7017"/>
                              <a:pt x="68893" y="1873"/>
                              <a:pt x="88515" y="63"/>
                            </a:cubicBezTo>
                            <a:cubicBezTo>
                              <a:pt x="95277" y="-603"/>
                              <a:pt x="104612" y="4064"/>
                              <a:pt x="106707" y="10446"/>
                            </a:cubicBezTo>
                            <a:cubicBezTo>
                              <a:pt x="112803" y="28924"/>
                              <a:pt x="113565" y="45307"/>
                              <a:pt x="102707" y="65691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59" name="Forme libre : forme 10058">
                        <a:extLst>
                          <a:ext uri="{FF2B5EF4-FFF2-40B4-BE49-F238E27FC236}">
                            <a16:creationId xmlns:a16="http://schemas.microsoft.com/office/drawing/2014/main" id="{8B4059DF-4F0E-4BBD-B3E7-23C1C95980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34941" y="2349912"/>
                        <a:ext cx="106192" cy="122715"/>
                      </a:xfrm>
                      <a:custGeom>
                        <a:avLst/>
                        <a:gdLst>
                          <a:gd name="connsiteX0" fmla="*/ 50482 w 106192"/>
                          <a:gd name="connsiteY0" fmla="*/ 78105 h 122715"/>
                          <a:gd name="connsiteX1" fmla="*/ 28860 w 106192"/>
                          <a:gd name="connsiteY1" fmla="*/ 103727 h 122715"/>
                          <a:gd name="connsiteX2" fmla="*/ 0 w 106192"/>
                          <a:gd name="connsiteY2" fmla="*/ 115443 h 122715"/>
                          <a:gd name="connsiteX3" fmla="*/ 7715 w 106192"/>
                          <a:gd name="connsiteY3" fmla="*/ 120777 h 122715"/>
                          <a:gd name="connsiteX4" fmla="*/ 18192 w 106192"/>
                          <a:gd name="connsiteY4" fmla="*/ 122492 h 122715"/>
                          <a:gd name="connsiteX5" fmla="*/ 48196 w 106192"/>
                          <a:gd name="connsiteY5" fmla="*/ 116491 h 122715"/>
                          <a:gd name="connsiteX6" fmla="*/ 66865 w 106192"/>
                          <a:gd name="connsiteY6" fmla="*/ 101251 h 122715"/>
                          <a:gd name="connsiteX7" fmla="*/ 72866 w 106192"/>
                          <a:gd name="connsiteY7" fmla="*/ 93917 h 122715"/>
                          <a:gd name="connsiteX8" fmla="*/ 96012 w 106192"/>
                          <a:gd name="connsiteY8" fmla="*/ 58769 h 122715"/>
                          <a:gd name="connsiteX9" fmla="*/ 97917 w 106192"/>
                          <a:gd name="connsiteY9" fmla="*/ 55435 h 122715"/>
                          <a:gd name="connsiteX10" fmla="*/ 105346 w 106192"/>
                          <a:gd name="connsiteY10" fmla="*/ 34957 h 122715"/>
                          <a:gd name="connsiteX11" fmla="*/ 104394 w 106192"/>
                          <a:gd name="connsiteY11" fmla="*/ 8858 h 122715"/>
                          <a:gd name="connsiteX12" fmla="*/ 101917 w 106192"/>
                          <a:gd name="connsiteY12" fmla="*/ 286 h 122715"/>
                          <a:gd name="connsiteX13" fmla="*/ 101727 w 106192"/>
                          <a:gd name="connsiteY13" fmla="*/ 0 h 122715"/>
                          <a:gd name="connsiteX14" fmla="*/ 50482 w 106192"/>
                          <a:gd name="connsiteY14" fmla="*/ 78105 h 1227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06192" h="122715">
                            <a:moveTo>
                              <a:pt x="50482" y="78105"/>
                            </a:moveTo>
                            <a:cubicBezTo>
                              <a:pt x="44767" y="87439"/>
                              <a:pt x="37528" y="96679"/>
                              <a:pt x="28860" y="103727"/>
                            </a:cubicBezTo>
                            <a:cubicBezTo>
                              <a:pt x="20193" y="110776"/>
                              <a:pt x="10001" y="115252"/>
                              <a:pt x="0" y="115443"/>
                            </a:cubicBezTo>
                            <a:cubicBezTo>
                              <a:pt x="2095" y="118015"/>
                              <a:pt x="4763" y="120015"/>
                              <a:pt x="7715" y="120777"/>
                            </a:cubicBezTo>
                            <a:cubicBezTo>
                              <a:pt x="11239" y="121634"/>
                              <a:pt x="14668" y="122110"/>
                              <a:pt x="18192" y="122492"/>
                            </a:cubicBezTo>
                            <a:cubicBezTo>
                              <a:pt x="28194" y="123349"/>
                              <a:pt x="38290" y="121825"/>
                              <a:pt x="48196" y="116491"/>
                            </a:cubicBezTo>
                            <a:cubicBezTo>
                              <a:pt x="54673" y="113062"/>
                              <a:pt x="60864" y="108013"/>
                              <a:pt x="66865" y="101251"/>
                            </a:cubicBezTo>
                            <a:cubicBezTo>
                              <a:pt x="68770" y="99155"/>
                              <a:pt x="70675" y="96679"/>
                              <a:pt x="72866" y="93917"/>
                            </a:cubicBezTo>
                            <a:cubicBezTo>
                              <a:pt x="81343" y="82963"/>
                              <a:pt x="90678" y="68104"/>
                              <a:pt x="96012" y="58769"/>
                            </a:cubicBezTo>
                            <a:cubicBezTo>
                              <a:pt x="96678" y="57531"/>
                              <a:pt x="97345" y="56388"/>
                              <a:pt x="97917" y="55435"/>
                            </a:cubicBezTo>
                            <a:cubicBezTo>
                              <a:pt x="101822" y="48101"/>
                              <a:pt x="104108" y="41434"/>
                              <a:pt x="105346" y="34957"/>
                            </a:cubicBezTo>
                            <a:cubicBezTo>
                              <a:pt x="106870" y="26003"/>
                              <a:pt x="106203" y="17431"/>
                              <a:pt x="104394" y="8858"/>
                            </a:cubicBezTo>
                            <a:cubicBezTo>
                              <a:pt x="103727" y="6001"/>
                              <a:pt x="102965" y="3143"/>
                              <a:pt x="101917" y="286"/>
                            </a:cubicBezTo>
                            <a:lnTo>
                              <a:pt x="101727" y="0"/>
                            </a:lnTo>
                            <a:cubicBezTo>
                              <a:pt x="83534" y="24574"/>
                              <a:pt x="66865" y="51435"/>
                              <a:pt x="50482" y="78105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60" name="Forme libre : forme 10059">
                        <a:extLst>
                          <a:ext uri="{FF2B5EF4-FFF2-40B4-BE49-F238E27FC236}">
                            <a16:creationId xmlns:a16="http://schemas.microsoft.com/office/drawing/2014/main" id="{3706777A-CA62-419D-97C9-4D01129234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70755" y="2367166"/>
                        <a:ext cx="46472" cy="61728"/>
                      </a:xfrm>
                      <a:custGeom>
                        <a:avLst/>
                        <a:gdLst>
                          <a:gd name="connsiteX0" fmla="*/ 43719 w 46472"/>
                          <a:gd name="connsiteY0" fmla="*/ 844 h 61728"/>
                          <a:gd name="connsiteX1" fmla="*/ 33718 w 46472"/>
                          <a:gd name="connsiteY1" fmla="*/ 39229 h 61728"/>
                          <a:gd name="connsiteX2" fmla="*/ 2857 w 46472"/>
                          <a:gd name="connsiteY2" fmla="*/ 60375 h 61728"/>
                          <a:gd name="connsiteX3" fmla="*/ 12954 w 46472"/>
                          <a:gd name="connsiteY3" fmla="*/ 25704 h 61728"/>
                          <a:gd name="connsiteX4" fmla="*/ 43719 w 46472"/>
                          <a:gd name="connsiteY4" fmla="*/ 844 h 617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472" h="61728">
                            <a:moveTo>
                              <a:pt x="43719" y="844"/>
                            </a:moveTo>
                            <a:cubicBezTo>
                              <a:pt x="52197" y="6178"/>
                              <a:pt x="38861" y="31038"/>
                              <a:pt x="33718" y="39229"/>
                            </a:cubicBezTo>
                            <a:cubicBezTo>
                              <a:pt x="28765" y="47326"/>
                              <a:pt x="11906" y="67042"/>
                              <a:pt x="2857" y="60375"/>
                            </a:cubicBezTo>
                            <a:cubicBezTo>
                              <a:pt x="-5906" y="53993"/>
                              <a:pt x="7810" y="33133"/>
                              <a:pt x="12954" y="25704"/>
                            </a:cubicBezTo>
                            <a:cubicBezTo>
                              <a:pt x="18002" y="18465"/>
                              <a:pt x="35051" y="-4681"/>
                              <a:pt x="43719" y="84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61" name="Forme libre : forme 10060">
                        <a:extLst>
                          <a:ext uri="{FF2B5EF4-FFF2-40B4-BE49-F238E27FC236}">
                            <a16:creationId xmlns:a16="http://schemas.microsoft.com/office/drawing/2014/main" id="{EE9F4E04-25B8-4C4F-A081-53B382576C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70553" y="2392299"/>
                        <a:ext cx="41159" cy="36441"/>
                      </a:xfrm>
                      <a:custGeom>
                        <a:avLst/>
                        <a:gdLst>
                          <a:gd name="connsiteX0" fmla="*/ 3725 w 41159"/>
                          <a:gd name="connsiteY0" fmla="*/ 17240 h 36441"/>
                          <a:gd name="connsiteX1" fmla="*/ 2869 w 41159"/>
                          <a:gd name="connsiteY1" fmla="*/ 35623 h 36441"/>
                          <a:gd name="connsiteX2" fmla="*/ 34206 w 41159"/>
                          <a:gd name="connsiteY2" fmla="*/ 13811 h 36441"/>
                          <a:gd name="connsiteX3" fmla="*/ 41159 w 41159"/>
                          <a:gd name="connsiteY3" fmla="*/ 0 h 36441"/>
                          <a:gd name="connsiteX4" fmla="*/ 36111 w 41159"/>
                          <a:gd name="connsiteY4" fmla="*/ 6572 h 36441"/>
                          <a:gd name="connsiteX5" fmla="*/ 3725 w 41159"/>
                          <a:gd name="connsiteY5" fmla="*/ 17240 h 364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1159" h="36441">
                            <a:moveTo>
                              <a:pt x="3725" y="17240"/>
                            </a:moveTo>
                            <a:cubicBezTo>
                              <a:pt x="2773" y="22003"/>
                              <a:pt x="-3608" y="32766"/>
                              <a:pt x="2869" y="35623"/>
                            </a:cubicBezTo>
                            <a:cubicBezTo>
                              <a:pt x="13346" y="40291"/>
                              <a:pt x="27633" y="23908"/>
                              <a:pt x="34206" y="13811"/>
                            </a:cubicBezTo>
                            <a:cubicBezTo>
                              <a:pt x="36206" y="10858"/>
                              <a:pt x="39826" y="3810"/>
                              <a:pt x="41159" y="0"/>
                            </a:cubicBezTo>
                            <a:cubicBezTo>
                              <a:pt x="39826" y="1810"/>
                              <a:pt x="37825" y="5048"/>
                              <a:pt x="36111" y="6572"/>
                            </a:cubicBezTo>
                            <a:cubicBezTo>
                              <a:pt x="26586" y="14668"/>
                              <a:pt x="14013" y="23622"/>
                              <a:pt x="3725" y="1724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62" name="Forme libre : forme 10061">
                        <a:extLst>
                          <a:ext uri="{FF2B5EF4-FFF2-40B4-BE49-F238E27FC236}">
                            <a16:creationId xmlns:a16="http://schemas.microsoft.com/office/drawing/2014/main" id="{3C5E4145-D507-40EE-B720-0698314131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75054" y="2364720"/>
                        <a:ext cx="45941" cy="62616"/>
                      </a:xfrm>
                      <a:custGeom>
                        <a:avLst/>
                        <a:gdLst>
                          <a:gd name="connsiteX0" fmla="*/ 43707 w 45941"/>
                          <a:gd name="connsiteY0" fmla="*/ 1385 h 62616"/>
                          <a:gd name="connsiteX1" fmla="*/ 33800 w 45941"/>
                          <a:gd name="connsiteY1" fmla="*/ 40342 h 62616"/>
                          <a:gd name="connsiteX2" fmla="*/ 3035 w 45941"/>
                          <a:gd name="connsiteY2" fmla="*/ 61392 h 62616"/>
                          <a:gd name="connsiteX3" fmla="*/ 12941 w 45941"/>
                          <a:gd name="connsiteY3" fmla="*/ 26626 h 62616"/>
                          <a:gd name="connsiteX4" fmla="*/ 43707 w 45941"/>
                          <a:gd name="connsiteY4" fmla="*/ 1385 h 62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941" h="62616">
                            <a:moveTo>
                              <a:pt x="43707" y="1385"/>
                            </a:moveTo>
                            <a:cubicBezTo>
                              <a:pt x="50851" y="8909"/>
                              <a:pt x="39040" y="31293"/>
                              <a:pt x="33800" y="40342"/>
                            </a:cubicBezTo>
                            <a:cubicBezTo>
                              <a:pt x="28657" y="49295"/>
                              <a:pt x="12751" y="67488"/>
                              <a:pt x="3035" y="61392"/>
                            </a:cubicBezTo>
                            <a:cubicBezTo>
                              <a:pt x="-6299" y="55486"/>
                              <a:pt x="8464" y="33674"/>
                              <a:pt x="12941" y="26626"/>
                            </a:cubicBezTo>
                            <a:cubicBezTo>
                              <a:pt x="17418" y="19768"/>
                              <a:pt x="36468" y="-6236"/>
                              <a:pt x="43707" y="138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63" name="Forme libre : forme 10062">
                        <a:extLst>
                          <a:ext uri="{FF2B5EF4-FFF2-40B4-BE49-F238E27FC236}">
                            <a16:creationId xmlns:a16="http://schemas.microsoft.com/office/drawing/2014/main" id="{29E12621-BF15-4496-AA4E-1014D32AA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4647" y="2388594"/>
                        <a:ext cx="76975" cy="67476"/>
                      </a:xfrm>
                      <a:custGeom>
                        <a:avLst/>
                        <a:gdLst>
                          <a:gd name="connsiteX0" fmla="*/ 7153 w 76975"/>
                          <a:gd name="connsiteY0" fmla="*/ 64759 h 67476"/>
                          <a:gd name="connsiteX1" fmla="*/ 22488 w 76975"/>
                          <a:gd name="connsiteY1" fmla="*/ 66664 h 67476"/>
                          <a:gd name="connsiteX2" fmla="*/ 57826 w 76975"/>
                          <a:gd name="connsiteY2" fmla="*/ 49329 h 67476"/>
                          <a:gd name="connsiteX3" fmla="*/ 76114 w 76975"/>
                          <a:gd name="connsiteY3" fmla="*/ 18087 h 67476"/>
                          <a:gd name="connsiteX4" fmla="*/ 71257 w 76975"/>
                          <a:gd name="connsiteY4" fmla="*/ 180 h 67476"/>
                          <a:gd name="connsiteX5" fmla="*/ 60398 w 76975"/>
                          <a:gd name="connsiteY5" fmla="*/ 6371 h 67476"/>
                          <a:gd name="connsiteX6" fmla="*/ 31728 w 76975"/>
                          <a:gd name="connsiteY6" fmla="*/ 23897 h 67476"/>
                          <a:gd name="connsiteX7" fmla="*/ 3438 w 76975"/>
                          <a:gd name="connsiteY7" fmla="*/ 39232 h 67476"/>
                          <a:gd name="connsiteX8" fmla="*/ 7153 w 76975"/>
                          <a:gd name="connsiteY8" fmla="*/ 64759 h 674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6975" h="67476">
                            <a:moveTo>
                              <a:pt x="7153" y="64759"/>
                            </a:moveTo>
                            <a:cubicBezTo>
                              <a:pt x="12869" y="67903"/>
                              <a:pt x="15535" y="67998"/>
                              <a:pt x="22488" y="66664"/>
                            </a:cubicBezTo>
                            <a:cubicBezTo>
                              <a:pt x="35633" y="63807"/>
                              <a:pt x="46682" y="60092"/>
                              <a:pt x="57826" y="49329"/>
                            </a:cubicBezTo>
                            <a:cubicBezTo>
                              <a:pt x="67066" y="40280"/>
                              <a:pt x="73828" y="28279"/>
                              <a:pt x="76114" y="18087"/>
                            </a:cubicBezTo>
                            <a:cubicBezTo>
                              <a:pt x="77829" y="10467"/>
                              <a:pt x="77353" y="1990"/>
                              <a:pt x="71257" y="180"/>
                            </a:cubicBezTo>
                            <a:cubicBezTo>
                              <a:pt x="67542" y="-963"/>
                              <a:pt x="64208" y="3609"/>
                              <a:pt x="60398" y="6371"/>
                            </a:cubicBezTo>
                            <a:cubicBezTo>
                              <a:pt x="51349" y="12943"/>
                              <a:pt x="43063" y="19706"/>
                              <a:pt x="31728" y="23897"/>
                            </a:cubicBezTo>
                            <a:cubicBezTo>
                              <a:pt x="22012" y="27517"/>
                              <a:pt x="9821" y="29326"/>
                              <a:pt x="3438" y="39232"/>
                            </a:cubicBezTo>
                            <a:cubicBezTo>
                              <a:pt x="-2276" y="47995"/>
                              <a:pt x="-753" y="59997"/>
                              <a:pt x="7153" y="6475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64" name="Forme libre : forme 10063">
                        <a:extLst>
                          <a:ext uri="{FF2B5EF4-FFF2-40B4-BE49-F238E27FC236}">
                            <a16:creationId xmlns:a16="http://schemas.microsoft.com/office/drawing/2014/main" id="{3D8535A8-2141-4C0B-B691-3167E1E23C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55240" y="2406703"/>
                        <a:ext cx="14596" cy="27274"/>
                      </a:xfrm>
                      <a:custGeom>
                        <a:avLst/>
                        <a:gdLst>
                          <a:gd name="connsiteX0" fmla="*/ 180 w 14596"/>
                          <a:gd name="connsiteY0" fmla="*/ 22838 h 27274"/>
                          <a:gd name="connsiteX1" fmla="*/ 466 w 14596"/>
                          <a:gd name="connsiteY1" fmla="*/ 26553 h 27274"/>
                          <a:gd name="connsiteX2" fmla="*/ 3608 w 14596"/>
                          <a:gd name="connsiteY2" fmla="*/ 26553 h 27274"/>
                          <a:gd name="connsiteX3" fmla="*/ 7038 w 14596"/>
                          <a:gd name="connsiteY3" fmla="*/ 22648 h 27274"/>
                          <a:gd name="connsiteX4" fmla="*/ 13133 w 14596"/>
                          <a:gd name="connsiteY4" fmla="*/ 11218 h 27274"/>
                          <a:gd name="connsiteX5" fmla="*/ 14562 w 14596"/>
                          <a:gd name="connsiteY5" fmla="*/ 6646 h 27274"/>
                          <a:gd name="connsiteX6" fmla="*/ 6085 w 14596"/>
                          <a:gd name="connsiteY6" fmla="*/ 3883 h 27274"/>
                          <a:gd name="connsiteX7" fmla="*/ 180 w 14596"/>
                          <a:gd name="connsiteY7" fmla="*/ 22838 h 272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4596" h="27274">
                            <a:moveTo>
                              <a:pt x="180" y="22838"/>
                            </a:moveTo>
                            <a:cubicBezTo>
                              <a:pt x="-11" y="24362"/>
                              <a:pt x="-201" y="25410"/>
                              <a:pt x="466" y="26553"/>
                            </a:cubicBezTo>
                            <a:cubicBezTo>
                              <a:pt x="1132" y="27696"/>
                              <a:pt x="2465" y="27315"/>
                              <a:pt x="3608" y="26553"/>
                            </a:cubicBezTo>
                            <a:cubicBezTo>
                              <a:pt x="4847" y="25696"/>
                              <a:pt x="6180" y="23981"/>
                              <a:pt x="7038" y="22648"/>
                            </a:cubicBezTo>
                            <a:cubicBezTo>
                              <a:pt x="9324" y="19028"/>
                              <a:pt x="11610" y="15123"/>
                              <a:pt x="13133" y="11218"/>
                            </a:cubicBezTo>
                            <a:cubicBezTo>
                              <a:pt x="13800" y="9598"/>
                              <a:pt x="14467" y="8170"/>
                              <a:pt x="14562" y="6646"/>
                            </a:cubicBezTo>
                            <a:cubicBezTo>
                              <a:pt x="15039" y="73"/>
                              <a:pt x="10371" y="-2975"/>
                              <a:pt x="6085" y="3883"/>
                            </a:cubicBezTo>
                            <a:cubicBezTo>
                              <a:pt x="2942" y="9027"/>
                              <a:pt x="1132" y="16837"/>
                              <a:pt x="180" y="2283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65" name="Forme libre : forme 10064">
                        <a:extLst>
                          <a:ext uri="{FF2B5EF4-FFF2-40B4-BE49-F238E27FC236}">
                            <a16:creationId xmlns:a16="http://schemas.microsoft.com/office/drawing/2014/main" id="{FADA51D3-1F3D-404B-8A56-F59D97F9EB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32477" y="2350198"/>
                        <a:ext cx="4968" cy="52768"/>
                      </a:xfrm>
                      <a:custGeom>
                        <a:avLst/>
                        <a:gdLst>
                          <a:gd name="connsiteX0" fmla="*/ 1048 w 4968"/>
                          <a:gd name="connsiteY0" fmla="*/ 0 h 52768"/>
                          <a:gd name="connsiteX1" fmla="*/ 0 w 4968"/>
                          <a:gd name="connsiteY1" fmla="*/ 52768 h 52768"/>
                          <a:gd name="connsiteX2" fmla="*/ 1048 w 4968"/>
                          <a:gd name="connsiteY2" fmla="*/ 0 h 52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968" h="52768">
                            <a:moveTo>
                              <a:pt x="1048" y="0"/>
                            </a:moveTo>
                            <a:cubicBezTo>
                              <a:pt x="8667" y="13430"/>
                              <a:pt x="3429" y="37433"/>
                              <a:pt x="0" y="52768"/>
                            </a:cubicBezTo>
                            <a:cubicBezTo>
                              <a:pt x="3810" y="36195"/>
                              <a:pt x="3048" y="15716"/>
                              <a:pt x="104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66" name="Forme libre : forme 10065">
                        <a:extLst>
                          <a:ext uri="{FF2B5EF4-FFF2-40B4-BE49-F238E27FC236}">
                            <a16:creationId xmlns:a16="http://schemas.microsoft.com/office/drawing/2014/main" id="{142211FD-B541-4093-AADA-237473761C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32178" y="2404395"/>
                        <a:ext cx="13430" cy="49720"/>
                      </a:xfrm>
                      <a:custGeom>
                        <a:avLst/>
                        <a:gdLst>
                          <a:gd name="connsiteX0" fmla="*/ 13431 w 13430"/>
                          <a:gd name="connsiteY0" fmla="*/ 0 h 49720"/>
                          <a:gd name="connsiteX1" fmla="*/ 0 w 13430"/>
                          <a:gd name="connsiteY1" fmla="*/ 49721 h 49720"/>
                          <a:gd name="connsiteX2" fmla="*/ 13431 w 13430"/>
                          <a:gd name="connsiteY2" fmla="*/ 0 h 49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3430" h="49720">
                            <a:moveTo>
                              <a:pt x="13431" y="0"/>
                            </a:moveTo>
                            <a:cubicBezTo>
                              <a:pt x="4191" y="15145"/>
                              <a:pt x="2667" y="32480"/>
                              <a:pt x="0" y="49721"/>
                            </a:cubicBezTo>
                            <a:cubicBezTo>
                              <a:pt x="1810" y="33528"/>
                              <a:pt x="8191" y="15145"/>
                              <a:pt x="1343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67" name="Forme libre : forme 10066">
                        <a:extLst>
                          <a:ext uri="{FF2B5EF4-FFF2-40B4-BE49-F238E27FC236}">
                            <a16:creationId xmlns:a16="http://schemas.microsoft.com/office/drawing/2014/main" id="{85B3B956-2BE6-436E-84E2-B51652CCFB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84300" y="2379233"/>
                        <a:ext cx="18808" cy="21490"/>
                      </a:xfrm>
                      <a:custGeom>
                        <a:avLst/>
                        <a:gdLst>
                          <a:gd name="connsiteX0" fmla="*/ 18459 w 18808"/>
                          <a:gd name="connsiteY0" fmla="*/ 873 h 21490"/>
                          <a:gd name="connsiteX1" fmla="*/ 11125 w 18808"/>
                          <a:gd name="connsiteY1" fmla="*/ 14875 h 21490"/>
                          <a:gd name="connsiteX2" fmla="*/ 362 w 18808"/>
                          <a:gd name="connsiteY2" fmla="*/ 20399 h 21490"/>
                          <a:gd name="connsiteX3" fmla="*/ 7315 w 18808"/>
                          <a:gd name="connsiteY3" fmla="*/ 7350 h 21490"/>
                          <a:gd name="connsiteX4" fmla="*/ 18459 w 18808"/>
                          <a:gd name="connsiteY4" fmla="*/ 873 h 214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808" h="21490">
                            <a:moveTo>
                              <a:pt x="18459" y="873"/>
                            </a:moveTo>
                            <a:cubicBezTo>
                              <a:pt x="20459" y="4302"/>
                              <a:pt x="13315" y="12398"/>
                              <a:pt x="11125" y="14875"/>
                            </a:cubicBezTo>
                            <a:cubicBezTo>
                              <a:pt x="8934" y="17351"/>
                              <a:pt x="2362" y="24114"/>
                              <a:pt x="362" y="20399"/>
                            </a:cubicBezTo>
                            <a:cubicBezTo>
                              <a:pt x="-1639" y="16780"/>
                              <a:pt x="5219" y="9636"/>
                              <a:pt x="7315" y="7350"/>
                            </a:cubicBezTo>
                            <a:cubicBezTo>
                              <a:pt x="9600" y="5064"/>
                              <a:pt x="16554" y="-2556"/>
                              <a:pt x="18459" y="87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68" name="Forme libre : forme 10067">
                        <a:extLst>
                          <a:ext uri="{FF2B5EF4-FFF2-40B4-BE49-F238E27FC236}">
                            <a16:creationId xmlns:a16="http://schemas.microsoft.com/office/drawing/2014/main" id="{3A9B4809-EC56-442B-A791-34F793304E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99570" y="2376009"/>
                        <a:ext cx="5330" cy="6484"/>
                      </a:xfrm>
                      <a:custGeom>
                        <a:avLst/>
                        <a:gdLst>
                          <a:gd name="connsiteX0" fmla="*/ 4713 w 5330"/>
                          <a:gd name="connsiteY0" fmla="*/ 97 h 6484"/>
                          <a:gd name="connsiteX1" fmla="*/ 4237 w 5330"/>
                          <a:gd name="connsiteY1" fmla="*/ 3907 h 6484"/>
                          <a:gd name="connsiteX2" fmla="*/ 618 w 5330"/>
                          <a:gd name="connsiteY2" fmla="*/ 6383 h 6484"/>
                          <a:gd name="connsiteX3" fmla="*/ 1094 w 5330"/>
                          <a:gd name="connsiteY3" fmla="*/ 2669 h 6484"/>
                          <a:gd name="connsiteX4" fmla="*/ 4713 w 5330"/>
                          <a:gd name="connsiteY4" fmla="*/ 97 h 64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330" h="6484">
                            <a:moveTo>
                              <a:pt x="4713" y="97"/>
                            </a:moveTo>
                            <a:cubicBezTo>
                              <a:pt x="6047" y="669"/>
                              <a:pt x="4904" y="2859"/>
                              <a:pt x="4237" y="3907"/>
                            </a:cubicBezTo>
                            <a:cubicBezTo>
                              <a:pt x="3570" y="4955"/>
                              <a:pt x="1951" y="6955"/>
                              <a:pt x="618" y="6383"/>
                            </a:cubicBezTo>
                            <a:cubicBezTo>
                              <a:pt x="-716" y="5812"/>
                              <a:pt x="427" y="3716"/>
                              <a:pt x="1094" y="2669"/>
                            </a:cubicBezTo>
                            <a:cubicBezTo>
                              <a:pt x="1760" y="1621"/>
                              <a:pt x="3475" y="-475"/>
                              <a:pt x="4713" y="9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69" name="Forme libre : forme 10068">
                        <a:extLst>
                          <a:ext uri="{FF2B5EF4-FFF2-40B4-BE49-F238E27FC236}">
                            <a16:creationId xmlns:a16="http://schemas.microsoft.com/office/drawing/2014/main" id="{C8CA0440-8694-4771-AA46-E35A6B610F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66462" y="2347634"/>
                        <a:ext cx="60787" cy="41981"/>
                      </a:xfrm>
                      <a:custGeom>
                        <a:avLst/>
                        <a:gdLst>
                          <a:gd name="connsiteX0" fmla="*/ 36392 w 60787"/>
                          <a:gd name="connsiteY0" fmla="*/ 4946 h 41981"/>
                          <a:gd name="connsiteX1" fmla="*/ 57823 w 60787"/>
                          <a:gd name="connsiteY1" fmla="*/ 88 h 41981"/>
                          <a:gd name="connsiteX2" fmla="*/ 59823 w 60787"/>
                          <a:gd name="connsiteY2" fmla="*/ 7232 h 41981"/>
                          <a:gd name="connsiteX3" fmla="*/ 52489 w 60787"/>
                          <a:gd name="connsiteY3" fmla="*/ 11804 h 41981"/>
                          <a:gd name="connsiteX4" fmla="*/ 28582 w 60787"/>
                          <a:gd name="connsiteY4" fmla="*/ 23996 h 41981"/>
                          <a:gd name="connsiteX5" fmla="*/ 578 w 60787"/>
                          <a:gd name="connsiteY5" fmla="*/ 39998 h 41981"/>
                          <a:gd name="connsiteX6" fmla="*/ 18675 w 60787"/>
                          <a:gd name="connsiteY6" fmla="*/ 11708 h 41981"/>
                          <a:gd name="connsiteX7" fmla="*/ 36392 w 60787"/>
                          <a:gd name="connsiteY7" fmla="*/ 4946 h 419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0787" h="41981">
                            <a:moveTo>
                              <a:pt x="36392" y="4946"/>
                            </a:moveTo>
                            <a:cubicBezTo>
                              <a:pt x="44298" y="1802"/>
                              <a:pt x="49918" y="-484"/>
                              <a:pt x="57823" y="88"/>
                            </a:cubicBezTo>
                            <a:cubicBezTo>
                              <a:pt x="60681" y="278"/>
                              <a:pt x="61729" y="4374"/>
                              <a:pt x="59823" y="7232"/>
                            </a:cubicBezTo>
                            <a:cubicBezTo>
                              <a:pt x="57918" y="10089"/>
                              <a:pt x="55252" y="10851"/>
                              <a:pt x="52489" y="11804"/>
                            </a:cubicBezTo>
                            <a:cubicBezTo>
                              <a:pt x="44012" y="14566"/>
                              <a:pt x="36487" y="18852"/>
                              <a:pt x="28582" y="23996"/>
                            </a:cubicBezTo>
                            <a:cubicBezTo>
                              <a:pt x="23533" y="27234"/>
                              <a:pt x="4102" y="48475"/>
                              <a:pt x="578" y="39998"/>
                            </a:cubicBezTo>
                            <a:cubicBezTo>
                              <a:pt x="-3137" y="31711"/>
                              <a:pt x="12008" y="16090"/>
                              <a:pt x="18675" y="11708"/>
                            </a:cubicBezTo>
                            <a:cubicBezTo>
                              <a:pt x="25248" y="7232"/>
                              <a:pt x="30582" y="7422"/>
                              <a:pt x="36392" y="494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84" name="Graphique 1">
                    <a:extLst>
                      <a:ext uri="{FF2B5EF4-FFF2-40B4-BE49-F238E27FC236}">
                        <a16:creationId xmlns:a16="http://schemas.microsoft.com/office/drawing/2014/main" id="{0EE3F721-057A-4208-9E92-B0F906409BFE}"/>
                      </a:ext>
                    </a:extLst>
                  </p:cNvPr>
                  <p:cNvGrpSpPr/>
                  <p:nvPr/>
                </p:nvGrpSpPr>
                <p:grpSpPr>
                  <a:xfrm>
                    <a:off x="6695103" y="2456428"/>
                    <a:ext cx="145567" cy="130466"/>
                    <a:chOff x="6695103" y="2456428"/>
                    <a:chExt cx="145567" cy="130466"/>
                  </a:xfrm>
                  <a:solidFill>
                    <a:schemeClr val="accent1"/>
                  </a:solidFill>
                </p:grpSpPr>
                <p:sp>
                  <p:nvSpPr>
                    <p:cNvPr id="10044" name="Forme libre : forme 10043">
                      <a:extLst>
                        <a:ext uri="{FF2B5EF4-FFF2-40B4-BE49-F238E27FC236}">
                          <a16:creationId xmlns:a16="http://schemas.microsoft.com/office/drawing/2014/main" id="{9168E8C3-0520-477E-8A93-0DBC727D46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189" y="2456428"/>
                      <a:ext cx="145481" cy="130466"/>
                    </a:xfrm>
                    <a:custGeom>
                      <a:avLst/>
                      <a:gdLst>
                        <a:gd name="connsiteX0" fmla="*/ 140240 w 145481"/>
                        <a:gd name="connsiteY0" fmla="*/ 73030 h 130466"/>
                        <a:gd name="connsiteX1" fmla="*/ 112618 w 145481"/>
                        <a:gd name="connsiteY1" fmla="*/ 111892 h 130466"/>
                        <a:gd name="connsiteX2" fmla="*/ 85472 w 145481"/>
                        <a:gd name="connsiteY2" fmla="*/ 126656 h 130466"/>
                        <a:gd name="connsiteX3" fmla="*/ 61373 w 145481"/>
                        <a:gd name="connsiteY3" fmla="*/ 130466 h 130466"/>
                        <a:gd name="connsiteX4" fmla="*/ 15558 w 145481"/>
                        <a:gd name="connsiteY4" fmla="*/ 112845 h 130466"/>
                        <a:gd name="connsiteX5" fmla="*/ 223 w 145481"/>
                        <a:gd name="connsiteY5" fmla="*/ 82651 h 130466"/>
                        <a:gd name="connsiteX6" fmla="*/ 12605 w 145481"/>
                        <a:gd name="connsiteY6" fmla="*/ 65029 h 130466"/>
                        <a:gd name="connsiteX7" fmla="*/ 39085 w 145481"/>
                        <a:gd name="connsiteY7" fmla="*/ 58933 h 130466"/>
                        <a:gd name="connsiteX8" fmla="*/ 58802 w 145481"/>
                        <a:gd name="connsiteY8" fmla="*/ 55028 h 130466"/>
                        <a:gd name="connsiteX9" fmla="*/ 64230 w 145481"/>
                        <a:gd name="connsiteY9" fmla="*/ 52361 h 130466"/>
                        <a:gd name="connsiteX10" fmla="*/ 70993 w 145481"/>
                        <a:gd name="connsiteY10" fmla="*/ 43408 h 130466"/>
                        <a:gd name="connsiteX11" fmla="*/ 85662 w 145481"/>
                        <a:gd name="connsiteY11" fmla="*/ 23024 h 130466"/>
                        <a:gd name="connsiteX12" fmla="*/ 106712 w 145481"/>
                        <a:gd name="connsiteY12" fmla="*/ 4164 h 130466"/>
                        <a:gd name="connsiteX13" fmla="*/ 127763 w 145481"/>
                        <a:gd name="connsiteY13" fmla="*/ 3117 h 130466"/>
                        <a:gd name="connsiteX14" fmla="*/ 143574 w 145481"/>
                        <a:gd name="connsiteY14" fmla="*/ 30263 h 130466"/>
                        <a:gd name="connsiteX15" fmla="*/ 140240 w 145481"/>
                        <a:gd name="connsiteY15" fmla="*/ 73030 h 130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45481" h="130466">
                          <a:moveTo>
                            <a:pt x="140240" y="73030"/>
                          </a:moveTo>
                          <a:cubicBezTo>
                            <a:pt x="136811" y="82174"/>
                            <a:pt x="128906" y="98462"/>
                            <a:pt x="112618" y="111892"/>
                          </a:cubicBezTo>
                          <a:cubicBezTo>
                            <a:pt x="104617" y="118464"/>
                            <a:pt x="94806" y="123894"/>
                            <a:pt x="85472" y="126656"/>
                          </a:cubicBezTo>
                          <a:cubicBezTo>
                            <a:pt x="76137" y="129609"/>
                            <a:pt x="67660" y="130466"/>
                            <a:pt x="61373" y="130466"/>
                          </a:cubicBezTo>
                          <a:cubicBezTo>
                            <a:pt x="37561" y="130085"/>
                            <a:pt x="24416" y="121322"/>
                            <a:pt x="15558" y="112845"/>
                          </a:cubicBezTo>
                          <a:cubicBezTo>
                            <a:pt x="6890" y="103987"/>
                            <a:pt x="2604" y="93795"/>
                            <a:pt x="223" y="82651"/>
                          </a:cubicBezTo>
                          <a:cubicBezTo>
                            <a:pt x="-1396" y="74745"/>
                            <a:pt x="6128" y="66744"/>
                            <a:pt x="12605" y="65029"/>
                          </a:cubicBezTo>
                          <a:cubicBezTo>
                            <a:pt x="22416" y="62553"/>
                            <a:pt x="31084" y="60457"/>
                            <a:pt x="39085" y="58933"/>
                          </a:cubicBezTo>
                          <a:cubicBezTo>
                            <a:pt x="46990" y="57409"/>
                            <a:pt x="54420" y="56266"/>
                            <a:pt x="58802" y="55028"/>
                          </a:cubicBezTo>
                          <a:cubicBezTo>
                            <a:pt x="61373" y="54361"/>
                            <a:pt x="62611" y="53504"/>
                            <a:pt x="64230" y="52361"/>
                          </a:cubicBezTo>
                          <a:cubicBezTo>
                            <a:pt x="65945" y="51028"/>
                            <a:pt x="68898" y="47122"/>
                            <a:pt x="70993" y="43408"/>
                          </a:cubicBezTo>
                          <a:cubicBezTo>
                            <a:pt x="74804" y="36454"/>
                            <a:pt x="79852" y="29501"/>
                            <a:pt x="85662" y="23024"/>
                          </a:cubicBezTo>
                          <a:cubicBezTo>
                            <a:pt x="91662" y="16547"/>
                            <a:pt x="98806" y="10737"/>
                            <a:pt x="106712" y="4164"/>
                          </a:cubicBezTo>
                          <a:cubicBezTo>
                            <a:pt x="112237" y="-312"/>
                            <a:pt x="122809" y="-1931"/>
                            <a:pt x="127763" y="3117"/>
                          </a:cubicBezTo>
                          <a:cubicBezTo>
                            <a:pt x="135096" y="10546"/>
                            <a:pt x="140621" y="19214"/>
                            <a:pt x="143574" y="30263"/>
                          </a:cubicBezTo>
                          <a:cubicBezTo>
                            <a:pt x="146241" y="41598"/>
                            <a:pt x="146908" y="55219"/>
                            <a:pt x="140240" y="73030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45" name="Forme libre : forme 10044">
                      <a:extLst>
                        <a:ext uri="{FF2B5EF4-FFF2-40B4-BE49-F238E27FC236}">
                          <a16:creationId xmlns:a16="http://schemas.microsoft.com/office/drawing/2014/main" id="{4C692D8E-6DB5-49CD-8708-97011922FF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103" y="2459545"/>
                      <a:ext cx="145374" cy="127253"/>
                    </a:xfrm>
                    <a:custGeom>
                      <a:avLst/>
                      <a:gdLst>
                        <a:gd name="connsiteX0" fmla="*/ 71461 w 145374"/>
                        <a:gd name="connsiteY0" fmla="*/ 98870 h 127253"/>
                        <a:gd name="connsiteX1" fmla="*/ 28694 w 145374"/>
                        <a:gd name="connsiteY1" fmla="*/ 94869 h 127253"/>
                        <a:gd name="connsiteX2" fmla="*/ 2215 w 145374"/>
                        <a:gd name="connsiteY2" fmla="*/ 70104 h 127253"/>
                        <a:gd name="connsiteX3" fmla="*/ 214 w 145374"/>
                        <a:gd name="connsiteY3" fmla="*/ 79438 h 127253"/>
                        <a:gd name="connsiteX4" fmla="*/ 3453 w 145374"/>
                        <a:gd name="connsiteY4" fmla="*/ 90583 h 127253"/>
                        <a:gd name="connsiteX5" fmla="*/ 26599 w 145374"/>
                        <a:gd name="connsiteY5" fmla="*/ 118205 h 127253"/>
                        <a:gd name="connsiteX6" fmla="*/ 61270 w 145374"/>
                        <a:gd name="connsiteY6" fmla="*/ 127254 h 127253"/>
                        <a:gd name="connsiteX7" fmla="*/ 78224 w 145374"/>
                        <a:gd name="connsiteY7" fmla="*/ 125349 h 127253"/>
                        <a:gd name="connsiteX8" fmla="*/ 116610 w 145374"/>
                        <a:gd name="connsiteY8" fmla="*/ 105061 h 127253"/>
                        <a:gd name="connsiteX9" fmla="*/ 137660 w 145374"/>
                        <a:gd name="connsiteY9" fmla="*/ 75819 h 127253"/>
                        <a:gd name="connsiteX10" fmla="*/ 140136 w 145374"/>
                        <a:gd name="connsiteY10" fmla="*/ 69913 h 127253"/>
                        <a:gd name="connsiteX11" fmla="*/ 145185 w 145374"/>
                        <a:gd name="connsiteY11" fmla="*/ 37719 h 127253"/>
                        <a:gd name="connsiteX12" fmla="*/ 134040 w 145374"/>
                        <a:gd name="connsiteY12" fmla="*/ 7620 h 127253"/>
                        <a:gd name="connsiteX13" fmla="*/ 127659 w 145374"/>
                        <a:gd name="connsiteY13" fmla="*/ 190 h 127253"/>
                        <a:gd name="connsiteX14" fmla="*/ 127373 w 145374"/>
                        <a:gd name="connsiteY14" fmla="*/ 0 h 127253"/>
                        <a:gd name="connsiteX15" fmla="*/ 115372 w 145374"/>
                        <a:gd name="connsiteY15" fmla="*/ 56102 h 127253"/>
                        <a:gd name="connsiteX16" fmla="*/ 99084 w 145374"/>
                        <a:gd name="connsiteY16" fmla="*/ 82201 h 127253"/>
                        <a:gd name="connsiteX17" fmla="*/ 71461 w 145374"/>
                        <a:gd name="connsiteY17" fmla="*/ 98870 h 127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5374" h="127253">
                          <a:moveTo>
                            <a:pt x="71461" y="98870"/>
                          </a:moveTo>
                          <a:cubicBezTo>
                            <a:pt x="56697" y="103061"/>
                            <a:pt x="40886" y="100584"/>
                            <a:pt x="28694" y="94869"/>
                          </a:cubicBezTo>
                          <a:cubicBezTo>
                            <a:pt x="16407" y="89154"/>
                            <a:pt x="6882" y="80296"/>
                            <a:pt x="2215" y="70104"/>
                          </a:cubicBezTo>
                          <a:cubicBezTo>
                            <a:pt x="500" y="72962"/>
                            <a:pt x="-453" y="76200"/>
                            <a:pt x="214" y="79438"/>
                          </a:cubicBezTo>
                          <a:cubicBezTo>
                            <a:pt x="976" y="83248"/>
                            <a:pt x="2119" y="86963"/>
                            <a:pt x="3453" y="90583"/>
                          </a:cubicBezTo>
                          <a:cubicBezTo>
                            <a:pt x="7549" y="100870"/>
                            <a:pt x="14025" y="110490"/>
                            <a:pt x="26599" y="118205"/>
                          </a:cubicBezTo>
                          <a:cubicBezTo>
                            <a:pt x="34790" y="122968"/>
                            <a:pt x="45744" y="127159"/>
                            <a:pt x="61270" y="127254"/>
                          </a:cubicBezTo>
                          <a:cubicBezTo>
                            <a:pt x="65937" y="127254"/>
                            <a:pt x="71747" y="126873"/>
                            <a:pt x="78224" y="125349"/>
                          </a:cubicBezTo>
                          <a:cubicBezTo>
                            <a:pt x="90892" y="122777"/>
                            <a:pt x="106132" y="115253"/>
                            <a:pt x="116610" y="105061"/>
                          </a:cubicBezTo>
                          <a:cubicBezTo>
                            <a:pt x="127373" y="94964"/>
                            <a:pt x="133564" y="84011"/>
                            <a:pt x="137660" y="75819"/>
                          </a:cubicBezTo>
                          <a:cubicBezTo>
                            <a:pt x="138517" y="73723"/>
                            <a:pt x="139374" y="71723"/>
                            <a:pt x="140136" y="69913"/>
                          </a:cubicBezTo>
                          <a:cubicBezTo>
                            <a:pt x="144899" y="57340"/>
                            <a:pt x="145851" y="46768"/>
                            <a:pt x="145185" y="37719"/>
                          </a:cubicBezTo>
                          <a:cubicBezTo>
                            <a:pt x="144137" y="25337"/>
                            <a:pt x="139851" y="15812"/>
                            <a:pt x="134040" y="7620"/>
                          </a:cubicBezTo>
                          <a:cubicBezTo>
                            <a:pt x="132040" y="4953"/>
                            <a:pt x="129945" y="2477"/>
                            <a:pt x="127659" y="190"/>
                          </a:cubicBezTo>
                          <a:lnTo>
                            <a:pt x="127373" y="0"/>
                          </a:lnTo>
                          <a:cubicBezTo>
                            <a:pt x="125944" y="18574"/>
                            <a:pt x="122801" y="37624"/>
                            <a:pt x="115372" y="56102"/>
                          </a:cubicBezTo>
                          <a:cubicBezTo>
                            <a:pt x="111657" y="65341"/>
                            <a:pt x="106418" y="74390"/>
                            <a:pt x="99084" y="82201"/>
                          </a:cubicBezTo>
                          <a:cubicBezTo>
                            <a:pt x="91940" y="90106"/>
                            <a:pt x="82034" y="96012"/>
                            <a:pt x="71461" y="98870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46" name="Forme libre : forme 10045">
                      <a:extLst>
                        <a:ext uri="{FF2B5EF4-FFF2-40B4-BE49-F238E27FC236}">
                          <a16:creationId xmlns:a16="http://schemas.microsoft.com/office/drawing/2014/main" id="{FEEABA9A-B44F-4906-A696-30FF161AAA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6642" y="2491180"/>
                      <a:ext cx="58835" cy="65876"/>
                    </a:xfrm>
                    <a:custGeom>
                      <a:avLst/>
                      <a:gdLst>
                        <a:gd name="connsiteX0" fmla="*/ 53546 w 58835"/>
                        <a:gd name="connsiteY0" fmla="*/ 83 h 65876"/>
                        <a:gd name="connsiteX1" fmla="*/ 58023 w 58835"/>
                        <a:gd name="connsiteY1" fmla="*/ 20562 h 65876"/>
                        <a:gd name="connsiteX2" fmla="*/ 45831 w 58835"/>
                        <a:gd name="connsiteY2" fmla="*/ 48374 h 65876"/>
                        <a:gd name="connsiteX3" fmla="*/ 20304 w 58835"/>
                        <a:gd name="connsiteY3" fmla="*/ 65043 h 65876"/>
                        <a:gd name="connsiteX4" fmla="*/ 16 w 58835"/>
                        <a:gd name="connsiteY4" fmla="*/ 58852 h 65876"/>
                        <a:gd name="connsiteX5" fmla="*/ 12017 w 58835"/>
                        <a:gd name="connsiteY5" fmla="*/ 45898 h 65876"/>
                        <a:gd name="connsiteX6" fmla="*/ 26305 w 58835"/>
                        <a:gd name="connsiteY6" fmla="*/ 33039 h 65876"/>
                        <a:gd name="connsiteX7" fmla="*/ 39163 w 58835"/>
                        <a:gd name="connsiteY7" fmla="*/ 14370 h 65876"/>
                        <a:gd name="connsiteX8" fmla="*/ 53546 w 58835"/>
                        <a:gd name="connsiteY8" fmla="*/ 83 h 65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835" h="65876">
                          <a:moveTo>
                            <a:pt x="53546" y="83"/>
                          </a:moveTo>
                          <a:cubicBezTo>
                            <a:pt x="58499" y="940"/>
                            <a:pt x="59928" y="9989"/>
                            <a:pt x="58023" y="20562"/>
                          </a:cubicBezTo>
                          <a:cubicBezTo>
                            <a:pt x="56404" y="31134"/>
                            <a:pt x="50308" y="43041"/>
                            <a:pt x="45831" y="48374"/>
                          </a:cubicBezTo>
                          <a:cubicBezTo>
                            <a:pt x="41735" y="53804"/>
                            <a:pt x="31448" y="62662"/>
                            <a:pt x="20304" y="65043"/>
                          </a:cubicBezTo>
                          <a:cubicBezTo>
                            <a:pt x="9160" y="67520"/>
                            <a:pt x="302" y="64186"/>
                            <a:pt x="16" y="58852"/>
                          </a:cubicBezTo>
                          <a:cubicBezTo>
                            <a:pt x="-365" y="53328"/>
                            <a:pt x="6207" y="49994"/>
                            <a:pt x="12017" y="45898"/>
                          </a:cubicBezTo>
                          <a:cubicBezTo>
                            <a:pt x="17923" y="41802"/>
                            <a:pt x="23448" y="36278"/>
                            <a:pt x="26305" y="33039"/>
                          </a:cubicBezTo>
                          <a:cubicBezTo>
                            <a:pt x="29162" y="29801"/>
                            <a:pt x="34496" y="22181"/>
                            <a:pt x="39163" y="14370"/>
                          </a:cubicBezTo>
                          <a:cubicBezTo>
                            <a:pt x="44021" y="6560"/>
                            <a:pt x="48593" y="-870"/>
                            <a:pt x="53546" y="83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47" name="Forme libre : forme 10046">
                      <a:extLst>
                        <a:ext uri="{FF2B5EF4-FFF2-40B4-BE49-F238E27FC236}">
                          <a16:creationId xmlns:a16="http://schemas.microsoft.com/office/drawing/2014/main" id="{87C2469E-E790-4EB0-83DA-A1CB036EC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6027" y="2520124"/>
                      <a:ext cx="56257" cy="36772"/>
                    </a:xfrm>
                    <a:custGeom>
                      <a:avLst/>
                      <a:gdLst>
                        <a:gd name="connsiteX0" fmla="*/ 13871 w 56257"/>
                        <a:gd name="connsiteY0" fmla="*/ 16383 h 36772"/>
                        <a:gd name="connsiteX1" fmla="*/ 5394 w 56257"/>
                        <a:gd name="connsiteY1" fmla="*/ 22384 h 36772"/>
                        <a:gd name="connsiteX2" fmla="*/ 250 w 56257"/>
                        <a:gd name="connsiteY2" fmla="*/ 29909 h 36772"/>
                        <a:gd name="connsiteX3" fmla="*/ 21015 w 56257"/>
                        <a:gd name="connsiteY3" fmla="*/ 36004 h 36772"/>
                        <a:gd name="connsiteX4" fmla="*/ 46923 w 56257"/>
                        <a:gd name="connsiteY4" fmla="*/ 18955 h 36772"/>
                        <a:gd name="connsiteX5" fmla="*/ 56257 w 56257"/>
                        <a:gd name="connsiteY5" fmla="*/ 0 h 36772"/>
                        <a:gd name="connsiteX6" fmla="*/ 50542 w 56257"/>
                        <a:gd name="connsiteY6" fmla="*/ 9430 h 36772"/>
                        <a:gd name="connsiteX7" fmla="*/ 29778 w 56257"/>
                        <a:gd name="connsiteY7" fmla="*/ 22574 h 36772"/>
                        <a:gd name="connsiteX8" fmla="*/ 13871 w 56257"/>
                        <a:gd name="connsiteY8" fmla="*/ 16383 h 36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257" h="36772">
                          <a:moveTo>
                            <a:pt x="13871" y="16383"/>
                          </a:moveTo>
                          <a:cubicBezTo>
                            <a:pt x="12347" y="18288"/>
                            <a:pt x="8727" y="20288"/>
                            <a:pt x="5394" y="22384"/>
                          </a:cubicBezTo>
                          <a:cubicBezTo>
                            <a:pt x="2060" y="24384"/>
                            <a:pt x="-893" y="26575"/>
                            <a:pt x="250" y="29909"/>
                          </a:cubicBezTo>
                          <a:cubicBezTo>
                            <a:pt x="2060" y="35243"/>
                            <a:pt x="10537" y="38291"/>
                            <a:pt x="21015" y="36004"/>
                          </a:cubicBezTo>
                          <a:cubicBezTo>
                            <a:pt x="31492" y="33814"/>
                            <a:pt x="41684" y="25718"/>
                            <a:pt x="46923" y="18955"/>
                          </a:cubicBezTo>
                          <a:cubicBezTo>
                            <a:pt x="50161" y="14954"/>
                            <a:pt x="55400" y="5144"/>
                            <a:pt x="56257" y="0"/>
                          </a:cubicBezTo>
                          <a:cubicBezTo>
                            <a:pt x="55115" y="2762"/>
                            <a:pt x="52638" y="7239"/>
                            <a:pt x="50542" y="9430"/>
                          </a:cubicBezTo>
                          <a:cubicBezTo>
                            <a:pt x="44827" y="15526"/>
                            <a:pt x="37207" y="21146"/>
                            <a:pt x="29778" y="22574"/>
                          </a:cubicBezTo>
                          <a:cubicBezTo>
                            <a:pt x="22348" y="24098"/>
                            <a:pt x="16538" y="21717"/>
                            <a:pt x="13871" y="16383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48" name="Forme libre : forme 10047">
                      <a:extLst>
                        <a:ext uri="{FF2B5EF4-FFF2-40B4-BE49-F238E27FC236}">
                          <a16:creationId xmlns:a16="http://schemas.microsoft.com/office/drawing/2014/main" id="{B4012C5D-4E93-4C5E-9CB3-86B483C8E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1465" y="2486801"/>
                      <a:ext cx="57472" cy="71367"/>
                    </a:xfrm>
                    <a:custGeom>
                      <a:avLst/>
                      <a:gdLst>
                        <a:gd name="connsiteX0" fmla="*/ 52058 w 57472"/>
                        <a:gd name="connsiteY0" fmla="*/ 366 h 71367"/>
                        <a:gd name="connsiteX1" fmla="*/ 57010 w 57472"/>
                        <a:gd name="connsiteY1" fmla="*/ 22083 h 71367"/>
                        <a:gd name="connsiteX2" fmla="*/ 46342 w 57472"/>
                        <a:gd name="connsiteY2" fmla="*/ 50468 h 71367"/>
                        <a:gd name="connsiteX3" fmla="*/ 21673 w 57472"/>
                        <a:gd name="connsiteY3" fmla="*/ 69708 h 71367"/>
                        <a:gd name="connsiteX4" fmla="*/ 146 w 57472"/>
                        <a:gd name="connsiteY4" fmla="*/ 65327 h 71367"/>
                        <a:gd name="connsiteX5" fmla="*/ 11767 w 57472"/>
                        <a:gd name="connsiteY5" fmla="*/ 51039 h 71367"/>
                        <a:gd name="connsiteX6" fmla="*/ 26054 w 57472"/>
                        <a:gd name="connsiteY6" fmla="*/ 35989 h 71367"/>
                        <a:gd name="connsiteX7" fmla="*/ 38532 w 57472"/>
                        <a:gd name="connsiteY7" fmla="*/ 14749 h 71367"/>
                        <a:gd name="connsiteX8" fmla="*/ 52058 w 57472"/>
                        <a:gd name="connsiteY8" fmla="*/ 366 h 71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7472" h="71367">
                          <a:moveTo>
                            <a:pt x="52058" y="366"/>
                          </a:moveTo>
                          <a:cubicBezTo>
                            <a:pt x="56820" y="2557"/>
                            <a:pt x="58344" y="11606"/>
                            <a:pt x="57010" y="22083"/>
                          </a:cubicBezTo>
                          <a:cubicBezTo>
                            <a:pt x="55963" y="32561"/>
                            <a:pt x="50629" y="44181"/>
                            <a:pt x="46342" y="50468"/>
                          </a:cubicBezTo>
                          <a:cubicBezTo>
                            <a:pt x="42533" y="56849"/>
                            <a:pt x="32722" y="66374"/>
                            <a:pt x="21673" y="69708"/>
                          </a:cubicBezTo>
                          <a:cubicBezTo>
                            <a:pt x="10624" y="73232"/>
                            <a:pt x="1289" y="70851"/>
                            <a:pt x="146" y="65327"/>
                          </a:cubicBezTo>
                          <a:cubicBezTo>
                            <a:pt x="-1092" y="59897"/>
                            <a:pt x="5766" y="55992"/>
                            <a:pt x="11767" y="51039"/>
                          </a:cubicBezTo>
                          <a:cubicBezTo>
                            <a:pt x="17958" y="46277"/>
                            <a:pt x="23673" y="39704"/>
                            <a:pt x="26054" y="35989"/>
                          </a:cubicBezTo>
                          <a:cubicBezTo>
                            <a:pt x="28626" y="32656"/>
                            <a:pt x="34245" y="23607"/>
                            <a:pt x="38532" y="14749"/>
                          </a:cubicBezTo>
                          <a:cubicBezTo>
                            <a:pt x="43009" y="6176"/>
                            <a:pt x="47390" y="-1824"/>
                            <a:pt x="52058" y="36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49" name="Forme libre : forme 10048">
                      <a:extLst>
                        <a:ext uri="{FF2B5EF4-FFF2-40B4-BE49-F238E27FC236}">
                          <a16:creationId xmlns:a16="http://schemas.microsoft.com/office/drawing/2014/main" id="{CC10EB9C-DC76-44B3-95E0-B550DCC35E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7732" y="2514594"/>
                      <a:ext cx="105315" cy="62917"/>
                    </a:xfrm>
                    <a:custGeom>
                      <a:avLst/>
                      <a:gdLst>
                        <a:gd name="connsiteX0" fmla="*/ 63 w 105315"/>
                        <a:gd name="connsiteY0" fmla="*/ 28200 h 62917"/>
                        <a:gd name="connsiteX1" fmla="*/ 6350 w 105315"/>
                        <a:gd name="connsiteY1" fmla="*/ 43630 h 62917"/>
                        <a:gd name="connsiteX2" fmla="*/ 25305 w 105315"/>
                        <a:gd name="connsiteY2" fmla="*/ 58108 h 62917"/>
                        <a:gd name="connsiteX3" fmla="*/ 56737 w 105315"/>
                        <a:gd name="connsiteY3" fmla="*/ 62109 h 62917"/>
                        <a:gd name="connsiteX4" fmla="*/ 87884 w 105315"/>
                        <a:gd name="connsiteY4" fmla="*/ 46392 h 62917"/>
                        <a:gd name="connsiteX5" fmla="*/ 103505 w 105315"/>
                        <a:gd name="connsiteY5" fmla="*/ 21818 h 62917"/>
                        <a:gd name="connsiteX6" fmla="*/ 98648 w 105315"/>
                        <a:gd name="connsiteY6" fmla="*/ 6 h 62917"/>
                        <a:gd name="connsiteX7" fmla="*/ 87313 w 105315"/>
                        <a:gd name="connsiteY7" fmla="*/ 10769 h 62917"/>
                        <a:gd name="connsiteX8" fmla="*/ 70930 w 105315"/>
                        <a:gd name="connsiteY8" fmla="*/ 22771 h 62917"/>
                        <a:gd name="connsiteX9" fmla="*/ 52356 w 105315"/>
                        <a:gd name="connsiteY9" fmla="*/ 25628 h 62917"/>
                        <a:gd name="connsiteX10" fmla="*/ 37878 w 105315"/>
                        <a:gd name="connsiteY10" fmla="*/ 19532 h 62917"/>
                        <a:gd name="connsiteX11" fmla="*/ 23209 w 105315"/>
                        <a:gd name="connsiteY11" fmla="*/ 14579 h 62917"/>
                        <a:gd name="connsiteX12" fmla="*/ 63 w 105315"/>
                        <a:gd name="connsiteY12" fmla="*/ 28200 h 62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5315" h="62917">
                          <a:moveTo>
                            <a:pt x="63" y="28200"/>
                          </a:moveTo>
                          <a:cubicBezTo>
                            <a:pt x="-317" y="34867"/>
                            <a:pt x="921" y="37630"/>
                            <a:pt x="6350" y="43630"/>
                          </a:cubicBezTo>
                          <a:cubicBezTo>
                            <a:pt x="11684" y="49345"/>
                            <a:pt x="17494" y="54393"/>
                            <a:pt x="25305" y="58108"/>
                          </a:cubicBezTo>
                          <a:cubicBezTo>
                            <a:pt x="33116" y="61728"/>
                            <a:pt x="43212" y="64299"/>
                            <a:pt x="56737" y="62109"/>
                          </a:cubicBezTo>
                          <a:cubicBezTo>
                            <a:pt x="67977" y="60299"/>
                            <a:pt x="79788" y="54298"/>
                            <a:pt x="87884" y="46392"/>
                          </a:cubicBezTo>
                          <a:cubicBezTo>
                            <a:pt x="96076" y="38487"/>
                            <a:pt x="101314" y="29438"/>
                            <a:pt x="103505" y="21818"/>
                          </a:cubicBezTo>
                          <a:cubicBezTo>
                            <a:pt x="107124" y="10198"/>
                            <a:pt x="105220" y="-280"/>
                            <a:pt x="98648" y="6"/>
                          </a:cubicBezTo>
                          <a:cubicBezTo>
                            <a:pt x="94742" y="101"/>
                            <a:pt x="91599" y="6673"/>
                            <a:pt x="87313" y="10769"/>
                          </a:cubicBezTo>
                          <a:cubicBezTo>
                            <a:pt x="82455" y="15722"/>
                            <a:pt x="76740" y="19818"/>
                            <a:pt x="70930" y="22771"/>
                          </a:cubicBezTo>
                          <a:cubicBezTo>
                            <a:pt x="64929" y="25438"/>
                            <a:pt x="58452" y="26676"/>
                            <a:pt x="52356" y="25628"/>
                          </a:cubicBezTo>
                          <a:cubicBezTo>
                            <a:pt x="47117" y="24580"/>
                            <a:pt x="42259" y="21913"/>
                            <a:pt x="37878" y="19532"/>
                          </a:cubicBezTo>
                          <a:cubicBezTo>
                            <a:pt x="33401" y="17056"/>
                            <a:pt x="29115" y="14960"/>
                            <a:pt x="23209" y="14579"/>
                          </a:cubicBezTo>
                          <a:cubicBezTo>
                            <a:pt x="12827" y="13722"/>
                            <a:pt x="921" y="18865"/>
                            <a:pt x="63" y="2820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50" name="Forme libre : forme 10049">
                      <a:extLst>
                        <a:ext uri="{FF2B5EF4-FFF2-40B4-BE49-F238E27FC236}">
                          <a16:creationId xmlns:a16="http://schemas.microsoft.com/office/drawing/2014/main" id="{8D02EB03-29CA-4E54-AD8F-B06C815E63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678" y="2528849"/>
                      <a:ext cx="26537" cy="13277"/>
                    </a:xfrm>
                    <a:custGeom>
                      <a:avLst/>
                      <a:gdLst>
                        <a:gd name="connsiteX0" fmla="*/ 3455 w 26537"/>
                        <a:gd name="connsiteY0" fmla="*/ 7562 h 13277"/>
                        <a:gd name="connsiteX1" fmla="*/ 216 w 26537"/>
                        <a:gd name="connsiteY1" fmla="*/ 9563 h 13277"/>
                        <a:gd name="connsiteX2" fmla="*/ 2026 w 26537"/>
                        <a:gd name="connsiteY2" fmla="*/ 12420 h 13277"/>
                        <a:gd name="connsiteX3" fmla="*/ 7646 w 26537"/>
                        <a:gd name="connsiteY3" fmla="*/ 13278 h 13277"/>
                        <a:gd name="connsiteX4" fmla="*/ 20885 w 26537"/>
                        <a:gd name="connsiteY4" fmla="*/ 10706 h 13277"/>
                        <a:gd name="connsiteX5" fmla="*/ 24791 w 26537"/>
                        <a:gd name="connsiteY5" fmla="*/ 8134 h 13277"/>
                        <a:gd name="connsiteX6" fmla="*/ 20409 w 26537"/>
                        <a:gd name="connsiteY6" fmla="*/ 514 h 13277"/>
                        <a:gd name="connsiteX7" fmla="*/ 3455 w 26537"/>
                        <a:gd name="connsiteY7" fmla="*/ 7562 h 13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537" h="13277">
                          <a:moveTo>
                            <a:pt x="3455" y="7562"/>
                          </a:moveTo>
                          <a:cubicBezTo>
                            <a:pt x="2026" y="8039"/>
                            <a:pt x="883" y="8420"/>
                            <a:pt x="216" y="9563"/>
                          </a:cubicBezTo>
                          <a:cubicBezTo>
                            <a:pt x="-451" y="10610"/>
                            <a:pt x="502" y="11658"/>
                            <a:pt x="2026" y="12420"/>
                          </a:cubicBezTo>
                          <a:cubicBezTo>
                            <a:pt x="3550" y="13087"/>
                            <a:pt x="5836" y="13278"/>
                            <a:pt x="7646" y="13278"/>
                          </a:cubicBezTo>
                          <a:cubicBezTo>
                            <a:pt x="12313" y="13278"/>
                            <a:pt x="17076" y="12325"/>
                            <a:pt x="20885" y="10706"/>
                          </a:cubicBezTo>
                          <a:cubicBezTo>
                            <a:pt x="22410" y="9848"/>
                            <a:pt x="23839" y="9277"/>
                            <a:pt x="24791" y="8134"/>
                          </a:cubicBezTo>
                          <a:cubicBezTo>
                            <a:pt x="28601" y="3086"/>
                            <a:pt x="25743" y="-1582"/>
                            <a:pt x="20409" y="514"/>
                          </a:cubicBezTo>
                          <a:cubicBezTo>
                            <a:pt x="16123" y="2133"/>
                            <a:pt x="9551" y="5467"/>
                            <a:pt x="3455" y="7562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51" name="Forme libre : forme 10050">
                      <a:extLst>
                        <a:ext uri="{FF2B5EF4-FFF2-40B4-BE49-F238E27FC236}">
                          <a16:creationId xmlns:a16="http://schemas.microsoft.com/office/drawing/2014/main" id="{0E599292-31A9-4685-B97F-0CCC671AA3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9999" y="2462022"/>
                      <a:ext cx="16552" cy="64103"/>
                    </a:xfrm>
                    <a:custGeom>
                      <a:avLst/>
                      <a:gdLst>
                        <a:gd name="connsiteX0" fmla="*/ 0 w 16552"/>
                        <a:gd name="connsiteY0" fmla="*/ 0 h 64103"/>
                        <a:gd name="connsiteX1" fmla="*/ 14478 w 16552"/>
                        <a:gd name="connsiteY1" fmla="*/ 26003 h 64103"/>
                        <a:gd name="connsiteX2" fmla="*/ 15049 w 16552"/>
                        <a:gd name="connsiteY2" fmla="*/ 64103 h 64103"/>
                        <a:gd name="connsiteX3" fmla="*/ 0 w 16552"/>
                        <a:gd name="connsiteY3" fmla="*/ 0 h 64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552" h="64103">
                          <a:moveTo>
                            <a:pt x="0" y="0"/>
                          </a:moveTo>
                          <a:cubicBezTo>
                            <a:pt x="6858" y="4286"/>
                            <a:pt x="11811" y="14097"/>
                            <a:pt x="14478" y="26003"/>
                          </a:cubicBezTo>
                          <a:cubicBezTo>
                            <a:pt x="17240" y="37909"/>
                            <a:pt x="17050" y="52197"/>
                            <a:pt x="15049" y="64103"/>
                          </a:cubicBezTo>
                          <a:cubicBezTo>
                            <a:pt x="19335" y="38005"/>
                            <a:pt x="9620" y="1447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52" name="Forme libre : forme 10051">
                      <a:extLst>
                        <a:ext uri="{FF2B5EF4-FFF2-40B4-BE49-F238E27FC236}">
                          <a16:creationId xmlns:a16="http://schemas.microsoft.com/office/drawing/2014/main" id="{CD891598-5BB9-4F66-8AFD-3D08AF7DF1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7604" y="2513742"/>
                      <a:ext cx="47244" cy="9906"/>
                    </a:xfrm>
                    <a:custGeom>
                      <a:avLst/>
                      <a:gdLst>
                        <a:gd name="connsiteX0" fmla="*/ 47244 w 47244"/>
                        <a:gd name="connsiteY0" fmla="*/ 0 h 9906"/>
                        <a:gd name="connsiteX1" fmla="*/ 0 w 47244"/>
                        <a:gd name="connsiteY1" fmla="*/ 9906 h 9906"/>
                        <a:gd name="connsiteX2" fmla="*/ 27623 w 47244"/>
                        <a:gd name="connsiteY2" fmla="*/ 6572 h 9906"/>
                        <a:gd name="connsiteX3" fmla="*/ 47244 w 47244"/>
                        <a:gd name="connsiteY3" fmla="*/ 0 h 9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244" h="9906">
                          <a:moveTo>
                            <a:pt x="47244" y="0"/>
                          </a:moveTo>
                          <a:cubicBezTo>
                            <a:pt x="39434" y="3334"/>
                            <a:pt x="18098" y="7429"/>
                            <a:pt x="0" y="9906"/>
                          </a:cubicBezTo>
                          <a:cubicBezTo>
                            <a:pt x="8573" y="8287"/>
                            <a:pt x="18669" y="7811"/>
                            <a:pt x="27623" y="6572"/>
                          </a:cubicBezTo>
                          <a:cubicBezTo>
                            <a:pt x="36672" y="5334"/>
                            <a:pt x="44196" y="2857"/>
                            <a:pt x="4724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53" name="Forme libre : forme 10052">
                      <a:extLst>
                        <a:ext uri="{FF2B5EF4-FFF2-40B4-BE49-F238E27FC236}">
                          <a16:creationId xmlns:a16="http://schemas.microsoft.com/office/drawing/2014/main" id="{71240939-6B9F-4FF9-947F-CE260339E7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3020" y="2508236"/>
                      <a:ext cx="19462" cy="24302"/>
                    </a:xfrm>
                    <a:custGeom>
                      <a:avLst/>
                      <a:gdLst>
                        <a:gd name="connsiteX0" fmla="*/ 18786 w 19462"/>
                        <a:gd name="connsiteY0" fmla="*/ 554 h 24302"/>
                        <a:gd name="connsiteX1" fmla="*/ 12024 w 19462"/>
                        <a:gd name="connsiteY1" fmla="*/ 17508 h 24302"/>
                        <a:gd name="connsiteX2" fmla="*/ 118 w 19462"/>
                        <a:gd name="connsiteY2" fmla="*/ 22842 h 24302"/>
                        <a:gd name="connsiteX3" fmla="*/ 8309 w 19462"/>
                        <a:gd name="connsiteY3" fmla="*/ 9602 h 24302"/>
                        <a:gd name="connsiteX4" fmla="*/ 18786 w 19462"/>
                        <a:gd name="connsiteY4" fmla="*/ 554 h 243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462" h="24302">
                          <a:moveTo>
                            <a:pt x="18786" y="554"/>
                          </a:moveTo>
                          <a:cubicBezTo>
                            <a:pt x="21644" y="3792"/>
                            <a:pt x="14691" y="14650"/>
                            <a:pt x="12024" y="17508"/>
                          </a:cubicBezTo>
                          <a:cubicBezTo>
                            <a:pt x="9547" y="20651"/>
                            <a:pt x="1165" y="27223"/>
                            <a:pt x="118" y="22842"/>
                          </a:cubicBezTo>
                          <a:cubicBezTo>
                            <a:pt x="-1026" y="18937"/>
                            <a:pt x="6499" y="12650"/>
                            <a:pt x="8309" y="9602"/>
                          </a:cubicBezTo>
                          <a:cubicBezTo>
                            <a:pt x="10500" y="7316"/>
                            <a:pt x="16215" y="-2399"/>
                            <a:pt x="18786" y="554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54" name="Forme libre : forme 10053">
                      <a:extLst>
                        <a:ext uri="{FF2B5EF4-FFF2-40B4-BE49-F238E27FC236}">
                          <a16:creationId xmlns:a16="http://schemas.microsoft.com/office/drawing/2014/main" id="{4E4B429D-6CB4-412C-81D3-99ECD97819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8665" y="2504018"/>
                      <a:ext cx="4664" cy="8142"/>
                    </a:xfrm>
                    <a:custGeom>
                      <a:avLst/>
                      <a:gdLst>
                        <a:gd name="connsiteX0" fmla="*/ 3808 w 4664"/>
                        <a:gd name="connsiteY0" fmla="*/ 9 h 8142"/>
                        <a:gd name="connsiteX1" fmla="*/ 3999 w 4664"/>
                        <a:gd name="connsiteY1" fmla="*/ 4391 h 8142"/>
                        <a:gd name="connsiteX2" fmla="*/ 760 w 4664"/>
                        <a:gd name="connsiteY2" fmla="*/ 8105 h 8142"/>
                        <a:gd name="connsiteX3" fmla="*/ 665 w 4664"/>
                        <a:gd name="connsiteY3" fmla="*/ 3914 h 8142"/>
                        <a:gd name="connsiteX4" fmla="*/ 3808 w 4664"/>
                        <a:gd name="connsiteY4" fmla="*/ 9 h 8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64" h="8142">
                          <a:moveTo>
                            <a:pt x="3808" y="9"/>
                          </a:moveTo>
                          <a:cubicBezTo>
                            <a:pt x="5237" y="200"/>
                            <a:pt x="4571" y="2962"/>
                            <a:pt x="3999" y="4391"/>
                          </a:cubicBezTo>
                          <a:cubicBezTo>
                            <a:pt x="3523" y="5819"/>
                            <a:pt x="2189" y="8486"/>
                            <a:pt x="760" y="8105"/>
                          </a:cubicBezTo>
                          <a:cubicBezTo>
                            <a:pt x="-668" y="7820"/>
                            <a:pt x="284" y="5343"/>
                            <a:pt x="665" y="3914"/>
                          </a:cubicBezTo>
                          <a:cubicBezTo>
                            <a:pt x="1236" y="2581"/>
                            <a:pt x="2379" y="-181"/>
                            <a:pt x="3808" y="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55" name="Forme libre : forme 10054">
                      <a:extLst>
                        <a:ext uri="{FF2B5EF4-FFF2-40B4-BE49-F238E27FC236}">
                          <a16:creationId xmlns:a16="http://schemas.microsoft.com/office/drawing/2014/main" id="{3E418535-2807-40E7-B587-9B68151635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7553" y="2464891"/>
                      <a:ext cx="48464" cy="53697"/>
                    </a:xfrm>
                    <a:custGeom>
                      <a:avLst/>
                      <a:gdLst>
                        <a:gd name="connsiteX0" fmla="*/ 26158 w 48464"/>
                        <a:gd name="connsiteY0" fmla="*/ 15990 h 53697"/>
                        <a:gd name="connsiteX1" fmla="*/ 43207 w 48464"/>
                        <a:gd name="connsiteY1" fmla="*/ 369 h 53697"/>
                        <a:gd name="connsiteX2" fmla="*/ 48446 w 48464"/>
                        <a:gd name="connsiteY2" fmla="*/ 6370 h 53697"/>
                        <a:gd name="connsiteX3" fmla="*/ 43779 w 48464"/>
                        <a:gd name="connsiteY3" fmla="*/ 15133 h 53697"/>
                        <a:gd name="connsiteX4" fmla="*/ 24919 w 48464"/>
                        <a:gd name="connsiteY4" fmla="*/ 37231 h 53697"/>
                        <a:gd name="connsiteX5" fmla="*/ 12632 w 48464"/>
                        <a:gd name="connsiteY5" fmla="*/ 50756 h 53697"/>
                        <a:gd name="connsiteX6" fmla="*/ 726 w 48464"/>
                        <a:gd name="connsiteY6" fmla="*/ 50852 h 53697"/>
                        <a:gd name="connsiteX7" fmla="*/ 3202 w 48464"/>
                        <a:gd name="connsiteY7" fmla="*/ 39993 h 53697"/>
                        <a:gd name="connsiteX8" fmla="*/ 12060 w 48464"/>
                        <a:gd name="connsiteY8" fmla="*/ 28087 h 53697"/>
                        <a:gd name="connsiteX9" fmla="*/ 26158 w 48464"/>
                        <a:gd name="connsiteY9" fmla="*/ 15990 h 536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464" h="53697">
                          <a:moveTo>
                            <a:pt x="26158" y="15990"/>
                          </a:moveTo>
                          <a:cubicBezTo>
                            <a:pt x="31968" y="9513"/>
                            <a:pt x="36159" y="4369"/>
                            <a:pt x="43207" y="369"/>
                          </a:cubicBezTo>
                          <a:cubicBezTo>
                            <a:pt x="45779" y="-1155"/>
                            <a:pt x="48732" y="2274"/>
                            <a:pt x="48446" y="6370"/>
                          </a:cubicBezTo>
                          <a:cubicBezTo>
                            <a:pt x="47970" y="10466"/>
                            <a:pt x="45874" y="12752"/>
                            <a:pt x="43779" y="15133"/>
                          </a:cubicBezTo>
                          <a:cubicBezTo>
                            <a:pt x="37016" y="22467"/>
                            <a:pt x="31587" y="30087"/>
                            <a:pt x="24919" y="37231"/>
                          </a:cubicBezTo>
                          <a:cubicBezTo>
                            <a:pt x="23014" y="39517"/>
                            <a:pt x="17966" y="46946"/>
                            <a:pt x="12632" y="50756"/>
                          </a:cubicBezTo>
                          <a:cubicBezTo>
                            <a:pt x="7012" y="54661"/>
                            <a:pt x="2250" y="54661"/>
                            <a:pt x="726" y="50852"/>
                          </a:cubicBezTo>
                          <a:cubicBezTo>
                            <a:pt x="-989" y="46851"/>
                            <a:pt x="535" y="44375"/>
                            <a:pt x="3202" y="39993"/>
                          </a:cubicBezTo>
                          <a:cubicBezTo>
                            <a:pt x="5869" y="35993"/>
                            <a:pt x="9679" y="30754"/>
                            <a:pt x="12060" y="28087"/>
                          </a:cubicBezTo>
                          <a:cubicBezTo>
                            <a:pt x="16728" y="22562"/>
                            <a:pt x="21585" y="20752"/>
                            <a:pt x="26158" y="15990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85" name="Graphique 1">
                    <a:extLst>
                      <a:ext uri="{FF2B5EF4-FFF2-40B4-BE49-F238E27FC236}">
                        <a16:creationId xmlns:a16="http://schemas.microsoft.com/office/drawing/2014/main" id="{12B1D5C7-451F-4EE2-8AD3-A875773CBB93}"/>
                      </a:ext>
                    </a:extLst>
                  </p:cNvPr>
                  <p:cNvGrpSpPr/>
                  <p:nvPr/>
                </p:nvGrpSpPr>
                <p:grpSpPr>
                  <a:xfrm>
                    <a:off x="897830" y="2458236"/>
                    <a:ext cx="801252" cy="239582"/>
                    <a:chOff x="897830" y="2458236"/>
                    <a:chExt cx="801252" cy="239582"/>
                  </a:xfrm>
                  <a:solidFill>
                    <a:schemeClr val="accent1"/>
                  </a:solidFill>
                </p:grpSpPr>
                <p:grpSp>
                  <p:nvGrpSpPr>
                    <p:cNvPr id="9992" name="Graphique 1">
                      <a:extLst>
                        <a:ext uri="{FF2B5EF4-FFF2-40B4-BE49-F238E27FC236}">
                          <a16:creationId xmlns:a16="http://schemas.microsoft.com/office/drawing/2014/main" id="{4A5E3FCB-3558-4412-8C5F-1A13D56E91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7830" y="2458236"/>
                      <a:ext cx="212518" cy="98715"/>
                      <a:chOff x="897830" y="2458236"/>
                      <a:chExt cx="212518" cy="98715"/>
                    </a:xfrm>
                    <a:solidFill>
                      <a:schemeClr val="accent1"/>
                    </a:solidFill>
                  </p:grpSpPr>
                  <p:sp>
                    <p:nvSpPr>
                      <p:cNvPr id="10032" name="Forme libre : forme 10031">
                        <a:extLst>
                          <a:ext uri="{FF2B5EF4-FFF2-40B4-BE49-F238E27FC236}">
                            <a16:creationId xmlns:a16="http://schemas.microsoft.com/office/drawing/2014/main" id="{98A44080-396C-47DC-BD51-8211AB26F6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85" y="2458236"/>
                        <a:ext cx="212363" cy="98715"/>
                      </a:xfrm>
                      <a:custGeom>
                        <a:avLst/>
                        <a:gdLst>
                          <a:gd name="connsiteX0" fmla="*/ 138720 w 212363"/>
                          <a:gd name="connsiteY0" fmla="*/ 85415 h 98715"/>
                          <a:gd name="connsiteX1" fmla="*/ 107954 w 212363"/>
                          <a:gd name="connsiteY1" fmla="*/ 80176 h 98715"/>
                          <a:gd name="connsiteX2" fmla="*/ 71855 w 212363"/>
                          <a:gd name="connsiteY2" fmla="*/ 75032 h 98715"/>
                          <a:gd name="connsiteX3" fmla="*/ 3846 w 212363"/>
                          <a:gd name="connsiteY3" fmla="*/ 41123 h 98715"/>
                          <a:gd name="connsiteX4" fmla="*/ 5942 w 212363"/>
                          <a:gd name="connsiteY4" fmla="*/ 19692 h 98715"/>
                          <a:gd name="connsiteX5" fmla="*/ 81665 w 212363"/>
                          <a:gd name="connsiteY5" fmla="*/ 261 h 98715"/>
                          <a:gd name="connsiteX6" fmla="*/ 118337 w 212363"/>
                          <a:gd name="connsiteY6" fmla="*/ 4262 h 98715"/>
                          <a:gd name="connsiteX7" fmla="*/ 138911 w 212363"/>
                          <a:gd name="connsiteY7" fmla="*/ 7881 h 98715"/>
                          <a:gd name="connsiteX8" fmla="*/ 148340 w 212363"/>
                          <a:gd name="connsiteY8" fmla="*/ 9977 h 98715"/>
                          <a:gd name="connsiteX9" fmla="*/ 158056 w 212363"/>
                          <a:gd name="connsiteY9" fmla="*/ 12739 h 98715"/>
                          <a:gd name="connsiteX10" fmla="*/ 202252 w 212363"/>
                          <a:gd name="connsiteY10" fmla="*/ 45886 h 98715"/>
                          <a:gd name="connsiteX11" fmla="*/ 212348 w 212363"/>
                          <a:gd name="connsiteY11" fmla="*/ 82748 h 98715"/>
                          <a:gd name="connsiteX12" fmla="*/ 198442 w 212363"/>
                          <a:gd name="connsiteY12" fmla="*/ 98655 h 98715"/>
                          <a:gd name="connsiteX13" fmla="*/ 167200 w 212363"/>
                          <a:gd name="connsiteY13" fmla="*/ 92654 h 98715"/>
                          <a:gd name="connsiteX14" fmla="*/ 138720 w 212363"/>
                          <a:gd name="connsiteY14" fmla="*/ 85415 h 987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12363" h="98715">
                            <a:moveTo>
                              <a:pt x="138720" y="85415"/>
                            </a:moveTo>
                            <a:cubicBezTo>
                              <a:pt x="134624" y="84653"/>
                              <a:pt x="121099" y="81986"/>
                              <a:pt x="107954" y="80176"/>
                            </a:cubicBezTo>
                            <a:cubicBezTo>
                              <a:pt x="94334" y="78271"/>
                              <a:pt x="80713" y="76271"/>
                              <a:pt x="71855" y="75032"/>
                            </a:cubicBezTo>
                            <a:cubicBezTo>
                              <a:pt x="38136" y="69794"/>
                              <a:pt x="20991" y="58173"/>
                              <a:pt x="3846" y="41123"/>
                            </a:cubicBezTo>
                            <a:cubicBezTo>
                              <a:pt x="-2059" y="35313"/>
                              <a:pt x="-1012" y="24360"/>
                              <a:pt x="5942" y="19692"/>
                            </a:cubicBezTo>
                            <a:cubicBezTo>
                              <a:pt x="26135" y="6167"/>
                              <a:pt x="47661" y="-1548"/>
                              <a:pt x="81665" y="261"/>
                            </a:cubicBezTo>
                            <a:cubicBezTo>
                              <a:pt x="90714" y="738"/>
                              <a:pt x="104430" y="2166"/>
                              <a:pt x="118337" y="4262"/>
                            </a:cubicBezTo>
                            <a:cubicBezTo>
                              <a:pt x="125290" y="5310"/>
                              <a:pt x="132338" y="6548"/>
                              <a:pt x="138911" y="7881"/>
                            </a:cubicBezTo>
                            <a:cubicBezTo>
                              <a:pt x="142244" y="8643"/>
                              <a:pt x="145388" y="9310"/>
                              <a:pt x="148340" y="9977"/>
                            </a:cubicBezTo>
                            <a:cubicBezTo>
                              <a:pt x="151388" y="10739"/>
                              <a:pt x="155198" y="11882"/>
                              <a:pt x="158056" y="12739"/>
                            </a:cubicBezTo>
                            <a:cubicBezTo>
                              <a:pt x="180630" y="19883"/>
                              <a:pt x="194918" y="33504"/>
                              <a:pt x="202252" y="45886"/>
                            </a:cubicBezTo>
                            <a:cubicBezTo>
                              <a:pt x="209777" y="58554"/>
                              <a:pt x="211777" y="70651"/>
                              <a:pt x="212348" y="82748"/>
                            </a:cubicBezTo>
                            <a:cubicBezTo>
                              <a:pt x="212729" y="91225"/>
                              <a:pt x="206062" y="99512"/>
                              <a:pt x="198442" y="98655"/>
                            </a:cubicBezTo>
                            <a:cubicBezTo>
                              <a:pt x="187393" y="97321"/>
                              <a:pt x="176915" y="95225"/>
                              <a:pt x="167200" y="92654"/>
                            </a:cubicBezTo>
                            <a:cubicBezTo>
                              <a:pt x="157484" y="90177"/>
                              <a:pt x="148817" y="87987"/>
                              <a:pt x="138720" y="8541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33" name="Forme libre : forme 10032">
                        <a:extLst>
                          <a:ext uri="{FF2B5EF4-FFF2-40B4-BE49-F238E27FC236}">
                            <a16:creationId xmlns:a16="http://schemas.microsoft.com/office/drawing/2014/main" id="{5CB4287F-21D2-463B-B5C0-EC0927F3F2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830" y="2490120"/>
                        <a:ext cx="199167" cy="66579"/>
                      </a:xfrm>
                      <a:custGeom>
                        <a:avLst/>
                        <a:gdLst>
                          <a:gd name="connsiteX0" fmla="*/ 86201 w 199167"/>
                          <a:gd name="connsiteY0" fmla="*/ 17431 h 66579"/>
                          <a:gd name="connsiteX1" fmla="*/ 0 w 199167"/>
                          <a:gd name="connsiteY1" fmla="*/ 0 h 66579"/>
                          <a:gd name="connsiteX2" fmla="*/ 3810 w 199167"/>
                          <a:gd name="connsiteY2" fmla="*/ 8954 h 66579"/>
                          <a:gd name="connsiteX3" fmla="*/ 12859 w 199167"/>
                          <a:gd name="connsiteY3" fmla="*/ 17240 h 66579"/>
                          <a:gd name="connsiteX4" fmla="*/ 43720 w 199167"/>
                          <a:gd name="connsiteY4" fmla="*/ 35719 h 66579"/>
                          <a:gd name="connsiteX5" fmla="*/ 71914 w 199167"/>
                          <a:gd name="connsiteY5" fmla="*/ 42863 h 66579"/>
                          <a:gd name="connsiteX6" fmla="*/ 83629 w 199167"/>
                          <a:gd name="connsiteY6" fmla="*/ 44577 h 66579"/>
                          <a:gd name="connsiteX7" fmla="*/ 111728 w 199167"/>
                          <a:gd name="connsiteY7" fmla="*/ 48482 h 66579"/>
                          <a:gd name="connsiteX8" fmla="*/ 125349 w 199167"/>
                          <a:gd name="connsiteY8" fmla="*/ 50673 h 66579"/>
                          <a:gd name="connsiteX9" fmla="*/ 131445 w 199167"/>
                          <a:gd name="connsiteY9" fmla="*/ 51721 h 66579"/>
                          <a:gd name="connsiteX10" fmla="*/ 135636 w 199167"/>
                          <a:gd name="connsiteY10" fmla="*/ 52578 h 66579"/>
                          <a:gd name="connsiteX11" fmla="*/ 139065 w 199167"/>
                          <a:gd name="connsiteY11" fmla="*/ 53245 h 66579"/>
                          <a:gd name="connsiteX12" fmla="*/ 159163 w 199167"/>
                          <a:gd name="connsiteY12" fmla="*/ 58293 h 66579"/>
                          <a:gd name="connsiteX13" fmla="*/ 188500 w 199167"/>
                          <a:gd name="connsiteY13" fmla="*/ 65056 h 66579"/>
                          <a:gd name="connsiteX14" fmla="*/ 198787 w 199167"/>
                          <a:gd name="connsiteY14" fmla="*/ 66580 h 66579"/>
                          <a:gd name="connsiteX15" fmla="*/ 199168 w 199167"/>
                          <a:gd name="connsiteY15" fmla="*/ 66580 h 66579"/>
                          <a:gd name="connsiteX16" fmla="*/ 150495 w 199167"/>
                          <a:gd name="connsiteY16" fmla="*/ 27622 h 66579"/>
                          <a:gd name="connsiteX17" fmla="*/ 119158 w 199167"/>
                          <a:gd name="connsiteY17" fmla="*/ 20764 h 66579"/>
                          <a:gd name="connsiteX18" fmla="*/ 86201 w 199167"/>
                          <a:gd name="connsiteY18" fmla="*/ 17431 h 665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99167" h="66579">
                            <a:moveTo>
                              <a:pt x="86201" y="17431"/>
                            </a:moveTo>
                            <a:cubicBezTo>
                              <a:pt x="55912" y="15526"/>
                              <a:pt x="23241" y="12287"/>
                              <a:pt x="0" y="0"/>
                            </a:cubicBezTo>
                            <a:cubicBezTo>
                              <a:pt x="190" y="3334"/>
                              <a:pt x="1333" y="6572"/>
                              <a:pt x="3810" y="8954"/>
                            </a:cubicBezTo>
                            <a:cubicBezTo>
                              <a:pt x="6763" y="11906"/>
                              <a:pt x="9811" y="14669"/>
                              <a:pt x="12859" y="17240"/>
                            </a:cubicBezTo>
                            <a:cubicBezTo>
                              <a:pt x="21717" y="24765"/>
                              <a:pt x="31242" y="31052"/>
                              <a:pt x="43720" y="35719"/>
                            </a:cubicBezTo>
                            <a:cubicBezTo>
                              <a:pt x="51816" y="38767"/>
                              <a:pt x="60960" y="41053"/>
                              <a:pt x="71914" y="42863"/>
                            </a:cubicBezTo>
                            <a:cubicBezTo>
                              <a:pt x="75247" y="43339"/>
                              <a:pt x="79248" y="43910"/>
                              <a:pt x="83629" y="44577"/>
                            </a:cubicBezTo>
                            <a:cubicBezTo>
                              <a:pt x="92107" y="45720"/>
                              <a:pt x="102013" y="47149"/>
                              <a:pt x="111728" y="48482"/>
                            </a:cubicBezTo>
                            <a:cubicBezTo>
                              <a:pt x="116395" y="49244"/>
                              <a:pt x="120967" y="50006"/>
                              <a:pt x="125349" y="50673"/>
                            </a:cubicBezTo>
                            <a:cubicBezTo>
                              <a:pt x="127444" y="51054"/>
                              <a:pt x="129445" y="51435"/>
                              <a:pt x="131445" y="51721"/>
                            </a:cubicBezTo>
                            <a:cubicBezTo>
                              <a:pt x="133540" y="52007"/>
                              <a:pt x="134207" y="52388"/>
                              <a:pt x="135636" y="52578"/>
                            </a:cubicBezTo>
                            <a:cubicBezTo>
                              <a:pt x="136874" y="52769"/>
                              <a:pt x="138017" y="53054"/>
                              <a:pt x="139065" y="53245"/>
                            </a:cubicBezTo>
                            <a:cubicBezTo>
                              <a:pt x="146209" y="54864"/>
                              <a:pt x="152400" y="56579"/>
                              <a:pt x="159163" y="58293"/>
                            </a:cubicBezTo>
                            <a:cubicBezTo>
                              <a:pt x="168402" y="60674"/>
                              <a:pt x="178213" y="62960"/>
                              <a:pt x="188500" y="65056"/>
                            </a:cubicBezTo>
                            <a:cubicBezTo>
                              <a:pt x="191929" y="65627"/>
                              <a:pt x="195263" y="66199"/>
                              <a:pt x="198787" y="66580"/>
                            </a:cubicBezTo>
                            <a:lnTo>
                              <a:pt x="199168" y="66580"/>
                            </a:lnTo>
                            <a:cubicBezTo>
                              <a:pt x="185642" y="49530"/>
                              <a:pt x="170117" y="34290"/>
                              <a:pt x="150495" y="27622"/>
                            </a:cubicBezTo>
                            <a:cubicBezTo>
                              <a:pt x="141065" y="24289"/>
                              <a:pt x="130016" y="22384"/>
                              <a:pt x="119158" y="20764"/>
                            </a:cubicBezTo>
                            <a:cubicBezTo>
                              <a:pt x="108013" y="19241"/>
                              <a:pt x="97155" y="18097"/>
                              <a:pt x="86201" y="17431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34" name="Forme libre : forme 10033">
                        <a:extLst>
                          <a:ext uri="{FF2B5EF4-FFF2-40B4-BE49-F238E27FC236}">
                            <a16:creationId xmlns:a16="http://schemas.microsoft.com/office/drawing/2014/main" id="{992926F1-65AE-42BE-AB4E-CE6DC2B65E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5738" y="2489138"/>
                        <a:ext cx="99676" cy="36272"/>
                      </a:xfrm>
                      <a:custGeom>
                        <a:avLst/>
                        <a:gdLst>
                          <a:gd name="connsiteX0" fmla="*/ 98972 w 99676"/>
                          <a:gd name="connsiteY0" fmla="*/ 34320 h 36272"/>
                          <a:gd name="connsiteX1" fmla="*/ 76397 w 99676"/>
                          <a:gd name="connsiteY1" fmla="*/ 32701 h 36272"/>
                          <a:gd name="connsiteX2" fmla="*/ 68492 w 99676"/>
                          <a:gd name="connsiteY2" fmla="*/ 30986 h 36272"/>
                          <a:gd name="connsiteX3" fmla="*/ 60776 w 99676"/>
                          <a:gd name="connsiteY3" fmla="*/ 29653 h 36272"/>
                          <a:gd name="connsiteX4" fmla="*/ 47251 w 99676"/>
                          <a:gd name="connsiteY4" fmla="*/ 27557 h 36272"/>
                          <a:gd name="connsiteX5" fmla="*/ 7 w 99676"/>
                          <a:gd name="connsiteY5" fmla="*/ 7650 h 36272"/>
                          <a:gd name="connsiteX6" fmla="*/ 51251 w 99676"/>
                          <a:gd name="connsiteY6" fmla="*/ 3078 h 36272"/>
                          <a:gd name="connsiteX7" fmla="*/ 65158 w 99676"/>
                          <a:gd name="connsiteY7" fmla="*/ 6507 h 36272"/>
                          <a:gd name="connsiteX8" fmla="*/ 83446 w 99676"/>
                          <a:gd name="connsiteY8" fmla="*/ 14317 h 36272"/>
                          <a:gd name="connsiteX9" fmla="*/ 98972 w 99676"/>
                          <a:gd name="connsiteY9" fmla="*/ 34320 h 362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99676" h="36272">
                            <a:moveTo>
                              <a:pt x="98972" y="34320"/>
                            </a:moveTo>
                            <a:cubicBezTo>
                              <a:pt x="96114" y="38415"/>
                              <a:pt x="86589" y="35177"/>
                              <a:pt x="76397" y="32701"/>
                            </a:cubicBezTo>
                            <a:cubicBezTo>
                              <a:pt x="73730" y="32224"/>
                              <a:pt x="71159" y="31558"/>
                              <a:pt x="68492" y="30986"/>
                            </a:cubicBezTo>
                            <a:cubicBezTo>
                              <a:pt x="65825" y="30605"/>
                              <a:pt x="63158" y="30129"/>
                              <a:pt x="60776" y="29653"/>
                            </a:cubicBezTo>
                            <a:cubicBezTo>
                              <a:pt x="55252" y="28795"/>
                              <a:pt x="50489" y="28033"/>
                              <a:pt x="47251" y="27557"/>
                            </a:cubicBezTo>
                            <a:cubicBezTo>
                              <a:pt x="34297" y="24985"/>
                              <a:pt x="-565" y="18413"/>
                              <a:pt x="7" y="7650"/>
                            </a:cubicBezTo>
                            <a:cubicBezTo>
                              <a:pt x="674" y="-3590"/>
                              <a:pt x="38202" y="30"/>
                              <a:pt x="51251" y="3078"/>
                            </a:cubicBezTo>
                            <a:cubicBezTo>
                              <a:pt x="54490" y="3649"/>
                              <a:pt x="59538" y="4983"/>
                              <a:pt x="65158" y="6507"/>
                            </a:cubicBezTo>
                            <a:cubicBezTo>
                              <a:pt x="71159" y="8412"/>
                              <a:pt x="77731" y="10888"/>
                              <a:pt x="83446" y="14317"/>
                            </a:cubicBezTo>
                            <a:cubicBezTo>
                              <a:pt x="94876" y="21080"/>
                              <a:pt x="102020" y="30129"/>
                              <a:pt x="98972" y="3432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35" name="Forme libre : forme 10034">
                        <a:extLst>
                          <a:ext uri="{FF2B5EF4-FFF2-40B4-BE49-F238E27FC236}">
                            <a16:creationId xmlns:a16="http://schemas.microsoft.com/office/drawing/2014/main" id="{51788C05-BA77-43CC-AB9B-8879CF53BD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5061" y="2489358"/>
                        <a:ext cx="68787" cy="30289"/>
                      </a:xfrm>
                      <a:custGeom>
                        <a:avLst/>
                        <a:gdLst>
                          <a:gd name="connsiteX0" fmla="*/ 23639 w 68787"/>
                          <a:gd name="connsiteY0" fmla="*/ 0 h 30289"/>
                          <a:gd name="connsiteX1" fmla="*/ 112 w 68787"/>
                          <a:gd name="connsiteY1" fmla="*/ 7334 h 30289"/>
                          <a:gd name="connsiteX2" fmla="*/ 48404 w 68787"/>
                          <a:gd name="connsiteY2" fmla="*/ 27432 h 30289"/>
                          <a:gd name="connsiteX3" fmla="*/ 58786 w 68787"/>
                          <a:gd name="connsiteY3" fmla="*/ 28956 h 30289"/>
                          <a:gd name="connsiteX4" fmla="*/ 68787 w 68787"/>
                          <a:gd name="connsiteY4" fmla="*/ 30289 h 30289"/>
                          <a:gd name="connsiteX5" fmla="*/ 58596 w 68787"/>
                          <a:gd name="connsiteY5" fmla="*/ 26956 h 30289"/>
                          <a:gd name="connsiteX6" fmla="*/ 23639 w 68787"/>
                          <a:gd name="connsiteY6" fmla="*/ 0 h 302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8787" h="30289">
                            <a:moveTo>
                              <a:pt x="23639" y="0"/>
                            </a:moveTo>
                            <a:cubicBezTo>
                              <a:pt x="16781" y="953"/>
                              <a:pt x="-1602" y="190"/>
                              <a:pt x="112" y="7334"/>
                            </a:cubicBezTo>
                            <a:cubicBezTo>
                              <a:pt x="2970" y="18574"/>
                              <a:pt x="32021" y="24194"/>
                              <a:pt x="48404" y="27432"/>
                            </a:cubicBezTo>
                            <a:cubicBezTo>
                              <a:pt x="50881" y="27813"/>
                              <a:pt x="54691" y="28480"/>
                              <a:pt x="58786" y="28956"/>
                            </a:cubicBezTo>
                            <a:cubicBezTo>
                              <a:pt x="62787" y="29432"/>
                              <a:pt x="66120" y="30194"/>
                              <a:pt x="68787" y="30289"/>
                            </a:cubicBezTo>
                            <a:cubicBezTo>
                              <a:pt x="65930" y="29528"/>
                              <a:pt x="61644" y="28099"/>
                              <a:pt x="58596" y="26956"/>
                            </a:cubicBezTo>
                            <a:cubicBezTo>
                              <a:pt x="42880" y="20098"/>
                              <a:pt x="23163" y="12097"/>
                              <a:pt x="23639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36" name="Forme libre : forme 10035">
                        <a:extLst>
                          <a:ext uri="{FF2B5EF4-FFF2-40B4-BE49-F238E27FC236}">
                            <a16:creationId xmlns:a16="http://schemas.microsoft.com/office/drawing/2014/main" id="{92490A06-B8A0-4A2D-98E1-CF029FC946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80887" y="2492680"/>
                        <a:ext cx="98132" cy="37332"/>
                      </a:xfrm>
                      <a:custGeom>
                        <a:avLst/>
                        <a:gdLst>
                          <a:gd name="connsiteX0" fmla="*/ 96680 w 98132"/>
                          <a:gd name="connsiteY0" fmla="*/ 36207 h 37332"/>
                          <a:gd name="connsiteX1" fmla="*/ 73534 w 98132"/>
                          <a:gd name="connsiteY1" fmla="*/ 33255 h 37332"/>
                          <a:gd name="connsiteX2" fmla="*/ 46197 w 98132"/>
                          <a:gd name="connsiteY2" fmla="*/ 27825 h 37332"/>
                          <a:gd name="connsiteX3" fmla="*/ 1 w 98132"/>
                          <a:gd name="connsiteY3" fmla="*/ 7442 h 37332"/>
                          <a:gd name="connsiteX4" fmla="*/ 50864 w 98132"/>
                          <a:gd name="connsiteY4" fmla="*/ 3346 h 37332"/>
                          <a:gd name="connsiteX5" fmla="*/ 83535 w 98132"/>
                          <a:gd name="connsiteY5" fmla="*/ 16015 h 37332"/>
                          <a:gd name="connsiteX6" fmla="*/ 96680 w 98132"/>
                          <a:gd name="connsiteY6" fmla="*/ 36207 h 37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8132" h="37332">
                            <a:moveTo>
                              <a:pt x="96680" y="36207"/>
                            </a:moveTo>
                            <a:cubicBezTo>
                              <a:pt x="92203" y="39160"/>
                              <a:pt x="83154" y="35636"/>
                              <a:pt x="73534" y="33255"/>
                            </a:cubicBezTo>
                            <a:cubicBezTo>
                              <a:pt x="63818" y="30588"/>
                              <a:pt x="53817" y="28968"/>
                              <a:pt x="46197" y="27825"/>
                            </a:cubicBezTo>
                            <a:cubicBezTo>
                              <a:pt x="32386" y="25254"/>
                              <a:pt x="191" y="18682"/>
                              <a:pt x="1" y="7442"/>
                            </a:cubicBezTo>
                            <a:cubicBezTo>
                              <a:pt x="-190" y="-3988"/>
                              <a:pt x="38863" y="393"/>
                              <a:pt x="50864" y="3346"/>
                            </a:cubicBezTo>
                            <a:cubicBezTo>
                              <a:pt x="56579" y="4394"/>
                              <a:pt x="72296" y="8109"/>
                              <a:pt x="83535" y="16015"/>
                            </a:cubicBezTo>
                            <a:cubicBezTo>
                              <a:pt x="94870" y="23634"/>
                              <a:pt x="101156" y="33445"/>
                              <a:pt x="96680" y="3620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37" name="Forme libre : forme 10036">
                        <a:extLst>
                          <a:ext uri="{FF2B5EF4-FFF2-40B4-BE49-F238E27FC236}">
                            <a16:creationId xmlns:a16="http://schemas.microsoft.com/office/drawing/2014/main" id="{33281761-671E-434E-B256-A660522ECB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26914" y="2474880"/>
                        <a:ext cx="122462" cy="57802"/>
                      </a:xfrm>
                      <a:custGeom>
                        <a:avLst/>
                        <a:gdLst>
                          <a:gd name="connsiteX0" fmla="*/ 539 w 122462"/>
                          <a:gd name="connsiteY0" fmla="*/ 18383 h 57802"/>
                          <a:gd name="connsiteX1" fmla="*/ 12731 w 122462"/>
                          <a:gd name="connsiteY1" fmla="*/ 31528 h 57802"/>
                          <a:gd name="connsiteX2" fmla="*/ 57593 w 122462"/>
                          <a:gd name="connsiteY2" fmla="*/ 52483 h 57802"/>
                          <a:gd name="connsiteX3" fmla="*/ 104933 w 122462"/>
                          <a:gd name="connsiteY3" fmla="*/ 57626 h 57802"/>
                          <a:gd name="connsiteX4" fmla="*/ 122459 w 122462"/>
                          <a:gd name="connsiteY4" fmla="*/ 48673 h 57802"/>
                          <a:gd name="connsiteX5" fmla="*/ 118554 w 122462"/>
                          <a:gd name="connsiteY5" fmla="*/ 43244 h 57802"/>
                          <a:gd name="connsiteX6" fmla="*/ 110552 w 122462"/>
                          <a:gd name="connsiteY6" fmla="*/ 38862 h 57802"/>
                          <a:gd name="connsiteX7" fmla="*/ 69500 w 122462"/>
                          <a:gd name="connsiteY7" fmla="*/ 17717 h 57802"/>
                          <a:gd name="connsiteX8" fmla="*/ 26161 w 122462"/>
                          <a:gd name="connsiteY8" fmla="*/ 0 h 57802"/>
                          <a:gd name="connsiteX9" fmla="*/ 539 w 122462"/>
                          <a:gd name="connsiteY9" fmla="*/ 18383 h 578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2462" h="57802">
                            <a:moveTo>
                              <a:pt x="539" y="18383"/>
                            </a:moveTo>
                            <a:cubicBezTo>
                              <a:pt x="2825" y="24860"/>
                              <a:pt x="5301" y="26956"/>
                              <a:pt x="12731" y="31528"/>
                            </a:cubicBezTo>
                            <a:cubicBezTo>
                              <a:pt x="26828" y="40291"/>
                              <a:pt x="38353" y="47435"/>
                              <a:pt x="57593" y="52483"/>
                            </a:cubicBezTo>
                            <a:cubicBezTo>
                              <a:pt x="73596" y="56674"/>
                              <a:pt x="91598" y="58388"/>
                              <a:pt x="104933" y="57626"/>
                            </a:cubicBezTo>
                            <a:cubicBezTo>
                              <a:pt x="113124" y="56674"/>
                              <a:pt x="121983" y="55054"/>
                              <a:pt x="122459" y="48673"/>
                            </a:cubicBezTo>
                            <a:cubicBezTo>
                              <a:pt x="122554" y="46673"/>
                              <a:pt x="120839" y="44958"/>
                              <a:pt x="118554" y="43244"/>
                            </a:cubicBezTo>
                            <a:cubicBezTo>
                              <a:pt x="116172" y="41815"/>
                              <a:pt x="113124" y="40481"/>
                              <a:pt x="110552" y="38862"/>
                            </a:cubicBezTo>
                            <a:cubicBezTo>
                              <a:pt x="97122" y="31718"/>
                              <a:pt x="83121" y="26384"/>
                              <a:pt x="69500" y="17717"/>
                            </a:cubicBezTo>
                            <a:cubicBezTo>
                              <a:pt x="57879" y="10383"/>
                              <a:pt x="45211" y="0"/>
                              <a:pt x="26161" y="0"/>
                            </a:cubicBezTo>
                            <a:cubicBezTo>
                              <a:pt x="9016" y="95"/>
                              <a:pt x="-2700" y="9430"/>
                              <a:pt x="539" y="1838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38" name="Forme libre : forme 10037">
                        <a:extLst>
                          <a:ext uri="{FF2B5EF4-FFF2-40B4-BE49-F238E27FC236}">
                            <a16:creationId xmlns:a16="http://schemas.microsoft.com/office/drawing/2014/main" id="{39972D91-C5B2-4CD7-AD64-64F926F85A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3550" y="2477811"/>
                        <a:ext cx="43533" cy="10047"/>
                      </a:xfrm>
                      <a:custGeom>
                        <a:avLst/>
                        <a:gdLst>
                          <a:gd name="connsiteX0" fmla="*/ 4383 w 43533"/>
                          <a:gd name="connsiteY0" fmla="*/ 4213 h 10047"/>
                          <a:gd name="connsiteX1" fmla="*/ 192 w 43533"/>
                          <a:gd name="connsiteY1" fmla="*/ 6404 h 10047"/>
                          <a:gd name="connsiteX2" fmla="*/ 3144 w 43533"/>
                          <a:gd name="connsiteY2" fmla="*/ 9071 h 10047"/>
                          <a:gd name="connsiteX3" fmla="*/ 10955 w 43533"/>
                          <a:gd name="connsiteY3" fmla="*/ 9928 h 10047"/>
                          <a:gd name="connsiteX4" fmla="*/ 30195 w 43533"/>
                          <a:gd name="connsiteY4" fmla="*/ 9738 h 10047"/>
                          <a:gd name="connsiteX5" fmla="*/ 37149 w 43533"/>
                          <a:gd name="connsiteY5" fmla="*/ 8975 h 10047"/>
                          <a:gd name="connsiteX6" fmla="*/ 34005 w 43533"/>
                          <a:gd name="connsiteY6" fmla="*/ 117 h 10047"/>
                          <a:gd name="connsiteX7" fmla="*/ 4383 w 43533"/>
                          <a:gd name="connsiteY7" fmla="*/ 4213 h 100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3533" h="10047">
                            <a:moveTo>
                              <a:pt x="4383" y="4213"/>
                            </a:moveTo>
                            <a:cubicBezTo>
                              <a:pt x="2382" y="4785"/>
                              <a:pt x="858" y="5261"/>
                              <a:pt x="192" y="6404"/>
                            </a:cubicBezTo>
                            <a:cubicBezTo>
                              <a:pt x="-570" y="7547"/>
                              <a:pt x="1049" y="8499"/>
                              <a:pt x="3144" y="9071"/>
                            </a:cubicBezTo>
                            <a:cubicBezTo>
                              <a:pt x="5240" y="9642"/>
                              <a:pt x="8478" y="9833"/>
                              <a:pt x="10955" y="9928"/>
                            </a:cubicBezTo>
                            <a:cubicBezTo>
                              <a:pt x="17337" y="10023"/>
                              <a:pt x="24099" y="10214"/>
                              <a:pt x="30195" y="9738"/>
                            </a:cubicBezTo>
                            <a:cubicBezTo>
                              <a:pt x="32767" y="9642"/>
                              <a:pt x="35148" y="9547"/>
                              <a:pt x="37149" y="8975"/>
                            </a:cubicBezTo>
                            <a:cubicBezTo>
                              <a:pt x="45816" y="6594"/>
                              <a:pt x="46483" y="974"/>
                              <a:pt x="34005" y="117"/>
                            </a:cubicBezTo>
                            <a:cubicBezTo>
                              <a:pt x="24290" y="-550"/>
                              <a:pt x="12669" y="1737"/>
                              <a:pt x="4383" y="4213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39" name="Forme libre : forme 10038">
                        <a:extLst>
                          <a:ext uri="{FF2B5EF4-FFF2-40B4-BE49-F238E27FC236}">
                            <a16:creationId xmlns:a16="http://schemas.microsoft.com/office/drawing/2014/main" id="{CEE60407-FFEA-4F6C-AE78-0437C4B244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8705" y="2542443"/>
                        <a:ext cx="57912" cy="10518"/>
                      </a:xfrm>
                      <a:custGeom>
                        <a:avLst/>
                        <a:gdLst>
                          <a:gd name="connsiteX0" fmla="*/ 57912 w 57912"/>
                          <a:gd name="connsiteY0" fmla="*/ 10351 h 10518"/>
                          <a:gd name="connsiteX1" fmla="*/ 27813 w 57912"/>
                          <a:gd name="connsiteY1" fmla="*/ 4255 h 10518"/>
                          <a:gd name="connsiteX2" fmla="*/ 0 w 57912"/>
                          <a:gd name="connsiteY2" fmla="*/ 160 h 10518"/>
                          <a:gd name="connsiteX3" fmla="*/ 27432 w 57912"/>
                          <a:gd name="connsiteY3" fmla="*/ 1969 h 10518"/>
                          <a:gd name="connsiteX4" fmla="*/ 57912 w 57912"/>
                          <a:gd name="connsiteY4" fmla="*/ 10351 h 105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7912" h="10518">
                            <a:moveTo>
                              <a:pt x="57912" y="10351"/>
                            </a:moveTo>
                            <a:cubicBezTo>
                              <a:pt x="49625" y="11399"/>
                              <a:pt x="38481" y="7303"/>
                              <a:pt x="27813" y="4255"/>
                            </a:cubicBezTo>
                            <a:cubicBezTo>
                              <a:pt x="17050" y="1112"/>
                              <a:pt x="7239" y="-222"/>
                              <a:pt x="0" y="160"/>
                            </a:cubicBezTo>
                            <a:cubicBezTo>
                              <a:pt x="7811" y="-222"/>
                              <a:pt x="17145" y="-31"/>
                              <a:pt x="27432" y="1969"/>
                            </a:cubicBezTo>
                            <a:cubicBezTo>
                              <a:pt x="37814" y="3874"/>
                              <a:pt x="48578" y="7589"/>
                              <a:pt x="57912" y="1035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40" name="Forme libre : forme 10039">
                        <a:extLst>
                          <a:ext uri="{FF2B5EF4-FFF2-40B4-BE49-F238E27FC236}">
                            <a16:creationId xmlns:a16="http://schemas.microsoft.com/office/drawing/2014/main" id="{571D9E64-4AC4-4C82-8C72-C55B941E42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5260" y="2460811"/>
                        <a:ext cx="76676" cy="18926"/>
                      </a:xfrm>
                      <a:custGeom>
                        <a:avLst/>
                        <a:gdLst>
                          <a:gd name="connsiteX0" fmla="*/ 76676 w 76676"/>
                          <a:gd name="connsiteY0" fmla="*/ 162 h 18926"/>
                          <a:gd name="connsiteX1" fmla="*/ 0 w 76676"/>
                          <a:gd name="connsiteY1" fmla="*/ 18927 h 18926"/>
                          <a:gd name="connsiteX2" fmla="*/ 76676 w 76676"/>
                          <a:gd name="connsiteY2" fmla="*/ 162 h 189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6676" h="18926">
                            <a:moveTo>
                              <a:pt x="76676" y="162"/>
                            </a:moveTo>
                            <a:cubicBezTo>
                              <a:pt x="46577" y="-1362"/>
                              <a:pt x="19907" y="8068"/>
                              <a:pt x="0" y="18927"/>
                            </a:cubicBezTo>
                            <a:cubicBezTo>
                              <a:pt x="18002" y="7783"/>
                              <a:pt x="50863" y="1972"/>
                              <a:pt x="76676" y="16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41" name="Forme libre : forme 10040">
                        <a:extLst>
                          <a:ext uri="{FF2B5EF4-FFF2-40B4-BE49-F238E27FC236}">
                            <a16:creationId xmlns:a16="http://schemas.microsoft.com/office/drawing/2014/main" id="{FEA3C276-418A-4749-A619-605647B921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8256" y="2494305"/>
                        <a:ext cx="37737" cy="15060"/>
                      </a:xfrm>
                      <a:custGeom>
                        <a:avLst/>
                        <a:gdLst>
                          <a:gd name="connsiteX0" fmla="*/ 37118 w 37737"/>
                          <a:gd name="connsiteY0" fmla="*/ 14675 h 15060"/>
                          <a:gd name="connsiteX1" fmla="*/ 14639 w 37737"/>
                          <a:gd name="connsiteY1" fmla="*/ 9817 h 15060"/>
                          <a:gd name="connsiteX2" fmla="*/ 542 w 37737"/>
                          <a:gd name="connsiteY2" fmla="*/ 1149 h 15060"/>
                          <a:gd name="connsiteX3" fmla="*/ 22164 w 37737"/>
                          <a:gd name="connsiteY3" fmla="*/ 3912 h 15060"/>
                          <a:gd name="connsiteX4" fmla="*/ 32927 w 37737"/>
                          <a:gd name="connsiteY4" fmla="*/ 8769 h 15060"/>
                          <a:gd name="connsiteX5" fmla="*/ 37118 w 37737"/>
                          <a:gd name="connsiteY5" fmla="*/ 14675 h 15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737" h="15060">
                            <a:moveTo>
                              <a:pt x="37118" y="14675"/>
                            </a:moveTo>
                            <a:cubicBezTo>
                              <a:pt x="33498" y="16580"/>
                              <a:pt x="19401" y="10865"/>
                              <a:pt x="14639" y="9817"/>
                            </a:cubicBezTo>
                            <a:cubicBezTo>
                              <a:pt x="10162" y="8293"/>
                              <a:pt x="-2792" y="4388"/>
                              <a:pt x="542" y="1149"/>
                            </a:cubicBezTo>
                            <a:cubicBezTo>
                              <a:pt x="3971" y="-2089"/>
                              <a:pt x="17877" y="2388"/>
                              <a:pt x="22164" y="3912"/>
                            </a:cubicBezTo>
                            <a:cubicBezTo>
                              <a:pt x="24355" y="4769"/>
                              <a:pt x="29212" y="6579"/>
                              <a:pt x="32927" y="8769"/>
                            </a:cubicBezTo>
                            <a:cubicBezTo>
                              <a:pt x="36547" y="11151"/>
                              <a:pt x="38928" y="13532"/>
                              <a:pt x="37118" y="14675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42" name="Forme libre : forme 10041">
                        <a:extLst>
                          <a:ext uri="{FF2B5EF4-FFF2-40B4-BE49-F238E27FC236}">
                            <a16:creationId xmlns:a16="http://schemas.microsoft.com/office/drawing/2014/main" id="{CFB0AA82-B0CD-43CA-95B7-4B192DD281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0990" y="2505694"/>
                        <a:ext cx="10400" cy="5596"/>
                      </a:xfrm>
                      <a:custGeom>
                        <a:avLst/>
                        <a:gdLst>
                          <a:gd name="connsiteX0" fmla="*/ 10384 w 10400"/>
                          <a:gd name="connsiteY0" fmla="*/ 5000 h 5596"/>
                          <a:gd name="connsiteX1" fmla="*/ 5050 w 10400"/>
                          <a:gd name="connsiteY1" fmla="*/ 4428 h 5596"/>
                          <a:gd name="connsiteX2" fmla="*/ 2 w 10400"/>
                          <a:gd name="connsiteY2" fmla="*/ 714 h 5596"/>
                          <a:gd name="connsiteX3" fmla="*/ 5336 w 10400"/>
                          <a:gd name="connsiteY3" fmla="*/ 1000 h 5596"/>
                          <a:gd name="connsiteX4" fmla="*/ 10384 w 10400"/>
                          <a:gd name="connsiteY4" fmla="*/ 5000 h 55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00" h="5596">
                            <a:moveTo>
                              <a:pt x="10384" y="5000"/>
                            </a:moveTo>
                            <a:cubicBezTo>
                              <a:pt x="10099" y="6429"/>
                              <a:pt x="6765" y="4904"/>
                              <a:pt x="5050" y="4428"/>
                            </a:cubicBezTo>
                            <a:cubicBezTo>
                              <a:pt x="3336" y="3762"/>
                              <a:pt x="-93" y="2142"/>
                              <a:pt x="2" y="714"/>
                            </a:cubicBezTo>
                            <a:cubicBezTo>
                              <a:pt x="97" y="-715"/>
                              <a:pt x="3526" y="333"/>
                              <a:pt x="5336" y="1000"/>
                            </a:cubicBezTo>
                            <a:cubicBezTo>
                              <a:pt x="7146" y="1476"/>
                              <a:pt x="10670" y="3476"/>
                              <a:pt x="10384" y="500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43" name="Forme libre : forme 10042">
                        <a:extLst>
                          <a:ext uri="{FF2B5EF4-FFF2-40B4-BE49-F238E27FC236}">
                            <a16:creationId xmlns:a16="http://schemas.microsoft.com/office/drawing/2014/main" id="{3CE67D9B-8FF6-4F65-B677-AA6CDFA103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1373" y="2472306"/>
                        <a:ext cx="79110" cy="72918"/>
                      </a:xfrm>
                      <a:custGeom>
                        <a:avLst/>
                        <a:gdLst>
                          <a:gd name="connsiteX0" fmla="*/ 72006 w 79110"/>
                          <a:gd name="connsiteY0" fmla="*/ 42770 h 72918"/>
                          <a:gd name="connsiteX1" fmla="*/ 78864 w 79110"/>
                          <a:gd name="connsiteY1" fmla="*/ 70869 h 72918"/>
                          <a:gd name="connsiteX2" fmla="*/ 70196 w 79110"/>
                          <a:gd name="connsiteY2" fmla="*/ 69726 h 72918"/>
                          <a:gd name="connsiteX3" fmla="*/ 64671 w 79110"/>
                          <a:gd name="connsiteY3" fmla="*/ 59248 h 72918"/>
                          <a:gd name="connsiteX4" fmla="*/ 42383 w 79110"/>
                          <a:gd name="connsiteY4" fmla="*/ 28101 h 72918"/>
                          <a:gd name="connsiteX5" fmla="*/ 31620 w 79110"/>
                          <a:gd name="connsiteY5" fmla="*/ 21434 h 72918"/>
                          <a:gd name="connsiteX6" fmla="*/ 15332 w 79110"/>
                          <a:gd name="connsiteY6" fmla="*/ 14100 h 72918"/>
                          <a:gd name="connsiteX7" fmla="*/ 1235 w 79110"/>
                          <a:gd name="connsiteY7" fmla="*/ 2003 h 72918"/>
                          <a:gd name="connsiteX8" fmla="*/ 26952 w 79110"/>
                          <a:gd name="connsiteY8" fmla="*/ 2765 h 72918"/>
                          <a:gd name="connsiteX9" fmla="*/ 56575 w 79110"/>
                          <a:gd name="connsiteY9" fmla="*/ 18386 h 72918"/>
                          <a:gd name="connsiteX10" fmla="*/ 72006 w 79110"/>
                          <a:gd name="connsiteY10" fmla="*/ 42770 h 729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9110" h="72918">
                            <a:moveTo>
                              <a:pt x="72006" y="42770"/>
                            </a:moveTo>
                            <a:cubicBezTo>
                              <a:pt x="77625" y="53819"/>
                              <a:pt x="79912" y="62010"/>
                              <a:pt x="78864" y="70869"/>
                            </a:cubicBezTo>
                            <a:cubicBezTo>
                              <a:pt x="78388" y="74107"/>
                              <a:pt x="73434" y="73345"/>
                              <a:pt x="70196" y="69726"/>
                            </a:cubicBezTo>
                            <a:cubicBezTo>
                              <a:pt x="66767" y="66296"/>
                              <a:pt x="65910" y="62772"/>
                              <a:pt x="64671" y="59248"/>
                            </a:cubicBezTo>
                            <a:cubicBezTo>
                              <a:pt x="60862" y="48199"/>
                              <a:pt x="53718" y="37626"/>
                              <a:pt x="42383" y="28101"/>
                            </a:cubicBezTo>
                            <a:cubicBezTo>
                              <a:pt x="40668" y="26672"/>
                              <a:pt x="36573" y="24196"/>
                              <a:pt x="31620" y="21434"/>
                            </a:cubicBezTo>
                            <a:cubicBezTo>
                              <a:pt x="26476" y="19052"/>
                              <a:pt x="20190" y="16195"/>
                              <a:pt x="15332" y="14100"/>
                            </a:cubicBezTo>
                            <a:cubicBezTo>
                              <a:pt x="5140" y="9527"/>
                              <a:pt x="-3242" y="5241"/>
                              <a:pt x="1235" y="2003"/>
                            </a:cubicBezTo>
                            <a:cubicBezTo>
                              <a:pt x="5807" y="-1045"/>
                              <a:pt x="15618" y="-474"/>
                              <a:pt x="26952" y="2765"/>
                            </a:cubicBezTo>
                            <a:cubicBezTo>
                              <a:pt x="39716" y="6099"/>
                              <a:pt x="51622" y="13814"/>
                              <a:pt x="56575" y="18386"/>
                            </a:cubicBezTo>
                            <a:cubicBezTo>
                              <a:pt x="66576" y="27816"/>
                              <a:pt x="67624" y="34578"/>
                              <a:pt x="72006" y="42770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9993" name="Graphique 1">
                      <a:extLst>
                        <a:ext uri="{FF2B5EF4-FFF2-40B4-BE49-F238E27FC236}">
                          <a16:creationId xmlns:a16="http://schemas.microsoft.com/office/drawing/2014/main" id="{1C4135C4-EBB0-4D17-B73B-08793C48D3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99622" y="2550190"/>
                      <a:ext cx="187971" cy="147628"/>
                      <a:chOff x="1099622" y="2550190"/>
                      <a:chExt cx="187971" cy="147628"/>
                    </a:xfrm>
                    <a:solidFill>
                      <a:schemeClr val="accent1"/>
                    </a:solidFill>
                  </p:grpSpPr>
                  <p:sp>
                    <p:nvSpPr>
                      <p:cNvPr id="10020" name="Forme libre : forme 10019">
                        <a:extLst>
                          <a:ext uri="{FF2B5EF4-FFF2-40B4-BE49-F238E27FC236}">
                            <a16:creationId xmlns:a16="http://schemas.microsoft.com/office/drawing/2014/main" id="{531407A7-8488-4307-BB9D-817A3B6EAF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9622" y="2550190"/>
                        <a:ext cx="187971" cy="147628"/>
                      </a:xfrm>
                      <a:custGeom>
                        <a:avLst/>
                        <a:gdLst>
                          <a:gd name="connsiteX0" fmla="*/ 99865 w 187971"/>
                          <a:gd name="connsiteY0" fmla="*/ 139765 h 147628"/>
                          <a:gd name="connsiteX1" fmla="*/ 61098 w 187971"/>
                          <a:gd name="connsiteY1" fmla="*/ 116429 h 147628"/>
                          <a:gd name="connsiteX2" fmla="*/ 29666 w 187971"/>
                          <a:gd name="connsiteY2" fmla="*/ 89187 h 147628"/>
                          <a:gd name="connsiteX3" fmla="*/ 20808 w 187971"/>
                          <a:gd name="connsiteY3" fmla="*/ 79662 h 147628"/>
                          <a:gd name="connsiteX4" fmla="*/ 12521 w 187971"/>
                          <a:gd name="connsiteY4" fmla="*/ 68804 h 147628"/>
                          <a:gd name="connsiteX5" fmla="*/ 3091 w 187971"/>
                          <a:gd name="connsiteY5" fmla="*/ 48611 h 147628"/>
                          <a:gd name="connsiteX6" fmla="*/ 615 w 187971"/>
                          <a:gd name="connsiteY6" fmla="*/ 12701 h 147628"/>
                          <a:gd name="connsiteX7" fmla="*/ 18426 w 187971"/>
                          <a:gd name="connsiteY7" fmla="*/ 509 h 147628"/>
                          <a:gd name="connsiteX8" fmla="*/ 50716 w 187971"/>
                          <a:gd name="connsiteY8" fmla="*/ 14035 h 147628"/>
                          <a:gd name="connsiteX9" fmla="*/ 65099 w 187971"/>
                          <a:gd name="connsiteY9" fmla="*/ 22512 h 147628"/>
                          <a:gd name="connsiteX10" fmla="*/ 81577 w 187971"/>
                          <a:gd name="connsiteY10" fmla="*/ 34323 h 147628"/>
                          <a:gd name="connsiteX11" fmla="*/ 106723 w 187971"/>
                          <a:gd name="connsiteY11" fmla="*/ 54611 h 147628"/>
                          <a:gd name="connsiteX12" fmla="*/ 130536 w 187971"/>
                          <a:gd name="connsiteY12" fmla="*/ 70709 h 147628"/>
                          <a:gd name="connsiteX13" fmla="*/ 154539 w 187971"/>
                          <a:gd name="connsiteY13" fmla="*/ 86901 h 147628"/>
                          <a:gd name="connsiteX14" fmla="*/ 178542 w 187971"/>
                          <a:gd name="connsiteY14" fmla="*/ 103570 h 147628"/>
                          <a:gd name="connsiteX15" fmla="*/ 186352 w 187971"/>
                          <a:gd name="connsiteY15" fmla="*/ 123192 h 147628"/>
                          <a:gd name="connsiteX16" fmla="*/ 173684 w 187971"/>
                          <a:gd name="connsiteY16" fmla="*/ 136241 h 147628"/>
                          <a:gd name="connsiteX17" fmla="*/ 165111 w 187971"/>
                          <a:gd name="connsiteY17" fmla="*/ 141575 h 147628"/>
                          <a:gd name="connsiteX18" fmla="*/ 154729 w 187971"/>
                          <a:gd name="connsiteY18" fmla="*/ 145194 h 147628"/>
                          <a:gd name="connsiteX19" fmla="*/ 99865 w 187971"/>
                          <a:gd name="connsiteY19" fmla="*/ 139765 h 1476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87971" h="147628">
                            <a:moveTo>
                              <a:pt x="99865" y="139765"/>
                            </a:moveTo>
                            <a:cubicBezTo>
                              <a:pt x="89292" y="135193"/>
                              <a:pt x="73957" y="126335"/>
                              <a:pt x="61098" y="116429"/>
                            </a:cubicBezTo>
                            <a:cubicBezTo>
                              <a:pt x="48144" y="106618"/>
                              <a:pt x="36619" y="96236"/>
                              <a:pt x="29666" y="89187"/>
                            </a:cubicBezTo>
                            <a:cubicBezTo>
                              <a:pt x="26427" y="85949"/>
                              <a:pt x="23475" y="82710"/>
                              <a:pt x="20808" y="79662"/>
                            </a:cubicBezTo>
                            <a:cubicBezTo>
                              <a:pt x="17950" y="76233"/>
                              <a:pt x="14807" y="72328"/>
                              <a:pt x="12521" y="68804"/>
                            </a:cubicBezTo>
                            <a:cubicBezTo>
                              <a:pt x="7949" y="61660"/>
                              <a:pt x="4996" y="54992"/>
                              <a:pt x="3091" y="48611"/>
                            </a:cubicBezTo>
                            <a:cubicBezTo>
                              <a:pt x="-624" y="35942"/>
                              <a:pt x="-338" y="24703"/>
                              <a:pt x="615" y="12701"/>
                            </a:cubicBezTo>
                            <a:cubicBezTo>
                              <a:pt x="1281" y="4415"/>
                              <a:pt x="10235" y="-1872"/>
                              <a:pt x="18426" y="509"/>
                            </a:cubicBezTo>
                            <a:cubicBezTo>
                              <a:pt x="30142" y="3938"/>
                              <a:pt x="40810" y="8606"/>
                              <a:pt x="50716" y="14035"/>
                            </a:cubicBezTo>
                            <a:cubicBezTo>
                              <a:pt x="55669" y="16702"/>
                              <a:pt x="60432" y="19655"/>
                              <a:pt x="65099" y="22512"/>
                            </a:cubicBezTo>
                            <a:cubicBezTo>
                              <a:pt x="69195" y="24893"/>
                              <a:pt x="75481" y="29370"/>
                              <a:pt x="81577" y="34323"/>
                            </a:cubicBezTo>
                            <a:cubicBezTo>
                              <a:pt x="88054" y="39562"/>
                              <a:pt x="97484" y="47372"/>
                              <a:pt x="106723" y="54611"/>
                            </a:cubicBezTo>
                            <a:cubicBezTo>
                              <a:pt x="115867" y="61374"/>
                              <a:pt x="124916" y="67851"/>
                              <a:pt x="130536" y="70709"/>
                            </a:cubicBezTo>
                            <a:cubicBezTo>
                              <a:pt x="141204" y="76805"/>
                              <a:pt x="147585" y="81377"/>
                              <a:pt x="154539" y="86901"/>
                            </a:cubicBezTo>
                            <a:cubicBezTo>
                              <a:pt x="161397" y="91950"/>
                              <a:pt x="168826" y="98141"/>
                              <a:pt x="178542" y="103570"/>
                            </a:cubicBezTo>
                            <a:cubicBezTo>
                              <a:pt x="185019" y="107285"/>
                              <a:pt x="190924" y="116524"/>
                              <a:pt x="186352" y="123192"/>
                            </a:cubicBezTo>
                            <a:cubicBezTo>
                              <a:pt x="183018" y="128049"/>
                              <a:pt x="178922" y="132717"/>
                              <a:pt x="173684" y="136241"/>
                            </a:cubicBezTo>
                            <a:cubicBezTo>
                              <a:pt x="171112" y="138146"/>
                              <a:pt x="168255" y="139955"/>
                              <a:pt x="165111" y="141575"/>
                            </a:cubicBezTo>
                            <a:cubicBezTo>
                              <a:pt x="161968" y="142908"/>
                              <a:pt x="158444" y="144146"/>
                              <a:pt x="154729" y="145194"/>
                            </a:cubicBezTo>
                            <a:cubicBezTo>
                              <a:pt x="139965" y="149385"/>
                              <a:pt x="119772" y="148528"/>
                              <a:pt x="99865" y="13976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21" name="Forme libre : forme 10020">
                        <a:extLst>
                          <a:ext uri="{FF2B5EF4-FFF2-40B4-BE49-F238E27FC236}">
                            <a16:creationId xmlns:a16="http://schemas.microsoft.com/office/drawing/2014/main" id="{74A99D1D-5A5E-493C-9786-827C2A9DDB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9760" y="2554033"/>
                        <a:ext cx="186213" cy="143750"/>
                      </a:xfrm>
                      <a:custGeom>
                        <a:avLst/>
                        <a:gdLst>
                          <a:gd name="connsiteX0" fmla="*/ 56483 w 186213"/>
                          <a:gd name="connsiteY0" fmla="*/ 73152 h 143750"/>
                          <a:gd name="connsiteX1" fmla="*/ 38481 w 186213"/>
                          <a:gd name="connsiteY1" fmla="*/ 57817 h 143750"/>
                          <a:gd name="connsiteX2" fmla="*/ 22384 w 186213"/>
                          <a:gd name="connsiteY2" fmla="*/ 39243 h 143750"/>
                          <a:gd name="connsiteX3" fmla="*/ 4953 w 186213"/>
                          <a:gd name="connsiteY3" fmla="*/ 0 h 143750"/>
                          <a:gd name="connsiteX4" fmla="*/ 571 w 186213"/>
                          <a:gd name="connsiteY4" fmla="*/ 8667 h 143750"/>
                          <a:gd name="connsiteX5" fmla="*/ 0 w 186213"/>
                          <a:gd name="connsiteY5" fmla="*/ 20955 h 143750"/>
                          <a:gd name="connsiteX6" fmla="*/ 8763 w 186213"/>
                          <a:gd name="connsiteY6" fmla="*/ 58388 h 143750"/>
                          <a:gd name="connsiteX7" fmla="*/ 18097 w 186213"/>
                          <a:gd name="connsiteY7" fmla="*/ 72390 h 143750"/>
                          <a:gd name="connsiteX8" fmla="*/ 29623 w 186213"/>
                          <a:gd name="connsiteY8" fmla="*/ 85249 h 143750"/>
                          <a:gd name="connsiteX9" fmla="*/ 39052 w 186213"/>
                          <a:gd name="connsiteY9" fmla="*/ 94202 h 143750"/>
                          <a:gd name="connsiteX10" fmla="*/ 93345 w 186213"/>
                          <a:gd name="connsiteY10" fmla="*/ 132778 h 143750"/>
                          <a:gd name="connsiteX11" fmla="*/ 99727 w 186213"/>
                          <a:gd name="connsiteY11" fmla="*/ 135826 h 143750"/>
                          <a:gd name="connsiteX12" fmla="*/ 140398 w 186213"/>
                          <a:gd name="connsiteY12" fmla="*/ 143542 h 143750"/>
                          <a:gd name="connsiteX13" fmla="*/ 178689 w 186213"/>
                          <a:gd name="connsiteY13" fmla="*/ 128111 h 143750"/>
                          <a:gd name="connsiteX14" fmla="*/ 186023 w 186213"/>
                          <a:gd name="connsiteY14" fmla="*/ 119348 h 143750"/>
                          <a:gd name="connsiteX15" fmla="*/ 186214 w 186213"/>
                          <a:gd name="connsiteY15" fmla="*/ 118967 h 143750"/>
                          <a:gd name="connsiteX16" fmla="*/ 149923 w 186213"/>
                          <a:gd name="connsiteY16" fmla="*/ 121634 h 143750"/>
                          <a:gd name="connsiteX17" fmla="*/ 114586 w 186213"/>
                          <a:gd name="connsiteY17" fmla="*/ 111633 h 143750"/>
                          <a:gd name="connsiteX18" fmla="*/ 56483 w 186213"/>
                          <a:gd name="connsiteY18" fmla="*/ 73152 h 1437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86213" h="143750">
                            <a:moveTo>
                              <a:pt x="56483" y="73152"/>
                            </a:moveTo>
                            <a:cubicBezTo>
                              <a:pt x="50197" y="68389"/>
                              <a:pt x="44291" y="63151"/>
                              <a:pt x="38481" y="57817"/>
                            </a:cubicBezTo>
                            <a:cubicBezTo>
                              <a:pt x="32480" y="52197"/>
                              <a:pt x="26860" y="45815"/>
                              <a:pt x="22384" y="39243"/>
                            </a:cubicBezTo>
                            <a:cubicBezTo>
                              <a:pt x="13335" y="26194"/>
                              <a:pt x="7810" y="12859"/>
                              <a:pt x="4953" y="0"/>
                            </a:cubicBezTo>
                            <a:cubicBezTo>
                              <a:pt x="2476" y="2286"/>
                              <a:pt x="762" y="5239"/>
                              <a:pt x="571" y="8667"/>
                            </a:cubicBezTo>
                            <a:cubicBezTo>
                              <a:pt x="190" y="12763"/>
                              <a:pt x="0" y="16859"/>
                              <a:pt x="0" y="20955"/>
                            </a:cubicBezTo>
                            <a:cubicBezTo>
                              <a:pt x="95" y="32575"/>
                              <a:pt x="1524" y="44482"/>
                              <a:pt x="8763" y="58388"/>
                            </a:cubicBezTo>
                            <a:cubicBezTo>
                              <a:pt x="11144" y="62865"/>
                              <a:pt x="14097" y="67532"/>
                              <a:pt x="18097" y="72390"/>
                            </a:cubicBezTo>
                            <a:cubicBezTo>
                              <a:pt x="22003" y="77248"/>
                              <a:pt x="25241" y="80772"/>
                              <a:pt x="29623" y="85249"/>
                            </a:cubicBezTo>
                            <a:cubicBezTo>
                              <a:pt x="32099" y="87820"/>
                              <a:pt x="35433" y="90868"/>
                              <a:pt x="39052" y="94202"/>
                            </a:cubicBezTo>
                            <a:cubicBezTo>
                              <a:pt x="53054" y="107061"/>
                              <a:pt x="75343" y="124111"/>
                              <a:pt x="93345" y="132778"/>
                            </a:cubicBezTo>
                            <a:cubicBezTo>
                              <a:pt x="95631" y="133826"/>
                              <a:pt x="97822" y="134874"/>
                              <a:pt x="99727" y="135826"/>
                            </a:cubicBezTo>
                            <a:cubicBezTo>
                              <a:pt x="114014" y="141637"/>
                              <a:pt x="127921" y="144589"/>
                              <a:pt x="140398" y="143542"/>
                            </a:cubicBezTo>
                            <a:cubicBezTo>
                              <a:pt x="157353" y="142780"/>
                              <a:pt x="169831" y="135731"/>
                              <a:pt x="178689" y="128111"/>
                            </a:cubicBezTo>
                            <a:cubicBezTo>
                              <a:pt x="181451" y="125444"/>
                              <a:pt x="183928" y="122396"/>
                              <a:pt x="186023" y="119348"/>
                            </a:cubicBezTo>
                            <a:lnTo>
                              <a:pt x="186214" y="118967"/>
                            </a:lnTo>
                            <a:cubicBezTo>
                              <a:pt x="174688" y="122110"/>
                              <a:pt x="162211" y="122587"/>
                              <a:pt x="149923" y="121634"/>
                            </a:cubicBezTo>
                            <a:cubicBezTo>
                              <a:pt x="137636" y="120301"/>
                              <a:pt x="125730" y="116586"/>
                              <a:pt x="114586" y="111633"/>
                            </a:cubicBezTo>
                            <a:cubicBezTo>
                              <a:pt x="92678" y="101346"/>
                              <a:pt x="74200" y="86868"/>
                              <a:pt x="56483" y="73152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22" name="Forme libre : forme 10021">
                        <a:extLst>
                          <a:ext uri="{FF2B5EF4-FFF2-40B4-BE49-F238E27FC236}">
                            <a16:creationId xmlns:a16="http://schemas.microsoft.com/office/drawing/2014/main" id="{C473C80A-1D08-4D28-90BC-A76D777563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54375" y="2611692"/>
                        <a:ext cx="89706" cy="60368"/>
                      </a:xfrm>
                      <a:custGeom>
                        <a:avLst/>
                        <a:gdLst>
                          <a:gd name="connsiteX0" fmla="*/ 89689 w 89706"/>
                          <a:gd name="connsiteY0" fmla="*/ 55307 h 60368"/>
                          <a:gd name="connsiteX1" fmla="*/ 64924 w 89706"/>
                          <a:gd name="connsiteY1" fmla="*/ 58641 h 60368"/>
                          <a:gd name="connsiteX2" fmla="*/ 32920 w 89706"/>
                          <a:gd name="connsiteY2" fmla="*/ 44258 h 60368"/>
                          <a:gd name="connsiteX3" fmla="*/ 9488 w 89706"/>
                          <a:gd name="connsiteY3" fmla="*/ 23303 h 60368"/>
                          <a:gd name="connsiteX4" fmla="*/ 1202 w 89706"/>
                          <a:gd name="connsiteY4" fmla="*/ 1777 h 60368"/>
                          <a:gd name="connsiteX5" fmla="*/ 22633 w 89706"/>
                          <a:gd name="connsiteY5" fmla="*/ 7111 h 60368"/>
                          <a:gd name="connsiteX6" fmla="*/ 46445 w 89706"/>
                          <a:gd name="connsiteY6" fmla="*/ 23494 h 60368"/>
                          <a:gd name="connsiteX7" fmla="*/ 57209 w 89706"/>
                          <a:gd name="connsiteY7" fmla="*/ 31019 h 60368"/>
                          <a:gd name="connsiteX8" fmla="*/ 71496 w 89706"/>
                          <a:gd name="connsiteY8" fmla="*/ 39972 h 60368"/>
                          <a:gd name="connsiteX9" fmla="*/ 89689 w 89706"/>
                          <a:gd name="connsiteY9" fmla="*/ 55307 h 603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9706" h="60368">
                            <a:moveTo>
                              <a:pt x="89689" y="55307"/>
                            </a:moveTo>
                            <a:cubicBezTo>
                              <a:pt x="89308" y="60451"/>
                              <a:pt x="77783" y="61879"/>
                              <a:pt x="64924" y="58641"/>
                            </a:cubicBezTo>
                            <a:cubicBezTo>
                              <a:pt x="51875" y="55783"/>
                              <a:pt x="39111" y="48163"/>
                              <a:pt x="32920" y="44258"/>
                            </a:cubicBezTo>
                            <a:cubicBezTo>
                              <a:pt x="26824" y="40162"/>
                              <a:pt x="16632" y="31876"/>
                              <a:pt x="9488" y="23303"/>
                            </a:cubicBezTo>
                            <a:cubicBezTo>
                              <a:pt x="2345" y="14636"/>
                              <a:pt x="-2323" y="6063"/>
                              <a:pt x="1202" y="1777"/>
                            </a:cubicBezTo>
                            <a:cubicBezTo>
                              <a:pt x="4726" y="-2414"/>
                              <a:pt x="13584" y="1396"/>
                              <a:pt x="22633" y="7111"/>
                            </a:cubicBezTo>
                            <a:cubicBezTo>
                              <a:pt x="31777" y="12730"/>
                              <a:pt x="41492" y="19779"/>
                              <a:pt x="46445" y="23494"/>
                            </a:cubicBezTo>
                            <a:cubicBezTo>
                              <a:pt x="48922" y="25208"/>
                              <a:pt x="52827" y="27875"/>
                              <a:pt x="57209" y="31019"/>
                            </a:cubicBezTo>
                            <a:cubicBezTo>
                              <a:pt x="61781" y="33686"/>
                              <a:pt x="66638" y="37305"/>
                              <a:pt x="71496" y="39972"/>
                            </a:cubicBezTo>
                            <a:cubicBezTo>
                              <a:pt x="81021" y="45877"/>
                              <a:pt x="90165" y="50354"/>
                              <a:pt x="89689" y="55307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23" name="Forme libre : forme 10022">
                        <a:extLst>
                          <a:ext uri="{FF2B5EF4-FFF2-40B4-BE49-F238E27FC236}">
                            <a16:creationId xmlns:a16="http://schemas.microsoft.com/office/drawing/2014/main" id="{A4DF476A-5CBE-4E8A-AED9-8E33AA340D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54572" y="2610980"/>
                        <a:ext cx="54821" cy="55829"/>
                      </a:xfrm>
                      <a:custGeom>
                        <a:avLst/>
                        <a:gdLst>
                          <a:gd name="connsiteX0" fmla="*/ 23960 w 54821"/>
                          <a:gd name="connsiteY0" fmla="*/ 9062 h 55829"/>
                          <a:gd name="connsiteX1" fmla="*/ 624 w 54821"/>
                          <a:gd name="connsiteY1" fmla="*/ 2108 h 55829"/>
                          <a:gd name="connsiteX2" fmla="*/ 33295 w 54821"/>
                          <a:gd name="connsiteY2" fmla="*/ 45256 h 55829"/>
                          <a:gd name="connsiteX3" fmla="*/ 43391 w 54821"/>
                          <a:gd name="connsiteY3" fmla="*/ 51067 h 55829"/>
                          <a:gd name="connsiteX4" fmla="*/ 54821 w 54821"/>
                          <a:gd name="connsiteY4" fmla="*/ 55829 h 55829"/>
                          <a:gd name="connsiteX5" fmla="*/ 43868 w 54821"/>
                          <a:gd name="connsiteY5" fmla="*/ 49162 h 55829"/>
                          <a:gd name="connsiteX6" fmla="*/ 23960 w 54821"/>
                          <a:gd name="connsiteY6" fmla="*/ 9062 h 558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4821" h="55829">
                            <a:moveTo>
                              <a:pt x="23960" y="9062"/>
                            </a:moveTo>
                            <a:cubicBezTo>
                              <a:pt x="17769" y="6490"/>
                              <a:pt x="3386" y="-4559"/>
                              <a:pt x="624" y="2108"/>
                            </a:cubicBezTo>
                            <a:cubicBezTo>
                              <a:pt x="-3948" y="12871"/>
                              <a:pt x="17579" y="35065"/>
                              <a:pt x="33295" y="45256"/>
                            </a:cubicBezTo>
                            <a:cubicBezTo>
                              <a:pt x="35581" y="46780"/>
                              <a:pt x="39391" y="48971"/>
                              <a:pt x="43391" y="51067"/>
                            </a:cubicBezTo>
                            <a:cubicBezTo>
                              <a:pt x="47487" y="53067"/>
                              <a:pt x="51869" y="54781"/>
                              <a:pt x="54821" y="55829"/>
                            </a:cubicBezTo>
                            <a:cubicBezTo>
                              <a:pt x="51773" y="54020"/>
                              <a:pt x="46344" y="51448"/>
                              <a:pt x="43868" y="49162"/>
                            </a:cubicBezTo>
                            <a:cubicBezTo>
                              <a:pt x="29294" y="36684"/>
                              <a:pt x="17007" y="18872"/>
                              <a:pt x="23960" y="9062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24" name="Forme libre : forme 10023">
                        <a:extLst>
                          <a:ext uri="{FF2B5EF4-FFF2-40B4-BE49-F238E27FC236}">
                            <a16:creationId xmlns:a16="http://schemas.microsoft.com/office/drawing/2014/main" id="{1936A3E3-A6A1-44AA-8E99-35B5C8A1C4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56793" y="2617270"/>
                        <a:ext cx="92931" cy="58436"/>
                      </a:xfrm>
                      <a:custGeom>
                        <a:avLst/>
                        <a:gdLst>
                          <a:gd name="connsiteX0" fmla="*/ 92701 w 92931"/>
                          <a:gd name="connsiteY0" fmla="*/ 53064 h 58436"/>
                          <a:gd name="connsiteX1" fmla="*/ 83556 w 92931"/>
                          <a:gd name="connsiteY1" fmla="*/ 58016 h 58436"/>
                          <a:gd name="connsiteX2" fmla="*/ 66126 w 92931"/>
                          <a:gd name="connsiteY2" fmla="*/ 57350 h 58436"/>
                          <a:gd name="connsiteX3" fmla="*/ 33455 w 92931"/>
                          <a:gd name="connsiteY3" fmla="*/ 44015 h 58436"/>
                          <a:gd name="connsiteX4" fmla="*/ 21358 w 92931"/>
                          <a:gd name="connsiteY4" fmla="*/ 35347 h 58436"/>
                          <a:gd name="connsiteX5" fmla="*/ 9261 w 92931"/>
                          <a:gd name="connsiteY5" fmla="*/ 23441 h 58436"/>
                          <a:gd name="connsiteX6" fmla="*/ 1070 w 92931"/>
                          <a:gd name="connsiteY6" fmla="*/ 2009 h 58436"/>
                          <a:gd name="connsiteX7" fmla="*/ 22597 w 92931"/>
                          <a:gd name="connsiteY7" fmla="*/ 7153 h 58436"/>
                          <a:gd name="connsiteX8" fmla="*/ 36408 w 92931"/>
                          <a:gd name="connsiteY8" fmla="*/ 16106 h 58436"/>
                          <a:gd name="connsiteX9" fmla="*/ 46790 w 92931"/>
                          <a:gd name="connsiteY9" fmla="*/ 23060 h 58436"/>
                          <a:gd name="connsiteX10" fmla="*/ 73936 w 92931"/>
                          <a:gd name="connsiteY10" fmla="*/ 39157 h 58436"/>
                          <a:gd name="connsiteX11" fmla="*/ 92701 w 92931"/>
                          <a:gd name="connsiteY11" fmla="*/ 53064 h 58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92931" h="58436">
                            <a:moveTo>
                              <a:pt x="92701" y="53064"/>
                            </a:moveTo>
                            <a:cubicBezTo>
                              <a:pt x="91653" y="55445"/>
                              <a:pt x="88319" y="57064"/>
                              <a:pt x="83556" y="58016"/>
                            </a:cubicBezTo>
                            <a:cubicBezTo>
                              <a:pt x="78794" y="58874"/>
                              <a:pt x="72603" y="58302"/>
                              <a:pt x="66126" y="57350"/>
                            </a:cubicBezTo>
                            <a:cubicBezTo>
                              <a:pt x="53362" y="54683"/>
                              <a:pt x="40123" y="48301"/>
                              <a:pt x="33455" y="44015"/>
                            </a:cubicBezTo>
                            <a:cubicBezTo>
                              <a:pt x="29931" y="42014"/>
                              <a:pt x="25644" y="38966"/>
                              <a:pt x="21358" y="35347"/>
                            </a:cubicBezTo>
                            <a:cubicBezTo>
                              <a:pt x="16977" y="31823"/>
                              <a:pt x="12786" y="27632"/>
                              <a:pt x="9261" y="23441"/>
                            </a:cubicBezTo>
                            <a:cubicBezTo>
                              <a:pt x="2023" y="15154"/>
                              <a:pt x="-2073" y="6581"/>
                              <a:pt x="1070" y="2009"/>
                            </a:cubicBezTo>
                            <a:cubicBezTo>
                              <a:pt x="4309" y="-2658"/>
                              <a:pt x="13167" y="1533"/>
                              <a:pt x="22597" y="7153"/>
                            </a:cubicBezTo>
                            <a:cubicBezTo>
                              <a:pt x="27264" y="10010"/>
                              <a:pt x="32026" y="13344"/>
                              <a:pt x="36408" y="16106"/>
                            </a:cubicBezTo>
                            <a:cubicBezTo>
                              <a:pt x="40599" y="19059"/>
                              <a:pt x="44409" y="21536"/>
                              <a:pt x="46790" y="23060"/>
                            </a:cubicBezTo>
                            <a:cubicBezTo>
                              <a:pt x="51552" y="26393"/>
                              <a:pt x="63268" y="33537"/>
                              <a:pt x="73936" y="39157"/>
                            </a:cubicBezTo>
                            <a:cubicBezTo>
                              <a:pt x="84414" y="44396"/>
                              <a:pt x="94606" y="48110"/>
                              <a:pt x="92701" y="5306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25" name="Forme libre : forme 10024">
                        <a:extLst>
                          <a:ext uri="{FF2B5EF4-FFF2-40B4-BE49-F238E27FC236}">
                            <a16:creationId xmlns:a16="http://schemas.microsoft.com/office/drawing/2014/main" id="{EEA4FC58-72AF-4458-B2D4-D48BD22CB8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9009" y="2573751"/>
                        <a:ext cx="96975" cy="103834"/>
                      </a:xfrm>
                      <a:custGeom>
                        <a:avLst/>
                        <a:gdLst>
                          <a:gd name="connsiteX0" fmla="*/ 2563 w 96975"/>
                          <a:gd name="connsiteY0" fmla="*/ 4952 h 103834"/>
                          <a:gd name="connsiteX1" fmla="*/ 1611 w 96975"/>
                          <a:gd name="connsiteY1" fmla="*/ 23144 h 103834"/>
                          <a:gd name="connsiteX2" fmla="*/ 5421 w 96975"/>
                          <a:gd name="connsiteY2" fmla="*/ 35527 h 103834"/>
                          <a:gd name="connsiteX3" fmla="*/ 10945 w 96975"/>
                          <a:gd name="connsiteY3" fmla="*/ 47433 h 103834"/>
                          <a:gd name="connsiteX4" fmla="*/ 26662 w 96975"/>
                          <a:gd name="connsiteY4" fmla="*/ 70103 h 103834"/>
                          <a:gd name="connsiteX5" fmla="*/ 72667 w 96975"/>
                          <a:gd name="connsiteY5" fmla="*/ 101249 h 103834"/>
                          <a:gd name="connsiteX6" fmla="*/ 89622 w 96975"/>
                          <a:gd name="connsiteY6" fmla="*/ 103726 h 103834"/>
                          <a:gd name="connsiteX7" fmla="*/ 96956 w 96975"/>
                          <a:gd name="connsiteY7" fmla="*/ 97915 h 103834"/>
                          <a:gd name="connsiteX8" fmla="*/ 83812 w 96975"/>
                          <a:gd name="connsiteY8" fmla="*/ 85057 h 103834"/>
                          <a:gd name="connsiteX9" fmla="*/ 55713 w 96975"/>
                          <a:gd name="connsiteY9" fmla="*/ 47719 h 103834"/>
                          <a:gd name="connsiteX10" fmla="*/ 47140 w 96975"/>
                          <a:gd name="connsiteY10" fmla="*/ 27812 h 103834"/>
                          <a:gd name="connsiteX11" fmla="*/ 32758 w 96975"/>
                          <a:gd name="connsiteY11" fmla="*/ 9238 h 103834"/>
                          <a:gd name="connsiteX12" fmla="*/ 2563 w 96975"/>
                          <a:gd name="connsiteY12" fmla="*/ 4952 h 1038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6975" h="103834">
                            <a:moveTo>
                              <a:pt x="2563" y="4952"/>
                            </a:moveTo>
                            <a:cubicBezTo>
                              <a:pt x="-675" y="11048"/>
                              <a:pt x="-675" y="14286"/>
                              <a:pt x="1611" y="23144"/>
                            </a:cubicBezTo>
                            <a:cubicBezTo>
                              <a:pt x="2659" y="27431"/>
                              <a:pt x="4087" y="31431"/>
                              <a:pt x="5421" y="35527"/>
                            </a:cubicBezTo>
                            <a:cubicBezTo>
                              <a:pt x="6945" y="39432"/>
                              <a:pt x="9040" y="43814"/>
                              <a:pt x="10945" y="47433"/>
                            </a:cubicBezTo>
                            <a:cubicBezTo>
                              <a:pt x="14755" y="54672"/>
                              <a:pt x="19327" y="62102"/>
                              <a:pt x="26662" y="70103"/>
                            </a:cubicBezTo>
                            <a:cubicBezTo>
                              <a:pt x="38663" y="83533"/>
                              <a:pt x="56475" y="96011"/>
                              <a:pt x="72667" y="101249"/>
                            </a:cubicBezTo>
                            <a:cubicBezTo>
                              <a:pt x="78954" y="103059"/>
                              <a:pt x="85050" y="104202"/>
                              <a:pt x="89622" y="103726"/>
                            </a:cubicBezTo>
                            <a:cubicBezTo>
                              <a:pt x="94384" y="103154"/>
                              <a:pt x="97242" y="101345"/>
                              <a:pt x="96956" y="97915"/>
                            </a:cubicBezTo>
                            <a:cubicBezTo>
                              <a:pt x="96480" y="93915"/>
                              <a:pt x="88955" y="89819"/>
                              <a:pt x="83812" y="85057"/>
                            </a:cubicBezTo>
                            <a:cubicBezTo>
                              <a:pt x="72191" y="73627"/>
                              <a:pt x="62476" y="62102"/>
                              <a:pt x="55713" y="47719"/>
                            </a:cubicBezTo>
                            <a:cubicBezTo>
                              <a:pt x="52951" y="41528"/>
                              <a:pt x="50569" y="34574"/>
                              <a:pt x="47140" y="27812"/>
                            </a:cubicBezTo>
                            <a:cubicBezTo>
                              <a:pt x="43807" y="21049"/>
                              <a:pt x="38758" y="14191"/>
                              <a:pt x="32758" y="9238"/>
                            </a:cubicBezTo>
                            <a:cubicBezTo>
                              <a:pt x="21709" y="-478"/>
                              <a:pt x="7231" y="-3526"/>
                              <a:pt x="2563" y="495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26" name="Forme libre : forme 10025">
                        <a:extLst>
                          <a:ext uri="{FF2B5EF4-FFF2-40B4-BE49-F238E27FC236}">
                            <a16:creationId xmlns:a16="http://schemas.microsoft.com/office/drawing/2014/main" id="{751C926A-1F02-4C62-8E8F-9D9E2BC5A0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45280" y="2590243"/>
                        <a:ext cx="36045" cy="24431"/>
                      </a:xfrm>
                      <a:custGeom>
                        <a:avLst/>
                        <a:gdLst>
                          <a:gd name="connsiteX0" fmla="*/ 5248 w 36045"/>
                          <a:gd name="connsiteY0" fmla="*/ 938 h 24431"/>
                          <a:gd name="connsiteX1" fmla="*/ 771 w 36045"/>
                          <a:gd name="connsiteY1" fmla="*/ 176 h 24431"/>
                          <a:gd name="connsiteX2" fmla="*/ 1152 w 36045"/>
                          <a:gd name="connsiteY2" fmla="*/ 3986 h 24431"/>
                          <a:gd name="connsiteX3" fmla="*/ 6486 w 36045"/>
                          <a:gd name="connsiteY3" fmla="*/ 9320 h 24431"/>
                          <a:gd name="connsiteX4" fmla="*/ 21917 w 36045"/>
                          <a:gd name="connsiteY4" fmla="*/ 20369 h 24431"/>
                          <a:gd name="connsiteX5" fmla="*/ 28013 w 36045"/>
                          <a:gd name="connsiteY5" fmla="*/ 23607 h 24431"/>
                          <a:gd name="connsiteX6" fmla="*/ 30489 w 36045"/>
                          <a:gd name="connsiteY6" fmla="*/ 14559 h 24431"/>
                          <a:gd name="connsiteX7" fmla="*/ 5248 w 36045"/>
                          <a:gd name="connsiteY7" fmla="*/ 938 h 244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6045" h="24431">
                            <a:moveTo>
                              <a:pt x="5248" y="938"/>
                            </a:moveTo>
                            <a:cubicBezTo>
                              <a:pt x="3438" y="271"/>
                              <a:pt x="2105" y="-300"/>
                              <a:pt x="771" y="176"/>
                            </a:cubicBezTo>
                            <a:cubicBezTo>
                              <a:pt x="-562" y="557"/>
                              <a:pt x="9" y="2271"/>
                              <a:pt x="1152" y="3986"/>
                            </a:cubicBezTo>
                            <a:cubicBezTo>
                              <a:pt x="2295" y="5700"/>
                              <a:pt x="4581" y="7796"/>
                              <a:pt x="6486" y="9320"/>
                            </a:cubicBezTo>
                            <a:cubicBezTo>
                              <a:pt x="11439" y="13130"/>
                              <a:pt x="16678" y="17321"/>
                              <a:pt x="21917" y="20369"/>
                            </a:cubicBezTo>
                            <a:cubicBezTo>
                              <a:pt x="24012" y="21607"/>
                              <a:pt x="26013" y="22941"/>
                              <a:pt x="28013" y="23607"/>
                            </a:cubicBezTo>
                            <a:cubicBezTo>
                              <a:pt x="36300" y="26369"/>
                              <a:pt x="39824" y="21893"/>
                              <a:pt x="30489" y="14559"/>
                            </a:cubicBezTo>
                            <a:cubicBezTo>
                              <a:pt x="23441" y="9034"/>
                              <a:pt x="12678" y="3700"/>
                              <a:pt x="5248" y="93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27" name="Forme libre : forme 10026">
                        <a:extLst>
                          <a:ext uri="{FF2B5EF4-FFF2-40B4-BE49-F238E27FC236}">
                            <a16:creationId xmlns:a16="http://schemas.microsoft.com/office/drawing/2014/main" id="{1229A393-84A5-4659-B3D8-BFC4D3B19B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03106" y="2671476"/>
                        <a:ext cx="78962" cy="22059"/>
                      </a:xfrm>
                      <a:custGeom>
                        <a:avLst/>
                        <a:gdLst>
                          <a:gd name="connsiteX0" fmla="*/ 78962 w 78962"/>
                          <a:gd name="connsiteY0" fmla="*/ 0 h 22059"/>
                          <a:gd name="connsiteX1" fmla="*/ 75248 w 78962"/>
                          <a:gd name="connsiteY1" fmla="*/ 6096 h 22059"/>
                          <a:gd name="connsiteX2" fmla="*/ 68675 w 78962"/>
                          <a:gd name="connsiteY2" fmla="*/ 11525 h 22059"/>
                          <a:gd name="connsiteX3" fmla="*/ 48673 w 78962"/>
                          <a:gd name="connsiteY3" fmla="*/ 20003 h 22059"/>
                          <a:gd name="connsiteX4" fmla="*/ 0 w 78962"/>
                          <a:gd name="connsiteY4" fmla="*/ 18479 h 22059"/>
                          <a:gd name="connsiteX5" fmla="*/ 46101 w 78962"/>
                          <a:gd name="connsiteY5" fmla="*/ 18479 h 22059"/>
                          <a:gd name="connsiteX6" fmla="*/ 78962 w 78962"/>
                          <a:gd name="connsiteY6" fmla="*/ 0 h 220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8962" h="22059">
                            <a:moveTo>
                              <a:pt x="78962" y="0"/>
                            </a:moveTo>
                            <a:cubicBezTo>
                              <a:pt x="78200" y="2000"/>
                              <a:pt x="76962" y="4001"/>
                              <a:pt x="75248" y="6096"/>
                            </a:cubicBezTo>
                            <a:cubicBezTo>
                              <a:pt x="73533" y="7906"/>
                              <a:pt x="71342" y="9715"/>
                              <a:pt x="68675" y="11525"/>
                            </a:cubicBezTo>
                            <a:cubicBezTo>
                              <a:pt x="63532" y="15335"/>
                              <a:pt x="56579" y="17907"/>
                              <a:pt x="48673" y="20003"/>
                            </a:cubicBezTo>
                            <a:cubicBezTo>
                              <a:pt x="32766" y="23717"/>
                              <a:pt x="13621" y="21907"/>
                              <a:pt x="0" y="18479"/>
                            </a:cubicBezTo>
                            <a:cubicBezTo>
                              <a:pt x="14859" y="22193"/>
                              <a:pt x="31814" y="22098"/>
                              <a:pt x="46101" y="18479"/>
                            </a:cubicBezTo>
                            <a:cubicBezTo>
                              <a:pt x="60579" y="14097"/>
                              <a:pt x="71723" y="7239"/>
                              <a:pt x="789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28" name="Forme libre : forme 10027">
                        <a:extLst>
                          <a:ext uri="{FF2B5EF4-FFF2-40B4-BE49-F238E27FC236}">
                            <a16:creationId xmlns:a16="http://schemas.microsoft.com/office/drawing/2014/main" id="{75A43134-763C-41A5-9B75-E7A6B8FDA4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7477" y="2552890"/>
                        <a:ext cx="63912" cy="35052"/>
                      </a:xfrm>
                      <a:custGeom>
                        <a:avLst/>
                        <a:gdLst>
                          <a:gd name="connsiteX0" fmla="*/ 63913 w 63912"/>
                          <a:gd name="connsiteY0" fmla="*/ 35052 h 35052"/>
                          <a:gd name="connsiteX1" fmla="*/ 55626 w 63912"/>
                          <a:gd name="connsiteY1" fmla="*/ 28861 h 35052"/>
                          <a:gd name="connsiteX2" fmla="*/ 47530 w 63912"/>
                          <a:gd name="connsiteY2" fmla="*/ 23813 h 35052"/>
                          <a:gd name="connsiteX3" fmla="*/ 32385 w 63912"/>
                          <a:gd name="connsiteY3" fmla="*/ 15526 h 35052"/>
                          <a:gd name="connsiteX4" fmla="*/ 0 w 63912"/>
                          <a:gd name="connsiteY4" fmla="*/ 0 h 35052"/>
                          <a:gd name="connsiteX5" fmla="*/ 32099 w 63912"/>
                          <a:gd name="connsiteY5" fmla="*/ 16954 h 35052"/>
                          <a:gd name="connsiteX6" fmla="*/ 47625 w 63912"/>
                          <a:gd name="connsiteY6" fmla="*/ 25622 h 35052"/>
                          <a:gd name="connsiteX7" fmla="*/ 63913 w 63912"/>
                          <a:gd name="connsiteY7" fmla="*/ 35052 h 35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3912" h="35052">
                            <a:moveTo>
                              <a:pt x="63913" y="35052"/>
                            </a:moveTo>
                            <a:cubicBezTo>
                              <a:pt x="61246" y="32861"/>
                              <a:pt x="58388" y="30766"/>
                              <a:pt x="55626" y="28861"/>
                            </a:cubicBezTo>
                            <a:cubicBezTo>
                              <a:pt x="52864" y="26956"/>
                              <a:pt x="49721" y="25051"/>
                              <a:pt x="47530" y="23813"/>
                            </a:cubicBezTo>
                            <a:cubicBezTo>
                              <a:pt x="42672" y="21146"/>
                              <a:pt x="37624" y="18383"/>
                              <a:pt x="32385" y="15526"/>
                            </a:cubicBezTo>
                            <a:cubicBezTo>
                              <a:pt x="21812" y="9811"/>
                              <a:pt x="10573" y="4096"/>
                              <a:pt x="0" y="0"/>
                            </a:cubicBezTo>
                            <a:cubicBezTo>
                              <a:pt x="10001" y="3334"/>
                              <a:pt x="21336" y="10478"/>
                              <a:pt x="32099" y="16954"/>
                            </a:cubicBezTo>
                            <a:cubicBezTo>
                              <a:pt x="37433" y="20193"/>
                              <a:pt x="42672" y="23146"/>
                              <a:pt x="47625" y="25622"/>
                            </a:cubicBezTo>
                            <a:cubicBezTo>
                              <a:pt x="52864" y="28575"/>
                              <a:pt x="58960" y="32099"/>
                              <a:pt x="63913" y="3505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29" name="Forme libre : forme 10028">
                        <a:extLst>
                          <a:ext uri="{FF2B5EF4-FFF2-40B4-BE49-F238E27FC236}">
                            <a16:creationId xmlns:a16="http://schemas.microsoft.com/office/drawing/2014/main" id="{6533B320-9F88-4823-98C3-45DA9AB808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91284" y="2634704"/>
                        <a:ext cx="31570" cy="23051"/>
                      </a:xfrm>
                      <a:custGeom>
                        <a:avLst/>
                        <a:gdLst>
                          <a:gd name="connsiteX0" fmla="*/ 30873 w 31570"/>
                          <a:gd name="connsiteY0" fmla="*/ 22580 h 23051"/>
                          <a:gd name="connsiteX1" fmla="*/ 20490 w 31570"/>
                          <a:gd name="connsiteY1" fmla="*/ 20104 h 23051"/>
                          <a:gd name="connsiteX2" fmla="*/ 10299 w 31570"/>
                          <a:gd name="connsiteY2" fmla="*/ 13436 h 23051"/>
                          <a:gd name="connsiteX3" fmla="*/ 1155 w 31570"/>
                          <a:gd name="connsiteY3" fmla="*/ 101 h 23051"/>
                          <a:gd name="connsiteX4" fmla="*/ 19157 w 31570"/>
                          <a:gd name="connsiteY4" fmla="*/ 10388 h 23051"/>
                          <a:gd name="connsiteX5" fmla="*/ 27539 w 31570"/>
                          <a:gd name="connsiteY5" fmla="*/ 16770 h 23051"/>
                          <a:gd name="connsiteX6" fmla="*/ 30873 w 31570"/>
                          <a:gd name="connsiteY6" fmla="*/ 22580 h 23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1570" h="23051">
                            <a:moveTo>
                              <a:pt x="30873" y="22580"/>
                            </a:moveTo>
                            <a:cubicBezTo>
                              <a:pt x="29063" y="23818"/>
                              <a:pt x="24586" y="22485"/>
                              <a:pt x="20490" y="20104"/>
                            </a:cubicBezTo>
                            <a:cubicBezTo>
                              <a:pt x="16204" y="18008"/>
                              <a:pt x="12108" y="14960"/>
                              <a:pt x="10299" y="13436"/>
                            </a:cubicBezTo>
                            <a:cubicBezTo>
                              <a:pt x="6393" y="10674"/>
                              <a:pt x="-3322" y="1435"/>
                              <a:pt x="1155" y="101"/>
                            </a:cubicBezTo>
                            <a:cubicBezTo>
                              <a:pt x="5441" y="-1042"/>
                              <a:pt x="15728" y="7816"/>
                              <a:pt x="19157" y="10388"/>
                            </a:cubicBezTo>
                            <a:cubicBezTo>
                              <a:pt x="20871" y="11626"/>
                              <a:pt x="24681" y="14198"/>
                              <a:pt x="27539" y="16770"/>
                            </a:cubicBezTo>
                            <a:cubicBezTo>
                              <a:pt x="30492" y="19247"/>
                              <a:pt x="32778" y="21437"/>
                              <a:pt x="30873" y="2258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30" name="Forme libre : forme 10029">
                        <a:extLst>
                          <a:ext uri="{FF2B5EF4-FFF2-40B4-BE49-F238E27FC236}">
                            <a16:creationId xmlns:a16="http://schemas.microsoft.com/office/drawing/2014/main" id="{BB75A3B4-A81B-4796-B32B-2372517F56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18126" y="2653945"/>
                        <a:ext cx="9842" cy="5385"/>
                      </a:xfrm>
                      <a:custGeom>
                        <a:avLst/>
                        <a:gdLst>
                          <a:gd name="connsiteX0" fmla="*/ 9841 w 9842"/>
                          <a:gd name="connsiteY0" fmla="*/ 4672 h 5385"/>
                          <a:gd name="connsiteX1" fmla="*/ 4697 w 9842"/>
                          <a:gd name="connsiteY1" fmla="*/ 4386 h 5385"/>
                          <a:gd name="connsiteX2" fmla="*/ 30 w 9842"/>
                          <a:gd name="connsiteY2" fmla="*/ 672 h 5385"/>
                          <a:gd name="connsiteX3" fmla="*/ 5078 w 9842"/>
                          <a:gd name="connsiteY3" fmla="*/ 957 h 5385"/>
                          <a:gd name="connsiteX4" fmla="*/ 9841 w 9842"/>
                          <a:gd name="connsiteY4" fmla="*/ 4672 h 53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842" h="5385">
                            <a:moveTo>
                              <a:pt x="9841" y="4672"/>
                            </a:moveTo>
                            <a:cubicBezTo>
                              <a:pt x="9746" y="6101"/>
                              <a:pt x="6317" y="5053"/>
                              <a:pt x="4697" y="4386"/>
                            </a:cubicBezTo>
                            <a:cubicBezTo>
                              <a:pt x="2983" y="3719"/>
                              <a:pt x="-351" y="2100"/>
                              <a:pt x="30" y="672"/>
                            </a:cubicBezTo>
                            <a:cubicBezTo>
                              <a:pt x="316" y="-662"/>
                              <a:pt x="3459" y="291"/>
                              <a:pt x="5078" y="957"/>
                            </a:cubicBezTo>
                            <a:cubicBezTo>
                              <a:pt x="6698" y="1624"/>
                              <a:pt x="9936" y="3243"/>
                              <a:pt x="9841" y="467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31" name="Forme libre : forme 10030">
                        <a:extLst>
                          <a:ext uri="{FF2B5EF4-FFF2-40B4-BE49-F238E27FC236}">
                            <a16:creationId xmlns:a16="http://schemas.microsoft.com/office/drawing/2014/main" id="{450D560E-2298-481B-BA30-F3B437CDFD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03056" y="2617393"/>
                        <a:ext cx="73437" cy="52954"/>
                      </a:xfrm>
                      <a:custGeom>
                        <a:avLst/>
                        <a:gdLst>
                          <a:gd name="connsiteX0" fmla="*/ 51104 w 73437"/>
                          <a:gd name="connsiteY0" fmla="*/ 32652 h 52954"/>
                          <a:gd name="connsiteX1" fmla="*/ 62248 w 73437"/>
                          <a:gd name="connsiteY1" fmla="*/ 39225 h 52954"/>
                          <a:gd name="connsiteX2" fmla="*/ 72535 w 73437"/>
                          <a:gd name="connsiteY2" fmla="*/ 46273 h 52954"/>
                          <a:gd name="connsiteX3" fmla="*/ 66725 w 73437"/>
                          <a:gd name="connsiteY3" fmla="*/ 52750 h 52954"/>
                          <a:gd name="connsiteX4" fmla="*/ 55009 w 73437"/>
                          <a:gd name="connsiteY4" fmla="*/ 49797 h 52954"/>
                          <a:gd name="connsiteX5" fmla="*/ 26816 w 73437"/>
                          <a:gd name="connsiteY5" fmla="*/ 30938 h 52954"/>
                          <a:gd name="connsiteX6" fmla="*/ 8242 w 73437"/>
                          <a:gd name="connsiteY6" fmla="*/ 15507 h 52954"/>
                          <a:gd name="connsiteX7" fmla="*/ 2146 w 73437"/>
                          <a:gd name="connsiteY7" fmla="*/ 172 h 52954"/>
                          <a:gd name="connsiteX8" fmla="*/ 21005 w 73437"/>
                          <a:gd name="connsiteY8" fmla="*/ 7316 h 52954"/>
                          <a:gd name="connsiteX9" fmla="*/ 37102 w 73437"/>
                          <a:gd name="connsiteY9" fmla="*/ 18555 h 52954"/>
                          <a:gd name="connsiteX10" fmla="*/ 51104 w 73437"/>
                          <a:gd name="connsiteY10" fmla="*/ 32652 h 52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3437" h="52954">
                            <a:moveTo>
                              <a:pt x="51104" y="32652"/>
                            </a:moveTo>
                            <a:cubicBezTo>
                              <a:pt x="55009" y="34938"/>
                              <a:pt x="58724" y="37319"/>
                              <a:pt x="62248" y="39225"/>
                            </a:cubicBezTo>
                            <a:cubicBezTo>
                              <a:pt x="65773" y="41129"/>
                              <a:pt x="69106" y="43320"/>
                              <a:pt x="72535" y="46273"/>
                            </a:cubicBezTo>
                            <a:cubicBezTo>
                              <a:pt x="75107" y="48464"/>
                              <a:pt x="71869" y="51988"/>
                              <a:pt x="66725" y="52750"/>
                            </a:cubicBezTo>
                            <a:cubicBezTo>
                              <a:pt x="61582" y="53607"/>
                              <a:pt x="58343" y="51607"/>
                              <a:pt x="55009" y="49797"/>
                            </a:cubicBezTo>
                            <a:cubicBezTo>
                              <a:pt x="44818" y="44463"/>
                              <a:pt x="35769" y="38367"/>
                              <a:pt x="26816" y="30938"/>
                            </a:cubicBezTo>
                            <a:cubicBezTo>
                              <a:pt x="24053" y="28652"/>
                              <a:pt x="14814" y="22651"/>
                              <a:pt x="8242" y="15507"/>
                            </a:cubicBezTo>
                            <a:cubicBezTo>
                              <a:pt x="1479" y="8649"/>
                              <a:pt x="-2807" y="1220"/>
                              <a:pt x="2146" y="172"/>
                            </a:cubicBezTo>
                            <a:cubicBezTo>
                              <a:pt x="7099" y="-876"/>
                              <a:pt x="14338" y="3029"/>
                              <a:pt x="21005" y="7316"/>
                            </a:cubicBezTo>
                            <a:cubicBezTo>
                              <a:pt x="27673" y="11602"/>
                              <a:pt x="33959" y="16079"/>
                              <a:pt x="37102" y="18555"/>
                            </a:cubicBezTo>
                            <a:cubicBezTo>
                              <a:pt x="43198" y="23794"/>
                              <a:pt x="45389" y="28271"/>
                              <a:pt x="51104" y="3265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9994" name="Graphique 1">
                      <a:extLst>
                        <a:ext uri="{FF2B5EF4-FFF2-40B4-BE49-F238E27FC236}">
                          <a16:creationId xmlns:a16="http://schemas.microsoft.com/office/drawing/2014/main" id="{02D7ACA7-9089-496E-9F78-33AB28856E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86190" y="2542176"/>
                      <a:ext cx="197230" cy="136687"/>
                      <a:chOff x="1286190" y="2542176"/>
                      <a:chExt cx="197230" cy="136687"/>
                    </a:xfrm>
                    <a:solidFill>
                      <a:schemeClr val="accent1"/>
                    </a:solidFill>
                  </p:grpSpPr>
                  <p:sp>
                    <p:nvSpPr>
                      <p:cNvPr id="10008" name="Forme libre : forme 10007">
                        <a:extLst>
                          <a:ext uri="{FF2B5EF4-FFF2-40B4-BE49-F238E27FC236}">
                            <a16:creationId xmlns:a16="http://schemas.microsoft.com/office/drawing/2014/main" id="{12DEAF85-D2AC-4209-B95A-4BF7D90921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86190" y="2542176"/>
                        <a:ext cx="197230" cy="136687"/>
                      </a:xfrm>
                      <a:custGeom>
                        <a:avLst/>
                        <a:gdLst>
                          <a:gd name="connsiteX0" fmla="*/ 152565 w 197230"/>
                          <a:gd name="connsiteY0" fmla="*/ 77675 h 136687"/>
                          <a:gd name="connsiteX1" fmla="*/ 89700 w 197230"/>
                          <a:gd name="connsiteY1" fmla="*/ 120537 h 136687"/>
                          <a:gd name="connsiteX2" fmla="*/ 7404 w 197230"/>
                          <a:gd name="connsiteY2" fmla="*/ 129967 h 136687"/>
                          <a:gd name="connsiteX3" fmla="*/ 2451 w 197230"/>
                          <a:gd name="connsiteY3" fmla="*/ 108917 h 136687"/>
                          <a:gd name="connsiteX4" fmla="*/ 49505 w 197230"/>
                          <a:gd name="connsiteY4" fmla="*/ 56625 h 136687"/>
                          <a:gd name="connsiteX5" fmla="*/ 107988 w 197230"/>
                          <a:gd name="connsiteY5" fmla="*/ 16810 h 136687"/>
                          <a:gd name="connsiteX6" fmla="*/ 183807 w 197230"/>
                          <a:gd name="connsiteY6" fmla="*/ 1951 h 136687"/>
                          <a:gd name="connsiteX7" fmla="*/ 196761 w 197230"/>
                          <a:gd name="connsiteY7" fmla="*/ 18810 h 136687"/>
                          <a:gd name="connsiteX8" fmla="*/ 152565 w 197230"/>
                          <a:gd name="connsiteY8" fmla="*/ 77675 h 1366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97230" h="136687">
                            <a:moveTo>
                              <a:pt x="152565" y="77675"/>
                            </a:moveTo>
                            <a:cubicBezTo>
                              <a:pt x="138659" y="88057"/>
                              <a:pt x="106655" y="110536"/>
                              <a:pt x="89700" y="120537"/>
                            </a:cubicBezTo>
                            <a:cubicBezTo>
                              <a:pt x="57315" y="140064"/>
                              <a:pt x="30550" y="140159"/>
                              <a:pt x="7404" y="129967"/>
                            </a:cubicBezTo>
                            <a:cubicBezTo>
                              <a:pt x="-692" y="126252"/>
                              <a:pt x="-1835" y="115394"/>
                              <a:pt x="2451" y="108917"/>
                            </a:cubicBezTo>
                            <a:cubicBezTo>
                              <a:pt x="15120" y="89676"/>
                              <a:pt x="24740" y="75008"/>
                              <a:pt x="49505" y="56625"/>
                            </a:cubicBezTo>
                            <a:cubicBezTo>
                              <a:pt x="63125" y="46624"/>
                              <a:pt x="92081" y="26526"/>
                              <a:pt x="107988" y="16810"/>
                            </a:cubicBezTo>
                            <a:cubicBezTo>
                              <a:pt x="137516" y="-1383"/>
                              <a:pt x="160280" y="-1954"/>
                              <a:pt x="183807" y="1951"/>
                            </a:cubicBezTo>
                            <a:cubicBezTo>
                              <a:pt x="192094" y="3475"/>
                              <a:pt x="199142" y="11476"/>
                              <a:pt x="196761" y="18810"/>
                            </a:cubicBezTo>
                            <a:cubicBezTo>
                              <a:pt x="189998" y="40337"/>
                              <a:pt x="178664" y="57958"/>
                              <a:pt x="152565" y="77675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09" name="Forme libre : forme 10008">
                        <a:extLst>
                          <a:ext uri="{FF2B5EF4-FFF2-40B4-BE49-F238E27FC236}">
                            <a16:creationId xmlns:a16="http://schemas.microsoft.com/office/drawing/2014/main" id="{621924B5-2376-481E-BBFD-D5F795B84C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87117" y="2560510"/>
                        <a:ext cx="196024" cy="118193"/>
                      </a:xfrm>
                      <a:custGeom>
                        <a:avLst/>
                        <a:gdLst>
                          <a:gd name="connsiteX0" fmla="*/ 83629 w 196024"/>
                          <a:gd name="connsiteY0" fmla="*/ 73247 h 118193"/>
                          <a:gd name="connsiteX1" fmla="*/ 42958 w 196024"/>
                          <a:gd name="connsiteY1" fmla="*/ 97822 h 118193"/>
                          <a:gd name="connsiteX2" fmla="*/ 0 w 196024"/>
                          <a:gd name="connsiteY2" fmla="*/ 104204 h 118193"/>
                          <a:gd name="connsiteX3" fmla="*/ 6477 w 196024"/>
                          <a:gd name="connsiteY3" fmla="*/ 111633 h 118193"/>
                          <a:gd name="connsiteX4" fmla="*/ 18764 w 196024"/>
                          <a:gd name="connsiteY4" fmla="*/ 115824 h 118193"/>
                          <a:gd name="connsiteX5" fmla="*/ 58674 w 196024"/>
                          <a:gd name="connsiteY5" fmla="*/ 115348 h 118193"/>
                          <a:gd name="connsiteX6" fmla="*/ 73342 w 196024"/>
                          <a:gd name="connsiteY6" fmla="*/ 110109 h 118193"/>
                          <a:gd name="connsiteX7" fmla="*/ 88773 w 196024"/>
                          <a:gd name="connsiteY7" fmla="*/ 102203 h 118193"/>
                          <a:gd name="connsiteX8" fmla="*/ 99441 w 196024"/>
                          <a:gd name="connsiteY8" fmla="*/ 95536 h 118193"/>
                          <a:gd name="connsiteX9" fmla="*/ 147161 w 196024"/>
                          <a:gd name="connsiteY9" fmla="*/ 62579 h 118193"/>
                          <a:gd name="connsiteX10" fmla="*/ 151543 w 196024"/>
                          <a:gd name="connsiteY10" fmla="*/ 59246 h 118193"/>
                          <a:gd name="connsiteX11" fmla="*/ 174212 w 196024"/>
                          <a:gd name="connsiteY11" fmla="*/ 38862 h 118193"/>
                          <a:gd name="connsiteX12" fmla="*/ 192214 w 196024"/>
                          <a:gd name="connsiteY12" fmla="*/ 10287 h 118193"/>
                          <a:gd name="connsiteX13" fmla="*/ 195929 w 196024"/>
                          <a:gd name="connsiteY13" fmla="*/ 381 h 118193"/>
                          <a:gd name="connsiteX14" fmla="*/ 196025 w 196024"/>
                          <a:gd name="connsiteY14" fmla="*/ 0 h 118193"/>
                          <a:gd name="connsiteX15" fmla="*/ 83629 w 196024"/>
                          <a:gd name="connsiteY15" fmla="*/ 73247 h 118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96024" h="118193">
                            <a:moveTo>
                              <a:pt x="83629" y="73247"/>
                            </a:moveTo>
                            <a:cubicBezTo>
                              <a:pt x="71342" y="82391"/>
                              <a:pt x="57721" y="91916"/>
                              <a:pt x="42958" y="97822"/>
                            </a:cubicBezTo>
                            <a:cubicBezTo>
                              <a:pt x="28480" y="104108"/>
                              <a:pt x="12859" y="106680"/>
                              <a:pt x="0" y="104204"/>
                            </a:cubicBezTo>
                            <a:cubicBezTo>
                              <a:pt x="1048" y="107251"/>
                              <a:pt x="3238" y="110299"/>
                              <a:pt x="6477" y="111633"/>
                            </a:cubicBezTo>
                            <a:cubicBezTo>
                              <a:pt x="10382" y="113252"/>
                              <a:pt x="14478" y="114681"/>
                              <a:pt x="18764" y="115824"/>
                            </a:cubicBezTo>
                            <a:cubicBezTo>
                              <a:pt x="30861" y="118872"/>
                              <a:pt x="44101" y="119253"/>
                              <a:pt x="58674" y="115348"/>
                            </a:cubicBezTo>
                            <a:cubicBezTo>
                              <a:pt x="63627" y="114205"/>
                              <a:pt x="68294" y="112395"/>
                              <a:pt x="73342" y="110109"/>
                            </a:cubicBezTo>
                            <a:cubicBezTo>
                              <a:pt x="78296" y="107918"/>
                              <a:pt x="83915" y="105156"/>
                              <a:pt x="88773" y="102203"/>
                            </a:cubicBezTo>
                            <a:cubicBezTo>
                              <a:pt x="91821" y="100298"/>
                              <a:pt x="95441" y="98012"/>
                              <a:pt x="99441" y="95536"/>
                            </a:cubicBezTo>
                            <a:cubicBezTo>
                              <a:pt x="114871" y="85534"/>
                              <a:pt x="134874" y="71438"/>
                              <a:pt x="147161" y="62579"/>
                            </a:cubicBezTo>
                            <a:cubicBezTo>
                              <a:pt x="148780" y="61436"/>
                              <a:pt x="150209" y="60293"/>
                              <a:pt x="151543" y="59246"/>
                            </a:cubicBezTo>
                            <a:cubicBezTo>
                              <a:pt x="160877" y="52388"/>
                              <a:pt x="168212" y="45434"/>
                              <a:pt x="174212" y="38862"/>
                            </a:cubicBezTo>
                            <a:cubicBezTo>
                              <a:pt x="182309" y="29432"/>
                              <a:pt x="187833" y="20288"/>
                              <a:pt x="192214" y="10287"/>
                            </a:cubicBezTo>
                            <a:cubicBezTo>
                              <a:pt x="193548" y="6953"/>
                              <a:pt x="194786" y="3810"/>
                              <a:pt x="195929" y="381"/>
                            </a:cubicBezTo>
                            <a:lnTo>
                              <a:pt x="196025" y="0"/>
                            </a:lnTo>
                            <a:cubicBezTo>
                              <a:pt x="156781" y="20479"/>
                              <a:pt x="118967" y="46577"/>
                              <a:pt x="83629" y="73247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10" name="Forme libre : forme 10009">
                        <a:extLst>
                          <a:ext uri="{FF2B5EF4-FFF2-40B4-BE49-F238E27FC236}">
                            <a16:creationId xmlns:a16="http://schemas.microsoft.com/office/drawing/2014/main" id="{5EFB99C8-7670-4C35-ACF6-07307C86F1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56437" y="2571495"/>
                        <a:ext cx="88639" cy="61808"/>
                      </a:xfrm>
                      <a:custGeom>
                        <a:avLst/>
                        <a:gdLst>
                          <a:gd name="connsiteX0" fmla="*/ 88033 w 88639"/>
                          <a:gd name="connsiteY0" fmla="*/ 2065 h 61808"/>
                          <a:gd name="connsiteX1" fmla="*/ 49837 w 88639"/>
                          <a:gd name="connsiteY1" fmla="*/ 42165 h 61808"/>
                          <a:gd name="connsiteX2" fmla="*/ 879 w 88639"/>
                          <a:gd name="connsiteY2" fmla="*/ 59405 h 61808"/>
                          <a:gd name="connsiteX3" fmla="*/ 35550 w 88639"/>
                          <a:gd name="connsiteY3" fmla="*/ 21972 h 61808"/>
                          <a:gd name="connsiteX4" fmla="*/ 88033 w 88639"/>
                          <a:gd name="connsiteY4" fmla="*/ 2065 h 618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639" h="61808">
                            <a:moveTo>
                              <a:pt x="88033" y="2065"/>
                            </a:moveTo>
                            <a:cubicBezTo>
                              <a:pt x="93462" y="10161"/>
                              <a:pt x="60982" y="34164"/>
                              <a:pt x="49837" y="42165"/>
                            </a:cubicBezTo>
                            <a:cubicBezTo>
                              <a:pt x="38693" y="49975"/>
                              <a:pt x="7356" y="68358"/>
                              <a:pt x="879" y="59405"/>
                            </a:cubicBezTo>
                            <a:cubicBezTo>
                              <a:pt x="-5503" y="50547"/>
                              <a:pt x="24596" y="29020"/>
                              <a:pt x="35550" y="21972"/>
                            </a:cubicBezTo>
                            <a:cubicBezTo>
                              <a:pt x="46313" y="14828"/>
                              <a:pt x="82127" y="-6699"/>
                              <a:pt x="88033" y="206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11" name="Forme libre : forme 10010">
                        <a:extLst>
                          <a:ext uri="{FF2B5EF4-FFF2-40B4-BE49-F238E27FC236}">
                            <a16:creationId xmlns:a16="http://schemas.microsoft.com/office/drawing/2014/main" id="{A6914936-B229-47E0-8452-F8E7DD9747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55484" y="2599658"/>
                        <a:ext cx="68602" cy="33330"/>
                      </a:xfrm>
                      <a:custGeom>
                        <a:avLst/>
                        <a:gdLst>
                          <a:gd name="connsiteX0" fmla="*/ 14310 w 68602"/>
                          <a:gd name="connsiteY0" fmla="*/ 10763 h 33330"/>
                          <a:gd name="connsiteX1" fmla="*/ 1356 w 68602"/>
                          <a:gd name="connsiteY1" fmla="*/ 31528 h 33330"/>
                          <a:gd name="connsiteX2" fmla="*/ 51267 w 68602"/>
                          <a:gd name="connsiteY2" fmla="*/ 13716 h 33330"/>
                          <a:gd name="connsiteX3" fmla="*/ 68603 w 68602"/>
                          <a:gd name="connsiteY3" fmla="*/ 0 h 33330"/>
                          <a:gd name="connsiteX4" fmla="*/ 58411 w 68602"/>
                          <a:gd name="connsiteY4" fmla="*/ 6001 h 33330"/>
                          <a:gd name="connsiteX5" fmla="*/ 14310 w 68602"/>
                          <a:gd name="connsiteY5" fmla="*/ 10763 h 333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8602" h="33330">
                            <a:moveTo>
                              <a:pt x="14310" y="10763"/>
                            </a:moveTo>
                            <a:cubicBezTo>
                              <a:pt x="10024" y="16097"/>
                              <a:pt x="-4454" y="27242"/>
                              <a:pt x="1356" y="31528"/>
                            </a:cubicBezTo>
                            <a:cubicBezTo>
                              <a:pt x="10786" y="38576"/>
                              <a:pt x="36980" y="23336"/>
                              <a:pt x="51267" y="13716"/>
                            </a:cubicBezTo>
                            <a:cubicBezTo>
                              <a:pt x="55458" y="10859"/>
                              <a:pt x="64412" y="3905"/>
                              <a:pt x="68603" y="0"/>
                            </a:cubicBezTo>
                            <a:cubicBezTo>
                              <a:pt x="65840" y="1714"/>
                              <a:pt x="61364" y="4858"/>
                              <a:pt x="58411" y="6001"/>
                            </a:cubicBezTo>
                            <a:cubicBezTo>
                              <a:pt x="42123" y="12859"/>
                              <a:pt x="22025" y="20098"/>
                              <a:pt x="14310" y="10763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12" name="Forme libre : forme 10011">
                        <a:extLst>
                          <a:ext uri="{FF2B5EF4-FFF2-40B4-BE49-F238E27FC236}">
                            <a16:creationId xmlns:a16="http://schemas.microsoft.com/office/drawing/2014/main" id="{41698FD0-A52A-43F1-A361-665DCE6E1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2420" y="2570081"/>
                        <a:ext cx="88388" cy="62524"/>
                      </a:xfrm>
                      <a:custGeom>
                        <a:avLst/>
                        <a:gdLst>
                          <a:gd name="connsiteX0" fmla="*/ 88241 w 88388"/>
                          <a:gd name="connsiteY0" fmla="*/ 2716 h 62524"/>
                          <a:gd name="connsiteX1" fmla="*/ 49665 w 88388"/>
                          <a:gd name="connsiteY1" fmla="*/ 43293 h 62524"/>
                          <a:gd name="connsiteX2" fmla="*/ 1087 w 88388"/>
                          <a:gd name="connsiteY2" fmla="*/ 60152 h 62524"/>
                          <a:gd name="connsiteX3" fmla="*/ 35568 w 88388"/>
                          <a:gd name="connsiteY3" fmla="*/ 22814 h 62524"/>
                          <a:gd name="connsiteX4" fmla="*/ 88241 w 88388"/>
                          <a:gd name="connsiteY4" fmla="*/ 2716 h 62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388" h="62524">
                            <a:moveTo>
                              <a:pt x="88241" y="2716"/>
                            </a:moveTo>
                            <a:cubicBezTo>
                              <a:pt x="90717" y="12813"/>
                              <a:pt x="61476" y="34435"/>
                              <a:pt x="49665" y="43293"/>
                            </a:cubicBezTo>
                            <a:cubicBezTo>
                              <a:pt x="37758" y="51961"/>
                              <a:pt x="8517" y="68725"/>
                              <a:pt x="1087" y="60152"/>
                            </a:cubicBezTo>
                            <a:cubicBezTo>
                              <a:pt x="-6247" y="51675"/>
                              <a:pt x="25566" y="29482"/>
                              <a:pt x="35568" y="22814"/>
                            </a:cubicBezTo>
                            <a:cubicBezTo>
                              <a:pt x="45283" y="15766"/>
                              <a:pt x="85479" y="-7952"/>
                              <a:pt x="88241" y="2716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13" name="Forme libre : forme 10012">
                        <a:extLst>
                          <a:ext uri="{FF2B5EF4-FFF2-40B4-BE49-F238E27FC236}">
                            <a16:creationId xmlns:a16="http://schemas.microsoft.com/office/drawing/2014/main" id="{CA9EA200-8364-4464-AC1F-AE3C76190A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12517" y="2596424"/>
                        <a:ext cx="120907" cy="64386"/>
                      </a:xfrm>
                      <a:custGeom>
                        <a:avLst/>
                        <a:gdLst>
                          <a:gd name="connsiteX0" fmla="*/ 3080 w 120907"/>
                          <a:gd name="connsiteY0" fmla="*/ 59431 h 64386"/>
                          <a:gd name="connsiteX1" fmla="*/ 20701 w 120907"/>
                          <a:gd name="connsiteY1" fmla="*/ 64289 h 64386"/>
                          <a:gd name="connsiteX2" fmla="*/ 71565 w 120907"/>
                          <a:gd name="connsiteY2" fmla="*/ 52002 h 64386"/>
                          <a:gd name="connsiteX3" fmla="*/ 111760 w 120907"/>
                          <a:gd name="connsiteY3" fmla="*/ 21808 h 64386"/>
                          <a:gd name="connsiteX4" fmla="*/ 118618 w 120907"/>
                          <a:gd name="connsiteY4" fmla="*/ 662 h 64386"/>
                          <a:gd name="connsiteX5" fmla="*/ 102045 w 120907"/>
                          <a:gd name="connsiteY5" fmla="*/ 4758 h 64386"/>
                          <a:gd name="connsiteX6" fmla="*/ 57563 w 120907"/>
                          <a:gd name="connsiteY6" fmla="*/ 17903 h 64386"/>
                          <a:gd name="connsiteX7" fmla="*/ 14034 w 120907"/>
                          <a:gd name="connsiteY7" fmla="*/ 30761 h 64386"/>
                          <a:gd name="connsiteX8" fmla="*/ 1270 w 120907"/>
                          <a:gd name="connsiteY8" fmla="*/ 46192 h 64386"/>
                          <a:gd name="connsiteX9" fmla="*/ 3080 w 120907"/>
                          <a:gd name="connsiteY9" fmla="*/ 59431 h 643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0907" h="64386">
                            <a:moveTo>
                              <a:pt x="3080" y="59431"/>
                            </a:moveTo>
                            <a:cubicBezTo>
                              <a:pt x="8319" y="64099"/>
                              <a:pt x="11557" y="64670"/>
                              <a:pt x="20701" y="64289"/>
                            </a:cubicBezTo>
                            <a:cubicBezTo>
                              <a:pt x="38132" y="63718"/>
                              <a:pt x="53086" y="61146"/>
                              <a:pt x="71565" y="52002"/>
                            </a:cubicBezTo>
                            <a:cubicBezTo>
                              <a:pt x="87090" y="44192"/>
                              <a:pt x="102330" y="32571"/>
                              <a:pt x="111760" y="21808"/>
                            </a:cubicBezTo>
                            <a:cubicBezTo>
                              <a:pt x="118809" y="13712"/>
                              <a:pt x="124143" y="4282"/>
                              <a:pt x="118618" y="662"/>
                            </a:cubicBezTo>
                            <a:cubicBezTo>
                              <a:pt x="115189" y="-1624"/>
                              <a:pt x="108331" y="2567"/>
                              <a:pt x="102045" y="4758"/>
                            </a:cubicBezTo>
                            <a:cubicBezTo>
                              <a:pt x="87281" y="9806"/>
                              <a:pt x="73470" y="15426"/>
                              <a:pt x="57563" y="17903"/>
                            </a:cubicBezTo>
                            <a:cubicBezTo>
                              <a:pt x="44037" y="19998"/>
                              <a:pt x="27940" y="20284"/>
                              <a:pt x="14034" y="30761"/>
                            </a:cubicBezTo>
                            <a:cubicBezTo>
                              <a:pt x="7652" y="35333"/>
                              <a:pt x="3270" y="40763"/>
                              <a:pt x="1270" y="46192"/>
                            </a:cubicBezTo>
                            <a:cubicBezTo>
                              <a:pt x="-730" y="51240"/>
                              <a:pt x="-540" y="56193"/>
                              <a:pt x="3080" y="59431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14" name="Forme libre : forme 10013">
                        <a:extLst>
                          <a:ext uri="{FF2B5EF4-FFF2-40B4-BE49-F238E27FC236}">
                            <a16:creationId xmlns:a16="http://schemas.microsoft.com/office/drawing/2014/main" id="{BEAFB143-15D2-48D5-ACC2-862B96851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2449" y="2605348"/>
                        <a:ext cx="31999" cy="30011"/>
                      </a:xfrm>
                      <a:custGeom>
                        <a:avLst/>
                        <a:gdLst>
                          <a:gd name="connsiteX0" fmla="*/ 2008 w 31999"/>
                          <a:gd name="connsiteY0" fmla="*/ 24790 h 30011"/>
                          <a:gd name="connsiteX1" fmla="*/ 7 w 31999"/>
                          <a:gd name="connsiteY1" fmla="*/ 28981 h 30011"/>
                          <a:gd name="connsiteX2" fmla="*/ 3817 w 31999"/>
                          <a:gd name="connsiteY2" fmla="*/ 29457 h 30011"/>
                          <a:gd name="connsiteX3" fmla="*/ 10389 w 31999"/>
                          <a:gd name="connsiteY3" fmla="*/ 25552 h 30011"/>
                          <a:gd name="connsiteX4" fmla="*/ 24963 w 31999"/>
                          <a:gd name="connsiteY4" fmla="*/ 13455 h 30011"/>
                          <a:gd name="connsiteX5" fmla="*/ 29725 w 31999"/>
                          <a:gd name="connsiteY5" fmla="*/ 8407 h 30011"/>
                          <a:gd name="connsiteX6" fmla="*/ 21629 w 31999"/>
                          <a:gd name="connsiteY6" fmla="*/ 3645 h 30011"/>
                          <a:gd name="connsiteX7" fmla="*/ 2008 w 31999"/>
                          <a:gd name="connsiteY7" fmla="*/ 24790 h 300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1999" h="30011">
                            <a:moveTo>
                              <a:pt x="2008" y="24790"/>
                            </a:moveTo>
                            <a:cubicBezTo>
                              <a:pt x="769" y="26505"/>
                              <a:pt x="-88" y="27648"/>
                              <a:pt x="7" y="28981"/>
                            </a:cubicBezTo>
                            <a:cubicBezTo>
                              <a:pt x="103" y="30315"/>
                              <a:pt x="1912" y="30220"/>
                              <a:pt x="3817" y="29457"/>
                            </a:cubicBezTo>
                            <a:cubicBezTo>
                              <a:pt x="5817" y="28696"/>
                              <a:pt x="8389" y="26981"/>
                              <a:pt x="10389" y="25552"/>
                            </a:cubicBezTo>
                            <a:cubicBezTo>
                              <a:pt x="15438" y="22028"/>
                              <a:pt x="20581" y="17551"/>
                              <a:pt x="24963" y="13455"/>
                            </a:cubicBezTo>
                            <a:cubicBezTo>
                              <a:pt x="26772" y="11741"/>
                              <a:pt x="28487" y="10217"/>
                              <a:pt x="29725" y="8407"/>
                            </a:cubicBezTo>
                            <a:cubicBezTo>
                              <a:pt x="34678" y="978"/>
                              <a:pt x="31345" y="-3594"/>
                              <a:pt x="21629" y="3645"/>
                            </a:cubicBezTo>
                            <a:cubicBezTo>
                              <a:pt x="14104" y="9360"/>
                              <a:pt x="6865" y="18218"/>
                              <a:pt x="2008" y="24790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15" name="Forme libre : forme 10014">
                        <a:extLst>
                          <a:ext uri="{FF2B5EF4-FFF2-40B4-BE49-F238E27FC236}">
                            <a16:creationId xmlns:a16="http://schemas.microsoft.com/office/drawing/2014/main" id="{3B6A6741-D52D-4C9E-8F95-5B57A0422C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898" y="2559939"/>
                        <a:ext cx="39147" cy="57150"/>
                      </a:xfrm>
                      <a:custGeom>
                        <a:avLst/>
                        <a:gdLst>
                          <a:gd name="connsiteX0" fmla="*/ 39148 w 39147"/>
                          <a:gd name="connsiteY0" fmla="*/ 0 h 57150"/>
                          <a:gd name="connsiteX1" fmla="*/ 0 w 39147"/>
                          <a:gd name="connsiteY1" fmla="*/ 57150 h 57150"/>
                          <a:gd name="connsiteX2" fmla="*/ 39148 w 39147"/>
                          <a:gd name="connsiteY2" fmla="*/ 0 h 5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9147" h="57150">
                            <a:moveTo>
                              <a:pt x="39148" y="0"/>
                            </a:moveTo>
                            <a:cubicBezTo>
                              <a:pt x="37719" y="16764"/>
                              <a:pt x="14288" y="40862"/>
                              <a:pt x="0" y="57150"/>
                            </a:cubicBezTo>
                            <a:cubicBezTo>
                              <a:pt x="15621" y="39719"/>
                              <a:pt x="29718" y="17431"/>
                              <a:pt x="3914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16" name="Forme libre : forme 10015">
                        <a:extLst>
                          <a:ext uri="{FF2B5EF4-FFF2-40B4-BE49-F238E27FC236}">
                            <a16:creationId xmlns:a16="http://schemas.microsoft.com/office/drawing/2014/main" id="{46EF1D00-7435-4A5B-8DA2-E9E062E684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0451" y="2599467"/>
                        <a:ext cx="48672" cy="53054"/>
                      </a:xfrm>
                      <a:custGeom>
                        <a:avLst/>
                        <a:gdLst>
                          <a:gd name="connsiteX0" fmla="*/ 48673 w 48672"/>
                          <a:gd name="connsiteY0" fmla="*/ 0 h 53054"/>
                          <a:gd name="connsiteX1" fmla="*/ 33623 w 48672"/>
                          <a:gd name="connsiteY1" fmla="*/ 13049 h 53054"/>
                          <a:gd name="connsiteX2" fmla="*/ 21241 w 48672"/>
                          <a:gd name="connsiteY2" fmla="*/ 26575 h 53054"/>
                          <a:gd name="connsiteX3" fmla="*/ 0 w 48672"/>
                          <a:gd name="connsiteY3" fmla="*/ 53054 h 53054"/>
                          <a:gd name="connsiteX4" fmla="*/ 22574 w 48672"/>
                          <a:gd name="connsiteY4" fmla="*/ 27146 h 53054"/>
                          <a:gd name="connsiteX5" fmla="*/ 35624 w 48672"/>
                          <a:gd name="connsiteY5" fmla="*/ 13335 h 53054"/>
                          <a:gd name="connsiteX6" fmla="*/ 48673 w 48672"/>
                          <a:gd name="connsiteY6" fmla="*/ 0 h 530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8672" h="53054">
                            <a:moveTo>
                              <a:pt x="48673" y="0"/>
                            </a:moveTo>
                            <a:cubicBezTo>
                              <a:pt x="42863" y="4477"/>
                              <a:pt x="38005" y="8668"/>
                              <a:pt x="33623" y="13049"/>
                            </a:cubicBezTo>
                            <a:cubicBezTo>
                              <a:pt x="29242" y="17716"/>
                              <a:pt x="25051" y="22003"/>
                              <a:pt x="21241" y="26575"/>
                            </a:cubicBezTo>
                            <a:cubicBezTo>
                              <a:pt x="13526" y="35719"/>
                              <a:pt x="6763" y="44767"/>
                              <a:pt x="0" y="53054"/>
                            </a:cubicBezTo>
                            <a:cubicBezTo>
                              <a:pt x="5906" y="44958"/>
                              <a:pt x="14002" y="36481"/>
                              <a:pt x="22574" y="27146"/>
                            </a:cubicBezTo>
                            <a:cubicBezTo>
                              <a:pt x="26861" y="22670"/>
                              <a:pt x="31242" y="18097"/>
                              <a:pt x="35624" y="13335"/>
                            </a:cubicBezTo>
                            <a:cubicBezTo>
                              <a:pt x="40196" y="8572"/>
                              <a:pt x="44577" y="4096"/>
                              <a:pt x="48673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17" name="Forme libre : forme 10016">
                        <a:extLst>
                          <a:ext uri="{FF2B5EF4-FFF2-40B4-BE49-F238E27FC236}">
                            <a16:creationId xmlns:a16="http://schemas.microsoft.com/office/drawing/2014/main" id="{51568B44-9E76-4594-902B-6A77C9ECC4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88458" y="2582386"/>
                        <a:ext cx="34106" cy="20754"/>
                      </a:xfrm>
                      <a:custGeom>
                        <a:avLst/>
                        <a:gdLst>
                          <a:gd name="connsiteX0" fmla="*/ 34104 w 34106"/>
                          <a:gd name="connsiteY0" fmla="*/ 1460 h 20754"/>
                          <a:gd name="connsiteX1" fmla="*/ 16007 w 34106"/>
                          <a:gd name="connsiteY1" fmla="*/ 15367 h 20754"/>
                          <a:gd name="connsiteX2" fmla="*/ 5 w 34106"/>
                          <a:gd name="connsiteY2" fmla="*/ 19081 h 20754"/>
                          <a:gd name="connsiteX3" fmla="*/ 17055 w 34106"/>
                          <a:gd name="connsiteY3" fmla="*/ 5937 h 20754"/>
                          <a:gd name="connsiteX4" fmla="*/ 34104 w 34106"/>
                          <a:gd name="connsiteY4" fmla="*/ 1460 h 20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106" h="20754">
                            <a:moveTo>
                              <a:pt x="34104" y="1460"/>
                            </a:moveTo>
                            <a:cubicBezTo>
                              <a:pt x="33819" y="5651"/>
                              <a:pt x="20293" y="13081"/>
                              <a:pt x="16007" y="15367"/>
                            </a:cubicBezTo>
                            <a:cubicBezTo>
                              <a:pt x="11816" y="17653"/>
                              <a:pt x="-281" y="23653"/>
                              <a:pt x="5" y="19081"/>
                            </a:cubicBezTo>
                            <a:cubicBezTo>
                              <a:pt x="291" y="14414"/>
                              <a:pt x="12959" y="7937"/>
                              <a:pt x="17055" y="5937"/>
                            </a:cubicBezTo>
                            <a:cubicBezTo>
                              <a:pt x="21055" y="3746"/>
                              <a:pt x="34295" y="-2921"/>
                              <a:pt x="34104" y="1460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18" name="Forme libre : forme 10017">
                        <a:extLst>
                          <a:ext uri="{FF2B5EF4-FFF2-40B4-BE49-F238E27FC236}">
                            <a16:creationId xmlns:a16="http://schemas.microsoft.com/office/drawing/2014/main" id="{43D0CC32-2DB2-4E7A-87B4-21DD3C4D0C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658" y="2579491"/>
                        <a:ext cx="9702" cy="6470"/>
                      </a:xfrm>
                      <a:custGeom>
                        <a:avLst/>
                        <a:gdLst>
                          <a:gd name="connsiteX0" fmla="*/ 9476 w 9702"/>
                          <a:gd name="connsiteY0" fmla="*/ 260 h 6470"/>
                          <a:gd name="connsiteX1" fmla="*/ 6143 w 9702"/>
                          <a:gd name="connsiteY1" fmla="*/ 4355 h 6470"/>
                          <a:gd name="connsiteX2" fmla="*/ 237 w 9702"/>
                          <a:gd name="connsiteY2" fmla="*/ 6165 h 6470"/>
                          <a:gd name="connsiteX3" fmla="*/ 3476 w 9702"/>
                          <a:gd name="connsiteY3" fmla="*/ 2165 h 6470"/>
                          <a:gd name="connsiteX4" fmla="*/ 9476 w 9702"/>
                          <a:gd name="connsiteY4" fmla="*/ 260 h 64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02" h="6470">
                            <a:moveTo>
                              <a:pt x="9476" y="260"/>
                            </a:moveTo>
                            <a:cubicBezTo>
                              <a:pt x="10524" y="1212"/>
                              <a:pt x="7667" y="3403"/>
                              <a:pt x="6143" y="4355"/>
                            </a:cubicBezTo>
                            <a:cubicBezTo>
                              <a:pt x="4619" y="5308"/>
                              <a:pt x="1285" y="7213"/>
                              <a:pt x="237" y="6165"/>
                            </a:cubicBezTo>
                            <a:cubicBezTo>
                              <a:pt x="-811" y="5213"/>
                              <a:pt x="1856" y="3117"/>
                              <a:pt x="3476" y="2165"/>
                            </a:cubicBezTo>
                            <a:cubicBezTo>
                              <a:pt x="5095" y="1212"/>
                              <a:pt x="8429" y="-693"/>
                              <a:pt x="9476" y="26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19" name="Forme libre : forme 10018">
                        <a:extLst>
                          <a:ext uri="{FF2B5EF4-FFF2-40B4-BE49-F238E27FC236}">
                            <a16:creationId xmlns:a16="http://schemas.microsoft.com/office/drawing/2014/main" id="{9B9198CB-A0E6-4230-BBFE-61C48FACF7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76676" y="2552373"/>
                        <a:ext cx="95360" cy="34247"/>
                      </a:xfrm>
                      <a:custGeom>
                        <a:avLst/>
                        <a:gdLst>
                          <a:gd name="connsiteX0" fmla="*/ 65889 w 95360"/>
                          <a:gd name="connsiteY0" fmla="*/ 1088 h 34247"/>
                          <a:gd name="connsiteX1" fmla="*/ 93797 w 95360"/>
                          <a:gd name="connsiteY1" fmla="*/ 2136 h 34247"/>
                          <a:gd name="connsiteX2" fmla="*/ 90844 w 95360"/>
                          <a:gd name="connsiteY2" fmla="*/ 10423 h 34247"/>
                          <a:gd name="connsiteX3" fmla="*/ 79224 w 95360"/>
                          <a:gd name="connsiteY3" fmla="*/ 13090 h 34247"/>
                          <a:gd name="connsiteX4" fmla="*/ 43314 w 95360"/>
                          <a:gd name="connsiteY4" fmla="*/ 19948 h 34247"/>
                          <a:gd name="connsiteX5" fmla="*/ 71 w 95360"/>
                          <a:gd name="connsiteY5" fmla="*/ 31187 h 34247"/>
                          <a:gd name="connsiteX6" fmla="*/ 41028 w 95360"/>
                          <a:gd name="connsiteY6" fmla="*/ 3470 h 34247"/>
                          <a:gd name="connsiteX7" fmla="*/ 65889 w 95360"/>
                          <a:gd name="connsiteY7" fmla="*/ 1088 h 342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5360" h="34247">
                            <a:moveTo>
                              <a:pt x="65889" y="1088"/>
                            </a:moveTo>
                            <a:cubicBezTo>
                              <a:pt x="77128" y="-245"/>
                              <a:pt x="85415" y="-816"/>
                              <a:pt x="93797" y="2136"/>
                            </a:cubicBezTo>
                            <a:cubicBezTo>
                              <a:pt x="96940" y="3279"/>
                              <a:pt x="95035" y="7946"/>
                              <a:pt x="90844" y="10423"/>
                            </a:cubicBezTo>
                            <a:cubicBezTo>
                              <a:pt x="86558" y="12995"/>
                              <a:pt x="82938" y="12900"/>
                              <a:pt x="79224" y="13090"/>
                            </a:cubicBezTo>
                            <a:cubicBezTo>
                              <a:pt x="67603" y="13757"/>
                              <a:pt x="55983" y="16233"/>
                              <a:pt x="43314" y="19948"/>
                            </a:cubicBezTo>
                            <a:cubicBezTo>
                              <a:pt x="35218" y="22043"/>
                              <a:pt x="-1834" y="41665"/>
                              <a:pt x="71" y="31187"/>
                            </a:cubicBezTo>
                            <a:cubicBezTo>
                              <a:pt x="1690" y="20710"/>
                              <a:pt x="30265" y="6518"/>
                              <a:pt x="41028" y="3470"/>
                            </a:cubicBezTo>
                            <a:cubicBezTo>
                              <a:pt x="51411" y="326"/>
                              <a:pt x="57507" y="2136"/>
                              <a:pt x="65889" y="1088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9995" name="Graphique 1">
                      <a:extLst>
                        <a:ext uri="{FF2B5EF4-FFF2-40B4-BE49-F238E27FC236}">
                          <a16:creationId xmlns:a16="http://schemas.microsoft.com/office/drawing/2014/main" id="{B639CB74-1AB6-4FF4-9EB5-2AB338D0DE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79748" y="2467565"/>
                      <a:ext cx="219334" cy="96850"/>
                      <a:chOff x="1479748" y="2467565"/>
                      <a:chExt cx="219334" cy="96850"/>
                    </a:xfrm>
                    <a:solidFill>
                      <a:schemeClr val="accent1"/>
                    </a:solidFill>
                  </p:grpSpPr>
                  <p:sp>
                    <p:nvSpPr>
                      <p:cNvPr id="9996" name="Forme libre : forme 9995">
                        <a:extLst>
                          <a:ext uri="{FF2B5EF4-FFF2-40B4-BE49-F238E27FC236}">
                            <a16:creationId xmlns:a16="http://schemas.microsoft.com/office/drawing/2014/main" id="{9DDB3031-32A4-42EA-B46F-C2A3FAE276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9748" y="2467565"/>
                        <a:ext cx="219334" cy="96850"/>
                      </a:xfrm>
                      <a:custGeom>
                        <a:avLst/>
                        <a:gdLst>
                          <a:gd name="connsiteX0" fmla="*/ 152364 w 219334"/>
                          <a:gd name="connsiteY0" fmla="*/ 74847 h 96850"/>
                          <a:gd name="connsiteX1" fmla="*/ 83975 w 219334"/>
                          <a:gd name="connsiteY1" fmla="*/ 91516 h 96850"/>
                          <a:gd name="connsiteX2" fmla="*/ 9966 w 219334"/>
                          <a:gd name="connsiteY2" fmla="*/ 90754 h 96850"/>
                          <a:gd name="connsiteX3" fmla="*/ 1393 w 219334"/>
                          <a:gd name="connsiteY3" fmla="*/ 70942 h 96850"/>
                          <a:gd name="connsiteX4" fmla="*/ 62639 w 219334"/>
                          <a:gd name="connsiteY4" fmla="*/ 19126 h 96850"/>
                          <a:gd name="connsiteX5" fmla="*/ 98929 w 219334"/>
                          <a:gd name="connsiteY5" fmla="*/ 8267 h 96850"/>
                          <a:gd name="connsiteX6" fmla="*/ 136362 w 219334"/>
                          <a:gd name="connsiteY6" fmla="*/ 1219 h 96850"/>
                          <a:gd name="connsiteX7" fmla="*/ 212181 w 219334"/>
                          <a:gd name="connsiteY7" fmla="*/ 19888 h 96850"/>
                          <a:gd name="connsiteX8" fmla="*/ 216563 w 219334"/>
                          <a:gd name="connsiteY8" fmla="*/ 40557 h 96850"/>
                          <a:gd name="connsiteX9" fmla="*/ 190083 w 219334"/>
                          <a:gd name="connsiteY9" fmla="*/ 61226 h 96850"/>
                          <a:gd name="connsiteX10" fmla="*/ 173034 w 219334"/>
                          <a:gd name="connsiteY10" fmla="*/ 68942 h 96850"/>
                          <a:gd name="connsiteX11" fmla="*/ 152364 w 219334"/>
                          <a:gd name="connsiteY11" fmla="*/ 74847 h 968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19334" h="96850">
                            <a:moveTo>
                              <a:pt x="152364" y="74847"/>
                            </a:moveTo>
                            <a:cubicBezTo>
                              <a:pt x="135696" y="77800"/>
                              <a:pt x="100739" y="86849"/>
                              <a:pt x="83975" y="91516"/>
                            </a:cubicBezTo>
                            <a:cubicBezTo>
                              <a:pt x="52733" y="99993"/>
                              <a:pt x="33302" y="97326"/>
                              <a:pt x="9966" y="90754"/>
                            </a:cubicBezTo>
                            <a:cubicBezTo>
                              <a:pt x="1964" y="88468"/>
                              <a:pt x="-2417" y="78467"/>
                              <a:pt x="1393" y="70942"/>
                            </a:cubicBezTo>
                            <a:cubicBezTo>
                              <a:pt x="12633" y="49320"/>
                              <a:pt x="29301" y="31509"/>
                              <a:pt x="62639" y="19126"/>
                            </a:cubicBezTo>
                            <a:cubicBezTo>
                              <a:pt x="71402" y="15602"/>
                              <a:pt x="85213" y="11792"/>
                              <a:pt x="98929" y="8267"/>
                            </a:cubicBezTo>
                            <a:cubicBezTo>
                              <a:pt x="112835" y="5124"/>
                              <a:pt x="126837" y="2172"/>
                              <a:pt x="136362" y="1219"/>
                            </a:cubicBezTo>
                            <a:cubicBezTo>
                              <a:pt x="172272" y="-3543"/>
                              <a:pt x="192560" y="6267"/>
                              <a:pt x="212181" y="19888"/>
                            </a:cubicBezTo>
                            <a:cubicBezTo>
                              <a:pt x="219039" y="24555"/>
                              <a:pt x="221897" y="34747"/>
                              <a:pt x="216563" y="40557"/>
                            </a:cubicBezTo>
                            <a:cubicBezTo>
                              <a:pt x="208848" y="48939"/>
                              <a:pt x="200466" y="55892"/>
                              <a:pt x="190083" y="61226"/>
                            </a:cubicBezTo>
                            <a:cubicBezTo>
                              <a:pt x="184940" y="64179"/>
                              <a:pt x="179320" y="66751"/>
                              <a:pt x="173034" y="68942"/>
                            </a:cubicBezTo>
                            <a:cubicBezTo>
                              <a:pt x="166842" y="71037"/>
                              <a:pt x="159984" y="72942"/>
                              <a:pt x="152364" y="74847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97" name="Forme libre : forme 9996">
                        <a:extLst>
                          <a:ext uri="{FF2B5EF4-FFF2-40B4-BE49-F238E27FC236}">
                            <a16:creationId xmlns:a16="http://schemas.microsoft.com/office/drawing/2014/main" id="{4D7A09C2-7D54-4276-92E8-4901CAF17D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998" y="2507741"/>
                        <a:ext cx="214693" cy="56626"/>
                      </a:xfrm>
                      <a:custGeom>
                        <a:avLst/>
                        <a:gdLst>
                          <a:gd name="connsiteX0" fmla="*/ 84296 w 214693"/>
                          <a:gd name="connsiteY0" fmla="*/ 22288 h 56626"/>
                          <a:gd name="connsiteX1" fmla="*/ 0 w 214693"/>
                          <a:gd name="connsiteY1" fmla="*/ 44577 h 56626"/>
                          <a:gd name="connsiteX2" fmla="*/ 7620 w 214693"/>
                          <a:gd name="connsiteY2" fmla="*/ 50578 h 56626"/>
                          <a:gd name="connsiteX3" fmla="*/ 19336 w 214693"/>
                          <a:gd name="connsiteY3" fmla="*/ 53530 h 56626"/>
                          <a:gd name="connsiteX4" fmla="*/ 54293 w 214693"/>
                          <a:gd name="connsiteY4" fmla="*/ 56388 h 56626"/>
                          <a:gd name="connsiteX5" fmla="*/ 67151 w 214693"/>
                          <a:gd name="connsiteY5" fmla="*/ 54483 h 56626"/>
                          <a:gd name="connsiteX6" fmla="*/ 81629 w 214693"/>
                          <a:gd name="connsiteY6" fmla="*/ 51340 h 56626"/>
                          <a:gd name="connsiteX7" fmla="*/ 92488 w 214693"/>
                          <a:gd name="connsiteY7" fmla="*/ 48387 h 56626"/>
                          <a:gd name="connsiteX8" fmla="*/ 144875 w 214693"/>
                          <a:gd name="connsiteY8" fmla="*/ 35814 h 56626"/>
                          <a:gd name="connsiteX9" fmla="*/ 150019 w 214693"/>
                          <a:gd name="connsiteY9" fmla="*/ 34671 h 56626"/>
                          <a:gd name="connsiteX10" fmla="*/ 178403 w 214693"/>
                          <a:gd name="connsiteY10" fmla="*/ 25718 h 56626"/>
                          <a:gd name="connsiteX11" fmla="*/ 206883 w 214693"/>
                          <a:gd name="connsiteY11" fmla="*/ 7811 h 56626"/>
                          <a:gd name="connsiteX12" fmla="*/ 214503 w 214693"/>
                          <a:gd name="connsiteY12" fmla="*/ 286 h 56626"/>
                          <a:gd name="connsiteX13" fmla="*/ 214694 w 214693"/>
                          <a:gd name="connsiteY13" fmla="*/ 0 h 56626"/>
                          <a:gd name="connsiteX14" fmla="*/ 84296 w 214693"/>
                          <a:gd name="connsiteY14" fmla="*/ 22288 h 56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14693" h="56626">
                            <a:moveTo>
                              <a:pt x="84296" y="22288"/>
                            </a:moveTo>
                            <a:cubicBezTo>
                              <a:pt x="55912" y="32290"/>
                              <a:pt x="26194" y="43815"/>
                              <a:pt x="0" y="44577"/>
                            </a:cubicBezTo>
                            <a:cubicBezTo>
                              <a:pt x="1715" y="47435"/>
                              <a:pt x="4382" y="49625"/>
                              <a:pt x="7620" y="50578"/>
                            </a:cubicBezTo>
                            <a:cubicBezTo>
                              <a:pt x="11621" y="51721"/>
                              <a:pt x="15526" y="52673"/>
                              <a:pt x="19336" y="53530"/>
                            </a:cubicBezTo>
                            <a:cubicBezTo>
                              <a:pt x="30671" y="56388"/>
                              <a:pt x="41529" y="57055"/>
                              <a:pt x="54293" y="56388"/>
                            </a:cubicBezTo>
                            <a:cubicBezTo>
                              <a:pt x="58388" y="56102"/>
                              <a:pt x="62675" y="55436"/>
                              <a:pt x="67151" y="54483"/>
                            </a:cubicBezTo>
                            <a:cubicBezTo>
                              <a:pt x="71723" y="53816"/>
                              <a:pt x="76486" y="52769"/>
                              <a:pt x="81629" y="51340"/>
                            </a:cubicBezTo>
                            <a:cubicBezTo>
                              <a:pt x="84773" y="50482"/>
                              <a:pt x="88392" y="49244"/>
                              <a:pt x="92488" y="48387"/>
                            </a:cubicBezTo>
                            <a:cubicBezTo>
                              <a:pt x="108490" y="44101"/>
                              <a:pt x="130493" y="38576"/>
                              <a:pt x="144875" y="35814"/>
                            </a:cubicBezTo>
                            <a:cubicBezTo>
                              <a:pt x="146685" y="35433"/>
                              <a:pt x="148495" y="35052"/>
                              <a:pt x="150019" y="34671"/>
                            </a:cubicBezTo>
                            <a:cubicBezTo>
                              <a:pt x="160877" y="31909"/>
                              <a:pt x="170212" y="29337"/>
                              <a:pt x="178403" y="25718"/>
                            </a:cubicBezTo>
                            <a:cubicBezTo>
                              <a:pt x="189548" y="20479"/>
                              <a:pt x="198692" y="14954"/>
                              <a:pt x="206883" y="7811"/>
                            </a:cubicBezTo>
                            <a:cubicBezTo>
                              <a:pt x="209550" y="5429"/>
                              <a:pt x="212027" y="2953"/>
                              <a:pt x="214503" y="286"/>
                            </a:cubicBezTo>
                            <a:lnTo>
                              <a:pt x="214694" y="0"/>
                            </a:lnTo>
                            <a:cubicBezTo>
                              <a:pt x="170593" y="1619"/>
                              <a:pt x="124968" y="7906"/>
                              <a:pt x="84296" y="2228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98" name="Forme libre : forme 9997">
                        <a:extLst>
                          <a:ext uri="{FF2B5EF4-FFF2-40B4-BE49-F238E27FC236}">
                            <a16:creationId xmlns:a16="http://schemas.microsoft.com/office/drawing/2014/main" id="{CA92A5CA-1F38-465D-8580-0B15CE6A25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54070" y="2496022"/>
                        <a:ext cx="102277" cy="32423"/>
                      </a:xfrm>
                      <a:custGeom>
                        <a:avLst/>
                        <a:gdLst>
                          <a:gd name="connsiteX0" fmla="*/ 102236 w 102277"/>
                          <a:gd name="connsiteY0" fmla="*/ 6861 h 32423"/>
                          <a:gd name="connsiteX1" fmla="*/ 82138 w 102277"/>
                          <a:gd name="connsiteY1" fmla="*/ 19434 h 32423"/>
                          <a:gd name="connsiteX2" fmla="*/ 51467 w 102277"/>
                          <a:gd name="connsiteY2" fmla="*/ 27626 h 32423"/>
                          <a:gd name="connsiteX3" fmla="*/ 318 w 102277"/>
                          <a:gd name="connsiteY3" fmla="*/ 27340 h 32423"/>
                          <a:gd name="connsiteX4" fmla="*/ 45848 w 102277"/>
                          <a:gd name="connsiteY4" fmla="*/ 3432 h 32423"/>
                          <a:gd name="connsiteX5" fmla="*/ 78328 w 102277"/>
                          <a:gd name="connsiteY5" fmla="*/ 3 h 32423"/>
                          <a:gd name="connsiteX6" fmla="*/ 102236 w 102277"/>
                          <a:gd name="connsiteY6" fmla="*/ 6861 h 324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2277" h="32423">
                            <a:moveTo>
                              <a:pt x="102236" y="6861"/>
                            </a:moveTo>
                            <a:cubicBezTo>
                              <a:pt x="102998" y="11909"/>
                              <a:pt x="93377" y="15910"/>
                              <a:pt x="82138" y="19434"/>
                            </a:cubicBezTo>
                            <a:cubicBezTo>
                              <a:pt x="70994" y="23340"/>
                              <a:pt x="57849" y="25816"/>
                              <a:pt x="51467" y="27626"/>
                            </a:cubicBezTo>
                            <a:cubicBezTo>
                              <a:pt x="38323" y="30198"/>
                              <a:pt x="4128" y="37151"/>
                              <a:pt x="318" y="27340"/>
                            </a:cubicBezTo>
                            <a:cubicBezTo>
                              <a:pt x="-3778" y="16482"/>
                              <a:pt x="32798" y="5433"/>
                              <a:pt x="45848" y="3432"/>
                            </a:cubicBezTo>
                            <a:cubicBezTo>
                              <a:pt x="52229" y="1908"/>
                              <a:pt x="66041" y="289"/>
                              <a:pt x="78328" y="3"/>
                            </a:cubicBezTo>
                            <a:cubicBezTo>
                              <a:pt x="90615" y="-92"/>
                              <a:pt x="101474" y="1908"/>
                              <a:pt x="102236" y="686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99" name="Forme libre : forme 9998">
                        <a:extLst>
                          <a:ext uri="{FF2B5EF4-FFF2-40B4-BE49-F238E27FC236}">
                            <a16:creationId xmlns:a16="http://schemas.microsoft.com/office/drawing/2014/main" id="{5D2CF8E6-2103-4A55-88AB-6476A1E716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53198" y="2507646"/>
                        <a:ext cx="73866" cy="20639"/>
                      </a:xfrm>
                      <a:custGeom>
                        <a:avLst/>
                        <a:gdLst>
                          <a:gd name="connsiteX0" fmla="*/ 19478 w 73866"/>
                          <a:gd name="connsiteY0" fmla="*/ 0 h 20639"/>
                          <a:gd name="connsiteX1" fmla="*/ 6144 w 73866"/>
                          <a:gd name="connsiteY1" fmla="*/ 6953 h 20639"/>
                          <a:gd name="connsiteX2" fmla="*/ 714 w 73866"/>
                          <a:gd name="connsiteY2" fmla="*/ 15907 h 20639"/>
                          <a:gd name="connsiteX3" fmla="*/ 52911 w 73866"/>
                          <a:gd name="connsiteY3" fmla="*/ 15907 h 20639"/>
                          <a:gd name="connsiteX4" fmla="*/ 73866 w 73866"/>
                          <a:gd name="connsiteY4" fmla="*/ 10287 h 20639"/>
                          <a:gd name="connsiteX5" fmla="*/ 62246 w 73866"/>
                          <a:gd name="connsiteY5" fmla="*/ 11525 h 20639"/>
                          <a:gd name="connsiteX6" fmla="*/ 19478 w 73866"/>
                          <a:gd name="connsiteY6" fmla="*/ 0 h 20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3866" h="20639">
                            <a:moveTo>
                              <a:pt x="19478" y="0"/>
                            </a:moveTo>
                            <a:cubicBezTo>
                              <a:pt x="16526" y="1810"/>
                              <a:pt x="10620" y="4286"/>
                              <a:pt x="6144" y="6953"/>
                            </a:cubicBezTo>
                            <a:cubicBezTo>
                              <a:pt x="1667" y="9811"/>
                              <a:pt x="-1477" y="13049"/>
                              <a:pt x="714" y="15907"/>
                            </a:cubicBezTo>
                            <a:cubicBezTo>
                              <a:pt x="7858" y="24765"/>
                              <a:pt x="36338" y="19050"/>
                              <a:pt x="52911" y="15907"/>
                            </a:cubicBezTo>
                            <a:cubicBezTo>
                              <a:pt x="57674" y="14669"/>
                              <a:pt x="68532" y="12097"/>
                              <a:pt x="73866" y="10287"/>
                            </a:cubicBezTo>
                            <a:cubicBezTo>
                              <a:pt x="70723" y="10763"/>
                              <a:pt x="65389" y="11621"/>
                              <a:pt x="62246" y="11525"/>
                            </a:cubicBezTo>
                            <a:cubicBezTo>
                              <a:pt x="44910" y="11430"/>
                              <a:pt x="23765" y="11049"/>
                              <a:pt x="19478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00" name="Forme libre : forme 9999">
                        <a:extLst>
                          <a:ext uri="{FF2B5EF4-FFF2-40B4-BE49-F238E27FC236}">
                            <a16:creationId xmlns:a16="http://schemas.microsoft.com/office/drawing/2014/main" id="{C41C9D6E-650A-4EB9-B873-6FF893F73F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59909" y="2497550"/>
                        <a:ext cx="102289" cy="32409"/>
                      </a:xfrm>
                      <a:custGeom>
                        <a:avLst/>
                        <a:gdLst>
                          <a:gd name="connsiteX0" fmla="*/ 102208 w 102289"/>
                          <a:gd name="connsiteY0" fmla="*/ 7144 h 32409"/>
                          <a:gd name="connsiteX1" fmla="*/ 80872 w 102289"/>
                          <a:gd name="connsiteY1" fmla="*/ 19812 h 32409"/>
                          <a:gd name="connsiteX2" fmla="*/ 50868 w 102289"/>
                          <a:gd name="connsiteY2" fmla="*/ 27908 h 32409"/>
                          <a:gd name="connsiteX3" fmla="*/ 22102 w 102289"/>
                          <a:gd name="connsiteY3" fmla="*/ 32195 h 32409"/>
                          <a:gd name="connsiteX4" fmla="*/ 385 w 102289"/>
                          <a:gd name="connsiteY4" fmla="*/ 26765 h 32409"/>
                          <a:gd name="connsiteX5" fmla="*/ 16768 w 102289"/>
                          <a:gd name="connsiteY5" fmla="*/ 11811 h 32409"/>
                          <a:gd name="connsiteX6" fmla="*/ 45820 w 102289"/>
                          <a:gd name="connsiteY6" fmla="*/ 3524 h 32409"/>
                          <a:gd name="connsiteX7" fmla="*/ 79348 w 102289"/>
                          <a:gd name="connsiteY7" fmla="*/ 0 h 32409"/>
                          <a:gd name="connsiteX8" fmla="*/ 102208 w 102289"/>
                          <a:gd name="connsiteY8" fmla="*/ 7144 h 324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2289" h="32409">
                            <a:moveTo>
                              <a:pt x="102208" y="7144"/>
                            </a:moveTo>
                            <a:cubicBezTo>
                              <a:pt x="101160" y="12383"/>
                              <a:pt x="91730" y="16669"/>
                              <a:pt x="80872" y="19812"/>
                            </a:cubicBezTo>
                            <a:cubicBezTo>
                              <a:pt x="70108" y="23527"/>
                              <a:pt x="57821" y="26194"/>
                              <a:pt x="50868" y="27908"/>
                            </a:cubicBezTo>
                            <a:cubicBezTo>
                              <a:pt x="43915" y="29813"/>
                              <a:pt x="32294" y="31337"/>
                              <a:pt x="22102" y="32195"/>
                            </a:cubicBezTo>
                            <a:cubicBezTo>
                              <a:pt x="11911" y="32957"/>
                              <a:pt x="2671" y="31813"/>
                              <a:pt x="385" y="26765"/>
                            </a:cubicBezTo>
                            <a:cubicBezTo>
                              <a:pt x="-1900" y="21527"/>
                              <a:pt x="6291" y="16288"/>
                              <a:pt x="16768" y="11811"/>
                            </a:cubicBezTo>
                            <a:cubicBezTo>
                              <a:pt x="27151" y="7334"/>
                              <a:pt x="39914" y="4953"/>
                              <a:pt x="45820" y="3524"/>
                            </a:cubicBezTo>
                            <a:cubicBezTo>
                              <a:pt x="51821" y="2286"/>
                              <a:pt x="66489" y="286"/>
                              <a:pt x="79348" y="0"/>
                            </a:cubicBezTo>
                            <a:cubicBezTo>
                              <a:pt x="92302" y="286"/>
                              <a:pt x="103351" y="1905"/>
                              <a:pt x="102208" y="714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01" name="Forme libre : forme 10000">
                        <a:extLst>
                          <a:ext uri="{FF2B5EF4-FFF2-40B4-BE49-F238E27FC236}">
                            <a16:creationId xmlns:a16="http://schemas.microsoft.com/office/drawing/2014/main" id="{89CA49FC-AF00-4D6F-ABBC-364D192740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06530" y="2508040"/>
                        <a:ext cx="128735" cy="41458"/>
                      </a:xfrm>
                      <a:custGeom>
                        <a:avLst/>
                        <a:gdLst>
                          <a:gd name="connsiteX0" fmla="*/ 2900 w 128735"/>
                          <a:gd name="connsiteY0" fmla="*/ 32943 h 41458"/>
                          <a:gd name="connsiteX1" fmla="*/ 19569 w 128735"/>
                          <a:gd name="connsiteY1" fmla="*/ 39230 h 41458"/>
                          <a:gd name="connsiteX2" fmla="*/ 67861 w 128735"/>
                          <a:gd name="connsiteY2" fmla="*/ 39992 h 41458"/>
                          <a:gd name="connsiteX3" fmla="*/ 113486 w 128735"/>
                          <a:gd name="connsiteY3" fmla="*/ 26752 h 41458"/>
                          <a:gd name="connsiteX4" fmla="*/ 127964 w 128735"/>
                          <a:gd name="connsiteY4" fmla="*/ 10274 h 41458"/>
                          <a:gd name="connsiteX5" fmla="*/ 111390 w 128735"/>
                          <a:gd name="connsiteY5" fmla="*/ 7226 h 41458"/>
                          <a:gd name="connsiteX6" fmla="*/ 88530 w 128735"/>
                          <a:gd name="connsiteY6" fmla="*/ 5892 h 41458"/>
                          <a:gd name="connsiteX7" fmla="*/ 65289 w 128735"/>
                          <a:gd name="connsiteY7" fmla="*/ 3321 h 41458"/>
                          <a:gd name="connsiteX8" fmla="*/ 17950 w 128735"/>
                          <a:gd name="connsiteY8" fmla="*/ 4940 h 41458"/>
                          <a:gd name="connsiteX9" fmla="*/ 2900 w 128735"/>
                          <a:gd name="connsiteY9" fmla="*/ 32943 h 4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8735" h="41458">
                            <a:moveTo>
                              <a:pt x="2900" y="32943"/>
                            </a:moveTo>
                            <a:cubicBezTo>
                              <a:pt x="7949" y="37611"/>
                              <a:pt x="10997" y="38182"/>
                              <a:pt x="19569" y="39230"/>
                            </a:cubicBezTo>
                            <a:cubicBezTo>
                              <a:pt x="35762" y="40944"/>
                              <a:pt x="48811" y="42849"/>
                              <a:pt x="67861" y="39992"/>
                            </a:cubicBezTo>
                            <a:cubicBezTo>
                              <a:pt x="83768" y="37611"/>
                              <a:pt x="100913" y="32848"/>
                              <a:pt x="113486" y="26752"/>
                            </a:cubicBezTo>
                            <a:cubicBezTo>
                              <a:pt x="122820" y="22466"/>
                              <a:pt x="131393" y="15894"/>
                              <a:pt x="127964" y="10274"/>
                            </a:cubicBezTo>
                            <a:cubicBezTo>
                              <a:pt x="125773" y="6845"/>
                              <a:pt x="117867" y="7893"/>
                              <a:pt x="111390" y="7226"/>
                            </a:cubicBezTo>
                            <a:cubicBezTo>
                              <a:pt x="103675" y="6273"/>
                              <a:pt x="96245" y="6464"/>
                              <a:pt x="88530" y="5892"/>
                            </a:cubicBezTo>
                            <a:cubicBezTo>
                              <a:pt x="80910" y="5226"/>
                              <a:pt x="73195" y="4559"/>
                              <a:pt x="65289" y="3321"/>
                            </a:cubicBezTo>
                            <a:cubicBezTo>
                              <a:pt x="51764" y="844"/>
                              <a:pt x="35571" y="-3442"/>
                              <a:pt x="17950" y="4940"/>
                            </a:cubicBezTo>
                            <a:cubicBezTo>
                              <a:pt x="1948" y="12560"/>
                              <a:pt x="-4148" y="26562"/>
                              <a:pt x="2900" y="3294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02" name="Forme libre : forme 10001">
                        <a:extLst>
                          <a:ext uri="{FF2B5EF4-FFF2-40B4-BE49-F238E27FC236}">
                            <a16:creationId xmlns:a16="http://schemas.microsoft.com/office/drawing/2014/main" id="{F0FC854F-C58C-450F-AD5F-85A309D497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28944" y="2500075"/>
                        <a:ext cx="39573" cy="22413"/>
                      </a:xfrm>
                      <a:custGeom>
                        <a:avLst/>
                        <a:gdLst>
                          <a:gd name="connsiteX0" fmla="*/ 2966 w 39573"/>
                          <a:gd name="connsiteY0" fmla="*/ 17191 h 22413"/>
                          <a:gd name="connsiteX1" fmla="*/ 13 w 39573"/>
                          <a:gd name="connsiteY1" fmla="*/ 21097 h 22413"/>
                          <a:gd name="connsiteX2" fmla="*/ 3823 w 39573"/>
                          <a:gd name="connsiteY2" fmla="*/ 22240 h 22413"/>
                          <a:gd name="connsiteX3" fmla="*/ 11348 w 39573"/>
                          <a:gd name="connsiteY3" fmla="*/ 19763 h 22413"/>
                          <a:gd name="connsiteX4" fmla="*/ 29064 w 39573"/>
                          <a:gd name="connsiteY4" fmla="*/ 11667 h 22413"/>
                          <a:gd name="connsiteX5" fmla="*/ 35256 w 39573"/>
                          <a:gd name="connsiteY5" fmla="*/ 8333 h 22413"/>
                          <a:gd name="connsiteX6" fmla="*/ 28779 w 39573"/>
                          <a:gd name="connsiteY6" fmla="*/ 1380 h 22413"/>
                          <a:gd name="connsiteX7" fmla="*/ 2966 w 39573"/>
                          <a:gd name="connsiteY7" fmla="*/ 17191 h 224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573" h="22413">
                            <a:moveTo>
                              <a:pt x="2966" y="17191"/>
                            </a:moveTo>
                            <a:cubicBezTo>
                              <a:pt x="1347" y="18620"/>
                              <a:pt x="204" y="19668"/>
                              <a:pt x="13" y="21097"/>
                            </a:cubicBezTo>
                            <a:cubicBezTo>
                              <a:pt x="-177" y="22430"/>
                              <a:pt x="1728" y="22621"/>
                              <a:pt x="3823" y="22240"/>
                            </a:cubicBezTo>
                            <a:cubicBezTo>
                              <a:pt x="5919" y="21764"/>
                              <a:pt x="9062" y="20811"/>
                              <a:pt x="11348" y="19763"/>
                            </a:cubicBezTo>
                            <a:cubicBezTo>
                              <a:pt x="17253" y="17287"/>
                              <a:pt x="23540" y="14524"/>
                              <a:pt x="29064" y="11667"/>
                            </a:cubicBezTo>
                            <a:cubicBezTo>
                              <a:pt x="31350" y="10619"/>
                              <a:pt x="33541" y="9667"/>
                              <a:pt x="35256" y="8333"/>
                            </a:cubicBezTo>
                            <a:cubicBezTo>
                              <a:pt x="42399" y="2809"/>
                              <a:pt x="40971" y="-2620"/>
                              <a:pt x="28779" y="1380"/>
                            </a:cubicBezTo>
                            <a:cubicBezTo>
                              <a:pt x="19539" y="4618"/>
                              <a:pt x="9633" y="11667"/>
                              <a:pt x="2966" y="17191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03" name="Forme libre : forme 10002">
                        <a:extLst>
                          <a:ext uri="{FF2B5EF4-FFF2-40B4-BE49-F238E27FC236}">
                            <a16:creationId xmlns:a16="http://schemas.microsoft.com/office/drawing/2014/main" id="{D47A2C1F-0699-46ED-AED1-8A2991789B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208" y="2505456"/>
                        <a:ext cx="59150" cy="34861"/>
                      </a:xfrm>
                      <a:custGeom>
                        <a:avLst/>
                        <a:gdLst>
                          <a:gd name="connsiteX0" fmla="*/ 59150 w 59150"/>
                          <a:gd name="connsiteY0" fmla="*/ 0 h 34861"/>
                          <a:gd name="connsiteX1" fmla="*/ 33433 w 59150"/>
                          <a:gd name="connsiteY1" fmla="*/ 19431 h 34861"/>
                          <a:gd name="connsiteX2" fmla="*/ 0 w 59150"/>
                          <a:gd name="connsiteY2" fmla="*/ 34862 h 34861"/>
                          <a:gd name="connsiteX3" fmla="*/ 31337 w 59150"/>
                          <a:gd name="connsiteY3" fmla="*/ 18193 h 34861"/>
                          <a:gd name="connsiteX4" fmla="*/ 59150 w 59150"/>
                          <a:gd name="connsiteY4" fmla="*/ 0 h 34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150" h="34861">
                            <a:moveTo>
                              <a:pt x="59150" y="0"/>
                            </a:moveTo>
                            <a:cubicBezTo>
                              <a:pt x="55054" y="7429"/>
                              <a:pt x="44767" y="13811"/>
                              <a:pt x="33433" y="19431"/>
                            </a:cubicBezTo>
                            <a:cubicBezTo>
                              <a:pt x="22098" y="25717"/>
                              <a:pt x="9430" y="30194"/>
                              <a:pt x="0" y="34862"/>
                            </a:cubicBezTo>
                            <a:cubicBezTo>
                              <a:pt x="10287" y="29813"/>
                              <a:pt x="21146" y="24765"/>
                              <a:pt x="31337" y="18193"/>
                            </a:cubicBezTo>
                            <a:cubicBezTo>
                              <a:pt x="41434" y="12097"/>
                              <a:pt x="51244" y="6001"/>
                              <a:pt x="5915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04" name="Forme libre : forme 10003">
                        <a:extLst>
                          <a:ext uri="{FF2B5EF4-FFF2-40B4-BE49-F238E27FC236}">
                            <a16:creationId xmlns:a16="http://schemas.microsoft.com/office/drawing/2014/main" id="{2B5CE3CA-70A7-4B77-B1D0-419F64085A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3332" y="2488025"/>
                        <a:ext cx="62388" cy="51530"/>
                      </a:xfrm>
                      <a:custGeom>
                        <a:avLst/>
                        <a:gdLst>
                          <a:gd name="connsiteX0" fmla="*/ 62389 w 62388"/>
                          <a:gd name="connsiteY0" fmla="*/ 0 h 51530"/>
                          <a:gd name="connsiteX1" fmla="*/ 0 w 62388"/>
                          <a:gd name="connsiteY1" fmla="*/ 51530 h 51530"/>
                          <a:gd name="connsiteX2" fmla="*/ 62389 w 62388"/>
                          <a:gd name="connsiteY2" fmla="*/ 0 h 515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2388" h="51530">
                            <a:moveTo>
                              <a:pt x="62389" y="0"/>
                            </a:moveTo>
                            <a:cubicBezTo>
                              <a:pt x="32861" y="10763"/>
                              <a:pt x="12192" y="32385"/>
                              <a:pt x="0" y="51530"/>
                            </a:cubicBezTo>
                            <a:cubicBezTo>
                              <a:pt x="10382" y="33052"/>
                              <a:pt x="38386" y="12002"/>
                              <a:pt x="6238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05" name="Forme libre : forme 10004">
                        <a:extLst>
                          <a:ext uri="{FF2B5EF4-FFF2-40B4-BE49-F238E27FC236}">
                            <a16:creationId xmlns:a16="http://schemas.microsoft.com/office/drawing/2014/main" id="{0598DFA1-E9B6-478E-BEA3-25A3A7033F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3526" y="2499772"/>
                        <a:ext cx="38770" cy="9031"/>
                      </a:xfrm>
                      <a:custGeom>
                        <a:avLst/>
                        <a:gdLst>
                          <a:gd name="connsiteX0" fmla="*/ 38586 w 38770"/>
                          <a:gd name="connsiteY0" fmla="*/ 3112 h 9031"/>
                          <a:gd name="connsiteX1" fmla="*/ 16393 w 38770"/>
                          <a:gd name="connsiteY1" fmla="*/ 8446 h 9031"/>
                          <a:gd name="connsiteX2" fmla="*/ 200 w 38770"/>
                          <a:gd name="connsiteY2" fmla="*/ 5970 h 9031"/>
                          <a:gd name="connsiteX3" fmla="*/ 21155 w 38770"/>
                          <a:gd name="connsiteY3" fmla="*/ 255 h 9031"/>
                          <a:gd name="connsiteX4" fmla="*/ 38586 w 38770"/>
                          <a:gd name="connsiteY4" fmla="*/ 3112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770" h="9031">
                            <a:moveTo>
                              <a:pt x="38586" y="3112"/>
                            </a:moveTo>
                            <a:cubicBezTo>
                              <a:pt x="36586" y="7017"/>
                              <a:pt x="21155" y="8065"/>
                              <a:pt x="16393" y="8446"/>
                            </a:cubicBezTo>
                            <a:cubicBezTo>
                              <a:pt x="11726" y="9018"/>
                              <a:pt x="-1800" y="10161"/>
                              <a:pt x="200" y="5970"/>
                            </a:cubicBezTo>
                            <a:cubicBezTo>
                              <a:pt x="2201" y="1874"/>
                              <a:pt x="16583" y="255"/>
                              <a:pt x="21155" y="255"/>
                            </a:cubicBezTo>
                            <a:cubicBezTo>
                              <a:pt x="25727" y="-31"/>
                              <a:pt x="40586" y="-793"/>
                              <a:pt x="38586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06" name="Forme libre : forme 10005">
                        <a:extLst>
                          <a:ext uri="{FF2B5EF4-FFF2-40B4-BE49-F238E27FC236}">
                            <a16:creationId xmlns:a16="http://schemas.microsoft.com/office/drawing/2014/main" id="{D6CB00F8-74AD-4E0A-8268-E5B4F801AF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6999" y="2500033"/>
                        <a:ext cx="10985" cy="3700"/>
                      </a:xfrm>
                      <a:custGeom>
                        <a:avLst/>
                        <a:gdLst>
                          <a:gd name="connsiteX0" fmla="*/ 10924 w 10985"/>
                          <a:gd name="connsiteY0" fmla="*/ 946 h 3700"/>
                          <a:gd name="connsiteX1" fmla="*/ 6161 w 10985"/>
                          <a:gd name="connsiteY1" fmla="*/ 3422 h 3700"/>
                          <a:gd name="connsiteX2" fmla="*/ 65 w 10985"/>
                          <a:gd name="connsiteY2" fmla="*/ 2755 h 3700"/>
                          <a:gd name="connsiteX3" fmla="*/ 4637 w 10985"/>
                          <a:gd name="connsiteY3" fmla="*/ 279 h 3700"/>
                          <a:gd name="connsiteX4" fmla="*/ 10924 w 10985"/>
                          <a:gd name="connsiteY4" fmla="*/ 946 h 3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85" h="3700">
                            <a:moveTo>
                              <a:pt x="10924" y="946"/>
                            </a:moveTo>
                            <a:cubicBezTo>
                              <a:pt x="11495" y="2184"/>
                              <a:pt x="7971" y="3136"/>
                              <a:pt x="6161" y="3422"/>
                            </a:cubicBezTo>
                            <a:cubicBezTo>
                              <a:pt x="4351" y="3708"/>
                              <a:pt x="637" y="4089"/>
                              <a:pt x="65" y="2755"/>
                            </a:cubicBezTo>
                            <a:cubicBezTo>
                              <a:pt x="-506" y="1422"/>
                              <a:pt x="2827" y="564"/>
                              <a:pt x="4637" y="279"/>
                            </a:cubicBezTo>
                            <a:cubicBezTo>
                              <a:pt x="6542" y="-7"/>
                              <a:pt x="10352" y="-388"/>
                              <a:pt x="10924" y="94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10007" name="Forme libre : forme 10006">
                        <a:extLst>
                          <a:ext uri="{FF2B5EF4-FFF2-40B4-BE49-F238E27FC236}">
                            <a16:creationId xmlns:a16="http://schemas.microsoft.com/office/drawing/2014/main" id="{FBCFD922-91F3-4E8D-B7BB-2676361800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8702" y="2474711"/>
                        <a:ext cx="99928" cy="28422"/>
                      </a:xfrm>
                      <a:custGeom>
                        <a:avLst/>
                        <a:gdLst>
                          <a:gd name="connsiteX0" fmla="*/ 74557 w 99928"/>
                          <a:gd name="connsiteY0" fmla="*/ 9027 h 28422"/>
                          <a:gd name="connsiteX1" fmla="*/ 99227 w 99928"/>
                          <a:gd name="connsiteY1" fmla="*/ 22172 h 28422"/>
                          <a:gd name="connsiteX2" fmla="*/ 92941 w 99928"/>
                          <a:gd name="connsiteY2" fmla="*/ 28363 h 28422"/>
                          <a:gd name="connsiteX3" fmla="*/ 81320 w 99928"/>
                          <a:gd name="connsiteY3" fmla="*/ 25696 h 28422"/>
                          <a:gd name="connsiteX4" fmla="*/ 45792 w 99928"/>
                          <a:gd name="connsiteY4" fmla="*/ 16552 h 28422"/>
                          <a:gd name="connsiteX5" fmla="*/ 17979 w 99928"/>
                          <a:gd name="connsiteY5" fmla="*/ 15790 h 28422"/>
                          <a:gd name="connsiteX6" fmla="*/ 548 w 99928"/>
                          <a:gd name="connsiteY6" fmla="*/ 10075 h 28422"/>
                          <a:gd name="connsiteX7" fmla="*/ 50745 w 99928"/>
                          <a:gd name="connsiteY7" fmla="*/ 741 h 28422"/>
                          <a:gd name="connsiteX8" fmla="*/ 74557 w 99928"/>
                          <a:gd name="connsiteY8" fmla="*/ 9027 h 284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9928" h="28422">
                            <a:moveTo>
                              <a:pt x="74557" y="9027"/>
                            </a:moveTo>
                            <a:cubicBezTo>
                              <a:pt x="85321" y="12742"/>
                              <a:pt x="92941" y="15885"/>
                              <a:pt x="99227" y="22172"/>
                            </a:cubicBezTo>
                            <a:cubicBezTo>
                              <a:pt x="101513" y="24553"/>
                              <a:pt x="97894" y="27887"/>
                              <a:pt x="92941" y="28363"/>
                            </a:cubicBezTo>
                            <a:cubicBezTo>
                              <a:pt x="87988" y="28744"/>
                              <a:pt x="84749" y="27220"/>
                              <a:pt x="81320" y="25696"/>
                            </a:cubicBezTo>
                            <a:cubicBezTo>
                              <a:pt x="70557" y="21219"/>
                              <a:pt x="58936" y="18743"/>
                              <a:pt x="45792" y="16552"/>
                            </a:cubicBezTo>
                            <a:cubicBezTo>
                              <a:pt x="41696" y="15980"/>
                              <a:pt x="29028" y="16361"/>
                              <a:pt x="17979" y="15790"/>
                            </a:cubicBezTo>
                            <a:cubicBezTo>
                              <a:pt x="7025" y="15790"/>
                              <a:pt x="-2405" y="14647"/>
                              <a:pt x="548" y="10075"/>
                            </a:cubicBezTo>
                            <a:cubicBezTo>
                              <a:pt x="6358" y="455"/>
                              <a:pt x="39696" y="-1260"/>
                              <a:pt x="50745" y="741"/>
                            </a:cubicBezTo>
                            <a:cubicBezTo>
                              <a:pt x="61794" y="2455"/>
                              <a:pt x="66461" y="6360"/>
                              <a:pt x="74557" y="9027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86" name="Graphique 1">
                    <a:extLst>
                      <a:ext uri="{FF2B5EF4-FFF2-40B4-BE49-F238E27FC236}">
                        <a16:creationId xmlns:a16="http://schemas.microsoft.com/office/drawing/2014/main" id="{494FE033-BAE8-467B-B316-354D5C2F853A}"/>
                      </a:ext>
                    </a:extLst>
                  </p:cNvPr>
                  <p:cNvGrpSpPr/>
                  <p:nvPr/>
                </p:nvGrpSpPr>
                <p:grpSpPr>
                  <a:xfrm>
                    <a:off x="1095835" y="2454288"/>
                    <a:ext cx="427693" cy="82317"/>
                    <a:chOff x="1095835" y="2454288"/>
                    <a:chExt cx="427693" cy="82317"/>
                  </a:xfrm>
                  <a:solidFill>
                    <a:schemeClr val="accent1"/>
                  </a:solidFill>
                </p:grpSpPr>
                <p:grpSp>
                  <p:nvGrpSpPr>
                    <p:cNvPr id="9966" name="Graphique 1">
                      <a:extLst>
                        <a:ext uri="{FF2B5EF4-FFF2-40B4-BE49-F238E27FC236}">
                          <a16:creationId xmlns:a16="http://schemas.microsoft.com/office/drawing/2014/main" id="{F5E5F880-EEBE-4E25-8A67-D53A031C26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95835" y="2457341"/>
                      <a:ext cx="213928" cy="79264"/>
                      <a:chOff x="1095835" y="2457341"/>
                      <a:chExt cx="213928" cy="79264"/>
                    </a:xfrm>
                    <a:solidFill>
                      <a:schemeClr val="accent1"/>
                    </a:solidFill>
                  </p:grpSpPr>
                  <p:sp>
                    <p:nvSpPr>
                      <p:cNvPr id="9980" name="Forme libre : forme 9979">
                        <a:extLst>
                          <a:ext uri="{FF2B5EF4-FFF2-40B4-BE49-F238E27FC236}">
                            <a16:creationId xmlns:a16="http://schemas.microsoft.com/office/drawing/2014/main" id="{1DC2121A-17FF-4B52-A4EB-0700A6C05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5835" y="2457341"/>
                        <a:ext cx="213928" cy="79264"/>
                      </a:xfrm>
                      <a:custGeom>
                        <a:avLst/>
                        <a:gdLst>
                          <a:gd name="connsiteX0" fmla="*/ 142133 w 213928"/>
                          <a:gd name="connsiteY0" fmla="*/ 79262 h 79264"/>
                          <a:gd name="connsiteX1" fmla="*/ 69647 w 213928"/>
                          <a:gd name="connsiteY1" fmla="*/ 75166 h 79264"/>
                          <a:gd name="connsiteX2" fmla="*/ 3449 w 213928"/>
                          <a:gd name="connsiteY2" fmla="*/ 41924 h 79264"/>
                          <a:gd name="connsiteX3" fmla="*/ 6020 w 213928"/>
                          <a:gd name="connsiteY3" fmla="*/ 20493 h 79264"/>
                          <a:gd name="connsiteX4" fmla="*/ 76315 w 213928"/>
                          <a:gd name="connsiteY4" fmla="*/ 14 h 79264"/>
                          <a:gd name="connsiteX5" fmla="*/ 143180 w 213928"/>
                          <a:gd name="connsiteY5" fmla="*/ 3919 h 79264"/>
                          <a:gd name="connsiteX6" fmla="*/ 208236 w 213928"/>
                          <a:gd name="connsiteY6" fmla="*/ 34399 h 79264"/>
                          <a:gd name="connsiteX7" fmla="*/ 209951 w 213928"/>
                          <a:gd name="connsiteY7" fmla="*/ 37161 h 79264"/>
                          <a:gd name="connsiteX8" fmla="*/ 211189 w 213928"/>
                          <a:gd name="connsiteY8" fmla="*/ 55354 h 79264"/>
                          <a:gd name="connsiteX9" fmla="*/ 210046 w 213928"/>
                          <a:gd name="connsiteY9" fmla="*/ 56402 h 79264"/>
                          <a:gd name="connsiteX10" fmla="*/ 206236 w 213928"/>
                          <a:gd name="connsiteY10" fmla="*/ 58973 h 79264"/>
                          <a:gd name="connsiteX11" fmla="*/ 203093 w 213928"/>
                          <a:gd name="connsiteY11" fmla="*/ 61450 h 79264"/>
                          <a:gd name="connsiteX12" fmla="*/ 196425 w 213928"/>
                          <a:gd name="connsiteY12" fmla="*/ 65927 h 79264"/>
                          <a:gd name="connsiteX13" fmla="*/ 181471 w 213928"/>
                          <a:gd name="connsiteY13" fmla="*/ 73071 h 79264"/>
                          <a:gd name="connsiteX14" fmla="*/ 142133 w 213928"/>
                          <a:gd name="connsiteY14" fmla="*/ 79262 h 792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13928" h="79264">
                            <a:moveTo>
                              <a:pt x="142133" y="79262"/>
                            </a:moveTo>
                            <a:cubicBezTo>
                              <a:pt x="124892" y="79357"/>
                              <a:pt x="87554" y="77357"/>
                              <a:pt x="69647" y="75166"/>
                            </a:cubicBezTo>
                            <a:cubicBezTo>
                              <a:pt x="36215" y="71165"/>
                              <a:pt x="19641" y="59259"/>
                              <a:pt x="3449" y="41924"/>
                            </a:cubicBezTo>
                            <a:cubicBezTo>
                              <a:pt x="-2171" y="35923"/>
                              <a:pt x="-647" y="25064"/>
                              <a:pt x="6020" y="20493"/>
                            </a:cubicBezTo>
                            <a:cubicBezTo>
                              <a:pt x="25261" y="7253"/>
                              <a:pt x="45263" y="-367"/>
                              <a:pt x="76315" y="14"/>
                            </a:cubicBezTo>
                            <a:cubicBezTo>
                              <a:pt x="92984" y="204"/>
                              <a:pt x="126226" y="2300"/>
                              <a:pt x="143180" y="3919"/>
                            </a:cubicBezTo>
                            <a:cubicBezTo>
                              <a:pt x="174899" y="6967"/>
                              <a:pt x="191663" y="18587"/>
                              <a:pt x="208236" y="34399"/>
                            </a:cubicBezTo>
                            <a:cubicBezTo>
                              <a:pt x="208808" y="35256"/>
                              <a:pt x="209379" y="36113"/>
                              <a:pt x="209951" y="37161"/>
                            </a:cubicBezTo>
                            <a:cubicBezTo>
                              <a:pt x="213094" y="42400"/>
                              <a:pt x="216428" y="50211"/>
                              <a:pt x="211189" y="55354"/>
                            </a:cubicBezTo>
                            <a:lnTo>
                              <a:pt x="210046" y="56402"/>
                            </a:lnTo>
                            <a:cubicBezTo>
                              <a:pt x="208903" y="57259"/>
                              <a:pt x="207569" y="58116"/>
                              <a:pt x="206236" y="58973"/>
                            </a:cubicBezTo>
                            <a:cubicBezTo>
                              <a:pt x="205188" y="59831"/>
                              <a:pt x="204140" y="60593"/>
                              <a:pt x="203093" y="61450"/>
                            </a:cubicBezTo>
                            <a:cubicBezTo>
                              <a:pt x="200902" y="63069"/>
                              <a:pt x="198711" y="64593"/>
                              <a:pt x="196425" y="65927"/>
                            </a:cubicBezTo>
                            <a:cubicBezTo>
                              <a:pt x="191853" y="68689"/>
                              <a:pt x="186900" y="71165"/>
                              <a:pt x="181471" y="73071"/>
                            </a:cubicBezTo>
                            <a:cubicBezTo>
                              <a:pt x="170708" y="76976"/>
                              <a:pt x="157944" y="79166"/>
                              <a:pt x="142133" y="79262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81" name="Forme libre : forme 9980">
                        <a:extLst>
                          <a:ext uri="{FF2B5EF4-FFF2-40B4-BE49-F238E27FC236}">
                            <a16:creationId xmlns:a16="http://schemas.microsoft.com/office/drawing/2014/main" id="{F6F2FBA1-721A-4DF1-8213-011FD3D880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5855" y="2490120"/>
                        <a:ext cx="211454" cy="46386"/>
                      </a:xfrm>
                      <a:custGeom>
                        <a:avLst/>
                        <a:gdLst>
                          <a:gd name="connsiteX0" fmla="*/ 82487 w 211454"/>
                          <a:gd name="connsiteY0" fmla="*/ 16193 h 46386"/>
                          <a:gd name="connsiteX1" fmla="*/ 0 w 211454"/>
                          <a:gd name="connsiteY1" fmla="*/ 0 h 46386"/>
                          <a:gd name="connsiteX2" fmla="*/ 3429 w 211454"/>
                          <a:gd name="connsiteY2" fmla="*/ 9049 h 46386"/>
                          <a:gd name="connsiteX3" fmla="*/ 11906 w 211454"/>
                          <a:gd name="connsiteY3" fmla="*/ 17526 h 46386"/>
                          <a:gd name="connsiteX4" fmla="*/ 41720 w 211454"/>
                          <a:gd name="connsiteY4" fmla="*/ 36004 h 46386"/>
                          <a:gd name="connsiteX5" fmla="*/ 69628 w 211454"/>
                          <a:gd name="connsiteY5" fmla="*/ 42386 h 46386"/>
                          <a:gd name="connsiteX6" fmla="*/ 81248 w 211454"/>
                          <a:gd name="connsiteY6" fmla="*/ 43529 h 46386"/>
                          <a:gd name="connsiteX7" fmla="*/ 136684 w 211454"/>
                          <a:gd name="connsiteY7" fmla="*/ 46387 h 46386"/>
                          <a:gd name="connsiteX8" fmla="*/ 142018 w 211454"/>
                          <a:gd name="connsiteY8" fmla="*/ 46387 h 46386"/>
                          <a:gd name="connsiteX9" fmla="*/ 172021 w 211454"/>
                          <a:gd name="connsiteY9" fmla="*/ 42958 h 46386"/>
                          <a:gd name="connsiteX10" fmla="*/ 202311 w 211454"/>
                          <a:gd name="connsiteY10" fmla="*/ 29051 h 46386"/>
                          <a:gd name="connsiteX11" fmla="*/ 205930 w 211454"/>
                          <a:gd name="connsiteY11" fmla="*/ 26289 h 46386"/>
                          <a:gd name="connsiteX12" fmla="*/ 210121 w 211454"/>
                          <a:gd name="connsiteY12" fmla="*/ 23336 h 46386"/>
                          <a:gd name="connsiteX13" fmla="*/ 211169 w 211454"/>
                          <a:gd name="connsiteY13" fmla="*/ 22384 h 46386"/>
                          <a:gd name="connsiteX14" fmla="*/ 211455 w 211454"/>
                          <a:gd name="connsiteY14" fmla="*/ 22098 h 46386"/>
                          <a:gd name="connsiteX15" fmla="*/ 210121 w 211454"/>
                          <a:gd name="connsiteY15" fmla="*/ 22193 h 46386"/>
                          <a:gd name="connsiteX16" fmla="*/ 145733 w 211454"/>
                          <a:gd name="connsiteY16" fmla="*/ 18383 h 46386"/>
                          <a:gd name="connsiteX17" fmla="*/ 82487 w 211454"/>
                          <a:gd name="connsiteY17" fmla="*/ 16193 h 463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211454" h="46386">
                            <a:moveTo>
                              <a:pt x="82487" y="16193"/>
                            </a:moveTo>
                            <a:cubicBezTo>
                              <a:pt x="53245" y="16002"/>
                              <a:pt x="21812" y="12859"/>
                              <a:pt x="0" y="0"/>
                            </a:cubicBezTo>
                            <a:cubicBezTo>
                              <a:pt x="95" y="3334"/>
                              <a:pt x="1048" y="6572"/>
                              <a:pt x="3429" y="9049"/>
                            </a:cubicBezTo>
                            <a:cubicBezTo>
                              <a:pt x="6191" y="12002"/>
                              <a:pt x="9049" y="14859"/>
                              <a:pt x="11906" y="17526"/>
                            </a:cubicBezTo>
                            <a:cubicBezTo>
                              <a:pt x="20288" y="25146"/>
                              <a:pt x="29623" y="31433"/>
                              <a:pt x="41720" y="36004"/>
                            </a:cubicBezTo>
                            <a:cubicBezTo>
                              <a:pt x="49625" y="38862"/>
                              <a:pt x="58674" y="41053"/>
                              <a:pt x="69628" y="42386"/>
                            </a:cubicBezTo>
                            <a:cubicBezTo>
                              <a:pt x="72962" y="42672"/>
                              <a:pt x="76962" y="43148"/>
                              <a:pt x="81248" y="43529"/>
                            </a:cubicBezTo>
                            <a:cubicBezTo>
                              <a:pt x="98393" y="44958"/>
                              <a:pt x="121729" y="46101"/>
                              <a:pt x="136684" y="46387"/>
                            </a:cubicBezTo>
                            <a:cubicBezTo>
                              <a:pt x="138589" y="46387"/>
                              <a:pt x="140399" y="46387"/>
                              <a:pt x="142018" y="46387"/>
                            </a:cubicBezTo>
                            <a:cubicBezTo>
                              <a:pt x="153448" y="46292"/>
                              <a:pt x="163259" y="45149"/>
                              <a:pt x="172021" y="42958"/>
                            </a:cubicBezTo>
                            <a:cubicBezTo>
                              <a:pt x="183928" y="39910"/>
                              <a:pt x="193548" y="35052"/>
                              <a:pt x="202311" y="29051"/>
                            </a:cubicBezTo>
                            <a:cubicBezTo>
                              <a:pt x="203454" y="28099"/>
                              <a:pt x="204692" y="27242"/>
                              <a:pt x="205930" y="26289"/>
                            </a:cubicBezTo>
                            <a:cubicBezTo>
                              <a:pt x="207169" y="25337"/>
                              <a:pt x="208883" y="24384"/>
                              <a:pt x="210121" y="23336"/>
                            </a:cubicBezTo>
                            <a:lnTo>
                              <a:pt x="211169" y="22384"/>
                            </a:lnTo>
                            <a:lnTo>
                              <a:pt x="211455" y="22098"/>
                            </a:lnTo>
                            <a:lnTo>
                              <a:pt x="210121" y="22193"/>
                            </a:lnTo>
                            <a:cubicBezTo>
                              <a:pt x="188881" y="20955"/>
                              <a:pt x="167259" y="19621"/>
                              <a:pt x="145733" y="18383"/>
                            </a:cubicBezTo>
                            <a:cubicBezTo>
                              <a:pt x="124492" y="17240"/>
                              <a:pt x="103251" y="16288"/>
                              <a:pt x="82487" y="16193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82" name="Forme libre : forme 9981">
                        <a:extLst>
                          <a:ext uri="{FF2B5EF4-FFF2-40B4-BE49-F238E27FC236}">
                            <a16:creationId xmlns:a16="http://schemas.microsoft.com/office/drawing/2014/main" id="{75E1E278-B1F1-4919-A5A6-0CA3395CB0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69863" y="2486488"/>
                        <a:ext cx="98966" cy="25755"/>
                      </a:xfrm>
                      <a:custGeom>
                        <a:avLst/>
                        <a:gdLst>
                          <a:gd name="connsiteX0" fmla="*/ 98967 w 98966"/>
                          <a:gd name="connsiteY0" fmla="*/ 15824 h 25755"/>
                          <a:gd name="connsiteX1" fmla="*/ 46769 w 98966"/>
                          <a:gd name="connsiteY1" fmla="*/ 25540 h 25755"/>
                          <a:gd name="connsiteX2" fmla="*/ 2 w 98966"/>
                          <a:gd name="connsiteY2" fmla="*/ 9347 h 25755"/>
                          <a:gd name="connsiteX3" fmla="*/ 47817 w 98966"/>
                          <a:gd name="connsiteY3" fmla="*/ 679 h 25755"/>
                          <a:gd name="connsiteX4" fmla="*/ 98967 w 98966"/>
                          <a:gd name="connsiteY4" fmla="*/ 15824 h 257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8966" h="25755">
                            <a:moveTo>
                              <a:pt x="98967" y="15824"/>
                            </a:moveTo>
                            <a:cubicBezTo>
                              <a:pt x="98871" y="25921"/>
                              <a:pt x="59914" y="26206"/>
                              <a:pt x="46769" y="25540"/>
                            </a:cubicBezTo>
                            <a:cubicBezTo>
                              <a:pt x="33720" y="24873"/>
                              <a:pt x="-284" y="20396"/>
                              <a:pt x="2" y="9347"/>
                            </a:cubicBezTo>
                            <a:cubicBezTo>
                              <a:pt x="288" y="-1702"/>
                              <a:pt x="35625" y="-368"/>
                              <a:pt x="47817" y="679"/>
                            </a:cubicBezTo>
                            <a:cubicBezTo>
                              <a:pt x="60009" y="1727"/>
                              <a:pt x="99062" y="5633"/>
                              <a:pt x="98967" y="1582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83" name="Forme libre : forme 9982">
                        <a:extLst>
                          <a:ext uri="{FF2B5EF4-FFF2-40B4-BE49-F238E27FC236}">
                            <a16:creationId xmlns:a16="http://schemas.microsoft.com/office/drawing/2014/main" id="{A097A108-4C62-4D0B-B967-9C913C5A41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69243" y="2487263"/>
                        <a:ext cx="69105" cy="24991"/>
                      </a:xfrm>
                      <a:custGeom>
                        <a:avLst/>
                        <a:gdLst>
                          <a:gd name="connsiteX0" fmla="*/ 21957 w 69105"/>
                          <a:gd name="connsiteY0" fmla="*/ 0 h 24991"/>
                          <a:gd name="connsiteX1" fmla="*/ 145 w 69105"/>
                          <a:gd name="connsiteY1" fmla="*/ 8668 h 24991"/>
                          <a:gd name="connsiteX2" fmla="*/ 47960 w 69105"/>
                          <a:gd name="connsiteY2" fmla="*/ 24860 h 24991"/>
                          <a:gd name="connsiteX3" fmla="*/ 69106 w 69105"/>
                          <a:gd name="connsiteY3" fmla="*/ 24384 h 24991"/>
                          <a:gd name="connsiteX4" fmla="*/ 57866 w 69105"/>
                          <a:gd name="connsiteY4" fmla="*/ 23050 h 24991"/>
                          <a:gd name="connsiteX5" fmla="*/ 21957 w 69105"/>
                          <a:gd name="connsiteY5" fmla="*/ 0 h 24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9105" h="24991">
                            <a:moveTo>
                              <a:pt x="21957" y="0"/>
                            </a:moveTo>
                            <a:cubicBezTo>
                              <a:pt x="15670" y="1524"/>
                              <a:pt x="-1760" y="1714"/>
                              <a:pt x="145" y="8668"/>
                            </a:cubicBezTo>
                            <a:cubicBezTo>
                              <a:pt x="3193" y="19907"/>
                              <a:pt x="31482" y="23813"/>
                              <a:pt x="47960" y="24860"/>
                            </a:cubicBezTo>
                            <a:cubicBezTo>
                              <a:pt x="52818" y="25146"/>
                              <a:pt x="63676" y="24955"/>
                              <a:pt x="69106" y="24384"/>
                            </a:cubicBezTo>
                            <a:cubicBezTo>
                              <a:pt x="65962" y="24098"/>
                              <a:pt x="60724" y="23813"/>
                              <a:pt x="57866" y="23050"/>
                            </a:cubicBezTo>
                            <a:cubicBezTo>
                              <a:pt x="41483" y="18574"/>
                              <a:pt x="22243" y="12002"/>
                              <a:pt x="21957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84" name="Forme libre : forme 9983">
                        <a:extLst>
                          <a:ext uri="{FF2B5EF4-FFF2-40B4-BE49-F238E27FC236}">
                            <a16:creationId xmlns:a16="http://schemas.microsoft.com/office/drawing/2014/main" id="{AC28A2F8-22D0-4478-B6DB-1BEB004846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74906" y="2489771"/>
                        <a:ext cx="99363" cy="25550"/>
                      </a:xfrm>
                      <a:custGeom>
                        <a:avLst/>
                        <a:gdLst>
                          <a:gd name="connsiteX0" fmla="*/ 99162 w 99363"/>
                          <a:gd name="connsiteY0" fmla="*/ 15304 h 25550"/>
                          <a:gd name="connsiteX1" fmla="*/ 46298 w 99363"/>
                          <a:gd name="connsiteY1" fmla="*/ 25496 h 25550"/>
                          <a:gd name="connsiteX2" fmla="*/ 7 w 99363"/>
                          <a:gd name="connsiteY2" fmla="*/ 9208 h 25550"/>
                          <a:gd name="connsiteX3" fmla="*/ 47632 w 99363"/>
                          <a:gd name="connsiteY3" fmla="*/ 635 h 25550"/>
                          <a:gd name="connsiteX4" fmla="*/ 99162 w 99363"/>
                          <a:gd name="connsiteY4" fmla="*/ 15304 h 255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9363" h="25550">
                            <a:moveTo>
                              <a:pt x="99162" y="15304"/>
                            </a:moveTo>
                            <a:cubicBezTo>
                              <a:pt x="95638" y="25305"/>
                              <a:pt x="60490" y="25781"/>
                              <a:pt x="46298" y="25496"/>
                            </a:cubicBezTo>
                            <a:cubicBezTo>
                              <a:pt x="32201" y="25114"/>
                              <a:pt x="578" y="20542"/>
                              <a:pt x="7" y="9208"/>
                            </a:cubicBezTo>
                            <a:cubicBezTo>
                              <a:pt x="-565" y="-2127"/>
                              <a:pt x="36297" y="-127"/>
                              <a:pt x="47632" y="635"/>
                            </a:cubicBezTo>
                            <a:cubicBezTo>
                              <a:pt x="58966" y="1397"/>
                              <a:pt x="102686" y="5398"/>
                              <a:pt x="99162" y="1530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85" name="Forme libre : forme 9984">
                        <a:extLst>
                          <a:ext uri="{FF2B5EF4-FFF2-40B4-BE49-F238E27FC236}">
                            <a16:creationId xmlns:a16="http://schemas.microsoft.com/office/drawing/2014/main" id="{1E5521E7-0DC4-4674-8101-9C065F2E7D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3447" y="2474856"/>
                        <a:ext cx="122194" cy="53754"/>
                      </a:xfrm>
                      <a:custGeom>
                        <a:avLst/>
                        <a:gdLst>
                          <a:gd name="connsiteX0" fmla="*/ 506 w 122194"/>
                          <a:gd name="connsiteY0" fmla="*/ 18693 h 53754"/>
                          <a:gd name="connsiteX1" fmla="*/ 12127 w 122194"/>
                          <a:gd name="connsiteY1" fmla="*/ 31743 h 53754"/>
                          <a:gd name="connsiteX2" fmla="*/ 56323 w 122194"/>
                          <a:gd name="connsiteY2" fmla="*/ 51174 h 53754"/>
                          <a:gd name="connsiteX3" fmla="*/ 104329 w 122194"/>
                          <a:gd name="connsiteY3" fmla="*/ 51745 h 53754"/>
                          <a:gd name="connsiteX4" fmla="*/ 121855 w 122194"/>
                          <a:gd name="connsiteY4" fmla="*/ 38886 h 53754"/>
                          <a:gd name="connsiteX5" fmla="*/ 106805 w 122194"/>
                          <a:gd name="connsiteY5" fmla="*/ 32314 h 53754"/>
                          <a:gd name="connsiteX6" fmla="*/ 65753 w 122194"/>
                          <a:gd name="connsiteY6" fmla="*/ 15741 h 53754"/>
                          <a:gd name="connsiteX7" fmla="*/ 24510 w 122194"/>
                          <a:gd name="connsiteY7" fmla="*/ 24 h 53754"/>
                          <a:gd name="connsiteX8" fmla="*/ 506 w 122194"/>
                          <a:gd name="connsiteY8" fmla="*/ 18693 h 53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2194" h="53754">
                            <a:moveTo>
                              <a:pt x="506" y="18693"/>
                            </a:moveTo>
                            <a:cubicBezTo>
                              <a:pt x="2697" y="25170"/>
                              <a:pt x="4983" y="27266"/>
                              <a:pt x="12127" y="31743"/>
                            </a:cubicBezTo>
                            <a:cubicBezTo>
                              <a:pt x="25748" y="40315"/>
                              <a:pt x="37082" y="47268"/>
                              <a:pt x="56323" y="51174"/>
                            </a:cubicBezTo>
                            <a:cubicBezTo>
                              <a:pt x="72325" y="54412"/>
                              <a:pt x="90708" y="54602"/>
                              <a:pt x="104329" y="51745"/>
                            </a:cubicBezTo>
                            <a:cubicBezTo>
                              <a:pt x="114521" y="49554"/>
                              <a:pt x="124141" y="45077"/>
                              <a:pt x="121855" y="38886"/>
                            </a:cubicBezTo>
                            <a:cubicBezTo>
                              <a:pt x="120426" y="35076"/>
                              <a:pt x="112806" y="34314"/>
                              <a:pt x="106805" y="32314"/>
                            </a:cubicBezTo>
                            <a:cubicBezTo>
                              <a:pt x="92709" y="27551"/>
                              <a:pt x="79088" y="23456"/>
                              <a:pt x="65753" y="15741"/>
                            </a:cubicBezTo>
                            <a:cubicBezTo>
                              <a:pt x="54418" y="9168"/>
                              <a:pt x="42226" y="-547"/>
                              <a:pt x="24510" y="24"/>
                            </a:cubicBezTo>
                            <a:cubicBezTo>
                              <a:pt x="8507" y="405"/>
                              <a:pt x="-2541" y="9740"/>
                              <a:pt x="506" y="18693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86" name="Forme libre : forme 9985">
                        <a:extLst>
                          <a:ext uri="{FF2B5EF4-FFF2-40B4-BE49-F238E27FC236}">
                            <a16:creationId xmlns:a16="http://schemas.microsoft.com/office/drawing/2014/main" id="{FBF3A3F9-A470-4BDE-903C-C603530228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48560" y="2476500"/>
                        <a:ext cx="40756" cy="10795"/>
                      </a:xfrm>
                      <a:custGeom>
                        <a:avLst/>
                        <a:gdLst>
                          <a:gd name="connsiteX0" fmla="*/ 4064 w 40756"/>
                          <a:gd name="connsiteY0" fmla="*/ 5334 h 10795"/>
                          <a:gd name="connsiteX1" fmla="*/ 159 w 40756"/>
                          <a:gd name="connsiteY1" fmla="*/ 7620 h 10795"/>
                          <a:gd name="connsiteX2" fmla="*/ 3016 w 40756"/>
                          <a:gd name="connsiteY2" fmla="*/ 10192 h 10795"/>
                          <a:gd name="connsiteX3" fmla="*/ 10351 w 40756"/>
                          <a:gd name="connsiteY3" fmla="*/ 10763 h 10795"/>
                          <a:gd name="connsiteX4" fmla="*/ 28543 w 40756"/>
                          <a:gd name="connsiteY4" fmla="*/ 9811 h 10795"/>
                          <a:gd name="connsiteX5" fmla="*/ 35020 w 40756"/>
                          <a:gd name="connsiteY5" fmla="*/ 8668 h 10795"/>
                          <a:gd name="connsiteX6" fmla="*/ 31687 w 40756"/>
                          <a:gd name="connsiteY6" fmla="*/ 0 h 10795"/>
                          <a:gd name="connsiteX7" fmla="*/ 4064 w 40756"/>
                          <a:gd name="connsiteY7" fmla="*/ 5334 h 107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756" h="10795">
                            <a:moveTo>
                              <a:pt x="4064" y="5334"/>
                            </a:moveTo>
                            <a:cubicBezTo>
                              <a:pt x="2159" y="6001"/>
                              <a:pt x="826" y="6477"/>
                              <a:pt x="159" y="7620"/>
                            </a:cubicBezTo>
                            <a:cubicBezTo>
                              <a:pt x="-508" y="8763"/>
                              <a:pt x="1016" y="9715"/>
                              <a:pt x="3016" y="10192"/>
                            </a:cubicBezTo>
                            <a:cubicBezTo>
                              <a:pt x="5017" y="10763"/>
                              <a:pt x="8065" y="10859"/>
                              <a:pt x="10351" y="10763"/>
                            </a:cubicBezTo>
                            <a:cubicBezTo>
                              <a:pt x="16351" y="10668"/>
                              <a:pt x="22733" y="10478"/>
                              <a:pt x="28543" y="9811"/>
                            </a:cubicBezTo>
                            <a:cubicBezTo>
                              <a:pt x="30925" y="9525"/>
                              <a:pt x="33115" y="9335"/>
                              <a:pt x="35020" y="8668"/>
                            </a:cubicBezTo>
                            <a:cubicBezTo>
                              <a:pt x="43021" y="5810"/>
                              <a:pt x="43307" y="95"/>
                              <a:pt x="31687" y="0"/>
                            </a:cubicBezTo>
                            <a:cubicBezTo>
                              <a:pt x="22638" y="0"/>
                              <a:pt x="11875" y="2667"/>
                              <a:pt x="4064" y="533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87" name="Forme libre : forme 9986">
                        <a:extLst>
                          <a:ext uri="{FF2B5EF4-FFF2-40B4-BE49-F238E27FC236}">
                            <a16:creationId xmlns:a16="http://schemas.microsoft.com/office/drawing/2014/main" id="{B9815D49-4188-4D1A-B0D2-26874D3FEC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40540" y="2509742"/>
                        <a:ext cx="63150" cy="25241"/>
                      </a:xfrm>
                      <a:custGeom>
                        <a:avLst/>
                        <a:gdLst>
                          <a:gd name="connsiteX0" fmla="*/ 63151 w 63150"/>
                          <a:gd name="connsiteY0" fmla="*/ 0 h 25241"/>
                          <a:gd name="connsiteX1" fmla="*/ 0 w 63150"/>
                          <a:gd name="connsiteY1" fmla="*/ 25241 h 25241"/>
                          <a:gd name="connsiteX2" fmla="*/ 63151 w 63150"/>
                          <a:gd name="connsiteY2" fmla="*/ 0 h 25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3150" h="25241">
                            <a:moveTo>
                              <a:pt x="63151" y="0"/>
                            </a:moveTo>
                            <a:cubicBezTo>
                              <a:pt x="53530" y="13621"/>
                              <a:pt x="20764" y="21050"/>
                              <a:pt x="0" y="25241"/>
                            </a:cubicBezTo>
                            <a:cubicBezTo>
                              <a:pt x="22574" y="20765"/>
                              <a:pt x="46577" y="9906"/>
                              <a:pt x="63151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88" name="Forme libre : forme 9987">
                        <a:extLst>
                          <a:ext uri="{FF2B5EF4-FFF2-40B4-BE49-F238E27FC236}">
                            <a16:creationId xmlns:a16="http://schemas.microsoft.com/office/drawing/2014/main" id="{E9AB7ABE-74F5-4191-9C0A-D611ACB849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03094" y="2459830"/>
                        <a:ext cx="71342" cy="20003"/>
                      </a:xfrm>
                      <a:custGeom>
                        <a:avLst/>
                        <a:gdLst>
                          <a:gd name="connsiteX0" fmla="*/ 71342 w 71342"/>
                          <a:gd name="connsiteY0" fmla="*/ 1 h 20003"/>
                          <a:gd name="connsiteX1" fmla="*/ 0 w 71342"/>
                          <a:gd name="connsiteY1" fmla="*/ 20003 h 20003"/>
                          <a:gd name="connsiteX2" fmla="*/ 71342 w 71342"/>
                          <a:gd name="connsiteY2" fmla="*/ 1 h 20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71342" h="20003">
                            <a:moveTo>
                              <a:pt x="71342" y="1"/>
                            </a:moveTo>
                            <a:cubicBezTo>
                              <a:pt x="43815" y="-95"/>
                              <a:pt x="18955" y="9335"/>
                              <a:pt x="0" y="20003"/>
                            </a:cubicBezTo>
                            <a:cubicBezTo>
                              <a:pt x="17145" y="9240"/>
                              <a:pt x="47816" y="3239"/>
                              <a:pt x="71342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89" name="Forme libre : forme 9988">
                        <a:extLst>
                          <a:ext uri="{FF2B5EF4-FFF2-40B4-BE49-F238E27FC236}">
                            <a16:creationId xmlns:a16="http://schemas.microsoft.com/office/drawing/2014/main" id="{427FC410-3E1B-4ED7-AA16-07E971E17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10092" y="2489764"/>
                        <a:ext cx="36481" cy="10022"/>
                      </a:xfrm>
                      <a:custGeom>
                        <a:avLst/>
                        <a:gdLst>
                          <a:gd name="connsiteX0" fmla="*/ 36163 w 36481"/>
                          <a:gd name="connsiteY0" fmla="*/ 8262 h 10022"/>
                          <a:gd name="connsiteX1" fmla="*/ 14541 w 36481"/>
                          <a:gd name="connsiteY1" fmla="*/ 8548 h 10022"/>
                          <a:gd name="connsiteX2" fmla="*/ 444 w 36481"/>
                          <a:gd name="connsiteY2" fmla="*/ 1785 h 10022"/>
                          <a:gd name="connsiteX3" fmla="*/ 20828 w 36481"/>
                          <a:gd name="connsiteY3" fmla="*/ 1595 h 10022"/>
                          <a:gd name="connsiteX4" fmla="*/ 36163 w 36481"/>
                          <a:gd name="connsiteY4" fmla="*/ 8262 h 100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481" h="10022">
                            <a:moveTo>
                              <a:pt x="36163" y="8262"/>
                            </a:moveTo>
                            <a:cubicBezTo>
                              <a:pt x="33591" y="11596"/>
                              <a:pt x="19018" y="9310"/>
                              <a:pt x="14541" y="8548"/>
                            </a:cubicBezTo>
                            <a:cubicBezTo>
                              <a:pt x="10064" y="7786"/>
                              <a:pt x="-2509" y="5214"/>
                              <a:pt x="444" y="1785"/>
                            </a:cubicBezTo>
                            <a:cubicBezTo>
                              <a:pt x="3397" y="-1739"/>
                              <a:pt x="16637" y="928"/>
                              <a:pt x="20828" y="1595"/>
                            </a:cubicBezTo>
                            <a:cubicBezTo>
                              <a:pt x="25019" y="2261"/>
                              <a:pt x="38735" y="4833"/>
                              <a:pt x="36163" y="8262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90" name="Forme libre : forme 9989">
                        <a:extLst>
                          <a:ext uri="{FF2B5EF4-FFF2-40B4-BE49-F238E27FC236}">
                            <a16:creationId xmlns:a16="http://schemas.microsoft.com/office/drawing/2014/main" id="{21110F50-60DB-44C3-91D4-5EDE405349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41665" y="2495333"/>
                        <a:ext cx="10416" cy="3481"/>
                      </a:xfrm>
                      <a:custGeom>
                        <a:avLst/>
                        <a:gdLst>
                          <a:gd name="connsiteX0" fmla="*/ 10400 w 10416"/>
                          <a:gd name="connsiteY0" fmla="*/ 2027 h 3481"/>
                          <a:gd name="connsiteX1" fmla="*/ 5542 w 10416"/>
                          <a:gd name="connsiteY1" fmla="*/ 3455 h 3481"/>
                          <a:gd name="connsiteX2" fmla="*/ 18 w 10416"/>
                          <a:gd name="connsiteY2" fmla="*/ 1455 h 3481"/>
                          <a:gd name="connsiteX3" fmla="*/ 4780 w 10416"/>
                          <a:gd name="connsiteY3" fmla="*/ 26 h 3481"/>
                          <a:gd name="connsiteX4" fmla="*/ 10400 w 10416"/>
                          <a:gd name="connsiteY4" fmla="*/ 2027 h 3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16" h="3481">
                            <a:moveTo>
                              <a:pt x="10400" y="2027"/>
                            </a:moveTo>
                            <a:cubicBezTo>
                              <a:pt x="10686" y="3455"/>
                              <a:pt x="7257" y="3551"/>
                              <a:pt x="5542" y="3455"/>
                            </a:cubicBezTo>
                            <a:cubicBezTo>
                              <a:pt x="3828" y="3360"/>
                              <a:pt x="303" y="2884"/>
                              <a:pt x="18" y="1455"/>
                            </a:cubicBezTo>
                            <a:cubicBezTo>
                              <a:pt x="-268" y="26"/>
                              <a:pt x="2970" y="-69"/>
                              <a:pt x="4780" y="26"/>
                            </a:cubicBezTo>
                            <a:cubicBezTo>
                              <a:pt x="6495" y="217"/>
                              <a:pt x="10114" y="598"/>
                              <a:pt x="10400" y="202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91" name="Forme libre : forme 9990">
                        <a:extLst>
                          <a:ext uri="{FF2B5EF4-FFF2-40B4-BE49-F238E27FC236}">
                            <a16:creationId xmlns:a16="http://schemas.microsoft.com/office/drawing/2014/main" id="{29578A29-8D04-4D96-8F55-9370A035C0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11025" y="2466781"/>
                        <a:ext cx="88784" cy="39248"/>
                      </a:xfrm>
                      <a:custGeom>
                        <a:avLst/>
                        <a:gdLst>
                          <a:gd name="connsiteX0" fmla="*/ 67043 w 88784"/>
                          <a:gd name="connsiteY0" fmla="*/ 17815 h 39248"/>
                          <a:gd name="connsiteX1" fmla="*/ 88284 w 88784"/>
                          <a:gd name="connsiteY1" fmla="*/ 33817 h 39248"/>
                          <a:gd name="connsiteX2" fmla="*/ 81616 w 88784"/>
                          <a:gd name="connsiteY2" fmla="*/ 39247 h 39248"/>
                          <a:gd name="connsiteX3" fmla="*/ 70948 w 88784"/>
                          <a:gd name="connsiteY3" fmla="*/ 35246 h 39248"/>
                          <a:gd name="connsiteX4" fmla="*/ 39611 w 88784"/>
                          <a:gd name="connsiteY4" fmla="*/ 20387 h 39248"/>
                          <a:gd name="connsiteX5" fmla="*/ 939 w 88784"/>
                          <a:gd name="connsiteY5" fmla="*/ 3432 h 39248"/>
                          <a:gd name="connsiteX6" fmla="*/ 46945 w 88784"/>
                          <a:gd name="connsiteY6" fmla="*/ 5718 h 39248"/>
                          <a:gd name="connsiteX7" fmla="*/ 67043 w 88784"/>
                          <a:gd name="connsiteY7" fmla="*/ 17815 h 39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8784" h="39248">
                            <a:moveTo>
                              <a:pt x="67043" y="17815"/>
                            </a:moveTo>
                            <a:cubicBezTo>
                              <a:pt x="76282" y="23054"/>
                              <a:pt x="83045" y="26769"/>
                              <a:pt x="88284" y="33817"/>
                            </a:cubicBezTo>
                            <a:cubicBezTo>
                              <a:pt x="90188" y="36389"/>
                              <a:pt x="86379" y="39342"/>
                              <a:pt x="81616" y="39247"/>
                            </a:cubicBezTo>
                            <a:cubicBezTo>
                              <a:pt x="76854" y="39056"/>
                              <a:pt x="73996" y="37151"/>
                              <a:pt x="70948" y="35246"/>
                            </a:cubicBezTo>
                            <a:cubicBezTo>
                              <a:pt x="61423" y="29245"/>
                              <a:pt x="51136" y="24864"/>
                              <a:pt x="39611" y="20387"/>
                            </a:cubicBezTo>
                            <a:cubicBezTo>
                              <a:pt x="32372" y="17625"/>
                              <a:pt x="-6490" y="10672"/>
                              <a:pt x="939" y="3432"/>
                            </a:cubicBezTo>
                            <a:cubicBezTo>
                              <a:pt x="8369" y="-3807"/>
                              <a:pt x="37325" y="2099"/>
                              <a:pt x="46945" y="5718"/>
                            </a:cubicBezTo>
                            <a:cubicBezTo>
                              <a:pt x="56565" y="9243"/>
                              <a:pt x="60089" y="13910"/>
                              <a:pt x="67043" y="1781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9967" name="Graphique 1">
                      <a:extLst>
                        <a:ext uri="{FF2B5EF4-FFF2-40B4-BE49-F238E27FC236}">
                          <a16:creationId xmlns:a16="http://schemas.microsoft.com/office/drawing/2014/main" id="{05D06D4A-59FB-4E2D-8C32-423B568813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09602" y="2454288"/>
                      <a:ext cx="213926" cy="81618"/>
                      <a:chOff x="1309602" y="2454288"/>
                      <a:chExt cx="213926" cy="81618"/>
                    </a:xfrm>
                    <a:solidFill>
                      <a:schemeClr val="accent1"/>
                    </a:solidFill>
                  </p:grpSpPr>
                  <p:sp>
                    <p:nvSpPr>
                      <p:cNvPr id="9968" name="Forme libre : forme 9967">
                        <a:extLst>
                          <a:ext uri="{FF2B5EF4-FFF2-40B4-BE49-F238E27FC236}">
                            <a16:creationId xmlns:a16="http://schemas.microsoft.com/office/drawing/2014/main" id="{AF1DCFAC-F6E7-4D36-A4CA-297F7B54B3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09602" y="2454288"/>
                        <a:ext cx="213926" cy="81618"/>
                      </a:xfrm>
                      <a:custGeom>
                        <a:avLst/>
                        <a:gdLst>
                          <a:gd name="connsiteX0" fmla="*/ 147631 w 213926"/>
                          <a:gd name="connsiteY0" fmla="*/ 74884 h 81618"/>
                          <a:gd name="connsiteX1" fmla="*/ 75337 w 213926"/>
                          <a:gd name="connsiteY1" fmla="*/ 81552 h 81618"/>
                          <a:gd name="connsiteX2" fmla="*/ 4947 w 213926"/>
                          <a:gd name="connsiteY2" fmla="*/ 58406 h 81618"/>
                          <a:gd name="connsiteX3" fmla="*/ 4280 w 213926"/>
                          <a:gd name="connsiteY3" fmla="*/ 36880 h 81618"/>
                          <a:gd name="connsiteX4" fmla="*/ 70860 w 213926"/>
                          <a:gd name="connsiteY4" fmla="*/ 6209 h 81618"/>
                          <a:gd name="connsiteX5" fmla="*/ 137535 w 213926"/>
                          <a:gd name="connsiteY5" fmla="*/ 208 h 81618"/>
                          <a:gd name="connsiteX6" fmla="*/ 206496 w 213926"/>
                          <a:gd name="connsiteY6" fmla="*/ 20687 h 81618"/>
                          <a:gd name="connsiteX7" fmla="*/ 211639 w 213926"/>
                          <a:gd name="connsiteY7" fmla="*/ 41166 h 81618"/>
                          <a:gd name="connsiteX8" fmla="*/ 147631 w 213926"/>
                          <a:gd name="connsiteY8" fmla="*/ 74884 h 816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13926" h="81618">
                            <a:moveTo>
                              <a:pt x="147631" y="74884"/>
                            </a:moveTo>
                            <a:cubicBezTo>
                              <a:pt x="130677" y="77551"/>
                              <a:pt x="93339" y="80980"/>
                              <a:pt x="75337" y="81552"/>
                            </a:cubicBezTo>
                            <a:cubicBezTo>
                              <a:pt x="41713" y="82504"/>
                              <a:pt x="23520" y="73170"/>
                              <a:pt x="4947" y="58406"/>
                            </a:cubicBezTo>
                            <a:cubicBezTo>
                              <a:pt x="-1435" y="53263"/>
                              <a:pt x="-1626" y="42404"/>
                              <a:pt x="4280" y="36880"/>
                            </a:cubicBezTo>
                            <a:cubicBezTo>
                              <a:pt x="21425" y="20973"/>
                              <a:pt x="39999" y="10400"/>
                              <a:pt x="70860" y="6209"/>
                            </a:cubicBezTo>
                            <a:cubicBezTo>
                              <a:pt x="87338" y="3923"/>
                              <a:pt x="120485" y="1066"/>
                              <a:pt x="137535" y="208"/>
                            </a:cubicBezTo>
                            <a:cubicBezTo>
                              <a:pt x="169443" y="-1506"/>
                              <a:pt x="187541" y="7542"/>
                              <a:pt x="206496" y="20687"/>
                            </a:cubicBezTo>
                            <a:cubicBezTo>
                              <a:pt x="213068" y="25259"/>
                              <a:pt x="216497" y="35260"/>
                              <a:pt x="211639" y="41166"/>
                            </a:cubicBezTo>
                            <a:cubicBezTo>
                              <a:pt x="197637" y="58216"/>
                              <a:pt x="179445" y="69931"/>
                              <a:pt x="147631" y="74884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69" name="Forme libre : forme 9968">
                        <a:extLst>
                          <a:ext uri="{FF2B5EF4-FFF2-40B4-BE49-F238E27FC236}">
                            <a16:creationId xmlns:a16="http://schemas.microsoft.com/office/drawing/2014/main" id="{67385DE8-5A58-4D9E-9DB9-D83110A8C7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09787" y="2495073"/>
                        <a:ext cx="211550" cy="40634"/>
                      </a:xfrm>
                      <a:custGeom>
                        <a:avLst/>
                        <a:gdLst>
                          <a:gd name="connsiteX0" fmla="*/ 83915 w 211550"/>
                          <a:gd name="connsiteY0" fmla="*/ 12859 h 40634"/>
                          <a:gd name="connsiteX1" fmla="*/ 0 w 211550"/>
                          <a:gd name="connsiteY1" fmla="*/ 8954 h 40634"/>
                          <a:gd name="connsiteX2" fmla="*/ 4667 w 211550"/>
                          <a:gd name="connsiteY2" fmla="*/ 17431 h 40634"/>
                          <a:gd name="connsiteX3" fmla="*/ 14288 w 211550"/>
                          <a:gd name="connsiteY3" fmla="*/ 24574 h 40634"/>
                          <a:gd name="connsiteX4" fmla="*/ 46482 w 211550"/>
                          <a:gd name="connsiteY4" fmla="*/ 38386 h 40634"/>
                          <a:gd name="connsiteX5" fmla="*/ 74962 w 211550"/>
                          <a:gd name="connsiteY5" fmla="*/ 40576 h 40634"/>
                          <a:gd name="connsiteX6" fmla="*/ 86677 w 211550"/>
                          <a:gd name="connsiteY6" fmla="*/ 40005 h 40634"/>
                          <a:gd name="connsiteX7" fmla="*/ 141922 w 211550"/>
                          <a:gd name="connsiteY7" fmla="*/ 34671 h 40634"/>
                          <a:gd name="connsiteX8" fmla="*/ 147256 w 211550"/>
                          <a:gd name="connsiteY8" fmla="*/ 33909 h 40634"/>
                          <a:gd name="connsiteX9" fmla="*/ 176403 w 211550"/>
                          <a:gd name="connsiteY9" fmla="*/ 26098 h 40634"/>
                          <a:gd name="connsiteX10" fmla="*/ 204311 w 211550"/>
                          <a:gd name="connsiteY10" fmla="*/ 7906 h 40634"/>
                          <a:gd name="connsiteX11" fmla="*/ 211360 w 211550"/>
                          <a:gd name="connsiteY11" fmla="*/ 286 h 40634"/>
                          <a:gd name="connsiteX12" fmla="*/ 211550 w 211550"/>
                          <a:gd name="connsiteY12" fmla="*/ 0 h 40634"/>
                          <a:gd name="connsiteX13" fmla="*/ 83915 w 211550"/>
                          <a:gd name="connsiteY13" fmla="*/ 12859 h 406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211550" h="40634">
                            <a:moveTo>
                              <a:pt x="83915" y="12859"/>
                            </a:moveTo>
                            <a:cubicBezTo>
                              <a:pt x="54959" y="16954"/>
                              <a:pt x="23336" y="18479"/>
                              <a:pt x="0" y="8954"/>
                            </a:cubicBezTo>
                            <a:cubicBezTo>
                              <a:pt x="571" y="12192"/>
                              <a:pt x="2095" y="15335"/>
                              <a:pt x="4667" y="17431"/>
                            </a:cubicBezTo>
                            <a:cubicBezTo>
                              <a:pt x="7906" y="20002"/>
                              <a:pt x="11049" y="22384"/>
                              <a:pt x="14288" y="24574"/>
                            </a:cubicBezTo>
                            <a:cubicBezTo>
                              <a:pt x="23717" y="30861"/>
                              <a:pt x="33814" y="35719"/>
                              <a:pt x="46482" y="38386"/>
                            </a:cubicBezTo>
                            <a:cubicBezTo>
                              <a:pt x="54673" y="40100"/>
                              <a:pt x="64008" y="40862"/>
                              <a:pt x="74962" y="40576"/>
                            </a:cubicBezTo>
                            <a:cubicBezTo>
                              <a:pt x="78295" y="40481"/>
                              <a:pt x="82296" y="40291"/>
                              <a:pt x="86677" y="40005"/>
                            </a:cubicBezTo>
                            <a:cubicBezTo>
                              <a:pt x="103822" y="38862"/>
                              <a:pt x="127159" y="36576"/>
                              <a:pt x="141922" y="34671"/>
                            </a:cubicBezTo>
                            <a:cubicBezTo>
                              <a:pt x="143827" y="34385"/>
                              <a:pt x="145637" y="34195"/>
                              <a:pt x="147256" y="33909"/>
                            </a:cubicBezTo>
                            <a:cubicBezTo>
                              <a:pt x="158591" y="32194"/>
                              <a:pt x="168116" y="29527"/>
                              <a:pt x="176403" y="26098"/>
                            </a:cubicBezTo>
                            <a:cubicBezTo>
                              <a:pt x="187738" y="21336"/>
                              <a:pt x="196596" y="15049"/>
                              <a:pt x="204311" y="7906"/>
                            </a:cubicBezTo>
                            <a:cubicBezTo>
                              <a:pt x="206788" y="5524"/>
                              <a:pt x="209169" y="2953"/>
                              <a:pt x="211360" y="286"/>
                            </a:cubicBezTo>
                            <a:cubicBezTo>
                              <a:pt x="211455" y="190"/>
                              <a:pt x="211455" y="95"/>
                              <a:pt x="211550" y="0"/>
                            </a:cubicBezTo>
                            <a:cubicBezTo>
                              <a:pt x="169259" y="3715"/>
                              <a:pt x="125444" y="7048"/>
                              <a:pt x="83915" y="12859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70" name="Forme libre : forme 9969">
                        <a:extLst>
                          <a:ext uri="{FF2B5EF4-FFF2-40B4-BE49-F238E27FC236}">
                            <a16:creationId xmlns:a16="http://schemas.microsoft.com/office/drawing/2014/main" id="{C21095D9-9E5B-4CEF-9D84-234DDC893D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83759" y="2482716"/>
                        <a:ext cx="98945" cy="25997"/>
                      </a:xfrm>
                      <a:custGeom>
                        <a:avLst/>
                        <a:gdLst>
                          <a:gd name="connsiteX0" fmla="*/ 98906 w 98945"/>
                          <a:gd name="connsiteY0" fmla="*/ 7975 h 25997"/>
                          <a:gd name="connsiteX1" fmla="*/ 48710 w 98945"/>
                          <a:gd name="connsiteY1" fmla="*/ 25311 h 25997"/>
                          <a:gd name="connsiteX2" fmla="*/ 37 w 98945"/>
                          <a:gd name="connsiteY2" fmla="*/ 16167 h 25997"/>
                          <a:gd name="connsiteX3" fmla="*/ 46043 w 98945"/>
                          <a:gd name="connsiteY3" fmla="*/ 641 h 25997"/>
                          <a:gd name="connsiteX4" fmla="*/ 98906 w 98945"/>
                          <a:gd name="connsiteY4" fmla="*/ 7975 h 259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8945" h="25997">
                            <a:moveTo>
                              <a:pt x="98906" y="7975"/>
                            </a:moveTo>
                            <a:cubicBezTo>
                              <a:pt x="100335" y="17977"/>
                              <a:pt x="61759" y="23978"/>
                              <a:pt x="48710" y="25311"/>
                            </a:cubicBezTo>
                            <a:cubicBezTo>
                              <a:pt x="35660" y="26645"/>
                              <a:pt x="1370" y="27121"/>
                              <a:pt x="37" y="16167"/>
                            </a:cubicBezTo>
                            <a:cubicBezTo>
                              <a:pt x="-1297" y="5213"/>
                              <a:pt x="33851" y="1308"/>
                              <a:pt x="46043" y="641"/>
                            </a:cubicBezTo>
                            <a:cubicBezTo>
                              <a:pt x="58235" y="-26"/>
                              <a:pt x="97478" y="-2121"/>
                              <a:pt x="98906" y="797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71" name="Forme libre : forme 9970">
                        <a:extLst>
                          <a:ext uri="{FF2B5EF4-FFF2-40B4-BE49-F238E27FC236}">
                            <a16:creationId xmlns:a16="http://schemas.microsoft.com/office/drawing/2014/main" id="{F8612859-6C70-4416-A149-759BF28EFF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83077" y="2487167"/>
                        <a:ext cx="70917" cy="21516"/>
                      </a:xfrm>
                      <a:custGeom>
                        <a:avLst/>
                        <a:gdLst>
                          <a:gd name="connsiteX0" fmla="*/ 20626 w 70917"/>
                          <a:gd name="connsiteY0" fmla="*/ 0 h 21516"/>
                          <a:gd name="connsiteX1" fmla="*/ 337 w 70917"/>
                          <a:gd name="connsiteY1" fmla="*/ 11811 h 21516"/>
                          <a:gd name="connsiteX2" fmla="*/ 50058 w 70917"/>
                          <a:gd name="connsiteY2" fmla="*/ 20860 h 21516"/>
                          <a:gd name="connsiteX3" fmla="*/ 70918 w 70917"/>
                          <a:gd name="connsiteY3" fmla="*/ 17240 h 21516"/>
                          <a:gd name="connsiteX4" fmla="*/ 59583 w 70917"/>
                          <a:gd name="connsiteY4" fmla="*/ 17621 h 21516"/>
                          <a:gd name="connsiteX5" fmla="*/ 20626 w 70917"/>
                          <a:gd name="connsiteY5" fmla="*/ 0 h 215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0917" h="21516">
                            <a:moveTo>
                              <a:pt x="20626" y="0"/>
                            </a:moveTo>
                            <a:cubicBezTo>
                              <a:pt x="14625" y="2477"/>
                              <a:pt x="-2615" y="5144"/>
                              <a:pt x="337" y="11811"/>
                            </a:cubicBezTo>
                            <a:cubicBezTo>
                              <a:pt x="5004" y="22479"/>
                              <a:pt x="33579" y="22193"/>
                              <a:pt x="50058" y="20860"/>
                            </a:cubicBezTo>
                            <a:cubicBezTo>
                              <a:pt x="54916" y="20479"/>
                              <a:pt x="65583" y="18669"/>
                              <a:pt x="70918" y="17240"/>
                            </a:cubicBezTo>
                            <a:cubicBezTo>
                              <a:pt x="67774" y="17431"/>
                              <a:pt x="62536" y="17907"/>
                              <a:pt x="59583" y="17621"/>
                            </a:cubicBezTo>
                            <a:cubicBezTo>
                              <a:pt x="42628" y="15621"/>
                              <a:pt x="22626" y="11906"/>
                              <a:pt x="20626" y="0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72" name="Forme libre : forme 9971">
                        <a:extLst>
                          <a:ext uri="{FF2B5EF4-FFF2-40B4-BE49-F238E27FC236}">
                            <a16:creationId xmlns:a16="http://schemas.microsoft.com/office/drawing/2014/main" id="{7F1E4E97-A435-4CC8-8336-122FAC7957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89226" y="2484782"/>
                        <a:ext cx="99125" cy="26573"/>
                      </a:xfrm>
                      <a:custGeom>
                        <a:avLst/>
                        <a:gdLst>
                          <a:gd name="connsiteX0" fmla="*/ 99059 w 99125"/>
                          <a:gd name="connsiteY0" fmla="*/ 7910 h 26573"/>
                          <a:gd name="connsiteX1" fmla="*/ 48291 w 99125"/>
                          <a:gd name="connsiteY1" fmla="*/ 25722 h 26573"/>
                          <a:gd name="connsiteX2" fmla="*/ 94 w 99125"/>
                          <a:gd name="connsiteY2" fmla="*/ 16483 h 26573"/>
                          <a:gd name="connsiteX3" fmla="*/ 45909 w 99125"/>
                          <a:gd name="connsiteY3" fmla="*/ 957 h 26573"/>
                          <a:gd name="connsiteX4" fmla="*/ 99059 w 99125"/>
                          <a:gd name="connsiteY4" fmla="*/ 7910 h 265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9125" h="26573">
                            <a:moveTo>
                              <a:pt x="99059" y="7910"/>
                            </a:moveTo>
                            <a:cubicBezTo>
                              <a:pt x="97059" y="18293"/>
                              <a:pt x="62292" y="24008"/>
                              <a:pt x="48291" y="25722"/>
                            </a:cubicBezTo>
                            <a:cubicBezTo>
                              <a:pt x="34289" y="27437"/>
                              <a:pt x="2285" y="27532"/>
                              <a:pt x="94" y="16483"/>
                            </a:cubicBezTo>
                            <a:cubicBezTo>
                              <a:pt x="-2097" y="5434"/>
                              <a:pt x="34575" y="1910"/>
                              <a:pt x="45909" y="957"/>
                            </a:cubicBezTo>
                            <a:cubicBezTo>
                              <a:pt x="57244" y="5"/>
                              <a:pt x="101059" y="-2472"/>
                              <a:pt x="99059" y="7910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73" name="Forme libre : forme 9972">
                        <a:extLst>
                          <a:ext uri="{FF2B5EF4-FFF2-40B4-BE49-F238E27FC236}">
                            <a16:creationId xmlns:a16="http://schemas.microsoft.com/office/drawing/2014/main" id="{8481EA12-EAB5-49F2-8DA5-5E9EB63A31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7048" y="2480448"/>
                        <a:ext cx="124735" cy="46887"/>
                      </a:xfrm>
                      <a:custGeom>
                        <a:avLst/>
                        <a:gdLst>
                          <a:gd name="connsiteX0" fmla="*/ 1028 w 124735"/>
                          <a:gd name="connsiteY0" fmla="*/ 22912 h 46887"/>
                          <a:gd name="connsiteX1" fmla="*/ 14458 w 124735"/>
                          <a:gd name="connsiteY1" fmla="*/ 34056 h 46887"/>
                          <a:gd name="connsiteX2" fmla="*/ 61035 w 124735"/>
                          <a:gd name="connsiteY2" fmla="*/ 46724 h 46887"/>
                          <a:gd name="connsiteX3" fmla="*/ 108565 w 124735"/>
                          <a:gd name="connsiteY3" fmla="*/ 40152 h 46887"/>
                          <a:gd name="connsiteX4" fmla="*/ 124091 w 124735"/>
                          <a:gd name="connsiteY4" fmla="*/ 24817 h 46887"/>
                          <a:gd name="connsiteX5" fmla="*/ 108279 w 124735"/>
                          <a:gd name="connsiteY5" fmla="*/ 20531 h 46887"/>
                          <a:gd name="connsiteX6" fmla="*/ 65226 w 124735"/>
                          <a:gd name="connsiteY6" fmla="*/ 10243 h 46887"/>
                          <a:gd name="connsiteX7" fmla="*/ 22078 w 124735"/>
                          <a:gd name="connsiteY7" fmla="*/ 718 h 46887"/>
                          <a:gd name="connsiteX8" fmla="*/ 1028 w 124735"/>
                          <a:gd name="connsiteY8" fmla="*/ 22912 h 468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4735" h="46887">
                            <a:moveTo>
                              <a:pt x="1028" y="22912"/>
                            </a:moveTo>
                            <a:cubicBezTo>
                              <a:pt x="4171" y="28913"/>
                              <a:pt x="6743" y="30722"/>
                              <a:pt x="14458" y="34056"/>
                            </a:cubicBezTo>
                            <a:cubicBezTo>
                              <a:pt x="29127" y="40533"/>
                              <a:pt x="41414" y="45676"/>
                              <a:pt x="61035" y="46724"/>
                            </a:cubicBezTo>
                            <a:cubicBezTo>
                              <a:pt x="77323" y="47581"/>
                              <a:pt x="95516" y="45010"/>
                              <a:pt x="108565" y="40152"/>
                            </a:cubicBezTo>
                            <a:cubicBezTo>
                              <a:pt x="118376" y="36532"/>
                              <a:pt x="127234" y="30627"/>
                              <a:pt x="124091" y="24817"/>
                            </a:cubicBezTo>
                            <a:cubicBezTo>
                              <a:pt x="122186" y="21197"/>
                              <a:pt x="114471" y="21673"/>
                              <a:pt x="108279" y="20531"/>
                            </a:cubicBezTo>
                            <a:cubicBezTo>
                              <a:pt x="93611" y="17864"/>
                              <a:pt x="79514" y="15863"/>
                              <a:pt x="65226" y="10243"/>
                            </a:cubicBezTo>
                            <a:cubicBezTo>
                              <a:pt x="53034" y="5481"/>
                              <a:pt x="39604" y="-2425"/>
                              <a:pt x="22078" y="718"/>
                            </a:cubicBezTo>
                            <a:cubicBezTo>
                              <a:pt x="6266" y="3576"/>
                              <a:pt x="-3259" y="14434"/>
                              <a:pt x="1028" y="2291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74" name="Forme libre : forme 9973">
                        <a:extLst>
                          <a:ext uri="{FF2B5EF4-FFF2-40B4-BE49-F238E27FC236}">
                            <a16:creationId xmlns:a16="http://schemas.microsoft.com/office/drawing/2014/main" id="{3E1951C2-5D4A-47D3-9070-B0C64CF396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138" y="2478054"/>
                        <a:ext cx="39648" cy="14603"/>
                      </a:xfrm>
                      <a:custGeom>
                        <a:avLst/>
                        <a:gdLst>
                          <a:gd name="connsiteX0" fmla="*/ 3608 w 39648"/>
                          <a:gd name="connsiteY0" fmla="*/ 9495 h 14603"/>
                          <a:gd name="connsiteX1" fmla="*/ 84 w 39648"/>
                          <a:gd name="connsiteY1" fmla="*/ 12352 h 14603"/>
                          <a:gd name="connsiteX2" fmla="*/ 3227 w 39648"/>
                          <a:gd name="connsiteY2" fmla="*/ 14543 h 14603"/>
                          <a:gd name="connsiteX3" fmla="*/ 10561 w 39648"/>
                          <a:gd name="connsiteY3" fmla="*/ 14067 h 14603"/>
                          <a:gd name="connsiteX4" fmla="*/ 28373 w 39648"/>
                          <a:gd name="connsiteY4" fmla="*/ 10448 h 14603"/>
                          <a:gd name="connsiteX5" fmla="*/ 34660 w 39648"/>
                          <a:gd name="connsiteY5" fmla="*/ 8352 h 14603"/>
                          <a:gd name="connsiteX6" fmla="*/ 30088 w 39648"/>
                          <a:gd name="connsiteY6" fmla="*/ 256 h 14603"/>
                          <a:gd name="connsiteX7" fmla="*/ 3608 w 39648"/>
                          <a:gd name="connsiteY7" fmla="*/ 9495 h 146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648" h="14603">
                            <a:moveTo>
                              <a:pt x="3608" y="9495"/>
                            </a:moveTo>
                            <a:cubicBezTo>
                              <a:pt x="1798" y="10448"/>
                              <a:pt x="560" y="11114"/>
                              <a:pt x="84" y="12352"/>
                            </a:cubicBezTo>
                            <a:cubicBezTo>
                              <a:pt x="-392" y="13591"/>
                              <a:pt x="1227" y="14257"/>
                              <a:pt x="3227" y="14543"/>
                            </a:cubicBezTo>
                            <a:cubicBezTo>
                              <a:pt x="5323" y="14734"/>
                              <a:pt x="8275" y="14448"/>
                              <a:pt x="10561" y="14067"/>
                            </a:cubicBezTo>
                            <a:cubicBezTo>
                              <a:pt x="16467" y="13115"/>
                              <a:pt x="22753" y="11972"/>
                              <a:pt x="28373" y="10448"/>
                            </a:cubicBezTo>
                            <a:cubicBezTo>
                              <a:pt x="30659" y="9781"/>
                              <a:pt x="32850" y="9305"/>
                              <a:pt x="34660" y="8352"/>
                            </a:cubicBezTo>
                            <a:cubicBezTo>
                              <a:pt x="42184" y="4351"/>
                              <a:pt x="41613" y="-1268"/>
                              <a:pt x="30088" y="256"/>
                            </a:cubicBezTo>
                            <a:cubicBezTo>
                              <a:pt x="21229" y="1399"/>
                              <a:pt x="10847" y="5685"/>
                              <a:pt x="3608" y="9495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75" name="Forme libre : forme 9974">
                        <a:extLst>
                          <a:ext uri="{FF2B5EF4-FFF2-40B4-BE49-F238E27FC236}">
                            <a16:creationId xmlns:a16="http://schemas.microsoft.com/office/drawing/2014/main" id="{9F8FFBA2-763C-4187-B227-CF3CEB3247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9424" y="2492978"/>
                        <a:ext cx="58674" cy="34289"/>
                      </a:xfrm>
                      <a:custGeom>
                        <a:avLst/>
                        <a:gdLst>
                          <a:gd name="connsiteX0" fmla="*/ 58674 w 58674"/>
                          <a:gd name="connsiteY0" fmla="*/ 0 h 34289"/>
                          <a:gd name="connsiteX1" fmla="*/ 0 w 58674"/>
                          <a:gd name="connsiteY1" fmla="*/ 34290 h 34289"/>
                          <a:gd name="connsiteX2" fmla="*/ 58674 w 58674"/>
                          <a:gd name="connsiteY2" fmla="*/ 0 h 342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8674" h="34289">
                            <a:moveTo>
                              <a:pt x="58674" y="0"/>
                            </a:moveTo>
                            <a:cubicBezTo>
                              <a:pt x="51435" y="14954"/>
                              <a:pt x="19907" y="27051"/>
                              <a:pt x="0" y="34290"/>
                            </a:cubicBezTo>
                            <a:cubicBezTo>
                              <a:pt x="21717" y="26384"/>
                              <a:pt x="44005" y="12192"/>
                              <a:pt x="5867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76" name="Forme libre : forme 9975">
                        <a:extLst>
                          <a:ext uri="{FF2B5EF4-FFF2-40B4-BE49-F238E27FC236}">
                            <a16:creationId xmlns:a16="http://schemas.microsoft.com/office/drawing/2014/main" id="{8FF79CDF-770E-4E60-9C49-F7DA740592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15406" y="2462593"/>
                        <a:ext cx="67627" cy="30289"/>
                      </a:xfrm>
                      <a:custGeom>
                        <a:avLst/>
                        <a:gdLst>
                          <a:gd name="connsiteX0" fmla="*/ 67627 w 67627"/>
                          <a:gd name="connsiteY0" fmla="*/ 0 h 30289"/>
                          <a:gd name="connsiteX1" fmla="*/ 0 w 67627"/>
                          <a:gd name="connsiteY1" fmla="*/ 30289 h 30289"/>
                          <a:gd name="connsiteX2" fmla="*/ 67627 w 67627"/>
                          <a:gd name="connsiteY2" fmla="*/ 0 h 302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67627" h="30289">
                            <a:moveTo>
                              <a:pt x="67627" y="0"/>
                            </a:moveTo>
                            <a:cubicBezTo>
                              <a:pt x="40386" y="4000"/>
                              <a:pt x="17145" y="16954"/>
                              <a:pt x="0" y="30289"/>
                            </a:cubicBezTo>
                            <a:cubicBezTo>
                              <a:pt x="15430" y="17050"/>
                              <a:pt x="44863" y="6572"/>
                              <a:pt x="6762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77" name="Forme libre : forme 9976">
                        <a:extLst>
                          <a:ext uri="{FF2B5EF4-FFF2-40B4-BE49-F238E27FC236}">
                            <a16:creationId xmlns:a16="http://schemas.microsoft.com/office/drawing/2014/main" id="{C0E6A861-2D48-40AC-B91F-8E7142C5F8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126" y="2485351"/>
                        <a:ext cx="36795" cy="7942"/>
                      </a:xfrm>
                      <a:custGeom>
                        <a:avLst/>
                        <a:gdLst>
                          <a:gd name="connsiteX0" fmla="*/ 36584 w 36795"/>
                          <a:gd name="connsiteY0" fmla="*/ 4388 h 7942"/>
                          <a:gd name="connsiteX1" fmla="*/ 15248 w 36795"/>
                          <a:gd name="connsiteY1" fmla="*/ 7912 h 7942"/>
                          <a:gd name="connsiteX2" fmla="*/ 293 w 36795"/>
                          <a:gd name="connsiteY2" fmla="*/ 3245 h 7942"/>
                          <a:gd name="connsiteX3" fmla="*/ 20391 w 36795"/>
                          <a:gd name="connsiteY3" fmla="*/ 102 h 7942"/>
                          <a:gd name="connsiteX4" fmla="*/ 36584 w 36795"/>
                          <a:gd name="connsiteY4" fmla="*/ 4388 h 79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795" h="7942">
                            <a:moveTo>
                              <a:pt x="36584" y="4388"/>
                            </a:moveTo>
                            <a:cubicBezTo>
                              <a:pt x="34488" y="8103"/>
                              <a:pt x="19724" y="8007"/>
                              <a:pt x="15248" y="7912"/>
                            </a:cubicBezTo>
                            <a:cubicBezTo>
                              <a:pt x="10676" y="7817"/>
                              <a:pt x="-2088" y="7150"/>
                              <a:pt x="293" y="3245"/>
                            </a:cubicBezTo>
                            <a:cubicBezTo>
                              <a:pt x="2675" y="-660"/>
                              <a:pt x="16200" y="6"/>
                              <a:pt x="20391" y="102"/>
                            </a:cubicBezTo>
                            <a:cubicBezTo>
                              <a:pt x="24677" y="197"/>
                              <a:pt x="38679" y="673"/>
                              <a:pt x="36584" y="4388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78" name="Forme libre : forme 9977">
                        <a:extLst>
                          <a:ext uri="{FF2B5EF4-FFF2-40B4-BE49-F238E27FC236}">
                            <a16:creationId xmlns:a16="http://schemas.microsoft.com/office/drawing/2014/main" id="{2F0658DC-D448-44B1-A6BA-3A3D7AEBFC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996" y="2487023"/>
                        <a:ext cx="10380" cy="3394"/>
                      </a:xfrm>
                      <a:custGeom>
                        <a:avLst/>
                        <a:gdLst>
                          <a:gd name="connsiteX0" fmla="*/ 10334 w 10380"/>
                          <a:gd name="connsiteY0" fmla="*/ 1192 h 3394"/>
                          <a:gd name="connsiteX1" fmla="*/ 5762 w 10380"/>
                          <a:gd name="connsiteY1" fmla="*/ 3288 h 3394"/>
                          <a:gd name="connsiteX2" fmla="*/ 47 w 10380"/>
                          <a:gd name="connsiteY2" fmla="*/ 2145 h 3394"/>
                          <a:gd name="connsiteX3" fmla="*/ 4524 w 10380"/>
                          <a:gd name="connsiteY3" fmla="*/ 49 h 3394"/>
                          <a:gd name="connsiteX4" fmla="*/ 10334 w 10380"/>
                          <a:gd name="connsiteY4" fmla="*/ 1192 h 33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380" h="3394">
                            <a:moveTo>
                              <a:pt x="10334" y="1192"/>
                            </a:moveTo>
                            <a:cubicBezTo>
                              <a:pt x="10810" y="2526"/>
                              <a:pt x="7477" y="3097"/>
                              <a:pt x="5762" y="3288"/>
                            </a:cubicBezTo>
                            <a:cubicBezTo>
                              <a:pt x="4048" y="3478"/>
                              <a:pt x="428" y="3574"/>
                              <a:pt x="47" y="2145"/>
                            </a:cubicBezTo>
                            <a:cubicBezTo>
                              <a:pt x="-429" y="811"/>
                              <a:pt x="2809" y="240"/>
                              <a:pt x="4524" y="49"/>
                            </a:cubicBezTo>
                            <a:cubicBezTo>
                              <a:pt x="6238" y="-46"/>
                              <a:pt x="9858" y="-141"/>
                              <a:pt x="10334" y="119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79" name="Forme libre : forme 9978">
                        <a:extLst>
                          <a:ext uri="{FF2B5EF4-FFF2-40B4-BE49-F238E27FC236}">
                            <a16:creationId xmlns:a16="http://schemas.microsoft.com/office/drawing/2014/main" id="{F9C3B758-9ED3-4131-8D99-03F019D190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31" y="2460958"/>
                        <a:ext cx="92280" cy="29951"/>
                      </a:xfrm>
                      <a:custGeom>
                        <a:avLst/>
                        <a:gdLst>
                          <a:gd name="connsiteX0" fmla="*/ 68207 w 92280"/>
                          <a:gd name="connsiteY0" fmla="*/ 10779 h 29951"/>
                          <a:gd name="connsiteX1" fmla="*/ 91543 w 92280"/>
                          <a:gd name="connsiteY1" fmla="*/ 23542 h 29951"/>
                          <a:gd name="connsiteX2" fmla="*/ 85733 w 92280"/>
                          <a:gd name="connsiteY2" fmla="*/ 29829 h 29951"/>
                          <a:gd name="connsiteX3" fmla="*/ 74589 w 92280"/>
                          <a:gd name="connsiteY3" fmla="*/ 27448 h 29951"/>
                          <a:gd name="connsiteX4" fmla="*/ 41442 w 92280"/>
                          <a:gd name="connsiteY4" fmla="*/ 17351 h 29951"/>
                          <a:gd name="connsiteX5" fmla="*/ 675 w 92280"/>
                          <a:gd name="connsiteY5" fmla="*/ 6302 h 29951"/>
                          <a:gd name="connsiteX6" fmla="*/ 46490 w 92280"/>
                          <a:gd name="connsiteY6" fmla="*/ 1730 h 29951"/>
                          <a:gd name="connsiteX7" fmla="*/ 68207 w 92280"/>
                          <a:gd name="connsiteY7" fmla="*/ 10779 h 299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2280" h="29951">
                            <a:moveTo>
                              <a:pt x="68207" y="10779"/>
                            </a:moveTo>
                            <a:cubicBezTo>
                              <a:pt x="78113" y="14589"/>
                              <a:pt x="85352" y="17351"/>
                              <a:pt x="91543" y="23542"/>
                            </a:cubicBezTo>
                            <a:cubicBezTo>
                              <a:pt x="93829" y="25828"/>
                              <a:pt x="90495" y="29353"/>
                              <a:pt x="85733" y="29829"/>
                            </a:cubicBezTo>
                            <a:cubicBezTo>
                              <a:pt x="80970" y="30400"/>
                              <a:pt x="77922" y="28876"/>
                              <a:pt x="74589" y="27448"/>
                            </a:cubicBezTo>
                            <a:cubicBezTo>
                              <a:pt x="64302" y="22971"/>
                              <a:pt x="53538" y="20113"/>
                              <a:pt x="41442" y="17351"/>
                            </a:cubicBezTo>
                            <a:cubicBezTo>
                              <a:pt x="33917" y="15637"/>
                              <a:pt x="-5612" y="14494"/>
                              <a:pt x="675" y="6302"/>
                            </a:cubicBezTo>
                            <a:cubicBezTo>
                              <a:pt x="6961" y="-1985"/>
                              <a:pt x="36489" y="-461"/>
                              <a:pt x="46490" y="1730"/>
                            </a:cubicBezTo>
                            <a:cubicBezTo>
                              <a:pt x="56586" y="3921"/>
                              <a:pt x="60777" y="7921"/>
                              <a:pt x="68207" y="10779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87" name="Graphique 1">
                    <a:extLst>
                      <a:ext uri="{FF2B5EF4-FFF2-40B4-BE49-F238E27FC236}">
                        <a16:creationId xmlns:a16="http://schemas.microsoft.com/office/drawing/2014/main" id="{17018673-ACF1-4EB3-9055-71571D586DAC}"/>
                      </a:ext>
                    </a:extLst>
                  </p:cNvPr>
                  <p:cNvGrpSpPr/>
                  <p:nvPr/>
                </p:nvGrpSpPr>
                <p:grpSpPr>
                  <a:xfrm>
                    <a:off x="1154756" y="2530124"/>
                    <a:ext cx="233295" cy="79959"/>
                    <a:chOff x="1154756" y="2530124"/>
                    <a:chExt cx="233295" cy="79959"/>
                  </a:xfrm>
                  <a:solidFill>
                    <a:schemeClr val="accent1"/>
                  </a:solidFill>
                </p:grpSpPr>
                <p:sp>
                  <p:nvSpPr>
                    <p:cNvPr id="9954" name="Forme libre : forme 9953">
                      <a:extLst>
                        <a:ext uri="{FF2B5EF4-FFF2-40B4-BE49-F238E27FC236}">
                          <a16:creationId xmlns:a16="http://schemas.microsoft.com/office/drawing/2014/main" id="{51C2DB45-53DA-45FC-A984-DD68092138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4756" y="2530124"/>
                      <a:ext cx="233295" cy="79959"/>
                    </a:xfrm>
                    <a:custGeom>
                      <a:avLst/>
                      <a:gdLst>
                        <a:gd name="connsiteX0" fmla="*/ 163412 w 233295"/>
                        <a:gd name="connsiteY0" fmla="*/ 75058 h 79959"/>
                        <a:gd name="connsiteX1" fmla="*/ 143791 w 233295"/>
                        <a:gd name="connsiteY1" fmla="*/ 78106 h 79959"/>
                        <a:gd name="connsiteX2" fmla="*/ 119121 w 233295"/>
                        <a:gd name="connsiteY2" fmla="*/ 79916 h 79959"/>
                        <a:gd name="connsiteX3" fmla="*/ 73592 w 233295"/>
                        <a:gd name="connsiteY3" fmla="*/ 77154 h 79959"/>
                        <a:gd name="connsiteX4" fmla="*/ 26347 w 233295"/>
                        <a:gd name="connsiteY4" fmla="*/ 58770 h 79959"/>
                        <a:gd name="connsiteX5" fmla="*/ 1297 w 233295"/>
                        <a:gd name="connsiteY5" fmla="*/ 28767 h 79959"/>
                        <a:gd name="connsiteX6" fmla="*/ 11298 w 233295"/>
                        <a:gd name="connsiteY6" fmla="*/ 9622 h 79959"/>
                        <a:gd name="connsiteX7" fmla="*/ 83879 w 233295"/>
                        <a:gd name="connsiteY7" fmla="*/ 2478 h 79959"/>
                        <a:gd name="connsiteX8" fmla="*/ 116073 w 233295"/>
                        <a:gd name="connsiteY8" fmla="*/ 3240 h 79959"/>
                        <a:gd name="connsiteX9" fmla="*/ 133885 w 233295"/>
                        <a:gd name="connsiteY9" fmla="*/ 2478 h 79959"/>
                        <a:gd name="connsiteX10" fmla="*/ 148744 w 233295"/>
                        <a:gd name="connsiteY10" fmla="*/ 1049 h 79959"/>
                        <a:gd name="connsiteX11" fmla="*/ 188082 w 233295"/>
                        <a:gd name="connsiteY11" fmla="*/ 1335 h 79959"/>
                        <a:gd name="connsiteX12" fmla="*/ 221515 w 233295"/>
                        <a:gd name="connsiteY12" fmla="*/ 10098 h 79959"/>
                        <a:gd name="connsiteX13" fmla="*/ 232183 w 233295"/>
                        <a:gd name="connsiteY13" fmla="*/ 28481 h 79959"/>
                        <a:gd name="connsiteX14" fmla="*/ 163412 w 233295"/>
                        <a:gd name="connsiteY14" fmla="*/ 75058 h 79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33295" h="79959">
                          <a:moveTo>
                            <a:pt x="163412" y="75058"/>
                          </a:moveTo>
                          <a:cubicBezTo>
                            <a:pt x="158173" y="76011"/>
                            <a:pt x="151411" y="77059"/>
                            <a:pt x="143791" y="78106"/>
                          </a:cubicBezTo>
                          <a:cubicBezTo>
                            <a:pt x="136171" y="78964"/>
                            <a:pt x="127693" y="79344"/>
                            <a:pt x="119121" y="79916"/>
                          </a:cubicBezTo>
                          <a:cubicBezTo>
                            <a:pt x="101976" y="80202"/>
                            <a:pt x="84736" y="79059"/>
                            <a:pt x="73592" y="77154"/>
                          </a:cubicBezTo>
                          <a:cubicBezTo>
                            <a:pt x="52827" y="74010"/>
                            <a:pt x="37682" y="66962"/>
                            <a:pt x="26347" y="58770"/>
                          </a:cubicBezTo>
                          <a:cubicBezTo>
                            <a:pt x="15013" y="50484"/>
                            <a:pt x="7297" y="40292"/>
                            <a:pt x="1297" y="28767"/>
                          </a:cubicBezTo>
                          <a:cubicBezTo>
                            <a:pt x="-2894" y="20480"/>
                            <a:pt x="3773" y="11717"/>
                            <a:pt x="11298" y="9622"/>
                          </a:cubicBezTo>
                          <a:cubicBezTo>
                            <a:pt x="34253" y="3621"/>
                            <a:pt x="53970" y="477"/>
                            <a:pt x="83879" y="2478"/>
                          </a:cubicBezTo>
                          <a:cubicBezTo>
                            <a:pt x="91880" y="2859"/>
                            <a:pt x="103976" y="3430"/>
                            <a:pt x="116073" y="3240"/>
                          </a:cubicBezTo>
                          <a:cubicBezTo>
                            <a:pt x="122169" y="2954"/>
                            <a:pt x="128265" y="2668"/>
                            <a:pt x="133885" y="2478"/>
                          </a:cubicBezTo>
                          <a:cubicBezTo>
                            <a:pt x="139505" y="2097"/>
                            <a:pt x="144648" y="1430"/>
                            <a:pt x="148744" y="1049"/>
                          </a:cubicBezTo>
                          <a:cubicBezTo>
                            <a:pt x="164269" y="-570"/>
                            <a:pt x="176652" y="-189"/>
                            <a:pt x="188082" y="1335"/>
                          </a:cubicBezTo>
                          <a:cubicBezTo>
                            <a:pt x="199607" y="3430"/>
                            <a:pt x="210085" y="6193"/>
                            <a:pt x="221515" y="10098"/>
                          </a:cubicBezTo>
                          <a:cubicBezTo>
                            <a:pt x="229421" y="12765"/>
                            <a:pt x="235993" y="21433"/>
                            <a:pt x="232183" y="28481"/>
                          </a:cubicBezTo>
                          <a:cubicBezTo>
                            <a:pt x="221419" y="48674"/>
                            <a:pt x="202369" y="66962"/>
                            <a:pt x="163412" y="75058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55" name="Forme libre : forme 9954">
                      <a:extLst>
                        <a:ext uri="{FF2B5EF4-FFF2-40B4-BE49-F238E27FC236}">
                          <a16:creationId xmlns:a16="http://schemas.microsoft.com/office/drawing/2014/main" id="{C0EE8484-91B6-46CC-962B-1A057751CC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4861" y="2548699"/>
                      <a:ext cx="232173" cy="61041"/>
                    </a:xfrm>
                    <a:custGeom>
                      <a:avLst/>
                      <a:gdLst>
                        <a:gd name="connsiteX0" fmla="*/ 89298 w 232173"/>
                        <a:gd name="connsiteY0" fmla="*/ 32861 h 61041"/>
                        <a:gd name="connsiteX1" fmla="*/ 1001 w 232173"/>
                        <a:gd name="connsiteY1" fmla="*/ 0 h 61041"/>
                        <a:gd name="connsiteX2" fmla="*/ 1287 w 232173"/>
                        <a:gd name="connsiteY2" fmla="*/ 9906 h 61041"/>
                        <a:gd name="connsiteX3" fmla="*/ 8145 w 232173"/>
                        <a:gd name="connsiteY3" fmla="*/ 21336 h 61041"/>
                        <a:gd name="connsiteX4" fmla="*/ 39578 w 232173"/>
                        <a:gd name="connsiteY4" fmla="*/ 48006 h 61041"/>
                        <a:gd name="connsiteX5" fmla="*/ 73487 w 232173"/>
                        <a:gd name="connsiteY5" fmla="*/ 58388 h 61041"/>
                        <a:gd name="connsiteX6" fmla="*/ 87964 w 232173"/>
                        <a:gd name="connsiteY6" fmla="*/ 60103 h 61041"/>
                        <a:gd name="connsiteX7" fmla="*/ 156640 w 232173"/>
                        <a:gd name="connsiteY7" fmla="*/ 57436 h 61041"/>
                        <a:gd name="connsiteX8" fmla="*/ 163117 w 232173"/>
                        <a:gd name="connsiteY8" fmla="*/ 56388 h 61041"/>
                        <a:gd name="connsiteX9" fmla="*/ 181976 w 232173"/>
                        <a:gd name="connsiteY9" fmla="*/ 51054 h 61041"/>
                        <a:gd name="connsiteX10" fmla="*/ 197502 w 232173"/>
                        <a:gd name="connsiteY10" fmla="*/ 44196 h 61041"/>
                        <a:gd name="connsiteX11" fmla="*/ 214075 w 232173"/>
                        <a:gd name="connsiteY11" fmla="*/ 32766 h 61041"/>
                        <a:gd name="connsiteX12" fmla="*/ 226172 w 232173"/>
                        <a:gd name="connsiteY12" fmla="*/ 19241 h 61041"/>
                        <a:gd name="connsiteX13" fmla="*/ 232078 w 232173"/>
                        <a:gd name="connsiteY13" fmla="*/ 9811 h 61041"/>
                        <a:gd name="connsiteX14" fmla="*/ 232173 w 232173"/>
                        <a:gd name="connsiteY14" fmla="*/ 9430 h 61041"/>
                        <a:gd name="connsiteX15" fmla="*/ 161783 w 232173"/>
                        <a:gd name="connsiteY15" fmla="*/ 28099 h 61041"/>
                        <a:gd name="connsiteX16" fmla="*/ 89298 w 232173"/>
                        <a:gd name="connsiteY16" fmla="*/ 32861 h 61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32173" h="61041">
                          <a:moveTo>
                            <a:pt x="89298" y="32861"/>
                          </a:moveTo>
                          <a:cubicBezTo>
                            <a:pt x="55961" y="32671"/>
                            <a:pt x="18813" y="21622"/>
                            <a:pt x="1001" y="0"/>
                          </a:cubicBezTo>
                          <a:cubicBezTo>
                            <a:pt x="-332" y="3048"/>
                            <a:pt x="-428" y="6572"/>
                            <a:pt x="1287" y="9906"/>
                          </a:cubicBezTo>
                          <a:cubicBezTo>
                            <a:pt x="3287" y="13907"/>
                            <a:pt x="5573" y="17717"/>
                            <a:pt x="8145" y="21336"/>
                          </a:cubicBezTo>
                          <a:cubicBezTo>
                            <a:pt x="15575" y="31718"/>
                            <a:pt x="25290" y="41053"/>
                            <a:pt x="39578" y="48006"/>
                          </a:cubicBezTo>
                          <a:cubicBezTo>
                            <a:pt x="48817" y="52578"/>
                            <a:pt x="59961" y="56198"/>
                            <a:pt x="73487" y="58388"/>
                          </a:cubicBezTo>
                          <a:cubicBezTo>
                            <a:pt x="77582" y="59246"/>
                            <a:pt x="82535" y="59627"/>
                            <a:pt x="87964" y="60103"/>
                          </a:cubicBezTo>
                          <a:cubicBezTo>
                            <a:pt x="109300" y="62008"/>
                            <a:pt x="138542" y="60960"/>
                            <a:pt x="156640" y="57436"/>
                          </a:cubicBezTo>
                          <a:cubicBezTo>
                            <a:pt x="158926" y="57055"/>
                            <a:pt x="161212" y="56674"/>
                            <a:pt x="163117" y="56388"/>
                          </a:cubicBezTo>
                          <a:cubicBezTo>
                            <a:pt x="169975" y="55054"/>
                            <a:pt x="176166" y="52959"/>
                            <a:pt x="181976" y="51054"/>
                          </a:cubicBezTo>
                          <a:cubicBezTo>
                            <a:pt x="187787" y="49149"/>
                            <a:pt x="192930" y="46863"/>
                            <a:pt x="197502" y="44196"/>
                          </a:cubicBezTo>
                          <a:cubicBezTo>
                            <a:pt x="203884" y="40577"/>
                            <a:pt x="209313" y="36767"/>
                            <a:pt x="214075" y="32766"/>
                          </a:cubicBezTo>
                          <a:cubicBezTo>
                            <a:pt x="218743" y="28385"/>
                            <a:pt x="222648" y="23908"/>
                            <a:pt x="226172" y="19241"/>
                          </a:cubicBezTo>
                          <a:cubicBezTo>
                            <a:pt x="228363" y="16193"/>
                            <a:pt x="230363" y="13049"/>
                            <a:pt x="232078" y="9811"/>
                          </a:cubicBezTo>
                          <a:lnTo>
                            <a:pt x="232173" y="9430"/>
                          </a:lnTo>
                          <a:cubicBezTo>
                            <a:pt x="209599" y="17717"/>
                            <a:pt x="185882" y="24003"/>
                            <a:pt x="161783" y="28099"/>
                          </a:cubicBezTo>
                          <a:cubicBezTo>
                            <a:pt x="137780" y="31814"/>
                            <a:pt x="113301" y="33433"/>
                            <a:pt x="89298" y="32861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56" name="Forme libre : forme 9955">
                      <a:extLst>
                        <a:ext uri="{FF2B5EF4-FFF2-40B4-BE49-F238E27FC236}">
                          <a16:creationId xmlns:a16="http://schemas.microsoft.com/office/drawing/2014/main" id="{CDA81D3B-5BD6-4D72-938B-C283596305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34814" y="2558620"/>
                      <a:ext cx="109423" cy="26750"/>
                    </a:xfrm>
                    <a:custGeom>
                      <a:avLst/>
                      <a:gdLst>
                        <a:gd name="connsiteX0" fmla="*/ 109263 w 109423"/>
                        <a:gd name="connsiteY0" fmla="*/ 4653 h 26750"/>
                        <a:gd name="connsiteX1" fmla="*/ 104215 w 109423"/>
                        <a:gd name="connsiteY1" fmla="*/ 12368 h 26750"/>
                        <a:gd name="connsiteX2" fmla="*/ 88689 w 109423"/>
                        <a:gd name="connsiteY2" fmla="*/ 19321 h 26750"/>
                        <a:gd name="connsiteX3" fmla="*/ 69448 w 109423"/>
                        <a:gd name="connsiteY3" fmla="*/ 24179 h 26750"/>
                        <a:gd name="connsiteX4" fmla="*/ 53827 w 109423"/>
                        <a:gd name="connsiteY4" fmla="*/ 26370 h 26750"/>
                        <a:gd name="connsiteX5" fmla="*/ 38873 w 109423"/>
                        <a:gd name="connsiteY5" fmla="*/ 26751 h 26750"/>
                        <a:gd name="connsiteX6" fmla="*/ 20776 w 109423"/>
                        <a:gd name="connsiteY6" fmla="*/ 24655 h 26750"/>
                        <a:gd name="connsiteX7" fmla="*/ 11 w 109423"/>
                        <a:gd name="connsiteY7" fmla="*/ 12368 h 26750"/>
                        <a:gd name="connsiteX8" fmla="*/ 21252 w 109423"/>
                        <a:gd name="connsiteY8" fmla="*/ 3795 h 26750"/>
                        <a:gd name="connsiteX9" fmla="*/ 38111 w 109423"/>
                        <a:gd name="connsiteY9" fmla="*/ 2557 h 26750"/>
                        <a:gd name="connsiteX10" fmla="*/ 51541 w 109423"/>
                        <a:gd name="connsiteY10" fmla="*/ 1700 h 26750"/>
                        <a:gd name="connsiteX11" fmla="*/ 65638 w 109423"/>
                        <a:gd name="connsiteY11" fmla="*/ 1033 h 26750"/>
                        <a:gd name="connsiteX12" fmla="*/ 84117 w 109423"/>
                        <a:gd name="connsiteY12" fmla="*/ 176 h 26750"/>
                        <a:gd name="connsiteX13" fmla="*/ 100690 w 109423"/>
                        <a:gd name="connsiteY13" fmla="*/ 652 h 26750"/>
                        <a:gd name="connsiteX14" fmla="*/ 109263 w 109423"/>
                        <a:gd name="connsiteY14" fmla="*/ 4653 h 26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09423" h="26750">
                          <a:moveTo>
                            <a:pt x="109263" y="4653"/>
                          </a:moveTo>
                          <a:cubicBezTo>
                            <a:pt x="110025" y="7034"/>
                            <a:pt x="108025" y="9796"/>
                            <a:pt x="104215" y="12368"/>
                          </a:cubicBezTo>
                          <a:cubicBezTo>
                            <a:pt x="100405" y="14844"/>
                            <a:pt x="94785" y="17131"/>
                            <a:pt x="88689" y="19321"/>
                          </a:cubicBezTo>
                          <a:cubicBezTo>
                            <a:pt x="82593" y="21702"/>
                            <a:pt x="75640" y="22941"/>
                            <a:pt x="69448" y="24179"/>
                          </a:cubicBezTo>
                          <a:cubicBezTo>
                            <a:pt x="63257" y="25417"/>
                            <a:pt x="57637" y="26179"/>
                            <a:pt x="53827" y="26370"/>
                          </a:cubicBezTo>
                          <a:cubicBezTo>
                            <a:pt x="50017" y="26656"/>
                            <a:pt x="44779" y="26751"/>
                            <a:pt x="38873" y="26751"/>
                          </a:cubicBezTo>
                          <a:cubicBezTo>
                            <a:pt x="33063" y="26370"/>
                            <a:pt x="26681" y="25608"/>
                            <a:pt x="20776" y="24655"/>
                          </a:cubicBezTo>
                          <a:cubicBezTo>
                            <a:pt x="9060" y="22083"/>
                            <a:pt x="-370" y="17988"/>
                            <a:pt x="11" y="12368"/>
                          </a:cubicBezTo>
                          <a:cubicBezTo>
                            <a:pt x="392" y="7034"/>
                            <a:pt x="10203" y="4748"/>
                            <a:pt x="21252" y="3795"/>
                          </a:cubicBezTo>
                          <a:cubicBezTo>
                            <a:pt x="26776" y="3033"/>
                            <a:pt x="32777" y="2652"/>
                            <a:pt x="38111" y="2557"/>
                          </a:cubicBezTo>
                          <a:cubicBezTo>
                            <a:pt x="43445" y="2081"/>
                            <a:pt x="48303" y="1795"/>
                            <a:pt x="51541" y="1700"/>
                          </a:cubicBezTo>
                          <a:cubicBezTo>
                            <a:pt x="54780" y="1700"/>
                            <a:pt x="59923" y="1509"/>
                            <a:pt x="65638" y="1033"/>
                          </a:cubicBezTo>
                          <a:cubicBezTo>
                            <a:pt x="71449" y="557"/>
                            <a:pt x="78021" y="748"/>
                            <a:pt x="84117" y="176"/>
                          </a:cubicBezTo>
                          <a:cubicBezTo>
                            <a:pt x="90308" y="-110"/>
                            <a:pt x="96214" y="-110"/>
                            <a:pt x="100690" y="652"/>
                          </a:cubicBezTo>
                          <a:cubicBezTo>
                            <a:pt x="105358" y="1128"/>
                            <a:pt x="108501" y="2176"/>
                            <a:pt x="109263" y="4653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57" name="Forme libre : forme 9956">
                      <a:extLst>
                        <a:ext uri="{FF2B5EF4-FFF2-40B4-BE49-F238E27FC236}">
                          <a16:creationId xmlns:a16="http://schemas.microsoft.com/office/drawing/2014/main" id="{C387E1B8-CEAB-4E6D-B3A8-A6DC5A5B95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34239" y="2562415"/>
                      <a:ext cx="79071" cy="22885"/>
                    </a:xfrm>
                    <a:custGeom>
                      <a:avLst/>
                      <a:gdLst>
                        <a:gd name="connsiteX0" fmla="*/ 23922 w 79071"/>
                        <a:gd name="connsiteY0" fmla="*/ 0 h 22885"/>
                        <a:gd name="connsiteX1" fmla="*/ 110 w 79071"/>
                        <a:gd name="connsiteY1" fmla="*/ 8477 h 22885"/>
                        <a:gd name="connsiteX2" fmla="*/ 21446 w 79071"/>
                        <a:gd name="connsiteY2" fmla="*/ 20765 h 22885"/>
                        <a:gd name="connsiteX3" fmla="*/ 38876 w 79071"/>
                        <a:gd name="connsiteY3" fmla="*/ 22860 h 22885"/>
                        <a:gd name="connsiteX4" fmla="*/ 55164 w 79071"/>
                        <a:gd name="connsiteY4" fmla="*/ 22574 h 22885"/>
                        <a:gd name="connsiteX5" fmla="*/ 79072 w 79071"/>
                        <a:gd name="connsiteY5" fmla="*/ 18193 h 22885"/>
                        <a:gd name="connsiteX6" fmla="*/ 66118 w 79071"/>
                        <a:gd name="connsiteY6" fmla="*/ 19145 h 22885"/>
                        <a:gd name="connsiteX7" fmla="*/ 37924 w 79071"/>
                        <a:gd name="connsiteY7" fmla="*/ 13811 h 22885"/>
                        <a:gd name="connsiteX8" fmla="*/ 23922 w 79071"/>
                        <a:gd name="connsiteY8" fmla="*/ 0 h 22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9071" h="22885">
                          <a:moveTo>
                            <a:pt x="23922" y="0"/>
                          </a:moveTo>
                          <a:cubicBezTo>
                            <a:pt x="17255" y="1905"/>
                            <a:pt x="-1605" y="1524"/>
                            <a:pt x="110" y="8477"/>
                          </a:cubicBezTo>
                          <a:cubicBezTo>
                            <a:pt x="1538" y="14288"/>
                            <a:pt x="10397" y="18193"/>
                            <a:pt x="21446" y="20765"/>
                          </a:cubicBezTo>
                          <a:cubicBezTo>
                            <a:pt x="26970" y="21812"/>
                            <a:pt x="32971" y="22479"/>
                            <a:pt x="38876" y="22860"/>
                          </a:cubicBezTo>
                          <a:cubicBezTo>
                            <a:pt x="44687" y="22955"/>
                            <a:pt x="50306" y="22765"/>
                            <a:pt x="55164" y="22574"/>
                          </a:cubicBezTo>
                          <a:cubicBezTo>
                            <a:pt x="60784" y="22574"/>
                            <a:pt x="73071" y="19812"/>
                            <a:pt x="79072" y="18193"/>
                          </a:cubicBezTo>
                          <a:cubicBezTo>
                            <a:pt x="75548" y="18574"/>
                            <a:pt x="69547" y="19336"/>
                            <a:pt x="66118" y="19145"/>
                          </a:cubicBezTo>
                          <a:cubicBezTo>
                            <a:pt x="56498" y="18669"/>
                            <a:pt x="45925" y="16574"/>
                            <a:pt x="37924" y="13811"/>
                          </a:cubicBezTo>
                          <a:cubicBezTo>
                            <a:pt x="29828" y="10478"/>
                            <a:pt x="24208" y="6001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58" name="Forme libre : forme 9957">
                      <a:extLst>
                        <a:ext uri="{FF2B5EF4-FFF2-40B4-BE49-F238E27FC236}">
                          <a16:creationId xmlns:a16="http://schemas.microsoft.com/office/drawing/2014/main" id="{4FDDB7A6-046A-4936-B37B-40D3AD6BB9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40251" y="2559543"/>
                      <a:ext cx="110209" cy="28560"/>
                    </a:xfrm>
                    <a:custGeom>
                      <a:avLst/>
                      <a:gdLst>
                        <a:gd name="connsiteX0" fmla="*/ 110207 w 110209"/>
                        <a:gd name="connsiteY0" fmla="*/ 4586 h 28560"/>
                        <a:gd name="connsiteX1" fmla="*/ 88299 w 110209"/>
                        <a:gd name="connsiteY1" fmla="*/ 20112 h 28560"/>
                        <a:gd name="connsiteX2" fmla="*/ 54009 w 110209"/>
                        <a:gd name="connsiteY2" fmla="*/ 28018 h 28560"/>
                        <a:gd name="connsiteX3" fmla="*/ 20862 w 110209"/>
                        <a:gd name="connsiteY3" fmla="*/ 26779 h 28560"/>
                        <a:gd name="connsiteX4" fmla="*/ 3 w 110209"/>
                        <a:gd name="connsiteY4" fmla="*/ 14683 h 28560"/>
                        <a:gd name="connsiteX5" fmla="*/ 21148 w 110209"/>
                        <a:gd name="connsiteY5" fmla="*/ 5729 h 28560"/>
                        <a:gd name="connsiteX6" fmla="*/ 51628 w 110209"/>
                        <a:gd name="connsiteY6" fmla="*/ 3253 h 28560"/>
                        <a:gd name="connsiteX7" fmla="*/ 85632 w 110209"/>
                        <a:gd name="connsiteY7" fmla="*/ 395 h 28560"/>
                        <a:gd name="connsiteX8" fmla="*/ 110207 w 110209"/>
                        <a:gd name="connsiteY8" fmla="*/ 4586 h 28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0209" h="28560">
                          <a:moveTo>
                            <a:pt x="110207" y="4586"/>
                          </a:moveTo>
                          <a:cubicBezTo>
                            <a:pt x="109921" y="9920"/>
                            <a:pt x="100396" y="16111"/>
                            <a:pt x="88299" y="20112"/>
                          </a:cubicBezTo>
                          <a:cubicBezTo>
                            <a:pt x="76393" y="24779"/>
                            <a:pt x="62106" y="26779"/>
                            <a:pt x="54009" y="28018"/>
                          </a:cubicBezTo>
                          <a:cubicBezTo>
                            <a:pt x="45818" y="28685"/>
                            <a:pt x="32292" y="29161"/>
                            <a:pt x="20862" y="26779"/>
                          </a:cubicBezTo>
                          <a:cubicBezTo>
                            <a:pt x="9432" y="24874"/>
                            <a:pt x="193" y="20112"/>
                            <a:pt x="3" y="14683"/>
                          </a:cubicBezTo>
                          <a:cubicBezTo>
                            <a:pt x="-188" y="8872"/>
                            <a:pt x="9813" y="7253"/>
                            <a:pt x="21148" y="5729"/>
                          </a:cubicBezTo>
                          <a:cubicBezTo>
                            <a:pt x="32483" y="4681"/>
                            <a:pt x="45437" y="3443"/>
                            <a:pt x="51628" y="3253"/>
                          </a:cubicBezTo>
                          <a:cubicBezTo>
                            <a:pt x="57724" y="2777"/>
                            <a:pt x="72297" y="1538"/>
                            <a:pt x="85632" y="395"/>
                          </a:cubicBezTo>
                          <a:cubicBezTo>
                            <a:pt x="98872" y="-176"/>
                            <a:pt x="110397" y="-938"/>
                            <a:pt x="110207" y="4586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59" name="Forme libre : forme 9958">
                      <a:extLst>
                        <a:ext uri="{FF2B5EF4-FFF2-40B4-BE49-F238E27FC236}">
                          <a16:creationId xmlns:a16="http://schemas.microsoft.com/office/drawing/2014/main" id="{8386E3E9-9537-4521-A154-68535F140F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84561" y="2547451"/>
                      <a:ext cx="137855" cy="55654"/>
                    </a:xfrm>
                    <a:custGeom>
                      <a:avLst/>
                      <a:gdLst>
                        <a:gd name="connsiteX0" fmla="*/ 68 w 137855"/>
                        <a:gd name="connsiteY0" fmla="*/ 14011 h 55654"/>
                        <a:gd name="connsiteX1" fmla="*/ 10545 w 137855"/>
                        <a:gd name="connsiteY1" fmla="*/ 29537 h 55654"/>
                        <a:gd name="connsiteX2" fmla="*/ 61504 w 137855"/>
                        <a:gd name="connsiteY2" fmla="*/ 53826 h 55654"/>
                        <a:gd name="connsiteX3" fmla="*/ 119320 w 137855"/>
                        <a:gd name="connsiteY3" fmla="*/ 49921 h 55654"/>
                        <a:gd name="connsiteX4" fmla="*/ 134084 w 137855"/>
                        <a:gd name="connsiteY4" fmla="*/ 42396 h 55654"/>
                        <a:gd name="connsiteX5" fmla="*/ 136942 w 137855"/>
                        <a:gd name="connsiteY5" fmla="*/ 33538 h 55654"/>
                        <a:gd name="connsiteX6" fmla="*/ 118749 w 137855"/>
                        <a:gd name="connsiteY6" fmla="*/ 30299 h 55654"/>
                        <a:gd name="connsiteX7" fmla="*/ 71600 w 137855"/>
                        <a:gd name="connsiteY7" fmla="*/ 18393 h 55654"/>
                        <a:gd name="connsiteX8" fmla="*/ 28738 w 137855"/>
                        <a:gd name="connsiteY8" fmla="*/ 295 h 55654"/>
                        <a:gd name="connsiteX9" fmla="*/ 68 w 137855"/>
                        <a:gd name="connsiteY9" fmla="*/ 14011 h 55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7855" h="55654">
                          <a:moveTo>
                            <a:pt x="68" y="14011"/>
                          </a:moveTo>
                          <a:cubicBezTo>
                            <a:pt x="1115" y="20774"/>
                            <a:pt x="3115" y="23727"/>
                            <a:pt x="10545" y="29537"/>
                          </a:cubicBezTo>
                          <a:cubicBezTo>
                            <a:pt x="24737" y="40777"/>
                            <a:pt x="37977" y="49635"/>
                            <a:pt x="61504" y="53826"/>
                          </a:cubicBezTo>
                          <a:cubicBezTo>
                            <a:pt x="81030" y="57350"/>
                            <a:pt x="103699" y="55636"/>
                            <a:pt x="119320" y="49921"/>
                          </a:cubicBezTo>
                          <a:cubicBezTo>
                            <a:pt x="125131" y="47825"/>
                            <a:pt x="130655" y="45158"/>
                            <a:pt x="134084" y="42396"/>
                          </a:cubicBezTo>
                          <a:cubicBezTo>
                            <a:pt x="137513" y="39348"/>
                            <a:pt x="138942" y="36204"/>
                            <a:pt x="136942" y="33538"/>
                          </a:cubicBezTo>
                          <a:cubicBezTo>
                            <a:pt x="134465" y="30394"/>
                            <a:pt x="125798" y="31156"/>
                            <a:pt x="118749" y="30299"/>
                          </a:cubicBezTo>
                          <a:cubicBezTo>
                            <a:pt x="102175" y="28489"/>
                            <a:pt x="86364" y="25537"/>
                            <a:pt x="71600" y="18393"/>
                          </a:cubicBezTo>
                          <a:cubicBezTo>
                            <a:pt x="58932" y="11821"/>
                            <a:pt x="46740" y="2296"/>
                            <a:pt x="28738" y="295"/>
                          </a:cubicBezTo>
                          <a:cubicBezTo>
                            <a:pt x="12450" y="-1419"/>
                            <a:pt x="-1076" y="4486"/>
                            <a:pt x="68" y="14011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60" name="Forme libre : forme 9959">
                      <a:extLst>
                        <a:ext uri="{FF2B5EF4-FFF2-40B4-BE49-F238E27FC236}">
                          <a16:creationId xmlns:a16="http://schemas.microsoft.com/office/drawing/2014/main" id="{2101C0DA-6B24-4AA5-8A9C-7D201DB096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12483" y="2551938"/>
                      <a:ext cx="43143" cy="10095"/>
                    </a:xfrm>
                    <a:custGeom>
                      <a:avLst/>
                      <a:gdLst>
                        <a:gd name="connsiteX0" fmla="*/ 4721 w 43143"/>
                        <a:gd name="connsiteY0" fmla="*/ 3334 h 10095"/>
                        <a:gd name="connsiteX1" fmla="*/ 244 w 43143"/>
                        <a:gd name="connsiteY1" fmla="*/ 5143 h 10095"/>
                        <a:gd name="connsiteX2" fmla="*/ 2911 w 43143"/>
                        <a:gd name="connsiteY2" fmla="*/ 8096 h 10095"/>
                        <a:gd name="connsiteX3" fmla="*/ 10721 w 43143"/>
                        <a:gd name="connsiteY3" fmla="*/ 9620 h 10095"/>
                        <a:gd name="connsiteX4" fmla="*/ 30248 w 43143"/>
                        <a:gd name="connsiteY4" fmla="*/ 9715 h 10095"/>
                        <a:gd name="connsiteX5" fmla="*/ 37201 w 43143"/>
                        <a:gd name="connsiteY5" fmla="*/ 8667 h 10095"/>
                        <a:gd name="connsiteX6" fmla="*/ 33677 w 43143"/>
                        <a:gd name="connsiteY6" fmla="*/ 0 h 10095"/>
                        <a:gd name="connsiteX7" fmla="*/ 18818 w 43143"/>
                        <a:gd name="connsiteY7" fmla="*/ 1048 h 10095"/>
                        <a:gd name="connsiteX8" fmla="*/ 4721 w 43143"/>
                        <a:gd name="connsiteY8" fmla="*/ 3334 h 10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3143" h="10095">
                          <a:moveTo>
                            <a:pt x="4721" y="3334"/>
                          </a:moveTo>
                          <a:cubicBezTo>
                            <a:pt x="2625" y="3715"/>
                            <a:pt x="1196" y="4096"/>
                            <a:pt x="244" y="5143"/>
                          </a:cubicBezTo>
                          <a:cubicBezTo>
                            <a:pt x="-613" y="6191"/>
                            <a:pt x="911" y="7334"/>
                            <a:pt x="2911" y="8096"/>
                          </a:cubicBezTo>
                          <a:cubicBezTo>
                            <a:pt x="5007" y="8858"/>
                            <a:pt x="8245" y="9525"/>
                            <a:pt x="10721" y="9620"/>
                          </a:cubicBezTo>
                          <a:cubicBezTo>
                            <a:pt x="17199" y="9906"/>
                            <a:pt x="24057" y="10477"/>
                            <a:pt x="30248" y="9715"/>
                          </a:cubicBezTo>
                          <a:cubicBezTo>
                            <a:pt x="32820" y="9430"/>
                            <a:pt x="35201" y="9334"/>
                            <a:pt x="37201" y="8667"/>
                          </a:cubicBezTo>
                          <a:cubicBezTo>
                            <a:pt x="45678" y="5810"/>
                            <a:pt x="45583" y="190"/>
                            <a:pt x="33677" y="0"/>
                          </a:cubicBezTo>
                          <a:cubicBezTo>
                            <a:pt x="29009" y="0"/>
                            <a:pt x="23866" y="476"/>
                            <a:pt x="18818" y="1048"/>
                          </a:cubicBezTo>
                          <a:cubicBezTo>
                            <a:pt x="13960" y="1619"/>
                            <a:pt x="8912" y="2667"/>
                            <a:pt x="4721" y="3334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61" name="Forme libre : forme 9960">
                      <a:extLst>
                        <a:ext uri="{FF2B5EF4-FFF2-40B4-BE49-F238E27FC236}">
                          <a16:creationId xmlns:a16="http://schemas.microsoft.com/office/drawing/2014/main" id="{415FBAFE-10EE-4F6C-84DF-BF449F99F4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20931" y="2556986"/>
                      <a:ext cx="62198" cy="46100"/>
                    </a:xfrm>
                    <a:custGeom>
                      <a:avLst/>
                      <a:gdLst>
                        <a:gd name="connsiteX0" fmla="*/ 62198 w 62198"/>
                        <a:gd name="connsiteY0" fmla="*/ 0 h 46100"/>
                        <a:gd name="connsiteX1" fmla="*/ 54292 w 62198"/>
                        <a:gd name="connsiteY1" fmla="*/ 13049 h 46100"/>
                        <a:gd name="connsiteX2" fmla="*/ 38862 w 62198"/>
                        <a:gd name="connsiteY2" fmla="*/ 26098 h 46100"/>
                        <a:gd name="connsiteX3" fmla="*/ 0 w 62198"/>
                        <a:gd name="connsiteY3" fmla="*/ 46101 h 46100"/>
                        <a:gd name="connsiteX4" fmla="*/ 62198 w 62198"/>
                        <a:gd name="connsiteY4" fmla="*/ 0 h 46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198" h="46100">
                          <a:moveTo>
                            <a:pt x="62198" y="0"/>
                          </a:moveTo>
                          <a:cubicBezTo>
                            <a:pt x="61150" y="4096"/>
                            <a:pt x="58293" y="8477"/>
                            <a:pt x="54292" y="13049"/>
                          </a:cubicBezTo>
                          <a:cubicBezTo>
                            <a:pt x="50292" y="17621"/>
                            <a:pt x="44958" y="22098"/>
                            <a:pt x="38862" y="26098"/>
                          </a:cubicBezTo>
                          <a:cubicBezTo>
                            <a:pt x="26860" y="34671"/>
                            <a:pt x="11906" y="41148"/>
                            <a:pt x="0" y="46101"/>
                          </a:cubicBezTo>
                          <a:cubicBezTo>
                            <a:pt x="26098" y="35909"/>
                            <a:pt x="49435" y="16288"/>
                            <a:pt x="62198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62" name="Forme libre : forme 9961">
                      <a:extLst>
                        <a:ext uri="{FF2B5EF4-FFF2-40B4-BE49-F238E27FC236}">
                          <a16:creationId xmlns:a16="http://schemas.microsoft.com/office/drawing/2014/main" id="{A2A1B7A6-7F4D-43A2-AD26-BF49BEB340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66721" y="2534926"/>
                      <a:ext cx="74104" cy="7010"/>
                    </a:xfrm>
                    <a:custGeom>
                      <a:avLst/>
                      <a:gdLst>
                        <a:gd name="connsiteX0" fmla="*/ 74104 w 74104"/>
                        <a:gd name="connsiteY0" fmla="*/ 153 h 7010"/>
                        <a:gd name="connsiteX1" fmla="*/ 0 w 74104"/>
                        <a:gd name="connsiteY1" fmla="*/ 7011 h 7010"/>
                        <a:gd name="connsiteX2" fmla="*/ 74104 w 74104"/>
                        <a:gd name="connsiteY2" fmla="*/ 153 h 7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4104" h="7010">
                          <a:moveTo>
                            <a:pt x="74104" y="153"/>
                          </a:moveTo>
                          <a:cubicBezTo>
                            <a:pt x="47530" y="-895"/>
                            <a:pt x="22193" y="3677"/>
                            <a:pt x="0" y="7011"/>
                          </a:cubicBezTo>
                          <a:cubicBezTo>
                            <a:pt x="20288" y="3296"/>
                            <a:pt x="51149" y="2915"/>
                            <a:pt x="74104" y="1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63" name="Forme libre : forme 9962">
                      <a:extLst>
                        <a:ext uri="{FF2B5EF4-FFF2-40B4-BE49-F238E27FC236}">
                          <a16:creationId xmlns:a16="http://schemas.microsoft.com/office/drawing/2014/main" id="{3B545651-A722-43CA-A7F6-89381203F0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8854" y="2562225"/>
                      <a:ext cx="40161" cy="8006"/>
                    </a:xfrm>
                    <a:custGeom>
                      <a:avLst/>
                      <a:gdLst>
                        <a:gd name="connsiteX0" fmla="*/ 39981 w 40161"/>
                        <a:gd name="connsiteY0" fmla="*/ 3238 h 8006"/>
                        <a:gd name="connsiteX1" fmla="*/ 16645 w 40161"/>
                        <a:gd name="connsiteY1" fmla="*/ 8001 h 8006"/>
                        <a:gd name="connsiteX2" fmla="*/ 357 w 40161"/>
                        <a:gd name="connsiteY2" fmla="*/ 3143 h 8006"/>
                        <a:gd name="connsiteX3" fmla="*/ 22169 w 40161"/>
                        <a:gd name="connsiteY3" fmla="*/ 0 h 8006"/>
                        <a:gd name="connsiteX4" fmla="*/ 39981 w 40161"/>
                        <a:gd name="connsiteY4" fmla="*/ 3238 h 8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61" h="8006">
                          <a:moveTo>
                            <a:pt x="39981" y="3238"/>
                          </a:moveTo>
                          <a:cubicBezTo>
                            <a:pt x="38076" y="7525"/>
                            <a:pt x="21503" y="7715"/>
                            <a:pt x="16645" y="8001"/>
                          </a:cubicBezTo>
                          <a:cubicBezTo>
                            <a:pt x="11597" y="8096"/>
                            <a:pt x="-2405" y="6858"/>
                            <a:pt x="357" y="3143"/>
                          </a:cubicBezTo>
                          <a:cubicBezTo>
                            <a:pt x="3119" y="-667"/>
                            <a:pt x="17598" y="381"/>
                            <a:pt x="22169" y="0"/>
                          </a:cubicBezTo>
                          <a:cubicBezTo>
                            <a:pt x="26742" y="95"/>
                            <a:pt x="41981" y="-476"/>
                            <a:pt x="39981" y="3238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64" name="Forme libre : forme 9963">
                      <a:extLst>
                        <a:ext uri="{FF2B5EF4-FFF2-40B4-BE49-F238E27FC236}">
                          <a16:creationId xmlns:a16="http://schemas.microsoft.com/office/drawing/2014/main" id="{054EFAB7-A5F2-4CA4-99F8-A5C6C92CA4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3533" y="2562542"/>
                      <a:ext cx="11383" cy="3897"/>
                    </a:xfrm>
                    <a:custGeom>
                      <a:avLst/>
                      <a:gdLst>
                        <a:gd name="connsiteX0" fmla="*/ 11303 w 11383"/>
                        <a:gd name="connsiteY0" fmla="*/ 826 h 3897"/>
                        <a:gd name="connsiteX1" fmla="*/ 6445 w 11383"/>
                        <a:gd name="connsiteY1" fmla="*/ 3493 h 3897"/>
                        <a:gd name="connsiteX2" fmla="*/ 63 w 11383"/>
                        <a:gd name="connsiteY2" fmla="*/ 3016 h 3897"/>
                        <a:gd name="connsiteX3" fmla="*/ 4826 w 11383"/>
                        <a:gd name="connsiteY3" fmla="*/ 540 h 3897"/>
                        <a:gd name="connsiteX4" fmla="*/ 11303 w 11383"/>
                        <a:gd name="connsiteY4" fmla="*/ 826 h 3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83" h="3897">
                          <a:moveTo>
                            <a:pt x="11303" y="826"/>
                          </a:moveTo>
                          <a:cubicBezTo>
                            <a:pt x="11970" y="2064"/>
                            <a:pt x="8350" y="3111"/>
                            <a:pt x="6445" y="3493"/>
                          </a:cubicBezTo>
                          <a:cubicBezTo>
                            <a:pt x="4540" y="3874"/>
                            <a:pt x="730" y="4350"/>
                            <a:pt x="63" y="3016"/>
                          </a:cubicBezTo>
                          <a:cubicBezTo>
                            <a:pt x="-508" y="1778"/>
                            <a:pt x="2921" y="921"/>
                            <a:pt x="4826" y="540"/>
                          </a:cubicBezTo>
                          <a:cubicBezTo>
                            <a:pt x="6731" y="64"/>
                            <a:pt x="10636" y="-508"/>
                            <a:pt x="11303" y="8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65" name="Forme libre : forme 9964">
                      <a:extLst>
                        <a:ext uri="{FF2B5EF4-FFF2-40B4-BE49-F238E27FC236}">
                          <a16:creationId xmlns:a16="http://schemas.microsoft.com/office/drawing/2014/main" id="{A155FEE2-EF13-4C03-8FA7-E3EC20CA9B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7765" y="2537412"/>
                      <a:ext cx="98688" cy="21909"/>
                    </a:xfrm>
                    <a:custGeom>
                      <a:avLst/>
                      <a:gdLst>
                        <a:gd name="connsiteX0" fmla="*/ 70312 w 98688"/>
                        <a:gd name="connsiteY0" fmla="*/ 5953 h 21909"/>
                        <a:gd name="connsiteX1" fmla="*/ 97458 w 98688"/>
                        <a:gd name="connsiteY1" fmla="*/ 13002 h 21909"/>
                        <a:gd name="connsiteX2" fmla="*/ 92696 w 98688"/>
                        <a:gd name="connsiteY2" fmla="*/ 20717 h 21909"/>
                        <a:gd name="connsiteX3" fmla="*/ 80218 w 98688"/>
                        <a:gd name="connsiteY3" fmla="*/ 21098 h 21909"/>
                        <a:gd name="connsiteX4" fmla="*/ 43261 w 98688"/>
                        <a:gd name="connsiteY4" fmla="*/ 16335 h 21909"/>
                        <a:gd name="connsiteX5" fmla="*/ 16210 w 98688"/>
                        <a:gd name="connsiteY5" fmla="*/ 14812 h 21909"/>
                        <a:gd name="connsiteX6" fmla="*/ 779 w 98688"/>
                        <a:gd name="connsiteY6" fmla="*/ 6525 h 21909"/>
                        <a:gd name="connsiteX7" fmla="*/ 46880 w 98688"/>
                        <a:gd name="connsiteY7" fmla="*/ 238 h 21909"/>
                        <a:gd name="connsiteX8" fmla="*/ 70312 w 98688"/>
                        <a:gd name="connsiteY8" fmla="*/ 5953 h 219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8688" h="21909">
                          <a:moveTo>
                            <a:pt x="70312" y="5953"/>
                          </a:moveTo>
                          <a:cubicBezTo>
                            <a:pt x="81361" y="8144"/>
                            <a:pt x="89362" y="8525"/>
                            <a:pt x="97458" y="13002"/>
                          </a:cubicBezTo>
                          <a:cubicBezTo>
                            <a:pt x="100411" y="14621"/>
                            <a:pt x="97744" y="18907"/>
                            <a:pt x="92696" y="20717"/>
                          </a:cubicBezTo>
                          <a:cubicBezTo>
                            <a:pt x="87743" y="22527"/>
                            <a:pt x="84028" y="21955"/>
                            <a:pt x="80218" y="21098"/>
                          </a:cubicBezTo>
                          <a:cubicBezTo>
                            <a:pt x="68216" y="18717"/>
                            <a:pt x="56405" y="18050"/>
                            <a:pt x="43261" y="16335"/>
                          </a:cubicBezTo>
                          <a:cubicBezTo>
                            <a:pt x="39260" y="16240"/>
                            <a:pt x="26687" y="16050"/>
                            <a:pt x="16210" y="14812"/>
                          </a:cubicBezTo>
                          <a:cubicBezTo>
                            <a:pt x="5732" y="13192"/>
                            <a:pt x="-2650" y="10430"/>
                            <a:pt x="779" y="6525"/>
                          </a:cubicBezTo>
                          <a:cubicBezTo>
                            <a:pt x="7447" y="-1000"/>
                            <a:pt x="36403" y="-143"/>
                            <a:pt x="46880" y="238"/>
                          </a:cubicBezTo>
                          <a:cubicBezTo>
                            <a:pt x="57263" y="1572"/>
                            <a:pt x="62025" y="4334"/>
                            <a:pt x="70312" y="595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88" name="Graphique 1">
                    <a:extLst>
                      <a:ext uri="{FF2B5EF4-FFF2-40B4-BE49-F238E27FC236}">
                        <a16:creationId xmlns:a16="http://schemas.microsoft.com/office/drawing/2014/main" id="{E9B2D901-2A05-4B82-AF13-E90483E45189}"/>
                      </a:ext>
                    </a:extLst>
                  </p:cNvPr>
                  <p:cNvGrpSpPr/>
                  <p:nvPr/>
                </p:nvGrpSpPr>
                <p:grpSpPr>
                  <a:xfrm>
                    <a:off x="5810730" y="2730870"/>
                    <a:ext cx="213212" cy="99019"/>
                    <a:chOff x="5810730" y="2730870"/>
                    <a:chExt cx="213212" cy="99019"/>
                  </a:xfrm>
                  <a:solidFill>
                    <a:schemeClr val="accent1"/>
                  </a:solidFill>
                </p:grpSpPr>
                <p:sp>
                  <p:nvSpPr>
                    <p:cNvPr id="9942" name="Forme libre : forme 9941">
                      <a:extLst>
                        <a:ext uri="{FF2B5EF4-FFF2-40B4-BE49-F238E27FC236}">
                          <a16:creationId xmlns:a16="http://schemas.microsoft.com/office/drawing/2014/main" id="{0AC01AA7-F716-4C77-9112-EFBB73A63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0730" y="2730870"/>
                      <a:ext cx="213212" cy="99019"/>
                    </a:xfrm>
                    <a:custGeom>
                      <a:avLst/>
                      <a:gdLst>
                        <a:gd name="connsiteX0" fmla="*/ 162306 w 213212"/>
                        <a:gd name="connsiteY0" fmla="*/ 82624 h 99019"/>
                        <a:gd name="connsiteX1" fmla="*/ 141541 w 213212"/>
                        <a:gd name="connsiteY1" fmla="*/ 91387 h 99019"/>
                        <a:gd name="connsiteX2" fmla="*/ 113252 w 213212"/>
                        <a:gd name="connsiteY2" fmla="*/ 98054 h 99019"/>
                        <a:gd name="connsiteX3" fmla="*/ 97822 w 213212"/>
                        <a:gd name="connsiteY3" fmla="*/ 99007 h 99019"/>
                        <a:gd name="connsiteX4" fmla="*/ 82868 w 213212"/>
                        <a:gd name="connsiteY4" fmla="*/ 98530 h 99019"/>
                        <a:gd name="connsiteX5" fmla="*/ 58198 w 213212"/>
                        <a:gd name="connsiteY5" fmla="*/ 93292 h 99019"/>
                        <a:gd name="connsiteX6" fmla="*/ 11239 w 213212"/>
                        <a:gd name="connsiteY6" fmla="*/ 59002 h 99019"/>
                        <a:gd name="connsiteX7" fmla="*/ 0 w 213212"/>
                        <a:gd name="connsiteY7" fmla="*/ 19949 h 99019"/>
                        <a:gd name="connsiteX8" fmla="*/ 17716 w 213212"/>
                        <a:gd name="connsiteY8" fmla="*/ 7662 h 99019"/>
                        <a:gd name="connsiteX9" fmla="*/ 49530 w 213212"/>
                        <a:gd name="connsiteY9" fmla="*/ 14425 h 99019"/>
                        <a:gd name="connsiteX10" fmla="*/ 80010 w 213212"/>
                        <a:gd name="connsiteY10" fmla="*/ 21092 h 99019"/>
                        <a:gd name="connsiteX11" fmla="*/ 90392 w 213212"/>
                        <a:gd name="connsiteY11" fmla="*/ 22426 h 99019"/>
                        <a:gd name="connsiteX12" fmla="*/ 103156 w 213212"/>
                        <a:gd name="connsiteY12" fmla="*/ 22045 h 99019"/>
                        <a:gd name="connsiteX13" fmla="*/ 109918 w 213212"/>
                        <a:gd name="connsiteY13" fmla="*/ 20807 h 99019"/>
                        <a:gd name="connsiteX14" fmla="*/ 116491 w 213212"/>
                        <a:gd name="connsiteY14" fmla="*/ 19378 h 99019"/>
                        <a:gd name="connsiteX15" fmla="*/ 128111 w 213212"/>
                        <a:gd name="connsiteY15" fmla="*/ 15758 h 99019"/>
                        <a:gd name="connsiteX16" fmla="*/ 145732 w 213212"/>
                        <a:gd name="connsiteY16" fmla="*/ 9376 h 99019"/>
                        <a:gd name="connsiteX17" fmla="*/ 162211 w 213212"/>
                        <a:gd name="connsiteY17" fmla="*/ 4519 h 99019"/>
                        <a:gd name="connsiteX18" fmla="*/ 170498 w 213212"/>
                        <a:gd name="connsiteY18" fmla="*/ 3185 h 99019"/>
                        <a:gd name="connsiteX19" fmla="*/ 178689 w 213212"/>
                        <a:gd name="connsiteY19" fmla="*/ 1757 h 99019"/>
                        <a:gd name="connsiteX20" fmla="*/ 196025 w 213212"/>
                        <a:gd name="connsiteY20" fmla="*/ 42 h 99019"/>
                        <a:gd name="connsiteX21" fmla="*/ 213170 w 213212"/>
                        <a:gd name="connsiteY21" fmla="*/ 12710 h 99019"/>
                        <a:gd name="connsiteX22" fmla="*/ 201549 w 213212"/>
                        <a:gd name="connsiteY22" fmla="*/ 48143 h 99019"/>
                        <a:gd name="connsiteX23" fmla="*/ 186404 w 213212"/>
                        <a:gd name="connsiteY23" fmla="*/ 65860 h 99019"/>
                        <a:gd name="connsiteX24" fmla="*/ 181546 w 213212"/>
                        <a:gd name="connsiteY24" fmla="*/ 70336 h 99019"/>
                        <a:gd name="connsiteX25" fmla="*/ 175641 w 213212"/>
                        <a:gd name="connsiteY25" fmla="*/ 74432 h 99019"/>
                        <a:gd name="connsiteX26" fmla="*/ 162306 w 213212"/>
                        <a:gd name="connsiteY26" fmla="*/ 82624 h 99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13212" h="99019">
                          <a:moveTo>
                            <a:pt x="162306" y="82624"/>
                          </a:moveTo>
                          <a:cubicBezTo>
                            <a:pt x="157543" y="85862"/>
                            <a:pt x="149733" y="88243"/>
                            <a:pt x="141541" y="91387"/>
                          </a:cubicBezTo>
                          <a:cubicBezTo>
                            <a:pt x="133541" y="94816"/>
                            <a:pt x="123254" y="96340"/>
                            <a:pt x="113252" y="98054"/>
                          </a:cubicBezTo>
                          <a:cubicBezTo>
                            <a:pt x="108299" y="99197"/>
                            <a:pt x="102965" y="98911"/>
                            <a:pt x="97822" y="99007"/>
                          </a:cubicBezTo>
                          <a:cubicBezTo>
                            <a:pt x="92678" y="98911"/>
                            <a:pt x="87630" y="99292"/>
                            <a:pt x="82868" y="98530"/>
                          </a:cubicBezTo>
                          <a:cubicBezTo>
                            <a:pt x="73343" y="97007"/>
                            <a:pt x="64580" y="95959"/>
                            <a:pt x="58198" y="93292"/>
                          </a:cubicBezTo>
                          <a:cubicBezTo>
                            <a:pt x="33718" y="85291"/>
                            <a:pt x="19336" y="71860"/>
                            <a:pt x="11239" y="59002"/>
                          </a:cubicBezTo>
                          <a:cubicBezTo>
                            <a:pt x="2953" y="46048"/>
                            <a:pt x="95" y="33189"/>
                            <a:pt x="0" y="19949"/>
                          </a:cubicBezTo>
                          <a:cubicBezTo>
                            <a:pt x="0" y="10615"/>
                            <a:pt x="10192" y="6043"/>
                            <a:pt x="17716" y="7662"/>
                          </a:cubicBezTo>
                          <a:cubicBezTo>
                            <a:pt x="29813" y="10234"/>
                            <a:pt x="40100" y="12425"/>
                            <a:pt x="49530" y="14425"/>
                          </a:cubicBezTo>
                          <a:cubicBezTo>
                            <a:pt x="59627" y="16520"/>
                            <a:pt x="69247" y="19473"/>
                            <a:pt x="80010" y="21092"/>
                          </a:cubicBezTo>
                          <a:cubicBezTo>
                            <a:pt x="82868" y="22045"/>
                            <a:pt x="86487" y="21664"/>
                            <a:pt x="90392" y="22426"/>
                          </a:cubicBezTo>
                          <a:cubicBezTo>
                            <a:pt x="94392" y="22521"/>
                            <a:pt x="98679" y="22330"/>
                            <a:pt x="103156" y="22045"/>
                          </a:cubicBezTo>
                          <a:cubicBezTo>
                            <a:pt x="105442" y="21568"/>
                            <a:pt x="107632" y="21092"/>
                            <a:pt x="109918" y="20807"/>
                          </a:cubicBezTo>
                          <a:cubicBezTo>
                            <a:pt x="112109" y="20426"/>
                            <a:pt x="114300" y="20330"/>
                            <a:pt x="116491" y="19378"/>
                          </a:cubicBezTo>
                          <a:cubicBezTo>
                            <a:pt x="120777" y="17854"/>
                            <a:pt x="124777" y="16616"/>
                            <a:pt x="128111" y="15758"/>
                          </a:cubicBezTo>
                          <a:cubicBezTo>
                            <a:pt x="134208" y="12710"/>
                            <a:pt x="140018" y="10710"/>
                            <a:pt x="145732" y="9376"/>
                          </a:cubicBezTo>
                          <a:cubicBezTo>
                            <a:pt x="151257" y="7091"/>
                            <a:pt x="156686" y="5567"/>
                            <a:pt x="162211" y="4519"/>
                          </a:cubicBezTo>
                          <a:cubicBezTo>
                            <a:pt x="164878" y="4138"/>
                            <a:pt x="167640" y="3661"/>
                            <a:pt x="170498" y="3185"/>
                          </a:cubicBezTo>
                          <a:cubicBezTo>
                            <a:pt x="173164" y="2614"/>
                            <a:pt x="175926" y="2137"/>
                            <a:pt x="178689" y="1757"/>
                          </a:cubicBezTo>
                          <a:cubicBezTo>
                            <a:pt x="184214" y="994"/>
                            <a:pt x="189929" y="518"/>
                            <a:pt x="196025" y="42"/>
                          </a:cubicBezTo>
                          <a:cubicBezTo>
                            <a:pt x="204311" y="-530"/>
                            <a:pt x="213932" y="4804"/>
                            <a:pt x="213170" y="12710"/>
                          </a:cubicBezTo>
                          <a:cubicBezTo>
                            <a:pt x="211931" y="24140"/>
                            <a:pt x="208788" y="36046"/>
                            <a:pt x="201549" y="48143"/>
                          </a:cubicBezTo>
                          <a:cubicBezTo>
                            <a:pt x="197548" y="53858"/>
                            <a:pt x="192500" y="59764"/>
                            <a:pt x="186404" y="65860"/>
                          </a:cubicBezTo>
                          <a:cubicBezTo>
                            <a:pt x="184880" y="67384"/>
                            <a:pt x="183356" y="68908"/>
                            <a:pt x="181546" y="70336"/>
                          </a:cubicBezTo>
                          <a:cubicBezTo>
                            <a:pt x="179641" y="71670"/>
                            <a:pt x="177641" y="73003"/>
                            <a:pt x="175641" y="74432"/>
                          </a:cubicBezTo>
                          <a:cubicBezTo>
                            <a:pt x="171450" y="77194"/>
                            <a:pt x="167068" y="79957"/>
                            <a:pt x="162306" y="82624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43" name="Forme libre : forme 9942">
                      <a:extLst>
                        <a:ext uri="{FF2B5EF4-FFF2-40B4-BE49-F238E27FC236}">
                          <a16:creationId xmlns:a16="http://schemas.microsoft.com/office/drawing/2014/main" id="{38064D28-4E08-4525-8180-7548F48A8D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0921" y="2741771"/>
                      <a:ext cx="212692" cy="88010"/>
                    </a:xfrm>
                    <a:custGeom>
                      <a:avLst/>
                      <a:gdLst>
                        <a:gd name="connsiteX0" fmla="*/ 78677 w 212692"/>
                        <a:gd name="connsiteY0" fmla="*/ 59246 h 88010"/>
                        <a:gd name="connsiteX1" fmla="*/ 29432 w 212692"/>
                        <a:gd name="connsiteY1" fmla="*/ 38862 h 88010"/>
                        <a:gd name="connsiteX2" fmla="*/ 4286 w 212692"/>
                        <a:gd name="connsiteY2" fmla="*/ 0 h 88010"/>
                        <a:gd name="connsiteX3" fmla="*/ 0 w 212692"/>
                        <a:gd name="connsiteY3" fmla="*/ 8954 h 88010"/>
                        <a:gd name="connsiteX4" fmla="*/ 1238 w 212692"/>
                        <a:gd name="connsiteY4" fmla="*/ 22479 h 88010"/>
                        <a:gd name="connsiteX5" fmla="*/ 22288 w 212692"/>
                        <a:gd name="connsiteY5" fmla="*/ 61246 h 88010"/>
                        <a:gd name="connsiteX6" fmla="*/ 29146 w 212692"/>
                        <a:gd name="connsiteY6" fmla="*/ 67342 h 88010"/>
                        <a:gd name="connsiteX7" fmla="*/ 37433 w 212692"/>
                        <a:gd name="connsiteY7" fmla="*/ 72866 h 88010"/>
                        <a:gd name="connsiteX8" fmla="*/ 46958 w 212692"/>
                        <a:gd name="connsiteY8" fmla="*/ 78105 h 88010"/>
                        <a:gd name="connsiteX9" fmla="*/ 58198 w 212692"/>
                        <a:gd name="connsiteY9" fmla="*/ 82296 h 88010"/>
                        <a:gd name="connsiteX10" fmla="*/ 75533 w 212692"/>
                        <a:gd name="connsiteY10" fmla="*/ 86392 h 88010"/>
                        <a:gd name="connsiteX11" fmla="*/ 85725 w 212692"/>
                        <a:gd name="connsiteY11" fmla="*/ 87916 h 88010"/>
                        <a:gd name="connsiteX12" fmla="*/ 96583 w 212692"/>
                        <a:gd name="connsiteY12" fmla="*/ 88011 h 88010"/>
                        <a:gd name="connsiteX13" fmla="*/ 107728 w 212692"/>
                        <a:gd name="connsiteY13" fmla="*/ 87821 h 88010"/>
                        <a:gd name="connsiteX14" fmla="*/ 118586 w 212692"/>
                        <a:gd name="connsiteY14" fmla="*/ 86106 h 88010"/>
                        <a:gd name="connsiteX15" fmla="*/ 155638 w 212692"/>
                        <a:gd name="connsiteY15" fmla="*/ 74962 h 88010"/>
                        <a:gd name="connsiteX16" fmla="*/ 162115 w 212692"/>
                        <a:gd name="connsiteY16" fmla="*/ 71628 h 88010"/>
                        <a:gd name="connsiteX17" fmla="*/ 180213 w 212692"/>
                        <a:gd name="connsiteY17" fmla="*/ 60007 h 88010"/>
                        <a:gd name="connsiteX18" fmla="*/ 193071 w 212692"/>
                        <a:gd name="connsiteY18" fmla="*/ 47339 h 88010"/>
                        <a:gd name="connsiteX19" fmla="*/ 210883 w 212692"/>
                        <a:gd name="connsiteY19" fmla="*/ 12763 h 88010"/>
                        <a:gd name="connsiteX20" fmla="*/ 212693 w 212692"/>
                        <a:gd name="connsiteY20" fmla="*/ 1714 h 88010"/>
                        <a:gd name="connsiteX21" fmla="*/ 212693 w 212692"/>
                        <a:gd name="connsiteY21" fmla="*/ 1333 h 88010"/>
                        <a:gd name="connsiteX22" fmla="*/ 199072 w 212692"/>
                        <a:gd name="connsiteY22" fmla="*/ 13430 h 88010"/>
                        <a:gd name="connsiteX23" fmla="*/ 184689 w 212692"/>
                        <a:gd name="connsiteY23" fmla="*/ 24955 h 88010"/>
                        <a:gd name="connsiteX24" fmla="*/ 169450 w 212692"/>
                        <a:gd name="connsiteY24" fmla="*/ 35623 h 88010"/>
                        <a:gd name="connsiteX25" fmla="*/ 152876 w 212692"/>
                        <a:gd name="connsiteY25" fmla="*/ 44577 h 88010"/>
                        <a:gd name="connsiteX26" fmla="*/ 78677 w 212692"/>
                        <a:gd name="connsiteY26" fmla="*/ 59246 h 88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12692" h="88010">
                          <a:moveTo>
                            <a:pt x="78677" y="59246"/>
                          </a:moveTo>
                          <a:cubicBezTo>
                            <a:pt x="60864" y="57531"/>
                            <a:pt x="42672" y="50006"/>
                            <a:pt x="29432" y="38862"/>
                          </a:cubicBezTo>
                          <a:cubicBezTo>
                            <a:pt x="16002" y="27813"/>
                            <a:pt x="7048" y="13621"/>
                            <a:pt x="4286" y="0"/>
                          </a:cubicBezTo>
                          <a:cubicBezTo>
                            <a:pt x="1714" y="2096"/>
                            <a:pt x="0" y="5239"/>
                            <a:pt x="0" y="8954"/>
                          </a:cubicBezTo>
                          <a:cubicBezTo>
                            <a:pt x="0" y="13525"/>
                            <a:pt x="381" y="18002"/>
                            <a:pt x="1238" y="22479"/>
                          </a:cubicBezTo>
                          <a:cubicBezTo>
                            <a:pt x="3524" y="35433"/>
                            <a:pt x="9430" y="48578"/>
                            <a:pt x="22288" y="61246"/>
                          </a:cubicBezTo>
                          <a:cubicBezTo>
                            <a:pt x="24384" y="63246"/>
                            <a:pt x="26670" y="65246"/>
                            <a:pt x="29146" y="67342"/>
                          </a:cubicBezTo>
                          <a:cubicBezTo>
                            <a:pt x="31623" y="69247"/>
                            <a:pt x="34480" y="70961"/>
                            <a:pt x="37433" y="72866"/>
                          </a:cubicBezTo>
                          <a:cubicBezTo>
                            <a:pt x="40481" y="74581"/>
                            <a:pt x="43434" y="76581"/>
                            <a:pt x="46958" y="78105"/>
                          </a:cubicBezTo>
                          <a:cubicBezTo>
                            <a:pt x="50482" y="79534"/>
                            <a:pt x="54197" y="80963"/>
                            <a:pt x="58198" y="82296"/>
                          </a:cubicBezTo>
                          <a:cubicBezTo>
                            <a:pt x="62865" y="84201"/>
                            <a:pt x="68866" y="85344"/>
                            <a:pt x="75533" y="86392"/>
                          </a:cubicBezTo>
                          <a:cubicBezTo>
                            <a:pt x="78771" y="86868"/>
                            <a:pt x="82201" y="87344"/>
                            <a:pt x="85725" y="87916"/>
                          </a:cubicBezTo>
                          <a:cubicBezTo>
                            <a:pt x="89249" y="87916"/>
                            <a:pt x="92869" y="88011"/>
                            <a:pt x="96583" y="88011"/>
                          </a:cubicBezTo>
                          <a:cubicBezTo>
                            <a:pt x="100298" y="87916"/>
                            <a:pt x="104013" y="87916"/>
                            <a:pt x="107728" y="87821"/>
                          </a:cubicBezTo>
                          <a:cubicBezTo>
                            <a:pt x="111442" y="87439"/>
                            <a:pt x="114967" y="86678"/>
                            <a:pt x="118586" y="86106"/>
                          </a:cubicBezTo>
                          <a:cubicBezTo>
                            <a:pt x="133445" y="84201"/>
                            <a:pt x="145732" y="78676"/>
                            <a:pt x="155638" y="74962"/>
                          </a:cubicBezTo>
                          <a:cubicBezTo>
                            <a:pt x="158305" y="74104"/>
                            <a:pt x="160211" y="72580"/>
                            <a:pt x="162115" y="71628"/>
                          </a:cubicBezTo>
                          <a:cubicBezTo>
                            <a:pt x="168783" y="67818"/>
                            <a:pt x="174879" y="63913"/>
                            <a:pt x="180213" y="60007"/>
                          </a:cubicBezTo>
                          <a:cubicBezTo>
                            <a:pt x="185356" y="55912"/>
                            <a:pt x="189262" y="51435"/>
                            <a:pt x="193071" y="47339"/>
                          </a:cubicBezTo>
                          <a:cubicBezTo>
                            <a:pt x="203454" y="36100"/>
                            <a:pt x="207930" y="24003"/>
                            <a:pt x="210883" y="12763"/>
                          </a:cubicBezTo>
                          <a:cubicBezTo>
                            <a:pt x="211741" y="9049"/>
                            <a:pt x="212312" y="5429"/>
                            <a:pt x="212693" y="1714"/>
                          </a:cubicBezTo>
                          <a:lnTo>
                            <a:pt x="212693" y="1333"/>
                          </a:lnTo>
                          <a:cubicBezTo>
                            <a:pt x="208121" y="5334"/>
                            <a:pt x="203645" y="9430"/>
                            <a:pt x="199072" y="13430"/>
                          </a:cubicBezTo>
                          <a:cubicBezTo>
                            <a:pt x="194596" y="17526"/>
                            <a:pt x="189929" y="21622"/>
                            <a:pt x="184689" y="24955"/>
                          </a:cubicBezTo>
                          <a:lnTo>
                            <a:pt x="169450" y="35623"/>
                          </a:lnTo>
                          <a:cubicBezTo>
                            <a:pt x="164116" y="38862"/>
                            <a:pt x="158401" y="41529"/>
                            <a:pt x="152876" y="44577"/>
                          </a:cubicBezTo>
                          <a:cubicBezTo>
                            <a:pt x="130302" y="55816"/>
                            <a:pt x="104394" y="62198"/>
                            <a:pt x="78677" y="59246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44" name="Forme libre : forme 9943">
                      <a:extLst>
                        <a:ext uri="{FF2B5EF4-FFF2-40B4-BE49-F238E27FC236}">
                          <a16:creationId xmlns:a16="http://schemas.microsoft.com/office/drawing/2014/main" id="{6BFE5CDF-A2DB-485D-BCC2-A11C981F23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0898" y="2762893"/>
                      <a:ext cx="105156" cy="41779"/>
                    </a:xfrm>
                    <a:custGeom>
                      <a:avLst/>
                      <a:gdLst>
                        <a:gd name="connsiteX0" fmla="*/ 104426 w 105156"/>
                        <a:gd name="connsiteY0" fmla="*/ 1643 h 41779"/>
                        <a:gd name="connsiteX1" fmla="*/ 102425 w 105156"/>
                        <a:gd name="connsiteY1" fmla="*/ 10691 h 41779"/>
                        <a:gd name="connsiteX2" fmla="*/ 89662 w 105156"/>
                        <a:gd name="connsiteY2" fmla="*/ 22598 h 41779"/>
                        <a:gd name="connsiteX3" fmla="*/ 56229 w 105156"/>
                        <a:gd name="connsiteY3" fmla="*/ 39076 h 41779"/>
                        <a:gd name="connsiteX4" fmla="*/ 40322 w 105156"/>
                        <a:gd name="connsiteY4" fmla="*/ 41457 h 41779"/>
                        <a:gd name="connsiteX5" fmla="*/ 30607 w 105156"/>
                        <a:gd name="connsiteY5" fmla="*/ 41457 h 41779"/>
                        <a:gd name="connsiteX6" fmla="*/ 20796 w 105156"/>
                        <a:gd name="connsiteY6" fmla="*/ 40314 h 41779"/>
                        <a:gd name="connsiteX7" fmla="*/ 127 w 105156"/>
                        <a:gd name="connsiteY7" fmla="*/ 26408 h 41779"/>
                        <a:gd name="connsiteX8" fmla="*/ 21463 w 105156"/>
                        <a:gd name="connsiteY8" fmla="*/ 19454 h 41779"/>
                        <a:gd name="connsiteX9" fmla="*/ 37179 w 105156"/>
                        <a:gd name="connsiteY9" fmla="*/ 17359 h 41779"/>
                        <a:gd name="connsiteX10" fmla="*/ 49657 w 105156"/>
                        <a:gd name="connsiteY10" fmla="*/ 15073 h 41779"/>
                        <a:gd name="connsiteX11" fmla="*/ 62611 w 105156"/>
                        <a:gd name="connsiteY11" fmla="*/ 11358 h 41779"/>
                        <a:gd name="connsiteX12" fmla="*/ 79565 w 105156"/>
                        <a:gd name="connsiteY12" fmla="*/ 5548 h 41779"/>
                        <a:gd name="connsiteX13" fmla="*/ 104426 w 105156"/>
                        <a:gd name="connsiteY13" fmla="*/ 1643 h 41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05156" h="41779">
                          <a:moveTo>
                            <a:pt x="104426" y="1643"/>
                          </a:moveTo>
                          <a:cubicBezTo>
                            <a:pt x="105950" y="3643"/>
                            <a:pt x="104997" y="6786"/>
                            <a:pt x="102425" y="10691"/>
                          </a:cubicBezTo>
                          <a:cubicBezTo>
                            <a:pt x="99949" y="14787"/>
                            <a:pt x="95186" y="18788"/>
                            <a:pt x="89662" y="22598"/>
                          </a:cubicBezTo>
                          <a:cubicBezTo>
                            <a:pt x="79184" y="31265"/>
                            <a:pt x="63849" y="36409"/>
                            <a:pt x="56229" y="39076"/>
                          </a:cubicBezTo>
                          <a:cubicBezTo>
                            <a:pt x="52228" y="39838"/>
                            <a:pt x="46514" y="40790"/>
                            <a:pt x="40322" y="41457"/>
                          </a:cubicBezTo>
                          <a:cubicBezTo>
                            <a:pt x="37275" y="41933"/>
                            <a:pt x="33941" y="41838"/>
                            <a:pt x="30607" y="41457"/>
                          </a:cubicBezTo>
                          <a:cubicBezTo>
                            <a:pt x="27273" y="41171"/>
                            <a:pt x="23939" y="40790"/>
                            <a:pt x="20796" y="40314"/>
                          </a:cubicBezTo>
                          <a:cubicBezTo>
                            <a:pt x="8128" y="37552"/>
                            <a:pt x="-1207" y="32027"/>
                            <a:pt x="127" y="26408"/>
                          </a:cubicBezTo>
                          <a:cubicBezTo>
                            <a:pt x="1365" y="21359"/>
                            <a:pt x="11081" y="20312"/>
                            <a:pt x="21463" y="19454"/>
                          </a:cubicBezTo>
                          <a:cubicBezTo>
                            <a:pt x="26701" y="18311"/>
                            <a:pt x="32226" y="18692"/>
                            <a:pt x="37179" y="17359"/>
                          </a:cubicBezTo>
                          <a:cubicBezTo>
                            <a:pt x="42132" y="16216"/>
                            <a:pt x="46609" y="15454"/>
                            <a:pt x="49657" y="15073"/>
                          </a:cubicBezTo>
                          <a:cubicBezTo>
                            <a:pt x="52705" y="14501"/>
                            <a:pt x="57277" y="12787"/>
                            <a:pt x="62611" y="11358"/>
                          </a:cubicBezTo>
                          <a:cubicBezTo>
                            <a:pt x="68040" y="10215"/>
                            <a:pt x="73850" y="7643"/>
                            <a:pt x="79565" y="5548"/>
                          </a:cubicBezTo>
                          <a:cubicBezTo>
                            <a:pt x="91186" y="2214"/>
                            <a:pt x="101187" y="-2549"/>
                            <a:pt x="104426" y="1643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45" name="Forme libre : forme 9944">
                      <a:extLst>
                        <a:ext uri="{FF2B5EF4-FFF2-40B4-BE49-F238E27FC236}">
                          <a16:creationId xmlns:a16="http://schemas.microsoft.com/office/drawing/2014/main" id="{CB672618-D3E0-428D-AD18-D8FA48CDB0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0535" y="2782538"/>
                      <a:ext cx="80785" cy="22241"/>
                    </a:xfrm>
                    <a:custGeom>
                      <a:avLst/>
                      <a:gdLst>
                        <a:gd name="connsiteX0" fmla="*/ 23826 w 80785"/>
                        <a:gd name="connsiteY0" fmla="*/ 0 h 22241"/>
                        <a:gd name="connsiteX1" fmla="*/ 13 w 80785"/>
                        <a:gd name="connsiteY1" fmla="*/ 6763 h 22241"/>
                        <a:gd name="connsiteX2" fmla="*/ 6299 w 80785"/>
                        <a:gd name="connsiteY2" fmla="*/ 14954 h 22241"/>
                        <a:gd name="connsiteX3" fmla="*/ 21158 w 80785"/>
                        <a:gd name="connsiteY3" fmla="*/ 20764 h 22241"/>
                        <a:gd name="connsiteX4" fmla="*/ 40018 w 80785"/>
                        <a:gd name="connsiteY4" fmla="*/ 22003 h 22241"/>
                        <a:gd name="connsiteX5" fmla="*/ 57353 w 80785"/>
                        <a:gd name="connsiteY5" fmla="*/ 19431 h 22241"/>
                        <a:gd name="connsiteX6" fmla="*/ 80785 w 80785"/>
                        <a:gd name="connsiteY6" fmla="*/ 8954 h 22241"/>
                        <a:gd name="connsiteX7" fmla="*/ 67831 w 80785"/>
                        <a:gd name="connsiteY7" fmla="*/ 13240 h 22241"/>
                        <a:gd name="connsiteX8" fmla="*/ 52496 w 80785"/>
                        <a:gd name="connsiteY8" fmla="*/ 14764 h 22241"/>
                        <a:gd name="connsiteX9" fmla="*/ 38113 w 80785"/>
                        <a:gd name="connsiteY9" fmla="*/ 13049 h 22241"/>
                        <a:gd name="connsiteX10" fmla="*/ 23826 w 80785"/>
                        <a:gd name="connsiteY10" fmla="*/ 0 h 22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0785" h="22241">
                          <a:moveTo>
                            <a:pt x="23826" y="0"/>
                          </a:moveTo>
                          <a:cubicBezTo>
                            <a:pt x="17539" y="2572"/>
                            <a:pt x="-558" y="-95"/>
                            <a:pt x="13" y="6763"/>
                          </a:cubicBezTo>
                          <a:cubicBezTo>
                            <a:pt x="299" y="9811"/>
                            <a:pt x="2490" y="12763"/>
                            <a:pt x="6299" y="14954"/>
                          </a:cubicBezTo>
                          <a:cubicBezTo>
                            <a:pt x="10110" y="17050"/>
                            <a:pt x="15253" y="19907"/>
                            <a:pt x="21158" y="20764"/>
                          </a:cubicBezTo>
                          <a:cubicBezTo>
                            <a:pt x="27064" y="21527"/>
                            <a:pt x="33732" y="22765"/>
                            <a:pt x="40018" y="22003"/>
                          </a:cubicBezTo>
                          <a:cubicBezTo>
                            <a:pt x="46209" y="21336"/>
                            <a:pt x="52305" y="20479"/>
                            <a:pt x="57353" y="19431"/>
                          </a:cubicBezTo>
                          <a:cubicBezTo>
                            <a:pt x="62878" y="17431"/>
                            <a:pt x="75451" y="12763"/>
                            <a:pt x="80785" y="8954"/>
                          </a:cubicBezTo>
                          <a:cubicBezTo>
                            <a:pt x="77642" y="10858"/>
                            <a:pt x="71355" y="12478"/>
                            <a:pt x="67831" y="13240"/>
                          </a:cubicBezTo>
                          <a:cubicBezTo>
                            <a:pt x="62687" y="13906"/>
                            <a:pt x="57735" y="15335"/>
                            <a:pt x="52496" y="14764"/>
                          </a:cubicBezTo>
                          <a:cubicBezTo>
                            <a:pt x="47257" y="14478"/>
                            <a:pt x="42400" y="14002"/>
                            <a:pt x="38113" y="13049"/>
                          </a:cubicBezTo>
                          <a:cubicBezTo>
                            <a:pt x="29636" y="10668"/>
                            <a:pt x="24016" y="5810"/>
                            <a:pt x="23826" y="0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46" name="Forme libre : forme 9945">
                      <a:extLst>
                        <a:ext uri="{FF2B5EF4-FFF2-40B4-BE49-F238E27FC236}">
                          <a16:creationId xmlns:a16="http://schemas.microsoft.com/office/drawing/2014/main" id="{FCDCDF04-2D10-4E68-946B-F71A92A8D1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6238" y="2760910"/>
                      <a:ext cx="105819" cy="46393"/>
                    </a:xfrm>
                    <a:custGeom>
                      <a:avLst/>
                      <a:gdLst>
                        <a:gd name="connsiteX0" fmla="*/ 105562 w 105819"/>
                        <a:gd name="connsiteY0" fmla="*/ 2197 h 46393"/>
                        <a:gd name="connsiteX1" fmla="*/ 102323 w 105819"/>
                        <a:gd name="connsiteY1" fmla="*/ 12199 h 46393"/>
                        <a:gd name="connsiteX2" fmla="*/ 90036 w 105819"/>
                        <a:gd name="connsiteY2" fmla="*/ 24676 h 46393"/>
                        <a:gd name="connsiteX3" fmla="*/ 73177 w 105819"/>
                        <a:gd name="connsiteY3" fmla="*/ 35725 h 46393"/>
                        <a:gd name="connsiteX4" fmla="*/ 57366 w 105819"/>
                        <a:gd name="connsiteY4" fmla="*/ 42107 h 46393"/>
                        <a:gd name="connsiteX5" fmla="*/ 41078 w 105819"/>
                        <a:gd name="connsiteY5" fmla="*/ 45536 h 46393"/>
                        <a:gd name="connsiteX6" fmla="*/ 31362 w 105819"/>
                        <a:gd name="connsiteY6" fmla="*/ 46393 h 46393"/>
                        <a:gd name="connsiteX7" fmla="*/ 21551 w 105819"/>
                        <a:gd name="connsiteY7" fmla="*/ 45345 h 46393"/>
                        <a:gd name="connsiteX8" fmla="*/ 12789 w 105819"/>
                        <a:gd name="connsiteY8" fmla="*/ 43631 h 46393"/>
                        <a:gd name="connsiteX9" fmla="*/ 5835 w 105819"/>
                        <a:gd name="connsiteY9" fmla="*/ 40297 h 46393"/>
                        <a:gd name="connsiteX10" fmla="*/ 25 w 105819"/>
                        <a:gd name="connsiteY10" fmla="*/ 32487 h 46393"/>
                        <a:gd name="connsiteX11" fmla="*/ 6883 w 105819"/>
                        <a:gd name="connsiteY11" fmla="*/ 26962 h 46393"/>
                        <a:gd name="connsiteX12" fmla="*/ 13550 w 105819"/>
                        <a:gd name="connsiteY12" fmla="*/ 25914 h 46393"/>
                        <a:gd name="connsiteX13" fmla="*/ 21456 w 105819"/>
                        <a:gd name="connsiteY13" fmla="*/ 24391 h 46393"/>
                        <a:gd name="connsiteX14" fmla="*/ 29743 w 105819"/>
                        <a:gd name="connsiteY14" fmla="*/ 23343 h 46393"/>
                        <a:gd name="connsiteX15" fmla="*/ 37744 w 105819"/>
                        <a:gd name="connsiteY15" fmla="*/ 21438 h 46393"/>
                        <a:gd name="connsiteX16" fmla="*/ 50126 w 105819"/>
                        <a:gd name="connsiteY16" fmla="*/ 18390 h 46393"/>
                        <a:gd name="connsiteX17" fmla="*/ 63462 w 105819"/>
                        <a:gd name="connsiteY17" fmla="*/ 14199 h 46393"/>
                        <a:gd name="connsiteX18" fmla="*/ 81368 w 105819"/>
                        <a:gd name="connsiteY18" fmla="*/ 6864 h 46393"/>
                        <a:gd name="connsiteX19" fmla="*/ 89941 w 105819"/>
                        <a:gd name="connsiteY19" fmla="*/ 3340 h 46393"/>
                        <a:gd name="connsiteX20" fmla="*/ 97275 w 105819"/>
                        <a:gd name="connsiteY20" fmla="*/ 673 h 46393"/>
                        <a:gd name="connsiteX21" fmla="*/ 105562 w 105819"/>
                        <a:gd name="connsiteY21" fmla="*/ 2197 h 46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05819" h="46393">
                          <a:moveTo>
                            <a:pt x="105562" y="2197"/>
                          </a:moveTo>
                          <a:cubicBezTo>
                            <a:pt x="106419" y="4674"/>
                            <a:pt x="105086" y="8198"/>
                            <a:pt x="102323" y="12199"/>
                          </a:cubicBezTo>
                          <a:cubicBezTo>
                            <a:pt x="99466" y="16104"/>
                            <a:pt x="95561" y="21057"/>
                            <a:pt x="90036" y="24676"/>
                          </a:cubicBezTo>
                          <a:cubicBezTo>
                            <a:pt x="84702" y="28581"/>
                            <a:pt x="78797" y="32582"/>
                            <a:pt x="73177" y="35725"/>
                          </a:cubicBezTo>
                          <a:cubicBezTo>
                            <a:pt x="67176" y="38392"/>
                            <a:pt x="61461" y="40583"/>
                            <a:pt x="57366" y="42107"/>
                          </a:cubicBezTo>
                          <a:cubicBezTo>
                            <a:pt x="53365" y="43917"/>
                            <a:pt x="47459" y="44774"/>
                            <a:pt x="41078" y="45536"/>
                          </a:cubicBezTo>
                          <a:cubicBezTo>
                            <a:pt x="37934" y="45917"/>
                            <a:pt x="34601" y="46203"/>
                            <a:pt x="31362" y="46393"/>
                          </a:cubicBezTo>
                          <a:cubicBezTo>
                            <a:pt x="28028" y="46203"/>
                            <a:pt x="24695" y="45822"/>
                            <a:pt x="21551" y="45345"/>
                          </a:cubicBezTo>
                          <a:cubicBezTo>
                            <a:pt x="18408" y="44869"/>
                            <a:pt x="15455" y="44298"/>
                            <a:pt x="12789" y="43631"/>
                          </a:cubicBezTo>
                          <a:cubicBezTo>
                            <a:pt x="10121" y="42774"/>
                            <a:pt x="7740" y="41440"/>
                            <a:pt x="5835" y="40297"/>
                          </a:cubicBezTo>
                          <a:cubicBezTo>
                            <a:pt x="1930" y="37916"/>
                            <a:pt x="-261" y="35249"/>
                            <a:pt x="25" y="32487"/>
                          </a:cubicBezTo>
                          <a:cubicBezTo>
                            <a:pt x="216" y="29725"/>
                            <a:pt x="2978" y="27915"/>
                            <a:pt x="6883" y="26962"/>
                          </a:cubicBezTo>
                          <a:cubicBezTo>
                            <a:pt x="8883" y="26391"/>
                            <a:pt x="11074" y="26105"/>
                            <a:pt x="13550" y="25914"/>
                          </a:cubicBezTo>
                          <a:cubicBezTo>
                            <a:pt x="16027" y="25343"/>
                            <a:pt x="18694" y="24771"/>
                            <a:pt x="21456" y="24391"/>
                          </a:cubicBezTo>
                          <a:cubicBezTo>
                            <a:pt x="24218" y="24009"/>
                            <a:pt x="26981" y="23724"/>
                            <a:pt x="29743" y="23343"/>
                          </a:cubicBezTo>
                          <a:cubicBezTo>
                            <a:pt x="32505" y="22676"/>
                            <a:pt x="35172" y="22009"/>
                            <a:pt x="37744" y="21438"/>
                          </a:cubicBezTo>
                          <a:cubicBezTo>
                            <a:pt x="42887" y="20390"/>
                            <a:pt x="47364" y="19628"/>
                            <a:pt x="50126" y="18390"/>
                          </a:cubicBezTo>
                          <a:cubicBezTo>
                            <a:pt x="52984" y="17437"/>
                            <a:pt x="57746" y="15818"/>
                            <a:pt x="63462" y="14199"/>
                          </a:cubicBezTo>
                          <a:cubicBezTo>
                            <a:pt x="68986" y="12008"/>
                            <a:pt x="75177" y="9055"/>
                            <a:pt x="81368" y="6864"/>
                          </a:cubicBezTo>
                          <a:cubicBezTo>
                            <a:pt x="84512" y="5817"/>
                            <a:pt x="87369" y="4578"/>
                            <a:pt x="89941" y="3340"/>
                          </a:cubicBezTo>
                          <a:cubicBezTo>
                            <a:pt x="92608" y="2197"/>
                            <a:pt x="95084" y="1245"/>
                            <a:pt x="97275" y="673"/>
                          </a:cubicBezTo>
                          <a:cubicBezTo>
                            <a:pt x="101466" y="-470"/>
                            <a:pt x="104704" y="-279"/>
                            <a:pt x="105562" y="2197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47" name="Forme libre : forme 9946">
                      <a:extLst>
                        <a:ext uri="{FF2B5EF4-FFF2-40B4-BE49-F238E27FC236}">
                          <a16:creationId xmlns:a16="http://schemas.microsoft.com/office/drawing/2014/main" id="{EF6E2CCC-C7A6-4926-A11E-7E640DC758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34618" y="2758629"/>
                      <a:ext cx="136761" cy="64263"/>
                    </a:xfrm>
                    <a:custGeom>
                      <a:avLst/>
                      <a:gdLst>
                        <a:gd name="connsiteX0" fmla="*/ 782 w 136761"/>
                        <a:gd name="connsiteY0" fmla="*/ 7335 h 64263"/>
                        <a:gd name="connsiteX1" fmla="*/ 5163 w 136761"/>
                        <a:gd name="connsiteY1" fmla="*/ 25909 h 64263"/>
                        <a:gd name="connsiteX2" fmla="*/ 13450 w 136761"/>
                        <a:gd name="connsiteY2" fmla="*/ 37339 h 64263"/>
                        <a:gd name="connsiteX3" fmla="*/ 23928 w 136761"/>
                        <a:gd name="connsiteY3" fmla="*/ 47435 h 64263"/>
                        <a:gd name="connsiteX4" fmla="*/ 55741 w 136761"/>
                        <a:gd name="connsiteY4" fmla="*/ 62294 h 64263"/>
                        <a:gd name="connsiteX5" fmla="*/ 121178 w 136761"/>
                        <a:gd name="connsiteY5" fmla="*/ 51626 h 64263"/>
                        <a:gd name="connsiteX6" fmla="*/ 129274 w 136761"/>
                        <a:gd name="connsiteY6" fmla="*/ 46102 h 64263"/>
                        <a:gd name="connsiteX7" fmla="*/ 134608 w 136761"/>
                        <a:gd name="connsiteY7" fmla="*/ 39720 h 64263"/>
                        <a:gd name="connsiteX8" fmla="*/ 134894 w 136761"/>
                        <a:gd name="connsiteY8" fmla="*/ 30385 h 64263"/>
                        <a:gd name="connsiteX9" fmla="*/ 115939 w 136761"/>
                        <a:gd name="connsiteY9" fmla="*/ 32767 h 64263"/>
                        <a:gd name="connsiteX10" fmla="*/ 103271 w 136761"/>
                        <a:gd name="connsiteY10" fmla="*/ 34100 h 64263"/>
                        <a:gd name="connsiteX11" fmla="*/ 90793 w 136761"/>
                        <a:gd name="connsiteY11" fmla="*/ 33624 h 64263"/>
                        <a:gd name="connsiteX12" fmla="*/ 78887 w 136761"/>
                        <a:gd name="connsiteY12" fmla="*/ 31719 h 64263"/>
                        <a:gd name="connsiteX13" fmla="*/ 67647 w 136761"/>
                        <a:gd name="connsiteY13" fmla="*/ 27337 h 64263"/>
                        <a:gd name="connsiteX14" fmla="*/ 31548 w 136761"/>
                        <a:gd name="connsiteY14" fmla="*/ 4001 h 64263"/>
                        <a:gd name="connsiteX15" fmla="*/ 21451 w 136761"/>
                        <a:gd name="connsiteY15" fmla="*/ 858 h 64263"/>
                        <a:gd name="connsiteX16" fmla="*/ 12307 w 136761"/>
                        <a:gd name="connsiteY16" fmla="*/ 96 h 64263"/>
                        <a:gd name="connsiteX17" fmla="*/ 782 w 136761"/>
                        <a:gd name="connsiteY17" fmla="*/ 7335 h 64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36761" h="64263">
                          <a:moveTo>
                            <a:pt x="782" y="7335"/>
                          </a:moveTo>
                          <a:cubicBezTo>
                            <a:pt x="-933" y="14002"/>
                            <a:pt x="20" y="17336"/>
                            <a:pt x="5163" y="25909"/>
                          </a:cubicBezTo>
                          <a:cubicBezTo>
                            <a:pt x="7831" y="29814"/>
                            <a:pt x="10497" y="33624"/>
                            <a:pt x="13450" y="37339"/>
                          </a:cubicBezTo>
                          <a:cubicBezTo>
                            <a:pt x="16593" y="40768"/>
                            <a:pt x="20022" y="44101"/>
                            <a:pt x="23928" y="47435"/>
                          </a:cubicBezTo>
                          <a:cubicBezTo>
                            <a:pt x="31833" y="53531"/>
                            <a:pt x="41835" y="59341"/>
                            <a:pt x="55741" y="62294"/>
                          </a:cubicBezTo>
                          <a:cubicBezTo>
                            <a:pt x="78792" y="67342"/>
                            <a:pt x="106319" y="62294"/>
                            <a:pt x="121178" y="51626"/>
                          </a:cubicBezTo>
                          <a:cubicBezTo>
                            <a:pt x="124130" y="49816"/>
                            <a:pt x="126893" y="48007"/>
                            <a:pt x="129274" y="46102"/>
                          </a:cubicBezTo>
                          <a:cubicBezTo>
                            <a:pt x="131465" y="43911"/>
                            <a:pt x="133275" y="41816"/>
                            <a:pt x="134608" y="39720"/>
                          </a:cubicBezTo>
                          <a:cubicBezTo>
                            <a:pt x="137180" y="35719"/>
                            <a:pt x="137656" y="32291"/>
                            <a:pt x="134894" y="30385"/>
                          </a:cubicBezTo>
                          <a:cubicBezTo>
                            <a:pt x="131370" y="27814"/>
                            <a:pt x="123559" y="32386"/>
                            <a:pt x="115939" y="32767"/>
                          </a:cubicBezTo>
                          <a:cubicBezTo>
                            <a:pt x="111653" y="33243"/>
                            <a:pt x="107462" y="33624"/>
                            <a:pt x="103271" y="34100"/>
                          </a:cubicBezTo>
                          <a:cubicBezTo>
                            <a:pt x="99175" y="34672"/>
                            <a:pt x="94794" y="33815"/>
                            <a:pt x="90793" y="33624"/>
                          </a:cubicBezTo>
                          <a:cubicBezTo>
                            <a:pt x="86697" y="33052"/>
                            <a:pt x="82792" y="33148"/>
                            <a:pt x="78887" y="31719"/>
                          </a:cubicBezTo>
                          <a:cubicBezTo>
                            <a:pt x="74982" y="30385"/>
                            <a:pt x="71267" y="28957"/>
                            <a:pt x="67647" y="27337"/>
                          </a:cubicBezTo>
                          <a:cubicBezTo>
                            <a:pt x="55265" y="20384"/>
                            <a:pt x="46407" y="10288"/>
                            <a:pt x="31548" y="4001"/>
                          </a:cubicBezTo>
                          <a:cubicBezTo>
                            <a:pt x="28214" y="2382"/>
                            <a:pt x="24785" y="1334"/>
                            <a:pt x="21451" y="858"/>
                          </a:cubicBezTo>
                          <a:cubicBezTo>
                            <a:pt x="18213" y="191"/>
                            <a:pt x="15164" y="-190"/>
                            <a:pt x="12307" y="96"/>
                          </a:cubicBezTo>
                          <a:cubicBezTo>
                            <a:pt x="6592" y="572"/>
                            <a:pt x="2211" y="2573"/>
                            <a:pt x="782" y="733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48" name="Forme libre : forme 9947">
                      <a:extLst>
                        <a:ext uri="{FF2B5EF4-FFF2-40B4-BE49-F238E27FC236}">
                          <a16:creationId xmlns:a16="http://schemas.microsoft.com/office/drawing/2014/main" id="{F9E4D220-FD47-441D-82FC-D6443A5143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2546" y="2770684"/>
                      <a:ext cx="39765" cy="10467"/>
                    </a:xfrm>
                    <a:custGeom>
                      <a:avLst/>
                      <a:gdLst>
                        <a:gd name="connsiteX0" fmla="*/ 5048 w 39765"/>
                        <a:gd name="connsiteY0" fmla="*/ 43 h 10467"/>
                        <a:gd name="connsiteX1" fmla="*/ 477 w 39765"/>
                        <a:gd name="connsiteY1" fmla="*/ 710 h 10467"/>
                        <a:gd name="connsiteX2" fmla="*/ 2191 w 39765"/>
                        <a:gd name="connsiteY2" fmla="*/ 4139 h 10467"/>
                        <a:gd name="connsiteX3" fmla="*/ 9145 w 39765"/>
                        <a:gd name="connsiteY3" fmla="*/ 7473 h 10467"/>
                        <a:gd name="connsiteX4" fmla="*/ 18384 w 39765"/>
                        <a:gd name="connsiteY4" fmla="*/ 9568 h 10467"/>
                        <a:gd name="connsiteX5" fmla="*/ 22955 w 39765"/>
                        <a:gd name="connsiteY5" fmla="*/ 10426 h 10467"/>
                        <a:gd name="connsiteX6" fmla="*/ 27528 w 39765"/>
                        <a:gd name="connsiteY6" fmla="*/ 10426 h 10467"/>
                        <a:gd name="connsiteX7" fmla="*/ 34100 w 39765"/>
                        <a:gd name="connsiteY7" fmla="*/ 9854 h 10467"/>
                        <a:gd name="connsiteX8" fmla="*/ 39720 w 39765"/>
                        <a:gd name="connsiteY8" fmla="*/ 4615 h 10467"/>
                        <a:gd name="connsiteX9" fmla="*/ 31623 w 39765"/>
                        <a:gd name="connsiteY9" fmla="*/ 901 h 10467"/>
                        <a:gd name="connsiteX10" fmla="*/ 25242 w 39765"/>
                        <a:gd name="connsiteY10" fmla="*/ 805 h 10467"/>
                        <a:gd name="connsiteX11" fmla="*/ 18479 w 39765"/>
                        <a:gd name="connsiteY11" fmla="*/ 424 h 10467"/>
                        <a:gd name="connsiteX12" fmla="*/ 5048 w 39765"/>
                        <a:gd name="connsiteY12" fmla="*/ 43 h 10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765" h="10467">
                          <a:moveTo>
                            <a:pt x="5048" y="43"/>
                          </a:moveTo>
                          <a:cubicBezTo>
                            <a:pt x="3048" y="-52"/>
                            <a:pt x="1524" y="-52"/>
                            <a:pt x="477" y="710"/>
                          </a:cubicBezTo>
                          <a:cubicBezTo>
                            <a:pt x="-666" y="1472"/>
                            <a:pt x="381" y="2901"/>
                            <a:pt x="2191" y="4139"/>
                          </a:cubicBezTo>
                          <a:cubicBezTo>
                            <a:pt x="3905" y="5377"/>
                            <a:pt x="6858" y="6615"/>
                            <a:pt x="9145" y="7473"/>
                          </a:cubicBezTo>
                          <a:cubicBezTo>
                            <a:pt x="12097" y="8330"/>
                            <a:pt x="15336" y="8901"/>
                            <a:pt x="18384" y="9568"/>
                          </a:cubicBezTo>
                          <a:lnTo>
                            <a:pt x="22955" y="10426"/>
                          </a:lnTo>
                          <a:cubicBezTo>
                            <a:pt x="24480" y="10521"/>
                            <a:pt x="26003" y="10426"/>
                            <a:pt x="27528" y="10426"/>
                          </a:cubicBezTo>
                          <a:cubicBezTo>
                            <a:pt x="29909" y="10330"/>
                            <a:pt x="32195" y="10426"/>
                            <a:pt x="34100" y="9854"/>
                          </a:cubicBezTo>
                          <a:cubicBezTo>
                            <a:pt x="38100" y="8997"/>
                            <a:pt x="40101" y="6330"/>
                            <a:pt x="39720" y="4615"/>
                          </a:cubicBezTo>
                          <a:cubicBezTo>
                            <a:pt x="39339" y="2996"/>
                            <a:pt x="36767" y="1472"/>
                            <a:pt x="31623" y="901"/>
                          </a:cubicBezTo>
                          <a:cubicBezTo>
                            <a:pt x="29623" y="710"/>
                            <a:pt x="27432" y="710"/>
                            <a:pt x="25242" y="805"/>
                          </a:cubicBezTo>
                          <a:cubicBezTo>
                            <a:pt x="23051" y="519"/>
                            <a:pt x="20765" y="424"/>
                            <a:pt x="18479" y="424"/>
                          </a:cubicBezTo>
                          <a:cubicBezTo>
                            <a:pt x="13716" y="615"/>
                            <a:pt x="9145" y="234"/>
                            <a:pt x="5048" y="43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49" name="Forme libre : forme 9948">
                      <a:extLst>
                        <a:ext uri="{FF2B5EF4-FFF2-40B4-BE49-F238E27FC236}">
                          <a16:creationId xmlns:a16="http://schemas.microsoft.com/office/drawing/2014/main" id="{18659024-B568-4F98-A42A-D7FDDE052D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5227" y="2743866"/>
                      <a:ext cx="44276" cy="66579"/>
                    </a:xfrm>
                    <a:custGeom>
                      <a:avLst/>
                      <a:gdLst>
                        <a:gd name="connsiteX0" fmla="*/ 44101 w 44276"/>
                        <a:gd name="connsiteY0" fmla="*/ 0 h 66579"/>
                        <a:gd name="connsiteX1" fmla="*/ 32289 w 44276"/>
                        <a:gd name="connsiteY1" fmla="*/ 33433 h 66579"/>
                        <a:gd name="connsiteX2" fmla="*/ 17336 w 44276"/>
                        <a:gd name="connsiteY2" fmla="*/ 51625 h 66579"/>
                        <a:gd name="connsiteX3" fmla="*/ 0 w 44276"/>
                        <a:gd name="connsiteY3" fmla="*/ 66580 h 66579"/>
                        <a:gd name="connsiteX4" fmla="*/ 16764 w 44276"/>
                        <a:gd name="connsiteY4" fmla="*/ 51245 h 66579"/>
                        <a:gd name="connsiteX5" fmla="*/ 29432 w 44276"/>
                        <a:gd name="connsiteY5" fmla="*/ 33718 h 66579"/>
                        <a:gd name="connsiteX6" fmla="*/ 38385 w 44276"/>
                        <a:gd name="connsiteY6" fmla="*/ 16097 h 66579"/>
                        <a:gd name="connsiteX7" fmla="*/ 44101 w 44276"/>
                        <a:gd name="connsiteY7" fmla="*/ 0 h 66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276" h="66579">
                          <a:moveTo>
                            <a:pt x="44101" y="0"/>
                          </a:moveTo>
                          <a:cubicBezTo>
                            <a:pt x="45244" y="8191"/>
                            <a:pt x="40767" y="21050"/>
                            <a:pt x="32289" y="33433"/>
                          </a:cubicBezTo>
                          <a:cubicBezTo>
                            <a:pt x="27813" y="39529"/>
                            <a:pt x="22670" y="45720"/>
                            <a:pt x="17336" y="51625"/>
                          </a:cubicBezTo>
                          <a:cubicBezTo>
                            <a:pt x="11906" y="57340"/>
                            <a:pt x="5334" y="62103"/>
                            <a:pt x="0" y="66580"/>
                          </a:cubicBezTo>
                          <a:cubicBezTo>
                            <a:pt x="5905" y="61722"/>
                            <a:pt x="12002" y="56864"/>
                            <a:pt x="16764" y="51245"/>
                          </a:cubicBezTo>
                          <a:cubicBezTo>
                            <a:pt x="21431" y="45434"/>
                            <a:pt x="25622" y="39529"/>
                            <a:pt x="29432" y="33718"/>
                          </a:cubicBezTo>
                          <a:cubicBezTo>
                            <a:pt x="33433" y="28099"/>
                            <a:pt x="36004" y="21907"/>
                            <a:pt x="38385" y="16097"/>
                          </a:cubicBezTo>
                          <a:cubicBezTo>
                            <a:pt x="40671" y="10382"/>
                            <a:pt x="42576" y="4858"/>
                            <a:pt x="4410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50" name="Forme libre : forme 9949">
                      <a:extLst>
                        <a:ext uri="{FF2B5EF4-FFF2-40B4-BE49-F238E27FC236}">
                          <a16:creationId xmlns:a16="http://schemas.microsoft.com/office/drawing/2014/main" id="{653C719E-E60D-458C-81B2-47BA51AC87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27875" y="2740818"/>
                      <a:ext cx="63912" cy="14001"/>
                    </a:xfrm>
                    <a:custGeom>
                      <a:avLst/>
                      <a:gdLst>
                        <a:gd name="connsiteX0" fmla="*/ 63913 w 63912"/>
                        <a:gd name="connsiteY0" fmla="*/ 14002 h 14001"/>
                        <a:gd name="connsiteX1" fmla="*/ 32766 w 63912"/>
                        <a:gd name="connsiteY1" fmla="*/ 8668 h 14001"/>
                        <a:gd name="connsiteX2" fmla="*/ 0 w 63912"/>
                        <a:gd name="connsiteY2" fmla="*/ 0 h 14001"/>
                        <a:gd name="connsiteX3" fmla="*/ 32766 w 63912"/>
                        <a:gd name="connsiteY3" fmla="*/ 10096 h 14001"/>
                        <a:gd name="connsiteX4" fmla="*/ 63913 w 63912"/>
                        <a:gd name="connsiteY4" fmla="*/ 14002 h 14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912" h="14001">
                          <a:moveTo>
                            <a:pt x="63913" y="14002"/>
                          </a:moveTo>
                          <a:cubicBezTo>
                            <a:pt x="54197" y="12287"/>
                            <a:pt x="43815" y="10859"/>
                            <a:pt x="32766" y="8668"/>
                          </a:cubicBezTo>
                          <a:cubicBezTo>
                            <a:pt x="21717" y="6382"/>
                            <a:pt x="10478" y="3238"/>
                            <a:pt x="0" y="0"/>
                          </a:cubicBezTo>
                          <a:cubicBezTo>
                            <a:pt x="9811" y="2667"/>
                            <a:pt x="21336" y="7144"/>
                            <a:pt x="32766" y="10096"/>
                          </a:cubicBezTo>
                          <a:cubicBezTo>
                            <a:pt x="44196" y="13145"/>
                            <a:pt x="55245" y="14002"/>
                            <a:pt x="63913" y="140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51" name="Forme libre : forme 9950">
                      <a:extLst>
                        <a:ext uri="{FF2B5EF4-FFF2-40B4-BE49-F238E27FC236}">
                          <a16:creationId xmlns:a16="http://schemas.microsoft.com/office/drawing/2014/main" id="{620C10DF-B22B-4223-8B54-39654D1116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24287" y="2773496"/>
                      <a:ext cx="38098" cy="13715"/>
                    </a:xfrm>
                    <a:custGeom>
                      <a:avLst/>
                      <a:gdLst>
                        <a:gd name="connsiteX0" fmla="*/ 38081 w 38098"/>
                        <a:gd name="connsiteY0" fmla="*/ 1612 h 13715"/>
                        <a:gd name="connsiteX1" fmla="*/ 29223 w 38098"/>
                        <a:gd name="connsiteY1" fmla="*/ 8756 h 13715"/>
                        <a:gd name="connsiteX2" fmla="*/ 16841 w 38098"/>
                        <a:gd name="connsiteY2" fmla="*/ 12376 h 13715"/>
                        <a:gd name="connsiteX3" fmla="*/ 267 w 38098"/>
                        <a:gd name="connsiteY3" fmla="*/ 10471 h 13715"/>
                        <a:gd name="connsiteX4" fmla="*/ 9506 w 38098"/>
                        <a:gd name="connsiteY4" fmla="*/ 6279 h 13715"/>
                        <a:gd name="connsiteX5" fmla="*/ 20365 w 38098"/>
                        <a:gd name="connsiteY5" fmla="*/ 3422 h 13715"/>
                        <a:gd name="connsiteX6" fmla="*/ 38081 w 38098"/>
                        <a:gd name="connsiteY6" fmla="*/ 1612 h 13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098" h="13715">
                          <a:moveTo>
                            <a:pt x="38081" y="1612"/>
                          </a:moveTo>
                          <a:cubicBezTo>
                            <a:pt x="37700" y="3708"/>
                            <a:pt x="33795" y="6470"/>
                            <a:pt x="29223" y="8756"/>
                          </a:cubicBezTo>
                          <a:cubicBezTo>
                            <a:pt x="24460" y="10471"/>
                            <a:pt x="19222" y="11709"/>
                            <a:pt x="16841" y="12376"/>
                          </a:cubicBezTo>
                          <a:cubicBezTo>
                            <a:pt x="12078" y="14280"/>
                            <a:pt x="-2114" y="14566"/>
                            <a:pt x="267" y="10471"/>
                          </a:cubicBezTo>
                          <a:cubicBezTo>
                            <a:pt x="1315" y="8280"/>
                            <a:pt x="5315" y="7518"/>
                            <a:pt x="9506" y="6279"/>
                          </a:cubicBezTo>
                          <a:cubicBezTo>
                            <a:pt x="13697" y="4851"/>
                            <a:pt x="18174" y="3898"/>
                            <a:pt x="20365" y="3422"/>
                          </a:cubicBezTo>
                          <a:cubicBezTo>
                            <a:pt x="24937" y="3136"/>
                            <a:pt x="38653" y="-2769"/>
                            <a:pt x="38081" y="1612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52" name="Forme libre : forme 9951">
                      <a:extLst>
                        <a:ext uri="{FF2B5EF4-FFF2-40B4-BE49-F238E27FC236}">
                          <a16:creationId xmlns:a16="http://schemas.microsoft.com/office/drawing/2014/main" id="{01125706-EC6A-4F50-AF30-12A1890B76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57230" y="2771007"/>
                      <a:ext cx="10395" cy="5966"/>
                    </a:xfrm>
                    <a:custGeom>
                      <a:avLst/>
                      <a:gdLst>
                        <a:gd name="connsiteX0" fmla="*/ 10186 w 10395"/>
                        <a:gd name="connsiteY0" fmla="*/ 291 h 5966"/>
                        <a:gd name="connsiteX1" fmla="*/ 6376 w 10395"/>
                        <a:gd name="connsiteY1" fmla="*/ 4196 h 5966"/>
                        <a:gd name="connsiteX2" fmla="*/ 185 w 10395"/>
                        <a:gd name="connsiteY2" fmla="*/ 5625 h 5966"/>
                        <a:gd name="connsiteX3" fmla="*/ 3899 w 10395"/>
                        <a:gd name="connsiteY3" fmla="*/ 1815 h 5966"/>
                        <a:gd name="connsiteX4" fmla="*/ 10186 w 10395"/>
                        <a:gd name="connsiteY4" fmla="*/ 291 h 5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95" h="5966">
                          <a:moveTo>
                            <a:pt x="10186" y="291"/>
                          </a:moveTo>
                          <a:cubicBezTo>
                            <a:pt x="11234" y="1339"/>
                            <a:pt x="8090" y="3339"/>
                            <a:pt x="6376" y="4196"/>
                          </a:cubicBezTo>
                          <a:cubicBezTo>
                            <a:pt x="4662" y="5053"/>
                            <a:pt x="1137" y="6672"/>
                            <a:pt x="185" y="5625"/>
                          </a:cubicBezTo>
                          <a:cubicBezTo>
                            <a:pt x="-768" y="4482"/>
                            <a:pt x="2185" y="2672"/>
                            <a:pt x="3899" y="1815"/>
                          </a:cubicBezTo>
                          <a:cubicBezTo>
                            <a:pt x="5614" y="957"/>
                            <a:pt x="9139" y="-662"/>
                            <a:pt x="10186" y="2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53" name="Forme libre : forme 9952">
                      <a:extLst>
                        <a:ext uri="{FF2B5EF4-FFF2-40B4-BE49-F238E27FC236}">
                          <a16:creationId xmlns:a16="http://schemas.microsoft.com/office/drawing/2014/main" id="{2B595B49-23CA-4AB0-B4C8-86CAB09F68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20319" y="2740611"/>
                      <a:ext cx="91048" cy="28141"/>
                    </a:xfrm>
                    <a:custGeom>
                      <a:avLst/>
                      <a:gdLst>
                        <a:gd name="connsiteX0" fmla="*/ 61480 w 91048"/>
                        <a:gd name="connsiteY0" fmla="*/ 4113 h 28141"/>
                        <a:gd name="connsiteX1" fmla="*/ 75767 w 91048"/>
                        <a:gd name="connsiteY1" fmla="*/ 969 h 28141"/>
                        <a:gd name="connsiteX2" fmla="*/ 88912 w 91048"/>
                        <a:gd name="connsiteY2" fmla="*/ 207 h 28141"/>
                        <a:gd name="connsiteX3" fmla="*/ 87483 w 91048"/>
                        <a:gd name="connsiteY3" fmla="*/ 9161 h 28141"/>
                        <a:gd name="connsiteX4" fmla="*/ 76243 w 91048"/>
                        <a:gd name="connsiteY4" fmla="*/ 14590 h 28141"/>
                        <a:gd name="connsiteX5" fmla="*/ 58336 w 91048"/>
                        <a:gd name="connsiteY5" fmla="*/ 18496 h 28141"/>
                        <a:gd name="connsiteX6" fmla="*/ 49573 w 91048"/>
                        <a:gd name="connsiteY6" fmla="*/ 20972 h 28141"/>
                        <a:gd name="connsiteX7" fmla="*/ 40239 w 91048"/>
                        <a:gd name="connsiteY7" fmla="*/ 22686 h 28141"/>
                        <a:gd name="connsiteX8" fmla="*/ 30047 w 91048"/>
                        <a:gd name="connsiteY8" fmla="*/ 25544 h 28141"/>
                        <a:gd name="connsiteX9" fmla="*/ 15283 w 91048"/>
                        <a:gd name="connsiteY9" fmla="*/ 27830 h 28141"/>
                        <a:gd name="connsiteX10" fmla="*/ 8521 w 91048"/>
                        <a:gd name="connsiteY10" fmla="*/ 28116 h 28141"/>
                        <a:gd name="connsiteX11" fmla="*/ 3282 w 91048"/>
                        <a:gd name="connsiteY11" fmla="*/ 26782 h 28141"/>
                        <a:gd name="connsiteX12" fmla="*/ 424 w 91048"/>
                        <a:gd name="connsiteY12" fmla="*/ 22020 h 28141"/>
                        <a:gd name="connsiteX13" fmla="*/ 6711 w 91048"/>
                        <a:gd name="connsiteY13" fmla="*/ 17067 h 28141"/>
                        <a:gd name="connsiteX14" fmla="*/ 17093 w 91048"/>
                        <a:gd name="connsiteY14" fmla="*/ 12781 h 28141"/>
                        <a:gd name="connsiteX15" fmla="*/ 28714 w 91048"/>
                        <a:gd name="connsiteY15" fmla="*/ 8971 h 28141"/>
                        <a:gd name="connsiteX16" fmla="*/ 38239 w 91048"/>
                        <a:gd name="connsiteY16" fmla="*/ 6589 h 28141"/>
                        <a:gd name="connsiteX17" fmla="*/ 61480 w 91048"/>
                        <a:gd name="connsiteY17" fmla="*/ 4113 h 281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91048" h="28141">
                          <a:moveTo>
                            <a:pt x="61480" y="4113"/>
                          </a:moveTo>
                          <a:cubicBezTo>
                            <a:pt x="67004" y="3351"/>
                            <a:pt x="71386" y="1827"/>
                            <a:pt x="75767" y="969"/>
                          </a:cubicBezTo>
                          <a:cubicBezTo>
                            <a:pt x="80148" y="112"/>
                            <a:pt x="84339" y="-269"/>
                            <a:pt x="88912" y="207"/>
                          </a:cubicBezTo>
                          <a:cubicBezTo>
                            <a:pt x="92341" y="493"/>
                            <a:pt x="91483" y="5541"/>
                            <a:pt x="87483" y="9161"/>
                          </a:cubicBezTo>
                          <a:cubicBezTo>
                            <a:pt x="83578" y="12781"/>
                            <a:pt x="79958" y="13638"/>
                            <a:pt x="76243" y="14590"/>
                          </a:cubicBezTo>
                          <a:cubicBezTo>
                            <a:pt x="70147" y="15638"/>
                            <a:pt x="64242" y="16972"/>
                            <a:pt x="58336" y="18496"/>
                          </a:cubicBezTo>
                          <a:lnTo>
                            <a:pt x="49573" y="20972"/>
                          </a:lnTo>
                          <a:cubicBezTo>
                            <a:pt x="46525" y="21734"/>
                            <a:pt x="43382" y="22115"/>
                            <a:pt x="40239" y="22686"/>
                          </a:cubicBezTo>
                          <a:cubicBezTo>
                            <a:pt x="38334" y="23067"/>
                            <a:pt x="34524" y="24210"/>
                            <a:pt x="30047" y="25544"/>
                          </a:cubicBezTo>
                          <a:cubicBezTo>
                            <a:pt x="25570" y="27163"/>
                            <a:pt x="20141" y="27163"/>
                            <a:pt x="15283" y="27830"/>
                          </a:cubicBezTo>
                          <a:cubicBezTo>
                            <a:pt x="12902" y="28021"/>
                            <a:pt x="10616" y="28211"/>
                            <a:pt x="8521" y="28116"/>
                          </a:cubicBezTo>
                          <a:cubicBezTo>
                            <a:pt x="6425" y="27735"/>
                            <a:pt x="4711" y="27354"/>
                            <a:pt x="3282" y="26782"/>
                          </a:cubicBezTo>
                          <a:cubicBezTo>
                            <a:pt x="519" y="25734"/>
                            <a:pt x="-719" y="24210"/>
                            <a:pt x="424" y="22020"/>
                          </a:cubicBezTo>
                          <a:cubicBezTo>
                            <a:pt x="1567" y="19829"/>
                            <a:pt x="3758" y="18400"/>
                            <a:pt x="6711" y="17067"/>
                          </a:cubicBezTo>
                          <a:cubicBezTo>
                            <a:pt x="9664" y="15257"/>
                            <a:pt x="13283" y="13828"/>
                            <a:pt x="17093" y="12781"/>
                          </a:cubicBezTo>
                          <a:cubicBezTo>
                            <a:pt x="20998" y="12114"/>
                            <a:pt x="24999" y="10018"/>
                            <a:pt x="28714" y="8971"/>
                          </a:cubicBezTo>
                          <a:cubicBezTo>
                            <a:pt x="32428" y="7827"/>
                            <a:pt x="35857" y="6970"/>
                            <a:pt x="38239" y="6589"/>
                          </a:cubicBezTo>
                          <a:cubicBezTo>
                            <a:pt x="47859" y="4303"/>
                            <a:pt x="53383" y="5446"/>
                            <a:pt x="61480" y="4113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89" name="Graphique 1">
                    <a:extLst>
                      <a:ext uri="{FF2B5EF4-FFF2-40B4-BE49-F238E27FC236}">
                        <a16:creationId xmlns:a16="http://schemas.microsoft.com/office/drawing/2014/main" id="{C4D3B3C8-9F6F-4B1A-AE45-D1A0386DFDC7}"/>
                      </a:ext>
                    </a:extLst>
                  </p:cNvPr>
                  <p:cNvGrpSpPr/>
                  <p:nvPr/>
                </p:nvGrpSpPr>
                <p:grpSpPr>
                  <a:xfrm>
                    <a:off x="5820035" y="2819312"/>
                    <a:ext cx="102683" cy="108611"/>
                    <a:chOff x="5820035" y="2819312"/>
                    <a:chExt cx="102683" cy="108611"/>
                  </a:xfrm>
                  <a:solidFill>
                    <a:schemeClr val="accent1"/>
                  </a:solidFill>
                </p:grpSpPr>
                <p:sp>
                  <p:nvSpPr>
                    <p:cNvPr id="9930" name="Forme libre : forme 9929">
                      <a:extLst>
                        <a:ext uri="{FF2B5EF4-FFF2-40B4-BE49-F238E27FC236}">
                          <a16:creationId xmlns:a16="http://schemas.microsoft.com/office/drawing/2014/main" id="{E1A8AFB1-339D-4DAB-B3C6-1A37C0C0D4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20035" y="2819312"/>
                      <a:ext cx="102683" cy="108611"/>
                    </a:xfrm>
                    <a:custGeom>
                      <a:avLst/>
                      <a:gdLst>
                        <a:gd name="connsiteX0" fmla="*/ 47369 w 102683"/>
                        <a:gd name="connsiteY0" fmla="*/ 76192 h 108611"/>
                        <a:gd name="connsiteX1" fmla="*/ 39367 w 102683"/>
                        <a:gd name="connsiteY1" fmla="*/ 65048 h 108611"/>
                        <a:gd name="connsiteX2" fmla="*/ 28319 w 102683"/>
                        <a:gd name="connsiteY2" fmla="*/ 55332 h 108611"/>
                        <a:gd name="connsiteX3" fmla="*/ 1743 w 102683"/>
                        <a:gd name="connsiteY3" fmla="*/ 23804 h 108611"/>
                        <a:gd name="connsiteX4" fmla="*/ 4506 w 102683"/>
                        <a:gd name="connsiteY4" fmla="*/ 7898 h 108611"/>
                        <a:gd name="connsiteX5" fmla="*/ 28414 w 102683"/>
                        <a:gd name="connsiteY5" fmla="*/ 87 h 108611"/>
                        <a:gd name="connsiteX6" fmla="*/ 59180 w 102683"/>
                        <a:gd name="connsiteY6" fmla="*/ 7993 h 108611"/>
                        <a:gd name="connsiteX7" fmla="*/ 81563 w 102683"/>
                        <a:gd name="connsiteY7" fmla="*/ 26091 h 108611"/>
                        <a:gd name="connsiteX8" fmla="*/ 91469 w 102683"/>
                        <a:gd name="connsiteY8" fmla="*/ 39044 h 108611"/>
                        <a:gd name="connsiteX9" fmla="*/ 97851 w 102683"/>
                        <a:gd name="connsiteY9" fmla="*/ 51046 h 108611"/>
                        <a:gd name="connsiteX10" fmla="*/ 102423 w 102683"/>
                        <a:gd name="connsiteY10" fmla="*/ 69048 h 108611"/>
                        <a:gd name="connsiteX11" fmla="*/ 101090 w 102683"/>
                        <a:gd name="connsiteY11" fmla="*/ 83717 h 108611"/>
                        <a:gd name="connsiteX12" fmla="*/ 88421 w 102683"/>
                        <a:gd name="connsiteY12" fmla="*/ 104958 h 108611"/>
                        <a:gd name="connsiteX13" fmla="*/ 72800 w 102683"/>
                        <a:gd name="connsiteY13" fmla="*/ 106482 h 108611"/>
                        <a:gd name="connsiteX14" fmla="*/ 47369 w 102683"/>
                        <a:gd name="connsiteY14" fmla="*/ 76192 h 108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02683" h="108611">
                          <a:moveTo>
                            <a:pt x="47369" y="76192"/>
                          </a:moveTo>
                          <a:cubicBezTo>
                            <a:pt x="45559" y="73239"/>
                            <a:pt x="42987" y="68762"/>
                            <a:pt x="39367" y="65048"/>
                          </a:cubicBezTo>
                          <a:cubicBezTo>
                            <a:pt x="36129" y="60952"/>
                            <a:pt x="31271" y="57809"/>
                            <a:pt x="28319" y="55332"/>
                          </a:cubicBezTo>
                          <a:cubicBezTo>
                            <a:pt x="16508" y="46950"/>
                            <a:pt x="9935" y="37330"/>
                            <a:pt x="1743" y="23804"/>
                          </a:cubicBezTo>
                          <a:cubicBezTo>
                            <a:pt x="-1114" y="19233"/>
                            <a:pt x="-638" y="11041"/>
                            <a:pt x="4506" y="7898"/>
                          </a:cubicBezTo>
                          <a:cubicBezTo>
                            <a:pt x="11650" y="3421"/>
                            <a:pt x="19365" y="563"/>
                            <a:pt x="28414" y="87"/>
                          </a:cubicBezTo>
                          <a:cubicBezTo>
                            <a:pt x="37367" y="-484"/>
                            <a:pt x="47749" y="1707"/>
                            <a:pt x="59180" y="7993"/>
                          </a:cubicBezTo>
                          <a:cubicBezTo>
                            <a:pt x="65180" y="11517"/>
                            <a:pt x="74229" y="17613"/>
                            <a:pt x="81563" y="26091"/>
                          </a:cubicBezTo>
                          <a:cubicBezTo>
                            <a:pt x="85469" y="30091"/>
                            <a:pt x="88707" y="34663"/>
                            <a:pt x="91469" y="39044"/>
                          </a:cubicBezTo>
                          <a:cubicBezTo>
                            <a:pt x="94517" y="43331"/>
                            <a:pt x="96327" y="47617"/>
                            <a:pt x="97851" y="51046"/>
                          </a:cubicBezTo>
                          <a:cubicBezTo>
                            <a:pt x="100994" y="57523"/>
                            <a:pt x="101947" y="63619"/>
                            <a:pt x="102423" y="69048"/>
                          </a:cubicBezTo>
                          <a:cubicBezTo>
                            <a:pt x="103185" y="74573"/>
                            <a:pt x="102137" y="79335"/>
                            <a:pt x="101090" y="83717"/>
                          </a:cubicBezTo>
                          <a:cubicBezTo>
                            <a:pt x="99089" y="92480"/>
                            <a:pt x="93946" y="98957"/>
                            <a:pt x="88421" y="104958"/>
                          </a:cubicBezTo>
                          <a:cubicBezTo>
                            <a:pt x="84611" y="109053"/>
                            <a:pt x="76896" y="109910"/>
                            <a:pt x="72800" y="106482"/>
                          </a:cubicBezTo>
                          <a:cubicBezTo>
                            <a:pt x="60894" y="96671"/>
                            <a:pt x="53941" y="87051"/>
                            <a:pt x="47369" y="76192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31" name="Forme libre : forme 9930">
                      <a:extLst>
                        <a:ext uri="{FF2B5EF4-FFF2-40B4-BE49-F238E27FC236}">
                          <a16:creationId xmlns:a16="http://schemas.microsoft.com/office/drawing/2014/main" id="{EDD2F2FD-6E8B-49FA-94F5-D455E97BE3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20160" y="2836068"/>
                      <a:ext cx="73238" cy="89916"/>
                    </a:xfrm>
                    <a:custGeom>
                      <a:avLst/>
                      <a:gdLst>
                        <a:gd name="connsiteX0" fmla="*/ 44196 w 73238"/>
                        <a:gd name="connsiteY0" fmla="*/ 24765 h 89916"/>
                        <a:gd name="connsiteX1" fmla="*/ 0 w 73238"/>
                        <a:gd name="connsiteY1" fmla="*/ 0 h 89916"/>
                        <a:gd name="connsiteX2" fmla="*/ 1714 w 73238"/>
                        <a:gd name="connsiteY2" fmla="*/ 6858 h 89916"/>
                        <a:gd name="connsiteX3" fmla="*/ 5905 w 73238"/>
                        <a:gd name="connsiteY3" fmla="*/ 13526 h 89916"/>
                        <a:gd name="connsiteX4" fmla="*/ 18288 w 73238"/>
                        <a:gd name="connsiteY4" fmla="*/ 29718 h 89916"/>
                        <a:gd name="connsiteX5" fmla="*/ 28384 w 73238"/>
                        <a:gd name="connsiteY5" fmla="*/ 38481 h 89916"/>
                        <a:gd name="connsiteX6" fmla="*/ 32385 w 73238"/>
                        <a:gd name="connsiteY6" fmla="*/ 41434 h 89916"/>
                        <a:gd name="connsiteX7" fmla="*/ 46387 w 73238"/>
                        <a:gd name="connsiteY7" fmla="*/ 57626 h 89916"/>
                        <a:gd name="connsiteX8" fmla="*/ 47530 w 73238"/>
                        <a:gd name="connsiteY8" fmla="*/ 59436 h 89916"/>
                        <a:gd name="connsiteX9" fmla="*/ 51054 w 73238"/>
                        <a:gd name="connsiteY9" fmla="*/ 65151 h 89916"/>
                        <a:gd name="connsiteX10" fmla="*/ 54864 w 73238"/>
                        <a:gd name="connsiteY10" fmla="*/ 70580 h 89916"/>
                        <a:gd name="connsiteX11" fmla="*/ 61056 w 73238"/>
                        <a:gd name="connsiteY11" fmla="*/ 77819 h 89916"/>
                        <a:gd name="connsiteX12" fmla="*/ 67723 w 73238"/>
                        <a:gd name="connsiteY12" fmla="*/ 85058 h 89916"/>
                        <a:gd name="connsiteX13" fmla="*/ 72962 w 73238"/>
                        <a:gd name="connsiteY13" fmla="*/ 89726 h 89916"/>
                        <a:gd name="connsiteX14" fmla="*/ 73152 w 73238"/>
                        <a:gd name="connsiteY14" fmla="*/ 89916 h 89916"/>
                        <a:gd name="connsiteX15" fmla="*/ 67533 w 73238"/>
                        <a:gd name="connsiteY15" fmla="*/ 52483 h 89916"/>
                        <a:gd name="connsiteX16" fmla="*/ 44196 w 73238"/>
                        <a:gd name="connsiteY16" fmla="*/ 24765 h 89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73238" h="89916">
                          <a:moveTo>
                            <a:pt x="44196" y="24765"/>
                          </a:moveTo>
                          <a:cubicBezTo>
                            <a:pt x="29813" y="15907"/>
                            <a:pt x="13145" y="9811"/>
                            <a:pt x="0" y="0"/>
                          </a:cubicBezTo>
                          <a:cubicBezTo>
                            <a:pt x="0" y="2477"/>
                            <a:pt x="476" y="4953"/>
                            <a:pt x="1714" y="6858"/>
                          </a:cubicBezTo>
                          <a:cubicBezTo>
                            <a:pt x="3143" y="9239"/>
                            <a:pt x="4572" y="11430"/>
                            <a:pt x="5905" y="13526"/>
                          </a:cubicBezTo>
                          <a:cubicBezTo>
                            <a:pt x="9811" y="19621"/>
                            <a:pt x="13525" y="25146"/>
                            <a:pt x="18288" y="29718"/>
                          </a:cubicBezTo>
                          <a:cubicBezTo>
                            <a:pt x="21241" y="32861"/>
                            <a:pt x="24575" y="35623"/>
                            <a:pt x="28384" y="38481"/>
                          </a:cubicBezTo>
                          <a:cubicBezTo>
                            <a:pt x="29433" y="39434"/>
                            <a:pt x="30861" y="40386"/>
                            <a:pt x="32385" y="41434"/>
                          </a:cubicBezTo>
                          <a:cubicBezTo>
                            <a:pt x="38100" y="45720"/>
                            <a:pt x="43625" y="52388"/>
                            <a:pt x="46387" y="57626"/>
                          </a:cubicBezTo>
                          <a:cubicBezTo>
                            <a:pt x="46768" y="58293"/>
                            <a:pt x="47149" y="58864"/>
                            <a:pt x="47530" y="59436"/>
                          </a:cubicBezTo>
                          <a:cubicBezTo>
                            <a:pt x="49054" y="61151"/>
                            <a:pt x="49625" y="63437"/>
                            <a:pt x="51054" y="65151"/>
                          </a:cubicBezTo>
                          <a:cubicBezTo>
                            <a:pt x="52388" y="66961"/>
                            <a:pt x="53816" y="68675"/>
                            <a:pt x="54864" y="70580"/>
                          </a:cubicBezTo>
                          <a:cubicBezTo>
                            <a:pt x="56579" y="73057"/>
                            <a:pt x="58674" y="75438"/>
                            <a:pt x="61056" y="77819"/>
                          </a:cubicBezTo>
                          <a:cubicBezTo>
                            <a:pt x="62960" y="80296"/>
                            <a:pt x="65247" y="82677"/>
                            <a:pt x="67723" y="85058"/>
                          </a:cubicBezTo>
                          <a:cubicBezTo>
                            <a:pt x="69342" y="86582"/>
                            <a:pt x="71152" y="88106"/>
                            <a:pt x="72962" y="89726"/>
                          </a:cubicBezTo>
                          <a:lnTo>
                            <a:pt x="73152" y="89916"/>
                          </a:lnTo>
                          <a:cubicBezTo>
                            <a:pt x="73628" y="77057"/>
                            <a:pt x="72200" y="64103"/>
                            <a:pt x="67533" y="52483"/>
                          </a:cubicBezTo>
                          <a:cubicBezTo>
                            <a:pt x="62770" y="40767"/>
                            <a:pt x="54388" y="31052"/>
                            <a:pt x="44196" y="24765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32" name="Forme libre : forme 9931">
                      <a:extLst>
                        <a:ext uri="{FF2B5EF4-FFF2-40B4-BE49-F238E27FC236}">
                          <a16:creationId xmlns:a16="http://schemas.microsoft.com/office/drawing/2014/main" id="{5C378D7D-353E-42FE-B662-0B105BDDC7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3163" y="2849610"/>
                      <a:ext cx="38255" cy="52568"/>
                    </a:xfrm>
                    <a:custGeom>
                      <a:avLst/>
                      <a:gdLst>
                        <a:gd name="connsiteX0" fmla="*/ 34339 w 38255"/>
                        <a:gd name="connsiteY0" fmla="*/ 52466 h 52568"/>
                        <a:gd name="connsiteX1" fmla="*/ 29101 w 38255"/>
                        <a:gd name="connsiteY1" fmla="*/ 49799 h 52568"/>
                        <a:gd name="connsiteX2" fmla="*/ 23862 w 38255"/>
                        <a:gd name="connsiteY2" fmla="*/ 42465 h 52568"/>
                        <a:gd name="connsiteX3" fmla="*/ 14242 w 38255"/>
                        <a:gd name="connsiteY3" fmla="*/ 28273 h 52568"/>
                        <a:gd name="connsiteX4" fmla="*/ 10146 w 38255"/>
                        <a:gd name="connsiteY4" fmla="*/ 22558 h 52568"/>
                        <a:gd name="connsiteX5" fmla="*/ 5003 w 38255"/>
                        <a:gd name="connsiteY5" fmla="*/ 15414 h 52568"/>
                        <a:gd name="connsiteX6" fmla="*/ 716 w 38255"/>
                        <a:gd name="connsiteY6" fmla="*/ 2174 h 52568"/>
                        <a:gd name="connsiteX7" fmla="*/ 15194 w 38255"/>
                        <a:gd name="connsiteY7" fmla="*/ 3508 h 52568"/>
                        <a:gd name="connsiteX8" fmla="*/ 23767 w 38255"/>
                        <a:gd name="connsiteY8" fmla="*/ 10461 h 52568"/>
                        <a:gd name="connsiteX9" fmla="*/ 29387 w 38255"/>
                        <a:gd name="connsiteY9" fmla="*/ 17414 h 52568"/>
                        <a:gd name="connsiteX10" fmla="*/ 33958 w 38255"/>
                        <a:gd name="connsiteY10" fmla="*/ 25511 h 52568"/>
                        <a:gd name="connsiteX11" fmla="*/ 37673 w 38255"/>
                        <a:gd name="connsiteY11" fmla="*/ 36941 h 52568"/>
                        <a:gd name="connsiteX12" fmla="*/ 34339 w 38255"/>
                        <a:gd name="connsiteY12" fmla="*/ 52466 h 52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8255" h="52568">
                          <a:moveTo>
                            <a:pt x="34339" y="52466"/>
                          </a:moveTo>
                          <a:cubicBezTo>
                            <a:pt x="32434" y="52943"/>
                            <a:pt x="30910" y="51704"/>
                            <a:pt x="29101" y="49799"/>
                          </a:cubicBezTo>
                          <a:cubicBezTo>
                            <a:pt x="27195" y="47894"/>
                            <a:pt x="25481" y="45323"/>
                            <a:pt x="23862" y="42465"/>
                          </a:cubicBezTo>
                          <a:cubicBezTo>
                            <a:pt x="20338" y="36941"/>
                            <a:pt x="16528" y="31035"/>
                            <a:pt x="14242" y="28273"/>
                          </a:cubicBezTo>
                          <a:cubicBezTo>
                            <a:pt x="13289" y="26749"/>
                            <a:pt x="11956" y="24653"/>
                            <a:pt x="10146" y="22558"/>
                          </a:cubicBezTo>
                          <a:cubicBezTo>
                            <a:pt x="8527" y="20367"/>
                            <a:pt x="6907" y="17700"/>
                            <a:pt x="5003" y="15414"/>
                          </a:cubicBezTo>
                          <a:cubicBezTo>
                            <a:pt x="1764" y="10461"/>
                            <a:pt x="-1475" y="5794"/>
                            <a:pt x="716" y="2174"/>
                          </a:cubicBezTo>
                          <a:cubicBezTo>
                            <a:pt x="2716" y="-1255"/>
                            <a:pt x="9098" y="-493"/>
                            <a:pt x="15194" y="3508"/>
                          </a:cubicBezTo>
                          <a:cubicBezTo>
                            <a:pt x="18433" y="5222"/>
                            <a:pt x="21290" y="7889"/>
                            <a:pt x="23767" y="10461"/>
                          </a:cubicBezTo>
                          <a:cubicBezTo>
                            <a:pt x="26434" y="12842"/>
                            <a:pt x="28243" y="15509"/>
                            <a:pt x="29387" y="17414"/>
                          </a:cubicBezTo>
                          <a:cubicBezTo>
                            <a:pt x="30434" y="19319"/>
                            <a:pt x="32529" y="21986"/>
                            <a:pt x="33958" y="25511"/>
                          </a:cubicBezTo>
                          <a:cubicBezTo>
                            <a:pt x="35292" y="29130"/>
                            <a:pt x="37007" y="33036"/>
                            <a:pt x="37673" y="36941"/>
                          </a:cubicBezTo>
                          <a:cubicBezTo>
                            <a:pt x="38912" y="44846"/>
                            <a:pt x="38340" y="51704"/>
                            <a:pt x="34339" y="5246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33" name="Forme libre : forme 9932">
                      <a:extLst>
                        <a:ext uri="{FF2B5EF4-FFF2-40B4-BE49-F238E27FC236}">
                          <a16:creationId xmlns:a16="http://schemas.microsoft.com/office/drawing/2014/main" id="{C8B5436E-9772-4751-8220-178AB5BCB7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3393" y="2849360"/>
                      <a:ext cx="20965" cy="38334"/>
                    </a:xfrm>
                    <a:custGeom>
                      <a:avLst/>
                      <a:gdLst>
                        <a:gd name="connsiteX0" fmla="*/ 16013 w 20965"/>
                        <a:gd name="connsiteY0" fmla="*/ 4616 h 38334"/>
                        <a:gd name="connsiteX1" fmla="*/ 296 w 20965"/>
                        <a:gd name="connsiteY1" fmla="*/ 2234 h 38334"/>
                        <a:gd name="connsiteX2" fmla="*/ 4868 w 20965"/>
                        <a:gd name="connsiteY2" fmla="*/ 15665 h 38334"/>
                        <a:gd name="connsiteX3" fmla="*/ 9821 w 20965"/>
                        <a:gd name="connsiteY3" fmla="*/ 22618 h 38334"/>
                        <a:gd name="connsiteX4" fmla="*/ 14203 w 20965"/>
                        <a:gd name="connsiteY4" fmla="*/ 28904 h 38334"/>
                        <a:gd name="connsiteX5" fmla="*/ 17632 w 20965"/>
                        <a:gd name="connsiteY5" fmla="*/ 33381 h 38334"/>
                        <a:gd name="connsiteX6" fmla="*/ 20966 w 20965"/>
                        <a:gd name="connsiteY6" fmla="*/ 38334 h 38334"/>
                        <a:gd name="connsiteX7" fmla="*/ 18680 w 20965"/>
                        <a:gd name="connsiteY7" fmla="*/ 32429 h 38334"/>
                        <a:gd name="connsiteX8" fmla="*/ 16013 w 20965"/>
                        <a:gd name="connsiteY8" fmla="*/ 4616 h 38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965" h="38334">
                          <a:moveTo>
                            <a:pt x="16013" y="4616"/>
                          </a:moveTo>
                          <a:cubicBezTo>
                            <a:pt x="11917" y="2520"/>
                            <a:pt x="1725" y="-3100"/>
                            <a:pt x="296" y="2234"/>
                          </a:cubicBezTo>
                          <a:cubicBezTo>
                            <a:pt x="-942" y="6425"/>
                            <a:pt x="1916" y="10902"/>
                            <a:pt x="4868" y="15665"/>
                          </a:cubicBezTo>
                          <a:cubicBezTo>
                            <a:pt x="6583" y="17855"/>
                            <a:pt x="8202" y="20332"/>
                            <a:pt x="9821" y="22618"/>
                          </a:cubicBezTo>
                          <a:cubicBezTo>
                            <a:pt x="11631" y="24713"/>
                            <a:pt x="13060" y="27000"/>
                            <a:pt x="14203" y="28904"/>
                          </a:cubicBezTo>
                          <a:cubicBezTo>
                            <a:pt x="14870" y="30047"/>
                            <a:pt x="16298" y="31571"/>
                            <a:pt x="17632" y="33381"/>
                          </a:cubicBezTo>
                          <a:cubicBezTo>
                            <a:pt x="18775" y="35286"/>
                            <a:pt x="20013" y="37096"/>
                            <a:pt x="20966" y="38334"/>
                          </a:cubicBezTo>
                          <a:cubicBezTo>
                            <a:pt x="20299" y="36715"/>
                            <a:pt x="18966" y="34143"/>
                            <a:pt x="18680" y="32429"/>
                          </a:cubicBezTo>
                          <a:cubicBezTo>
                            <a:pt x="16394" y="23189"/>
                            <a:pt x="11060" y="11759"/>
                            <a:pt x="16013" y="4616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34" name="Forme libre : forme 9933">
                      <a:extLst>
                        <a:ext uri="{FF2B5EF4-FFF2-40B4-BE49-F238E27FC236}">
                          <a16:creationId xmlns:a16="http://schemas.microsoft.com/office/drawing/2014/main" id="{B691B9F5-2F97-46CA-940B-2138B9BF4B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4800" y="2853149"/>
                      <a:ext cx="35990" cy="52656"/>
                    </a:xfrm>
                    <a:custGeom>
                      <a:avLst/>
                      <a:gdLst>
                        <a:gd name="connsiteX0" fmla="*/ 31274 w 35990"/>
                        <a:gd name="connsiteY0" fmla="*/ 52642 h 52656"/>
                        <a:gd name="connsiteX1" fmla="*/ 20987 w 35990"/>
                        <a:gd name="connsiteY1" fmla="*/ 41783 h 52656"/>
                        <a:gd name="connsiteX2" fmla="*/ 16224 w 35990"/>
                        <a:gd name="connsiteY2" fmla="*/ 34068 h 52656"/>
                        <a:gd name="connsiteX3" fmla="*/ 12224 w 35990"/>
                        <a:gd name="connsiteY3" fmla="*/ 28067 h 52656"/>
                        <a:gd name="connsiteX4" fmla="*/ 8509 w 35990"/>
                        <a:gd name="connsiteY4" fmla="*/ 22352 h 52656"/>
                        <a:gd name="connsiteX5" fmla="*/ 4032 w 35990"/>
                        <a:gd name="connsiteY5" fmla="*/ 15399 h 52656"/>
                        <a:gd name="connsiteX6" fmla="*/ 698 w 35990"/>
                        <a:gd name="connsiteY6" fmla="*/ 2255 h 52656"/>
                        <a:gd name="connsiteX7" fmla="*/ 6318 w 35990"/>
                        <a:gd name="connsiteY7" fmla="*/ 64 h 52656"/>
                        <a:gd name="connsiteX8" fmla="*/ 14890 w 35990"/>
                        <a:gd name="connsiteY8" fmla="*/ 3874 h 52656"/>
                        <a:gd name="connsiteX9" fmla="*/ 22987 w 35990"/>
                        <a:gd name="connsiteY9" fmla="*/ 11113 h 52656"/>
                        <a:gd name="connsiteX10" fmla="*/ 27940 w 35990"/>
                        <a:gd name="connsiteY10" fmla="*/ 17971 h 52656"/>
                        <a:gd name="connsiteX11" fmla="*/ 30035 w 35990"/>
                        <a:gd name="connsiteY11" fmla="*/ 21209 h 52656"/>
                        <a:gd name="connsiteX12" fmla="*/ 32131 w 35990"/>
                        <a:gd name="connsiteY12" fmla="*/ 26162 h 52656"/>
                        <a:gd name="connsiteX13" fmla="*/ 34322 w 35990"/>
                        <a:gd name="connsiteY13" fmla="*/ 31877 h 52656"/>
                        <a:gd name="connsiteX14" fmla="*/ 35465 w 35990"/>
                        <a:gd name="connsiteY14" fmla="*/ 38069 h 52656"/>
                        <a:gd name="connsiteX15" fmla="*/ 31274 w 35990"/>
                        <a:gd name="connsiteY15" fmla="*/ 52642 h 52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5990" h="52656">
                          <a:moveTo>
                            <a:pt x="31274" y="52642"/>
                          </a:moveTo>
                          <a:cubicBezTo>
                            <a:pt x="27368" y="52261"/>
                            <a:pt x="24415" y="47022"/>
                            <a:pt x="20987" y="41783"/>
                          </a:cubicBezTo>
                          <a:cubicBezTo>
                            <a:pt x="19653" y="39021"/>
                            <a:pt x="17843" y="36354"/>
                            <a:pt x="16224" y="34068"/>
                          </a:cubicBezTo>
                          <a:cubicBezTo>
                            <a:pt x="14795" y="31591"/>
                            <a:pt x="13462" y="29401"/>
                            <a:pt x="12224" y="28067"/>
                          </a:cubicBezTo>
                          <a:cubicBezTo>
                            <a:pt x="11081" y="26638"/>
                            <a:pt x="9937" y="24448"/>
                            <a:pt x="8509" y="22352"/>
                          </a:cubicBezTo>
                          <a:cubicBezTo>
                            <a:pt x="6890" y="20257"/>
                            <a:pt x="5461" y="17780"/>
                            <a:pt x="4032" y="15399"/>
                          </a:cubicBezTo>
                          <a:cubicBezTo>
                            <a:pt x="1079" y="10827"/>
                            <a:pt x="-1207" y="5779"/>
                            <a:pt x="698" y="2255"/>
                          </a:cubicBezTo>
                          <a:cubicBezTo>
                            <a:pt x="1746" y="445"/>
                            <a:pt x="3746" y="-222"/>
                            <a:pt x="6318" y="64"/>
                          </a:cubicBezTo>
                          <a:cubicBezTo>
                            <a:pt x="8794" y="540"/>
                            <a:pt x="11747" y="1969"/>
                            <a:pt x="14890" y="3874"/>
                          </a:cubicBezTo>
                          <a:cubicBezTo>
                            <a:pt x="17843" y="5874"/>
                            <a:pt x="20510" y="8731"/>
                            <a:pt x="22987" y="11113"/>
                          </a:cubicBezTo>
                          <a:cubicBezTo>
                            <a:pt x="25273" y="13780"/>
                            <a:pt x="26797" y="16352"/>
                            <a:pt x="27940" y="17971"/>
                          </a:cubicBezTo>
                          <a:cubicBezTo>
                            <a:pt x="28511" y="18828"/>
                            <a:pt x="29178" y="19876"/>
                            <a:pt x="30035" y="21209"/>
                          </a:cubicBezTo>
                          <a:cubicBezTo>
                            <a:pt x="30607" y="22638"/>
                            <a:pt x="31369" y="24353"/>
                            <a:pt x="32131" y="26162"/>
                          </a:cubicBezTo>
                          <a:cubicBezTo>
                            <a:pt x="32797" y="27972"/>
                            <a:pt x="33560" y="29877"/>
                            <a:pt x="34322" y="31877"/>
                          </a:cubicBezTo>
                          <a:cubicBezTo>
                            <a:pt x="34893" y="33878"/>
                            <a:pt x="35179" y="36068"/>
                            <a:pt x="35465" y="38069"/>
                          </a:cubicBezTo>
                          <a:cubicBezTo>
                            <a:pt x="36989" y="46070"/>
                            <a:pt x="35083" y="53023"/>
                            <a:pt x="31274" y="52642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35" name="Forme libre : forme 9934">
                      <a:extLst>
                        <a:ext uri="{FF2B5EF4-FFF2-40B4-BE49-F238E27FC236}">
                          <a16:creationId xmlns:a16="http://schemas.microsoft.com/office/drawing/2014/main" id="{A335D780-31E5-4027-9F9D-8221C08B55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37278" y="2830395"/>
                      <a:ext cx="48900" cy="62339"/>
                    </a:xfrm>
                    <a:custGeom>
                      <a:avLst/>
                      <a:gdLst>
                        <a:gd name="connsiteX0" fmla="*/ 26 w 48900"/>
                        <a:gd name="connsiteY0" fmla="*/ 10245 h 62339"/>
                        <a:gd name="connsiteX1" fmla="*/ 4408 w 48900"/>
                        <a:gd name="connsiteY1" fmla="*/ 21294 h 62339"/>
                        <a:gd name="connsiteX2" fmla="*/ 19267 w 48900"/>
                        <a:gd name="connsiteY2" fmla="*/ 43106 h 62339"/>
                        <a:gd name="connsiteX3" fmla="*/ 34602 w 48900"/>
                        <a:gd name="connsiteY3" fmla="*/ 57965 h 62339"/>
                        <a:gd name="connsiteX4" fmla="*/ 47651 w 48900"/>
                        <a:gd name="connsiteY4" fmla="*/ 61299 h 62339"/>
                        <a:gd name="connsiteX5" fmla="*/ 47842 w 48900"/>
                        <a:gd name="connsiteY5" fmla="*/ 51679 h 62339"/>
                        <a:gd name="connsiteX6" fmla="*/ 44603 w 48900"/>
                        <a:gd name="connsiteY6" fmla="*/ 38630 h 62339"/>
                        <a:gd name="connsiteX7" fmla="*/ 39555 w 48900"/>
                        <a:gd name="connsiteY7" fmla="*/ 24914 h 62339"/>
                        <a:gd name="connsiteX8" fmla="*/ 19648 w 48900"/>
                        <a:gd name="connsiteY8" fmla="*/ 1196 h 62339"/>
                        <a:gd name="connsiteX9" fmla="*/ 26 w 48900"/>
                        <a:gd name="connsiteY9" fmla="*/ 10245 h 62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900" h="62339">
                          <a:moveTo>
                            <a:pt x="26" y="10245"/>
                          </a:moveTo>
                          <a:cubicBezTo>
                            <a:pt x="312" y="15103"/>
                            <a:pt x="1360" y="17103"/>
                            <a:pt x="4408" y="21294"/>
                          </a:cubicBezTo>
                          <a:cubicBezTo>
                            <a:pt x="9933" y="29581"/>
                            <a:pt x="13361" y="36248"/>
                            <a:pt x="19267" y="43106"/>
                          </a:cubicBezTo>
                          <a:cubicBezTo>
                            <a:pt x="24315" y="48726"/>
                            <a:pt x="28887" y="54060"/>
                            <a:pt x="34602" y="57965"/>
                          </a:cubicBezTo>
                          <a:cubicBezTo>
                            <a:pt x="38317" y="61013"/>
                            <a:pt x="43937" y="63966"/>
                            <a:pt x="47651" y="61299"/>
                          </a:cubicBezTo>
                          <a:cubicBezTo>
                            <a:pt x="50128" y="59489"/>
                            <a:pt x="48223" y="55489"/>
                            <a:pt x="47842" y="51679"/>
                          </a:cubicBezTo>
                          <a:cubicBezTo>
                            <a:pt x="47270" y="47202"/>
                            <a:pt x="45747" y="43106"/>
                            <a:pt x="44603" y="38630"/>
                          </a:cubicBezTo>
                          <a:cubicBezTo>
                            <a:pt x="42889" y="34534"/>
                            <a:pt x="41556" y="29581"/>
                            <a:pt x="39555" y="24914"/>
                          </a:cubicBezTo>
                          <a:cubicBezTo>
                            <a:pt x="36793" y="16341"/>
                            <a:pt x="32031" y="5387"/>
                            <a:pt x="19648" y="1196"/>
                          </a:cubicBezTo>
                          <a:cubicBezTo>
                            <a:pt x="8313" y="-2614"/>
                            <a:pt x="-545" y="3292"/>
                            <a:pt x="26" y="1024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36" name="Forme libre : forme 9935">
                      <a:extLst>
                        <a:ext uri="{FF2B5EF4-FFF2-40B4-BE49-F238E27FC236}">
                          <a16:creationId xmlns:a16="http://schemas.microsoft.com/office/drawing/2014/main" id="{6F03A0A5-BEA5-4525-9E1F-2866D62740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54619" y="2837402"/>
                      <a:ext cx="27142" cy="12706"/>
                    </a:xfrm>
                    <a:custGeom>
                      <a:avLst/>
                      <a:gdLst>
                        <a:gd name="connsiteX0" fmla="*/ 3450 w 27142"/>
                        <a:gd name="connsiteY0" fmla="*/ 0 h 12706"/>
                        <a:gd name="connsiteX1" fmla="*/ 307 w 27142"/>
                        <a:gd name="connsiteY1" fmla="*/ 762 h 12706"/>
                        <a:gd name="connsiteX2" fmla="*/ 1450 w 27142"/>
                        <a:gd name="connsiteY2" fmla="*/ 3238 h 12706"/>
                        <a:gd name="connsiteX3" fmla="*/ 5831 w 27142"/>
                        <a:gd name="connsiteY3" fmla="*/ 5620 h 12706"/>
                        <a:gd name="connsiteX4" fmla="*/ 17071 w 27142"/>
                        <a:gd name="connsiteY4" fmla="*/ 10573 h 12706"/>
                        <a:gd name="connsiteX5" fmla="*/ 21357 w 27142"/>
                        <a:gd name="connsiteY5" fmla="*/ 12287 h 12706"/>
                        <a:gd name="connsiteX6" fmla="*/ 22976 w 27142"/>
                        <a:gd name="connsiteY6" fmla="*/ 5524 h 12706"/>
                        <a:gd name="connsiteX7" fmla="*/ 13261 w 27142"/>
                        <a:gd name="connsiteY7" fmla="*/ 1429 h 12706"/>
                        <a:gd name="connsiteX8" fmla="*/ 3450 w 27142"/>
                        <a:gd name="connsiteY8" fmla="*/ 0 h 12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142" h="12706">
                          <a:moveTo>
                            <a:pt x="3450" y="0"/>
                          </a:moveTo>
                          <a:cubicBezTo>
                            <a:pt x="2021" y="0"/>
                            <a:pt x="974" y="95"/>
                            <a:pt x="307" y="762"/>
                          </a:cubicBezTo>
                          <a:cubicBezTo>
                            <a:pt x="-455" y="1429"/>
                            <a:pt x="307" y="2381"/>
                            <a:pt x="1450" y="3238"/>
                          </a:cubicBezTo>
                          <a:cubicBezTo>
                            <a:pt x="2593" y="4096"/>
                            <a:pt x="4307" y="4953"/>
                            <a:pt x="5831" y="5620"/>
                          </a:cubicBezTo>
                          <a:cubicBezTo>
                            <a:pt x="9641" y="7048"/>
                            <a:pt x="13451" y="9049"/>
                            <a:pt x="17071" y="10573"/>
                          </a:cubicBezTo>
                          <a:cubicBezTo>
                            <a:pt x="18595" y="11144"/>
                            <a:pt x="20024" y="11906"/>
                            <a:pt x="21357" y="12287"/>
                          </a:cubicBezTo>
                          <a:cubicBezTo>
                            <a:pt x="27072" y="13906"/>
                            <a:pt x="30120" y="10668"/>
                            <a:pt x="22976" y="5524"/>
                          </a:cubicBezTo>
                          <a:cubicBezTo>
                            <a:pt x="20118" y="3810"/>
                            <a:pt x="16690" y="2381"/>
                            <a:pt x="13261" y="1429"/>
                          </a:cubicBezTo>
                          <a:cubicBezTo>
                            <a:pt x="9736" y="571"/>
                            <a:pt x="6308" y="190"/>
                            <a:pt x="3450" y="0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37" name="Forme libre : forme 9936">
                      <a:extLst>
                        <a:ext uri="{FF2B5EF4-FFF2-40B4-BE49-F238E27FC236}">
                          <a16:creationId xmlns:a16="http://schemas.microsoft.com/office/drawing/2014/main" id="{A26D4DF9-FFA7-4DD7-850F-5AD0E10B27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9023" y="2895695"/>
                      <a:ext cx="25908" cy="28384"/>
                    </a:xfrm>
                    <a:custGeom>
                      <a:avLst/>
                      <a:gdLst>
                        <a:gd name="connsiteX0" fmla="*/ 25908 w 25908"/>
                        <a:gd name="connsiteY0" fmla="*/ 28384 h 28384"/>
                        <a:gd name="connsiteX1" fmla="*/ 18574 w 25908"/>
                        <a:gd name="connsiteY1" fmla="*/ 22193 h 28384"/>
                        <a:gd name="connsiteX2" fmla="*/ 15430 w 25908"/>
                        <a:gd name="connsiteY2" fmla="*/ 18097 h 28384"/>
                        <a:gd name="connsiteX3" fmla="*/ 12002 w 25908"/>
                        <a:gd name="connsiteY3" fmla="*/ 13906 h 28384"/>
                        <a:gd name="connsiteX4" fmla="*/ 0 w 25908"/>
                        <a:gd name="connsiteY4" fmla="*/ 0 h 28384"/>
                        <a:gd name="connsiteX5" fmla="*/ 25908 w 25908"/>
                        <a:gd name="connsiteY5" fmla="*/ 28384 h 28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5908" h="28384">
                          <a:moveTo>
                            <a:pt x="25908" y="28384"/>
                          </a:moveTo>
                          <a:cubicBezTo>
                            <a:pt x="23241" y="26956"/>
                            <a:pt x="20764" y="24765"/>
                            <a:pt x="18574" y="22193"/>
                          </a:cubicBezTo>
                          <a:cubicBezTo>
                            <a:pt x="17431" y="20955"/>
                            <a:pt x="16383" y="19526"/>
                            <a:pt x="15430" y="18097"/>
                          </a:cubicBezTo>
                          <a:cubicBezTo>
                            <a:pt x="14288" y="16669"/>
                            <a:pt x="13049" y="15335"/>
                            <a:pt x="12002" y="13906"/>
                          </a:cubicBezTo>
                          <a:cubicBezTo>
                            <a:pt x="7906" y="8191"/>
                            <a:pt x="3334" y="3238"/>
                            <a:pt x="0" y="0"/>
                          </a:cubicBezTo>
                          <a:cubicBezTo>
                            <a:pt x="7525" y="6667"/>
                            <a:pt x="18193" y="18193"/>
                            <a:pt x="25908" y="283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38" name="Forme libre : forme 9937">
                      <a:extLst>
                        <a:ext uri="{FF2B5EF4-FFF2-40B4-BE49-F238E27FC236}">
                          <a16:creationId xmlns:a16="http://schemas.microsoft.com/office/drawing/2014/main" id="{670F629E-ED95-4644-98DB-A3C9FA18A6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25398" y="2822212"/>
                      <a:ext cx="54673" cy="7569"/>
                    </a:xfrm>
                    <a:custGeom>
                      <a:avLst/>
                      <a:gdLst>
                        <a:gd name="connsiteX0" fmla="*/ 54674 w 54673"/>
                        <a:gd name="connsiteY0" fmla="*/ 7570 h 7569"/>
                        <a:gd name="connsiteX1" fmla="*/ 24765 w 54673"/>
                        <a:gd name="connsiteY1" fmla="*/ 45 h 7569"/>
                        <a:gd name="connsiteX2" fmla="*/ 0 w 54673"/>
                        <a:gd name="connsiteY2" fmla="*/ 6331 h 7569"/>
                        <a:gd name="connsiteX3" fmla="*/ 54674 w 54673"/>
                        <a:gd name="connsiteY3" fmla="*/ 7570 h 7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4673" h="7569">
                          <a:moveTo>
                            <a:pt x="54674" y="7570"/>
                          </a:moveTo>
                          <a:cubicBezTo>
                            <a:pt x="44768" y="1664"/>
                            <a:pt x="34100" y="-336"/>
                            <a:pt x="24765" y="45"/>
                          </a:cubicBezTo>
                          <a:cubicBezTo>
                            <a:pt x="15336" y="331"/>
                            <a:pt x="6858" y="2903"/>
                            <a:pt x="0" y="6331"/>
                          </a:cubicBezTo>
                          <a:cubicBezTo>
                            <a:pt x="12288" y="-1098"/>
                            <a:pt x="36386" y="-717"/>
                            <a:pt x="54674" y="757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39" name="Forme libre : forme 9938">
                      <a:extLst>
                        <a:ext uri="{FF2B5EF4-FFF2-40B4-BE49-F238E27FC236}">
                          <a16:creationId xmlns:a16="http://schemas.microsoft.com/office/drawing/2014/main" id="{258582CE-0E52-4FB1-AA92-75078E871E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5685" y="2865208"/>
                      <a:ext cx="11740" cy="22313"/>
                    </a:xfrm>
                    <a:custGeom>
                      <a:avLst/>
                      <a:gdLst>
                        <a:gd name="connsiteX0" fmla="*/ 10198 w 11740"/>
                        <a:gd name="connsiteY0" fmla="*/ 22296 h 22313"/>
                        <a:gd name="connsiteX1" fmla="*/ 2959 w 11740"/>
                        <a:gd name="connsiteY1" fmla="*/ 10389 h 22313"/>
                        <a:gd name="connsiteX2" fmla="*/ 1149 w 11740"/>
                        <a:gd name="connsiteY2" fmla="*/ 7 h 22313"/>
                        <a:gd name="connsiteX3" fmla="*/ 9531 w 11740"/>
                        <a:gd name="connsiteY3" fmla="*/ 11056 h 22313"/>
                        <a:gd name="connsiteX4" fmla="*/ 10198 w 11740"/>
                        <a:gd name="connsiteY4" fmla="*/ 22296 h 22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40" h="22313">
                          <a:moveTo>
                            <a:pt x="10198" y="22296"/>
                          </a:moveTo>
                          <a:cubicBezTo>
                            <a:pt x="7150" y="21819"/>
                            <a:pt x="4388" y="12961"/>
                            <a:pt x="2959" y="10389"/>
                          </a:cubicBezTo>
                          <a:cubicBezTo>
                            <a:pt x="1721" y="7913"/>
                            <a:pt x="-1803" y="293"/>
                            <a:pt x="1149" y="7"/>
                          </a:cubicBezTo>
                          <a:cubicBezTo>
                            <a:pt x="4388" y="-279"/>
                            <a:pt x="8865" y="8199"/>
                            <a:pt x="9531" y="11056"/>
                          </a:cubicBezTo>
                          <a:cubicBezTo>
                            <a:pt x="10579" y="13818"/>
                            <a:pt x="13532" y="22772"/>
                            <a:pt x="10198" y="22296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40" name="Forme libre : forme 9939">
                      <a:extLst>
                        <a:ext uri="{FF2B5EF4-FFF2-40B4-BE49-F238E27FC236}">
                          <a16:creationId xmlns:a16="http://schemas.microsoft.com/office/drawing/2014/main" id="{4CB8592E-6EBD-4D36-9869-EBD3EE6514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4960" y="2884346"/>
                      <a:ext cx="3213" cy="6587"/>
                    </a:xfrm>
                    <a:custGeom>
                      <a:avLst/>
                      <a:gdLst>
                        <a:gd name="connsiteX0" fmla="*/ 2734 w 3213"/>
                        <a:gd name="connsiteY0" fmla="*/ 6491 h 6587"/>
                        <a:gd name="connsiteX1" fmla="*/ 638 w 3213"/>
                        <a:gd name="connsiteY1" fmla="*/ 3919 h 6587"/>
                        <a:gd name="connsiteX2" fmla="*/ 352 w 3213"/>
                        <a:gd name="connsiteY2" fmla="*/ 109 h 6587"/>
                        <a:gd name="connsiteX3" fmla="*/ 2734 w 3213"/>
                        <a:gd name="connsiteY3" fmla="*/ 2490 h 6587"/>
                        <a:gd name="connsiteX4" fmla="*/ 2734 w 3213"/>
                        <a:gd name="connsiteY4" fmla="*/ 6491 h 6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13" h="6587">
                          <a:moveTo>
                            <a:pt x="2734" y="6491"/>
                          </a:moveTo>
                          <a:cubicBezTo>
                            <a:pt x="1781" y="7062"/>
                            <a:pt x="1019" y="4967"/>
                            <a:pt x="638" y="3919"/>
                          </a:cubicBezTo>
                          <a:cubicBezTo>
                            <a:pt x="448" y="2776"/>
                            <a:pt x="-505" y="776"/>
                            <a:pt x="352" y="109"/>
                          </a:cubicBezTo>
                          <a:cubicBezTo>
                            <a:pt x="1209" y="-463"/>
                            <a:pt x="2448" y="1347"/>
                            <a:pt x="2734" y="2490"/>
                          </a:cubicBezTo>
                          <a:cubicBezTo>
                            <a:pt x="3114" y="3538"/>
                            <a:pt x="3591" y="5919"/>
                            <a:pt x="2734" y="64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41" name="Forme libre : forme 9940">
                      <a:extLst>
                        <a:ext uri="{FF2B5EF4-FFF2-40B4-BE49-F238E27FC236}">
                          <a16:creationId xmlns:a16="http://schemas.microsoft.com/office/drawing/2014/main" id="{90B06AB5-B79C-4DAB-940E-E4CBE86BDA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7308" y="2855198"/>
                      <a:ext cx="19443" cy="66403"/>
                    </a:xfrm>
                    <a:custGeom>
                      <a:avLst/>
                      <a:gdLst>
                        <a:gd name="connsiteX0" fmla="*/ 14482 w 19443"/>
                        <a:gd name="connsiteY0" fmla="*/ 50308 h 66403"/>
                        <a:gd name="connsiteX1" fmla="*/ 4290 w 19443"/>
                        <a:gd name="connsiteY1" fmla="*/ 66024 h 66403"/>
                        <a:gd name="connsiteX2" fmla="*/ 5 w 19443"/>
                        <a:gd name="connsiteY2" fmla="*/ 62023 h 66403"/>
                        <a:gd name="connsiteX3" fmla="*/ 2195 w 19443"/>
                        <a:gd name="connsiteY3" fmla="*/ 55070 h 66403"/>
                        <a:gd name="connsiteX4" fmla="*/ 6100 w 19443"/>
                        <a:gd name="connsiteY4" fmla="*/ 44307 h 66403"/>
                        <a:gd name="connsiteX5" fmla="*/ 7243 w 19443"/>
                        <a:gd name="connsiteY5" fmla="*/ 31924 h 66403"/>
                        <a:gd name="connsiteX6" fmla="*/ 3052 w 19443"/>
                        <a:gd name="connsiteY6" fmla="*/ 13446 h 66403"/>
                        <a:gd name="connsiteX7" fmla="*/ 2290 w 19443"/>
                        <a:gd name="connsiteY7" fmla="*/ 16 h 66403"/>
                        <a:gd name="connsiteX8" fmla="*/ 14864 w 19443"/>
                        <a:gd name="connsiteY8" fmla="*/ 13732 h 66403"/>
                        <a:gd name="connsiteX9" fmla="*/ 18673 w 19443"/>
                        <a:gd name="connsiteY9" fmla="*/ 24686 h 66403"/>
                        <a:gd name="connsiteX10" fmla="*/ 19435 w 19443"/>
                        <a:gd name="connsiteY10" fmla="*/ 33258 h 66403"/>
                        <a:gd name="connsiteX11" fmla="*/ 14482 w 19443"/>
                        <a:gd name="connsiteY11" fmla="*/ 50308 h 66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443" h="66403">
                          <a:moveTo>
                            <a:pt x="14482" y="50308"/>
                          </a:moveTo>
                          <a:cubicBezTo>
                            <a:pt x="12196" y="57642"/>
                            <a:pt x="9244" y="62309"/>
                            <a:pt x="4290" y="66024"/>
                          </a:cubicBezTo>
                          <a:cubicBezTo>
                            <a:pt x="2386" y="67357"/>
                            <a:pt x="5" y="64976"/>
                            <a:pt x="5" y="62023"/>
                          </a:cubicBezTo>
                          <a:cubicBezTo>
                            <a:pt x="-91" y="59071"/>
                            <a:pt x="1338" y="57166"/>
                            <a:pt x="2195" y="55070"/>
                          </a:cubicBezTo>
                          <a:cubicBezTo>
                            <a:pt x="3814" y="51736"/>
                            <a:pt x="5052" y="48212"/>
                            <a:pt x="6100" y="44307"/>
                          </a:cubicBezTo>
                          <a:cubicBezTo>
                            <a:pt x="7053" y="40497"/>
                            <a:pt x="7053" y="36401"/>
                            <a:pt x="7243" y="31924"/>
                          </a:cubicBezTo>
                          <a:cubicBezTo>
                            <a:pt x="7624" y="29067"/>
                            <a:pt x="5243" y="20780"/>
                            <a:pt x="3052" y="13446"/>
                          </a:cubicBezTo>
                          <a:cubicBezTo>
                            <a:pt x="576" y="6207"/>
                            <a:pt x="-1710" y="-365"/>
                            <a:pt x="2290" y="16"/>
                          </a:cubicBezTo>
                          <a:cubicBezTo>
                            <a:pt x="6100" y="492"/>
                            <a:pt x="11625" y="6397"/>
                            <a:pt x="14864" y="13732"/>
                          </a:cubicBezTo>
                          <a:cubicBezTo>
                            <a:pt x="16387" y="17351"/>
                            <a:pt x="17816" y="21256"/>
                            <a:pt x="18673" y="24686"/>
                          </a:cubicBezTo>
                          <a:cubicBezTo>
                            <a:pt x="19245" y="28210"/>
                            <a:pt x="19435" y="31258"/>
                            <a:pt x="19435" y="33258"/>
                          </a:cubicBezTo>
                          <a:cubicBezTo>
                            <a:pt x="19626" y="41449"/>
                            <a:pt x="16292" y="44783"/>
                            <a:pt x="14482" y="50308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90" name="Graphique 1">
                    <a:extLst>
                      <a:ext uri="{FF2B5EF4-FFF2-40B4-BE49-F238E27FC236}">
                        <a16:creationId xmlns:a16="http://schemas.microsoft.com/office/drawing/2014/main" id="{5813487E-1217-4468-9CAA-2096510C1EF7}"/>
                      </a:ext>
                    </a:extLst>
                  </p:cNvPr>
                  <p:cNvGrpSpPr/>
                  <p:nvPr/>
                </p:nvGrpSpPr>
                <p:grpSpPr>
                  <a:xfrm>
                    <a:off x="7753313" y="1383098"/>
                    <a:ext cx="406908" cy="313252"/>
                    <a:chOff x="7753313" y="1383098"/>
                    <a:chExt cx="406908" cy="313252"/>
                  </a:xfrm>
                  <a:solidFill>
                    <a:schemeClr val="accent1"/>
                  </a:solidFill>
                </p:grpSpPr>
                <p:grpSp>
                  <p:nvGrpSpPr>
                    <p:cNvPr id="9904" name="Graphique 1">
                      <a:extLst>
                        <a:ext uri="{FF2B5EF4-FFF2-40B4-BE49-F238E27FC236}">
                          <a16:creationId xmlns:a16="http://schemas.microsoft.com/office/drawing/2014/main" id="{CC20DD0B-6537-4976-B4DC-87E0AF2DA5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53313" y="1550405"/>
                      <a:ext cx="218040" cy="145945"/>
                      <a:chOff x="7753313" y="1550405"/>
                      <a:chExt cx="218040" cy="145945"/>
                    </a:xfrm>
                    <a:solidFill>
                      <a:schemeClr val="accent1"/>
                    </a:solidFill>
                  </p:grpSpPr>
                  <p:sp>
                    <p:nvSpPr>
                      <p:cNvPr id="9918" name="Forme libre : forme 9917">
                        <a:extLst>
                          <a:ext uri="{FF2B5EF4-FFF2-40B4-BE49-F238E27FC236}">
                            <a16:creationId xmlns:a16="http://schemas.microsoft.com/office/drawing/2014/main" id="{FB73F910-E549-4177-B1DB-45BD778ACD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53313" y="1550405"/>
                        <a:ext cx="218040" cy="145943"/>
                      </a:xfrm>
                      <a:custGeom>
                        <a:avLst/>
                        <a:gdLst>
                          <a:gd name="connsiteX0" fmla="*/ 167396 w 218040"/>
                          <a:gd name="connsiteY0" fmla="*/ 83799 h 145943"/>
                          <a:gd name="connsiteX1" fmla="*/ 91767 w 218040"/>
                          <a:gd name="connsiteY1" fmla="*/ 126186 h 145943"/>
                          <a:gd name="connsiteX2" fmla="*/ 50524 w 218040"/>
                          <a:gd name="connsiteY2" fmla="*/ 141425 h 145943"/>
                          <a:gd name="connsiteX3" fmla="*/ 14614 w 218040"/>
                          <a:gd name="connsiteY3" fmla="*/ 145902 h 145943"/>
                          <a:gd name="connsiteX4" fmla="*/ 422 w 218040"/>
                          <a:gd name="connsiteY4" fmla="*/ 129615 h 145943"/>
                          <a:gd name="connsiteX5" fmla="*/ 18520 w 218040"/>
                          <a:gd name="connsiteY5" fmla="*/ 92086 h 145943"/>
                          <a:gd name="connsiteX6" fmla="*/ 57096 w 218040"/>
                          <a:gd name="connsiteY6" fmla="*/ 59129 h 145943"/>
                          <a:gd name="connsiteX7" fmla="*/ 125105 w 218040"/>
                          <a:gd name="connsiteY7" fmla="*/ 21411 h 145943"/>
                          <a:gd name="connsiteX8" fmla="*/ 201019 w 218040"/>
                          <a:gd name="connsiteY8" fmla="*/ 74 h 145943"/>
                          <a:gd name="connsiteX9" fmla="*/ 217973 w 218040"/>
                          <a:gd name="connsiteY9" fmla="*/ 12933 h 145943"/>
                          <a:gd name="connsiteX10" fmla="*/ 167396 w 218040"/>
                          <a:gd name="connsiteY10" fmla="*/ 83799 h 1459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18040" h="145943">
                            <a:moveTo>
                              <a:pt x="167396" y="83799"/>
                            </a:moveTo>
                            <a:cubicBezTo>
                              <a:pt x="149679" y="96182"/>
                              <a:pt x="109579" y="117423"/>
                              <a:pt x="91767" y="126186"/>
                            </a:cubicBezTo>
                            <a:cubicBezTo>
                              <a:pt x="74812" y="134472"/>
                              <a:pt x="62716" y="138568"/>
                              <a:pt x="50524" y="141425"/>
                            </a:cubicBezTo>
                            <a:cubicBezTo>
                              <a:pt x="38522" y="144188"/>
                              <a:pt x="27092" y="144950"/>
                              <a:pt x="14614" y="145902"/>
                            </a:cubicBezTo>
                            <a:cubicBezTo>
                              <a:pt x="6137" y="146569"/>
                              <a:pt x="-1959" y="139140"/>
                              <a:pt x="422" y="129615"/>
                            </a:cubicBezTo>
                            <a:cubicBezTo>
                              <a:pt x="3756" y="116279"/>
                              <a:pt x="9376" y="103992"/>
                              <a:pt x="18520" y="92086"/>
                            </a:cubicBezTo>
                            <a:cubicBezTo>
                              <a:pt x="27473" y="80275"/>
                              <a:pt x="40903" y="68845"/>
                              <a:pt x="57096" y="59129"/>
                            </a:cubicBezTo>
                            <a:cubicBezTo>
                              <a:pt x="74812" y="48461"/>
                              <a:pt x="108721" y="30650"/>
                              <a:pt x="125105" y="21411"/>
                            </a:cubicBezTo>
                            <a:cubicBezTo>
                              <a:pt x="156156" y="4075"/>
                              <a:pt x="176158" y="2170"/>
                              <a:pt x="201019" y="74"/>
                            </a:cubicBezTo>
                            <a:cubicBezTo>
                              <a:pt x="209591" y="-688"/>
                              <a:pt x="218926" y="4456"/>
                              <a:pt x="217973" y="12933"/>
                            </a:cubicBezTo>
                            <a:cubicBezTo>
                              <a:pt x="214925" y="37031"/>
                              <a:pt x="200447" y="61415"/>
                              <a:pt x="167396" y="83799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19" name="Forme libre : forme 9918">
                        <a:extLst>
                          <a:ext uri="{FF2B5EF4-FFF2-40B4-BE49-F238E27FC236}">
                            <a16:creationId xmlns:a16="http://schemas.microsoft.com/office/drawing/2014/main" id="{D01D65EA-4F81-4568-9DE6-36FEED89EB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58306" y="1562957"/>
                        <a:ext cx="212788" cy="133393"/>
                      </a:xfrm>
                      <a:custGeom>
                        <a:avLst/>
                        <a:gdLst>
                          <a:gd name="connsiteX0" fmla="*/ 85059 w 212788"/>
                          <a:gd name="connsiteY0" fmla="*/ 83820 h 133393"/>
                          <a:gd name="connsiteX1" fmla="*/ 41148 w 212788"/>
                          <a:gd name="connsiteY1" fmla="*/ 109347 h 133393"/>
                          <a:gd name="connsiteX2" fmla="*/ 0 w 212788"/>
                          <a:gd name="connsiteY2" fmla="*/ 130492 h 133393"/>
                          <a:gd name="connsiteX3" fmla="*/ 9430 w 212788"/>
                          <a:gd name="connsiteY3" fmla="*/ 133350 h 133393"/>
                          <a:gd name="connsiteX4" fmla="*/ 22098 w 212788"/>
                          <a:gd name="connsiteY4" fmla="*/ 132302 h 133393"/>
                          <a:gd name="connsiteX5" fmla="*/ 58388 w 212788"/>
                          <a:gd name="connsiteY5" fmla="*/ 125254 h 133393"/>
                          <a:gd name="connsiteX6" fmla="*/ 86678 w 212788"/>
                          <a:gd name="connsiteY6" fmla="*/ 113538 h 133393"/>
                          <a:gd name="connsiteX7" fmla="*/ 98584 w 212788"/>
                          <a:gd name="connsiteY7" fmla="*/ 107537 h 133393"/>
                          <a:gd name="connsiteX8" fmla="*/ 156782 w 212788"/>
                          <a:gd name="connsiteY8" fmla="*/ 74867 h 133393"/>
                          <a:gd name="connsiteX9" fmla="*/ 162306 w 212788"/>
                          <a:gd name="connsiteY9" fmla="*/ 71247 h 133393"/>
                          <a:gd name="connsiteX10" fmla="*/ 190786 w 212788"/>
                          <a:gd name="connsiteY10" fmla="*/ 46768 h 133393"/>
                          <a:gd name="connsiteX11" fmla="*/ 210503 w 212788"/>
                          <a:gd name="connsiteY11" fmla="*/ 11811 h 133393"/>
                          <a:gd name="connsiteX12" fmla="*/ 212789 w 212788"/>
                          <a:gd name="connsiteY12" fmla="*/ 381 h 133393"/>
                          <a:gd name="connsiteX13" fmla="*/ 212789 w 212788"/>
                          <a:gd name="connsiteY13" fmla="*/ 0 h 133393"/>
                          <a:gd name="connsiteX14" fmla="*/ 85059 w 212788"/>
                          <a:gd name="connsiteY14" fmla="*/ 83820 h 1333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12788" h="133393">
                            <a:moveTo>
                              <a:pt x="85059" y="83820"/>
                            </a:moveTo>
                            <a:cubicBezTo>
                              <a:pt x="70390" y="92678"/>
                              <a:pt x="55341" y="101156"/>
                              <a:pt x="41148" y="109347"/>
                            </a:cubicBezTo>
                            <a:cubicBezTo>
                              <a:pt x="26861" y="117538"/>
                              <a:pt x="13145" y="124778"/>
                              <a:pt x="0" y="130492"/>
                            </a:cubicBezTo>
                            <a:cubicBezTo>
                              <a:pt x="2667" y="132493"/>
                              <a:pt x="5906" y="133636"/>
                              <a:pt x="9430" y="133350"/>
                            </a:cubicBezTo>
                            <a:cubicBezTo>
                              <a:pt x="13811" y="132969"/>
                              <a:pt x="18002" y="132683"/>
                              <a:pt x="22098" y="132302"/>
                            </a:cubicBezTo>
                            <a:cubicBezTo>
                              <a:pt x="34004" y="131159"/>
                              <a:pt x="45530" y="129350"/>
                              <a:pt x="58388" y="125254"/>
                            </a:cubicBezTo>
                            <a:cubicBezTo>
                              <a:pt x="66675" y="122492"/>
                              <a:pt x="75629" y="119063"/>
                              <a:pt x="86678" y="113538"/>
                            </a:cubicBezTo>
                            <a:cubicBezTo>
                              <a:pt x="90107" y="111824"/>
                              <a:pt x="94107" y="109728"/>
                              <a:pt x="98584" y="107537"/>
                            </a:cubicBezTo>
                            <a:cubicBezTo>
                              <a:pt x="116205" y="98488"/>
                              <a:pt x="141161" y="84868"/>
                              <a:pt x="156782" y="74867"/>
                            </a:cubicBezTo>
                            <a:cubicBezTo>
                              <a:pt x="158782" y="73533"/>
                              <a:pt x="160687" y="72295"/>
                              <a:pt x="162306" y="71247"/>
                            </a:cubicBezTo>
                            <a:cubicBezTo>
                              <a:pt x="174022" y="63341"/>
                              <a:pt x="183452" y="55054"/>
                              <a:pt x="190786" y="46768"/>
                            </a:cubicBezTo>
                            <a:cubicBezTo>
                              <a:pt x="200692" y="35338"/>
                              <a:pt x="206979" y="23527"/>
                              <a:pt x="210503" y="11811"/>
                            </a:cubicBezTo>
                            <a:cubicBezTo>
                              <a:pt x="211550" y="8001"/>
                              <a:pt x="212313" y="4191"/>
                              <a:pt x="212789" y="381"/>
                            </a:cubicBezTo>
                            <a:lnTo>
                              <a:pt x="212789" y="0"/>
                            </a:lnTo>
                            <a:cubicBezTo>
                              <a:pt x="174593" y="34862"/>
                              <a:pt x="127064" y="58483"/>
                              <a:pt x="85059" y="83820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20" name="Forme libre : forme 9919">
                        <a:extLst>
                          <a:ext uri="{FF2B5EF4-FFF2-40B4-BE49-F238E27FC236}">
                            <a16:creationId xmlns:a16="http://schemas.microsoft.com/office/drawing/2014/main" id="{447A760D-5417-4B67-B4B7-65B21BFCE9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28646" y="1583470"/>
                        <a:ext cx="102588" cy="62412"/>
                      </a:xfrm>
                      <a:custGeom>
                        <a:avLst/>
                        <a:gdLst>
                          <a:gd name="connsiteX0" fmla="*/ 101873 w 102588"/>
                          <a:gd name="connsiteY0" fmla="*/ 1585 h 62412"/>
                          <a:gd name="connsiteX1" fmla="*/ 86919 w 102588"/>
                          <a:gd name="connsiteY1" fmla="*/ 23492 h 62412"/>
                          <a:gd name="connsiteX2" fmla="*/ 56439 w 102588"/>
                          <a:gd name="connsiteY2" fmla="*/ 44447 h 62412"/>
                          <a:gd name="connsiteX3" fmla="*/ 622 w 102588"/>
                          <a:gd name="connsiteY3" fmla="*/ 59687 h 62412"/>
                          <a:gd name="connsiteX4" fmla="*/ 43866 w 102588"/>
                          <a:gd name="connsiteY4" fmla="*/ 23111 h 62412"/>
                          <a:gd name="connsiteX5" fmla="*/ 75489 w 102588"/>
                          <a:gd name="connsiteY5" fmla="*/ 7300 h 62412"/>
                          <a:gd name="connsiteX6" fmla="*/ 101873 w 102588"/>
                          <a:gd name="connsiteY6" fmla="*/ 1585 h 624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2588" h="62412">
                            <a:moveTo>
                              <a:pt x="101873" y="1585"/>
                            </a:moveTo>
                            <a:cubicBezTo>
                              <a:pt x="105016" y="5585"/>
                              <a:pt x="97396" y="14729"/>
                              <a:pt x="86919" y="23492"/>
                            </a:cubicBezTo>
                            <a:cubicBezTo>
                              <a:pt x="76441" y="32350"/>
                              <a:pt x="63201" y="40637"/>
                              <a:pt x="56439" y="44447"/>
                            </a:cubicBezTo>
                            <a:cubicBezTo>
                              <a:pt x="42723" y="52353"/>
                              <a:pt x="6242" y="68926"/>
                              <a:pt x="622" y="59687"/>
                            </a:cubicBezTo>
                            <a:cubicBezTo>
                              <a:pt x="-5188" y="50162"/>
                              <a:pt x="31293" y="29683"/>
                              <a:pt x="43866" y="23111"/>
                            </a:cubicBezTo>
                            <a:cubicBezTo>
                              <a:pt x="50248" y="19777"/>
                              <a:pt x="63392" y="12824"/>
                              <a:pt x="75489" y="7300"/>
                            </a:cubicBezTo>
                            <a:cubicBezTo>
                              <a:pt x="87585" y="1775"/>
                              <a:pt x="98729" y="-2416"/>
                              <a:pt x="101873" y="158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21" name="Forme libre : forme 9920">
                        <a:extLst>
                          <a:ext uri="{FF2B5EF4-FFF2-40B4-BE49-F238E27FC236}">
                            <a16:creationId xmlns:a16="http://schemas.microsoft.com/office/drawing/2014/main" id="{AB34AD8A-BB33-4D74-A961-25E778138A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27627" y="1613630"/>
                        <a:ext cx="78984" cy="32040"/>
                      </a:xfrm>
                      <a:custGeom>
                        <a:avLst/>
                        <a:gdLst>
                          <a:gd name="connsiteX0" fmla="*/ 18405 w 78984"/>
                          <a:gd name="connsiteY0" fmla="*/ 9144 h 32040"/>
                          <a:gd name="connsiteX1" fmla="*/ 1165 w 78984"/>
                          <a:gd name="connsiteY1" fmla="*/ 29908 h 32040"/>
                          <a:gd name="connsiteX2" fmla="*/ 58030 w 78984"/>
                          <a:gd name="connsiteY2" fmla="*/ 14097 h 32040"/>
                          <a:gd name="connsiteX3" fmla="*/ 78984 w 78984"/>
                          <a:gd name="connsiteY3" fmla="*/ 0 h 32040"/>
                          <a:gd name="connsiteX4" fmla="*/ 66983 w 78984"/>
                          <a:gd name="connsiteY4" fmla="*/ 6287 h 32040"/>
                          <a:gd name="connsiteX5" fmla="*/ 18405 w 78984"/>
                          <a:gd name="connsiteY5" fmla="*/ 9144 h 320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8984" h="32040">
                            <a:moveTo>
                              <a:pt x="18405" y="9144"/>
                            </a:moveTo>
                            <a:cubicBezTo>
                              <a:pt x="12881" y="14288"/>
                              <a:pt x="-4645" y="25146"/>
                              <a:pt x="1165" y="29908"/>
                            </a:cubicBezTo>
                            <a:cubicBezTo>
                              <a:pt x="10214" y="37338"/>
                              <a:pt x="40694" y="23717"/>
                              <a:pt x="58030" y="14097"/>
                            </a:cubicBezTo>
                            <a:cubicBezTo>
                              <a:pt x="63078" y="11335"/>
                              <a:pt x="73936" y="4096"/>
                              <a:pt x="78984" y="0"/>
                            </a:cubicBezTo>
                            <a:cubicBezTo>
                              <a:pt x="75746" y="1810"/>
                              <a:pt x="70317" y="5048"/>
                              <a:pt x="66983" y="6287"/>
                            </a:cubicBezTo>
                            <a:cubicBezTo>
                              <a:pt x="48123" y="13144"/>
                              <a:pt x="25168" y="19145"/>
                              <a:pt x="18405" y="9144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22" name="Forme libre : forme 9921">
                        <a:extLst>
                          <a:ext uri="{FF2B5EF4-FFF2-40B4-BE49-F238E27FC236}">
                            <a16:creationId xmlns:a16="http://schemas.microsoft.com/office/drawing/2014/main" id="{84D6FE41-46D6-4FDA-B7A2-6F92B2E427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35160" y="1581232"/>
                        <a:ext cx="102246" cy="64329"/>
                      </a:xfrm>
                      <a:custGeom>
                        <a:avLst/>
                        <a:gdLst>
                          <a:gd name="connsiteX0" fmla="*/ 102026 w 102246"/>
                          <a:gd name="connsiteY0" fmla="*/ 2204 h 64329"/>
                          <a:gd name="connsiteX1" fmla="*/ 86024 w 102246"/>
                          <a:gd name="connsiteY1" fmla="*/ 25350 h 64329"/>
                          <a:gd name="connsiteX2" fmla="*/ 56306 w 102246"/>
                          <a:gd name="connsiteY2" fmla="*/ 46590 h 64329"/>
                          <a:gd name="connsiteX3" fmla="*/ 776 w 102246"/>
                          <a:gd name="connsiteY3" fmla="*/ 61545 h 64329"/>
                          <a:gd name="connsiteX4" fmla="*/ 43829 w 102246"/>
                          <a:gd name="connsiteY4" fmla="*/ 25064 h 64329"/>
                          <a:gd name="connsiteX5" fmla="*/ 76404 w 102246"/>
                          <a:gd name="connsiteY5" fmla="*/ 7919 h 64329"/>
                          <a:gd name="connsiteX6" fmla="*/ 102026 w 102246"/>
                          <a:gd name="connsiteY6" fmla="*/ 2204 h 643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2246" h="64329">
                            <a:moveTo>
                              <a:pt x="102026" y="2204"/>
                            </a:moveTo>
                            <a:cubicBezTo>
                              <a:pt x="103645" y="7347"/>
                              <a:pt x="96121" y="16587"/>
                              <a:pt x="86024" y="25350"/>
                            </a:cubicBezTo>
                            <a:cubicBezTo>
                              <a:pt x="76023" y="34113"/>
                              <a:pt x="63546" y="42209"/>
                              <a:pt x="56306" y="46590"/>
                            </a:cubicBezTo>
                            <a:cubicBezTo>
                              <a:pt x="41733" y="55449"/>
                              <a:pt x="7348" y="70593"/>
                              <a:pt x="776" y="61545"/>
                            </a:cubicBezTo>
                            <a:cubicBezTo>
                              <a:pt x="-5892" y="52305"/>
                              <a:pt x="32303" y="31541"/>
                              <a:pt x="43829" y="25064"/>
                            </a:cubicBezTo>
                            <a:cubicBezTo>
                              <a:pt x="49639" y="21826"/>
                              <a:pt x="63736" y="14110"/>
                              <a:pt x="76404" y="7919"/>
                            </a:cubicBezTo>
                            <a:cubicBezTo>
                              <a:pt x="89072" y="1728"/>
                              <a:pt x="100407" y="-2940"/>
                              <a:pt x="102026" y="2204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23" name="Forme libre : forme 9922">
                        <a:extLst>
                          <a:ext uri="{FF2B5EF4-FFF2-40B4-BE49-F238E27FC236}">
                            <a16:creationId xmlns:a16="http://schemas.microsoft.com/office/drawing/2014/main" id="{3F013887-10C5-47D4-AA95-DFC85A2970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79473" y="1610002"/>
                        <a:ext cx="137419" cy="65196"/>
                      </a:xfrm>
                      <a:custGeom>
                        <a:avLst/>
                        <a:gdLst>
                          <a:gd name="connsiteX0" fmla="*/ 4647 w 137419"/>
                          <a:gd name="connsiteY0" fmla="*/ 62682 h 65196"/>
                          <a:gd name="connsiteX1" fmla="*/ 23411 w 137419"/>
                          <a:gd name="connsiteY1" fmla="*/ 64206 h 65196"/>
                          <a:gd name="connsiteX2" fmla="*/ 75894 w 137419"/>
                          <a:gd name="connsiteY2" fmla="*/ 52491 h 65196"/>
                          <a:gd name="connsiteX3" fmla="*/ 124948 w 137419"/>
                          <a:gd name="connsiteY3" fmla="*/ 22868 h 65196"/>
                          <a:gd name="connsiteX4" fmla="*/ 135235 w 137419"/>
                          <a:gd name="connsiteY4" fmla="*/ 579 h 65196"/>
                          <a:gd name="connsiteX5" fmla="*/ 116470 w 137419"/>
                          <a:gd name="connsiteY5" fmla="*/ 5151 h 65196"/>
                          <a:gd name="connsiteX6" fmla="*/ 66178 w 137419"/>
                          <a:gd name="connsiteY6" fmla="*/ 16867 h 65196"/>
                          <a:gd name="connsiteX7" fmla="*/ 15601 w 137419"/>
                          <a:gd name="connsiteY7" fmla="*/ 30393 h 65196"/>
                          <a:gd name="connsiteX8" fmla="*/ 4647 w 137419"/>
                          <a:gd name="connsiteY8" fmla="*/ 62682 h 651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37419" h="65196">
                            <a:moveTo>
                              <a:pt x="4647" y="62682"/>
                            </a:moveTo>
                            <a:cubicBezTo>
                              <a:pt x="10838" y="65826"/>
                              <a:pt x="14267" y="65635"/>
                              <a:pt x="23411" y="64206"/>
                            </a:cubicBezTo>
                            <a:cubicBezTo>
                              <a:pt x="40746" y="61539"/>
                              <a:pt x="54653" y="60968"/>
                              <a:pt x="75894" y="52491"/>
                            </a:cubicBezTo>
                            <a:cubicBezTo>
                              <a:pt x="93515" y="45633"/>
                              <a:pt x="112565" y="34298"/>
                              <a:pt x="124948" y="22868"/>
                            </a:cubicBezTo>
                            <a:cubicBezTo>
                              <a:pt x="134187" y="14295"/>
                              <a:pt x="141140" y="4008"/>
                              <a:pt x="135235" y="579"/>
                            </a:cubicBezTo>
                            <a:cubicBezTo>
                              <a:pt x="131615" y="-1611"/>
                              <a:pt x="123614" y="2961"/>
                              <a:pt x="116470" y="5151"/>
                            </a:cubicBezTo>
                            <a:cubicBezTo>
                              <a:pt x="99706" y="10295"/>
                              <a:pt x="83800" y="15153"/>
                              <a:pt x="66178" y="16867"/>
                            </a:cubicBezTo>
                            <a:cubicBezTo>
                              <a:pt x="51224" y="18391"/>
                              <a:pt x="33603" y="17248"/>
                              <a:pt x="15601" y="30393"/>
                            </a:cubicBezTo>
                            <a:cubicBezTo>
                              <a:pt x="-497" y="42394"/>
                              <a:pt x="-4116" y="58491"/>
                              <a:pt x="4647" y="62682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24" name="Forme libre : forme 9923">
                        <a:extLst>
                          <a:ext uri="{FF2B5EF4-FFF2-40B4-BE49-F238E27FC236}">
                            <a16:creationId xmlns:a16="http://schemas.microsoft.com/office/drawing/2014/main" id="{772804B1-B9F6-4EE1-A1D9-A446A49D8B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01550" y="1617178"/>
                        <a:ext cx="39292" cy="31064"/>
                      </a:xfrm>
                      <a:custGeom>
                        <a:avLst/>
                        <a:gdLst>
                          <a:gd name="connsiteX0" fmla="*/ 2572 w 39292"/>
                          <a:gd name="connsiteY0" fmla="*/ 25504 h 31064"/>
                          <a:gd name="connsiteX1" fmla="*/ 0 w 39292"/>
                          <a:gd name="connsiteY1" fmla="*/ 30076 h 31064"/>
                          <a:gd name="connsiteX2" fmla="*/ 4381 w 39292"/>
                          <a:gd name="connsiteY2" fmla="*/ 30266 h 31064"/>
                          <a:gd name="connsiteX3" fmla="*/ 12097 w 39292"/>
                          <a:gd name="connsiteY3" fmla="*/ 25884 h 31064"/>
                          <a:gd name="connsiteX4" fmla="*/ 29813 w 39292"/>
                          <a:gd name="connsiteY4" fmla="*/ 13597 h 31064"/>
                          <a:gd name="connsiteX5" fmla="*/ 35814 w 39292"/>
                          <a:gd name="connsiteY5" fmla="*/ 8644 h 31064"/>
                          <a:gd name="connsiteX6" fmla="*/ 27717 w 39292"/>
                          <a:gd name="connsiteY6" fmla="*/ 3405 h 31064"/>
                          <a:gd name="connsiteX7" fmla="*/ 2572 w 39292"/>
                          <a:gd name="connsiteY7" fmla="*/ 25504 h 310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292" h="31064">
                            <a:moveTo>
                              <a:pt x="2572" y="25504"/>
                            </a:moveTo>
                            <a:cubicBezTo>
                              <a:pt x="1048" y="27313"/>
                              <a:pt x="0" y="28742"/>
                              <a:pt x="0" y="30076"/>
                            </a:cubicBezTo>
                            <a:cubicBezTo>
                              <a:pt x="0" y="31504"/>
                              <a:pt x="2095" y="31218"/>
                              <a:pt x="4381" y="30266"/>
                            </a:cubicBezTo>
                            <a:cubicBezTo>
                              <a:pt x="6668" y="29314"/>
                              <a:pt x="9716" y="27409"/>
                              <a:pt x="12097" y="25884"/>
                            </a:cubicBezTo>
                            <a:cubicBezTo>
                              <a:pt x="18097" y="21979"/>
                              <a:pt x="24384" y="17693"/>
                              <a:pt x="29813" y="13597"/>
                            </a:cubicBezTo>
                            <a:cubicBezTo>
                              <a:pt x="32099" y="11883"/>
                              <a:pt x="34194" y="10359"/>
                              <a:pt x="35814" y="8644"/>
                            </a:cubicBezTo>
                            <a:cubicBezTo>
                              <a:pt x="42386" y="1310"/>
                              <a:pt x="39624" y="-3643"/>
                              <a:pt x="27717" y="3405"/>
                            </a:cubicBezTo>
                            <a:cubicBezTo>
                              <a:pt x="18479" y="8835"/>
                              <a:pt x="8763" y="18074"/>
                              <a:pt x="2572" y="25504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25" name="Forme libre : forme 9924">
                        <a:extLst>
                          <a:ext uri="{FF2B5EF4-FFF2-40B4-BE49-F238E27FC236}">
                            <a16:creationId xmlns:a16="http://schemas.microsoft.com/office/drawing/2014/main" id="{3B7A7FB3-530A-42FA-9E54-CAAD5B7B5E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22423" y="1563528"/>
                        <a:ext cx="44523" cy="67627"/>
                      </a:xfrm>
                      <a:custGeom>
                        <a:avLst/>
                        <a:gdLst>
                          <a:gd name="connsiteX0" fmla="*/ 44386 w 44523"/>
                          <a:gd name="connsiteY0" fmla="*/ 0 h 67627"/>
                          <a:gd name="connsiteX1" fmla="*/ 30385 w 44523"/>
                          <a:gd name="connsiteY1" fmla="*/ 34100 h 67627"/>
                          <a:gd name="connsiteX2" fmla="*/ 0 w 44523"/>
                          <a:gd name="connsiteY2" fmla="*/ 67628 h 67627"/>
                          <a:gd name="connsiteX3" fmla="*/ 44386 w 44523"/>
                          <a:gd name="connsiteY3" fmla="*/ 0 h 676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4523" h="67627">
                            <a:moveTo>
                              <a:pt x="44386" y="0"/>
                            </a:moveTo>
                            <a:cubicBezTo>
                              <a:pt x="45529" y="8668"/>
                              <a:pt x="39434" y="21622"/>
                              <a:pt x="30385" y="34100"/>
                            </a:cubicBezTo>
                            <a:cubicBezTo>
                              <a:pt x="21431" y="46577"/>
                              <a:pt x="9430" y="58769"/>
                              <a:pt x="0" y="67628"/>
                            </a:cubicBezTo>
                            <a:cubicBezTo>
                              <a:pt x="20669" y="48387"/>
                              <a:pt x="37909" y="20955"/>
                              <a:pt x="44386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26" name="Forme libre : forme 9925">
                        <a:extLst>
                          <a:ext uri="{FF2B5EF4-FFF2-40B4-BE49-F238E27FC236}">
                            <a16:creationId xmlns:a16="http://schemas.microsoft.com/office/drawing/2014/main" id="{D7F298D2-569B-44E3-A895-4A9149A03F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56307" y="1610201"/>
                        <a:ext cx="57816" cy="70008"/>
                      </a:xfrm>
                      <a:custGeom>
                        <a:avLst/>
                        <a:gdLst>
                          <a:gd name="connsiteX0" fmla="*/ 57817 w 57816"/>
                          <a:gd name="connsiteY0" fmla="*/ 0 h 70008"/>
                          <a:gd name="connsiteX1" fmla="*/ 20669 w 57816"/>
                          <a:gd name="connsiteY1" fmla="*/ 32480 h 70008"/>
                          <a:gd name="connsiteX2" fmla="*/ 0 w 57816"/>
                          <a:gd name="connsiteY2" fmla="*/ 70009 h 70008"/>
                          <a:gd name="connsiteX3" fmla="*/ 22288 w 57816"/>
                          <a:gd name="connsiteY3" fmla="*/ 32766 h 70008"/>
                          <a:gd name="connsiteX4" fmla="*/ 57817 w 57816"/>
                          <a:gd name="connsiteY4" fmla="*/ 0 h 70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7816" h="70008">
                            <a:moveTo>
                              <a:pt x="57817" y="0"/>
                            </a:moveTo>
                            <a:cubicBezTo>
                              <a:pt x="43625" y="8668"/>
                              <a:pt x="30385" y="20098"/>
                              <a:pt x="20669" y="32480"/>
                            </a:cubicBezTo>
                            <a:cubicBezTo>
                              <a:pt x="10859" y="44863"/>
                              <a:pt x="4096" y="57912"/>
                              <a:pt x="0" y="70009"/>
                            </a:cubicBezTo>
                            <a:cubicBezTo>
                              <a:pt x="3334" y="58674"/>
                              <a:pt x="11525" y="45244"/>
                              <a:pt x="22288" y="32766"/>
                            </a:cubicBezTo>
                            <a:cubicBezTo>
                              <a:pt x="33051" y="20098"/>
                              <a:pt x="46672" y="8763"/>
                              <a:pt x="5781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27" name="Forme libre : forme 9926">
                        <a:extLst>
                          <a:ext uri="{FF2B5EF4-FFF2-40B4-BE49-F238E27FC236}">
                            <a16:creationId xmlns:a16="http://schemas.microsoft.com/office/drawing/2014/main" id="{D614E499-1B4D-48D1-843D-8401C8B659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67607" y="1595741"/>
                        <a:ext cx="38920" cy="20701"/>
                      </a:xfrm>
                      <a:custGeom>
                        <a:avLst/>
                        <a:gdLst>
                          <a:gd name="connsiteX0" fmla="*/ 38909 w 38920"/>
                          <a:gd name="connsiteY0" fmla="*/ 1411 h 20701"/>
                          <a:gd name="connsiteX1" fmla="*/ 17858 w 38920"/>
                          <a:gd name="connsiteY1" fmla="*/ 15698 h 20701"/>
                          <a:gd name="connsiteX2" fmla="*/ 47 w 38920"/>
                          <a:gd name="connsiteY2" fmla="*/ 18842 h 20701"/>
                          <a:gd name="connsiteX3" fmla="*/ 20049 w 38920"/>
                          <a:gd name="connsiteY3" fmla="*/ 5983 h 20701"/>
                          <a:gd name="connsiteX4" fmla="*/ 38909 w 38920"/>
                          <a:gd name="connsiteY4" fmla="*/ 1411 h 207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20" h="20701">
                            <a:moveTo>
                              <a:pt x="38909" y="1411"/>
                            </a:moveTo>
                            <a:cubicBezTo>
                              <a:pt x="38432" y="5888"/>
                              <a:pt x="22716" y="13603"/>
                              <a:pt x="17858" y="15698"/>
                            </a:cubicBezTo>
                            <a:cubicBezTo>
                              <a:pt x="13001" y="17984"/>
                              <a:pt x="-906" y="23604"/>
                              <a:pt x="47" y="18842"/>
                            </a:cubicBezTo>
                            <a:cubicBezTo>
                              <a:pt x="1094" y="14175"/>
                              <a:pt x="15572" y="8079"/>
                              <a:pt x="20049" y="5983"/>
                            </a:cubicBezTo>
                            <a:cubicBezTo>
                              <a:pt x="24621" y="4078"/>
                              <a:pt x="39385" y="-2971"/>
                              <a:pt x="38909" y="1411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28" name="Forme libre : forme 9927">
                        <a:extLst>
                          <a:ext uri="{FF2B5EF4-FFF2-40B4-BE49-F238E27FC236}">
                            <a16:creationId xmlns:a16="http://schemas.microsoft.com/office/drawing/2014/main" id="{19F32C85-0CAD-4DF2-B545-A8ADBF8225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01158" y="1592568"/>
                        <a:ext cx="10740" cy="6928"/>
                      </a:xfrm>
                      <a:custGeom>
                        <a:avLst/>
                        <a:gdLst>
                          <a:gd name="connsiteX0" fmla="*/ 10501 w 10740"/>
                          <a:gd name="connsiteY0" fmla="*/ 202 h 6928"/>
                          <a:gd name="connsiteX1" fmla="*/ 6691 w 10740"/>
                          <a:gd name="connsiteY1" fmla="*/ 4583 h 6928"/>
                          <a:gd name="connsiteX2" fmla="*/ 214 w 10740"/>
                          <a:gd name="connsiteY2" fmla="*/ 6678 h 6928"/>
                          <a:gd name="connsiteX3" fmla="*/ 3929 w 10740"/>
                          <a:gd name="connsiteY3" fmla="*/ 2392 h 6928"/>
                          <a:gd name="connsiteX4" fmla="*/ 10501 w 10740"/>
                          <a:gd name="connsiteY4" fmla="*/ 202 h 69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740" h="6928">
                            <a:moveTo>
                              <a:pt x="10501" y="202"/>
                            </a:moveTo>
                            <a:cubicBezTo>
                              <a:pt x="11644" y="1154"/>
                              <a:pt x="8405" y="3535"/>
                              <a:pt x="6691" y="4583"/>
                            </a:cubicBezTo>
                            <a:cubicBezTo>
                              <a:pt x="4977" y="5631"/>
                              <a:pt x="1262" y="7631"/>
                              <a:pt x="214" y="6678"/>
                            </a:cubicBezTo>
                            <a:cubicBezTo>
                              <a:pt x="-834" y="5726"/>
                              <a:pt x="2215" y="3535"/>
                              <a:pt x="3929" y="2392"/>
                            </a:cubicBezTo>
                            <a:cubicBezTo>
                              <a:pt x="5739" y="1440"/>
                              <a:pt x="9358" y="-656"/>
                              <a:pt x="10501" y="20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29" name="Forme libre : forme 9928">
                        <a:extLst>
                          <a:ext uri="{FF2B5EF4-FFF2-40B4-BE49-F238E27FC236}">
                            <a16:creationId xmlns:a16="http://schemas.microsoft.com/office/drawing/2014/main" id="{759253B8-D69B-4550-AF0C-4FD55A7B65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57379" y="1560427"/>
                        <a:ext cx="101413" cy="38477"/>
                      </a:xfrm>
                      <a:custGeom>
                        <a:avLst/>
                        <a:gdLst>
                          <a:gd name="connsiteX0" fmla="*/ 70378 w 101413"/>
                          <a:gd name="connsiteY0" fmla="*/ 4245 h 38477"/>
                          <a:gd name="connsiteX1" fmla="*/ 99333 w 101413"/>
                          <a:gd name="connsiteY1" fmla="*/ 149 h 38477"/>
                          <a:gd name="connsiteX2" fmla="*/ 97334 w 101413"/>
                          <a:gd name="connsiteY2" fmla="*/ 9293 h 38477"/>
                          <a:gd name="connsiteX3" fmla="*/ 85141 w 101413"/>
                          <a:gd name="connsiteY3" fmla="*/ 14532 h 38477"/>
                          <a:gd name="connsiteX4" fmla="*/ 46946 w 101413"/>
                          <a:gd name="connsiteY4" fmla="*/ 24819 h 38477"/>
                          <a:gd name="connsiteX5" fmla="*/ 178 w 101413"/>
                          <a:gd name="connsiteY5" fmla="*/ 35106 h 38477"/>
                          <a:gd name="connsiteX6" fmla="*/ 44946 w 101413"/>
                          <a:gd name="connsiteY6" fmla="*/ 8150 h 38477"/>
                          <a:gd name="connsiteX7" fmla="*/ 70378 w 101413"/>
                          <a:gd name="connsiteY7" fmla="*/ 4245 h 38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1413" h="38477">
                            <a:moveTo>
                              <a:pt x="70378" y="4245"/>
                            </a:moveTo>
                            <a:cubicBezTo>
                              <a:pt x="81998" y="1673"/>
                              <a:pt x="89904" y="-613"/>
                              <a:pt x="99333" y="149"/>
                            </a:cubicBezTo>
                            <a:cubicBezTo>
                              <a:pt x="102858" y="435"/>
                              <a:pt x="101715" y="5578"/>
                              <a:pt x="97334" y="9293"/>
                            </a:cubicBezTo>
                            <a:cubicBezTo>
                              <a:pt x="92952" y="12912"/>
                              <a:pt x="89142" y="13770"/>
                              <a:pt x="85141" y="14532"/>
                            </a:cubicBezTo>
                            <a:cubicBezTo>
                              <a:pt x="72664" y="17199"/>
                              <a:pt x="60471" y="20818"/>
                              <a:pt x="46946" y="24819"/>
                            </a:cubicBezTo>
                            <a:cubicBezTo>
                              <a:pt x="38755" y="27676"/>
                              <a:pt x="-3060" y="45869"/>
                              <a:pt x="178" y="35106"/>
                            </a:cubicBezTo>
                            <a:cubicBezTo>
                              <a:pt x="3798" y="24628"/>
                              <a:pt x="34278" y="11769"/>
                              <a:pt x="44946" y="8150"/>
                            </a:cubicBezTo>
                            <a:cubicBezTo>
                              <a:pt x="55709" y="5007"/>
                              <a:pt x="61710" y="6150"/>
                              <a:pt x="70378" y="424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  <p:grpSp>
                  <p:nvGrpSpPr>
                    <p:cNvPr id="9905" name="Graphique 1">
                      <a:extLst>
                        <a:ext uri="{FF2B5EF4-FFF2-40B4-BE49-F238E27FC236}">
                          <a16:creationId xmlns:a16="http://schemas.microsoft.com/office/drawing/2014/main" id="{CFFB6B76-0357-47FD-A699-A4FE5C40F6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963746" y="1383098"/>
                      <a:ext cx="196475" cy="174868"/>
                      <a:chOff x="7963746" y="1383098"/>
                      <a:chExt cx="196475" cy="174868"/>
                    </a:xfrm>
                    <a:solidFill>
                      <a:schemeClr val="accent1"/>
                    </a:solidFill>
                  </p:grpSpPr>
                  <p:sp>
                    <p:nvSpPr>
                      <p:cNvPr id="9906" name="Forme libre : forme 9905">
                        <a:extLst>
                          <a:ext uri="{FF2B5EF4-FFF2-40B4-BE49-F238E27FC236}">
                            <a16:creationId xmlns:a16="http://schemas.microsoft.com/office/drawing/2014/main" id="{A1C9C97A-E2F1-456E-8059-E2412DC5B7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3746" y="1383098"/>
                        <a:ext cx="196475" cy="174868"/>
                      </a:xfrm>
                      <a:custGeom>
                        <a:avLst/>
                        <a:gdLst>
                          <a:gd name="connsiteX0" fmla="*/ 151843 w 196475"/>
                          <a:gd name="connsiteY0" fmla="*/ 84418 h 174868"/>
                          <a:gd name="connsiteX1" fmla="*/ 90312 w 196475"/>
                          <a:gd name="connsiteY1" fmla="*/ 137473 h 174868"/>
                          <a:gd name="connsiteX2" fmla="*/ 14208 w 196475"/>
                          <a:gd name="connsiteY2" fmla="*/ 174811 h 174868"/>
                          <a:gd name="connsiteX3" fmla="*/ 301 w 196475"/>
                          <a:gd name="connsiteY3" fmla="*/ 158332 h 174868"/>
                          <a:gd name="connsiteX4" fmla="*/ 38972 w 196475"/>
                          <a:gd name="connsiteY4" fmla="*/ 82132 h 174868"/>
                          <a:gd name="connsiteX5" fmla="*/ 101742 w 196475"/>
                          <a:gd name="connsiteY5" fmla="*/ 28126 h 174868"/>
                          <a:gd name="connsiteX6" fmla="*/ 180038 w 196475"/>
                          <a:gd name="connsiteY6" fmla="*/ 27 h 174868"/>
                          <a:gd name="connsiteX7" fmla="*/ 196325 w 196475"/>
                          <a:gd name="connsiteY7" fmla="*/ 13648 h 174868"/>
                          <a:gd name="connsiteX8" fmla="*/ 151843 w 196475"/>
                          <a:gd name="connsiteY8" fmla="*/ 84418 h 1748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96475" h="174868">
                            <a:moveTo>
                              <a:pt x="151843" y="84418"/>
                            </a:moveTo>
                            <a:cubicBezTo>
                              <a:pt x="136794" y="97753"/>
                              <a:pt x="103647" y="124900"/>
                              <a:pt x="90312" y="137473"/>
                            </a:cubicBezTo>
                            <a:cubicBezTo>
                              <a:pt x="63452" y="161952"/>
                              <a:pt x="40591" y="172429"/>
                              <a:pt x="14208" y="174811"/>
                            </a:cubicBezTo>
                            <a:cubicBezTo>
                              <a:pt x="5063" y="175668"/>
                              <a:pt x="-1509" y="166905"/>
                              <a:pt x="301" y="158332"/>
                            </a:cubicBezTo>
                            <a:cubicBezTo>
                              <a:pt x="5539" y="133567"/>
                              <a:pt x="12016" y="111469"/>
                              <a:pt x="38972" y="82132"/>
                            </a:cubicBezTo>
                            <a:cubicBezTo>
                              <a:pt x="53927" y="65749"/>
                              <a:pt x="85454" y="40222"/>
                              <a:pt x="101742" y="28126"/>
                            </a:cubicBezTo>
                            <a:cubicBezTo>
                              <a:pt x="132317" y="5266"/>
                              <a:pt x="154796" y="1551"/>
                              <a:pt x="180038" y="27"/>
                            </a:cubicBezTo>
                            <a:cubicBezTo>
                              <a:pt x="188705" y="-449"/>
                              <a:pt x="197754" y="5456"/>
                              <a:pt x="196325" y="13648"/>
                            </a:cubicBezTo>
                            <a:cubicBezTo>
                              <a:pt x="191944" y="37651"/>
                              <a:pt x="179751" y="59653"/>
                              <a:pt x="151843" y="84418"/>
                            </a:cubicBezTo>
                            <a:close/>
                          </a:path>
                        </a:pathLst>
                      </a:custGeom>
                      <a:solidFill>
                        <a:srgbClr val="F6BFA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07" name="Forme libre : forme 9906">
                        <a:extLst>
                          <a:ext uri="{FF2B5EF4-FFF2-40B4-BE49-F238E27FC236}">
                            <a16:creationId xmlns:a16="http://schemas.microsoft.com/office/drawing/2014/main" id="{04827E29-FD5C-4E39-8E0E-0F6F0B8D13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8238" y="1396269"/>
                        <a:ext cx="191547" cy="161608"/>
                      </a:xfrm>
                      <a:custGeom>
                        <a:avLst/>
                        <a:gdLst>
                          <a:gd name="connsiteX0" fmla="*/ 76009 w 191547"/>
                          <a:gd name="connsiteY0" fmla="*/ 96298 h 161608"/>
                          <a:gd name="connsiteX1" fmla="*/ 39814 w 191547"/>
                          <a:gd name="connsiteY1" fmla="*/ 132493 h 161608"/>
                          <a:gd name="connsiteX2" fmla="*/ 0 w 191547"/>
                          <a:gd name="connsiteY2" fmla="*/ 158401 h 161608"/>
                          <a:gd name="connsiteX3" fmla="*/ 9525 w 191547"/>
                          <a:gd name="connsiteY3" fmla="*/ 161544 h 161608"/>
                          <a:gd name="connsiteX4" fmla="*/ 22860 w 191547"/>
                          <a:gd name="connsiteY4" fmla="*/ 159544 h 161608"/>
                          <a:gd name="connsiteX5" fmla="*/ 60388 w 191547"/>
                          <a:gd name="connsiteY5" fmla="*/ 143923 h 161608"/>
                          <a:gd name="connsiteX6" fmla="*/ 85630 w 191547"/>
                          <a:gd name="connsiteY6" fmla="*/ 124206 h 161608"/>
                          <a:gd name="connsiteX7" fmla="*/ 94964 w 191547"/>
                          <a:gd name="connsiteY7" fmla="*/ 115824 h 161608"/>
                          <a:gd name="connsiteX8" fmla="*/ 142494 w 191547"/>
                          <a:gd name="connsiteY8" fmla="*/ 75152 h 161608"/>
                          <a:gd name="connsiteX9" fmla="*/ 147161 w 191547"/>
                          <a:gd name="connsiteY9" fmla="*/ 71057 h 161608"/>
                          <a:gd name="connsiteX10" fmla="*/ 171259 w 191547"/>
                          <a:gd name="connsiteY10" fmla="*/ 45529 h 161608"/>
                          <a:gd name="connsiteX11" fmla="*/ 188881 w 191547"/>
                          <a:gd name="connsiteY11" fmla="*/ 11621 h 161608"/>
                          <a:gd name="connsiteX12" fmla="*/ 191548 w 191547"/>
                          <a:gd name="connsiteY12" fmla="*/ 381 h 161608"/>
                          <a:gd name="connsiteX13" fmla="*/ 191548 w 191547"/>
                          <a:gd name="connsiteY13" fmla="*/ 0 h 161608"/>
                          <a:gd name="connsiteX14" fmla="*/ 76009 w 191547"/>
                          <a:gd name="connsiteY14" fmla="*/ 96298 h 161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1547" h="161608">
                            <a:moveTo>
                              <a:pt x="76009" y="96298"/>
                            </a:moveTo>
                            <a:cubicBezTo>
                              <a:pt x="64294" y="108204"/>
                              <a:pt x="52483" y="121063"/>
                              <a:pt x="39814" y="132493"/>
                            </a:cubicBezTo>
                            <a:cubicBezTo>
                              <a:pt x="27241" y="143923"/>
                              <a:pt x="13621" y="153638"/>
                              <a:pt x="0" y="158401"/>
                            </a:cubicBezTo>
                            <a:cubicBezTo>
                              <a:pt x="2477" y="160592"/>
                              <a:pt x="5715" y="161925"/>
                              <a:pt x="9525" y="161544"/>
                            </a:cubicBezTo>
                            <a:cubicBezTo>
                              <a:pt x="14001" y="161068"/>
                              <a:pt x="18574" y="160401"/>
                              <a:pt x="22860" y="159544"/>
                            </a:cubicBezTo>
                            <a:cubicBezTo>
                              <a:pt x="35528" y="156877"/>
                              <a:pt x="47816" y="152019"/>
                              <a:pt x="60388" y="143923"/>
                            </a:cubicBezTo>
                            <a:cubicBezTo>
                              <a:pt x="68580" y="138684"/>
                              <a:pt x="76771" y="132112"/>
                              <a:pt x="85630" y="124206"/>
                            </a:cubicBezTo>
                            <a:cubicBezTo>
                              <a:pt x="88297" y="121825"/>
                              <a:pt x="91440" y="118967"/>
                              <a:pt x="94964" y="115824"/>
                            </a:cubicBezTo>
                            <a:cubicBezTo>
                              <a:pt x="108490" y="103727"/>
                              <a:pt x="129444" y="86392"/>
                              <a:pt x="142494" y="75152"/>
                            </a:cubicBezTo>
                            <a:cubicBezTo>
                              <a:pt x="144209" y="73724"/>
                              <a:pt x="145732" y="72295"/>
                              <a:pt x="147161" y="71057"/>
                            </a:cubicBezTo>
                            <a:cubicBezTo>
                              <a:pt x="157067" y="62198"/>
                              <a:pt x="164973" y="53816"/>
                              <a:pt x="171259" y="45529"/>
                            </a:cubicBezTo>
                            <a:cubicBezTo>
                              <a:pt x="179737" y="34100"/>
                              <a:pt x="185166" y="22955"/>
                              <a:pt x="188881" y="11621"/>
                            </a:cubicBezTo>
                            <a:cubicBezTo>
                              <a:pt x="190024" y="7906"/>
                              <a:pt x="190881" y="4191"/>
                              <a:pt x="191548" y="381"/>
                            </a:cubicBezTo>
                            <a:lnTo>
                              <a:pt x="191548" y="0"/>
                            </a:lnTo>
                            <a:cubicBezTo>
                              <a:pt x="152591" y="31909"/>
                              <a:pt x="110109" y="62103"/>
                              <a:pt x="76009" y="96298"/>
                            </a:cubicBezTo>
                            <a:close/>
                          </a:path>
                        </a:pathLst>
                      </a:custGeom>
                      <a:solidFill>
                        <a:srgbClr val="F7B5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08" name="Forme libre : forme 9907">
                        <a:extLst>
                          <a:ext uri="{FF2B5EF4-FFF2-40B4-BE49-F238E27FC236}">
                            <a16:creationId xmlns:a16="http://schemas.microsoft.com/office/drawing/2014/main" id="{8DD97062-2A90-4B4A-A931-FC676765EF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8508" y="1417137"/>
                        <a:ext cx="92027" cy="76955"/>
                      </a:xfrm>
                      <a:custGeom>
                        <a:avLst/>
                        <a:gdLst>
                          <a:gd name="connsiteX0" fmla="*/ 91177 w 92027"/>
                          <a:gd name="connsiteY0" fmla="*/ 1325 h 76955"/>
                          <a:gd name="connsiteX1" fmla="*/ 51934 w 92027"/>
                          <a:gd name="connsiteY1" fmla="*/ 48950 h 76955"/>
                          <a:gd name="connsiteX2" fmla="*/ 24979 w 92027"/>
                          <a:gd name="connsiteY2" fmla="*/ 68476 h 76955"/>
                          <a:gd name="connsiteX3" fmla="*/ 1357 w 92027"/>
                          <a:gd name="connsiteY3" fmla="*/ 75620 h 76955"/>
                          <a:gd name="connsiteX4" fmla="*/ 10977 w 92027"/>
                          <a:gd name="connsiteY4" fmla="*/ 53046 h 76955"/>
                          <a:gd name="connsiteX5" fmla="*/ 35742 w 92027"/>
                          <a:gd name="connsiteY5" fmla="*/ 30091 h 76955"/>
                          <a:gd name="connsiteX6" fmla="*/ 91177 w 92027"/>
                          <a:gd name="connsiteY6" fmla="*/ 1325 h 769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2027" h="76955">
                            <a:moveTo>
                              <a:pt x="91177" y="1325"/>
                            </a:moveTo>
                            <a:cubicBezTo>
                              <a:pt x="97845" y="8945"/>
                              <a:pt x="63460" y="39139"/>
                              <a:pt x="51934" y="48950"/>
                            </a:cubicBezTo>
                            <a:cubicBezTo>
                              <a:pt x="46029" y="53808"/>
                              <a:pt x="35171" y="62190"/>
                              <a:pt x="24979" y="68476"/>
                            </a:cubicBezTo>
                            <a:cubicBezTo>
                              <a:pt x="14883" y="74763"/>
                              <a:pt x="5452" y="79335"/>
                              <a:pt x="1357" y="75620"/>
                            </a:cubicBezTo>
                            <a:cubicBezTo>
                              <a:pt x="-2644" y="71905"/>
                              <a:pt x="2690" y="62380"/>
                              <a:pt x="10977" y="53046"/>
                            </a:cubicBezTo>
                            <a:cubicBezTo>
                              <a:pt x="19168" y="43711"/>
                              <a:pt x="30027" y="34567"/>
                              <a:pt x="35742" y="30091"/>
                            </a:cubicBezTo>
                            <a:cubicBezTo>
                              <a:pt x="47172" y="21042"/>
                              <a:pt x="84415" y="-6295"/>
                              <a:pt x="91177" y="1325"/>
                            </a:cubicBezTo>
                            <a:close/>
                          </a:path>
                        </a:pathLst>
                      </a:custGeom>
                      <a:solidFill>
                        <a:srgbClr val="9766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09" name="Forme libre : forme 9908">
                        <a:extLst>
                          <a:ext uri="{FF2B5EF4-FFF2-40B4-BE49-F238E27FC236}">
                            <a16:creationId xmlns:a16="http://schemas.microsoft.com/office/drawing/2014/main" id="{44CC6E54-37CB-4066-8FC5-6B4AC9AD44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7599" y="1448752"/>
                        <a:ext cx="71417" cy="45007"/>
                      </a:xfrm>
                      <a:custGeom>
                        <a:avLst/>
                        <a:gdLst>
                          <a:gd name="connsiteX0" fmla="*/ 13601 w 71417"/>
                          <a:gd name="connsiteY0" fmla="*/ 19907 h 45007"/>
                          <a:gd name="connsiteX1" fmla="*/ 1885 w 71417"/>
                          <a:gd name="connsiteY1" fmla="*/ 44386 h 45007"/>
                          <a:gd name="connsiteX2" fmla="*/ 53320 w 71417"/>
                          <a:gd name="connsiteY2" fmla="*/ 16859 h 45007"/>
                          <a:gd name="connsiteX3" fmla="*/ 71417 w 71417"/>
                          <a:gd name="connsiteY3" fmla="*/ 0 h 45007"/>
                          <a:gd name="connsiteX4" fmla="*/ 60654 w 71417"/>
                          <a:gd name="connsiteY4" fmla="*/ 7810 h 45007"/>
                          <a:gd name="connsiteX5" fmla="*/ 13601 w 71417"/>
                          <a:gd name="connsiteY5" fmla="*/ 19907 h 45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1417" h="45007">
                            <a:moveTo>
                              <a:pt x="13601" y="19907"/>
                            </a:moveTo>
                            <a:cubicBezTo>
                              <a:pt x="9124" y="26098"/>
                              <a:pt x="-5068" y="41434"/>
                              <a:pt x="1885" y="44386"/>
                            </a:cubicBezTo>
                            <a:cubicBezTo>
                              <a:pt x="12553" y="48768"/>
                              <a:pt x="38080" y="28956"/>
                              <a:pt x="53320" y="16859"/>
                            </a:cubicBezTo>
                            <a:cubicBezTo>
                              <a:pt x="57701" y="13335"/>
                              <a:pt x="67036" y="4667"/>
                              <a:pt x="71417" y="0"/>
                            </a:cubicBezTo>
                            <a:cubicBezTo>
                              <a:pt x="68465" y="2191"/>
                              <a:pt x="63702" y="6096"/>
                              <a:pt x="60654" y="7810"/>
                            </a:cubicBezTo>
                            <a:cubicBezTo>
                              <a:pt x="43318" y="17335"/>
                              <a:pt x="22459" y="28099"/>
                              <a:pt x="13601" y="19907"/>
                            </a:cubicBezTo>
                            <a:close/>
                          </a:path>
                        </a:pathLst>
                      </a:custGeom>
                      <a:solidFill>
                        <a:srgbClr val="82534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10" name="Forme libre : forme 9909">
                        <a:extLst>
                          <a:ext uri="{FF2B5EF4-FFF2-40B4-BE49-F238E27FC236}">
                            <a16:creationId xmlns:a16="http://schemas.microsoft.com/office/drawing/2014/main" id="{AD86671F-CC1F-46DE-88AA-B46956E83A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34491" y="1414451"/>
                        <a:ext cx="91963" cy="77396"/>
                      </a:xfrm>
                      <a:custGeom>
                        <a:avLst/>
                        <a:gdLst>
                          <a:gd name="connsiteX0" fmla="*/ 91672 w 91963"/>
                          <a:gd name="connsiteY0" fmla="*/ 2011 h 77396"/>
                          <a:gd name="connsiteX1" fmla="*/ 51952 w 91963"/>
                          <a:gd name="connsiteY1" fmla="*/ 50398 h 77396"/>
                          <a:gd name="connsiteX2" fmla="*/ 25091 w 91963"/>
                          <a:gd name="connsiteY2" fmla="*/ 69734 h 77396"/>
                          <a:gd name="connsiteX3" fmla="*/ 1565 w 91963"/>
                          <a:gd name="connsiteY3" fmla="*/ 76116 h 77396"/>
                          <a:gd name="connsiteX4" fmla="*/ 11281 w 91963"/>
                          <a:gd name="connsiteY4" fmla="*/ 53827 h 77396"/>
                          <a:gd name="connsiteX5" fmla="*/ 36045 w 91963"/>
                          <a:gd name="connsiteY5" fmla="*/ 31253 h 77396"/>
                          <a:gd name="connsiteX6" fmla="*/ 91672 w 91963"/>
                          <a:gd name="connsiteY6" fmla="*/ 2011 h 773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1963" h="77396">
                            <a:moveTo>
                              <a:pt x="91672" y="2011"/>
                            </a:moveTo>
                            <a:cubicBezTo>
                              <a:pt x="95291" y="12108"/>
                              <a:pt x="64334" y="39635"/>
                              <a:pt x="51952" y="50398"/>
                            </a:cubicBezTo>
                            <a:cubicBezTo>
                              <a:pt x="45666" y="55732"/>
                              <a:pt x="35093" y="63828"/>
                              <a:pt x="25091" y="69734"/>
                            </a:cubicBezTo>
                            <a:cubicBezTo>
                              <a:pt x="15186" y="75639"/>
                              <a:pt x="5947" y="79545"/>
                              <a:pt x="1565" y="76116"/>
                            </a:cubicBezTo>
                            <a:cubicBezTo>
                              <a:pt x="-2912" y="72591"/>
                              <a:pt x="2803" y="63162"/>
                              <a:pt x="11281" y="53827"/>
                            </a:cubicBezTo>
                            <a:cubicBezTo>
                              <a:pt x="19757" y="44588"/>
                              <a:pt x="30807" y="35444"/>
                              <a:pt x="36045" y="31253"/>
                            </a:cubicBezTo>
                            <a:cubicBezTo>
                              <a:pt x="46618" y="22680"/>
                              <a:pt x="88052" y="-8085"/>
                              <a:pt x="91672" y="2011"/>
                            </a:cubicBezTo>
                            <a:close/>
                          </a:path>
                        </a:pathLst>
                      </a:custGeom>
                      <a:solidFill>
                        <a:srgbClr val="976652">
                          <a:alpha val="17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11" name="Forme libre : forme 9910">
                        <a:extLst>
                          <a:ext uri="{FF2B5EF4-FFF2-40B4-BE49-F238E27FC236}">
                            <a16:creationId xmlns:a16="http://schemas.microsoft.com/office/drawing/2014/main" id="{7496B4E2-9139-48E0-A07C-4CCA11F194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86672" y="1444706"/>
                        <a:ext cx="122640" cy="88800"/>
                      </a:xfrm>
                      <a:custGeom>
                        <a:avLst/>
                        <a:gdLst>
                          <a:gd name="connsiteX0" fmla="*/ 6236 w 122640"/>
                          <a:gd name="connsiteY0" fmla="*/ 87676 h 88800"/>
                          <a:gd name="connsiteX1" fmla="*/ 25286 w 122640"/>
                          <a:gd name="connsiteY1" fmla="*/ 85295 h 88800"/>
                          <a:gd name="connsiteX2" fmla="*/ 73101 w 122640"/>
                          <a:gd name="connsiteY2" fmla="*/ 60339 h 88800"/>
                          <a:gd name="connsiteX3" fmla="*/ 113297 w 122640"/>
                          <a:gd name="connsiteY3" fmla="*/ 23382 h 88800"/>
                          <a:gd name="connsiteX4" fmla="*/ 119964 w 122640"/>
                          <a:gd name="connsiteY4" fmla="*/ 332 h 88800"/>
                          <a:gd name="connsiteX5" fmla="*/ 102343 w 122640"/>
                          <a:gd name="connsiteY5" fmla="*/ 7094 h 88800"/>
                          <a:gd name="connsiteX6" fmla="*/ 55290 w 122640"/>
                          <a:gd name="connsiteY6" fmla="*/ 28049 h 88800"/>
                          <a:gd name="connsiteX7" fmla="*/ 9950 w 122640"/>
                          <a:gd name="connsiteY7" fmla="*/ 54243 h 88800"/>
                          <a:gd name="connsiteX8" fmla="*/ 6236 w 122640"/>
                          <a:gd name="connsiteY8" fmla="*/ 87676 h 888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2640" h="88800">
                            <a:moveTo>
                              <a:pt x="6236" y="87676"/>
                            </a:moveTo>
                            <a:cubicBezTo>
                              <a:pt x="12903" y="89772"/>
                              <a:pt x="16332" y="88914"/>
                              <a:pt x="25286" y="85295"/>
                            </a:cubicBezTo>
                            <a:cubicBezTo>
                              <a:pt x="42240" y="78341"/>
                              <a:pt x="55766" y="72627"/>
                              <a:pt x="73101" y="60339"/>
                            </a:cubicBezTo>
                            <a:cubicBezTo>
                              <a:pt x="87675" y="50052"/>
                              <a:pt x="103391" y="36051"/>
                              <a:pt x="113297" y="23382"/>
                            </a:cubicBezTo>
                            <a:cubicBezTo>
                              <a:pt x="120631" y="13952"/>
                              <a:pt x="126156" y="3189"/>
                              <a:pt x="119964" y="332"/>
                            </a:cubicBezTo>
                            <a:cubicBezTo>
                              <a:pt x="116154" y="-1383"/>
                              <a:pt x="108915" y="3951"/>
                              <a:pt x="102343" y="7094"/>
                            </a:cubicBezTo>
                            <a:cubicBezTo>
                              <a:pt x="86722" y="14619"/>
                              <a:pt x="72149" y="22335"/>
                              <a:pt x="55290" y="28049"/>
                            </a:cubicBezTo>
                            <a:cubicBezTo>
                              <a:pt x="41002" y="32812"/>
                              <a:pt x="23190" y="37574"/>
                              <a:pt x="9950" y="54243"/>
                            </a:cubicBezTo>
                            <a:cubicBezTo>
                              <a:pt x="-2147" y="69102"/>
                              <a:pt x="-3003" y="84628"/>
                              <a:pt x="6236" y="87676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51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12" name="Forme libre : forme 9911">
                        <a:extLst>
                          <a:ext uri="{FF2B5EF4-FFF2-40B4-BE49-F238E27FC236}">
                            <a16:creationId xmlns:a16="http://schemas.microsoft.com/office/drawing/2014/main" id="{2BC8D83D-06BC-46E8-A0E2-5657200C9F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04228" y="1465056"/>
                        <a:ext cx="31099" cy="39723"/>
                      </a:xfrm>
                      <a:custGeom>
                        <a:avLst/>
                        <a:gdLst>
                          <a:gd name="connsiteX0" fmla="*/ 1347 w 31099"/>
                          <a:gd name="connsiteY0" fmla="*/ 33988 h 39723"/>
                          <a:gd name="connsiteX1" fmla="*/ 109 w 31099"/>
                          <a:gd name="connsiteY1" fmla="*/ 39036 h 39723"/>
                          <a:gd name="connsiteX2" fmla="*/ 4300 w 31099"/>
                          <a:gd name="connsiteY2" fmla="*/ 38084 h 39723"/>
                          <a:gd name="connsiteX3" fmla="*/ 10491 w 31099"/>
                          <a:gd name="connsiteY3" fmla="*/ 31892 h 39723"/>
                          <a:gd name="connsiteX4" fmla="*/ 24398 w 31099"/>
                          <a:gd name="connsiteY4" fmla="*/ 15224 h 39723"/>
                          <a:gd name="connsiteX5" fmla="*/ 29065 w 31099"/>
                          <a:gd name="connsiteY5" fmla="*/ 8842 h 39723"/>
                          <a:gd name="connsiteX6" fmla="*/ 19826 w 31099"/>
                          <a:gd name="connsiteY6" fmla="*/ 5889 h 39723"/>
                          <a:gd name="connsiteX7" fmla="*/ 1347 w 31099"/>
                          <a:gd name="connsiteY7" fmla="*/ 33988 h 397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1099" h="39723">
                            <a:moveTo>
                              <a:pt x="1347" y="33988"/>
                            </a:moveTo>
                            <a:cubicBezTo>
                              <a:pt x="395" y="36179"/>
                              <a:pt x="-272" y="37703"/>
                              <a:pt x="109" y="39036"/>
                            </a:cubicBezTo>
                            <a:cubicBezTo>
                              <a:pt x="490" y="40370"/>
                              <a:pt x="2395" y="39608"/>
                              <a:pt x="4300" y="38084"/>
                            </a:cubicBezTo>
                            <a:cubicBezTo>
                              <a:pt x="6205" y="36560"/>
                              <a:pt x="8682" y="33988"/>
                              <a:pt x="10491" y="31892"/>
                            </a:cubicBezTo>
                            <a:cubicBezTo>
                              <a:pt x="15063" y="26463"/>
                              <a:pt x="20112" y="20653"/>
                              <a:pt x="24398" y="15224"/>
                            </a:cubicBezTo>
                            <a:cubicBezTo>
                              <a:pt x="26113" y="12938"/>
                              <a:pt x="27922" y="10937"/>
                              <a:pt x="29065" y="8842"/>
                            </a:cubicBezTo>
                            <a:cubicBezTo>
                              <a:pt x="33828" y="79"/>
                              <a:pt x="30018" y="-4303"/>
                              <a:pt x="19826" y="5889"/>
                            </a:cubicBezTo>
                            <a:cubicBezTo>
                              <a:pt x="11920" y="13700"/>
                              <a:pt x="5157" y="25225"/>
                              <a:pt x="1347" y="33988"/>
                            </a:cubicBezTo>
                            <a:close/>
                          </a:path>
                        </a:pathLst>
                      </a:custGeom>
                      <a:solidFill>
                        <a:srgbClr val="FCEAE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13" name="Forme libre : forme 9912">
                        <a:extLst>
                          <a:ext uri="{FF2B5EF4-FFF2-40B4-BE49-F238E27FC236}">
                            <a16:creationId xmlns:a16="http://schemas.microsoft.com/office/drawing/2014/main" id="{68B5CBCE-2C15-4DAD-847F-EDE4E87331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16732" y="1396936"/>
                        <a:ext cx="38805" cy="67532"/>
                      </a:xfrm>
                      <a:custGeom>
                        <a:avLst/>
                        <a:gdLst>
                          <a:gd name="connsiteX0" fmla="*/ 38767 w 38805"/>
                          <a:gd name="connsiteY0" fmla="*/ 0 h 67532"/>
                          <a:gd name="connsiteX1" fmla="*/ 0 w 38805"/>
                          <a:gd name="connsiteY1" fmla="*/ 67532 h 67532"/>
                          <a:gd name="connsiteX2" fmla="*/ 38767 w 38805"/>
                          <a:gd name="connsiteY2" fmla="*/ 0 h 675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8805" h="67532">
                            <a:moveTo>
                              <a:pt x="38767" y="0"/>
                            </a:moveTo>
                            <a:cubicBezTo>
                              <a:pt x="39910" y="17526"/>
                              <a:pt x="15145" y="48577"/>
                              <a:pt x="0" y="67532"/>
                            </a:cubicBezTo>
                            <a:cubicBezTo>
                              <a:pt x="16574" y="46863"/>
                              <a:pt x="31147" y="20193"/>
                              <a:pt x="3876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14" name="Forme libre : forme 9913">
                        <a:extLst>
                          <a:ext uri="{FF2B5EF4-FFF2-40B4-BE49-F238E27FC236}">
                            <a16:creationId xmlns:a16="http://schemas.microsoft.com/office/drawing/2014/main" id="{24AE31BC-0A66-4D2D-A1F1-6E563EA585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6428" y="1464849"/>
                        <a:ext cx="40100" cy="76962"/>
                      </a:xfrm>
                      <a:custGeom>
                        <a:avLst/>
                        <a:gdLst>
                          <a:gd name="connsiteX0" fmla="*/ 40100 w 40100"/>
                          <a:gd name="connsiteY0" fmla="*/ 0 h 76962"/>
                          <a:gd name="connsiteX1" fmla="*/ 0 w 40100"/>
                          <a:gd name="connsiteY1" fmla="*/ 76962 h 76962"/>
                          <a:gd name="connsiteX2" fmla="*/ 15144 w 40100"/>
                          <a:gd name="connsiteY2" fmla="*/ 39719 h 76962"/>
                          <a:gd name="connsiteX3" fmla="*/ 40100 w 40100"/>
                          <a:gd name="connsiteY3" fmla="*/ 0 h 769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0100" h="76962">
                            <a:moveTo>
                              <a:pt x="40100" y="0"/>
                            </a:moveTo>
                            <a:cubicBezTo>
                              <a:pt x="15907" y="26003"/>
                              <a:pt x="6858" y="54197"/>
                              <a:pt x="0" y="76962"/>
                            </a:cubicBezTo>
                            <a:cubicBezTo>
                              <a:pt x="2667" y="66199"/>
                              <a:pt x="8191" y="53245"/>
                              <a:pt x="15144" y="39719"/>
                            </a:cubicBezTo>
                            <a:cubicBezTo>
                              <a:pt x="22098" y="26194"/>
                              <a:pt x="30956" y="12002"/>
                              <a:pt x="4010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15" name="Forme libre : forme 9914">
                        <a:extLst>
                          <a:ext uri="{FF2B5EF4-FFF2-40B4-BE49-F238E27FC236}">
                            <a16:creationId xmlns:a16="http://schemas.microsoft.com/office/drawing/2014/main" id="{9C4F4F66-7EE8-4FE3-A491-8818359DE6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60820" y="1431422"/>
                        <a:ext cx="35909" cy="26170"/>
                      </a:xfrm>
                      <a:custGeom>
                        <a:avLst/>
                        <a:gdLst>
                          <a:gd name="connsiteX0" fmla="*/ 35910 w 35909"/>
                          <a:gd name="connsiteY0" fmla="*/ 1233 h 26170"/>
                          <a:gd name="connsiteX1" fmla="*/ 17051 w 35909"/>
                          <a:gd name="connsiteY1" fmla="*/ 18378 h 26170"/>
                          <a:gd name="connsiteX2" fmla="*/ 1 w 35909"/>
                          <a:gd name="connsiteY2" fmla="*/ 24664 h 26170"/>
                          <a:gd name="connsiteX3" fmla="*/ 17812 w 35909"/>
                          <a:gd name="connsiteY3" fmla="*/ 8377 h 26170"/>
                          <a:gd name="connsiteX4" fmla="*/ 35910 w 35909"/>
                          <a:gd name="connsiteY4" fmla="*/ 1233 h 261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909" h="26170">
                            <a:moveTo>
                              <a:pt x="35910" y="1233"/>
                            </a:moveTo>
                            <a:cubicBezTo>
                              <a:pt x="35910" y="5710"/>
                              <a:pt x="21432" y="15425"/>
                              <a:pt x="17051" y="18378"/>
                            </a:cubicBezTo>
                            <a:cubicBezTo>
                              <a:pt x="12669" y="21331"/>
                              <a:pt x="-95" y="29522"/>
                              <a:pt x="1" y="24664"/>
                            </a:cubicBezTo>
                            <a:cubicBezTo>
                              <a:pt x="96" y="19807"/>
                              <a:pt x="13526" y="11139"/>
                              <a:pt x="17812" y="8377"/>
                            </a:cubicBezTo>
                            <a:cubicBezTo>
                              <a:pt x="22003" y="5710"/>
                              <a:pt x="35910" y="-3244"/>
                              <a:pt x="35910" y="1233"/>
                            </a:cubicBezTo>
                            <a:close/>
                          </a:path>
                        </a:pathLst>
                      </a:custGeom>
                      <a:solidFill>
                        <a:srgbClr val="B780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16" name="Forme libre : forme 9915">
                        <a:extLst>
                          <a:ext uri="{FF2B5EF4-FFF2-40B4-BE49-F238E27FC236}">
                            <a16:creationId xmlns:a16="http://schemas.microsoft.com/office/drawing/2014/main" id="{EDC247F4-07ED-4E15-860E-C3B593B8F5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91603" y="1427559"/>
                        <a:ext cx="10089" cy="8034"/>
                      </a:xfrm>
                      <a:custGeom>
                        <a:avLst/>
                        <a:gdLst>
                          <a:gd name="connsiteX0" fmla="*/ 9795 w 10089"/>
                          <a:gd name="connsiteY0" fmla="*/ 143 h 8034"/>
                          <a:gd name="connsiteX1" fmla="*/ 6461 w 10089"/>
                          <a:gd name="connsiteY1" fmla="*/ 5000 h 8034"/>
                          <a:gd name="connsiteX2" fmla="*/ 270 w 10089"/>
                          <a:gd name="connsiteY2" fmla="*/ 7858 h 8034"/>
                          <a:gd name="connsiteX3" fmla="*/ 3508 w 10089"/>
                          <a:gd name="connsiteY3" fmla="*/ 3191 h 8034"/>
                          <a:gd name="connsiteX4" fmla="*/ 9795 w 10089"/>
                          <a:gd name="connsiteY4" fmla="*/ 143 h 8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89" h="8034">
                            <a:moveTo>
                              <a:pt x="9795" y="143"/>
                            </a:moveTo>
                            <a:cubicBezTo>
                              <a:pt x="11033" y="905"/>
                              <a:pt x="8080" y="3667"/>
                              <a:pt x="6461" y="5000"/>
                            </a:cubicBezTo>
                            <a:cubicBezTo>
                              <a:pt x="4841" y="6239"/>
                              <a:pt x="1412" y="8715"/>
                              <a:pt x="270" y="7858"/>
                            </a:cubicBezTo>
                            <a:cubicBezTo>
                              <a:pt x="-873" y="7001"/>
                              <a:pt x="1889" y="4429"/>
                              <a:pt x="3508" y="3191"/>
                            </a:cubicBezTo>
                            <a:cubicBezTo>
                              <a:pt x="5127" y="1857"/>
                              <a:pt x="8556" y="-619"/>
                              <a:pt x="9795" y="14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  <p:sp>
                    <p:nvSpPr>
                      <p:cNvPr id="9917" name="Forme libre : forme 9916">
                        <a:extLst>
                          <a:ext uri="{FF2B5EF4-FFF2-40B4-BE49-F238E27FC236}">
                            <a16:creationId xmlns:a16="http://schemas.microsoft.com/office/drawing/2014/main" id="{DA39536B-D05B-4AF6-AFA2-99478B8421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157" y="1393224"/>
                        <a:ext cx="100287" cy="48910"/>
                      </a:xfrm>
                      <a:custGeom>
                        <a:avLst/>
                        <a:gdLst>
                          <a:gd name="connsiteX0" fmla="*/ 68814 w 100287"/>
                          <a:gd name="connsiteY0" fmla="*/ 4855 h 48910"/>
                          <a:gd name="connsiteX1" fmla="*/ 98341 w 100287"/>
                          <a:gd name="connsiteY1" fmla="*/ 283 h 48910"/>
                          <a:gd name="connsiteX2" fmla="*/ 96151 w 100287"/>
                          <a:gd name="connsiteY2" fmla="*/ 9427 h 48910"/>
                          <a:gd name="connsiteX3" fmla="*/ 83958 w 100287"/>
                          <a:gd name="connsiteY3" fmla="*/ 14666 h 48910"/>
                          <a:gd name="connsiteX4" fmla="*/ 46049 w 100287"/>
                          <a:gd name="connsiteY4" fmla="*/ 27906 h 48910"/>
                          <a:gd name="connsiteX5" fmla="*/ 43 w 100287"/>
                          <a:gd name="connsiteY5" fmla="*/ 46194 h 48910"/>
                          <a:gd name="connsiteX6" fmla="*/ 42620 w 100287"/>
                          <a:gd name="connsiteY6" fmla="*/ 11427 h 48910"/>
                          <a:gd name="connsiteX7" fmla="*/ 68814 w 100287"/>
                          <a:gd name="connsiteY7" fmla="*/ 4855 h 4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0287" h="48910">
                            <a:moveTo>
                              <a:pt x="68814" y="4855"/>
                            </a:moveTo>
                            <a:cubicBezTo>
                              <a:pt x="80530" y="1617"/>
                              <a:pt x="89007" y="-860"/>
                              <a:pt x="98341" y="283"/>
                            </a:cubicBezTo>
                            <a:cubicBezTo>
                              <a:pt x="101770" y="664"/>
                              <a:pt x="100437" y="5808"/>
                              <a:pt x="96151" y="9427"/>
                            </a:cubicBezTo>
                            <a:cubicBezTo>
                              <a:pt x="91864" y="13047"/>
                              <a:pt x="87959" y="13809"/>
                              <a:pt x="83958" y="14666"/>
                            </a:cubicBezTo>
                            <a:cubicBezTo>
                              <a:pt x="71481" y="17619"/>
                              <a:pt x="59384" y="22191"/>
                              <a:pt x="46049" y="27906"/>
                            </a:cubicBezTo>
                            <a:cubicBezTo>
                              <a:pt x="37762" y="31239"/>
                              <a:pt x="-1481" y="57243"/>
                              <a:pt x="43" y="46194"/>
                            </a:cubicBezTo>
                            <a:cubicBezTo>
                              <a:pt x="1662" y="34764"/>
                              <a:pt x="31571" y="16095"/>
                              <a:pt x="42620" y="11427"/>
                            </a:cubicBezTo>
                            <a:cubicBezTo>
                              <a:pt x="53669" y="6665"/>
                              <a:pt x="59956" y="7332"/>
                              <a:pt x="68814" y="4855"/>
                            </a:cubicBezTo>
                            <a:close/>
                          </a:path>
                        </a:pathLst>
                      </a:custGeom>
                      <a:solidFill>
                        <a:srgbClr val="FCE9E0">
                          <a:alpha val="34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anchor="ctr"/>
                      <a:lstStyle/>
                      <a:p>
                        <a:pPr>
                          <a:defRPr/>
                        </a:pPr>
                        <a:endParaRPr lang="en-US"/>
                      </a:p>
                    </p:txBody>
                  </p:sp>
                </p:grpSp>
              </p:grpSp>
              <p:grpSp>
                <p:nvGrpSpPr>
                  <p:cNvPr id="9891" name="Graphique 1">
                    <a:extLst>
                      <a:ext uri="{FF2B5EF4-FFF2-40B4-BE49-F238E27FC236}">
                        <a16:creationId xmlns:a16="http://schemas.microsoft.com/office/drawing/2014/main" id="{77B56BB4-9CF3-4523-BF4D-98B283502A43}"/>
                      </a:ext>
                    </a:extLst>
                  </p:cNvPr>
                  <p:cNvGrpSpPr/>
                  <p:nvPr/>
                </p:nvGrpSpPr>
                <p:grpSpPr>
                  <a:xfrm>
                    <a:off x="7872858" y="1545257"/>
                    <a:ext cx="171063" cy="164768"/>
                    <a:chOff x="7872858" y="1545257"/>
                    <a:chExt cx="171063" cy="164768"/>
                  </a:xfrm>
                  <a:solidFill>
                    <a:schemeClr val="accent1"/>
                  </a:solidFill>
                </p:grpSpPr>
                <p:sp>
                  <p:nvSpPr>
                    <p:cNvPr id="9892" name="Forme libre : forme 9891">
                      <a:extLst>
                        <a:ext uri="{FF2B5EF4-FFF2-40B4-BE49-F238E27FC236}">
                          <a16:creationId xmlns:a16="http://schemas.microsoft.com/office/drawing/2014/main" id="{DFA00D5B-A6EF-41D7-8A9E-AF559428A6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72858" y="1545257"/>
                      <a:ext cx="171063" cy="164702"/>
                    </a:xfrm>
                    <a:custGeom>
                      <a:avLst/>
                      <a:gdLst>
                        <a:gd name="connsiteX0" fmla="*/ 159960 w 171063"/>
                        <a:gd name="connsiteY0" fmla="*/ 86756 h 164702"/>
                        <a:gd name="connsiteX1" fmla="*/ 133099 w 171063"/>
                        <a:gd name="connsiteY1" fmla="*/ 125523 h 164702"/>
                        <a:gd name="connsiteX2" fmla="*/ 92046 w 171063"/>
                        <a:gd name="connsiteY2" fmla="*/ 155908 h 164702"/>
                        <a:gd name="connsiteX3" fmla="*/ 36706 w 171063"/>
                        <a:gd name="connsiteY3" fmla="*/ 162575 h 164702"/>
                        <a:gd name="connsiteX4" fmla="*/ 3750 w 171063"/>
                        <a:gd name="connsiteY4" fmla="*/ 142287 h 164702"/>
                        <a:gd name="connsiteX5" fmla="*/ 1464 w 171063"/>
                        <a:gd name="connsiteY5" fmla="*/ 137144 h 164702"/>
                        <a:gd name="connsiteX6" fmla="*/ 130 w 171063"/>
                        <a:gd name="connsiteY6" fmla="*/ 131429 h 164702"/>
                        <a:gd name="connsiteX7" fmla="*/ 6893 w 171063"/>
                        <a:gd name="connsiteY7" fmla="*/ 121046 h 164702"/>
                        <a:gd name="connsiteX8" fmla="*/ 58614 w 171063"/>
                        <a:gd name="connsiteY8" fmla="*/ 88375 h 164702"/>
                        <a:gd name="connsiteX9" fmla="*/ 76806 w 171063"/>
                        <a:gd name="connsiteY9" fmla="*/ 73516 h 164702"/>
                        <a:gd name="connsiteX10" fmla="*/ 92904 w 171063"/>
                        <a:gd name="connsiteY10" fmla="*/ 52657 h 164702"/>
                        <a:gd name="connsiteX11" fmla="*/ 114430 w 171063"/>
                        <a:gd name="connsiteY11" fmla="*/ 24749 h 164702"/>
                        <a:gd name="connsiteX12" fmla="*/ 139862 w 171063"/>
                        <a:gd name="connsiteY12" fmla="*/ 3603 h 164702"/>
                        <a:gd name="connsiteX13" fmla="*/ 161008 w 171063"/>
                        <a:gd name="connsiteY13" fmla="*/ 5127 h 164702"/>
                        <a:gd name="connsiteX14" fmla="*/ 171009 w 171063"/>
                        <a:gd name="connsiteY14" fmla="*/ 39512 h 164702"/>
                        <a:gd name="connsiteX15" fmla="*/ 159960 w 171063"/>
                        <a:gd name="connsiteY15" fmla="*/ 86756 h 164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71063" h="164702">
                          <a:moveTo>
                            <a:pt x="159960" y="86756"/>
                          </a:moveTo>
                          <a:cubicBezTo>
                            <a:pt x="155292" y="96472"/>
                            <a:pt x="146053" y="111807"/>
                            <a:pt x="133099" y="125523"/>
                          </a:cubicBezTo>
                          <a:cubicBezTo>
                            <a:pt x="120336" y="139334"/>
                            <a:pt x="103762" y="150764"/>
                            <a:pt x="92046" y="155908"/>
                          </a:cubicBezTo>
                          <a:cubicBezTo>
                            <a:pt x="70043" y="166100"/>
                            <a:pt x="50899" y="166100"/>
                            <a:pt x="36706" y="162575"/>
                          </a:cubicBezTo>
                          <a:cubicBezTo>
                            <a:pt x="22324" y="158861"/>
                            <a:pt x="11846" y="151241"/>
                            <a:pt x="3750" y="142287"/>
                          </a:cubicBezTo>
                          <a:cubicBezTo>
                            <a:pt x="2321" y="140763"/>
                            <a:pt x="1749" y="138953"/>
                            <a:pt x="1464" y="137144"/>
                          </a:cubicBezTo>
                          <a:cubicBezTo>
                            <a:pt x="892" y="135334"/>
                            <a:pt x="226" y="133524"/>
                            <a:pt x="130" y="131429"/>
                          </a:cubicBezTo>
                          <a:cubicBezTo>
                            <a:pt x="-823" y="127142"/>
                            <a:pt x="3655" y="123142"/>
                            <a:pt x="6893" y="121046"/>
                          </a:cubicBezTo>
                          <a:cubicBezTo>
                            <a:pt x="27086" y="108283"/>
                            <a:pt x="40707" y="99234"/>
                            <a:pt x="58614" y="88375"/>
                          </a:cubicBezTo>
                          <a:cubicBezTo>
                            <a:pt x="63471" y="85328"/>
                            <a:pt x="70425" y="80184"/>
                            <a:pt x="76806" y="73516"/>
                          </a:cubicBezTo>
                          <a:cubicBezTo>
                            <a:pt x="83283" y="66944"/>
                            <a:pt x="88999" y="58562"/>
                            <a:pt x="92904" y="52657"/>
                          </a:cubicBezTo>
                          <a:cubicBezTo>
                            <a:pt x="99952" y="41512"/>
                            <a:pt x="106810" y="32559"/>
                            <a:pt x="114430" y="24749"/>
                          </a:cubicBezTo>
                          <a:cubicBezTo>
                            <a:pt x="122146" y="17033"/>
                            <a:pt x="130528" y="10556"/>
                            <a:pt x="139862" y="3603"/>
                          </a:cubicBezTo>
                          <a:cubicBezTo>
                            <a:pt x="146339" y="-1159"/>
                            <a:pt x="157102" y="-1731"/>
                            <a:pt x="161008" y="5127"/>
                          </a:cubicBezTo>
                          <a:cubicBezTo>
                            <a:pt x="166722" y="15033"/>
                            <a:pt x="170437" y="26177"/>
                            <a:pt x="171009" y="39512"/>
                          </a:cubicBezTo>
                          <a:cubicBezTo>
                            <a:pt x="171485" y="52752"/>
                            <a:pt x="168913" y="68468"/>
                            <a:pt x="159960" y="86756"/>
                          </a:cubicBezTo>
                          <a:close/>
                        </a:path>
                      </a:pathLst>
                    </a:custGeom>
                    <a:solidFill>
                      <a:srgbClr val="F6BF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93" name="Forme libre : forme 9892">
                      <a:extLst>
                        <a:ext uri="{FF2B5EF4-FFF2-40B4-BE49-F238E27FC236}">
                          <a16:creationId xmlns:a16="http://schemas.microsoft.com/office/drawing/2014/main" id="{1D7EA0CF-4B9C-4742-8756-69352F2B48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73273" y="1550288"/>
                      <a:ext cx="170412" cy="159737"/>
                    </a:xfrm>
                    <a:custGeom>
                      <a:avLst/>
                      <a:gdLst>
                        <a:gd name="connsiteX0" fmla="*/ 90297 w 170412"/>
                        <a:gd name="connsiteY0" fmla="*/ 120396 h 159737"/>
                        <a:gd name="connsiteX1" fmla="*/ 42768 w 170412"/>
                        <a:gd name="connsiteY1" fmla="*/ 138208 h 159737"/>
                        <a:gd name="connsiteX2" fmla="*/ 19145 w 170412"/>
                        <a:gd name="connsiteY2" fmla="*/ 136208 h 159737"/>
                        <a:gd name="connsiteX3" fmla="*/ 0 w 170412"/>
                        <a:gd name="connsiteY3" fmla="*/ 128492 h 159737"/>
                        <a:gd name="connsiteX4" fmla="*/ 3334 w 170412"/>
                        <a:gd name="connsiteY4" fmla="*/ 137255 h 159737"/>
                        <a:gd name="connsiteX5" fmla="*/ 12573 w 170412"/>
                        <a:gd name="connsiteY5" fmla="*/ 145923 h 159737"/>
                        <a:gd name="connsiteX6" fmla="*/ 52769 w 170412"/>
                        <a:gd name="connsiteY6" fmla="*/ 159734 h 159737"/>
                        <a:gd name="connsiteX7" fmla="*/ 91536 w 170412"/>
                        <a:gd name="connsiteY7" fmla="*/ 150971 h 159737"/>
                        <a:gd name="connsiteX8" fmla="*/ 106109 w 170412"/>
                        <a:gd name="connsiteY8" fmla="*/ 142875 h 159737"/>
                        <a:gd name="connsiteX9" fmla="*/ 136017 w 170412"/>
                        <a:gd name="connsiteY9" fmla="*/ 116872 h 159737"/>
                        <a:gd name="connsiteX10" fmla="*/ 156401 w 170412"/>
                        <a:gd name="connsiteY10" fmla="*/ 87916 h 159737"/>
                        <a:gd name="connsiteX11" fmla="*/ 159449 w 170412"/>
                        <a:gd name="connsiteY11" fmla="*/ 81820 h 159737"/>
                        <a:gd name="connsiteX12" fmla="*/ 170022 w 170412"/>
                        <a:gd name="connsiteY12" fmla="*/ 46768 h 159737"/>
                        <a:gd name="connsiteX13" fmla="*/ 165164 w 170412"/>
                        <a:gd name="connsiteY13" fmla="*/ 10097 h 159737"/>
                        <a:gd name="connsiteX14" fmla="*/ 160401 w 170412"/>
                        <a:gd name="connsiteY14" fmla="*/ 286 h 159737"/>
                        <a:gd name="connsiteX15" fmla="*/ 160115 w 170412"/>
                        <a:gd name="connsiteY15" fmla="*/ 0 h 159737"/>
                        <a:gd name="connsiteX16" fmla="*/ 136113 w 170412"/>
                        <a:gd name="connsiteY16" fmla="*/ 65723 h 159737"/>
                        <a:gd name="connsiteX17" fmla="*/ 90297 w 170412"/>
                        <a:gd name="connsiteY17" fmla="*/ 120396 h 159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70412" h="159737">
                          <a:moveTo>
                            <a:pt x="90297" y="120396"/>
                          </a:moveTo>
                          <a:cubicBezTo>
                            <a:pt x="76771" y="130588"/>
                            <a:pt x="59341" y="137160"/>
                            <a:pt x="42768" y="138208"/>
                          </a:cubicBezTo>
                          <a:cubicBezTo>
                            <a:pt x="34480" y="138779"/>
                            <a:pt x="26480" y="138017"/>
                            <a:pt x="19145" y="136208"/>
                          </a:cubicBezTo>
                          <a:cubicBezTo>
                            <a:pt x="11811" y="134588"/>
                            <a:pt x="5429" y="131064"/>
                            <a:pt x="0" y="128492"/>
                          </a:cubicBezTo>
                          <a:cubicBezTo>
                            <a:pt x="1143" y="131540"/>
                            <a:pt x="1143" y="134779"/>
                            <a:pt x="3334" y="137255"/>
                          </a:cubicBezTo>
                          <a:cubicBezTo>
                            <a:pt x="6001" y="140303"/>
                            <a:pt x="9144" y="143256"/>
                            <a:pt x="12573" y="145923"/>
                          </a:cubicBezTo>
                          <a:cubicBezTo>
                            <a:pt x="22479" y="153543"/>
                            <a:pt x="35243" y="159353"/>
                            <a:pt x="52769" y="159734"/>
                          </a:cubicBezTo>
                          <a:cubicBezTo>
                            <a:pt x="64008" y="159829"/>
                            <a:pt x="77248" y="157544"/>
                            <a:pt x="91536" y="150971"/>
                          </a:cubicBezTo>
                          <a:cubicBezTo>
                            <a:pt x="95821" y="148876"/>
                            <a:pt x="100870" y="146304"/>
                            <a:pt x="106109" y="142875"/>
                          </a:cubicBezTo>
                          <a:cubicBezTo>
                            <a:pt x="116396" y="136303"/>
                            <a:pt x="127254" y="126968"/>
                            <a:pt x="136017" y="116872"/>
                          </a:cubicBezTo>
                          <a:cubicBezTo>
                            <a:pt x="144971" y="106871"/>
                            <a:pt x="151638" y="96203"/>
                            <a:pt x="156401" y="87916"/>
                          </a:cubicBezTo>
                          <a:cubicBezTo>
                            <a:pt x="157544" y="85725"/>
                            <a:pt x="158591" y="83725"/>
                            <a:pt x="159449" y="81820"/>
                          </a:cubicBezTo>
                          <a:cubicBezTo>
                            <a:pt x="165926" y="68866"/>
                            <a:pt x="168783" y="57150"/>
                            <a:pt x="170022" y="46768"/>
                          </a:cubicBezTo>
                          <a:cubicBezTo>
                            <a:pt x="171355" y="32480"/>
                            <a:pt x="169164" y="20574"/>
                            <a:pt x="165164" y="10097"/>
                          </a:cubicBezTo>
                          <a:cubicBezTo>
                            <a:pt x="163735" y="6668"/>
                            <a:pt x="162211" y="3429"/>
                            <a:pt x="160401" y="286"/>
                          </a:cubicBezTo>
                          <a:lnTo>
                            <a:pt x="160115" y="0"/>
                          </a:lnTo>
                          <a:cubicBezTo>
                            <a:pt x="154781" y="22289"/>
                            <a:pt x="147352" y="44768"/>
                            <a:pt x="136113" y="65723"/>
                          </a:cubicBezTo>
                          <a:cubicBezTo>
                            <a:pt x="125159" y="86487"/>
                            <a:pt x="109919" y="106013"/>
                            <a:pt x="90297" y="120396"/>
                          </a:cubicBezTo>
                          <a:close/>
                        </a:path>
                      </a:pathLst>
                    </a:custGeom>
                    <a:solidFill>
                      <a:srgbClr val="F7B59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94" name="Forme libre : forme 9893">
                      <a:extLst>
                        <a:ext uri="{FF2B5EF4-FFF2-40B4-BE49-F238E27FC236}">
                          <a16:creationId xmlns:a16="http://schemas.microsoft.com/office/drawing/2014/main" id="{9048F678-1684-411C-B299-082FC7A126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49290" y="1586764"/>
                      <a:ext cx="68335" cy="83489"/>
                    </a:xfrm>
                    <a:custGeom>
                      <a:avLst/>
                      <a:gdLst>
                        <a:gd name="connsiteX0" fmla="*/ 64954 w 68335"/>
                        <a:gd name="connsiteY0" fmla="*/ 196 h 83489"/>
                        <a:gd name="connsiteX1" fmla="*/ 65144 w 68335"/>
                        <a:gd name="connsiteY1" fmla="*/ 24675 h 83489"/>
                        <a:gd name="connsiteX2" fmla="*/ 49047 w 68335"/>
                        <a:gd name="connsiteY2" fmla="*/ 55727 h 83489"/>
                        <a:gd name="connsiteX3" fmla="*/ 24282 w 68335"/>
                        <a:gd name="connsiteY3" fmla="*/ 77825 h 83489"/>
                        <a:gd name="connsiteX4" fmla="*/ 660 w 68335"/>
                        <a:gd name="connsiteY4" fmla="*/ 80682 h 83489"/>
                        <a:gd name="connsiteX5" fmla="*/ 11042 w 68335"/>
                        <a:gd name="connsiteY5" fmla="*/ 61728 h 83489"/>
                        <a:gd name="connsiteX6" fmla="*/ 29140 w 68335"/>
                        <a:gd name="connsiteY6" fmla="*/ 40963 h 83489"/>
                        <a:gd name="connsiteX7" fmla="*/ 47047 w 68335"/>
                        <a:gd name="connsiteY7" fmla="*/ 16674 h 83489"/>
                        <a:gd name="connsiteX8" fmla="*/ 64954 w 68335"/>
                        <a:gd name="connsiteY8" fmla="*/ 196 h 83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8335" h="83489">
                          <a:moveTo>
                            <a:pt x="64954" y="196"/>
                          </a:moveTo>
                          <a:cubicBezTo>
                            <a:pt x="69621" y="1625"/>
                            <a:pt x="69240" y="12579"/>
                            <a:pt x="65144" y="24675"/>
                          </a:cubicBezTo>
                          <a:cubicBezTo>
                            <a:pt x="61334" y="36772"/>
                            <a:pt x="53714" y="49726"/>
                            <a:pt x="49047" y="55727"/>
                          </a:cubicBezTo>
                          <a:cubicBezTo>
                            <a:pt x="44570" y="61728"/>
                            <a:pt x="34854" y="71919"/>
                            <a:pt x="24282" y="77825"/>
                          </a:cubicBezTo>
                          <a:cubicBezTo>
                            <a:pt x="13804" y="83921"/>
                            <a:pt x="3327" y="85445"/>
                            <a:pt x="660" y="80682"/>
                          </a:cubicBezTo>
                          <a:cubicBezTo>
                            <a:pt x="-2103" y="75825"/>
                            <a:pt x="4279" y="69252"/>
                            <a:pt x="11042" y="61728"/>
                          </a:cubicBezTo>
                          <a:cubicBezTo>
                            <a:pt x="17995" y="54393"/>
                            <a:pt x="25329" y="45630"/>
                            <a:pt x="29140" y="40963"/>
                          </a:cubicBezTo>
                          <a:cubicBezTo>
                            <a:pt x="32949" y="36391"/>
                            <a:pt x="40379" y="26199"/>
                            <a:pt x="47047" y="16674"/>
                          </a:cubicBezTo>
                          <a:cubicBezTo>
                            <a:pt x="53714" y="7245"/>
                            <a:pt x="59905" y="-1423"/>
                            <a:pt x="64954" y="196"/>
                          </a:cubicBezTo>
                          <a:close/>
                        </a:path>
                      </a:pathLst>
                    </a:custGeom>
                    <a:solidFill>
                      <a:srgbClr val="97665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95" name="Forme libre : forme 9894">
                      <a:extLst>
                        <a:ext uri="{FF2B5EF4-FFF2-40B4-BE49-F238E27FC236}">
                          <a16:creationId xmlns:a16="http://schemas.microsoft.com/office/drawing/2014/main" id="{4709DDAC-C475-41F0-A35B-31F794A0F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48346" y="1620869"/>
                      <a:ext cx="62182" cy="49061"/>
                    </a:xfrm>
                    <a:custGeom>
                      <a:avLst/>
                      <a:gdLst>
                        <a:gd name="connsiteX0" fmla="*/ 13415 w 62182"/>
                        <a:gd name="connsiteY0" fmla="*/ 26479 h 49061"/>
                        <a:gd name="connsiteX1" fmla="*/ 4271 w 62182"/>
                        <a:gd name="connsiteY1" fmla="*/ 37052 h 49061"/>
                        <a:gd name="connsiteX2" fmla="*/ 1127 w 62182"/>
                        <a:gd name="connsiteY2" fmla="*/ 46863 h 49061"/>
                        <a:gd name="connsiteX3" fmla="*/ 25226 w 62182"/>
                        <a:gd name="connsiteY3" fmla="*/ 43625 h 49061"/>
                        <a:gd name="connsiteX4" fmla="*/ 50467 w 62182"/>
                        <a:gd name="connsiteY4" fmla="*/ 21050 h 49061"/>
                        <a:gd name="connsiteX5" fmla="*/ 62183 w 62182"/>
                        <a:gd name="connsiteY5" fmla="*/ 0 h 49061"/>
                        <a:gd name="connsiteX6" fmla="*/ 54944 w 62182"/>
                        <a:gd name="connsiteY6" fmla="*/ 10573 h 49061"/>
                        <a:gd name="connsiteX7" fmla="*/ 32370 w 62182"/>
                        <a:gd name="connsiteY7" fmla="*/ 27432 h 49061"/>
                        <a:gd name="connsiteX8" fmla="*/ 13415 w 62182"/>
                        <a:gd name="connsiteY8" fmla="*/ 26479 h 49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2182" h="49061">
                          <a:moveTo>
                            <a:pt x="13415" y="26479"/>
                          </a:moveTo>
                          <a:cubicBezTo>
                            <a:pt x="11700" y="29146"/>
                            <a:pt x="7604" y="33242"/>
                            <a:pt x="4271" y="37052"/>
                          </a:cubicBezTo>
                          <a:cubicBezTo>
                            <a:pt x="937" y="40672"/>
                            <a:pt x="-1539" y="44387"/>
                            <a:pt x="1127" y="46863"/>
                          </a:cubicBezTo>
                          <a:cubicBezTo>
                            <a:pt x="5318" y="50768"/>
                            <a:pt x="15225" y="49340"/>
                            <a:pt x="25226" y="43625"/>
                          </a:cubicBezTo>
                          <a:cubicBezTo>
                            <a:pt x="35227" y="38100"/>
                            <a:pt x="44752" y="28670"/>
                            <a:pt x="50467" y="21050"/>
                          </a:cubicBezTo>
                          <a:cubicBezTo>
                            <a:pt x="53896" y="16669"/>
                            <a:pt x="60182" y="5810"/>
                            <a:pt x="62183" y="0"/>
                          </a:cubicBezTo>
                          <a:cubicBezTo>
                            <a:pt x="60564" y="3048"/>
                            <a:pt x="57325" y="8096"/>
                            <a:pt x="54944" y="10573"/>
                          </a:cubicBezTo>
                          <a:cubicBezTo>
                            <a:pt x="48372" y="17431"/>
                            <a:pt x="40180" y="24194"/>
                            <a:pt x="32370" y="27432"/>
                          </a:cubicBezTo>
                          <a:cubicBezTo>
                            <a:pt x="24559" y="30861"/>
                            <a:pt x="17511" y="30766"/>
                            <a:pt x="13415" y="26479"/>
                          </a:cubicBezTo>
                          <a:close/>
                        </a:path>
                      </a:pathLst>
                    </a:custGeom>
                    <a:solidFill>
                      <a:srgbClr val="8253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96" name="Forme libre : forme 9895">
                      <a:extLst>
                        <a:ext uri="{FF2B5EF4-FFF2-40B4-BE49-F238E27FC236}">
                          <a16:creationId xmlns:a16="http://schemas.microsoft.com/office/drawing/2014/main" id="{F2ED4C32-6A40-4DBF-947B-25FD2A9133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55229" y="1581764"/>
                      <a:ext cx="66289" cy="87691"/>
                    </a:xfrm>
                    <a:custGeom>
                      <a:avLst/>
                      <a:gdLst>
                        <a:gd name="connsiteX0" fmla="*/ 63206 w 66289"/>
                        <a:gd name="connsiteY0" fmla="*/ 624 h 87691"/>
                        <a:gd name="connsiteX1" fmla="*/ 63587 w 66289"/>
                        <a:gd name="connsiteY1" fmla="*/ 26627 h 87691"/>
                        <a:gd name="connsiteX2" fmla="*/ 48728 w 66289"/>
                        <a:gd name="connsiteY2" fmla="*/ 58059 h 87691"/>
                        <a:gd name="connsiteX3" fmla="*/ 24629 w 66289"/>
                        <a:gd name="connsiteY3" fmla="*/ 81396 h 87691"/>
                        <a:gd name="connsiteX4" fmla="*/ 912 w 66289"/>
                        <a:gd name="connsiteY4" fmla="*/ 85301 h 87691"/>
                        <a:gd name="connsiteX5" fmla="*/ 10723 w 66289"/>
                        <a:gd name="connsiteY5" fmla="*/ 65679 h 87691"/>
                        <a:gd name="connsiteX6" fmla="*/ 28439 w 66289"/>
                        <a:gd name="connsiteY6" fmla="*/ 43677 h 87691"/>
                        <a:gd name="connsiteX7" fmla="*/ 46156 w 66289"/>
                        <a:gd name="connsiteY7" fmla="*/ 17102 h 87691"/>
                        <a:gd name="connsiteX8" fmla="*/ 63206 w 66289"/>
                        <a:gd name="connsiteY8" fmla="*/ 624 h 87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6289" h="87691">
                          <a:moveTo>
                            <a:pt x="63206" y="624"/>
                          </a:moveTo>
                          <a:cubicBezTo>
                            <a:pt x="67492" y="3767"/>
                            <a:pt x="67016" y="14721"/>
                            <a:pt x="63587" y="26627"/>
                          </a:cubicBezTo>
                          <a:cubicBezTo>
                            <a:pt x="60348" y="38628"/>
                            <a:pt x="53395" y="51297"/>
                            <a:pt x="48728" y="58059"/>
                          </a:cubicBezTo>
                          <a:cubicBezTo>
                            <a:pt x="44346" y="65013"/>
                            <a:pt x="34821" y="75204"/>
                            <a:pt x="24629" y="81396"/>
                          </a:cubicBezTo>
                          <a:cubicBezTo>
                            <a:pt x="14437" y="87682"/>
                            <a:pt x="4246" y="89778"/>
                            <a:pt x="912" y="85301"/>
                          </a:cubicBezTo>
                          <a:cubicBezTo>
                            <a:pt x="-2421" y="80824"/>
                            <a:pt x="3960" y="73680"/>
                            <a:pt x="10723" y="65679"/>
                          </a:cubicBezTo>
                          <a:cubicBezTo>
                            <a:pt x="17581" y="57678"/>
                            <a:pt x="25201" y="48439"/>
                            <a:pt x="28439" y="43677"/>
                          </a:cubicBezTo>
                          <a:cubicBezTo>
                            <a:pt x="31964" y="39200"/>
                            <a:pt x="39679" y="27675"/>
                            <a:pt x="46156" y="17102"/>
                          </a:cubicBezTo>
                          <a:cubicBezTo>
                            <a:pt x="52823" y="6720"/>
                            <a:pt x="59015" y="-2520"/>
                            <a:pt x="63206" y="624"/>
                          </a:cubicBezTo>
                          <a:close/>
                        </a:path>
                      </a:pathLst>
                    </a:custGeom>
                    <a:solidFill>
                      <a:srgbClr val="976652">
                        <a:alpha val="17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97" name="Forme libre : forme 9896">
                      <a:extLst>
                        <a:ext uri="{FF2B5EF4-FFF2-40B4-BE49-F238E27FC236}">
                          <a16:creationId xmlns:a16="http://schemas.microsoft.com/office/drawing/2014/main" id="{2CA218B6-8EED-456A-BA08-EF85A603CF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2072" y="1614772"/>
                      <a:ext cx="118892" cy="80043"/>
                    </a:xfrm>
                    <a:custGeom>
                      <a:avLst/>
                      <a:gdLst>
                        <a:gd name="connsiteX0" fmla="*/ 919 w 118892"/>
                        <a:gd name="connsiteY0" fmla="*/ 66295 h 80043"/>
                        <a:gd name="connsiteX1" fmla="*/ 16255 w 118892"/>
                        <a:gd name="connsiteY1" fmla="*/ 76868 h 80043"/>
                        <a:gd name="connsiteX2" fmla="*/ 75214 w 118892"/>
                        <a:gd name="connsiteY2" fmla="*/ 70200 h 80043"/>
                        <a:gd name="connsiteX3" fmla="*/ 100741 w 118892"/>
                        <a:gd name="connsiteY3" fmla="*/ 49150 h 80043"/>
                        <a:gd name="connsiteX4" fmla="*/ 115696 w 118892"/>
                        <a:gd name="connsiteY4" fmla="*/ 24004 h 80043"/>
                        <a:gd name="connsiteX5" fmla="*/ 113600 w 118892"/>
                        <a:gd name="connsiteY5" fmla="*/ 1 h 80043"/>
                        <a:gd name="connsiteX6" fmla="*/ 100074 w 118892"/>
                        <a:gd name="connsiteY6" fmla="*/ 12098 h 80043"/>
                        <a:gd name="connsiteX7" fmla="*/ 60450 w 118892"/>
                        <a:gd name="connsiteY7" fmla="*/ 36386 h 80043"/>
                        <a:gd name="connsiteX8" fmla="*/ 19683 w 118892"/>
                        <a:gd name="connsiteY8" fmla="*/ 42863 h 80043"/>
                        <a:gd name="connsiteX9" fmla="*/ 919 w 118892"/>
                        <a:gd name="connsiteY9" fmla="*/ 66295 h 80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8892" h="80043">
                          <a:moveTo>
                            <a:pt x="919" y="66295"/>
                          </a:moveTo>
                          <a:cubicBezTo>
                            <a:pt x="4158" y="72296"/>
                            <a:pt x="7015" y="74296"/>
                            <a:pt x="16255" y="76868"/>
                          </a:cubicBezTo>
                          <a:cubicBezTo>
                            <a:pt x="33780" y="81249"/>
                            <a:pt x="51973" y="82773"/>
                            <a:pt x="75214" y="70200"/>
                          </a:cubicBezTo>
                          <a:cubicBezTo>
                            <a:pt x="84739" y="64866"/>
                            <a:pt x="93693" y="57341"/>
                            <a:pt x="100741" y="49150"/>
                          </a:cubicBezTo>
                          <a:cubicBezTo>
                            <a:pt x="107599" y="40768"/>
                            <a:pt x="112838" y="32005"/>
                            <a:pt x="115696" y="24004"/>
                          </a:cubicBezTo>
                          <a:cubicBezTo>
                            <a:pt x="120172" y="12002"/>
                            <a:pt x="120363" y="96"/>
                            <a:pt x="113600" y="1"/>
                          </a:cubicBezTo>
                          <a:cubicBezTo>
                            <a:pt x="109313" y="-94"/>
                            <a:pt x="105218" y="7335"/>
                            <a:pt x="100074" y="12098"/>
                          </a:cubicBezTo>
                          <a:cubicBezTo>
                            <a:pt x="88264" y="23242"/>
                            <a:pt x="75690" y="33053"/>
                            <a:pt x="60450" y="36386"/>
                          </a:cubicBezTo>
                          <a:cubicBezTo>
                            <a:pt x="47211" y="39339"/>
                            <a:pt x="33685" y="37244"/>
                            <a:pt x="19683" y="42863"/>
                          </a:cubicBezTo>
                          <a:cubicBezTo>
                            <a:pt x="7015" y="47912"/>
                            <a:pt x="-3177" y="57627"/>
                            <a:pt x="919" y="66295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51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98" name="Forme libre : forme 9897">
                      <a:extLst>
                        <a:ext uri="{FF2B5EF4-FFF2-40B4-BE49-F238E27FC236}">
                          <a16:creationId xmlns:a16="http://schemas.microsoft.com/office/drawing/2014/main" id="{80A2CF58-5CC6-42CD-A5E6-219812F37C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25439" y="1642794"/>
                      <a:ext cx="31012" cy="25079"/>
                    </a:xfrm>
                    <a:custGeom>
                      <a:avLst/>
                      <a:gdLst>
                        <a:gd name="connsiteX0" fmla="*/ 2698 w 31012"/>
                        <a:gd name="connsiteY0" fmla="*/ 19985 h 25079"/>
                        <a:gd name="connsiteX1" fmla="*/ 31 w 31012"/>
                        <a:gd name="connsiteY1" fmla="*/ 23509 h 25079"/>
                        <a:gd name="connsiteX2" fmla="*/ 3555 w 31012"/>
                        <a:gd name="connsiteY2" fmla="*/ 25033 h 25079"/>
                        <a:gd name="connsiteX3" fmla="*/ 10413 w 31012"/>
                        <a:gd name="connsiteY3" fmla="*/ 22652 h 25079"/>
                        <a:gd name="connsiteX4" fmla="*/ 25177 w 31012"/>
                        <a:gd name="connsiteY4" fmla="*/ 12841 h 25079"/>
                        <a:gd name="connsiteX5" fmla="*/ 29463 w 31012"/>
                        <a:gd name="connsiteY5" fmla="*/ 8079 h 25079"/>
                        <a:gd name="connsiteX6" fmla="*/ 21748 w 31012"/>
                        <a:gd name="connsiteY6" fmla="*/ 3126 h 25079"/>
                        <a:gd name="connsiteX7" fmla="*/ 2698 w 31012"/>
                        <a:gd name="connsiteY7" fmla="*/ 19985 h 25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012" h="25079">
                          <a:moveTo>
                            <a:pt x="2698" y="19985"/>
                          </a:moveTo>
                          <a:cubicBezTo>
                            <a:pt x="1270" y="21319"/>
                            <a:pt x="221" y="22176"/>
                            <a:pt x="31" y="23509"/>
                          </a:cubicBezTo>
                          <a:cubicBezTo>
                            <a:pt x="-255" y="24843"/>
                            <a:pt x="1460" y="25224"/>
                            <a:pt x="3555" y="25033"/>
                          </a:cubicBezTo>
                          <a:cubicBezTo>
                            <a:pt x="5555" y="24748"/>
                            <a:pt x="8413" y="23795"/>
                            <a:pt x="10413" y="22652"/>
                          </a:cubicBezTo>
                          <a:cubicBezTo>
                            <a:pt x="15843" y="20176"/>
                            <a:pt x="20986" y="16461"/>
                            <a:pt x="25177" y="12841"/>
                          </a:cubicBezTo>
                          <a:cubicBezTo>
                            <a:pt x="26797" y="11222"/>
                            <a:pt x="28416" y="9698"/>
                            <a:pt x="29463" y="8079"/>
                          </a:cubicBezTo>
                          <a:cubicBezTo>
                            <a:pt x="33369" y="649"/>
                            <a:pt x="29559" y="-3065"/>
                            <a:pt x="21748" y="3126"/>
                          </a:cubicBezTo>
                          <a:cubicBezTo>
                            <a:pt x="15557" y="7793"/>
                            <a:pt x="8508" y="14746"/>
                            <a:pt x="2698" y="19985"/>
                          </a:cubicBezTo>
                          <a:close/>
                        </a:path>
                      </a:pathLst>
                    </a:custGeom>
                    <a:solidFill>
                      <a:srgbClr val="FCEAE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99" name="Forme libre : forme 9898">
                      <a:extLst>
                        <a:ext uri="{FF2B5EF4-FFF2-40B4-BE49-F238E27FC236}">
                          <a16:creationId xmlns:a16="http://schemas.microsoft.com/office/drawing/2014/main" id="{4B5617F4-324C-458A-817E-62D174910A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341" y="1552765"/>
                      <a:ext cx="8889" cy="75818"/>
                    </a:xfrm>
                    <a:custGeom>
                      <a:avLst/>
                      <a:gdLst>
                        <a:gd name="connsiteX0" fmla="*/ 0 w 8889"/>
                        <a:gd name="connsiteY0" fmla="*/ 0 h 75818"/>
                        <a:gd name="connsiteX1" fmla="*/ 8858 w 8889"/>
                        <a:gd name="connsiteY1" fmla="*/ 32861 h 75818"/>
                        <a:gd name="connsiteX2" fmla="*/ 2476 w 8889"/>
                        <a:gd name="connsiteY2" fmla="*/ 75819 h 75818"/>
                        <a:gd name="connsiteX3" fmla="*/ 0 w 8889"/>
                        <a:gd name="connsiteY3" fmla="*/ 0 h 75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889" h="75818">
                          <a:moveTo>
                            <a:pt x="0" y="0"/>
                          </a:moveTo>
                          <a:cubicBezTo>
                            <a:pt x="5810" y="6096"/>
                            <a:pt x="8763" y="18574"/>
                            <a:pt x="8858" y="32861"/>
                          </a:cubicBezTo>
                          <a:cubicBezTo>
                            <a:pt x="9239" y="47149"/>
                            <a:pt x="6096" y="63246"/>
                            <a:pt x="2476" y="75819"/>
                          </a:cubicBezTo>
                          <a:cubicBezTo>
                            <a:pt x="10668" y="48196"/>
                            <a:pt x="6572" y="18764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00" name="Forme libre : forme 9899">
                      <a:extLst>
                        <a:ext uri="{FF2B5EF4-FFF2-40B4-BE49-F238E27FC236}">
                          <a16:creationId xmlns:a16="http://schemas.microsoft.com/office/drawing/2014/main" id="{5DD9CEF3-5E57-41B4-9CC9-9B497BF41C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80989" y="1634775"/>
                      <a:ext cx="53054" cy="33527"/>
                    </a:xfrm>
                    <a:custGeom>
                      <a:avLst/>
                      <a:gdLst>
                        <a:gd name="connsiteX0" fmla="*/ 53054 w 53054"/>
                        <a:gd name="connsiteY0" fmla="*/ 0 h 33527"/>
                        <a:gd name="connsiteX1" fmla="*/ 28385 w 53054"/>
                        <a:gd name="connsiteY1" fmla="*/ 17240 h 33527"/>
                        <a:gd name="connsiteX2" fmla="*/ 0 w 53054"/>
                        <a:gd name="connsiteY2" fmla="*/ 33528 h 33527"/>
                        <a:gd name="connsiteX3" fmla="*/ 29337 w 53054"/>
                        <a:gd name="connsiteY3" fmla="*/ 18193 h 33527"/>
                        <a:gd name="connsiteX4" fmla="*/ 53054 w 53054"/>
                        <a:gd name="connsiteY4" fmla="*/ 0 h 33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054" h="33527">
                          <a:moveTo>
                            <a:pt x="53054" y="0"/>
                          </a:moveTo>
                          <a:cubicBezTo>
                            <a:pt x="45054" y="5620"/>
                            <a:pt x="37243" y="11335"/>
                            <a:pt x="28385" y="17240"/>
                          </a:cubicBezTo>
                          <a:cubicBezTo>
                            <a:pt x="19527" y="23050"/>
                            <a:pt x="9811" y="28575"/>
                            <a:pt x="0" y="33528"/>
                          </a:cubicBezTo>
                          <a:cubicBezTo>
                            <a:pt x="9049" y="28480"/>
                            <a:pt x="19717" y="23813"/>
                            <a:pt x="29337" y="18193"/>
                          </a:cubicBezTo>
                          <a:cubicBezTo>
                            <a:pt x="38862" y="12573"/>
                            <a:pt x="47054" y="6191"/>
                            <a:pt x="53054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01" name="Forme libre : forme 9900">
                      <a:extLst>
                        <a:ext uri="{FF2B5EF4-FFF2-40B4-BE49-F238E27FC236}">
                          <a16:creationId xmlns:a16="http://schemas.microsoft.com/office/drawing/2014/main" id="{FDF24320-C6A5-4406-BD79-805095B373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7601" y="1606818"/>
                      <a:ext cx="24469" cy="30406"/>
                    </a:xfrm>
                    <a:custGeom>
                      <a:avLst/>
                      <a:gdLst>
                        <a:gd name="connsiteX0" fmla="*/ 24165 w 24469"/>
                        <a:gd name="connsiteY0" fmla="*/ 715 h 30406"/>
                        <a:gd name="connsiteX1" fmla="*/ 21117 w 24469"/>
                        <a:gd name="connsiteY1" fmla="*/ 11002 h 30406"/>
                        <a:gd name="connsiteX2" fmla="*/ 13973 w 24469"/>
                        <a:gd name="connsiteY2" fmla="*/ 20908 h 30406"/>
                        <a:gd name="connsiteX3" fmla="*/ 67 w 24469"/>
                        <a:gd name="connsiteY3" fmla="*/ 29100 h 30406"/>
                        <a:gd name="connsiteX4" fmla="*/ 11115 w 24469"/>
                        <a:gd name="connsiteY4" fmla="*/ 11860 h 30406"/>
                        <a:gd name="connsiteX5" fmla="*/ 24165 w 24469"/>
                        <a:gd name="connsiteY5" fmla="*/ 715 h 304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469" h="30406">
                          <a:moveTo>
                            <a:pt x="24165" y="715"/>
                          </a:moveTo>
                          <a:cubicBezTo>
                            <a:pt x="25213" y="2620"/>
                            <a:pt x="23403" y="6811"/>
                            <a:pt x="21117" y="11002"/>
                          </a:cubicBezTo>
                          <a:cubicBezTo>
                            <a:pt x="18641" y="15098"/>
                            <a:pt x="15497" y="19099"/>
                            <a:pt x="13973" y="20908"/>
                          </a:cubicBezTo>
                          <a:cubicBezTo>
                            <a:pt x="10925" y="24718"/>
                            <a:pt x="1114" y="33767"/>
                            <a:pt x="67" y="29100"/>
                          </a:cubicBezTo>
                          <a:cubicBezTo>
                            <a:pt x="-886" y="24718"/>
                            <a:pt x="8639" y="15384"/>
                            <a:pt x="11115" y="11860"/>
                          </a:cubicBezTo>
                          <a:cubicBezTo>
                            <a:pt x="14068" y="8812"/>
                            <a:pt x="22069" y="-2999"/>
                            <a:pt x="24165" y="715"/>
                          </a:cubicBezTo>
                          <a:close/>
                        </a:path>
                      </a:pathLst>
                    </a:custGeom>
                    <a:solidFill>
                      <a:srgbClr val="B780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02" name="Forme libre : forme 9901">
                      <a:extLst>
                        <a:ext uri="{FF2B5EF4-FFF2-40B4-BE49-F238E27FC236}">
                          <a16:creationId xmlns:a16="http://schemas.microsoft.com/office/drawing/2014/main" id="{ED729029-390C-4448-8A69-486D8CC820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98015" y="1601801"/>
                      <a:ext cx="6117" cy="9670"/>
                    </a:xfrm>
                    <a:custGeom>
                      <a:avLst/>
                      <a:gdLst>
                        <a:gd name="connsiteX0" fmla="*/ 5465 w 6117"/>
                        <a:gd name="connsiteY0" fmla="*/ 18 h 9670"/>
                        <a:gd name="connsiteX1" fmla="*/ 4798 w 6117"/>
                        <a:gd name="connsiteY1" fmla="*/ 5257 h 9670"/>
                        <a:gd name="connsiteX2" fmla="*/ 607 w 6117"/>
                        <a:gd name="connsiteY2" fmla="*/ 9638 h 9670"/>
                        <a:gd name="connsiteX3" fmla="*/ 1464 w 6117"/>
                        <a:gd name="connsiteY3" fmla="*/ 4685 h 9670"/>
                        <a:gd name="connsiteX4" fmla="*/ 5465 w 6117"/>
                        <a:gd name="connsiteY4" fmla="*/ 18 h 9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17" h="9670">
                          <a:moveTo>
                            <a:pt x="5465" y="18"/>
                          </a:moveTo>
                          <a:cubicBezTo>
                            <a:pt x="6894" y="208"/>
                            <a:pt x="5655" y="3637"/>
                            <a:pt x="4798" y="5257"/>
                          </a:cubicBezTo>
                          <a:cubicBezTo>
                            <a:pt x="4036" y="6971"/>
                            <a:pt x="1941" y="10019"/>
                            <a:pt x="607" y="9638"/>
                          </a:cubicBezTo>
                          <a:cubicBezTo>
                            <a:pt x="-822" y="9257"/>
                            <a:pt x="607" y="6209"/>
                            <a:pt x="1464" y="4685"/>
                          </a:cubicBezTo>
                          <a:cubicBezTo>
                            <a:pt x="2226" y="2970"/>
                            <a:pt x="4036" y="-268"/>
                            <a:pt x="5465" y="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03" name="Forme libre : forme 9902">
                      <a:extLst>
                        <a:ext uri="{FF2B5EF4-FFF2-40B4-BE49-F238E27FC236}">
                          <a16:creationId xmlns:a16="http://schemas.microsoft.com/office/drawing/2014/main" id="{9F444BB9-FC7B-4A32-93D0-6F4368C1FD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1331" y="1555134"/>
                      <a:ext cx="63399" cy="68924"/>
                    </a:xfrm>
                    <a:custGeom>
                      <a:avLst/>
                      <a:gdLst>
                        <a:gd name="connsiteX0" fmla="*/ 38530 w 63399"/>
                        <a:gd name="connsiteY0" fmla="*/ 17634 h 68924"/>
                        <a:gd name="connsiteX1" fmla="*/ 59199 w 63399"/>
                        <a:gd name="connsiteY1" fmla="*/ 298 h 68924"/>
                        <a:gd name="connsiteX2" fmla="*/ 63010 w 63399"/>
                        <a:gd name="connsiteY2" fmla="*/ 8204 h 68924"/>
                        <a:gd name="connsiteX3" fmla="*/ 56437 w 63399"/>
                        <a:gd name="connsiteY3" fmla="*/ 18205 h 68924"/>
                        <a:gd name="connsiteX4" fmla="*/ 32053 w 63399"/>
                        <a:gd name="connsiteY4" fmla="*/ 43827 h 68924"/>
                        <a:gd name="connsiteX5" fmla="*/ 15385 w 63399"/>
                        <a:gd name="connsiteY5" fmla="*/ 62115 h 68924"/>
                        <a:gd name="connsiteX6" fmla="*/ 144 w 63399"/>
                        <a:gd name="connsiteY6" fmla="*/ 66592 h 68924"/>
                        <a:gd name="connsiteX7" fmla="*/ 7669 w 63399"/>
                        <a:gd name="connsiteY7" fmla="*/ 49066 h 68924"/>
                        <a:gd name="connsiteX8" fmla="*/ 14908 w 63399"/>
                        <a:gd name="connsiteY8" fmla="*/ 39446 h 68924"/>
                        <a:gd name="connsiteX9" fmla="*/ 21004 w 63399"/>
                        <a:gd name="connsiteY9" fmla="*/ 32017 h 68924"/>
                        <a:gd name="connsiteX10" fmla="*/ 38530 w 63399"/>
                        <a:gd name="connsiteY10" fmla="*/ 17634 h 68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3399" h="68924">
                          <a:moveTo>
                            <a:pt x="38530" y="17634"/>
                          </a:moveTo>
                          <a:cubicBezTo>
                            <a:pt x="46055" y="10204"/>
                            <a:pt x="51198" y="4299"/>
                            <a:pt x="59199" y="298"/>
                          </a:cubicBezTo>
                          <a:cubicBezTo>
                            <a:pt x="62057" y="-1226"/>
                            <a:pt x="64343" y="3346"/>
                            <a:pt x="63010" y="8204"/>
                          </a:cubicBezTo>
                          <a:cubicBezTo>
                            <a:pt x="61676" y="13062"/>
                            <a:pt x="59009" y="15634"/>
                            <a:pt x="56437" y="18205"/>
                          </a:cubicBezTo>
                          <a:cubicBezTo>
                            <a:pt x="47960" y="26301"/>
                            <a:pt x="40721" y="35160"/>
                            <a:pt x="32053" y="43827"/>
                          </a:cubicBezTo>
                          <a:cubicBezTo>
                            <a:pt x="29577" y="46685"/>
                            <a:pt x="22433" y="55829"/>
                            <a:pt x="15385" y="62115"/>
                          </a:cubicBezTo>
                          <a:cubicBezTo>
                            <a:pt x="8050" y="68307"/>
                            <a:pt x="1097" y="71355"/>
                            <a:pt x="144" y="66592"/>
                          </a:cubicBezTo>
                          <a:cubicBezTo>
                            <a:pt x="-808" y="61830"/>
                            <a:pt x="3097" y="55734"/>
                            <a:pt x="7669" y="49066"/>
                          </a:cubicBezTo>
                          <a:cubicBezTo>
                            <a:pt x="10145" y="45923"/>
                            <a:pt x="12432" y="42304"/>
                            <a:pt x="14908" y="39446"/>
                          </a:cubicBezTo>
                          <a:cubicBezTo>
                            <a:pt x="17194" y="36303"/>
                            <a:pt x="19385" y="33731"/>
                            <a:pt x="21004" y="32017"/>
                          </a:cubicBezTo>
                          <a:cubicBezTo>
                            <a:pt x="27386" y="24968"/>
                            <a:pt x="32910" y="23158"/>
                            <a:pt x="38530" y="17634"/>
                          </a:cubicBezTo>
                          <a:close/>
                        </a:path>
                      </a:pathLst>
                    </a:custGeom>
                    <a:solidFill>
                      <a:srgbClr val="FCE9E0">
                        <a:alpha val="3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sp>
              <p:nvSpPr>
                <p:cNvPr id="9533" name="Forme libre : forme 9532">
                  <a:extLst>
                    <a:ext uri="{FF2B5EF4-FFF2-40B4-BE49-F238E27FC236}">
                      <a16:creationId xmlns:a16="http://schemas.microsoft.com/office/drawing/2014/main" id="{DE6851E0-AD80-44BF-9CCF-3D69C6EEDC19}"/>
                    </a:ext>
                  </a:extLst>
                </p:cNvPr>
                <p:cNvSpPr/>
                <p:nvPr/>
              </p:nvSpPr>
              <p:spPr>
                <a:xfrm>
                  <a:off x="284992" y="1211770"/>
                  <a:ext cx="7877460" cy="1076896"/>
                </a:xfrm>
                <a:custGeom>
                  <a:avLst/>
                  <a:gdLst>
                    <a:gd name="connsiteX0" fmla="*/ 0 w 7877460"/>
                    <a:gd name="connsiteY0" fmla="*/ 1076897 h 1076896"/>
                    <a:gd name="connsiteX1" fmla="*/ 6277833 w 7877460"/>
                    <a:gd name="connsiteY1" fmla="*/ 1076897 h 1076896"/>
                    <a:gd name="connsiteX2" fmla="*/ 7877461 w 7877460"/>
                    <a:gd name="connsiteY2" fmla="*/ 0 h 1076896"/>
                    <a:gd name="connsiteX3" fmla="*/ 1773746 w 7877460"/>
                    <a:gd name="connsiteY3" fmla="*/ 0 h 1076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77460" h="1076896">
                      <a:moveTo>
                        <a:pt x="0" y="1076897"/>
                      </a:moveTo>
                      <a:lnTo>
                        <a:pt x="6277833" y="1076897"/>
                      </a:lnTo>
                      <a:lnTo>
                        <a:pt x="7877461" y="0"/>
                      </a:lnTo>
                      <a:lnTo>
                        <a:pt x="1773746" y="0"/>
                      </a:lnTo>
                      <a:close/>
                    </a:path>
                  </a:pathLst>
                </a:custGeom>
                <a:solidFill>
                  <a:srgbClr val="F9CEB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34" name="Forme libre : forme 9533">
                  <a:extLst>
                    <a:ext uri="{FF2B5EF4-FFF2-40B4-BE49-F238E27FC236}">
                      <a16:creationId xmlns:a16="http://schemas.microsoft.com/office/drawing/2014/main" id="{B08E77C8-61CC-4599-81E2-C7E93DACCB7E}"/>
                    </a:ext>
                  </a:extLst>
                </p:cNvPr>
                <p:cNvSpPr/>
                <p:nvPr/>
              </p:nvSpPr>
              <p:spPr>
                <a:xfrm>
                  <a:off x="284992" y="1211770"/>
                  <a:ext cx="7877460" cy="1076896"/>
                </a:xfrm>
                <a:custGeom>
                  <a:avLst/>
                  <a:gdLst>
                    <a:gd name="connsiteX0" fmla="*/ 0 w 7877460"/>
                    <a:gd name="connsiteY0" fmla="*/ 1076897 h 1076896"/>
                    <a:gd name="connsiteX1" fmla="*/ 6277833 w 7877460"/>
                    <a:gd name="connsiteY1" fmla="*/ 1076897 h 1076896"/>
                    <a:gd name="connsiteX2" fmla="*/ 7877461 w 7877460"/>
                    <a:gd name="connsiteY2" fmla="*/ 0 h 1076896"/>
                    <a:gd name="connsiteX3" fmla="*/ 1773746 w 7877460"/>
                    <a:gd name="connsiteY3" fmla="*/ 0 h 1076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77460" h="1076896">
                      <a:moveTo>
                        <a:pt x="0" y="1076897"/>
                      </a:moveTo>
                      <a:lnTo>
                        <a:pt x="6277833" y="1076897"/>
                      </a:lnTo>
                      <a:lnTo>
                        <a:pt x="7877461" y="0"/>
                      </a:lnTo>
                      <a:lnTo>
                        <a:pt x="1773746" y="0"/>
                      </a:lnTo>
                      <a:close/>
                    </a:path>
                  </a:pathLst>
                </a:custGeom>
                <a:noFill/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35" name="Forme libre : forme 9534">
                  <a:extLst>
                    <a:ext uri="{FF2B5EF4-FFF2-40B4-BE49-F238E27FC236}">
                      <a16:creationId xmlns:a16="http://schemas.microsoft.com/office/drawing/2014/main" id="{6479E05B-BA79-49E4-91DB-ADA0ECE53132}"/>
                    </a:ext>
                  </a:extLst>
                </p:cNvPr>
                <p:cNvSpPr/>
                <p:nvPr/>
              </p:nvSpPr>
              <p:spPr>
                <a:xfrm>
                  <a:off x="447385" y="2931035"/>
                  <a:ext cx="327941" cy="291534"/>
                </a:xfrm>
                <a:custGeom>
                  <a:avLst/>
                  <a:gdLst>
                    <a:gd name="connsiteX0" fmla="*/ 98973 w 327941"/>
                    <a:gd name="connsiteY0" fmla="*/ 42289 h 291534"/>
                    <a:gd name="connsiteX1" fmla="*/ 41061 w 327941"/>
                    <a:gd name="connsiteY1" fmla="*/ 93533 h 291534"/>
                    <a:gd name="connsiteX2" fmla="*/ 8 w 327941"/>
                    <a:gd name="connsiteY2" fmla="*/ 159065 h 291534"/>
                    <a:gd name="connsiteX3" fmla="*/ 31059 w 327941"/>
                    <a:gd name="connsiteY3" fmla="*/ 215549 h 291534"/>
                    <a:gd name="connsiteX4" fmla="*/ 66969 w 327941"/>
                    <a:gd name="connsiteY4" fmla="*/ 249553 h 291534"/>
                    <a:gd name="connsiteX5" fmla="*/ 195461 w 327941"/>
                    <a:gd name="connsiteY5" fmla="*/ 289462 h 291534"/>
                    <a:gd name="connsiteX6" fmla="*/ 307761 w 327941"/>
                    <a:gd name="connsiteY6" fmla="*/ 270412 h 291534"/>
                    <a:gd name="connsiteX7" fmla="*/ 323667 w 327941"/>
                    <a:gd name="connsiteY7" fmla="*/ 251934 h 291534"/>
                    <a:gd name="connsiteX8" fmla="*/ 322715 w 327941"/>
                    <a:gd name="connsiteY8" fmla="*/ 204214 h 291534"/>
                    <a:gd name="connsiteX9" fmla="*/ 247467 w 327941"/>
                    <a:gd name="connsiteY9" fmla="*/ 88580 h 291534"/>
                    <a:gd name="connsiteX10" fmla="*/ 210320 w 327941"/>
                    <a:gd name="connsiteY10" fmla="*/ 30478 h 291534"/>
                    <a:gd name="connsiteX11" fmla="*/ 171458 w 327941"/>
                    <a:gd name="connsiteY11" fmla="*/ 93 h 291534"/>
                    <a:gd name="connsiteX12" fmla="*/ 98973 w 327941"/>
                    <a:gd name="connsiteY12" fmla="*/ 42289 h 291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7941" h="291534">
                      <a:moveTo>
                        <a:pt x="98973" y="42289"/>
                      </a:moveTo>
                      <a:cubicBezTo>
                        <a:pt x="79637" y="59339"/>
                        <a:pt x="60396" y="76388"/>
                        <a:pt x="41061" y="93533"/>
                      </a:cubicBezTo>
                      <a:cubicBezTo>
                        <a:pt x="21058" y="111155"/>
                        <a:pt x="-468" y="132395"/>
                        <a:pt x="8" y="159065"/>
                      </a:cubicBezTo>
                      <a:cubicBezTo>
                        <a:pt x="484" y="181068"/>
                        <a:pt x="16105" y="199451"/>
                        <a:pt x="31059" y="215549"/>
                      </a:cubicBezTo>
                      <a:cubicBezTo>
                        <a:pt x="42299" y="227645"/>
                        <a:pt x="53729" y="239647"/>
                        <a:pt x="66969" y="249553"/>
                      </a:cubicBezTo>
                      <a:cubicBezTo>
                        <a:pt x="103354" y="276699"/>
                        <a:pt x="150217" y="284891"/>
                        <a:pt x="195461" y="289462"/>
                      </a:cubicBezTo>
                      <a:cubicBezTo>
                        <a:pt x="234228" y="293368"/>
                        <a:pt x="276900" y="294034"/>
                        <a:pt x="307761" y="270412"/>
                      </a:cubicBezTo>
                      <a:cubicBezTo>
                        <a:pt x="314238" y="265459"/>
                        <a:pt x="320143" y="259364"/>
                        <a:pt x="323667" y="251934"/>
                      </a:cubicBezTo>
                      <a:cubicBezTo>
                        <a:pt x="330811" y="237266"/>
                        <a:pt x="327954" y="219644"/>
                        <a:pt x="322715" y="204214"/>
                      </a:cubicBezTo>
                      <a:cubicBezTo>
                        <a:pt x="307665" y="160018"/>
                        <a:pt x="275280" y="124966"/>
                        <a:pt x="247467" y="88580"/>
                      </a:cubicBezTo>
                      <a:cubicBezTo>
                        <a:pt x="233370" y="70197"/>
                        <a:pt x="220702" y="51242"/>
                        <a:pt x="210320" y="30478"/>
                      </a:cubicBezTo>
                      <a:cubicBezTo>
                        <a:pt x="202033" y="13904"/>
                        <a:pt x="192127" y="-1336"/>
                        <a:pt x="171458" y="93"/>
                      </a:cubicBezTo>
                      <a:cubicBezTo>
                        <a:pt x="143835" y="1903"/>
                        <a:pt x="118499" y="24953"/>
                        <a:pt x="98973" y="42289"/>
                      </a:cubicBezTo>
                      <a:close/>
                    </a:path>
                  </a:pathLst>
                </a:custGeom>
                <a:solidFill>
                  <a:srgbClr val="E8858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36" name="Forme libre : forme 9535">
                  <a:extLst>
                    <a:ext uri="{FF2B5EF4-FFF2-40B4-BE49-F238E27FC236}">
                      <a16:creationId xmlns:a16="http://schemas.microsoft.com/office/drawing/2014/main" id="{5D14D851-1FAD-4CE4-9826-83C33A6C44C9}"/>
                    </a:ext>
                  </a:extLst>
                </p:cNvPr>
                <p:cNvSpPr/>
                <p:nvPr/>
              </p:nvSpPr>
              <p:spPr>
                <a:xfrm>
                  <a:off x="1601775" y="2942744"/>
                  <a:ext cx="306953" cy="381423"/>
                </a:xfrm>
                <a:custGeom>
                  <a:avLst/>
                  <a:gdLst>
                    <a:gd name="connsiteX0" fmla="*/ 111871 w 306953"/>
                    <a:gd name="connsiteY0" fmla="*/ 41628 h 381423"/>
                    <a:gd name="connsiteX1" fmla="*/ 12049 w 306953"/>
                    <a:gd name="connsiteY1" fmla="*/ 156976 h 381423"/>
                    <a:gd name="connsiteX2" fmla="*/ 333 w 306953"/>
                    <a:gd name="connsiteY2" fmla="*/ 195457 h 381423"/>
                    <a:gd name="connsiteX3" fmla="*/ 12049 w 306953"/>
                    <a:gd name="connsiteY3" fmla="*/ 220222 h 381423"/>
                    <a:gd name="connsiteX4" fmla="*/ 159877 w 306953"/>
                    <a:gd name="connsiteY4" fmla="*/ 358430 h 381423"/>
                    <a:gd name="connsiteX5" fmla="*/ 237792 w 306953"/>
                    <a:gd name="connsiteY5" fmla="*/ 380528 h 381423"/>
                    <a:gd name="connsiteX6" fmla="*/ 269510 w 306953"/>
                    <a:gd name="connsiteY6" fmla="*/ 369669 h 381423"/>
                    <a:gd name="connsiteX7" fmla="*/ 294561 w 306953"/>
                    <a:gd name="connsiteY7" fmla="*/ 355287 h 381423"/>
                    <a:gd name="connsiteX8" fmla="*/ 306943 w 306953"/>
                    <a:gd name="connsiteY8" fmla="*/ 330141 h 381423"/>
                    <a:gd name="connsiteX9" fmla="*/ 303038 w 306953"/>
                    <a:gd name="connsiteY9" fmla="*/ 314901 h 381423"/>
                    <a:gd name="connsiteX10" fmla="*/ 237982 w 306953"/>
                    <a:gd name="connsiteY10" fmla="*/ 147546 h 381423"/>
                    <a:gd name="connsiteX11" fmla="*/ 226076 w 306953"/>
                    <a:gd name="connsiteY11" fmla="*/ 78776 h 381423"/>
                    <a:gd name="connsiteX12" fmla="*/ 193310 w 306953"/>
                    <a:gd name="connsiteY12" fmla="*/ 4 h 381423"/>
                    <a:gd name="connsiteX13" fmla="*/ 111871 w 306953"/>
                    <a:gd name="connsiteY13" fmla="*/ 41628 h 381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6953" h="381423">
                      <a:moveTo>
                        <a:pt x="111871" y="41628"/>
                      </a:moveTo>
                      <a:cubicBezTo>
                        <a:pt x="72152" y="73823"/>
                        <a:pt x="38148" y="113066"/>
                        <a:pt x="12049" y="156976"/>
                      </a:cubicBezTo>
                      <a:cubicBezTo>
                        <a:pt x="5001" y="168692"/>
                        <a:pt x="-1572" y="181932"/>
                        <a:pt x="333" y="195457"/>
                      </a:cubicBezTo>
                      <a:cubicBezTo>
                        <a:pt x="1667" y="204601"/>
                        <a:pt x="6810" y="212697"/>
                        <a:pt x="12049" y="220222"/>
                      </a:cubicBezTo>
                      <a:cubicBezTo>
                        <a:pt x="50721" y="276134"/>
                        <a:pt x="101489" y="323664"/>
                        <a:pt x="159877" y="358430"/>
                      </a:cubicBezTo>
                      <a:cubicBezTo>
                        <a:pt x="183594" y="372527"/>
                        <a:pt x="210550" y="384909"/>
                        <a:pt x="237792" y="380528"/>
                      </a:cubicBezTo>
                      <a:cubicBezTo>
                        <a:pt x="248841" y="378718"/>
                        <a:pt x="259223" y="374241"/>
                        <a:pt x="269510" y="369669"/>
                      </a:cubicBezTo>
                      <a:cubicBezTo>
                        <a:pt x="278368" y="365764"/>
                        <a:pt x="287322" y="361669"/>
                        <a:pt x="294561" y="355287"/>
                      </a:cubicBezTo>
                      <a:cubicBezTo>
                        <a:pt x="301800" y="348905"/>
                        <a:pt x="307229" y="339761"/>
                        <a:pt x="306943" y="330141"/>
                      </a:cubicBezTo>
                      <a:cubicBezTo>
                        <a:pt x="306753" y="324902"/>
                        <a:pt x="304943" y="319854"/>
                        <a:pt x="303038" y="314901"/>
                      </a:cubicBezTo>
                      <a:cubicBezTo>
                        <a:pt x="281416" y="258989"/>
                        <a:pt x="250841" y="206030"/>
                        <a:pt x="237982" y="147546"/>
                      </a:cubicBezTo>
                      <a:cubicBezTo>
                        <a:pt x="232934" y="124782"/>
                        <a:pt x="230743" y="101540"/>
                        <a:pt x="226076" y="78776"/>
                      </a:cubicBezTo>
                      <a:cubicBezTo>
                        <a:pt x="222456" y="61059"/>
                        <a:pt x="214646" y="290"/>
                        <a:pt x="193310" y="4"/>
                      </a:cubicBezTo>
                      <a:cubicBezTo>
                        <a:pt x="165021" y="-377"/>
                        <a:pt x="132445" y="24960"/>
                        <a:pt x="111871" y="41628"/>
                      </a:cubicBezTo>
                      <a:close/>
                    </a:path>
                  </a:pathLst>
                </a:custGeom>
                <a:solidFill>
                  <a:srgbClr val="E8858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37" name="Forme libre : forme 9536">
                  <a:extLst>
                    <a:ext uri="{FF2B5EF4-FFF2-40B4-BE49-F238E27FC236}">
                      <a16:creationId xmlns:a16="http://schemas.microsoft.com/office/drawing/2014/main" id="{3ED201EC-DDD1-4516-BE53-5A1465F5FFEC}"/>
                    </a:ext>
                  </a:extLst>
                </p:cNvPr>
                <p:cNvSpPr/>
                <p:nvPr/>
              </p:nvSpPr>
              <p:spPr>
                <a:xfrm>
                  <a:off x="2672308" y="2924487"/>
                  <a:ext cx="283720" cy="353926"/>
                </a:xfrm>
                <a:custGeom>
                  <a:avLst/>
                  <a:gdLst>
                    <a:gd name="connsiteX0" fmla="*/ 90518 w 283720"/>
                    <a:gd name="connsiteY0" fmla="*/ 64076 h 353926"/>
                    <a:gd name="connsiteX1" fmla="*/ 14604 w 283720"/>
                    <a:gd name="connsiteY1" fmla="*/ 159422 h 353926"/>
                    <a:gd name="connsiteX2" fmla="*/ 316 w 283720"/>
                    <a:gd name="connsiteY2" fmla="*/ 191045 h 353926"/>
                    <a:gd name="connsiteX3" fmla="*/ 22605 w 283720"/>
                    <a:gd name="connsiteY3" fmla="*/ 241813 h 353926"/>
                    <a:gd name="connsiteX4" fmla="*/ 74421 w 283720"/>
                    <a:gd name="connsiteY4" fmla="*/ 283532 h 353926"/>
                    <a:gd name="connsiteX5" fmla="*/ 235203 w 283720"/>
                    <a:gd name="connsiteY5" fmla="*/ 353922 h 353926"/>
                    <a:gd name="connsiteX6" fmla="*/ 268445 w 283720"/>
                    <a:gd name="connsiteY6" fmla="*/ 344683 h 353926"/>
                    <a:gd name="connsiteX7" fmla="*/ 282161 w 283720"/>
                    <a:gd name="connsiteY7" fmla="*/ 314774 h 353926"/>
                    <a:gd name="connsiteX8" fmla="*/ 250157 w 283720"/>
                    <a:gd name="connsiteY8" fmla="*/ 163041 h 353926"/>
                    <a:gd name="connsiteX9" fmla="*/ 216819 w 283720"/>
                    <a:gd name="connsiteY9" fmla="*/ 45979 h 353926"/>
                    <a:gd name="connsiteX10" fmla="*/ 192721 w 283720"/>
                    <a:gd name="connsiteY10" fmla="*/ 259 h 353926"/>
                    <a:gd name="connsiteX11" fmla="*/ 142905 w 283720"/>
                    <a:gd name="connsiteY11" fmla="*/ 22833 h 353926"/>
                    <a:gd name="connsiteX12" fmla="*/ 90518 w 283720"/>
                    <a:gd name="connsiteY12" fmla="*/ 64076 h 353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83720" h="353926">
                      <a:moveTo>
                        <a:pt x="90518" y="64076"/>
                      </a:moveTo>
                      <a:cubicBezTo>
                        <a:pt x="61276" y="92461"/>
                        <a:pt x="36987" y="125418"/>
                        <a:pt x="14604" y="159422"/>
                      </a:cubicBezTo>
                      <a:cubicBezTo>
                        <a:pt x="8222" y="169137"/>
                        <a:pt x="1745" y="179424"/>
                        <a:pt x="316" y="191045"/>
                      </a:cubicBezTo>
                      <a:cubicBezTo>
                        <a:pt x="-2065" y="209999"/>
                        <a:pt x="9365" y="228002"/>
                        <a:pt x="22605" y="241813"/>
                      </a:cubicBezTo>
                      <a:cubicBezTo>
                        <a:pt x="37940" y="257815"/>
                        <a:pt x="56228" y="270769"/>
                        <a:pt x="74421" y="283532"/>
                      </a:cubicBezTo>
                      <a:cubicBezTo>
                        <a:pt x="122998" y="317727"/>
                        <a:pt x="175766" y="353351"/>
                        <a:pt x="235203" y="353922"/>
                      </a:cubicBezTo>
                      <a:cubicBezTo>
                        <a:pt x="246918" y="354018"/>
                        <a:pt x="259587" y="352398"/>
                        <a:pt x="268445" y="344683"/>
                      </a:cubicBezTo>
                      <a:cubicBezTo>
                        <a:pt x="276922" y="337349"/>
                        <a:pt x="280446" y="325919"/>
                        <a:pt x="282161" y="314774"/>
                      </a:cubicBezTo>
                      <a:cubicBezTo>
                        <a:pt x="290066" y="263149"/>
                        <a:pt x="266159" y="212857"/>
                        <a:pt x="250157" y="163041"/>
                      </a:cubicBezTo>
                      <a:cubicBezTo>
                        <a:pt x="237774" y="124370"/>
                        <a:pt x="230059" y="84365"/>
                        <a:pt x="216819" y="45979"/>
                      </a:cubicBezTo>
                      <a:cubicBezTo>
                        <a:pt x="212914" y="34454"/>
                        <a:pt x="206056" y="2926"/>
                        <a:pt x="192721" y="259"/>
                      </a:cubicBezTo>
                      <a:cubicBezTo>
                        <a:pt x="179386" y="-2408"/>
                        <a:pt x="153669" y="16261"/>
                        <a:pt x="142905" y="22833"/>
                      </a:cubicBezTo>
                      <a:cubicBezTo>
                        <a:pt x="123950" y="34549"/>
                        <a:pt x="106520" y="48646"/>
                        <a:pt x="90518" y="64076"/>
                      </a:cubicBezTo>
                      <a:close/>
                    </a:path>
                  </a:pathLst>
                </a:custGeom>
                <a:solidFill>
                  <a:srgbClr val="E8858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38" name="Forme libre : forme 9537">
                  <a:extLst>
                    <a:ext uri="{FF2B5EF4-FFF2-40B4-BE49-F238E27FC236}">
                      <a16:creationId xmlns:a16="http://schemas.microsoft.com/office/drawing/2014/main" id="{09150DB0-EB04-412A-B3F9-240BF8E1A47E}"/>
                    </a:ext>
                  </a:extLst>
                </p:cNvPr>
                <p:cNvSpPr/>
                <p:nvPr/>
              </p:nvSpPr>
              <p:spPr>
                <a:xfrm>
                  <a:off x="5058616" y="2886789"/>
                  <a:ext cx="357962" cy="372534"/>
                </a:xfrm>
                <a:custGeom>
                  <a:avLst/>
                  <a:gdLst>
                    <a:gd name="connsiteX0" fmla="*/ 15927 w 357962"/>
                    <a:gd name="connsiteY0" fmla="*/ 95488 h 372534"/>
                    <a:gd name="connsiteX1" fmla="*/ 20 w 357962"/>
                    <a:gd name="connsiteY1" fmla="*/ 130921 h 372534"/>
                    <a:gd name="connsiteX2" fmla="*/ 33168 w 357962"/>
                    <a:gd name="connsiteY2" fmla="*/ 175593 h 372534"/>
                    <a:gd name="connsiteX3" fmla="*/ 156516 w 357962"/>
                    <a:gd name="connsiteY3" fmla="*/ 305419 h 372534"/>
                    <a:gd name="connsiteX4" fmla="*/ 244146 w 357962"/>
                    <a:gd name="connsiteY4" fmla="*/ 367808 h 372534"/>
                    <a:gd name="connsiteX5" fmla="*/ 334062 w 357962"/>
                    <a:gd name="connsiteY5" fmla="*/ 360759 h 372534"/>
                    <a:gd name="connsiteX6" fmla="*/ 356922 w 357962"/>
                    <a:gd name="connsiteY6" fmla="*/ 340566 h 372534"/>
                    <a:gd name="connsiteX7" fmla="*/ 355303 w 357962"/>
                    <a:gd name="connsiteY7" fmla="*/ 318849 h 372534"/>
                    <a:gd name="connsiteX8" fmla="*/ 287675 w 357962"/>
                    <a:gd name="connsiteY8" fmla="*/ 198072 h 372534"/>
                    <a:gd name="connsiteX9" fmla="*/ 202713 w 357962"/>
                    <a:gd name="connsiteY9" fmla="*/ 44910 h 372534"/>
                    <a:gd name="connsiteX10" fmla="*/ 180234 w 357962"/>
                    <a:gd name="connsiteY10" fmla="*/ 7382 h 372534"/>
                    <a:gd name="connsiteX11" fmla="*/ 149372 w 357962"/>
                    <a:gd name="connsiteY11" fmla="*/ 5191 h 372534"/>
                    <a:gd name="connsiteX12" fmla="*/ 80126 w 357962"/>
                    <a:gd name="connsiteY12" fmla="*/ 38052 h 372534"/>
                    <a:gd name="connsiteX13" fmla="*/ 15927 w 357962"/>
                    <a:gd name="connsiteY13" fmla="*/ 95488 h 372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57962" h="372534">
                      <a:moveTo>
                        <a:pt x="15927" y="95488"/>
                      </a:moveTo>
                      <a:cubicBezTo>
                        <a:pt x="7545" y="105775"/>
                        <a:pt x="-456" y="117681"/>
                        <a:pt x="20" y="130921"/>
                      </a:cubicBezTo>
                      <a:cubicBezTo>
                        <a:pt x="687" y="150066"/>
                        <a:pt x="18213" y="163592"/>
                        <a:pt x="33168" y="175593"/>
                      </a:cubicBezTo>
                      <a:cubicBezTo>
                        <a:pt x="79840" y="212931"/>
                        <a:pt x="115749" y="261699"/>
                        <a:pt x="156516" y="305419"/>
                      </a:cubicBezTo>
                      <a:cubicBezTo>
                        <a:pt x="181281" y="331994"/>
                        <a:pt x="209285" y="357711"/>
                        <a:pt x="244146" y="367808"/>
                      </a:cubicBezTo>
                      <a:cubicBezTo>
                        <a:pt x="273579" y="376380"/>
                        <a:pt x="305868" y="372856"/>
                        <a:pt x="334062" y="360759"/>
                      </a:cubicBezTo>
                      <a:cubicBezTo>
                        <a:pt x="343682" y="356663"/>
                        <a:pt x="353779" y="350567"/>
                        <a:pt x="356922" y="340566"/>
                      </a:cubicBezTo>
                      <a:cubicBezTo>
                        <a:pt x="359113" y="333518"/>
                        <a:pt x="357494" y="325898"/>
                        <a:pt x="355303" y="318849"/>
                      </a:cubicBezTo>
                      <a:cubicBezTo>
                        <a:pt x="342063" y="274463"/>
                        <a:pt x="312535" y="237125"/>
                        <a:pt x="287675" y="198072"/>
                      </a:cubicBezTo>
                      <a:cubicBezTo>
                        <a:pt x="256243" y="148828"/>
                        <a:pt x="231478" y="95774"/>
                        <a:pt x="202713" y="44910"/>
                      </a:cubicBezTo>
                      <a:cubicBezTo>
                        <a:pt x="195569" y="32337"/>
                        <a:pt x="188710" y="19097"/>
                        <a:pt x="180234" y="7382"/>
                      </a:cubicBezTo>
                      <a:cubicBezTo>
                        <a:pt x="171470" y="-4906"/>
                        <a:pt x="162993" y="905"/>
                        <a:pt x="149372" y="5191"/>
                      </a:cubicBezTo>
                      <a:cubicBezTo>
                        <a:pt x="124893" y="13001"/>
                        <a:pt x="101557" y="24050"/>
                        <a:pt x="80126" y="38052"/>
                      </a:cubicBezTo>
                      <a:cubicBezTo>
                        <a:pt x="55932" y="53864"/>
                        <a:pt x="34120" y="73294"/>
                        <a:pt x="15927" y="95488"/>
                      </a:cubicBezTo>
                      <a:close/>
                    </a:path>
                  </a:pathLst>
                </a:custGeom>
                <a:solidFill>
                  <a:srgbClr val="E8858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39" name="Forme libre : forme 9538">
                  <a:extLst>
                    <a:ext uri="{FF2B5EF4-FFF2-40B4-BE49-F238E27FC236}">
                      <a16:creationId xmlns:a16="http://schemas.microsoft.com/office/drawing/2014/main" id="{788AB95F-1617-4457-836D-FA26A2747845}"/>
                    </a:ext>
                  </a:extLst>
                </p:cNvPr>
                <p:cNvSpPr/>
                <p:nvPr/>
              </p:nvSpPr>
              <p:spPr>
                <a:xfrm>
                  <a:off x="6300397" y="2877190"/>
                  <a:ext cx="269241" cy="415943"/>
                </a:xfrm>
                <a:custGeom>
                  <a:avLst/>
                  <a:gdLst>
                    <a:gd name="connsiteX0" fmla="*/ 229471 w 269241"/>
                    <a:gd name="connsiteY0" fmla="*/ 288348 h 415943"/>
                    <a:gd name="connsiteX1" fmla="*/ 269094 w 269241"/>
                    <a:gd name="connsiteY1" fmla="*/ 393408 h 415943"/>
                    <a:gd name="connsiteX2" fmla="*/ 267857 w 269241"/>
                    <a:gd name="connsiteY2" fmla="*/ 403410 h 415943"/>
                    <a:gd name="connsiteX3" fmla="*/ 258617 w 269241"/>
                    <a:gd name="connsiteY3" fmla="*/ 410554 h 415943"/>
                    <a:gd name="connsiteX4" fmla="*/ 158795 w 269241"/>
                    <a:gd name="connsiteY4" fmla="*/ 392932 h 415943"/>
                    <a:gd name="connsiteX5" fmla="*/ 44209 w 269241"/>
                    <a:gd name="connsiteY5" fmla="*/ 307779 h 415943"/>
                    <a:gd name="connsiteX6" fmla="*/ 680 w 269241"/>
                    <a:gd name="connsiteY6" fmla="*/ 218434 h 415943"/>
                    <a:gd name="connsiteX7" fmla="*/ 40685 w 269241"/>
                    <a:gd name="connsiteY7" fmla="*/ 155474 h 415943"/>
                    <a:gd name="connsiteX8" fmla="*/ 150699 w 269241"/>
                    <a:gd name="connsiteY8" fmla="*/ 42888 h 415943"/>
                    <a:gd name="connsiteX9" fmla="*/ 220803 w 269241"/>
                    <a:gd name="connsiteY9" fmla="*/ 26 h 415943"/>
                    <a:gd name="connsiteX10" fmla="*/ 203848 w 269241"/>
                    <a:gd name="connsiteY10" fmla="*/ 65558 h 415943"/>
                    <a:gd name="connsiteX11" fmla="*/ 197085 w 269241"/>
                    <a:gd name="connsiteY11" fmla="*/ 141091 h 415943"/>
                    <a:gd name="connsiteX12" fmla="*/ 229471 w 269241"/>
                    <a:gd name="connsiteY12" fmla="*/ 288348 h 415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9241" h="415943">
                      <a:moveTo>
                        <a:pt x="229471" y="288348"/>
                      </a:moveTo>
                      <a:cubicBezTo>
                        <a:pt x="245092" y="322638"/>
                        <a:pt x="266332" y="355880"/>
                        <a:pt x="269094" y="393408"/>
                      </a:cubicBezTo>
                      <a:cubicBezTo>
                        <a:pt x="269380" y="396838"/>
                        <a:pt x="269380" y="400362"/>
                        <a:pt x="267857" y="403410"/>
                      </a:cubicBezTo>
                      <a:cubicBezTo>
                        <a:pt x="266047" y="406934"/>
                        <a:pt x="262237" y="409030"/>
                        <a:pt x="258617" y="410554"/>
                      </a:cubicBezTo>
                      <a:cubicBezTo>
                        <a:pt x="226327" y="424079"/>
                        <a:pt x="189466" y="409887"/>
                        <a:pt x="158795" y="392932"/>
                      </a:cubicBezTo>
                      <a:cubicBezTo>
                        <a:pt x="117076" y="369787"/>
                        <a:pt x="78404" y="341116"/>
                        <a:pt x="44209" y="307779"/>
                      </a:cubicBezTo>
                      <a:cubicBezTo>
                        <a:pt x="19540" y="283776"/>
                        <a:pt x="-4368" y="252534"/>
                        <a:pt x="680" y="218434"/>
                      </a:cubicBezTo>
                      <a:cubicBezTo>
                        <a:pt x="4395" y="193383"/>
                        <a:pt x="22969" y="173572"/>
                        <a:pt x="40685" y="155474"/>
                      </a:cubicBezTo>
                      <a:cubicBezTo>
                        <a:pt x="77357" y="117946"/>
                        <a:pt x="114028" y="80417"/>
                        <a:pt x="150699" y="42888"/>
                      </a:cubicBezTo>
                      <a:cubicBezTo>
                        <a:pt x="168606" y="24505"/>
                        <a:pt x="192990" y="-927"/>
                        <a:pt x="220803" y="26"/>
                      </a:cubicBezTo>
                      <a:cubicBezTo>
                        <a:pt x="223184" y="18505"/>
                        <a:pt x="207563" y="46413"/>
                        <a:pt x="203848" y="65558"/>
                      </a:cubicBezTo>
                      <a:cubicBezTo>
                        <a:pt x="198991" y="90418"/>
                        <a:pt x="196800" y="115755"/>
                        <a:pt x="197085" y="141091"/>
                      </a:cubicBezTo>
                      <a:cubicBezTo>
                        <a:pt x="197562" y="191669"/>
                        <a:pt x="208516" y="242151"/>
                        <a:pt x="229471" y="288348"/>
                      </a:cubicBezTo>
                      <a:close/>
                    </a:path>
                  </a:pathLst>
                </a:custGeom>
                <a:solidFill>
                  <a:srgbClr val="E8858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40" name="Forme libre : forme 9539">
                  <a:extLst>
                    <a:ext uri="{FF2B5EF4-FFF2-40B4-BE49-F238E27FC236}">
                      <a16:creationId xmlns:a16="http://schemas.microsoft.com/office/drawing/2014/main" id="{6AE39A32-CC64-4804-90EF-BE7F591E4E17}"/>
                    </a:ext>
                  </a:extLst>
                </p:cNvPr>
                <p:cNvSpPr/>
                <p:nvPr/>
              </p:nvSpPr>
              <p:spPr>
                <a:xfrm>
                  <a:off x="7178100" y="2411960"/>
                  <a:ext cx="106498" cy="422012"/>
                </a:xfrm>
                <a:custGeom>
                  <a:avLst/>
                  <a:gdLst>
                    <a:gd name="connsiteX0" fmla="*/ 68999 w 106498"/>
                    <a:gd name="connsiteY0" fmla="*/ 11199 h 422012"/>
                    <a:gd name="connsiteX1" fmla="*/ 96527 w 106498"/>
                    <a:gd name="connsiteY1" fmla="*/ 52157 h 422012"/>
                    <a:gd name="connsiteX2" fmla="*/ 106337 w 106498"/>
                    <a:gd name="connsiteY2" fmla="*/ 89304 h 422012"/>
                    <a:gd name="connsiteX3" fmla="*/ 100432 w 106498"/>
                    <a:gd name="connsiteY3" fmla="*/ 132643 h 422012"/>
                    <a:gd name="connsiteX4" fmla="*/ 58236 w 106498"/>
                    <a:gd name="connsiteY4" fmla="*/ 311046 h 422012"/>
                    <a:gd name="connsiteX5" fmla="*/ 23946 w 106498"/>
                    <a:gd name="connsiteY5" fmla="*/ 422012 h 422012"/>
                    <a:gd name="connsiteX6" fmla="*/ 28994 w 106498"/>
                    <a:gd name="connsiteY6" fmla="*/ 199509 h 422012"/>
                    <a:gd name="connsiteX7" fmla="*/ 17374 w 106498"/>
                    <a:gd name="connsiteY7" fmla="*/ 144359 h 422012"/>
                    <a:gd name="connsiteX8" fmla="*/ 1372 w 106498"/>
                    <a:gd name="connsiteY8" fmla="*/ 109973 h 422012"/>
                    <a:gd name="connsiteX9" fmla="*/ 21089 w 106498"/>
                    <a:gd name="connsiteY9" fmla="*/ 22820 h 422012"/>
                    <a:gd name="connsiteX10" fmla="*/ 68999 w 106498"/>
                    <a:gd name="connsiteY10" fmla="*/ 11199 h 422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6498" h="422012">
                      <a:moveTo>
                        <a:pt x="68999" y="11199"/>
                      </a:moveTo>
                      <a:cubicBezTo>
                        <a:pt x="81953" y="21582"/>
                        <a:pt x="90145" y="36821"/>
                        <a:pt x="96527" y="52157"/>
                      </a:cubicBezTo>
                      <a:cubicBezTo>
                        <a:pt x="101480" y="64063"/>
                        <a:pt x="105576" y="76445"/>
                        <a:pt x="106337" y="89304"/>
                      </a:cubicBezTo>
                      <a:cubicBezTo>
                        <a:pt x="107290" y="103973"/>
                        <a:pt x="103861" y="118451"/>
                        <a:pt x="100432" y="132643"/>
                      </a:cubicBezTo>
                      <a:cubicBezTo>
                        <a:pt x="86335" y="192079"/>
                        <a:pt x="72238" y="251610"/>
                        <a:pt x="58236" y="311046"/>
                      </a:cubicBezTo>
                      <a:cubicBezTo>
                        <a:pt x="49283" y="348765"/>
                        <a:pt x="40234" y="386865"/>
                        <a:pt x="23946" y="422012"/>
                      </a:cubicBezTo>
                      <a:cubicBezTo>
                        <a:pt x="18422" y="348003"/>
                        <a:pt x="33567" y="273613"/>
                        <a:pt x="28994" y="199509"/>
                      </a:cubicBezTo>
                      <a:cubicBezTo>
                        <a:pt x="27851" y="180649"/>
                        <a:pt x="25280" y="161504"/>
                        <a:pt x="17374" y="144359"/>
                      </a:cubicBezTo>
                      <a:cubicBezTo>
                        <a:pt x="12040" y="132834"/>
                        <a:pt x="4230" y="122261"/>
                        <a:pt x="1372" y="109973"/>
                      </a:cubicBezTo>
                      <a:cubicBezTo>
                        <a:pt x="-5295" y="81494"/>
                        <a:pt x="14135" y="49776"/>
                        <a:pt x="21089" y="22820"/>
                      </a:cubicBezTo>
                      <a:cubicBezTo>
                        <a:pt x="27756" y="-3088"/>
                        <a:pt x="46425" y="-6898"/>
                        <a:pt x="68999" y="11199"/>
                      </a:cubicBezTo>
                      <a:close/>
                    </a:path>
                  </a:pathLst>
                </a:custGeom>
                <a:solidFill>
                  <a:srgbClr val="E8858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41" name="Forme libre : forme 9540">
                  <a:extLst>
                    <a:ext uri="{FF2B5EF4-FFF2-40B4-BE49-F238E27FC236}">
                      <a16:creationId xmlns:a16="http://schemas.microsoft.com/office/drawing/2014/main" id="{89D3E956-4E85-4AF9-904C-05668C85A78C}"/>
                    </a:ext>
                  </a:extLst>
                </p:cNvPr>
                <p:cNvSpPr/>
                <p:nvPr/>
              </p:nvSpPr>
              <p:spPr>
                <a:xfrm>
                  <a:off x="7740857" y="2039259"/>
                  <a:ext cx="78558" cy="265225"/>
                </a:xfrm>
                <a:custGeom>
                  <a:avLst/>
                  <a:gdLst>
                    <a:gd name="connsiteX0" fmla="*/ 40310 w 78558"/>
                    <a:gd name="connsiteY0" fmla="*/ 227309 h 265225"/>
                    <a:gd name="connsiteX1" fmla="*/ 4210 w 78558"/>
                    <a:gd name="connsiteY1" fmla="*/ 265219 h 265225"/>
                    <a:gd name="connsiteX2" fmla="*/ 20212 w 78558"/>
                    <a:gd name="connsiteY2" fmla="*/ 39572 h 265225"/>
                    <a:gd name="connsiteX3" fmla="*/ 66599 w 78558"/>
                    <a:gd name="connsiteY3" fmla="*/ 2329 h 265225"/>
                    <a:gd name="connsiteX4" fmla="*/ 74505 w 78558"/>
                    <a:gd name="connsiteY4" fmla="*/ 101770 h 265225"/>
                    <a:gd name="connsiteX5" fmla="*/ 40310 w 78558"/>
                    <a:gd name="connsiteY5" fmla="*/ 227309 h 265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8558" h="265225">
                      <a:moveTo>
                        <a:pt x="40310" y="227309"/>
                      </a:moveTo>
                      <a:cubicBezTo>
                        <a:pt x="33261" y="244264"/>
                        <a:pt x="22498" y="263409"/>
                        <a:pt x="4210" y="265219"/>
                      </a:cubicBezTo>
                      <a:cubicBezTo>
                        <a:pt x="-9030" y="266552"/>
                        <a:pt x="12497" y="58622"/>
                        <a:pt x="20212" y="39572"/>
                      </a:cubicBezTo>
                      <a:cubicBezTo>
                        <a:pt x="25641" y="26237"/>
                        <a:pt x="48025" y="-9387"/>
                        <a:pt x="66599" y="2329"/>
                      </a:cubicBezTo>
                      <a:cubicBezTo>
                        <a:pt x="85744" y="14426"/>
                        <a:pt x="76695" y="82910"/>
                        <a:pt x="74505" y="101770"/>
                      </a:cubicBezTo>
                      <a:cubicBezTo>
                        <a:pt x="69742" y="145013"/>
                        <a:pt x="56883" y="187209"/>
                        <a:pt x="40310" y="227309"/>
                      </a:cubicBezTo>
                      <a:close/>
                    </a:path>
                  </a:pathLst>
                </a:custGeom>
                <a:solidFill>
                  <a:srgbClr val="E8858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42" name="Forme libre : forme 9541">
                  <a:extLst>
                    <a:ext uri="{FF2B5EF4-FFF2-40B4-BE49-F238E27FC236}">
                      <a16:creationId xmlns:a16="http://schemas.microsoft.com/office/drawing/2014/main" id="{2705A5BB-1E6C-4D1C-A291-3626A2C9EB63}"/>
                    </a:ext>
                  </a:extLst>
                </p:cNvPr>
                <p:cNvSpPr/>
                <p:nvPr/>
              </p:nvSpPr>
              <p:spPr>
                <a:xfrm>
                  <a:off x="471640" y="3059890"/>
                  <a:ext cx="261959" cy="137558"/>
                </a:xfrm>
                <a:custGeom>
                  <a:avLst/>
                  <a:gdLst>
                    <a:gd name="connsiteX0" fmla="*/ 2423 w 261959"/>
                    <a:gd name="connsiteY0" fmla="*/ 42212 h 137558"/>
                    <a:gd name="connsiteX1" fmla="*/ 23950 w 261959"/>
                    <a:gd name="connsiteY1" fmla="*/ 73740 h 137558"/>
                    <a:gd name="connsiteX2" fmla="*/ 201400 w 261959"/>
                    <a:gd name="connsiteY2" fmla="*/ 136509 h 137558"/>
                    <a:gd name="connsiteX3" fmla="*/ 235214 w 261959"/>
                    <a:gd name="connsiteY3" fmla="*/ 135747 h 137558"/>
                    <a:gd name="connsiteX4" fmla="*/ 260455 w 261959"/>
                    <a:gd name="connsiteY4" fmla="*/ 115078 h 137558"/>
                    <a:gd name="connsiteX5" fmla="*/ 236738 w 261959"/>
                    <a:gd name="connsiteY5" fmla="*/ 67548 h 137558"/>
                    <a:gd name="connsiteX6" fmla="*/ 96625 w 261959"/>
                    <a:gd name="connsiteY6" fmla="*/ 22876 h 137558"/>
                    <a:gd name="connsiteX7" fmla="*/ 24521 w 261959"/>
                    <a:gd name="connsiteY7" fmla="*/ 3064 h 137558"/>
                    <a:gd name="connsiteX8" fmla="*/ 4614 w 261959"/>
                    <a:gd name="connsiteY8" fmla="*/ 7255 h 137558"/>
                    <a:gd name="connsiteX9" fmla="*/ 2423 w 261959"/>
                    <a:gd name="connsiteY9" fmla="*/ 42212 h 137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1959" h="137558">
                      <a:moveTo>
                        <a:pt x="2423" y="42212"/>
                      </a:moveTo>
                      <a:cubicBezTo>
                        <a:pt x="6424" y="54404"/>
                        <a:pt x="14710" y="64786"/>
                        <a:pt x="23950" y="73740"/>
                      </a:cubicBezTo>
                      <a:cubicBezTo>
                        <a:pt x="69955" y="118221"/>
                        <a:pt x="137678" y="130413"/>
                        <a:pt x="201400" y="136509"/>
                      </a:cubicBezTo>
                      <a:cubicBezTo>
                        <a:pt x="212735" y="137557"/>
                        <a:pt x="224260" y="138510"/>
                        <a:pt x="235214" y="135747"/>
                      </a:cubicBezTo>
                      <a:cubicBezTo>
                        <a:pt x="246168" y="132985"/>
                        <a:pt x="256741" y="125746"/>
                        <a:pt x="260455" y="115078"/>
                      </a:cubicBezTo>
                      <a:cubicBezTo>
                        <a:pt x="266742" y="97076"/>
                        <a:pt x="252264" y="78597"/>
                        <a:pt x="236738" y="67548"/>
                      </a:cubicBezTo>
                      <a:cubicBezTo>
                        <a:pt x="195781" y="38402"/>
                        <a:pt x="144631" y="32211"/>
                        <a:pt x="96625" y="22876"/>
                      </a:cubicBezTo>
                      <a:cubicBezTo>
                        <a:pt x="71765" y="18019"/>
                        <a:pt x="48715" y="10017"/>
                        <a:pt x="24521" y="3064"/>
                      </a:cubicBezTo>
                      <a:cubicBezTo>
                        <a:pt x="12520" y="-365"/>
                        <a:pt x="11853" y="-3032"/>
                        <a:pt x="4614" y="7255"/>
                      </a:cubicBezTo>
                      <a:cubicBezTo>
                        <a:pt x="-1577" y="16113"/>
                        <a:pt x="-720" y="32592"/>
                        <a:pt x="2423" y="42212"/>
                      </a:cubicBezTo>
                      <a:close/>
                    </a:path>
                  </a:pathLst>
                </a:custGeom>
                <a:solidFill>
                  <a:srgbClr val="EF9797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43" name="Forme libre : forme 9542">
                  <a:extLst>
                    <a:ext uri="{FF2B5EF4-FFF2-40B4-BE49-F238E27FC236}">
                      <a16:creationId xmlns:a16="http://schemas.microsoft.com/office/drawing/2014/main" id="{438A3F6E-71C9-4ED9-8C8C-C2128D4A46BA}"/>
                    </a:ext>
                  </a:extLst>
                </p:cNvPr>
                <p:cNvSpPr/>
                <p:nvPr/>
              </p:nvSpPr>
              <p:spPr>
                <a:xfrm>
                  <a:off x="1644135" y="3117591"/>
                  <a:ext cx="222969" cy="169761"/>
                </a:xfrm>
                <a:custGeom>
                  <a:avLst/>
                  <a:gdLst>
                    <a:gd name="connsiteX0" fmla="*/ 145806 w 222969"/>
                    <a:gd name="connsiteY0" fmla="*/ 153675 h 169761"/>
                    <a:gd name="connsiteX1" fmla="*/ 184383 w 222969"/>
                    <a:gd name="connsiteY1" fmla="*/ 169487 h 169761"/>
                    <a:gd name="connsiteX2" fmla="*/ 220101 w 222969"/>
                    <a:gd name="connsiteY2" fmla="*/ 152913 h 169761"/>
                    <a:gd name="connsiteX3" fmla="*/ 222768 w 222969"/>
                    <a:gd name="connsiteY3" fmla="*/ 134625 h 169761"/>
                    <a:gd name="connsiteX4" fmla="*/ 191526 w 222969"/>
                    <a:gd name="connsiteY4" fmla="*/ 81190 h 169761"/>
                    <a:gd name="connsiteX5" fmla="*/ 138853 w 222969"/>
                    <a:gd name="connsiteY5" fmla="*/ 45852 h 169761"/>
                    <a:gd name="connsiteX6" fmla="*/ 75226 w 222969"/>
                    <a:gd name="connsiteY6" fmla="*/ 6419 h 169761"/>
                    <a:gd name="connsiteX7" fmla="*/ 10075 w 222969"/>
                    <a:gd name="connsiteY7" fmla="*/ 9371 h 169761"/>
                    <a:gd name="connsiteX8" fmla="*/ 22934 w 222969"/>
                    <a:gd name="connsiteY8" fmla="*/ 63092 h 169761"/>
                    <a:gd name="connsiteX9" fmla="*/ 145806 w 222969"/>
                    <a:gd name="connsiteY9" fmla="*/ 153675 h 169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2969" h="169761">
                      <a:moveTo>
                        <a:pt x="145806" y="153675"/>
                      </a:moveTo>
                      <a:cubicBezTo>
                        <a:pt x="157903" y="160723"/>
                        <a:pt x="170476" y="167962"/>
                        <a:pt x="184383" y="169487"/>
                      </a:cubicBezTo>
                      <a:cubicBezTo>
                        <a:pt x="198289" y="171106"/>
                        <a:pt x="214101" y="165581"/>
                        <a:pt x="220101" y="152913"/>
                      </a:cubicBezTo>
                      <a:cubicBezTo>
                        <a:pt x="222768" y="147293"/>
                        <a:pt x="223340" y="140816"/>
                        <a:pt x="222768" y="134625"/>
                      </a:cubicBezTo>
                      <a:cubicBezTo>
                        <a:pt x="220959" y="113575"/>
                        <a:pt x="207624" y="95001"/>
                        <a:pt x="191526" y="81190"/>
                      </a:cubicBezTo>
                      <a:cubicBezTo>
                        <a:pt x="175429" y="67474"/>
                        <a:pt x="156474" y="57568"/>
                        <a:pt x="138853" y="45852"/>
                      </a:cubicBezTo>
                      <a:cubicBezTo>
                        <a:pt x="117993" y="32041"/>
                        <a:pt x="98562" y="15658"/>
                        <a:pt x="75226" y="6419"/>
                      </a:cubicBezTo>
                      <a:cubicBezTo>
                        <a:pt x="55509" y="-1392"/>
                        <a:pt x="28268" y="-3869"/>
                        <a:pt x="10075" y="9371"/>
                      </a:cubicBezTo>
                      <a:cubicBezTo>
                        <a:pt x="-13071" y="26326"/>
                        <a:pt x="9027" y="47186"/>
                        <a:pt x="22934" y="63092"/>
                      </a:cubicBezTo>
                      <a:cubicBezTo>
                        <a:pt x="56748" y="101764"/>
                        <a:pt x="101991" y="128243"/>
                        <a:pt x="145806" y="153675"/>
                      </a:cubicBezTo>
                      <a:close/>
                    </a:path>
                  </a:pathLst>
                </a:custGeom>
                <a:solidFill>
                  <a:srgbClr val="EF9797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44" name="Forme libre : forme 9543">
                  <a:extLst>
                    <a:ext uri="{FF2B5EF4-FFF2-40B4-BE49-F238E27FC236}">
                      <a16:creationId xmlns:a16="http://schemas.microsoft.com/office/drawing/2014/main" id="{4DEE32C0-4809-4A07-A501-9225CD0C59E4}"/>
                    </a:ext>
                  </a:extLst>
                </p:cNvPr>
                <p:cNvSpPr/>
                <p:nvPr/>
              </p:nvSpPr>
              <p:spPr>
                <a:xfrm>
                  <a:off x="2728385" y="3066447"/>
                  <a:ext cx="183431" cy="196583"/>
                </a:xfrm>
                <a:custGeom>
                  <a:avLst/>
                  <a:gdLst>
                    <a:gd name="connsiteX0" fmla="*/ 27201 w 183431"/>
                    <a:gd name="connsiteY0" fmla="*/ 111474 h 196583"/>
                    <a:gd name="connsiteX1" fmla="*/ 126261 w 183431"/>
                    <a:gd name="connsiteY1" fmla="*/ 186149 h 196583"/>
                    <a:gd name="connsiteX2" fmla="*/ 153312 w 183431"/>
                    <a:gd name="connsiteY2" fmla="*/ 196341 h 196583"/>
                    <a:gd name="connsiteX3" fmla="*/ 179315 w 183431"/>
                    <a:gd name="connsiteY3" fmla="*/ 186816 h 196583"/>
                    <a:gd name="connsiteX4" fmla="*/ 176553 w 183431"/>
                    <a:gd name="connsiteY4" fmla="*/ 152907 h 196583"/>
                    <a:gd name="connsiteX5" fmla="*/ 150645 w 183431"/>
                    <a:gd name="connsiteY5" fmla="*/ 127475 h 196583"/>
                    <a:gd name="connsiteX6" fmla="*/ 107878 w 183431"/>
                    <a:gd name="connsiteY6" fmla="*/ 71373 h 196583"/>
                    <a:gd name="connsiteX7" fmla="*/ 11199 w 183431"/>
                    <a:gd name="connsiteY7" fmla="*/ 2888 h 196583"/>
                    <a:gd name="connsiteX8" fmla="*/ 27201 w 183431"/>
                    <a:gd name="connsiteY8" fmla="*/ 111474 h 196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3431" h="196583">
                      <a:moveTo>
                        <a:pt x="27201" y="111474"/>
                      </a:moveTo>
                      <a:cubicBezTo>
                        <a:pt x="51966" y="145001"/>
                        <a:pt x="89399" y="166718"/>
                        <a:pt x="126261" y="186149"/>
                      </a:cubicBezTo>
                      <a:cubicBezTo>
                        <a:pt x="134833" y="190626"/>
                        <a:pt x="143692" y="195198"/>
                        <a:pt x="153312" y="196341"/>
                      </a:cubicBezTo>
                      <a:cubicBezTo>
                        <a:pt x="162932" y="197484"/>
                        <a:pt x="173600" y="194627"/>
                        <a:pt x="179315" y="186816"/>
                      </a:cubicBezTo>
                      <a:cubicBezTo>
                        <a:pt x="186459" y="177005"/>
                        <a:pt x="183506" y="162813"/>
                        <a:pt x="176553" y="152907"/>
                      </a:cubicBezTo>
                      <a:cubicBezTo>
                        <a:pt x="169600" y="143001"/>
                        <a:pt x="159408" y="135953"/>
                        <a:pt x="150645" y="127475"/>
                      </a:cubicBezTo>
                      <a:cubicBezTo>
                        <a:pt x="133690" y="111187"/>
                        <a:pt x="122356" y="89947"/>
                        <a:pt x="107878" y="71373"/>
                      </a:cubicBezTo>
                      <a:cubicBezTo>
                        <a:pt x="94924" y="54800"/>
                        <a:pt x="31773" y="-14923"/>
                        <a:pt x="11199" y="2888"/>
                      </a:cubicBezTo>
                      <a:cubicBezTo>
                        <a:pt x="-15376" y="25844"/>
                        <a:pt x="11675" y="90518"/>
                        <a:pt x="27201" y="111474"/>
                      </a:cubicBezTo>
                      <a:close/>
                    </a:path>
                  </a:pathLst>
                </a:custGeom>
                <a:solidFill>
                  <a:srgbClr val="EF979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45" name="Forme libre : forme 9544">
                  <a:extLst>
                    <a:ext uri="{FF2B5EF4-FFF2-40B4-BE49-F238E27FC236}">
                      <a16:creationId xmlns:a16="http://schemas.microsoft.com/office/drawing/2014/main" id="{EE096A45-1B04-4BB6-BE8B-D88A13A59791}"/>
                    </a:ext>
                  </a:extLst>
                </p:cNvPr>
                <p:cNvSpPr/>
                <p:nvPr/>
              </p:nvSpPr>
              <p:spPr>
                <a:xfrm>
                  <a:off x="5175124" y="3057017"/>
                  <a:ext cx="208493" cy="174556"/>
                </a:xfrm>
                <a:custGeom>
                  <a:avLst/>
                  <a:gdLst>
                    <a:gd name="connsiteX0" fmla="*/ 92586 w 208493"/>
                    <a:gd name="connsiteY0" fmla="*/ 133382 h 174556"/>
                    <a:gd name="connsiteX1" fmla="*/ 193456 w 208493"/>
                    <a:gd name="connsiteY1" fmla="*/ 174339 h 174556"/>
                    <a:gd name="connsiteX2" fmla="*/ 201743 w 208493"/>
                    <a:gd name="connsiteY2" fmla="*/ 172148 h 174556"/>
                    <a:gd name="connsiteX3" fmla="*/ 206791 w 208493"/>
                    <a:gd name="connsiteY3" fmla="*/ 164338 h 174556"/>
                    <a:gd name="connsiteX4" fmla="*/ 187169 w 208493"/>
                    <a:gd name="connsiteY4" fmla="*/ 106616 h 174556"/>
                    <a:gd name="connsiteX5" fmla="*/ 105635 w 208493"/>
                    <a:gd name="connsiteY5" fmla="*/ 28321 h 174556"/>
                    <a:gd name="connsiteX6" fmla="*/ 99 w 208493"/>
                    <a:gd name="connsiteY6" fmla="*/ 27749 h 174556"/>
                    <a:gd name="connsiteX7" fmla="*/ 34388 w 208493"/>
                    <a:gd name="connsiteY7" fmla="*/ 80423 h 174556"/>
                    <a:gd name="connsiteX8" fmla="*/ 92586 w 208493"/>
                    <a:gd name="connsiteY8" fmla="*/ 133382 h 174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8493" h="174556">
                      <a:moveTo>
                        <a:pt x="92586" y="133382"/>
                      </a:moveTo>
                      <a:cubicBezTo>
                        <a:pt x="121828" y="156242"/>
                        <a:pt x="156404" y="176911"/>
                        <a:pt x="193456" y="174339"/>
                      </a:cubicBezTo>
                      <a:cubicBezTo>
                        <a:pt x="196313" y="174149"/>
                        <a:pt x="199362" y="173768"/>
                        <a:pt x="201743" y="172148"/>
                      </a:cubicBezTo>
                      <a:cubicBezTo>
                        <a:pt x="204314" y="170338"/>
                        <a:pt x="205838" y="167291"/>
                        <a:pt x="206791" y="164338"/>
                      </a:cubicBezTo>
                      <a:cubicBezTo>
                        <a:pt x="213173" y="144145"/>
                        <a:pt x="200504" y="123095"/>
                        <a:pt x="187169" y="106616"/>
                      </a:cubicBezTo>
                      <a:cubicBezTo>
                        <a:pt x="163547" y="77184"/>
                        <a:pt x="136020" y="50800"/>
                        <a:pt x="105635" y="28321"/>
                      </a:cubicBezTo>
                      <a:cubicBezTo>
                        <a:pt x="83728" y="12128"/>
                        <a:pt x="4766" y="-26067"/>
                        <a:pt x="99" y="27749"/>
                      </a:cubicBezTo>
                      <a:cubicBezTo>
                        <a:pt x="-1711" y="48133"/>
                        <a:pt x="21815" y="67183"/>
                        <a:pt x="34388" y="80423"/>
                      </a:cubicBezTo>
                      <a:cubicBezTo>
                        <a:pt x="52486" y="99473"/>
                        <a:pt x="71917" y="117189"/>
                        <a:pt x="92586" y="133382"/>
                      </a:cubicBezTo>
                      <a:close/>
                    </a:path>
                  </a:pathLst>
                </a:custGeom>
                <a:solidFill>
                  <a:srgbClr val="EF9797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46" name="Forme libre : forme 9545">
                  <a:extLst>
                    <a:ext uri="{FF2B5EF4-FFF2-40B4-BE49-F238E27FC236}">
                      <a16:creationId xmlns:a16="http://schemas.microsoft.com/office/drawing/2014/main" id="{4A4E466F-397A-4F3F-BD1B-2AF92C6D4795}"/>
                    </a:ext>
                  </a:extLst>
                </p:cNvPr>
                <p:cNvSpPr/>
                <p:nvPr/>
              </p:nvSpPr>
              <p:spPr>
                <a:xfrm>
                  <a:off x="6329427" y="3091411"/>
                  <a:ext cx="195661" cy="167917"/>
                </a:xfrm>
                <a:custGeom>
                  <a:avLst/>
                  <a:gdLst>
                    <a:gd name="connsiteX0" fmla="*/ 105381 w 195661"/>
                    <a:gd name="connsiteY0" fmla="*/ 130324 h 167917"/>
                    <a:gd name="connsiteX1" fmla="*/ 181677 w 195661"/>
                    <a:gd name="connsiteY1" fmla="*/ 167758 h 167917"/>
                    <a:gd name="connsiteX2" fmla="*/ 190058 w 195661"/>
                    <a:gd name="connsiteY2" fmla="*/ 166329 h 167917"/>
                    <a:gd name="connsiteX3" fmla="*/ 193106 w 195661"/>
                    <a:gd name="connsiteY3" fmla="*/ 161280 h 167917"/>
                    <a:gd name="connsiteX4" fmla="*/ 177771 w 195661"/>
                    <a:gd name="connsiteY4" fmla="*/ 95368 h 167917"/>
                    <a:gd name="connsiteX5" fmla="*/ 101666 w 195661"/>
                    <a:gd name="connsiteY5" fmla="*/ 20692 h 167917"/>
                    <a:gd name="connsiteX6" fmla="*/ 1654 w 195661"/>
                    <a:gd name="connsiteY6" fmla="*/ 25549 h 167917"/>
                    <a:gd name="connsiteX7" fmla="*/ 44992 w 195661"/>
                    <a:gd name="connsiteY7" fmla="*/ 77651 h 167917"/>
                    <a:gd name="connsiteX8" fmla="*/ 105381 w 195661"/>
                    <a:gd name="connsiteY8" fmla="*/ 130324 h 167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661" h="167917">
                      <a:moveTo>
                        <a:pt x="105381" y="130324"/>
                      </a:moveTo>
                      <a:cubicBezTo>
                        <a:pt x="128051" y="147945"/>
                        <a:pt x="153102" y="164709"/>
                        <a:pt x="181677" y="167758"/>
                      </a:cubicBezTo>
                      <a:cubicBezTo>
                        <a:pt x="184534" y="168043"/>
                        <a:pt x="187772" y="168138"/>
                        <a:pt x="190058" y="166329"/>
                      </a:cubicBezTo>
                      <a:cubicBezTo>
                        <a:pt x="191582" y="165091"/>
                        <a:pt x="192439" y="163185"/>
                        <a:pt x="193106" y="161280"/>
                      </a:cubicBezTo>
                      <a:cubicBezTo>
                        <a:pt x="200631" y="139183"/>
                        <a:pt x="190344" y="115084"/>
                        <a:pt x="177771" y="95368"/>
                      </a:cubicBezTo>
                      <a:cubicBezTo>
                        <a:pt x="158530" y="65078"/>
                        <a:pt x="133099" y="38122"/>
                        <a:pt x="101666" y="20692"/>
                      </a:cubicBezTo>
                      <a:cubicBezTo>
                        <a:pt x="83379" y="10500"/>
                        <a:pt x="-13777" y="-22838"/>
                        <a:pt x="1654" y="25549"/>
                      </a:cubicBezTo>
                      <a:cubicBezTo>
                        <a:pt x="8131" y="45837"/>
                        <a:pt x="30420" y="63268"/>
                        <a:pt x="44992" y="77651"/>
                      </a:cubicBezTo>
                      <a:cubicBezTo>
                        <a:pt x="64138" y="96320"/>
                        <a:pt x="84235" y="113941"/>
                        <a:pt x="105381" y="130324"/>
                      </a:cubicBezTo>
                      <a:close/>
                    </a:path>
                  </a:pathLst>
                </a:custGeom>
                <a:solidFill>
                  <a:srgbClr val="EF9797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47" name="Forme libre : forme 9546">
                  <a:extLst>
                    <a:ext uri="{FF2B5EF4-FFF2-40B4-BE49-F238E27FC236}">
                      <a16:creationId xmlns:a16="http://schemas.microsoft.com/office/drawing/2014/main" id="{C0477E6E-94E9-4F70-858B-E32BDBC2D111}"/>
                    </a:ext>
                  </a:extLst>
                </p:cNvPr>
                <p:cNvSpPr/>
                <p:nvPr/>
              </p:nvSpPr>
              <p:spPr>
                <a:xfrm>
                  <a:off x="7221433" y="2487856"/>
                  <a:ext cx="47431" cy="127088"/>
                </a:xfrm>
                <a:custGeom>
                  <a:avLst/>
                  <a:gdLst>
                    <a:gd name="connsiteX0" fmla="*/ 998 w 47431"/>
                    <a:gd name="connsiteY0" fmla="*/ 92752 h 127088"/>
                    <a:gd name="connsiteX1" fmla="*/ 5760 w 47431"/>
                    <a:gd name="connsiteY1" fmla="*/ 124851 h 127088"/>
                    <a:gd name="connsiteX2" fmla="*/ 8713 w 47431"/>
                    <a:gd name="connsiteY2" fmla="*/ 127042 h 127088"/>
                    <a:gd name="connsiteX3" fmla="*/ 14047 w 47431"/>
                    <a:gd name="connsiteY3" fmla="*/ 123613 h 127088"/>
                    <a:gd name="connsiteX4" fmla="*/ 34525 w 47431"/>
                    <a:gd name="connsiteY4" fmla="*/ 1407 h 127088"/>
                    <a:gd name="connsiteX5" fmla="*/ 998 w 47431"/>
                    <a:gd name="connsiteY5" fmla="*/ 92752 h 127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431" h="127088">
                      <a:moveTo>
                        <a:pt x="998" y="92752"/>
                      </a:moveTo>
                      <a:cubicBezTo>
                        <a:pt x="-527" y="103801"/>
                        <a:pt x="-1194" y="116088"/>
                        <a:pt x="5760" y="124851"/>
                      </a:cubicBezTo>
                      <a:cubicBezTo>
                        <a:pt x="6522" y="125803"/>
                        <a:pt x="7474" y="126756"/>
                        <a:pt x="8713" y="127042"/>
                      </a:cubicBezTo>
                      <a:cubicBezTo>
                        <a:pt x="10903" y="127423"/>
                        <a:pt x="12808" y="125422"/>
                        <a:pt x="14047" y="123613"/>
                      </a:cubicBezTo>
                      <a:cubicBezTo>
                        <a:pt x="27667" y="104563"/>
                        <a:pt x="67863" y="19219"/>
                        <a:pt x="34525" y="1407"/>
                      </a:cubicBezTo>
                      <a:cubicBezTo>
                        <a:pt x="8903" y="-12404"/>
                        <a:pt x="2807" y="79702"/>
                        <a:pt x="998" y="92752"/>
                      </a:cubicBezTo>
                      <a:close/>
                    </a:path>
                  </a:pathLst>
                </a:custGeom>
                <a:solidFill>
                  <a:srgbClr val="EF979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48" name="Forme libre : forme 9547">
                  <a:extLst>
                    <a:ext uri="{FF2B5EF4-FFF2-40B4-BE49-F238E27FC236}">
                      <a16:creationId xmlns:a16="http://schemas.microsoft.com/office/drawing/2014/main" id="{A8630952-CE02-46CB-B8E2-DB2C10DDF16D}"/>
                    </a:ext>
                  </a:extLst>
                </p:cNvPr>
                <p:cNvSpPr/>
                <p:nvPr/>
              </p:nvSpPr>
              <p:spPr>
                <a:xfrm>
                  <a:off x="7757936" y="2168508"/>
                  <a:ext cx="34762" cy="89301"/>
                </a:xfrm>
                <a:custGeom>
                  <a:avLst/>
                  <a:gdLst>
                    <a:gd name="connsiteX0" fmla="*/ 85 w 34762"/>
                    <a:gd name="connsiteY0" fmla="*/ 75772 h 89301"/>
                    <a:gd name="connsiteX1" fmla="*/ 2371 w 34762"/>
                    <a:gd name="connsiteY1" fmla="*/ 85393 h 89301"/>
                    <a:gd name="connsiteX2" fmla="*/ 10944 w 34762"/>
                    <a:gd name="connsiteY2" fmla="*/ 88917 h 89301"/>
                    <a:gd name="connsiteX3" fmla="*/ 16182 w 34762"/>
                    <a:gd name="connsiteY3" fmla="*/ 82440 h 89301"/>
                    <a:gd name="connsiteX4" fmla="*/ 26470 w 34762"/>
                    <a:gd name="connsiteY4" fmla="*/ 144 h 89301"/>
                    <a:gd name="connsiteX5" fmla="*/ 85 w 34762"/>
                    <a:gd name="connsiteY5" fmla="*/ 75772 h 89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762" h="89301">
                      <a:moveTo>
                        <a:pt x="85" y="75772"/>
                      </a:moveTo>
                      <a:cubicBezTo>
                        <a:pt x="276" y="79106"/>
                        <a:pt x="657" y="82630"/>
                        <a:pt x="2371" y="85393"/>
                      </a:cubicBezTo>
                      <a:cubicBezTo>
                        <a:pt x="4181" y="88250"/>
                        <a:pt x="7800" y="90155"/>
                        <a:pt x="10944" y="88917"/>
                      </a:cubicBezTo>
                      <a:cubicBezTo>
                        <a:pt x="13611" y="87869"/>
                        <a:pt x="15040" y="85012"/>
                        <a:pt x="16182" y="82440"/>
                      </a:cubicBezTo>
                      <a:cubicBezTo>
                        <a:pt x="21421" y="70248"/>
                        <a:pt x="47996" y="3478"/>
                        <a:pt x="26470" y="144"/>
                      </a:cubicBezTo>
                      <a:cubicBezTo>
                        <a:pt x="3324" y="-3476"/>
                        <a:pt x="-677" y="62342"/>
                        <a:pt x="85" y="75772"/>
                      </a:cubicBezTo>
                      <a:close/>
                    </a:path>
                  </a:pathLst>
                </a:custGeom>
                <a:solidFill>
                  <a:srgbClr val="EF979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49" name="Forme libre : forme 9548">
                  <a:extLst>
                    <a:ext uri="{FF2B5EF4-FFF2-40B4-BE49-F238E27FC236}">
                      <a16:creationId xmlns:a16="http://schemas.microsoft.com/office/drawing/2014/main" id="{0D38C3EF-DB67-4344-9B76-E070A989E4BD}"/>
                    </a:ext>
                  </a:extLst>
                </p:cNvPr>
                <p:cNvSpPr/>
                <p:nvPr/>
              </p:nvSpPr>
              <p:spPr>
                <a:xfrm>
                  <a:off x="511887" y="3006471"/>
                  <a:ext cx="123833" cy="159640"/>
                </a:xfrm>
                <a:custGeom>
                  <a:avLst/>
                  <a:gdLst>
                    <a:gd name="connsiteX0" fmla="*/ 18945 w 123833"/>
                    <a:gd name="connsiteY0" fmla="*/ 16002 h 159640"/>
                    <a:gd name="connsiteX1" fmla="*/ 372 w 123833"/>
                    <a:gd name="connsiteY1" fmla="*/ 63151 h 159640"/>
                    <a:gd name="connsiteX2" fmla="*/ 13516 w 123833"/>
                    <a:gd name="connsiteY2" fmla="*/ 111347 h 159640"/>
                    <a:gd name="connsiteX3" fmla="*/ 39710 w 123833"/>
                    <a:gd name="connsiteY3" fmla="*/ 132874 h 159640"/>
                    <a:gd name="connsiteX4" fmla="*/ 93621 w 123833"/>
                    <a:gd name="connsiteY4" fmla="*/ 158877 h 159640"/>
                    <a:gd name="connsiteX5" fmla="*/ 108861 w 123833"/>
                    <a:gd name="connsiteY5" fmla="*/ 158401 h 159640"/>
                    <a:gd name="connsiteX6" fmla="*/ 123244 w 123833"/>
                    <a:gd name="connsiteY6" fmla="*/ 138970 h 159640"/>
                    <a:gd name="connsiteX7" fmla="*/ 121720 w 123833"/>
                    <a:gd name="connsiteY7" fmla="*/ 113919 h 159640"/>
                    <a:gd name="connsiteX8" fmla="*/ 96098 w 123833"/>
                    <a:gd name="connsiteY8" fmla="*/ 39148 h 159640"/>
                    <a:gd name="connsiteX9" fmla="*/ 55521 w 123833"/>
                    <a:gd name="connsiteY9" fmla="*/ 4858 h 159640"/>
                    <a:gd name="connsiteX10" fmla="*/ 18945 w 123833"/>
                    <a:gd name="connsiteY10" fmla="*/ 16002 h 159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3833" h="159640">
                      <a:moveTo>
                        <a:pt x="18945" y="16002"/>
                      </a:moveTo>
                      <a:cubicBezTo>
                        <a:pt x="9230" y="30099"/>
                        <a:pt x="2086" y="46196"/>
                        <a:pt x="372" y="63151"/>
                      </a:cubicBezTo>
                      <a:cubicBezTo>
                        <a:pt x="-1343" y="80105"/>
                        <a:pt x="2848" y="98012"/>
                        <a:pt x="13516" y="111347"/>
                      </a:cubicBezTo>
                      <a:cubicBezTo>
                        <a:pt x="20660" y="120206"/>
                        <a:pt x="30280" y="126587"/>
                        <a:pt x="39710" y="132874"/>
                      </a:cubicBezTo>
                      <a:cubicBezTo>
                        <a:pt x="56474" y="144018"/>
                        <a:pt x="73809" y="155353"/>
                        <a:pt x="93621" y="158877"/>
                      </a:cubicBezTo>
                      <a:cubicBezTo>
                        <a:pt x="98670" y="159830"/>
                        <a:pt x="104004" y="160115"/>
                        <a:pt x="108861" y="158401"/>
                      </a:cubicBezTo>
                      <a:cubicBezTo>
                        <a:pt x="116767" y="155543"/>
                        <a:pt x="121720" y="147352"/>
                        <a:pt x="123244" y="138970"/>
                      </a:cubicBezTo>
                      <a:cubicBezTo>
                        <a:pt x="124673" y="130683"/>
                        <a:pt x="123244" y="122206"/>
                        <a:pt x="121720" y="113919"/>
                      </a:cubicBezTo>
                      <a:cubicBezTo>
                        <a:pt x="117053" y="87725"/>
                        <a:pt x="112005" y="60484"/>
                        <a:pt x="96098" y="39148"/>
                      </a:cubicBezTo>
                      <a:cubicBezTo>
                        <a:pt x="85239" y="24670"/>
                        <a:pt x="70476" y="14668"/>
                        <a:pt x="55521" y="4858"/>
                      </a:cubicBezTo>
                      <a:cubicBezTo>
                        <a:pt x="40091" y="-5143"/>
                        <a:pt x="29232" y="1143"/>
                        <a:pt x="18945" y="16002"/>
                      </a:cubicBezTo>
                      <a:close/>
                    </a:path>
                  </a:pathLst>
                </a:custGeom>
                <a:solidFill>
                  <a:srgbClr val="FFFFFF">
                    <a:alpha val="1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50" name="Forme libre : forme 9549">
                  <a:extLst>
                    <a:ext uri="{FF2B5EF4-FFF2-40B4-BE49-F238E27FC236}">
                      <a16:creationId xmlns:a16="http://schemas.microsoft.com/office/drawing/2014/main" id="{89F436BE-E1E0-4E09-8D28-EEE89469274F}"/>
                    </a:ext>
                  </a:extLst>
                </p:cNvPr>
                <p:cNvSpPr/>
                <p:nvPr/>
              </p:nvSpPr>
              <p:spPr>
                <a:xfrm>
                  <a:off x="1704225" y="3061619"/>
                  <a:ext cx="108706" cy="172505"/>
                </a:xfrm>
                <a:custGeom>
                  <a:avLst/>
                  <a:gdLst>
                    <a:gd name="connsiteX0" fmla="*/ 11041 w 108706"/>
                    <a:gd name="connsiteY0" fmla="*/ 112206 h 172505"/>
                    <a:gd name="connsiteX1" fmla="*/ 36282 w 108706"/>
                    <a:gd name="connsiteY1" fmla="*/ 153258 h 172505"/>
                    <a:gd name="connsiteX2" fmla="*/ 79621 w 108706"/>
                    <a:gd name="connsiteY2" fmla="*/ 172499 h 172505"/>
                    <a:gd name="connsiteX3" fmla="*/ 106195 w 108706"/>
                    <a:gd name="connsiteY3" fmla="*/ 159259 h 172505"/>
                    <a:gd name="connsiteX4" fmla="*/ 108577 w 108706"/>
                    <a:gd name="connsiteY4" fmla="*/ 143924 h 172505"/>
                    <a:gd name="connsiteX5" fmla="*/ 97909 w 108706"/>
                    <a:gd name="connsiteY5" fmla="*/ 53437 h 172505"/>
                    <a:gd name="connsiteX6" fmla="*/ 29900 w 108706"/>
                    <a:gd name="connsiteY6" fmla="*/ 1 h 172505"/>
                    <a:gd name="connsiteX7" fmla="*/ 11041 w 108706"/>
                    <a:gd name="connsiteY7" fmla="*/ 112206 h 172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8706" h="172505">
                      <a:moveTo>
                        <a:pt x="11041" y="112206"/>
                      </a:moveTo>
                      <a:cubicBezTo>
                        <a:pt x="16565" y="127446"/>
                        <a:pt x="24566" y="141924"/>
                        <a:pt x="36282" y="153258"/>
                      </a:cubicBezTo>
                      <a:cubicBezTo>
                        <a:pt x="47902" y="164498"/>
                        <a:pt x="63428" y="172213"/>
                        <a:pt x="79621" y="172499"/>
                      </a:cubicBezTo>
                      <a:cubicBezTo>
                        <a:pt x="90098" y="172690"/>
                        <a:pt x="101814" y="168689"/>
                        <a:pt x="106195" y="159259"/>
                      </a:cubicBezTo>
                      <a:cubicBezTo>
                        <a:pt x="108386" y="154497"/>
                        <a:pt x="108481" y="149163"/>
                        <a:pt x="108577" y="143924"/>
                      </a:cubicBezTo>
                      <a:cubicBezTo>
                        <a:pt x="108958" y="113349"/>
                        <a:pt x="109243" y="81821"/>
                        <a:pt x="97909" y="53437"/>
                      </a:cubicBezTo>
                      <a:cubicBezTo>
                        <a:pt x="86574" y="25052"/>
                        <a:pt x="60475" y="192"/>
                        <a:pt x="29900" y="1"/>
                      </a:cubicBezTo>
                      <a:cubicBezTo>
                        <a:pt x="-15534" y="-380"/>
                        <a:pt x="1897" y="87346"/>
                        <a:pt x="11041" y="112206"/>
                      </a:cubicBezTo>
                      <a:close/>
                    </a:path>
                  </a:pathLst>
                </a:custGeom>
                <a:solidFill>
                  <a:srgbClr val="FFFFFF">
                    <a:alpha val="1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51" name="Forme libre : forme 9550">
                  <a:extLst>
                    <a:ext uri="{FF2B5EF4-FFF2-40B4-BE49-F238E27FC236}">
                      <a16:creationId xmlns:a16="http://schemas.microsoft.com/office/drawing/2014/main" id="{D0D2004C-9819-4989-A0ED-809FA6AAAAC6}"/>
                    </a:ext>
                  </a:extLst>
                </p:cNvPr>
                <p:cNvSpPr/>
                <p:nvPr/>
              </p:nvSpPr>
              <p:spPr>
                <a:xfrm>
                  <a:off x="2770934" y="3017684"/>
                  <a:ext cx="63113" cy="170624"/>
                </a:xfrm>
                <a:custGeom>
                  <a:avLst/>
                  <a:gdLst>
                    <a:gd name="connsiteX0" fmla="*/ 3702 w 63113"/>
                    <a:gd name="connsiteY0" fmla="*/ 106610 h 170624"/>
                    <a:gd name="connsiteX1" fmla="*/ 17990 w 63113"/>
                    <a:gd name="connsiteY1" fmla="*/ 148997 h 170624"/>
                    <a:gd name="connsiteX2" fmla="*/ 55518 w 63113"/>
                    <a:gd name="connsiteY2" fmla="*/ 170618 h 170624"/>
                    <a:gd name="connsiteX3" fmla="*/ 60186 w 63113"/>
                    <a:gd name="connsiteY3" fmla="*/ 169380 h 170624"/>
                    <a:gd name="connsiteX4" fmla="*/ 62376 w 63113"/>
                    <a:gd name="connsiteY4" fmla="*/ 162903 h 170624"/>
                    <a:gd name="connsiteX5" fmla="*/ 63043 w 63113"/>
                    <a:gd name="connsiteY5" fmla="*/ 112706 h 170624"/>
                    <a:gd name="connsiteX6" fmla="*/ 55899 w 63113"/>
                    <a:gd name="connsiteY6" fmla="*/ 46603 h 170624"/>
                    <a:gd name="connsiteX7" fmla="*/ 10941 w 63113"/>
                    <a:gd name="connsiteY7" fmla="*/ 9074 h 170624"/>
                    <a:gd name="connsiteX8" fmla="*/ 3702 w 63113"/>
                    <a:gd name="connsiteY8" fmla="*/ 106610 h 170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3113" h="170624">
                      <a:moveTo>
                        <a:pt x="3702" y="106610"/>
                      </a:moveTo>
                      <a:cubicBezTo>
                        <a:pt x="5798" y="121469"/>
                        <a:pt x="9512" y="136614"/>
                        <a:pt x="17990" y="148997"/>
                      </a:cubicBezTo>
                      <a:cubicBezTo>
                        <a:pt x="26467" y="161379"/>
                        <a:pt x="40469" y="170904"/>
                        <a:pt x="55518" y="170618"/>
                      </a:cubicBezTo>
                      <a:cubicBezTo>
                        <a:pt x="57137" y="170618"/>
                        <a:pt x="58852" y="170428"/>
                        <a:pt x="60186" y="169380"/>
                      </a:cubicBezTo>
                      <a:cubicBezTo>
                        <a:pt x="61995" y="167951"/>
                        <a:pt x="62281" y="165189"/>
                        <a:pt x="62376" y="162903"/>
                      </a:cubicBezTo>
                      <a:cubicBezTo>
                        <a:pt x="63043" y="146235"/>
                        <a:pt x="63234" y="129470"/>
                        <a:pt x="63043" y="112706"/>
                      </a:cubicBezTo>
                      <a:cubicBezTo>
                        <a:pt x="62757" y="90513"/>
                        <a:pt x="61710" y="68034"/>
                        <a:pt x="55899" y="46603"/>
                      </a:cubicBezTo>
                      <a:cubicBezTo>
                        <a:pt x="51803" y="31839"/>
                        <a:pt x="30944" y="-20929"/>
                        <a:pt x="10941" y="9074"/>
                      </a:cubicBezTo>
                      <a:cubicBezTo>
                        <a:pt x="-4680" y="32506"/>
                        <a:pt x="-108" y="80512"/>
                        <a:pt x="3702" y="106610"/>
                      </a:cubicBezTo>
                      <a:close/>
                    </a:path>
                  </a:pathLst>
                </a:custGeom>
                <a:solidFill>
                  <a:srgbClr val="FFFFFF">
                    <a:alpha val="1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52" name="Forme libre : forme 9551">
                  <a:extLst>
                    <a:ext uri="{FF2B5EF4-FFF2-40B4-BE49-F238E27FC236}">
                      <a16:creationId xmlns:a16="http://schemas.microsoft.com/office/drawing/2014/main" id="{3C30E18C-3747-4BED-8085-280EA42632B1}"/>
                    </a:ext>
                  </a:extLst>
                </p:cNvPr>
                <p:cNvSpPr/>
                <p:nvPr/>
              </p:nvSpPr>
              <p:spPr>
                <a:xfrm>
                  <a:off x="5227892" y="3016005"/>
                  <a:ext cx="91167" cy="159552"/>
                </a:xfrm>
                <a:custGeom>
                  <a:avLst/>
                  <a:gdLst>
                    <a:gd name="connsiteX0" fmla="*/ 48866 w 91167"/>
                    <a:gd name="connsiteY0" fmla="*/ 148675 h 159552"/>
                    <a:gd name="connsiteX1" fmla="*/ 69440 w 91167"/>
                    <a:gd name="connsiteY1" fmla="*/ 159534 h 159552"/>
                    <a:gd name="connsiteX2" fmla="*/ 90014 w 91167"/>
                    <a:gd name="connsiteY2" fmla="*/ 134864 h 159552"/>
                    <a:gd name="connsiteX3" fmla="*/ 59820 w 91167"/>
                    <a:gd name="connsiteY3" fmla="*/ 35614 h 159552"/>
                    <a:gd name="connsiteX4" fmla="*/ 15910 w 91167"/>
                    <a:gd name="connsiteY4" fmla="*/ 562 h 159552"/>
                    <a:gd name="connsiteX5" fmla="*/ 384 w 91167"/>
                    <a:gd name="connsiteY5" fmla="*/ 39424 h 159552"/>
                    <a:gd name="connsiteX6" fmla="*/ 48866 w 91167"/>
                    <a:gd name="connsiteY6" fmla="*/ 148675 h 159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1167" h="159552">
                      <a:moveTo>
                        <a:pt x="48866" y="148675"/>
                      </a:moveTo>
                      <a:cubicBezTo>
                        <a:pt x="54486" y="154295"/>
                        <a:pt x="61439" y="159915"/>
                        <a:pt x="69440" y="159534"/>
                      </a:cubicBezTo>
                      <a:cubicBezTo>
                        <a:pt x="80965" y="158962"/>
                        <a:pt x="88014" y="146294"/>
                        <a:pt x="90014" y="134864"/>
                      </a:cubicBezTo>
                      <a:cubicBezTo>
                        <a:pt x="96110" y="100098"/>
                        <a:pt x="76870" y="66570"/>
                        <a:pt x="59820" y="35614"/>
                      </a:cubicBezTo>
                      <a:cubicBezTo>
                        <a:pt x="51438" y="20374"/>
                        <a:pt x="37341" y="-4010"/>
                        <a:pt x="15910" y="562"/>
                      </a:cubicBezTo>
                      <a:cubicBezTo>
                        <a:pt x="-1426" y="4276"/>
                        <a:pt x="-473" y="25612"/>
                        <a:pt x="384" y="39424"/>
                      </a:cubicBezTo>
                      <a:cubicBezTo>
                        <a:pt x="2765" y="80095"/>
                        <a:pt x="20101" y="119910"/>
                        <a:pt x="48866" y="148675"/>
                      </a:cubicBezTo>
                      <a:close/>
                    </a:path>
                  </a:pathLst>
                </a:custGeom>
                <a:solidFill>
                  <a:srgbClr val="FFFFFF">
                    <a:alpha val="1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53" name="Forme libre : forme 9552">
                  <a:extLst>
                    <a:ext uri="{FF2B5EF4-FFF2-40B4-BE49-F238E27FC236}">
                      <a16:creationId xmlns:a16="http://schemas.microsoft.com/office/drawing/2014/main" id="{0491EA64-17D4-41EF-A00D-AA0B38EBB204}"/>
                    </a:ext>
                  </a:extLst>
                </p:cNvPr>
                <p:cNvSpPr/>
                <p:nvPr/>
              </p:nvSpPr>
              <p:spPr>
                <a:xfrm>
                  <a:off x="6367630" y="3057259"/>
                  <a:ext cx="95958" cy="139824"/>
                </a:xfrm>
                <a:custGeom>
                  <a:avLst/>
                  <a:gdLst>
                    <a:gd name="connsiteX0" fmla="*/ 48795 w 95958"/>
                    <a:gd name="connsiteY0" fmla="*/ 123233 h 139824"/>
                    <a:gd name="connsiteX1" fmla="*/ 72702 w 95958"/>
                    <a:gd name="connsiteY1" fmla="*/ 139807 h 139824"/>
                    <a:gd name="connsiteX2" fmla="*/ 94800 w 95958"/>
                    <a:gd name="connsiteY2" fmla="*/ 120948 h 139824"/>
                    <a:gd name="connsiteX3" fmla="*/ 92133 w 95958"/>
                    <a:gd name="connsiteY3" fmla="*/ 89991 h 139824"/>
                    <a:gd name="connsiteX4" fmla="*/ 15838 w 95958"/>
                    <a:gd name="connsiteY4" fmla="*/ 7124 h 139824"/>
                    <a:gd name="connsiteX5" fmla="*/ 48795 w 95958"/>
                    <a:gd name="connsiteY5" fmla="*/ 123233 h 139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5958" h="139824">
                      <a:moveTo>
                        <a:pt x="48795" y="123233"/>
                      </a:moveTo>
                      <a:cubicBezTo>
                        <a:pt x="55081" y="130949"/>
                        <a:pt x="62701" y="139426"/>
                        <a:pt x="72702" y="139807"/>
                      </a:cubicBezTo>
                      <a:cubicBezTo>
                        <a:pt x="83180" y="140283"/>
                        <a:pt x="92133" y="131044"/>
                        <a:pt x="94800" y="120948"/>
                      </a:cubicBezTo>
                      <a:cubicBezTo>
                        <a:pt x="97467" y="110851"/>
                        <a:pt x="95086" y="100088"/>
                        <a:pt x="92133" y="89991"/>
                      </a:cubicBezTo>
                      <a:cubicBezTo>
                        <a:pt x="83275" y="60083"/>
                        <a:pt x="58891" y="-24975"/>
                        <a:pt x="15838" y="7124"/>
                      </a:cubicBezTo>
                      <a:cubicBezTo>
                        <a:pt x="-26548" y="38747"/>
                        <a:pt x="27173" y="96849"/>
                        <a:pt x="48795" y="123233"/>
                      </a:cubicBezTo>
                      <a:close/>
                    </a:path>
                  </a:pathLst>
                </a:custGeom>
                <a:solidFill>
                  <a:srgbClr val="FFFFFF">
                    <a:alpha val="1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54" name="Forme libre : forme 9553">
                  <a:extLst>
                    <a:ext uri="{FF2B5EF4-FFF2-40B4-BE49-F238E27FC236}">
                      <a16:creationId xmlns:a16="http://schemas.microsoft.com/office/drawing/2014/main" id="{579F1A64-682E-49F8-8220-A621A4F932DC}"/>
                    </a:ext>
                  </a:extLst>
                </p:cNvPr>
                <p:cNvSpPr/>
                <p:nvPr/>
              </p:nvSpPr>
              <p:spPr>
                <a:xfrm>
                  <a:off x="505877" y="3101149"/>
                  <a:ext cx="19621" cy="19621"/>
                </a:xfrm>
                <a:custGeom>
                  <a:avLst/>
                  <a:gdLst>
                    <a:gd name="connsiteX0" fmla="*/ 19622 w 19621"/>
                    <a:gd name="connsiteY0" fmla="*/ 9811 h 19621"/>
                    <a:gd name="connsiteX1" fmla="*/ 9811 w 19621"/>
                    <a:gd name="connsiteY1" fmla="*/ 19621 h 19621"/>
                    <a:gd name="connsiteX2" fmla="*/ 0 w 19621"/>
                    <a:gd name="connsiteY2" fmla="*/ 9811 h 19621"/>
                    <a:gd name="connsiteX3" fmla="*/ 9811 w 19621"/>
                    <a:gd name="connsiteY3" fmla="*/ 0 h 19621"/>
                    <a:gd name="connsiteX4" fmla="*/ 19622 w 19621"/>
                    <a:gd name="connsiteY4" fmla="*/ 9811 h 19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21" h="19621">
                      <a:moveTo>
                        <a:pt x="19622" y="9811"/>
                      </a:moveTo>
                      <a:cubicBezTo>
                        <a:pt x="19622" y="15229"/>
                        <a:pt x="15229" y="19621"/>
                        <a:pt x="9811" y="19621"/>
                      </a:cubicBezTo>
                      <a:cubicBezTo>
                        <a:pt x="4392" y="19621"/>
                        <a:pt x="0" y="15229"/>
                        <a:pt x="0" y="9811"/>
                      </a:cubicBezTo>
                      <a:cubicBezTo>
                        <a:pt x="0" y="4392"/>
                        <a:pt x="4392" y="0"/>
                        <a:pt x="9811" y="0"/>
                      </a:cubicBezTo>
                      <a:cubicBezTo>
                        <a:pt x="15229" y="0"/>
                        <a:pt x="19622" y="4392"/>
                        <a:pt x="19622" y="98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55" name="Forme libre : forme 9554">
                  <a:extLst>
                    <a:ext uri="{FF2B5EF4-FFF2-40B4-BE49-F238E27FC236}">
                      <a16:creationId xmlns:a16="http://schemas.microsoft.com/office/drawing/2014/main" id="{5959D6AE-2421-4895-88F9-1BCD3B1BD7A1}"/>
                    </a:ext>
                  </a:extLst>
                </p:cNvPr>
                <p:cNvSpPr/>
                <p:nvPr/>
              </p:nvSpPr>
              <p:spPr>
                <a:xfrm>
                  <a:off x="533690" y="3158966"/>
                  <a:ext cx="17335" cy="17335"/>
                </a:xfrm>
                <a:custGeom>
                  <a:avLst/>
                  <a:gdLst>
                    <a:gd name="connsiteX0" fmla="*/ 17336 w 17335"/>
                    <a:gd name="connsiteY0" fmla="*/ 8668 h 17335"/>
                    <a:gd name="connsiteX1" fmla="*/ 8668 w 17335"/>
                    <a:gd name="connsiteY1" fmla="*/ 17336 h 17335"/>
                    <a:gd name="connsiteX2" fmla="*/ 0 w 17335"/>
                    <a:gd name="connsiteY2" fmla="*/ 8668 h 17335"/>
                    <a:gd name="connsiteX3" fmla="*/ 8668 w 17335"/>
                    <a:gd name="connsiteY3" fmla="*/ 0 h 17335"/>
                    <a:gd name="connsiteX4" fmla="*/ 17336 w 17335"/>
                    <a:gd name="connsiteY4" fmla="*/ 8668 h 17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35" h="17335">
                      <a:moveTo>
                        <a:pt x="17336" y="8668"/>
                      </a:moveTo>
                      <a:cubicBezTo>
                        <a:pt x="17336" y="13455"/>
                        <a:pt x="13455" y="17336"/>
                        <a:pt x="8668" y="17336"/>
                      </a:cubicBezTo>
                      <a:cubicBezTo>
                        <a:pt x="3881" y="17336"/>
                        <a:pt x="0" y="13455"/>
                        <a:pt x="0" y="8668"/>
                      </a:cubicBezTo>
                      <a:cubicBezTo>
                        <a:pt x="0" y="3881"/>
                        <a:pt x="3881" y="0"/>
                        <a:pt x="8668" y="0"/>
                      </a:cubicBezTo>
                      <a:cubicBezTo>
                        <a:pt x="13455" y="0"/>
                        <a:pt x="17336" y="3881"/>
                        <a:pt x="17336" y="86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56" name="Forme libre : forme 9555">
                  <a:extLst>
                    <a:ext uri="{FF2B5EF4-FFF2-40B4-BE49-F238E27FC236}">
                      <a16:creationId xmlns:a16="http://schemas.microsoft.com/office/drawing/2014/main" id="{02AA2B98-C5C1-41D3-90E1-E25479C236BC}"/>
                    </a:ext>
                  </a:extLst>
                </p:cNvPr>
                <p:cNvSpPr/>
                <p:nvPr/>
              </p:nvSpPr>
              <p:spPr>
                <a:xfrm>
                  <a:off x="1703264" y="3155823"/>
                  <a:ext cx="26860" cy="26860"/>
                </a:xfrm>
                <a:custGeom>
                  <a:avLst/>
                  <a:gdLst>
                    <a:gd name="connsiteX0" fmla="*/ 26860 w 26860"/>
                    <a:gd name="connsiteY0" fmla="*/ 13430 h 26860"/>
                    <a:gd name="connsiteX1" fmla="*/ 13430 w 26860"/>
                    <a:gd name="connsiteY1" fmla="*/ 26861 h 26860"/>
                    <a:gd name="connsiteX2" fmla="*/ 0 w 26860"/>
                    <a:gd name="connsiteY2" fmla="*/ 13430 h 26860"/>
                    <a:gd name="connsiteX3" fmla="*/ 13430 w 26860"/>
                    <a:gd name="connsiteY3" fmla="*/ 0 h 26860"/>
                    <a:gd name="connsiteX4" fmla="*/ 26860 w 26860"/>
                    <a:gd name="connsiteY4" fmla="*/ 13430 h 26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860" h="26860">
                      <a:moveTo>
                        <a:pt x="26860" y="13430"/>
                      </a:moveTo>
                      <a:cubicBezTo>
                        <a:pt x="26860" y="20848"/>
                        <a:pt x="20848" y="26861"/>
                        <a:pt x="13430" y="26861"/>
                      </a:cubicBezTo>
                      <a:cubicBezTo>
                        <a:pt x="6013" y="26861"/>
                        <a:pt x="0" y="20848"/>
                        <a:pt x="0" y="13430"/>
                      </a:cubicBezTo>
                      <a:cubicBezTo>
                        <a:pt x="0" y="6013"/>
                        <a:pt x="6013" y="0"/>
                        <a:pt x="13430" y="0"/>
                      </a:cubicBezTo>
                      <a:cubicBezTo>
                        <a:pt x="20847" y="0"/>
                        <a:pt x="26860" y="6013"/>
                        <a:pt x="26860" y="13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57" name="Forme libre : forme 9556">
                  <a:extLst>
                    <a:ext uri="{FF2B5EF4-FFF2-40B4-BE49-F238E27FC236}">
                      <a16:creationId xmlns:a16="http://schemas.microsoft.com/office/drawing/2014/main" id="{75204B59-008C-4324-A0E5-5226E8DBC90A}"/>
                    </a:ext>
                  </a:extLst>
                </p:cNvPr>
                <p:cNvSpPr/>
                <p:nvPr/>
              </p:nvSpPr>
              <p:spPr>
                <a:xfrm>
                  <a:off x="1729268" y="3204876"/>
                  <a:ext cx="14287" cy="14287"/>
                </a:xfrm>
                <a:custGeom>
                  <a:avLst/>
                  <a:gdLst>
                    <a:gd name="connsiteX0" fmla="*/ 14288 w 14287"/>
                    <a:gd name="connsiteY0" fmla="*/ 7144 h 14287"/>
                    <a:gd name="connsiteX1" fmla="*/ 7144 w 14287"/>
                    <a:gd name="connsiteY1" fmla="*/ 14288 h 14287"/>
                    <a:gd name="connsiteX2" fmla="*/ 0 w 14287"/>
                    <a:gd name="connsiteY2" fmla="*/ 7144 h 14287"/>
                    <a:gd name="connsiteX3" fmla="*/ 7144 w 14287"/>
                    <a:gd name="connsiteY3" fmla="*/ 0 h 14287"/>
                    <a:gd name="connsiteX4" fmla="*/ 14288 w 14287"/>
                    <a:gd name="connsiteY4" fmla="*/ 7144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87" h="14287">
                      <a:moveTo>
                        <a:pt x="14288" y="7144"/>
                      </a:moveTo>
                      <a:cubicBezTo>
                        <a:pt x="14288" y="11089"/>
                        <a:pt x="11089" y="14288"/>
                        <a:pt x="7144" y="14288"/>
                      </a:cubicBezTo>
                      <a:cubicBezTo>
                        <a:pt x="3198" y="14288"/>
                        <a:pt x="0" y="11089"/>
                        <a:pt x="0" y="7144"/>
                      </a:cubicBezTo>
                      <a:cubicBezTo>
                        <a:pt x="0" y="3198"/>
                        <a:pt x="3198" y="0"/>
                        <a:pt x="7144" y="0"/>
                      </a:cubicBezTo>
                      <a:cubicBezTo>
                        <a:pt x="11089" y="0"/>
                        <a:pt x="14288" y="3198"/>
                        <a:pt x="14288" y="71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58" name="Forme libre : forme 9557">
                  <a:extLst>
                    <a:ext uri="{FF2B5EF4-FFF2-40B4-BE49-F238E27FC236}">
                      <a16:creationId xmlns:a16="http://schemas.microsoft.com/office/drawing/2014/main" id="{2CD809B6-38FE-4875-BF5B-77B943003D53}"/>
                    </a:ext>
                  </a:extLst>
                </p:cNvPr>
                <p:cNvSpPr/>
                <p:nvPr/>
              </p:nvSpPr>
              <p:spPr>
                <a:xfrm>
                  <a:off x="2758730" y="3067050"/>
                  <a:ext cx="30861" cy="30861"/>
                </a:xfrm>
                <a:custGeom>
                  <a:avLst/>
                  <a:gdLst>
                    <a:gd name="connsiteX0" fmla="*/ 30861 w 30861"/>
                    <a:gd name="connsiteY0" fmla="*/ 15430 h 30861"/>
                    <a:gd name="connsiteX1" fmla="*/ 15431 w 30861"/>
                    <a:gd name="connsiteY1" fmla="*/ 30861 h 30861"/>
                    <a:gd name="connsiteX2" fmla="*/ 0 w 30861"/>
                    <a:gd name="connsiteY2" fmla="*/ 15430 h 30861"/>
                    <a:gd name="connsiteX3" fmla="*/ 15431 w 30861"/>
                    <a:gd name="connsiteY3" fmla="*/ 0 h 30861"/>
                    <a:gd name="connsiteX4" fmla="*/ 30861 w 30861"/>
                    <a:gd name="connsiteY4" fmla="*/ 15430 h 30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61" h="30861">
                      <a:moveTo>
                        <a:pt x="30861" y="15430"/>
                      </a:moveTo>
                      <a:cubicBezTo>
                        <a:pt x="30861" y="23953"/>
                        <a:pt x="23952" y="30861"/>
                        <a:pt x="15431" y="30861"/>
                      </a:cubicBezTo>
                      <a:cubicBezTo>
                        <a:pt x="6908" y="30861"/>
                        <a:pt x="0" y="23952"/>
                        <a:pt x="0" y="15430"/>
                      </a:cubicBezTo>
                      <a:cubicBezTo>
                        <a:pt x="0" y="6908"/>
                        <a:pt x="6909" y="0"/>
                        <a:pt x="15431" y="0"/>
                      </a:cubicBezTo>
                      <a:cubicBezTo>
                        <a:pt x="23953" y="0"/>
                        <a:pt x="30861" y="6909"/>
                        <a:pt x="30861" y="15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59" name="Forme libre : forme 9558">
                  <a:extLst>
                    <a:ext uri="{FF2B5EF4-FFF2-40B4-BE49-F238E27FC236}">
                      <a16:creationId xmlns:a16="http://schemas.microsoft.com/office/drawing/2014/main" id="{FDAA5E26-C375-46B8-B7D5-BB83220FDB1F}"/>
                    </a:ext>
                  </a:extLst>
                </p:cNvPr>
                <p:cNvSpPr/>
                <p:nvPr/>
              </p:nvSpPr>
              <p:spPr>
                <a:xfrm>
                  <a:off x="2773779" y="3139154"/>
                  <a:ext cx="16573" cy="16573"/>
                </a:xfrm>
                <a:custGeom>
                  <a:avLst/>
                  <a:gdLst>
                    <a:gd name="connsiteX0" fmla="*/ 16573 w 16573"/>
                    <a:gd name="connsiteY0" fmla="*/ 8287 h 16573"/>
                    <a:gd name="connsiteX1" fmla="*/ 8287 w 16573"/>
                    <a:gd name="connsiteY1" fmla="*/ 16573 h 16573"/>
                    <a:gd name="connsiteX2" fmla="*/ 0 w 16573"/>
                    <a:gd name="connsiteY2" fmla="*/ 8287 h 16573"/>
                    <a:gd name="connsiteX3" fmla="*/ 8287 w 16573"/>
                    <a:gd name="connsiteY3" fmla="*/ 0 h 16573"/>
                    <a:gd name="connsiteX4" fmla="*/ 16573 w 16573"/>
                    <a:gd name="connsiteY4" fmla="*/ 8287 h 16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73" h="16573">
                      <a:moveTo>
                        <a:pt x="16573" y="8287"/>
                      </a:moveTo>
                      <a:cubicBezTo>
                        <a:pt x="16573" y="12864"/>
                        <a:pt x="12863" y="16573"/>
                        <a:pt x="8287" y="16573"/>
                      </a:cubicBezTo>
                      <a:cubicBezTo>
                        <a:pt x="3710" y="16573"/>
                        <a:pt x="0" y="12863"/>
                        <a:pt x="0" y="8287"/>
                      </a:cubicBezTo>
                      <a:cubicBezTo>
                        <a:pt x="0" y="3710"/>
                        <a:pt x="3710" y="0"/>
                        <a:pt x="8287" y="0"/>
                      </a:cubicBezTo>
                      <a:cubicBezTo>
                        <a:pt x="12863" y="0"/>
                        <a:pt x="16573" y="3710"/>
                        <a:pt x="16573" y="82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60" name="Forme libre : forme 9559">
                  <a:extLst>
                    <a:ext uri="{FF2B5EF4-FFF2-40B4-BE49-F238E27FC236}">
                      <a16:creationId xmlns:a16="http://schemas.microsoft.com/office/drawing/2014/main" id="{3E5F95C5-8B7E-4ED8-B9A8-2B235C3668E2}"/>
                    </a:ext>
                  </a:extLst>
                </p:cNvPr>
                <p:cNvSpPr/>
                <p:nvPr/>
              </p:nvSpPr>
              <p:spPr>
                <a:xfrm>
                  <a:off x="5167602" y="3065526"/>
                  <a:ext cx="27622" cy="27622"/>
                </a:xfrm>
                <a:custGeom>
                  <a:avLst/>
                  <a:gdLst>
                    <a:gd name="connsiteX0" fmla="*/ 27623 w 27622"/>
                    <a:gd name="connsiteY0" fmla="*/ 13811 h 27622"/>
                    <a:gd name="connsiteX1" fmla="*/ 13811 w 27622"/>
                    <a:gd name="connsiteY1" fmla="*/ 27623 h 27622"/>
                    <a:gd name="connsiteX2" fmla="*/ 0 w 27622"/>
                    <a:gd name="connsiteY2" fmla="*/ 13811 h 27622"/>
                    <a:gd name="connsiteX3" fmla="*/ 13811 w 27622"/>
                    <a:gd name="connsiteY3" fmla="*/ 0 h 27622"/>
                    <a:gd name="connsiteX4" fmla="*/ 27623 w 27622"/>
                    <a:gd name="connsiteY4" fmla="*/ 13811 h 27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22" h="27622">
                      <a:moveTo>
                        <a:pt x="27623" y="13811"/>
                      </a:moveTo>
                      <a:cubicBezTo>
                        <a:pt x="27623" y="21439"/>
                        <a:pt x="21439" y="27623"/>
                        <a:pt x="13811" y="27623"/>
                      </a:cubicBezTo>
                      <a:cubicBezTo>
                        <a:pt x="6183" y="27623"/>
                        <a:pt x="0" y="21439"/>
                        <a:pt x="0" y="13811"/>
                      </a:cubicBezTo>
                      <a:cubicBezTo>
                        <a:pt x="0" y="6184"/>
                        <a:pt x="6183" y="0"/>
                        <a:pt x="13811" y="0"/>
                      </a:cubicBezTo>
                      <a:cubicBezTo>
                        <a:pt x="21439" y="0"/>
                        <a:pt x="27623" y="6184"/>
                        <a:pt x="27623" y="138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61" name="Forme libre : forme 9560">
                  <a:extLst>
                    <a:ext uri="{FF2B5EF4-FFF2-40B4-BE49-F238E27FC236}">
                      <a16:creationId xmlns:a16="http://schemas.microsoft.com/office/drawing/2014/main" id="{802B8B4A-DD88-4ED6-898A-7327922C9B5E}"/>
                    </a:ext>
                  </a:extLst>
                </p:cNvPr>
                <p:cNvSpPr/>
                <p:nvPr/>
              </p:nvSpPr>
              <p:spPr>
                <a:xfrm>
                  <a:off x="5235706" y="3121723"/>
                  <a:ext cx="19811" cy="19812"/>
                </a:xfrm>
                <a:custGeom>
                  <a:avLst/>
                  <a:gdLst>
                    <a:gd name="connsiteX0" fmla="*/ 19812 w 19811"/>
                    <a:gd name="connsiteY0" fmla="*/ 9906 h 19812"/>
                    <a:gd name="connsiteX1" fmla="*/ 9906 w 19811"/>
                    <a:gd name="connsiteY1" fmla="*/ 19812 h 19812"/>
                    <a:gd name="connsiteX2" fmla="*/ 1 w 19811"/>
                    <a:gd name="connsiteY2" fmla="*/ 9906 h 19812"/>
                    <a:gd name="connsiteX3" fmla="*/ 9906 w 19811"/>
                    <a:gd name="connsiteY3" fmla="*/ 0 h 19812"/>
                    <a:gd name="connsiteX4" fmla="*/ 19812 w 19811"/>
                    <a:gd name="connsiteY4" fmla="*/ 9906 h 19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11" h="19812">
                      <a:moveTo>
                        <a:pt x="19812" y="9906"/>
                      </a:moveTo>
                      <a:cubicBezTo>
                        <a:pt x="19812" y="15377"/>
                        <a:pt x="15377" y="19812"/>
                        <a:pt x="9906" y="19812"/>
                      </a:cubicBezTo>
                      <a:cubicBezTo>
                        <a:pt x="4435" y="19812"/>
                        <a:pt x="1" y="15377"/>
                        <a:pt x="1" y="9906"/>
                      </a:cubicBezTo>
                      <a:cubicBezTo>
                        <a:pt x="1" y="4435"/>
                        <a:pt x="4436" y="0"/>
                        <a:pt x="9906" y="0"/>
                      </a:cubicBezTo>
                      <a:cubicBezTo>
                        <a:pt x="15378" y="0"/>
                        <a:pt x="19812" y="4435"/>
                        <a:pt x="19812" y="99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62" name="Forme libre : forme 9561">
                  <a:extLst>
                    <a:ext uri="{FF2B5EF4-FFF2-40B4-BE49-F238E27FC236}">
                      <a16:creationId xmlns:a16="http://schemas.microsoft.com/office/drawing/2014/main" id="{E67C7456-CD5C-428C-A127-808ECD8D1C60}"/>
                    </a:ext>
                  </a:extLst>
                </p:cNvPr>
                <p:cNvSpPr/>
                <p:nvPr/>
              </p:nvSpPr>
              <p:spPr>
                <a:xfrm>
                  <a:off x="6352226" y="3082861"/>
                  <a:ext cx="29336" cy="29337"/>
                </a:xfrm>
                <a:custGeom>
                  <a:avLst/>
                  <a:gdLst>
                    <a:gd name="connsiteX0" fmla="*/ 29337 w 29336"/>
                    <a:gd name="connsiteY0" fmla="*/ 14669 h 29337"/>
                    <a:gd name="connsiteX1" fmla="*/ 14669 w 29336"/>
                    <a:gd name="connsiteY1" fmla="*/ 29337 h 29337"/>
                    <a:gd name="connsiteX2" fmla="*/ 0 w 29336"/>
                    <a:gd name="connsiteY2" fmla="*/ 14669 h 29337"/>
                    <a:gd name="connsiteX3" fmla="*/ 14669 w 29336"/>
                    <a:gd name="connsiteY3" fmla="*/ 0 h 29337"/>
                    <a:gd name="connsiteX4" fmla="*/ 29337 w 29336"/>
                    <a:gd name="connsiteY4" fmla="*/ 14669 h 29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36" h="29337">
                      <a:moveTo>
                        <a:pt x="29337" y="14669"/>
                      </a:moveTo>
                      <a:cubicBezTo>
                        <a:pt x="29337" y="22770"/>
                        <a:pt x="22770" y="29337"/>
                        <a:pt x="14669" y="29337"/>
                      </a:cubicBezTo>
                      <a:cubicBezTo>
                        <a:pt x="6567" y="29337"/>
                        <a:pt x="0" y="22770"/>
                        <a:pt x="0" y="14669"/>
                      </a:cubicBezTo>
                      <a:cubicBezTo>
                        <a:pt x="0" y="6567"/>
                        <a:pt x="6567" y="0"/>
                        <a:pt x="14669" y="0"/>
                      </a:cubicBezTo>
                      <a:cubicBezTo>
                        <a:pt x="22770" y="0"/>
                        <a:pt x="29337" y="6567"/>
                        <a:pt x="29337" y="146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63" name="Forme libre : forme 9562">
                  <a:extLst>
                    <a:ext uri="{FF2B5EF4-FFF2-40B4-BE49-F238E27FC236}">
                      <a16:creationId xmlns:a16="http://schemas.microsoft.com/office/drawing/2014/main" id="{A500D494-956F-409B-A6F2-BDF598F95F5C}"/>
                    </a:ext>
                  </a:extLst>
                </p:cNvPr>
                <p:cNvSpPr/>
                <p:nvPr/>
              </p:nvSpPr>
              <p:spPr>
                <a:xfrm>
                  <a:off x="6388707" y="3147060"/>
                  <a:ext cx="15811" cy="15811"/>
                </a:xfrm>
                <a:custGeom>
                  <a:avLst/>
                  <a:gdLst>
                    <a:gd name="connsiteX0" fmla="*/ 15812 w 15811"/>
                    <a:gd name="connsiteY0" fmla="*/ 7906 h 15811"/>
                    <a:gd name="connsiteX1" fmla="*/ 7906 w 15811"/>
                    <a:gd name="connsiteY1" fmla="*/ 15811 h 15811"/>
                    <a:gd name="connsiteX2" fmla="*/ 0 w 15811"/>
                    <a:gd name="connsiteY2" fmla="*/ 7906 h 15811"/>
                    <a:gd name="connsiteX3" fmla="*/ 7906 w 15811"/>
                    <a:gd name="connsiteY3" fmla="*/ 0 h 15811"/>
                    <a:gd name="connsiteX4" fmla="*/ 15812 w 15811"/>
                    <a:gd name="connsiteY4" fmla="*/ 7906 h 15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11" h="15811">
                      <a:moveTo>
                        <a:pt x="15812" y="7906"/>
                      </a:moveTo>
                      <a:cubicBezTo>
                        <a:pt x="15812" y="12272"/>
                        <a:pt x="12272" y="15811"/>
                        <a:pt x="7906" y="15811"/>
                      </a:cubicBezTo>
                      <a:cubicBezTo>
                        <a:pt x="3540" y="15811"/>
                        <a:pt x="0" y="12272"/>
                        <a:pt x="0" y="7906"/>
                      </a:cubicBezTo>
                      <a:cubicBezTo>
                        <a:pt x="0" y="3540"/>
                        <a:pt x="3539" y="0"/>
                        <a:pt x="7906" y="0"/>
                      </a:cubicBezTo>
                      <a:cubicBezTo>
                        <a:pt x="12272" y="0"/>
                        <a:pt x="15812" y="3540"/>
                        <a:pt x="15812" y="79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9564" name="Graphique 1">
                  <a:extLst>
                    <a:ext uri="{FF2B5EF4-FFF2-40B4-BE49-F238E27FC236}">
                      <a16:creationId xmlns:a16="http://schemas.microsoft.com/office/drawing/2014/main" id="{D34CAE14-E1EF-469C-86A0-068B0D052168}"/>
                    </a:ext>
                  </a:extLst>
                </p:cNvPr>
                <p:cNvGrpSpPr/>
                <p:nvPr/>
              </p:nvGrpSpPr>
              <p:grpSpPr>
                <a:xfrm>
                  <a:off x="287153" y="2479357"/>
                  <a:ext cx="203902" cy="132250"/>
                  <a:chOff x="287153" y="2479357"/>
                  <a:chExt cx="203902" cy="132250"/>
                </a:xfrm>
                <a:solidFill>
                  <a:schemeClr val="accent1"/>
                </a:solidFill>
              </p:grpSpPr>
              <p:sp>
                <p:nvSpPr>
                  <p:cNvPr id="9846" name="Forme libre : forme 9845">
                    <a:extLst>
                      <a:ext uri="{FF2B5EF4-FFF2-40B4-BE49-F238E27FC236}">
                        <a16:creationId xmlns:a16="http://schemas.microsoft.com/office/drawing/2014/main" id="{6390DFF5-3173-4061-AE38-10F6F60621C9}"/>
                      </a:ext>
                    </a:extLst>
                  </p:cNvPr>
                  <p:cNvSpPr/>
                  <p:nvPr/>
                </p:nvSpPr>
                <p:spPr>
                  <a:xfrm>
                    <a:off x="287153" y="2479357"/>
                    <a:ext cx="203902" cy="132250"/>
                  </a:xfrm>
                  <a:custGeom>
                    <a:avLst/>
                    <a:gdLst>
                      <a:gd name="connsiteX0" fmla="*/ 138618 w 203902"/>
                      <a:gd name="connsiteY0" fmla="*/ 75438 h 132250"/>
                      <a:gd name="connsiteX1" fmla="*/ 124616 w 203902"/>
                      <a:gd name="connsiteY1" fmla="*/ 80296 h 132250"/>
                      <a:gd name="connsiteX2" fmla="*/ 116234 w 203902"/>
                      <a:gd name="connsiteY2" fmla="*/ 83249 h 132250"/>
                      <a:gd name="connsiteX3" fmla="*/ 108043 w 203902"/>
                      <a:gd name="connsiteY3" fmla="*/ 87059 h 132250"/>
                      <a:gd name="connsiteX4" fmla="*/ 80516 w 203902"/>
                      <a:gd name="connsiteY4" fmla="*/ 102013 h 132250"/>
                      <a:gd name="connsiteX5" fmla="*/ 20794 w 203902"/>
                      <a:gd name="connsiteY5" fmla="*/ 130969 h 132250"/>
                      <a:gd name="connsiteX6" fmla="*/ 9078 w 203902"/>
                      <a:gd name="connsiteY6" fmla="*/ 131445 h 132250"/>
                      <a:gd name="connsiteX7" fmla="*/ 1172 w 203902"/>
                      <a:gd name="connsiteY7" fmla="*/ 122111 h 132250"/>
                      <a:gd name="connsiteX8" fmla="*/ 5554 w 203902"/>
                      <a:gd name="connsiteY8" fmla="*/ 80772 h 132250"/>
                      <a:gd name="connsiteX9" fmla="*/ 37939 w 203902"/>
                      <a:gd name="connsiteY9" fmla="*/ 39719 h 132250"/>
                      <a:gd name="connsiteX10" fmla="*/ 75277 w 203902"/>
                      <a:gd name="connsiteY10" fmla="*/ 17621 h 132250"/>
                      <a:gd name="connsiteX11" fmla="*/ 115282 w 203902"/>
                      <a:gd name="connsiteY11" fmla="*/ 3524 h 132250"/>
                      <a:gd name="connsiteX12" fmla="*/ 141380 w 203902"/>
                      <a:gd name="connsiteY12" fmla="*/ 0 h 132250"/>
                      <a:gd name="connsiteX13" fmla="*/ 162716 w 203902"/>
                      <a:gd name="connsiteY13" fmla="*/ 2477 h 132250"/>
                      <a:gd name="connsiteX14" fmla="*/ 180528 w 203902"/>
                      <a:gd name="connsiteY14" fmla="*/ 8763 h 132250"/>
                      <a:gd name="connsiteX15" fmla="*/ 196435 w 203902"/>
                      <a:gd name="connsiteY15" fmla="*/ 17907 h 132250"/>
                      <a:gd name="connsiteX16" fmla="*/ 201102 w 203902"/>
                      <a:gd name="connsiteY16" fmla="*/ 38481 h 132250"/>
                      <a:gd name="connsiteX17" fmla="*/ 174718 w 203902"/>
                      <a:gd name="connsiteY17" fmla="*/ 59627 h 132250"/>
                      <a:gd name="connsiteX18" fmla="*/ 138618 w 203902"/>
                      <a:gd name="connsiteY18" fmla="*/ 75438 h 132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03902" h="132250">
                        <a:moveTo>
                          <a:pt x="138618" y="75438"/>
                        </a:moveTo>
                        <a:cubicBezTo>
                          <a:pt x="134713" y="76486"/>
                          <a:pt x="129950" y="78391"/>
                          <a:pt x="124616" y="80296"/>
                        </a:cubicBezTo>
                        <a:cubicBezTo>
                          <a:pt x="121949" y="81248"/>
                          <a:pt x="119187" y="82201"/>
                          <a:pt x="116234" y="83249"/>
                        </a:cubicBezTo>
                        <a:cubicBezTo>
                          <a:pt x="113567" y="84487"/>
                          <a:pt x="110805" y="85725"/>
                          <a:pt x="108043" y="87059"/>
                        </a:cubicBezTo>
                        <a:cubicBezTo>
                          <a:pt x="96708" y="91821"/>
                          <a:pt x="86897" y="98108"/>
                          <a:pt x="80516" y="102013"/>
                        </a:cubicBezTo>
                        <a:cubicBezTo>
                          <a:pt x="57656" y="117443"/>
                          <a:pt x="42416" y="121920"/>
                          <a:pt x="20794" y="130969"/>
                        </a:cubicBezTo>
                        <a:cubicBezTo>
                          <a:pt x="17270" y="132588"/>
                          <a:pt x="12983" y="132588"/>
                          <a:pt x="9078" y="131445"/>
                        </a:cubicBezTo>
                        <a:cubicBezTo>
                          <a:pt x="5173" y="130207"/>
                          <a:pt x="2030" y="126683"/>
                          <a:pt x="1172" y="122111"/>
                        </a:cubicBezTo>
                        <a:cubicBezTo>
                          <a:pt x="-1209" y="108776"/>
                          <a:pt x="-66" y="94964"/>
                          <a:pt x="5554" y="80772"/>
                        </a:cubicBezTo>
                        <a:cubicBezTo>
                          <a:pt x="11078" y="66485"/>
                          <a:pt x="21746" y="52483"/>
                          <a:pt x="37939" y="39719"/>
                        </a:cubicBezTo>
                        <a:cubicBezTo>
                          <a:pt x="46607" y="32957"/>
                          <a:pt x="60513" y="24098"/>
                          <a:pt x="75277" y="17621"/>
                        </a:cubicBezTo>
                        <a:cubicBezTo>
                          <a:pt x="89850" y="10668"/>
                          <a:pt x="104995" y="6477"/>
                          <a:pt x="115282" y="3524"/>
                        </a:cubicBezTo>
                        <a:cubicBezTo>
                          <a:pt x="124902" y="1524"/>
                          <a:pt x="133570" y="286"/>
                          <a:pt x="141380" y="0"/>
                        </a:cubicBezTo>
                        <a:cubicBezTo>
                          <a:pt x="149191" y="191"/>
                          <a:pt x="156239" y="1048"/>
                          <a:pt x="162716" y="2477"/>
                        </a:cubicBezTo>
                        <a:cubicBezTo>
                          <a:pt x="169193" y="3715"/>
                          <a:pt x="175004" y="5906"/>
                          <a:pt x="180528" y="8763"/>
                        </a:cubicBezTo>
                        <a:cubicBezTo>
                          <a:pt x="186053" y="11430"/>
                          <a:pt x="191291" y="14573"/>
                          <a:pt x="196435" y="17907"/>
                        </a:cubicBezTo>
                        <a:cubicBezTo>
                          <a:pt x="203579" y="22479"/>
                          <a:pt x="206531" y="32671"/>
                          <a:pt x="201102" y="38481"/>
                        </a:cubicBezTo>
                        <a:cubicBezTo>
                          <a:pt x="193292" y="47054"/>
                          <a:pt x="184910" y="53816"/>
                          <a:pt x="174718" y="59627"/>
                        </a:cubicBezTo>
                        <a:cubicBezTo>
                          <a:pt x="164621" y="66008"/>
                          <a:pt x="152810" y="70485"/>
                          <a:pt x="138618" y="7543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47" name="Forme libre : forme 9846">
                    <a:extLst>
                      <a:ext uri="{FF2B5EF4-FFF2-40B4-BE49-F238E27FC236}">
                        <a16:creationId xmlns:a16="http://schemas.microsoft.com/office/drawing/2014/main" id="{FEF34F89-2C7F-4B97-A61E-6024B9E145A4}"/>
                      </a:ext>
                    </a:extLst>
                  </p:cNvPr>
                  <p:cNvSpPr/>
                  <p:nvPr/>
                </p:nvSpPr>
                <p:spPr>
                  <a:xfrm>
                    <a:off x="298232" y="2517171"/>
                    <a:ext cx="190118" cy="94410"/>
                  </a:xfrm>
                  <a:custGeom>
                    <a:avLst/>
                    <a:gdLst>
                      <a:gd name="connsiteX0" fmla="*/ 62770 w 190118"/>
                      <a:gd name="connsiteY0" fmla="*/ 36004 h 94410"/>
                      <a:gd name="connsiteX1" fmla="*/ 0 w 190118"/>
                      <a:gd name="connsiteY1" fmla="*/ 94107 h 94410"/>
                      <a:gd name="connsiteX2" fmla="*/ 9620 w 190118"/>
                      <a:gd name="connsiteY2" fmla="*/ 93154 h 94410"/>
                      <a:gd name="connsiteX3" fmla="*/ 20288 w 190118"/>
                      <a:gd name="connsiteY3" fmla="*/ 88678 h 94410"/>
                      <a:gd name="connsiteX4" fmla="*/ 48958 w 190118"/>
                      <a:gd name="connsiteY4" fmla="*/ 76105 h 94410"/>
                      <a:gd name="connsiteX5" fmla="*/ 58674 w 190118"/>
                      <a:gd name="connsiteY5" fmla="*/ 70676 h 94410"/>
                      <a:gd name="connsiteX6" fmla="*/ 69437 w 190118"/>
                      <a:gd name="connsiteY6" fmla="*/ 64008 h 94410"/>
                      <a:gd name="connsiteX7" fmla="*/ 77724 w 190118"/>
                      <a:gd name="connsiteY7" fmla="*/ 58769 h 94410"/>
                      <a:gd name="connsiteX8" fmla="*/ 122682 w 190118"/>
                      <a:gd name="connsiteY8" fmla="*/ 38767 h 94410"/>
                      <a:gd name="connsiteX9" fmla="*/ 127540 w 190118"/>
                      <a:gd name="connsiteY9" fmla="*/ 37338 h 94410"/>
                      <a:gd name="connsiteX10" fmla="*/ 141732 w 190118"/>
                      <a:gd name="connsiteY10" fmla="*/ 32004 h 94410"/>
                      <a:gd name="connsiteX11" fmla="*/ 154400 w 190118"/>
                      <a:gd name="connsiteY11" fmla="*/ 26670 h 94410"/>
                      <a:gd name="connsiteX12" fmla="*/ 182309 w 190118"/>
                      <a:gd name="connsiteY12" fmla="*/ 7906 h 94410"/>
                      <a:gd name="connsiteX13" fmla="*/ 189928 w 190118"/>
                      <a:gd name="connsiteY13" fmla="*/ 286 h 94410"/>
                      <a:gd name="connsiteX14" fmla="*/ 190119 w 190118"/>
                      <a:gd name="connsiteY14" fmla="*/ 0 h 94410"/>
                      <a:gd name="connsiteX15" fmla="*/ 62770 w 190118"/>
                      <a:gd name="connsiteY15" fmla="*/ 36004 h 94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90118" h="94410">
                        <a:moveTo>
                          <a:pt x="62770" y="36004"/>
                        </a:moveTo>
                        <a:cubicBezTo>
                          <a:pt x="38386" y="53435"/>
                          <a:pt x="17907" y="74962"/>
                          <a:pt x="0" y="94107"/>
                        </a:cubicBezTo>
                        <a:cubicBezTo>
                          <a:pt x="3238" y="94679"/>
                          <a:pt x="6667" y="94488"/>
                          <a:pt x="9620" y="93154"/>
                        </a:cubicBezTo>
                        <a:cubicBezTo>
                          <a:pt x="13335" y="91535"/>
                          <a:pt x="16764" y="90107"/>
                          <a:pt x="20288" y="88678"/>
                        </a:cubicBezTo>
                        <a:cubicBezTo>
                          <a:pt x="30290" y="84773"/>
                          <a:pt x="39433" y="81248"/>
                          <a:pt x="48958" y="76105"/>
                        </a:cubicBezTo>
                        <a:cubicBezTo>
                          <a:pt x="52292" y="74581"/>
                          <a:pt x="55340" y="72676"/>
                          <a:pt x="58674" y="70676"/>
                        </a:cubicBezTo>
                        <a:cubicBezTo>
                          <a:pt x="62294" y="68866"/>
                          <a:pt x="65437" y="66294"/>
                          <a:pt x="69437" y="64008"/>
                        </a:cubicBezTo>
                        <a:cubicBezTo>
                          <a:pt x="71819" y="62579"/>
                          <a:pt x="74676" y="60770"/>
                          <a:pt x="77724" y="58769"/>
                        </a:cubicBezTo>
                        <a:cubicBezTo>
                          <a:pt x="90106" y="51149"/>
                          <a:pt x="109728" y="43434"/>
                          <a:pt x="122682" y="38767"/>
                        </a:cubicBezTo>
                        <a:cubicBezTo>
                          <a:pt x="124396" y="38291"/>
                          <a:pt x="126016" y="37814"/>
                          <a:pt x="127540" y="37338"/>
                        </a:cubicBezTo>
                        <a:cubicBezTo>
                          <a:pt x="132683" y="35719"/>
                          <a:pt x="137350" y="34004"/>
                          <a:pt x="141732" y="32004"/>
                        </a:cubicBezTo>
                        <a:cubicBezTo>
                          <a:pt x="146209" y="30290"/>
                          <a:pt x="150495" y="28670"/>
                          <a:pt x="154400" y="26670"/>
                        </a:cubicBezTo>
                        <a:cubicBezTo>
                          <a:pt x="165068" y="20955"/>
                          <a:pt x="174117" y="15145"/>
                          <a:pt x="182309" y="7906"/>
                        </a:cubicBezTo>
                        <a:cubicBezTo>
                          <a:pt x="184975" y="5525"/>
                          <a:pt x="187452" y="2953"/>
                          <a:pt x="189928" y="286"/>
                        </a:cubicBezTo>
                        <a:lnTo>
                          <a:pt x="190119" y="0"/>
                        </a:lnTo>
                        <a:cubicBezTo>
                          <a:pt x="145351" y="2286"/>
                          <a:pt x="98012" y="11240"/>
                          <a:pt x="62770" y="3600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48" name="Forme libre : forme 9847">
                    <a:extLst>
                      <a:ext uri="{FF2B5EF4-FFF2-40B4-BE49-F238E27FC236}">
                        <a16:creationId xmlns:a16="http://schemas.microsoft.com/office/drawing/2014/main" id="{7382670E-04E7-4275-9445-C0DC5F90D689}"/>
                      </a:ext>
                    </a:extLst>
                  </p:cNvPr>
                  <p:cNvSpPr/>
                  <p:nvPr/>
                </p:nvSpPr>
                <p:spPr>
                  <a:xfrm>
                    <a:off x="346825" y="2508045"/>
                    <a:ext cx="100169" cy="44596"/>
                  </a:xfrm>
                  <a:custGeom>
                    <a:avLst/>
                    <a:gdLst>
                      <a:gd name="connsiteX0" fmla="*/ 100092 w 100169"/>
                      <a:gd name="connsiteY0" fmla="*/ 5697 h 44596"/>
                      <a:gd name="connsiteX1" fmla="*/ 80566 w 100169"/>
                      <a:gd name="connsiteY1" fmla="*/ 19699 h 44596"/>
                      <a:gd name="connsiteX2" fmla="*/ 50943 w 100169"/>
                      <a:gd name="connsiteY2" fmla="*/ 31128 h 44596"/>
                      <a:gd name="connsiteX3" fmla="*/ 38656 w 100169"/>
                      <a:gd name="connsiteY3" fmla="*/ 35700 h 44596"/>
                      <a:gd name="connsiteX4" fmla="*/ 31036 w 100169"/>
                      <a:gd name="connsiteY4" fmla="*/ 38177 h 44596"/>
                      <a:gd name="connsiteX5" fmla="*/ 23511 w 100169"/>
                      <a:gd name="connsiteY5" fmla="*/ 40939 h 44596"/>
                      <a:gd name="connsiteX6" fmla="*/ 937 w 100169"/>
                      <a:gd name="connsiteY6" fmla="*/ 42273 h 44596"/>
                      <a:gd name="connsiteX7" fmla="*/ 13224 w 100169"/>
                      <a:gd name="connsiteY7" fmla="*/ 22747 h 44596"/>
                      <a:gd name="connsiteX8" fmla="*/ 20654 w 100169"/>
                      <a:gd name="connsiteY8" fmla="*/ 17603 h 44596"/>
                      <a:gd name="connsiteX9" fmla="*/ 28559 w 100169"/>
                      <a:gd name="connsiteY9" fmla="*/ 13602 h 44596"/>
                      <a:gd name="connsiteX10" fmla="*/ 41704 w 100169"/>
                      <a:gd name="connsiteY10" fmla="*/ 7983 h 44596"/>
                      <a:gd name="connsiteX11" fmla="*/ 75041 w 100169"/>
                      <a:gd name="connsiteY11" fmla="*/ 553 h 44596"/>
                      <a:gd name="connsiteX12" fmla="*/ 100092 w 100169"/>
                      <a:gd name="connsiteY12" fmla="*/ 5697 h 44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0169" h="44596">
                        <a:moveTo>
                          <a:pt x="100092" y="5697"/>
                        </a:moveTo>
                        <a:cubicBezTo>
                          <a:pt x="101140" y="10935"/>
                          <a:pt x="91424" y="14745"/>
                          <a:pt x="80566" y="19699"/>
                        </a:cubicBezTo>
                        <a:cubicBezTo>
                          <a:pt x="69422" y="23890"/>
                          <a:pt x="57230" y="28938"/>
                          <a:pt x="50943" y="31128"/>
                        </a:cubicBezTo>
                        <a:cubicBezTo>
                          <a:pt x="47705" y="31986"/>
                          <a:pt x="43609" y="34081"/>
                          <a:pt x="38656" y="35700"/>
                        </a:cubicBezTo>
                        <a:cubicBezTo>
                          <a:pt x="36275" y="36558"/>
                          <a:pt x="33703" y="37415"/>
                          <a:pt x="31036" y="38177"/>
                        </a:cubicBezTo>
                        <a:cubicBezTo>
                          <a:pt x="28559" y="39130"/>
                          <a:pt x="25988" y="40082"/>
                          <a:pt x="23511" y="40939"/>
                        </a:cubicBezTo>
                        <a:cubicBezTo>
                          <a:pt x="13319" y="43892"/>
                          <a:pt x="4461" y="46750"/>
                          <a:pt x="937" y="42273"/>
                        </a:cubicBezTo>
                        <a:cubicBezTo>
                          <a:pt x="-2397" y="38177"/>
                          <a:pt x="3509" y="29509"/>
                          <a:pt x="13224" y="22747"/>
                        </a:cubicBezTo>
                        <a:cubicBezTo>
                          <a:pt x="15605" y="21032"/>
                          <a:pt x="18082" y="19222"/>
                          <a:pt x="20654" y="17603"/>
                        </a:cubicBezTo>
                        <a:cubicBezTo>
                          <a:pt x="23416" y="16269"/>
                          <a:pt x="26083" y="14841"/>
                          <a:pt x="28559" y="13602"/>
                        </a:cubicBezTo>
                        <a:cubicBezTo>
                          <a:pt x="33703" y="11221"/>
                          <a:pt x="38370" y="8840"/>
                          <a:pt x="41704" y="7983"/>
                        </a:cubicBezTo>
                        <a:cubicBezTo>
                          <a:pt x="48276" y="5983"/>
                          <a:pt x="62183" y="1410"/>
                          <a:pt x="75041" y="553"/>
                        </a:cubicBezTo>
                        <a:cubicBezTo>
                          <a:pt x="87805" y="-1066"/>
                          <a:pt x="99044" y="934"/>
                          <a:pt x="100092" y="569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49" name="Forme libre : forme 9848">
                    <a:extLst>
                      <a:ext uri="{FF2B5EF4-FFF2-40B4-BE49-F238E27FC236}">
                        <a16:creationId xmlns:a16="http://schemas.microsoft.com/office/drawing/2014/main" id="{249557A9-4787-4215-8304-2145CDBD3776}"/>
                      </a:ext>
                    </a:extLst>
                  </p:cNvPr>
                  <p:cNvSpPr/>
                  <p:nvPr/>
                </p:nvSpPr>
                <p:spPr>
                  <a:xfrm>
                    <a:off x="345846" y="2529840"/>
                    <a:ext cx="72400" cy="22557"/>
                  </a:xfrm>
                  <a:custGeom>
                    <a:avLst/>
                    <a:gdLst>
                      <a:gd name="connsiteX0" fmla="*/ 16108 w 72400"/>
                      <a:gd name="connsiteY0" fmla="*/ 0 h 22557"/>
                      <a:gd name="connsiteX1" fmla="*/ 4297 w 72400"/>
                      <a:gd name="connsiteY1" fmla="*/ 10573 h 22557"/>
                      <a:gd name="connsiteX2" fmla="*/ 1440 w 72400"/>
                      <a:gd name="connsiteY2" fmla="*/ 20860 h 22557"/>
                      <a:gd name="connsiteX3" fmla="*/ 24395 w 72400"/>
                      <a:gd name="connsiteY3" fmla="*/ 19145 h 22557"/>
                      <a:gd name="connsiteX4" fmla="*/ 31539 w 72400"/>
                      <a:gd name="connsiteY4" fmla="*/ 16573 h 22557"/>
                      <a:gd name="connsiteX5" fmla="*/ 38968 w 72400"/>
                      <a:gd name="connsiteY5" fmla="*/ 14192 h 22557"/>
                      <a:gd name="connsiteX6" fmla="*/ 52303 w 72400"/>
                      <a:gd name="connsiteY6" fmla="*/ 9239 h 22557"/>
                      <a:gd name="connsiteX7" fmla="*/ 72401 w 72400"/>
                      <a:gd name="connsiteY7" fmla="*/ 1048 h 22557"/>
                      <a:gd name="connsiteX8" fmla="*/ 61066 w 72400"/>
                      <a:gd name="connsiteY8" fmla="*/ 3715 h 22557"/>
                      <a:gd name="connsiteX9" fmla="*/ 47541 w 72400"/>
                      <a:gd name="connsiteY9" fmla="*/ 5048 h 22557"/>
                      <a:gd name="connsiteX10" fmla="*/ 34587 w 72400"/>
                      <a:gd name="connsiteY10" fmla="*/ 6096 h 22557"/>
                      <a:gd name="connsiteX11" fmla="*/ 16108 w 72400"/>
                      <a:gd name="connsiteY11" fmla="*/ 0 h 22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2400" h="22557">
                        <a:moveTo>
                          <a:pt x="16108" y="0"/>
                        </a:moveTo>
                        <a:cubicBezTo>
                          <a:pt x="13536" y="2667"/>
                          <a:pt x="7916" y="6191"/>
                          <a:pt x="4297" y="10573"/>
                        </a:cubicBezTo>
                        <a:cubicBezTo>
                          <a:pt x="582" y="14859"/>
                          <a:pt x="-1609" y="18764"/>
                          <a:pt x="1440" y="20860"/>
                        </a:cubicBezTo>
                        <a:cubicBezTo>
                          <a:pt x="6393" y="24289"/>
                          <a:pt x="14775" y="21907"/>
                          <a:pt x="24395" y="19145"/>
                        </a:cubicBezTo>
                        <a:cubicBezTo>
                          <a:pt x="26776" y="18383"/>
                          <a:pt x="29157" y="17526"/>
                          <a:pt x="31539" y="16573"/>
                        </a:cubicBezTo>
                        <a:cubicBezTo>
                          <a:pt x="34015" y="15812"/>
                          <a:pt x="36491" y="15049"/>
                          <a:pt x="38968" y="14192"/>
                        </a:cubicBezTo>
                        <a:cubicBezTo>
                          <a:pt x="43826" y="12573"/>
                          <a:pt x="48207" y="10382"/>
                          <a:pt x="52303" y="9239"/>
                        </a:cubicBezTo>
                        <a:cubicBezTo>
                          <a:pt x="57066" y="7906"/>
                          <a:pt x="67067" y="3048"/>
                          <a:pt x="72401" y="1048"/>
                        </a:cubicBezTo>
                        <a:cubicBezTo>
                          <a:pt x="69162" y="1524"/>
                          <a:pt x="64114" y="3334"/>
                          <a:pt x="61066" y="3715"/>
                        </a:cubicBezTo>
                        <a:cubicBezTo>
                          <a:pt x="56780" y="4286"/>
                          <a:pt x="52113" y="4763"/>
                          <a:pt x="47541" y="5048"/>
                        </a:cubicBezTo>
                        <a:cubicBezTo>
                          <a:pt x="43064" y="5620"/>
                          <a:pt x="38778" y="6096"/>
                          <a:pt x="34587" y="6096"/>
                        </a:cubicBezTo>
                        <a:cubicBezTo>
                          <a:pt x="26395" y="5905"/>
                          <a:pt x="19537" y="5048"/>
                          <a:pt x="16108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50" name="Forme libre : forme 9849">
                    <a:extLst>
                      <a:ext uri="{FF2B5EF4-FFF2-40B4-BE49-F238E27FC236}">
                        <a16:creationId xmlns:a16="http://schemas.microsoft.com/office/drawing/2014/main" id="{7D9E6D4E-7A07-46BD-8583-C1D85B46685F}"/>
                      </a:ext>
                    </a:extLst>
                  </p:cNvPr>
                  <p:cNvSpPr/>
                  <p:nvPr/>
                </p:nvSpPr>
                <p:spPr>
                  <a:xfrm>
                    <a:off x="352983" y="2509308"/>
                    <a:ext cx="100075" cy="42767"/>
                  </a:xfrm>
                  <a:custGeom>
                    <a:avLst/>
                    <a:gdLst>
                      <a:gd name="connsiteX0" fmla="*/ 100030 w 100075"/>
                      <a:gd name="connsiteY0" fmla="*/ 6053 h 42767"/>
                      <a:gd name="connsiteX1" fmla="*/ 79170 w 100075"/>
                      <a:gd name="connsiteY1" fmla="*/ 20055 h 42767"/>
                      <a:gd name="connsiteX2" fmla="*/ 63168 w 100075"/>
                      <a:gd name="connsiteY2" fmla="*/ 26056 h 42767"/>
                      <a:gd name="connsiteX3" fmla="*/ 50310 w 100075"/>
                      <a:gd name="connsiteY3" fmla="*/ 31199 h 42767"/>
                      <a:gd name="connsiteX4" fmla="*/ 23163 w 100075"/>
                      <a:gd name="connsiteY4" fmla="*/ 40058 h 42767"/>
                      <a:gd name="connsiteX5" fmla="*/ 9828 w 100075"/>
                      <a:gd name="connsiteY5" fmla="*/ 42725 h 42767"/>
                      <a:gd name="connsiteX6" fmla="*/ 1065 w 100075"/>
                      <a:gd name="connsiteY6" fmla="*/ 40343 h 42767"/>
                      <a:gd name="connsiteX7" fmla="*/ 2208 w 100075"/>
                      <a:gd name="connsiteY7" fmla="*/ 31676 h 42767"/>
                      <a:gd name="connsiteX8" fmla="*/ 13638 w 100075"/>
                      <a:gd name="connsiteY8" fmla="*/ 21389 h 42767"/>
                      <a:gd name="connsiteX9" fmla="*/ 42023 w 100075"/>
                      <a:gd name="connsiteY9" fmla="*/ 7768 h 42767"/>
                      <a:gd name="connsiteX10" fmla="*/ 56310 w 100075"/>
                      <a:gd name="connsiteY10" fmla="*/ 3482 h 42767"/>
                      <a:gd name="connsiteX11" fmla="*/ 76218 w 100075"/>
                      <a:gd name="connsiteY11" fmla="*/ 339 h 42767"/>
                      <a:gd name="connsiteX12" fmla="*/ 100030 w 100075"/>
                      <a:gd name="connsiteY12" fmla="*/ 6053 h 42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0075" h="42767">
                        <a:moveTo>
                          <a:pt x="100030" y="6053"/>
                        </a:moveTo>
                        <a:cubicBezTo>
                          <a:pt x="99173" y="11483"/>
                          <a:pt x="89648" y="15578"/>
                          <a:pt x="79170" y="20055"/>
                        </a:cubicBezTo>
                        <a:cubicBezTo>
                          <a:pt x="73932" y="22341"/>
                          <a:pt x="68312" y="24341"/>
                          <a:pt x="63168" y="26056"/>
                        </a:cubicBezTo>
                        <a:cubicBezTo>
                          <a:pt x="58120" y="28056"/>
                          <a:pt x="53548" y="29866"/>
                          <a:pt x="50310" y="31199"/>
                        </a:cubicBezTo>
                        <a:cubicBezTo>
                          <a:pt x="43452" y="33390"/>
                          <a:pt x="32974" y="37581"/>
                          <a:pt x="23163" y="40058"/>
                        </a:cubicBezTo>
                        <a:cubicBezTo>
                          <a:pt x="18401" y="41582"/>
                          <a:pt x="13734" y="42630"/>
                          <a:pt x="9828" y="42725"/>
                        </a:cubicBezTo>
                        <a:cubicBezTo>
                          <a:pt x="5923" y="42915"/>
                          <a:pt x="2875" y="42534"/>
                          <a:pt x="1065" y="40343"/>
                        </a:cubicBezTo>
                        <a:cubicBezTo>
                          <a:pt x="-744" y="38248"/>
                          <a:pt x="-173" y="35105"/>
                          <a:pt x="2208" y="31676"/>
                        </a:cubicBezTo>
                        <a:cubicBezTo>
                          <a:pt x="4685" y="28437"/>
                          <a:pt x="8876" y="24913"/>
                          <a:pt x="13638" y="21389"/>
                        </a:cubicBezTo>
                        <a:cubicBezTo>
                          <a:pt x="23449" y="14912"/>
                          <a:pt x="35927" y="9387"/>
                          <a:pt x="42023" y="7768"/>
                        </a:cubicBezTo>
                        <a:cubicBezTo>
                          <a:pt x="45071" y="6815"/>
                          <a:pt x="50214" y="5101"/>
                          <a:pt x="56310" y="3482"/>
                        </a:cubicBezTo>
                        <a:cubicBezTo>
                          <a:pt x="62502" y="2339"/>
                          <a:pt x="69645" y="1100"/>
                          <a:pt x="76218" y="339"/>
                        </a:cubicBezTo>
                        <a:cubicBezTo>
                          <a:pt x="89457" y="-805"/>
                          <a:pt x="100887" y="910"/>
                          <a:pt x="100030" y="605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51" name="Forme libre : forme 9850">
                    <a:extLst>
                      <a:ext uri="{FF2B5EF4-FFF2-40B4-BE49-F238E27FC236}">
                        <a16:creationId xmlns:a16="http://schemas.microsoft.com/office/drawing/2014/main" id="{D90B429A-B7E3-4FF2-BCA4-988456046FC2}"/>
                      </a:ext>
                    </a:extLst>
                  </p:cNvPr>
                  <p:cNvSpPr/>
                  <p:nvPr/>
                </p:nvSpPr>
                <p:spPr>
                  <a:xfrm>
                    <a:off x="305470" y="2528621"/>
                    <a:ext cx="121338" cy="57265"/>
                  </a:xfrm>
                  <a:custGeom>
                    <a:avLst/>
                    <a:gdLst>
                      <a:gd name="connsiteX0" fmla="*/ 7906 w 121338"/>
                      <a:gd name="connsiteY0" fmla="*/ 56654 h 57265"/>
                      <a:gd name="connsiteX1" fmla="*/ 25337 w 121338"/>
                      <a:gd name="connsiteY1" fmla="*/ 54177 h 57265"/>
                      <a:gd name="connsiteX2" fmla="*/ 68009 w 121338"/>
                      <a:gd name="connsiteY2" fmla="*/ 39890 h 57265"/>
                      <a:gd name="connsiteX3" fmla="*/ 107823 w 121338"/>
                      <a:gd name="connsiteY3" fmla="*/ 19792 h 57265"/>
                      <a:gd name="connsiteX4" fmla="*/ 120301 w 121338"/>
                      <a:gd name="connsiteY4" fmla="*/ 2076 h 57265"/>
                      <a:gd name="connsiteX5" fmla="*/ 103346 w 121338"/>
                      <a:gd name="connsiteY5" fmla="*/ 647 h 57265"/>
                      <a:gd name="connsiteX6" fmla="*/ 56293 w 121338"/>
                      <a:gd name="connsiteY6" fmla="*/ 5124 h 57265"/>
                      <a:gd name="connsiteX7" fmla="*/ 44958 w 121338"/>
                      <a:gd name="connsiteY7" fmla="*/ 5981 h 57265"/>
                      <a:gd name="connsiteX8" fmla="*/ 33052 w 121338"/>
                      <a:gd name="connsiteY8" fmla="*/ 8552 h 57265"/>
                      <a:gd name="connsiteX9" fmla="*/ 20765 w 121338"/>
                      <a:gd name="connsiteY9" fmla="*/ 13886 h 57265"/>
                      <a:gd name="connsiteX10" fmla="*/ 9239 w 121338"/>
                      <a:gd name="connsiteY10" fmla="*/ 23507 h 57265"/>
                      <a:gd name="connsiteX11" fmla="*/ 0 w 121338"/>
                      <a:gd name="connsiteY11" fmla="*/ 45128 h 57265"/>
                      <a:gd name="connsiteX12" fmla="*/ 7906 w 121338"/>
                      <a:gd name="connsiteY12" fmla="*/ 56654 h 57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21338" h="57265">
                        <a:moveTo>
                          <a:pt x="7906" y="56654"/>
                        </a:moveTo>
                        <a:cubicBezTo>
                          <a:pt x="14573" y="57987"/>
                          <a:pt x="17621" y="57130"/>
                          <a:pt x="25337" y="54177"/>
                        </a:cubicBezTo>
                        <a:cubicBezTo>
                          <a:pt x="40291" y="49034"/>
                          <a:pt x="51911" y="46938"/>
                          <a:pt x="68009" y="39890"/>
                        </a:cubicBezTo>
                        <a:cubicBezTo>
                          <a:pt x="81534" y="34270"/>
                          <a:pt x="96488" y="27221"/>
                          <a:pt x="107823" y="19792"/>
                        </a:cubicBezTo>
                        <a:cubicBezTo>
                          <a:pt x="116015" y="14077"/>
                          <a:pt x="124301" y="7600"/>
                          <a:pt x="120301" y="2076"/>
                        </a:cubicBezTo>
                        <a:cubicBezTo>
                          <a:pt x="117824" y="-973"/>
                          <a:pt x="109823" y="75"/>
                          <a:pt x="103346" y="647"/>
                        </a:cubicBezTo>
                        <a:cubicBezTo>
                          <a:pt x="87821" y="1409"/>
                          <a:pt x="72962" y="3600"/>
                          <a:pt x="56293" y="5124"/>
                        </a:cubicBezTo>
                        <a:cubicBezTo>
                          <a:pt x="52769" y="5409"/>
                          <a:pt x="48863" y="5695"/>
                          <a:pt x="44958" y="5981"/>
                        </a:cubicBezTo>
                        <a:cubicBezTo>
                          <a:pt x="41148" y="6648"/>
                          <a:pt x="37148" y="7409"/>
                          <a:pt x="33052" y="8552"/>
                        </a:cubicBezTo>
                        <a:cubicBezTo>
                          <a:pt x="28861" y="9600"/>
                          <a:pt x="24765" y="11410"/>
                          <a:pt x="20765" y="13886"/>
                        </a:cubicBezTo>
                        <a:cubicBezTo>
                          <a:pt x="16764" y="16363"/>
                          <a:pt x="12668" y="19316"/>
                          <a:pt x="9239" y="23507"/>
                        </a:cubicBezTo>
                        <a:cubicBezTo>
                          <a:pt x="2762" y="30746"/>
                          <a:pt x="0" y="39128"/>
                          <a:pt x="0" y="45128"/>
                        </a:cubicBezTo>
                        <a:cubicBezTo>
                          <a:pt x="286" y="51701"/>
                          <a:pt x="3239" y="55701"/>
                          <a:pt x="7906" y="5665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52" name="Forme libre : forme 9851">
                    <a:extLst>
                      <a:ext uri="{FF2B5EF4-FFF2-40B4-BE49-F238E27FC236}">
                        <a16:creationId xmlns:a16="http://schemas.microsoft.com/office/drawing/2014/main" id="{2555EBD5-3825-44A1-9C7B-4DD1D08BEDB3}"/>
                      </a:ext>
                    </a:extLst>
                  </p:cNvPr>
                  <p:cNvSpPr/>
                  <p:nvPr/>
                </p:nvSpPr>
                <p:spPr>
                  <a:xfrm>
                    <a:off x="322412" y="2524331"/>
                    <a:ext cx="34419" cy="34238"/>
                  </a:xfrm>
                  <a:custGeom>
                    <a:avLst/>
                    <a:gdLst>
                      <a:gd name="connsiteX0" fmla="*/ 1442 w 34419"/>
                      <a:gd name="connsiteY0" fmla="*/ 28559 h 34238"/>
                      <a:gd name="connsiteX1" fmla="*/ 108 w 34419"/>
                      <a:gd name="connsiteY1" fmla="*/ 33512 h 34238"/>
                      <a:gd name="connsiteX2" fmla="*/ 4204 w 34419"/>
                      <a:gd name="connsiteY2" fmla="*/ 32845 h 34238"/>
                      <a:gd name="connsiteX3" fmla="*/ 10681 w 34419"/>
                      <a:gd name="connsiteY3" fmla="*/ 27607 h 34238"/>
                      <a:gd name="connsiteX4" fmla="*/ 25826 w 34419"/>
                      <a:gd name="connsiteY4" fmla="*/ 13795 h 34238"/>
                      <a:gd name="connsiteX5" fmla="*/ 31255 w 34419"/>
                      <a:gd name="connsiteY5" fmla="*/ 8557 h 34238"/>
                      <a:gd name="connsiteX6" fmla="*/ 22873 w 34419"/>
                      <a:gd name="connsiteY6" fmla="*/ 3699 h 34238"/>
                      <a:gd name="connsiteX7" fmla="*/ 10395 w 34419"/>
                      <a:gd name="connsiteY7" fmla="*/ 15319 h 34238"/>
                      <a:gd name="connsiteX8" fmla="*/ 1442 w 34419"/>
                      <a:gd name="connsiteY8" fmla="*/ 28559 h 34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419" h="34238">
                        <a:moveTo>
                          <a:pt x="1442" y="28559"/>
                        </a:moveTo>
                        <a:cubicBezTo>
                          <a:pt x="394" y="30655"/>
                          <a:pt x="-273" y="32179"/>
                          <a:pt x="108" y="33512"/>
                        </a:cubicBezTo>
                        <a:cubicBezTo>
                          <a:pt x="489" y="34846"/>
                          <a:pt x="2299" y="34179"/>
                          <a:pt x="4204" y="32845"/>
                        </a:cubicBezTo>
                        <a:cubicBezTo>
                          <a:pt x="6204" y="31607"/>
                          <a:pt x="8776" y="29416"/>
                          <a:pt x="10681" y="27607"/>
                        </a:cubicBezTo>
                        <a:cubicBezTo>
                          <a:pt x="15444" y="22654"/>
                          <a:pt x="21063" y="18272"/>
                          <a:pt x="25826" y="13795"/>
                        </a:cubicBezTo>
                        <a:cubicBezTo>
                          <a:pt x="27731" y="11890"/>
                          <a:pt x="29731" y="10271"/>
                          <a:pt x="31255" y="8557"/>
                        </a:cubicBezTo>
                        <a:cubicBezTo>
                          <a:pt x="37351" y="1318"/>
                          <a:pt x="34684" y="-3826"/>
                          <a:pt x="22873" y="3699"/>
                        </a:cubicBezTo>
                        <a:cubicBezTo>
                          <a:pt x="18492" y="6937"/>
                          <a:pt x="14205" y="11033"/>
                          <a:pt x="10395" y="15319"/>
                        </a:cubicBezTo>
                        <a:cubicBezTo>
                          <a:pt x="6681" y="19891"/>
                          <a:pt x="3633" y="24559"/>
                          <a:pt x="1442" y="2855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53" name="Forme libre : forme 9852">
                    <a:extLst>
                      <a:ext uri="{FF2B5EF4-FFF2-40B4-BE49-F238E27FC236}">
                        <a16:creationId xmlns:a16="http://schemas.microsoft.com/office/drawing/2014/main" id="{9F344479-F310-42A8-B64D-E4E033253B65}"/>
                      </a:ext>
                    </a:extLst>
                  </p:cNvPr>
                  <p:cNvSpPr/>
                  <p:nvPr/>
                </p:nvSpPr>
                <p:spPr>
                  <a:xfrm>
                    <a:off x="427486" y="2515266"/>
                    <a:ext cx="57340" cy="37337"/>
                  </a:xfrm>
                  <a:custGeom>
                    <a:avLst/>
                    <a:gdLst>
                      <a:gd name="connsiteX0" fmla="*/ 57340 w 57340"/>
                      <a:gd name="connsiteY0" fmla="*/ 0 h 37337"/>
                      <a:gd name="connsiteX1" fmla="*/ 31718 w 57340"/>
                      <a:gd name="connsiteY1" fmla="*/ 20003 h 37337"/>
                      <a:gd name="connsiteX2" fmla="*/ 14859 w 57340"/>
                      <a:gd name="connsiteY2" fmla="*/ 29051 h 37337"/>
                      <a:gd name="connsiteX3" fmla="*/ 0 w 57340"/>
                      <a:gd name="connsiteY3" fmla="*/ 37338 h 37337"/>
                      <a:gd name="connsiteX4" fmla="*/ 57340 w 57340"/>
                      <a:gd name="connsiteY4" fmla="*/ 0 h 37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340" h="37337">
                        <a:moveTo>
                          <a:pt x="57340" y="0"/>
                        </a:moveTo>
                        <a:cubicBezTo>
                          <a:pt x="53150" y="7620"/>
                          <a:pt x="42863" y="13716"/>
                          <a:pt x="31718" y="20003"/>
                        </a:cubicBezTo>
                        <a:cubicBezTo>
                          <a:pt x="26194" y="23241"/>
                          <a:pt x="20383" y="26289"/>
                          <a:pt x="14859" y="29051"/>
                        </a:cubicBezTo>
                        <a:cubicBezTo>
                          <a:pt x="9334" y="31813"/>
                          <a:pt x="4381" y="35052"/>
                          <a:pt x="0" y="37338"/>
                        </a:cubicBezTo>
                        <a:cubicBezTo>
                          <a:pt x="18669" y="26003"/>
                          <a:pt x="41148" y="11906"/>
                          <a:pt x="5734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54" name="Forme libre : forme 9853">
                    <a:extLst>
                      <a:ext uri="{FF2B5EF4-FFF2-40B4-BE49-F238E27FC236}">
                        <a16:creationId xmlns:a16="http://schemas.microsoft.com/office/drawing/2014/main" id="{90F6A155-97EC-4C70-A3DC-8ECB2AE0F85C}"/>
                      </a:ext>
                    </a:extLst>
                  </p:cNvPr>
                  <p:cNvSpPr/>
                  <p:nvPr/>
                </p:nvSpPr>
                <p:spPr>
                  <a:xfrm>
                    <a:off x="290336" y="2519267"/>
                    <a:ext cx="38756" cy="81438"/>
                  </a:xfrm>
                  <a:custGeom>
                    <a:avLst/>
                    <a:gdLst>
                      <a:gd name="connsiteX0" fmla="*/ 38756 w 38756"/>
                      <a:gd name="connsiteY0" fmla="*/ 0 h 81438"/>
                      <a:gd name="connsiteX1" fmla="*/ 7514 w 38756"/>
                      <a:gd name="connsiteY1" fmla="*/ 39719 h 81438"/>
                      <a:gd name="connsiteX2" fmla="*/ 466 w 38756"/>
                      <a:gd name="connsiteY2" fmla="*/ 81439 h 81438"/>
                      <a:gd name="connsiteX3" fmla="*/ 9133 w 38756"/>
                      <a:gd name="connsiteY3" fmla="*/ 39529 h 81438"/>
                      <a:gd name="connsiteX4" fmla="*/ 38756 w 38756"/>
                      <a:gd name="connsiteY4" fmla="*/ 0 h 81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56" h="81438">
                        <a:moveTo>
                          <a:pt x="38756" y="0"/>
                        </a:moveTo>
                        <a:cubicBezTo>
                          <a:pt x="24373" y="10668"/>
                          <a:pt x="13705" y="25051"/>
                          <a:pt x="7514" y="39719"/>
                        </a:cubicBezTo>
                        <a:cubicBezTo>
                          <a:pt x="1228" y="54293"/>
                          <a:pt x="-773" y="68961"/>
                          <a:pt x="466" y="81439"/>
                        </a:cubicBezTo>
                        <a:cubicBezTo>
                          <a:pt x="-1249" y="69913"/>
                          <a:pt x="1799" y="54388"/>
                          <a:pt x="9133" y="39529"/>
                        </a:cubicBezTo>
                        <a:cubicBezTo>
                          <a:pt x="16277" y="24575"/>
                          <a:pt x="27421" y="10192"/>
                          <a:pt x="3875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55" name="Forme libre : forme 9854">
                    <a:extLst>
                      <a:ext uri="{FF2B5EF4-FFF2-40B4-BE49-F238E27FC236}">
                        <a16:creationId xmlns:a16="http://schemas.microsoft.com/office/drawing/2014/main" id="{27ABE2A9-624C-4E60-B7DC-5895FD7EAD09}"/>
                      </a:ext>
                    </a:extLst>
                  </p:cNvPr>
                  <p:cNvSpPr/>
                  <p:nvPr/>
                </p:nvSpPr>
                <p:spPr>
                  <a:xfrm>
                    <a:off x="382935" y="2512988"/>
                    <a:ext cx="39362" cy="12573"/>
                  </a:xfrm>
                  <a:custGeom>
                    <a:avLst/>
                    <a:gdLst>
                      <a:gd name="connsiteX0" fmla="*/ 39217 w 39362"/>
                      <a:gd name="connsiteY0" fmla="*/ 2468 h 12573"/>
                      <a:gd name="connsiteX1" fmla="*/ 29216 w 39362"/>
                      <a:gd name="connsiteY1" fmla="*/ 7231 h 12573"/>
                      <a:gd name="connsiteX2" fmla="*/ 17119 w 39362"/>
                      <a:gd name="connsiteY2" fmla="*/ 10469 h 12573"/>
                      <a:gd name="connsiteX3" fmla="*/ 6260 w 39362"/>
                      <a:gd name="connsiteY3" fmla="*/ 12279 h 12573"/>
                      <a:gd name="connsiteX4" fmla="*/ 69 w 39362"/>
                      <a:gd name="connsiteY4" fmla="*/ 10469 h 12573"/>
                      <a:gd name="connsiteX5" fmla="*/ 20929 w 39362"/>
                      <a:gd name="connsiteY5" fmla="*/ 1611 h 12573"/>
                      <a:gd name="connsiteX6" fmla="*/ 39217 w 39362"/>
                      <a:gd name="connsiteY6" fmla="*/ 2468 h 12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362" h="12573">
                        <a:moveTo>
                          <a:pt x="39217" y="2468"/>
                        </a:moveTo>
                        <a:cubicBezTo>
                          <a:pt x="38360" y="4469"/>
                          <a:pt x="33978" y="6088"/>
                          <a:pt x="29216" y="7231"/>
                        </a:cubicBezTo>
                        <a:cubicBezTo>
                          <a:pt x="24548" y="8565"/>
                          <a:pt x="19500" y="9898"/>
                          <a:pt x="17119" y="10469"/>
                        </a:cubicBezTo>
                        <a:cubicBezTo>
                          <a:pt x="14738" y="11041"/>
                          <a:pt x="10166" y="11993"/>
                          <a:pt x="6260" y="12279"/>
                        </a:cubicBezTo>
                        <a:cubicBezTo>
                          <a:pt x="2546" y="12851"/>
                          <a:pt x="-502" y="12756"/>
                          <a:pt x="69" y="10469"/>
                        </a:cubicBezTo>
                        <a:cubicBezTo>
                          <a:pt x="1307" y="5421"/>
                          <a:pt x="16357" y="2659"/>
                          <a:pt x="20929" y="1611"/>
                        </a:cubicBezTo>
                        <a:cubicBezTo>
                          <a:pt x="25501" y="-8"/>
                          <a:pt x="41027" y="-1341"/>
                          <a:pt x="39217" y="246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56" name="Forme libre : forme 9855">
                    <a:extLst>
                      <a:ext uri="{FF2B5EF4-FFF2-40B4-BE49-F238E27FC236}">
                        <a16:creationId xmlns:a16="http://schemas.microsoft.com/office/drawing/2014/main" id="{96019D82-380C-4E17-BD6B-A7ABE7790B1F}"/>
                      </a:ext>
                    </a:extLst>
                  </p:cNvPr>
                  <p:cNvSpPr/>
                  <p:nvPr/>
                </p:nvSpPr>
                <p:spPr>
                  <a:xfrm>
                    <a:off x="416804" y="2512397"/>
                    <a:ext cx="11240" cy="4130"/>
                  </a:xfrm>
                  <a:custGeom>
                    <a:avLst/>
                    <a:gdLst>
                      <a:gd name="connsiteX0" fmla="*/ 11158 w 11240"/>
                      <a:gd name="connsiteY0" fmla="*/ 678 h 4130"/>
                      <a:gd name="connsiteX1" fmla="*/ 6490 w 11240"/>
                      <a:gd name="connsiteY1" fmla="*/ 3536 h 4130"/>
                      <a:gd name="connsiteX2" fmla="*/ 109 w 11240"/>
                      <a:gd name="connsiteY2" fmla="*/ 3345 h 4130"/>
                      <a:gd name="connsiteX3" fmla="*/ 4681 w 11240"/>
                      <a:gd name="connsiteY3" fmla="*/ 583 h 4130"/>
                      <a:gd name="connsiteX4" fmla="*/ 11158 w 11240"/>
                      <a:gd name="connsiteY4" fmla="*/ 678 h 4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40" h="4130">
                        <a:moveTo>
                          <a:pt x="11158" y="678"/>
                        </a:moveTo>
                        <a:cubicBezTo>
                          <a:pt x="11824" y="1917"/>
                          <a:pt x="8300" y="3060"/>
                          <a:pt x="6490" y="3536"/>
                        </a:cubicBezTo>
                        <a:cubicBezTo>
                          <a:pt x="4681" y="4012"/>
                          <a:pt x="871" y="4679"/>
                          <a:pt x="109" y="3345"/>
                        </a:cubicBezTo>
                        <a:cubicBezTo>
                          <a:pt x="-653" y="2012"/>
                          <a:pt x="2776" y="964"/>
                          <a:pt x="4681" y="583"/>
                        </a:cubicBezTo>
                        <a:cubicBezTo>
                          <a:pt x="6586" y="202"/>
                          <a:pt x="10491" y="-560"/>
                          <a:pt x="11158" y="67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57" name="Forme libre : forme 9856">
                    <a:extLst>
                      <a:ext uri="{FF2B5EF4-FFF2-40B4-BE49-F238E27FC236}">
                        <a16:creationId xmlns:a16="http://schemas.microsoft.com/office/drawing/2014/main" id="{D6B2EE66-0BED-4094-A838-BF15C4B53AFB}"/>
                      </a:ext>
                    </a:extLst>
                  </p:cNvPr>
                  <p:cNvSpPr/>
                  <p:nvPr/>
                </p:nvSpPr>
                <p:spPr>
                  <a:xfrm>
                    <a:off x="374675" y="2487263"/>
                    <a:ext cx="105269" cy="25901"/>
                  </a:xfrm>
                  <a:custGeom>
                    <a:avLst/>
                    <a:gdLst>
                      <a:gd name="connsiteX0" fmla="*/ 78624 w 105269"/>
                      <a:gd name="connsiteY0" fmla="*/ 7048 h 25901"/>
                      <a:gd name="connsiteX1" fmla="*/ 104532 w 105269"/>
                      <a:gd name="connsiteY1" fmla="*/ 19526 h 25901"/>
                      <a:gd name="connsiteX2" fmla="*/ 98150 w 105269"/>
                      <a:gd name="connsiteY2" fmla="*/ 25813 h 25901"/>
                      <a:gd name="connsiteX3" fmla="*/ 86148 w 105269"/>
                      <a:gd name="connsiteY3" fmla="*/ 23336 h 25901"/>
                      <a:gd name="connsiteX4" fmla="*/ 68622 w 105269"/>
                      <a:gd name="connsiteY4" fmla="*/ 18764 h 25901"/>
                      <a:gd name="connsiteX5" fmla="*/ 49001 w 105269"/>
                      <a:gd name="connsiteY5" fmla="*/ 16478 h 25901"/>
                      <a:gd name="connsiteX6" fmla="*/ 19759 w 105269"/>
                      <a:gd name="connsiteY6" fmla="*/ 19050 h 25901"/>
                      <a:gd name="connsiteX7" fmla="*/ 328 w 105269"/>
                      <a:gd name="connsiteY7" fmla="*/ 16288 h 25901"/>
                      <a:gd name="connsiteX8" fmla="*/ 24141 w 105269"/>
                      <a:gd name="connsiteY8" fmla="*/ 3334 h 25901"/>
                      <a:gd name="connsiteX9" fmla="*/ 53097 w 105269"/>
                      <a:gd name="connsiteY9" fmla="*/ 0 h 25901"/>
                      <a:gd name="connsiteX10" fmla="*/ 78624 w 105269"/>
                      <a:gd name="connsiteY10" fmla="*/ 7048 h 25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5269" h="25901">
                        <a:moveTo>
                          <a:pt x="78624" y="7048"/>
                        </a:moveTo>
                        <a:cubicBezTo>
                          <a:pt x="89958" y="10001"/>
                          <a:pt x="97959" y="13430"/>
                          <a:pt x="104532" y="19526"/>
                        </a:cubicBezTo>
                        <a:cubicBezTo>
                          <a:pt x="106913" y="21812"/>
                          <a:pt x="103198" y="25337"/>
                          <a:pt x="98150" y="25813"/>
                        </a:cubicBezTo>
                        <a:cubicBezTo>
                          <a:pt x="93102" y="26289"/>
                          <a:pt x="89768" y="24765"/>
                          <a:pt x="86148" y="23336"/>
                        </a:cubicBezTo>
                        <a:cubicBezTo>
                          <a:pt x="80624" y="21431"/>
                          <a:pt x="74718" y="20003"/>
                          <a:pt x="68622" y="18764"/>
                        </a:cubicBezTo>
                        <a:cubicBezTo>
                          <a:pt x="62431" y="17526"/>
                          <a:pt x="55954" y="16573"/>
                          <a:pt x="49001" y="16478"/>
                        </a:cubicBezTo>
                        <a:cubicBezTo>
                          <a:pt x="44715" y="16383"/>
                          <a:pt x="31380" y="17240"/>
                          <a:pt x="19759" y="19050"/>
                        </a:cubicBezTo>
                        <a:cubicBezTo>
                          <a:pt x="8043" y="20098"/>
                          <a:pt x="-1958" y="21527"/>
                          <a:pt x="328" y="16288"/>
                        </a:cubicBezTo>
                        <a:cubicBezTo>
                          <a:pt x="2709" y="10668"/>
                          <a:pt x="12996" y="6572"/>
                          <a:pt x="24141" y="3334"/>
                        </a:cubicBezTo>
                        <a:cubicBezTo>
                          <a:pt x="35285" y="476"/>
                          <a:pt x="47096" y="0"/>
                          <a:pt x="53097" y="0"/>
                        </a:cubicBezTo>
                        <a:cubicBezTo>
                          <a:pt x="65003" y="953"/>
                          <a:pt x="70051" y="4858"/>
                          <a:pt x="78624" y="704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9565" name="Forme libre : forme 9564">
                  <a:extLst>
                    <a:ext uri="{FF2B5EF4-FFF2-40B4-BE49-F238E27FC236}">
                      <a16:creationId xmlns:a16="http://schemas.microsoft.com/office/drawing/2014/main" id="{34437441-DD49-4CD6-BF05-AC24E56E6BCC}"/>
                    </a:ext>
                  </a:extLst>
                </p:cNvPr>
                <p:cNvSpPr/>
                <p:nvPr/>
              </p:nvSpPr>
              <p:spPr>
                <a:xfrm>
                  <a:off x="8162453" y="1211770"/>
                  <a:ext cx="9525" cy="709517"/>
                </a:xfrm>
                <a:custGeom>
                  <a:avLst/>
                  <a:gdLst>
                    <a:gd name="connsiteX0" fmla="*/ 0 w 9525"/>
                    <a:gd name="connsiteY0" fmla="*/ 709517 h 709517"/>
                    <a:gd name="connsiteX1" fmla="*/ 0 w 9525"/>
                    <a:gd name="connsiteY1" fmla="*/ 0 h 709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709517">
                      <a:moveTo>
                        <a:pt x="0" y="709517"/>
                      </a:moveTo>
                      <a:lnTo>
                        <a:pt x="0" y="0"/>
                      </a:lnTo>
                    </a:path>
                  </a:pathLst>
                </a:custGeom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66" name="Forme libre : forme 9565">
                  <a:extLst>
                    <a:ext uri="{FF2B5EF4-FFF2-40B4-BE49-F238E27FC236}">
                      <a16:creationId xmlns:a16="http://schemas.microsoft.com/office/drawing/2014/main" id="{15A48BFF-CAB6-4AD5-BC7C-885592320689}"/>
                    </a:ext>
                  </a:extLst>
                </p:cNvPr>
                <p:cNvSpPr/>
                <p:nvPr/>
              </p:nvSpPr>
              <p:spPr>
                <a:xfrm>
                  <a:off x="284992" y="1211770"/>
                  <a:ext cx="7877460" cy="1948338"/>
                </a:xfrm>
                <a:custGeom>
                  <a:avLst/>
                  <a:gdLst>
                    <a:gd name="connsiteX0" fmla="*/ 7877461 w 7877460"/>
                    <a:gd name="connsiteY0" fmla="*/ 0 h 1948338"/>
                    <a:gd name="connsiteX1" fmla="*/ 1773746 w 7877460"/>
                    <a:gd name="connsiteY1" fmla="*/ 0 h 1948338"/>
                    <a:gd name="connsiteX2" fmla="*/ 0 w 7877460"/>
                    <a:gd name="connsiteY2" fmla="*/ 1076897 h 1948338"/>
                    <a:gd name="connsiteX3" fmla="*/ 1524 w 7877460"/>
                    <a:gd name="connsiteY3" fmla="*/ 1948339 h 1948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77460" h="1948338">
                      <a:moveTo>
                        <a:pt x="7877461" y="0"/>
                      </a:moveTo>
                      <a:lnTo>
                        <a:pt x="1773746" y="0"/>
                      </a:lnTo>
                      <a:lnTo>
                        <a:pt x="0" y="1076897"/>
                      </a:lnTo>
                      <a:lnTo>
                        <a:pt x="1524" y="1948339"/>
                      </a:lnTo>
                    </a:path>
                  </a:pathLst>
                </a:custGeom>
                <a:noFill/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67" name="Forme libre : forme 9566">
                  <a:extLst>
                    <a:ext uri="{FF2B5EF4-FFF2-40B4-BE49-F238E27FC236}">
                      <a16:creationId xmlns:a16="http://schemas.microsoft.com/office/drawing/2014/main" id="{5B089064-F8B7-4887-AD01-BCA579B4B66F}"/>
                    </a:ext>
                  </a:extLst>
                </p:cNvPr>
                <p:cNvSpPr/>
                <p:nvPr/>
              </p:nvSpPr>
              <p:spPr>
                <a:xfrm>
                  <a:off x="6562824" y="1211675"/>
                  <a:ext cx="1605533" cy="1939528"/>
                </a:xfrm>
                <a:custGeom>
                  <a:avLst/>
                  <a:gdLst>
                    <a:gd name="connsiteX0" fmla="*/ 857 w 1605533"/>
                    <a:gd name="connsiteY0" fmla="*/ 1647539 h 1939528"/>
                    <a:gd name="connsiteX1" fmla="*/ 8763 w 1605533"/>
                    <a:gd name="connsiteY1" fmla="*/ 1645063 h 1939528"/>
                    <a:gd name="connsiteX2" fmla="*/ 34671 w 1605533"/>
                    <a:gd name="connsiteY2" fmla="*/ 1626870 h 1939528"/>
                    <a:gd name="connsiteX3" fmla="*/ 27146 w 1605533"/>
                    <a:gd name="connsiteY3" fmla="*/ 1641634 h 1939528"/>
                    <a:gd name="connsiteX4" fmla="*/ 24574 w 1605533"/>
                    <a:gd name="connsiteY4" fmla="*/ 1657160 h 1939528"/>
                    <a:gd name="connsiteX5" fmla="*/ 26479 w 1605533"/>
                    <a:gd name="connsiteY5" fmla="*/ 1671637 h 1939528"/>
                    <a:gd name="connsiteX6" fmla="*/ 33623 w 1605533"/>
                    <a:gd name="connsiteY6" fmla="*/ 1684782 h 1939528"/>
                    <a:gd name="connsiteX7" fmla="*/ 62198 w 1605533"/>
                    <a:gd name="connsiteY7" fmla="*/ 1724501 h 1939528"/>
                    <a:gd name="connsiteX8" fmla="*/ 122682 w 1605533"/>
                    <a:gd name="connsiteY8" fmla="*/ 1741361 h 1939528"/>
                    <a:gd name="connsiteX9" fmla="*/ 112490 w 1605533"/>
                    <a:gd name="connsiteY9" fmla="*/ 1805369 h 1939528"/>
                    <a:gd name="connsiteX10" fmla="*/ 129635 w 1605533"/>
                    <a:gd name="connsiteY10" fmla="*/ 1830705 h 1939528"/>
                    <a:gd name="connsiteX11" fmla="*/ 138969 w 1605533"/>
                    <a:gd name="connsiteY11" fmla="*/ 1843469 h 1939528"/>
                    <a:gd name="connsiteX12" fmla="*/ 149066 w 1605533"/>
                    <a:gd name="connsiteY12" fmla="*/ 1856232 h 1939528"/>
                    <a:gd name="connsiteX13" fmla="*/ 166401 w 1605533"/>
                    <a:gd name="connsiteY13" fmla="*/ 1870710 h 1939528"/>
                    <a:gd name="connsiteX14" fmla="*/ 186118 w 1605533"/>
                    <a:gd name="connsiteY14" fmla="*/ 1877282 h 1939528"/>
                    <a:gd name="connsiteX15" fmla="*/ 204311 w 1605533"/>
                    <a:gd name="connsiteY15" fmla="*/ 1875187 h 1939528"/>
                    <a:gd name="connsiteX16" fmla="*/ 218122 w 1605533"/>
                    <a:gd name="connsiteY16" fmla="*/ 1864900 h 1939528"/>
                    <a:gd name="connsiteX17" fmla="*/ 214122 w 1605533"/>
                    <a:gd name="connsiteY17" fmla="*/ 1899285 h 1939528"/>
                    <a:gd name="connsiteX18" fmla="*/ 227552 w 1605533"/>
                    <a:gd name="connsiteY18" fmla="*/ 1917668 h 1939528"/>
                    <a:gd name="connsiteX19" fmla="*/ 238315 w 1605533"/>
                    <a:gd name="connsiteY19" fmla="*/ 1925384 h 1939528"/>
                    <a:gd name="connsiteX20" fmla="*/ 251364 w 1605533"/>
                    <a:gd name="connsiteY20" fmla="*/ 1931289 h 1939528"/>
                    <a:gd name="connsiteX21" fmla="*/ 271843 w 1605533"/>
                    <a:gd name="connsiteY21" fmla="*/ 1936528 h 1939528"/>
                    <a:gd name="connsiteX22" fmla="*/ 282321 w 1605533"/>
                    <a:gd name="connsiteY22" fmla="*/ 1938242 h 1939528"/>
                    <a:gd name="connsiteX23" fmla="*/ 287560 w 1605533"/>
                    <a:gd name="connsiteY23" fmla="*/ 1939004 h 1939528"/>
                    <a:gd name="connsiteX24" fmla="*/ 293655 w 1605533"/>
                    <a:gd name="connsiteY24" fmla="*/ 1939290 h 1939528"/>
                    <a:gd name="connsiteX25" fmla="*/ 341566 w 1605533"/>
                    <a:gd name="connsiteY25" fmla="*/ 1933670 h 1939528"/>
                    <a:gd name="connsiteX26" fmla="*/ 356235 w 1605533"/>
                    <a:gd name="connsiteY26" fmla="*/ 1927670 h 1939528"/>
                    <a:gd name="connsiteX27" fmla="*/ 367665 w 1605533"/>
                    <a:gd name="connsiteY27" fmla="*/ 1919383 h 1939528"/>
                    <a:gd name="connsiteX28" fmla="*/ 376047 w 1605533"/>
                    <a:gd name="connsiteY28" fmla="*/ 1910048 h 1939528"/>
                    <a:gd name="connsiteX29" fmla="*/ 381381 w 1605533"/>
                    <a:gd name="connsiteY29" fmla="*/ 1900237 h 1939528"/>
                    <a:gd name="connsiteX30" fmla="*/ 383476 w 1605533"/>
                    <a:gd name="connsiteY30" fmla="*/ 1881378 h 1939528"/>
                    <a:gd name="connsiteX31" fmla="*/ 376047 w 1605533"/>
                    <a:gd name="connsiteY31" fmla="*/ 1865757 h 1939528"/>
                    <a:gd name="connsiteX32" fmla="*/ 390525 w 1605533"/>
                    <a:gd name="connsiteY32" fmla="*/ 1875568 h 1939528"/>
                    <a:gd name="connsiteX33" fmla="*/ 408908 w 1605533"/>
                    <a:gd name="connsiteY33" fmla="*/ 1876901 h 1939528"/>
                    <a:gd name="connsiteX34" fmla="*/ 428530 w 1605533"/>
                    <a:gd name="connsiteY34" fmla="*/ 1869472 h 1939528"/>
                    <a:gd name="connsiteX35" fmla="*/ 437673 w 1605533"/>
                    <a:gd name="connsiteY35" fmla="*/ 1862709 h 1939528"/>
                    <a:gd name="connsiteX36" fmla="*/ 445389 w 1605533"/>
                    <a:gd name="connsiteY36" fmla="*/ 1854137 h 1939528"/>
                    <a:gd name="connsiteX37" fmla="*/ 464058 w 1605533"/>
                    <a:gd name="connsiteY37" fmla="*/ 1827086 h 1939528"/>
                    <a:gd name="connsiteX38" fmla="*/ 480060 w 1605533"/>
                    <a:gd name="connsiteY38" fmla="*/ 1799749 h 1939528"/>
                    <a:gd name="connsiteX39" fmla="*/ 486537 w 1605533"/>
                    <a:gd name="connsiteY39" fmla="*/ 1780032 h 1939528"/>
                    <a:gd name="connsiteX40" fmla="*/ 485298 w 1605533"/>
                    <a:gd name="connsiteY40" fmla="*/ 1761172 h 1939528"/>
                    <a:gd name="connsiteX41" fmla="*/ 463391 w 1605533"/>
                    <a:gd name="connsiteY41" fmla="*/ 1735074 h 1939528"/>
                    <a:gd name="connsiteX42" fmla="*/ 497491 w 1605533"/>
                    <a:gd name="connsiteY42" fmla="*/ 1733931 h 1939528"/>
                    <a:gd name="connsiteX43" fmla="*/ 505396 w 1605533"/>
                    <a:gd name="connsiteY43" fmla="*/ 1729073 h 1939528"/>
                    <a:gd name="connsiteX44" fmla="*/ 522827 w 1605533"/>
                    <a:gd name="connsiteY44" fmla="*/ 1705451 h 1939528"/>
                    <a:gd name="connsiteX45" fmla="*/ 532923 w 1605533"/>
                    <a:gd name="connsiteY45" fmla="*/ 1677543 h 1939528"/>
                    <a:gd name="connsiteX46" fmla="*/ 542258 w 1605533"/>
                    <a:gd name="connsiteY46" fmla="*/ 1649444 h 1939528"/>
                    <a:gd name="connsiteX47" fmla="*/ 513969 w 1605533"/>
                    <a:gd name="connsiteY47" fmla="*/ 1590008 h 1939528"/>
                    <a:gd name="connsiteX48" fmla="*/ 568737 w 1605533"/>
                    <a:gd name="connsiteY48" fmla="*/ 1553146 h 1939528"/>
                    <a:gd name="connsiteX49" fmla="*/ 580739 w 1605533"/>
                    <a:gd name="connsiteY49" fmla="*/ 1495616 h 1939528"/>
                    <a:gd name="connsiteX50" fmla="*/ 573786 w 1605533"/>
                    <a:gd name="connsiteY50" fmla="*/ 1458563 h 1939528"/>
                    <a:gd name="connsiteX51" fmla="*/ 544830 w 1605533"/>
                    <a:gd name="connsiteY51" fmla="*/ 1439894 h 1939528"/>
                    <a:gd name="connsiteX52" fmla="*/ 577786 w 1605533"/>
                    <a:gd name="connsiteY52" fmla="*/ 1429226 h 1939528"/>
                    <a:gd name="connsiteX53" fmla="*/ 593884 w 1605533"/>
                    <a:gd name="connsiteY53" fmla="*/ 1393127 h 1939528"/>
                    <a:gd name="connsiteX54" fmla="*/ 595027 w 1605533"/>
                    <a:gd name="connsiteY54" fmla="*/ 1365028 h 1939528"/>
                    <a:gd name="connsiteX55" fmla="*/ 596551 w 1605533"/>
                    <a:gd name="connsiteY55" fmla="*/ 1338834 h 1939528"/>
                    <a:gd name="connsiteX56" fmla="*/ 586549 w 1605533"/>
                    <a:gd name="connsiteY56" fmla="*/ 1306449 h 1939528"/>
                    <a:gd name="connsiteX57" fmla="*/ 556736 w 1605533"/>
                    <a:gd name="connsiteY57" fmla="*/ 1289304 h 1939528"/>
                    <a:gd name="connsiteX58" fmla="*/ 589979 w 1605533"/>
                    <a:gd name="connsiteY58" fmla="*/ 1280732 h 1939528"/>
                    <a:gd name="connsiteX59" fmla="*/ 601789 w 1605533"/>
                    <a:gd name="connsiteY59" fmla="*/ 1268825 h 1939528"/>
                    <a:gd name="connsiteX60" fmla="*/ 608457 w 1605533"/>
                    <a:gd name="connsiteY60" fmla="*/ 1253680 h 1939528"/>
                    <a:gd name="connsiteX61" fmla="*/ 614553 w 1605533"/>
                    <a:gd name="connsiteY61" fmla="*/ 1231011 h 1939528"/>
                    <a:gd name="connsiteX62" fmla="*/ 621887 w 1605533"/>
                    <a:gd name="connsiteY62" fmla="*/ 1210151 h 1939528"/>
                    <a:gd name="connsiteX63" fmla="*/ 624268 w 1605533"/>
                    <a:gd name="connsiteY63" fmla="*/ 1196435 h 1939528"/>
                    <a:gd name="connsiteX64" fmla="*/ 621125 w 1605533"/>
                    <a:gd name="connsiteY64" fmla="*/ 1182529 h 1939528"/>
                    <a:gd name="connsiteX65" fmla="*/ 617696 w 1605533"/>
                    <a:gd name="connsiteY65" fmla="*/ 1175195 h 1939528"/>
                    <a:gd name="connsiteX66" fmla="*/ 613410 w 1605533"/>
                    <a:gd name="connsiteY66" fmla="*/ 1168337 h 1939528"/>
                    <a:gd name="connsiteX67" fmla="*/ 601218 w 1605533"/>
                    <a:gd name="connsiteY67" fmla="*/ 1155478 h 1939528"/>
                    <a:gd name="connsiteX68" fmla="*/ 616839 w 1605533"/>
                    <a:gd name="connsiteY68" fmla="*/ 1163860 h 1939528"/>
                    <a:gd name="connsiteX69" fmla="*/ 632079 w 1605533"/>
                    <a:gd name="connsiteY69" fmla="*/ 1168241 h 1939528"/>
                    <a:gd name="connsiteX70" fmla="*/ 638651 w 1605533"/>
                    <a:gd name="connsiteY70" fmla="*/ 1169480 h 1939528"/>
                    <a:gd name="connsiteX71" fmla="*/ 641509 w 1605533"/>
                    <a:gd name="connsiteY71" fmla="*/ 1169670 h 1939528"/>
                    <a:gd name="connsiteX72" fmla="*/ 644176 w 1605533"/>
                    <a:gd name="connsiteY72" fmla="*/ 1170242 h 1939528"/>
                    <a:gd name="connsiteX73" fmla="*/ 651700 w 1605533"/>
                    <a:gd name="connsiteY73" fmla="*/ 1169670 h 1939528"/>
                    <a:gd name="connsiteX74" fmla="*/ 655701 w 1605533"/>
                    <a:gd name="connsiteY74" fmla="*/ 1167956 h 1939528"/>
                    <a:gd name="connsiteX75" fmla="*/ 657797 w 1605533"/>
                    <a:gd name="connsiteY75" fmla="*/ 1167384 h 1939528"/>
                    <a:gd name="connsiteX76" fmla="*/ 660654 w 1605533"/>
                    <a:gd name="connsiteY76" fmla="*/ 1166622 h 1939528"/>
                    <a:gd name="connsiteX77" fmla="*/ 669036 w 1605533"/>
                    <a:gd name="connsiteY77" fmla="*/ 1165384 h 1939528"/>
                    <a:gd name="connsiteX78" fmla="*/ 676656 w 1605533"/>
                    <a:gd name="connsiteY78" fmla="*/ 1165098 h 1939528"/>
                    <a:gd name="connsiteX79" fmla="*/ 686085 w 1605533"/>
                    <a:gd name="connsiteY79" fmla="*/ 1162431 h 1939528"/>
                    <a:gd name="connsiteX80" fmla="*/ 695897 w 1605533"/>
                    <a:gd name="connsiteY80" fmla="*/ 1154811 h 1939528"/>
                    <a:gd name="connsiteX81" fmla="*/ 706755 w 1605533"/>
                    <a:gd name="connsiteY81" fmla="*/ 1143191 h 1939528"/>
                    <a:gd name="connsiteX82" fmla="*/ 716280 w 1605533"/>
                    <a:gd name="connsiteY82" fmla="*/ 1128236 h 1939528"/>
                    <a:gd name="connsiteX83" fmla="*/ 711327 w 1605533"/>
                    <a:gd name="connsiteY83" fmla="*/ 1145477 h 1939528"/>
                    <a:gd name="connsiteX84" fmla="*/ 709993 w 1605533"/>
                    <a:gd name="connsiteY84" fmla="*/ 1161193 h 1939528"/>
                    <a:gd name="connsiteX85" fmla="*/ 711232 w 1605533"/>
                    <a:gd name="connsiteY85" fmla="*/ 1174052 h 1939528"/>
                    <a:gd name="connsiteX86" fmla="*/ 713232 w 1605533"/>
                    <a:gd name="connsiteY86" fmla="*/ 1179100 h 1939528"/>
                    <a:gd name="connsiteX87" fmla="*/ 716375 w 1605533"/>
                    <a:gd name="connsiteY87" fmla="*/ 1183767 h 1939528"/>
                    <a:gd name="connsiteX88" fmla="*/ 719232 w 1605533"/>
                    <a:gd name="connsiteY88" fmla="*/ 1186720 h 1939528"/>
                    <a:gd name="connsiteX89" fmla="*/ 720280 w 1605533"/>
                    <a:gd name="connsiteY89" fmla="*/ 1188149 h 1939528"/>
                    <a:gd name="connsiteX90" fmla="*/ 721900 w 1605533"/>
                    <a:gd name="connsiteY90" fmla="*/ 1190339 h 1939528"/>
                    <a:gd name="connsiteX91" fmla="*/ 724662 w 1605533"/>
                    <a:gd name="connsiteY91" fmla="*/ 1193864 h 1939528"/>
                    <a:gd name="connsiteX92" fmla="*/ 727329 w 1605533"/>
                    <a:gd name="connsiteY92" fmla="*/ 1197769 h 1939528"/>
                    <a:gd name="connsiteX93" fmla="*/ 737711 w 1605533"/>
                    <a:gd name="connsiteY93" fmla="*/ 1215104 h 1939528"/>
                    <a:gd name="connsiteX94" fmla="*/ 747236 w 1605533"/>
                    <a:gd name="connsiteY94" fmla="*/ 1226725 h 1939528"/>
                    <a:gd name="connsiteX95" fmla="*/ 761143 w 1605533"/>
                    <a:gd name="connsiteY95" fmla="*/ 1234726 h 1939528"/>
                    <a:gd name="connsiteX96" fmla="*/ 795909 w 1605533"/>
                    <a:gd name="connsiteY96" fmla="*/ 1235393 h 1939528"/>
                    <a:gd name="connsiteX97" fmla="*/ 769334 w 1605533"/>
                    <a:gd name="connsiteY97" fmla="*/ 1257871 h 1939528"/>
                    <a:gd name="connsiteX98" fmla="*/ 763714 w 1605533"/>
                    <a:gd name="connsiteY98" fmla="*/ 1273683 h 1939528"/>
                    <a:gd name="connsiteX99" fmla="*/ 763333 w 1605533"/>
                    <a:gd name="connsiteY99" fmla="*/ 1277779 h 1939528"/>
                    <a:gd name="connsiteX100" fmla="*/ 763905 w 1605533"/>
                    <a:gd name="connsiteY100" fmla="*/ 1283494 h 1939528"/>
                    <a:gd name="connsiteX101" fmla="*/ 766953 w 1605533"/>
                    <a:gd name="connsiteY101" fmla="*/ 1295971 h 1939528"/>
                    <a:gd name="connsiteX102" fmla="*/ 781812 w 1605533"/>
                    <a:gd name="connsiteY102" fmla="*/ 1330166 h 1939528"/>
                    <a:gd name="connsiteX103" fmla="*/ 801528 w 1605533"/>
                    <a:gd name="connsiteY103" fmla="*/ 1361789 h 1939528"/>
                    <a:gd name="connsiteX104" fmla="*/ 840867 w 1605533"/>
                    <a:gd name="connsiteY104" fmla="*/ 1385983 h 1939528"/>
                    <a:gd name="connsiteX105" fmla="*/ 860203 w 1605533"/>
                    <a:gd name="connsiteY105" fmla="*/ 1383506 h 1939528"/>
                    <a:gd name="connsiteX106" fmla="*/ 874776 w 1605533"/>
                    <a:gd name="connsiteY106" fmla="*/ 1372362 h 1939528"/>
                    <a:gd name="connsiteX107" fmla="*/ 872109 w 1605533"/>
                    <a:gd name="connsiteY107" fmla="*/ 1376267 h 1939528"/>
                    <a:gd name="connsiteX108" fmla="*/ 867442 w 1605533"/>
                    <a:gd name="connsiteY108" fmla="*/ 1389317 h 1939528"/>
                    <a:gd name="connsiteX109" fmla="*/ 867060 w 1605533"/>
                    <a:gd name="connsiteY109" fmla="*/ 1394079 h 1939528"/>
                    <a:gd name="connsiteX110" fmla="*/ 868299 w 1605533"/>
                    <a:gd name="connsiteY110" fmla="*/ 1403985 h 1939528"/>
                    <a:gd name="connsiteX111" fmla="*/ 870013 w 1605533"/>
                    <a:gd name="connsiteY111" fmla="*/ 1409033 h 1939528"/>
                    <a:gd name="connsiteX112" fmla="*/ 884015 w 1605533"/>
                    <a:gd name="connsiteY112" fmla="*/ 1428369 h 1939528"/>
                    <a:gd name="connsiteX113" fmla="*/ 910018 w 1605533"/>
                    <a:gd name="connsiteY113" fmla="*/ 1442276 h 1939528"/>
                    <a:gd name="connsiteX114" fmla="*/ 959929 w 1605533"/>
                    <a:gd name="connsiteY114" fmla="*/ 1447610 h 1939528"/>
                    <a:gd name="connsiteX115" fmla="*/ 1012984 w 1605533"/>
                    <a:gd name="connsiteY115" fmla="*/ 1431893 h 1939528"/>
                    <a:gd name="connsiteX116" fmla="*/ 1038701 w 1605533"/>
                    <a:gd name="connsiteY116" fmla="*/ 1408081 h 1939528"/>
                    <a:gd name="connsiteX117" fmla="*/ 1047464 w 1605533"/>
                    <a:gd name="connsiteY117" fmla="*/ 1382649 h 1939528"/>
                    <a:gd name="connsiteX118" fmla="*/ 1042797 w 1605533"/>
                    <a:gd name="connsiteY118" fmla="*/ 1362456 h 1939528"/>
                    <a:gd name="connsiteX119" fmla="*/ 1029081 w 1605533"/>
                    <a:gd name="connsiteY119" fmla="*/ 1349693 h 1939528"/>
                    <a:gd name="connsiteX120" fmla="*/ 1047273 w 1605533"/>
                    <a:gd name="connsiteY120" fmla="*/ 1353884 h 1939528"/>
                    <a:gd name="connsiteX121" fmla="*/ 1066229 w 1605533"/>
                    <a:gd name="connsiteY121" fmla="*/ 1347692 h 1939528"/>
                    <a:gd name="connsiteX122" fmla="*/ 1082421 w 1605533"/>
                    <a:gd name="connsiteY122" fmla="*/ 1331881 h 1939528"/>
                    <a:gd name="connsiteX123" fmla="*/ 1091946 w 1605533"/>
                    <a:gd name="connsiteY123" fmla="*/ 1309687 h 1939528"/>
                    <a:gd name="connsiteX124" fmla="*/ 1097661 w 1605533"/>
                    <a:gd name="connsiteY124" fmla="*/ 1280636 h 1939528"/>
                    <a:gd name="connsiteX125" fmla="*/ 1102709 w 1605533"/>
                    <a:gd name="connsiteY125" fmla="*/ 1252061 h 1939528"/>
                    <a:gd name="connsiteX126" fmla="*/ 1094613 w 1605533"/>
                    <a:gd name="connsiteY126" fmla="*/ 1216057 h 1939528"/>
                    <a:gd name="connsiteX127" fmla="*/ 1063942 w 1605533"/>
                    <a:gd name="connsiteY127" fmla="*/ 1197197 h 1939528"/>
                    <a:gd name="connsiteX128" fmla="*/ 1117473 w 1605533"/>
                    <a:gd name="connsiteY128" fmla="*/ 1156811 h 1939528"/>
                    <a:gd name="connsiteX129" fmla="*/ 1125664 w 1605533"/>
                    <a:gd name="connsiteY129" fmla="*/ 1101757 h 1939528"/>
                    <a:gd name="connsiteX130" fmla="*/ 1086231 w 1605533"/>
                    <a:gd name="connsiteY130" fmla="*/ 1047940 h 1939528"/>
                    <a:gd name="connsiteX131" fmla="*/ 1141000 w 1605533"/>
                    <a:gd name="connsiteY131" fmla="*/ 1009936 h 1939528"/>
                    <a:gd name="connsiteX132" fmla="*/ 1146143 w 1605533"/>
                    <a:gd name="connsiteY132" fmla="*/ 983552 h 1939528"/>
                    <a:gd name="connsiteX133" fmla="*/ 1151668 w 1605533"/>
                    <a:gd name="connsiteY133" fmla="*/ 957453 h 1939528"/>
                    <a:gd name="connsiteX134" fmla="*/ 1145476 w 1605533"/>
                    <a:gd name="connsiteY134" fmla="*/ 923353 h 1939528"/>
                    <a:gd name="connsiteX135" fmla="*/ 1116425 w 1605533"/>
                    <a:gd name="connsiteY135" fmla="*/ 901827 h 1939528"/>
                    <a:gd name="connsiteX136" fmla="*/ 1152334 w 1605533"/>
                    <a:gd name="connsiteY136" fmla="*/ 898207 h 1939528"/>
                    <a:gd name="connsiteX137" fmla="*/ 1166336 w 1605533"/>
                    <a:gd name="connsiteY137" fmla="*/ 888206 h 1939528"/>
                    <a:gd name="connsiteX138" fmla="*/ 1175004 w 1605533"/>
                    <a:gd name="connsiteY138" fmla="*/ 873824 h 1939528"/>
                    <a:gd name="connsiteX139" fmla="*/ 1183671 w 1605533"/>
                    <a:gd name="connsiteY139" fmla="*/ 852107 h 1939528"/>
                    <a:gd name="connsiteX140" fmla="*/ 1193196 w 1605533"/>
                    <a:gd name="connsiteY140" fmla="*/ 832866 h 1939528"/>
                    <a:gd name="connsiteX141" fmla="*/ 1196721 w 1605533"/>
                    <a:gd name="connsiteY141" fmla="*/ 820579 h 1939528"/>
                    <a:gd name="connsiteX142" fmla="*/ 1195388 w 1605533"/>
                    <a:gd name="connsiteY142" fmla="*/ 804767 h 1939528"/>
                    <a:gd name="connsiteX143" fmla="*/ 1177004 w 1605533"/>
                    <a:gd name="connsiteY143" fmla="*/ 773525 h 1939528"/>
                    <a:gd name="connsiteX144" fmla="*/ 1210723 w 1605533"/>
                    <a:gd name="connsiteY144" fmla="*/ 786574 h 1939528"/>
                    <a:gd name="connsiteX145" fmla="*/ 1226629 w 1605533"/>
                    <a:gd name="connsiteY145" fmla="*/ 785051 h 1939528"/>
                    <a:gd name="connsiteX146" fmla="*/ 1239202 w 1605533"/>
                    <a:gd name="connsiteY146" fmla="*/ 778764 h 1939528"/>
                    <a:gd name="connsiteX147" fmla="*/ 1253299 w 1605533"/>
                    <a:gd name="connsiteY147" fmla="*/ 768572 h 1939528"/>
                    <a:gd name="connsiteX148" fmla="*/ 1259110 w 1605533"/>
                    <a:gd name="connsiteY148" fmla="*/ 765524 h 1939528"/>
                    <a:gd name="connsiteX149" fmla="*/ 1260348 w 1605533"/>
                    <a:gd name="connsiteY149" fmla="*/ 765048 h 1939528"/>
                    <a:gd name="connsiteX150" fmla="*/ 1260538 w 1605533"/>
                    <a:gd name="connsiteY150" fmla="*/ 764953 h 1939528"/>
                    <a:gd name="connsiteX151" fmla="*/ 1260634 w 1605533"/>
                    <a:gd name="connsiteY151" fmla="*/ 761048 h 1939528"/>
                    <a:gd name="connsiteX152" fmla="*/ 1264158 w 1605533"/>
                    <a:gd name="connsiteY152" fmla="*/ 750761 h 1939528"/>
                    <a:gd name="connsiteX153" fmla="*/ 1272349 w 1605533"/>
                    <a:gd name="connsiteY153" fmla="*/ 736949 h 1939528"/>
                    <a:gd name="connsiteX154" fmla="*/ 1282351 w 1605533"/>
                    <a:gd name="connsiteY154" fmla="*/ 720376 h 1939528"/>
                    <a:gd name="connsiteX155" fmla="*/ 1269301 w 1605533"/>
                    <a:gd name="connsiteY155" fmla="*/ 753618 h 1939528"/>
                    <a:gd name="connsiteX156" fmla="*/ 1263396 w 1605533"/>
                    <a:gd name="connsiteY156" fmla="*/ 762572 h 1939528"/>
                    <a:gd name="connsiteX157" fmla="*/ 1262443 w 1605533"/>
                    <a:gd name="connsiteY157" fmla="*/ 768668 h 1939528"/>
                    <a:gd name="connsiteX158" fmla="*/ 1268253 w 1605533"/>
                    <a:gd name="connsiteY158" fmla="*/ 783907 h 1939528"/>
                    <a:gd name="connsiteX159" fmla="*/ 1270921 w 1605533"/>
                    <a:gd name="connsiteY159" fmla="*/ 793814 h 1939528"/>
                    <a:gd name="connsiteX160" fmla="*/ 1274350 w 1605533"/>
                    <a:gd name="connsiteY160" fmla="*/ 807815 h 1939528"/>
                    <a:gd name="connsiteX161" fmla="*/ 1334072 w 1605533"/>
                    <a:gd name="connsiteY161" fmla="*/ 842391 h 1939528"/>
                    <a:gd name="connsiteX162" fmla="*/ 1303687 w 1605533"/>
                    <a:gd name="connsiteY162" fmla="*/ 906018 h 1939528"/>
                    <a:gd name="connsiteX163" fmla="*/ 1316260 w 1605533"/>
                    <a:gd name="connsiteY163" fmla="*/ 936593 h 1939528"/>
                    <a:gd name="connsiteX164" fmla="*/ 1320165 w 1605533"/>
                    <a:gd name="connsiteY164" fmla="*/ 944690 h 1939528"/>
                    <a:gd name="connsiteX165" fmla="*/ 1321117 w 1605533"/>
                    <a:gd name="connsiteY165" fmla="*/ 946690 h 1939528"/>
                    <a:gd name="connsiteX166" fmla="*/ 1322641 w 1605533"/>
                    <a:gd name="connsiteY166" fmla="*/ 949547 h 1939528"/>
                    <a:gd name="connsiteX167" fmla="*/ 1325975 w 1605533"/>
                    <a:gd name="connsiteY167" fmla="*/ 955643 h 1939528"/>
                    <a:gd name="connsiteX168" fmla="*/ 1333023 w 1605533"/>
                    <a:gd name="connsiteY168" fmla="*/ 967645 h 1939528"/>
                    <a:gd name="connsiteX169" fmla="*/ 1340644 w 1605533"/>
                    <a:gd name="connsiteY169" fmla="*/ 979170 h 1939528"/>
                    <a:gd name="connsiteX170" fmla="*/ 1353026 w 1605533"/>
                    <a:gd name="connsiteY170" fmla="*/ 992791 h 1939528"/>
                    <a:gd name="connsiteX171" fmla="*/ 1366552 w 1605533"/>
                    <a:gd name="connsiteY171" fmla="*/ 1002220 h 1939528"/>
                    <a:gd name="connsiteX172" fmla="*/ 1380172 w 1605533"/>
                    <a:gd name="connsiteY172" fmla="*/ 1007174 h 1939528"/>
                    <a:gd name="connsiteX173" fmla="*/ 1392745 w 1605533"/>
                    <a:gd name="connsiteY173" fmla="*/ 1008031 h 1939528"/>
                    <a:gd name="connsiteX174" fmla="*/ 1403509 w 1605533"/>
                    <a:gd name="connsiteY174" fmla="*/ 1005269 h 1939528"/>
                    <a:gd name="connsiteX175" fmla="*/ 1411986 w 1605533"/>
                    <a:gd name="connsiteY175" fmla="*/ 999649 h 1939528"/>
                    <a:gd name="connsiteX176" fmla="*/ 1421130 w 1605533"/>
                    <a:gd name="connsiteY176" fmla="*/ 982694 h 1939528"/>
                    <a:gd name="connsiteX177" fmla="*/ 1422559 w 1605533"/>
                    <a:gd name="connsiteY177" fmla="*/ 1002792 h 1939528"/>
                    <a:gd name="connsiteX178" fmla="*/ 1428083 w 1605533"/>
                    <a:gd name="connsiteY178" fmla="*/ 1012031 h 1939528"/>
                    <a:gd name="connsiteX179" fmla="*/ 1436941 w 1605533"/>
                    <a:gd name="connsiteY179" fmla="*/ 1019747 h 1939528"/>
                    <a:gd name="connsiteX180" fmla="*/ 1442561 w 1605533"/>
                    <a:gd name="connsiteY180" fmla="*/ 1022699 h 1939528"/>
                    <a:gd name="connsiteX181" fmla="*/ 1448848 w 1605533"/>
                    <a:gd name="connsiteY181" fmla="*/ 1025081 h 1939528"/>
                    <a:gd name="connsiteX182" fmla="*/ 1463135 w 1605533"/>
                    <a:gd name="connsiteY182" fmla="*/ 1026890 h 1939528"/>
                    <a:gd name="connsiteX183" fmla="*/ 1478946 w 1605533"/>
                    <a:gd name="connsiteY183" fmla="*/ 1024414 h 1939528"/>
                    <a:gd name="connsiteX184" fmla="*/ 1495234 w 1605533"/>
                    <a:gd name="connsiteY184" fmla="*/ 1017461 h 1939528"/>
                    <a:gd name="connsiteX185" fmla="*/ 1506378 w 1605533"/>
                    <a:gd name="connsiteY185" fmla="*/ 1010031 h 1939528"/>
                    <a:gd name="connsiteX186" fmla="*/ 1516951 w 1605533"/>
                    <a:gd name="connsiteY186" fmla="*/ 1001649 h 1939528"/>
                    <a:gd name="connsiteX187" fmla="*/ 1536668 w 1605533"/>
                    <a:gd name="connsiteY187" fmla="*/ 982218 h 1939528"/>
                    <a:gd name="connsiteX188" fmla="*/ 1541621 w 1605533"/>
                    <a:gd name="connsiteY188" fmla="*/ 977360 h 1939528"/>
                    <a:gd name="connsiteX189" fmla="*/ 1544764 w 1605533"/>
                    <a:gd name="connsiteY189" fmla="*/ 973645 h 1939528"/>
                    <a:gd name="connsiteX190" fmla="*/ 1550575 w 1605533"/>
                    <a:gd name="connsiteY190" fmla="*/ 966407 h 1939528"/>
                    <a:gd name="connsiteX191" fmla="*/ 1561814 w 1605533"/>
                    <a:gd name="connsiteY191" fmla="*/ 952119 h 1939528"/>
                    <a:gd name="connsiteX192" fmla="*/ 1570958 w 1605533"/>
                    <a:gd name="connsiteY192" fmla="*/ 932021 h 1939528"/>
                    <a:gd name="connsiteX193" fmla="*/ 1570958 w 1605533"/>
                    <a:gd name="connsiteY193" fmla="*/ 911924 h 1939528"/>
                    <a:gd name="connsiteX194" fmla="*/ 1548574 w 1605533"/>
                    <a:gd name="connsiteY194" fmla="*/ 881348 h 1939528"/>
                    <a:gd name="connsiteX195" fmla="*/ 1586293 w 1605533"/>
                    <a:gd name="connsiteY195" fmla="*/ 885253 h 1939528"/>
                    <a:gd name="connsiteX196" fmla="*/ 1602105 w 1605533"/>
                    <a:gd name="connsiteY196" fmla="*/ 876490 h 1939528"/>
                    <a:gd name="connsiteX197" fmla="*/ 1602105 w 1605533"/>
                    <a:gd name="connsiteY197" fmla="*/ 852297 h 1939528"/>
                    <a:gd name="connsiteX198" fmla="*/ 1602105 w 1605533"/>
                    <a:gd name="connsiteY198" fmla="*/ 807625 h 1939528"/>
                    <a:gd name="connsiteX199" fmla="*/ 1602105 w 1605533"/>
                    <a:gd name="connsiteY199" fmla="*/ 787146 h 1939528"/>
                    <a:gd name="connsiteX200" fmla="*/ 1602105 w 1605533"/>
                    <a:gd name="connsiteY200" fmla="*/ 771144 h 1939528"/>
                    <a:gd name="connsiteX201" fmla="*/ 1602105 w 1605533"/>
                    <a:gd name="connsiteY201" fmla="*/ 764857 h 1939528"/>
                    <a:gd name="connsiteX202" fmla="*/ 1602105 w 1605533"/>
                    <a:gd name="connsiteY202" fmla="*/ 736949 h 1939528"/>
                    <a:gd name="connsiteX203" fmla="*/ 1602105 w 1605533"/>
                    <a:gd name="connsiteY203" fmla="*/ 736949 h 1939528"/>
                    <a:gd name="connsiteX204" fmla="*/ 1602105 w 1605533"/>
                    <a:gd name="connsiteY204" fmla="*/ 732949 h 1939528"/>
                    <a:gd name="connsiteX205" fmla="*/ 1602105 w 1605533"/>
                    <a:gd name="connsiteY205" fmla="*/ 713613 h 1939528"/>
                    <a:gd name="connsiteX206" fmla="*/ 1602105 w 1605533"/>
                    <a:gd name="connsiteY206" fmla="*/ 681990 h 1939528"/>
                    <a:gd name="connsiteX207" fmla="*/ 1602105 w 1605533"/>
                    <a:gd name="connsiteY207" fmla="*/ 681895 h 1939528"/>
                    <a:gd name="connsiteX208" fmla="*/ 1602105 w 1605533"/>
                    <a:gd name="connsiteY208" fmla="*/ 673132 h 1939528"/>
                    <a:gd name="connsiteX209" fmla="*/ 1602105 w 1605533"/>
                    <a:gd name="connsiteY209" fmla="*/ 667988 h 1939528"/>
                    <a:gd name="connsiteX210" fmla="*/ 1602105 w 1605533"/>
                    <a:gd name="connsiteY210" fmla="*/ 667607 h 1939528"/>
                    <a:gd name="connsiteX211" fmla="*/ 1602105 w 1605533"/>
                    <a:gd name="connsiteY211" fmla="*/ 655225 h 1939528"/>
                    <a:gd name="connsiteX212" fmla="*/ 1602105 w 1605533"/>
                    <a:gd name="connsiteY212" fmla="*/ 633127 h 1939528"/>
                    <a:gd name="connsiteX213" fmla="*/ 1602105 w 1605533"/>
                    <a:gd name="connsiteY213" fmla="*/ 626840 h 1939528"/>
                    <a:gd name="connsiteX214" fmla="*/ 1602105 w 1605533"/>
                    <a:gd name="connsiteY214" fmla="*/ 622840 h 1939528"/>
                    <a:gd name="connsiteX215" fmla="*/ 1602105 w 1605533"/>
                    <a:gd name="connsiteY215" fmla="*/ 614172 h 1939528"/>
                    <a:gd name="connsiteX216" fmla="*/ 1602105 w 1605533"/>
                    <a:gd name="connsiteY216" fmla="*/ 595503 h 1939528"/>
                    <a:gd name="connsiteX217" fmla="*/ 1602105 w 1605533"/>
                    <a:gd name="connsiteY217" fmla="*/ 583502 h 1939528"/>
                    <a:gd name="connsiteX218" fmla="*/ 1602105 w 1605533"/>
                    <a:gd name="connsiteY218" fmla="*/ 580168 h 1939528"/>
                    <a:gd name="connsiteX219" fmla="*/ 1605534 w 1605533"/>
                    <a:gd name="connsiteY219" fmla="*/ 581120 h 1939528"/>
                    <a:gd name="connsiteX220" fmla="*/ 1602105 w 1605533"/>
                    <a:gd name="connsiteY220" fmla="*/ 579787 h 1939528"/>
                    <a:gd name="connsiteX221" fmla="*/ 1602105 w 1605533"/>
                    <a:gd name="connsiteY221" fmla="*/ 561308 h 1939528"/>
                    <a:gd name="connsiteX222" fmla="*/ 1602105 w 1605533"/>
                    <a:gd name="connsiteY222" fmla="*/ 545402 h 1939528"/>
                    <a:gd name="connsiteX223" fmla="*/ 1602105 w 1605533"/>
                    <a:gd name="connsiteY223" fmla="*/ 527590 h 1939528"/>
                    <a:gd name="connsiteX224" fmla="*/ 1602105 w 1605533"/>
                    <a:gd name="connsiteY224" fmla="*/ 519970 h 1939528"/>
                    <a:gd name="connsiteX225" fmla="*/ 1602105 w 1605533"/>
                    <a:gd name="connsiteY225" fmla="*/ 475107 h 1939528"/>
                    <a:gd name="connsiteX226" fmla="*/ 1602105 w 1605533"/>
                    <a:gd name="connsiteY226" fmla="*/ 447580 h 1939528"/>
                    <a:gd name="connsiteX227" fmla="*/ 1602105 w 1605533"/>
                    <a:gd name="connsiteY227" fmla="*/ 434245 h 1939528"/>
                    <a:gd name="connsiteX228" fmla="*/ 1599438 w 1605533"/>
                    <a:gd name="connsiteY228" fmla="*/ 435007 h 1939528"/>
                    <a:gd name="connsiteX229" fmla="*/ 1599438 w 1605533"/>
                    <a:gd name="connsiteY229" fmla="*/ 0 h 1939528"/>
                    <a:gd name="connsiteX230" fmla="*/ 0 w 1605533"/>
                    <a:gd name="connsiteY230" fmla="*/ 1076992 h 1939528"/>
                    <a:gd name="connsiteX231" fmla="*/ 0 w 1605533"/>
                    <a:gd name="connsiteY231" fmla="*/ 1076992 h 1939528"/>
                    <a:gd name="connsiteX232" fmla="*/ 857 w 1605533"/>
                    <a:gd name="connsiteY232" fmla="*/ 1647539 h 1939528"/>
                    <a:gd name="connsiteX233" fmla="*/ 1599629 w 1605533"/>
                    <a:gd name="connsiteY233" fmla="*/ 583406 h 1939528"/>
                    <a:gd name="connsiteX234" fmla="*/ 1599629 w 1605533"/>
                    <a:gd name="connsiteY234" fmla="*/ 583120 h 1939528"/>
                    <a:gd name="connsiteX235" fmla="*/ 1601248 w 1605533"/>
                    <a:gd name="connsiteY235" fmla="*/ 583502 h 1939528"/>
                    <a:gd name="connsiteX236" fmla="*/ 1599629 w 1605533"/>
                    <a:gd name="connsiteY236" fmla="*/ 583406 h 1939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</a:cxnLst>
                  <a:rect l="l" t="t" r="r" b="b"/>
                  <a:pathLst>
                    <a:path w="1605533" h="1939528">
                      <a:moveTo>
                        <a:pt x="857" y="1647539"/>
                      </a:moveTo>
                      <a:cubicBezTo>
                        <a:pt x="3334" y="1646872"/>
                        <a:pt x="6001" y="1646111"/>
                        <a:pt x="8763" y="1645063"/>
                      </a:cubicBezTo>
                      <a:cubicBezTo>
                        <a:pt x="17621" y="1641348"/>
                        <a:pt x="27527" y="1636300"/>
                        <a:pt x="34671" y="1626870"/>
                      </a:cubicBezTo>
                      <a:cubicBezTo>
                        <a:pt x="31146" y="1631442"/>
                        <a:pt x="28765" y="1636586"/>
                        <a:pt x="27146" y="1641634"/>
                      </a:cubicBezTo>
                      <a:cubicBezTo>
                        <a:pt x="25527" y="1646872"/>
                        <a:pt x="24669" y="1652207"/>
                        <a:pt x="24574" y="1657160"/>
                      </a:cubicBezTo>
                      <a:cubicBezTo>
                        <a:pt x="24479" y="1661922"/>
                        <a:pt x="25051" y="1667351"/>
                        <a:pt x="26479" y="1671637"/>
                      </a:cubicBezTo>
                      <a:cubicBezTo>
                        <a:pt x="27908" y="1676400"/>
                        <a:pt x="30289" y="1680686"/>
                        <a:pt x="33623" y="1684782"/>
                      </a:cubicBezTo>
                      <a:cubicBezTo>
                        <a:pt x="43243" y="1696403"/>
                        <a:pt x="52768" y="1710023"/>
                        <a:pt x="62198" y="1724501"/>
                      </a:cubicBezTo>
                      <a:cubicBezTo>
                        <a:pt x="75342" y="1744980"/>
                        <a:pt x="102679" y="1753648"/>
                        <a:pt x="122682" y="1741361"/>
                      </a:cubicBezTo>
                      <a:cubicBezTo>
                        <a:pt x="102965" y="1753648"/>
                        <a:pt x="97250" y="1781651"/>
                        <a:pt x="112490" y="1805369"/>
                      </a:cubicBezTo>
                      <a:cubicBezTo>
                        <a:pt x="117920" y="1813751"/>
                        <a:pt x="123634" y="1822228"/>
                        <a:pt x="129635" y="1830705"/>
                      </a:cubicBezTo>
                      <a:lnTo>
                        <a:pt x="138969" y="1843469"/>
                      </a:lnTo>
                      <a:lnTo>
                        <a:pt x="149066" y="1856232"/>
                      </a:lnTo>
                      <a:cubicBezTo>
                        <a:pt x="154305" y="1862233"/>
                        <a:pt x="159734" y="1867186"/>
                        <a:pt x="166401" y="1870710"/>
                      </a:cubicBezTo>
                      <a:cubicBezTo>
                        <a:pt x="172783" y="1874329"/>
                        <a:pt x="179355" y="1876520"/>
                        <a:pt x="186118" y="1877282"/>
                      </a:cubicBezTo>
                      <a:cubicBezTo>
                        <a:pt x="192691" y="1877949"/>
                        <a:pt x="198691" y="1877378"/>
                        <a:pt x="204311" y="1875187"/>
                      </a:cubicBezTo>
                      <a:cubicBezTo>
                        <a:pt x="209835" y="1872996"/>
                        <a:pt x="214503" y="1869472"/>
                        <a:pt x="218122" y="1864900"/>
                      </a:cubicBezTo>
                      <a:cubicBezTo>
                        <a:pt x="210978" y="1874044"/>
                        <a:pt x="208597" y="1886617"/>
                        <a:pt x="214122" y="1899285"/>
                      </a:cubicBezTo>
                      <a:cubicBezTo>
                        <a:pt x="216598" y="1905762"/>
                        <a:pt x="221266" y="1912049"/>
                        <a:pt x="227552" y="1917668"/>
                      </a:cubicBezTo>
                      <a:cubicBezTo>
                        <a:pt x="230600" y="1920621"/>
                        <a:pt x="234219" y="1923193"/>
                        <a:pt x="238315" y="1925384"/>
                      </a:cubicBezTo>
                      <a:cubicBezTo>
                        <a:pt x="242411" y="1927574"/>
                        <a:pt x="246602" y="1929860"/>
                        <a:pt x="251364" y="1931289"/>
                      </a:cubicBezTo>
                      <a:cubicBezTo>
                        <a:pt x="258127" y="1933194"/>
                        <a:pt x="264890" y="1935480"/>
                        <a:pt x="271843" y="1936528"/>
                      </a:cubicBezTo>
                      <a:lnTo>
                        <a:pt x="282321" y="1938242"/>
                      </a:lnTo>
                      <a:lnTo>
                        <a:pt x="287560" y="1939004"/>
                      </a:lnTo>
                      <a:lnTo>
                        <a:pt x="293655" y="1939290"/>
                      </a:lnTo>
                      <a:cubicBezTo>
                        <a:pt x="309848" y="1940243"/>
                        <a:pt x="326612" y="1938337"/>
                        <a:pt x="341566" y="1933670"/>
                      </a:cubicBezTo>
                      <a:cubicBezTo>
                        <a:pt x="346710" y="1932051"/>
                        <a:pt x="351948" y="1930146"/>
                        <a:pt x="356235" y="1927670"/>
                      </a:cubicBezTo>
                      <a:cubicBezTo>
                        <a:pt x="360426" y="1925098"/>
                        <a:pt x="364236" y="1922336"/>
                        <a:pt x="367665" y="1919383"/>
                      </a:cubicBezTo>
                      <a:cubicBezTo>
                        <a:pt x="371189" y="1916525"/>
                        <a:pt x="373951" y="1913287"/>
                        <a:pt x="376047" y="1910048"/>
                      </a:cubicBezTo>
                      <a:cubicBezTo>
                        <a:pt x="378237" y="1906810"/>
                        <a:pt x="380047" y="1903476"/>
                        <a:pt x="381381" y="1900237"/>
                      </a:cubicBezTo>
                      <a:cubicBezTo>
                        <a:pt x="384238" y="1893856"/>
                        <a:pt x="384334" y="1887188"/>
                        <a:pt x="383476" y="1881378"/>
                      </a:cubicBezTo>
                      <a:cubicBezTo>
                        <a:pt x="382524" y="1875472"/>
                        <a:pt x="379952" y="1870234"/>
                        <a:pt x="376047" y="1865757"/>
                      </a:cubicBezTo>
                      <a:cubicBezTo>
                        <a:pt x="379952" y="1870234"/>
                        <a:pt x="384714" y="1873663"/>
                        <a:pt x="390525" y="1875568"/>
                      </a:cubicBezTo>
                      <a:cubicBezTo>
                        <a:pt x="396144" y="1877473"/>
                        <a:pt x="402241" y="1877854"/>
                        <a:pt x="408908" y="1876901"/>
                      </a:cubicBezTo>
                      <a:cubicBezTo>
                        <a:pt x="415671" y="1875949"/>
                        <a:pt x="422338" y="1873377"/>
                        <a:pt x="428530" y="1869472"/>
                      </a:cubicBezTo>
                      <a:cubicBezTo>
                        <a:pt x="431673" y="1867567"/>
                        <a:pt x="434816" y="1865281"/>
                        <a:pt x="437673" y="1862709"/>
                      </a:cubicBezTo>
                      <a:cubicBezTo>
                        <a:pt x="440341" y="1860137"/>
                        <a:pt x="443007" y="1857280"/>
                        <a:pt x="445389" y="1854137"/>
                      </a:cubicBezTo>
                      <a:cubicBezTo>
                        <a:pt x="452438" y="1845183"/>
                        <a:pt x="458057" y="1836134"/>
                        <a:pt x="464058" y="1827086"/>
                      </a:cubicBezTo>
                      <a:cubicBezTo>
                        <a:pt x="469582" y="1818037"/>
                        <a:pt x="475202" y="1808893"/>
                        <a:pt x="480060" y="1799749"/>
                      </a:cubicBezTo>
                      <a:cubicBezTo>
                        <a:pt x="483679" y="1793367"/>
                        <a:pt x="485775" y="1786604"/>
                        <a:pt x="486537" y="1780032"/>
                      </a:cubicBezTo>
                      <a:cubicBezTo>
                        <a:pt x="487299" y="1773460"/>
                        <a:pt x="487108" y="1767078"/>
                        <a:pt x="485298" y="1761172"/>
                      </a:cubicBezTo>
                      <a:cubicBezTo>
                        <a:pt x="482060" y="1749457"/>
                        <a:pt x="474345" y="1739932"/>
                        <a:pt x="463391" y="1735074"/>
                      </a:cubicBezTo>
                      <a:cubicBezTo>
                        <a:pt x="474345" y="1739932"/>
                        <a:pt x="486632" y="1739265"/>
                        <a:pt x="497491" y="1733931"/>
                      </a:cubicBezTo>
                      <a:cubicBezTo>
                        <a:pt x="500253" y="1732597"/>
                        <a:pt x="502825" y="1730978"/>
                        <a:pt x="505396" y="1729073"/>
                      </a:cubicBezTo>
                      <a:cubicBezTo>
                        <a:pt x="512826" y="1723358"/>
                        <a:pt x="519017" y="1715262"/>
                        <a:pt x="522827" y="1705451"/>
                      </a:cubicBezTo>
                      <a:cubicBezTo>
                        <a:pt x="526161" y="1696117"/>
                        <a:pt x="529780" y="1686878"/>
                        <a:pt x="532923" y="1677543"/>
                      </a:cubicBezTo>
                      <a:cubicBezTo>
                        <a:pt x="536162" y="1668209"/>
                        <a:pt x="539305" y="1658874"/>
                        <a:pt x="542258" y="1649444"/>
                      </a:cubicBezTo>
                      <a:cubicBezTo>
                        <a:pt x="550736" y="1622965"/>
                        <a:pt x="537400" y="1596104"/>
                        <a:pt x="513969" y="1590008"/>
                      </a:cubicBezTo>
                      <a:cubicBezTo>
                        <a:pt x="537210" y="1596485"/>
                        <a:pt x="562451" y="1580007"/>
                        <a:pt x="568737" y="1553146"/>
                      </a:cubicBezTo>
                      <a:cubicBezTo>
                        <a:pt x="573119" y="1534096"/>
                        <a:pt x="577310" y="1514951"/>
                        <a:pt x="580739" y="1495616"/>
                      </a:cubicBezTo>
                      <a:cubicBezTo>
                        <a:pt x="583216" y="1481995"/>
                        <a:pt x="580454" y="1468755"/>
                        <a:pt x="573786" y="1458563"/>
                      </a:cubicBezTo>
                      <a:cubicBezTo>
                        <a:pt x="567214" y="1448371"/>
                        <a:pt x="556927" y="1441418"/>
                        <a:pt x="544830" y="1439894"/>
                      </a:cubicBezTo>
                      <a:cubicBezTo>
                        <a:pt x="556927" y="1441513"/>
                        <a:pt x="568642" y="1437418"/>
                        <a:pt x="577786" y="1429226"/>
                      </a:cubicBezTo>
                      <a:cubicBezTo>
                        <a:pt x="586740" y="1420940"/>
                        <a:pt x="593217" y="1408462"/>
                        <a:pt x="593884" y="1393127"/>
                      </a:cubicBezTo>
                      <a:lnTo>
                        <a:pt x="595027" y="1365028"/>
                      </a:lnTo>
                      <a:lnTo>
                        <a:pt x="596551" y="1338834"/>
                      </a:lnTo>
                      <a:cubicBezTo>
                        <a:pt x="597598" y="1326737"/>
                        <a:pt x="593503" y="1315307"/>
                        <a:pt x="586549" y="1306449"/>
                      </a:cubicBezTo>
                      <a:cubicBezTo>
                        <a:pt x="579405" y="1297591"/>
                        <a:pt x="568928" y="1290923"/>
                        <a:pt x="556736" y="1289304"/>
                      </a:cubicBezTo>
                      <a:cubicBezTo>
                        <a:pt x="568928" y="1290923"/>
                        <a:pt x="580834" y="1287304"/>
                        <a:pt x="589979" y="1280732"/>
                      </a:cubicBezTo>
                      <a:cubicBezTo>
                        <a:pt x="594550" y="1277398"/>
                        <a:pt x="598551" y="1273302"/>
                        <a:pt x="601789" y="1268825"/>
                      </a:cubicBezTo>
                      <a:cubicBezTo>
                        <a:pt x="605028" y="1264349"/>
                        <a:pt x="607123" y="1259110"/>
                        <a:pt x="608457" y="1253680"/>
                      </a:cubicBezTo>
                      <a:cubicBezTo>
                        <a:pt x="610362" y="1245965"/>
                        <a:pt x="612076" y="1238060"/>
                        <a:pt x="614553" y="1231011"/>
                      </a:cubicBezTo>
                      <a:cubicBezTo>
                        <a:pt x="616648" y="1223486"/>
                        <a:pt x="619315" y="1216914"/>
                        <a:pt x="621887" y="1210151"/>
                      </a:cubicBezTo>
                      <a:cubicBezTo>
                        <a:pt x="623697" y="1205484"/>
                        <a:pt x="624649" y="1201388"/>
                        <a:pt x="624268" y="1196435"/>
                      </a:cubicBezTo>
                      <a:cubicBezTo>
                        <a:pt x="623982" y="1191578"/>
                        <a:pt x="623125" y="1187482"/>
                        <a:pt x="621125" y="1182529"/>
                      </a:cubicBezTo>
                      <a:cubicBezTo>
                        <a:pt x="620173" y="1180148"/>
                        <a:pt x="619030" y="1177671"/>
                        <a:pt x="617696" y="1175195"/>
                      </a:cubicBezTo>
                      <a:cubicBezTo>
                        <a:pt x="616458" y="1172909"/>
                        <a:pt x="615029" y="1170623"/>
                        <a:pt x="613410" y="1168337"/>
                      </a:cubicBezTo>
                      <a:cubicBezTo>
                        <a:pt x="610172" y="1163765"/>
                        <a:pt x="606076" y="1159288"/>
                        <a:pt x="601218" y="1155478"/>
                      </a:cubicBezTo>
                      <a:cubicBezTo>
                        <a:pt x="606171" y="1159193"/>
                        <a:pt x="611600" y="1161860"/>
                        <a:pt x="616839" y="1163860"/>
                      </a:cubicBezTo>
                      <a:cubicBezTo>
                        <a:pt x="622078" y="1165765"/>
                        <a:pt x="627316" y="1166908"/>
                        <a:pt x="632079" y="1168241"/>
                      </a:cubicBezTo>
                      <a:cubicBezTo>
                        <a:pt x="634460" y="1168813"/>
                        <a:pt x="636651" y="1169194"/>
                        <a:pt x="638651" y="1169480"/>
                      </a:cubicBezTo>
                      <a:cubicBezTo>
                        <a:pt x="639699" y="1169575"/>
                        <a:pt x="640651" y="1169670"/>
                        <a:pt x="641509" y="1169670"/>
                      </a:cubicBezTo>
                      <a:cubicBezTo>
                        <a:pt x="642461" y="1169861"/>
                        <a:pt x="643318" y="1170051"/>
                        <a:pt x="644176" y="1170242"/>
                      </a:cubicBezTo>
                      <a:cubicBezTo>
                        <a:pt x="647509" y="1170908"/>
                        <a:pt x="649795" y="1170051"/>
                        <a:pt x="651700" y="1169670"/>
                      </a:cubicBezTo>
                      <a:cubicBezTo>
                        <a:pt x="653034" y="1169194"/>
                        <a:pt x="654082" y="1167956"/>
                        <a:pt x="655701" y="1167956"/>
                      </a:cubicBezTo>
                      <a:cubicBezTo>
                        <a:pt x="656463" y="1167765"/>
                        <a:pt x="657130" y="1167575"/>
                        <a:pt x="657797" y="1167384"/>
                      </a:cubicBezTo>
                      <a:cubicBezTo>
                        <a:pt x="658558" y="1167098"/>
                        <a:pt x="658939" y="1166717"/>
                        <a:pt x="660654" y="1166622"/>
                      </a:cubicBezTo>
                      <a:cubicBezTo>
                        <a:pt x="663416" y="1166336"/>
                        <a:pt x="666273" y="1165860"/>
                        <a:pt x="669036" y="1165384"/>
                      </a:cubicBezTo>
                      <a:cubicBezTo>
                        <a:pt x="671607" y="1165384"/>
                        <a:pt x="674084" y="1165289"/>
                        <a:pt x="676656" y="1165098"/>
                      </a:cubicBezTo>
                      <a:cubicBezTo>
                        <a:pt x="679895" y="1165479"/>
                        <a:pt x="683037" y="1164146"/>
                        <a:pt x="686085" y="1162431"/>
                      </a:cubicBezTo>
                      <a:cubicBezTo>
                        <a:pt x="689038" y="1160907"/>
                        <a:pt x="692562" y="1157573"/>
                        <a:pt x="695897" y="1154811"/>
                      </a:cubicBezTo>
                      <a:cubicBezTo>
                        <a:pt x="699325" y="1151668"/>
                        <a:pt x="703040" y="1147763"/>
                        <a:pt x="706755" y="1143191"/>
                      </a:cubicBezTo>
                      <a:cubicBezTo>
                        <a:pt x="710279" y="1138904"/>
                        <a:pt x="713708" y="1133951"/>
                        <a:pt x="716280" y="1128236"/>
                      </a:cubicBezTo>
                      <a:cubicBezTo>
                        <a:pt x="713708" y="1133951"/>
                        <a:pt x="712279" y="1139857"/>
                        <a:pt x="711327" y="1145477"/>
                      </a:cubicBezTo>
                      <a:cubicBezTo>
                        <a:pt x="710374" y="1151192"/>
                        <a:pt x="710184" y="1156049"/>
                        <a:pt x="709993" y="1161193"/>
                      </a:cubicBezTo>
                      <a:cubicBezTo>
                        <a:pt x="709898" y="1166336"/>
                        <a:pt x="710374" y="1169956"/>
                        <a:pt x="711232" y="1174052"/>
                      </a:cubicBezTo>
                      <a:cubicBezTo>
                        <a:pt x="711708" y="1175957"/>
                        <a:pt x="712279" y="1177671"/>
                        <a:pt x="713232" y="1179100"/>
                      </a:cubicBezTo>
                      <a:cubicBezTo>
                        <a:pt x="714089" y="1180719"/>
                        <a:pt x="715042" y="1182434"/>
                        <a:pt x="716375" y="1183767"/>
                      </a:cubicBezTo>
                      <a:lnTo>
                        <a:pt x="719232" y="1186720"/>
                      </a:lnTo>
                      <a:lnTo>
                        <a:pt x="720280" y="1188149"/>
                      </a:lnTo>
                      <a:lnTo>
                        <a:pt x="721900" y="1190339"/>
                      </a:lnTo>
                      <a:cubicBezTo>
                        <a:pt x="722852" y="1191482"/>
                        <a:pt x="723805" y="1192625"/>
                        <a:pt x="724662" y="1193864"/>
                      </a:cubicBezTo>
                      <a:cubicBezTo>
                        <a:pt x="725519" y="1195102"/>
                        <a:pt x="726471" y="1196340"/>
                        <a:pt x="727329" y="1197769"/>
                      </a:cubicBezTo>
                      <a:cubicBezTo>
                        <a:pt x="731044" y="1202912"/>
                        <a:pt x="734282" y="1209104"/>
                        <a:pt x="737711" y="1215104"/>
                      </a:cubicBezTo>
                      <a:cubicBezTo>
                        <a:pt x="739902" y="1219676"/>
                        <a:pt x="743140" y="1223582"/>
                        <a:pt x="747236" y="1226725"/>
                      </a:cubicBezTo>
                      <a:cubicBezTo>
                        <a:pt x="751237" y="1230059"/>
                        <a:pt x="755809" y="1232821"/>
                        <a:pt x="761143" y="1234726"/>
                      </a:cubicBezTo>
                      <a:cubicBezTo>
                        <a:pt x="771810" y="1238441"/>
                        <a:pt x="783907" y="1239679"/>
                        <a:pt x="795909" y="1235393"/>
                      </a:cubicBezTo>
                      <a:cubicBezTo>
                        <a:pt x="784003" y="1239679"/>
                        <a:pt x="774954" y="1248156"/>
                        <a:pt x="769334" y="1257871"/>
                      </a:cubicBezTo>
                      <a:cubicBezTo>
                        <a:pt x="766477" y="1262825"/>
                        <a:pt x="764476" y="1268254"/>
                        <a:pt x="763714" y="1273683"/>
                      </a:cubicBezTo>
                      <a:cubicBezTo>
                        <a:pt x="763524" y="1275017"/>
                        <a:pt x="763333" y="1276445"/>
                        <a:pt x="763333" y="1277779"/>
                      </a:cubicBezTo>
                      <a:cubicBezTo>
                        <a:pt x="763238" y="1279017"/>
                        <a:pt x="763619" y="1281589"/>
                        <a:pt x="763905" y="1283494"/>
                      </a:cubicBezTo>
                      <a:cubicBezTo>
                        <a:pt x="764571" y="1287590"/>
                        <a:pt x="765334" y="1291876"/>
                        <a:pt x="766953" y="1295971"/>
                      </a:cubicBezTo>
                      <a:cubicBezTo>
                        <a:pt x="771144" y="1307783"/>
                        <a:pt x="776002" y="1319212"/>
                        <a:pt x="781812" y="1330166"/>
                      </a:cubicBezTo>
                      <a:cubicBezTo>
                        <a:pt x="787527" y="1341120"/>
                        <a:pt x="794099" y="1351693"/>
                        <a:pt x="801528" y="1361789"/>
                      </a:cubicBezTo>
                      <a:cubicBezTo>
                        <a:pt x="811816" y="1375982"/>
                        <a:pt x="826865" y="1384554"/>
                        <a:pt x="840867" y="1385983"/>
                      </a:cubicBezTo>
                      <a:cubicBezTo>
                        <a:pt x="847725" y="1386840"/>
                        <a:pt x="854487" y="1385792"/>
                        <a:pt x="860203" y="1383506"/>
                      </a:cubicBezTo>
                      <a:cubicBezTo>
                        <a:pt x="866013" y="1381125"/>
                        <a:pt x="870871" y="1377315"/>
                        <a:pt x="874776" y="1372362"/>
                      </a:cubicBezTo>
                      <a:cubicBezTo>
                        <a:pt x="873823" y="1373600"/>
                        <a:pt x="872871" y="1374934"/>
                        <a:pt x="872109" y="1376267"/>
                      </a:cubicBezTo>
                      <a:cubicBezTo>
                        <a:pt x="869728" y="1380268"/>
                        <a:pt x="868108" y="1384649"/>
                        <a:pt x="867442" y="1389317"/>
                      </a:cubicBezTo>
                      <a:cubicBezTo>
                        <a:pt x="867251" y="1390841"/>
                        <a:pt x="867060" y="1392460"/>
                        <a:pt x="867060" y="1394079"/>
                      </a:cubicBezTo>
                      <a:cubicBezTo>
                        <a:pt x="867060" y="1397318"/>
                        <a:pt x="867442" y="1400651"/>
                        <a:pt x="868299" y="1403985"/>
                      </a:cubicBezTo>
                      <a:cubicBezTo>
                        <a:pt x="868775" y="1405700"/>
                        <a:pt x="869346" y="1407319"/>
                        <a:pt x="870013" y="1409033"/>
                      </a:cubicBezTo>
                      <a:cubicBezTo>
                        <a:pt x="872585" y="1415796"/>
                        <a:pt x="877443" y="1422368"/>
                        <a:pt x="884015" y="1428369"/>
                      </a:cubicBezTo>
                      <a:cubicBezTo>
                        <a:pt x="890778" y="1434179"/>
                        <a:pt x="899541" y="1439228"/>
                        <a:pt x="910018" y="1442276"/>
                      </a:cubicBezTo>
                      <a:cubicBezTo>
                        <a:pt x="924877" y="1446657"/>
                        <a:pt x="941927" y="1448943"/>
                        <a:pt x="959929" y="1447610"/>
                      </a:cubicBezTo>
                      <a:cubicBezTo>
                        <a:pt x="977836" y="1446371"/>
                        <a:pt x="996696" y="1440942"/>
                        <a:pt x="1012984" y="1431893"/>
                      </a:cubicBezTo>
                      <a:cubicBezTo>
                        <a:pt x="1024318" y="1425512"/>
                        <a:pt x="1033272" y="1416844"/>
                        <a:pt x="1038701" y="1408081"/>
                      </a:cubicBezTo>
                      <a:cubicBezTo>
                        <a:pt x="1044511" y="1399222"/>
                        <a:pt x="1046797" y="1390460"/>
                        <a:pt x="1047464" y="1382649"/>
                      </a:cubicBezTo>
                      <a:cubicBezTo>
                        <a:pt x="1047655" y="1374838"/>
                        <a:pt x="1045940" y="1367980"/>
                        <a:pt x="1042797" y="1362456"/>
                      </a:cubicBezTo>
                      <a:cubicBezTo>
                        <a:pt x="1039558" y="1356932"/>
                        <a:pt x="1034701" y="1352645"/>
                        <a:pt x="1029081" y="1349693"/>
                      </a:cubicBezTo>
                      <a:cubicBezTo>
                        <a:pt x="1034701" y="1352741"/>
                        <a:pt x="1040892" y="1354169"/>
                        <a:pt x="1047273" y="1353884"/>
                      </a:cubicBezTo>
                      <a:cubicBezTo>
                        <a:pt x="1053751" y="1353598"/>
                        <a:pt x="1060323" y="1351407"/>
                        <a:pt x="1066229" y="1347692"/>
                      </a:cubicBezTo>
                      <a:cubicBezTo>
                        <a:pt x="1072515" y="1343882"/>
                        <a:pt x="1077849" y="1338453"/>
                        <a:pt x="1082421" y="1331881"/>
                      </a:cubicBezTo>
                      <a:cubicBezTo>
                        <a:pt x="1087088" y="1325309"/>
                        <a:pt x="1090041" y="1317593"/>
                        <a:pt x="1091946" y="1309687"/>
                      </a:cubicBezTo>
                      <a:lnTo>
                        <a:pt x="1097661" y="1280636"/>
                      </a:lnTo>
                      <a:lnTo>
                        <a:pt x="1102709" y="1252061"/>
                      </a:lnTo>
                      <a:cubicBezTo>
                        <a:pt x="1104995" y="1238726"/>
                        <a:pt x="1101566" y="1225963"/>
                        <a:pt x="1094613" y="1216057"/>
                      </a:cubicBezTo>
                      <a:cubicBezTo>
                        <a:pt x="1087564" y="1206056"/>
                        <a:pt x="1076706" y="1199102"/>
                        <a:pt x="1063942" y="1197197"/>
                      </a:cubicBezTo>
                      <a:cubicBezTo>
                        <a:pt x="1089470" y="1201103"/>
                        <a:pt x="1113663" y="1182624"/>
                        <a:pt x="1117473" y="1156811"/>
                      </a:cubicBezTo>
                      <a:lnTo>
                        <a:pt x="1125664" y="1101757"/>
                      </a:lnTo>
                      <a:cubicBezTo>
                        <a:pt x="1129569" y="1076325"/>
                        <a:pt x="1111948" y="1052227"/>
                        <a:pt x="1086231" y="1047940"/>
                      </a:cubicBezTo>
                      <a:cubicBezTo>
                        <a:pt x="1112044" y="1052132"/>
                        <a:pt x="1136237" y="1034606"/>
                        <a:pt x="1141000" y="1009936"/>
                      </a:cubicBezTo>
                      <a:cubicBezTo>
                        <a:pt x="1142619" y="1001078"/>
                        <a:pt x="1144238" y="992219"/>
                        <a:pt x="1146143" y="983552"/>
                      </a:cubicBezTo>
                      <a:cubicBezTo>
                        <a:pt x="1147953" y="974884"/>
                        <a:pt x="1149667" y="966026"/>
                        <a:pt x="1151668" y="957453"/>
                      </a:cubicBezTo>
                      <a:cubicBezTo>
                        <a:pt x="1154525" y="945547"/>
                        <a:pt x="1151763" y="933355"/>
                        <a:pt x="1145476" y="923353"/>
                      </a:cubicBezTo>
                      <a:cubicBezTo>
                        <a:pt x="1139285" y="913448"/>
                        <a:pt x="1129093" y="905351"/>
                        <a:pt x="1116425" y="901827"/>
                      </a:cubicBezTo>
                      <a:cubicBezTo>
                        <a:pt x="1129093" y="905256"/>
                        <a:pt x="1141952" y="903446"/>
                        <a:pt x="1152334" y="898207"/>
                      </a:cubicBezTo>
                      <a:cubicBezTo>
                        <a:pt x="1157573" y="895540"/>
                        <a:pt x="1162431" y="892302"/>
                        <a:pt x="1166336" y="888206"/>
                      </a:cubicBezTo>
                      <a:cubicBezTo>
                        <a:pt x="1170241" y="884111"/>
                        <a:pt x="1173194" y="879348"/>
                        <a:pt x="1175004" y="873824"/>
                      </a:cubicBezTo>
                      <a:lnTo>
                        <a:pt x="1183671" y="852107"/>
                      </a:lnTo>
                      <a:lnTo>
                        <a:pt x="1193196" y="832866"/>
                      </a:lnTo>
                      <a:cubicBezTo>
                        <a:pt x="1195578" y="829247"/>
                        <a:pt x="1196721" y="825246"/>
                        <a:pt x="1196721" y="820579"/>
                      </a:cubicBezTo>
                      <a:cubicBezTo>
                        <a:pt x="1196435" y="816102"/>
                        <a:pt x="1196435" y="810387"/>
                        <a:pt x="1195388" y="804767"/>
                      </a:cubicBezTo>
                      <a:cubicBezTo>
                        <a:pt x="1193101" y="793623"/>
                        <a:pt x="1187101" y="782098"/>
                        <a:pt x="1177004" y="773525"/>
                      </a:cubicBezTo>
                      <a:cubicBezTo>
                        <a:pt x="1187101" y="782098"/>
                        <a:pt x="1199483" y="786003"/>
                        <a:pt x="1210723" y="786574"/>
                      </a:cubicBezTo>
                      <a:cubicBezTo>
                        <a:pt x="1216342" y="786860"/>
                        <a:pt x="1221771" y="786384"/>
                        <a:pt x="1226629" y="785051"/>
                      </a:cubicBezTo>
                      <a:cubicBezTo>
                        <a:pt x="1231487" y="783812"/>
                        <a:pt x="1235773" y="781717"/>
                        <a:pt x="1239202" y="778764"/>
                      </a:cubicBezTo>
                      <a:cubicBezTo>
                        <a:pt x="1244156" y="774668"/>
                        <a:pt x="1249013" y="771144"/>
                        <a:pt x="1253299" y="768572"/>
                      </a:cubicBezTo>
                      <a:cubicBezTo>
                        <a:pt x="1255395" y="767429"/>
                        <a:pt x="1257395" y="766286"/>
                        <a:pt x="1259110" y="765524"/>
                      </a:cubicBezTo>
                      <a:cubicBezTo>
                        <a:pt x="1260348" y="764857"/>
                        <a:pt x="1259967" y="765239"/>
                        <a:pt x="1260348" y="765048"/>
                      </a:cubicBezTo>
                      <a:lnTo>
                        <a:pt x="1260538" y="764953"/>
                      </a:lnTo>
                      <a:cubicBezTo>
                        <a:pt x="1260538" y="764953"/>
                        <a:pt x="1260253" y="763619"/>
                        <a:pt x="1260634" y="761048"/>
                      </a:cubicBezTo>
                      <a:cubicBezTo>
                        <a:pt x="1261014" y="758476"/>
                        <a:pt x="1262157" y="754952"/>
                        <a:pt x="1264158" y="750761"/>
                      </a:cubicBezTo>
                      <a:cubicBezTo>
                        <a:pt x="1266158" y="746665"/>
                        <a:pt x="1269111" y="741902"/>
                        <a:pt x="1272349" y="736949"/>
                      </a:cubicBezTo>
                      <a:cubicBezTo>
                        <a:pt x="1275683" y="731806"/>
                        <a:pt x="1279303" y="726472"/>
                        <a:pt x="1282351" y="720376"/>
                      </a:cubicBezTo>
                      <a:cubicBezTo>
                        <a:pt x="1276540" y="732663"/>
                        <a:pt x="1273587" y="745331"/>
                        <a:pt x="1269301" y="753618"/>
                      </a:cubicBezTo>
                      <a:cubicBezTo>
                        <a:pt x="1267301" y="757714"/>
                        <a:pt x="1265111" y="760762"/>
                        <a:pt x="1263396" y="762572"/>
                      </a:cubicBezTo>
                      <a:cubicBezTo>
                        <a:pt x="1261586" y="764381"/>
                        <a:pt x="1260824" y="765620"/>
                        <a:pt x="1262443" y="768668"/>
                      </a:cubicBezTo>
                      <a:cubicBezTo>
                        <a:pt x="1264348" y="772763"/>
                        <a:pt x="1266539" y="777811"/>
                        <a:pt x="1268253" y="783907"/>
                      </a:cubicBezTo>
                      <a:cubicBezTo>
                        <a:pt x="1269206" y="787051"/>
                        <a:pt x="1269873" y="789813"/>
                        <a:pt x="1270921" y="793814"/>
                      </a:cubicBezTo>
                      <a:lnTo>
                        <a:pt x="1274350" y="807815"/>
                      </a:lnTo>
                      <a:cubicBezTo>
                        <a:pt x="1280922" y="834295"/>
                        <a:pt x="1308449" y="850297"/>
                        <a:pt x="1334072" y="842391"/>
                      </a:cubicBezTo>
                      <a:cubicBezTo>
                        <a:pt x="1308354" y="849725"/>
                        <a:pt x="1293304" y="877729"/>
                        <a:pt x="1303687" y="906018"/>
                      </a:cubicBezTo>
                      <a:cubicBezTo>
                        <a:pt x="1307401" y="916019"/>
                        <a:pt x="1311592" y="926211"/>
                        <a:pt x="1316260" y="936593"/>
                      </a:cubicBezTo>
                      <a:lnTo>
                        <a:pt x="1320165" y="944690"/>
                      </a:lnTo>
                      <a:lnTo>
                        <a:pt x="1321117" y="946690"/>
                      </a:lnTo>
                      <a:lnTo>
                        <a:pt x="1322641" y="949547"/>
                      </a:lnTo>
                      <a:lnTo>
                        <a:pt x="1325975" y="955643"/>
                      </a:lnTo>
                      <a:cubicBezTo>
                        <a:pt x="1328166" y="959739"/>
                        <a:pt x="1330452" y="963835"/>
                        <a:pt x="1333023" y="967645"/>
                      </a:cubicBezTo>
                      <a:cubicBezTo>
                        <a:pt x="1335595" y="971455"/>
                        <a:pt x="1337786" y="975646"/>
                        <a:pt x="1340644" y="979170"/>
                      </a:cubicBezTo>
                      <a:cubicBezTo>
                        <a:pt x="1344453" y="984314"/>
                        <a:pt x="1348454" y="989171"/>
                        <a:pt x="1353026" y="992791"/>
                      </a:cubicBezTo>
                      <a:cubicBezTo>
                        <a:pt x="1357313" y="996791"/>
                        <a:pt x="1361884" y="999935"/>
                        <a:pt x="1366552" y="1002220"/>
                      </a:cubicBezTo>
                      <a:cubicBezTo>
                        <a:pt x="1371029" y="1004792"/>
                        <a:pt x="1375886" y="1005935"/>
                        <a:pt x="1380172" y="1007174"/>
                      </a:cubicBezTo>
                      <a:cubicBezTo>
                        <a:pt x="1384554" y="1008126"/>
                        <a:pt x="1388936" y="1008221"/>
                        <a:pt x="1392745" y="1008031"/>
                      </a:cubicBezTo>
                      <a:cubicBezTo>
                        <a:pt x="1396746" y="1007555"/>
                        <a:pt x="1400365" y="1006602"/>
                        <a:pt x="1403509" y="1005269"/>
                      </a:cubicBezTo>
                      <a:cubicBezTo>
                        <a:pt x="1406747" y="1003840"/>
                        <a:pt x="1409605" y="1001840"/>
                        <a:pt x="1411986" y="999649"/>
                      </a:cubicBezTo>
                      <a:cubicBezTo>
                        <a:pt x="1416748" y="995363"/>
                        <a:pt x="1419797" y="989171"/>
                        <a:pt x="1421130" y="982694"/>
                      </a:cubicBezTo>
                      <a:cubicBezTo>
                        <a:pt x="1419701" y="989267"/>
                        <a:pt x="1420082" y="996124"/>
                        <a:pt x="1422559" y="1002792"/>
                      </a:cubicBezTo>
                      <a:cubicBezTo>
                        <a:pt x="1423797" y="1005935"/>
                        <a:pt x="1425702" y="1009078"/>
                        <a:pt x="1428083" y="1012031"/>
                      </a:cubicBezTo>
                      <a:cubicBezTo>
                        <a:pt x="1430464" y="1014889"/>
                        <a:pt x="1433417" y="1017556"/>
                        <a:pt x="1436941" y="1019747"/>
                      </a:cubicBezTo>
                      <a:cubicBezTo>
                        <a:pt x="1438656" y="1020890"/>
                        <a:pt x="1440561" y="1021842"/>
                        <a:pt x="1442561" y="1022699"/>
                      </a:cubicBezTo>
                      <a:cubicBezTo>
                        <a:pt x="1444561" y="1023557"/>
                        <a:pt x="1446657" y="1024319"/>
                        <a:pt x="1448848" y="1025081"/>
                      </a:cubicBezTo>
                      <a:cubicBezTo>
                        <a:pt x="1453229" y="1025938"/>
                        <a:pt x="1458182" y="1027176"/>
                        <a:pt x="1463135" y="1026890"/>
                      </a:cubicBezTo>
                      <a:cubicBezTo>
                        <a:pt x="1468183" y="1026700"/>
                        <a:pt x="1473612" y="1026224"/>
                        <a:pt x="1478946" y="1024414"/>
                      </a:cubicBezTo>
                      <a:cubicBezTo>
                        <a:pt x="1484376" y="1023080"/>
                        <a:pt x="1489900" y="1020604"/>
                        <a:pt x="1495234" y="1017461"/>
                      </a:cubicBezTo>
                      <a:cubicBezTo>
                        <a:pt x="1499139" y="1015460"/>
                        <a:pt x="1502664" y="1012698"/>
                        <a:pt x="1506378" y="1010031"/>
                      </a:cubicBezTo>
                      <a:cubicBezTo>
                        <a:pt x="1509903" y="1007269"/>
                        <a:pt x="1513904" y="1005173"/>
                        <a:pt x="1516951" y="1001649"/>
                      </a:cubicBezTo>
                      <a:lnTo>
                        <a:pt x="1536668" y="982218"/>
                      </a:lnTo>
                      <a:lnTo>
                        <a:pt x="1541621" y="977360"/>
                      </a:lnTo>
                      <a:cubicBezTo>
                        <a:pt x="1543050" y="975836"/>
                        <a:pt x="1543717" y="974884"/>
                        <a:pt x="1544764" y="973645"/>
                      </a:cubicBezTo>
                      <a:lnTo>
                        <a:pt x="1550575" y="966407"/>
                      </a:lnTo>
                      <a:cubicBezTo>
                        <a:pt x="1554289" y="961644"/>
                        <a:pt x="1558766" y="956596"/>
                        <a:pt x="1561814" y="952119"/>
                      </a:cubicBezTo>
                      <a:cubicBezTo>
                        <a:pt x="1566291" y="945737"/>
                        <a:pt x="1569339" y="938879"/>
                        <a:pt x="1570958" y="932021"/>
                      </a:cubicBezTo>
                      <a:cubicBezTo>
                        <a:pt x="1572387" y="925163"/>
                        <a:pt x="1572292" y="918305"/>
                        <a:pt x="1570958" y="911924"/>
                      </a:cubicBezTo>
                      <a:cubicBezTo>
                        <a:pt x="1568482" y="899065"/>
                        <a:pt x="1560290" y="888111"/>
                        <a:pt x="1548574" y="881348"/>
                      </a:cubicBezTo>
                      <a:cubicBezTo>
                        <a:pt x="1560386" y="888111"/>
                        <a:pt x="1573816" y="889254"/>
                        <a:pt x="1586293" y="885253"/>
                      </a:cubicBezTo>
                      <a:cubicBezTo>
                        <a:pt x="1592103" y="883444"/>
                        <a:pt x="1597342" y="880396"/>
                        <a:pt x="1602105" y="876490"/>
                      </a:cubicBezTo>
                      <a:lnTo>
                        <a:pt x="1602105" y="852297"/>
                      </a:lnTo>
                      <a:lnTo>
                        <a:pt x="1602105" y="807625"/>
                      </a:lnTo>
                      <a:lnTo>
                        <a:pt x="1602105" y="787146"/>
                      </a:lnTo>
                      <a:lnTo>
                        <a:pt x="1602105" y="771144"/>
                      </a:lnTo>
                      <a:lnTo>
                        <a:pt x="1602105" y="764857"/>
                      </a:lnTo>
                      <a:lnTo>
                        <a:pt x="1602105" y="736949"/>
                      </a:lnTo>
                      <a:lnTo>
                        <a:pt x="1602105" y="736949"/>
                      </a:lnTo>
                      <a:lnTo>
                        <a:pt x="1602105" y="732949"/>
                      </a:lnTo>
                      <a:lnTo>
                        <a:pt x="1602105" y="713613"/>
                      </a:lnTo>
                      <a:lnTo>
                        <a:pt x="1602105" y="681990"/>
                      </a:lnTo>
                      <a:lnTo>
                        <a:pt x="1602105" y="681895"/>
                      </a:lnTo>
                      <a:lnTo>
                        <a:pt x="1602105" y="673132"/>
                      </a:lnTo>
                      <a:lnTo>
                        <a:pt x="1602105" y="667988"/>
                      </a:lnTo>
                      <a:lnTo>
                        <a:pt x="1602105" y="667607"/>
                      </a:lnTo>
                      <a:lnTo>
                        <a:pt x="1602105" y="655225"/>
                      </a:lnTo>
                      <a:lnTo>
                        <a:pt x="1602105" y="633127"/>
                      </a:lnTo>
                      <a:lnTo>
                        <a:pt x="1602105" y="626840"/>
                      </a:lnTo>
                      <a:lnTo>
                        <a:pt x="1602105" y="622840"/>
                      </a:lnTo>
                      <a:lnTo>
                        <a:pt x="1602105" y="614172"/>
                      </a:lnTo>
                      <a:lnTo>
                        <a:pt x="1602105" y="595503"/>
                      </a:lnTo>
                      <a:lnTo>
                        <a:pt x="1602105" y="583502"/>
                      </a:lnTo>
                      <a:lnTo>
                        <a:pt x="1602105" y="580168"/>
                      </a:lnTo>
                      <a:cubicBezTo>
                        <a:pt x="1603248" y="580453"/>
                        <a:pt x="1604296" y="580835"/>
                        <a:pt x="1605534" y="581120"/>
                      </a:cubicBezTo>
                      <a:cubicBezTo>
                        <a:pt x="1605534" y="581120"/>
                        <a:pt x="1604200" y="580644"/>
                        <a:pt x="1602105" y="579787"/>
                      </a:cubicBezTo>
                      <a:lnTo>
                        <a:pt x="1602105" y="561308"/>
                      </a:lnTo>
                      <a:lnTo>
                        <a:pt x="1602105" y="545402"/>
                      </a:lnTo>
                      <a:lnTo>
                        <a:pt x="1602105" y="527590"/>
                      </a:lnTo>
                      <a:lnTo>
                        <a:pt x="1602105" y="519970"/>
                      </a:lnTo>
                      <a:lnTo>
                        <a:pt x="1602105" y="475107"/>
                      </a:lnTo>
                      <a:lnTo>
                        <a:pt x="1602105" y="447580"/>
                      </a:lnTo>
                      <a:lnTo>
                        <a:pt x="1602105" y="434245"/>
                      </a:lnTo>
                      <a:cubicBezTo>
                        <a:pt x="1601248" y="434435"/>
                        <a:pt x="1600390" y="434721"/>
                        <a:pt x="1599438" y="435007"/>
                      </a:cubicBezTo>
                      <a:lnTo>
                        <a:pt x="1599438" y="0"/>
                      </a:lnTo>
                      <a:lnTo>
                        <a:pt x="0" y="1076992"/>
                      </a:lnTo>
                      <a:lnTo>
                        <a:pt x="0" y="1076992"/>
                      </a:lnTo>
                      <a:cubicBezTo>
                        <a:pt x="0" y="1076992"/>
                        <a:pt x="857" y="1645539"/>
                        <a:pt x="857" y="1647539"/>
                      </a:cubicBezTo>
                      <a:close/>
                      <a:moveTo>
                        <a:pt x="1599629" y="583406"/>
                      </a:moveTo>
                      <a:lnTo>
                        <a:pt x="1599629" y="583120"/>
                      </a:lnTo>
                      <a:cubicBezTo>
                        <a:pt x="1600200" y="583216"/>
                        <a:pt x="1600676" y="583406"/>
                        <a:pt x="1601248" y="583502"/>
                      </a:cubicBezTo>
                      <a:cubicBezTo>
                        <a:pt x="1600676" y="583406"/>
                        <a:pt x="1600105" y="583406"/>
                        <a:pt x="1599629" y="583406"/>
                      </a:cubicBezTo>
                      <a:close/>
                    </a:path>
                  </a:pathLst>
                </a:custGeom>
                <a:solidFill>
                  <a:srgbClr val="753A2E">
                    <a:alpha val="32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68" name="Forme libre : forme 9567">
                  <a:extLst>
                    <a:ext uri="{FF2B5EF4-FFF2-40B4-BE49-F238E27FC236}">
                      <a16:creationId xmlns:a16="http://schemas.microsoft.com/office/drawing/2014/main" id="{C39B1496-6C83-4FE8-A38E-2280A79D6528}"/>
                    </a:ext>
                  </a:extLst>
                </p:cNvPr>
                <p:cNvSpPr/>
                <p:nvPr/>
              </p:nvSpPr>
              <p:spPr>
                <a:xfrm>
                  <a:off x="978697" y="1887092"/>
                  <a:ext cx="878204" cy="374237"/>
                </a:xfrm>
                <a:custGeom>
                  <a:avLst/>
                  <a:gdLst>
                    <a:gd name="connsiteX0" fmla="*/ 489490 w 878204"/>
                    <a:gd name="connsiteY0" fmla="*/ 167354 h 374237"/>
                    <a:gd name="connsiteX1" fmla="*/ 455390 w 878204"/>
                    <a:gd name="connsiteY1" fmla="*/ 176689 h 374237"/>
                    <a:gd name="connsiteX2" fmla="*/ 272891 w 878204"/>
                    <a:gd name="connsiteY2" fmla="*/ 249079 h 374237"/>
                    <a:gd name="connsiteX3" fmla="*/ 0 w 878204"/>
                    <a:gd name="connsiteY3" fmla="*/ 374237 h 374237"/>
                    <a:gd name="connsiteX4" fmla="*/ 154591 w 878204"/>
                    <a:gd name="connsiteY4" fmla="*/ 317468 h 374237"/>
                    <a:gd name="connsiteX5" fmla="*/ 304229 w 878204"/>
                    <a:gd name="connsiteY5" fmla="*/ 245174 h 374237"/>
                    <a:gd name="connsiteX6" fmla="*/ 462820 w 878204"/>
                    <a:gd name="connsiteY6" fmla="*/ 193834 h 374237"/>
                    <a:gd name="connsiteX7" fmla="*/ 547592 w 878204"/>
                    <a:gd name="connsiteY7" fmla="*/ 177451 h 374237"/>
                    <a:gd name="connsiteX8" fmla="*/ 640937 w 878204"/>
                    <a:gd name="connsiteY8" fmla="*/ 191834 h 374237"/>
                    <a:gd name="connsiteX9" fmla="*/ 766286 w 878204"/>
                    <a:gd name="connsiteY9" fmla="*/ 230029 h 374237"/>
                    <a:gd name="connsiteX10" fmla="*/ 878205 w 878204"/>
                    <a:gd name="connsiteY10" fmla="*/ 274130 h 374237"/>
                    <a:gd name="connsiteX11" fmla="*/ 812387 w 878204"/>
                    <a:gd name="connsiteY11" fmla="*/ 243840 h 374237"/>
                    <a:gd name="connsiteX12" fmla="*/ 682085 w 878204"/>
                    <a:gd name="connsiteY12" fmla="*/ 206216 h 374237"/>
                    <a:gd name="connsiteX13" fmla="*/ 615887 w 878204"/>
                    <a:gd name="connsiteY13" fmla="*/ 178689 h 374237"/>
                    <a:gd name="connsiteX14" fmla="*/ 581787 w 878204"/>
                    <a:gd name="connsiteY14" fmla="*/ 166973 h 374237"/>
                    <a:gd name="connsiteX15" fmla="*/ 553784 w 878204"/>
                    <a:gd name="connsiteY15" fmla="*/ 164687 h 374237"/>
                    <a:gd name="connsiteX16" fmla="*/ 569119 w 878204"/>
                    <a:gd name="connsiteY16" fmla="*/ 170974 h 374237"/>
                    <a:gd name="connsiteX17" fmla="*/ 563785 w 878204"/>
                    <a:gd name="connsiteY17" fmla="*/ 161830 h 374237"/>
                    <a:gd name="connsiteX18" fmla="*/ 567976 w 878204"/>
                    <a:gd name="connsiteY18" fmla="*/ 155639 h 374237"/>
                    <a:gd name="connsiteX19" fmla="*/ 635508 w 878204"/>
                    <a:gd name="connsiteY19" fmla="*/ 115253 h 374237"/>
                    <a:gd name="connsiteX20" fmla="*/ 767525 w 878204"/>
                    <a:gd name="connsiteY20" fmla="*/ 46577 h 374237"/>
                    <a:gd name="connsiteX21" fmla="*/ 596456 w 878204"/>
                    <a:gd name="connsiteY21" fmla="*/ 125730 h 374237"/>
                    <a:gd name="connsiteX22" fmla="*/ 560070 w 878204"/>
                    <a:gd name="connsiteY22" fmla="*/ 149066 h 374237"/>
                    <a:gd name="connsiteX23" fmla="*/ 554736 w 878204"/>
                    <a:gd name="connsiteY23" fmla="*/ 155258 h 374237"/>
                    <a:gd name="connsiteX24" fmla="*/ 517493 w 878204"/>
                    <a:gd name="connsiteY24" fmla="*/ 162211 h 374237"/>
                    <a:gd name="connsiteX25" fmla="*/ 487299 w 878204"/>
                    <a:gd name="connsiteY25" fmla="*/ 166878 h 374237"/>
                    <a:gd name="connsiteX26" fmla="*/ 446723 w 878204"/>
                    <a:gd name="connsiteY26" fmla="*/ 112871 h 374237"/>
                    <a:gd name="connsiteX27" fmla="*/ 437769 w 878204"/>
                    <a:gd name="connsiteY27" fmla="*/ 93917 h 374237"/>
                    <a:gd name="connsiteX28" fmla="*/ 421577 w 878204"/>
                    <a:gd name="connsiteY28" fmla="*/ 79343 h 374237"/>
                    <a:gd name="connsiteX29" fmla="*/ 211550 w 878204"/>
                    <a:gd name="connsiteY29" fmla="*/ 0 h 374237"/>
                    <a:gd name="connsiteX30" fmla="*/ 361188 w 878204"/>
                    <a:gd name="connsiteY30" fmla="*/ 61627 h 374237"/>
                    <a:gd name="connsiteX31" fmla="*/ 423767 w 878204"/>
                    <a:gd name="connsiteY31" fmla="*/ 102965 h 374237"/>
                    <a:gd name="connsiteX32" fmla="*/ 444722 w 878204"/>
                    <a:gd name="connsiteY32" fmla="*/ 129159 h 374237"/>
                    <a:gd name="connsiteX33" fmla="*/ 459962 w 878204"/>
                    <a:gd name="connsiteY33" fmla="*/ 158687 h 374237"/>
                    <a:gd name="connsiteX34" fmla="*/ 446723 w 878204"/>
                    <a:gd name="connsiteY34" fmla="*/ 186690 h 374237"/>
                    <a:gd name="connsiteX35" fmla="*/ 485870 w 878204"/>
                    <a:gd name="connsiteY35" fmla="*/ 176879 h 374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878204" h="374237">
                      <a:moveTo>
                        <a:pt x="489490" y="167354"/>
                      </a:moveTo>
                      <a:cubicBezTo>
                        <a:pt x="477965" y="169926"/>
                        <a:pt x="466630" y="173260"/>
                        <a:pt x="455390" y="176689"/>
                      </a:cubicBezTo>
                      <a:cubicBezTo>
                        <a:pt x="392811" y="196025"/>
                        <a:pt x="332804" y="222504"/>
                        <a:pt x="272891" y="249079"/>
                      </a:cubicBezTo>
                      <a:cubicBezTo>
                        <a:pt x="181451" y="289655"/>
                        <a:pt x="90107" y="330708"/>
                        <a:pt x="0" y="374237"/>
                      </a:cubicBezTo>
                      <a:cubicBezTo>
                        <a:pt x="52483" y="357950"/>
                        <a:pt x="104584" y="340233"/>
                        <a:pt x="154591" y="317468"/>
                      </a:cubicBezTo>
                      <a:cubicBezTo>
                        <a:pt x="205073" y="294513"/>
                        <a:pt x="253175" y="266700"/>
                        <a:pt x="304229" y="245174"/>
                      </a:cubicBezTo>
                      <a:cubicBezTo>
                        <a:pt x="355473" y="223647"/>
                        <a:pt x="409289" y="208693"/>
                        <a:pt x="462820" y="193834"/>
                      </a:cubicBezTo>
                      <a:cubicBezTo>
                        <a:pt x="490633" y="186119"/>
                        <a:pt x="518732" y="178403"/>
                        <a:pt x="547592" y="177451"/>
                      </a:cubicBezTo>
                      <a:cubicBezTo>
                        <a:pt x="579215" y="176498"/>
                        <a:pt x="610457" y="183737"/>
                        <a:pt x="640937" y="191834"/>
                      </a:cubicBezTo>
                      <a:cubicBezTo>
                        <a:pt x="683228" y="202978"/>
                        <a:pt x="725043" y="215741"/>
                        <a:pt x="766286" y="230029"/>
                      </a:cubicBezTo>
                      <a:cubicBezTo>
                        <a:pt x="802481" y="242602"/>
                        <a:pt x="845725" y="253556"/>
                        <a:pt x="878205" y="274130"/>
                      </a:cubicBezTo>
                      <a:cubicBezTo>
                        <a:pt x="855726" y="265176"/>
                        <a:pt x="834771" y="252794"/>
                        <a:pt x="812387" y="243840"/>
                      </a:cubicBezTo>
                      <a:cubicBezTo>
                        <a:pt x="770382" y="227076"/>
                        <a:pt x="724662" y="221456"/>
                        <a:pt x="682085" y="206216"/>
                      </a:cubicBezTo>
                      <a:cubicBezTo>
                        <a:pt x="659511" y="198215"/>
                        <a:pt x="638080" y="187643"/>
                        <a:pt x="615887" y="178689"/>
                      </a:cubicBezTo>
                      <a:cubicBezTo>
                        <a:pt x="604742" y="174212"/>
                        <a:pt x="593408" y="170021"/>
                        <a:pt x="581787" y="166973"/>
                      </a:cubicBezTo>
                      <a:cubicBezTo>
                        <a:pt x="575310" y="165259"/>
                        <a:pt x="559213" y="158782"/>
                        <a:pt x="553784" y="164687"/>
                      </a:cubicBezTo>
                      <a:cubicBezTo>
                        <a:pt x="554831" y="165354"/>
                        <a:pt x="569500" y="170021"/>
                        <a:pt x="569119" y="170974"/>
                      </a:cubicBezTo>
                      <a:cubicBezTo>
                        <a:pt x="570357" y="167450"/>
                        <a:pt x="564452" y="165449"/>
                        <a:pt x="563785" y="161830"/>
                      </a:cubicBezTo>
                      <a:cubicBezTo>
                        <a:pt x="563309" y="159258"/>
                        <a:pt x="565690" y="157067"/>
                        <a:pt x="567976" y="155639"/>
                      </a:cubicBezTo>
                      <a:cubicBezTo>
                        <a:pt x="588931" y="141923"/>
                        <a:pt x="612362" y="124778"/>
                        <a:pt x="635508" y="115253"/>
                      </a:cubicBezTo>
                      <a:cubicBezTo>
                        <a:pt x="645128" y="111347"/>
                        <a:pt x="757428" y="49149"/>
                        <a:pt x="767525" y="46577"/>
                      </a:cubicBezTo>
                      <a:cubicBezTo>
                        <a:pt x="734759" y="54674"/>
                        <a:pt x="628745" y="115824"/>
                        <a:pt x="596456" y="125730"/>
                      </a:cubicBezTo>
                      <a:cubicBezTo>
                        <a:pt x="582835" y="129921"/>
                        <a:pt x="559213" y="147923"/>
                        <a:pt x="560070" y="149066"/>
                      </a:cubicBezTo>
                      <a:cubicBezTo>
                        <a:pt x="561594" y="151352"/>
                        <a:pt x="556546" y="153257"/>
                        <a:pt x="554736" y="155258"/>
                      </a:cubicBezTo>
                      <a:cubicBezTo>
                        <a:pt x="545592" y="165449"/>
                        <a:pt x="529590" y="160877"/>
                        <a:pt x="517493" y="162211"/>
                      </a:cubicBezTo>
                      <a:cubicBezTo>
                        <a:pt x="509016" y="163163"/>
                        <a:pt x="495491" y="169069"/>
                        <a:pt x="487299" y="166878"/>
                      </a:cubicBezTo>
                      <a:cubicBezTo>
                        <a:pt x="469583" y="162211"/>
                        <a:pt x="453009" y="128111"/>
                        <a:pt x="446723" y="112871"/>
                      </a:cubicBezTo>
                      <a:cubicBezTo>
                        <a:pt x="444056" y="106394"/>
                        <a:pt x="441865" y="99632"/>
                        <a:pt x="437769" y="93917"/>
                      </a:cubicBezTo>
                      <a:cubicBezTo>
                        <a:pt x="433578" y="87916"/>
                        <a:pt x="427577" y="83439"/>
                        <a:pt x="421577" y="79343"/>
                      </a:cubicBezTo>
                      <a:cubicBezTo>
                        <a:pt x="359378" y="37338"/>
                        <a:pt x="280511" y="29718"/>
                        <a:pt x="211550" y="0"/>
                      </a:cubicBezTo>
                      <a:cubicBezTo>
                        <a:pt x="262700" y="17145"/>
                        <a:pt x="312706" y="37814"/>
                        <a:pt x="361188" y="61627"/>
                      </a:cubicBezTo>
                      <a:cubicBezTo>
                        <a:pt x="383762" y="72771"/>
                        <a:pt x="406337" y="84868"/>
                        <a:pt x="423767" y="102965"/>
                      </a:cubicBezTo>
                      <a:cubicBezTo>
                        <a:pt x="431578" y="110966"/>
                        <a:pt x="438150" y="120110"/>
                        <a:pt x="444722" y="129159"/>
                      </a:cubicBezTo>
                      <a:cubicBezTo>
                        <a:pt x="451295" y="138208"/>
                        <a:pt x="458057" y="147638"/>
                        <a:pt x="459962" y="158687"/>
                      </a:cubicBezTo>
                      <a:cubicBezTo>
                        <a:pt x="461867" y="169736"/>
                        <a:pt x="457200" y="182690"/>
                        <a:pt x="446723" y="186690"/>
                      </a:cubicBezTo>
                      <a:cubicBezTo>
                        <a:pt x="459772" y="183452"/>
                        <a:pt x="472821" y="180118"/>
                        <a:pt x="485870" y="176879"/>
                      </a:cubicBezTo>
                    </a:path>
                  </a:pathLst>
                </a:custGeom>
                <a:solidFill>
                  <a:srgbClr val="E5AC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69" name="Forme libre : forme 9568">
                  <a:extLst>
                    <a:ext uri="{FF2B5EF4-FFF2-40B4-BE49-F238E27FC236}">
                      <a16:creationId xmlns:a16="http://schemas.microsoft.com/office/drawing/2014/main" id="{D5CDA27C-2B41-4FC2-9EA0-7FC97A566C2D}"/>
                    </a:ext>
                  </a:extLst>
                </p:cNvPr>
                <p:cNvSpPr/>
                <p:nvPr/>
              </p:nvSpPr>
              <p:spPr>
                <a:xfrm>
                  <a:off x="1830233" y="1502283"/>
                  <a:ext cx="995362" cy="397001"/>
                </a:xfrm>
                <a:custGeom>
                  <a:avLst/>
                  <a:gdLst>
                    <a:gd name="connsiteX0" fmla="*/ 0 w 995362"/>
                    <a:gd name="connsiteY0" fmla="*/ 397002 h 397001"/>
                    <a:gd name="connsiteX1" fmla="*/ 364236 w 995362"/>
                    <a:gd name="connsiteY1" fmla="*/ 226790 h 397001"/>
                    <a:gd name="connsiteX2" fmla="*/ 459200 w 995362"/>
                    <a:gd name="connsiteY2" fmla="*/ 186976 h 397001"/>
                    <a:gd name="connsiteX3" fmla="*/ 547878 w 995362"/>
                    <a:gd name="connsiteY3" fmla="*/ 162878 h 397001"/>
                    <a:gd name="connsiteX4" fmla="*/ 597122 w 995362"/>
                    <a:gd name="connsiteY4" fmla="*/ 130683 h 397001"/>
                    <a:gd name="connsiteX5" fmla="*/ 876681 w 995362"/>
                    <a:gd name="connsiteY5" fmla="*/ 0 h 397001"/>
                    <a:gd name="connsiteX6" fmla="*/ 677132 w 995362"/>
                    <a:gd name="connsiteY6" fmla="*/ 91821 h 397001"/>
                    <a:gd name="connsiteX7" fmla="*/ 612553 w 995362"/>
                    <a:gd name="connsiteY7" fmla="*/ 126968 h 397001"/>
                    <a:gd name="connsiteX8" fmla="*/ 584645 w 995362"/>
                    <a:gd name="connsiteY8" fmla="*/ 154305 h 397001"/>
                    <a:gd name="connsiteX9" fmla="*/ 616744 w 995362"/>
                    <a:gd name="connsiteY9" fmla="*/ 175546 h 397001"/>
                    <a:gd name="connsiteX10" fmla="*/ 668750 w 995362"/>
                    <a:gd name="connsiteY10" fmla="*/ 194215 h 397001"/>
                    <a:gd name="connsiteX11" fmla="*/ 995363 w 995362"/>
                    <a:gd name="connsiteY11" fmla="*/ 342233 h 397001"/>
                    <a:gd name="connsiteX12" fmla="*/ 746760 w 995362"/>
                    <a:gd name="connsiteY12" fmla="*/ 227267 h 397001"/>
                    <a:gd name="connsiteX13" fmla="*/ 591979 w 995362"/>
                    <a:gd name="connsiteY13" fmla="*/ 178022 h 397001"/>
                    <a:gd name="connsiteX14" fmla="*/ 422529 w 995362"/>
                    <a:gd name="connsiteY14" fmla="*/ 215360 h 397001"/>
                    <a:gd name="connsiteX15" fmla="*/ 47815 w 995362"/>
                    <a:gd name="connsiteY15" fmla="*/ 378238 h 397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995362" h="397001">
                      <a:moveTo>
                        <a:pt x="0" y="397002"/>
                      </a:moveTo>
                      <a:cubicBezTo>
                        <a:pt x="121444" y="340233"/>
                        <a:pt x="242888" y="283464"/>
                        <a:pt x="364236" y="226790"/>
                      </a:cubicBezTo>
                      <a:cubicBezTo>
                        <a:pt x="395288" y="212217"/>
                        <a:pt x="426625" y="198025"/>
                        <a:pt x="459200" y="186976"/>
                      </a:cubicBezTo>
                      <a:cubicBezTo>
                        <a:pt x="488347" y="177070"/>
                        <a:pt x="518446" y="170974"/>
                        <a:pt x="547878" y="162878"/>
                      </a:cubicBezTo>
                      <a:cubicBezTo>
                        <a:pt x="566928" y="157639"/>
                        <a:pt x="580834" y="142018"/>
                        <a:pt x="597122" y="130683"/>
                      </a:cubicBezTo>
                      <a:cubicBezTo>
                        <a:pt x="680371" y="72771"/>
                        <a:pt x="779526" y="25527"/>
                        <a:pt x="876681" y="0"/>
                      </a:cubicBezTo>
                      <a:cubicBezTo>
                        <a:pt x="799624" y="31718"/>
                        <a:pt x="738283" y="52959"/>
                        <a:pt x="677132" y="91821"/>
                      </a:cubicBezTo>
                      <a:cubicBezTo>
                        <a:pt x="658273" y="103822"/>
                        <a:pt x="632365" y="116681"/>
                        <a:pt x="612553" y="126968"/>
                      </a:cubicBezTo>
                      <a:cubicBezTo>
                        <a:pt x="600456" y="133255"/>
                        <a:pt x="586169" y="140779"/>
                        <a:pt x="584645" y="154305"/>
                      </a:cubicBezTo>
                      <a:cubicBezTo>
                        <a:pt x="582263" y="174974"/>
                        <a:pt x="603409" y="171926"/>
                        <a:pt x="616744" y="175546"/>
                      </a:cubicBezTo>
                      <a:cubicBezTo>
                        <a:pt x="634555" y="180404"/>
                        <a:pt x="651700" y="187357"/>
                        <a:pt x="668750" y="194215"/>
                      </a:cubicBezTo>
                      <a:cubicBezTo>
                        <a:pt x="779716" y="238887"/>
                        <a:pt x="891064" y="283655"/>
                        <a:pt x="995363" y="342233"/>
                      </a:cubicBezTo>
                      <a:cubicBezTo>
                        <a:pt x="912495" y="303943"/>
                        <a:pt x="829628" y="265557"/>
                        <a:pt x="746760" y="227267"/>
                      </a:cubicBezTo>
                      <a:cubicBezTo>
                        <a:pt x="697325" y="204406"/>
                        <a:pt x="646366" y="181166"/>
                        <a:pt x="591979" y="178022"/>
                      </a:cubicBezTo>
                      <a:cubicBezTo>
                        <a:pt x="533781" y="174688"/>
                        <a:pt x="477012" y="194596"/>
                        <a:pt x="422529" y="215360"/>
                      </a:cubicBezTo>
                      <a:cubicBezTo>
                        <a:pt x="295180" y="263842"/>
                        <a:pt x="170117" y="318135"/>
                        <a:pt x="47815" y="378238"/>
                      </a:cubicBezTo>
                    </a:path>
                  </a:pathLst>
                </a:custGeom>
                <a:solidFill>
                  <a:srgbClr val="E5AC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70" name="Forme libre : forme 9569">
                  <a:extLst>
                    <a:ext uri="{FF2B5EF4-FFF2-40B4-BE49-F238E27FC236}">
                      <a16:creationId xmlns:a16="http://schemas.microsoft.com/office/drawing/2014/main" id="{92CF606D-E112-4CC9-B105-C2EDDBBFA85A}"/>
                    </a:ext>
                  </a:extLst>
                </p:cNvPr>
                <p:cNvSpPr/>
                <p:nvPr/>
              </p:nvSpPr>
              <p:spPr>
                <a:xfrm>
                  <a:off x="2103886" y="1546859"/>
                  <a:ext cx="301180" cy="141827"/>
                </a:xfrm>
                <a:custGeom>
                  <a:avLst/>
                  <a:gdLst>
                    <a:gd name="connsiteX0" fmla="*/ 193834 w 301180"/>
                    <a:gd name="connsiteY0" fmla="*/ 141827 h 141827"/>
                    <a:gd name="connsiteX1" fmla="*/ 213075 w 301180"/>
                    <a:gd name="connsiteY1" fmla="*/ 121634 h 141827"/>
                    <a:gd name="connsiteX2" fmla="*/ 201263 w 301180"/>
                    <a:gd name="connsiteY2" fmla="*/ 95536 h 141827"/>
                    <a:gd name="connsiteX3" fmla="*/ 177165 w 301180"/>
                    <a:gd name="connsiteY3" fmla="*/ 78867 h 141827"/>
                    <a:gd name="connsiteX4" fmla="*/ 0 w 301180"/>
                    <a:gd name="connsiteY4" fmla="*/ 0 h 141827"/>
                    <a:gd name="connsiteX5" fmla="*/ 135065 w 301180"/>
                    <a:gd name="connsiteY5" fmla="*/ 53340 h 141827"/>
                    <a:gd name="connsiteX6" fmla="*/ 186309 w 301180"/>
                    <a:gd name="connsiteY6" fmla="*/ 72866 h 141827"/>
                    <a:gd name="connsiteX7" fmla="*/ 235458 w 301180"/>
                    <a:gd name="connsiteY7" fmla="*/ 101632 h 141827"/>
                    <a:gd name="connsiteX8" fmla="*/ 258033 w 301180"/>
                    <a:gd name="connsiteY8" fmla="*/ 113919 h 141827"/>
                    <a:gd name="connsiteX9" fmla="*/ 301181 w 301180"/>
                    <a:gd name="connsiteY9" fmla="*/ 104775 h 141827"/>
                    <a:gd name="connsiteX10" fmla="*/ 288131 w 301180"/>
                    <a:gd name="connsiteY10" fmla="*/ 126111 h 141827"/>
                    <a:gd name="connsiteX11" fmla="*/ 225933 w 301180"/>
                    <a:gd name="connsiteY11" fmla="*/ 138017 h 141827"/>
                    <a:gd name="connsiteX12" fmla="*/ 193834 w 301180"/>
                    <a:gd name="connsiteY12" fmla="*/ 141827 h 141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1180" h="141827">
                      <a:moveTo>
                        <a:pt x="193834" y="141827"/>
                      </a:moveTo>
                      <a:cubicBezTo>
                        <a:pt x="202406" y="138017"/>
                        <a:pt x="212979" y="131350"/>
                        <a:pt x="213075" y="121634"/>
                      </a:cubicBezTo>
                      <a:cubicBezTo>
                        <a:pt x="213170" y="111824"/>
                        <a:pt x="208121" y="102489"/>
                        <a:pt x="201263" y="95536"/>
                      </a:cubicBezTo>
                      <a:cubicBezTo>
                        <a:pt x="194405" y="88583"/>
                        <a:pt x="185738" y="83629"/>
                        <a:pt x="177165" y="78867"/>
                      </a:cubicBezTo>
                      <a:cubicBezTo>
                        <a:pt x="120587" y="47339"/>
                        <a:pt x="61246" y="20955"/>
                        <a:pt x="0" y="0"/>
                      </a:cubicBezTo>
                      <a:cubicBezTo>
                        <a:pt x="44006" y="20193"/>
                        <a:pt x="89154" y="37910"/>
                        <a:pt x="135065" y="53340"/>
                      </a:cubicBezTo>
                      <a:cubicBezTo>
                        <a:pt x="152400" y="59150"/>
                        <a:pt x="169926" y="64675"/>
                        <a:pt x="186309" y="72866"/>
                      </a:cubicBezTo>
                      <a:cubicBezTo>
                        <a:pt x="202597" y="81153"/>
                        <a:pt x="217266" y="88964"/>
                        <a:pt x="235458" y="101632"/>
                      </a:cubicBezTo>
                      <a:cubicBezTo>
                        <a:pt x="241173" y="105632"/>
                        <a:pt x="246507" y="113157"/>
                        <a:pt x="258033" y="113919"/>
                      </a:cubicBezTo>
                      <a:cubicBezTo>
                        <a:pt x="263938" y="114300"/>
                        <a:pt x="282988" y="118301"/>
                        <a:pt x="301181" y="104775"/>
                      </a:cubicBezTo>
                      <a:lnTo>
                        <a:pt x="288131" y="126111"/>
                      </a:lnTo>
                      <a:lnTo>
                        <a:pt x="225933" y="138017"/>
                      </a:lnTo>
                      <a:lnTo>
                        <a:pt x="193834" y="141827"/>
                      </a:lnTo>
                      <a:close/>
                    </a:path>
                  </a:pathLst>
                </a:custGeom>
                <a:solidFill>
                  <a:srgbClr val="E5AC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71" name="Forme libre : forme 9570">
                  <a:extLst>
                    <a:ext uri="{FF2B5EF4-FFF2-40B4-BE49-F238E27FC236}">
                      <a16:creationId xmlns:a16="http://schemas.microsoft.com/office/drawing/2014/main" id="{3E39F8ED-D1D2-4D7E-A372-735C11E56136}"/>
                    </a:ext>
                  </a:extLst>
                </p:cNvPr>
                <p:cNvSpPr/>
                <p:nvPr/>
              </p:nvSpPr>
              <p:spPr>
                <a:xfrm>
                  <a:off x="2676824" y="1713261"/>
                  <a:ext cx="1207474" cy="568070"/>
                </a:xfrm>
                <a:custGeom>
                  <a:avLst/>
                  <a:gdLst>
                    <a:gd name="connsiteX0" fmla="*/ 450523 w 1207474"/>
                    <a:gd name="connsiteY0" fmla="*/ 331946 h 568070"/>
                    <a:gd name="connsiteX1" fmla="*/ 416518 w 1207474"/>
                    <a:gd name="connsiteY1" fmla="*/ 344615 h 568070"/>
                    <a:gd name="connsiteX2" fmla="*/ 508434 w 1207474"/>
                    <a:gd name="connsiteY2" fmla="*/ 302609 h 568070"/>
                    <a:gd name="connsiteX3" fmla="*/ 543106 w 1207474"/>
                    <a:gd name="connsiteY3" fmla="*/ 298418 h 568070"/>
                    <a:gd name="connsiteX4" fmla="*/ 571395 w 1207474"/>
                    <a:gd name="connsiteY4" fmla="*/ 296513 h 568070"/>
                    <a:gd name="connsiteX5" fmla="*/ 614067 w 1207474"/>
                    <a:gd name="connsiteY5" fmla="*/ 253175 h 568070"/>
                    <a:gd name="connsiteX6" fmla="*/ 960396 w 1207474"/>
                    <a:gd name="connsiteY6" fmla="*/ 97155 h 568070"/>
                    <a:gd name="connsiteX7" fmla="*/ 1207474 w 1207474"/>
                    <a:gd name="connsiteY7" fmla="*/ 0 h 568070"/>
                    <a:gd name="connsiteX8" fmla="*/ 624449 w 1207474"/>
                    <a:gd name="connsiteY8" fmla="*/ 263176 h 568070"/>
                    <a:gd name="connsiteX9" fmla="*/ 598636 w 1207474"/>
                    <a:gd name="connsiteY9" fmla="*/ 286798 h 568070"/>
                    <a:gd name="connsiteX10" fmla="*/ 629783 w 1207474"/>
                    <a:gd name="connsiteY10" fmla="*/ 322326 h 568070"/>
                    <a:gd name="connsiteX11" fmla="*/ 874671 w 1207474"/>
                    <a:gd name="connsiteY11" fmla="*/ 432340 h 568070"/>
                    <a:gd name="connsiteX12" fmla="*/ 945823 w 1207474"/>
                    <a:gd name="connsiteY12" fmla="*/ 470916 h 568070"/>
                    <a:gd name="connsiteX13" fmla="*/ 1063552 w 1207474"/>
                    <a:gd name="connsiteY13" fmla="*/ 524351 h 568070"/>
                    <a:gd name="connsiteX14" fmla="*/ 1090126 w 1207474"/>
                    <a:gd name="connsiteY14" fmla="*/ 539782 h 568070"/>
                    <a:gd name="connsiteX15" fmla="*/ 1095651 w 1207474"/>
                    <a:gd name="connsiteY15" fmla="*/ 568071 h 568070"/>
                    <a:gd name="connsiteX16" fmla="*/ 1069267 w 1207474"/>
                    <a:gd name="connsiteY16" fmla="*/ 530447 h 568070"/>
                    <a:gd name="connsiteX17" fmla="*/ 1027833 w 1207474"/>
                    <a:gd name="connsiteY17" fmla="*/ 508635 h 568070"/>
                    <a:gd name="connsiteX18" fmla="*/ 789613 w 1207474"/>
                    <a:gd name="connsiteY18" fmla="*/ 401193 h 568070"/>
                    <a:gd name="connsiteX19" fmla="*/ 550726 w 1207474"/>
                    <a:gd name="connsiteY19" fmla="*/ 301657 h 568070"/>
                    <a:gd name="connsiteX20" fmla="*/ 547487 w 1207474"/>
                    <a:gd name="connsiteY20" fmla="*/ 302609 h 568070"/>
                    <a:gd name="connsiteX21" fmla="*/ 413566 w 1207474"/>
                    <a:gd name="connsiteY21" fmla="*/ 364617 h 568070"/>
                    <a:gd name="connsiteX22" fmla="*/ 359940 w 1207474"/>
                    <a:gd name="connsiteY22" fmla="*/ 387953 h 568070"/>
                    <a:gd name="connsiteX23" fmla="*/ 312982 w 1207474"/>
                    <a:gd name="connsiteY23" fmla="*/ 412623 h 568070"/>
                    <a:gd name="connsiteX24" fmla="*/ 82667 w 1207474"/>
                    <a:gd name="connsiteY24" fmla="*/ 514445 h 568070"/>
                    <a:gd name="connsiteX25" fmla="*/ 371 w 1207474"/>
                    <a:gd name="connsiteY25" fmla="*/ 567309 h 568070"/>
                    <a:gd name="connsiteX26" fmla="*/ 26565 w 1207474"/>
                    <a:gd name="connsiteY26" fmla="*/ 522637 h 568070"/>
                    <a:gd name="connsiteX27" fmla="*/ 78952 w 1207474"/>
                    <a:gd name="connsiteY27" fmla="*/ 506254 h 568070"/>
                    <a:gd name="connsiteX28" fmla="*/ 196872 w 1207474"/>
                    <a:gd name="connsiteY28" fmla="*/ 456533 h 568070"/>
                    <a:gd name="connsiteX29" fmla="*/ 342319 w 1207474"/>
                    <a:gd name="connsiteY29" fmla="*/ 381667 h 568070"/>
                    <a:gd name="connsiteX30" fmla="*/ 414994 w 1207474"/>
                    <a:gd name="connsiteY30" fmla="*/ 344234 h 568070"/>
                    <a:gd name="connsiteX31" fmla="*/ 464620 w 1207474"/>
                    <a:gd name="connsiteY31" fmla="*/ 311563 h 568070"/>
                    <a:gd name="connsiteX32" fmla="*/ 458714 w 1207474"/>
                    <a:gd name="connsiteY32" fmla="*/ 285274 h 568070"/>
                    <a:gd name="connsiteX33" fmla="*/ 359940 w 1207474"/>
                    <a:gd name="connsiteY33" fmla="*/ 210121 h 568070"/>
                    <a:gd name="connsiteX34" fmla="*/ 243640 w 1207474"/>
                    <a:gd name="connsiteY34" fmla="*/ 160782 h 568070"/>
                    <a:gd name="connsiteX35" fmla="*/ 347367 w 1207474"/>
                    <a:gd name="connsiteY35" fmla="*/ 198311 h 568070"/>
                    <a:gd name="connsiteX36" fmla="*/ 424519 w 1207474"/>
                    <a:gd name="connsiteY36" fmla="*/ 235077 h 568070"/>
                    <a:gd name="connsiteX37" fmla="*/ 483670 w 1207474"/>
                    <a:gd name="connsiteY37" fmla="*/ 295656 h 568070"/>
                    <a:gd name="connsiteX38" fmla="*/ 485289 w 1207474"/>
                    <a:gd name="connsiteY38" fmla="*/ 310039 h 568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207474" h="568070">
                      <a:moveTo>
                        <a:pt x="450523" y="331946"/>
                      </a:moveTo>
                      <a:cubicBezTo>
                        <a:pt x="451380" y="331470"/>
                        <a:pt x="415566" y="345091"/>
                        <a:pt x="416518" y="344615"/>
                      </a:cubicBezTo>
                      <a:cubicBezTo>
                        <a:pt x="437283" y="333946"/>
                        <a:pt x="485765" y="308420"/>
                        <a:pt x="508434" y="302609"/>
                      </a:cubicBezTo>
                      <a:cubicBezTo>
                        <a:pt x="519769" y="299752"/>
                        <a:pt x="531390" y="298037"/>
                        <a:pt x="543106" y="298418"/>
                      </a:cubicBezTo>
                      <a:cubicBezTo>
                        <a:pt x="552440" y="298704"/>
                        <a:pt x="562441" y="294894"/>
                        <a:pt x="571395" y="296513"/>
                      </a:cubicBezTo>
                      <a:cubicBezTo>
                        <a:pt x="573490" y="275368"/>
                        <a:pt x="595017" y="262509"/>
                        <a:pt x="614067" y="253175"/>
                      </a:cubicBezTo>
                      <a:cubicBezTo>
                        <a:pt x="729605" y="196691"/>
                        <a:pt x="840667" y="144209"/>
                        <a:pt x="960396" y="97155"/>
                      </a:cubicBezTo>
                      <a:cubicBezTo>
                        <a:pt x="1036120" y="67437"/>
                        <a:pt x="1083364" y="37433"/>
                        <a:pt x="1207474" y="0"/>
                      </a:cubicBezTo>
                      <a:cubicBezTo>
                        <a:pt x="1038501" y="82391"/>
                        <a:pt x="805805" y="153543"/>
                        <a:pt x="624449" y="263176"/>
                      </a:cubicBezTo>
                      <a:cubicBezTo>
                        <a:pt x="614257" y="269272"/>
                        <a:pt x="603780" y="276130"/>
                        <a:pt x="598636" y="286798"/>
                      </a:cubicBezTo>
                      <a:cubicBezTo>
                        <a:pt x="585778" y="313373"/>
                        <a:pt x="613114" y="315563"/>
                        <a:pt x="629783" y="322326"/>
                      </a:cubicBezTo>
                      <a:cubicBezTo>
                        <a:pt x="712651" y="356235"/>
                        <a:pt x="795709" y="390239"/>
                        <a:pt x="874671" y="432340"/>
                      </a:cubicBezTo>
                      <a:cubicBezTo>
                        <a:pt x="898483" y="445103"/>
                        <a:pt x="921915" y="458534"/>
                        <a:pt x="945823" y="470916"/>
                      </a:cubicBezTo>
                      <a:cubicBezTo>
                        <a:pt x="984113" y="490823"/>
                        <a:pt x="1023642" y="508064"/>
                        <a:pt x="1063552" y="524351"/>
                      </a:cubicBezTo>
                      <a:cubicBezTo>
                        <a:pt x="1073077" y="528257"/>
                        <a:pt x="1082983" y="532257"/>
                        <a:pt x="1090126" y="539782"/>
                      </a:cubicBezTo>
                      <a:cubicBezTo>
                        <a:pt x="1097270" y="547307"/>
                        <a:pt x="1100794" y="559118"/>
                        <a:pt x="1095651" y="568071"/>
                      </a:cubicBezTo>
                      <a:cubicBezTo>
                        <a:pt x="1092317" y="552736"/>
                        <a:pt x="1081744" y="539877"/>
                        <a:pt x="1069267" y="530447"/>
                      </a:cubicBezTo>
                      <a:cubicBezTo>
                        <a:pt x="1056694" y="521113"/>
                        <a:pt x="1042216" y="514826"/>
                        <a:pt x="1027833" y="508635"/>
                      </a:cubicBezTo>
                      <a:cubicBezTo>
                        <a:pt x="947918" y="474059"/>
                        <a:pt x="868765" y="437674"/>
                        <a:pt x="789613" y="401193"/>
                      </a:cubicBezTo>
                      <a:cubicBezTo>
                        <a:pt x="713603" y="366236"/>
                        <a:pt x="626640" y="336709"/>
                        <a:pt x="550726" y="301657"/>
                      </a:cubicBezTo>
                      <a:cubicBezTo>
                        <a:pt x="549773" y="302133"/>
                        <a:pt x="548630" y="302514"/>
                        <a:pt x="547487" y="302609"/>
                      </a:cubicBezTo>
                      <a:cubicBezTo>
                        <a:pt x="497957" y="307277"/>
                        <a:pt x="454428" y="336137"/>
                        <a:pt x="413566" y="364617"/>
                      </a:cubicBezTo>
                      <a:cubicBezTo>
                        <a:pt x="397564" y="375761"/>
                        <a:pt x="378038" y="380524"/>
                        <a:pt x="359940" y="387953"/>
                      </a:cubicBezTo>
                      <a:cubicBezTo>
                        <a:pt x="343652" y="394716"/>
                        <a:pt x="328412" y="403860"/>
                        <a:pt x="312982" y="412623"/>
                      </a:cubicBezTo>
                      <a:cubicBezTo>
                        <a:pt x="239925" y="454343"/>
                        <a:pt x="162677" y="488537"/>
                        <a:pt x="82667" y="514445"/>
                      </a:cubicBezTo>
                      <a:cubicBezTo>
                        <a:pt x="50663" y="524828"/>
                        <a:pt x="14659" y="536924"/>
                        <a:pt x="371" y="567309"/>
                      </a:cubicBezTo>
                      <a:cubicBezTo>
                        <a:pt x="-2391" y="549116"/>
                        <a:pt x="10658" y="531686"/>
                        <a:pt x="26565" y="522637"/>
                      </a:cubicBezTo>
                      <a:cubicBezTo>
                        <a:pt x="42567" y="513588"/>
                        <a:pt x="61141" y="510731"/>
                        <a:pt x="78952" y="506254"/>
                      </a:cubicBezTo>
                      <a:cubicBezTo>
                        <a:pt x="120386" y="495871"/>
                        <a:pt x="158867" y="476155"/>
                        <a:pt x="196872" y="456533"/>
                      </a:cubicBezTo>
                      <a:cubicBezTo>
                        <a:pt x="246688" y="436626"/>
                        <a:pt x="294598" y="406241"/>
                        <a:pt x="342319" y="381667"/>
                      </a:cubicBezTo>
                      <a:cubicBezTo>
                        <a:pt x="366512" y="369189"/>
                        <a:pt x="390801" y="356711"/>
                        <a:pt x="414994" y="344234"/>
                      </a:cubicBezTo>
                      <a:cubicBezTo>
                        <a:pt x="430901" y="336042"/>
                        <a:pt x="459381" y="331661"/>
                        <a:pt x="464620" y="311563"/>
                      </a:cubicBezTo>
                      <a:cubicBezTo>
                        <a:pt x="466906" y="302705"/>
                        <a:pt x="463286" y="293275"/>
                        <a:pt x="458714" y="285274"/>
                      </a:cubicBezTo>
                      <a:cubicBezTo>
                        <a:pt x="437854" y="248603"/>
                        <a:pt x="398992" y="226028"/>
                        <a:pt x="359940" y="210121"/>
                      </a:cubicBezTo>
                      <a:cubicBezTo>
                        <a:pt x="320888" y="194215"/>
                        <a:pt x="279454" y="183071"/>
                        <a:pt x="243640" y="160782"/>
                      </a:cubicBezTo>
                      <a:cubicBezTo>
                        <a:pt x="278501" y="172403"/>
                        <a:pt x="313077" y="184975"/>
                        <a:pt x="347367" y="198311"/>
                      </a:cubicBezTo>
                      <a:cubicBezTo>
                        <a:pt x="373942" y="208693"/>
                        <a:pt x="400516" y="219742"/>
                        <a:pt x="424519" y="235077"/>
                      </a:cubicBezTo>
                      <a:cubicBezTo>
                        <a:pt x="448617" y="250412"/>
                        <a:pt x="470239" y="270510"/>
                        <a:pt x="483670" y="295656"/>
                      </a:cubicBezTo>
                      <a:cubicBezTo>
                        <a:pt x="486051" y="300133"/>
                        <a:pt x="488146" y="305848"/>
                        <a:pt x="485289" y="310039"/>
                      </a:cubicBezTo>
                    </a:path>
                  </a:pathLst>
                </a:custGeom>
                <a:solidFill>
                  <a:srgbClr val="E5AC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72" name="Forme libre : forme 9571">
                  <a:extLst>
                    <a:ext uri="{FF2B5EF4-FFF2-40B4-BE49-F238E27FC236}">
                      <a16:creationId xmlns:a16="http://schemas.microsoft.com/office/drawing/2014/main" id="{F8AEED4A-30EC-4937-99E4-5EE51D21B72E}"/>
                    </a:ext>
                  </a:extLst>
                </p:cNvPr>
                <p:cNvSpPr/>
                <p:nvPr/>
              </p:nvSpPr>
              <p:spPr>
                <a:xfrm>
                  <a:off x="3113007" y="1957890"/>
                  <a:ext cx="170168" cy="71163"/>
                </a:xfrm>
                <a:custGeom>
                  <a:avLst/>
                  <a:gdLst>
                    <a:gd name="connsiteX0" fmla="*/ 28056 w 170168"/>
                    <a:gd name="connsiteY0" fmla="*/ 28644 h 71163"/>
                    <a:gd name="connsiteX1" fmla="*/ 42533 w 170168"/>
                    <a:gd name="connsiteY1" fmla="*/ 47694 h 71163"/>
                    <a:gd name="connsiteX2" fmla="*/ 45391 w 170168"/>
                    <a:gd name="connsiteY2" fmla="*/ 70935 h 71163"/>
                    <a:gd name="connsiteX3" fmla="*/ 63679 w 170168"/>
                    <a:gd name="connsiteY3" fmla="*/ 66839 h 71163"/>
                    <a:gd name="connsiteX4" fmla="*/ 130735 w 170168"/>
                    <a:gd name="connsiteY4" fmla="*/ 56742 h 71163"/>
                    <a:gd name="connsiteX5" fmla="*/ 145689 w 170168"/>
                    <a:gd name="connsiteY5" fmla="*/ 54266 h 71163"/>
                    <a:gd name="connsiteX6" fmla="*/ 147690 w 170168"/>
                    <a:gd name="connsiteY6" fmla="*/ 47503 h 71163"/>
                    <a:gd name="connsiteX7" fmla="*/ 170169 w 170168"/>
                    <a:gd name="connsiteY7" fmla="*/ 14070 h 71163"/>
                    <a:gd name="connsiteX8" fmla="*/ 115781 w 170168"/>
                    <a:gd name="connsiteY8" fmla="*/ 24738 h 71163"/>
                    <a:gd name="connsiteX9" fmla="*/ 66251 w 170168"/>
                    <a:gd name="connsiteY9" fmla="*/ 12832 h 71163"/>
                    <a:gd name="connsiteX10" fmla="*/ 24531 w 170168"/>
                    <a:gd name="connsiteY10" fmla="*/ 11975 h 71163"/>
                    <a:gd name="connsiteX11" fmla="*/ 433 w 170168"/>
                    <a:gd name="connsiteY11" fmla="*/ 1878 h 71163"/>
                    <a:gd name="connsiteX12" fmla="*/ 28056 w 170168"/>
                    <a:gd name="connsiteY12" fmla="*/ 28644 h 71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70168" h="71163">
                      <a:moveTo>
                        <a:pt x="28056" y="28644"/>
                      </a:moveTo>
                      <a:cubicBezTo>
                        <a:pt x="33485" y="34549"/>
                        <a:pt x="38914" y="40550"/>
                        <a:pt x="42533" y="47694"/>
                      </a:cubicBezTo>
                      <a:cubicBezTo>
                        <a:pt x="46153" y="54837"/>
                        <a:pt x="47772" y="63315"/>
                        <a:pt x="45391" y="70935"/>
                      </a:cubicBezTo>
                      <a:cubicBezTo>
                        <a:pt x="51678" y="71982"/>
                        <a:pt x="57869" y="69220"/>
                        <a:pt x="63679" y="66839"/>
                      </a:cubicBezTo>
                      <a:cubicBezTo>
                        <a:pt x="84824" y="58076"/>
                        <a:pt x="108161" y="52647"/>
                        <a:pt x="130735" y="56742"/>
                      </a:cubicBezTo>
                      <a:cubicBezTo>
                        <a:pt x="135974" y="57695"/>
                        <a:pt x="142641" y="58647"/>
                        <a:pt x="145689" y="54266"/>
                      </a:cubicBezTo>
                      <a:cubicBezTo>
                        <a:pt x="147023" y="52266"/>
                        <a:pt x="147213" y="49789"/>
                        <a:pt x="147690" y="47503"/>
                      </a:cubicBezTo>
                      <a:cubicBezTo>
                        <a:pt x="150642" y="34263"/>
                        <a:pt x="165501" y="26834"/>
                        <a:pt x="170169" y="14070"/>
                      </a:cubicBezTo>
                      <a:cubicBezTo>
                        <a:pt x="152642" y="20261"/>
                        <a:pt x="134355" y="26453"/>
                        <a:pt x="115781" y="24738"/>
                      </a:cubicBezTo>
                      <a:cubicBezTo>
                        <a:pt x="98826" y="23214"/>
                        <a:pt x="83110" y="15118"/>
                        <a:pt x="66251" y="12832"/>
                      </a:cubicBezTo>
                      <a:cubicBezTo>
                        <a:pt x="52344" y="10927"/>
                        <a:pt x="37485" y="17023"/>
                        <a:pt x="24531" y="11975"/>
                      </a:cubicBezTo>
                      <a:cubicBezTo>
                        <a:pt x="11863" y="7022"/>
                        <a:pt x="-2710" y="-4503"/>
                        <a:pt x="433" y="1878"/>
                      </a:cubicBezTo>
                      <a:cubicBezTo>
                        <a:pt x="3100" y="7117"/>
                        <a:pt x="24055" y="24262"/>
                        <a:pt x="28056" y="28644"/>
                      </a:cubicBezTo>
                      <a:close/>
                    </a:path>
                  </a:pathLst>
                </a:custGeom>
                <a:solidFill>
                  <a:srgbClr val="E5AC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73" name="Forme libre : forme 9572">
                  <a:extLst>
                    <a:ext uri="{FF2B5EF4-FFF2-40B4-BE49-F238E27FC236}">
                      <a16:creationId xmlns:a16="http://schemas.microsoft.com/office/drawing/2014/main" id="{CD80C737-C120-4477-8C9B-9AA3C7F427AE}"/>
                    </a:ext>
                  </a:extLst>
                </p:cNvPr>
                <p:cNvSpPr/>
                <p:nvPr/>
              </p:nvSpPr>
              <p:spPr>
                <a:xfrm>
                  <a:off x="3123442" y="2006548"/>
                  <a:ext cx="160782" cy="45803"/>
                </a:xfrm>
                <a:custGeom>
                  <a:avLst/>
                  <a:gdLst>
                    <a:gd name="connsiteX0" fmla="*/ 142018 w 160782"/>
                    <a:gd name="connsiteY0" fmla="*/ 25991 h 45803"/>
                    <a:gd name="connsiteX1" fmla="*/ 102203 w 160782"/>
                    <a:gd name="connsiteY1" fmla="*/ 18086 h 45803"/>
                    <a:gd name="connsiteX2" fmla="*/ 65437 w 160782"/>
                    <a:gd name="connsiteY2" fmla="*/ 22848 h 45803"/>
                    <a:gd name="connsiteX3" fmla="*/ 44387 w 160782"/>
                    <a:gd name="connsiteY3" fmla="*/ 27992 h 45803"/>
                    <a:gd name="connsiteX4" fmla="*/ 28766 w 160782"/>
                    <a:gd name="connsiteY4" fmla="*/ 33992 h 45803"/>
                    <a:gd name="connsiteX5" fmla="*/ 0 w 160782"/>
                    <a:gd name="connsiteY5" fmla="*/ 45803 h 45803"/>
                    <a:gd name="connsiteX6" fmla="*/ 42386 w 160782"/>
                    <a:gd name="connsiteY6" fmla="*/ 14085 h 45803"/>
                    <a:gd name="connsiteX7" fmla="*/ 92678 w 160782"/>
                    <a:gd name="connsiteY7" fmla="*/ 178 h 45803"/>
                    <a:gd name="connsiteX8" fmla="*/ 160782 w 160782"/>
                    <a:gd name="connsiteY8" fmla="*/ 31992 h 45803"/>
                    <a:gd name="connsiteX9" fmla="*/ 142018 w 160782"/>
                    <a:gd name="connsiteY9" fmla="*/ 25991 h 45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0782" h="45803">
                      <a:moveTo>
                        <a:pt x="142018" y="25991"/>
                      </a:moveTo>
                      <a:cubicBezTo>
                        <a:pt x="129064" y="21896"/>
                        <a:pt x="115729" y="18371"/>
                        <a:pt x="102203" y="18086"/>
                      </a:cubicBezTo>
                      <a:cubicBezTo>
                        <a:pt x="89821" y="17800"/>
                        <a:pt x="77534" y="20372"/>
                        <a:pt x="65437" y="22848"/>
                      </a:cubicBezTo>
                      <a:cubicBezTo>
                        <a:pt x="58388" y="24277"/>
                        <a:pt x="51245" y="25801"/>
                        <a:pt x="44387" y="27992"/>
                      </a:cubicBezTo>
                      <a:cubicBezTo>
                        <a:pt x="39053" y="29706"/>
                        <a:pt x="33909" y="31802"/>
                        <a:pt x="28766" y="33992"/>
                      </a:cubicBezTo>
                      <a:cubicBezTo>
                        <a:pt x="19145" y="37898"/>
                        <a:pt x="9620" y="41898"/>
                        <a:pt x="0" y="45803"/>
                      </a:cubicBezTo>
                      <a:cubicBezTo>
                        <a:pt x="13811" y="34754"/>
                        <a:pt x="27146" y="23039"/>
                        <a:pt x="42386" y="14085"/>
                      </a:cubicBezTo>
                      <a:cubicBezTo>
                        <a:pt x="57626" y="5132"/>
                        <a:pt x="75057" y="-1155"/>
                        <a:pt x="92678" y="178"/>
                      </a:cubicBezTo>
                      <a:cubicBezTo>
                        <a:pt x="117062" y="1893"/>
                        <a:pt x="141732" y="17609"/>
                        <a:pt x="160782" y="31992"/>
                      </a:cubicBezTo>
                      <a:cubicBezTo>
                        <a:pt x="154305" y="30468"/>
                        <a:pt x="148114" y="27896"/>
                        <a:pt x="142018" y="25991"/>
                      </a:cubicBezTo>
                      <a:close/>
                    </a:path>
                  </a:pathLst>
                </a:custGeom>
                <a:solidFill>
                  <a:srgbClr val="E5AC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74" name="Forme libre : forme 9573">
                  <a:extLst>
                    <a:ext uri="{FF2B5EF4-FFF2-40B4-BE49-F238E27FC236}">
                      <a16:creationId xmlns:a16="http://schemas.microsoft.com/office/drawing/2014/main" id="{CB1C24AC-2CA3-4548-8553-36061AB825AE}"/>
                    </a:ext>
                  </a:extLst>
                </p:cNvPr>
                <p:cNvSpPr/>
                <p:nvPr/>
              </p:nvSpPr>
              <p:spPr>
                <a:xfrm>
                  <a:off x="2825119" y="1346902"/>
                  <a:ext cx="556069" cy="103373"/>
                </a:xfrm>
                <a:custGeom>
                  <a:avLst/>
                  <a:gdLst>
                    <a:gd name="connsiteX0" fmla="*/ 0 w 556069"/>
                    <a:gd name="connsiteY0" fmla="*/ 103374 h 103373"/>
                    <a:gd name="connsiteX1" fmla="*/ 291084 w 556069"/>
                    <a:gd name="connsiteY1" fmla="*/ 9838 h 103373"/>
                    <a:gd name="connsiteX2" fmla="*/ 556070 w 556069"/>
                    <a:gd name="connsiteY2" fmla="*/ 70512 h 103373"/>
                    <a:gd name="connsiteX3" fmla="*/ 401669 w 556069"/>
                    <a:gd name="connsiteY3" fmla="*/ 13648 h 103373"/>
                    <a:gd name="connsiteX4" fmla="*/ 238601 w 556069"/>
                    <a:gd name="connsiteY4" fmla="*/ 6409 h 103373"/>
                    <a:gd name="connsiteX5" fmla="*/ 165640 w 556069"/>
                    <a:gd name="connsiteY5" fmla="*/ 29650 h 103373"/>
                    <a:gd name="connsiteX6" fmla="*/ 22860 w 556069"/>
                    <a:gd name="connsiteY6" fmla="*/ 87467 h 103373"/>
                    <a:gd name="connsiteX7" fmla="*/ 13430 w 556069"/>
                    <a:gd name="connsiteY7" fmla="*/ 95944 h 103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56069" h="103373">
                      <a:moveTo>
                        <a:pt x="0" y="103374"/>
                      </a:moveTo>
                      <a:cubicBezTo>
                        <a:pt x="94964" y="64797"/>
                        <a:pt x="188690" y="14505"/>
                        <a:pt x="291084" y="9838"/>
                      </a:cubicBezTo>
                      <a:cubicBezTo>
                        <a:pt x="382238" y="5647"/>
                        <a:pt x="470630" y="38318"/>
                        <a:pt x="556070" y="70512"/>
                      </a:cubicBezTo>
                      <a:cubicBezTo>
                        <a:pt x="505587" y="48891"/>
                        <a:pt x="454819" y="27269"/>
                        <a:pt x="401669" y="13648"/>
                      </a:cubicBezTo>
                      <a:cubicBezTo>
                        <a:pt x="348425" y="27"/>
                        <a:pt x="292227" y="-5211"/>
                        <a:pt x="238601" y="6409"/>
                      </a:cubicBezTo>
                      <a:cubicBezTo>
                        <a:pt x="213646" y="11838"/>
                        <a:pt x="189548" y="20792"/>
                        <a:pt x="165640" y="29650"/>
                      </a:cubicBezTo>
                      <a:cubicBezTo>
                        <a:pt x="117539" y="47557"/>
                        <a:pt x="69342" y="65559"/>
                        <a:pt x="22860" y="87467"/>
                      </a:cubicBezTo>
                      <a:cubicBezTo>
                        <a:pt x="18955" y="89372"/>
                        <a:pt x="14573" y="91658"/>
                        <a:pt x="13430" y="95944"/>
                      </a:cubicBezTo>
                    </a:path>
                  </a:pathLst>
                </a:custGeom>
                <a:solidFill>
                  <a:srgbClr val="E5AC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75" name="Forme libre : forme 9574">
                  <a:extLst>
                    <a:ext uri="{FF2B5EF4-FFF2-40B4-BE49-F238E27FC236}">
                      <a16:creationId xmlns:a16="http://schemas.microsoft.com/office/drawing/2014/main" id="{437A738C-769A-425F-A456-52E7737BD487}"/>
                    </a:ext>
                  </a:extLst>
                </p:cNvPr>
                <p:cNvSpPr/>
                <p:nvPr/>
              </p:nvSpPr>
              <p:spPr>
                <a:xfrm>
                  <a:off x="3113345" y="1233357"/>
                  <a:ext cx="199929" cy="121764"/>
                </a:xfrm>
                <a:custGeom>
                  <a:avLst/>
                  <a:gdLst>
                    <a:gd name="connsiteX0" fmla="*/ 0 w 199929"/>
                    <a:gd name="connsiteY0" fmla="*/ 117859 h 121764"/>
                    <a:gd name="connsiteX1" fmla="*/ 12002 w 199929"/>
                    <a:gd name="connsiteY1" fmla="*/ 111096 h 121764"/>
                    <a:gd name="connsiteX2" fmla="*/ 19526 w 199929"/>
                    <a:gd name="connsiteY2" fmla="*/ 99095 h 121764"/>
                    <a:gd name="connsiteX3" fmla="*/ 71723 w 199929"/>
                    <a:gd name="connsiteY3" fmla="*/ 59661 h 121764"/>
                    <a:gd name="connsiteX4" fmla="*/ 199930 w 199929"/>
                    <a:gd name="connsiteY4" fmla="*/ 35 h 121764"/>
                    <a:gd name="connsiteX5" fmla="*/ 179642 w 199929"/>
                    <a:gd name="connsiteY5" fmla="*/ 8036 h 121764"/>
                    <a:gd name="connsiteX6" fmla="*/ 49435 w 199929"/>
                    <a:gd name="connsiteY6" fmla="*/ 78045 h 121764"/>
                    <a:gd name="connsiteX7" fmla="*/ 30766 w 199929"/>
                    <a:gd name="connsiteY7" fmla="*/ 100047 h 121764"/>
                    <a:gd name="connsiteX8" fmla="*/ 31528 w 199929"/>
                    <a:gd name="connsiteY8" fmla="*/ 104810 h 121764"/>
                    <a:gd name="connsiteX9" fmla="*/ 35243 w 199929"/>
                    <a:gd name="connsiteY9" fmla="*/ 107763 h 121764"/>
                    <a:gd name="connsiteX10" fmla="*/ 60770 w 199929"/>
                    <a:gd name="connsiteY10" fmla="*/ 121764 h 121764"/>
                    <a:gd name="connsiteX11" fmla="*/ 17145 w 199929"/>
                    <a:gd name="connsiteY11" fmla="*/ 119193 h 121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9929" h="121764">
                      <a:moveTo>
                        <a:pt x="0" y="117859"/>
                      </a:moveTo>
                      <a:cubicBezTo>
                        <a:pt x="4763" y="117764"/>
                        <a:pt x="8954" y="114811"/>
                        <a:pt x="12002" y="111096"/>
                      </a:cubicBezTo>
                      <a:cubicBezTo>
                        <a:pt x="15050" y="107477"/>
                        <a:pt x="17050" y="103095"/>
                        <a:pt x="19526" y="99095"/>
                      </a:cubicBezTo>
                      <a:cubicBezTo>
                        <a:pt x="31242" y="80426"/>
                        <a:pt x="51911" y="69567"/>
                        <a:pt x="71723" y="59661"/>
                      </a:cubicBezTo>
                      <a:cubicBezTo>
                        <a:pt x="113824" y="38516"/>
                        <a:pt x="156020" y="17275"/>
                        <a:pt x="199930" y="35"/>
                      </a:cubicBezTo>
                      <a:cubicBezTo>
                        <a:pt x="192500" y="-441"/>
                        <a:pt x="185833" y="4035"/>
                        <a:pt x="179642" y="8036"/>
                      </a:cubicBezTo>
                      <a:cubicBezTo>
                        <a:pt x="138303" y="34896"/>
                        <a:pt x="91345" y="52041"/>
                        <a:pt x="49435" y="78045"/>
                      </a:cubicBezTo>
                      <a:cubicBezTo>
                        <a:pt x="40957" y="83283"/>
                        <a:pt x="31909" y="90141"/>
                        <a:pt x="30766" y="100047"/>
                      </a:cubicBezTo>
                      <a:cubicBezTo>
                        <a:pt x="30575" y="101667"/>
                        <a:pt x="30671" y="103381"/>
                        <a:pt x="31528" y="104810"/>
                      </a:cubicBezTo>
                      <a:cubicBezTo>
                        <a:pt x="32385" y="106143"/>
                        <a:pt x="33814" y="107001"/>
                        <a:pt x="35243" y="107763"/>
                      </a:cubicBezTo>
                      <a:cubicBezTo>
                        <a:pt x="43720" y="112430"/>
                        <a:pt x="52292" y="117097"/>
                        <a:pt x="60770" y="121764"/>
                      </a:cubicBezTo>
                      <a:cubicBezTo>
                        <a:pt x="46196" y="120907"/>
                        <a:pt x="31718" y="120050"/>
                        <a:pt x="17145" y="119193"/>
                      </a:cubicBezTo>
                    </a:path>
                  </a:pathLst>
                </a:custGeom>
                <a:solidFill>
                  <a:srgbClr val="E5AC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76" name="Forme libre : forme 9575">
                  <a:extLst>
                    <a:ext uri="{FF2B5EF4-FFF2-40B4-BE49-F238E27FC236}">
                      <a16:creationId xmlns:a16="http://schemas.microsoft.com/office/drawing/2014/main" id="{A2FD1298-5228-4E59-9C7F-2E0279881228}"/>
                    </a:ext>
                  </a:extLst>
                </p:cNvPr>
                <p:cNvSpPr/>
                <p:nvPr/>
              </p:nvSpPr>
              <p:spPr>
                <a:xfrm>
                  <a:off x="2873601" y="1243679"/>
                  <a:ext cx="232409" cy="114966"/>
                </a:xfrm>
                <a:custGeom>
                  <a:avLst/>
                  <a:gdLst>
                    <a:gd name="connsiteX0" fmla="*/ 176879 w 232409"/>
                    <a:gd name="connsiteY0" fmla="*/ 114490 h 114966"/>
                    <a:gd name="connsiteX1" fmla="*/ 193548 w 232409"/>
                    <a:gd name="connsiteY1" fmla="*/ 83820 h 114966"/>
                    <a:gd name="connsiteX2" fmla="*/ 169831 w 232409"/>
                    <a:gd name="connsiteY2" fmla="*/ 56674 h 114966"/>
                    <a:gd name="connsiteX3" fmla="*/ 136112 w 232409"/>
                    <a:gd name="connsiteY3" fmla="*/ 42672 h 114966"/>
                    <a:gd name="connsiteX4" fmla="*/ 112014 w 232409"/>
                    <a:gd name="connsiteY4" fmla="*/ 36004 h 114966"/>
                    <a:gd name="connsiteX5" fmla="*/ 92869 w 232409"/>
                    <a:gd name="connsiteY5" fmla="*/ 26194 h 114966"/>
                    <a:gd name="connsiteX6" fmla="*/ 59055 w 232409"/>
                    <a:gd name="connsiteY6" fmla="*/ 15049 h 114966"/>
                    <a:gd name="connsiteX7" fmla="*/ 0 w 232409"/>
                    <a:gd name="connsiteY7" fmla="*/ 0 h 114966"/>
                    <a:gd name="connsiteX8" fmla="*/ 108680 w 232409"/>
                    <a:gd name="connsiteY8" fmla="*/ 31813 h 114966"/>
                    <a:gd name="connsiteX9" fmla="*/ 168878 w 232409"/>
                    <a:gd name="connsiteY9" fmla="*/ 49816 h 114966"/>
                    <a:gd name="connsiteX10" fmla="*/ 194215 w 232409"/>
                    <a:gd name="connsiteY10" fmla="*/ 66199 h 114966"/>
                    <a:gd name="connsiteX11" fmla="*/ 201454 w 232409"/>
                    <a:gd name="connsiteY11" fmla="*/ 92583 h 114966"/>
                    <a:gd name="connsiteX12" fmla="*/ 209931 w 232409"/>
                    <a:gd name="connsiteY12" fmla="*/ 98298 h 114966"/>
                    <a:gd name="connsiteX13" fmla="*/ 232410 w 232409"/>
                    <a:gd name="connsiteY13" fmla="*/ 109633 h 114966"/>
                    <a:gd name="connsiteX14" fmla="*/ 193072 w 232409"/>
                    <a:gd name="connsiteY14" fmla="*/ 114967 h 114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32409" h="114966">
                      <a:moveTo>
                        <a:pt x="176879" y="114490"/>
                      </a:moveTo>
                      <a:cubicBezTo>
                        <a:pt x="188690" y="109918"/>
                        <a:pt x="196215" y="96202"/>
                        <a:pt x="193548" y="83820"/>
                      </a:cubicBezTo>
                      <a:cubicBezTo>
                        <a:pt x="190976" y="71723"/>
                        <a:pt x="180499" y="62960"/>
                        <a:pt x="169831" y="56674"/>
                      </a:cubicBezTo>
                      <a:cubicBezTo>
                        <a:pt x="159258" y="50482"/>
                        <a:pt x="147923" y="45720"/>
                        <a:pt x="136112" y="42672"/>
                      </a:cubicBezTo>
                      <a:cubicBezTo>
                        <a:pt x="128016" y="40576"/>
                        <a:pt x="119729" y="39148"/>
                        <a:pt x="112014" y="36004"/>
                      </a:cubicBezTo>
                      <a:cubicBezTo>
                        <a:pt x="105346" y="33242"/>
                        <a:pt x="99346" y="29337"/>
                        <a:pt x="92869" y="26194"/>
                      </a:cubicBezTo>
                      <a:cubicBezTo>
                        <a:pt x="82201" y="20955"/>
                        <a:pt x="70580" y="18002"/>
                        <a:pt x="59055" y="15049"/>
                      </a:cubicBezTo>
                      <a:cubicBezTo>
                        <a:pt x="39338" y="10001"/>
                        <a:pt x="19621" y="5048"/>
                        <a:pt x="0" y="0"/>
                      </a:cubicBezTo>
                      <a:cubicBezTo>
                        <a:pt x="36290" y="10192"/>
                        <a:pt x="72485" y="21050"/>
                        <a:pt x="108680" y="31813"/>
                      </a:cubicBezTo>
                      <a:cubicBezTo>
                        <a:pt x="128778" y="37814"/>
                        <a:pt x="148780" y="43815"/>
                        <a:pt x="168878" y="49816"/>
                      </a:cubicBezTo>
                      <a:cubicBezTo>
                        <a:pt x="178784" y="52768"/>
                        <a:pt x="189928" y="56769"/>
                        <a:pt x="194215" y="66199"/>
                      </a:cubicBezTo>
                      <a:cubicBezTo>
                        <a:pt x="198025" y="74581"/>
                        <a:pt x="195358" y="85630"/>
                        <a:pt x="201454" y="92583"/>
                      </a:cubicBezTo>
                      <a:cubicBezTo>
                        <a:pt x="203740" y="95155"/>
                        <a:pt x="206883" y="96774"/>
                        <a:pt x="209931" y="98298"/>
                      </a:cubicBezTo>
                      <a:cubicBezTo>
                        <a:pt x="217456" y="102108"/>
                        <a:pt x="224885" y="105823"/>
                        <a:pt x="232410" y="109633"/>
                      </a:cubicBezTo>
                      <a:cubicBezTo>
                        <a:pt x="219265" y="111442"/>
                        <a:pt x="206216" y="113157"/>
                        <a:pt x="193072" y="114967"/>
                      </a:cubicBezTo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77" name="Forme libre : forme 9576">
                  <a:extLst>
                    <a:ext uri="{FF2B5EF4-FFF2-40B4-BE49-F238E27FC236}">
                      <a16:creationId xmlns:a16="http://schemas.microsoft.com/office/drawing/2014/main" id="{C6EDE492-BA9C-424B-B3E5-5A5C10BAC53F}"/>
                    </a:ext>
                  </a:extLst>
                </p:cNvPr>
                <p:cNvSpPr/>
                <p:nvPr/>
              </p:nvSpPr>
              <p:spPr>
                <a:xfrm>
                  <a:off x="3061720" y="1305210"/>
                  <a:ext cx="88487" cy="47520"/>
                </a:xfrm>
                <a:custGeom>
                  <a:avLst/>
                  <a:gdLst>
                    <a:gd name="connsiteX0" fmla="*/ 0 w 88487"/>
                    <a:gd name="connsiteY0" fmla="*/ 0 h 47520"/>
                    <a:gd name="connsiteX1" fmla="*/ 19717 w 88487"/>
                    <a:gd name="connsiteY1" fmla="*/ 22288 h 47520"/>
                    <a:gd name="connsiteX2" fmla="*/ 47339 w 88487"/>
                    <a:gd name="connsiteY2" fmla="*/ 32099 h 47520"/>
                    <a:gd name="connsiteX3" fmla="*/ 88487 w 88487"/>
                    <a:gd name="connsiteY3" fmla="*/ 8763 h 47520"/>
                    <a:gd name="connsiteX4" fmla="*/ 74295 w 88487"/>
                    <a:gd name="connsiteY4" fmla="*/ 33147 h 47520"/>
                    <a:gd name="connsiteX5" fmla="*/ 68294 w 88487"/>
                    <a:gd name="connsiteY5" fmla="*/ 42767 h 47520"/>
                    <a:gd name="connsiteX6" fmla="*/ 62198 w 88487"/>
                    <a:gd name="connsiteY6" fmla="*/ 44291 h 47520"/>
                    <a:gd name="connsiteX7" fmla="*/ 38005 w 88487"/>
                    <a:gd name="connsiteY7" fmla="*/ 47054 h 47520"/>
                    <a:gd name="connsiteX8" fmla="*/ 22384 w 88487"/>
                    <a:gd name="connsiteY8" fmla="*/ 45339 h 47520"/>
                    <a:gd name="connsiteX9" fmla="*/ 16288 w 88487"/>
                    <a:gd name="connsiteY9" fmla="*/ 38862 h 47520"/>
                    <a:gd name="connsiteX10" fmla="*/ 7239 w 88487"/>
                    <a:gd name="connsiteY10" fmla="*/ 23050 h 47520"/>
                    <a:gd name="connsiteX11" fmla="*/ 1809 w 88487"/>
                    <a:gd name="connsiteY11" fmla="*/ 8096 h 47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8487" h="47520">
                      <a:moveTo>
                        <a:pt x="0" y="0"/>
                      </a:moveTo>
                      <a:cubicBezTo>
                        <a:pt x="5620" y="8192"/>
                        <a:pt x="11811" y="16192"/>
                        <a:pt x="19717" y="22288"/>
                      </a:cubicBezTo>
                      <a:cubicBezTo>
                        <a:pt x="27622" y="28384"/>
                        <a:pt x="37338" y="32480"/>
                        <a:pt x="47339" y="32099"/>
                      </a:cubicBezTo>
                      <a:cubicBezTo>
                        <a:pt x="63436" y="31528"/>
                        <a:pt x="76771" y="19812"/>
                        <a:pt x="88487" y="8763"/>
                      </a:cubicBezTo>
                      <a:cubicBezTo>
                        <a:pt x="82391" y="16002"/>
                        <a:pt x="77629" y="24289"/>
                        <a:pt x="74295" y="33147"/>
                      </a:cubicBezTo>
                      <a:cubicBezTo>
                        <a:pt x="72961" y="36767"/>
                        <a:pt x="71628" y="40767"/>
                        <a:pt x="68294" y="42767"/>
                      </a:cubicBezTo>
                      <a:cubicBezTo>
                        <a:pt x="66484" y="43815"/>
                        <a:pt x="64294" y="44101"/>
                        <a:pt x="62198" y="44291"/>
                      </a:cubicBezTo>
                      <a:cubicBezTo>
                        <a:pt x="54102" y="45244"/>
                        <a:pt x="46101" y="46196"/>
                        <a:pt x="38005" y="47054"/>
                      </a:cubicBezTo>
                      <a:cubicBezTo>
                        <a:pt x="32671" y="47625"/>
                        <a:pt x="26956" y="48196"/>
                        <a:pt x="22384" y="45339"/>
                      </a:cubicBezTo>
                      <a:cubicBezTo>
                        <a:pt x="19907" y="43720"/>
                        <a:pt x="18002" y="41338"/>
                        <a:pt x="16288" y="38862"/>
                      </a:cubicBezTo>
                      <a:cubicBezTo>
                        <a:pt x="12668" y="33909"/>
                        <a:pt x="8953" y="28861"/>
                        <a:pt x="7239" y="23050"/>
                      </a:cubicBezTo>
                      <a:cubicBezTo>
                        <a:pt x="5715" y="17907"/>
                        <a:pt x="5524" y="12001"/>
                        <a:pt x="1809" y="8096"/>
                      </a:cubicBezTo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78" name="Forme libre : forme 9577">
                  <a:extLst>
                    <a:ext uri="{FF2B5EF4-FFF2-40B4-BE49-F238E27FC236}">
                      <a16:creationId xmlns:a16="http://schemas.microsoft.com/office/drawing/2014/main" id="{A30D58B8-A953-4737-ABC1-87B50112672C}"/>
                    </a:ext>
                  </a:extLst>
                </p:cNvPr>
                <p:cNvSpPr/>
                <p:nvPr/>
              </p:nvSpPr>
              <p:spPr>
                <a:xfrm>
                  <a:off x="1773368" y="1413700"/>
                  <a:ext cx="314420" cy="128968"/>
                </a:xfrm>
                <a:custGeom>
                  <a:avLst/>
                  <a:gdLst>
                    <a:gd name="connsiteX0" fmla="*/ 0 w 314420"/>
                    <a:gd name="connsiteY0" fmla="*/ 0 h 128968"/>
                    <a:gd name="connsiteX1" fmla="*/ 314420 w 314420"/>
                    <a:gd name="connsiteY1" fmla="*/ 128969 h 128968"/>
                    <a:gd name="connsiteX2" fmla="*/ 0 w 314420"/>
                    <a:gd name="connsiteY2" fmla="*/ 0 h 128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4420" h="128968">
                      <a:moveTo>
                        <a:pt x="0" y="0"/>
                      </a:moveTo>
                      <a:cubicBezTo>
                        <a:pt x="107823" y="35528"/>
                        <a:pt x="216598" y="71438"/>
                        <a:pt x="314420" y="128969"/>
                      </a:cubicBezTo>
                      <a:cubicBezTo>
                        <a:pt x="207359" y="97536"/>
                        <a:pt x="96869" y="55436"/>
                        <a:pt x="0" y="0"/>
                      </a:cubicBezTo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79" name="Forme libre : forme 9578">
                  <a:extLst>
                    <a:ext uri="{FF2B5EF4-FFF2-40B4-BE49-F238E27FC236}">
                      <a16:creationId xmlns:a16="http://schemas.microsoft.com/office/drawing/2014/main" id="{DA8AE6B6-FB42-4689-A852-DEF91AA65E3D}"/>
                    </a:ext>
                  </a:extLst>
                </p:cNvPr>
                <p:cNvSpPr/>
                <p:nvPr/>
              </p:nvSpPr>
              <p:spPr>
                <a:xfrm>
                  <a:off x="3882965" y="1555337"/>
                  <a:ext cx="400907" cy="162782"/>
                </a:xfrm>
                <a:custGeom>
                  <a:avLst/>
                  <a:gdLst>
                    <a:gd name="connsiteX0" fmla="*/ 61055 w 400907"/>
                    <a:gd name="connsiteY0" fmla="*/ 132588 h 162782"/>
                    <a:gd name="connsiteX1" fmla="*/ 172117 w 400907"/>
                    <a:gd name="connsiteY1" fmla="*/ 107252 h 162782"/>
                    <a:gd name="connsiteX2" fmla="*/ 285560 w 400907"/>
                    <a:gd name="connsiteY2" fmla="*/ 126206 h 162782"/>
                    <a:gd name="connsiteX3" fmla="*/ 400908 w 400907"/>
                    <a:gd name="connsiteY3" fmla="*/ 162782 h 162782"/>
                    <a:gd name="connsiteX4" fmla="*/ 221742 w 400907"/>
                    <a:gd name="connsiteY4" fmla="*/ 104775 h 162782"/>
                    <a:gd name="connsiteX5" fmla="*/ 233934 w 400907"/>
                    <a:gd name="connsiteY5" fmla="*/ 83725 h 162782"/>
                    <a:gd name="connsiteX6" fmla="*/ 372142 w 400907"/>
                    <a:gd name="connsiteY6" fmla="*/ 0 h 162782"/>
                    <a:gd name="connsiteX7" fmla="*/ 220313 w 400907"/>
                    <a:gd name="connsiteY7" fmla="*/ 74009 h 162782"/>
                    <a:gd name="connsiteX8" fmla="*/ 170212 w 400907"/>
                    <a:gd name="connsiteY8" fmla="*/ 88868 h 162782"/>
                    <a:gd name="connsiteX9" fmla="*/ 135255 w 400907"/>
                    <a:gd name="connsiteY9" fmla="*/ 79248 h 162782"/>
                    <a:gd name="connsiteX10" fmla="*/ 0 w 400907"/>
                    <a:gd name="connsiteY10" fmla="*/ 32290 h 162782"/>
                    <a:gd name="connsiteX11" fmla="*/ 92583 w 400907"/>
                    <a:gd name="connsiteY11" fmla="*/ 63056 h 162782"/>
                    <a:gd name="connsiteX12" fmla="*/ 106204 w 400907"/>
                    <a:gd name="connsiteY12" fmla="*/ 70104 h 162782"/>
                    <a:gd name="connsiteX13" fmla="*/ 111062 w 400907"/>
                    <a:gd name="connsiteY13" fmla="*/ 102299 h 162782"/>
                    <a:gd name="connsiteX14" fmla="*/ 81629 w 400907"/>
                    <a:gd name="connsiteY14" fmla="*/ 118682 h 162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0907" h="162782">
                      <a:moveTo>
                        <a:pt x="61055" y="132588"/>
                      </a:moveTo>
                      <a:cubicBezTo>
                        <a:pt x="94393" y="113443"/>
                        <a:pt x="133636" y="106394"/>
                        <a:pt x="172117" y="107252"/>
                      </a:cubicBezTo>
                      <a:cubicBezTo>
                        <a:pt x="210598" y="108109"/>
                        <a:pt x="248412" y="116300"/>
                        <a:pt x="285560" y="126206"/>
                      </a:cubicBezTo>
                      <a:cubicBezTo>
                        <a:pt x="324517" y="136589"/>
                        <a:pt x="363093" y="148781"/>
                        <a:pt x="400908" y="162782"/>
                      </a:cubicBezTo>
                      <a:cubicBezTo>
                        <a:pt x="341662" y="141923"/>
                        <a:pt x="281940" y="122587"/>
                        <a:pt x="221742" y="104775"/>
                      </a:cubicBezTo>
                      <a:cubicBezTo>
                        <a:pt x="218123" y="96679"/>
                        <a:pt x="226505" y="88583"/>
                        <a:pt x="233934" y="83725"/>
                      </a:cubicBezTo>
                      <a:cubicBezTo>
                        <a:pt x="278987" y="54197"/>
                        <a:pt x="325088" y="26289"/>
                        <a:pt x="372142" y="0"/>
                      </a:cubicBezTo>
                      <a:cubicBezTo>
                        <a:pt x="321564" y="24670"/>
                        <a:pt x="270891" y="49340"/>
                        <a:pt x="220313" y="74009"/>
                      </a:cubicBezTo>
                      <a:cubicBezTo>
                        <a:pt x="204502" y="81725"/>
                        <a:pt x="187738" y="89630"/>
                        <a:pt x="170212" y="88868"/>
                      </a:cubicBezTo>
                      <a:cubicBezTo>
                        <a:pt x="158020" y="88297"/>
                        <a:pt x="146495" y="83630"/>
                        <a:pt x="135255" y="79248"/>
                      </a:cubicBezTo>
                      <a:cubicBezTo>
                        <a:pt x="90869" y="61722"/>
                        <a:pt x="45720" y="46006"/>
                        <a:pt x="0" y="32290"/>
                      </a:cubicBezTo>
                      <a:cubicBezTo>
                        <a:pt x="31242" y="41243"/>
                        <a:pt x="62199" y="51530"/>
                        <a:pt x="92583" y="63056"/>
                      </a:cubicBezTo>
                      <a:cubicBezTo>
                        <a:pt x="97346" y="64865"/>
                        <a:pt x="102299" y="66770"/>
                        <a:pt x="106204" y="70104"/>
                      </a:cubicBezTo>
                      <a:cubicBezTo>
                        <a:pt x="115158" y="77724"/>
                        <a:pt x="116777" y="92012"/>
                        <a:pt x="111062" y="102299"/>
                      </a:cubicBezTo>
                      <a:cubicBezTo>
                        <a:pt x="105347" y="112586"/>
                        <a:pt x="93345" y="118586"/>
                        <a:pt x="81629" y="118682"/>
                      </a:cubicBezTo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80" name="Forme libre : forme 9579">
                  <a:extLst>
                    <a:ext uri="{FF2B5EF4-FFF2-40B4-BE49-F238E27FC236}">
                      <a16:creationId xmlns:a16="http://schemas.microsoft.com/office/drawing/2014/main" id="{5EBF0927-CFD7-4781-A10E-5B1FDAF284AC}"/>
                    </a:ext>
                  </a:extLst>
                </p:cNvPr>
                <p:cNvSpPr/>
                <p:nvPr/>
              </p:nvSpPr>
              <p:spPr>
                <a:xfrm>
                  <a:off x="4493423" y="1803749"/>
                  <a:ext cx="618077" cy="246507"/>
                </a:xfrm>
                <a:custGeom>
                  <a:avLst/>
                  <a:gdLst>
                    <a:gd name="connsiteX0" fmla="*/ 952 w 618077"/>
                    <a:gd name="connsiteY0" fmla="*/ 0 h 246507"/>
                    <a:gd name="connsiteX1" fmla="*/ 179927 w 618077"/>
                    <a:gd name="connsiteY1" fmla="*/ 72104 h 246507"/>
                    <a:gd name="connsiteX2" fmla="*/ 213836 w 618077"/>
                    <a:gd name="connsiteY2" fmla="*/ 105156 h 246507"/>
                    <a:gd name="connsiteX3" fmla="*/ 182689 w 618077"/>
                    <a:gd name="connsiteY3" fmla="*/ 136589 h 246507"/>
                    <a:gd name="connsiteX4" fmla="*/ 0 w 618077"/>
                    <a:gd name="connsiteY4" fmla="*/ 231648 h 246507"/>
                    <a:gd name="connsiteX5" fmla="*/ 249174 w 618077"/>
                    <a:gd name="connsiteY5" fmla="*/ 123920 h 246507"/>
                    <a:gd name="connsiteX6" fmla="*/ 358330 w 618077"/>
                    <a:gd name="connsiteY6" fmla="*/ 145161 h 246507"/>
                    <a:gd name="connsiteX7" fmla="*/ 618077 w 618077"/>
                    <a:gd name="connsiteY7" fmla="*/ 246507 h 246507"/>
                    <a:gd name="connsiteX8" fmla="*/ 952 w 618077"/>
                    <a:gd name="connsiteY8" fmla="*/ 0 h 246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18077" h="246507">
                      <a:moveTo>
                        <a:pt x="952" y="0"/>
                      </a:moveTo>
                      <a:cubicBezTo>
                        <a:pt x="60579" y="24003"/>
                        <a:pt x="120301" y="48006"/>
                        <a:pt x="179927" y="72104"/>
                      </a:cubicBezTo>
                      <a:cubicBezTo>
                        <a:pt x="195548" y="78391"/>
                        <a:pt x="213741" y="88297"/>
                        <a:pt x="213836" y="105156"/>
                      </a:cubicBezTo>
                      <a:cubicBezTo>
                        <a:pt x="213931" y="119348"/>
                        <a:pt x="195263" y="130016"/>
                        <a:pt x="182689" y="136589"/>
                      </a:cubicBezTo>
                      <a:cubicBezTo>
                        <a:pt x="133255" y="162306"/>
                        <a:pt x="42767" y="203645"/>
                        <a:pt x="0" y="231648"/>
                      </a:cubicBezTo>
                      <a:cubicBezTo>
                        <a:pt x="57817" y="198406"/>
                        <a:pt x="184118" y="138779"/>
                        <a:pt x="249174" y="123920"/>
                      </a:cubicBezTo>
                      <a:cubicBezTo>
                        <a:pt x="292227" y="114110"/>
                        <a:pt x="316611" y="130778"/>
                        <a:pt x="358330" y="145161"/>
                      </a:cubicBezTo>
                      <a:cubicBezTo>
                        <a:pt x="400145" y="159449"/>
                        <a:pt x="580263" y="223742"/>
                        <a:pt x="618077" y="246507"/>
                      </a:cubicBezTo>
                      <a:cubicBezTo>
                        <a:pt x="479393" y="163259"/>
                        <a:pt x="135636" y="47911"/>
                        <a:pt x="952" y="0"/>
                      </a:cubicBezTo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81" name="Forme libre : forme 9580">
                  <a:extLst>
                    <a:ext uri="{FF2B5EF4-FFF2-40B4-BE49-F238E27FC236}">
                      <a16:creationId xmlns:a16="http://schemas.microsoft.com/office/drawing/2014/main" id="{5D9B4744-6214-4DD9-B784-64129962361D}"/>
                    </a:ext>
                  </a:extLst>
                </p:cNvPr>
                <p:cNvSpPr/>
                <p:nvPr/>
              </p:nvSpPr>
              <p:spPr>
                <a:xfrm>
                  <a:off x="4712498" y="1700783"/>
                  <a:ext cx="478535" cy="223551"/>
                </a:xfrm>
                <a:custGeom>
                  <a:avLst/>
                  <a:gdLst>
                    <a:gd name="connsiteX0" fmla="*/ 0 w 478535"/>
                    <a:gd name="connsiteY0" fmla="*/ 184690 h 223551"/>
                    <a:gd name="connsiteX1" fmla="*/ 24479 w 478535"/>
                    <a:gd name="connsiteY1" fmla="*/ 195358 h 223551"/>
                    <a:gd name="connsiteX2" fmla="*/ 51435 w 478535"/>
                    <a:gd name="connsiteY2" fmla="*/ 190119 h 223551"/>
                    <a:gd name="connsiteX3" fmla="*/ 282130 w 478535"/>
                    <a:gd name="connsiteY3" fmla="*/ 85058 h 223551"/>
                    <a:gd name="connsiteX4" fmla="*/ 478536 w 478535"/>
                    <a:gd name="connsiteY4" fmla="*/ 0 h 223551"/>
                    <a:gd name="connsiteX5" fmla="*/ 436626 w 478535"/>
                    <a:gd name="connsiteY5" fmla="*/ 24765 h 223551"/>
                    <a:gd name="connsiteX6" fmla="*/ 358426 w 478535"/>
                    <a:gd name="connsiteY6" fmla="*/ 69628 h 223551"/>
                    <a:gd name="connsiteX7" fmla="*/ 230505 w 478535"/>
                    <a:gd name="connsiteY7" fmla="*/ 131159 h 223551"/>
                    <a:gd name="connsiteX8" fmla="*/ 94583 w 478535"/>
                    <a:gd name="connsiteY8" fmla="*/ 192977 h 223551"/>
                    <a:gd name="connsiteX9" fmla="*/ 82582 w 478535"/>
                    <a:gd name="connsiteY9" fmla="*/ 208693 h 223551"/>
                    <a:gd name="connsiteX10" fmla="*/ 96964 w 478535"/>
                    <a:gd name="connsiteY10" fmla="*/ 223552 h 223551"/>
                    <a:gd name="connsiteX11" fmla="*/ 59055 w 478535"/>
                    <a:gd name="connsiteY11" fmla="*/ 211074 h 223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78535" h="223551">
                      <a:moveTo>
                        <a:pt x="0" y="184690"/>
                      </a:moveTo>
                      <a:cubicBezTo>
                        <a:pt x="5715" y="191929"/>
                        <a:pt x="15240" y="195167"/>
                        <a:pt x="24479" y="195358"/>
                      </a:cubicBezTo>
                      <a:cubicBezTo>
                        <a:pt x="33623" y="195548"/>
                        <a:pt x="42672" y="192881"/>
                        <a:pt x="51435" y="190119"/>
                      </a:cubicBezTo>
                      <a:cubicBezTo>
                        <a:pt x="131921" y="164306"/>
                        <a:pt x="204788" y="119158"/>
                        <a:pt x="282130" y="85058"/>
                      </a:cubicBezTo>
                      <a:cubicBezTo>
                        <a:pt x="347472" y="56293"/>
                        <a:pt x="416433" y="35242"/>
                        <a:pt x="478536" y="0"/>
                      </a:cubicBezTo>
                      <a:cubicBezTo>
                        <a:pt x="464534" y="8287"/>
                        <a:pt x="450628" y="16574"/>
                        <a:pt x="436626" y="24765"/>
                      </a:cubicBezTo>
                      <a:cubicBezTo>
                        <a:pt x="410718" y="40100"/>
                        <a:pt x="384905" y="55436"/>
                        <a:pt x="358426" y="69628"/>
                      </a:cubicBezTo>
                      <a:cubicBezTo>
                        <a:pt x="316706" y="92012"/>
                        <a:pt x="273653" y="111633"/>
                        <a:pt x="230505" y="131159"/>
                      </a:cubicBezTo>
                      <a:cubicBezTo>
                        <a:pt x="185166" y="151733"/>
                        <a:pt x="139827" y="172307"/>
                        <a:pt x="94583" y="192977"/>
                      </a:cubicBezTo>
                      <a:cubicBezTo>
                        <a:pt x="87916" y="196025"/>
                        <a:pt x="80010" y="201835"/>
                        <a:pt x="82582" y="208693"/>
                      </a:cubicBezTo>
                      <a:cubicBezTo>
                        <a:pt x="85058" y="215360"/>
                        <a:pt x="96202" y="216503"/>
                        <a:pt x="96964" y="223552"/>
                      </a:cubicBezTo>
                      <a:cubicBezTo>
                        <a:pt x="83629" y="222218"/>
                        <a:pt x="70580" y="217932"/>
                        <a:pt x="59055" y="211074"/>
                      </a:cubicBezTo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82" name="Forme libre : forme 9581">
                  <a:extLst>
                    <a:ext uri="{FF2B5EF4-FFF2-40B4-BE49-F238E27FC236}">
                      <a16:creationId xmlns:a16="http://schemas.microsoft.com/office/drawing/2014/main" id="{5789A2EC-424A-40FB-AA24-7ECD013D97D2}"/>
                    </a:ext>
                  </a:extLst>
                </p:cNvPr>
                <p:cNvSpPr/>
                <p:nvPr/>
              </p:nvSpPr>
              <p:spPr>
                <a:xfrm>
                  <a:off x="4675921" y="1866614"/>
                  <a:ext cx="146589" cy="37865"/>
                </a:xfrm>
                <a:custGeom>
                  <a:avLst/>
                  <a:gdLst>
                    <a:gd name="connsiteX0" fmla="*/ 0 w 146589"/>
                    <a:gd name="connsiteY0" fmla="*/ 2191 h 37865"/>
                    <a:gd name="connsiteX1" fmla="*/ 9240 w 146589"/>
                    <a:gd name="connsiteY1" fmla="*/ 7429 h 37865"/>
                    <a:gd name="connsiteX2" fmla="*/ 92869 w 146589"/>
                    <a:gd name="connsiteY2" fmla="*/ 12954 h 37865"/>
                    <a:gd name="connsiteX3" fmla="*/ 146590 w 146589"/>
                    <a:gd name="connsiteY3" fmla="*/ 0 h 37865"/>
                    <a:gd name="connsiteX4" fmla="*/ 114015 w 146589"/>
                    <a:gd name="connsiteY4" fmla="*/ 24384 h 37865"/>
                    <a:gd name="connsiteX5" fmla="*/ 79439 w 146589"/>
                    <a:gd name="connsiteY5" fmla="*/ 37529 h 37865"/>
                    <a:gd name="connsiteX6" fmla="*/ 44958 w 146589"/>
                    <a:gd name="connsiteY6" fmla="*/ 27242 h 37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6589" h="37865">
                      <a:moveTo>
                        <a:pt x="0" y="2191"/>
                      </a:moveTo>
                      <a:cubicBezTo>
                        <a:pt x="2000" y="5239"/>
                        <a:pt x="5810" y="6477"/>
                        <a:pt x="9240" y="7429"/>
                      </a:cubicBezTo>
                      <a:cubicBezTo>
                        <a:pt x="36290" y="15145"/>
                        <a:pt x="65056" y="17050"/>
                        <a:pt x="92869" y="12954"/>
                      </a:cubicBezTo>
                      <a:cubicBezTo>
                        <a:pt x="111157" y="10287"/>
                        <a:pt x="128874" y="5143"/>
                        <a:pt x="146590" y="0"/>
                      </a:cubicBezTo>
                      <a:cubicBezTo>
                        <a:pt x="136589" y="9239"/>
                        <a:pt x="125635" y="17431"/>
                        <a:pt x="114015" y="24384"/>
                      </a:cubicBezTo>
                      <a:cubicBezTo>
                        <a:pt x="103347" y="30766"/>
                        <a:pt x="91821" y="36100"/>
                        <a:pt x="79439" y="37529"/>
                      </a:cubicBezTo>
                      <a:cubicBezTo>
                        <a:pt x="67056" y="38957"/>
                        <a:pt x="53816" y="35909"/>
                        <a:pt x="44958" y="27242"/>
                      </a:cubicBezTo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83" name="Forme libre : forme 9582">
                  <a:extLst>
                    <a:ext uri="{FF2B5EF4-FFF2-40B4-BE49-F238E27FC236}">
                      <a16:creationId xmlns:a16="http://schemas.microsoft.com/office/drawing/2014/main" id="{12C556CE-CE0E-445F-B801-174D5A362F40}"/>
                    </a:ext>
                  </a:extLst>
                </p:cNvPr>
                <p:cNvSpPr/>
                <p:nvPr/>
              </p:nvSpPr>
              <p:spPr>
                <a:xfrm>
                  <a:off x="5304286" y="2129028"/>
                  <a:ext cx="223646" cy="105727"/>
                </a:xfrm>
                <a:custGeom>
                  <a:avLst/>
                  <a:gdLst>
                    <a:gd name="connsiteX0" fmla="*/ 169926 w 223646"/>
                    <a:gd name="connsiteY0" fmla="*/ 76295 h 105727"/>
                    <a:gd name="connsiteX1" fmla="*/ 0 w 223646"/>
                    <a:gd name="connsiteY1" fmla="*/ 0 h 105727"/>
                    <a:gd name="connsiteX2" fmla="*/ 137541 w 223646"/>
                    <a:gd name="connsiteY2" fmla="*/ 52673 h 105727"/>
                    <a:gd name="connsiteX3" fmla="*/ 184595 w 223646"/>
                    <a:gd name="connsiteY3" fmla="*/ 73628 h 105727"/>
                    <a:gd name="connsiteX4" fmla="*/ 223647 w 223646"/>
                    <a:gd name="connsiteY4" fmla="*/ 105727 h 105727"/>
                    <a:gd name="connsiteX5" fmla="*/ 169926 w 223646"/>
                    <a:gd name="connsiteY5" fmla="*/ 76295 h 105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3646" h="105727">
                      <a:moveTo>
                        <a:pt x="169926" y="76295"/>
                      </a:moveTo>
                      <a:cubicBezTo>
                        <a:pt x="111347" y="55435"/>
                        <a:pt x="54483" y="29908"/>
                        <a:pt x="0" y="0"/>
                      </a:cubicBezTo>
                      <a:cubicBezTo>
                        <a:pt x="45815" y="17526"/>
                        <a:pt x="91726" y="35147"/>
                        <a:pt x="137541" y="52673"/>
                      </a:cubicBezTo>
                      <a:cubicBezTo>
                        <a:pt x="153543" y="58769"/>
                        <a:pt x="169736" y="64960"/>
                        <a:pt x="184595" y="73628"/>
                      </a:cubicBezTo>
                      <a:cubicBezTo>
                        <a:pt x="199454" y="82391"/>
                        <a:pt x="209835" y="97155"/>
                        <a:pt x="223647" y="105727"/>
                      </a:cubicBezTo>
                      <a:cubicBezTo>
                        <a:pt x="211455" y="89630"/>
                        <a:pt x="188500" y="82867"/>
                        <a:pt x="169926" y="76295"/>
                      </a:cubicBezTo>
                      <a:close/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84" name="Forme libre : forme 9583">
                  <a:extLst>
                    <a:ext uri="{FF2B5EF4-FFF2-40B4-BE49-F238E27FC236}">
                      <a16:creationId xmlns:a16="http://schemas.microsoft.com/office/drawing/2014/main" id="{78C3E1B6-0CC1-411E-8830-F0F98AD01C05}"/>
                    </a:ext>
                  </a:extLst>
                </p:cNvPr>
                <p:cNvSpPr/>
                <p:nvPr/>
              </p:nvSpPr>
              <p:spPr>
                <a:xfrm>
                  <a:off x="5623373" y="2043779"/>
                  <a:ext cx="431006" cy="216465"/>
                </a:xfrm>
                <a:custGeom>
                  <a:avLst/>
                  <a:gdLst>
                    <a:gd name="connsiteX0" fmla="*/ 106203 w 431006"/>
                    <a:gd name="connsiteY0" fmla="*/ 150685 h 216465"/>
                    <a:gd name="connsiteX1" fmla="*/ 431006 w 431006"/>
                    <a:gd name="connsiteY1" fmla="*/ 0 h 216465"/>
                    <a:gd name="connsiteX2" fmla="*/ 293941 w 431006"/>
                    <a:gd name="connsiteY2" fmla="*/ 76771 h 216465"/>
                    <a:gd name="connsiteX3" fmla="*/ 138398 w 431006"/>
                    <a:gd name="connsiteY3" fmla="*/ 146018 h 216465"/>
                    <a:gd name="connsiteX4" fmla="*/ 61722 w 431006"/>
                    <a:gd name="connsiteY4" fmla="*/ 182880 h 216465"/>
                    <a:gd name="connsiteX5" fmla="*/ 0 w 431006"/>
                    <a:gd name="connsiteY5" fmla="*/ 215551 h 216465"/>
                    <a:gd name="connsiteX6" fmla="*/ 106203 w 431006"/>
                    <a:gd name="connsiteY6" fmla="*/ 150685 h 216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31006" h="216465">
                      <a:moveTo>
                        <a:pt x="106203" y="150685"/>
                      </a:moveTo>
                      <a:cubicBezTo>
                        <a:pt x="214503" y="100489"/>
                        <a:pt x="322707" y="50197"/>
                        <a:pt x="431006" y="0"/>
                      </a:cubicBezTo>
                      <a:cubicBezTo>
                        <a:pt x="381952" y="18478"/>
                        <a:pt x="339757" y="51244"/>
                        <a:pt x="293941" y="76771"/>
                      </a:cubicBezTo>
                      <a:cubicBezTo>
                        <a:pt x="244316" y="104489"/>
                        <a:pt x="190595" y="123825"/>
                        <a:pt x="138398" y="146018"/>
                      </a:cubicBezTo>
                      <a:cubicBezTo>
                        <a:pt x="112300" y="157163"/>
                        <a:pt x="86392" y="168973"/>
                        <a:pt x="61722" y="182880"/>
                      </a:cubicBezTo>
                      <a:cubicBezTo>
                        <a:pt x="48196" y="190500"/>
                        <a:pt x="15144" y="222218"/>
                        <a:pt x="0" y="215551"/>
                      </a:cubicBezTo>
                      <a:cubicBezTo>
                        <a:pt x="22670" y="184499"/>
                        <a:pt x="72390" y="166402"/>
                        <a:pt x="106203" y="150685"/>
                      </a:cubicBezTo>
                      <a:close/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85" name="Forme libre : forme 9584">
                  <a:extLst>
                    <a:ext uri="{FF2B5EF4-FFF2-40B4-BE49-F238E27FC236}">
                      <a16:creationId xmlns:a16="http://schemas.microsoft.com/office/drawing/2014/main" id="{95196045-EE19-4F75-833B-6A2640B5C6F7}"/>
                    </a:ext>
                  </a:extLst>
                </p:cNvPr>
                <p:cNvSpPr/>
                <p:nvPr/>
              </p:nvSpPr>
              <p:spPr>
                <a:xfrm>
                  <a:off x="6121816" y="1739323"/>
                  <a:ext cx="313372" cy="122623"/>
                </a:xfrm>
                <a:custGeom>
                  <a:avLst/>
                  <a:gdLst>
                    <a:gd name="connsiteX0" fmla="*/ 60198 w 313372"/>
                    <a:gd name="connsiteY0" fmla="*/ 10323 h 122623"/>
                    <a:gd name="connsiteX1" fmla="*/ 228791 w 313372"/>
                    <a:gd name="connsiteY1" fmla="*/ 46518 h 122623"/>
                    <a:gd name="connsiteX2" fmla="*/ 267558 w 313372"/>
                    <a:gd name="connsiteY2" fmla="*/ 62901 h 122623"/>
                    <a:gd name="connsiteX3" fmla="*/ 313373 w 313372"/>
                    <a:gd name="connsiteY3" fmla="*/ 122623 h 122623"/>
                    <a:gd name="connsiteX4" fmla="*/ 125445 w 313372"/>
                    <a:gd name="connsiteY4" fmla="*/ 16800 h 122623"/>
                    <a:gd name="connsiteX5" fmla="*/ 0 w 313372"/>
                    <a:gd name="connsiteY5" fmla="*/ 894 h 122623"/>
                    <a:gd name="connsiteX6" fmla="*/ 60198 w 313372"/>
                    <a:gd name="connsiteY6" fmla="*/ 10323 h 122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3372" h="122623">
                      <a:moveTo>
                        <a:pt x="60198" y="10323"/>
                      </a:moveTo>
                      <a:cubicBezTo>
                        <a:pt x="117253" y="17658"/>
                        <a:pt x="173736" y="29754"/>
                        <a:pt x="228791" y="46518"/>
                      </a:cubicBezTo>
                      <a:cubicBezTo>
                        <a:pt x="242316" y="50614"/>
                        <a:pt x="255842" y="55091"/>
                        <a:pt x="267558" y="62901"/>
                      </a:cubicBezTo>
                      <a:cubicBezTo>
                        <a:pt x="288608" y="76998"/>
                        <a:pt x="301466" y="100239"/>
                        <a:pt x="313373" y="122623"/>
                      </a:cubicBezTo>
                      <a:cubicBezTo>
                        <a:pt x="263938" y="68807"/>
                        <a:pt x="197072" y="31183"/>
                        <a:pt x="125445" y="16800"/>
                      </a:cubicBezTo>
                      <a:cubicBezTo>
                        <a:pt x="88106" y="9276"/>
                        <a:pt x="37910" y="-3488"/>
                        <a:pt x="0" y="894"/>
                      </a:cubicBezTo>
                      <a:cubicBezTo>
                        <a:pt x="19050" y="6799"/>
                        <a:pt x="40386" y="7847"/>
                        <a:pt x="60198" y="10323"/>
                      </a:cubicBezTo>
                      <a:close/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86" name="Forme libre : forme 9585">
                  <a:extLst>
                    <a:ext uri="{FF2B5EF4-FFF2-40B4-BE49-F238E27FC236}">
                      <a16:creationId xmlns:a16="http://schemas.microsoft.com/office/drawing/2014/main" id="{DE45B042-44C9-430D-A584-99D07530B981}"/>
                    </a:ext>
                  </a:extLst>
                </p:cNvPr>
                <p:cNvSpPr/>
                <p:nvPr/>
              </p:nvSpPr>
              <p:spPr>
                <a:xfrm>
                  <a:off x="6200588" y="1815083"/>
                  <a:ext cx="588835" cy="186690"/>
                </a:xfrm>
                <a:custGeom>
                  <a:avLst/>
                  <a:gdLst>
                    <a:gd name="connsiteX0" fmla="*/ 329089 w 588835"/>
                    <a:gd name="connsiteY0" fmla="*/ 60103 h 186690"/>
                    <a:gd name="connsiteX1" fmla="*/ 409290 w 588835"/>
                    <a:gd name="connsiteY1" fmla="*/ 80105 h 186690"/>
                    <a:gd name="connsiteX2" fmla="*/ 588836 w 588835"/>
                    <a:gd name="connsiteY2" fmla="*/ 142304 h 186690"/>
                    <a:gd name="connsiteX3" fmla="*/ 395859 w 588835"/>
                    <a:gd name="connsiteY3" fmla="*/ 96965 h 186690"/>
                    <a:gd name="connsiteX4" fmla="*/ 325946 w 588835"/>
                    <a:gd name="connsiteY4" fmla="*/ 73438 h 186690"/>
                    <a:gd name="connsiteX5" fmla="*/ 242031 w 588835"/>
                    <a:gd name="connsiteY5" fmla="*/ 77438 h 186690"/>
                    <a:gd name="connsiteX6" fmla="*/ 195739 w 588835"/>
                    <a:gd name="connsiteY6" fmla="*/ 82677 h 186690"/>
                    <a:gd name="connsiteX7" fmla="*/ 142684 w 588835"/>
                    <a:gd name="connsiteY7" fmla="*/ 106204 h 186690"/>
                    <a:gd name="connsiteX8" fmla="*/ 0 w 588835"/>
                    <a:gd name="connsiteY8" fmla="*/ 186690 h 186690"/>
                    <a:gd name="connsiteX9" fmla="*/ 201549 w 588835"/>
                    <a:gd name="connsiteY9" fmla="*/ 65056 h 186690"/>
                    <a:gd name="connsiteX10" fmla="*/ 217551 w 588835"/>
                    <a:gd name="connsiteY10" fmla="*/ 49340 h 186690"/>
                    <a:gd name="connsiteX11" fmla="*/ 211550 w 588835"/>
                    <a:gd name="connsiteY11" fmla="*/ 22860 h 186690"/>
                    <a:gd name="connsiteX12" fmla="*/ 194977 w 588835"/>
                    <a:gd name="connsiteY12" fmla="*/ 0 h 186690"/>
                    <a:gd name="connsiteX13" fmla="*/ 262509 w 588835"/>
                    <a:gd name="connsiteY13" fmla="*/ 50006 h 186690"/>
                    <a:gd name="connsiteX14" fmla="*/ 329089 w 588835"/>
                    <a:gd name="connsiteY14" fmla="*/ 60103 h 186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88835" h="186690">
                      <a:moveTo>
                        <a:pt x="329089" y="60103"/>
                      </a:moveTo>
                      <a:cubicBezTo>
                        <a:pt x="356616" y="61913"/>
                        <a:pt x="383191" y="71057"/>
                        <a:pt x="409290" y="80105"/>
                      </a:cubicBezTo>
                      <a:cubicBezTo>
                        <a:pt x="469106" y="100870"/>
                        <a:pt x="528924" y="121539"/>
                        <a:pt x="588836" y="142304"/>
                      </a:cubicBezTo>
                      <a:cubicBezTo>
                        <a:pt x="522637" y="137636"/>
                        <a:pt x="457200" y="122206"/>
                        <a:pt x="395859" y="96965"/>
                      </a:cubicBezTo>
                      <a:cubicBezTo>
                        <a:pt x="373666" y="87821"/>
                        <a:pt x="350139" y="74867"/>
                        <a:pt x="325946" y="73438"/>
                      </a:cubicBezTo>
                      <a:cubicBezTo>
                        <a:pt x="298609" y="71914"/>
                        <a:pt x="269462" y="76200"/>
                        <a:pt x="242031" y="77438"/>
                      </a:cubicBezTo>
                      <a:cubicBezTo>
                        <a:pt x="226505" y="78105"/>
                        <a:pt x="210788" y="78867"/>
                        <a:pt x="195739" y="82677"/>
                      </a:cubicBezTo>
                      <a:cubicBezTo>
                        <a:pt x="176975" y="87440"/>
                        <a:pt x="159639" y="96869"/>
                        <a:pt x="142684" y="106204"/>
                      </a:cubicBezTo>
                      <a:cubicBezTo>
                        <a:pt x="94869" y="132588"/>
                        <a:pt x="47244" y="159353"/>
                        <a:pt x="0" y="186690"/>
                      </a:cubicBezTo>
                      <a:cubicBezTo>
                        <a:pt x="68009" y="147447"/>
                        <a:pt x="135160" y="106871"/>
                        <a:pt x="201549" y="65056"/>
                      </a:cubicBezTo>
                      <a:cubicBezTo>
                        <a:pt x="208026" y="60960"/>
                        <a:pt x="214789" y="56483"/>
                        <a:pt x="217551" y="49340"/>
                      </a:cubicBezTo>
                      <a:cubicBezTo>
                        <a:pt x="220980" y="40577"/>
                        <a:pt x="217075" y="30575"/>
                        <a:pt x="211550" y="22860"/>
                      </a:cubicBezTo>
                      <a:cubicBezTo>
                        <a:pt x="206026" y="15145"/>
                        <a:pt x="198977" y="8477"/>
                        <a:pt x="194977" y="0"/>
                      </a:cubicBezTo>
                      <a:cubicBezTo>
                        <a:pt x="213741" y="21050"/>
                        <a:pt x="236887" y="38100"/>
                        <a:pt x="262509" y="50006"/>
                      </a:cubicBezTo>
                      <a:cubicBezTo>
                        <a:pt x="286226" y="61055"/>
                        <a:pt x="303848" y="58483"/>
                        <a:pt x="329089" y="60103"/>
                      </a:cubicBezTo>
                      <a:close/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87" name="Forme libre : forme 9586">
                  <a:extLst>
                    <a:ext uri="{FF2B5EF4-FFF2-40B4-BE49-F238E27FC236}">
                      <a16:creationId xmlns:a16="http://schemas.microsoft.com/office/drawing/2014/main" id="{69FB4B17-50F3-4681-B26D-3378CCC0D780}"/>
                    </a:ext>
                  </a:extLst>
                </p:cNvPr>
                <p:cNvSpPr/>
                <p:nvPr/>
              </p:nvSpPr>
              <p:spPr>
                <a:xfrm>
                  <a:off x="6484385" y="1678495"/>
                  <a:ext cx="376189" cy="202128"/>
                </a:xfrm>
                <a:custGeom>
                  <a:avLst/>
                  <a:gdLst>
                    <a:gd name="connsiteX0" fmla="*/ 376190 w 376189"/>
                    <a:gd name="connsiteY0" fmla="*/ 0 h 202128"/>
                    <a:gd name="connsiteX1" fmla="*/ 63294 w 376189"/>
                    <a:gd name="connsiteY1" fmla="*/ 142208 h 202128"/>
                    <a:gd name="connsiteX2" fmla="*/ 5572 w 376189"/>
                    <a:gd name="connsiteY2" fmla="*/ 201549 h 202128"/>
                    <a:gd name="connsiteX3" fmla="*/ 102442 w 376189"/>
                    <a:gd name="connsiteY3" fmla="*/ 141256 h 202128"/>
                    <a:gd name="connsiteX4" fmla="*/ 231124 w 376189"/>
                    <a:gd name="connsiteY4" fmla="*/ 70485 h 202128"/>
                    <a:gd name="connsiteX5" fmla="*/ 376190 w 376189"/>
                    <a:gd name="connsiteY5" fmla="*/ 0 h 202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6189" h="202128">
                      <a:moveTo>
                        <a:pt x="376190" y="0"/>
                      </a:moveTo>
                      <a:cubicBezTo>
                        <a:pt x="271892" y="47434"/>
                        <a:pt x="167593" y="94679"/>
                        <a:pt x="63294" y="142208"/>
                      </a:cubicBezTo>
                      <a:cubicBezTo>
                        <a:pt x="51864" y="147447"/>
                        <a:pt x="-20335" y="191453"/>
                        <a:pt x="5572" y="201549"/>
                      </a:cubicBezTo>
                      <a:cubicBezTo>
                        <a:pt x="23384" y="208502"/>
                        <a:pt x="89012" y="150781"/>
                        <a:pt x="102442" y="141256"/>
                      </a:cubicBezTo>
                      <a:cubicBezTo>
                        <a:pt x="142447" y="112871"/>
                        <a:pt x="186738" y="91059"/>
                        <a:pt x="231124" y="70485"/>
                      </a:cubicBezTo>
                      <a:cubicBezTo>
                        <a:pt x="279892" y="48006"/>
                        <a:pt x="327517" y="22098"/>
                        <a:pt x="376190" y="0"/>
                      </a:cubicBezTo>
                      <a:close/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88" name="Forme libre : forme 9587">
                  <a:extLst>
                    <a:ext uri="{FF2B5EF4-FFF2-40B4-BE49-F238E27FC236}">
                      <a16:creationId xmlns:a16="http://schemas.microsoft.com/office/drawing/2014/main" id="{4E75C691-030F-4878-8438-84CA7ACF0B1A}"/>
                    </a:ext>
                  </a:extLst>
                </p:cNvPr>
                <p:cNvSpPr/>
                <p:nvPr/>
              </p:nvSpPr>
              <p:spPr>
                <a:xfrm>
                  <a:off x="6990211" y="1296924"/>
                  <a:ext cx="733615" cy="325850"/>
                </a:xfrm>
                <a:custGeom>
                  <a:avLst/>
                  <a:gdLst>
                    <a:gd name="connsiteX0" fmla="*/ 353187 w 733615"/>
                    <a:gd name="connsiteY0" fmla="*/ 102108 h 325850"/>
                    <a:gd name="connsiteX1" fmla="*/ 374523 w 733615"/>
                    <a:gd name="connsiteY1" fmla="*/ 112585 h 325850"/>
                    <a:gd name="connsiteX2" fmla="*/ 374428 w 733615"/>
                    <a:gd name="connsiteY2" fmla="*/ 141065 h 325850"/>
                    <a:gd name="connsiteX3" fmla="*/ 351949 w 733615"/>
                    <a:gd name="connsiteY3" fmla="*/ 161068 h 325850"/>
                    <a:gd name="connsiteX4" fmla="*/ 0 w 733615"/>
                    <a:gd name="connsiteY4" fmla="*/ 325850 h 325850"/>
                    <a:gd name="connsiteX5" fmla="*/ 357854 w 733615"/>
                    <a:gd name="connsiteY5" fmla="*/ 169735 h 325850"/>
                    <a:gd name="connsiteX6" fmla="*/ 405574 w 733615"/>
                    <a:gd name="connsiteY6" fmla="*/ 150876 h 325850"/>
                    <a:gd name="connsiteX7" fmla="*/ 668369 w 733615"/>
                    <a:gd name="connsiteY7" fmla="*/ 186023 h 325850"/>
                    <a:gd name="connsiteX8" fmla="*/ 486537 w 733615"/>
                    <a:gd name="connsiteY8" fmla="*/ 139065 h 325850"/>
                    <a:gd name="connsiteX9" fmla="*/ 479774 w 733615"/>
                    <a:gd name="connsiteY9" fmla="*/ 134969 h 325850"/>
                    <a:gd name="connsiteX10" fmla="*/ 487108 w 733615"/>
                    <a:gd name="connsiteY10" fmla="*/ 124111 h 325850"/>
                    <a:gd name="connsiteX11" fmla="*/ 733615 w 733615"/>
                    <a:gd name="connsiteY11" fmla="*/ 0 h 325850"/>
                    <a:gd name="connsiteX12" fmla="*/ 506730 w 733615"/>
                    <a:gd name="connsiteY12" fmla="*/ 99822 h 325850"/>
                    <a:gd name="connsiteX13" fmla="*/ 446055 w 733615"/>
                    <a:gd name="connsiteY13" fmla="*/ 121539 h 325850"/>
                    <a:gd name="connsiteX14" fmla="*/ 418052 w 733615"/>
                    <a:gd name="connsiteY14" fmla="*/ 116872 h 325850"/>
                    <a:gd name="connsiteX15" fmla="*/ 194310 w 733615"/>
                    <a:gd name="connsiteY15" fmla="*/ 61436 h 325850"/>
                    <a:gd name="connsiteX16" fmla="*/ 59912 w 733615"/>
                    <a:gd name="connsiteY16" fmla="*/ 34671 h 325850"/>
                    <a:gd name="connsiteX17" fmla="*/ 353187 w 733615"/>
                    <a:gd name="connsiteY17" fmla="*/ 102108 h 325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3615" h="325850">
                      <a:moveTo>
                        <a:pt x="353187" y="102108"/>
                      </a:moveTo>
                      <a:cubicBezTo>
                        <a:pt x="360997" y="104013"/>
                        <a:pt x="369379" y="106299"/>
                        <a:pt x="374523" y="112585"/>
                      </a:cubicBezTo>
                      <a:cubicBezTo>
                        <a:pt x="380905" y="120491"/>
                        <a:pt x="379762" y="132493"/>
                        <a:pt x="374428" y="141065"/>
                      </a:cubicBezTo>
                      <a:cubicBezTo>
                        <a:pt x="369094" y="149638"/>
                        <a:pt x="360426" y="155638"/>
                        <a:pt x="351949" y="161068"/>
                      </a:cubicBezTo>
                      <a:cubicBezTo>
                        <a:pt x="242506" y="230696"/>
                        <a:pt x="110585" y="258032"/>
                        <a:pt x="0" y="325850"/>
                      </a:cubicBezTo>
                      <a:cubicBezTo>
                        <a:pt x="119253" y="273844"/>
                        <a:pt x="238506" y="221742"/>
                        <a:pt x="357854" y="169735"/>
                      </a:cubicBezTo>
                      <a:cubicBezTo>
                        <a:pt x="373570" y="162877"/>
                        <a:pt x="389287" y="156019"/>
                        <a:pt x="405574" y="150876"/>
                      </a:cubicBezTo>
                      <a:cubicBezTo>
                        <a:pt x="491871" y="123634"/>
                        <a:pt x="553593" y="186214"/>
                        <a:pt x="668369" y="186023"/>
                      </a:cubicBezTo>
                      <a:cubicBezTo>
                        <a:pt x="607790" y="170402"/>
                        <a:pt x="547116" y="154686"/>
                        <a:pt x="486537" y="139065"/>
                      </a:cubicBezTo>
                      <a:cubicBezTo>
                        <a:pt x="483870" y="138398"/>
                        <a:pt x="480917" y="137446"/>
                        <a:pt x="479774" y="134969"/>
                      </a:cubicBezTo>
                      <a:cubicBezTo>
                        <a:pt x="477678" y="130588"/>
                        <a:pt x="482822" y="126301"/>
                        <a:pt x="487108" y="124111"/>
                      </a:cubicBezTo>
                      <a:cubicBezTo>
                        <a:pt x="569309" y="82772"/>
                        <a:pt x="651510" y="41434"/>
                        <a:pt x="733615" y="0"/>
                      </a:cubicBezTo>
                      <a:cubicBezTo>
                        <a:pt x="655129" y="26194"/>
                        <a:pt x="579025" y="59722"/>
                        <a:pt x="506730" y="99822"/>
                      </a:cubicBezTo>
                      <a:cubicBezTo>
                        <a:pt x="487680" y="110395"/>
                        <a:pt x="467773" y="121729"/>
                        <a:pt x="446055" y="121539"/>
                      </a:cubicBezTo>
                      <a:cubicBezTo>
                        <a:pt x="436626" y="121444"/>
                        <a:pt x="427291" y="119158"/>
                        <a:pt x="418052" y="116872"/>
                      </a:cubicBezTo>
                      <a:cubicBezTo>
                        <a:pt x="343471" y="98393"/>
                        <a:pt x="268891" y="79915"/>
                        <a:pt x="194310" y="61436"/>
                      </a:cubicBezTo>
                      <a:cubicBezTo>
                        <a:pt x="150114" y="50483"/>
                        <a:pt x="105346" y="38671"/>
                        <a:pt x="59912" y="34671"/>
                      </a:cubicBezTo>
                      <a:cubicBezTo>
                        <a:pt x="158019" y="55054"/>
                        <a:pt x="255746" y="78296"/>
                        <a:pt x="353187" y="102108"/>
                      </a:cubicBezTo>
                      <a:close/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89" name="Forme libre : forme 9588">
                  <a:extLst>
                    <a:ext uri="{FF2B5EF4-FFF2-40B4-BE49-F238E27FC236}">
                      <a16:creationId xmlns:a16="http://schemas.microsoft.com/office/drawing/2014/main" id="{0B952872-0489-49CF-AA14-078F306DC3B2}"/>
                    </a:ext>
                  </a:extLst>
                </p:cNvPr>
                <p:cNvSpPr/>
                <p:nvPr/>
              </p:nvSpPr>
              <p:spPr>
                <a:xfrm>
                  <a:off x="5276472" y="1447419"/>
                  <a:ext cx="575214" cy="227647"/>
                </a:xfrm>
                <a:custGeom>
                  <a:avLst/>
                  <a:gdLst>
                    <a:gd name="connsiteX0" fmla="*/ 575215 w 575214"/>
                    <a:gd name="connsiteY0" fmla="*/ 217837 h 227647"/>
                    <a:gd name="connsiteX1" fmla="*/ 343281 w 575214"/>
                    <a:gd name="connsiteY1" fmla="*/ 140779 h 227647"/>
                    <a:gd name="connsiteX2" fmla="*/ 297942 w 575214"/>
                    <a:gd name="connsiteY2" fmla="*/ 127159 h 227647"/>
                    <a:gd name="connsiteX3" fmla="*/ 242126 w 575214"/>
                    <a:gd name="connsiteY3" fmla="*/ 123920 h 227647"/>
                    <a:gd name="connsiteX4" fmla="*/ 206026 w 575214"/>
                    <a:gd name="connsiteY4" fmla="*/ 136779 h 227647"/>
                    <a:gd name="connsiteX5" fmla="*/ 0 w 575214"/>
                    <a:gd name="connsiteY5" fmla="*/ 227647 h 227647"/>
                    <a:gd name="connsiteX6" fmla="*/ 185357 w 575214"/>
                    <a:gd name="connsiteY6" fmla="*/ 134017 h 227647"/>
                    <a:gd name="connsiteX7" fmla="*/ 205359 w 575214"/>
                    <a:gd name="connsiteY7" fmla="*/ 122872 h 227647"/>
                    <a:gd name="connsiteX8" fmla="*/ 208979 w 575214"/>
                    <a:gd name="connsiteY8" fmla="*/ 101822 h 227647"/>
                    <a:gd name="connsiteX9" fmla="*/ 199740 w 575214"/>
                    <a:gd name="connsiteY9" fmla="*/ 94583 h 227647"/>
                    <a:gd name="connsiteX10" fmla="*/ 43339 w 575214"/>
                    <a:gd name="connsiteY10" fmla="*/ 36957 h 227647"/>
                    <a:gd name="connsiteX11" fmla="*/ 191738 w 575214"/>
                    <a:gd name="connsiteY11" fmla="*/ 84677 h 227647"/>
                    <a:gd name="connsiteX12" fmla="*/ 232315 w 575214"/>
                    <a:gd name="connsiteY12" fmla="*/ 101822 h 227647"/>
                    <a:gd name="connsiteX13" fmla="*/ 246984 w 575214"/>
                    <a:gd name="connsiteY13" fmla="*/ 110680 h 227647"/>
                    <a:gd name="connsiteX14" fmla="*/ 274701 w 575214"/>
                    <a:gd name="connsiteY14" fmla="*/ 103060 h 227647"/>
                    <a:gd name="connsiteX15" fmla="*/ 524637 w 575214"/>
                    <a:gd name="connsiteY15" fmla="*/ 0 h 227647"/>
                    <a:gd name="connsiteX16" fmla="*/ 275463 w 575214"/>
                    <a:gd name="connsiteY16" fmla="*/ 110299 h 227647"/>
                    <a:gd name="connsiteX17" fmla="*/ 269843 w 575214"/>
                    <a:gd name="connsiteY17" fmla="*/ 117253 h 227647"/>
                    <a:gd name="connsiteX18" fmla="*/ 278512 w 575214"/>
                    <a:gd name="connsiteY18" fmla="*/ 122492 h 227647"/>
                    <a:gd name="connsiteX19" fmla="*/ 342329 w 575214"/>
                    <a:gd name="connsiteY19" fmla="*/ 136493 h 227647"/>
                    <a:gd name="connsiteX20" fmla="*/ 399002 w 575214"/>
                    <a:gd name="connsiteY20" fmla="*/ 160972 h 227647"/>
                    <a:gd name="connsiteX21" fmla="*/ 493205 w 575214"/>
                    <a:gd name="connsiteY21" fmla="*/ 190119 h 227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75214" h="227647">
                      <a:moveTo>
                        <a:pt x="575215" y="217837"/>
                      </a:moveTo>
                      <a:cubicBezTo>
                        <a:pt x="497872" y="192119"/>
                        <a:pt x="420624" y="166402"/>
                        <a:pt x="343281" y="140779"/>
                      </a:cubicBezTo>
                      <a:cubicBezTo>
                        <a:pt x="328327" y="135826"/>
                        <a:pt x="313277" y="130778"/>
                        <a:pt x="297942" y="127159"/>
                      </a:cubicBezTo>
                      <a:cubicBezTo>
                        <a:pt x="279654" y="122777"/>
                        <a:pt x="260604" y="120396"/>
                        <a:pt x="242126" y="123920"/>
                      </a:cubicBezTo>
                      <a:cubicBezTo>
                        <a:pt x="229553" y="126397"/>
                        <a:pt x="217742" y="131540"/>
                        <a:pt x="206026" y="136779"/>
                      </a:cubicBezTo>
                      <a:cubicBezTo>
                        <a:pt x="137351" y="167068"/>
                        <a:pt x="68675" y="197358"/>
                        <a:pt x="0" y="227647"/>
                      </a:cubicBezTo>
                      <a:cubicBezTo>
                        <a:pt x="58388" y="190214"/>
                        <a:pt x="120587" y="158782"/>
                        <a:pt x="185357" y="134017"/>
                      </a:cubicBezTo>
                      <a:cubicBezTo>
                        <a:pt x="192596" y="131254"/>
                        <a:pt x="200025" y="128397"/>
                        <a:pt x="205359" y="122872"/>
                      </a:cubicBezTo>
                      <a:cubicBezTo>
                        <a:pt x="210694" y="117348"/>
                        <a:pt x="213265" y="108204"/>
                        <a:pt x="208979" y="101822"/>
                      </a:cubicBezTo>
                      <a:cubicBezTo>
                        <a:pt x="206788" y="98488"/>
                        <a:pt x="203168" y="96488"/>
                        <a:pt x="199740" y="94583"/>
                      </a:cubicBezTo>
                      <a:cubicBezTo>
                        <a:pt x="150876" y="67913"/>
                        <a:pt x="96870" y="52292"/>
                        <a:pt x="43339" y="36957"/>
                      </a:cubicBezTo>
                      <a:cubicBezTo>
                        <a:pt x="95727" y="35528"/>
                        <a:pt x="142304" y="67437"/>
                        <a:pt x="191738" y="84677"/>
                      </a:cubicBezTo>
                      <a:cubicBezTo>
                        <a:pt x="205645" y="89535"/>
                        <a:pt x="220219" y="93345"/>
                        <a:pt x="232315" y="101822"/>
                      </a:cubicBezTo>
                      <a:cubicBezTo>
                        <a:pt x="236982" y="105061"/>
                        <a:pt x="241459" y="109061"/>
                        <a:pt x="246984" y="110680"/>
                      </a:cubicBezTo>
                      <a:cubicBezTo>
                        <a:pt x="256509" y="113347"/>
                        <a:pt x="266224" y="108013"/>
                        <a:pt x="274701" y="103060"/>
                      </a:cubicBezTo>
                      <a:cubicBezTo>
                        <a:pt x="352806" y="57721"/>
                        <a:pt x="439103" y="28670"/>
                        <a:pt x="524637" y="0"/>
                      </a:cubicBezTo>
                      <a:cubicBezTo>
                        <a:pt x="438912" y="30385"/>
                        <a:pt x="355188" y="66580"/>
                        <a:pt x="275463" y="110299"/>
                      </a:cubicBezTo>
                      <a:cubicBezTo>
                        <a:pt x="272701" y="111823"/>
                        <a:pt x="269463" y="114109"/>
                        <a:pt x="269843" y="117253"/>
                      </a:cubicBezTo>
                      <a:cubicBezTo>
                        <a:pt x="270225" y="120872"/>
                        <a:pt x="274892" y="122110"/>
                        <a:pt x="278512" y="122492"/>
                      </a:cubicBezTo>
                      <a:cubicBezTo>
                        <a:pt x="300228" y="124968"/>
                        <a:pt x="321755" y="129159"/>
                        <a:pt x="342329" y="136493"/>
                      </a:cubicBezTo>
                      <a:cubicBezTo>
                        <a:pt x="361665" y="143446"/>
                        <a:pt x="379952" y="153067"/>
                        <a:pt x="399002" y="160972"/>
                      </a:cubicBezTo>
                      <a:cubicBezTo>
                        <a:pt x="429387" y="173641"/>
                        <a:pt x="461296" y="181927"/>
                        <a:pt x="493205" y="190119"/>
                      </a:cubicBezTo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90" name="Forme libre : forme 9589">
                  <a:extLst>
                    <a:ext uri="{FF2B5EF4-FFF2-40B4-BE49-F238E27FC236}">
                      <a16:creationId xmlns:a16="http://schemas.microsoft.com/office/drawing/2014/main" id="{9B2AAB26-26BD-44F9-B2D7-10CE00AA5980}"/>
                    </a:ext>
                  </a:extLst>
                </p:cNvPr>
                <p:cNvSpPr/>
                <p:nvPr/>
              </p:nvSpPr>
              <p:spPr>
                <a:xfrm>
                  <a:off x="4571528" y="1242059"/>
                  <a:ext cx="480535" cy="187928"/>
                </a:xfrm>
                <a:custGeom>
                  <a:avLst/>
                  <a:gdLst>
                    <a:gd name="connsiteX0" fmla="*/ 209359 w 480535"/>
                    <a:gd name="connsiteY0" fmla="*/ 52102 h 187928"/>
                    <a:gd name="connsiteX1" fmla="*/ 210216 w 480535"/>
                    <a:gd name="connsiteY1" fmla="*/ 70390 h 187928"/>
                    <a:gd name="connsiteX2" fmla="*/ 202978 w 480535"/>
                    <a:gd name="connsiteY2" fmla="*/ 85154 h 187928"/>
                    <a:gd name="connsiteX3" fmla="*/ 166116 w 480535"/>
                    <a:gd name="connsiteY3" fmla="*/ 110014 h 187928"/>
                    <a:gd name="connsiteX4" fmla="*/ 0 w 480535"/>
                    <a:gd name="connsiteY4" fmla="*/ 187928 h 187928"/>
                    <a:gd name="connsiteX5" fmla="*/ 216408 w 480535"/>
                    <a:gd name="connsiteY5" fmla="*/ 102775 h 187928"/>
                    <a:gd name="connsiteX6" fmla="*/ 247364 w 480535"/>
                    <a:gd name="connsiteY6" fmla="*/ 92012 h 187928"/>
                    <a:gd name="connsiteX7" fmla="*/ 284702 w 480535"/>
                    <a:gd name="connsiteY7" fmla="*/ 84868 h 187928"/>
                    <a:gd name="connsiteX8" fmla="*/ 480536 w 480535"/>
                    <a:gd name="connsiteY8" fmla="*/ 22003 h 187928"/>
                    <a:gd name="connsiteX9" fmla="*/ 350615 w 480535"/>
                    <a:gd name="connsiteY9" fmla="*/ 46101 h 187928"/>
                    <a:gd name="connsiteX10" fmla="*/ 323088 w 480535"/>
                    <a:gd name="connsiteY10" fmla="*/ 62389 h 187928"/>
                    <a:gd name="connsiteX11" fmla="*/ 272224 w 480535"/>
                    <a:gd name="connsiteY11" fmla="*/ 72485 h 187928"/>
                    <a:gd name="connsiteX12" fmla="*/ 238982 w 480535"/>
                    <a:gd name="connsiteY12" fmla="*/ 64961 h 187928"/>
                    <a:gd name="connsiteX13" fmla="*/ 232220 w 480535"/>
                    <a:gd name="connsiteY13" fmla="*/ 53340 h 187928"/>
                    <a:gd name="connsiteX14" fmla="*/ 165068 w 480535"/>
                    <a:gd name="connsiteY14" fmla="*/ 0 h 187928"/>
                    <a:gd name="connsiteX15" fmla="*/ 209359 w 480535"/>
                    <a:gd name="connsiteY15" fmla="*/ 52102 h 187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80535" h="187928">
                      <a:moveTo>
                        <a:pt x="209359" y="52102"/>
                      </a:moveTo>
                      <a:cubicBezTo>
                        <a:pt x="210693" y="58103"/>
                        <a:pt x="211455" y="64389"/>
                        <a:pt x="210216" y="70390"/>
                      </a:cubicBezTo>
                      <a:cubicBezTo>
                        <a:pt x="209073" y="75819"/>
                        <a:pt x="206407" y="80772"/>
                        <a:pt x="202978" y="85154"/>
                      </a:cubicBezTo>
                      <a:cubicBezTo>
                        <a:pt x="193738" y="96965"/>
                        <a:pt x="179641" y="103632"/>
                        <a:pt x="166116" y="110014"/>
                      </a:cubicBezTo>
                      <a:cubicBezTo>
                        <a:pt x="110776" y="136017"/>
                        <a:pt x="55340" y="161925"/>
                        <a:pt x="0" y="187928"/>
                      </a:cubicBezTo>
                      <a:cubicBezTo>
                        <a:pt x="72104" y="159544"/>
                        <a:pt x="144303" y="131159"/>
                        <a:pt x="216408" y="102775"/>
                      </a:cubicBezTo>
                      <a:cubicBezTo>
                        <a:pt x="226600" y="98774"/>
                        <a:pt x="236791" y="94774"/>
                        <a:pt x="247364" y="92012"/>
                      </a:cubicBezTo>
                      <a:cubicBezTo>
                        <a:pt x="259651" y="88868"/>
                        <a:pt x="272319" y="87440"/>
                        <a:pt x="284702" y="84868"/>
                      </a:cubicBezTo>
                      <a:cubicBezTo>
                        <a:pt x="352234" y="70771"/>
                        <a:pt x="411575" y="22098"/>
                        <a:pt x="480536" y="22003"/>
                      </a:cubicBezTo>
                      <a:cubicBezTo>
                        <a:pt x="435959" y="19526"/>
                        <a:pt x="389191" y="23432"/>
                        <a:pt x="350615" y="46101"/>
                      </a:cubicBezTo>
                      <a:cubicBezTo>
                        <a:pt x="341376" y="51530"/>
                        <a:pt x="332804" y="57912"/>
                        <a:pt x="323088" y="62389"/>
                      </a:cubicBezTo>
                      <a:cubicBezTo>
                        <a:pt x="307276" y="69628"/>
                        <a:pt x="289560" y="71057"/>
                        <a:pt x="272224" y="72485"/>
                      </a:cubicBezTo>
                      <a:cubicBezTo>
                        <a:pt x="260413" y="73438"/>
                        <a:pt x="246888" y="73724"/>
                        <a:pt x="238982" y="64961"/>
                      </a:cubicBezTo>
                      <a:cubicBezTo>
                        <a:pt x="235934" y="61627"/>
                        <a:pt x="234219" y="57341"/>
                        <a:pt x="232220" y="53340"/>
                      </a:cubicBezTo>
                      <a:cubicBezTo>
                        <a:pt x="218408" y="25908"/>
                        <a:pt x="192024" y="11716"/>
                        <a:pt x="165068" y="0"/>
                      </a:cubicBezTo>
                      <a:cubicBezTo>
                        <a:pt x="188119" y="7239"/>
                        <a:pt x="204025" y="28766"/>
                        <a:pt x="209359" y="52102"/>
                      </a:cubicBezTo>
                      <a:close/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91" name="Forme libre : forme 9590">
                  <a:extLst>
                    <a:ext uri="{FF2B5EF4-FFF2-40B4-BE49-F238E27FC236}">
                      <a16:creationId xmlns:a16="http://schemas.microsoft.com/office/drawing/2014/main" id="{9BA025CE-8C42-4292-AAF5-7A2FFCAC2BE8}"/>
                    </a:ext>
                  </a:extLst>
                </p:cNvPr>
                <p:cNvSpPr/>
                <p:nvPr/>
              </p:nvSpPr>
              <p:spPr>
                <a:xfrm>
                  <a:off x="6499959" y="1833086"/>
                  <a:ext cx="72104" cy="60769"/>
                </a:xfrm>
                <a:custGeom>
                  <a:avLst/>
                  <a:gdLst>
                    <a:gd name="connsiteX0" fmla="*/ 56483 w 72104"/>
                    <a:gd name="connsiteY0" fmla="*/ 0 h 60769"/>
                    <a:gd name="connsiteX1" fmla="*/ 47149 w 72104"/>
                    <a:gd name="connsiteY1" fmla="*/ 14288 h 60769"/>
                    <a:gd name="connsiteX2" fmla="*/ 46387 w 72104"/>
                    <a:gd name="connsiteY2" fmla="*/ 35909 h 60769"/>
                    <a:gd name="connsiteX3" fmla="*/ 52388 w 72104"/>
                    <a:gd name="connsiteY3" fmla="*/ 43910 h 60769"/>
                    <a:gd name="connsiteX4" fmla="*/ 72104 w 72104"/>
                    <a:gd name="connsiteY4" fmla="*/ 60770 h 60769"/>
                    <a:gd name="connsiteX5" fmla="*/ 47720 w 72104"/>
                    <a:gd name="connsiteY5" fmla="*/ 52578 h 60769"/>
                    <a:gd name="connsiteX6" fmla="*/ 40672 w 72104"/>
                    <a:gd name="connsiteY6" fmla="*/ 50483 h 60769"/>
                    <a:gd name="connsiteX7" fmla="*/ 29909 w 72104"/>
                    <a:gd name="connsiteY7" fmla="*/ 49149 h 60769"/>
                    <a:gd name="connsiteX8" fmla="*/ 0 w 72104"/>
                    <a:gd name="connsiteY8" fmla="*/ 46863 h 60769"/>
                    <a:gd name="connsiteX9" fmla="*/ 40767 w 72104"/>
                    <a:gd name="connsiteY9" fmla="*/ 7525 h 60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2104" h="60769">
                      <a:moveTo>
                        <a:pt x="56483" y="0"/>
                      </a:moveTo>
                      <a:cubicBezTo>
                        <a:pt x="50959" y="2000"/>
                        <a:pt x="48673" y="8573"/>
                        <a:pt x="47149" y="14288"/>
                      </a:cubicBezTo>
                      <a:cubicBezTo>
                        <a:pt x="45244" y="21431"/>
                        <a:pt x="43339" y="29146"/>
                        <a:pt x="46387" y="35909"/>
                      </a:cubicBezTo>
                      <a:cubicBezTo>
                        <a:pt x="47720" y="38957"/>
                        <a:pt x="50006" y="41529"/>
                        <a:pt x="52388" y="43910"/>
                      </a:cubicBezTo>
                      <a:cubicBezTo>
                        <a:pt x="58388" y="50102"/>
                        <a:pt x="65056" y="55817"/>
                        <a:pt x="72104" y="60770"/>
                      </a:cubicBezTo>
                      <a:cubicBezTo>
                        <a:pt x="64008" y="58007"/>
                        <a:pt x="55816" y="55245"/>
                        <a:pt x="47720" y="52578"/>
                      </a:cubicBezTo>
                      <a:cubicBezTo>
                        <a:pt x="45339" y="51816"/>
                        <a:pt x="43053" y="50959"/>
                        <a:pt x="40672" y="50483"/>
                      </a:cubicBezTo>
                      <a:cubicBezTo>
                        <a:pt x="37148" y="49721"/>
                        <a:pt x="33528" y="49435"/>
                        <a:pt x="29909" y="49149"/>
                      </a:cubicBezTo>
                      <a:cubicBezTo>
                        <a:pt x="19908" y="48387"/>
                        <a:pt x="10001" y="47625"/>
                        <a:pt x="0" y="46863"/>
                      </a:cubicBezTo>
                      <a:cubicBezTo>
                        <a:pt x="12382" y="32575"/>
                        <a:pt x="26004" y="19336"/>
                        <a:pt x="40767" y="7525"/>
                      </a:cubicBezTo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92" name="Forme libre : forme 9591">
                  <a:extLst>
                    <a:ext uri="{FF2B5EF4-FFF2-40B4-BE49-F238E27FC236}">
                      <a16:creationId xmlns:a16="http://schemas.microsoft.com/office/drawing/2014/main" id="{90A106FD-EF26-4DB1-BBBB-E163FE5EDC0A}"/>
                    </a:ext>
                  </a:extLst>
                </p:cNvPr>
                <p:cNvSpPr/>
                <p:nvPr/>
              </p:nvSpPr>
              <p:spPr>
                <a:xfrm>
                  <a:off x="1737962" y="1728263"/>
                  <a:ext cx="838141" cy="402130"/>
                </a:xfrm>
                <a:custGeom>
                  <a:avLst/>
                  <a:gdLst>
                    <a:gd name="connsiteX0" fmla="*/ 574712 w 838141"/>
                    <a:gd name="connsiteY0" fmla="*/ 10430 h 402130"/>
                    <a:gd name="connsiteX1" fmla="*/ 321442 w 838141"/>
                    <a:gd name="connsiteY1" fmla="*/ 115301 h 402130"/>
                    <a:gd name="connsiteX2" fmla="*/ 35026 w 838141"/>
                    <a:gd name="connsiteY2" fmla="*/ 251318 h 402130"/>
                    <a:gd name="connsiteX3" fmla="*/ 8927 w 838141"/>
                    <a:gd name="connsiteY3" fmla="*/ 267701 h 402130"/>
                    <a:gd name="connsiteX4" fmla="*/ 9499 w 838141"/>
                    <a:gd name="connsiteY4" fmla="*/ 323707 h 402130"/>
                    <a:gd name="connsiteX5" fmla="*/ 56743 w 838141"/>
                    <a:gd name="connsiteY5" fmla="*/ 359902 h 402130"/>
                    <a:gd name="connsiteX6" fmla="*/ 339064 w 838141"/>
                    <a:gd name="connsiteY6" fmla="*/ 368189 h 402130"/>
                    <a:gd name="connsiteX7" fmla="*/ 458317 w 838141"/>
                    <a:gd name="connsiteY7" fmla="*/ 249031 h 402130"/>
                    <a:gd name="connsiteX8" fmla="*/ 713872 w 838141"/>
                    <a:gd name="connsiteY8" fmla="*/ 153115 h 402130"/>
                    <a:gd name="connsiteX9" fmla="*/ 806646 w 838141"/>
                    <a:gd name="connsiteY9" fmla="*/ 34338 h 402130"/>
                    <a:gd name="connsiteX10" fmla="*/ 574712 w 838141"/>
                    <a:gd name="connsiteY10" fmla="*/ 10430 h 402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38141" h="402130">
                      <a:moveTo>
                        <a:pt x="574712" y="10430"/>
                      </a:moveTo>
                      <a:cubicBezTo>
                        <a:pt x="485177" y="29956"/>
                        <a:pt x="403167" y="73772"/>
                        <a:pt x="321442" y="115301"/>
                      </a:cubicBezTo>
                      <a:cubicBezTo>
                        <a:pt x="227240" y="163116"/>
                        <a:pt x="131704" y="208455"/>
                        <a:pt x="35026" y="251318"/>
                      </a:cubicBezTo>
                      <a:cubicBezTo>
                        <a:pt x="25596" y="255509"/>
                        <a:pt x="15785" y="259890"/>
                        <a:pt x="8927" y="267701"/>
                      </a:cubicBezTo>
                      <a:cubicBezTo>
                        <a:pt x="-4217" y="282845"/>
                        <a:pt x="-1836" y="307039"/>
                        <a:pt x="9499" y="323707"/>
                      </a:cubicBezTo>
                      <a:cubicBezTo>
                        <a:pt x="20738" y="340281"/>
                        <a:pt x="38836" y="350854"/>
                        <a:pt x="56743" y="359902"/>
                      </a:cubicBezTo>
                      <a:cubicBezTo>
                        <a:pt x="144944" y="404384"/>
                        <a:pt x="257149" y="423434"/>
                        <a:pt x="339064" y="368189"/>
                      </a:cubicBezTo>
                      <a:cubicBezTo>
                        <a:pt x="385736" y="336757"/>
                        <a:pt x="415740" y="285893"/>
                        <a:pt x="458317" y="249031"/>
                      </a:cubicBezTo>
                      <a:cubicBezTo>
                        <a:pt x="527944" y="188834"/>
                        <a:pt x="623671" y="171784"/>
                        <a:pt x="713872" y="153115"/>
                      </a:cubicBezTo>
                      <a:cubicBezTo>
                        <a:pt x="766260" y="142256"/>
                        <a:pt x="898181" y="93012"/>
                        <a:pt x="806646" y="34338"/>
                      </a:cubicBezTo>
                      <a:cubicBezTo>
                        <a:pt x="741781" y="-7381"/>
                        <a:pt x="647007" y="-5381"/>
                        <a:pt x="574712" y="10430"/>
                      </a:cubicBezTo>
                      <a:close/>
                    </a:path>
                  </a:pathLst>
                </a:custGeom>
                <a:solidFill>
                  <a:srgbClr val="F9D5C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93" name="Forme libre : forme 9592">
                  <a:extLst>
                    <a:ext uri="{FF2B5EF4-FFF2-40B4-BE49-F238E27FC236}">
                      <a16:creationId xmlns:a16="http://schemas.microsoft.com/office/drawing/2014/main" id="{E8288D2A-7B30-469C-A323-2D3CF66E95CE}"/>
                    </a:ext>
                  </a:extLst>
                </p:cNvPr>
                <p:cNvSpPr/>
                <p:nvPr/>
              </p:nvSpPr>
              <p:spPr>
                <a:xfrm>
                  <a:off x="2543101" y="1383410"/>
                  <a:ext cx="887902" cy="471889"/>
                </a:xfrm>
                <a:custGeom>
                  <a:avLst/>
                  <a:gdLst>
                    <a:gd name="connsiteX0" fmla="*/ 887903 w 887902"/>
                    <a:gd name="connsiteY0" fmla="*/ 86869 h 471889"/>
                    <a:gd name="connsiteX1" fmla="*/ 641777 w 887902"/>
                    <a:gd name="connsiteY1" fmla="*/ 6668 h 471889"/>
                    <a:gd name="connsiteX2" fmla="*/ 565386 w 887902"/>
                    <a:gd name="connsiteY2" fmla="*/ 477 h 471889"/>
                    <a:gd name="connsiteX3" fmla="*/ 465945 w 887902"/>
                    <a:gd name="connsiteY3" fmla="*/ 26956 h 471889"/>
                    <a:gd name="connsiteX4" fmla="*/ 283827 w 887902"/>
                    <a:gd name="connsiteY4" fmla="*/ 103061 h 471889"/>
                    <a:gd name="connsiteX5" fmla="*/ 70086 w 887902"/>
                    <a:gd name="connsiteY5" fmla="*/ 196025 h 471889"/>
                    <a:gd name="connsiteX6" fmla="*/ 554 w 887902"/>
                    <a:gd name="connsiteY6" fmla="*/ 259462 h 471889"/>
                    <a:gd name="connsiteX7" fmla="*/ 3411 w 887902"/>
                    <a:gd name="connsiteY7" fmla="*/ 280226 h 471889"/>
                    <a:gd name="connsiteX8" fmla="*/ 50179 w 887902"/>
                    <a:gd name="connsiteY8" fmla="*/ 297562 h 471889"/>
                    <a:gd name="connsiteX9" fmla="*/ 152954 w 887902"/>
                    <a:gd name="connsiteY9" fmla="*/ 348235 h 471889"/>
                    <a:gd name="connsiteX10" fmla="*/ 267158 w 887902"/>
                    <a:gd name="connsiteY10" fmla="*/ 396431 h 471889"/>
                    <a:gd name="connsiteX11" fmla="*/ 426035 w 887902"/>
                    <a:gd name="connsiteY11" fmla="*/ 450247 h 471889"/>
                    <a:gd name="connsiteX12" fmla="*/ 574435 w 887902"/>
                    <a:gd name="connsiteY12" fmla="*/ 466821 h 471889"/>
                    <a:gd name="connsiteX13" fmla="*/ 594914 w 887902"/>
                    <a:gd name="connsiteY13" fmla="*/ 456248 h 471889"/>
                    <a:gd name="connsiteX14" fmla="*/ 597295 w 887902"/>
                    <a:gd name="connsiteY14" fmla="*/ 434912 h 471889"/>
                    <a:gd name="connsiteX15" fmla="*/ 589770 w 887902"/>
                    <a:gd name="connsiteY15" fmla="*/ 429102 h 471889"/>
                    <a:gd name="connsiteX16" fmla="*/ 463373 w 887902"/>
                    <a:gd name="connsiteY16" fmla="*/ 386239 h 471889"/>
                    <a:gd name="connsiteX17" fmla="*/ 364218 w 887902"/>
                    <a:gd name="connsiteY17" fmla="*/ 303848 h 471889"/>
                    <a:gd name="connsiteX18" fmla="*/ 399270 w 887902"/>
                    <a:gd name="connsiteY18" fmla="*/ 186976 h 471889"/>
                    <a:gd name="connsiteX19" fmla="*/ 511475 w 887902"/>
                    <a:gd name="connsiteY19" fmla="*/ 126683 h 471889"/>
                    <a:gd name="connsiteX20" fmla="*/ 848755 w 887902"/>
                    <a:gd name="connsiteY20" fmla="*/ 85440 h 471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87902" h="471889">
                      <a:moveTo>
                        <a:pt x="887903" y="86869"/>
                      </a:moveTo>
                      <a:cubicBezTo>
                        <a:pt x="811131" y="46768"/>
                        <a:pt x="727121" y="21622"/>
                        <a:pt x="641777" y="6668"/>
                      </a:cubicBezTo>
                      <a:cubicBezTo>
                        <a:pt x="616536" y="2286"/>
                        <a:pt x="590913" y="-1333"/>
                        <a:pt x="565386" y="477"/>
                      </a:cubicBezTo>
                      <a:cubicBezTo>
                        <a:pt x="531001" y="2763"/>
                        <a:pt x="498044" y="14574"/>
                        <a:pt x="465945" y="26956"/>
                      </a:cubicBezTo>
                      <a:cubicBezTo>
                        <a:pt x="404509" y="50578"/>
                        <a:pt x="344215" y="76867"/>
                        <a:pt x="283827" y="103061"/>
                      </a:cubicBezTo>
                      <a:cubicBezTo>
                        <a:pt x="212580" y="134017"/>
                        <a:pt x="141333" y="165069"/>
                        <a:pt x="70086" y="196025"/>
                      </a:cubicBezTo>
                      <a:cubicBezTo>
                        <a:pt x="39987" y="209074"/>
                        <a:pt x="5888" y="227077"/>
                        <a:pt x="554" y="259462"/>
                      </a:cubicBezTo>
                      <a:cubicBezTo>
                        <a:pt x="-589" y="266510"/>
                        <a:pt x="-113" y="274035"/>
                        <a:pt x="3411" y="280226"/>
                      </a:cubicBezTo>
                      <a:cubicBezTo>
                        <a:pt x="12079" y="295180"/>
                        <a:pt x="33034" y="295180"/>
                        <a:pt x="50179" y="297562"/>
                      </a:cubicBezTo>
                      <a:cubicBezTo>
                        <a:pt x="88279" y="303086"/>
                        <a:pt x="119711" y="328899"/>
                        <a:pt x="152954" y="348235"/>
                      </a:cubicBezTo>
                      <a:cubicBezTo>
                        <a:pt x="188768" y="368999"/>
                        <a:pt x="228106" y="382810"/>
                        <a:pt x="267158" y="396431"/>
                      </a:cubicBezTo>
                      <a:cubicBezTo>
                        <a:pt x="319927" y="414910"/>
                        <a:pt x="372790" y="433293"/>
                        <a:pt x="426035" y="450247"/>
                      </a:cubicBezTo>
                      <a:cubicBezTo>
                        <a:pt x="474137" y="465583"/>
                        <a:pt x="525572" y="479775"/>
                        <a:pt x="574435" y="466821"/>
                      </a:cubicBezTo>
                      <a:cubicBezTo>
                        <a:pt x="581960" y="464820"/>
                        <a:pt x="589675" y="461963"/>
                        <a:pt x="594914" y="456248"/>
                      </a:cubicBezTo>
                      <a:cubicBezTo>
                        <a:pt x="600152" y="450438"/>
                        <a:pt x="602057" y="441008"/>
                        <a:pt x="597295" y="434912"/>
                      </a:cubicBezTo>
                      <a:cubicBezTo>
                        <a:pt x="595390" y="432436"/>
                        <a:pt x="592532" y="430721"/>
                        <a:pt x="589770" y="429102"/>
                      </a:cubicBezTo>
                      <a:cubicBezTo>
                        <a:pt x="551003" y="407099"/>
                        <a:pt x="505664" y="400432"/>
                        <a:pt x="463373" y="386239"/>
                      </a:cubicBezTo>
                      <a:cubicBezTo>
                        <a:pt x="421082" y="372047"/>
                        <a:pt x="378220" y="346139"/>
                        <a:pt x="364218" y="303848"/>
                      </a:cubicBezTo>
                      <a:cubicBezTo>
                        <a:pt x="350788" y="263176"/>
                        <a:pt x="368790" y="217075"/>
                        <a:pt x="399270" y="186976"/>
                      </a:cubicBezTo>
                      <a:cubicBezTo>
                        <a:pt x="429750" y="156877"/>
                        <a:pt x="470707" y="139923"/>
                        <a:pt x="511475" y="126683"/>
                      </a:cubicBezTo>
                      <a:cubicBezTo>
                        <a:pt x="619869" y="91536"/>
                        <a:pt x="735026" y="77439"/>
                        <a:pt x="848755" y="85440"/>
                      </a:cubicBezTo>
                    </a:path>
                  </a:pathLst>
                </a:custGeom>
                <a:solidFill>
                  <a:srgbClr val="F9D5C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94" name="Forme libre : forme 9593">
                  <a:extLst>
                    <a:ext uri="{FF2B5EF4-FFF2-40B4-BE49-F238E27FC236}">
                      <a16:creationId xmlns:a16="http://schemas.microsoft.com/office/drawing/2014/main" id="{BBBE4F99-4C05-4895-ADD1-E3BD8EA33683}"/>
                    </a:ext>
                  </a:extLst>
                </p:cNvPr>
                <p:cNvSpPr/>
                <p:nvPr/>
              </p:nvSpPr>
              <p:spPr>
                <a:xfrm>
                  <a:off x="2060995" y="1348234"/>
                  <a:ext cx="773683" cy="250102"/>
                </a:xfrm>
                <a:custGeom>
                  <a:avLst/>
                  <a:gdLst>
                    <a:gd name="connsiteX0" fmla="*/ 176241 w 773683"/>
                    <a:gd name="connsiteY0" fmla="*/ 210817 h 250102"/>
                    <a:gd name="connsiteX1" fmla="*/ 305400 w 773683"/>
                    <a:gd name="connsiteY1" fmla="*/ 248536 h 250102"/>
                    <a:gd name="connsiteX2" fmla="*/ 349406 w 773683"/>
                    <a:gd name="connsiteY2" fmla="*/ 233011 h 250102"/>
                    <a:gd name="connsiteX3" fmla="*/ 542192 w 773683"/>
                    <a:gd name="connsiteY3" fmla="*/ 147095 h 250102"/>
                    <a:gd name="connsiteX4" fmla="*/ 741455 w 773683"/>
                    <a:gd name="connsiteY4" fmla="*/ 55369 h 250102"/>
                    <a:gd name="connsiteX5" fmla="*/ 768029 w 773683"/>
                    <a:gd name="connsiteY5" fmla="*/ 36605 h 250102"/>
                    <a:gd name="connsiteX6" fmla="*/ 768696 w 773683"/>
                    <a:gd name="connsiteY6" fmla="*/ 6411 h 250102"/>
                    <a:gd name="connsiteX7" fmla="*/ 734692 w 773683"/>
                    <a:gd name="connsiteY7" fmla="*/ 2125 h 250102"/>
                    <a:gd name="connsiteX8" fmla="*/ 350930 w 773683"/>
                    <a:gd name="connsiteY8" fmla="*/ 87850 h 250102"/>
                    <a:gd name="connsiteX9" fmla="*/ 49463 w 773683"/>
                    <a:gd name="connsiteY9" fmla="*/ 108424 h 250102"/>
                    <a:gd name="connsiteX10" fmla="*/ 791 w 773683"/>
                    <a:gd name="connsiteY10" fmla="*/ 119568 h 250102"/>
                    <a:gd name="connsiteX11" fmla="*/ 38986 w 773683"/>
                    <a:gd name="connsiteY11" fmla="*/ 146047 h 250102"/>
                    <a:gd name="connsiteX12" fmla="*/ 176241 w 773683"/>
                    <a:gd name="connsiteY12" fmla="*/ 210817 h 250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73683" h="250102">
                      <a:moveTo>
                        <a:pt x="176241" y="210817"/>
                      </a:moveTo>
                      <a:cubicBezTo>
                        <a:pt x="216627" y="232344"/>
                        <a:pt x="260347" y="256537"/>
                        <a:pt x="305400" y="248536"/>
                      </a:cubicBezTo>
                      <a:cubicBezTo>
                        <a:pt x="320735" y="245774"/>
                        <a:pt x="335118" y="239392"/>
                        <a:pt x="349406" y="233011"/>
                      </a:cubicBezTo>
                      <a:cubicBezTo>
                        <a:pt x="413699" y="204340"/>
                        <a:pt x="477898" y="175670"/>
                        <a:pt x="542192" y="147095"/>
                      </a:cubicBezTo>
                      <a:cubicBezTo>
                        <a:pt x="608962" y="117282"/>
                        <a:pt x="675732" y="87564"/>
                        <a:pt x="741455" y="55369"/>
                      </a:cubicBezTo>
                      <a:cubicBezTo>
                        <a:pt x="751266" y="50607"/>
                        <a:pt x="761457" y="45368"/>
                        <a:pt x="768029" y="36605"/>
                      </a:cubicBezTo>
                      <a:cubicBezTo>
                        <a:pt x="774602" y="27842"/>
                        <a:pt x="776221" y="14412"/>
                        <a:pt x="768696" y="6411"/>
                      </a:cubicBezTo>
                      <a:cubicBezTo>
                        <a:pt x="760409" y="-2257"/>
                        <a:pt x="746312" y="-447"/>
                        <a:pt x="734692" y="2125"/>
                      </a:cubicBezTo>
                      <a:cubicBezTo>
                        <a:pt x="606676" y="30319"/>
                        <a:pt x="480089" y="65275"/>
                        <a:pt x="350930" y="87850"/>
                      </a:cubicBezTo>
                      <a:cubicBezTo>
                        <a:pt x="251584" y="105185"/>
                        <a:pt x="150333" y="115091"/>
                        <a:pt x="49463" y="108424"/>
                      </a:cubicBezTo>
                      <a:cubicBezTo>
                        <a:pt x="36605" y="107566"/>
                        <a:pt x="7172" y="101661"/>
                        <a:pt x="791" y="119568"/>
                      </a:cubicBezTo>
                      <a:cubicBezTo>
                        <a:pt x="-5401" y="136808"/>
                        <a:pt x="26413" y="140904"/>
                        <a:pt x="38986" y="146047"/>
                      </a:cubicBezTo>
                      <a:cubicBezTo>
                        <a:pt x="85658" y="165383"/>
                        <a:pt x="131569" y="187005"/>
                        <a:pt x="176241" y="210817"/>
                      </a:cubicBezTo>
                      <a:close/>
                    </a:path>
                  </a:pathLst>
                </a:custGeom>
                <a:solidFill>
                  <a:srgbClr val="F9D5C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95" name="Forme libre : forme 9594">
                  <a:extLst>
                    <a:ext uri="{FF2B5EF4-FFF2-40B4-BE49-F238E27FC236}">
                      <a16:creationId xmlns:a16="http://schemas.microsoft.com/office/drawing/2014/main" id="{8104C052-0942-4827-9A52-A5B638E7BE40}"/>
                    </a:ext>
                  </a:extLst>
                </p:cNvPr>
                <p:cNvSpPr/>
                <p:nvPr/>
              </p:nvSpPr>
              <p:spPr>
                <a:xfrm>
                  <a:off x="1785370" y="1550661"/>
                  <a:ext cx="450191" cy="340145"/>
                </a:xfrm>
                <a:custGeom>
                  <a:avLst/>
                  <a:gdLst>
                    <a:gd name="connsiteX0" fmla="*/ 416719 w 450191"/>
                    <a:gd name="connsiteY0" fmla="*/ 75446 h 340145"/>
                    <a:gd name="connsiteX1" fmla="*/ 449580 w 450191"/>
                    <a:gd name="connsiteY1" fmla="*/ 110022 h 340145"/>
                    <a:gd name="connsiteX2" fmla="*/ 449580 w 450191"/>
                    <a:gd name="connsiteY2" fmla="*/ 117070 h 340145"/>
                    <a:gd name="connsiteX3" fmla="*/ 443484 w 450191"/>
                    <a:gd name="connsiteY3" fmla="*/ 122309 h 340145"/>
                    <a:gd name="connsiteX4" fmla="*/ 226028 w 450191"/>
                    <a:gd name="connsiteY4" fmla="*/ 234419 h 340145"/>
                    <a:gd name="connsiteX5" fmla="*/ 0 w 450191"/>
                    <a:gd name="connsiteY5" fmla="*/ 340146 h 340145"/>
                    <a:gd name="connsiteX6" fmla="*/ 176213 w 450191"/>
                    <a:gd name="connsiteY6" fmla="*/ 205844 h 340145"/>
                    <a:gd name="connsiteX7" fmla="*/ 249650 w 450191"/>
                    <a:gd name="connsiteY7" fmla="*/ 76018 h 340145"/>
                    <a:gd name="connsiteX8" fmla="*/ 235458 w 450191"/>
                    <a:gd name="connsiteY8" fmla="*/ 13724 h 340145"/>
                    <a:gd name="connsiteX9" fmla="*/ 284512 w 450191"/>
                    <a:gd name="connsiteY9" fmla="*/ 9438 h 340145"/>
                    <a:gd name="connsiteX10" fmla="*/ 416719 w 450191"/>
                    <a:gd name="connsiteY10" fmla="*/ 75446 h 340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0191" h="340145">
                      <a:moveTo>
                        <a:pt x="416719" y="75446"/>
                      </a:moveTo>
                      <a:cubicBezTo>
                        <a:pt x="430625" y="83923"/>
                        <a:pt x="445294" y="94306"/>
                        <a:pt x="449580" y="110022"/>
                      </a:cubicBezTo>
                      <a:cubicBezTo>
                        <a:pt x="450247" y="112308"/>
                        <a:pt x="450533" y="114880"/>
                        <a:pt x="449580" y="117070"/>
                      </a:cubicBezTo>
                      <a:cubicBezTo>
                        <a:pt x="448437" y="119547"/>
                        <a:pt x="445960" y="121071"/>
                        <a:pt x="443484" y="122309"/>
                      </a:cubicBezTo>
                      <a:cubicBezTo>
                        <a:pt x="371856" y="161266"/>
                        <a:pt x="300133" y="200319"/>
                        <a:pt x="226028" y="234419"/>
                      </a:cubicBezTo>
                      <a:cubicBezTo>
                        <a:pt x="150495" y="269185"/>
                        <a:pt x="72390" y="298998"/>
                        <a:pt x="0" y="340146"/>
                      </a:cubicBezTo>
                      <a:cubicBezTo>
                        <a:pt x="63055" y="301474"/>
                        <a:pt x="122206" y="256421"/>
                        <a:pt x="176213" y="205844"/>
                      </a:cubicBezTo>
                      <a:cubicBezTo>
                        <a:pt x="213646" y="170791"/>
                        <a:pt x="250984" y="127262"/>
                        <a:pt x="249650" y="76018"/>
                      </a:cubicBezTo>
                      <a:cubicBezTo>
                        <a:pt x="249174" y="57444"/>
                        <a:pt x="231553" y="30393"/>
                        <a:pt x="235458" y="13724"/>
                      </a:cubicBezTo>
                      <a:cubicBezTo>
                        <a:pt x="241173" y="-10660"/>
                        <a:pt x="270320" y="3723"/>
                        <a:pt x="284512" y="9438"/>
                      </a:cubicBezTo>
                      <a:cubicBezTo>
                        <a:pt x="330517" y="27631"/>
                        <a:pt x="374714" y="49729"/>
                        <a:pt x="416719" y="75446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96" name="Forme libre : forme 9595">
                  <a:extLst>
                    <a:ext uri="{FF2B5EF4-FFF2-40B4-BE49-F238E27FC236}">
                      <a16:creationId xmlns:a16="http://schemas.microsoft.com/office/drawing/2014/main" id="{BC8B7013-A93C-4BB2-AF5E-CF17B3789311}"/>
                    </a:ext>
                  </a:extLst>
                </p:cNvPr>
                <p:cNvSpPr/>
                <p:nvPr/>
              </p:nvSpPr>
              <p:spPr>
                <a:xfrm>
                  <a:off x="1170279" y="2091651"/>
                  <a:ext cx="551316" cy="156956"/>
                </a:xfrm>
                <a:custGeom>
                  <a:avLst/>
                  <a:gdLst>
                    <a:gd name="connsiteX0" fmla="*/ 551083 w 551316"/>
                    <a:gd name="connsiteY0" fmla="*/ 51569 h 156956"/>
                    <a:gd name="connsiteX1" fmla="*/ 506506 w 551316"/>
                    <a:gd name="connsiteY1" fmla="*/ 38900 h 156956"/>
                    <a:gd name="connsiteX2" fmla="*/ 466501 w 551316"/>
                    <a:gd name="connsiteY2" fmla="*/ 25565 h 156956"/>
                    <a:gd name="connsiteX3" fmla="*/ 390015 w 551316"/>
                    <a:gd name="connsiteY3" fmla="*/ 6420 h 156956"/>
                    <a:gd name="connsiteX4" fmla="*/ 323721 w 551316"/>
                    <a:gd name="connsiteY4" fmla="*/ 800 h 156956"/>
                    <a:gd name="connsiteX5" fmla="*/ 273334 w 551316"/>
                    <a:gd name="connsiteY5" fmla="*/ 15183 h 156956"/>
                    <a:gd name="connsiteX6" fmla="*/ 63879 w 551316"/>
                    <a:gd name="connsiteY6" fmla="*/ 99003 h 156956"/>
                    <a:gd name="connsiteX7" fmla="*/ 4633 w 551316"/>
                    <a:gd name="connsiteY7" fmla="*/ 137198 h 156956"/>
                    <a:gd name="connsiteX8" fmla="*/ 1395 w 551316"/>
                    <a:gd name="connsiteY8" fmla="*/ 153010 h 156956"/>
                    <a:gd name="connsiteX9" fmla="*/ 16540 w 551316"/>
                    <a:gd name="connsiteY9" fmla="*/ 156534 h 156956"/>
                    <a:gd name="connsiteX10" fmla="*/ 117886 w 551316"/>
                    <a:gd name="connsiteY10" fmla="*/ 134817 h 156956"/>
                    <a:gd name="connsiteX11" fmla="*/ 447832 w 551316"/>
                    <a:gd name="connsiteY11" fmla="*/ 87383 h 156956"/>
                    <a:gd name="connsiteX12" fmla="*/ 551083 w 551316"/>
                    <a:gd name="connsiteY12" fmla="*/ 51569 h 15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1316" h="156956">
                      <a:moveTo>
                        <a:pt x="551083" y="51569"/>
                      </a:moveTo>
                      <a:cubicBezTo>
                        <a:pt x="541367" y="38996"/>
                        <a:pt x="522317" y="41186"/>
                        <a:pt x="506506" y="38900"/>
                      </a:cubicBezTo>
                      <a:cubicBezTo>
                        <a:pt x="492599" y="36900"/>
                        <a:pt x="479740" y="30614"/>
                        <a:pt x="466501" y="25565"/>
                      </a:cubicBezTo>
                      <a:cubicBezTo>
                        <a:pt x="441926" y="16231"/>
                        <a:pt x="415923" y="11278"/>
                        <a:pt x="390015" y="6420"/>
                      </a:cubicBezTo>
                      <a:cubicBezTo>
                        <a:pt x="368107" y="2324"/>
                        <a:pt x="345819" y="-1771"/>
                        <a:pt x="323721" y="800"/>
                      </a:cubicBezTo>
                      <a:cubicBezTo>
                        <a:pt x="306290" y="2896"/>
                        <a:pt x="289717" y="8992"/>
                        <a:pt x="273334" y="15183"/>
                      </a:cubicBezTo>
                      <a:cubicBezTo>
                        <a:pt x="202944" y="41758"/>
                        <a:pt x="133126" y="69666"/>
                        <a:pt x="63879" y="99003"/>
                      </a:cubicBezTo>
                      <a:cubicBezTo>
                        <a:pt x="41971" y="108243"/>
                        <a:pt x="19207" y="118434"/>
                        <a:pt x="4633" y="137198"/>
                      </a:cubicBezTo>
                      <a:cubicBezTo>
                        <a:pt x="1109" y="141770"/>
                        <a:pt x="-1844" y="148248"/>
                        <a:pt x="1395" y="153010"/>
                      </a:cubicBezTo>
                      <a:cubicBezTo>
                        <a:pt x="4538" y="157487"/>
                        <a:pt x="11110" y="157296"/>
                        <a:pt x="16540" y="156534"/>
                      </a:cubicBezTo>
                      <a:cubicBezTo>
                        <a:pt x="50734" y="151677"/>
                        <a:pt x="84262" y="142914"/>
                        <a:pt x="117886" y="134817"/>
                      </a:cubicBezTo>
                      <a:cubicBezTo>
                        <a:pt x="226090" y="108814"/>
                        <a:pt x="336484" y="90240"/>
                        <a:pt x="447832" y="87383"/>
                      </a:cubicBezTo>
                      <a:cubicBezTo>
                        <a:pt x="486598" y="86335"/>
                        <a:pt x="555845" y="79858"/>
                        <a:pt x="551083" y="51569"/>
                      </a:cubicBezTo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97" name="Forme libre : forme 9596">
                  <a:extLst>
                    <a:ext uri="{FF2B5EF4-FFF2-40B4-BE49-F238E27FC236}">
                      <a16:creationId xmlns:a16="http://schemas.microsoft.com/office/drawing/2014/main" id="{7DEDD0BE-BFED-453E-B0F1-13DB0C56DB19}"/>
                    </a:ext>
                  </a:extLst>
                </p:cNvPr>
                <p:cNvSpPr/>
                <p:nvPr/>
              </p:nvSpPr>
              <p:spPr>
                <a:xfrm>
                  <a:off x="972254" y="1872085"/>
                  <a:ext cx="401217" cy="339226"/>
                </a:xfrm>
                <a:custGeom>
                  <a:avLst/>
                  <a:gdLst>
                    <a:gd name="connsiteX0" fmla="*/ 268190 w 401217"/>
                    <a:gd name="connsiteY0" fmla="*/ 57204 h 339226"/>
                    <a:gd name="connsiteX1" fmla="*/ 394587 w 401217"/>
                    <a:gd name="connsiteY1" fmla="*/ 146739 h 339226"/>
                    <a:gd name="connsiteX2" fmla="*/ 398873 w 401217"/>
                    <a:gd name="connsiteY2" fmla="*/ 171504 h 339226"/>
                    <a:gd name="connsiteX3" fmla="*/ 389729 w 401217"/>
                    <a:gd name="connsiteY3" fmla="*/ 177981 h 339226"/>
                    <a:gd name="connsiteX4" fmla="*/ 123506 w 401217"/>
                    <a:gd name="connsiteY4" fmla="*/ 306949 h 339226"/>
                    <a:gd name="connsiteX5" fmla="*/ 25112 w 401217"/>
                    <a:gd name="connsiteY5" fmla="*/ 339144 h 339226"/>
                    <a:gd name="connsiteX6" fmla="*/ 3872 w 401217"/>
                    <a:gd name="connsiteY6" fmla="*/ 333048 h 339226"/>
                    <a:gd name="connsiteX7" fmla="*/ 3491 w 401217"/>
                    <a:gd name="connsiteY7" fmla="*/ 309997 h 339226"/>
                    <a:gd name="connsiteX8" fmla="*/ 21493 w 401217"/>
                    <a:gd name="connsiteY8" fmla="*/ 293328 h 339226"/>
                    <a:gd name="connsiteX9" fmla="*/ 110266 w 401217"/>
                    <a:gd name="connsiteY9" fmla="*/ 205603 h 339226"/>
                    <a:gd name="connsiteX10" fmla="*/ 130268 w 401217"/>
                    <a:gd name="connsiteY10" fmla="*/ 126927 h 339226"/>
                    <a:gd name="connsiteX11" fmla="*/ 93788 w 401217"/>
                    <a:gd name="connsiteY11" fmla="*/ 35391 h 339226"/>
                    <a:gd name="connsiteX12" fmla="*/ 109409 w 401217"/>
                    <a:gd name="connsiteY12" fmla="*/ 54 h 339226"/>
                    <a:gd name="connsiteX13" fmla="*/ 147413 w 401217"/>
                    <a:gd name="connsiteY13" fmla="*/ 19294 h 339226"/>
                    <a:gd name="connsiteX14" fmla="*/ 268190 w 401217"/>
                    <a:gd name="connsiteY14" fmla="*/ 57204 h 339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1217" h="339226">
                      <a:moveTo>
                        <a:pt x="268190" y="57204"/>
                      </a:moveTo>
                      <a:cubicBezTo>
                        <a:pt x="317244" y="75873"/>
                        <a:pt x="364869" y="103495"/>
                        <a:pt x="394587" y="146739"/>
                      </a:cubicBezTo>
                      <a:cubicBezTo>
                        <a:pt x="399635" y="154168"/>
                        <a:pt x="404112" y="164265"/>
                        <a:pt x="398873" y="171504"/>
                      </a:cubicBezTo>
                      <a:cubicBezTo>
                        <a:pt x="396683" y="174552"/>
                        <a:pt x="393063" y="176361"/>
                        <a:pt x="389729" y="177981"/>
                      </a:cubicBezTo>
                      <a:cubicBezTo>
                        <a:pt x="300956" y="220939"/>
                        <a:pt x="212183" y="263991"/>
                        <a:pt x="123506" y="306949"/>
                      </a:cubicBezTo>
                      <a:cubicBezTo>
                        <a:pt x="92264" y="322094"/>
                        <a:pt x="59879" y="337524"/>
                        <a:pt x="25112" y="339144"/>
                      </a:cubicBezTo>
                      <a:cubicBezTo>
                        <a:pt x="17492" y="339525"/>
                        <a:pt x="8920" y="338763"/>
                        <a:pt x="3872" y="333048"/>
                      </a:cubicBezTo>
                      <a:cubicBezTo>
                        <a:pt x="-1653" y="326952"/>
                        <a:pt x="-796" y="317046"/>
                        <a:pt x="3491" y="309997"/>
                      </a:cubicBezTo>
                      <a:cubicBezTo>
                        <a:pt x="7777" y="302949"/>
                        <a:pt x="14825" y="298091"/>
                        <a:pt x="21493" y="293328"/>
                      </a:cubicBezTo>
                      <a:cubicBezTo>
                        <a:pt x="55688" y="269135"/>
                        <a:pt x="88454" y="241322"/>
                        <a:pt x="110266" y="205603"/>
                      </a:cubicBezTo>
                      <a:cubicBezTo>
                        <a:pt x="124649" y="182076"/>
                        <a:pt x="133983" y="154264"/>
                        <a:pt x="130268" y="126927"/>
                      </a:cubicBezTo>
                      <a:cubicBezTo>
                        <a:pt x="125887" y="94256"/>
                        <a:pt x="103789" y="66824"/>
                        <a:pt x="93788" y="35391"/>
                      </a:cubicBezTo>
                      <a:cubicBezTo>
                        <a:pt x="89692" y="22533"/>
                        <a:pt x="89406" y="-1280"/>
                        <a:pt x="109409" y="54"/>
                      </a:cubicBezTo>
                      <a:cubicBezTo>
                        <a:pt x="120267" y="816"/>
                        <a:pt x="135888" y="15579"/>
                        <a:pt x="147413" y="19294"/>
                      </a:cubicBezTo>
                      <a:cubicBezTo>
                        <a:pt x="187514" y="32248"/>
                        <a:pt x="228662" y="42154"/>
                        <a:pt x="268190" y="57204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98" name="Forme libre : forme 9597">
                  <a:extLst>
                    <a:ext uri="{FF2B5EF4-FFF2-40B4-BE49-F238E27FC236}">
                      <a16:creationId xmlns:a16="http://schemas.microsoft.com/office/drawing/2014/main" id="{189E7913-A684-4F55-BBC9-B42382D6E2A0}"/>
                    </a:ext>
                  </a:extLst>
                </p:cNvPr>
                <p:cNvSpPr/>
                <p:nvPr/>
              </p:nvSpPr>
              <p:spPr>
                <a:xfrm>
                  <a:off x="2791972" y="1878329"/>
                  <a:ext cx="309302" cy="305562"/>
                </a:xfrm>
                <a:custGeom>
                  <a:avLst/>
                  <a:gdLst>
                    <a:gd name="connsiteX0" fmla="*/ 208026 w 309302"/>
                    <a:gd name="connsiteY0" fmla="*/ 62579 h 305562"/>
                    <a:gd name="connsiteX1" fmla="*/ 297561 w 309302"/>
                    <a:gd name="connsiteY1" fmla="*/ 114014 h 305562"/>
                    <a:gd name="connsiteX2" fmla="*/ 308991 w 309302"/>
                    <a:gd name="connsiteY2" fmla="*/ 140113 h 305562"/>
                    <a:gd name="connsiteX3" fmla="*/ 295846 w 309302"/>
                    <a:gd name="connsiteY3" fmla="*/ 158210 h 305562"/>
                    <a:gd name="connsiteX4" fmla="*/ 0 w 309302"/>
                    <a:gd name="connsiteY4" fmla="*/ 305562 h 305562"/>
                    <a:gd name="connsiteX5" fmla="*/ 112586 w 309302"/>
                    <a:gd name="connsiteY5" fmla="*/ 226695 h 305562"/>
                    <a:gd name="connsiteX6" fmla="*/ 177641 w 309302"/>
                    <a:gd name="connsiteY6" fmla="*/ 158020 h 305562"/>
                    <a:gd name="connsiteX7" fmla="*/ 128778 w 309302"/>
                    <a:gd name="connsiteY7" fmla="*/ 67532 h 305562"/>
                    <a:gd name="connsiteX8" fmla="*/ 50959 w 309302"/>
                    <a:gd name="connsiteY8" fmla="*/ 0 h 305562"/>
                    <a:gd name="connsiteX9" fmla="*/ 208026 w 309302"/>
                    <a:gd name="connsiteY9" fmla="*/ 62579 h 305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9302" h="305562">
                      <a:moveTo>
                        <a:pt x="208026" y="62579"/>
                      </a:moveTo>
                      <a:cubicBezTo>
                        <a:pt x="240221" y="75533"/>
                        <a:pt x="273367" y="89059"/>
                        <a:pt x="297561" y="114014"/>
                      </a:cubicBezTo>
                      <a:cubicBezTo>
                        <a:pt x="304419" y="121158"/>
                        <a:pt x="310801" y="130397"/>
                        <a:pt x="308991" y="140113"/>
                      </a:cubicBezTo>
                      <a:cubicBezTo>
                        <a:pt x="307562" y="147542"/>
                        <a:pt x="301657" y="153257"/>
                        <a:pt x="295846" y="158210"/>
                      </a:cubicBezTo>
                      <a:cubicBezTo>
                        <a:pt x="211931" y="230696"/>
                        <a:pt x="104584" y="268891"/>
                        <a:pt x="0" y="305562"/>
                      </a:cubicBezTo>
                      <a:cubicBezTo>
                        <a:pt x="35719" y="276796"/>
                        <a:pt x="73342" y="250508"/>
                        <a:pt x="112586" y="226695"/>
                      </a:cubicBezTo>
                      <a:cubicBezTo>
                        <a:pt x="140494" y="209836"/>
                        <a:pt x="172117" y="190214"/>
                        <a:pt x="177641" y="158020"/>
                      </a:cubicBezTo>
                      <a:cubicBezTo>
                        <a:pt x="183737" y="122682"/>
                        <a:pt x="155067" y="91916"/>
                        <a:pt x="128778" y="67532"/>
                      </a:cubicBezTo>
                      <a:cubicBezTo>
                        <a:pt x="113538" y="53340"/>
                        <a:pt x="52292" y="17621"/>
                        <a:pt x="50959" y="0"/>
                      </a:cubicBezTo>
                      <a:cubicBezTo>
                        <a:pt x="104108" y="16859"/>
                        <a:pt x="156115" y="41720"/>
                        <a:pt x="208026" y="62579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99" name="Forme libre : forme 9598">
                  <a:extLst>
                    <a:ext uri="{FF2B5EF4-FFF2-40B4-BE49-F238E27FC236}">
                      <a16:creationId xmlns:a16="http://schemas.microsoft.com/office/drawing/2014/main" id="{78697F66-4AA2-4795-BE89-0B183C204E48}"/>
                    </a:ext>
                  </a:extLst>
                </p:cNvPr>
                <p:cNvSpPr/>
                <p:nvPr/>
              </p:nvSpPr>
              <p:spPr>
                <a:xfrm>
                  <a:off x="2932368" y="2048091"/>
                  <a:ext cx="572038" cy="177349"/>
                </a:xfrm>
                <a:custGeom>
                  <a:avLst/>
                  <a:gdLst>
                    <a:gd name="connsiteX0" fmla="*/ 418054 w 572038"/>
                    <a:gd name="connsiteY0" fmla="*/ 41979 h 177349"/>
                    <a:gd name="connsiteX1" fmla="*/ 222601 w 572038"/>
                    <a:gd name="connsiteY1" fmla="*/ 6261 h 177349"/>
                    <a:gd name="connsiteX2" fmla="*/ 152021 w 572038"/>
                    <a:gd name="connsiteY2" fmla="*/ 41694 h 177349"/>
                    <a:gd name="connsiteX3" fmla="*/ 56485 w 572038"/>
                    <a:gd name="connsiteY3" fmla="*/ 100939 h 177349"/>
                    <a:gd name="connsiteX4" fmla="*/ 7622 w 572038"/>
                    <a:gd name="connsiteY4" fmla="*/ 139420 h 177349"/>
                    <a:gd name="connsiteX5" fmla="*/ 2 w 572038"/>
                    <a:gd name="connsiteY5" fmla="*/ 156756 h 177349"/>
                    <a:gd name="connsiteX6" fmla="*/ 18290 w 572038"/>
                    <a:gd name="connsiteY6" fmla="*/ 176472 h 177349"/>
                    <a:gd name="connsiteX7" fmla="*/ 46960 w 572038"/>
                    <a:gd name="connsiteY7" fmla="*/ 173710 h 177349"/>
                    <a:gd name="connsiteX8" fmla="*/ 222792 w 572038"/>
                    <a:gd name="connsiteY8" fmla="*/ 105702 h 177349"/>
                    <a:gd name="connsiteX9" fmla="*/ 546165 w 572038"/>
                    <a:gd name="connsiteY9" fmla="*/ 124942 h 177349"/>
                    <a:gd name="connsiteX10" fmla="*/ 566073 w 572038"/>
                    <a:gd name="connsiteY10" fmla="*/ 123894 h 177349"/>
                    <a:gd name="connsiteX11" fmla="*/ 512828 w 572038"/>
                    <a:gd name="connsiteY11" fmla="*/ 83223 h 177349"/>
                    <a:gd name="connsiteX12" fmla="*/ 418054 w 572038"/>
                    <a:gd name="connsiteY12" fmla="*/ 41979 h 177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72038" h="177349">
                      <a:moveTo>
                        <a:pt x="418054" y="41979"/>
                      </a:moveTo>
                      <a:cubicBezTo>
                        <a:pt x="356046" y="14928"/>
                        <a:pt x="287562" y="-12694"/>
                        <a:pt x="222601" y="6261"/>
                      </a:cubicBezTo>
                      <a:cubicBezTo>
                        <a:pt x="197265" y="13690"/>
                        <a:pt x="174500" y="27692"/>
                        <a:pt x="152021" y="41694"/>
                      </a:cubicBezTo>
                      <a:cubicBezTo>
                        <a:pt x="120207" y="61410"/>
                        <a:pt x="88298" y="81222"/>
                        <a:pt x="56485" y="100939"/>
                      </a:cubicBezTo>
                      <a:cubicBezTo>
                        <a:pt x="38769" y="111893"/>
                        <a:pt x="20671" y="123228"/>
                        <a:pt x="7622" y="139420"/>
                      </a:cubicBezTo>
                      <a:cubicBezTo>
                        <a:pt x="3526" y="144468"/>
                        <a:pt x="-94" y="150279"/>
                        <a:pt x="2" y="156756"/>
                      </a:cubicBezTo>
                      <a:cubicBezTo>
                        <a:pt x="97" y="166471"/>
                        <a:pt x="8860" y="174377"/>
                        <a:pt x="18290" y="176472"/>
                      </a:cubicBezTo>
                      <a:cubicBezTo>
                        <a:pt x="27720" y="178663"/>
                        <a:pt x="37626" y="176377"/>
                        <a:pt x="46960" y="173710"/>
                      </a:cubicBezTo>
                      <a:cubicBezTo>
                        <a:pt x="107444" y="156375"/>
                        <a:pt x="162022" y="121894"/>
                        <a:pt x="222792" y="105702"/>
                      </a:cubicBezTo>
                      <a:cubicBezTo>
                        <a:pt x="328043" y="77698"/>
                        <a:pt x="438723" y="107226"/>
                        <a:pt x="546165" y="124942"/>
                      </a:cubicBezTo>
                      <a:cubicBezTo>
                        <a:pt x="552833" y="126085"/>
                        <a:pt x="560167" y="127038"/>
                        <a:pt x="566073" y="123894"/>
                      </a:cubicBezTo>
                      <a:cubicBezTo>
                        <a:pt x="592743" y="109702"/>
                        <a:pt x="521877" y="87128"/>
                        <a:pt x="512828" y="83223"/>
                      </a:cubicBezTo>
                      <a:cubicBezTo>
                        <a:pt x="481205" y="69507"/>
                        <a:pt x="449677" y="55791"/>
                        <a:pt x="418054" y="41979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00" name="Forme libre : forme 9599">
                  <a:extLst>
                    <a:ext uri="{FF2B5EF4-FFF2-40B4-BE49-F238E27FC236}">
                      <a16:creationId xmlns:a16="http://schemas.microsoft.com/office/drawing/2014/main" id="{D23279BE-6022-4D29-97C9-162815278014}"/>
                    </a:ext>
                  </a:extLst>
                </p:cNvPr>
                <p:cNvSpPr/>
                <p:nvPr/>
              </p:nvSpPr>
              <p:spPr>
                <a:xfrm>
                  <a:off x="3307100" y="1814321"/>
                  <a:ext cx="392243" cy="318232"/>
                </a:xfrm>
                <a:custGeom>
                  <a:avLst/>
                  <a:gdLst>
                    <a:gd name="connsiteX0" fmla="*/ 351837 w 392243"/>
                    <a:gd name="connsiteY0" fmla="*/ 16288 h 318232"/>
                    <a:gd name="connsiteX1" fmla="*/ 24177 w 392243"/>
                    <a:gd name="connsiteY1" fmla="*/ 170688 h 318232"/>
                    <a:gd name="connsiteX2" fmla="*/ 79 w 392243"/>
                    <a:gd name="connsiteY2" fmla="*/ 200216 h 318232"/>
                    <a:gd name="connsiteX3" fmla="*/ 25701 w 392243"/>
                    <a:gd name="connsiteY3" fmla="*/ 224885 h 318232"/>
                    <a:gd name="connsiteX4" fmla="*/ 270399 w 392243"/>
                    <a:gd name="connsiteY4" fmla="*/ 313182 h 318232"/>
                    <a:gd name="connsiteX5" fmla="*/ 309546 w 392243"/>
                    <a:gd name="connsiteY5" fmla="*/ 316421 h 318232"/>
                    <a:gd name="connsiteX6" fmla="*/ 325929 w 392243"/>
                    <a:gd name="connsiteY6" fmla="*/ 285560 h 318232"/>
                    <a:gd name="connsiteX7" fmla="*/ 311737 w 392243"/>
                    <a:gd name="connsiteY7" fmla="*/ 273463 h 318232"/>
                    <a:gd name="connsiteX8" fmla="*/ 266589 w 392243"/>
                    <a:gd name="connsiteY8" fmla="*/ 252603 h 318232"/>
                    <a:gd name="connsiteX9" fmla="*/ 201057 w 392243"/>
                    <a:gd name="connsiteY9" fmla="*/ 198977 h 318232"/>
                    <a:gd name="connsiteX10" fmla="*/ 232013 w 392243"/>
                    <a:gd name="connsiteY10" fmla="*/ 144399 h 318232"/>
                    <a:gd name="connsiteX11" fmla="*/ 320405 w 392243"/>
                    <a:gd name="connsiteY11" fmla="*/ 67342 h 318232"/>
                    <a:gd name="connsiteX12" fmla="*/ 392223 w 392243"/>
                    <a:gd name="connsiteY12" fmla="*/ 0 h 318232"/>
                    <a:gd name="connsiteX13" fmla="*/ 351837 w 392243"/>
                    <a:gd name="connsiteY13" fmla="*/ 16288 h 31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92243" h="318232">
                      <a:moveTo>
                        <a:pt x="351837" y="16288"/>
                      </a:moveTo>
                      <a:cubicBezTo>
                        <a:pt x="241062" y="64389"/>
                        <a:pt x="130095" y="112586"/>
                        <a:pt x="24177" y="170688"/>
                      </a:cubicBezTo>
                      <a:cubicBezTo>
                        <a:pt x="12366" y="177165"/>
                        <a:pt x="-1159" y="186785"/>
                        <a:pt x="79" y="200216"/>
                      </a:cubicBezTo>
                      <a:cubicBezTo>
                        <a:pt x="1222" y="212693"/>
                        <a:pt x="14271" y="219932"/>
                        <a:pt x="25701" y="224885"/>
                      </a:cubicBezTo>
                      <a:cubicBezTo>
                        <a:pt x="105330" y="259461"/>
                        <a:pt x="187055" y="288989"/>
                        <a:pt x="270399" y="313182"/>
                      </a:cubicBezTo>
                      <a:cubicBezTo>
                        <a:pt x="283162" y="316897"/>
                        <a:pt x="296878" y="320516"/>
                        <a:pt x="309546" y="316421"/>
                      </a:cubicBezTo>
                      <a:cubicBezTo>
                        <a:pt x="322215" y="312325"/>
                        <a:pt x="332121" y="297275"/>
                        <a:pt x="325929" y="285560"/>
                      </a:cubicBezTo>
                      <a:cubicBezTo>
                        <a:pt x="322977" y="280035"/>
                        <a:pt x="317262" y="276511"/>
                        <a:pt x="311737" y="273463"/>
                      </a:cubicBezTo>
                      <a:cubicBezTo>
                        <a:pt x="297259" y="265462"/>
                        <a:pt x="282114" y="258413"/>
                        <a:pt x="266589" y="252603"/>
                      </a:cubicBezTo>
                      <a:cubicBezTo>
                        <a:pt x="238585" y="242030"/>
                        <a:pt x="203819" y="228791"/>
                        <a:pt x="201057" y="198977"/>
                      </a:cubicBezTo>
                      <a:cubicBezTo>
                        <a:pt x="198961" y="177356"/>
                        <a:pt x="216011" y="159067"/>
                        <a:pt x="232013" y="144399"/>
                      </a:cubicBezTo>
                      <a:cubicBezTo>
                        <a:pt x="260683" y="117920"/>
                        <a:pt x="290211" y="92202"/>
                        <a:pt x="320405" y="67342"/>
                      </a:cubicBezTo>
                      <a:cubicBezTo>
                        <a:pt x="337455" y="53340"/>
                        <a:pt x="393462" y="23622"/>
                        <a:pt x="392223" y="0"/>
                      </a:cubicBezTo>
                      <a:cubicBezTo>
                        <a:pt x="378698" y="2953"/>
                        <a:pt x="364887" y="10668"/>
                        <a:pt x="351837" y="16288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01" name="Forme libre : forme 9600">
                  <a:extLst>
                    <a:ext uri="{FF2B5EF4-FFF2-40B4-BE49-F238E27FC236}">
                      <a16:creationId xmlns:a16="http://schemas.microsoft.com/office/drawing/2014/main" id="{A2AE3B3F-5B68-4247-B6FF-FD4781E481F1}"/>
                    </a:ext>
                  </a:extLst>
                </p:cNvPr>
                <p:cNvSpPr/>
                <p:nvPr/>
              </p:nvSpPr>
              <p:spPr>
                <a:xfrm>
                  <a:off x="4052468" y="1770282"/>
                  <a:ext cx="616526" cy="468628"/>
                </a:xfrm>
                <a:custGeom>
                  <a:avLst/>
                  <a:gdLst>
                    <a:gd name="connsiteX0" fmla="*/ 598117 w 616526"/>
                    <a:gd name="connsiteY0" fmla="*/ 123478 h 468628"/>
                    <a:gd name="connsiteX1" fmla="*/ 616500 w 616526"/>
                    <a:gd name="connsiteY1" fmla="*/ 142432 h 468628"/>
                    <a:gd name="connsiteX2" fmla="*/ 594688 w 616526"/>
                    <a:gd name="connsiteY2" fmla="*/ 164531 h 468628"/>
                    <a:gd name="connsiteX3" fmla="*/ 252836 w 616526"/>
                    <a:gd name="connsiteY3" fmla="*/ 368747 h 468628"/>
                    <a:gd name="connsiteX4" fmla="*/ 163586 w 616526"/>
                    <a:gd name="connsiteY4" fmla="*/ 437517 h 468628"/>
                    <a:gd name="connsiteX5" fmla="*/ 56906 w 616526"/>
                    <a:gd name="connsiteY5" fmla="*/ 468378 h 468628"/>
                    <a:gd name="connsiteX6" fmla="*/ 42 w 616526"/>
                    <a:gd name="connsiteY6" fmla="*/ 426278 h 468628"/>
                    <a:gd name="connsiteX7" fmla="*/ 29189 w 616526"/>
                    <a:gd name="connsiteY7" fmla="*/ 379129 h 468628"/>
                    <a:gd name="connsiteX8" fmla="*/ 206544 w 616526"/>
                    <a:gd name="connsiteY8" fmla="*/ 237778 h 468628"/>
                    <a:gd name="connsiteX9" fmla="*/ 225594 w 616526"/>
                    <a:gd name="connsiteY9" fmla="*/ 206917 h 468628"/>
                    <a:gd name="connsiteX10" fmla="*/ 228642 w 616526"/>
                    <a:gd name="connsiteY10" fmla="*/ 168817 h 468628"/>
                    <a:gd name="connsiteX11" fmla="*/ 233214 w 616526"/>
                    <a:gd name="connsiteY11" fmla="*/ 67566 h 468628"/>
                    <a:gd name="connsiteX12" fmla="*/ 287792 w 616526"/>
                    <a:gd name="connsiteY12" fmla="*/ 224 h 468628"/>
                    <a:gd name="connsiteX13" fmla="*/ 379137 w 616526"/>
                    <a:gd name="connsiteY13" fmla="*/ 33848 h 468628"/>
                    <a:gd name="connsiteX14" fmla="*/ 598117 w 616526"/>
                    <a:gd name="connsiteY14" fmla="*/ 123478 h 468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16526" h="468628">
                      <a:moveTo>
                        <a:pt x="598117" y="123478"/>
                      </a:moveTo>
                      <a:cubicBezTo>
                        <a:pt x="606499" y="127478"/>
                        <a:pt x="615929" y="133193"/>
                        <a:pt x="616500" y="142432"/>
                      </a:cubicBezTo>
                      <a:cubicBezTo>
                        <a:pt x="617167" y="153482"/>
                        <a:pt x="604975" y="160340"/>
                        <a:pt x="594688" y="164531"/>
                      </a:cubicBezTo>
                      <a:cubicBezTo>
                        <a:pt x="471339" y="214823"/>
                        <a:pt x="355610" y="283974"/>
                        <a:pt x="252836" y="368747"/>
                      </a:cubicBezTo>
                      <a:cubicBezTo>
                        <a:pt x="223880" y="392654"/>
                        <a:pt x="195686" y="417991"/>
                        <a:pt x="163586" y="437517"/>
                      </a:cubicBezTo>
                      <a:cubicBezTo>
                        <a:pt x="131487" y="457043"/>
                        <a:pt x="94435" y="470664"/>
                        <a:pt x="56906" y="468378"/>
                      </a:cubicBezTo>
                      <a:cubicBezTo>
                        <a:pt x="31094" y="466854"/>
                        <a:pt x="1281" y="452090"/>
                        <a:pt x="42" y="426278"/>
                      </a:cubicBezTo>
                      <a:cubicBezTo>
                        <a:pt x="-910" y="407132"/>
                        <a:pt x="14425" y="391416"/>
                        <a:pt x="29189" y="379129"/>
                      </a:cubicBezTo>
                      <a:cubicBezTo>
                        <a:pt x="87577" y="330932"/>
                        <a:pt x="157205" y="295309"/>
                        <a:pt x="206544" y="237778"/>
                      </a:cubicBezTo>
                      <a:cubicBezTo>
                        <a:pt x="214450" y="228539"/>
                        <a:pt x="221975" y="218537"/>
                        <a:pt x="225594" y="206917"/>
                      </a:cubicBezTo>
                      <a:cubicBezTo>
                        <a:pt x="229499" y="194725"/>
                        <a:pt x="228928" y="181580"/>
                        <a:pt x="228642" y="168817"/>
                      </a:cubicBezTo>
                      <a:cubicBezTo>
                        <a:pt x="227880" y="135003"/>
                        <a:pt x="229404" y="101094"/>
                        <a:pt x="233214" y="67566"/>
                      </a:cubicBezTo>
                      <a:cubicBezTo>
                        <a:pt x="236548" y="37562"/>
                        <a:pt x="249216" y="-3395"/>
                        <a:pt x="287792" y="224"/>
                      </a:cubicBezTo>
                      <a:cubicBezTo>
                        <a:pt x="315606" y="2796"/>
                        <a:pt x="352181" y="24703"/>
                        <a:pt x="379137" y="33848"/>
                      </a:cubicBezTo>
                      <a:cubicBezTo>
                        <a:pt x="453813" y="59184"/>
                        <a:pt x="527060" y="89093"/>
                        <a:pt x="598117" y="123478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02" name="Forme libre : forme 9601">
                  <a:extLst>
                    <a:ext uri="{FF2B5EF4-FFF2-40B4-BE49-F238E27FC236}">
                      <a16:creationId xmlns:a16="http://schemas.microsoft.com/office/drawing/2014/main" id="{45DC5759-737C-432B-810F-CF0F7058AF48}"/>
                    </a:ext>
                  </a:extLst>
                </p:cNvPr>
                <p:cNvSpPr/>
                <p:nvPr/>
              </p:nvSpPr>
              <p:spPr>
                <a:xfrm>
                  <a:off x="4381128" y="1966170"/>
                  <a:ext cx="779544" cy="242772"/>
                </a:xfrm>
                <a:custGeom>
                  <a:avLst/>
                  <a:gdLst>
                    <a:gd name="connsiteX0" fmla="*/ 565018 w 779544"/>
                    <a:gd name="connsiteY0" fmla="*/ 55606 h 242772"/>
                    <a:gd name="connsiteX1" fmla="*/ 433573 w 779544"/>
                    <a:gd name="connsiteY1" fmla="*/ 7505 h 242772"/>
                    <a:gd name="connsiteX2" fmla="*/ 319273 w 779544"/>
                    <a:gd name="connsiteY2" fmla="*/ 6743 h 242772"/>
                    <a:gd name="connsiteX3" fmla="*/ 249169 w 779544"/>
                    <a:gd name="connsiteY3" fmla="*/ 38175 h 242772"/>
                    <a:gd name="connsiteX4" fmla="*/ 68194 w 779544"/>
                    <a:gd name="connsiteY4" fmla="*/ 143617 h 242772"/>
                    <a:gd name="connsiteX5" fmla="*/ 17902 w 779544"/>
                    <a:gd name="connsiteY5" fmla="*/ 183051 h 242772"/>
                    <a:gd name="connsiteX6" fmla="*/ 1805 w 779544"/>
                    <a:gd name="connsiteY6" fmla="*/ 242772 h 242772"/>
                    <a:gd name="connsiteX7" fmla="*/ 188876 w 779544"/>
                    <a:gd name="connsiteY7" fmla="*/ 149046 h 242772"/>
                    <a:gd name="connsiteX8" fmla="*/ 470721 w 779544"/>
                    <a:gd name="connsiteY8" fmla="*/ 107898 h 242772"/>
                    <a:gd name="connsiteX9" fmla="*/ 621787 w 779544"/>
                    <a:gd name="connsiteY9" fmla="*/ 136378 h 242772"/>
                    <a:gd name="connsiteX10" fmla="*/ 693415 w 779544"/>
                    <a:gd name="connsiteY10" fmla="*/ 157333 h 242772"/>
                    <a:gd name="connsiteX11" fmla="*/ 769044 w 779544"/>
                    <a:gd name="connsiteY11" fmla="*/ 179907 h 242772"/>
                    <a:gd name="connsiteX12" fmla="*/ 718656 w 779544"/>
                    <a:gd name="connsiteY12" fmla="*/ 123329 h 242772"/>
                    <a:gd name="connsiteX13" fmla="*/ 565018 w 779544"/>
                    <a:gd name="connsiteY13" fmla="*/ 55606 h 242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79544" h="242772">
                      <a:moveTo>
                        <a:pt x="565018" y="55606"/>
                      </a:moveTo>
                      <a:cubicBezTo>
                        <a:pt x="522251" y="36747"/>
                        <a:pt x="479197" y="17887"/>
                        <a:pt x="433573" y="7505"/>
                      </a:cubicBezTo>
                      <a:cubicBezTo>
                        <a:pt x="396044" y="-1068"/>
                        <a:pt x="356421" y="-3544"/>
                        <a:pt x="319273" y="6743"/>
                      </a:cubicBezTo>
                      <a:cubicBezTo>
                        <a:pt x="294508" y="13601"/>
                        <a:pt x="271648" y="25793"/>
                        <a:pt x="249169" y="38175"/>
                      </a:cubicBezTo>
                      <a:cubicBezTo>
                        <a:pt x="188019" y="71799"/>
                        <a:pt x="127630" y="107041"/>
                        <a:pt x="68194" y="143617"/>
                      </a:cubicBezTo>
                      <a:cubicBezTo>
                        <a:pt x="50001" y="154857"/>
                        <a:pt x="31523" y="166572"/>
                        <a:pt x="17902" y="183051"/>
                      </a:cubicBezTo>
                      <a:cubicBezTo>
                        <a:pt x="4281" y="199624"/>
                        <a:pt x="-3815" y="222103"/>
                        <a:pt x="1805" y="242772"/>
                      </a:cubicBezTo>
                      <a:cubicBezTo>
                        <a:pt x="69337" y="224580"/>
                        <a:pt x="125629" y="178764"/>
                        <a:pt x="188876" y="149046"/>
                      </a:cubicBezTo>
                      <a:cubicBezTo>
                        <a:pt x="275839" y="108184"/>
                        <a:pt x="375089" y="98469"/>
                        <a:pt x="470721" y="107898"/>
                      </a:cubicBezTo>
                      <a:cubicBezTo>
                        <a:pt x="521774" y="112947"/>
                        <a:pt x="572257" y="123234"/>
                        <a:pt x="621787" y="136378"/>
                      </a:cubicBezTo>
                      <a:cubicBezTo>
                        <a:pt x="645885" y="142760"/>
                        <a:pt x="669697" y="149904"/>
                        <a:pt x="693415" y="157333"/>
                      </a:cubicBezTo>
                      <a:cubicBezTo>
                        <a:pt x="709798" y="162477"/>
                        <a:pt x="752756" y="185908"/>
                        <a:pt x="769044" y="179907"/>
                      </a:cubicBezTo>
                      <a:cubicBezTo>
                        <a:pt x="807144" y="166001"/>
                        <a:pt x="730182" y="128377"/>
                        <a:pt x="718656" y="123329"/>
                      </a:cubicBezTo>
                      <a:cubicBezTo>
                        <a:pt x="667507" y="100755"/>
                        <a:pt x="616262" y="78180"/>
                        <a:pt x="565018" y="55606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03" name="Forme libre : forme 9602">
                  <a:extLst>
                    <a:ext uri="{FF2B5EF4-FFF2-40B4-BE49-F238E27FC236}">
                      <a16:creationId xmlns:a16="http://schemas.microsoft.com/office/drawing/2014/main" id="{DF59EA04-C753-404B-B0A3-A24045F6453A}"/>
                    </a:ext>
                  </a:extLst>
                </p:cNvPr>
                <p:cNvSpPr/>
                <p:nvPr/>
              </p:nvSpPr>
              <p:spPr>
                <a:xfrm>
                  <a:off x="4350386" y="1614106"/>
                  <a:ext cx="801309" cy="193108"/>
                </a:xfrm>
                <a:custGeom>
                  <a:avLst/>
                  <a:gdLst>
                    <a:gd name="connsiteX0" fmla="*/ 83982 w 801309"/>
                    <a:gd name="connsiteY0" fmla="*/ 118586 h 193108"/>
                    <a:gd name="connsiteX1" fmla="*/ 336013 w 801309"/>
                    <a:gd name="connsiteY1" fmla="*/ 185452 h 193108"/>
                    <a:gd name="connsiteX2" fmla="*/ 408403 w 801309"/>
                    <a:gd name="connsiteY2" fmla="*/ 192881 h 193108"/>
                    <a:gd name="connsiteX3" fmla="*/ 506892 w 801309"/>
                    <a:gd name="connsiteY3" fmla="*/ 167735 h 193108"/>
                    <a:gd name="connsiteX4" fmla="*/ 758447 w 801309"/>
                    <a:gd name="connsiteY4" fmla="*/ 54007 h 193108"/>
                    <a:gd name="connsiteX5" fmla="*/ 801309 w 801309"/>
                    <a:gd name="connsiteY5" fmla="*/ 0 h 193108"/>
                    <a:gd name="connsiteX6" fmla="*/ 487842 w 801309"/>
                    <a:gd name="connsiteY6" fmla="*/ 88297 h 193108"/>
                    <a:gd name="connsiteX7" fmla="*/ 332298 w 801309"/>
                    <a:gd name="connsiteY7" fmla="*/ 121348 h 193108"/>
                    <a:gd name="connsiteX8" fmla="*/ 246193 w 801309"/>
                    <a:gd name="connsiteY8" fmla="*/ 123444 h 193108"/>
                    <a:gd name="connsiteX9" fmla="*/ 110271 w 801309"/>
                    <a:gd name="connsiteY9" fmla="*/ 79057 h 193108"/>
                    <a:gd name="connsiteX10" fmla="*/ 924 w 801309"/>
                    <a:gd name="connsiteY10" fmla="*/ 69056 h 193108"/>
                    <a:gd name="connsiteX11" fmla="*/ 83982 w 801309"/>
                    <a:gd name="connsiteY11" fmla="*/ 118586 h 193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01309" h="193108">
                      <a:moveTo>
                        <a:pt x="83982" y="118586"/>
                      </a:moveTo>
                      <a:cubicBezTo>
                        <a:pt x="167230" y="143637"/>
                        <a:pt x="250669" y="168783"/>
                        <a:pt x="336013" y="185452"/>
                      </a:cubicBezTo>
                      <a:cubicBezTo>
                        <a:pt x="359826" y="190119"/>
                        <a:pt x="384114" y="194119"/>
                        <a:pt x="408403" y="192881"/>
                      </a:cubicBezTo>
                      <a:cubicBezTo>
                        <a:pt x="442407" y="191167"/>
                        <a:pt x="474887" y="179451"/>
                        <a:pt x="506892" y="167735"/>
                      </a:cubicBezTo>
                      <a:cubicBezTo>
                        <a:pt x="593569" y="136207"/>
                        <a:pt x="681009" y="104203"/>
                        <a:pt x="758447" y="54007"/>
                      </a:cubicBezTo>
                      <a:cubicBezTo>
                        <a:pt x="778449" y="41053"/>
                        <a:pt x="799595" y="23813"/>
                        <a:pt x="801309" y="0"/>
                      </a:cubicBezTo>
                      <a:cubicBezTo>
                        <a:pt x="697487" y="31623"/>
                        <a:pt x="592902" y="60960"/>
                        <a:pt x="487842" y="88297"/>
                      </a:cubicBezTo>
                      <a:cubicBezTo>
                        <a:pt x="436502" y="101632"/>
                        <a:pt x="384877" y="114395"/>
                        <a:pt x="332298" y="121348"/>
                      </a:cubicBezTo>
                      <a:cubicBezTo>
                        <a:pt x="303723" y="125158"/>
                        <a:pt x="274768" y="127159"/>
                        <a:pt x="246193" y="123444"/>
                      </a:cubicBezTo>
                      <a:cubicBezTo>
                        <a:pt x="198758" y="117348"/>
                        <a:pt x="155038" y="95821"/>
                        <a:pt x="110271" y="79057"/>
                      </a:cubicBezTo>
                      <a:cubicBezTo>
                        <a:pt x="90554" y="71723"/>
                        <a:pt x="10163" y="38576"/>
                        <a:pt x="924" y="69056"/>
                      </a:cubicBezTo>
                      <a:cubicBezTo>
                        <a:pt x="-9078" y="102108"/>
                        <a:pt x="65027" y="112871"/>
                        <a:pt x="83982" y="118586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04" name="Forme libre : forme 9603">
                  <a:extLst>
                    <a:ext uri="{FF2B5EF4-FFF2-40B4-BE49-F238E27FC236}">
                      <a16:creationId xmlns:a16="http://schemas.microsoft.com/office/drawing/2014/main" id="{C9B67305-1BD2-4AF7-A6AF-73DD15130062}"/>
                    </a:ext>
                  </a:extLst>
                </p:cNvPr>
                <p:cNvSpPr/>
                <p:nvPr/>
              </p:nvSpPr>
              <p:spPr>
                <a:xfrm>
                  <a:off x="4892842" y="1770280"/>
                  <a:ext cx="497670" cy="300899"/>
                </a:xfrm>
                <a:custGeom>
                  <a:avLst/>
                  <a:gdLst>
                    <a:gd name="connsiteX0" fmla="*/ 25109 w 497670"/>
                    <a:gd name="connsiteY0" fmla="*/ 106811 h 300899"/>
                    <a:gd name="connsiteX1" fmla="*/ 1678 w 497670"/>
                    <a:gd name="connsiteY1" fmla="*/ 140815 h 300899"/>
                    <a:gd name="connsiteX2" fmla="*/ 12346 w 497670"/>
                    <a:gd name="connsiteY2" fmla="*/ 150721 h 300899"/>
                    <a:gd name="connsiteX3" fmla="*/ 160174 w 497670"/>
                    <a:gd name="connsiteY3" fmla="*/ 203775 h 300899"/>
                    <a:gd name="connsiteX4" fmla="*/ 244565 w 497670"/>
                    <a:gd name="connsiteY4" fmla="*/ 249305 h 300899"/>
                    <a:gd name="connsiteX5" fmla="*/ 483929 w 497670"/>
                    <a:gd name="connsiteY5" fmla="*/ 299787 h 300899"/>
                    <a:gd name="connsiteX6" fmla="*/ 495739 w 497670"/>
                    <a:gd name="connsiteY6" fmla="*/ 295501 h 300899"/>
                    <a:gd name="connsiteX7" fmla="*/ 491263 w 497670"/>
                    <a:gd name="connsiteY7" fmla="*/ 276261 h 300899"/>
                    <a:gd name="connsiteX8" fmla="*/ 401537 w 497670"/>
                    <a:gd name="connsiteY8" fmla="*/ 202728 h 300899"/>
                    <a:gd name="connsiteX9" fmla="*/ 343626 w 497670"/>
                    <a:gd name="connsiteY9" fmla="*/ 116907 h 300899"/>
                    <a:gd name="connsiteX10" fmla="*/ 339911 w 497670"/>
                    <a:gd name="connsiteY10" fmla="*/ 25658 h 300899"/>
                    <a:gd name="connsiteX11" fmla="*/ 165984 w 497670"/>
                    <a:gd name="connsiteY11" fmla="*/ 40993 h 300899"/>
                    <a:gd name="connsiteX12" fmla="*/ 25109 w 497670"/>
                    <a:gd name="connsiteY12" fmla="*/ 106811 h 300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7670" h="300899">
                      <a:moveTo>
                        <a:pt x="25109" y="106811"/>
                      </a:moveTo>
                      <a:cubicBezTo>
                        <a:pt x="11203" y="113478"/>
                        <a:pt x="-5371" y="127004"/>
                        <a:pt x="1678" y="140815"/>
                      </a:cubicBezTo>
                      <a:cubicBezTo>
                        <a:pt x="3868" y="145197"/>
                        <a:pt x="8155" y="148149"/>
                        <a:pt x="12346" y="150721"/>
                      </a:cubicBezTo>
                      <a:cubicBezTo>
                        <a:pt x="57018" y="178248"/>
                        <a:pt x="111787" y="183297"/>
                        <a:pt x="160174" y="203775"/>
                      </a:cubicBezTo>
                      <a:cubicBezTo>
                        <a:pt x="189606" y="216253"/>
                        <a:pt x="216276" y="234351"/>
                        <a:pt x="244565" y="249305"/>
                      </a:cubicBezTo>
                      <a:cubicBezTo>
                        <a:pt x="317527" y="287976"/>
                        <a:pt x="401537" y="305693"/>
                        <a:pt x="483929" y="299787"/>
                      </a:cubicBezTo>
                      <a:cubicBezTo>
                        <a:pt x="488215" y="299502"/>
                        <a:pt x="493073" y="298835"/>
                        <a:pt x="495739" y="295501"/>
                      </a:cubicBezTo>
                      <a:cubicBezTo>
                        <a:pt x="500311" y="289881"/>
                        <a:pt x="495930" y="281690"/>
                        <a:pt x="491263" y="276261"/>
                      </a:cubicBezTo>
                      <a:cubicBezTo>
                        <a:pt x="466022" y="246828"/>
                        <a:pt x="431636" y="227207"/>
                        <a:pt x="401537" y="202728"/>
                      </a:cubicBezTo>
                      <a:cubicBezTo>
                        <a:pt x="374772" y="181011"/>
                        <a:pt x="349150" y="152150"/>
                        <a:pt x="343626" y="116907"/>
                      </a:cubicBezTo>
                      <a:cubicBezTo>
                        <a:pt x="338958" y="86713"/>
                        <a:pt x="359246" y="52994"/>
                        <a:pt x="339911" y="25658"/>
                      </a:cubicBezTo>
                      <a:cubicBezTo>
                        <a:pt x="299715" y="-31016"/>
                        <a:pt x="209894" y="20990"/>
                        <a:pt x="165984" y="40993"/>
                      </a:cubicBezTo>
                      <a:cubicBezTo>
                        <a:pt x="118835" y="62519"/>
                        <a:pt x="71877" y="84522"/>
                        <a:pt x="25109" y="106811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05" name="Forme libre : forme 9604">
                  <a:extLst>
                    <a:ext uri="{FF2B5EF4-FFF2-40B4-BE49-F238E27FC236}">
                      <a16:creationId xmlns:a16="http://schemas.microsoft.com/office/drawing/2014/main" id="{983C1F3B-A4C8-4570-998C-732C5F38250C}"/>
                    </a:ext>
                  </a:extLst>
                </p:cNvPr>
                <p:cNvSpPr/>
                <p:nvPr/>
              </p:nvSpPr>
              <p:spPr>
                <a:xfrm>
                  <a:off x="3676725" y="1324590"/>
                  <a:ext cx="881869" cy="297863"/>
                </a:xfrm>
                <a:custGeom>
                  <a:avLst/>
                  <a:gdLst>
                    <a:gd name="connsiteX0" fmla="*/ 309110 w 881869"/>
                    <a:gd name="connsiteY0" fmla="*/ 273895 h 297863"/>
                    <a:gd name="connsiteX1" fmla="*/ 367403 w 881869"/>
                    <a:gd name="connsiteY1" fmla="*/ 296374 h 297863"/>
                    <a:gd name="connsiteX2" fmla="*/ 454081 w 881869"/>
                    <a:gd name="connsiteY2" fmla="*/ 279039 h 297863"/>
                    <a:gd name="connsiteX3" fmla="*/ 529709 w 881869"/>
                    <a:gd name="connsiteY3" fmla="*/ 230461 h 297863"/>
                    <a:gd name="connsiteX4" fmla="*/ 870419 w 881869"/>
                    <a:gd name="connsiteY4" fmla="*/ 36437 h 297863"/>
                    <a:gd name="connsiteX5" fmla="*/ 878705 w 881869"/>
                    <a:gd name="connsiteY5" fmla="*/ 6243 h 297863"/>
                    <a:gd name="connsiteX6" fmla="*/ 868323 w 881869"/>
                    <a:gd name="connsiteY6" fmla="*/ 1004 h 297863"/>
                    <a:gd name="connsiteX7" fmla="*/ 818698 w 881869"/>
                    <a:gd name="connsiteY7" fmla="*/ 10434 h 297863"/>
                    <a:gd name="connsiteX8" fmla="*/ 600861 w 881869"/>
                    <a:gd name="connsiteY8" fmla="*/ 125115 h 297863"/>
                    <a:gd name="connsiteX9" fmla="*/ 360831 w 881869"/>
                    <a:gd name="connsiteY9" fmla="*/ 214364 h 297863"/>
                    <a:gd name="connsiteX10" fmla="*/ 268343 w 881869"/>
                    <a:gd name="connsiteY10" fmla="*/ 193123 h 297863"/>
                    <a:gd name="connsiteX11" fmla="*/ 145471 w 881869"/>
                    <a:gd name="connsiteY11" fmla="*/ 162834 h 297863"/>
                    <a:gd name="connsiteX12" fmla="*/ 15645 w 881869"/>
                    <a:gd name="connsiteY12" fmla="*/ 142640 h 297863"/>
                    <a:gd name="connsiteX13" fmla="*/ 63556 w 881869"/>
                    <a:gd name="connsiteY13" fmla="*/ 189218 h 297863"/>
                    <a:gd name="connsiteX14" fmla="*/ 179189 w 881869"/>
                    <a:gd name="connsiteY14" fmla="*/ 227032 h 297863"/>
                    <a:gd name="connsiteX15" fmla="*/ 309110 w 881869"/>
                    <a:gd name="connsiteY15" fmla="*/ 273895 h 297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81869" h="297863">
                      <a:moveTo>
                        <a:pt x="309110" y="273895"/>
                      </a:moveTo>
                      <a:cubicBezTo>
                        <a:pt x="328065" y="282753"/>
                        <a:pt x="346829" y="292755"/>
                        <a:pt x="367403" y="296374"/>
                      </a:cubicBezTo>
                      <a:cubicBezTo>
                        <a:pt x="396931" y="301518"/>
                        <a:pt x="427410" y="292755"/>
                        <a:pt x="454081" y="279039"/>
                      </a:cubicBezTo>
                      <a:cubicBezTo>
                        <a:pt x="480751" y="265323"/>
                        <a:pt x="504563" y="246749"/>
                        <a:pt x="529709" y="230461"/>
                      </a:cubicBezTo>
                      <a:cubicBezTo>
                        <a:pt x="639914" y="159119"/>
                        <a:pt x="778026" y="129686"/>
                        <a:pt x="870419" y="36437"/>
                      </a:cubicBezTo>
                      <a:cubicBezTo>
                        <a:pt x="878610" y="28245"/>
                        <a:pt x="886421" y="14815"/>
                        <a:pt x="878705" y="6243"/>
                      </a:cubicBezTo>
                      <a:cubicBezTo>
                        <a:pt x="876038" y="3290"/>
                        <a:pt x="872133" y="1861"/>
                        <a:pt x="868323" y="1004"/>
                      </a:cubicBezTo>
                      <a:cubicBezTo>
                        <a:pt x="851559" y="-2520"/>
                        <a:pt x="834509" y="3861"/>
                        <a:pt x="818698" y="10434"/>
                      </a:cubicBezTo>
                      <a:cubicBezTo>
                        <a:pt x="742974" y="42152"/>
                        <a:pt x="670965" y="82252"/>
                        <a:pt x="600861" y="125115"/>
                      </a:cubicBezTo>
                      <a:cubicBezTo>
                        <a:pt x="526756" y="170454"/>
                        <a:pt x="447508" y="220746"/>
                        <a:pt x="360831" y="214364"/>
                      </a:cubicBezTo>
                      <a:cubicBezTo>
                        <a:pt x="329208" y="211983"/>
                        <a:pt x="298728" y="202077"/>
                        <a:pt x="268343" y="193123"/>
                      </a:cubicBezTo>
                      <a:cubicBezTo>
                        <a:pt x="227862" y="181217"/>
                        <a:pt x="186809" y="171120"/>
                        <a:pt x="145471" y="162834"/>
                      </a:cubicBezTo>
                      <a:cubicBezTo>
                        <a:pt x="110418" y="155785"/>
                        <a:pt x="50887" y="134830"/>
                        <a:pt x="15645" y="142640"/>
                      </a:cubicBezTo>
                      <a:cubicBezTo>
                        <a:pt x="-33885" y="153594"/>
                        <a:pt x="48697" y="183503"/>
                        <a:pt x="63556" y="189218"/>
                      </a:cubicBezTo>
                      <a:cubicBezTo>
                        <a:pt x="101465" y="203791"/>
                        <a:pt x="140422" y="215126"/>
                        <a:pt x="179189" y="227032"/>
                      </a:cubicBezTo>
                      <a:cubicBezTo>
                        <a:pt x="223290" y="240462"/>
                        <a:pt x="267295" y="254464"/>
                        <a:pt x="309110" y="273895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06" name="Forme libre : forme 9605">
                  <a:extLst>
                    <a:ext uri="{FF2B5EF4-FFF2-40B4-BE49-F238E27FC236}">
                      <a16:creationId xmlns:a16="http://schemas.microsoft.com/office/drawing/2014/main" id="{B36BEB53-5FB9-4B37-B29A-D2207E20AEED}"/>
                    </a:ext>
                  </a:extLst>
                </p:cNvPr>
                <p:cNvSpPr/>
                <p:nvPr/>
              </p:nvSpPr>
              <p:spPr>
                <a:xfrm>
                  <a:off x="3579689" y="1559572"/>
                  <a:ext cx="368080" cy="254463"/>
                </a:xfrm>
                <a:custGeom>
                  <a:avLst/>
                  <a:gdLst>
                    <a:gd name="connsiteX0" fmla="*/ 349282 w 368080"/>
                    <a:gd name="connsiteY0" fmla="*/ 68726 h 254463"/>
                    <a:gd name="connsiteX1" fmla="*/ 367665 w 368080"/>
                    <a:gd name="connsiteY1" fmla="*/ 82156 h 254463"/>
                    <a:gd name="connsiteX2" fmla="*/ 343376 w 368080"/>
                    <a:gd name="connsiteY2" fmla="*/ 105302 h 254463"/>
                    <a:gd name="connsiteX3" fmla="*/ 0 w 368080"/>
                    <a:gd name="connsiteY3" fmla="*/ 254464 h 254463"/>
                    <a:gd name="connsiteX4" fmla="*/ 84963 w 368080"/>
                    <a:gd name="connsiteY4" fmla="*/ 188170 h 254463"/>
                    <a:gd name="connsiteX5" fmla="*/ 118205 w 368080"/>
                    <a:gd name="connsiteY5" fmla="*/ 148641 h 254463"/>
                    <a:gd name="connsiteX6" fmla="*/ 107633 w 368080"/>
                    <a:gd name="connsiteY6" fmla="*/ 53200 h 254463"/>
                    <a:gd name="connsiteX7" fmla="*/ 118586 w 368080"/>
                    <a:gd name="connsiteY7" fmla="*/ 241 h 254463"/>
                    <a:gd name="connsiteX8" fmla="*/ 171831 w 368080"/>
                    <a:gd name="connsiteY8" fmla="*/ 15577 h 254463"/>
                    <a:gd name="connsiteX9" fmla="*/ 229267 w 368080"/>
                    <a:gd name="connsiteY9" fmla="*/ 32817 h 254463"/>
                    <a:gd name="connsiteX10" fmla="*/ 349282 w 368080"/>
                    <a:gd name="connsiteY10" fmla="*/ 68726 h 254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68080" h="254463">
                      <a:moveTo>
                        <a:pt x="349282" y="68726"/>
                      </a:moveTo>
                      <a:cubicBezTo>
                        <a:pt x="356902" y="71012"/>
                        <a:pt x="365665" y="74441"/>
                        <a:pt x="367665" y="82156"/>
                      </a:cubicBezTo>
                      <a:cubicBezTo>
                        <a:pt x="370808" y="94253"/>
                        <a:pt x="355473" y="101968"/>
                        <a:pt x="343376" y="105302"/>
                      </a:cubicBezTo>
                      <a:cubicBezTo>
                        <a:pt x="222695" y="138068"/>
                        <a:pt x="119825" y="218745"/>
                        <a:pt x="0" y="254464"/>
                      </a:cubicBezTo>
                      <a:cubicBezTo>
                        <a:pt x="29718" y="234271"/>
                        <a:pt x="58103" y="212173"/>
                        <a:pt x="84963" y="188170"/>
                      </a:cubicBezTo>
                      <a:cubicBezTo>
                        <a:pt x="97917" y="176644"/>
                        <a:pt x="110776" y="164262"/>
                        <a:pt x="118205" y="148641"/>
                      </a:cubicBezTo>
                      <a:cubicBezTo>
                        <a:pt x="134112" y="115303"/>
                        <a:pt x="121063" y="84157"/>
                        <a:pt x="107633" y="53200"/>
                      </a:cubicBezTo>
                      <a:cubicBezTo>
                        <a:pt x="99917" y="35389"/>
                        <a:pt x="91250" y="4432"/>
                        <a:pt x="118586" y="241"/>
                      </a:cubicBezTo>
                      <a:cubicBezTo>
                        <a:pt x="132683" y="-1949"/>
                        <a:pt x="158020" y="11386"/>
                        <a:pt x="171831" y="15577"/>
                      </a:cubicBezTo>
                      <a:cubicBezTo>
                        <a:pt x="190976" y="21292"/>
                        <a:pt x="210121" y="27102"/>
                        <a:pt x="229267" y="32817"/>
                      </a:cubicBezTo>
                      <a:cubicBezTo>
                        <a:pt x="269367" y="44723"/>
                        <a:pt x="309277" y="56725"/>
                        <a:pt x="349282" y="68726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07" name="Forme libre : forme 9606">
                  <a:extLst>
                    <a:ext uri="{FF2B5EF4-FFF2-40B4-BE49-F238E27FC236}">
                      <a16:creationId xmlns:a16="http://schemas.microsoft.com/office/drawing/2014/main" id="{2232909B-08A4-4146-8733-E0D9446ECEE3}"/>
                    </a:ext>
                  </a:extLst>
                </p:cNvPr>
                <p:cNvSpPr/>
                <p:nvPr/>
              </p:nvSpPr>
              <p:spPr>
                <a:xfrm>
                  <a:off x="5297428" y="1524373"/>
                  <a:ext cx="159872" cy="116307"/>
                </a:xfrm>
                <a:custGeom>
                  <a:avLst/>
                  <a:gdLst>
                    <a:gd name="connsiteX0" fmla="*/ 154400 w 159872"/>
                    <a:gd name="connsiteY0" fmla="*/ 26201 h 116307"/>
                    <a:gd name="connsiteX1" fmla="*/ 154114 w 159872"/>
                    <a:gd name="connsiteY1" fmla="*/ 54681 h 116307"/>
                    <a:gd name="connsiteX2" fmla="*/ 146495 w 159872"/>
                    <a:gd name="connsiteY2" fmla="*/ 58681 h 116307"/>
                    <a:gd name="connsiteX3" fmla="*/ 53912 w 159872"/>
                    <a:gd name="connsiteY3" fmla="*/ 97067 h 116307"/>
                    <a:gd name="connsiteX4" fmla="*/ 0 w 159872"/>
                    <a:gd name="connsiteY4" fmla="*/ 116307 h 116307"/>
                    <a:gd name="connsiteX5" fmla="*/ 82010 w 159872"/>
                    <a:gd name="connsiteY5" fmla="*/ 33916 h 116307"/>
                    <a:gd name="connsiteX6" fmla="*/ 97250 w 159872"/>
                    <a:gd name="connsiteY6" fmla="*/ 7 h 116307"/>
                    <a:gd name="connsiteX7" fmla="*/ 154400 w 159872"/>
                    <a:gd name="connsiteY7" fmla="*/ 26201 h 116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72" h="116307">
                      <a:moveTo>
                        <a:pt x="154400" y="26201"/>
                      </a:moveTo>
                      <a:cubicBezTo>
                        <a:pt x="161068" y="34297"/>
                        <a:pt x="162401" y="48013"/>
                        <a:pt x="154114" y="54681"/>
                      </a:cubicBezTo>
                      <a:cubicBezTo>
                        <a:pt x="151924" y="56490"/>
                        <a:pt x="149162" y="57633"/>
                        <a:pt x="146495" y="58681"/>
                      </a:cubicBezTo>
                      <a:cubicBezTo>
                        <a:pt x="115634" y="71445"/>
                        <a:pt x="84773" y="84303"/>
                        <a:pt x="53912" y="97067"/>
                      </a:cubicBezTo>
                      <a:cubicBezTo>
                        <a:pt x="36290" y="104401"/>
                        <a:pt x="18574" y="111735"/>
                        <a:pt x="0" y="116307"/>
                      </a:cubicBezTo>
                      <a:cubicBezTo>
                        <a:pt x="26004" y="92876"/>
                        <a:pt x="89631" y="75255"/>
                        <a:pt x="82010" y="33916"/>
                      </a:cubicBezTo>
                      <a:cubicBezTo>
                        <a:pt x="78867" y="17152"/>
                        <a:pt x="67437" y="769"/>
                        <a:pt x="97250" y="7"/>
                      </a:cubicBezTo>
                      <a:cubicBezTo>
                        <a:pt x="112395" y="-374"/>
                        <a:pt x="144780" y="14581"/>
                        <a:pt x="154400" y="26201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08" name="Forme libre : forme 9607">
                  <a:extLst>
                    <a:ext uri="{FF2B5EF4-FFF2-40B4-BE49-F238E27FC236}">
                      <a16:creationId xmlns:a16="http://schemas.microsoft.com/office/drawing/2014/main" id="{CE82BFF9-D393-444D-BCB9-C7D9B5F2BC30}"/>
                    </a:ext>
                  </a:extLst>
                </p:cNvPr>
                <p:cNvSpPr/>
                <p:nvPr/>
              </p:nvSpPr>
              <p:spPr>
                <a:xfrm>
                  <a:off x="5265424" y="1349501"/>
                  <a:ext cx="531494" cy="176593"/>
                </a:xfrm>
                <a:custGeom>
                  <a:avLst/>
                  <a:gdLst>
                    <a:gd name="connsiteX0" fmla="*/ 132302 w 531494"/>
                    <a:gd name="connsiteY0" fmla="*/ 124873 h 176593"/>
                    <a:gd name="connsiteX1" fmla="*/ 188976 w 531494"/>
                    <a:gd name="connsiteY1" fmla="*/ 143256 h 176593"/>
                    <a:gd name="connsiteX2" fmla="*/ 275082 w 531494"/>
                    <a:gd name="connsiteY2" fmla="*/ 176403 h 176593"/>
                    <a:gd name="connsiteX3" fmla="*/ 325469 w 531494"/>
                    <a:gd name="connsiteY3" fmla="*/ 155067 h 176593"/>
                    <a:gd name="connsiteX4" fmla="*/ 399193 w 531494"/>
                    <a:gd name="connsiteY4" fmla="*/ 108776 h 176593"/>
                    <a:gd name="connsiteX5" fmla="*/ 531495 w 531494"/>
                    <a:gd name="connsiteY5" fmla="*/ 0 h 176593"/>
                    <a:gd name="connsiteX6" fmla="*/ 396907 w 531494"/>
                    <a:gd name="connsiteY6" fmla="*/ 50483 h 176593"/>
                    <a:gd name="connsiteX7" fmla="*/ 140018 w 531494"/>
                    <a:gd name="connsiteY7" fmla="*/ 97822 h 176593"/>
                    <a:gd name="connsiteX8" fmla="*/ 51340 w 531494"/>
                    <a:gd name="connsiteY8" fmla="*/ 88297 h 176593"/>
                    <a:gd name="connsiteX9" fmla="*/ 0 w 531494"/>
                    <a:gd name="connsiteY9" fmla="*/ 89821 h 176593"/>
                    <a:gd name="connsiteX10" fmla="*/ 132302 w 531494"/>
                    <a:gd name="connsiteY10" fmla="*/ 124873 h 176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31494" h="176593">
                      <a:moveTo>
                        <a:pt x="132302" y="124873"/>
                      </a:moveTo>
                      <a:cubicBezTo>
                        <a:pt x="151543" y="129826"/>
                        <a:pt x="170974" y="134779"/>
                        <a:pt x="188976" y="143256"/>
                      </a:cubicBezTo>
                      <a:cubicBezTo>
                        <a:pt x="217170" y="156591"/>
                        <a:pt x="243935" y="178880"/>
                        <a:pt x="275082" y="176403"/>
                      </a:cubicBezTo>
                      <a:cubicBezTo>
                        <a:pt x="293465" y="174974"/>
                        <a:pt x="309849" y="164878"/>
                        <a:pt x="325469" y="155067"/>
                      </a:cubicBezTo>
                      <a:cubicBezTo>
                        <a:pt x="350044" y="139637"/>
                        <a:pt x="374618" y="124206"/>
                        <a:pt x="399193" y="108776"/>
                      </a:cubicBezTo>
                      <a:cubicBezTo>
                        <a:pt x="447866" y="78200"/>
                        <a:pt x="497777" y="46577"/>
                        <a:pt x="531495" y="0"/>
                      </a:cubicBezTo>
                      <a:cubicBezTo>
                        <a:pt x="484156" y="8287"/>
                        <a:pt x="441293" y="31909"/>
                        <a:pt x="396907" y="50483"/>
                      </a:cubicBezTo>
                      <a:cubicBezTo>
                        <a:pt x="315944" y="84296"/>
                        <a:pt x="227743" y="101441"/>
                        <a:pt x="140018" y="97822"/>
                      </a:cubicBezTo>
                      <a:cubicBezTo>
                        <a:pt x="110300" y="96584"/>
                        <a:pt x="80772" y="92869"/>
                        <a:pt x="51340" y="88297"/>
                      </a:cubicBezTo>
                      <a:cubicBezTo>
                        <a:pt x="35052" y="85725"/>
                        <a:pt x="14288" y="80391"/>
                        <a:pt x="0" y="89821"/>
                      </a:cubicBezTo>
                      <a:cubicBezTo>
                        <a:pt x="40005" y="107633"/>
                        <a:pt x="89725" y="113919"/>
                        <a:pt x="132302" y="124873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09" name="Forme libre : forme 9608">
                  <a:extLst>
                    <a:ext uri="{FF2B5EF4-FFF2-40B4-BE49-F238E27FC236}">
                      <a16:creationId xmlns:a16="http://schemas.microsoft.com/office/drawing/2014/main" id="{0CF7EF35-9746-4E9A-B7F4-D143CEE9D94A}"/>
                    </a:ext>
                  </a:extLst>
                </p:cNvPr>
                <p:cNvSpPr/>
                <p:nvPr/>
              </p:nvSpPr>
              <p:spPr>
                <a:xfrm>
                  <a:off x="5641524" y="1481284"/>
                  <a:ext cx="266743" cy="154933"/>
                </a:xfrm>
                <a:custGeom>
                  <a:avLst/>
                  <a:gdLst>
                    <a:gd name="connsiteX0" fmla="*/ 63288 w 266743"/>
                    <a:gd name="connsiteY0" fmla="*/ 30715 h 154933"/>
                    <a:gd name="connsiteX1" fmla="*/ 6805 w 266743"/>
                    <a:gd name="connsiteY1" fmla="*/ 60052 h 154933"/>
                    <a:gd name="connsiteX2" fmla="*/ 42 w 266743"/>
                    <a:gd name="connsiteY2" fmla="*/ 73005 h 154933"/>
                    <a:gd name="connsiteX3" fmla="*/ 15663 w 266743"/>
                    <a:gd name="connsiteY3" fmla="*/ 85959 h 154933"/>
                    <a:gd name="connsiteX4" fmla="*/ 88053 w 266743"/>
                    <a:gd name="connsiteY4" fmla="*/ 106629 h 154933"/>
                    <a:gd name="connsiteX5" fmla="*/ 257693 w 266743"/>
                    <a:gd name="connsiteY5" fmla="*/ 153492 h 154933"/>
                    <a:gd name="connsiteX6" fmla="*/ 266742 w 266743"/>
                    <a:gd name="connsiteY6" fmla="*/ 146920 h 154933"/>
                    <a:gd name="connsiteX7" fmla="*/ 258360 w 266743"/>
                    <a:gd name="connsiteY7" fmla="*/ 139680 h 154933"/>
                    <a:gd name="connsiteX8" fmla="*/ 174160 w 266743"/>
                    <a:gd name="connsiteY8" fmla="*/ 104057 h 154933"/>
                    <a:gd name="connsiteX9" fmla="*/ 152252 w 266743"/>
                    <a:gd name="connsiteY9" fmla="*/ 45954 h 154933"/>
                    <a:gd name="connsiteX10" fmla="*/ 157967 w 266743"/>
                    <a:gd name="connsiteY10" fmla="*/ 1187 h 154933"/>
                    <a:gd name="connsiteX11" fmla="*/ 63288 w 266743"/>
                    <a:gd name="connsiteY11" fmla="*/ 30715 h 1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6743" h="154933">
                      <a:moveTo>
                        <a:pt x="63288" y="30715"/>
                      </a:moveTo>
                      <a:cubicBezTo>
                        <a:pt x="43096" y="37763"/>
                        <a:pt x="22331" y="45383"/>
                        <a:pt x="6805" y="60052"/>
                      </a:cubicBezTo>
                      <a:cubicBezTo>
                        <a:pt x="3186" y="63480"/>
                        <a:pt x="-434" y="67957"/>
                        <a:pt x="42" y="73005"/>
                      </a:cubicBezTo>
                      <a:cubicBezTo>
                        <a:pt x="709" y="80149"/>
                        <a:pt x="8805" y="83864"/>
                        <a:pt x="15663" y="85959"/>
                      </a:cubicBezTo>
                      <a:cubicBezTo>
                        <a:pt x="39667" y="93199"/>
                        <a:pt x="64336" y="98437"/>
                        <a:pt x="88053" y="106629"/>
                      </a:cubicBezTo>
                      <a:cubicBezTo>
                        <a:pt x="144156" y="126060"/>
                        <a:pt x="198924" y="162636"/>
                        <a:pt x="257693" y="153492"/>
                      </a:cubicBezTo>
                      <a:cubicBezTo>
                        <a:pt x="261694" y="152825"/>
                        <a:pt x="266647" y="150920"/>
                        <a:pt x="266742" y="146920"/>
                      </a:cubicBezTo>
                      <a:cubicBezTo>
                        <a:pt x="266838" y="142919"/>
                        <a:pt x="262171" y="140824"/>
                        <a:pt x="258360" y="139680"/>
                      </a:cubicBezTo>
                      <a:cubicBezTo>
                        <a:pt x="229214" y="130822"/>
                        <a:pt x="200543" y="119107"/>
                        <a:pt x="174160" y="104057"/>
                      </a:cubicBezTo>
                      <a:cubicBezTo>
                        <a:pt x="145203" y="87579"/>
                        <a:pt x="137203" y="75958"/>
                        <a:pt x="152252" y="45954"/>
                      </a:cubicBezTo>
                      <a:cubicBezTo>
                        <a:pt x="157681" y="35096"/>
                        <a:pt x="174255" y="8998"/>
                        <a:pt x="157967" y="1187"/>
                      </a:cubicBezTo>
                      <a:cubicBezTo>
                        <a:pt x="142346" y="-6433"/>
                        <a:pt x="80053" y="24904"/>
                        <a:pt x="63288" y="30715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10" name="Forme libre : forme 9609">
                  <a:extLst>
                    <a:ext uri="{FF2B5EF4-FFF2-40B4-BE49-F238E27FC236}">
                      <a16:creationId xmlns:a16="http://schemas.microsoft.com/office/drawing/2014/main" id="{5195638A-95EA-43E8-90A8-49A73DE85E73}"/>
                    </a:ext>
                  </a:extLst>
                </p:cNvPr>
                <p:cNvSpPr/>
                <p:nvPr/>
              </p:nvSpPr>
              <p:spPr>
                <a:xfrm>
                  <a:off x="5321207" y="1608653"/>
                  <a:ext cx="410852" cy="94701"/>
                </a:xfrm>
                <a:custGeom>
                  <a:avLst/>
                  <a:gdLst>
                    <a:gd name="connsiteX0" fmla="*/ 257970 w 410852"/>
                    <a:gd name="connsiteY0" fmla="*/ 9167 h 94701"/>
                    <a:gd name="connsiteX1" fmla="*/ 193772 w 410852"/>
                    <a:gd name="connsiteY1" fmla="*/ 118 h 94701"/>
                    <a:gd name="connsiteX2" fmla="*/ 118906 w 410852"/>
                    <a:gd name="connsiteY2" fmla="*/ 20312 h 94701"/>
                    <a:gd name="connsiteX3" fmla="*/ 8701 w 410852"/>
                    <a:gd name="connsiteY3" fmla="*/ 74985 h 94701"/>
                    <a:gd name="connsiteX4" fmla="*/ 2224 w 410852"/>
                    <a:gd name="connsiteY4" fmla="*/ 92797 h 94701"/>
                    <a:gd name="connsiteX5" fmla="*/ 10130 w 410852"/>
                    <a:gd name="connsiteY5" fmla="*/ 94702 h 94701"/>
                    <a:gd name="connsiteX6" fmla="*/ 78043 w 410852"/>
                    <a:gd name="connsiteY6" fmla="*/ 74795 h 94701"/>
                    <a:gd name="connsiteX7" fmla="*/ 337599 w 410852"/>
                    <a:gd name="connsiteY7" fmla="*/ 57745 h 94701"/>
                    <a:gd name="connsiteX8" fmla="*/ 399322 w 410852"/>
                    <a:gd name="connsiteY8" fmla="*/ 62984 h 94701"/>
                    <a:gd name="connsiteX9" fmla="*/ 390844 w 410852"/>
                    <a:gd name="connsiteY9" fmla="*/ 42409 h 94701"/>
                    <a:gd name="connsiteX10" fmla="*/ 257970 w 410852"/>
                    <a:gd name="connsiteY10" fmla="*/ 9167 h 9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10852" h="94701">
                      <a:moveTo>
                        <a:pt x="257970" y="9167"/>
                      </a:moveTo>
                      <a:cubicBezTo>
                        <a:pt x="236920" y="4119"/>
                        <a:pt x="215489" y="-834"/>
                        <a:pt x="193772" y="118"/>
                      </a:cubicBezTo>
                      <a:cubicBezTo>
                        <a:pt x="167864" y="1262"/>
                        <a:pt x="143099" y="10787"/>
                        <a:pt x="118906" y="20312"/>
                      </a:cubicBezTo>
                      <a:cubicBezTo>
                        <a:pt x="80710" y="35456"/>
                        <a:pt x="42229" y="51077"/>
                        <a:pt x="8701" y="74985"/>
                      </a:cubicBezTo>
                      <a:cubicBezTo>
                        <a:pt x="2701" y="79271"/>
                        <a:pt x="-3396" y="88034"/>
                        <a:pt x="2224" y="92797"/>
                      </a:cubicBezTo>
                      <a:cubicBezTo>
                        <a:pt x="4320" y="94607"/>
                        <a:pt x="7368" y="94702"/>
                        <a:pt x="10130" y="94702"/>
                      </a:cubicBezTo>
                      <a:cubicBezTo>
                        <a:pt x="33847" y="94130"/>
                        <a:pt x="55850" y="83081"/>
                        <a:pt x="78043" y="74795"/>
                      </a:cubicBezTo>
                      <a:cubicBezTo>
                        <a:pt x="160911" y="43553"/>
                        <a:pt x="251112" y="49077"/>
                        <a:pt x="337599" y="57745"/>
                      </a:cubicBezTo>
                      <a:cubicBezTo>
                        <a:pt x="352554" y="59269"/>
                        <a:pt x="385606" y="69270"/>
                        <a:pt x="399322" y="62984"/>
                      </a:cubicBezTo>
                      <a:cubicBezTo>
                        <a:pt x="421991" y="52506"/>
                        <a:pt x="406942" y="47172"/>
                        <a:pt x="390844" y="42409"/>
                      </a:cubicBezTo>
                      <a:cubicBezTo>
                        <a:pt x="347124" y="29455"/>
                        <a:pt x="302262" y="19740"/>
                        <a:pt x="257970" y="9167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11" name="Forme libre : forme 9610">
                  <a:extLst>
                    <a:ext uri="{FF2B5EF4-FFF2-40B4-BE49-F238E27FC236}">
                      <a16:creationId xmlns:a16="http://schemas.microsoft.com/office/drawing/2014/main" id="{5683B4C2-3DB7-4375-A1E9-AD562CD3B87D}"/>
                    </a:ext>
                  </a:extLst>
                </p:cNvPr>
                <p:cNvSpPr/>
                <p:nvPr/>
              </p:nvSpPr>
              <p:spPr>
                <a:xfrm>
                  <a:off x="5906266" y="1906128"/>
                  <a:ext cx="912860" cy="268934"/>
                </a:xfrm>
                <a:custGeom>
                  <a:avLst/>
                  <a:gdLst>
                    <a:gd name="connsiteX0" fmla="*/ 692562 w 912860"/>
                    <a:gd name="connsiteY0" fmla="*/ 22779 h 268934"/>
                    <a:gd name="connsiteX1" fmla="*/ 571976 w 912860"/>
                    <a:gd name="connsiteY1" fmla="*/ 14 h 268934"/>
                    <a:gd name="connsiteX2" fmla="*/ 339375 w 912860"/>
                    <a:gd name="connsiteY2" fmla="*/ 96788 h 268934"/>
                    <a:gd name="connsiteX3" fmla="*/ 53435 w 912860"/>
                    <a:gd name="connsiteY3" fmla="*/ 232996 h 268934"/>
                    <a:gd name="connsiteX4" fmla="*/ 0 w 912860"/>
                    <a:gd name="connsiteY4" fmla="*/ 268333 h 268934"/>
                    <a:gd name="connsiteX5" fmla="*/ 177069 w 912860"/>
                    <a:gd name="connsiteY5" fmla="*/ 218803 h 268934"/>
                    <a:gd name="connsiteX6" fmla="*/ 443389 w 912860"/>
                    <a:gd name="connsiteY6" fmla="*/ 90406 h 268934"/>
                    <a:gd name="connsiteX7" fmla="*/ 523208 w 912860"/>
                    <a:gd name="connsiteY7" fmla="*/ 62974 h 268934"/>
                    <a:gd name="connsiteX8" fmla="*/ 618077 w 912860"/>
                    <a:gd name="connsiteY8" fmla="*/ 75071 h 268934"/>
                    <a:gd name="connsiteX9" fmla="*/ 822198 w 912860"/>
                    <a:gd name="connsiteY9" fmla="*/ 90883 h 268934"/>
                    <a:gd name="connsiteX10" fmla="*/ 908875 w 912860"/>
                    <a:gd name="connsiteY10" fmla="*/ 113647 h 268934"/>
                    <a:gd name="connsiteX11" fmla="*/ 858869 w 912860"/>
                    <a:gd name="connsiteY11" fmla="*/ 78310 h 268934"/>
                    <a:gd name="connsiteX12" fmla="*/ 692562 w 912860"/>
                    <a:gd name="connsiteY12" fmla="*/ 22779 h 268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12860" h="268934">
                      <a:moveTo>
                        <a:pt x="692562" y="22779"/>
                      </a:moveTo>
                      <a:cubicBezTo>
                        <a:pt x="653129" y="11158"/>
                        <a:pt x="613029" y="-462"/>
                        <a:pt x="571976" y="14"/>
                      </a:cubicBezTo>
                      <a:cubicBezTo>
                        <a:pt x="486918" y="1062"/>
                        <a:pt x="412146" y="52687"/>
                        <a:pt x="339375" y="96788"/>
                      </a:cubicBezTo>
                      <a:cubicBezTo>
                        <a:pt x="248888" y="151557"/>
                        <a:pt x="152971" y="197277"/>
                        <a:pt x="53435" y="232996"/>
                      </a:cubicBezTo>
                      <a:cubicBezTo>
                        <a:pt x="32861" y="240425"/>
                        <a:pt x="10191" y="248902"/>
                        <a:pt x="0" y="268333"/>
                      </a:cubicBezTo>
                      <a:cubicBezTo>
                        <a:pt x="61817" y="273382"/>
                        <a:pt x="121158" y="245759"/>
                        <a:pt x="177069" y="218803"/>
                      </a:cubicBezTo>
                      <a:cubicBezTo>
                        <a:pt x="265843" y="176036"/>
                        <a:pt x="354616" y="133174"/>
                        <a:pt x="443389" y="90406"/>
                      </a:cubicBezTo>
                      <a:cubicBezTo>
                        <a:pt x="468916" y="78119"/>
                        <a:pt x="495014" y="65641"/>
                        <a:pt x="523208" y="62974"/>
                      </a:cubicBezTo>
                      <a:cubicBezTo>
                        <a:pt x="555117" y="59926"/>
                        <a:pt x="586549" y="69642"/>
                        <a:pt x="618077" y="75071"/>
                      </a:cubicBezTo>
                      <a:cubicBezTo>
                        <a:pt x="685419" y="86692"/>
                        <a:pt x="754951" y="78786"/>
                        <a:pt x="822198" y="90883"/>
                      </a:cubicBezTo>
                      <a:cubicBezTo>
                        <a:pt x="837152" y="93550"/>
                        <a:pt x="897826" y="119934"/>
                        <a:pt x="908875" y="113647"/>
                      </a:cubicBezTo>
                      <a:cubicBezTo>
                        <a:pt x="928782" y="102218"/>
                        <a:pt x="868108" y="82024"/>
                        <a:pt x="858869" y="78310"/>
                      </a:cubicBezTo>
                      <a:cubicBezTo>
                        <a:pt x="804767" y="56212"/>
                        <a:pt x="748665" y="39352"/>
                        <a:pt x="692562" y="22779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12" name="Forme libre : forme 9611">
                  <a:extLst>
                    <a:ext uri="{FF2B5EF4-FFF2-40B4-BE49-F238E27FC236}">
                      <a16:creationId xmlns:a16="http://schemas.microsoft.com/office/drawing/2014/main" id="{22AF3BB2-4DCB-4D33-A175-D936169BB463}"/>
                    </a:ext>
                  </a:extLst>
                </p:cNvPr>
                <p:cNvSpPr/>
                <p:nvPr/>
              </p:nvSpPr>
              <p:spPr>
                <a:xfrm>
                  <a:off x="5867594" y="1738852"/>
                  <a:ext cx="498407" cy="357790"/>
                </a:xfrm>
                <a:custGeom>
                  <a:avLst/>
                  <a:gdLst>
                    <a:gd name="connsiteX0" fmla="*/ 394431 w 498407"/>
                    <a:gd name="connsiteY0" fmla="*/ 48895 h 357790"/>
                    <a:gd name="connsiteX1" fmla="*/ 453390 w 498407"/>
                    <a:gd name="connsiteY1" fmla="*/ 61659 h 357790"/>
                    <a:gd name="connsiteX2" fmla="*/ 496158 w 498407"/>
                    <a:gd name="connsiteY2" fmla="*/ 102045 h 357790"/>
                    <a:gd name="connsiteX3" fmla="*/ 498063 w 498407"/>
                    <a:gd name="connsiteY3" fmla="*/ 116809 h 357790"/>
                    <a:gd name="connsiteX4" fmla="*/ 472345 w 498407"/>
                    <a:gd name="connsiteY4" fmla="*/ 140049 h 357790"/>
                    <a:gd name="connsiteX5" fmla="*/ 0 w 498407"/>
                    <a:gd name="connsiteY5" fmla="*/ 357791 h 357790"/>
                    <a:gd name="connsiteX6" fmla="*/ 217456 w 498407"/>
                    <a:gd name="connsiteY6" fmla="*/ 216249 h 357790"/>
                    <a:gd name="connsiteX7" fmla="*/ 258509 w 498407"/>
                    <a:gd name="connsiteY7" fmla="*/ 176911 h 357790"/>
                    <a:gd name="connsiteX8" fmla="*/ 236887 w 498407"/>
                    <a:gd name="connsiteY8" fmla="*/ 78042 h 357790"/>
                    <a:gd name="connsiteX9" fmla="*/ 126683 w 498407"/>
                    <a:gd name="connsiteY9" fmla="*/ 27845 h 357790"/>
                    <a:gd name="connsiteX10" fmla="*/ 117253 w 498407"/>
                    <a:gd name="connsiteY10" fmla="*/ 2604 h 357790"/>
                    <a:gd name="connsiteX11" fmla="*/ 394431 w 498407"/>
                    <a:gd name="connsiteY11" fmla="*/ 48895 h 357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98407" h="357790">
                      <a:moveTo>
                        <a:pt x="394431" y="48895"/>
                      </a:moveTo>
                      <a:cubicBezTo>
                        <a:pt x="414433" y="51467"/>
                        <a:pt x="434721" y="53943"/>
                        <a:pt x="453390" y="61659"/>
                      </a:cubicBezTo>
                      <a:cubicBezTo>
                        <a:pt x="472060" y="69374"/>
                        <a:pt x="489204" y="83090"/>
                        <a:pt x="496158" y="102045"/>
                      </a:cubicBezTo>
                      <a:cubicBezTo>
                        <a:pt x="497872" y="106712"/>
                        <a:pt x="499015" y="111856"/>
                        <a:pt x="498063" y="116809"/>
                      </a:cubicBezTo>
                      <a:cubicBezTo>
                        <a:pt x="495777" y="128619"/>
                        <a:pt x="483299" y="135097"/>
                        <a:pt x="472345" y="140049"/>
                      </a:cubicBezTo>
                      <a:cubicBezTo>
                        <a:pt x="313754" y="210630"/>
                        <a:pt x="166116" y="307309"/>
                        <a:pt x="0" y="357791"/>
                      </a:cubicBezTo>
                      <a:cubicBezTo>
                        <a:pt x="74009" y="313023"/>
                        <a:pt x="146590" y="265780"/>
                        <a:pt x="217456" y="216249"/>
                      </a:cubicBezTo>
                      <a:cubicBezTo>
                        <a:pt x="233172" y="205296"/>
                        <a:pt x="249270" y="193675"/>
                        <a:pt x="258509" y="176911"/>
                      </a:cubicBezTo>
                      <a:cubicBezTo>
                        <a:pt x="276035" y="145193"/>
                        <a:pt x="262890" y="103283"/>
                        <a:pt x="236887" y="78042"/>
                      </a:cubicBezTo>
                      <a:cubicBezTo>
                        <a:pt x="206788" y="48800"/>
                        <a:pt x="165831" y="38799"/>
                        <a:pt x="126683" y="27845"/>
                      </a:cubicBezTo>
                      <a:cubicBezTo>
                        <a:pt x="97346" y="19653"/>
                        <a:pt x="62770" y="-8636"/>
                        <a:pt x="117253" y="2604"/>
                      </a:cubicBezTo>
                      <a:cubicBezTo>
                        <a:pt x="209074" y="21368"/>
                        <a:pt x="301562" y="36894"/>
                        <a:pt x="394431" y="48895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13" name="Forme libre : forme 9612">
                  <a:extLst>
                    <a:ext uri="{FF2B5EF4-FFF2-40B4-BE49-F238E27FC236}">
                      <a16:creationId xmlns:a16="http://schemas.microsoft.com/office/drawing/2014/main" id="{5CFF22F8-422E-4C61-911E-E9242F4C4646}"/>
                    </a:ext>
                  </a:extLst>
                </p:cNvPr>
                <p:cNvSpPr/>
                <p:nvPr/>
              </p:nvSpPr>
              <p:spPr>
                <a:xfrm>
                  <a:off x="6604913" y="1636540"/>
                  <a:ext cx="454735" cy="299415"/>
                </a:xfrm>
                <a:custGeom>
                  <a:avLst/>
                  <a:gdLst>
                    <a:gd name="connsiteX0" fmla="*/ 83641 w 454735"/>
                    <a:gd name="connsiteY0" fmla="*/ 243790 h 299415"/>
                    <a:gd name="connsiteX1" fmla="*/ 4107 w 454735"/>
                    <a:gd name="connsiteY1" fmla="*/ 208737 h 299415"/>
                    <a:gd name="connsiteX2" fmla="*/ 12 w 454735"/>
                    <a:gd name="connsiteY2" fmla="*/ 201117 h 299415"/>
                    <a:gd name="connsiteX3" fmla="*/ 8298 w 454735"/>
                    <a:gd name="connsiteY3" fmla="*/ 192831 h 299415"/>
                    <a:gd name="connsiteX4" fmla="*/ 418159 w 454735"/>
                    <a:gd name="connsiteY4" fmla="*/ 7093 h 299415"/>
                    <a:gd name="connsiteX5" fmla="*/ 454735 w 454735"/>
                    <a:gd name="connsiteY5" fmla="*/ 2807 h 299415"/>
                    <a:gd name="connsiteX6" fmla="*/ 337482 w 454735"/>
                    <a:gd name="connsiteY6" fmla="*/ 86056 h 299415"/>
                    <a:gd name="connsiteX7" fmla="*/ 243756 w 454735"/>
                    <a:gd name="connsiteY7" fmla="*/ 179115 h 299415"/>
                    <a:gd name="connsiteX8" fmla="*/ 267283 w 454735"/>
                    <a:gd name="connsiteY8" fmla="*/ 299416 h 299415"/>
                    <a:gd name="connsiteX9" fmla="*/ 181939 w 454735"/>
                    <a:gd name="connsiteY9" fmla="*/ 271793 h 299415"/>
                    <a:gd name="connsiteX10" fmla="*/ 83641 w 454735"/>
                    <a:gd name="connsiteY10" fmla="*/ 243790 h 299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4735" h="299415">
                      <a:moveTo>
                        <a:pt x="83641" y="243790"/>
                      </a:moveTo>
                      <a:cubicBezTo>
                        <a:pt x="55161" y="236550"/>
                        <a:pt x="24967" y="229312"/>
                        <a:pt x="4107" y="208737"/>
                      </a:cubicBezTo>
                      <a:cubicBezTo>
                        <a:pt x="2012" y="206642"/>
                        <a:pt x="-179" y="204070"/>
                        <a:pt x="12" y="201117"/>
                      </a:cubicBezTo>
                      <a:cubicBezTo>
                        <a:pt x="202" y="197022"/>
                        <a:pt x="4488" y="194545"/>
                        <a:pt x="8298" y="192831"/>
                      </a:cubicBezTo>
                      <a:cubicBezTo>
                        <a:pt x="144887" y="130918"/>
                        <a:pt x="281571" y="69006"/>
                        <a:pt x="418159" y="7093"/>
                      </a:cubicBezTo>
                      <a:cubicBezTo>
                        <a:pt x="429780" y="1854"/>
                        <a:pt x="443591" y="-3384"/>
                        <a:pt x="454735" y="2807"/>
                      </a:cubicBezTo>
                      <a:cubicBezTo>
                        <a:pt x="426827" y="42336"/>
                        <a:pt x="379393" y="61862"/>
                        <a:pt x="337482" y="86056"/>
                      </a:cubicBezTo>
                      <a:cubicBezTo>
                        <a:pt x="298715" y="108439"/>
                        <a:pt x="261568" y="137967"/>
                        <a:pt x="243756" y="179115"/>
                      </a:cubicBezTo>
                      <a:cubicBezTo>
                        <a:pt x="225944" y="220167"/>
                        <a:pt x="233469" y="269412"/>
                        <a:pt x="267283" y="299416"/>
                      </a:cubicBezTo>
                      <a:cubicBezTo>
                        <a:pt x="240042" y="298082"/>
                        <a:pt x="208228" y="280175"/>
                        <a:pt x="181939" y="271793"/>
                      </a:cubicBezTo>
                      <a:cubicBezTo>
                        <a:pt x="149364" y="261506"/>
                        <a:pt x="116598" y="252171"/>
                        <a:pt x="83641" y="243790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14" name="Forme libre : forme 9613">
                  <a:extLst>
                    <a:ext uri="{FF2B5EF4-FFF2-40B4-BE49-F238E27FC236}">
                      <a16:creationId xmlns:a16="http://schemas.microsoft.com/office/drawing/2014/main" id="{335394DA-886F-4088-AD4A-78D63AD13D06}"/>
                    </a:ext>
                  </a:extLst>
                </p:cNvPr>
                <p:cNvSpPr/>
                <p:nvPr/>
              </p:nvSpPr>
              <p:spPr>
                <a:xfrm>
                  <a:off x="6118483" y="1570157"/>
                  <a:ext cx="762000" cy="214240"/>
                </a:xfrm>
                <a:custGeom>
                  <a:avLst/>
                  <a:gdLst>
                    <a:gd name="connsiteX0" fmla="*/ 0 w 762000"/>
                    <a:gd name="connsiteY0" fmla="*/ 105481 h 214240"/>
                    <a:gd name="connsiteX1" fmla="*/ 295846 w 762000"/>
                    <a:gd name="connsiteY1" fmla="*/ 199588 h 214240"/>
                    <a:gd name="connsiteX2" fmla="*/ 355949 w 762000"/>
                    <a:gd name="connsiteY2" fmla="*/ 213780 h 214240"/>
                    <a:gd name="connsiteX3" fmla="*/ 397573 w 762000"/>
                    <a:gd name="connsiteY3" fmla="*/ 197206 h 214240"/>
                    <a:gd name="connsiteX4" fmla="*/ 660749 w 762000"/>
                    <a:gd name="connsiteY4" fmla="*/ 72619 h 214240"/>
                    <a:gd name="connsiteX5" fmla="*/ 762000 w 762000"/>
                    <a:gd name="connsiteY5" fmla="*/ 39 h 214240"/>
                    <a:gd name="connsiteX6" fmla="*/ 683133 w 762000"/>
                    <a:gd name="connsiteY6" fmla="*/ 19279 h 214240"/>
                    <a:gd name="connsiteX7" fmla="*/ 475012 w 762000"/>
                    <a:gd name="connsiteY7" fmla="*/ 80144 h 214240"/>
                    <a:gd name="connsiteX8" fmla="*/ 292513 w 762000"/>
                    <a:gd name="connsiteY8" fmla="*/ 118054 h 214240"/>
                    <a:gd name="connsiteX9" fmla="*/ 41339 w 762000"/>
                    <a:gd name="connsiteY9" fmla="*/ 115101 h 214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2000" h="214240">
                      <a:moveTo>
                        <a:pt x="0" y="105481"/>
                      </a:moveTo>
                      <a:cubicBezTo>
                        <a:pt x="101251" y="127674"/>
                        <a:pt x="200406" y="159202"/>
                        <a:pt x="295846" y="199588"/>
                      </a:cubicBezTo>
                      <a:cubicBezTo>
                        <a:pt x="315087" y="207684"/>
                        <a:pt x="335280" y="216352"/>
                        <a:pt x="355949" y="213780"/>
                      </a:cubicBezTo>
                      <a:cubicBezTo>
                        <a:pt x="370904" y="211970"/>
                        <a:pt x="384429" y="204445"/>
                        <a:pt x="397573" y="197206"/>
                      </a:cubicBezTo>
                      <a:cubicBezTo>
                        <a:pt x="482727" y="150534"/>
                        <a:pt x="570643" y="108814"/>
                        <a:pt x="660749" y="72619"/>
                      </a:cubicBezTo>
                      <a:cubicBezTo>
                        <a:pt x="700278" y="56713"/>
                        <a:pt x="743808" y="38615"/>
                        <a:pt x="762000" y="39"/>
                      </a:cubicBezTo>
                      <a:cubicBezTo>
                        <a:pt x="734759" y="-723"/>
                        <a:pt x="708660" y="9850"/>
                        <a:pt x="683133" y="19279"/>
                      </a:cubicBezTo>
                      <a:cubicBezTo>
                        <a:pt x="615220" y="44235"/>
                        <a:pt x="545021" y="62237"/>
                        <a:pt x="475012" y="80144"/>
                      </a:cubicBezTo>
                      <a:cubicBezTo>
                        <a:pt x="414718" y="95575"/>
                        <a:pt x="354235" y="111005"/>
                        <a:pt x="292513" y="118054"/>
                      </a:cubicBezTo>
                      <a:cubicBezTo>
                        <a:pt x="209169" y="127483"/>
                        <a:pt x="124968" y="121292"/>
                        <a:pt x="41339" y="115101"/>
                      </a:cubicBezTo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15" name="Forme libre : forme 9614">
                  <a:extLst>
                    <a:ext uri="{FF2B5EF4-FFF2-40B4-BE49-F238E27FC236}">
                      <a16:creationId xmlns:a16="http://schemas.microsoft.com/office/drawing/2014/main" id="{3A44528E-1D72-48D6-89C8-6B066A6BAD18}"/>
                    </a:ext>
                  </a:extLst>
                </p:cNvPr>
                <p:cNvSpPr/>
                <p:nvPr/>
              </p:nvSpPr>
              <p:spPr>
                <a:xfrm>
                  <a:off x="7162207" y="1467193"/>
                  <a:ext cx="393043" cy="130211"/>
                </a:xfrm>
                <a:custGeom>
                  <a:avLst/>
                  <a:gdLst>
                    <a:gd name="connsiteX0" fmla="*/ 258724 w 393043"/>
                    <a:gd name="connsiteY0" fmla="*/ 228 h 130211"/>
                    <a:gd name="connsiteX1" fmla="*/ 179381 w 393043"/>
                    <a:gd name="connsiteY1" fmla="*/ 21183 h 130211"/>
                    <a:gd name="connsiteX2" fmla="*/ 10789 w 393043"/>
                    <a:gd name="connsiteY2" fmla="*/ 104146 h 130211"/>
                    <a:gd name="connsiteX3" fmla="*/ 4312 w 393043"/>
                    <a:gd name="connsiteY3" fmla="*/ 129196 h 130211"/>
                    <a:gd name="connsiteX4" fmla="*/ 12693 w 393043"/>
                    <a:gd name="connsiteY4" fmla="*/ 129958 h 130211"/>
                    <a:gd name="connsiteX5" fmla="*/ 78226 w 393043"/>
                    <a:gd name="connsiteY5" fmla="*/ 100907 h 130211"/>
                    <a:gd name="connsiteX6" fmla="*/ 325114 w 393043"/>
                    <a:gd name="connsiteY6" fmla="*/ 52044 h 130211"/>
                    <a:gd name="connsiteX7" fmla="*/ 386169 w 393043"/>
                    <a:gd name="connsiteY7" fmla="*/ 22992 h 130211"/>
                    <a:gd name="connsiteX8" fmla="*/ 322637 w 393043"/>
                    <a:gd name="connsiteY8" fmla="*/ 7657 h 130211"/>
                    <a:gd name="connsiteX9" fmla="*/ 258724 w 393043"/>
                    <a:gd name="connsiteY9" fmla="*/ 228 h 130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3043" h="130211">
                      <a:moveTo>
                        <a:pt x="258724" y="228"/>
                      </a:moveTo>
                      <a:cubicBezTo>
                        <a:pt x="231292" y="1752"/>
                        <a:pt x="205099" y="11562"/>
                        <a:pt x="179381" y="21183"/>
                      </a:cubicBezTo>
                      <a:cubicBezTo>
                        <a:pt x="120517" y="43281"/>
                        <a:pt x="60795" y="66046"/>
                        <a:pt x="10789" y="104146"/>
                      </a:cubicBezTo>
                      <a:cubicBezTo>
                        <a:pt x="2502" y="110432"/>
                        <a:pt x="-5023" y="124529"/>
                        <a:pt x="4312" y="129196"/>
                      </a:cubicBezTo>
                      <a:cubicBezTo>
                        <a:pt x="6883" y="130434"/>
                        <a:pt x="9836" y="130339"/>
                        <a:pt x="12693" y="129958"/>
                      </a:cubicBezTo>
                      <a:cubicBezTo>
                        <a:pt x="36506" y="126910"/>
                        <a:pt x="57176" y="112528"/>
                        <a:pt x="78226" y="100907"/>
                      </a:cubicBezTo>
                      <a:cubicBezTo>
                        <a:pt x="153378" y="59473"/>
                        <a:pt x="240722" y="50710"/>
                        <a:pt x="325114" y="52044"/>
                      </a:cubicBezTo>
                      <a:cubicBezTo>
                        <a:pt x="336067" y="52234"/>
                        <a:pt x="416744" y="55758"/>
                        <a:pt x="386169" y="22992"/>
                      </a:cubicBezTo>
                      <a:cubicBezTo>
                        <a:pt x="377025" y="13182"/>
                        <a:pt x="336258" y="10610"/>
                        <a:pt x="322637" y="7657"/>
                      </a:cubicBezTo>
                      <a:cubicBezTo>
                        <a:pt x="301587" y="2990"/>
                        <a:pt x="280346" y="-1011"/>
                        <a:pt x="258724" y="228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16" name="Forme libre : forme 9615">
                  <a:extLst>
                    <a:ext uri="{FF2B5EF4-FFF2-40B4-BE49-F238E27FC236}">
                      <a16:creationId xmlns:a16="http://schemas.microsoft.com/office/drawing/2014/main" id="{395BA91D-49EC-4F7D-BA6A-6633062178CC}"/>
                    </a:ext>
                  </a:extLst>
                </p:cNvPr>
                <p:cNvSpPr/>
                <p:nvPr/>
              </p:nvSpPr>
              <p:spPr>
                <a:xfrm>
                  <a:off x="7180235" y="1262817"/>
                  <a:ext cx="501014" cy="113374"/>
                </a:xfrm>
                <a:custGeom>
                  <a:avLst/>
                  <a:gdLst>
                    <a:gd name="connsiteX0" fmla="*/ 207930 w 501014"/>
                    <a:gd name="connsiteY0" fmla="*/ 106877 h 113374"/>
                    <a:gd name="connsiteX1" fmla="*/ 255651 w 501014"/>
                    <a:gd name="connsiteY1" fmla="*/ 113354 h 113374"/>
                    <a:gd name="connsiteX2" fmla="*/ 368236 w 501014"/>
                    <a:gd name="connsiteY2" fmla="*/ 81350 h 113374"/>
                    <a:gd name="connsiteX3" fmla="*/ 501015 w 501014"/>
                    <a:gd name="connsiteY3" fmla="*/ 769 h 113374"/>
                    <a:gd name="connsiteX4" fmla="*/ 378333 w 501014"/>
                    <a:gd name="connsiteY4" fmla="*/ 16485 h 113374"/>
                    <a:gd name="connsiteX5" fmla="*/ 185547 w 501014"/>
                    <a:gd name="connsiteY5" fmla="*/ 48203 h 113374"/>
                    <a:gd name="connsiteX6" fmla="*/ 90678 w 501014"/>
                    <a:gd name="connsiteY6" fmla="*/ 56395 h 113374"/>
                    <a:gd name="connsiteX7" fmla="*/ 0 w 501014"/>
                    <a:gd name="connsiteY7" fmla="*/ 64777 h 113374"/>
                    <a:gd name="connsiteX8" fmla="*/ 207930 w 501014"/>
                    <a:gd name="connsiteY8" fmla="*/ 106877 h 113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1014" h="113374">
                      <a:moveTo>
                        <a:pt x="207930" y="106877"/>
                      </a:moveTo>
                      <a:cubicBezTo>
                        <a:pt x="223647" y="110021"/>
                        <a:pt x="239553" y="113069"/>
                        <a:pt x="255651" y="113354"/>
                      </a:cubicBezTo>
                      <a:cubicBezTo>
                        <a:pt x="294989" y="114021"/>
                        <a:pt x="332518" y="97829"/>
                        <a:pt x="368236" y="81350"/>
                      </a:cubicBezTo>
                      <a:cubicBezTo>
                        <a:pt x="415480" y="59538"/>
                        <a:pt x="462915" y="36202"/>
                        <a:pt x="501015" y="769"/>
                      </a:cubicBezTo>
                      <a:cubicBezTo>
                        <a:pt x="459771" y="-2946"/>
                        <a:pt x="418719" y="7532"/>
                        <a:pt x="378333" y="16485"/>
                      </a:cubicBezTo>
                      <a:cubicBezTo>
                        <a:pt x="314706" y="30582"/>
                        <a:pt x="250317" y="41060"/>
                        <a:pt x="185547" y="48203"/>
                      </a:cubicBezTo>
                      <a:cubicBezTo>
                        <a:pt x="154019" y="51728"/>
                        <a:pt x="122396" y="54395"/>
                        <a:pt x="90678" y="56395"/>
                      </a:cubicBezTo>
                      <a:cubicBezTo>
                        <a:pt x="69532" y="57728"/>
                        <a:pt x="14478" y="50775"/>
                        <a:pt x="0" y="64777"/>
                      </a:cubicBezTo>
                      <a:cubicBezTo>
                        <a:pt x="62674" y="89256"/>
                        <a:pt x="141637" y="93828"/>
                        <a:pt x="207930" y="106877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17" name="Forme libre : forme 9616">
                  <a:extLst>
                    <a:ext uri="{FF2B5EF4-FFF2-40B4-BE49-F238E27FC236}">
                      <a16:creationId xmlns:a16="http://schemas.microsoft.com/office/drawing/2014/main" id="{E54C466D-A2B0-449A-AB49-01592B435E28}"/>
                    </a:ext>
                  </a:extLst>
                </p:cNvPr>
                <p:cNvSpPr/>
                <p:nvPr/>
              </p:nvSpPr>
              <p:spPr>
                <a:xfrm>
                  <a:off x="7026406" y="1387592"/>
                  <a:ext cx="288873" cy="172507"/>
                </a:xfrm>
                <a:custGeom>
                  <a:avLst/>
                  <a:gdLst>
                    <a:gd name="connsiteX0" fmla="*/ 288798 w 288873"/>
                    <a:gd name="connsiteY0" fmla="*/ 50492 h 172507"/>
                    <a:gd name="connsiteX1" fmla="*/ 244697 w 288873"/>
                    <a:gd name="connsiteY1" fmla="*/ 95355 h 172507"/>
                    <a:gd name="connsiteX2" fmla="*/ 0 w 288873"/>
                    <a:gd name="connsiteY2" fmla="*/ 172507 h 172507"/>
                    <a:gd name="connsiteX3" fmla="*/ 86201 w 288873"/>
                    <a:gd name="connsiteY3" fmla="*/ 75162 h 172507"/>
                    <a:gd name="connsiteX4" fmla="*/ 132874 w 288873"/>
                    <a:gd name="connsiteY4" fmla="*/ 12392 h 172507"/>
                    <a:gd name="connsiteX5" fmla="*/ 288798 w 288873"/>
                    <a:gd name="connsiteY5" fmla="*/ 50492 h 172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8873" h="172507">
                      <a:moveTo>
                        <a:pt x="288798" y="50492"/>
                      </a:moveTo>
                      <a:cubicBezTo>
                        <a:pt x="290417" y="72971"/>
                        <a:pt x="265652" y="86973"/>
                        <a:pt x="244697" y="95355"/>
                      </a:cubicBezTo>
                      <a:cubicBezTo>
                        <a:pt x="165068" y="127073"/>
                        <a:pt x="84677" y="159077"/>
                        <a:pt x="0" y="172507"/>
                      </a:cubicBezTo>
                      <a:cubicBezTo>
                        <a:pt x="29146" y="140789"/>
                        <a:pt x="60770" y="110023"/>
                        <a:pt x="86201" y="75162"/>
                      </a:cubicBezTo>
                      <a:cubicBezTo>
                        <a:pt x="100965" y="54874"/>
                        <a:pt x="112776" y="28204"/>
                        <a:pt x="132874" y="12392"/>
                      </a:cubicBezTo>
                      <a:cubicBezTo>
                        <a:pt x="165068" y="-12849"/>
                        <a:pt x="285274" y="772"/>
                        <a:pt x="288798" y="50492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18" name="Forme libre : forme 9617">
                  <a:extLst>
                    <a:ext uri="{FF2B5EF4-FFF2-40B4-BE49-F238E27FC236}">
                      <a16:creationId xmlns:a16="http://schemas.microsoft.com/office/drawing/2014/main" id="{4CD7EC49-A5D7-4BDB-BA88-5ADC33AF52B7}"/>
                    </a:ext>
                  </a:extLst>
                </p:cNvPr>
                <p:cNvSpPr/>
                <p:nvPr/>
              </p:nvSpPr>
              <p:spPr>
                <a:xfrm>
                  <a:off x="7516505" y="1373762"/>
                  <a:ext cx="281764" cy="93253"/>
                </a:xfrm>
                <a:custGeom>
                  <a:avLst/>
                  <a:gdLst>
                    <a:gd name="connsiteX0" fmla="*/ 12630 w 281764"/>
                    <a:gd name="connsiteY0" fmla="*/ 37748 h 93253"/>
                    <a:gd name="connsiteX1" fmla="*/ 247 w 281764"/>
                    <a:gd name="connsiteY1" fmla="*/ 54512 h 93253"/>
                    <a:gd name="connsiteX2" fmla="*/ 17488 w 281764"/>
                    <a:gd name="connsiteY2" fmla="*/ 64418 h 93253"/>
                    <a:gd name="connsiteX3" fmla="*/ 197796 w 281764"/>
                    <a:gd name="connsiteY3" fmla="*/ 92040 h 93253"/>
                    <a:gd name="connsiteX4" fmla="*/ 212750 w 281764"/>
                    <a:gd name="connsiteY4" fmla="*/ 92707 h 93253"/>
                    <a:gd name="connsiteX5" fmla="*/ 222371 w 281764"/>
                    <a:gd name="connsiteY5" fmla="*/ 88230 h 93253"/>
                    <a:gd name="connsiteX6" fmla="*/ 281616 w 281764"/>
                    <a:gd name="connsiteY6" fmla="*/ 53083 h 93253"/>
                    <a:gd name="connsiteX7" fmla="*/ 267329 w 281764"/>
                    <a:gd name="connsiteY7" fmla="*/ 44701 h 93253"/>
                    <a:gd name="connsiteX8" fmla="*/ 117215 w 281764"/>
                    <a:gd name="connsiteY8" fmla="*/ 18412 h 93253"/>
                    <a:gd name="connsiteX9" fmla="*/ 84925 w 281764"/>
                    <a:gd name="connsiteY9" fmla="*/ 1553 h 93253"/>
                    <a:gd name="connsiteX10" fmla="*/ 12630 w 281764"/>
                    <a:gd name="connsiteY10" fmla="*/ 37748 h 93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1764" h="93253">
                      <a:moveTo>
                        <a:pt x="12630" y="37748"/>
                      </a:moveTo>
                      <a:cubicBezTo>
                        <a:pt x="6058" y="41367"/>
                        <a:pt x="-1467" y="47273"/>
                        <a:pt x="247" y="54512"/>
                      </a:cubicBezTo>
                      <a:cubicBezTo>
                        <a:pt x="1867" y="61370"/>
                        <a:pt x="10439" y="63560"/>
                        <a:pt x="17488" y="64418"/>
                      </a:cubicBezTo>
                      <a:cubicBezTo>
                        <a:pt x="77876" y="71752"/>
                        <a:pt x="137979" y="80991"/>
                        <a:pt x="197796" y="92040"/>
                      </a:cubicBezTo>
                      <a:cubicBezTo>
                        <a:pt x="202749" y="92993"/>
                        <a:pt x="207798" y="93850"/>
                        <a:pt x="212750" y="92707"/>
                      </a:cubicBezTo>
                      <a:cubicBezTo>
                        <a:pt x="216180" y="91849"/>
                        <a:pt x="219322" y="90040"/>
                        <a:pt x="222371" y="88230"/>
                      </a:cubicBezTo>
                      <a:cubicBezTo>
                        <a:pt x="242087" y="76514"/>
                        <a:pt x="261900" y="64799"/>
                        <a:pt x="281616" y="53083"/>
                      </a:cubicBezTo>
                      <a:cubicBezTo>
                        <a:pt x="283045" y="46796"/>
                        <a:pt x="273806" y="44320"/>
                        <a:pt x="267329" y="44701"/>
                      </a:cubicBezTo>
                      <a:cubicBezTo>
                        <a:pt x="223228" y="47558"/>
                        <a:pt x="149123" y="54226"/>
                        <a:pt x="117215" y="18412"/>
                      </a:cubicBezTo>
                      <a:cubicBezTo>
                        <a:pt x="104166" y="3839"/>
                        <a:pt x="106165" y="-3401"/>
                        <a:pt x="84925" y="1553"/>
                      </a:cubicBezTo>
                      <a:cubicBezTo>
                        <a:pt x="60826" y="6982"/>
                        <a:pt x="34061" y="25841"/>
                        <a:pt x="12630" y="37748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19" name="Forme libre : forme 9618">
                  <a:extLst>
                    <a:ext uri="{FF2B5EF4-FFF2-40B4-BE49-F238E27FC236}">
                      <a16:creationId xmlns:a16="http://schemas.microsoft.com/office/drawing/2014/main" id="{20D15519-B242-435C-ADC9-19D9B6CA2CEA}"/>
                    </a:ext>
                  </a:extLst>
                </p:cNvPr>
                <p:cNvSpPr/>
                <p:nvPr/>
              </p:nvSpPr>
              <p:spPr>
                <a:xfrm>
                  <a:off x="5962272" y="1259389"/>
                  <a:ext cx="852773" cy="132403"/>
                </a:xfrm>
                <a:custGeom>
                  <a:avLst/>
                  <a:gdLst>
                    <a:gd name="connsiteX0" fmla="*/ 0 w 852773"/>
                    <a:gd name="connsiteY0" fmla="*/ 129642 h 132403"/>
                    <a:gd name="connsiteX1" fmla="*/ 266795 w 852773"/>
                    <a:gd name="connsiteY1" fmla="*/ 52680 h 132403"/>
                    <a:gd name="connsiteX2" fmla="*/ 547402 w 852773"/>
                    <a:gd name="connsiteY2" fmla="*/ 6 h 132403"/>
                    <a:gd name="connsiteX3" fmla="*/ 690753 w 852773"/>
                    <a:gd name="connsiteY3" fmla="*/ 14580 h 132403"/>
                    <a:gd name="connsiteX4" fmla="*/ 852774 w 852773"/>
                    <a:gd name="connsiteY4" fmla="*/ 60871 h 132403"/>
                    <a:gd name="connsiteX5" fmla="*/ 55055 w 852773"/>
                    <a:gd name="connsiteY5" fmla="*/ 132404 h 132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2773" h="132403">
                      <a:moveTo>
                        <a:pt x="0" y="129642"/>
                      </a:moveTo>
                      <a:cubicBezTo>
                        <a:pt x="88964" y="104019"/>
                        <a:pt x="177928" y="78397"/>
                        <a:pt x="266795" y="52680"/>
                      </a:cubicBezTo>
                      <a:cubicBezTo>
                        <a:pt x="358521" y="26200"/>
                        <a:pt x="451866" y="-470"/>
                        <a:pt x="547402" y="6"/>
                      </a:cubicBezTo>
                      <a:cubicBezTo>
                        <a:pt x="595503" y="292"/>
                        <a:pt x="643224" y="7436"/>
                        <a:pt x="690753" y="14580"/>
                      </a:cubicBezTo>
                      <a:cubicBezTo>
                        <a:pt x="746665" y="22962"/>
                        <a:pt x="804196" y="31915"/>
                        <a:pt x="852774" y="60871"/>
                      </a:cubicBezTo>
                      <a:cubicBezTo>
                        <a:pt x="585883" y="73539"/>
                        <a:pt x="318231" y="86303"/>
                        <a:pt x="55055" y="132404"/>
                      </a:cubicBezTo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20" name="Forme libre : forme 9619">
                  <a:extLst>
                    <a:ext uri="{FF2B5EF4-FFF2-40B4-BE49-F238E27FC236}">
                      <a16:creationId xmlns:a16="http://schemas.microsoft.com/office/drawing/2014/main" id="{147855BF-417D-46DB-B4B3-3CFBB133AED7}"/>
                    </a:ext>
                  </a:extLst>
                </p:cNvPr>
                <p:cNvSpPr/>
                <p:nvPr/>
              </p:nvSpPr>
              <p:spPr>
                <a:xfrm>
                  <a:off x="4547236" y="1357414"/>
                  <a:ext cx="653703" cy="121626"/>
                </a:xfrm>
                <a:custGeom>
                  <a:avLst/>
                  <a:gdLst>
                    <a:gd name="connsiteX0" fmla="*/ 267941 w 653703"/>
                    <a:gd name="connsiteY0" fmla="*/ 15995 h 121626"/>
                    <a:gd name="connsiteX1" fmla="*/ 348999 w 653703"/>
                    <a:gd name="connsiteY1" fmla="*/ 88 h 121626"/>
                    <a:gd name="connsiteX2" fmla="*/ 479872 w 653703"/>
                    <a:gd name="connsiteY2" fmla="*/ 30759 h 121626"/>
                    <a:gd name="connsiteX3" fmla="*/ 653703 w 653703"/>
                    <a:gd name="connsiteY3" fmla="*/ 119627 h 121626"/>
                    <a:gd name="connsiteX4" fmla="*/ 468823 w 653703"/>
                    <a:gd name="connsiteY4" fmla="*/ 84384 h 121626"/>
                    <a:gd name="connsiteX5" fmla="*/ 263655 w 653703"/>
                    <a:gd name="connsiteY5" fmla="*/ 53809 h 121626"/>
                    <a:gd name="connsiteX6" fmla="*/ 765 w 653703"/>
                    <a:gd name="connsiteY6" fmla="*/ 104387 h 121626"/>
                    <a:gd name="connsiteX7" fmla="*/ 106016 w 653703"/>
                    <a:gd name="connsiteY7" fmla="*/ 61429 h 121626"/>
                    <a:gd name="connsiteX8" fmla="*/ 267941 w 653703"/>
                    <a:gd name="connsiteY8" fmla="*/ 15995 h 121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3703" h="121626">
                      <a:moveTo>
                        <a:pt x="267941" y="15995"/>
                      </a:moveTo>
                      <a:cubicBezTo>
                        <a:pt x="294516" y="8565"/>
                        <a:pt x="321376" y="1041"/>
                        <a:pt x="348999" y="88"/>
                      </a:cubicBezTo>
                      <a:cubicBezTo>
                        <a:pt x="394052" y="-1341"/>
                        <a:pt x="437676" y="14852"/>
                        <a:pt x="479872" y="30759"/>
                      </a:cubicBezTo>
                      <a:cubicBezTo>
                        <a:pt x="541023" y="53904"/>
                        <a:pt x="603507" y="77717"/>
                        <a:pt x="653703" y="119627"/>
                      </a:cubicBezTo>
                      <a:cubicBezTo>
                        <a:pt x="591029" y="128866"/>
                        <a:pt x="529021" y="104196"/>
                        <a:pt x="468823" y="84384"/>
                      </a:cubicBezTo>
                      <a:cubicBezTo>
                        <a:pt x="402624" y="62572"/>
                        <a:pt x="332901" y="46094"/>
                        <a:pt x="263655" y="53809"/>
                      </a:cubicBezTo>
                      <a:cubicBezTo>
                        <a:pt x="224697" y="58095"/>
                        <a:pt x="21720" y="144582"/>
                        <a:pt x="765" y="104387"/>
                      </a:cubicBezTo>
                      <a:cubicBezTo>
                        <a:pt x="-9523" y="84765"/>
                        <a:pt x="87061" y="66763"/>
                        <a:pt x="106016" y="61429"/>
                      </a:cubicBezTo>
                      <a:cubicBezTo>
                        <a:pt x="159928" y="46284"/>
                        <a:pt x="213934" y="31140"/>
                        <a:pt x="267941" y="15995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21" name="Forme libre : forme 9620">
                  <a:extLst>
                    <a:ext uri="{FF2B5EF4-FFF2-40B4-BE49-F238E27FC236}">
                      <a16:creationId xmlns:a16="http://schemas.microsoft.com/office/drawing/2014/main" id="{48C0B4B0-09D9-4828-940B-7AF5C20185D1}"/>
                    </a:ext>
                  </a:extLst>
                </p:cNvPr>
                <p:cNvSpPr/>
                <p:nvPr/>
              </p:nvSpPr>
              <p:spPr>
                <a:xfrm>
                  <a:off x="5013836" y="1253105"/>
                  <a:ext cx="388462" cy="127107"/>
                </a:xfrm>
                <a:custGeom>
                  <a:avLst/>
                  <a:gdLst>
                    <a:gd name="connsiteX0" fmla="*/ 154528 w 388462"/>
                    <a:gd name="connsiteY0" fmla="*/ 13719 h 127107"/>
                    <a:gd name="connsiteX1" fmla="*/ 8701 w 388462"/>
                    <a:gd name="connsiteY1" fmla="*/ 48676 h 127107"/>
                    <a:gd name="connsiteX2" fmla="*/ 33 w 388462"/>
                    <a:gd name="connsiteY2" fmla="*/ 59916 h 127107"/>
                    <a:gd name="connsiteX3" fmla="*/ 7177 w 388462"/>
                    <a:gd name="connsiteY3" fmla="*/ 68298 h 127107"/>
                    <a:gd name="connsiteX4" fmla="*/ 79376 w 388462"/>
                    <a:gd name="connsiteY4" fmla="*/ 75918 h 127107"/>
                    <a:gd name="connsiteX5" fmla="*/ 147671 w 388462"/>
                    <a:gd name="connsiteY5" fmla="*/ 108684 h 127107"/>
                    <a:gd name="connsiteX6" fmla="*/ 219965 w 388462"/>
                    <a:gd name="connsiteY6" fmla="*/ 124400 h 127107"/>
                    <a:gd name="connsiteX7" fmla="*/ 170245 w 388462"/>
                    <a:gd name="connsiteY7" fmla="*/ 70012 h 127107"/>
                    <a:gd name="connsiteX8" fmla="*/ 297403 w 388462"/>
                    <a:gd name="connsiteY8" fmla="*/ 38865 h 127107"/>
                    <a:gd name="connsiteX9" fmla="*/ 388462 w 388462"/>
                    <a:gd name="connsiteY9" fmla="*/ 6385 h 127107"/>
                    <a:gd name="connsiteX10" fmla="*/ 154528 w 388462"/>
                    <a:gd name="connsiteY10" fmla="*/ 13719 h 127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88462" h="127107">
                      <a:moveTo>
                        <a:pt x="154528" y="13719"/>
                      </a:moveTo>
                      <a:cubicBezTo>
                        <a:pt x="104237" y="17720"/>
                        <a:pt x="52421" y="23625"/>
                        <a:pt x="8701" y="48676"/>
                      </a:cubicBezTo>
                      <a:cubicBezTo>
                        <a:pt x="4319" y="51153"/>
                        <a:pt x="-444" y="54963"/>
                        <a:pt x="33" y="59916"/>
                      </a:cubicBezTo>
                      <a:cubicBezTo>
                        <a:pt x="414" y="63726"/>
                        <a:pt x="3843" y="66488"/>
                        <a:pt x="7177" y="68298"/>
                      </a:cubicBezTo>
                      <a:cubicBezTo>
                        <a:pt x="28703" y="79918"/>
                        <a:pt x="55278" y="72203"/>
                        <a:pt x="79376" y="75918"/>
                      </a:cubicBezTo>
                      <a:cubicBezTo>
                        <a:pt x="104522" y="79728"/>
                        <a:pt x="125858" y="95730"/>
                        <a:pt x="147671" y="108684"/>
                      </a:cubicBezTo>
                      <a:cubicBezTo>
                        <a:pt x="169483" y="121638"/>
                        <a:pt x="195772" y="132306"/>
                        <a:pt x="219965" y="124400"/>
                      </a:cubicBezTo>
                      <a:cubicBezTo>
                        <a:pt x="208630" y="102302"/>
                        <a:pt x="191295" y="83252"/>
                        <a:pt x="170245" y="70012"/>
                      </a:cubicBezTo>
                      <a:cubicBezTo>
                        <a:pt x="212440" y="58868"/>
                        <a:pt x="254827" y="48486"/>
                        <a:pt x="297403" y="38865"/>
                      </a:cubicBezTo>
                      <a:cubicBezTo>
                        <a:pt x="323312" y="33055"/>
                        <a:pt x="375413" y="32865"/>
                        <a:pt x="388462" y="6385"/>
                      </a:cubicBezTo>
                      <a:cubicBezTo>
                        <a:pt x="318739" y="-9236"/>
                        <a:pt x="226156" y="8004"/>
                        <a:pt x="154528" y="13719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22" name="Forme libre : forme 9621">
                  <a:extLst>
                    <a:ext uri="{FF2B5EF4-FFF2-40B4-BE49-F238E27FC236}">
                      <a16:creationId xmlns:a16="http://schemas.microsoft.com/office/drawing/2014/main" id="{E37C39AA-F7B7-4C74-9B34-04182AA5A098}"/>
                    </a:ext>
                  </a:extLst>
                </p:cNvPr>
                <p:cNvSpPr/>
                <p:nvPr/>
              </p:nvSpPr>
              <p:spPr>
                <a:xfrm>
                  <a:off x="3036859" y="1237350"/>
                  <a:ext cx="178623" cy="66790"/>
                </a:xfrm>
                <a:custGeom>
                  <a:avLst/>
                  <a:gdLst>
                    <a:gd name="connsiteX0" fmla="*/ 54197 w 178623"/>
                    <a:gd name="connsiteY0" fmla="*/ 53859 h 66790"/>
                    <a:gd name="connsiteX1" fmla="*/ 80867 w 178623"/>
                    <a:gd name="connsiteY1" fmla="*/ 66527 h 66790"/>
                    <a:gd name="connsiteX2" fmla="*/ 118872 w 178623"/>
                    <a:gd name="connsiteY2" fmla="*/ 54621 h 66790"/>
                    <a:gd name="connsiteX3" fmla="*/ 167735 w 178623"/>
                    <a:gd name="connsiteY3" fmla="*/ 26903 h 66790"/>
                    <a:gd name="connsiteX4" fmla="*/ 177260 w 178623"/>
                    <a:gd name="connsiteY4" fmla="*/ 9567 h 66790"/>
                    <a:gd name="connsiteX5" fmla="*/ 165926 w 178623"/>
                    <a:gd name="connsiteY5" fmla="*/ 5948 h 66790"/>
                    <a:gd name="connsiteX6" fmla="*/ 0 w 178623"/>
                    <a:gd name="connsiteY6" fmla="*/ 12139 h 66790"/>
                    <a:gd name="connsiteX7" fmla="*/ 54197 w 178623"/>
                    <a:gd name="connsiteY7" fmla="*/ 53859 h 66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8623" h="66790">
                      <a:moveTo>
                        <a:pt x="54197" y="53859"/>
                      </a:moveTo>
                      <a:cubicBezTo>
                        <a:pt x="62389" y="59478"/>
                        <a:pt x="70961" y="65288"/>
                        <a:pt x="80867" y="66527"/>
                      </a:cubicBezTo>
                      <a:cubicBezTo>
                        <a:pt x="94297" y="68241"/>
                        <a:pt x="107061" y="61288"/>
                        <a:pt x="118872" y="54621"/>
                      </a:cubicBezTo>
                      <a:cubicBezTo>
                        <a:pt x="135160" y="45381"/>
                        <a:pt x="151447" y="36142"/>
                        <a:pt x="167735" y="26903"/>
                      </a:cubicBezTo>
                      <a:cubicBezTo>
                        <a:pt x="174307" y="23188"/>
                        <a:pt x="181737" y="15568"/>
                        <a:pt x="177260" y="9567"/>
                      </a:cubicBezTo>
                      <a:cubicBezTo>
                        <a:pt x="174784" y="6234"/>
                        <a:pt x="170021" y="5948"/>
                        <a:pt x="165926" y="5948"/>
                      </a:cubicBezTo>
                      <a:cubicBezTo>
                        <a:pt x="127254" y="5948"/>
                        <a:pt x="29813" y="-10912"/>
                        <a:pt x="0" y="12139"/>
                      </a:cubicBezTo>
                      <a:cubicBezTo>
                        <a:pt x="9144" y="29094"/>
                        <a:pt x="37243" y="42238"/>
                        <a:pt x="54197" y="53859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23" name="Forme libre : forme 9622">
                  <a:extLst>
                    <a:ext uri="{FF2B5EF4-FFF2-40B4-BE49-F238E27FC236}">
                      <a16:creationId xmlns:a16="http://schemas.microsoft.com/office/drawing/2014/main" id="{0759EE6E-9B34-4B8E-B6CD-E3AE1258BFBA}"/>
                    </a:ext>
                  </a:extLst>
                </p:cNvPr>
                <p:cNvSpPr/>
                <p:nvPr/>
              </p:nvSpPr>
              <p:spPr>
                <a:xfrm>
                  <a:off x="1171523" y="1802324"/>
                  <a:ext cx="311620" cy="117236"/>
                </a:xfrm>
                <a:custGeom>
                  <a:avLst/>
                  <a:gdLst>
                    <a:gd name="connsiteX0" fmla="*/ 64158 w 311620"/>
                    <a:gd name="connsiteY0" fmla="*/ 55241 h 117236"/>
                    <a:gd name="connsiteX1" fmla="*/ 131691 w 311620"/>
                    <a:gd name="connsiteY1" fmla="*/ 83911 h 117236"/>
                    <a:gd name="connsiteX2" fmla="*/ 219607 w 311620"/>
                    <a:gd name="connsiteY2" fmla="*/ 114200 h 117236"/>
                    <a:gd name="connsiteX3" fmla="*/ 271899 w 311620"/>
                    <a:gd name="connsiteY3" fmla="*/ 114296 h 117236"/>
                    <a:gd name="connsiteX4" fmla="*/ 311618 w 311620"/>
                    <a:gd name="connsiteY4" fmla="*/ 82387 h 117236"/>
                    <a:gd name="connsiteX5" fmla="*/ 101687 w 311620"/>
                    <a:gd name="connsiteY5" fmla="*/ 17426 h 117236"/>
                    <a:gd name="connsiteX6" fmla="*/ 3675 w 311620"/>
                    <a:gd name="connsiteY6" fmla="*/ 5711 h 117236"/>
                    <a:gd name="connsiteX7" fmla="*/ 64158 w 311620"/>
                    <a:gd name="connsiteY7" fmla="*/ 55241 h 117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1620" h="117236">
                      <a:moveTo>
                        <a:pt x="64158" y="55241"/>
                      </a:moveTo>
                      <a:cubicBezTo>
                        <a:pt x="86637" y="64766"/>
                        <a:pt x="109212" y="74386"/>
                        <a:pt x="131691" y="83911"/>
                      </a:cubicBezTo>
                      <a:cubicBezTo>
                        <a:pt x="160266" y="96008"/>
                        <a:pt x="189127" y="108295"/>
                        <a:pt x="219607" y="114200"/>
                      </a:cubicBezTo>
                      <a:cubicBezTo>
                        <a:pt x="236847" y="117534"/>
                        <a:pt x="254944" y="118867"/>
                        <a:pt x="271899" y="114296"/>
                      </a:cubicBezTo>
                      <a:cubicBezTo>
                        <a:pt x="288853" y="109724"/>
                        <a:pt x="304665" y="98484"/>
                        <a:pt x="311618" y="82387"/>
                      </a:cubicBezTo>
                      <a:cubicBezTo>
                        <a:pt x="312380" y="80672"/>
                        <a:pt x="118356" y="21427"/>
                        <a:pt x="101687" y="17426"/>
                      </a:cubicBezTo>
                      <a:cubicBezTo>
                        <a:pt x="84066" y="13235"/>
                        <a:pt x="17105" y="-10768"/>
                        <a:pt x="3675" y="5711"/>
                      </a:cubicBezTo>
                      <a:cubicBezTo>
                        <a:pt x="-15756" y="29523"/>
                        <a:pt x="47395" y="48097"/>
                        <a:pt x="64158" y="55241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24" name="Forme libre : forme 9623">
                  <a:extLst>
                    <a:ext uri="{FF2B5EF4-FFF2-40B4-BE49-F238E27FC236}">
                      <a16:creationId xmlns:a16="http://schemas.microsoft.com/office/drawing/2014/main" id="{F6979E7A-DE7D-4FAF-A0F8-CBE9CD4817B4}"/>
                    </a:ext>
                  </a:extLst>
                </p:cNvPr>
                <p:cNvSpPr/>
                <p:nvPr/>
              </p:nvSpPr>
              <p:spPr>
                <a:xfrm>
                  <a:off x="3225358" y="1262661"/>
                  <a:ext cx="324517" cy="151039"/>
                </a:xfrm>
                <a:custGeom>
                  <a:avLst/>
                  <a:gdLst>
                    <a:gd name="connsiteX0" fmla="*/ 10764 w 324517"/>
                    <a:gd name="connsiteY0" fmla="*/ 44645 h 151039"/>
                    <a:gd name="connsiteX1" fmla="*/ 1 w 324517"/>
                    <a:gd name="connsiteY1" fmla="*/ 58456 h 151039"/>
                    <a:gd name="connsiteX2" fmla="*/ 13812 w 324517"/>
                    <a:gd name="connsiteY2" fmla="*/ 72553 h 151039"/>
                    <a:gd name="connsiteX3" fmla="*/ 68390 w 324517"/>
                    <a:gd name="connsiteY3" fmla="*/ 79031 h 151039"/>
                    <a:gd name="connsiteX4" fmla="*/ 324518 w 324517"/>
                    <a:gd name="connsiteY4" fmla="*/ 151039 h 151039"/>
                    <a:gd name="connsiteX5" fmla="*/ 150687 w 324517"/>
                    <a:gd name="connsiteY5" fmla="*/ 90842 h 151039"/>
                    <a:gd name="connsiteX6" fmla="*/ 106205 w 324517"/>
                    <a:gd name="connsiteY6" fmla="*/ 60933 h 151039"/>
                    <a:gd name="connsiteX7" fmla="*/ 107729 w 324517"/>
                    <a:gd name="connsiteY7" fmla="*/ 640 h 151039"/>
                    <a:gd name="connsiteX8" fmla="*/ 10764 w 324517"/>
                    <a:gd name="connsiteY8" fmla="*/ 44645 h 15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4517" h="151039">
                      <a:moveTo>
                        <a:pt x="10764" y="44645"/>
                      </a:moveTo>
                      <a:cubicBezTo>
                        <a:pt x="5621" y="47979"/>
                        <a:pt x="96" y="52360"/>
                        <a:pt x="1" y="58456"/>
                      </a:cubicBezTo>
                      <a:cubicBezTo>
                        <a:pt x="-94" y="65505"/>
                        <a:pt x="7145" y="70268"/>
                        <a:pt x="13812" y="72553"/>
                      </a:cubicBezTo>
                      <a:cubicBezTo>
                        <a:pt x="31148" y="78554"/>
                        <a:pt x="50007" y="77792"/>
                        <a:pt x="68390" y="79031"/>
                      </a:cubicBezTo>
                      <a:cubicBezTo>
                        <a:pt x="157163" y="85317"/>
                        <a:pt x="236125" y="140467"/>
                        <a:pt x="324518" y="151039"/>
                      </a:cubicBezTo>
                      <a:cubicBezTo>
                        <a:pt x="266606" y="130942"/>
                        <a:pt x="208598" y="110939"/>
                        <a:pt x="150687" y="90842"/>
                      </a:cubicBezTo>
                      <a:cubicBezTo>
                        <a:pt x="133351" y="84841"/>
                        <a:pt x="114301" y="77411"/>
                        <a:pt x="106205" y="60933"/>
                      </a:cubicBezTo>
                      <a:cubicBezTo>
                        <a:pt x="93632" y="35215"/>
                        <a:pt x="132779" y="6260"/>
                        <a:pt x="107729" y="640"/>
                      </a:cubicBezTo>
                      <a:cubicBezTo>
                        <a:pt x="82011" y="-5266"/>
                        <a:pt x="31338" y="31310"/>
                        <a:pt x="10764" y="44645"/>
                      </a:cubicBezTo>
                      <a:close/>
                    </a:path>
                  </a:pathLst>
                </a:custGeom>
                <a:solidFill>
                  <a:srgbClr val="F9D6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25" name="Forme libre : forme 9624">
                  <a:extLst>
                    <a:ext uri="{FF2B5EF4-FFF2-40B4-BE49-F238E27FC236}">
                      <a16:creationId xmlns:a16="http://schemas.microsoft.com/office/drawing/2014/main" id="{4DB5D5D8-95D5-467D-8863-2615038EEC6C}"/>
                    </a:ext>
                  </a:extLst>
                </p:cNvPr>
                <p:cNvSpPr/>
                <p:nvPr/>
              </p:nvSpPr>
              <p:spPr>
                <a:xfrm>
                  <a:off x="3331182" y="1965198"/>
                  <a:ext cx="63912" cy="90106"/>
                </a:xfrm>
                <a:custGeom>
                  <a:avLst/>
                  <a:gdLst>
                    <a:gd name="connsiteX0" fmla="*/ 9335 w 63912"/>
                    <a:gd name="connsiteY0" fmla="*/ 29623 h 90106"/>
                    <a:gd name="connsiteX1" fmla="*/ 0 w 63912"/>
                    <a:gd name="connsiteY1" fmla="*/ 48577 h 90106"/>
                    <a:gd name="connsiteX2" fmla="*/ 16954 w 63912"/>
                    <a:gd name="connsiteY2" fmla="*/ 73914 h 90106"/>
                    <a:gd name="connsiteX3" fmla="*/ 62579 w 63912"/>
                    <a:gd name="connsiteY3" fmla="*/ 90106 h 90106"/>
                    <a:gd name="connsiteX4" fmla="*/ 24003 w 63912"/>
                    <a:gd name="connsiteY4" fmla="*/ 42196 h 90106"/>
                    <a:gd name="connsiteX5" fmla="*/ 63913 w 63912"/>
                    <a:gd name="connsiteY5" fmla="*/ 0 h 90106"/>
                    <a:gd name="connsiteX6" fmla="*/ 9335 w 63912"/>
                    <a:gd name="connsiteY6" fmla="*/ 29623 h 90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912" h="90106">
                      <a:moveTo>
                        <a:pt x="9335" y="29623"/>
                      </a:moveTo>
                      <a:cubicBezTo>
                        <a:pt x="4001" y="34576"/>
                        <a:pt x="0" y="41338"/>
                        <a:pt x="0" y="48577"/>
                      </a:cubicBezTo>
                      <a:cubicBezTo>
                        <a:pt x="0" y="59150"/>
                        <a:pt x="8192" y="67913"/>
                        <a:pt x="16954" y="73914"/>
                      </a:cubicBezTo>
                      <a:cubicBezTo>
                        <a:pt x="30385" y="83153"/>
                        <a:pt x="46292" y="88868"/>
                        <a:pt x="62579" y="90106"/>
                      </a:cubicBezTo>
                      <a:cubicBezTo>
                        <a:pt x="47054" y="79915"/>
                        <a:pt x="23146" y="63532"/>
                        <a:pt x="24003" y="42196"/>
                      </a:cubicBezTo>
                      <a:cubicBezTo>
                        <a:pt x="24955" y="19431"/>
                        <a:pt x="53435" y="17145"/>
                        <a:pt x="63913" y="0"/>
                      </a:cubicBezTo>
                      <a:cubicBezTo>
                        <a:pt x="46482" y="7048"/>
                        <a:pt x="23432" y="16573"/>
                        <a:pt x="9335" y="29623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26" name="Forme libre : forme 9625">
                  <a:extLst>
                    <a:ext uri="{FF2B5EF4-FFF2-40B4-BE49-F238E27FC236}">
                      <a16:creationId xmlns:a16="http://schemas.microsoft.com/office/drawing/2014/main" id="{5F5C6D1B-D41E-4F56-81E5-1C1405ABD6E2}"/>
                    </a:ext>
                  </a:extLst>
                </p:cNvPr>
                <p:cNvSpPr/>
                <p:nvPr/>
              </p:nvSpPr>
              <p:spPr>
                <a:xfrm>
                  <a:off x="3012761" y="1982991"/>
                  <a:ext cx="66305" cy="84600"/>
                </a:xfrm>
                <a:custGeom>
                  <a:avLst/>
                  <a:gdLst>
                    <a:gd name="connsiteX0" fmla="*/ 66294 w 66305"/>
                    <a:gd name="connsiteY0" fmla="*/ 24212 h 84600"/>
                    <a:gd name="connsiteX1" fmla="*/ 48292 w 66305"/>
                    <a:gd name="connsiteY1" fmla="*/ 55168 h 84600"/>
                    <a:gd name="connsiteX2" fmla="*/ 0 w 66305"/>
                    <a:gd name="connsiteY2" fmla="*/ 84601 h 84600"/>
                    <a:gd name="connsiteX3" fmla="*/ 41720 w 66305"/>
                    <a:gd name="connsiteY3" fmla="*/ 24974 h 84600"/>
                    <a:gd name="connsiteX4" fmla="*/ 43339 w 66305"/>
                    <a:gd name="connsiteY4" fmla="*/ 304 h 84600"/>
                    <a:gd name="connsiteX5" fmla="*/ 66294 w 66305"/>
                    <a:gd name="connsiteY5" fmla="*/ 24212 h 8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6305" h="84600">
                      <a:moveTo>
                        <a:pt x="66294" y="24212"/>
                      </a:moveTo>
                      <a:cubicBezTo>
                        <a:pt x="66675" y="36595"/>
                        <a:pt x="57626" y="47072"/>
                        <a:pt x="48292" y="55168"/>
                      </a:cubicBezTo>
                      <a:cubicBezTo>
                        <a:pt x="34004" y="67551"/>
                        <a:pt x="17621" y="77552"/>
                        <a:pt x="0" y="84601"/>
                      </a:cubicBezTo>
                      <a:cubicBezTo>
                        <a:pt x="19526" y="69551"/>
                        <a:pt x="34290" y="48501"/>
                        <a:pt x="41720" y="24974"/>
                      </a:cubicBezTo>
                      <a:cubicBezTo>
                        <a:pt x="44387" y="16592"/>
                        <a:pt x="43720" y="8305"/>
                        <a:pt x="43339" y="304"/>
                      </a:cubicBezTo>
                      <a:cubicBezTo>
                        <a:pt x="55531" y="-2363"/>
                        <a:pt x="66008" y="13068"/>
                        <a:pt x="66294" y="24212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27" name="Forme libre : forme 9626">
                  <a:extLst>
                    <a:ext uri="{FF2B5EF4-FFF2-40B4-BE49-F238E27FC236}">
                      <a16:creationId xmlns:a16="http://schemas.microsoft.com/office/drawing/2014/main" id="{CB96B896-8667-41C6-B56C-63EA07EDFC5C}"/>
                    </a:ext>
                  </a:extLst>
                </p:cNvPr>
                <p:cNvSpPr/>
                <p:nvPr/>
              </p:nvSpPr>
              <p:spPr>
                <a:xfrm>
                  <a:off x="3158018" y="2046208"/>
                  <a:ext cx="143160" cy="29098"/>
                </a:xfrm>
                <a:custGeom>
                  <a:avLst/>
                  <a:gdLst>
                    <a:gd name="connsiteX0" fmla="*/ 64294 w 143160"/>
                    <a:gd name="connsiteY0" fmla="*/ 238 h 29098"/>
                    <a:gd name="connsiteX1" fmla="*/ 143161 w 143160"/>
                    <a:gd name="connsiteY1" fmla="*/ 29099 h 29098"/>
                    <a:gd name="connsiteX2" fmla="*/ 67246 w 143160"/>
                    <a:gd name="connsiteY2" fmla="*/ 14906 h 29098"/>
                    <a:gd name="connsiteX3" fmla="*/ 0 w 143160"/>
                    <a:gd name="connsiteY3" fmla="*/ 21384 h 29098"/>
                    <a:gd name="connsiteX4" fmla="*/ 64294 w 143160"/>
                    <a:gd name="connsiteY4" fmla="*/ 238 h 29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160" h="29098">
                      <a:moveTo>
                        <a:pt x="64294" y="238"/>
                      </a:moveTo>
                      <a:cubicBezTo>
                        <a:pt x="92678" y="-2143"/>
                        <a:pt x="119063" y="13764"/>
                        <a:pt x="143161" y="29099"/>
                      </a:cubicBezTo>
                      <a:cubicBezTo>
                        <a:pt x="124396" y="17193"/>
                        <a:pt x="88868" y="15859"/>
                        <a:pt x="67246" y="14906"/>
                      </a:cubicBezTo>
                      <a:cubicBezTo>
                        <a:pt x="44101" y="13859"/>
                        <a:pt x="22670" y="17859"/>
                        <a:pt x="0" y="21384"/>
                      </a:cubicBezTo>
                      <a:cubicBezTo>
                        <a:pt x="20003" y="12811"/>
                        <a:pt x="42481" y="2048"/>
                        <a:pt x="64294" y="238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28" name="Forme libre : forme 9627">
                  <a:extLst>
                    <a:ext uri="{FF2B5EF4-FFF2-40B4-BE49-F238E27FC236}">
                      <a16:creationId xmlns:a16="http://schemas.microsoft.com/office/drawing/2014/main" id="{070F118B-EAB3-42FA-975F-4B5EB372531E}"/>
                    </a:ext>
                  </a:extLst>
                </p:cNvPr>
                <p:cNvSpPr/>
                <p:nvPr/>
              </p:nvSpPr>
              <p:spPr>
                <a:xfrm>
                  <a:off x="3941068" y="1686105"/>
                  <a:ext cx="180689" cy="21536"/>
                </a:xfrm>
                <a:custGeom>
                  <a:avLst/>
                  <a:gdLst>
                    <a:gd name="connsiteX0" fmla="*/ 0 w 180689"/>
                    <a:gd name="connsiteY0" fmla="*/ 21537 h 21536"/>
                    <a:gd name="connsiteX1" fmla="*/ 180689 w 180689"/>
                    <a:gd name="connsiteY1" fmla="*/ 12964 h 21536"/>
                    <a:gd name="connsiteX2" fmla="*/ 16764 w 180689"/>
                    <a:gd name="connsiteY2" fmla="*/ 16489 h 21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0689" h="21536">
                      <a:moveTo>
                        <a:pt x="0" y="21537"/>
                      </a:moveTo>
                      <a:cubicBezTo>
                        <a:pt x="56293" y="-3800"/>
                        <a:pt x="122206" y="-6943"/>
                        <a:pt x="180689" y="12964"/>
                      </a:cubicBezTo>
                      <a:cubicBezTo>
                        <a:pt x="126016" y="16203"/>
                        <a:pt x="70390" y="5154"/>
                        <a:pt x="16764" y="16489"/>
                      </a:cubicBezTo>
                    </a:path>
                  </a:pathLst>
                </a:custGeom>
                <a:solidFill>
                  <a:srgbClr val="FFFFFF">
                    <a:alpha val="47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29" name="Forme libre : forme 9628">
                  <a:extLst>
                    <a:ext uri="{FF2B5EF4-FFF2-40B4-BE49-F238E27FC236}">
                      <a16:creationId xmlns:a16="http://schemas.microsoft.com/office/drawing/2014/main" id="{20D566E4-C635-4D69-8386-D8191F9B8BCB}"/>
                    </a:ext>
                  </a:extLst>
                </p:cNvPr>
                <p:cNvSpPr/>
                <p:nvPr/>
              </p:nvSpPr>
              <p:spPr>
                <a:xfrm>
                  <a:off x="3877631" y="1621868"/>
                  <a:ext cx="46150" cy="41768"/>
                </a:xfrm>
                <a:custGeom>
                  <a:avLst/>
                  <a:gdLst>
                    <a:gd name="connsiteX0" fmla="*/ 30575 w 46150"/>
                    <a:gd name="connsiteY0" fmla="*/ 7288 h 41768"/>
                    <a:gd name="connsiteX1" fmla="*/ 42672 w 46150"/>
                    <a:gd name="connsiteY1" fmla="*/ 14336 h 41768"/>
                    <a:gd name="connsiteX2" fmla="*/ 45053 w 46150"/>
                    <a:gd name="connsiteY2" fmla="*/ 27385 h 41768"/>
                    <a:gd name="connsiteX3" fmla="*/ 33338 w 46150"/>
                    <a:gd name="connsiteY3" fmla="*/ 34053 h 41768"/>
                    <a:gd name="connsiteX4" fmla="*/ 0 w 46150"/>
                    <a:gd name="connsiteY4" fmla="*/ 41768 h 41768"/>
                    <a:gd name="connsiteX5" fmla="*/ 22670 w 46150"/>
                    <a:gd name="connsiteY5" fmla="*/ 28624 h 41768"/>
                    <a:gd name="connsiteX6" fmla="*/ 27432 w 46150"/>
                    <a:gd name="connsiteY6" fmla="*/ 20623 h 41768"/>
                    <a:gd name="connsiteX7" fmla="*/ 1524 w 46150"/>
                    <a:gd name="connsiteY7" fmla="*/ 49 h 41768"/>
                    <a:gd name="connsiteX8" fmla="*/ 30575 w 46150"/>
                    <a:gd name="connsiteY8" fmla="*/ 7288 h 41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150" h="41768">
                      <a:moveTo>
                        <a:pt x="30575" y="7288"/>
                      </a:moveTo>
                      <a:cubicBezTo>
                        <a:pt x="34957" y="8907"/>
                        <a:pt x="39529" y="10907"/>
                        <a:pt x="42672" y="14336"/>
                      </a:cubicBezTo>
                      <a:cubicBezTo>
                        <a:pt x="45815" y="17860"/>
                        <a:pt x="47339" y="23195"/>
                        <a:pt x="45053" y="27385"/>
                      </a:cubicBezTo>
                      <a:cubicBezTo>
                        <a:pt x="42767" y="31481"/>
                        <a:pt x="37814" y="33005"/>
                        <a:pt x="33338" y="34053"/>
                      </a:cubicBezTo>
                      <a:cubicBezTo>
                        <a:pt x="22289" y="36815"/>
                        <a:pt x="11144" y="39387"/>
                        <a:pt x="0" y="41768"/>
                      </a:cubicBezTo>
                      <a:cubicBezTo>
                        <a:pt x="7811" y="37958"/>
                        <a:pt x="15431" y="33577"/>
                        <a:pt x="22670" y="28624"/>
                      </a:cubicBezTo>
                      <a:cubicBezTo>
                        <a:pt x="25432" y="26719"/>
                        <a:pt x="28575" y="23766"/>
                        <a:pt x="27432" y="20623"/>
                      </a:cubicBezTo>
                      <a:cubicBezTo>
                        <a:pt x="20003" y="16622"/>
                        <a:pt x="286" y="10431"/>
                        <a:pt x="1524" y="49"/>
                      </a:cubicBezTo>
                      <a:cubicBezTo>
                        <a:pt x="10573" y="-523"/>
                        <a:pt x="21908" y="4049"/>
                        <a:pt x="30575" y="7288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30" name="Forme libre : forme 9629">
                  <a:extLst>
                    <a:ext uri="{FF2B5EF4-FFF2-40B4-BE49-F238E27FC236}">
                      <a16:creationId xmlns:a16="http://schemas.microsoft.com/office/drawing/2014/main" id="{9C0F497C-1431-46BD-813E-0E732DE9C1A6}"/>
                    </a:ext>
                  </a:extLst>
                </p:cNvPr>
                <p:cNvSpPr/>
                <p:nvPr/>
              </p:nvSpPr>
              <p:spPr>
                <a:xfrm>
                  <a:off x="4021935" y="1572482"/>
                  <a:ext cx="112775" cy="39411"/>
                </a:xfrm>
                <a:custGeom>
                  <a:avLst/>
                  <a:gdLst>
                    <a:gd name="connsiteX0" fmla="*/ 31718 w 112775"/>
                    <a:gd name="connsiteY0" fmla="*/ 39338 h 39411"/>
                    <a:gd name="connsiteX1" fmla="*/ 60579 w 112775"/>
                    <a:gd name="connsiteY1" fmla="*/ 31623 h 39411"/>
                    <a:gd name="connsiteX2" fmla="*/ 112776 w 112775"/>
                    <a:gd name="connsiteY2" fmla="*/ 0 h 39411"/>
                    <a:gd name="connsiteX3" fmla="*/ 62484 w 112775"/>
                    <a:gd name="connsiteY3" fmla="*/ 14192 h 39411"/>
                    <a:gd name="connsiteX4" fmla="*/ 26384 w 112775"/>
                    <a:gd name="connsiteY4" fmla="*/ 22670 h 39411"/>
                    <a:gd name="connsiteX5" fmla="*/ 0 w 112775"/>
                    <a:gd name="connsiteY5" fmla="*/ 26003 h 39411"/>
                    <a:gd name="connsiteX6" fmla="*/ 31718 w 112775"/>
                    <a:gd name="connsiteY6" fmla="*/ 39338 h 39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775" h="39411">
                      <a:moveTo>
                        <a:pt x="31718" y="39338"/>
                      </a:moveTo>
                      <a:cubicBezTo>
                        <a:pt x="41815" y="40005"/>
                        <a:pt x="51530" y="36004"/>
                        <a:pt x="60579" y="31623"/>
                      </a:cubicBezTo>
                      <a:cubicBezTo>
                        <a:pt x="78962" y="22765"/>
                        <a:pt x="96488" y="12192"/>
                        <a:pt x="112776" y="0"/>
                      </a:cubicBezTo>
                      <a:cubicBezTo>
                        <a:pt x="96012" y="4763"/>
                        <a:pt x="79248" y="9430"/>
                        <a:pt x="62484" y="14192"/>
                      </a:cubicBezTo>
                      <a:cubicBezTo>
                        <a:pt x="50578" y="17526"/>
                        <a:pt x="38576" y="20860"/>
                        <a:pt x="26384" y="22670"/>
                      </a:cubicBezTo>
                      <a:cubicBezTo>
                        <a:pt x="18097" y="23908"/>
                        <a:pt x="7334" y="22288"/>
                        <a:pt x="0" y="26003"/>
                      </a:cubicBezTo>
                      <a:cubicBezTo>
                        <a:pt x="8382" y="32385"/>
                        <a:pt x="20860" y="38576"/>
                        <a:pt x="31718" y="39338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31" name="Forme libre : forme 9630">
                  <a:extLst>
                    <a:ext uri="{FF2B5EF4-FFF2-40B4-BE49-F238E27FC236}">
                      <a16:creationId xmlns:a16="http://schemas.microsoft.com/office/drawing/2014/main" id="{2673BCCC-6D9D-47A2-AE73-9E507253CE64}"/>
                    </a:ext>
                  </a:extLst>
                </p:cNvPr>
                <p:cNvSpPr/>
                <p:nvPr/>
              </p:nvSpPr>
              <p:spPr>
                <a:xfrm>
                  <a:off x="4127637" y="1612391"/>
                  <a:ext cx="82416" cy="64579"/>
                </a:xfrm>
                <a:custGeom>
                  <a:avLst/>
                  <a:gdLst>
                    <a:gd name="connsiteX0" fmla="*/ 53175 w 82416"/>
                    <a:gd name="connsiteY0" fmla="*/ 0 h 64579"/>
                    <a:gd name="connsiteX1" fmla="*/ 29267 w 82416"/>
                    <a:gd name="connsiteY1" fmla="*/ 10382 h 64579"/>
                    <a:gd name="connsiteX2" fmla="*/ 8502 w 82416"/>
                    <a:gd name="connsiteY2" fmla="*/ 22384 h 64579"/>
                    <a:gd name="connsiteX3" fmla="*/ 406 w 82416"/>
                    <a:gd name="connsiteY3" fmla="*/ 43910 h 64579"/>
                    <a:gd name="connsiteX4" fmla="*/ 2121 w 82416"/>
                    <a:gd name="connsiteY4" fmla="*/ 47530 h 64579"/>
                    <a:gd name="connsiteX5" fmla="*/ 8502 w 82416"/>
                    <a:gd name="connsiteY5" fmla="*/ 49435 h 64579"/>
                    <a:gd name="connsiteX6" fmla="*/ 82417 w 82416"/>
                    <a:gd name="connsiteY6" fmla="*/ 64579 h 64579"/>
                    <a:gd name="connsiteX7" fmla="*/ 57270 w 82416"/>
                    <a:gd name="connsiteY7" fmla="*/ 54674 h 64579"/>
                    <a:gd name="connsiteX8" fmla="*/ 34887 w 82416"/>
                    <a:gd name="connsiteY8" fmla="*/ 50006 h 64579"/>
                    <a:gd name="connsiteX9" fmla="*/ 22219 w 82416"/>
                    <a:gd name="connsiteY9" fmla="*/ 44863 h 64579"/>
                    <a:gd name="connsiteX10" fmla="*/ 18789 w 82416"/>
                    <a:gd name="connsiteY10" fmla="*/ 32480 h 64579"/>
                    <a:gd name="connsiteX11" fmla="*/ 22695 w 82416"/>
                    <a:gd name="connsiteY11" fmla="*/ 27908 h 64579"/>
                    <a:gd name="connsiteX12" fmla="*/ 36220 w 82416"/>
                    <a:gd name="connsiteY12" fmla="*/ 15621 h 64579"/>
                    <a:gd name="connsiteX13" fmla="*/ 44983 w 82416"/>
                    <a:gd name="connsiteY13" fmla="*/ 11240 h 64579"/>
                    <a:gd name="connsiteX14" fmla="*/ 39649 w 82416"/>
                    <a:gd name="connsiteY14" fmla="*/ 11335 h 64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2416" h="64579">
                      <a:moveTo>
                        <a:pt x="53175" y="0"/>
                      </a:moveTo>
                      <a:cubicBezTo>
                        <a:pt x="45174" y="3429"/>
                        <a:pt x="37268" y="6858"/>
                        <a:pt x="29267" y="10382"/>
                      </a:cubicBezTo>
                      <a:cubicBezTo>
                        <a:pt x="21933" y="13621"/>
                        <a:pt x="14408" y="16859"/>
                        <a:pt x="8502" y="22384"/>
                      </a:cubicBezTo>
                      <a:cubicBezTo>
                        <a:pt x="2597" y="27908"/>
                        <a:pt x="-1308" y="36100"/>
                        <a:pt x="406" y="43910"/>
                      </a:cubicBezTo>
                      <a:cubicBezTo>
                        <a:pt x="692" y="45244"/>
                        <a:pt x="1168" y="46577"/>
                        <a:pt x="2121" y="47530"/>
                      </a:cubicBezTo>
                      <a:cubicBezTo>
                        <a:pt x="3740" y="49149"/>
                        <a:pt x="6217" y="49340"/>
                        <a:pt x="8502" y="49435"/>
                      </a:cubicBezTo>
                      <a:cubicBezTo>
                        <a:pt x="33648" y="50673"/>
                        <a:pt x="58128" y="57626"/>
                        <a:pt x="82417" y="64579"/>
                      </a:cubicBezTo>
                      <a:cubicBezTo>
                        <a:pt x="73558" y="62675"/>
                        <a:pt x="65843" y="57531"/>
                        <a:pt x="57270" y="54674"/>
                      </a:cubicBezTo>
                      <a:cubicBezTo>
                        <a:pt x="50031" y="52197"/>
                        <a:pt x="42316" y="51435"/>
                        <a:pt x="34887" y="50006"/>
                      </a:cubicBezTo>
                      <a:cubicBezTo>
                        <a:pt x="30315" y="49149"/>
                        <a:pt x="25743" y="47911"/>
                        <a:pt x="22219" y="44863"/>
                      </a:cubicBezTo>
                      <a:cubicBezTo>
                        <a:pt x="18694" y="41815"/>
                        <a:pt x="16694" y="36576"/>
                        <a:pt x="18789" y="32480"/>
                      </a:cubicBezTo>
                      <a:cubicBezTo>
                        <a:pt x="19647" y="30671"/>
                        <a:pt x="21171" y="29242"/>
                        <a:pt x="22695" y="27908"/>
                      </a:cubicBezTo>
                      <a:cubicBezTo>
                        <a:pt x="27171" y="23813"/>
                        <a:pt x="31744" y="19717"/>
                        <a:pt x="36220" y="15621"/>
                      </a:cubicBezTo>
                      <a:cubicBezTo>
                        <a:pt x="38697" y="13335"/>
                        <a:pt x="41554" y="10954"/>
                        <a:pt x="44983" y="11240"/>
                      </a:cubicBezTo>
                      <a:cubicBezTo>
                        <a:pt x="43173" y="11240"/>
                        <a:pt x="41459" y="11335"/>
                        <a:pt x="39649" y="11335"/>
                      </a:cubicBezTo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32" name="Forme libre : forme 9631">
                  <a:extLst>
                    <a:ext uri="{FF2B5EF4-FFF2-40B4-BE49-F238E27FC236}">
                      <a16:creationId xmlns:a16="http://schemas.microsoft.com/office/drawing/2014/main" id="{5E195C3A-7E99-4765-9CA5-39A13F7DC632}"/>
                    </a:ext>
                  </a:extLst>
                </p:cNvPr>
                <p:cNvSpPr/>
                <p:nvPr/>
              </p:nvSpPr>
              <p:spPr>
                <a:xfrm>
                  <a:off x="1586665" y="1993349"/>
                  <a:ext cx="87833" cy="83386"/>
                </a:xfrm>
                <a:custGeom>
                  <a:avLst/>
                  <a:gdLst>
                    <a:gd name="connsiteX0" fmla="*/ 16301 w 87833"/>
                    <a:gd name="connsiteY0" fmla="*/ 26237 h 83386"/>
                    <a:gd name="connsiteX1" fmla="*/ 13 w 87833"/>
                    <a:gd name="connsiteY1" fmla="*/ 54145 h 83386"/>
                    <a:gd name="connsiteX2" fmla="*/ 1537 w 87833"/>
                    <a:gd name="connsiteY2" fmla="*/ 58717 h 83386"/>
                    <a:gd name="connsiteX3" fmla="*/ 7728 w 87833"/>
                    <a:gd name="connsiteY3" fmla="*/ 60336 h 83386"/>
                    <a:gd name="connsiteX4" fmla="*/ 37256 w 87833"/>
                    <a:gd name="connsiteY4" fmla="*/ 67766 h 83386"/>
                    <a:gd name="connsiteX5" fmla="*/ 87833 w 87833"/>
                    <a:gd name="connsiteY5" fmla="*/ 83387 h 83386"/>
                    <a:gd name="connsiteX6" fmla="*/ 51162 w 87833"/>
                    <a:gd name="connsiteY6" fmla="*/ 58336 h 83386"/>
                    <a:gd name="connsiteX7" fmla="*/ 39351 w 87833"/>
                    <a:gd name="connsiteY7" fmla="*/ 44334 h 83386"/>
                    <a:gd name="connsiteX8" fmla="*/ 40970 w 87833"/>
                    <a:gd name="connsiteY8" fmla="*/ 34904 h 83386"/>
                    <a:gd name="connsiteX9" fmla="*/ 72784 w 87833"/>
                    <a:gd name="connsiteY9" fmla="*/ 43 h 83386"/>
                    <a:gd name="connsiteX10" fmla="*/ 16301 w 87833"/>
                    <a:gd name="connsiteY10" fmla="*/ 26237 h 83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7833" h="83386">
                      <a:moveTo>
                        <a:pt x="16301" y="26237"/>
                      </a:moveTo>
                      <a:cubicBezTo>
                        <a:pt x="7728" y="33380"/>
                        <a:pt x="-368" y="43000"/>
                        <a:pt x="13" y="54145"/>
                      </a:cubicBezTo>
                      <a:cubicBezTo>
                        <a:pt x="108" y="55764"/>
                        <a:pt x="394" y="57574"/>
                        <a:pt x="1537" y="58717"/>
                      </a:cubicBezTo>
                      <a:cubicBezTo>
                        <a:pt x="3061" y="60241"/>
                        <a:pt x="5537" y="60336"/>
                        <a:pt x="7728" y="60336"/>
                      </a:cubicBezTo>
                      <a:cubicBezTo>
                        <a:pt x="17920" y="60622"/>
                        <a:pt x="27635" y="64337"/>
                        <a:pt x="37256" y="67766"/>
                      </a:cubicBezTo>
                      <a:cubicBezTo>
                        <a:pt x="53924" y="73671"/>
                        <a:pt x="70784" y="78910"/>
                        <a:pt x="87833" y="83387"/>
                      </a:cubicBezTo>
                      <a:cubicBezTo>
                        <a:pt x="75641" y="75004"/>
                        <a:pt x="63449" y="66718"/>
                        <a:pt x="51162" y="58336"/>
                      </a:cubicBezTo>
                      <a:cubicBezTo>
                        <a:pt x="45924" y="54812"/>
                        <a:pt x="40304" y="50525"/>
                        <a:pt x="39351" y="44334"/>
                      </a:cubicBezTo>
                      <a:cubicBezTo>
                        <a:pt x="38875" y="41096"/>
                        <a:pt x="39828" y="37857"/>
                        <a:pt x="40970" y="34904"/>
                      </a:cubicBezTo>
                      <a:cubicBezTo>
                        <a:pt x="46209" y="21665"/>
                        <a:pt x="72689" y="9568"/>
                        <a:pt x="72784" y="43"/>
                      </a:cubicBezTo>
                      <a:cubicBezTo>
                        <a:pt x="53639" y="-910"/>
                        <a:pt x="30493" y="14235"/>
                        <a:pt x="16301" y="26237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33" name="Forme libre : forme 9632">
                  <a:extLst>
                    <a:ext uri="{FF2B5EF4-FFF2-40B4-BE49-F238E27FC236}">
                      <a16:creationId xmlns:a16="http://schemas.microsoft.com/office/drawing/2014/main" id="{43FAC64D-6379-464D-BED1-7074D9FEAD8B}"/>
                    </a:ext>
                  </a:extLst>
                </p:cNvPr>
                <p:cNvSpPr/>
                <p:nvPr/>
              </p:nvSpPr>
              <p:spPr>
                <a:xfrm>
                  <a:off x="1306738" y="2000154"/>
                  <a:ext cx="97392" cy="80009"/>
                </a:xfrm>
                <a:custGeom>
                  <a:avLst/>
                  <a:gdLst>
                    <a:gd name="connsiteX0" fmla="*/ 95250 w 97392"/>
                    <a:gd name="connsiteY0" fmla="*/ 21431 h 80009"/>
                    <a:gd name="connsiteX1" fmla="*/ 97346 w 97392"/>
                    <a:gd name="connsiteY1" fmla="*/ 31909 h 80009"/>
                    <a:gd name="connsiteX2" fmla="*/ 88773 w 97392"/>
                    <a:gd name="connsiteY2" fmla="*/ 47053 h 80009"/>
                    <a:gd name="connsiteX3" fmla="*/ 50959 w 97392"/>
                    <a:gd name="connsiteY3" fmla="*/ 68580 h 80009"/>
                    <a:gd name="connsiteX4" fmla="*/ 0 w 97392"/>
                    <a:gd name="connsiteY4" fmla="*/ 80010 h 80009"/>
                    <a:gd name="connsiteX5" fmla="*/ 48578 w 97392"/>
                    <a:gd name="connsiteY5" fmla="*/ 45720 h 80009"/>
                    <a:gd name="connsiteX6" fmla="*/ 67723 w 97392"/>
                    <a:gd name="connsiteY6" fmla="*/ 23622 h 80009"/>
                    <a:gd name="connsiteX7" fmla="*/ 74486 w 97392"/>
                    <a:gd name="connsiteY7" fmla="*/ 0 h 80009"/>
                    <a:gd name="connsiteX8" fmla="*/ 95250 w 97392"/>
                    <a:gd name="connsiteY8" fmla="*/ 21431 h 80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392" h="80009">
                      <a:moveTo>
                        <a:pt x="95250" y="21431"/>
                      </a:moveTo>
                      <a:cubicBezTo>
                        <a:pt x="96583" y="24765"/>
                        <a:pt x="97631" y="28289"/>
                        <a:pt x="97346" y="31909"/>
                      </a:cubicBezTo>
                      <a:cubicBezTo>
                        <a:pt x="96869" y="37814"/>
                        <a:pt x="93059" y="42863"/>
                        <a:pt x="88773" y="47053"/>
                      </a:cubicBezTo>
                      <a:cubicBezTo>
                        <a:pt x="78296" y="57245"/>
                        <a:pt x="64675" y="63627"/>
                        <a:pt x="50959" y="68580"/>
                      </a:cubicBezTo>
                      <a:cubicBezTo>
                        <a:pt x="34480" y="74390"/>
                        <a:pt x="17336" y="78296"/>
                        <a:pt x="0" y="80010"/>
                      </a:cubicBezTo>
                      <a:cubicBezTo>
                        <a:pt x="19050" y="73819"/>
                        <a:pt x="34195" y="59531"/>
                        <a:pt x="48578" y="45720"/>
                      </a:cubicBezTo>
                      <a:cubicBezTo>
                        <a:pt x="55626" y="38957"/>
                        <a:pt x="62770" y="32099"/>
                        <a:pt x="67723" y="23622"/>
                      </a:cubicBezTo>
                      <a:cubicBezTo>
                        <a:pt x="72009" y="16288"/>
                        <a:pt x="72962" y="7810"/>
                        <a:pt x="74486" y="0"/>
                      </a:cubicBezTo>
                      <a:cubicBezTo>
                        <a:pt x="85344" y="0"/>
                        <a:pt x="91630" y="12192"/>
                        <a:pt x="95250" y="21431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34" name="Forme libre : forme 9633">
                  <a:extLst>
                    <a:ext uri="{FF2B5EF4-FFF2-40B4-BE49-F238E27FC236}">
                      <a16:creationId xmlns:a16="http://schemas.microsoft.com/office/drawing/2014/main" id="{A5F2B96B-05D3-4898-8FBC-11258C67EC93}"/>
                    </a:ext>
                  </a:extLst>
                </p:cNvPr>
                <p:cNvSpPr/>
                <p:nvPr/>
              </p:nvSpPr>
              <p:spPr>
                <a:xfrm>
                  <a:off x="1427611" y="2094357"/>
                  <a:ext cx="162972" cy="31923"/>
                </a:xfrm>
                <a:custGeom>
                  <a:avLst/>
                  <a:gdLst>
                    <a:gd name="connsiteX0" fmla="*/ 86868 w 162972"/>
                    <a:gd name="connsiteY0" fmla="*/ 0 h 31923"/>
                    <a:gd name="connsiteX1" fmla="*/ 162973 w 162972"/>
                    <a:gd name="connsiteY1" fmla="*/ 27146 h 31923"/>
                    <a:gd name="connsiteX2" fmla="*/ 83058 w 162972"/>
                    <a:gd name="connsiteY2" fmla="*/ 18859 h 31923"/>
                    <a:gd name="connsiteX3" fmla="*/ 31813 w 162972"/>
                    <a:gd name="connsiteY3" fmla="*/ 27527 h 31923"/>
                    <a:gd name="connsiteX4" fmla="*/ 0 w 162972"/>
                    <a:gd name="connsiteY4" fmla="*/ 29146 h 31923"/>
                    <a:gd name="connsiteX5" fmla="*/ 86868 w 162972"/>
                    <a:gd name="connsiteY5" fmla="*/ 0 h 31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2972" h="31923">
                      <a:moveTo>
                        <a:pt x="86868" y="0"/>
                      </a:moveTo>
                      <a:cubicBezTo>
                        <a:pt x="114300" y="571"/>
                        <a:pt x="141732" y="9811"/>
                        <a:pt x="162973" y="27146"/>
                      </a:cubicBezTo>
                      <a:cubicBezTo>
                        <a:pt x="137160" y="19336"/>
                        <a:pt x="109918" y="16573"/>
                        <a:pt x="83058" y="18859"/>
                      </a:cubicBezTo>
                      <a:cubicBezTo>
                        <a:pt x="65818" y="20383"/>
                        <a:pt x="48768" y="23908"/>
                        <a:pt x="31813" y="27527"/>
                      </a:cubicBezTo>
                      <a:cubicBezTo>
                        <a:pt x="22098" y="29527"/>
                        <a:pt x="8763" y="35338"/>
                        <a:pt x="0" y="29146"/>
                      </a:cubicBezTo>
                      <a:cubicBezTo>
                        <a:pt x="13049" y="5905"/>
                        <a:pt x="62865" y="0"/>
                        <a:pt x="86868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35" name="Forme libre : forme 9634">
                  <a:extLst>
                    <a:ext uri="{FF2B5EF4-FFF2-40B4-BE49-F238E27FC236}">
                      <a16:creationId xmlns:a16="http://schemas.microsoft.com/office/drawing/2014/main" id="{2BFFE5F9-7567-4436-81BE-77DBE23E6305}"/>
                    </a:ext>
                  </a:extLst>
                </p:cNvPr>
                <p:cNvSpPr/>
                <p:nvPr/>
              </p:nvSpPr>
              <p:spPr>
                <a:xfrm>
                  <a:off x="2443820" y="1612391"/>
                  <a:ext cx="96311" cy="78390"/>
                </a:xfrm>
                <a:custGeom>
                  <a:avLst/>
                  <a:gdLst>
                    <a:gd name="connsiteX0" fmla="*/ 8395 w 96311"/>
                    <a:gd name="connsiteY0" fmla="*/ 25432 h 78390"/>
                    <a:gd name="connsiteX1" fmla="*/ 966 w 96311"/>
                    <a:gd name="connsiteY1" fmla="*/ 42100 h 78390"/>
                    <a:gd name="connsiteX2" fmla="*/ 8491 w 96311"/>
                    <a:gd name="connsiteY2" fmla="*/ 47720 h 78390"/>
                    <a:gd name="connsiteX3" fmla="*/ 96311 w 96311"/>
                    <a:gd name="connsiteY3" fmla="*/ 78391 h 78390"/>
                    <a:gd name="connsiteX4" fmla="*/ 48781 w 96311"/>
                    <a:gd name="connsiteY4" fmla="*/ 53435 h 78390"/>
                    <a:gd name="connsiteX5" fmla="*/ 50877 w 96311"/>
                    <a:gd name="connsiteY5" fmla="*/ 0 h 78390"/>
                    <a:gd name="connsiteX6" fmla="*/ 8395 w 96311"/>
                    <a:gd name="connsiteY6" fmla="*/ 25432 h 78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311" h="78390">
                      <a:moveTo>
                        <a:pt x="8395" y="25432"/>
                      </a:moveTo>
                      <a:cubicBezTo>
                        <a:pt x="3252" y="29623"/>
                        <a:pt x="-2273" y="36290"/>
                        <a:pt x="966" y="42100"/>
                      </a:cubicBezTo>
                      <a:cubicBezTo>
                        <a:pt x="2490" y="44958"/>
                        <a:pt x="5633" y="46387"/>
                        <a:pt x="8491" y="47720"/>
                      </a:cubicBezTo>
                      <a:cubicBezTo>
                        <a:pt x="36875" y="60388"/>
                        <a:pt x="66212" y="70675"/>
                        <a:pt x="96311" y="78391"/>
                      </a:cubicBezTo>
                      <a:cubicBezTo>
                        <a:pt x="80500" y="70104"/>
                        <a:pt x="64593" y="61722"/>
                        <a:pt x="48781" y="53435"/>
                      </a:cubicBezTo>
                      <a:cubicBezTo>
                        <a:pt x="10110" y="33147"/>
                        <a:pt x="62211" y="20574"/>
                        <a:pt x="50877" y="0"/>
                      </a:cubicBezTo>
                      <a:cubicBezTo>
                        <a:pt x="35827" y="3620"/>
                        <a:pt x="20397" y="15716"/>
                        <a:pt x="8395" y="25432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36" name="Forme libre : forme 9635">
                  <a:extLst>
                    <a:ext uri="{FF2B5EF4-FFF2-40B4-BE49-F238E27FC236}">
                      <a16:creationId xmlns:a16="http://schemas.microsoft.com/office/drawing/2014/main" id="{F278C042-DB9D-4F00-AD4D-B955CB9577CE}"/>
                    </a:ext>
                  </a:extLst>
                </p:cNvPr>
                <p:cNvSpPr/>
                <p:nvPr/>
              </p:nvSpPr>
              <p:spPr>
                <a:xfrm>
                  <a:off x="2311340" y="1580578"/>
                  <a:ext cx="156686" cy="60885"/>
                </a:xfrm>
                <a:custGeom>
                  <a:avLst/>
                  <a:gdLst>
                    <a:gd name="connsiteX0" fmla="*/ 56198 w 156686"/>
                    <a:gd name="connsiteY0" fmla="*/ 60674 h 60885"/>
                    <a:gd name="connsiteX1" fmla="*/ 120301 w 156686"/>
                    <a:gd name="connsiteY1" fmla="*/ 30671 h 60885"/>
                    <a:gd name="connsiteX2" fmla="*/ 156686 w 156686"/>
                    <a:gd name="connsiteY2" fmla="*/ 0 h 60885"/>
                    <a:gd name="connsiteX3" fmla="*/ 82963 w 156686"/>
                    <a:gd name="connsiteY3" fmla="*/ 28480 h 60885"/>
                    <a:gd name="connsiteX4" fmla="*/ 0 w 156686"/>
                    <a:gd name="connsiteY4" fmla="*/ 31528 h 60885"/>
                    <a:gd name="connsiteX5" fmla="*/ 56198 w 156686"/>
                    <a:gd name="connsiteY5" fmla="*/ 60674 h 60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6686" h="60885">
                      <a:moveTo>
                        <a:pt x="56198" y="60674"/>
                      </a:moveTo>
                      <a:cubicBezTo>
                        <a:pt x="80391" y="62960"/>
                        <a:pt x="101727" y="46292"/>
                        <a:pt x="120301" y="30671"/>
                      </a:cubicBezTo>
                      <a:cubicBezTo>
                        <a:pt x="132398" y="20479"/>
                        <a:pt x="144590" y="10192"/>
                        <a:pt x="156686" y="0"/>
                      </a:cubicBezTo>
                      <a:cubicBezTo>
                        <a:pt x="130112" y="476"/>
                        <a:pt x="107537" y="18383"/>
                        <a:pt x="82963" y="28480"/>
                      </a:cubicBezTo>
                      <a:cubicBezTo>
                        <a:pt x="53245" y="40672"/>
                        <a:pt x="29718" y="33338"/>
                        <a:pt x="0" y="31528"/>
                      </a:cubicBezTo>
                      <a:cubicBezTo>
                        <a:pt x="13716" y="44387"/>
                        <a:pt x="36862" y="58864"/>
                        <a:pt x="56198" y="60674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37" name="Forme libre : forme 9636">
                  <a:extLst>
                    <a:ext uri="{FF2B5EF4-FFF2-40B4-BE49-F238E27FC236}">
                      <a16:creationId xmlns:a16="http://schemas.microsoft.com/office/drawing/2014/main" id="{CA90A5D2-7B04-48CB-B0CC-0DC5CB45981D}"/>
                    </a:ext>
                  </a:extLst>
                </p:cNvPr>
                <p:cNvSpPr/>
                <p:nvPr/>
              </p:nvSpPr>
              <p:spPr>
                <a:xfrm>
                  <a:off x="2170084" y="1639398"/>
                  <a:ext cx="118032" cy="79864"/>
                </a:xfrm>
                <a:custGeom>
                  <a:avLst/>
                  <a:gdLst>
                    <a:gd name="connsiteX0" fmla="*/ 116586 w 118032"/>
                    <a:gd name="connsiteY0" fmla="*/ 31096 h 79864"/>
                    <a:gd name="connsiteX1" fmla="*/ 0 w 118032"/>
                    <a:gd name="connsiteY1" fmla="*/ 79864 h 79864"/>
                    <a:gd name="connsiteX2" fmla="*/ 46768 w 118032"/>
                    <a:gd name="connsiteY2" fmla="*/ 54432 h 79864"/>
                    <a:gd name="connsiteX3" fmla="*/ 74200 w 118032"/>
                    <a:gd name="connsiteY3" fmla="*/ 35192 h 79864"/>
                    <a:gd name="connsiteX4" fmla="*/ 85154 w 118032"/>
                    <a:gd name="connsiteY4" fmla="*/ 5760 h 79864"/>
                    <a:gd name="connsiteX5" fmla="*/ 116586 w 118032"/>
                    <a:gd name="connsiteY5" fmla="*/ 31096 h 79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8032" h="79864">
                      <a:moveTo>
                        <a:pt x="116586" y="31096"/>
                      </a:moveTo>
                      <a:cubicBezTo>
                        <a:pt x="83534" y="57480"/>
                        <a:pt x="37243" y="59671"/>
                        <a:pt x="0" y="79864"/>
                      </a:cubicBezTo>
                      <a:cubicBezTo>
                        <a:pt x="15621" y="71387"/>
                        <a:pt x="31147" y="62910"/>
                        <a:pt x="46768" y="54432"/>
                      </a:cubicBezTo>
                      <a:cubicBezTo>
                        <a:pt x="56293" y="49289"/>
                        <a:pt x="67151" y="43669"/>
                        <a:pt x="74200" y="35192"/>
                      </a:cubicBezTo>
                      <a:cubicBezTo>
                        <a:pt x="82010" y="25667"/>
                        <a:pt x="79629" y="14904"/>
                        <a:pt x="85154" y="5760"/>
                      </a:cubicBezTo>
                      <a:cubicBezTo>
                        <a:pt x="97346" y="-14529"/>
                        <a:pt x="124587" y="24810"/>
                        <a:pt x="116586" y="31096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38" name="Forme libre : forme 9637">
                  <a:extLst>
                    <a:ext uri="{FF2B5EF4-FFF2-40B4-BE49-F238E27FC236}">
                      <a16:creationId xmlns:a16="http://schemas.microsoft.com/office/drawing/2014/main" id="{7CB5B932-BAB1-49E2-B878-5BB9EC1524FF}"/>
                    </a:ext>
                  </a:extLst>
                </p:cNvPr>
                <p:cNvSpPr/>
                <p:nvPr/>
              </p:nvSpPr>
              <p:spPr>
                <a:xfrm>
                  <a:off x="2254285" y="1701897"/>
                  <a:ext cx="271272" cy="41930"/>
                </a:xfrm>
                <a:custGeom>
                  <a:avLst/>
                  <a:gdLst>
                    <a:gd name="connsiteX0" fmla="*/ 76676 w 271272"/>
                    <a:gd name="connsiteY0" fmla="*/ 10697 h 41930"/>
                    <a:gd name="connsiteX1" fmla="*/ 134398 w 271272"/>
                    <a:gd name="connsiteY1" fmla="*/ 124 h 41930"/>
                    <a:gd name="connsiteX2" fmla="*/ 271272 w 271272"/>
                    <a:gd name="connsiteY2" fmla="*/ 38320 h 41930"/>
                    <a:gd name="connsiteX3" fmla="*/ 202311 w 271272"/>
                    <a:gd name="connsiteY3" fmla="*/ 28985 h 41930"/>
                    <a:gd name="connsiteX4" fmla="*/ 128969 w 271272"/>
                    <a:gd name="connsiteY4" fmla="*/ 27271 h 41930"/>
                    <a:gd name="connsiteX5" fmla="*/ 57721 w 271272"/>
                    <a:gd name="connsiteY5" fmla="*/ 33557 h 41930"/>
                    <a:gd name="connsiteX6" fmla="*/ 0 w 271272"/>
                    <a:gd name="connsiteY6" fmla="*/ 37272 h 41930"/>
                    <a:gd name="connsiteX7" fmla="*/ 76676 w 271272"/>
                    <a:gd name="connsiteY7" fmla="*/ 10697 h 41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1272" h="41930">
                      <a:moveTo>
                        <a:pt x="76676" y="10697"/>
                      </a:moveTo>
                      <a:cubicBezTo>
                        <a:pt x="95536" y="5458"/>
                        <a:pt x="114871" y="982"/>
                        <a:pt x="134398" y="124"/>
                      </a:cubicBezTo>
                      <a:cubicBezTo>
                        <a:pt x="182213" y="-1780"/>
                        <a:pt x="227743" y="18508"/>
                        <a:pt x="271272" y="38320"/>
                      </a:cubicBezTo>
                      <a:cubicBezTo>
                        <a:pt x="252508" y="29747"/>
                        <a:pt x="222599" y="30604"/>
                        <a:pt x="202311" y="28985"/>
                      </a:cubicBezTo>
                      <a:cubicBezTo>
                        <a:pt x="177927" y="26985"/>
                        <a:pt x="153448" y="26413"/>
                        <a:pt x="128969" y="27271"/>
                      </a:cubicBezTo>
                      <a:cubicBezTo>
                        <a:pt x="105156" y="28033"/>
                        <a:pt x="81344" y="30128"/>
                        <a:pt x="57721" y="33557"/>
                      </a:cubicBezTo>
                      <a:cubicBezTo>
                        <a:pt x="43625" y="35558"/>
                        <a:pt x="10954" y="48797"/>
                        <a:pt x="0" y="37272"/>
                      </a:cubicBezTo>
                      <a:cubicBezTo>
                        <a:pt x="21050" y="23651"/>
                        <a:pt x="52388" y="17460"/>
                        <a:pt x="76676" y="10697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39" name="Forme libre : forme 9638">
                  <a:extLst>
                    <a:ext uri="{FF2B5EF4-FFF2-40B4-BE49-F238E27FC236}">
                      <a16:creationId xmlns:a16="http://schemas.microsoft.com/office/drawing/2014/main" id="{A4C0706C-3C4B-4283-A564-DABE595FC551}"/>
                    </a:ext>
                  </a:extLst>
                </p:cNvPr>
                <p:cNvSpPr/>
                <p:nvPr/>
              </p:nvSpPr>
              <p:spPr>
                <a:xfrm>
                  <a:off x="3041527" y="1371392"/>
                  <a:ext cx="188023" cy="21543"/>
                </a:xfrm>
                <a:custGeom>
                  <a:avLst/>
                  <a:gdLst>
                    <a:gd name="connsiteX0" fmla="*/ 188024 w 188023"/>
                    <a:gd name="connsiteY0" fmla="*/ 21544 h 21543"/>
                    <a:gd name="connsiteX1" fmla="*/ 134398 w 188023"/>
                    <a:gd name="connsiteY1" fmla="*/ 16971 h 21543"/>
                    <a:gd name="connsiteX2" fmla="*/ 78677 w 188023"/>
                    <a:gd name="connsiteY2" fmla="*/ 16495 h 21543"/>
                    <a:gd name="connsiteX3" fmla="*/ 0 w 188023"/>
                    <a:gd name="connsiteY3" fmla="*/ 11542 h 21543"/>
                    <a:gd name="connsiteX4" fmla="*/ 188024 w 188023"/>
                    <a:gd name="connsiteY4" fmla="*/ 21544 h 21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023" h="21543">
                      <a:moveTo>
                        <a:pt x="188024" y="21544"/>
                      </a:moveTo>
                      <a:cubicBezTo>
                        <a:pt x="174593" y="15352"/>
                        <a:pt x="149257" y="17734"/>
                        <a:pt x="134398" y="16971"/>
                      </a:cubicBezTo>
                      <a:cubicBezTo>
                        <a:pt x="115824" y="16114"/>
                        <a:pt x="97250" y="15924"/>
                        <a:pt x="78677" y="16495"/>
                      </a:cubicBezTo>
                      <a:cubicBezTo>
                        <a:pt x="60103" y="17067"/>
                        <a:pt x="12954" y="29354"/>
                        <a:pt x="0" y="11542"/>
                      </a:cubicBezTo>
                      <a:cubicBezTo>
                        <a:pt x="52007" y="-7889"/>
                        <a:pt x="138113" y="-1602"/>
                        <a:pt x="188024" y="21544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40" name="Forme libre : forme 9639">
                  <a:extLst>
                    <a:ext uri="{FF2B5EF4-FFF2-40B4-BE49-F238E27FC236}">
                      <a16:creationId xmlns:a16="http://schemas.microsoft.com/office/drawing/2014/main" id="{9B35F7AB-CC5F-46BB-8E2A-75FDB80EBA8F}"/>
                    </a:ext>
                  </a:extLst>
                </p:cNvPr>
                <p:cNvSpPr/>
                <p:nvPr/>
              </p:nvSpPr>
              <p:spPr>
                <a:xfrm>
                  <a:off x="3193753" y="1292637"/>
                  <a:ext cx="46084" cy="55149"/>
                </a:xfrm>
                <a:custGeom>
                  <a:avLst/>
                  <a:gdLst>
                    <a:gd name="connsiteX0" fmla="*/ 26939 w 46084"/>
                    <a:gd name="connsiteY0" fmla="*/ 0 h 55149"/>
                    <a:gd name="connsiteX1" fmla="*/ 2365 w 46084"/>
                    <a:gd name="connsiteY1" fmla="*/ 21431 h 55149"/>
                    <a:gd name="connsiteX2" fmla="*/ 745 w 46084"/>
                    <a:gd name="connsiteY2" fmla="*/ 35433 h 55149"/>
                    <a:gd name="connsiteX3" fmla="*/ 18938 w 46084"/>
                    <a:gd name="connsiteY3" fmla="*/ 47530 h 55149"/>
                    <a:gd name="connsiteX4" fmla="*/ 46084 w 46084"/>
                    <a:gd name="connsiteY4" fmla="*/ 55150 h 55149"/>
                    <a:gd name="connsiteX5" fmla="*/ 24939 w 46084"/>
                    <a:gd name="connsiteY5" fmla="*/ 40767 h 55149"/>
                    <a:gd name="connsiteX6" fmla="*/ 19129 w 46084"/>
                    <a:gd name="connsiteY6" fmla="*/ 35528 h 55149"/>
                    <a:gd name="connsiteX7" fmla="*/ 16747 w 46084"/>
                    <a:gd name="connsiteY7" fmla="*/ 26098 h 55149"/>
                    <a:gd name="connsiteX8" fmla="*/ 25891 w 46084"/>
                    <a:gd name="connsiteY8" fmla="*/ 190 h 55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084" h="55149">
                      <a:moveTo>
                        <a:pt x="26939" y="0"/>
                      </a:moveTo>
                      <a:cubicBezTo>
                        <a:pt x="16271" y="3334"/>
                        <a:pt x="7127" y="11335"/>
                        <a:pt x="2365" y="21431"/>
                      </a:cubicBezTo>
                      <a:cubicBezTo>
                        <a:pt x="364" y="25813"/>
                        <a:pt x="-874" y="30861"/>
                        <a:pt x="745" y="35433"/>
                      </a:cubicBezTo>
                      <a:cubicBezTo>
                        <a:pt x="3317" y="42577"/>
                        <a:pt x="11699" y="45529"/>
                        <a:pt x="18938" y="47530"/>
                      </a:cubicBezTo>
                      <a:cubicBezTo>
                        <a:pt x="27987" y="50101"/>
                        <a:pt x="37036" y="52578"/>
                        <a:pt x="46084" y="55150"/>
                      </a:cubicBezTo>
                      <a:cubicBezTo>
                        <a:pt x="39036" y="50387"/>
                        <a:pt x="31987" y="45529"/>
                        <a:pt x="24939" y="40767"/>
                      </a:cubicBezTo>
                      <a:cubicBezTo>
                        <a:pt x="22748" y="39338"/>
                        <a:pt x="20557" y="37719"/>
                        <a:pt x="19129" y="35528"/>
                      </a:cubicBezTo>
                      <a:cubicBezTo>
                        <a:pt x="17319" y="32766"/>
                        <a:pt x="17033" y="29337"/>
                        <a:pt x="16747" y="26098"/>
                      </a:cubicBezTo>
                      <a:cubicBezTo>
                        <a:pt x="15890" y="16288"/>
                        <a:pt x="16652" y="3715"/>
                        <a:pt x="25891" y="190"/>
                      </a:cubicBezTo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41" name="Forme libre : forme 9640">
                  <a:extLst>
                    <a:ext uri="{FF2B5EF4-FFF2-40B4-BE49-F238E27FC236}">
                      <a16:creationId xmlns:a16="http://schemas.microsoft.com/office/drawing/2014/main" id="{6E70B865-52E2-4B17-8603-43467B4F1B00}"/>
                    </a:ext>
                  </a:extLst>
                </p:cNvPr>
                <p:cNvSpPr/>
                <p:nvPr/>
              </p:nvSpPr>
              <p:spPr>
                <a:xfrm>
                  <a:off x="3051052" y="1276159"/>
                  <a:ext cx="132873" cy="35038"/>
                </a:xfrm>
                <a:custGeom>
                  <a:avLst/>
                  <a:gdLst>
                    <a:gd name="connsiteX0" fmla="*/ 52483 w 132873"/>
                    <a:gd name="connsiteY0" fmla="*/ 31623 h 35038"/>
                    <a:gd name="connsiteX1" fmla="*/ 76581 w 132873"/>
                    <a:gd name="connsiteY1" fmla="*/ 34481 h 35038"/>
                    <a:gd name="connsiteX2" fmla="*/ 95345 w 132873"/>
                    <a:gd name="connsiteY2" fmla="*/ 26099 h 35038"/>
                    <a:gd name="connsiteX3" fmla="*/ 132874 w 132873"/>
                    <a:gd name="connsiteY3" fmla="*/ 3810 h 35038"/>
                    <a:gd name="connsiteX4" fmla="*/ 0 w 132873"/>
                    <a:gd name="connsiteY4" fmla="*/ 0 h 35038"/>
                    <a:gd name="connsiteX5" fmla="*/ 52483 w 132873"/>
                    <a:gd name="connsiteY5" fmla="*/ 31623 h 35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2873" h="35038">
                      <a:moveTo>
                        <a:pt x="52483" y="31623"/>
                      </a:moveTo>
                      <a:cubicBezTo>
                        <a:pt x="60198" y="34195"/>
                        <a:pt x="68485" y="36004"/>
                        <a:pt x="76581" y="34481"/>
                      </a:cubicBezTo>
                      <a:cubicBezTo>
                        <a:pt x="83344" y="33242"/>
                        <a:pt x="89440" y="29623"/>
                        <a:pt x="95345" y="26099"/>
                      </a:cubicBezTo>
                      <a:cubicBezTo>
                        <a:pt x="107823" y="18669"/>
                        <a:pt x="120396" y="11240"/>
                        <a:pt x="132874" y="3810"/>
                      </a:cubicBezTo>
                      <a:cubicBezTo>
                        <a:pt x="114014" y="14954"/>
                        <a:pt x="9144" y="24289"/>
                        <a:pt x="0" y="0"/>
                      </a:cubicBezTo>
                      <a:cubicBezTo>
                        <a:pt x="17050" y="12287"/>
                        <a:pt x="32004" y="24860"/>
                        <a:pt x="52483" y="31623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42" name="Forme libre : forme 9641">
                  <a:extLst>
                    <a:ext uri="{FF2B5EF4-FFF2-40B4-BE49-F238E27FC236}">
                      <a16:creationId xmlns:a16="http://schemas.microsoft.com/office/drawing/2014/main" id="{D863768E-2F5E-46E7-BBA4-A688333DAC14}"/>
                    </a:ext>
                  </a:extLst>
                </p:cNvPr>
                <p:cNvSpPr/>
                <p:nvPr/>
              </p:nvSpPr>
              <p:spPr>
                <a:xfrm>
                  <a:off x="2909891" y="1302158"/>
                  <a:ext cx="133486" cy="80014"/>
                </a:xfrm>
                <a:custGeom>
                  <a:avLst/>
                  <a:gdLst>
                    <a:gd name="connsiteX0" fmla="*/ 123444 w 133486"/>
                    <a:gd name="connsiteY0" fmla="*/ 16007 h 80014"/>
                    <a:gd name="connsiteX1" fmla="*/ 133445 w 133486"/>
                    <a:gd name="connsiteY1" fmla="*/ 33342 h 80014"/>
                    <a:gd name="connsiteX2" fmla="*/ 124587 w 133486"/>
                    <a:gd name="connsiteY2" fmla="*/ 45058 h 80014"/>
                    <a:gd name="connsiteX3" fmla="*/ 109918 w 133486"/>
                    <a:gd name="connsiteY3" fmla="*/ 49154 h 80014"/>
                    <a:gd name="connsiteX4" fmla="*/ 0 w 133486"/>
                    <a:gd name="connsiteY4" fmla="*/ 80015 h 80014"/>
                    <a:gd name="connsiteX5" fmla="*/ 82582 w 133486"/>
                    <a:gd name="connsiteY5" fmla="*/ 47058 h 80014"/>
                    <a:gd name="connsiteX6" fmla="*/ 96774 w 133486"/>
                    <a:gd name="connsiteY6" fmla="*/ 37819 h 80014"/>
                    <a:gd name="connsiteX7" fmla="*/ 100013 w 133486"/>
                    <a:gd name="connsiteY7" fmla="*/ 25151 h 80014"/>
                    <a:gd name="connsiteX8" fmla="*/ 95726 w 133486"/>
                    <a:gd name="connsiteY8" fmla="*/ 481 h 80014"/>
                    <a:gd name="connsiteX9" fmla="*/ 123444 w 133486"/>
                    <a:gd name="connsiteY9" fmla="*/ 16007 h 800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3486" h="80014">
                      <a:moveTo>
                        <a:pt x="123444" y="16007"/>
                      </a:moveTo>
                      <a:cubicBezTo>
                        <a:pt x="128588" y="20579"/>
                        <a:pt x="134017" y="26389"/>
                        <a:pt x="133445" y="33342"/>
                      </a:cubicBezTo>
                      <a:cubicBezTo>
                        <a:pt x="132969" y="38390"/>
                        <a:pt x="129159" y="42677"/>
                        <a:pt x="124587" y="45058"/>
                      </a:cubicBezTo>
                      <a:cubicBezTo>
                        <a:pt x="120110" y="47439"/>
                        <a:pt x="114967" y="48296"/>
                        <a:pt x="109918" y="49154"/>
                      </a:cubicBezTo>
                      <a:cubicBezTo>
                        <a:pt x="72390" y="55726"/>
                        <a:pt x="35433" y="66108"/>
                        <a:pt x="0" y="80015"/>
                      </a:cubicBezTo>
                      <a:cubicBezTo>
                        <a:pt x="27527" y="69061"/>
                        <a:pt x="55054" y="58012"/>
                        <a:pt x="82582" y="47058"/>
                      </a:cubicBezTo>
                      <a:cubicBezTo>
                        <a:pt x="87916" y="44963"/>
                        <a:pt x="93535" y="42581"/>
                        <a:pt x="96774" y="37819"/>
                      </a:cubicBezTo>
                      <a:cubicBezTo>
                        <a:pt x="99250" y="34199"/>
                        <a:pt x="100013" y="29627"/>
                        <a:pt x="100013" y="25151"/>
                      </a:cubicBezTo>
                      <a:cubicBezTo>
                        <a:pt x="100108" y="16578"/>
                        <a:pt x="96107" y="8291"/>
                        <a:pt x="95726" y="481"/>
                      </a:cubicBezTo>
                      <a:cubicBezTo>
                        <a:pt x="105823" y="-2567"/>
                        <a:pt x="116300" y="9625"/>
                        <a:pt x="123444" y="16007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43" name="Forme libre : forme 9642">
                  <a:extLst>
                    <a:ext uri="{FF2B5EF4-FFF2-40B4-BE49-F238E27FC236}">
                      <a16:creationId xmlns:a16="http://schemas.microsoft.com/office/drawing/2014/main" id="{2181D1F6-67DD-4D38-BC1E-3CF2EAE8C39D}"/>
                    </a:ext>
                  </a:extLst>
                </p:cNvPr>
                <p:cNvSpPr/>
                <p:nvPr/>
              </p:nvSpPr>
              <p:spPr>
                <a:xfrm>
                  <a:off x="4765552" y="1355733"/>
                  <a:ext cx="191928" cy="28820"/>
                </a:xfrm>
                <a:custGeom>
                  <a:avLst/>
                  <a:gdLst>
                    <a:gd name="connsiteX0" fmla="*/ 37529 w 191928"/>
                    <a:gd name="connsiteY0" fmla="*/ 12628 h 28820"/>
                    <a:gd name="connsiteX1" fmla="*/ 191928 w 191928"/>
                    <a:gd name="connsiteY1" fmla="*/ 28820 h 28820"/>
                    <a:gd name="connsiteX2" fmla="*/ 96774 w 191928"/>
                    <a:gd name="connsiteY2" fmla="*/ 19200 h 28820"/>
                    <a:gd name="connsiteX3" fmla="*/ 0 w 191928"/>
                    <a:gd name="connsiteY3" fmla="*/ 28725 h 28820"/>
                    <a:gd name="connsiteX4" fmla="*/ 37529 w 191928"/>
                    <a:gd name="connsiteY4" fmla="*/ 12628 h 28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928" h="28820">
                      <a:moveTo>
                        <a:pt x="37529" y="12628"/>
                      </a:moveTo>
                      <a:cubicBezTo>
                        <a:pt x="87153" y="-8899"/>
                        <a:pt x="147828" y="-2517"/>
                        <a:pt x="191928" y="28820"/>
                      </a:cubicBezTo>
                      <a:cubicBezTo>
                        <a:pt x="172688" y="15104"/>
                        <a:pt x="119634" y="19295"/>
                        <a:pt x="96774" y="19200"/>
                      </a:cubicBezTo>
                      <a:cubicBezTo>
                        <a:pt x="66008" y="19010"/>
                        <a:pt x="29337" y="18724"/>
                        <a:pt x="0" y="28725"/>
                      </a:cubicBezTo>
                      <a:cubicBezTo>
                        <a:pt x="12859" y="26249"/>
                        <a:pt x="25241" y="17867"/>
                        <a:pt x="37529" y="12628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44" name="Forme libre : forme 9643">
                  <a:extLst>
                    <a:ext uri="{FF2B5EF4-FFF2-40B4-BE49-F238E27FC236}">
                      <a16:creationId xmlns:a16="http://schemas.microsoft.com/office/drawing/2014/main" id="{F07EF9CA-0021-43D2-B75A-B202AA91D014}"/>
                    </a:ext>
                  </a:extLst>
                </p:cNvPr>
                <p:cNvSpPr/>
                <p:nvPr/>
              </p:nvSpPr>
              <p:spPr>
                <a:xfrm>
                  <a:off x="4615056" y="1258971"/>
                  <a:ext cx="137066" cy="114343"/>
                </a:xfrm>
                <a:custGeom>
                  <a:avLst/>
                  <a:gdLst>
                    <a:gd name="connsiteX0" fmla="*/ 136113 w 137066"/>
                    <a:gd name="connsiteY0" fmla="*/ 39572 h 114343"/>
                    <a:gd name="connsiteX1" fmla="*/ 130969 w 137066"/>
                    <a:gd name="connsiteY1" fmla="*/ 45859 h 114343"/>
                    <a:gd name="connsiteX2" fmla="*/ 0 w 137066"/>
                    <a:gd name="connsiteY2" fmla="*/ 114343 h 114343"/>
                    <a:gd name="connsiteX3" fmla="*/ 57912 w 137066"/>
                    <a:gd name="connsiteY3" fmla="*/ 84911 h 114343"/>
                    <a:gd name="connsiteX4" fmla="*/ 93250 w 137066"/>
                    <a:gd name="connsiteY4" fmla="*/ 54622 h 114343"/>
                    <a:gd name="connsiteX5" fmla="*/ 101441 w 137066"/>
                    <a:gd name="connsiteY5" fmla="*/ 21856 h 114343"/>
                    <a:gd name="connsiteX6" fmla="*/ 100203 w 137066"/>
                    <a:gd name="connsiteY6" fmla="*/ 901 h 114343"/>
                    <a:gd name="connsiteX7" fmla="*/ 136113 w 137066"/>
                    <a:gd name="connsiteY7" fmla="*/ 39572 h 114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7066" h="114343">
                      <a:moveTo>
                        <a:pt x="136113" y="39572"/>
                      </a:moveTo>
                      <a:cubicBezTo>
                        <a:pt x="134874" y="41953"/>
                        <a:pt x="132969" y="43954"/>
                        <a:pt x="130969" y="45859"/>
                      </a:cubicBezTo>
                      <a:cubicBezTo>
                        <a:pt x="95060" y="80149"/>
                        <a:pt x="46768" y="97675"/>
                        <a:pt x="0" y="114343"/>
                      </a:cubicBezTo>
                      <a:cubicBezTo>
                        <a:pt x="20003" y="105961"/>
                        <a:pt x="39338" y="96151"/>
                        <a:pt x="57912" y="84911"/>
                      </a:cubicBezTo>
                      <a:cubicBezTo>
                        <a:pt x="71247" y="76815"/>
                        <a:pt x="84582" y="67671"/>
                        <a:pt x="93250" y="54622"/>
                      </a:cubicBezTo>
                      <a:cubicBezTo>
                        <a:pt x="99536" y="45287"/>
                        <a:pt x="103251" y="33190"/>
                        <a:pt x="101441" y="21856"/>
                      </a:cubicBezTo>
                      <a:cubicBezTo>
                        <a:pt x="100108" y="13283"/>
                        <a:pt x="90678" y="5663"/>
                        <a:pt x="100203" y="901"/>
                      </a:cubicBezTo>
                      <a:cubicBezTo>
                        <a:pt x="113634" y="-5767"/>
                        <a:pt x="142685" y="26332"/>
                        <a:pt x="136113" y="39572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45" name="Forme libre : forme 9644">
                  <a:extLst>
                    <a:ext uri="{FF2B5EF4-FFF2-40B4-BE49-F238E27FC236}">
                      <a16:creationId xmlns:a16="http://schemas.microsoft.com/office/drawing/2014/main" id="{9015404D-5B33-4686-8059-A4084CACDB69}"/>
                    </a:ext>
                  </a:extLst>
                </p:cNvPr>
                <p:cNvSpPr/>
                <p:nvPr/>
              </p:nvSpPr>
              <p:spPr>
                <a:xfrm>
                  <a:off x="4949568" y="1285303"/>
                  <a:ext cx="122974" cy="73342"/>
                </a:xfrm>
                <a:custGeom>
                  <a:avLst/>
                  <a:gdLst>
                    <a:gd name="connsiteX0" fmla="*/ 4199 w 122974"/>
                    <a:gd name="connsiteY0" fmla="*/ 21717 h 73342"/>
                    <a:gd name="connsiteX1" fmla="*/ 2103 w 122974"/>
                    <a:gd name="connsiteY1" fmla="*/ 41243 h 73342"/>
                    <a:gd name="connsiteX2" fmla="*/ 18581 w 122974"/>
                    <a:gd name="connsiteY2" fmla="*/ 50578 h 73342"/>
                    <a:gd name="connsiteX3" fmla="*/ 122975 w 122974"/>
                    <a:gd name="connsiteY3" fmla="*/ 73342 h 73342"/>
                    <a:gd name="connsiteX4" fmla="*/ 37250 w 122974"/>
                    <a:gd name="connsiteY4" fmla="*/ 52768 h 73342"/>
                    <a:gd name="connsiteX5" fmla="*/ 50871 w 122974"/>
                    <a:gd name="connsiteY5" fmla="*/ 0 h 73342"/>
                    <a:gd name="connsiteX6" fmla="*/ 4199 w 122974"/>
                    <a:gd name="connsiteY6" fmla="*/ 21717 h 73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2974" h="73342">
                      <a:moveTo>
                        <a:pt x="4199" y="21717"/>
                      </a:moveTo>
                      <a:cubicBezTo>
                        <a:pt x="-88" y="27242"/>
                        <a:pt x="-1612" y="35338"/>
                        <a:pt x="2103" y="41243"/>
                      </a:cubicBezTo>
                      <a:cubicBezTo>
                        <a:pt x="5532" y="46672"/>
                        <a:pt x="12390" y="48863"/>
                        <a:pt x="18581" y="50578"/>
                      </a:cubicBezTo>
                      <a:cubicBezTo>
                        <a:pt x="52966" y="59912"/>
                        <a:pt x="87828" y="67532"/>
                        <a:pt x="122975" y="73342"/>
                      </a:cubicBezTo>
                      <a:cubicBezTo>
                        <a:pt x="93924" y="68866"/>
                        <a:pt x="65158" y="62008"/>
                        <a:pt x="37250" y="52768"/>
                      </a:cubicBezTo>
                      <a:cubicBezTo>
                        <a:pt x="-9041" y="37529"/>
                        <a:pt x="40203" y="18002"/>
                        <a:pt x="50871" y="0"/>
                      </a:cubicBezTo>
                      <a:cubicBezTo>
                        <a:pt x="36679" y="952"/>
                        <a:pt x="13342" y="9716"/>
                        <a:pt x="4199" y="21717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46" name="Forme libre : forme 9645">
                  <a:extLst>
                    <a:ext uri="{FF2B5EF4-FFF2-40B4-BE49-F238E27FC236}">
                      <a16:creationId xmlns:a16="http://schemas.microsoft.com/office/drawing/2014/main" id="{6F03E6A3-CED9-419D-907D-91753A8AD126}"/>
                    </a:ext>
                  </a:extLst>
                </p:cNvPr>
                <p:cNvSpPr/>
                <p:nvPr/>
              </p:nvSpPr>
              <p:spPr>
                <a:xfrm>
                  <a:off x="4618105" y="1977174"/>
                  <a:ext cx="290036" cy="63556"/>
                </a:xfrm>
                <a:custGeom>
                  <a:avLst/>
                  <a:gdLst>
                    <a:gd name="connsiteX0" fmla="*/ 98870 w 290036"/>
                    <a:gd name="connsiteY0" fmla="*/ 8026 h 63556"/>
                    <a:gd name="connsiteX1" fmla="*/ 198406 w 290036"/>
                    <a:gd name="connsiteY1" fmla="*/ 6121 h 63556"/>
                    <a:gd name="connsiteX2" fmla="*/ 290036 w 290036"/>
                    <a:gd name="connsiteY2" fmla="*/ 63557 h 63556"/>
                    <a:gd name="connsiteX3" fmla="*/ 129445 w 290036"/>
                    <a:gd name="connsiteY3" fmla="*/ 26600 h 63556"/>
                    <a:gd name="connsiteX4" fmla="*/ 76105 w 290036"/>
                    <a:gd name="connsiteY4" fmla="*/ 29743 h 63556"/>
                    <a:gd name="connsiteX5" fmla="*/ 0 w 290036"/>
                    <a:gd name="connsiteY5" fmla="*/ 49365 h 63556"/>
                    <a:gd name="connsiteX6" fmla="*/ 98870 w 290036"/>
                    <a:gd name="connsiteY6" fmla="*/ 8026 h 63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0036" h="63556">
                      <a:moveTo>
                        <a:pt x="98870" y="8026"/>
                      </a:moveTo>
                      <a:cubicBezTo>
                        <a:pt x="131255" y="-832"/>
                        <a:pt x="166211" y="-3594"/>
                        <a:pt x="198406" y="6121"/>
                      </a:cubicBezTo>
                      <a:cubicBezTo>
                        <a:pt x="233172" y="16599"/>
                        <a:pt x="262128" y="40316"/>
                        <a:pt x="290036" y="63557"/>
                      </a:cubicBezTo>
                      <a:cubicBezTo>
                        <a:pt x="244888" y="30600"/>
                        <a:pt x="185357" y="25838"/>
                        <a:pt x="129445" y="26600"/>
                      </a:cubicBezTo>
                      <a:cubicBezTo>
                        <a:pt x="111633" y="26886"/>
                        <a:pt x="93726" y="27552"/>
                        <a:pt x="76105" y="29743"/>
                      </a:cubicBezTo>
                      <a:cubicBezTo>
                        <a:pt x="49625" y="33172"/>
                        <a:pt x="25241" y="42030"/>
                        <a:pt x="0" y="49365"/>
                      </a:cubicBezTo>
                      <a:cubicBezTo>
                        <a:pt x="31623" y="33172"/>
                        <a:pt x="64484" y="17456"/>
                        <a:pt x="98870" y="8026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47" name="Forme libre : forme 9646">
                  <a:extLst>
                    <a:ext uri="{FF2B5EF4-FFF2-40B4-BE49-F238E27FC236}">
                      <a16:creationId xmlns:a16="http://schemas.microsoft.com/office/drawing/2014/main" id="{256D84A5-8AAE-416F-A3B7-9F2B2B956A1E}"/>
                    </a:ext>
                  </a:extLst>
                </p:cNvPr>
                <p:cNvSpPr/>
                <p:nvPr/>
              </p:nvSpPr>
              <p:spPr>
                <a:xfrm>
                  <a:off x="4485421" y="1882140"/>
                  <a:ext cx="164619" cy="86867"/>
                </a:xfrm>
                <a:custGeom>
                  <a:avLst/>
                  <a:gdLst>
                    <a:gd name="connsiteX0" fmla="*/ 151638 w 164619"/>
                    <a:gd name="connsiteY0" fmla="*/ 14288 h 86867"/>
                    <a:gd name="connsiteX1" fmla="*/ 164306 w 164619"/>
                    <a:gd name="connsiteY1" fmla="*/ 25908 h 86867"/>
                    <a:gd name="connsiteX2" fmla="*/ 156686 w 164619"/>
                    <a:gd name="connsiteY2" fmla="*/ 42291 h 86867"/>
                    <a:gd name="connsiteX3" fmla="*/ 115158 w 164619"/>
                    <a:gd name="connsiteY3" fmla="*/ 61341 h 86867"/>
                    <a:gd name="connsiteX4" fmla="*/ 0 w 164619"/>
                    <a:gd name="connsiteY4" fmla="*/ 86868 h 86867"/>
                    <a:gd name="connsiteX5" fmla="*/ 106966 w 164619"/>
                    <a:gd name="connsiteY5" fmla="*/ 43148 h 86867"/>
                    <a:gd name="connsiteX6" fmla="*/ 130112 w 164619"/>
                    <a:gd name="connsiteY6" fmla="*/ 19336 h 86867"/>
                    <a:gd name="connsiteX7" fmla="*/ 117063 w 164619"/>
                    <a:gd name="connsiteY7" fmla="*/ 0 h 86867"/>
                    <a:gd name="connsiteX8" fmla="*/ 151638 w 164619"/>
                    <a:gd name="connsiteY8" fmla="*/ 14288 h 86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4619" h="86867">
                      <a:moveTo>
                        <a:pt x="151638" y="14288"/>
                      </a:moveTo>
                      <a:cubicBezTo>
                        <a:pt x="156972" y="16859"/>
                        <a:pt x="162878" y="20193"/>
                        <a:pt x="164306" y="25908"/>
                      </a:cubicBezTo>
                      <a:cubicBezTo>
                        <a:pt x="165831" y="32099"/>
                        <a:pt x="161544" y="38100"/>
                        <a:pt x="156686" y="42291"/>
                      </a:cubicBezTo>
                      <a:cubicBezTo>
                        <a:pt x="145066" y="52388"/>
                        <a:pt x="129921" y="57245"/>
                        <a:pt x="115158" y="61341"/>
                      </a:cubicBezTo>
                      <a:cubicBezTo>
                        <a:pt x="77248" y="71914"/>
                        <a:pt x="38576" y="79343"/>
                        <a:pt x="0" y="86868"/>
                      </a:cubicBezTo>
                      <a:cubicBezTo>
                        <a:pt x="35623" y="72295"/>
                        <a:pt x="71247" y="57721"/>
                        <a:pt x="106966" y="43148"/>
                      </a:cubicBezTo>
                      <a:cubicBezTo>
                        <a:pt x="117920" y="38671"/>
                        <a:pt x="130873" y="31147"/>
                        <a:pt x="130112" y="19336"/>
                      </a:cubicBezTo>
                      <a:cubicBezTo>
                        <a:pt x="129445" y="9906"/>
                        <a:pt x="119729" y="7048"/>
                        <a:pt x="117063" y="0"/>
                      </a:cubicBezTo>
                      <a:cubicBezTo>
                        <a:pt x="128778" y="2667"/>
                        <a:pt x="140684" y="9049"/>
                        <a:pt x="151638" y="14288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48" name="Forme libre : forme 9647">
                  <a:extLst>
                    <a:ext uri="{FF2B5EF4-FFF2-40B4-BE49-F238E27FC236}">
                      <a16:creationId xmlns:a16="http://schemas.microsoft.com/office/drawing/2014/main" id="{441EAE0D-F1D6-4DDD-AA59-30D3D050FD56}"/>
                    </a:ext>
                  </a:extLst>
                </p:cNvPr>
                <p:cNvSpPr/>
                <p:nvPr/>
              </p:nvSpPr>
              <p:spPr>
                <a:xfrm>
                  <a:off x="4660396" y="1806225"/>
                  <a:ext cx="209836" cy="47104"/>
                </a:xfrm>
                <a:custGeom>
                  <a:avLst/>
                  <a:gdLst>
                    <a:gd name="connsiteX0" fmla="*/ 87630 w 209836"/>
                    <a:gd name="connsiteY0" fmla="*/ 47054 h 47104"/>
                    <a:gd name="connsiteX1" fmla="*/ 132683 w 209836"/>
                    <a:gd name="connsiteY1" fmla="*/ 39529 h 47104"/>
                    <a:gd name="connsiteX2" fmla="*/ 170688 w 209836"/>
                    <a:gd name="connsiteY2" fmla="*/ 21431 h 47104"/>
                    <a:gd name="connsiteX3" fmla="*/ 209836 w 209836"/>
                    <a:gd name="connsiteY3" fmla="*/ 0 h 47104"/>
                    <a:gd name="connsiteX4" fmla="*/ 0 w 209836"/>
                    <a:gd name="connsiteY4" fmla="*/ 29527 h 47104"/>
                    <a:gd name="connsiteX5" fmla="*/ 87630 w 209836"/>
                    <a:gd name="connsiteY5" fmla="*/ 47054 h 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9836" h="47104">
                      <a:moveTo>
                        <a:pt x="87630" y="47054"/>
                      </a:moveTo>
                      <a:cubicBezTo>
                        <a:pt x="102870" y="46672"/>
                        <a:pt x="118206" y="44482"/>
                        <a:pt x="132683" y="39529"/>
                      </a:cubicBezTo>
                      <a:cubicBezTo>
                        <a:pt x="146018" y="34957"/>
                        <a:pt x="158401" y="28194"/>
                        <a:pt x="170688" y="21431"/>
                      </a:cubicBezTo>
                      <a:cubicBezTo>
                        <a:pt x="183738" y="14288"/>
                        <a:pt x="196787" y="7144"/>
                        <a:pt x="209836" y="0"/>
                      </a:cubicBezTo>
                      <a:cubicBezTo>
                        <a:pt x="150590" y="32480"/>
                        <a:pt x="65818" y="42577"/>
                        <a:pt x="0" y="29527"/>
                      </a:cubicBezTo>
                      <a:cubicBezTo>
                        <a:pt x="28575" y="39910"/>
                        <a:pt x="56674" y="47815"/>
                        <a:pt x="87630" y="47054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49" name="Forme libre : forme 9648">
                  <a:extLst>
                    <a:ext uri="{FF2B5EF4-FFF2-40B4-BE49-F238E27FC236}">
                      <a16:creationId xmlns:a16="http://schemas.microsoft.com/office/drawing/2014/main" id="{EA28EC26-B266-4D81-8271-4D945B6F877D}"/>
                    </a:ext>
                  </a:extLst>
                </p:cNvPr>
                <p:cNvSpPr/>
                <p:nvPr/>
              </p:nvSpPr>
              <p:spPr>
                <a:xfrm>
                  <a:off x="4865689" y="1860232"/>
                  <a:ext cx="105031" cy="89981"/>
                </a:xfrm>
                <a:custGeom>
                  <a:avLst/>
                  <a:gdLst>
                    <a:gd name="connsiteX0" fmla="*/ 78266 w 105031"/>
                    <a:gd name="connsiteY0" fmla="*/ 0 h 89981"/>
                    <a:gd name="connsiteX1" fmla="*/ 25593 w 105031"/>
                    <a:gd name="connsiteY1" fmla="*/ 24003 h 89981"/>
                    <a:gd name="connsiteX2" fmla="*/ 7115 w 105031"/>
                    <a:gd name="connsiteY2" fmla="*/ 35242 h 89981"/>
                    <a:gd name="connsiteX3" fmla="*/ 542 w 105031"/>
                    <a:gd name="connsiteY3" fmla="*/ 54959 h 89981"/>
                    <a:gd name="connsiteX4" fmla="*/ 17783 w 105031"/>
                    <a:gd name="connsiteY4" fmla="*/ 69437 h 89981"/>
                    <a:gd name="connsiteX5" fmla="*/ 41118 w 105031"/>
                    <a:gd name="connsiteY5" fmla="*/ 72676 h 89981"/>
                    <a:gd name="connsiteX6" fmla="*/ 105031 w 105031"/>
                    <a:gd name="connsiteY6" fmla="*/ 89440 h 89981"/>
                    <a:gd name="connsiteX7" fmla="*/ 55787 w 105031"/>
                    <a:gd name="connsiteY7" fmla="*/ 75629 h 89981"/>
                    <a:gd name="connsiteX8" fmla="*/ 33975 w 105031"/>
                    <a:gd name="connsiteY8" fmla="*/ 67627 h 89981"/>
                    <a:gd name="connsiteX9" fmla="*/ 21783 w 105031"/>
                    <a:gd name="connsiteY9" fmla="*/ 49149 h 89981"/>
                    <a:gd name="connsiteX10" fmla="*/ 34737 w 105031"/>
                    <a:gd name="connsiteY10" fmla="*/ 28956 h 89981"/>
                    <a:gd name="connsiteX11" fmla="*/ 66074 w 105031"/>
                    <a:gd name="connsiteY11" fmla="*/ 10954 h 89981"/>
                    <a:gd name="connsiteX12" fmla="*/ 53215 w 105031"/>
                    <a:gd name="connsiteY12" fmla="*/ 13621 h 89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5031" h="89981">
                      <a:moveTo>
                        <a:pt x="78266" y="0"/>
                      </a:moveTo>
                      <a:cubicBezTo>
                        <a:pt x="60740" y="8001"/>
                        <a:pt x="43119" y="16002"/>
                        <a:pt x="25593" y="24003"/>
                      </a:cubicBezTo>
                      <a:cubicBezTo>
                        <a:pt x="19021" y="27051"/>
                        <a:pt x="12258" y="30099"/>
                        <a:pt x="7115" y="35242"/>
                      </a:cubicBezTo>
                      <a:cubicBezTo>
                        <a:pt x="1971" y="40386"/>
                        <a:pt x="-1363" y="47911"/>
                        <a:pt x="542" y="54959"/>
                      </a:cubicBezTo>
                      <a:cubicBezTo>
                        <a:pt x="2638" y="62579"/>
                        <a:pt x="10162" y="67437"/>
                        <a:pt x="17783" y="69437"/>
                      </a:cubicBezTo>
                      <a:cubicBezTo>
                        <a:pt x="25402" y="71438"/>
                        <a:pt x="33403" y="71247"/>
                        <a:pt x="41118" y="72676"/>
                      </a:cubicBezTo>
                      <a:cubicBezTo>
                        <a:pt x="63026" y="76676"/>
                        <a:pt x="83124" y="93154"/>
                        <a:pt x="105031" y="89440"/>
                      </a:cubicBezTo>
                      <a:cubicBezTo>
                        <a:pt x="87886" y="89725"/>
                        <a:pt x="72170" y="80867"/>
                        <a:pt x="55787" y="75629"/>
                      </a:cubicBezTo>
                      <a:cubicBezTo>
                        <a:pt x="48453" y="73247"/>
                        <a:pt x="40738" y="71533"/>
                        <a:pt x="33975" y="67627"/>
                      </a:cubicBezTo>
                      <a:cubicBezTo>
                        <a:pt x="27308" y="63722"/>
                        <a:pt x="21688" y="56864"/>
                        <a:pt x="21783" y="49149"/>
                      </a:cubicBezTo>
                      <a:cubicBezTo>
                        <a:pt x="21878" y="40862"/>
                        <a:pt x="28260" y="34100"/>
                        <a:pt x="34737" y="28956"/>
                      </a:cubicBezTo>
                      <a:cubicBezTo>
                        <a:pt x="44166" y="21431"/>
                        <a:pt x="54740" y="15335"/>
                        <a:pt x="66074" y="10954"/>
                      </a:cubicBezTo>
                      <a:cubicBezTo>
                        <a:pt x="61788" y="11811"/>
                        <a:pt x="57502" y="12763"/>
                        <a:pt x="53215" y="13621"/>
                      </a:cubicBezTo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50" name="Forme libre : forme 9649">
                  <a:extLst>
                    <a:ext uri="{FF2B5EF4-FFF2-40B4-BE49-F238E27FC236}">
                      <a16:creationId xmlns:a16="http://schemas.microsoft.com/office/drawing/2014/main" id="{06F9EAE1-3369-4CF8-9206-09B27DFDB3B4}"/>
                    </a:ext>
                  </a:extLst>
                </p:cNvPr>
                <p:cNvSpPr/>
                <p:nvPr/>
              </p:nvSpPr>
              <p:spPr>
                <a:xfrm>
                  <a:off x="6261834" y="1818608"/>
                  <a:ext cx="114033" cy="108299"/>
                </a:xfrm>
                <a:custGeom>
                  <a:avLst/>
                  <a:gdLst>
                    <a:gd name="connsiteX0" fmla="*/ 104299 w 114033"/>
                    <a:gd name="connsiteY0" fmla="*/ 15050 h 108299"/>
                    <a:gd name="connsiteX1" fmla="*/ 112109 w 114033"/>
                    <a:gd name="connsiteY1" fmla="*/ 24670 h 108299"/>
                    <a:gd name="connsiteX2" fmla="*/ 107442 w 114033"/>
                    <a:gd name="connsiteY2" fmla="*/ 50959 h 108299"/>
                    <a:gd name="connsiteX3" fmla="*/ 84963 w 114033"/>
                    <a:gd name="connsiteY3" fmla="*/ 67628 h 108299"/>
                    <a:gd name="connsiteX4" fmla="*/ 0 w 114033"/>
                    <a:gd name="connsiteY4" fmla="*/ 108299 h 108299"/>
                    <a:gd name="connsiteX5" fmla="*/ 84487 w 114033"/>
                    <a:gd name="connsiteY5" fmla="*/ 58198 h 108299"/>
                    <a:gd name="connsiteX6" fmla="*/ 100394 w 114033"/>
                    <a:gd name="connsiteY6" fmla="*/ 42101 h 108299"/>
                    <a:gd name="connsiteX7" fmla="*/ 101155 w 114033"/>
                    <a:gd name="connsiteY7" fmla="*/ 29432 h 108299"/>
                    <a:gd name="connsiteX8" fmla="*/ 83915 w 114033"/>
                    <a:gd name="connsiteY8" fmla="*/ 0 h 108299"/>
                    <a:gd name="connsiteX9" fmla="*/ 104299 w 114033"/>
                    <a:gd name="connsiteY9" fmla="*/ 15050 h 108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4033" h="108299">
                      <a:moveTo>
                        <a:pt x="104299" y="15050"/>
                      </a:moveTo>
                      <a:cubicBezTo>
                        <a:pt x="107347" y="17907"/>
                        <a:pt x="110300" y="20955"/>
                        <a:pt x="112109" y="24670"/>
                      </a:cubicBezTo>
                      <a:cubicBezTo>
                        <a:pt x="116205" y="33147"/>
                        <a:pt x="113348" y="43625"/>
                        <a:pt x="107442" y="50959"/>
                      </a:cubicBezTo>
                      <a:cubicBezTo>
                        <a:pt x="101537" y="58293"/>
                        <a:pt x="93250" y="63151"/>
                        <a:pt x="84963" y="67628"/>
                      </a:cubicBezTo>
                      <a:cubicBezTo>
                        <a:pt x="57341" y="82582"/>
                        <a:pt x="28670" y="95441"/>
                        <a:pt x="0" y="108299"/>
                      </a:cubicBezTo>
                      <a:cubicBezTo>
                        <a:pt x="29528" y="94107"/>
                        <a:pt x="57055" y="76105"/>
                        <a:pt x="84487" y="58198"/>
                      </a:cubicBezTo>
                      <a:cubicBezTo>
                        <a:pt x="90964" y="54007"/>
                        <a:pt x="97727" y="49340"/>
                        <a:pt x="100394" y="42101"/>
                      </a:cubicBezTo>
                      <a:cubicBezTo>
                        <a:pt x="101822" y="38100"/>
                        <a:pt x="101822" y="33623"/>
                        <a:pt x="101155" y="29432"/>
                      </a:cubicBezTo>
                      <a:cubicBezTo>
                        <a:pt x="99060" y="16764"/>
                        <a:pt x="88964" y="9430"/>
                        <a:pt x="83915" y="0"/>
                      </a:cubicBezTo>
                      <a:cubicBezTo>
                        <a:pt x="91535" y="3239"/>
                        <a:pt x="98203" y="9335"/>
                        <a:pt x="104299" y="15050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51" name="Forme libre : forme 9650">
                  <a:extLst>
                    <a:ext uri="{FF2B5EF4-FFF2-40B4-BE49-F238E27FC236}">
                      <a16:creationId xmlns:a16="http://schemas.microsoft.com/office/drawing/2014/main" id="{B9315324-CC29-4B2E-9611-43B715BD0B0B}"/>
                    </a:ext>
                  </a:extLst>
                </p:cNvPr>
                <p:cNvSpPr/>
                <p:nvPr/>
              </p:nvSpPr>
              <p:spPr>
                <a:xfrm>
                  <a:off x="6401375" y="1738312"/>
                  <a:ext cx="237458" cy="66650"/>
                </a:xfrm>
                <a:custGeom>
                  <a:avLst/>
                  <a:gdLst>
                    <a:gd name="connsiteX0" fmla="*/ 56102 w 237458"/>
                    <a:gd name="connsiteY0" fmla="*/ 64484 h 66650"/>
                    <a:gd name="connsiteX1" fmla="*/ 152591 w 237458"/>
                    <a:gd name="connsiteY1" fmla="*/ 50483 h 66650"/>
                    <a:gd name="connsiteX2" fmla="*/ 237458 w 237458"/>
                    <a:gd name="connsiteY2" fmla="*/ 0 h 66650"/>
                    <a:gd name="connsiteX3" fmla="*/ 161449 w 237458"/>
                    <a:gd name="connsiteY3" fmla="*/ 27146 h 66650"/>
                    <a:gd name="connsiteX4" fmla="*/ 69247 w 237458"/>
                    <a:gd name="connsiteY4" fmla="*/ 47054 h 66650"/>
                    <a:gd name="connsiteX5" fmla="*/ 0 w 237458"/>
                    <a:gd name="connsiteY5" fmla="*/ 35624 h 66650"/>
                    <a:gd name="connsiteX6" fmla="*/ 56102 w 237458"/>
                    <a:gd name="connsiteY6" fmla="*/ 64484 h 66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7458" h="66650">
                      <a:moveTo>
                        <a:pt x="56102" y="64484"/>
                      </a:moveTo>
                      <a:cubicBezTo>
                        <a:pt x="88582" y="70485"/>
                        <a:pt x="122301" y="63437"/>
                        <a:pt x="152591" y="50483"/>
                      </a:cubicBezTo>
                      <a:cubicBezTo>
                        <a:pt x="182880" y="37529"/>
                        <a:pt x="210312" y="18669"/>
                        <a:pt x="237458" y="0"/>
                      </a:cubicBezTo>
                      <a:cubicBezTo>
                        <a:pt x="212312" y="9525"/>
                        <a:pt x="186976" y="18574"/>
                        <a:pt x="161449" y="27146"/>
                      </a:cubicBezTo>
                      <a:cubicBezTo>
                        <a:pt x="131540" y="37147"/>
                        <a:pt x="100775" y="46672"/>
                        <a:pt x="69247" y="47054"/>
                      </a:cubicBezTo>
                      <a:cubicBezTo>
                        <a:pt x="55245" y="47244"/>
                        <a:pt x="5525" y="29432"/>
                        <a:pt x="0" y="35624"/>
                      </a:cubicBezTo>
                      <a:cubicBezTo>
                        <a:pt x="12859" y="51530"/>
                        <a:pt x="36481" y="60865"/>
                        <a:pt x="56102" y="64484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52" name="Forme libre : forme 9651">
                  <a:extLst>
                    <a:ext uri="{FF2B5EF4-FFF2-40B4-BE49-F238E27FC236}">
                      <a16:creationId xmlns:a16="http://schemas.microsoft.com/office/drawing/2014/main" id="{1479D3B8-99B1-4654-90F8-3DCA47C6E79A}"/>
                    </a:ext>
                  </a:extLst>
                </p:cNvPr>
                <p:cNvSpPr/>
                <p:nvPr/>
              </p:nvSpPr>
              <p:spPr>
                <a:xfrm>
                  <a:off x="6589293" y="1804320"/>
                  <a:ext cx="93546" cy="85551"/>
                </a:xfrm>
                <a:custGeom>
                  <a:avLst/>
                  <a:gdLst>
                    <a:gd name="connsiteX0" fmla="*/ 39254 w 93546"/>
                    <a:gd name="connsiteY0" fmla="*/ 14097 h 85551"/>
                    <a:gd name="connsiteX1" fmla="*/ 5535 w 93546"/>
                    <a:gd name="connsiteY1" fmla="*/ 34195 h 85551"/>
                    <a:gd name="connsiteX2" fmla="*/ 11 w 93546"/>
                    <a:gd name="connsiteY2" fmla="*/ 48768 h 85551"/>
                    <a:gd name="connsiteX3" fmla="*/ 26109 w 93546"/>
                    <a:gd name="connsiteY3" fmla="*/ 72485 h 85551"/>
                    <a:gd name="connsiteX4" fmla="*/ 93546 w 93546"/>
                    <a:gd name="connsiteY4" fmla="*/ 85535 h 85551"/>
                    <a:gd name="connsiteX5" fmla="*/ 58018 w 93546"/>
                    <a:gd name="connsiteY5" fmla="*/ 73914 h 85551"/>
                    <a:gd name="connsiteX6" fmla="*/ 35063 w 93546"/>
                    <a:gd name="connsiteY6" fmla="*/ 62008 h 85551"/>
                    <a:gd name="connsiteX7" fmla="*/ 24299 w 93546"/>
                    <a:gd name="connsiteY7" fmla="*/ 49721 h 85551"/>
                    <a:gd name="connsiteX8" fmla="*/ 31443 w 93546"/>
                    <a:gd name="connsiteY8" fmla="*/ 39434 h 85551"/>
                    <a:gd name="connsiteX9" fmla="*/ 80306 w 93546"/>
                    <a:gd name="connsiteY9" fmla="*/ 0 h 85551"/>
                    <a:gd name="connsiteX10" fmla="*/ 39254 w 93546"/>
                    <a:gd name="connsiteY10" fmla="*/ 14097 h 85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546" h="85551">
                      <a:moveTo>
                        <a:pt x="39254" y="14097"/>
                      </a:moveTo>
                      <a:cubicBezTo>
                        <a:pt x="26871" y="18764"/>
                        <a:pt x="13822" y="23813"/>
                        <a:pt x="5535" y="34195"/>
                      </a:cubicBezTo>
                      <a:cubicBezTo>
                        <a:pt x="2201" y="38386"/>
                        <a:pt x="-180" y="43434"/>
                        <a:pt x="11" y="48768"/>
                      </a:cubicBezTo>
                      <a:cubicBezTo>
                        <a:pt x="487" y="61246"/>
                        <a:pt x="14203" y="68390"/>
                        <a:pt x="26109" y="72485"/>
                      </a:cubicBezTo>
                      <a:cubicBezTo>
                        <a:pt x="47922" y="79915"/>
                        <a:pt x="70591" y="85916"/>
                        <a:pt x="93546" y="85535"/>
                      </a:cubicBezTo>
                      <a:cubicBezTo>
                        <a:pt x="80973" y="85630"/>
                        <a:pt x="69162" y="79724"/>
                        <a:pt x="58018" y="73914"/>
                      </a:cubicBezTo>
                      <a:cubicBezTo>
                        <a:pt x="50398" y="69914"/>
                        <a:pt x="42683" y="66008"/>
                        <a:pt x="35063" y="62008"/>
                      </a:cubicBezTo>
                      <a:cubicBezTo>
                        <a:pt x="29919" y="59341"/>
                        <a:pt x="24014" y="55436"/>
                        <a:pt x="24299" y="49721"/>
                      </a:cubicBezTo>
                      <a:cubicBezTo>
                        <a:pt x="24490" y="45434"/>
                        <a:pt x="28110" y="42196"/>
                        <a:pt x="31443" y="39434"/>
                      </a:cubicBezTo>
                      <a:cubicBezTo>
                        <a:pt x="42016" y="30861"/>
                        <a:pt x="79735" y="12478"/>
                        <a:pt x="80306" y="0"/>
                      </a:cubicBezTo>
                      <a:cubicBezTo>
                        <a:pt x="66305" y="3334"/>
                        <a:pt x="52684" y="9049"/>
                        <a:pt x="39254" y="14097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53" name="Forme libre : forme 9652">
                  <a:extLst>
                    <a:ext uri="{FF2B5EF4-FFF2-40B4-BE49-F238E27FC236}">
                      <a16:creationId xmlns:a16="http://schemas.microsoft.com/office/drawing/2014/main" id="{FDE56D52-78E7-43B7-A44F-80808DEB6EA7}"/>
                    </a:ext>
                  </a:extLst>
                </p:cNvPr>
                <p:cNvSpPr/>
                <p:nvPr/>
              </p:nvSpPr>
              <p:spPr>
                <a:xfrm>
                  <a:off x="6367752" y="1913182"/>
                  <a:ext cx="234982" cy="33203"/>
                </a:xfrm>
                <a:custGeom>
                  <a:avLst/>
                  <a:gdLst>
                    <a:gd name="connsiteX0" fmla="*/ 234982 w 234982"/>
                    <a:gd name="connsiteY0" fmla="*/ 21726 h 33203"/>
                    <a:gd name="connsiteX1" fmla="*/ 124206 w 234982"/>
                    <a:gd name="connsiteY1" fmla="*/ 18964 h 33203"/>
                    <a:gd name="connsiteX2" fmla="*/ 52197 w 234982"/>
                    <a:gd name="connsiteY2" fmla="*/ 27918 h 33203"/>
                    <a:gd name="connsiteX3" fmla="*/ 0 w 234982"/>
                    <a:gd name="connsiteY3" fmla="*/ 28584 h 33203"/>
                    <a:gd name="connsiteX4" fmla="*/ 114777 w 234982"/>
                    <a:gd name="connsiteY4" fmla="*/ 105 h 33203"/>
                    <a:gd name="connsiteX5" fmla="*/ 234982 w 234982"/>
                    <a:gd name="connsiteY5" fmla="*/ 21726 h 33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4982" h="33203">
                      <a:moveTo>
                        <a:pt x="234982" y="21726"/>
                      </a:moveTo>
                      <a:cubicBezTo>
                        <a:pt x="199549" y="10201"/>
                        <a:pt x="161163" y="14487"/>
                        <a:pt x="124206" y="18964"/>
                      </a:cubicBezTo>
                      <a:cubicBezTo>
                        <a:pt x="100203" y="21917"/>
                        <a:pt x="76200" y="24870"/>
                        <a:pt x="52197" y="27918"/>
                      </a:cubicBezTo>
                      <a:cubicBezTo>
                        <a:pt x="37529" y="29823"/>
                        <a:pt x="13049" y="38395"/>
                        <a:pt x="0" y="28584"/>
                      </a:cubicBezTo>
                      <a:cubicBezTo>
                        <a:pt x="23432" y="5439"/>
                        <a:pt x="83154" y="1152"/>
                        <a:pt x="114777" y="105"/>
                      </a:cubicBezTo>
                      <a:cubicBezTo>
                        <a:pt x="157449" y="-1134"/>
                        <a:pt x="194882" y="8772"/>
                        <a:pt x="234982" y="21726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54" name="Forme libre : forme 9653">
                  <a:extLst>
                    <a:ext uri="{FF2B5EF4-FFF2-40B4-BE49-F238E27FC236}">
                      <a16:creationId xmlns:a16="http://schemas.microsoft.com/office/drawing/2014/main" id="{AC82C063-1DAB-478C-934B-A975F40F9300}"/>
                    </a:ext>
                  </a:extLst>
                </p:cNvPr>
                <p:cNvSpPr/>
                <p:nvPr/>
              </p:nvSpPr>
              <p:spPr>
                <a:xfrm>
                  <a:off x="5482695" y="1594997"/>
                  <a:ext cx="140582" cy="21703"/>
                </a:xfrm>
                <a:custGeom>
                  <a:avLst/>
                  <a:gdLst>
                    <a:gd name="connsiteX0" fmla="*/ 140583 w 140582"/>
                    <a:gd name="connsiteY0" fmla="*/ 20443 h 21703"/>
                    <a:gd name="connsiteX1" fmla="*/ 109817 w 140582"/>
                    <a:gd name="connsiteY1" fmla="*/ 17776 h 21703"/>
                    <a:gd name="connsiteX2" fmla="*/ 77718 w 140582"/>
                    <a:gd name="connsiteY2" fmla="*/ 16918 h 21703"/>
                    <a:gd name="connsiteX3" fmla="*/ 11615 w 140582"/>
                    <a:gd name="connsiteY3" fmla="*/ 21014 h 21703"/>
                    <a:gd name="connsiteX4" fmla="*/ 280 w 140582"/>
                    <a:gd name="connsiteY4" fmla="*/ 11965 h 21703"/>
                    <a:gd name="connsiteX5" fmla="*/ 25045 w 140582"/>
                    <a:gd name="connsiteY5" fmla="*/ 3869 h 21703"/>
                    <a:gd name="connsiteX6" fmla="*/ 80099 w 140582"/>
                    <a:gd name="connsiteY6" fmla="*/ 1107 h 21703"/>
                    <a:gd name="connsiteX7" fmla="*/ 140583 w 140582"/>
                    <a:gd name="connsiteY7" fmla="*/ 20443 h 21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0582" h="21703">
                      <a:moveTo>
                        <a:pt x="140583" y="20443"/>
                      </a:moveTo>
                      <a:cubicBezTo>
                        <a:pt x="133725" y="16537"/>
                        <a:pt x="117627" y="18252"/>
                        <a:pt x="109817" y="17776"/>
                      </a:cubicBezTo>
                      <a:cubicBezTo>
                        <a:pt x="99149" y="17204"/>
                        <a:pt x="88386" y="16918"/>
                        <a:pt x="77718" y="16918"/>
                      </a:cubicBezTo>
                      <a:cubicBezTo>
                        <a:pt x="56953" y="16918"/>
                        <a:pt x="31712" y="23872"/>
                        <a:pt x="11615" y="21014"/>
                      </a:cubicBezTo>
                      <a:cubicBezTo>
                        <a:pt x="7518" y="20443"/>
                        <a:pt x="-1721" y="17871"/>
                        <a:pt x="280" y="11965"/>
                      </a:cubicBezTo>
                      <a:cubicBezTo>
                        <a:pt x="1708" y="7584"/>
                        <a:pt x="20854" y="4726"/>
                        <a:pt x="25045" y="3869"/>
                      </a:cubicBezTo>
                      <a:cubicBezTo>
                        <a:pt x="43047" y="-131"/>
                        <a:pt x="61811" y="-989"/>
                        <a:pt x="80099" y="1107"/>
                      </a:cubicBezTo>
                      <a:cubicBezTo>
                        <a:pt x="101149" y="3393"/>
                        <a:pt x="121914" y="9870"/>
                        <a:pt x="140583" y="20443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55" name="Forme libre : forme 9654">
                  <a:extLst>
                    <a:ext uri="{FF2B5EF4-FFF2-40B4-BE49-F238E27FC236}">
                      <a16:creationId xmlns:a16="http://schemas.microsoft.com/office/drawing/2014/main" id="{BE5774DC-40C2-47DE-8496-D1CDE523A879}"/>
                    </a:ext>
                  </a:extLst>
                </p:cNvPr>
                <p:cNvSpPr/>
                <p:nvPr/>
              </p:nvSpPr>
              <p:spPr>
                <a:xfrm>
                  <a:off x="5585137" y="1539049"/>
                  <a:ext cx="80337" cy="41338"/>
                </a:xfrm>
                <a:custGeom>
                  <a:avLst/>
                  <a:gdLst>
                    <a:gd name="connsiteX0" fmla="*/ 4518 w 80337"/>
                    <a:gd name="connsiteY0" fmla="*/ 24860 h 41338"/>
                    <a:gd name="connsiteX1" fmla="*/ 17663 w 80337"/>
                    <a:gd name="connsiteY1" fmla="*/ 28861 h 41338"/>
                    <a:gd name="connsiteX2" fmla="*/ 80337 w 80337"/>
                    <a:gd name="connsiteY2" fmla="*/ 41338 h 41338"/>
                    <a:gd name="connsiteX3" fmla="*/ 33284 w 80337"/>
                    <a:gd name="connsiteY3" fmla="*/ 28004 h 41338"/>
                    <a:gd name="connsiteX4" fmla="*/ 24521 w 80337"/>
                    <a:gd name="connsiteY4" fmla="*/ 0 h 41338"/>
                    <a:gd name="connsiteX5" fmla="*/ 4518 w 80337"/>
                    <a:gd name="connsiteY5" fmla="*/ 24860 h 41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0337" h="41338">
                      <a:moveTo>
                        <a:pt x="4518" y="24860"/>
                      </a:moveTo>
                      <a:cubicBezTo>
                        <a:pt x="8233" y="27622"/>
                        <a:pt x="13091" y="28194"/>
                        <a:pt x="17663" y="28861"/>
                      </a:cubicBezTo>
                      <a:cubicBezTo>
                        <a:pt x="38808" y="31623"/>
                        <a:pt x="59763" y="35814"/>
                        <a:pt x="80337" y="41338"/>
                      </a:cubicBezTo>
                      <a:cubicBezTo>
                        <a:pt x="64335" y="37052"/>
                        <a:pt x="48523" y="35433"/>
                        <a:pt x="33284" y="28004"/>
                      </a:cubicBezTo>
                      <a:cubicBezTo>
                        <a:pt x="17186" y="20193"/>
                        <a:pt x="21187" y="14192"/>
                        <a:pt x="24521" y="0"/>
                      </a:cubicBezTo>
                      <a:cubicBezTo>
                        <a:pt x="16139" y="1810"/>
                        <a:pt x="-10531" y="14002"/>
                        <a:pt x="4518" y="24860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56" name="Forme libre : forme 9655">
                  <a:extLst>
                    <a:ext uri="{FF2B5EF4-FFF2-40B4-BE49-F238E27FC236}">
                      <a16:creationId xmlns:a16="http://schemas.microsoft.com/office/drawing/2014/main" id="{01E1EAE8-F2E3-4CF5-A453-94B427F2D8FC}"/>
                    </a:ext>
                  </a:extLst>
                </p:cNvPr>
                <p:cNvSpPr/>
                <p:nvPr/>
              </p:nvSpPr>
              <p:spPr>
                <a:xfrm>
                  <a:off x="5456591" y="1498663"/>
                  <a:ext cx="155352" cy="40144"/>
                </a:xfrm>
                <a:custGeom>
                  <a:avLst/>
                  <a:gdLst>
                    <a:gd name="connsiteX0" fmla="*/ 55531 w 155352"/>
                    <a:gd name="connsiteY0" fmla="*/ 35909 h 40144"/>
                    <a:gd name="connsiteX1" fmla="*/ 71438 w 155352"/>
                    <a:gd name="connsiteY1" fmla="*/ 40100 h 40144"/>
                    <a:gd name="connsiteX2" fmla="*/ 96012 w 155352"/>
                    <a:gd name="connsiteY2" fmla="*/ 33528 h 40144"/>
                    <a:gd name="connsiteX3" fmla="*/ 155353 w 155352"/>
                    <a:gd name="connsiteY3" fmla="*/ 0 h 40144"/>
                    <a:gd name="connsiteX4" fmla="*/ 40005 w 155352"/>
                    <a:gd name="connsiteY4" fmla="*/ 27146 h 40144"/>
                    <a:gd name="connsiteX5" fmla="*/ 20574 w 155352"/>
                    <a:gd name="connsiteY5" fmla="*/ 23336 h 40144"/>
                    <a:gd name="connsiteX6" fmla="*/ 0 w 155352"/>
                    <a:gd name="connsiteY6" fmla="*/ 10954 h 40144"/>
                    <a:gd name="connsiteX7" fmla="*/ 55531 w 155352"/>
                    <a:gd name="connsiteY7" fmla="*/ 35909 h 40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5352" h="40144">
                      <a:moveTo>
                        <a:pt x="55531" y="35909"/>
                      </a:moveTo>
                      <a:cubicBezTo>
                        <a:pt x="60674" y="37814"/>
                        <a:pt x="65913" y="39719"/>
                        <a:pt x="71438" y="40100"/>
                      </a:cubicBezTo>
                      <a:cubicBezTo>
                        <a:pt x="80010" y="40577"/>
                        <a:pt x="88202" y="37148"/>
                        <a:pt x="96012" y="33528"/>
                      </a:cubicBezTo>
                      <a:cubicBezTo>
                        <a:pt x="116586" y="23908"/>
                        <a:pt x="136493" y="12763"/>
                        <a:pt x="155353" y="0"/>
                      </a:cubicBezTo>
                      <a:cubicBezTo>
                        <a:pt x="121444" y="21812"/>
                        <a:pt x="80010" y="31528"/>
                        <a:pt x="40005" y="27146"/>
                      </a:cubicBezTo>
                      <a:cubicBezTo>
                        <a:pt x="33433" y="26384"/>
                        <a:pt x="26861" y="25337"/>
                        <a:pt x="20574" y="23336"/>
                      </a:cubicBezTo>
                      <a:cubicBezTo>
                        <a:pt x="13621" y="21146"/>
                        <a:pt x="3620" y="17621"/>
                        <a:pt x="0" y="10954"/>
                      </a:cubicBezTo>
                      <a:cubicBezTo>
                        <a:pt x="18002" y="20383"/>
                        <a:pt x="36195" y="28766"/>
                        <a:pt x="55531" y="35909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57" name="Forme libre : forme 9656">
                  <a:extLst>
                    <a:ext uri="{FF2B5EF4-FFF2-40B4-BE49-F238E27FC236}">
                      <a16:creationId xmlns:a16="http://schemas.microsoft.com/office/drawing/2014/main" id="{A6A2E73D-6B79-4DCB-A916-BEF711653786}"/>
                    </a:ext>
                  </a:extLst>
                </p:cNvPr>
                <p:cNvSpPr/>
                <p:nvPr/>
              </p:nvSpPr>
              <p:spPr>
                <a:xfrm>
                  <a:off x="5379628" y="1533420"/>
                  <a:ext cx="68697" cy="62588"/>
                </a:xfrm>
                <a:custGeom>
                  <a:avLst/>
                  <a:gdLst>
                    <a:gd name="connsiteX0" fmla="*/ 64103 w 68697"/>
                    <a:gd name="connsiteY0" fmla="*/ 19154 h 62588"/>
                    <a:gd name="connsiteX1" fmla="*/ 68389 w 68697"/>
                    <a:gd name="connsiteY1" fmla="*/ 25441 h 62588"/>
                    <a:gd name="connsiteX2" fmla="*/ 59913 w 68697"/>
                    <a:gd name="connsiteY2" fmla="*/ 39824 h 62588"/>
                    <a:gd name="connsiteX3" fmla="*/ 0 w 68697"/>
                    <a:gd name="connsiteY3" fmla="*/ 62588 h 62588"/>
                    <a:gd name="connsiteX4" fmla="*/ 39434 w 68697"/>
                    <a:gd name="connsiteY4" fmla="*/ 41633 h 62588"/>
                    <a:gd name="connsiteX5" fmla="*/ 48578 w 68697"/>
                    <a:gd name="connsiteY5" fmla="*/ 33251 h 62588"/>
                    <a:gd name="connsiteX6" fmla="*/ 35052 w 68697"/>
                    <a:gd name="connsiteY6" fmla="*/ 200 h 62588"/>
                    <a:gd name="connsiteX7" fmla="*/ 64103 w 68697"/>
                    <a:gd name="connsiteY7" fmla="*/ 19154 h 62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697" h="62588">
                      <a:moveTo>
                        <a:pt x="64103" y="19154"/>
                      </a:moveTo>
                      <a:cubicBezTo>
                        <a:pt x="65913" y="20964"/>
                        <a:pt x="67628" y="22964"/>
                        <a:pt x="68389" y="25441"/>
                      </a:cubicBezTo>
                      <a:cubicBezTo>
                        <a:pt x="70009" y="31156"/>
                        <a:pt x="64961" y="36680"/>
                        <a:pt x="59913" y="39824"/>
                      </a:cubicBezTo>
                      <a:cubicBezTo>
                        <a:pt x="41720" y="51254"/>
                        <a:pt x="18002" y="50968"/>
                        <a:pt x="0" y="62588"/>
                      </a:cubicBezTo>
                      <a:cubicBezTo>
                        <a:pt x="13716" y="56778"/>
                        <a:pt x="26956" y="49730"/>
                        <a:pt x="39434" y="41633"/>
                      </a:cubicBezTo>
                      <a:cubicBezTo>
                        <a:pt x="42958" y="39347"/>
                        <a:pt x="46482" y="36871"/>
                        <a:pt x="48578" y="33251"/>
                      </a:cubicBezTo>
                      <a:cubicBezTo>
                        <a:pt x="56007" y="20678"/>
                        <a:pt x="43720" y="7629"/>
                        <a:pt x="35052" y="200"/>
                      </a:cubicBezTo>
                      <a:cubicBezTo>
                        <a:pt x="43720" y="-1896"/>
                        <a:pt x="58103" y="13058"/>
                        <a:pt x="64103" y="19154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58" name="Forme libre : forme 9657">
                  <a:extLst>
                    <a:ext uri="{FF2B5EF4-FFF2-40B4-BE49-F238E27FC236}">
                      <a16:creationId xmlns:a16="http://schemas.microsoft.com/office/drawing/2014/main" id="{EC38AD05-53DB-423D-87FC-CAB5362FE758}"/>
                    </a:ext>
                  </a:extLst>
                </p:cNvPr>
                <p:cNvSpPr/>
                <p:nvPr/>
              </p:nvSpPr>
              <p:spPr>
                <a:xfrm>
                  <a:off x="6377717" y="1271605"/>
                  <a:ext cx="186440" cy="20855"/>
                </a:xfrm>
                <a:custGeom>
                  <a:avLst/>
                  <a:gdLst>
                    <a:gd name="connsiteX0" fmla="*/ 94525 w 186440"/>
                    <a:gd name="connsiteY0" fmla="*/ 1887 h 20855"/>
                    <a:gd name="connsiteX1" fmla="*/ 186440 w 186440"/>
                    <a:gd name="connsiteY1" fmla="*/ 9507 h 20855"/>
                    <a:gd name="connsiteX2" fmla="*/ 131 w 186440"/>
                    <a:gd name="connsiteY2" fmla="*/ 20842 h 20855"/>
                    <a:gd name="connsiteX3" fmla="*/ 94525 w 186440"/>
                    <a:gd name="connsiteY3" fmla="*/ 1887 h 20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6440" h="20855">
                      <a:moveTo>
                        <a:pt x="94525" y="1887"/>
                      </a:moveTo>
                      <a:cubicBezTo>
                        <a:pt x="125481" y="-685"/>
                        <a:pt x="157771" y="-2494"/>
                        <a:pt x="186440" y="9507"/>
                      </a:cubicBezTo>
                      <a:cubicBezTo>
                        <a:pt x="124814" y="13412"/>
                        <a:pt x="61854" y="21223"/>
                        <a:pt x="131" y="20842"/>
                      </a:cubicBezTo>
                      <a:cubicBezTo>
                        <a:pt x="-3774" y="5888"/>
                        <a:pt x="80522" y="1887"/>
                        <a:pt x="94525" y="1887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59" name="Forme libre : forme 9658">
                  <a:extLst>
                    <a:ext uri="{FF2B5EF4-FFF2-40B4-BE49-F238E27FC236}">
                      <a16:creationId xmlns:a16="http://schemas.microsoft.com/office/drawing/2014/main" id="{689B38C5-A6B2-4F5B-BF94-8219F4F98629}"/>
                    </a:ext>
                  </a:extLst>
                </p:cNvPr>
                <p:cNvSpPr/>
                <p:nvPr/>
              </p:nvSpPr>
              <p:spPr>
                <a:xfrm>
                  <a:off x="6288885" y="1228068"/>
                  <a:ext cx="114496" cy="47328"/>
                </a:xfrm>
                <a:custGeom>
                  <a:avLst/>
                  <a:gdLst>
                    <a:gd name="connsiteX0" fmla="*/ 68770 w 114496"/>
                    <a:gd name="connsiteY0" fmla="*/ 32279 h 47328"/>
                    <a:gd name="connsiteX1" fmla="*/ 0 w 114496"/>
                    <a:gd name="connsiteY1" fmla="*/ 47329 h 47328"/>
                    <a:gd name="connsiteX2" fmla="*/ 96298 w 114496"/>
                    <a:gd name="connsiteY2" fmla="*/ 2085 h 47328"/>
                    <a:gd name="connsiteX3" fmla="*/ 113824 w 114496"/>
                    <a:gd name="connsiteY3" fmla="*/ 10658 h 47328"/>
                    <a:gd name="connsiteX4" fmla="*/ 68770 w 114496"/>
                    <a:gd name="connsiteY4" fmla="*/ 32279 h 47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496" h="47328">
                      <a:moveTo>
                        <a:pt x="68770" y="32279"/>
                      </a:moveTo>
                      <a:cubicBezTo>
                        <a:pt x="45815" y="37328"/>
                        <a:pt x="22955" y="42281"/>
                        <a:pt x="0" y="47329"/>
                      </a:cubicBezTo>
                      <a:cubicBezTo>
                        <a:pt x="35909" y="39423"/>
                        <a:pt x="62389" y="11515"/>
                        <a:pt x="96298" y="2085"/>
                      </a:cubicBezTo>
                      <a:cubicBezTo>
                        <a:pt x="105727" y="-582"/>
                        <a:pt x="117443" y="-3058"/>
                        <a:pt x="113824" y="10658"/>
                      </a:cubicBezTo>
                      <a:cubicBezTo>
                        <a:pt x="110109" y="24755"/>
                        <a:pt x="80105" y="29803"/>
                        <a:pt x="68770" y="32279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60" name="Forme libre : forme 9659">
                  <a:extLst>
                    <a:ext uri="{FF2B5EF4-FFF2-40B4-BE49-F238E27FC236}">
                      <a16:creationId xmlns:a16="http://schemas.microsoft.com/office/drawing/2014/main" id="{625D67A4-DAFA-4A74-8C4B-DCA45C6C43F6}"/>
                    </a:ext>
                  </a:extLst>
                </p:cNvPr>
                <p:cNvSpPr/>
                <p:nvPr/>
              </p:nvSpPr>
              <p:spPr>
                <a:xfrm>
                  <a:off x="6492720" y="1227096"/>
                  <a:ext cx="110871" cy="30012"/>
                </a:xfrm>
                <a:custGeom>
                  <a:avLst/>
                  <a:gdLst>
                    <a:gd name="connsiteX0" fmla="*/ 0 w 110871"/>
                    <a:gd name="connsiteY0" fmla="*/ 10677 h 30012"/>
                    <a:gd name="connsiteX1" fmla="*/ 61246 w 110871"/>
                    <a:gd name="connsiteY1" fmla="*/ 25441 h 30012"/>
                    <a:gd name="connsiteX2" fmla="*/ 110871 w 110871"/>
                    <a:gd name="connsiteY2" fmla="*/ 30013 h 30012"/>
                    <a:gd name="connsiteX3" fmla="*/ 42006 w 110871"/>
                    <a:gd name="connsiteY3" fmla="*/ 8772 h 30012"/>
                    <a:gd name="connsiteX4" fmla="*/ 24479 w 110871"/>
                    <a:gd name="connsiteY4" fmla="*/ 9 h 30012"/>
                    <a:gd name="connsiteX5" fmla="*/ 0 w 110871"/>
                    <a:gd name="connsiteY5" fmla="*/ 10677 h 30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871" h="30012">
                      <a:moveTo>
                        <a:pt x="0" y="10677"/>
                      </a:moveTo>
                      <a:cubicBezTo>
                        <a:pt x="20003" y="17154"/>
                        <a:pt x="40291" y="23631"/>
                        <a:pt x="61246" y="25441"/>
                      </a:cubicBezTo>
                      <a:cubicBezTo>
                        <a:pt x="77820" y="26774"/>
                        <a:pt x="94869" y="25155"/>
                        <a:pt x="110871" y="30013"/>
                      </a:cubicBezTo>
                      <a:cubicBezTo>
                        <a:pt x="88297" y="23726"/>
                        <a:pt x="62579" y="19726"/>
                        <a:pt x="42006" y="8772"/>
                      </a:cubicBezTo>
                      <a:cubicBezTo>
                        <a:pt x="34290" y="4581"/>
                        <a:pt x="35053" y="390"/>
                        <a:pt x="24479" y="9"/>
                      </a:cubicBezTo>
                      <a:cubicBezTo>
                        <a:pt x="18765" y="-372"/>
                        <a:pt x="1810" y="11249"/>
                        <a:pt x="0" y="10677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61" name="Forme libre : forme 9660">
                  <a:extLst>
                    <a:ext uri="{FF2B5EF4-FFF2-40B4-BE49-F238E27FC236}">
                      <a16:creationId xmlns:a16="http://schemas.microsoft.com/office/drawing/2014/main" id="{4D71DDDB-9419-43C4-9BA0-B4AC5CF2FE4E}"/>
                    </a:ext>
                  </a:extLst>
                </p:cNvPr>
                <p:cNvSpPr/>
                <p:nvPr/>
              </p:nvSpPr>
              <p:spPr>
                <a:xfrm>
                  <a:off x="7268246" y="1406842"/>
                  <a:ext cx="46571" cy="68865"/>
                </a:xfrm>
                <a:custGeom>
                  <a:avLst/>
                  <a:gdLst>
                    <a:gd name="connsiteX0" fmla="*/ 36100 w 46571"/>
                    <a:gd name="connsiteY0" fmla="*/ 17431 h 68865"/>
                    <a:gd name="connsiteX1" fmla="*/ 30385 w 46571"/>
                    <a:gd name="connsiteY1" fmla="*/ 45911 h 68865"/>
                    <a:gd name="connsiteX2" fmla="*/ 19812 w 46571"/>
                    <a:gd name="connsiteY2" fmla="*/ 57341 h 68865"/>
                    <a:gd name="connsiteX3" fmla="*/ 0 w 46571"/>
                    <a:gd name="connsiteY3" fmla="*/ 68866 h 68865"/>
                    <a:gd name="connsiteX4" fmla="*/ 28384 w 46571"/>
                    <a:gd name="connsiteY4" fmla="*/ 54864 h 68865"/>
                    <a:gd name="connsiteX5" fmla="*/ 45911 w 46571"/>
                    <a:gd name="connsiteY5" fmla="*/ 36767 h 68865"/>
                    <a:gd name="connsiteX6" fmla="*/ 38005 w 46571"/>
                    <a:gd name="connsiteY6" fmla="*/ 12383 h 68865"/>
                    <a:gd name="connsiteX7" fmla="*/ 17526 w 46571"/>
                    <a:gd name="connsiteY7" fmla="*/ 0 h 68865"/>
                    <a:gd name="connsiteX8" fmla="*/ 36100 w 46571"/>
                    <a:gd name="connsiteY8" fmla="*/ 17431 h 68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571" h="68865">
                      <a:moveTo>
                        <a:pt x="36100" y="17431"/>
                      </a:moveTo>
                      <a:cubicBezTo>
                        <a:pt x="38576" y="27051"/>
                        <a:pt x="35623" y="37433"/>
                        <a:pt x="30385" y="45911"/>
                      </a:cubicBezTo>
                      <a:cubicBezTo>
                        <a:pt x="27622" y="50387"/>
                        <a:pt x="24193" y="54483"/>
                        <a:pt x="19812" y="57341"/>
                      </a:cubicBezTo>
                      <a:cubicBezTo>
                        <a:pt x="13335" y="61532"/>
                        <a:pt x="4953" y="62960"/>
                        <a:pt x="0" y="68866"/>
                      </a:cubicBezTo>
                      <a:cubicBezTo>
                        <a:pt x="9715" y="64865"/>
                        <a:pt x="19240" y="60198"/>
                        <a:pt x="28384" y="54864"/>
                      </a:cubicBezTo>
                      <a:cubicBezTo>
                        <a:pt x="35814" y="50578"/>
                        <a:pt x="43624" y="45053"/>
                        <a:pt x="45911" y="36767"/>
                      </a:cubicBezTo>
                      <a:cubicBezTo>
                        <a:pt x="48292" y="28194"/>
                        <a:pt x="43910" y="19050"/>
                        <a:pt x="38005" y="12383"/>
                      </a:cubicBezTo>
                      <a:cubicBezTo>
                        <a:pt x="32766" y="6287"/>
                        <a:pt x="25717" y="1048"/>
                        <a:pt x="17526" y="0"/>
                      </a:cubicBezTo>
                      <a:cubicBezTo>
                        <a:pt x="26670" y="1524"/>
                        <a:pt x="33909" y="8668"/>
                        <a:pt x="36100" y="17431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62" name="Forme libre : forme 9661">
                  <a:extLst>
                    <a:ext uri="{FF2B5EF4-FFF2-40B4-BE49-F238E27FC236}">
                      <a16:creationId xmlns:a16="http://schemas.microsoft.com/office/drawing/2014/main" id="{DD2B4023-0AE2-4A49-9A6B-E58ECAF48F62}"/>
                    </a:ext>
                  </a:extLst>
                </p:cNvPr>
                <p:cNvSpPr/>
                <p:nvPr/>
              </p:nvSpPr>
              <p:spPr>
                <a:xfrm>
                  <a:off x="7375878" y="1356169"/>
                  <a:ext cx="128968" cy="37830"/>
                </a:xfrm>
                <a:custGeom>
                  <a:avLst/>
                  <a:gdLst>
                    <a:gd name="connsiteX0" fmla="*/ 81725 w 128968"/>
                    <a:gd name="connsiteY0" fmla="*/ 32004 h 37830"/>
                    <a:gd name="connsiteX1" fmla="*/ 128968 w 128968"/>
                    <a:gd name="connsiteY1" fmla="*/ 0 h 37830"/>
                    <a:gd name="connsiteX2" fmla="*/ 60579 w 128968"/>
                    <a:gd name="connsiteY2" fmla="*/ 19717 h 37830"/>
                    <a:gd name="connsiteX3" fmla="*/ 24669 w 128968"/>
                    <a:gd name="connsiteY3" fmla="*/ 20383 h 37830"/>
                    <a:gd name="connsiteX4" fmla="*/ 0 w 128968"/>
                    <a:gd name="connsiteY4" fmla="*/ 22098 h 37830"/>
                    <a:gd name="connsiteX5" fmla="*/ 81725 w 128968"/>
                    <a:gd name="connsiteY5" fmla="*/ 32004 h 37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8968" h="37830">
                      <a:moveTo>
                        <a:pt x="81725" y="32004"/>
                      </a:moveTo>
                      <a:cubicBezTo>
                        <a:pt x="99536" y="25051"/>
                        <a:pt x="114585" y="12668"/>
                        <a:pt x="128968" y="0"/>
                      </a:cubicBezTo>
                      <a:cubicBezTo>
                        <a:pt x="114109" y="13144"/>
                        <a:pt x="79534" y="17526"/>
                        <a:pt x="60579" y="19717"/>
                      </a:cubicBezTo>
                      <a:cubicBezTo>
                        <a:pt x="48673" y="21050"/>
                        <a:pt x="36671" y="21431"/>
                        <a:pt x="24669" y="20383"/>
                      </a:cubicBezTo>
                      <a:cubicBezTo>
                        <a:pt x="17431" y="19717"/>
                        <a:pt x="5239" y="15811"/>
                        <a:pt x="0" y="22098"/>
                      </a:cubicBezTo>
                      <a:cubicBezTo>
                        <a:pt x="19812" y="40576"/>
                        <a:pt x="57817" y="41243"/>
                        <a:pt x="81725" y="32004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63" name="Forme libre : forme 9662">
                  <a:extLst>
                    <a:ext uri="{FF2B5EF4-FFF2-40B4-BE49-F238E27FC236}">
                      <a16:creationId xmlns:a16="http://schemas.microsoft.com/office/drawing/2014/main" id="{EF14EFA9-4CCE-4B4A-92E5-5BF3DDC381AC}"/>
                    </a:ext>
                  </a:extLst>
                </p:cNvPr>
                <p:cNvSpPr/>
                <p:nvPr/>
              </p:nvSpPr>
              <p:spPr>
                <a:xfrm>
                  <a:off x="7514275" y="1419998"/>
                  <a:ext cx="71914" cy="27515"/>
                </a:xfrm>
                <a:custGeom>
                  <a:avLst/>
                  <a:gdLst>
                    <a:gd name="connsiteX0" fmla="*/ 33529 w 71914"/>
                    <a:gd name="connsiteY0" fmla="*/ 24277 h 27515"/>
                    <a:gd name="connsiteX1" fmla="*/ 71915 w 71914"/>
                    <a:gd name="connsiteY1" fmla="*/ 27516 h 27515"/>
                    <a:gd name="connsiteX2" fmla="*/ 34100 w 71914"/>
                    <a:gd name="connsiteY2" fmla="*/ 18657 h 27515"/>
                    <a:gd name="connsiteX3" fmla="*/ 9336 w 71914"/>
                    <a:gd name="connsiteY3" fmla="*/ 465 h 27515"/>
                    <a:gd name="connsiteX4" fmla="*/ 1810 w 71914"/>
                    <a:gd name="connsiteY4" fmla="*/ 13419 h 27515"/>
                    <a:gd name="connsiteX5" fmla="*/ 33529 w 71914"/>
                    <a:gd name="connsiteY5" fmla="*/ 24277 h 27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1914" h="27515">
                      <a:moveTo>
                        <a:pt x="33529" y="24277"/>
                      </a:moveTo>
                      <a:cubicBezTo>
                        <a:pt x="46293" y="25801"/>
                        <a:pt x="59056" y="26849"/>
                        <a:pt x="71915" y="27516"/>
                      </a:cubicBezTo>
                      <a:cubicBezTo>
                        <a:pt x="58866" y="26944"/>
                        <a:pt x="46007" y="23896"/>
                        <a:pt x="34100" y="18657"/>
                      </a:cubicBezTo>
                      <a:cubicBezTo>
                        <a:pt x="25433" y="14847"/>
                        <a:pt x="17241" y="3036"/>
                        <a:pt x="9336" y="465"/>
                      </a:cubicBezTo>
                      <a:cubicBezTo>
                        <a:pt x="1906" y="-1917"/>
                        <a:pt x="-2761" y="5227"/>
                        <a:pt x="1810" y="13419"/>
                      </a:cubicBezTo>
                      <a:cubicBezTo>
                        <a:pt x="6668" y="22182"/>
                        <a:pt x="24861" y="23325"/>
                        <a:pt x="33529" y="24277"/>
                      </a:cubicBezTo>
                      <a:close/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64" name="Forme libre : forme 9663">
                  <a:extLst>
                    <a:ext uri="{FF2B5EF4-FFF2-40B4-BE49-F238E27FC236}">
                      <a16:creationId xmlns:a16="http://schemas.microsoft.com/office/drawing/2014/main" id="{CC21C946-4E7F-4D0B-A487-D000C731AFB7}"/>
                    </a:ext>
                  </a:extLst>
                </p:cNvPr>
                <p:cNvSpPr/>
                <p:nvPr/>
              </p:nvSpPr>
              <p:spPr>
                <a:xfrm>
                  <a:off x="7341778" y="1460452"/>
                  <a:ext cx="160972" cy="35639"/>
                </a:xfrm>
                <a:custGeom>
                  <a:avLst/>
                  <a:gdLst>
                    <a:gd name="connsiteX0" fmla="*/ 0 w 160972"/>
                    <a:gd name="connsiteY0" fmla="*/ 35639 h 35639"/>
                    <a:gd name="connsiteX1" fmla="*/ 64961 w 160972"/>
                    <a:gd name="connsiteY1" fmla="*/ 6492 h 35639"/>
                    <a:gd name="connsiteX2" fmla="*/ 134017 w 160972"/>
                    <a:gd name="connsiteY2" fmla="*/ 8016 h 35639"/>
                    <a:gd name="connsiteX3" fmla="*/ 160973 w 160972"/>
                    <a:gd name="connsiteY3" fmla="*/ 23161 h 35639"/>
                    <a:gd name="connsiteX4" fmla="*/ 138208 w 160972"/>
                    <a:gd name="connsiteY4" fmla="*/ 21256 h 35639"/>
                    <a:gd name="connsiteX5" fmla="*/ 20288 w 160972"/>
                    <a:gd name="connsiteY5" fmla="*/ 33162 h 3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0972" h="35639">
                      <a:moveTo>
                        <a:pt x="0" y="35639"/>
                      </a:moveTo>
                      <a:cubicBezTo>
                        <a:pt x="22098" y="26876"/>
                        <a:pt x="42482" y="14208"/>
                        <a:pt x="64961" y="6492"/>
                      </a:cubicBezTo>
                      <a:cubicBezTo>
                        <a:pt x="87439" y="-1223"/>
                        <a:pt x="113348" y="-3604"/>
                        <a:pt x="134017" y="8016"/>
                      </a:cubicBezTo>
                      <a:cubicBezTo>
                        <a:pt x="143066" y="13065"/>
                        <a:pt x="150972" y="20590"/>
                        <a:pt x="160973" y="23161"/>
                      </a:cubicBezTo>
                      <a:cubicBezTo>
                        <a:pt x="153448" y="24304"/>
                        <a:pt x="145732" y="22590"/>
                        <a:pt x="138208" y="21256"/>
                      </a:cubicBezTo>
                      <a:cubicBezTo>
                        <a:pt x="98774" y="14398"/>
                        <a:pt x="57531" y="18589"/>
                        <a:pt x="20288" y="33162"/>
                      </a:cubicBezTo>
                    </a:path>
                  </a:pathLst>
                </a:custGeom>
                <a:solidFill>
                  <a:srgbClr val="FFFFFF">
                    <a:alpha val="5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65" name="Forme libre : forme 9664">
                  <a:extLst>
                    <a:ext uri="{FF2B5EF4-FFF2-40B4-BE49-F238E27FC236}">
                      <a16:creationId xmlns:a16="http://schemas.microsoft.com/office/drawing/2014/main" id="{4E5B984C-BBFF-4CCE-BB80-44E85A6111DE}"/>
                    </a:ext>
                  </a:extLst>
                </p:cNvPr>
                <p:cNvSpPr/>
                <p:nvPr/>
              </p:nvSpPr>
              <p:spPr>
                <a:xfrm>
                  <a:off x="6182967" y="1217866"/>
                  <a:ext cx="445293" cy="104394"/>
                </a:xfrm>
                <a:custGeom>
                  <a:avLst/>
                  <a:gdLst>
                    <a:gd name="connsiteX0" fmla="*/ 98203 w 445293"/>
                    <a:gd name="connsiteY0" fmla="*/ 75057 h 104394"/>
                    <a:gd name="connsiteX1" fmla="*/ 445294 w 445293"/>
                    <a:gd name="connsiteY1" fmla="*/ 48863 h 104394"/>
                    <a:gd name="connsiteX2" fmla="*/ 290417 w 445293"/>
                    <a:gd name="connsiteY2" fmla="*/ 36385 h 104394"/>
                    <a:gd name="connsiteX3" fmla="*/ 277653 w 445293"/>
                    <a:gd name="connsiteY3" fmla="*/ 34766 h 104394"/>
                    <a:gd name="connsiteX4" fmla="*/ 271653 w 445293"/>
                    <a:gd name="connsiteY4" fmla="*/ 22860 h 104394"/>
                    <a:gd name="connsiteX5" fmla="*/ 266509 w 445293"/>
                    <a:gd name="connsiteY5" fmla="*/ 0 h 104394"/>
                    <a:gd name="connsiteX6" fmla="*/ 214313 w 445293"/>
                    <a:gd name="connsiteY6" fmla="*/ 40672 h 104394"/>
                    <a:gd name="connsiteX7" fmla="*/ 102775 w 445293"/>
                    <a:gd name="connsiteY7" fmla="*/ 72009 h 104394"/>
                    <a:gd name="connsiteX8" fmla="*/ 45815 w 445293"/>
                    <a:gd name="connsiteY8" fmla="*/ 86868 h 104394"/>
                    <a:gd name="connsiteX9" fmla="*/ 0 w 445293"/>
                    <a:gd name="connsiteY9" fmla="*/ 104394 h 104394"/>
                    <a:gd name="connsiteX10" fmla="*/ 98203 w 445293"/>
                    <a:gd name="connsiteY10" fmla="*/ 75057 h 10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5293" h="104394">
                      <a:moveTo>
                        <a:pt x="98203" y="75057"/>
                      </a:moveTo>
                      <a:cubicBezTo>
                        <a:pt x="210121" y="41053"/>
                        <a:pt x="329565" y="32099"/>
                        <a:pt x="445294" y="48863"/>
                      </a:cubicBezTo>
                      <a:cubicBezTo>
                        <a:pt x="395097" y="35147"/>
                        <a:pt x="342233" y="30861"/>
                        <a:pt x="290417" y="36385"/>
                      </a:cubicBezTo>
                      <a:cubicBezTo>
                        <a:pt x="286035" y="36862"/>
                        <a:pt x="281273" y="37243"/>
                        <a:pt x="277653" y="34766"/>
                      </a:cubicBezTo>
                      <a:cubicBezTo>
                        <a:pt x="273939" y="32195"/>
                        <a:pt x="272605" y="27337"/>
                        <a:pt x="271653" y="22860"/>
                      </a:cubicBezTo>
                      <a:cubicBezTo>
                        <a:pt x="269938" y="15240"/>
                        <a:pt x="268224" y="7620"/>
                        <a:pt x="266509" y="0"/>
                      </a:cubicBezTo>
                      <a:cubicBezTo>
                        <a:pt x="258413" y="21241"/>
                        <a:pt x="235648" y="32766"/>
                        <a:pt x="214313" y="40672"/>
                      </a:cubicBezTo>
                      <a:cubicBezTo>
                        <a:pt x="178022" y="54102"/>
                        <a:pt x="140303" y="62865"/>
                        <a:pt x="102775" y="72009"/>
                      </a:cubicBezTo>
                      <a:cubicBezTo>
                        <a:pt x="83725" y="76676"/>
                        <a:pt x="64675" y="81343"/>
                        <a:pt x="45815" y="86868"/>
                      </a:cubicBezTo>
                      <a:cubicBezTo>
                        <a:pt x="33433" y="90488"/>
                        <a:pt x="8191" y="93917"/>
                        <a:pt x="0" y="104394"/>
                      </a:cubicBezTo>
                      <a:cubicBezTo>
                        <a:pt x="33338" y="99917"/>
                        <a:pt x="66294" y="84772"/>
                        <a:pt x="98203" y="75057"/>
                      </a:cubicBezTo>
                      <a:close/>
                    </a:path>
                  </a:pathLst>
                </a:custGeom>
                <a:solidFill>
                  <a:srgbClr val="E5AC9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66" name="Forme libre : forme 9665">
                  <a:extLst>
                    <a:ext uri="{FF2B5EF4-FFF2-40B4-BE49-F238E27FC236}">
                      <a16:creationId xmlns:a16="http://schemas.microsoft.com/office/drawing/2014/main" id="{959E5AFA-8A1D-41EE-B7CC-16DAD395AC31}"/>
                    </a:ext>
                  </a:extLst>
                </p:cNvPr>
                <p:cNvSpPr/>
                <p:nvPr/>
              </p:nvSpPr>
              <p:spPr>
                <a:xfrm>
                  <a:off x="6561300" y="2300573"/>
                  <a:ext cx="4762" cy="541019"/>
                </a:xfrm>
                <a:custGeom>
                  <a:avLst/>
                  <a:gdLst>
                    <a:gd name="connsiteX0" fmla="*/ 2381 w 4762"/>
                    <a:gd name="connsiteY0" fmla="*/ 0 h 541019"/>
                    <a:gd name="connsiteX1" fmla="*/ 4191 w 4762"/>
                    <a:gd name="connsiteY1" fmla="*/ 135255 h 541019"/>
                    <a:gd name="connsiteX2" fmla="*/ 4763 w 4762"/>
                    <a:gd name="connsiteY2" fmla="*/ 270510 h 541019"/>
                    <a:gd name="connsiteX3" fmla="*/ 4191 w 4762"/>
                    <a:gd name="connsiteY3" fmla="*/ 405765 h 541019"/>
                    <a:gd name="connsiteX4" fmla="*/ 2381 w 4762"/>
                    <a:gd name="connsiteY4" fmla="*/ 541020 h 541019"/>
                    <a:gd name="connsiteX5" fmla="*/ 571 w 4762"/>
                    <a:gd name="connsiteY5" fmla="*/ 405765 h 541019"/>
                    <a:gd name="connsiteX6" fmla="*/ 0 w 4762"/>
                    <a:gd name="connsiteY6" fmla="*/ 270510 h 541019"/>
                    <a:gd name="connsiteX7" fmla="*/ 571 w 4762"/>
                    <a:gd name="connsiteY7" fmla="*/ 135255 h 541019"/>
                    <a:gd name="connsiteX8" fmla="*/ 2381 w 4762"/>
                    <a:gd name="connsiteY8" fmla="*/ 0 h 541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62" h="541019">
                      <a:moveTo>
                        <a:pt x="2381" y="0"/>
                      </a:moveTo>
                      <a:cubicBezTo>
                        <a:pt x="3239" y="45053"/>
                        <a:pt x="3906" y="90107"/>
                        <a:pt x="4191" y="135255"/>
                      </a:cubicBezTo>
                      <a:lnTo>
                        <a:pt x="4763" y="270510"/>
                      </a:lnTo>
                      <a:lnTo>
                        <a:pt x="4191" y="405765"/>
                      </a:lnTo>
                      <a:cubicBezTo>
                        <a:pt x="3906" y="450818"/>
                        <a:pt x="3239" y="495871"/>
                        <a:pt x="2381" y="541020"/>
                      </a:cubicBezTo>
                      <a:cubicBezTo>
                        <a:pt x="1524" y="495967"/>
                        <a:pt x="858" y="450913"/>
                        <a:pt x="571" y="405765"/>
                      </a:cubicBezTo>
                      <a:lnTo>
                        <a:pt x="0" y="270510"/>
                      </a:lnTo>
                      <a:lnTo>
                        <a:pt x="571" y="135255"/>
                      </a:lnTo>
                      <a:cubicBezTo>
                        <a:pt x="858" y="90107"/>
                        <a:pt x="1524" y="45053"/>
                        <a:pt x="23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67" name="Forme libre : forme 9666">
                  <a:extLst>
                    <a:ext uri="{FF2B5EF4-FFF2-40B4-BE49-F238E27FC236}">
                      <a16:creationId xmlns:a16="http://schemas.microsoft.com/office/drawing/2014/main" id="{6B7BB6C9-1303-41E7-A67F-30EEBA3D439D}"/>
                    </a:ext>
                  </a:extLst>
                </p:cNvPr>
                <p:cNvSpPr/>
                <p:nvPr/>
              </p:nvSpPr>
              <p:spPr>
                <a:xfrm>
                  <a:off x="4162139" y="3988212"/>
                  <a:ext cx="202217" cy="137525"/>
                </a:xfrm>
                <a:custGeom>
                  <a:avLst/>
                  <a:gdLst>
                    <a:gd name="connsiteX0" fmla="*/ 21340 w 202217"/>
                    <a:gd name="connsiteY0" fmla="*/ 75343 h 137525"/>
                    <a:gd name="connsiteX1" fmla="*/ 83443 w 202217"/>
                    <a:gd name="connsiteY1" fmla="*/ 126206 h 137525"/>
                    <a:gd name="connsiteX2" fmla="*/ 142879 w 202217"/>
                    <a:gd name="connsiteY2" fmla="*/ 137160 h 137525"/>
                    <a:gd name="connsiteX3" fmla="*/ 171930 w 202217"/>
                    <a:gd name="connsiteY3" fmla="*/ 136588 h 137525"/>
                    <a:gd name="connsiteX4" fmla="*/ 197838 w 202217"/>
                    <a:gd name="connsiteY4" fmla="*/ 125921 h 137525"/>
                    <a:gd name="connsiteX5" fmla="*/ 201838 w 202217"/>
                    <a:gd name="connsiteY5" fmla="*/ 115062 h 137525"/>
                    <a:gd name="connsiteX6" fmla="*/ 192980 w 202217"/>
                    <a:gd name="connsiteY6" fmla="*/ 108395 h 137525"/>
                    <a:gd name="connsiteX7" fmla="*/ 131734 w 202217"/>
                    <a:gd name="connsiteY7" fmla="*/ 85725 h 137525"/>
                    <a:gd name="connsiteX8" fmla="*/ 108398 w 202217"/>
                    <a:gd name="connsiteY8" fmla="*/ 73628 h 137525"/>
                    <a:gd name="connsiteX9" fmla="*/ 32293 w 202217"/>
                    <a:gd name="connsiteY9" fmla="*/ 38005 h 137525"/>
                    <a:gd name="connsiteX10" fmla="*/ 17053 w 202217"/>
                    <a:gd name="connsiteY10" fmla="*/ 18479 h 137525"/>
                    <a:gd name="connsiteX11" fmla="*/ 2671 w 202217"/>
                    <a:gd name="connsiteY11" fmla="*/ 0 h 137525"/>
                    <a:gd name="connsiteX12" fmla="*/ 21340 w 202217"/>
                    <a:gd name="connsiteY12" fmla="*/ 75343 h 137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02217" h="137525">
                      <a:moveTo>
                        <a:pt x="21340" y="75343"/>
                      </a:moveTo>
                      <a:cubicBezTo>
                        <a:pt x="35913" y="98298"/>
                        <a:pt x="58011" y="116491"/>
                        <a:pt x="83443" y="126206"/>
                      </a:cubicBezTo>
                      <a:cubicBezTo>
                        <a:pt x="102302" y="133445"/>
                        <a:pt x="122685" y="136112"/>
                        <a:pt x="142879" y="137160"/>
                      </a:cubicBezTo>
                      <a:cubicBezTo>
                        <a:pt x="152594" y="137636"/>
                        <a:pt x="162310" y="137827"/>
                        <a:pt x="171930" y="136588"/>
                      </a:cubicBezTo>
                      <a:cubicBezTo>
                        <a:pt x="181360" y="135350"/>
                        <a:pt x="190980" y="132588"/>
                        <a:pt x="197838" y="125921"/>
                      </a:cubicBezTo>
                      <a:cubicBezTo>
                        <a:pt x="200791" y="123063"/>
                        <a:pt x="203172" y="118872"/>
                        <a:pt x="201838" y="115062"/>
                      </a:cubicBezTo>
                      <a:cubicBezTo>
                        <a:pt x="200600" y="111443"/>
                        <a:pt x="196600" y="109728"/>
                        <a:pt x="192980" y="108395"/>
                      </a:cubicBezTo>
                      <a:cubicBezTo>
                        <a:pt x="172501" y="100965"/>
                        <a:pt x="151261" y="95345"/>
                        <a:pt x="131734" y="85725"/>
                      </a:cubicBezTo>
                      <a:cubicBezTo>
                        <a:pt x="123829" y="81820"/>
                        <a:pt x="116304" y="77343"/>
                        <a:pt x="108398" y="73628"/>
                      </a:cubicBezTo>
                      <a:cubicBezTo>
                        <a:pt x="82776" y="61722"/>
                        <a:pt x="52391" y="57817"/>
                        <a:pt x="32293" y="38005"/>
                      </a:cubicBezTo>
                      <a:cubicBezTo>
                        <a:pt x="26388" y="32195"/>
                        <a:pt x="21721" y="25337"/>
                        <a:pt x="17053" y="18479"/>
                      </a:cubicBezTo>
                      <a:cubicBezTo>
                        <a:pt x="13529" y="13240"/>
                        <a:pt x="8576" y="2191"/>
                        <a:pt x="2671" y="0"/>
                      </a:cubicBezTo>
                      <a:cubicBezTo>
                        <a:pt x="-6283" y="15716"/>
                        <a:pt x="9148" y="63151"/>
                        <a:pt x="21340" y="75343"/>
                      </a:cubicBezTo>
                      <a:close/>
                    </a:path>
                  </a:pathLst>
                </a:custGeom>
                <a:solidFill>
                  <a:srgbClr val="F9A89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68" name="Forme libre : forme 9667">
                  <a:extLst>
                    <a:ext uri="{FF2B5EF4-FFF2-40B4-BE49-F238E27FC236}">
                      <a16:creationId xmlns:a16="http://schemas.microsoft.com/office/drawing/2014/main" id="{2A470D2A-7603-48F5-BE7D-C9C263F13DC1}"/>
                    </a:ext>
                  </a:extLst>
                </p:cNvPr>
                <p:cNvSpPr/>
                <p:nvPr/>
              </p:nvSpPr>
              <p:spPr>
                <a:xfrm>
                  <a:off x="4418175" y="4120947"/>
                  <a:ext cx="200596" cy="46475"/>
                </a:xfrm>
                <a:custGeom>
                  <a:avLst/>
                  <a:gdLst>
                    <a:gd name="connsiteX0" fmla="*/ 63627 w 200596"/>
                    <a:gd name="connsiteY0" fmla="*/ 27666 h 46475"/>
                    <a:gd name="connsiteX1" fmla="*/ 115538 w 200596"/>
                    <a:gd name="connsiteY1" fmla="*/ 46145 h 46475"/>
                    <a:gd name="connsiteX2" fmla="*/ 200596 w 200596"/>
                    <a:gd name="connsiteY2" fmla="*/ 15189 h 46475"/>
                    <a:gd name="connsiteX3" fmla="*/ 95917 w 200596"/>
                    <a:gd name="connsiteY3" fmla="*/ 24142 h 46475"/>
                    <a:gd name="connsiteX4" fmla="*/ 0 w 200596"/>
                    <a:gd name="connsiteY4" fmla="*/ 2521 h 46475"/>
                    <a:gd name="connsiteX5" fmla="*/ 30956 w 200596"/>
                    <a:gd name="connsiteY5" fmla="*/ 13855 h 46475"/>
                    <a:gd name="connsiteX6" fmla="*/ 63627 w 200596"/>
                    <a:gd name="connsiteY6" fmla="*/ 27666 h 46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0596" h="46475">
                      <a:moveTo>
                        <a:pt x="63627" y="27666"/>
                      </a:moveTo>
                      <a:cubicBezTo>
                        <a:pt x="80391" y="35477"/>
                        <a:pt x="97155" y="44430"/>
                        <a:pt x="115538" y="46145"/>
                      </a:cubicBezTo>
                      <a:cubicBezTo>
                        <a:pt x="146114" y="49098"/>
                        <a:pt x="174689" y="31762"/>
                        <a:pt x="200596" y="15189"/>
                      </a:cubicBezTo>
                      <a:cubicBezTo>
                        <a:pt x="169831" y="33763"/>
                        <a:pt x="130873" y="32238"/>
                        <a:pt x="95917" y="24142"/>
                      </a:cubicBezTo>
                      <a:cubicBezTo>
                        <a:pt x="82868" y="21094"/>
                        <a:pt x="6382" y="-8719"/>
                        <a:pt x="0" y="2521"/>
                      </a:cubicBezTo>
                      <a:cubicBezTo>
                        <a:pt x="8192" y="8045"/>
                        <a:pt x="21527" y="10236"/>
                        <a:pt x="30956" y="13855"/>
                      </a:cubicBezTo>
                      <a:cubicBezTo>
                        <a:pt x="41910" y="18046"/>
                        <a:pt x="52864" y="22713"/>
                        <a:pt x="63627" y="27666"/>
                      </a:cubicBezTo>
                      <a:close/>
                    </a:path>
                  </a:pathLst>
                </a:custGeom>
                <a:solidFill>
                  <a:srgbClr val="F9A89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69" name="Forme libre : forme 9668">
                  <a:extLst>
                    <a:ext uri="{FF2B5EF4-FFF2-40B4-BE49-F238E27FC236}">
                      <a16:creationId xmlns:a16="http://schemas.microsoft.com/office/drawing/2014/main" id="{7C32841B-1443-4EE0-BFE2-DD5E078B4DB8}"/>
                    </a:ext>
                  </a:extLst>
                </p:cNvPr>
                <p:cNvSpPr/>
                <p:nvPr/>
              </p:nvSpPr>
              <p:spPr>
                <a:xfrm>
                  <a:off x="4175383" y="4042600"/>
                  <a:ext cx="144875" cy="86249"/>
                </a:xfrm>
                <a:custGeom>
                  <a:avLst/>
                  <a:gdLst>
                    <a:gd name="connsiteX0" fmla="*/ 0 w 144875"/>
                    <a:gd name="connsiteY0" fmla="*/ 0 h 86249"/>
                    <a:gd name="connsiteX1" fmla="*/ 144875 w 144875"/>
                    <a:gd name="connsiteY1" fmla="*/ 82391 h 86249"/>
                    <a:gd name="connsiteX2" fmla="*/ 0 w 144875"/>
                    <a:gd name="connsiteY2" fmla="*/ 0 h 8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4875" h="86249">
                      <a:moveTo>
                        <a:pt x="0" y="0"/>
                      </a:moveTo>
                      <a:cubicBezTo>
                        <a:pt x="0" y="0"/>
                        <a:pt x="26956" y="107728"/>
                        <a:pt x="144875" y="82391"/>
                      </a:cubicBezTo>
                      <a:cubicBezTo>
                        <a:pt x="144875" y="82391"/>
                        <a:pt x="45148" y="1014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70" name="Forme libre : forme 9669">
                  <a:extLst>
                    <a:ext uri="{FF2B5EF4-FFF2-40B4-BE49-F238E27FC236}">
                      <a16:creationId xmlns:a16="http://schemas.microsoft.com/office/drawing/2014/main" id="{CF545BF3-EFDC-4C67-9D0B-82E576EBAC77}"/>
                    </a:ext>
                  </a:extLst>
                </p:cNvPr>
                <p:cNvSpPr/>
                <p:nvPr/>
              </p:nvSpPr>
              <p:spPr>
                <a:xfrm>
                  <a:off x="4495327" y="4140803"/>
                  <a:ext cx="139351" cy="32163"/>
                </a:xfrm>
                <a:custGeom>
                  <a:avLst/>
                  <a:gdLst>
                    <a:gd name="connsiteX0" fmla="*/ 0 w 139351"/>
                    <a:gd name="connsiteY0" fmla="*/ 17431 h 32163"/>
                    <a:gd name="connsiteX1" fmla="*/ 139351 w 139351"/>
                    <a:gd name="connsiteY1" fmla="*/ 0 h 32163"/>
                    <a:gd name="connsiteX2" fmla="*/ 0 w 139351"/>
                    <a:gd name="connsiteY2" fmla="*/ 17431 h 32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9351" h="32163">
                      <a:moveTo>
                        <a:pt x="0" y="17431"/>
                      </a:moveTo>
                      <a:cubicBezTo>
                        <a:pt x="0" y="17431"/>
                        <a:pt x="72866" y="60198"/>
                        <a:pt x="139351" y="0"/>
                      </a:cubicBezTo>
                      <a:cubicBezTo>
                        <a:pt x="139351" y="0"/>
                        <a:pt x="89440" y="49149"/>
                        <a:pt x="0" y="174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71" name="Forme libre : forme 9670">
                  <a:extLst>
                    <a:ext uri="{FF2B5EF4-FFF2-40B4-BE49-F238E27FC236}">
                      <a16:creationId xmlns:a16="http://schemas.microsoft.com/office/drawing/2014/main" id="{C7D04836-9A42-4991-B65E-974593CF5847}"/>
                    </a:ext>
                  </a:extLst>
                </p:cNvPr>
                <p:cNvSpPr/>
                <p:nvPr/>
              </p:nvSpPr>
              <p:spPr>
                <a:xfrm>
                  <a:off x="4193419" y="3608011"/>
                  <a:ext cx="448648" cy="457532"/>
                </a:xfrm>
                <a:custGeom>
                  <a:avLst/>
                  <a:gdLst>
                    <a:gd name="connsiteX0" fmla="*/ 26827 w 448648"/>
                    <a:gd name="connsiteY0" fmla="*/ 70639 h 457532"/>
                    <a:gd name="connsiteX1" fmla="*/ 61593 w 448648"/>
                    <a:gd name="connsiteY1" fmla="*/ 207323 h 457532"/>
                    <a:gd name="connsiteX2" fmla="*/ 30351 w 448648"/>
                    <a:gd name="connsiteY2" fmla="*/ 272950 h 457532"/>
                    <a:gd name="connsiteX3" fmla="*/ 41114 w 448648"/>
                    <a:gd name="connsiteY3" fmla="*/ 340482 h 457532"/>
                    <a:gd name="connsiteX4" fmla="*/ 83596 w 448648"/>
                    <a:gd name="connsiteY4" fmla="*/ 354770 h 457532"/>
                    <a:gd name="connsiteX5" fmla="*/ 166082 w 448648"/>
                    <a:gd name="connsiteY5" fmla="*/ 357723 h 457532"/>
                    <a:gd name="connsiteX6" fmla="*/ 221899 w 448648"/>
                    <a:gd name="connsiteY6" fmla="*/ 357913 h 457532"/>
                    <a:gd name="connsiteX7" fmla="*/ 365060 w 448648"/>
                    <a:gd name="connsiteY7" fmla="*/ 440209 h 457532"/>
                    <a:gd name="connsiteX8" fmla="*/ 432782 w 448648"/>
                    <a:gd name="connsiteY8" fmla="*/ 450877 h 457532"/>
                    <a:gd name="connsiteX9" fmla="*/ 446689 w 448648"/>
                    <a:gd name="connsiteY9" fmla="*/ 394870 h 457532"/>
                    <a:gd name="connsiteX10" fmla="*/ 348486 w 448648"/>
                    <a:gd name="connsiteY10" fmla="*/ 287333 h 457532"/>
                    <a:gd name="connsiteX11" fmla="*/ 265428 w 448648"/>
                    <a:gd name="connsiteY11" fmla="*/ 269235 h 457532"/>
                    <a:gd name="connsiteX12" fmla="*/ 204944 w 448648"/>
                    <a:gd name="connsiteY12" fmla="*/ 222849 h 457532"/>
                    <a:gd name="connsiteX13" fmla="*/ 167606 w 448648"/>
                    <a:gd name="connsiteY13" fmla="*/ 138933 h 457532"/>
                    <a:gd name="connsiteX14" fmla="*/ 67594 w 448648"/>
                    <a:gd name="connsiteY14" fmla="*/ 23109 h 457532"/>
                    <a:gd name="connsiteX15" fmla="*/ 7205 w 448648"/>
                    <a:gd name="connsiteY15" fmla="*/ 4917 h 457532"/>
                    <a:gd name="connsiteX16" fmla="*/ 26827 w 448648"/>
                    <a:gd name="connsiteY16" fmla="*/ 70639 h 457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48648" h="457532">
                      <a:moveTo>
                        <a:pt x="26827" y="70639"/>
                      </a:moveTo>
                      <a:cubicBezTo>
                        <a:pt x="64355" y="103691"/>
                        <a:pt x="78738" y="160460"/>
                        <a:pt x="61593" y="207323"/>
                      </a:cubicBezTo>
                      <a:cubicBezTo>
                        <a:pt x="53211" y="230088"/>
                        <a:pt x="38447" y="250090"/>
                        <a:pt x="30351" y="272950"/>
                      </a:cubicBezTo>
                      <a:cubicBezTo>
                        <a:pt x="22255" y="295810"/>
                        <a:pt x="22731" y="324671"/>
                        <a:pt x="41114" y="340482"/>
                      </a:cubicBezTo>
                      <a:cubicBezTo>
                        <a:pt x="52640" y="350388"/>
                        <a:pt x="68451" y="353055"/>
                        <a:pt x="83596" y="354770"/>
                      </a:cubicBezTo>
                      <a:cubicBezTo>
                        <a:pt x="110933" y="357818"/>
                        <a:pt x="138555" y="358770"/>
                        <a:pt x="166082" y="357723"/>
                      </a:cubicBezTo>
                      <a:cubicBezTo>
                        <a:pt x="184656" y="356960"/>
                        <a:pt x="203420" y="355341"/>
                        <a:pt x="221899" y="357913"/>
                      </a:cubicBezTo>
                      <a:cubicBezTo>
                        <a:pt x="277049" y="365724"/>
                        <a:pt x="318959" y="409062"/>
                        <a:pt x="365060" y="440209"/>
                      </a:cubicBezTo>
                      <a:cubicBezTo>
                        <a:pt x="385253" y="453830"/>
                        <a:pt x="413066" y="465260"/>
                        <a:pt x="432782" y="450877"/>
                      </a:cubicBezTo>
                      <a:cubicBezTo>
                        <a:pt x="449261" y="438876"/>
                        <a:pt x="450880" y="414777"/>
                        <a:pt x="446689" y="394870"/>
                      </a:cubicBezTo>
                      <a:cubicBezTo>
                        <a:pt x="436211" y="345054"/>
                        <a:pt x="397159" y="302287"/>
                        <a:pt x="348486" y="287333"/>
                      </a:cubicBezTo>
                      <a:cubicBezTo>
                        <a:pt x="321340" y="278951"/>
                        <a:pt x="292098" y="278760"/>
                        <a:pt x="265428" y="269235"/>
                      </a:cubicBezTo>
                      <a:cubicBezTo>
                        <a:pt x="241139" y="260568"/>
                        <a:pt x="219613" y="244089"/>
                        <a:pt x="204944" y="222849"/>
                      </a:cubicBezTo>
                      <a:cubicBezTo>
                        <a:pt x="187418" y="197607"/>
                        <a:pt x="179894" y="167032"/>
                        <a:pt x="167606" y="138933"/>
                      </a:cubicBezTo>
                      <a:cubicBezTo>
                        <a:pt x="146842" y="91499"/>
                        <a:pt x="111218" y="50827"/>
                        <a:pt x="67594" y="23109"/>
                      </a:cubicBezTo>
                      <a:cubicBezTo>
                        <a:pt x="54068" y="14537"/>
                        <a:pt x="20826" y="-10514"/>
                        <a:pt x="7205" y="4917"/>
                      </a:cubicBezTo>
                      <a:cubicBezTo>
                        <a:pt x="-12035" y="26443"/>
                        <a:pt x="11682" y="57399"/>
                        <a:pt x="26827" y="70639"/>
                      </a:cubicBezTo>
                      <a:close/>
                    </a:path>
                  </a:pathLst>
                </a:custGeom>
                <a:solidFill>
                  <a:srgbClr val="F9CE6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72" name="Forme libre : forme 9671">
                  <a:extLst>
                    <a:ext uri="{FF2B5EF4-FFF2-40B4-BE49-F238E27FC236}">
                      <a16:creationId xmlns:a16="http://schemas.microsoft.com/office/drawing/2014/main" id="{2FD092E6-3493-4936-8BB1-5387F9A9CFA3}"/>
                    </a:ext>
                  </a:extLst>
                </p:cNvPr>
                <p:cNvSpPr/>
                <p:nvPr/>
              </p:nvSpPr>
              <p:spPr>
                <a:xfrm>
                  <a:off x="4316382" y="3403236"/>
                  <a:ext cx="347566" cy="319248"/>
                </a:xfrm>
                <a:custGeom>
                  <a:avLst/>
                  <a:gdLst>
                    <a:gd name="connsiteX0" fmla="*/ 129701 w 347566"/>
                    <a:gd name="connsiteY0" fmla="*/ 3475 h 319248"/>
                    <a:gd name="connsiteX1" fmla="*/ 142370 w 347566"/>
                    <a:gd name="connsiteY1" fmla="*/ 237 h 319248"/>
                    <a:gd name="connsiteX2" fmla="*/ 152561 w 347566"/>
                    <a:gd name="connsiteY2" fmla="*/ 23096 h 319248"/>
                    <a:gd name="connsiteX3" fmla="*/ 145132 w 347566"/>
                    <a:gd name="connsiteY3" fmla="*/ 79580 h 319248"/>
                    <a:gd name="connsiteX4" fmla="*/ 158086 w 347566"/>
                    <a:gd name="connsiteY4" fmla="*/ 133777 h 319248"/>
                    <a:gd name="connsiteX5" fmla="*/ 230666 w 347566"/>
                    <a:gd name="connsiteY5" fmla="*/ 162828 h 319248"/>
                    <a:gd name="connsiteX6" fmla="*/ 274767 w 347566"/>
                    <a:gd name="connsiteY6" fmla="*/ 162447 h 319248"/>
                    <a:gd name="connsiteX7" fmla="*/ 304295 w 347566"/>
                    <a:gd name="connsiteY7" fmla="*/ 161114 h 319248"/>
                    <a:gd name="connsiteX8" fmla="*/ 333917 w 347566"/>
                    <a:gd name="connsiteY8" fmla="*/ 172448 h 319248"/>
                    <a:gd name="connsiteX9" fmla="*/ 343728 w 347566"/>
                    <a:gd name="connsiteY9" fmla="*/ 179402 h 319248"/>
                    <a:gd name="connsiteX10" fmla="*/ 346966 w 347566"/>
                    <a:gd name="connsiteY10" fmla="*/ 199499 h 319248"/>
                    <a:gd name="connsiteX11" fmla="*/ 299627 w 347566"/>
                    <a:gd name="connsiteY11" fmla="*/ 270556 h 319248"/>
                    <a:gd name="connsiteX12" fmla="*/ 257241 w 347566"/>
                    <a:gd name="connsiteY12" fmla="*/ 299798 h 319248"/>
                    <a:gd name="connsiteX13" fmla="*/ 239334 w 347566"/>
                    <a:gd name="connsiteY13" fmla="*/ 319133 h 319248"/>
                    <a:gd name="connsiteX14" fmla="*/ 224570 w 347566"/>
                    <a:gd name="connsiteY14" fmla="*/ 296369 h 319248"/>
                    <a:gd name="connsiteX15" fmla="*/ 241430 w 347566"/>
                    <a:gd name="connsiteY15" fmla="*/ 269222 h 319248"/>
                    <a:gd name="connsiteX16" fmla="*/ 249526 w 347566"/>
                    <a:gd name="connsiteY16" fmla="*/ 248744 h 319248"/>
                    <a:gd name="connsiteX17" fmla="*/ 249240 w 347566"/>
                    <a:gd name="connsiteY17" fmla="*/ 239981 h 319248"/>
                    <a:gd name="connsiteX18" fmla="*/ 243811 w 347566"/>
                    <a:gd name="connsiteY18" fmla="*/ 233694 h 319248"/>
                    <a:gd name="connsiteX19" fmla="*/ 181422 w 347566"/>
                    <a:gd name="connsiteY19" fmla="*/ 202833 h 319248"/>
                    <a:gd name="connsiteX20" fmla="*/ 129606 w 347566"/>
                    <a:gd name="connsiteY20" fmla="*/ 158542 h 319248"/>
                    <a:gd name="connsiteX21" fmla="*/ 120462 w 347566"/>
                    <a:gd name="connsiteY21" fmla="*/ 114632 h 319248"/>
                    <a:gd name="connsiteX22" fmla="*/ 102841 w 347566"/>
                    <a:gd name="connsiteY22" fmla="*/ 91581 h 319248"/>
                    <a:gd name="connsiteX23" fmla="*/ 86839 w 347566"/>
                    <a:gd name="connsiteY23" fmla="*/ 94915 h 319248"/>
                    <a:gd name="connsiteX24" fmla="*/ 828 w 347566"/>
                    <a:gd name="connsiteY24" fmla="*/ 95772 h 319248"/>
                    <a:gd name="connsiteX25" fmla="*/ 38738 w 347566"/>
                    <a:gd name="connsiteY25" fmla="*/ 69579 h 319248"/>
                    <a:gd name="connsiteX26" fmla="*/ 80743 w 347566"/>
                    <a:gd name="connsiteY26" fmla="*/ 37384 h 319248"/>
                    <a:gd name="connsiteX27" fmla="*/ 129701 w 347566"/>
                    <a:gd name="connsiteY27" fmla="*/ 3475 h 319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47566" h="319248">
                      <a:moveTo>
                        <a:pt x="129701" y="3475"/>
                      </a:moveTo>
                      <a:cubicBezTo>
                        <a:pt x="133607" y="1379"/>
                        <a:pt x="137988" y="-716"/>
                        <a:pt x="142370" y="237"/>
                      </a:cubicBezTo>
                      <a:cubicBezTo>
                        <a:pt x="151323" y="2046"/>
                        <a:pt x="153323" y="13953"/>
                        <a:pt x="152561" y="23096"/>
                      </a:cubicBezTo>
                      <a:cubicBezTo>
                        <a:pt x="151037" y="42051"/>
                        <a:pt x="146370" y="60625"/>
                        <a:pt x="145132" y="79580"/>
                      </a:cubicBezTo>
                      <a:cubicBezTo>
                        <a:pt x="143894" y="98535"/>
                        <a:pt x="146561" y="118728"/>
                        <a:pt x="158086" y="133777"/>
                      </a:cubicBezTo>
                      <a:cubicBezTo>
                        <a:pt x="174374" y="155113"/>
                        <a:pt x="203806" y="161019"/>
                        <a:pt x="230666" y="162828"/>
                      </a:cubicBezTo>
                      <a:cubicBezTo>
                        <a:pt x="245335" y="163781"/>
                        <a:pt x="260194" y="163971"/>
                        <a:pt x="274767" y="162447"/>
                      </a:cubicBezTo>
                      <a:cubicBezTo>
                        <a:pt x="284578" y="161495"/>
                        <a:pt x="294484" y="159780"/>
                        <a:pt x="304295" y="161114"/>
                      </a:cubicBezTo>
                      <a:cubicBezTo>
                        <a:pt x="314867" y="162638"/>
                        <a:pt x="324488" y="167591"/>
                        <a:pt x="333917" y="172448"/>
                      </a:cubicBezTo>
                      <a:cubicBezTo>
                        <a:pt x="337537" y="174258"/>
                        <a:pt x="341156" y="176258"/>
                        <a:pt x="343728" y="179402"/>
                      </a:cubicBezTo>
                      <a:cubicBezTo>
                        <a:pt x="348109" y="184831"/>
                        <a:pt x="348015" y="192641"/>
                        <a:pt x="346966" y="199499"/>
                      </a:cubicBezTo>
                      <a:cubicBezTo>
                        <a:pt x="342585" y="228551"/>
                        <a:pt x="324774" y="255316"/>
                        <a:pt x="299627" y="270556"/>
                      </a:cubicBezTo>
                      <a:cubicBezTo>
                        <a:pt x="284768" y="279605"/>
                        <a:pt x="266957" y="285415"/>
                        <a:pt x="257241" y="299798"/>
                      </a:cubicBezTo>
                      <a:cubicBezTo>
                        <a:pt x="252193" y="307322"/>
                        <a:pt x="248288" y="317800"/>
                        <a:pt x="239334" y="319133"/>
                      </a:cubicBezTo>
                      <a:cubicBezTo>
                        <a:pt x="228761" y="320657"/>
                        <a:pt x="221808" y="306751"/>
                        <a:pt x="224570" y="296369"/>
                      </a:cubicBezTo>
                      <a:cubicBezTo>
                        <a:pt x="227332" y="285987"/>
                        <a:pt x="235714" y="278271"/>
                        <a:pt x="241430" y="269222"/>
                      </a:cubicBezTo>
                      <a:cubicBezTo>
                        <a:pt x="245335" y="262936"/>
                        <a:pt x="248097" y="255983"/>
                        <a:pt x="249526" y="248744"/>
                      </a:cubicBezTo>
                      <a:cubicBezTo>
                        <a:pt x="250097" y="245791"/>
                        <a:pt x="250383" y="242743"/>
                        <a:pt x="249240" y="239981"/>
                      </a:cubicBezTo>
                      <a:cubicBezTo>
                        <a:pt x="248192" y="237409"/>
                        <a:pt x="246002" y="235409"/>
                        <a:pt x="243811" y="233694"/>
                      </a:cubicBezTo>
                      <a:cubicBezTo>
                        <a:pt x="225523" y="219216"/>
                        <a:pt x="202758" y="212263"/>
                        <a:pt x="181422" y="202833"/>
                      </a:cubicBezTo>
                      <a:cubicBezTo>
                        <a:pt x="160181" y="193404"/>
                        <a:pt x="138750" y="179973"/>
                        <a:pt x="129606" y="158542"/>
                      </a:cubicBezTo>
                      <a:cubicBezTo>
                        <a:pt x="123701" y="144731"/>
                        <a:pt x="123605" y="129300"/>
                        <a:pt x="120462" y="114632"/>
                      </a:cubicBezTo>
                      <a:cubicBezTo>
                        <a:pt x="118367" y="104535"/>
                        <a:pt x="113033" y="93296"/>
                        <a:pt x="102841" y="91581"/>
                      </a:cubicBezTo>
                      <a:cubicBezTo>
                        <a:pt x="97412" y="90629"/>
                        <a:pt x="91982" y="92915"/>
                        <a:pt x="86839" y="94915"/>
                      </a:cubicBezTo>
                      <a:cubicBezTo>
                        <a:pt x="76076" y="99106"/>
                        <a:pt x="-9268" y="123871"/>
                        <a:pt x="828" y="95772"/>
                      </a:cubicBezTo>
                      <a:cubicBezTo>
                        <a:pt x="5019" y="84152"/>
                        <a:pt x="28832" y="76437"/>
                        <a:pt x="38738" y="69579"/>
                      </a:cubicBezTo>
                      <a:cubicBezTo>
                        <a:pt x="53216" y="59482"/>
                        <a:pt x="66836" y="48242"/>
                        <a:pt x="80743" y="37384"/>
                      </a:cubicBezTo>
                      <a:cubicBezTo>
                        <a:pt x="96364" y="25002"/>
                        <a:pt x="112271" y="13000"/>
                        <a:pt x="129701" y="3475"/>
                      </a:cubicBezTo>
                      <a:close/>
                    </a:path>
                  </a:pathLst>
                </a:custGeom>
                <a:solidFill>
                  <a:srgbClr val="F9CE6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73" name="Forme libre : forme 9672">
                  <a:extLst>
                    <a:ext uri="{FF2B5EF4-FFF2-40B4-BE49-F238E27FC236}">
                      <a16:creationId xmlns:a16="http://schemas.microsoft.com/office/drawing/2014/main" id="{7D75342C-E70C-4F30-A3DF-A2AF458D0725}"/>
                    </a:ext>
                  </a:extLst>
                </p:cNvPr>
                <p:cNvSpPr/>
                <p:nvPr/>
              </p:nvSpPr>
              <p:spPr>
                <a:xfrm>
                  <a:off x="4230056" y="3696557"/>
                  <a:ext cx="27770" cy="142494"/>
                </a:xfrm>
                <a:custGeom>
                  <a:avLst/>
                  <a:gdLst>
                    <a:gd name="connsiteX0" fmla="*/ 0 w 27770"/>
                    <a:gd name="connsiteY0" fmla="*/ 0 h 142494"/>
                    <a:gd name="connsiteX1" fmla="*/ 0 w 27770"/>
                    <a:gd name="connsiteY1" fmla="*/ 142494 h 142494"/>
                    <a:gd name="connsiteX2" fmla="*/ 0 w 27770"/>
                    <a:gd name="connsiteY2" fmla="*/ 0 h 142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770" h="142494">
                      <a:moveTo>
                        <a:pt x="0" y="0"/>
                      </a:moveTo>
                      <a:cubicBezTo>
                        <a:pt x="0" y="0"/>
                        <a:pt x="47435" y="65437"/>
                        <a:pt x="0" y="142494"/>
                      </a:cubicBezTo>
                      <a:cubicBezTo>
                        <a:pt x="0" y="142589"/>
                        <a:pt x="62484" y="8315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74" name="Forme libre : forme 9673">
                  <a:extLst>
                    <a:ext uri="{FF2B5EF4-FFF2-40B4-BE49-F238E27FC236}">
                      <a16:creationId xmlns:a16="http://schemas.microsoft.com/office/drawing/2014/main" id="{9D69C8E5-8399-4C8E-B12F-9BB203F68D19}"/>
                    </a:ext>
                  </a:extLst>
                </p:cNvPr>
                <p:cNvSpPr/>
                <p:nvPr/>
              </p:nvSpPr>
              <p:spPr>
                <a:xfrm>
                  <a:off x="4596673" y="3566742"/>
                  <a:ext cx="68668" cy="112479"/>
                </a:xfrm>
                <a:custGeom>
                  <a:avLst/>
                  <a:gdLst>
                    <a:gd name="connsiteX0" fmla="*/ 0 w 68668"/>
                    <a:gd name="connsiteY0" fmla="*/ 3990 h 112479"/>
                    <a:gd name="connsiteX1" fmla="*/ 61722 w 68668"/>
                    <a:gd name="connsiteY1" fmla="*/ 24564 h 112479"/>
                    <a:gd name="connsiteX2" fmla="*/ 21336 w 68668"/>
                    <a:gd name="connsiteY2" fmla="*/ 112479 h 112479"/>
                    <a:gd name="connsiteX3" fmla="*/ 56960 w 68668"/>
                    <a:gd name="connsiteY3" fmla="*/ 26183 h 112479"/>
                    <a:gd name="connsiteX4" fmla="*/ 0 w 68668"/>
                    <a:gd name="connsiteY4" fmla="*/ 3990 h 112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668" h="112479">
                      <a:moveTo>
                        <a:pt x="0" y="3990"/>
                      </a:moveTo>
                      <a:cubicBezTo>
                        <a:pt x="0" y="3990"/>
                        <a:pt x="43529" y="-13441"/>
                        <a:pt x="61722" y="24564"/>
                      </a:cubicBezTo>
                      <a:cubicBezTo>
                        <a:pt x="79915" y="62569"/>
                        <a:pt x="60960" y="91905"/>
                        <a:pt x="21336" y="112479"/>
                      </a:cubicBezTo>
                      <a:cubicBezTo>
                        <a:pt x="21336" y="112479"/>
                        <a:pt x="79820" y="73808"/>
                        <a:pt x="56960" y="26183"/>
                      </a:cubicBezTo>
                      <a:cubicBezTo>
                        <a:pt x="38767" y="-11917"/>
                        <a:pt x="0" y="3990"/>
                        <a:pt x="0" y="39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75" name="Forme libre : forme 9674">
                  <a:extLst>
                    <a:ext uri="{FF2B5EF4-FFF2-40B4-BE49-F238E27FC236}">
                      <a16:creationId xmlns:a16="http://schemas.microsoft.com/office/drawing/2014/main" id="{20FADB31-4402-4AA9-B10A-584FC906AEC6}"/>
                    </a:ext>
                  </a:extLst>
                </p:cNvPr>
                <p:cNvSpPr/>
                <p:nvPr/>
              </p:nvSpPr>
              <p:spPr>
                <a:xfrm>
                  <a:off x="4339267" y="3969568"/>
                  <a:ext cx="156822" cy="56457"/>
                </a:xfrm>
                <a:custGeom>
                  <a:avLst/>
                  <a:gdLst>
                    <a:gd name="connsiteX0" fmla="*/ 41 w 156822"/>
                    <a:gd name="connsiteY0" fmla="*/ 6547 h 56457"/>
                    <a:gd name="connsiteX1" fmla="*/ 156822 w 156822"/>
                    <a:gd name="connsiteY1" fmla="*/ 56458 h 56457"/>
                    <a:gd name="connsiteX2" fmla="*/ 41 w 156822"/>
                    <a:gd name="connsiteY2" fmla="*/ 6547 h 56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6822" h="56457">
                      <a:moveTo>
                        <a:pt x="41" y="6547"/>
                      </a:moveTo>
                      <a:cubicBezTo>
                        <a:pt x="-2436" y="7119"/>
                        <a:pt x="108531" y="-15646"/>
                        <a:pt x="156822" y="56458"/>
                      </a:cubicBezTo>
                      <a:cubicBezTo>
                        <a:pt x="156822" y="56458"/>
                        <a:pt x="126628" y="-22885"/>
                        <a:pt x="41" y="65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76" name="Forme libre : forme 9675">
                  <a:extLst>
                    <a:ext uri="{FF2B5EF4-FFF2-40B4-BE49-F238E27FC236}">
                      <a16:creationId xmlns:a16="http://schemas.microsoft.com/office/drawing/2014/main" id="{A7EC20DA-C3CC-4D80-B3A9-2C9C0419B601}"/>
                    </a:ext>
                  </a:extLst>
                </p:cNvPr>
                <p:cNvSpPr/>
                <p:nvPr/>
              </p:nvSpPr>
              <p:spPr>
                <a:xfrm>
                  <a:off x="4228524" y="3718659"/>
                  <a:ext cx="139595" cy="226007"/>
                </a:xfrm>
                <a:custGeom>
                  <a:avLst/>
                  <a:gdLst>
                    <a:gd name="connsiteX0" fmla="*/ 47538 w 139595"/>
                    <a:gd name="connsiteY0" fmla="*/ 47716 h 226007"/>
                    <a:gd name="connsiteX1" fmla="*/ 44490 w 139595"/>
                    <a:gd name="connsiteY1" fmla="*/ 74386 h 226007"/>
                    <a:gd name="connsiteX2" fmla="*/ 30202 w 139595"/>
                    <a:gd name="connsiteY2" fmla="*/ 106675 h 226007"/>
                    <a:gd name="connsiteX3" fmla="*/ 294 w 139595"/>
                    <a:gd name="connsiteY3" fmla="*/ 184495 h 226007"/>
                    <a:gd name="connsiteX4" fmla="*/ 14391 w 139595"/>
                    <a:gd name="connsiteY4" fmla="*/ 221833 h 226007"/>
                    <a:gd name="connsiteX5" fmla="*/ 34298 w 139595"/>
                    <a:gd name="connsiteY5" fmla="*/ 225547 h 226007"/>
                    <a:gd name="connsiteX6" fmla="*/ 112403 w 139595"/>
                    <a:gd name="connsiteY6" fmla="*/ 217737 h 226007"/>
                    <a:gd name="connsiteX7" fmla="*/ 132596 w 139595"/>
                    <a:gd name="connsiteY7" fmla="*/ 204973 h 226007"/>
                    <a:gd name="connsiteX8" fmla="*/ 138978 w 139595"/>
                    <a:gd name="connsiteY8" fmla="*/ 182685 h 226007"/>
                    <a:gd name="connsiteX9" fmla="*/ 122023 w 139595"/>
                    <a:gd name="connsiteY9" fmla="*/ 160301 h 226007"/>
                    <a:gd name="connsiteX10" fmla="*/ 96020 w 139595"/>
                    <a:gd name="connsiteY10" fmla="*/ 96579 h 226007"/>
                    <a:gd name="connsiteX11" fmla="*/ 73255 w 139595"/>
                    <a:gd name="connsiteY11" fmla="*/ 31333 h 226007"/>
                    <a:gd name="connsiteX12" fmla="*/ 48585 w 139595"/>
                    <a:gd name="connsiteY12" fmla="*/ 1043 h 226007"/>
                    <a:gd name="connsiteX13" fmla="*/ 47538 w 139595"/>
                    <a:gd name="connsiteY13" fmla="*/ 47716 h 226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9595" h="226007">
                      <a:moveTo>
                        <a:pt x="47538" y="47716"/>
                      </a:moveTo>
                      <a:cubicBezTo>
                        <a:pt x="47633" y="56669"/>
                        <a:pt x="46776" y="65718"/>
                        <a:pt x="44490" y="74386"/>
                      </a:cubicBezTo>
                      <a:cubicBezTo>
                        <a:pt x="41347" y="85720"/>
                        <a:pt x="35822" y="96293"/>
                        <a:pt x="30202" y="106675"/>
                      </a:cubicBezTo>
                      <a:cubicBezTo>
                        <a:pt x="16867" y="131250"/>
                        <a:pt x="3056" y="156586"/>
                        <a:pt x="294" y="184495"/>
                      </a:cubicBezTo>
                      <a:cubicBezTo>
                        <a:pt x="-1040" y="198592"/>
                        <a:pt x="1913" y="215165"/>
                        <a:pt x="14391" y="221833"/>
                      </a:cubicBezTo>
                      <a:cubicBezTo>
                        <a:pt x="20391" y="225071"/>
                        <a:pt x="27440" y="225357"/>
                        <a:pt x="34298" y="225547"/>
                      </a:cubicBezTo>
                      <a:cubicBezTo>
                        <a:pt x="60682" y="226405"/>
                        <a:pt x="87828" y="227071"/>
                        <a:pt x="112403" y="217737"/>
                      </a:cubicBezTo>
                      <a:cubicBezTo>
                        <a:pt x="119928" y="214879"/>
                        <a:pt x="127262" y="210974"/>
                        <a:pt x="132596" y="204973"/>
                      </a:cubicBezTo>
                      <a:cubicBezTo>
                        <a:pt x="137930" y="198972"/>
                        <a:pt x="140978" y="190495"/>
                        <a:pt x="138978" y="182685"/>
                      </a:cubicBezTo>
                      <a:cubicBezTo>
                        <a:pt x="136692" y="173541"/>
                        <a:pt x="128310" y="167350"/>
                        <a:pt x="122023" y="160301"/>
                      </a:cubicBezTo>
                      <a:cubicBezTo>
                        <a:pt x="106498" y="143061"/>
                        <a:pt x="101830" y="118963"/>
                        <a:pt x="96020" y="96579"/>
                      </a:cubicBezTo>
                      <a:cubicBezTo>
                        <a:pt x="90210" y="74290"/>
                        <a:pt x="82590" y="52383"/>
                        <a:pt x="73255" y="31333"/>
                      </a:cubicBezTo>
                      <a:cubicBezTo>
                        <a:pt x="70017" y="23903"/>
                        <a:pt x="59158" y="-5910"/>
                        <a:pt x="48585" y="1043"/>
                      </a:cubicBezTo>
                      <a:cubicBezTo>
                        <a:pt x="37060" y="8663"/>
                        <a:pt x="47347" y="37524"/>
                        <a:pt x="47538" y="47716"/>
                      </a:cubicBezTo>
                      <a:close/>
                    </a:path>
                  </a:pathLst>
                </a:custGeom>
                <a:solidFill>
                  <a:srgbClr val="F9D37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77" name="Forme libre : forme 9676">
                  <a:extLst>
                    <a:ext uri="{FF2B5EF4-FFF2-40B4-BE49-F238E27FC236}">
                      <a16:creationId xmlns:a16="http://schemas.microsoft.com/office/drawing/2014/main" id="{CD4C1B78-97F6-4C43-B412-723D79543881}"/>
                    </a:ext>
                  </a:extLst>
                </p:cNvPr>
                <p:cNvSpPr/>
                <p:nvPr/>
              </p:nvSpPr>
              <p:spPr>
                <a:xfrm>
                  <a:off x="4476468" y="3962846"/>
                  <a:ext cx="149540" cy="86319"/>
                </a:xfrm>
                <a:custGeom>
                  <a:avLst/>
                  <a:gdLst>
                    <a:gd name="connsiteX0" fmla="*/ 10001 w 149540"/>
                    <a:gd name="connsiteY0" fmla="*/ 14603 h 86319"/>
                    <a:gd name="connsiteX1" fmla="*/ 116586 w 149540"/>
                    <a:gd name="connsiteY1" fmla="*/ 83374 h 86319"/>
                    <a:gd name="connsiteX2" fmla="*/ 141351 w 149540"/>
                    <a:gd name="connsiteY2" fmla="*/ 82326 h 86319"/>
                    <a:gd name="connsiteX3" fmla="*/ 147256 w 149540"/>
                    <a:gd name="connsiteY3" fmla="*/ 70420 h 86319"/>
                    <a:gd name="connsiteX4" fmla="*/ 146590 w 149540"/>
                    <a:gd name="connsiteY4" fmla="*/ 28891 h 86319"/>
                    <a:gd name="connsiteX5" fmla="*/ 131731 w 149540"/>
                    <a:gd name="connsiteY5" fmla="*/ 5173 h 86319"/>
                    <a:gd name="connsiteX6" fmla="*/ 83439 w 149540"/>
                    <a:gd name="connsiteY6" fmla="*/ 3459 h 86319"/>
                    <a:gd name="connsiteX7" fmla="*/ 35338 w 149540"/>
                    <a:gd name="connsiteY7" fmla="*/ 2602 h 86319"/>
                    <a:gd name="connsiteX8" fmla="*/ 0 w 149540"/>
                    <a:gd name="connsiteY8" fmla="*/ 7745 h 86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9540" h="86319">
                      <a:moveTo>
                        <a:pt x="10001" y="14603"/>
                      </a:moveTo>
                      <a:cubicBezTo>
                        <a:pt x="51816" y="23271"/>
                        <a:pt x="77057" y="67467"/>
                        <a:pt x="116586" y="83374"/>
                      </a:cubicBezTo>
                      <a:cubicBezTo>
                        <a:pt x="124682" y="86612"/>
                        <a:pt x="134969" y="88327"/>
                        <a:pt x="141351" y="82326"/>
                      </a:cubicBezTo>
                      <a:cubicBezTo>
                        <a:pt x="144684" y="79278"/>
                        <a:pt x="146209" y="74801"/>
                        <a:pt x="147256" y="70420"/>
                      </a:cubicBezTo>
                      <a:cubicBezTo>
                        <a:pt x="150495" y="56799"/>
                        <a:pt x="150304" y="42416"/>
                        <a:pt x="146590" y="28891"/>
                      </a:cubicBezTo>
                      <a:cubicBezTo>
                        <a:pt x="144113" y="19651"/>
                        <a:pt x="139637" y="10412"/>
                        <a:pt x="131731" y="5173"/>
                      </a:cubicBezTo>
                      <a:cubicBezTo>
                        <a:pt x="118015" y="-3970"/>
                        <a:pt x="99822" y="1364"/>
                        <a:pt x="83439" y="3459"/>
                      </a:cubicBezTo>
                      <a:cubicBezTo>
                        <a:pt x="67437" y="5459"/>
                        <a:pt x="51340" y="3935"/>
                        <a:pt x="35338" y="2602"/>
                      </a:cubicBezTo>
                      <a:cubicBezTo>
                        <a:pt x="23241" y="1649"/>
                        <a:pt x="10096" y="982"/>
                        <a:pt x="0" y="7745"/>
                      </a:cubicBezTo>
                    </a:path>
                  </a:pathLst>
                </a:custGeom>
                <a:solidFill>
                  <a:srgbClr val="F9D37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78" name="Forme libre : forme 9677">
                  <a:extLst>
                    <a:ext uri="{FF2B5EF4-FFF2-40B4-BE49-F238E27FC236}">
                      <a16:creationId xmlns:a16="http://schemas.microsoft.com/office/drawing/2014/main" id="{CCDD5A48-DC57-4F02-BD92-04665D25DD66}"/>
                    </a:ext>
                  </a:extLst>
                </p:cNvPr>
                <p:cNvSpPr/>
                <p:nvPr/>
              </p:nvSpPr>
              <p:spPr>
                <a:xfrm>
                  <a:off x="4612271" y="3583711"/>
                  <a:ext cx="34416" cy="68359"/>
                </a:xfrm>
                <a:custGeom>
                  <a:avLst/>
                  <a:gdLst>
                    <a:gd name="connsiteX0" fmla="*/ 31647 w 34416"/>
                    <a:gd name="connsiteY0" fmla="*/ 43504 h 68359"/>
                    <a:gd name="connsiteX1" fmla="*/ 9454 w 34416"/>
                    <a:gd name="connsiteY1" fmla="*/ 66364 h 68359"/>
                    <a:gd name="connsiteX2" fmla="*/ 405 w 34416"/>
                    <a:gd name="connsiteY2" fmla="*/ 66555 h 68359"/>
                    <a:gd name="connsiteX3" fmla="*/ 310 w 34416"/>
                    <a:gd name="connsiteY3" fmla="*/ 62744 h 68359"/>
                    <a:gd name="connsiteX4" fmla="*/ 12502 w 34416"/>
                    <a:gd name="connsiteY4" fmla="*/ 43885 h 68359"/>
                    <a:gd name="connsiteX5" fmla="*/ 12883 w 34416"/>
                    <a:gd name="connsiteY5" fmla="*/ 1689 h 68359"/>
                    <a:gd name="connsiteX6" fmla="*/ 31647 w 34416"/>
                    <a:gd name="connsiteY6" fmla="*/ 43504 h 68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416" h="68359">
                      <a:moveTo>
                        <a:pt x="31647" y="43504"/>
                      </a:moveTo>
                      <a:cubicBezTo>
                        <a:pt x="26694" y="53029"/>
                        <a:pt x="18407" y="60459"/>
                        <a:pt x="9454" y="66364"/>
                      </a:cubicBezTo>
                      <a:cubicBezTo>
                        <a:pt x="6596" y="68269"/>
                        <a:pt x="2024" y="69602"/>
                        <a:pt x="405" y="66555"/>
                      </a:cubicBezTo>
                      <a:cubicBezTo>
                        <a:pt x="-167" y="65411"/>
                        <a:pt x="-71" y="63983"/>
                        <a:pt x="310" y="62744"/>
                      </a:cubicBezTo>
                      <a:cubicBezTo>
                        <a:pt x="2310" y="55506"/>
                        <a:pt x="9454" y="50743"/>
                        <a:pt x="12502" y="43885"/>
                      </a:cubicBezTo>
                      <a:cubicBezTo>
                        <a:pt x="18788" y="30074"/>
                        <a:pt x="-6834" y="11119"/>
                        <a:pt x="12883" y="1689"/>
                      </a:cubicBezTo>
                      <a:cubicBezTo>
                        <a:pt x="34504" y="-8693"/>
                        <a:pt x="37838" y="31693"/>
                        <a:pt x="31647" y="43504"/>
                      </a:cubicBezTo>
                      <a:close/>
                    </a:path>
                  </a:pathLst>
                </a:custGeom>
                <a:solidFill>
                  <a:srgbClr val="F9D37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79" name="Forme libre : forme 9678">
                  <a:extLst>
                    <a:ext uri="{FF2B5EF4-FFF2-40B4-BE49-F238E27FC236}">
                      <a16:creationId xmlns:a16="http://schemas.microsoft.com/office/drawing/2014/main" id="{2B077699-CF69-465E-AF43-28E9CC090A35}"/>
                    </a:ext>
                  </a:extLst>
                </p:cNvPr>
                <p:cNvSpPr/>
                <p:nvPr/>
              </p:nvSpPr>
              <p:spPr>
                <a:xfrm>
                  <a:off x="4386989" y="3420038"/>
                  <a:ext cx="69441" cy="47937"/>
                </a:xfrm>
                <a:custGeom>
                  <a:avLst/>
                  <a:gdLst>
                    <a:gd name="connsiteX0" fmla="*/ 44426 w 69441"/>
                    <a:gd name="connsiteY0" fmla="*/ 6104 h 47937"/>
                    <a:gd name="connsiteX1" fmla="*/ 65000 w 69441"/>
                    <a:gd name="connsiteY1" fmla="*/ 294 h 47937"/>
                    <a:gd name="connsiteX2" fmla="*/ 67191 w 69441"/>
                    <a:gd name="connsiteY2" fmla="*/ 1246 h 47937"/>
                    <a:gd name="connsiteX3" fmla="*/ 68143 w 69441"/>
                    <a:gd name="connsiteY3" fmla="*/ 3818 h 47937"/>
                    <a:gd name="connsiteX4" fmla="*/ 69096 w 69441"/>
                    <a:gd name="connsiteY4" fmla="*/ 28297 h 47937"/>
                    <a:gd name="connsiteX5" fmla="*/ 63952 w 69441"/>
                    <a:gd name="connsiteY5" fmla="*/ 39537 h 47937"/>
                    <a:gd name="connsiteX6" fmla="*/ 55094 w 69441"/>
                    <a:gd name="connsiteY6" fmla="*/ 40489 h 47937"/>
                    <a:gd name="connsiteX7" fmla="*/ 19566 w 69441"/>
                    <a:gd name="connsiteY7" fmla="*/ 46204 h 47937"/>
                    <a:gd name="connsiteX8" fmla="*/ 2230 w 69441"/>
                    <a:gd name="connsiteY8" fmla="*/ 35727 h 47937"/>
                    <a:gd name="connsiteX9" fmla="*/ 16232 w 69441"/>
                    <a:gd name="connsiteY9" fmla="*/ 23820 h 47937"/>
                    <a:gd name="connsiteX10" fmla="*/ 44426 w 69441"/>
                    <a:gd name="connsiteY10" fmla="*/ 6104 h 47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9441" h="47937">
                      <a:moveTo>
                        <a:pt x="44426" y="6104"/>
                      </a:moveTo>
                      <a:cubicBezTo>
                        <a:pt x="50712" y="2389"/>
                        <a:pt x="57856" y="-1040"/>
                        <a:pt x="65000" y="294"/>
                      </a:cubicBezTo>
                      <a:cubicBezTo>
                        <a:pt x="65762" y="484"/>
                        <a:pt x="66619" y="675"/>
                        <a:pt x="67191" y="1246"/>
                      </a:cubicBezTo>
                      <a:cubicBezTo>
                        <a:pt x="67857" y="1913"/>
                        <a:pt x="68048" y="2865"/>
                        <a:pt x="68143" y="3818"/>
                      </a:cubicBezTo>
                      <a:cubicBezTo>
                        <a:pt x="69477" y="11914"/>
                        <a:pt x="69762" y="20106"/>
                        <a:pt x="69096" y="28297"/>
                      </a:cubicBezTo>
                      <a:cubicBezTo>
                        <a:pt x="68715" y="32584"/>
                        <a:pt x="67762" y="37441"/>
                        <a:pt x="63952" y="39537"/>
                      </a:cubicBezTo>
                      <a:cubicBezTo>
                        <a:pt x="61285" y="40965"/>
                        <a:pt x="58047" y="40585"/>
                        <a:pt x="55094" y="40489"/>
                      </a:cubicBezTo>
                      <a:cubicBezTo>
                        <a:pt x="42902" y="39822"/>
                        <a:pt x="31281" y="43633"/>
                        <a:pt x="19566" y="46204"/>
                      </a:cubicBezTo>
                      <a:cubicBezTo>
                        <a:pt x="9183" y="48490"/>
                        <a:pt x="-5676" y="51062"/>
                        <a:pt x="2230" y="35727"/>
                      </a:cubicBezTo>
                      <a:cubicBezTo>
                        <a:pt x="5564" y="29345"/>
                        <a:pt x="10136" y="26964"/>
                        <a:pt x="16232" y="23820"/>
                      </a:cubicBezTo>
                      <a:cubicBezTo>
                        <a:pt x="26138" y="18391"/>
                        <a:pt x="34901" y="11724"/>
                        <a:pt x="44426" y="6104"/>
                      </a:cubicBezTo>
                      <a:close/>
                    </a:path>
                  </a:pathLst>
                </a:custGeom>
                <a:solidFill>
                  <a:srgbClr val="F9D37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80" name="Forme libre : forme 9679">
                  <a:extLst>
                    <a:ext uri="{FF2B5EF4-FFF2-40B4-BE49-F238E27FC236}">
                      <a16:creationId xmlns:a16="http://schemas.microsoft.com/office/drawing/2014/main" id="{2E4C0D06-0815-40B9-9227-B41A66A09DEB}"/>
                    </a:ext>
                  </a:extLst>
                </p:cNvPr>
                <p:cNvSpPr/>
                <p:nvPr/>
              </p:nvSpPr>
              <p:spPr>
                <a:xfrm>
                  <a:off x="287754" y="2391060"/>
                  <a:ext cx="1896808" cy="106299"/>
                </a:xfrm>
                <a:custGeom>
                  <a:avLst/>
                  <a:gdLst>
                    <a:gd name="connsiteX0" fmla="*/ 0 w 1896808"/>
                    <a:gd name="connsiteY0" fmla="*/ 97536 h 106299"/>
                    <a:gd name="connsiteX1" fmla="*/ 115538 w 1896808"/>
                    <a:gd name="connsiteY1" fmla="*/ 65627 h 106299"/>
                    <a:gd name="connsiteX2" fmla="*/ 175260 w 1896808"/>
                    <a:gd name="connsiteY2" fmla="*/ 60103 h 106299"/>
                    <a:gd name="connsiteX3" fmla="*/ 235077 w 1896808"/>
                    <a:gd name="connsiteY3" fmla="*/ 62484 h 106299"/>
                    <a:gd name="connsiteX4" fmla="*/ 471868 w 1896808"/>
                    <a:gd name="connsiteY4" fmla="*/ 56197 h 106299"/>
                    <a:gd name="connsiteX5" fmla="*/ 709327 w 1896808"/>
                    <a:gd name="connsiteY5" fmla="*/ 41338 h 106299"/>
                    <a:gd name="connsiteX6" fmla="*/ 828104 w 1896808"/>
                    <a:gd name="connsiteY6" fmla="*/ 36862 h 106299"/>
                    <a:gd name="connsiteX7" fmla="*/ 887444 w 1896808"/>
                    <a:gd name="connsiteY7" fmla="*/ 33338 h 106299"/>
                    <a:gd name="connsiteX8" fmla="*/ 946976 w 1896808"/>
                    <a:gd name="connsiteY8" fmla="*/ 31718 h 106299"/>
                    <a:gd name="connsiteX9" fmla="*/ 1184815 w 1896808"/>
                    <a:gd name="connsiteY9" fmla="*/ 34004 h 106299"/>
                    <a:gd name="connsiteX10" fmla="*/ 1303687 w 1896808"/>
                    <a:gd name="connsiteY10" fmla="*/ 35624 h 106299"/>
                    <a:gd name="connsiteX11" fmla="*/ 1422464 w 1896808"/>
                    <a:gd name="connsiteY11" fmla="*/ 31909 h 106299"/>
                    <a:gd name="connsiteX12" fmla="*/ 1659922 w 1896808"/>
                    <a:gd name="connsiteY12" fmla="*/ 20193 h 106299"/>
                    <a:gd name="connsiteX13" fmla="*/ 1778603 w 1896808"/>
                    <a:gd name="connsiteY13" fmla="*/ 12478 h 106299"/>
                    <a:gd name="connsiteX14" fmla="*/ 1837849 w 1896808"/>
                    <a:gd name="connsiteY14" fmla="*/ 7620 h 106299"/>
                    <a:gd name="connsiteX15" fmla="*/ 1896808 w 1896808"/>
                    <a:gd name="connsiteY15" fmla="*/ 0 h 106299"/>
                    <a:gd name="connsiteX16" fmla="*/ 1837944 w 1896808"/>
                    <a:gd name="connsiteY16" fmla="*/ 7906 h 106299"/>
                    <a:gd name="connsiteX17" fmla="*/ 1778698 w 1896808"/>
                    <a:gd name="connsiteY17" fmla="*/ 12954 h 106299"/>
                    <a:gd name="connsiteX18" fmla="*/ 1660112 w 1896808"/>
                    <a:gd name="connsiteY18" fmla="*/ 21146 h 106299"/>
                    <a:gd name="connsiteX19" fmla="*/ 1422654 w 1896808"/>
                    <a:gd name="connsiteY19" fmla="*/ 33719 h 106299"/>
                    <a:gd name="connsiteX20" fmla="*/ 1303782 w 1896808"/>
                    <a:gd name="connsiteY20" fmla="*/ 37909 h 106299"/>
                    <a:gd name="connsiteX21" fmla="*/ 1184815 w 1896808"/>
                    <a:gd name="connsiteY21" fmla="*/ 36957 h 106299"/>
                    <a:gd name="connsiteX22" fmla="*/ 947071 w 1896808"/>
                    <a:gd name="connsiteY22" fmla="*/ 36004 h 106299"/>
                    <a:gd name="connsiteX23" fmla="*/ 887730 w 1896808"/>
                    <a:gd name="connsiteY23" fmla="*/ 37909 h 106299"/>
                    <a:gd name="connsiteX24" fmla="*/ 828389 w 1896808"/>
                    <a:gd name="connsiteY24" fmla="*/ 41720 h 106299"/>
                    <a:gd name="connsiteX25" fmla="*/ 709517 w 1896808"/>
                    <a:gd name="connsiteY25" fmla="*/ 46863 h 106299"/>
                    <a:gd name="connsiteX26" fmla="*/ 472630 w 1896808"/>
                    <a:gd name="connsiteY26" fmla="*/ 63055 h 106299"/>
                    <a:gd name="connsiteX27" fmla="*/ 234601 w 1896808"/>
                    <a:gd name="connsiteY27" fmla="*/ 70771 h 106299"/>
                    <a:gd name="connsiteX28" fmla="*/ 4000 w 1896808"/>
                    <a:gd name="connsiteY28" fmla="*/ 106299 h 106299"/>
                    <a:gd name="connsiteX29" fmla="*/ 0 w 1896808"/>
                    <a:gd name="connsiteY29" fmla="*/ 97536 h 10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896808" h="106299">
                      <a:moveTo>
                        <a:pt x="0" y="97536"/>
                      </a:moveTo>
                      <a:cubicBezTo>
                        <a:pt x="37338" y="82201"/>
                        <a:pt x="76009" y="72104"/>
                        <a:pt x="115538" y="65627"/>
                      </a:cubicBezTo>
                      <a:cubicBezTo>
                        <a:pt x="135350" y="62674"/>
                        <a:pt x="155257" y="60674"/>
                        <a:pt x="175260" y="60103"/>
                      </a:cubicBezTo>
                      <a:cubicBezTo>
                        <a:pt x="195167" y="59627"/>
                        <a:pt x="215551" y="60865"/>
                        <a:pt x="235077" y="62484"/>
                      </a:cubicBezTo>
                      <a:cubicBezTo>
                        <a:pt x="313849" y="68009"/>
                        <a:pt x="393192" y="64294"/>
                        <a:pt x="471868" y="56197"/>
                      </a:cubicBezTo>
                      <a:cubicBezTo>
                        <a:pt x="550450" y="45529"/>
                        <a:pt x="630269" y="43910"/>
                        <a:pt x="709327" y="41338"/>
                      </a:cubicBezTo>
                      <a:cubicBezTo>
                        <a:pt x="748951" y="40100"/>
                        <a:pt x="788575" y="38862"/>
                        <a:pt x="828104" y="36862"/>
                      </a:cubicBezTo>
                      <a:lnTo>
                        <a:pt x="887444" y="33338"/>
                      </a:lnTo>
                      <a:cubicBezTo>
                        <a:pt x="907256" y="32480"/>
                        <a:pt x="927068" y="32004"/>
                        <a:pt x="946976" y="31718"/>
                      </a:cubicBezTo>
                      <a:cubicBezTo>
                        <a:pt x="1026319" y="30766"/>
                        <a:pt x="1105567" y="32480"/>
                        <a:pt x="1184815" y="34004"/>
                      </a:cubicBezTo>
                      <a:cubicBezTo>
                        <a:pt x="1224439" y="34671"/>
                        <a:pt x="1264063" y="35909"/>
                        <a:pt x="1303687" y="35624"/>
                      </a:cubicBezTo>
                      <a:cubicBezTo>
                        <a:pt x="1343311" y="34957"/>
                        <a:pt x="1382935" y="33433"/>
                        <a:pt x="1422464" y="31909"/>
                      </a:cubicBezTo>
                      <a:cubicBezTo>
                        <a:pt x="1501616" y="28670"/>
                        <a:pt x="1580864" y="24765"/>
                        <a:pt x="1659922" y="20193"/>
                      </a:cubicBezTo>
                      <a:cubicBezTo>
                        <a:pt x="1699451" y="17907"/>
                        <a:pt x="1739075" y="15430"/>
                        <a:pt x="1778603" y="12478"/>
                      </a:cubicBezTo>
                      <a:cubicBezTo>
                        <a:pt x="1798320" y="11049"/>
                        <a:pt x="1818132" y="9430"/>
                        <a:pt x="1837849" y="7620"/>
                      </a:cubicBezTo>
                      <a:cubicBezTo>
                        <a:pt x="1857565" y="5620"/>
                        <a:pt x="1877378" y="4096"/>
                        <a:pt x="1896808" y="0"/>
                      </a:cubicBezTo>
                      <a:cubicBezTo>
                        <a:pt x="1877473" y="4191"/>
                        <a:pt x="1857565" y="5715"/>
                        <a:pt x="1837944" y="7906"/>
                      </a:cubicBezTo>
                      <a:cubicBezTo>
                        <a:pt x="1818227" y="9811"/>
                        <a:pt x="1798511" y="11430"/>
                        <a:pt x="1778698" y="12954"/>
                      </a:cubicBezTo>
                      <a:cubicBezTo>
                        <a:pt x="1739170" y="16002"/>
                        <a:pt x="1699641" y="18669"/>
                        <a:pt x="1660112" y="21146"/>
                      </a:cubicBezTo>
                      <a:cubicBezTo>
                        <a:pt x="1580960" y="26003"/>
                        <a:pt x="1501807" y="30194"/>
                        <a:pt x="1422654" y="33719"/>
                      </a:cubicBezTo>
                      <a:cubicBezTo>
                        <a:pt x="1383030" y="35433"/>
                        <a:pt x="1343501" y="37147"/>
                        <a:pt x="1303782" y="37909"/>
                      </a:cubicBezTo>
                      <a:cubicBezTo>
                        <a:pt x="1264063" y="38386"/>
                        <a:pt x="1224534" y="37433"/>
                        <a:pt x="1184815" y="36957"/>
                      </a:cubicBezTo>
                      <a:cubicBezTo>
                        <a:pt x="1105567" y="35814"/>
                        <a:pt x="1026319" y="34576"/>
                        <a:pt x="947071" y="36004"/>
                      </a:cubicBezTo>
                      <a:cubicBezTo>
                        <a:pt x="927259" y="36290"/>
                        <a:pt x="907447" y="36957"/>
                        <a:pt x="887730" y="37909"/>
                      </a:cubicBezTo>
                      <a:lnTo>
                        <a:pt x="828389" y="41720"/>
                      </a:lnTo>
                      <a:cubicBezTo>
                        <a:pt x="788765" y="44005"/>
                        <a:pt x="749141" y="45434"/>
                        <a:pt x="709517" y="46863"/>
                      </a:cubicBezTo>
                      <a:cubicBezTo>
                        <a:pt x="630269" y="49816"/>
                        <a:pt x="551212" y="51911"/>
                        <a:pt x="472630" y="63055"/>
                      </a:cubicBezTo>
                      <a:cubicBezTo>
                        <a:pt x="393763" y="71628"/>
                        <a:pt x="314039" y="75914"/>
                        <a:pt x="234601" y="70771"/>
                      </a:cubicBezTo>
                      <a:cubicBezTo>
                        <a:pt x="156115" y="62579"/>
                        <a:pt x="76390" y="76962"/>
                        <a:pt x="4000" y="106299"/>
                      </a:cubicBezTo>
                      <a:lnTo>
                        <a:pt x="0" y="97536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81" name="Forme libre : forme 9680">
                  <a:extLst>
                    <a:ext uri="{FF2B5EF4-FFF2-40B4-BE49-F238E27FC236}">
                      <a16:creationId xmlns:a16="http://schemas.microsoft.com/office/drawing/2014/main" id="{8C80CF3E-8E68-4E57-9B99-3BED1FA0F45C}"/>
                    </a:ext>
                  </a:extLst>
                </p:cNvPr>
                <p:cNvSpPr/>
                <p:nvPr/>
              </p:nvSpPr>
              <p:spPr>
                <a:xfrm>
                  <a:off x="289659" y="2418358"/>
                  <a:ext cx="918591" cy="15594"/>
                </a:xfrm>
                <a:custGeom>
                  <a:avLst/>
                  <a:gdLst>
                    <a:gd name="connsiteX0" fmla="*/ 918591 w 918591"/>
                    <a:gd name="connsiteY0" fmla="*/ 3373 h 15594"/>
                    <a:gd name="connsiteX1" fmla="*/ 803720 w 918591"/>
                    <a:gd name="connsiteY1" fmla="*/ 5945 h 15594"/>
                    <a:gd name="connsiteX2" fmla="*/ 688848 w 918591"/>
                    <a:gd name="connsiteY2" fmla="*/ 7945 h 15594"/>
                    <a:gd name="connsiteX3" fmla="*/ 459296 w 918591"/>
                    <a:gd name="connsiteY3" fmla="*/ 13089 h 15594"/>
                    <a:gd name="connsiteX4" fmla="*/ 401765 w 918591"/>
                    <a:gd name="connsiteY4" fmla="*/ 15565 h 15594"/>
                    <a:gd name="connsiteX5" fmla="*/ 344043 w 918591"/>
                    <a:gd name="connsiteY5" fmla="*/ 13946 h 15594"/>
                    <a:gd name="connsiteX6" fmla="*/ 229457 w 918591"/>
                    <a:gd name="connsiteY6" fmla="*/ 7374 h 15594"/>
                    <a:gd name="connsiteX7" fmla="*/ 114871 w 918591"/>
                    <a:gd name="connsiteY7" fmla="*/ 10136 h 15594"/>
                    <a:gd name="connsiteX8" fmla="*/ 0 w 918591"/>
                    <a:gd name="connsiteY8" fmla="*/ 6516 h 15594"/>
                    <a:gd name="connsiteX9" fmla="*/ 114776 w 918591"/>
                    <a:gd name="connsiteY9" fmla="*/ 5469 h 15594"/>
                    <a:gd name="connsiteX10" fmla="*/ 171926 w 918591"/>
                    <a:gd name="connsiteY10" fmla="*/ 2040 h 15594"/>
                    <a:gd name="connsiteX11" fmla="*/ 229648 w 918591"/>
                    <a:gd name="connsiteY11" fmla="*/ 39 h 15594"/>
                    <a:gd name="connsiteX12" fmla="*/ 344519 w 918591"/>
                    <a:gd name="connsiteY12" fmla="*/ 5278 h 15594"/>
                    <a:gd name="connsiteX13" fmla="*/ 401669 w 918591"/>
                    <a:gd name="connsiteY13" fmla="*/ 6421 h 15594"/>
                    <a:gd name="connsiteX14" fmla="*/ 458915 w 918591"/>
                    <a:gd name="connsiteY14" fmla="*/ 3468 h 15594"/>
                    <a:gd name="connsiteX15" fmla="*/ 688753 w 918591"/>
                    <a:gd name="connsiteY15" fmla="*/ 516 h 15594"/>
                    <a:gd name="connsiteX16" fmla="*/ 918591 w 918591"/>
                    <a:gd name="connsiteY16" fmla="*/ 3373 h 15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18591" h="15594">
                      <a:moveTo>
                        <a:pt x="918591" y="3373"/>
                      </a:moveTo>
                      <a:lnTo>
                        <a:pt x="803720" y="5945"/>
                      </a:lnTo>
                      <a:lnTo>
                        <a:pt x="688848" y="7945"/>
                      </a:lnTo>
                      <a:cubicBezTo>
                        <a:pt x="612267" y="9469"/>
                        <a:pt x="535686" y="9850"/>
                        <a:pt x="459296" y="13089"/>
                      </a:cubicBezTo>
                      <a:cubicBezTo>
                        <a:pt x="440436" y="13755"/>
                        <a:pt x="421100" y="15565"/>
                        <a:pt x="401765" y="15565"/>
                      </a:cubicBezTo>
                      <a:cubicBezTo>
                        <a:pt x="382429" y="15756"/>
                        <a:pt x="363284" y="14994"/>
                        <a:pt x="344043" y="13946"/>
                      </a:cubicBezTo>
                      <a:cubicBezTo>
                        <a:pt x="305753" y="11850"/>
                        <a:pt x="267557" y="8802"/>
                        <a:pt x="229457" y="7374"/>
                      </a:cubicBezTo>
                      <a:cubicBezTo>
                        <a:pt x="191452" y="5373"/>
                        <a:pt x="153352" y="10231"/>
                        <a:pt x="114871" y="10136"/>
                      </a:cubicBezTo>
                      <a:cubicBezTo>
                        <a:pt x="76486" y="10231"/>
                        <a:pt x="38195" y="9279"/>
                        <a:pt x="0" y="6516"/>
                      </a:cubicBezTo>
                      <a:cubicBezTo>
                        <a:pt x="38290" y="7088"/>
                        <a:pt x="76581" y="7088"/>
                        <a:pt x="114776" y="5469"/>
                      </a:cubicBezTo>
                      <a:cubicBezTo>
                        <a:pt x="133921" y="4802"/>
                        <a:pt x="152971" y="3754"/>
                        <a:pt x="171926" y="2040"/>
                      </a:cubicBezTo>
                      <a:cubicBezTo>
                        <a:pt x="191071" y="325"/>
                        <a:pt x="210407" y="-151"/>
                        <a:pt x="229648" y="39"/>
                      </a:cubicBezTo>
                      <a:cubicBezTo>
                        <a:pt x="268129" y="325"/>
                        <a:pt x="306324" y="3659"/>
                        <a:pt x="344519" y="5278"/>
                      </a:cubicBezTo>
                      <a:cubicBezTo>
                        <a:pt x="363569" y="6135"/>
                        <a:pt x="382619" y="6802"/>
                        <a:pt x="401669" y="6421"/>
                      </a:cubicBezTo>
                      <a:cubicBezTo>
                        <a:pt x="420624" y="6231"/>
                        <a:pt x="439484" y="4326"/>
                        <a:pt x="458915" y="3468"/>
                      </a:cubicBezTo>
                      <a:cubicBezTo>
                        <a:pt x="535591" y="992"/>
                        <a:pt x="612172" y="516"/>
                        <a:pt x="688753" y="516"/>
                      </a:cubicBezTo>
                      <a:cubicBezTo>
                        <a:pt x="765429" y="801"/>
                        <a:pt x="842010" y="1468"/>
                        <a:pt x="918591" y="3373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82" name="Forme libre : forme 9681">
                  <a:extLst>
                    <a:ext uri="{FF2B5EF4-FFF2-40B4-BE49-F238E27FC236}">
                      <a16:creationId xmlns:a16="http://schemas.microsoft.com/office/drawing/2014/main" id="{0330006C-C84D-42A0-9A6D-023F652C5DDC}"/>
                    </a:ext>
                  </a:extLst>
                </p:cNvPr>
                <p:cNvSpPr/>
                <p:nvPr/>
              </p:nvSpPr>
              <p:spPr>
                <a:xfrm>
                  <a:off x="986508" y="2390356"/>
                  <a:ext cx="960310" cy="28136"/>
                </a:xfrm>
                <a:custGeom>
                  <a:avLst/>
                  <a:gdLst>
                    <a:gd name="connsiteX0" fmla="*/ 0 w 960310"/>
                    <a:gd name="connsiteY0" fmla="*/ 28137 h 28136"/>
                    <a:gd name="connsiteX1" fmla="*/ 119920 w 960310"/>
                    <a:gd name="connsiteY1" fmla="*/ 19659 h 28136"/>
                    <a:gd name="connsiteX2" fmla="*/ 239839 w 960310"/>
                    <a:gd name="connsiteY2" fmla="*/ 12420 h 28136"/>
                    <a:gd name="connsiteX3" fmla="*/ 479965 w 960310"/>
                    <a:gd name="connsiteY3" fmla="*/ 1276 h 28136"/>
                    <a:gd name="connsiteX4" fmla="*/ 540163 w 960310"/>
                    <a:gd name="connsiteY4" fmla="*/ 38 h 28136"/>
                    <a:gd name="connsiteX5" fmla="*/ 600361 w 960310"/>
                    <a:gd name="connsiteY5" fmla="*/ 800 h 28136"/>
                    <a:gd name="connsiteX6" fmla="*/ 720566 w 960310"/>
                    <a:gd name="connsiteY6" fmla="*/ 5372 h 28136"/>
                    <a:gd name="connsiteX7" fmla="*/ 840486 w 960310"/>
                    <a:gd name="connsiteY7" fmla="*/ 13278 h 28136"/>
                    <a:gd name="connsiteX8" fmla="*/ 960310 w 960310"/>
                    <a:gd name="connsiteY8" fmla="*/ 20802 h 28136"/>
                    <a:gd name="connsiteX9" fmla="*/ 840200 w 960310"/>
                    <a:gd name="connsiteY9" fmla="*/ 17754 h 28136"/>
                    <a:gd name="connsiteX10" fmla="*/ 720185 w 960310"/>
                    <a:gd name="connsiteY10" fmla="*/ 12516 h 28136"/>
                    <a:gd name="connsiteX11" fmla="*/ 600170 w 960310"/>
                    <a:gd name="connsiteY11" fmla="*/ 9372 h 28136"/>
                    <a:gd name="connsiteX12" fmla="*/ 540258 w 960310"/>
                    <a:gd name="connsiteY12" fmla="*/ 8991 h 28136"/>
                    <a:gd name="connsiteX13" fmla="*/ 480346 w 960310"/>
                    <a:gd name="connsiteY13" fmla="*/ 10706 h 28136"/>
                    <a:gd name="connsiteX14" fmla="*/ 240316 w 960310"/>
                    <a:gd name="connsiteY14" fmla="*/ 19945 h 28136"/>
                    <a:gd name="connsiteX15" fmla="*/ 120205 w 960310"/>
                    <a:gd name="connsiteY15" fmla="*/ 24422 h 28136"/>
                    <a:gd name="connsiteX16" fmla="*/ 0 w 960310"/>
                    <a:gd name="connsiteY16" fmla="*/ 28137 h 28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60310" h="28136">
                      <a:moveTo>
                        <a:pt x="0" y="28137"/>
                      </a:moveTo>
                      <a:cubicBezTo>
                        <a:pt x="39910" y="24898"/>
                        <a:pt x="79915" y="22422"/>
                        <a:pt x="119920" y="19659"/>
                      </a:cubicBezTo>
                      <a:lnTo>
                        <a:pt x="239839" y="12420"/>
                      </a:lnTo>
                      <a:cubicBezTo>
                        <a:pt x="319850" y="8039"/>
                        <a:pt x="399859" y="4134"/>
                        <a:pt x="479965" y="1276"/>
                      </a:cubicBezTo>
                      <a:cubicBezTo>
                        <a:pt x="499967" y="705"/>
                        <a:pt x="520065" y="133"/>
                        <a:pt x="540163" y="38"/>
                      </a:cubicBezTo>
                      <a:cubicBezTo>
                        <a:pt x="560356" y="-153"/>
                        <a:pt x="580263" y="419"/>
                        <a:pt x="600361" y="800"/>
                      </a:cubicBezTo>
                      <a:cubicBezTo>
                        <a:pt x="640461" y="1657"/>
                        <a:pt x="680466" y="3086"/>
                        <a:pt x="720566" y="5372"/>
                      </a:cubicBezTo>
                      <a:cubicBezTo>
                        <a:pt x="760571" y="7563"/>
                        <a:pt x="800576" y="10230"/>
                        <a:pt x="840486" y="13278"/>
                      </a:cubicBezTo>
                      <a:cubicBezTo>
                        <a:pt x="880396" y="16230"/>
                        <a:pt x="920305" y="20136"/>
                        <a:pt x="960310" y="20802"/>
                      </a:cubicBezTo>
                      <a:cubicBezTo>
                        <a:pt x="920210" y="22231"/>
                        <a:pt x="880205" y="19278"/>
                        <a:pt x="840200" y="17754"/>
                      </a:cubicBezTo>
                      <a:cubicBezTo>
                        <a:pt x="800195" y="15754"/>
                        <a:pt x="760190" y="13849"/>
                        <a:pt x="720185" y="12516"/>
                      </a:cubicBezTo>
                      <a:cubicBezTo>
                        <a:pt x="680180" y="11277"/>
                        <a:pt x="640175" y="9944"/>
                        <a:pt x="600170" y="9372"/>
                      </a:cubicBezTo>
                      <a:cubicBezTo>
                        <a:pt x="580168" y="9182"/>
                        <a:pt x="560070" y="8705"/>
                        <a:pt x="540258" y="8991"/>
                      </a:cubicBezTo>
                      <a:cubicBezTo>
                        <a:pt x="520351" y="9277"/>
                        <a:pt x="500348" y="9944"/>
                        <a:pt x="480346" y="10706"/>
                      </a:cubicBezTo>
                      <a:lnTo>
                        <a:pt x="240316" y="19945"/>
                      </a:lnTo>
                      <a:lnTo>
                        <a:pt x="120205" y="24422"/>
                      </a:lnTo>
                      <a:lnTo>
                        <a:pt x="0" y="28137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83" name="Forme libre : forme 9682">
                  <a:extLst>
                    <a:ext uri="{FF2B5EF4-FFF2-40B4-BE49-F238E27FC236}">
                      <a16:creationId xmlns:a16="http://schemas.microsoft.com/office/drawing/2014/main" id="{52758DDF-FBED-4237-BA7B-3CA10A8AF04D}"/>
                    </a:ext>
                  </a:extLst>
                </p:cNvPr>
                <p:cNvSpPr/>
                <p:nvPr/>
              </p:nvSpPr>
              <p:spPr>
                <a:xfrm>
                  <a:off x="288135" y="2382353"/>
                  <a:ext cx="1106995" cy="18062"/>
                </a:xfrm>
                <a:custGeom>
                  <a:avLst/>
                  <a:gdLst>
                    <a:gd name="connsiteX0" fmla="*/ 1106996 w 1106995"/>
                    <a:gd name="connsiteY0" fmla="*/ 12422 h 18062"/>
                    <a:gd name="connsiteX1" fmla="*/ 830199 w 1106995"/>
                    <a:gd name="connsiteY1" fmla="*/ 17756 h 18062"/>
                    <a:gd name="connsiteX2" fmla="*/ 691706 w 1106995"/>
                    <a:gd name="connsiteY2" fmla="*/ 17375 h 18062"/>
                    <a:gd name="connsiteX3" fmla="*/ 622363 w 1106995"/>
                    <a:gd name="connsiteY3" fmla="*/ 14804 h 18062"/>
                    <a:gd name="connsiteX4" fmla="*/ 553403 w 1106995"/>
                    <a:gd name="connsiteY4" fmla="*/ 11470 h 18062"/>
                    <a:gd name="connsiteX5" fmla="*/ 415195 w 1106995"/>
                    <a:gd name="connsiteY5" fmla="*/ 8803 h 18062"/>
                    <a:gd name="connsiteX6" fmla="*/ 346234 w 1106995"/>
                    <a:gd name="connsiteY6" fmla="*/ 9946 h 18062"/>
                    <a:gd name="connsiteX7" fmla="*/ 276892 w 1106995"/>
                    <a:gd name="connsiteY7" fmla="*/ 11279 h 18062"/>
                    <a:gd name="connsiteX8" fmla="*/ 0 w 1106995"/>
                    <a:gd name="connsiteY8" fmla="*/ 9184 h 18062"/>
                    <a:gd name="connsiteX9" fmla="*/ 276797 w 1106995"/>
                    <a:gd name="connsiteY9" fmla="*/ 3945 h 18062"/>
                    <a:gd name="connsiteX10" fmla="*/ 415195 w 1106995"/>
                    <a:gd name="connsiteY10" fmla="*/ 40 h 18062"/>
                    <a:gd name="connsiteX11" fmla="*/ 553784 w 1106995"/>
                    <a:gd name="connsiteY11" fmla="*/ 1850 h 18062"/>
                    <a:gd name="connsiteX12" fmla="*/ 623030 w 1106995"/>
                    <a:gd name="connsiteY12" fmla="*/ 5564 h 18062"/>
                    <a:gd name="connsiteX13" fmla="*/ 691896 w 1106995"/>
                    <a:gd name="connsiteY13" fmla="*/ 8517 h 18062"/>
                    <a:gd name="connsiteX14" fmla="*/ 830199 w 1106995"/>
                    <a:gd name="connsiteY14" fmla="*/ 10232 h 18062"/>
                    <a:gd name="connsiteX15" fmla="*/ 1106996 w 1106995"/>
                    <a:gd name="connsiteY15" fmla="*/ 12422 h 18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106995" h="18062">
                      <a:moveTo>
                        <a:pt x="1106996" y="12422"/>
                      </a:moveTo>
                      <a:cubicBezTo>
                        <a:pt x="1014794" y="15375"/>
                        <a:pt x="922496" y="16994"/>
                        <a:pt x="830199" y="17756"/>
                      </a:cubicBezTo>
                      <a:cubicBezTo>
                        <a:pt x="784003" y="18328"/>
                        <a:pt x="737902" y="18042"/>
                        <a:pt x="691706" y="17375"/>
                      </a:cubicBezTo>
                      <a:cubicBezTo>
                        <a:pt x="668655" y="17090"/>
                        <a:pt x="645414" y="16423"/>
                        <a:pt x="622363" y="14804"/>
                      </a:cubicBezTo>
                      <a:cubicBezTo>
                        <a:pt x="599408" y="13279"/>
                        <a:pt x="576453" y="12232"/>
                        <a:pt x="553403" y="11470"/>
                      </a:cubicBezTo>
                      <a:cubicBezTo>
                        <a:pt x="507397" y="9660"/>
                        <a:pt x="461296" y="8898"/>
                        <a:pt x="415195" y="8803"/>
                      </a:cubicBezTo>
                      <a:cubicBezTo>
                        <a:pt x="392144" y="8803"/>
                        <a:pt x="369094" y="8993"/>
                        <a:pt x="346234" y="9946"/>
                      </a:cubicBezTo>
                      <a:cubicBezTo>
                        <a:pt x="323088" y="11089"/>
                        <a:pt x="300038" y="11184"/>
                        <a:pt x="276892" y="11279"/>
                      </a:cubicBezTo>
                      <a:cubicBezTo>
                        <a:pt x="184595" y="11756"/>
                        <a:pt x="92297" y="10994"/>
                        <a:pt x="0" y="9184"/>
                      </a:cubicBezTo>
                      <a:lnTo>
                        <a:pt x="276797" y="3945"/>
                      </a:lnTo>
                      <a:cubicBezTo>
                        <a:pt x="322802" y="3183"/>
                        <a:pt x="368903" y="40"/>
                        <a:pt x="415195" y="40"/>
                      </a:cubicBezTo>
                      <a:cubicBezTo>
                        <a:pt x="461391" y="-151"/>
                        <a:pt x="507587" y="325"/>
                        <a:pt x="553784" y="1850"/>
                      </a:cubicBezTo>
                      <a:cubicBezTo>
                        <a:pt x="576834" y="2802"/>
                        <a:pt x="599980" y="3850"/>
                        <a:pt x="623030" y="5564"/>
                      </a:cubicBezTo>
                      <a:cubicBezTo>
                        <a:pt x="645986" y="7279"/>
                        <a:pt x="668846" y="8136"/>
                        <a:pt x="691896" y="8517"/>
                      </a:cubicBezTo>
                      <a:cubicBezTo>
                        <a:pt x="737997" y="9565"/>
                        <a:pt x="784098" y="9660"/>
                        <a:pt x="830199" y="10232"/>
                      </a:cubicBezTo>
                      <a:lnTo>
                        <a:pt x="1106996" y="12422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84" name="Forme libre : forme 9683">
                  <a:extLst>
                    <a:ext uri="{FF2B5EF4-FFF2-40B4-BE49-F238E27FC236}">
                      <a16:creationId xmlns:a16="http://schemas.microsoft.com/office/drawing/2014/main" id="{AA1CF5BB-C7EF-4A05-A307-ED0F863F97BC}"/>
                    </a:ext>
                  </a:extLst>
                </p:cNvPr>
                <p:cNvSpPr/>
                <p:nvPr/>
              </p:nvSpPr>
              <p:spPr>
                <a:xfrm>
                  <a:off x="284515" y="2329338"/>
                  <a:ext cx="2637377" cy="70866"/>
                </a:xfrm>
                <a:custGeom>
                  <a:avLst/>
                  <a:gdLst>
                    <a:gd name="connsiteX0" fmla="*/ 952 w 2637377"/>
                    <a:gd name="connsiteY0" fmla="*/ 0 h 70866"/>
                    <a:gd name="connsiteX1" fmla="*/ 252508 w 2637377"/>
                    <a:gd name="connsiteY1" fmla="*/ 24765 h 70866"/>
                    <a:gd name="connsiteX2" fmla="*/ 315468 w 2637377"/>
                    <a:gd name="connsiteY2" fmla="*/ 28766 h 70866"/>
                    <a:gd name="connsiteX3" fmla="*/ 378809 w 2637377"/>
                    <a:gd name="connsiteY3" fmla="*/ 31718 h 70866"/>
                    <a:gd name="connsiteX4" fmla="*/ 503777 w 2637377"/>
                    <a:gd name="connsiteY4" fmla="*/ 55435 h 70866"/>
                    <a:gd name="connsiteX5" fmla="*/ 502158 w 2637377"/>
                    <a:gd name="connsiteY5" fmla="*/ 55245 h 70866"/>
                    <a:gd name="connsiteX6" fmla="*/ 705993 w 2637377"/>
                    <a:gd name="connsiteY6" fmla="*/ 37338 h 70866"/>
                    <a:gd name="connsiteX7" fmla="*/ 808101 w 2637377"/>
                    <a:gd name="connsiteY7" fmla="*/ 30671 h 70866"/>
                    <a:gd name="connsiteX8" fmla="*/ 910590 w 2637377"/>
                    <a:gd name="connsiteY8" fmla="*/ 30289 h 70866"/>
                    <a:gd name="connsiteX9" fmla="*/ 1114616 w 2637377"/>
                    <a:gd name="connsiteY9" fmla="*/ 45625 h 70866"/>
                    <a:gd name="connsiteX10" fmla="*/ 1318355 w 2637377"/>
                    <a:gd name="connsiteY10" fmla="*/ 63151 h 70866"/>
                    <a:gd name="connsiteX11" fmla="*/ 1317974 w 2637377"/>
                    <a:gd name="connsiteY11" fmla="*/ 63151 h 70866"/>
                    <a:gd name="connsiteX12" fmla="*/ 1482852 w 2637377"/>
                    <a:gd name="connsiteY12" fmla="*/ 55340 h 70866"/>
                    <a:gd name="connsiteX13" fmla="*/ 1647825 w 2637377"/>
                    <a:gd name="connsiteY13" fmla="*/ 56293 h 70866"/>
                    <a:gd name="connsiteX14" fmla="*/ 1812798 w 2637377"/>
                    <a:gd name="connsiteY14" fmla="*/ 58198 h 70866"/>
                    <a:gd name="connsiteX15" fmla="*/ 1977676 w 2637377"/>
                    <a:gd name="connsiteY15" fmla="*/ 61722 h 70866"/>
                    <a:gd name="connsiteX16" fmla="*/ 2307527 w 2637377"/>
                    <a:gd name="connsiteY16" fmla="*/ 68008 h 70866"/>
                    <a:gd name="connsiteX17" fmla="*/ 2472500 w 2637377"/>
                    <a:gd name="connsiteY17" fmla="*/ 70199 h 70866"/>
                    <a:gd name="connsiteX18" fmla="*/ 2554986 w 2637377"/>
                    <a:gd name="connsiteY18" fmla="*/ 70580 h 70866"/>
                    <a:gd name="connsiteX19" fmla="*/ 2637377 w 2637377"/>
                    <a:gd name="connsiteY19" fmla="*/ 68675 h 70866"/>
                    <a:gd name="connsiteX20" fmla="*/ 2554986 w 2637377"/>
                    <a:gd name="connsiteY20" fmla="*/ 70866 h 70866"/>
                    <a:gd name="connsiteX21" fmla="*/ 2472500 w 2637377"/>
                    <a:gd name="connsiteY21" fmla="*/ 70771 h 70866"/>
                    <a:gd name="connsiteX22" fmla="*/ 2307527 w 2637377"/>
                    <a:gd name="connsiteY22" fmla="*/ 69247 h 70866"/>
                    <a:gd name="connsiteX23" fmla="*/ 1977676 w 2637377"/>
                    <a:gd name="connsiteY23" fmla="*/ 64198 h 70866"/>
                    <a:gd name="connsiteX24" fmla="*/ 1812703 w 2637377"/>
                    <a:gd name="connsiteY24" fmla="*/ 61246 h 70866"/>
                    <a:gd name="connsiteX25" fmla="*/ 1647825 w 2637377"/>
                    <a:gd name="connsiteY25" fmla="*/ 60008 h 70866"/>
                    <a:gd name="connsiteX26" fmla="*/ 1482852 w 2637377"/>
                    <a:gd name="connsiteY26" fmla="*/ 59626 h 70866"/>
                    <a:gd name="connsiteX27" fmla="*/ 1318355 w 2637377"/>
                    <a:gd name="connsiteY27" fmla="*/ 68008 h 70866"/>
                    <a:gd name="connsiteX28" fmla="*/ 1318165 w 2637377"/>
                    <a:gd name="connsiteY28" fmla="*/ 68008 h 70866"/>
                    <a:gd name="connsiteX29" fmla="*/ 1317974 w 2637377"/>
                    <a:gd name="connsiteY29" fmla="*/ 68008 h 70866"/>
                    <a:gd name="connsiteX30" fmla="*/ 1114139 w 2637377"/>
                    <a:gd name="connsiteY30" fmla="*/ 51244 h 70866"/>
                    <a:gd name="connsiteX31" fmla="*/ 910209 w 2637377"/>
                    <a:gd name="connsiteY31" fmla="*/ 36671 h 70866"/>
                    <a:gd name="connsiteX32" fmla="*/ 808387 w 2637377"/>
                    <a:gd name="connsiteY32" fmla="*/ 37433 h 70866"/>
                    <a:gd name="connsiteX33" fmla="*/ 706469 w 2637377"/>
                    <a:gd name="connsiteY33" fmla="*/ 44387 h 70866"/>
                    <a:gd name="connsiteX34" fmla="*/ 502920 w 2637377"/>
                    <a:gd name="connsiteY34" fmla="*/ 63055 h 70866"/>
                    <a:gd name="connsiteX35" fmla="*/ 502158 w 2637377"/>
                    <a:gd name="connsiteY35" fmla="*/ 63151 h 70866"/>
                    <a:gd name="connsiteX36" fmla="*/ 501301 w 2637377"/>
                    <a:gd name="connsiteY36" fmla="*/ 62865 h 70866"/>
                    <a:gd name="connsiteX37" fmla="*/ 378142 w 2637377"/>
                    <a:gd name="connsiteY37" fmla="*/ 40005 h 70866"/>
                    <a:gd name="connsiteX38" fmla="*/ 315182 w 2637377"/>
                    <a:gd name="connsiteY38" fmla="*/ 37338 h 70866"/>
                    <a:gd name="connsiteX39" fmla="*/ 251936 w 2637377"/>
                    <a:gd name="connsiteY39" fmla="*/ 33528 h 70866"/>
                    <a:gd name="connsiteX40" fmla="*/ 0 w 2637377"/>
                    <a:gd name="connsiteY40" fmla="*/ 9620 h 70866"/>
                    <a:gd name="connsiteX41" fmla="*/ 952 w 2637377"/>
                    <a:gd name="connsiteY41" fmla="*/ 0 h 70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637377" h="70866">
                      <a:moveTo>
                        <a:pt x="952" y="0"/>
                      </a:moveTo>
                      <a:cubicBezTo>
                        <a:pt x="84677" y="9334"/>
                        <a:pt x="168497" y="18193"/>
                        <a:pt x="252508" y="24765"/>
                      </a:cubicBezTo>
                      <a:cubicBezTo>
                        <a:pt x="273463" y="26384"/>
                        <a:pt x="294513" y="27813"/>
                        <a:pt x="315468" y="28766"/>
                      </a:cubicBezTo>
                      <a:cubicBezTo>
                        <a:pt x="336328" y="29623"/>
                        <a:pt x="357664" y="29813"/>
                        <a:pt x="378809" y="31718"/>
                      </a:cubicBezTo>
                      <a:cubicBezTo>
                        <a:pt x="421100" y="35433"/>
                        <a:pt x="462915" y="42672"/>
                        <a:pt x="503777" y="55435"/>
                      </a:cubicBezTo>
                      <a:lnTo>
                        <a:pt x="502158" y="55245"/>
                      </a:lnTo>
                      <a:cubicBezTo>
                        <a:pt x="570071" y="48577"/>
                        <a:pt x="637985" y="42481"/>
                        <a:pt x="705993" y="37338"/>
                      </a:cubicBezTo>
                      <a:cubicBezTo>
                        <a:pt x="739997" y="34766"/>
                        <a:pt x="774002" y="32385"/>
                        <a:pt x="808101" y="30671"/>
                      </a:cubicBezTo>
                      <a:cubicBezTo>
                        <a:pt x="842105" y="29051"/>
                        <a:pt x="876586" y="27622"/>
                        <a:pt x="910590" y="30289"/>
                      </a:cubicBezTo>
                      <a:cubicBezTo>
                        <a:pt x="978694" y="34385"/>
                        <a:pt x="1046607" y="40100"/>
                        <a:pt x="1114616" y="45625"/>
                      </a:cubicBezTo>
                      <a:lnTo>
                        <a:pt x="1318355" y="63151"/>
                      </a:lnTo>
                      <a:lnTo>
                        <a:pt x="1317974" y="63151"/>
                      </a:lnTo>
                      <a:cubicBezTo>
                        <a:pt x="1372838" y="59055"/>
                        <a:pt x="1427798" y="55721"/>
                        <a:pt x="1482852" y="55340"/>
                      </a:cubicBezTo>
                      <a:cubicBezTo>
                        <a:pt x="1537907" y="56197"/>
                        <a:pt x="1592771" y="56674"/>
                        <a:pt x="1647825" y="56293"/>
                      </a:cubicBezTo>
                      <a:cubicBezTo>
                        <a:pt x="1702784" y="55340"/>
                        <a:pt x="1757839" y="56959"/>
                        <a:pt x="1812798" y="58198"/>
                      </a:cubicBezTo>
                      <a:lnTo>
                        <a:pt x="1977676" y="61722"/>
                      </a:lnTo>
                      <a:lnTo>
                        <a:pt x="2307527" y="68008"/>
                      </a:lnTo>
                      <a:lnTo>
                        <a:pt x="2472500" y="70199"/>
                      </a:lnTo>
                      <a:lnTo>
                        <a:pt x="2554986" y="70580"/>
                      </a:lnTo>
                      <a:cubicBezTo>
                        <a:pt x="2582418" y="70294"/>
                        <a:pt x="2610041" y="70866"/>
                        <a:pt x="2637377" y="68675"/>
                      </a:cubicBezTo>
                      <a:cubicBezTo>
                        <a:pt x="2609945" y="70866"/>
                        <a:pt x="2582418" y="70485"/>
                        <a:pt x="2554986" y="70866"/>
                      </a:cubicBezTo>
                      <a:lnTo>
                        <a:pt x="2472500" y="70771"/>
                      </a:lnTo>
                      <a:lnTo>
                        <a:pt x="2307527" y="69247"/>
                      </a:lnTo>
                      <a:lnTo>
                        <a:pt x="1977676" y="64198"/>
                      </a:lnTo>
                      <a:lnTo>
                        <a:pt x="1812703" y="61246"/>
                      </a:lnTo>
                      <a:cubicBezTo>
                        <a:pt x="1757648" y="60293"/>
                        <a:pt x="1702784" y="58769"/>
                        <a:pt x="1647825" y="60008"/>
                      </a:cubicBezTo>
                      <a:cubicBezTo>
                        <a:pt x="1592866" y="60579"/>
                        <a:pt x="1537811" y="60293"/>
                        <a:pt x="1482852" y="59626"/>
                      </a:cubicBezTo>
                      <a:cubicBezTo>
                        <a:pt x="1427988" y="60198"/>
                        <a:pt x="1373029" y="63722"/>
                        <a:pt x="1318355" y="68008"/>
                      </a:cubicBezTo>
                      <a:lnTo>
                        <a:pt x="1318165" y="68008"/>
                      </a:lnTo>
                      <a:lnTo>
                        <a:pt x="1317974" y="68008"/>
                      </a:lnTo>
                      <a:lnTo>
                        <a:pt x="1114139" y="51244"/>
                      </a:lnTo>
                      <a:cubicBezTo>
                        <a:pt x="1046226" y="45910"/>
                        <a:pt x="978218" y="40576"/>
                        <a:pt x="910209" y="36671"/>
                      </a:cubicBezTo>
                      <a:cubicBezTo>
                        <a:pt x="876205" y="34195"/>
                        <a:pt x="842391" y="35719"/>
                        <a:pt x="808387" y="37433"/>
                      </a:cubicBezTo>
                      <a:cubicBezTo>
                        <a:pt x="774382" y="39243"/>
                        <a:pt x="740378" y="41719"/>
                        <a:pt x="706469" y="44387"/>
                      </a:cubicBezTo>
                      <a:cubicBezTo>
                        <a:pt x="638556" y="49816"/>
                        <a:pt x="570643" y="56102"/>
                        <a:pt x="502920" y="63055"/>
                      </a:cubicBezTo>
                      <a:lnTo>
                        <a:pt x="502158" y="63151"/>
                      </a:lnTo>
                      <a:lnTo>
                        <a:pt x="501301" y="62865"/>
                      </a:lnTo>
                      <a:cubicBezTo>
                        <a:pt x="461582" y="50578"/>
                        <a:pt x="419767" y="43529"/>
                        <a:pt x="378142" y="40005"/>
                      </a:cubicBezTo>
                      <a:cubicBezTo>
                        <a:pt x="357283" y="38195"/>
                        <a:pt x="336423" y="38100"/>
                        <a:pt x="315182" y="37338"/>
                      </a:cubicBezTo>
                      <a:cubicBezTo>
                        <a:pt x="294037" y="36385"/>
                        <a:pt x="272987" y="35052"/>
                        <a:pt x="251936" y="33528"/>
                      </a:cubicBezTo>
                      <a:cubicBezTo>
                        <a:pt x="167735" y="27242"/>
                        <a:pt x="83820" y="18669"/>
                        <a:pt x="0" y="9620"/>
                      </a:cubicBezTo>
                      <a:lnTo>
                        <a:pt x="952" y="0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85" name="Forme libre : forme 9684">
                  <a:extLst>
                    <a:ext uri="{FF2B5EF4-FFF2-40B4-BE49-F238E27FC236}">
                      <a16:creationId xmlns:a16="http://schemas.microsoft.com/office/drawing/2014/main" id="{C66BBBCA-46B8-40A5-A897-B692C47D3732}"/>
                    </a:ext>
                  </a:extLst>
                </p:cNvPr>
                <p:cNvSpPr/>
                <p:nvPr/>
              </p:nvSpPr>
              <p:spPr>
                <a:xfrm>
                  <a:off x="6562634" y="2404395"/>
                  <a:ext cx="857" cy="571"/>
                </a:xfrm>
                <a:custGeom>
                  <a:avLst/>
                  <a:gdLst>
                    <a:gd name="connsiteX0" fmla="*/ 858 w 857"/>
                    <a:gd name="connsiteY0" fmla="*/ 286 h 571"/>
                    <a:gd name="connsiteX1" fmla="*/ 858 w 857"/>
                    <a:gd name="connsiteY1" fmla="*/ 0 h 571"/>
                    <a:gd name="connsiteX2" fmla="*/ 762 w 857"/>
                    <a:gd name="connsiteY2" fmla="*/ 0 h 571"/>
                    <a:gd name="connsiteX3" fmla="*/ 0 w 857"/>
                    <a:gd name="connsiteY3" fmla="*/ 572 h 571"/>
                    <a:gd name="connsiteX4" fmla="*/ 858 w 857"/>
                    <a:gd name="connsiteY4" fmla="*/ 286 h 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7" h="571">
                      <a:moveTo>
                        <a:pt x="858" y="286"/>
                      </a:moveTo>
                      <a:lnTo>
                        <a:pt x="858" y="0"/>
                      </a:lnTo>
                      <a:cubicBezTo>
                        <a:pt x="858" y="0"/>
                        <a:pt x="762" y="0"/>
                        <a:pt x="762" y="0"/>
                      </a:cubicBezTo>
                      <a:cubicBezTo>
                        <a:pt x="476" y="191"/>
                        <a:pt x="191" y="381"/>
                        <a:pt x="0" y="572"/>
                      </a:cubicBezTo>
                      <a:lnTo>
                        <a:pt x="858" y="286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86" name="Forme libre : forme 9685">
                  <a:extLst>
                    <a:ext uri="{FF2B5EF4-FFF2-40B4-BE49-F238E27FC236}">
                      <a16:creationId xmlns:a16="http://schemas.microsoft.com/office/drawing/2014/main" id="{69C11321-7475-43E7-B9A7-80789CEF773E}"/>
                    </a:ext>
                  </a:extLst>
                </p:cNvPr>
                <p:cNvSpPr/>
                <p:nvPr/>
              </p:nvSpPr>
              <p:spPr>
                <a:xfrm>
                  <a:off x="6563396" y="2404395"/>
                  <a:ext cx="856" cy="285"/>
                </a:xfrm>
                <a:custGeom>
                  <a:avLst/>
                  <a:gdLst>
                    <a:gd name="connsiteX0" fmla="*/ 857 w 856"/>
                    <a:gd name="connsiteY0" fmla="*/ 0 h 285"/>
                    <a:gd name="connsiteX1" fmla="*/ 0 w 856"/>
                    <a:gd name="connsiteY1" fmla="*/ 0 h 285"/>
                    <a:gd name="connsiteX2" fmla="*/ 0 w 856"/>
                    <a:gd name="connsiteY2" fmla="*/ 286 h 285"/>
                    <a:gd name="connsiteX3" fmla="*/ 857 w 856"/>
                    <a:gd name="connsiteY3" fmla="*/ 0 h 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56" h="285">
                      <a:moveTo>
                        <a:pt x="857" y="0"/>
                      </a:moveTo>
                      <a:cubicBezTo>
                        <a:pt x="571" y="0"/>
                        <a:pt x="285" y="0"/>
                        <a:pt x="0" y="0"/>
                      </a:cubicBezTo>
                      <a:lnTo>
                        <a:pt x="0" y="286"/>
                      </a:lnTo>
                      <a:lnTo>
                        <a:pt x="857" y="0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87" name="Forme libre : forme 9686">
                  <a:extLst>
                    <a:ext uri="{FF2B5EF4-FFF2-40B4-BE49-F238E27FC236}">
                      <a16:creationId xmlns:a16="http://schemas.microsoft.com/office/drawing/2014/main" id="{28A79FD2-0B85-443F-81A2-8BA8CFFF70EA}"/>
                    </a:ext>
                  </a:extLst>
                </p:cNvPr>
                <p:cNvSpPr/>
                <p:nvPr/>
              </p:nvSpPr>
              <p:spPr>
                <a:xfrm>
                  <a:off x="6563396" y="2404300"/>
                  <a:ext cx="95" cy="95"/>
                </a:xfrm>
                <a:custGeom>
                  <a:avLst/>
                  <a:gdLst>
                    <a:gd name="connsiteX0" fmla="*/ 95 w 95"/>
                    <a:gd name="connsiteY0" fmla="*/ 0 h 95"/>
                    <a:gd name="connsiteX1" fmla="*/ 0 w 95"/>
                    <a:gd name="connsiteY1" fmla="*/ 95 h 95"/>
                    <a:gd name="connsiteX2" fmla="*/ 95 w 95"/>
                    <a:gd name="connsiteY2" fmla="*/ 95 h 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5" h="95">
                      <a:moveTo>
                        <a:pt x="95" y="0"/>
                      </a:moveTo>
                      <a:lnTo>
                        <a:pt x="0" y="95"/>
                      </a:lnTo>
                      <a:lnTo>
                        <a:pt x="95" y="95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88" name="Forme libre : forme 9687">
                  <a:extLst>
                    <a:ext uri="{FF2B5EF4-FFF2-40B4-BE49-F238E27FC236}">
                      <a16:creationId xmlns:a16="http://schemas.microsoft.com/office/drawing/2014/main" id="{724729AC-17B7-4D87-9B69-C245DFA46ABA}"/>
                    </a:ext>
                  </a:extLst>
                </p:cNvPr>
                <p:cNvSpPr/>
                <p:nvPr/>
              </p:nvSpPr>
              <p:spPr>
                <a:xfrm>
                  <a:off x="1170150" y="2358485"/>
                  <a:ext cx="190" cy="9525"/>
                </a:xfrm>
                <a:custGeom>
                  <a:avLst/>
                  <a:gdLst>
                    <a:gd name="connsiteX0" fmla="*/ 191 w 190"/>
                    <a:gd name="connsiteY0" fmla="*/ 0 h 9525"/>
                    <a:gd name="connsiteX1" fmla="*/ 95 w 190"/>
                    <a:gd name="connsiteY1" fmla="*/ 0 h 9525"/>
                    <a:gd name="connsiteX2" fmla="*/ 0 w 190"/>
                    <a:gd name="connsiteY2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0" h="9525">
                      <a:moveTo>
                        <a:pt x="191" y="0"/>
                      </a:moveTo>
                      <a:lnTo>
                        <a:pt x="9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89" name="Forme libre : forme 9688">
                  <a:extLst>
                    <a:ext uri="{FF2B5EF4-FFF2-40B4-BE49-F238E27FC236}">
                      <a16:creationId xmlns:a16="http://schemas.microsoft.com/office/drawing/2014/main" id="{C3EC1F69-9075-4D9C-90C6-0CDBE8A3FD9A}"/>
                    </a:ext>
                  </a:extLst>
                </p:cNvPr>
                <p:cNvSpPr/>
                <p:nvPr/>
              </p:nvSpPr>
              <p:spPr>
                <a:xfrm>
                  <a:off x="448155" y="2346454"/>
                  <a:ext cx="6115430" cy="76038"/>
                </a:xfrm>
                <a:custGeom>
                  <a:avLst/>
                  <a:gdLst>
                    <a:gd name="connsiteX0" fmla="*/ 6114383 w 6115430"/>
                    <a:gd name="connsiteY0" fmla="*/ 58512 h 76038"/>
                    <a:gd name="connsiteX1" fmla="*/ 6115146 w 6115430"/>
                    <a:gd name="connsiteY1" fmla="*/ 57941 h 76038"/>
                    <a:gd name="connsiteX2" fmla="*/ 5947505 w 6115430"/>
                    <a:gd name="connsiteY2" fmla="*/ 64513 h 76038"/>
                    <a:gd name="connsiteX3" fmla="*/ 5779008 w 6115430"/>
                    <a:gd name="connsiteY3" fmla="*/ 68037 h 76038"/>
                    <a:gd name="connsiteX4" fmla="*/ 5441633 w 6115430"/>
                    <a:gd name="connsiteY4" fmla="*/ 63370 h 76038"/>
                    <a:gd name="connsiteX5" fmla="*/ 5104067 w 6115430"/>
                    <a:gd name="connsiteY5" fmla="*/ 64989 h 76038"/>
                    <a:gd name="connsiteX6" fmla="*/ 4766787 w 6115430"/>
                    <a:gd name="connsiteY6" fmla="*/ 62227 h 76038"/>
                    <a:gd name="connsiteX7" fmla="*/ 4429792 w 6115430"/>
                    <a:gd name="connsiteY7" fmla="*/ 49083 h 76038"/>
                    <a:gd name="connsiteX8" fmla="*/ 4387882 w 6115430"/>
                    <a:gd name="connsiteY8" fmla="*/ 45749 h 76038"/>
                    <a:gd name="connsiteX9" fmla="*/ 4346068 w 6115430"/>
                    <a:gd name="connsiteY9" fmla="*/ 41177 h 76038"/>
                    <a:gd name="connsiteX10" fmla="*/ 4261580 w 6115430"/>
                    <a:gd name="connsiteY10" fmla="*/ 34795 h 76038"/>
                    <a:gd name="connsiteX11" fmla="*/ 4092607 w 6115430"/>
                    <a:gd name="connsiteY11" fmla="*/ 35271 h 76038"/>
                    <a:gd name="connsiteX12" fmla="*/ 3924014 w 6115430"/>
                    <a:gd name="connsiteY12" fmla="*/ 45463 h 76038"/>
                    <a:gd name="connsiteX13" fmla="*/ 3840004 w 6115430"/>
                    <a:gd name="connsiteY13" fmla="*/ 52702 h 76038"/>
                    <a:gd name="connsiteX14" fmla="*/ 3755898 w 6115430"/>
                    <a:gd name="connsiteY14" fmla="*/ 56893 h 76038"/>
                    <a:gd name="connsiteX15" fmla="*/ 3418808 w 6115430"/>
                    <a:gd name="connsiteY15" fmla="*/ 51464 h 76038"/>
                    <a:gd name="connsiteX16" fmla="*/ 3250406 w 6115430"/>
                    <a:gd name="connsiteY16" fmla="*/ 41462 h 76038"/>
                    <a:gd name="connsiteX17" fmla="*/ 3081623 w 6115430"/>
                    <a:gd name="connsiteY17" fmla="*/ 38986 h 76038"/>
                    <a:gd name="connsiteX18" fmla="*/ 2744248 w 6115430"/>
                    <a:gd name="connsiteY18" fmla="*/ 48702 h 76038"/>
                    <a:gd name="connsiteX19" fmla="*/ 2659952 w 6115430"/>
                    <a:gd name="connsiteY19" fmla="*/ 51940 h 76038"/>
                    <a:gd name="connsiteX20" fmla="*/ 2575751 w 6115430"/>
                    <a:gd name="connsiteY20" fmla="*/ 52702 h 76038"/>
                    <a:gd name="connsiteX21" fmla="*/ 2407253 w 6115430"/>
                    <a:gd name="connsiteY21" fmla="*/ 45463 h 76038"/>
                    <a:gd name="connsiteX22" fmla="*/ 2070830 w 6115430"/>
                    <a:gd name="connsiteY22" fmla="*/ 20984 h 76038"/>
                    <a:gd name="connsiteX23" fmla="*/ 2028825 w 6115430"/>
                    <a:gd name="connsiteY23" fmla="*/ 16412 h 76038"/>
                    <a:gd name="connsiteX24" fmla="*/ 1986629 w 6115430"/>
                    <a:gd name="connsiteY24" fmla="*/ 14221 h 76038"/>
                    <a:gd name="connsiteX25" fmla="*/ 1902238 w 6115430"/>
                    <a:gd name="connsiteY25" fmla="*/ 12602 h 76038"/>
                    <a:gd name="connsiteX26" fmla="*/ 1733455 w 6115430"/>
                    <a:gd name="connsiteY26" fmla="*/ 13459 h 76038"/>
                    <a:gd name="connsiteX27" fmla="*/ 1396175 w 6115430"/>
                    <a:gd name="connsiteY27" fmla="*/ 19079 h 76038"/>
                    <a:gd name="connsiteX28" fmla="*/ 1228154 w 6115430"/>
                    <a:gd name="connsiteY28" fmla="*/ 13078 h 76038"/>
                    <a:gd name="connsiteX29" fmla="*/ 1207675 w 6115430"/>
                    <a:gd name="connsiteY29" fmla="*/ 10030 h 76038"/>
                    <a:gd name="connsiteX30" fmla="*/ 1186434 w 6115430"/>
                    <a:gd name="connsiteY30" fmla="*/ 6791 h 76038"/>
                    <a:gd name="connsiteX31" fmla="*/ 1144048 w 6115430"/>
                    <a:gd name="connsiteY31" fmla="*/ 4220 h 76038"/>
                    <a:gd name="connsiteX32" fmla="*/ 1059561 w 6115430"/>
                    <a:gd name="connsiteY32" fmla="*/ 2982 h 76038"/>
                    <a:gd name="connsiteX33" fmla="*/ 722186 w 6115430"/>
                    <a:gd name="connsiteY33" fmla="*/ 11840 h 76038"/>
                    <a:gd name="connsiteX34" fmla="*/ 722281 w 6115430"/>
                    <a:gd name="connsiteY34" fmla="*/ 11840 h 76038"/>
                    <a:gd name="connsiteX35" fmla="*/ 722090 w 6115430"/>
                    <a:gd name="connsiteY35" fmla="*/ 11840 h 76038"/>
                    <a:gd name="connsiteX36" fmla="*/ 722186 w 6115430"/>
                    <a:gd name="connsiteY36" fmla="*/ 11840 h 76038"/>
                    <a:gd name="connsiteX37" fmla="*/ 361188 w 6115430"/>
                    <a:gd name="connsiteY37" fmla="*/ 2886 h 76038"/>
                    <a:gd name="connsiteX38" fmla="*/ 180594 w 6115430"/>
                    <a:gd name="connsiteY38" fmla="*/ 410 h 76038"/>
                    <a:gd name="connsiteX39" fmla="*/ 0 w 6115430"/>
                    <a:gd name="connsiteY39" fmla="*/ 1743 h 76038"/>
                    <a:gd name="connsiteX40" fmla="*/ 95 w 6115430"/>
                    <a:gd name="connsiteY40" fmla="*/ 2696 h 76038"/>
                    <a:gd name="connsiteX41" fmla="*/ 180594 w 6115430"/>
                    <a:gd name="connsiteY41" fmla="*/ 3267 h 76038"/>
                    <a:gd name="connsiteX42" fmla="*/ 361093 w 6115430"/>
                    <a:gd name="connsiteY42" fmla="*/ 7554 h 76038"/>
                    <a:gd name="connsiteX43" fmla="*/ 722090 w 6115430"/>
                    <a:gd name="connsiteY43" fmla="*/ 17936 h 76038"/>
                    <a:gd name="connsiteX44" fmla="*/ 722186 w 6115430"/>
                    <a:gd name="connsiteY44" fmla="*/ 17936 h 76038"/>
                    <a:gd name="connsiteX45" fmla="*/ 722281 w 6115430"/>
                    <a:gd name="connsiteY45" fmla="*/ 17936 h 76038"/>
                    <a:gd name="connsiteX46" fmla="*/ 1059466 w 6115430"/>
                    <a:gd name="connsiteY46" fmla="*/ 10411 h 76038"/>
                    <a:gd name="connsiteX47" fmla="*/ 1143667 w 6115430"/>
                    <a:gd name="connsiteY47" fmla="*/ 11935 h 76038"/>
                    <a:gd name="connsiteX48" fmla="*/ 1185482 w 6115430"/>
                    <a:gd name="connsiteY48" fmla="*/ 14602 h 76038"/>
                    <a:gd name="connsiteX49" fmla="*/ 1205960 w 6115430"/>
                    <a:gd name="connsiteY49" fmla="*/ 17745 h 76038"/>
                    <a:gd name="connsiteX50" fmla="*/ 1227106 w 6115430"/>
                    <a:gd name="connsiteY50" fmla="*/ 20984 h 76038"/>
                    <a:gd name="connsiteX51" fmla="*/ 1396079 w 6115430"/>
                    <a:gd name="connsiteY51" fmla="*/ 27461 h 76038"/>
                    <a:gd name="connsiteX52" fmla="*/ 1733550 w 6115430"/>
                    <a:gd name="connsiteY52" fmla="*/ 20508 h 76038"/>
                    <a:gd name="connsiteX53" fmla="*/ 1902238 w 6115430"/>
                    <a:gd name="connsiteY53" fmla="*/ 18983 h 76038"/>
                    <a:gd name="connsiteX54" fmla="*/ 1986534 w 6115430"/>
                    <a:gd name="connsiteY54" fmla="*/ 20317 h 76038"/>
                    <a:gd name="connsiteX55" fmla="*/ 2028539 w 6115430"/>
                    <a:gd name="connsiteY55" fmla="*/ 22317 h 76038"/>
                    <a:gd name="connsiteX56" fmla="*/ 2070354 w 6115430"/>
                    <a:gd name="connsiteY56" fmla="*/ 26699 h 76038"/>
                    <a:gd name="connsiteX57" fmla="*/ 2407158 w 6115430"/>
                    <a:gd name="connsiteY57" fmla="*/ 49749 h 76038"/>
                    <a:gd name="connsiteX58" fmla="*/ 2575846 w 6115430"/>
                    <a:gd name="connsiteY58" fmla="*/ 56226 h 76038"/>
                    <a:gd name="connsiteX59" fmla="*/ 2660237 w 6115430"/>
                    <a:gd name="connsiteY59" fmla="*/ 55083 h 76038"/>
                    <a:gd name="connsiteX60" fmla="*/ 2744534 w 6115430"/>
                    <a:gd name="connsiteY60" fmla="*/ 51559 h 76038"/>
                    <a:gd name="connsiteX61" fmla="*/ 3081814 w 6115430"/>
                    <a:gd name="connsiteY61" fmla="*/ 43082 h 76038"/>
                    <a:gd name="connsiteX62" fmla="*/ 3250311 w 6115430"/>
                    <a:gd name="connsiteY62" fmla="*/ 46130 h 76038"/>
                    <a:gd name="connsiteX63" fmla="*/ 3418713 w 6115430"/>
                    <a:gd name="connsiteY63" fmla="*/ 56703 h 76038"/>
                    <a:gd name="connsiteX64" fmla="*/ 3756279 w 6115430"/>
                    <a:gd name="connsiteY64" fmla="*/ 63846 h 76038"/>
                    <a:gd name="connsiteX65" fmla="*/ 3840671 w 6115430"/>
                    <a:gd name="connsiteY65" fmla="*/ 60132 h 76038"/>
                    <a:gd name="connsiteX66" fmla="*/ 3924776 w 6115430"/>
                    <a:gd name="connsiteY66" fmla="*/ 53369 h 76038"/>
                    <a:gd name="connsiteX67" fmla="*/ 4093083 w 6115430"/>
                    <a:gd name="connsiteY67" fmla="*/ 44034 h 76038"/>
                    <a:gd name="connsiteX68" fmla="*/ 4261485 w 6115430"/>
                    <a:gd name="connsiteY68" fmla="*/ 43653 h 76038"/>
                    <a:gd name="connsiteX69" fmla="*/ 4345210 w 6115430"/>
                    <a:gd name="connsiteY69" fmla="*/ 50035 h 76038"/>
                    <a:gd name="connsiteX70" fmla="*/ 4387215 w 6115430"/>
                    <a:gd name="connsiteY70" fmla="*/ 54702 h 76038"/>
                    <a:gd name="connsiteX71" fmla="*/ 4429411 w 6115430"/>
                    <a:gd name="connsiteY71" fmla="*/ 58036 h 76038"/>
                    <a:gd name="connsiteX72" fmla="*/ 4766787 w 6115430"/>
                    <a:gd name="connsiteY72" fmla="*/ 71466 h 76038"/>
                    <a:gd name="connsiteX73" fmla="*/ 5104353 w 6115430"/>
                    <a:gd name="connsiteY73" fmla="*/ 74419 h 76038"/>
                    <a:gd name="connsiteX74" fmla="*/ 5441633 w 6115430"/>
                    <a:gd name="connsiteY74" fmla="*/ 72990 h 76038"/>
                    <a:gd name="connsiteX75" fmla="*/ 5779103 w 6115430"/>
                    <a:gd name="connsiteY75" fmla="*/ 76038 h 76038"/>
                    <a:gd name="connsiteX76" fmla="*/ 5947887 w 6115430"/>
                    <a:gd name="connsiteY76" fmla="*/ 71657 h 76038"/>
                    <a:gd name="connsiteX77" fmla="*/ 6115431 w 6115430"/>
                    <a:gd name="connsiteY77" fmla="*/ 64227 h 76038"/>
                    <a:gd name="connsiteX78" fmla="*/ 6115336 w 6115430"/>
                    <a:gd name="connsiteY78" fmla="*/ 58322 h 76038"/>
                    <a:gd name="connsiteX79" fmla="*/ 6114383 w 6115430"/>
                    <a:gd name="connsiteY79" fmla="*/ 58512 h 76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115430" h="76038">
                      <a:moveTo>
                        <a:pt x="6114383" y="58512"/>
                      </a:moveTo>
                      <a:cubicBezTo>
                        <a:pt x="6114669" y="58322"/>
                        <a:pt x="6114955" y="58131"/>
                        <a:pt x="6115146" y="57941"/>
                      </a:cubicBezTo>
                      <a:cubicBezTo>
                        <a:pt x="6059329" y="60417"/>
                        <a:pt x="6003418" y="62608"/>
                        <a:pt x="5947505" y="64513"/>
                      </a:cubicBezTo>
                      <a:cubicBezTo>
                        <a:pt x="5891308" y="66323"/>
                        <a:pt x="5835110" y="68228"/>
                        <a:pt x="5779008" y="68037"/>
                      </a:cubicBezTo>
                      <a:lnTo>
                        <a:pt x="5441633" y="63370"/>
                      </a:lnTo>
                      <a:cubicBezTo>
                        <a:pt x="5329142" y="62322"/>
                        <a:pt x="5216461" y="61941"/>
                        <a:pt x="5104067" y="64989"/>
                      </a:cubicBezTo>
                      <a:cubicBezTo>
                        <a:pt x="4991672" y="66228"/>
                        <a:pt x="4879181" y="64608"/>
                        <a:pt x="4766787" y="62227"/>
                      </a:cubicBezTo>
                      <a:cubicBezTo>
                        <a:pt x="4654392" y="59560"/>
                        <a:pt x="4541902" y="56417"/>
                        <a:pt x="4429792" y="49083"/>
                      </a:cubicBezTo>
                      <a:cubicBezTo>
                        <a:pt x="4415790" y="48320"/>
                        <a:pt x="4401789" y="46892"/>
                        <a:pt x="4387882" y="45749"/>
                      </a:cubicBezTo>
                      <a:cubicBezTo>
                        <a:pt x="4373880" y="44415"/>
                        <a:pt x="4360164" y="42796"/>
                        <a:pt x="4346068" y="41177"/>
                      </a:cubicBezTo>
                      <a:cubicBezTo>
                        <a:pt x="4317969" y="37653"/>
                        <a:pt x="4289774" y="35843"/>
                        <a:pt x="4261580" y="34795"/>
                      </a:cubicBezTo>
                      <a:cubicBezTo>
                        <a:pt x="4205192" y="32509"/>
                        <a:pt x="4148804" y="33366"/>
                        <a:pt x="4092607" y="35271"/>
                      </a:cubicBezTo>
                      <a:cubicBezTo>
                        <a:pt x="4036314" y="37367"/>
                        <a:pt x="3980116" y="40986"/>
                        <a:pt x="3924014" y="45463"/>
                      </a:cubicBezTo>
                      <a:lnTo>
                        <a:pt x="3840004" y="52702"/>
                      </a:lnTo>
                      <a:cubicBezTo>
                        <a:pt x="3812000" y="54798"/>
                        <a:pt x="3783997" y="56131"/>
                        <a:pt x="3755898" y="56893"/>
                      </a:cubicBezTo>
                      <a:cubicBezTo>
                        <a:pt x="3643598" y="59846"/>
                        <a:pt x="3531108" y="56703"/>
                        <a:pt x="3418808" y="51464"/>
                      </a:cubicBezTo>
                      <a:cubicBezTo>
                        <a:pt x="3362611" y="48892"/>
                        <a:pt x="3306604" y="44891"/>
                        <a:pt x="3250406" y="41462"/>
                      </a:cubicBezTo>
                      <a:cubicBezTo>
                        <a:pt x="3194114" y="38605"/>
                        <a:pt x="3137821" y="38510"/>
                        <a:pt x="3081623" y="38986"/>
                      </a:cubicBezTo>
                      <a:cubicBezTo>
                        <a:pt x="2969133" y="40034"/>
                        <a:pt x="2856643" y="44034"/>
                        <a:pt x="2744248" y="48702"/>
                      </a:cubicBezTo>
                      <a:lnTo>
                        <a:pt x="2659952" y="51940"/>
                      </a:lnTo>
                      <a:cubicBezTo>
                        <a:pt x="2631853" y="53274"/>
                        <a:pt x="2603849" y="53464"/>
                        <a:pt x="2575751" y="52702"/>
                      </a:cubicBezTo>
                      <a:cubicBezTo>
                        <a:pt x="2519553" y="51273"/>
                        <a:pt x="2463356" y="48511"/>
                        <a:pt x="2407253" y="45463"/>
                      </a:cubicBezTo>
                      <a:cubicBezTo>
                        <a:pt x="2295049" y="39081"/>
                        <a:pt x="2182654" y="32128"/>
                        <a:pt x="2070830" y="20984"/>
                      </a:cubicBezTo>
                      <a:cubicBezTo>
                        <a:pt x="2056924" y="19269"/>
                        <a:pt x="2043017" y="17745"/>
                        <a:pt x="2028825" y="16412"/>
                      </a:cubicBezTo>
                      <a:cubicBezTo>
                        <a:pt x="2014728" y="15554"/>
                        <a:pt x="2000631" y="14602"/>
                        <a:pt x="1986629" y="14221"/>
                      </a:cubicBezTo>
                      <a:cubicBezTo>
                        <a:pt x="1958435" y="13078"/>
                        <a:pt x="1930337" y="12792"/>
                        <a:pt x="1902238" y="12602"/>
                      </a:cubicBezTo>
                      <a:cubicBezTo>
                        <a:pt x="1845945" y="12221"/>
                        <a:pt x="1789652" y="12697"/>
                        <a:pt x="1733455" y="13459"/>
                      </a:cubicBezTo>
                      <a:cubicBezTo>
                        <a:pt x="1620964" y="14602"/>
                        <a:pt x="1508474" y="19650"/>
                        <a:pt x="1396175" y="19079"/>
                      </a:cubicBezTo>
                      <a:cubicBezTo>
                        <a:pt x="1340072" y="18603"/>
                        <a:pt x="1283684" y="18793"/>
                        <a:pt x="1228154" y="13078"/>
                      </a:cubicBezTo>
                      <a:cubicBezTo>
                        <a:pt x="1221200" y="12507"/>
                        <a:pt x="1214438" y="11268"/>
                        <a:pt x="1207675" y="10030"/>
                      </a:cubicBezTo>
                      <a:lnTo>
                        <a:pt x="1186434" y="6791"/>
                      </a:lnTo>
                      <a:cubicBezTo>
                        <a:pt x="1172337" y="5649"/>
                        <a:pt x="1158145" y="4601"/>
                        <a:pt x="1144048" y="4220"/>
                      </a:cubicBezTo>
                      <a:cubicBezTo>
                        <a:pt x="1115854" y="3172"/>
                        <a:pt x="1087660" y="3077"/>
                        <a:pt x="1059561" y="2982"/>
                      </a:cubicBezTo>
                      <a:cubicBezTo>
                        <a:pt x="946976" y="3458"/>
                        <a:pt x="834580" y="7268"/>
                        <a:pt x="722186" y="11840"/>
                      </a:cubicBezTo>
                      <a:cubicBezTo>
                        <a:pt x="722186" y="11840"/>
                        <a:pt x="722281" y="11840"/>
                        <a:pt x="722281" y="11840"/>
                      </a:cubicBezTo>
                      <a:lnTo>
                        <a:pt x="722090" y="11840"/>
                      </a:lnTo>
                      <a:cubicBezTo>
                        <a:pt x="722090" y="11840"/>
                        <a:pt x="722186" y="11840"/>
                        <a:pt x="722186" y="11840"/>
                      </a:cubicBezTo>
                      <a:cubicBezTo>
                        <a:pt x="601885" y="8411"/>
                        <a:pt x="481584" y="5363"/>
                        <a:pt x="361188" y="2886"/>
                      </a:cubicBezTo>
                      <a:cubicBezTo>
                        <a:pt x="300990" y="1743"/>
                        <a:pt x="240792" y="886"/>
                        <a:pt x="180594" y="410"/>
                      </a:cubicBezTo>
                      <a:cubicBezTo>
                        <a:pt x="120396" y="124"/>
                        <a:pt x="60198" y="-829"/>
                        <a:pt x="0" y="1743"/>
                      </a:cubicBezTo>
                      <a:lnTo>
                        <a:pt x="95" y="2696"/>
                      </a:lnTo>
                      <a:cubicBezTo>
                        <a:pt x="60198" y="791"/>
                        <a:pt x="120491" y="2315"/>
                        <a:pt x="180594" y="3267"/>
                      </a:cubicBezTo>
                      <a:lnTo>
                        <a:pt x="361093" y="7554"/>
                      </a:lnTo>
                      <a:cubicBezTo>
                        <a:pt x="481393" y="10506"/>
                        <a:pt x="601789" y="14031"/>
                        <a:pt x="722090" y="17936"/>
                      </a:cubicBezTo>
                      <a:lnTo>
                        <a:pt x="722186" y="17936"/>
                      </a:lnTo>
                      <a:lnTo>
                        <a:pt x="722281" y="17936"/>
                      </a:lnTo>
                      <a:cubicBezTo>
                        <a:pt x="834676" y="13745"/>
                        <a:pt x="947071" y="10411"/>
                        <a:pt x="1059466" y="10411"/>
                      </a:cubicBezTo>
                      <a:cubicBezTo>
                        <a:pt x="1087564" y="10602"/>
                        <a:pt x="1115663" y="10792"/>
                        <a:pt x="1143667" y="11935"/>
                      </a:cubicBezTo>
                      <a:cubicBezTo>
                        <a:pt x="1157668" y="12411"/>
                        <a:pt x="1171575" y="13459"/>
                        <a:pt x="1185482" y="14602"/>
                      </a:cubicBezTo>
                      <a:cubicBezTo>
                        <a:pt x="1192339" y="15650"/>
                        <a:pt x="1198912" y="16602"/>
                        <a:pt x="1205960" y="17745"/>
                      </a:cubicBezTo>
                      <a:cubicBezTo>
                        <a:pt x="1213009" y="18983"/>
                        <a:pt x="1220057" y="20317"/>
                        <a:pt x="1227106" y="20984"/>
                      </a:cubicBezTo>
                      <a:cubicBezTo>
                        <a:pt x="1283494" y="26889"/>
                        <a:pt x="1339787" y="27270"/>
                        <a:pt x="1396079" y="27461"/>
                      </a:cubicBezTo>
                      <a:cubicBezTo>
                        <a:pt x="1508760" y="27556"/>
                        <a:pt x="1621060" y="22032"/>
                        <a:pt x="1733550" y="20508"/>
                      </a:cubicBezTo>
                      <a:cubicBezTo>
                        <a:pt x="1789748" y="19555"/>
                        <a:pt x="1845945" y="18793"/>
                        <a:pt x="1902238" y="18983"/>
                      </a:cubicBezTo>
                      <a:cubicBezTo>
                        <a:pt x="1930337" y="19079"/>
                        <a:pt x="1958435" y="19269"/>
                        <a:pt x="1986534" y="20317"/>
                      </a:cubicBezTo>
                      <a:cubicBezTo>
                        <a:pt x="2000536" y="20603"/>
                        <a:pt x="2014538" y="21555"/>
                        <a:pt x="2028539" y="22317"/>
                      </a:cubicBezTo>
                      <a:cubicBezTo>
                        <a:pt x="2042351" y="23556"/>
                        <a:pt x="2056352" y="24984"/>
                        <a:pt x="2070354" y="26699"/>
                      </a:cubicBezTo>
                      <a:cubicBezTo>
                        <a:pt x="2182463" y="37367"/>
                        <a:pt x="2294763" y="43749"/>
                        <a:pt x="2407158" y="49749"/>
                      </a:cubicBezTo>
                      <a:cubicBezTo>
                        <a:pt x="2463356" y="52512"/>
                        <a:pt x="2519553" y="55083"/>
                        <a:pt x="2575846" y="56226"/>
                      </a:cubicBezTo>
                      <a:cubicBezTo>
                        <a:pt x="2603945" y="56893"/>
                        <a:pt x="2632234" y="56512"/>
                        <a:pt x="2660237" y="55083"/>
                      </a:cubicBezTo>
                      <a:lnTo>
                        <a:pt x="2744534" y="51559"/>
                      </a:lnTo>
                      <a:cubicBezTo>
                        <a:pt x="2856929" y="47273"/>
                        <a:pt x="2969324" y="43749"/>
                        <a:pt x="3081814" y="43082"/>
                      </a:cubicBezTo>
                      <a:cubicBezTo>
                        <a:pt x="3138011" y="42891"/>
                        <a:pt x="3194304" y="43082"/>
                        <a:pt x="3250311" y="46130"/>
                      </a:cubicBezTo>
                      <a:cubicBezTo>
                        <a:pt x="3306318" y="49749"/>
                        <a:pt x="3362516" y="53940"/>
                        <a:pt x="3418713" y="56703"/>
                      </a:cubicBezTo>
                      <a:cubicBezTo>
                        <a:pt x="3531108" y="62513"/>
                        <a:pt x="3643598" y="66132"/>
                        <a:pt x="3756279" y="63846"/>
                      </a:cubicBezTo>
                      <a:cubicBezTo>
                        <a:pt x="3784473" y="63179"/>
                        <a:pt x="3812572" y="62037"/>
                        <a:pt x="3840671" y="60132"/>
                      </a:cubicBezTo>
                      <a:lnTo>
                        <a:pt x="3924776" y="53369"/>
                      </a:lnTo>
                      <a:cubicBezTo>
                        <a:pt x="3980783" y="49178"/>
                        <a:pt x="4036886" y="45844"/>
                        <a:pt x="4093083" y="44034"/>
                      </a:cubicBezTo>
                      <a:cubicBezTo>
                        <a:pt x="4149185" y="42129"/>
                        <a:pt x="4205383" y="41367"/>
                        <a:pt x="4261485" y="43653"/>
                      </a:cubicBezTo>
                      <a:cubicBezTo>
                        <a:pt x="4289489" y="44701"/>
                        <a:pt x="4317493" y="46606"/>
                        <a:pt x="4345210" y="50035"/>
                      </a:cubicBezTo>
                      <a:cubicBezTo>
                        <a:pt x="4359021" y="51654"/>
                        <a:pt x="4373214" y="53369"/>
                        <a:pt x="4387215" y="54702"/>
                      </a:cubicBezTo>
                      <a:cubicBezTo>
                        <a:pt x="4401312" y="55750"/>
                        <a:pt x="4415314" y="57274"/>
                        <a:pt x="4429411" y="58036"/>
                      </a:cubicBezTo>
                      <a:cubicBezTo>
                        <a:pt x="4541806" y="65466"/>
                        <a:pt x="4654296" y="68704"/>
                        <a:pt x="4766787" y="71466"/>
                      </a:cubicBezTo>
                      <a:cubicBezTo>
                        <a:pt x="4879277" y="73943"/>
                        <a:pt x="4991767" y="75562"/>
                        <a:pt x="5104353" y="74419"/>
                      </a:cubicBezTo>
                      <a:cubicBezTo>
                        <a:pt x="5216843" y="71466"/>
                        <a:pt x="5329142" y="71942"/>
                        <a:pt x="5441633" y="72990"/>
                      </a:cubicBezTo>
                      <a:lnTo>
                        <a:pt x="5779103" y="76038"/>
                      </a:lnTo>
                      <a:cubicBezTo>
                        <a:pt x="5835492" y="75848"/>
                        <a:pt x="5891689" y="73752"/>
                        <a:pt x="5947887" y="71657"/>
                      </a:cubicBezTo>
                      <a:cubicBezTo>
                        <a:pt x="6003703" y="69466"/>
                        <a:pt x="6059615" y="66990"/>
                        <a:pt x="6115431" y="64227"/>
                      </a:cubicBezTo>
                      <a:lnTo>
                        <a:pt x="6115336" y="58322"/>
                      </a:lnTo>
                      <a:lnTo>
                        <a:pt x="6114383" y="58512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90" name="Forme libre : forme 9689">
                  <a:extLst>
                    <a:ext uri="{FF2B5EF4-FFF2-40B4-BE49-F238E27FC236}">
                      <a16:creationId xmlns:a16="http://schemas.microsoft.com/office/drawing/2014/main" id="{B532CB9F-5C9C-45CC-BF69-BC484F69A768}"/>
                    </a:ext>
                  </a:extLst>
                </p:cNvPr>
                <p:cNvSpPr/>
                <p:nvPr/>
              </p:nvSpPr>
              <p:spPr>
                <a:xfrm>
                  <a:off x="317567" y="2302874"/>
                  <a:ext cx="2959417" cy="90091"/>
                </a:xfrm>
                <a:custGeom>
                  <a:avLst/>
                  <a:gdLst>
                    <a:gd name="connsiteX0" fmla="*/ 0 w 2959417"/>
                    <a:gd name="connsiteY0" fmla="*/ 34466 h 90091"/>
                    <a:gd name="connsiteX1" fmla="*/ 184309 w 2959417"/>
                    <a:gd name="connsiteY1" fmla="*/ 12844 h 90091"/>
                    <a:gd name="connsiteX2" fmla="*/ 277273 w 2959417"/>
                    <a:gd name="connsiteY2" fmla="*/ 12368 h 90091"/>
                    <a:gd name="connsiteX3" fmla="*/ 369951 w 2959417"/>
                    <a:gd name="connsiteY3" fmla="*/ 14273 h 90091"/>
                    <a:gd name="connsiteX4" fmla="*/ 555212 w 2959417"/>
                    <a:gd name="connsiteY4" fmla="*/ 18559 h 90091"/>
                    <a:gd name="connsiteX5" fmla="*/ 647890 w 2959417"/>
                    <a:gd name="connsiteY5" fmla="*/ 21035 h 90091"/>
                    <a:gd name="connsiteX6" fmla="*/ 740569 w 2959417"/>
                    <a:gd name="connsiteY6" fmla="*/ 22369 h 90091"/>
                    <a:gd name="connsiteX7" fmla="*/ 925925 w 2959417"/>
                    <a:gd name="connsiteY7" fmla="*/ 19511 h 90091"/>
                    <a:gd name="connsiteX8" fmla="*/ 1111377 w 2959417"/>
                    <a:gd name="connsiteY8" fmla="*/ 18749 h 90091"/>
                    <a:gd name="connsiteX9" fmla="*/ 1296733 w 2959417"/>
                    <a:gd name="connsiteY9" fmla="*/ 15035 h 90091"/>
                    <a:gd name="connsiteX10" fmla="*/ 1389031 w 2959417"/>
                    <a:gd name="connsiteY10" fmla="*/ 8462 h 90091"/>
                    <a:gd name="connsiteX11" fmla="*/ 1435132 w 2959417"/>
                    <a:gd name="connsiteY11" fmla="*/ 2747 h 90091"/>
                    <a:gd name="connsiteX12" fmla="*/ 1481614 w 2959417"/>
                    <a:gd name="connsiteY12" fmla="*/ 271 h 90091"/>
                    <a:gd name="connsiteX13" fmla="*/ 1667066 w 2959417"/>
                    <a:gd name="connsiteY13" fmla="*/ 10272 h 90091"/>
                    <a:gd name="connsiteX14" fmla="*/ 1712881 w 2959417"/>
                    <a:gd name="connsiteY14" fmla="*/ 18559 h 90091"/>
                    <a:gd name="connsiteX15" fmla="*/ 1758410 w 2959417"/>
                    <a:gd name="connsiteY15" fmla="*/ 25798 h 90091"/>
                    <a:gd name="connsiteX16" fmla="*/ 1850326 w 2959417"/>
                    <a:gd name="connsiteY16" fmla="*/ 30656 h 90091"/>
                    <a:gd name="connsiteX17" fmla="*/ 1942624 w 2959417"/>
                    <a:gd name="connsiteY17" fmla="*/ 25798 h 90091"/>
                    <a:gd name="connsiteX18" fmla="*/ 2035207 w 2959417"/>
                    <a:gd name="connsiteY18" fmla="*/ 20178 h 90091"/>
                    <a:gd name="connsiteX19" fmla="*/ 2127980 w 2959417"/>
                    <a:gd name="connsiteY19" fmla="*/ 16178 h 90091"/>
                    <a:gd name="connsiteX20" fmla="*/ 2174558 w 2959417"/>
                    <a:gd name="connsiteY20" fmla="*/ 15701 h 90091"/>
                    <a:gd name="connsiteX21" fmla="*/ 2221230 w 2959417"/>
                    <a:gd name="connsiteY21" fmla="*/ 18559 h 90091"/>
                    <a:gd name="connsiteX22" fmla="*/ 2313432 w 2959417"/>
                    <a:gd name="connsiteY22" fmla="*/ 28655 h 90091"/>
                    <a:gd name="connsiteX23" fmla="*/ 2405253 w 2959417"/>
                    <a:gd name="connsiteY23" fmla="*/ 36561 h 90091"/>
                    <a:gd name="connsiteX24" fmla="*/ 2498122 w 2959417"/>
                    <a:gd name="connsiteY24" fmla="*/ 43324 h 90091"/>
                    <a:gd name="connsiteX25" fmla="*/ 2590419 w 2959417"/>
                    <a:gd name="connsiteY25" fmla="*/ 51801 h 90091"/>
                    <a:gd name="connsiteX26" fmla="*/ 2959418 w 2959417"/>
                    <a:gd name="connsiteY26" fmla="*/ 89139 h 90091"/>
                    <a:gd name="connsiteX27" fmla="*/ 2959322 w 2959417"/>
                    <a:gd name="connsiteY27" fmla="*/ 90092 h 90091"/>
                    <a:gd name="connsiteX28" fmla="*/ 2589848 w 2959417"/>
                    <a:gd name="connsiteY28" fmla="*/ 58659 h 90091"/>
                    <a:gd name="connsiteX29" fmla="*/ 2497455 w 2959417"/>
                    <a:gd name="connsiteY29" fmla="*/ 51229 h 90091"/>
                    <a:gd name="connsiteX30" fmla="*/ 2405348 w 2959417"/>
                    <a:gd name="connsiteY30" fmla="*/ 45515 h 90091"/>
                    <a:gd name="connsiteX31" fmla="*/ 2312480 w 2959417"/>
                    <a:gd name="connsiteY31" fmla="*/ 38085 h 90091"/>
                    <a:gd name="connsiteX32" fmla="*/ 2220373 w 2959417"/>
                    <a:gd name="connsiteY32" fmla="*/ 28274 h 90091"/>
                    <a:gd name="connsiteX33" fmla="*/ 2128361 w 2959417"/>
                    <a:gd name="connsiteY33" fmla="*/ 26083 h 90091"/>
                    <a:gd name="connsiteX34" fmla="*/ 2035874 w 2959417"/>
                    <a:gd name="connsiteY34" fmla="*/ 29989 h 90091"/>
                    <a:gd name="connsiteX35" fmla="*/ 1943386 w 2959417"/>
                    <a:gd name="connsiteY35" fmla="*/ 35132 h 90091"/>
                    <a:gd name="connsiteX36" fmla="*/ 1850517 w 2959417"/>
                    <a:gd name="connsiteY36" fmla="*/ 39514 h 90091"/>
                    <a:gd name="connsiteX37" fmla="*/ 1757458 w 2959417"/>
                    <a:gd name="connsiteY37" fmla="*/ 33989 h 90091"/>
                    <a:gd name="connsiteX38" fmla="*/ 1711452 w 2959417"/>
                    <a:gd name="connsiteY38" fmla="*/ 26179 h 90091"/>
                    <a:gd name="connsiteX39" fmla="*/ 1666113 w 2959417"/>
                    <a:gd name="connsiteY39" fmla="*/ 17416 h 90091"/>
                    <a:gd name="connsiteX40" fmla="*/ 1481804 w 2959417"/>
                    <a:gd name="connsiteY40" fmla="*/ 5319 h 90091"/>
                    <a:gd name="connsiteX41" fmla="*/ 1435703 w 2959417"/>
                    <a:gd name="connsiteY41" fmla="*/ 7415 h 90091"/>
                    <a:gd name="connsiteX42" fmla="*/ 1389793 w 2959417"/>
                    <a:gd name="connsiteY42" fmla="*/ 12749 h 90091"/>
                    <a:gd name="connsiteX43" fmla="*/ 1297115 w 2959417"/>
                    <a:gd name="connsiteY43" fmla="*/ 18654 h 90091"/>
                    <a:gd name="connsiteX44" fmla="*/ 1111663 w 2959417"/>
                    <a:gd name="connsiteY44" fmla="*/ 21893 h 90091"/>
                    <a:gd name="connsiteX45" fmla="*/ 740855 w 2959417"/>
                    <a:gd name="connsiteY45" fmla="*/ 30084 h 90091"/>
                    <a:gd name="connsiteX46" fmla="*/ 648176 w 2959417"/>
                    <a:gd name="connsiteY46" fmla="*/ 29227 h 90091"/>
                    <a:gd name="connsiteX47" fmla="*/ 555498 w 2959417"/>
                    <a:gd name="connsiteY47" fmla="*/ 26846 h 90091"/>
                    <a:gd name="connsiteX48" fmla="*/ 370046 w 2959417"/>
                    <a:gd name="connsiteY48" fmla="*/ 21416 h 90091"/>
                    <a:gd name="connsiteX49" fmla="*/ 277368 w 2959417"/>
                    <a:gd name="connsiteY49" fmla="*/ 18464 h 90091"/>
                    <a:gd name="connsiteX50" fmla="*/ 184975 w 2959417"/>
                    <a:gd name="connsiteY50" fmla="*/ 17606 h 90091"/>
                    <a:gd name="connsiteX51" fmla="*/ 667 w 2959417"/>
                    <a:gd name="connsiteY51" fmla="*/ 35132 h 90091"/>
                    <a:gd name="connsiteX52" fmla="*/ 0 w 2959417"/>
                    <a:gd name="connsiteY52" fmla="*/ 34466 h 90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2959417" h="90091">
                      <a:moveTo>
                        <a:pt x="0" y="34466"/>
                      </a:moveTo>
                      <a:cubicBezTo>
                        <a:pt x="61341" y="25512"/>
                        <a:pt x="122492" y="17416"/>
                        <a:pt x="184309" y="12844"/>
                      </a:cubicBezTo>
                      <a:cubicBezTo>
                        <a:pt x="215265" y="10272"/>
                        <a:pt x="246507" y="11987"/>
                        <a:pt x="277273" y="12368"/>
                      </a:cubicBezTo>
                      <a:lnTo>
                        <a:pt x="369951" y="14273"/>
                      </a:lnTo>
                      <a:lnTo>
                        <a:pt x="555212" y="18559"/>
                      </a:lnTo>
                      <a:lnTo>
                        <a:pt x="647890" y="21035"/>
                      </a:lnTo>
                      <a:cubicBezTo>
                        <a:pt x="678752" y="21607"/>
                        <a:pt x="709612" y="23702"/>
                        <a:pt x="740569" y="22369"/>
                      </a:cubicBezTo>
                      <a:lnTo>
                        <a:pt x="925925" y="19511"/>
                      </a:lnTo>
                      <a:cubicBezTo>
                        <a:pt x="987743" y="18083"/>
                        <a:pt x="1049560" y="19225"/>
                        <a:pt x="1111377" y="18749"/>
                      </a:cubicBezTo>
                      <a:cubicBezTo>
                        <a:pt x="1173194" y="18654"/>
                        <a:pt x="1235012" y="17702"/>
                        <a:pt x="1296733" y="15035"/>
                      </a:cubicBezTo>
                      <a:cubicBezTo>
                        <a:pt x="1327595" y="13606"/>
                        <a:pt x="1358456" y="12082"/>
                        <a:pt x="1389031" y="8462"/>
                      </a:cubicBezTo>
                      <a:cubicBezTo>
                        <a:pt x="1404176" y="6557"/>
                        <a:pt x="1419701" y="3986"/>
                        <a:pt x="1435132" y="2747"/>
                      </a:cubicBezTo>
                      <a:cubicBezTo>
                        <a:pt x="1450562" y="1414"/>
                        <a:pt x="1466088" y="652"/>
                        <a:pt x="1481614" y="271"/>
                      </a:cubicBezTo>
                      <a:cubicBezTo>
                        <a:pt x="1543526" y="-967"/>
                        <a:pt x="1605534" y="1985"/>
                        <a:pt x="1667066" y="10272"/>
                      </a:cubicBezTo>
                      <a:cubicBezTo>
                        <a:pt x="1682401" y="12272"/>
                        <a:pt x="1697927" y="15416"/>
                        <a:pt x="1712881" y="18559"/>
                      </a:cubicBezTo>
                      <a:cubicBezTo>
                        <a:pt x="1727930" y="21512"/>
                        <a:pt x="1743170" y="23893"/>
                        <a:pt x="1758410" y="25798"/>
                      </a:cubicBezTo>
                      <a:cubicBezTo>
                        <a:pt x="1788890" y="29513"/>
                        <a:pt x="1819561" y="31037"/>
                        <a:pt x="1850326" y="30656"/>
                      </a:cubicBezTo>
                      <a:cubicBezTo>
                        <a:pt x="1880997" y="30465"/>
                        <a:pt x="1911763" y="27703"/>
                        <a:pt x="1942624" y="25798"/>
                      </a:cubicBezTo>
                      <a:lnTo>
                        <a:pt x="2035207" y="20178"/>
                      </a:lnTo>
                      <a:cubicBezTo>
                        <a:pt x="2066068" y="18464"/>
                        <a:pt x="2097024" y="17035"/>
                        <a:pt x="2127980" y="16178"/>
                      </a:cubicBezTo>
                      <a:cubicBezTo>
                        <a:pt x="2143506" y="15796"/>
                        <a:pt x="2158937" y="15416"/>
                        <a:pt x="2174558" y="15701"/>
                      </a:cubicBezTo>
                      <a:cubicBezTo>
                        <a:pt x="2190179" y="15892"/>
                        <a:pt x="2205800" y="17130"/>
                        <a:pt x="2221230" y="18559"/>
                      </a:cubicBezTo>
                      <a:cubicBezTo>
                        <a:pt x="2252091" y="21512"/>
                        <a:pt x="2282762" y="25226"/>
                        <a:pt x="2313432" y="28655"/>
                      </a:cubicBezTo>
                      <a:cubicBezTo>
                        <a:pt x="2344103" y="31894"/>
                        <a:pt x="2374964" y="35799"/>
                        <a:pt x="2405253" y="36561"/>
                      </a:cubicBezTo>
                      <a:cubicBezTo>
                        <a:pt x="2436685" y="37704"/>
                        <a:pt x="2467166" y="40752"/>
                        <a:pt x="2498122" y="43324"/>
                      </a:cubicBezTo>
                      <a:lnTo>
                        <a:pt x="2590419" y="51801"/>
                      </a:lnTo>
                      <a:cubicBezTo>
                        <a:pt x="2713482" y="63421"/>
                        <a:pt x="2836450" y="75709"/>
                        <a:pt x="2959418" y="89139"/>
                      </a:cubicBezTo>
                      <a:lnTo>
                        <a:pt x="2959322" y="90092"/>
                      </a:lnTo>
                      <a:lnTo>
                        <a:pt x="2589848" y="58659"/>
                      </a:lnTo>
                      <a:lnTo>
                        <a:pt x="2497455" y="51229"/>
                      </a:lnTo>
                      <a:cubicBezTo>
                        <a:pt x="2466689" y="48944"/>
                        <a:pt x="2435638" y="46277"/>
                        <a:pt x="2405348" y="45515"/>
                      </a:cubicBezTo>
                      <a:cubicBezTo>
                        <a:pt x="2373821" y="45133"/>
                        <a:pt x="2343245" y="41324"/>
                        <a:pt x="2312480" y="38085"/>
                      </a:cubicBezTo>
                      <a:cubicBezTo>
                        <a:pt x="2281714" y="34751"/>
                        <a:pt x="2251043" y="31037"/>
                        <a:pt x="2220373" y="28274"/>
                      </a:cubicBezTo>
                      <a:cubicBezTo>
                        <a:pt x="2189702" y="24941"/>
                        <a:pt x="2159318" y="25131"/>
                        <a:pt x="2128361" y="26083"/>
                      </a:cubicBezTo>
                      <a:cubicBezTo>
                        <a:pt x="2097500" y="27036"/>
                        <a:pt x="2066734" y="28465"/>
                        <a:pt x="2035874" y="29989"/>
                      </a:cubicBezTo>
                      <a:lnTo>
                        <a:pt x="1943386" y="35132"/>
                      </a:lnTo>
                      <a:cubicBezTo>
                        <a:pt x="1912620" y="36847"/>
                        <a:pt x="1881664" y="39419"/>
                        <a:pt x="1850517" y="39514"/>
                      </a:cubicBezTo>
                      <a:cubicBezTo>
                        <a:pt x="1819466" y="39704"/>
                        <a:pt x="1788319" y="38180"/>
                        <a:pt x="1757458" y="33989"/>
                      </a:cubicBezTo>
                      <a:cubicBezTo>
                        <a:pt x="1742027" y="31989"/>
                        <a:pt x="1726692" y="29322"/>
                        <a:pt x="1711452" y="26179"/>
                      </a:cubicBezTo>
                      <a:cubicBezTo>
                        <a:pt x="1696117" y="22845"/>
                        <a:pt x="1681448" y="19702"/>
                        <a:pt x="1666113" y="17416"/>
                      </a:cubicBezTo>
                      <a:cubicBezTo>
                        <a:pt x="1605248" y="8558"/>
                        <a:pt x="1543431" y="4843"/>
                        <a:pt x="1481804" y="5319"/>
                      </a:cubicBezTo>
                      <a:cubicBezTo>
                        <a:pt x="1466374" y="5605"/>
                        <a:pt x="1451039" y="6271"/>
                        <a:pt x="1435703" y="7415"/>
                      </a:cubicBezTo>
                      <a:cubicBezTo>
                        <a:pt x="1420273" y="8558"/>
                        <a:pt x="1405319" y="10939"/>
                        <a:pt x="1389793" y="12749"/>
                      </a:cubicBezTo>
                      <a:cubicBezTo>
                        <a:pt x="1358932" y="16178"/>
                        <a:pt x="1328071" y="17416"/>
                        <a:pt x="1297115" y="18654"/>
                      </a:cubicBezTo>
                      <a:cubicBezTo>
                        <a:pt x="1235297" y="20750"/>
                        <a:pt x="1173480" y="21131"/>
                        <a:pt x="1111663" y="21893"/>
                      </a:cubicBezTo>
                      <a:cubicBezTo>
                        <a:pt x="988028" y="21512"/>
                        <a:pt x="864489" y="26846"/>
                        <a:pt x="740855" y="30084"/>
                      </a:cubicBezTo>
                      <a:cubicBezTo>
                        <a:pt x="709994" y="31513"/>
                        <a:pt x="679037" y="29608"/>
                        <a:pt x="648176" y="29227"/>
                      </a:cubicBezTo>
                      <a:lnTo>
                        <a:pt x="555498" y="26846"/>
                      </a:lnTo>
                      <a:lnTo>
                        <a:pt x="370046" y="21416"/>
                      </a:lnTo>
                      <a:lnTo>
                        <a:pt x="277368" y="18464"/>
                      </a:lnTo>
                      <a:cubicBezTo>
                        <a:pt x="246317" y="17606"/>
                        <a:pt x="215741" y="15511"/>
                        <a:pt x="184975" y="17606"/>
                      </a:cubicBezTo>
                      <a:cubicBezTo>
                        <a:pt x="123444" y="21321"/>
                        <a:pt x="61722" y="27512"/>
                        <a:pt x="667" y="35132"/>
                      </a:cubicBezTo>
                      <a:lnTo>
                        <a:pt x="0" y="34466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91" name="Forme libre : forme 9690">
                  <a:extLst>
                    <a:ext uri="{FF2B5EF4-FFF2-40B4-BE49-F238E27FC236}">
                      <a16:creationId xmlns:a16="http://schemas.microsoft.com/office/drawing/2014/main" id="{9012C43B-6AC1-433F-8808-B07B919B69AE}"/>
                    </a:ext>
                  </a:extLst>
                </p:cNvPr>
                <p:cNvSpPr/>
                <p:nvPr/>
              </p:nvSpPr>
              <p:spPr>
                <a:xfrm>
                  <a:off x="1064232" y="2319242"/>
                  <a:ext cx="925925" cy="23190"/>
                </a:xfrm>
                <a:custGeom>
                  <a:avLst/>
                  <a:gdLst>
                    <a:gd name="connsiteX0" fmla="*/ 925925 w 925925"/>
                    <a:gd name="connsiteY0" fmla="*/ 0 h 23190"/>
                    <a:gd name="connsiteX1" fmla="*/ 868680 w 925925"/>
                    <a:gd name="connsiteY1" fmla="*/ 9334 h 23190"/>
                    <a:gd name="connsiteX2" fmla="*/ 811054 w 925925"/>
                    <a:gd name="connsiteY2" fmla="*/ 15716 h 23190"/>
                    <a:gd name="connsiteX3" fmla="*/ 695039 w 925925"/>
                    <a:gd name="connsiteY3" fmla="*/ 19240 h 23190"/>
                    <a:gd name="connsiteX4" fmla="*/ 579120 w 925925"/>
                    <a:gd name="connsiteY4" fmla="*/ 19050 h 23190"/>
                    <a:gd name="connsiteX5" fmla="*/ 463582 w 925925"/>
                    <a:gd name="connsiteY5" fmla="*/ 22669 h 23190"/>
                    <a:gd name="connsiteX6" fmla="*/ 347472 w 925925"/>
                    <a:gd name="connsiteY6" fmla="*/ 22384 h 23190"/>
                    <a:gd name="connsiteX7" fmla="*/ 231553 w 925925"/>
                    <a:gd name="connsiteY7" fmla="*/ 19526 h 23190"/>
                    <a:gd name="connsiteX8" fmla="*/ 0 w 925925"/>
                    <a:gd name="connsiteY8" fmla="*/ 9525 h 23190"/>
                    <a:gd name="connsiteX9" fmla="*/ 115919 w 925925"/>
                    <a:gd name="connsiteY9" fmla="*/ 10573 h 23190"/>
                    <a:gd name="connsiteX10" fmla="*/ 231743 w 925925"/>
                    <a:gd name="connsiteY10" fmla="*/ 12192 h 23190"/>
                    <a:gd name="connsiteX11" fmla="*/ 463201 w 925925"/>
                    <a:gd name="connsiteY11" fmla="*/ 13144 h 23190"/>
                    <a:gd name="connsiteX12" fmla="*/ 579215 w 925925"/>
                    <a:gd name="connsiteY12" fmla="*/ 10382 h 23190"/>
                    <a:gd name="connsiteX13" fmla="*/ 695039 w 925925"/>
                    <a:gd name="connsiteY13" fmla="*/ 12001 h 23190"/>
                    <a:gd name="connsiteX14" fmla="*/ 810673 w 925925"/>
                    <a:gd name="connsiteY14" fmla="*/ 11144 h 23190"/>
                    <a:gd name="connsiteX15" fmla="*/ 925925 w 925925"/>
                    <a:gd name="connsiteY15" fmla="*/ 0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925925" h="23190">
                      <a:moveTo>
                        <a:pt x="925925" y="0"/>
                      </a:moveTo>
                      <a:cubicBezTo>
                        <a:pt x="907066" y="4381"/>
                        <a:pt x="887825" y="6858"/>
                        <a:pt x="868680" y="9334"/>
                      </a:cubicBezTo>
                      <a:cubicBezTo>
                        <a:pt x="849440" y="11716"/>
                        <a:pt x="830294" y="14097"/>
                        <a:pt x="811054" y="15716"/>
                      </a:cubicBezTo>
                      <a:cubicBezTo>
                        <a:pt x="772382" y="18574"/>
                        <a:pt x="733711" y="18764"/>
                        <a:pt x="695039" y="19240"/>
                      </a:cubicBezTo>
                      <a:cubicBezTo>
                        <a:pt x="656368" y="19717"/>
                        <a:pt x="617792" y="19050"/>
                        <a:pt x="579120" y="19050"/>
                      </a:cubicBezTo>
                      <a:cubicBezTo>
                        <a:pt x="540353" y="19145"/>
                        <a:pt x="502253" y="18574"/>
                        <a:pt x="463582" y="22669"/>
                      </a:cubicBezTo>
                      <a:cubicBezTo>
                        <a:pt x="424720" y="23717"/>
                        <a:pt x="386144" y="22955"/>
                        <a:pt x="347472" y="22384"/>
                      </a:cubicBezTo>
                      <a:cubicBezTo>
                        <a:pt x="308801" y="21622"/>
                        <a:pt x="270224" y="21050"/>
                        <a:pt x="231553" y="19526"/>
                      </a:cubicBezTo>
                      <a:cubicBezTo>
                        <a:pt x="154305" y="16954"/>
                        <a:pt x="77153" y="13906"/>
                        <a:pt x="0" y="9525"/>
                      </a:cubicBezTo>
                      <a:lnTo>
                        <a:pt x="115919" y="10573"/>
                      </a:lnTo>
                      <a:lnTo>
                        <a:pt x="231743" y="12192"/>
                      </a:lnTo>
                      <a:cubicBezTo>
                        <a:pt x="308896" y="12954"/>
                        <a:pt x="386334" y="15240"/>
                        <a:pt x="463201" y="13144"/>
                      </a:cubicBezTo>
                      <a:cubicBezTo>
                        <a:pt x="501491" y="9430"/>
                        <a:pt x="540734" y="10192"/>
                        <a:pt x="579215" y="10382"/>
                      </a:cubicBezTo>
                      <a:lnTo>
                        <a:pt x="695039" y="12001"/>
                      </a:lnTo>
                      <a:cubicBezTo>
                        <a:pt x="733616" y="12478"/>
                        <a:pt x="772287" y="13049"/>
                        <a:pt x="810673" y="11144"/>
                      </a:cubicBezTo>
                      <a:cubicBezTo>
                        <a:pt x="849154" y="8763"/>
                        <a:pt x="887730" y="6001"/>
                        <a:pt x="925925" y="0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92" name="Forme libre : forme 9691">
                  <a:extLst>
                    <a:ext uri="{FF2B5EF4-FFF2-40B4-BE49-F238E27FC236}">
                      <a16:creationId xmlns:a16="http://schemas.microsoft.com/office/drawing/2014/main" id="{5488FEF3-1991-445E-A88F-E9F15B5135D6}"/>
                    </a:ext>
                  </a:extLst>
                </p:cNvPr>
                <p:cNvSpPr/>
                <p:nvPr/>
              </p:nvSpPr>
              <p:spPr>
                <a:xfrm>
                  <a:off x="906879" y="2399537"/>
                  <a:ext cx="1779174" cy="59765"/>
                </a:xfrm>
                <a:custGeom>
                  <a:avLst/>
                  <a:gdLst>
                    <a:gd name="connsiteX0" fmla="*/ 0 w 1779174"/>
                    <a:gd name="connsiteY0" fmla="*/ 42196 h 59765"/>
                    <a:gd name="connsiteX1" fmla="*/ 445294 w 1779174"/>
                    <a:gd name="connsiteY1" fmla="*/ 51530 h 59765"/>
                    <a:gd name="connsiteX2" fmla="*/ 667893 w 1779174"/>
                    <a:gd name="connsiteY2" fmla="*/ 49911 h 59765"/>
                    <a:gd name="connsiteX3" fmla="*/ 723424 w 1779174"/>
                    <a:gd name="connsiteY3" fmla="*/ 47911 h 59765"/>
                    <a:gd name="connsiteX4" fmla="*/ 750951 w 1779174"/>
                    <a:gd name="connsiteY4" fmla="*/ 45910 h 59765"/>
                    <a:gd name="connsiteX5" fmla="*/ 778669 w 1779174"/>
                    <a:gd name="connsiteY5" fmla="*/ 42672 h 59765"/>
                    <a:gd name="connsiteX6" fmla="*/ 889826 w 1779174"/>
                    <a:gd name="connsiteY6" fmla="*/ 33719 h 59765"/>
                    <a:gd name="connsiteX7" fmla="*/ 1001077 w 1779174"/>
                    <a:gd name="connsiteY7" fmla="*/ 27337 h 59765"/>
                    <a:gd name="connsiteX8" fmla="*/ 1112330 w 1779174"/>
                    <a:gd name="connsiteY8" fmla="*/ 22098 h 59765"/>
                    <a:gd name="connsiteX9" fmla="*/ 1335119 w 1779174"/>
                    <a:gd name="connsiteY9" fmla="*/ 16097 h 59765"/>
                    <a:gd name="connsiteX10" fmla="*/ 1390936 w 1779174"/>
                    <a:gd name="connsiteY10" fmla="*/ 17526 h 59765"/>
                    <a:gd name="connsiteX11" fmla="*/ 1446466 w 1779174"/>
                    <a:gd name="connsiteY11" fmla="*/ 21717 h 59765"/>
                    <a:gd name="connsiteX12" fmla="*/ 1557433 w 1779174"/>
                    <a:gd name="connsiteY12" fmla="*/ 19526 h 59765"/>
                    <a:gd name="connsiteX13" fmla="*/ 1779175 w 1779174"/>
                    <a:gd name="connsiteY13" fmla="*/ 0 h 59765"/>
                    <a:gd name="connsiteX14" fmla="*/ 1557719 w 1779174"/>
                    <a:gd name="connsiteY14" fmla="*/ 24194 h 59765"/>
                    <a:gd name="connsiteX15" fmla="*/ 1446181 w 1779174"/>
                    <a:gd name="connsiteY15" fmla="*/ 27813 h 59765"/>
                    <a:gd name="connsiteX16" fmla="*/ 1390650 w 1779174"/>
                    <a:gd name="connsiteY16" fmla="*/ 24289 h 59765"/>
                    <a:gd name="connsiteX17" fmla="*/ 1335119 w 1779174"/>
                    <a:gd name="connsiteY17" fmla="*/ 23527 h 59765"/>
                    <a:gd name="connsiteX18" fmla="*/ 1112710 w 1779174"/>
                    <a:gd name="connsiteY18" fmla="*/ 30861 h 59765"/>
                    <a:gd name="connsiteX19" fmla="*/ 1001554 w 1779174"/>
                    <a:gd name="connsiteY19" fmla="*/ 36481 h 59765"/>
                    <a:gd name="connsiteX20" fmla="*/ 890492 w 1779174"/>
                    <a:gd name="connsiteY20" fmla="*/ 43243 h 59765"/>
                    <a:gd name="connsiteX21" fmla="*/ 779621 w 1779174"/>
                    <a:gd name="connsiteY21" fmla="*/ 51721 h 59765"/>
                    <a:gd name="connsiteX22" fmla="*/ 751999 w 1779174"/>
                    <a:gd name="connsiteY22" fmla="*/ 54864 h 59765"/>
                    <a:gd name="connsiteX23" fmla="*/ 723995 w 1779174"/>
                    <a:gd name="connsiteY23" fmla="*/ 56769 h 59765"/>
                    <a:gd name="connsiteX24" fmla="*/ 668274 w 1779174"/>
                    <a:gd name="connsiteY24" fmla="*/ 58579 h 59765"/>
                    <a:gd name="connsiteX25" fmla="*/ 445389 w 1779174"/>
                    <a:gd name="connsiteY25" fmla="*/ 58865 h 59765"/>
                    <a:gd name="connsiteX26" fmla="*/ 0 w 1779174"/>
                    <a:gd name="connsiteY26" fmla="*/ 42196 h 59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779174" h="59765">
                      <a:moveTo>
                        <a:pt x="0" y="42196"/>
                      </a:moveTo>
                      <a:lnTo>
                        <a:pt x="445294" y="51530"/>
                      </a:lnTo>
                      <a:cubicBezTo>
                        <a:pt x="519493" y="51721"/>
                        <a:pt x="593693" y="51721"/>
                        <a:pt x="667893" y="49911"/>
                      </a:cubicBezTo>
                      <a:cubicBezTo>
                        <a:pt x="686467" y="49435"/>
                        <a:pt x="704945" y="48863"/>
                        <a:pt x="723424" y="47911"/>
                      </a:cubicBezTo>
                      <a:cubicBezTo>
                        <a:pt x="732663" y="47434"/>
                        <a:pt x="741902" y="46863"/>
                        <a:pt x="750951" y="45910"/>
                      </a:cubicBezTo>
                      <a:lnTo>
                        <a:pt x="778669" y="42672"/>
                      </a:lnTo>
                      <a:cubicBezTo>
                        <a:pt x="815721" y="38862"/>
                        <a:pt x="852773" y="36290"/>
                        <a:pt x="889826" y="33719"/>
                      </a:cubicBezTo>
                      <a:cubicBezTo>
                        <a:pt x="926878" y="31337"/>
                        <a:pt x="963930" y="29242"/>
                        <a:pt x="1001077" y="27337"/>
                      </a:cubicBezTo>
                      <a:lnTo>
                        <a:pt x="1112330" y="22098"/>
                      </a:lnTo>
                      <a:cubicBezTo>
                        <a:pt x="1186529" y="18764"/>
                        <a:pt x="1260729" y="15621"/>
                        <a:pt x="1335119" y="16097"/>
                      </a:cubicBezTo>
                      <a:cubicBezTo>
                        <a:pt x="1353693" y="16288"/>
                        <a:pt x="1372267" y="16574"/>
                        <a:pt x="1390936" y="17526"/>
                      </a:cubicBezTo>
                      <a:cubicBezTo>
                        <a:pt x="1409605" y="18193"/>
                        <a:pt x="1428179" y="20860"/>
                        <a:pt x="1446466" y="21717"/>
                      </a:cubicBezTo>
                      <a:cubicBezTo>
                        <a:pt x="1483328" y="23146"/>
                        <a:pt x="1520476" y="21526"/>
                        <a:pt x="1557433" y="19526"/>
                      </a:cubicBezTo>
                      <a:cubicBezTo>
                        <a:pt x="1631537" y="15430"/>
                        <a:pt x="1705451" y="8382"/>
                        <a:pt x="1779175" y="0"/>
                      </a:cubicBezTo>
                      <a:cubicBezTo>
                        <a:pt x="1705642" y="9906"/>
                        <a:pt x="1631823" y="18479"/>
                        <a:pt x="1557719" y="24194"/>
                      </a:cubicBezTo>
                      <a:cubicBezTo>
                        <a:pt x="1520666" y="26765"/>
                        <a:pt x="1483519" y="28766"/>
                        <a:pt x="1446181" y="27813"/>
                      </a:cubicBezTo>
                      <a:cubicBezTo>
                        <a:pt x="1427321" y="27146"/>
                        <a:pt x="1409033" y="24765"/>
                        <a:pt x="1390650" y="24289"/>
                      </a:cubicBezTo>
                      <a:cubicBezTo>
                        <a:pt x="1372172" y="23527"/>
                        <a:pt x="1353693" y="23432"/>
                        <a:pt x="1335119" y="23527"/>
                      </a:cubicBezTo>
                      <a:cubicBezTo>
                        <a:pt x="1261015" y="24194"/>
                        <a:pt x="1186815" y="27051"/>
                        <a:pt x="1112710" y="30861"/>
                      </a:cubicBezTo>
                      <a:lnTo>
                        <a:pt x="1001554" y="36481"/>
                      </a:lnTo>
                      <a:cubicBezTo>
                        <a:pt x="964501" y="38481"/>
                        <a:pt x="927449" y="40767"/>
                        <a:pt x="890492" y="43243"/>
                      </a:cubicBezTo>
                      <a:cubicBezTo>
                        <a:pt x="853440" y="45625"/>
                        <a:pt x="816483" y="48101"/>
                        <a:pt x="779621" y="51721"/>
                      </a:cubicBezTo>
                      <a:lnTo>
                        <a:pt x="751999" y="54864"/>
                      </a:lnTo>
                      <a:cubicBezTo>
                        <a:pt x="742569" y="55912"/>
                        <a:pt x="733330" y="56293"/>
                        <a:pt x="723995" y="56769"/>
                      </a:cubicBezTo>
                      <a:cubicBezTo>
                        <a:pt x="705422" y="57626"/>
                        <a:pt x="686848" y="58198"/>
                        <a:pt x="668274" y="58579"/>
                      </a:cubicBezTo>
                      <a:cubicBezTo>
                        <a:pt x="593979" y="60008"/>
                        <a:pt x="519684" y="60198"/>
                        <a:pt x="445389" y="58865"/>
                      </a:cubicBezTo>
                      <a:cubicBezTo>
                        <a:pt x="296418" y="54769"/>
                        <a:pt x="148400" y="48197"/>
                        <a:pt x="0" y="42196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93" name="Forme libre : forme 9692">
                  <a:extLst>
                    <a:ext uri="{FF2B5EF4-FFF2-40B4-BE49-F238E27FC236}">
                      <a16:creationId xmlns:a16="http://schemas.microsoft.com/office/drawing/2014/main" id="{0877B01B-09B6-4008-B6F9-AB28DE352358}"/>
                    </a:ext>
                  </a:extLst>
                </p:cNvPr>
                <p:cNvSpPr/>
                <p:nvPr/>
              </p:nvSpPr>
              <p:spPr>
                <a:xfrm>
                  <a:off x="1911005" y="2413539"/>
                  <a:ext cx="3928967" cy="64937"/>
                </a:xfrm>
                <a:custGeom>
                  <a:avLst/>
                  <a:gdLst>
                    <a:gd name="connsiteX0" fmla="*/ 0 w 3928967"/>
                    <a:gd name="connsiteY0" fmla="*/ 19336 h 64937"/>
                    <a:gd name="connsiteX1" fmla="*/ 103346 w 3928967"/>
                    <a:gd name="connsiteY1" fmla="*/ 28480 h 64937"/>
                    <a:gd name="connsiteX2" fmla="*/ 206883 w 3928967"/>
                    <a:gd name="connsiteY2" fmla="*/ 33338 h 64937"/>
                    <a:gd name="connsiteX3" fmla="*/ 258509 w 3928967"/>
                    <a:gd name="connsiteY3" fmla="*/ 31718 h 64937"/>
                    <a:gd name="connsiteX4" fmla="*/ 309943 w 3928967"/>
                    <a:gd name="connsiteY4" fmla="*/ 25622 h 64937"/>
                    <a:gd name="connsiteX5" fmla="*/ 361188 w 3928967"/>
                    <a:gd name="connsiteY5" fmla="*/ 17621 h 64937"/>
                    <a:gd name="connsiteX6" fmla="*/ 412814 w 3928967"/>
                    <a:gd name="connsiteY6" fmla="*/ 8382 h 64937"/>
                    <a:gd name="connsiteX7" fmla="*/ 412909 w 3928967"/>
                    <a:gd name="connsiteY7" fmla="*/ 8382 h 64937"/>
                    <a:gd name="connsiteX8" fmla="*/ 413194 w 3928967"/>
                    <a:gd name="connsiteY8" fmla="*/ 8382 h 64937"/>
                    <a:gd name="connsiteX9" fmla="*/ 632365 w 3928967"/>
                    <a:gd name="connsiteY9" fmla="*/ 27051 h 64937"/>
                    <a:gd name="connsiteX10" fmla="*/ 687134 w 3928967"/>
                    <a:gd name="connsiteY10" fmla="*/ 29147 h 64937"/>
                    <a:gd name="connsiteX11" fmla="*/ 714184 w 3928967"/>
                    <a:gd name="connsiteY11" fmla="*/ 28003 h 64937"/>
                    <a:gd name="connsiteX12" fmla="*/ 741712 w 3928967"/>
                    <a:gd name="connsiteY12" fmla="*/ 25813 h 64937"/>
                    <a:gd name="connsiteX13" fmla="*/ 851726 w 3928967"/>
                    <a:gd name="connsiteY13" fmla="*/ 20098 h 64937"/>
                    <a:gd name="connsiteX14" fmla="*/ 961834 w 3928967"/>
                    <a:gd name="connsiteY14" fmla="*/ 17050 h 64937"/>
                    <a:gd name="connsiteX15" fmla="*/ 1016984 w 3928967"/>
                    <a:gd name="connsiteY15" fmla="*/ 17621 h 64937"/>
                    <a:gd name="connsiteX16" fmla="*/ 1071943 w 3928967"/>
                    <a:gd name="connsiteY16" fmla="*/ 17145 h 64937"/>
                    <a:gd name="connsiteX17" fmla="*/ 1292161 w 3928967"/>
                    <a:gd name="connsiteY17" fmla="*/ 14764 h 64937"/>
                    <a:gd name="connsiteX18" fmla="*/ 1347311 w 3928967"/>
                    <a:gd name="connsiteY18" fmla="*/ 17050 h 64937"/>
                    <a:gd name="connsiteX19" fmla="*/ 1374648 w 3928967"/>
                    <a:gd name="connsiteY19" fmla="*/ 20288 h 64937"/>
                    <a:gd name="connsiteX20" fmla="*/ 1401985 w 3928967"/>
                    <a:gd name="connsiteY20" fmla="*/ 22574 h 64937"/>
                    <a:gd name="connsiteX21" fmla="*/ 1511903 w 3928967"/>
                    <a:gd name="connsiteY21" fmla="*/ 27623 h 64937"/>
                    <a:gd name="connsiteX22" fmla="*/ 1621917 w 3928967"/>
                    <a:gd name="connsiteY22" fmla="*/ 31528 h 64937"/>
                    <a:gd name="connsiteX23" fmla="*/ 1676972 w 3928967"/>
                    <a:gd name="connsiteY23" fmla="*/ 35338 h 64937"/>
                    <a:gd name="connsiteX24" fmla="*/ 1731645 w 3928967"/>
                    <a:gd name="connsiteY24" fmla="*/ 41434 h 64937"/>
                    <a:gd name="connsiteX25" fmla="*/ 1951101 w 3928967"/>
                    <a:gd name="connsiteY25" fmla="*/ 57055 h 64937"/>
                    <a:gd name="connsiteX26" fmla="*/ 2060924 w 3928967"/>
                    <a:gd name="connsiteY26" fmla="*/ 58769 h 64937"/>
                    <a:gd name="connsiteX27" fmla="*/ 2171033 w 3928967"/>
                    <a:gd name="connsiteY27" fmla="*/ 55912 h 64937"/>
                    <a:gd name="connsiteX28" fmla="*/ 2390394 w 3928967"/>
                    <a:gd name="connsiteY28" fmla="*/ 44958 h 64937"/>
                    <a:gd name="connsiteX29" fmla="*/ 2445258 w 3928967"/>
                    <a:gd name="connsiteY29" fmla="*/ 38386 h 64937"/>
                    <a:gd name="connsiteX30" fmla="*/ 2500408 w 3928967"/>
                    <a:gd name="connsiteY30" fmla="*/ 35242 h 64937"/>
                    <a:gd name="connsiteX31" fmla="*/ 2610612 w 3928967"/>
                    <a:gd name="connsiteY31" fmla="*/ 32480 h 64937"/>
                    <a:gd name="connsiteX32" fmla="*/ 2720721 w 3928967"/>
                    <a:gd name="connsiteY32" fmla="*/ 31718 h 64937"/>
                    <a:gd name="connsiteX33" fmla="*/ 2775680 w 3928967"/>
                    <a:gd name="connsiteY33" fmla="*/ 31433 h 64937"/>
                    <a:gd name="connsiteX34" fmla="*/ 2831020 w 3928967"/>
                    <a:gd name="connsiteY34" fmla="*/ 33147 h 64937"/>
                    <a:gd name="connsiteX35" fmla="*/ 3050858 w 3928967"/>
                    <a:gd name="connsiteY35" fmla="*/ 45530 h 64937"/>
                    <a:gd name="connsiteX36" fmla="*/ 3160776 w 3928967"/>
                    <a:gd name="connsiteY36" fmla="*/ 49816 h 64937"/>
                    <a:gd name="connsiteX37" fmla="*/ 3270313 w 3928967"/>
                    <a:gd name="connsiteY37" fmla="*/ 48768 h 64937"/>
                    <a:gd name="connsiteX38" fmla="*/ 3297079 w 3928967"/>
                    <a:gd name="connsiteY38" fmla="*/ 45434 h 64937"/>
                    <a:gd name="connsiteX39" fmla="*/ 3324511 w 3928967"/>
                    <a:gd name="connsiteY39" fmla="*/ 40862 h 64937"/>
                    <a:gd name="connsiteX40" fmla="*/ 3379375 w 3928967"/>
                    <a:gd name="connsiteY40" fmla="*/ 34671 h 64937"/>
                    <a:gd name="connsiteX41" fmla="*/ 3489198 w 3928967"/>
                    <a:gd name="connsiteY41" fmla="*/ 25527 h 64937"/>
                    <a:gd name="connsiteX42" fmla="*/ 3928872 w 3928967"/>
                    <a:gd name="connsiteY42" fmla="*/ 0 h 64937"/>
                    <a:gd name="connsiteX43" fmla="*/ 3928967 w 3928967"/>
                    <a:gd name="connsiteY43" fmla="*/ 953 h 64937"/>
                    <a:gd name="connsiteX44" fmla="*/ 3709321 w 3928967"/>
                    <a:gd name="connsiteY44" fmla="*/ 15716 h 64937"/>
                    <a:gd name="connsiteX45" fmla="*/ 3489770 w 3928967"/>
                    <a:gd name="connsiteY45" fmla="*/ 32004 h 64937"/>
                    <a:gd name="connsiteX46" fmla="*/ 3271171 w 3928967"/>
                    <a:gd name="connsiteY46" fmla="*/ 57055 h 64937"/>
                    <a:gd name="connsiteX47" fmla="*/ 3050572 w 3928967"/>
                    <a:gd name="connsiteY47" fmla="*/ 55055 h 64937"/>
                    <a:gd name="connsiteX48" fmla="*/ 2830735 w 3928967"/>
                    <a:gd name="connsiteY48" fmla="*/ 43053 h 64937"/>
                    <a:gd name="connsiteX49" fmla="*/ 2776062 w 3928967"/>
                    <a:gd name="connsiteY49" fmla="*/ 41434 h 64937"/>
                    <a:gd name="connsiteX50" fmla="*/ 2721007 w 3928967"/>
                    <a:gd name="connsiteY50" fmla="*/ 41624 h 64937"/>
                    <a:gd name="connsiteX51" fmla="*/ 2610993 w 3928967"/>
                    <a:gd name="connsiteY51" fmla="*/ 41910 h 64937"/>
                    <a:gd name="connsiteX52" fmla="*/ 2501075 w 3928967"/>
                    <a:gd name="connsiteY52" fmla="*/ 44196 h 64937"/>
                    <a:gd name="connsiteX53" fmla="*/ 2446306 w 3928967"/>
                    <a:gd name="connsiteY53" fmla="*/ 47149 h 64937"/>
                    <a:gd name="connsiteX54" fmla="*/ 2391823 w 3928967"/>
                    <a:gd name="connsiteY54" fmla="*/ 53435 h 64937"/>
                    <a:gd name="connsiteX55" fmla="*/ 2281619 w 3928967"/>
                    <a:gd name="connsiteY55" fmla="*/ 60389 h 64937"/>
                    <a:gd name="connsiteX56" fmla="*/ 2171510 w 3928967"/>
                    <a:gd name="connsiteY56" fmla="*/ 62770 h 64937"/>
                    <a:gd name="connsiteX57" fmla="*/ 2061496 w 3928967"/>
                    <a:gd name="connsiteY57" fmla="*/ 64675 h 64937"/>
                    <a:gd name="connsiteX58" fmla="*/ 1951196 w 3928967"/>
                    <a:gd name="connsiteY58" fmla="*/ 62008 h 64937"/>
                    <a:gd name="connsiteX59" fmla="*/ 1731550 w 3928967"/>
                    <a:gd name="connsiteY59" fmla="*/ 45053 h 64937"/>
                    <a:gd name="connsiteX60" fmla="*/ 1676876 w 3928967"/>
                    <a:gd name="connsiteY60" fmla="*/ 38576 h 64937"/>
                    <a:gd name="connsiteX61" fmla="*/ 1622108 w 3928967"/>
                    <a:gd name="connsiteY61" fmla="*/ 34481 h 64937"/>
                    <a:gd name="connsiteX62" fmla="*/ 1512094 w 3928967"/>
                    <a:gd name="connsiteY62" fmla="*/ 30766 h 64937"/>
                    <a:gd name="connsiteX63" fmla="*/ 1401985 w 3928967"/>
                    <a:gd name="connsiteY63" fmla="*/ 26575 h 64937"/>
                    <a:gd name="connsiteX64" fmla="*/ 1374458 w 3928967"/>
                    <a:gd name="connsiteY64" fmla="*/ 24479 h 64937"/>
                    <a:gd name="connsiteX65" fmla="*/ 1347121 w 3928967"/>
                    <a:gd name="connsiteY65" fmla="*/ 21431 h 64937"/>
                    <a:gd name="connsiteX66" fmla="*/ 1292257 w 3928967"/>
                    <a:gd name="connsiteY66" fmla="*/ 19526 h 64937"/>
                    <a:gd name="connsiteX67" fmla="*/ 1072229 w 3928967"/>
                    <a:gd name="connsiteY67" fmla="*/ 23432 h 64937"/>
                    <a:gd name="connsiteX68" fmla="*/ 1017079 w 3928967"/>
                    <a:gd name="connsiteY68" fmla="*/ 24289 h 64937"/>
                    <a:gd name="connsiteX69" fmla="*/ 962120 w 3928967"/>
                    <a:gd name="connsiteY69" fmla="*/ 24098 h 64937"/>
                    <a:gd name="connsiteX70" fmla="*/ 852202 w 3928967"/>
                    <a:gd name="connsiteY70" fmla="*/ 27908 h 64937"/>
                    <a:gd name="connsiteX71" fmla="*/ 742378 w 3928967"/>
                    <a:gd name="connsiteY71" fmla="*/ 33718 h 64937"/>
                    <a:gd name="connsiteX72" fmla="*/ 715042 w 3928967"/>
                    <a:gd name="connsiteY72" fmla="*/ 35719 h 64937"/>
                    <a:gd name="connsiteX73" fmla="*/ 687134 w 3928967"/>
                    <a:gd name="connsiteY73" fmla="*/ 36671 h 64937"/>
                    <a:gd name="connsiteX74" fmla="*/ 631984 w 3928967"/>
                    <a:gd name="connsiteY74" fmla="*/ 34195 h 64937"/>
                    <a:gd name="connsiteX75" fmla="*/ 412623 w 3928967"/>
                    <a:gd name="connsiteY75" fmla="*/ 14002 h 64937"/>
                    <a:gd name="connsiteX76" fmla="*/ 412909 w 3928967"/>
                    <a:gd name="connsiteY76" fmla="*/ 14002 h 64937"/>
                    <a:gd name="connsiteX77" fmla="*/ 310801 w 3928967"/>
                    <a:gd name="connsiteY77" fmla="*/ 30480 h 64937"/>
                    <a:gd name="connsiteX78" fmla="*/ 259080 w 3928967"/>
                    <a:gd name="connsiteY78" fmla="*/ 36290 h 64937"/>
                    <a:gd name="connsiteX79" fmla="*/ 206978 w 3928967"/>
                    <a:gd name="connsiteY79" fmla="*/ 37528 h 64937"/>
                    <a:gd name="connsiteX80" fmla="*/ 103251 w 3928967"/>
                    <a:gd name="connsiteY80" fmla="*/ 30861 h 64937"/>
                    <a:gd name="connsiteX81" fmla="*/ 0 w 3928967"/>
                    <a:gd name="connsiteY81" fmla="*/ 19907 h 64937"/>
                    <a:gd name="connsiteX82" fmla="*/ 0 w 3928967"/>
                    <a:gd name="connsiteY82" fmla="*/ 19336 h 6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</a:cxnLst>
                  <a:rect l="l" t="t" r="r" b="b"/>
                  <a:pathLst>
                    <a:path w="3928967" h="64937">
                      <a:moveTo>
                        <a:pt x="0" y="19336"/>
                      </a:moveTo>
                      <a:cubicBezTo>
                        <a:pt x="34385" y="22955"/>
                        <a:pt x="68866" y="26003"/>
                        <a:pt x="103346" y="28480"/>
                      </a:cubicBezTo>
                      <a:cubicBezTo>
                        <a:pt x="137827" y="30861"/>
                        <a:pt x="172402" y="32957"/>
                        <a:pt x="206883" y="33338"/>
                      </a:cubicBezTo>
                      <a:cubicBezTo>
                        <a:pt x="224123" y="33623"/>
                        <a:pt x="241364" y="33242"/>
                        <a:pt x="258509" y="31718"/>
                      </a:cubicBezTo>
                      <a:cubicBezTo>
                        <a:pt x="275653" y="30099"/>
                        <a:pt x="292799" y="28003"/>
                        <a:pt x="309943" y="25622"/>
                      </a:cubicBezTo>
                      <a:cubicBezTo>
                        <a:pt x="327089" y="23241"/>
                        <a:pt x="344138" y="20479"/>
                        <a:pt x="361188" y="17621"/>
                      </a:cubicBezTo>
                      <a:lnTo>
                        <a:pt x="412814" y="8382"/>
                      </a:lnTo>
                      <a:lnTo>
                        <a:pt x="412909" y="8382"/>
                      </a:lnTo>
                      <a:lnTo>
                        <a:pt x="413194" y="8382"/>
                      </a:lnTo>
                      <a:cubicBezTo>
                        <a:pt x="486156" y="15716"/>
                        <a:pt x="559213" y="22574"/>
                        <a:pt x="632365" y="27051"/>
                      </a:cubicBezTo>
                      <a:cubicBezTo>
                        <a:pt x="650653" y="28099"/>
                        <a:pt x="668941" y="28956"/>
                        <a:pt x="687134" y="29147"/>
                      </a:cubicBezTo>
                      <a:cubicBezTo>
                        <a:pt x="696373" y="29242"/>
                        <a:pt x="705041" y="28861"/>
                        <a:pt x="714184" y="28003"/>
                      </a:cubicBezTo>
                      <a:cubicBezTo>
                        <a:pt x="723424" y="27146"/>
                        <a:pt x="732568" y="26480"/>
                        <a:pt x="741712" y="25813"/>
                      </a:cubicBezTo>
                      <a:cubicBezTo>
                        <a:pt x="778383" y="23146"/>
                        <a:pt x="815054" y="21622"/>
                        <a:pt x="851726" y="20098"/>
                      </a:cubicBezTo>
                      <a:cubicBezTo>
                        <a:pt x="888397" y="18669"/>
                        <a:pt x="925068" y="17526"/>
                        <a:pt x="961834" y="17050"/>
                      </a:cubicBezTo>
                      <a:cubicBezTo>
                        <a:pt x="980123" y="16669"/>
                        <a:pt x="998887" y="17145"/>
                        <a:pt x="1016984" y="17621"/>
                      </a:cubicBezTo>
                      <a:cubicBezTo>
                        <a:pt x="1035272" y="17717"/>
                        <a:pt x="1053560" y="17336"/>
                        <a:pt x="1071943" y="17145"/>
                      </a:cubicBezTo>
                      <a:cubicBezTo>
                        <a:pt x="1145286" y="15907"/>
                        <a:pt x="1218724" y="13811"/>
                        <a:pt x="1292161" y="14764"/>
                      </a:cubicBezTo>
                      <a:cubicBezTo>
                        <a:pt x="1310545" y="15050"/>
                        <a:pt x="1328928" y="15716"/>
                        <a:pt x="1347311" y="17050"/>
                      </a:cubicBezTo>
                      <a:cubicBezTo>
                        <a:pt x="1356551" y="18097"/>
                        <a:pt x="1365694" y="19145"/>
                        <a:pt x="1374648" y="20288"/>
                      </a:cubicBezTo>
                      <a:cubicBezTo>
                        <a:pt x="1383792" y="21146"/>
                        <a:pt x="1392841" y="22003"/>
                        <a:pt x="1401985" y="22574"/>
                      </a:cubicBezTo>
                      <a:cubicBezTo>
                        <a:pt x="1438561" y="25146"/>
                        <a:pt x="1475232" y="26289"/>
                        <a:pt x="1511903" y="27623"/>
                      </a:cubicBezTo>
                      <a:lnTo>
                        <a:pt x="1621917" y="31528"/>
                      </a:lnTo>
                      <a:cubicBezTo>
                        <a:pt x="1640300" y="32290"/>
                        <a:pt x="1658588" y="33242"/>
                        <a:pt x="1676972" y="35338"/>
                      </a:cubicBezTo>
                      <a:cubicBezTo>
                        <a:pt x="1695164" y="37719"/>
                        <a:pt x="1713357" y="39719"/>
                        <a:pt x="1731645" y="41434"/>
                      </a:cubicBezTo>
                      <a:cubicBezTo>
                        <a:pt x="1804702" y="48292"/>
                        <a:pt x="1877854" y="53531"/>
                        <a:pt x="1951101" y="57055"/>
                      </a:cubicBezTo>
                      <a:cubicBezTo>
                        <a:pt x="1987677" y="58674"/>
                        <a:pt x="2024443" y="60008"/>
                        <a:pt x="2060924" y="58769"/>
                      </a:cubicBezTo>
                      <a:cubicBezTo>
                        <a:pt x="2097691" y="57341"/>
                        <a:pt x="2134362" y="56769"/>
                        <a:pt x="2171033" y="55912"/>
                      </a:cubicBezTo>
                      <a:cubicBezTo>
                        <a:pt x="2244281" y="54007"/>
                        <a:pt x="2317909" y="52864"/>
                        <a:pt x="2390394" y="44958"/>
                      </a:cubicBezTo>
                      <a:cubicBezTo>
                        <a:pt x="2408206" y="42386"/>
                        <a:pt x="2426875" y="39815"/>
                        <a:pt x="2445258" y="38386"/>
                      </a:cubicBezTo>
                      <a:cubicBezTo>
                        <a:pt x="2463641" y="36957"/>
                        <a:pt x="2482025" y="35909"/>
                        <a:pt x="2500408" y="35242"/>
                      </a:cubicBezTo>
                      <a:cubicBezTo>
                        <a:pt x="2537174" y="33718"/>
                        <a:pt x="2573845" y="32957"/>
                        <a:pt x="2610612" y="32480"/>
                      </a:cubicBezTo>
                      <a:lnTo>
                        <a:pt x="2720721" y="31718"/>
                      </a:lnTo>
                      <a:lnTo>
                        <a:pt x="2775680" y="31433"/>
                      </a:lnTo>
                      <a:cubicBezTo>
                        <a:pt x="2794159" y="31337"/>
                        <a:pt x="2812733" y="32099"/>
                        <a:pt x="2831020" y="33147"/>
                      </a:cubicBezTo>
                      <a:cubicBezTo>
                        <a:pt x="2904363" y="37052"/>
                        <a:pt x="2977610" y="42005"/>
                        <a:pt x="3050858" y="45530"/>
                      </a:cubicBezTo>
                      <a:cubicBezTo>
                        <a:pt x="3087433" y="47434"/>
                        <a:pt x="3124105" y="48768"/>
                        <a:pt x="3160776" y="49816"/>
                      </a:cubicBezTo>
                      <a:cubicBezTo>
                        <a:pt x="3197352" y="50673"/>
                        <a:pt x="3234119" y="51340"/>
                        <a:pt x="3270313" y="48768"/>
                      </a:cubicBezTo>
                      <a:cubicBezTo>
                        <a:pt x="3279458" y="48387"/>
                        <a:pt x="3288220" y="46863"/>
                        <a:pt x="3297079" y="45434"/>
                      </a:cubicBezTo>
                      <a:cubicBezTo>
                        <a:pt x="3306128" y="44006"/>
                        <a:pt x="3315462" y="41910"/>
                        <a:pt x="3324511" y="40862"/>
                      </a:cubicBezTo>
                      <a:cubicBezTo>
                        <a:pt x="3342799" y="38386"/>
                        <a:pt x="3361087" y="36481"/>
                        <a:pt x="3379375" y="34671"/>
                      </a:cubicBezTo>
                      <a:cubicBezTo>
                        <a:pt x="3415951" y="31147"/>
                        <a:pt x="3452527" y="28289"/>
                        <a:pt x="3489198" y="25527"/>
                      </a:cubicBezTo>
                      <a:cubicBezTo>
                        <a:pt x="3635598" y="14764"/>
                        <a:pt x="3782187" y="6763"/>
                        <a:pt x="3928872" y="0"/>
                      </a:cubicBezTo>
                      <a:lnTo>
                        <a:pt x="3928967" y="953"/>
                      </a:lnTo>
                      <a:lnTo>
                        <a:pt x="3709321" y="15716"/>
                      </a:lnTo>
                      <a:cubicBezTo>
                        <a:pt x="3636074" y="20669"/>
                        <a:pt x="3562922" y="25908"/>
                        <a:pt x="3489770" y="32004"/>
                      </a:cubicBezTo>
                      <a:cubicBezTo>
                        <a:pt x="3416427" y="38100"/>
                        <a:pt x="3343942" y="44386"/>
                        <a:pt x="3271171" y="57055"/>
                      </a:cubicBezTo>
                      <a:cubicBezTo>
                        <a:pt x="3197352" y="62103"/>
                        <a:pt x="3123914" y="58198"/>
                        <a:pt x="3050572" y="55055"/>
                      </a:cubicBezTo>
                      <a:cubicBezTo>
                        <a:pt x="2977230" y="51625"/>
                        <a:pt x="2903982" y="46768"/>
                        <a:pt x="2830735" y="43053"/>
                      </a:cubicBezTo>
                      <a:cubicBezTo>
                        <a:pt x="2812352" y="42100"/>
                        <a:pt x="2794254" y="41339"/>
                        <a:pt x="2776062" y="41434"/>
                      </a:cubicBezTo>
                      <a:lnTo>
                        <a:pt x="2721007" y="41624"/>
                      </a:lnTo>
                      <a:lnTo>
                        <a:pt x="2610993" y="41910"/>
                      </a:lnTo>
                      <a:cubicBezTo>
                        <a:pt x="2574322" y="42196"/>
                        <a:pt x="2537651" y="42863"/>
                        <a:pt x="2501075" y="44196"/>
                      </a:cubicBezTo>
                      <a:cubicBezTo>
                        <a:pt x="2482787" y="44863"/>
                        <a:pt x="2464499" y="45815"/>
                        <a:pt x="2446306" y="47149"/>
                      </a:cubicBezTo>
                      <a:cubicBezTo>
                        <a:pt x="2428018" y="48482"/>
                        <a:pt x="2410397" y="50864"/>
                        <a:pt x="2391823" y="53435"/>
                      </a:cubicBezTo>
                      <a:cubicBezTo>
                        <a:pt x="2355056" y="57531"/>
                        <a:pt x="2318385" y="59150"/>
                        <a:pt x="2281619" y="60389"/>
                      </a:cubicBezTo>
                      <a:cubicBezTo>
                        <a:pt x="2244852" y="61532"/>
                        <a:pt x="2208181" y="62198"/>
                        <a:pt x="2171510" y="62770"/>
                      </a:cubicBezTo>
                      <a:cubicBezTo>
                        <a:pt x="2134838" y="63341"/>
                        <a:pt x="2098072" y="63627"/>
                        <a:pt x="2061496" y="64675"/>
                      </a:cubicBezTo>
                      <a:cubicBezTo>
                        <a:pt x="2024634" y="65627"/>
                        <a:pt x="1987868" y="63817"/>
                        <a:pt x="1951196" y="62008"/>
                      </a:cubicBezTo>
                      <a:cubicBezTo>
                        <a:pt x="1877854" y="58007"/>
                        <a:pt x="1804702" y="52292"/>
                        <a:pt x="1731550" y="45053"/>
                      </a:cubicBezTo>
                      <a:cubicBezTo>
                        <a:pt x="1713262" y="43148"/>
                        <a:pt x="1694974" y="41053"/>
                        <a:pt x="1676876" y="38576"/>
                      </a:cubicBezTo>
                      <a:cubicBezTo>
                        <a:pt x="1658779" y="36385"/>
                        <a:pt x="1640395" y="35338"/>
                        <a:pt x="1622108" y="34481"/>
                      </a:cubicBezTo>
                      <a:cubicBezTo>
                        <a:pt x="1585532" y="32575"/>
                        <a:pt x="1548765" y="31718"/>
                        <a:pt x="1512094" y="30766"/>
                      </a:cubicBezTo>
                      <a:cubicBezTo>
                        <a:pt x="1475423" y="29718"/>
                        <a:pt x="1438751" y="28861"/>
                        <a:pt x="1401985" y="26575"/>
                      </a:cubicBezTo>
                      <a:cubicBezTo>
                        <a:pt x="1392841" y="26099"/>
                        <a:pt x="1383602" y="25241"/>
                        <a:pt x="1374458" y="24479"/>
                      </a:cubicBezTo>
                      <a:cubicBezTo>
                        <a:pt x="1365218" y="23336"/>
                        <a:pt x="1356169" y="22288"/>
                        <a:pt x="1347121" y="21431"/>
                      </a:cubicBezTo>
                      <a:cubicBezTo>
                        <a:pt x="1328928" y="20193"/>
                        <a:pt x="1310640" y="19717"/>
                        <a:pt x="1292257" y="19526"/>
                      </a:cubicBezTo>
                      <a:cubicBezTo>
                        <a:pt x="1218914" y="19050"/>
                        <a:pt x="1145572" y="21717"/>
                        <a:pt x="1072229" y="23432"/>
                      </a:cubicBezTo>
                      <a:cubicBezTo>
                        <a:pt x="1053846" y="23813"/>
                        <a:pt x="1035558" y="24384"/>
                        <a:pt x="1017079" y="24289"/>
                      </a:cubicBezTo>
                      <a:cubicBezTo>
                        <a:pt x="998410" y="23908"/>
                        <a:pt x="980599" y="23622"/>
                        <a:pt x="962120" y="24098"/>
                      </a:cubicBezTo>
                      <a:cubicBezTo>
                        <a:pt x="925449" y="24860"/>
                        <a:pt x="888873" y="26289"/>
                        <a:pt x="852202" y="27908"/>
                      </a:cubicBezTo>
                      <a:cubicBezTo>
                        <a:pt x="815531" y="29623"/>
                        <a:pt x="778954" y="31528"/>
                        <a:pt x="742378" y="33718"/>
                      </a:cubicBezTo>
                      <a:cubicBezTo>
                        <a:pt x="733234" y="34290"/>
                        <a:pt x="724091" y="34957"/>
                        <a:pt x="715042" y="35719"/>
                      </a:cubicBezTo>
                      <a:cubicBezTo>
                        <a:pt x="705993" y="36576"/>
                        <a:pt x="696277" y="36862"/>
                        <a:pt x="687134" y="36671"/>
                      </a:cubicBezTo>
                      <a:cubicBezTo>
                        <a:pt x="668655" y="36385"/>
                        <a:pt x="650272" y="35433"/>
                        <a:pt x="631984" y="34195"/>
                      </a:cubicBezTo>
                      <a:cubicBezTo>
                        <a:pt x="558641" y="29242"/>
                        <a:pt x="485584" y="21812"/>
                        <a:pt x="412623" y="14002"/>
                      </a:cubicBezTo>
                      <a:lnTo>
                        <a:pt x="412909" y="14002"/>
                      </a:lnTo>
                      <a:cubicBezTo>
                        <a:pt x="379857" y="19812"/>
                        <a:pt x="344995" y="26003"/>
                        <a:pt x="310801" y="30480"/>
                      </a:cubicBezTo>
                      <a:cubicBezTo>
                        <a:pt x="293656" y="32766"/>
                        <a:pt x="276416" y="34766"/>
                        <a:pt x="259080" y="36290"/>
                      </a:cubicBezTo>
                      <a:cubicBezTo>
                        <a:pt x="241744" y="37719"/>
                        <a:pt x="224314" y="38005"/>
                        <a:pt x="206978" y="37528"/>
                      </a:cubicBezTo>
                      <a:cubicBezTo>
                        <a:pt x="172307" y="36671"/>
                        <a:pt x="137731" y="33909"/>
                        <a:pt x="103251" y="30861"/>
                      </a:cubicBezTo>
                      <a:cubicBezTo>
                        <a:pt x="68771" y="27718"/>
                        <a:pt x="34385" y="24098"/>
                        <a:pt x="0" y="19907"/>
                      </a:cubicBezTo>
                      <a:lnTo>
                        <a:pt x="0" y="19336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94" name="Forme libre : forme 9693">
                  <a:extLst>
                    <a:ext uri="{FF2B5EF4-FFF2-40B4-BE49-F238E27FC236}">
                      <a16:creationId xmlns:a16="http://schemas.microsoft.com/office/drawing/2014/main" id="{93B3B99D-9696-4AF3-B41B-548DFCEA6BE5}"/>
                    </a:ext>
                  </a:extLst>
                </p:cNvPr>
                <p:cNvSpPr/>
                <p:nvPr/>
              </p:nvSpPr>
              <p:spPr>
                <a:xfrm>
                  <a:off x="3198975" y="2387138"/>
                  <a:ext cx="1544192" cy="70321"/>
                </a:xfrm>
                <a:custGeom>
                  <a:avLst/>
                  <a:gdLst>
                    <a:gd name="connsiteX0" fmla="*/ 0 w 1544192"/>
                    <a:gd name="connsiteY0" fmla="*/ 44023 h 70321"/>
                    <a:gd name="connsiteX1" fmla="*/ 193358 w 1544192"/>
                    <a:gd name="connsiteY1" fmla="*/ 31259 h 70321"/>
                    <a:gd name="connsiteX2" fmla="*/ 290227 w 1544192"/>
                    <a:gd name="connsiteY2" fmla="*/ 27449 h 70321"/>
                    <a:gd name="connsiteX3" fmla="*/ 387382 w 1544192"/>
                    <a:gd name="connsiteY3" fmla="*/ 30211 h 70321"/>
                    <a:gd name="connsiteX4" fmla="*/ 773240 w 1544192"/>
                    <a:gd name="connsiteY4" fmla="*/ 59644 h 70321"/>
                    <a:gd name="connsiteX5" fmla="*/ 966407 w 1544192"/>
                    <a:gd name="connsiteY5" fmla="*/ 57263 h 70321"/>
                    <a:gd name="connsiteX6" fmla="*/ 1158717 w 1544192"/>
                    <a:gd name="connsiteY6" fmla="*/ 36593 h 70321"/>
                    <a:gd name="connsiteX7" fmla="*/ 1350836 w 1544192"/>
                    <a:gd name="connsiteY7" fmla="*/ 11638 h 70321"/>
                    <a:gd name="connsiteX8" fmla="*/ 1447324 w 1544192"/>
                    <a:gd name="connsiteY8" fmla="*/ 2398 h 70321"/>
                    <a:gd name="connsiteX9" fmla="*/ 1544193 w 1544192"/>
                    <a:gd name="connsiteY9" fmla="*/ 1256 h 70321"/>
                    <a:gd name="connsiteX10" fmla="*/ 1351407 w 1544192"/>
                    <a:gd name="connsiteY10" fmla="*/ 16305 h 70321"/>
                    <a:gd name="connsiteX11" fmla="*/ 1159669 w 1544192"/>
                    <a:gd name="connsiteY11" fmla="*/ 43832 h 70321"/>
                    <a:gd name="connsiteX12" fmla="*/ 966978 w 1544192"/>
                    <a:gd name="connsiteY12" fmla="*/ 65930 h 70321"/>
                    <a:gd name="connsiteX13" fmla="*/ 772954 w 1544192"/>
                    <a:gd name="connsiteY13" fmla="*/ 69169 h 70321"/>
                    <a:gd name="connsiteX14" fmla="*/ 386620 w 1544192"/>
                    <a:gd name="connsiteY14" fmla="*/ 37451 h 70321"/>
                    <a:gd name="connsiteX15" fmla="*/ 290322 w 1544192"/>
                    <a:gd name="connsiteY15" fmla="*/ 33450 h 70321"/>
                    <a:gd name="connsiteX16" fmla="*/ 193548 w 1544192"/>
                    <a:gd name="connsiteY16" fmla="*/ 35926 h 70321"/>
                    <a:gd name="connsiteX17" fmla="*/ 0 w 1544192"/>
                    <a:gd name="connsiteY17" fmla="*/ 44023 h 7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4192" h="70321">
                      <a:moveTo>
                        <a:pt x="0" y="44023"/>
                      </a:moveTo>
                      <a:cubicBezTo>
                        <a:pt x="64389" y="39165"/>
                        <a:pt x="128873" y="34879"/>
                        <a:pt x="193358" y="31259"/>
                      </a:cubicBezTo>
                      <a:cubicBezTo>
                        <a:pt x="225647" y="29545"/>
                        <a:pt x="257937" y="28211"/>
                        <a:pt x="290227" y="27449"/>
                      </a:cubicBezTo>
                      <a:cubicBezTo>
                        <a:pt x="322326" y="26782"/>
                        <a:pt x="355283" y="26116"/>
                        <a:pt x="387382" y="30211"/>
                      </a:cubicBezTo>
                      <a:cubicBezTo>
                        <a:pt x="515874" y="43261"/>
                        <a:pt x="644367" y="55929"/>
                        <a:pt x="773240" y="59644"/>
                      </a:cubicBezTo>
                      <a:cubicBezTo>
                        <a:pt x="837629" y="61739"/>
                        <a:pt x="902208" y="62215"/>
                        <a:pt x="966407" y="57263"/>
                      </a:cubicBezTo>
                      <a:cubicBezTo>
                        <a:pt x="1030700" y="52690"/>
                        <a:pt x="1094709" y="44594"/>
                        <a:pt x="1158717" y="36593"/>
                      </a:cubicBezTo>
                      <a:cubicBezTo>
                        <a:pt x="1222725" y="28402"/>
                        <a:pt x="1286637" y="19258"/>
                        <a:pt x="1350836" y="11638"/>
                      </a:cubicBezTo>
                      <a:cubicBezTo>
                        <a:pt x="1382935" y="8018"/>
                        <a:pt x="1415034" y="4589"/>
                        <a:pt x="1447324" y="2398"/>
                      </a:cubicBezTo>
                      <a:cubicBezTo>
                        <a:pt x="1479518" y="398"/>
                        <a:pt x="1511904" y="-1221"/>
                        <a:pt x="1544193" y="1256"/>
                      </a:cubicBezTo>
                      <a:cubicBezTo>
                        <a:pt x="1479614" y="-1221"/>
                        <a:pt x="1415320" y="7923"/>
                        <a:pt x="1351407" y="16305"/>
                      </a:cubicBezTo>
                      <a:cubicBezTo>
                        <a:pt x="1287399" y="24877"/>
                        <a:pt x="1223677" y="34784"/>
                        <a:pt x="1159669" y="43832"/>
                      </a:cubicBezTo>
                      <a:cubicBezTo>
                        <a:pt x="1095756" y="52976"/>
                        <a:pt x="1031558" y="60882"/>
                        <a:pt x="966978" y="65930"/>
                      </a:cubicBezTo>
                      <a:cubicBezTo>
                        <a:pt x="902399" y="71169"/>
                        <a:pt x="837534" y="70979"/>
                        <a:pt x="772954" y="69169"/>
                      </a:cubicBezTo>
                      <a:cubicBezTo>
                        <a:pt x="643700" y="64597"/>
                        <a:pt x="514921" y="52119"/>
                        <a:pt x="386620" y="37451"/>
                      </a:cubicBezTo>
                      <a:cubicBezTo>
                        <a:pt x="354616" y="32879"/>
                        <a:pt x="322707" y="33164"/>
                        <a:pt x="290322" y="33450"/>
                      </a:cubicBezTo>
                      <a:cubicBezTo>
                        <a:pt x="258033" y="33831"/>
                        <a:pt x="225838" y="34784"/>
                        <a:pt x="193548" y="35926"/>
                      </a:cubicBezTo>
                      <a:cubicBezTo>
                        <a:pt x="129064" y="37927"/>
                        <a:pt x="64579" y="40784"/>
                        <a:pt x="0" y="44023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95" name="Forme libre : forme 9694">
                  <a:extLst>
                    <a:ext uri="{FF2B5EF4-FFF2-40B4-BE49-F238E27FC236}">
                      <a16:creationId xmlns:a16="http://schemas.microsoft.com/office/drawing/2014/main" id="{7BD4D09E-F181-4EAC-B34C-ED195D06D102}"/>
                    </a:ext>
                  </a:extLst>
                </p:cNvPr>
                <p:cNvSpPr/>
                <p:nvPr/>
              </p:nvSpPr>
              <p:spPr>
                <a:xfrm>
                  <a:off x="4505519" y="2423255"/>
                  <a:ext cx="837914" cy="25145"/>
                </a:xfrm>
                <a:custGeom>
                  <a:avLst/>
                  <a:gdLst>
                    <a:gd name="connsiteX0" fmla="*/ 837915 w 837914"/>
                    <a:gd name="connsiteY0" fmla="*/ 20574 h 25145"/>
                    <a:gd name="connsiteX1" fmla="*/ 628365 w 837914"/>
                    <a:gd name="connsiteY1" fmla="*/ 13240 h 25145"/>
                    <a:gd name="connsiteX2" fmla="*/ 523685 w 837914"/>
                    <a:gd name="connsiteY2" fmla="*/ 9811 h 25145"/>
                    <a:gd name="connsiteX3" fmla="*/ 471393 w 837914"/>
                    <a:gd name="connsiteY3" fmla="*/ 9144 h 25145"/>
                    <a:gd name="connsiteX4" fmla="*/ 419100 w 837914"/>
                    <a:gd name="connsiteY4" fmla="*/ 11335 h 25145"/>
                    <a:gd name="connsiteX5" fmla="*/ 209645 w 837914"/>
                    <a:gd name="connsiteY5" fmla="*/ 19526 h 25145"/>
                    <a:gd name="connsiteX6" fmla="*/ 104870 w 837914"/>
                    <a:gd name="connsiteY6" fmla="*/ 22860 h 25145"/>
                    <a:gd name="connsiteX7" fmla="*/ 0 w 837914"/>
                    <a:gd name="connsiteY7" fmla="*/ 25146 h 25145"/>
                    <a:gd name="connsiteX8" fmla="*/ 104585 w 837914"/>
                    <a:gd name="connsiteY8" fmla="*/ 18193 h 25145"/>
                    <a:gd name="connsiteX9" fmla="*/ 209265 w 837914"/>
                    <a:gd name="connsiteY9" fmla="*/ 12192 h 25145"/>
                    <a:gd name="connsiteX10" fmla="*/ 418719 w 837914"/>
                    <a:gd name="connsiteY10" fmla="*/ 1810 h 25145"/>
                    <a:gd name="connsiteX11" fmla="*/ 471202 w 837914"/>
                    <a:gd name="connsiteY11" fmla="*/ 0 h 25145"/>
                    <a:gd name="connsiteX12" fmla="*/ 523780 w 837914"/>
                    <a:gd name="connsiteY12" fmla="*/ 1048 h 25145"/>
                    <a:gd name="connsiteX13" fmla="*/ 628555 w 837914"/>
                    <a:gd name="connsiteY13" fmla="*/ 5810 h 25145"/>
                    <a:gd name="connsiteX14" fmla="*/ 837915 w 837914"/>
                    <a:gd name="connsiteY14" fmla="*/ 20574 h 25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37914" h="25145">
                      <a:moveTo>
                        <a:pt x="837915" y="20574"/>
                      </a:moveTo>
                      <a:lnTo>
                        <a:pt x="628365" y="13240"/>
                      </a:lnTo>
                      <a:lnTo>
                        <a:pt x="523685" y="9811"/>
                      </a:lnTo>
                      <a:cubicBezTo>
                        <a:pt x="506254" y="9430"/>
                        <a:pt x="488823" y="9049"/>
                        <a:pt x="471393" y="9144"/>
                      </a:cubicBezTo>
                      <a:cubicBezTo>
                        <a:pt x="454057" y="9334"/>
                        <a:pt x="436531" y="10668"/>
                        <a:pt x="419100" y="11335"/>
                      </a:cubicBezTo>
                      <a:lnTo>
                        <a:pt x="209645" y="19526"/>
                      </a:lnTo>
                      <a:lnTo>
                        <a:pt x="104870" y="22860"/>
                      </a:lnTo>
                      <a:lnTo>
                        <a:pt x="0" y="25146"/>
                      </a:lnTo>
                      <a:lnTo>
                        <a:pt x="104585" y="18193"/>
                      </a:lnTo>
                      <a:lnTo>
                        <a:pt x="209265" y="12192"/>
                      </a:lnTo>
                      <a:lnTo>
                        <a:pt x="418719" y="1810"/>
                      </a:lnTo>
                      <a:cubicBezTo>
                        <a:pt x="436245" y="1238"/>
                        <a:pt x="453581" y="95"/>
                        <a:pt x="471202" y="0"/>
                      </a:cubicBezTo>
                      <a:cubicBezTo>
                        <a:pt x="488823" y="0"/>
                        <a:pt x="506254" y="571"/>
                        <a:pt x="523780" y="1048"/>
                      </a:cubicBezTo>
                      <a:cubicBezTo>
                        <a:pt x="558737" y="2286"/>
                        <a:pt x="593693" y="3619"/>
                        <a:pt x="628555" y="5810"/>
                      </a:cubicBezTo>
                      <a:cubicBezTo>
                        <a:pt x="698468" y="10001"/>
                        <a:pt x="768192" y="14668"/>
                        <a:pt x="837915" y="20574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96" name="Forme libre : forme 9695">
                  <a:extLst>
                    <a:ext uri="{FF2B5EF4-FFF2-40B4-BE49-F238E27FC236}">
                      <a16:creationId xmlns:a16="http://schemas.microsoft.com/office/drawing/2014/main" id="{3E8240ED-B0E2-43F0-844E-5BD0831E28E4}"/>
                    </a:ext>
                  </a:extLst>
                </p:cNvPr>
                <p:cNvSpPr/>
                <p:nvPr/>
              </p:nvSpPr>
              <p:spPr>
                <a:xfrm>
                  <a:off x="6562919" y="2442495"/>
                  <a:ext cx="857" cy="285"/>
                </a:xfrm>
                <a:custGeom>
                  <a:avLst/>
                  <a:gdLst>
                    <a:gd name="connsiteX0" fmla="*/ 858 w 857"/>
                    <a:gd name="connsiteY0" fmla="*/ 0 h 285"/>
                    <a:gd name="connsiteX1" fmla="*/ 381 w 857"/>
                    <a:gd name="connsiteY1" fmla="*/ 0 h 285"/>
                    <a:gd name="connsiteX2" fmla="*/ 0 w 857"/>
                    <a:gd name="connsiteY2" fmla="*/ 286 h 285"/>
                    <a:gd name="connsiteX3" fmla="*/ 858 w 857"/>
                    <a:gd name="connsiteY3" fmla="*/ 0 h 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57" h="285">
                      <a:moveTo>
                        <a:pt x="858" y="0"/>
                      </a:moveTo>
                      <a:cubicBezTo>
                        <a:pt x="667" y="0"/>
                        <a:pt x="477" y="0"/>
                        <a:pt x="381" y="0"/>
                      </a:cubicBezTo>
                      <a:cubicBezTo>
                        <a:pt x="286" y="95"/>
                        <a:pt x="95" y="191"/>
                        <a:pt x="0" y="286"/>
                      </a:cubicBez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97" name="Forme libre : forme 9696">
                  <a:extLst>
                    <a:ext uri="{FF2B5EF4-FFF2-40B4-BE49-F238E27FC236}">
                      <a16:creationId xmlns:a16="http://schemas.microsoft.com/office/drawing/2014/main" id="{F8D9D374-C5F4-4AD5-8EF0-5946999D62DE}"/>
                    </a:ext>
                  </a:extLst>
                </p:cNvPr>
                <p:cNvSpPr/>
                <p:nvPr/>
              </p:nvSpPr>
              <p:spPr>
                <a:xfrm>
                  <a:off x="5240373" y="2437083"/>
                  <a:ext cx="1323498" cy="40543"/>
                </a:xfrm>
                <a:custGeom>
                  <a:avLst/>
                  <a:gdLst>
                    <a:gd name="connsiteX0" fmla="*/ 1322832 w 1323498"/>
                    <a:gd name="connsiteY0" fmla="*/ 5412 h 40543"/>
                    <a:gd name="connsiteX1" fmla="*/ 1323308 w 1323498"/>
                    <a:gd name="connsiteY1" fmla="*/ 5412 h 40543"/>
                    <a:gd name="connsiteX2" fmla="*/ 1322356 w 1323498"/>
                    <a:gd name="connsiteY2" fmla="*/ 5698 h 40543"/>
                    <a:gd name="connsiteX3" fmla="*/ 1322832 w 1323498"/>
                    <a:gd name="connsiteY3" fmla="*/ 5412 h 40543"/>
                    <a:gd name="connsiteX4" fmla="*/ 1159764 w 1323498"/>
                    <a:gd name="connsiteY4" fmla="*/ 1031 h 40543"/>
                    <a:gd name="connsiteX5" fmla="*/ 993743 w 1323498"/>
                    <a:gd name="connsiteY5" fmla="*/ 650 h 40543"/>
                    <a:gd name="connsiteX6" fmla="*/ 910685 w 1323498"/>
                    <a:gd name="connsiteY6" fmla="*/ 5984 h 40543"/>
                    <a:gd name="connsiteX7" fmla="*/ 828104 w 1323498"/>
                    <a:gd name="connsiteY7" fmla="*/ 9984 h 40543"/>
                    <a:gd name="connsiteX8" fmla="*/ 662274 w 1323498"/>
                    <a:gd name="connsiteY8" fmla="*/ 12270 h 40543"/>
                    <a:gd name="connsiteX9" fmla="*/ 330898 w 1323498"/>
                    <a:gd name="connsiteY9" fmla="*/ 31701 h 40543"/>
                    <a:gd name="connsiteX10" fmla="*/ 165449 w 1323498"/>
                    <a:gd name="connsiteY10" fmla="*/ 33130 h 40543"/>
                    <a:gd name="connsiteX11" fmla="*/ 95 w 1323498"/>
                    <a:gd name="connsiteY11" fmla="*/ 20652 h 40543"/>
                    <a:gd name="connsiteX12" fmla="*/ 0 w 1323498"/>
                    <a:gd name="connsiteY12" fmla="*/ 21605 h 40543"/>
                    <a:gd name="connsiteX13" fmla="*/ 331470 w 1323498"/>
                    <a:gd name="connsiteY13" fmla="*/ 38273 h 40543"/>
                    <a:gd name="connsiteX14" fmla="*/ 662368 w 1323498"/>
                    <a:gd name="connsiteY14" fmla="*/ 20843 h 40543"/>
                    <a:gd name="connsiteX15" fmla="*/ 828390 w 1323498"/>
                    <a:gd name="connsiteY15" fmla="*/ 17890 h 40543"/>
                    <a:gd name="connsiteX16" fmla="*/ 911447 w 1323498"/>
                    <a:gd name="connsiteY16" fmla="*/ 12842 h 40543"/>
                    <a:gd name="connsiteX17" fmla="*/ 993934 w 1323498"/>
                    <a:gd name="connsiteY17" fmla="*/ 6460 h 40543"/>
                    <a:gd name="connsiteX18" fmla="*/ 1323308 w 1323498"/>
                    <a:gd name="connsiteY18" fmla="*/ 8460 h 40543"/>
                    <a:gd name="connsiteX19" fmla="*/ 1323499 w 1323498"/>
                    <a:gd name="connsiteY19" fmla="*/ 8460 h 40543"/>
                    <a:gd name="connsiteX20" fmla="*/ 1323499 w 1323498"/>
                    <a:gd name="connsiteY20" fmla="*/ 5126 h 40543"/>
                    <a:gd name="connsiteX21" fmla="*/ 1322832 w 1323498"/>
                    <a:gd name="connsiteY21" fmla="*/ 5412 h 40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323498" h="40543">
                      <a:moveTo>
                        <a:pt x="1322832" y="5412"/>
                      </a:moveTo>
                      <a:cubicBezTo>
                        <a:pt x="1323023" y="5412"/>
                        <a:pt x="1323213" y="5412"/>
                        <a:pt x="1323308" y="5412"/>
                      </a:cubicBezTo>
                      <a:lnTo>
                        <a:pt x="1322356" y="5698"/>
                      </a:lnTo>
                      <a:cubicBezTo>
                        <a:pt x="1322546" y="5603"/>
                        <a:pt x="1322737" y="5507"/>
                        <a:pt x="1322832" y="5412"/>
                      </a:cubicBezTo>
                      <a:cubicBezTo>
                        <a:pt x="1267683" y="3602"/>
                        <a:pt x="1214914" y="1888"/>
                        <a:pt x="1159764" y="1031"/>
                      </a:cubicBezTo>
                      <a:cubicBezTo>
                        <a:pt x="1104424" y="173"/>
                        <a:pt x="1049084" y="-589"/>
                        <a:pt x="993743" y="650"/>
                      </a:cubicBezTo>
                      <a:cubicBezTo>
                        <a:pt x="966121" y="1316"/>
                        <a:pt x="938213" y="2840"/>
                        <a:pt x="910685" y="5984"/>
                      </a:cubicBezTo>
                      <a:cubicBezTo>
                        <a:pt x="883348" y="8555"/>
                        <a:pt x="855726" y="9413"/>
                        <a:pt x="828104" y="9984"/>
                      </a:cubicBezTo>
                      <a:cubicBezTo>
                        <a:pt x="772859" y="11413"/>
                        <a:pt x="717518" y="11603"/>
                        <a:pt x="662274" y="12270"/>
                      </a:cubicBezTo>
                      <a:cubicBezTo>
                        <a:pt x="551879" y="14175"/>
                        <a:pt x="440341" y="15318"/>
                        <a:pt x="330898" y="31701"/>
                      </a:cubicBezTo>
                      <a:cubicBezTo>
                        <a:pt x="276034" y="36464"/>
                        <a:pt x="220599" y="35321"/>
                        <a:pt x="165449" y="33130"/>
                      </a:cubicBezTo>
                      <a:cubicBezTo>
                        <a:pt x="110204" y="30749"/>
                        <a:pt x="55055" y="26653"/>
                        <a:pt x="95" y="20652"/>
                      </a:cubicBezTo>
                      <a:lnTo>
                        <a:pt x="0" y="21605"/>
                      </a:lnTo>
                      <a:cubicBezTo>
                        <a:pt x="109728" y="35225"/>
                        <a:pt x="220504" y="45227"/>
                        <a:pt x="331470" y="38273"/>
                      </a:cubicBezTo>
                      <a:cubicBezTo>
                        <a:pt x="441293" y="23033"/>
                        <a:pt x="551688" y="22176"/>
                        <a:pt x="662368" y="20843"/>
                      </a:cubicBezTo>
                      <a:cubicBezTo>
                        <a:pt x="717709" y="19985"/>
                        <a:pt x="772954" y="19509"/>
                        <a:pt x="828390" y="17890"/>
                      </a:cubicBezTo>
                      <a:cubicBezTo>
                        <a:pt x="856107" y="17033"/>
                        <a:pt x="883730" y="15794"/>
                        <a:pt x="911447" y="12842"/>
                      </a:cubicBezTo>
                      <a:cubicBezTo>
                        <a:pt x="938879" y="9317"/>
                        <a:pt x="966216" y="7508"/>
                        <a:pt x="993934" y="6460"/>
                      </a:cubicBezTo>
                      <a:cubicBezTo>
                        <a:pt x="1104424" y="2840"/>
                        <a:pt x="1212818" y="5222"/>
                        <a:pt x="1323308" y="8460"/>
                      </a:cubicBezTo>
                      <a:lnTo>
                        <a:pt x="1323499" y="8460"/>
                      </a:lnTo>
                      <a:lnTo>
                        <a:pt x="1323499" y="5126"/>
                      </a:lnTo>
                      <a:cubicBezTo>
                        <a:pt x="1323213" y="5126"/>
                        <a:pt x="1323023" y="5317"/>
                        <a:pt x="1322832" y="5412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98" name="Forme libre : forme 9697">
                  <a:extLst>
                    <a:ext uri="{FF2B5EF4-FFF2-40B4-BE49-F238E27FC236}">
                      <a16:creationId xmlns:a16="http://schemas.microsoft.com/office/drawing/2014/main" id="{8B42B298-1323-40C2-8015-E0E063649835}"/>
                    </a:ext>
                  </a:extLst>
                </p:cNvPr>
                <p:cNvSpPr/>
                <p:nvPr/>
              </p:nvSpPr>
              <p:spPr>
                <a:xfrm>
                  <a:off x="5460591" y="2442305"/>
                  <a:ext cx="1076801" cy="52006"/>
                </a:xfrm>
                <a:custGeom>
                  <a:avLst/>
                  <a:gdLst>
                    <a:gd name="connsiteX0" fmla="*/ 0 w 1076801"/>
                    <a:gd name="connsiteY0" fmla="*/ 30099 h 52006"/>
                    <a:gd name="connsiteX1" fmla="*/ 134588 w 1076801"/>
                    <a:gd name="connsiteY1" fmla="*/ 40577 h 52006"/>
                    <a:gd name="connsiteX2" fmla="*/ 269367 w 1076801"/>
                    <a:gd name="connsiteY2" fmla="*/ 44672 h 52006"/>
                    <a:gd name="connsiteX3" fmla="*/ 336328 w 1076801"/>
                    <a:gd name="connsiteY3" fmla="*/ 40957 h 52006"/>
                    <a:gd name="connsiteX4" fmla="*/ 403956 w 1076801"/>
                    <a:gd name="connsiteY4" fmla="*/ 35528 h 52006"/>
                    <a:gd name="connsiteX5" fmla="*/ 539305 w 1076801"/>
                    <a:gd name="connsiteY5" fmla="*/ 35623 h 52006"/>
                    <a:gd name="connsiteX6" fmla="*/ 674180 w 1076801"/>
                    <a:gd name="connsiteY6" fmla="*/ 39719 h 52006"/>
                    <a:gd name="connsiteX7" fmla="*/ 707613 w 1076801"/>
                    <a:gd name="connsiteY7" fmla="*/ 38957 h 52006"/>
                    <a:gd name="connsiteX8" fmla="*/ 741045 w 1076801"/>
                    <a:gd name="connsiteY8" fmla="*/ 35433 h 52006"/>
                    <a:gd name="connsiteX9" fmla="*/ 808101 w 1076801"/>
                    <a:gd name="connsiteY9" fmla="*/ 28004 h 52006"/>
                    <a:gd name="connsiteX10" fmla="*/ 942404 w 1076801"/>
                    <a:gd name="connsiteY10" fmla="*/ 13525 h 52006"/>
                    <a:gd name="connsiteX11" fmla="*/ 1076801 w 1076801"/>
                    <a:gd name="connsiteY11" fmla="*/ 0 h 52006"/>
                    <a:gd name="connsiteX12" fmla="*/ 942880 w 1076801"/>
                    <a:gd name="connsiteY12" fmla="*/ 18097 h 52006"/>
                    <a:gd name="connsiteX13" fmla="*/ 808863 w 1076801"/>
                    <a:gd name="connsiteY13" fmla="*/ 35242 h 52006"/>
                    <a:gd name="connsiteX14" fmla="*/ 741807 w 1076801"/>
                    <a:gd name="connsiteY14" fmla="*/ 43624 h 52006"/>
                    <a:gd name="connsiteX15" fmla="*/ 708184 w 1076801"/>
                    <a:gd name="connsiteY15" fmla="*/ 47339 h 52006"/>
                    <a:gd name="connsiteX16" fmla="*/ 674180 w 1076801"/>
                    <a:gd name="connsiteY16" fmla="*/ 48387 h 52006"/>
                    <a:gd name="connsiteX17" fmla="*/ 539020 w 1076801"/>
                    <a:gd name="connsiteY17" fmla="*/ 45148 h 52006"/>
                    <a:gd name="connsiteX18" fmla="*/ 404241 w 1076801"/>
                    <a:gd name="connsiteY18" fmla="*/ 44196 h 52006"/>
                    <a:gd name="connsiteX19" fmla="*/ 337185 w 1076801"/>
                    <a:gd name="connsiteY19" fmla="*/ 49149 h 52006"/>
                    <a:gd name="connsiteX20" fmla="*/ 269367 w 1076801"/>
                    <a:gd name="connsiteY20" fmla="*/ 52006 h 52006"/>
                    <a:gd name="connsiteX21" fmla="*/ 0 w 1076801"/>
                    <a:gd name="connsiteY21" fmla="*/ 30099 h 52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76801" h="52006">
                      <a:moveTo>
                        <a:pt x="0" y="30099"/>
                      </a:moveTo>
                      <a:cubicBezTo>
                        <a:pt x="44863" y="34290"/>
                        <a:pt x="89725" y="38100"/>
                        <a:pt x="134588" y="40577"/>
                      </a:cubicBezTo>
                      <a:cubicBezTo>
                        <a:pt x="179451" y="43244"/>
                        <a:pt x="224504" y="45148"/>
                        <a:pt x="269367" y="44672"/>
                      </a:cubicBezTo>
                      <a:cubicBezTo>
                        <a:pt x="291751" y="44005"/>
                        <a:pt x="314230" y="43529"/>
                        <a:pt x="336328" y="40957"/>
                      </a:cubicBezTo>
                      <a:cubicBezTo>
                        <a:pt x="358616" y="38481"/>
                        <a:pt x="381381" y="36195"/>
                        <a:pt x="403956" y="35528"/>
                      </a:cubicBezTo>
                      <a:cubicBezTo>
                        <a:pt x="449104" y="33623"/>
                        <a:pt x="494252" y="34576"/>
                        <a:pt x="539305" y="35623"/>
                      </a:cubicBezTo>
                      <a:cubicBezTo>
                        <a:pt x="584359" y="36957"/>
                        <a:pt x="629317" y="39433"/>
                        <a:pt x="674180" y="39719"/>
                      </a:cubicBezTo>
                      <a:cubicBezTo>
                        <a:pt x="685419" y="39814"/>
                        <a:pt x="696563" y="39719"/>
                        <a:pt x="707613" y="38957"/>
                      </a:cubicBezTo>
                      <a:cubicBezTo>
                        <a:pt x="718661" y="38386"/>
                        <a:pt x="729901" y="36576"/>
                        <a:pt x="741045" y="35433"/>
                      </a:cubicBezTo>
                      <a:lnTo>
                        <a:pt x="808101" y="28004"/>
                      </a:lnTo>
                      <a:lnTo>
                        <a:pt x="942404" y="13525"/>
                      </a:lnTo>
                      <a:lnTo>
                        <a:pt x="1076801" y="0"/>
                      </a:lnTo>
                      <a:lnTo>
                        <a:pt x="942880" y="18097"/>
                      </a:lnTo>
                      <a:lnTo>
                        <a:pt x="808863" y="35242"/>
                      </a:lnTo>
                      <a:lnTo>
                        <a:pt x="741807" y="43624"/>
                      </a:lnTo>
                      <a:cubicBezTo>
                        <a:pt x="730568" y="44863"/>
                        <a:pt x="719614" y="46672"/>
                        <a:pt x="708184" y="47339"/>
                      </a:cubicBezTo>
                      <a:cubicBezTo>
                        <a:pt x="696754" y="48196"/>
                        <a:pt x="685419" y="48292"/>
                        <a:pt x="674180" y="48387"/>
                      </a:cubicBezTo>
                      <a:cubicBezTo>
                        <a:pt x="628936" y="48387"/>
                        <a:pt x="583978" y="46291"/>
                        <a:pt x="539020" y="45148"/>
                      </a:cubicBezTo>
                      <a:cubicBezTo>
                        <a:pt x="494062" y="43720"/>
                        <a:pt x="449104" y="42577"/>
                        <a:pt x="404241" y="44196"/>
                      </a:cubicBezTo>
                      <a:cubicBezTo>
                        <a:pt x="381762" y="44672"/>
                        <a:pt x="359664" y="46863"/>
                        <a:pt x="337185" y="49149"/>
                      </a:cubicBezTo>
                      <a:cubicBezTo>
                        <a:pt x="314516" y="51816"/>
                        <a:pt x="291941" y="51816"/>
                        <a:pt x="269367" y="52006"/>
                      </a:cubicBezTo>
                      <a:cubicBezTo>
                        <a:pt x="179070" y="50959"/>
                        <a:pt x="89249" y="42196"/>
                        <a:pt x="0" y="30099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99" name="Forme libre : forme 9698">
                  <a:extLst>
                    <a:ext uri="{FF2B5EF4-FFF2-40B4-BE49-F238E27FC236}">
                      <a16:creationId xmlns:a16="http://schemas.microsoft.com/office/drawing/2014/main" id="{A606E2AE-EB4A-4F65-8458-671D7F49129A}"/>
                    </a:ext>
                  </a:extLst>
                </p:cNvPr>
                <p:cNvSpPr/>
                <p:nvPr/>
              </p:nvSpPr>
              <p:spPr>
                <a:xfrm>
                  <a:off x="6562062" y="2482119"/>
                  <a:ext cx="1619" cy="571"/>
                </a:xfrm>
                <a:custGeom>
                  <a:avLst/>
                  <a:gdLst>
                    <a:gd name="connsiteX0" fmla="*/ 1619 w 1619"/>
                    <a:gd name="connsiteY0" fmla="*/ 0 h 571"/>
                    <a:gd name="connsiteX1" fmla="*/ 762 w 1619"/>
                    <a:gd name="connsiteY1" fmla="*/ 95 h 571"/>
                    <a:gd name="connsiteX2" fmla="*/ 0 w 1619"/>
                    <a:gd name="connsiteY2" fmla="*/ 571 h 571"/>
                    <a:gd name="connsiteX3" fmla="*/ 1619 w 1619"/>
                    <a:gd name="connsiteY3" fmla="*/ 0 h 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19" h="571">
                      <a:moveTo>
                        <a:pt x="1619" y="0"/>
                      </a:moveTo>
                      <a:cubicBezTo>
                        <a:pt x="1334" y="0"/>
                        <a:pt x="1048" y="95"/>
                        <a:pt x="762" y="95"/>
                      </a:cubicBezTo>
                      <a:cubicBezTo>
                        <a:pt x="476" y="286"/>
                        <a:pt x="285" y="381"/>
                        <a:pt x="0" y="571"/>
                      </a:cubicBezTo>
                      <a:lnTo>
                        <a:pt x="1619" y="0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00" name="Forme libre : forme 9699">
                  <a:extLst>
                    <a:ext uri="{FF2B5EF4-FFF2-40B4-BE49-F238E27FC236}">
                      <a16:creationId xmlns:a16="http://schemas.microsoft.com/office/drawing/2014/main" id="{A845B4A9-D96C-4088-BFF5-46F0E5DB0BB8}"/>
                    </a:ext>
                  </a:extLst>
                </p:cNvPr>
                <p:cNvSpPr/>
                <p:nvPr/>
              </p:nvSpPr>
              <p:spPr>
                <a:xfrm>
                  <a:off x="6174775" y="2481357"/>
                  <a:ext cx="389382" cy="18044"/>
                </a:xfrm>
                <a:custGeom>
                  <a:avLst/>
                  <a:gdLst>
                    <a:gd name="connsiteX0" fmla="*/ 387954 w 389382"/>
                    <a:gd name="connsiteY0" fmla="*/ 857 h 18044"/>
                    <a:gd name="connsiteX1" fmla="*/ 388811 w 389382"/>
                    <a:gd name="connsiteY1" fmla="*/ 762 h 18044"/>
                    <a:gd name="connsiteX2" fmla="*/ 387191 w 389382"/>
                    <a:gd name="connsiteY2" fmla="*/ 1333 h 18044"/>
                    <a:gd name="connsiteX3" fmla="*/ 387954 w 389382"/>
                    <a:gd name="connsiteY3" fmla="*/ 857 h 18044"/>
                    <a:gd name="connsiteX4" fmla="*/ 289846 w 389382"/>
                    <a:gd name="connsiteY4" fmla="*/ 9620 h 18044"/>
                    <a:gd name="connsiteX5" fmla="*/ 193358 w 389382"/>
                    <a:gd name="connsiteY5" fmla="*/ 11049 h 18044"/>
                    <a:gd name="connsiteX6" fmla="*/ 0 w 389382"/>
                    <a:gd name="connsiteY6" fmla="*/ 3715 h 18044"/>
                    <a:gd name="connsiteX7" fmla="*/ 96488 w 389382"/>
                    <a:gd name="connsiteY7" fmla="*/ 11239 h 18044"/>
                    <a:gd name="connsiteX8" fmla="*/ 193167 w 389382"/>
                    <a:gd name="connsiteY8" fmla="*/ 16764 h 18044"/>
                    <a:gd name="connsiteX9" fmla="*/ 290227 w 389382"/>
                    <a:gd name="connsiteY9" fmla="*/ 17145 h 18044"/>
                    <a:gd name="connsiteX10" fmla="*/ 388334 w 389382"/>
                    <a:gd name="connsiteY10" fmla="*/ 9049 h 18044"/>
                    <a:gd name="connsiteX11" fmla="*/ 389192 w 389382"/>
                    <a:gd name="connsiteY11" fmla="*/ 8954 h 18044"/>
                    <a:gd name="connsiteX12" fmla="*/ 389382 w 389382"/>
                    <a:gd name="connsiteY12" fmla="*/ 8858 h 18044"/>
                    <a:gd name="connsiteX13" fmla="*/ 389287 w 389382"/>
                    <a:gd name="connsiteY13" fmla="*/ 0 h 18044"/>
                    <a:gd name="connsiteX14" fmla="*/ 387954 w 389382"/>
                    <a:gd name="connsiteY14" fmla="*/ 857 h 18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9382" h="18044">
                      <a:moveTo>
                        <a:pt x="387954" y="857"/>
                      </a:moveTo>
                      <a:cubicBezTo>
                        <a:pt x="388239" y="857"/>
                        <a:pt x="388525" y="762"/>
                        <a:pt x="388811" y="762"/>
                      </a:cubicBezTo>
                      <a:lnTo>
                        <a:pt x="387191" y="1333"/>
                      </a:lnTo>
                      <a:cubicBezTo>
                        <a:pt x="387478" y="1143"/>
                        <a:pt x="387763" y="952"/>
                        <a:pt x="387954" y="857"/>
                      </a:cubicBezTo>
                      <a:cubicBezTo>
                        <a:pt x="356331" y="4667"/>
                        <a:pt x="321659" y="7620"/>
                        <a:pt x="289846" y="9620"/>
                      </a:cubicBezTo>
                      <a:cubicBezTo>
                        <a:pt x="257747" y="11716"/>
                        <a:pt x="225647" y="11906"/>
                        <a:pt x="193358" y="11049"/>
                      </a:cubicBezTo>
                      <a:cubicBezTo>
                        <a:pt x="128969" y="9334"/>
                        <a:pt x="64484" y="6572"/>
                        <a:pt x="0" y="3715"/>
                      </a:cubicBezTo>
                      <a:cubicBezTo>
                        <a:pt x="32100" y="6572"/>
                        <a:pt x="64294" y="8954"/>
                        <a:pt x="96488" y="11239"/>
                      </a:cubicBezTo>
                      <a:cubicBezTo>
                        <a:pt x="128683" y="13525"/>
                        <a:pt x="160877" y="15526"/>
                        <a:pt x="193167" y="16764"/>
                      </a:cubicBezTo>
                      <a:cubicBezTo>
                        <a:pt x="225457" y="18193"/>
                        <a:pt x="257842" y="18574"/>
                        <a:pt x="290227" y="17145"/>
                      </a:cubicBezTo>
                      <a:cubicBezTo>
                        <a:pt x="322612" y="15907"/>
                        <a:pt x="356140" y="12668"/>
                        <a:pt x="388334" y="9049"/>
                      </a:cubicBezTo>
                      <a:lnTo>
                        <a:pt x="389192" y="8954"/>
                      </a:lnTo>
                      <a:lnTo>
                        <a:pt x="389382" y="8858"/>
                      </a:lnTo>
                      <a:lnTo>
                        <a:pt x="389287" y="0"/>
                      </a:lnTo>
                      <a:cubicBezTo>
                        <a:pt x="388906" y="286"/>
                        <a:pt x="388430" y="571"/>
                        <a:pt x="387954" y="857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01" name="Forme libre : forme 9700">
                  <a:extLst>
                    <a:ext uri="{FF2B5EF4-FFF2-40B4-BE49-F238E27FC236}">
                      <a16:creationId xmlns:a16="http://schemas.microsoft.com/office/drawing/2014/main" id="{4FBB324A-7C32-41DF-BE2B-4C01AA382447}"/>
                    </a:ext>
                  </a:extLst>
                </p:cNvPr>
                <p:cNvSpPr/>
                <p:nvPr/>
              </p:nvSpPr>
              <p:spPr>
                <a:xfrm>
                  <a:off x="912118" y="2287047"/>
                  <a:ext cx="953261" cy="22154"/>
                </a:xfrm>
                <a:custGeom>
                  <a:avLst/>
                  <a:gdLst>
                    <a:gd name="connsiteX0" fmla="*/ 0 w 953261"/>
                    <a:gd name="connsiteY0" fmla="*/ 0 h 22154"/>
                    <a:gd name="connsiteX1" fmla="*/ 119253 w 953261"/>
                    <a:gd name="connsiteY1" fmla="*/ 2667 h 22154"/>
                    <a:gd name="connsiteX2" fmla="*/ 238411 w 953261"/>
                    <a:gd name="connsiteY2" fmla="*/ 6096 h 22154"/>
                    <a:gd name="connsiteX3" fmla="*/ 476631 w 953261"/>
                    <a:gd name="connsiteY3" fmla="*/ 12573 h 22154"/>
                    <a:gd name="connsiteX4" fmla="*/ 714947 w 953261"/>
                    <a:gd name="connsiteY4" fmla="*/ 8858 h 22154"/>
                    <a:gd name="connsiteX5" fmla="*/ 834199 w 953261"/>
                    <a:gd name="connsiteY5" fmla="*/ 9334 h 22154"/>
                    <a:gd name="connsiteX6" fmla="*/ 953262 w 953261"/>
                    <a:gd name="connsiteY6" fmla="*/ 15812 h 22154"/>
                    <a:gd name="connsiteX7" fmla="*/ 834104 w 953261"/>
                    <a:gd name="connsiteY7" fmla="*/ 14002 h 22154"/>
                    <a:gd name="connsiteX8" fmla="*/ 714947 w 953261"/>
                    <a:gd name="connsiteY8" fmla="*/ 16192 h 22154"/>
                    <a:gd name="connsiteX9" fmla="*/ 595789 w 953261"/>
                    <a:gd name="connsiteY9" fmla="*/ 19241 h 22154"/>
                    <a:gd name="connsiteX10" fmla="*/ 536162 w 953261"/>
                    <a:gd name="connsiteY10" fmla="*/ 20955 h 22154"/>
                    <a:gd name="connsiteX11" fmla="*/ 476345 w 953261"/>
                    <a:gd name="connsiteY11" fmla="*/ 22098 h 22154"/>
                    <a:gd name="connsiteX12" fmla="*/ 237934 w 953261"/>
                    <a:gd name="connsiteY12" fmla="*/ 13335 h 22154"/>
                    <a:gd name="connsiteX13" fmla="*/ 0 w 953261"/>
                    <a:gd name="connsiteY13" fmla="*/ 0 h 22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53261" h="22154">
                      <a:moveTo>
                        <a:pt x="0" y="0"/>
                      </a:moveTo>
                      <a:lnTo>
                        <a:pt x="119253" y="2667"/>
                      </a:lnTo>
                      <a:lnTo>
                        <a:pt x="238411" y="6096"/>
                      </a:lnTo>
                      <a:cubicBezTo>
                        <a:pt x="317849" y="8287"/>
                        <a:pt x="397383" y="11621"/>
                        <a:pt x="476631" y="12573"/>
                      </a:cubicBezTo>
                      <a:cubicBezTo>
                        <a:pt x="555784" y="12097"/>
                        <a:pt x="635508" y="8954"/>
                        <a:pt x="714947" y="8858"/>
                      </a:cubicBezTo>
                      <a:cubicBezTo>
                        <a:pt x="754666" y="8763"/>
                        <a:pt x="794480" y="8763"/>
                        <a:pt x="834199" y="9334"/>
                      </a:cubicBezTo>
                      <a:cubicBezTo>
                        <a:pt x="873919" y="10478"/>
                        <a:pt x="913828" y="10763"/>
                        <a:pt x="953262" y="15812"/>
                      </a:cubicBezTo>
                      <a:cubicBezTo>
                        <a:pt x="913638" y="12954"/>
                        <a:pt x="873823" y="13525"/>
                        <a:pt x="834104" y="14002"/>
                      </a:cubicBezTo>
                      <a:cubicBezTo>
                        <a:pt x="794385" y="14383"/>
                        <a:pt x="754666" y="15145"/>
                        <a:pt x="714947" y="16192"/>
                      </a:cubicBezTo>
                      <a:lnTo>
                        <a:pt x="595789" y="19241"/>
                      </a:lnTo>
                      <a:lnTo>
                        <a:pt x="536162" y="20955"/>
                      </a:lnTo>
                      <a:cubicBezTo>
                        <a:pt x="516350" y="21526"/>
                        <a:pt x="496443" y="22384"/>
                        <a:pt x="476345" y="22098"/>
                      </a:cubicBezTo>
                      <a:cubicBezTo>
                        <a:pt x="396716" y="20288"/>
                        <a:pt x="317373" y="17145"/>
                        <a:pt x="237934" y="13335"/>
                      </a:cubicBezTo>
                      <a:cubicBezTo>
                        <a:pt x="158686" y="9620"/>
                        <a:pt x="79343" y="5429"/>
                        <a:pt x="0" y="0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02" name="Forme libre : forme 9701">
                  <a:extLst>
                    <a:ext uri="{FF2B5EF4-FFF2-40B4-BE49-F238E27FC236}">
                      <a16:creationId xmlns:a16="http://schemas.microsoft.com/office/drawing/2014/main" id="{2C3D9FD9-8B05-4D01-8143-E577AF2ACF7E}"/>
                    </a:ext>
                  </a:extLst>
                </p:cNvPr>
                <p:cNvSpPr/>
                <p:nvPr/>
              </p:nvSpPr>
              <p:spPr>
                <a:xfrm>
                  <a:off x="2048069" y="2293788"/>
                  <a:ext cx="4514659" cy="48897"/>
                </a:xfrm>
                <a:custGeom>
                  <a:avLst/>
                  <a:gdLst>
                    <a:gd name="connsiteX0" fmla="*/ 4236149 w 4514659"/>
                    <a:gd name="connsiteY0" fmla="*/ 34598 h 48897"/>
                    <a:gd name="connsiteX1" fmla="*/ 4165473 w 4514659"/>
                    <a:gd name="connsiteY1" fmla="*/ 37837 h 48897"/>
                    <a:gd name="connsiteX2" fmla="*/ 4095084 w 4514659"/>
                    <a:gd name="connsiteY2" fmla="*/ 40027 h 48897"/>
                    <a:gd name="connsiteX3" fmla="*/ 3953828 w 4514659"/>
                    <a:gd name="connsiteY3" fmla="*/ 36884 h 48897"/>
                    <a:gd name="connsiteX4" fmla="*/ 3671126 w 4514659"/>
                    <a:gd name="connsiteY4" fmla="*/ 29359 h 48897"/>
                    <a:gd name="connsiteX5" fmla="*/ 3529679 w 4514659"/>
                    <a:gd name="connsiteY5" fmla="*/ 28312 h 48897"/>
                    <a:gd name="connsiteX6" fmla="*/ 3458908 w 4514659"/>
                    <a:gd name="connsiteY6" fmla="*/ 29836 h 48897"/>
                    <a:gd name="connsiteX7" fmla="*/ 3388328 w 4514659"/>
                    <a:gd name="connsiteY7" fmla="*/ 34312 h 48897"/>
                    <a:gd name="connsiteX8" fmla="*/ 3105817 w 4514659"/>
                    <a:gd name="connsiteY8" fmla="*/ 42885 h 48897"/>
                    <a:gd name="connsiteX9" fmla="*/ 2823210 w 4514659"/>
                    <a:gd name="connsiteY9" fmla="*/ 38789 h 48897"/>
                    <a:gd name="connsiteX10" fmla="*/ 2682049 w 4514659"/>
                    <a:gd name="connsiteY10" fmla="*/ 31264 h 48897"/>
                    <a:gd name="connsiteX11" fmla="*/ 2540984 w 4514659"/>
                    <a:gd name="connsiteY11" fmla="*/ 21073 h 48897"/>
                    <a:gd name="connsiteX12" fmla="*/ 2258378 w 4514659"/>
                    <a:gd name="connsiteY12" fmla="*/ 10405 h 48897"/>
                    <a:gd name="connsiteX13" fmla="*/ 1692783 w 4514659"/>
                    <a:gd name="connsiteY13" fmla="*/ 8119 h 48897"/>
                    <a:gd name="connsiteX14" fmla="*/ 1551337 w 4514659"/>
                    <a:gd name="connsiteY14" fmla="*/ 12310 h 48897"/>
                    <a:gd name="connsiteX15" fmla="*/ 1409986 w 4514659"/>
                    <a:gd name="connsiteY15" fmla="*/ 22597 h 48897"/>
                    <a:gd name="connsiteX16" fmla="*/ 1374839 w 4514659"/>
                    <a:gd name="connsiteY16" fmla="*/ 28026 h 48897"/>
                    <a:gd name="connsiteX17" fmla="*/ 1340168 w 4514659"/>
                    <a:gd name="connsiteY17" fmla="*/ 32598 h 48897"/>
                    <a:gd name="connsiteX18" fmla="*/ 1305115 w 4514659"/>
                    <a:gd name="connsiteY18" fmla="*/ 35265 h 48897"/>
                    <a:gd name="connsiteX19" fmla="*/ 1269873 w 4514659"/>
                    <a:gd name="connsiteY19" fmla="*/ 36598 h 48897"/>
                    <a:gd name="connsiteX20" fmla="*/ 1128713 w 4514659"/>
                    <a:gd name="connsiteY20" fmla="*/ 38027 h 48897"/>
                    <a:gd name="connsiteX21" fmla="*/ 846201 w 4514659"/>
                    <a:gd name="connsiteY21" fmla="*/ 29455 h 48897"/>
                    <a:gd name="connsiteX22" fmla="*/ 563975 w 4514659"/>
                    <a:gd name="connsiteY22" fmla="*/ 13072 h 48897"/>
                    <a:gd name="connsiteX23" fmla="*/ 493586 w 4514659"/>
                    <a:gd name="connsiteY23" fmla="*/ 7452 h 48897"/>
                    <a:gd name="connsiteX24" fmla="*/ 423101 w 4514659"/>
                    <a:gd name="connsiteY24" fmla="*/ 975 h 48897"/>
                    <a:gd name="connsiteX25" fmla="*/ 281559 w 4514659"/>
                    <a:gd name="connsiteY25" fmla="*/ 3356 h 48897"/>
                    <a:gd name="connsiteX26" fmla="*/ 0 w 4514659"/>
                    <a:gd name="connsiteY26" fmla="*/ 30407 h 48897"/>
                    <a:gd name="connsiteX27" fmla="*/ 95 w 4514659"/>
                    <a:gd name="connsiteY27" fmla="*/ 31360 h 48897"/>
                    <a:gd name="connsiteX28" fmla="*/ 281749 w 4514659"/>
                    <a:gd name="connsiteY28" fmla="*/ 7357 h 48897"/>
                    <a:gd name="connsiteX29" fmla="*/ 422815 w 4514659"/>
                    <a:gd name="connsiteY29" fmla="*/ 5928 h 48897"/>
                    <a:gd name="connsiteX30" fmla="*/ 493109 w 4514659"/>
                    <a:gd name="connsiteY30" fmla="*/ 12691 h 48897"/>
                    <a:gd name="connsiteX31" fmla="*/ 563594 w 4514659"/>
                    <a:gd name="connsiteY31" fmla="*/ 18596 h 48897"/>
                    <a:gd name="connsiteX32" fmla="*/ 845915 w 4514659"/>
                    <a:gd name="connsiteY32" fmla="*/ 36217 h 48897"/>
                    <a:gd name="connsiteX33" fmla="*/ 1128617 w 4514659"/>
                    <a:gd name="connsiteY33" fmla="*/ 46028 h 48897"/>
                    <a:gd name="connsiteX34" fmla="*/ 1270159 w 4514659"/>
                    <a:gd name="connsiteY34" fmla="*/ 45171 h 48897"/>
                    <a:gd name="connsiteX35" fmla="*/ 1305592 w 4514659"/>
                    <a:gd name="connsiteY35" fmla="*/ 43742 h 48897"/>
                    <a:gd name="connsiteX36" fmla="*/ 1341025 w 4514659"/>
                    <a:gd name="connsiteY36" fmla="*/ 40885 h 48897"/>
                    <a:gd name="connsiteX37" fmla="*/ 1376363 w 4514659"/>
                    <a:gd name="connsiteY37" fmla="*/ 36027 h 48897"/>
                    <a:gd name="connsiteX38" fmla="*/ 1411033 w 4514659"/>
                    <a:gd name="connsiteY38" fmla="*/ 30598 h 48897"/>
                    <a:gd name="connsiteX39" fmla="*/ 1551623 w 4514659"/>
                    <a:gd name="connsiteY39" fmla="*/ 19834 h 48897"/>
                    <a:gd name="connsiteX40" fmla="*/ 1692878 w 4514659"/>
                    <a:gd name="connsiteY40" fmla="*/ 15072 h 48897"/>
                    <a:gd name="connsiteX41" fmla="*/ 2258282 w 4514659"/>
                    <a:gd name="connsiteY41" fmla="*/ 14881 h 48897"/>
                    <a:gd name="connsiteX42" fmla="*/ 2540794 w 4514659"/>
                    <a:gd name="connsiteY42" fmla="*/ 24216 h 48897"/>
                    <a:gd name="connsiteX43" fmla="*/ 2576036 w 4514659"/>
                    <a:gd name="connsiteY43" fmla="*/ 26121 h 48897"/>
                    <a:gd name="connsiteX44" fmla="*/ 2611279 w 4514659"/>
                    <a:gd name="connsiteY44" fmla="*/ 28883 h 48897"/>
                    <a:gd name="connsiteX45" fmla="*/ 2681764 w 4514659"/>
                    <a:gd name="connsiteY45" fmla="*/ 34693 h 48897"/>
                    <a:gd name="connsiteX46" fmla="*/ 2823019 w 4514659"/>
                    <a:gd name="connsiteY46" fmla="*/ 42694 h 48897"/>
                    <a:gd name="connsiteX47" fmla="*/ 3105817 w 4514659"/>
                    <a:gd name="connsiteY47" fmla="*/ 47838 h 48897"/>
                    <a:gd name="connsiteX48" fmla="*/ 3388614 w 4514659"/>
                    <a:gd name="connsiteY48" fmla="*/ 40599 h 48897"/>
                    <a:gd name="connsiteX49" fmla="*/ 3459099 w 4514659"/>
                    <a:gd name="connsiteY49" fmla="*/ 36503 h 48897"/>
                    <a:gd name="connsiteX50" fmla="*/ 3529679 w 4514659"/>
                    <a:gd name="connsiteY50" fmla="*/ 35360 h 48897"/>
                    <a:gd name="connsiteX51" fmla="*/ 3670935 w 4514659"/>
                    <a:gd name="connsiteY51" fmla="*/ 37075 h 48897"/>
                    <a:gd name="connsiteX52" fmla="*/ 3953542 w 4514659"/>
                    <a:gd name="connsiteY52" fmla="*/ 45647 h 48897"/>
                    <a:gd name="connsiteX53" fmla="*/ 4094988 w 4514659"/>
                    <a:gd name="connsiteY53" fmla="*/ 48886 h 48897"/>
                    <a:gd name="connsiteX54" fmla="*/ 4165854 w 4514659"/>
                    <a:gd name="connsiteY54" fmla="*/ 46695 h 48897"/>
                    <a:gd name="connsiteX55" fmla="*/ 4236434 w 4514659"/>
                    <a:gd name="connsiteY55" fmla="*/ 43552 h 48897"/>
                    <a:gd name="connsiteX56" fmla="*/ 4514660 w 4514659"/>
                    <a:gd name="connsiteY56" fmla="*/ 35646 h 48897"/>
                    <a:gd name="connsiteX57" fmla="*/ 4514565 w 4514659"/>
                    <a:gd name="connsiteY57" fmla="*/ 27073 h 48897"/>
                    <a:gd name="connsiteX58" fmla="*/ 4236149 w 4514659"/>
                    <a:gd name="connsiteY58" fmla="*/ 34598 h 48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4514659" h="48897">
                      <a:moveTo>
                        <a:pt x="4236149" y="34598"/>
                      </a:moveTo>
                      <a:cubicBezTo>
                        <a:pt x="4212622" y="35551"/>
                        <a:pt x="4189000" y="36503"/>
                        <a:pt x="4165473" y="37837"/>
                      </a:cubicBezTo>
                      <a:cubicBezTo>
                        <a:pt x="4141756" y="39646"/>
                        <a:pt x="4118705" y="40123"/>
                        <a:pt x="4095084" y="40027"/>
                      </a:cubicBezTo>
                      <a:cubicBezTo>
                        <a:pt x="4048030" y="39742"/>
                        <a:pt x="4000977" y="38218"/>
                        <a:pt x="3953828" y="36884"/>
                      </a:cubicBezTo>
                      <a:cubicBezTo>
                        <a:pt x="3859625" y="33931"/>
                        <a:pt x="3765423" y="31074"/>
                        <a:pt x="3671126" y="29359"/>
                      </a:cubicBezTo>
                      <a:cubicBezTo>
                        <a:pt x="3623977" y="28502"/>
                        <a:pt x="3576828" y="28026"/>
                        <a:pt x="3529679" y="28312"/>
                      </a:cubicBezTo>
                      <a:cubicBezTo>
                        <a:pt x="3506057" y="28407"/>
                        <a:pt x="3482531" y="29074"/>
                        <a:pt x="3458908" y="29836"/>
                      </a:cubicBezTo>
                      <a:cubicBezTo>
                        <a:pt x="3435287" y="31074"/>
                        <a:pt x="3411760" y="32598"/>
                        <a:pt x="3388328" y="34312"/>
                      </a:cubicBezTo>
                      <a:cubicBezTo>
                        <a:pt x="3294317" y="39932"/>
                        <a:pt x="3200114" y="42123"/>
                        <a:pt x="3105817" y="42885"/>
                      </a:cubicBezTo>
                      <a:cubicBezTo>
                        <a:pt x="3011615" y="43361"/>
                        <a:pt x="2917317" y="42409"/>
                        <a:pt x="2823210" y="38789"/>
                      </a:cubicBezTo>
                      <a:cubicBezTo>
                        <a:pt x="2776157" y="37170"/>
                        <a:pt x="2729103" y="34503"/>
                        <a:pt x="2682049" y="31264"/>
                      </a:cubicBezTo>
                      <a:cubicBezTo>
                        <a:pt x="2635091" y="27645"/>
                        <a:pt x="2588133" y="23454"/>
                        <a:pt x="2540984" y="21073"/>
                      </a:cubicBezTo>
                      <a:cubicBezTo>
                        <a:pt x="2446877" y="15739"/>
                        <a:pt x="2352580" y="12786"/>
                        <a:pt x="2258378" y="10405"/>
                      </a:cubicBezTo>
                      <a:cubicBezTo>
                        <a:pt x="2069878" y="6214"/>
                        <a:pt x="1881283" y="4785"/>
                        <a:pt x="1692783" y="8119"/>
                      </a:cubicBezTo>
                      <a:cubicBezTo>
                        <a:pt x="1645634" y="9166"/>
                        <a:pt x="1598486" y="10214"/>
                        <a:pt x="1551337" y="12310"/>
                      </a:cubicBezTo>
                      <a:cubicBezTo>
                        <a:pt x="1504188" y="14310"/>
                        <a:pt x="1457135" y="16882"/>
                        <a:pt x="1409986" y="22597"/>
                      </a:cubicBezTo>
                      <a:lnTo>
                        <a:pt x="1374839" y="28026"/>
                      </a:lnTo>
                      <a:cubicBezTo>
                        <a:pt x="1363313" y="29550"/>
                        <a:pt x="1351979" y="32122"/>
                        <a:pt x="1340168" y="32598"/>
                      </a:cubicBezTo>
                      <a:lnTo>
                        <a:pt x="1305115" y="35265"/>
                      </a:lnTo>
                      <a:lnTo>
                        <a:pt x="1269873" y="36598"/>
                      </a:lnTo>
                      <a:cubicBezTo>
                        <a:pt x="1222915" y="38408"/>
                        <a:pt x="1175766" y="38313"/>
                        <a:pt x="1128713" y="38027"/>
                      </a:cubicBezTo>
                      <a:cubicBezTo>
                        <a:pt x="1034510" y="37075"/>
                        <a:pt x="940308" y="33741"/>
                        <a:pt x="846201" y="29455"/>
                      </a:cubicBezTo>
                      <a:cubicBezTo>
                        <a:pt x="752094" y="25073"/>
                        <a:pt x="657987" y="19739"/>
                        <a:pt x="563975" y="13072"/>
                      </a:cubicBezTo>
                      <a:cubicBezTo>
                        <a:pt x="540448" y="11262"/>
                        <a:pt x="517017" y="9547"/>
                        <a:pt x="493586" y="7452"/>
                      </a:cubicBezTo>
                      <a:cubicBezTo>
                        <a:pt x="470059" y="5642"/>
                        <a:pt x="446913" y="2594"/>
                        <a:pt x="423101" y="975"/>
                      </a:cubicBezTo>
                      <a:cubicBezTo>
                        <a:pt x="375856" y="-1216"/>
                        <a:pt x="328613" y="594"/>
                        <a:pt x="281559" y="3356"/>
                      </a:cubicBezTo>
                      <a:cubicBezTo>
                        <a:pt x="187452" y="9166"/>
                        <a:pt x="93631" y="18882"/>
                        <a:pt x="0" y="30407"/>
                      </a:cubicBezTo>
                      <a:lnTo>
                        <a:pt x="95" y="31360"/>
                      </a:lnTo>
                      <a:cubicBezTo>
                        <a:pt x="93726" y="20882"/>
                        <a:pt x="187643" y="12119"/>
                        <a:pt x="281749" y="7357"/>
                      </a:cubicBezTo>
                      <a:cubicBezTo>
                        <a:pt x="328803" y="5261"/>
                        <a:pt x="375952" y="3451"/>
                        <a:pt x="422815" y="5928"/>
                      </a:cubicBezTo>
                      <a:cubicBezTo>
                        <a:pt x="446056" y="7642"/>
                        <a:pt x="469582" y="10786"/>
                        <a:pt x="493109" y="12691"/>
                      </a:cubicBezTo>
                      <a:cubicBezTo>
                        <a:pt x="516636" y="14881"/>
                        <a:pt x="540068" y="16691"/>
                        <a:pt x="563594" y="18596"/>
                      </a:cubicBezTo>
                      <a:cubicBezTo>
                        <a:pt x="657606" y="25740"/>
                        <a:pt x="751713" y="31455"/>
                        <a:pt x="845915" y="36217"/>
                      </a:cubicBezTo>
                      <a:cubicBezTo>
                        <a:pt x="940118" y="40885"/>
                        <a:pt x="1034320" y="44599"/>
                        <a:pt x="1128617" y="46028"/>
                      </a:cubicBezTo>
                      <a:cubicBezTo>
                        <a:pt x="1175766" y="46504"/>
                        <a:pt x="1223010" y="46790"/>
                        <a:pt x="1270159" y="45171"/>
                      </a:cubicBezTo>
                      <a:lnTo>
                        <a:pt x="1305592" y="43742"/>
                      </a:lnTo>
                      <a:lnTo>
                        <a:pt x="1341025" y="40885"/>
                      </a:lnTo>
                      <a:cubicBezTo>
                        <a:pt x="1352836" y="40313"/>
                        <a:pt x="1364647" y="37646"/>
                        <a:pt x="1376363" y="36027"/>
                      </a:cubicBezTo>
                      <a:lnTo>
                        <a:pt x="1411033" y="30598"/>
                      </a:lnTo>
                      <a:cubicBezTo>
                        <a:pt x="1457515" y="24787"/>
                        <a:pt x="1504569" y="22025"/>
                        <a:pt x="1551623" y="19834"/>
                      </a:cubicBezTo>
                      <a:cubicBezTo>
                        <a:pt x="1598676" y="17548"/>
                        <a:pt x="1645730" y="16310"/>
                        <a:pt x="1692878" y="15072"/>
                      </a:cubicBezTo>
                      <a:cubicBezTo>
                        <a:pt x="1881283" y="11071"/>
                        <a:pt x="2069782" y="11548"/>
                        <a:pt x="2258282" y="14881"/>
                      </a:cubicBezTo>
                      <a:cubicBezTo>
                        <a:pt x="2352485" y="16786"/>
                        <a:pt x="2446687" y="19358"/>
                        <a:pt x="2540794" y="24216"/>
                      </a:cubicBezTo>
                      <a:lnTo>
                        <a:pt x="2576036" y="26121"/>
                      </a:lnTo>
                      <a:lnTo>
                        <a:pt x="2611279" y="28883"/>
                      </a:lnTo>
                      <a:lnTo>
                        <a:pt x="2681764" y="34693"/>
                      </a:lnTo>
                      <a:cubicBezTo>
                        <a:pt x="2728818" y="38027"/>
                        <a:pt x="2775871" y="40885"/>
                        <a:pt x="2823019" y="42694"/>
                      </a:cubicBezTo>
                      <a:cubicBezTo>
                        <a:pt x="2917222" y="46695"/>
                        <a:pt x="3011520" y="47933"/>
                        <a:pt x="3105817" y="47838"/>
                      </a:cubicBezTo>
                      <a:cubicBezTo>
                        <a:pt x="3200114" y="47457"/>
                        <a:pt x="3294412" y="45742"/>
                        <a:pt x="3388614" y="40599"/>
                      </a:cubicBezTo>
                      <a:cubicBezTo>
                        <a:pt x="3412236" y="38980"/>
                        <a:pt x="3435667" y="37646"/>
                        <a:pt x="3459099" y="36503"/>
                      </a:cubicBezTo>
                      <a:cubicBezTo>
                        <a:pt x="3482626" y="35836"/>
                        <a:pt x="3506153" y="35360"/>
                        <a:pt x="3529679" y="35360"/>
                      </a:cubicBezTo>
                      <a:cubicBezTo>
                        <a:pt x="3576733" y="35265"/>
                        <a:pt x="3623882" y="36027"/>
                        <a:pt x="3670935" y="37075"/>
                      </a:cubicBezTo>
                      <a:cubicBezTo>
                        <a:pt x="3765137" y="39265"/>
                        <a:pt x="3859340" y="42885"/>
                        <a:pt x="3953542" y="45647"/>
                      </a:cubicBezTo>
                      <a:cubicBezTo>
                        <a:pt x="4000691" y="46981"/>
                        <a:pt x="4047744" y="48505"/>
                        <a:pt x="4094988" y="48886"/>
                      </a:cubicBezTo>
                      <a:cubicBezTo>
                        <a:pt x="4118515" y="48981"/>
                        <a:pt x="4142613" y="48505"/>
                        <a:pt x="4165854" y="46695"/>
                      </a:cubicBezTo>
                      <a:cubicBezTo>
                        <a:pt x="4189381" y="45457"/>
                        <a:pt x="4212908" y="44409"/>
                        <a:pt x="4236434" y="43552"/>
                      </a:cubicBezTo>
                      <a:cubicBezTo>
                        <a:pt x="4330256" y="40027"/>
                        <a:pt x="4420743" y="37837"/>
                        <a:pt x="4514660" y="35646"/>
                      </a:cubicBezTo>
                      <a:lnTo>
                        <a:pt x="4514565" y="27073"/>
                      </a:lnTo>
                      <a:cubicBezTo>
                        <a:pt x="4421124" y="29074"/>
                        <a:pt x="4329685" y="30979"/>
                        <a:pt x="4236149" y="34598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03" name="Forme libre : forme 9702">
                  <a:extLst>
                    <a:ext uri="{FF2B5EF4-FFF2-40B4-BE49-F238E27FC236}">
                      <a16:creationId xmlns:a16="http://schemas.microsoft.com/office/drawing/2014/main" id="{85AFC68C-A06E-4E00-BA06-AE138067321F}"/>
                    </a:ext>
                  </a:extLst>
                </p:cNvPr>
                <p:cNvSpPr/>
                <p:nvPr/>
              </p:nvSpPr>
              <p:spPr>
                <a:xfrm>
                  <a:off x="6562729" y="2320575"/>
                  <a:ext cx="2095" cy="571"/>
                </a:xfrm>
                <a:custGeom>
                  <a:avLst/>
                  <a:gdLst>
                    <a:gd name="connsiteX0" fmla="*/ 2095 w 2095"/>
                    <a:gd name="connsiteY0" fmla="*/ 0 h 571"/>
                    <a:gd name="connsiteX1" fmla="*/ 952 w 2095"/>
                    <a:gd name="connsiteY1" fmla="*/ 0 h 571"/>
                    <a:gd name="connsiteX2" fmla="*/ 0 w 2095"/>
                    <a:gd name="connsiteY2" fmla="*/ 571 h 571"/>
                    <a:gd name="connsiteX3" fmla="*/ 2095 w 2095"/>
                    <a:gd name="connsiteY3" fmla="*/ 0 h 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5" h="571">
                      <a:moveTo>
                        <a:pt x="2095" y="0"/>
                      </a:moveTo>
                      <a:cubicBezTo>
                        <a:pt x="1714" y="0"/>
                        <a:pt x="1334" y="0"/>
                        <a:pt x="952" y="0"/>
                      </a:cubicBezTo>
                      <a:cubicBezTo>
                        <a:pt x="667" y="190"/>
                        <a:pt x="285" y="381"/>
                        <a:pt x="0" y="571"/>
                      </a:cubicBezTo>
                      <a:lnTo>
                        <a:pt x="2095" y="0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04" name="Forme libre : forme 9703">
                  <a:extLst>
                    <a:ext uri="{FF2B5EF4-FFF2-40B4-BE49-F238E27FC236}">
                      <a16:creationId xmlns:a16="http://schemas.microsoft.com/office/drawing/2014/main" id="{588BBBA9-4EEF-43AE-B73E-577C7F91795D}"/>
                    </a:ext>
                  </a:extLst>
                </p:cNvPr>
                <p:cNvSpPr/>
                <p:nvPr/>
              </p:nvSpPr>
              <p:spPr>
                <a:xfrm>
                  <a:off x="3025906" y="2315432"/>
                  <a:ext cx="1765268" cy="58070"/>
                </a:xfrm>
                <a:custGeom>
                  <a:avLst/>
                  <a:gdLst>
                    <a:gd name="connsiteX0" fmla="*/ 0 w 1765268"/>
                    <a:gd name="connsiteY0" fmla="*/ 50863 h 58070"/>
                    <a:gd name="connsiteX1" fmla="*/ 442055 w 1765268"/>
                    <a:gd name="connsiteY1" fmla="*/ 48196 h 58070"/>
                    <a:gd name="connsiteX2" fmla="*/ 552450 w 1765268"/>
                    <a:gd name="connsiteY2" fmla="*/ 45149 h 58070"/>
                    <a:gd name="connsiteX3" fmla="*/ 607505 w 1765268"/>
                    <a:gd name="connsiteY3" fmla="*/ 41338 h 58070"/>
                    <a:gd name="connsiteX4" fmla="*/ 661225 w 1765268"/>
                    <a:gd name="connsiteY4" fmla="*/ 30766 h 58070"/>
                    <a:gd name="connsiteX5" fmla="*/ 674751 w 1765268"/>
                    <a:gd name="connsiteY5" fmla="*/ 27146 h 58070"/>
                    <a:gd name="connsiteX6" fmla="*/ 688372 w 1765268"/>
                    <a:gd name="connsiteY6" fmla="*/ 24670 h 58070"/>
                    <a:gd name="connsiteX7" fmla="*/ 715804 w 1765268"/>
                    <a:gd name="connsiteY7" fmla="*/ 20479 h 58070"/>
                    <a:gd name="connsiteX8" fmla="*/ 770763 w 1765268"/>
                    <a:gd name="connsiteY8" fmla="*/ 14478 h 58070"/>
                    <a:gd name="connsiteX9" fmla="*/ 881063 w 1765268"/>
                    <a:gd name="connsiteY9" fmla="*/ 6667 h 58070"/>
                    <a:gd name="connsiteX10" fmla="*/ 1102233 w 1765268"/>
                    <a:gd name="connsiteY10" fmla="*/ 0 h 58070"/>
                    <a:gd name="connsiteX11" fmla="*/ 1213009 w 1765268"/>
                    <a:gd name="connsiteY11" fmla="*/ 2667 h 58070"/>
                    <a:gd name="connsiteX12" fmla="*/ 1323213 w 1765268"/>
                    <a:gd name="connsiteY12" fmla="*/ 6191 h 58070"/>
                    <a:gd name="connsiteX13" fmla="*/ 1544193 w 1765268"/>
                    <a:gd name="connsiteY13" fmla="*/ 10573 h 58070"/>
                    <a:gd name="connsiteX14" fmla="*/ 1765268 w 1765268"/>
                    <a:gd name="connsiteY14" fmla="*/ 15050 h 58070"/>
                    <a:gd name="connsiteX15" fmla="*/ 1765268 w 1765268"/>
                    <a:gd name="connsiteY15" fmla="*/ 16002 h 58070"/>
                    <a:gd name="connsiteX16" fmla="*/ 1544193 w 1765268"/>
                    <a:gd name="connsiteY16" fmla="*/ 17431 h 58070"/>
                    <a:gd name="connsiteX17" fmla="*/ 1323023 w 1765268"/>
                    <a:gd name="connsiteY17" fmla="*/ 16002 h 58070"/>
                    <a:gd name="connsiteX18" fmla="*/ 1212247 w 1765268"/>
                    <a:gd name="connsiteY18" fmla="*/ 12573 h 58070"/>
                    <a:gd name="connsiteX19" fmla="*/ 1102138 w 1765268"/>
                    <a:gd name="connsiteY19" fmla="*/ 8954 h 58070"/>
                    <a:gd name="connsiteX20" fmla="*/ 881253 w 1765268"/>
                    <a:gd name="connsiteY20" fmla="*/ 11811 h 58070"/>
                    <a:gd name="connsiteX21" fmla="*/ 770954 w 1765268"/>
                    <a:gd name="connsiteY21" fmla="*/ 17812 h 58070"/>
                    <a:gd name="connsiteX22" fmla="*/ 662178 w 1765268"/>
                    <a:gd name="connsiteY22" fmla="*/ 33909 h 58070"/>
                    <a:gd name="connsiteX23" fmla="*/ 648938 w 1765268"/>
                    <a:gd name="connsiteY23" fmla="*/ 38005 h 58070"/>
                    <a:gd name="connsiteX24" fmla="*/ 635317 w 1765268"/>
                    <a:gd name="connsiteY24" fmla="*/ 41243 h 58070"/>
                    <a:gd name="connsiteX25" fmla="*/ 607886 w 1765268"/>
                    <a:gd name="connsiteY25" fmla="*/ 45244 h 58070"/>
                    <a:gd name="connsiteX26" fmla="*/ 552736 w 1765268"/>
                    <a:gd name="connsiteY26" fmla="*/ 50483 h 58070"/>
                    <a:gd name="connsiteX27" fmla="*/ 442246 w 1765268"/>
                    <a:gd name="connsiteY27" fmla="*/ 56198 h 58070"/>
                    <a:gd name="connsiteX28" fmla="*/ 221075 w 1765268"/>
                    <a:gd name="connsiteY28" fmla="*/ 57626 h 58070"/>
                    <a:gd name="connsiteX29" fmla="*/ 0 w 1765268"/>
                    <a:gd name="connsiteY29" fmla="*/ 51816 h 58070"/>
                    <a:gd name="connsiteX30" fmla="*/ 0 w 1765268"/>
                    <a:gd name="connsiteY30" fmla="*/ 50863 h 58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765268" h="58070">
                      <a:moveTo>
                        <a:pt x="0" y="50863"/>
                      </a:moveTo>
                      <a:cubicBezTo>
                        <a:pt x="147447" y="50387"/>
                        <a:pt x="294799" y="50673"/>
                        <a:pt x="442055" y="48196"/>
                      </a:cubicBezTo>
                      <a:cubicBezTo>
                        <a:pt x="478822" y="47625"/>
                        <a:pt x="515683" y="46958"/>
                        <a:pt x="552450" y="45149"/>
                      </a:cubicBezTo>
                      <a:cubicBezTo>
                        <a:pt x="570833" y="44291"/>
                        <a:pt x="589216" y="43053"/>
                        <a:pt x="607505" y="41338"/>
                      </a:cubicBezTo>
                      <a:cubicBezTo>
                        <a:pt x="625888" y="39624"/>
                        <a:pt x="643795" y="36767"/>
                        <a:pt x="661225" y="30766"/>
                      </a:cubicBezTo>
                      <a:cubicBezTo>
                        <a:pt x="665702" y="29623"/>
                        <a:pt x="670179" y="27908"/>
                        <a:pt x="674751" y="27146"/>
                      </a:cubicBezTo>
                      <a:lnTo>
                        <a:pt x="688372" y="24670"/>
                      </a:lnTo>
                      <a:cubicBezTo>
                        <a:pt x="697421" y="22765"/>
                        <a:pt x="706660" y="21908"/>
                        <a:pt x="715804" y="20479"/>
                      </a:cubicBezTo>
                      <a:cubicBezTo>
                        <a:pt x="734092" y="17812"/>
                        <a:pt x="752475" y="16192"/>
                        <a:pt x="770763" y="14478"/>
                      </a:cubicBezTo>
                      <a:cubicBezTo>
                        <a:pt x="807530" y="11240"/>
                        <a:pt x="844296" y="8668"/>
                        <a:pt x="881063" y="6667"/>
                      </a:cubicBezTo>
                      <a:cubicBezTo>
                        <a:pt x="954691" y="2762"/>
                        <a:pt x="1028414" y="286"/>
                        <a:pt x="1102233" y="0"/>
                      </a:cubicBezTo>
                      <a:cubicBezTo>
                        <a:pt x="1139095" y="95"/>
                        <a:pt x="1176052" y="-95"/>
                        <a:pt x="1213009" y="2667"/>
                      </a:cubicBezTo>
                      <a:cubicBezTo>
                        <a:pt x="1249489" y="4477"/>
                        <a:pt x="1286447" y="5334"/>
                        <a:pt x="1323213" y="6191"/>
                      </a:cubicBezTo>
                      <a:lnTo>
                        <a:pt x="1544193" y="10573"/>
                      </a:lnTo>
                      <a:cubicBezTo>
                        <a:pt x="1617916" y="11906"/>
                        <a:pt x="1691544" y="13145"/>
                        <a:pt x="1765268" y="15050"/>
                      </a:cubicBezTo>
                      <a:lnTo>
                        <a:pt x="1765268" y="16002"/>
                      </a:lnTo>
                      <a:cubicBezTo>
                        <a:pt x="1691544" y="17240"/>
                        <a:pt x="1617821" y="17431"/>
                        <a:pt x="1544193" y="17431"/>
                      </a:cubicBezTo>
                      <a:cubicBezTo>
                        <a:pt x="1470470" y="17526"/>
                        <a:pt x="1396746" y="17526"/>
                        <a:pt x="1323023" y="16002"/>
                      </a:cubicBezTo>
                      <a:cubicBezTo>
                        <a:pt x="1286161" y="15145"/>
                        <a:pt x="1249394" y="14859"/>
                        <a:pt x="1212247" y="12573"/>
                      </a:cubicBezTo>
                      <a:cubicBezTo>
                        <a:pt x="1175671" y="9525"/>
                        <a:pt x="1138904" y="9430"/>
                        <a:pt x="1102138" y="8954"/>
                      </a:cubicBezTo>
                      <a:cubicBezTo>
                        <a:pt x="1028509" y="8763"/>
                        <a:pt x="954881" y="9144"/>
                        <a:pt x="881253" y="11811"/>
                      </a:cubicBezTo>
                      <a:cubicBezTo>
                        <a:pt x="844487" y="13240"/>
                        <a:pt x="807625" y="14669"/>
                        <a:pt x="770954" y="17812"/>
                      </a:cubicBezTo>
                      <a:cubicBezTo>
                        <a:pt x="734473" y="21241"/>
                        <a:pt x="697230" y="23908"/>
                        <a:pt x="662178" y="33909"/>
                      </a:cubicBezTo>
                      <a:lnTo>
                        <a:pt x="648938" y="38005"/>
                      </a:lnTo>
                      <a:cubicBezTo>
                        <a:pt x="644462" y="39433"/>
                        <a:pt x="639889" y="40100"/>
                        <a:pt x="635317" y="41243"/>
                      </a:cubicBezTo>
                      <a:cubicBezTo>
                        <a:pt x="626173" y="42863"/>
                        <a:pt x="617030" y="44196"/>
                        <a:pt x="607886" y="45244"/>
                      </a:cubicBezTo>
                      <a:cubicBezTo>
                        <a:pt x="589502" y="47435"/>
                        <a:pt x="571119" y="49149"/>
                        <a:pt x="552736" y="50483"/>
                      </a:cubicBezTo>
                      <a:cubicBezTo>
                        <a:pt x="515969" y="53150"/>
                        <a:pt x="479107" y="54959"/>
                        <a:pt x="442246" y="56198"/>
                      </a:cubicBezTo>
                      <a:cubicBezTo>
                        <a:pt x="368522" y="58483"/>
                        <a:pt x="294799" y="58293"/>
                        <a:pt x="221075" y="57626"/>
                      </a:cubicBezTo>
                      <a:cubicBezTo>
                        <a:pt x="147352" y="56769"/>
                        <a:pt x="73628" y="54959"/>
                        <a:pt x="0" y="51816"/>
                      </a:cubicBezTo>
                      <a:lnTo>
                        <a:pt x="0" y="50863"/>
                      </a:ln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05" name="Forme libre : forme 9704">
                  <a:extLst>
                    <a:ext uri="{FF2B5EF4-FFF2-40B4-BE49-F238E27FC236}">
                      <a16:creationId xmlns:a16="http://schemas.microsoft.com/office/drawing/2014/main" id="{15AAC1E1-1E5D-4ABD-B338-9CD49ECD660D}"/>
                    </a:ext>
                  </a:extLst>
                </p:cNvPr>
                <p:cNvSpPr/>
                <p:nvPr/>
              </p:nvSpPr>
              <p:spPr>
                <a:xfrm>
                  <a:off x="3680464" y="2335339"/>
                  <a:ext cx="1689544" cy="42202"/>
                </a:xfrm>
                <a:custGeom>
                  <a:avLst/>
                  <a:gdLst>
                    <a:gd name="connsiteX0" fmla="*/ 0 w 1689544"/>
                    <a:gd name="connsiteY0" fmla="*/ 14573 h 42202"/>
                    <a:gd name="connsiteX1" fmla="*/ 211074 w 1689544"/>
                    <a:gd name="connsiteY1" fmla="*/ 27051 h 42202"/>
                    <a:gd name="connsiteX2" fmla="*/ 422243 w 1689544"/>
                    <a:gd name="connsiteY2" fmla="*/ 34385 h 42202"/>
                    <a:gd name="connsiteX3" fmla="*/ 527780 w 1689544"/>
                    <a:gd name="connsiteY3" fmla="*/ 32480 h 42202"/>
                    <a:gd name="connsiteX4" fmla="*/ 633508 w 1689544"/>
                    <a:gd name="connsiteY4" fmla="*/ 29813 h 42202"/>
                    <a:gd name="connsiteX5" fmla="*/ 844963 w 1689544"/>
                    <a:gd name="connsiteY5" fmla="*/ 24575 h 42202"/>
                    <a:gd name="connsiteX6" fmla="*/ 1056418 w 1689544"/>
                    <a:gd name="connsiteY6" fmla="*/ 20193 h 42202"/>
                    <a:gd name="connsiteX7" fmla="*/ 1162145 w 1689544"/>
                    <a:gd name="connsiteY7" fmla="*/ 19050 h 42202"/>
                    <a:gd name="connsiteX8" fmla="*/ 1267873 w 1689544"/>
                    <a:gd name="connsiteY8" fmla="*/ 19241 h 42202"/>
                    <a:gd name="connsiteX9" fmla="*/ 1479233 w 1689544"/>
                    <a:gd name="connsiteY9" fmla="*/ 16669 h 42202"/>
                    <a:gd name="connsiteX10" fmla="*/ 1584769 w 1689544"/>
                    <a:gd name="connsiteY10" fmla="*/ 12573 h 42202"/>
                    <a:gd name="connsiteX11" fmla="*/ 1637443 w 1689544"/>
                    <a:gd name="connsiteY11" fmla="*/ 8477 h 42202"/>
                    <a:gd name="connsiteX12" fmla="*/ 1689544 w 1689544"/>
                    <a:gd name="connsiteY12" fmla="*/ 0 h 42202"/>
                    <a:gd name="connsiteX13" fmla="*/ 1637634 w 1689544"/>
                    <a:gd name="connsiteY13" fmla="*/ 9620 h 42202"/>
                    <a:gd name="connsiteX14" fmla="*/ 1584960 w 1689544"/>
                    <a:gd name="connsiteY14" fmla="*/ 14954 h 42202"/>
                    <a:gd name="connsiteX15" fmla="*/ 1479423 w 1689544"/>
                    <a:gd name="connsiteY15" fmla="*/ 21336 h 42202"/>
                    <a:gd name="connsiteX16" fmla="*/ 1267968 w 1689544"/>
                    <a:gd name="connsiteY16" fmla="*/ 26670 h 42202"/>
                    <a:gd name="connsiteX17" fmla="*/ 1056513 w 1689544"/>
                    <a:gd name="connsiteY17" fmla="*/ 29051 h 42202"/>
                    <a:gd name="connsiteX18" fmla="*/ 845153 w 1689544"/>
                    <a:gd name="connsiteY18" fmla="*/ 34290 h 42202"/>
                    <a:gd name="connsiteX19" fmla="*/ 633794 w 1689544"/>
                    <a:gd name="connsiteY19" fmla="*/ 38672 h 42202"/>
                    <a:gd name="connsiteX20" fmla="*/ 528161 w 1689544"/>
                    <a:gd name="connsiteY20" fmla="*/ 40862 h 42202"/>
                    <a:gd name="connsiteX21" fmla="*/ 422338 w 1689544"/>
                    <a:gd name="connsiteY21" fmla="*/ 41910 h 42202"/>
                    <a:gd name="connsiteX22" fmla="*/ 0 w 1689544"/>
                    <a:gd name="connsiteY22" fmla="*/ 14573 h 42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689544" h="42202">
                      <a:moveTo>
                        <a:pt x="0" y="14573"/>
                      </a:moveTo>
                      <a:cubicBezTo>
                        <a:pt x="70295" y="19431"/>
                        <a:pt x="140684" y="23622"/>
                        <a:pt x="211074" y="27051"/>
                      </a:cubicBezTo>
                      <a:cubicBezTo>
                        <a:pt x="281464" y="30671"/>
                        <a:pt x="351854" y="33909"/>
                        <a:pt x="422243" y="34385"/>
                      </a:cubicBezTo>
                      <a:cubicBezTo>
                        <a:pt x="457390" y="34766"/>
                        <a:pt x="492538" y="33147"/>
                        <a:pt x="527780" y="32480"/>
                      </a:cubicBezTo>
                      <a:lnTo>
                        <a:pt x="633508" y="29813"/>
                      </a:lnTo>
                      <a:lnTo>
                        <a:pt x="844963" y="24575"/>
                      </a:lnTo>
                      <a:lnTo>
                        <a:pt x="1056418" y="20193"/>
                      </a:lnTo>
                      <a:cubicBezTo>
                        <a:pt x="1091660" y="19431"/>
                        <a:pt x="1126902" y="18574"/>
                        <a:pt x="1162145" y="19050"/>
                      </a:cubicBezTo>
                      <a:lnTo>
                        <a:pt x="1267873" y="19241"/>
                      </a:lnTo>
                      <a:cubicBezTo>
                        <a:pt x="1338358" y="19241"/>
                        <a:pt x="1408748" y="18574"/>
                        <a:pt x="1479233" y="16669"/>
                      </a:cubicBezTo>
                      <a:cubicBezTo>
                        <a:pt x="1514475" y="15907"/>
                        <a:pt x="1549622" y="14573"/>
                        <a:pt x="1584769" y="12573"/>
                      </a:cubicBezTo>
                      <a:cubicBezTo>
                        <a:pt x="1602391" y="11525"/>
                        <a:pt x="1619917" y="10287"/>
                        <a:pt x="1637443" y="8477"/>
                      </a:cubicBezTo>
                      <a:cubicBezTo>
                        <a:pt x="1654969" y="6668"/>
                        <a:pt x="1672399" y="4286"/>
                        <a:pt x="1689544" y="0"/>
                      </a:cubicBezTo>
                      <a:cubicBezTo>
                        <a:pt x="1672495" y="4667"/>
                        <a:pt x="1655064" y="7430"/>
                        <a:pt x="1637634" y="9620"/>
                      </a:cubicBezTo>
                      <a:cubicBezTo>
                        <a:pt x="1620107" y="11811"/>
                        <a:pt x="1602581" y="13526"/>
                        <a:pt x="1584960" y="14954"/>
                      </a:cubicBezTo>
                      <a:cubicBezTo>
                        <a:pt x="1549813" y="17717"/>
                        <a:pt x="1514570" y="19812"/>
                        <a:pt x="1479423" y="21336"/>
                      </a:cubicBezTo>
                      <a:cubicBezTo>
                        <a:pt x="1408938" y="24194"/>
                        <a:pt x="1338453" y="25718"/>
                        <a:pt x="1267968" y="26670"/>
                      </a:cubicBezTo>
                      <a:cubicBezTo>
                        <a:pt x="1197483" y="28099"/>
                        <a:pt x="1126998" y="26384"/>
                        <a:pt x="1056513" y="29051"/>
                      </a:cubicBezTo>
                      <a:lnTo>
                        <a:pt x="845153" y="34290"/>
                      </a:lnTo>
                      <a:lnTo>
                        <a:pt x="633794" y="38672"/>
                      </a:lnTo>
                      <a:lnTo>
                        <a:pt x="528161" y="40862"/>
                      </a:lnTo>
                      <a:cubicBezTo>
                        <a:pt x="493014" y="41529"/>
                        <a:pt x="457676" y="42767"/>
                        <a:pt x="422338" y="41910"/>
                      </a:cubicBezTo>
                      <a:cubicBezTo>
                        <a:pt x="280988" y="38576"/>
                        <a:pt x="140398" y="27146"/>
                        <a:pt x="0" y="14573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06" name="Forme libre : forme 9705">
                  <a:extLst>
                    <a:ext uri="{FF2B5EF4-FFF2-40B4-BE49-F238E27FC236}">
                      <a16:creationId xmlns:a16="http://schemas.microsoft.com/office/drawing/2014/main" id="{2453D062-D837-49D6-9154-45477B49D181}"/>
                    </a:ext>
                  </a:extLst>
                </p:cNvPr>
                <p:cNvSpPr/>
                <p:nvPr/>
              </p:nvSpPr>
              <p:spPr>
                <a:xfrm>
                  <a:off x="4958052" y="2337244"/>
                  <a:ext cx="1235392" cy="61245"/>
                </a:xfrm>
                <a:custGeom>
                  <a:avLst/>
                  <a:gdLst>
                    <a:gd name="connsiteX0" fmla="*/ 0 w 1235392"/>
                    <a:gd name="connsiteY0" fmla="*/ 61246 h 61245"/>
                    <a:gd name="connsiteX1" fmla="*/ 309182 w 1235392"/>
                    <a:gd name="connsiteY1" fmla="*/ 47815 h 61245"/>
                    <a:gd name="connsiteX2" fmla="*/ 618554 w 1235392"/>
                    <a:gd name="connsiteY2" fmla="*/ 36862 h 61245"/>
                    <a:gd name="connsiteX3" fmla="*/ 773239 w 1235392"/>
                    <a:gd name="connsiteY3" fmla="*/ 33623 h 61245"/>
                    <a:gd name="connsiteX4" fmla="*/ 927831 w 1235392"/>
                    <a:gd name="connsiteY4" fmla="*/ 28956 h 61245"/>
                    <a:gd name="connsiteX5" fmla="*/ 1082231 w 1235392"/>
                    <a:gd name="connsiteY5" fmla="*/ 20288 h 61245"/>
                    <a:gd name="connsiteX6" fmla="*/ 1235393 w 1235392"/>
                    <a:gd name="connsiteY6" fmla="*/ 0 h 61245"/>
                    <a:gd name="connsiteX7" fmla="*/ 1082707 w 1235392"/>
                    <a:gd name="connsiteY7" fmla="*/ 24955 h 61245"/>
                    <a:gd name="connsiteX8" fmla="*/ 928307 w 1235392"/>
                    <a:gd name="connsiteY8" fmla="*/ 36290 h 61245"/>
                    <a:gd name="connsiteX9" fmla="*/ 618840 w 1235392"/>
                    <a:gd name="connsiteY9" fmla="*/ 46387 h 61245"/>
                    <a:gd name="connsiteX10" fmla="*/ 309563 w 1235392"/>
                    <a:gd name="connsiteY10" fmla="*/ 55054 h 61245"/>
                    <a:gd name="connsiteX11" fmla="*/ 0 w 1235392"/>
                    <a:gd name="connsiteY11" fmla="*/ 61246 h 61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35392" h="61245">
                      <a:moveTo>
                        <a:pt x="0" y="61246"/>
                      </a:moveTo>
                      <a:cubicBezTo>
                        <a:pt x="103061" y="56007"/>
                        <a:pt x="206121" y="51816"/>
                        <a:pt x="309182" y="47815"/>
                      </a:cubicBezTo>
                      <a:lnTo>
                        <a:pt x="618554" y="36862"/>
                      </a:lnTo>
                      <a:cubicBezTo>
                        <a:pt x="670084" y="34957"/>
                        <a:pt x="721709" y="35052"/>
                        <a:pt x="773239" y="33623"/>
                      </a:cubicBezTo>
                      <a:cubicBezTo>
                        <a:pt x="824770" y="32575"/>
                        <a:pt x="876300" y="30766"/>
                        <a:pt x="927831" y="28956"/>
                      </a:cubicBezTo>
                      <a:cubicBezTo>
                        <a:pt x="979361" y="26956"/>
                        <a:pt x="1030796" y="24384"/>
                        <a:pt x="1082231" y="20288"/>
                      </a:cubicBezTo>
                      <a:cubicBezTo>
                        <a:pt x="1133570" y="16288"/>
                        <a:pt x="1185006" y="11430"/>
                        <a:pt x="1235393" y="0"/>
                      </a:cubicBezTo>
                      <a:cubicBezTo>
                        <a:pt x="1185482" y="13525"/>
                        <a:pt x="1133952" y="19336"/>
                        <a:pt x="1082707" y="24955"/>
                      </a:cubicBezTo>
                      <a:cubicBezTo>
                        <a:pt x="1031272" y="30004"/>
                        <a:pt x="979837" y="33433"/>
                        <a:pt x="928307" y="36290"/>
                      </a:cubicBezTo>
                      <a:cubicBezTo>
                        <a:pt x="825246" y="42196"/>
                        <a:pt x="721995" y="43053"/>
                        <a:pt x="618840" y="46387"/>
                      </a:cubicBezTo>
                      <a:lnTo>
                        <a:pt x="309563" y="55054"/>
                      </a:lnTo>
                      <a:cubicBezTo>
                        <a:pt x="206312" y="57531"/>
                        <a:pt x="103156" y="59912"/>
                        <a:pt x="0" y="61246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07" name="Forme libre : forme 9706">
                  <a:extLst>
                    <a:ext uri="{FF2B5EF4-FFF2-40B4-BE49-F238E27FC236}">
                      <a16:creationId xmlns:a16="http://schemas.microsoft.com/office/drawing/2014/main" id="{DC0C6719-7309-48D4-9271-504C9B7B0283}"/>
                    </a:ext>
                  </a:extLst>
                </p:cNvPr>
                <p:cNvSpPr/>
                <p:nvPr/>
              </p:nvSpPr>
              <p:spPr>
                <a:xfrm>
                  <a:off x="5770916" y="2359247"/>
                  <a:ext cx="792194" cy="23745"/>
                </a:xfrm>
                <a:custGeom>
                  <a:avLst/>
                  <a:gdLst>
                    <a:gd name="connsiteX0" fmla="*/ 784193 w 792194"/>
                    <a:gd name="connsiteY0" fmla="*/ 2858 h 23745"/>
                    <a:gd name="connsiteX1" fmla="*/ 762667 w 792194"/>
                    <a:gd name="connsiteY1" fmla="*/ 6382 h 23745"/>
                    <a:gd name="connsiteX2" fmla="*/ 718185 w 792194"/>
                    <a:gd name="connsiteY2" fmla="*/ 10096 h 23745"/>
                    <a:gd name="connsiteX3" fmla="*/ 359283 w 792194"/>
                    <a:gd name="connsiteY3" fmla="*/ 15335 h 23745"/>
                    <a:gd name="connsiteX4" fmla="*/ 0 w 792194"/>
                    <a:gd name="connsiteY4" fmla="*/ 13811 h 23745"/>
                    <a:gd name="connsiteX5" fmla="*/ 179546 w 792194"/>
                    <a:gd name="connsiteY5" fmla="*/ 18859 h 23745"/>
                    <a:gd name="connsiteX6" fmla="*/ 359188 w 792194"/>
                    <a:gd name="connsiteY6" fmla="*/ 22574 h 23745"/>
                    <a:gd name="connsiteX7" fmla="*/ 538925 w 792194"/>
                    <a:gd name="connsiteY7" fmla="*/ 23717 h 23745"/>
                    <a:gd name="connsiteX8" fmla="*/ 718757 w 792194"/>
                    <a:gd name="connsiteY8" fmla="*/ 19526 h 23745"/>
                    <a:gd name="connsiteX9" fmla="*/ 763810 w 792194"/>
                    <a:gd name="connsiteY9" fmla="*/ 15526 h 23745"/>
                    <a:gd name="connsiteX10" fmla="*/ 786479 w 792194"/>
                    <a:gd name="connsiteY10" fmla="*/ 11621 h 23745"/>
                    <a:gd name="connsiteX11" fmla="*/ 792194 w 792194"/>
                    <a:gd name="connsiteY11" fmla="*/ 9906 h 23745"/>
                    <a:gd name="connsiteX12" fmla="*/ 792099 w 792194"/>
                    <a:gd name="connsiteY12" fmla="*/ 0 h 23745"/>
                    <a:gd name="connsiteX13" fmla="*/ 784193 w 792194"/>
                    <a:gd name="connsiteY13" fmla="*/ 2858 h 23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92194" h="23745">
                      <a:moveTo>
                        <a:pt x="784193" y="2858"/>
                      </a:moveTo>
                      <a:cubicBezTo>
                        <a:pt x="777335" y="4477"/>
                        <a:pt x="770001" y="5620"/>
                        <a:pt x="762667" y="6382"/>
                      </a:cubicBezTo>
                      <a:cubicBezTo>
                        <a:pt x="747998" y="8192"/>
                        <a:pt x="733139" y="9144"/>
                        <a:pt x="718185" y="10096"/>
                      </a:cubicBezTo>
                      <a:cubicBezTo>
                        <a:pt x="598932" y="16573"/>
                        <a:pt x="479012" y="15335"/>
                        <a:pt x="359283" y="15335"/>
                      </a:cubicBezTo>
                      <a:cubicBezTo>
                        <a:pt x="239553" y="15145"/>
                        <a:pt x="119825" y="13240"/>
                        <a:pt x="0" y="13811"/>
                      </a:cubicBezTo>
                      <a:cubicBezTo>
                        <a:pt x="59817" y="14764"/>
                        <a:pt x="119729" y="17335"/>
                        <a:pt x="179546" y="18859"/>
                      </a:cubicBezTo>
                      <a:lnTo>
                        <a:pt x="359188" y="22574"/>
                      </a:lnTo>
                      <a:cubicBezTo>
                        <a:pt x="419100" y="23717"/>
                        <a:pt x="479012" y="23813"/>
                        <a:pt x="538925" y="23717"/>
                      </a:cubicBezTo>
                      <a:cubicBezTo>
                        <a:pt x="598837" y="23431"/>
                        <a:pt x="658749" y="22765"/>
                        <a:pt x="718757" y="19526"/>
                      </a:cubicBezTo>
                      <a:cubicBezTo>
                        <a:pt x="733710" y="18479"/>
                        <a:pt x="748760" y="17526"/>
                        <a:pt x="763810" y="15526"/>
                      </a:cubicBezTo>
                      <a:cubicBezTo>
                        <a:pt x="771334" y="14668"/>
                        <a:pt x="778859" y="13430"/>
                        <a:pt x="786479" y="11621"/>
                      </a:cubicBezTo>
                      <a:cubicBezTo>
                        <a:pt x="788479" y="11144"/>
                        <a:pt x="790384" y="10573"/>
                        <a:pt x="792194" y="9906"/>
                      </a:cubicBezTo>
                      <a:lnTo>
                        <a:pt x="792099" y="0"/>
                      </a:lnTo>
                      <a:cubicBezTo>
                        <a:pt x="789527" y="1333"/>
                        <a:pt x="786860" y="2286"/>
                        <a:pt x="784193" y="2858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08" name="Forme libre : forme 9707">
                  <a:extLst>
                    <a:ext uri="{FF2B5EF4-FFF2-40B4-BE49-F238E27FC236}">
                      <a16:creationId xmlns:a16="http://schemas.microsoft.com/office/drawing/2014/main" id="{25C0337C-B8E8-4331-99EB-139B16EE4E3A}"/>
                    </a:ext>
                  </a:extLst>
                </p:cNvPr>
                <p:cNvSpPr/>
                <p:nvPr/>
              </p:nvSpPr>
              <p:spPr>
                <a:xfrm>
                  <a:off x="5566128" y="2290762"/>
                  <a:ext cx="888968" cy="34014"/>
                </a:xfrm>
                <a:custGeom>
                  <a:avLst/>
                  <a:gdLst>
                    <a:gd name="connsiteX0" fmla="*/ 0 w 888968"/>
                    <a:gd name="connsiteY0" fmla="*/ 0 h 34014"/>
                    <a:gd name="connsiteX1" fmla="*/ 222313 w 888968"/>
                    <a:gd name="connsiteY1" fmla="*/ 7239 h 34014"/>
                    <a:gd name="connsiteX2" fmla="*/ 444532 w 888968"/>
                    <a:gd name="connsiteY2" fmla="*/ 16002 h 34014"/>
                    <a:gd name="connsiteX3" fmla="*/ 666750 w 888968"/>
                    <a:gd name="connsiteY3" fmla="*/ 25241 h 34014"/>
                    <a:gd name="connsiteX4" fmla="*/ 777811 w 888968"/>
                    <a:gd name="connsiteY4" fmla="*/ 29337 h 34014"/>
                    <a:gd name="connsiteX5" fmla="*/ 888968 w 888968"/>
                    <a:gd name="connsiteY5" fmla="*/ 31718 h 34014"/>
                    <a:gd name="connsiteX6" fmla="*/ 666464 w 888968"/>
                    <a:gd name="connsiteY6" fmla="*/ 32575 h 34014"/>
                    <a:gd name="connsiteX7" fmla="*/ 444151 w 888968"/>
                    <a:gd name="connsiteY7" fmla="*/ 25527 h 34014"/>
                    <a:gd name="connsiteX8" fmla="*/ 221932 w 888968"/>
                    <a:gd name="connsiteY8" fmla="*/ 14573 h 34014"/>
                    <a:gd name="connsiteX9" fmla="*/ 0 w 888968"/>
                    <a:gd name="connsiteY9" fmla="*/ 0 h 340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88968" h="34014">
                      <a:moveTo>
                        <a:pt x="0" y="0"/>
                      </a:moveTo>
                      <a:cubicBezTo>
                        <a:pt x="74104" y="1810"/>
                        <a:pt x="148209" y="4572"/>
                        <a:pt x="222313" y="7239"/>
                      </a:cubicBezTo>
                      <a:lnTo>
                        <a:pt x="444532" y="16002"/>
                      </a:lnTo>
                      <a:lnTo>
                        <a:pt x="666750" y="25241"/>
                      </a:lnTo>
                      <a:cubicBezTo>
                        <a:pt x="703802" y="26765"/>
                        <a:pt x="740854" y="28289"/>
                        <a:pt x="777811" y="29337"/>
                      </a:cubicBezTo>
                      <a:cubicBezTo>
                        <a:pt x="814864" y="30861"/>
                        <a:pt x="851916" y="31528"/>
                        <a:pt x="888968" y="31718"/>
                      </a:cubicBezTo>
                      <a:cubicBezTo>
                        <a:pt x="814864" y="35433"/>
                        <a:pt x="740569" y="33814"/>
                        <a:pt x="666464" y="32575"/>
                      </a:cubicBezTo>
                      <a:cubicBezTo>
                        <a:pt x="592264" y="31147"/>
                        <a:pt x="518255" y="28099"/>
                        <a:pt x="444151" y="25527"/>
                      </a:cubicBezTo>
                      <a:cubicBezTo>
                        <a:pt x="370046" y="22098"/>
                        <a:pt x="296037" y="18764"/>
                        <a:pt x="221932" y="14573"/>
                      </a:cubicBezTo>
                      <a:cubicBezTo>
                        <a:pt x="148018" y="10382"/>
                        <a:pt x="74009" y="5810"/>
                        <a:pt x="0" y="0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09" name="Forme libre : forme 9708">
                  <a:extLst>
                    <a:ext uri="{FF2B5EF4-FFF2-40B4-BE49-F238E27FC236}">
                      <a16:creationId xmlns:a16="http://schemas.microsoft.com/office/drawing/2014/main" id="{E8C4DC99-E302-4924-AFF3-0C0AEAF14732}"/>
                    </a:ext>
                  </a:extLst>
                </p:cNvPr>
                <p:cNvSpPr/>
                <p:nvPr/>
              </p:nvSpPr>
              <p:spPr>
                <a:xfrm>
                  <a:off x="355572" y="2450210"/>
                  <a:ext cx="721233" cy="42005"/>
                </a:xfrm>
                <a:custGeom>
                  <a:avLst/>
                  <a:gdLst>
                    <a:gd name="connsiteX0" fmla="*/ 721233 w 721233"/>
                    <a:gd name="connsiteY0" fmla="*/ 0 h 42005"/>
                    <a:gd name="connsiteX1" fmla="*/ 630936 w 721233"/>
                    <a:gd name="connsiteY1" fmla="*/ 6763 h 42005"/>
                    <a:gd name="connsiteX2" fmla="*/ 540639 w 721233"/>
                    <a:gd name="connsiteY2" fmla="*/ 13049 h 42005"/>
                    <a:gd name="connsiteX3" fmla="*/ 450437 w 721233"/>
                    <a:gd name="connsiteY3" fmla="*/ 19907 h 42005"/>
                    <a:gd name="connsiteX4" fmla="*/ 428149 w 721233"/>
                    <a:gd name="connsiteY4" fmla="*/ 22288 h 42005"/>
                    <a:gd name="connsiteX5" fmla="*/ 405384 w 721233"/>
                    <a:gd name="connsiteY5" fmla="*/ 24860 h 42005"/>
                    <a:gd name="connsiteX6" fmla="*/ 360140 w 721233"/>
                    <a:gd name="connsiteY6" fmla="*/ 28289 h 42005"/>
                    <a:gd name="connsiteX7" fmla="*/ 270320 w 721233"/>
                    <a:gd name="connsiteY7" fmla="*/ 35909 h 42005"/>
                    <a:gd name="connsiteX8" fmla="*/ 248317 w 721233"/>
                    <a:gd name="connsiteY8" fmla="*/ 39815 h 42005"/>
                    <a:gd name="connsiteX9" fmla="*/ 236601 w 721233"/>
                    <a:gd name="connsiteY9" fmla="*/ 41529 h 42005"/>
                    <a:gd name="connsiteX10" fmla="*/ 224981 w 721233"/>
                    <a:gd name="connsiteY10" fmla="*/ 42005 h 42005"/>
                    <a:gd name="connsiteX11" fmla="*/ 179356 w 721233"/>
                    <a:gd name="connsiteY11" fmla="*/ 38291 h 42005"/>
                    <a:gd name="connsiteX12" fmla="*/ 89916 w 721233"/>
                    <a:gd name="connsiteY12" fmla="*/ 24098 h 42005"/>
                    <a:gd name="connsiteX13" fmla="*/ 0 w 721233"/>
                    <a:gd name="connsiteY13" fmla="*/ 17812 h 42005"/>
                    <a:gd name="connsiteX14" fmla="*/ 90488 w 721233"/>
                    <a:gd name="connsiteY14" fmla="*/ 19431 h 42005"/>
                    <a:gd name="connsiteX15" fmla="*/ 180213 w 721233"/>
                    <a:gd name="connsiteY15" fmla="*/ 31052 h 42005"/>
                    <a:gd name="connsiteX16" fmla="*/ 224885 w 721233"/>
                    <a:gd name="connsiteY16" fmla="*/ 33814 h 42005"/>
                    <a:gd name="connsiteX17" fmla="*/ 235839 w 721233"/>
                    <a:gd name="connsiteY17" fmla="*/ 33242 h 42005"/>
                    <a:gd name="connsiteX18" fmla="*/ 246507 w 721233"/>
                    <a:gd name="connsiteY18" fmla="*/ 31528 h 42005"/>
                    <a:gd name="connsiteX19" fmla="*/ 269081 w 721233"/>
                    <a:gd name="connsiteY19" fmla="*/ 27242 h 42005"/>
                    <a:gd name="connsiteX20" fmla="*/ 359569 w 721233"/>
                    <a:gd name="connsiteY20" fmla="*/ 18669 h 42005"/>
                    <a:gd name="connsiteX21" fmla="*/ 404622 w 721233"/>
                    <a:gd name="connsiteY21" fmla="*/ 15716 h 42005"/>
                    <a:gd name="connsiteX22" fmla="*/ 426911 w 721233"/>
                    <a:gd name="connsiteY22" fmla="*/ 13430 h 42005"/>
                    <a:gd name="connsiteX23" fmla="*/ 449675 w 721233"/>
                    <a:gd name="connsiteY23" fmla="*/ 11144 h 42005"/>
                    <a:gd name="connsiteX24" fmla="*/ 540163 w 721233"/>
                    <a:gd name="connsiteY24" fmla="*/ 5620 h 42005"/>
                    <a:gd name="connsiteX25" fmla="*/ 721233 w 721233"/>
                    <a:gd name="connsiteY25" fmla="*/ 0 h 42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721233" h="42005">
                      <a:moveTo>
                        <a:pt x="721233" y="0"/>
                      </a:moveTo>
                      <a:lnTo>
                        <a:pt x="630936" y="6763"/>
                      </a:lnTo>
                      <a:lnTo>
                        <a:pt x="540639" y="13049"/>
                      </a:lnTo>
                      <a:cubicBezTo>
                        <a:pt x="510540" y="15430"/>
                        <a:pt x="480441" y="17145"/>
                        <a:pt x="450437" y="19907"/>
                      </a:cubicBezTo>
                      <a:cubicBezTo>
                        <a:pt x="442913" y="20574"/>
                        <a:pt x="435483" y="21336"/>
                        <a:pt x="428149" y="22288"/>
                      </a:cubicBezTo>
                      <a:cubicBezTo>
                        <a:pt x="420529" y="23336"/>
                        <a:pt x="413004" y="24194"/>
                        <a:pt x="405384" y="24860"/>
                      </a:cubicBezTo>
                      <a:cubicBezTo>
                        <a:pt x="390239" y="26289"/>
                        <a:pt x="375190" y="27242"/>
                        <a:pt x="360140" y="28289"/>
                      </a:cubicBezTo>
                      <a:cubicBezTo>
                        <a:pt x="330041" y="30099"/>
                        <a:pt x="299942" y="31718"/>
                        <a:pt x="270320" y="35909"/>
                      </a:cubicBezTo>
                      <a:cubicBezTo>
                        <a:pt x="262890" y="36957"/>
                        <a:pt x="255651" y="38291"/>
                        <a:pt x="248317" y="39815"/>
                      </a:cubicBezTo>
                      <a:cubicBezTo>
                        <a:pt x="244412" y="40386"/>
                        <a:pt x="240506" y="41053"/>
                        <a:pt x="236601" y="41529"/>
                      </a:cubicBezTo>
                      <a:lnTo>
                        <a:pt x="224981" y="42005"/>
                      </a:lnTo>
                      <a:cubicBezTo>
                        <a:pt x="209550" y="42005"/>
                        <a:pt x="194405" y="40291"/>
                        <a:pt x="179356" y="38291"/>
                      </a:cubicBezTo>
                      <a:cubicBezTo>
                        <a:pt x="149352" y="34100"/>
                        <a:pt x="119634" y="28480"/>
                        <a:pt x="89916" y="24098"/>
                      </a:cubicBezTo>
                      <a:cubicBezTo>
                        <a:pt x="60198" y="19526"/>
                        <a:pt x="30194" y="15430"/>
                        <a:pt x="0" y="17812"/>
                      </a:cubicBezTo>
                      <a:cubicBezTo>
                        <a:pt x="30004" y="13240"/>
                        <a:pt x="60484" y="16383"/>
                        <a:pt x="90488" y="19431"/>
                      </a:cubicBezTo>
                      <a:cubicBezTo>
                        <a:pt x="120491" y="22955"/>
                        <a:pt x="150400" y="27718"/>
                        <a:pt x="180213" y="31052"/>
                      </a:cubicBezTo>
                      <a:cubicBezTo>
                        <a:pt x="195167" y="32576"/>
                        <a:pt x="210121" y="33814"/>
                        <a:pt x="224885" y="33814"/>
                      </a:cubicBezTo>
                      <a:lnTo>
                        <a:pt x="235839" y="33242"/>
                      </a:lnTo>
                      <a:lnTo>
                        <a:pt x="246507" y="31528"/>
                      </a:lnTo>
                      <a:cubicBezTo>
                        <a:pt x="254032" y="29813"/>
                        <a:pt x="261556" y="28480"/>
                        <a:pt x="269081" y="27242"/>
                      </a:cubicBezTo>
                      <a:cubicBezTo>
                        <a:pt x="299180" y="22670"/>
                        <a:pt x="329470" y="20765"/>
                        <a:pt x="359569" y="18669"/>
                      </a:cubicBezTo>
                      <a:cubicBezTo>
                        <a:pt x="374618" y="17812"/>
                        <a:pt x="389668" y="16954"/>
                        <a:pt x="404622" y="15716"/>
                      </a:cubicBezTo>
                      <a:cubicBezTo>
                        <a:pt x="412147" y="15145"/>
                        <a:pt x="419481" y="14288"/>
                        <a:pt x="426911" y="13430"/>
                      </a:cubicBezTo>
                      <a:cubicBezTo>
                        <a:pt x="434531" y="12478"/>
                        <a:pt x="442150" y="11811"/>
                        <a:pt x="449675" y="11144"/>
                      </a:cubicBezTo>
                      <a:cubicBezTo>
                        <a:pt x="479870" y="8763"/>
                        <a:pt x="509969" y="6858"/>
                        <a:pt x="540163" y="5620"/>
                      </a:cubicBezTo>
                      <a:cubicBezTo>
                        <a:pt x="600551" y="3048"/>
                        <a:pt x="660845" y="953"/>
                        <a:pt x="721233" y="0"/>
                      </a:cubicBezTo>
                      <a:close/>
                    </a:path>
                  </a:pathLst>
                </a:custGeom>
                <a:solidFill>
                  <a:srgbClr val="D37F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10" name="Forme libre : forme 9709">
                  <a:extLst>
                    <a:ext uri="{FF2B5EF4-FFF2-40B4-BE49-F238E27FC236}">
                      <a16:creationId xmlns:a16="http://schemas.microsoft.com/office/drawing/2014/main" id="{B9409DAD-249C-4FCB-83E8-B6C62C409F6D}"/>
                    </a:ext>
                  </a:extLst>
                </p:cNvPr>
                <p:cNvSpPr/>
                <p:nvPr/>
              </p:nvSpPr>
              <p:spPr>
                <a:xfrm>
                  <a:off x="6563396" y="2053875"/>
                  <a:ext cx="610838" cy="356711"/>
                </a:xfrm>
                <a:custGeom>
                  <a:avLst/>
                  <a:gdLst>
                    <a:gd name="connsiteX0" fmla="*/ 610552 w 610838"/>
                    <a:gd name="connsiteY0" fmla="*/ 0 h 356711"/>
                    <a:gd name="connsiteX1" fmla="*/ 452056 w 610838"/>
                    <a:gd name="connsiteY1" fmla="*/ 78200 h 356711"/>
                    <a:gd name="connsiteX2" fmla="*/ 371570 w 610838"/>
                    <a:gd name="connsiteY2" fmla="*/ 114490 h 356711"/>
                    <a:gd name="connsiteX3" fmla="*/ 330898 w 610838"/>
                    <a:gd name="connsiteY3" fmla="*/ 131921 h 356711"/>
                    <a:gd name="connsiteX4" fmla="*/ 310991 w 610838"/>
                    <a:gd name="connsiteY4" fmla="*/ 141732 h 356711"/>
                    <a:gd name="connsiteX5" fmla="*/ 291465 w 610838"/>
                    <a:gd name="connsiteY5" fmla="*/ 152209 h 356711"/>
                    <a:gd name="connsiteX6" fmla="*/ 142494 w 610838"/>
                    <a:gd name="connsiteY6" fmla="*/ 247555 h 356711"/>
                    <a:gd name="connsiteX7" fmla="*/ 0 w 610838"/>
                    <a:gd name="connsiteY7" fmla="*/ 350425 h 356711"/>
                    <a:gd name="connsiteX8" fmla="*/ 0 w 610838"/>
                    <a:gd name="connsiteY8" fmla="*/ 350520 h 356711"/>
                    <a:gd name="connsiteX9" fmla="*/ 857 w 610838"/>
                    <a:gd name="connsiteY9" fmla="*/ 350520 h 356711"/>
                    <a:gd name="connsiteX10" fmla="*/ 0 w 610838"/>
                    <a:gd name="connsiteY10" fmla="*/ 350806 h 356711"/>
                    <a:gd name="connsiteX11" fmla="*/ 95 w 610838"/>
                    <a:gd name="connsiteY11" fmla="*/ 356711 h 356711"/>
                    <a:gd name="connsiteX12" fmla="*/ 1143 w 610838"/>
                    <a:gd name="connsiteY12" fmla="*/ 356711 h 356711"/>
                    <a:gd name="connsiteX13" fmla="*/ 2095 w 610838"/>
                    <a:gd name="connsiteY13" fmla="*/ 356711 h 356711"/>
                    <a:gd name="connsiteX14" fmla="*/ 2857 w 610838"/>
                    <a:gd name="connsiteY14" fmla="*/ 356140 h 356711"/>
                    <a:gd name="connsiteX15" fmla="*/ 145446 w 610838"/>
                    <a:gd name="connsiteY15" fmla="*/ 252031 h 356711"/>
                    <a:gd name="connsiteX16" fmla="*/ 293561 w 610838"/>
                    <a:gd name="connsiteY16" fmla="*/ 156210 h 356711"/>
                    <a:gd name="connsiteX17" fmla="*/ 312896 w 610838"/>
                    <a:gd name="connsiteY17" fmla="*/ 145542 h 356711"/>
                    <a:gd name="connsiteX18" fmla="*/ 332518 w 610838"/>
                    <a:gd name="connsiteY18" fmla="*/ 135636 h 356711"/>
                    <a:gd name="connsiteX19" fmla="*/ 372903 w 610838"/>
                    <a:gd name="connsiteY19" fmla="*/ 117824 h 356711"/>
                    <a:gd name="connsiteX20" fmla="*/ 453104 w 610838"/>
                    <a:gd name="connsiteY20" fmla="*/ 80677 h 356711"/>
                    <a:gd name="connsiteX21" fmla="*/ 610838 w 610838"/>
                    <a:gd name="connsiteY21" fmla="*/ 952 h 356711"/>
                    <a:gd name="connsiteX22" fmla="*/ 610552 w 610838"/>
                    <a:gd name="connsiteY22" fmla="*/ 0 h 356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10838" h="356711">
                      <a:moveTo>
                        <a:pt x="610552" y="0"/>
                      </a:moveTo>
                      <a:cubicBezTo>
                        <a:pt x="558165" y="26956"/>
                        <a:pt x="505396" y="53054"/>
                        <a:pt x="452056" y="78200"/>
                      </a:cubicBezTo>
                      <a:cubicBezTo>
                        <a:pt x="425386" y="90678"/>
                        <a:pt x="398621" y="102965"/>
                        <a:pt x="371570" y="114490"/>
                      </a:cubicBezTo>
                      <a:cubicBezTo>
                        <a:pt x="358044" y="120301"/>
                        <a:pt x="344424" y="125635"/>
                        <a:pt x="330898" y="131921"/>
                      </a:cubicBezTo>
                      <a:cubicBezTo>
                        <a:pt x="324040" y="134779"/>
                        <a:pt x="317563" y="138398"/>
                        <a:pt x="310991" y="141732"/>
                      </a:cubicBezTo>
                      <a:cubicBezTo>
                        <a:pt x="304419" y="145066"/>
                        <a:pt x="297846" y="148495"/>
                        <a:pt x="291465" y="152209"/>
                      </a:cubicBezTo>
                      <a:cubicBezTo>
                        <a:pt x="240030" y="181261"/>
                        <a:pt x="190976" y="214122"/>
                        <a:pt x="142494" y="247555"/>
                      </a:cubicBezTo>
                      <a:cubicBezTo>
                        <a:pt x="94297" y="280892"/>
                        <a:pt x="46863" y="315277"/>
                        <a:pt x="0" y="350425"/>
                      </a:cubicBezTo>
                      <a:lnTo>
                        <a:pt x="0" y="350520"/>
                      </a:lnTo>
                      <a:cubicBezTo>
                        <a:pt x="285" y="350520"/>
                        <a:pt x="571" y="350520"/>
                        <a:pt x="857" y="350520"/>
                      </a:cubicBezTo>
                      <a:lnTo>
                        <a:pt x="0" y="350806"/>
                      </a:lnTo>
                      <a:lnTo>
                        <a:pt x="95" y="356711"/>
                      </a:lnTo>
                      <a:cubicBezTo>
                        <a:pt x="476" y="356711"/>
                        <a:pt x="762" y="356711"/>
                        <a:pt x="1143" y="356711"/>
                      </a:cubicBezTo>
                      <a:lnTo>
                        <a:pt x="2095" y="356711"/>
                      </a:lnTo>
                      <a:lnTo>
                        <a:pt x="2857" y="356140"/>
                      </a:lnTo>
                      <a:cubicBezTo>
                        <a:pt x="49720" y="320516"/>
                        <a:pt x="97250" y="285750"/>
                        <a:pt x="145446" y="252031"/>
                      </a:cubicBezTo>
                      <a:cubicBezTo>
                        <a:pt x="193738" y="218408"/>
                        <a:pt x="242601" y="185356"/>
                        <a:pt x="293561" y="156210"/>
                      </a:cubicBezTo>
                      <a:cubicBezTo>
                        <a:pt x="299847" y="152495"/>
                        <a:pt x="306324" y="148971"/>
                        <a:pt x="312896" y="145542"/>
                      </a:cubicBezTo>
                      <a:cubicBezTo>
                        <a:pt x="319373" y="142113"/>
                        <a:pt x="325755" y="138493"/>
                        <a:pt x="332518" y="135636"/>
                      </a:cubicBezTo>
                      <a:cubicBezTo>
                        <a:pt x="345662" y="129350"/>
                        <a:pt x="359378" y="123825"/>
                        <a:pt x="372903" y="117824"/>
                      </a:cubicBezTo>
                      <a:cubicBezTo>
                        <a:pt x="399859" y="105918"/>
                        <a:pt x="426625" y="93440"/>
                        <a:pt x="453104" y="80677"/>
                      </a:cubicBezTo>
                      <a:cubicBezTo>
                        <a:pt x="506158" y="55054"/>
                        <a:pt x="558736" y="28384"/>
                        <a:pt x="610838" y="952"/>
                      </a:cubicBezTo>
                      <a:lnTo>
                        <a:pt x="610552" y="0"/>
                      </a:lnTo>
                      <a:close/>
                    </a:path>
                  </a:pathLst>
                </a:custGeom>
                <a:solidFill>
                  <a:srgbClr val="A557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11" name="Forme libre : forme 9710">
                  <a:extLst>
                    <a:ext uri="{FF2B5EF4-FFF2-40B4-BE49-F238E27FC236}">
                      <a16:creationId xmlns:a16="http://schemas.microsoft.com/office/drawing/2014/main" id="{152C6408-3178-4CCA-9832-93EEACA75C3F}"/>
                    </a:ext>
                  </a:extLst>
                </p:cNvPr>
                <p:cNvSpPr/>
                <p:nvPr/>
              </p:nvSpPr>
              <p:spPr>
                <a:xfrm>
                  <a:off x="6563872" y="1307973"/>
                  <a:ext cx="1597151" cy="1137475"/>
                </a:xfrm>
                <a:custGeom>
                  <a:avLst/>
                  <a:gdLst>
                    <a:gd name="connsiteX0" fmla="*/ 1596676 w 1597151"/>
                    <a:gd name="connsiteY0" fmla="*/ 0 h 1137475"/>
                    <a:gd name="connsiteX1" fmla="*/ 1396269 w 1597151"/>
                    <a:gd name="connsiteY1" fmla="*/ 141065 h 1137475"/>
                    <a:gd name="connsiteX2" fmla="*/ 1342930 w 1597151"/>
                    <a:gd name="connsiteY2" fmla="*/ 170878 h 1137475"/>
                    <a:gd name="connsiteX3" fmla="*/ 1315498 w 1597151"/>
                    <a:gd name="connsiteY3" fmla="*/ 184975 h 1137475"/>
                    <a:gd name="connsiteX4" fmla="*/ 1289018 w 1597151"/>
                    <a:gd name="connsiteY4" fmla="*/ 200787 h 1137475"/>
                    <a:gd name="connsiteX5" fmla="*/ 1188720 w 1597151"/>
                    <a:gd name="connsiteY5" fmla="*/ 271843 h 1137475"/>
                    <a:gd name="connsiteX6" fmla="*/ 1000125 w 1597151"/>
                    <a:gd name="connsiteY6" fmla="*/ 429292 h 1137475"/>
                    <a:gd name="connsiteX7" fmla="*/ 988886 w 1597151"/>
                    <a:gd name="connsiteY7" fmla="*/ 440150 h 1137475"/>
                    <a:gd name="connsiteX8" fmla="*/ 978027 w 1597151"/>
                    <a:gd name="connsiteY8" fmla="*/ 450247 h 1137475"/>
                    <a:gd name="connsiteX9" fmla="*/ 954405 w 1597151"/>
                    <a:gd name="connsiteY9" fmla="*/ 469487 h 1137475"/>
                    <a:gd name="connsiteX10" fmla="*/ 905923 w 1597151"/>
                    <a:gd name="connsiteY10" fmla="*/ 507016 h 1137475"/>
                    <a:gd name="connsiteX11" fmla="*/ 810482 w 1597151"/>
                    <a:gd name="connsiteY11" fmla="*/ 584644 h 1137475"/>
                    <a:gd name="connsiteX12" fmla="*/ 766191 w 1597151"/>
                    <a:gd name="connsiteY12" fmla="*/ 627031 h 1137475"/>
                    <a:gd name="connsiteX13" fmla="*/ 718471 w 1597151"/>
                    <a:gd name="connsiteY13" fmla="*/ 664750 h 1137475"/>
                    <a:gd name="connsiteX14" fmla="*/ 616934 w 1597151"/>
                    <a:gd name="connsiteY14" fmla="*/ 732949 h 1137475"/>
                    <a:gd name="connsiteX15" fmla="*/ 511493 w 1597151"/>
                    <a:gd name="connsiteY15" fmla="*/ 795147 h 1137475"/>
                    <a:gd name="connsiteX16" fmla="*/ 457200 w 1597151"/>
                    <a:gd name="connsiteY16" fmla="*/ 823055 h 1137475"/>
                    <a:gd name="connsiteX17" fmla="*/ 429482 w 1597151"/>
                    <a:gd name="connsiteY17" fmla="*/ 836771 h 1137475"/>
                    <a:gd name="connsiteX18" fmla="*/ 402907 w 1597151"/>
                    <a:gd name="connsiteY18" fmla="*/ 852392 h 1137475"/>
                    <a:gd name="connsiteX19" fmla="*/ 199834 w 1597151"/>
                    <a:gd name="connsiteY19" fmla="*/ 990409 h 1137475"/>
                    <a:gd name="connsiteX20" fmla="*/ 0 w 1597151"/>
                    <a:gd name="connsiteY20" fmla="*/ 1134142 h 1137475"/>
                    <a:gd name="connsiteX21" fmla="*/ 0 w 1597151"/>
                    <a:gd name="connsiteY21" fmla="*/ 1137475 h 1137475"/>
                    <a:gd name="connsiteX22" fmla="*/ 285 w 1597151"/>
                    <a:gd name="connsiteY22" fmla="*/ 1137475 h 1137475"/>
                    <a:gd name="connsiteX23" fmla="*/ 667 w 1597151"/>
                    <a:gd name="connsiteY23" fmla="*/ 1137190 h 1137475"/>
                    <a:gd name="connsiteX24" fmla="*/ 202406 w 1597151"/>
                    <a:gd name="connsiteY24" fmla="*/ 994219 h 1137475"/>
                    <a:gd name="connsiteX25" fmla="*/ 406432 w 1597151"/>
                    <a:gd name="connsiteY25" fmla="*/ 858298 h 1137475"/>
                    <a:gd name="connsiteX26" fmla="*/ 432911 w 1597151"/>
                    <a:gd name="connsiteY26" fmla="*/ 843058 h 1137475"/>
                    <a:gd name="connsiteX27" fmla="*/ 460248 w 1597151"/>
                    <a:gd name="connsiteY27" fmla="*/ 829818 h 1137475"/>
                    <a:gd name="connsiteX28" fmla="*/ 515302 w 1597151"/>
                    <a:gd name="connsiteY28" fmla="*/ 802291 h 1137475"/>
                    <a:gd name="connsiteX29" fmla="*/ 621506 w 1597151"/>
                    <a:gd name="connsiteY29" fmla="*/ 740473 h 1137475"/>
                    <a:gd name="connsiteX30" fmla="*/ 723900 w 1597151"/>
                    <a:gd name="connsiteY30" fmla="*/ 672370 h 1137475"/>
                    <a:gd name="connsiteX31" fmla="*/ 772477 w 1597151"/>
                    <a:gd name="connsiteY31" fmla="*/ 634270 h 1137475"/>
                    <a:gd name="connsiteX32" fmla="*/ 816959 w 1597151"/>
                    <a:gd name="connsiteY32" fmla="*/ 592074 h 1137475"/>
                    <a:gd name="connsiteX33" fmla="*/ 911733 w 1597151"/>
                    <a:gd name="connsiteY33" fmla="*/ 514731 h 1137475"/>
                    <a:gd name="connsiteX34" fmla="*/ 960215 w 1597151"/>
                    <a:gd name="connsiteY34" fmla="*/ 477107 h 1137475"/>
                    <a:gd name="connsiteX35" fmla="*/ 984123 w 1597151"/>
                    <a:gd name="connsiteY35" fmla="*/ 457581 h 1137475"/>
                    <a:gd name="connsiteX36" fmla="*/ 995743 w 1597151"/>
                    <a:gd name="connsiteY36" fmla="*/ 446818 h 1137475"/>
                    <a:gd name="connsiteX37" fmla="*/ 1006507 w 1597151"/>
                    <a:gd name="connsiteY37" fmla="*/ 436340 h 1137475"/>
                    <a:gd name="connsiteX38" fmla="*/ 1193292 w 1597151"/>
                    <a:gd name="connsiteY38" fmla="*/ 277939 h 1137475"/>
                    <a:gd name="connsiteX39" fmla="*/ 1292352 w 1597151"/>
                    <a:gd name="connsiteY39" fmla="*/ 206216 h 1137475"/>
                    <a:gd name="connsiteX40" fmla="*/ 1318355 w 1597151"/>
                    <a:gd name="connsiteY40" fmla="*/ 190309 h 1137475"/>
                    <a:gd name="connsiteX41" fmla="*/ 1345406 w 1597151"/>
                    <a:gd name="connsiteY41" fmla="*/ 176117 h 1137475"/>
                    <a:gd name="connsiteX42" fmla="*/ 1398841 w 1597151"/>
                    <a:gd name="connsiteY42" fmla="*/ 145542 h 1137475"/>
                    <a:gd name="connsiteX43" fmla="*/ 1597152 w 1597151"/>
                    <a:gd name="connsiteY43" fmla="*/ 857 h 1137475"/>
                    <a:gd name="connsiteX44" fmla="*/ 1596676 w 1597151"/>
                    <a:gd name="connsiteY44" fmla="*/ 0 h 1137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597151" h="1137475">
                      <a:moveTo>
                        <a:pt x="1596676" y="0"/>
                      </a:moveTo>
                      <a:cubicBezTo>
                        <a:pt x="1532001" y="50006"/>
                        <a:pt x="1465612" y="97917"/>
                        <a:pt x="1396269" y="141065"/>
                      </a:cubicBezTo>
                      <a:cubicBezTo>
                        <a:pt x="1378744" y="151543"/>
                        <a:pt x="1361218" y="161925"/>
                        <a:pt x="1342930" y="170878"/>
                      </a:cubicBezTo>
                      <a:cubicBezTo>
                        <a:pt x="1333881" y="175355"/>
                        <a:pt x="1324642" y="180213"/>
                        <a:pt x="1315498" y="184975"/>
                      </a:cubicBezTo>
                      <a:cubicBezTo>
                        <a:pt x="1306639" y="190119"/>
                        <a:pt x="1297686" y="195358"/>
                        <a:pt x="1289018" y="200787"/>
                      </a:cubicBezTo>
                      <a:cubicBezTo>
                        <a:pt x="1254347" y="222790"/>
                        <a:pt x="1221201" y="246983"/>
                        <a:pt x="1188720" y="271843"/>
                      </a:cubicBezTo>
                      <a:cubicBezTo>
                        <a:pt x="1123855" y="321945"/>
                        <a:pt x="1060513" y="373761"/>
                        <a:pt x="1000125" y="429292"/>
                      </a:cubicBezTo>
                      <a:cubicBezTo>
                        <a:pt x="996315" y="432721"/>
                        <a:pt x="992600" y="436435"/>
                        <a:pt x="988886" y="440150"/>
                      </a:cubicBezTo>
                      <a:cubicBezTo>
                        <a:pt x="985361" y="443579"/>
                        <a:pt x="981932" y="446913"/>
                        <a:pt x="978027" y="450247"/>
                      </a:cubicBezTo>
                      <a:cubicBezTo>
                        <a:pt x="970407" y="456819"/>
                        <a:pt x="962406" y="463105"/>
                        <a:pt x="954405" y="469487"/>
                      </a:cubicBezTo>
                      <a:lnTo>
                        <a:pt x="905923" y="507016"/>
                      </a:lnTo>
                      <a:cubicBezTo>
                        <a:pt x="873633" y="532066"/>
                        <a:pt x="841248" y="557213"/>
                        <a:pt x="810482" y="584644"/>
                      </a:cubicBezTo>
                      <a:cubicBezTo>
                        <a:pt x="794957" y="598170"/>
                        <a:pt x="781050" y="613886"/>
                        <a:pt x="766191" y="627031"/>
                      </a:cubicBezTo>
                      <a:cubicBezTo>
                        <a:pt x="751141" y="640461"/>
                        <a:pt x="734759" y="652653"/>
                        <a:pt x="718471" y="664750"/>
                      </a:cubicBezTo>
                      <a:cubicBezTo>
                        <a:pt x="685514" y="688657"/>
                        <a:pt x="651510" y="711232"/>
                        <a:pt x="616934" y="732949"/>
                      </a:cubicBezTo>
                      <a:cubicBezTo>
                        <a:pt x="582359" y="754666"/>
                        <a:pt x="547211" y="775430"/>
                        <a:pt x="511493" y="795147"/>
                      </a:cubicBezTo>
                      <a:cubicBezTo>
                        <a:pt x="493586" y="804958"/>
                        <a:pt x="475583" y="814483"/>
                        <a:pt x="457200" y="823055"/>
                      </a:cubicBezTo>
                      <a:cubicBezTo>
                        <a:pt x="448056" y="827151"/>
                        <a:pt x="438721" y="832104"/>
                        <a:pt x="429482" y="836771"/>
                      </a:cubicBezTo>
                      <a:lnTo>
                        <a:pt x="402907" y="852392"/>
                      </a:lnTo>
                      <a:cubicBezTo>
                        <a:pt x="333280" y="895826"/>
                        <a:pt x="266700" y="943261"/>
                        <a:pt x="199834" y="990409"/>
                      </a:cubicBezTo>
                      <a:cubicBezTo>
                        <a:pt x="133541" y="1037653"/>
                        <a:pt x="65437" y="1085660"/>
                        <a:pt x="0" y="1134142"/>
                      </a:cubicBezTo>
                      <a:lnTo>
                        <a:pt x="0" y="1137475"/>
                      </a:lnTo>
                      <a:lnTo>
                        <a:pt x="285" y="1137475"/>
                      </a:lnTo>
                      <a:lnTo>
                        <a:pt x="667" y="1137190"/>
                      </a:lnTo>
                      <a:cubicBezTo>
                        <a:pt x="66675" y="1088993"/>
                        <a:pt x="135445" y="1041178"/>
                        <a:pt x="202406" y="994219"/>
                      </a:cubicBezTo>
                      <a:cubicBezTo>
                        <a:pt x="269462" y="947452"/>
                        <a:pt x="336709" y="900779"/>
                        <a:pt x="406432" y="858298"/>
                      </a:cubicBezTo>
                      <a:lnTo>
                        <a:pt x="432911" y="843058"/>
                      </a:lnTo>
                      <a:cubicBezTo>
                        <a:pt x="441960" y="838581"/>
                        <a:pt x="450723" y="834009"/>
                        <a:pt x="460248" y="829818"/>
                      </a:cubicBezTo>
                      <a:cubicBezTo>
                        <a:pt x="479012" y="821341"/>
                        <a:pt x="497300" y="811911"/>
                        <a:pt x="515302" y="802291"/>
                      </a:cubicBezTo>
                      <a:cubicBezTo>
                        <a:pt x="551402" y="782860"/>
                        <a:pt x="586740" y="762000"/>
                        <a:pt x="621506" y="740473"/>
                      </a:cubicBezTo>
                      <a:cubicBezTo>
                        <a:pt x="656272" y="718852"/>
                        <a:pt x="690563" y="696373"/>
                        <a:pt x="723900" y="672370"/>
                      </a:cubicBezTo>
                      <a:cubicBezTo>
                        <a:pt x="740473" y="660178"/>
                        <a:pt x="756952" y="647986"/>
                        <a:pt x="772477" y="634270"/>
                      </a:cubicBezTo>
                      <a:cubicBezTo>
                        <a:pt x="788289" y="620363"/>
                        <a:pt x="801624" y="605314"/>
                        <a:pt x="816959" y="592074"/>
                      </a:cubicBezTo>
                      <a:cubicBezTo>
                        <a:pt x="847249" y="565023"/>
                        <a:pt x="879443" y="539877"/>
                        <a:pt x="911733" y="514731"/>
                      </a:cubicBezTo>
                      <a:lnTo>
                        <a:pt x="960215" y="477107"/>
                      </a:lnTo>
                      <a:cubicBezTo>
                        <a:pt x="968216" y="470725"/>
                        <a:pt x="976313" y="464344"/>
                        <a:pt x="984123" y="457581"/>
                      </a:cubicBezTo>
                      <a:cubicBezTo>
                        <a:pt x="988028" y="454247"/>
                        <a:pt x="991934" y="450532"/>
                        <a:pt x="995743" y="446818"/>
                      </a:cubicBezTo>
                      <a:cubicBezTo>
                        <a:pt x="999268" y="443293"/>
                        <a:pt x="1002792" y="439769"/>
                        <a:pt x="1006507" y="436340"/>
                      </a:cubicBezTo>
                      <a:cubicBezTo>
                        <a:pt x="1066609" y="381381"/>
                        <a:pt x="1129093" y="328422"/>
                        <a:pt x="1193292" y="277939"/>
                      </a:cubicBezTo>
                      <a:cubicBezTo>
                        <a:pt x="1225486" y="252793"/>
                        <a:pt x="1258252" y="228409"/>
                        <a:pt x="1292352" y="206216"/>
                      </a:cubicBezTo>
                      <a:cubicBezTo>
                        <a:pt x="1300925" y="200787"/>
                        <a:pt x="1309592" y="195453"/>
                        <a:pt x="1318355" y="190309"/>
                      </a:cubicBezTo>
                      <a:cubicBezTo>
                        <a:pt x="1327309" y="185547"/>
                        <a:pt x="1336072" y="180784"/>
                        <a:pt x="1345406" y="176117"/>
                      </a:cubicBezTo>
                      <a:cubicBezTo>
                        <a:pt x="1363789" y="166878"/>
                        <a:pt x="1381316" y="156210"/>
                        <a:pt x="1398841" y="145542"/>
                      </a:cubicBezTo>
                      <a:cubicBezTo>
                        <a:pt x="1468184" y="101822"/>
                        <a:pt x="1533430" y="52102"/>
                        <a:pt x="1597152" y="857"/>
                      </a:cubicBezTo>
                      <a:lnTo>
                        <a:pt x="1596676" y="0"/>
                      </a:lnTo>
                      <a:close/>
                    </a:path>
                  </a:pathLst>
                </a:custGeom>
                <a:solidFill>
                  <a:srgbClr val="A557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12" name="Forme libre : forme 9711">
                  <a:extLst>
                    <a:ext uri="{FF2B5EF4-FFF2-40B4-BE49-F238E27FC236}">
                      <a16:creationId xmlns:a16="http://schemas.microsoft.com/office/drawing/2014/main" id="{0DE4570A-57BE-41D5-8AA6-B3F380DF7E59}"/>
                    </a:ext>
                  </a:extLst>
                </p:cNvPr>
                <p:cNvSpPr/>
                <p:nvPr/>
              </p:nvSpPr>
              <p:spPr>
                <a:xfrm>
                  <a:off x="6564157" y="2063876"/>
                  <a:ext cx="587787" cy="426339"/>
                </a:xfrm>
                <a:custGeom>
                  <a:avLst/>
                  <a:gdLst>
                    <a:gd name="connsiteX0" fmla="*/ 443484 w 587787"/>
                    <a:gd name="connsiteY0" fmla="*/ 110966 h 426339"/>
                    <a:gd name="connsiteX1" fmla="*/ 375571 w 587787"/>
                    <a:gd name="connsiteY1" fmla="*/ 172022 h 426339"/>
                    <a:gd name="connsiteX2" fmla="*/ 358521 w 587787"/>
                    <a:gd name="connsiteY2" fmla="*/ 186214 h 426339"/>
                    <a:gd name="connsiteX3" fmla="*/ 340233 w 587787"/>
                    <a:gd name="connsiteY3" fmla="*/ 199549 h 426339"/>
                    <a:gd name="connsiteX4" fmla="*/ 302895 w 587787"/>
                    <a:gd name="connsiteY4" fmla="*/ 225362 h 426339"/>
                    <a:gd name="connsiteX5" fmla="*/ 149638 w 587787"/>
                    <a:gd name="connsiteY5" fmla="*/ 323374 h 426339"/>
                    <a:gd name="connsiteX6" fmla="*/ 0 w 587787"/>
                    <a:gd name="connsiteY6" fmla="*/ 417481 h 426339"/>
                    <a:gd name="connsiteX7" fmla="*/ 95 w 587787"/>
                    <a:gd name="connsiteY7" fmla="*/ 426339 h 426339"/>
                    <a:gd name="connsiteX8" fmla="*/ 667 w 587787"/>
                    <a:gd name="connsiteY8" fmla="*/ 425958 h 426339"/>
                    <a:gd name="connsiteX9" fmla="*/ 307467 w 587787"/>
                    <a:gd name="connsiteY9" fmla="*/ 232220 h 426339"/>
                    <a:gd name="connsiteX10" fmla="*/ 380715 w 587787"/>
                    <a:gd name="connsiteY10" fmla="*/ 177070 h 426339"/>
                    <a:gd name="connsiteX11" fmla="*/ 446913 w 587787"/>
                    <a:gd name="connsiteY11" fmla="*/ 115253 h 426339"/>
                    <a:gd name="connsiteX12" fmla="*/ 587788 w 587787"/>
                    <a:gd name="connsiteY12" fmla="*/ 0 h 426339"/>
                    <a:gd name="connsiteX13" fmla="*/ 443484 w 587787"/>
                    <a:gd name="connsiteY13" fmla="*/ 110966 h 426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87787" h="426339">
                      <a:moveTo>
                        <a:pt x="443484" y="110966"/>
                      </a:moveTo>
                      <a:cubicBezTo>
                        <a:pt x="420148" y="130207"/>
                        <a:pt x="396526" y="149924"/>
                        <a:pt x="375571" y="172022"/>
                      </a:cubicBezTo>
                      <a:cubicBezTo>
                        <a:pt x="370523" y="177070"/>
                        <a:pt x="364427" y="181547"/>
                        <a:pt x="358521" y="186214"/>
                      </a:cubicBezTo>
                      <a:cubicBezTo>
                        <a:pt x="352711" y="190881"/>
                        <a:pt x="346329" y="195072"/>
                        <a:pt x="340233" y="199549"/>
                      </a:cubicBezTo>
                      <a:cubicBezTo>
                        <a:pt x="328041" y="208407"/>
                        <a:pt x="315373" y="216789"/>
                        <a:pt x="302895" y="225362"/>
                      </a:cubicBezTo>
                      <a:cubicBezTo>
                        <a:pt x="252508" y="258985"/>
                        <a:pt x="201168" y="291370"/>
                        <a:pt x="149638" y="323374"/>
                      </a:cubicBezTo>
                      <a:cubicBezTo>
                        <a:pt x="98965" y="355187"/>
                        <a:pt x="50959" y="386334"/>
                        <a:pt x="0" y="417481"/>
                      </a:cubicBezTo>
                      <a:lnTo>
                        <a:pt x="95" y="426339"/>
                      </a:lnTo>
                      <a:lnTo>
                        <a:pt x="667" y="425958"/>
                      </a:lnTo>
                      <a:cubicBezTo>
                        <a:pt x="104680" y="363379"/>
                        <a:pt x="206693" y="300133"/>
                        <a:pt x="307467" y="232220"/>
                      </a:cubicBezTo>
                      <a:cubicBezTo>
                        <a:pt x="332423" y="214789"/>
                        <a:pt x="357759" y="198406"/>
                        <a:pt x="380715" y="177070"/>
                      </a:cubicBezTo>
                      <a:cubicBezTo>
                        <a:pt x="401003" y="154686"/>
                        <a:pt x="423863" y="134969"/>
                        <a:pt x="446913" y="115253"/>
                      </a:cubicBezTo>
                      <a:cubicBezTo>
                        <a:pt x="493109" y="76010"/>
                        <a:pt x="540354" y="37910"/>
                        <a:pt x="587788" y="0"/>
                      </a:cubicBezTo>
                      <a:cubicBezTo>
                        <a:pt x="538925" y="35909"/>
                        <a:pt x="490538" y="72485"/>
                        <a:pt x="443484" y="110966"/>
                      </a:cubicBezTo>
                      <a:close/>
                    </a:path>
                  </a:pathLst>
                </a:custGeom>
                <a:solidFill>
                  <a:srgbClr val="A557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13" name="Forme libre : forme 9712">
                  <a:extLst>
                    <a:ext uri="{FF2B5EF4-FFF2-40B4-BE49-F238E27FC236}">
                      <a16:creationId xmlns:a16="http://schemas.microsoft.com/office/drawing/2014/main" id="{B49D9742-88E2-4403-9D08-31A2BD1C0B62}"/>
                    </a:ext>
                  </a:extLst>
                </p:cNvPr>
                <p:cNvSpPr/>
                <p:nvPr/>
              </p:nvSpPr>
              <p:spPr>
                <a:xfrm>
                  <a:off x="6562729" y="1264253"/>
                  <a:ext cx="1595056" cy="1064990"/>
                </a:xfrm>
                <a:custGeom>
                  <a:avLst/>
                  <a:gdLst>
                    <a:gd name="connsiteX0" fmla="*/ 1594009 w 1595056"/>
                    <a:gd name="connsiteY0" fmla="*/ 0 h 1064990"/>
                    <a:gd name="connsiteX1" fmla="*/ 1572101 w 1595056"/>
                    <a:gd name="connsiteY1" fmla="*/ 20098 h 1064990"/>
                    <a:gd name="connsiteX2" fmla="*/ 1548289 w 1595056"/>
                    <a:gd name="connsiteY2" fmla="*/ 38195 h 1064990"/>
                    <a:gd name="connsiteX3" fmla="*/ 1499521 w 1595056"/>
                    <a:gd name="connsiteY3" fmla="*/ 72962 h 1064990"/>
                    <a:gd name="connsiteX4" fmla="*/ 1400747 w 1595056"/>
                    <a:gd name="connsiteY4" fmla="*/ 140875 h 1064990"/>
                    <a:gd name="connsiteX5" fmla="*/ 1203103 w 1595056"/>
                    <a:gd name="connsiteY5" fmla="*/ 276511 h 1064990"/>
                    <a:gd name="connsiteX6" fmla="*/ 1106234 w 1595056"/>
                    <a:gd name="connsiteY6" fmla="*/ 347377 h 1064990"/>
                    <a:gd name="connsiteX7" fmla="*/ 1015936 w 1595056"/>
                    <a:gd name="connsiteY7" fmla="*/ 426149 h 1064990"/>
                    <a:gd name="connsiteX8" fmla="*/ 913257 w 1595056"/>
                    <a:gd name="connsiteY8" fmla="*/ 485013 h 1064990"/>
                    <a:gd name="connsiteX9" fmla="*/ 885349 w 1595056"/>
                    <a:gd name="connsiteY9" fmla="*/ 495681 h 1064990"/>
                    <a:gd name="connsiteX10" fmla="*/ 857155 w 1595056"/>
                    <a:gd name="connsiteY10" fmla="*/ 505682 h 1064990"/>
                    <a:gd name="connsiteX11" fmla="*/ 801814 w 1595056"/>
                    <a:gd name="connsiteY11" fmla="*/ 529876 h 1064990"/>
                    <a:gd name="connsiteX12" fmla="*/ 596836 w 1595056"/>
                    <a:gd name="connsiteY12" fmla="*/ 654939 h 1064990"/>
                    <a:gd name="connsiteX13" fmla="*/ 403765 w 1595056"/>
                    <a:gd name="connsiteY13" fmla="*/ 797528 h 1064990"/>
                    <a:gd name="connsiteX14" fmla="*/ 357568 w 1595056"/>
                    <a:gd name="connsiteY14" fmla="*/ 835628 h 1064990"/>
                    <a:gd name="connsiteX15" fmla="*/ 309372 w 1595056"/>
                    <a:gd name="connsiteY15" fmla="*/ 870680 h 1064990"/>
                    <a:gd name="connsiteX16" fmla="*/ 208693 w 1595056"/>
                    <a:gd name="connsiteY16" fmla="*/ 935260 h 1064990"/>
                    <a:gd name="connsiteX17" fmla="*/ 952 w 1595056"/>
                    <a:gd name="connsiteY17" fmla="*/ 1056418 h 1064990"/>
                    <a:gd name="connsiteX18" fmla="*/ 2095 w 1595056"/>
                    <a:gd name="connsiteY18" fmla="*/ 1056418 h 1064990"/>
                    <a:gd name="connsiteX19" fmla="*/ 0 w 1595056"/>
                    <a:gd name="connsiteY19" fmla="*/ 1056989 h 1064990"/>
                    <a:gd name="connsiteX20" fmla="*/ 952 w 1595056"/>
                    <a:gd name="connsiteY20" fmla="*/ 1056418 h 1064990"/>
                    <a:gd name="connsiteX21" fmla="*/ 0 w 1595056"/>
                    <a:gd name="connsiteY21" fmla="*/ 1056418 h 1064990"/>
                    <a:gd name="connsiteX22" fmla="*/ 95 w 1595056"/>
                    <a:gd name="connsiteY22" fmla="*/ 1064990 h 1064990"/>
                    <a:gd name="connsiteX23" fmla="*/ 952 w 1595056"/>
                    <a:gd name="connsiteY23" fmla="*/ 1064990 h 1064990"/>
                    <a:gd name="connsiteX24" fmla="*/ 2095 w 1595056"/>
                    <a:gd name="connsiteY24" fmla="*/ 1064990 h 1064990"/>
                    <a:gd name="connsiteX25" fmla="*/ 3048 w 1595056"/>
                    <a:gd name="connsiteY25" fmla="*/ 1064419 h 1064990"/>
                    <a:gd name="connsiteX26" fmla="*/ 213646 w 1595056"/>
                    <a:gd name="connsiteY26" fmla="*/ 943070 h 1064990"/>
                    <a:gd name="connsiteX27" fmla="*/ 314801 w 1595056"/>
                    <a:gd name="connsiteY27" fmla="*/ 878300 h 1064990"/>
                    <a:gd name="connsiteX28" fmla="*/ 363569 w 1595056"/>
                    <a:gd name="connsiteY28" fmla="*/ 842867 h 1064990"/>
                    <a:gd name="connsiteX29" fmla="*/ 409860 w 1595056"/>
                    <a:gd name="connsiteY29" fmla="*/ 804767 h 1064990"/>
                    <a:gd name="connsiteX30" fmla="*/ 602170 w 1595056"/>
                    <a:gd name="connsiteY30" fmla="*/ 662273 h 1064990"/>
                    <a:gd name="connsiteX31" fmla="*/ 805529 w 1595056"/>
                    <a:gd name="connsiteY31" fmla="*/ 536639 h 1064990"/>
                    <a:gd name="connsiteX32" fmla="*/ 859821 w 1595056"/>
                    <a:gd name="connsiteY32" fmla="*/ 512540 h 1064990"/>
                    <a:gd name="connsiteX33" fmla="*/ 888016 w 1595056"/>
                    <a:gd name="connsiteY33" fmla="*/ 502349 h 1064990"/>
                    <a:gd name="connsiteX34" fmla="*/ 916114 w 1595056"/>
                    <a:gd name="connsiteY34" fmla="*/ 491490 h 1064990"/>
                    <a:gd name="connsiteX35" fmla="*/ 1020223 w 1595056"/>
                    <a:gd name="connsiteY35" fmla="*/ 431102 h 1064990"/>
                    <a:gd name="connsiteX36" fmla="*/ 1110043 w 1595056"/>
                    <a:gd name="connsiteY36" fmla="*/ 351854 h 1064990"/>
                    <a:gd name="connsiteX37" fmla="*/ 1206246 w 1595056"/>
                    <a:gd name="connsiteY37" fmla="*/ 280607 h 1064990"/>
                    <a:gd name="connsiteX38" fmla="*/ 1402937 w 1595056"/>
                    <a:gd name="connsiteY38" fmla="*/ 143542 h 1064990"/>
                    <a:gd name="connsiteX39" fmla="*/ 1501044 w 1595056"/>
                    <a:gd name="connsiteY39" fmla="*/ 74581 h 1064990"/>
                    <a:gd name="connsiteX40" fmla="*/ 1549432 w 1595056"/>
                    <a:gd name="connsiteY40" fmla="*/ 39243 h 1064990"/>
                    <a:gd name="connsiteX41" fmla="*/ 1573149 w 1595056"/>
                    <a:gd name="connsiteY41" fmla="*/ 20860 h 1064990"/>
                    <a:gd name="connsiteX42" fmla="*/ 1595056 w 1595056"/>
                    <a:gd name="connsiteY42" fmla="*/ 286 h 1064990"/>
                    <a:gd name="connsiteX43" fmla="*/ 1594009 w 1595056"/>
                    <a:gd name="connsiteY43" fmla="*/ 0 h 1064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595056" h="1064990">
                      <a:moveTo>
                        <a:pt x="1594009" y="0"/>
                      </a:moveTo>
                      <a:cubicBezTo>
                        <a:pt x="1587912" y="7715"/>
                        <a:pt x="1579816" y="13811"/>
                        <a:pt x="1572101" y="20098"/>
                      </a:cubicBezTo>
                      <a:cubicBezTo>
                        <a:pt x="1564291" y="26289"/>
                        <a:pt x="1556290" y="32290"/>
                        <a:pt x="1548289" y="38195"/>
                      </a:cubicBezTo>
                      <a:cubicBezTo>
                        <a:pt x="1532191" y="50006"/>
                        <a:pt x="1515903" y="61532"/>
                        <a:pt x="1499521" y="72962"/>
                      </a:cubicBezTo>
                      <a:cubicBezTo>
                        <a:pt x="1466755" y="95821"/>
                        <a:pt x="1433798" y="118396"/>
                        <a:pt x="1400747" y="140875"/>
                      </a:cubicBezTo>
                      <a:cubicBezTo>
                        <a:pt x="1334643" y="185833"/>
                        <a:pt x="1268539" y="230600"/>
                        <a:pt x="1203103" y="276511"/>
                      </a:cubicBezTo>
                      <a:cubicBezTo>
                        <a:pt x="1170432" y="299561"/>
                        <a:pt x="1137761" y="322517"/>
                        <a:pt x="1106234" y="347377"/>
                      </a:cubicBezTo>
                      <a:cubicBezTo>
                        <a:pt x="1074991" y="372618"/>
                        <a:pt x="1046607" y="400907"/>
                        <a:pt x="1015936" y="426149"/>
                      </a:cubicBezTo>
                      <a:cubicBezTo>
                        <a:pt x="985456" y="451580"/>
                        <a:pt x="950309" y="470535"/>
                        <a:pt x="913257" y="485013"/>
                      </a:cubicBezTo>
                      <a:cubicBezTo>
                        <a:pt x="904113" y="488823"/>
                        <a:pt x="894683" y="492062"/>
                        <a:pt x="885349" y="495681"/>
                      </a:cubicBezTo>
                      <a:cubicBezTo>
                        <a:pt x="875919" y="499015"/>
                        <a:pt x="866584" y="501967"/>
                        <a:pt x="857155" y="505682"/>
                      </a:cubicBezTo>
                      <a:cubicBezTo>
                        <a:pt x="838105" y="512540"/>
                        <a:pt x="819912" y="521017"/>
                        <a:pt x="801814" y="529876"/>
                      </a:cubicBezTo>
                      <a:cubicBezTo>
                        <a:pt x="730282" y="566261"/>
                        <a:pt x="663130" y="610076"/>
                        <a:pt x="596836" y="654939"/>
                      </a:cubicBezTo>
                      <a:cubicBezTo>
                        <a:pt x="530828" y="700183"/>
                        <a:pt x="466344" y="747522"/>
                        <a:pt x="403765" y="797528"/>
                      </a:cubicBezTo>
                      <a:cubicBezTo>
                        <a:pt x="388144" y="809816"/>
                        <a:pt x="372809" y="823436"/>
                        <a:pt x="357568" y="835628"/>
                      </a:cubicBezTo>
                      <a:cubicBezTo>
                        <a:pt x="342138" y="848011"/>
                        <a:pt x="325850" y="859346"/>
                        <a:pt x="309372" y="870680"/>
                      </a:cubicBezTo>
                      <a:cubicBezTo>
                        <a:pt x="276415" y="893064"/>
                        <a:pt x="242601" y="914305"/>
                        <a:pt x="208693" y="935260"/>
                      </a:cubicBezTo>
                      <a:cubicBezTo>
                        <a:pt x="140970" y="976789"/>
                        <a:pt x="70104" y="1017365"/>
                        <a:pt x="952" y="1056418"/>
                      </a:cubicBezTo>
                      <a:cubicBezTo>
                        <a:pt x="1334" y="1056418"/>
                        <a:pt x="1714" y="1056418"/>
                        <a:pt x="2095" y="1056418"/>
                      </a:cubicBezTo>
                      <a:lnTo>
                        <a:pt x="0" y="1056989"/>
                      </a:lnTo>
                      <a:cubicBezTo>
                        <a:pt x="285" y="1056799"/>
                        <a:pt x="667" y="1056608"/>
                        <a:pt x="952" y="1056418"/>
                      </a:cubicBezTo>
                      <a:cubicBezTo>
                        <a:pt x="667" y="1056418"/>
                        <a:pt x="285" y="1056418"/>
                        <a:pt x="0" y="1056418"/>
                      </a:cubicBezTo>
                      <a:lnTo>
                        <a:pt x="95" y="1064990"/>
                      </a:lnTo>
                      <a:cubicBezTo>
                        <a:pt x="381" y="1064990"/>
                        <a:pt x="667" y="1064990"/>
                        <a:pt x="952" y="1064990"/>
                      </a:cubicBezTo>
                      <a:lnTo>
                        <a:pt x="2095" y="1064990"/>
                      </a:lnTo>
                      <a:lnTo>
                        <a:pt x="3048" y="1064419"/>
                      </a:lnTo>
                      <a:cubicBezTo>
                        <a:pt x="72771" y="1025176"/>
                        <a:pt x="145352" y="984885"/>
                        <a:pt x="213646" y="943070"/>
                      </a:cubicBezTo>
                      <a:cubicBezTo>
                        <a:pt x="247745" y="922115"/>
                        <a:pt x="281559" y="900779"/>
                        <a:pt x="314801" y="878300"/>
                      </a:cubicBezTo>
                      <a:cubicBezTo>
                        <a:pt x="331375" y="866966"/>
                        <a:pt x="347758" y="855536"/>
                        <a:pt x="363569" y="842867"/>
                      </a:cubicBezTo>
                      <a:cubicBezTo>
                        <a:pt x="379476" y="830199"/>
                        <a:pt x="394049" y="817150"/>
                        <a:pt x="409860" y="804767"/>
                      </a:cubicBezTo>
                      <a:cubicBezTo>
                        <a:pt x="472154" y="755047"/>
                        <a:pt x="536734" y="707993"/>
                        <a:pt x="602170" y="662273"/>
                      </a:cubicBezTo>
                      <a:cubicBezTo>
                        <a:pt x="667988" y="617220"/>
                        <a:pt x="734759" y="573119"/>
                        <a:pt x="805529" y="536639"/>
                      </a:cubicBezTo>
                      <a:cubicBezTo>
                        <a:pt x="823341" y="527780"/>
                        <a:pt x="841248" y="519303"/>
                        <a:pt x="859821" y="512540"/>
                      </a:cubicBezTo>
                      <a:cubicBezTo>
                        <a:pt x="868966" y="508921"/>
                        <a:pt x="878681" y="505778"/>
                        <a:pt x="888016" y="502349"/>
                      </a:cubicBezTo>
                      <a:cubicBezTo>
                        <a:pt x="897350" y="498729"/>
                        <a:pt x="906875" y="495395"/>
                        <a:pt x="916114" y="491490"/>
                      </a:cubicBezTo>
                      <a:cubicBezTo>
                        <a:pt x="953357" y="476726"/>
                        <a:pt x="989362" y="457105"/>
                        <a:pt x="1020223" y="431102"/>
                      </a:cubicBezTo>
                      <a:cubicBezTo>
                        <a:pt x="1051084" y="405384"/>
                        <a:pt x="1079278" y="377000"/>
                        <a:pt x="1110043" y="351854"/>
                      </a:cubicBezTo>
                      <a:cubicBezTo>
                        <a:pt x="1141190" y="326993"/>
                        <a:pt x="1173766" y="303848"/>
                        <a:pt x="1206246" y="280607"/>
                      </a:cubicBezTo>
                      <a:cubicBezTo>
                        <a:pt x="1271397" y="234410"/>
                        <a:pt x="1337405" y="189357"/>
                        <a:pt x="1402937" y="143542"/>
                      </a:cubicBezTo>
                      <a:cubicBezTo>
                        <a:pt x="1435703" y="120682"/>
                        <a:pt x="1468469" y="97822"/>
                        <a:pt x="1501044" y="74581"/>
                      </a:cubicBezTo>
                      <a:cubicBezTo>
                        <a:pt x="1517332" y="62960"/>
                        <a:pt x="1533525" y="51245"/>
                        <a:pt x="1549432" y="39243"/>
                      </a:cubicBezTo>
                      <a:cubicBezTo>
                        <a:pt x="1557433" y="33242"/>
                        <a:pt x="1565338" y="27146"/>
                        <a:pt x="1573149" y="20860"/>
                      </a:cubicBezTo>
                      <a:cubicBezTo>
                        <a:pt x="1580769" y="14478"/>
                        <a:pt x="1588865" y="8382"/>
                        <a:pt x="1595056" y="286"/>
                      </a:cubicBezTo>
                      <a:lnTo>
                        <a:pt x="1594009" y="0"/>
                      </a:lnTo>
                      <a:close/>
                    </a:path>
                  </a:pathLst>
                </a:custGeom>
                <a:solidFill>
                  <a:srgbClr val="A557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14" name="Forme libre : forme 9713">
                  <a:extLst>
                    <a:ext uri="{FF2B5EF4-FFF2-40B4-BE49-F238E27FC236}">
                      <a16:creationId xmlns:a16="http://schemas.microsoft.com/office/drawing/2014/main" id="{1E4C8EF8-0E75-47FC-BB0B-21005C79A00A}"/>
                    </a:ext>
                  </a:extLst>
                </p:cNvPr>
                <p:cNvSpPr/>
                <p:nvPr/>
              </p:nvSpPr>
              <p:spPr>
                <a:xfrm>
                  <a:off x="6563110" y="1984724"/>
                  <a:ext cx="517207" cy="384714"/>
                </a:xfrm>
                <a:custGeom>
                  <a:avLst/>
                  <a:gdLst>
                    <a:gd name="connsiteX0" fmla="*/ 502634 w 517207"/>
                    <a:gd name="connsiteY0" fmla="*/ 17050 h 384714"/>
                    <a:gd name="connsiteX1" fmla="*/ 486633 w 517207"/>
                    <a:gd name="connsiteY1" fmla="*/ 32766 h 384714"/>
                    <a:gd name="connsiteX2" fmla="*/ 453200 w 517207"/>
                    <a:gd name="connsiteY2" fmla="*/ 62675 h 384714"/>
                    <a:gd name="connsiteX3" fmla="*/ 418433 w 517207"/>
                    <a:gd name="connsiteY3" fmla="*/ 91059 h 384714"/>
                    <a:gd name="connsiteX4" fmla="*/ 383000 w 517207"/>
                    <a:gd name="connsiteY4" fmla="*/ 118586 h 384714"/>
                    <a:gd name="connsiteX5" fmla="*/ 238030 w 517207"/>
                    <a:gd name="connsiteY5" fmla="*/ 224409 h 384714"/>
                    <a:gd name="connsiteX6" fmla="*/ 88964 w 517207"/>
                    <a:gd name="connsiteY6" fmla="*/ 324231 h 384714"/>
                    <a:gd name="connsiteX7" fmla="*/ 11906 w 517207"/>
                    <a:gd name="connsiteY7" fmla="*/ 369380 h 384714"/>
                    <a:gd name="connsiteX8" fmla="*/ 0 w 517207"/>
                    <a:gd name="connsiteY8" fmla="*/ 374809 h 384714"/>
                    <a:gd name="connsiteX9" fmla="*/ 95 w 517207"/>
                    <a:gd name="connsiteY9" fmla="*/ 384715 h 384714"/>
                    <a:gd name="connsiteX10" fmla="*/ 16002 w 517207"/>
                    <a:gd name="connsiteY10" fmla="*/ 377571 h 384714"/>
                    <a:gd name="connsiteX11" fmla="*/ 93726 w 517207"/>
                    <a:gd name="connsiteY11" fmla="*/ 331661 h 384714"/>
                    <a:gd name="connsiteX12" fmla="*/ 242411 w 517207"/>
                    <a:gd name="connsiteY12" fmla="*/ 230505 h 384714"/>
                    <a:gd name="connsiteX13" fmla="*/ 386049 w 517207"/>
                    <a:gd name="connsiteY13" fmla="*/ 122396 h 384714"/>
                    <a:gd name="connsiteX14" fmla="*/ 420814 w 517207"/>
                    <a:gd name="connsiteY14" fmla="*/ 93821 h 384714"/>
                    <a:gd name="connsiteX15" fmla="*/ 454914 w 517207"/>
                    <a:gd name="connsiteY15" fmla="*/ 64484 h 384714"/>
                    <a:gd name="connsiteX16" fmla="*/ 487585 w 517207"/>
                    <a:gd name="connsiteY16" fmla="*/ 33623 h 384714"/>
                    <a:gd name="connsiteX17" fmla="*/ 503206 w 517207"/>
                    <a:gd name="connsiteY17" fmla="*/ 17526 h 384714"/>
                    <a:gd name="connsiteX18" fmla="*/ 517207 w 517207"/>
                    <a:gd name="connsiteY18" fmla="*/ 0 h 384714"/>
                    <a:gd name="connsiteX19" fmla="*/ 502634 w 517207"/>
                    <a:gd name="connsiteY19" fmla="*/ 17050 h 384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17207" h="384714">
                      <a:moveTo>
                        <a:pt x="502634" y="17050"/>
                      </a:moveTo>
                      <a:lnTo>
                        <a:pt x="486633" y="32766"/>
                      </a:lnTo>
                      <a:cubicBezTo>
                        <a:pt x="475965" y="43244"/>
                        <a:pt x="464344" y="52673"/>
                        <a:pt x="453200" y="62675"/>
                      </a:cubicBezTo>
                      <a:lnTo>
                        <a:pt x="418433" y="91059"/>
                      </a:lnTo>
                      <a:lnTo>
                        <a:pt x="383000" y="118586"/>
                      </a:lnTo>
                      <a:cubicBezTo>
                        <a:pt x="335566" y="155067"/>
                        <a:pt x="287084" y="190119"/>
                        <a:pt x="238030" y="224409"/>
                      </a:cubicBezTo>
                      <a:cubicBezTo>
                        <a:pt x="188881" y="258509"/>
                        <a:pt x="139541" y="292322"/>
                        <a:pt x="88964" y="324231"/>
                      </a:cubicBezTo>
                      <a:cubicBezTo>
                        <a:pt x="63722" y="340138"/>
                        <a:pt x="38100" y="355854"/>
                        <a:pt x="11906" y="369380"/>
                      </a:cubicBezTo>
                      <a:cubicBezTo>
                        <a:pt x="7906" y="371094"/>
                        <a:pt x="4000" y="373094"/>
                        <a:pt x="0" y="374809"/>
                      </a:cubicBezTo>
                      <a:lnTo>
                        <a:pt x="95" y="384715"/>
                      </a:lnTo>
                      <a:cubicBezTo>
                        <a:pt x="5620" y="382715"/>
                        <a:pt x="10573" y="379857"/>
                        <a:pt x="16002" y="377571"/>
                      </a:cubicBezTo>
                      <a:cubicBezTo>
                        <a:pt x="42863" y="363569"/>
                        <a:pt x="68389" y="347758"/>
                        <a:pt x="93726" y="331661"/>
                      </a:cubicBezTo>
                      <a:cubicBezTo>
                        <a:pt x="144209" y="299275"/>
                        <a:pt x="193834" y="265557"/>
                        <a:pt x="242411" y="230505"/>
                      </a:cubicBezTo>
                      <a:cubicBezTo>
                        <a:pt x="290989" y="195453"/>
                        <a:pt x="339185" y="159734"/>
                        <a:pt x="386049" y="122396"/>
                      </a:cubicBezTo>
                      <a:lnTo>
                        <a:pt x="420814" y="93821"/>
                      </a:lnTo>
                      <a:lnTo>
                        <a:pt x="454914" y="64484"/>
                      </a:lnTo>
                      <a:cubicBezTo>
                        <a:pt x="465773" y="54197"/>
                        <a:pt x="477203" y="44387"/>
                        <a:pt x="487585" y="33623"/>
                      </a:cubicBezTo>
                      <a:lnTo>
                        <a:pt x="503206" y="17526"/>
                      </a:lnTo>
                      <a:lnTo>
                        <a:pt x="517207" y="0"/>
                      </a:lnTo>
                      <a:lnTo>
                        <a:pt x="502634" y="17050"/>
                      </a:lnTo>
                      <a:close/>
                    </a:path>
                  </a:pathLst>
                </a:custGeom>
                <a:solidFill>
                  <a:srgbClr val="A557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15" name="Forme libre : forme 9714">
                  <a:extLst>
                    <a:ext uri="{FF2B5EF4-FFF2-40B4-BE49-F238E27FC236}">
                      <a16:creationId xmlns:a16="http://schemas.microsoft.com/office/drawing/2014/main" id="{3DBB17D4-5D1F-43D2-A933-775EA13AAEA7}"/>
                    </a:ext>
                  </a:extLst>
                </p:cNvPr>
                <p:cNvSpPr/>
                <p:nvPr/>
              </p:nvSpPr>
              <p:spPr>
                <a:xfrm>
                  <a:off x="6928203" y="1746980"/>
                  <a:ext cx="566070" cy="422338"/>
                </a:xfrm>
                <a:custGeom>
                  <a:avLst/>
                  <a:gdLst>
                    <a:gd name="connsiteX0" fmla="*/ 0 w 566070"/>
                    <a:gd name="connsiteY0" fmla="*/ 422338 h 422338"/>
                    <a:gd name="connsiteX1" fmla="*/ 154972 w 566070"/>
                    <a:gd name="connsiteY1" fmla="*/ 335756 h 422338"/>
                    <a:gd name="connsiteX2" fmla="*/ 226886 w 566070"/>
                    <a:gd name="connsiteY2" fmla="*/ 284607 h 422338"/>
                    <a:gd name="connsiteX3" fmla="*/ 258603 w 566070"/>
                    <a:gd name="connsiteY3" fmla="*/ 254127 h 422338"/>
                    <a:gd name="connsiteX4" fmla="*/ 289179 w 566070"/>
                    <a:gd name="connsiteY4" fmla="*/ 221933 h 422338"/>
                    <a:gd name="connsiteX5" fmla="*/ 351472 w 566070"/>
                    <a:gd name="connsiteY5" fmla="*/ 158401 h 422338"/>
                    <a:gd name="connsiteX6" fmla="*/ 419100 w 566070"/>
                    <a:gd name="connsiteY6" fmla="*/ 99917 h 422338"/>
                    <a:gd name="connsiteX7" fmla="*/ 456629 w 566070"/>
                    <a:gd name="connsiteY7" fmla="*/ 75724 h 422338"/>
                    <a:gd name="connsiteX8" fmla="*/ 493776 w 566070"/>
                    <a:gd name="connsiteY8" fmla="*/ 51625 h 422338"/>
                    <a:gd name="connsiteX9" fmla="*/ 566071 w 566070"/>
                    <a:gd name="connsiteY9" fmla="*/ 0 h 422338"/>
                    <a:gd name="connsiteX10" fmla="*/ 496538 w 566070"/>
                    <a:gd name="connsiteY10" fmla="*/ 55435 h 422338"/>
                    <a:gd name="connsiteX11" fmla="*/ 459962 w 566070"/>
                    <a:gd name="connsiteY11" fmla="*/ 80772 h 422338"/>
                    <a:gd name="connsiteX12" fmla="*/ 423576 w 566070"/>
                    <a:gd name="connsiteY12" fmla="*/ 105823 h 422338"/>
                    <a:gd name="connsiteX13" fmla="*/ 296227 w 566070"/>
                    <a:gd name="connsiteY13" fmla="*/ 228505 h 422338"/>
                    <a:gd name="connsiteX14" fmla="*/ 265366 w 566070"/>
                    <a:gd name="connsiteY14" fmla="*/ 260509 h 422338"/>
                    <a:gd name="connsiteX15" fmla="*/ 232696 w 566070"/>
                    <a:gd name="connsiteY15" fmla="*/ 291275 h 422338"/>
                    <a:gd name="connsiteX16" fmla="*/ 159068 w 566070"/>
                    <a:gd name="connsiteY16" fmla="*/ 341947 h 422338"/>
                    <a:gd name="connsiteX17" fmla="*/ 80772 w 566070"/>
                    <a:gd name="connsiteY17" fmla="*/ 384334 h 422338"/>
                    <a:gd name="connsiteX18" fmla="*/ 0 w 566070"/>
                    <a:gd name="connsiteY18" fmla="*/ 422338 h 422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66070" h="422338">
                      <a:moveTo>
                        <a:pt x="0" y="422338"/>
                      </a:moveTo>
                      <a:cubicBezTo>
                        <a:pt x="52007" y="393954"/>
                        <a:pt x="105060" y="367475"/>
                        <a:pt x="154972" y="335756"/>
                      </a:cubicBezTo>
                      <a:cubicBezTo>
                        <a:pt x="179832" y="319850"/>
                        <a:pt x="204407" y="303562"/>
                        <a:pt x="226886" y="284607"/>
                      </a:cubicBezTo>
                      <a:cubicBezTo>
                        <a:pt x="238220" y="275177"/>
                        <a:pt x="248317" y="265081"/>
                        <a:pt x="258603" y="254127"/>
                      </a:cubicBezTo>
                      <a:lnTo>
                        <a:pt x="289179" y="221933"/>
                      </a:lnTo>
                      <a:cubicBezTo>
                        <a:pt x="309753" y="200596"/>
                        <a:pt x="330232" y="179165"/>
                        <a:pt x="351472" y="158401"/>
                      </a:cubicBezTo>
                      <a:cubicBezTo>
                        <a:pt x="372809" y="137731"/>
                        <a:pt x="394716" y="117348"/>
                        <a:pt x="419100" y="99917"/>
                      </a:cubicBezTo>
                      <a:cubicBezTo>
                        <a:pt x="431197" y="91154"/>
                        <a:pt x="444055" y="83248"/>
                        <a:pt x="456629" y="75724"/>
                      </a:cubicBezTo>
                      <a:cubicBezTo>
                        <a:pt x="469202" y="67913"/>
                        <a:pt x="481584" y="59817"/>
                        <a:pt x="493776" y="51625"/>
                      </a:cubicBezTo>
                      <a:cubicBezTo>
                        <a:pt x="518446" y="35338"/>
                        <a:pt x="542354" y="17907"/>
                        <a:pt x="566071" y="0"/>
                      </a:cubicBezTo>
                      <a:cubicBezTo>
                        <a:pt x="543782" y="19526"/>
                        <a:pt x="520351" y="37814"/>
                        <a:pt x="496538" y="55435"/>
                      </a:cubicBezTo>
                      <a:cubicBezTo>
                        <a:pt x="484537" y="64198"/>
                        <a:pt x="472344" y="72580"/>
                        <a:pt x="459962" y="80772"/>
                      </a:cubicBezTo>
                      <a:cubicBezTo>
                        <a:pt x="447389" y="88868"/>
                        <a:pt x="435197" y="96869"/>
                        <a:pt x="423576" y="105823"/>
                      </a:cubicBezTo>
                      <a:cubicBezTo>
                        <a:pt x="377000" y="141732"/>
                        <a:pt x="336899" y="185547"/>
                        <a:pt x="296227" y="228505"/>
                      </a:cubicBezTo>
                      <a:lnTo>
                        <a:pt x="265366" y="260509"/>
                      </a:lnTo>
                      <a:cubicBezTo>
                        <a:pt x="255175" y="271177"/>
                        <a:pt x="244316" y="281845"/>
                        <a:pt x="232696" y="291275"/>
                      </a:cubicBezTo>
                      <a:cubicBezTo>
                        <a:pt x="209455" y="310229"/>
                        <a:pt x="184690" y="326898"/>
                        <a:pt x="159068" y="341947"/>
                      </a:cubicBezTo>
                      <a:cubicBezTo>
                        <a:pt x="133445" y="357092"/>
                        <a:pt x="107252" y="371094"/>
                        <a:pt x="80772" y="384334"/>
                      </a:cubicBezTo>
                      <a:cubicBezTo>
                        <a:pt x="53816" y="397669"/>
                        <a:pt x="26575" y="409575"/>
                        <a:pt x="0" y="422338"/>
                      </a:cubicBezTo>
                      <a:close/>
                    </a:path>
                  </a:pathLst>
                </a:custGeom>
                <a:solidFill>
                  <a:srgbClr val="A557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16" name="Forme libre : forme 9715">
                  <a:extLst>
                    <a:ext uri="{FF2B5EF4-FFF2-40B4-BE49-F238E27FC236}">
                      <a16:creationId xmlns:a16="http://schemas.microsoft.com/office/drawing/2014/main" id="{4286130E-DC34-461D-A380-0EC5F26611B3}"/>
                    </a:ext>
                  </a:extLst>
                </p:cNvPr>
                <p:cNvSpPr/>
                <p:nvPr/>
              </p:nvSpPr>
              <p:spPr>
                <a:xfrm>
                  <a:off x="7308250" y="1339500"/>
                  <a:ext cx="749522" cy="484631"/>
                </a:xfrm>
                <a:custGeom>
                  <a:avLst/>
                  <a:gdLst>
                    <a:gd name="connsiteX0" fmla="*/ 0 w 749522"/>
                    <a:gd name="connsiteY0" fmla="*/ 484632 h 484631"/>
                    <a:gd name="connsiteX1" fmla="*/ 193167 w 749522"/>
                    <a:gd name="connsiteY1" fmla="*/ 371951 h 484631"/>
                    <a:gd name="connsiteX2" fmla="*/ 238030 w 749522"/>
                    <a:gd name="connsiteY2" fmla="*/ 339280 h 484631"/>
                    <a:gd name="connsiteX3" fmla="*/ 258223 w 749522"/>
                    <a:gd name="connsiteY3" fmla="*/ 320611 h 484631"/>
                    <a:gd name="connsiteX4" fmla="*/ 278321 w 749522"/>
                    <a:gd name="connsiteY4" fmla="*/ 300800 h 484631"/>
                    <a:gd name="connsiteX5" fmla="*/ 365093 w 749522"/>
                    <a:gd name="connsiteY5" fmla="*/ 229362 h 484631"/>
                    <a:gd name="connsiteX6" fmla="*/ 456534 w 749522"/>
                    <a:gd name="connsiteY6" fmla="*/ 164592 h 484631"/>
                    <a:gd name="connsiteX7" fmla="*/ 551974 w 749522"/>
                    <a:gd name="connsiteY7" fmla="*/ 105537 h 484631"/>
                    <a:gd name="connsiteX8" fmla="*/ 749522 w 749522"/>
                    <a:gd name="connsiteY8" fmla="*/ 0 h 484631"/>
                    <a:gd name="connsiteX9" fmla="*/ 651891 w 749522"/>
                    <a:gd name="connsiteY9" fmla="*/ 54769 h 484631"/>
                    <a:gd name="connsiteX10" fmla="*/ 555593 w 749522"/>
                    <a:gd name="connsiteY10" fmla="*/ 111823 h 484631"/>
                    <a:gd name="connsiteX11" fmla="*/ 461391 w 749522"/>
                    <a:gd name="connsiteY11" fmla="*/ 171736 h 484631"/>
                    <a:gd name="connsiteX12" fmla="*/ 370618 w 749522"/>
                    <a:gd name="connsiteY12" fmla="*/ 237077 h 484631"/>
                    <a:gd name="connsiteX13" fmla="*/ 284036 w 749522"/>
                    <a:gd name="connsiteY13" fmla="*/ 307181 h 484631"/>
                    <a:gd name="connsiteX14" fmla="*/ 264129 w 749522"/>
                    <a:gd name="connsiteY14" fmla="*/ 326517 h 484631"/>
                    <a:gd name="connsiteX15" fmla="*/ 243078 w 749522"/>
                    <a:gd name="connsiteY15" fmla="*/ 345662 h 484631"/>
                    <a:gd name="connsiteX16" fmla="*/ 196978 w 749522"/>
                    <a:gd name="connsiteY16" fmla="*/ 378142 h 484631"/>
                    <a:gd name="connsiteX17" fmla="*/ 99632 w 749522"/>
                    <a:gd name="connsiteY17" fmla="*/ 433864 h 484631"/>
                    <a:gd name="connsiteX18" fmla="*/ 0 w 749522"/>
                    <a:gd name="connsiteY18" fmla="*/ 484632 h 484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49522" h="484631">
                      <a:moveTo>
                        <a:pt x="0" y="484632"/>
                      </a:moveTo>
                      <a:cubicBezTo>
                        <a:pt x="64866" y="447675"/>
                        <a:pt x="131064" y="412909"/>
                        <a:pt x="193167" y="371951"/>
                      </a:cubicBezTo>
                      <a:cubicBezTo>
                        <a:pt x="208502" y="361474"/>
                        <a:pt x="223933" y="350996"/>
                        <a:pt x="238030" y="339280"/>
                      </a:cubicBezTo>
                      <a:cubicBezTo>
                        <a:pt x="245459" y="333565"/>
                        <a:pt x="251556" y="327184"/>
                        <a:pt x="258223" y="320611"/>
                      </a:cubicBezTo>
                      <a:cubicBezTo>
                        <a:pt x="264700" y="313754"/>
                        <a:pt x="271463" y="307276"/>
                        <a:pt x="278321" y="300800"/>
                      </a:cubicBezTo>
                      <a:cubicBezTo>
                        <a:pt x="305848" y="275177"/>
                        <a:pt x="335185" y="251841"/>
                        <a:pt x="365093" y="229362"/>
                      </a:cubicBezTo>
                      <a:cubicBezTo>
                        <a:pt x="395193" y="207073"/>
                        <a:pt x="425958" y="185833"/>
                        <a:pt x="456534" y="164592"/>
                      </a:cubicBezTo>
                      <a:cubicBezTo>
                        <a:pt x="487585" y="143351"/>
                        <a:pt x="519589" y="124111"/>
                        <a:pt x="551974" y="105537"/>
                      </a:cubicBezTo>
                      <a:cubicBezTo>
                        <a:pt x="616934" y="68675"/>
                        <a:pt x="681704" y="31242"/>
                        <a:pt x="749522" y="0"/>
                      </a:cubicBezTo>
                      <a:cubicBezTo>
                        <a:pt x="716185" y="16669"/>
                        <a:pt x="684181" y="36004"/>
                        <a:pt x="651891" y="54769"/>
                      </a:cubicBezTo>
                      <a:cubicBezTo>
                        <a:pt x="619602" y="73533"/>
                        <a:pt x="587503" y="92488"/>
                        <a:pt x="555593" y="111823"/>
                      </a:cubicBezTo>
                      <a:cubicBezTo>
                        <a:pt x="523875" y="131445"/>
                        <a:pt x="491681" y="150400"/>
                        <a:pt x="461391" y="171736"/>
                      </a:cubicBezTo>
                      <a:cubicBezTo>
                        <a:pt x="430912" y="193262"/>
                        <a:pt x="400431" y="214693"/>
                        <a:pt x="370618" y="237077"/>
                      </a:cubicBezTo>
                      <a:cubicBezTo>
                        <a:pt x="340709" y="259175"/>
                        <a:pt x="311372" y="282130"/>
                        <a:pt x="284036" y="307181"/>
                      </a:cubicBezTo>
                      <a:cubicBezTo>
                        <a:pt x="277273" y="313468"/>
                        <a:pt x="270606" y="319945"/>
                        <a:pt x="264129" y="326517"/>
                      </a:cubicBezTo>
                      <a:cubicBezTo>
                        <a:pt x="257461" y="332994"/>
                        <a:pt x="250508" y="340042"/>
                        <a:pt x="243078" y="345662"/>
                      </a:cubicBezTo>
                      <a:cubicBezTo>
                        <a:pt x="228505" y="357759"/>
                        <a:pt x="212693" y="367951"/>
                        <a:pt x="196978" y="378142"/>
                      </a:cubicBezTo>
                      <a:cubicBezTo>
                        <a:pt x="165259" y="398050"/>
                        <a:pt x="132588" y="416338"/>
                        <a:pt x="99632" y="433864"/>
                      </a:cubicBezTo>
                      <a:cubicBezTo>
                        <a:pt x="66866" y="451294"/>
                        <a:pt x="33243" y="467582"/>
                        <a:pt x="0" y="484632"/>
                      </a:cubicBezTo>
                      <a:close/>
                    </a:path>
                  </a:pathLst>
                </a:custGeom>
                <a:solidFill>
                  <a:srgbClr val="A557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17" name="Forme libre : forme 9716">
                  <a:extLst>
                    <a:ext uri="{FF2B5EF4-FFF2-40B4-BE49-F238E27FC236}">
                      <a16:creationId xmlns:a16="http://schemas.microsoft.com/office/drawing/2014/main" id="{ACC251AC-2596-4392-BFA2-58C0A70E19E8}"/>
                    </a:ext>
                  </a:extLst>
                </p:cNvPr>
                <p:cNvSpPr/>
                <p:nvPr/>
              </p:nvSpPr>
              <p:spPr>
                <a:xfrm>
                  <a:off x="7761164" y="1226534"/>
                  <a:ext cx="401192" cy="282987"/>
                </a:xfrm>
                <a:custGeom>
                  <a:avLst/>
                  <a:gdLst>
                    <a:gd name="connsiteX0" fmla="*/ 0 w 401192"/>
                    <a:gd name="connsiteY0" fmla="*/ 282988 h 282987"/>
                    <a:gd name="connsiteX1" fmla="*/ 246030 w 401192"/>
                    <a:gd name="connsiteY1" fmla="*/ 101346 h 282987"/>
                    <a:gd name="connsiteX2" fmla="*/ 401193 w 401192"/>
                    <a:gd name="connsiteY2" fmla="*/ 0 h 282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1192" h="282987">
                      <a:moveTo>
                        <a:pt x="0" y="282988"/>
                      </a:moveTo>
                      <a:cubicBezTo>
                        <a:pt x="0" y="282988"/>
                        <a:pt x="215360" y="122492"/>
                        <a:pt x="246030" y="101346"/>
                      </a:cubicBezTo>
                      <a:cubicBezTo>
                        <a:pt x="276606" y="80200"/>
                        <a:pt x="401193" y="0"/>
                        <a:pt x="401193" y="0"/>
                      </a:cubicBezTo>
                    </a:path>
                  </a:pathLst>
                </a:custGeom>
                <a:solidFill>
                  <a:srgbClr val="A557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18" name="Forme libre : forme 9717">
                  <a:extLst>
                    <a:ext uri="{FF2B5EF4-FFF2-40B4-BE49-F238E27FC236}">
                      <a16:creationId xmlns:a16="http://schemas.microsoft.com/office/drawing/2014/main" id="{CA214DB0-14F0-4909-914E-2C6FCA44C52B}"/>
                    </a:ext>
                  </a:extLst>
                </p:cNvPr>
                <p:cNvSpPr/>
                <p:nvPr/>
              </p:nvSpPr>
              <p:spPr>
                <a:xfrm>
                  <a:off x="7084127" y="1350645"/>
                  <a:ext cx="1023556" cy="769524"/>
                </a:xfrm>
                <a:custGeom>
                  <a:avLst/>
                  <a:gdLst>
                    <a:gd name="connsiteX0" fmla="*/ 1023557 w 1023556"/>
                    <a:gd name="connsiteY0" fmla="*/ 857 h 769524"/>
                    <a:gd name="connsiteX1" fmla="*/ 951643 w 1023556"/>
                    <a:gd name="connsiteY1" fmla="*/ 61341 h 769524"/>
                    <a:gd name="connsiteX2" fmla="*/ 882492 w 1023556"/>
                    <a:gd name="connsiteY2" fmla="*/ 124968 h 769524"/>
                    <a:gd name="connsiteX3" fmla="*/ 851249 w 1023556"/>
                    <a:gd name="connsiteY3" fmla="*/ 159163 h 769524"/>
                    <a:gd name="connsiteX4" fmla="*/ 844105 w 1023556"/>
                    <a:gd name="connsiteY4" fmla="*/ 168878 h 769524"/>
                    <a:gd name="connsiteX5" fmla="*/ 835533 w 1023556"/>
                    <a:gd name="connsiteY5" fmla="*/ 177927 h 769524"/>
                    <a:gd name="connsiteX6" fmla="*/ 816197 w 1023556"/>
                    <a:gd name="connsiteY6" fmla="*/ 192405 h 769524"/>
                    <a:gd name="connsiteX7" fmla="*/ 733901 w 1023556"/>
                    <a:gd name="connsiteY7" fmla="*/ 238792 h 769524"/>
                    <a:gd name="connsiteX8" fmla="*/ 655129 w 1023556"/>
                    <a:gd name="connsiteY8" fmla="*/ 289560 h 769524"/>
                    <a:gd name="connsiteX9" fmla="*/ 579501 w 1023556"/>
                    <a:gd name="connsiteY9" fmla="*/ 345853 h 769524"/>
                    <a:gd name="connsiteX10" fmla="*/ 421291 w 1023556"/>
                    <a:gd name="connsiteY10" fmla="*/ 448437 h 769524"/>
                    <a:gd name="connsiteX11" fmla="*/ 423005 w 1023556"/>
                    <a:gd name="connsiteY11" fmla="*/ 446532 h 769524"/>
                    <a:gd name="connsiteX12" fmla="*/ 391954 w 1023556"/>
                    <a:gd name="connsiteY12" fmla="*/ 507492 h 769524"/>
                    <a:gd name="connsiteX13" fmla="*/ 351091 w 1023556"/>
                    <a:gd name="connsiteY13" fmla="*/ 562927 h 769524"/>
                    <a:gd name="connsiteX14" fmla="*/ 337851 w 1023556"/>
                    <a:gd name="connsiteY14" fmla="*/ 574643 h 769524"/>
                    <a:gd name="connsiteX15" fmla="*/ 324421 w 1023556"/>
                    <a:gd name="connsiteY15" fmla="*/ 584835 h 769524"/>
                    <a:gd name="connsiteX16" fmla="*/ 298228 w 1023556"/>
                    <a:gd name="connsiteY16" fmla="*/ 606076 h 769524"/>
                    <a:gd name="connsiteX17" fmla="*/ 240982 w 1023556"/>
                    <a:gd name="connsiteY17" fmla="*/ 643795 h 769524"/>
                    <a:gd name="connsiteX18" fmla="*/ 121063 w 1023556"/>
                    <a:gd name="connsiteY18" fmla="*/ 707326 h 769524"/>
                    <a:gd name="connsiteX19" fmla="*/ 476 w 1023556"/>
                    <a:gd name="connsiteY19" fmla="*/ 769525 h 769524"/>
                    <a:gd name="connsiteX20" fmla="*/ 0 w 1023556"/>
                    <a:gd name="connsiteY20" fmla="*/ 768668 h 769524"/>
                    <a:gd name="connsiteX21" fmla="*/ 117824 w 1023556"/>
                    <a:gd name="connsiteY21" fmla="*/ 701421 h 769524"/>
                    <a:gd name="connsiteX22" fmla="*/ 236315 w 1023556"/>
                    <a:gd name="connsiteY22" fmla="*/ 635413 h 769524"/>
                    <a:gd name="connsiteX23" fmla="*/ 291941 w 1023556"/>
                    <a:gd name="connsiteY23" fmla="*/ 598456 h 769524"/>
                    <a:gd name="connsiteX24" fmla="*/ 318325 w 1023556"/>
                    <a:gd name="connsiteY24" fmla="*/ 576834 h 769524"/>
                    <a:gd name="connsiteX25" fmla="*/ 331946 w 1023556"/>
                    <a:gd name="connsiteY25" fmla="*/ 566452 h 769524"/>
                    <a:gd name="connsiteX26" fmla="*/ 344138 w 1023556"/>
                    <a:gd name="connsiteY26" fmla="*/ 555784 h 769524"/>
                    <a:gd name="connsiteX27" fmla="*/ 384239 w 1023556"/>
                    <a:gd name="connsiteY27" fmla="*/ 502730 h 769524"/>
                    <a:gd name="connsiteX28" fmla="*/ 415671 w 1023556"/>
                    <a:gd name="connsiteY28" fmla="*/ 443293 h 769524"/>
                    <a:gd name="connsiteX29" fmla="*/ 416243 w 1023556"/>
                    <a:gd name="connsiteY29" fmla="*/ 442055 h 769524"/>
                    <a:gd name="connsiteX30" fmla="*/ 417386 w 1023556"/>
                    <a:gd name="connsiteY30" fmla="*/ 441388 h 769524"/>
                    <a:gd name="connsiteX31" fmla="*/ 577786 w 1023556"/>
                    <a:gd name="connsiteY31" fmla="*/ 342995 h 769524"/>
                    <a:gd name="connsiteX32" fmla="*/ 616268 w 1023556"/>
                    <a:gd name="connsiteY32" fmla="*/ 315944 h 769524"/>
                    <a:gd name="connsiteX33" fmla="*/ 634842 w 1023556"/>
                    <a:gd name="connsiteY33" fmla="*/ 301562 h 769524"/>
                    <a:gd name="connsiteX34" fmla="*/ 653034 w 1023556"/>
                    <a:gd name="connsiteY34" fmla="*/ 286702 h 769524"/>
                    <a:gd name="connsiteX35" fmla="*/ 730853 w 1023556"/>
                    <a:gd name="connsiteY35" fmla="*/ 233172 h 769524"/>
                    <a:gd name="connsiteX36" fmla="*/ 771525 w 1023556"/>
                    <a:gd name="connsiteY36" fmla="*/ 209455 h 769524"/>
                    <a:gd name="connsiteX37" fmla="*/ 811530 w 1023556"/>
                    <a:gd name="connsiteY37" fmla="*/ 185356 h 769524"/>
                    <a:gd name="connsiteX38" fmla="*/ 829723 w 1023556"/>
                    <a:gd name="connsiteY38" fmla="*/ 171450 h 769524"/>
                    <a:gd name="connsiteX39" fmla="*/ 837438 w 1023556"/>
                    <a:gd name="connsiteY39" fmla="*/ 163449 h 769524"/>
                    <a:gd name="connsiteX40" fmla="*/ 844392 w 1023556"/>
                    <a:gd name="connsiteY40" fmla="*/ 154305 h 769524"/>
                    <a:gd name="connsiteX41" fmla="*/ 876967 w 1023556"/>
                    <a:gd name="connsiteY41" fmla="*/ 119443 h 769524"/>
                    <a:gd name="connsiteX42" fmla="*/ 947928 w 1023556"/>
                    <a:gd name="connsiteY42" fmla="*/ 57245 h 769524"/>
                    <a:gd name="connsiteX43" fmla="*/ 984695 w 1023556"/>
                    <a:gd name="connsiteY43" fmla="*/ 27718 h 769524"/>
                    <a:gd name="connsiteX44" fmla="*/ 1022890 w 1023556"/>
                    <a:gd name="connsiteY44" fmla="*/ 0 h 769524"/>
                    <a:gd name="connsiteX45" fmla="*/ 1023557 w 1023556"/>
                    <a:gd name="connsiteY45" fmla="*/ 857 h 769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1023556" h="769524">
                      <a:moveTo>
                        <a:pt x="1023557" y="857"/>
                      </a:moveTo>
                      <a:cubicBezTo>
                        <a:pt x="998696" y="19621"/>
                        <a:pt x="975360" y="40958"/>
                        <a:pt x="951643" y="61341"/>
                      </a:cubicBezTo>
                      <a:cubicBezTo>
                        <a:pt x="928211" y="82105"/>
                        <a:pt x="904970" y="103156"/>
                        <a:pt x="882492" y="124968"/>
                      </a:cubicBezTo>
                      <a:cubicBezTo>
                        <a:pt x="871442" y="135922"/>
                        <a:pt x="860298" y="147161"/>
                        <a:pt x="851249" y="159163"/>
                      </a:cubicBezTo>
                      <a:lnTo>
                        <a:pt x="844105" y="168878"/>
                      </a:lnTo>
                      <a:cubicBezTo>
                        <a:pt x="841534" y="172307"/>
                        <a:pt x="838391" y="174879"/>
                        <a:pt x="835533" y="177927"/>
                      </a:cubicBezTo>
                      <a:cubicBezTo>
                        <a:pt x="829342" y="183166"/>
                        <a:pt x="822865" y="187928"/>
                        <a:pt x="816197" y="192405"/>
                      </a:cubicBezTo>
                      <a:cubicBezTo>
                        <a:pt x="789527" y="209836"/>
                        <a:pt x="761333" y="223552"/>
                        <a:pt x="733901" y="238792"/>
                      </a:cubicBezTo>
                      <a:cubicBezTo>
                        <a:pt x="706564" y="253937"/>
                        <a:pt x="679418" y="269843"/>
                        <a:pt x="655129" y="289560"/>
                      </a:cubicBezTo>
                      <a:cubicBezTo>
                        <a:pt x="630841" y="309467"/>
                        <a:pt x="605218" y="327850"/>
                        <a:pt x="579501" y="345853"/>
                      </a:cubicBezTo>
                      <a:cubicBezTo>
                        <a:pt x="527780" y="381476"/>
                        <a:pt x="475202" y="416052"/>
                        <a:pt x="421291" y="448437"/>
                      </a:cubicBezTo>
                      <a:lnTo>
                        <a:pt x="423005" y="446532"/>
                      </a:lnTo>
                      <a:cubicBezTo>
                        <a:pt x="413957" y="467582"/>
                        <a:pt x="403479" y="487775"/>
                        <a:pt x="391954" y="507492"/>
                      </a:cubicBezTo>
                      <a:cubicBezTo>
                        <a:pt x="380143" y="527018"/>
                        <a:pt x="367570" y="546354"/>
                        <a:pt x="351091" y="562927"/>
                      </a:cubicBezTo>
                      <a:cubicBezTo>
                        <a:pt x="347091" y="567214"/>
                        <a:pt x="342424" y="570929"/>
                        <a:pt x="337851" y="574643"/>
                      </a:cubicBezTo>
                      <a:lnTo>
                        <a:pt x="324421" y="584835"/>
                      </a:lnTo>
                      <a:cubicBezTo>
                        <a:pt x="315563" y="591693"/>
                        <a:pt x="306895" y="598837"/>
                        <a:pt x="298228" y="606076"/>
                      </a:cubicBezTo>
                      <a:cubicBezTo>
                        <a:pt x="280892" y="621030"/>
                        <a:pt x="260795" y="633222"/>
                        <a:pt x="240982" y="643795"/>
                      </a:cubicBezTo>
                      <a:lnTo>
                        <a:pt x="121063" y="707326"/>
                      </a:lnTo>
                      <a:cubicBezTo>
                        <a:pt x="80963" y="728281"/>
                        <a:pt x="40767" y="749046"/>
                        <a:pt x="476" y="769525"/>
                      </a:cubicBezTo>
                      <a:lnTo>
                        <a:pt x="0" y="768668"/>
                      </a:lnTo>
                      <a:cubicBezTo>
                        <a:pt x="39148" y="745998"/>
                        <a:pt x="78391" y="723519"/>
                        <a:pt x="117824" y="701421"/>
                      </a:cubicBezTo>
                      <a:lnTo>
                        <a:pt x="236315" y="635413"/>
                      </a:lnTo>
                      <a:cubicBezTo>
                        <a:pt x="256223" y="624650"/>
                        <a:pt x="274987" y="613124"/>
                        <a:pt x="291941" y="598456"/>
                      </a:cubicBezTo>
                      <a:cubicBezTo>
                        <a:pt x="300514" y="591217"/>
                        <a:pt x="309276" y="583883"/>
                        <a:pt x="318325" y="576834"/>
                      </a:cubicBezTo>
                      <a:lnTo>
                        <a:pt x="331946" y="566452"/>
                      </a:lnTo>
                      <a:cubicBezTo>
                        <a:pt x="336137" y="563023"/>
                        <a:pt x="340423" y="559784"/>
                        <a:pt x="344138" y="555784"/>
                      </a:cubicBezTo>
                      <a:cubicBezTo>
                        <a:pt x="359854" y="540448"/>
                        <a:pt x="372427" y="521684"/>
                        <a:pt x="384239" y="502730"/>
                      </a:cubicBezTo>
                      <a:cubicBezTo>
                        <a:pt x="395764" y="483584"/>
                        <a:pt x="406336" y="463582"/>
                        <a:pt x="415671" y="443293"/>
                      </a:cubicBezTo>
                      <a:lnTo>
                        <a:pt x="416243" y="442055"/>
                      </a:lnTo>
                      <a:lnTo>
                        <a:pt x="417386" y="441388"/>
                      </a:lnTo>
                      <a:cubicBezTo>
                        <a:pt x="471583" y="409861"/>
                        <a:pt x="525780" y="378047"/>
                        <a:pt x="577786" y="342995"/>
                      </a:cubicBezTo>
                      <a:cubicBezTo>
                        <a:pt x="590741" y="334232"/>
                        <a:pt x="603599" y="325184"/>
                        <a:pt x="616268" y="315944"/>
                      </a:cubicBezTo>
                      <a:lnTo>
                        <a:pt x="634842" y="301562"/>
                      </a:lnTo>
                      <a:lnTo>
                        <a:pt x="653034" y="286702"/>
                      </a:lnTo>
                      <a:cubicBezTo>
                        <a:pt x="677418" y="266700"/>
                        <a:pt x="703802" y="249174"/>
                        <a:pt x="730853" y="233172"/>
                      </a:cubicBezTo>
                      <a:lnTo>
                        <a:pt x="771525" y="209455"/>
                      </a:lnTo>
                      <a:cubicBezTo>
                        <a:pt x="785146" y="201644"/>
                        <a:pt x="798766" y="194024"/>
                        <a:pt x="811530" y="185356"/>
                      </a:cubicBezTo>
                      <a:cubicBezTo>
                        <a:pt x="817912" y="180975"/>
                        <a:pt x="824008" y="176403"/>
                        <a:pt x="829723" y="171450"/>
                      </a:cubicBezTo>
                      <a:cubicBezTo>
                        <a:pt x="832295" y="168783"/>
                        <a:pt x="835247" y="166402"/>
                        <a:pt x="837438" y="163449"/>
                      </a:cubicBezTo>
                      <a:cubicBezTo>
                        <a:pt x="839629" y="160687"/>
                        <a:pt x="841820" y="157734"/>
                        <a:pt x="844392" y="154305"/>
                      </a:cubicBezTo>
                      <a:cubicBezTo>
                        <a:pt x="854393" y="141351"/>
                        <a:pt x="865632" y="130397"/>
                        <a:pt x="876967" y="119443"/>
                      </a:cubicBezTo>
                      <a:cubicBezTo>
                        <a:pt x="899732" y="97631"/>
                        <a:pt x="923734" y="77248"/>
                        <a:pt x="947928" y="57245"/>
                      </a:cubicBezTo>
                      <a:cubicBezTo>
                        <a:pt x="960025" y="47244"/>
                        <a:pt x="972217" y="37338"/>
                        <a:pt x="984695" y="27718"/>
                      </a:cubicBezTo>
                      <a:cubicBezTo>
                        <a:pt x="997268" y="18193"/>
                        <a:pt x="1009364" y="8287"/>
                        <a:pt x="1022890" y="0"/>
                      </a:cubicBezTo>
                      <a:lnTo>
                        <a:pt x="1023557" y="857"/>
                      </a:lnTo>
                      <a:close/>
                    </a:path>
                  </a:pathLst>
                </a:custGeom>
                <a:solidFill>
                  <a:srgbClr val="A557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19" name="Forme libre : forme 9718">
                  <a:extLst>
                    <a:ext uri="{FF2B5EF4-FFF2-40B4-BE49-F238E27FC236}">
                      <a16:creationId xmlns:a16="http://schemas.microsoft.com/office/drawing/2014/main" id="{0B87F293-24D3-46F0-B000-7A02D66FC9EF}"/>
                    </a:ext>
                  </a:extLst>
                </p:cNvPr>
                <p:cNvSpPr/>
                <p:nvPr/>
              </p:nvSpPr>
              <p:spPr>
                <a:xfrm>
                  <a:off x="7437028" y="1591722"/>
                  <a:ext cx="372713" cy="316896"/>
                </a:xfrm>
                <a:custGeom>
                  <a:avLst/>
                  <a:gdLst>
                    <a:gd name="connsiteX0" fmla="*/ 0 w 372713"/>
                    <a:gd name="connsiteY0" fmla="*/ 316897 h 316896"/>
                    <a:gd name="connsiteX1" fmla="*/ 51625 w 372713"/>
                    <a:gd name="connsiteY1" fmla="*/ 283655 h 316896"/>
                    <a:gd name="connsiteX2" fmla="*/ 101632 w 372713"/>
                    <a:gd name="connsiteY2" fmla="*/ 248507 h 316896"/>
                    <a:gd name="connsiteX3" fmla="*/ 124778 w 372713"/>
                    <a:gd name="connsiteY3" fmla="*/ 228981 h 316896"/>
                    <a:gd name="connsiteX4" fmla="*/ 134874 w 372713"/>
                    <a:gd name="connsiteY4" fmla="*/ 218313 h 316896"/>
                    <a:gd name="connsiteX5" fmla="*/ 144875 w 372713"/>
                    <a:gd name="connsiteY5" fmla="*/ 206312 h 316896"/>
                    <a:gd name="connsiteX6" fmla="*/ 187833 w 372713"/>
                    <a:gd name="connsiteY6" fmla="*/ 161925 h 316896"/>
                    <a:gd name="connsiteX7" fmla="*/ 232982 w 372713"/>
                    <a:gd name="connsiteY7" fmla="*/ 120205 h 316896"/>
                    <a:gd name="connsiteX8" fmla="*/ 278702 w 372713"/>
                    <a:gd name="connsiteY8" fmla="*/ 79248 h 316896"/>
                    <a:gd name="connsiteX9" fmla="*/ 325374 w 372713"/>
                    <a:gd name="connsiteY9" fmla="*/ 39243 h 316896"/>
                    <a:gd name="connsiteX10" fmla="*/ 372713 w 372713"/>
                    <a:gd name="connsiteY10" fmla="*/ 0 h 316896"/>
                    <a:gd name="connsiteX11" fmla="*/ 328517 w 372713"/>
                    <a:gd name="connsiteY11" fmla="*/ 42672 h 316896"/>
                    <a:gd name="connsiteX12" fmla="*/ 283655 w 372713"/>
                    <a:gd name="connsiteY12" fmla="*/ 84582 h 316896"/>
                    <a:gd name="connsiteX13" fmla="*/ 194310 w 372713"/>
                    <a:gd name="connsiteY13" fmla="*/ 168783 h 316896"/>
                    <a:gd name="connsiteX14" fmla="*/ 151257 w 372713"/>
                    <a:gd name="connsiteY14" fmla="*/ 212026 h 316896"/>
                    <a:gd name="connsiteX15" fmla="*/ 141351 w 372713"/>
                    <a:gd name="connsiteY15" fmla="*/ 223457 h 316896"/>
                    <a:gd name="connsiteX16" fmla="*/ 130207 w 372713"/>
                    <a:gd name="connsiteY16" fmla="*/ 234887 h 316896"/>
                    <a:gd name="connsiteX17" fmla="*/ 105823 w 372713"/>
                    <a:gd name="connsiteY17" fmla="*/ 254222 h 316896"/>
                    <a:gd name="connsiteX18" fmla="*/ 0 w 372713"/>
                    <a:gd name="connsiteY18" fmla="*/ 316897 h 316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72713" h="316896">
                      <a:moveTo>
                        <a:pt x="0" y="316897"/>
                      </a:moveTo>
                      <a:cubicBezTo>
                        <a:pt x="17336" y="305943"/>
                        <a:pt x="34671" y="295180"/>
                        <a:pt x="51625" y="283655"/>
                      </a:cubicBezTo>
                      <a:cubicBezTo>
                        <a:pt x="68675" y="272415"/>
                        <a:pt x="85534" y="260890"/>
                        <a:pt x="101632" y="248507"/>
                      </a:cubicBezTo>
                      <a:cubicBezTo>
                        <a:pt x="109633" y="242221"/>
                        <a:pt x="117539" y="235839"/>
                        <a:pt x="124778" y="228981"/>
                      </a:cubicBezTo>
                      <a:cubicBezTo>
                        <a:pt x="128492" y="225647"/>
                        <a:pt x="131731" y="221933"/>
                        <a:pt x="134874" y="218313"/>
                      </a:cubicBezTo>
                      <a:cubicBezTo>
                        <a:pt x="138113" y="214313"/>
                        <a:pt x="141447" y="210217"/>
                        <a:pt x="144875" y="206312"/>
                      </a:cubicBezTo>
                      <a:cubicBezTo>
                        <a:pt x="158591" y="190786"/>
                        <a:pt x="173164" y="176308"/>
                        <a:pt x="187833" y="161925"/>
                      </a:cubicBezTo>
                      <a:cubicBezTo>
                        <a:pt x="202692" y="147828"/>
                        <a:pt x="217837" y="134017"/>
                        <a:pt x="232982" y="120205"/>
                      </a:cubicBezTo>
                      <a:cubicBezTo>
                        <a:pt x="248221" y="106489"/>
                        <a:pt x="262890" y="92392"/>
                        <a:pt x="278702" y="79248"/>
                      </a:cubicBezTo>
                      <a:lnTo>
                        <a:pt x="325374" y="39243"/>
                      </a:lnTo>
                      <a:cubicBezTo>
                        <a:pt x="341186" y="26194"/>
                        <a:pt x="356711" y="12859"/>
                        <a:pt x="372713" y="0"/>
                      </a:cubicBezTo>
                      <a:cubicBezTo>
                        <a:pt x="358140" y="14478"/>
                        <a:pt x="343186" y="28480"/>
                        <a:pt x="328517" y="42672"/>
                      </a:cubicBezTo>
                      <a:lnTo>
                        <a:pt x="283655" y="84582"/>
                      </a:lnTo>
                      <a:cubicBezTo>
                        <a:pt x="253746" y="112490"/>
                        <a:pt x="223647" y="140399"/>
                        <a:pt x="194310" y="168783"/>
                      </a:cubicBezTo>
                      <a:cubicBezTo>
                        <a:pt x="179547" y="182880"/>
                        <a:pt x="164878" y="197072"/>
                        <a:pt x="151257" y="212026"/>
                      </a:cubicBezTo>
                      <a:cubicBezTo>
                        <a:pt x="147828" y="215741"/>
                        <a:pt x="144589" y="219646"/>
                        <a:pt x="141351" y="223457"/>
                      </a:cubicBezTo>
                      <a:cubicBezTo>
                        <a:pt x="137827" y="227457"/>
                        <a:pt x="134208" y="231458"/>
                        <a:pt x="130207" y="234887"/>
                      </a:cubicBezTo>
                      <a:cubicBezTo>
                        <a:pt x="122587" y="242030"/>
                        <a:pt x="114205" y="248221"/>
                        <a:pt x="105823" y="254222"/>
                      </a:cubicBezTo>
                      <a:cubicBezTo>
                        <a:pt x="72295" y="278035"/>
                        <a:pt x="36672" y="298418"/>
                        <a:pt x="0" y="316897"/>
                      </a:cubicBezTo>
                      <a:close/>
                    </a:path>
                  </a:pathLst>
                </a:custGeom>
                <a:solidFill>
                  <a:srgbClr val="A557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20" name="Forme libre : forme 9719">
                  <a:extLst>
                    <a:ext uri="{FF2B5EF4-FFF2-40B4-BE49-F238E27FC236}">
                      <a16:creationId xmlns:a16="http://schemas.microsoft.com/office/drawing/2014/main" id="{483D890B-6A17-4E3D-8112-747E56EF8A0F}"/>
                    </a:ext>
                  </a:extLst>
                </p:cNvPr>
                <p:cNvSpPr/>
                <p:nvPr/>
              </p:nvSpPr>
              <p:spPr>
                <a:xfrm>
                  <a:off x="6865910" y="1846992"/>
                  <a:ext cx="481202" cy="351948"/>
                </a:xfrm>
                <a:custGeom>
                  <a:avLst/>
                  <a:gdLst>
                    <a:gd name="connsiteX0" fmla="*/ 0 w 481202"/>
                    <a:gd name="connsiteY0" fmla="*/ 351949 h 351948"/>
                    <a:gd name="connsiteX1" fmla="*/ 120300 w 481202"/>
                    <a:gd name="connsiteY1" fmla="*/ 263652 h 351948"/>
                    <a:gd name="connsiteX2" fmla="*/ 238506 w 481202"/>
                    <a:gd name="connsiteY2" fmla="*/ 173355 h 351948"/>
                    <a:gd name="connsiteX3" fmla="*/ 354711 w 481202"/>
                    <a:gd name="connsiteY3" fmla="*/ 79248 h 351948"/>
                    <a:gd name="connsiteX4" fmla="*/ 481203 w 481202"/>
                    <a:gd name="connsiteY4" fmla="*/ 0 h 351948"/>
                    <a:gd name="connsiteX5" fmla="*/ 418528 w 481202"/>
                    <a:gd name="connsiteY5" fmla="*/ 40100 h 351948"/>
                    <a:gd name="connsiteX6" fmla="*/ 359187 w 481202"/>
                    <a:gd name="connsiteY6" fmla="*/ 85058 h 351948"/>
                    <a:gd name="connsiteX7" fmla="*/ 244792 w 481202"/>
                    <a:gd name="connsiteY7" fmla="*/ 180404 h 351948"/>
                    <a:gd name="connsiteX8" fmla="*/ 185451 w 481202"/>
                    <a:gd name="connsiteY8" fmla="*/ 226314 h 351948"/>
                    <a:gd name="connsiteX9" fmla="*/ 124491 w 481202"/>
                    <a:gd name="connsiteY9" fmla="*/ 269558 h 351948"/>
                    <a:gd name="connsiteX10" fmla="*/ 0 w 481202"/>
                    <a:gd name="connsiteY10" fmla="*/ 351949 h 351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81202" h="351948">
                      <a:moveTo>
                        <a:pt x="0" y="351949"/>
                      </a:moveTo>
                      <a:lnTo>
                        <a:pt x="120300" y="263652"/>
                      </a:lnTo>
                      <a:cubicBezTo>
                        <a:pt x="160115" y="234029"/>
                        <a:pt x="201263" y="205454"/>
                        <a:pt x="238506" y="173355"/>
                      </a:cubicBezTo>
                      <a:cubicBezTo>
                        <a:pt x="276225" y="140684"/>
                        <a:pt x="314801" y="109156"/>
                        <a:pt x="354711" y="79248"/>
                      </a:cubicBezTo>
                      <a:cubicBezTo>
                        <a:pt x="394906" y="50006"/>
                        <a:pt x="435578" y="20193"/>
                        <a:pt x="481203" y="0"/>
                      </a:cubicBezTo>
                      <a:cubicBezTo>
                        <a:pt x="459200" y="11621"/>
                        <a:pt x="438626" y="25527"/>
                        <a:pt x="418528" y="40100"/>
                      </a:cubicBezTo>
                      <a:cubicBezTo>
                        <a:pt x="398335" y="54483"/>
                        <a:pt x="378523" y="69533"/>
                        <a:pt x="359187" y="85058"/>
                      </a:cubicBezTo>
                      <a:cubicBezTo>
                        <a:pt x="320325" y="115919"/>
                        <a:pt x="281844" y="147447"/>
                        <a:pt x="244792" y="180404"/>
                      </a:cubicBezTo>
                      <a:cubicBezTo>
                        <a:pt x="225647" y="196882"/>
                        <a:pt x="205549" y="211550"/>
                        <a:pt x="185451" y="226314"/>
                      </a:cubicBezTo>
                      <a:cubicBezTo>
                        <a:pt x="165259" y="240887"/>
                        <a:pt x="145161" y="255556"/>
                        <a:pt x="124491" y="269558"/>
                      </a:cubicBezTo>
                      <a:cubicBezTo>
                        <a:pt x="83439" y="297751"/>
                        <a:pt x="42100" y="325469"/>
                        <a:pt x="0" y="351949"/>
                      </a:cubicBezTo>
                      <a:close/>
                    </a:path>
                  </a:pathLst>
                </a:custGeom>
                <a:solidFill>
                  <a:srgbClr val="A557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21" name="Forme libre : forme 9720">
                  <a:extLst>
                    <a:ext uri="{FF2B5EF4-FFF2-40B4-BE49-F238E27FC236}">
                      <a16:creationId xmlns:a16="http://schemas.microsoft.com/office/drawing/2014/main" id="{46A91B75-280F-470C-AE1D-0290DF49F70E}"/>
                    </a:ext>
                  </a:extLst>
                </p:cNvPr>
                <p:cNvSpPr/>
                <p:nvPr/>
              </p:nvSpPr>
              <p:spPr>
                <a:xfrm>
                  <a:off x="3457145" y="1363789"/>
                  <a:ext cx="1933723" cy="3543105"/>
                </a:xfrm>
                <a:custGeom>
                  <a:avLst/>
                  <a:gdLst>
                    <a:gd name="connsiteX0" fmla="*/ 206460 w 1933723"/>
                    <a:gd name="connsiteY0" fmla="*/ 3387090 h 3543105"/>
                    <a:gd name="connsiteX1" fmla="*/ 69205 w 1933723"/>
                    <a:gd name="connsiteY1" fmla="*/ 3537014 h 3543105"/>
                    <a:gd name="connsiteX2" fmla="*/ 112448 w 1933723"/>
                    <a:gd name="connsiteY2" fmla="*/ 2851785 h 3543105"/>
                    <a:gd name="connsiteX3" fmla="*/ 599176 w 1933723"/>
                    <a:gd name="connsiteY3" fmla="*/ 1680877 h 3543105"/>
                    <a:gd name="connsiteX4" fmla="*/ 1933723 w 1933723"/>
                    <a:gd name="connsiteY4" fmla="*/ 0 h 3543105"/>
                    <a:gd name="connsiteX5" fmla="*/ 673090 w 1933723"/>
                    <a:gd name="connsiteY5" fmla="*/ 1761077 h 3543105"/>
                    <a:gd name="connsiteX6" fmla="*/ 435536 w 1933723"/>
                    <a:gd name="connsiteY6" fmla="*/ 2480120 h 3543105"/>
                    <a:gd name="connsiteX7" fmla="*/ 424487 w 1933723"/>
                    <a:gd name="connsiteY7" fmla="*/ 3118390 h 3543105"/>
                    <a:gd name="connsiteX8" fmla="*/ 305710 w 1933723"/>
                    <a:gd name="connsiteY8" fmla="*/ 3542824 h 3543105"/>
                    <a:gd name="connsiteX9" fmla="*/ 206460 w 1933723"/>
                    <a:gd name="connsiteY9" fmla="*/ 3387090 h 3543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33723" h="3543105">
                      <a:moveTo>
                        <a:pt x="206460" y="3387090"/>
                      </a:moveTo>
                      <a:cubicBezTo>
                        <a:pt x="144643" y="3384804"/>
                        <a:pt x="166360" y="3539109"/>
                        <a:pt x="69205" y="3537014"/>
                      </a:cubicBezTo>
                      <a:cubicBezTo>
                        <a:pt x="-27950" y="3534918"/>
                        <a:pt x="-30903" y="3223165"/>
                        <a:pt x="112448" y="2851785"/>
                      </a:cubicBezTo>
                      <a:cubicBezTo>
                        <a:pt x="255418" y="2481548"/>
                        <a:pt x="438679" y="2105311"/>
                        <a:pt x="599176" y="1680877"/>
                      </a:cubicBezTo>
                      <a:cubicBezTo>
                        <a:pt x="759672" y="1256443"/>
                        <a:pt x="1198870" y="498348"/>
                        <a:pt x="1933723" y="0"/>
                      </a:cubicBezTo>
                      <a:cubicBezTo>
                        <a:pt x="1933723" y="0"/>
                        <a:pt x="1070092" y="688372"/>
                        <a:pt x="673090" y="1761077"/>
                      </a:cubicBezTo>
                      <a:cubicBezTo>
                        <a:pt x="635180" y="1863376"/>
                        <a:pt x="464683" y="2291811"/>
                        <a:pt x="435536" y="2480120"/>
                      </a:cubicBezTo>
                      <a:cubicBezTo>
                        <a:pt x="404389" y="2681288"/>
                        <a:pt x="416486" y="3018568"/>
                        <a:pt x="424487" y="3118390"/>
                      </a:cubicBezTo>
                      <a:cubicBezTo>
                        <a:pt x="432393" y="3218212"/>
                        <a:pt x="437441" y="3522250"/>
                        <a:pt x="305710" y="3542824"/>
                      </a:cubicBezTo>
                      <a:cubicBezTo>
                        <a:pt x="255037" y="3550730"/>
                        <a:pt x="278278" y="3389662"/>
                        <a:pt x="206460" y="3387090"/>
                      </a:cubicBezTo>
                      <a:close/>
                    </a:path>
                  </a:pathLst>
                </a:custGeom>
                <a:solidFill>
                  <a:srgbClr val="753A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22" name="Forme libre : forme 9721">
                  <a:extLst>
                    <a:ext uri="{FF2B5EF4-FFF2-40B4-BE49-F238E27FC236}">
                      <a16:creationId xmlns:a16="http://schemas.microsoft.com/office/drawing/2014/main" id="{4AC563EF-4219-4111-BAB2-E99BD619258B}"/>
                    </a:ext>
                  </a:extLst>
                </p:cNvPr>
                <p:cNvSpPr/>
                <p:nvPr/>
              </p:nvSpPr>
              <p:spPr>
                <a:xfrm>
                  <a:off x="3457145" y="1363789"/>
                  <a:ext cx="1933723" cy="3543105"/>
                </a:xfrm>
                <a:custGeom>
                  <a:avLst/>
                  <a:gdLst>
                    <a:gd name="connsiteX0" fmla="*/ 206460 w 1933723"/>
                    <a:gd name="connsiteY0" fmla="*/ 3387090 h 3543105"/>
                    <a:gd name="connsiteX1" fmla="*/ 69205 w 1933723"/>
                    <a:gd name="connsiteY1" fmla="*/ 3537014 h 3543105"/>
                    <a:gd name="connsiteX2" fmla="*/ 112448 w 1933723"/>
                    <a:gd name="connsiteY2" fmla="*/ 2851785 h 3543105"/>
                    <a:gd name="connsiteX3" fmla="*/ 599176 w 1933723"/>
                    <a:gd name="connsiteY3" fmla="*/ 1680877 h 3543105"/>
                    <a:gd name="connsiteX4" fmla="*/ 1933723 w 1933723"/>
                    <a:gd name="connsiteY4" fmla="*/ 0 h 3543105"/>
                    <a:gd name="connsiteX5" fmla="*/ 673090 w 1933723"/>
                    <a:gd name="connsiteY5" fmla="*/ 1761077 h 3543105"/>
                    <a:gd name="connsiteX6" fmla="*/ 435536 w 1933723"/>
                    <a:gd name="connsiteY6" fmla="*/ 2480120 h 3543105"/>
                    <a:gd name="connsiteX7" fmla="*/ 424487 w 1933723"/>
                    <a:gd name="connsiteY7" fmla="*/ 3118390 h 3543105"/>
                    <a:gd name="connsiteX8" fmla="*/ 305710 w 1933723"/>
                    <a:gd name="connsiteY8" fmla="*/ 3542824 h 3543105"/>
                    <a:gd name="connsiteX9" fmla="*/ 206460 w 1933723"/>
                    <a:gd name="connsiteY9" fmla="*/ 3387090 h 3543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33723" h="3543105">
                      <a:moveTo>
                        <a:pt x="206460" y="3387090"/>
                      </a:moveTo>
                      <a:cubicBezTo>
                        <a:pt x="144643" y="3384804"/>
                        <a:pt x="166360" y="3539109"/>
                        <a:pt x="69205" y="3537014"/>
                      </a:cubicBezTo>
                      <a:cubicBezTo>
                        <a:pt x="-27950" y="3534918"/>
                        <a:pt x="-30903" y="3223165"/>
                        <a:pt x="112448" y="2851785"/>
                      </a:cubicBezTo>
                      <a:cubicBezTo>
                        <a:pt x="255418" y="2481548"/>
                        <a:pt x="438679" y="2105311"/>
                        <a:pt x="599176" y="1680877"/>
                      </a:cubicBezTo>
                      <a:cubicBezTo>
                        <a:pt x="759672" y="1256443"/>
                        <a:pt x="1198870" y="498348"/>
                        <a:pt x="1933723" y="0"/>
                      </a:cubicBezTo>
                      <a:cubicBezTo>
                        <a:pt x="1933723" y="0"/>
                        <a:pt x="1070092" y="688372"/>
                        <a:pt x="673090" y="1761077"/>
                      </a:cubicBezTo>
                      <a:cubicBezTo>
                        <a:pt x="635180" y="1863376"/>
                        <a:pt x="464683" y="2291811"/>
                        <a:pt x="435536" y="2480120"/>
                      </a:cubicBezTo>
                      <a:cubicBezTo>
                        <a:pt x="404389" y="2681288"/>
                        <a:pt x="416486" y="3018568"/>
                        <a:pt x="424487" y="3118390"/>
                      </a:cubicBezTo>
                      <a:cubicBezTo>
                        <a:pt x="432393" y="3218212"/>
                        <a:pt x="437441" y="3522250"/>
                        <a:pt x="305710" y="3542824"/>
                      </a:cubicBezTo>
                      <a:cubicBezTo>
                        <a:pt x="255037" y="3550730"/>
                        <a:pt x="278278" y="3389662"/>
                        <a:pt x="206460" y="3387090"/>
                      </a:cubicBezTo>
                      <a:close/>
                    </a:path>
                  </a:pathLst>
                </a:custGeom>
                <a:noFill/>
                <a:ln w="7144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23" name="Forme libre : forme 9722">
                  <a:extLst>
                    <a:ext uri="{FF2B5EF4-FFF2-40B4-BE49-F238E27FC236}">
                      <a16:creationId xmlns:a16="http://schemas.microsoft.com/office/drawing/2014/main" id="{462943B8-3C5E-4106-946D-2E3125C1646C}"/>
                    </a:ext>
                  </a:extLst>
                </p:cNvPr>
                <p:cNvSpPr/>
                <p:nvPr/>
              </p:nvSpPr>
              <p:spPr>
                <a:xfrm>
                  <a:off x="2203176" y="4630959"/>
                  <a:ext cx="150811" cy="173034"/>
                </a:xfrm>
                <a:custGeom>
                  <a:avLst/>
                  <a:gdLst>
                    <a:gd name="connsiteX0" fmla="*/ 101020 w 150811"/>
                    <a:gd name="connsiteY0" fmla="*/ 0 h 173034"/>
                    <a:gd name="connsiteX1" fmla="*/ 135310 w 150811"/>
                    <a:gd name="connsiteY1" fmla="*/ 135636 h 173034"/>
                    <a:gd name="connsiteX2" fmla="*/ 22344 w 150811"/>
                    <a:gd name="connsiteY2" fmla="*/ 165163 h 173034"/>
                    <a:gd name="connsiteX3" fmla="*/ 18629 w 150811"/>
                    <a:gd name="connsiteY3" fmla="*/ 63818 h 173034"/>
                    <a:gd name="connsiteX4" fmla="*/ 101020 w 150811"/>
                    <a:gd name="connsiteY4" fmla="*/ 0 h 173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811" h="173034">
                      <a:moveTo>
                        <a:pt x="101020" y="0"/>
                      </a:moveTo>
                      <a:cubicBezTo>
                        <a:pt x="101020" y="0"/>
                        <a:pt x="184459" y="28004"/>
                        <a:pt x="135310" y="135636"/>
                      </a:cubicBezTo>
                      <a:cubicBezTo>
                        <a:pt x="121785" y="165259"/>
                        <a:pt x="70350" y="184690"/>
                        <a:pt x="22344" y="165163"/>
                      </a:cubicBezTo>
                      <a:cubicBezTo>
                        <a:pt x="-25662" y="145637"/>
                        <a:pt x="18629" y="63818"/>
                        <a:pt x="18629" y="63818"/>
                      </a:cubicBezTo>
                      <a:lnTo>
                        <a:pt x="101020" y="0"/>
                      </a:lnTo>
                      <a:close/>
                    </a:path>
                  </a:pathLst>
                </a:custGeom>
                <a:solidFill>
                  <a:srgbClr val="F9CEB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24" name="Forme libre : forme 9723">
                  <a:extLst>
                    <a:ext uri="{FF2B5EF4-FFF2-40B4-BE49-F238E27FC236}">
                      <a16:creationId xmlns:a16="http://schemas.microsoft.com/office/drawing/2014/main" id="{6F70CC2F-CD0C-41CC-A718-9F542068AFBF}"/>
                    </a:ext>
                  </a:extLst>
                </p:cNvPr>
                <p:cNvSpPr/>
                <p:nvPr/>
              </p:nvSpPr>
              <p:spPr>
                <a:xfrm>
                  <a:off x="2205272" y="4627530"/>
                  <a:ext cx="150811" cy="173034"/>
                </a:xfrm>
                <a:custGeom>
                  <a:avLst/>
                  <a:gdLst>
                    <a:gd name="connsiteX0" fmla="*/ 101020 w 150811"/>
                    <a:gd name="connsiteY0" fmla="*/ 0 h 173034"/>
                    <a:gd name="connsiteX1" fmla="*/ 135310 w 150811"/>
                    <a:gd name="connsiteY1" fmla="*/ 135636 h 173034"/>
                    <a:gd name="connsiteX2" fmla="*/ 22344 w 150811"/>
                    <a:gd name="connsiteY2" fmla="*/ 165164 h 173034"/>
                    <a:gd name="connsiteX3" fmla="*/ 18629 w 150811"/>
                    <a:gd name="connsiteY3" fmla="*/ 63818 h 173034"/>
                    <a:gd name="connsiteX4" fmla="*/ 101020 w 150811"/>
                    <a:gd name="connsiteY4" fmla="*/ 0 h 173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811" h="173034">
                      <a:moveTo>
                        <a:pt x="101020" y="0"/>
                      </a:moveTo>
                      <a:cubicBezTo>
                        <a:pt x="101020" y="0"/>
                        <a:pt x="184459" y="28004"/>
                        <a:pt x="135310" y="135636"/>
                      </a:cubicBezTo>
                      <a:cubicBezTo>
                        <a:pt x="121785" y="165259"/>
                        <a:pt x="70349" y="184690"/>
                        <a:pt x="22344" y="165164"/>
                      </a:cubicBezTo>
                      <a:cubicBezTo>
                        <a:pt x="-25662" y="145637"/>
                        <a:pt x="18629" y="63818"/>
                        <a:pt x="18629" y="63818"/>
                      </a:cubicBezTo>
                      <a:lnTo>
                        <a:pt x="101020" y="0"/>
                      </a:lnTo>
                      <a:close/>
                    </a:path>
                  </a:pathLst>
                </a:custGeom>
                <a:solidFill>
                  <a:srgbClr val="8DE0E0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25" name="Forme libre : forme 9724">
                  <a:extLst>
                    <a:ext uri="{FF2B5EF4-FFF2-40B4-BE49-F238E27FC236}">
                      <a16:creationId xmlns:a16="http://schemas.microsoft.com/office/drawing/2014/main" id="{794B64D5-015A-464B-B3D2-78F6D2A7C954}"/>
                    </a:ext>
                  </a:extLst>
                </p:cNvPr>
                <p:cNvSpPr/>
                <p:nvPr/>
              </p:nvSpPr>
              <p:spPr>
                <a:xfrm>
                  <a:off x="2203176" y="4630959"/>
                  <a:ext cx="150811" cy="173034"/>
                </a:xfrm>
                <a:custGeom>
                  <a:avLst/>
                  <a:gdLst>
                    <a:gd name="connsiteX0" fmla="*/ 101020 w 150811"/>
                    <a:gd name="connsiteY0" fmla="*/ 0 h 173034"/>
                    <a:gd name="connsiteX1" fmla="*/ 135310 w 150811"/>
                    <a:gd name="connsiteY1" fmla="*/ 135636 h 173034"/>
                    <a:gd name="connsiteX2" fmla="*/ 22344 w 150811"/>
                    <a:gd name="connsiteY2" fmla="*/ 165163 h 173034"/>
                    <a:gd name="connsiteX3" fmla="*/ 18629 w 150811"/>
                    <a:gd name="connsiteY3" fmla="*/ 63818 h 173034"/>
                    <a:gd name="connsiteX4" fmla="*/ 101020 w 150811"/>
                    <a:gd name="connsiteY4" fmla="*/ 0 h 173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811" h="173034">
                      <a:moveTo>
                        <a:pt x="101020" y="0"/>
                      </a:moveTo>
                      <a:cubicBezTo>
                        <a:pt x="101020" y="0"/>
                        <a:pt x="184459" y="28004"/>
                        <a:pt x="135310" y="135636"/>
                      </a:cubicBezTo>
                      <a:cubicBezTo>
                        <a:pt x="121785" y="165259"/>
                        <a:pt x="70350" y="184690"/>
                        <a:pt x="22344" y="165163"/>
                      </a:cubicBezTo>
                      <a:cubicBezTo>
                        <a:pt x="-25662" y="145637"/>
                        <a:pt x="18629" y="63818"/>
                        <a:pt x="18629" y="63818"/>
                      </a:cubicBezTo>
                      <a:lnTo>
                        <a:pt x="101020" y="0"/>
                      </a:lnTo>
                      <a:close/>
                    </a:path>
                  </a:pathLst>
                </a:custGeom>
                <a:noFill/>
                <a:ln w="9525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26" name="Forme libre : forme 9725">
                  <a:extLst>
                    <a:ext uri="{FF2B5EF4-FFF2-40B4-BE49-F238E27FC236}">
                      <a16:creationId xmlns:a16="http://schemas.microsoft.com/office/drawing/2014/main" id="{3A4EC79B-7188-40FA-BFBA-AC65E3A09939}"/>
                    </a:ext>
                  </a:extLst>
                </p:cNvPr>
                <p:cNvSpPr/>
                <p:nvPr/>
              </p:nvSpPr>
              <p:spPr>
                <a:xfrm>
                  <a:off x="2024521" y="4704397"/>
                  <a:ext cx="232231" cy="183181"/>
                </a:xfrm>
                <a:custGeom>
                  <a:avLst/>
                  <a:gdLst>
                    <a:gd name="connsiteX0" fmla="*/ 174614 w 232231"/>
                    <a:gd name="connsiteY0" fmla="*/ 0 h 183181"/>
                    <a:gd name="connsiteX1" fmla="*/ 232145 w 232231"/>
                    <a:gd name="connsiteY1" fmla="*/ 66485 h 183181"/>
                    <a:gd name="connsiteX2" fmla="*/ 41074 w 232231"/>
                    <a:gd name="connsiteY2" fmla="*/ 155162 h 183181"/>
                    <a:gd name="connsiteX3" fmla="*/ 174614 w 232231"/>
                    <a:gd name="connsiteY3" fmla="*/ 0 h 18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231" h="183181">
                      <a:moveTo>
                        <a:pt x="174614" y="0"/>
                      </a:moveTo>
                      <a:cubicBezTo>
                        <a:pt x="174614" y="0"/>
                        <a:pt x="234812" y="4763"/>
                        <a:pt x="232145" y="66485"/>
                      </a:cubicBezTo>
                      <a:cubicBezTo>
                        <a:pt x="229478" y="128206"/>
                        <a:pt x="184139" y="233839"/>
                        <a:pt x="41074" y="155162"/>
                      </a:cubicBezTo>
                      <a:cubicBezTo>
                        <a:pt x="-101992" y="76486"/>
                        <a:pt x="174614" y="0"/>
                        <a:pt x="174614" y="0"/>
                      </a:cubicBezTo>
                      <a:close/>
                    </a:path>
                  </a:pathLst>
                </a:custGeom>
                <a:solidFill>
                  <a:srgbClr val="F9CEB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27" name="Forme libre : forme 9726">
                  <a:extLst>
                    <a:ext uri="{FF2B5EF4-FFF2-40B4-BE49-F238E27FC236}">
                      <a16:creationId xmlns:a16="http://schemas.microsoft.com/office/drawing/2014/main" id="{0D9FEFD3-5078-426B-AD29-72C1B5775F78}"/>
                    </a:ext>
                  </a:extLst>
                </p:cNvPr>
                <p:cNvSpPr/>
                <p:nvPr/>
              </p:nvSpPr>
              <p:spPr>
                <a:xfrm>
                  <a:off x="2024521" y="4704397"/>
                  <a:ext cx="232231" cy="183181"/>
                </a:xfrm>
                <a:custGeom>
                  <a:avLst/>
                  <a:gdLst>
                    <a:gd name="connsiteX0" fmla="*/ 174614 w 232231"/>
                    <a:gd name="connsiteY0" fmla="*/ 0 h 183181"/>
                    <a:gd name="connsiteX1" fmla="*/ 232145 w 232231"/>
                    <a:gd name="connsiteY1" fmla="*/ 66485 h 183181"/>
                    <a:gd name="connsiteX2" fmla="*/ 41074 w 232231"/>
                    <a:gd name="connsiteY2" fmla="*/ 155162 h 183181"/>
                    <a:gd name="connsiteX3" fmla="*/ 174614 w 232231"/>
                    <a:gd name="connsiteY3" fmla="*/ 0 h 18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231" h="183181">
                      <a:moveTo>
                        <a:pt x="174614" y="0"/>
                      </a:moveTo>
                      <a:cubicBezTo>
                        <a:pt x="174614" y="0"/>
                        <a:pt x="234812" y="4763"/>
                        <a:pt x="232145" y="66485"/>
                      </a:cubicBezTo>
                      <a:cubicBezTo>
                        <a:pt x="229478" y="128206"/>
                        <a:pt x="184139" y="233839"/>
                        <a:pt x="41074" y="155162"/>
                      </a:cubicBezTo>
                      <a:cubicBezTo>
                        <a:pt x="-101992" y="76486"/>
                        <a:pt x="174614" y="0"/>
                        <a:pt x="174614" y="0"/>
                      </a:cubicBezTo>
                      <a:close/>
                    </a:path>
                  </a:pathLst>
                </a:custGeom>
                <a:solidFill>
                  <a:srgbClr val="8DE0E0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28" name="Forme libre : forme 9727">
                  <a:extLst>
                    <a:ext uri="{FF2B5EF4-FFF2-40B4-BE49-F238E27FC236}">
                      <a16:creationId xmlns:a16="http://schemas.microsoft.com/office/drawing/2014/main" id="{EDFE389A-227A-4BC3-ABAE-CFBB4F76BC45}"/>
                    </a:ext>
                  </a:extLst>
                </p:cNvPr>
                <p:cNvSpPr/>
                <p:nvPr/>
              </p:nvSpPr>
              <p:spPr>
                <a:xfrm>
                  <a:off x="2024521" y="4704397"/>
                  <a:ext cx="232231" cy="183181"/>
                </a:xfrm>
                <a:custGeom>
                  <a:avLst/>
                  <a:gdLst>
                    <a:gd name="connsiteX0" fmla="*/ 174614 w 232231"/>
                    <a:gd name="connsiteY0" fmla="*/ 0 h 183181"/>
                    <a:gd name="connsiteX1" fmla="*/ 232145 w 232231"/>
                    <a:gd name="connsiteY1" fmla="*/ 66485 h 183181"/>
                    <a:gd name="connsiteX2" fmla="*/ 41074 w 232231"/>
                    <a:gd name="connsiteY2" fmla="*/ 155162 h 183181"/>
                    <a:gd name="connsiteX3" fmla="*/ 174614 w 232231"/>
                    <a:gd name="connsiteY3" fmla="*/ 0 h 18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231" h="183181">
                      <a:moveTo>
                        <a:pt x="174614" y="0"/>
                      </a:moveTo>
                      <a:cubicBezTo>
                        <a:pt x="174614" y="0"/>
                        <a:pt x="234812" y="4763"/>
                        <a:pt x="232145" y="66485"/>
                      </a:cubicBezTo>
                      <a:cubicBezTo>
                        <a:pt x="229478" y="128206"/>
                        <a:pt x="184139" y="233839"/>
                        <a:pt x="41074" y="155162"/>
                      </a:cubicBezTo>
                      <a:cubicBezTo>
                        <a:pt x="-101992" y="76486"/>
                        <a:pt x="174614" y="0"/>
                        <a:pt x="174614" y="0"/>
                      </a:cubicBezTo>
                      <a:close/>
                    </a:path>
                  </a:pathLst>
                </a:custGeom>
                <a:noFill/>
                <a:ln w="9525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29" name="Forme libre : forme 9728">
                  <a:extLst>
                    <a:ext uri="{FF2B5EF4-FFF2-40B4-BE49-F238E27FC236}">
                      <a16:creationId xmlns:a16="http://schemas.microsoft.com/office/drawing/2014/main" id="{6EA0DB64-0452-4BC7-AE9D-4ADCA2FD3C33}"/>
                    </a:ext>
                  </a:extLst>
                </p:cNvPr>
                <p:cNvSpPr/>
                <p:nvPr/>
              </p:nvSpPr>
              <p:spPr>
                <a:xfrm>
                  <a:off x="1840476" y="4694396"/>
                  <a:ext cx="168636" cy="153643"/>
                </a:xfrm>
                <a:custGeom>
                  <a:avLst/>
                  <a:gdLst>
                    <a:gd name="connsiteX0" fmla="*/ 35572 w 168636"/>
                    <a:gd name="connsiteY0" fmla="*/ 0 h 153643"/>
                    <a:gd name="connsiteX1" fmla="*/ 22904 w 168636"/>
                    <a:gd name="connsiteY1" fmla="*/ 130397 h 153643"/>
                    <a:gd name="connsiteX2" fmla="*/ 168636 w 168636"/>
                    <a:gd name="connsiteY2" fmla="*/ 127730 h 153643"/>
                    <a:gd name="connsiteX3" fmla="*/ 127488 w 168636"/>
                    <a:gd name="connsiteY3" fmla="*/ 23717 h 153643"/>
                    <a:gd name="connsiteX4" fmla="*/ 35572 w 168636"/>
                    <a:gd name="connsiteY4" fmla="*/ 0 h 153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636" h="153643">
                      <a:moveTo>
                        <a:pt x="35572" y="0"/>
                      </a:moveTo>
                      <a:cubicBezTo>
                        <a:pt x="35572" y="0"/>
                        <a:pt x="-35199" y="60579"/>
                        <a:pt x="22904" y="130397"/>
                      </a:cubicBezTo>
                      <a:cubicBezTo>
                        <a:pt x="67766" y="184213"/>
                        <a:pt x="168636" y="127730"/>
                        <a:pt x="168636" y="127730"/>
                      </a:cubicBezTo>
                      <a:lnTo>
                        <a:pt x="127488" y="23717"/>
                      </a:lnTo>
                      <a:lnTo>
                        <a:pt x="35572" y="0"/>
                      </a:lnTo>
                      <a:close/>
                    </a:path>
                  </a:pathLst>
                </a:custGeom>
                <a:solidFill>
                  <a:srgbClr val="F9CEB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30" name="Forme libre : forme 9729">
                  <a:extLst>
                    <a:ext uri="{FF2B5EF4-FFF2-40B4-BE49-F238E27FC236}">
                      <a16:creationId xmlns:a16="http://schemas.microsoft.com/office/drawing/2014/main" id="{B945A811-EF0F-4D8F-8957-DBA4B3ABFCAF}"/>
                    </a:ext>
                  </a:extLst>
                </p:cNvPr>
                <p:cNvSpPr/>
                <p:nvPr/>
              </p:nvSpPr>
              <p:spPr>
                <a:xfrm>
                  <a:off x="1840476" y="4694396"/>
                  <a:ext cx="168636" cy="153643"/>
                </a:xfrm>
                <a:custGeom>
                  <a:avLst/>
                  <a:gdLst>
                    <a:gd name="connsiteX0" fmla="*/ 35572 w 168636"/>
                    <a:gd name="connsiteY0" fmla="*/ 0 h 153643"/>
                    <a:gd name="connsiteX1" fmla="*/ 22904 w 168636"/>
                    <a:gd name="connsiteY1" fmla="*/ 130397 h 153643"/>
                    <a:gd name="connsiteX2" fmla="*/ 168636 w 168636"/>
                    <a:gd name="connsiteY2" fmla="*/ 127730 h 153643"/>
                    <a:gd name="connsiteX3" fmla="*/ 127488 w 168636"/>
                    <a:gd name="connsiteY3" fmla="*/ 23717 h 153643"/>
                    <a:gd name="connsiteX4" fmla="*/ 35572 w 168636"/>
                    <a:gd name="connsiteY4" fmla="*/ 0 h 153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636" h="153643">
                      <a:moveTo>
                        <a:pt x="35572" y="0"/>
                      </a:moveTo>
                      <a:cubicBezTo>
                        <a:pt x="35572" y="0"/>
                        <a:pt x="-35199" y="60579"/>
                        <a:pt x="22904" y="130397"/>
                      </a:cubicBezTo>
                      <a:cubicBezTo>
                        <a:pt x="67766" y="184213"/>
                        <a:pt x="168636" y="127730"/>
                        <a:pt x="168636" y="127730"/>
                      </a:cubicBezTo>
                      <a:lnTo>
                        <a:pt x="127488" y="23717"/>
                      </a:lnTo>
                      <a:lnTo>
                        <a:pt x="35572" y="0"/>
                      </a:lnTo>
                      <a:close/>
                    </a:path>
                  </a:pathLst>
                </a:custGeom>
                <a:solidFill>
                  <a:srgbClr val="8DE0E0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31" name="Forme libre : forme 9730">
                  <a:extLst>
                    <a:ext uri="{FF2B5EF4-FFF2-40B4-BE49-F238E27FC236}">
                      <a16:creationId xmlns:a16="http://schemas.microsoft.com/office/drawing/2014/main" id="{48F43C25-DF33-4493-AB83-647688A73CD3}"/>
                    </a:ext>
                  </a:extLst>
                </p:cNvPr>
                <p:cNvSpPr/>
                <p:nvPr/>
              </p:nvSpPr>
              <p:spPr>
                <a:xfrm>
                  <a:off x="1840476" y="4694396"/>
                  <a:ext cx="168636" cy="153643"/>
                </a:xfrm>
                <a:custGeom>
                  <a:avLst/>
                  <a:gdLst>
                    <a:gd name="connsiteX0" fmla="*/ 35572 w 168636"/>
                    <a:gd name="connsiteY0" fmla="*/ 0 h 153643"/>
                    <a:gd name="connsiteX1" fmla="*/ 22904 w 168636"/>
                    <a:gd name="connsiteY1" fmla="*/ 130397 h 153643"/>
                    <a:gd name="connsiteX2" fmla="*/ 168636 w 168636"/>
                    <a:gd name="connsiteY2" fmla="*/ 127730 h 153643"/>
                    <a:gd name="connsiteX3" fmla="*/ 127488 w 168636"/>
                    <a:gd name="connsiteY3" fmla="*/ 23717 h 153643"/>
                    <a:gd name="connsiteX4" fmla="*/ 35572 w 168636"/>
                    <a:gd name="connsiteY4" fmla="*/ 0 h 153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636" h="153643">
                      <a:moveTo>
                        <a:pt x="35572" y="0"/>
                      </a:moveTo>
                      <a:cubicBezTo>
                        <a:pt x="35572" y="0"/>
                        <a:pt x="-35199" y="60579"/>
                        <a:pt x="22904" y="130397"/>
                      </a:cubicBezTo>
                      <a:cubicBezTo>
                        <a:pt x="67766" y="184213"/>
                        <a:pt x="168636" y="127730"/>
                        <a:pt x="168636" y="127730"/>
                      </a:cubicBezTo>
                      <a:lnTo>
                        <a:pt x="127488" y="23717"/>
                      </a:lnTo>
                      <a:lnTo>
                        <a:pt x="35572" y="0"/>
                      </a:lnTo>
                      <a:close/>
                    </a:path>
                  </a:pathLst>
                </a:custGeom>
                <a:noFill/>
                <a:ln w="9525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32" name="Forme libre : forme 9731">
                  <a:extLst>
                    <a:ext uri="{FF2B5EF4-FFF2-40B4-BE49-F238E27FC236}">
                      <a16:creationId xmlns:a16="http://schemas.microsoft.com/office/drawing/2014/main" id="{6118122B-87D8-4CD0-83D6-92AD46F935C8}"/>
                    </a:ext>
                  </a:extLst>
                </p:cNvPr>
                <p:cNvSpPr/>
                <p:nvPr/>
              </p:nvSpPr>
              <p:spPr>
                <a:xfrm>
                  <a:off x="1830437" y="4553799"/>
                  <a:ext cx="162863" cy="182933"/>
                </a:xfrm>
                <a:custGeom>
                  <a:avLst/>
                  <a:gdLst>
                    <a:gd name="connsiteX0" fmla="*/ 162863 w 162863"/>
                    <a:gd name="connsiteY0" fmla="*/ 156408 h 182933"/>
                    <a:gd name="connsiteX1" fmla="*/ 53611 w 162863"/>
                    <a:gd name="connsiteY1" fmla="*/ 172791 h 182933"/>
                    <a:gd name="connsiteX2" fmla="*/ 41991 w 162863"/>
                    <a:gd name="connsiteY2" fmla="*/ 3341 h 182933"/>
                    <a:gd name="connsiteX3" fmla="*/ 162863 w 162863"/>
                    <a:gd name="connsiteY3" fmla="*/ 156408 h 182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863" h="182933">
                      <a:moveTo>
                        <a:pt x="162863" y="156408"/>
                      </a:moveTo>
                      <a:cubicBezTo>
                        <a:pt x="162863" y="156408"/>
                        <a:pt x="118477" y="202890"/>
                        <a:pt x="53611" y="172791"/>
                      </a:cubicBezTo>
                      <a:cubicBezTo>
                        <a:pt x="-11349" y="142692"/>
                        <a:pt x="-19731" y="33440"/>
                        <a:pt x="41991" y="3341"/>
                      </a:cubicBezTo>
                      <a:cubicBezTo>
                        <a:pt x="103713" y="-26758"/>
                        <a:pt x="162863" y="156408"/>
                        <a:pt x="162863" y="156408"/>
                      </a:cubicBezTo>
                      <a:close/>
                    </a:path>
                  </a:pathLst>
                </a:custGeom>
                <a:solidFill>
                  <a:srgbClr val="F9CEB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33" name="Forme libre : forme 9732">
                  <a:extLst>
                    <a:ext uri="{FF2B5EF4-FFF2-40B4-BE49-F238E27FC236}">
                      <a16:creationId xmlns:a16="http://schemas.microsoft.com/office/drawing/2014/main" id="{12D9CB52-F976-4CD0-9C30-08AC0E111F87}"/>
                    </a:ext>
                  </a:extLst>
                </p:cNvPr>
                <p:cNvSpPr/>
                <p:nvPr/>
              </p:nvSpPr>
              <p:spPr>
                <a:xfrm>
                  <a:off x="1830437" y="4553799"/>
                  <a:ext cx="162863" cy="182933"/>
                </a:xfrm>
                <a:custGeom>
                  <a:avLst/>
                  <a:gdLst>
                    <a:gd name="connsiteX0" fmla="*/ 162863 w 162863"/>
                    <a:gd name="connsiteY0" fmla="*/ 156408 h 182933"/>
                    <a:gd name="connsiteX1" fmla="*/ 53611 w 162863"/>
                    <a:gd name="connsiteY1" fmla="*/ 172791 h 182933"/>
                    <a:gd name="connsiteX2" fmla="*/ 41991 w 162863"/>
                    <a:gd name="connsiteY2" fmla="*/ 3341 h 182933"/>
                    <a:gd name="connsiteX3" fmla="*/ 162863 w 162863"/>
                    <a:gd name="connsiteY3" fmla="*/ 156408 h 182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863" h="182933">
                      <a:moveTo>
                        <a:pt x="162863" y="156408"/>
                      </a:moveTo>
                      <a:cubicBezTo>
                        <a:pt x="162863" y="156408"/>
                        <a:pt x="118477" y="202890"/>
                        <a:pt x="53611" y="172791"/>
                      </a:cubicBezTo>
                      <a:cubicBezTo>
                        <a:pt x="-11349" y="142692"/>
                        <a:pt x="-19731" y="33440"/>
                        <a:pt x="41991" y="3341"/>
                      </a:cubicBezTo>
                      <a:cubicBezTo>
                        <a:pt x="103713" y="-26758"/>
                        <a:pt x="162863" y="156408"/>
                        <a:pt x="162863" y="156408"/>
                      </a:cubicBezTo>
                      <a:close/>
                    </a:path>
                  </a:pathLst>
                </a:custGeom>
                <a:solidFill>
                  <a:srgbClr val="8DE0E0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34" name="Forme libre : forme 9733">
                  <a:extLst>
                    <a:ext uri="{FF2B5EF4-FFF2-40B4-BE49-F238E27FC236}">
                      <a16:creationId xmlns:a16="http://schemas.microsoft.com/office/drawing/2014/main" id="{7DB5A6EE-A97B-4CD1-9D73-56A33947ACA3}"/>
                    </a:ext>
                  </a:extLst>
                </p:cNvPr>
                <p:cNvSpPr/>
                <p:nvPr/>
              </p:nvSpPr>
              <p:spPr>
                <a:xfrm>
                  <a:off x="1830437" y="4553799"/>
                  <a:ext cx="162863" cy="182933"/>
                </a:xfrm>
                <a:custGeom>
                  <a:avLst/>
                  <a:gdLst>
                    <a:gd name="connsiteX0" fmla="*/ 162863 w 162863"/>
                    <a:gd name="connsiteY0" fmla="*/ 156408 h 182933"/>
                    <a:gd name="connsiteX1" fmla="*/ 53611 w 162863"/>
                    <a:gd name="connsiteY1" fmla="*/ 172791 h 182933"/>
                    <a:gd name="connsiteX2" fmla="*/ 41991 w 162863"/>
                    <a:gd name="connsiteY2" fmla="*/ 3341 h 182933"/>
                    <a:gd name="connsiteX3" fmla="*/ 162863 w 162863"/>
                    <a:gd name="connsiteY3" fmla="*/ 156408 h 182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863" h="182933">
                      <a:moveTo>
                        <a:pt x="162863" y="156408"/>
                      </a:moveTo>
                      <a:cubicBezTo>
                        <a:pt x="162863" y="156408"/>
                        <a:pt x="118477" y="202890"/>
                        <a:pt x="53611" y="172791"/>
                      </a:cubicBezTo>
                      <a:cubicBezTo>
                        <a:pt x="-11349" y="142692"/>
                        <a:pt x="-19731" y="33440"/>
                        <a:pt x="41991" y="3341"/>
                      </a:cubicBezTo>
                      <a:cubicBezTo>
                        <a:pt x="103713" y="-26758"/>
                        <a:pt x="162863" y="156408"/>
                        <a:pt x="162863" y="156408"/>
                      </a:cubicBezTo>
                      <a:close/>
                    </a:path>
                  </a:pathLst>
                </a:custGeom>
                <a:noFill/>
                <a:ln w="9525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35" name="Forme libre : forme 9734">
                  <a:extLst>
                    <a:ext uri="{FF2B5EF4-FFF2-40B4-BE49-F238E27FC236}">
                      <a16:creationId xmlns:a16="http://schemas.microsoft.com/office/drawing/2014/main" id="{688BDB59-20CC-48BA-9B3D-FF5F9313103D}"/>
                    </a:ext>
                  </a:extLst>
                </p:cNvPr>
                <p:cNvSpPr/>
                <p:nvPr/>
              </p:nvSpPr>
              <p:spPr>
                <a:xfrm>
                  <a:off x="1939800" y="4690681"/>
                  <a:ext cx="201554" cy="196921"/>
                </a:xfrm>
                <a:custGeom>
                  <a:avLst/>
                  <a:gdLst>
                    <a:gd name="connsiteX0" fmla="*/ 195994 w 201554"/>
                    <a:gd name="connsiteY0" fmla="*/ 51149 h 196921"/>
                    <a:gd name="connsiteX1" fmla="*/ 80932 w 201554"/>
                    <a:gd name="connsiteY1" fmla="*/ 196882 h 196921"/>
                    <a:gd name="connsiteX2" fmla="*/ 40832 w 201554"/>
                    <a:gd name="connsiteY2" fmla="*/ 0 h 196921"/>
                    <a:gd name="connsiteX3" fmla="*/ 195994 w 201554"/>
                    <a:gd name="connsiteY3" fmla="*/ 51149 h 196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1554" h="196921">
                      <a:moveTo>
                        <a:pt x="195994" y="51149"/>
                      </a:moveTo>
                      <a:cubicBezTo>
                        <a:pt x="195994" y="51149"/>
                        <a:pt x="239904" y="192024"/>
                        <a:pt x="80932" y="196882"/>
                      </a:cubicBezTo>
                      <a:cubicBezTo>
                        <a:pt x="-6126" y="199549"/>
                        <a:pt x="-28320" y="67532"/>
                        <a:pt x="40832" y="0"/>
                      </a:cubicBezTo>
                      <a:lnTo>
                        <a:pt x="195994" y="51149"/>
                      </a:lnTo>
                      <a:close/>
                    </a:path>
                  </a:pathLst>
                </a:custGeom>
                <a:solidFill>
                  <a:srgbClr val="F9CEB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36" name="Forme libre : forme 9735">
                  <a:extLst>
                    <a:ext uri="{FF2B5EF4-FFF2-40B4-BE49-F238E27FC236}">
                      <a16:creationId xmlns:a16="http://schemas.microsoft.com/office/drawing/2014/main" id="{0F762D3E-69B4-4971-9C60-C2811298113C}"/>
                    </a:ext>
                  </a:extLst>
                </p:cNvPr>
                <p:cNvSpPr/>
                <p:nvPr/>
              </p:nvSpPr>
              <p:spPr>
                <a:xfrm>
                  <a:off x="1939800" y="4690681"/>
                  <a:ext cx="201554" cy="196921"/>
                </a:xfrm>
                <a:custGeom>
                  <a:avLst/>
                  <a:gdLst>
                    <a:gd name="connsiteX0" fmla="*/ 195994 w 201554"/>
                    <a:gd name="connsiteY0" fmla="*/ 51149 h 196921"/>
                    <a:gd name="connsiteX1" fmla="*/ 80932 w 201554"/>
                    <a:gd name="connsiteY1" fmla="*/ 196882 h 196921"/>
                    <a:gd name="connsiteX2" fmla="*/ 40832 w 201554"/>
                    <a:gd name="connsiteY2" fmla="*/ 0 h 196921"/>
                    <a:gd name="connsiteX3" fmla="*/ 195994 w 201554"/>
                    <a:gd name="connsiteY3" fmla="*/ 51149 h 196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1554" h="196921">
                      <a:moveTo>
                        <a:pt x="195994" y="51149"/>
                      </a:moveTo>
                      <a:cubicBezTo>
                        <a:pt x="195994" y="51149"/>
                        <a:pt x="239904" y="192024"/>
                        <a:pt x="80932" y="196882"/>
                      </a:cubicBezTo>
                      <a:cubicBezTo>
                        <a:pt x="-6126" y="199549"/>
                        <a:pt x="-28320" y="67532"/>
                        <a:pt x="40832" y="0"/>
                      </a:cubicBezTo>
                      <a:lnTo>
                        <a:pt x="195994" y="51149"/>
                      </a:lnTo>
                      <a:close/>
                    </a:path>
                  </a:pathLst>
                </a:custGeom>
                <a:solidFill>
                  <a:srgbClr val="8DE0E0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37" name="Forme libre : forme 9736">
                  <a:extLst>
                    <a:ext uri="{FF2B5EF4-FFF2-40B4-BE49-F238E27FC236}">
                      <a16:creationId xmlns:a16="http://schemas.microsoft.com/office/drawing/2014/main" id="{3CB0E8B7-6B2F-4604-85F9-BF97C02769B1}"/>
                    </a:ext>
                  </a:extLst>
                </p:cNvPr>
                <p:cNvSpPr/>
                <p:nvPr/>
              </p:nvSpPr>
              <p:spPr>
                <a:xfrm>
                  <a:off x="1939800" y="4690681"/>
                  <a:ext cx="201554" cy="196921"/>
                </a:xfrm>
                <a:custGeom>
                  <a:avLst/>
                  <a:gdLst>
                    <a:gd name="connsiteX0" fmla="*/ 195994 w 201554"/>
                    <a:gd name="connsiteY0" fmla="*/ 51149 h 196921"/>
                    <a:gd name="connsiteX1" fmla="*/ 80932 w 201554"/>
                    <a:gd name="connsiteY1" fmla="*/ 196882 h 196921"/>
                    <a:gd name="connsiteX2" fmla="*/ 40832 w 201554"/>
                    <a:gd name="connsiteY2" fmla="*/ 0 h 196921"/>
                    <a:gd name="connsiteX3" fmla="*/ 195994 w 201554"/>
                    <a:gd name="connsiteY3" fmla="*/ 51149 h 196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1554" h="196921">
                      <a:moveTo>
                        <a:pt x="195994" y="51149"/>
                      </a:moveTo>
                      <a:cubicBezTo>
                        <a:pt x="195994" y="51149"/>
                        <a:pt x="239904" y="192024"/>
                        <a:pt x="80932" y="196882"/>
                      </a:cubicBezTo>
                      <a:cubicBezTo>
                        <a:pt x="-6126" y="199549"/>
                        <a:pt x="-28320" y="67532"/>
                        <a:pt x="40832" y="0"/>
                      </a:cubicBezTo>
                      <a:lnTo>
                        <a:pt x="195994" y="51149"/>
                      </a:lnTo>
                      <a:close/>
                    </a:path>
                  </a:pathLst>
                </a:custGeom>
                <a:noFill/>
                <a:ln w="9525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38" name="Forme libre : forme 9737">
                  <a:extLst>
                    <a:ext uri="{FF2B5EF4-FFF2-40B4-BE49-F238E27FC236}">
                      <a16:creationId xmlns:a16="http://schemas.microsoft.com/office/drawing/2014/main" id="{68E3C2EC-1FB4-4F9A-BA09-C3D67085DF78}"/>
                    </a:ext>
                  </a:extLst>
                </p:cNvPr>
                <p:cNvSpPr/>
                <p:nvPr/>
              </p:nvSpPr>
              <p:spPr>
                <a:xfrm>
                  <a:off x="1955010" y="4381817"/>
                  <a:ext cx="309850" cy="290385"/>
                </a:xfrm>
                <a:custGeom>
                  <a:avLst/>
                  <a:gdLst>
                    <a:gd name="connsiteX0" fmla="*/ 0 w 309850"/>
                    <a:gd name="connsiteY0" fmla="*/ 162846 h 290385"/>
                    <a:gd name="connsiteX1" fmla="*/ 117158 w 309850"/>
                    <a:gd name="connsiteY1" fmla="*/ 13970 h 290385"/>
                    <a:gd name="connsiteX2" fmla="*/ 304800 w 309850"/>
                    <a:gd name="connsiteY2" fmla="*/ 189802 h 290385"/>
                    <a:gd name="connsiteX3" fmla="*/ 233553 w 309850"/>
                    <a:gd name="connsiteY3" fmla="*/ 290386 h 290385"/>
                    <a:gd name="connsiteX4" fmla="*/ 0 w 309850"/>
                    <a:gd name="connsiteY4" fmla="*/ 162846 h 290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850" h="290385">
                      <a:moveTo>
                        <a:pt x="0" y="162846"/>
                      </a:moveTo>
                      <a:cubicBezTo>
                        <a:pt x="0" y="160465"/>
                        <a:pt x="22193" y="41688"/>
                        <a:pt x="117158" y="13970"/>
                      </a:cubicBezTo>
                      <a:cubicBezTo>
                        <a:pt x="212217" y="-13747"/>
                        <a:pt x="336518" y="-20034"/>
                        <a:pt x="304800" y="189802"/>
                      </a:cubicBezTo>
                      <a:lnTo>
                        <a:pt x="233553" y="290386"/>
                      </a:lnTo>
                      <a:lnTo>
                        <a:pt x="0" y="162846"/>
                      </a:lnTo>
                      <a:close/>
                    </a:path>
                  </a:pathLst>
                </a:custGeom>
                <a:solidFill>
                  <a:srgbClr val="F9CEB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39" name="Forme libre : forme 9738">
                  <a:extLst>
                    <a:ext uri="{FF2B5EF4-FFF2-40B4-BE49-F238E27FC236}">
                      <a16:creationId xmlns:a16="http://schemas.microsoft.com/office/drawing/2014/main" id="{181E0363-157C-4489-818F-9DA6012E0AF2}"/>
                    </a:ext>
                  </a:extLst>
                </p:cNvPr>
                <p:cNvSpPr/>
                <p:nvPr/>
              </p:nvSpPr>
              <p:spPr>
                <a:xfrm>
                  <a:off x="1955010" y="4381817"/>
                  <a:ext cx="309850" cy="290385"/>
                </a:xfrm>
                <a:custGeom>
                  <a:avLst/>
                  <a:gdLst>
                    <a:gd name="connsiteX0" fmla="*/ 0 w 309850"/>
                    <a:gd name="connsiteY0" fmla="*/ 162846 h 290385"/>
                    <a:gd name="connsiteX1" fmla="*/ 117158 w 309850"/>
                    <a:gd name="connsiteY1" fmla="*/ 13970 h 290385"/>
                    <a:gd name="connsiteX2" fmla="*/ 304800 w 309850"/>
                    <a:gd name="connsiteY2" fmla="*/ 189802 h 290385"/>
                    <a:gd name="connsiteX3" fmla="*/ 233553 w 309850"/>
                    <a:gd name="connsiteY3" fmla="*/ 290386 h 290385"/>
                    <a:gd name="connsiteX4" fmla="*/ 0 w 309850"/>
                    <a:gd name="connsiteY4" fmla="*/ 162846 h 290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850" h="290385">
                      <a:moveTo>
                        <a:pt x="0" y="162846"/>
                      </a:moveTo>
                      <a:cubicBezTo>
                        <a:pt x="0" y="160465"/>
                        <a:pt x="22193" y="41688"/>
                        <a:pt x="117158" y="13970"/>
                      </a:cubicBezTo>
                      <a:cubicBezTo>
                        <a:pt x="212217" y="-13747"/>
                        <a:pt x="336518" y="-20034"/>
                        <a:pt x="304800" y="189802"/>
                      </a:cubicBezTo>
                      <a:lnTo>
                        <a:pt x="233553" y="290386"/>
                      </a:lnTo>
                      <a:lnTo>
                        <a:pt x="0" y="162846"/>
                      </a:lnTo>
                      <a:close/>
                    </a:path>
                  </a:pathLst>
                </a:custGeom>
                <a:solidFill>
                  <a:srgbClr val="8DE0E0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40" name="Forme libre : forme 9739">
                  <a:extLst>
                    <a:ext uri="{FF2B5EF4-FFF2-40B4-BE49-F238E27FC236}">
                      <a16:creationId xmlns:a16="http://schemas.microsoft.com/office/drawing/2014/main" id="{D6EDB7C8-EE9F-4C0E-AFA4-D5BA0DF559D9}"/>
                    </a:ext>
                  </a:extLst>
                </p:cNvPr>
                <p:cNvSpPr/>
                <p:nvPr/>
              </p:nvSpPr>
              <p:spPr>
                <a:xfrm>
                  <a:off x="1950438" y="4512849"/>
                  <a:ext cx="376037" cy="249579"/>
                </a:xfrm>
                <a:custGeom>
                  <a:avLst/>
                  <a:gdLst>
                    <a:gd name="connsiteX0" fmla="*/ 232886 w 376037"/>
                    <a:gd name="connsiteY0" fmla="*/ 123444 h 249579"/>
                    <a:gd name="connsiteX1" fmla="*/ 31242 w 376037"/>
                    <a:gd name="connsiteY1" fmla="*/ 136684 h 249579"/>
                    <a:gd name="connsiteX2" fmla="*/ 0 w 376037"/>
                    <a:gd name="connsiteY2" fmla="*/ 126492 h 249579"/>
                    <a:gd name="connsiteX3" fmla="*/ 218599 w 376037"/>
                    <a:gd name="connsiteY3" fmla="*/ 240697 h 249579"/>
                    <a:gd name="connsiteX4" fmla="*/ 314420 w 376037"/>
                    <a:gd name="connsiteY4" fmla="*/ 0 h 249579"/>
                    <a:gd name="connsiteX5" fmla="*/ 309372 w 376037"/>
                    <a:gd name="connsiteY5" fmla="*/ 58864 h 249579"/>
                    <a:gd name="connsiteX6" fmla="*/ 232886 w 376037"/>
                    <a:gd name="connsiteY6" fmla="*/ 123444 h 249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6037" h="249579">
                      <a:moveTo>
                        <a:pt x="232886" y="123444"/>
                      </a:moveTo>
                      <a:cubicBezTo>
                        <a:pt x="210693" y="140875"/>
                        <a:pt x="155829" y="169926"/>
                        <a:pt x="31242" y="136684"/>
                      </a:cubicBezTo>
                      <a:cubicBezTo>
                        <a:pt x="20098" y="133731"/>
                        <a:pt x="9716" y="130302"/>
                        <a:pt x="0" y="126492"/>
                      </a:cubicBezTo>
                      <a:cubicBezTo>
                        <a:pt x="0" y="126492"/>
                        <a:pt x="9049" y="288703"/>
                        <a:pt x="218599" y="240697"/>
                      </a:cubicBezTo>
                      <a:cubicBezTo>
                        <a:pt x="418243" y="194881"/>
                        <a:pt x="401288" y="2096"/>
                        <a:pt x="314420" y="0"/>
                      </a:cubicBezTo>
                      <a:cubicBezTo>
                        <a:pt x="314325" y="17431"/>
                        <a:pt x="312706" y="36957"/>
                        <a:pt x="309372" y="58864"/>
                      </a:cubicBezTo>
                      <a:cubicBezTo>
                        <a:pt x="309467" y="58769"/>
                        <a:pt x="248698" y="107632"/>
                        <a:pt x="232886" y="123444"/>
                      </a:cubicBezTo>
                      <a:close/>
                    </a:path>
                  </a:pathLst>
                </a:custGeom>
                <a:solidFill>
                  <a:srgbClr val="F9CEB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41" name="Forme libre : forme 9740">
                  <a:extLst>
                    <a:ext uri="{FF2B5EF4-FFF2-40B4-BE49-F238E27FC236}">
                      <a16:creationId xmlns:a16="http://schemas.microsoft.com/office/drawing/2014/main" id="{443A4784-8564-4670-A60B-46438EB0F680}"/>
                    </a:ext>
                  </a:extLst>
                </p:cNvPr>
                <p:cNvSpPr/>
                <p:nvPr/>
              </p:nvSpPr>
              <p:spPr>
                <a:xfrm>
                  <a:off x="1950438" y="4512849"/>
                  <a:ext cx="376037" cy="249579"/>
                </a:xfrm>
                <a:custGeom>
                  <a:avLst/>
                  <a:gdLst>
                    <a:gd name="connsiteX0" fmla="*/ 232886 w 376037"/>
                    <a:gd name="connsiteY0" fmla="*/ 123444 h 249579"/>
                    <a:gd name="connsiteX1" fmla="*/ 31242 w 376037"/>
                    <a:gd name="connsiteY1" fmla="*/ 136684 h 249579"/>
                    <a:gd name="connsiteX2" fmla="*/ 0 w 376037"/>
                    <a:gd name="connsiteY2" fmla="*/ 126492 h 249579"/>
                    <a:gd name="connsiteX3" fmla="*/ 218599 w 376037"/>
                    <a:gd name="connsiteY3" fmla="*/ 240697 h 249579"/>
                    <a:gd name="connsiteX4" fmla="*/ 314420 w 376037"/>
                    <a:gd name="connsiteY4" fmla="*/ 0 h 249579"/>
                    <a:gd name="connsiteX5" fmla="*/ 309372 w 376037"/>
                    <a:gd name="connsiteY5" fmla="*/ 58864 h 249579"/>
                    <a:gd name="connsiteX6" fmla="*/ 232886 w 376037"/>
                    <a:gd name="connsiteY6" fmla="*/ 123444 h 249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6037" h="249579">
                      <a:moveTo>
                        <a:pt x="232886" y="123444"/>
                      </a:moveTo>
                      <a:cubicBezTo>
                        <a:pt x="210693" y="140875"/>
                        <a:pt x="155829" y="169926"/>
                        <a:pt x="31242" y="136684"/>
                      </a:cubicBezTo>
                      <a:cubicBezTo>
                        <a:pt x="20098" y="133731"/>
                        <a:pt x="9716" y="130302"/>
                        <a:pt x="0" y="126492"/>
                      </a:cubicBezTo>
                      <a:cubicBezTo>
                        <a:pt x="0" y="126492"/>
                        <a:pt x="9049" y="288703"/>
                        <a:pt x="218599" y="240697"/>
                      </a:cubicBezTo>
                      <a:cubicBezTo>
                        <a:pt x="418243" y="194881"/>
                        <a:pt x="401288" y="2096"/>
                        <a:pt x="314420" y="0"/>
                      </a:cubicBezTo>
                      <a:cubicBezTo>
                        <a:pt x="314325" y="17431"/>
                        <a:pt x="312706" y="36957"/>
                        <a:pt x="309372" y="58864"/>
                      </a:cubicBezTo>
                      <a:cubicBezTo>
                        <a:pt x="309467" y="58769"/>
                        <a:pt x="248698" y="107632"/>
                        <a:pt x="232886" y="123444"/>
                      </a:cubicBezTo>
                      <a:close/>
                    </a:path>
                  </a:pathLst>
                </a:custGeom>
                <a:solidFill>
                  <a:srgbClr val="8DE0E0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42" name="Forme libre : forme 9741">
                  <a:extLst>
                    <a:ext uri="{FF2B5EF4-FFF2-40B4-BE49-F238E27FC236}">
                      <a16:creationId xmlns:a16="http://schemas.microsoft.com/office/drawing/2014/main" id="{9FAA4D69-7B77-4983-B3C2-413825C0AE7B}"/>
                    </a:ext>
                  </a:extLst>
                </p:cNvPr>
                <p:cNvSpPr/>
                <p:nvPr/>
              </p:nvSpPr>
              <p:spPr>
                <a:xfrm>
                  <a:off x="1950438" y="4512849"/>
                  <a:ext cx="376037" cy="249579"/>
                </a:xfrm>
                <a:custGeom>
                  <a:avLst/>
                  <a:gdLst>
                    <a:gd name="connsiteX0" fmla="*/ 232886 w 376037"/>
                    <a:gd name="connsiteY0" fmla="*/ 123444 h 249579"/>
                    <a:gd name="connsiteX1" fmla="*/ 31242 w 376037"/>
                    <a:gd name="connsiteY1" fmla="*/ 136684 h 249579"/>
                    <a:gd name="connsiteX2" fmla="*/ 0 w 376037"/>
                    <a:gd name="connsiteY2" fmla="*/ 126492 h 249579"/>
                    <a:gd name="connsiteX3" fmla="*/ 218599 w 376037"/>
                    <a:gd name="connsiteY3" fmla="*/ 240697 h 249579"/>
                    <a:gd name="connsiteX4" fmla="*/ 314420 w 376037"/>
                    <a:gd name="connsiteY4" fmla="*/ 0 h 249579"/>
                    <a:gd name="connsiteX5" fmla="*/ 309372 w 376037"/>
                    <a:gd name="connsiteY5" fmla="*/ 58864 h 249579"/>
                    <a:gd name="connsiteX6" fmla="*/ 232886 w 376037"/>
                    <a:gd name="connsiteY6" fmla="*/ 123444 h 249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6037" h="249579">
                      <a:moveTo>
                        <a:pt x="232886" y="123444"/>
                      </a:moveTo>
                      <a:cubicBezTo>
                        <a:pt x="210693" y="140875"/>
                        <a:pt x="155829" y="169926"/>
                        <a:pt x="31242" y="136684"/>
                      </a:cubicBezTo>
                      <a:cubicBezTo>
                        <a:pt x="20098" y="133731"/>
                        <a:pt x="9716" y="130302"/>
                        <a:pt x="0" y="126492"/>
                      </a:cubicBezTo>
                      <a:cubicBezTo>
                        <a:pt x="0" y="126492"/>
                        <a:pt x="9049" y="288703"/>
                        <a:pt x="218599" y="240697"/>
                      </a:cubicBezTo>
                      <a:cubicBezTo>
                        <a:pt x="418243" y="194881"/>
                        <a:pt x="401288" y="2096"/>
                        <a:pt x="314420" y="0"/>
                      </a:cubicBezTo>
                      <a:cubicBezTo>
                        <a:pt x="314325" y="17431"/>
                        <a:pt x="312706" y="36957"/>
                        <a:pt x="309372" y="58864"/>
                      </a:cubicBezTo>
                      <a:cubicBezTo>
                        <a:pt x="309467" y="58769"/>
                        <a:pt x="248698" y="107632"/>
                        <a:pt x="232886" y="123444"/>
                      </a:cubicBezTo>
                      <a:close/>
                    </a:path>
                  </a:pathLst>
                </a:custGeom>
                <a:noFill/>
                <a:ln w="9525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43" name="Forme libre : forme 9742">
                  <a:extLst>
                    <a:ext uri="{FF2B5EF4-FFF2-40B4-BE49-F238E27FC236}">
                      <a16:creationId xmlns:a16="http://schemas.microsoft.com/office/drawing/2014/main" id="{8F9CC24F-CDA8-49C7-A189-02BD20C54859}"/>
                    </a:ext>
                  </a:extLst>
                </p:cNvPr>
                <p:cNvSpPr/>
                <p:nvPr/>
              </p:nvSpPr>
              <p:spPr>
                <a:xfrm>
                  <a:off x="1854400" y="4414245"/>
                  <a:ext cx="328829" cy="250503"/>
                </a:xfrm>
                <a:custGeom>
                  <a:avLst/>
                  <a:gdLst>
                    <a:gd name="connsiteX0" fmla="*/ 108801 w 328829"/>
                    <a:gd name="connsiteY0" fmla="*/ 99938 h 250503"/>
                    <a:gd name="connsiteX1" fmla="*/ 174333 w 328829"/>
                    <a:gd name="connsiteY1" fmla="*/ 3355 h 250503"/>
                    <a:gd name="connsiteX2" fmla="*/ 30601 w 328829"/>
                    <a:gd name="connsiteY2" fmla="*/ 47836 h 250503"/>
                    <a:gd name="connsiteX3" fmla="*/ 127185 w 328829"/>
                    <a:gd name="connsiteY3" fmla="*/ 235288 h 250503"/>
                    <a:gd name="connsiteX4" fmla="*/ 328829 w 328829"/>
                    <a:gd name="connsiteY4" fmla="*/ 222049 h 250503"/>
                    <a:gd name="connsiteX5" fmla="*/ 108801 w 328829"/>
                    <a:gd name="connsiteY5" fmla="*/ 99938 h 250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8829" h="250503">
                      <a:moveTo>
                        <a:pt x="108801" y="99938"/>
                      </a:moveTo>
                      <a:cubicBezTo>
                        <a:pt x="118517" y="71839"/>
                        <a:pt x="138138" y="30501"/>
                        <a:pt x="174333" y="3355"/>
                      </a:cubicBezTo>
                      <a:cubicBezTo>
                        <a:pt x="174333" y="3355"/>
                        <a:pt x="93466" y="-18172"/>
                        <a:pt x="30601" y="47836"/>
                      </a:cubicBezTo>
                      <a:cubicBezTo>
                        <a:pt x="-32264" y="113845"/>
                        <a:pt x="2598" y="201951"/>
                        <a:pt x="127185" y="235288"/>
                      </a:cubicBezTo>
                      <a:cubicBezTo>
                        <a:pt x="251772" y="268531"/>
                        <a:pt x="306636" y="239479"/>
                        <a:pt x="328829" y="222049"/>
                      </a:cubicBezTo>
                      <a:cubicBezTo>
                        <a:pt x="328924" y="222049"/>
                        <a:pt x="292539" y="151564"/>
                        <a:pt x="108801" y="99938"/>
                      </a:cubicBezTo>
                      <a:close/>
                    </a:path>
                  </a:pathLst>
                </a:custGeom>
                <a:solidFill>
                  <a:srgbClr val="F9CEB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44" name="Forme libre : forme 9743">
                  <a:extLst>
                    <a:ext uri="{FF2B5EF4-FFF2-40B4-BE49-F238E27FC236}">
                      <a16:creationId xmlns:a16="http://schemas.microsoft.com/office/drawing/2014/main" id="{46B1143B-FBA8-4467-ABE3-F14996BCC778}"/>
                    </a:ext>
                  </a:extLst>
                </p:cNvPr>
                <p:cNvSpPr/>
                <p:nvPr/>
              </p:nvSpPr>
              <p:spPr>
                <a:xfrm>
                  <a:off x="1853352" y="4414626"/>
                  <a:ext cx="328829" cy="250503"/>
                </a:xfrm>
                <a:custGeom>
                  <a:avLst/>
                  <a:gdLst>
                    <a:gd name="connsiteX0" fmla="*/ 108801 w 328829"/>
                    <a:gd name="connsiteY0" fmla="*/ 99938 h 250503"/>
                    <a:gd name="connsiteX1" fmla="*/ 174333 w 328829"/>
                    <a:gd name="connsiteY1" fmla="*/ 3355 h 250503"/>
                    <a:gd name="connsiteX2" fmla="*/ 30601 w 328829"/>
                    <a:gd name="connsiteY2" fmla="*/ 47836 h 250503"/>
                    <a:gd name="connsiteX3" fmla="*/ 127185 w 328829"/>
                    <a:gd name="connsiteY3" fmla="*/ 235288 h 250503"/>
                    <a:gd name="connsiteX4" fmla="*/ 328829 w 328829"/>
                    <a:gd name="connsiteY4" fmla="*/ 222049 h 250503"/>
                    <a:gd name="connsiteX5" fmla="*/ 108801 w 328829"/>
                    <a:gd name="connsiteY5" fmla="*/ 99938 h 250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8829" h="250503">
                      <a:moveTo>
                        <a:pt x="108801" y="99938"/>
                      </a:moveTo>
                      <a:cubicBezTo>
                        <a:pt x="118517" y="71839"/>
                        <a:pt x="138138" y="30501"/>
                        <a:pt x="174333" y="3355"/>
                      </a:cubicBezTo>
                      <a:cubicBezTo>
                        <a:pt x="174333" y="3355"/>
                        <a:pt x="93466" y="-18172"/>
                        <a:pt x="30601" y="47836"/>
                      </a:cubicBezTo>
                      <a:cubicBezTo>
                        <a:pt x="-32264" y="113845"/>
                        <a:pt x="2598" y="201951"/>
                        <a:pt x="127185" y="235288"/>
                      </a:cubicBezTo>
                      <a:cubicBezTo>
                        <a:pt x="251772" y="268531"/>
                        <a:pt x="306636" y="239479"/>
                        <a:pt x="328829" y="222049"/>
                      </a:cubicBezTo>
                      <a:cubicBezTo>
                        <a:pt x="328924" y="222049"/>
                        <a:pt x="292539" y="151564"/>
                        <a:pt x="108801" y="99938"/>
                      </a:cubicBezTo>
                      <a:close/>
                    </a:path>
                  </a:pathLst>
                </a:custGeom>
                <a:solidFill>
                  <a:srgbClr val="8DE0E0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45" name="Forme libre : forme 9744">
                  <a:extLst>
                    <a:ext uri="{FF2B5EF4-FFF2-40B4-BE49-F238E27FC236}">
                      <a16:creationId xmlns:a16="http://schemas.microsoft.com/office/drawing/2014/main" id="{6C494946-738D-43B7-8509-86EEF1664B7F}"/>
                    </a:ext>
                  </a:extLst>
                </p:cNvPr>
                <p:cNvSpPr/>
                <p:nvPr/>
              </p:nvSpPr>
              <p:spPr>
                <a:xfrm>
                  <a:off x="1854400" y="4414245"/>
                  <a:ext cx="328829" cy="250503"/>
                </a:xfrm>
                <a:custGeom>
                  <a:avLst/>
                  <a:gdLst>
                    <a:gd name="connsiteX0" fmla="*/ 108801 w 328829"/>
                    <a:gd name="connsiteY0" fmla="*/ 99938 h 250503"/>
                    <a:gd name="connsiteX1" fmla="*/ 174333 w 328829"/>
                    <a:gd name="connsiteY1" fmla="*/ 3355 h 250503"/>
                    <a:gd name="connsiteX2" fmla="*/ 30601 w 328829"/>
                    <a:gd name="connsiteY2" fmla="*/ 47836 h 250503"/>
                    <a:gd name="connsiteX3" fmla="*/ 127185 w 328829"/>
                    <a:gd name="connsiteY3" fmla="*/ 235288 h 250503"/>
                    <a:gd name="connsiteX4" fmla="*/ 328829 w 328829"/>
                    <a:gd name="connsiteY4" fmla="*/ 222049 h 250503"/>
                    <a:gd name="connsiteX5" fmla="*/ 108801 w 328829"/>
                    <a:gd name="connsiteY5" fmla="*/ 99938 h 250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8829" h="250503">
                      <a:moveTo>
                        <a:pt x="108801" y="99938"/>
                      </a:moveTo>
                      <a:cubicBezTo>
                        <a:pt x="118517" y="71839"/>
                        <a:pt x="138138" y="30501"/>
                        <a:pt x="174333" y="3355"/>
                      </a:cubicBezTo>
                      <a:cubicBezTo>
                        <a:pt x="174333" y="3355"/>
                        <a:pt x="93466" y="-18172"/>
                        <a:pt x="30601" y="47836"/>
                      </a:cubicBezTo>
                      <a:cubicBezTo>
                        <a:pt x="-32264" y="113845"/>
                        <a:pt x="2598" y="201951"/>
                        <a:pt x="127185" y="235288"/>
                      </a:cubicBezTo>
                      <a:cubicBezTo>
                        <a:pt x="251772" y="268531"/>
                        <a:pt x="306636" y="239479"/>
                        <a:pt x="328829" y="222049"/>
                      </a:cubicBezTo>
                      <a:cubicBezTo>
                        <a:pt x="328924" y="222049"/>
                        <a:pt x="292539" y="151564"/>
                        <a:pt x="108801" y="99938"/>
                      </a:cubicBezTo>
                      <a:close/>
                    </a:path>
                  </a:pathLst>
                </a:custGeom>
                <a:noFill/>
                <a:ln w="9525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46" name="Forme libre : forme 9745">
                  <a:extLst>
                    <a:ext uri="{FF2B5EF4-FFF2-40B4-BE49-F238E27FC236}">
                      <a16:creationId xmlns:a16="http://schemas.microsoft.com/office/drawing/2014/main" id="{AEF279F1-2285-462A-95C2-6D9063FD0FFE}"/>
                    </a:ext>
                  </a:extLst>
                </p:cNvPr>
                <p:cNvSpPr/>
                <p:nvPr/>
              </p:nvSpPr>
              <p:spPr>
                <a:xfrm>
                  <a:off x="1963297" y="4382001"/>
                  <a:ext cx="301702" cy="254292"/>
                </a:xfrm>
                <a:custGeom>
                  <a:avLst/>
                  <a:gdLst>
                    <a:gd name="connsiteX0" fmla="*/ 220028 w 301702"/>
                    <a:gd name="connsiteY0" fmla="*/ 254293 h 254292"/>
                    <a:gd name="connsiteX1" fmla="*/ 220218 w 301702"/>
                    <a:gd name="connsiteY1" fmla="*/ 254102 h 254292"/>
                    <a:gd name="connsiteX2" fmla="*/ 296704 w 301702"/>
                    <a:gd name="connsiteY2" fmla="*/ 189523 h 254292"/>
                    <a:gd name="connsiteX3" fmla="*/ 108966 w 301702"/>
                    <a:gd name="connsiteY3" fmla="*/ 13977 h 254292"/>
                    <a:gd name="connsiteX4" fmla="*/ 64770 w 301702"/>
                    <a:gd name="connsiteY4" fmla="*/ 36361 h 254292"/>
                    <a:gd name="connsiteX5" fmla="*/ 53435 w 301702"/>
                    <a:gd name="connsiteY5" fmla="*/ 45886 h 254292"/>
                    <a:gd name="connsiteX6" fmla="*/ 52102 w 301702"/>
                    <a:gd name="connsiteY6" fmla="*/ 47124 h 254292"/>
                    <a:gd name="connsiteX7" fmla="*/ 42005 w 301702"/>
                    <a:gd name="connsiteY7" fmla="*/ 57602 h 254292"/>
                    <a:gd name="connsiteX8" fmla="*/ 40862 w 301702"/>
                    <a:gd name="connsiteY8" fmla="*/ 58935 h 254292"/>
                    <a:gd name="connsiteX9" fmla="*/ 32004 w 301702"/>
                    <a:gd name="connsiteY9" fmla="*/ 70079 h 254292"/>
                    <a:gd name="connsiteX10" fmla="*/ 31051 w 301702"/>
                    <a:gd name="connsiteY10" fmla="*/ 71318 h 254292"/>
                    <a:gd name="connsiteX11" fmla="*/ 23241 w 301702"/>
                    <a:gd name="connsiteY11" fmla="*/ 82938 h 254292"/>
                    <a:gd name="connsiteX12" fmla="*/ 22479 w 301702"/>
                    <a:gd name="connsiteY12" fmla="*/ 84176 h 254292"/>
                    <a:gd name="connsiteX13" fmla="*/ 15811 w 301702"/>
                    <a:gd name="connsiteY13" fmla="*/ 95892 h 254292"/>
                    <a:gd name="connsiteX14" fmla="*/ 15240 w 301702"/>
                    <a:gd name="connsiteY14" fmla="*/ 96940 h 254292"/>
                    <a:gd name="connsiteX15" fmla="*/ 9525 w 301702"/>
                    <a:gd name="connsiteY15" fmla="*/ 108560 h 254292"/>
                    <a:gd name="connsiteX16" fmla="*/ 9049 w 301702"/>
                    <a:gd name="connsiteY16" fmla="*/ 109513 h 254292"/>
                    <a:gd name="connsiteX17" fmla="*/ 4286 w 301702"/>
                    <a:gd name="connsiteY17" fmla="*/ 120752 h 254292"/>
                    <a:gd name="connsiteX18" fmla="*/ 4000 w 301702"/>
                    <a:gd name="connsiteY18" fmla="*/ 121514 h 254292"/>
                    <a:gd name="connsiteX19" fmla="*/ 95 w 301702"/>
                    <a:gd name="connsiteY19" fmla="*/ 131992 h 254292"/>
                    <a:gd name="connsiteX20" fmla="*/ 0 w 301702"/>
                    <a:gd name="connsiteY20" fmla="*/ 132373 h 254292"/>
                    <a:gd name="connsiteX21" fmla="*/ 220028 w 301702"/>
                    <a:gd name="connsiteY21" fmla="*/ 254293 h 254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01702" h="254292">
                      <a:moveTo>
                        <a:pt x="220028" y="254293"/>
                      </a:moveTo>
                      <a:cubicBezTo>
                        <a:pt x="220123" y="254197"/>
                        <a:pt x="220218" y="254197"/>
                        <a:pt x="220218" y="254102"/>
                      </a:cubicBezTo>
                      <a:cubicBezTo>
                        <a:pt x="235934" y="238386"/>
                        <a:pt x="295656" y="190285"/>
                        <a:pt x="296704" y="189523"/>
                      </a:cubicBezTo>
                      <a:cubicBezTo>
                        <a:pt x="328231" y="-20027"/>
                        <a:pt x="204025" y="-13741"/>
                        <a:pt x="108966" y="13977"/>
                      </a:cubicBezTo>
                      <a:cubicBezTo>
                        <a:pt x="92011" y="18930"/>
                        <a:pt x="77438" y="26836"/>
                        <a:pt x="64770" y="36361"/>
                      </a:cubicBezTo>
                      <a:cubicBezTo>
                        <a:pt x="60769" y="39409"/>
                        <a:pt x="57055" y="42552"/>
                        <a:pt x="53435" y="45886"/>
                      </a:cubicBezTo>
                      <a:cubicBezTo>
                        <a:pt x="52959" y="46267"/>
                        <a:pt x="52483" y="46743"/>
                        <a:pt x="52102" y="47124"/>
                      </a:cubicBezTo>
                      <a:cubicBezTo>
                        <a:pt x="48577" y="50458"/>
                        <a:pt x="45244" y="53982"/>
                        <a:pt x="42005" y="57602"/>
                      </a:cubicBezTo>
                      <a:cubicBezTo>
                        <a:pt x="41624" y="58078"/>
                        <a:pt x="41243" y="58459"/>
                        <a:pt x="40862" y="58935"/>
                      </a:cubicBezTo>
                      <a:cubicBezTo>
                        <a:pt x="37719" y="62554"/>
                        <a:pt x="34766" y="66269"/>
                        <a:pt x="32004" y="70079"/>
                      </a:cubicBezTo>
                      <a:cubicBezTo>
                        <a:pt x="31718" y="70460"/>
                        <a:pt x="31337" y="70937"/>
                        <a:pt x="31051" y="71318"/>
                      </a:cubicBezTo>
                      <a:cubicBezTo>
                        <a:pt x="28289" y="75128"/>
                        <a:pt x="25717" y="79033"/>
                        <a:pt x="23241" y="82938"/>
                      </a:cubicBezTo>
                      <a:cubicBezTo>
                        <a:pt x="22955" y="83319"/>
                        <a:pt x="22765" y="83795"/>
                        <a:pt x="22479" y="84176"/>
                      </a:cubicBezTo>
                      <a:cubicBezTo>
                        <a:pt x="20098" y="88081"/>
                        <a:pt x="17812" y="91987"/>
                        <a:pt x="15811" y="95892"/>
                      </a:cubicBezTo>
                      <a:cubicBezTo>
                        <a:pt x="15621" y="96273"/>
                        <a:pt x="15430" y="96654"/>
                        <a:pt x="15240" y="96940"/>
                      </a:cubicBezTo>
                      <a:cubicBezTo>
                        <a:pt x="13144" y="100845"/>
                        <a:pt x="11239" y="104750"/>
                        <a:pt x="9525" y="108560"/>
                      </a:cubicBezTo>
                      <a:cubicBezTo>
                        <a:pt x="9430" y="108846"/>
                        <a:pt x="9239" y="109132"/>
                        <a:pt x="9049" y="109513"/>
                      </a:cubicBezTo>
                      <a:cubicBezTo>
                        <a:pt x="7334" y="113323"/>
                        <a:pt x="5715" y="117133"/>
                        <a:pt x="4286" y="120752"/>
                      </a:cubicBezTo>
                      <a:cubicBezTo>
                        <a:pt x="4191" y="121038"/>
                        <a:pt x="4096" y="121228"/>
                        <a:pt x="4000" y="121514"/>
                      </a:cubicBezTo>
                      <a:cubicBezTo>
                        <a:pt x="2572" y="125134"/>
                        <a:pt x="1238" y="128658"/>
                        <a:pt x="95" y="131992"/>
                      </a:cubicBezTo>
                      <a:cubicBezTo>
                        <a:pt x="95" y="132087"/>
                        <a:pt x="0" y="132182"/>
                        <a:pt x="0" y="132373"/>
                      </a:cubicBezTo>
                      <a:cubicBezTo>
                        <a:pt x="178879" y="182570"/>
                        <a:pt x="218122" y="250673"/>
                        <a:pt x="220028" y="254293"/>
                      </a:cubicBezTo>
                      <a:close/>
                    </a:path>
                  </a:pathLst>
                </a:custGeom>
                <a:noFill/>
                <a:ln w="9525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47" name="Forme libre : forme 9746">
                  <a:extLst>
                    <a:ext uri="{FF2B5EF4-FFF2-40B4-BE49-F238E27FC236}">
                      <a16:creationId xmlns:a16="http://schemas.microsoft.com/office/drawing/2014/main" id="{65CF52BC-3B5E-4919-B7AA-087969CEB1BB}"/>
                    </a:ext>
                  </a:extLst>
                </p:cNvPr>
                <p:cNvSpPr/>
                <p:nvPr/>
              </p:nvSpPr>
              <p:spPr>
                <a:xfrm>
                  <a:off x="2049022" y="2620708"/>
                  <a:ext cx="28167" cy="223932"/>
                </a:xfrm>
                <a:custGeom>
                  <a:avLst/>
                  <a:gdLst>
                    <a:gd name="connsiteX0" fmla="*/ 0 w 28167"/>
                    <a:gd name="connsiteY0" fmla="*/ 0 h 223932"/>
                    <a:gd name="connsiteX1" fmla="*/ 7906 w 28167"/>
                    <a:gd name="connsiteY1" fmla="*/ 223933 h 223932"/>
                    <a:gd name="connsiteX2" fmla="*/ 0 w 28167"/>
                    <a:gd name="connsiteY2" fmla="*/ 0 h 223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8167" h="223932">
                      <a:moveTo>
                        <a:pt x="0" y="0"/>
                      </a:moveTo>
                      <a:cubicBezTo>
                        <a:pt x="0" y="0"/>
                        <a:pt x="57721" y="98203"/>
                        <a:pt x="7906" y="223933"/>
                      </a:cubicBezTo>
                      <a:cubicBezTo>
                        <a:pt x="7906" y="223933"/>
                        <a:pt x="49435" y="12192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48" name="Forme libre : forme 9747">
                  <a:extLst>
                    <a:ext uri="{FF2B5EF4-FFF2-40B4-BE49-F238E27FC236}">
                      <a16:creationId xmlns:a16="http://schemas.microsoft.com/office/drawing/2014/main" id="{F826AB5A-3F04-45C7-AF8B-9EACC30249AC}"/>
                    </a:ext>
                  </a:extLst>
                </p:cNvPr>
                <p:cNvSpPr/>
                <p:nvPr/>
              </p:nvSpPr>
              <p:spPr>
                <a:xfrm>
                  <a:off x="2086216" y="3032474"/>
                  <a:ext cx="24242" cy="201167"/>
                </a:xfrm>
                <a:custGeom>
                  <a:avLst/>
                  <a:gdLst>
                    <a:gd name="connsiteX0" fmla="*/ 5764 w 24242"/>
                    <a:gd name="connsiteY0" fmla="*/ 0 h 201167"/>
                    <a:gd name="connsiteX1" fmla="*/ 24242 w 24242"/>
                    <a:gd name="connsiteY1" fmla="*/ 201168 h 201167"/>
                    <a:gd name="connsiteX2" fmla="*/ 5764 w 24242"/>
                    <a:gd name="connsiteY2" fmla="*/ 0 h 20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242" h="201167">
                      <a:moveTo>
                        <a:pt x="5764" y="0"/>
                      </a:moveTo>
                      <a:cubicBezTo>
                        <a:pt x="5764" y="0"/>
                        <a:pt x="-9000" y="109252"/>
                        <a:pt x="24242" y="201168"/>
                      </a:cubicBezTo>
                      <a:cubicBezTo>
                        <a:pt x="24242" y="201168"/>
                        <a:pt x="-14239" y="123539"/>
                        <a:pt x="57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9749" name="Graphique 1">
                  <a:extLst>
                    <a:ext uri="{FF2B5EF4-FFF2-40B4-BE49-F238E27FC236}">
                      <a16:creationId xmlns:a16="http://schemas.microsoft.com/office/drawing/2014/main" id="{673D63E4-E47C-42C9-9A4E-C4430DE8C33F}"/>
                    </a:ext>
                  </a:extLst>
                </p:cNvPr>
                <p:cNvGrpSpPr/>
                <p:nvPr/>
              </p:nvGrpSpPr>
              <p:grpSpPr>
                <a:xfrm>
                  <a:off x="3146960" y="904493"/>
                  <a:ext cx="1021278" cy="1112465"/>
                  <a:chOff x="3146960" y="904493"/>
                  <a:chExt cx="1021278" cy="1112465"/>
                </a:xfrm>
                <a:solidFill>
                  <a:schemeClr val="accent1"/>
                </a:solidFill>
              </p:grpSpPr>
              <p:sp>
                <p:nvSpPr>
                  <p:cNvPr id="9842" name="Forme libre : forme 9841">
                    <a:extLst>
                      <a:ext uri="{FF2B5EF4-FFF2-40B4-BE49-F238E27FC236}">
                        <a16:creationId xmlns:a16="http://schemas.microsoft.com/office/drawing/2014/main" id="{8F013C98-1112-4C5C-9717-F3ECF033F2BF}"/>
                      </a:ext>
                    </a:extLst>
                  </p:cNvPr>
                  <p:cNvSpPr/>
                  <p:nvPr/>
                </p:nvSpPr>
                <p:spPr>
                  <a:xfrm>
                    <a:off x="3146960" y="904493"/>
                    <a:ext cx="1021278" cy="1112465"/>
                  </a:xfrm>
                  <a:custGeom>
                    <a:avLst/>
                    <a:gdLst>
                      <a:gd name="connsiteX0" fmla="*/ 79828 w 1021278"/>
                      <a:gd name="connsiteY0" fmla="*/ 1106234 h 1112465"/>
                      <a:gd name="connsiteX1" fmla="*/ 1021279 w 1021278"/>
                      <a:gd name="connsiteY1" fmla="*/ 0 h 1112465"/>
                      <a:gd name="connsiteX2" fmla="*/ 8 w 1021278"/>
                      <a:gd name="connsiteY2" fmla="*/ 1071467 h 1112465"/>
                      <a:gd name="connsiteX3" fmla="*/ 79828 w 1021278"/>
                      <a:gd name="connsiteY3" fmla="*/ 1106234 h 1112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21278" h="1112465">
                        <a:moveTo>
                          <a:pt x="79828" y="1106234"/>
                        </a:moveTo>
                        <a:cubicBezTo>
                          <a:pt x="498832" y="416433"/>
                          <a:pt x="1021279" y="0"/>
                          <a:pt x="1021279" y="0"/>
                        </a:cubicBezTo>
                        <a:cubicBezTo>
                          <a:pt x="571318" y="305181"/>
                          <a:pt x="232132" y="707707"/>
                          <a:pt x="8" y="1071467"/>
                        </a:cubicBezTo>
                        <a:cubicBezTo>
                          <a:pt x="8" y="1071467"/>
                          <a:pt x="-2469" y="1131570"/>
                          <a:pt x="79828" y="1106234"/>
                        </a:cubicBezTo>
                        <a:close/>
                      </a:path>
                    </a:pathLst>
                  </a:custGeom>
                  <a:solidFill>
                    <a:srgbClr val="753A2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43" name="Forme libre : forme 9842">
                    <a:extLst>
                      <a:ext uri="{FF2B5EF4-FFF2-40B4-BE49-F238E27FC236}">
                        <a16:creationId xmlns:a16="http://schemas.microsoft.com/office/drawing/2014/main" id="{04414F35-1302-4BE1-A454-927F71153CF7}"/>
                      </a:ext>
                    </a:extLst>
                  </p:cNvPr>
                  <p:cNvSpPr/>
                  <p:nvPr/>
                </p:nvSpPr>
                <p:spPr>
                  <a:xfrm>
                    <a:off x="3160970" y="1091374"/>
                    <a:ext cx="770763" cy="886872"/>
                  </a:xfrm>
                  <a:custGeom>
                    <a:avLst/>
                    <a:gdLst>
                      <a:gd name="connsiteX0" fmla="*/ 0 w 770763"/>
                      <a:gd name="connsiteY0" fmla="*/ 886873 h 886872"/>
                      <a:gd name="connsiteX1" fmla="*/ 770763 w 770763"/>
                      <a:gd name="connsiteY1" fmla="*/ 0 h 886872"/>
                      <a:gd name="connsiteX2" fmla="*/ 0 w 770763"/>
                      <a:gd name="connsiteY2" fmla="*/ 886873 h 886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70763" h="886872">
                        <a:moveTo>
                          <a:pt x="0" y="886873"/>
                        </a:moveTo>
                        <a:cubicBezTo>
                          <a:pt x="0" y="886873"/>
                          <a:pt x="300895" y="393763"/>
                          <a:pt x="770763" y="0"/>
                        </a:cubicBezTo>
                        <a:cubicBezTo>
                          <a:pt x="770763" y="0"/>
                          <a:pt x="442436" y="263938"/>
                          <a:pt x="0" y="8868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44" name="Forme libre : forme 9843">
                    <a:extLst>
                      <a:ext uri="{FF2B5EF4-FFF2-40B4-BE49-F238E27FC236}">
                        <a16:creationId xmlns:a16="http://schemas.microsoft.com/office/drawing/2014/main" id="{CF2A2C72-5E14-4AEF-AB10-AD04F8AE9744}"/>
                      </a:ext>
                    </a:extLst>
                  </p:cNvPr>
                  <p:cNvSpPr/>
                  <p:nvPr/>
                </p:nvSpPr>
                <p:spPr>
                  <a:xfrm>
                    <a:off x="3199737" y="904493"/>
                    <a:ext cx="968501" cy="1112043"/>
                  </a:xfrm>
                  <a:custGeom>
                    <a:avLst/>
                    <a:gdLst>
                      <a:gd name="connsiteX0" fmla="*/ 881539 w 968501"/>
                      <a:gd name="connsiteY0" fmla="*/ 61246 h 1112043"/>
                      <a:gd name="connsiteX1" fmla="*/ 0 w 968501"/>
                      <a:gd name="connsiteY1" fmla="*/ 1112044 h 1112043"/>
                      <a:gd name="connsiteX2" fmla="*/ 27051 w 968501"/>
                      <a:gd name="connsiteY2" fmla="*/ 1106234 h 1112043"/>
                      <a:gd name="connsiteX3" fmla="*/ 968502 w 968501"/>
                      <a:gd name="connsiteY3" fmla="*/ 0 h 1112043"/>
                      <a:gd name="connsiteX4" fmla="*/ 881539 w 968501"/>
                      <a:gd name="connsiteY4" fmla="*/ 61246 h 1112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501" h="1112043">
                        <a:moveTo>
                          <a:pt x="881539" y="61246"/>
                        </a:moveTo>
                        <a:cubicBezTo>
                          <a:pt x="738664" y="185738"/>
                          <a:pt x="336995" y="560642"/>
                          <a:pt x="0" y="1112044"/>
                        </a:cubicBezTo>
                        <a:cubicBezTo>
                          <a:pt x="7811" y="1111282"/>
                          <a:pt x="16764" y="1109472"/>
                          <a:pt x="27051" y="1106234"/>
                        </a:cubicBezTo>
                        <a:cubicBezTo>
                          <a:pt x="446056" y="416433"/>
                          <a:pt x="968502" y="0"/>
                          <a:pt x="968502" y="0"/>
                        </a:cubicBezTo>
                        <a:cubicBezTo>
                          <a:pt x="939070" y="20002"/>
                          <a:pt x="910114" y="40386"/>
                          <a:pt x="881539" y="61246"/>
                        </a:cubicBezTo>
                        <a:close/>
                      </a:path>
                    </a:pathLst>
                  </a:custGeom>
                  <a:solidFill>
                    <a:srgbClr val="632E2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45" name="Forme libre : forme 9844">
                    <a:extLst>
                      <a:ext uri="{FF2B5EF4-FFF2-40B4-BE49-F238E27FC236}">
                        <a16:creationId xmlns:a16="http://schemas.microsoft.com/office/drawing/2014/main" id="{2E5912B7-1256-4E36-8AAC-B6291F4FD0A5}"/>
                      </a:ext>
                    </a:extLst>
                  </p:cNvPr>
                  <p:cNvSpPr/>
                  <p:nvPr/>
                </p:nvSpPr>
                <p:spPr>
                  <a:xfrm>
                    <a:off x="3146960" y="904493"/>
                    <a:ext cx="1021278" cy="1112465"/>
                  </a:xfrm>
                  <a:custGeom>
                    <a:avLst/>
                    <a:gdLst>
                      <a:gd name="connsiteX0" fmla="*/ 79828 w 1021278"/>
                      <a:gd name="connsiteY0" fmla="*/ 1106234 h 1112465"/>
                      <a:gd name="connsiteX1" fmla="*/ 1021279 w 1021278"/>
                      <a:gd name="connsiteY1" fmla="*/ 0 h 1112465"/>
                      <a:gd name="connsiteX2" fmla="*/ 8 w 1021278"/>
                      <a:gd name="connsiteY2" fmla="*/ 1071467 h 1112465"/>
                      <a:gd name="connsiteX3" fmla="*/ 79828 w 1021278"/>
                      <a:gd name="connsiteY3" fmla="*/ 1106234 h 1112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21278" h="1112465">
                        <a:moveTo>
                          <a:pt x="79828" y="1106234"/>
                        </a:moveTo>
                        <a:cubicBezTo>
                          <a:pt x="498832" y="416433"/>
                          <a:pt x="1021279" y="0"/>
                          <a:pt x="1021279" y="0"/>
                        </a:cubicBezTo>
                        <a:cubicBezTo>
                          <a:pt x="571318" y="305181"/>
                          <a:pt x="232132" y="707707"/>
                          <a:pt x="8" y="1071467"/>
                        </a:cubicBezTo>
                        <a:cubicBezTo>
                          <a:pt x="8" y="1071467"/>
                          <a:pt x="-2469" y="1131570"/>
                          <a:pt x="79828" y="1106234"/>
                        </a:cubicBezTo>
                        <a:close/>
                      </a:path>
                    </a:pathLst>
                  </a:custGeom>
                  <a:noFill/>
                  <a:ln w="7144" cap="rnd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9750" name="Graphique 1">
                  <a:extLst>
                    <a:ext uri="{FF2B5EF4-FFF2-40B4-BE49-F238E27FC236}">
                      <a16:creationId xmlns:a16="http://schemas.microsoft.com/office/drawing/2014/main" id="{4CFD177B-A7CE-4A7C-BBDE-617BE97DBC24}"/>
                    </a:ext>
                  </a:extLst>
                </p:cNvPr>
                <p:cNvGrpSpPr/>
                <p:nvPr/>
              </p:nvGrpSpPr>
              <p:grpSpPr>
                <a:xfrm>
                  <a:off x="4791928" y="209740"/>
                  <a:ext cx="1021278" cy="1112499"/>
                  <a:chOff x="4791928" y="209740"/>
                  <a:chExt cx="1021278" cy="1112499"/>
                </a:xfrm>
                <a:solidFill>
                  <a:schemeClr val="accent1"/>
                </a:solidFill>
              </p:grpSpPr>
              <p:sp>
                <p:nvSpPr>
                  <p:cNvPr id="9838" name="Forme libre : forme 9837">
                    <a:extLst>
                      <a:ext uri="{FF2B5EF4-FFF2-40B4-BE49-F238E27FC236}">
                        <a16:creationId xmlns:a16="http://schemas.microsoft.com/office/drawing/2014/main" id="{071F9453-2414-438E-ABEC-5DEA7FB380AC}"/>
                      </a:ext>
                    </a:extLst>
                  </p:cNvPr>
                  <p:cNvSpPr/>
                  <p:nvPr/>
                </p:nvSpPr>
                <p:spPr>
                  <a:xfrm>
                    <a:off x="4791928" y="209740"/>
                    <a:ext cx="1021278" cy="1112499"/>
                  </a:xfrm>
                  <a:custGeom>
                    <a:avLst/>
                    <a:gdLst>
                      <a:gd name="connsiteX0" fmla="*/ 79828 w 1021278"/>
                      <a:gd name="connsiteY0" fmla="*/ 1106234 h 1112499"/>
                      <a:gd name="connsiteX1" fmla="*/ 1021279 w 1021278"/>
                      <a:gd name="connsiteY1" fmla="*/ 0 h 1112499"/>
                      <a:gd name="connsiteX2" fmla="*/ 8 w 1021278"/>
                      <a:gd name="connsiteY2" fmla="*/ 1071467 h 1112499"/>
                      <a:gd name="connsiteX3" fmla="*/ 79828 w 1021278"/>
                      <a:gd name="connsiteY3" fmla="*/ 1106234 h 1112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21278" h="1112499">
                        <a:moveTo>
                          <a:pt x="79828" y="1106234"/>
                        </a:moveTo>
                        <a:cubicBezTo>
                          <a:pt x="498832" y="416433"/>
                          <a:pt x="1021279" y="0"/>
                          <a:pt x="1021279" y="0"/>
                        </a:cubicBezTo>
                        <a:cubicBezTo>
                          <a:pt x="571318" y="305181"/>
                          <a:pt x="232132" y="707708"/>
                          <a:pt x="8" y="1071467"/>
                        </a:cubicBezTo>
                        <a:cubicBezTo>
                          <a:pt x="8" y="1071467"/>
                          <a:pt x="-2468" y="1131665"/>
                          <a:pt x="79828" y="1106234"/>
                        </a:cubicBezTo>
                        <a:close/>
                      </a:path>
                    </a:pathLst>
                  </a:custGeom>
                  <a:solidFill>
                    <a:srgbClr val="753A2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39" name="Forme libre : forme 9838">
                    <a:extLst>
                      <a:ext uri="{FF2B5EF4-FFF2-40B4-BE49-F238E27FC236}">
                        <a16:creationId xmlns:a16="http://schemas.microsoft.com/office/drawing/2014/main" id="{8B7EDDB4-3DA7-401E-B777-45D4D9BDDFEC}"/>
                      </a:ext>
                    </a:extLst>
                  </p:cNvPr>
                  <p:cNvSpPr/>
                  <p:nvPr/>
                </p:nvSpPr>
                <p:spPr>
                  <a:xfrm>
                    <a:off x="4805938" y="396620"/>
                    <a:ext cx="770762" cy="886872"/>
                  </a:xfrm>
                  <a:custGeom>
                    <a:avLst/>
                    <a:gdLst>
                      <a:gd name="connsiteX0" fmla="*/ 0 w 770762"/>
                      <a:gd name="connsiteY0" fmla="*/ 886873 h 886872"/>
                      <a:gd name="connsiteX1" fmla="*/ 770763 w 770762"/>
                      <a:gd name="connsiteY1" fmla="*/ 0 h 886872"/>
                      <a:gd name="connsiteX2" fmla="*/ 0 w 770762"/>
                      <a:gd name="connsiteY2" fmla="*/ 886873 h 886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70762" h="886872">
                        <a:moveTo>
                          <a:pt x="0" y="886873"/>
                        </a:moveTo>
                        <a:cubicBezTo>
                          <a:pt x="0" y="886873"/>
                          <a:pt x="300894" y="393764"/>
                          <a:pt x="770763" y="0"/>
                        </a:cubicBezTo>
                        <a:cubicBezTo>
                          <a:pt x="770763" y="0"/>
                          <a:pt x="442436" y="263938"/>
                          <a:pt x="0" y="8868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40" name="Forme libre : forme 9839">
                    <a:extLst>
                      <a:ext uri="{FF2B5EF4-FFF2-40B4-BE49-F238E27FC236}">
                        <a16:creationId xmlns:a16="http://schemas.microsoft.com/office/drawing/2014/main" id="{7993595E-8518-434F-91B3-90080C9781E1}"/>
                      </a:ext>
                    </a:extLst>
                  </p:cNvPr>
                  <p:cNvSpPr/>
                  <p:nvPr/>
                </p:nvSpPr>
                <p:spPr>
                  <a:xfrm>
                    <a:off x="4844705" y="209740"/>
                    <a:ext cx="968501" cy="1112043"/>
                  </a:xfrm>
                  <a:custGeom>
                    <a:avLst/>
                    <a:gdLst>
                      <a:gd name="connsiteX0" fmla="*/ 881539 w 968501"/>
                      <a:gd name="connsiteY0" fmla="*/ 61246 h 1112043"/>
                      <a:gd name="connsiteX1" fmla="*/ 0 w 968501"/>
                      <a:gd name="connsiteY1" fmla="*/ 1112044 h 1112043"/>
                      <a:gd name="connsiteX2" fmla="*/ 27051 w 968501"/>
                      <a:gd name="connsiteY2" fmla="*/ 1106234 h 1112043"/>
                      <a:gd name="connsiteX3" fmla="*/ 968502 w 968501"/>
                      <a:gd name="connsiteY3" fmla="*/ 0 h 1112043"/>
                      <a:gd name="connsiteX4" fmla="*/ 881539 w 968501"/>
                      <a:gd name="connsiteY4" fmla="*/ 61246 h 1112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501" h="1112043">
                        <a:moveTo>
                          <a:pt x="881539" y="61246"/>
                        </a:moveTo>
                        <a:cubicBezTo>
                          <a:pt x="738664" y="185738"/>
                          <a:pt x="336995" y="560642"/>
                          <a:pt x="0" y="1112044"/>
                        </a:cubicBezTo>
                        <a:cubicBezTo>
                          <a:pt x="7811" y="1111282"/>
                          <a:pt x="16764" y="1109472"/>
                          <a:pt x="27051" y="1106234"/>
                        </a:cubicBezTo>
                        <a:cubicBezTo>
                          <a:pt x="446055" y="416433"/>
                          <a:pt x="968502" y="0"/>
                          <a:pt x="968502" y="0"/>
                        </a:cubicBezTo>
                        <a:cubicBezTo>
                          <a:pt x="939069" y="20003"/>
                          <a:pt x="910114" y="40481"/>
                          <a:pt x="881539" y="61246"/>
                        </a:cubicBezTo>
                        <a:close/>
                      </a:path>
                    </a:pathLst>
                  </a:custGeom>
                  <a:solidFill>
                    <a:srgbClr val="632E2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41" name="Forme libre : forme 9840">
                    <a:extLst>
                      <a:ext uri="{FF2B5EF4-FFF2-40B4-BE49-F238E27FC236}">
                        <a16:creationId xmlns:a16="http://schemas.microsoft.com/office/drawing/2014/main" id="{86957E89-F302-457A-9A6B-07EB69CE60BC}"/>
                      </a:ext>
                    </a:extLst>
                  </p:cNvPr>
                  <p:cNvSpPr/>
                  <p:nvPr/>
                </p:nvSpPr>
                <p:spPr>
                  <a:xfrm>
                    <a:off x="4791928" y="209740"/>
                    <a:ext cx="1021278" cy="1112499"/>
                  </a:xfrm>
                  <a:custGeom>
                    <a:avLst/>
                    <a:gdLst>
                      <a:gd name="connsiteX0" fmla="*/ 79828 w 1021278"/>
                      <a:gd name="connsiteY0" fmla="*/ 1106234 h 1112499"/>
                      <a:gd name="connsiteX1" fmla="*/ 1021279 w 1021278"/>
                      <a:gd name="connsiteY1" fmla="*/ 0 h 1112499"/>
                      <a:gd name="connsiteX2" fmla="*/ 8 w 1021278"/>
                      <a:gd name="connsiteY2" fmla="*/ 1071467 h 1112499"/>
                      <a:gd name="connsiteX3" fmla="*/ 79828 w 1021278"/>
                      <a:gd name="connsiteY3" fmla="*/ 1106234 h 1112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21278" h="1112499">
                        <a:moveTo>
                          <a:pt x="79828" y="1106234"/>
                        </a:moveTo>
                        <a:cubicBezTo>
                          <a:pt x="498832" y="416433"/>
                          <a:pt x="1021279" y="0"/>
                          <a:pt x="1021279" y="0"/>
                        </a:cubicBezTo>
                        <a:cubicBezTo>
                          <a:pt x="571318" y="305181"/>
                          <a:pt x="232132" y="707708"/>
                          <a:pt x="8" y="1071467"/>
                        </a:cubicBezTo>
                        <a:cubicBezTo>
                          <a:pt x="8" y="1071467"/>
                          <a:pt x="-2468" y="1131665"/>
                          <a:pt x="79828" y="1106234"/>
                        </a:cubicBezTo>
                        <a:close/>
                      </a:path>
                    </a:pathLst>
                  </a:custGeom>
                  <a:noFill/>
                  <a:ln w="7144" cap="rnd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9751" name="Graphique 1">
                  <a:extLst>
                    <a:ext uri="{FF2B5EF4-FFF2-40B4-BE49-F238E27FC236}">
                      <a16:creationId xmlns:a16="http://schemas.microsoft.com/office/drawing/2014/main" id="{8AA85D86-1213-43B9-9F4E-FC03442F481C}"/>
                    </a:ext>
                  </a:extLst>
                </p:cNvPr>
                <p:cNvGrpSpPr/>
                <p:nvPr/>
              </p:nvGrpSpPr>
              <p:grpSpPr>
                <a:xfrm>
                  <a:off x="6432689" y="760856"/>
                  <a:ext cx="1021294" cy="1112553"/>
                  <a:chOff x="6432689" y="760856"/>
                  <a:chExt cx="1021294" cy="1112553"/>
                </a:xfrm>
                <a:solidFill>
                  <a:schemeClr val="accent1"/>
                </a:solidFill>
              </p:grpSpPr>
              <p:sp>
                <p:nvSpPr>
                  <p:cNvPr id="9834" name="Forme libre : forme 9833">
                    <a:extLst>
                      <a:ext uri="{FF2B5EF4-FFF2-40B4-BE49-F238E27FC236}">
                        <a16:creationId xmlns:a16="http://schemas.microsoft.com/office/drawing/2014/main" id="{6F628C26-E9B0-4D50-8383-F43556C5CC22}"/>
                      </a:ext>
                    </a:extLst>
                  </p:cNvPr>
                  <p:cNvSpPr/>
                  <p:nvPr/>
                </p:nvSpPr>
                <p:spPr>
                  <a:xfrm>
                    <a:off x="6432689" y="760952"/>
                    <a:ext cx="1021294" cy="1112458"/>
                  </a:xfrm>
                  <a:custGeom>
                    <a:avLst/>
                    <a:gdLst>
                      <a:gd name="connsiteX0" fmla="*/ 79843 w 1021294"/>
                      <a:gd name="connsiteY0" fmla="*/ 1106234 h 1112458"/>
                      <a:gd name="connsiteX1" fmla="*/ 1021295 w 1021294"/>
                      <a:gd name="connsiteY1" fmla="*/ 0 h 1112458"/>
                      <a:gd name="connsiteX2" fmla="*/ 24 w 1021294"/>
                      <a:gd name="connsiteY2" fmla="*/ 1071467 h 1112458"/>
                      <a:gd name="connsiteX3" fmla="*/ 79843 w 1021294"/>
                      <a:gd name="connsiteY3" fmla="*/ 1106234 h 1112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21294" h="1112458">
                        <a:moveTo>
                          <a:pt x="79843" y="1106234"/>
                        </a:moveTo>
                        <a:cubicBezTo>
                          <a:pt x="498848" y="416433"/>
                          <a:pt x="1021295" y="0"/>
                          <a:pt x="1021295" y="0"/>
                        </a:cubicBezTo>
                        <a:cubicBezTo>
                          <a:pt x="571334" y="305181"/>
                          <a:pt x="232148" y="707708"/>
                          <a:pt x="24" y="1071467"/>
                        </a:cubicBezTo>
                        <a:cubicBezTo>
                          <a:pt x="-72" y="1071372"/>
                          <a:pt x="-2453" y="1131570"/>
                          <a:pt x="79843" y="1106234"/>
                        </a:cubicBezTo>
                        <a:close/>
                      </a:path>
                    </a:pathLst>
                  </a:custGeom>
                  <a:solidFill>
                    <a:srgbClr val="753A2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35" name="Forme libre : forme 9834">
                    <a:extLst>
                      <a:ext uri="{FF2B5EF4-FFF2-40B4-BE49-F238E27FC236}">
                        <a16:creationId xmlns:a16="http://schemas.microsoft.com/office/drawing/2014/main" id="{748FAEBC-8615-48F3-8956-887571C79FEE}"/>
                      </a:ext>
                    </a:extLst>
                  </p:cNvPr>
                  <p:cNvSpPr/>
                  <p:nvPr/>
                </p:nvSpPr>
                <p:spPr>
                  <a:xfrm>
                    <a:off x="6446714" y="947832"/>
                    <a:ext cx="770762" cy="886872"/>
                  </a:xfrm>
                  <a:custGeom>
                    <a:avLst/>
                    <a:gdLst>
                      <a:gd name="connsiteX0" fmla="*/ 0 w 770762"/>
                      <a:gd name="connsiteY0" fmla="*/ 886873 h 886872"/>
                      <a:gd name="connsiteX1" fmla="*/ 770763 w 770762"/>
                      <a:gd name="connsiteY1" fmla="*/ 0 h 886872"/>
                      <a:gd name="connsiteX2" fmla="*/ 0 w 770762"/>
                      <a:gd name="connsiteY2" fmla="*/ 886873 h 886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70762" h="886872">
                        <a:moveTo>
                          <a:pt x="0" y="886873"/>
                        </a:moveTo>
                        <a:cubicBezTo>
                          <a:pt x="0" y="886873"/>
                          <a:pt x="300894" y="393764"/>
                          <a:pt x="770763" y="0"/>
                        </a:cubicBezTo>
                        <a:cubicBezTo>
                          <a:pt x="770763" y="-95"/>
                          <a:pt x="442436" y="263938"/>
                          <a:pt x="0" y="8868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36" name="Forme libre : forme 9835">
                    <a:extLst>
                      <a:ext uri="{FF2B5EF4-FFF2-40B4-BE49-F238E27FC236}">
                        <a16:creationId xmlns:a16="http://schemas.microsoft.com/office/drawing/2014/main" id="{07E3D319-BA9C-46EF-A5B7-6C0515E874D6}"/>
                      </a:ext>
                    </a:extLst>
                  </p:cNvPr>
                  <p:cNvSpPr/>
                  <p:nvPr/>
                </p:nvSpPr>
                <p:spPr>
                  <a:xfrm>
                    <a:off x="6485481" y="760856"/>
                    <a:ext cx="968501" cy="1112043"/>
                  </a:xfrm>
                  <a:custGeom>
                    <a:avLst/>
                    <a:gdLst>
                      <a:gd name="connsiteX0" fmla="*/ 881539 w 968501"/>
                      <a:gd name="connsiteY0" fmla="*/ 61246 h 1112043"/>
                      <a:gd name="connsiteX1" fmla="*/ 0 w 968501"/>
                      <a:gd name="connsiteY1" fmla="*/ 1112044 h 1112043"/>
                      <a:gd name="connsiteX2" fmla="*/ 27051 w 968501"/>
                      <a:gd name="connsiteY2" fmla="*/ 1106234 h 1112043"/>
                      <a:gd name="connsiteX3" fmla="*/ 968502 w 968501"/>
                      <a:gd name="connsiteY3" fmla="*/ 0 h 1112043"/>
                      <a:gd name="connsiteX4" fmla="*/ 881539 w 968501"/>
                      <a:gd name="connsiteY4" fmla="*/ 61246 h 1112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501" h="1112043">
                        <a:moveTo>
                          <a:pt x="881539" y="61246"/>
                        </a:moveTo>
                        <a:cubicBezTo>
                          <a:pt x="738664" y="185738"/>
                          <a:pt x="336994" y="560642"/>
                          <a:pt x="0" y="1112044"/>
                        </a:cubicBezTo>
                        <a:cubicBezTo>
                          <a:pt x="7810" y="1111282"/>
                          <a:pt x="16764" y="1109472"/>
                          <a:pt x="27051" y="1106234"/>
                        </a:cubicBezTo>
                        <a:cubicBezTo>
                          <a:pt x="446055" y="416433"/>
                          <a:pt x="968502" y="0"/>
                          <a:pt x="968502" y="0"/>
                        </a:cubicBezTo>
                        <a:cubicBezTo>
                          <a:pt x="938974" y="20003"/>
                          <a:pt x="910018" y="40481"/>
                          <a:pt x="881539" y="61246"/>
                        </a:cubicBezTo>
                        <a:close/>
                      </a:path>
                    </a:pathLst>
                  </a:custGeom>
                  <a:solidFill>
                    <a:srgbClr val="632E2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37" name="Forme libre : forme 9836">
                    <a:extLst>
                      <a:ext uri="{FF2B5EF4-FFF2-40B4-BE49-F238E27FC236}">
                        <a16:creationId xmlns:a16="http://schemas.microsoft.com/office/drawing/2014/main" id="{21751F58-384D-4473-95F4-D7E24CAA3C8B}"/>
                      </a:ext>
                    </a:extLst>
                  </p:cNvPr>
                  <p:cNvSpPr/>
                  <p:nvPr/>
                </p:nvSpPr>
                <p:spPr>
                  <a:xfrm>
                    <a:off x="6432689" y="760952"/>
                    <a:ext cx="1021294" cy="1112458"/>
                  </a:xfrm>
                  <a:custGeom>
                    <a:avLst/>
                    <a:gdLst>
                      <a:gd name="connsiteX0" fmla="*/ 79843 w 1021294"/>
                      <a:gd name="connsiteY0" fmla="*/ 1106234 h 1112458"/>
                      <a:gd name="connsiteX1" fmla="*/ 1021295 w 1021294"/>
                      <a:gd name="connsiteY1" fmla="*/ 0 h 1112458"/>
                      <a:gd name="connsiteX2" fmla="*/ 24 w 1021294"/>
                      <a:gd name="connsiteY2" fmla="*/ 1071467 h 1112458"/>
                      <a:gd name="connsiteX3" fmla="*/ 79843 w 1021294"/>
                      <a:gd name="connsiteY3" fmla="*/ 1106234 h 1112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21294" h="1112458">
                        <a:moveTo>
                          <a:pt x="79843" y="1106234"/>
                        </a:moveTo>
                        <a:cubicBezTo>
                          <a:pt x="498848" y="416433"/>
                          <a:pt x="1021295" y="0"/>
                          <a:pt x="1021295" y="0"/>
                        </a:cubicBezTo>
                        <a:cubicBezTo>
                          <a:pt x="571334" y="305181"/>
                          <a:pt x="232148" y="707708"/>
                          <a:pt x="24" y="1071467"/>
                        </a:cubicBezTo>
                        <a:cubicBezTo>
                          <a:pt x="-72" y="1071372"/>
                          <a:pt x="-2453" y="1131570"/>
                          <a:pt x="79843" y="1106234"/>
                        </a:cubicBezTo>
                        <a:close/>
                      </a:path>
                    </a:pathLst>
                  </a:custGeom>
                  <a:noFill/>
                  <a:ln w="7144" cap="rnd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9752" name="Graphique 1">
                  <a:extLst>
                    <a:ext uri="{FF2B5EF4-FFF2-40B4-BE49-F238E27FC236}">
                      <a16:creationId xmlns:a16="http://schemas.microsoft.com/office/drawing/2014/main" id="{1671CBBE-0385-4932-B501-6050B3C5B83E}"/>
                    </a:ext>
                  </a:extLst>
                </p:cNvPr>
                <p:cNvGrpSpPr/>
                <p:nvPr/>
              </p:nvGrpSpPr>
              <p:grpSpPr>
                <a:xfrm>
                  <a:off x="1440747" y="947737"/>
                  <a:ext cx="1021278" cy="1112553"/>
                  <a:chOff x="1440747" y="947737"/>
                  <a:chExt cx="1021278" cy="1112553"/>
                </a:xfrm>
                <a:solidFill>
                  <a:schemeClr val="accent1"/>
                </a:solidFill>
              </p:grpSpPr>
              <p:sp>
                <p:nvSpPr>
                  <p:cNvPr id="9830" name="Forme libre : forme 9829">
                    <a:extLst>
                      <a:ext uri="{FF2B5EF4-FFF2-40B4-BE49-F238E27FC236}">
                        <a16:creationId xmlns:a16="http://schemas.microsoft.com/office/drawing/2014/main" id="{D6E945F8-3B8C-4472-BF8D-33312CF03FD4}"/>
                      </a:ext>
                    </a:extLst>
                  </p:cNvPr>
                  <p:cNvSpPr/>
                  <p:nvPr/>
                </p:nvSpPr>
                <p:spPr>
                  <a:xfrm>
                    <a:off x="1440747" y="947832"/>
                    <a:ext cx="1021278" cy="1112458"/>
                  </a:xfrm>
                  <a:custGeom>
                    <a:avLst/>
                    <a:gdLst>
                      <a:gd name="connsiteX0" fmla="*/ 79827 w 1021278"/>
                      <a:gd name="connsiteY0" fmla="*/ 1106233 h 1112458"/>
                      <a:gd name="connsiteX1" fmla="*/ 1021278 w 1021278"/>
                      <a:gd name="connsiteY1" fmla="*/ 0 h 1112458"/>
                      <a:gd name="connsiteX2" fmla="*/ 8 w 1021278"/>
                      <a:gd name="connsiteY2" fmla="*/ 1071467 h 1112458"/>
                      <a:gd name="connsiteX3" fmla="*/ 79827 w 1021278"/>
                      <a:gd name="connsiteY3" fmla="*/ 1106233 h 1112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21278" h="1112458">
                        <a:moveTo>
                          <a:pt x="79827" y="1106233"/>
                        </a:moveTo>
                        <a:cubicBezTo>
                          <a:pt x="498832" y="416433"/>
                          <a:pt x="1021278" y="0"/>
                          <a:pt x="1021278" y="0"/>
                        </a:cubicBezTo>
                        <a:cubicBezTo>
                          <a:pt x="571317" y="305181"/>
                          <a:pt x="232132" y="707707"/>
                          <a:pt x="8" y="1071467"/>
                        </a:cubicBezTo>
                        <a:cubicBezTo>
                          <a:pt x="8" y="1071372"/>
                          <a:pt x="-2469" y="1131570"/>
                          <a:pt x="79827" y="1106233"/>
                        </a:cubicBezTo>
                        <a:close/>
                      </a:path>
                    </a:pathLst>
                  </a:custGeom>
                  <a:solidFill>
                    <a:srgbClr val="753A2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31" name="Forme libre : forme 9830">
                    <a:extLst>
                      <a:ext uri="{FF2B5EF4-FFF2-40B4-BE49-F238E27FC236}">
                        <a16:creationId xmlns:a16="http://schemas.microsoft.com/office/drawing/2014/main" id="{8B903262-E18D-41EF-B629-040EC7CE9818}"/>
                      </a:ext>
                    </a:extLst>
                  </p:cNvPr>
                  <p:cNvSpPr/>
                  <p:nvPr/>
                </p:nvSpPr>
                <p:spPr>
                  <a:xfrm>
                    <a:off x="1454852" y="1134713"/>
                    <a:ext cx="770762" cy="886872"/>
                  </a:xfrm>
                  <a:custGeom>
                    <a:avLst/>
                    <a:gdLst>
                      <a:gd name="connsiteX0" fmla="*/ 0 w 770762"/>
                      <a:gd name="connsiteY0" fmla="*/ 886873 h 886872"/>
                      <a:gd name="connsiteX1" fmla="*/ 770763 w 770762"/>
                      <a:gd name="connsiteY1" fmla="*/ 0 h 886872"/>
                      <a:gd name="connsiteX2" fmla="*/ 0 w 770762"/>
                      <a:gd name="connsiteY2" fmla="*/ 886873 h 886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70762" h="886872">
                        <a:moveTo>
                          <a:pt x="0" y="886873"/>
                        </a:moveTo>
                        <a:cubicBezTo>
                          <a:pt x="0" y="886873"/>
                          <a:pt x="300895" y="393764"/>
                          <a:pt x="770763" y="0"/>
                        </a:cubicBezTo>
                        <a:cubicBezTo>
                          <a:pt x="770668" y="-95"/>
                          <a:pt x="442341" y="263938"/>
                          <a:pt x="0" y="8868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32" name="Forme libre : forme 9831">
                    <a:extLst>
                      <a:ext uri="{FF2B5EF4-FFF2-40B4-BE49-F238E27FC236}">
                        <a16:creationId xmlns:a16="http://schemas.microsoft.com/office/drawing/2014/main" id="{006F0E2E-01A0-432D-92CD-1EB4B68BB4AF}"/>
                      </a:ext>
                    </a:extLst>
                  </p:cNvPr>
                  <p:cNvSpPr/>
                  <p:nvPr/>
                </p:nvSpPr>
                <p:spPr>
                  <a:xfrm>
                    <a:off x="1493524" y="947737"/>
                    <a:ext cx="968501" cy="1112043"/>
                  </a:xfrm>
                  <a:custGeom>
                    <a:avLst/>
                    <a:gdLst>
                      <a:gd name="connsiteX0" fmla="*/ 881539 w 968501"/>
                      <a:gd name="connsiteY0" fmla="*/ 61246 h 1112043"/>
                      <a:gd name="connsiteX1" fmla="*/ 0 w 968501"/>
                      <a:gd name="connsiteY1" fmla="*/ 1112044 h 1112043"/>
                      <a:gd name="connsiteX2" fmla="*/ 27051 w 968501"/>
                      <a:gd name="connsiteY2" fmla="*/ 1106234 h 1112043"/>
                      <a:gd name="connsiteX3" fmla="*/ 968502 w 968501"/>
                      <a:gd name="connsiteY3" fmla="*/ 0 h 1112043"/>
                      <a:gd name="connsiteX4" fmla="*/ 881539 w 968501"/>
                      <a:gd name="connsiteY4" fmla="*/ 61246 h 1112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501" h="1112043">
                        <a:moveTo>
                          <a:pt x="881539" y="61246"/>
                        </a:moveTo>
                        <a:cubicBezTo>
                          <a:pt x="738664" y="185738"/>
                          <a:pt x="336995" y="560642"/>
                          <a:pt x="0" y="1112044"/>
                        </a:cubicBezTo>
                        <a:cubicBezTo>
                          <a:pt x="7811" y="1111282"/>
                          <a:pt x="16764" y="1109472"/>
                          <a:pt x="27051" y="1106234"/>
                        </a:cubicBezTo>
                        <a:cubicBezTo>
                          <a:pt x="446056" y="416433"/>
                          <a:pt x="968502" y="0"/>
                          <a:pt x="968502" y="0"/>
                        </a:cubicBezTo>
                        <a:cubicBezTo>
                          <a:pt x="939070" y="20002"/>
                          <a:pt x="910114" y="40481"/>
                          <a:pt x="881539" y="61246"/>
                        </a:cubicBezTo>
                        <a:close/>
                      </a:path>
                    </a:pathLst>
                  </a:custGeom>
                  <a:solidFill>
                    <a:srgbClr val="632E2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33" name="Forme libre : forme 9832">
                    <a:extLst>
                      <a:ext uri="{FF2B5EF4-FFF2-40B4-BE49-F238E27FC236}">
                        <a16:creationId xmlns:a16="http://schemas.microsoft.com/office/drawing/2014/main" id="{A4643376-C3AB-4725-994B-4926D19AE1C8}"/>
                      </a:ext>
                    </a:extLst>
                  </p:cNvPr>
                  <p:cNvSpPr/>
                  <p:nvPr/>
                </p:nvSpPr>
                <p:spPr>
                  <a:xfrm>
                    <a:off x="1440747" y="947832"/>
                    <a:ext cx="1021278" cy="1112458"/>
                  </a:xfrm>
                  <a:custGeom>
                    <a:avLst/>
                    <a:gdLst>
                      <a:gd name="connsiteX0" fmla="*/ 79827 w 1021278"/>
                      <a:gd name="connsiteY0" fmla="*/ 1106233 h 1112458"/>
                      <a:gd name="connsiteX1" fmla="*/ 1021278 w 1021278"/>
                      <a:gd name="connsiteY1" fmla="*/ 0 h 1112458"/>
                      <a:gd name="connsiteX2" fmla="*/ 8 w 1021278"/>
                      <a:gd name="connsiteY2" fmla="*/ 1071467 h 1112458"/>
                      <a:gd name="connsiteX3" fmla="*/ 79827 w 1021278"/>
                      <a:gd name="connsiteY3" fmla="*/ 1106233 h 1112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21278" h="1112458">
                        <a:moveTo>
                          <a:pt x="79827" y="1106233"/>
                        </a:moveTo>
                        <a:cubicBezTo>
                          <a:pt x="498832" y="416433"/>
                          <a:pt x="1021278" y="0"/>
                          <a:pt x="1021278" y="0"/>
                        </a:cubicBezTo>
                        <a:cubicBezTo>
                          <a:pt x="571317" y="305181"/>
                          <a:pt x="232132" y="707707"/>
                          <a:pt x="8" y="1071467"/>
                        </a:cubicBezTo>
                        <a:cubicBezTo>
                          <a:pt x="8" y="1071372"/>
                          <a:pt x="-2469" y="1131570"/>
                          <a:pt x="79827" y="1106233"/>
                        </a:cubicBezTo>
                        <a:close/>
                      </a:path>
                    </a:pathLst>
                  </a:custGeom>
                  <a:noFill/>
                  <a:ln w="7144" cap="rnd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9753" name="Forme libre : forme 9752">
                  <a:extLst>
                    <a:ext uri="{FF2B5EF4-FFF2-40B4-BE49-F238E27FC236}">
                      <a16:creationId xmlns:a16="http://schemas.microsoft.com/office/drawing/2014/main" id="{DB8B8A0A-BB47-4FCF-A452-B946A357BB64}"/>
                    </a:ext>
                  </a:extLst>
                </p:cNvPr>
                <p:cNvSpPr/>
                <p:nvPr/>
              </p:nvSpPr>
              <p:spPr>
                <a:xfrm>
                  <a:off x="1840326" y="4620235"/>
                  <a:ext cx="106397" cy="103513"/>
                </a:xfrm>
                <a:custGeom>
                  <a:avLst/>
                  <a:gdLst>
                    <a:gd name="connsiteX0" fmla="*/ 41532 w 106397"/>
                    <a:gd name="connsiteY0" fmla="*/ 93687 h 103513"/>
                    <a:gd name="connsiteX1" fmla="*/ 76203 w 106397"/>
                    <a:gd name="connsiteY1" fmla="*/ 103402 h 103513"/>
                    <a:gd name="connsiteX2" fmla="*/ 106397 w 106397"/>
                    <a:gd name="connsiteY2" fmla="*/ 85495 h 103513"/>
                    <a:gd name="connsiteX3" fmla="*/ 59248 w 106397"/>
                    <a:gd name="connsiteY3" fmla="*/ 63016 h 103513"/>
                    <a:gd name="connsiteX4" fmla="*/ 30864 w 106397"/>
                    <a:gd name="connsiteY4" fmla="*/ 31869 h 103513"/>
                    <a:gd name="connsiteX5" fmla="*/ 9909 w 106397"/>
                    <a:gd name="connsiteY5" fmla="*/ 56 h 103513"/>
                    <a:gd name="connsiteX6" fmla="*/ 12766 w 106397"/>
                    <a:gd name="connsiteY6" fmla="*/ 63588 h 103513"/>
                    <a:gd name="connsiteX7" fmla="*/ 41532 w 106397"/>
                    <a:gd name="connsiteY7" fmla="*/ 93687 h 103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397" h="103513">
                      <a:moveTo>
                        <a:pt x="41532" y="93687"/>
                      </a:moveTo>
                      <a:cubicBezTo>
                        <a:pt x="51914" y="100069"/>
                        <a:pt x="64106" y="104260"/>
                        <a:pt x="76203" y="103402"/>
                      </a:cubicBezTo>
                      <a:cubicBezTo>
                        <a:pt x="88299" y="102545"/>
                        <a:pt x="100492" y="96163"/>
                        <a:pt x="106397" y="85495"/>
                      </a:cubicBezTo>
                      <a:cubicBezTo>
                        <a:pt x="90014" y="79494"/>
                        <a:pt x="73345" y="73398"/>
                        <a:pt x="59248" y="63016"/>
                      </a:cubicBezTo>
                      <a:cubicBezTo>
                        <a:pt x="47818" y="54634"/>
                        <a:pt x="38484" y="43776"/>
                        <a:pt x="30864" y="31869"/>
                      </a:cubicBezTo>
                      <a:cubicBezTo>
                        <a:pt x="26197" y="24726"/>
                        <a:pt x="18862" y="913"/>
                        <a:pt x="9909" y="56"/>
                      </a:cubicBezTo>
                      <a:cubicBezTo>
                        <a:pt x="-11713" y="-2039"/>
                        <a:pt x="8099" y="55301"/>
                        <a:pt x="12766" y="63588"/>
                      </a:cubicBezTo>
                      <a:cubicBezTo>
                        <a:pt x="19719" y="75780"/>
                        <a:pt x="29530" y="86353"/>
                        <a:pt x="41532" y="93687"/>
                      </a:cubicBezTo>
                      <a:close/>
                    </a:path>
                  </a:pathLst>
                </a:custGeom>
                <a:solidFill>
                  <a:srgbClr val="78C4C0">
                    <a:alpha val="4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54" name="Forme libre : forme 9753">
                  <a:extLst>
                    <a:ext uri="{FF2B5EF4-FFF2-40B4-BE49-F238E27FC236}">
                      <a16:creationId xmlns:a16="http://schemas.microsoft.com/office/drawing/2014/main" id="{0BC72A06-3577-44FE-996B-D4F8BEDEF6D3}"/>
                    </a:ext>
                  </a:extLst>
                </p:cNvPr>
                <p:cNvSpPr/>
                <p:nvPr/>
              </p:nvSpPr>
              <p:spPr>
                <a:xfrm>
                  <a:off x="1852798" y="4781264"/>
                  <a:ext cx="80209" cy="55669"/>
                </a:xfrm>
                <a:custGeom>
                  <a:avLst/>
                  <a:gdLst>
                    <a:gd name="connsiteX0" fmla="*/ 24488 w 80209"/>
                    <a:gd name="connsiteY0" fmla="*/ 42386 h 55669"/>
                    <a:gd name="connsiteX1" fmla="*/ 74971 w 80209"/>
                    <a:gd name="connsiteY1" fmla="*/ 55531 h 55669"/>
                    <a:gd name="connsiteX2" fmla="*/ 78495 w 80209"/>
                    <a:gd name="connsiteY2" fmla="*/ 54578 h 55669"/>
                    <a:gd name="connsiteX3" fmla="*/ 80210 w 80209"/>
                    <a:gd name="connsiteY3" fmla="*/ 48863 h 55669"/>
                    <a:gd name="connsiteX4" fmla="*/ 78971 w 80209"/>
                    <a:gd name="connsiteY4" fmla="*/ 0 h 55669"/>
                    <a:gd name="connsiteX5" fmla="*/ 43062 w 80209"/>
                    <a:gd name="connsiteY5" fmla="*/ 10287 h 55669"/>
                    <a:gd name="connsiteX6" fmla="*/ 390 w 80209"/>
                    <a:gd name="connsiteY6" fmla="*/ 7048 h 55669"/>
                    <a:gd name="connsiteX7" fmla="*/ 24488 w 80209"/>
                    <a:gd name="connsiteY7" fmla="*/ 42386 h 55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0209" h="55669">
                      <a:moveTo>
                        <a:pt x="24488" y="42386"/>
                      </a:moveTo>
                      <a:cubicBezTo>
                        <a:pt x="38966" y="52578"/>
                        <a:pt x="57254" y="56483"/>
                        <a:pt x="74971" y="55531"/>
                      </a:cubicBezTo>
                      <a:cubicBezTo>
                        <a:pt x="76209" y="55436"/>
                        <a:pt x="77448" y="55340"/>
                        <a:pt x="78495" y="54578"/>
                      </a:cubicBezTo>
                      <a:cubicBezTo>
                        <a:pt x="80115" y="53340"/>
                        <a:pt x="80210" y="50959"/>
                        <a:pt x="80210" y="48863"/>
                      </a:cubicBezTo>
                      <a:cubicBezTo>
                        <a:pt x="79829" y="32576"/>
                        <a:pt x="79353" y="16288"/>
                        <a:pt x="78971" y="0"/>
                      </a:cubicBezTo>
                      <a:cubicBezTo>
                        <a:pt x="70970" y="10192"/>
                        <a:pt x="56016" y="11049"/>
                        <a:pt x="43062" y="10287"/>
                      </a:cubicBezTo>
                      <a:cubicBezTo>
                        <a:pt x="34775" y="9811"/>
                        <a:pt x="2295" y="857"/>
                        <a:pt x="390" y="7048"/>
                      </a:cubicBezTo>
                      <a:cubicBezTo>
                        <a:pt x="-3039" y="18002"/>
                        <a:pt x="17059" y="37243"/>
                        <a:pt x="24488" y="42386"/>
                      </a:cubicBezTo>
                      <a:close/>
                    </a:path>
                  </a:pathLst>
                </a:custGeom>
                <a:solidFill>
                  <a:srgbClr val="78C4C0">
                    <a:alpha val="4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55" name="Forme libre : forme 9754">
                  <a:extLst>
                    <a:ext uri="{FF2B5EF4-FFF2-40B4-BE49-F238E27FC236}">
                      <a16:creationId xmlns:a16="http://schemas.microsoft.com/office/drawing/2014/main" id="{D2AF8929-643E-43D6-811E-E5B8E67406E8}"/>
                    </a:ext>
                  </a:extLst>
                </p:cNvPr>
                <p:cNvSpPr/>
                <p:nvPr/>
              </p:nvSpPr>
              <p:spPr>
                <a:xfrm>
                  <a:off x="1864832" y="4477607"/>
                  <a:ext cx="278677" cy="168258"/>
                </a:xfrm>
                <a:custGeom>
                  <a:avLst/>
                  <a:gdLst>
                    <a:gd name="connsiteX0" fmla="*/ 1024 w 278677"/>
                    <a:gd name="connsiteY0" fmla="*/ 57340 h 168258"/>
                    <a:gd name="connsiteX1" fmla="*/ 1691 w 278677"/>
                    <a:gd name="connsiteY1" fmla="*/ 80296 h 168258"/>
                    <a:gd name="connsiteX2" fmla="*/ 12835 w 278677"/>
                    <a:gd name="connsiteY2" fmla="*/ 97155 h 168258"/>
                    <a:gd name="connsiteX3" fmla="*/ 159806 w 278677"/>
                    <a:gd name="connsiteY3" fmla="*/ 167735 h 168258"/>
                    <a:gd name="connsiteX4" fmla="*/ 189428 w 278677"/>
                    <a:gd name="connsiteY4" fmla="*/ 168212 h 168258"/>
                    <a:gd name="connsiteX5" fmla="*/ 278678 w 278677"/>
                    <a:gd name="connsiteY5" fmla="*/ 158210 h 168258"/>
                    <a:gd name="connsiteX6" fmla="*/ 74462 w 278677"/>
                    <a:gd name="connsiteY6" fmla="*/ 110109 h 168258"/>
                    <a:gd name="connsiteX7" fmla="*/ 40172 w 278677"/>
                    <a:gd name="connsiteY7" fmla="*/ 86201 h 168258"/>
                    <a:gd name="connsiteX8" fmla="*/ 22265 w 278677"/>
                    <a:gd name="connsiteY8" fmla="*/ 43815 h 168258"/>
                    <a:gd name="connsiteX9" fmla="*/ 20836 w 278677"/>
                    <a:gd name="connsiteY9" fmla="*/ 0 h 168258"/>
                    <a:gd name="connsiteX10" fmla="*/ 1024 w 278677"/>
                    <a:gd name="connsiteY10" fmla="*/ 57340 h 16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8677" h="168258">
                      <a:moveTo>
                        <a:pt x="1024" y="57340"/>
                      </a:moveTo>
                      <a:cubicBezTo>
                        <a:pt x="-119" y="64961"/>
                        <a:pt x="-786" y="72962"/>
                        <a:pt x="1691" y="80296"/>
                      </a:cubicBezTo>
                      <a:cubicBezTo>
                        <a:pt x="3881" y="86773"/>
                        <a:pt x="8263" y="92107"/>
                        <a:pt x="12835" y="97155"/>
                      </a:cubicBezTo>
                      <a:cubicBezTo>
                        <a:pt x="50363" y="138398"/>
                        <a:pt x="104180" y="164306"/>
                        <a:pt x="159806" y="167735"/>
                      </a:cubicBezTo>
                      <a:cubicBezTo>
                        <a:pt x="169616" y="168307"/>
                        <a:pt x="179522" y="168307"/>
                        <a:pt x="189428" y="168212"/>
                      </a:cubicBezTo>
                      <a:cubicBezTo>
                        <a:pt x="219527" y="168021"/>
                        <a:pt x="250103" y="167735"/>
                        <a:pt x="278678" y="158210"/>
                      </a:cubicBezTo>
                      <a:cubicBezTo>
                        <a:pt x="208097" y="158496"/>
                        <a:pt x="137517" y="141922"/>
                        <a:pt x="74462" y="110109"/>
                      </a:cubicBezTo>
                      <a:cubicBezTo>
                        <a:pt x="61984" y="103822"/>
                        <a:pt x="49506" y="96679"/>
                        <a:pt x="40172" y="86201"/>
                      </a:cubicBezTo>
                      <a:cubicBezTo>
                        <a:pt x="29694" y="74390"/>
                        <a:pt x="24265" y="59246"/>
                        <a:pt x="22265" y="43815"/>
                      </a:cubicBezTo>
                      <a:cubicBezTo>
                        <a:pt x="21026" y="34671"/>
                        <a:pt x="26551" y="4953"/>
                        <a:pt x="20836" y="0"/>
                      </a:cubicBezTo>
                      <a:cubicBezTo>
                        <a:pt x="9597" y="15907"/>
                        <a:pt x="3977" y="38290"/>
                        <a:pt x="1024" y="57340"/>
                      </a:cubicBezTo>
                      <a:close/>
                    </a:path>
                  </a:pathLst>
                </a:custGeom>
                <a:solidFill>
                  <a:srgbClr val="78C4C0">
                    <a:alpha val="4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56" name="Forme libre : forme 9755">
                  <a:extLst>
                    <a:ext uri="{FF2B5EF4-FFF2-40B4-BE49-F238E27FC236}">
                      <a16:creationId xmlns:a16="http://schemas.microsoft.com/office/drawing/2014/main" id="{F6BBB477-0C10-4C2C-B393-991418434F71}"/>
                    </a:ext>
                  </a:extLst>
                </p:cNvPr>
                <p:cNvSpPr/>
                <p:nvPr/>
              </p:nvSpPr>
              <p:spPr>
                <a:xfrm>
                  <a:off x="2000539" y="4472911"/>
                  <a:ext cx="64294" cy="65443"/>
                </a:xfrm>
                <a:custGeom>
                  <a:avLst/>
                  <a:gdLst>
                    <a:gd name="connsiteX0" fmla="*/ 52102 w 64294"/>
                    <a:gd name="connsiteY0" fmla="*/ 7648 h 65443"/>
                    <a:gd name="connsiteX1" fmla="*/ 46006 w 64294"/>
                    <a:gd name="connsiteY1" fmla="*/ 314 h 65443"/>
                    <a:gd name="connsiteX2" fmla="*/ 36100 w 64294"/>
                    <a:gd name="connsiteY2" fmla="*/ 3457 h 65443"/>
                    <a:gd name="connsiteX3" fmla="*/ 0 w 64294"/>
                    <a:gd name="connsiteY3" fmla="*/ 44986 h 65443"/>
                    <a:gd name="connsiteX4" fmla="*/ 49149 w 64294"/>
                    <a:gd name="connsiteY4" fmla="*/ 61274 h 65443"/>
                    <a:gd name="connsiteX5" fmla="*/ 64294 w 64294"/>
                    <a:gd name="connsiteY5" fmla="*/ 60321 h 65443"/>
                    <a:gd name="connsiteX6" fmla="*/ 60960 w 64294"/>
                    <a:gd name="connsiteY6" fmla="*/ 35271 h 65443"/>
                    <a:gd name="connsiteX7" fmla="*/ 52102 w 64294"/>
                    <a:gd name="connsiteY7" fmla="*/ 7648 h 65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294" h="65443">
                      <a:moveTo>
                        <a:pt x="52102" y="7648"/>
                      </a:moveTo>
                      <a:cubicBezTo>
                        <a:pt x="50864" y="4600"/>
                        <a:pt x="49149" y="1267"/>
                        <a:pt x="46006" y="314"/>
                      </a:cubicBezTo>
                      <a:cubicBezTo>
                        <a:pt x="42577" y="-829"/>
                        <a:pt x="38957" y="1362"/>
                        <a:pt x="36100" y="3457"/>
                      </a:cubicBezTo>
                      <a:cubicBezTo>
                        <a:pt x="21241" y="14411"/>
                        <a:pt x="8763" y="28794"/>
                        <a:pt x="0" y="44986"/>
                      </a:cubicBezTo>
                      <a:cubicBezTo>
                        <a:pt x="1143" y="42795"/>
                        <a:pt x="44767" y="59655"/>
                        <a:pt x="49149" y="61274"/>
                      </a:cubicBezTo>
                      <a:cubicBezTo>
                        <a:pt x="54769" y="63465"/>
                        <a:pt x="64389" y="69942"/>
                        <a:pt x="64294" y="60321"/>
                      </a:cubicBezTo>
                      <a:cubicBezTo>
                        <a:pt x="64199" y="51939"/>
                        <a:pt x="62770" y="43462"/>
                        <a:pt x="60960" y="35271"/>
                      </a:cubicBezTo>
                      <a:cubicBezTo>
                        <a:pt x="58769" y="25841"/>
                        <a:pt x="55817" y="16602"/>
                        <a:pt x="52102" y="7648"/>
                      </a:cubicBezTo>
                      <a:close/>
                    </a:path>
                  </a:pathLst>
                </a:custGeom>
                <a:solidFill>
                  <a:srgbClr val="78C4C0">
                    <a:alpha val="4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57" name="Forme libre : forme 9756">
                  <a:extLst>
                    <a:ext uri="{FF2B5EF4-FFF2-40B4-BE49-F238E27FC236}">
                      <a16:creationId xmlns:a16="http://schemas.microsoft.com/office/drawing/2014/main" id="{E1658C49-3C4D-4DA9-9DFD-C96F189AF995}"/>
                    </a:ext>
                  </a:extLst>
                </p:cNvPr>
                <p:cNvSpPr/>
                <p:nvPr/>
              </p:nvSpPr>
              <p:spPr>
                <a:xfrm>
                  <a:off x="2170491" y="4471788"/>
                  <a:ext cx="57082" cy="152408"/>
                </a:xfrm>
                <a:custGeom>
                  <a:avLst/>
                  <a:gdLst>
                    <a:gd name="connsiteX0" fmla="*/ 43027 w 57082"/>
                    <a:gd name="connsiteY0" fmla="*/ 26392 h 152408"/>
                    <a:gd name="connsiteX1" fmla="*/ 56362 w 57082"/>
                    <a:gd name="connsiteY1" fmla="*/ 79351 h 152408"/>
                    <a:gd name="connsiteX2" fmla="*/ 32359 w 57082"/>
                    <a:gd name="connsiteY2" fmla="*/ 129262 h 152408"/>
                    <a:gd name="connsiteX3" fmla="*/ 11785 w 57082"/>
                    <a:gd name="connsiteY3" fmla="*/ 152408 h 152408"/>
                    <a:gd name="connsiteX4" fmla="*/ 5975 w 57082"/>
                    <a:gd name="connsiteY4" fmla="*/ 143931 h 152408"/>
                    <a:gd name="connsiteX5" fmla="*/ 3118 w 57082"/>
                    <a:gd name="connsiteY5" fmla="*/ 141073 h 152408"/>
                    <a:gd name="connsiteX6" fmla="*/ 2927 w 57082"/>
                    <a:gd name="connsiteY6" fmla="*/ 138311 h 152408"/>
                    <a:gd name="connsiteX7" fmla="*/ 9880 w 57082"/>
                    <a:gd name="connsiteY7" fmla="*/ 102211 h 152408"/>
                    <a:gd name="connsiteX8" fmla="*/ 5594 w 57082"/>
                    <a:gd name="connsiteY8" fmla="*/ 37346 h 152408"/>
                    <a:gd name="connsiteX9" fmla="*/ 2546 w 57082"/>
                    <a:gd name="connsiteY9" fmla="*/ 20963 h 152408"/>
                    <a:gd name="connsiteX10" fmla="*/ 70 w 57082"/>
                    <a:gd name="connsiteY10" fmla="*/ 5247 h 152408"/>
                    <a:gd name="connsiteX11" fmla="*/ 19501 w 57082"/>
                    <a:gd name="connsiteY11" fmla="*/ 6675 h 152408"/>
                    <a:gd name="connsiteX12" fmla="*/ 43027 w 57082"/>
                    <a:gd name="connsiteY12" fmla="*/ 26392 h 152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7082" h="152408">
                      <a:moveTo>
                        <a:pt x="43027" y="26392"/>
                      </a:moveTo>
                      <a:cubicBezTo>
                        <a:pt x="54648" y="41061"/>
                        <a:pt x="58934" y="60873"/>
                        <a:pt x="56362" y="79351"/>
                      </a:cubicBezTo>
                      <a:cubicBezTo>
                        <a:pt x="53791" y="97925"/>
                        <a:pt x="44742" y="115165"/>
                        <a:pt x="32359" y="129262"/>
                      </a:cubicBezTo>
                      <a:cubicBezTo>
                        <a:pt x="25501" y="136977"/>
                        <a:pt x="17691" y="143931"/>
                        <a:pt x="11785" y="152408"/>
                      </a:cubicBezTo>
                      <a:cubicBezTo>
                        <a:pt x="10833" y="149074"/>
                        <a:pt x="8737" y="146026"/>
                        <a:pt x="5975" y="143931"/>
                      </a:cubicBezTo>
                      <a:cubicBezTo>
                        <a:pt x="4927" y="143074"/>
                        <a:pt x="3594" y="142312"/>
                        <a:pt x="3118" y="141073"/>
                      </a:cubicBezTo>
                      <a:cubicBezTo>
                        <a:pt x="2736" y="140216"/>
                        <a:pt x="2832" y="139168"/>
                        <a:pt x="2927" y="138311"/>
                      </a:cubicBezTo>
                      <a:cubicBezTo>
                        <a:pt x="3975" y="126119"/>
                        <a:pt x="7975" y="114403"/>
                        <a:pt x="9880" y="102211"/>
                      </a:cubicBezTo>
                      <a:cubicBezTo>
                        <a:pt x="13214" y="80494"/>
                        <a:pt x="9499" y="58587"/>
                        <a:pt x="5594" y="37346"/>
                      </a:cubicBezTo>
                      <a:cubicBezTo>
                        <a:pt x="4546" y="31917"/>
                        <a:pt x="3499" y="26392"/>
                        <a:pt x="2546" y="20963"/>
                      </a:cubicBezTo>
                      <a:cubicBezTo>
                        <a:pt x="1689" y="16296"/>
                        <a:pt x="-407" y="10009"/>
                        <a:pt x="70" y="5247"/>
                      </a:cubicBezTo>
                      <a:cubicBezTo>
                        <a:pt x="1308" y="-5898"/>
                        <a:pt x="14643" y="3723"/>
                        <a:pt x="19501" y="6675"/>
                      </a:cubicBezTo>
                      <a:cubicBezTo>
                        <a:pt x="28264" y="11914"/>
                        <a:pt x="36646" y="18201"/>
                        <a:pt x="43027" y="26392"/>
                      </a:cubicBezTo>
                      <a:close/>
                    </a:path>
                  </a:pathLst>
                </a:custGeom>
                <a:solidFill>
                  <a:srgbClr val="78C4C0">
                    <a:alpha val="4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58" name="Forme libre : forme 9757">
                  <a:extLst>
                    <a:ext uri="{FF2B5EF4-FFF2-40B4-BE49-F238E27FC236}">
                      <a16:creationId xmlns:a16="http://schemas.microsoft.com/office/drawing/2014/main" id="{B446B475-EEB2-428B-ABE0-CAB05E9FB807}"/>
                    </a:ext>
                  </a:extLst>
                </p:cNvPr>
                <p:cNvSpPr/>
                <p:nvPr/>
              </p:nvSpPr>
              <p:spPr>
                <a:xfrm>
                  <a:off x="1974940" y="4616943"/>
                  <a:ext cx="332209" cy="137642"/>
                </a:xfrm>
                <a:custGeom>
                  <a:avLst/>
                  <a:gdLst>
                    <a:gd name="connsiteX0" fmla="*/ 2549 w 332209"/>
                    <a:gd name="connsiteY0" fmla="*/ 68785 h 137642"/>
                    <a:gd name="connsiteX1" fmla="*/ 23980 w 332209"/>
                    <a:gd name="connsiteY1" fmla="*/ 105933 h 137642"/>
                    <a:gd name="connsiteX2" fmla="*/ 69510 w 332209"/>
                    <a:gd name="connsiteY2" fmla="*/ 128888 h 137642"/>
                    <a:gd name="connsiteX3" fmla="*/ 133613 w 332209"/>
                    <a:gd name="connsiteY3" fmla="*/ 137556 h 137642"/>
                    <a:gd name="connsiteX4" fmla="*/ 244484 w 332209"/>
                    <a:gd name="connsiteY4" fmla="*/ 109457 h 137642"/>
                    <a:gd name="connsiteX5" fmla="*/ 281727 w 332209"/>
                    <a:gd name="connsiteY5" fmla="*/ 84882 h 137642"/>
                    <a:gd name="connsiteX6" fmla="*/ 314493 w 332209"/>
                    <a:gd name="connsiteY6" fmla="*/ 41448 h 137642"/>
                    <a:gd name="connsiteX7" fmla="*/ 332210 w 332209"/>
                    <a:gd name="connsiteY7" fmla="*/ 110 h 137642"/>
                    <a:gd name="connsiteX8" fmla="*/ 314588 w 332209"/>
                    <a:gd name="connsiteY8" fmla="*/ 13540 h 137642"/>
                    <a:gd name="connsiteX9" fmla="*/ 278012 w 332209"/>
                    <a:gd name="connsiteY9" fmla="*/ 53164 h 137642"/>
                    <a:gd name="connsiteX10" fmla="*/ 248675 w 332209"/>
                    <a:gd name="connsiteY10" fmla="*/ 75262 h 137642"/>
                    <a:gd name="connsiteX11" fmla="*/ 212861 w 332209"/>
                    <a:gd name="connsiteY11" fmla="*/ 88216 h 137642"/>
                    <a:gd name="connsiteX12" fmla="*/ 94180 w 332209"/>
                    <a:gd name="connsiteY12" fmla="*/ 92883 h 137642"/>
                    <a:gd name="connsiteX13" fmla="*/ 2549 w 332209"/>
                    <a:gd name="connsiteY13" fmla="*/ 68785 h 13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2209" h="137642">
                      <a:moveTo>
                        <a:pt x="2549" y="68785"/>
                      </a:moveTo>
                      <a:cubicBezTo>
                        <a:pt x="-7262" y="72690"/>
                        <a:pt x="13693" y="98408"/>
                        <a:pt x="23980" y="105933"/>
                      </a:cubicBezTo>
                      <a:cubicBezTo>
                        <a:pt x="38839" y="116886"/>
                        <a:pt x="52365" y="122316"/>
                        <a:pt x="69510" y="128888"/>
                      </a:cubicBezTo>
                      <a:cubicBezTo>
                        <a:pt x="87893" y="135936"/>
                        <a:pt x="113992" y="138127"/>
                        <a:pt x="133613" y="137556"/>
                      </a:cubicBezTo>
                      <a:cubicBezTo>
                        <a:pt x="172094" y="136508"/>
                        <a:pt x="209908" y="126316"/>
                        <a:pt x="244484" y="109457"/>
                      </a:cubicBezTo>
                      <a:cubicBezTo>
                        <a:pt x="256962" y="103361"/>
                        <a:pt x="271440" y="94312"/>
                        <a:pt x="281727" y="84882"/>
                      </a:cubicBezTo>
                      <a:cubicBezTo>
                        <a:pt x="296586" y="71262"/>
                        <a:pt x="304396" y="58974"/>
                        <a:pt x="314493" y="41448"/>
                      </a:cubicBezTo>
                      <a:cubicBezTo>
                        <a:pt x="322018" y="28399"/>
                        <a:pt x="329638" y="14969"/>
                        <a:pt x="332210" y="110"/>
                      </a:cubicBezTo>
                      <a:cubicBezTo>
                        <a:pt x="324494" y="-1033"/>
                        <a:pt x="318874" y="6968"/>
                        <a:pt x="314588" y="13540"/>
                      </a:cubicBezTo>
                      <a:cubicBezTo>
                        <a:pt x="304682" y="28590"/>
                        <a:pt x="291443" y="41163"/>
                        <a:pt x="278012" y="53164"/>
                      </a:cubicBezTo>
                      <a:cubicBezTo>
                        <a:pt x="268868" y="61356"/>
                        <a:pt x="259438" y="69357"/>
                        <a:pt x="248675" y="75262"/>
                      </a:cubicBezTo>
                      <a:cubicBezTo>
                        <a:pt x="237531" y="81358"/>
                        <a:pt x="225148" y="85073"/>
                        <a:pt x="212861" y="88216"/>
                      </a:cubicBezTo>
                      <a:cubicBezTo>
                        <a:pt x="174095" y="97932"/>
                        <a:pt x="133042" y="102218"/>
                        <a:pt x="94180" y="92883"/>
                      </a:cubicBezTo>
                      <a:cubicBezTo>
                        <a:pt x="63319" y="85549"/>
                        <a:pt x="34267" y="69738"/>
                        <a:pt x="2549" y="68785"/>
                      </a:cubicBezTo>
                    </a:path>
                  </a:pathLst>
                </a:custGeom>
                <a:solidFill>
                  <a:srgbClr val="78C4C0">
                    <a:alpha val="4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59" name="Forme libre : forme 9758">
                  <a:extLst>
                    <a:ext uri="{FF2B5EF4-FFF2-40B4-BE49-F238E27FC236}">
                      <a16:creationId xmlns:a16="http://schemas.microsoft.com/office/drawing/2014/main" id="{CDFA5AE7-B1DE-4027-8F7A-E0956D16601D}"/>
                    </a:ext>
                  </a:extLst>
                </p:cNvPr>
                <p:cNvSpPr/>
                <p:nvPr/>
              </p:nvSpPr>
              <p:spPr>
                <a:xfrm>
                  <a:off x="1950875" y="4809154"/>
                  <a:ext cx="167684" cy="68555"/>
                </a:xfrm>
                <a:custGeom>
                  <a:avLst/>
                  <a:gdLst>
                    <a:gd name="connsiteX0" fmla="*/ 11374 w 167684"/>
                    <a:gd name="connsiteY0" fmla="*/ 32879 h 68555"/>
                    <a:gd name="connsiteX1" fmla="*/ 30424 w 167684"/>
                    <a:gd name="connsiteY1" fmla="*/ 51262 h 68555"/>
                    <a:gd name="connsiteX2" fmla="*/ 51950 w 167684"/>
                    <a:gd name="connsiteY2" fmla="*/ 64883 h 68555"/>
                    <a:gd name="connsiteX3" fmla="*/ 103671 w 167684"/>
                    <a:gd name="connsiteY3" fmla="*/ 64121 h 68555"/>
                    <a:gd name="connsiteX4" fmla="*/ 146152 w 167684"/>
                    <a:gd name="connsiteY4" fmla="*/ 47643 h 68555"/>
                    <a:gd name="connsiteX5" fmla="*/ 162821 w 167684"/>
                    <a:gd name="connsiteY5" fmla="*/ 30498 h 68555"/>
                    <a:gd name="connsiteX6" fmla="*/ 167108 w 167684"/>
                    <a:gd name="connsiteY6" fmla="*/ 7352 h 68555"/>
                    <a:gd name="connsiteX7" fmla="*/ 165679 w 167684"/>
                    <a:gd name="connsiteY7" fmla="*/ 3542 h 68555"/>
                    <a:gd name="connsiteX8" fmla="*/ 157868 w 167684"/>
                    <a:gd name="connsiteY8" fmla="*/ 18 h 68555"/>
                    <a:gd name="connsiteX9" fmla="*/ 137866 w 167684"/>
                    <a:gd name="connsiteY9" fmla="*/ 5161 h 68555"/>
                    <a:gd name="connsiteX10" fmla="*/ 109767 w 167684"/>
                    <a:gd name="connsiteY10" fmla="*/ 10019 h 68555"/>
                    <a:gd name="connsiteX11" fmla="*/ 71286 w 167684"/>
                    <a:gd name="connsiteY11" fmla="*/ 12686 h 68555"/>
                    <a:gd name="connsiteX12" fmla="*/ 48617 w 167684"/>
                    <a:gd name="connsiteY12" fmla="*/ 12305 h 68555"/>
                    <a:gd name="connsiteX13" fmla="*/ 26138 w 167684"/>
                    <a:gd name="connsiteY13" fmla="*/ 5257 h 68555"/>
                    <a:gd name="connsiteX14" fmla="*/ 3563 w 167684"/>
                    <a:gd name="connsiteY14" fmla="*/ 970 h 68555"/>
                    <a:gd name="connsiteX15" fmla="*/ 11374 w 167684"/>
                    <a:gd name="connsiteY15" fmla="*/ 32879 h 68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7684" h="68555">
                      <a:moveTo>
                        <a:pt x="11374" y="32879"/>
                      </a:moveTo>
                      <a:cubicBezTo>
                        <a:pt x="16803" y="39927"/>
                        <a:pt x="23566" y="45738"/>
                        <a:pt x="30424" y="51262"/>
                      </a:cubicBezTo>
                      <a:cubicBezTo>
                        <a:pt x="37091" y="56596"/>
                        <a:pt x="44045" y="61740"/>
                        <a:pt x="51950" y="64883"/>
                      </a:cubicBezTo>
                      <a:cubicBezTo>
                        <a:pt x="68238" y="71265"/>
                        <a:pt x="86621" y="68217"/>
                        <a:pt x="103671" y="64121"/>
                      </a:cubicBezTo>
                      <a:cubicBezTo>
                        <a:pt x="118530" y="60597"/>
                        <a:pt x="133484" y="56120"/>
                        <a:pt x="146152" y="47643"/>
                      </a:cubicBezTo>
                      <a:cubicBezTo>
                        <a:pt x="152820" y="43166"/>
                        <a:pt x="158821" y="37546"/>
                        <a:pt x="162821" y="30498"/>
                      </a:cubicBezTo>
                      <a:cubicBezTo>
                        <a:pt x="166822" y="23544"/>
                        <a:pt x="168727" y="15162"/>
                        <a:pt x="167108" y="7352"/>
                      </a:cubicBezTo>
                      <a:cubicBezTo>
                        <a:pt x="166822" y="6018"/>
                        <a:pt x="166441" y="4685"/>
                        <a:pt x="165679" y="3542"/>
                      </a:cubicBezTo>
                      <a:cubicBezTo>
                        <a:pt x="163964" y="1066"/>
                        <a:pt x="160821" y="113"/>
                        <a:pt x="157868" y="18"/>
                      </a:cubicBezTo>
                      <a:cubicBezTo>
                        <a:pt x="150915" y="-268"/>
                        <a:pt x="144438" y="2970"/>
                        <a:pt x="137866" y="5161"/>
                      </a:cubicBezTo>
                      <a:cubicBezTo>
                        <a:pt x="128817" y="8209"/>
                        <a:pt x="119292" y="9257"/>
                        <a:pt x="109767" y="10019"/>
                      </a:cubicBezTo>
                      <a:cubicBezTo>
                        <a:pt x="96908" y="11162"/>
                        <a:pt x="84145" y="11924"/>
                        <a:pt x="71286" y="12686"/>
                      </a:cubicBezTo>
                      <a:cubicBezTo>
                        <a:pt x="63761" y="13162"/>
                        <a:pt x="56046" y="13543"/>
                        <a:pt x="48617" y="12305"/>
                      </a:cubicBezTo>
                      <a:cubicBezTo>
                        <a:pt x="40806" y="11067"/>
                        <a:pt x="33472" y="8019"/>
                        <a:pt x="26138" y="5257"/>
                      </a:cubicBezTo>
                      <a:cubicBezTo>
                        <a:pt x="20327" y="3161"/>
                        <a:pt x="9755" y="-1982"/>
                        <a:pt x="3563" y="970"/>
                      </a:cubicBezTo>
                      <a:cubicBezTo>
                        <a:pt x="-6438" y="5733"/>
                        <a:pt x="7373" y="27735"/>
                        <a:pt x="11374" y="32879"/>
                      </a:cubicBezTo>
                      <a:close/>
                    </a:path>
                  </a:pathLst>
                </a:custGeom>
                <a:solidFill>
                  <a:srgbClr val="78C4C0">
                    <a:alpha val="4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60" name="Forme libre : forme 9759">
                  <a:extLst>
                    <a:ext uri="{FF2B5EF4-FFF2-40B4-BE49-F238E27FC236}">
                      <a16:creationId xmlns:a16="http://schemas.microsoft.com/office/drawing/2014/main" id="{D0F8E225-E645-44FB-AE4E-136D4C6AE952}"/>
                    </a:ext>
                  </a:extLst>
                </p:cNvPr>
                <p:cNvSpPr/>
                <p:nvPr/>
              </p:nvSpPr>
              <p:spPr>
                <a:xfrm>
                  <a:off x="2114554" y="4795519"/>
                  <a:ext cx="126880" cy="80555"/>
                </a:xfrm>
                <a:custGeom>
                  <a:avLst/>
                  <a:gdLst>
                    <a:gd name="connsiteX0" fmla="*/ 0 w 126880"/>
                    <a:gd name="connsiteY0" fmla="*/ 76232 h 80555"/>
                    <a:gd name="connsiteX1" fmla="*/ 90011 w 126880"/>
                    <a:gd name="connsiteY1" fmla="*/ 58325 h 80555"/>
                    <a:gd name="connsiteX2" fmla="*/ 101346 w 126880"/>
                    <a:gd name="connsiteY2" fmla="*/ 47562 h 80555"/>
                    <a:gd name="connsiteX3" fmla="*/ 118777 w 126880"/>
                    <a:gd name="connsiteY3" fmla="*/ 27464 h 80555"/>
                    <a:gd name="connsiteX4" fmla="*/ 126873 w 126880"/>
                    <a:gd name="connsiteY4" fmla="*/ 2509 h 80555"/>
                    <a:gd name="connsiteX5" fmla="*/ 126397 w 126880"/>
                    <a:gd name="connsiteY5" fmla="*/ 604 h 80555"/>
                    <a:gd name="connsiteX6" fmla="*/ 124206 w 126880"/>
                    <a:gd name="connsiteY6" fmla="*/ 32 h 80555"/>
                    <a:gd name="connsiteX7" fmla="*/ 101917 w 126880"/>
                    <a:gd name="connsiteY7" fmla="*/ 10986 h 80555"/>
                    <a:gd name="connsiteX8" fmla="*/ 51625 w 126880"/>
                    <a:gd name="connsiteY8" fmla="*/ 27940 h 80555"/>
                    <a:gd name="connsiteX9" fmla="*/ 33052 w 126880"/>
                    <a:gd name="connsiteY9" fmla="*/ 30417 h 80555"/>
                    <a:gd name="connsiteX10" fmla="*/ 20098 w 126880"/>
                    <a:gd name="connsiteY10" fmla="*/ 51467 h 80555"/>
                    <a:gd name="connsiteX11" fmla="*/ 0 w 126880"/>
                    <a:gd name="connsiteY11" fmla="*/ 76232 h 8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6880" h="80555">
                      <a:moveTo>
                        <a:pt x="0" y="76232"/>
                      </a:moveTo>
                      <a:cubicBezTo>
                        <a:pt x="30385" y="85948"/>
                        <a:pt x="65627" y="78995"/>
                        <a:pt x="90011" y="58325"/>
                      </a:cubicBezTo>
                      <a:cubicBezTo>
                        <a:pt x="94012" y="54991"/>
                        <a:pt x="97631" y="51277"/>
                        <a:pt x="101346" y="47562"/>
                      </a:cubicBezTo>
                      <a:cubicBezTo>
                        <a:pt x="107632" y="41275"/>
                        <a:pt x="113919" y="34894"/>
                        <a:pt x="118777" y="27464"/>
                      </a:cubicBezTo>
                      <a:cubicBezTo>
                        <a:pt x="123634" y="20035"/>
                        <a:pt x="127063" y="11367"/>
                        <a:pt x="126873" y="2509"/>
                      </a:cubicBezTo>
                      <a:cubicBezTo>
                        <a:pt x="126873" y="1842"/>
                        <a:pt x="126778" y="1080"/>
                        <a:pt x="126397" y="604"/>
                      </a:cubicBezTo>
                      <a:cubicBezTo>
                        <a:pt x="125921" y="32"/>
                        <a:pt x="125063" y="-63"/>
                        <a:pt x="124206" y="32"/>
                      </a:cubicBezTo>
                      <a:cubicBezTo>
                        <a:pt x="115824" y="413"/>
                        <a:pt x="108871" y="6223"/>
                        <a:pt x="101917" y="10986"/>
                      </a:cubicBezTo>
                      <a:cubicBezTo>
                        <a:pt x="87154" y="21178"/>
                        <a:pt x="69532" y="26988"/>
                        <a:pt x="51625" y="27940"/>
                      </a:cubicBezTo>
                      <a:cubicBezTo>
                        <a:pt x="45910" y="28226"/>
                        <a:pt x="37814" y="26321"/>
                        <a:pt x="33052" y="30417"/>
                      </a:cubicBezTo>
                      <a:cubicBezTo>
                        <a:pt x="27337" y="35275"/>
                        <a:pt x="24289" y="45276"/>
                        <a:pt x="20098" y="51467"/>
                      </a:cubicBezTo>
                      <a:cubicBezTo>
                        <a:pt x="14192" y="60421"/>
                        <a:pt x="7429" y="68612"/>
                        <a:pt x="0" y="76232"/>
                      </a:cubicBezTo>
                      <a:close/>
                    </a:path>
                  </a:pathLst>
                </a:custGeom>
                <a:solidFill>
                  <a:srgbClr val="78C4C0">
                    <a:alpha val="4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61" name="Forme libre : forme 9760">
                  <a:extLst>
                    <a:ext uri="{FF2B5EF4-FFF2-40B4-BE49-F238E27FC236}">
                      <a16:creationId xmlns:a16="http://schemas.microsoft.com/office/drawing/2014/main" id="{3ED00A54-88A0-4529-BA83-D5CDBC743C1D}"/>
                    </a:ext>
                  </a:extLst>
                </p:cNvPr>
                <p:cNvSpPr/>
                <p:nvPr/>
              </p:nvSpPr>
              <p:spPr>
                <a:xfrm>
                  <a:off x="2262668" y="4706412"/>
                  <a:ext cx="78964" cy="87424"/>
                </a:xfrm>
                <a:custGeom>
                  <a:avLst/>
                  <a:gdLst>
                    <a:gd name="connsiteX0" fmla="*/ 0 w 78964"/>
                    <a:gd name="connsiteY0" fmla="*/ 40276 h 87424"/>
                    <a:gd name="connsiteX1" fmla="*/ 2191 w 78964"/>
                    <a:gd name="connsiteY1" fmla="*/ 54658 h 87424"/>
                    <a:gd name="connsiteX2" fmla="*/ 2857 w 78964"/>
                    <a:gd name="connsiteY2" fmla="*/ 87424 h 87424"/>
                    <a:gd name="connsiteX3" fmla="*/ 45434 w 78964"/>
                    <a:gd name="connsiteY3" fmla="*/ 70660 h 87424"/>
                    <a:gd name="connsiteX4" fmla="*/ 67151 w 78964"/>
                    <a:gd name="connsiteY4" fmla="*/ 51610 h 87424"/>
                    <a:gd name="connsiteX5" fmla="*/ 74009 w 78964"/>
                    <a:gd name="connsiteY5" fmla="*/ 35703 h 87424"/>
                    <a:gd name="connsiteX6" fmla="*/ 78962 w 78964"/>
                    <a:gd name="connsiteY6" fmla="*/ 13034 h 87424"/>
                    <a:gd name="connsiteX7" fmla="*/ 76581 w 78964"/>
                    <a:gd name="connsiteY7" fmla="*/ 3890 h 87424"/>
                    <a:gd name="connsiteX8" fmla="*/ 68389 w 78964"/>
                    <a:gd name="connsiteY8" fmla="*/ 175 h 87424"/>
                    <a:gd name="connsiteX9" fmla="*/ 63246 w 78964"/>
                    <a:gd name="connsiteY9" fmla="*/ 3224 h 87424"/>
                    <a:gd name="connsiteX10" fmla="*/ 42386 w 78964"/>
                    <a:gd name="connsiteY10" fmla="*/ 20654 h 87424"/>
                    <a:gd name="connsiteX11" fmla="*/ 7429 w 78964"/>
                    <a:gd name="connsiteY11" fmla="*/ 39704 h 87424"/>
                    <a:gd name="connsiteX12" fmla="*/ 0 w 78964"/>
                    <a:gd name="connsiteY12" fmla="*/ 40276 h 87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8964" h="87424">
                      <a:moveTo>
                        <a:pt x="0" y="40276"/>
                      </a:moveTo>
                      <a:cubicBezTo>
                        <a:pt x="762" y="45038"/>
                        <a:pt x="1429" y="49896"/>
                        <a:pt x="2191" y="54658"/>
                      </a:cubicBezTo>
                      <a:cubicBezTo>
                        <a:pt x="3905" y="65517"/>
                        <a:pt x="5524" y="76757"/>
                        <a:pt x="2857" y="87424"/>
                      </a:cubicBezTo>
                      <a:cubicBezTo>
                        <a:pt x="18097" y="85615"/>
                        <a:pt x="32290" y="78661"/>
                        <a:pt x="45434" y="70660"/>
                      </a:cubicBezTo>
                      <a:cubicBezTo>
                        <a:pt x="53721" y="65612"/>
                        <a:pt x="62008" y="59802"/>
                        <a:pt x="67151" y="51610"/>
                      </a:cubicBezTo>
                      <a:cubicBezTo>
                        <a:pt x="70199" y="46753"/>
                        <a:pt x="72104" y="41228"/>
                        <a:pt x="74009" y="35703"/>
                      </a:cubicBezTo>
                      <a:cubicBezTo>
                        <a:pt x="76486" y="28369"/>
                        <a:pt x="79057" y="20845"/>
                        <a:pt x="78962" y="13034"/>
                      </a:cubicBezTo>
                      <a:cubicBezTo>
                        <a:pt x="78962" y="9796"/>
                        <a:pt x="78391" y="6557"/>
                        <a:pt x="76581" y="3890"/>
                      </a:cubicBezTo>
                      <a:cubicBezTo>
                        <a:pt x="74771" y="1223"/>
                        <a:pt x="71533" y="-587"/>
                        <a:pt x="68389" y="175"/>
                      </a:cubicBezTo>
                      <a:cubicBezTo>
                        <a:pt x="66389" y="652"/>
                        <a:pt x="64770" y="1985"/>
                        <a:pt x="63246" y="3224"/>
                      </a:cubicBezTo>
                      <a:cubicBezTo>
                        <a:pt x="56293" y="9034"/>
                        <a:pt x="49339" y="14844"/>
                        <a:pt x="42386" y="20654"/>
                      </a:cubicBezTo>
                      <a:cubicBezTo>
                        <a:pt x="32004" y="29322"/>
                        <a:pt x="20860" y="38371"/>
                        <a:pt x="7429" y="39704"/>
                      </a:cubicBezTo>
                      <a:cubicBezTo>
                        <a:pt x="4953" y="39609"/>
                        <a:pt x="2572" y="40276"/>
                        <a:pt x="0" y="40276"/>
                      </a:cubicBezTo>
                      <a:close/>
                    </a:path>
                  </a:pathLst>
                </a:custGeom>
                <a:solidFill>
                  <a:srgbClr val="78C4C0">
                    <a:alpha val="4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62" name="Forme libre : forme 9761">
                  <a:extLst>
                    <a:ext uri="{FF2B5EF4-FFF2-40B4-BE49-F238E27FC236}">
                      <a16:creationId xmlns:a16="http://schemas.microsoft.com/office/drawing/2014/main" id="{D39CAF29-7C86-48A3-BA5A-17CAFDA65A95}"/>
                    </a:ext>
                  </a:extLst>
                </p:cNvPr>
                <p:cNvSpPr/>
                <p:nvPr/>
              </p:nvSpPr>
              <p:spPr>
                <a:xfrm>
                  <a:off x="2163798" y="4392930"/>
                  <a:ext cx="88677" cy="82867"/>
                </a:xfrm>
                <a:custGeom>
                  <a:avLst/>
                  <a:gdLst>
                    <a:gd name="connsiteX0" fmla="*/ 0 w 88677"/>
                    <a:gd name="connsiteY0" fmla="*/ 0 h 82867"/>
                    <a:gd name="connsiteX1" fmla="*/ 88678 w 88677"/>
                    <a:gd name="connsiteY1" fmla="*/ 82867 h 82867"/>
                    <a:gd name="connsiteX2" fmla="*/ 0 w 88677"/>
                    <a:gd name="connsiteY2" fmla="*/ 0 h 8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8677" h="82867">
                      <a:moveTo>
                        <a:pt x="0" y="0"/>
                      </a:moveTo>
                      <a:cubicBezTo>
                        <a:pt x="0" y="0"/>
                        <a:pt x="81344" y="6858"/>
                        <a:pt x="88678" y="82867"/>
                      </a:cubicBezTo>
                      <a:cubicBezTo>
                        <a:pt x="88678" y="82867"/>
                        <a:pt x="68104" y="179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63" name="Forme libre : forme 9762">
                  <a:extLst>
                    <a:ext uri="{FF2B5EF4-FFF2-40B4-BE49-F238E27FC236}">
                      <a16:creationId xmlns:a16="http://schemas.microsoft.com/office/drawing/2014/main" id="{E9CE0612-2752-4E43-8D57-B988A6E36402}"/>
                    </a:ext>
                  </a:extLst>
                </p:cNvPr>
                <p:cNvSpPr/>
                <p:nvPr/>
              </p:nvSpPr>
              <p:spPr>
                <a:xfrm>
                  <a:off x="1892431" y="4424499"/>
                  <a:ext cx="102995" cy="43297"/>
                </a:xfrm>
                <a:custGeom>
                  <a:avLst/>
                  <a:gdLst>
                    <a:gd name="connsiteX0" fmla="*/ 102965 w 102995"/>
                    <a:gd name="connsiteY0" fmla="*/ 54 h 43297"/>
                    <a:gd name="connsiteX1" fmla="*/ 0 w 102995"/>
                    <a:gd name="connsiteY1" fmla="*/ 43297 h 43297"/>
                    <a:gd name="connsiteX2" fmla="*/ 102965 w 102995"/>
                    <a:gd name="connsiteY2" fmla="*/ 54 h 43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2995" h="43297">
                      <a:moveTo>
                        <a:pt x="102965" y="54"/>
                      </a:moveTo>
                      <a:cubicBezTo>
                        <a:pt x="104584" y="-41"/>
                        <a:pt x="41719" y="-2613"/>
                        <a:pt x="0" y="43297"/>
                      </a:cubicBezTo>
                      <a:cubicBezTo>
                        <a:pt x="0" y="43393"/>
                        <a:pt x="50673" y="2244"/>
                        <a:pt x="102965" y="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64" name="Forme libre : forme 9763">
                  <a:extLst>
                    <a:ext uri="{FF2B5EF4-FFF2-40B4-BE49-F238E27FC236}">
                      <a16:creationId xmlns:a16="http://schemas.microsoft.com/office/drawing/2014/main" id="{A762FFEF-D4C5-461A-8164-86AC8DFB80E1}"/>
                    </a:ext>
                  </a:extLst>
                </p:cNvPr>
                <p:cNvSpPr/>
                <p:nvPr/>
              </p:nvSpPr>
              <p:spPr>
                <a:xfrm>
                  <a:off x="2037592" y="4587144"/>
                  <a:ext cx="219646" cy="90265"/>
                </a:xfrm>
                <a:custGeom>
                  <a:avLst/>
                  <a:gdLst>
                    <a:gd name="connsiteX0" fmla="*/ 0 w 219646"/>
                    <a:gd name="connsiteY0" fmla="*/ 84487 h 90265"/>
                    <a:gd name="connsiteX1" fmla="*/ 219646 w 219646"/>
                    <a:gd name="connsiteY1" fmla="*/ 0 h 90265"/>
                    <a:gd name="connsiteX2" fmla="*/ 0 w 219646"/>
                    <a:gd name="connsiteY2" fmla="*/ 84487 h 90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9646" h="90265">
                      <a:moveTo>
                        <a:pt x="0" y="84487"/>
                      </a:moveTo>
                      <a:cubicBezTo>
                        <a:pt x="0" y="84487"/>
                        <a:pt x="124587" y="116681"/>
                        <a:pt x="219646" y="0"/>
                      </a:cubicBezTo>
                      <a:cubicBezTo>
                        <a:pt x="219646" y="0"/>
                        <a:pt x="149923" y="117253"/>
                        <a:pt x="0" y="844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65" name="Forme libre : forme 9764">
                  <a:extLst>
                    <a:ext uri="{FF2B5EF4-FFF2-40B4-BE49-F238E27FC236}">
                      <a16:creationId xmlns:a16="http://schemas.microsoft.com/office/drawing/2014/main" id="{CB43F2C4-16B4-48B7-87D0-DEF68D3F1DC4}"/>
                    </a:ext>
                  </a:extLst>
                </p:cNvPr>
                <p:cNvSpPr/>
                <p:nvPr/>
              </p:nvSpPr>
              <p:spPr>
                <a:xfrm>
                  <a:off x="2322675" y="4654772"/>
                  <a:ext cx="19190" cy="87344"/>
                </a:xfrm>
                <a:custGeom>
                  <a:avLst/>
                  <a:gdLst>
                    <a:gd name="connsiteX0" fmla="*/ 0 w 19190"/>
                    <a:gd name="connsiteY0" fmla="*/ 0 h 87344"/>
                    <a:gd name="connsiteX1" fmla="*/ 14002 w 19190"/>
                    <a:gd name="connsiteY1" fmla="*/ 87344 h 87344"/>
                    <a:gd name="connsiteX2" fmla="*/ 0 w 19190"/>
                    <a:gd name="connsiteY2" fmla="*/ 0 h 87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190" h="87344">
                      <a:moveTo>
                        <a:pt x="0" y="0"/>
                      </a:moveTo>
                      <a:cubicBezTo>
                        <a:pt x="0" y="0"/>
                        <a:pt x="31242" y="31052"/>
                        <a:pt x="14002" y="87344"/>
                      </a:cubicBezTo>
                      <a:cubicBezTo>
                        <a:pt x="14097" y="87344"/>
                        <a:pt x="21146" y="3905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66" name="Forme libre : forme 9765">
                  <a:extLst>
                    <a:ext uri="{FF2B5EF4-FFF2-40B4-BE49-F238E27FC236}">
                      <a16:creationId xmlns:a16="http://schemas.microsoft.com/office/drawing/2014/main" id="{D84F417C-2D61-434E-AD61-7753DF958C9B}"/>
                    </a:ext>
                  </a:extLst>
                </p:cNvPr>
                <p:cNvSpPr/>
                <p:nvPr/>
              </p:nvSpPr>
              <p:spPr>
                <a:xfrm>
                  <a:off x="2232473" y="4739735"/>
                  <a:ext cx="13258" cy="91345"/>
                </a:xfrm>
                <a:custGeom>
                  <a:avLst/>
                  <a:gdLst>
                    <a:gd name="connsiteX0" fmla="*/ 5239 w 13258"/>
                    <a:gd name="connsiteY0" fmla="*/ 0 h 91345"/>
                    <a:gd name="connsiteX1" fmla="*/ 0 w 13258"/>
                    <a:gd name="connsiteY1" fmla="*/ 91345 h 91345"/>
                    <a:gd name="connsiteX2" fmla="*/ 5239 w 13258"/>
                    <a:gd name="connsiteY2" fmla="*/ 0 h 91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258" h="91345">
                      <a:moveTo>
                        <a:pt x="5239" y="0"/>
                      </a:moveTo>
                      <a:cubicBezTo>
                        <a:pt x="5239" y="0"/>
                        <a:pt x="26385" y="37529"/>
                        <a:pt x="0" y="91345"/>
                      </a:cubicBezTo>
                      <a:cubicBezTo>
                        <a:pt x="-95" y="91345"/>
                        <a:pt x="19527" y="44863"/>
                        <a:pt x="523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67" name="Forme libre : forme 9766">
                  <a:extLst>
                    <a:ext uri="{FF2B5EF4-FFF2-40B4-BE49-F238E27FC236}">
                      <a16:creationId xmlns:a16="http://schemas.microsoft.com/office/drawing/2014/main" id="{CB3AD4F4-FB15-4588-B770-DC4408A7E4D2}"/>
                    </a:ext>
                  </a:extLst>
                </p:cNvPr>
                <p:cNvSpPr/>
                <p:nvPr/>
              </p:nvSpPr>
              <p:spPr>
                <a:xfrm>
                  <a:off x="2096933" y="4770882"/>
                  <a:ext cx="33677" cy="85915"/>
                </a:xfrm>
                <a:custGeom>
                  <a:avLst/>
                  <a:gdLst>
                    <a:gd name="connsiteX0" fmla="*/ 32575 w 33677"/>
                    <a:gd name="connsiteY0" fmla="*/ 0 h 85915"/>
                    <a:gd name="connsiteX1" fmla="*/ 0 w 33677"/>
                    <a:gd name="connsiteY1" fmla="*/ 85915 h 85915"/>
                    <a:gd name="connsiteX2" fmla="*/ 32575 w 33677"/>
                    <a:gd name="connsiteY2" fmla="*/ 0 h 85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677" h="85915">
                      <a:moveTo>
                        <a:pt x="32575" y="0"/>
                      </a:moveTo>
                      <a:cubicBezTo>
                        <a:pt x="32575" y="0"/>
                        <a:pt x="42958" y="49339"/>
                        <a:pt x="0" y="85915"/>
                      </a:cubicBezTo>
                      <a:cubicBezTo>
                        <a:pt x="0" y="85915"/>
                        <a:pt x="32575" y="53340"/>
                        <a:pt x="325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68" name="Forme libre : forme 9767">
                  <a:extLst>
                    <a:ext uri="{FF2B5EF4-FFF2-40B4-BE49-F238E27FC236}">
                      <a16:creationId xmlns:a16="http://schemas.microsoft.com/office/drawing/2014/main" id="{C7287548-4503-40FA-BEB5-CF2810F367CE}"/>
                    </a:ext>
                  </a:extLst>
                </p:cNvPr>
                <p:cNvSpPr/>
                <p:nvPr/>
              </p:nvSpPr>
              <p:spPr>
                <a:xfrm>
                  <a:off x="1850510" y="4726019"/>
                  <a:ext cx="32967" cy="104489"/>
                </a:xfrm>
                <a:custGeom>
                  <a:avLst/>
                  <a:gdLst>
                    <a:gd name="connsiteX0" fmla="*/ 11822 w 32967"/>
                    <a:gd name="connsiteY0" fmla="*/ 0 h 104489"/>
                    <a:gd name="connsiteX1" fmla="*/ 32967 w 32967"/>
                    <a:gd name="connsiteY1" fmla="*/ 104489 h 104489"/>
                    <a:gd name="connsiteX2" fmla="*/ 11822 w 32967"/>
                    <a:gd name="connsiteY2" fmla="*/ 0 h 104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967" h="104489">
                      <a:moveTo>
                        <a:pt x="11822" y="0"/>
                      </a:moveTo>
                      <a:cubicBezTo>
                        <a:pt x="11822" y="0"/>
                        <a:pt x="-25707" y="61246"/>
                        <a:pt x="32967" y="104489"/>
                      </a:cubicBezTo>
                      <a:cubicBezTo>
                        <a:pt x="32967" y="104489"/>
                        <a:pt x="-15039" y="61246"/>
                        <a:pt x="118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69" name="Forme libre : forme 9768">
                  <a:extLst>
                    <a:ext uri="{FF2B5EF4-FFF2-40B4-BE49-F238E27FC236}">
                      <a16:creationId xmlns:a16="http://schemas.microsoft.com/office/drawing/2014/main" id="{C0C1FF57-36A0-4CAD-A455-FB792658C6DA}"/>
                    </a:ext>
                  </a:extLst>
                </p:cNvPr>
                <p:cNvSpPr/>
                <p:nvPr/>
              </p:nvSpPr>
              <p:spPr>
                <a:xfrm>
                  <a:off x="1841689" y="4578762"/>
                  <a:ext cx="15880" cy="110299"/>
                </a:xfrm>
                <a:custGeom>
                  <a:avLst/>
                  <a:gdLst>
                    <a:gd name="connsiteX0" fmla="*/ 15880 w 15880"/>
                    <a:gd name="connsiteY0" fmla="*/ 0 h 110299"/>
                    <a:gd name="connsiteX1" fmla="*/ 13785 w 15880"/>
                    <a:gd name="connsiteY1" fmla="*/ 110300 h 110299"/>
                    <a:gd name="connsiteX2" fmla="*/ 15880 w 15880"/>
                    <a:gd name="connsiteY2" fmla="*/ 0 h 110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0" h="110299">
                      <a:moveTo>
                        <a:pt x="15880" y="0"/>
                      </a:moveTo>
                      <a:cubicBezTo>
                        <a:pt x="15880" y="0"/>
                        <a:pt x="-18410" y="42196"/>
                        <a:pt x="13785" y="110300"/>
                      </a:cubicBezTo>
                      <a:cubicBezTo>
                        <a:pt x="13785" y="110300"/>
                        <a:pt x="-6218" y="52769"/>
                        <a:pt x="1588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70" name="Forme libre : forme 9769">
                  <a:extLst>
                    <a:ext uri="{FF2B5EF4-FFF2-40B4-BE49-F238E27FC236}">
                      <a16:creationId xmlns:a16="http://schemas.microsoft.com/office/drawing/2014/main" id="{16961F3A-C34B-4240-BE33-E771EC0DD662}"/>
                    </a:ext>
                  </a:extLst>
                </p:cNvPr>
                <p:cNvSpPr/>
                <p:nvPr/>
              </p:nvSpPr>
              <p:spPr>
                <a:xfrm>
                  <a:off x="1927834" y="4517985"/>
                  <a:ext cx="177385" cy="63348"/>
                </a:xfrm>
                <a:custGeom>
                  <a:avLst/>
                  <a:gdLst>
                    <a:gd name="connsiteX0" fmla="*/ 30 w 177385"/>
                    <a:gd name="connsiteY0" fmla="*/ 7 h 63348"/>
                    <a:gd name="connsiteX1" fmla="*/ 177386 w 177385"/>
                    <a:gd name="connsiteY1" fmla="*/ 63349 h 63348"/>
                    <a:gd name="connsiteX2" fmla="*/ 30 w 177385"/>
                    <a:gd name="connsiteY2" fmla="*/ 7 h 63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7385" h="63348">
                      <a:moveTo>
                        <a:pt x="30" y="7"/>
                      </a:moveTo>
                      <a:cubicBezTo>
                        <a:pt x="-1875" y="-374"/>
                        <a:pt x="86612" y="14295"/>
                        <a:pt x="177386" y="63349"/>
                      </a:cubicBezTo>
                      <a:cubicBezTo>
                        <a:pt x="177386" y="63349"/>
                        <a:pt x="47465" y="9056"/>
                        <a:pt x="3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71" name="Forme libre : forme 9770">
                  <a:extLst>
                    <a:ext uri="{FF2B5EF4-FFF2-40B4-BE49-F238E27FC236}">
                      <a16:creationId xmlns:a16="http://schemas.microsoft.com/office/drawing/2014/main" id="{086F1C4D-842D-406F-B2D7-950BD1A1A8E4}"/>
                    </a:ext>
                  </a:extLst>
                </p:cNvPr>
                <p:cNvSpPr/>
                <p:nvPr/>
              </p:nvSpPr>
              <p:spPr>
                <a:xfrm>
                  <a:off x="1893288" y="4552569"/>
                  <a:ext cx="20574" cy="20573"/>
                </a:xfrm>
                <a:custGeom>
                  <a:avLst/>
                  <a:gdLst>
                    <a:gd name="connsiteX0" fmla="*/ 20574 w 20574"/>
                    <a:gd name="connsiteY0" fmla="*/ 10287 h 20573"/>
                    <a:gd name="connsiteX1" fmla="*/ 10287 w 20574"/>
                    <a:gd name="connsiteY1" fmla="*/ 20574 h 20573"/>
                    <a:gd name="connsiteX2" fmla="*/ 0 w 20574"/>
                    <a:gd name="connsiteY2" fmla="*/ 10287 h 20573"/>
                    <a:gd name="connsiteX3" fmla="*/ 10287 w 20574"/>
                    <a:gd name="connsiteY3" fmla="*/ 0 h 20573"/>
                    <a:gd name="connsiteX4" fmla="*/ 20574 w 20574"/>
                    <a:gd name="connsiteY4" fmla="*/ 10287 h 20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74" h="20573">
                      <a:moveTo>
                        <a:pt x="20574" y="10287"/>
                      </a:moveTo>
                      <a:cubicBezTo>
                        <a:pt x="20574" y="15968"/>
                        <a:pt x="15968" y="20574"/>
                        <a:pt x="10287" y="20574"/>
                      </a:cubicBezTo>
                      <a:cubicBezTo>
                        <a:pt x="4606" y="20574"/>
                        <a:pt x="0" y="15968"/>
                        <a:pt x="0" y="10287"/>
                      </a:cubicBezTo>
                      <a:cubicBezTo>
                        <a:pt x="0" y="4606"/>
                        <a:pt x="4606" y="0"/>
                        <a:pt x="10287" y="0"/>
                      </a:cubicBezTo>
                      <a:cubicBezTo>
                        <a:pt x="15968" y="0"/>
                        <a:pt x="20574" y="4606"/>
                        <a:pt x="20574" y="102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72" name="Forme libre : forme 9771">
                  <a:extLst>
                    <a:ext uri="{FF2B5EF4-FFF2-40B4-BE49-F238E27FC236}">
                      <a16:creationId xmlns:a16="http://schemas.microsoft.com/office/drawing/2014/main" id="{FBC83935-162E-4D43-82D2-93D08BA4F58D}"/>
                    </a:ext>
                  </a:extLst>
                </p:cNvPr>
                <p:cNvSpPr/>
                <p:nvPr/>
              </p:nvSpPr>
              <p:spPr>
                <a:xfrm>
                  <a:off x="1924054" y="4580286"/>
                  <a:ext cx="8000" cy="8001"/>
                </a:xfrm>
                <a:custGeom>
                  <a:avLst/>
                  <a:gdLst>
                    <a:gd name="connsiteX0" fmla="*/ 8001 w 8000"/>
                    <a:gd name="connsiteY0" fmla="*/ 4001 h 8001"/>
                    <a:gd name="connsiteX1" fmla="*/ 4000 w 8000"/>
                    <a:gd name="connsiteY1" fmla="*/ 8001 h 8001"/>
                    <a:gd name="connsiteX2" fmla="*/ 0 w 8000"/>
                    <a:gd name="connsiteY2" fmla="*/ 4001 h 8001"/>
                    <a:gd name="connsiteX3" fmla="*/ 4000 w 8000"/>
                    <a:gd name="connsiteY3" fmla="*/ 0 h 8001"/>
                    <a:gd name="connsiteX4" fmla="*/ 8001 w 8000"/>
                    <a:gd name="connsiteY4" fmla="*/ 4001 h 8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0" h="8001">
                      <a:moveTo>
                        <a:pt x="8001" y="4001"/>
                      </a:moveTo>
                      <a:cubicBezTo>
                        <a:pt x="8001" y="6210"/>
                        <a:pt x="6210" y="8001"/>
                        <a:pt x="4000" y="8001"/>
                      </a:cubicBezTo>
                      <a:cubicBezTo>
                        <a:pt x="1791" y="8001"/>
                        <a:pt x="0" y="6210"/>
                        <a:pt x="0" y="4001"/>
                      </a:cubicBezTo>
                      <a:cubicBezTo>
                        <a:pt x="0" y="1791"/>
                        <a:pt x="1791" y="0"/>
                        <a:pt x="4000" y="0"/>
                      </a:cubicBezTo>
                      <a:cubicBezTo>
                        <a:pt x="6210" y="0"/>
                        <a:pt x="8001" y="1791"/>
                        <a:pt x="8001" y="40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73" name="Forme libre : forme 9772">
                  <a:extLst>
                    <a:ext uri="{FF2B5EF4-FFF2-40B4-BE49-F238E27FC236}">
                      <a16:creationId xmlns:a16="http://schemas.microsoft.com/office/drawing/2014/main" id="{7308AB61-D2EE-494C-A1D3-B3E796005C53}"/>
                    </a:ext>
                  </a:extLst>
                </p:cNvPr>
                <p:cNvSpPr/>
                <p:nvPr/>
              </p:nvSpPr>
              <p:spPr>
                <a:xfrm>
                  <a:off x="1883001" y="4661916"/>
                  <a:ext cx="15811" cy="15811"/>
                </a:xfrm>
                <a:custGeom>
                  <a:avLst/>
                  <a:gdLst>
                    <a:gd name="connsiteX0" fmla="*/ 15812 w 15811"/>
                    <a:gd name="connsiteY0" fmla="*/ 7906 h 15811"/>
                    <a:gd name="connsiteX1" fmla="*/ 7906 w 15811"/>
                    <a:gd name="connsiteY1" fmla="*/ 15811 h 15811"/>
                    <a:gd name="connsiteX2" fmla="*/ 0 w 15811"/>
                    <a:gd name="connsiteY2" fmla="*/ 7906 h 15811"/>
                    <a:gd name="connsiteX3" fmla="*/ 7906 w 15811"/>
                    <a:gd name="connsiteY3" fmla="*/ 0 h 15811"/>
                    <a:gd name="connsiteX4" fmla="*/ 15812 w 15811"/>
                    <a:gd name="connsiteY4" fmla="*/ 7906 h 15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11" h="15811">
                      <a:moveTo>
                        <a:pt x="15812" y="7906"/>
                      </a:moveTo>
                      <a:cubicBezTo>
                        <a:pt x="15812" y="12272"/>
                        <a:pt x="12272" y="15811"/>
                        <a:pt x="7906" y="15811"/>
                      </a:cubicBezTo>
                      <a:cubicBezTo>
                        <a:pt x="3540" y="15811"/>
                        <a:pt x="0" y="12272"/>
                        <a:pt x="0" y="7906"/>
                      </a:cubicBezTo>
                      <a:cubicBezTo>
                        <a:pt x="0" y="3539"/>
                        <a:pt x="3539" y="0"/>
                        <a:pt x="7906" y="0"/>
                      </a:cubicBezTo>
                      <a:cubicBezTo>
                        <a:pt x="12272" y="0"/>
                        <a:pt x="15812" y="3540"/>
                        <a:pt x="15812" y="79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74" name="Forme libre : forme 9773">
                  <a:extLst>
                    <a:ext uri="{FF2B5EF4-FFF2-40B4-BE49-F238E27FC236}">
                      <a16:creationId xmlns:a16="http://schemas.microsoft.com/office/drawing/2014/main" id="{82391C43-B54F-4CB9-A8E1-1E31AA313418}"/>
                    </a:ext>
                  </a:extLst>
                </p:cNvPr>
                <p:cNvSpPr/>
                <p:nvPr/>
              </p:nvSpPr>
              <p:spPr>
                <a:xfrm>
                  <a:off x="2054737" y="4703826"/>
                  <a:ext cx="10286" cy="10287"/>
                </a:xfrm>
                <a:custGeom>
                  <a:avLst/>
                  <a:gdLst>
                    <a:gd name="connsiteX0" fmla="*/ 10287 w 10286"/>
                    <a:gd name="connsiteY0" fmla="*/ 5144 h 10287"/>
                    <a:gd name="connsiteX1" fmla="*/ 5144 w 10286"/>
                    <a:gd name="connsiteY1" fmla="*/ 10287 h 10287"/>
                    <a:gd name="connsiteX2" fmla="*/ 0 w 10286"/>
                    <a:gd name="connsiteY2" fmla="*/ 5144 h 10287"/>
                    <a:gd name="connsiteX3" fmla="*/ 5144 w 10286"/>
                    <a:gd name="connsiteY3" fmla="*/ 0 h 10287"/>
                    <a:gd name="connsiteX4" fmla="*/ 10287 w 10286"/>
                    <a:gd name="connsiteY4" fmla="*/ 5144 h 10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86" h="10287">
                      <a:moveTo>
                        <a:pt x="10287" y="5144"/>
                      </a:moveTo>
                      <a:cubicBezTo>
                        <a:pt x="10287" y="7984"/>
                        <a:pt x="7984" y="10287"/>
                        <a:pt x="5144" y="10287"/>
                      </a:cubicBezTo>
                      <a:cubicBezTo>
                        <a:pt x="2303" y="10287"/>
                        <a:pt x="0" y="7984"/>
                        <a:pt x="0" y="5144"/>
                      </a:cubicBezTo>
                      <a:cubicBezTo>
                        <a:pt x="0" y="2303"/>
                        <a:pt x="2303" y="0"/>
                        <a:pt x="5144" y="0"/>
                      </a:cubicBezTo>
                      <a:cubicBezTo>
                        <a:pt x="7984" y="0"/>
                        <a:pt x="10287" y="2303"/>
                        <a:pt x="10287" y="51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75" name="Forme libre : forme 9774">
                  <a:extLst>
                    <a:ext uri="{FF2B5EF4-FFF2-40B4-BE49-F238E27FC236}">
                      <a16:creationId xmlns:a16="http://schemas.microsoft.com/office/drawing/2014/main" id="{37823FAF-7359-40B6-93DB-D1097B760787}"/>
                    </a:ext>
                  </a:extLst>
                </p:cNvPr>
                <p:cNvSpPr/>
                <p:nvPr/>
              </p:nvSpPr>
              <p:spPr>
                <a:xfrm>
                  <a:off x="2201231" y="4485227"/>
                  <a:ext cx="12954" cy="12954"/>
                </a:xfrm>
                <a:custGeom>
                  <a:avLst/>
                  <a:gdLst>
                    <a:gd name="connsiteX0" fmla="*/ 12954 w 12954"/>
                    <a:gd name="connsiteY0" fmla="*/ 6477 h 12954"/>
                    <a:gd name="connsiteX1" fmla="*/ 6477 w 12954"/>
                    <a:gd name="connsiteY1" fmla="*/ 12954 h 12954"/>
                    <a:gd name="connsiteX2" fmla="*/ 0 w 12954"/>
                    <a:gd name="connsiteY2" fmla="*/ 6477 h 12954"/>
                    <a:gd name="connsiteX3" fmla="*/ 6477 w 12954"/>
                    <a:gd name="connsiteY3" fmla="*/ 0 h 12954"/>
                    <a:gd name="connsiteX4" fmla="*/ 12954 w 12954"/>
                    <a:gd name="connsiteY4" fmla="*/ 6477 h 1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54" h="12954">
                      <a:moveTo>
                        <a:pt x="12954" y="6477"/>
                      </a:moveTo>
                      <a:cubicBezTo>
                        <a:pt x="12954" y="10054"/>
                        <a:pt x="10054" y="12954"/>
                        <a:pt x="6477" y="12954"/>
                      </a:cubicBezTo>
                      <a:cubicBezTo>
                        <a:pt x="2900" y="12954"/>
                        <a:pt x="0" y="10054"/>
                        <a:pt x="0" y="6477"/>
                      </a:cubicBezTo>
                      <a:cubicBezTo>
                        <a:pt x="0" y="2900"/>
                        <a:pt x="2900" y="0"/>
                        <a:pt x="6477" y="0"/>
                      </a:cubicBezTo>
                      <a:cubicBezTo>
                        <a:pt x="10054" y="0"/>
                        <a:pt x="12954" y="2900"/>
                        <a:pt x="12954" y="64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76" name="Forme libre : forme 9775">
                  <a:extLst>
                    <a:ext uri="{FF2B5EF4-FFF2-40B4-BE49-F238E27FC236}">
                      <a16:creationId xmlns:a16="http://schemas.microsoft.com/office/drawing/2014/main" id="{5C7CE083-3EB0-42F9-9484-0AC56196DF0F}"/>
                    </a:ext>
                  </a:extLst>
                </p:cNvPr>
                <p:cNvSpPr/>
                <p:nvPr/>
              </p:nvSpPr>
              <p:spPr>
                <a:xfrm>
                  <a:off x="1869476" y="4780692"/>
                  <a:ext cx="20574" cy="20573"/>
                </a:xfrm>
                <a:custGeom>
                  <a:avLst/>
                  <a:gdLst>
                    <a:gd name="connsiteX0" fmla="*/ 20574 w 20574"/>
                    <a:gd name="connsiteY0" fmla="*/ 10287 h 20573"/>
                    <a:gd name="connsiteX1" fmla="*/ 10287 w 20574"/>
                    <a:gd name="connsiteY1" fmla="*/ 20574 h 20573"/>
                    <a:gd name="connsiteX2" fmla="*/ 0 w 20574"/>
                    <a:gd name="connsiteY2" fmla="*/ 10287 h 20573"/>
                    <a:gd name="connsiteX3" fmla="*/ 10287 w 20574"/>
                    <a:gd name="connsiteY3" fmla="*/ 0 h 20573"/>
                    <a:gd name="connsiteX4" fmla="*/ 20574 w 20574"/>
                    <a:gd name="connsiteY4" fmla="*/ 10287 h 20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74" h="20573">
                      <a:moveTo>
                        <a:pt x="20574" y="10287"/>
                      </a:moveTo>
                      <a:cubicBezTo>
                        <a:pt x="20574" y="15968"/>
                        <a:pt x="15968" y="20574"/>
                        <a:pt x="10287" y="20574"/>
                      </a:cubicBezTo>
                      <a:cubicBezTo>
                        <a:pt x="4606" y="20574"/>
                        <a:pt x="0" y="15968"/>
                        <a:pt x="0" y="10287"/>
                      </a:cubicBezTo>
                      <a:cubicBezTo>
                        <a:pt x="0" y="4606"/>
                        <a:pt x="4606" y="0"/>
                        <a:pt x="10287" y="0"/>
                      </a:cubicBezTo>
                      <a:cubicBezTo>
                        <a:pt x="15968" y="0"/>
                        <a:pt x="20574" y="4606"/>
                        <a:pt x="20574" y="102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77" name="Forme libre : forme 9776">
                  <a:extLst>
                    <a:ext uri="{FF2B5EF4-FFF2-40B4-BE49-F238E27FC236}">
                      <a16:creationId xmlns:a16="http://schemas.microsoft.com/office/drawing/2014/main" id="{0DD696B1-8242-42CB-8215-81F13D8D30B0}"/>
                    </a:ext>
                  </a:extLst>
                </p:cNvPr>
                <p:cNvSpPr/>
                <p:nvPr/>
              </p:nvSpPr>
              <p:spPr>
                <a:xfrm>
                  <a:off x="1974822" y="4810696"/>
                  <a:ext cx="19050" cy="19050"/>
                </a:xfrm>
                <a:custGeom>
                  <a:avLst/>
                  <a:gdLst>
                    <a:gd name="connsiteX0" fmla="*/ 19050 w 19050"/>
                    <a:gd name="connsiteY0" fmla="*/ 9525 h 19050"/>
                    <a:gd name="connsiteX1" fmla="*/ 9525 w 19050"/>
                    <a:gd name="connsiteY1" fmla="*/ 19050 h 19050"/>
                    <a:gd name="connsiteX2" fmla="*/ 0 w 19050"/>
                    <a:gd name="connsiteY2" fmla="*/ 9525 h 19050"/>
                    <a:gd name="connsiteX3" fmla="*/ 9525 w 19050"/>
                    <a:gd name="connsiteY3" fmla="*/ 0 h 19050"/>
                    <a:gd name="connsiteX4" fmla="*/ 19050 w 19050"/>
                    <a:gd name="connsiteY4" fmla="*/ 9525 h 19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0" h="19050">
                      <a:moveTo>
                        <a:pt x="19050" y="9525"/>
                      </a:moveTo>
                      <a:cubicBezTo>
                        <a:pt x="19050" y="14785"/>
                        <a:pt x="14786" y="19050"/>
                        <a:pt x="9525" y="19050"/>
                      </a:cubicBezTo>
                      <a:cubicBezTo>
                        <a:pt x="4264" y="19050"/>
                        <a:pt x="0" y="14785"/>
                        <a:pt x="0" y="9525"/>
                      </a:cubicBezTo>
                      <a:cubicBezTo>
                        <a:pt x="0" y="4265"/>
                        <a:pt x="4264" y="0"/>
                        <a:pt x="9525" y="0"/>
                      </a:cubicBezTo>
                      <a:cubicBezTo>
                        <a:pt x="14786" y="0"/>
                        <a:pt x="19050" y="4265"/>
                        <a:pt x="19050" y="952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78" name="Forme libre : forme 9777">
                  <a:extLst>
                    <a:ext uri="{FF2B5EF4-FFF2-40B4-BE49-F238E27FC236}">
                      <a16:creationId xmlns:a16="http://schemas.microsoft.com/office/drawing/2014/main" id="{3935A990-3310-4546-9F2E-7996A380AEBE}"/>
                    </a:ext>
                  </a:extLst>
                </p:cNvPr>
                <p:cNvSpPr/>
                <p:nvPr/>
              </p:nvSpPr>
              <p:spPr>
                <a:xfrm>
                  <a:off x="2178371" y="4813935"/>
                  <a:ext cx="17335" cy="17335"/>
                </a:xfrm>
                <a:custGeom>
                  <a:avLst/>
                  <a:gdLst>
                    <a:gd name="connsiteX0" fmla="*/ 17336 w 17335"/>
                    <a:gd name="connsiteY0" fmla="*/ 8668 h 17335"/>
                    <a:gd name="connsiteX1" fmla="*/ 8668 w 17335"/>
                    <a:gd name="connsiteY1" fmla="*/ 17336 h 17335"/>
                    <a:gd name="connsiteX2" fmla="*/ 0 w 17335"/>
                    <a:gd name="connsiteY2" fmla="*/ 8668 h 17335"/>
                    <a:gd name="connsiteX3" fmla="*/ 8668 w 17335"/>
                    <a:gd name="connsiteY3" fmla="*/ 0 h 17335"/>
                    <a:gd name="connsiteX4" fmla="*/ 17336 w 17335"/>
                    <a:gd name="connsiteY4" fmla="*/ 8668 h 17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35" h="17335">
                      <a:moveTo>
                        <a:pt x="17336" y="8668"/>
                      </a:moveTo>
                      <a:cubicBezTo>
                        <a:pt x="17336" y="13455"/>
                        <a:pt x="13455" y="17336"/>
                        <a:pt x="8668" y="17336"/>
                      </a:cubicBezTo>
                      <a:cubicBezTo>
                        <a:pt x="3881" y="17336"/>
                        <a:pt x="0" y="13455"/>
                        <a:pt x="0" y="8668"/>
                      </a:cubicBezTo>
                      <a:cubicBezTo>
                        <a:pt x="0" y="3881"/>
                        <a:pt x="3881" y="0"/>
                        <a:pt x="8668" y="0"/>
                      </a:cubicBezTo>
                      <a:cubicBezTo>
                        <a:pt x="13455" y="0"/>
                        <a:pt x="17336" y="3881"/>
                        <a:pt x="17336" y="86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79" name="Forme libre : forme 9778">
                  <a:extLst>
                    <a:ext uri="{FF2B5EF4-FFF2-40B4-BE49-F238E27FC236}">
                      <a16:creationId xmlns:a16="http://schemas.microsoft.com/office/drawing/2014/main" id="{1ABA101E-36AB-4FD5-BB8E-EC4CC9959710}"/>
                    </a:ext>
                  </a:extLst>
                </p:cNvPr>
                <p:cNvSpPr/>
                <p:nvPr/>
              </p:nvSpPr>
              <p:spPr>
                <a:xfrm>
                  <a:off x="2205232" y="4810029"/>
                  <a:ext cx="7048" cy="7048"/>
                </a:xfrm>
                <a:custGeom>
                  <a:avLst/>
                  <a:gdLst>
                    <a:gd name="connsiteX0" fmla="*/ 7048 w 7048"/>
                    <a:gd name="connsiteY0" fmla="*/ 3524 h 7048"/>
                    <a:gd name="connsiteX1" fmla="*/ 3524 w 7048"/>
                    <a:gd name="connsiteY1" fmla="*/ 7048 h 7048"/>
                    <a:gd name="connsiteX2" fmla="*/ 0 w 7048"/>
                    <a:gd name="connsiteY2" fmla="*/ 3524 h 7048"/>
                    <a:gd name="connsiteX3" fmla="*/ 3524 w 7048"/>
                    <a:gd name="connsiteY3" fmla="*/ 0 h 7048"/>
                    <a:gd name="connsiteX4" fmla="*/ 7048 w 7048"/>
                    <a:gd name="connsiteY4" fmla="*/ 3524 h 7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48" h="7048">
                      <a:moveTo>
                        <a:pt x="7048" y="3524"/>
                      </a:moveTo>
                      <a:cubicBezTo>
                        <a:pt x="7048" y="5471"/>
                        <a:pt x="5471" y="7048"/>
                        <a:pt x="3524" y="7048"/>
                      </a:cubicBezTo>
                      <a:cubicBezTo>
                        <a:pt x="1578" y="7048"/>
                        <a:pt x="0" y="5471"/>
                        <a:pt x="0" y="3524"/>
                      </a:cubicBezTo>
                      <a:cubicBezTo>
                        <a:pt x="0" y="1578"/>
                        <a:pt x="1578" y="0"/>
                        <a:pt x="3524" y="0"/>
                      </a:cubicBezTo>
                      <a:cubicBezTo>
                        <a:pt x="5471" y="0"/>
                        <a:pt x="7048" y="1578"/>
                        <a:pt x="7048" y="35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80" name="Forme libre : forme 9779">
                  <a:extLst>
                    <a:ext uri="{FF2B5EF4-FFF2-40B4-BE49-F238E27FC236}">
                      <a16:creationId xmlns:a16="http://schemas.microsoft.com/office/drawing/2014/main" id="{DA67116E-BEC7-451D-85C6-24E1FB06DE87}"/>
                    </a:ext>
                  </a:extLst>
                </p:cNvPr>
                <p:cNvSpPr/>
                <p:nvPr/>
              </p:nvSpPr>
              <p:spPr>
                <a:xfrm>
                  <a:off x="2279717" y="4733163"/>
                  <a:ext cx="11811" cy="11811"/>
                </a:xfrm>
                <a:custGeom>
                  <a:avLst/>
                  <a:gdLst>
                    <a:gd name="connsiteX0" fmla="*/ 11811 w 11811"/>
                    <a:gd name="connsiteY0" fmla="*/ 5906 h 11811"/>
                    <a:gd name="connsiteX1" fmla="*/ 5906 w 11811"/>
                    <a:gd name="connsiteY1" fmla="*/ 11811 h 11811"/>
                    <a:gd name="connsiteX2" fmla="*/ 0 w 11811"/>
                    <a:gd name="connsiteY2" fmla="*/ 5906 h 11811"/>
                    <a:gd name="connsiteX3" fmla="*/ 5906 w 11811"/>
                    <a:gd name="connsiteY3" fmla="*/ 0 h 11811"/>
                    <a:gd name="connsiteX4" fmla="*/ 11811 w 11811"/>
                    <a:gd name="connsiteY4" fmla="*/ 5906 h 11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1" h="11811">
                      <a:moveTo>
                        <a:pt x="11811" y="5906"/>
                      </a:moveTo>
                      <a:cubicBezTo>
                        <a:pt x="11811" y="9167"/>
                        <a:pt x="9167" y="11811"/>
                        <a:pt x="5906" y="11811"/>
                      </a:cubicBezTo>
                      <a:cubicBezTo>
                        <a:pt x="2644" y="11811"/>
                        <a:pt x="0" y="9167"/>
                        <a:pt x="0" y="5906"/>
                      </a:cubicBezTo>
                      <a:cubicBezTo>
                        <a:pt x="0" y="2644"/>
                        <a:pt x="2644" y="0"/>
                        <a:pt x="5906" y="0"/>
                      </a:cubicBezTo>
                      <a:cubicBezTo>
                        <a:pt x="9167" y="0"/>
                        <a:pt x="11811" y="2644"/>
                        <a:pt x="11811" y="59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81" name="Forme libre : forme 9780">
                  <a:extLst>
                    <a:ext uri="{FF2B5EF4-FFF2-40B4-BE49-F238E27FC236}">
                      <a16:creationId xmlns:a16="http://schemas.microsoft.com/office/drawing/2014/main" id="{CA076F1A-DA85-4A91-B299-ADE54669AF49}"/>
                    </a:ext>
                  </a:extLst>
                </p:cNvPr>
                <p:cNvSpPr/>
                <p:nvPr/>
              </p:nvSpPr>
              <p:spPr>
                <a:xfrm>
                  <a:off x="2305054" y="4726971"/>
                  <a:ext cx="5524" cy="5524"/>
                </a:xfrm>
                <a:custGeom>
                  <a:avLst/>
                  <a:gdLst>
                    <a:gd name="connsiteX0" fmla="*/ 5524 w 5524"/>
                    <a:gd name="connsiteY0" fmla="*/ 2762 h 5524"/>
                    <a:gd name="connsiteX1" fmla="*/ 2762 w 5524"/>
                    <a:gd name="connsiteY1" fmla="*/ 5525 h 5524"/>
                    <a:gd name="connsiteX2" fmla="*/ 0 w 5524"/>
                    <a:gd name="connsiteY2" fmla="*/ 2762 h 5524"/>
                    <a:gd name="connsiteX3" fmla="*/ 2762 w 5524"/>
                    <a:gd name="connsiteY3" fmla="*/ 0 h 5524"/>
                    <a:gd name="connsiteX4" fmla="*/ 5524 w 5524"/>
                    <a:gd name="connsiteY4" fmla="*/ 2762 h 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4" h="5524">
                      <a:moveTo>
                        <a:pt x="5524" y="2762"/>
                      </a:moveTo>
                      <a:cubicBezTo>
                        <a:pt x="5524" y="4288"/>
                        <a:pt x="4288" y="5525"/>
                        <a:pt x="2762" y="5525"/>
                      </a:cubicBezTo>
                      <a:cubicBezTo>
                        <a:pt x="1237" y="5525"/>
                        <a:pt x="0" y="4288"/>
                        <a:pt x="0" y="2762"/>
                      </a:cubicBezTo>
                      <a:cubicBezTo>
                        <a:pt x="0" y="1237"/>
                        <a:pt x="1237" y="0"/>
                        <a:pt x="2762" y="0"/>
                      </a:cubicBezTo>
                      <a:cubicBezTo>
                        <a:pt x="4288" y="0"/>
                        <a:pt x="5524" y="1237"/>
                        <a:pt x="5524" y="27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82" name="Forme libre : forme 9781">
                  <a:extLst>
                    <a:ext uri="{FF2B5EF4-FFF2-40B4-BE49-F238E27FC236}">
                      <a16:creationId xmlns:a16="http://schemas.microsoft.com/office/drawing/2014/main" id="{C4F45BBF-0C94-4A57-BA64-6E5E9CCAF0B2}"/>
                    </a:ext>
                  </a:extLst>
                </p:cNvPr>
                <p:cNvSpPr/>
                <p:nvPr/>
              </p:nvSpPr>
              <p:spPr>
                <a:xfrm>
                  <a:off x="2028638" y="4691157"/>
                  <a:ext cx="14287" cy="14287"/>
                </a:xfrm>
                <a:custGeom>
                  <a:avLst/>
                  <a:gdLst>
                    <a:gd name="connsiteX0" fmla="*/ 14287 w 14287"/>
                    <a:gd name="connsiteY0" fmla="*/ 7144 h 14287"/>
                    <a:gd name="connsiteX1" fmla="*/ 7144 w 14287"/>
                    <a:gd name="connsiteY1" fmla="*/ 14288 h 14287"/>
                    <a:gd name="connsiteX2" fmla="*/ 0 w 14287"/>
                    <a:gd name="connsiteY2" fmla="*/ 7144 h 14287"/>
                    <a:gd name="connsiteX3" fmla="*/ 7144 w 14287"/>
                    <a:gd name="connsiteY3" fmla="*/ 0 h 14287"/>
                    <a:gd name="connsiteX4" fmla="*/ 14287 w 14287"/>
                    <a:gd name="connsiteY4" fmla="*/ 7144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87" h="14287">
                      <a:moveTo>
                        <a:pt x="14287" y="7144"/>
                      </a:moveTo>
                      <a:cubicBezTo>
                        <a:pt x="14287" y="11089"/>
                        <a:pt x="11089" y="14288"/>
                        <a:pt x="7144" y="14288"/>
                      </a:cubicBezTo>
                      <a:cubicBezTo>
                        <a:pt x="3198" y="14288"/>
                        <a:pt x="0" y="11089"/>
                        <a:pt x="0" y="7144"/>
                      </a:cubicBezTo>
                      <a:cubicBezTo>
                        <a:pt x="0" y="3198"/>
                        <a:pt x="3198" y="0"/>
                        <a:pt x="7144" y="0"/>
                      </a:cubicBezTo>
                      <a:cubicBezTo>
                        <a:pt x="11089" y="0"/>
                        <a:pt x="14287" y="3198"/>
                        <a:pt x="14287" y="71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83" name="Forme libre : forme 9782">
                  <a:extLst>
                    <a:ext uri="{FF2B5EF4-FFF2-40B4-BE49-F238E27FC236}">
                      <a16:creationId xmlns:a16="http://schemas.microsoft.com/office/drawing/2014/main" id="{CFD85000-FC9F-43BF-9755-B97FF347DD90}"/>
                    </a:ext>
                  </a:extLst>
                </p:cNvPr>
                <p:cNvSpPr/>
                <p:nvPr/>
              </p:nvSpPr>
              <p:spPr>
                <a:xfrm>
                  <a:off x="2004064" y="2291048"/>
                  <a:ext cx="57816" cy="19802"/>
                </a:xfrm>
                <a:custGeom>
                  <a:avLst/>
                  <a:gdLst>
                    <a:gd name="connsiteX0" fmla="*/ 0 w 57816"/>
                    <a:gd name="connsiteY0" fmla="*/ 0 h 19802"/>
                    <a:gd name="connsiteX1" fmla="*/ 57817 w 57816"/>
                    <a:gd name="connsiteY1" fmla="*/ 17717 h 19802"/>
                    <a:gd name="connsiteX2" fmla="*/ 0 w 57816"/>
                    <a:gd name="connsiteY2" fmla="*/ 0 h 19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7816" h="19802">
                      <a:moveTo>
                        <a:pt x="0" y="0"/>
                      </a:moveTo>
                      <a:cubicBezTo>
                        <a:pt x="0" y="0"/>
                        <a:pt x="1810" y="18764"/>
                        <a:pt x="57817" y="17717"/>
                      </a:cubicBezTo>
                      <a:cubicBezTo>
                        <a:pt x="57817" y="17717"/>
                        <a:pt x="7715" y="2876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9784" name="Graphique 1">
                  <a:extLst>
                    <a:ext uri="{FF2B5EF4-FFF2-40B4-BE49-F238E27FC236}">
                      <a16:creationId xmlns:a16="http://schemas.microsoft.com/office/drawing/2014/main" id="{BC80967B-2F8B-4BAC-B47D-AE26D03AEAD2}"/>
                    </a:ext>
                  </a:extLst>
                </p:cNvPr>
                <p:cNvGrpSpPr/>
                <p:nvPr/>
              </p:nvGrpSpPr>
              <p:grpSpPr>
                <a:xfrm>
                  <a:off x="1653258" y="2207064"/>
                  <a:ext cx="838866" cy="2410172"/>
                  <a:chOff x="1653258" y="2207064"/>
                  <a:chExt cx="838866" cy="2410172"/>
                </a:xfrm>
                <a:solidFill>
                  <a:schemeClr val="accent1"/>
                </a:solidFill>
              </p:grpSpPr>
              <p:sp>
                <p:nvSpPr>
                  <p:cNvPr id="9821" name="Forme libre : forme 9820">
                    <a:extLst>
                      <a:ext uri="{FF2B5EF4-FFF2-40B4-BE49-F238E27FC236}">
                        <a16:creationId xmlns:a16="http://schemas.microsoft.com/office/drawing/2014/main" id="{076DEDCB-A35B-4F73-9864-82BE8B0364C5}"/>
                      </a:ext>
                    </a:extLst>
                  </p:cNvPr>
                  <p:cNvSpPr/>
                  <p:nvPr/>
                </p:nvSpPr>
                <p:spPr>
                  <a:xfrm>
                    <a:off x="2038431" y="2207064"/>
                    <a:ext cx="54548" cy="12992"/>
                  </a:xfrm>
                  <a:custGeom>
                    <a:avLst/>
                    <a:gdLst>
                      <a:gd name="connsiteX0" fmla="*/ 7733 w 54548"/>
                      <a:gd name="connsiteY0" fmla="*/ 9403 h 12992"/>
                      <a:gd name="connsiteX1" fmla="*/ 30307 w 54548"/>
                      <a:gd name="connsiteY1" fmla="*/ 10261 h 12992"/>
                      <a:gd name="connsiteX2" fmla="*/ 52119 w 54548"/>
                      <a:gd name="connsiteY2" fmla="*/ 12928 h 12992"/>
                      <a:gd name="connsiteX3" fmla="*/ 53929 w 54548"/>
                      <a:gd name="connsiteY3" fmla="*/ 12451 h 12992"/>
                      <a:gd name="connsiteX4" fmla="*/ 54025 w 54548"/>
                      <a:gd name="connsiteY4" fmla="*/ 9403 h 12992"/>
                      <a:gd name="connsiteX5" fmla="*/ 51167 w 54548"/>
                      <a:gd name="connsiteY5" fmla="*/ 7594 h 12992"/>
                      <a:gd name="connsiteX6" fmla="*/ 13258 w 54548"/>
                      <a:gd name="connsiteY6" fmla="*/ 926 h 12992"/>
                      <a:gd name="connsiteX7" fmla="*/ 1351 w 54548"/>
                      <a:gd name="connsiteY7" fmla="*/ 1022 h 12992"/>
                      <a:gd name="connsiteX8" fmla="*/ 7733 w 54548"/>
                      <a:gd name="connsiteY8" fmla="*/ 9403 h 1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548" h="12992">
                        <a:moveTo>
                          <a:pt x="7733" y="9403"/>
                        </a:moveTo>
                        <a:cubicBezTo>
                          <a:pt x="15258" y="10070"/>
                          <a:pt x="22783" y="9403"/>
                          <a:pt x="30307" y="10261"/>
                        </a:cubicBezTo>
                        <a:cubicBezTo>
                          <a:pt x="37642" y="11118"/>
                          <a:pt x="44785" y="13404"/>
                          <a:pt x="52119" y="12928"/>
                        </a:cubicBezTo>
                        <a:cubicBezTo>
                          <a:pt x="52786" y="12928"/>
                          <a:pt x="53453" y="12832"/>
                          <a:pt x="53929" y="12451"/>
                        </a:cubicBezTo>
                        <a:cubicBezTo>
                          <a:pt x="54786" y="11785"/>
                          <a:pt x="54691" y="10261"/>
                          <a:pt x="54025" y="9403"/>
                        </a:cubicBezTo>
                        <a:cubicBezTo>
                          <a:pt x="53358" y="8546"/>
                          <a:pt x="52215" y="8070"/>
                          <a:pt x="51167" y="7594"/>
                        </a:cubicBezTo>
                        <a:cubicBezTo>
                          <a:pt x="38689" y="2545"/>
                          <a:pt x="26497" y="1593"/>
                          <a:pt x="13258" y="926"/>
                        </a:cubicBezTo>
                        <a:cubicBezTo>
                          <a:pt x="10591" y="831"/>
                          <a:pt x="3542" y="-1169"/>
                          <a:pt x="1351" y="1022"/>
                        </a:cubicBezTo>
                        <a:cubicBezTo>
                          <a:pt x="-2935" y="5212"/>
                          <a:pt x="4018" y="9118"/>
                          <a:pt x="7733" y="940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8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9822" name="Graphique 1">
                    <a:extLst>
                      <a:ext uri="{FF2B5EF4-FFF2-40B4-BE49-F238E27FC236}">
                        <a16:creationId xmlns:a16="http://schemas.microsoft.com/office/drawing/2014/main" id="{5245AB6D-9551-4F19-AE78-34F00CF05D5E}"/>
                      </a:ext>
                    </a:extLst>
                  </p:cNvPr>
                  <p:cNvGrpSpPr/>
                  <p:nvPr/>
                </p:nvGrpSpPr>
                <p:grpSpPr>
                  <a:xfrm>
                    <a:off x="1653258" y="2247003"/>
                    <a:ext cx="838866" cy="2370233"/>
                    <a:chOff x="1653258" y="2247003"/>
                    <a:chExt cx="838866" cy="2370233"/>
                  </a:xfrm>
                  <a:solidFill>
                    <a:schemeClr val="accent1"/>
                  </a:solidFill>
                </p:grpSpPr>
                <p:sp>
                  <p:nvSpPr>
                    <p:cNvPr id="9825" name="Forme libre : forme 9824">
                      <a:extLst>
                        <a:ext uri="{FF2B5EF4-FFF2-40B4-BE49-F238E27FC236}">
                          <a16:creationId xmlns:a16="http://schemas.microsoft.com/office/drawing/2014/main" id="{A6B8C5D0-953A-414E-8E7B-A0813D55F7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5595" y="2252588"/>
                      <a:ext cx="426529" cy="172857"/>
                    </a:xfrm>
                    <a:custGeom>
                      <a:avLst/>
                      <a:gdLst>
                        <a:gd name="connsiteX0" fmla="*/ 270320 w 426529"/>
                        <a:gd name="connsiteY0" fmla="*/ 25030 h 172857"/>
                        <a:gd name="connsiteX1" fmla="*/ 46292 w 426529"/>
                        <a:gd name="connsiteY1" fmla="*/ 34650 h 172857"/>
                        <a:gd name="connsiteX2" fmla="*/ 0 w 426529"/>
                        <a:gd name="connsiteY2" fmla="*/ 172858 h 172857"/>
                        <a:gd name="connsiteX3" fmla="*/ 41720 w 426529"/>
                        <a:gd name="connsiteY3" fmla="*/ 40841 h 172857"/>
                        <a:gd name="connsiteX4" fmla="*/ 426530 w 426529"/>
                        <a:gd name="connsiteY4" fmla="*/ 39793 h 172857"/>
                        <a:gd name="connsiteX5" fmla="*/ 270320 w 426529"/>
                        <a:gd name="connsiteY5" fmla="*/ 25030 h 17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6529" h="172857">
                          <a:moveTo>
                            <a:pt x="270320" y="25030"/>
                          </a:moveTo>
                          <a:cubicBezTo>
                            <a:pt x="157925" y="8932"/>
                            <a:pt x="84487" y="-26786"/>
                            <a:pt x="46292" y="34650"/>
                          </a:cubicBezTo>
                          <a:lnTo>
                            <a:pt x="0" y="172858"/>
                          </a:lnTo>
                          <a:lnTo>
                            <a:pt x="41720" y="40841"/>
                          </a:lnTo>
                          <a:lnTo>
                            <a:pt x="426530" y="39793"/>
                          </a:lnTo>
                          <a:cubicBezTo>
                            <a:pt x="387096" y="38841"/>
                            <a:pt x="300609" y="29316"/>
                            <a:pt x="270320" y="25030"/>
                          </a:cubicBezTo>
                          <a:close/>
                        </a:path>
                      </a:pathLst>
                    </a:custGeom>
                    <a:solidFill>
                      <a:srgbClr val="F7B08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26" name="Forme libre : forme 9825">
                      <a:extLst>
                        <a:ext uri="{FF2B5EF4-FFF2-40B4-BE49-F238E27FC236}">
                          <a16:creationId xmlns:a16="http://schemas.microsoft.com/office/drawing/2014/main" id="{0720E351-F1FA-43B7-A2C9-10172EA0F1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3258" y="2247003"/>
                      <a:ext cx="385857" cy="202064"/>
                    </a:xfrm>
                    <a:custGeom>
                      <a:avLst/>
                      <a:gdLst>
                        <a:gd name="connsiteX0" fmla="*/ 171069 w 385857"/>
                        <a:gd name="connsiteY0" fmla="*/ 19470 h 202064"/>
                        <a:gd name="connsiteX1" fmla="*/ 0 w 385857"/>
                        <a:gd name="connsiteY1" fmla="*/ 43187 h 202064"/>
                        <a:gd name="connsiteX2" fmla="*/ 339947 w 385857"/>
                        <a:gd name="connsiteY2" fmla="*/ 54236 h 202064"/>
                        <a:gd name="connsiteX3" fmla="*/ 385858 w 385857"/>
                        <a:gd name="connsiteY3" fmla="*/ 202064 h 202064"/>
                        <a:gd name="connsiteX4" fmla="*/ 334137 w 385857"/>
                        <a:gd name="connsiteY4" fmla="*/ 40901 h 202064"/>
                        <a:gd name="connsiteX5" fmla="*/ 171069 w 385857"/>
                        <a:gd name="connsiteY5" fmla="*/ 19470 h 202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85857" h="202064">
                          <a:moveTo>
                            <a:pt x="171069" y="19470"/>
                          </a:moveTo>
                          <a:cubicBezTo>
                            <a:pt x="117253" y="38520"/>
                            <a:pt x="0" y="43187"/>
                            <a:pt x="0" y="43187"/>
                          </a:cubicBezTo>
                          <a:lnTo>
                            <a:pt x="339947" y="54236"/>
                          </a:lnTo>
                          <a:lnTo>
                            <a:pt x="385858" y="202064"/>
                          </a:lnTo>
                          <a:lnTo>
                            <a:pt x="334137" y="40901"/>
                          </a:lnTo>
                          <a:cubicBezTo>
                            <a:pt x="309372" y="-7962"/>
                            <a:pt x="255651" y="-10343"/>
                            <a:pt x="171069" y="19470"/>
                          </a:cubicBezTo>
                          <a:close/>
                        </a:path>
                      </a:pathLst>
                    </a:custGeom>
                    <a:solidFill>
                      <a:srgbClr val="F7B08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27" name="Forme libre : forme 9826">
                      <a:extLst>
                        <a:ext uri="{FF2B5EF4-FFF2-40B4-BE49-F238E27FC236}">
                          <a16:creationId xmlns:a16="http://schemas.microsoft.com/office/drawing/2014/main" id="{84E0D3F3-5F57-481F-AC8C-F88E2B95E8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489" y="2269044"/>
                      <a:ext cx="245642" cy="2345532"/>
                    </a:xfrm>
                    <a:custGeom>
                      <a:avLst/>
                      <a:gdLst>
                        <a:gd name="connsiteX0" fmla="*/ 124397 w 245642"/>
                        <a:gd name="connsiteY0" fmla="*/ 18099 h 2345532"/>
                        <a:gd name="connsiteX1" fmla="*/ 60389 w 245642"/>
                        <a:gd name="connsiteY1" fmla="*/ 1 h 2345532"/>
                        <a:gd name="connsiteX2" fmla="*/ 1 w 245642"/>
                        <a:gd name="connsiteY2" fmla="*/ 18956 h 2345532"/>
                        <a:gd name="connsiteX3" fmla="*/ 5811 w 245642"/>
                        <a:gd name="connsiteY3" fmla="*/ 32291 h 2345532"/>
                        <a:gd name="connsiteX4" fmla="*/ 45911 w 245642"/>
                        <a:gd name="connsiteY4" fmla="*/ 338520 h 2345532"/>
                        <a:gd name="connsiteX5" fmla="*/ 29052 w 245642"/>
                        <a:gd name="connsiteY5" fmla="*/ 676372 h 2345532"/>
                        <a:gd name="connsiteX6" fmla="*/ 86107 w 245642"/>
                        <a:gd name="connsiteY6" fmla="*/ 1098710 h 2345532"/>
                        <a:gd name="connsiteX7" fmla="*/ 77630 w 245642"/>
                        <a:gd name="connsiteY7" fmla="*/ 1413321 h 2345532"/>
                        <a:gd name="connsiteX8" fmla="*/ 48102 w 245642"/>
                        <a:gd name="connsiteY8" fmla="*/ 1761745 h 2345532"/>
                        <a:gd name="connsiteX9" fmla="*/ 52293 w 245642"/>
                        <a:gd name="connsiteY9" fmla="*/ 2013015 h 2345532"/>
                        <a:gd name="connsiteX10" fmla="*/ 56484 w 245642"/>
                        <a:gd name="connsiteY10" fmla="*/ 2169320 h 2345532"/>
                        <a:gd name="connsiteX11" fmla="*/ 82773 w 245642"/>
                        <a:gd name="connsiteY11" fmla="*/ 2283811 h 2345532"/>
                        <a:gd name="connsiteX12" fmla="*/ 178023 w 245642"/>
                        <a:gd name="connsiteY12" fmla="*/ 2345533 h 2345532"/>
                        <a:gd name="connsiteX13" fmla="*/ 162593 w 245642"/>
                        <a:gd name="connsiteY13" fmla="*/ 2169320 h 2345532"/>
                        <a:gd name="connsiteX14" fmla="*/ 158402 w 245642"/>
                        <a:gd name="connsiteY14" fmla="*/ 2013015 h 2345532"/>
                        <a:gd name="connsiteX15" fmla="*/ 154211 w 245642"/>
                        <a:gd name="connsiteY15" fmla="*/ 1761745 h 2345532"/>
                        <a:gd name="connsiteX16" fmla="*/ 183738 w 245642"/>
                        <a:gd name="connsiteY16" fmla="*/ 1413321 h 2345532"/>
                        <a:gd name="connsiteX17" fmla="*/ 192215 w 245642"/>
                        <a:gd name="connsiteY17" fmla="*/ 1098710 h 2345532"/>
                        <a:gd name="connsiteX18" fmla="*/ 135161 w 245642"/>
                        <a:gd name="connsiteY18" fmla="*/ 676372 h 2345532"/>
                        <a:gd name="connsiteX19" fmla="*/ 152020 w 245642"/>
                        <a:gd name="connsiteY19" fmla="*/ 338520 h 2345532"/>
                        <a:gd name="connsiteX20" fmla="*/ 107729 w 245642"/>
                        <a:gd name="connsiteY20" fmla="*/ 59247 h 2345532"/>
                        <a:gd name="connsiteX21" fmla="*/ 124397 w 245642"/>
                        <a:gd name="connsiteY21" fmla="*/ 18099 h 2345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45642" h="2345532">
                          <a:moveTo>
                            <a:pt x="124397" y="18099"/>
                          </a:moveTo>
                          <a:cubicBezTo>
                            <a:pt x="124397" y="18099"/>
                            <a:pt x="121731" y="-189"/>
                            <a:pt x="60389" y="1"/>
                          </a:cubicBezTo>
                          <a:cubicBezTo>
                            <a:pt x="-952" y="192"/>
                            <a:pt x="1" y="18956"/>
                            <a:pt x="1" y="18956"/>
                          </a:cubicBezTo>
                          <a:cubicBezTo>
                            <a:pt x="2096" y="23147"/>
                            <a:pt x="4097" y="27434"/>
                            <a:pt x="5811" y="32291"/>
                          </a:cubicBezTo>
                          <a:cubicBezTo>
                            <a:pt x="22480" y="79821"/>
                            <a:pt x="-23716" y="143162"/>
                            <a:pt x="45911" y="338520"/>
                          </a:cubicBezTo>
                          <a:cubicBezTo>
                            <a:pt x="97727" y="483871"/>
                            <a:pt x="75439" y="539117"/>
                            <a:pt x="29052" y="676372"/>
                          </a:cubicBezTo>
                          <a:cubicBezTo>
                            <a:pt x="-17430" y="813627"/>
                            <a:pt x="1620" y="950882"/>
                            <a:pt x="86107" y="1098710"/>
                          </a:cubicBezTo>
                          <a:cubicBezTo>
                            <a:pt x="170594" y="1246538"/>
                            <a:pt x="145257" y="1299307"/>
                            <a:pt x="77630" y="1413321"/>
                          </a:cubicBezTo>
                          <a:cubicBezTo>
                            <a:pt x="10097" y="1527335"/>
                            <a:pt x="-8953" y="1628681"/>
                            <a:pt x="48102" y="1761745"/>
                          </a:cubicBezTo>
                          <a:cubicBezTo>
                            <a:pt x="105157" y="1894810"/>
                            <a:pt x="71343" y="1970819"/>
                            <a:pt x="52293" y="2013015"/>
                          </a:cubicBezTo>
                          <a:cubicBezTo>
                            <a:pt x="33243" y="2055211"/>
                            <a:pt x="35434" y="2127029"/>
                            <a:pt x="56484" y="2169320"/>
                          </a:cubicBezTo>
                          <a:cubicBezTo>
                            <a:pt x="73820" y="2203991"/>
                            <a:pt x="86869" y="2247235"/>
                            <a:pt x="82773" y="2283811"/>
                          </a:cubicBezTo>
                          <a:cubicBezTo>
                            <a:pt x="132779" y="2306957"/>
                            <a:pt x="161926" y="2329626"/>
                            <a:pt x="178023" y="2345533"/>
                          </a:cubicBezTo>
                          <a:cubicBezTo>
                            <a:pt x="197549" y="2296193"/>
                            <a:pt x="180881" y="2205896"/>
                            <a:pt x="162593" y="2169320"/>
                          </a:cubicBezTo>
                          <a:cubicBezTo>
                            <a:pt x="141447" y="2127125"/>
                            <a:pt x="139352" y="2055306"/>
                            <a:pt x="158402" y="2013015"/>
                          </a:cubicBezTo>
                          <a:cubicBezTo>
                            <a:pt x="177452" y="1970724"/>
                            <a:pt x="211170" y="1894810"/>
                            <a:pt x="154211" y="1761745"/>
                          </a:cubicBezTo>
                          <a:cubicBezTo>
                            <a:pt x="97156" y="1628681"/>
                            <a:pt x="116206" y="1527335"/>
                            <a:pt x="183738" y="1413321"/>
                          </a:cubicBezTo>
                          <a:cubicBezTo>
                            <a:pt x="251270" y="1299307"/>
                            <a:pt x="276607" y="1246538"/>
                            <a:pt x="192215" y="1098710"/>
                          </a:cubicBezTo>
                          <a:cubicBezTo>
                            <a:pt x="107729" y="950882"/>
                            <a:pt x="88774" y="813627"/>
                            <a:pt x="135161" y="676372"/>
                          </a:cubicBezTo>
                          <a:cubicBezTo>
                            <a:pt x="181643" y="539117"/>
                            <a:pt x="203931" y="483871"/>
                            <a:pt x="152020" y="338520"/>
                          </a:cubicBezTo>
                          <a:cubicBezTo>
                            <a:pt x="82297" y="143162"/>
                            <a:pt x="94775" y="107920"/>
                            <a:pt x="107729" y="59247"/>
                          </a:cubicBezTo>
                          <a:cubicBezTo>
                            <a:pt x="112206" y="42197"/>
                            <a:pt x="117730" y="28767"/>
                            <a:pt x="124397" y="18099"/>
                          </a:cubicBezTo>
                          <a:close/>
                        </a:path>
                      </a:pathLst>
                    </a:custGeom>
                    <a:solidFill>
                      <a:srgbClr val="F9CEB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28" name="Forme libre : forme 9827">
                      <a:extLst>
                        <a:ext uri="{FF2B5EF4-FFF2-40B4-BE49-F238E27FC236}">
                          <a16:creationId xmlns:a16="http://schemas.microsoft.com/office/drawing/2014/main" id="{6F589B94-03D4-431B-AFD0-EE81229099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489" y="2269044"/>
                      <a:ext cx="245642" cy="2345532"/>
                    </a:xfrm>
                    <a:custGeom>
                      <a:avLst/>
                      <a:gdLst>
                        <a:gd name="connsiteX0" fmla="*/ 124397 w 245642"/>
                        <a:gd name="connsiteY0" fmla="*/ 18099 h 2345532"/>
                        <a:gd name="connsiteX1" fmla="*/ 60389 w 245642"/>
                        <a:gd name="connsiteY1" fmla="*/ 1 h 2345532"/>
                        <a:gd name="connsiteX2" fmla="*/ 1 w 245642"/>
                        <a:gd name="connsiteY2" fmla="*/ 18956 h 2345532"/>
                        <a:gd name="connsiteX3" fmla="*/ 5811 w 245642"/>
                        <a:gd name="connsiteY3" fmla="*/ 32291 h 2345532"/>
                        <a:gd name="connsiteX4" fmla="*/ 45911 w 245642"/>
                        <a:gd name="connsiteY4" fmla="*/ 338520 h 2345532"/>
                        <a:gd name="connsiteX5" fmla="*/ 29052 w 245642"/>
                        <a:gd name="connsiteY5" fmla="*/ 676372 h 2345532"/>
                        <a:gd name="connsiteX6" fmla="*/ 86107 w 245642"/>
                        <a:gd name="connsiteY6" fmla="*/ 1098710 h 2345532"/>
                        <a:gd name="connsiteX7" fmla="*/ 77630 w 245642"/>
                        <a:gd name="connsiteY7" fmla="*/ 1413321 h 2345532"/>
                        <a:gd name="connsiteX8" fmla="*/ 48102 w 245642"/>
                        <a:gd name="connsiteY8" fmla="*/ 1761745 h 2345532"/>
                        <a:gd name="connsiteX9" fmla="*/ 52293 w 245642"/>
                        <a:gd name="connsiteY9" fmla="*/ 2013015 h 2345532"/>
                        <a:gd name="connsiteX10" fmla="*/ 56484 w 245642"/>
                        <a:gd name="connsiteY10" fmla="*/ 2169320 h 2345532"/>
                        <a:gd name="connsiteX11" fmla="*/ 82773 w 245642"/>
                        <a:gd name="connsiteY11" fmla="*/ 2283811 h 2345532"/>
                        <a:gd name="connsiteX12" fmla="*/ 178023 w 245642"/>
                        <a:gd name="connsiteY12" fmla="*/ 2345533 h 2345532"/>
                        <a:gd name="connsiteX13" fmla="*/ 162593 w 245642"/>
                        <a:gd name="connsiteY13" fmla="*/ 2169320 h 2345532"/>
                        <a:gd name="connsiteX14" fmla="*/ 158402 w 245642"/>
                        <a:gd name="connsiteY14" fmla="*/ 2013015 h 2345532"/>
                        <a:gd name="connsiteX15" fmla="*/ 154211 w 245642"/>
                        <a:gd name="connsiteY15" fmla="*/ 1761745 h 2345532"/>
                        <a:gd name="connsiteX16" fmla="*/ 183738 w 245642"/>
                        <a:gd name="connsiteY16" fmla="*/ 1413321 h 2345532"/>
                        <a:gd name="connsiteX17" fmla="*/ 192215 w 245642"/>
                        <a:gd name="connsiteY17" fmla="*/ 1098710 h 2345532"/>
                        <a:gd name="connsiteX18" fmla="*/ 135161 w 245642"/>
                        <a:gd name="connsiteY18" fmla="*/ 676372 h 2345532"/>
                        <a:gd name="connsiteX19" fmla="*/ 152020 w 245642"/>
                        <a:gd name="connsiteY19" fmla="*/ 338520 h 2345532"/>
                        <a:gd name="connsiteX20" fmla="*/ 107729 w 245642"/>
                        <a:gd name="connsiteY20" fmla="*/ 59247 h 2345532"/>
                        <a:gd name="connsiteX21" fmla="*/ 124397 w 245642"/>
                        <a:gd name="connsiteY21" fmla="*/ 18099 h 2345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45642" h="2345532">
                          <a:moveTo>
                            <a:pt x="124397" y="18099"/>
                          </a:moveTo>
                          <a:cubicBezTo>
                            <a:pt x="124397" y="18099"/>
                            <a:pt x="121731" y="-189"/>
                            <a:pt x="60389" y="1"/>
                          </a:cubicBezTo>
                          <a:cubicBezTo>
                            <a:pt x="-952" y="192"/>
                            <a:pt x="1" y="18956"/>
                            <a:pt x="1" y="18956"/>
                          </a:cubicBezTo>
                          <a:cubicBezTo>
                            <a:pt x="2096" y="23147"/>
                            <a:pt x="4097" y="27434"/>
                            <a:pt x="5811" y="32291"/>
                          </a:cubicBezTo>
                          <a:cubicBezTo>
                            <a:pt x="22480" y="79821"/>
                            <a:pt x="-23716" y="143162"/>
                            <a:pt x="45911" y="338520"/>
                          </a:cubicBezTo>
                          <a:cubicBezTo>
                            <a:pt x="97727" y="483871"/>
                            <a:pt x="75439" y="539117"/>
                            <a:pt x="29052" y="676372"/>
                          </a:cubicBezTo>
                          <a:cubicBezTo>
                            <a:pt x="-17430" y="813627"/>
                            <a:pt x="1620" y="950882"/>
                            <a:pt x="86107" y="1098710"/>
                          </a:cubicBezTo>
                          <a:cubicBezTo>
                            <a:pt x="170594" y="1246538"/>
                            <a:pt x="145257" y="1299307"/>
                            <a:pt x="77630" y="1413321"/>
                          </a:cubicBezTo>
                          <a:cubicBezTo>
                            <a:pt x="10097" y="1527335"/>
                            <a:pt x="-8953" y="1628681"/>
                            <a:pt x="48102" y="1761745"/>
                          </a:cubicBezTo>
                          <a:cubicBezTo>
                            <a:pt x="105157" y="1894810"/>
                            <a:pt x="71343" y="1970819"/>
                            <a:pt x="52293" y="2013015"/>
                          </a:cubicBezTo>
                          <a:cubicBezTo>
                            <a:pt x="33243" y="2055211"/>
                            <a:pt x="35434" y="2127029"/>
                            <a:pt x="56484" y="2169320"/>
                          </a:cubicBezTo>
                          <a:cubicBezTo>
                            <a:pt x="73820" y="2203991"/>
                            <a:pt x="86869" y="2247235"/>
                            <a:pt x="82773" y="2283811"/>
                          </a:cubicBezTo>
                          <a:cubicBezTo>
                            <a:pt x="132779" y="2306957"/>
                            <a:pt x="161926" y="2329626"/>
                            <a:pt x="178023" y="2345533"/>
                          </a:cubicBezTo>
                          <a:cubicBezTo>
                            <a:pt x="197549" y="2296193"/>
                            <a:pt x="180881" y="2205896"/>
                            <a:pt x="162593" y="2169320"/>
                          </a:cubicBezTo>
                          <a:cubicBezTo>
                            <a:pt x="141447" y="2127125"/>
                            <a:pt x="139352" y="2055306"/>
                            <a:pt x="158402" y="2013015"/>
                          </a:cubicBezTo>
                          <a:cubicBezTo>
                            <a:pt x="177452" y="1970724"/>
                            <a:pt x="211170" y="1894810"/>
                            <a:pt x="154211" y="1761745"/>
                          </a:cubicBezTo>
                          <a:cubicBezTo>
                            <a:pt x="97156" y="1628681"/>
                            <a:pt x="116206" y="1527335"/>
                            <a:pt x="183738" y="1413321"/>
                          </a:cubicBezTo>
                          <a:cubicBezTo>
                            <a:pt x="251270" y="1299307"/>
                            <a:pt x="276607" y="1246538"/>
                            <a:pt x="192215" y="1098710"/>
                          </a:cubicBezTo>
                          <a:cubicBezTo>
                            <a:pt x="107729" y="950882"/>
                            <a:pt x="88774" y="813627"/>
                            <a:pt x="135161" y="676372"/>
                          </a:cubicBezTo>
                          <a:cubicBezTo>
                            <a:pt x="181643" y="539117"/>
                            <a:pt x="203931" y="483871"/>
                            <a:pt x="152020" y="338520"/>
                          </a:cubicBezTo>
                          <a:cubicBezTo>
                            <a:pt x="82297" y="143162"/>
                            <a:pt x="94775" y="107920"/>
                            <a:pt x="107729" y="59247"/>
                          </a:cubicBezTo>
                          <a:cubicBezTo>
                            <a:pt x="112206" y="42197"/>
                            <a:pt x="117730" y="28767"/>
                            <a:pt x="124397" y="18099"/>
                          </a:cubicBezTo>
                          <a:close/>
                        </a:path>
                      </a:pathLst>
                    </a:custGeom>
                    <a:solidFill>
                      <a:srgbClr val="8DE0E0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29" name="Forme libre : forme 9828">
                      <a:extLst>
                        <a:ext uri="{FF2B5EF4-FFF2-40B4-BE49-F238E27FC236}">
                          <a16:creationId xmlns:a16="http://schemas.microsoft.com/office/drawing/2014/main" id="{5B4471A2-69F7-4350-B584-B9BBE6DE31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489" y="2268950"/>
                      <a:ext cx="179069" cy="2348286"/>
                    </a:xfrm>
                    <a:custGeom>
                      <a:avLst/>
                      <a:gdLst>
                        <a:gd name="connsiteX0" fmla="*/ 114015 w 179069"/>
                        <a:gd name="connsiteY0" fmla="*/ 2297906 h 2348286"/>
                        <a:gd name="connsiteX1" fmla="*/ 92869 w 179069"/>
                        <a:gd name="connsiteY1" fmla="*/ 2169319 h 2348286"/>
                        <a:gd name="connsiteX2" fmla="*/ 74391 w 179069"/>
                        <a:gd name="connsiteY2" fmla="*/ 1996154 h 2348286"/>
                        <a:gd name="connsiteX3" fmla="*/ 89441 w 179069"/>
                        <a:gd name="connsiteY3" fmla="*/ 1753076 h 2348286"/>
                        <a:gd name="connsiteX4" fmla="*/ 101347 w 179069"/>
                        <a:gd name="connsiteY4" fmla="*/ 1405414 h 2348286"/>
                        <a:gd name="connsiteX5" fmla="*/ 130684 w 179069"/>
                        <a:gd name="connsiteY5" fmla="*/ 1094232 h 2348286"/>
                        <a:gd name="connsiteX6" fmla="*/ 49912 w 179069"/>
                        <a:gd name="connsiteY6" fmla="*/ 672941 h 2348286"/>
                        <a:gd name="connsiteX7" fmla="*/ 82392 w 179069"/>
                        <a:gd name="connsiteY7" fmla="*/ 338518 h 2348286"/>
                        <a:gd name="connsiteX8" fmla="*/ 27719 w 179069"/>
                        <a:gd name="connsiteY8" fmla="*/ 46577 h 2348286"/>
                        <a:gd name="connsiteX9" fmla="*/ 16670 w 179069"/>
                        <a:gd name="connsiteY9" fmla="*/ 22003 h 2348286"/>
                        <a:gd name="connsiteX10" fmla="*/ 79725 w 179069"/>
                        <a:gd name="connsiteY10" fmla="*/ 667 h 2348286"/>
                        <a:gd name="connsiteX11" fmla="*/ 60389 w 179069"/>
                        <a:gd name="connsiteY11" fmla="*/ 0 h 2348286"/>
                        <a:gd name="connsiteX12" fmla="*/ 1 w 179069"/>
                        <a:gd name="connsiteY12" fmla="*/ 18955 h 2348286"/>
                        <a:gd name="connsiteX13" fmla="*/ 5811 w 179069"/>
                        <a:gd name="connsiteY13" fmla="*/ 32290 h 2348286"/>
                        <a:gd name="connsiteX14" fmla="*/ 45911 w 179069"/>
                        <a:gd name="connsiteY14" fmla="*/ 338518 h 2348286"/>
                        <a:gd name="connsiteX15" fmla="*/ 29052 w 179069"/>
                        <a:gd name="connsiteY15" fmla="*/ 676370 h 2348286"/>
                        <a:gd name="connsiteX16" fmla="*/ 86107 w 179069"/>
                        <a:gd name="connsiteY16" fmla="*/ 1098709 h 2348286"/>
                        <a:gd name="connsiteX17" fmla="*/ 77630 w 179069"/>
                        <a:gd name="connsiteY17" fmla="*/ 1413319 h 2348286"/>
                        <a:gd name="connsiteX18" fmla="*/ 48102 w 179069"/>
                        <a:gd name="connsiteY18" fmla="*/ 1761744 h 2348286"/>
                        <a:gd name="connsiteX19" fmla="*/ 52293 w 179069"/>
                        <a:gd name="connsiteY19" fmla="*/ 2013013 h 2348286"/>
                        <a:gd name="connsiteX20" fmla="*/ 56484 w 179069"/>
                        <a:gd name="connsiteY20" fmla="*/ 2169319 h 2348286"/>
                        <a:gd name="connsiteX21" fmla="*/ 82773 w 179069"/>
                        <a:gd name="connsiteY21" fmla="*/ 2283809 h 2348286"/>
                        <a:gd name="connsiteX22" fmla="*/ 178023 w 179069"/>
                        <a:gd name="connsiteY22" fmla="*/ 2345531 h 2348286"/>
                        <a:gd name="connsiteX23" fmla="*/ 178023 w 179069"/>
                        <a:gd name="connsiteY23" fmla="*/ 2345531 h 2348286"/>
                        <a:gd name="connsiteX24" fmla="*/ 114015 w 179069"/>
                        <a:gd name="connsiteY24" fmla="*/ 2297906 h 2348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79069" h="2348286">
                          <a:moveTo>
                            <a:pt x="114015" y="2297906"/>
                          </a:moveTo>
                          <a:cubicBezTo>
                            <a:pt x="118111" y="2261330"/>
                            <a:pt x="110205" y="2204085"/>
                            <a:pt x="92869" y="2169319"/>
                          </a:cubicBezTo>
                          <a:cubicBezTo>
                            <a:pt x="71724" y="2127123"/>
                            <a:pt x="55341" y="2038445"/>
                            <a:pt x="74391" y="1996154"/>
                          </a:cubicBezTo>
                          <a:cubicBezTo>
                            <a:pt x="93441" y="1953863"/>
                            <a:pt x="146495" y="1886045"/>
                            <a:pt x="89441" y="1753076"/>
                          </a:cubicBezTo>
                          <a:cubicBezTo>
                            <a:pt x="32386" y="1620012"/>
                            <a:pt x="33719" y="1519523"/>
                            <a:pt x="101347" y="1405414"/>
                          </a:cubicBezTo>
                          <a:cubicBezTo>
                            <a:pt x="168879" y="1291400"/>
                            <a:pt x="215075" y="1242060"/>
                            <a:pt x="130684" y="1094232"/>
                          </a:cubicBezTo>
                          <a:cubicBezTo>
                            <a:pt x="46197" y="946404"/>
                            <a:pt x="3430" y="810196"/>
                            <a:pt x="49912" y="672941"/>
                          </a:cubicBezTo>
                          <a:cubicBezTo>
                            <a:pt x="96394" y="535686"/>
                            <a:pt x="134208" y="483870"/>
                            <a:pt x="82392" y="338518"/>
                          </a:cubicBezTo>
                          <a:cubicBezTo>
                            <a:pt x="12669" y="143161"/>
                            <a:pt x="44387" y="94107"/>
                            <a:pt x="27719" y="46577"/>
                          </a:cubicBezTo>
                          <a:cubicBezTo>
                            <a:pt x="26004" y="41719"/>
                            <a:pt x="18765" y="26194"/>
                            <a:pt x="16670" y="22003"/>
                          </a:cubicBezTo>
                          <a:cubicBezTo>
                            <a:pt x="16670" y="22003"/>
                            <a:pt x="-11048" y="6191"/>
                            <a:pt x="79725" y="667"/>
                          </a:cubicBezTo>
                          <a:cubicBezTo>
                            <a:pt x="74010" y="190"/>
                            <a:pt x="67628" y="0"/>
                            <a:pt x="60389" y="0"/>
                          </a:cubicBezTo>
                          <a:cubicBezTo>
                            <a:pt x="-952" y="190"/>
                            <a:pt x="1" y="18955"/>
                            <a:pt x="1" y="18955"/>
                          </a:cubicBezTo>
                          <a:cubicBezTo>
                            <a:pt x="2096" y="23146"/>
                            <a:pt x="4097" y="27432"/>
                            <a:pt x="5811" y="32290"/>
                          </a:cubicBezTo>
                          <a:cubicBezTo>
                            <a:pt x="22480" y="79819"/>
                            <a:pt x="-23716" y="143161"/>
                            <a:pt x="45911" y="338518"/>
                          </a:cubicBezTo>
                          <a:cubicBezTo>
                            <a:pt x="97727" y="483870"/>
                            <a:pt x="75439" y="539115"/>
                            <a:pt x="29052" y="676370"/>
                          </a:cubicBezTo>
                          <a:cubicBezTo>
                            <a:pt x="-17430" y="813626"/>
                            <a:pt x="1620" y="950881"/>
                            <a:pt x="86107" y="1098709"/>
                          </a:cubicBezTo>
                          <a:cubicBezTo>
                            <a:pt x="170594" y="1246537"/>
                            <a:pt x="145257" y="1299305"/>
                            <a:pt x="77630" y="1413319"/>
                          </a:cubicBezTo>
                          <a:cubicBezTo>
                            <a:pt x="10097" y="1527334"/>
                            <a:pt x="-8953" y="1628680"/>
                            <a:pt x="48102" y="1761744"/>
                          </a:cubicBezTo>
                          <a:cubicBezTo>
                            <a:pt x="105157" y="1894808"/>
                            <a:pt x="71343" y="1970818"/>
                            <a:pt x="52293" y="2013013"/>
                          </a:cubicBezTo>
                          <a:cubicBezTo>
                            <a:pt x="33243" y="2055209"/>
                            <a:pt x="35434" y="2127028"/>
                            <a:pt x="56484" y="2169319"/>
                          </a:cubicBezTo>
                          <a:cubicBezTo>
                            <a:pt x="73820" y="2203990"/>
                            <a:pt x="86869" y="2247233"/>
                            <a:pt x="82773" y="2283809"/>
                          </a:cubicBezTo>
                          <a:cubicBezTo>
                            <a:pt x="132779" y="2306955"/>
                            <a:pt x="161926" y="2329625"/>
                            <a:pt x="178023" y="2345531"/>
                          </a:cubicBezTo>
                          <a:cubicBezTo>
                            <a:pt x="180976" y="2338102"/>
                            <a:pt x="176594" y="2354485"/>
                            <a:pt x="178023" y="2345531"/>
                          </a:cubicBezTo>
                          <a:cubicBezTo>
                            <a:pt x="154401" y="2323243"/>
                            <a:pt x="141828" y="2310765"/>
                            <a:pt x="114015" y="2297906"/>
                          </a:cubicBezTo>
                          <a:close/>
                        </a:path>
                      </a:pathLst>
                    </a:custGeom>
                    <a:solidFill>
                      <a:srgbClr val="78C4C0">
                        <a:alpha val="44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9823" name="Forme libre : forme 9822">
                    <a:extLst>
                      <a:ext uri="{FF2B5EF4-FFF2-40B4-BE49-F238E27FC236}">
                        <a16:creationId xmlns:a16="http://schemas.microsoft.com/office/drawing/2014/main" id="{7F0139B4-6B4F-4448-9321-44E921DF07A0}"/>
                      </a:ext>
                    </a:extLst>
                  </p:cNvPr>
                  <p:cNvSpPr/>
                  <p:nvPr/>
                </p:nvSpPr>
                <p:spPr>
                  <a:xfrm>
                    <a:off x="1878334" y="2211603"/>
                    <a:ext cx="229266" cy="47864"/>
                  </a:xfrm>
                  <a:custGeom>
                    <a:avLst/>
                    <a:gdLst>
                      <a:gd name="connsiteX0" fmla="*/ 12764 w 229266"/>
                      <a:gd name="connsiteY0" fmla="*/ 20009 h 47864"/>
                      <a:gd name="connsiteX1" fmla="*/ 96203 w 229266"/>
                      <a:gd name="connsiteY1" fmla="*/ 39726 h 47864"/>
                      <a:gd name="connsiteX2" fmla="*/ 107633 w 229266"/>
                      <a:gd name="connsiteY2" fmla="*/ 46965 h 47864"/>
                      <a:gd name="connsiteX3" fmla="*/ 138303 w 229266"/>
                      <a:gd name="connsiteY3" fmla="*/ 38488 h 47864"/>
                      <a:gd name="connsiteX4" fmla="*/ 229267 w 229266"/>
                      <a:gd name="connsiteY4" fmla="*/ 34011 h 47864"/>
                      <a:gd name="connsiteX5" fmla="*/ 209550 w 229266"/>
                      <a:gd name="connsiteY5" fmla="*/ 23438 h 47864"/>
                      <a:gd name="connsiteX6" fmla="*/ 94012 w 229266"/>
                      <a:gd name="connsiteY6" fmla="*/ 1912 h 47864"/>
                      <a:gd name="connsiteX7" fmla="*/ 68675 w 229266"/>
                      <a:gd name="connsiteY7" fmla="*/ 7 h 47864"/>
                      <a:gd name="connsiteX8" fmla="*/ 0 w 229266"/>
                      <a:gd name="connsiteY8" fmla="*/ 24010 h 47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9266" h="47864">
                        <a:moveTo>
                          <a:pt x="12764" y="20009"/>
                        </a:moveTo>
                        <a:cubicBezTo>
                          <a:pt x="41624" y="14294"/>
                          <a:pt x="72866" y="21724"/>
                          <a:pt x="96203" y="39726"/>
                        </a:cubicBezTo>
                        <a:cubicBezTo>
                          <a:pt x="99822" y="42488"/>
                          <a:pt x="103346" y="45536"/>
                          <a:pt x="107633" y="46965"/>
                        </a:cubicBezTo>
                        <a:cubicBezTo>
                          <a:pt x="118015" y="50394"/>
                          <a:pt x="128492" y="43250"/>
                          <a:pt x="138303" y="38488"/>
                        </a:cubicBezTo>
                        <a:cubicBezTo>
                          <a:pt x="166021" y="25057"/>
                          <a:pt x="198787" y="29344"/>
                          <a:pt x="229267" y="34011"/>
                        </a:cubicBezTo>
                        <a:cubicBezTo>
                          <a:pt x="224409" y="28201"/>
                          <a:pt x="216789" y="25534"/>
                          <a:pt x="209550" y="23438"/>
                        </a:cubicBezTo>
                        <a:cubicBezTo>
                          <a:pt x="171926" y="12389"/>
                          <a:pt x="132969" y="6579"/>
                          <a:pt x="94012" y="1912"/>
                        </a:cubicBezTo>
                        <a:cubicBezTo>
                          <a:pt x="85630" y="864"/>
                          <a:pt x="77153" y="-89"/>
                          <a:pt x="68675" y="7"/>
                        </a:cubicBezTo>
                        <a:cubicBezTo>
                          <a:pt x="44006" y="102"/>
                          <a:pt x="19336" y="8674"/>
                          <a:pt x="0" y="24010"/>
                        </a:cubicBezTo>
                      </a:path>
                    </a:pathLst>
                  </a:custGeom>
                  <a:solidFill>
                    <a:srgbClr val="F9D5C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24" name="Forme libre : forme 9823">
                    <a:extLst>
                      <a:ext uri="{FF2B5EF4-FFF2-40B4-BE49-F238E27FC236}">
                        <a16:creationId xmlns:a16="http://schemas.microsoft.com/office/drawing/2014/main" id="{2D0088CC-3D11-4629-9303-5604C0AA662E}"/>
                      </a:ext>
                    </a:extLst>
                  </p:cNvPr>
                  <p:cNvSpPr/>
                  <p:nvPr/>
                </p:nvSpPr>
                <p:spPr>
                  <a:xfrm>
                    <a:off x="1964149" y="2207289"/>
                    <a:ext cx="63065" cy="25183"/>
                  </a:xfrm>
                  <a:custGeom>
                    <a:avLst/>
                    <a:gdLst>
                      <a:gd name="connsiteX0" fmla="*/ 4768 w 63065"/>
                      <a:gd name="connsiteY0" fmla="*/ 14321 h 25183"/>
                      <a:gd name="connsiteX1" fmla="*/ 5 w 63065"/>
                      <a:gd name="connsiteY1" fmla="*/ 19750 h 25183"/>
                      <a:gd name="connsiteX2" fmla="*/ 8768 w 63065"/>
                      <a:gd name="connsiteY2" fmla="*/ 25180 h 25183"/>
                      <a:gd name="connsiteX3" fmla="*/ 30866 w 63065"/>
                      <a:gd name="connsiteY3" fmla="*/ 20989 h 25183"/>
                      <a:gd name="connsiteX4" fmla="*/ 57822 w 63065"/>
                      <a:gd name="connsiteY4" fmla="*/ 1272 h 25183"/>
                      <a:gd name="connsiteX5" fmla="*/ 4768 w 63065"/>
                      <a:gd name="connsiteY5" fmla="*/ 14321 h 25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065" h="25183">
                        <a:moveTo>
                          <a:pt x="4768" y="14321"/>
                        </a:moveTo>
                        <a:cubicBezTo>
                          <a:pt x="2577" y="15559"/>
                          <a:pt x="196" y="17274"/>
                          <a:pt x="5" y="19750"/>
                        </a:cubicBezTo>
                        <a:cubicBezTo>
                          <a:pt x="-185" y="23656"/>
                          <a:pt x="4863" y="25275"/>
                          <a:pt x="8768" y="25180"/>
                        </a:cubicBezTo>
                        <a:cubicBezTo>
                          <a:pt x="16293" y="24989"/>
                          <a:pt x="23627" y="22989"/>
                          <a:pt x="30866" y="20989"/>
                        </a:cubicBezTo>
                        <a:cubicBezTo>
                          <a:pt x="36867" y="19274"/>
                          <a:pt x="77253" y="8130"/>
                          <a:pt x="57822" y="1272"/>
                        </a:cubicBezTo>
                        <a:cubicBezTo>
                          <a:pt x="43249" y="-3776"/>
                          <a:pt x="17245" y="7368"/>
                          <a:pt x="4768" y="1432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8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9785" name="Graphique 1">
                  <a:extLst>
                    <a:ext uri="{FF2B5EF4-FFF2-40B4-BE49-F238E27FC236}">
                      <a16:creationId xmlns:a16="http://schemas.microsoft.com/office/drawing/2014/main" id="{E5AFC752-9C29-4770-A07E-A1F04BD5D5C2}"/>
                    </a:ext>
                  </a:extLst>
                </p:cNvPr>
                <p:cNvGrpSpPr/>
                <p:nvPr/>
              </p:nvGrpSpPr>
              <p:grpSpPr>
                <a:xfrm>
                  <a:off x="2066338" y="2116662"/>
                  <a:ext cx="143208" cy="90653"/>
                  <a:chOff x="2066338" y="2116662"/>
                  <a:chExt cx="143208" cy="90653"/>
                </a:xfrm>
                <a:solidFill>
                  <a:schemeClr val="accent1"/>
                </a:solidFill>
              </p:grpSpPr>
              <p:sp>
                <p:nvSpPr>
                  <p:cNvPr id="9813" name="Forme libre : forme 9812">
                    <a:extLst>
                      <a:ext uri="{FF2B5EF4-FFF2-40B4-BE49-F238E27FC236}">
                        <a16:creationId xmlns:a16="http://schemas.microsoft.com/office/drawing/2014/main" id="{00B00F9B-0845-4FA3-9488-8066A3BDA2F6}"/>
                      </a:ext>
                    </a:extLst>
                  </p:cNvPr>
                  <p:cNvSpPr/>
                  <p:nvPr/>
                </p:nvSpPr>
                <p:spPr>
                  <a:xfrm>
                    <a:off x="2070600" y="2121768"/>
                    <a:ext cx="55003" cy="73559"/>
                  </a:xfrm>
                  <a:custGeom>
                    <a:avLst/>
                    <a:gdLst>
                      <a:gd name="connsiteX0" fmla="*/ 18522 w 55003"/>
                      <a:gd name="connsiteY0" fmla="*/ 12689 h 73559"/>
                      <a:gd name="connsiteX1" fmla="*/ 4139 w 55003"/>
                      <a:gd name="connsiteY1" fmla="*/ 27167 h 73559"/>
                      <a:gd name="connsiteX2" fmla="*/ 805 w 55003"/>
                      <a:gd name="connsiteY2" fmla="*/ 48122 h 73559"/>
                      <a:gd name="connsiteX3" fmla="*/ 4234 w 55003"/>
                      <a:gd name="connsiteY3" fmla="*/ 56218 h 73559"/>
                      <a:gd name="connsiteX4" fmla="*/ 10330 w 55003"/>
                      <a:gd name="connsiteY4" fmla="*/ 65458 h 73559"/>
                      <a:gd name="connsiteX5" fmla="*/ 21760 w 55003"/>
                      <a:gd name="connsiteY5" fmla="*/ 71268 h 73559"/>
                      <a:gd name="connsiteX6" fmla="*/ 33095 w 55003"/>
                      <a:gd name="connsiteY6" fmla="*/ 73554 h 73559"/>
                      <a:gd name="connsiteX7" fmla="*/ 43382 w 55003"/>
                      <a:gd name="connsiteY7" fmla="*/ 68696 h 73559"/>
                      <a:gd name="connsiteX8" fmla="*/ 44334 w 55003"/>
                      <a:gd name="connsiteY8" fmla="*/ 66601 h 73559"/>
                      <a:gd name="connsiteX9" fmla="*/ 42144 w 55003"/>
                      <a:gd name="connsiteY9" fmla="*/ 62886 h 73559"/>
                      <a:gd name="connsiteX10" fmla="*/ 30523 w 55003"/>
                      <a:gd name="connsiteY10" fmla="*/ 53361 h 73559"/>
                      <a:gd name="connsiteX11" fmla="*/ 24237 w 55003"/>
                      <a:gd name="connsiteY11" fmla="*/ 39264 h 73559"/>
                      <a:gd name="connsiteX12" fmla="*/ 30904 w 55003"/>
                      <a:gd name="connsiteY12" fmla="*/ 24595 h 73559"/>
                      <a:gd name="connsiteX13" fmla="*/ 41287 w 55003"/>
                      <a:gd name="connsiteY13" fmla="*/ 13832 h 73559"/>
                      <a:gd name="connsiteX14" fmla="*/ 53669 w 55003"/>
                      <a:gd name="connsiteY14" fmla="*/ 4974 h 73559"/>
                      <a:gd name="connsiteX15" fmla="*/ 48811 w 55003"/>
                      <a:gd name="connsiteY15" fmla="*/ 116 h 73559"/>
                      <a:gd name="connsiteX16" fmla="*/ 34143 w 55003"/>
                      <a:gd name="connsiteY16" fmla="*/ 4402 h 73559"/>
                      <a:gd name="connsiteX17" fmla="*/ 18522 w 55003"/>
                      <a:gd name="connsiteY17" fmla="*/ 12689 h 73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5003" h="73559">
                        <a:moveTo>
                          <a:pt x="18522" y="12689"/>
                        </a:moveTo>
                        <a:cubicBezTo>
                          <a:pt x="12997" y="16499"/>
                          <a:pt x="7758" y="21071"/>
                          <a:pt x="4139" y="27167"/>
                        </a:cubicBezTo>
                        <a:cubicBezTo>
                          <a:pt x="520" y="33263"/>
                          <a:pt x="-1100" y="41074"/>
                          <a:pt x="805" y="48122"/>
                        </a:cubicBezTo>
                        <a:cubicBezTo>
                          <a:pt x="1567" y="50980"/>
                          <a:pt x="2901" y="53647"/>
                          <a:pt x="4234" y="56218"/>
                        </a:cubicBezTo>
                        <a:cubicBezTo>
                          <a:pt x="5949" y="59552"/>
                          <a:pt x="7663" y="62981"/>
                          <a:pt x="10330" y="65458"/>
                        </a:cubicBezTo>
                        <a:cubicBezTo>
                          <a:pt x="13569" y="68601"/>
                          <a:pt x="17760" y="69934"/>
                          <a:pt x="21760" y="71268"/>
                        </a:cubicBezTo>
                        <a:cubicBezTo>
                          <a:pt x="25475" y="72411"/>
                          <a:pt x="29190" y="73649"/>
                          <a:pt x="33095" y="73554"/>
                        </a:cubicBezTo>
                        <a:cubicBezTo>
                          <a:pt x="36905" y="73459"/>
                          <a:pt x="40906" y="72030"/>
                          <a:pt x="43382" y="68696"/>
                        </a:cubicBezTo>
                        <a:cubicBezTo>
                          <a:pt x="43858" y="68125"/>
                          <a:pt x="44239" y="67363"/>
                          <a:pt x="44334" y="66601"/>
                        </a:cubicBezTo>
                        <a:cubicBezTo>
                          <a:pt x="44430" y="65077"/>
                          <a:pt x="43287" y="63838"/>
                          <a:pt x="42144" y="62886"/>
                        </a:cubicBezTo>
                        <a:cubicBezTo>
                          <a:pt x="38334" y="59647"/>
                          <a:pt x="34048" y="57076"/>
                          <a:pt x="30523" y="53361"/>
                        </a:cubicBezTo>
                        <a:cubicBezTo>
                          <a:pt x="26999" y="49646"/>
                          <a:pt x="24142" y="44693"/>
                          <a:pt x="24237" y="39264"/>
                        </a:cubicBezTo>
                        <a:cubicBezTo>
                          <a:pt x="24332" y="33644"/>
                          <a:pt x="27571" y="28691"/>
                          <a:pt x="30904" y="24595"/>
                        </a:cubicBezTo>
                        <a:cubicBezTo>
                          <a:pt x="34143" y="20690"/>
                          <a:pt x="37572" y="17071"/>
                          <a:pt x="41287" y="13832"/>
                        </a:cubicBezTo>
                        <a:cubicBezTo>
                          <a:pt x="45097" y="10594"/>
                          <a:pt x="50050" y="8403"/>
                          <a:pt x="53669" y="4974"/>
                        </a:cubicBezTo>
                        <a:cubicBezTo>
                          <a:pt x="57670" y="1069"/>
                          <a:pt x="51669" y="-455"/>
                          <a:pt x="48811" y="116"/>
                        </a:cubicBezTo>
                        <a:cubicBezTo>
                          <a:pt x="43858" y="1069"/>
                          <a:pt x="38905" y="2497"/>
                          <a:pt x="34143" y="4402"/>
                        </a:cubicBezTo>
                        <a:cubicBezTo>
                          <a:pt x="28714" y="6498"/>
                          <a:pt x="23475" y="9355"/>
                          <a:pt x="18522" y="1268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8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14" name="Forme libre : forme 9813">
                    <a:extLst>
                      <a:ext uri="{FF2B5EF4-FFF2-40B4-BE49-F238E27FC236}">
                        <a16:creationId xmlns:a16="http://schemas.microsoft.com/office/drawing/2014/main" id="{393F42FA-41A1-4A4A-9BD1-5E79C1E07C8B}"/>
                      </a:ext>
                    </a:extLst>
                  </p:cNvPr>
                  <p:cNvSpPr/>
                  <p:nvPr/>
                </p:nvSpPr>
                <p:spPr>
                  <a:xfrm>
                    <a:off x="2116935" y="2126075"/>
                    <a:ext cx="8191" cy="9334"/>
                  </a:xfrm>
                  <a:custGeom>
                    <a:avLst/>
                    <a:gdLst>
                      <a:gd name="connsiteX0" fmla="*/ 8191 w 8191"/>
                      <a:gd name="connsiteY0" fmla="*/ 4667 h 9334"/>
                      <a:gd name="connsiteX1" fmla="*/ 4096 w 8191"/>
                      <a:gd name="connsiteY1" fmla="*/ 9335 h 9334"/>
                      <a:gd name="connsiteX2" fmla="*/ 0 w 8191"/>
                      <a:gd name="connsiteY2" fmla="*/ 4667 h 9334"/>
                      <a:gd name="connsiteX3" fmla="*/ 4096 w 8191"/>
                      <a:gd name="connsiteY3" fmla="*/ 0 h 9334"/>
                      <a:gd name="connsiteX4" fmla="*/ 8191 w 8191"/>
                      <a:gd name="connsiteY4" fmla="*/ 4667 h 9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91" h="9334">
                        <a:moveTo>
                          <a:pt x="8191" y="4667"/>
                        </a:moveTo>
                        <a:cubicBezTo>
                          <a:pt x="8191" y="7245"/>
                          <a:pt x="6358" y="9335"/>
                          <a:pt x="4096" y="9335"/>
                        </a:cubicBezTo>
                        <a:cubicBezTo>
                          <a:pt x="1834" y="9335"/>
                          <a:pt x="0" y="7245"/>
                          <a:pt x="0" y="4667"/>
                        </a:cubicBezTo>
                        <a:cubicBezTo>
                          <a:pt x="0" y="2090"/>
                          <a:pt x="1834" y="0"/>
                          <a:pt x="4096" y="0"/>
                        </a:cubicBezTo>
                        <a:cubicBezTo>
                          <a:pt x="6358" y="0"/>
                          <a:pt x="8191" y="2089"/>
                          <a:pt x="8191" y="466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15" name="Forme libre : forme 9814">
                    <a:extLst>
                      <a:ext uri="{FF2B5EF4-FFF2-40B4-BE49-F238E27FC236}">
                        <a16:creationId xmlns:a16="http://schemas.microsoft.com/office/drawing/2014/main" id="{F785CFAC-661F-4E4F-8C59-61DE21720D8E}"/>
                      </a:ext>
                    </a:extLst>
                  </p:cNvPr>
                  <p:cNvSpPr/>
                  <p:nvPr/>
                </p:nvSpPr>
                <p:spPr>
                  <a:xfrm>
                    <a:off x="2105315" y="2123694"/>
                    <a:ext cx="4952" cy="5715"/>
                  </a:xfrm>
                  <a:custGeom>
                    <a:avLst/>
                    <a:gdLst>
                      <a:gd name="connsiteX0" fmla="*/ 4953 w 4952"/>
                      <a:gd name="connsiteY0" fmla="*/ 2857 h 5715"/>
                      <a:gd name="connsiteX1" fmla="*/ 2476 w 4952"/>
                      <a:gd name="connsiteY1" fmla="*/ 5715 h 5715"/>
                      <a:gd name="connsiteX2" fmla="*/ 0 w 4952"/>
                      <a:gd name="connsiteY2" fmla="*/ 2857 h 5715"/>
                      <a:gd name="connsiteX3" fmla="*/ 2476 w 4952"/>
                      <a:gd name="connsiteY3" fmla="*/ 0 h 5715"/>
                      <a:gd name="connsiteX4" fmla="*/ 4953 w 4952"/>
                      <a:gd name="connsiteY4" fmla="*/ 2857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2" h="5715">
                        <a:moveTo>
                          <a:pt x="4953" y="2857"/>
                        </a:moveTo>
                        <a:cubicBezTo>
                          <a:pt x="4953" y="4436"/>
                          <a:pt x="3844" y="5715"/>
                          <a:pt x="2476" y="5715"/>
                        </a:cubicBezTo>
                        <a:cubicBezTo>
                          <a:pt x="1109" y="5715"/>
                          <a:pt x="0" y="4436"/>
                          <a:pt x="0" y="2857"/>
                        </a:cubicBezTo>
                        <a:cubicBezTo>
                          <a:pt x="0" y="1279"/>
                          <a:pt x="1108" y="0"/>
                          <a:pt x="2476" y="0"/>
                        </a:cubicBezTo>
                        <a:cubicBezTo>
                          <a:pt x="3844" y="0"/>
                          <a:pt x="4953" y="1279"/>
                          <a:pt x="4953" y="2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16" name="Forme libre : forme 9815">
                    <a:extLst>
                      <a:ext uri="{FF2B5EF4-FFF2-40B4-BE49-F238E27FC236}">
                        <a16:creationId xmlns:a16="http://schemas.microsoft.com/office/drawing/2014/main" id="{B6274C60-6CBD-431A-B75C-0EF27553D5DD}"/>
                      </a:ext>
                    </a:extLst>
                  </p:cNvPr>
                  <p:cNvSpPr/>
                  <p:nvPr/>
                </p:nvSpPr>
                <p:spPr>
                  <a:xfrm>
                    <a:off x="2173799" y="2131599"/>
                    <a:ext cx="31430" cy="58388"/>
                  </a:xfrm>
                  <a:custGeom>
                    <a:avLst/>
                    <a:gdLst>
                      <a:gd name="connsiteX0" fmla="*/ 28480 w 31430"/>
                      <a:gd name="connsiteY0" fmla="*/ 58388 h 58388"/>
                      <a:gd name="connsiteX1" fmla="*/ 0 w 31430"/>
                      <a:gd name="connsiteY1" fmla="*/ 0 h 58388"/>
                      <a:gd name="connsiteX2" fmla="*/ 28480 w 31430"/>
                      <a:gd name="connsiteY2" fmla="*/ 58388 h 58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430" h="58388">
                        <a:moveTo>
                          <a:pt x="28480" y="58388"/>
                        </a:moveTo>
                        <a:cubicBezTo>
                          <a:pt x="42863" y="24003"/>
                          <a:pt x="0" y="0"/>
                          <a:pt x="0" y="0"/>
                        </a:cubicBezTo>
                        <a:cubicBezTo>
                          <a:pt x="0" y="0"/>
                          <a:pt x="37719" y="26480"/>
                          <a:pt x="28480" y="58388"/>
                        </a:cubicBezTo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17" name="Forme libre : forme 9816">
                    <a:extLst>
                      <a:ext uri="{FF2B5EF4-FFF2-40B4-BE49-F238E27FC236}">
                        <a16:creationId xmlns:a16="http://schemas.microsoft.com/office/drawing/2014/main" id="{5B9AD334-39E4-4B20-A527-CD4F5D429CA5}"/>
                      </a:ext>
                    </a:extLst>
                  </p:cNvPr>
                  <p:cNvSpPr/>
                  <p:nvPr/>
                </p:nvSpPr>
                <p:spPr>
                  <a:xfrm>
                    <a:off x="2069405" y="2170652"/>
                    <a:ext cx="96202" cy="31833"/>
                  </a:xfrm>
                  <a:custGeom>
                    <a:avLst/>
                    <a:gdLst>
                      <a:gd name="connsiteX0" fmla="*/ 0 w 96202"/>
                      <a:gd name="connsiteY0" fmla="*/ 0 h 31833"/>
                      <a:gd name="connsiteX1" fmla="*/ 96203 w 96202"/>
                      <a:gd name="connsiteY1" fmla="*/ 31813 h 31833"/>
                      <a:gd name="connsiteX2" fmla="*/ 0 w 96202"/>
                      <a:gd name="connsiteY2" fmla="*/ 0 h 31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6202" h="31833">
                        <a:moveTo>
                          <a:pt x="0" y="0"/>
                        </a:moveTo>
                        <a:cubicBezTo>
                          <a:pt x="0" y="0"/>
                          <a:pt x="11144" y="30385"/>
                          <a:pt x="96203" y="31813"/>
                        </a:cubicBezTo>
                        <a:cubicBezTo>
                          <a:pt x="96203" y="31813"/>
                          <a:pt x="31052" y="3371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18" name="Forme libre : forme 9817">
                    <a:extLst>
                      <a:ext uri="{FF2B5EF4-FFF2-40B4-BE49-F238E27FC236}">
                        <a16:creationId xmlns:a16="http://schemas.microsoft.com/office/drawing/2014/main" id="{D51CC0A5-AEB1-48AC-8B2F-5C47927639D4}"/>
                      </a:ext>
                    </a:extLst>
                  </p:cNvPr>
                  <p:cNvSpPr/>
                  <p:nvPr/>
                </p:nvSpPr>
                <p:spPr>
                  <a:xfrm>
                    <a:off x="2066338" y="2116662"/>
                    <a:ext cx="143208" cy="90653"/>
                  </a:xfrm>
                  <a:custGeom>
                    <a:avLst/>
                    <a:gdLst>
                      <a:gd name="connsiteX0" fmla="*/ 143085 w 143208"/>
                      <a:gd name="connsiteY0" fmla="*/ 62181 h 90653"/>
                      <a:gd name="connsiteX1" fmla="*/ 68790 w 143208"/>
                      <a:gd name="connsiteY1" fmla="*/ 89328 h 90653"/>
                      <a:gd name="connsiteX2" fmla="*/ 114 w 143208"/>
                      <a:gd name="connsiteY2" fmla="*/ 45989 h 90653"/>
                      <a:gd name="connsiteX3" fmla="*/ 77077 w 143208"/>
                      <a:gd name="connsiteY3" fmla="*/ 555 h 90653"/>
                      <a:gd name="connsiteX4" fmla="*/ 143085 w 143208"/>
                      <a:gd name="connsiteY4" fmla="*/ 62181 h 90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208" h="90653">
                        <a:moveTo>
                          <a:pt x="143085" y="62181"/>
                        </a:moveTo>
                        <a:cubicBezTo>
                          <a:pt x="140799" y="86661"/>
                          <a:pt x="107461" y="93995"/>
                          <a:pt x="68790" y="89328"/>
                        </a:cubicBezTo>
                        <a:cubicBezTo>
                          <a:pt x="30118" y="84660"/>
                          <a:pt x="-2172" y="70468"/>
                          <a:pt x="114" y="45989"/>
                        </a:cubicBezTo>
                        <a:cubicBezTo>
                          <a:pt x="2401" y="21510"/>
                          <a:pt x="38405" y="-4113"/>
                          <a:pt x="77077" y="555"/>
                        </a:cubicBezTo>
                        <a:cubicBezTo>
                          <a:pt x="115748" y="5222"/>
                          <a:pt x="145371" y="37702"/>
                          <a:pt x="143085" y="6218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6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19" name="Forme libre : forme 9818">
                    <a:extLst>
                      <a:ext uri="{FF2B5EF4-FFF2-40B4-BE49-F238E27FC236}">
                        <a16:creationId xmlns:a16="http://schemas.microsoft.com/office/drawing/2014/main" id="{63184E3D-B8F9-4497-9B94-28563C157B20}"/>
                      </a:ext>
                    </a:extLst>
                  </p:cNvPr>
                  <p:cNvSpPr/>
                  <p:nvPr/>
                </p:nvSpPr>
                <p:spPr>
                  <a:xfrm>
                    <a:off x="2074420" y="2152646"/>
                    <a:ext cx="127611" cy="50947"/>
                  </a:xfrm>
                  <a:custGeom>
                    <a:avLst/>
                    <a:gdLst>
                      <a:gd name="connsiteX0" fmla="*/ 127477 w 127611"/>
                      <a:gd name="connsiteY0" fmla="*/ 32865 h 50947"/>
                      <a:gd name="connsiteX1" fmla="*/ 60898 w 127611"/>
                      <a:gd name="connsiteY1" fmla="*/ 49248 h 50947"/>
                      <a:gd name="connsiteX2" fmla="*/ 128 w 127611"/>
                      <a:gd name="connsiteY2" fmla="*/ 17053 h 50947"/>
                      <a:gd name="connsiteX3" fmla="*/ 68232 w 127611"/>
                      <a:gd name="connsiteY3" fmla="*/ 1908 h 50947"/>
                      <a:gd name="connsiteX4" fmla="*/ 127477 w 127611"/>
                      <a:gd name="connsiteY4" fmla="*/ 32865 h 50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611" h="50947">
                        <a:moveTo>
                          <a:pt x="127477" y="32865"/>
                        </a:moveTo>
                        <a:cubicBezTo>
                          <a:pt x="125192" y="49724"/>
                          <a:pt x="95378" y="53724"/>
                          <a:pt x="60898" y="49248"/>
                        </a:cubicBezTo>
                        <a:cubicBezTo>
                          <a:pt x="26417" y="44771"/>
                          <a:pt x="-2158" y="34008"/>
                          <a:pt x="128" y="17053"/>
                        </a:cubicBezTo>
                        <a:cubicBezTo>
                          <a:pt x="2414" y="194"/>
                          <a:pt x="33752" y="-2568"/>
                          <a:pt x="68232" y="1908"/>
                        </a:cubicBezTo>
                        <a:cubicBezTo>
                          <a:pt x="102617" y="6480"/>
                          <a:pt x="129763" y="16005"/>
                          <a:pt x="127477" y="32865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8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20" name="Forme libre : forme 9819">
                    <a:extLst>
                      <a:ext uri="{FF2B5EF4-FFF2-40B4-BE49-F238E27FC236}">
                        <a16:creationId xmlns:a16="http://schemas.microsoft.com/office/drawing/2014/main" id="{288D3968-F2DD-4731-B8F5-D9C1CA66AC04}"/>
                      </a:ext>
                    </a:extLst>
                  </p:cNvPr>
                  <p:cNvSpPr/>
                  <p:nvPr/>
                </p:nvSpPr>
                <p:spPr>
                  <a:xfrm>
                    <a:off x="2066338" y="2116662"/>
                    <a:ext cx="143208" cy="90653"/>
                  </a:xfrm>
                  <a:custGeom>
                    <a:avLst/>
                    <a:gdLst>
                      <a:gd name="connsiteX0" fmla="*/ 143085 w 143208"/>
                      <a:gd name="connsiteY0" fmla="*/ 62181 h 90653"/>
                      <a:gd name="connsiteX1" fmla="*/ 68790 w 143208"/>
                      <a:gd name="connsiteY1" fmla="*/ 89328 h 90653"/>
                      <a:gd name="connsiteX2" fmla="*/ 114 w 143208"/>
                      <a:gd name="connsiteY2" fmla="*/ 45989 h 90653"/>
                      <a:gd name="connsiteX3" fmla="*/ 77077 w 143208"/>
                      <a:gd name="connsiteY3" fmla="*/ 555 h 90653"/>
                      <a:gd name="connsiteX4" fmla="*/ 143085 w 143208"/>
                      <a:gd name="connsiteY4" fmla="*/ 62181 h 90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208" h="90653">
                        <a:moveTo>
                          <a:pt x="143085" y="62181"/>
                        </a:moveTo>
                        <a:cubicBezTo>
                          <a:pt x="140799" y="86661"/>
                          <a:pt x="107461" y="93995"/>
                          <a:pt x="68790" y="89328"/>
                        </a:cubicBezTo>
                        <a:cubicBezTo>
                          <a:pt x="30118" y="84660"/>
                          <a:pt x="-2172" y="70468"/>
                          <a:pt x="114" y="45989"/>
                        </a:cubicBezTo>
                        <a:cubicBezTo>
                          <a:pt x="2401" y="21510"/>
                          <a:pt x="38405" y="-4113"/>
                          <a:pt x="77077" y="555"/>
                        </a:cubicBezTo>
                        <a:cubicBezTo>
                          <a:pt x="115748" y="5222"/>
                          <a:pt x="145371" y="37702"/>
                          <a:pt x="143085" y="62181"/>
                        </a:cubicBezTo>
                        <a:close/>
                      </a:path>
                    </a:pathLst>
                  </a:custGeom>
                  <a:noFill/>
                  <a:ln w="2303" cap="rnd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9786" name="Graphique 1">
                  <a:extLst>
                    <a:ext uri="{FF2B5EF4-FFF2-40B4-BE49-F238E27FC236}">
                      <a16:creationId xmlns:a16="http://schemas.microsoft.com/office/drawing/2014/main" id="{D835C25D-0EBF-4FC8-A983-2F0CBB05571F}"/>
                    </a:ext>
                  </a:extLst>
                </p:cNvPr>
                <p:cNvGrpSpPr/>
                <p:nvPr/>
              </p:nvGrpSpPr>
              <p:grpSpPr>
                <a:xfrm>
                  <a:off x="1877308" y="2094370"/>
                  <a:ext cx="117969" cy="98324"/>
                  <a:chOff x="1877308" y="2094370"/>
                  <a:chExt cx="117969" cy="98324"/>
                </a:xfrm>
                <a:solidFill>
                  <a:schemeClr val="accent1"/>
                </a:solidFill>
              </p:grpSpPr>
              <p:sp>
                <p:nvSpPr>
                  <p:cNvPr id="9805" name="Forme libre : forme 9804">
                    <a:extLst>
                      <a:ext uri="{FF2B5EF4-FFF2-40B4-BE49-F238E27FC236}">
                        <a16:creationId xmlns:a16="http://schemas.microsoft.com/office/drawing/2014/main" id="{C0C364DD-A339-465F-9986-6F53CD80ACBD}"/>
                      </a:ext>
                    </a:extLst>
                  </p:cNvPr>
                  <p:cNvSpPr/>
                  <p:nvPr/>
                </p:nvSpPr>
                <p:spPr>
                  <a:xfrm>
                    <a:off x="1880667" y="2105011"/>
                    <a:ext cx="39576" cy="83428"/>
                  </a:xfrm>
                  <a:custGeom>
                    <a:avLst/>
                    <a:gdLst>
                      <a:gd name="connsiteX0" fmla="*/ 11097 w 39576"/>
                      <a:gd name="connsiteY0" fmla="*/ 21349 h 83428"/>
                      <a:gd name="connsiteX1" fmla="*/ 1572 w 39576"/>
                      <a:gd name="connsiteY1" fmla="*/ 40304 h 83428"/>
                      <a:gd name="connsiteX2" fmla="*/ 1857 w 39576"/>
                      <a:gd name="connsiteY2" fmla="*/ 63450 h 83428"/>
                      <a:gd name="connsiteX3" fmla="*/ 5763 w 39576"/>
                      <a:gd name="connsiteY3" fmla="*/ 71260 h 83428"/>
                      <a:gd name="connsiteX4" fmla="*/ 11954 w 39576"/>
                      <a:gd name="connsiteY4" fmla="*/ 79642 h 83428"/>
                      <a:gd name="connsiteX5" fmla="*/ 22050 w 39576"/>
                      <a:gd name="connsiteY5" fmla="*/ 83071 h 83428"/>
                      <a:gd name="connsiteX6" fmla="*/ 31480 w 39576"/>
                      <a:gd name="connsiteY6" fmla="*/ 82785 h 83428"/>
                      <a:gd name="connsiteX7" fmla="*/ 39100 w 39576"/>
                      <a:gd name="connsiteY7" fmla="*/ 75070 h 83428"/>
                      <a:gd name="connsiteX8" fmla="*/ 39576 w 39576"/>
                      <a:gd name="connsiteY8" fmla="*/ 72594 h 83428"/>
                      <a:gd name="connsiteX9" fmla="*/ 37290 w 39576"/>
                      <a:gd name="connsiteY9" fmla="*/ 69165 h 83428"/>
                      <a:gd name="connsiteX10" fmla="*/ 26527 w 39576"/>
                      <a:gd name="connsiteY10" fmla="*/ 61830 h 83428"/>
                      <a:gd name="connsiteX11" fmla="*/ 19479 w 39576"/>
                      <a:gd name="connsiteY11" fmla="*/ 48305 h 83428"/>
                      <a:gd name="connsiteX12" fmla="*/ 22812 w 39576"/>
                      <a:gd name="connsiteY12" fmla="*/ 31065 h 83428"/>
                      <a:gd name="connsiteX13" fmla="*/ 29670 w 39576"/>
                      <a:gd name="connsiteY13" fmla="*/ 17063 h 83428"/>
                      <a:gd name="connsiteX14" fmla="*/ 38338 w 39576"/>
                      <a:gd name="connsiteY14" fmla="*/ 4680 h 83428"/>
                      <a:gd name="connsiteX15" fmla="*/ 33671 w 39576"/>
                      <a:gd name="connsiteY15" fmla="*/ 680 h 83428"/>
                      <a:gd name="connsiteX16" fmla="*/ 22431 w 39576"/>
                      <a:gd name="connsiteY16" fmla="*/ 8776 h 83428"/>
                      <a:gd name="connsiteX17" fmla="*/ 11097 w 39576"/>
                      <a:gd name="connsiteY17" fmla="*/ 21349 h 83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9576" h="83428">
                        <a:moveTo>
                          <a:pt x="11097" y="21349"/>
                        </a:moveTo>
                        <a:cubicBezTo>
                          <a:pt x="7191" y="26683"/>
                          <a:pt x="3572" y="32874"/>
                          <a:pt x="1572" y="40304"/>
                        </a:cubicBezTo>
                        <a:cubicBezTo>
                          <a:pt x="-429" y="47733"/>
                          <a:pt x="-714" y="56496"/>
                          <a:pt x="1857" y="63450"/>
                        </a:cubicBezTo>
                        <a:cubicBezTo>
                          <a:pt x="2905" y="66307"/>
                          <a:pt x="4334" y="68784"/>
                          <a:pt x="5763" y="71260"/>
                        </a:cubicBezTo>
                        <a:cubicBezTo>
                          <a:pt x="7572" y="74403"/>
                          <a:pt x="9477" y="77547"/>
                          <a:pt x="11954" y="79642"/>
                        </a:cubicBezTo>
                        <a:cubicBezTo>
                          <a:pt x="15002" y="82214"/>
                          <a:pt x="18621" y="82690"/>
                          <a:pt x="22050" y="83071"/>
                        </a:cubicBezTo>
                        <a:cubicBezTo>
                          <a:pt x="25194" y="83452"/>
                          <a:pt x="28432" y="83738"/>
                          <a:pt x="31480" y="82785"/>
                        </a:cubicBezTo>
                        <a:cubicBezTo>
                          <a:pt x="34528" y="81738"/>
                          <a:pt x="37576" y="79261"/>
                          <a:pt x="39100" y="75070"/>
                        </a:cubicBezTo>
                        <a:cubicBezTo>
                          <a:pt x="39386" y="74308"/>
                          <a:pt x="39576" y="73451"/>
                          <a:pt x="39576" y="72594"/>
                        </a:cubicBezTo>
                        <a:cubicBezTo>
                          <a:pt x="39481" y="70879"/>
                          <a:pt x="38338" y="69831"/>
                          <a:pt x="37290" y="69165"/>
                        </a:cubicBezTo>
                        <a:cubicBezTo>
                          <a:pt x="33766" y="66688"/>
                          <a:pt x="29956" y="64878"/>
                          <a:pt x="26527" y="61830"/>
                        </a:cubicBezTo>
                        <a:cubicBezTo>
                          <a:pt x="23193" y="58782"/>
                          <a:pt x="20145" y="54115"/>
                          <a:pt x="19479" y="48305"/>
                        </a:cubicBezTo>
                        <a:cubicBezTo>
                          <a:pt x="18812" y="42304"/>
                          <a:pt x="20622" y="36303"/>
                          <a:pt x="22812" y="31065"/>
                        </a:cubicBezTo>
                        <a:cubicBezTo>
                          <a:pt x="24813" y="26112"/>
                          <a:pt x="27194" y="21444"/>
                          <a:pt x="29670" y="17063"/>
                        </a:cubicBezTo>
                        <a:cubicBezTo>
                          <a:pt x="32242" y="12681"/>
                          <a:pt x="35957" y="9157"/>
                          <a:pt x="38338" y="4680"/>
                        </a:cubicBezTo>
                        <a:cubicBezTo>
                          <a:pt x="41005" y="-368"/>
                          <a:pt x="35957" y="-654"/>
                          <a:pt x="33671" y="680"/>
                        </a:cubicBezTo>
                        <a:cubicBezTo>
                          <a:pt x="29766" y="2871"/>
                          <a:pt x="26051" y="5633"/>
                          <a:pt x="22431" y="8776"/>
                        </a:cubicBezTo>
                        <a:cubicBezTo>
                          <a:pt x="18431" y="12300"/>
                          <a:pt x="14621" y="16587"/>
                          <a:pt x="11097" y="2134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8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06" name="Forme libre : forme 9805">
                    <a:extLst>
                      <a:ext uri="{FF2B5EF4-FFF2-40B4-BE49-F238E27FC236}">
                        <a16:creationId xmlns:a16="http://schemas.microsoft.com/office/drawing/2014/main" id="{0196DEC5-4959-49DC-9969-0D97C92A9D77}"/>
                      </a:ext>
                    </a:extLst>
                  </p:cNvPr>
                  <p:cNvSpPr/>
                  <p:nvPr/>
                </p:nvSpPr>
                <p:spPr>
                  <a:xfrm>
                    <a:off x="1913672" y="2109692"/>
                    <a:ext cx="6667" cy="10096"/>
                  </a:xfrm>
                  <a:custGeom>
                    <a:avLst/>
                    <a:gdLst>
                      <a:gd name="connsiteX0" fmla="*/ 6667 w 6667"/>
                      <a:gd name="connsiteY0" fmla="*/ 5048 h 10096"/>
                      <a:gd name="connsiteX1" fmla="*/ 3334 w 6667"/>
                      <a:gd name="connsiteY1" fmla="*/ 10097 h 10096"/>
                      <a:gd name="connsiteX2" fmla="*/ 0 w 6667"/>
                      <a:gd name="connsiteY2" fmla="*/ 5048 h 10096"/>
                      <a:gd name="connsiteX3" fmla="*/ 3334 w 6667"/>
                      <a:gd name="connsiteY3" fmla="*/ 0 h 10096"/>
                      <a:gd name="connsiteX4" fmla="*/ 6667 w 6667"/>
                      <a:gd name="connsiteY4" fmla="*/ 5048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7" h="10096">
                        <a:moveTo>
                          <a:pt x="6667" y="5048"/>
                        </a:moveTo>
                        <a:cubicBezTo>
                          <a:pt x="6667" y="7836"/>
                          <a:pt x="5175" y="10097"/>
                          <a:pt x="3334" y="10097"/>
                        </a:cubicBezTo>
                        <a:cubicBezTo>
                          <a:pt x="1493" y="10097"/>
                          <a:pt x="0" y="7836"/>
                          <a:pt x="0" y="5048"/>
                        </a:cubicBezTo>
                        <a:cubicBezTo>
                          <a:pt x="0" y="2260"/>
                          <a:pt x="1493" y="0"/>
                          <a:pt x="3334" y="0"/>
                        </a:cubicBezTo>
                        <a:cubicBezTo>
                          <a:pt x="5175" y="0"/>
                          <a:pt x="6667" y="2260"/>
                          <a:pt x="6667" y="5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07" name="Forme libre : forme 9806">
                    <a:extLst>
                      <a:ext uri="{FF2B5EF4-FFF2-40B4-BE49-F238E27FC236}">
                        <a16:creationId xmlns:a16="http://schemas.microsoft.com/office/drawing/2014/main" id="{6FC39100-B4B0-4304-AAA7-7CB2AA87382F}"/>
                      </a:ext>
                    </a:extLst>
                  </p:cNvPr>
                  <p:cNvSpPr/>
                  <p:nvPr/>
                </p:nvSpPr>
                <p:spPr>
                  <a:xfrm>
                    <a:off x="1903575" y="2110263"/>
                    <a:ext cx="4190" cy="6286"/>
                  </a:xfrm>
                  <a:custGeom>
                    <a:avLst/>
                    <a:gdLst>
                      <a:gd name="connsiteX0" fmla="*/ 4191 w 4190"/>
                      <a:gd name="connsiteY0" fmla="*/ 3143 h 6286"/>
                      <a:gd name="connsiteX1" fmla="*/ 2096 w 4190"/>
                      <a:gd name="connsiteY1" fmla="*/ 6287 h 6286"/>
                      <a:gd name="connsiteX2" fmla="*/ 0 w 4190"/>
                      <a:gd name="connsiteY2" fmla="*/ 3143 h 6286"/>
                      <a:gd name="connsiteX3" fmla="*/ 2096 w 4190"/>
                      <a:gd name="connsiteY3" fmla="*/ 0 h 6286"/>
                      <a:gd name="connsiteX4" fmla="*/ 4191 w 4190"/>
                      <a:gd name="connsiteY4" fmla="*/ 3143 h 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0" h="6286">
                        <a:moveTo>
                          <a:pt x="4191" y="3143"/>
                        </a:moveTo>
                        <a:cubicBezTo>
                          <a:pt x="4191" y="4879"/>
                          <a:pt x="3253" y="6287"/>
                          <a:pt x="2096" y="6287"/>
                        </a:cubicBezTo>
                        <a:cubicBezTo>
                          <a:pt x="938" y="6287"/>
                          <a:pt x="0" y="4879"/>
                          <a:pt x="0" y="3143"/>
                        </a:cubicBezTo>
                        <a:cubicBezTo>
                          <a:pt x="0" y="1407"/>
                          <a:pt x="938" y="0"/>
                          <a:pt x="2096" y="0"/>
                        </a:cubicBezTo>
                        <a:cubicBezTo>
                          <a:pt x="3253" y="0"/>
                          <a:pt x="4191" y="1407"/>
                          <a:pt x="4191" y="314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08" name="Forme libre : forme 9807">
                    <a:extLst>
                      <a:ext uri="{FF2B5EF4-FFF2-40B4-BE49-F238E27FC236}">
                        <a16:creationId xmlns:a16="http://schemas.microsoft.com/office/drawing/2014/main" id="{A5C933F7-D641-47B8-A8F5-BFF7C44BB432}"/>
                      </a:ext>
                    </a:extLst>
                  </p:cNvPr>
                  <p:cNvSpPr/>
                  <p:nvPr/>
                </p:nvSpPr>
                <p:spPr>
                  <a:xfrm>
                    <a:off x="1959772" y="2102929"/>
                    <a:ext cx="32048" cy="55340"/>
                  </a:xfrm>
                  <a:custGeom>
                    <a:avLst/>
                    <a:gdLst>
                      <a:gd name="connsiteX0" fmla="*/ 31242 w 32048"/>
                      <a:gd name="connsiteY0" fmla="*/ 55340 h 55340"/>
                      <a:gd name="connsiteX1" fmla="*/ 0 w 32048"/>
                      <a:gd name="connsiteY1" fmla="*/ 0 h 55340"/>
                      <a:gd name="connsiteX2" fmla="*/ 31242 w 32048"/>
                      <a:gd name="connsiteY2" fmla="*/ 55340 h 55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048" h="55340">
                        <a:moveTo>
                          <a:pt x="31242" y="55340"/>
                        </a:moveTo>
                        <a:cubicBezTo>
                          <a:pt x="38005" y="15145"/>
                          <a:pt x="0" y="0"/>
                          <a:pt x="0" y="0"/>
                        </a:cubicBezTo>
                        <a:cubicBezTo>
                          <a:pt x="0" y="0"/>
                          <a:pt x="34195" y="19145"/>
                          <a:pt x="31242" y="55340"/>
                        </a:cubicBezTo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09" name="Forme libre : forme 9808">
                    <a:extLst>
                      <a:ext uri="{FF2B5EF4-FFF2-40B4-BE49-F238E27FC236}">
                        <a16:creationId xmlns:a16="http://schemas.microsoft.com/office/drawing/2014/main" id="{38A45BF2-463D-4B37-97D4-E3CA1DA0EC09}"/>
                      </a:ext>
                    </a:extLst>
                  </p:cNvPr>
                  <p:cNvSpPr/>
                  <p:nvPr/>
                </p:nvSpPr>
                <p:spPr>
                  <a:xfrm>
                    <a:off x="1881001" y="2169699"/>
                    <a:ext cx="82200" cy="17084"/>
                  </a:xfrm>
                  <a:custGeom>
                    <a:avLst/>
                    <a:gdLst>
                      <a:gd name="connsiteX0" fmla="*/ 0 w 82200"/>
                      <a:gd name="connsiteY0" fmla="*/ 0 h 17084"/>
                      <a:gd name="connsiteX1" fmla="*/ 82201 w 82200"/>
                      <a:gd name="connsiteY1" fmla="*/ 10763 h 17084"/>
                      <a:gd name="connsiteX2" fmla="*/ 0 w 82200"/>
                      <a:gd name="connsiteY2" fmla="*/ 0 h 17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2200" h="17084">
                        <a:moveTo>
                          <a:pt x="0" y="0"/>
                        </a:moveTo>
                        <a:cubicBezTo>
                          <a:pt x="0" y="0"/>
                          <a:pt x="13335" y="29718"/>
                          <a:pt x="82201" y="10763"/>
                        </a:cubicBezTo>
                        <a:cubicBezTo>
                          <a:pt x="82106" y="10763"/>
                          <a:pt x="29813" y="2857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10" name="Forme libre : forme 9809">
                    <a:extLst>
                      <a:ext uri="{FF2B5EF4-FFF2-40B4-BE49-F238E27FC236}">
                        <a16:creationId xmlns:a16="http://schemas.microsoft.com/office/drawing/2014/main" id="{C4E4658A-4C02-4822-864E-6F08E91F60FE}"/>
                      </a:ext>
                    </a:extLst>
                  </p:cNvPr>
                  <p:cNvSpPr/>
                  <p:nvPr/>
                </p:nvSpPr>
                <p:spPr>
                  <a:xfrm>
                    <a:off x="1877308" y="2094370"/>
                    <a:ext cx="117969" cy="98324"/>
                  </a:xfrm>
                  <a:custGeom>
                    <a:avLst/>
                    <a:gdLst>
                      <a:gd name="connsiteX0" fmla="*/ 117897 w 117969"/>
                      <a:gd name="connsiteY0" fmla="*/ 50278 h 98324"/>
                      <a:gd name="connsiteX1" fmla="*/ 61700 w 117969"/>
                      <a:gd name="connsiteY1" fmla="*/ 97141 h 98324"/>
                      <a:gd name="connsiteX2" fmla="*/ 73 w 117969"/>
                      <a:gd name="connsiteY2" fmla="*/ 67519 h 98324"/>
                      <a:gd name="connsiteX3" fmla="*/ 55794 w 117969"/>
                      <a:gd name="connsiteY3" fmla="*/ 462 h 98324"/>
                      <a:gd name="connsiteX4" fmla="*/ 117897 w 117969"/>
                      <a:gd name="connsiteY4" fmla="*/ 50278 h 98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969" h="98324">
                        <a:moveTo>
                          <a:pt x="117897" y="50278"/>
                        </a:moveTo>
                        <a:cubicBezTo>
                          <a:pt x="119516" y="76948"/>
                          <a:pt x="93608" y="92855"/>
                          <a:pt x="61700" y="97141"/>
                        </a:cubicBezTo>
                        <a:cubicBezTo>
                          <a:pt x="29791" y="101523"/>
                          <a:pt x="1692" y="94189"/>
                          <a:pt x="73" y="67519"/>
                        </a:cubicBezTo>
                        <a:cubicBezTo>
                          <a:pt x="-1546" y="40848"/>
                          <a:pt x="23981" y="4844"/>
                          <a:pt x="55794" y="462"/>
                        </a:cubicBezTo>
                        <a:cubicBezTo>
                          <a:pt x="87608" y="-3919"/>
                          <a:pt x="116278" y="23608"/>
                          <a:pt x="117897" y="5027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6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11" name="Forme libre : forme 9810">
                    <a:extLst>
                      <a:ext uri="{FF2B5EF4-FFF2-40B4-BE49-F238E27FC236}">
                        <a16:creationId xmlns:a16="http://schemas.microsoft.com/office/drawing/2014/main" id="{60DFCBE1-8D78-46F2-BF4A-1D801E115597}"/>
                      </a:ext>
                    </a:extLst>
                  </p:cNvPr>
                  <p:cNvSpPr/>
                  <p:nvPr/>
                </p:nvSpPr>
                <p:spPr>
                  <a:xfrm>
                    <a:off x="1884992" y="2133784"/>
                    <a:ext cx="105080" cy="54536"/>
                  </a:xfrm>
                  <a:custGeom>
                    <a:avLst/>
                    <a:gdLst>
                      <a:gd name="connsiteX0" fmla="*/ 105070 w 105080"/>
                      <a:gd name="connsiteY0" fmla="*/ 19913 h 54536"/>
                      <a:gd name="connsiteX1" fmla="*/ 53635 w 105080"/>
                      <a:gd name="connsiteY1" fmla="*/ 53441 h 54536"/>
                      <a:gd name="connsiteX2" fmla="*/ 10 w 105080"/>
                      <a:gd name="connsiteY2" fmla="*/ 33819 h 54536"/>
                      <a:gd name="connsiteX3" fmla="*/ 52873 w 105080"/>
                      <a:gd name="connsiteY3" fmla="*/ 1244 h 54536"/>
                      <a:gd name="connsiteX4" fmla="*/ 105070 w 105080"/>
                      <a:gd name="connsiteY4" fmla="*/ 19913 h 54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80" h="54536">
                        <a:moveTo>
                          <a:pt x="105070" y="19913"/>
                        </a:moveTo>
                        <a:cubicBezTo>
                          <a:pt x="105642" y="38487"/>
                          <a:pt x="82115" y="49917"/>
                          <a:pt x="53635" y="53441"/>
                        </a:cubicBezTo>
                        <a:cubicBezTo>
                          <a:pt x="25156" y="56965"/>
                          <a:pt x="486" y="52393"/>
                          <a:pt x="10" y="33819"/>
                        </a:cubicBezTo>
                        <a:cubicBezTo>
                          <a:pt x="-562" y="15246"/>
                          <a:pt x="24394" y="4768"/>
                          <a:pt x="52873" y="1244"/>
                        </a:cubicBezTo>
                        <a:cubicBezTo>
                          <a:pt x="81258" y="-2376"/>
                          <a:pt x="104499" y="1339"/>
                          <a:pt x="105070" y="1991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8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12" name="Forme libre : forme 9811">
                    <a:extLst>
                      <a:ext uri="{FF2B5EF4-FFF2-40B4-BE49-F238E27FC236}">
                        <a16:creationId xmlns:a16="http://schemas.microsoft.com/office/drawing/2014/main" id="{C61DBB80-AC61-4640-8B72-0ECFF50A9671}"/>
                      </a:ext>
                    </a:extLst>
                  </p:cNvPr>
                  <p:cNvSpPr/>
                  <p:nvPr/>
                </p:nvSpPr>
                <p:spPr>
                  <a:xfrm>
                    <a:off x="1877308" y="2094370"/>
                    <a:ext cx="117969" cy="98324"/>
                  </a:xfrm>
                  <a:custGeom>
                    <a:avLst/>
                    <a:gdLst>
                      <a:gd name="connsiteX0" fmla="*/ 117897 w 117969"/>
                      <a:gd name="connsiteY0" fmla="*/ 50278 h 98324"/>
                      <a:gd name="connsiteX1" fmla="*/ 61700 w 117969"/>
                      <a:gd name="connsiteY1" fmla="*/ 97141 h 98324"/>
                      <a:gd name="connsiteX2" fmla="*/ 73 w 117969"/>
                      <a:gd name="connsiteY2" fmla="*/ 67519 h 98324"/>
                      <a:gd name="connsiteX3" fmla="*/ 55794 w 117969"/>
                      <a:gd name="connsiteY3" fmla="*/ 462 h 98324"/>
                      <a:gd name="connsiteX4" fmla="*/ 117897 w 117969"/>
                      <a:gd name="connsiteY4" fmla="*/ 50278 h 98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969" h="98324">
                        <a:moveTo>
                          <a:pt x="117897" y="50278"/>
                        </a:moveTo>
                        <a:cubicBezTo>
                          <a:pt x="119516" y="76948"/>
                          <a:pt x="93608" y="92855"/>
                          <a:pt x="61700" y="97141"/>
                        </a:cubicBezTo>
                        <a:cubicBezTo>
                          <a:pt x="29791" y="101523"/>
                          <a:pt x="1692" y="94189"/>
                          <a:pt x="73" y="67519"/>
                        </a:cubicBezTo>
                        <a:cubicBezTo>
                          <a:pt x="-1546" y="40848"/>
                          <a:pt x="23981" y="4844"/>
                          <a:pt x="55794" y="462"/>
                        </a:cubicBezTo>
                        <a:cubicBezTo>
                          <a:pt x="87608" y="-3919"/>
                          <a:pt x="116278" y="23608"/>
                          <a:pt x="117897" y="50278"/>
                        </a:cubicBezTo>
                        <a:close/>
                      </a:path>
                    </a:pathLst>
                  </a:custGeom>
                  <a:noFill/>
                  <a:ln w="2180" cap="rnd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9787" name="Graphique 1">
                  <a:extLst>
                    <a:ext uri="{FF2B5EF4-FFF2-40B4-BE49-F238E27FC236}">
                      <a16:creationId xmlns:a16="http://schemas.microsoft.com/office/drawing/2014/main" id="{D35083E4-0ACB-481F-9CD4-51232EFD54E4}"/>
                    </a:ext>
                  </a:extLst>
                </p:cNvPr>
                <p:cNvGrpSpPr/>
                <p:nvPr/>
              </p:nvGrpSpPr>
              <p:grpSpPr>
                <a:xfrm>
                  <a:off x="2004252" y="2093499"/>
                  <a:ext cx="63154" cy="31625"/>
                  <a:chOff x="2004252" y="2093499"/>
                  <a:chExt cx="63154" cy="31625"/>
                </a:xfrm>
                <a:solidFill>
                  <a:schemeClr val="accent1"/>
                </a:solidFill>
              </p:grpSpPr>
              <p:sp>
                <p:nvSpPr>
                  <p:cNvPr id="9797" name="Forme libre : forme 9796">
                    <a:extLst>
                      <a:ext uri="{FF2B5EF4-FFF2-40B4-BE49-F238E27FC236}">
                        <a16:creationId xmlns:a16="http://schemas.microsoft.com/office/drawing/2014/main" id="{0D4422C5-0CBA-4ECD-9FD6-C25A97B2515C}"/>
                      </a:ext>
                    </a:extLst>
                  </p:cNvPr>
                  <p:cNvSpPr/>
                  <p:nvPr/>
                </p:nvSpPr>
                <p:spPr>
                  <a:xfrm>
                    <a:off x="2006066" y="2096258"/>
                    <a:ext cx="22172" cy="26749"/>
                  </a:xfrm>
                  <a:custGeom>
                    <a:avLst/>
                    <a:gdLst>
                      <a:gd name="connsiteX0" fmla="*/ 6665 w 22172"/>
                      <a:gd name="connsiteY0" fmla="*/ 5909 h 26749"/>
                      <a:gd name="connsiteX1" fmla="*/ 1141 w 22172"/>
                      <a:gd name="connsiteY1" fmla="*/ 11719 h 26749"/>
                      <a:gd name="connsiteX2" fmla="*/ 760 w 22172"/>
                      <a:gd name="connsiteY2" fmla="*/ 19244 h 26749"/>
                      <a:gd name="connsiteX3" fmla="*/ 2665 w 22172"/>
                      <a:gd name="connsiteY3" fmla="*/ 21911 h 26749"/>
                      <a:gd name="connsiteX4" fmla="*/ 5713 w 22172"/>
                      <a:gd name="connsiteY4" fmla="*/ 24864 h 26749"/>
                      <a:gd name="connsiteX5" fmla="*/ 11047 w 22172"/>
                      <a:gd name="connsiteY5" fmla="*/ 26388 h 26749"/>
                      <a:gd name="connsiteX6" fmla="*/ 16095 w 22172"/>
                      <a:gd name="connsiteY6" fmla="*/ 26673 h 26749"/>
                      <a:gd name="connsiteX7" fmla="*/ 20381 w 22172"/>
                      <a:gd name="connsiteY7" fmla="*/ 24482 h 26749"/>
                      <a:gd name="connsiteX8" fmla="*/ 20667 w 22172"/>
                      <a:gd name="connsiteY8" fmla="*/ 23721 h 26749"/>
                      <a:gd name="connsiteX9" fmla="*/ 19524 w 22172"/>
                      <a:gd name="connsiteY9" fmla="*/ 22482 h 26749"/>
                      <a:gd name="connsiteX10" fmla="*/ 14000 w 22172"/>
                      <a:gd name="connsiteY10" fmla="*/ 19720 h 26749"/>
                      <a:gd name="connsiteX11" fmla="*/ 10571 w 22172"/>
                      <a:gd name="connsiteY11" fmla="*/ 15053 h 26749"/>
                      <a:gd name="connsiteX12" fmla="*/ 12761 w 22172"/>
                      <a:gd name="connsiteY12" fmla="*/ 9624 h 26749"/>
                      <a:gd name="connsiteX13" fmla="*/ 16762 w 22172"/>
                      <a:gd name="connsiteY13" fmla="*/ 5337 h 26749"/>
                      <a:gd name="connsiteX14" fmla="*/ 21715 w 22172"/>
                      <a:gd name="connsiteY14" fmla="*/ 1623 h 26749"/>
                      <a:gd name="connsiteX15" fmla="*/ 19334 w 22172"/>
                      <a:gd name="connsiteY15" fmla="*/ 99 h 26749"/>
                      <a:gd name="connsiteX16" fmla="*/ 13142 w 22172"/>
                      <a:gd name="connsiteY16" fmla="*/ 2289 h 26749"/>
                      <a:gd name="connsiteX17" fmla="*/ 6665 w 22172"/>
                      <a:gd name="connsiteY17" fmla="*/ 5909 h 26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172" h="26749">
                        <a:moveTo>
                          <a:pt x="6665" y="5909"/>
                        </a:moveTo>
                        <a:cubicBezTo>
                          <a:pt x="4475" y="7528"/>
                          <a:pt x="2379" y="9338"/>
                          <a:pt x="1141" y="11719"/>
                        </a:cubicBezTo>
                        <a:cubicBezTo>
                          <a:pt x="-97" y="14005"/>
                          <a:pt x="-478" y="16863"/>
                          <a:pt x="760" y="19244"/>
                        </a:cubicBezTo>
                        <a:cubicBezTo>
                          <a:pt x="1236" y="20196"/>
                          <a:pt x="1998" y="21053"/>
                          <a:pt x="2665" y="21911"/>
                        </a:cubicBezTo>
                        <a:cubicBezTo>
                          <a:pt x="3617" y="22959"/>
                          <a:pt x="4475" y="24102"/>
                          <a:pt x="5713" y="24864"/>
                        </a:cubicBezTo>
                        <a:cubicBezTo>
                          <a:pt x="7237" y="25816"/>
                          <a:pt x="9142" y="26102"/>
                          <a:pt x="11047" y="26388"/>
                        </a:cubicBezTo>
                        <a:cubicBezTo>
                          <a:pt x="12761" y="26673"/>
                          <a:pt x="14381" y="26864"/>
                          <a:pt x="16095" y="26673"/>
                        </a:cubicBezTo>
                        <a:cubicBezTo>
                          <a:pt x="17810" y="26483"/>
                          <a:pt x="19429" y="25721"/>
                          <a:pt x="20381" y="24482"/>
                        </a:cubicBezTo>
                        <a:cubicBezTo>
                          <a:pt x="20572" y="24197"/>
                          <a:pt x="20667" y="24006"/>
                          <a:pt x="20667" y="23721"/>
                        </a:cubicBezTo>
                        <a:cubicBezTo>
                          <a:pt x="20667" y="23149"/>
                          <a:pt x="20096" y="22768"/>
                          <a:pt x="19524" y="22482"/>
                        </a:cubicBezTo>
                        <a:cubicBezTo>
                          <a:pt x="17714" y="21530"/>
                          <a:pt x="15714" y="20768"/>
                          <a:pt x="14000" y="19720"/>
                        </a:cubicBezTo>
                        <a:cubicBezTo>
                          <a:pt x="12285" y="18577"/>
                          <a:pt x="10761" y="16958"/>
                          <a:pt x="10571" y="15053"/>
                        </a:cubicBezTo>
                        <a:cubicBezTo>
                          <a:pt x="10380" y="13053"/>
                          <a:pt x="11523" y="11148"/>
                          <a:pt x="12761" y="9624"/>
                        </a:cubicBezTo>
                        <a:cubicBezTo>
                          <a:pt x="14000" y="8099"/>
                          <a:pt x="15333" y="6671"/>
                          <a:pt x="16762" y="5337"/>
                        </a:cubicBezTo>
                        <a:cubicBezTo>
                          <a:pt x="18286" y="4004"/>
                          <a:pt x="20286" y="3051"/>
                          <a:pt x="21715" y="1623"/>
                        </a:cubicBezTo>
                        <a:cubicBezTo>
                          <a:pt x="23239" y="99"/>
                          <a:pt x="20572" y="-187"/>
                          <a:pt x="19334" y="99"/>
                        </a:cubicBezTo>
                        <a:cubicBezTo>
                          <a:pt x="17238" y="670"/>
                          <a:pt x="15143" y="1432"/>
                          <a:pt x="13142" y="2289"/>
                        </a:cubicBezTo>
                        <a:cubicBezTo>
                          <a:pt x="10856" y="3242"/>
                          <a:pt x="8666" y="4480"/>
                          <a:pt x="6665" y="590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8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798" name="Forme libre : forme 9797">
                    <a:extLst>
                      <a:ext uri="{FF2B5EF4-FFF2-40B4-BE49-F238E27FC236}">
                        <a16:creationId xmlns:a16="http://schemas.microsoft.com/office/drawing/2014/main" id="{98027325-979A-4FB3-91F9-7F2BCB100E41}"/>
                      </a:ext>
                    </a:extLst>
                  </p:cNvPr>
                  <p:cNvSpPr/>
                  <p:nvPr/>
                </p:nvSpPr>
                <p:spPr>
                  <a:xfrm rot="-5142616">
                    <a:off x="2024936" y="2097508"/>
                    <a:ext cx="3238" cy="3619"/>
                  </a:xfrm>
                  <a:custGeom>
                    <a:avLst/>
                    <a:gdLst>
                      <a:gd name="connsiteX0" fmla="*/ 3239 w 3238"/>
                      <a:gd name="connsiteY0" fmla="*/ 1810 h 3619"/>
                      <a:gd name="connsiteX1" fmla="*/ 1619 w 3238"/>
                      <a:gd name="connsiteY1" fmla="*/ 3620 h 3619"/>
                      <a:gd name="connsiteX2" fmla="*/ 0 w 3238"/>
                      <a:gd name="connsiteY2" fmla="*/ 1810 h 3619"/>
                      <a:gd name="connsiteX3" fmla="*/ 1619 w 3238"/>
                      <a:gd name="connsiteY3" fmla="*/ 0 h 3619"/>
                      <a:gd name="connsiteX4" fmla="*/ 3239 w 3238"/>
                      <a:gd name="connsiteY4" fmla="*/ 1810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8" h="3619">
                        <a:moveTo>
                          <a:pt x="3239" y="1810"/>
                        </a:moveTo>
                        <a:cubicBezTo>
                          <a:pt x="3239" y="2809"/>
                          <a:pt x="2514" y="3620"/>
                          <a:pt x="1619" y="3620"/>
                        </a:cubicBezTo>
                        <a:cubicBezTo>
                          <a:pt x="725" y="3620"/>
                          <a:pt x="0" y="2809"/>
                          <a:pt x="0" y="1810"/>
                        </a:cubicBezTo>
                        <a:cubicBezTo>
                          <a:pt x="0" y="810"/>
                          <a:pt x="725" y="0"/>
                          <a:pt x="1619" y="0"/>
                        </a:cubicBezTo>
                        <a:cubicBezTo>
                          <a:pt x="2514" y="0"/>
                          <a:pt x="3239" y="810"/>
                          <a:pt x="3239" y="181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799" name="Forme libre : forme 9798">
                    <a:extLst>
                      <a:ext uri="{FF2B5EF4-FFF2-40B4-BE49-F238E27FC236}">
                        <a16:creationId xmlns:a16="http://schemas.microsoft.com/office/drawing/2014/main" id="{F0C3054E-BE20-4948-A1C2-4509735AD46A}"/>
                      </a:ext>
                    </a:extLst>
                  </p:cNvPr>
                  <p:cNvSpPr/>
                  <p:nvPr/>
                </p:nvSpPr>
                <p:spPr>
                  <a:xfrm rot="-5142616">
                    <a:off x="2019426" y="2097296"/>
                    <a:ext cx="2095" cy="2286"/>
                  </a:xfrm>
                  <a:custGeom>
                    <a:avLst/>
                    <a:gdLst>
                      <a:gd name="connsiteX0" fmla="*/ 2096 w 2095"/>
                      <a:gd name="connsiteY0" fmla="*/ 1143 h 2286"/>
                      <a:gd name="connsiteX1" fmla="*/ 1048 w 2095"/>
                      <a:gd name="connsiteY1" fmla="*/ 2286 h 2286"/>
                      <a:gd name="connsiteX2" fmla="*/ 0 w 2095"/>
                      <a:gd name="connsiteY2" fmla="*/ 1143 h 2286"/>
                      <a:gd name="connsiteX3" fmla="*/ 1048 w 2095"/>
                      <a:gd name="connsiteY3" fmla="*/ 0 h 2286"/>
                      <a:gd name="connsiteX4" fmla="*/ 2096 w 2095"/>
                      <a:gd name="connsiteY4" fmla="*/ 1143 h 2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" h="2286">
                        <a:moveTo>
                          <a:pt x="2096" y="1143"/>
                        </a:moveTo>
                        <a:cubicBezTo>
                          <a:pt x="2096" y="1774"/>
                          <a:pt x="1626" y="2286"/>
                          <a:pt x="1048" y="2286"/>
                        </a:cubicBezTo>
                        <a:cubicBezTo>
                          <a:pt x="469" y="2286"/>
                          <a:pt x="0" y="1774"/>
                          <a:pt x="0" y="1143"/>
                        </a:cubicBezTo>
                        <a:cubicBezTo>
                          <a:pt x="0" y="512"/>
                          <a:pt x="469" y="0"/>
                          <a:pt x="1048" y="0"/>
                        </a:cubicBezTo>
                        <a:cubicBezTo>
                          <a:pt x="1626" y="0"/>
                          <a:pt x="2096" y="512"/>
                          <a:pt x="2096" y="114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00" name="Forme libre : forme 9799">
                    <a:extLst>
                      <a:ext uri="{FF2B5EF4-FFF2-40B4-BE49-F238E27FC236}">
                        <a16:creationId xmlns:a16="http://schemas.microsoft.com/office/drawing/2014/main" id="{4D5F956B-32E7-4C5E-A4CF-01914A7058A1}"/>
                      </a:ext>
                    </a:extLst>
                  </p:cNvPr>
                  <p:cNvSpPr/>
                  <p:nvPr/>
                </p:nvSpPr>
                <p:spPr>
                  <a:xfrm>
                    <a:off x="2049593" y="2097214"/>
                    <a:ext cx="15924" cy="19240"/>
                  </a:xfrm>
                  <a:custGeom>
                    <a:avLst/>
                    <a:gdLst>
                      <a:gd name="connsiteX0" fmla="*/ 15240 w 15924"/>
                      <a:gd name="connsiteY0" fmla="*/ 19241 h 19240"/>
                      <a:gd name="connsiteX1" fmla="*/ 0 w 15924"/>
                      <a:gd name="connsiteY1" fmla="*/ 0 h 19240"/>
                      <a:gd name="connsiteX2" fmla="*/ 15240 w 15924"/>
                      <a:gd name="connsiteY2" fmla="*/ 19241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924" h="19240">
                        <a:moveTo>
                          <a:pt x="15240" y="19241"/>
                        </a:moveTo>
                        <a:cubicBezTo>
                          <a:pt x="19812" y="6477"/>
                          <a:pt x="0" y="0"/>
                          <a:pt x="0" y="0"/>
                        </a:cubicBezTo>
                        <a:cubicBezTo>
                          <a:pt x="0" y="0"/>
                          <a:pt x="17716" y="7620"/>
                          <a:pt x="15240" y="1924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01" name="Forme libre : forme 9800">
                    <a:extLst>
                      <a:ext uri="{FF2B5EF4-FFF2-40B4-BE49-F238E27FC236}">
                        <a16:creationId xmlns:a16="http://schemas.microsoft.com/office/drawing/2014/main" id="{E701447B-B77F-4613-B364-894B402ADA41}"/>
                      </a:ext>
                    </a:extLst>
                  </p:cNvPr>
                  <p:cNvSpPr/>
                  <p:nvPr/>
                </p:nvSpPr>
                <p:spPr>
                  <a:xfrm>
                    <a:off x="2005969" y="2115788"/>
                    <a:ext cx="43529" cy="7467"/>
                  </a:xfrm>
                  <a:custGeom>
                    <a:avLst/>
                    <a:gdLst>
                      <a:gd name="connsiteX0" fmla="*/ 0 w 43529"/>
                      <a:gd name="connsiteY0" fmla="*/ 0 h 7467"/>
                      <a:gd name="connsiteX1" fmla="*/ 43529 w 43529"/>
                      <a:gd name="connsiteY1" fmla="*/ 6763 h 7467"/>
                      <a:gd name="connsiteX2" fmla="*/ 0 w 43529"/>
                      <a:gd name="connsiteY2" fmla="*/ 0 h 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529" h="7467">
                        <a:moveTo>
                          <a:pt x="0" y="0"/>
                        </a:moveTo>
                        <a:cubicBezTo>
                          <a:pt x="0" y="0"/>
                          <a:pt x="6382" y="10192"/>
                          <a:pt x="43529" y="6763"/>
                        </a:cubicBezTo>
                        <a:cubicBezTo>
                          <a:pt x="43529" y="6763"/>
                          <a:pt x="15145" y="1047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02" name="Forme libre : forme 9801">
                    <a:extLst>
                      <a:ext uri="{FF2B5EF4-FFF2-40B4-BE49-F238E27FC236}">
                        <a16:creationId xmlns:a16="http://schemas.microsoft.com/office/drawing/2014/main" id="{4B97CF59-BDE7-4299-9278-4B63B6059CBB}"/>
                      </a:ext>
                    </a:extLst>
                  </p:cNvPr>
                  <p:cNvSpPr/>
                  <p:nvPr/>
                </p:nvSpPr>
                <p:spPr>
                  <a:xfrm>
                    <a:off x="2004252" y="2093499"/>
                    <a:ext cx="63154" cy="31625"/>
                  </a:xfrm>
                  <a:custGeom>
                    <a:avLst/>
                    <a:gdLst>
                      <a:gd name="connsiteX0" fmla="*/ 63153 w 63154"/>
                      <a:gd name="connsiteY0" fmla="*/ 18670 h 31625"/>
                      <a:gd name="connsiteX1" fmla="*/ 32101 w 63154"/>
                      <a:gd name="connsiteY1" fmla="*/ 31624 h 31625"/>
                      <a:gd name="connsiteX2" fmla="*/ 2 w 63154"/>
                      <a:gd name="connsiteY2" fmla="*/ 19527 h 31625"/>
                      <a:gd name="connsiteX3" fmla="*/ 31339 w 63154"/>
                      <a:gd name="connsiteY3" fmla="*/ 1 h 31625"/>
                      <a:gd name="connsiteX4" fmla="*/ 63153 w 63154"/>
                      <a:gd name="connsiteY4" fmla="*/ 18670 h 31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154" h="31625">
                        <a:moveTo>
                          <a:pt x="63153" y="18670"/>
                        </a:moveTo>
                        <a:cubicBezTo>
                          <a:pt x="63343" y="27433"/>
                          <a:pt x="49151" y="31529"/>
                          <a:pt x="32101" y="31624"/>
                        </a:cubicBezTo>
                        <a:cubicBezTo>
                          <a:pt x="15051" y="31719"/>
                          <a:pt x="192" y="28290"/>
                          <a:pt x="2" y="19527"/>
                        </a:cubicBezTo>
                        <a:cubicBezTo>
                          <a:pt x="-189" y="10764"/>
                          <a:pt x="14194" y="96"/>
                          <a:pt x="31339" y="1"/>
                        </a:cubicBezTo>
                        <a:cubicBezTo>
                          <a:pt x="48484" y="-95"/>
                          <a:pt x="62962" y="10002"/>
                          <a:pt x="63153" y="1867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6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03" name="Forme libre : forme 9802">
                    <a:extLst>
                      <a:ext uri="{FF2B5EF4-FFF2-40B4-BE49-F238E27FC236}">
                        <a16:creationId xmlns:a16="http://schemas.microsoft.com/office/drawing/2014/main" id="{E2F0E79C-8D48-424C-A4B5-5E7328BCA07A}"/>
                      </a:ext>
                    </a:extLst>
                  </p:cNvPr>
                  <p:cNvSpPr/>
                  <p:nvPr/>
                </p:nvSpPr>
                <p:spPr>
                  <a:xfrm>
                    <a:off x="2008157" y="2106831"/>
                    <a:ext cx="56297" cy="16957"/>
                  </a:xfrm>
                  <a:custGeom>
                    <a:avLst/>
                    <a:gdLst>
                      <a:gd name="connsiteX0" fmla="*/ 56295 w 56297"/>
                      <a:gd name="connsiteY0" fmla="*/ 8099 h 16957"/>
                      <a:gd name="connsiteX1" fmla="*/ 28101 w 56297"/>
                      <a:gd name="connsiteY1" fmla="*/ 16958 h 16957"/>
                      <a:gd name="connsiteX2" fmla="*/ 2 w 56297"/>
                      <a:gd name="connsiteY2" fmla="*/ 8480 h 16957"/>
                      <a:gd name="connsiteX3" fmla="*/ 28958 w 56297"/>
                      <a:gd name="connsiteY3" fmla="*/ 3 h 16957"/>
                      <a:gd name="connsiteX4" fmla="*/ 56295 w 56297"/>
                      <a:gd name="connsiteY4" fmla="*/ 8099 h 16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297" h="16957">
                        <a:moveTo>
                          <a:pt x="56295" y="8099"/>
                        </a:moveTo>
                        <a:cubicBezTo>
                          <a:pt x="56104" y="14195"/>
                          <a:pt x="43341" y="16958"/>
                          <a:pt x="28101" y="16958"/>
                        </a:cubicBezTo>
                        <a:cubicBezTo>
                          <a:pt x="12861" y="16958"/>
                          <a:pt x="-188" y="14481"/>
                          <a:pt x="2" y="8480"/>
                        </a:cubicBezTo>
                        <a:cubicBezTo>
                          <a:pt x="193" y="2384"/>
                          <a:pt x="13718" y="3"/>
                          <a:pt x="28958" y="3"/>
                        </a:cubicBezTo>
                        <a:cubicBezTo>
                          <a:pt x="44103" y="-92"/>
                          <a:pt x="56485" y="2003"/>
                          <a:pt x="56295" y="8099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8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804" name="Forme libre : forme 9803">
                    <a:extLst>
                      <a:ext uri="{FF2B5EF4-FFF2-40B4-BE49-F238E27FC236}">
                        <a16:creationId xmlns:a16="http://schemas.microsoft.com/office/drawing/2014/main" id="{48CD024D-EC1D-4C98-9A37-6392281EFF45}"/>
                      </a:ext>
                    </a:extLst>
                  </p:cNvPr>
                  <p:cNvSpPr/>
                  <p:nvPr/>
                </p:nvSpPr>
                <p:spPr>
                  <a:xfrm>
                    <a:off x="2004252" y="2093499"/>
                    <a:ext cx="63154" cy="31625"/>
                  </a:xfrm>
                  <a:custGeom>
                    <a:avLst/>
                    <a:gdLst>
                      <a:gd name="connsiteX0" fmla="*/ 63153 w 63154"/>
                      <a:gd name="connsiteY0" fmla="*/ 18670 h 31625"/>
                      <a:gd name="connsiteX1" fmla="*/ 32101 w 63154"/>
                      <a:gd name="connsiteY1" fmla="*/ 31624 h 31625"/>
                      <a:gd name="connsiteX2" fmla="*/ 2 w 63154"/>
                      <a:gd name="connsiteY2" fmla="*/ 19527 h 31625"/>
                      <a:gd name="connsiteX3" fmla="*/ 31339 w 63154"/>
                      <a:gd name="connsiteY3" fmla="*/ 1 h 31625"/>
                      <a:gd name="connsiteX4" fmla="*/ 63153 w 63154"/>
                      <a:gd name="connsiteY4" fmla="*/ 18670 h 31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154" h="31625">
                        <a:moveTo>
                          <a:pt x="63153" y="18670"/>
                        </a:moveTo>
                        <a:cubicBezTo>
                          <a:pt x="63343" y="27433"/>
                          <a:pt x="49151" y="31529"/>
                          <a:pt x="32101" y="31624"/>
                        </a:cubicBezTo>
                        <a:cubicBezTo>
                          <a:pt x="15051" y="31719"/>
                          <a:pt x="192" y="28290"/>
                          <a:pt x="2" y="19527"/>
                        </a:cubicBezTo>
                        <a:cubicBezTo>
                          <a:pt x="-189" y="10764"/>
                          <a:pt x="14194" y="96"/>
                          <a:pt x="31339" y="1"/>
                        </a:cubicBezTo>
                        <a:cubicBezTo>
                          <a:pt x="48484" y="-95"/>
                          <a:pt x="62962" y="10002"/>
                          <a:pt x="63153" y="18670"/>
                        </a:cubicBezTo>
                        <a:close/>
                      </a:path>
                    </a:pathLst>
                  </a:custGeom>
                  <a:noFill/>
                  <a:ln w="1905" cap="rnd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9788" name="Graphique 1">
                  <a:extLst>
                    <a:ext uri="{FF2B5EF4-FFF2-40B4-BE49-F238E27FC236}">
                      <a16:creationId xmlns:a16="http://schemas.microsoft.com/office/drawing/2014/main" id="{9E2C2E48-3BEF-48CD-B4AA-F64FC521AE41}"/>
                    </a:ext>
                  </a:extLst>
                </p:cNvPr>
                <p:cNvGrpSpPr/>
                <p:nvPr/>
              </p:nvGrpSpPr>
              <p:grpSpPr>
                <a:xfrm>
                  <a:off x="1634970" y="2245476"/>
                  <a:ext cx="858774" cy="2369100"/>
                  <a:chOff x="1634970" y="2245476"/>
                  <a:chExt cx="858774" cy="2369100"/>
                </a:xfrm>
                <a:noFill/>
              </p:grpSpPr>
              <p:sp>
                <p:nvSpPr>
                  <p:cNvPr id="9794" name="Forme libre : forme 9793">
                    <a:extLst>
                      <a:ext uri="{FF2B5EF4-FFF2-40B4-BE49-F238E27FC236}">
                        <a16:creationId xmlns:a16="http://schemas.microsoft.com/office/drawing/2014/main" id="{ADFC4BC0-A969-4C88-9E7C-29EC47CF674C}"/>
                      </a:ext>
                    </a:extLst>
                  </p:cNvPr>
                  <p:cNvSpPr/>
                  <p:nvPr/>
                </p:nvSpPr>
                <p:spPr>
                  <a:xfrm>
                    <a:off x="1634970" y="2245476"/>
                    <a:ext cx="352520" cy="43315"/>
                  </a:xfrm>
                  <a:custGeom>
                    <a:avLst/>
                    <a:gdLst>
                      <a:gd name="connsiteX0" fmla="*/ 352520 w 352520"/>
                      <a:gd name="connsiteY0" fmla="*/ 42524 h 43315"/>
                      <a:gd name="connsiteX1" fmla="*/ 189357 w 352520"/>
                      <a:gd name="connsiteY1" fmla="*/ 20998 h 43315"/>
                      <a:gd name="connsiteX2" fmla="*/ 0 w 352520"/>
                      <a:gd name="connsiteY2" fmla="*/ 43191 h 43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52520" h="43315">
                        <a:moveTo>
                          <a:pt x="352520" y="42524"/>
                        </a:moveTo>
                        <a:cubicBezTo>
                          <a:pt x="327660" y="-6434"/>
                          <a:pt x="272510" y="-12435"/>
                          <a:pt x="189357" y="20998"/>
                        </a:cubicBezTo>
                        <a:cubicBezTo>
                          <a:pt x="126397" y="46334"/>
                          <a:pt x="0" y="43191"/>
                          <a:pt x="0" y="43191"/>
                        </a:cubicBezTo>
                      </a:path>
                    </a:pathLst>
                  </a:custGeom>
                  <a:noFill/>
                  <a:ln w="7144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795" name="Forme libre : forme 9794">
                    <a:extLst>
                      <a:ext uri="{FF2B5EF4-FFF2-40B4-BE49-F238E27FC236}">
                        <a16:creationId xmlns:a16="http://schemas.microsoft.com/office/drawing/2014/main" id="{168CAF23-5310-4A55-B8EE-98A5AB27B71F}"/>
                      </a:ext>
                    </a:extLst>
                  </p:cNvPr>
                  <p:cNvSpPr/>
                  <p:nvPr/>
                </p:nvSpPr>
                <p:spPr>
                  <a:xfrm>
                    <a:off x="2111887" y="2252588"/>
                    <a:ext cx="381857" cy="36225"/>
                  </a:xfrm>
                  <a:custGeom>
                    <a:avLst/>
                    <a:gdLst>
                      <a:gd name="connsiteX0" fmla="*/ 381857 w 381857"/>
                      <a:gd name="connsiteY0" fmla="*/ 36079 h 36225"/>
                      <a:gd name="connsiteX1" fmla="*/ 224028 w 381857"/>
                      <a:gd name="connsiteY1" fmla="*/ 25030 h 36225"/>
                      <a:gd name="connsiteX2" fmla="*/ 0 w 381857"/>
                      <a:gd name="connsiteY2" fmla="*/ 34650 h 36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81857" h="36225">
                        <a:moveTo>
                          <a:pt x="381857" y="36079"/>
                        </a:moveTo>
                        <a:cubicBezTo>
                          <a:pt x="293941" y="37412"/>
                          <a:pt x="254317" y="29316"/>
                          <a:pt x="224028" y="25030"/>
                        </a:cubicBezTo>
                        <a:cubicBezTo>
                          <a:pt x="111633" y="8932"/>
                          <a:pt x="38195" y="-26786"/>
                          <a:pt x="0" y="34650"/>
                        </a:cubicBezTo>
                      </a:path>
                    </a:pathLst>
                  </a:custGeom>
                  <a:noFill/>
                  <a:ln w="7144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9796" name="Forme libre : forme 9795">
                    <a:extLst>
                      <a:ext uri="{FF2B5EF4-FFF2-40B4-BE49-F238E27FC236}">
                        <a16:creationId xmlns:a16="http://schemas.microsoft.com/office/drawing/2014/main" id="{56978454-B590-4F72-AC0D-1DA273BBFD6B}"/>
                      </a:ext>
                    </a:extLst>
                  </p:cNvPr>
                  <p:cNvSpPr/>
                  <p:nvPr/>
                </p:nvSpPr>
                <p:spPr>
                  <a:xfrm>
                    <a:off x="1987490" y="2287238"/>
                    <a:ext cx="245641" cy="2327338"/>
                  </a:xfrm>
                  <a:custGeom>
                    <a:avLst/>
                    <a:gdLst>
                      <a:gd name="connsiteX0" fmla="*/ 0 w 245641"/>
                      <a:gd name="connsiteY0" fmla="*/ 762 h 2327338"/>
                      <a:gd name="connsiteX1" fmla="*/ 5810 w 245641"/>
                      <a:gd name="connsiteY1" fmla="*/ 14097 h 2327338"/>
                      <a:gd name="connsiteX2" fmla="*/ 45910 w 245641"/>
                      <a:gd name="connsiteY2" fmla="*/ 320326 h 2327338"/>
                      <a:gd name="connsiteX3" fmla="*/ 29051 w 245641"/>
                      <a:gd name="connsiteY3" fmla="*/ 658178 h 2327338"/>
                      <a:gd name="connsiteX4" fmla="*/ 86106 w 245641"/>
                      <a:gd name="connsiteY4" fmla="*/ 1080516 h 2327338"/>
                      <a:gd name="connsiteX5" fmla="*/ 77629 w 245641"/>
                      <a:gd name="connsiteY5" fmla="*/ 1395127 h 2327338"/>
                      <a:gd name="connsiteX6" fmla="*/ 48101 w 245641"/>
                      <a:gd name="connsiteY6" fmla="*/ 1743551 h 2327338"/>
                      <a:gd name="connsiteX7" fmla="*/ 52292 w 245641"/>
                      <a:gd name="connsiteY7" fmla="*/ 1994821 h 2327338"/>
                      <a:gd name="connsiteX8" fmla="*/ 56483 w 245641"/>
                      <a:gd name="connsiteY8" fmla="*/ 2151126 h 2327338"/>
                      <a:gd name="connsiteX9" fmla="*/ 82772 w 245641"/>
                      <a:gd name="connsiteY9" fmla="*/ 2265616 h 2327338"/>
                      <a:gd name="connsiteX10" fmla="*/ 178022 w 245641"/>
                      <a:gd name="connsiteY10" fmla="*/ 2327339 h 2327338"/>
                      <a:gd name="connsiteX11" fmla="*/ 162592 w 245641"/>
                      <a:gd name="connsiteY11" fmla="*/ 2151126 h 2327338"/>
                      <a:gd name="connsiteX12" fmla="*/ 158401 w 245641"/>
                      <a:gd name="connsiteY12" fmla="*/ 1994821 h 2327338"/>
                      <a:gd name="connsiteX13" fmla="*/ 154210 w 245641"/>
                      <a:gd name="connsiteY13" fmla="*/ 1743551 h 2327338"/>
                      <a:gd name="connsiteX14" fmla="*/ 183737 w 245641"/>
                      <a:gd name="connsiteY14" fmla="*/ 1395127 h 2327338"/>
                      <a:gd name="connsiteX15" fmla="*/ 192215 w 245641"/>
                      <a:gd name="connsiteY15" fmla="*/ 1080516 h 2327338"/>
                      <a:gd name="connsiteX16" fmla="*/ 135160 w 245641"/>
                      <a:gd name="connsiteY16" fmla="*/ 658178 h 2327338"/>
                      <a:gd name="connsiteX17" fmla="*/ 152019 w 245641"/>
                      <a:gd name="connsiteY17" fmla="*/ 320326 h 2327338"/>
                      <a:gd name="connsiteX18" fmla="*/ 107728 w 245641"/>
                      <a:gd name="connsiteY18" fmla="*/ 41053 h 2327338"/>
                      <a:gd name="connsiteX19" fmla="*/ 124397 w 245641"/>
                      <a:gd name="connsiteY19" fmla="*/ 0 h 2327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45641" h="2327338">
                        <a:moveTo>
                          <a:pt x="0" y="762"/>
                        </a:moveTo>
                        <a:cubicBezTo>
                          <a:pt x="2096" y="4953"/>
                          <a:pt x="4096" y="9239"/>
                          <a:pt x="5810" y="14097"/>
                        </a:cubicBezTo>
                        <a:cubicBezTo>
                          <a:pt x="22479" y="61627"/>
                          <a:pt x="-23717" y="124968"/>
                          <a:pt x="45910" y="320326"/>
                        </a:cubicBezTo>
                        <a:cubicBezTo>
                          <a:pt x="97726" y="465677"/>
                          <a:pt x="75438" y="520922"/>
                          <a:pt x="29051" y="658178"/>
                        </a:cubicBezTo>
                        <a:cubicBezTo>
                          <a:pt x="-17431" y="795433"/>
                          <a:pt x="1619" y="932688"/>
                          <a:pt x="86106" y="1080516"/>
                        </a:cubicBezTo>
                        <a:cubicBezTo>
                          <a:pt x="170593" y="1228344"/>
                          <a:pt x="145256" y="1281113"/>
                          <a:pt x="77629" y="1395127"/>
                        </a:cubicBezTo>
                        <a:cubicBezTo>
                          <a:pt x="10096" y="1509141"/>
                          <a:pt x="-8954" y="1610487"/>
                          <a:pt x="48101" y="1743551"/>
                        </a:cubicBezTo>
                        <a:cubicBezTo>
                          <a:pt x="105156" y="1876615"/>
                          <a:pt x="71342" y="1952625"/>
                          <a:pt x="52292" y="1994821"/>
                        </a:cubicBezTo>
                        <a:cubicBezTo>
                          <a:pt x="33242" y="2037016"/>
                          <a:pt x="35433" y="2108835"/>
                          <a:pt x="56483" y="2151126"/>
                        </a:cubicBezTo>
                        <a:cubicBezTo>
                          <a:pt x="73819" y="2185797"/>
                          <a:pt x="86868" y="2229041"/>
                          <a:pt x="82772" y="2265616"/>
                        </a:cubicBezTo>
                        <a:cubicBezTo>
                          <a:pt x="132778" y="2288762"/>
                          <a:pt x="161925" y="2311432"/>
                          <a:pt x="178022" y="2327339"/>
                        </a:cubicBezTo>
                        <a:cubicBezTo>
                          <a:pt x="197549" y="2277999"/>
                          <a:pt x="180880" y="2187702"/>
                          <a:pt x="162592" y="2151126"/>
                        </a:cubicBezTo>
                        <a:cubicBezTo>
                          <a:pt x="141446" y="2108930"/>
                          <a:pt x="139351" y="2037112"/>
                          <a:pt x="158401" y="1994821"/>
                        </a:cubicBezTo>
                        <a:cubicBezTo>
                          <a:pt x="177451" y="1952625"/>
                          <a:pt x="211169" y="1876615"/>
                          <a:pt x="154210" y="1743551"/>
                        </a:cubicBezTo>
                        <a:cubicBezTo>
                          <a:pt x="97155" y="1610487"/>
                          <a:pt x="116205" y="1509141"/>
                          <a:pt x="183737" y="1395127"/>
                        </a:cubicBezTo>
                        <a:cubicBezTo>
                          <a:pt x="251269" y="1281113"/>
                          <a:pt x="276606" y="1228344"/>
                          <a:pt x="192215" y="1080516"/>
                        </a:cubicBezTo>
                        <a:cubicBezTo>
                          <a:pt x="107728" y="932688"/>
                          <a:pt x="88773" y="795433"/>
                          <a:pt x="135160" y="658178"/>
                        </a:cubicBezTo>
                        <a:cubicBezTo>
                          <a:pt x="181547" y="520922"/>
                          <a:pt x="203930" y="465677"/>
                          <a:pt x="152019" y="320326"/>
                        </a:cubicBezTo>
                        <a:cubicBezTo>
                          <a:pt x="82296" y="124968"/>
                          <a:pt x="94774" y="89725"/>
                          <a:pt x="107728" y="41053"/>
                        </a:cubicBezTo>
                        <a:cubicBezTo>
                          <a:pt x="112205" y="24003"/>
                          <a:pt x="117824" y="10573"/>
                          <a:pt x="124397" y="0"/>
                        </a:cubicBezTo>
                      </a:path>
                    </a:pathLst>
                  </a:custGeom>
                  <a:noFill/>
                  <a:ln w="7144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9789" name="Forme libre : forme 9788">
                  <a:extLst>
                    <a:ext uri="{FF2B5EF4-FFF2-40B4-BE49-F238E27FC236}">
                      <a16:creationId xmlns:a16="http://schemas.microsoft.com/office/drawing/2014/main" id="{4C39CD19-6F0D-4EA3-958B-A2AF2713EA59}"/>
                    </a:ext>
                  </a:extLst>
                </p:cNvPr>
                <p:cNvSpPr/>
                <p:nvPr/>
              </p:nvSpPr>
              <p:spPr>
                <a:xfrm>
                  <a:off x="2099409" y="3475386"/>
                  <a:ext cx="41443" cy="162115"/>
                </a:xfrm>
                <a:custGeom>
                  <a:avLst/>
                  <a:gdLst>
                    <a:gd name="connsiteX0" fmla="*/ 30575 w 41443"/>
                    <a:gd name="connsiteY0" fmla="*/ 0 h 162115"/>
                    <a:gd name="connsiteX1" fmla="*/ 0 w 41443"/>
                    <a:gd name="connsiteY1" fmla="*/ 162116 h 162115"/>
                    <a:gd name="connsiteX2" fmla="*/ 30575 w 41443"/>
                    <a:gd name="connsiteY2" fmla="*/ 0 h 162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1443" h="162115">
                      <a:moveTo>
                        <a:pt x="30575" y="0"/>
                      </a:moveTo>
                      <a:cubicBezTo>
                        <a:pt x="30575" y="0"/>
                        <a:pt x="57531" y="63913"/>
                        <a:pt x="0" y="162116"/>
                      </a:cubicBezTo>
                      <a:cubicBezTo>
                        <a:pt x="0" y="162116"/>
                        <a:pt x="67056" y="76581"/>
                        <a:pt x="305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90" name="Forme libre : forme 9789">
                  <a:extLst>
                    <a:ext uri="{FF2B5EF4-FFF2-40B4-BE49-F238E27FC236}">
                      <a16:creationId xmlns:a16="http://schemas.microsoft.com/office/drawing/2014/main" id="{6C4EFFF2-3CFE-41BC-8A13-3EA03C0438EC}"/>
                    </a:ext>
                  </a:extLst>
                </p:cNvPr>
                <p:cNvSpPr/>
                <p:nvPr/>
              </p:nvSpPr>
              <p:spPr>
                <a:xfrm>
                  <a:off x="3495877" y="3865919"/>
                  <a:ext cx="346983" cy="979392"/>
                </a:xfrm>
                <a:custGeom>
                  <a:avLst/>
                  <a:gdLst>
                    <a:gd name="connsiteX0" fmla="*/ 297173 w 346983"/>
                    <a:gd name="connsiteY0" fmla="*/ 14089 h 979392"/>
                    <a:gd name="connsiteX1" fmla="*/ 260501 w 346983"/>
                    <a:gd name="connsiteY1" fmla="*/ 3136 h 979392"/>
                    <a:gd name="connsiteX2" fmla="*/ 232688 w 346983"/>
                    <a:gd name="connsiteY2" fmla="*/ 35521 h 979392"/>
                    <a:gd name="connsiteX3" fmla="*/ 28568 w 346983"/>
                    <a:gd name="connsiteY3" fmla="*/ 673981 h 979392"/>
                    <a:gd name="connsiteX4" fmla="*/ 3231 w 346983"/>
                    <a:gd name="connsiteY4" fmla="*/ 927918 h 979392"/>
                    <a:gd name="connsiteX5" fmla="*/ 16852 w 346983"/>
                    <a:gd name="connsiteY5" fmla="*/ 967256 h 979392"/>
                    <a:gd name="connsiteX6" fmla="*/ 54380 w 346983"/>
                    <a:gd name="connsiteY6" fmla="*/ 975638 h 979392"/>
                    <a:gd name="connsiteX7" fmla="*/ 67334 w 346983"/>
                    <a:gd name="connsiteY7" fmla="*/ 958588 h 979392"/>
                    <a:gd name="connsiteX8" fmla="*/ 110768 w 346983"/>
                    <a:gd name="connsiteY8" fmla="*/ 894009 h 979392"/>
                    <a:gd name="connsiteX9" fmla="*/ 150107 w 346983"/>
                    <a:gd name="connsiteY9" fmla="*/ 859052 h 979392"/>
                    <a:gd name="connsiteX10" fmla="*/ 200779 w 346983"/>
                    <a:gd name="connsiteY10" fmla="*/ 859338 h 979392"/>
                    <a:gd name="connsiteX11" fmla="*/ 259358 w 346983"/>
                    <a:gd name="connsiteY11" fmla="*/ 951445 h 979392"/>
                    <a:gd name="connsiteX12" fmla="*/ 317080 w 346983"/>
                    <a:gd name="connsiteY12" fmla="*/ 929823 h 979392"/>
                    <a:gd name="connsiteX13" fmla="*/ 334225 w 346983"/>
                    <a:gd name="connsiteY13" fmla="*/ 865624 h 979392"/>
                    <a:gd name="connsiteX14" fmla="*/ 338511 w 346983"/>
                    <a:gd name="connsiteY14" fmla="*/ 216114 h 979392"/>
                    <a:gd name="connsiteX15" fmla="*/ 334129 w 346983"/>
                    <a:gd name="connsiteY15" fmla="*/ 97719 h 979392"/>
                    <a:gd name="connsiteX16" fmla="*/ 302316 w 346983"/>
                    <a:gd name="connsiteY16" fmla="*/ 21042 h 979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46983" h="979392">
                      <a:moveTo>
                        <a:pt x="297173" y="14089"/>
                      </a:moveTo>
                      <a:cubicBezTo>
                        <a:pt x="292601" y="373"/>
                        <a:pt x="273455" y="-3437"/>
                        <a:pt x="260501" y="3136"/>
                      </a:cubicBezTo>
                      <a:cubicBezTo>
                        <a:pt x="247547" y="9708"/>
                        <a:pt x="239642" y="22852"/>
                        <a:pt x="232688" y="35521"/>
                      </a:cubicBezTo>
                      <a:cubicBezTo>
                        <a:pt x="124294" y="231926"/>
                        <a:pt x="75811" y="454716"/>
                        <a:pt x="28568" y="673981"/>
                      </a:cubicBezTo>
                      <a:cubicBezTo>
                        <a:pt x="10565" y="757515"/>
                        <a:pt x="-7532" y="843050"/>
                        <a:pt x="3231" y="927918"/>
                      </a:cubicBezTo>
                      <a:cubicBezTo>
                        <a:pt x="5041" y="941824"/>
                        <a:pt x="7898" y="956398"/>
                        <a:pt x="16852" y="967256"/>
                      </a:cubicBezTo>
                      <a:cubicBezTo>
                        <a:pt x="25805" y="978115"/>
                        <a:pt x="42760" y="983544"/>
                        <a:pt x="54380" y="975638"/>
                      </a:cubicBezTo>
                      <a:cubicBezTo>
                        <a:pt x="60381" y="971542"/>
                        <a:pt x="63905" y="964875"/>
                        <a:pt x="67334" y="958588"/>
                      </a:cubicBezTo>
                      <a:cubicBezTo>
                        <a:pt x="79812" y="935823"/>
                        <a:pt x="94385" y="914202"/>
                        <a:pt x="110768" y="894009"/>
                      </a:cubicBezTo>
                      <a:cubicBezTo>
                        <a:pt x="121912" y="880293"/>
                        <a:pt x="134295" y="866863"/>
                        <a:pt x="150107" y="859052"/>
                      </a:cubicBezTo>
                      <a:cubicBezTo>
                        <a:pt x="165918" y="851241"/>
                        <a:pt x="186016" y="849717"/>
                        <a:pt x="200779" y="859338"/>
                      </a:cubicBezTo>
                      <a:cubicBezTo>
                        <a:pt x="232021" y="879721"/>
                        <a:pt x="225449" y="935919"/>
                        <a:pt x="259358" y="951445"/>
                      </a:cubicBezTo>
                      <a:cubicBezTo>
                        <a:pt x="279742" y="960779"/>
                        <a:pt x="304697" y="948492"/>
                        <a:pt x="317080" y="929823"/>
                      </a:cubicBezTo>
                      <a:cubicBezTo>
                        <a:pt x="329462" y="911154"/>
                        <a:pt x="332129" y="887913"/>
                        <a:pt x="334225" y="865624"/>
                      </a:cubicBezTo>
                      <a:cubicBezTo>
                        <a:pt x="354418" y="649883"/>
                        <a:pt x="346512" y="432618"/>
                        <a:pt x="338511" y="216114"/>
                      </a:cubicBezTo>
                      <a:cubicBezTo>
                        <a:pt x="337082" y="176681"/>
                        <a:pt x="335653" y="137247"/>
                        <a:pt x="334129" y="97719"/>
                      </a:cubicBezTo>
                      <a:cubicBezTo>
                        <a:pt x="333082" y="68572"/>
                        <a:pt x="328510" y="33806"/>
                        <a:pt x="302316" y="21042"/>
                      </a:cubicBezTo>
                    </a:path>
                  </a:pathLst>
                </a:custGeom>
                <a:solidFill>
                  <a:srgbClr val="7F413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91" name="Forme libre : forme 9790">
                  <a:extLst>
                    <a:ext uri="{FF2B5EF4-FFF2-40B4-BE49-F238E27FC236}">
                      <a16:creationId xmlns:a16="http://schemas.microsoft.com/office/drawing/2014/main" id="{FE963BDB-1030-4132-9860-75B1F4B5DC83}"/>
                    </a:ext>
                  </a:extLst>
                </p:cNvPr>
                <p:cNvSpPr/>
                <p:nvPr/>
              </p:nvSpPr>
              <p:spPr>
                <a:xfrm>
                  <a:off x="3539127" y="3993645"/>
                  <a:ext cx="274141" cy="738269"/>
                </a:xfrm>
                <a:custGeom>
                  <a:avLst/>
                  <a:gdLst>
                    <a:gd name="connsiteX0" fmla="*/ 182866 w 274141"/>
                    <a:gd name="connsiteY0" fmla="*/ 15999 h 738269"/>
                    <a:gd name="connsiteX1" fmla="*/ 158767 w 274141"/>
                    <a:gd name="connsiteY1" fmla="*/ 55718 h 738269"/>
                    <a:gd name="connsiteX2" fmla="*/ 52468 w 274141"/>
                    <a:gd name="connsiteY2" fmla="*/ 433384 h 738269"/>
                    <a:gd name="connsiteX3" fmla="*/ 7129 w 274141"/>
                    <a:gd name="connsiteY3" fmla="*/ 650364 h 738269"/>
                    <a:gd name="connsiteX4" fmla="*/ 1129 w 274141"/>
                    <a:gd name="connsiteY4" fmla="*/ 717896 h 738269"/>
                    <a:gd name="connsiteX5" fmla="*/ 11606 w 274141"/>
                    <a:gd name="connsiteY5" fmla="*/ 733041 h 738269"/>
                    <a:gd name="connsiteX6" fmla="*/ 22655 w 274141"/>
                    <a:gd name="connsiteY6" fmla="*/ 728564 h 738269"/>
                    <a:gd name="connsiteX7" fmla="*/ 60279 w 274141"/>
                    <a:gd name="connsiteY7" fmla="*/ 690178 h 738269"/>
                    <a:gd name="connsiteX8" fmla="*/ 107047 w 274141"/>
                    <a:gd name="connsiteY8" fmla="*/ 666270 h 738269"/>
                    <a:gd name="connsiteX9" fmla="*/ 156291 w 274141"/>
                    <a:gd name="connsiteY9" fmla="*/ 690464 h 738269"/>
                    <a:gd name="connsiteX10" fmla="*/ 194296 w 274141"/>
                    <a:gd name="connsiteY10" fmla="*/ 732183 h 738269"/>
                    <a:gd name="connsiteX11" fmla="*/ 207631 w 274141"/>
                    <a:gd name="connsiteY11" fmla="*/ 738184 h 738269"/>
                    <a:gd name="connsiteX12" fmla="*/ 215155 w 274141"/>
                    <a:gd name="connsiteY12" fmla="*/ 734660 h 738269"/>
                    <a:gd name="connsiteX13" fmla="*/ 244969 w 274141"/>
                    <a:gd name="connsiteY13" fmla="*/ 642077 h 738269"/>
                    <a:gd name="connsiteX14" fmla="*/ 267733 w 274141"/>
                    <a:gd name="connsiteY14" fmla="*/ 408524 h 738269"/>
                    <a:gd name="connsiteX15" fmla="*/ 258970 w 274141"/>
                    <a:gd name="connsiteY15" fmla="*/ 53527 h 738269"/>
                    <a:gd name="connsiteX16" fmla="*/ 235920 w 274141"/>
                    <a:gd name="connsiteY16" fmla="*/ 3807 h 738269"/>
                    <a:gd name="connsiteX17" fmla="*/ 182866 w 274141"/>
                    <a:gd name="connsiteY17" fmla="*/ 15999 h 738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74141" h="738269">
                      <a:moveTo>
                        <a:pt x="182866" y="15999"/>
                      </a:moveTo>
                      <a:cubicBezTo>
                        <a:pt x="171816" y="26952"/>
                        <a:pt x="164958" y="41430"/>
                        <a:pt x="158767" y="55718"/>
                      </a:cubicBezTo>
                      <a:cubicBezTo>
                        <a:pt x="106380" y="175828"/>
                        <a:pt x="79233" y="305082"/>
                        <a:pt x="52468" y="433384"/>
                      </a:cubicBezTo>
                      <a:cubicBezTo>
                        <a:pt x="37324" y="505679"/>
                        <a:pt x="22274" y="577974"/>
                        <a:pt x="7129" y="650364"/>
                      </a:cubicBezTo>
                      <a:cubicBezTo>
                        <a:pt x="2462" y="672557"/>
                        <a:pt x="-2205" y="695417"/>
                        <a:pt x="1129" y="717896"/>
                      </a:cubicBezTo>
                      <a:cubicBezTo>
                        <a:pt x="2081" y="724468"/>
                        <a:pt x="5034" y="732183"/>
                        <a:pt x="11606" y="733041"/>
                      </a:cubicBezTo>
                      <a:cubicBezTo>
                        <a:pt x="15607" y="733517"/>
                        <a:pt x="19416" y="731136"/>
                        <a:pt x="22655" y="728564"/>
                      </a:cubicBezTo>
                      <a:cubicBezTo>
                        <a:pt x="36752" y="717420"/>
                        <a:pt x="47515" y="702751"/>
                        <a:pt x="60279" y="690178"/>
                      </a:cubicBezTo>
                      <a:cubicBezTo>
                        <a:pt x="73042" y="677605"/>
                        <a:pt x="89044" y="666651"/>
                        <a:pt x="107047" y="666270"/>
                      </a:cubicBezTo>
                      <a:cubicBezTo>
                        <a:pt x="125811" y="665889"/>
                        <a:pt x="143051" y="677129"/>
                        <a:pt x="156291" y="690464"/>
                      </a:cubicBezTo>
                      <a:cubicBezTo>
                        <a:pt x="169531" y="703799"/>
                        <a:pt x="180294" y="719610"/>
                        <a:pt x="194296" y="732183"/>
                      </a:cubicBezTo>
                      <a:cubicBezTo>
                        <a:pt x="198010" y="735517"/>
                        <a:pt x="202582" y="738851"/>
                        <a:pt x="207631" y="738184"/>
                      </a:cubicBezTo>
                      <a:cubicBezTo>
                        <a:pt x="210393" y="737898"/>
                        <a:pt x="212869" y="736374"/>
                        <a:pt x="215155" y="734660"/>
                      </a:cubicBezTo>
                      <a:cubicBezTo>
                        <a:pt x="242302" y="714753"/>
                        <a:pt x="243921" y="675700"/>
                        <a:pt x="244969" y="642077"/>
                      </a:cubicBezTo>
                      <a:cubicBezTo>
                        <a:pt x="247445" y="563877"/>
                        <a:pt x="260590" y="486438"/>
                        <a:pt x="267733" y="408524"/>
                      </a:cubicBezTo>
                      <a:cubicBezTo>
                        <a:pt x="278592" y="290414"/>
                        <a:pt x="275639" y="170970"/>
                        <a:pt x="258970" y="53527"/>
                      </a:cubicBezTo>
                      <a:cubicBezTo>
                        <a:pt x="256589" y="36763"/>
                        <a:pt x="252017" y="13141"/>
                        <a:pt x="235920" y="3807"/>
                      </a:cubicBezTo>
                      <a:cubicBezTo>
                        <a:pt x="219727" y="-5623"/>
                        <a:pt x="195058" y="3997"/>
                        <a:pt x="182866" y="15999"/>
                      </a:cubicBezTo>
                      <a:close/>
                    </a:path>
                  </a:pathLst>
                </a:custGeom>
                <a:solidFill>
                  <a:srgbClr val="89474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92" name="Forme libre : forme 9791">
                  <a:extLst>
                    <a:ext uri="{FF2B5EF4-FFF2-40B4-BE49-F238E27FC236}">
                      <a16:creationId xmlns:a16="http://schemas.microsoft.com/office/drawing/2014/main" id="{58E1991D-3E7C-448D-B990-863E44AA3C68}"/>
                    </a:ext>
                  </a:extLst>
                </p:cNvPr>
                <p:cNvSpPr/>
                <p:nvPr/>
              </p:nvSpPr>
              <p:spPr>
                <a:xfrm>
                  <a:off x="3628059" y="4082128"/>
                  <a:ext cx="141336" cy="534931"/>
                </a:xfrm>
                <a:custGeom>
                  <a:avLst/>
                  <a:gdLst>
                    <a:gd name="connsiteX0" fmla="*/ 6875 w 141336"/>
                    <a:gd name="connsiteY0" fmla="*/ 355664 h 534931"/>
                    <a:gd name="connsiteX1" fmla="*/ 1636 w 141336"/>
                    <a:gd name="connsiteY1" fmla="*/ 447485 h 534931"/>
                    <a:gd name="connsiteX2" fmla="*/ 43737 w 141336"/>
                    <a:gd name="connsiteY2" fmla="*/ 526924 h 534931"/>
                    <a:gd name="connsiteX3" fmla="*/ 63644 w 141336"/>
                    <a:gd name="connsiteY3" fmla="*/ 534925 h 534931"/>
                    <a:gd name="connsiteX4" fmla="*/ 92886 w 141336"/>
                    <a:gd name="connsiteY4" fmla="*/ 501777 h 534931"/>
                    <a:gd name="connsiteX5" fmla="*/ 103078 w 141336"/>
                    <a:gd name="connsiteY5" fmla="*/ 445961 h 534931"/>
                    <a:gd name="connsiteX6" fmla="*/ 118508 w 141336"/>
                    <a:gd name="connsiteY6" fmla="*/ 334042 h 534931"/>
                    <a:gd name="connsiteX7" fmla="*/ 131081 w 141336"/>
                    <a:gd name="connsiteY7" fmla="*/ 232410 h 534931"/>
                    <a:gd name="connsiteX8" fmla="*/ 138130 w 141336"/>
                    <a:gd name="connsiteY8" fmla="*/ 96870 h 534931"/>
                    <a:gd name="connsiteX9" fmla="*/ 120127 w 141336"/>
                    <a:gd name="connsiteY9" fmla="*/ 0 h 534931"/>
                    <a:gd name="connsiteX10" fmla="*/ 92791 w 141336"/>
                    <a:gd name="connsiteY10" fmla="*/ 26004 h 534931"/>
                    <a:gd name="connsiteX11" fmla="*/ 71645 w 141336"/>
                    <a:gd name="connsiteY11" fmla="*/ 87916 h 534931"/>
                    <a:gd name="connsiteX12" fmla="*/ 35926 w 141336"/>
                    <a:gd name="connsiteY12" fmla="*/ 213837 h 534931"/>
                    <a:gd name="connsiteX13" fmla="*/ 6875 w 141336"/>
                    <a:gd name="connsiteY13" fmla="*/ 355664 h 534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41336" h="534931">
                      <a:moveTo>
                        <a:pt x="6875" y="355664"/>
                      </a:moveTo>
                      <a:cubicBezTo>
                        <a:pt x="1827" y="386049"/>
                        <a:pt x="-2459" y="417005"/>
                        <a:pt x="1636" y="447485"/>
                      </a:cubicBezTo>
                      <a:cubicBezTo>
                        <a:pt x="5732" y="477965"/>
                        <a:pt x="19162" y="508445"/>
                        <a:pt x="43737" y="526924"/>
                      </a:cubicBezTo>
                      <a:cubicBezTo>
                        <a:pt x="49547" y="531305"/>
                        <a:pt x="56405" y="535115"/>
                        <a:pt x="63644" y="534925"/>
                      </a:cubicBezTo>
                      <a:cubicBezTo>
                        <a:pt x="79456" y="534543"/>
                        <a:pt x="88790" y="517113"/>
                        <a:pt x="92886" y="501777"/>
                      </a:cubicBezTo>
                      <a:cubicBezTo>
                        <a:pt x="97839" y="483489"/>
                        <a:pt x="100411" y="464725"/>
                        <a:pt x="103078" y="445961"/>
                      </a:cubicBezTo>
                      <a:cubicBezTo>
                        <a:pt x="108221" y="408623"/>
                        <a:pt x="113365" y="371285"/>
                        <a:pt x="118508" y="334042"/>
                      </a:cubicBezTo>
                      <a:cubicBezTo>
                        <a:pt x="123175" y="300228"/>
                        <a:pt x="127842" y="266415"/>
                        <a:pt x="131081" y="232410"/>
                      </a:cubicBezTo>
                      <a:cubicBezTo>
                        <a:pt x="135367" y="187357"/>
                        <a:pt x="137177" y="142113"/>
                        <a:pt x="138130" y="96870"/>
                      </a:cubicBezTo>
                      <a:cubicBezTo>
                        <a:pt x="138606" y="77248"/>
                        <a:pt x="152036" y="191"/>
                        <a:pt x="120127" y="0"/>
                      </a:cubicBezTo>
                      <a:cubicBezTo>
                        <a:pt x="104697" y="-95"/>
                        <a:pt x="97458" y="13526"/>
                        <a:pt x="92791" y="26004"/>
                      </a:cubicBezTo>
                      <a:cubicBezTo>
                        <a:pt x="85171" y="46387"/>
                        <a:pt x="78313" y="67152"/>
                        <a:pt x="71645" y="87916"/>
                      </a:cubicBezTo>
                      <a:cubicBezTo>
                        <a:pt x="58310" y="129445"/>
                        <a:pt x="46404" y="171451"/>
                        <a:pt x="35926" y="213837"/>
                      </a:cubicBezTo>
                      <a:cubicBezTo>
                        <a:pt x="24496" y="260795"/>
                        <a:pt x="14781" y="308039"/>
                        <a:pt x="6875" y="355664"/>
                      </a:cubicBezTo>
                      <a:close/>
                    </a:path>
                  </a:pathLst>
                </a:custGeom>
                <a:solidFill>
                  <a:srgbClr val="934F4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93" name="Forme libre : forme 9792">
                  <a:extLst>
                    <a:ext uri="{FF2B5EF4-FFF2-40B4-BE49-F238E27FC236}">
                      <a16:creationId xmlns:a16="http://schemas.microsoft.com/office/drawing/2014/main" id="{73812E8D-9039-4E4E-907E-699BF54980AD}"/>
                    </a:ext>
                  </a:extLst>
                </p:cNvPr>
                <p:cNvSpPr/>
                <p:nvPr/>
              </p:nvSpPr>
              <p:spPr>
                <a:xfrm>
                  <a:off x="3956022" y="1590770"/>
                  <a:ext cx="1154049" cy="1755838"/>
                </a:xfrm>
                <a:custGeom>
                  <a:avLst/>
                  <a:gdLst>
                    <a:gd name="connsiteX0" fmla="*/ 1154049 w 1154049"/>
                    <a:gd name="connsiteY0" fmla="*/ 0 h 1755838"/>
                    <a:gd name="connsiteX1" fmla="*/ 0 w 1154049"/>
                    <a:gd name="connsiteY1" fmla="*/ 1755839 h 1755838"/>
                    <a:gd name="connsiteX2" fmla="*/ 1154049 w 1154049"/>
                    <a:gd name="connsiteY2" fmla="*/ 0 h 1755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54049" h="1755838">
                      <a:moveTo>
                        <a:pt x="1154049" y="0"/>
                      </a:moveTo>
                      <a:cubicBezTo>
                        <a:pt x="1154049" y="0"/>
                        <a:pt x="378428" y="597503"/>
                        <a:pt x="0" y="1755839"/>
                      </a:cubicBezTo>
                      <a:cubicBezTo>
                        <a:pt x="0" y="1755839"/>
                        <a:pt x="349472" y="672560"/>
                        <a:pt x="115404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9514" name="Forme libre : forme 9513">
                <a:extLst>
                  <a:ext uri="{FF2B5EF4-FFF2-40B4-BE49-F238E27FC236}">
                    <a16:creationId xmlns:a16="http://schemas.microsoft.com/office/drawing/2014/main" id="{CF60E207-DC31-4D93-A726-44F62B4721DE}"/>
                  </a:ext>
                </a:extLst>
              </p:cNvPr>
              <p:cNvSpPr/>
              <p:nvPr/>
            </p:nvSpPr>
            <p:spPr>
              <a:xfrm>
                <a:off x="338332" y="2924956"/>
                <a:ext cx="405479" cy="304875"/>
              </a:xfrm>
              <a:custGeom>
                <a:avLst/>
                <a:gdLst>
                  <a:gd name="connsiteX0" fmla="*/ 0 w 405479"/>
                  <a:gd name="connsiteY0" fmla="*/ 304876 h 304875"/>
                  <a:gd name="connsiteX1" fmla="*/ 405479 w 405479"/>
                  <a:gd name="connsiteY1" fmla="*/ 3981 h 304875"/>
                  <a:gd name="connsiteX2" fmla="*/ 0 w 405479"/>
                  <a:gd name="connsiteY2" fmla="*/ 304876 h 304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5479" h="304875">
                    <a:moveTo>
                      <a:pt x="0" y="304876"/>
                    </a:moveTo>
                    <a:cubicBezTo>
                      <a:pt x="0" y="304876"/>
                      <a:pt x="148876" y="3981"/>
                      <a:pt x="405479" y="3981"/>
                    </a:cubicBezTo>
                    <a:cubicBezTo>
                      <a:pt x="405479" y="3981"/>
                      <a:pt x="185356" y="-57741"/>
                      <a:pt x="0" y="30487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515" name="Forme libre : forme 9514">
                <a:extLst>
                  <a:ext uri="{FF2B5EF4-FFF2-40B4-BE49-F238E27FC236}">
                    <a16:creationId xmlns:a16="http://schemas.microsoft.com/office/drawing/2014/main" id="{5D66BC44-7F83-4358-A1B3-A2C4980B0D74}"/>
                  </a:ext>
                </a:extLst>
              </p:cNvPr>
              <p:cNvSpPr/>
              <p:nvPr/>
            </p:nvSpPr>
            <p:spPr>
              <a:xfrm>
                <a:off x="1631731" y="2947711"/>
                <a:ext cx="341069" cy="86858"/>
              </a:xfrm>
              <a:custGeom>
                <a:avLst/>
                <a:gdLst>
                  <a:gd name="connsiteX0" fmla="*/ 340995 w 341069"/>
                  <a:gd name="connsiteY0" fmla="*/ 39329 h 86858"/>
                  <a:gd name="connsiteX1" fmla="*/ 0 w 341069"/>
                  <a:gd name="connsiteY1" fmla="*/ 86859 h 86858"/>
                  <a:gd name="connsiteX2" fmla="*/ 340995 w 341069"/>
                  <a:gd name="connsiteY2" fmla="*/ 39329 h 86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1069" h="86858">
                    <a:moveTo>
                      <a:pt x="340995" y="39329"/>
                    </a:moveTo>
                    <a:cubicBezTo>
                      <a:pt x="344805" y="41424"/>
                      <a:pt x="202692" y="-76781"/>
                      <a:pt x="0" y="86859"/>
                    </a:cubicBezTo>
                    <a:cubicBezTo>
                      <a:pt x="0" y="86859"/>
                      <a:pt x="169164" y="-54873"/>
                      <a:pt x="340995" y="393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516" name="Forme libre : forme 9515">
                <a:extLst>
                  <a:ext uri="{FF2B5EF4-FFF2-40B4-BE49-F238E27FC236}">
                    <a16:creationId xmlns:a16="http://schemas.microsoft.com/office/drawing/2014/main" id="{D6D08721-8AC6-4556-9192-9BE18ADB3515}"/>
                  </a:ext>
                </a:extLst>
              </p:cNvPr>
              <p:cNvSpPr/>
              <p:nvPr/>
            </p:nvSpPr>
            <p:spPr>
              <a:xfrm>
                <a:off x="5849688" y="2951130"/>
                <a:ext cx="559022" cy="433441"/>
              </a:xfrm>
              <a:custGeom>
                <a:avLst/>
                <a:gdLst>
                  <a:gd name="connsiteX0" fmla="*/ 0 w 559022"/>
                  <a:gd name="connsiteY0" fmla="*/ 430816 h 433441"/>
                  <a:gd name="connsiteX1" fmla="*/ 92487 w 559022"/>
                  <a:gd name="connsiteY1" fmla="*/ 423863 h 433441"/>
                  <a:gd name="connsiteX2" fmla="*/ 181165 w 559022"/>
                  <a:gd name="connsiteY2" fmla="*/ 399288 h 433441"/>
                  <a:gd name="connsiteX3" fmla="*/ 260889 w 559022"/>
                  <a:gd name="connsiteY3" fmla="*/ 354902 h 433441"/>
                  <a:gd name="connsiteX4" fmla="*/ 278606 w 559022"/>
                  <a:gd name="connsiteY4" fmla="*/ 340614 h 433441"/>
                  <a:gd name="connsiteX5" fmla="*/ 283083 w 559022"/>
                  <a:gd name="connsiteY5" fmla="*/ 337090 h 433441"/>
                  <a:gd name="connsiteX6" fmla="*/ 287083 w 559022"/>
                  <a:gd name="connsiteY6" fmla="*/ 333089 h 433441"/>
                  <a:gd name="connsiteX7" fmla="*/ 295084 w 559022"/>
                  <a:gd name="connsiteY7" fmla="*/ 324993 h 433441"/>
                  <a:gd name="connsiteX8" fmla="*/ 303180 w 559022"/>
                  <a:gd name="connsiteY8" fmla="*/ 316897 h 433441"/>
                  <a:gd name="connsiteX9" fmla="*/ 307181 w 559022"/>
                  <a:gd name="connsiteY9" fmla="*/ 312896 h 433441"/>
                  <a:gd name="connsiteX10" fmla="*/ 310705 w 559022"/>
                  <a:gd name="connsiteY10" fmla="*/ 308420 h 433441"/>
                  <a:gd name="connsiteX11" fmla="*/ 324802 w 559022"/>
                  <a:gd name="connsiteY11" fmla="*/ 290513 h 433441"/>
                  <a:gd name="connsiteX12" fmla="*/ 352330 w 559022"/>
                  <a:gd name="connsiteY12" fmla="*/ 252984 h 433441"/>
                  <a:gd name="connsiteX13" fmla="*/ 380143 w 559022"/>
                  <a:gd name="connsiteY13" fmla="*/ 215456 h 433441"/>
                  <a:gd name="connsiteX14" fmla="*/ 437579 w 559022"/>
                  <a:gd name="connsiteY14" fmla="*/ 141827 h 433441"/>
                  <a:gd name="connsiteX15" fmla="*/ 497014 w 559022"/>
                  <a:gd name="connsiteY15" fmla="*/ 69818 h 433441"/>
                  <a:gd name="connsiteX16" fmla="*/ 559022 w 559022"/>
                  <a:gd name="connsiteY16" fmla="*/ 0 h 433441"/>
                  <a:gd name="connsiteX17" fmla="*/ 502539 w 559022"/>
                  <a:gd name="connsiteY17" fmla="*/ 74200 h 433441"/>
                  <a:gd name="connsiteX18" fmla="*/ 446341 w 559022"/>
                  <a:gd name="connsiteY18" fmla="*/ 148495 h 433441"/>
                  <a:gd name="connsiteX19" fmla="*/ 336328 w 559022"/>
                  <a:gd name="connsiteY19" fmla="*/ 298895 h 433441"/>
                  <a:gd name="connsiteX20" fmla="*/ 321373 w 559022"/>
                  <a:gd name="connsiteY20" fmla="*/ 317468 h 433441"/>
                  <a:gd name="connsiteX21" fmla="*/ 317659 w 559022"/>
                  <a:gd name="connsiteY21" fmla="*/ 322136 h 433441"/>
                  <a:gd name="connsiteX22" fmla="*/ 313468 w 559022"/>
                  <a:gd name="connsiteY22" fmla="*/ 326327 h 433441"/>
                  <a:gd name="connsiteX23" fmla="*/ 304990 w 559022"/>
                  <a:gd name="connsiteY23" fmla="*/ 334709 h 433441"/>
                  <a:gd name="connsiteX24" fmla="*/ 296513 w 559022"/>
                  <a:gd name="connsiteY24" fmla="*/ 343091 h 433441"/>
                  <a:gd name="connsiteX25" fmla="*/ 292227 w 559022"/>
                  <a:gd name="connsiteY25" fmla="*/ 347282 h 433441"/>
                  <a:gd name="connsiteX26" fmla="*/ 287560 w 559022"/>
                  <a:gd name="connsiteY26" fmla="*/ 350996 h 433441"/>
                  <a:gd name="connsiteX27" fmla="*/ 268795 w 559022"/>
                  <a:gd name="connsiteY27" fmla="*/ 365665 h 433441"/>
                  <a:gd name="connsiteX28" fmla="*/ 184975 w 559022"/>
                  <a:gd name="connsiteY28" fmla="*/ 409480 h 433441"/>
                  <a:gd name="connsiteX29" fmla="*/ 93345 w 559022"/>
                  <a:gd name="connsiteY29" fmla="*/ 430721 h 433441"/>
                  <a:gd name="connsiteX30" fmla="*/ 46577 w 559022"/>
                  <a:gd name="connsiteY30" fmla="*/ 433388 h 433441"/>
                  <a:gd name="connsiteX31" fmla="*/ 0 w 559022"/>
                  <a:gd name="connsiteY31" fmla="*/ 430816 h 43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559022" h="433441">
                    <a:moveTo>
                      <a:pt x="0" y="430816"/>
                    </a:moveTo>
                    <a:cubicBezTo>
                      <a:pt x="31051" y="431673"/>
                      <a:pt x="62103" y="429197"/>
                      <a:pt x="92487" y="423863"/>
                    </a:cubicBezTo>
                    <a:cubicBezTo>
                      <a:pt x="122872" y="418814"/>
                      <a:pt x="152685" y="410623"/>
                      <a:pt x="181165" y="399288"/>
                    </a:cubicBezTo>
                    <a:cubicBezTo>
                      <a:pt x="209740" y="388144"/>
                      <a:pt x="236315" y="372618"/>
                      <a:pt x="260889" y="354902"/>
                    </a:cubicBezTo>
                    <a:lnTo>
                      <a:pt x="278606" y="340614"/>
                    </a:lnTo>
                    <a:lnTo>
                      <a:pt x="283083" y="337090"/>
                    </a:lnTo>
                    <a:lnTo>
                      <a:pt x="287083" y="333089"/>
                    </a:lnTo>
                    <a:lnTo>
                      <a:pt x="295084" y="324993"/>
                    </a:lnTo>
                    <a:lnTo>
                      <a:pt x="303180" y="316897"/>
                    </a:lnTo>
                    <a:lnTo>
                      <a:pt x="307181" y="312896"/>
                    </a:lnTo>
                    <a:lnTo>
                      <a:pt x="310705" y="308420"/>
                    </a:lnTo>
                    <a:lnTo>
                      <a:pt x="324802" y="290513"/>
                    </a:lnTo>
                    <a:cubicBezTo>
                      <a:pt x="334327" y="278702"/>
                      <a:pt x="343090" y="265462"/>
                      <a:pt x="352330" y="252984"/>
                    </a:cubicBezTo>
                    <a:cubicBezTo>
                      <a:pt x="361569" y="240411"/>
                      <a:pt x="370713" y="227838"/>
                      <a:pt x="380143" y="215456"/>
                    </a:cubicBezTo>
                    <a:cubicBezTo>
                      <a:pt x="399002" y="190691"/>
                      <a:pt x="417862" y="165926"/>
                      <a:pt x="437579" y="141827"/>
                    </a:cubicBezTo>
                    <a:cubicBezTo>
                      <a:pt x="457105" y="117634"/>
                      <a:pt x="476916" y="93631"/>
                      <a:pt x="497014" y="69818"/>
                    </a:cubicBezTo>
                    <a:cubicBezTo>
                      <a:pt x="517493" y="46387"/>
                      <a:pt x="537686" y="22765"/>
                      <a:pt x="559022" y="0"/>
                    </a:cubicBezTo>
                    <a:lnTo>
                      <a:pt x="502539" y="74200"/>
                    </a:lnTo>
                    <a:cubicBezTo>
                      <a:pt x="483584" y="98774"/>
                      <a:pt x="464820" y="123539"/>
                      <a:pt x="446341" y="148495"/>
                    </a:cubicBezTo>
                    <a:cubicBezTo>
                      <a:pt x="409098" y="198311"/>
                      <a:pt x="372903" y="248317"/>
                      <a:pt x="336328" y="298895"/>
                    </a:cubicBezTo>
                    <a:lnTo>
                      <a:pt x="321373" y="317468"/>
                    </a:lnTo>
                    <a:lnTo>
                      <a:pt x="317659" y="322136"/>
                    </a:lnTo>
                    <a:lnTo>
                      <a:pt x="313468" y="326327"/>
                    </a:lnTo>
                    <a:lnTo>
                      <a:pt x="304990" y="334709"/>
                    </a:lnTo>
                    <a:lnTo>
                      <a:pt x="296513" y="343091"/>
                    </a:lnTo>
                    <a:lnTo>
                      <a:pt x="292227" y="347282"/>
                    </a:lnTo>
                    <a:lnTo>
                      <a:pt x="287560" y="350996"/>
                    </a:lnTo>
                    <a:lnTo>
                      <a:pt x="268795" y="365665"/>
                    </a:lnTo>
                    <a:cubicBezTo>
                      <a:pt x="242697" y="383572"/>
                      <a:pt x="214979" y="399479"/>
                      <a:pt x="184975" y="409480"/>
                    </a:cubicBezTo>
                    <a:cubicBezTo>
                      <a:pt x="155257" y="419862"/>
                      <a:pt x="124491" y="427006"/>
                      <a:pt x="93345" y="430721"/>
                    </a:cubicBezTo>
                    <a:cubicBezTo>
                      <a:pt x="77724" y="432340"/>
                      <a:pt x="62198" y="433388"/>
                      <a:pt x="46577" y="433388"/>
                    </a:cubicBezTo>
                    <a:cubicBezTo>
                      <a:pt x="31051" y="433673"/>
                      <a:pt x="15430" y="432816"/>
                      <a:pt x="0" y="4308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9064" name="Graphique 1">
              <a:extLst>
                <a:ext uri="{FF2B5EF4-FFF2-40B4-BE49-F238E27FC236}">
                  <a16:creationId xmlns:a16="http://schemas.microsoft.com/office/drawing/2014/main" id="{2C7976A7-2696-46A7-89E5-65804926FCCB}"/>
                </a:ext>
              </a:extLst>
            </p:cNvPr>
            <p:cNvGrpSpPr/>
            <p:nvPr/>
          </p:nvGrpSpPr>
          <p:grpSpPr>
            <a:xfrm>
              <a:off x="278894" y="1263586"/>
              <a:ext cx="7893845" cy="3908107"/>
              <a:chOff x="278894" y="1263586"/>
              <a:chExt cx="7893845" cy="3908107"/>
            </a:xfrm>
            <a:solidFill>
              <a:schemeClr val="accent1"/>
            </a:solidFill>
          </p:grpSpPr>
          <p:sp>
            <p:nvSpPr>
              <p:cNvPr id="9095" name="Forme libre : forme 9094">
                <a:extLst>
                  <a:ext uri="{FF2B5EF4-FFF2-40B4-BE49-F238E27FC236}">
                    <a16:creationId xmlns:a16="http://schemas.microsoft.com/office/drawing/2014/main" id="{9A3B923E-C701-4B05-896E-95413CD4FF5F}"/>
                  </a:ext>
                </a:extLst>
              </p:cNvPr>
              <p:cNvSpPr/>
              <p:nvPr/>
            </p:nvSpPr>
            <p:spPr>
              <a:xfrm>
                <a:off x="4271649" y="4262648"/>
                <a:ext cx="371316" cy="664136"/>
              </a:xfrm>
              <a:custGeom>
                <a:avLst/>
                <a:gdLst>
                  <a:gd name="connsiteX0" fmla="*/ 371316 w 371316"/>
                  <a:gd name="connsiteY0" fmla="*/ 7219 h 664136"/>
                  <a:gd name="connsiteX1" fmla="*/ 55658 w 371316"/>
                  <a:gd name="connsiteY1" fmla="*/ 118566 h 664136"/>
                  <a:gd name="connsiteX2" fmla="*/ 57753 w 371316"/>
                  <a:gd name="connsiteY2" fmla="*/ 480231 h 664136"/>
                  <a:gd name="connsiteX3" fmla="*/ 124809 w 371316"/>
                  <a:gd name="connsiteY3" fmla="*/ 658634 h 664136"/>
                  <a:gd name="connsiteX4" fmla="*/ 371316 w 371316"/>
                  <a:gd name="connsiteY4" fmla="*/ 7219 h 664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316" h="664136">
                    <a:moveTo>
                      <a:pt x="371316" y="7219"/>
                    </a:moveTo>
                    <a:cubicBezTo>
                      <a:pt x="371316" y="7219"/>
                      <a:pt x="160147" y="-42406"/>
                      <a:pt x="55658" y="118566"/>
                    </a:cubicBezTo>
                    <a:cubicBezTo>
                      <a:pt x="-48831" y="279539"/>
                      <a:pt x="18701" y="415746"/>
                      <a:pt x="57753" y="480231"/>
                    </a:cubicBezTo>
                    <a:cubicBezTo>
                      <a:pt x="96806" y="544620"/>
                      <a:pt x="133763" y="583196"/>
                      <a:pt x="124809" y="658634"/>
                    </a:cubicBezTo>
                    <a:cubicBezTo>
                      <a:pt x="115761" y="734167"/>
                      <a:pt x="371316" y="7219"/>
                      <a:pt x="371316" y="7219"/>
                    </a:cubicBezTo>
                    <a:close/>
                  </a:path>
                </a:pathLst>
              </a:custGeom>
              <a:solidFill>
                <a:srgbClr val="F9D74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96" name="Forme libre : forme 9095">
                <a:extLst>
                  <a:ext uri="{FF2B5EF4-FFF2-40B4-BE49-F238E27FC236}">
                    <a16:creationId xmlns:a16="http://schemas.microsoft.com/office/drawing/2014/main" id="{F6794C87-7000-4FD0-9DC3-8DEDA1E14AF0}"/>
                  </a:ext>
                </a:extLst>
              </p:cNvPr>
              <p:cNvSpPr/>
              <p:nvPr/>
            </p:nvSpPr>
            <p:spPr>
              <a:xfrm>
                <a:off x="5594227" y="4387024"/>
                <a:ext cx="70866" cy="36388"/>
              </a:xfrm>
              <a:custGeom>
                <a:avLst/>
                <a:gdLst>
                  <a:gd name="connsiteX0" fmla="*/ 70866 w 70866"/>
                  <a:gd name="connsiteY0" fmla="*/ 22098 h 36388"/>
                  <a:gd name="connsiteX1" fmla="*/ 37242 w 70866"/>
                  <a:gd name="connsiteY1" fmla="*/ 10668 h 36388"/>
                  <a:gd name="connsiteX2" fmla="*/ 17716 w 70866"/>
                  <a:gd name="connsiteY2" fmla="*/ 0 h 36388"/>
                  <a:gd name="connsiteX3" fmla="*/ 56673 w 70866"/>
                  <a:gd name="connsiteY3" fmla="*/ 22384 h 36388"/>
                  <a:gd name="connsiteX4" fmla="*/ 6477 w 70866"/>
                  <a:gd name="connsiteY4" fmla="*/ 9049 h 36388"/>
                  <a:gd name="connsiteX5" fmla="*/ 46291 w 70866"/>
                  <a:gd name="connsiteY5" fmla="*/ 26956 h 36388"/>
                  <a:gd name="connsiteX6" fmla="*/ 22479 w 70866"/>
                  <a:gd name="connsiteY6" fmla="*/ 28289 h 36388"/>
                  <a:gd name="connsiteX7" fmla="*/ 13525 w 70866"/>
                  <a:gd name="connsiteY7" fmla="*/ 30671 h 36388"/>
                  <a:gd name="connsiteX8" fmla="*/ 0 w 70866"/>
                  <a:gd name="connsiteY8" fmla="*/ 31718 h 36388"/>
                  <a:gd name="connsiteX9" fmla="*/ 47434 w 70866"/>
                  <a:gd name="connsiteY9" fmla="*/ 29433 h 36388"/>
                  <a:gd name="connsiteX10" fmla="*/ 29337 w 70866"/>
                  <a:gd name="connsiteY10" fmla="*/ 36004 h 36388"/>
                  <a:gd name="connsiteX11" fmla="*/ 57531 w 70866"/>
                  <a:gd name="connsiteY11" fmla="*/ 32004 h 36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66" h="36388">
                    <a:moveTo>
                      <a:pt x="70866" y="22098"/>
                    </a:moveTo>
                    <a:cubicBezTo>
                      <a:pt x="58864" y="22289"/>
                      <a:pt x="47720" y="16383"/>
                      <a:pt x="37242" y="10668"/>
                    </a:cubicBezTo>
                    <a:cubicBezTo>
                      <a:pt x="30766" y="7144"/>
                      <a:pt x="24193" y="3524"/>
                      <a:pt x="17716" y="0"/>
                    </a:cubicBezTo>
                    <a:cubicBezTo>
                      <a:pt x="30670" y="7429"/>
                      <a:pt x="43624" y="14954"/>
                      <a:pt x="56673" y="22384"/>
                    </a:cubicBezTo>
                    <a:cubicBezTo>
                      <a:pt x="39243" y="21336"/>
                      <a:pt x="22098" y="16764"/>
                      <a:pt x="6477" y="9049"/>
                    </a:cubicBezTo>
                    <a:cubicBezTo>
                      <a:pt x="18383" y="17526"/>
                      <a:pt x="32004" y="23622"/>
                      <a:pt x="46291" y="26956"/>
                    </a:cubicBezTo>
                    <a:cubicBezTo>
                      <a:pt x="38385" y="25908"/>
                      <a:pt x="30194" y="26384"/>
                      <a:pt x="22479" y="28289"/>
                    </a:cubicBezTo>
                    <a:cubicBezTo>
                      <a:pt x="19431" y="29051"/>
                      <a:pt x="16573" y="30004"/>
                      <a:pt x="13525" y="30671"/>
                    </a:cubicBezTo>
                    <a:cubicBezTo>
                      <a:pt x="9048" y="31623"/>
                      <a:pt x="4476" y="32004"/>
                      <a:pt x="0" y="31718"/>
                    </a:cubicBezTo>
                    <a:cubicBezTo>
                      <a:pt x="15716" y="34004"/>
                      <a:pt x="31909" y="33147"/>
                      <a:pt x="47434" y="29433"/>
                    </a:cubicBezTo>
                    <a:cubicBezTo>
                      <a:pt x="42005" y="32861"/>
                      <a:pt x="35719" y="35147"/>
                      <a:pt x="29337" y="36004"/>
                    </a:cubicBezTo>
                    <a:cubicBezTo>
                      <a:pt x="38862" y="37148"/>
                      <a:pt x="48673" y="35719"/>
                      <a:pt x="57531" y="32004"/>
                    </a:cubicBezTo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97" name="Forme libre : forme 9096">
                <a:extLst>
                  <a:ext uri="{FF2B5EF4-FFF2-40B4-BE49-F238E27FC236}">
                    <a16:creationId xmlns:a16="http://schemas.microsoft.com/office/drawing/2014/main" id="{7026C242-45BB-4576-BA93-885A5F9DFB05}"/>
                  </a:ext>
                </a:extLst>
              </p:cNvPr>
              <p:cNvSpPr/>
              <p:nvPr/>
            </p:nvSpPr>
            <p:spPr>
              <a:xfrm>
                <a:off x="6232592" y="4287297"/>
                <a:ext cx="100774" cy="57604"/>
              </a:xfrm>
              <a:custGeom>
                <a:avLst/>
                <a:gdLst>
                  <a:gd name="connsiteX0" fmla="*/ 68009 w 100774"/>
                  <a:gd name="connsiteY0" fmla="*/ 0 h 57604"/>
                  <a:gd name="connsiteX1" fmla="*/ 44291 w 100774"/>
                  <a:gd name="connsiteY1" fmla="*/ 23432 h 57604"/>
                  <a:gd name="connsiteX2" fmla="*/ 32099 w 100774"/>
                  <a:gd name="connsiteY2" fmla="*/ 32671 h 57604"/>
                  <a:gd name="connsiteX3" fmla="*/ 14574 w 100774"/>
                  <a:gd name="connsiteY3" fmla="*/ 40291 h 57604"/>
                  <a:gd name="connsiteX4" fmla="*/ 88773 w 100774"/>
                  <a:gd name="connsiteY4" fmla="*/ 11144 h 57604"/>
                  <a:gd name="connsiteX5" fmla="*/ 37719 w 100774"/>
                  <a:gd name="connsiteY5" fmla="*/ 38576 h 57604"/>
                  <a:gd name="connsiteX6" fmla="*/ 23241 w 100774"/>
                  <a:gd name="connsiteY6" fmla="*/ 41910 h 57604"/>
                  <a:gd name="connsiteX7" fmla="*/ 84201 w 100774"/>
                  <a:gd name="connsiteY7" fmla="*/ 32290 h 57604"/>
                  <a:gd name="connsiteX8" fmla="*/ 100775 w 100774"/>
                  <a:gd name="connsiteY8" fmla="*/ 29909 h 57604"/>
                  <a:gd name="connsiteX9" fmla="*/ 19241 w 100774"/>
                  <a:gd name="connsiteY9" fmla="*/ 48959 h 57604"/>
                  <a:gd name="connsiteX10" fmla="*/ 33243 w 100774"/>
                  <a:gd name="connsiteY10" fmla="*/ 50578 h 57604"/>
                  <a:gd name="connsiteX11" fmla="*/ 92679 w 100774"/>
                  <a:gd name="connsiteY11" fmla="*/ 47720 h 57604"/>
                  <a:gd name="connsiteX12" fmla="*/ 61151 w 100774"/>
                  <a:gd name="connsiteY12" fmla="*/ 54959 h 57604"/>
                  <a:gd name="connsiteX13" fmla="*/ 5905 w 100774"/>
                  <a:gd name="connsiteY13" fmla="*/ 57436 h 57604"/>
                  <a:gd name="connsiteX14" fmla="*/ 8954 w 100774"/>
                  <a:gd name="connsiteY14" fmla="*/ 49340 h 57604"/>
                  <a:gd name="connsiteX15" fmla="*/ 0 w 100774"/>
                  <a:gd name="connsiteY15" fmla="*/ 42577 h 57604"/>
                  <a:gd name="connsiteX16" fmla="*/ 36005 w 100774"/>
                  <a:gd name="connsiteY16" fmla="*/ 25051 h 57604"/>
                  <a:gd name="connsiteX17" fmla="*/ 68009 w 100774"/>
                  <a:gd name="connsiteY17" fmla="*/ 0 h 57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0774" h="57604">
                    <a:moveTo>
                      <a:pt x="68009" y="0"/>
                    </a:moveTo>
                    <a:cubicBezTo>
                      <a:pt x="60960" y="8573"/>
                      <a:pt x="52578" y="16002"/>
                      <a:pt x="44291" y="23432"/>
                    </a:cubicBezTo>
                    <a:cubicBezTo>
                      <a:pt x="40481" y="26861"/>
                      <a:pt x="36576" y="30290"/>
                      <a:pt x="32099" y="32671"/>
                    </a:cubicBezTo>
                    <a:cubicBezTo>
                      <a:pt x="26480" y="35624"/>
                      <a:pt x="20003" y="36862"/>
                      <a:pt x="14574" y="40291"/>
                    </a:cubicBezTo>
                    <a:cubicBezTo>
                      <a:pt x="40481" y="34004"/>
                      <a:pt x="65532" y="24194"/>
                      <a:pt x="88773" y="11144"/>
                    </a:cubicBezTo>
                    <a:cubicBezTo>
                      <a:pt x="72962" y="22479"/>
                      <a:pt x="56674" y="34195"/>
                      <a:pt x="37719" y="38576"/>
                    </a:cubicBezTo>
                    <a:cubicBezTo>
                      <a:pt x="32861" y="39719"/>
                      <a:pt x="28004" y="40386"/>
                      <a:pt x="23241" y="41910"/>
                    </a:cubicBezTo>
                    <a:cubicBezTo>
                      <a:pt x="43815" y="41910"/>
                      <a:pt x="63627" y="33052"/>
                      <a:pt x="84201" y="32290"/>
                    </a:cubicBezTo>
                    <a:cubicBezTo>
                      <a:pt x="89821" y="32099"/>
                      <a:pt x="95821" y="32480"/>
                      <a:pt x="100775" y="29909"/>
                    </a:cubicBezTo>
                    <a:cubicBezTo>
                      <a:pt x="73152" y="34862"/>
                      <a:pt x="47244" y="50673"/>
                      <a:pt x="19241" y="48959"/>
                    </a:cubicBezTo>
                    <a:cubicBezTo>
                      <a:pt x="23718" y="50578"/>
                      <a:pt x="28575" y="51149"/>
                      <a:pt x="33243" y="50578"/>
                    </a:cubicBezTo>
                    <a:cubicBezTo>
                      <a:pt x="52959" y="48101"/>
                      <a:pt x="72866" y="47911"/>
                      <a:pt x="92679" y="47720"/>
                    </a:cubicBezTo>
                    <a:cubicBezTo>
                      <a:pt x="82391" y="50864"/>
                      <a:pt x="71914" y="53912"/>
                      <a:pt x="61151" y="54959"/>
                    </a:cubicBezTo>
                    <a:cubicBezTo>
                      <a:pt x="42672" y="56674"/>
                      <a:pt x="23622" y="52007"/>
                      <a:pt x="5905" y="57436"/>
                    </a:cubicBezTo>
                    <a:cubicBezTo>
                      <a:pt x="10763" y="58769"/>
                      <a:pt x="10859" y="51816"/>
                      <a:pt x="8954" y="49340"/>
                    </a:cubicBezTo>
                    <a:cubicBezTo>
                      <a:pt x="6763" y="46482"/>
                      <a:pt x="953" y="45911"/>
                      <a:pt x="0" y="42577"/>
                    </a:cubicBezTo>
                    <a:cubicBezTo>
                      <a:pt x="12668" y="37529"/>
                      <a:pt x="24575" y="32671"/>
                      <a:pt x="36005" y="25051"/>
                    </a:cubicBezTo>
                    <a:cubicBezTo>
                      <a:pt x="46673" y="18098"/>
                      <a:pt x="60008" y="9811"/>
                      <a:pt x="6800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98" name="Forme libre : forme 9097">
                <a:extLst>
                  <a:ext uri="{FF2B5EF4-FFF2-40B4-BE49-F238E27FC236}">
                    <a16:creationId xmlns:a16="http://schemas.microsoft.com/office/drawing/2014/main" id="{F5398477-93BC-41A4-9394-B3AE2738AF0A}"/>
                  </a:ext>
                </a:extLst>
              </p:cNvPr>
              <p:cNvSpPr/>
              <p:nvPr/>
            </p:nvSpPr>
            <p:spPr>
              <a:xfrm>
                <a:off x="4271649" y="4262648"/>
                <a:ext cx="371316" cy="664136"/>
              </a:xfrm>
              <a:custGeom>
                <a:avLst/>
                <a:gdLst>
                  <a:gd name="connsiteX0" fmla="*/ 371316 w 371316"/>
                  <a:gd name="connsiteY0" fmla="*/ 7219 h 664136"/>
                  <a:gd name="connsiteX1" fmla="*/ 55658 w 371316"/>
                  <a:gd name="connsiteY1" fmla="*/ 118566 h 664136"/>
                  <a:gd name="connsiteX2" fmla="*/ 57753 w 371316"/>
                  <a:gd name="connsiteY2" fmla="*/ 480231 h 664136"/>
                  <a:gd name="connsiteX3" fmla="*/ 124809 w 371316"/>
                  <a:gd name="connsiteY3" fmla="*/ 658634 h 664136"/>
                  <a:gd name="connsiteX4" fmla="*/ 371316 w 371316"/>
                  <a:gd name="connsiteY4" fmla="*/ 7219 h 664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316" h="664136">
                    <a:moveTo>
                      <a:pt x="371316" y="7219"/>
                    </a:moveTo>
                    <a:cubicBezTo>
                      <a:pt x="371316" y="7219"/>
                      <a:pt x="160147" y="-42406"/>
                      <a:pt x="55658" y="118566"/>
                    </a:cubicBezTo>
                    <a:cubicBezTo>
                      <a:pt x="-48831" y="279539"/>
                      <a:pt x="18701" y="415746"/>
                      <a:pt x="57753" y="480231"/>
                    </a:cubicBezTo>
                    <a:cubicBezTo>
                      <a:pt x="96806" y="544620"/>
                      <a:pt x="133763" y="583196"/>
                      <a:pt x="124809" y="658634"/>
                    </a:cubicBezTo>
                    <a:cubicBezTo>
                      <a:pt x="115761" y="734167"/>
                      <a:pt x="371316" y="7219"/>
                      <a:pt x="371316" y="7219"/>
                    </a:cubicBezTo>
                    <a:close/>
                  </a:path>
                </a:pathLst>
              </a:custGeom>
              <a:solidFill>
                <a:srgbClr val="F9D746">
                  <a:alpha val="2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99" name="Forme libre : forme 9098">
                <a:extLst>
                  <a:ext uri="{FF2B5EF4-FFF2-40B4-BE49-F238E27FC236}">
                    <a16:creationId xmlns:a16="http://schemas.microsoft.com/office/drawing/2014/main" id="{3D84FC3B-C1A5-4A0F-9128-81CFC155FA4D}"/>
                  </a:ext>
                </a:extLst>
              </p:cNvPr>
              <p:cNvSpPr/>
              <p:nvPr/>
            </p:nvSpPr>
            <p:spPr>
              <a:xfrm>
                <a:off x="286135" y="1270920"/>
                <a:ext cx="7878984" cy="3894296"/>
              </a:xfrm>
              <a:custGeom>
                <a:avLst/>
                <a:gdLst>
                  <a:gd name="connsiteX0" fmla="*/ 7878985 w 7878984"/>
                  <a:gd name="connsiteY0" fmla="*/ 2105406 h 3894296"/>
                  <a:gd name="connsiteX1" fmla="*/ 7528370 w 7878984"/>
                  <a:gd name="connsiteY1" fmla="*/ 2381250 h 3894296"/>
                  <a:gd name="connsiteX2" fmla="*/ 7560945 w 7878984"/>
                  <a:gd name="connsiteY2" fmla="*/ 2159985 h 3894296"/>
                  <a:gd name="connsiteX3" fmla="*/ 7557421 w 7878984"/>
                  <a:gd name="connsiteY3" fmla="*/ 2072164 h 3894296"/>
                  <a:gd name="connsiteX4" fmla="*/ 7587710 w 7878984"/>
                  <a:gd name="connsiteY4" fmla="*/ 1677543 h 3894296"/>
                  <a:gd name="connsiteX5" fmla="*/ 7608380 w 7878984"/>
                  <a:gd name="connsiteY5" fmla="*/ 1615440 h 3894296"/>
                  <a:gd name="connsiteX6" fmla="*/ 7545610 w 7878984"/>
                  <a:gd name="connsiteY6" fmla="*/ 963359 h 3894296"/>
                  <a:gd name="connsiteX7" fmla="*/ 7546086 w 7878984"/>
                  <a:gd name="connsiteY7" fmla="*/ 963073 h 3894296"/>
                  <a:gd name="connsiteX8" fmla="*/ 7574280 w 7878984"/>
                  <a:gd name="connsiteY8" fmla="*/ 767906 h 3894296"/>
                  <a:gd name="connsiteX9" fmla="*/ 7588663 w 7878984"/>
                  <a:gd name="connsiteY9" fmla="*/ 746665 h 3894296"/>
                  <a:gd name="connsiteX10" fmla="*/ 7626192 w 7878984"/>
                  <a:gd name="connsiteY10" fmla="*/ 694849 h 3894296"/>
                  <a:gd name="connsiteX11" fmla="*/ 7645051 w 7878984"/>
                  <a:gd name="connsiteY11" fmla="*/ 668369 h 3894296"/>
                  <a:gd name="connsiteX12" fmla="*/ 7663434 w 7878984"/>
                  <a:gd name="connsiteY12" fmla="*/ 642271 h 3894296"/>
                  <a:gd name="connsiteX13" fmla="*/ 7695343 w 7878984"/>
                  <a:gd name="connsiteY13" fmla="*/ 584264 h 3894296"/>
                  <a:gd name="connsiteX14" fmla="*/ 7710583 w 7878984"/>
                  <a:gd name="connsiteY14" fmla="*/ 519589 h 3894296"/>
                  <a:gd name="connsiteX15" fmla="*/ 7711441 w 7878984"/>
                  <a:gd name="connsiteY15" fmla="*/ 454247 h 3894296"/>
                  <a:gd name="connsiteX16" fmla="*/ 7709059 w 7878984"/>
                  <a:gd name="connsiteY16" fmla="*/ 390144 h 3894296"/>
                  <a:gd name="connsiteX17" fmla="*/ 7712107 w 7878984"/>
                  <a:gd name="connsiteY17" fmla="*/ 328232 h 3894296"/>
                  <a:gd name="connsiteX18" fmla="*/ 7721632 w 7878984"/>
                  <a:gd name="connsiteY18" fmla="*/ 299657 h 3894296"/>
                  <a:gd name="connsiteX19" fmla="*/ 7735729 w 7878984"/>
                  <a:gd name="connsiteY19" fmla="*/ 271272 h 3894296"/>
                  <a:gd name="connsiteX20" fmla="*/ 7764113 w 7878984"/>
                  <a:gd name="connsiteY20" fmla="*/ 213170 h 3894296"/>
                  <a:gd name="connsiteX21" fmla="*/ 7773638 w 7878984"/>
                  <a:gd name="connsiteY21" fmla="*/ 181070 h 3894296"/>
                  <a:gd name="connsiteX22" fmla="*/ 7774401 w 7878984"/>
                  <a:gd name="connsiteY22" fmla="*/ 172403 h 3894296"/>
                  <a:gd name="connsiteX23" fmla="*/ 7774972 w 7878984"/>
                  <a:gd name="connsiteY23" fmla="*/ 165164 h 3894296"/>
                  <a:gd name="connsiteX24" fmla="*/ 7778782 w 7878984"/>
                  <a:gd name="connsiteY24" fmla="*/ 150686 h 3894296"/>
                  <a:gd name="connsiteX25" fmla="*/ 7810405 w 7878984"/>
                  <a:gd name="connsiteY25" fmla="*/ 95822 h 3894296"/>
                  <a:gd name="connsiteX26" fmla="*/ 7799832 w 7878984"/>
                  <a:gd name="connsiteY26" fmla="*/ 0 h 3894296"/>
                  <a:gd name="connsiteX27" fmla="*/ 7817930 w 7878984"/>
                  <a:gd name="connsiteY27" fmla="*/ 64199 h 3894296"/>
                  <a:gd name="connsiteX28" fmla="*/ 7806119 w 7878984"/>
                  <a:gd name="connsiteY28" fmla="*/ 93250 h 3894296"/>
                  <a:gd name="connsiteX29" fmla="*/ 7774210 w 7878984"/>
                  <a:gd name="connsiteY29" fmla="*/ 139065 h 3894296"/>
                  <a:gd name="connsiteX30" fmla="*/ 7774496 w 7878984"/>
                  <a:gd name="connsiteY30" fmla="*/ 123539 h 3894296"/>
                  <a:gd name="connsiteX31" fmla="*/ 7773734 w 7878984"/>
                  <a:gd name="connsiteY31" fmla="*/ 94679 h 3894296"/>
                  <a:gd name="connsiteX32" fmla="*/ 7771543 w 7878984"/>
                  <a:gd name="connsiteY32" fmla="*/ 66008 h 3894296"/>
                  <a:gd name="connsiteX33" fmla="*/ 7771353 w 7878984"/>
                  <a:gd name="connsiteY33" fmla="*/ 94679 h 3894296"/>
                  <a:gd name="connsiteX34" fmla="*/ 7769733 w 7878984"/>
                  <a:gd name="connsiteY34" fmla="*/ 123158 h 3894296"/>
                  <a:gd name="connsiteX35" fmla="*/ 7766019 w 7878984"/>
                  <a:gd name="connsiteY35" fmla="*/ 159544 h 3894296"/>
                  <a:gd name="connsiteX36" fmla="*/ 7765066 w 7878984"/>
                  <a:gd name="connsiteY36" fmla="*/ 163449 h 3894296"/>
                  <a:gd name="connsiteX37" fmla="*/ 7763923 w 7878984"/>
                  <a:gd name="connsiteY37" fmla="*/ 172117 h 3894296"/>
                  <a:gd name="connsiteX38" fmla="*/ 7762971 w 7878984"/>
                  <a:gd name="connsiteY38" fmla="*/ 179356 h 3894296"/>
                  <a:gd name="connsiteX39" fmla="*/ 7752779 w 7878984"/>
                  <a:gd name="connsiteY39" fmla="*/ 208217 h 3894296"/>
                  <a:gd name="connsiteX40" fmla="*/ 7724394 w 7878984"/>
                  <a:gd name="connsiteY40" fmla="*/ 261366 h 3894296"/>
                  <a:gd name="connsiteX41" fmla="*/ 7723061 w 7878984"/>
                  <a:gd name="connsiteY41" fmla="*/ 245174 h 3894296"/>
                  <a:gd name="connsiteX42" fmla="*/ 7720584 w 7878984"/>
                  <a:gd name="connsiteY42" fmla="*/ 232886 h 3894296"/>
                  <a:gd name="connsiteX43" fmla="*/ 7718203 w 7878984"/>
                  <a:gd name="connsiteY43" fmla="*/ 226695 h 3894296"/>
                  <a:gd name="connsiteX44" fmla="*/ 7715250 w 7878984"/>
                  <a:gd name="connsiteY44" fmla="*/ 221361 h 3894296"/>
                  <a:gd name="connsiteX45" fmla="*/ 7703535 w 7878984"/>
                  <a:gd name="connsiteY45" fmla="*/ 200597 h 3894296"/>
                  <a:gd name="connsiteX46" fmla="*/ 7710964 w 7878984"/>
                  <a:gd name="connsiteY46" fmla="*/ 223361 h 3894296"/>
                  <a:gd name="connsiteX47" fmla="*/ 7712774 w 7878984"/>
                  <a:gd name="connsiteY47" fmla="*/ 228981 h 3894296"/>
                  <a:gd name="connsiteX48" fmla="*/ 7713631 w 7878984"/>
                  <a:gd name="connsiteY48" fmla="*/ 234220 h 3894296"/>
                  <a:gd name="connsiteX49" fmla="*/ 7713631 w 7878984"/>
                  <a:gd name="connsiteY49" fmla="*/ 245555 h 3894296"/>
                  <a:gd name="connsiteX50" fmla="*/ 7710678 w 7878984"/>
                  <a:gd name="connsiteY50" fmla="*/ 268605 h 3894296"/>
                  <a:gd name="connsiteX51" fmla="*/ 7708583 w 7878984"/>
                  <a:gd name="connsiteY51" fmla="*/ 280226 h 3894296"/>
                  <a:gd name="connsiteX52" fmla="*/ 7707535 w 7878984"/>
                  <a:gd name="connsiteY52" fmla="*/ 286226 h 3894296"/>
                  <a:gd name="connsiteX53" fmla="*/ 7707059 w 7878984"/>
                  <a:gd name="connsiteY53" fmla="*/ 289465 h 3894296"/>
                  <a:gd name="connsiteX54" fmla="*/ 7706868 w 7878984"/>
                  <a:gd name="connsiteY54" fmla="*/ 291465 h 3894296"/>
                  <a:gd name="connsiteX55" fmla="*/ 7706868 w 7878984"/>
                  <a:gd name="connsiteY55" fmla="*/ 292037 h 3894296"/>
                  <a:gd name="connsiteX56" fmla="*/ 7706868 w 7878984"/>
                  <a:gd name="connsiteY56" fmla="*/ 292322 h 3894296"/>
                  <a:gd name="connsiteX57" fmla="*/ 7706963 w 7878984"/>
                  <a:gd name="connsiteY57" fmla="*/ 293465 h 3894296"/>
                  <a:gd name="connsiteX58" fmla="*/ 7707154 w 7878984"/>
                  <a:gd name="connsiteY58" fmla="*/ 293942 h 3894296"/>
                  <a:gd name="connsiteX59" fmla="*/ 7696105 w 7878984"/>
                  <a:gd name="connsiteY59" fmla="*/ 324898 h 3894296"/>
                  <a:gd name="connsiteX60" fmla="*/ 7691342 w 7878984"/>
                  <a:gd name="connsiteY60" fmla="*/ 390811 h 3894296"/>
                  <a:gd name="connsiteX61" fmla="*/ 7693152 w 7878984"/>
                  <a:gd name="connsiteY61" fmla="*/ 455009 h 3894296"/>
                  <a:gd name="connsiteX62" fmla="*/ 7692485 w 7878984"/>
                  <a:gd name="connsiteY62" fmla="*/ 510731 h 3894296"/>
                  <a:gd name="connsiteX63" fmla="*/ 7686961 w 7878984"/>
                  <a:gd name="connsiteY63" fmla="*/ 493967 h 3894296"/>
                  <a:gd name="connsiteX64" fmla="*/ 7669435 w 7878984"/>
                  <a:gd name="connsiteY64" fmla="*/ 466058 h 3894296"/>
                  <a:gd name="connsiteX65" fmla="*/ 7639908 w 7878984"/>
                  <a:gd name="connsiteY65" fmla="*/ 435769 h 3894296"/>
                  <a:gd name="connsiteX66" fmla="*/ 7621619 w 7878984"/>
                  <a:gd name="connsiteY66" fmla="*/ 424625 h 3894296"/>
                  <a:gd name="connsiteX67" fmla="*/ 7615809 w 7878984"/>
                  <a:gd name="connsiteY67" fmla="*/ 421386 h 3894296"/>
                  <a:gd name="connsiteX68" fmla="*/ 7596569 w 7878984"/>
                  <a:gd name="connsiteY68" fmla="*/ 352711 h 3894296"/>
                  <a:gd name="connsiteX69" fmla="*/ 7596474 w 7878984"/>
                  <a:gd name="connsiteY69" fmla="*/ 352616 h 3894296"/>
                  <a:gd name="connsiteX70" fmla="*/ 7596854 w 7878984"/>
                  <a:gd name="connsiteY70" fmla="*/ 335947 h 3894296"/>
                  <a:gd name="connsiteX71" fmla="*/ 7598855 w 7878984"/>
                  <a:gd name="connsiteY71" fmla="*/ 314897 h 3894296"/>
                  <a:gd name="connsiteX72" fmla="*/ 7598760 w 7878984"/>
                  <a:gd name="connsiteY72" fmla="*/ 290894 h 3894296"/>
                  <a:gd name="connsiteX73" fmla="*/ 7595712 w 7878984"/>
                  <a:gd name="connsiteY73" fmla="*/ 267176 h 3894296"/>
                  <a:gd name="connsiteX74" fmla="*/ 7588282 w 7878984"/>
                  <a:gd name="connsiteY74" fmla="*/ 244602 h 3894296"/>
                  <a:gd name="connsiteX75" fmla="*/ 7593426 w 7878984"/>
                  <a:gd name="connsiteY75" fmla="*/ 267557 h 3894296"/>
                  <a:gd name="connsiteX76" fmla="*/ 7594092 w 7878984"/>
                  <a:gd name="connsiteY76" fmla="*/ 290989 h 3894296"/>
                  <a:gd name="connsiteX77" fmla="*/ 7591807 w 7878984"/>
                  <a:gd name="connsiteY77" fmla="*/ 314230 h 3894296"/>
                  <a:gd name="connsiteX78" fmla="*/ 7591711 w 7878984"/>
                  <a:gd name="connsiteY78" fmla="*/ 314706 h 3894296"/>
                  <a:gd name="connsiteX79" fmla="*/ 7586853 w 7878984"/>
                  <a:gd name="connsiteY79" fmla="*/ 307753 h 3894296"/>
                  <a:gd name="connsiteX80" fmla="*/ 7583710 w 7878984"/>
                  <a:gd name="connsiteY80" fmla="*/ 304800 h 3894296"/>
                  <a:gd name="connsiteX81" fmla="*/ 7581233 w 7878984"/>
                  <a:gd name="connsiteY81" fmla="*/ 302705 h 3894296"/>
                  <a:gd name="connsiteX82" fmla="*/ 7576471 w 7878984"/>
                  <a:gd name="connsiteY82" fmla="*/ 298514 h 3894296"/>
                  <a:gd name="connsiteX83" fmla="*/ 7558088 w 7878984"/>
                  <a:gd name="connsiteY83" fmla="*/ 280511 h 3894296"/>
                  <a:gd name="connsiteX84" fmla="*/ 7525226 w 7878984"/>
                  <a:gd name="connsiteY84" fmla="*/ 240030 h 3894296"/>
                  <a:gd name="connsiteX85" fmla="*/ 7523893 w 7878984"/>
                  <a:gd name="connsiteY85" fmla="*/ 240411 h 3894296"/>
                  <a:gd name="connsiteX86" fmla="*/ 7547515 w 7878984"/>
                  <a:gd name="connsiteY86" fmla="*/ 290036 h 3894296"/>
                  <a:gd name="connsiteX87" fmla="*/ 7567422 w 7878984"/>
                  <a:gd name="connsiteY87" fmla="*/ 309372 h 3894296"/>
                  <a:gd name="connsiteX88" fmla="*/ 7573137 w 7878984"/>
                  <a:gd name="connsiteY88" fmla="*/ 313468 h 3894296"/>
                  <a:gd name="connsiteX89" fmla="*/ 7575995 w 7878984"/>
                  <a:gd name="connsiteY89" fmla="*/ 315373 h 3894296"/>
                  <a:gd name="connsiteX90" fmla="*/ 7577900 w 7878984"/>
                  <a:gd name="connsiteY90" fmla="*/ 316802 h 3894296"/>
                  <a:gd name="connsiteX91" fmla="*/ 7583805 w 7878984"/>
                  <a:gd name="connsiteY91" fmla="*/ 325469 h 3894296"/>
                  <a:gd name="connsiteX92" fmla="*/ 7586567 w 7878984"/>
                  <a:gd name="connsiteY92" fmla="*/ 376619 h 3894296"/>
                  <a:gd name="connsiteX93" fmla="*/ 7587044 w 7878984"/>
                  <a:gd name="connsiteY93" fmla="*/ 386048 h 3894296"/>
                  <a:gd name="connsiteX94" fmla="*/ 7593616 w 7878984"/>
                  <a:gd name="connsiteY94" fmla="*/ 409480 h 3894296"/>
                  <a:gd name="connsiteX95" fmla="*/ 7594473 w 7878984"/>
                  <a:gd name="connsiteY95" fmla="*/ 411290 h 3894296"/>
                  <a:gd name="connsiteX96" fmla="*/ 7582282 w 7878984"/>
                  <a:gd name="connsiteY96" fmla="*/ 406908 h 3894296"/>
                  <a:gd name="connsiteX97" fmla="*/ 7561326 w 7878984"/>
                  <a:gd name="connsiteY97" fmla="*/ 401765 h 3894296"/>
                  <a:gd name="connsiteX98" fmla="*/ 7523417 w 7878984"/>
                  <a:gd name="connsiteY98" fmla="*/ 391192 h 3894296"/>
                  <a:gd name="connsiteX99" fmla="*/ 7495413 w 7878984"/>
                  <a:gd name="connsiteY99" fmla="*/ 362522 h 3894296"/>
                  <a:gd name="connsiteX100" fmla="*/ 7494175 w 7878984"/>
                  <a:gd name="connsiteY100" fmla="*/ 363188 h 3894296"/>
                  <a:gd name="connsiteX101" fmla="*/ 7517797 w 7878984"/>
                  <a:gd name="connsiteY101" fmla="*/ 399288 h 3894296"/>
                  <a:gd name="connsiteX102" fmla="*/ 7558374 w 7878984"/>
                  <a:gd name="connsiteY102" fmla="*/ 415576 h 3894296"/>
                  <a:gd name="connsiteX103" fmla="*/ 7596950 w 7878984"/>
                  <a:gd name="connsiteY103" fmla="*/ 427482 h 3894296"/>
                  <a:gd name="connsiteX104" fmla="*/ 7615524 w 7878984"/>
                  <a:gd name="connsiteY104" fmla="*/ 435769 h 3894296"/>
                  <a:gd name="connsiteX105" fmla="*/ 7625525 w 7878984"/>
                  <a:gd name="connsiteY105" fmla="*/ 440817 h 3894296"/>
                  <a:gd name="connsiteX106" fmla="*/ 7669816 w 7878984"/>
                  <a:gd name="connsiteY106" fmla="*/ 494824 h 3894296"/>
                  <a:gd name="connsiteX107" fmla="*/ 7676769 w 7878984"/>
                  <a:gd name="connsiteY107" fmla="*/ 515398 h 3894296"/>
                  <a:gd name="connsiteX108" fmla="*/ 7677341 w 7878984"/>
                  <a:gd name="connsiteY108" fmla="*/ 579882 h 3894296"/>
                  <a:gd name="connsiteX109" fmla="*/ 7648957 w 7878984"/>
                  <a:gd name="connsiteY109" fmla="*/ 632079 h 3894296"/>
                  <a:gd name="connsiteX110" fmla="*/ 7630954 w 7878984"/>
                  <a:gd name="connsiteY110" fmla="*/ 658844 h 3894296"/>
                  <a:gd name="connsiteX111" fmla="*/ 7613142 w 7878984"/>
                  <a:gd name="connsiteY111" fmla="*/ 685038 h 3894296"/>
                  <a:gd name="connsiteX112" fmla="*/ 7581615 w 7878984"/>
                  <a:gd name="connsiteY112" fmla="*/ 731234 h 3894296"/>
                  <a:gd name="connsiteX113" fmla="*/ 7530179 w 7878984"/>
                  <a:gd name="connsiteY113" fmla="*/ 658749 h 3894296"/>
                  <a:gd name="connsiteX114" fmla="*/ 7526655 w 7878984"/>
                  <a:gd name="connsiteY114" fmla="*/ 655606 h 3894296"/>
                  <a:gd name="connsiteX115" fmla="*/ 7472553 w 7878984"/>
                  <a:gd name="connsiteY115" fmla="*/ 618363 h 3894296"/>
                  <a:gd name="connsiteX116" fmla="*/ 7423119 w 7878984"/>
                  <a:gd name="connsiteY116" fmla="*/ 590645 h 3894296"/>
                  <a:gd name="connsiteX117" fmla="*/ 7404831 w 7878984"/>
                  <a:gd name="connsiteY117" fmla="*/ 577596 h 3894296"/>
                  <a:gd name="connsiteX118" fmla="*/ 7359301 w 7878984"/>
                  <a:gd name="connsiteY118" fmla="*/ 525018 h 3894296"/>
                  <a:gd name="connsiteX119" fmla="*/ 7353967 w 7878984"/>
                  <a:gd name="connsiteY119" fmla="*/ 508349 h 3894296"/>
                  <a:gd name="connsiteX120" fmla="*/ 7347681 w 7878984"/>
                  <a:gd name="connsiteY120" fmla="*/ 490538 h 3894296"/>
                  <a:gd name="connsiteX121" fmla="*/ 7332155 w 7878984"/>
                  <a:gd name="connsiteY121" fmla="*/ 456914 h 3894296"/>
                  <a:gd name="connsiteX122" fmla="*/ 7316153 w 7878984"/>
                  <a:gd name="connsiteY122" fmla="*/ 423958 h 3894296"/>
                  <a:gd name="connsiteX123" fmla="*/ 7305580 w 7878984"/>
                  <a:gd name="connsiteY123" fmla="*/ 389192 h 3894296"/>
                  <a:gd name="connsiteX124" fmla="*/ 7313390 w 7878984"/>
                  <a:gd name="connsiteY124" fmla="*/ 425101 h 3894296"/>
                  <a:gd name="connsiteX125" fmla="*/ 7326726 w 7878984"/>
                  <a:gd name="connsiteY125" fmla="*/ 459391 h 3894296"/>
                  <a:gd name="connsiteX126" fmla="*/ 7339299 w 7878984"/>
                  <a:gd name="connsiteY126" fmla="*/ 493586 h 3894296"/>
                  <a:gd name="connsiteX127" fmla="*/ 7343871 w 7878984"/>
                  <a:gd name="connsiteY127" fmla="*/ 510826 h 3894296"/>
                  <a:gd name="connsiteX128" fmla="*/ 7348633 w 7878984"/>
                  <a:gd name="connsiteY128" fmla="*/ 529400 h 3894296"/>
                  <a:gd name="connsiteX129" fmla="*/ 7367588 w 7878984"/>
                  <a:gd name="connsiteY129" fmla="*/ 561308 h 3894296"/>
                  <a:gd name="connsiteX130" fmla="*/ 7337584 w 7878984"/>
                  <a:gd name="connsiteY130" fmla="*/ 554831 h 3894296"/>
                  <a:gd name="connsiteX131" fmla="*/ 7253859 w 7878984"/>
                  <a:gd name="connsiteY131" fmla="*/ 551974 h 3894296"/>
                  <a:gd name="connsiteX132" fmla="*/ 7177850 w 7878984"/>
                  <a:gd name="connsiteY132" fmla="*/ 528923 h 3894296"/>
                  <a:gd name="connsiteX133" fmla="*/ 7120319 w 7878984"/>
                  <a:gd name="connsiteY133" fmla="*/ 471202 h 3894296"/>
                  <a:gd name="connsiteX134" fmla="*/ 7118699 w 7878984"/>
                  <a:gd name="connsiteY134" fmla="*/ 472154 h 3894296"/>
                  <a:gd name="connsiteX135" fmla="*/ 7174326 w 7878984"/>
                  <a:gd name="connsiteY135" fmla="*/ 534162 h 3894296"/>
                  <a:gd name="connsiteX136" fmla="*/ 7253669 w 7878984"/>
                  <a:gd name="connsiteY136" fmla="*/ 562451 h 3894296"/>
                  <a:gd name="connsiteX137" fmla="*/ 7335584 w 7878984"/>
                  <a:gd name="connsiteY137" fmla="*/ 568452 h 3894296"/>
                  <a:gd name="connsiteX138" fmla="*/ 7373303 w 7878984"/>
                  <a:gd name="connsiteY138" fmla="*/ 579787 h 3894296"/>
                  <a:gd name="connsiteX139" fmla="*/ 7406545 w 7878984"/>
                  <a:gd name="connsiteY139" fmla="*/ 601313 h 3894296"/>
                  <a:gd name="connsiteX140" fmla="*/ 7406735 w 7878984"/>
                  <a:gd name="connsiteY140" fmla="*/ 601504 h 3894296"/>
                  <a:gd name="connsiteX141" fmla="*/ 7407497 w 7878984"/>
                  <a:gd name="connsiteY141" fmla="*/ 601980 h 3894296"/>
                  <a:gd name="connsiteX142" fmla="*/ 7427500 w 7878984"/>
                  <a:gd name="connsiteY142" fmla="*/ 614267 h 3894296"/>
                  <a:gd name="connsiteX143" fmla="*/ 7454646 w 7878984"/>
                  <a:gd name="connsiteY143" fmla="*/ 630936 h 3894296"/>
                  <a:gd name="connsiteX144" fmla="*/ 7462171 w 7878984"/>
                  <a:gd name="connsiteY144" fmla="*/ 635603 h 3894296"/>
                  <a:gd name="connsiteX145" fmla="*/ 7515607 w 7878984"/>
                  <a:gd name="connsiteY145" fmla="*/ 669608 h 3894296"/>
                  <a:gd name="connsiteX146" fmla="*/ 7520464 w 7878984"/>
                  <a:gd name="connsiteY146" fmla="*/ 673418 h 3894296"/>
                  <a:gd name="connsiteX147" fmla="*/ 7562183 w 7878984"/>
                  <a:gd name="connsiteY147" fmla="*/ 735425 h 3894296"/>
                  <a:gd name="connsiteX148" fmla="*/ 7562279 w 7878984"/>
                  <a:gd name="connsiteY148" fmla="*/ 754666 h 3894296"/>
                  <a:gd name="connsiteX149" fmla="*/ 7517511 w 7878984"/>
                  <a:gd name="connsiteY149" fmla="*/ 859250 h 3894296"/>
                  <a:gd name="connsiteX150" fmla="*/ 7504843 w 7878984"/>
                  <a:gd name="connsiteY150" fmla="*/ 920972 h 3894296"/>
                  <a:gd name="connsiteX151" fmla="*/ 7387114 w 7878984"/>
                  <a:gd name="connsiteY151" fmla="*/ 869823 h 3894296"/>
                  <a:gd name="connsiteX152" fmla="*/ 7380161 w 7878984"/>
                  <a:gd name="connsiteY152" fmla="*/ 868585 h 3894296"/>
                  <a:gd name="connsiteX153" fmla="*/ 7334726 w 7878984"/>
                  <a:gd name="connsiteY153" fmla="*/ 863822 h 3894296"/>
                  <a:gd name="connsiteX154" fmla="*/ 7290626 w 7878984"/>
                  <a:gd name="connsiteY154" fmla="*/ 860108 h 3894296"/>
                  <a:gd name="connsiteX155" fmla="*/ 7208997 w 7878984"/>
                  <a:gd name="connsiteY155" fmla="*/ 831818 h 3894296"/>
                  <a:gd name="connsiteX156" fmla="*/ 7137654 w 7878984"/>
                  <a:gd name="connsiteY156" fmla="*/ 779812 h 3894296"/>
                  <a:gd name="connsiteX157" fmla="*/ 7106126 w 7878984"/>
                  <a:gd name="connsiteY157" fmla="*/ 748379 h 3894296"/>
                  <a:gd name="connsiteX158" fmla="*/ 7091267 w 7878984"/>
                  <a:gd name="connsiteY158" fmla="*/ 731711 h 3894296"/>
                  <a:gd name="connsiteX159" fmla="*/ 7083552 w 7878984"/>
                  <a:gd name="connsiteY159" fmla="*/ 723329 h 3894296"/>
                  <a:gd name="connsiteX160" fmla="*/ 7083647 w 7878984"/>
                  <a:gd name="connsiteY160" fmla="*/ 723138 h 3894296"/>
                  <a:gd name="connsiteX161" fmla="*/ 7080790 w 7878984"/>
                  <a:gd name="connsiteY161" fmla="*/ 720376 h 3894296"/>
                  <a:gd name="connsiteX162" fmla="*/ 7075647 w 7878984"/>
                  <a:gd name="connsiteY162" fmla="*/ 714851 h 3894296"/>
                  <a:gd name="connsiteX163" fmla="*/ 7073646 w 7878984"/>
                  <a:gd name="connsiteY163" fmla="*/ 713042 h 3894296"/>
                  <a:gd name="connsiteX164" fmla="*/ 7066883 w 7878984"/>
                  <a:gd name="connsiteY164" fmla="*/ 705707 h 3894296"/>
                  <a:gd name="connsiteX165" fmla="*/ 7051072 w 7878984"/>
                  <a:gd name="connsiteY165" fmla="*/ 686181 h 3894296"/>
                  <a:gd name="connsiteX166" fmla="*/ 7026688 w 7878984"/>
                  <a:gd name="connsiteY166" fmla="*/ 642747 h 3894296"/>
                  <a:gd name="connsiteX167" fmla="*/ 7022306 w 7878984"/>
                  <a:gd name="connsiteY167" fmla="*/ 618649 h 3894296"/>
                  <a:gd name="connsiteX168" fmla="*/ 7020783 w 7878984"/>
                  <a:gd name="connsiteY168" fmla="*/ 593122 h 3894296"/>
                  <a:gd name="connsiteX169" fmla="*/ 7004781 w 7878984"/>
                  <a:gd name="connsiteY169" fmla="*/ 545021 h 3894296"/>
                  <a:gd name="connsiteX170" fmla="*/ 7017449 w 7878984"/>
                  <a:gd name="connsiteY170" fmla="*/ 593312 h 3894296"/>
                  <a:gd name="connsiteX171" fmla="*/ 7017353 w 7878984"/>
                  <a:gd name="connsiteY171" fmla="*/ 618744 h 3894296"/>
                  <a:gd name="connsiteX172" fmla="*/ 7020592 w 7878984"/>
                  <a:gd name="connsiteY172" fmla="*/ 644747 h 3894296"/>
                  <a:gd name="connsiteX173" fmla="*/ 7042499 w 7878984"/>
                  <a:gd name="connsiteY173" fmla="*/ 687515 h 3894296"/>
                  <a:gd name="connsiteX174" fmla="*/ 7000971 w 7878984"/>
                  <a:gd name="connsiteY174" fmla="*/ 662750 h 3894296"/>
                  <a:gd name="connsiteX175" fmla="*/ 6915722 w 7878984"/>
                  <a:gd name="connsiteY175" fmla="*/ 632746 h 3894296"/>
                  <a:gd name="connsiteX176" fmla="*/ 6915341 w 7878984"/>
                  <a:gd name="connsiteY176" fmla="*/ 634651 h 3894296"/>
                  <a:gd name="connsiteX177" fmla="*/ 7068788 w 7878984"/>
                  <a:gd name="connsiteY177" fmla="*/ 721424 h 3894296"/>
                  <a:gd name="connsiteX178" fmla="*/ 7083267 w 7878984"/>
                  <a:gd name="connsiteY178" fmla="*/ 738188 h 3894296"/>
                  <a:gd name="connsiteX179" fmla="*/ 7096411 w 7878984"/>
                  <a:gd name="connsiteY179" fmla="*/ 753999 h 3894296"/>
                  <a:gd name="connsiteX180" fmla="*/ 6956584 w 7878984"/>
                  <a:gd name="connsiteY180" fmla="*/ 757047 h 3894296"/>
                  <a:gd name="connsiteX181" fmla="*/ 6916293 w 7878984"/>
                  <a:gd name="connsiteY181" fmla="*/ 763810 h 3894296"/>
                  <a:gd name="connsiteX182" fmla="*/ 6888576 w 7878984"/>
                  <a:gd name="connsiteY182" fmla="*/ 753809 h 3894296"/>
                  <a:gd name="connsiteX183" fmla="*/ 6880003 w 7878984"/>
                  <a:gd name="connsiteY183" fmla="*/ 742188 h 3894296"/>
                  <a:gd name="connsiteX184" fmla="*/ 6877050 w 7878984"/>
                  <a:gd name="connsiteY184" fmla="*/ 726472 h 3894296"/>
                  <a:gd name="connsiteX185" fmla="*/ 6870478 w 7878984"/>
                  <a:gd name="connsiteY185" fmla="*/ 693706 h 3894296"/>
                  <a:gd name="connsiteX186" fmla="*/ 6852095 w 7878984"/>
                  <a:gd name="connsiteY186" fmla="*/ 666179 h 3894296"/>
                  <a:gd name="connsiteX187" fmla="*/ 6868192 w 7878984"/>
                  <a:gd name="connsiteY187" fmla="*/ 694468 h 3894296"/>
                  <a:gd name="connsiteX188" fmla="*/ 6872288 w 7878984"/>
                  <a:gd name="connsiteY188" fmla="*/ 726948 h 3894296"/>
                  <a:gd name="connsiteX189" fmla="*/ 6874288 w 7878984"/>
                  <a:gd name="connsiteY189" fmla="*/ 743903 h 3894296"/>
                  <a:gd name="connsiteX190" fmla="*/ 6884003 w 7878984"/>
                  <a:gd name="connsiteY190" fmla="*/ 759333 h 3894296"/>
                  <a:gd name="connsiteX191" fmla="*/ 6897053 w 7878984"/>
                  <a:gd name="connsiteY191" fmla="*/ 767525 h 3894296"/>
                  <a:gd name="connsiteX192" fmla="*/ 6803803 w 7878984"/>
                  <a:gd name="connsiteY192" fmla="*/ 775907 h 3894296"/>
                  <a:gd name="connsiteX193" fmla="*/ 6753607 w 7878984"/>
                  <a:gd name="connsiteY193" fmla="*/ 762095 h 3894296"/>
                  <a:gd name="connsiteX194" fmla="*/ 6731032 w 7878984"/>
                  <a:gd name="connsiteY194" fmla="*/ 748760 h 3894296"/>
                  <a:gd name="connsiteX195" fmla="*/ 6720459 w 7878984"/>
                  <a:gd name="connsiteY195" fmla="*/ 740474 h 3894296"/>
                  <a:gd name="connsiteX196" fmla="*/ 6708648 w 7878984"/>
                  <a:gd name="connsiteY196" fmla="*/ 732854 h 3894296"/>
                  <a:gd name="connsiteX197" fmla="*/ 6708363 w 7878984"/>
                  <a:gd name="connsiteY197" fmla="*/ 734282 h 3894296"/>
                  <a:gd name="connsiteX198" fmla="*/ 6717602 w 7878984"/>
                  <a:gd name="connsiteY198" fmla="*/ 743426 h 3894296"/>
                  <a:gd name="connsiteX199" fmla="*/ 6726841 w 7878984"/>
                  <a:gd name="connsiteY199" fmla="*/ 753713 h 3894296"/>
                  <a:gd name="connsiteX200" fmla="*/ 6749034 w 7878984"/>
                  <a:gd name="connsiteY200" fmla="*/ 770954 h 3894296"/>
                  <a:gd name="connsiteX201" fmla="*/ 6801803 w 7878984"/>
                  <a:gd name="connsiteY201" fmla="*/ 790099 h 3894296"/>
                  <a:gd name="connsiteX202" fmla="*/ 6830187 w 7878984"/>
                  <a:gd name="connsiteY202" fmla="*/ 792099 h 3894296"/>
                  <a:gd name="connsiteX203" fmla="*/ 6858096 w 7878984"/>
                  <a:gd name="connsiteY203" fmla="*/ 788861 h 3894296"/>
                  <a:gd name="connsiteX204" fmla="*/ 6911341 w 7878984"/>
                  <a:gd name="connsiteY204" fmla="*/ 776478 h 3894296"/>
                  <a:gd name="connsiteX205" fmla="*/ 6964300 w 7878984"/>
                  <a:gd name="connsiteY205" fmla="*/ 765429 h 3894296"/>
                  <a:gd name="connsiteX206" fmla="*/ 7017639 w 7878984"/>
                  <a:gd name="connsiteY206" fmla="*/ 759619 h 3894296"/>
                  <a:gd name="connsiteX207" fmla="*/ 7107175 w 7878984"/>
                  <a:gd name="connsiteY207" fmla="*/ 769620 h 3894296"/>
                  <a:gd name="connsiteX208" fmla="*/ 7112318 w 7878984"/>
                  <a:gd name="connsiteY208" fmla="*/ 771716 h 3894296"/>
                  <a:gd name="connsiteX209" fmla="*/ 7129272 w 7878984"/>
                  <a:gd name="connsiteY209" fmla="*/ 788956 h 3894296"/>
                  <a:gd name="connsiteX210" fmla="*/ 7201472 w 7878984"/>
                  <a:gd name="connsiteY210" fmla="*/ 845058 h 3894296"/>
                  <a:gd name="connsiteX211" fmla="*/ 7287863 w 7878984"/>
                  <a:gd name="connsiteY211" fmla="*/ 878777 h 3894296"/>
                  <a:gd name="connsiteX212" fmla="*/ 7377589 w 7878984"/>
                  <a:gd name="connsiteY212" fmla="*/ 887540 h 3894296"/>
                  <a:gd name="connsiteX213" fmla="*/ 7393210 w 7878984"/>
                  <a:gd name="connsiteY213" fmla="*/ 889826 h 3894296"/>
                  <a:gd name="connsiteX214" fmla="*/ 7510272 w 7878984"/>
                  <a:gd name="connsiteY214" fmla="*/ 968216 h 3894296"/>
                  <a:gd name="connsiteX215" fmla="*/ 7577328 w 7878984"/>
                  <a:gd name="connsiteY215" fmla="*/ 1604772 h 3894296"/>
                  <a:gd name="connsiteX216" fmla="*/ 7556183 w 7878984"/>
                  <a:gd name="connsiteY216" fmla="*/ 1668399 h 3894296"/>
                  <a:gd name="connsiteX217" fmla="*/ 7524559 w 7878984"/>
                  <a:gd name="connsiteY217" fmla="*/ 2073974 h 3894296"/>
                  <a:gd name="connsiteX218" fmla="*/ 7528084 w 7878984"/>
                  <a:gd name="connsiteY218" fmla="*/ 2161604 h 3894296"/>
                  <a:gd name="connsiteX219" fmla="*/ 7456551 w 7878984"/>
                  <a:gd name="connsiteY219" fmla="*/ 2462118 h 3894296"/>
                  <a:gd name="connsiteX220" fmla="*/ 7379685 w 7878984"/>
                  <a:gd name="connsiteY220" fmla="*/ 2551271 h 3894296"/>
                  <a:gd name="connsiteX221" fmla="*/ 7311009 w 7878984"/>
                  <a:gd name="connsiteY221" fmla="*/ 2630901 h 3894296"/>
                  <a:gd name="connsiteX222" fmla="*/ 6987445 w 7878984"/>
                  <a:gd name="connsiteY222" fmla="*/ 2889314 h 3894296"/>
                  <a:gd name="connsiteX223" fmla="*/ 6402991 w 7878984"/>
                  <a:gd name="connsiteY223" fmla="*/ 3378994 h 3894296"/>
                  <a:gd name="connsiteX224" fmla="*/ 5783676 w 7878984"/>
                  <a:gd name="connsiteY224" fmla="*/ 3670935 h 3894296"/>
                  <a:gd name="connsiteX225" fmla="*/ 5666232 w 7878984"/>
                  <a:gd name="connsiteY225" fmla="*/ 3538157 h 3894296"/>
                  <a:gd name="connsiteX226" fmla="*/ 5697760 w 7878984"/>
                  <a:gd name="connsiteY226" fmla="*/ 3439859 h 3894296"/>
                  <a:gd name="connsiteX227" fmla="*/ 5730431 w 7878984"/>
                  <a:gd name="connsiteY227" fmla="*/ 3339561 h 3894296"/>
                  <a:gd name="connsiteX228" fmla="*/ 5731288 w 7878984"/>
                  <a:gd name="connsiteY228" fmla="*/ 3336036 h 3894296"/>
                  <a:gd name="connsiteX229" fmla="*/ 5727097 w 7878984"/>
                  <a:gd name="connsiteY229" fmla="*/ 3233071 h 3894296"/>
                  <a:gd name="connsiteX230" fmla="*/ 5770340 w 7878984"/>
                  <a:gd name="connsiteY230" fmla="*/ 3152870 h 3894296"/>
                  <a:gd name="connsiteX231" fmla="*/ 5891784 w 7878984"/>
                  <a:gd name="connsiteY231" fmla="*/ 3110675 h 3894296"/>
                  <a:gd name="connsiteX232" fmla="*/ 5939791 w 7878984"/>
                  <a:gd name="connsiteY232" fmla="*/ 3075813 h 3894296"/>
                  <a:gd name="connsiteX233" fmla="*/ 5976176 w 7878984"/>
                  <a:gd name="connsiteY233" fmla="*/ 3060002 h 3894296"/>
                  <a:gd name="connsiteX234" fmla="*/ 5867400 w 7878984"/>
                  <a:gd name="connsiteY234" fmla="*/ 3055811 h 3894296"/>
                  <a:gd name="connsiteX235" fmla="*/ 5773388 w 7878984"/>
                  <a:gd name="connsiteY235" fmla="*/ 3042571 h 3894296"/>
                  <a:gd name="connsiteX236" fmla="*/ 5544312 w 7878984"/>
                  <a:gd name="connsiteY236" fmla="*/ 3043619 h 3894296"/>
                  <a:gd name="connsiteX237" fmla="*/ 5352669 w 7878984"/>
                  <a:gd name="connsiteY237" fmla="*/ 3142298 h 3894296"/>
                  <a:gd name="connsiteX238" fmla="*/ 5409153 w 7878984"/>
                  <a:gd name="connsiteY238" fmla="*/ 3173445 h 3894296"/>
                  <a:gd name="connsiteX239" fmla="*/ 5520500 w 7878984"/>
                  <a:gd name="connsiteY239" fmla="*/ 3202496 h 3894296"/>
                  <a:gd name="connsiteX240" fmla="*/ 5694140 w 7878984"/>
                  <a:gd name="connsiteY240" fmla="*/ 3320701 h 3894296"/>
                  <a:gd name="connsiteX241" fmla="*/ 5694140 w 7878984"/>
                  <a:gd name="connsiteY241" fmla="*/ 3321749 h 3894296"/>
                  <a:gd name="connsiteX242" fmla="*/ 5662327 w 7878984"/>
                  <a:gd name="connsiteY242" fmla="*/ 3425095 h 3894296"/>
                  <a:gd name="connsiteX243" fmla="*/ 5628228 w 7878984"/>
                  <a:gd name="connsiteY243" fmla="*/ 3532918 h 3894296"/>
                  <a:gd name="connsiteX244" fmla="*/ 5693855 w 7878984"/>
                  <a:gd name="connsiteY244" fmla="*/ 3673412 h 3894296"/>
                  <a:gd name="connsiteX245" fmla="*/ 5680615 w 7878984"/>
                  <a:gd name="connsiteY245" fmla="*/ 3673602 h 3894296"/>
                  <a:gd name="connsiteX246" fmla="*/ 4759928 w 7878984"/>
                  <a:gd name="connsiteY246" fmla="*/ 3748183 h 3894296"/>
                  <a:gd name="connsiteX247" fmla="*/ 4032218 w 7878984"/>
                  <a:gd name="connsiteY247" fmla="*/ 3822002 h 3894296"/>
                  <a:gd name="connsiteX248" fmla="*/ 4147757 w 7878984"/>
                  <a:gd name="connsiteY248" fmla="*/ 3650933 h 3894296"/>
                  <a:gd name="connsiteX249" fmla="*/ 4265867 w 7878984"/>
                  <a:gd name="connsiteY249" fmla="*/ 3570637 h 3894296"/>
                  <a:gd name="connsiteX250" fmla="*/ 4502658 w 7878984"/>
                  <a:gd name="connsiteY250" fmla="*/ 3311652 h 3894296"/>
                  <a:gd name="connsiteX251" fmla="*/ 4367213 w 7878984"/>
                  <a:gd name="connsiteY251" fmla="*/ 3001995 h 3894296"/>
                  <a:gd name="connsiteX252" fmla="*/ 4050506 w 7878984"/>
                  <a:gd name="connsiteY252" fmla="*/ 3211068 h 3894296"/>
                  <a:gd name="connsiteX253" fmla="*/ 4078224 w 7878984"/>
                  <a:gd name="connsiteY253" fmla="*/ 3497676 h 3894296"/>
                  <a:gd name="connsiteX254" fmla="*/ 4090416 w 7878984"/>
                  <a:gd name="connsiteY254" fmla="*/ 3679984 h 3894296"/>
                  <a:gd name="connsiteX255" fmla="*/ 3967258 w 7878984"/>
                  <a:gd name="connsiteY255" fmla="*/ 3824954 h 3894296"/>
                  <a:gd name="connsiteX256" fmla="*/ 3566541 w 7878984"/>
                  <a:gd name="connsiteY256" fmla="*/ 3836289 h 3894296"/>
                  <a:gd name="connsiteX257" fmla="*/ 3632168 w 7878984"/>
                  <a:gd name="connsiteY257" fmla="*/ 3572732 h 3894296"/>
                  <a:gd name="connsiteX258" fmla="*/ 3639122 w 7878984"/>
                  <a:gd name="connsiteY258" fmla="*/ 3539586 h 3894296"/>
                  <a:gd name="connsiteX259" fmla="*/ 3647694 w 7878984"/>
                  <a:gd name="connsiteY259" fmla="*/ 3502343 h 3894296"/>
                  <a:gd name="connsiteX260" fmla="*/ 3624358 w 7878984"/>
                  <a:gd name="connsiteY260" fmla="*/ 3491294 h 3894296"/>
                  <a:gd name="connsiteX261" fmla="*/ 3609880 w 7878984"/>
                  <a:gd name="connsiteY261" fmla="*/ 3550730 h 3894296"/>
                  <a:gd name="connsiteX262" fmla="*/ 3612737 w 7878984"/>
                  <a:gd name="connsiteY262" fmla="*/ 3569303 h 3894296"/>
                  <a:gd name="connsiteX263" fmla="*/ 3569780 w 7878984"/>
                  <a:gd name="connsiteY263" fmla="*/ 3801618 h 3894296"/>
                  <a:gd name="connsiteX264" fmla="*/ 3537585 w 7878984"/>
                  <a:gd name="connsiteY264" fmla="*/ 3836575 h 3894296"/>
                  <a:gd name="connsiteX265" fmla="*/ 3248597 w 7878984"/>
                  <a:gd name="connsiteY265" fmla="*/ 3832479 h 3894296"/>
                  <a:gd name="connsiteX266" fmla="*/ 3195828 w 7878984"/>
                  <a:gd name="connsiteY266" fmla="*/ 3829717 h 3894296"/>
                  <a:gd name="connsiteX267" fmla="*/ 3133249 w 7878984"/>
                  <a:gd name="connsiteY267" fmla="*/ 3717894 h 3894296"/>
                  <a:gd name="connsiteX268" fmla="*/ 3116199 w 7878984"/>
                  <a:gd name="connsiteY268" fmla="*/ 3597212 h 3894296"/>
                  <a:gd name="connsiteX269" fmla="*/ 3131249 w 7878984"/>
                  <a:gd name="connsiteY269" fmla="*/ 3517202 h 3894296"/>
                  <a:gd name="connsiteX270" fmla="*/ 3131534 w 7878984"/>
                  <a:gd name="connsiteY270" fmla="*/ 3516154 h 3894296"/>
                  <a:gd name="connsiteX271" fmla="*/ 3143536 w 7878984"/>
                  <a:gd name="connsiteY271" fmla="*/ 3473768 h 3894296"/>
                  <a:gd name="connsiteX272" fmla="*/ 3127534 w 7878984"/>
                  <a:gd name="connsiteY272" fmla="*/ 3427476 h 3894296"/>
                  <a:gd name="connsiteX273" fmla="*/ 3117818 w 7878984"/>
                  <a:gd name="connsiteY273" fmla="*/ 3479102 h 3894296"/>
                  <a:gd name="connsiteX274" fmla="*/ 3120009 w 7878984"/>
                  <a:gd name="connsiteY274" fmla="*/ 3504248 h 3894296"/>
                  <a:gd name="connsiteX275" fmla="*/ 3117533 w 7878984"/>
                  <a:gd name="connsiteY275" fmla="*/ 3513392 h 3894296"/>
                  <a:gd name="connsiteX276" fmla="*/ 3102007 w 7878984"/>
                  <a:gd name="connsiteY276" fmla="*/ 3596164 h 3894296"/>
                  <a:gd name="connsiteX277" fmla="*/ 3108770 w 7878984"/>
                  <a:gd name="connsiteY277" fmla="*/ 3672174 h 3894296"/>
                  <a:gd name="connsiteX278" fmla="*/ 3103817 w 7878984"/>
                  <a:gd name="connsiteY278" fmla="*/ 3664744 h 3894296"/>
                  <a:gd name="connsiteX279" fmla="*/ 3065621 w 7878984"/>
                  <a:gd name="connsiteY279" fmla="*/ 3525488 h 3894296"/>
                  <a:gd name="connsiteX280" fmla="*/ 3086957 w 7878984"/>
                  <a:gd name="connsiteY280" fmla="*/ 3440335 h 3894296"/>
                  <a:gd name="connsiteX281" fmla="*/ 3090291 w 7878984"/>
                  <a:gd name="connsiteY281" fmla="*/ 3433382 h 3894296"/>
                  <a:gd name="connsiteX282" fmla="*/ 3091529 w 7878984"/>
                  <a:gd name="connsiteY282" fmla="*/ 3430334 h 3894296"/>
                  <a:gd name="connsiteX283" fmla="*/ 3108865 w 7878984"/>
                  <a:gd name="connsiteY283" fmla="*/ 3393567 h 3894296"/>
                  <a:gd name="connsiteX284" fmla="*/ 3099149 w 7878984"/>
                  <a:gd name="connsiteY284" fmla="*/ 3342894 h 3894296"/>
                  <a:gd name="connsiteX285" fmla="*/ 3082100 w 7878984"/>
                  <a:gd name="connsiteY285" fmla="*/ 3400902 h 3894296"/>
                  <a:gd name="connsiteX286" fmla="*/ 3081433 w 7878984"/>
                  <a:gd name="connsiteY286" fmla="*/ 3417380 h 3894296"/>
                  <a:gd name="connsiteX287" fmla="*/ 3077147 w 7878984"/>
                  <a:gd name="connsiteY287" fmla="*/ 3427381 h 3894296"/>
                  <a:gd name="connsiteX288" fmla="*/ 3073908 w 7878984"/>
                  <a:gd name="connsiteY288" fmla="*/ 3434144 h 3894296"/>
                  <a:gd name="connsiteX289" fmla="*/ 3051143 w 7878984"/>
                  <a:gd name="connsiteY289" fmla="*/ 3525298 h 3894296"/>
                  <a:gd name="connsiteX290" fmla="*/ 3091720 w 7878984"/>
                  <a:gd name="connsiteY290" fmla="*/ 3672745 h 3894296"/>
                  <a:gd name="connsiteX291" fmla="*/ 3119723 w 7878984"/>
                  <a:gd name="connsiteY291" fmla="*/ 3722847 h 3894296"/>
                  <a:gd name="connsiteX292" fmla="*/ 3174397 w 7878984"/>
                  <a:gd name="connsiteY292" fmla="*/ 3828574 h 3894296"/>
                  <a:gd name="connsiteX293" fmla="*/ 2904268 w 7878984"/>
                  <a:gd name="connsiteY293" fmla="*/ 3812477 h 3894296"/>
                  <a:gd name="connsiteX294" fmla="*/ 2593753 w 7878984"/>
                  <a:gd name="connsiteY294" fmla="*/ 3794094 h 3894296"/>
                  <a:gd name="connsiteX295" fmla="*/ 2423636 w 7878984"/>
                  <a:gd name="connsiteY295" fmla="*/ 3393567 h 3894296"/>
                  <a:gd name="connsiteX296" fmla="*/ 2528697 w 7878984"/>
                  <a:gd name="connsiteY296" fmla="*/ 2970562 h 3894296"/>
                  <a:gd name="connsiteX297" fmla="*/ 2587562 w 7878984"/>
                  <a:gd name="connsiteY297" fmla="*/ 2810637 h 3894296"/>
                  <a:gd name="connsiteX298" fmla="*/ 2652141 w 7878984"/>
                  <a:gd name="connsiteY298" fmla="*/ 2576894 h 3894296"/>
                  <a:gd name="connsiteX299" fmla="*/ 2788730 w 7878984"/>
                  <a:gd name="connsiteY299" fmla="*/ 2439829 h 3894296"/>
                  <a:gd name="connsiteX300" fmla="*/ 2977706 w 7878984"/>
                  <a:gd name="connsiteY300" fmla="*/ 2336102 h 3894296"/>
                  <a:gd name="connsiteX301" fmla="*/ 2977896 w 7878984"/>
                  <a:gd name="connsiteY301" fmla="*/ 2336102 h 3894296"/>
                  <a:gd name="connsiteX302" fmla="*/ 3095530 w 7878984"/>
                  <a:gd name="connsiteY302" fmla="*/ 2269998 h 3894296"/>
                  <a:gd name="connsiteX303" fmla="*/ 3184589 w 7878984"/>
                  <a:gd name="connsiteY303" fmla="*/ 2120741 h 3894296"/>
                  <a:gd name="connsiteX304" fmla="*/ 3025426 w 7878984"/>
                  <a:gd name="connsiteY304" fmla="*/ 2060543 h 3894296"/>
                  <a:gd name="connsiteX305" fmla="*/ 2966847 w 7878984"/>
                  <a:gd name="connsiteY305" fmla="*/ 2238280 h 3894296"/>
                  <a:gd name="connsiteX306" fmla="*/ 2930462 w 7878984"/>
                  <a:gd name="connsiteY306" fmla="*/ 2332958 h 3894296"/>
                  <a:gd name="connsiteX307" fmla="*/ 2925985 w 7878984"/>
                  <a:gd name="connsiteY307" fmla="*/ 2335721 h 3894296"/>
                  <a:gd name="connsiteX308" fmla="*/ 2924556 w 7878984"/>
                  <a:gd name="connsiteY308" fmla="*/ 2336483 h 3894296"/>
                  <a:gd name="connsiteX309" fmla="*/ 2924747 w 7878984"/>
                  <a:gd name="connsiteY309" fmla="*/ 2336483 h 3894296"/>
                  <a:gd name="connsiteX310" fmla="*/ 2776728 w 7878984"/>
                  <a:gd name="connsiteY310" fmla="*/ 2413921 h 3894296"/>
                  <a:gd name="connsiteX311" fmla="*/ 2665571 w 7878984"/>
                  <a:gd name="connsiteY311" fmla="*/ 2501170 h 3894296"/>
                  <a:gd name="connsiteX312" fmla="*/ 2660999 w 7878984"/>
                  <a:gd name="connsiteY312" fmla="*/ 2072069 h 3894296"/>
                  <a:gd name="connsiteX313" fmla="*/ 2671858 w 7878984"/>
                  <a:gd name="connsiteY313" fmla="*/ 1925860 h 3894296"/>
                  <a:gd name="connsiteX314" fmla="*/ 2660809 w 7878984"/>
                  <a:gd name="connsiteY314" fmla="*/ 1719168 h 3894296"/>
                  <a:gd name="connsiteX315" fmla="*/ 2471547 w 7878984"/>
                  <a:gd name="connsiteY315" fmla="*/ 1753172 h 3894296"/>
                  <a:gd name="connsiteX316" fmla="*/ 2561844 w 7878984"/>
                  <a:gd name="connsiteY316" fmla="*/ 1960626 h 3894296"/>
                  <a:gd name="connsiteX317" fmla="*/ 2623280 w 7878984"/>
                  <a:gd name="connsiteY317" fmla="*/ 2077307 h 3894296"/>
                  <a:gd name="connsiteX318" fmla="*/ 2579465 w 7878984"/>
                  <a:gd name="connsiteY318" fmla="*/ 2708720 h 3894296"/>
                  <a:gd name="connsiteX319" fmla="*/ 2535555 w 7878984"/>
                  <a:gd name="connsiteY319" fmla="*/ 2553938 h 3894296"/>
                  <a:gd name="connsiteX320" fmla="*/ 2426303 w 7878984"/>
                  <a:gd name="connsiteY320" fmla="*/ 2390013 h 3894296"/>
                  <a:gd name="connsiteX321" fmla="*/ 2401824 w 7878984"/>
                  <a:gd name="connsiteY321" fmla="*/ 2356676 h 3894296"/>
                  <a:gd name="connsiteX322" fmla="*/ 2401157 w 7878984"/>
                  <a:gd name="connsiteY322" fmla="*/ 2355628 h 3894296"/>
                  <a:gd name="connsiteX323" fmla="*/ 2341626 w 7878984"/>
                  <a:gd name="connsiteY323" fmla="*/ 2177511 h 3894296"/>
                  <a:gd name="connsiteX324" fmla="*/ 2256949 w 7878984"/>
                  <a:gd name="connsiteY324" fmla="*/ 1988630 h 3894296"/>
                  <a:gd name="connsiteX325" fmla="*/ 2092643 w 7878984"/>
                  <a:gd name="connsiteY325" fmla="*/ 2088452 h 3894296"/>
                  <a:gd name="connsiteX326" fmla="*/ 2251520 w 7878984"/>
                  <a:gd name="connsiteY326" fmla="*/ 2249615 h 3894296"/>
                  <a:gd name="connsiteX327" fmla="*/ 2385727 w 7878984"/>
                  <a:gd name="connsiteY327" fmla="*/ 2384298 h 3894296"/>
                  <a:gd name="connsiteX328" fmla="*/ 2387060 w 7878984"/>
                  <a:gd name="connsiteY328" fmla="*/ 2384965 h 3894296"/>
                  <a:gd name="connsiteX329" fmla="*/ 2403348 w 7878984"/>
                  <a:gd name="connsiteY329" fmla="*/ 2407063 h 3894296"/>
                  <a:gd name="connsiteX330" fmla="*/ 2510600 w 7878984"/>
                  <a:gd name="connsiteY330" fmla="*/ 2567750 h 3894296"/>
                  <a:gd name="connsiteX331" fmla="*/ 2546699 w 7878984"/>
                  <a:gd name="connsiteY331" fmla="*/ 2813399 h 3894296"/>
                  <a:gd name="connsiteX332" fmla="*/ 2493455 w 7878984"/>
                  <a:gd name="connsiteY332" fmla="*/ 2956465 h 3894296"/>
                  <a:gd name="connsiteX333" fmla="*/ 2385917 w 7878984"/>
                  <a:gd name="connsiteY333" fmla="*/ 3390043 h 3894296"/>
                  <a:gd name="connsiteX334" fmla="*/ 2533364 w 7878984"/>
                  <a:gd name="connsiteY334" fmla="*/ 3790950 h 3894296"/>
                  <a:gd name="connsiteX335" fmla="*/ 2205038 w 7878984"/>
                  <a:gd name="connsiteY335" fmla="*/ 3783426 h 3894296"/>
                  <a:gd name="connsiteX336" fmla="*/ 1326261 w 7878984"/>
                  <a:gd name="connsiteY336" fmla="*/ 3617119 h 3894296"/>
                  <a:gd name="connsiteX337" fmla="*/ 1296257 w 7878984"/>
                  <a:gd name="connsiteY337" fmla="*/ 3608165 h 3894296"/>
                  <a:gd name="connsiteX338" fmla="*/ 1034606 w 7878984"/>
                  <a:gd name="connsiteY338" fmla="*/ 3562731 h 3894296"/>
                  <a:gd name="connsiteX339" fmla="*/ 867347 w 7878984"/>
                  <a:gd name="connsiteY339" fmla="*/ 3165824 h 3894296"/>
                  <a:gd name="connsiteX340" fmla="*/ 977075 w 7878984"/>
                  <a:gd name="connsiteY340" fmla="*/ 2844070 h 3894296"/>
                  <a:gd name="connsiteX341" fmla="*/ 1060990 w 7878984"/>
                  <a:gd name="connsiteY341" fmla="*/ 2612994 h 3894296"/>
                  <a:gd name="connsiteX342" fmla="*/ 1064705 w 7878984"/>
                  <a:gd name="connsiteY342" fmla="*/ 2385632 h 3894296"/>
                  <a:gd name="connsiteX343" fmla="*/ 1064990 w 7878984"/>
                  <a:gd name="connsiteY343" fmla="*/ 2228183 h 3894296"/>
                  <a:gd name="connsiteX344" fmla="*/ 1099757 w 7878984"/>
                  <a:gd name="connsiteY344" fmla="*/ 2155127 h 3894296"/>
                  <a:gd name="connsiteX345" fmla="*/ 1211390 w 7878984"/>
                  <a:gd name="connsiteY345" fmla="*/ 2072640 h 3894296"/>
                  <a:gd name="connsiteX346" fmla="*/ 1313117 w 7878984"/>
                  <a:gd name="connsiteY346" fmla="*/ 1950911 h 3894296"/>
                  <a:gd name="connsiteX347" fmla="*/ 1314926 w 7878984"/>
                  <a:gd name="connsiteY347" fmla="*/ 1846802 h 3894296"/>
                  <a:gd name="connsiteX348" fmla="*/ 1320641 w 7878984"/>
                  <a:gd name="connsiteY348" fmla="*/ 1827371 h 3894296"/>
                  <a:gd name="connsiteX349" fmla="*/ 1310069 w 7878984"/>
                  <a:gd name="connsiteY349" fmla="*/ 1806416 h 3894296"/>
                  <a:gd name="connsiteX350" fmla="*/ 1285399 w 7878984"/>
                  <a:gd name="connsiteY350" fmla="*/ 1833372 h 3894296"/>
                  <a:gd name="connsiteX351" fmla="*/ 1300734 w 7878984"/>
                  <a:gd name="connsiteY351" fmla="*/ 1854041 h 3894296"/>
                  <a:gd name="connsiteX352" fmla="*/ 1299305 w 7878984"/>
                  <a:gd name="connsiteY352" fmla="*/ 1947386 h 3894296"/>
                  <a:gd name="connsiteX353" fmla="*/ 1204627 w 7878984"/>
                  <a:gd name="connsiteY353" fmla="*/ 2060067 h 3894296"/>
                  <a:gd name="connsiteX354" fmla="*/ 1136428 w 7878984"/>
                  <a:gd name="connsiteY354" fmla="*/ 2101977 h 3894296"/>
                  <a:gd name="connsiteX355" fmla="*/ 1168432 w 7878984"/>
                  <a:gd name="connsiteY355" fmla="*/ 2060924 h 3894296"/>
                  <a:gd name="connsiteX356" fmla="*/ 1221391 w 7878984"/>
                  <a:gd name="connsiteY356" fmla="*/ 1983677 h 3894296"/>
                  <a:gd name="connsiteX357" fmla="*/ 1221486 w 7878984"/>
                  <a:gd name="connsiteY357" fmla="*/ 1983581 h 3894296"/>
                  <a:gd name="connsiteX358" fmla="*/ 1221296 w 7878984"/>
                  <a:gd name="connsiteY358" fmla="*/ 1982343 h 3894296"/>
                  <a:gd name="connsiteX359" fmla="*/ 1220343 w 7878984"/>
                  <a:gd name="connsiteY359" fmla="*/ 1974247 h 3894296"/>
                  <a:gd name="connsiteX360" fmla="*/ 1220438 w 7878984"/>
                  <a:gd name="connsiteY360" fmla="*/ 1962912 h 3894296"/>
                  <a:gd name="connsiteX361" fmla="*/ 1213104 w 7878984"/>
                  <a:gd name="connsiteY361" fmla="*/ 1942148 h 3894296"/>
                  <a:gd name="connsiteX362" fmla="*/ 1183291 w 7878984"/>
                  <a:gd name="connsiteY362" fmla="*/ 1973771 h 3894296"/>
                  <a:gd name="connsiteX363" fmla="*/ 1207389 w 7878984"/>
                  <a:gd name="connsiteY363" fmla="*/ 1986915 h 3894296"/>
                  <a:gd name="connsiteX364" fmla="*/ 1207389 w 7878984"/>
                  <a:gd name="connsiteY364" fmla="*/ 1987772 h 3894296"/>
                  <a:gd name="connsiteX365" fmla="*/ 1157288 w 7878984"/>
                  <a:gd name="connsiteY365" fmla="*/ 2052066 h 3894296"/>
                  <a:gd name="connsiteX366" fmla="*/ 1086422 w 7878984"/>
                  <a:gd name="connsiteY366" fmla="*/ 2149697 h 3894296"/>
                  <a:gd name="connsiteX367" fmla="*/ 1084136 w 7878984"/>
                  <a:gd name="connsiteY367" fmla="*/ 2153317 h 3894296"/>
                  <a:gd name="connsiteX368" fmla="*/ 1084231 w 7878984"/>
                  <a:gd name="connsiteY368" fmla="*/ 2153412 h 3894296"/>
                  <a:gd name="connsiteX369" fmla="*/ 1061371 w 7878984"/>
                  <a:gd name="connsiteY369" fmla="*/ 2197513 h 3894296"/>
                  <a:gd name="connsiteX370" fmla="*/ 1012698 w 7878984"/>
                  <a:gd name="connsiteY370" fmla="*/ 2115598 h 3894296"/>
                  <a:gd name="connsiteX371" fmla="*/ 983075 w 7878984"/>
                  <a:gd name="connsiteY371" fmla="*/ 2074640 h 3894296"/>
                  <a:gd name="connsiteX372" fmla="*/ 983266 w 7878984"/>
                  <a:gd name="connsiteY372" fmla="*/ 2064830 h 3894296"/>
                  <a:gd name="connsiteX373" fmla="*/ 976884 w 7878984"/>
                  <a:gd name="connsiteY373" fmla="*/ 2047494 h 3894296"/>
                  <a:gd name="connsiteX374" fmla="*/ 951643 w 7878984"/>
                  <a:gd name="connsiteY374" fmla="*/ 2060734 h 3894296"/>
                  <a:gd name="connsiteX375" fmla="*/ 971074 w 7878984"/>
                  <a:gd name="connsiteY375" fmla="*/ 2082832 h 3894296"/>
                  <a:gd name="connsiteX376" fmla="*/ 1002602 w 7878984"/>
                  <a:gd name="connsiteY376" fmla="*/ 2125885 h 3894296"/>
                  <a:gd name="connsiteX377" fmla="*/ 1049560 w 7878984"/>
                  <a:gd name="connsiteY377" fmla="*/ 2229231 h 3894296"/>
                  <a:gd name="connsiteX378" fmla="*/ 1049655 w 7878984"/>
                  <a:gd name="connsiteY378" fmla="*/ 2229231 h 3894296"/>
                  <a:gd name="connsiteX379" fmla="*/ 1044226 w 7878984"/>
                  <a:gd name="connsiteY379" fmla="*/ 2252186 h 3894296"/>
                  <a:gd name="connsiteX380" fmla="*/ 1035844 w 7878984"/>
                  <a:gd name="connsiteY380" fmla="*/ 2325910 h 3894296"/>
                  <a:gd name="connsiteX381" fmla="*/ 956691 w 7878984"/>
                  <a:gd name="connsiteY381" fmla="*/ 2225612 h 3894296"/>
                  <a:gd name="connsiteX382" fmla="*/ 935831 w 7878984"/>
                  <a:gd name="connsiteY382" fmla="*/ 2205514 h 3894296"/>
                  <a:gd name="connsiteX383" fmla="*/ 885539 w 7878984"/>
                  <a:gd name="connsiteY383" fmla="*/ 2154841 h 3894296"/>
                  <a:gd name="connsiteX384" fmla="*/ 874490 w 7878984"/>
                  <a:gd name="connsiteY384" fmla="*/ 2141601 h 3894296"/>
                  <a:gd name="connsiteX385" fmla="*/ 884301 w 7878984"/>
                  <a:gd name="connsiteY385" fmla="*/ 2098072 h 3894296"/>
                  <a:gd name="connsiteX386" fmla="*/ 905732 w 7878984"/>
                  <a:gd name="connsiteY386" fmla="*/ 2068735 h 3894296"/>
                  <a:gd name="connsiteX387" fmla="*/ 927068 w 7878984"/>
                  <a:gd name="connsiteY387" fmla="*/ 2052543 h 3894296"/>
                  <a:gd name="connsiteX388" fmla="*/ 896303 w 7878984"/>
                  <a:gd name="connsiteY388" fmla="*/ 2027873 h 3894296"/>
                  <a:gd name="connsiteX389" fmla="*/ 894302 w 7878984"/>
                  <a:gd name="connsiteY389" fmla="*/ 2045780 h 3894296"/>
                  <a:gd name="connsiteX390" fmla="*/ 893921 w 7878984"/>
                  <a:gd name="connsiteY390" fmla="*/ 2060543 h 3894296"/>
                  <a:gd name="connsiteX391" fmla="*/ 873443 w 7878984"/>
                  <a:gd name="connsiteY391" fmla="*/ 2085404 h 3894296"/>
                  <a:gd name="connsiteX392" fmla="*/ 859346 w 7878984"/>
                  <a:gd name="connsiteY392" fmla="*/ 2120741 h 3894296"/>
                  <a:gd name="connsiteX393" fmla="*/ 834295 w 7878984"/>
                  <a:gd name="connsiteY393" fmla="*/ 2075212 h 3894296"/>
                  <a:gd name="connsiteX394" fmla="*/ 834390 w 7878984"/>
                  <a:gd name="connsiteY394" fmla="*/ 2075117 h 3894296"/>
                  <a:gd name="connsiteX395" fmla="*/ 831342 w 7878984"/>
                  <a:gd name="connsiteY395" fmla="*/ 2068544 h 3894296"/>
                  <a:gd name="connsiteX396" fmla="*/ 798671 w 7878984"/>
                  <a:gd name="connsiteY396" fmla="*/ 1964627 h 3894296"/>
                  <a:gd name="connsiteX397" fmla="*/ 805910 w 7878984"/>
                  <a:gd name="connsiteY397" fmla="*/ 1945291 h 3894296"/>
                  <a:gd name="connsiteX398" fmla="*/ 783241 w 7878984"/>
                  <a:gd name="connsiteY398" fmla="*/ 1914811 h 3894296"/>
                  <a:gd name="connsiteX399" fmla="*/ 777335 w 7878984"/>
                  <a:gd name="connsiteY399" fmla="*/ 1941195 h 3894296"/>
                  <a:gd name="connsiteX400" fmla="*/ 783336 w 7878984"/>
                  <a:gd name="connsiteY400" fmla="*/ 1955768 h 3894296"/>
                  <a:gd name="connsiteX401" fmla="*/ 799624 w 7878984"/>
                  <a:gd name="connsiteY401" fmla="*/ 2021014 h 3894296"/>
                  <a:gd name="connsiteX402" fmla="*/ 786194 w 7878984"/>
                  <a:gd name="connsiteY402" fmla="*/ 2006346 h 3894296"/>
                  <a:gd name="connsiteX403" fmla="*/ 743045 w 7878984"/>
                  <a:gd name="connsiteY403" fmla="*/ 1950244 h 3894296"/>
                  <a:gd name="connsiteX404" fmla="*/ 713899 w 7878984"/>
                  <a:gd name="connsiteY404" fmla="*/ 1871853 h 3894296"/>
                  <a:gd name="connsiteX405" fmla="*/ 727615 w 7878984"/>
                  <a:gd name="connsiteY405" fmla="*/ 1852232 h 3894296"/>
                  <a:gd name="connsiteX406" fmla="*/ 712470 w 7878984"/>
                  <a:gd name="connsiteY406" fmla="*/ 1822037 h 3894296"/>
                  <a:gd name="connsiteX407" fmla="*/ 697992 w 7878984"/>
                  <a:gd name="connsiteY407" fmla="*/ 1831181 h 3894296"/>
                  <a:gd name="connsiteX408" fmla="*/ 699707 w 7878984"/>
                  <a:gd name="connsiteY408" fmla="*/ 1859947 h 3894296"/>
                  <a:gd name="connsiteX409" fmla="*/ 699802 w 7878984"/>
                  <a:gd name="connsiteY409" fmla="*/ 1860233 h 3894296"/>
                  <a:gd name="connsiteX410" fmla="*/ 730663 w 7878984"/>
                  <a:gd name="connsiteY410" fmla="*/ 1957293 h 3894296"/>
                  <a:gd name="connsiteX411" fmla="*/ 775811 w 7878984"/>
                  <a:gd name="connsiteY411" fmla="*/ 2016252 h 3894296"/>
                  <a:gd name="connsiteX412" fmla="*/ 816007 w 7878984"/>
                  <a:gd name="connsiteY412" fmla="*/ 2069687 h 3894296"/>
                  <a:gd name="connsiteX413" fmla="*/ 874871 w 7878984"/>
                  <a:gd name="connsiteY413" fmla="*/ 2164556 h 3894296"/>
                  <a:gd name="connsiteX414" fmla="*/ 926021 w 7878984"/>
                  <a:gd name="connsiteY414" fmla="*/ 2215991 h 3894296"/>
                  <a:gd name="connsiteX415" fmla="*/ 1000315 w 7878984"/>
                  <a:gd name="connsiteY415" fmla="*/ 2299811 h 3894296"/>
                  <a:gd name="connsiteX416" fmla="*/ 1026414 w 7878984"/>
                  <a:gd name="connsiteY416" fmla="*/ 2386775 h 3894296"/>
                  <a:gd name="connsiteX417" fmla="*/ 1023557 w 7878984"/>
                  <a:gd name="connsiteY417" fmla="*/ 2606802 h 3894296"/>
                  <a:gd name="connsiteX418" fmla="*/ 942118 w 7878984"/>
                  <a:gd name="connsiteY418" fmla="*/ 2829306 h 3894296"/>
                  <a:gd name="connsiteX419" fmla="*/ 829628 w 7878984"/>
                  <a:gd name="connsiteY419" fmla="*/ 3161538 h 3894296"/>
                  <a:gd name="connsiteX420" fmla="*/ 957167 w 7878984"/>
                  <a:gd name="connsiteY420" fmla="*/ 3556540 h 3894296"/>
                  <a:gd name="connsiteX421" fmla="*/ 0 w 7878984"/>
                  <a:gd name="connsiteY421" fmla="*/ 3567113 h 3894296"/>
                  <a:gd name="connsiteX422" fmla="*/ 381 w 7878984"/>
                  <a:gd name="connsiteY422" fmla="*/ 3626549 h 3894296"/>
                  <a:gd name="connsiteX423" fmla="*/ 1280065 w 7878984"/>
                  <a:gd name="connsiteY423" fmla="*/ 3663220 h 3894296"/>
                  <a:gd name="connsiteX424" fmla="*/ 1310069 w 7878984"/>
                  <a:gd name="connsiteY424" fmla="*/ 3672174 h 3894296"/>
                  <a:gd name="connsiteX425" fmla="*/ 2207895 w 7878984"/>
                  <a:gd name="connsiteY425" fmla="*/ 3840766 h 3894296"/>
                  <a:gd name="connsiteX426" fmla="*/ 2901125 w 7878984"/>
                  <a:gd name="connsiteY426" fmla="*/ 3869722 h 3894296"/>
                  <a:gd name="connsiteX427" fmla="*/ 3246120 w 7878984"/>
                  <a:gd name="connsiteY427" fmla="*/ 3889724 h 3894296"/>
                  <a:gd name="connsiteX428" fmla="*/ 3480245 w 7878984"/>
                  <a:gd name="connsiteY428" fmla="*/ 3894297 h 3894296"/>
                  <a:gd name="connsiteX429" fmla="*/ 4771740 w 7878984"/>
                  <a:gd name="connsiteY429" fmla="*/ 3804285 h 3894296"/>
                  <a:gd name="connsiteX430" fmla="*/ 5681758 w 7878984"/>
                  <a:gd name="connsiteY430" fmla="*/ 3730847 h 3894296"/>
                  <a:gd name="connsiteX431" fmla="*/ 5746338 w 7878984"/>
                  <a:gd name="connsiteY431" fmla="*/ 3729704 h 3894296"/>
                  <a:gd name="connsiteX432" fmla="*/ 6446520 w 7878984"/>
                  <a:gd name="connsiteY432" fmla="*/ 3415951 h 3894296"/>
                  <a:gd name="connsiteX433" fmla="*/ 7021163 w 7878984"/>
                  <a:gd name="connsiteY433" fmla="*/ 2935415 h 3894296"/>
                  <a:gd name="connsiteX434" fmla="*/ 7354062 w 7878984"/>
                  <a:gd name="connsiteY434" fmla="*/ 2668429 h 3894296"/>
                  <a:gd name="connsiteX435" fmla="*/ 7423119 w 7878984"/>
                  <a:gd name="connsiteY435" fmla="*/ 2588228 h 3894296"/>
                  <a:gd name="connsiteX436" fmla="*/ 7878700 w 7878984"/>
                  <a:gd name="connsiteY436" fmla="*/ 2165795 h 3894296"/>
                  <a:gd name="connsiteX437" fmla="*/ 7878985 w 7878984"/>
                  <a:gd name="connsiteY437" fmla="*/ 2105406 h 389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</a:cxnLst>
                <a:rect l="l" t="t" r="r" b="b"/>
                <a:pathLst>
                  <a:path w="7878984" h="3894296">
                    <a:moveTo>
                      <a:pt x="7878985" y="2105406"/>
                    </a:moveTo>
                    <a:cubicBezTo>
                      <a:pt x="7779163" y="2171986"/>
                      <a:pt x="7611333" y="2291811"/>
                      <a:pt x="7528370" y="2381250"/>
                    </a:cubicBezTo>
                    <a:cubicBezTo>
                      <a:pt x="7549039" y="2320862"/>
                      <a:pt x="7564088" y="2246281"/>
                      <a:pt x="7560945" y="2159985"/>
                    </a:cubicBezTo>
                    <a:cubicBezTo>
                      <a:pt x="7559802" y="2128266"/>
                      <a:pt x="7558564" y="2099215"/>
                      <a:pt x="7557421" y="2072164"/>
                    </a:cubicBezTo>
                    <a:cubicBezTo>
                      <a:pt x="7550182" y="1901190"/>
                      <a:pt x="7546563" y="1815370"/>
                      <a:pt x="7587710" y="1677543"/>
                    </a:cubicBezTo>
                    <a:cubicBezTo>
                      <a:pt x="7593711" y="1657350"/>
                      <a:pt x="7600855" y="1636967"/>
                      <a:pt x="7608380" y="1615440"/>
                    </a:cubicBezTo>
                    <a:cubicBezTo>
                      <a:pt x="7659529" y="1469136"/>
                      <a:pt x="7748302" y="1320737"/>
                      <a:pt x="7545610" y="963359"/>
                    </a:cubicBezTo>
                    <a:lnTo>
                      <a:pt x="7546086" y="963073"/>
                    </a:lnTo>
                    <a:cubicBezTo>
                      <a:pt x="7507796" y="894017"/>
                      <a:pt x="7550372" y="807244"/>
                      <a:pt x="7574280" y="767906"/>
                    </a:cubicBezTo>
                    <a:cubicBezTo>
                      <a:pt x="7578947" y="760762"/>
                      <a:pt x="7583710" y="753618"/>
                      <a:pt x="7588663" y="746665"/>
                    </a:cubicBezTo>
                    <a:cubicBezTo>
                      <a:pt x="7600855" y="729234"/>
                      <a:pt x="7613523" y="712184"/>
                      <a:pt x="7626192" y="694849"/>
                    </a:cubicBezTo>
                    <a:cubicBezTo>
                      <a:pt x="7632478" y="686181"/>
                      <a:pt x="7638859" y="677609"/>
                      <a:pt x="7645051" y="668369"/>
                    </a:cubicBezTo>
                    <a:cubicBezTo>
                      <a:pt x="7650861" y="659702"/>
                      <a:pt x="7657148" y="651224"/>
                      <a:pt x="7663434" y="642271"/>
                    </a:cubicBezTo>
                    <a:cubicBezTo>
                      <a:pt x="7676007" y="624554"/>
                      <a:pt x="7687437" y="605123"/>
                      <a:pt x="7695343" y="584264"/>
                    </a:cubicBezTo>
                    <a:cubicBezTo>
                      <a:pt x="7703344" y="563499"/>
                      <a:pt x="7708297" y="541592"/>
                      <a:pt x="7710583" y="519589"/>
                    </a:cubicBezTo>
                    <a:cubicBezTo>
                      <a:pt x="7712869" y="497586"/>
                      <a:pt x="7712107" y="475488"/>
                      <a:pt x="7711441" y="454247"/>
                    </a:cubicBezTo>
                    <a:lnTo>
                      <a:pt x="7709059" y="390144"/>
                    </a:lnTo>
                    <a:cubicBezTo>
                      <a:pt x="7708392" y="368999"/>
                      <a:pt x="7708106" y="347948"/>
                      <a:pt x="7712107" y="328232"/>
                    </a:cubicBezTo>
                    <a:cubicBezTo>
                      <a:pt x="7714107" y="318326"/>
                      <a:pt x="7717441" y="308896"/>
                      <a:pt x="7721632" y="299657"/>
                    </a:cubicBezTo>
                    <a:cubicBezTo>
                      <a:pt x="7725918" y="290322"/>
                      <a:pt x="7730967" y="280702"/>
                      <a:pt x="7735729" y="271272"/>
                    </a:cubicBezTo>
                    <a:cubicBezTo>
                      <a:pt x="7745444" y="252222"/>
                      <a:pt x="7755731" y="233363"/>
                      <a:pt x="7764113" y="213170"/>
                    </a:cubicBezTo>
                    <a:cubicBezTo>
                      <a:pt x="7768209" y="202978"/>
                      <a:pt x="7771924" y="192500"/>
                      <a:pt x="7773638" y="181070"/>
                    </a:cubicBezTo>
                    <a:cubicBezTo>
                      <a:pt x="7774210" y="178308"/>
                      <a:pt x="7774115" y="175260"/>
                      <a:pt x="7774401" y="172403"/>
                    </a:cubicBezTo>
                    <a:cubicBezTo>
                      <a:pt x="7774591" y="170021"/>
                      <a:pt x="7774496" y="167545"/>
                      <a:pt x="7774972" y="165164"/>
                    </a:cubicBezTo>
                    <a:cubicBezTo>
                      <a:pt x="7775544" y="160306"/>
                      <a:pt x="7776972" y="155448"/>
                      <a:pt x="7778782" y="150686"/>
                    </a:cubicBezTo>
                    <a:cubicBezTo>
                      <a:pt x="7785735" y="131255"/>
                      <a:pt x="7799356" y="114586"/>
                      <a:pt x="7810405" y="95822"/>
                    </a:cubicBezTo>
                    <a:cubicBezTo>
                      <a:pt x="7820216" y="75819"/>
                      <a:pt x="7797451" y="21241"/>
                      <a:pt x="7799832" y="0"/>
                    </a:cubicBezTo>
                    <a:cubicBezTo>
                      <a:pt x="7797927" y="10478"/>
                      <a:pt x="7820978" y="54007"/>
                      <a:pt x="7817930" y="64199"/>
                    </a:cubicBezTo>
                    <a:cubicBezTo>
                      <a:pt x="7814882" y="74295"/>
                      <a:pt x="7811453" y="84582"/>
                      <a:pt x="7806119" y="93250"/>
                    </a:cubicBezTo>
                    <a:cubicBezTo>
                      <a:pt x="7796022" y="108204"/>
                      <a:pt x="7783354" y="122206"/>
                      <a:pt x="7774210" y="139065"/>
                    </a:cubicBezTo>
                    <a:lnTo>
                      <a:pt x="7774496" y="123539"/>
                    </a:lnTo>
                    <a:cubicBezTo>
                      <a:pt x="7774877" y="113919"/>
                      <a:pt x="7774305" y="104204"/>
                      <a:pt x="7773734" y="94679"/>
                    </a:cubicBezTo>
                    <a:lnTo>
                      <a:pt x="7771543" y="66008"/>
                    </a:lnTo>
                    <a:lnTo>
                      <a:pt x="7771353" y="94679"/>
                    </a:lnTo>
                    <a:cubicBezTo>
                      <a:pt x="7771162" y="104204"/>
                      <a:pt x="7770876" y="113729"/>
                      <a:pt x="7769733" y="123158"/>
                    </a:cubicBezTo>
                    <a:lnTo>
                      <a:pt x="7766019" y="159544"/>
                    </a:lnTo>
                    <a:cubicBezTo>
                      <a:pt x="7765733" y="160877"/>
                      <a:pt x="7765256" y="162116"/>
                      <a:pt x="7765066" y="163449"/>
                    </a:cubicBezTo>
                    <a:cubicBezTo>
                      <a:pt x="7764400" y="166307"/>
                      <a:pt x="7764209" y="169164"/>
                      <a:pt x="7763923" y="172117"/>
                    </a:cubicBezTo>
                    <a:cubicBezTo>
                      <a:pt x="7763542" y="174593"/>
                      <a:pt x="7763542" y="176879"/>
                      <a:pt x="7762971" y="179356"/>
                    </a:cubicBezTo>
                    <a:cubicBezTo>
                      <a:pt x="7761065" y="189071"/>
                      <a:pt x="7757160" y="198692"/>
                      <a:pt x="7752779" y="208217"/>
                    </a:cubicBezTo>
                    <a:cubicBezTo>
                      <a:pt x="7744301" y="226124"/>
                      <a:pt x="7734300" y="243650"/>
                      <a:pt x="7724394" y="261366"/>
                    </a:cubicBezTo>
                    <a:cubicBezTo>
                      <a:pt x="7724108" y="256032"/>
                      <a:pt x="7723728" y="250603"/>
                      <a:pt x="7723061" y="245174"/>
                    </a:cubicBezTo>
                    <a:cubicBezTo>
                      <a:pt x="7722489" y="241078"/>
                      <a:pt x="7721727" y="236982"/>
                      <a:pt x="7720584" y="232886"/>
                    </a:cubicBezTo>
                    <a:cubicBezTo>
                      <a:pt x="7720013" y="230791"/>
                      <a:pt x="7719251" y="228791"/>
                      <a:pt x="7718203" y="226695"/>
                    </a:cubicBezTo>
                    <a:cubicBezTo>
                      <a:pt x="7717251" y="224695"/>
                      <a:pt x="7716298" y="223171"/>
                      <a:pt x="7715250" y="221361"/>
                    </a:cubicBezTo>
                    <a:lnTo>
                      <a:pt x="7703535" y="200597"/>
                    </a:lnTo>
                    <a:lnTo>
                      <a:pt x="7710964" y="223361"/>
                    </a:lnTo>
                    <a:cubicBezTo>
                      <a:pt x="7711535" y="225266"/>
                      <a:pt x="7712297" y="227267"/>
                      <a:pt x="7712774" y="228981"/>
                    </a:cubicBezTo>
                    <a:cubicBezTo>
                      <a:pt x="7713250" y="230600"/>
                      <a:pt x="7713536" y="232410"/>
                      <a:pt x="7713631" y="234220"/>
                    </a:cubicBezTo>
                    <a:cubicBezTo>
                      <a:pt x="7713917" y="237935"/>
                      <a:pt x="7713822" y="241649"/>
                      <a:pt x="7713631" y="245555"/>
                    </a:cubicBezTo>
                    <a:cubicBezTo>
                      <a:pt x="7713060" y="253175"/>
                      <a:pt x="7712012" y="260890"/>
                      <a:pt x="7710678" y="268605"/>
                    </a:cubicBezTo>
                    <a:lnTo>
                      <a:pt x="7708583" y="280226"/>
                    </a:lnTo>
                    <a:lnTo>
                      <a:pt x="7707535" y="286226"/>
                    </a:lnTo>
                    <a:lnTo>
                      <a:pt x="7707059" y="289465"/>
                    </a:lnTo>
                    <a:lnTo>
                      <a:pt x="7706868" y="291465"/>
                    </a:lnTo>
                    <a:lnTo>
                      <a:pt x="7706868" y="292037"/>
                    </a:lnTo>
                    <a:lnTo>
                      <a:pt x="7706868" y="292322"/>
                    </a:lnTo>
                    <a:lnTo>
                      <a:pt x="7706963" y="293465"/>
                    </a:lnTo>
                    <a:cubicBezTo>
                      <a:pt x="7706963" y="293656"/>
                      <a:pt x="7707059" y="293751"/>
                      <a:pt x="7707154" y="293942"/>
                    </a:cubicBezTo>
                    <a:cubicBezTo>
                      <a:pt x="7702392" y="303752"/>
                      <a:pt x="7698581" y="314135"/>
                      <a:pt x="7696105" y="324898"/>
                    </a:cubicBezTo>
                    <a:cubicBezTo>
                      <a:pt x="7691152" y="347091"/>
                      <a:pt x="7691152" y="369284"/>
                      <a:pt x="7691342" y="390811"/>
                    </a:cubicBezTo>
                    <a:lnTo>
                      <a:pt x="7693152" y="455009"/>
                    </a:lnTo>
                    <a:cubicBezTo>
                      <a:pt x="7693533" y="473964"/>
                      <a:pt x="7693914" y="492538"/>
                      <a:pt x="7692485" y="510731"/>
                    </a:cubicBezTo>
                    <a:cubicBezTo>
                      <a:pt x="7690962" y="505016"/>
                      <a:pt x="7689247" y="499396"/>
                      <a:pt x="7686961" y="493967"/>
                    </a:cubicBezTo>
                    <a:cubicBezTo>
                      <a:pt x="7682675" y="483775"/>
                      <a:pt x="7676674" y="474345"/>
                      <a:pt x="7669435" y="466058"/>
                    </a:cubicBezTo>
                    <a:cubicBezTo>
                      <a:pt x="7661815" y="454152"/>
                      <a:pt x="7651528" y="443960"/>
                      <a:pt x="7639908" y="435769"/>
                    </a:cubicBezTo>
                    <a:cubicBezTo>
                      <a:pt x="7633621" y="431673"/>
                      <a:pt x="7627715" y="428149"/>
                      <a:pt x="7621619" y="424625"/>
                    </a:cubicBezTo>
                    <a:cubicBezTo>
                      <a:pt x="7619715" y="423482"/>
                      <a:pt x="7617714" y="422434"/>
                      <a:pt x="7615809" y="421386"/>
                    </a:cubicBezTo>
                    <a:cubicBezTo>
                      <a:pt x="7599998" y="401860"/>
                      <a:pt x="7591711" y="395383"/>
                      <a:pt x="7596569" y="352711"/>
                    </a:cubicBezTo>
                    <a:lnTo>
                      <a:pt x="7596474" y="352616"/>
                    </a:lnTo>
                    <a:cubicBezTo>
                      <a:pt x="7596950" y="347186"/>
                      <a:pt x="7597235" y="341567"/>
                      <a:pt x="7596854" y="335947"/>
                    </a:cubicBezTo>
                    <a:cubicBezTo>
                      <a:pt x="7597712" y="328994"/>
                      <a:pt x="7598474" y="321945"/>
                      <a:pt x="7598855" y="314897"/>
                    </a:cubicBezTo>
                    <a:cubicBezTo>
                      <a:pt x="7599236" y="306896"/>
                      <a:pt x="7599331" y="298895"/>
                      <a:pt x="7598760" y="290894"/>
                    </a:cubicBezTo>
                    <a:cubicBezTo>
                      <a:pt x="7598283" y="282893"/>
                      <a:pt x="7597331" y="274987"/>
                      <a:pt x="7595712" y="267176"/>
                    </a:cubicBezTo>
                    <a:cubicBezTo>
                      <a:pt x="7593997" y="259366"/>
                      <a:pt x="7591807" y="251651"/>
                      <a:pt x="7588282" y="244602"/>
                    </a:cubicBezTo>
                    <a:cubicBezTo>
                      <a:pt x="7591140" y="251936"/>
                      <a:pt x="7592473" y="259747"/>
                      <a:pt x="7593426" y="267557"/>
                    </a:cubicBezTo>
                    <a:cubicBezTo>
                      <a:pt x="7594283" y="275368"/>
                      <a:pt x="7594378" y="283178"/>
                      <a:pt x="7594092" y="290989"/>
                    </a:cubicBezTo>
                    <a:cubicBezTo>
                      <a:pt x="7593902" y="298799"/>
                      <a:pt x="7592950" y="306515"/>
                      <a:pt x="7591807" y="314230"/>
                    </a:cubicBezTo>
                    <a:cubicBezTo>
                      <a:pt x="7591807" y="314420"/>
                      <a:pt x="7591711" y="314611"/>
                      <a:pt x="7591711" y="314706"/>
                    </a:cubicBezTo>
                    <a:cubicBezTo>
                      <a:pt x="7590378" y="312230"/>
                      <a:pt x="7588758" y="309944"/>
                      <a:pt x="7586853" y="307753"/>
                    </a:cubicBezTo>
                    <a:lnTo>
                      <a:pt x="7583710" y="304800"/>
                    </a:lnTo>
                    <a:lnTo>
                      <a:pt x="7581233" y="302705"/>
                    </a:lnTo>
                    <a:cubicBezTo>
                      <a:pt x="7579614" y="301371"/>
                      <a:pt x="7578091" y="299847"/>
                      <a:pt x="7576471" y="298514"/>
                    </a:cubicBezTo>
                    <a:cubicBezTo>
                      <a:pt x="7570185" y="292799"/>
                      <a:pt x="7564184" y="286607"/>
                      <a:pt x="7558088" y="280511"/>
                    </a:cubicBezTo>
                    <a:cubicBezTo>
                      <a:pt x="7545991" y="268224"/>
                      <a:pt x="7534561" y="255365"/>
                      <a:pt x="7525226" y="240030"/>
                    </a:cubicBezTo>
                    <a:lnTo>
                      <a:pt x="7523893" y="240411"/>
                    </a:lnTo>
                    <a:cubicBezTo>
                      <a:pt x="7525893" y="259080"/>
                      <a:pt x="7536085" y="275749"/>
                      <a:pt x="7547515" y="290036"/>
                    </a:cubicBezTo>
                    <a:cubicBezTo>
                      <a:pt x="7553325" y="297275"/>
                      <a:pt x="7560088" y="303562"/>
                      <a:pt x="7567422" y="309372"/>
                    </a:cubicBezTo>
                    <a:cubicBezTo>
                      <a:pt x="7569327" y="310706"/>
                      <a:pt x="7571137" y="312134"/>
                      <a:pt x="7573137" y="313468"/>
                    </a:cubicBezTo>
                    <a:lnTo>
                      <a:pt x="7575995" y="315373"/>
                    </a:lnTo>
                    <a:lnTo>
                      <a:pt x="7577900" y="316802"/>
                    </a:lnTo>
                    <a:cubicBezTo>
                      <a:pt x="7580281" y="318992"/>
                      <a:pt x="7582376" y="321945"/>
                      <a:pt x="7583805" y="325469"/>
                    </a:cubicBezTo>
                    <a:cubicBezTo>
                      <a:pt x="7589235" y="340328"/>
                      <a:pt x="7587044" y="358712"/>
                      <a:pt x="7586567" y="376619"/>
                    </a:cubicBezTo>
                    <a:cubicBezTo>
                      <a:pt x="7586472" y="379571"/>
                      <a:pt x="7586663" y="382810"/>
                      <a:pt x="7587044" y="386048"/>
                    </a:cubicBezTo>
                    <a:cubicBezTo>
                      <a:pt x="7587901" y="393954"/>
                      <a:pt x="7590758" y="402431"/>
                      <a:pt x="7593616" y="409480"/>
                    </a:cubicBezTo>
                    <a:cubicBezTo>
                      <a:pt x="7593902" y="410051"/>
                      <a:pt x="7594188" y="410718"/>
                      <a:pt x="7594473" y="411290"/>
                    </a:cubicBezTo>
                    <a:cubicBezTo>
                      <a:pt x="7590473" y="409670"/>
                      <a:pt x="7586377" y="408146"/>
                      <a:pt x="7582282" y="406908"/>
                    </a:cubicBezTo>
                    <a:cubicBezTo>
                      <a:pt x="7575328" y="404908"/>
                      <a:pt x="7568375" y="403193"/>
                      <a:pt x="7561326" y="401765"/>
                    </a:cubicBezTo>
                    <a:cubicBezTo>
                      <a:pt x="7547324" y="399574"/>
                      <a:pt x="7534561" y="397574"/>
                      <a:pt x="7523417" y="391192"/>
                    </a:cubicBezTo>
                    <a:cubicBezTo>
                      <a:pt x="7512368" y="385001"/>
                      <a:pt x="7503986" y="373571"/>
                      <a:pt x="7495413" y="362522"/>
                    </a:cubicBezTo>
                    <a:lnTo>
                      <a:pt x="7494175" y="363188"/>
                    </a:lnTo>
                    <a:cubicBezTo>
                      <a:pt x="7499319" y="376142"/>
                      <a:pt x="7505605" y="389573"/>
                      <a:pt x="7517797" y="399288"/>
                    </a:cubicBezTo>
                    <a:cubicBezTo>
                      <a:pt x="7529894" y="409004"/>
                      <a:pt x="7545229" y="412528"/>
                      <a:pt x="7558374" y="415576"/>
                    </a:cubicBezTo>
                    <a:cubicBezTo>
                      <a:pt x="7571518" y="418624"/>
                      <a:pt x="7584377" y="422624"/>
                      <a:pt x="7596950" y="427482"/>
                    </a:cubicBezTo>
                    <a:cubicBezTo>
                      <a:pt x="7603236" y="429959"/>
                      <a:pt x="7609332" y="432721"/>
                      <a:pt x="7615524" y="435769"/>
                    </a:cubicBezTo>
                    <a:cubicBezTo>
                      <a:pt x="7618857" y="437388"/>
                      <a:pt x="7622191" y="439103"/>
                      <a:pt x="7625525" y="440817"/>
                    </a:cubicBezTo>
                    <a:cubicBezTo>
                      <a:pt x="7644956" y="454343"/>
                      <a:pt x="7660672" y="472916"/>
                      <a:pt x="7669816" y="494824"/>
                    </a:cubicBezTo>
                    <a:cubicBezTo>
                      <a:pt x="7672864" y="502158"/>
                      <a:pt x="7675055" y="507683"/>
                      <a:pt x="7676769" y="515398"/>
                    </a:cubicBezTo>
                    <a:cubicBezTo>
                      <a:pt x="7680389" y="532162"/>
                      <a:pt x="7683151" y="549497"/>
                      <a:pt x="7677341" y="579882"/>
                    </a:cubicBezTo>
                    <a:cubicBezTo>
                      <a:pt x="7670292" y="598265"/>
                      <a:pt x="7660291" y="615315"/>
                      <a:pt x="7648957" y="632079"/>
                    </a:cubicBezTo>
                    <a:cubicBezTo>
                      <a:pt x="7643146" y="640842"/>
                      <a:pt x="7636764" y="649605"/>
                      <a:pt x="7630954" y="658844"/>
                    </a:cubicBezTo>
                    <a:cubicBezTo>
                      <a:pt x="7625429" y="667607"/>
                      <a:pt x="7619143" y="676275"/>
                      <a:pt x="7613142" y="685038"/>
                    </a:cubicBezTo>
                    <a:cubicBezTo>
                      <a:pt x="7602475" y="700183"/>
                      <a:pt x="7591901" y="715613"/>
                      <a:pt x="7581615" y="731234"/>
                    </a:cubicBezTo>
                    <a:cubicBezTo>
                      <a:pt x="7579519" y="720090"/>
                      <a:pt x="7570280" y="692372"/>
                      <a:pt x="7530179" y="658749"/>
                    </a:cubicBezTo>
                    <a:cubicBezTo>
                      <a:pt x="7529037" y="657701"/>
                      <a:pt x="7527989" y="656749"/>
                      <a:pt x="7526655" y="655606"/>
                    </a:cubicBezTo>
                    <a:cubicBezTo>
                      <a:pt x="7509224" y="641223"/>
                      <a:pt x="7490937" y="629984"/>
                      <a:pt x="7472553" y="618363"/>
                    </a:cubicBezTo>
                    <a:cubicBezTo>
                      <a:pt x="7456265" y="608743"/>
                      <a:pt x="7439787" y="599599"/>
                      <a:pt x="7423119" y="590645"/>
                    </a:cubicBezTo>
                    <a:cubicBezTo>
                      <a:pt x="7416832" y="586454"/>
                      <a:pt x="7410736" y="582168"/>
                      <a:pt x="7404831" y="577596"/>
                    </a:cubicBezTo>
                    <a:cubicBezTo>
                      <a:pt x="7386257" y="563023"/>
                      <a:pt x="7368731" y="545973"/>
                      <a:pt x="7359301" y="525018"/>
                    </a:cubicBezTo>
                    <a:cubicBezTo>
                      <a:pt x="7356920" y="519589"/>
                      <a:pt x="7355681" y="514826"/>
                      <a:pt x="7353967" y="508349"/>
                    </a:cubicBezTo>
                    <a:cubicBezTo>
                      <a:pt x="7352157" y="502253"/>
                      <a:pt x="7350062" y="496348"/>
                      <a:pt x="7347681" y="490538"/>
                    </a:cubicBezTo>
                    <a:cubicBezTo>
                      <a:pt x="7343013" y="479012"/>
                      <a:pt x="7337584" y="467868"/>
                      <a:pt x="7332155" y="456914"/>
                    </a:cubicBezTo>
                    <a:cubicBezTo>
                      <a:pt x="7326726" y="445961"/>
                      <a:pt x="7321201" y="435007"/>
                      <a:pt x="7316153" y="423958"/>
                    </a:cubicBezTo>
                    <a:cubicBezTo>
                      <a:pt x="7311391" y="412814"/>
                      <a:pt x="7306151" y="401479"/>
                      <a:pt x="7305580" y="389192"/>
                    </a:cubicBezTo>
                    <a:cubicBezTo>
                      <a:pt x="7305199" y="401574"/>
                      <a:pt x="7309485" y="413480"/>
                      <a:pt x="7313390" y="425101"/>
                    </a:cubicBezTo>
                    <a:cubicBezTo>
                      <a:pt x="7317486" y="436721"/>
                      <a:pt x="7322249" y="448056"/>
                      <a:pt x="7326726" y="459391"/>
                    </a:cubicBezTo>
                    <a:cubicBezTo>
                      <a:pt x="7331202" y="470726"/>
                      <a:pt x="7335679" y="482156"/>
                      <a:pt x="7339299" y="493586"/>
                    </a:cubicBezTo>
                    <a:cubicBezTo>
                      <a:pt x="7341108" y="499301"/>
                      <a:pt x="7342728" y="505111"/>
                      <a:pt x="7343871" y="510826"/>
                    </a:cubicBezTo>
                    <a:cubicBezTo>
                      <a:pt x="7344728" y="516255"/>
                      <a:pt x="7346347" y="523494"/>
                      <a:pt x="7348633" y="529400"/>
                    </a:cubicBezTo>
                    <a:cubicBezTo>
                      <a:pt x="7353300" y="541211"/>
                      <a:pt x="7359872" y="551783"/>
                      <a:pt x="7367588" y="561308"/>
                    </a:cubicBezTo>
                    <a:cubicBezTo>
                      <a:pt x="7357777" y="558165"/>
                      <a:pt x="7347585" y="555974"/>
                      <a:pt x="7337584" y="554831"/>
                    </a:cubicBezTo>
                    <a:cubicBezTo>
                      <a:pt x="7309295" y="551498"/>
                      <a:pt x="7281577" y="552069"/>
                      <a:pt x="7253859" y="551974"/>
                    </a:cubicBezTo>
                    <a:cubicBezTo>
                      <a:pt x="7227189" y="552069"/>
                      <a:pt x="7200615" y="543782"/>
                      <a:pt x="7177850" y="528923"/>
                    </a:cubicBezTo>
                    <a:cubicBezTo>
                      <a:pt x="7155085" y="514160"/>
                      <a:pt x="7135368" y="494157"/>
                      <a:pt x="7120319" y="471202"/>
                    </a:cubicBezTo>
                    <a:lnTo>
                      <a:pt x="7118699" y="472154"/>
                    </a:lnTo>
                    <a:cubicBezTo>
                      <a:pt x="7132701" y="496253"/>
                      <a:pt x="7151561" y="517493"/>
                      <a:pt x="7174326" y="534162"/>
                    </a:cubicBezTo>
                    <a:cubicBezTo>
                      <a:pt x="7196995" y="550640"/>
                      <a:pt x="7224808" y="561594"/>
                      <a:pt x="7253669" y="562451"/>
                    </a:cubicBezTo>
                    <a:cubicBezTo>
                      <a:pt x="7281196" y="563690"/>
                      <a:pt x="7309009" y="564166"/>
                      <a:pt x="7335584" y="568452"/>
                    </a:cubicBezTo>
                    <a:cubicBezTo>
                      <a:pt x="7348824" y="570548"/>
                      <a:pt x="7361492" y="574167"/>
                      <a:pt x="7373303" y="579787"/>
                    </a:cubicBezTo>
                    <a:cubicBezTo>
                      <a:pt x="7385114" y="585407"/>
                      <a:pt x="7396067" y="592931"/>
                      <a:pt x="7406545" y="601313"/>
                    </a:cubicBezTo>
                    <a:lnTo>
                      <a:pt x="7406735" y="601504"/>
                    </a:lnTo>
                    <a:lnTo>
                      <a:pt x="7407497" y="601980"/>
                    </a:lnTo>
                    <a:lnTo>
                      <a:pt x="7427500" y="614267"/>
                    </a:lnTo>
                    <a:cubicBezTo>
                      <a:pt x="7436263" y="620173"/>
                      <a:pt x="7445312" y="625697"/>
                      <a:pt x="7454646" y="630936"/>
                    </a:cubicBezTo>
                    <a:lnTo>
                      <a:pt x="7462171" y="635603"/>
                    </a:lnTo>
                    <a:cubicBezTo>
                      <a:pt x="7480364" y="646557"/>
                      <a:pt x="7498842" y="657797"/>
                      <a:pt x="7515607" y="669608"/>
                    </a:cubicBezTo>
                    <a:lnTo>
                      <a:pt x="7520464" y="673418"/>
                    </a:lnTo>
                    <a:cubicBezTo>
                      <a:pt x="7536180" y="686657"/>
                      <a:pt x="7557421" y="708946"/>
                      <a:pt x="7562183" y="735425"/>
                    </a:cubicBezTo>
                    <a:cubicBezTo>
                      <a:pt x="7562659" y="741712"/>
                      <a:pt x="7562659" y="748189"/>
                      <a:pt x="7562279" y="754666"/>
                    </a:cubicBezTo>
                    <a:cubicBezTo>
                      <a:pt x="7549896" y="777335"/>
                      <a:pt x="7522369" y="836581"/>
                      <a:pt x="7517511" y="859250"/>
                    </a:cubicBezTo>
                    <a:cubicBezTo>
                      <a:pt x="7511701" y="886682"/>
                      <a:pt x="7514368" y="927926"/>
                      <a:pt x="7504843" y="920972"/>
                    </a:cubicBezTo>
                    <a:cubicBezTo>
                      <a:pt x="7441883" y="875443"/>
                      <a:pt x="7399401" y="870299"/>
                      <a:pt x="7387114" y="869823"/>
                    </a:cubicBezTo>
                    <a:cubicBezTo>
                      <a:pt x="7384828" y="869442"/>
                      <a:pt x="7382447" y="868966"/>
                      <a:pt x="7380161" y="868585"/>
                    </a:cubicBezTo>
                    <a:cubicBezTo>
                      <a:pt x="7364921" y="866299"/>
                      <a:pt x="7349776" y="865061"/>
                      <a:pt x="7334726" y="863822"/>
                    </a:cubicBezTo>
                    <a:cubicBezTo>
                      <a:pt x="7319772" y="862775"/>
                      <a:pt x="7304818" y="862108"/>
                      <a:pt x="7290626" y="860108"/>
                    </a:cubicBezTo>
                    <a:cubicBezTo>
                      <a:pt x="7262241" y="856488"/>
                      <a:pt x="7234619" y="845820"/>
                      <a:pt x="7208997" y="831818"/>
                    </a:cubicBezTo>
                    <a:cubicBezTo>
                      <a:pt x="7183375" y="817626"/>
                      <a:pt x="7159562" y="799719"/>
                      <a:pt x="7137654" y="779812"/>
                    </a:cubicBezTo>
                    <a:cubicBezTo>
                      <a:pt x="7126796" y="769811"/>
                      <a:pt x="7116128" y="759428"/>
                      <a:pt x="7106126" y="748379"/>
                    </a:cubicBezTo>
                    <a:cubicBezTo>
                      <a:pt x="7100983" y="743045"/>
                      <a:pt x="7096221" y="737235"/>
                      <a:pt x="7091267" y="731711"/>
                    </a:cubicBezTo>
                    <a:cubicBezTo>
                      <a:pt x="7088791" y="728948"/>
                      <a:pt x="7086124" y="726186"/>
                      <a:pt x="7083552" y="723329"/>
                    </a:cubicBezTo>
                    <a:lnTo>
                      <a:pt x="7083647" y="723138"/>
                    </a:lnTo>
                    <a:lnTo>
                      <a:pt x="7080790" y="720376"/>
                    </a:lnTo>
                    <a:cubicBezTo>
                      <a:pt x="7079076" y="718566"/>
                      <a:pt x="7077457" y="716661"/>
                      <a:pt x="7075647" y="714851"/>
                    </a:cubicBezTo>
                    <a:cubicBezTo>
                      <a:pt x="7074980" y="714185"/>
                      <a:pt x="7074313" y="713708"/>
                      <a:pt x="7073646" y="713042"/>
                    </a:cubicBezTo>
                    <a:cubicBezTo>
                      <a:pt x="7071360" y="710660"/>
                      <a:pt x="7069075" y="708184"/>
                      <a:pt x="7066883" y="705707"/>
                    </a:cubicBezTo>
                    <a:cubicBezTo>
                      <a:pt x="7061359" y="699421"/>
                      <a:pt x="7056025" y="692944"/>
                      <a:pt x="7051072" y="686181"/>
                    </a:cubicBezTo>
                    <a:cubicBezTo>
                      <a:pt x="7041261" y="672656"/>
                      <a:pt x="7032403" y="658273"/>
                      <a:pt x="7026688" y="642747"/>
                    </a:cubicBezTo>
                    <a:cubicBezTo>
                      <a:pt x="7023640" y="635318"/>
                      <a:pt x="7022783" y="627126"/>
                      <a:pt x="7022306" y="618649"/>
                    </a:cubicBezTo>
                    <a:cubicBezTo>
                      <a:pt x="7021735" y="610267"/>
                      <a:pt x="7021544" y="601694"/>
                      <a:pt x="7020783" y="593122"/>
                    </a:cubicBezTo>
                    <a:cubicBezTo>
                      <a:pt x="7019354" y="576167"/>
                      <a:pt x="7015353" y="558641"/>
                      <a:pt x="7004781" y="545021"/>
                    </a:cubicBezTo>
                    <a:cubicBezTo>
                      <a:pt x="7014401" y="559308"/>
                      <a:pt x="7017163" y="576548"/>
                      <a:pt x="7017449" y="593312"/>
                    </a:cubicBezTo>
                    <a:cubicBezTo>
                      <a:pt x="7017639" y="601790"/>
                      <a:pt x="7017353" y="610172"/>
                      <a:pt x="7017353" y="618744"/>
                    </a:cubicBezTo>
                    <a:cubicBezTo>
                      <a:pt x="7017353" y="627221"/>
                      <a:pt x="7017544" y="636270"/>
                      <a:pt x="7020592" y="644747"/>
                    </a:cubicBezTo>
                    <a:cubicBezTo>
                      <a:pt x="7025735" y="660083"/>
                      <a:pt x="7033641" y="674180"/>
                      <a:pt x="7042499" y="687515"/>
                    </a:cubicBezTo>
                    <a:cubicBezTo>
                      <a:pt x="7029259" y="678180"/>
                      <a:pt x="7015449" y="669893"/>
                      <a:pt x="7000971" y="662750"/>
                    </a:cubicBezTo>
                    <a:cubicBezTo>
                      <a:pt x="6973825" y="649319"/>
                      <a:pt x="6945250" y="639032"/>
                      <a:pt x="6915722" y="632746"/>
                    </a:cubicBezTo>
                    <a:lnTo>
                      <a:pt x="6915341" y="634651"/>
                    </a:lnTo>
                    <a:cubicBezTo>
                      <a:pt x="6972872" y="650081"/>
                      <a:pt x="7028022" y="678656"/>
                      <a:pt x="7068788" y="721424"/>
                    </a:cubicBezTo>
                    <a:cubicBezTo>
                      <a:pt x="7073742" y="726948"/>
                      <a:pt x="7078409" y="732473"/>
                      <a:pt x="7083267" y="738188"/>
                    </a:cubicBezTo>
                    <a:cubicBezTo>
                      <a:pt x="7087648" y="743426"/>
                      <a:pt x="7091839" y="748856"/>
                      <a:pt x="7096411" y="753999"/>
                    </a:cubicBezTo>
                    <a:cubicBezTo>
                      <a:pt x="7033927" y="742474"/>
                      <a:pt x="6969347" y="754475"/>
                      <a:pt x="6956584" y="757047"/>
                    </a:cubicBezTo>
                    <a:cubicBezTo>
                      <a:pt x="6943154" y="758952"/>
                      <a:pt x="6929724" y="761238"/>
                      <a:pt x="6916293" y="763810"/>
                    </a:cubicBezTo>
                    <a:cubicBezTo>
                      <a:pt x="6906578" y="762667"/>
                      <a:pt x="6896196" y="759619"/>
                      <a:pt x="6888576" y="753809"/>
                    </a:cubicBezTo>
                    <a:cubicBezTo>
                      <a:pt x="6884670" y="750761"/>
                      <a:pt x="6881527" y="746855"/>
                      <a:pt x="6880003" y="742188"/>
                    </a:cubicBezTo>
                    <a:cubicBezTo>
                      <a:pt x="6878669" y="737426"/>
                      <a:pt x="6877717" y="731806"/>
                      <a:pt x="6877050" y="726472"/>
                    </a:cubicBezTo>
                    <a:cubicBezTo>
                      <a:pt x="6875622" y="715613"/>
                      <a:pt x="6874383" y="704279"/>
                      <a:pt x="6870478" y="693706"/>
                    </a:cubicBezTo>
                    <a:cubicBezTo>
                      <a:pt x="6866668" y="683133"/>
                      <a:pt x="6860001" y="673799"/>
                      <a:pt x="6852095" y="666179"/>
                    </a:cubicBezTo>
                    <a:cubicBezTo>
                      <a:pt x="6859429" y="674370"/>
                      <a:pt x="6865239" y="683990"/>
                      <a:pt x="6868192" y="694468"/>
                    </a:cubicBezTo>
                    <a:cubicBezTo>
                      <a:pt x="6871240" y="704945"/>
                      <a:pt x="6871621" y="715899"/>
                      <a:pt x="6872288" y="726948"/>
                    </a:cubicBezTo>
                    <a:cubicBezTo>
                      <a:pt x="6872669" y="732568"/>
                      <a:pt x="6873050" y="737997"/>
                      <a:pt x="6874288" y="743903"/>
                    </a:cubicBezTo>
                    <a:cubicBezTo>
                      <a:pt x="6875812" y="749903"/>
                      <a:pt x="6879431" y="755333"/>
                      <a:pt x="6884003" y="759333"/>
                    </a:cubicBezTo>
                    <a:cubicBezTo>
                      <a:pt x="6888004" y="762762"/>
                      <a:pt x="6892481" y="765429"/>
                      <a:pt x="6897053" y="767525"/>
                    </a:cubicBezTo>
                    <a:cubicBezTo>
                      <a:pt x="6865335" y="773716"/>
                      <a:pt x="6834283" y="780193"/>
                      <a:pt x="6803803" y="775907"/>
                    </a:cubicBezTo>
                    <a:cubicBezTo>
                      <a:pt x="6786563" y="773621"/>
                      <a:pt x="6769418" y="769239"/>
                      <a:pt x="6753607" y="762095"/>
                    </a:cubicBezTo>
                    <a:cubicBezTo>
                      <a:pt x="6745605" y="758571"/>
                      <a:pt x="6738081" y="754094"/>
                      <a:pt x="6731032" y="748760"/>
                    </a:cubicBezTo>
                    <a:cubicBezTo>
                      <a:pt x="6727413" y="746189"/>
                      <a:pt x="6723888" y="743426"/>
                      <a:pt x="6720459" y="740474"/>
                    </a:cubicBezTo>
                    <a:cubicBezTo>
                      <a:pt x="6716935" y="737711"/>
                      <a:pt x="6713697" y="734092"/>
                      <a:pt x="6708648" y="732854"/>
                    </a:cubicBezTo>
                    <a:lnTo>
                      <a:pt x="6708363" y="734282"/>
                    </a:lnTo>
                    <a:cubicBezTo>
                      <a:pt x="6711982" y="736092"/>
                      <a:pt x="6714554" y="740188"/>
                      <a:pt x="6717602" y="743426"/>
                    </a:cubicBezTo>
                    <a:cubicBezTo>
                      <a:pt x="6720554" y="746951"/>
                      <a:pt x="6723603" y="750380"/>
                      <a:pt x="6726841" y="753713"/>
                    </a:cubicBezTo>
                    <a:cubicBezTo>
                      <a:pt x="6733508" y="760190"/>
                      <a:pt x="6740938" y="766096"/>
                      <a:pt x="6749034" y="770954"/>
                    </a:cubicBezTo>
                    <a:cubicBezTo>
                      <a:pt x="6765227" y="780764"/>
                      <a:pt x="6783325" y="786670"/>
                      <a:pt x="6801803" y="790099"/>
                    </a:cubicBezTo>
                    <a:cubicBezTo>
                      <a:pt x="6811137" y="791432"/>
                      <a:pt x="6820662" y="792480"/>
                      <a:pt x="6830187" y="792099"/>
                    </a:cubicBezTo>
                    <a:cubicBezTo>
                      <a:pt x="6839617" y="791718"/>
                      <a:pt x="6849047" y="790575"/>
                      <a:pt x="6858096" y="788861"/>
                    </a:cubicBezTo>
                    <a:cubicBezTo>
                      <a:pt x="6876383" y="785432"/>
                      <a:pt x="6893814" y="780574"/>
                      <a:pt x="6911341" y="776478"/>
                    </a:cubicBezTo>
                    <a:cubicBezTo>
                      <a:pt x="6928866" y="772287"/>
                      <a:pt x="6946488" y="768572"/>
                      <a:pt x="6964300" y="765429"/>
                    </a:cubicBezTo>
                    <a:cubicBezTo>
                      <a:pt x="6982111" y="762095"/>
                      <a:pt x="6999732" y="760000"/>
                      <a:pt x="7017639" y="759619"/>
                    </a:cubicBezTo>
                    <a:cubicBezTo>
                      <a:pt x="7047548" y="758762"/>
                      <a:pt x="7077933" y="761905"/>
                      <a:pt x="7107175" y="769620"/>
                    </a:cubicBezTo>
                    <a:cubicBezTo>
                      <a:pt x="7108984" y="770287"/>
                      <a:pt x="7110699" y="770954"/>
                      <a:pt x="7112318" y="771716"/>
                    </a:cubicBezTo>
                    <a:cubicBezTo>
                      <a:pt x="7117842" y="777621"/>
                      <a:pt x="7123462" y="783336"/>
                      <a:pt x="7129272" y="788956"/>
                    </a:cubicBezTo>
                    <a:cubicBezTo>
                      <a:pt x="7151180" y="810006"/>
                      <a:pt x="7175088" y="829342"/>
                      <a:pt x="7201472" y="845058"/>
                    </a:cubicBezTo>
                    <a:cubicBezTo>
                      <a:pt x="7227761" y="860870"/>
                      <a:pt x="7256717" y="873538"/>
                      <a:pt x="7287863" y="878777"/>
                    </a:cubicBezTo>
                    <a:cubicBezTo>
                      <a:pt x="7318724" y="883730"/>
                      <a:pt x="7348538" y="883730"/>
                      <a:pt x="7377589" y="887540"/>
                    </a:cubicBezTo>
                    <a:cubicBezTo>
                      <a:pt x="7382828" y="888206"/>
                      <a:pt x="7388067" y="888968"/>
                      <a:pt x="7393210" y="889826"/>
                    </a:cubicBezTo>
                    <a:cubicBezTo>
                      <a:pt x="7459885" y="904589"/>
                      <a:pt x="7495794" y="946690"/>
                      <a:pt x="7510272" y="968216"/>
                    </a:cubicBezTo>
                    <a:cubicBezTo>
                      <a:pt x="7713631" y="1320451"/>
                      <a:pt x="7626858" y="1463231"/>
                      <a:pt x="7577328" y="1604772"/>
                    </a:cubicBezTo>
                    <a:cubicBezTo>
                      <a:pt x="7569708" y="1626680"/>
                      <a:pt x="7562374" y="1647444"/>
                      <a:pt x="7556183" y="1668399"/>
                    </a:cubicBezTo>
                    <a:cubicBezTo>
                      <a:pt x="7513415" y="1811560"/>
                      <a:pt x="7517321" y="1904714"/>
                      <a:pt x="7524559" y="2073974"/>
                    </a:cubicBezTo>
                    <a:cubicBezTo>
                      <a:pt x="7525703" y="2100929"/>
                      <a:pt x="7526941" y="2129981"/>
                      <a:pt x="7528084" y="2161604"/>
                    </a:cubicBezTo>
                    <a:cubicBezTo>
                      <a:pt x="7532942" y="2293906"/>
                      <a:pt x="7491317" y="2398586"/>
                      <a:pt x="7456551" y="2462118"/>
                    </a:cubicBezTo>
                    <a:cubicBezTo>
                      <a:pt x="7430167" y="2492216"/>
                      <a:pt x="7404545" y="2522125"/>
                      <a:pt x="7379685" y="2551271"/>
                    </a:cubicBezTo>
                    <a:cubicBezTo>
                      <a:pt x="7356253" y="2578703"/>
                      <a:pt x="7333393" y="2605373"/>
                      <a:pt x="7311009" y="2630901"/>
                    </a:cubicBezTo>
                    <a:cubicBezTo>
                      <a:pt x="7255574" y="2694242"/>
                      <a:pt x="7131368" y="2784634"/>
                      <a:pt x="6987445" y="2889314"/>
                    </a:cubicBezTo>
                    <a:cubicBezTo>
                      <a:pt x="6781133" y="3039428"/>
                      <a:pt x="6547295" y="3209544"/>
                      <a:pt x="6402991" y="3378994"/>
                    </a:cubicBezTo>
                    <a:cubicBezTo>
                      <a:pt x="6345365" y="3446621"/>
                      <a:pt x="6173629" y="3648075"/>
                      <a:pt x="5783676" y="3670935"/>
                    </a:cubicBezTo>
                    <a:cubicBezTo>
                      <a:pt x="5717001" y="3653600"/>
                      <a:pt x="5655564" y="3616547"/>
                      <a:pt x="5666232" y="3538157"/>
                    </a:cubicBezTo>
                    <a:cubicBezTo>
                      <a:pt x="5670899" y="3504153"/>
                      <a:pt x="5683949" y="3472911"/>
                      <a:pt x="5697760" y="3439859"/>
                    </a:cubicBezTo>
                    <a:cubicBezTo>
                      <a:pt x="5711191" y="3407664"/>
                      <a:pt x="5724811" y="3374994"/>
                      <a:pt x="5730431" y="3339561"/>
                    </a:cubicBezTo>
                    <a:cubicBezTo>
                      <a:pt x="5731002" y="3337370"/>
                      <a:pt x="5731288" y="3336036"/>
                      <a:pt x="5731288" y="3336036"/>
                    </a:cubicBezTo>
                    <a:cubicBezTo>
                      <a:pt x="5734336" y="3313176"/>
                      <a:pt x="5738146" y="3280601"/>
                      <a:pt x="5727097" y="3233071"/>
                    </a:cubicBezTo>
                    <a:cubicBezTo>
                      <a:pt x="5716048" y="3185541"/>
                      <a:pt x="5728145" y="3158109"/>
                      <a:pt x="5770340" y="3152870"/>
                    </a:cubicBezTo>
                    <a:cubicBezTo>
                      <a:pt x="5812536" y="3147632"/>
                      <a:pt x="5870163" y="3130677"/>
                      <a:pt x="5891784" y="3110675"/>
                    </a:cubicBezTo>
                    <a:cubicBezTo>
                      <a:pt x="5913406" y="3090577"/>
                      <a:pt x="5920264" y="3081623"/>
                      <a:pt x="5939791" y="3075813"/>
                    </a:cubicBezTo>
                    <a:cubicBezTo>
                      <a:pt x="5959317" y="3070003"/>
                      <a:pt x="5976176" y="3060002"/>
                      <a:pt x="5976176" y="3060002"/>
                    </a:cubicBezTo>
                    <a:cubicBezTo>
                      <a:pt x="5976176" y="3060002"/>
                      <a:pt x="5889117" y="3060573"/>
                      <a:pt x="5867400" y="3055811"/>
                    </a:cubicBezTo>
                    <a:cubicBezTo>
                      <a:pt x="5845778" y="3051048"/>
                      <a:pt x="5794534" y="3055239"/>
                      <a:pt x="5773388" y="3042571"/>
                    </a:cubicBezTo>
                    <a:cubicBezTo>
                      <a:pt x="5752243" y="3029903"/>
                      <a:pt x="5660422" y="2984469"/>
                      <a:pt x="5544312" y="3043619"/>
                    </a:cubicBezTo>
                    <a:cubicBezTo>
                      <a:pt x="5428203" y="3102769"/>
                      <a:pt x="5481447" y="3143441"/>
                      <a:pt x="5352669" y="3142298"/>
                    </a:cubicBezTo>
                    <a:cubicBezTo>
                      <a:pt x="5352669" y="3142298"/>
                      <a:pt x="5390674" y="3160205"/>
                      <a:pt x="5409153" y="3173445"/>
                    </a:cubicBezTo>
                    <a:cubicBezTo>
                      <a:pt x="5427631" y="3186684"/>
                      <a:pt x="5472494" y="3213069"/>
                      <a:pt x="5520500" y="3202496"/>
                    </a:cubicBezTo>
                    <a:cubicBezTo>
                      <a:pt x="5568506" y="3191923"/>
                      <a:pt x="5690521" y="3161824"/>
                      <a:pt x="5694140" y="3320701"/>
                    </a:cubicBezTo>
                    <a:cubicBezTo>
                      <a:pt x="5694140" y="3321082"/>
                      <a:pt x="5694140" y="3321368"/>
                      <a:pt x="5694140" y="3321749"/>
                    </a:cubicBezTo>
                    <a:cubicBezTo>
                      <a:pt x="5690902" y="3356705"/>
                      <a:pt x="5677186" y="3389567"/>
                      <a:pt x="5662327" y="3425095"/>
                    </a:cubicBezTo>
                    <a:cubicBezTo>
                      <a:pt x="5648134" y="3459004"/>
                      <a:pt x="5633562" y="3493961"/>
                      <a:pt x="5628228" y="3532918"/>
                    </a:cubicBezTo>
                    <a:cubicBezTo>
                      <a:pt x="5620132" y="3592163"/>
                      <a:pt x="5643467" y="3640265"/>
                      <a:pt x="5693855" y="3673412"/>
                    </a:cubicBezTo>
                    <a:cubicBezTo>
                      <a:pt x="5689569" y="3673507"/>
                      <a:pt x="5685187" y="3673507"/>
                      <a:pt x="5680615" y="3673602"/>
                    </a:cubicBezTo>
                    <a:cubicBezTo>
                      <a:pt x="5501259" y="3676174"/>
                      <a:pt x="5081112" y="3682175"/>
                      <a:pt x="4759928" y="3748183"/>
                    </a:cubicBezTo>
                    <a:cubicBezTo>
                      <a:pt x="4586574" y="3783806"/>
                      <a:pt x="4309396" y="3808000"/>
                      <a:pt x="4032218" y="3822002"/>
                    </a:cubicBezTo>
                    <a:cubicBezTo>
                      <a:pt x="4073557" y="3782283"/>
                      <a:pt x="4112609" y="3724466"/>
                      <a:pt x="4147757" y="3650933"/>
                    </a:cubicBezTo>
                    <a:cubicBezTo>
                      <a:pt x="4158615" y="3634264"/>
                      <a:pt x="4189000" y="3599498"/>
                      <a:pt x="4265867" y="3570637"/>
                    </a:cubicBezTo>
                    <a:cubicBezTo>
                      <a:pt x="4371213" y="3531013"/>
                      <a:pt x="4474083" y="3481197"/>
                      <a:pt x="4502658" y="3311652"/>
                    </a:cubicBezTo>
                    <a:cubicBezTo>
                      <a:pt x="4531233" y="3142107"/>
                      <a:pt x="4469416" y="3026569"/>
                      <a:pt x="4367213" y="3001995"/>
                    </a:cubicBezTo>
                    <a:cubicBezTo>
                      <a:pt x="4265010" y="2977420"/>
                      <a:pt x="4103561" y="3070098"/>
                      <a:pt x="4050506" y="3211068"/>
                    </a:cubicBezTo>
                    <a:cubicBezTo>
                      <a:pt x="3997452" y="3352038"/>
                      <a:pt x="4063937" y="3466814"/>
                      <a:pt x="4078224" y="3497676"/>
                    </a:cubicBezTo>
                    <a:cubicBezTo>
                      <a:pt x="4091750" y="3527012"/>
                      <a:pt x="4133850" y="3587115"/>
                      <a:pt x="4090416" y="3679984"/>
                    </a:cubicBezTo>
                    <a:cubicBezTo>
                      <a:pt x="4043458" y="3764661"/>
                      <a:pt x="3998881" y="3805428"/>
                      <a:pt x="3967258" y="3824954"/>
                    </a:cubicBezTo>
                    <a:cubicBezTo>
                      <a:pt x="3827050" y="3831241"/>
                      <a:pt x="3688937" y="3834956"/>
                      <a:pt x="3566541" y="3836289"/>
                    </a:cubicBezTo>
                    <a:cubicBezTo>
                      <a:pt x="3603212" y="3798094"/>
                      <a:pt x="3643789" y="3721418"/>
                      <a:pt x="3632168" y="3572732"/>
                    </a:cubicBezTo>
                    <a:cubicBezTo>
                      <a:pt x="3630454" y="3549682"/>
                      <a:pt x="3634359" y="3547396"/>
                      <a:pt x="3639122" y="3539586"/>
                    </a:cubicBezTo>
                    <a:cubicBezTo>
                      <a:pt x="3643979" y="3531489"/>
                      <a:pt x="3648456" y="3518345"/>
                      <a:pt x="3647694" y="3502343"/>
                    </a:cubicBezTo>
                    <a:cubicBezTo>
                      <a:pt x="3646932" y="3486341"/>
                      <a:pt x="3640455" y="3477387"/>
                      <a:pt x="3624358" y="3491294"/>
                    </a:cubicBezTo>
                    <a:cubicBezTo>
                      <a:pt x="3608261" y="3505105"/>
                      <a:pt x="3608546" y="3543777"/>
                      <a:pt x="3609880" y="3550730"/>
                    </a:cubicBezTo>
                    <a:cubicBezTo>
                      <a:pt x="3610832" y="3555492"/>
                      <a:pt x="3612071" y="3564255"/>
                      <a:pt x="3612737" y="3569303"/>
                    </a:cubicBezTo>
                    <a:cubicBezTo>
                      <a:pt x="3623310" y="3693890"/>
                      <a:pt x="3595497" y="3764280"/>
                      <a:pt x="3569780" y="3801618"/>
                    </a:cubicBezTo>
                    <a:cubicBezTo>
                      <a:pt x="3558921" y="3817335"/>
                      <a:pt x="3547491" y="3828669"/>
                      <a:pt x="3537585" y="3836575"/>
                    </a:cubicBezTo>
                    <a:cubicBezTo>
                      <a:pt x="3421380" y="3837432"/>
                      <a:pt x="3320892" y="3836003"/>
                      <a:pt x="3248597" y="3832479"/>
                    </a:cubicBezTo>
                    <a:cubicBezTo>
                      <a:pt x="3231547" y="3831622"/>
                      <a:pt x="3213735" y="3830669"/>
                      <a:pt x="3195828" y="3829717"/>
                    </a:cubicBezTo>
                    <a:cubicBezTo>
                      <a:pt x="3172873" y="3807143"/>
                      <a:pt x="3151442" y="3763137"/>
                      <a:pt x="3133249" y="3717894"/>
                    </a:cubicBezTo>
                    <a:cubicBezTo>
                      <a:pt x="3131915" y="3712655"/>
                      <a:pt x="3113056" y="3638931"/>
                      <a:pt x="3116199" y="3597212"/>
                    </a:cubicBezTo>
                    <a:cubicBezTo>
                      <a:pt x="3118866" y="3561398"/>
                      <a:pt x="3125724" y="3536919"/>
                      <a:pt x="3131249" y="3517202"/>
                    </a:cubicBezTo>
                    <a:cubicBezTo>
                      <a:pt x="3131344" y="3516821"/>
                      <a:pt x="3131439" y="3516535"/>
                      <a:pt x="3131534" y="3516154"/>
                    </a:cubicBezTo>
                    <a:cubicBezTo>
                      <a:pt x="3134868" y="3506343"/>
                      <a:pt x="3141155" y="3482721"/>
                      <a:pt x="3143536" y="3473768"/>
                    </a:cubicBezTo>
                    <a:cubicBezTo>
                      <a:pt x="3146298" y="3463290"/>
                      <a:pt x="3145917" y="3427095"/>
                      <a:pt x="3127534" y="3427476"/>
                    </a:cubicBezTo>
                    <a:cubicBezTo>
                      <a:pt x="3109151" y="3427857"/>
                      <a:pt x="3110865" y="3465386"/>
                      <a:pt x="3117818" y="3479102"/>
                    </a:cubicBezTo>
                    <a:cubicBezTo>
                      <a:pt x="3123057" y="3489389"/>
                      <a:pt x="3120771" y="3501009"/>
                      <a:pt x="3120009" y="3504248"/>
                    </a:cubicBezTo>
                    <a:cubicBezTo>
                      <a:pt x="3119247" y="3507201"/>
                      <a:pt x="3118390" y="3510153"/>
                      <a:pt x="3117533" y="3513392"/>
                    </a:cubicBezTo>
                    <a:cubicBezTo>
                      <a:pt x="3111913" y="3533680"/>
                      <a:pt x="3104864" y="3558921"/>
                      <a:pt x="3102007" y="3596164"/>
                    </a:cubicBezTo>
                    <a:cubicBezTo>
                      <a:pt x="3100388" y="3618072"/>
                      <a:pt x="3104198" y="3647408"/>
                      <a:pt x="3108770" y="3672174"/>
                    </a:cubicBezTo>
                    <a:cubicBezTo>
                      <a:pt x="3107151" y="3669697"/>
                      <a:pt x="3105436" y="3667220"/>
                      <a:pt x="3103817" y="3664744"/>
                    </a:cubicBezTo>
                    <a:cubicBezTo>
                      <a:pt x="3082671" y="3633121"/>
                      <a:pt x="3064288" y="3605784"/>
                      <a:pt x="3065621" y="3525488"/>
                    </a:cubicBezTo>
                    <a:cubicBezTo>
                      <a:pt x="3066288" y="3482912"/>
                      <a:pt x="3078194" y="3458242"/>
                      <a:pt x="3086957" y="3440335"/>
                    </a:cubicBezTo>
                    <a:cubicBezTo>
                      <a:pt x="3088101" y="3437954"/>
                      <a:pt x="3089243" y="3435572"/>
                      <a:pt x="3090291" y="3433382"/>
                    </a:cubicBezTo>
                    <a:cubicBezTo>
                      <a:pt x="3090767" y="3432334"/>
                      <a:pt x="3091148" y="3431381"/>
                      <a:pt x="3091529" y="3430334"/>
                    </a:cubicBezTo>
                    <a:cubicBezTo>
                      <a:pt x="3097816" y="3421571"/>
                      <a:pt x="3107817" y="3404902"/>
                      <a:pt x="3108865" y="3393567"/>
                    </a:cubicBezTo>
                    <a:cubicBezTo>
                      <a:pt x="3110008" y="3380708"/>
                      <a:pt x="3120390" y="3343085"/>
                      <a:pt x="3099149" y="3342894"/>
                    </a:cubicBezTo>
                    <a:cubicBezTo>
                      <a:pt x="3078004" y="3342704"/>
                      <a:pt x="3080385" y="3390424"/>
                      <a:pt x="3082100" y="3400902"/>
                    </a:cubicBezTo>
                    <a:cubicBezTo>
                      <a:pt x="3083147" y="3407093"/>
                      <a:pt x="3082385" y="3412998"/>
                      <a:pt x="3081433" y="3417380"/>
                    </a:cubicBezTo>
                    <a:cubicBezTo>
                      <a:pt x="3080195" y="3420618"/>
                      <a:pt x="3078766" y="3423857"/>
                      <a:pt x="3077147" y="3427381"/>
                    </a:cubicBezTo>
                    <a:cubicBezTo>
                      <a:pt x="3076194" y="3429572"/>
                      <a:pt x="3075051" y="3431762"/>
                      <a:pt x="3073908" y="3434144"/>
                    </a:cubicBezTo>
                    <a:cubicBezTo>
                      <a:pt x="3064574" y="3453289"/>
                      <a:pt x="3051905" y="3479578"/>
                      <a:pt x="3051143" y="3525298"/>
                    </a:cubicBezTo>
                    <a:cubicBezTo>
                      <a:pt x="3049810" y="3610070"/>
                      <a:pt x="3070193" y="3640551"/>
                      <a:pt x="3091720" y="3672745"/>
                    </a:cubicBezTo>
                    <a:cubicBezTo>
                      <a:pt x="3101435" y="3687223"/>
                      <a:pt x="3111437" y="3702082"/>
                      <a:pt x="3119723" y="3722847"/>
                    </a:cubicBezTo>
                    <a:cubicBezTo>
                      <a:pt x="3136297" y="3764185"/>
                      <a:pt x="3150299" y="3803428"/>
                      <a:pt x="3174397" y="3828574"/>
                    </a:cubicBezTo>
                    <a:cubicBezTo>
                      <a:pt x="3091244" y="3824002"/>
                      <a:pt x="2999804" y="3818382"/>
                      <a:pt x="2904268" y="3812477"/>
                    </a:cubicBezTo>
                    <a:cubicBezTo>
                      <a:pt x="2799112" y="3806000"/>
                      <a:pt x="2692622" y="3799428"/>
                      <a:pt x="2593753" y="3794094"/>
                    </a:cubicBezTo>
                    <a:cubicBezTo>
                      <a:pt x="2537555" y="3751040"/>
                      <a:pt x="2402586" y="3622358"/>
                      <a:pt x="2423636" y="3393567"/>
                    </a:cubicBezTo>
                    <a:cubicBezTo>
                      <a:pt x="2442686" y="3186589"/>
                      <a:pt x="2482596" y="3086481"/>
                      <a:pt x="2528697" y="2970562"/>
                    </a:cubicBezTo>
                    <a:cubicBezTo>
                      <a:pt x="2548033" y="2921985"/>
                      <a:pt x="2568035" y="2871788"/>
                      <a:pt x="2587562" y="2810637"/>
                    </a:cubicBezTo>
                    <a:cubicBezTo>
                      <a:pt x="2609850" y="2740724"/>
                      <a:pt x="2634139" y="2664619"/>
                      <a:pt x="2652141" y="2576894"/>
                    </a:cubicBezTo>
                    <a:cubicBezTo>
                      <a:pt x="2668524" y="2541651"/>
                      <a:pt x="2708053" y="2477357"/>
                      <a:pt x="2788730" y="2439829"/>
                    </a:cubicBezTo>
                    <a:cubicBezTo>
                      <a:pt x="2869502" y="2402205"/>
                      <a:pt x="2931509" y="2368296"/>
                      <a:pt x="2977706" y="2336102"/>
                    </a:cubicBezTo>
                    <a:lnTo>
                      <a:pt x="2977896" y="2336102"/>
                    </a:lnTo>
                    <a:cubicBezTo>
                      <a:pt x="3038094" y="2292572"/>
                      <a:pt x="3066955" y="2286191"/>
                      <a:pt x="3095530" y="2269998"/>
                    </a:cubicBezTo>
                    <a:cubicBezTo>
                      <a:pt x="3124010" y="2253806"/>
                      <a:pt x="3188970" y="2220087"/>
                      <a:pt x="3184589" y="2120741"/>
                    </a:cubicBezTo>
                    <a:cubicBezTo>
                      <a:pt x="3180207" y="2021396"/>
                      <a:pt x="3093530" y="2013490"/>
                      <a:pt x="3025426" y="2060543"/>
                    </a:cubicBezTo>
                    <a:cubicBezTo>
                      <a:pt x="2957322" y="2107692"/>
                      <a:pt x="2954560" y="2165509"/>
                      <a:pt x="2966847" y="2238280"/>
                    </a:cubicBezTo>
                    <a:cubicBezTo>
                      <a:pt x="2976563" y="2296097"/>
                      <a:pt x="2944178" y="2323910"/>
                      <a:pt x="2930462" y="2332958"/>
                    </a:cubicBezTo>
                    <a:cubicBezTo>
                      <a:pt x="2929033" y="2333911"/>
                      <a:pt x="2927414" y="2334768"/>
                      <a:pt x="2925985" y="2335721"/>
                    </a:cubicBezTo>
                    <a:cubicBezTo>
                      <a:pt x="2925128" y="2336197"/>
                      <a:pt x="2924556" y="2336483"/>
                      <a:pt x="2924556" y="2336483"/>
                    </a:cubicBezTo>
                    <a:lnTo>
                      <a:pt x="2924747" y="2336483"/>
                    </a:lnTo>
                    <a:cubicBezTo>
                      <a:pt x="2876264" y="2366201"/>
                      <a:pt x="2822353" y="2392680"/>
                      <a:pt x="2776728" y="2413921"/>
                    </a:cubicBezTo>
                    <a:cubicBezTo>
                      <a:pt x="2726151" y="2437448"/>
                      <a:pt x="2690336" y="2470119"/>
                      <a:pt x="2665571" y="2501170"/>
                    </a:cubicBezTo>
                    <a:cubicBezTo>
                      <a:pt x="2682907" y="2382584"/>
                      <a:pt x="2686812" y="2243138"/>
                      <a:pt x="2660999" y="2072069"/>
                    </a:cubicBezTo>
                    <a:cubicBezTo>
                      <a:pt x="2657475" y="2012061"/>
                      <a:pt x="2662809" y="1946624"/>
                      <a:pt x="2671858" y="1925860"/>
                    </a:cubicBezTo>
                    <a:cubicBezTo>
                      <a:pt x="2682907" y="1900523"/>
                      <a:pt x="2719388" y="1803940"/>
                      <a:pt x="2660809" y="1719168"/>
                    </a:cubicBezTo>
                    <a:cubicBezTo>
                      <a:pt x="2595086" y="1624108"/>
                      <a:pt x="2492978" y="1666113"/>
                      <a:pt x="2471547" y="1753172"/>
                    </a:cubicBezTo>
                    <a:cubicBezTo>
                      <a:pt x="2450116" y="1840230"/>
                      <a:pt x="2501646" y="1910715"/>
                      <a:pt x="2561844" y="1960626"/>
                    </a:cubicBezTo>
                    <a:cubicBezTo>
                      <a:pt x="2598801" y="1991201"/>
                      <a:pt x="2615660" y="2042351"/>
                      <a:pt x="2623280" y="2077307"/>
                    </a:cubicBezTo>
                    <a:cubicBezTo>
                      <a:pt x="2665571" y="2358200"/>
                      <a:pt x="2625852" y="2551938"/>
                      <a:pt x="2579465" y="2708720"/>
                    </a:cubicBezTo>
                    <a:cubicBezTo>
                      <a:pt x="2575274" y="2652141"/>
                      <a:pt x="2560511" y="2599373"/>
                      <a:pt x="2535555" y="2553938"/>
                    </a:cubicBezTo>
                    <a:cubicBezTo>
                      <a:pt x="2500884" y="2490788"/>
                      <a:pt x="2461260" y="2437257"/>
                      <a:pt x="2426303" y="2390013"/>
                    </a:cubicBezTo>
                    <a:cubicBezTo>
                      <a:pt x="2417826" y="2378583"/>
                      <a:pt x="2409635" y="2367534"/>
                      <a:pt x="2401824" y="2356676"/>
                    </a:cubicBezTo>
                    <a:cubicBezTo>
                      <a:pt x="2401538" y="2356295"/>
                      <a:pt x="2401443" y="2356009"/>
                      <a:pt x="2401157" y="2355628"/>
                    </a:cubicBezTo>
                    <a:cubicBezTo>
                      <a:pt x="2348389" y="2278476"/>
                      <a:pt x="2340388" y="2205133"/>
                      <a:pt x="2341626" y="2177511"/>
                    </a:cubicBezTo>
                    <a:cubicBezTo>
                      <a:pt x="2342864" y="2149888"/>
                      <a:pt x="2342102" y="2046637"/>
                      <a:pt x="2256949" y="1988630"/>
                    </a:cubicBezTo>
                    <a:cubicBezTo>
                      <a:pt x="2161413" y="1923574"/>
                      <a:pt x="2081212" y="1999488"/>
                      <a:pt x="2092643" y="2088452"/>
                    </a:cubicBezTo>
                    <a:cubicBezTo>
                      <a:pt x="2103977" y="2177415"/>
                      <a:pt x="2179034" y="2220278"/>
                      <a:pt x="2251520" y="2249615"/>
                    </a:cubicBezTo>
                    <a:cubicBezTo>
                      <a:pt x="2317242" y="2276189"/>
                      <a:pt x="2385727" y="2384298"/>
                      <a:pt x="2385727" y="2384298"/>
                    </a:cubicBezTo>
                    <a:cubicBezTo>
                      <a:pt x="2385727" y="2384298"/>
                      <a:pt x="2386298" y="2384584"/>
                      <a:pt x="2387060" y="2384965"/>
                    </a:cubicBezTo>
                    <a:cubicBezTo>
                      <a:pt x="2392394" y="2392299"/>
                      <a:pt x="2397824" y="2399633"/>
                      <a:pt x="2403348" y="2407063"/>
                    </a:cubicBezTo>
                    <a:cubicBezTo>
                      <a:pt x="2439448" y="2455831"/>
                      <a:pt x="2476786" y="2506313"/>
                      <a:pt x="2510600" y="2567750"/>
                    </a:cubicBezTo>
                    <a:cubicBezTo>
                      <a:pt x="2548033" y="2635949"/>
                      <a:pt x="2560606" y="2722531"/>
                      <a:pt x="2546699" y="2813399"/>
                    </a:cubicBezTo>
                    <a:cubicBezTo>
                      <a:pt x="2529078" y="2866930"/>
                      <a:pt x="2510981" y="2912364"/>
                      <a:pt x="2493455" y="2956465"/>
                    </a:cubicBezTo>
                    <a:cubicBezTo>
                      <a:pt x="2448211" y="3070194"/>
                      <a:pt x="2405444" y="3177636"/>
                      <a:pt x="2385917" y="3390043"/>
                    </a:cubicBezTo>
                    <a:cubicBezTo>
                      <a:pt x="2367248" y="3591973"/>
                      <a:pt x="2464403" y="3724084"/>
                      <a:pt x="2533364" y="3790950"/>
                    </a:cubicBezTo>
                    <a:cubicBezTo>
                      <a:pt x="2394680" y="3783997"/>
                      <a:pt x="2276094" y="3780187"/>
                      <a:pt x="2205038" y="3783426"/>
                    </a:cubicBezTo>
                    <a:cubicBezTo>
                      <a:pt x="1927670" y="3796475"/>
                      <a:pt x="1726692" y="3736467"/>
                      <a:pt x="1326261" y="3617119"/>
                    </a:cubicBezTo>
                    <a:lnTo>
                      <a:pt x="1296257" y="3608165"/>
                    </a:lnTo>
                    <a:cubicBezTo>
                      <a:pt x="1225296" y="3587020"/>
                      <a:pt x="1134713" y="3572447"/>
                      <a:pt x="1034606" y="3562731"/>
                    </a:cubicBezTo>
                    <a:cubicBezTo>
                      <a:pt x="819055" y="3438620"/>
                      <a:pt x="847249" y="3330797"/>
                      <a:pt x="867347" y="3165824"/>
                    </a:cubicBezTo>
                    <a:cubicBezTo>
                      <a:pt x="878491" y="3074099"/>
                      <a:pt x="930878" y="2951893"/>
                      <a:pt x="977075" y="2844070"/>
                    </a:cubicBezTo>
                    <a:cubicBezTo>
                      <a:pt x="1014984" y="2755583"/>
                      <a:pt x="1050798" y="2671953"/>
                      <a:pt x="1060990" y="2612994"/>
                    </a:cubicBezTo>
                    <a:cubicBezTo>
                      <a:pt x="1076801" y="2521363"/>
                      <a:pt x="1070324" y="2432209"/>
                      <a:pt x="1064705" y="2385632"/>
                    </a:cubicBezTo>
                    <a:cubicBezTo>
                      <a:pt x="1054703" y="2300193"/>
                      <a:pt x="1061371" y="2247519"/>
                      <a:pt x="1064990" y="2228183"/>
                    </a:cubicBezTo>
                    <a:cubicBezTo>
                      <a:pt x="1072801" y="2203609"/>
                      <a:pt x="1084993" y="2179130"/>
                      <a:pt x="1099757" y="2155127"/>
                    </a:cubicBezTo>
                    <a:cubicBezTo>
                      <a:pt x="1115378" y="2132457"/>
                      <a:pt x="1156240" y="2102072"/>
                      <a:pt x="1211390" y="2072640"/>
                    </a:cubicBezTo>
                    <a:cubicBezTo>
                      <a:pt x="1260729" y="2046351"/>
                      <a:pt x="1300639" y="1998536"/>
                      <a:pt x="1313117" y="1950911"/>
                    </a:cubicBezTo>
                    <a:cubicBezTo>
                      <a:pt x="1322356" y="1915668"/>
                      <a:pt x="1315688" y="1878997"/>
                      <a:pt x="1314926" y="1846802"/>
                    </a:cubicBezTo>
                    <a:cubicBezTo>
                      <a:pt x="1315307" y="1841945"/>
                      <a:pt x="1316546" y="1834515"/>
                      <a:pt x="1320641" y="1827371"/>
                    </a:cubicBezTo>
                    <a:cubicBezTo>
                      <a:pt x="1327499" y="1815275"/>
                      <a:pt x="1331024" y="1792224"/>
                      <a:pt x="1310069" y="1806416"/>
                    </a:cubicBezTo>
                    <a:cubicBezTo>
                      <a:pt x="1289114" y="1820609"/>
                      <a:pt x="1279017" y="1823466"/>
                      <a:pt x="1285399" y="1833372"/>
                    </a:cubicBezTo>
                    <a:cubicBezTo>
                      <a:pt x="1291019" y="1842135"/>
                      <a:pt x="1299020" y="1835753"/>
                      <a:pt x="1300734" y="1854041"/>
                    </a:cubicBezTo>
                    <a:cubicBezTo>
                      <a:pt x="1301306" y="1887284"/>
                      <a:pt x="1307402" y="1916430"/>
                      <a:pt x="1299305" y="1947386"/>
                    </a:cubicBezTo>
                    <a:cubicBezTo>
                      <a:pt x="1287780" y="1991297"/>
                      <a:pt x="1250633" y="2035588"/>
                      <a:pt x="1204627" y="2060067"/>
                    </a:cubicBezTo>
                    <a:cubicBezTo>
                      <a:pt x="1188911" y="2068449"/>
                      <a:pt x="1161574" y="2083880"/>
                      <a:pt x="1136428" y="2101977"/>
                    </a:cubicBezTo>
                    <a:cubicBezTo>
                      <a:pt x="1146810" y="2088166"/>
                      <a:pt x="1157573" y="2074450"/>
                      <a:pt x="1168432" y="2060924"/>
                    </a:cubicBezTo>
                    <a:cubicBezTo>
                      <a:pt x="1201484" y="2019776"/>
                      <a:pt x="1222820" y="2006727"/>
                      <a:pt x="1221391" y="1983677"/>
                    </a:cubicBezTo>
                    <a:cubicBezTo>
                      <a:pt x="1221391" y="1983677"/>
                      <a:pt x="1221486" y="1983581"/>
                      <a:pt x="1221486" y="1983581"/>
                    </a:cubicBezTo>
                    <a:cubicBezTo>
                      <a:pt x="1221486" y="1983581"/>
                      <a:pt x="1221391" y="1983105"/>
                      <a:pt x="1221296" y="1982343"/>
                    </a:cubicBezTo>
                    <a:cubicBezTo>
                      <a:pt x="1221105" y="1979486"/>
                      <a:pt x="1220724" y="1976723"/>
                      <a:pt x="1220343" y="1974247"/>
                    </a:cubicBezTo>
                    <a:cubicBezTo>
                      <a:pt x="1219962" y="1970056"/>
                      <a:pt x="1219772" y="1965484"/>
                      <a:pt x="1220438" y="1962912"/>
                    </a:cubicBezTo>
                    <a:cubicBezTo>
                      <a:pt x="1221867" y="1957388"/>
                      <a:pt x="1229201" y="1932051"/>
                      <a:pt x="1213104" y="1942148"/>
                    </a:cubicBezTo>
                    <a:cubicBezTo>
                      <a:pt x="1197007" y="1952244"/>
                      <a:pt x="1169956" y="1967008"/>
                      <a:pt x="1183291" y="1973771"/>
                    </a:cubicBezTo>
                    <a:cubicBezTo>
                      <a:pt x="1189673" y="1976914"/>
                      <a:pt x="1207484" y="1970723"/>
                      <a:pt x="1207389" y="1986915"/>
                    </a:cubicBezTo>
                    <a:cubicBezTo>
                      <a:pt x="1207389" y="1987201"/>
                      <a:pt x="1207389" y="1987487"/>
                      <a:pt x="1207389" y="1987772"/>
                    </a:cubicBezTo>
                    <a:cubicBezTo>
                      <a:pt x="1207770" y="2007489"/>
                      <a:pt x="1186244" y="2015966"/>
                      <a:pt x="1157288" y="2052066"/>
                    </a:cubicBezTo>
                    <a:cubicBezTo>
                      <a:pt x="1131856" y="2083689"/>
                      <a:pt x="1106710" y="2116265"/>
                      <a:pt x="1086422" y="2149697"/>
                    </a:cubicBezTo>
                    <a:cubicBezTo>
                      <a:pt x="1085660" y="2150936"/>
                      <a:pt x="1084802" y="2152079"/>
                      <a:pt x="1084136" y="2153317"/>
                    </a:cubicBezTo>
                    <a:lnTo>
                      <a:pt x="1084231" y="2153412"/>
                    </a:lnTo>
                    <a:cubicBezTo>
                      <a:pt x="1075563" y="2167986"/>
                      <a:pt x="1067753" y="2182654"/>
                      <a:pt x="1061371" y="2197513"/>
                    </a:cubicBezTo>
                    <a:cubicBezTo>
                      <a:pt x="1053941" y="2166652"/>
                      <a:pt x="1033844" y="2136172"/>
                      <a:pt x="1012698" y="2115598"/>
                    </a:cubicBezTo>
                    <a:cubicBezTo>
                      <a:pt x="996982" y="2100358"/>
                      <a:pt x="987933" y="2084737"/>
                      <a:pt x="983075" y="2074640"/>
                    </a:cubicBezTo>
                    <a:cubicBezTo>
                      <a:pt x="981932" y="2071402"/>
                      <a:pt x="981265" y="2067497"/>
                      <a:pt x="983266" y="2064830"/>
                    </a:cubicBezTo>
                    <a:cubicBezTo>
                      <a:pt x="987457" y="2059019"/>
                      <a:pt x="995267" y="2050352"/>
                      <a:pt x="976884" y="2047494"/>
                    </a:cubicBezTo>
                    <a:cubicBezTo>
                      <a:pt x="958501" y="2044637"/>
                      <a:pt x="939451" y="2046161"/>
                      <a:pt x="951643" y="2060734"/>
                    </a:cubicBezTo>
                    <a:cubicBezTo>
                      <a:pt x="957263" y="2067401"/>
                      <a:pt x="962215" y="2067687"/>
                      <a:pt x="971074" y="2082832"/>
                    </a:cubicBezTo>
                    <a:cubicBezTo>
                      <a:pt x="976598" y="2094167"/>
                      <a:pt x="986409" y="2110073"/>
                      <a:pt x="1002602" y="2125885"/>
                    </a:cubicBezTo>
                    <a:cubicBezTo>
                      <a:pt x="1028986" y="2151507"/>
                      <a:pt x="1053656" y="2193322"/>
                      <a:pt x="1049560" y="2229231"/>
                    </a:cubicBezTo>
                    <a:lnTo>
                      <a:pt x="1049655" y="2229231"/>
                    </a:lnTo>
                    <a:cubicBezTo>
                      <a:pt x="1047464" y="2236851"/>
                      <a:pt x="1045559" y="2244471"/>
                      <a:pt x="1044226" y="2252186"/>
                    </a:cubicBezTo>
                    <a:cubicBezTo>
                      <a:pt x="1036892" y="2286477"/>
                      <a:pt x="1038225" y="2332196"/>
                      <a:pt x="1035844" y="2325910"/>
                    </a:cubicBezTo>
                    <a:cubicBezTo>
                      <a:pt x="1017270" y="2277618"/>
                      <a:pt x="965930" y="2233327"/>
                      <a:pt x="956691" y="2225612"/>
                    </a:cubicBezTo>
                    <a:cubicBezTo>
                      <a:pt x="949833" y="2218849"/>
                      <a:pt x="942880" y="2212181"/>
                      <a:pt x="935831" y="2205514"/>
                    </a:cubicBezTo>
                    <a:cubicBezTo>
                      <a:pt x="919353" y="2189893"/>
                      <a:pt x="902303" y="2173701"/>
                      <a:pt x="885539" y="2154841"/>
                    </a:cubicBezTo>
                    <a:cubicBezTo>
                      <a:pt x="881634" y="2150460"/>
                      <a:pt x="878015" y="2146078"/>
                      <a:pt x="874490" y="2141601"/>
                    </a:cubicBezTo>
                    <a:cubicBezTo>
                      <a:pt x="871919" y="2119218"/>
                      <a:pt x="877443" y="2104454"/>
                      <a:pt x="884301" y="2098072"/>
                    </a:cubicBezTo>
                    <a:cubicBezTo>
                      <a:pt x="892778" y="2090166"/>
                      <a:pt x="899446" y="2079117"/>
                      <a:pt x="905732" y="2068735"/>
                    </a:cubicBezTo>
                    <a:cubicBezTo>
                      <a:pt x="919353" y="2050828"/>
                      <a:pt x="922020" y="2061496"/>
                      <a:pt x="927068" y="2052543"/>
                    </a:cubicBezTo>
                    <a:cubicBezTo>
                      <a:pt x="932212" y="2043398"/>
                      <a:pt x="911924" y="2031778"/>
                      <a:pt x="896303" y="2027873"/>
                    </a:cubicBezTo>
                    <a:cubicBezTo>
                      <a:pt x="880682" y="2023872"/>
                      <a:pt x="889349" y="2037874"/>
                      <a:pt x="894302" y="2045780"/>
                    </a:cubicBezTo>
                    <a:cubicBezTo>
                      <a:pt x="897541" y="2050828"/>
                      <a:pt x="895731" y="2056829"/>
                      <a:pt x="893921" y="2060543"/>
                    </a:cubicBezTo>
                    <a:cubicBezTo>
                      <a:pt x="888492" y="2069687"/>
                      <a:pt x="881253" y="2079403"/>
                      <a:pt x="873443" y="2085404"/>
                    </a:cubicBezTo>
                    <a:cubicBezTo>
                      <a:pt x="863632" y="2092833"/>
                      <a:pt x="860012" y="2106454"/>
                      <a:pt x="859346" y="2120741"/>
                    </a:cubicBezTo>
                    <a:cubicBezTo>
                      <a:pt x="849440" y="2105692"/>
                      <a:pt x="841153" y="2090357"/>
                      <a:pt x="834295" y="2075212"/>
                    </a:cubicBezTo>
                    <a:lnTo>
                      <a:pt x="834390" y="2075117"/>
                    </a:lnTo>
                    <a:cubicBezTo>
                      <a:pt x="833438" y="2072831"/>
                      <a:pt x="832390" y="2070735"/>
                      <a:pt x="831342" y="2068544"/>
                    </a:cubicBezTo>
                    <a:cubicBezTo>
                      <a:pt x="813435" y="2026539"/>
                      <a:pt x="801719" y="1989963"/>
                      <a:pt x="798671" y="1964627"/>
                    </a:cubicBezTo>
                    <a:cubicBezTo>
                      <a:pt x="798290" y="1949672"/>
                      <a:pt x="801624" y="1950625"/>
                      <a:pt x="805910" y="1945291"/>
                    </a:cubicBezTo>
                    <a:cubicBezTo>
                      <a:pt x="810292" y="1939862"/>
                      <a:pt x="801719" y="1929860"/>
                      <a:pt x="783241" y="1914811"/>
                    </a:cubicBezTo>
                    <a:cubicBezTo>
                      <a:pt x="764762" y="1899761"/>
                      <a:pt x="770858" y="1932908"/>
                      <a:pt x="777335" y="1941195"/>
                    </a:cubicBezTo>
                    <a:cubicBezTo>
                      <a:pt x="780860" y="1945672"/>
                      <a:pt x="782479" y="1951387"/>
                      <a:pt x="783336" y="1955768"/>
                    </a:cubicBezTo>
                    <a:cubicBezTo>
                      <a:pt x="784670" y="1971675"/>
                      <a:pt x="792099" y="1992821"/>
                      <a:pt x="799624" y="2021014"/>
                    </a:cubicBezTo>
                    <a:cubicBezTo>
                      <a:pt x="795242" y="2016062"/>
                      <a:pt x="790765" y="2011204"/>
                      <a:pt x="786194" y="2006346"/>
                    </a:cubicBezTo>
                    <a:cubicBezTo>
                      <a:pt x="771811" y="1990916"/>
                      <a:pt x="756857" y="1975009"/>
                      <a:pt x="743045" y="1950244"/>
                    </a:cubicBezTo>
                    <a:cubicBezTo>
                      <a:pt x="726377" y="1920335"/>
                      <a:pt x="714185" y="1893665"/>
                      <a:pt x="713899" y="1871853"/>
                    </a:cubicBezTo>
                    <a:cubicBezTo>
                      <a:pt x="715709" y="1849279"/>
                      <a:pt x="722757" y="1855280"/>
                      <a:pt x="727615" y="1852232"/>
                    </a:cubicBezTo>
                    <a:cubicBezTo>
                      <a:pt x="732663" y="1849088"/>
                      <a:pt x="724948" y="1837468"/>
                      <a:pt x="712470" y="1822037"/>
                    </a:cubicBezTo>
                    <a:cubicBezTo>
                      <a:pt x="699897" y="1806607"/>
                      <a:pt x="696087" y="1822609"/>
                      <a:pt x="697992" y="1831181"/>
                    </a:cubicBezTo>
                    <a:cubicBezTo>
                      <a:pt x="699897" y="1839754"/>
                      <a:pt x="699611" y="1855184"/>
                      <a:pt x="699707" y="1859947"/>
                    </a:cubicBezTo>
                    <a:cubicBezTo>
                      <a:pt x="699707" y="1859947"/>
                      <a:pt x="699802" y="1860137"/>
                      <a:pt x="699802" y="1860233"/>
                    </a:cubicBezTo>
                    <a:cubicBezTo>
                      <a:pt x="698659" y="1882997"/>
                      <a:pt x="709041" y="1918621"/>
                      <a:pt x="730663" y="1957293"/>
                    </a:cubicBezTo>
                    <a:cubicBezTo>
                      <a:pt x="745331" y="1983581"/>
                      <a:pt x="760857" y="2000155"/>
                      <a:pt x="775811" y="2016252"/>
                    </a:cubicBezTo>
                    <a:cubicBezTo>
                      <a:pt x="790385" y="2031873"/>
                      <a:pt x="804291" y="2046732"/>
                      <a:pt x="816007" y="2069687"/>
                    </a:cubicBezTo>
                    <a:cubicBezTo>
                      <a:pt x="828961" y="2101120"/>
                      <a:pt x="847725" y="2134172"/>
                      <a:pt x="874871" y="2164556"/>
                    </a:cubicBezTo>
                    <a:cubicBezTo>
                      <a:pt x="892111" y="2183797"/>
                      <a:pt x="909352" y="2200180"/>
                      <a:pt x="926021" y="2215991"/>
                    </a:cubicBezTo>
                    <a:cubicBezTo>
                      <a:pt x="953834" y="2242376"/>
                      <a:pt x="979456" y="2266760"/>
                      <a:pt x="1000315" y="2299811"/>
                    </a:cubicBezTo>
                    <a:cubicBezTo>
                      <a:pt x="1016603" y="2332196"/>
                      <a:pt x="1023652" y="2367629"/>
                      <a:pt x="1026414" y="2386775"/>
                    </a:cubicBezTo>
                    <a:cubicBezTo>
                      <a:pt x="1031748" y="2429923"/>
                      <a:pt x="1038797" y="2518220"/>
                      <a:pt x="1023557" y="2606802"/>
                    </a:cubicBezTo>
                    <a:cubicBezTo>
                      <a:pt x="1014127" y="2661380"/>
                      <a:pt x="979170" y="2742914"/>
                      <a:pt x="942118" y="2829306"/>
                    </a:cubicBezTo>
                    <a:cubicBezTo>
                      <a:pt x="894969" y="2939511"/>
                      <a:pt x="841439" y="3064288"/>
                      <a:pt x="829628" y="3161538"/>
                    </a:cubicBezTo>
                    <a:cubicBezTo>
                      <a:pt x="812006" y="3306318"/>
                      <a:pt x="783241" y="3419856"/>
                      <a:pt x="957167" y="3556540"/>
                    </a:cubicBezTo>
                    <a:cubicBezTo>
                      <a:pt x="546926" y="3527394"/>
                      <a:pt x="28670" y="3564922"/>
                      <a:pt x="0" y="3567113"/>
                    </a:cubicBezTo>
                    <a:lnTo>
                      <a:pt x="381" y="3626549"/>
                    </a:lnTo>
                    <a:cubicBezTo>
                      <a:pt x="9525" y="3625882"/>
                      <a:pt x="922115" y="3556635"/>
                      <a:pt x="1280065" y="3663220"/>
                    </a:cubicBezTo>
                    <a:lnTo>
                      <a:pt x="1310069" y="3672174"/>
                    </a:lnTo>
                    <a:cubicBezTo>
                      <a:pt x="1716691" y="3793331"/>
                      <a:pt x="1920716" y="3854101"/>
                      <a:pt x="2207895" y="3840766"/>
                    </a:cubicBezTo>
                    <a:cubicBezTo>
                      <a:pt x="2334768" y="3834860"/>
                      <a:pt x="2622709" y="3852577"/>
                      <a:pt x="2901125" y="3869722"/>
                    </a:cubicBezTo>
                    <a:cubicBezTo>
                      <a:pt x="3026188" y="3877437"/>
                      <a:pt x="3144393" y="3884676"/>
                      <a:pt x="3246120" y="3889724"/>
                    </a:cubicBezTo>
                    <a:cubicBezTo>
                      <a:pt x="3306318" y="3892677"/>
                      <a:pt x="3386804" y="3894297"/>
                      <a:pt x="3480245" y="3894297"/>
                    </a:cubicBezTo>
                    <a:cubicBezTo>
                      <a:pt x="3862769" y="3894297"/>
                      <a:pt x="4461796" y="3867912"/>
                      <a:pt x="4771740" y="3804285"/>
                    </a:cubicBezTo>
                    <a:cubicBezTo>
                      <a:pt x="5087684" y="3739420"/>
                      <a:pt x="5504022" y="3733419"/>
                      <a:pt x="5681758" y="3730847"/>
                    </a:cubicBezTo>
                    <a:cubicBezTo>
                      <a:pt x="5708809" y="3730467"/>
                      <a:pt x="5730717" y="3730181"/>
                      <a:pt x="5746338" y="3729704"/>
                    </a:cubicBezTo>
                    <a:cubicBezTo>
                      <a:pt x="5855875" y="3726752"/>
                      <a:pt x="6189345" y="3717703"/>
                      <a:pt x="6446520" y="3415951"/>
                    </a:cubicBezTo>
                    <a:cubicBezTo>
                      <a:pt x="6586538" y="3251645"/>
                      <a:pt x="6817424" y="3083719"/>
                      <a:pt x="7021163" y="2935415"/>
                    </a:cubicBezTo>
                    <a:cubicBezTo>
                      <a:pt x="7167849" y="2828735"/>
                      <a:pt x="7294436" y="2736533"/>
                      <a:pt x="7354062" y="2668429"/>
                    </a:cubicBezTo>
                    <a:cubicBezTo>
                      <a:pt x="7376541" y="2642711"/>
                      <a:pt x="7399497" y="2615851"/>
                      <a:pt x="7423119" y="2588228"/>
                    </a:cubicBezTo>
                    <a:cubicBezTo>
                      <a:pt x="7542181" y="2448973"/>
                      <a:pt x="7722299" y="2270189"/>
                      <a:pt x="7878700" y="2165795"/>
                    </a:cubicBezTo>
                    <a:lnTo>
                      <a:pt x="7878985" y="2105406"/>
                    </a:lnTo>
                    <a:close/>
                  </a:path>
                </a:pathLst>
              </a:custGeom>
              <a:solidFill>
                <a:srgbClr val="F7B531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9100" name="Graphique 1">
                <a:extLst>
                  <a:ext uri="{FF2B5EF4-FFF2-40B4-BE49-F238E27FC236}">
                    <a16:creationId xmlns:a16="http://schemas.microsoft.com/office/drawing/2014/main" id="{E1E609E8-E802-473E-BBB4-A16E02AB5288}"/>
                  </a:ext>
                </a:extLst>
              </p:cNvPr>
              <p:cNvGrpSpPr/>
              <p:nvPr/>
            </p:nvGrpSpPr>
            <p:grpSpPr>
              <a:xfrm>
                <a:off x="285659" y="1270825"/>
                <a:ext cx="7879556" cy="3840479"/>
                <a:chOff x="285659" y="1270825"/>
                <a:chExt cx="7879556" cy="3840479"/>
              </a:xfrm>
              <a:solidFill>
                <a:srgbClr val="EDA629"/>
              </a:solidFill>
            </p:grpSpPr>
            <p:sp>
              <p:nvSpPr>
                <p:cNvPr id="9475" name="Forme libre : forme 9474">
                  <a:extLst>
                    <a:ext uri="{FF2B5EF4-FFF2-40B4-BE49-F238E27FC236}">
                      <a16:creationId xmlns:a16="http://schemas.microsoft.com/office/drawing/2014/main" id="{001FAE2F-C9E7-49B5-ACE5-DA2B45A2E754}"/>
                    </a:ext>
                  </a:extLst>
                </p:cNvPr>
                <p:cNvSpPr/>
                <p:nvPr/>
              </p:nvSpPr>
              <p:spPr>
                <a:xfrm>
                  <a:off x="7591215" y="1660302"/>
                  <a:ext cx="83272" cy="176212"/>
                </a:xfrm>
                <a:custGeom>
                  <a:avLst/>
                  <a:gdLst>
                    <a:gd name="connsiteX0" fmla="*/ 21264 w 83272"/>
                    <a:gd name="connsiteY0" fmla="*/ 70009 h 176212"/>
                    <a:gd name="connsiteX1" fmla="*/ 33837 w 83272"/>
                    <a:gd name="connsiteY1" fmla="*/ 104204 h 176212"/>
                    <a:gd name="connsiteX2" fmla="*/ 38410 w 83272"/>
                    <a:gd name="connsiteY2" fmla="*/ 121444 h 176212"/>
                    <a:gd name="connsiteX3" fmla="*/ 43172 w 83272"/>
                    <a:gd name="connsiteY3" fmla="*/ 140017 h 176212"/>
                    <a:gd name="connsiteX4" fmla="*/ 61460 w 83272"/>
                    <a:gd name="connsiteY4" fmla="*/ 171069 h 176212"/>
                    <a:gd name="connsiteX5" fmla="*/ 83272 w 83272"/>
                    <a:gd name="connsiteY5" fmla="*/ 176213 h 176212"/>
                    <a:gd name="connsiteX6" fmla="*/ 78986 w 83272"/>
                    <a:gd name="connsiteY6" fmla="*/ 170593 h 176212"/>
                    <a:gd name="connsiteX7" fmla="*/ 53745 w 83272"/>
                    <a:gd name="connsiteY7" fmla="*/ 135827 h 176212"/>
                    <a:gd name="connsiteX8" fmla="*/ 48411 w 83272"/>
                    <a:gd name="connsiteY8" fmla="*/ 119158 h 176212"/>
                    <a:gd name="connsiteX9" fmla="*/ 42124 w 83272"/>
                    <a:gd name="connsiteY9" fmla="*/ 101346 h 176212"/>
                    <a:gd name="connsiteX10" fmla="*/ 26598 w 83272"/>
                    <a:gd name="connsiteY10" fmla="*/ 67723 h 176212"/>
                    <a:gd name="connsiteX11" fmla="*/ 10596 w 83272"/>
                    <a:gd name="connsiteY11" fmla="*/ 34766 h 176212"/>
                    <a:gd name="connsiteX12" fmla="*/ 24 w 83272"/>
                    <a:gd name="connsiteY12" fmla="*/ 0 h 176212"/>
                    <a:gd name="connsiteX13" fmla="*/ 7834 w 83272"/>
                    <a:gd name="connsiteY13" fmla="*/ 35909 h 176212"/>
                    <a:gd name="connsiteX14" fmla="*/ 21264 w 83272"/>
                    <a:gd name="connsiteY14" fmla="*/ 70009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3272" h="176212">
                      <a:moveTo>
                        <a:pt x="21264" y="70009"/>
                      </a:moveTo>
                      <a:cubicBezTo>
                        <a:pt x="25741" y="81344"/>
                        <a:pt x="30218" y="92774"/>
                        <a:pt x="33837" y="104204"/>
                      </a:cubicBezTo>
                      <a:cubicBezTo>
                        <a:pt x="35647" y="109919"/>
                        <a:pt x="37267" y="115729"/>
                        <a:pt x="38410" y="121444"/>
                      </a:cubicBezTo>
                      <a:cubicBezTo>
                        <a:pt x="39267" y="126873"/>
                        <a:pt x="40886" y="134112"/>
                        <a:pt x="43172" y="140017"/>
                      </a:cubicBezTo>
                      <a:cubicBezTo>
                        <a:pt x="47649" y="151448"/>
                        <a:pt x="54030" y="161639"/>
                        <a:pt x="61460" y="171069"/>
                      </a:cubicBezTo>
                      <a:cubicBezTo>
                        <a:pt x="68794" y="172307"/>
                        <a:pt x="76128" y="173927"/>
                        <a:pt x="83272" y="176213"/>
                      </a:cubicBezTo>
                      <a:cubicBezTo>
                        <a:pt x="81844" y="174403"/>
                        <a:pt x="80415" y="172498"/>
                        <a:pt x="78986" y="170593"/>
                      </a:cubicBezTo>
                      <a:cubicBezTo>
                        <a:pt x="68604" y="160211"/>
                        <a:pt x="59650" y="148780"/>
                        <a:pt x="53745" y="135827"/>
                      </a:cubicBezTo>
                      <a:cubicBezTo>
                        <a:pt x="51364" y="130397"/>
                        <a:pt x="50125" y="125635"/>
                        <a:pt x="48411" y="119158"/>
                      </a:cubicBezTo>
                      <a:cubicBezTo>
                        <a:pt x="46601" y="113062"/>
                        <a:pt x="44505" y="107156"/>
                        <a:pt x="42124" y="101346"/>
                      </a:cubicBezTo>
                      <a:cubicBezTo>
                        <a:pt x="37457" y="89821"/>
                        <a:pt x="32028" y="78677"/>
                        <a:pt x="26598" y="67723"/>
                      </a:cubicBezTo>
                      <a:cubicBezTo>
                        <a:pt x="21169" y="56769"/>
                        <a:pt x="15645" y="45815"/>
                        <a:pt x="10596" y="34766"/>
                      </a:cubicBezTo>
                      <a:cubicBezTo>
                        <a:pt x="5834" y="23622"/>
                        <a:pt x="595" y="12287"/>
                        <a:pt x="24" y="0"/>
                      </a:cubicBezTo>
                      <a:cubicBezTo>
                        <a:pt x="-357" y="12383"/>
                        <a:pt x="3929" y="24289"/>
                        <a:pt x="7834" y="35909"/>
                      </a:cubicBezTo>
                      <a:cubicBezTo>
                        <a:pt x="12025" y="47339"/>
                        <a:pt x="16692" y="58674"/>
                        <a:pt x="21264" y="7000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76" name="Forme libre : forme 9475">
                  <a:extLst>
                    <a:ext uri="{FF2B5EF4-FFF2-40B4-BE49-F238E27FC236}">
                      <a16:creationId xmlns:a16="http://schemas.microsoft.com/office/drawing/2014/main" id="{DD96995D-75CB-4523-AC08-74007BE8E811}"/>
                    </a:ext>
                  </a:extLst>
                </p:cNvPr>
                <p:cNvSpPr/>
                <p:nvPr/>
              </p:nvSpPr>
              <p:spPr>
                <a:xfrm>
                  <a:off x="7780214" y="1633061"/>
                  <a:ext cx="207425" cy="367379"/>
                </a:xfrm>
                <a:custGeom>
                  <a:avLst/>
                  <a:gdLst>
                    <a:gd name="connsiteX0" fmla="*/ 23336 w 207425"/>
                    <a:gd name="connsiteY0" fmla="*/ 37052 h 367379"/>
                    <a:gd name="connsiteX1" fmla="*/ 63912 w 207425"/>
                    <a:gd name="connsiteY1" fmla="*/ 53340 h 367379"/>
                    <a:gd name="connsiteX2" fmla="*/ 102489 w 207425"/>
                    <a:gd name="connsiteY2" fmla="*/ 65246 h 367379"/>
                    <a:gd name="connsiteX3" fmla="*/ 121062 w 207425"/>
                    <a:gd name="connsiteY3" fmla="*/ 73533 h 367379"/>
                    <a:gd name="connsiteX4" fmla="*/ 131064 w 207425"/>
                    <a:gd name="connsiteY4" fmla="*/ 78581 h 367379"/>
                    <a:gd name="connsiteX5" fmla="*/ 175355 w 207425"/>
                    <a:gd name="connsiteY5" fmla="*/ 132588 h 367379"/>
                    <a:gd name="connsiteX6" fmla="*/ 182308 w 207425"/>
                    <a:gd name="connsiteY6" fmla="*/ 153162 h 367379"/>
                    <a:gd name="connsiteX7" fmla="*/ 182880 w 207425"/>
                    <a:gd name="connsiteY7" fmla="*/ 217646 h 367379"/>
                    <a:gd name="connsiteX8" fmla="*/ 154495 w 207425"/>
                    <a:gd name="connsiteY8" fmla="*/ 269843 h 367379"/>
                    <a:gd name="connsiteX9" fmla="*/ 136493 w 207425"/>
                    <a:gd name="connsiteY9" fmla="*/ 296609 h 367379"/>
                    <a:gd name="connsiteX10" fmla="*/ 118681 w 207425"/>
                    <a:gd name="connsiteY10" fmla="*/ 322802 h 367379"/>
                    <a:gd name="connsiteX11" fmla="*/ 99726 w 207425"/>
                    <a:gd name="connsiteY11" fmla="*/ 350520 h 367379"/>
                    <a:gd name="connsiteX12" fmla="*/ 106870 w 207425"/>
                    <a:gd name="connsiteY12" fmla="*/ 367379 h 367379"/>
                    <a:gd name="connsiteX13" fmla="*/ 132207 w 207425"/>
                    <a:gd name="connsiteY13" fmla="*/ 332518 h 367379"/>
                    <a:gd name="connsiteX14" fmla="*/ 151066 w 207425"/>
                    <a:gd name="connsiteY14" fmla="*/ 306038 h 367379"/>
                    <a:gd name="connsiteX15" fmla="*/ 169450 w 207425"/>
                    <a:gd name="connsiteY15" fmla="*/ 279940 h 367379"/>
                    <a:gd name="connsiteX16" fmla="*/ 201358 w 207425"/>
                    <a:gd name="connsiteY16" fmla="*/ 221933 h 367379"/>
                    <a:gd name="connsiteX17" fmla="*/ 206311 w 207425"/>
                    <a:gd name="connsiteY17" fmla="*/ 207454 h 367379"/>
                    <a:gd name="connsiteX18" fmla="*/ 203549 w 207425"/>
                    <a:gd name="connsiteY18" fmla="*/ 157258 h 367379"/>
                    <a:gd name="connsiteX19" fmla="*/ 198596 w 207425"/>
                    <a:gd name="connsiteY19" fmla="*/ 141446 h 367379"/>
                    <a:gd name="connsiteX20" fmla="*/ 198215 w 207425"/>
                    <a:gd name="connsiteY20" fmla="*/ 148114 h 367379"/>
                    <a:gd name="connsiteX21" fmla="*/ 192691 w 207425"/>
                    <a:gd name="connsiteY21" fmla="*/ 131350 h 367379"/>
                    <a:gd name="connsiteX22" fmla="*/ 175164 w 207425"/>
                    <a:gd name="connsiteY22" fmla="*/ 103442 h 367379"/>
                    <a:gd name="connsiteX23" fmla="*/ 172878 w 207425"/>
                    <a:gd name="connsiteY23" fmla="*/ 100203 h 367379"/>
                    <a:gd name="connsiteX24" fmla="*/ 152400 w 207425"/>
                    <a:gd name="connsiteY24" fmla="*/ 82582 h 367379"/>
                    <a:gd name="connsiteX25" fmla="*/ 142398 w 207425"/>
                    <a:gd name="connsiteY25" fmla="*/ 77533 h 367379"/>
                    <a:gd name="connsiteX26" fmla="*/ 123825 w 207425"/>
                    <a:gd name="connsiteY26" fmla="*/ 69247 h 367379"/>
                    <a:gd name="connsiteX27" fmla="*/ 85248 w 207425"/>
                    <a:gd name="connsiteY27" fmla="*/ 57341 h 367379"/>
                    <a:gd name="connsiteX28" fmla="*/ 44672 w 207425"/>
                    <a:gd name="connsiteY28" fmla="*/ 41053 h 367379"/>
                    <a:gd name="connsiteX29" fmla="*/ 35242 w 207425"/>
                    <a:gd name="connsiteY29" fmla="*/ 31433 h 367379"/>
                    <a:gd name="connsiteX30" fmla="*/ 29242 w 207425"/>
                    <a:gd name="connsiteY30" fmla="*/ 28670 h 367379"/>
                    <a:gd name="connsiteX31" fmla="*/ 1238 w 207425"/>
                    <a:gd name="connsiteY31" fmla="*/ 0 h 367379"/>
                    <a:gd name="connsiteX32" fmla="*/ 0 w 207425"/>
                    <a:gd name="connsiteY32" fmla="*/ 667 h 367379"/>
                    <a:gd name="connsiteX33" fmla="*/ 23336 w 207425"/>
                    <a:gd name="connsiteY33" fmla="*/ 37052 h 367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07425" h="367379">
                      <a:moveTo>
                        <a:pt x="23336" y="37052"/>
                      </a:moveTo>
                      <a:cubicBezTo>
                        <a:pt x="35433" y="46768"/>
                        <a:pt x="50768" y="50292"/>
                        <a:pt x="63912" y="53340"/>
                      </a:cubicBezTo>
                      <a:cubicBezTo>
                        <a:pt x="77057" y="56388"/>
                        <a:pt x="89916" y="60388"/>
                        <a:pt x="102489" y="65246"/>
                      </a:cubicBezTo>
                      <a:cubicBezTo>
                        <a:pt x="108775" y="67723"/>
                        <a:pt x="114871" y="70485"/>
                        <a:pt x="121062" y="73533"/>
                      </a:cubicBezTo>
                      <a:cubicBezTo>
                        <a:pt x="124396" y="75152"/>
                        <a:pt x="127730" y="76867"/>
                        <a:pt x="131064" y="78581"/>
                      </a:cubicBezTo>
                      <a:cubicBezTo>
                        <a:pt x="150495" y="92107"/>
                        <a:pt x="166211" y="110681"/>
                        <a:pt x="175355" y="132588"/>
                      </a:cubicBezTo>
                      <a:cubicBezTo>
                        <a:pt x="178403" y="139922"/>
                        <a:pt x="180594" y="145447"/>
                        <a:pt x="182308" y="153162"/>
                      </a:cubicBezTo>
                      <a:cubicBezTo>
                        <a:pt x="185928" y="169926"/>
                        <a:pt x="188690" y="187262"/>
                        <a:pt x="182880" y="217646"/>
                      </a:cubicBezTo>
                      <a:cubicBezTo>
                        <a:pt x="175831" y="236029"/>
                        <a:pt x="165830" y="253079"/>
                        <a:pt x="154495" y="269843"/>
                      </a:cubicBezTo>
                      <a:cubicBezTo>
                        <a:pt x="148685" y="278606"/>
                        <a:pt x="142304" y="287369"/>
                        <a:pt x="136493" y="296609"/>
                      </a:cubicBezTo>
                      <a:cubicBezTo>
                        <a:pt x="130969" y="305371"/>
                        <a:pt x="124682" y="314039"/>
                        <a:pt x="118681" y="322802"/>
                      </a:cubicBezTo>
                      <a:cubicBezTo>
                        <a:pt x="112300" y="331946"/>
                        <a:pt x="106013" y="341281"/>
                        <a:pt x="99726" y="350520"/>
                      </a:cubicBezTo>
                      <a:cubicBezTo>
                        <a:pt x="103346" y="357188"/>
                        <a:pt x="105537" y="362903"/>
                        <a:pt x="106870" y="367379"/>
                      </a:cubicBezTo>
                      <a:cubicBezTo>
                        <a:pt x="115252" y="355759"/>
                        <a:pt x="123730" y="344138"/>
                        <a:pt x="132207" y="332518"/>
                      </a:cubicBezTo>
                      <a:cubicBezTo>
                        <a:pt x="138493" y="323850"/>
                        <a:pt x="144875" y="315278"/>
                        <a:pt x="151066" y="306038"/>
                      </a:cubicBezTo>
                      <a:cubicBezTo>
                        <a:pt x="156876" y="297371"/>
                        <a:pt x="163163" y="288893"/>
                        <a:pt x="169450" y="279940"/>
                      </a:cubicBezTo>
                      <a:cubicBezTo>
                        <a:pt x="182023" y="262223"/>
                        <a:pt x="193453" y="242792"/>
                        <a:pt x="201358" y="221933"/>
                      </a:cubicBezTo>
                      <a:cubicBezTo>
                        <a:pt x="203168" y="217170"/>
                        <a:pt x="204883" y="212312"/>
                        <a:pt x="206311" y="207454"/>
                      </a:cubicBezTo>
                      <a:cubicBezTo>
                        <a:pt x="208883" y="185547"/>
                        <a:pt x="206597" y="171164"/>
                        <a:pt x="203549" y="157258"/>
                      </a:cubicBezTo>
                      <a:cubicBezTo>
                        <a:pt x="202216" y="151257"/>
                        <a:pt x="200596" y="146685"/>
                        <a:pt x="198596" y="141446"/>
                      </a:cubicBezTo>
                      <a:cubicBezTo>
                        <a:pt x="198501" y="143637"/>
                        <a:pt x="198405" y="145923"/>
                        <a:pt x="198215" y="148114"/>
                      </a:cubicBezTo>
                      <a:cubicBezTo>
                        <a:pt x="196691" y="142399"/>
                        <a:pt x="194976" y="136779"/>
                        <a:pt x="192691" y="131350"/>
                      </a:cubicBezTo>
                      <a:cubicBezTo>
                        <a:pt x="188404" y="121158"/>
                        <a:pt x="182403" y="111728"/>
                        <a:pt x="175164" y="103442"/>
                      </a:cubicBezTo>
                      <a:cubicBezTo>
                        <a:pt x="174498" y="102299"/>
                        <a:pt x="173641" y="101346"/>
                        <a:pt x="172878" y="100203"/>
                      </a:cubicBezTo>
                      <a:cubicBezTo>
                        <a:pt x="166688" y="93631"/>
                        <a:pt x="159829" y="87725"/>
                        <a:pt x="152400" y="82582"/>
                      </a:cubicBezTo>
                      <a:cubicBezTo>
                        <a:pt x="149066" y="80867"/>
                        <a:pt x="145732" y="79153"/>
                        <a:pt x="142398" y="77533"/>
                      </a:cubicBezTo>
                      <a:cubicBezTo>
                        <a:pt x="136207" y="74486"/>
                        <a:pt x="130111" y="71723"/>
                        <a:pt x="123825" y="69247"/>
                      </a:cubicBezTo>
                      <a:cubicBezTo>
                        <a:pt x="111347" y="64389"/>
                        <a:pt x="98488" y="60388"/>
                        <a:pt x="85248" y="57341"/>
                      </a:cubicBezTo>
                      <a:cubicBezTo>
                        <a:pt x="72104" y="54197"/>
                        <a:pt x="56673" y="50768"/>
                        <a:pt x="44672" y="41053"/>
                      </a:cubicBezTo>
                      <a:cubicBezTo>
                        <a:pt x="41053" y="38100"/>
                        <a:pt x="38005" y="34862"/>
                        <a:pt x="35242" y="31433"/>
                      </a:cubicBezTo>
                      <a:cubicBezTo>
                        <a:pt x="33242" y="30575"/>
                        <a:pt x="31146" y="29718"/>
                        <a:pt x="29242" y="28670"/>
                      </a:cubicBezTo>
                      <a:cubicBezTo>
                        <a:pt x="18192" y="22479"/>
                        <a:pt x="9810" y="11049"/>
                        <a:pt x="1238" y="0"/>
                      </a:cubicBezTo>
                      <a:lnTo>
                        <a:pt x="0" y="667"/>
                      </a:lnTo>
                      <a:cubicBezTo>
                        <a:pt x="4763" y="13907"/>
                        <a:pt x="11144" y="27337"/>
                        <a:pt x="23336" y="37052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77" name="Forme libre : forme 9476">
                  <a:extLst>
                    <a:ext uri="{FF2B5EF4-FFF2-40B4-BE49-F238E27FC236}">
                      <a16:creationId xmlns:a16="http://schemas.microsoft.com/office/drawing/2014/main" id="{83A44C89-7A66-4718-A707-8D717A372329}"/>
                    </a:ext>
                  </a:extLst>
                </p:cNvPr>
                <p:cNvSpPr/>
                <p:nvPr/>
              </p:nvSpPr>
              <p:spPr>
                <a:xfrm>
                  <a:off x="7809646" y="1510760"/>
                  <a:ext cx="85058" cy="173069"/>
                </a:xfrm>
                <a:custGeom>
                  <a:avLst/>
                  <a:gdLst>
                    <a:gd name="connsiteX0" fmla="*/ 43434 w 85058"/>
                    <a:gd name="connsiteY0" fmla="*/ 69342 h 173069"/>
                    <a:gd name="connsiteX1" fmla="*/ 49149 w 85058"/>
                    <a:gd name="connsiteY1" fmla="*/ 73438 h 173069"/>
                    <a:gd name="connsiteX2" fmla="*/ 52007 w 85058"/>
                    <a:gd name="connsiteY2" fmla="*/ 75343 h 173069"/>
                    <a:gd name="connsiteX3" fmla="*/ 53912 w 85058"/>
                    <a:gd name="connsiteY3" fmla="*/ 76771 h 173069"/>
                    <a:gd name="connsiteX4" fmla="*/ 59817 w 85058"/>
                    <a:gd name="connsiteY4" fmla="*/ 85439 h 173069"/>
                    <a:gd name="connsiteX5" fmla="*/ 62579 w 85058"/>
                    <a:gd name="connsiteY5" fmla="*/ 136588 h 173069"/>
                    <a:gd name="connsiteX6" fmla="*/ 63055 w 85058"/>
                    <a:gd name="connsiteY6" fmla="*/ 146018 h 173069"/>
                    <a:gd name="connsiteX7" fmla="*/ 69342 w 85058"/>
                    <a:gd name="connsiteY7" fmla="*/ 168592 h 173069"/>
                    <a:gd name="connsiteX8" fmla="*/ 79439 w 85058"/>
                    <a:gd name="connsiteY8" fmla="*/ 171069 h 173069"/>
                    <a:gd name="connsiteX9" fmla="*/ 85058 w 85058"/>
                    <a:gd name="connsiteY9" fmla="*/ 173069 h 173069"/>
                    <a:gd name="connsiteX10" fmla="*/ 72580 w 85058"/>
                    <a:gd name="connsiteY10" fmla="*/ 112681 h 173069"/>
                    <a:gd name="connsiteX11" fmla="*/ 72485 w 85058"/>
                    <a:gd name="connsiteY11" fmla="*/ 112585 h 173069"/>
                    <a:gd name="connsiteX12" fmla="*/ 72866 w 85058"/>
                    <a:gd name="connsiteY12" fmla="*/ 95917 h 173069"/>
                    <a:gd name="connsiteX13" fmla="*/ 74486 w 85058"/>
                    <a:gd name="connsiteY13" fmla="*/ 80582 h 173069"/>
                    <a:gd name="connsiteX14" fmla="*/ 73152 w 85058"/>
                    <a:gd name="connsiteY14" fmla="*/ 79534 h 173069"/>
                    <a:gd name="connsiteX15" fmla="*/ 70295 w 85058"/>
                    <a:gd name="connsiteY15" fmla="*/ 77629 h 173069"/>
                    <a:gd name="connsiteX16" fmla="*/ 64580 w 85058"/>
                    <a:gd name="connsiteY16" fmla="*/ 73533 h 173069"/>
                    <a:gd name="connsiteX17" fmla="*/ 44672 w 85058"/>
                    <a:gd name="connsiteY17" fmla="*/ 54197 h 173069"/>
                    <a:gd name="connsiteX18" fmla="*/ 35814 w 85058"/>
                    <a:gd name="connsiteY18" fmla="*/ 42100 h 173069"/>
                    <a:gd name="connsiteX19" fmla="*/ 34195 w 85058"/>
                    <a:gd name="connsiteY19" fmla="*/ 40481 h 173069"/>
                    <a:gd name="connsiteX20" fmla="*/ 1334 w 85058"/>
                    <a:gd name="connsiteY20" fmla="*/ 0 h 173069"/>
                    <a:gd name="connsiteX21" fmla="*/ 0 w 85058"/>
                    <a:gd name="connsiteY21" fmla="*/ 381 h 173069"/>
                    <a:gd name="connsiteX22" fmla="*/ 23622 w 85058"/>
                    <a:gd name="connsiteY22" fmla="*/ 50006 h 173069"/>
                    <a:gd name="connsiteX23" fmla="*/ 43434 w 85058"/>
                    <a:gd name="connsiteY23" fmla="*/ 69342 h 173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5058" h="173069">
                      <a:moveTo>
                        <a:pt x="43434" y="69342"/>
                      </a:moveTo>
                      <a:cubicBezTo>
                        <a:pt x="45339" y="70675"/>
                        <a:pt x="47149" y="72104"/>
                        <a:pt x="49149" y="73438"/>
                      </a:cubicBezTo>
                      <a:lnTo>
                        <a:pt x="52007" y="75343"/>
                      </a:lnTo>
                      <a:lnTo>
                        <a:pt x="53912" y="76771"/>
                      </a:lnTo>
                      <a:cubicBezTo>
                        <a:pt x="56293" y="78962"/>
                        <a:pt x="58388" y="81915"/>
                        <a:pt x="59817" y="85439"/>
                      </a:cubicBezTo>
                      <a:cubicBezTo>
                        <a:pt x="65247" y="100298"/>
                        <a:pt x="63055" y="118682"/>
                        <a:pt x="62579" y="136588"/>
                      </a:cubicBezTo>
                      <a:cubicBezTo>
                        <a:pt x="62484" y="139541"/>
                        <a:pt x="62675" y="142780"/>
                        <a:pt x="63055" y="146018"/>
                      </a:cubicBezTo>
                      <a:cubicBezTo>
                        <a:pt x="63913" y="153638"/>
                        <a:pt x="66580" y="161734"/>
                        <a:pt x="69342" y="168592"/>
                      </a:cubicBezTo>
                      <a:cubicBezTo>
                        <a:pt x="72676" y="169450"/>
                        <a:pt x="76105" y="170117"/>
                        <a:pt x="79439" y="171069"/>
                      </a:cubicBezTo>
                      <a:cubicBezTo>
                        <a:pt x="81344" y="171641"/>
                        <a:pt x="83154" y="172403"/>
                        <a:pt x="85058" y="173069"/>
                      </a:cubicBezTo>
                      <a:cubicBezTo>
                        <a:pt x="73819" y="158972"/>
                        <a:pt x="68485" y="148780"/>
                        <a:pt x="72580" y="112681"/>
                      </a:cubicBezTo>
                      <a:lnTo>
                        <a:pt x="72485" y="112585"/>
                      </a:lnTo>
                      <a:cubicBezTo>
                        <a:pt x="72962" y="107156"/>
                        <a:pt x="73247" y="101537"/>
                        <a:pt x="72866" y="95917"/>
                      </a:cubicBezTo>
                      <a:cubicBezTo>
                        <a:pt x="73533" y="90773"/>
                        <a:pt x="74009" y="85725"/>
                        <a:pt x="74486" y="80582"/>
                      </a:cubicBezTo>
                      <a:lnTo>
                        <a:pt x="73152" y="79534"/>
                      </a:lnTo>
                      <a:lnTo>
                        <a:pt x="70295" y="77629"/>
                      </a:lnTo>
                      <a:cubicBezTo>
                        <a:pt x="68295" y="76295"/>
                        <a:pt x="66485" y="74867"/>
                        <a:pt x="64580" y="73533"/>
                      </a:cubicBezTo>
                      <a:cubicBezTo>
                        <a:pt x="57245" y="67723"/>
                        <a:pt x="50482" y="61436"/>
                        <a:pt x="44672" y="54197"/>
                      </a:cubicBezTo>
                      <a:cubicBezTo>
                        <a:pt x="41624" y="50292"/>
                        <a:pt x="38576" y="46292"/>
                        <a:pt x="35814" y="42100"/>
                      </a:cubicBezTo>
                      <a:cubicBezTo>
                        <a:pt x="35243" y="41529"/>
                        <a:pt x="34766" y="41053"/>
                        <a:pt x="34195" y="40481"/>
                      </a:cubicBezTo>
                      <a:cubicBezTo>
                        <a:pt x="22098" y="28194"/>
                        <a:pt x="10668" y="15335"/>
                        <a:pt x="1334" y="0"/>
                      </a:cubicBezTo>
                      <a:lnTo>
                        <a:pt x="0" y="381"/>
                      </a:lnTo>
                      <a:cubicBezTo>
                        <a:pt x="2000" y="19050"/>
                        <a:pt x="12192" y="35719"/>
                        <a:pt x="23622" y="50006"/>
                      </a:cubicBezTo>
                      <a:cubicBezTo>
                        <a:pt x="29337" y="57150"/>
                        <a:pt x="36100" y="63532"/>
                        <a:pt x="43434" y="69342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78" name="Forme libre : forme 9477">
                  <a:extLst>
                    <a:ext uri="{FF2B5EF4-FFF2-40B4-BE49-F238E27FC236}">
                      <a16:creationId xmlns:a16="http://schemas.microsoft.com/office/drawing/2014/main" id="{D261E80E-6F33-400C-8ADB-FF5B58F52BF1}"/>
                    </a:ext>
                  </a:extLst>
                </p:cNvPr>
                <p:cNvSpPr/>
                <p:nvPr/>
              </p:nvSpPr>
              <p:spPr>
                <a:xfrm>
                  <a:off x="7201189" y="1903761"/>
                  <a:ext cx="199739" cy="135064"/>
                </a:xfrm>
                <a:custGeom>
                  <a:avLst/>
                  <a:gdLst>
                    <a:gd name="connsiteX0" fmla="*/ 167926 w 199739"/>
                    <a:gd name="connsiteY0" fmla="*/ 105251 h 135064"/>
                    <a:gd name="connsiteX1" fmla="*/ 181070 w 199739"/>
                    <a:gd name="connsiteY1" fmla="*/ 121063 h 135064"/>
                    <a:gd name="connsiteX2" fmla="*/ 41243 w 199739"/>
                    <a:gd name="connsiteY2" fmla="*/ 124111 h 135064"/>
                    <a:gd name="connsiteX3" fmla="*/ 4001 w 199739"/>
                    <a:gd name="connsiteY3" fmla="*/ 130302 h 135064"/>
                    <a:gd name="connsiteX4" fmla="*/ 22098 w 199739"/>
                    <a:gd name="connsiteY4" fmla="*/ 135065 h 135064"/>
                    <a:gd name="connsiteX5" fmla="*/ 62389 w 199739"/>
                    <a:gd name="connsiteY5" fmla="*/ 128302 h 135064"/>
                    <a:gd name="connsiteX6" fmla="*/ 199740 w 199739"/>
                    <a:gd name="connsiteY6" fmla="*/ 124873 h 135064"/>
                    <a:gd name="connsiteX7" fmla="*/ 190691 w 199739"/>
                    <a:gd name="connsiteY7" fmla="*/ 115443 h 135064"/>
                    <a:gd name="connsiteX8" fmla="*/ 175832 w 199739"/>
                    <a:gd name="connsiteY8" fmla="*/ 98774 h 135064"/>
                    <a:gd name="connsiteX9" fmla="*/ 168116 w 199739"/>
                    <a:gd name="connsiteY9" fmla="*/ 90392 h 135064"/>
                    <a:gd name="connsiteX10" fmla="*/ 168212 w 199739"/>
                    <a:gd name="connsiteY10" fmla="*/ 90202 h 135064"/>
                    <a:gd name="connsiteX11" fmla="*/ 165354 w 199739"/>
                    <a:gd name="connsiteY11" fmla="*/ 87440 h 135064"/>
                    <a:gd name="connsiteX12" fmla="*/ 160211 w 199739"/>
                    <a:gd name="connsiteY12" fmla="*/ 81915 h 135064"/>
                    <a:gd name="connsiteX13" fmla="*/ 158211 w 199739"/>
                    <a:gd name="connsiteY13" fmla="*/ 80105 h 135064"/>
                    <a:gd name="connsiteX14" fmla="*/ 151448 w 199739"/>
                    <a:gd name="connsiteY14" fmla="*/ 72771 h 135064"/>
                    <a:gd name="connsiteX15" fmla="*/ 148209 w 199739"/>
                    <a:gd name="connsiteY15" fmla="*/ 68961 h 135064"/>
                    <a:gd name="connsiteX16" fmla="*/ 125635 w 199739"/>
                    <a:gd name="connsiteY16" fmla="*/ 52292 h 135064"/>
                    <a:gd name="connsiteX17" fmla="*/ 127159 w 199739"/>
                    <a:gd name="connsiteY17" fmla="*/ 54674 h 135064"/>
                    <a:gd name="connsiteX18" fmla="*/ 85630 w 199739"/>
                    <a:gd name="connsiteY18" fmla="*/ 29908 h 135064"/>
                    <a:gd name="connsiteX19" fmla="*/ 73819 w 199739"/>
                    <a:gd name="connsiteY19" fmla="*/ 24479 h 135064"/>
                    <a:gd name="connsiteX20" fmla="*/ 21146 w 199739"/>
                    <a:gd name="connsiteY20" fmla="*/ 6001 h 135064"/>
                    <a:gd name="connsiteX21" fmla="*/ 21336 w 199739"/>
                    <a:gd name="connsiteY21" fmla="*/ 5144 h 135064"/>
                    <a:gd name="connsiteX22" fmla="*/ 381 w 199739"/>
                    <a:gd name="connsiteY22" fmla="*/ 0 h 135064"/>
                    <a:gd name="connsiteX23" fmla="*/ 0 w 199739"/>
                    <a:gd name="connsiteY23" fmla="*/ 1905 h 135064"/>
                    <a:gd name="connsiteX24" fmla="*/ 153448 w 199739"/>
                    <a:gd name="connsiteY24" fmla="*/ 88678 h 135064"/>
                    <a:gd name="connsiteX25" fmla="*/ 167926 w 199739"/>
                    <a:gd name="connsiteY25" fmla="*/ 105251 h 135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99739" h="135064">
                      <a:moveTo>
                        <a:pt x="167926" y="105251"/>
                      </a:moveTo>
                      <a:cubicBezTo>
                        <a:pt x="172308" y="110490"/>
                        <a:pt x="176499" y="115919"/>
                        <a:pt x="181070" y="121063"/>
                      </a:cubicBezTo>
                      <a:cubicBezTo>
                        <a:pt x="118586" y="109538"/>
                        <a:pt x="54007" y="121539"/>
                        <a:pt x="41243" y="124111"/>
                      </a:cubicBezTo>
                      <a:cubicBezTo>
                        <a:pt x="28766" y="125921"/>
                        <a:pt x="16383" y="128016"/>
                        <a:pt x="4001" y="130302"/>
                      </a:cubicBezTo>
                      <a:cubicBezTo>
                        <a:pt x="9811" y="132683"/>
                        <a:pt x="16002" y="134303"/>
                        <a:pt x="22098" y="135065"/>
                      </a:cubicBezTo>
                      <a:cubicBezTo>
                        <a:pt x="35433" y="132588"/>
                        <a:pt x="48863" y="130302"/>
                        <a:pt x="62389" y="128302"/>
                      </a:cubicBezTo>
                      <a:cubicBezTo>
                        <a:pt x="74962" y="125730"/>
                        <a:pt x="138017" y="114110"/>
                        <a:pt x="199740" y="124873"/>
                      </a:cubicBezTo>
                      <a:cubicBezTo>
                        <a:pt x="196691" y="121729"/>
                        <a:pt x="193643" y="118682"/>
                        <a:pt x="190691" y="115443"/>
                      </a:cubicBezTo>
                      <a:cubicBezTo>
                        <a:pt x="185547" y="110109"/>
                        <a:pt x="180785" y="104299"/>
                        <a:pt x="175832" y="98774"/>
                      </a:cubicBezTo>
                      <a:cubicBezTo>
                        <a:pt x="173355" y="96012"/>
                        <a:pt x="170688" y="93250"/>
                        <a:pt x="168116" y="90392"/>
                      </a:cubicBezTo>
                      <a:lnTo>
                        <a:pt x="168212" y="90202"/>
                      </a:lnTo>
                      <a:lnTo>
                        <a:pt x="165354" y="87440"/>
                      </a:lnTo>
                      <a:cubicBezTo>
                        <a:pt x="163639" y="85630"/>
                        <a:pt x="162020" y="83725"/>
                        <a:pt x="160211" y="81915"/>
                      </a:cubicBezTo>
                      <a:cubicBezTo>
                        <a:pt x="159544" y="81248"/>
                        <a:pt x="158877" y="80772"/>
                        <a:pt x="158211" y="80105"/>
                      </a:cubicBezTo>
                      <a:cubicBezTo>
                        <a:pt x="155924" y="77724"/>
                        <a:pt x="153638" y="75248"/>
                        <a:pt x="151448" y="72771"/>
                      </a:cubicBezTo>
                      <a:cubicBezTo>
                        <a:pt x="150305" y="71533"/>
                        <a:pt x="149257" y="70199"/>
                        <a:pt x="148209" y="68961"/>
                      </a:cubicBezTo>
                      <a:cubicBezTo>
                        <a:pt x="140970" y="63056"/>
                        <a:pt x="133445" y="57531"/>
                        <a:pt x="125635" y="52292"/>
                      </a:cubicBezTo>
                      <a:cubicBezTo>
                        <a:pt x="126111" y="53054"/>
                        <a:pt x="126588" y="53912"/>
                        <a:pt x="127159" y="54674"/>
                      </a:cubicBezTo>
                      <a:cubicBezTo>
                        <a:pt x="113919" y="45339"/>
                        <a:pt x="100108" y="37052"/>
                        <a:pt x="85630" y="29908"/>
                      </a:cubicBezTo>
                      <a:cubicBezTo>
                        <a:pt x="81725" y="28004"/>
                        <a:pt x="77724" y="26289"/>
                        <a:pt x="73819" y="24479"/>
                      </a:cubicBezTo>
                      <a:cubicBezTo>
                        <a:pt x="56674" y="17050"/>
                        <a:pt x="39053" y="10858"/>
                        <a:pt x="21146" y="6001"/>
                      </a:cubicBezTo>
                      <a:lnTo>
                        <a:pt x="21336" y="5144"/>
                      </a:lnTo>
                      <a:cubicBezTo>
                        <a:pt x="14383" y="3239"/>
                        <a:pt x="7430" y="1429"/>
                        <a:pt x="381" y="0"/>
                      </a:cubicBezTo>
                      <a:lnTo>
                        <a:pt x="0" y="1905"/>
                      </a:lnTo>
                      <a:cubicBezTo>
                        <a:pt x="57531" y="17336"/>
                        <a:pt x="112681" y="45911"/>
                        <a:pt x="153448" y="88678"/>
                      </a:cubicBezTo>
                      <a:cubicBezTo>
                        <a:pt x="158401" y="94012"/>
                        <a:pt x="163068" y="99536"/>
                        <a:pt x="167926" y="105251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79" name="Forme libre : forme 9478">
                  <a:extLst>
                    <a:ext uri="{FF2B5EF4-FFF2-40B4-BE49-F238E27FC236}">
                      <a16:creationId xmlns:a16="http://schemas.microsoft.com/office/drawing/2014/main" id="{251706E0-D938-4530-B1AB-FB2FFACEA2B6}"/>
                    </a:ext>
                  </a:extLst>
                </p:cNvPr>
                <p:cNvSpPr/>
                <p:nvPr/>
              </p:nvSpPr>
              <p:spPr>
                <a:xfrm>
                  <a:off x="7523896" y="1821846"/>
                  <a:ext cx="121443" cy="8286"/>
                </a:xfrm>
                <a:custGeom>
                  <a:avLst/>
                  <a:gdLst>
                    <a:gd name="connsiteX0" fmla="*/ 36766 w 121443"/>
                    <a:gd name="connsiteY0" fmla="*/ 5239 h 8286"/>
                    <a:gd name="connsiteX1" fmla="*/ 120491 w 121443"/>
                    <a:gd name="connsiteY1" fmla="*/ 8096 h 8286"/>
                    <a:gd name="connsiteX2" fmla="*/ 121444 w 121443"/>
                    <a:gd name="connsiteY2" fmla="*/ 8287 h 8286"/>
                    <a:gd name="connsiteX3" fmla="*/ 99441 w 121443"/>
                    <a:gd name="connsiteY3" fmla="*/ 3905 h 8286"/>
                    <a:gd name="connsiteX4" fmla="*/ 15716 w 121443"/>
                    <a:gd name="connsiteY4" fmla="*/ 1048 h 8286"/>
                    <a:gd name="connsiteX5" fmla="*/ 0 w 121443"/>
                    <a:gd name="connsiteY5" fmla="*/ 0 h 8286"/>
                    <a:gd name="connsiteX6" fmla="*/ 36766 w 121443"/>
                    <a:gd name="connsiteY6" fmla="*/ 5239 h 8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1443" h="8286">
                      <a:moveTo>
                        <a:pt x="36766" y="5239"/>
                      </a:moveTo>
                      <a:cubicBezTo>
                        <a:pt x="64484" y="5429"/>
                        <a:pt x="92202" y="4763"/>
                        <a:pt x="120491" y="8096"/>
                      </a:cubicBezTo>
                      <a:cubicBezTo>
                        <a:pt x="120777" y="8096"/>
                        <a:pt x="121063" y="8192"/>
                        <a:pt x="121444" y="8287"/>
                      </a:cubicBezTo>
                      <a:cubicBezTo>
                        <a:pt x="114110" y="6382"/>
                        <a:pt x="106775" y="4763"/>
                        <a:pt x="99441" y="3905"/>
                      </a:cubicBezTo>
                      <a:cubicBezTo>
                        <a:pt x="71152" y="571"/>
                        <a:pt x="43434" y="1143"/>
                        <a:pt x="15716" y="1048"/>
                      </a:cubicBezTo>
                      <a:cubicBezTo>
                        <a:pt x="10478" y="1048"/>
                        <a:pt x="5239" y="667"/>
                        <a:pt x="0" y="0"/>
                      </a:cubicBezTo>
                      <a:cubicBezTo>
                        <a:pt x="12002" y="3429"/>
                        <a:pt x="24384" y="5334"/>
                        <a:pt x="36766" y="523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80" name="Forme libre : forme 9479">
                  <a:extLst>
                    <a:ext uri="{FF2B5EF4-FFF2-40B4-BE49-F238E27FC236}">
                      <a16:creationId xmlns:a16="http://schemas.microsoft.com/office/drawing/2014/main" id="{C8264F7F-AB05-46A2-B17A-E5F09B3D5949}"/>
                    </a:ext>
                  </a:extLst>
                </p:cNvPr>
                <p:cNvSpPr/>
                <p:nvPr/>
              </p:nvSpPr>
              <p:spPr>
                <a:xfrm>
                  <a:off x="7290725" y="1815750"/>
                  <a:ext cx="43053" cy="136588"/>
                </a:xfrm>
                <a:custGeom>
                  <a:avLst/>
                  <a:gdLst>
                    <a:gd name="connsiteX0" fmla="*/ 12573 w 43053"/>
                    <a:gd name="connsiteY0" fmla="*/ 73819 h 136588"/>
                    <a:gd name="connsiteX1" fmla="*/ 15811 w 43053"/>
                    <a:gd name="connsiteY1" fmla="*/ 99822 h 136588"/>
                    <a:gd name="connsiteX2" fmla="*/ 28956 w 43053"/>
                    <a:gd name="connsiteY2" fmla="*/ 128397 h 136588"/>
                    <a:gd name="connsiteX3" fmla="*/ 43053 w 43053"/>
                    <a:gd name="connsiteY3" fmla="*/ 136588 h 136588"/>
                    <a:gd name="connsiteX4" fmla="*/ 21907 w 43053"/>
                    <a:gd name="connsiteY4" fmla="*/ 97726 h 136588"/>
                    <a:gd name="connsiteX5" fmla="*/ 17526 w 43053"/>
                    <a:gd name="connsiteY5" fmla="*/ 73628 h 136588"/>
                    <a:gd name="connsiteX6" fmla="*/ 16002 w 43053"/>
                    <a:gd name="connsiteY6" fmla="*/ 48101 h 136588"/>
                    <a:gd name="connsiteX7" fmla="*/ 0 w 43053"/>
                    <a:gd name="connsiteY7" fmla="*/ 0 h 136588"/>
                    <a:gd name="connsiteX8" fmla="*/ 12668 w 43053"/>
                    <a:gd name="connsiteY8" fmla="*/ 48292 h 136588"/>
                    <a:gd name="connsiteX9" fmla="*/ 12573 w 43053"/>
                    <a:gd name="connsiteY9" fmla="*/ 73819 h 136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053" h="136588">
                      <a:moveTo>
                        <a:pt x="12573" y="73819"/>
                      </a:moveTo>
                      <a:cubicBezTo>
                        <a:pt x="12573" y="82296"/>
                        <a:pt x="12763" y="91345"/>
                        <a:pt x="15811" y="99822"/>
                      </a:cubicBezTo>
                      <a:cubicBezTo>
                        <a:pt x="19145" y="109823"/>
                        <a:pt x="23717" y="119253"/>
                        <a:pt x="28956" y="128397"/>
                      </a:cubicBezTo>
                      <a:cubicBezTo>
                        <a:pt x="33718" y="130969"/>
                        <a:pt x="38481" y="133731"/>
                        <a:pt x="43053" y="136588"/>
                      </a:cubicBezTo>
                      <a:cubicBezTo>
                        <a:pt x="34576" y="124396"/>
                        <a:pt x="26956" y="111538"/>
                        <a:pt x="21907" y="97726"/>
                      </a:cubicBezTo>
                      <a:cubicBezTo>
                        <a:pt x="18859" y="90297"/>
                        <a:pt x="18002" y="82105"/>
                        <a:pt x="17526" y="73628"/>
                      </a:cubicBezTo>
                      <a:cubicBezTo>
                        <a:pt x="16954" y="65246"/>
                        <a:pt x="16764" y="56674"/>
                        <a:pt x="16002" y="48101"/>
                      </a:cubicBezTo>
                      <a:cubicBezTo>
                        <a:pt x="14573" y="31147"/>
                        <a:pt x="10573" y="13621"/>
                        <a:pt x="0" y="0"/>
                      </a:cubicBezTo>
                      <a:cubicBezTo>
                        <a:pt x="9620" y="14288"/>
                        <a:pt x="12382" y="31528"/>
                        <a:pt x="12668" y="48292"/>
                      </a:cubicBezTo>
                      <a:cubicBezTo>
                        <a:pt x="12859" y="56864"/>
                        <a:pt x="12573" y="65246"/>
                        <a:pt x="12573" y="7381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81" name="Forme libre : forme 9480">
                  <a:extLst>
                    <a:ext uri="{FF2B5EF4-FFF2-40B4-BE49-F238E27FC236}">
                      <a16:creationId xmlns:a16="http://schemas.microsoft.com/office/drawing/2014/main" id="{3478CFE4-2F84-45F9-81F8-98319C147D6B}"/>
                    </a:ext>
                  </a:extLst>
                </p:cNvPr>
                <p:cNvSpPr/>
                <p:nvPr/>
              </p:nvSpPr>
              <p:spPr>
                <a:xfrm>
                  <a:off x="7874131" y="1515332"/>
                  <a:ext cx="10763" cy="59531"/>
                </a:xfrm>
                <a:custGeom>
                  <a:avLst/>
                  <a:gdLst>
                    <a:gd name="connsiteX0" fmla="*/ 5619 w 10763"/>
                    <a:gd name="connsiteY0" fmla="*/ 46292 h 59531"/>
                    <a:gd name="connsiteX1" fmla="*/ 5048 w 10763"/>
                    <a:gd name="connsiteY1" fmla="*/ 54197 h 59531"/>
                    <a:gd name="connsiteX2" fmla="*/ 9144 w 10763"/>
                    <a:gd name="connsiteY2" fmla="*/ 58103 h 59531"/>
                    <a:gd name="connsiteX3" fmla="*/ 10763 w 10763"/>
                    <a:gd name="connsiteY3" fmla="*/ 59531 h 59531"/>
                    <a:gd name="connsiteX4" fmla="*/ 10477 w 10763"/>
                    <a:gd name="connsiteY4" fmla="*/ 46292 h 59531"/>
                    <a:gd name="connsiteX5" fmla="*/ 7429 w 10763"/>
                    <a:gd name="connsiteY5" fmla="*/ 22574 h 59531"/>
                    <a:gd name="connsiteX6" fmla="*/ 0 w 10763"/>
                    <a:gd name="connsiteY6" fmla="*/ 0 h 59531"/>
                    <a:gd name="connsiteX7" fmla="*/ 5143 w 10763"/>
                    <a:gd name="connsiteY7" fmla="*/ 22955 h 59531"/>
                    <a:gd name="connsiteX8" fmla="*/ 5619 w 10763"/>
                    <a:gd name="connsiteY8" fmla="*/ 46292 h 59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763" h="59531">
                      <a:moveTo>
                        <a:pt x="5619" y="46292"/>
                      </a:moveTo>
                      <a:cubicBezTo>
                        <a:pt x="5525" y="48958"/>
                        <a:pt x="5334" y="51530"/>
                        <a:pt x="5048" y="54197"/>
                      </a:cubicBezTo>
                      <a:cubicBezTo>
                        <a:pt x="6382" y="55531"/>
                        <a:pt x="7715" y="56864"/>
                        <a:pt x="9144" y="58103"/>
                      </a:cubicBezTo>
                      <a:cubicBezTo>
                        <a:pt x="9716" y="58579"/>
                        <a:pt x="10192" y="59055"/>
                        <a:pt x="10763" y="59531"/>
                      </a:cubicBezTo>
                      <a:cubicBezTo>
                        <a:pt x="10763" y="55150"/>
                        <a:pt x="10763" y="50673"/>
                        <a:pt x="10477" y="46292"/>
                      </a:cubicBezTo>
                      <a:cubicBezTo>
                        <a:pt x="10001" y="38291"/>
                        <a:pt x="9049" y="30385"/>
                        <a:pt x="7429" y="22574"/>
                      </a:cubicBezTo>
                      <a:cubicBezTo>
                        <a:pt x="5715" y="14764"/>
                        <a:pt x="3524" y="7049"/>
                        <a:pt x="0" y="0"/>
                      </a:cubicBezTo>
                      <a:cubicBezTo>
                        <a:pt x="2857" y="7334"/>
                        <a:pt x="4191" y="15145"/>
                        <a:pt x="5143" y="22955"/>
                      </a:cubicBezTo>
                      <a:cubicBezTo>
                        <a:pt x="5810" y="30671"/>
                        <a:pt x="5905" y="38481"/>
                        <a:pt x="5619" y="46292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82" name="Forme libre : forme 9481">
                  <a:extLst>
                    <a:ext uri="{FF2B5EF4-FFF2-40B4-BE49-F238E27FC236}">
                      <a16:creationId xmlns:a16="http://schemas.microsoft.com/office/drawing/2014/main" id="{69BF4E9E-5C51-498C-9433-FF7D07DF7DDF}"/>
                    </a:ext>
                  </a:extLst>
                </p:cNvPr>
                <p:cNvSpPr/>
                <p:nvPr/>
              </p:nvSpPr>
              <p:spPr>
                <a:xfrm>
                  <a:off x="7404358" y="1742122"/>
                  <a:ext cx="124111" cy="90297"/>
                </a:xfrm>
                <a:custGeom>
                  <a:avLst/>
                  <a:gdLst>
                    <a:gd name="connsiteX0" fmla="*/ 55626 w 124111"/>
                    <a:gd name="connsiteY0" fmla="*/ 62865 h 90297"/>
                    <a:gd name="connsiteX1" fmla="*/ 124111 w 124111"/>
                    <a:gd name="connsiteY1" fmla="*/ 90297 h 90297"/>
                    <a:gd name="connsiteX2" fmla="*/ 78581 w 124111"/>
                    <a:gd name="connsiteY2" fmla="*/ 68294 h 90297"/>
                    <a:gd name="connsiteX3" fmla="*/ 59150 w 124111"/>
                    <a:gd name="connsiteY3" fmla="*/ 57722 h 90297"/>
                    <a:gd name="connsiteX4" fmla="*/ 1619 w 124111"/>
                    <a:gd name="connsiteY4" fmla="*/ 0 h 90297"/>
                    <a:gd name="connsiteX5" fmla="*/ 0 w 124111"/>
                    <a:gd name="connsiteY5" fmla="*/ 953 h 90297"/>
                    <a:gd name="connsiteX6" fmla="*/ 55626 w 124111"/>
                    <a:gd name="connsiteY6" fmla="*/ 62865 h 9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4111" h="90297">
                      <a:moveTo>
                        <a:pt x="55626" y="62865"/>
                      </a:moveTo>
                      <a:cubicBezTo>
                        <a:pt x="75438" y="77343"/>
                        <a:pt x="99250" y="87440"/>
                        <a:pt x="124111" y="90297"/>
                      </a:cubicBezTo>
                      <a:cubicBezTo>
                        <a:pt x="107728" y="85630"/>
                        <a:pt x="92297" y="78010"/>
                        <a:pt x="78581" y="68294"/>
                      </a:cubicBezTo>
                      <a:cubicBezTo>
                        <a:pt x="71914" y="65246"/>
                        <a:pt x="65341" y="61722"/>
                        <a:pt x="59150" y="57722"/>
                      </a:cubicBezTo>
                      <a:cubicBezTo>
                        <a:pt x="36386" y="42958"/>
                        <a:pt x="16669" y="22955"/>
                        <a:pt x="1619" y="0"/>
                      </a:cubicBezTo>
                      <a:lnTo>
                        <a:pt x="0" y="953"/>
                      </a:lnTo>
                      <a:cubicBezTo>
                        <a:pt x="14002" y="24956"/>
                        <a:pt x="32861" y="46196"/>
                        <a:pt x="55626" y="62865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83" name="Forme libre : forme 9482">
                  <a:extLst>
                    <a:ext uri="{FF2B5EF4-FFF2-40B4-BE49-F238E27FC236}">
                      <a16:creationId xmlns:a16="http://schemas.microsoft.com/office/drawing/2014/main" id="{BBAE0F2A-3240-4F86-B680-C5E34C3E2668}"/>
                    </a:ext>
                  </a:extLst>
                </p:cNvPr>
                <p:cNvSpPr/>
                <p:nvPr/>
              </p:nvSpPr>
              <p:spPr>
                <a:xfrm>
                  <a:off x="7845937" y="1672304"/>
                  <a:ext cx="8668" cy="2000"/>
                </a:xfrm>
                <a:custGeom>
                  <a:avLst/>
                  <a:gdLst>
                    <a:gd name="connsiteX0" fmla="*/ 0 w 8668"/>
                    <a:gd name="connsiteY0" fmla="*/ 0 h 2000"/>
                    <a:gd name="connsiteX1" fmla="*/ 8668 w 8668"/>
                    <a:gd name="connsiteY1" fmla="*/ 2000 h 2000"/>
                    <a:gd name="connsiteX2" fmla="*/ 1143 w 8668"/>
                    <a:gd name="connsiteY2" fmla="*/ 190 h 2000"/>
                    <a:gd name="connsiteX3" fmla="*/ 0 w 8668"/>
                    <a:gd name="connsiteY3" fmla="*/ 0 h 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68" h="2000">
                      <a:moveTo>
                        <a:pt x="0" y="0"/>
                      </a:moveTo>
                      <a:cubicBezTo>
                        <a:pt x="2857" y="762"/>
                        <a:pt x="5715" y="1429"/>
                        <a:pt x="8668" y="2000"/>
                      </a:cubicBezTo>
                      <a:cubicBezTo>
                        <a:pt x="6191" y="1429"/>
                        <a:pt x="3715" y="667"/>
                        <a:pt x="1143" y="190"/>
                      </a:cubicBezTo>
                      <a:cubicBezTo>
                        <a:pt x="762" y="95"/>
                        <a:pt x="38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84" name="Forme libre : forme 9483">
                  <a:extLst>
                    <a:ext uri="{FF2B5EF4-FFF2-40B4-BE49-F238E27FC236}">
                      <a16:creationId xmlns:a16="http://schemas.microsoft.com/office/drawing/2014/main" id="{84E8093C-AD73-4F20-8A5E-21D849EEADF7}"/>
                    </a:ext>
                  </a:extLst>
                </p:cNvPr>
                <p:cNvSpPr/>
                <p:nvPr/>
              </p:nvSpPr>
              <p:spPr>
                <a:xfrm>
                  <a:off x="2896556" y="4613433"/>
                  <a:ext cx="580548" cy="490823"/>
                </a:xfrm>
                <a:custGeom>
                  <a:avLst/>
                  <a:gdLst>
                    <a:gd name="connsiteX0" fmla="*/ 510064 w 580548"/>
                    <a:gd name="connsiteY0" fmla="*/ 360617 h 490823"/>
                    <a:gd name="connsiteX1" fmla="*/ 502349 w 580548"/>
                    <a:gd name="connsiteY1" fmla="*/ 334233 h 490823"/>
                    <a:gd name="connsiteX2" fmla="*/ 497681 w 580548"/>
                    <a:gd name="connsiteY2" fmla="*/ 327184 h 490823"/>
                    <a:gd name="connsiteX3" fmla="*/ 498062 w 580548"/>
                    <a:gd name="connsiteY3" fmla="*/ 329470 h 490823"/>
                    <a:gd name="connsiteX4" fmla="*/ 493109 w 580548"/>
                    <a:gd name="connsiteY4" fmla="*/ 322041 h 490823"/>
                    <a:gd name="connsiteX5" fmla="*/ 454914 w 580548"/>
                    <a:gd name="connsiteY5" fmla="*/ 182785 h 490823"/>
                    <a:gd name="connsiteX6" fmla="*/ 476250 w 580548"/>
                    <a:gd name="connsiteY6" fmla="*/ 97632 h 490823"/>
                    <a:gd name="connsiteX7" fmla="*/ 479584 w 580548"/>
                    <a:gd name="connsiteY7" fmla="*/ 90678 h 490823"/>
                    <a:gd name="connsiteX8" fmla="*/ 480822 w 580548"/>
                    <a:gd name="connsiteY8" fmla="*/ 87630 h 490823"/>
                    <a:gd name="connsiteX9" fmla="*/ 493109 w 580548"/>
                    <a:gd name="connsiteY9" fmla="*/ 66866 h 490823"/>
                    <a:gd name="connsiteX10" fmla="*/ 492633 w 580548"/>
                    <a:gd name="connsiteY10" fmla="*/ 62294 h 490823"/>
                    <a:gd name="connsiteX11" fmla="*/ 500158 w 580548"/>
                    <a:gd name="connsiteY11" fmla="*/ 8573 h 490823"/>
                    <a:gd name="connsiteX12" fmla="*/ 488537 w 580548"/>
                    <a:gd name="connsiteY12" fmla="*/ 1 h 490823"/>
                    <a:gd name="connsiteX13" fmla="*/ 471488 w 580548"/>
                    <a:gd name="connsiteY13" fmla="*/ 58008 h 490823"/>
                    <a:gd name="connsiteX14" fmla="*/ 470821 w 580548"/>
                    <a:gd name="connsiteY14" fmla="*/ 74486 h 490823"/>
                    <a:gd name="connsiteX15" fmla="*/ 466535 w 580548"/>
                    <a:gd name="connsiteY15" fmla="*/ 84487 h 490823"/>
                    <a:gd name="connsiteX16" fmla="*/ 463296 w 580548"/>
                    <a:gd name="connsiteY16" fmla="*/ 91250 h 490823"/>
                    <a:gd name="connsiteX17" fmla="*/ 440531 w 580548"/>
                    <a:gd name="connsiteY17" fmla="*/ 182404 h 490823"/>
                    <a:gd name="connsiteX18" fmla="*/ 481108 w 580548"/>
                    <a:gd name="connsiteY18" fmla="*/ 329851 h 490823"/>
                    <a:gd name="connsiteX19" fmla="*/ 509111 w 580548"/>
                    <a:gd name="connsiteY19" fmla="*/ 379953 h 490823"/>
                    <a:gd name="connsiteX20" fmla="*/ 563785 w 580548"/>
                    <a:gd name="connsiteY20" fmla="*/ 485681 h 490823"/>
                    <a:gd name="connsiteX21" fmla="*/ 293656 w 580548"/>
                    <a:gd name="connsiteY21" fmla="*/ 469583 h 490823"/>
                    <a:gd name="connsiteX22" fmla="*/ 0 w 580548"/>
                    <a:gd name="connsiteY22" fmla="*/ 452152 h 490823"/>
                    <a:gd name="connsiteX23" fmla="*/ 4191 w 580548"/>
                    <a:gd name="connsiteY23" fmla="*/ 455486 h 490823"/>
                    <a:gd name="connsiteX24" fmla="*/ 314706 w 580548"/>
                    <a:gd name="connsiteY24" fmla="*/ 473869 h 490823"/>
                    <a:gd name="connsiteX25" fmla="*/ 580549 w 580548"/>
                    <a:gd name="connsiteY25" fmla="*/ 490824 h 490823"/>
                    <a:gd name="connsiteX26" fmla="*/ 549974 w 580548"/>
                    <a:gd name="connsiteY26" fmla="*/ 437484 h 490823"/>
                    <a:gd name="connsiteX27" fmla="*/ 516160 w 580548"/>
                    <a:gd name="connsiteY27" fmla="*/ 379381 h 490823"/>
                    <a:gd name="connsiteX28" fmla="*/ 510064 w 580548"/>
                    <a:gd name="connsiteY28" fmla="*/ 360617 h 490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80548" h="490823">
                      <a:moveTo>
                        <a:pt x="510064" y="360617"/>
                      </a:moveTo>
                      <a:cubicBezTo>
                        <a:pt x="504635" y="350806"/>
                        <a:pt x="507968" y="342710"/>
                        <a:pt x="502349" y="334233"/>
                      </a:cubicBezTo>
                      <a:cubicBezTo>
                        <a:pt x="500729" y="331852"/>
                        <a:pt x="499205" y="329470"/>
                        <a:pt x="497681" y="327184"/>
                      </a:cubicBezTo>
                      <a:cubicBezTo>
                        <a:pt x="497777" y="327947"/>
                        <a:pt x="497967" y="328708"/>
                        <a:pt x="498062" y="329470"/>
                      </a:cubicBezTo>
                      <a:cubicBezTo>
                        <a:pt x="496443" y="326994"/>
                        <a:pt x="494729" y="324517"/>
                        <a:pt x="493109" y="322041"/>
                      </a:cubicBezTo>
                      <a:cubicBezTo>
                        <a:pt x="471964" y="290418"/>
                        <a:pt x="453581" y="263081"/>
                        <a:pt x="454914" y="182785"/>
                      </a:cubicBezTo>
                      <a:cubicBezTo>
                        <a:pt x="455581" y="140209"/>
                        <a:pt x="467487" y="115539"/>
                        <a:pt x="476250" y="97632"/>
                      </a:cubicBezTo>
                      <a:cubicBezTo>
                        <a:pt x="477393" y="95251"/>
                        <a:pt x="478536" y="92869"/>
                        <a:pt x="479584" y="90678"/>
                      </a:cubicBezTo>
                      <a:cubicBezTo>
                        <a:pt x="480060" y="89631"/>
                        <a:pt x="480441" y="88678"/>
                        <a:pt x="480822" y="87630"/>
                      </a:cubicBezTo>
                      <a:cubicBezTo>
                        <a:pt x="484442" y="82582"/>
                        <a:pt x="489395" y="74772"/>
                        <a:pt x="493109" y="66866"/>
                      </a:cubicBezTo>
                      <a:cubicBezTo>
                        <a:pt x="493014" y="65342"/>
                        <a:pt x="492919" y="63913"/>
                        <a:pt x="492633" y="62294"/>
                      </a:cubicBezTo>
                      <a:cubicBezTo>
                        <a:pt x="491204" y="53721"/>
                        <a:pt x="489300" y="20575"/>
                        <a:pt x="500158" y="8573"/>
                      </a:cubicBezTo>
                      <a:cubicBezTo>
                        <a:pt x="498348" y="3525"/>
                        <a:pt x="494919" y="96"/>
                        <a:pt x="488537" y="1"/>
                      </a:cubicBezTo>
                      <a:cubicBezTo>
                        <a:pt x="467392" y="-190"/>
                        <a:pt x="469773" y="47530"/>
                        <a:pt x="471488" y="58008"/>
                      </a:cubicBezTo>
                      <a:cubicBezTo>
                        <a:pt x="472535" y="64199"/>
                        <a:pt x="471773" y="70104"/>
                        <a:pt x="470821" y="74486"/>
                      </a:cubicBezTo>
                      <a:cubicBezTo>
                        <a:pt x="469583" y="77725"/>
                        <a:pt x="468154" y="80963"/>
                        <a:pt x="466535" y="84487"/>
                      </a:cubicBezTo>
                      <a:cubicBezTo>
                        <a:pt x="465582" y="86678"/>
                        <a:pt x="464439" y="88869"/>
                        <a:pt x="463296" y="91250"/>
                      </a:cubicBezTo>
                      <a:cubicBezTo>
                        <a:pt x="453962" y="110395"/>
                        <a:pt x="441293" y="136684"/>
                        <a:pt x="440531" y="182404"/>
                      </a:cubicBezTo>
                      <a:cubicBezTo>
                        <a:pt x="439198" y="267177"/>
                        <a:pt x="459581" y="297657"/>
                        <a:pt x="481108" y="329851"/>
                      </a:cubicBezTo>
                      <a:cubicBezTo>
                        <a:pt x="490823" y="344329"/>
                        <a:pt x="500825" y="359188"/>
                        <a:pt x="509111" y="379953"/>
                      </a:cubicBezTo>
                      <a:cubicBezTo>
                        <a:pt x="525685" y="421291"/>
                        <a:pt x="539687" y="460534"/>
                        <a:pt x="563785" y="485681"/>
                      </a:cubicBezTo>
                      <a:cubicBezTo>
                        <a:pt x="480632" y="481108"/>
                        <a:pt x="389192" y="475489"/>
                        <a:pt x="293656" y="469583"/>
                      </a:cubicBezTo>
                      <a:cubicBezTo>
                        <a:pt x="194405" y="463487"/>
                        <a:pt x="94107" y="457296"/>
                        <a:pt x="0" y="452152"/>
                      </a:cubicBezTo>
                      <a:cubicBezTo>
                        <a:pt x="1429" y="453295"/>
                        <a:pt x="2858" y="454438"/>
                        <a:pt x="4191" y="455486"/>
                      </a:cubicBezTo>
                      <a:cubicBezTo>
                        <a:pt x="103061" y="460820"/>
                        <a:pt x="209550" y="467392"/>
                        <a:pt x="314706" y="473869"/>
                      </a:cubicBezTo>
                      <a:cubicBezTo>
                        <a:pt x="410242" y="479774"/>
                        <a:pt x="497491" y="486252"/>
                        <a:pt x="580549" y="490824"/>
                      </a:cubicBezTo>
                      <a:cubicBezTo>
                        <a:pt x="567785" y="477584"/>
                        <a:pt x="563975" y="456915"/>
                        <a:pt x="549974" y="437484"/>
                      </a:cubicBezTo>
                      <a:cubicBezTo>
                        <a:pt x="534543" y="417862"/>
                        <a:pt x="525399" y="402241"/>
                        <a:pt x="516160" y="379381"/>
                      </a:cubicBezTo>
                      <a:cubicBezTo>
                        <a:pt x="516065" y="378429"/>
                        <a:pt x="511778" y="368237"/>
                        <a:pt x="510064" y="360617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85" name="Forme libre : forme 9484">
                  <a:extLst>
                    <a:ext uri="{FF2B5EF4-FFF2-40B4-BE49-F238E27FC236}">
                      <a16:creationId xmlns:a16="http://schemas.microsoft.com/office/drawing/2014/main" id="{DCC18F88-6A72-469A-8BBD-983DC20F2DCA}"/>
                    </a:ext>
                  </a:extLst>
                </p:cNvPr>
                <p:cNvSpPr/>
                <p:nvPr/>
              </p:nvSpPr>
              <p:spPr>
                <a:xfrm>
                  <a:off x="3387679" y="4698108"/>
                  <a:ext cx="38466" cy="237079"/>
                </a:xfrm>
                <a:custGeom>
                  <a:avLst/>
                  <a:gdLst>
                    <a:gd name="connsiteX0" fmla="*/ 14464 w 38466"/>
                    <a:gd name="connsiteY0" fmla="*/ 169833 h 237079"/>
                    <a:gd name="connsiteX1" fmla="*/ 29513 w 38466"/>
                    <a:gd name="connsiteY1" fmla="*/ 89823 h 237079"/>
                    <a:gd name="connsiteX2" fmla="*/ 29799 w 38466"/>
                    <a:gd name="connsiteY2" fmla="*/ 88775 h 237079"/>
                    <a:gd name="connsiteX3" fmla="*/ 38467 w 38466"/>
                    <a:gd name="connsiteY3" fmla="*/ 58962 h 237079"/>
                    <a:gd name="connsiteX4" fmla="*/ 37229 w 38466"/>
                    <a:gd name="connsiteY4" fmla="*/ 55914 h 237079"/>
                    <a:gd name="connsiteX5" fmla="*/ 38277 w 38466"/>
                    <a:gd name="connsiteY5" fmla="*/ 8479 h 237079"/>
                    <a:gd name="connsiteX6" fmla="*/ 25894 w 38466"/>
                    <a:gd name="connsiteY6" fmla="*/ 2 h 237079"/>
                    <a:gd name="connsiteX7" fmla="*/ 16178 w 38466"/>
                    <a:gd name="connsiteY7" fmla="*/ 51628 h 237079"/>
                    <a:gd name="connsiteX8" fmla="*/ 18369 w 38466"/>
                    <a:gd name="connsiteY8" fmla="*/ 76773 h 237079"/>
                    <a:gd name="connsiteX9" fmla="*/ 15893 w 38466"/>
                    <a:gd name="connsiteY9" fmla="*/ 85918 h 237079"/>
                    <a:gd name="connsiteX10" fmla="*/ 367 w 38466"/>
                    <a:gd name="connsiteY10" fmla="*/ 168690 h 237079"/>
                    <a:gd name="connsiteX11" fmla="*/ 1319 w 38466"/>
                    <a:gd name="connsiteY11" fmla="*/ 204218 h 237079"/>
                    <a:gd name="connsiteX12" fmla="*/ 20274 w 38466"/>
                    <a:gd name="connsiteY12" fmla="*/ 237079 h 237079"/>
                    <a:gd name="connsiteX13" fmla="*/ 14464 w 38466"/>
                    <a:gd name="connsiteY13" fmla="*/ 169833 h 237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466" h="237079">
                      <a:moveTo>
                        <a:pt x="14464" y="169833"/>
                      </a:moveTo>
                      <a:cubicBezTo>
                        <a:pt x="17131" y="134019"/>
                        <a:pt x="23989" y="109539"/>
                        <a:pt x="29513" y="89823"/>
                      </a:cubicBezTo>
                      <a:cubicBezTo>
                        <a:pt x="29609" y="89442"/>
                        <a:pt x="29704" y="89156"/>
                        <a:pt x="29799" y="88775"/>
                      </a:cubicBezTo>
                      <a:cubicBezTo>
                        <a:pt x="32085" y="82107"/>
                        <a:pt x="35610" y="69344"/>
                        <a:pt x="38467" y="58962"/>
                      </a:cubicBezTo>
                      <a:cubicBezTo>
                        <a:pt x="38086" y="57914"/>
                        <a:pt x="37705" y="56962"/>
                        <a:pt x="37229" y="55914"/>
                      </a:cubicBezTo>
                      <a:cubicBezTo>
                        <a:pt x="31704" y="44865"/>
                        <a:pt x="29418" y="18671"/>
                        <a:pt x="38277" y="8479"/>
                      </a:cubicBezTo>
                      <a:cubicBezTo>
                        <a:pt x="35610" y="3336"/>
                        <a:pt x="31609" y="-93"/>
                        <a:pt x="25894" y="2"/>
                      </a:cubicBezTo>
                      <a:cubicBezTo>
                        <a:pt x="7511" y="383"/>
                        <a:pt x="9225" y="37912"/>
                        <a:pt x="16178" y="51628"/>
                      </a:cubicBezTo>
                      <a:cubicBezTo>
                        <a:pt x="21417" y="61914"/>
                        <a:pt x="19131" y="73535"/>
                        <a:pt x="18369" y="76773"/>
                      </a:cubicBezTo>
                      <a:cubicBezTo>
                        <a:pt x="17607" y="79726"/>
                        <a:pt x="16750" y="82679"/>
                        <a:pt x="15893" y="85918"/>
                      </a:cubicBezTo>
                      <a:cubicBezTo>
                        <a:pt x="10273" y="106206"/>
                        <a:pt x="3225" y="131447"/>
                        <a:pt x="367" y="168690"/>
                      </a:cubicBezTo>
                      <a:cubicBezTo>
                        <a:pt x="-395" y="179263"/>
                        <a:pt x="81" y="191550"/>
                        <a:pt x="1319" y="204218"/>
                      </a:cubicBezTo>
                      <a:cubicBezTo>
                        <a:pt x="6844" y="216410"/>
                        <a:pt x="13321" y="226697"/>
                        <a:pt x="20274" y="237079"/>
                      </a:cubicBezTo>
                      <a:cubicBezTo>
                        <a:pt x="16178" y="214410"/>
                        <a:pt x="13035" y="188883"/>
                        <a:pt x="14464" y="169833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86" name="Forme libre : forme 9485">
                  <a:extLst>
                    <a:ext uri="{FF2B5EF4-FFF2-40B4-BE49-F238E27FC236}">
                      <a16:creationId xmlns:a16="http://schemas.microsoft.com/office/drawing/2014/main" id="{7A85F885-6624-4D8D-94CE-25A5F45828EE}"/>
                    </a:ext>
                  </a:extLst>
                </p:cNvPr>
                <p:cNvSpPr/>
                <p:nvPr/>
              </p:nvSpPr>
              <p:spPr>
                <a:xfrm>
                  <a:off x="7835650" y="3376422"/>
                  <a:ext cx="329564" cy="280034"/>
                </a:xfrm>
                <a:custGeom>
                  <a:avLst/>
                  <a:gdLst>
                    <a:gd name="connsiteX0" fmla="*/ 0 w 329564"/>
                    <a:gd name="connsiteY0" fmla="*/ 280035 h 280034"/>
                    <a:gd name="connsiteX1" fmla="*/ 329279 w 329564"/>
                    <a:gd name="connsiteY1" fmla="*/ 18574 h 280034"/>
                    <a:gd name="connsiteX2" fmla="*/ 329565 w 329564"/>
                    <a:gd name="connsiteY2" fmla="*/ 0 h 280034"/>
                    <a:gd name="connsiteX3" fmla="*/ 11144 w 329564"/>
                    <a:gd name="connsiteY3" fmla="*/ 243554 h 280034"/>
                    <a:gd name="connsiteX4" fmla="*/ 0 w 329564"/>
                    <a:gd name="connsiteY4" fmla="*/ 280035 h 280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9564" h="280034">
                      <a:moveTo>
                        <a:pt x="0" y="280035"/>
                      </a:moveTo>
                      <a:cubicBezTo>
                        <a:pt x="77248" y="196691"/>
                        <a:pt x="228314" y="86963"/>
                        <a:pt x="329279" y="18574"/>
                      </a:cubicBezTo>
                      <a:lnTo>
                        <a:pt x="329565" y="0"/>
                      </a:lnTo>
                      <a:cubicBezTo>
                        <a:pt x="241363" y="58864"/>
                        <a:pt x="100107" y="159258"/>
                        <a:pt x="11144" y="243554"/>
                      </a:cubicBezTo>
                      <a:cubicBezTo>
                        <a:pt x="7620" y="256127"/>
                        <a:pt x="4000" y="268414"/>
                        <a:pt x="0" y="280035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87" name="Forme libre : forme 9486">
                  <a:extLst>
                    <a:ext uri="{FF2B5EF4-FFF2-40B4-BE49-F238E27FC236}">
                      <a16:creationId xmlns:a16="http://schemas.microsoft.com/office/drawing/2014/main" id="{DEA1B50D-971A-4B2F-A6A8-BDDCDC92B224}"/>
                    </a:ext>
                  </a:extLst>
                </p:cNvPr>
                <p:cNvSpPr/>
                <p:nvPr/>
              </p:nvSpPr>
              <p:spPr>
                <a:xfrm>
                  <a:off x="7385308" y="2038635"/>
                  <a:ext cx="192500" cy="111347"/>
                </a:xfrm>
                <a:custGeom>
                  <a:avLst/>
                  <a:gdLst>
                    <a:gd name="connsiteX0" fmla="*/ 7525 w 192500"/>
                    <a:gd name="connsiteY0" fmla="*/ 1619 h 111347"/>
                    <a:gd name="connsiteX1" fmla="*/ 12668 w 192500"/>
                    <a:gd name="connsiteY1" fmla="*/ 3715 h 111347"/>
                    <a:gd name="connsiteX2" fmla="*/ 29623 w 192500"/>
                    <a:gd name="connsiteY2" fmla="*/ 20955 h 111347"/>
                    <a:gd name="connsiteX3" fmla="*/ 101822 w 192500"/>
                    <a:gd name="connsiteY3" fmla="*/ 77057 h 111347"/>
                    <a:gd name="connsiteX4" fmla="*/ 188214 w 192500"/>
                    <a:gd name="connsiteY4" fmla="*/ 110776 h 111347"/>
                    <a:gd name="connsiteX5" fmla="*/ 192500 w 192500"/>
                    <a:gd name="connsiteY5" fmla="*/ 111347 h 111347"/>
                    <a:gd name="connsiteX6" fmla="*/ 122873 w 192500"/>
                    <a:gd name="connsiteY6" fmla="*/ 81344 h 111347"/>
                    <a:gd name="connsiteX7" fmla="*/ 50673 w 192500"/>
                    <a:gd name="connsiteY7" fmla="*/ 25241 h 111347"/>
                    <a:gd name="connsiteX8" fmla="*/ 33718 w 192500"/>
                    <a:gd name="connsiteY8" fmla="*/ 8001 h 111347"/>
                    <a:gd name="connsiteX9" fmla="*/ 28575 w 192500"/>
                    <a:gd name="connsiteY9" fmla="*/ 5905 h 111347"/>
                    <a:gd name="connsiteX10" fmla="*/ 0 w 192500"/>
                    <a:gd name="connsiteY10" fmla="*/ 0 h 111347"/>
                    <a:gd name="connsiteX11" fmla="*/ 7525 w 192500"/>
                    <a:gd name="connsiteY11" fmla="*/ 1619 h 111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2500" h="111347">
                      <a:moveTo>
                        <a:pt x="7525" y="1619"/>
                      </a:moveTo>
                      <a:cubicBezTo>
                        <a:pt x="9334" y="2286"/>
                        <a:pt x="11049" y="2953"/>
                        <a:pt x="12668" y="3715"/>
                      </a:cubicBezTo>
                      <a:cubicBezTo>
                        <a:pt x="18192" y="9620"/>
                        <a:pt x="23813" y="15335"/>
                        <a:pt x="29623" y="20955"/>
                      </a:cubicBezTo>
                      <a:cubicBezTo>
                        <a:pt x="51530" y="42005"/>
                        <a:pt x="75438" y="61341"/>
                        <a:pt x="101822" y="77057"/>
                      </a:cubicBezTo>
                      <a:cubicBezTo>
                        <a:pt x="128111" y="92869"/>
                        <a:pt x="157067" y="105537"/>
                        <a:pt x="188214" y="110776"/>
                      </a:cubicBezTo>
                      <a:cubicBezTo>
                        <a:pt x="189643" y="110966"/>
                        <a:pt x="191071" y="111157"/>
                        <a:pt x="192500" y="111347"/>
                      </a:cubicBezTo>
                      <a:cubicBezTo>
                        <a:pt x="167735" y="104966"/>
                        <a:pt x="144399" y="94202"/>
                        <a:pt x="122873" y="81344"/>
                      </a:cubicBezTo>
                      <a:cubicBezTo>
                        <a:pt x="96488" y="65627"/>
                        <a:pt x="72580" y="46292"/>
                        <a:pt x="50673" y="25241"/>
                      </a:cubicBezTo>
                      <a:cubicBezTo>
                        <a:pt x="44958" y="19621"/>
                        <a:pt x="39243" y="13811"/>
                        <a:pt x="33718" y="8001"/>
                      </a:cubicBezTo>
                      <a:cubicBezTo>
                        <a:pt x="32195" y="7334"/>
                        <a:pt x="30385" y="6667"/>
                        <a:pt x="28575" y="5905"/>
                      </a:cubicBezTo>
                      <a:cubicBezTo>
                        <a:pt x="19145" y="3429"/>
                        <a:pt x="9620" y="1524"/>
                        <a:pt x="0" y="0"/>
                      </a:cubicBezTo>
                      <a:cubicBezTo>
                        <a:pt x="2572" y="571"/>
                        <a:pt x="5049" y="1048"/>
                        <a:pt x="7525" y="161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88" name="Forme libre : forme 9487">
                  <a:extLst>
                    <a:ext uri="{FF2B5EF4-FFF2-40B4-BE49-F238E27FC236}">
                      <a16:creationId xmlns:a16="http://schemas.microsoft.com/office/drawing/2014/main" id="{B5D08F04-109E-47D9-983D-444034F1736D}"/>
                    </a:ext>
                  </a:extLst>
                </p:cNvPr>
                <p:cNvSpPr/>
                <p:nvPr/>
              </p:nvSpPr>
              <p:spPr>
                <a:xfrm>
                  <a:off x="8026245" y="1336738"/>
                  <a:ext cx="51911" cy="188404"/>
                </a:xfrm>
                <a:custGeom>
                  <a:avLst/>
                  <a:gdLst>
                    <a:gd name="connsiteX0" fmla="*/ 1524 w 51911"/>
                    <a:gd name="connsiteY0" fmla="*/ 171164 h 188404"/>
                    <a:gd name="connsiteX1" fmla="*/ 4001 w 51911"/>
                    <a:gd name="connsiteY1" fmla="*/ 183452 h 188404"/>
                    <a:gd name="connsiteX2" fmla="*/ 4382 w 51911"/>
                    <a:gd name="connsiteY2" fmla="*/ 188404 h 188404"/>
                    <a:gd name="connsiteX3" fmla="*/ 24003 w 51911"/>
                    <a:gd name="connsiteY3" fmla="*/ 147257 h 188404"/>
                    <a:gd name="connsiteX4" fmla="*/ 33528 w 51911"/>
                    <a:gd name="connsiteY4" fmla="*/ 115157 h 188404"/>
                    <a:gd name="connsiteX5" fmla="*/ 34290 w 51911"/>
                    <a:gd name="connsiteY5" fmla="*/ 106490 h 188404"/>
                    <a:gd name="connsiteX6" fmla="*/ 34862 w 51911"/>
                    <a:gd name="connsiteY6" fmla="*/ 99250 h 188404"/>
                    <a:gd name="connsiteX7" fmla="*/ 38671 w 51911"/>
                    <a:gd name="connsiteY7" fmla="*/ 84773 h 188404"/>
                    <a:gd name="connsiteX8" fmla="*/ 50768 w 51911"/>
                    <a:gd name="connsiteY8" fmla="*/ 60674 h 188404"/>
                    <a:gd name="connsiteX9" fmla="*/ 51911 w 51911"/>
                    <a:gd name="connsiteY9" fmla="*/ 46482 h 188404"/>
                    <a:gd name="connsiteX10" fmla="*/ 34100 w 51911"/>
                    <a:gd name="connsiteY10" fmla="*/ 73057 h 188404"/>
                    <a:gd name="connsiteX11" fmla="*/ 34386 w 51911"/>
                    <a:gd name="connsiteY11" fmla="*/ 57531 h 188404"/>
                    <a:gd name="connsiteX12" fmla="*/ 33624 w 51911"/>
                    <a:gd name="connsiteY12" fmla="*/ 28670 h 188404"/>
                    <a:gd name="connsiteX13" fmla="*/ 31433 w 51911"/>
                    <a:gd name="connsiteY13" fmla="*/ 0 h 188404"/>
                    <a:gd name="connsiteX14" fmla="*/ 31242 w 51911"/>
                    <a:gd name="connsiteY14" fmla="*/ 28670 h 188404"/>
                    <a:gd name="connsiteX15" fmla="*/ 29623 w 51911"/>
                    <a:gd name="connsiteY15" fmla="*/ 57150 h 188404"/>
                    <a:gd name="connsiteX16" fmla="*/ 25908 w 51911"/>
                    <a:gd name="connsiteY16" fmla="*/ 93536 h 188404"/>
                    <a:gd name="connsiteX17" fmla="*/ 24955 w 51911"/>
                    <a:gd name="connsiteY17" fmla="*/ 97441 h 188404"/>
                    <a:gd name="connsiteX18" fmla="*/ 23813 w 51911"/>
                    <a:gd name="connsiteY18" fmla="*/ 106108 h 188404"/>
                    <a:gd name="connsiteX19" fmla="*/ 22860 w 51911"/>
                    <a:gd name="connsiteY19" fmla="*/ 113348 h 188404"/>
                    <a:gd name="connsiteX20" fmla="*/ 12668 w 51911"/>
                    <a:gd name="connsiteY20" fmla="*/ 142208 h 188404"/>
                    <a:gd name="connsiteX21" fmla="*/ 0 w 51911"/>
                    <a:gd name="connsiteY21" fmla="*/ 166973 h 188404"/>
                    <a:gd name="connsiteX22" fmla="*/ 1524 w 51911"/>
                    <a:gd name="connsiteY22" fmla="*/ 171164 h 188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1911" h="188404">
                      <a:moveTo>
                        <a:pt x="1524" y="171164"/>
                      </a:moveTo>
                      <a:cubicBezTo>
                        <a:pt x="2667" y="175260"/>
                        <a:pt x="3429" y="179356"/>
                        <a:pt x="4001" y="183452"/>
                      </a:cubicBezTo>
                      <a:cubicBezTo>
                        <a:pt x="4191" y="185166"/>
                        <a:pt x="4286" y="186785"/>
                        <a:pt x="4382" y="188404"/>
                      </a:cubicBezTo>
                      <a:cubicBezTo>
                        <a:pt x="11335" y="174974"/>
                        <a:pt x="18098" y="161449"/>
                        <a:pt x="24003" y="147257"/>
                      </a:cubicBezTo>
                      <a:cubicBezTo>
                        <a:pt x="28099" y="137065"/>
                        <a:pt x="31814" y="126587"/>
                        <a:pt x="33528" y="115157"/>
                      </a:cubicBezTo>
                      <a:cubicBezTo>
                        <a:pt x="34100" y="112395"/>
                        <a:pt x="34004" y="109347"/>
                        <a:pt x="34290" y="106490"/>
                      </a:cubicBezTo>
                      <a:cubicBezTo>
                        <a:pt x="34480" y="104108"/>
                        <a:pt x="34386" y="101632"/>
                        <a:pt x="34862" y="99250"/>
                      </a:cubicBezTo>
                      <a:cubicBezTo>
                        <a:pt x="35433" y="94393"/>
                        <a:pt x="36862" y="89535"/>
                        <a:pt x="38671" y="84773"/>
                      </a:cubicBezTo>
                      <a:cubicBezTo>
                        <a:pt x="41720" y="76391"/>
                        <a:pt x="46006" y="68485"/>
                        <a:pt x="50768" y="60674"/>
                      </a:cubicBezTo>
                      <a:cubicBezTo>
                        <a:pt x="51340" y="56007"/>
                        <a:pt x="51721" y="51245"/>
                        <a:pt x="51911" y="46482"/>
                      </a:cubicBezTo>
                      <a:cubicBezTo>
                        <a:pt x="45530" y="54864"/>
                        <a:pt x="39243" y="63532"/>
                        <a:pt x="34100" y="73057"/>
                      </a:cubicBezTo>
                      <a:lnTo>
                        <a:pt x="34386" y="57531"/>
                      </a:lnTo>
                      <a:cubicBezTo>
                        <a:pt x="34766" y="47911"/>
                        <a:pt x="34195" y="38195"/>
                        <a:pt x="33624" y="28670"/>
                      </a:cubicBezTo>
                      <a:lnTo>
                        <a:pt x="31433" y="0"/>
                      </a:lnTo>
                      <a:lnTo>
                        <a:pt x="31242" y="28670"/>
                      </a:lnTo>
                      <a:cubicBezTo>
                        <a:pt x="31052" y="38195"/>
                        <a:pt x="30766" y="47720"/>
                        <a:pt x="29623" y="57150"/>
                      </a:cubicBezTo>
                      <a:lnTo>
                        <a:pt x="25908" y="93536"/>
                      </a:lnTo>
                      <a:cubicBezTo>
                        <a:pt x="25622" y="94869"/>
                        <a:pt x="25146" y="96107"/>
                        <a:pt x="24955" y="97441"/>
                      </a:cubicBezTo>
                      <a:cubicBezTo>
                        <a:pt x="24289" y="100298"/>
                        <a:pt x="24099" y="103156"/>
                        <a:pt x="23813" y="106108"/>
                      </a:cubicBezTo>
                      <a:cubicBezTo>
                        <a:pt x="23432" y="108585"/>
                        <a:pt x="23432" y="110871"/>
                        <a:pt x="22860" y="113348"/>
                      </a:cubicBezTo>
                      <a:cubicBezTo>
                        <a:pt x="20955" y="123063"/>
                        <a:pt x="17050" y="132683"/>
                        <a:pt x="12668" y="142208"/>
                      </a:cubicBezTo>
                      <a:cubicBezTo>
                        <a:pt x="8763" y="150590"/>
                        <a:pt x="4477" y="158782"/>
                        <a:pt x="0" y="166973"/>
                      </a:cubicBezTo>
                      <a:cubicBezTo>
                        <a:pt x="477" y="168402"/>
                        <a:pt x="1143" y="169736"/>
                        <a:pt x="1524" y="171164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89" name="Forme libre : forme 9488">
                  <a:extLst>
                    <a:ext uri="{FF2B5EF4-FFF2-40B4-BE49-F238E27FC236}">
                      <a16:creationId xmlns:a16="http://schemas.microsoft.com/office/drawing/2014/main" id="{2F492A2D-D263-4872-98E9-0C093F0603B8}"/>
                    </a:ext>
                  </a:extLst>
                </p:cNvPr>
                <p:cNvSpPr/>
                <p:nvPr/>
              </p:nvSpPr>
              <p:spPr>
                <a:xfrm>
                  <a:off x="8081490" y="1270825"/>
                  <a:ext cx="22852" cy="119157"/>
                </a:xfrm>
                <a:custGeom>
                  <a:avLst/>
                  <a:gdLst>
                    <a:gd name="connsiteX0" fmla="*/ 190 w 22852"/>
                    <a:gd name="connsiteY0" fmla="*/ 119158 h 119157"/>
                    <a:gd name="connsiteX1" fmla="*/ 15049 w 22852"/>
                    <a:gd name="connsiteY1" fmla="*/ 95821 h 119157"/>
                    <a:gd name="connsiteX2" fmla="*/ 4476 w 22852"/>
                    <a:gd name="connsiteY2" fmla="*/ 0 h 119157"/>
                    <a:gd name="connsiteX3" fmla="*/ 22574 w 22852"/>
                    <a:gd name="connsiteY3" fmla="*/ 64199 h 119157"/>
                    <a:gd name="connsiteX4" fmla="*/ 10763 w 22852"/>
                    <a:gd name="connsiteY4" fmla="*/ 93250 h 119157"/>
                    <a:gd name="connsiteX5" fmla="*/ 0 w 22852"/>
                    <a:gd name="connsiteY5" fmla="*/ 108013 h 119157"/>
                    <a:gd name="connsiteX6" fmla="*/ 190 w 22852"/>
                    <a:gd name="connsiteY6" fmla="*/ 119158 h 119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52" h="119157">
                      <a:moveTo>
                        <a:pt x="190" y="119158"/>
                      </a:moveTo>
                      <a:cubicBezTo>
                        <a:pt x="5143" y="111538"/>
                        <a:pt x="10287" y="103823"/>
                        <a:pt x="15049" y="95821"/>
                      </a:cubicBezTo>
                      <a:cubicBezTo>
                        <a:pt x="24860" y="75819"/>
                        <a:pt x="2095" y="21241"/>
                        <a:pt x="4476" y="0"/>
                      </a:cubicBezTo>
                      <a:cubicBezTo>
                        <a:pt x="2571" y="10478"/>
                        <a:pt x="25622" y="54007"/>
                        <a:pt x="22574" y="64199"/>
                      </a:cubicBezTo>
                      <a:cubicBezTo>
                        <a:pt x="19526" y="74295"/>
                        <a:pt x="16097" y="84582"/>
                        <a:pt x="10763" y="93250"/>
                      </a:cubicBezTo>
                      <a:cubicBezTo>
                        <a:pt x="7429" y="98203"/>
                        <a:pt x="3714" y="103156"/>
                        <a:pt x="0" y="108013"/>
                      </a:cubicBezTo>
                      <a:cubicBezTo>
                        <a:pt x="95" y="111728"/>
                        <a:pt x="190" y="115443"/>
                        <a:pt x="190" y="119158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90" name="Forme libre : forme 9489">
                  <a:extLst>
                    <a:ext uri="{FF2B5EF4-FFF2-40B4-BE49-F238E27FC236}">
                      <a16:creationId xmlns:a16="http://schemas.microsoft.com/office/drawing/2014/main" id="{E56EDD37-25EE-4A92-B0D3-5AA56B147A04}"/>
                    </a:ext>
                  </a:extLst>
                </p:cNvPr>
                <p:cNvSpPr/>
                <p:nvPr/>
              </p:nvSpPr>
              <p:spPr>
                <a:xfrm>
                  <a:off x="7977229" y="1471421"/>
                  <a:ext cx="43480" cy="307752"/>
                </a:xfrm>
                <a:custGeom>
                  <a:avLst/>
                  <a:gdLst>
                    <a:gd name="connsiteX0" fmla="*/ 1677 w 43480"/>
                    <a:gd name="connsiteY0" fmla="*/ 254222 h 307752"/>
                    <a:gd name="connsiteX1" fmla="*/ 1962 w 43480"/>
                    <a:gd name="connsiteY1" fmla="*/ 273177 h 307752"/>
                    <a:gd name="connsiteX2" fmla="*/ 16535 w 43480"/>
                    <a:gd name="connsiteY2" fmla="*/ 297466 h 307752"/>
                    <a:gd name="connsiteX3" fmla="*/ 20155 w 43480"/>
                    <a:gd name="connsiteY3" fmla="*/ 307753 h 307752"/>
                    <a:gd name="connsiteX4" fmla="*/ 20250 w 43480"/>
                    <a:gd name="connsiteY4" fmla="*/ 253746 h 307752"/>
                    <a:gd name="connsiteX5" fmla="*/ 17869 w 43480"/>
                    <a:gd name="connsiteY5" fmla="*/ 189643 h 307752"/>
                    <a:gd name="connsiteX6" fmla="*/ 20917 w 43480"/>
                    <a:gd name="connsiteY6" fmla="*/ 127730 h 307752"/>
                    <a:gd name="connsiteX7" fmla="*/ 30442 w 43480"/>
                    <a:gd name="connsiteY7" fmla="*/ 99155 h 307752"/>
                    <a:gd name="connsiteX8" fmla="*/ 38538 w 43480"/>
                    <a:gd name="connsiteY8" fmla="*/ 82582 h 307752"/>
                    <a:gd name="connsiteX9" fmla="*/ 40443 w 43480"/>
                    <a:gd name="connsiteY9" fmla="*/ 72200 h 307752"/>
                    <a:gd name="connsiteX10" fmla="*/ 43396 w 43480"/>
                    <a:gd name="connsiteY10" fmla="*/ 49149 h 307752"/>
                    <a:gd name="connsiteX11" fmla="*/ 43396 w 43480"/>
                    <a:gd name="connsiteY11" fmla="*/ 42386 h 307752"/>
                    <a:gd name="connsiteX12" fmla="*/ 33109 w 43480"/>
                    <a:gd name="connsiteY12" fmla="*/ 60770 h 307752"/>
                    <a:gd name="connsiteX13" fmla="*/ 31775 w 43480"/>
                    <a:gd name="connsiteY13" fmla="*/ 44577 h 307752"/>
                    <a:gd name="connsiteX14" fmla="*/ 29299 w 43480"/>
                    <a:gd name="connsiteY14" fmla="*/ 32290 h 307752"/>
                    <a:gd name="connsiteX15" fmla="*/ 26918 w 43480"/>
                    <a:gd name="connsiteY15" fmla="*/ 26099 h 307752"/>
                    <a:gd name="connsiteX16" fmla="*/ 23965 w 43480"/>
                    <a:gd name="connsiteY16" fmla="*/ 20765 h 307752"/>
                    <a:gd name="connsiteX17" fmla="*/ 12249 w 43480"/>
                    <a:gd name="connsiteY17" fmla="*/ 0 h 307752"/>
                    <a:gd name="connsiteX18" fmla="*/ 19679 w 43480"/>
                    <a:gd name="connsiteY18" fmla="*/ 22765 h 307752"/>
                    <a:gd name="connsiteX19" fmla="*/ 21489 w 43480"/>
                    <a:gd name="connsiteY19" fmla="*/ 28385 h 307752"/>
                    <a:gd name="connsiteX20" fmla="*/ 22346 w 43480"/>
                    <a:gd name="connsiteY20" fmla="*/ 33623 h 307752"/>
                    <a:gd name="connsiteX21" fmla="*/ 22346 w 43480"/>
                    <a:gd name="connsiteY21" fmla="*/ 44958 h 307752"/>
                    <a:gd name="connsiteX22" fmla="*/ 19393 w 43480"/>
                    <a:gd name="connsiteY22" fmla="*/ 68008 h 307752"/>
                    <a:gd name="connsiteX23" fmla="*/ 17298 w 43480"/>
                    <a:gd name="connsiteY23" fmla="*/ 79629 h 307752"/>
                    <a:gd name="connsiteX24" fmla="*/ 16249 w 43480"/>
                    <a:gd name="connsiteY24" fmla="*/ 85630 h 307752"/>
                    <a:gd name="connsiteX25" fmla="*/ 15773 w 43480"/>
                    <a:gd name="connsiteY25" fmla="*/ 88868 h 307752"/>
                    <a:gd name="connsiteX26" fmla="*/ 15583 w 43480"/>
                    <a:gd name="connsiteY26" fmla="*/ 90869 h 307752"/>
                    <a:gd name="connsiteX27" fmla="*/ 15583 w 43480"/>
                    <a:gd name="connsiteY27" fmla="*/ 91440 h 307752"/>
                    <a:gd name="connsiteX28" fmla="*/ 15583 w 43480"/>
                    <a:gd name="connsiteY28" fmla="*/ 91726 h 307752"/>
                    <a:gd name="connsiteX29" fmla="*/ 15678 w 43480"/>
                    <a:gd name="connsiteY29" fmla="*/ 92869 h 307752"/>
                    <a:gd name="connsiteX30" fmla="*/ 15869 w 43480"/>
                    <a:gd name="connsiteY30" fmla="*/ 93345 h 307752"/>
                    <a:gd name="connsiteX31" fmla="*/ 4820 w 43480"/>
                    <a:gd name="connsiteY31" fmla="*/ 124301 h 307752"/>
                    <a:gd name="connsiteX32" fmla="*/ 57 w 43480"/>
                    <a:gd name="connsiteY32" fmla="*/ 190214 h 307752"/>
                    <a:gd name="connsiteX33" fmla="*/ 1677 w 43480"/>
                    <a:gd name="connsiteY33" fmla="*/ 254222 h 307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3480" h="307752">
                      <a:moveTo>
                        <a:pt x="1677" y="254222"/>
                      </a:moveTo>
                      <a:cubicBezTo>
                        <a:pt x="1772" y="260604"/>
                        <a:pt x="1962" y="266891"/>
                        <a:pt x="1962" y="273177"/>
                      </a:cubicBezTo>
                      <a:cubicBezTo>
                        <a:pt x="7868" y="280607"/>
                        <a:pt x="12916" y="288703"/>
                        <a:pt x="16535" y="297466"/>
                      </a:cubicBezTo>
                      <a:cubicBezTo>
                        <a:pt x="17964" y="300800"/>
                        <a:pt x="19107" y="304229"/>
                        <a:pt x="20155" y="307753"/>
                      </a:cubicBezTo>
                      <a:cubicBezTo>
                        <a:pt x="21203" y="289560"/>
                        <a:pt x="20727" y="271367"/>
                        <a:pt x="20250" y="253746"/>
                      </a:cubicBezTo>
                      <a:lnTo>
                        <a:pt x="17869" y="189643"/>
                      </a:lnTo>
                      <a:cubicBezTo>
                        <a:pt x="17202" y="168497"/>
                        <a:pt x="16916" y="147447"/>
                        <a:pt x="20917" y="127730"/>
                      </a:cubicBezTo>
                      <a:cubicBezTo>
                        <a:pt x="22917" y="117824"/>
                        <a:pt x="26251" y="108395"/>
                        <a:pt x="30442" y="99155"/>
                      </a:cubicBezTo>
                      <a:cubicBezTo>
                        <a:pt x="32918" y="93726"/>
                        <a:pt x="35681" y="88202"/>
                        <a:pt x="38538" y="82582"/>
                      </a:cubicBezTo>
                      <a:lnTo>
                        <a:pt x="40443" y="72200"/>
                      </a:lnTo>
                      <a:cubicBezTo>
                        <a:pt x="41777" y="64484"/>
                        <a:pt x="42920" y="56769"/>
                        <a:pt x="43396" y="49149"/>
                      </a:cubicBezTo>
                      <a:cubicBezTo>
                        <a:pt x="43587" y="46863"/>
                        <a:pt x="43396" y="44672"/>
                        <a:pt x="43396" y="42386"/>
                      </a:cubicBezTo>
                      <a:cubicBezTo>
                        <a:pt x="39967" y="48482"/>
                        <a:pt x="36538" y="54578"/>
                        <a:pt x="33109" y="60770"/>
                      </a:cubicBezTo>
                      <a:cubicBezTo>
                        <a:pt x="32823" y="55436"/>
                        <a:pt x="32442" y="50006"/>
                        <a:pt x="31775" y="44577"/>
                      </a:cubicBezTo>
                      <a:cubicBezTo>
                        <a:pt x="31204" y="40481"/>
                        <a:pt x="30442" y="36386"/>
                        <a:pt x="29299" y="32290"/>
                      </a:cubicBezTo>
                      <a:cubicBezTo>
                        <a:pt x="28727" y="30194"/>
                        <a:pt x="27966" y="28194"/>
                        <a:pt x="26918" y="26099"/>
                      </a:cubicBezTo>
                      <a:cubicBezTo>
                        <a:pt x="25965" y="24098"/>
                        <a:pt x="25013" y="22574"/>
                        <a:pt x="23965" y="20765"/>
                      </a:cubicBezTo>
                      <a:lnTo>
                        <a:pt x="12249" y="0"/>
                      </a:lnTo>
                      <a:lnTo>
                        <a:pt x="19679" y="22765"/>
                      </a:lnTo>
                      <a:cubicBezTo>
                        <a:pt x="20250" y="24670"/>
                        <a:pt x="21012" y="26670"/>
                        <a:pt x="21489" y="28385"/>
                      </a:cubicBezTo>
                      <a:cubicBezTo>
                        <a:pt x="21965" y="30004"/>
                        <a:pt x="22250" y="31814"/>
                        <a:pt x="22346" y="33623"/>
                      </a:cubicBezTo>
                      <a:cubicBezTo>
                        <a:pt x="22632" y="37338"/>
                        <a:pt x="22536" y="41053"/>
                        <a:pt x="22346" y="44958"/>
                      </a:cubicBezTo>
                      <a:cubicBezTo>
                        <a:pt x="21774" y="52578"/>
                        <a:pt x="20727" y="60293"/>
                        <a:pt x="19393" y="68008"/>
                      </a:cubicBezTo>
                      <a:lnTo>
                        <a:pt x="17298" y="79629"/>
                      </a:lnTo>
                      <a:lnTo>
                        <a:pt x="16249" y="85630"/>
                      </a:lnTo>
                      <a:lnTo>
                        <a:pt x="15773" y="88868"/>
                      </a:lnTo>
                      <a:lnTo>
                        <a:pt x="15583" y="90869"/>
                      </a:lnTo>
                      <a:lnTo>
                        <a:pt x="15583" y="91440"/>
                      </a:lnTo>
                      <a:lnTo>
                        <a:pt x="15583" y="91726"/>
                      </a:lnTo>
                      <a:lnTo>
                        <a:pt x="15678" y="92869"/>
                      </a:lnTo>
                      <a:cubicBezTo>
                        <a:pt x="15678" y="93059"/>
                        <a:pt x="15773" y="93154"/>
                        <a:pt x="15869" y="93345"/>
                      </a:cubicBezTo>
                      <a:cubicBezTo>
                        <a:pt x="11106" y="103156"/>
                        <a:pt x="7296" y="113538"/>
                        <a:pt x="4820" y="124301"/>
                      </a:cubicBezTo>
                      <a:cubicBezTo>
                        <a:pt x="-133" y="146495"/>
                        <a:pt x="-133" y="168688"/>
                        <a:pt x="57" y="190214"/>
                      </a:cubicBezTo>
                      <a:lnTo>
                        <a:pt x="1677" y="254222"/>
                      </a:ln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91" name="Forme libre : forme 9490">
                  <a:extLst>
                    <a:ext uri="{FF2B5EF4-FFF2-40B4-BE49-F238E27FC236}">
                      <a16:creationId xmlns:a16="http://schemas.microsoft.com/office/drawing/2014/main" id="{DED6BA9F-788D-46A1-9C4A-C3A5D68B2C7B}"/>
                    </a:ext>
                  </a:extLst>
                </p:cNvPr>
                <p:cNvSpPr/>
                <p:nvPr/>
              </p:nvSpPr>
              <p:spPr>
                <a:xfrm>
                  <a:off x="7574189" y="2130551"/>
                  <a:ext cx="125634" cy="14763"/>
                </a:xfrm>
                <a:custGeom>
                  <a:avLst/>
                  <a:gdLst>
                    <a:gd name="connsiteX0" fmla="*/ 125635 w 125634"/>
                    <a:gd name="connsiteY0" fmla="*/ 14764 h 14763"/>
                    <a:gd name="connsiteX1" fmla="*/ 98679 w 125634"/>
                    <a:gd name="connsiteY1" fmla="*/ 10097 h 14763"/>
                    <a:gd name="connsiteX2" fmla="*/ 91726 w 125634"/>
                    <a:gd name="connsiteY2" fmla="*/ 8858 h 14763"/>
                    <a:gd name="connsiteX3" fmla="*/ 46291 w 125634"/>
                    <a:gd name="connsiteY3" fmla="*/ 4096 h 14763"/>
                    <a:gd name="connsiteX4" fmla="*/ 2191 w 125634"/>
                    <a:gd name="connsiteY4" fmla="*/ 381 h 14763"/>
                    <a:gd name="connsiteX5" fmla="*/ 0 w 125634"/>
                    <a:gd name="connsiteY5" fmla="*/ 0 h 14763"/>
                    <a:gd name="connsiteX6" fmla="*/ 23336 w 125634"/>
                    <a:gd name="connsiteY6" fmla="*/ 4572 h 14763"/>
                    <a:gd name="connsiteX7" fmla="*/ 67437 w 125634"/>
                    <a:gd name="connsiteY7" fmla="*/ 8287 h 14763"/>
                    <a:gd name="connsiteX8" fmla="*/ 112871 w 125634"/>
                    <a:gd name="connsiteY8" fmla="*/ 13049 h 14763"/>
                    <a:gd name="connsiteX9" fmla="*/ 119824 w 125634"/>
                    <a:gd name="connsiteY9" fmla="*/ 14288 h 14763"/>
                    <a:gd name="connsiteX10" fmla="*/ 125635 w 125634"/>
                    <a:gd name="connsiteY10" fmla="*/ 14764 h 14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5634" h="14763">
                      <a:moveTo>
                        <a:pt x="125635" y="14764"/>
                      </a:moveTo>
                      <a:cubicBezTo>
                        <a:pt x="112586" y="11144"/>
                        <a:pt x="103441" y="10287"/>
                        <a:pt x="98679" y="10097"/>
                      </a:cubicBezTo>
                      <a:cubicBezTo>
                        <a:pt x="96393" y="9716"/>
                        <a:pt x="94012" y="9239"/>
                        <a:pt x="91726" y="8858"/>
                      </a:cubicBezTo>
                      <a:cubicBezTo>
                        <a:pt x="76485" y="6572"/>
                        <a:pt x="61341" y="5334"/>
                        <a:pt x="46291" y="4096"/>
                      </a:cubicBezTo>
                      <a:cubicBezTo>
                        <a:pt x="31337" y="3048"/>
                        <a:pt x="16383" y="2381"/>
                        <a:pt x="2191" y="381"/>
                      </a:cubicBezTo>
                      <a:cubicBezTo>
                        <a:pt x="1428" y="286"/>
                        <a:pt x="762" y="95"/>
                        <a:pt x="0" y="0"/>
                      </a:cubicBezTo>
                      <a:cubicBezTo>
                        <a:pt x="7715" y="2000"/>
                        <a:pt x="15430" y="3620"/>
                        <a:pt x="23336" y="4572"/>
                      </a:cubicBezTo>
                      <a:cubicBezTo>
                        <a:pt x="37529" y="6572"/>
                        <a:pt x="52483" y="7239"/>
                        <a:pt x="67437" y="8287"/>
                      </a:cubicBezTo>
                      <a:cubicBezTo>
                        <a:pt x="82486" y="9525"/>
                        <a:pt x="97631" y="10859"/>
                        <a:pt x="112871" y="13049"/>
                      </a:cubicBezTo>
                      <a:cubicBezTo>
                        <a:pt x="115157" y="13430"/>
                        <a:pt x="117538" y="13907"/>
                        <a:pt x="119824" y="14288"/>
                      </a:cubicBezTo>
                      <a:cubicBezTo>
                        <a:pt x="121253" y="14288"/>
                        <a:pt x="123254" y="14478"/>
                        <a:pt x="125635" y="14764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92" name="Forme libre : forme 9491">
                  <a:extLst>
                    <a:ext uri="{FF2B5EF4-FFF2-40B4-BE49-F238E27FC236}">
                      <a16:creationId xmlns:a16="http://schemas.microsoft.com/office/drawing/2014/main" id="{C88CF863-D161-45CF-A7C8-0CC834B85BA0}"/>
                    </a:ext>
                  </a:extLst>
                </p:cNvPr>
                <p:cNvSpPr/>
                <p:nvPr/>
              </p:nvSpPr>
              <p:spPr>
                <a:xfrm>
                  <a:off x="7637911" y="1842706"/>
                  <a:ext cx="231391" cy="353932"/>
                </a:xfrm>
                <a:custGeom>
                  <a:avLst/>
                  <a:gdLst>
                    <a:gd name="connsiteX0" fmla="*/ 165354 w 231391"/>
                    <a:gd name="connsiteY0" fmla="*/ 287274 h 353932"/>
                    <a:gd name="connsiteX1" fmla="*/ 158686 w 231391"/>
                    <a:gd name="connsiteY1" fmla="*/ 342900 h 353932"/>
                    <a:gd name="connsiteX2" fmla="*/ 173736 w 231391"/>
                    <a:gd name="connsiteY2" fmla="*/ 353187 h 353932"/>
                    <a:gd name="connsiteX3" fmla="*/ 180118 w 231391"/>
                    <a:gd name="connsiteY3" fmla="*/ 345472 h 353932"/>
                    <a:gd name="connsiteX4" fmla="*/ 222504 w 231391"/>
                    <a:gd name="connsiteY4" fmla="*/ 196024 h 353932"/>
                    <a:gd name="connsiteX5" fmla="*/ 231267 w 231391"/>
                    <a:gd name="connsiteY5" fmla="*/ 183070 h 353932"/>
                    <a:gd name="connsiteX6" fmla="*/ 231077 w 231391"/>
                    <a:gd name="connsiteY6" fmla="*/ 167545 h 353932"/>
                    <a:gd name="connsiteX7" fmla="*/ 189357 w 231391"/>
                    <a:gd name="connsiteY7" fmla="*/ 105537 h 353932"/>
                    <a:gd name="connsiteX8" fmla="*/ 184499 w 231391"/>
                    <a:gd name="connsiteY8" fmla="*/ 101727 h 353932"/>
                    <a:gd name="connsiteX9" fmla="*/ 131064 w 231391"/>
                    <a:gd name="connsiteY9" fmla="*/ 67723 h 353932"/>
                    <a:gd name="connsiteX10" fmla="*/ 123539 w 231391"/>
                    <a:gd name="connsiteY10" fmla="*/ 63055 h 353932"/>
                    <a:gd name="connsiteX11" fmla="*/ 96393 w 231391"/>
                    <a:gd name="connsiteY11" fmla="*/ 46387 h 353932"/>
                    <a:gd name="connsiteX12" fmla="*/ 76390 w 231391"/>
                    <a:gd name="connsiteY12" fmla="*/ 34099 h 353932"/>
                    <a:gd name="connsiteX13" fmla="*/ 75629 w 231391"/>
                    <a:gd name="connsiteY13" fmla="*/ 33623 h 353932"/>
                    <a:gd name="connsiteX14" fmla="*/ 75438 w 231391"/>
                    <a:gd name="connsiteY14" fmla="*/ 33433 h 353932"/>
                    <a:gd name="connsiteX15" fmla="*/ 42196 w 231391"/>
                    <a:gd name="connsiteY15" fmla="*/ 11906 h 353932"/>
                    <a:gd name="connsiteX16" fmla="*/ 4476 w 231391"/>
                    <a:gd name="connsiteY16" fmla="*/ 571 h 353932"/>
                    <a:gd name="connsiteX17" fmla="*/ 0 w 231391"/>
                    <a:gd name="connsiteY17" fmla="*/ 0 h 353932"/>
                    <a:gd name="connsiteX18" fmla="*/ 21050 w 231391"/>
                    <a:gd name="connsiteY18" fmla="*/ 7715 h 353932"/>
                    <a:gd name="connsiteX19" fmla="*/ 54293 w 231391"/>
                    <a:gd name="connsiteY19" fmla="*/ 29242 h 353932"/>
                    <a:gd name="connsiteX20" fmla="*/ 54483 w 231391"/>
                    <a:gd name="connsiteY20" fmla="*/ 29432 h 353932"/>
                    <a:gd name="connsiteX21" fmla="*/ 55245 w 231391"/>
                    <a:gd name="connsiteY21" fmla="*/ 29908 h 353932"/>
                    <a:gd name="connsiteX22" fmla="*/ 75247 w 231391"/>
                    <a:gd name="connsiteY22" fmla="*/ 42196 h 353932"/>
                    <a:gd name="connsiteX23" fmla="*/ 102394 w 231391"/>
                    <a:gd name="connsiteY23" fmla="*/ 58864 h 353932"/>
                    <a:gd name="connsiteX24" fmla="*/ 109918 w 231391"/>
                    <a:gd name="connsiteY24" fmla="*/ 63532 h 353932"/>
                    <a:gd name="connsiteX25" fmla="*/ 163353 w 231391"/>
                    <a:gd name="connsiteY25" fmla="*/ 97536 h 353932"/>
                    <a:gd name="connsiteX26" fmla="*/ 168211 w 231391"/>
                    <a:gd name="connsiteY26" fmla="*/ 101346 h 353932"/>
                    <a:gd name="connsiteX27" fmla="*/ 209931 w 231391"/>
                    <a:gd name="connsiteY27" fmla="*/ 163354 h 353932"/>
                    <a:gd name="connsiteX28" fmla="*/ 210026 w 231391"/>
                    <a:gd name="connsiteY28" fmla="*/ 182594 h 353932"/>
                    <a:gd name="connsiteX29" fmla="*/ 165354 w 231391"/>
                    <a:gd name="connsiteY29" fmla="*/ 287274 h 353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31391" h="353932">
                      <a:moveTo>
                        <a:pt x="165354" y="287274"/>
                      </a:moveTo>
                      <a:cubicBezTo>
                        <a:pt x="161354" y="305943"/>
                        <a:pt x="161354" y="330994"/>
                        <a:pt x="158686" y="342900"/>
                      </a:cubicBezTo>
                      <a:cubicBezTo>
                        <a:pt x="163544" y="346138"/>
                        <a:pt x="168593" y="349472"/>
                        <a:pt x="173736" y="353187"/>
                      </a:cubicBezTo>
                      <a:cubicBezTo>
                        <a:pt x="177069" y="355568"/>
                        <a:pt x="178879" y="352044"/>
                        <a:pt x="180118" y="345472"/>
                      </a:cubicBezTo>
                      <a:cubicBezTo>
                        <a:pt x="173450" y="287464"/>
                        <a:pt x="203645" y="227076"/>
                        <a:pt x="222504" y="196024"/>
                      </a:cubicBezTo>
                      <a:cubicBezTo>
                        <a:pt x="225361" y="191643"/>
                        <a:pt x="228314" y="187357"/>
                        <a:pt x="231267" y="183070"/>
                      </a:cubicBezTo>
                      <a:cubicBezTo>
                        <a:pt x="231457" y="177832"/>
                        <a:pt x="231457" y="172593"/>
                        <a:pt x="231077" y="167545"/>
                      </a:cubicBezTo>
                      <a:cubicBezTo>
                        <a:pt x="226314" y="141065"/>
                        <a:pt x="205073" y="118872"/>
                        <a:pt x="189357" y="105537"/>
                      </a:cubicBezTo>
                      <a:lnTo>
                        <a:pt x="184499" y="101727"/>
                      </a:lnTo>
                      <a:cubicBezTo>
                        <a:pt x="167830" y="89916"/>
                        <a:pt x="149352" y="78676"/>
                        <a:pt x="131064" y="67723"/>
                      </a:cubicBezTo>
                      <a:lnTo>
                        <a:pt x="123539" y="63055"/>
                      </a:lnTo>
                      <a:cubicBezTo>
                        <a:pt x="114205" y="57817"/>
                        <a:pt x="105156" y="52292"/>
                        <a:pt x="96393" y="46387"/>
                      </a:cubicBezTo>
                      <a:lnTo>
                        <a:pt x="76390" y="34099"/>
                      </a:lnTo>
                      <a:lnTo>
                        <a:pt x="75629" y="33623"/>
                      </a:lnTo>
                      <a:lnTo>
                        <a:pt x="75438" y="33433"/>
                      </a:lnTo>
                      <a:cubicBezTo>
                        <a:pt x="64865" y="25051"/>
                        <a:pt x="53911" y="17526"/>
                        <a:pt x="42196" y="11906"/>
                      </a:cubicBezTo>
                      <a:cubicBezTo>
                        <a:pt x="30480" y="6286"/>
                        <a:pt x="17812" y="2667"/>
                        <a:pt x="4476" y="571"/>
                      </a:cubicBezTo>
                      <a:cubicBezTo>
                        <a:pt x="3048" y="381"/>
                        <a:pt x="1524" y="190"/>
                        <a:pt x="0" y="0"/>
                      </a:cubicBezTo>
                      <a:cubicBezTo>
                        <a:pt x="7239" y="2000"/>
                        <a:pt x="14288" y="4477"/>
                        <a:pt x="21050" y="7715"/>
                      </a:cubicBezTo>
                      <a:cubicBezTo>
                        <a:pt x="32861" y="13335"/>
                        <a:pt x="43815" y="20860"/>
                        <a:pt x="54293" y="29242"/>
                      </a:cubicBezTo>
                      <a:lnTo>
                        <a:pt x="54483" y="29432"/>
                      </a:lnTo>
                      <a:lnTo>
                        <a:pt x="55245" y="29908"/>
                      </a:lnTo>
                      <a:lnTo>
                        <a:pt x="75247" y="42196"/>
                      </a:lnTo>
                      <a:cubicBezTo>
                        <a:pt x="84011" y="48101"/>
                        <a:pt x="93059" y="53626"/>
                        <a:pt x="102394" y="58864"/>
                      </a:cubicBezTo>
                      <a:lnTo>
                        <a:pt x="109918" y="63532"/>
                      </a:lnTo>
                      <a:cubicBezTo>
                        <a:pt x="128111" y="74485"/>
                        <a:pt x="146589" y="85725"/>
                        <a:pt x="163353" y="97536"/>
                      </a:cubicBezTo>
                      <a:lnTo>
                        <a:pt x="168211" y="101346"/>
                      </a:lnTo>
                      <a:cubicBezTo>
                        <a:pt x="183928" y="114586"/>
                        <a:pt x="205168" y="136874"/>
                        <a:pt x="209931" y="163354"/>
                      </a:cubicBezTo>
                      <a:cubicBezTo>
                        <a:pt x="210407" y="169640"/>
                        <a:pt x="210407" y="176117"/>
                        <a:pt x="210026" y="182594"/>
                      </a:cubicBezTo>
                      <a:cubicBezTo>
                        <a:pt x="197739" y="205359"/>
                        <a:pt x="170116" y="264605"/>
                        <a:pt x="165354" y="287274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93" name="Forme libre : forme 9492">
                  <a:extLst>
                    <a:ext uri="{FF2B5EF4-FFF2-40B4-BE49-F238E27FC236}">
                      <a16:creationId xmlns:a16="http://schemas.microsoft.com/office/drawing/2014/main" id="{D1382CB2-C935-4331-B130-096E734F1ABF}"/>
                    </a:ext>
                  </a:extLst>
                </p:cNvPr>
                <p:cNvSpPr/>
                <p:nvPr/>
              </p:nvSpPr>
              <p:spPr>
                <a:xfrm>
                  <a:off x="6074858" y="2163127"/>
                  <a:ext cx="1870781" cy="2782633"/>
                </a:xfrm>
                <a:custGeom>
                  <a:avLst/>
                  <a:gdLst>
                    <a:gd name="connsiteX0" fmla="*/ 15716 w 1870781"/>
                    <a:gd name="connsiteY0" fmla="*/ 2782633 h 2782633"/>
                    <a:gd name="connsiteX1" fmla="*/ 635032 w 1870781"/>
                    <a:gd name="connsiteY1" fmla="*/ 2490692 h 2782633"/>
                    <a:gd name="connsiteX2" fmla="*/ 1219486 w 1870781"/>
                    <a:gd name="connsiteY2" fmla="*/ 2001012 h 2782633"/>
                    <a:gd name="connsiteX3" fmla="*/ 1543050 w 1870781"/>
                    <a:gd name="connsiteY3" fmla="*/ 1742599 h 2782633"/>
                    <a:gd name="connsiteX4" fmla="*/ 1611726 w 1870781"/>
                    <a:gd name="connsiteY4" fmla="*/ 1662970 h 2782633"/>
                    <a:gd name="connsiteX5" fmla="*/ 1688592 w 1870781"/>
                    <a:gd name="connsiteY5" fmla="*/ 1573816 h 2782633"/>
                    <a:gd name="connsiteX6" fmla="*/ 1760125 w 1870781"/>
                    <a:gd name="connsiteY6" fmla="*/ 1273302 h 2782633"/>
                    <a:gd name="connsiteX7" fmla="*/ 1756601 w 1870781"/>
                    <a:gd name="connsiteY7" fmla="*/ 1185672 h 2782633"/>
                    <a:gd name="connsiteX8" fmla="*/ 1788223 w 1870781"/>
                    <a:gd name="connsiteY8" fmla="*/ 780097 h 2782633"/>
                    <a:gd name="connsiteX9" fmla="*/ 1809369 w 1870781"/>
                    <a:gd name="connsiteY9" fmla="*/ 716471 h 2782633"/>
                    <a:gd name="connsiteX10" fmla="*/ 1742313 w 1870781"/>
                    <a:gd name="connsiteY10" fmla="*/ 79915 h 2782633"/>
                    <a:gd name="connsiteX11" fmla="*/ 1625251 w 1870781"/>
                    <a:gd name="connsiteY11" fmla="*/ 1524 h 2782633"/>
                    <a:gd name="connsiteX12" fmla="*/ 1614869 w 1870781"/>
                    <a:gd name="connsiteY12" fmla="*/ 0 h 2782633"/>
                    <a:gd name="connsiteX13" fmla="*/ 1721263 w 1870781"/>
                    <a:gd name="connsiteY13" fmla="*/ 75628 h 2782633"/>
                    <a:gd name="connsiteX14" fmla="*/ 1788319 w 1870781"/>
                    <a:gd name="connsiteY14" fmla="*/ 712184 h 2782633"/>
                    <a:gd name="connsiteX15" fmla="*/ 1767174 w 1870781"/>
                    <a:gd name="connsiteY15" fmla="*/ 775811 h 2782633"/>
                    <a:gd name="connsiteX16" fmla="*/ 1735551 w 1870781"/>
                    <a:gd name="connsiteY16" fmla="*/ 1181386 h 2782633"/>
                    <a:gd name="connsiteX17" fmla="*/ 1739075 w 1870781"/>
                    <a:gd name="connsiteY17" fmla="*/ 1269016 h 2782633"/>
                    <a:gd name="connsiteX18" fmla="*/ 1667542 w 1870781"/>
                    <a:gd name="connsiteY18" fmla="*/ 1569530 h 2782633"/>
                    <a:gd name="connsiteX19" fmla="*/ 1590675 w 1870781"/>
                    <a:gd name="connsiteY19" fmla="*/ 1658683 h 2782633"/>
                    <a:gd name="connsiteX20" fmla="*/ 1522000 w 1870781"/>
                    <a:gd name="connsiteY20" fmla="*/ 1738313 h 2782633"/>
                    <a:gd name="connsiteX21" fmla="*/ 1198436 w 1870781"/>
                    <a:gd name="connsiteY21" fmla="*/ 1996726 h 2782633"/>
                    <a:gd name="connsiteX22" fmla="*/ 613982 w 1870781"/>
                    <a:gd name="connsiteY22" fmla="*/ 2486406 h 2782633"/>
                    <a:gd name="connsiteX23" fmla="*/ 0 w 1870781"/>
                    <a:gd name="connsiteY23" fmla="*/ 2777966 h 2782633"/>
                    <a:gd name="connsiteX24" fmla="*/ 15716 w 1870781"/>
                    <a:gd name="connsiteY24" fmla="*/ 2782633 h 2782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870781" h="2782633">
                      <a:moveTo>
                        <a:pt x="15716" y="2782633"/>
                      </a:moveTo>
                      <a:cubicBezTo>
                        <a:pt x="405670" y="2759678"/>
                        <a:pt x="577405" y="2558320"/>
                        <a:pt x="635032" y="2490692"/>
                      </a:cubicBezTo>
                      <a:cubicBezTo>
                        <a:pt x="779431" y="2321242"/>
                        <a:pt x="1013270" y="2151126"/>
                        <a:pt x="1219486" y="2001012"/>
                      </a:cubicBezTo>
                      <a:cubicBezTo>
                        <a:pt x="1363313" y="1896332"/>
                        <a:pt x="1487614" y="1805940"/>
                        <a:pt x="1543050" y="1742599"/>
                      </a:cubicBezTo>
                      <a:cubicBezTo>
                        <a:pt x="1565339" y="1717072"/>
                        <a:pt x="1588198" y="1690402"/>
                        <a:pt x="1611726" y="1662970"/>
                      </a:cubicBezTo>
                      <a:cubicBezTo>
                        <a:pt x="1636681" y="1633823"/>
                        <a:pt x="1662303" y="1603915"/>
                        <a:pt x="1688592" y="1573816"/>
                      </a:cubicBezTo>
                      <a:cubicBezTo>
                        <a:pt x="1723358" y="1510284"/>
                        <a:pt x="1764888" y="1405604"/>
                        <a:pt x="1760125" y="1273302"/>
                      </a:cubicBezTo>
                      <a:cubicBezTo>
                        <a:pt x="1758982" y="1241679"/>
                        <a:pt x="1757744" y="1212628"/>
                        <a:pt x="1756601" y="1185672"/>
                      </a:cubicBezTo>
                      <a:cubicBezTo>
                        <a:pt x="1749457" y="1016413"/>
                        <a:pt x="1745456" y="923258"/>
                        <a:pt x="1788223" y="780097"/>
                      </a:cubicBezTo>
                      <a:cubicBezTo>
                        <a:pt x="1794510" y="759142"/>
                        <a:pt x="1801749" y="738378"/>
                        <a:pt x="1809369" y="716471"/>
                      </a:cubicBezTo>
                      <a:cubicBezTo>
                        <a:pt x="1858804" y="575024"/>
                        <a:pt x="1945672" y="432149"/>
                        <a:pt x="1742313" y="79915"/>
                      </a:cubicBezTo>
                      <a:cubicBezTo>
                        <a:pt x="1727835" y="58388"/>
                        <a:pt x="1691926" y="16288"/>
                        <a:pt x="1625251" y="1524"/>
                      </a:cubicBezTo>
                      <a:cubicBezTo>
                        <a:pt x="1621822" y="952"/>
                        <a:pt x="1618298" y="476"/>
                        <a:pt x="1614869" y="0"/>
                      </a:cubicBezTo>
                      <a:cubicBezTo>
                        <a:pt x="1674686" y="16669"/>
                        <a:pt x="1707547" y="55245"/>
                        <a:pt x="1721263" y="75628"/>
                      </a:cubicBezTo>
                      <a:cubicBezTo>
                        <a:pt x="1924622" y="427863"/>
                        <a:pt x="1837849" y="570643"/>
                        <a:pt x="1788319" y="712184"/>
                      </a:cubicBezTo>
                      <a:cubicBezTo>
                        <a:pt x="1780699" y="734092"/>
                        <a:pt x="1773364" y="754856"/>
                        <a:pt x="1767174" y="775811"/>
                      </a:cubicBezTo>
                      <a:cubicBezTo>
                        <a:pt x="1724406" y="918972"/>
                        <a:pt x="1728311" y="1012126"/>
                        <a:pt x="1735551" y="1181386"/>
                      </a:cubicBezTo>
                      <a:cubicBezTo>
                        <a:pt x="1736693" y="1208341"/>
                        <a:pt x="1737932" y="1237393"/>
                        <a:pt x="1739075" y="1269016"/>
                      </a:cubicBezTo>
                      <a:cubicBezTo>
                        <a:pt x="1743933" y="1401318"/>
                        <a:pt x="1702308" y="1505998"/>
                        <a:pt x="1667542" y="1569530"/>
                      </a:cubicBezTo>
                      <a:cubicBezTo>
                        <a:pt x="1641158" y="1599629"/>
                        <a:pt x="1615536" y="1629537"/>
                        <a:pt x="1590675" y="1658683"/>
                      </a:cubicBezTo>
                      <a:cubicBezTo>
                        <a:pt x="1567244" y="1686115"/>
                        <a:pt x="1544384" y="1712786"/>
                        <a:pt x="1522000" y="1738313"/>
                      </a:cubicBezTo>
                      <a:cubicBezTo>
                        <a:pt x="1466565" y="1801654"/>
                        <a:pt x="1342358" y="1892046"/>
                        <a:pt x="1198436" y="1996726"/>
                      </a:cubicBezTo>
                      <a:cubicBezTo>
                        <a:pt x="992124" y="2146840"/>
                        <a:pt x="758286" y="2316956"/>
                        <a:pt x="613982" y="2486406"/>
                      </a:cubicBezTo>
                      <a:cubicBezTo>
                        <a:pt x="556641" y="2553748"/>
                        <a:pt x="386144" y="2753582"/>
                        <a:pt x="0" y="2777966"/>
                      </a:cubicBezTo>
                      <a:cubicBezTo>
                        <a:pt x="5049" y="2779681"/>
                        <a:pt x="10383" y="2781205"/>
                        <a:pt x="15716" y="2782633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94" name="Forme libre : forme 9493">
                  <a:extLst>
                    <a:ext uri="{FF2B5EF4-FFF2-40B4-BE49-F238E27FC236}">
                      <a16:creationId xmlns:a16="http://schemas.microsoft.com/office/drawing/2014/main" id="{1BE41B75-C156-47EE-801A-690A6380D78D}"/>
                    </a:ext>
                  </a:extLst>
                </p:cNvPr>
                <p:cNvSpPr/>
                <p:nvPr/>
              </p:nvSpPr>
              <p:spPr>
                <a:xfrm>
                  <a:off x="1358269" y="3210653"/>
                  <a:ext cx="150637" cy="252064"/>
                </a:xfrm>
                <a:custGeom>
                  <a:avLst/>
                  <a:gdLst>
                    <a:gd name="connsiteX0" fmla="*/ 0 w 150637"/>
                    <a:gd name="connsiteY0" fmla="*/ 234443 h 252064"/>
                    <a:gd name="connsiteX1" fmla="*/ 7048 w 150637"/>
                    <a:gd name="connsiteY1" fmla="*/ 252065 h 252064"/>
                    <a:gd name="connsiteX2" fmla="*/ 27242 w 150637"/>
                    <a:gd name="connsiteY2" fmla="*/ 215393 h 252064"/>
                    <a:gd name="connsiteX3" fmla="*/ 49530 w 150637"/>
                    <a:gd name="connsiteY3" fmla="*/ 191676 h 252064"/>
                    <a:gd name="connsiteX4" fmla="*/ 77438 w 150637"/>
                    <a:gd name="connsiteY4" fmla="*/ 152909 h 252064"/>
                    <a:gd name="connsiteX5" fmla="*/ 63817 w 150637"/>
                    <a:gd name="connsiteY5" fmla="*/ 162244 h 252064"/>
                    <a:gd name="connsiteX6" fmla="*/ 95821 w 150637"/>
                    <a:gd name="connsiteY6" fmla="*/ 121191 h 252064"/>
                    <a:gd name="connsiteX7" fmla="*/ 148780 w 150637"/>
                    <a:gd name="connsiteY7" fmla="*/ 43943 h 252064"/>
                    <a:gd name="connsiteX8" fmla="*/ 148876 w 150637"/>
                    <a:gd name="connsiteY8" fmla="*/ 43848 h 252064"/>
                    <a:gd name="connsiteX9" fmla="*/ 148685 w 150637"/>
                    <a:gd name="connsiteY9" fmla="*/ 42610 h 252064"/>
                    <a:gd name="connsiteX10" fmla="*/ 148400 w 150637"/>
                    <a:gd name="connsiteY10" fmla="*/ 40419 h 252064"/>
                    <a:gd name="connsiteX11" fmla="*/ 131731 w 150637"/>
                    <a:gd name="connsiteY11" fmla="*/ 38133 h 252064"/>
                    <a:gd name="connsiteX12" fmla="*/ 149923 w 150637"/>
                    <a:gd name="connsiteY12" fmla="*/ 13749 h 252064"/>
                    <a:gd name="connsiteX13" fmla="*/ 140398 w 150637"/>
                    <a:gd name="connsiteY13" fmla="*/ 2319 h 252064"/>
                    <a:gd name="connsiteX14" fmla="*/ 110585 w 150637"/>
                    <a:gd name="connsiteY14" fmla="*/ 33942 h 252064"/>
                    <a:gd name="connsiteX15" fmla="*/ 134684 w 150637"/>
                    <a:gd name="connsiteY15" fmla="*/ 47086 h 252064"/>
                    <a:gd name="connsiteX16" fmla="*/ 134684 w 150637"/>
                    <a:gd name="connsiteY16" fmla="*/ 47944 h 252064"/>
                    <a:gd name="connsiteX17" fmla="*/ 84582 w 150637"/>
                    <a:gd name="connsiteY17" fmla="*/ 112237 h 252064"/>
                    <a:gd name="connsiteX18" fmla="*/ 13716 w 150637"/>
                    <a:gd name="connsiteY18" fmla="*/ 209869 h 252064"/>
                    <a:gd name="connsiteX19" fmla="*/ 11430 w 150637"/>
                    <a:gd name="connsiteY19" fmla="*/ 213488 h 252064"/>
                    <a:gd name="connsiteX20" fmla="*/ 11525 w 150637"/>
                    <a:gd name="connsiteY20" fmla="*/ 213584 h 252064"/>
                    <a:gd name="connsiteX21" fmla="*/ 0 w 150637"/>
                    <a:gd name="connsiteY21" fmla="*/ 234443 h 252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50637" h="252064">
                      <a:moveTo>
                        <a:pt x="0" y="234443"/>
                      </a:moveTo>
                      <a:cubicBezTo>
                        <a:pt x="2762" y="240253"/>
                        <a:pt x="5143" y="246064"/>
                        <a:pt x="7048" y="252065"/>
                      </a:cubicBezTo>
                      <a:cubicBezTo>
                        <a:pt x="12954" y="239777"/>
                        <a:pt x="19717" y="227490"/>
                        <a:pt x="27242" y="215393"/>
                      </a:cubicBezTo>
                      <a:cubicBezTo>
                        <a:pt x="32194" y="208154"/>
                        <a:pt x="39719" y="200153"/>
                        <a:pt x="49530" y="191676"/>
                      </a:cubicBezTo>
                      <a:cubicBezTo>
                        <a:pt x="58388" y="178627"/>
                        <a:pt x="67723" y="165673"/>
                        <a:pt x="77438" y="152909"/>
                      </a:cubicBezTo>
                      <a:cubicBezTo>
                        <a:pt x="72866" y="155957"/>
                        <a:pt x="68389" y="159005"/>
                        <a:pt x="63817" y="162244"/>
                      </a:cubicBezTo>
                      <a:cubicBezTo>
                        <a:pt x="74200" y="148433"/>
                        <a:pt x="84963" y="134717"/>
                        <a:pt x="95821" y="121191"/>
                      </a:cubicBezTo>
                      <a:cubicBezTo>
                        <a:pt x="128873" y="80043"/>
                        <a:pt x="150209" y="66994"/>
                        <a:pt x="148780" y="43943"/>
                      </a:cubicBezTo>
                      <a:cubicBezTo>
                        <a:pt x="148780" y="43943"/>
                        <a:pt x="148876" y="43848"/>
                        <a:pt x="148876" y="43848"/>
                      </a:cubicBezTo>
                      <a:cubicBezTo>
                        <a:pt x="148876" y="43848"/>
                        <a:pt x="148780" y="43372"/>
                        <a:pt x="148685" y="42610"/>
                      </a:cubicBezTo>
                      <a:cubicBezTo>
                        <a:pt x="148590" y="41848"/>
                        <a:pt x="148495" y="41181"/>
                        <a:pt x="148400" y="40419"/>
                      </a:cubicBezTo>
                      <a:cubicBezTo>
                        <a:pt x="142780" y="38800"/>
                        <a:pt x="135350" y="39943"/>
                        <a:pt x="131731" y="38133"/>
                      </a:cubicBezTo>
                      <a:cubicBezTo>
                        <a:pt x="121253" y="32894"/>
                        <a:pt x="135446" y="22703"/>
                        <a:pt x="149923" y="13749"/>
                      </a:cubicBezTo>
                      <a:cubicBezTo>
                        <a:pt x="151447" y="5177"/>
                        <a:pt x="151447" y="-4539"/>
                        <a:pt x="140398" y="2319"/>
                      </a:cubicBezTo>
                      <a:cubicBezTo>
                        <a:pt x="124301" y="12416"/>
                        <a:pt x="97250" y="27179"/>
                        <a:pt x="110585" y="33942"/>
                      </a:cubicBezTo>
                      <a:cubicBezTo>
                        <a:pt x="116967" y="37085"/>
                        <a:pt x="134779" y="30894"/>
                        <a:pt x="134684" y="47086"/>
                      </a:cubicBezTo>
                      <a:cubicBezTo>
                        <a:pt x="134684" y="47372"/>
                        <a:pt x="134684" y="47658"/>
                        <a:pt x="134684" y="47944"/>
                      </a:cubicBezTo>
                      <a:cubicBezTo>
                        <a:pt x="135064" y="67661"/>
                        <a:pt x="113538" y="76138"/>
                        <a:pt x="84582" y="112237"/>
                      </a:cubicBezTo>
                      <a:cubicBezTo>
                        <a:pt x="59150" y="143861"/>
                        <a:pt x="34004" y="176436"/>
                        <a:pt x="13716" y="209869"/>
                      </a:cubicBezTo>
                      <a:cubicBezTo>
                        <a:pt x="12954" y="211107"/>
                        <a:pt x="12097" y="212250"/>
                        <a:pt x="11430" y="213488"/>
                      </a:cubicBezTo>
                      <a:lnTo>
                        <a:pt x="11525" y="213584"/>
                      </a:lnTo>
                      <a:cubicBezTo>
                        <a:pt x="7620" y="220442"/>
                        <a:pt x="3715" y="227490"/>
                        <a:pt x="0" y="234443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95" name="Forme libre : forme 9494">
                  <a:extLst>
                    <a:ext uri="{FF2B5EF4-FFF2-40B4-BE49-F238E27FC236}">
                      <a16:creationId xmlns:a16="http://schemas.microsoft.com/office/drawing/2014/main" id="{12242C98-2593-4249-B0F6-D7FA472E8729}"/>
                    </a:ext>
                  </a:extLst>
                </p:cNvPr>
                <p:cNvSpPr/>
                <p:nvPr/>
              </p:nvSpPr>
              <p:spPr>
                <a:xfrm>
                  <a:off x="1445613" y="3072908"/>
                  <a:ext cx="165983" cy="301132"/>
                </a:xfrm>
                <a:custGeom>
                  <a:avLst/>
                  <a:gdLst>
                    <a:gd name="connsiteX0" fmla="*/ 44767 w 165983"/>
                    <a:gd name="connsiteY0" fmla="*/ 258079 h 301132"/>
                    <a:gd name="connsiteX1" fmla="*/ 24955 w 165983"/>
                    <a:gd name="connsiteY1" fmla="*/ 269033 h 301132"/>
                    <a:gd name="connsiteX2" fmla="*/ 0 w 165983"/>
                    <a:gd name="connsiteY2" fmla="*/ 301133 h 301132"/>
                    <a:gd name="connsiteX3" fmla="*/ 36100 w 165983"/>
                    <a:gd name="connsiteY3" fmla="*/ 279130 h 301132"/>
                    <a:gd name="connsiteX4" fmla="*/ 64294 w 165983"/>
                    <a:gd name="connsiteY4" fmla="*/ 263128 h 301132"/>
                    <a:gd name="connsiteX5" fmla="*/ 153162 w 165983"/>
                    <a:gd name="connsiteY5" fmla="*/ 149018 h 301132"/>
                    <a:gd name="connsiteX6" fmla="*/ 154972 w 165983"/>
                    <a:gd name="connsiteY6" fmla="*/ 44910 h 301132"/>
                    <a:gd name="connsiteX7" fmla="*/ 155258 w 165983"/>
                    <a:gd name="connsiteY7" fmla="*/ 42148 h 301132"/>
                    <a:gd name="connsiteX8" fmla="*/ 146495 w 165983"/>
                    <a:gd name="connsiteY8" fmla="*/ 35576 h 301132"/>
                    <a:gd name="connsiteX9" fmla="*/ 165449 w 165983"/>
                    <a:gd name="connsiteY9" fmla="*/ 12430 h 301132"/>
                    <a:gd name="connsiteX10" fmla="*/ 150114 w 165983"/>
                    <a:gd name="connsiteY10" fmla="*/ 4429 h 301132"/>
                    <a:gd name="connsiteX11" fmla="*/ 125444 w 165983"/>
                    <a:gd name="connsiteY11" fmla="*/ 31385 h 301132"/>
                    <a:gd name="connsiteX12" fmla="*/ 140779 w 165983"/>
                    <a:gd name="connsiteY12" fmla="*/ 52054 h 301132"/>
                    <a:gd name="connsiteX13" fmla="*/ 139351 w 165983"/>
                    <a:gd name="connsiteY13" fmla="*/ 145399 h 301132"/>
                    <a:gd name="connsiteX14" fmla="*/ 44767 w 165983"/>
                    <a:gd name="connsiteY14" fmla="*/ 258079 h 301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5983" h="301132">
                      <a:moveTo>
                        <a:pt x="44767" y="258079"/>
                      </a:moveTo>
                      <a:cubicBezTo>
                        <a:pt x="39338" y="260937"/>
                        <a:pt x="32575" y="264747"/>
                        <a:pt x="24955" y="269033"/>
                      </a:cubicBezTo>
                      <a:cubicBezTo>
                        <a:pt x="16478" y="279606"/>
                        <a:pt x="8096" y="290274"/>
                        <a:pt x="0" y="301133"/>
                      </a:cubicBezTo>
                      <a:cubicBezTo>
                        <a:pt x="10954" y="293894"/>
                        <a:pt x="23050" y="286559"/>
                        <a:pt x="36100" y="279130"/>
                      </a:cubicBezTo>
                      <a:cubicBezTo>
                        <a:pt x="46958" y="272653"/>
                        <a:pt x="56769" y="267128"/>
                        <a:pt x="64294" y="263128"/>
                      </a:cubicBezTo>
                      <a:cubicBezTo>
                        <a:pt x="107537" y="235791"/>
                        <a:pt x="141827" y="192357"/>
                        <a:pt x="153162" y="149018"/>
                      </a:cubicBezTo>
                      <a:cubicBezTo>
                        <a:pt x="162401" y="113776"/>
                        <a:pt x="155734" y="77104"/>
                        <a:pt x="154972" y="44910"/>
                      </a:cubicBezTo>
                      <a:cubicBezTo>
                        <a:pt x="155067" y="44053"/>
                        <a:pt x="155162" y="43100"/>
                        <a:pt x="155258" y="42148"/>
                      </a:cubicBezTo>
                      <a:cubicBezTo>
                        <a:pt x="152400" y="40528"/>
                        <a:pt x="149162" y="39767"/>
                        <a:pt x="146495" y="35576"/>
                      </a:cubicBezTo>
                      <a:cubicBezTo>
                        <a:pt x="140779" y="26622"/>
                        <a:pt x="148495" y="23288"/>
                        <a:pt x="165449" y="12430"/>
                      </a:cubicBezTo>
                      <a:cubicBezTo>
                        <a:pt x="167354" y="2619"/>
                        <a:pt x="164592" y="-5287"/>
                        <a:pt x="150114" y="4429"/>
                      </a:cubicBezTo>
                      <a:cubicBezTo>
                        <a:pt x="129159" y="18526"/>
                        <a:pt x="119063" y="21478"/>
                        <a:pt x="125444" y="31385"/>
                      </a:cubicBezTo>
                      <a:cubicBezTo>
                        <a:pt x="131064" y="40147"/>
                        <a:pt x="139065" y="33766"/>
                        <a:pt x="140779" y="52054"/>
                      </a:cubicBezTo>
                      <a:cubicBezTo>
                        <a:pt x="141351" y="85296"/>
                        <a:pt x="147447" y="114443"/>
                        <a:pt x="139351" y="145399"/>
                      </a:cubicBezTo>
                      <a:cubicBezTo>
                        <a:pt x="127921" y="189309"/>
                        <a:pt x="90773" y="233600"/>
                        <a:pt x="44767" y="25807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96" name="Forme libre : forme 9495">
                  <a:extLst>
                    <a:ext uri="{FF2B5EF4-FFF2-40B4-BE49-F238E27FC236}">
                      <a16:creationId xmlns:a16="http://schemas.microsoft.com/office/drawing/2014/main" id="{6F55AAA2-0D90-439E-BC64-02AA181A2F4D}"/>
                    </a:ext>
                  </a:extLst>
                </p:cNvPr>
                <p:cNvSpPr/>
                <p:nvPr/>
              </p:nvSpPr>
              <p:spPr>
                <a:xfrm>
                  <a:off x="1233872" y="3317090"/>
                  <a:ext cx="116760" cy="278485"/>
                </a:xfrm>
                <a:custGeom>
                  <a:avLst/>
                  <a:gdLst>
                    <a:gd name="connsiteX0" fmla="*/ 381 w 116760"/>
                    <a:gd name="connsiteY0" fmla="*/ 9516 h 278485"/>
                    <a:gd name="connsiteX1" fmla="*/ 3619 w 116760"/>
                    <a:gd name="connsiteY1" fmla="*/ 14374 h 278485"/>
                    <a:gd name="connsiteX2" fmla="*/ 23050 w 116760"/>
                    <a:gd name="connsiteY2" fmla="*/ 36471 h 278485"/>
                    <a:gd name="connsiteX3" fmla="*/ 54578 w 116760"/>
                    <a:gd name="connsiteY3" fmla="*/ 79525 h 278485"/>
                    <a:gd name="connsiteX4" fmla="*/ 101536 w 116760"/>
                    <a:gd name="connsiteY4" fmla="*/ 182871 h 278485"/>
                    <a:gd name="connsiteX5" fmla="*/ 101632 w 116760"/>
                    <a:gd name="connsiteY5" fmla="*/ 182871 h 278485"/>
                    <a:gd name="connsiteX6" fmla="*/ 96202 w 116760"/>
                    <a:gd name="connsiteY6" fmla="*/ 205826 h 278485"/>
                    <a:gd name="connsiteX7" fmla="*/ 90678 w 116760"/>
                    <a:gd name="connsiteY7" fmla="*/ 249832 h 278485"/>
                    <a:gd name="connsiteX8" fmla="*/ 89344 w 116760"/>
                    <a:gd name="connsiteY8" fmla="*/ 277454 h 278485"/>
                    <a:gd name="connsiteX9" fmla="*/ 101441 w 116760"/>
                    <a:gd name="connsiteY9" fmla="*/ 260023 h 278485"/>
                    <a:gd name="connsiteX10" fmla="*/ 108299 w 116760"/>
                    <a:gd name="connsiteY10" fmla="*/ 183442 h 278485"/>
                    <a:gd name="connsiteX11" fmla="*/ 110966 w 116760"/>
                    <a:gd name="connsiteY11" fmla="*/ 166583 h 278485"/>
                    <a:gd name="connsiteX12" fmla="*/ 116205 w 116760"/>
                    <a:gd name="connsiteY12" fmla="*/ 144866 h 278485"/>
                    <a:gd name="connsiteX13" fmla="*/ 113157 w 116760"/>
                    <a:gd name="connsiteY13" fmla="*/ 151248 h 278485"/>
                    <a:gd name="connsiteX14" fmla="*/ 87725 w 116760"/>
                    <a:gd name="connsiteY14" fmla="*/ 96955 h 278485"/>
                    <a:gd name="connsiteX15" fmla="*/ 75533 w 116760"/>
                    <a:gd name="connsiteY15" fmla="*/ 83716 h 278485"/>
                    <a:gd name="connsiteX16" fmla="*/ 54388 w 116760"/>
                    <a:gd name="connsiteY16" fmla="*/ 58474 h 278485"/>
                    <a:gd name="connsiteX17" fmla="*/ 34766 w 116760"/>
                    <a:gd name="connsiteY17" fmla="*/ 28280 h 278485"/>
                    <a:gd name="connsiteX18" fmla="*/ 34671 w 116760"/>
                    <a:gd name="connsiteY18" fmla="*/ 28090 h 278485"/>
                    <a:gd name="connsiteX19" fmla="*/ 24479 w 116760"/>
                    <a:gd name="connsiteY19" fmla="*/ 18565 h 278485"/>
                    <a:gd name="connsiteX20" fmla="*/ 38005 w 116760"/>
                    <a:gd name="connsiteY20" fmla="*/ 4277 h 278485"/>
                    <a:gd name="connsiteX21" fmla="*/ 28575 w 116760"/>
                    <a:gd name="connsiteY21" fmla="*/ 1134 h 278485"/>
                    <a:gd name="connsiteX22" fmla="*/ 0 w 116760"/>
                    <a:gd name="connsiteY22" fmla="*/ 4563 h 278485"/>
                    <a:gd name="connsiteX23" fmla="*/ 381 w 116760"/>
                    <a:gd name="connsiteY23" fmla="*/ 9516 h 27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16760" h="278485">
                      <a:moveTo>
                        <a:pt x="381" y="9516"/>
                      </a:moveTo>
                      <a:cubicBezTo>
                        <a:pt x="952" y="10944"/>
                        <a:pt x="2000" y="12564"/>
                        <a:pt x="3619" y="14374"/>
                      </a:cubicBezTo>
                      <a:cubicBezTo>
                        <a:pt x="9239" y="21041"/>
                        <a:pt x="14192" y="21327"/>
                        <a:pt x="23050" y="36471"/>
                      </a:cubicBezTo>
                      <a:cubicBezTo>
                        <a:pt x="28575" y="47806"/>
                        <a:pt x="38386" y="63713"/>
                        <a:pt x="54578" y="79525"/>
                      </a:cubicBezTo>
                      <a:cubicBezTo>
                        <a:pt x="80963" y="105147"/>
                        <a:pt x="105632" y="146961"/>
                        <a:pt x="101536" y="182871"/>
                      </a:cubicBezTo>
                      <a:lnTo>
                        <a:pt x="101632" y="182871"/>
                      </a:lnTo>
                      <a:cubicBezTo>
                        <a:pt x="99441" y="190491"/>
                        <a:pt x="97536" y="198111"/>
                        <a:pt x="96202" y="205826"/>
                      </a:cubicBezTo>
                      <a:cubicBezTo>
                        <a:pt x="93154" y="220018"/>
                        <a:pt x="91630" y="236211"/>
                        <a:pt x="90678" y="249832"/>
                      </a:cubicBezTo>
                      <a:cubicBezTo>
                        <a:pt x="90964" y="260023"/>
                        <a:pt x="84868" y="265738"/>
                        <a:pt x="89344" y="277454"/>
                      </a:cubicBezTo>
                      <a:cubicBezTo>
                        <a:pt x="90583" y="280788"/>
                        <a:pt x="100489" y="276311"/>
                        <a:pt x="101441" y="260023"/>
                      </a:cubicBezTo>
                      <a:cubicBezTo>
                        <a:pt x="101155" y="220685"/>
                        <a:pt x="106013" y="195825"/>
                        <a:pt x="108299" y="183442"/>
                      </a:cubicBezTo>
                      <a:cubicBezTo>
                        <a:pt x="109823" y="178489"/>
                        <a:pt x="109061" y="171441"/>
                        <a:pt x="110966" y="166583"/>
                      </a:cubicBezTo>
                      <a:cubicBezTo>
                        <a:pt x="109918" y="159153"/>
                        <a:pt x="119063" y="152295"/>
                        <a:pt x="116205" y="144866"/>
                      </a:cubicBezTo>
                      <a:cubicBezTo>
                        <a:pt x="115252" y="147057"/>
                        <a:pt x="114109" y="149152"/>
                        <a:pt x="113157" y="151248"/>
                      </a:cubicBezTo>
                      <a:cubicBezTo>
                        <a:pt x="108585" y="132293"/>
                        <a:pt x="99250" y="113434"/>
                        <a:pt x="87725" y="96955"/>
                      </a:cubicBezTo>
                      <a:cubicBezTo>
                        <a:pt x="83820" y="92193"/>
                        <a:pt x="79724" y="87811"/>
                        <a:pt x="75533" y="83716"/>
                      </a:cubicBezTo>
                      <a:cubicBezTo>
                        <a:pt x="66675" y="75048"/>
                        <a:pt x="59817" y="66475"/>
                        <a:pt x="54388" y="58474"/>
                      </a:cubicBezTo>
                      <a:cubicBezTo>
                        <a:pt x="44672" y="46949"/>
                        <a:pt x="38481" y="35995"/>
                        <a:pt x="34766" y="28280"/>
                      </a:cubicBezTo>
                      <a:cubicBezTo>
                        <a:pt x="34766" y="28185"/>
                        <a:pt x="34766" y="28185"/>
                        <a:pt x="34671" y="28090"/>
                      </a:cubicBezTo>
                      <a:cubicBezTo>
                        <a:pt x="30861" y="24279"/>
                        <a:pt x="27813" y="22470"/>
                        <a:pt x="24479" y="18565"/>
                      </a:cubicBezTo>
                      <a:cubicBezTo>
                        <a:pt x="14954" y="7230"/>
                        <a:pt x="24575" y="3896"/>
                        <a:pt x="38005" y="4277"/>
                      </a:cubicBezTo>
                      <a:cubicBezTo>
                        <a:pt x="36195" y="2944"/>
                        <a:pt x="33242" y="1896"/>
                        <a:pt x="28575" y="1134"/>
                      </a:cubicBezTo>
                      <a:cubicBezTo>
                        <a:pt x="15716" y="-771"/>
                        <a:pt x="2572" y="-676"/>
                        <a:pt x="0" y="4563"/>
                      </a:cubicBezTo>
                      <a:cubicBezTo>
                        <a:pt x="857" y="6277"/>
                        <a:pt x="952" y="7896"/>
                        <a:pt x="381" y="9516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97" name="Forme libre : forme 9496">
                  <a:extLst>
                    <a:ext uri="{FF2B5EF4-FFF2-40B4-BE49-F238E27FC236}">
                      <a16:creationId xmlns:a16="http://schemas.microsoft.com/office/drawing/2014/main" id="{2EB1CF4C-AC31-4359-BDF0-EA175A226463}"/>
                    </a:ext>
                  </a:extLst>
                </p:cNvPr>
                <p:cNvSpPr/>
                <p:nvPr/>
              </p:nvSpPr>
              <p:spPr>
                <a:xfrm>
                  <a:off x="1337600" y="4835461"/>
                  <a:ext cx="170783" cy="25526"/>
                </a:xfrm>
                <a:custGeom>
                  <a:avLst/>
                  <a:gdLst>
                    <a:gd name="connsiteX0" fmla="*/ 0 w 170783"/>
                    <a:gd name="connsiteY0" fmla="*/ 0 h 25526"/>
                    <a:gd name="connsiteX1" fmla="*/ 4000 w 170783"/>
                    <a:gd name="connsiteY1" fmla="*/ 2477 h 25526"/>
                    <a:gd name="connsiteX2" fmla="*/ 170783 w 170783"/>
                    <a:gd name="connsiteY2" fmla="*/ 25527 h 25526"/>
                    <a:gd name="connsiteX3" fmla="*/ 0 w 170783"/>
                    <a:gd name="connsiteY3" fmla="*/ 0 h 25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0783" h="25526">
                      <a:moveTo>
                        <a:pt x="0" y="0"/>
                      </a:moveTo>
                      <a:cubicBezTo>
                        <a:pt x="1333" y="762"/>
                        <a:pt x="2667" y="1619"/>
                        <a:pt x="4000" y="2477"/>
                      </a:cubicBezTo>
                      <a:cubicBezTo>
                        <a:pt x="63722" y="8287"/>
                        <a:pt x="119920" y="15907"/>
                        <a:pt x="170783" y="25527"/>
                      </a:cubicBezTo>
                      <a:cubicBezTo>
                        <a:pt x="119348" y="14764"/>
                        <a:pt x="61722" y="6382"/>
                        <a:pt x="0" y="0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98" name="Forme libre : forme 9497">
                  <a:extLst>
                    <a:ext uri="{FF2B5EF4-FFF2-40B4-BE49-F238E27FC236}">
                      <a16:creationId xmlns:a16="http://schemas.microsoft.com/office/drawing/2014/main" id="{0D2FC52C-8412-4D18-8A2D-4F63934EA3F1}"/>
                    </a:ext>
                  </a:extLst>
                </p:cNvPr>
                <p:cNvSpPr/>
                <p:nvPr/>
              </p:nvSpPr>
              <p:spPr>
                <a:xfrm>
                  <a:off x="7086889" y="1936908"/>
                  <a:ext cx="117062" cy="115303"/>
                </a:xfrm>
                <a:custGeom>
                  <a:avLst/>
                  <a:gdLst>
                    <a:gd name="connsiteX0" fmla="*/ 23813 w 117062"/>
                    <a:gd name="connsiteY0" fmla="*/ 113919 h 115303"/>
                    <a:gd name="connsiteX1" fmla="*/ 117063 w 117062"/>
                    <a:gd name="connsiteY1" fmla="*/ 105537 h 115303"/>
                    <a:gd name="connsiteX2" fmla="*/ 104013 w 117062"/>
                    <a:gd name="connsiteY2" fmla="*/ 97346 h 115303"/>
                    <a:gd name="connsiteX3" fmla="*/ 101251 w 117062"/>
                    <a:gd name="connsiteY3" fmla="*/ 94583 h 115303"/>
                    <a:gd name="connsiteX4" fmla="*/ 87439 w 117062"/>
                    <a:gd name="connsiteY4" fmla="*/ 87630 h 115303"/>
                    <a:gd name="connsiteX5" fmla="*/ 78867 w 117062"/>
                    <a:gd name="connsiteY5" fmla="*/ 76009 h 115303"/>
                    <a:gd name="connsiteX6" fmla="*/ 75915 w 117062"/>
                    <a:gd name="connsiteY6" fmla="*/ 60293 h 115303"/>
                    <a:gd name="connsiteX7" fmla="*/ 69342 w 117062"/>
                    <a:gd name="connsiteY7" fmla="*/ 27527 h 115303"/>
                    <a:gd name="connsiteX8" fmla="*/ 50959 w 117062"/>
                    <a:gd name="connsiteY8" fmla="*/ 0 h 115303"/>
                    <a:gd name="connsiteX9" fmla="*/ 67056 w 117062"/>
                    <a:gd name="connsiteY9" fmla="*/ 28289 h 115303"/>
                    <a:gd name="connsiteX10" fmla="*/ 71152 w 117062"/>
                    <a:gd name="connsiteY10" fmla="*/ 60769 h 115303"/>
                    <a:gd name="connsiteX11" fmla="*/ 73152 w 117062"/>
                    <a:gd name="connsiteY11" fmla="*/ 77724 h 115303"/>
                    <a:gd name="connsiteX12" fmla="*/ 82868 w 117062"/>
                    <a:gd name="connsiteY12" fmla="*/ 93154 h 115303"/>
                    <a:gd name="connsiteX13" fmla="*/ 95917 w 117062"/>
                    <a:gd name="connsiteY13" fmla="*/ 101346 h 115303"/>
                    <a:gd name="connsiteX14" fmla="*/ 2667 w 117062"/>
                    <a:gd name="connsiteY14" fmla="*/ 109728 h 115303"/>
                    <a:gd name="connsiteX15" fmla="*/ 0 w 117062"/>
                    <a:gd name="connsiteY15" fmla="*/ 109252 h 115303"/>
                    <a:gd name="connsiteX16" fmla="*/ 23813 w 117062"/>
                    <a:gd name="connsiteY16" fmla="*/ 113919 h 115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7062" h="115303">
                      <a:moveTo>
                        <a:pt x="23813" y="113919"/>
                      </a:moveTo>
                      <a:cubicBezTo>
                        <a:pt x="54197" y="118205"/>
                        <a:pt x="85344" y="111728"/>
                        <a:pt x="117063" y="105537"/>
                      </a:cubicBezTo>
                      <a:cubicBezTo>
                        <a:pt x="112490" y="103442"/>
                        <a:pt x="108014" y="100774"/>
                        <a:pt x="104013" y="97346"/>
                      </a:cubicBezTo>
                      <a:cubicBezTo>
                        <a:pt x="103061" y="96488"/>
                        <a:pt x="102204" y="95536"/>
                        <a:pt x="101251" y="94583"/>
                      </a:cubicBezTo>
                      <a:cubicBezTo>
                        <a:pt x="96203" y="92964"/>
                        <a:pt x="91536" y="90678"/>
                        <a:pt x="87439" y="87630"/>
                      </a:cubicBezTo>
                      <a:cubicBezTo>
                        <a:pt x="83534" y="84582"/>
                        <a:pt x="80391" y="80677"/>
                        <a:pt x="78867" y="76009"/>
                      </a:cubicBezTo>
                      <a:cubicBezTo>
                        <a:pt x="77534" y="71247"/>
                        <a:pt x="76581" y="65627"/>
                        <a:pt x="75915" y="60293"/>
                      </a:cubicBezTo>
                      <a:cubicBezTo>
                        <a:pt x="74486" y="49435"/>
                        <a:pt x="73247" y="38100"/>
                        <a:pt x="69342" y="27527"/>
                      </a:cubicBezTo>
                      <a:cubicBezTo>
                        <a:pt x="65532" y="16954"/>
                        <a:pt x="58864" y="7620"/>
                        <a:pt x="50959" y="0"/>
                      </a:cubicBezTo>
                      <a:cubicBezTo>
                        <a:pt x="58293" y="8192"/>
                        <a:pt x="64104" y="17812"/>
                        <a:pt x="67056" y="28289"/>
                      </a:cubicBezTo>
                      <a:cubicBezTo>
                        <a:pt x="70104" y="38767"/>
                        <a:pt x="70485" y="49721"/>
                        <a:pt x="71152" y="60769"/>
                      </a:cubicBezTo>
                      <a:cubicBezTo>
                        <a:pt x="71533" y="66389"/>
                        <a:pt x="71914" y="71818"/>
                        <a:pt x="73152" y="77724"/>
                      </a:cubicBezTo>
                      <a:cubicBezTo>
                        <a:pt x="74676" y="83725"/>
                        <a:pt x="78296" y="89154"/>
                        <a:pt x="82868" y="93154"/>
                      </a:cubicBezTo>
                      <a:cubicBezTo>
                        <a:pt x="86868" y="96583"/>
                        <a:pt x="91345" y="99250"/>
                        <a:pt x="95917" y="101346"/>
                      </a:cubicBezTo>
                      <a:cubicBezTo>
                        <a:pt x="64198" y="107537"/>
                        <a:pt x="33147" y="114014"/>
                        <a:pt x="2667" y="109728"/>
                      </a:cubicBezTo>
                      <a:cubicBezTo>
                        <a:pt x="1810" y="109633"/>
                        <a:pt x="858" y="109442"/>
                        <a:pt x="0" y="109252"/>
                      </a:cubicBezTo>
                      <a:cubicBezTo>
                        <a:pt x="7906" y="111347"/>
                        <a:pt x="15812" y="112871"/>
                        <a:pt x="23813" y="11391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99" name="Forme libre : forme 9498">
                  <a:extLst>
                    <a:ext uri="{FF2B5EF4-FFF2-40B4-BE49-F238E27FC236}">
                      <a16:creationId xmlns:a16="http://schemas.microsoft.com/office/drawing/2014/main" id="{1763842E-56D5-4F77-9FBA-27E38A3C63B3}"/>
                    </a:ext>
                  </a:extLst>
                </p:cNvPr>
                <p:cNvSpPr/>
                <p:nvPr/>
              </p:nvSpPr>
              <p:spPr>
                <a:xfrm>
                  <a:off x="285659" y="4817935"/>
                  <a:ext cx="439578" cy="24482"/>
                </a:xfrm>
                <a:custGeom>
                  <a:avLst/>
                  <a:gdLst>
                    <a:gd name="connsiteX0" fmla="*/ 0 w 439578"/>
                    <a:gd name="connsiteY0" fmla="*/ 19812 h 24482"/>
                    <a:gd name="connsiteX1" fmla="*/ 25908 w 439578"/>
                    <a:gd name="connsiteY1" fmla="*/ 24003 h 24482"/>
                    <a:gd name="connsiteX2" fmla="*/ 355854 w 439578"/>
                    <a:gd name="connsiteY2" fmla="*/ 7048 h 24482"/>
                    <a:gd name="connsiteX3" fmla="*/ 439579 w 439578"/>
                    <a:gd name="connsiteY3" fmla="*/ 0 h 24482"/>
                    <a:gd name="connsiteX4" fmla="*/ 0 w 439578"/>
                    <a:gd name="connsiteY4" fmla="*/ 19812 h 24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9578" h="24482">
                      <a:moveTo>
                        <a:pt x="0" y="19812"/>
                      </a:moveTo>
                      <a:cubicBezTo>
                        <a:pt x="0" y="26575"/>
                        <a:pt x="25908" y="24003"/>
                        <a:pt x="25908" y="24003"/>
                      </a:cubicBezTo>
                      <a:cubicBezTo>
                        <a:pt x="40196" y="22955"/>
                        <a:pt x="174212" y="13049"/>
                        <a:pt x="355854" y="7048"/>
                      </a:cubicBezTo>
                      <a:cubicBezTo>
                        <a:pt x="383381" y="1429"/>
                        <a:pt x="412242" y="3429"/>
                        <a:pt x="439579" y="0"/>
                      </a:cubicBezTo>
                      <a:cubicBezTo>
                        <a:pt x="206692" y="4953"/>
                        <a:pt x="16954" y="18479"/>
                        <a:pt x="0" y="19812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00" name="Forme libre : forme 9499">
                  <a:extLst>
                    <a:ext uri="{FF2B5EF4-FFF2-40B4-BE49-F238E27FC236}">
                      <a16:creationId xmlns:a16="http://schemas.microsoft.com/office/drawing/2014/main" id="{3CE40E59-ADBD-4C7F-AD74-B139D852D638}"/>
                    </a:ext>
                  </a:extLst>
                </p:cNvPr>
                <p:cNvSpPr/>
                <p:nvPr/>
              </p:nvSpPr>
              <p:spPr>
                <a:xfrm>
                  <a:off x="938312" y="3086412"/>
                  <a:ext cx="400119" cy="1745143"/>
                </a:xfrm>
                <a:custGeom>
                  <a:avLst/>
                  <a:gdLst>
                    <a:gd name="connsiteX0" fmla="*/ 310610 w 400119"/>
                    <a:gd name="connsiteY0" fmla="*/ 1017815 h 1745143"/>
                    <a:gd name="connsiteX1" fmla="*/ 392049 w 400119"/>
                    <a:gd name="connsiteY1" fmla="*/ 795311 h 1745143"/>
                    <a:gd name="connsiteX2" fmla="*/ 391859 w 400119"/>
                    <a:gd name="connsiteY2" fmla="*/ 578427 h 1745143"/>
                    <a:gd name="connsiteX3" fmla="*/ 371761 w 400119"/>
                    <a:gd name="connsiteY3" fmla="*/ 512418 h 1745143"/>
                    <a:gd name="connsiteX4" fmla="*/ 275939 w 400119"/>
                    <a:gd name="connsiteY4" fmla="*/ 394213 h 1745143"/>
                    <a:gd name="connsiteX5" fmla="*/ 155448 w 400119"/>
                    <a:gd name="connsiteY5" fmla="*/ 216857 h 1745143"/>
                    <a:gd name="connsiteX6" fmla="*/ 144399 w 400119"/>
                    <a:gd name="connsiteY6" fmla="*/ 204761 h 1745143"/>
                    <a:gd name="connsiteX7" fmla="*/ 112681 w 400119"/>
                    <a:gd name="connsiteY7" fmla="*/ 167137 h 1745143"/>
                    <a:gd name="connsiteX8" fmla="*/ 90583 w 400119"/>
                    <a:gd name="connsiteY8" fmla="*/ 134657 h 1745143"/>
                    <a:gd name="connsiteX9" fmla="*/ 61436 w 400119"/>
                    <a:gd name="connsiteY9" fmla="*/ 56266 h 1745143"/>
                    <a:gd name="connsiteX10" fmla="*/ 68199 w 400119"/>
                    <a:gd name="connsiteY10" fmla="*/ 38645 h 1745143"/>
                    <a:gd name="connsiteX11" fmla="*/ 66580 w 400119"/>
                    <a:gd name="connsiteY11" fmla="*/ 19785 h 1745143"/>
                    <a:gd name="connsiteX12" fmla="*/ 66199 w 400119"/>
                    <a:gd name="connsiteY12" fmla="*/ 14356 h 1745143"/>
                    <a:gd name="connsiteX13" fmla="*/ 60007 w 400119"/>
                    <a:gd name="connsiteY13" fmla="*/ 6450 h 1745143"/>
                    <a:gd name="connsiteX14" fmla="*/ 45529 w 400119"/>
                    <a:gd name="connsiteY14" fmla="*/ 15594 h 1745143"/>
                    <a:gd name="connsiteX15" fmla="*/ 47244 w 400119"/>
                    <a:gd name="connsiteY15" fmla="*/ 44360 h 1745143"/>
                    <a:gd name="connsiteX16" fmla="*/ 47339 w 400119"/>
                    <a:gd name="connsiteY16" fmla="*/ 44645 h 1745143"/>
                    <a:gd name="connsiteX17" fmla="*/ 78200 w 400119"/>
                    <a:gd name="connsiteY17" fmla="*/ 141705 h 1745143"/>
                    <a:gd name="connsiteX18" fmla="*/ 123349 w 400119"/>
                    <a:gd name="connsiteY18" fmla="*/ 200665 h 1745143"/>
                    <a:gd name="connsiteX19" fmla="*/ 163544 w 400119"/>
                    <a:gd name="connsiteY19" fmla="*/ 254100 h 1745143"/>
                    <a:gd name="connsiteX20" fmla="*/ 222409 w 400119"/>
                    <a:gd name="connsiteY20" fmla="*/ 348969 h 1745143"/>
                    <a:gd name="connsiteX21" fmla="*/ 273558 w 400119"/>
                    <a:gd name="connsiteY21" fmla="*/ 400404 h 1745143"/>
                    <a:gd name="connsiteX22" fmla="*/ 347853 w 400119"/>
                    <a:gd name="connsiteY22" fmla="*/ 484224 h 1745143"/>
                    <a:gd name="connsiteX23" fmla="*/ 373951 w 400119"/>
                    <a:gd name="connsiteY23" fmla="*/ 571187 h 1745143"/>
                    <a:gd name="connsiteX24" fmla="*/ 371094 w 400119"/>
                    <a:gd name="connsiteY24" fmla="*/ 791215 h 1745143"/>
                    <a:gd name="connsiteX25" fmla="*/ 289655 w 400119"/>
                    <a:gd name="connsiteY25" fmla="*/ 1013719 h 1745143"/>
                    <a:gd name="connsiteX26" fmla="*/ 177165 w 400119"/>
                    <a:gd name="connsiteY26" fmla="*/ 1345951 h 1745143"/>
                    <a:gd name="connsiteX27" fmla="*/ 304705 w 400119"/>
                    <a:gd name="connsiteY27" fmla="*/ 1740953 h 1745143"/>
                    <a:gd name="connsiteX28" fmla="*/ 0 w 400119"/>
                    <a:gd name="connsiteY28" fmla="*/ 1730094 h 1745143"/>
                    <a:gd name="connsiteX29" fmla="*/ 62484 w 400119"/>
                    <a:gd name="connsiteY29" fmla="*/ 1734762 h 1745143"/>
                    <a:gd name="connsiteX30" fmla="*/ 325850 w 400119"/>
                    <a:gd name="connsiteY30" fmla="*/ 1745144 h 1745143"/>
                    <a:gd name="connsiteX31" fmla="*/ 198310 w 400119"/>
                    <a:gd name="connsiteY31" fmla="*/ 1350142 h 1745143"/>
                    <a:gd name="connsiteX32" fmla="*/ 310610 w 400119"/>
                    <a:gd name="connsiteY32" fmla="*/ 1017815 h 1745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00119" h="1745143">
                      <a:moveTo>
                        <a:pt x="310610" y="1017815"/>
                      </a:moveTo>
                      <a:cubicBezTo>
                        <a:pt x="347663" y="931423"/>
                        <a:pt x="382619" y="849889"/>
                        <a:pt x="392049" y="795311"/>
                      </a:cubicBezTo>
                      <a:cubicBezTo>
                        <a:pt x="407384" y="706728"/>
                        <a:pt x="397097" y="621575"/>
                        <a:pt x="391859" y="578427"/>
                      </a:cubicBezTo>
                      <a:cubicBezTo>
                        <a:pt x="389572" y="562805"/>
                        <a:pt x="382429" y="539184"/>
                        <a:pt x="371761" y="512418"/>
                      </a:cubicBezTo>
                      <a:cubicBezTo>
                        <a:pt x="344329" y="466698"/>
                        <a:pt x="285750" y="402595"/>
                        <a:pt x="275939" y="394213"/>
                      </a:cubicBezTo>
                      <a:cubicBezTo>
                        <a:pt x="179642" y="310203"/>
                        <a:pt x="184880" y="284294"/>
                        <a:pt x="155448" y="216857"/>
                      </a:cubicBezTo>
                      <a:cubicBezTo>
                        <a:pt x="151828" y="212762"/>
                        <a:pt x="148114" y="208761"/>
                        <a:pt x="144399" y="204761"/>
                      </a:cubicBezTo>
                      <a:cubicBezTo>
                        <a:pt x="133921" y="193521"/>
                        <a:pt x="123158" y="181996"/>
                        <a:pt x="112681" y="167137"/>
                      </a:cubicBezTo>
                      <a:cubicBezTo>
                        <a:pt x="105156" y="157898"/>
                        <a:pt x="97726" y="147515"/>
                        <a:pt x="90583" y="134657"/>
                      </a:cubicBezTo>
                      <a:cubicBezTo>
                        <a:pt x="73914" y="104748"/>
                        <a:pt x="61722" y="78078"/>
                        <a:pt x="61436" y="56266"/>
                      </a:cubicBezTo>
                      <a:cubicBezTo>
                        <a:pt x="62484" y="43502"/>
                        <a:pt x="65151" y="39883"/>
                        <a:pt x="68199" y="38645"/>
                      </a:cubicBezTo>
                      <a:cubicBezTo>
                        <a:pt x="68104" y="32358"/>
                        <a:pt x="67723" y="24834"/>
                        <a:pt x="66580" y="19785"/>
                      </a:cubicBezTo>
                      <a:cubicBezTo>
                        <a:pt x="66199" y="18166"/>
                        <a:pt x="66103" y="16261"/>
                        <a:pt x="66199" y="14356"/>
                      </a:cubicBezTo>
                      <a:cubicBezTo>
                        <a:pt x="64294" y="11879"/>
                        <a:pt x="62293" y="9212"/>
                        <a:pt x="60007" y="6450"/>
                      </a:cubicBezTo>
                      <a:cubicBezTo>
                        <a:pt x="47434" y="-8980"/>
                        <a:pt x="43624" y="7022"/>
                        <a:pt x="45529" y="15594"/>
                      </a:cubicBezTo>
                      <a:cubicBezTo>
                        <a:pt x="47434" y="24167"/>
                        <a:pt x="47149" y="39597"/>
                        <a:pt x="47244" y="44360"/>
                      </a:cubicBezTo>
                      <a:cubicBezTo>
                        <a:pt x="47244" y="44360"/>
                        <a:pt x="47339" y="44550"/>
                        <a:pt x="47339" y="44645"/>
                      </a:cubicBezTo>
                      <a:cubicBezTo>
                        <a:pt x="46196" y="67410"/>
                        <a:pt x="56578" y="103034"/>
                        <a:pt x="78200" y="141705"/>
                      </a:cubicBezTo>
                      <a:cubicBezTo>
                        <a:pt x="92869" y="167994"/>
                        <a:pt x="108394" y="184568"/>
                        <a:pt x="123349" y="200665"/>
                      </a:cubicBezTo>
                      <a:cubicBezTo>
                        <a:pt x="137922" y="216286"/>
                        <a:pt x="151828" y="231145"/>
                        <a:pt x="163544" y="254100"/>
                      </a:cubicBezTo>
                      <a:cubicBezTo>
                        <a:pt x="176498" y="285533"/>
                        <a:pt x="195263" y="318585"/>
                        <a:pt x="222409" y="348969"/>
                      </a:cubicBezTo>
                      <a:cubicBezTo>
                        <a:pt x="239649" y="368210"/>
                        <a:pt x="256889" y="384593"/>
                        <a:pt x="273558" y="400404"/>
                      </a:cubicBezTo>
                      <a:cubicBezTo>
                        <a:pt x="301371" y="426788"/>
                        <a:pt x="326993" y="451172"/>
                        <a:pt x="347853" y="484224"/>
                      </a:cubicBezTo>
                      <a:cubicBezTo>
                        <a:pt x="364141" y="516609"/>
                        <a:pt x="371189" y="552042"/>
                        <a:pt x="373951" y="571187"/>
                      </a:cubicBezTo>
                      <a:cubicBezTo>
                        <a:pt x="379285" y="614336"/>
                        <a:pt x="386334" y="702632"/>
                        <a:pt x="371094" y="791215"/>
                      </a:cubicBezTo>
                      <a:cubicBezTo>
                        <a:pt x="361664" y="845793"/>
                        <a:pt x="326707" y="927327"/>
                        <a:pt x="289655" y="1013719"/>
                      </a:cubicBezTo>
                      <a:cubicBezTo>
                        <a:pt x="242506" y="1123923"/>
                        <a:pt x="188976" y="1248701"/>
                        <a:pt x="177165" y="1345951"/>
                      </a:cubicBezTo>
                      <a:cubicBezTo>
                        <a:pt x="159544" y="1490731"/>
                        <a:pt x="130778" y="1604269"/>
                        <a:pt x="304705" y="1740953"/>
                      </a:cubicBezTo>
                      <a:cubicBezTo>
                        <a:pt x="206311" y="1733999"/>
                        <a:pt x="102108" y="1730856"/>
                        <a:pt x="0" y="1730094"/>
                      </a:cubicBezTo>
                      <a:cubicBezTo>
                        <a:pt x="20860" y="1732952"/>
                        <a:pt x="41624" y="1732190"/>
                        <a:pt x="62484" y="1734762"/>
                      </a:cubicBezTo>
                      <a:cubicBezTo>
                        <a:pt x="151257" y="1736000"/>
                        <a:pt x="240792" y="1739143"/>
                        <a:pt x="325850" y="1745144"/>
                      </a:cubicBezTo>
                      <a:cubicBezTo>
                        <a:pt x="151924" y="1608460"/>
                        <a:pt x="180689" y="1495017"/>
                        <a:pt x="198310" y="1350142"/>
                      </a:cubicBezTo>
                      <a:cubicBezTo>
                        <a:pt x="209931" y="1252796"/>
                        <a:pt x="263461" y="1127924"/>
                        <a:pt x="310610" y="1017815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01" name="Forme libre : forme 9500">
                  <a:extLst>
                    <a:ext uri="{FF2B5EF4-FFF2-40B4-BE49-F238E27FC236}">
                      <a16:creationId xmlns:a16="http://schemas.microsoft.com/office/drawing/2014/main" id="{25FAAE01-731D-4A2D-93FA-6485DBDB2711}"/>
                    </a:ext>
                  </a:extLst>
                </p:cNvPr>
                <p:cNvSpPr/>
                <p:nvPr/>
              </p:nvSpPr>
              <p:spPr>
                <a:xfrm>
                  <a:off x="1145315" y="3297993"/>
                  <a:ext cx="53505" cy="87000"/>
                </a:xfrm>
                <a:custGeom>
                  <a:avLst/>
                  <a:gdLst>
                    <a:gd name="connsiteX0" fmla="*/ 49791 w 53505"/>
                    <a:gd name="connsiteY0" fmla="*/ 5371 h 87000"/>
                    <a:gd name="connsiteX1" fmla="*/ 36741 w 53505"/>
                    <a:gd name="connsiteY1" fmla="*/ 704 h 87000"/>
                    <a:gd name="connsiteX2" fmla="*/ 34741 w 53505"/>
                    <a:gd name="connsiteY2" fmla="*/ 18611 h 87000"/>
                    <a:gd name="connsiteX3" fmla="*/ 34360 w 53505"/>
                    <a:gd name="connsiteY3" fmla="*/ 33375 h 87000"/>
                    <a:gd name="connsiteX4" fmla="*/ 13881 w 53505"/>
                    <a:gd name="connsiteY4" fmla="*/ 58235 h 87000"/>
                    <a:gd name="connsiteX5" fmla="*/ 1594 w 53505"/>
                    <a:gd name="connsiteY5" fmla="*/ 72713 h 87000"/>
                    <a:gd name="connsiteX6" fmla="*/ 546 w 53505"/>
                    <a:gd name="connsiteY6" fmla="*/ 87001 h 87000"/>
                    <a:gd name="connsiteX7" fmla="*/ 53505 w 53505"/>
                    <a:gd name="connsiteY7" fmla="*/ 19087 h 87000"/>
                    <a:gd name="connsiteX8" fmla="*/ 49791 w 53505"/>
                    <a:gd name="connsiteY8" fmla="*/ 5371 h 87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3505" h="87000">
                      <a:moveTo>
                        <a:pt x="49791" y="5371"/>
                      </a:moveTo>
                      <a:cubicBezTo>
                        <a:pt x="45504" y="3371"/>
                        <a:pt x="40932" y="1752"/>
                        <a:pt x="36741" y="704"/>
                      </a:cubicBezTo>
                      <a:cubicBezTo>
                        <a:pt x="21120" y="-3296"/>
                        <a:pt x="29788" y="10705"/>
                        <a:pt x="34741" y="18611"/>
                      </a:cubicBezTo>
                      <a:cubicBezTo>
                        <a:pt x="37980" y="23659"/>
                        <a:pt x="36170" y="29660"/>
                        <a:pt x="34360" y="33375"/>
                      </a:cubicBezTo>
                      <a:cubicBezTo>
                        <a:pt x="28931" y="42519"/>
                        <a:pt x="21692" y="52234"/>
                        <a:pt x="13881" y="58235"/>
                      </a:cubicBezTo>
                      <a:cubicBezTo>
                        <a:pt x="9786" y="61283"/>
                        <a:pt x="3785" y="67951"/>
                        <a:pt x="1594" y="72713"/>
                      </a:cubicBezTo>
                      <a:cubicBezTo>
                        <a:pt x="3594" y="76523"/>
                        <a:pt x="-1644" y="83095"/>
                        <a:pt x="546" y="87001"/>
                      </a:cubicBezTo>
                      <a:cubicBezTo>
                        <a:pt x="15882" y="65569"/>
                        <a:pt x="46457" y="43852"/>
                        <a:pt x="53505" y="19087"/>
                      </a:cubicBezTo>
                      <a:cubicBezTo>
                        <a:pt x="50457" y="13849"/>
                        <a:pt x="47505" y="7848"/>
                        <a:pt x="49791" y="5371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02" name="Forme libre : forme 9501">
                  <a:extLst>
                    <a:ext uri="{FF2B5EF4-FFF2-40B4-BE49-F238E27FC236}">
                      <a16:creationId xmlns:a16="http://schemas.microsoft.com/office/drawing/2014/main" id="{A2BFBF17-FAA9-4E4B-97F5-CA5CB800A156}"/>
                    </a:ext>
                  </a:extLst>
                </p:cNvPr>
                <p:cNvSpPr/>
                <p:nvPr/>
              </p:nvSpPr>
              <p:spPr>
                <a:xfrm>
                  <a:off x="2127984" y="3235100"/>
                  <a:ext cx="731217" cy="1830865"/>
                </a:xfrm>
                <a:custGeom>
                  <a:avLst/>
                  <a:gdLst>
                    <a:gd name="connsiteX0" fmla="*/ 409385 w 731217"/>
                    <a:gd name="connsiteY0" fmla="*/ 285340 h 1830865"/>
                    <a:gd name="connsiteX1" fmla="*/ 543592 w 731217"/>
                    <a:gd name="connsiteY1" fmla="*/ 420023 h 1830865"/>
                    <a:gd name="connsiteX2" fmla="*/ 544925 w 731217"/>
                    <a:gd name="connsiteY2" fmla="*/ 420690 h 1830865"/>
                    <a:gd name="connsiteX3" fmla="*/ 561213 w 731217"/>
                    <a:gd name="connsiteY3" fmla="*/ 442788 h 1830865"/>
                    <a:gd name="connsiteX4" fmla="*/ 668465 w 731217"/>
                    <a:gd name="connsiteY4" fmla="*/ 603475 h 1830865"/>
                    <a:gd name="connsiteX5" fmla="*/ 704564 w 731217"/>
                    <a:gd name="connsiteY5" fmla="*/ 849124 h 1830865"/>
                    <a:gd name="connsiteX6" fmla="*/ 651320 w 731217"/>
                    <a:gd name="connsiteY6" fmla="*/ 992190 h 1830865"/>
                    <a:gd name="connsiteX7" fmla="*/ 543783 w 731217"/>
                    <a:gd name="connsiteY7" fmla="*/ 1425768 h 1830865"/>
                    <a:gd name="connsiteX8" fmla="*/ 691229 w 731217"/>
                    <a:gd name="connsiteY8" fmla="*/ 1826675 h 1830865"/>
                    <a:gd name="connsiteX9" fmla="*/ 362903 w 731217"/>
                    <a:gd name="connsiteY9" fmla="*/ 1819150 h 1830865"/>
                    <a:gd name="connsiteX10" fmla="*/ 0 w 731217"/>
                    <a:gd name="connsiteY10" fmla="*/ 1791718 h 1830865"/>
                    <a:gd name="connsiteX11" fmla="*/ 384048 w 731217"/>
                    <a:gd name="connsiteY11" fmla="*/ 1823341 h 1830865"/>
                    <a:gd name="connsiteX12" fmla="*/ 712375 w 731217"/>
                    <a:gd name="connsiteY12" fmla="*/ 1830866 h 1830865"/>
                    <a:gd name="connsiteX13" fmla="*/ 564928 w 731217"/>
                    <a:gd name="connsiteY13" fmla="*/ 1429959 h 1830865"/>
                    <a:gd name="connsiteX14" fmla="*/ 672465 w 731217"/>
                    <a:gd name="connsiteY14" fmla="*/ 996381 h 1830865"/>
                    <a:gd name="connsiteX15" fmla="*/ 725710 w 731217"/>
                    <a:gd name="connsiteY15" fmla="*/ 853315 h 1830865"/>
                    <a:gd name="connsiteX16" fmla="*/ 689610 w 731217"/>
                    <a:gd name="connsiteY16" fmla="*/ 607666 h 1830865"/>
                    <a:gd name="connsiteX17" fmla="*/ 582359 w 731217"/>
                    <a:gd name="connsiteY17" fmla="*/ 446979 h 1830865"/>
                    <a:gd name="connsiteX18" fmla="*/ 566071 w 731217"/>
                    <a:gd name="connsiteY18" fmla="*/ 424881 h 1830865"/>
                    <a:gd name="connsiteX19" fmla="*/ 564737 w 731217"/>
                    <a:gd name="connsiteY19" fmla="*/ 424214 h 1830865"/>
                    <a:gd name="connsiteX20" fmla="*/ 430530 w 731217"/>
                    <a:gd name="connsiteY20" fmla="*/ 289531 h 1830865"/>
                    <a:gd name="connsiteX21" fmla="*/ 271653 w 731217"/>
                    <a:gd name="connsiteY21" fmla="*/ 128368 h 1830865"/>
                    <a:gd name="connsiteX22" fmla="*/ 374618 w 731217"/>
                    <a:gd name="connsiteY22" fmla="*/ 4638 h 1830865"/>
                    <a:gd name="connsiteX23" fmla="*/ 250603 w 731217"/>
                    <a:gd name="connsiteY23" fmla="*/ 124176 h 1830865"/>
                    <a:gd name="connsiteX24" fmla="*/ 409385 w 731217"/>
                    <a:gd name="connsiteY24" fmla="*/ 285340 h 1830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31217" h="1830865">
                      <a:moveTo>
                        <a:pt x="409385" y="285340"/>
                      </a:moveTo>
                      <a:cubicBezTo>
                        <a:pt x="475107" y="311914"/>
                        <a:pt x="543592" y="420023"/>
                        <a:pt x="543592" y="420023"/>
                      </a:cubicBezTo>
                      <a:cubicBezTo>
                        <a:pt x="543592" y="420023"/>
                        <a:pt x="544163" y="420309"/>
                        <a:pt x="544925" y="420690"/>
                      </a:cubicBezTo>
                      <a:cubicBezTo>
                        <a:pt x="550259" y="428024"/>
                        <a:pt x="555689" y="435358"/>
                        <a:pt x="561213" y="442788"/>
                      </a:cubicBezTo>
                      <a:cubicBezTo>
                        <a:pt x="597313" y="491556"/>
                        <a:pt x="634651" y="542038"/>
                        <a:pt x="668465" y="603475"/>
                      </a:cubicBezTo>
                      <a:cubicBezTo>
                        <a:pt x="705898" y="671674"/>
                        <a:pt x="718471" y="758256"/>
                        <a:pt x="704564" y="849124"/>
                      </a:cubicBezTo>
                      <a:cubicBezTo>
                        <a:pt x="686943" y="902655"/>
                        <a:pt x="668846" y="948089"/>
                        <a:pt x="651320" y="992190"/>
                      </a:cubicBezTo>
                      <a:cubicBezTo>
                        <a:pt x="606076" y="1105918"/>
                        <a:pt x="563309" y="1213360"/>
                        <a:pt x="543783" y="1425768"/>
                      </a:cubicBezTo>
                      <a:cubicBezTo>
                        <a:pt x="525113" y="1627698"/>
                        <a:pt x="622268" y="1759810"/>
                        <a:pt x="691229" y="1826675"/>
                      </a:cubicBezTo>
                      <a:cubicBezTo>
                        <a:pt x="552545" y="1819722"/>
                        <a:pt x="433959" y="1815912"/>
                        <a:pt x="362903" y="1819150"/>
                      </a:cubicBezTo>
                      <a:cubicBezTo>
                        <a:pt x="234696" y="1825151"/>
                        <a:pt x="122777" y="1815531"/>
                        <a:pt x="0" y="1791718"/>
                      </a:cubicBezTo>
                      <a:cubicBezTo>
                        <a:pt x="131255" y="1818579"/>
                        <a:pt x="248508" y="1829723"/>
                        <a:pt x="384048" y="1823341"/>
                      </a:cubicBezTo>
                      <a:cubicBezTo>
                        <a:pt x="455009" y="1820007"/>
                        <a:pt x="573691" y="1823913"/>
                        <a:pt x="712375" y="1830866"/>
                      </a:cubicBezTo>
                      <a:cubicBezTo>
                        <a:pt x="643414" y="1764001"/>
                        <a:pt x="546259" y="1631984"/>
                        <a:pt x="564928" y="1429959"/>
                      </a:cubicBezTo>
                      <a:cubicBezTo>
                        <a:pt x="584550" y="1217456"/>
                        <a:pt x="627221" y="1110109"/>
                        <a:pt x="672465" y="996381"/>
                      </a:cubicBezTo>
                      <a:cubicBezTo>
                        <a:pt x="689991" y="952375"/>
                        <a:pt x="707993" y="906846"/>
                        <a:pt x="725710" y="853315"/>
                      </a:cubicBezTo>
                      <a:cubicBezTo>
                        <a:pt x="739617" y="762447"/>
                        <a:pt x="727043" y="675865"/>
                        <a:pt x="689610" y="607666"/>
                      </a:cubicBezTo>
                      <a:cubicBezTo>
                        <a:pt x="655892" y="546134"/>
                        <a:pt x="618554" y="495747"/>
                        <a:pt x="582359" y="446979"/>
                      </a:cubicBezTo>
                      <a:cubicBezTo>
                        <a:pt x="576834" y="439549"/>
                        <a:pt x="571405" y="432215"/>
                        <a:pt x="566071" y="424881"/>
                      </a:cubicBezTo>
                      <a:cubicBezTo>
                        <a:pt x="565309" y="424500"/>
                        <a:pt x="564737" y="424214"/>
                        <a:pt x="564737" y="424214"/>
                      </a:cubicBezTo>
                      <a:cubicBezTo>
                        <a:pt x="564737" y="424214"/>
                        <a:pt x="496253" y="316105"/>
                        <a:pt x="430530" y="289531"/>
                      </a:cubicBezTo>
                      <a:cubicBezTo>
                        <a:pt x="358045" y="260193"/>
                        <a:pt x="283083" y="217426"/>
                        <a:pt x="271653" y="128368"/>
                      </a:cubicBezTo>
                      <a:cubicBezTo>
                        <a:pt x="262795" y="59502"/>
                        <a:pt x="308991" y="-1553"/>
                        <a:pt x="374618" y="4638"/>
                      </a:cubicBezTo>
                      <a:cubicBezTo>
                        <a:pt x="298037" y="-18413"/>
                        <a:pt x="240792" y="48072"/>
                        <a:pt x="250603" y="124176"/>
                      </a:cubicBezTo>
                      <a:cubicBezTo>
                        <a:pt x="261938" y="213140"/>
                        <a:pt x="336900" y="256002"/>
                        <a:pt x="409385" y="285340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03" name="Forme libre : forme 9502">
                  <a:extLst>
                    <a:ext uri="{FF2B5EF4-FFF2-40B4-BE49-F238E27FC236}">
                      <a16:creationId xmlns:a16="http://schemas.microsoft.com/office/drawing/2014/main" id="{69306B91-8916-460A-9FBB-9BCADFD20B78}"/>
                    </a:ext>
                  </a:extLst>
                </p:cNvPr>
                <p:cNvSpPr/>
                <p:nvPr/>
              </p:nvSpPr>
              <p:spPr>
                <a:xfrm>
                  <a:off x="1056779" y="3181863"/>
                  <a:ext cx="28071" cy="98165"/>
                </a:xfrm>
                <a:custGeom>
                  <a:avLst/>
                  <a:gdLst>
                    <a:gd name="connsiteX0" fmla="*/ 21074 w 28071"/>
                    <a:gd name="connsiteY0" fmla="*/ 11298 h 98165"/>
                    <a:gd name="connsiteX1" fmla="*/ 12311 w 28071"/>
                    <a:gd name="connsiteY1" fmla="*/ 3868 h 98165"/>
                    <a:gd name="connsiteX2" fmla="*/ 6406 w 28071"/>
                    <a:gd name="connsiteY2" fmla="*/ 30253 h 98165"/>
                    <a:gd name="connsiteX3" fmla="*/ 12406 w 28071"/>
                    <a:gd name="connsiteY3" fmla="*/ 44826 h 98165"/>
                    <a:gd name="connsiteX4" fmla="*/ 22884 w 28071"/>
                    <a:gd name="connsiteY4" fmla="*/ 84831 h 98165"/>
                    <a:gd name="connsiteX5" fmla="*/ 24789 w 28071"/>
                    <a:gd name="connsiteY5" fmla="*/ 98166 h 98165"/>
                    <a:gd name="connsiteX6" fmla="*/ 21074 w 28071"/>
                    <a:gd name="connsiteY6" fmla="*/ 11298 h 98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071" h="98165">
                      <a:moveTo>
                        <a:pt x="21074" y="11298"/>
                      </a:moveTo>
                      <a:cubicBezTo>
                        <a:pt x="18407" y="8916"/>
                        <a:pt x="15645" y="6535"/>
                        <a:pt x="12311" y="3868"/>
                      </a:cubicBezTo>
                      <a:cubicBezTo>
                        <a:pt x="-6167" y="-11181"/>
                        <a:pt x="-71" y="21966"/>
                        <a:pt x="6406" y="30253"/>
                      </a:cubicBezTo>
                      <a:cubicBezTo>
                        <a:pt x="9930" y="34729"/>
                        <a:pt x="11549" y="40444"/>
                        <a:pt x="12406" y="44826"/>
                      </a:cubicBezTo>
                      <a:cubicBezTo>
                        <a:pt x="13359" y="55684"/>
                        <a:pt x="19455" y="67495"/>
                        <a:pt x="22884" y="84831"/>
                      </a:cubicBezTo>
                      <a:cubicBezTo>
                        <a:pt x="24217" y="86355"/>
                        <a:pt x="23455" y="96737"/>
                        <a:pt x="24789" y="98166"/>
                      </a:cubicBezTo>
                      <a:cubicBezTo>
                        <a:pt x="38029" y="72829"/>
                        <a:pt x="5929" y="36253"/>
                        <a:pt x="21074" y="11298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04" name="Forme libre : forme 9503">
                  <a:extLst>
                    <a:ext uri="{FF2B5EF4-FFF2-40B4-BE49-F238E27FC236}">
                      <a16:creationId xmlns:a16="http://schemas.microsoft.com/office/drawing/2014/main" id="{47072091-A395-46B0-B573-CB541E5F54F8}"/>
                    </a:ext>
                  </a:extLst>
                </p:cNvPr>
                <p:cNvSpPr/>
                <p:nvPr/>
              </p:nvSpPr>
              <p:spPr>
                <a:xfrm>
                  <a:off x="1499143" y="4917281"/>
                  <a:ext cx="618839" cy="165925"/>
                </a:xfrm>
                <a:custGeom>
                  <a:avLst/>
                  <a:gdLst>
                    <a:gd name="connsiteX0" fmla="*/ 117729 w 618839"/>
                    <a:gd name="connsiteY0" fmla="*/ 29718 h 165925"/>
                    <a:gd name="connsiteX1" fmla="*/ 87725 w 618839"/>
                    <a:gd name="connsiteY1" fmla="*/ 20764 h 165925"/>
                    <a:gd name="connsiteX2" fmla="*/ 0 w 618839"/>
                    <a:gd name="connsiteY2" fmla="*/ 0 h 165925"/>
                    <a:gd name="connsiteX3" fmla="*/ 66580 w 618839"/>
                    <a:gd name="connsiteY3" fmla="*/ 16573 h 165925"/>
                    <a:gd name="connsiteX4" fmla="*/ 96583 w 618839"/>
                    <a:gd name="connsiteY4" fmla="*/ 25527 h 165925"/>
                    <a:gd name="connsiteX5" fmla="*/ 618839 w 618839"/>
                    <a:gd name="connsiteY5" fmla="*/ 165925 h 165925"/>
                    <a:gd name="connsiteX6" fmla="*/ 117729 w 618839"/>
                    <a:gd name="connsiteY6" fmla="*/ 29718 h 165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8839" h="165925">
                      <a:moveTo>
                        <a:pt x="117729" y="29718"/>
                      </a:moveTo>
                      <a:lnTo>
                        <a:pt x="87725" y="20764"/>
                      </a:lnTo>
                      <a:cubicBezTo>
                        <a:pt x="61341" y="12859"/>
                        <a:pt x="31813" y="6001"/>
                        <a:pt x="0" y="0"/>
                      </a:cubicBezTo>
                      <a:cubicBezTo>
                        <a:pt x="23813" y="4953"/>
                        <a:pt x="46101" y="10477"/>
                        <a:pt x="66580" y="16573"/>
                      </a:cubicBezTo>
                      <a:lnTo>
                        <a:pt x="96583" y="25527"/>
                      </a:lnTo>
                      <a:cubicBezTo>
                        <a:pt x="314039" y="90297"/>
                        <a:pt x="473583" y="137826"/>
                        <a:pt x="618839" y="165925"/>
                      </a:cubicBezTo>
                      <a:cubicBezTo>
                        <a:pt x="479203" y="137350"/>
                        <a:pt x="324707" y="91440"/>
                        <a:pt x="117729" y="29718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05" name="Forme libre : forme 9504">
                  <a:extLst>
                    <a:ext uri="{FF2B5EF4-FFF2-40B4-BE49-F238E27FC236}">
                      <a16:creationId xmlns:a16="http://schemas.microsoft.com/office/drawing/2014/main" id="{E514B5EA-B9C5-437E-89A8-F00E872524DC}"/>
                    </a:ext>
                  </a:extLst>
                </p:cNvPr>
                <p:cNvSpPr/>
                <p:nvPr/>
              </p:nvSpPr>
              <p:spPr>
                <a:xfrm>
                  <a:off x="4339308" y="4468844"/>
                  <a:ext cx="1661922" cy="628078"/>
                </a:xfrm>
                <a:custGeom>
                  <a:avLst/>
                  <a:gdLst>
                    <a:gd name="connsiteX0" fmla="*/ 0 w 1661922"/>
                    <a:gd name="connsiteY0" fmla="*/ 628078 h 628078"/>
                    <a:gd name="connsiteX1" fmla="*/ 727710 w 1661922"/>
                    <a:gd name="connsiteY1" fmla="*/ 554260 h 628078"/>
                    <a:gd name="connsiteX2" fmla="*/ 1648397 w 1661922"/>
                    <a:gd name="connsiteY2" fmla="*/ 479679 h 628078"/>
                    <a:gd name="connsiteX3" fmla="*/ 1661636 w 1661922"/>
                    <a:gd name="connsiteY3" fmla="*/ 479488 h 628078"/>
                    <a:gd name="connsiteX4" fmla="*/ 1596009 w 1661922"/>
                    <a:gd name="connsiteY4" fmla="*/ 338995 h 628078"/>
                    <a:gd name="connsiteX5" fmla="*/ 1630108 w 1661922"/>
                    <a:gd name="connsiteY5" fmla="*/ 231172 h 628078"/>
                    <a:gd name="connsiteX6" fmla="*/ 1661922 w 1661922"/>
                    <a:gd name="connsiteY6" fmla="*/ 127825 h 628078"/>
                    <a:gd name="connsiteX7" fmla="*/ 1661922 w 1661922"/>
                    <a:gd name="connsiteY7" fmla="*/ 126778 h 628078"/>
                    <a:gd name="connsiteX8" fmla="*/ 1571054 w 1661922"/>
                    <a:gd name="connsiteY8" fmla="*/ 0 h 628078"/>
                    <a:gd name="connsiteX9" fmla="*/ 1640777 w 1661922"/>
                    <a:gd name="connsiteY9" fmla="*/ 122491 h 628078"/>
                    <a:gd name="connsiteX10" fmla="*/ 1640777 w 1661922"/>
                    <a:gd name="connsiteY10" fmla="*/ 123539 h 628078"/>
                    <a:gd name="connsiteX11" fmla="*/ 1608963 w 1661922"/>
                    <a:gd name="connsiteY11" fmla="*/ 226885 h 628078"/>
                    <a:gd name="connsiteX12" fmla="*/ 1574864 w 1661922"/>
                    <a:gd name="connsiteY12" fmla="*/ 334708 h 628078"/>
                    <a:gd name="connsiteX13" fmla="*/ 1640491 w 1661922"/>
                    <a:gd name="connsiteY13" fmla="*/ 475202 h 628078"/>
                    <a:gd name="connsiteX14" fmla="*/ 1627251 w 1661922"/>
                    <a:gd name="connsiteY14" fmla="*/ 475393 h 628078"/>
                    <a:gd name="connsiteX15" fmla="*/ 706565 w 1661922"/>
                    <a:gd name="connsiteY15" fmla="*/ 549973 h 628078"/>
                    <a:gd name="connsiteX16" fmla="*/ 5429 w 1661922"/>
                    <a:gd name="connsiteY16" fmla="*/ 622459 h 628078"/>
                    <a:gd name="connsiteX17" fmla="*/ 0 w 1661922"/>
                    <a:gd name="connsiteY17" fmla="*/ 628078 h 628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661922" h="628078">
                      <a:moveTo>
                        <a:pt x="0" y="628078"/>
                      </a:moveTo>
                      <a:cubicBezTo>
                        <a:pt x="277178" y="614077"/>
                        <a:pt x="554355" y="589883"/>
                        <a:pt x="727710" y="554260"/>
                      </a:cubicBezTo>
                      <a:cubicBezTo>
                        <a:pt x="1048893" y="488251"/>
                        <a:pt x="1469041" y="482251"/>
                        <a:pt x="1648397" y="479679"/>
                      </a:cubicBezTo>
                      <a:cubicBezTo>
                        <a:pt x="1652969" y="479584"/>
                        <a:pt x="1657350" y="479584"/>
                        <a:pt x="1661636" y="479488"/>
                      </a:cubicBezTo>
                      <a:cubicBezTo>
                        <a:pt x="1611249" y="446342"/>
                        <a:pt x="1587913" y="398240"/>
                        <a:pt x="1596009" y="338995"/>
                      </a:cubicBezTo>
                      <a:cubicBezTo>
                        <a:pt x="1601343" y="300038"/>
                        <a:pt x="1615916" y="265081"/>
                        <a:pt x="1630108" y="231172"/>
                      </a:cubicBezTo>
                      <a:cubicBezTo>
                        <a:pt x="1644967" y="195643"/>
                        <a:pt x="1658683" y="162782"/>
                        <a:pt x="1661922" y="127825"/>
                      </a:cubicBezTo>
                      <a:cubicBezTo>
                        <a:pt x="1661922" y="127444"/>
                        <a:pt x="1661922" y="127159"/>
                        <a:pt x="1661922" y="126778"/>
                      </a:cubicBezTo>
                      <a:cubicBezTo>
                        <a:pt x="1659732" y="32861"/>
                        <a:pt x="1616202" y="4953"/>
                        <a:pt x="1571054" y="0"/>
                      </a:cubicBezTo>
                      <a:cubicBezTo>
                        <a:pt x="1607820" y="11144"/>
                        <a:pt x="1638967" y="43434"/>
                        <a:pt x="1640777" y="122491"/>
                      </a:cubicBezTo>
                      <a:cubicBezTo>
                        <a:pt x="1640777" y="122872"/>
                        <a:pt x="1640777" y="123158"/>
                        <a:pt x="1640777" y="123539"/>
                      </a:cubicBezTo>
                      <a:cubicBezTo>
                        <a:pt x="1637538" y="158496"/>
                        <a:pt x="1623822" y="191357"/>
                        <a:pt x="1608963" y="226885"/>
                      </a:cubicBezTo>
                      <a:cubicBezTo>
                        <a:pt x="1594771" y="260794"/>
                        <a:pt x="1580198" y="295751"/>
                        <a:pt x="1574864" y="334708"/>
                      </a:cubicBezTo>
                      <a:cubicBezTo>
                        <a:pt x="1566768" y="393954"/>
                        <a:pt x="1590104" y="442055"/>
                        <a:pt x="1640491" y="475202"/>
                      </a:cubicBezTo>
                      <a:cubicBezTo>
                        <a:pt x="1636205" y="475297"/>
                        <a:pt x="1631823" y="475297"/>
                        <a:pt x="1627251" y="475393"/>
                      </a:cubicBezTo>
                      <a:cubicBezTo>
                        <a:pt x="1447896" y="477964"/>
                        <a:pt x="1027747" y="483965"/>
                        <a:pt x="706565" y="549973"/>
                      </a:cubicBezTo>
                      <a:cubicBezTo>
                        <a:pt x="538830" y="584454"/>
                        <a:pt x="273653" y="608171"/>
                        <a:pt x="5429" y="622459"/>
                      </a:cubicBezTo>
                      <a:cubicBezTo>
                        <a:pt x="3620" y="624363"/>
                        <a:pt x="1810" y="626364"/>
                        <a:pt x="0" y="628078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06" name="Forme libre : forme 9505">
                  <a:extLst>
                    <a:ext uri="{FF2B5EF4-FFF2-40B4-BE49-F238E27FC236}">
                      <a16:creationId xmlns:a16="http://schemas.microsoft.com/office/drawing/2014/main" id="{866C7A5F-A8EC-4352-AED3-615BA12CA756}"/>
                    </a:ext>
                  </a:extLst>
                </p:cNvPr>
                <p:cNvSpPr/>
                <p:nvPr/>
              </p:nvSpPr>
              <p:spPr>
                <a:xfrm>
                  <a:off x="5638518" y="4284589"/>
                  <a:ext cx="366236" cy="190159"/>
                </a:xfrm>
                <a:custGeom>
                  <a:avLst/>
                  <a:gdLst>
                    <a:gd name="connsiteX0" fmla="*/ 131922 w 366236"/>
                    <a:gd name="connsiteY0" fmla="*/ 190160 h 190159"/>
                    <a:gd name="connsiteX1" fmla="*/ 77629 w 366236"/>
                    <a:gd name="connsiteY1" fmla="*/ 163680 h 190159"/>
                    <a:gd name="connsiteX2" fmla="*/ 21146 w 366236"/>
                    <a:gd name="connsiteY2" fmla="*/ 132534 h 190159"/>
                    <a:gd name="connsiteX3" fmla="*/ 212789 w 366236"/>
                    <a:gd name="connsiteY3" fmla="*/ 33855 h 190159"/>
                    <a:gd name="connsiteX4" fmla="*/ 366236 w 366236"/>
                    <a:gd name="connsiteY4" fmla="*/ 6899 h 190159"/>
                    <a:gd name="connsiteX5" fmla="*/ 191643 w 366236"/>
                    <a:gd name="connsiteY5" fmla="*/ 29664 h 190159"/>
                    <a:gd name="connsiteX6" fmla="*/ 0 w 366236"/>
                    <a:gd name="connsiteY6" fmla="*/ 128342 h 190159"/>
                    <a:gd name="connsiteX7" fmla="*/ 56483 w 366236"/>
                    <a:gd name="connsiteY7" fmla="*/ 159489 h 190159"/>
                    <a:gd name="connsiteX8" fmla="*/ 131922 w 366236"/>
                    <a:gd name="connsiteY8" fmla="*/ 190160 h 190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6236" h="190159">
                      <a:moveTo>
                        <a:pt x="131922" y="190160"/>
                      </a:moveTo>
                      <a:cubicBezTo>
                        <a:pt x="108014" y="183397"/>
                        <a:pt x="88392" y="171396"/>
                        <a:pt x="77629" y="163680"/>
                      </a:cubicBezTo>
                      <a:cubicBezTo>
                        <a:pt x="59150" y="150441"/>
                        <a:pt x="21146" y="132534"/>
                        <a:pt x="21146" y="132534"/>
                      </a:cubicBezTo>
                      <a:cubicBezTo>
                        <a:pt x="149923" y="133581"/>
                        <a:pt x="96679" y="92909"/>
                        <a:pt x="212789" y="33855"/>
                      </a:cubicBezTo>
                      <a:cubicBezTo>
                        <a:pt x="272511" y="3470"/>
                        <a:pt x="325660" y="708"/>
                        <a:pt x="366236" y="6899"/>
                      </a:cubicBezTo>
                      <a:cubicBezTo>
                        <a:pt x="324041" y="-3579"/>
                        <a:pt x="262319" y="-6341"/>
                        <a:pt x="191643" y="29664"/>
                      </a:cubicBezTo>
                      <a:cubicBezTo>
                        <a:pt x="75533" y="88814"/>
                        <a:pt x="128778" y="129486"/>
                        <a:pt x="0" y="128342"/>
                      </a:cubicBezTo>
                      <a:cubicBezTo>
                        <a:pt x="0" y="128342"/>
                        <a:pt x="38005" y="146250"/>
                        <a:pt x="56483" y="159489"/>
                      </a:cubicBezTo>
                      <a:cubicBezTo>
                        <a:pt x="70295" y="169300"/>
                        <a:pt x="98584" y="186350"/>
                        <a:pt x="131922" y="190160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07" name="Forme libre : forme 9506">
                  <a:extLst>
                    <a:ext uri="{FF2B5EF4-FFF2-40B4-BE49-F238E27FC236}">
                      <a16:creationId xmlns:a16="http://schemas.microsoft.com/office/drawing/2014/main" id="{0EA99C2F-6F32-4361-B005-39B5B3BDB887}"/>
                    </a:ext>
                  </a:extLst>
                </p:cNvPr>
                <p:cNvSpPr/>
                <p:nvPr/>
              </p:nvSpPr>
              <p:spPr>
                <a:xfrm>
                  <a:off x="6089241" y="4321206"/>
                  <a:ext cx="172783" cy="13429"/>
                </a:xfrm>
                <a:custGeom>
                  <a:avLst/>
                  <a:gdLst>
                    <a:gd name="connsiteX0" fmla="*/ 85154 w 172783"/>
                    <a:gd name="connsiteY0" fmla="*/ 9334 h 13429"/>
                    <a:gd name="connsiteX1" fmla="*/ 165068 w 172783"/>
                    <a:gd name="connsiteY1" fmla="*/ 13430 h 13429"/>
                    <a:gd name="connsiteX2" fmla="*/ 172784 w 172783"/>
                    <a:gd name="connsiteY2" fmla="*/ 9334 h 13429"/>
                    <a:gd name="connsiteX3" fmla="*/ 64008 w 172783"/>
                    <a:gd name="connsiteY3" fmla="*/ 5143 h 13429"/>
                    <a:gd name="connsiteX4" fmla="*/ 0 w 172783"/>
                    <a:gd name="connsiteY4" fmla="*/ 0 h 13429"/>
                    <a:gd name="connsiteX5" fmla="*/ 85154 w 172783"/>
                    <a:gd name="connsiteY5" fmla="*/ 9334 h 1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783" h="13429">
                      <a:moveTo>
                        <a:pt x="85154" y="9334"/>
                      </a:moveTo>
                      <a:cubicBezTo>
                        <a:pt x="98679" y="12287"/>
                        <a:pt x="137636" y="13240"/>
                        <a:pt x="165068" y="13430"/>
                      </a:cubicBezTo>
                      <a:cubicBezTo>
                        <a:pt x="169831" y="11049"/>
                        <a:pt x="172784" y="9334"/>
                        <a:pt x="172784" y="9334"/>
                      </a:cubicBezTo>
                      <a:cubicBezTo>
                        <a:pt x="172784" y="9334"/>
                        <a:pt x="85725" y="9906"/>
                        <a:pt x="64008" y="5143"/>
                      </a:cubicBezTo>
                      <a:cubicBezTo>
                        <a:pt x="49816" y="2000"/>
                        <a:pt x="22860" y="2762"/>
                        <a:pt x="0" y="0"/>
                      </a:cubicBezTo>
                      <a:cubicBezTo>
                        <a:pt x="24194" y="7906"/>
                        <a:pt x="66104" y="5143"/>
                        <a:pt x="85154" y="9334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08" name="Forme libre : forme 9507">
                  <a:extLst>
                    <a:ext uri="{FF2B5EF4-FFF2-40B4-BE49-F238E27FC236}">
                      <a16:creationId xmlns:a16="http://schemas.microsoft.com/office/drawing/2014/main" id="{768D1D07-4DA4-467A-87F2-F87AB9F01A30}"/>
                    </a:ext>
                  </a:extLst>
                </p:cNvPr>
                <p:cNvSpPr/>
                <p:nvPr/>
              </p:nvSpPr>
              <p:spPr>
                <a:xfrm>
                  <a:off x="2752575" y="2935771"/>
                  <a:ext cx="192086" cy="1043773"/>
                </a:xfrm>
                <a:custGeom>
                  <a:avLst/>
                  <a:gdLst>
                    <a:gd name="connsiteX0" fmla="*/ 95213 w 192086"/>
                    <a:gd name="connsiteY0" fmla="*/ 295680 h 1043773"/>
                    <a:gd name="connsiteX1" fmla="*/ 156649 w 192086"/>
                    <a:gd name="connsiteY1" fmla="*/ 412361 h 1043773"/>
                    <a:gd name="connsiteX2" fmla="*/ 126550 w 192086"/>
                    <a:gd name="connsiteY2" fmla="*/ 995005 h 1043773"/>
                    <a:gd name="connsiteX3" fmla="*/ 112834 w 192086"/>
                    <a:gd name="connsiteY3" fmla="*/ 1043773 h 1043773"/>
                    <a:gd name="connsiteX4" fmla="*/ 177795 w 192086"/>
                    <a:gd name="connsiteY4" fmla="*/ 416552 h 1043773"/>
                    <a:gd name="connsiteX5" fmla="*/ 116358 w 192086"/>
                    <a:gd name="connsiteY5" fmla="*/ 299871 h 1043773"/>
                    <a:gd name="connsiteX6" fmla="*/ 26061 w 192086"/>
                    <a:gd name="connsiteY6" fmla="*/ 92416 h 1043773"/>
                    <a:gd name="connsiteX7" fmla="*/ 132837 w 192086"/>
                    <a:gd name="connsiteY7" fmla="*/ 4501 h 1043773"/>
                    <a:gd name="connsiteX8" fmla="*/ 4916 w 192086"/>
                    <a:gd name="connsiteY8" fmla="*/ 88225 h 1043773"/>
                    <a:gd name="connsiteX9" fmla="*/ 95213 w 192086"/>
                    <a:gd name="connsiteY9" fmla="*/ 295680 h 1043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2086" h="1043773">
                      <a:moveTo>
                        <a:pt x="95213" y="295680"/>
                      </a:moveTo>
                      <a:cubicBezTo>
                        <a:pt x="132170" y="326255"/>
                        <a:pt x="149029" y="377404"/>
                        <a:pt x="156649" y="412361"/>
                      </a:cubicBezTo>
                      <a:cubicBezTo>
                        <a:pt x="194749" y="664964"/>
                        <a:pt x="166364" y="846892"/>
                        <a:pt x="126550" y="995005"/>
                      </a:cubicBezTo>
                      <a:cubicBezTo>
                        <a:pt x="130074" y="1012246"/>
                        <a:pt x="111501" y="1025676"/>
                        <a:pt x="112834" y="1043773"/>
                      </a:cubicBezTo>
                      <a:cubicBezTo>
                        <a:pt x="159221" y="886992"/>
                        <a:pt x="220181" y="697540"/>
                        <a:pt x="177795" y="416552"/>
                      </a:cubicBezTo>
                      <a:cubicBezTo>
                        <a:pt x="170174" y="381595"/>
                        <a:pt x="153315" y="330446"/>
                        <a:pt x="116358" y="299871"/>
                      </a:cubicBezTo>
                      <a:cubicBezTo>
                        <a:pt x="56160" y="249960"/>
                        <a:pt x="4725" y="179475"/>
                        <a:pt x="26061" y="92416"/>
                      </a:cubicBezTo>
                      <a:cubicBezTo>
                        <a:pt x="39491" y="37743"/>
                        <a:pt x="84735" y="786"/>
                        <a:pt x="132837" y="4501"/>
                      </a:cubicBezTo>
                      <a:cubicBezTo>
                        <a:pt x="77496" y="-13788"/>
                        <a:pt x="20346" y="25551"/>
                        <a:pt x="4916" y="88225"/>
                      </a:cubicBezTo>
                      <a:cubicBezTo>
                        <a:pt x="-16420" y="175284"/>
                        <a:pt x="35015" y="245769"/>
                        <a:pt x="95213" y="295680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09" name="Forme libre : forme 9508">
                  <a:extLst>
                    <a:ext uri="{FF2B5EF4-FFF2-40B4-BE49-F238E27FC236}">
                      <a16:creationId xmlns:a16="http://schemas.microsoft.com/office/drawing/2014/main" id="{52122151-ADA6-4C80-B9BC-A0CE92FB5919}"/>
                    </a:ext>
                  </a:extLst>
                </p:cNvPr>
                <p:cNvSpPr/>
                <p:nvPr/>
              </p:nvSpPr>
              <p:spPr>
                <a:xfrm>
                  <a:off x="6994021" y="2003583"/>
                  <a:ext cx="98964" cy="57816"/>
                </a:xfrm>
                <a:custGeom>
                  <a:avLst/>
                  <a:gdLst>
                    <a:gd name="connsiteX0" fmla="*/ 9240 w 98964"/>
                    <a:gd name="connsiteY0" fmla="*/ 10477 h 57816"/>
                    <a:gd name="connsiteX1" fmla="*/ 18479 w 98964"/>
                    <a:gd name="connsiteY1" fmla="*/ 20764 h 57816"/>
                    <a:gd name="connsiteX2" fmla="*/ 40672 w 98964"/>
                    <a:gd name="connsiteY2" fmla="*/ 38005 h 57816"/>
                    <a:gd name="connsiteX3" fmla="*/ 93440 w 98964"/>
                    <a:gd name="connsiteY3" fmla="*/ 57150 h 57816"/>
                    <a:gd name="connsiteX4" fmla="*/ 98965 w 98964"/>
                    <a:gd name="connsiteY4" fmla="*/ 57817 h 57816"/>
                    <a:gd name="connsiteX5" fmla="*/ 61722 w 98964"/>
                    <a:gd name="connsiteY5" fmla="*/ 42291 h 57816"/>
                    <a:gd name="connsiteX6" fmla="*/ 42767 w 98964"/>
                    <a:gd name="connsiteY6" fmla="*/ 27908 h 57816"/>
                    <a:gd name="connsiteX7" fmla="*/ 22670 w 98964"/>
                    <a:gd name="connsiteY7" fmla="*/ 15907 h 57816"/>
                    <a:gd name="connsiteX8" fmla="*/ 12097 w 98964"/>
                    <a:gd name="connsiteY8" fmla="*/ 7620 h 57816"/>
                    <a:gd name="connsiteX9" fmla="*/ 286 w 98964"/>
                    <a:gd name="connsiteY9" fmla="*/ 0 h 57816"/>
                    <a:gd name="connsiteX10" fmla="*/ 0 w 98964"/>
                    <a:gd name="connsiteY10" fmla="*/ 1429 h 57816"/>
                    <a:gd name="connsiteX11" fmla="*/ 9240 w 98964"/>
                    <a:gd name="connsiteY11" fmla="*/ 10477 h 57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8964" h="57816">
                      <a:moveTo>
                        <a:pt x="9240" y="10477"/>
                      </a:moveTo>
                      <a:cubicBezTo>
                        <a:pt x="12192" y="14002"/>
                        <a:pt x="15240" y="17431"/>
                        <a:pt x="18479" y="20764"/>
                      </a:cubicBezTo>
                      <a:cubicBezTo>
                        <a:pt x="25146" y="27242"/>
                        <a:pt x="32576" y="33147"/>
                        <a:pt x="40672" y="38005"/>
                      </a:cubicBezTo>
                      <a:cubicBezTo>
                        <a:pt x="56865" y="47815"/>
                        <a:pt x="74962" y="53721"/>
                        <a:pt x="93440" y="57150"/>
                      </a:cubicBezTo>
                      <a:cubicBezTo>
                        <a:pt x="95250" y="57436"/>
                        <a:pt x="97155" y="57531"/>
                        <a:pt x="98965" y="57817"/>
                      </a:cubicBezTo>
                      <a:cubicBezTo>
                        <a:pt x="85916" y="54292"/>
                        <a:pt x="73343" y="49339"/>
                        <a:pt x="61722" y="42291"/>
                      </a:cubicBezTo>
                      <a:cubicBezTo>
                        <a:pt x="54864" y="38100"/>
                        <a:pt x="48578" y="33242"/>
                        <a:pt x="42767" y="27908"/>
                      </a:cubicBezTo>
                      <a:cubicBezTo>
                        <a:pt x="35719" y="24574"/>
                        <a:pt x="29052" y="20574"/>
                        <a:pt x="22670" y="15907"/>
                      </a:cubicBezTo>
                      <a:cubicBezTo>
                        <a:pt x="19050" y="13335"/>
                        <a:pt x="15526" y="10573"/>
                        <a:pt x="12097" y="7620"/>
                      </a:cubicBezTo>
                      <a:cubicBezTo>
                        <a:pt x="8573" y="4858"/>
                        <a:pt x="5334" y="1238"/>
                        <a:pt x="286" y="0"/>
                      </a:cubicBezTo>
                      <a:lnTo>
                        <a:pt x="0" y="1429"/>
                      </a:lnTo>
                      <a:cubicBezTo>
                        <a:pt x="3620" y="3143"/>
                        <a:pt x="6191" y="7239"/>
                        <a:pt x="9240" y="10477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10" name="Forme libre : forme 9509">
                  <a:extLst>
                    <a:ext uri="{FF2B5EF4-FFF2-40B4-BE49-F238E27FC236}">
                      <a16:creationId xmlns:a16="http://schemas.microsoft.com/office/drawing/2014/main" id="{322D06FE-4BCC-4F1E-88C4-4DAA6F2A475D}"/>
                    </a:ext>
                  </a:extLst>
                </p:cNvPr>
                <p:cNvSpPr/>
                <p:nvPr/>
              </p:nvSpPr>
              <p:spPr>
                <a:xfrm>
                  <a:off x="2951516" y="3303555"/>
                  <a:ext cx="467772" cy="468248"/>
                </a:xfrm>
                <a:custGeom>
                  <a:avLst/>
                  <a:gdLst>
                    <a:gd name="connsiteX0" fmla="*/ 25337 w 467772"/>
                    <a:gd name="connsiteY0" fmla="*/ 440341 h 468248"/>
                    <a:gd name="connsiteX1" fmla="*/ 0 w 467772"/>
                    <a:gd name="connsiteY1" fmla="*/ 468249 h 468248"/>
                    <a:gd name="connsiteX2" fmla="*/ 132302 w 467772"/>
                    <a:gd name="connsiteY2" fmla="*/ 385286 h 468248"/>
                    <a:gd name="connsiteX3" fmla="*/ 280321 w 467772"/>
                    <a:gd name="connsiteY3" fmla="*/ 307848 h 468248"/>
                    <a:gd name="connsiteX4" fmla="*/ 280130 w 467772"/>
                    <a:gd name="connsiteY4" fmla="*/ 307848 h 468248"/>
                    <a:gd name="connsiteX5" fmla="*/ 281559 w 467772"/>
                    <a:gd name="connsiteY5" fmla="*/ 307086 h 468248"/>
                    <a:gd name="connsiteX6" fmla="*/ 286036 w 467772"/>
                    <a:gd name="connsiteY6" fmla="*/ 304324 h 468248"/>
                    <a:gd name="connsiteX7" fmla="*/ 322421 w 467772"/>
                    <a:gd name="connsiteY7" fmla="*/ 209645 h 468248"/>
                    <a:gd name="connsiteX8" fmla="*/ 381000 w 467772"/>
                    <a:gd name="connsiteY8" fmla="*/ 31908 h 468248"/>
                    <a:gd name="connsiteX9" fmla="*/ 467773 w 467772"/>
                    <a:gd name="connsiteY9" fmla="*/ 4476 h 468248"/>
                    <a:gd name="connsiteX10" fmla="*/ 359855 w 467772"/>
                    <a:gd name="connsiteY10" fmla="*/ 27717 h 468248"/>
                    <a:gd name="connsiteX11" fmla="*/ 301276 w 467772"/>
                    <a:gd name="connsiteY11" fmla="*/ 205454 h 468248"/>
                    <a:gd name="connsiteX12" fmla="*/ 264890 w 467772"/>
                    <a:gd name="connsiteY12" fmla="*/ 300133 h 468248"/>
                    <a:gd name="connsiteX13" fmla="*/ 260413 w 467772"/>
                    <a:gd name="connsiteY13" fmla="*/ 302895 h 468248"/>
                    <a:gd name="connsiteX14" fmla="*/ 258985 w 467772"/>
                    <a:gd name="connsiteY14" fmla="*/ 303657 h 468248"/>
                    <a:gd name="connsiteX15" fmla="*/ 259175 w 467772"/>
                    <a:gd name="connsiteY15" fmla="*/ 303657 h 468248"/>
                    <a:gd name="connsiteX16" fmla="*/ 111157 w 467772"/>
                    <a:gd name="connsiteY16" fmla="*/ 381095 h 468248"/>
                    <a:gd name="connsiteX17" fmla="*/ 25337 w 467772"/>
                    <a:gd name="connsiteY17" fmla="*/ 440341 h 468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67772" h="468248">
                      <a:moveTo>
                        <a:pt x="25337" y="440341"/>
                      </a:moveTo>
                      <a:cubicBezTo>
                        <a:pt x="24003" y="451199"/>
                        <a:pt x="1524" y="457771"/>
                        <a:pt x="0" y="468249"/>
                      </a:cubicBezTo>
                      <a:cubicBezTo>
                        <a:pt x="24765" y="437197"/>
                        <a:pt x="81629" y="408813"/>
                        <a:pt x="132302" y="385286"/>
                      </a:cubicBezTo>
                      <a:cubicBezTo>
                        <a:pt x="177927" y="364045"/>
                        <a:pt x="231838" y="337566"/>
                        <a:pt x="280321" y="307848"/>
                      </a:cubicBezTo>
                      <a:lnTo>
                        <a:pt x="280130" y="307848"/>
                      </a:lnTo>
                      <a:cubicBezTo>
                        <a:pt x="280130" y="307848"/>
                        <a:pt x="280702" y="307562"/>
                        <a:pt x="281559" y="307086"/>
                      </a:cubicBezTo>
                      <a:cubicBezTo>
                        <a:pt x="283083" y="306133"/>
                        <a:pt x="284607" y="305276"/>
                        <a:pt x="286036" y="304324"/>
                      </a:cubicBezTo>
                      <a:cubicBezTo>
                        <a:pt x="299847" y="295275"/>
                        <a:pt x="332137" y="267462"/>
                        <a:pt x="322421" y="209645"/>
                      </a:cubicBezTo>
                      <a:cubicBezTo>
                        <a:pt x="310134" y="136779"/>
                        <a:pt x="312896" y="78962"/>
                        <a:pt x="381000" y="31908"/>
                      </a:cubicBezTo>
                      <a:cubicBezTo>
                        <a:pt x="409194" y="12478"/>
                        <a:pt x="440436" y="2572"/>
                        <a:pt x="467773" y="4476"/>
                      </a:cubicBezTo>
                      <a:cubicBezTo>
                        <a:pt x="436340" y="-6382"/>
                        <a:pt x="395573" y="2953"/>
                        <a:pt x="359855" y="27717"/>
                      </a:cubicBezTo>
                      <a:cubicBezTo>
                        <a:pt x="291751" y="74866"/>
                        <a:pt x="288988" y="132683"/>
                        <a:pt x="301276" y="205454"/>
                      </a:cubicBezTo>
                      <a:cubicBezTo>
                        <a:pt x="310991" y="263271"/>
                        <a:pt x="278606" y="291084"/>
                        <a:pt x="264890" y="300133"/>
                      </a:cubicBezTo>
                      <a:cubicBezTo>
                        <a:pt x="263462" y="301085"/>
                        <a:pt x="261842" y="301942"/>
                        <a:pt x="260413" y="302895"/>
                      </a:cubicBezTo>
                      <a:cubicBezTo>
                        <a:pt x="259556" y="303371"/>
                        <a:pt x="258985" y="303657"/>
                        <a:pt x="258985" y="303657"/>
                      </a:cubicBezTo>
                      <a:lnTo>
                        <a:pt x="259175" y="303657"/>
                      </a:lnTo>
                      <a:cubicBezTo>
                        <a:pt x="210693" y="333375"/>
                        <a:pt x="156781" y="359854"/>
                        <a:pt x="111157" y="381095"/>
                      </a:cubicBezTo>
                      <a:cubicBezTo>
                        <a:pt x="75629" y="397573"/>
                        <a:pt x="47625" y="418624"/>
                        <a:pt x="25337" y="440341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11" name="Forme libre : forme 9510">
                  <a:extLst>
                    <a:ext uri="{FF2B5EF4-FFF2-40B4-BE49-F238E27FC236}">
                      <a16:creationId xmlns:a16="http://schemas.microsoft.com/office/drawing/2014/main" id="{1939175C-485D-4954-9DFE-5A4210006BF2}"/>
                    </a:ext>
                  </a:extLst>
                </p:cNvPr>
                <p:cNvSpPr/>
                <p:nvPr/>
              </p:nvSpPr>
              <p:spPr>
                <a:xfrm>
                  <a:off x="3873726" y="4268873"/>
                  <a:ext cx="784192" cy="842431"/>
                </a:xfrm>
                <a:custGeom>
                  <a:avLst/>
                  <a:gdLst>
                    <a:gd name="connsiteX0" fmla="*/ 0 w 784192"/>
                    <a:gd name="connsiteY0" fmla="*/ 842432 h 842431"/>
                    <a:gd name="connsiteX1" fmla="*/ 400717 w 784192"/>
                    <a:gd name="connsiteY1" fmla="*/ 831097 h 842431"/>
                    <a:gd name="connsiteX2" fmla="*/ 523875 w 784192"/>
                    <a:gd name="connsiteY2" fmla="*/ 686127 h 842431"/>
                    <a:gd name="connsiteX3" fmla="*/ 511683 w 784192"/>
                    <a:gd name="connsiteY3" fmla="*/ 503818 h 842431"/>
                    <a:gd name="connsiteX4" fmla="*/ 483965 w 784192"/>
                    <a:gd name="connsiteY4" fmla="*/ 217211 h 842431"/>
                    <a:gd name="connsiteX5" fmla="*/ 784193 w 784192"/>
                    <a:gd name="connsiteY5" fmla="*/ 5375 h 842431"/>
                    <a:gd name="connsiteX6" fmla="*/ 779621 w 784192"/>
                    <a:gd name="connsiteY6" fmla="*/ 3946 h 842431"/>
                    <a:gd name="connsiteX7" fmla="*/ 462915 w 784192"/>
                    <a:gd name="connsiteY7" fmla="*/ 213020 h 842431"/>
                    <a:gd name="connsiteX8" fmla="*/ 490633 w 784192"/>
                    <a:gd name="connsiteY8" fmla="*/ 499627 h 842431"/>
                    <a:gd name="connsiteX9" fmla="*/ 502825 w 784192"/>
                    <a:gd name="connsiteY9" fmla="*/ 681936 h 842431"/>
                    <a:gd name="connsiteX10" fmla="*/ 379666 w 784192"/>
                    <a:gd name="connsiteY10" fmla="*/ 826906 h 842431"/>
                    <a:gd name="connsiteX11" fmla="*/ 4191 w 784192"/>
                    <a:gd name="connsiteY11" fmla="*/ 837860 h 842431"/>
                    <a:gd name="connsiteX12" fmla="*/ 0 w 784192"/>
                    <a:gd name="connsiteY12" fmla="*/ 842432 h 842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84192" h="842431">
                      <a:moveTo>
                        <a:pt x="0" y="842432"/>
                      </a:moveTo>
                      <a:cubicBezTo>
                        <a:pt x="122396" y="841194"/>
                        <a:pt x="260509" y="837479"/>
                        <a:pt x="400717" y="831097"/>
                      </a:cubicBezTo>
                      <a:cubicBezTo>
                        <a:pt x="432340" y="811476"/>
                        <a:pt x="476917" y="770709"/>
                        <a:pt x="523875" y="686127"/>
                      </a:cubicBezTo>
                      <a:cubicBezTo>
                        <a:pt x="567309" y="593258"/>
                        <a:pt x="525208" y="533155"/>
                        <a:pt x="511683" y="503818"/>
                      </a:cubicBezTo>
                      <a:cubicBezTo>
                        <a:pt x="497395" y="472957"/>
                        <a:pt x="430911" y="358086"/>
                        <a:pt x="483965" y="217211"/>
                      </a:cubicBezTo>
                      <a:cubicBezTo>
                        <a:pt x="534257" y="83575"/>
                        <a:pt x="681990" y="-6531"/>
                        <a:pt x="784193" y="5375"/>
                      </a:cubicBezTo>
                      <a:cubicBezTo>
                        <a:pt x="782669" y="4994"/>
                        <a:pt x="781145" y="4327"/>
                        <a:pt x="779621" y="3946"/>
                      </a:cubicBezTo>
                      <a:cubicBezTo>
                        <a:pt x="677513" y="-20628"/>
                        <a:pt x="515969" y="72050"/>
                        <a:pt x="462915" y="213020"/>
                      </a:cubicBezTo>
                      <a:cubicBezTo>
                        <a:pt x="409861" y="353990"/>
                        <a:pt x="476345" y="468766"/>
                        <a:pt x="490633" y="499627"/>
                      </a:cubicBezTo>
                      <a:cubicBezTo>
                        <a:pt x="504158" y="528964"/>
                        <a:pt x="546259" y="589067"/>
                        <a:pt x="502825" y="681936"/>
                      </a:cubicBezTo>
                      <a:cubicBezTo>
                        <a:pt x="455866" y="766613"/>
                        <a:pt x="411289" y="807380"/>
                        <a:pt x="379666" y="826906"/>
                      </a:cubicBezTo>
                      <a:cubicBezTo>
                        <a:pt x="248983" y="832812"/>
                        <a:pt x="120205" y="836431"/>
                        <a:pt x="4191" y="837860"/>
                      </a:cubicBezTo>
                      <a:cubicBezTo>
                        <a:pt x="2762" y="839479"/>
                        <a:pt x="1333" y="841003"/>
                        <a:pt x="0" y="842432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12" name="Forme libre : forme 9511">
                  <a:extLst>
                    <a:ext uri="{FF2B5EF4-FFF2-40B4-BE49-F238E27FC236}">
                      <a16:creationId xmlns:a16="http://schemas.microsoft.com/office/drawing/2014/main" id="{DAE0DF51-DAE7-42E0-A9AA-86E742C2A1EC}"/>
                    </a:ext>
                  </a:extLst>
                </p:cNvPr>
                <p:cNvSpPr/>
                <p:nvPr/>
              </p:nvSpPr>
              <p:spPr>
                <a:xfrm>
                  <a:off x="3499775" y="4755394"/>
                  <a:ext cx="433006" cy="354614"/>
                </a:xfrm>
                <a:custGeom>
                  <a:avLst/>
                  <a:gdLst>
                    <a:gd name="connsiteX0" fmla="*/ 3143 w 433006"/>
                    <a:gd name="connsiteY0" fmla="*/ 349339 h 354614"/>
                    <a:gd name="connsiteX1" fmla="*/ 55912 w 433006"/>
                    <a:gd name="connsiteY1" fmla="*/ 352101 h 354614"/>
                    <a:gd name="connsiteX2" fmla="*/ 333280 w 433006"/>
                    <a:gd name="connsiteY2" fmla="*/ 353816 h 354614"/>
                    <a:gd name="connsiteX3" fmla="*/ 359188 w 433006"/>
                    <a:gd name="connsiteY3" fmla="*/ 329241 h 354614"/>
                    <a:gd name="connsiteX4" fmla="*/ 410432 w 433006"/>
                    <a:gd name="connsiteY4" fmla="*/ 94164 h 354614"/>
                    <a:gd name="connsiteX5" fmla="*/ 407289 w 433006"/>
                    <a:gd name="connsiteY5" fmla="*/ 82544 h 354614"/>
                    <a:gd name="connsiteX6" fmla="*/ 407289 w 433006"/>
                    <a:gd name="connsiteY6" fmla="*/ 68828 h 354614"/>
                    <a:gd name="connsiteX7" fmla="*/ 431863 w 433006"/>
                    <a:gd name="connsiteY7" fmla="*/ 11011 h 354614"/>
                    <a:gd name="connsiteX8" fmla="*/ 433006 w 433006"/>
                    <a:gd name="connsiteY8" fmla="*/ 10154 h 354614"/>
                    <a:gd name="connsiteX9" fmla="*/ 410718 w 433006"/>
                    <a:gd name="connsiteY9" fmla="*/ 6820 h 354614"/>
                    <a:gd name="connsiteX10" fmla="*/ 396240 w 433006"/>
                    <a:gd name="connsiteY10" fmla="*/ 66256 h 354614"/>
                    <a:gd name="connsiteX11" fmla="*/ 399097 w 433006"/>
                    <a:gd name="connsiteY11" fmla="*/ 84830 h 354614"/>
                    <a:gd name="connsiteX12" fmla="*/ 356140 w 433006"/>
                    <a:gd name="connsiteY12" fmla="*/ 317144 h 354614"/>
                    <a:gd name="connsiteX13" fmla="*/ 323945 w 433006"/>
                    <a:gd name="connsiteY13" fmla="*/ 352101 h 354614"/>
                    <a:gd name="connsiteX14" fmla="*/ 34957 w 433006"/>
                    <a:gd name="connsiteY14" fmla="*/ 348005 h 354614"/>
                    <a:gd name="connsiteX15" fmla="*/ 0 w 433006"/>
                    <a:gd name="connsiteY15" fmla="*/ 346196 h 354614"/>
                    <a:gd name="connsiteX16" fmla="*/ 3143 w 433006"/>
                    <a:gd name="connsiteY16" fmla="*/ 349339 h 354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33006" h="354614">
                      <a:moveTo>
                        <a:pt x="3143" y="349339"/>
                      </a:moveTo>
                      <a:cubicBezTo>
                        <a:pt x="21146" y="350292"/>
                        <a:pt x="38862" y="351244"/>
                        <a:pt x="55912" y="352101"/>
                      </a:cubicBezTo>
                      <a:cubicBezTo>
                        <a:pt x="128206" y="355626"/>
                        <a:pt x="217075" y="354673"/>
                        <a:pt x="333280" y="353816"/>
                      </a:cubicBezTo>
                      <a:cubicBezTo>
                        <a:pt x="340995" y="347625"/>
                        <a:pt x="350615" y="339909"/>
                        <a:pt x="359188" y="329241"/>
                      </a:cubicBezTo>
                      <a:cubicBezTo>
                        <a:pt x="390144" y="286188"/>
                        <a:pt x="420243" y="219989"/>
                        <a:pt x="410432" y="94164"/>
                      </a:cubicBezTo>
                      <a:cubicBezTo>
                        <a:pt x="410051" y="88925"/>
                        <a:pt x="407098" y="85973"/>
                        <a:pt x="407289" y="82544"/>
                      </a:cubicBezTo>
                      <a:cubicBezTo>
                        <a:pt x="407003" y="80639"/>
                        <a:pt x="407575" y="70257"/>
                        <a:pt x="407289" y="68828"/>
                      </a:cubicBezTo>
                      <a:cubicBezTo>
                        <a:pt x="405955" y="61970"/>
                        <a:pt x="415766" y="24917"/>
                        <a:pt x="431863" y="11011"/>
                      </a:cubicBezTo>
                      <a:cubicBezTo>
                        <a:pt x="432245" y="10630"/>
                        <a:pt x="432625" y="10440"/>
                        <a:pt x="433006" y="10154"/>
                      </a:cubicBezTo>
                      <a:cubicBezTo>
                        <a:pt x="430530" y="-419"/>
                        <a:pt x="423958" y="-4610"/>
                        <a:pt x="410718" y="6820"/>
                      </a:cubicBezTo>
                      <a:cubicBezTo>
                        <a:pt x="394621" y="20631"/>
                        <a:pt x="394906" y="59303"/>
                        <a:pt x="396240" y="66256"/>
                      </a:cubicBezTo>
                      <a:cubicBezTo>
                        <a:pt x="397192" y="71018"/>
                        <a:pt x="398431" y="79782"/>
                        <a:pt x="399097" y="84830"/>
                      </a:cubicBezTo>
                      <a:cubicBezTo>
                        <a:pt x="409670" y="209417"/>
                        <a:pt x="381857" y="279807"/>
                        <a:pt x="356140" y="317144"/>
                      </a:cubicBezTo>
                      <a:cubicBezTo>
                        <a:pt x="345281" y="332861"/>
                        <a:pt x="333851" y="344196"/>
                        <a:pt x="323945" y="352101"/>
                      </a:cubicBezTo>
                      <a:cubicBezTo>
                        <a:pt x="207740" y="352958"/>
                        <a:pt x="107252" y="351530"/>
                        <a:pt x="34957" y="348005"/>
                      </a:cubicBezTo>
                      <a:cubicBezTo>
                        <a:pt x="23527" y="347434"/>
                        <a:pt x="11811" y="346862"/>
                        <a:pt x="0" y="346196"/>
                      </a:cubicBezTo>
                      <a:cubicBezTo>
                        <a:pt x="953" y="347148"/>
                        <a:pt x="2191" y="348387"/>
                        <a:pt x="3143" y="34933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9101" name="Forme libre : forme 9100">
                <a:extLst>
                  <a:ext uri="{FF2B5EF4-FFF2-40B4-BE49-F238E27FC236}">
                    <a16:creationId xmlns:a16="http://schemas.microsoft.com/office/drawing/2014/main" id="{1C9CEA25-A115-4F20-9F82-82FCF9AA4118}"/>
                  </a:ext>
                </a:extLst>
              </p:cNvPr>
              <p:cNvSpPr/>
              <p:nvPr/>
            </p:nvSpPr>
            <p:spPr>
              <a:xfrm>
                <a:off x="278894" y="1263586"/>
                <a:ext cx="7893845" cy="3908107"/>
              </a:xfrm>
              <a:custGeom>
                <a:avLst/>
                <a:gdLst>
                  <a:gd name="connsiteX0" fmla="*/ 7807073 w 7893845"/>
                  <a:gd name="connsiteY0" fmla="*/ 7239 h 3908107"/>
                  <a:gd name="connsiteX1" fmla="*/ 7806978 w 7893845"/>
                  <a:gd name="connsiteY1" fmla="*/ 8668 h 3908107"/>
                  <a:gd name="connsiteX2" fmla="*/ 7807073 w 7893845"/>
                  <a:gd name="connsiteY2" fmla="*/ 7239 h 3908107"/>
                  <a:gd name="connsiteX3" fmla="*/ 7806978 w 7893845"/>
                  <a:gd name="connsiteY3" fmla="*/ 8668 h 3908107"/>
                  <a:gd name="connsiteX4" fmla="*/ 7825171 w 7893845"/>
                  <a:gd name="connsiteY4" fmla="*/ 71438 h 3908107"/>
                  <a:gd name="connsiteX5" fmla="*/ 7820123 w 7893845"/>
                  <a:gd name="connsiteY5" fmla="*/ 86582 h 3908107"/>
                  <a:gd name="connsiteX6" fmla="*/ 7806978 w 7893845"/>
                  <a:gd name="connsiteY6" fmla="*/ 8668 h 3908107"/>
                  <a:gd name="connsiteX7" fmla="*/ 7778784 w 7893845"/>
                  <a:gd name="connsiteY7" fmla="*/ 73247 h 3908107"/>
                  <a:gd name="connsiteX8" fmla="*/ 7780975 w 7893845"/>
                  <a:gd name="connsiteY8" fmla="*/ 101917 h 3908107"/>
                  <a:gd name="connsiteX9" fmla="*/ 7781737 w 7893845"/>
                  <a:gd name="connsiteY9" fmla="*/ 130778 h 3908107"/>
                  <a:gd name="connsiteX10" fmla="*/ 7781451 w 7893845"/>
                  <a:gd name="connsiteY10" fmla="*/ 146304 h 3908107"/>
                  <a:gd name="connsiteX11" fmla="*/ 7813360 w 7893845"/>
                  <a:gd name="connsiteY11" fmla="*/ 100489 h 3908107"/>
                  <a:gd name="connsiteX12" fmla="*/ 7820123 w 7893845"/>
                  <a:gd name="connsiteY12" fmla="*/ 86582 h 3908107"/>
                  <a:gd name="connsiteX13" fmla="*/ 7817741 w 7893845"/>
                  <a:gd name="connsiteY13" fmla="*/ 103060 h 3908107"/>
                  <a:gd name="connsiteX14" fmla="*/ 7786118 w 7893845"/>
                  <a:gd name="connsiteY14" fmla="*/ 157925 h 3908107"/>
                  <a:gd name="connsiteX15" fmla="*/ 7782309 w 7893845"/>
                  <a:gd name="connsiteY15" fmla="*/ 172402 h 3908107"/>
                  <a:gd name="connsiteX16" fmla="*/ 7781737 w 7893845"/>
                  <a:gd name="connsiteY16" fmla="*/ 179642 h 3908107"/>
                  <a:gd name="connsiteX17" fmla="*/ 7780975 w 7893845"/>
                  <a:gd name="connsiteY17" fmla="*/ 188309 h 3908107"/>
                  <a:gd name="connsiteX18" fmla="*/ 7771450 w 7893845"/>
                  <a:gd name="connsiteY18" fmla="*/ 220409 h 3908107"/>
                  <a:gd name="connsiteX19" fmla="*/ 7743066 w 7893845"/>
                  <a:gd name="connsiteY19" fmla="*/ 278511 h 3908107"/>
                  <a:gd name="connsiteX20" fmla="*/ 7728968 w 7893845"/>
                  <a:gd name="connsiteY20" fmla="*/ 306896 h 3908107"/>
                  <a:gd name="connsiteX21" fmla="*/ 7719443 w 7893845"/>
                  <a:gd name="connsiteY21" fmla="*/ 335471 h 3908107"/>
                  <a:gd name="connsiteX22" fmla="*/ 7716395 w 7893845"/>
                  <a:gd name="connsiteY22" fmla="*/ 397383 h 3908107"/>
                  <a:gd name="connsiteX23" fmla="*/ 7718776 w 7893845"/>
                  <a:gd name="connsiteY23" fmla="*/ 461486 h 3908107"/>
                  <a:gd name="connsiteX24" fmla="*/ 7717920 w 7893845"/>
                  <a:gd name="connsiteY24" fmla="*/ 526828 h 3908107"/>
                  <a:gd name="connsiteX25" fmla="*/ 7702679 w 7893845"/>
                  <a:gd name="connsiteY25" fmla="*/ 591502 h 3908107"/>
                  <a:gd name="connsiteX26" fmla="*/ 7670771 w 7893845"/>
                  <a:gd name="connsiteY26" fmla="*/ 649510 h 3908107"/>
                  <a:gd name="connsiteX27" fmla="*/ 7652388 w 7893845"/>
                  <a:gd name="connsiteY27" fmla="*/ 675608 h 3908107"/>
                  <a:gd name="connsiteX28" fmla="*/ 7633528 w 7893845"/>
                  <a:gd name="connsiteY28" fmla="*/ 702088 h 3908107"/>
                  <a:gd name="connsiteX29" fmla="*/ 7596000 w 7893845"/>
                  <a:gd name="connsiteY29" fmla="*/ 753904 h 3908107"/>
                  <a:gd name="connsiteX30" fmla="*/ 7581617 w 7893845"/>
                  <a:gd name="connsiteY30" fmla="*/ 775144 h 3908107"/>
                  <a:gd name="connsiteX31" fmla="*/ 7553423 w 7893845"/>
                  <a:gd name="connsiteY31" fmla="*/ 970312 h 3908107"/>
                  <a:gd name="connsiteX32" fmla="*/ 7552946 w 7893845"/>
                  <a:gd name="connsiteY32" fmla="*/ 970597 h 3908107"/>
                  <a:gd name="connsiteX33" fmla="*/ 7615716 w 7893845"/>
                  <a:gd name="connsiteY33" fmla="*/ 1622679 h 3908107"/>
                  <a:gd name="connsiteX34" fmla="*/ 7595047 w 7893845"/>
                  <a:gd name="connsiteY34" fmla="*/ 1684782 h 3908107"/>
                  <a:gd name="connsiteX35" fmla="*/ 7564757 w 7893845"/>
                  <a:gd name="connsiteY35" fmla="*/ 2079403 h 3908107"/>
                  <a:gd name="connsiteX36" fmla="*/ 7568282 w 7893845"/>
                  <a:gd name="connsiteY36" fmla="*/ 2167223 h 3908107"/>
                  <a:gd name="connsiteX37" fmla="*/ 7535706 w 7893845"/>
                  <a:gd name="connsiteY37" fmla="*/ 2388489 h 3908107"/>
                  <a:gd name="connsiteX38" fmla="*/ 7886321 w 7893845"/>
                  <a:gd name="connsiteY38" fmla="*/ 2112645 h 3908107"/>
                  <a:gd name="connsiteX39" fmla="*/ 7885559 w 7893845"/>
                  <a:gd name="connsiteY39" fmla="*/ 2172843 h 3908107"/>
                  <a:gd name="connsiteX40" fmla="*/ 7429979 w 7893845"/>
                  <a:gd name="connsiteY40" fmla="*/ 2595277 h 3908107"/>
                  <a:gd name="connsiteX41" fmla="*/ 7360923 w 7893845"/>
                  <a:gd name="connsiteY41" fmla="*/ 2675477 h 3908107"/>
                  <a:gd name="connsiteX42" fmla="*/ 7028024 w 7893845"/>
                  <a:gd name="connsiteY42" fmla="*/ 2942463 h 3908107"/>
                  <a:gd name="connsiteX43" fmla="*/ 6453380 w 7893845"/>
                  <a:gd name="connsiteY43" fmla="*/ 3422999 h 3908107"/>
                  <a:gd name="connsiteX44" fmla="*/ 5753198 w 7893845"/>
                  <a:gd name="connsiteY44" fmla="*/ 3736753 h 3908107"/>
                  <a:gd name="connsiteX45" fmla="*/ 5688618 w 7893845"/>
                  <a:gd name="connsiteY45" fmla="*/ 3737896 h 3908107"/>
                  <a:gd name="connsiteX46" fmla="*/ 4778600 w 7893845"/>
                  <a:gd name="connsiteY46" fmla="*/ 3811333 h 3908107"/>
                  <a:gd name="connsiteX47" fmla="*/ 3487105 w 7893845"/>
                  <a:gd name="connsiteY47" fmla="*/ 3901345 h 3908107"/>
                  <a:gd name="connsiteX48" fmla="*/ 3252980 w 7893845"/>
                  <a:gd name="connsiteY48" fmla="*/ 3896773 h 3908107"/>
                  <a:gd name="connsiteX49" fmla="*/ 2907985 w 7893845"/>
                  <a:gd name="connsiteY49" fmla="*/ 3876770 h 3908107"/>
                  <a:gd name="connsiteX50" fmla="*/ 2274477 w 7893845"/>
                  <a:gd name="connsiteY50" fmla="*/ 3846671 h 3908107"/>
                  <a:gd name="connsiteX51" fmla="*/ 2214755 w 7893845"/>
                  <a:gd name="connsiteY51" fmla="*/ 3847814 h 3908107"/>
                  <a:gd name="connsiteX52" fmla="*/ 2138555 w 7893845"/>
                  <a:gd name="connsiteY52" fmla="*/ 3849624 h 3908107"/>
                  <a:gd name="connsiteX53" fmla="*/ 1316929 w 7893845"/>
                  <a:gd name="connsiteY53" fmla="*/ 3679222 h 3908107"/>
                  <a:gd name="connsiteX54" fmla="*/ 1286925 w 7893845"/>
                  <a:gd name="connsiteY54" fmla="*/ 3670268 h 3908107"/>
                  <a:gd name="connsiteX55" fmla="*/ 626366 w 7893845"/>
                  <a:gd name="connsiteY55" fmla="*/ 3610832 h 3908107"/>
                  <a:gd name="connsiteX56" fmla="*/ 7241 w 7893845"/>
                  <a:gd name="connsiteY56" fmla="*/ 3633502 h 3908107"/>
                  <a:gd name="connsiteX57" fmla="*/ 6860 w 7893845"/>
                  <a:gd name="connsiteY57" fmla="*/ 3574066 h 3908107"/>
                  <a:gd name="connsiteX58" fmla="*/ 610650 w 7893845"/>
                  <a:gd name="connsiteY58" fmla="*/ 3552444 h 3908107"/>
                  <a:gd name="connsiteX59" fmla="*/ 964028 w 7893845"/>
                  <a:gd name="connsiteY59" fmla="*/ 3563493 h 3908107"/>
                  <a:gd name="connsiteX60" fmla="*/ 836488 w 7893845"/>
                  <a:gd name="connsiteY60" fmla="*/ 3168491 h 3908107"/>
                  <a:gd name="connsiteX61" fmla="*/ 948978 w 7893845"/>
                  <a:gd name="connsiteY61" fmla="*/ 2836259 h 3908107"/>
                  <a:gd name="connsiteX62" fmla="*/ 1030417 w 7893845"/>
                  <a:gd name="connsiteY62" fmla="*/ 2613755 h 3908107"/>
                  <a:gd name="connsiteX63" fmla="*/ 1033274 w 7893845"/>
                  <a:gd name="connsiteY63" fmla="*/ 2393728 h 3908107"/>
                  <a:gd name="connsiteX64" fmla="*/ 1007176 w 7893845"/>
                  <a:gd name="connsiteY64" fmla="*/ 2306765 h 3908107"/>
                  <a:gd name="connsiteX65" fmla="*/ 932881 w 7893845"/>
                  <a:gd name="connsiteY65" fmla="*/ 2222945 h 3908107"/>
                  <a:gd name="connsiteX66" fmla="*/ 881732 w 7893845"/>
                  <a:gd name="connsiteY66" fmla="*/ 2171510 h 3908107"/>
                  <a:gd name="connsiteX67" fmla="*/ 822867 w 7893845"/>
                  <a:gd name="connsiteY67" fmla="*/ 2076640 h 3908107"/>
                  <a:gd name="connsiteX68" fmla="*/ 782671 w 7893845"/>
                  <a:gd name="connsiteY68" fmla="*/ 2023205 h 3908107"/>
                  <a:gd name="connsiteX69" fmla="*/ 737523 w 7893845"/>
                  <a:gd name="connsiteY69" fmla="*/ 1964246 h 3908107"/>
                  <a:gd name="connsiteX70" fmla="*/ 706662 w 7893845"/>
                  <a:gd name="connsiteY70" fmla="*/ 1867186 h 3908107"/>
                  <a:gd name="connsiteX71" fmla="*/ 706567 w 7893845"/>
                  <a:gd name="connsiteY71" fmla="*/ 1866900 h 3908107"/>
                  <a:gd name="connsiteX72" fmla="*/ 704852 w 7893845"/>
                  <a:gd name="connsiteY72" fmla="*/ 1838135 h 3908107"/>
                  <a:gd name="connsiteX73" fmla="*/ 710282 w 7893845"/>
                  <a:gd name="connsiteY73" fmla="*/ 1822609 h 3908107"/>
                  <a:gd name="connsiteX74" fmla="*/ 719330 w 7893845"/>
                  <a:gd name="connsiteY74" fmla="*/ 1829086 h 3908107"/>
                  <a:gd name="connsiteX75" fmla="*/ 734475 w 7893845"/>
                  <a:gd name="connsiteY75" fmla="*/ 1859280 h 3908107"/>
                  <a:gd name="connsiteX76" fmla="*/ 720759 w 7893845"/>
                  <a:gd name="connsiteY76" fmla="*/ 1878902 h 3908107"/>
                  <a:gd name="connsiteX77" fmla="*/ 749906 w 7893845"/>
                  <a:gd name="connsiteY77" fmla="*/ 1957292 h 3908107"/>
                  <a:gd name="connsiteX78" fmla="*/ 793054 w 7893845"/>
                  <a:gd name="connsiteY78" fmla="*/ 2013395 h 3908107"/>
                  <a:gd name="connsiteX79" fmla="*/ 806484 w 7893845"/>
                  <a:gd name="connsiteY79" fmla="*/ 2028063 h 3908107"/>
                  <a:gd name="connsiteX80" fmla="*/ 790196 w 7893845"/>
                  <a:gd name="connsiteY80" fmla="*/ 1962817 h 3908107"/>
                  <a:gd name="connsiteX81" fmla="*/ 784195 w 7893845"/>
                  <a:gd name="connsiteY81" fmla="*/ 1948244 h 3908107"/>
                  <a:gd name="connsiteX82" fmla="*/ 782386 w 7893845"/>
                  <a:gd name="connsiteY82" fmla="*/ 1917954 h 3908107"/>
                  <a:gd name="connsiteX83" fmla="*/ 790101 w 7893845"/>
                  <a:gd name="connsiteY83" fmla="*/ 1921859 h 3908107"/>
                  <a:gd name="connsiteX84" fmla="*/ 812770 w 7893845"/>
                  <a:gd name="connsiteY84" fmla="*/ 1952339 h 3908107"/>
                  <a:gd name="connsiteX85" fmla="*/ 805532 w 7893845"/>
                  <a:gd name="connsiteY85" fmla="*/ 1971675 h 3908107"/>
                  <a:gd name="connsiteX86" fmla="*/ 838107 w 7893845"/>
                  <a:gd name="connsiteY86" fmla="*/ 2075593 h 3908107"/>
                  <a:gd name="connsiteX87" fmla="*/ 841155 w 7893845"/>
                  <a:gd name="connsiteY87" fmla="*/ 2082165 h 3908107"/>
                  <a:gd name="connsiteX88" fmla="*/ 841060 w 7893845"/>
                  <a:gd name="connsiteY88" fmla="*/ 2082260 h 3908107"/>
                  <a:gd name="connsiteX89" fmla="*/ 866111 w 7893845"/>
                  <a:gd name="connsiteY89" fmla="*/ 2127790 h 3908107"/>
                  <a:gd name="connsiteX90" fmla="*/ 880207 w 7893845"/>
                  <a:gd name="connsiteY90" fmla="*/ 2092452 h 3908107"/>
                  <a:gd name="connsiteX91" fmla="*/ 900686 w 7893845"/>
                  <a:gd name="connsiteY91" fmla="*/ 2067592 h 3908107"/>
                  <a:gd name="connsiteX92" fmla="*/ 901067 w 7893845"/>
                  <a:gd name="connsiteY92" fmla="*/ 2052828 h 3908107"/>
                  <a:gd name="connsiteX93" fmla="*/ 898400 w 7893845"/>
                  <a:gd name="connsiteY93" fmla="*/ 2034159 h 3908107"/>
                  <a:gd name="connsiteX94" fmla="*/ 902972 w 7893845"/>
                  <a:gd name="connsiteY94" fmla="*/ 2034826 h 3908107"/>
                  <a:gd name="connsiteX95" fmla="*/ 933738 w 7893845"/>
                  <a:gd name="connsiteY95" fmla="*/ 2059496 h 3908107"/>
                  <a:gd name="connsiteX96" fmla="*/ 912402 w 7893845"/>
                  <a:gd name="connsiteY96" fmla="*/ 2075688 h 3908107"/>
                  <a:gd name="connsiteX97" fmla="*/ 890971 w 7893845"/>
                  <a:gd name="connsiteY97" fmla="*/ 2105025 h 3908107"/>
                  <a:gd name="connsiteX98" fmla="*/ 881160 w 7893845"/>
                  <a:gd name="connsiteY98" fmla="*/ 2148554 h 3908107"/>
                  <a:gd name="connsiteX99" fmla="*/ 892209 w 7893845"/>
                  <a:gd name="connsiteY99" fmla="*/ 2161794 h 3908107"/>
                  <a:gd name="connsiteX100" fmla="*/ 942501 w 7893845"/>
                  <a:gd name="connsiteY100" fmla="*/ 2212467 h 3908107"/>
                  <a:gd name="connsiteX101" fmla="*/ 963361 w 7893845"/>
                  <a:gd name="connsiteY101" fmla="*/ 2232565 h 3908107"/>
                  <a:gd name="connsiteX102" fmla="*/ 1042513 w 7893845"/>
                  <a:gd name="connsiteY102" fmla="*/ 2332863 h 3908107"/>
                  <a:gd name="connsiteX103" fmla="*/ 1042895 w 7893845"/>
                  <a:gd name="connsiteY103" fmla="*/ 2333435 h 3908107"/>
                  <a:gd name="connsiteX104" fmla="*/ 1050895 w 7893845"/>
                  <a:gd name="connsiteY104" fmla="*/ 2259140 h 3908107"/>
                  <a:gd name="connsiteX105" fmla="*/ 1056325 w 7893845"/>
                  <a:gd name="connsiteY105" fmla="*/ 2236184 h 3908107"/>
                  <a:gd name="connsiteX106" fmla="*/ 1056229 w 7893845"/>
                  <a:gd name="connsiteY106" fmla="*/ 2236184 h 3908107"/>
                  <a:gd name="connsiteX107" fmla="*/ 1009271 w 7893845"/>
                  <a:gd name="connsiteY107" fmla="*/ 2132838 h 3908107"/>
                  <a:gd name="connsiteX108" fmla="*/ 977648 w 7893845"/>
                  <a:gd name="connsiteY108" fmla="*/ 2089785 h 3908107"/>
                  <a:gd name="connsiteX109" fmla="*/ 958217 w 7893845"/>
                  <a:gd name="connsiteY109" fmla="*/ 2067687 h 3908107"/>
                  <a:gd name="connsiteX110" fmla="*/ 969647 w 7893845"/>
                  <a:gd name="connsiteY110" fmla="*/ 2053304 h 3908107"/>
                  <a:gd name="connsiteX111" fmla="*/ 983458 w 7893845"/>
                  <a:gd name="connsiteY111" fmla="*/ 2054447 h 3908107"/>
                  <a:gd name="connsiteX112" fmla="*/ 989840 w 7893845"/>
                  <a:gd name="connsiteY112" fmla="*/ 2071783 h 3908107"/>
                  <a:gd name="connsiteX113" fmla="*/ 989650 w 7893845"/>
                  <a:gd name="connsiteY113" fmla="*/ 2081594 h 3908107"/>
                  <a:gd name="connsiteX114" fmla="*/ 1019273 w 7893845"/>
                  <a:gd name="connsiteY114" fmla="*/ 2122551 h 3908107"/>
                  <a:gd name="connsiteX115" fmla="*/ 1067945 w 7893845"/>
                  <a:gd name="connsiteY115" fmla="*/ 2204466 h 3908107"/>
                  <a:gd name="connsiteX116" fmla="*/ 1090805 w 7893845"/>
                  <a:gd name="connsiteY116" fmla="*/ 2160365 h 3908107"/>
                  <a:gd name="connsiteX117" fmla="*/ 1090710 w 7893845"/>
                  <a:gd name="connsiteY117" fmla="*/ 2160270 h 3908107"/>
                  <a:gd name="connsiteX118" fmla="*/ 1092996 w 7893845"/>
                  <a:gd name="connsiteY118" fmla="*/ 2156650 h 3908107"/>
                  <a:gd name="connsiteX119" fmla="*/ 1163862 w 7893845"/>
                  <a:gd name="connsiteY119" fmla="*/ 2059019 h 3908107"/>
                  <a:gd name="connsiteX120" fmla="*/ 1213963 w 7893845"/>
                  <a:gd name="connsiteY120" fmla="*/ 1994725 h 3908107"/>
                  <a:gd name="connsiteX121" fmla="*/ 1213963 w 7893845"/>
                  <a:gd name="connsiteY121" fmla="*/ 1993868 h 3908107"/>
                  <a:gd name="connsiteX122" fmla="*/ 1189865 w 7893845"/>
                  <a:gd name="connsiteY122" fmla="*/ 1980724 h 3908107"/>
                  <a:gd name="connsiteX123" fmla="*/ 1219679 w 7893845"/>
                  <a:gd name="connsiteY123" fmla="*/ 1949101 h 3908107"/>
                  <a:gd name="connsiteX124" fmla="*/ 1225870 w 7893845"/>
                  <a:gd name="connsiteY124" fmla="*/ 1946720 h 3908107"/>
                  <a:gd name="connsiteX125" fmla="*/ 1227013 w 7893845"/>
                  <a:gd name="connsiteY125" fmla="*/ 1969865 h 3908107"/>
                  <a:gd name="connsiteX126" fmla="*/ 1226917 w 7893845"/>
                  <a:gd name="connsiteY126" fmla="*/ 1981200 h 3908107"/>
                  <a:gd name="connsiteX127" fmla="*/ 1227870 w 7893845"/>
                  <a:gd name="connsiteY127" fmla="*/ 1989296 h 3908107"/>
                  <a:gd name="connsiteX128" fmla="*/ 1228061 w 7893845"/>
                  <a:gd name="connsiteY128" fmla="*/ 1990535 h 3908107"/>
                  <a:gd name="connsiteX129" fmla="*/ 1227965 w 7893845"/>
                  <a:gd name="connsiteY129" fmla="*/ 1990630 h 3908107"/>
                  <a:gd name="connsiteX130" fmla="*/ 1175006 w 7893845"/>
                  <a:gd name="connsiteY130" fmla="*/ 2067878 h 3908107"/>
                  <a:gd name="connsiteX131" fmla="*/ 1143002 w 7893845"/>
                  <a:gd name="connsiteY131" fmla="*/ 2108930 h 3908107"/>
                  <a:gd name="connsiteX132" fmla="*/ 1211201 w 7893845"/>
                  <a:gd name="connsiteY132" fmla="*/ 2067020 h 3908107"/>
                  <a:gd name="connsiteX133" fmla="*/ 1305880 w 7893845"/>
                  <a:gd name="connsiteY133" fmla="*/ 1954339 h 3908107"/>
                  <a:gd name="connsiteX134" fmla="*/ 1307308 w 7893845"/>
                  <a:gd name="connsiteY134" fmla="*/ 1860995 h 3908107"/>
                  <a:gd name="connsiteX135" fmla="*/ 1291973 w 7893845"/>
                  <a:gd name="connsiteY135" fmla="*/ 1840325 h 3908107"/>
                  <a:gd name="connsiteX136" fmla="*/ 1316643 w 7893845"/>
                  <a:gd name="connsiteY136" fmla="*/ 1813370 h 3908107"/>
                  <a:gd name="connsiteX137" fmla="*/ 1327216 w 7893845"/>
                  <a:gd name="connsiteY137" fmla="*/ 1808893 h 3908107"/>
                  <a:gd name="connsiteX138" fmla="*/ 1327216 w 7893845"/>
                  <a:gd name="connsiteY138" fmla="*/ 1834324 h 3908107"/>
                  <a:gd name="connsiteX139" fmla="*/ 1321501 w 7893845"/>
                  <a:gd name="connsiteY139" fmla="*/ 1853756 h 3908107"/>
                  <a:gd name="connsiteX140" fmla="*/ 1319691 w 7893845"/>
                  <a:gd name="connsiteY140" fmla="*/ 1957864 h 3908107"/>
                  <a:gd name="connsiteX141" fmla="*/ 1217964 w 7893845"/>
                  <a:gd name="connsiteY141" fmla="*/ 2079593 h 3908107"/>
                  <a:gd name="connsiteX142" fmla="*/ 1106331 w 7893845"/>
                  <a:gd name="connsiteY142" fmla="*/ 2162080 h 3908107"/>
                  <a:gd name="connsiteX143" fmla="*/ 1071565 w 7893845"/>
                  <a:gd name="connsiteY143" fmla="*/ 2235137 h 3908107"/>
                  <a:gd name="connsiteX144" fmla="*/ 1071279 w 7893845"/>
                  <a:gd name="connsiteY144" fmla="*/ 2392585 h 3908107"/>
                  <a:gd name="connsiteX145" fmla="*/ 1067564 w 7893845"/>
                  <a:gd name="connsiteY145" fmla="*/ 2619947 h 3908107"/>
                  <a:gd name="connsiteX146" fmla="*/ 983649 w 7893845"/>
                  <a:gd name="connsiteY146" fmla="*/ 2851023 h 3908107"/>
                  <a:gd name="connsiteX147" fmla="*/ 873921 w 7893845"/>
                  <a:gd name="connsiteY147" fmla="*/ 3172778 h 3908107"/>
                  <a:gd name="connsiteX148" fmla="*/ 1041180 w 7893845"/>
                  <a:gd name="connsiteY148" fmla="*/ 3569684 h 3908107"/>
                  <a:gd name="connsiteX149" fmla="*/ 1302832 w 7893845"/>
                  <a:gd name="connsiteY149" fmla="*/ 3615119 h 3908107"/>
                  <a:gd name="connsiteX150" fmla="*/ 1332836 w 7893845"/>
                  <a:gd name="connsiteY150" fmla="*/ 3624072 h 3908107"/>
                  <a:gd name="connsiteX151" fmla="*/ 2138555 w 7893845"/>
                  <a:gd name="connsiteY151" fmla="*/ 3792093 h 3908107"/>
                  <a:gd name="connsiteX152" fmla="*/ 2211707 w 7893845"/>
                  <a:gd name="connsiteY152" fmla="*/ 3790378 h 3908107"/>
                  <a:gd name="connsiteX153" fmla="*/ 2273048 w 7893845"/>
                  <a:gd name="connsiteY153" fmla="*/ 3789140 h 3908107"/>
                  <a:gd name="connsiteX154" fmla="*/ 2540034 w 7893845"/>
                  <a:gd name="connsiteY154" fmla="*/ 3797808 h 3908107"/>
                  <a:gd name="connsiteX155" fmla="*/ 2392587 w 7893845"/>
                  <a:gd name="connsiteY155" fmla="*/ 3396901 h 3908107"/>
                  <a:gd name="connsiteX156" fmla="*/ 2500124 w 7893845"/>
                  <a:gd name="connsiteY156" fmla="*/ 2963323 h 3908107"/>
                  <a:gd name="connsiteX157" fmla="*/ 2553369 w 7893845"/>
                  <a:gd name="connsiteY157" fmla="*/ 2820257 h 3908107"/>
                  <a:gd name="connsiteX158" fmla="*/ 2517269 w 7893845"/>
                  <a:gd name="connsiteY158" fmla="*/ 2574608 h 3908107"/>
                  <a:gd name="connsiteX159" fmla="*/ 2410018 w 7893845"/>
                  <a:gd name="connsiteY159" fmla="*/ 2413921 h 3908107"/>
                  <a:gd name="connsiteX160" fmla="*/ 2393730 w 7893845"/>
                  <a:gd name="connsiteY160" fmla="*/ 2391823 h 3908107"/>
                  <a:gd name="connsiteX161" fmla="*/ 2392397 w 7893845"/>
                  <a:gd name="connsiteY161" fmla="*/ 2391156 h 3908107"/>
                  <a:gd name="connsiteX162" fmla="*/ 2258189 w 7893845"/>
                  <a:gd name="connsiteY162" fmla="*/ 2256473 h 3908107"/>
                  <a:gd name="connsiteX163" fmla="*/ 2099312 w 7893845"/>
                  <a:gd name="connsiteY163" fmla="*/ 2095310 h 3908107"/>
                  <a:gd name="connsiteX164" fmla="*/ 2193134 w 7893845"/>
                  <a:gd name="connsiteY164" fmla="*/ 1971104 h 3908107"/>
                  <a:gd name="connsiteX165" fmla="*/ 2263714 w 7893845"/>
                  <a:gd name="connsiteY165" fmla="*/ 1995488 h 3908107"/>
                  <a:gd name="connsiteX166" fmla="*/ 2348391 w 7893845"/>
                  <a:gd name="connsiteY166" fmla="*/ 2184368 h 3908107"/>
                  <a:gd name="connsiteX167" fmla="*/ 2407922 w 7893845"/>
                  <a:gd name="connsiteY167" fmla="*/ 2362486 h 3908107"/>
                  <a:gd name="connsiteX168" fmla="*/ 2408589 w 7893845"/>
                  <a:gd name="connsiteY168" fmla="*/ 2363533 h 3908107"/>
                  <a:gd name="connsiteX169" fmla="*/ 2433068 w 7893845"/>
                  <a:gd name="connsiteY169" fmla="*/ 2396871 h 3908107"/>
                  <a:gd name="connsiteX170" fmla="*/ 2542320 w 7893845"/>
                  <a:gd name="connsiteY170" fmla="*/ 2560796 h 3908107"/>
                  <a:gd name="connsiteX171" fmla="*/ 2586230 w 7893845"/>
                  <a:gd name="connsiteY171" fmla="*/ 2715578 h 3908107"/>
                  <a:gd name="connsiteX172" fmla="*/ 2630045 w 7893845"/>
                  <a:gd name="connsiteY172" fmla="*/ 2084165 h 3908107"/>
                  <a:gd name="connsiteX173" fmla="*/ 2568609 w 7893845"/>
                  <a:gd name="connsiteY173" fmla="*/ 1967484 h 3908107"/>
                  <a:gd name="connsiteX174" fmla="*/ 2478312 w 7893845"/>
                  <a:gd name="connsiteY174" fmla="*/ 1760030 h 3908107"/>
                  <a:gd name="connsiteX175" fmla="*/ 2578515 w 7893845"/>
                  <a:gd name="connsiteY175" fmla="*/ 1671828 h 3908107"/>
                  <a:gd name="connsiteX176" fmla="*/ 2667479 w 7893845"/>
                  <a:gd name="connsiteY176" fmla="*/ 1726025 h 3908107"/>
                  <a:gd name="connsiteX177" fmla="*/ 2678528 w 7893845"/>
                  <a:gd name="connsiteY177" fmla="*/ 1932718 h 3908107"/>
                  <a:gd name="connsiteX178" fmla="*/ 2667669 w 7893845"/>
                  <a:gd name="connsiteY178" fmla="*/ 2078927 h 3908107"/>
                  <a:gd name="connsiteX179" fmla="*/ 2672241 w 7893845"/>
                  <a:gd name="connsiteY179" fmla="*/ 2508028 h 3908107"/>
                  <a:gd name="connsiteX180" fmla="*/ 2783398 w 7893845"/>
                  <a:gd name="connsiteY180" fmla="*/ 2420779 h 3908107"/>
                  <a:gd name="connsiteX181" fmla="*/ 2931416 w 7893845"/>
                  <a:gd name="connsiteY181" fmla="*/ 2343341 h 3908107"/>
                  <a:gd name="connsiteX182" fmla="*/ 2931226 w 7893845"/>
                  <a:gd name="connsiteY182" fmla="*/ 2343341 h 3908107"/>
                  <a:gd name="connsiteX183" fmla="*/ 2932655 w 7893845"/>
                  <a:gd name="connsiteY183" fmla="*/ 2342579 h 3908107"/>
                  <a:gd name="connsiteX184" fmla="*/ 2937131 w 7893845"/>
                  <a:gd name="connsiteY184" fmla="*/ 2339816 h 3908107"/>
                  <a:gd name="connsiteX185" fmla="*/ 2973517 w 7893845"/>
                  <a:gd name="connsiteY185" fmla="*/ 2245138 h 3908107"/>
                  <a:gd name="connsiteX186" fmla="*/ 3032096 w 7893845"/>
                  <a:gd name="connsiteY186" fmla="*/ 2067401 h 3908107"/>
                  <a:gd name="connsiteX187" fmla="*/ 3112296 w 7893845"/>
                  <a:gd name="connsiteY187" fmla="*/ 2039493 h 3908107"/>
                  <a:gd name="connsiteX188" fmla="*/ 3191258 w 7893845"/>
                  <a:gd name="connsiteY188" fmla="*/ 2127504 h 3908107"/>
                  <a:gd name="connsiteX189" fmla="*/ 3102200 w 7893845"/>
                  <a:gd name="connsiteY189" fmla="*/ 2276761 h 3908107"/>
                  <a:gd name="connsiteX190" fmla="*/ 2984566 w 7893845"/>
                  <a:gd name="connsiteY190" fmla="*/ 2342864 h 3908107"/>
                  <a:gd name="connsiteX191" fmla="*/ 2984375 w 7893845"/>
                  <a:gd name="connsiteY191" fmla="*/ 2342864 h 3908107"/>
                  <a:gd name="connsiteX192" fmla="*/ 2795399 w 7893845"/>
                  <a:gd name="connsiteY192" fmla="*/ 2446591 h 3908107"/>
                  <a:gd name="connsiteX193" fmla="*/ 2658811 w 7893845"/>
                  <a:gd name="connsiteY193" fmla="*/ 2583656 h 3908107"/>
                  <a:gd name="connsiteX194" fmla="*/ 2594231 w 7893845"/>
                  <a:gd name="connsiteY194" fmla="*/ 2817400 h 3908107"/>
                  <a:gd name="connsiteX195" fmla="*/ 2535367 w 7893845"/>
                  <a:gd name="connsiteY195" fmla="*/ 2977324 h 3908107"/>
                  <a:gd name="connsiteX196" fmla="*/ 2430306 w 7893845"/>
                  <a:gd name="connsiteY196" fmla="*/ 3400330 h 3908107"/>
                  <a:gd name="connsiteX197" fmla="*/ 2600422 w 7893845"/>
                  <a:gd name="connsiteY197" fmla="*/ 3800856 h 3908107"/>
                  <a:gd name="connsiteX198" fmla="*/ 2910938 w 7893845"/>
                  <a:gd name="connsiteY198" fmla="*/ 3819239 h 3908107"/>
                  <a:gd name="connsiteX199" fmla="*/ 3181067 w 7893845"/>
                  <a:gd name="connsiteY199" fmla="*/ 3835337 h 3908107"/>
                  <a:gd name="connsiteX200" fmla="*/ 3126393 w 7893845"/>
                  <a:gd name="connsiteY200" fmla="*/ 3729609 h 3908107"/>
                  <a:gd name="connsiteX201" fmla="*/ 3098389 w 7893845"/>
                  <a:gd name="connsiteY201" fmla="*/ 3679508 h 3908107"/>
                  <a:gd name="connsiteX202" fmla="*/ 3057813 w 7893845"/>
                  <a:gd name="connsiteY202" fmla="*/ 3532061 h 3908107"/>
                  <a:gd name="connsiteX203" fmla="*/ 3080578 w 7893845"/>
                  <a:gd name="connsiteY203" fmla="*/ 3440906 h 3908107"/>
                  <a:gd name="connsiteX204" fmla="*/ 3083816 w 7893845"/>
                  <a:gd name="connsiteY204" fmla="*/ 3434144 h 3908107"/>
                  <a:gd name="connsiteX205" fmla="*/ 3088103 w 7893845"/>
                  <a:gd name="connsiteY205" fmla="*/ 3424142 h 3908107"/>
                  <a:gd name="connsiteX206" fmla="*/ 3088769 w 7893845"/>
                  <a:gd name="connsiteY206" fmla="*/ 3407664 h 3908107"/>
                  <a:gd name="connsiteX207" fmla="*/ 3105629 w 7893845"/>
                  <a:gd name="connsiteY207" fmla="*/ 3349657 h 3908107"/>
                  <a:gd name="connsiteX208" fmla="*/ 3105724 w 7893845"/>
                  <a:gd name="connsiteY208" fmla="*/ 3349657 h 3908107"/>
                  <a:gd name="connsiteX209" fmla="*/ 3115439 w 7893845"/>
                  <a:gd name="connsiteY209" fmla="*/ 3400330 h 3908107"/>
                  <a:gd name="connsiteX210" fmla="*/ 3098104 w 7893845"/>
                  <a:gd name="connsiteY210" fmla="*/ 3437096 h 3908107"/>
                  <a:gd name="connsiteX211" fmla="*/ 3096865 w 7893845"/>
                  <a:gd name="connsiteY211" fmla="*/ 3440144 h 3908107"/>
                  <a:gd name="connsiteX212" fmla="*/ 3093532 w 7893845"/>
                  <a:gd name="connsiteY212" fmla="*/ 3447098 h 3908107"/>
                  <a:gd name="connsiteX213" fmla="*/ 3072196 w 7893845"/>
                  <a:gd name="connsiteY213" fmla="*/ 3532251 h 3908107"/>
                  <a:gd name="connsiteX214" fmla="*/ 3110391 w 7893845"/>
                  <a:gd name="connsiteY214" fmla="*/ 3671507 h 3908107"/>
                  <a:gd name="connsiteX215" fmla="*/ 3115344 w 7893845"/>
                  <a:gd name="connsiteY215" fmla="*/ 3678936 h 3908107"/>
                  <a:gd name="connsiteX216" fmla="*/ 3108581 w 7893845"/>
                  <a:gd name="connsiteY216" fmla="*/ 3602927 h 3908107"/>
                  <a:gd name="connsiteX217" fmla="*/ 3124107 w 7893845"/>
                  <a:gd name="connsiteY217" fmla="*/ 3520154 h 3908107"/>
                  <a:gd name="connsiteX218" fmla="*/ 3126584 w 7893845"/>
                  <a:gd name="connsiteY218" fmla="*/ 3511010 h 3908107"/>
                  <a:gd name="connsiteX219" fmla="*/ 3124393 w 7893845"/>
                  <a:gd name="connsiteY219" fmla="*/ 3485864 h 3908107"/>
                  <a:gd name="connsiteX220" fmla="*/ 3134108 w 7893845"/>
                  <a:gd name="connsiteY220" fmla="*/ 3434239 h 3908107"/>
                  <a:gd name="connsiteX221" fmla="*/ 3134394 w 7893845"/>
                  <a:gd name="connsiteY221" fmla="*/ 3434239 h 3908107"/>
                  <a:gd name="connsiteX222" fmla="*/ 3150110 w 7893845"/>
                  <a:gd name="connsiteY222" fmla="*/ 3480530 h 3908107"/>
                  <a:gd name="connsiteX223" fmla="*/ 3138109 w 7893845"/>
                  <a:gd name="connsiteY223" fmla="*/ 3522916 h 3908107"/>
                  <a:gd name="connsiteX224" fmla="*/ 3137823 w 7893845"/>
                  <a:gd name="connsiteY224" fmla="*/ 3523964 h 3908107"/>
                  <a:gd name="connsiteX225" fmla="*/ 3122773 w 7893845"/>
                  <a:gd name="connsiteY225" fmla="*/ 3603974 h 3908107"/>
                  <a:gd name="connsiteX226" fmla="*/ 3139823 w 7893845"/>
                  <a:gd name="connsiteY226" fmla="*/ 3724656 h 3908107"/>
                  <a:gd name="connsiteX227" fmla="*/ 3202403 w 7893845"/>
                  <a:gd name="connsiteY227" fmla="*/ 3836480 h 3908107"/>
                  <a:gd name="connsiteX228" fmla="*/ 3255171 w 7893845"/>
                  <a:gd name="connsiteY228" fmla="*/ 3839242 h 3908107"/>
                  <a:gd name="connsiteX229" fmla="*/ 3480056 w 7893845"/>
                  <a:gd name="connsiteY229" fmla="*/ 3843623 h 3908107"/>
                  <a:gd name="connsiteX230" fmla="*/ 3544160 w 7893845"/>
                  <a:gd name="connsiteY230" fmla="*/ 3843337 h 3908107"/>
                  <a:gd name="connsiteX231" fmla="*/ 3576354 w 7893845"/>
                  <a:gd name="connsiteY231" fmla="*/ 3808381 h 3908107"/>
                  <a:gd name="connsiteX232" fmla="*/ 3619312 w 7893845"/>
                  <a:gd name="connsiteY232" fmla="*/ 3576066 h 3908107"/>
                  <a:gd name="connsiteX233" fmla="*/ 3616454 w 7893845"/>
                  <a:gd name="connsiteY233" fmla="*/ 3557492 h 3908107"/>
                  <a:gd name="connsiteX234" fmla="*/ 3630932 w 7893845"/>
                  <a:gd name="connsiteY234" fmla="*/ 3498056 h 3908107"/>
                  <a:gd name="connsiteX235" fmla="*/ 3644267 w 7893845"/>
                  <a:gd name="connsiteY235" fmla="*/ 3491198 h 3908107"/>
                  <a:gd name="connsiteX236" fmla="*/ 3654269 w 7893845"/>
                  <a:gd name="connsiteY236" fmla="*/ 3509105 h 3908107"/>
                  <a:gd name="connsiteX237" fmla="*/ 3645696 w 7893845"/>
                  <a:gd name="connsiteY237" fmla="*/ 3546348 h 3908107"/>
                  <a:gd name="connsiteX238" fmla="*/ 3638743 w 7893845"/>
                  <a:gd name="connsiteY238" fmla="*/ 3579495 h 3908107"/>
                  <a:gd name="connsiteX239" fmla="*/ 3573115 w 7893845"/>
                  <a:gd name="connsiteY239" fmla="*/ 3843052 h 3908107"/>
                  <a:gd name="connsiteX240" fmla="*/ 3973832 w 7893845"/>
                  <a:gd name="connsiteY240" fmla="*/ 3831717 h 3908107"/>
                  <a:gd name="connsiteX241" fmla="*/ 4096990 w 7893845"/>
                  <a:gd name="connsiteY241" fmla="*/ 3686746 h 3908107"/>
                  <a:gd name="connsiteX242" fmla="*/ 4084798 w 7893845"/>
                  <a:gd name="connsiteY242" fmla="*/ 3504438 h 3908107"/>
                  <a:gd name="connsiteX243" fmla="*/ 4057081 w 7893845"/>
                  <a:gd name="connsiteY243" fmla="*/ 3217736 h 3908107"/>
                  <a:gd name="connsiteX244" fmla="*/ 4338830 w 7893845"/>
                  <a:gd name="connsiteY244" fmla="*/ 3004757 h 3908107"/>
                  <a:gd name="connsiteX245" fmla="*/ 4373882 w 7893845"/>
                  <a:gd name="connsiteY245" fmla="*/ 3008662 h 3908107"/>
                  <a:gd name="connsiteX246" fmla="*/ 4509328 w 7893845"/>
                  <a:gd name="connsiteY246" fmla="*/ 3318320 h 3908107"/>
                  <a:gd name="connsiteX247" fmla="*/ 4272536 w 7893845"/>
                  <a:gd name="connsiteY247" fmla="*/ 3577304 h 3908107"/>
                  <a:gd name="connsiteX248" fmla="*/ 4154426 w 7893845"/>
                  <a:gd name="connsiteY248" fmla="*/ 3657600 h 3908107"/>
                  <a:gd name="connsiteX249" fmla="*/ 4038888 w 7893845"/>
                  <a:gd name="connsiteY249" fmla="*/ 3828669 h 3908107"/>
                  <a:gd name="connsiteX250" fmla="*/ 4766598 w 7893845"/>
                  <a:gd name="connsiteY250" fmla="*/ 3754850 h 3908107"/>
                  <a:gd name="connsiteX251" fmla="*/ 5687285 w 7893845"/>
                  <a:gd name="connsiteY251" fmla="*/ 3680269 h 3908107"/>
                  <a:gd name="connsiteX252" fmla="*/ 5700525 w 7893845"/>
                  <a:gd name="connsiteY252" fmla="*/ 3680079 h 3908107"/>
                  <a:gd name="connsiteX253" fmla="*/ 5634897 w 7893845"/>
                  <a:gd name="connsiteY253" fmla="*/ 3539585 h 3908107"/>
                  <a:gd name="connsiteX254" fmla="*/ 5668997 w 7893845"/>
                  <a:gd name="connsiteY254" fmla="*/ 3431762 h 3908107"/>
                  <a:gd name="connsiteX255" fmla="*/ 5700810 w 7893845"/>
                  <a:gd name="connsiteY255" fmla="*/ 3328416 h 3908107"/>
                  <a:gd name="connsiteX256" fmla="*/ 5700810 w 7893845"/>
                  <a:gd name="connsiteY256" fmla="*/ 3327368 h 3908107"/>
                  <a:gd name="connsiteX257" fmla="*/ 5593654 w 7893845"/>
                  <a:gd name="connsiteY257" fmla="*/ 3199733 h 3908107"/>
                  <a:gd name="connsiteX258" fmla="*/ 5527170 w 7893845"/>
                  <a:gd name="connsiteY258" fmla="*/ 3209068 h 3908107"/>
                  <a:gd name="connsiteX259" fmla="*/ 5504405 w 7893845"/>
                  <a:gd name="connsiteY259" fmla="*/ 3211544 h 3908107"/>
                  <a:gd name="connsiteX260" fmla="*/ 5415822 w 7893845"/>
                  <a:gd name="connsiteY260" fmla="*/ 3180112 h 3908107"/>
                  <a:gd name="connsiteX261" fmla="*/ 5359339 w 7893845"/>
                  <a:gd name="connsiteY261" fmla="*/ 3148965 h 3908107"/>
                  <a:gd name="connsiteX262" fmla="*/ 5364197 w 7893845"/>
                  <a:gd name="connsiteY262" fmla="*/ 3148965 h 3908107"/>
                  <a:gd name="connsiteX263" fmla="*/ 5550982 w 7893845"/>
                  <a:gd name="connsiteY263" fmla="*/ 3050191 h 3908107"/>
                  <a:gd name="connsiteX264" fmla="*/ 5668997 w 7893845"/>
                  <a:gd name="connsiteY264" fmla="*/ 3020568 h 3908107"/>
                  <a:gd name="connsiteX265" fmla="*/ 5780058 w 7893845"/>
                  <a:gd name="connsiteY265" fmla="*/ 3049143 h 3908107"/>
                  <a:gd name="connsiteX266" fmla="*/ 5874070 w 7893845"/>
                  <a:gd name="connsiteY266" fmla="*/ 3062383 h 3908107"/>
                  <a:gd name="connsiteX267" fmla="*/ 5975130 w 7893845"/>
                  <a:gd name="connsiteY267" fmla="*/ 3066669 h 3908107"/>
                  <a:gd name="connsiteX268" fmla="*/ 5982845 w 7893845"/>
                  <a:gd name="connsiteY268" fmla="*/ 3066669 h 3908107"/>
                  <a:gd name="connsiteX269" fmla="*/ 5946460 w 7893845"/>
                  <a:gd name="connsiteY269" fmla="*/ 3082481 h 3908107"/>
                  <a:gd name="connsiteX270" fmla="*/ 5898454 w 7893845"/>
                  <a:gd name="connsiteY270" fmla="*/ 3117342 h 3908107"/>
                  <a:gd name="connsiteX271" fmla="*/ 5777010 w 7893845"/>
                  <a:gd name="connsiteY271" fmla="*/ 3159538 h 3908107"/>
                  <a:gd name="connsiteX272" fmla="*/ 5733767 w 7893845"/>
                  <a:gd name="connsiteY272" fmla="*/ 3239738 h 3908107"/>
                  <a:gd name="connsiteX273" fmla="*/ 5737958 w 7893845"/>
                  <a:gd name="connsiteY273" fmla="*/ 3342704 h 3908107"/>
                  <a:gd name="connsiteX274" fmla="*/ 5737100 w 7893845"/>
                  <a:gd name="connsiteY274" fmla="*/ 3346228 h 3908107"/>
                  <a:gd name="connsiteX275" fmla="*/ 5704430 w 7893845"/>
                  <a:gd name="connsiteY275" fmla="*/ 3446526 h 3908107"/>
                  <a:gd name="connsiteX276" fmla="*/ 5672902 w 7893845"/>
                  <a:gd name="connsiteY276" fmla="*/ 3544824 h 3908107"/>
                  <a:gd name="connsiteX277" fmla="*/ 5790345 w 7893845"/>
                  <a:gd name="connsiteY277" fmla="*/ 3677603 h 3908107"/>
                  <a:gd name="connsiteX278" fmla="*/ 6409660 w 7893845"/>
                  <a:gd name="connsiteY278" fmla="*/ 3385661 h 3908107"/>
                  <a:gd name="connsiteX279" fmla="*/ 6994115 w 7893845"/>
                  <a:gd name="connsiteY279" fmla="*/ 2895981 h 3908107"/>
                  <a:gd name="connsiteX280" fmla="*/ 7317679 w 7893845"/>
                  <a:gd name="connsiteY280" fmla="*/ 2637568 h 3908107"/>
                  <a:gd name="connsiteX281" fmla="*/ 7386259 w 7893845"/>
                  <a:gd name="connsiteY281" fmla="*/ 2557939 h 3908107"/>
                  <a:gd name="connsiteX282" fmla="*/ 7463126 w 7893845"/>
                  <a:gd name="connsiteY282" fmla="*/ 2468785 h 3908107"/>
                  <a:gd name="connsiteX283" fmla="*/ 7534659 w 7893845"/>
                  <a:gd name="connsiteY283" fmla="*/ 2168271 h 3908107"/>
                  <a:gd name="connsiteX284" fmla="*/ 7531134 w 7893845"/>
                  <a:gd name="connsiteY284" fmla="*/ 2080641 h 3908107"/>
                  <a:gd name="connsiteX285" fmla="*/ 7562757 w 7893845"/>
                  <a:gd name="connsiteY285" fmla="*/ 1675066 h 3908107"/>
                  <a:gd name="connsiteX286" fmla="*/ 7583903 w 7893845"/>
                  <a:gd name="connsiteY286" fmla="*/ 1611439 h 3908107"/>
                  <a:gd name="connsiteX287" fmla="*/ 7516847 w 7893845"/>
                  <a:gd name="connsiteY287" fmla="*/ 974884 h 3908107"/>
                  <a:gd name="connsiteX288" fmla="*/ 7399784 w 7893845"/>
                  <a:gd name="connsiteY288" fmla="*/ 896493 h 3908107"/>
                  <a:gd name="connsiteX289" fmla="*/ 7384163 w 7893845"/>
                  <a:gd name="connsiteY289" fmla="*/ 894207 h 3908107"/>
                  <a:gd name="connsiteX290" fmla="*/ 7294438 w 7893845"/>
                  <a:gd name="connsiteY290" fmla="*/ 885444 h 3908107"/>
                  <a:gd name="connsiteX291" fmla="*/ 7208046 w 7893845"/>
                  <a:gd name="connsiteY291" fmla="*/ 851726 h 3908107"/>
                  <a:gd name="connsiteX292" fmla="*/ 7135847 w 7893845"/>
                  <a:gd name="connsiteY292" fmla="*/ 795623 h 3908107"/>
                  <a:gd name="connsiteX293" fmla="*/ 7118892 w 7893845"/>
                  <a:gd name="connsiteY293" fmla="*/ 778383 h 3908107"/>
                  <a:gd name="connsiteX294" fmla="*/ 7113749 w 7893845"/>
                  <a:gd name="connsiteY294" fmla="*/ 776288 h 3908107"/>
                  <a:gd name="connsiteX295" fmla="*/ 7033548 w 7893845"/>
                  <a:gd name="connsiteY295" fmla="*/ 766191 h 3908107"/>
                  <a:gd name="connsiteX296" fmla="*/ 7024214 w 7893845"/>
                  <a:gd name="connsiteY296" fmla="*/ 766286 h 3908107"/>
                  <a:gd name="connsiteX297" fmla="*/ 6970874 w 7893845"/>
                  <a:gd name="connsiteY297" fmla="*/ 772097 h 3908107"/>
                  <a:gd name="connsiteX298" fmla="*/ 6917915 w 7893845"/>
                  <a:gd name="connsiteY298" fmla="*/ 783146 h 3908107"/>
                  <a:gd name="connsiteX299" fmla="*/ 6864670 w 7893845"/>
                  <a:gd name="connsiteY299" fmla="*/ 795528 h 3908107"/>
                  <a:gd name="connsiteX300" fmla="*/ 6836762 w 7893845"/>
                  <a:gd name="connsiteY300" fmla="*/ 798767 h 3908107"/>
                  <a:gd name="connsiteX301" fmla="*/ 6832951 w 7893845"/>
                  <a:gd name="connsiteY301" fmla="*/ 798862 h 3908107"/>
                  <a:gd name="connsiteX302" fmla="*/ 6808377 w 7893845"/>
                  <a:gd name="connsiteY302" fmla="*/ 796766 h 3908107"/>
                  <a:gd name="connsiteX303" fmla="*/ 6755609 w 7893845"/>
                  <a:gd name="connsiteY303" fmla="*/ 777621 h 3908107"/>
                  <a:gd name="connsiteX304" fmla="*/ 6733416 w 7893845"/>
                  <a:gd name="connsiteY304" fmla="*/ 760381 h 3908107"/>
                  <a:gd name="connsiteX305" fmla="*/ 6724176 w 7893845"/>
                  <a:gd name="connsiteY305" fmla="*/ 750094 h 3908107"/>
                  <a:gd name="connsiteX306" fmla="*/ 6714937 w 7893845"/>
                  <a:gd name="connsiteY306" fmla="*/ 740950 h 3908107"/>
                  <a:gd name="connsiteX307" fmla="*/ 6715223 w 7893845"/>
                  <a:gd name="connsiteY307" fmla="*/ 739521 h 3908107"/>
                  <a:gd name="connsiteX308" fmla="*/ 6727034 w 7893845"/>
                  <a:gd name="connsiteY308" fmla="*/ 747141 h 3908107"/>
                  <a:gd name="connsiteX309" fmla="*/ 6737607 w 7893845"/>
                  <a:gd name="connsiteY309" fmla="*/ 755428 h 3908107"/>
                  <a:gd name="connsiteX310" fmla="*/ 6760181 w 7893845"/>
                  <a:gd name="connsiteY310" fmla="*/ 768763 h 3908107"/>
                  <a:gd name="connsiteX311" fmla="*/ 6810377 w 7893845"/>
                  <a:gd name="connsiteY311" fmla="*/ 782574 h 3908107"/>
                  <a:gd name="connsiteX312" fmla="*/ 6831047 w 7893845"/>
                  <a:gd name="connsiteY312" fmla="*/ 784003 h 3908107"/>
                  <a:gd name="connsiteX313" fmla="*/ 6903532 w 7893845"/>
                  <a:gd name="connsiteY313" fmla="*/ 774287 h 3908107"/>
                  <a:gd name="connsiteX314" fmla="*/ 6890483 w 7893845"/>
                  <a:gd name="connsiteY314" fmla="*/ 766096 h 3908107"/>
                  <a:gd name="connsiteX315" fmla="*/ 6880767 w 7893845"/>
                  <a:gd name="connsiteY315" fmla="*/ 750665 h 3908107"/>
                  <a:gd name="connsiteX316" fmla="*/ 6878767 w 7893845"/>
                  <a:gd name="connsiteY316" fmla="*/ 733711 h 3908107"/>
                  <a:gd name="connsiteX317" fmla="*/ 6874671 w 7893845"/>
                  <a:gd name="connsiteY317" fmla="*/ 701230 h 3908107"/>
                  <a:gd name="connsiteX318" fmla="*/ 6858574 w 7893845"/>
                  <a:gd name="connsiteY318" fmla="*/ 672941 h 3908107"/>
                  <a:gd name="connsiteX319" fmla="*/ 6876957 w 7893845"/>
                  <a:gd name="connsiteY319" fmla="*/ 700468 h 3908107"/>
                  <a:gd name="connsiteX320" fmla="*/ 6883529 w 7893845"/>
                  <a:gd name="connsiteY320" fmla="*/ 733234 h 3908107"/>
                  <a:gd name="connsiteX321" fmla="*/ 6886577 w 7893845"/>
                  <a:gd name="connsiteY321" fmla="*/ 748951 h 3908107"/>
                  <a:gd name="connsiteX322" fmla="*/ 6895150 w 7893845"/>
                  <a:gd name="connsiteY322" fmla="*/ 760571 h 3908107"/>
                  <a:gd name="connsiteX323" fmla="*/ 6922868 w 7893845"/>
                  <a:gd name="connsiteY323" fmla="*/ 770572 h 3908107"/>
                  <a:gd name="connsiteX324" fmla="*/ 6963159 w 7893845"/>
                  <a:gd name="connsiteY324" fmla="*/ 763810 h 3908107"/>
                  <a:gd name="connsiteX325" fmla="*/ 7045073 w 7893845"/>
                  <a:gd name="connsiteY325" fmla="*/ 755809 h 3908107"/>
                  <a:gd name="connsiteX326" fmla="*/ 7102890 w 7893845"/>
                  <a:gd name="connsiteY326" fmla="*/ 760762 h 3908107"/>
                  <a:gd name="connsiteX327" fmla="*/ 7089746 w 7893845"/>
                  <a:gd name="connsiteY327" fmla="*/ 744950 h 3908107"/>
                  <a:gd name="connsiteX328" fmla="*/ 7075268 w 7893845"/>
                  <a:gd name="connsiteY328" fmla="*/ 728186 h 3908107"/>
                  <a:gd name="connsiteX329" fmla="*/ 6921820 w 7893845"/>
                  <a:gd name="connsiteY329" fmla="*/ 641413 h 3908107"/>
                  <a:gd name="connsiteX330" fmla="*/ 6922201 w 7893845"/>
                  <a:gd name="connsiteY330" fmla="*/ 639509 h 3908107"/>
                  <a:gd name="connsiteX331" fmla="*/ 7007450 w 7893845"/>
                  <a:gd name="connsiteY331" fmla="*/ 669512 h 3908107"/>
                  <a:gd name="connsiteX332" fmla="*/ 7048979 w 7893845"/>
                  <a:gd name="connsiteY332" fmla="*/ 694277 h 3908107"/>
                  <a:gd name="connsiteX333" fmla="*/ 7027071 w 7893845"/>
                  <a:gd name="connsiteY333" fmla="*/ 651510 h 3908107"/>
                  <a:gd name="connsiteX334" fmla="*/ 7023833 w 7893845"/>
                  <a:gd name="connsiteY334" fmla="*/ 625507 h 3908107"/>
                  <a:gd name="connsiteX335" fmla="*/ 7023928 w 7893845"/>
                  <a:gd name="connsiteY335" fmla="*/ 600075 h 3908107"/>
                  <a:gd name="connsiteX336" fmla="*/ 7011260 w 7893845"/>
                  <a:gd name="connsiteY336" fmla="*/ 551783 h 3908107"/>
                  <a:gd name="connsiteX337" fmla="*/ 7027262 w 7893845"/>
                  <a:gd name="connsiteY337" fmla="*/ 599884 h 3908107"/>
                  <a:gd name="connsiteX338" fmla="*/ 7028785 w 7893845"/>
                  <a:gd name="connsiteY338" fmla="*/ 625412 h 3908107"/>
                  <a:gd name="connsiteX339" fmla="*/ 7033167 w 7893845"/>
                  <a:gd name="connsiteY339" fmla="*/ 649510 h 3908107"/>
                  <a:gd name="connsiteX340" fmla="*/ 7057551 w 7893845"/>
                  <a:gd name="connsiteY340" fmla="*/ 692944 h 3908107"/>
                  <a:gd name="connsiteX341" fmla="*/ 7073268 w 7893845"/>
                  <a:gd name="connsiteY341" fmla="*/ 712470 h 3908107"/>
                  <a:gd name="connsiteX342" fmla="*/ 7080030 w 7893845"/>
                  <a:gd name="connsiteY342" fmla="*/ 719804 h 3908107"/>
                  <a:gd name="connsiteX343" fmla="*/ 7082030 w 7893845"/>
                  <a:gd name="connsiteY343" fmla="*/ 721614 h 3908107"/>
                  <a:gd name="connsiteX344" fmla="*/ 7087174 w 7893845"/>
                  <a:gd name="connsiteY344" fmla="*/ 727138 h 3908107"/>
                  <a:gd name="connsiteX345" fmla="*/ 7090032 w 7893845"/>
                  <a:gd name="connsiteY345" fmla="*/ 729901 h 3908107"/>
                  <a:gd name="connsiteX346" fmla="*/ 7089936 w 7893845"/>
                  <a:gd name="connsiteY346" fmla="*/ 730091 h 3908107"/>
                  <a:gd name="connsiteX347" fmla="*/ 7097652 w 7893845"/>
                  <a:gd name="connsiteY347" fmla="*/ 738473 h 3908107"/>
                  <a:gd name="connsiteX348" fmla="*/ 7112511 w 7893845"/>
                  <a:gd name="connsiteY348" fmla="*/ 755142 h 3908107"/>
                  <a:gd name="connsiteX349" fmla="*/ 7144038 w 7893845"/>
                  <a:gd name="connsiteY349" fmla="*/ 786575 h 3908107"/>
                  <a:gd name="connsiteX350" fmla="*/ 7215380 w 7893845"/>
                  <a:gd name="connsiteY350" fmla="*/ 838486 h 3908107"/>
                  <a:gd name="connsiteX351" fmla="*/ 7297010 w 7893845"/>
                  <a:gd name="connsiteY351" fmla="*/ 866775 h 3908107"/>
                  <a:gd name="connsiteX352" fmla="*/ 7341111 w 7893845"/>
                  <a:gd name="connsiteY352" fmla="*/ 870490 h 3908107"/>
                  <a:gd name="connsiteX353" fmla="*/ 7386544 w 7893845"/>
                  <a:gd name="connsiteY353" fmla="*/ 875252 h 3908107"/>
                  <a:gd name="connsiteX354" fmla="*/ 7393498 w 7893845"/>
                  <a:gd name="connsiteY354" fmla="*/ 876490 h 3908107"/>
                  <a:gd name="connsiteX355" fmla="*/ 7511227 w 7893845"/>
                  <a:gd name="connsiteY355" fmla="*/ 927640 h 3908107"/>
                  <a:gd name="connsiteX356" fmla="*/ 7513132 w 7893845"/>
                  <a:gd name="connsiteY356" fmla="*/ 928402 h 3908107"/>
                  <a:gd name="connsiteX357" fmla="*/ 7523895 w 7893845"/>
                  <a:gd name="connsiteY357" fmla="*/ 865918 h 3908107"/>
                  <a:gd name="connsiteX358" fmla="*/ 7568663 w 7893845"/>
                  <a:gd name="connsiteY358" fmla="*/ 761333 h 3908107"/>
                  <a:gd name="connsiteX359" fmla="*/ 7568568 w 7893845"/>
                  <a:gd name="connsiteY359" fmla="*/ 742093 h 3908107"/>
                  <a:gd name="connsiteX360" fmla="*/ 7526848 w 7893845"/>
                  <a:gd name="connsiteY360" fmla="*/ 680085 h 3908107"/>
                  <a:gd name="connsiteX361" fmla="*/ 7521990 w 7893845"/>
                  <a:gd name="connsiteY361" fmla="*/ 676275 h 3908107"/>
                  <a:gd name="connsiteX362" fmla="*/ 7468555 w 7893845"/>
                  <a:gd name="connsiteY362" fmla="*/ 642271 h 3908107"/>
                  <a:gd name="connsiteX363" fmla="*/ 7461030 w 7893845"/>
                  <a:gd name="connsiteY363" fmla="*/ 637604 h 3908107"/>
                  <a:gd name="connsiteX364" fmla="*/ 7433884 w 7893845"/>
                  <a:gd name="connsiteY364" fmla="*/ 620935 h 3908107"/>
                  <a:gd name="connsiteX365" fmla="*/ 7413882 w 7893845"/>
                  <a:gd name="connsiteY365" fmla="*/ 608647 h 3908107"/>
                  <a:gd name="connsiteX366" fmla="*/ 7413120 w 7893845"/>
                  <a:gd name="connsiteY366" fmla="*/ 608171 h 3908107"/>
                  <a:gd name="connsiteX367" fmla="*/ 7412929 w 7893845"/>
                  <a:gd name="connsiteY367" fmla="*/ 607981 h 3908107"/>
                  <a:gd name="connsiteX368" fmla="*/ 7379687 w 7893845"/>
                  <a:gd name="connsiteY368" fmla="*/ 586454 h 3908107"/>
                  <a:gd name="connsiteX369" fmla="*/ 7341968 w 7893845"/>
                  <a:gd name="connsiteY369" fmla="*/ 575119 h 3908107"/>
                  <a:gd name="connsiteX370" fmla="*/ 7260053 w 7893845"/>
                  <a:gd name="connsiteY370" fmla="*/ 569119 h 3908107"/>
                  <a:gd name="connsiteX371" fmla="*/ 7180709 w 7893845"/>
                  <a:gd name="connsiteY371" fmla="*/ 540830 h 3908107"/>
                  <a:gd name="connsiteX372" fmla="*/ 7125084 w 7893845"/>
                  <a:gd name="connsiteY372" fmla="*/ 478822 h 3908107"/>
                  <a:gd name="connsiteX373" fmla="*/ 7126703 w 7893845"/>
                  <a:gd name="connsiteY373" fmla="*/ 477869 h 3908107"/>
                  <a:gd name="connsiteX374" fmla="*/ 7184234 w 7893845"/>
                  <a:gd name="connsiteY374" fmla="*/ 535591 h 3908107"/>
                  <a:gd name="connsiteX375" fmla="*/ 7259767 w 7893845"/>
                  <a:gd name="connsiteY375" fmla="*/ 558641 h 3908107"/>
                  <a:gd name="connsiteX376" fmla="*/ 7260148 w 7893845"/>
                  <a:gd name="connsiteY376" fmla="*/ 558641 h 3908107"/>
                  <a:gd name="connsiteX377" fmla="*/ 7343873 w 7893845"/>
                  <a:gd name="connsiteY377" fmla="*/ 561499 h 3908107"/>
                  <a:gd name="connsiteX378" fmla="*/ 7373877 w 7893845"/>
                  <a:gd name="connsiteY378" fmla="*/ 567976 h 3908107"/>
                  <a:gd name="connsiteX379" fmla="*/ 7354922 w 7893845"/>
                  <a:gd name="connsiteY379" fmla="*/ 536067 h 3908107"/>
                  <a:gd name="connsiteX380" fmla="*/ 7350159 w 7893845"/>
                  <a:gd name="connsiteY380" fmla="*/ 517493 h 3908107"/>
                  <a:gd name="connsiteX381" fmla="*/ 7345587 w 7893845"/>
                  <a:gd name="connsiteY381" fmla="*/ 500253 h 3908107"/>
                  <a:gd name="connsiteX382" fmla="*/ 7333014 w 7893845"/>
                  <a:gd name="connsiteY382" fmla="*/ 466058 h 3908107"/>
                  <a:gd name="connsiteX383" fmla="*/ 7319679 w 7893845"/>
                  <a:gd name="connsiteY383" fmla="*/ 431768 h 3908107"/>
                  <a:gd name="connsiteX384" fmla="*/ 7311869 w 7893845"/>
                  <a:gd name="connsiteY384" fmla="*/ 395859 h 3908107"/>
                  <a:gd name="connsiteX385" fmla="*/ 7322441 w 7893845"/>
                  <a:gd name="connsiteY385" fmla="*/ 430625 h 3908107"/>
                  <a:gd name="connsiteX386" fmla="*/ 7338443 w 7893845"/>
                  <a:gd name="connsiteY386" fmla="*/ 463582 h 3908107"/>
                  <a:gd name="connsiteX387" fmla="*/ 7353969 w 7893845"/>
                  <a:gd name="connsiteY387" fmla="*/ 497205 h 3908107"/>
                  <a:gd name="connsiteX388" fmla="*/ 7360256 w 7893845"/>
                  <a:gd name="connsiteY388" fmla="*/ 515017 h 3908107"/>
                  <a:gd name="connsiteX389" fmla="*/ 7365590 w 7893845"/>
                  <a:gd name="connsiteY389" fmla="*/ 531685 h 3908107"/>
                  <a:gd name="connsiteX390" fmla="*/ 7411119 w 7893845"/>
                  <a:gd name="connsiteY390" fmla="*/ 584263 h 3908107"/>
                  <a:gd name="connsiteX391" fmla="*/ 7429407 w 7893845"/>
                  <a:gd name="connsiteY391" fmla="*/ 597313 h 3908107"/>
                  <a:gd name="connsiteX392" fmla="*/ 7478842 w 7893845"/>
                  <a:gd name="connsiteY392" fmla="*/ 625030 h 3908107"/>
                  <a:gd name="connsiteX393" fmla="*/ 7532944 w 7893845"/>
                  <a:gd name="connsiteY393" fmla="*/ 662273 h 3908107"/>
                  <a:gd name="connsiteX394" fmla="*/ 7536468 w 7893845"/>
                  <a:gd name="connsiteY394" fmla="*/ 665417 h 3908107"/>
                  <a:gd name="connsiteX395" fmla="*/ 7587903 w 7893845"/>
                  <a:gd name="connsiteY395" fmla="*/ 737902 h 3908107"/>
                  <a:gd name="connsiteX396" fmla="*/ 7619431 w 7893845"/>
                  <a:gd name="connsiteY396" fmla="*/ 691705 h 3908107"/>
                  <a:gd name="connsiteX397" fmla="*/ 7637243 w 7893845"/>
                  <a:gd name="connsiteY397" fmla="*/ 665512 h 3908107"/>
                  <a:gd name="connsiteX398" fmla="*/ 7655245 w 7893845"/>
                  <a:gd name="connsiteY398" fmla="*/ 638747 h 3908107"/>
                  <a:gd name="connsiteX399" fmla="*/ 7683629 w 7893845"/>
                  <a:gd name="connsiteY399" fmla="*/ 586550 h 3908107"/>
                  <a:gd name="connsiteX400" fmla="*/ 7683058 w 7893845"/>
                  <a:gd name="connsiteY400" fmla="*/ 522065 h 3908107"/>
                  <a:gd name="connsiteX401" fmla="*/ 7676105 w 7893845"/>
                  <a:gd name="connsiteY401" fmla="*/ 501491 h 3908107"/>
                  <a:gd name="connsiteX402" fmla="*/ 7631813 w 7893845"/>
                  <a:gd name="connsiteY402" fmla="*/ 447484 h 3908107"/>
                  <a:gd name="connsiteX403" fmla="*/ 7621812 w 7893845"/>
                  <a:gd name="connsiteY403" fmla="*/ 442436 h 3908107"/>
                  <a:gd name="connsiteX404" fmla="*/ 7603238 w 7893845"/>
                  <a:gd name="connsiteY404" fmla="*/ 434150 h 3908107"/>
                  <a:gd name="connsiteX405" fmla="*/ 7564662 w 7893845"/>
                  <a:gd name="connsiteY405" fmla="*/ 422243 h 3908107"/>
                  <a:gd name="connsiteX406" fmla="*/ 7524085 w 7893845"/>
                  <a:gd name="connsiteY406" fmla="*/ 405955 h 3908107"/>
                  <a:gd name="connsiteX407" fmla="*/ 7500464 w 7893845"/>
                  <a:gd name="connsiteY407" fmla="*/ 369856 h 3908107"/>
                  <a:gd name="connsiteX408" fmla="*/ 7501702 w 7893845"/>
                  <a:gd name="connsiteY408" fmla="*/ 369189 h 3908107"/>
                  <a:gd name="connsiteX409" fmla="*/ 7529705 w 7893845"/>
                  <a:gd name="connsiteY409" fmla="*/ 397859 h 3908107"/>
                  <a:gd name="connsiteX410" fmla="*/ 7567615 w 7893845"/>
                  <a:gd name="connsiteY410" fmla="*/ 408432 h 3908107"/>
                  <a:gd name="connsiteX411" fmla="*/ 7588570 w 7893845"/>
                  <a:gd name="connsiteY411" fmla="*/ 413575 h 3908107"/>
                  <a:gd name="connsiteX412" fmla="*/ 7600762 w 7893845"/>
                  <a:gd name="connsiteY412" fmla="*/ 417957 h 3908107"/>
                  <a:gd name="connsiteX413" fmla="*/ 7599905 w 7893845"/>
                  <a:gd name="connsiteY413" fmla="*/ 416147 h 3908107"/>
                  <a:gd name="connsiteX414" fmla="*/ 7593332 w 7893845"/>
                  <a:gd name="connsiteY414" fmla="*/ 392716 h 3908107"/>
                  <a:gd name="connsiteX415" fmla="*/ 7592856 w 7893845"/>
                  <a:gd name="connsiteY415" fmla="*/ 383286 h 3908107"/>
                  <a:gd name="connsiteX416" fmla="*/ 7590094 w 7893845"/>
                  <a:gd name="connsiteY416" fmla="*/ 332137 h 3908107"/>
                  <a:gd name="connsiteX417" fmla="*/ 7584188 w 7893845"/>
                  <a:gd name="connsiteY417" fmla="*/ 323469 h 3908107"/>
                  <a:gd name="connsiteX418" fmla="*/ 7582188 w 7893845"/>
                  <a:gd name="connsiteY418" fmla="*/ 322040 h 3908107"/>
                  <a:gd name="connsiteX419" fmla="*/ 7579331 w 7893845"/>
                  <a:gd name="connsiteY419" fmla="*/ 320135 h 3908107"/>
                  <a:gd name="connsiteX420" fmla="*/ 7573616 w 7893845"/>
                  <a:gd name="connsiteY420" fmla="*/ 316039 h 3908107"/>
                  <a:gd name="connsiteX421" fmla="*/ 7553709 w 7893845"/>
                  <a:gd name="connsiteY421" fmla="*/ 296704 h 3908107"/>
                  <a:gd name="connsiteX422" fmla="*/ 7530086 w 7893845"/>
                  <a:gd name="connsiteY422" fmla="*/ 247079 h 3908107"/>
                  <a:gd name="connsiteX423" fmla="*/ 7531420 w 7893845"/>
                  <a:gd name="connsiteY423" fmla="*/ 246697 h 3908107"/>
                  <a:gd name="connsiteX424" fmla="*/ 7564281 w 7893845"/>
                  <a:gd name="connsiteY424" fmla="*/ 287179 h 3908107"/>
                  <a:gd name="connsiteX425" fmla="*/ 7582664 w 7893845"/>
                  <a:gd name="connsiteY425" fmla="*/ 305181 h 3908107"/>
                  <a:gd name="connsiteX426" fmla="*/ 7587427 w 7893845"/>
                  <a:gd name="connsiteY426" fmla="*/ 309372 h 3908107"/>
                  <a:gd name="connsiteX427" fmla="*/ 7589904 w 7893845"/>
                  <a:gd name="connsiteY427" fmla="*/ 311467 h 3908107"/>
                  <a:gd name="connsiteX428" fmla="*/ 7593047 w 7893845"/>
                  <a:gd name="connsiteY428" fmla="*/ 314420 h 3908107"/>
                  <a:gd name="connsiteX429" fmla="*/ 7597904 w 7893845"/>
                  <a:gd name="connsiteY429" fmla="*/ 321373 h 3908107"/>
                  <a:gd name="connsiteX430" fmla="*/ 7598000 w 7893845"/>
                  <a:gd name="connsiteY430" fmla="*/ 320897 h 3908107"/>
                  <a:gd name="connsiteX431" fmla="*/ 7600285 w 7893845"/>
                  <a:gd name="connsiteY431" fmla="*/ 297656 h 3908107"/>
                  <a:gd name="connsiteX432" fmla="*/ 7599619 w 7893845"/>
                  <a:gd name="connsiteY432" fmla="*/ 274225 h 3908107"/>
                  <a:gd name="connsiteX433" fmla="*/ 7594475 w 7893845"/>
                  <a:gd name="connsiteY433" fmla="*/ 251269 h 3908107"/>
                  <a:gd name="connsiteX434" fmla="*/ 7601905 w 7893845"/>
                  <a:gd name="connsiteY434" fmla="*/ 273844 h 3908107"/>
                  <a:gd name="connsiteX435" fmla="*/ 7604953 w 7893845"/>
                  <a:gd name="connsiteY435" fmla="*/ 297561 h 3908107"/>
                  <a:gd name="connsiteX436" fmla="*/ 7605048 w 7893845"/>
                  <a:gd name="connsiteY436" fmla="*/ 321564 h 3908107"/>
                  <a:gd name="connsiteX437" fmla="*/ 7603048 w 7893845"/>
                  <a:gd name="connsiteY437" fmla="*/ 342614 h 3908107"/>
                  <a:gd name="connsiteX438" fmla="*/ 7602667 w 7893845"/>
                  <a:gd name="connsiteY438" fmla="*/ 359283 h 3908107"/>
                  <a:gd name="connsiteX439" fmla="*/ 7602762 w 7893845"/>
                  <a:gd name="connsiteY439" fmla="*/ 359378 h 3908107"/>
                  <a:gd name="connsiteX440" fmla="*/ 7622003 w 7893845"/>
                  <a:gd name="connsiteY440" fmla="*/ 428054 h 3908107"/>
                  <a:gd name="connsiteX441" fmla="*/ 7627813 w 7893845"/>
                  <a:gd name="connsiteY441" fmla="*/ 431292 h 3908107"/>
                  <a:gd name="connsiteX442" fmla="*/ 7646101 w 7893845"/>
                  <a:gd name="connsiteY442" fmla="*/ 442436 h 3908107"/>
                  <a:gd name="connsiteX443" fmla="*/ 7675629 w 7893845"/>
                  <a:gd name="connsiteY443" fmla="*/ 472726 h 3908107"/>
                  <a:gd name="connsiteX444" fmla="*/ 7693154 w 7893845"/>
                  <a:gd name="connsiteY444" fmla="*/ 500634 h 3908107"/>
                  <a:gd name="connsiteX445" fmla="*/ 7698679 w 7893845"/>
                  <a:gd name="connsiteY445" fmla="*/ 517398 h 3908107"/>
                  <a:gd name="connsiteX446" fmla="*/ 7699346 w 7893845"/>
                  <a:gd name="connsiteY446" fmla="*/ 461677 h 3908107"/>
                  <a:gd name="connsiteX447" fmla="*/ 7697536 w 7893845"/>
                  <a:gd name="connsiteY447" fmla="*/ 397478 h 3908107"/>
                  <a:gd name="connsiteX448" fmla="*/ 7702298 w 7893845"/>
                  <a:gd name="connsiteY448" fmla="*/ 331565 h 3908107"/>
                  <a:gd name="connsiteX449" fmla="*/ 7713348 w 7893845"/>
                  <a:gd name="connsiteY449" fmla="*/ 300609 h 3908107"/>
                  <a:gd name="connsiteX450" fmla="*/ 7713157 w 7893845"/>
                  <a:gd name="connsiteY450" fmla="*/ 300133 h 3908107"/>
                  <a:gd name="connsiteX451" fmla="*/ 7713062 w 7893845"/>
                  <a:gd name="connsiteY451" fmla="*/ 298990 h 3908107"/>
                  <a:gd name="connsiteX452" fmla="*/ 7713062 w 7893845"/>
                  <a:gd name="connsiteY452" fmla="*/ 298704 h 3908107"/>
                  <a:gd name="connsiteX453" fmla="*/ 7713062 w 7893845"/>
                  <a:gd name="connsiteY453" fmla="*/ 298133 h 3908107"/>
                  <a:gd name="connsiteX454" fmla="*/ 7713252 w 7893845"/>
                  <a:gd name="connsiteY454" fmla="*/ 296132 h 3908107"/>
                  <a:gd name="connsiteX455" fmla="*/ 7713729 w 7893845"/>
                  <a:gd name="connsiteY455" fmla="*/ 292894 h 3908107"/>
                  <a:gd name="connsiteX456" fmla="*/ 7714776 w 7893845"/>
                  <a:gd name="connsiteY456" fmla="*/ 286893 h 3908107"/>
                  <a:gd name="connsiteX457" fmla="*/ 7716872 w 7893845"/>
                  <a:gd name="connsiteY457" fmla="*/ 275272 h 3908107"/>
                  <a:gd name="connsiteX458" fmla="*/ 7719825 w 7893845"/>
                  <a:gd name="connsiteY458" fmla="*/ 252222 h 3908107"/>
                  <a:gd name="connsiteX459" fmla="*/ 7719825 w 7893845"/>
                  <a:gd name="connsiteY459" fmla="*/ 240887 h 3908107"/>
                  <a:gd name="connsiteX460" fmla="*/ 7718967 w 7893845"/>
                  <a:gd name="connsiteY460" fmla="*/ 235648 h 3908107"/>
                  <a:gd name="connsiteX461" fmla="*/ 7717157 w 7893845"/>
                  <a:gd name="connsiteY461" fmla="*/ 230029 h 3908107"/>
                  <a:gd name="connsiteX462" fmla="*/ 7709728 w 7893845"/>
                  <a:gd name="connsiteY462" fmla="*/ 207264 h 3908107"/>
                  <a:gd name="connsiteX463" fmla="*/ 7721444 w 7893845"/>
                  <a:gd name="connsiteY463" fmla="*/ 228029 h 3908107"/>
                  <a:gd name="connsiteX464" fmla="*/ 7724396 w 7893845"/>
                  <a:gd name="connsiteY464" fmla="*/ 233363 h 3908107"/>
                  <a:gd name="connsiteX465" fmla="*/ 7726778 w 7893845"/>
                  <a:gd name="connsiteY465" fmla="*/ 239554 h 3908107"/>
                  <a:gd name="connsiteX466" fmla="*/ 7729254 w 7893845"/>
                  <a:gd name="connsiteY466" fmla="*/ 251841 h 3908107"/>
                  <a:gd name="connsiteX467" fmla="*/ 7730588 w 7893845"/>
                  <a:gd name="connsiteY467" fmla="*/ 268034 h 3908107"/>
                  <a:gd name="connsiteX468" fmla="*/ 7758972 w 7893845"/>
                  <a:gd name="connsiteY468" fmla="*/ 214884 h 3908107"/>
                  <a:gd name="connsiteX469" fmla="*/ 7769164 w 7893845"/>
                  <a:gd name="connsiteY469" fmla="*/ 186023 h 3908107"/>
                  <a:gd name="connsiteX470" fmla="*/ 7770116 w 7893845"/>
                  <a:gd name="connsiteY470" fmla="*/ 178784 h 3908107"/>
                  <a:gd name="connsiteX471" fmla="*/ 7771259 w 7893845"/>
                  <a:gd name="connsiteY471" fmla="*/ 170117 h 3908107"/>
                  <a:gd name="connsiteX472" fmla="*/ 7772212 w 7893845"/>
                  <a:gd name="connsiteY472" fmla="*/ 166211 h 3908107"/>
                  <a:gd name="connsiteX473" fmla="*/ 7775926 w 7893845"/>
                  <a:gd name="connsiteY473" fmla="*/ 129826 h 3908107"/>
                  <a:gd name="connsiteX474" fmla="*/ 7777546 w 7893845"/>
                  <a:gd name="connsiteY474" fmla="*/ 101346 h 3908107"/>
                  <a:gd name="connsiteX475" fmla="*/ 7778784 w 7893845"/>
                  <a:gd name="connsiteY475" fmla="*/ 73247 h 3908107"/>
                  <a:gd name="connsiteX476" fmla="*/ 7807073 w 7893845"/>
                  <a:gd name="connsiteY476" fmla="*/ 95 h 3908107"/>
                  <a:gd name="connsiteX477" fmla="*/ 7800025 w 7893845"/>
                  <a:gd name="connsiteY477" fmla="*/ 5905 h 3908107"/>
                  <a:gd name="connsiteX478" fmla="*/ 7799834 w 7893845"/>
                  <a:gd name="connsiteY478" fmla="*/ 8382 h 3908107"/>
                  <a:gd name="connsiteX479" fmla="*/ 7806026 w 7893845"/>
                  <a:gd name="connsiteY479" fmla="*/ 47434 h 3908107"/>
                  <a:gd name="connsiteX480" fmla="*/ 7812884 w 7893845"/>
                  <a:gd name="connsiteY480" fmla="*/ 85249 h 3908107"/>
                  <a:gd name="connsiteX481" fmla="*/ 7807264 w 7893845"/>
                  <a:gd name="connsiteY481" fmla="*/ 96583 h 3908107"/>
                  <a:gd name="connsiteX482" fmla="*/ 7795834 w 7893845"/>
                  <a:gd name="connsiteY482" fmla="*/ 112204 h 3908107"/>
                  <a:gd name="connsiteX483" fmla="*/ 7788976 w 7893845"/>
                  <a:gd name="connsiteY483" fmla="*/ 121348 h 3908107"/>
                  <a:gd name="connsiteX484" fmla="*/ 7788119 w 7893845"/>
                  <a:gd name="connsiteY484" fmla="*/ 101251 h 3908107"/>
                  <a:gd name="connsiteX485" fmla="*/ 7785928 w 7893845"/>
                  <a:gd name="connsiteY485" fmla="*/ 72485 h 3908107"/>
                  <a:gd name="connsiteX486" fmla="*/ 7778784 w 7893845"/>
                  <a:gd name="connsiteY486" fmla="*/ 65913 h 3908107"/>
                  <a:gd name="connsiteX487" fmla="*/ 7778498 w 7893845"/>
                  <a:gd name="connsiteY487" fmla="*/ 65913 h 3908107"/>
                  <a:gd name="connsiteX488" fmla="*/ 7771641 w 7893845"/>
                  <a:gd name="connsiteY488" fmla="*/ 72962 h 3908107"/>
                  <a:gd name="connsiteX489" fmla="*/ 7771450 w 7893845"/>
                  <a:gd name="connsiteY489" fmla="*/ 101632 h 3908107"/>
                  <a:gd name="connsiteX490" fmla="*/ 7769926 w 7893845"/>
                  <a:gd name="connsiteY490" fmla="*/ 129254 h 3908107"/>
                  <a:gd name="connsiteX491" fmla="*/ 7766307 w 7893845"/>
                  <a:gd name="connsiteY491" fmla="*/ 165259 h 3908107"/>
                  <a:gd name="connsiteX492" fmla="*/ 7766116 w 7893845"/>
                  <a:gd name="connsiteY492" fmla="*/ 166021 h 3908107"/>
                  <a:gd name="connsiteX493" fmla="*/ 7765354 w 7893845"/>
                  <a:gd name="connsiteY493" fmla="*/ 169259 h 3908107"/>
                  <a:gd name="connsiteX494" fmla="*/ 7764306 w 7893845"/>
                  <a:gd name="connsiteY494" fmla="*/ 176498 h 3908107"/>
                  <a:gd name="connsiteX495" fmla="*/ 7764116 w 7893845"/>
                  <a:gd name="connsiteY495" fmla="*/ 178403 h 3908107"/>
                  <a:gd name="connsiteX496" fmla="*/ 7763830 w 7893845"/>
                  <a:gd name="connsiteY496" fmla="*/ 180975 h 3908107"/>
                  <a:gd name="connsiteX497" fmla="*/ 7763354 w 7893845"/>
                  <a:gd name="connsiteY497" fmla="*/ 184594 h 3908107"/>
                  <a:gd name="connsiteX498" fmla="*/ 7753638 w 7893845"/>
                  <a:gd name="connsiteY498" fmla="*/ 212217 h 3908107"/>
                  <a:gd name="connsiteX499" fmla="*/ 7736493 w 7893845"/>
                  <a:gd name="connsiteY499" fmla="*/ 245173 h 3908107"/>
                  <a:gd name="connsiteX500" fmla="*/ 7734779 w 7893845"/>
                  <a:gd name="connsiteY500" fmla="*/ 237839 h 3908107"/>
                  <a:gd name="connsiteX501" fmla="*/ 7731826 w 7893845"/>
                  <a:gd name="connsiteY501" fmla="*/ 230314 h 3908107"/>
                  <a:gd name="connsiteX502" fmla="*/ 7729826 w 7893845"/>
                  <a:gd name="connsiteY502" fmla="*/ 226600 h 3908107"/>
                  <a:gd name="connsiteX503" fmla="*/ 7728873 w 7893845"/>
                  <a:gd name="connsiteY503" fmla="*/ 224885 h 3908107"/>
                  <a:gd name="connsiteX504" fmla="*/ 7717062 w 7893845"/>
                  <a:gd name="connsiteY504" fmla="*/ 204025 h 3908107"/>
                  <a:gd name="connsiteX505" fmla="*/ 7710871 w 7893845"/>
                  <a:gd name="connsiteY505" fmla="*/ 200406 h 3908107"/>
                  <a:gd name="connsiteX506" fmla="*/ 7708013 w 7893845"/>
                  <a:gd name="connsiteY506" fmla="*/ 200977 h 3908107"/>
                  <a:gd name="connsiteX507" fmla="*/ 7704108 w 7893845"/>
                  <a:gd name="connsiteY507" fmla="*/ 209740 h 3908107"/>
                  <a:gd name="connsiteX508" fmla="*/ 7711538 w 7893845"/>
                  <a:gd name="connsiteY508" fmla="*/ 232505 h 3908107"/>
                  <a:gd name="connsiteX509" fmla="*/ 7712204 w 7893845"/>
                  <a:gd name="connsiteY509" fmla="*/ 234601 h 3908107"/>
                  <a:gd name="connsiteX510" fmla="*/ 7713157 w 7893845"/>
                  <a:gd name="connsiteY510" fmla="*/ 237649 h 3908107"/>
                  <a:gd name="connsiteX511" fmla="*/ 7713824 w 7893845"/>
                  <a:gd name="connsiteY511" fmla="*/ 241840 h 3908107"/>
                  <a:gd name="connsiteX512" fmla="*/ 7713729 w 7893845"/>
                  <a:gd name="connsiteY512" fmla="*/ 252031 h 3908107"/>
                  <a:gd name="connsiteX513" fmla="*/ 7710871 w 7893845"/>
                  <a:gd name="connsiteY513" fmla="*/ 274415 h 3908107"/>
                  <a:gd name="connsiteX514" fmla="*/ 7708775 w 7893845"/>
                  <a:gd name="connsiteY514" fmla="*/ 285940 h 3908107"/>
                  <a:gd name="connsiteX515" fmla="*/ 7707728 w 7893845"/>
                  <a:gd name="connsiteY515" fmla="*/ 291846 h 3908107"/>
                  <a:gd name="connsiteX516" fmla="*/ 7707156 w 7893845"/>
                  <a:gd name="connsiteY516" fmla="*/ 295180 h 3908107"/>
                  <a:gd name="connsiteX517" fmla="*/ 7706870 w 7893845"/>
                  <a:gd name="connsiteY517" fmla="*/ 297656 h 3908107"/>
                  <a:gd name="connsiteX518" fmla="*/ 7706775 w 7893845"/>
                  <a:gd name="connsiteY518" fmla="*/ 298323 h 3908107"/>
                  <a:gd name="connsiteX519" fmla="*/ 7706775 w 7893845"/>
                  <a:gd name="connsiteY519" fmla="*/ 299561 h 3908107"/>
                  <a:gd name="connsiteX520" fmla="*/ 7696202 w 7893845"/>
                  <a:gd name="connsiteY520" fmla="*/ 330137 h 3908107"/>
                  <a:gd name="connsiteX521" fmla="*/ 7691250 w 7893845"/>
                  <a:gd name="connsiteY521" fmla="*/ 397669 h 3908107"/>
                  <a:gd name="connsiteX522" fmla="*/ 7693059 w 7893845"/>
                  <a:gd name="connsiteY522" fmla="*/ 461963 h 3908107"/>
                  <a:gd name="connsiteX523" fmla="*/ 7693440 w 7893845"/>
                  <a:gd name="connsiteY523" fmla="*/ 483965 h 3908107"/>
                  <a:gd name="connsiteX524" fmla="*/ 7682201 w 7893845"/>
                  <a:gd name="connsiteY524" fmla="*/ 468535 h 3908107"/>
                  <a:gd name="connsiteX525" fmla="*/ 7650959 w 7893845"/>
                  <a:gd name="connsiteY525" fmla="*/ 436721 h 3908107"/>
                  <a:gd name="connsiteX526" fmla="*/ 7632099 w 7893845"/>
                  <a:gd name="connsiteY526" fmla="*/ 425291 h 3908107"/>
                  <a:gd name="connsiteX527" fmla="*/ 7627527 w 7893845"/>
                  <a:gd name="connsiteY527" fmla="*/ 422719 h 3908107"/>
                  <a:gd name="connsiteX528" fmla="*/ 7627337 w 7893845"/>
                  <a:gd name="connsiteY528" fmla="*/ 422624 h 3908107"/>
                  <a:gd name="connsiteX529" fmla="*/ 7624955 w 7893845"/>
                  <a:gd name="connsiteY529" fmla="*/ 419671 h 3908107"/>
                  <a:gd name="connsiteX530" fmla="*/ 7610573 w 7893845"/>
                  <a:gd name="connsiteY530" fmla="*/ 360331 h 3908107"/>
                  <a:gd name="connsiteX531" fmla="*/ 7610573 w 7893845"/>
                  <a:gd name="connsiteY531" fmla="*/ 358997 h 3908107"/>
                  <a:gd name="connsiteX532" fmla="*/ 7610859 w 7893845"/>
                  <a:gd name="connsiteY532" fmla="*/ 342995 h 3908107"/>
                  <a:gd name="connsiteX533" fmla="*/ 7612859 w 7893845"/>
                  <a:gd name="connsiteY533" fmla="*/ 322040 h 3908107"/>
                  <a:gd name="connsiteX534" fmla="*/ 7612763 w 7893845"/>
                  <a:gd name="connsiteY534" fmla="*/ 297085 h 3908107"/>
                  <a:gd name="connsiteX535" fmla="*/ 7609525 w 7893845"/>
                  <a:gd name="connsiteY535" fmla="*/ 272320 h 3908107"/>
                  <a:gd name="connsiteX536" fmla="*/ 7601429 w 7893845"/>
                  <a:gd name="connsiteY536" fmla="*/ 247936 h 3908107"/>
                  <a:gd name="connsiteX537" fmla="*/ 7595047 w 7893845"/>
                  <a:gd name="connsiteY537" fmla="*/ 244030 h 3908107"/>
                  <a:gd name="connsiteX538" fmla="*/ 7592094 w 7893845"/>
                  <a:gd name="connsiteY538" fmla="*/ 244697 h 3908107"/>
                  <a:gd name="connsiteX539" fmla="*/ 7588379 w 7893845"/>
                  <a:gd name="connsiteY539" fmla="*/ 253841 h 3908107"/>
                  <a:gd name="connsiteX540" fmla="*/ 7593047 w 7893845"/>
                  <a:gd name="connsiteY540" fmla="*/ 275082 h 3908107"/>
                  <a:gd name="connsiteX541" fmla="*/ 7593713 w 7893845"/>
                  <a:gd name="connsiteY541" fmla="*/ 297466 h 3908107"/>
                  <a:gd name="connsiteX542" fmla="*/ 7593332 w 7893845"/>
                  <a:gd name="connsiteY542" fmla="*/ 304705 h 3908107"/>
                  <a:gd name="connsiteX543" fmla="*/ 7592666 w 7893845"/>
                  <a:gd name="connsiteY543" fmla="*/ 304133 h 3908107"/>
                  <a:gd name="connsiteX544" fmla="*/ 7589808 w 7893845"/>
                  <a:gd name="connsiteY544" fmla="*/ 301562 h 3908107"/>
                  <a:gd name="connsiteX545" fmla="*/ 7588094 w 7893845"/>
                  <a:gd name="connsiteY545" fmla="*/ 299942 h 3908107"/>
                  <a:gd name="connsiteX546" fmla="*/ 7574854 w 7893845"/>
                  <a:gd name="connsiteY546" fmla="*/ 287084 h 3908107"/>
                  <a:gd name="connsiteX547" fmla="*/ 7569996 w 7893845"/>
                  <a:gd name="connsiteY547" fmla="*/ 282226 h 3908107"/>
                  <a:gd name="connsiteX548" fmla="*/ 7538183 w 7893845"/>
                  <a:gd name="connsiteY548" fmla="*/ 243078 h 3908107"/>
                  <a:gd name="connsiteX549" fmla="*/ 7532087 w 7893845"/>
                  <a:gd name="connsiteY549" fmla="*/ 239649 h 3908107"/>
                  <a:gd name="connsiteX550" fmla="*/ 7529991 w 7893845"/>
                  <a:gd name="connsiteY550" fmla="*/ 239935 h 3908107"/>
                  <a:gd name="connsiteX551" fmla="*/ 7528658 w 7893845"/>
                  <a:gd name="connsiteY551" fmla="*/ 240316 h 3908107"/>
                  <a:gd name="connsiteX552" fmla="*/ 7523609 w 7893845"/>
                  <a:gd name="connsiteY552" fmla="*/ 247936 h 3908107"/>
                  <a:gd name="connsiteX553" fmla="*/ 7548755 w 7893845"/>
                  <a:gd name="connsiteY553" fmla="*/ 301276 h 3908107"/>
                  <a:gd name="connsiteX554" fmla="*/ 7569901 w 7893845"/>
                  <a:gd name="connsiteY554" fmla="*/ 321755 h 3908107"/>
                  <a:gd name="connsiteX555" fmla="*/ 7571996 w 7893845"/>
                  <a:gd name="connsiteY555" fmla="*/ 323279 h 3908107"/>
                  <a:gd name="connsiteX556" fmla="*/ 7576188 w 7893845"/>
                  <a:gd name="connsiteY556" fmla="*/ 326231 h 3908107"/>
                  <a:gd name="connsiteX557" fmla="*/ 7578854 w 7893845"/>
                  <a:gd name="connsiteY557" fmla="*/ 328041 h 3908107"/>
                  <a:gd name="connsiteX558" fmla="*/ 7580188 w 7893845"/>
                  <a:gd name="connsiteY558" fmla="*/ 329089 h 3908107"/>
                  <a:gd name="connsiteX559" fmla="*/ 7584093 w 7893845"/>
                  <a:gd name="connsiteY559" fmla="*/ 334899 h 3908107"/>
                  <a:gd name="connsiteX560" fmla="*/ 7586760 w 7893845"/>
                  <a:gd name="connsiteY560" fmla="*/ 373380 h 3908107"/>
                  <a:gd name="connsiteX561" fmla="*/ 7586379 w 7893845"/>
                  <a:gd name="connsiteY561" fmla="*/ 383191 h 3908107"/>
                  <a:gd name="connsiteX562" fmla="*/ 7586951 w 7893845"/>
                  <a:gd name="connsiteY562" fmla="*/ 393763 h 3908107"/>
                  <a:gd name="connsiteX563" fmla="*/ 7589523 w 7893845"/>
                  <a:gd name="connsiteY563" fmla="*/ 406337 h 3908107"/>
                  <a:gd name="connsiteX564" fmla="*/ 7569806 w 7893845"/>
                  <a:gd name="connsiteY564" fmla="*/ 401574 h 3908107"/>
                  <a:gd name="connsiteX565" fmla="*/ 7533992 w 7893845"/>
                  <a:gd name="connsiteY565" fmla="*/ 391859 h 3908107"/>
                  <a:gd name="connsiteX566" fmla="*/ 7509798 w 7893845"/>
                  <a:gd name="connsiteY566" fmla="*/ 367284 h 3908107"/>
                  <a:gd name="connsiteX567" fmla="*/ 7507988 w 7893845"/>
                  <a:gd name="connsiteY567" fmla="*/ 364998 h 3908107"/>
                  <a:gd name="connsiteX568" fmla="*/ 7502369 w 7893845"/>
                  <a:gd name="connsiteY568" fmla="*/ 362236 h 3908107"/>
                  <a:gd name="connsiteX569" fmla="*/ 7498845 w 7893845"/>
                  <a:gd name="connsiteY569" fmla="*/ 363188 h 3908107"/>
                  <a:gd name="connsiteX570" fmla="*/ 7497606 w 7893845"/>
                  <a:gd name="connsiteY570" fmla="*/ 363855 h 3908107"/>
                  <a:gd name="connsiteX571" fmla="*/ 7494463 w 7893845"/>
                  <a:gd name="connsiteY571" fmla="*/ 372713 h 3908107"/>
                  <a:gd name="connsiteX572" fmla="*/ 7520276 w 7893845"/>
                  <a:gd name="connsiteY572" fmla="*/ 411766 h 3908107"/>
                  <a:gd name="connsiteX573" fmla="*/ 7562567 w 7893845"/>
                  <a:gd name="connsiteY573" fmla="*/ 429196 h 3908107"/>
                  <a:gd name="connsiteX574" fmla="*/ 7563710 w 7893845"/>
                  <a:gd name="connsiteY574" fmla="*/ 429482 h 3908107"/>
                  <a:gd name="connsiteX575" fmla="*/ 7601334 w 7893845"/>
                  <a:gd name="connsiteY575" fmla="*/ 441103 h 3908107"/>
                  <a:gd name="connsiteX576" fmla="*/ 7619335 w 7893845"/>
                  <a:gd name="connsiteY576" fmla="*/ 449104 h 3908107"/>
                  <a:gd name="connsiteX577" fmla="*/ 7628766 w 7893845"/>
                  <a:gd name="connsiteY577" fmla="*/ 453866 h 3908107"/>
                  <a:gd name="connsiteX578" fmla="*/ 7670104 w 7893845"/>
                  <a:gd name="connsiteY578" fmla="*/ 504444 h 3908107"/>
                  <a:gd name="connsiteX579" fmla="*/ 7676676 w 7893845"/>
                  <a:gd name="connsiteY579" fmla="*/ 523780 h 3908107"/>
                  <a:gd name="connsiteX580" fmla="*/ 7677343 w 7893845"/>
                  <a:gd name="connsiteY580" fmla="*/ 584835 h 3908107"/>
                  <a:gd name="connsiteX581" fmla="*/ 7649911 w 7893845"/>
                  <a:gd name="connsiteY581" fmla="*/ 635032 h 3908107"/>
                  <a:gd name="connsiteX582" fmla="*/ 7643719 w 7893845"/>
                  <a:gd name="connsiteY582" fmla="*/ 644080 h 3908107"/>
                  <a:gd name="connsiteX583" fmla="*/ 7631718 w 7893845"/>
                  <a:gd name="connsiteY583" fmla="*/ 661988 h 3908107"/>
                  <a:gd name="connsiteX584" fmla="*/ 7617336 w 7893845"/>
                  <a:gd name="connsiteY584" fmla="*/ 683228 h 3908107"/>
                  <a:gd name="connsiteX585" fmla="*/ 7614001 w 7893845"/>
                  <a:gd name="connsiteY585" fmla="*/ 687991 h 3908107"/>
                  <a:gd name="connsiteX586" fmla="*/ 7590666 w 7893845"/>
                  <a:gd name="connsiteY586" fmla="*/ 721805 h 3908107"/>
                  <a:gd name="connsiteX587" fmla="*/ 7541421 w 7893845"/>
                  <a:gd name="connsiteY587" fmla="*/ 660273 h 3908107"/>
                  <a:gd name="connsiteX588" fmla="*/ 7540754 w 7893845"/>
                  <a:gd name="connsiteY588" fmla="*/ 659606 h 3908107"/>
                  <a:gd name="connsiteX589" fmla="*/ 7537992 w 7893845"/>
                  <a:gd name="connsiteY589" fmla="*/ 657130 h 3908107"/>
                  <a:gd name="connsiteX590" fmla="*/ 7485985 w 7893845"/>
                  <a:gd name="connsiteY590" fmla="*/ 621125 h 3908107"/>
                  <a:gd name="connsiteX591" fmla="*/ 7483128 w 7893845"/>
                  <a:gd name="connsiteY591" fmla="*/ 619315 h 3908107"/>
                  <a:gd name="connsiteX592" fmla="*/ 7433598 w 7893845"/>
                  <a:gd name="connsiteY592" fmla="*/ 591502 h 3908107"/>
                  <a:gd name="connsiteX593" fmla="*/ 7415977 w 7893845"/>
                  <a:gd name="connsiteY593" fmla="*/ 578930 h 3908107"/>
                  <a:gd name="connsiteX594" fmla="*/ 7372543 w 7893845"/>
                  <a:gd name="connsiteY594" fmla="*/ 529114 h 3908107"/>
                  <a:gd name="connsiteX595" fmla="*/ 7367876 w 7893845"/>
                  <a:gd name="connsiteY595" fmla="*/ 514540 h 3908107"/>
                  <a:gd name="connsiteX596" fmla="*/ 7367590 w 7893845"/>
                  <a:gd name="connsiteY596" fmla="*/ 513493 h 3908107"/>
                  <a:gd name="connsiteX597" fmla="*/ 7361018 w 7893845"/>
                  <a:gd name="connsiteY597" fmla="*/ 494824 h 3908107"/>
                  <a:gd name="connsiteX598" fmla="*/ 7345302 w 7893845"/>
                  <a:gd name="connsiteY598" fmla="*/ 460724 h 3908107"/>
                  <a:gd name="connsiteX599" fmla="*/ 7341682 w 7893845"/>
                  <a:gd name="connsiteY599" fmla="*/ 453485 h 3908107"/>
                  <a:gd name="connsiteX600" fmla="*/ 7329394 w 7893845"/>
                  <a:gd name="connsiteY600" fmla="*/ 427958 h 3908107"/>
                  <a:gd name="connsiteX601" fmla="*/ 7328728 w 7893845"/>
                  <a:gd name="connsiteY601" fmla="*/ 426434 h 3908107"/>
                  <a:gd name="connsiteX602" fmla="*/ 7319489 w 7893845"/>
                  <a:gd name="connsiteY602" fmla="*/ 395764 h 3908107"/>
                  <a:gd name="connsiteX603" fmla="*/ 7312345 w 7893845"/>
                  <a:gd name="connsiteY603" fmla="*/ 389001 h 3908107"/>
                  <a:gd name="connsiteX604" fmla="*/ 7312250 w 7893845"/>
                  <a:gd name="connsiteY604" fmla="*/ 389001 h 3908107"/>
                  <a:gd name="connsiteX605" fmla="*/ 7305201 w 7893845"/>
                  <a:gd name="connsiteY605" fmla="*/ 395954 h 3908107"/>
                  <a:gd name="connsiteX606" fmla="*/ 7312821 w 7893845"/>
                  <a:gd name="connsiteY606" fmla="*/ 432816 h 3908107"/>
                  <a:gd name="connsiteX607" fmla="*/ 7313298 w 7893845"/>
                  <a:gd name="connsiteY607" fmla="*/ 434340 h 3908107"/>
                  <a:gd name="connsiteX608" fmla="*/ 7323775 w 7893845"/>
                  <a:gd name="connsiteY608" fmla="*/ 461581 h 3908107"/>
                  <a:gd name="connsiteX609" fmla="*/ 7326728 w 7893845"/>
                  <a:gd name="connsiteY609" fmla="*/ 469011 h 3908107"/>
                  <a:gd name="connsiteX610" fmla="*/ 7339110 w 7893845"/>
                  <a:gd name="connsiteY610" fmla="*/ 502730 h 3908107"/>
                  <a:gd name="connsiteX611" fmla="*/ 7343492 w 7893845"/>
                  <a:gd name="connsiteY611" fmla="*/ 519303 h 3908107"/>
                  <a:gd name="connsiteX612" fmla="*/ 7348635 w 7893845"/>
                  <a:gd name="connsiteY612" fmla="*/ 539020 h 3908107"/>
                  <a:gd name="connsiteX613" fmla="*/ 7357303 w 7893845"/>
                  <a:gd name="connsiteY613" fmla="*/ 556641 h 3908107"/>
                  <a:gd name="connsiteX614" fmla="*/ 7345016 w 7893845"/>
                  <a:gd name="connsiteY614" fmla="*/ 554736 h 3908107"/>
                  <a:gd name="connsiteX615" fmla="*/ 7273864 w 7893845"/>
                  <a:gd name="connsiteY615" fmla="*/ 551783 h 3908107"/>
                  <a:gd name="connsiteX616" fmla="*/ 7260434 w 7893845"/>
                  <a:gd name="connsiteY616" fmla="*/ 551783 h 3908107"/>
                  <a:gd name="connsiteX617" fmla="*/ 7260434 w 7893845"/>
                  <a:gd name="connsiteY617" fmla="*/ 551783 h 3908107"/>
                  <a:gd name="connsiteX618" fmla="*/ 7188329 w 7893845"/>
                  <a:gd name="connsiteY618" fmla="*/ 529876 h 3908107"/>
                  <a:gd name="connsiteX619" fmla="*/ 7132894 w 7893845"/>
                  <a:gd name="connsiteY619" fmla="*/ 474155 h 3908107"/>
                  <a:gd name="connsiteX620" fmla="*/ 7126893 w 7893845"/>
                  <a:gd name="connsiteY620" fmla="*/ 470916 h 3908107"/>
                  <a:gd name="connsiteX621" fmla="*/ 7123369 w 7893845"/>
                  <a:gd name="connsiteY621" fmla="*/ 471868 h 3908107"/>
                  <a:gd name="connsiteX622" fmla="*/ 7121750 w 7893845"/>
                  <a:gd name="connsiteY622" fmla="*/ 472821 h 3908107"/>
                  <a:gd name="connsiteX623" fmla="*/ 7118416 w 7893845"/>
                  <a:gd name="connsiteY623" fmla="*/ 477202 h 3908107"/>
                  <a:gd name="connsiteX624" fmla="*/ 7119178 w 7893845"/>
                  <a:gd name="connsiteY624" fmla="*/ 482632 h 3908107"/>
                  <a:gd name="connsiteX625" fmla="*/ 7176804 w 7893845"/>
                  <a:gd name="connsiteY625" fmla="*/ 546830 h 3908107"/>
                  <a:gd name="connsiteX626" fmla="*/ 7260148 w 7893845"/>
                  <a:gd name="connsiteY626" fmla="*/ 576453 h 3908107"/>
                  <a:gd name="connsiteX627" fmla="*/ 7272530 w 7893845"/>
                  <a:gd name="connsiteY627" fmla="*/ 576929 h 3908107"/>
                  <a:gd name="connsiteX628" fmla="*/ 7341111 w 7893845"/>
                  <a:gd name="connsiteY628" fmla="*/ 582359 h 3908107"/>
                  <a:gd name="connsiteX629" fmla="*/ 7376829 w 7893845"/>
                  <a:gd name="connsiteY629" fmla="*/ 593122 h 3908107"/>
                  <a:gd name="connsiteX630" fmla="*/ 7408738 w 7893845"/>
                  <a:gd name="connsiteY630" fmla="*/ 613791 h 3908107"/>
                  <a:gd name="connsiteX631" fmla="*/ 7409691 w 7893845"/>
                  <a:gd name="connsiteY631" fmla="*/ 614458 h 3908107"/>
                  <a:gd name="connsiteX632" fmla="*/ 7410452 w 7893845"/>
                  <a:gd name="connsiteY632" fmla="*/ 614934 h 3908107"/>
                  <a:gd name="connsiteX633" fmla="*/ 7430455 w 7893845"/>
                  <a:gd name="connsiteY633" fmla="*/ 627221 h 3908107"/>
                  <a:gd name="connsiteX634" fmla="*/ 7457887 w 7893845"/>
                  <a:gd name="connsiteY634" fmla="*/ 644080 h 3908107"/>
                  <a:gd name="connsiteX635" fmla="*/ 7465221 w 7893845"/>
                  <a:gd name="connsiteY635" fmla="*/ 648557 h 3908107"/>
                  <a:gd name="connsiteX636" fmla="*/ 7518180 w 7893845"/>
                  <a:gd name="connsiteY636" fmla="*/ 682276 h 3908107"/>
                  <a:gd name="connsiteX637" fmla="*/ 7522657 w 7893845"/>
                  <a:gd name="connsiteY637" fmla="*/ 685895 h 3908107"/>
                  <a:gd name="connsiteX638" fmla="*/ 7561805 w 7893845"/>
                  <a:gd name="connsiteY638" fmla="*/ 743236 h 3908107"/>
                  <a:gd name="connsiteX639" fmla="*/ 7561900 w 7893845"/>
                  <a:gd name="connsiteY639" fmla="*/ 759619 h 3908107"/>
                  <a:gd name="connsiteX640" fmla="*/ 7517228 w 7893845"/>
                  <a:gd name="connsiteY640" fmla="*/ 864775 h 3908107"/>
                  <a:gd name="connsiteX641" fmla="*/ 7513037 w 7893845"/>
                  <a:gd name="connsiteY641" fmla="*/ 898969 h 3908107"/>
                  <a:gd name="connsiteX642" fmla="*/ 7510941 w 7893845"/>
                  <a:gd name="connsiteY642" fmla="*/ 918877 h 3908107"/>
                  <a:gd name="connsiteX643" fmla="*/ 7394641 w 7893845"/>
                  <a:gd name="connsiteY643" fmla="*/ 869823 h 3908107"/>
                  <a:gd name="connsiteX644" fmla="*/ 7393498 w 7893845"/>
                  <a:gd name="connsiteY644" fmla="*/ 869633 h 3908107"/>
                  <a:gd name="connsiteX645" fmla="*/ 7388069 w 7893845"/>
                  <a:gd name="connsiteY645" fmla="*/ 868680 h 3908107"/>
                  <a:gd name="connsiteX646" fmla="*/ 7342063 w 7893845"/>
                  <a:gd name="connsiteY646" fmla="*/ 863822 h 3908107"/>
                  <a:gd name="connsiteX647" fmla="*/ 7331776 w 7893845"/>
                  <a:gd name="connsiteY647" fmla="*/ 863155 h 3908107"/>
                  <a:gd name="connsiteX648" fmla="*/ 7298343 w 7893845"/>
                  <a:gd name="connsiteY648" fmla="*/ 860203 h 3908107"/>
                  <a:gd name="connsiteX649" fmla="*/ 7219095 w 7893845"/>
                  <a:gd name="connsiteY649" fmla="*/ 832771 h 3908107"/>
                  <a:gd name="connsiteX650" fmla="*/ 7149086 w 7893845"/>
                  <a:gd name="connsiteY650" fmla="*/ 781812 h 3908107"/>
                  <a:gd name="connsiteX651" fmla="*/ 7118035 w 7893845"/>
                  <a:gd name="connsiteY651" fmla="*/ 750951 h 3908107"/>
                  <a:gd name="connsiteX652" fmla="*/ 7108034 w 7893845"/>
                  <a:gd name="connsiteY652" fmla="*/ 739807 h 3908107"/>
                  <a:gd name="connsiteX653" fmla="*/ 7103271 w 7893845"/>
                  <a:gd name="connsiteY653" fmla="*/ 734377 h 3908107"/>
                  <a:gd name="connsiteX654" fmla="*/ 7098604 w 7893845"/>
                  <a:gd name="connsiteY654" fmla="*/ 729234 h 3908107"/>
                  <a:gd name="connsiteX655" fmla="*/ 7096604 w 7893845"/>
                  <a:gd name="connsiteY655" fmla="*/ 727138 h 3908107"/>
                  <a:gd name="connsiteX656" fmla="*/ 7095270 w 7893845"/>
                  <a:gd name="connsiteY656" fmla="*/ 725329 h 3908107"/>
                  <a:gd name="connsiteX657" fmla="*/ 7092413 w 7893845"/>
                  <a:gd name="connsiteY657" fmla="*/ 722567 h 3908107"/>
                  <a:gd name="connsiteX658" fmla="*/ 7090793 w 7893845"/>
                  <a:gd name="connsiteY658" fmla="*/ 720757 h 3908107"/>
                  <a:gd name="connsiteX659" fmla="*/ 7087460 w 7893845"/>
                  <a:gd name="connsiteY659" fmla="*/ 717233 h 3908107"/>
                  <a:gd name="connsiteX660" fmla="*/ 7085935 w 7893845"/>
                  <a:gd name="connsiteY660" fmla="*/ 715804 h 3908107"/>
                  <a:gd name="connsiteX661" fmla="*/ 7085269 w 7893845"/>
                  <a:gd name="connsiteY661" fmla="*/ 715137 h 3908107"/>
                  <a:gd name="connsiteX662" fmla="*/ 7078982 w 7893845"/>
                  <a:gd name="connsiteY662" fmla="*/ 708279 h 3908107"/>
                  <a:gd name="connsiteX663" fmla="*/ 7063647 w 7893845"/>
                  <a:gd name="connsiteY663" fmla="*/ 689229 h 3908107"/>
                  <a:gd name="connsiteX664" fmla="*/ 7040216 w 7893845"/>
                  <a:gd name="connsiteY664" fmla="*/ 647605 h 3908107"/>
                  <a:gd name="connsiteX665" fmla="*/ 7036215 w 7893845"/>
                  <a:gd name="connsiteY665" fmla="*/ 625507 h 3908107"/>
                  <a:gd name="connsiteX666" fmla="*/ 7035739 w 7893845"/>
                  <a:gd name="connsiteY666" fmla="*/ 616458 h 3908107"/>
                  <a:gd name="connsiteX667" fmla="*/ 7034691 w 7893845"/>
                  <a:gd name="connsiteY667" fmla="*/ 599789 h 3908107"/>
                  <a:gd name="connsiteX668" fmla="*/ 7017261 w 7893845"/>
                  <a:gd name="connsiteY668" fmla="*/ 547973 h 3908107"/>
                  <a:gd name="connsiteX669" fmla="*/ 7011641 w 7893845"/>
                  <a:gd name="connsiteY669" fmla="*/ 545211 h 3908107"/>
                  <a:gd name="connsiteX670" fmla="*/ 7007450 w 7893845"/>
                  <a:gd name="connsiteY670" fmla="*/ 546544 h 3908107"/>
                  <a:gd name="connsiteX671" fmla="*/ 7005735 w 7893845"/>
                  <a:gd name="connsiteY671" fmla="*/ 556355 h 3908107"/>
                  <a:gd name="connsiteX672" fmla="*/ 7017261 w 7893845"/>
                  <a:gd name="connsiteY672" fmla="*/ 600742 h 3908107"/>
                  <a:gd name="connsiteX673" fmla="*/ 7017261 w 7893845"/>
                  <a:gd name="connsiteY673" fmla="*/ 616648 h 3908107"/>
                  <a:gd name="connsiteX674" fmla="*/ 7017165 w 7893845"/>
                  <a:gd name="connsiteY674" fmla="*/ 625983 h 3908107"/>
                  <a:gd name="connsiteX675" fmla="*/ 7020785 w 7893845"/>
                  <a:gd name="connsiteY675" fmla="*/ 654463 h 3908107"/>
                  <a:gd name="connsiteX676" fmla="*/ 7028309 w 7893845"/>
                  <a:gd name="connsiteY676" fmla="*/ 672846 h 3908107"/>
                  <a:gd name="connsiteX677" fmla="*/ 7010974 w 7893845"/>
                  <a:gd name="connsiteY677" fmla="*/ 663607 h 3908107"/>
                  <a:gd name="connsiteX678" fmla="*/ 6924010 w 7893845"/>
                  <a:gd name="connsiteY678" fmla="*/ 633031 h 3908107"/>
                  <a:gd name="connsiteX679" fmla="*/ 6922487 w 7893845"/>
                  <a:gd name="connsiteY679" fmla="*/ 632841 h 3908107"/>
                  <a:gd name="connsiteX680" fmla="*/ 6918582 w 7893845"/>
                  <a:gd name="connsiteY680" fmla="*/ 633984 h 3908107"/>
                  <a:gd name="connsiteX681" fmla="*/ 6915534 w 7893845"/>
                  <a:gd name="connsiteY681" fmla="*/ 638556 h 3908107"/>
                  <a:gd name="connsiteX682" fmla="*/ 6915152 w 7893845"/>
                  <a:gd name="connsiteY682" fmla="*/ 640461 h 3908107"/>
                  <a:gd name="connsiteX683" fmla="*/ 6920296 w 7893845"/>
                  <a:gd name="connsiteY683" fmla="*/ 648748 h 3908107"/>
                  <a:gd name="connsiteX684" fmla="*/ 7070410 w 7893845"/>
                  <a:gd name="connsiteY684" fmla="*/ 733520 h 3908107"/>
                  <a:gd name="connsiteX685" fmla="*/ 7084602 w 7893845"/>
                  <a:gd name="connsiteY685" fmla="*/ 749903 h 3908107"/>
                  <a:gd name="connsiteX686" fmla="*/ 7085745 w 7893845"/>
                  <a:gd name="connsiteY686" fmla="*/ 751237 h 3908107"/>
                  <a:gd name="connsiteX687" fmla="*/ 7045359 w 7893845"/>
                  <a:gd name="connsiteY687" fmla="*/ 749046 h 3908107"/>
                  <a:gd name="connsiteX688" fmla="*/ 6961920 w 7893845"/>
                  <a:gd name="connsiteY688" fmla="*/ 757142 h 3908107"/>
                  <a:gd name="connsiteX689" fmla="*/ 6922868 w 7893845"/>
                  <a:gd name="connsiteY689" fmla="*/ 763619 h 3908107"/>
                  <a:gd name="connsiteX690" fmla="*/ 6899722 w 7893845"/>
                  <a:gd name="connsiteY690" fmla="*/ 755142 h 3908107"/>
                  <a:gd name="connsiteX691" fmla="*/ 6893626 w 7893845"/>
                  <a:gd name="connsiteY691" fmla="*/ 746951 h 3908107"/>
                  <a:gd name="connsiteX692" fmla="*/ 6890959 w 7893845"/>
                  <a:gd name="connsiteY692" fmla="*/ 732472 h 3908107"/>
                  <a:gd name="connsiteX693" fmla="*/ 6890578 w 7893845"/>
                  <a:gd name="connsiteY693" fmla="*/ 729425 h 3908107"/>
                  <a:gd name="connsiteX694" fmla="*/ 6884006 w 7893845"/>
                  <a:gd name="connsiteY694" fmla="*/ 698278 h 3908107"/>
                  <a:gd name="connsiteX695" fmla="*/ 6863908 w 7893845"/>
                  <a:gd name="connsiteY695" fmla="*/ 668084 h 3908107"/>
                  <a:gd name="connsiteX696" fmla="*/ 6858955 w 7893845"/>
                  <a:gd name="connsiteY696" fmla="*/ 666083 h 3908107"/>
                  <a:gd name="connsiteX697" fmla="*/ 6854002 w 7893845"/>
                  <a:gd name="connsiteY697" fmla="*/ 668084 h 3908107"/>
                  <a:gd name="connsiteX698" fmla="*/ 6853621 w 7893845"/>
                  <a:gd name="connsiteY698" fmla="*/ 677989 h 3908107"/>
                  <a:gd name="connsiteX699" fmla="*/ 6868194 w 7893845"/>
                  <a:gd name="connsiteY699" fmla="*/ 703421 h 3908107"/>
                  <a:gd name="connsiteX700" fmla="*/ 6871814 w 7893845"/>
                  <a:gd name="connsiteY700" fmla="*/ 731330 h 3908107"/>
                  <a:gd name="connsiteX701" fmla="*/ 6872004 w 7893845"/>
                  <a:gd name="connsiteY701" fmla="*/ 734377 h 3908107"/>
                  <a:gd name="connsiteX702" fmla="*/ 6874195 w 7893845"/>
                  <a:gd name="connsiteY702" fmla="*/ 752284 h 3908107"/>
                  <a:gd name="connsiteX703" fmla="*/ 6885244 w 7893845"/>
                  <a:gd name="connsiteY703" fmla="*/ 770858 h 3908107"/>
                  <a:gd name="connsiteX704" fmla="*/ 6831428 w 7893845"/>
                  <a:gd name="connsiteY704" fmla="*/ 777145 h 3908107"/>
                  <a:gd name="connsiteX705" fmla="*/ 6811711 w 7893845"/>
                  <a:gd name="connsiteY705" fmla="*/ 775811 h 3908107"/>
                  <a:gd name="connsiteX706" fmla="*/ 6763419 w 7893845"/>
                  <a:gd name="connsiteY706" fmla="*/ 762572 h 3908107"/>
                  <a:gd name="connsiteX707" fmla="*/ 6742179 w 7893845"/>
                  <a:gd name="connsiteY707" fmla="*/ 749998 h 3908107"/>
                  <a:gd name="connsiteX708" fmla="*/ 6731891 w 7893845"/>
                  <a:gd name="connsiteY708" fmla="*/ 741902 h 3908107"/>
                  <a:gd name="connsiteX709" fmla="*/ 6729415 w 7893845"/>
                  <a:gd name="connsiteY709" fmla="*/ 739902 h 3908107"/>
                  <a:gd name="connsiteX710" fmla="*/ 6717128 w 7893845"/>
                  <a:gd name="connsiteY710" fmla="*/ 732854 h 3908107"/>
                  <a:gd name="connsiteX711" fmla="*/ 6715413 w 7893845"/>
                  <a:gd name="connsiteY711" fmla="*/ 732663 h 3908107"/>
                  <a:gd name="connsiteX712" fmla="*/ 6711698 w 7893845"/>
                  <a:gd name="connsiteY712" fmla="*/ 733711 h 3908107"/>
                  <a:gd name="connsiteX713" fmla="*/ 6708460 w 7893845"/>
                  <a:gd name="connsiteY713" fmla="*/ 738188 h 3908107"/>
                  <a:gd name="connsiteX714" fmla="*/ 6708174 w 7893845"/>
                  <a:gd name="connsiteY714" fmla="*/ 739616 h 3908107"/>
                  <a:gd name="connsiteX715" fmla="*/ 6711984 w 7893845"/>
                  <a:gd name="connsiteY715" fmla="*/ 747713 h 3908107"/>
                  <a:gd name="connsiteX716" fmla="*/ 6716556 w 7893845"/>
                  <a:gd name="connsiteY716" fmla="*/ 752284 h 3908107"/>
                  <a:gd name="connsiteX717" fmla="*/ 6719128 w 7893845"/>
                  <a:gd name="connsiteY717" fmla="*/ 755333 h 3908107"/>
                  <a:gd name="connsiteX718" fmla="*/ 6728558 w 7893845"/>
                  <a:gd name="connsiteY718" fmla="*/ 765810 h 3908107"/>
                  <a:gd name="connsiteX719" fmla="*/ 6752084 w 7893845"/>
                  <a:gd name="connsiteY719" fmla="*/ 784193 h 3908107"/>
                  <a:gd name="connsiteX720" fmla="*/ 6807329 w 7893845"/>
                  <a:gd name="connsiteY720" fmla="*/ 804196 h 3908107"/>
                  <a:gd name="connsiteX721" fmla="*/ 6833142 w 7893845"/>
                  <a:gd name="connsiteY721" fmla="*/ 806387 h 3908107"/>
                  <a:gd name="connsiteX722" fmla="*/ 6837238 w 7893845"/>
                  <a:gd name="connsiteY722" fmla="*/ 806291 h 3908107"/>
                  <a:gd name="connsiteX723" fmla="*/ 6866194 w 7893845"/>
                  <a:gd name="connsiteY723" fmla="*/ 802958 h 3908107"/>
                  <a:gd name="connsiteX724" fmla="*/ 6903627 w 7893845"/>
                  <a:gd name="connsiteY724" fmla="*/ 794385 h 3908107"/>
                  <a:gd name="connsiteX725" fmla="*/ 6919725 w 7893845"/>
                  <a:gd name="connsiteY725" fmla="*/ 790480 h 3908107"/>
                  <a:gd name="connsiteX726" fmla="*/ 6972207 w 7893845"/>
                  <a:gd name="connsiteY726" fmla="*/ 779526 h 3908107"/>
                  <a:gd name="connsiteX727" fmla="*/ 7024500 w 7893845"/>
                  <a:gd name="connsiteY727" fmla="*/ 773811 h 3908107"/>
                  <a:gd name="connsiteX728" fmla="*/ 7033643 w 7893845"/>
                  <a:gd name="connsiteY728" fmla="*/ 773716 h 3908107"/>
                  <a:gd name="connsiteX729" fmla="*/ 7111653 w 7893845"/>
                  <a:gd name="connsiteY729" fmla="*/ 783526 h 3908107"/>
                  <a:gd name="connsiteX730" fmla="*/ 7114796 w 7893845"/>
                  <a:gd name="connsiteY730" fmla="*/ 784765 h 3908107"/>
                  <a:gd name="connsiteX731" fmla="*/ 7130894 w 7893845"/>
                  <a:gd name="connsiteY731" fmla="*/ 801148 h 3908107"/>
                  <a:gd name="connsiteX732" fmla="*/ 7204522 w 7893845"/>
                  <a:gd name="connsiteY732" fmla="*/ 858298 h 3908107"/>
                  <a:gd name="connsiteX733" fmla="*/ 7293390 w 7893845"/>
                  <a:gd name="connsiteY733" fmla="*/ 892969 h 3908107"/>
                  <a:gd name="connsiteX734" fmla="*/ 7344825 w 7893845"/>
                  <a:gd name="connsiteY734" fmla="*/ 898208 h 3908107"/>
                  <a:gd name="connsiteX735" fmla="*/ 7383402 w 7893845"/>
                  <a:gd name="connsiteY735" fmla="*/ 901732 h 3908107"/>
                  <a:gd name="connsiteX736" fmla="*/ 7398832 w 7893845"/>
                  <a:gd name="connsiteY736" fmla="*/ 903922 h 3908107"/>
                  <a:gd name="connsiteX737" fmla="*/ 7511036 w 7893845"/>
                  <a:gd name="connsiteY737" fmla="*/ 979075 h 3908107"/>
                  <a:gd name="connsiteX738" fmla="*/ 7591713 w 7893845"/>
                  <a:gd name="connsiteY738" fmla="*/ 1570482 h 3908107"/>
                  <a:gd name="connsiteX739" fmla="*/ 7577521 w 7893845"/>
                  <a:gd name="connsiteY739" fmla="*/ 1609439 h 3908107"/>
                  <a:gd name="connsiteX740" fmla="*/ 7556280 w 7893845"/>
                  <a:gd name="connsiteY740" fmla="*/ 1673352 h 3908107"/>
                  <a:gd name="connsiteX741" fmla="*/ 7524371 w 7893845"/>
                  <a:gd name="connsiteY741" fmla="*/ 2081213 h 3908107"/>
                  <a:gd name="connsiteX742" fmla="*/ 7527896 w 7893845"/>
                  <a:gd name="connsiteY742" fmla="*/ 2168747 h 3908107"/>
                  <a:gd name="connsiteX743" fmla="*/ 7457601 w 7893845"/>
                  <a:gd name="connsiteY743" fmla="*/ 2464880 h 3908107"/>
                  <a:gd name="connsiteX744" fmla="*/ 7381210 w 7893845"/>
                  <a:gd name="connsiteY744" fmla="*/ 2553557 h 3908107"/>
                  <a:gd name="connsiteX745" fmla="*/ 7312631 w 7893845"/>
                  <a:gd name="connsiteY745" fmla="*/ 2633186 h 3908107"/>
                  <a:gd name="connsiteX746" fmla="*/ 6990305 w 7893845"/>
                  <a:gd name="connsiteY746" fmla="*/ 2890457 h 3908107"/>
                  <a:gd name="connsiteX747" fmla="*/ 6404517 w 7893845"/>
                  <a:gd name="connsiteY747" fmla="*/ 3381280 h 3908107"/>
                  <a:gd name="connsiteX748" fmla="*/ 5791393 w 7893845"/>
                  <a:gd name="connsiteY748" fmla="*/ 3670744 h 3908107"/>
                  <a:gd name="connsiteX749" fmla="*/ 5680332 w 7893845"/>
                  <a:gd name="connsiteY749" fmla="*/ 3546158 h 3908107"/>
                  <a:gd name="connsiteX750" fmla="*/ 5711383 w 7893845"/>
                  <a:gd name="connsiteY750" fmla="*/ 3449765 h 3908107"/>
                  <a:gd name="connsiteX751" fmla="*/ 5744530 w 7893845"/>
                  <a:gd name="connsiteY751" fmla="*/ 3348038 h 3908107"/>
                  <a:gd name="connsiteX752" fmla="*/ 5745292 w 7893845"/>
                  <a:gd name="connsiteY752" fmla="*/ 3344704 h 3908107"/>
                  <a:gd name="connsiteX753" fmla="*/ 5745387 w 7893845"/>
                  <a:gd name="connsiteY753" fmla="*/ 3344037 h 3908107"/>
                  <a:gd name="connsiteX754" fmla="*/ 5741006 w 7893845"/>
                  <a:gd name="connsiteY754" fmla="*/ 3238500 h 3908107"/>
                  <a:gd name="connsiteX755" fmla="*/ 5744244 w 7893845"/>
                  <a:gd name="connsiteY755" fmla="*/ 3183731 h 3908107"/>
                  <a:gd name="connsiteX756" fmla="*/ 5778153 w 7893845"/>
                  <a:gd name="connsiteY756" fmla="*/ 3166967 h 3908107"/>
                  <a:gd name="connsiteX757" fmla="*/ 5903502 w 7893845"/>
                  <a:gd name="connsiteY757" fmla="*/ 3122866 h 3908107"/>
                  <a:gd name="connsiteX758" fmla="*/ 5913027 w 7893845"/>
                  <a:gd name="connsiteY758" fmla="*/ 3113913 h 3908107"/>
                  <a:gd name="connsiteX759" fmla="*/ 5948746 w 7893845"/>
                  <a:gd name="connsiteY759" fmla="*/ 3089624 h 3908107"/>
                  <a:gd name="connsiteX760" fmla="*/ 5986751 w 7893845"/>
                  <a:gd name="connsiteY760" fmla="*/ 3073051 h 3908107"/>
                  <a:gd name="connsiteX761" fmla="*/ 5989989 w 7893845"/>
                  <a:gd name="connsiteY761" fmla="*/ 3064955 h 3908107"/>
                  <a:gd name="connsiteX762" fmla="*/ 5983131 w 7893845"/>
                  <a:gd name="connsiteY762" fmla="*/ 3059716 h 3908107"/>
                  <a:gd name="connsiteX763" fmla="*/ 5983131 w 7893845"/>
                  <a:gd name="connsiteY763" fmla="*/ 3059716 h 3908107"/>
                  <a:gd name="connsiteX764" fmla="*/ 5975416 w 7893845"/>
                  <a:gd name="connsiteY764" fmla="*/ 3059716 h 3908107"/>
                  <a:gd name="connsiteX765" fmla="*/ 5875880 w 7893845"/>
                  <a:gd name="connsiteY765" fmla="*/ 3055620 h 3908107"/>
                  <a:gd name="connsiteX766" fmla="*/ 5842447 w 7893845"/>
                  <a:gd name="connsiteY766" fmla="*/ 3052572 h 3908107"/>
                  <a:gd name="connsiteX767" fmla="*/ 5784059 w 7893845"/>
                  <a:gd name="connsiteY767" fmla="*/ 3043238 h 3908107"/>
                  <a:gd name="connsiteX768" fmla="*/ 5669282 w 7893845"/>
                  <a:gd name="connsiteY768" fmla="*/ 3013615 h 3908107"/>
                  <a:gd name="connsiteX769" fmla="*/ 5548029 w 7893845"/>
                  <a:gd name="connsiteY769" fmla="*/ 3044095 h 3908107"/>
                  <a:gd name="connsiteX770" fmla="*/ 5464400 w 7893845"/>
                  <a:gd name="connsiteY770" fmla="*/ 3107436 h 3908107"/>
                  <a:gd name="connsiteX771" fmla="*/ 5364482 w 7893845"/>
                  <a:gd name="connsiteY771" fmla="*/ 3142012 h 3908107"/>
                  <a:gd name="connsiteX772" fmla="*/ 5359720 w 7893845"/>
                  <a:gd name="connsiteY772" fmla="*/ 3142012 h 3908107"/>
                  <a:gd name="connsiteX773" fmla="*/ 5359625 w 7893845"/>
                  <a:gd name="connsiteY773" fmla="*/ 3142012 h 3908107"/>
                  <a:gd name="connsiteX774" fmla="*/ 5352671 w 7893845"/>
                  <a:gd name="connsiteY774" fmla="*/ 3147536 h 3908107"/>
                  <a:gd name="connsiteX775" fmla="*/ 5356576 w 7893845"/>
                  <a:gd name="connsiteY775" fmla="*/ 3155633 h 3908107"/>
                  <a:gd name="connsiteX776" fmla="*/ 5411917 w 7893845"/>
                  <a:gd name="connsiteY776" fmla="*/ 3186113 h 3908107"/>
                  <a:gd name="connsiteX777" fmla="*/ 5504691 w 7893845"/>
                  <a:gd name="connsiteY777" fmla="*/ 3218879 h 3908107"/>
                  <a:gd name="connsiteX778" fmla="*/ 5528979 w 7893845"/>
                  <a:gd name="connsiteY778" fmla="*/ 3216307 h 3908107"/>
                  <a:gd name="connsiteX779" fmla="*/ 5531837 w 7893845"/>
                  <a:gd name="connsiteY779" fmla="*/ 3215640 h 3908107"/>
                  <a:gd name="connsiteX780" fmla="*/ 5593940 w 7893845"/>
                  <a:gd name="connsiteY780" fmla="*/ 3207067 h 3908107"/>
                  <a:gd name="connsiteX781" fmla="*/ 5693952 w 7893845"/>
                  <a:gd name="connsiteY781" fmla="*/ 3327654 h 3908107"/>
                  <a:gd name="connsiteX782" fmla="*/ 5693952 w 7893845"/>
                  <a:gd name="connsiteY782" fmla="*/ 3328321 h 3908107"/>
                  <a:gd name="connsiteX783" fmla="*/ 5662710 w 7893845"/>
                  <a:gd name="connsiteY783" fmla="*/ 3429191 h 3908107"/>
                  <a:gd name="connsiteX784" fmla="*/ 5628134 w 7893845"/>
                  <a:gd name="connsiteY784" fmla="*/ 3538823 h 3908107"/>
                  <a:gd name="connsiteX785" fmla="*/ 5679570 w 7893845"/>
                  <a:gd name="connsiteY785" fmla="*/ 3673412 h 3908107"/>
                  <a:gd name="connsiteX786" fmla="*/ 4765360 w 7893845"/>
                  <a:gd name="connsiteY786" fmla="*/ 3747993 h 3908107"/>
                  <a:gd name="connsiteX787" fmla="*/ 4057176 w 7893845"/>
                  <a:gd name="connsiteY787" fmla="*/ 3820763 h 3908107"/>
                  <a:gd name="connsiteX788" fmla="*/ 4160998 w 7893845"/>
                  <a:gd name="connsiteY788" fmla="*/ 3661315 h 3908107"/>
                  <a:gd name="connsiteX789" fmla="*/ 4275394 w 7893845"/>
                  <a:gd name="connsiteY789" fmla="*/ 3584162 h 3908107"/>
                  <a:gd name="connsiteX790" fmla="*/ 4516662 w 7893845"/>
                  <a:gd name="connsiteY790" fmla="*/ 3319748 h 3908107"/>
                  <a:gd name="connsiteX791" fmla="*/ 4375883 w 7893845"/>
                  <a:gd name="connsiteY791" fmla="*/ 3001994 h 3908107"/>
                  <a:gd name="connsiteX792" fmla="*/ 4339211 w 7893845"/>
                  <a:gd name="connsiteY792" fmla="*/ 2997899 h 3908107"/>
                  <a:gd name="connsiteX793" fmla="*/ 4050794 w 7893845"/>
                  <a:gd name="connsiteY793" fmla="*/ 3215545 h 3908107"/>
                  <a:gd name="connsiteX794" fmla="*/ 4074607 w 7893845"/>
                  <a:gd name="connsiteY794" fmla="*/ 3499199 h 3908107"/>
                  <a:gd name="connsiteX795" fmla="*/ 4078703 w 7893845"/>
                  <a:gd name="connsiteY795" fmla="*/ 3507772 h 3908107"/>
                  <a:gd name="connsiteX796" fmla="*/ 4084227 w 7893845"/>
                  <a:gd name="connsiteY796" fmla="*/ 3519011 h 3908107"/>
                  <a:gd name="connsiteX797" fmla="*/ 4090990 w 7893845"/>
                  <a:gd name="connsiteY797" fmla="*/ 3683889 h 3908107"/>
                  <a:gd name="connsiteX798" fmla="*/ 3972022 w 7893845"/>
                  <a:gd name="connsiteY798" fmla="*/ 3825049 h 3908107"/>
                  <a:gd name="connsiteX799" fmla="*/ 3589498 w 7893845"/>
                  <a:gd name="connsiteY799" fmla="*/ 3836099 h 3908107"/>
                  <a:gd name="connsiteX800" fmla="*/ 3646363 w 7893845"/>
                  <a:gd name="connsiteY800" fmla="*/ 3579305 h 3908107"/>
                  <a:gd name="connsiteX801" fmla="*/ 3650459 w 7893845"/>
                  <a:gd name="connsiteY801" fmla="*/ 3553397 h 3908107"/>
                  <a:gd name="connsiteX802" fmla="*/ 3652364 w 7893845"/>
                  <a:gd name="connsiteY802" fmla="*/ 3550349 h 3908107"/>
                  <a:gd name="connsiteX803" fmla="*/ 3661984 w 7893845"/>
                  <a:gd name="connsiteY803" fmla="*/ 3509105 h 3908107"/>
                  <a:gd name="connsiteX804" fmla="*/ 3644839 w 7893845"/>
                  <a:gd name="connsiteY804" fmla="*/ 3484436 h 3908107"/>
                  <a:gd name="connsiteX805" fmla="*/ 3626837 w 7893845"/>
                  <a:gd name="connsiteY805" fmla="*/ 3493008 h 3908107"/>
                  <a:gd name="connsiteX806" fmla="*/ 3609977 w 7893845"/>
                  <a:gd name="connsiteY806" fmla="*/ 3559207 h 3908107"/>
                  <a:gd name="connsiteX807" fmla="*/ 3612835 w 7893845"/>
                  <a:gd name="connsiteY807" fmla="*/ 3577399 h 3908107"/>
                  <a:gd name="connsiteX808" fmla="*/ 3571020 w 7893845"/>
                  <a:gd name="connsiteY808" fmla="*/ 3804666 h 3908107"/>
                  <a:gd name="connsiteX809" fmla="*/ 3542159 w 7893845"/>
                  <a:gd name="connsiteY809" fmla="*/ 3836575 h 3908107"/>
                  <a:gd name="connsiteX810" fmla="*/ 3480628 w 7893845"/>
                  <a:gd name="connsiteY810" fmla="*/ 3836765 h 3908107"/>
                  <a:gd name="connsiteX811" fmla="*/ 3256028 w 7893845"/>
                  <a:gd name="connsiteY811" fmla="*/ 3832384 h 3908107"/>
                  <a:gd name="connsiteX812" fmla="*/ 3206022 w 7893845"/>
                  <a:gd name="connsiteY812" fmla="*/ 3829812 h 3908107"/>
                  <a:gd name="connsiteX813" fmla="*/ 3147062 w 7893845"/>
                  <a:gd name="connsiteY813" fmla="*/ 3722751 h 3908107"/>
                  <a:gd name="connsiteX814" fmla="*/ 3130298 w 7893845"/>
                  <a:gd name="connsiteY814" fmla="*/ 3604832 h 3908107"/>
                  <a:gd name="connsiteX815" fmla="*/ 3145062 w 7893845"/>
                  <a:gd name="connsiteY815" fmla="*/ 3526250 h 3908107"/>
                  <a:gd name="connsiteX816" fmla="*/ 3145253 w 7893845"/>
                  <a:gd name="connsiteY816" fmla="*/ 3525679 h 3908107"/>
                  <a:gd name="connsiteX817" fmla="*/ 3145348 w 7893845"/>
                  <a:gd name="connsiteY817" fmla="*/ 3525203 h 3908107"/>
                  <a:gd name="connsiteX818" fmla="*/ 3157349 w 7893845"/>
                  <a:gd name="connsiteY818" fmla="*/ 3482721 h 3908107"/>
                  <a:gd name="connsiteX819" fmla="*/ 3150491 w 7893845"/>
                  <a:gd name="connsiteY819" fmla="*/ 3435477 h 3908107"/>
                  <a:gd name="connsiteX820" fmla="*/ 3134680 w 7893845"/>
                  <a:gd name="connsiteY820" fmla="*/ 3427381 h 3908107"/>
                  <a:gd name="connsiteX821" fmla="*/ 3117916 w 7893845"/>
                  <a:gd name="connsiteY821" fmla="*/ 3437287 h 3908107"/>
                  <a:gd name="connsiteX822" fmla="*/ 3118297 w 7893845"/>
                  <a:gd name="connsiteY822" fmla="*/ 3489389 h 3908107"/>
                  <a:gd name="connsiteX823" fmla="*/ 3119916 w 7893845"/>
                  <a:gd name="connsiteY823" fmla="*/ 3509582 h 3908107"/>
                  <a:gd name="connsiteX824" fmla="*/ 3117439 w 7893845"/>
                  <a:gd name="connsiteY824" fmla="*/ 3518535 h 3908107"/>
                  <a:gd name="connsiteX825" fmla="*/ 3101723 w 7893845"/>
                  <a:gd name="connsiteY825" fmla="*/ 3602736 h 3908107"/>
                  <a:gd name="connsiteX826" fmla="*/ 3103533 w 7893845"/>
                  <a:gd name="connsiteY826" fmla="*/ 3647503 h 3908107"/>
                  <a:gd name="connsiteX827" fmla="*/ 3079625 w 7893845"/>
                  <a:gd name="connsiteY827" fmla="*/ 3532727 h 3908107"/>
                  <a:gd name="connsiteX828" fmla="*/ 3100295 w 7893845"/>
                  <a:gd name="connsiteY828" fmla="*/ 3450527 h 3908107"/>
                  <a:gd name="connsiteX829" fmla="*/ 3103628 w 7893845"/>
                  <a:gd name="connsiteY829" fmla="*/ 3443478 h 3908107"/>
                  <a:gd name="connsiteX830" fmla="*/ 3104486 w 7893845"/>
                  <a:gd name="connsiteY830" fmla="*/ 3441478 h 3908107"/>
                  <a:gd name="connsiteX831" fmla="*/ 3104676 w 7893845"/>
                  <a:gd name="connsiteY831" fmla="*/ 3440906 h 3908107"/>
                  <a:gd name="connsiteX832" fmla="*/ 3122869 w 7893845"/>
                  <a:gd name="connsiteY832" fmla="*/ 3401282 h 3908107"/>
                  <a:gd name="connsiteX833" fmla="*/ 3124012 w 7893845"/>
                  <a:gd name="connsiteY833" fmla="*/ 3393472 h 3908107"/>
                  <a:gd name="connsiteX834" fmla="*/ 3120583 w 7893845"/>
                  <a:gd name="connsiteY834" fmla="*/ 3349276 h 3908107"/>
                  <a:gd name="connsiteX835" fmla="*/ 3106105 w 7893845"/>
                  <a:gd name="connsiteY835" fmla="*/ 3342799 h 3908107"/>
                  <a:gd name="connsiteX836" fmla="*/ 3090674 w 7893845"/>
                  <a:gd name="connsiteY836" fmla="*/ 3350038 h 3908107"/>
                  <a:gd name="connsiteX837" fmla="*/ 3082006 w 7893845"/>
                  <a:gd name="connsiteY837" fmla="*/ 3409093 h 3908107"/>
                  <a:gd name="connsiteX838" fmla="*/ 3081530 w 7893845"/>
                  <a:gd name="connsiteY838" fmla="*/ 3422333 h 3908107"/>
                  <a:gd name="connsiteX839" fmla="*/ 3077625 w 7893845"/>
                  <a:gd name="connsiteY839" fmla="*/ 3431381 h 3908107"/>
                  <a:gd name="connsiteX840" fmla="*/ 3074482 w 7893845"/>
                  <a:gd name="connsiteY840" fmla="*/ 3437954 h 3908107"/>
                  <a:gd name="connsiteX841" fmla="*/ 3050955 w 7893845"/>
                  <a:gd name="connsiteY841" fmla="*/ 3532156 h 3908107"/>
                  <a:gd name="connsiteX842" fmla="*/ 3092770 w 7893845"/>
                  <a:gd name="connsiteY842" fmla="*/ 3683699 h 3908107"/>
                  <a:gd name="connsiteX843" fmla="*/ 3120106 w 7893845"/>
                  <a:gd name="connsiteY843" fmla="*/ 3732562 h 3908107"/>
                  <a:gd name="connsiteX844" fmla="*/ 3124869 w 7893845"/>
                  <a:gd name="connsiteY844" fmla="*/ 3744563 h 3908107"/>
                  <a:gd name="connsiteX845" fmla="*/ 3165446 w 7893845"/>
                  <a:gd name="connsiteY845" fmla="*/ 3827526 h 3908107"/>
                  <a:gd name="connsiteX846" fmla="*/ 2911795 w 7893845"/>
                  <a:gd name="connsiteY846" fmla="*/ 3812381 h 3908107"/>
                  <a:gd name="connsiteX847" fmla="*/ 2603375 w 7893845"/>
                  <a:gd name="connsiteY847" fmla="*/ 3794189 h 3908107"/>
                  <a:gd name="connsiteX848" fmla="*/ 2437831 w 7893845"/>
                  <a:gd name="connsiteY848" fmla="*/ 3401282 h 3908107"/>
                  <a:gd name="connsiteX849" fmla="*/ 2542415 w 7893845"/>
                  <a:gd name="connsiteY849" fmla="*/ 2980277 h 3908107"/>
                  <a:gd name="connsiteX850" fmla="*/ 2601470 w 7893845"/>
                  <a:gd name="connsiteY850" fmla="*/ 2819876 h 3908107"/>
                  <a:gd name="connsiteX851" fmla="*/ 2666050 w 7893845"/>
                  <a:gd name="connsiteY851" fmla="*/ 2586228 h 3908107"/>
                  <a:gd name="connsiteX852" fmla="*/ 2798828 w 7893845"/>
                  <a:gd name="connsiteY852" fmla="*/ 2453354 h 3908107"/>
                  <a:gd name="connsiteX853" fmla="*/ 2988090 w 7893845"/>
                  <a:gd name="connsiteY853" fmla="*/ 2349532 h 3908107"/>
                  <a:gd name="connsiteX854" fmla="*/ 2989138 w 7893845"/>
                  <a:gd name="connsiteY854" fmla="*/ 2348960 h 3908107"/>
                  <a:gd name="connsiteX855" fmla="*/ 3078292 w 7893845"/>
                  <a:gd name="connsiteY855" fmla="*/ 2297049 h 3908107"/>
                  <a:gd name="connsiteX856" fmla="*/ 3106105 w 7893845"/>
                  <a:gd name="connsiteY856" fmla="*/ 2283238 h 3908107"/>
                  <a:gd name="connsiteX857" fmla="*/ 3108677 w 7893845"/>
                  <a:gd name="connsiteY857" fmla="*/ 2281714 h 3908107"/>
                  <a:gd name="connsiteX858" fmla="*/ 3198783 w 7893845"/>
                  <a:gd name="connsiteY858" fmla="*/ 2127409 h 3908107"/>
                  <a:gd name="connsiteX859" fmla="*/ 3112677 w 7893845"/>
                  <a:gd name="connsiteY859" fmla="*/ 2032540 h 3908107"/>
                  <a:gd name="connsiteX860" fmla="*/ 3028381 w 7893845"/>
                  <a:gd name="connsiteY860" fmla="*/ 2061686 h 3908107"/>
                  <a:gd name="connsiteX861" fmla="*/ 2966849 w 7893845"/>
                  <a:gd name="connsiteY861" fmla="*/ 2246566 h 3908107"/>
                  <a:gd name="connsiteX862" fmla="*/ 2933607 w 7893845"/>
                  <a:gd name="connsiteY862" fmla="*/ 2334101 h 3908107"/>
                  <a:gd name="connsiteX863" fmla="*/ 2931321 w 7893845"/>
                  <a:gd name="connsiteY863" fmla="*/ 2335435 h 3908107"/>
                  <a:gd name="connsiteX864" fmla="*/ 2929226 w 7893845"/>
                  <a:gd name="connsiteY864" fmla="*/ 2336673 h 3908107"/>
                  <a:gd name="connsiteX865" fmla="*/ 2928273 w 7893845"/>
                  <a:gd name="connsiteY865" fmla="*/ 2337149 h 3908107"/>
                  <a:gd name="connsiteX866" fmla="*/ 2926749 w 7893845"/>
                  <a:gd name="connsiteY866" fmla="*/ 2338197 h 3908107"/>
                  <a:gd name="connsiteX867" fmla="*/ 2780636 w 7893845"/>
                  <a:gd name="connsiteY867" fmla="*/ 2414492 h 3908107"/>
                  <a:gd name="connsiteX868" fmla="*/ 2682814 w 7893845"/>
                  <a:gd name="connsiteY868" fmla="*/ 2485263 h 3908107"/>
                  <a:gd name="connsiteX869" fmla="*/ 2675003 w 7893845"/>
                  <a:gd name="connsiteY869" fmla="*/ 2078355 h 3908107"/>
                  <a:gd name="connsiteX870" fmla="*/ 2685290 w 7893845"/>
                  <a:gd name="connsiteY870" fmla="*/ 1935766 h 3908107"/>
                  <a:gd name="connsiteX871" fmla="*/ 2673575 w 7893845"/>
                  <a:gd name="connsiteY871" fmla="*/ 1722120 h 3908107"/>
                  <a:gd name="connsiteX872" fmla="*/ 2578706 w 7893845"/>
                  <a:gd name="connsiteY872" fmla="*/ 1664875 h 3908107"/>
                  <a:gd name="connsiteX873" fmla="*/ 2471549 w 7893845"/>
                  <a:gd name="connsiteY873" fmla="*/ 1758506 h 3908107"/>
                  <a:gd name="connsiteX874" fmla="*/ 2564228 w 7893845"/>
                  <a:gd name="connsiteY874" fmla="*/ 1973199 h 3908107"/>
                  <a:gd name="connsiteX875" fmla="*/ 2623283 w 7893845"/>
                  <a:gd name="connsiteY875" fmla="*/ 2085975 h 3908107"/>
                  <a:gd name="connsiteX876" fmla="*/ 2589469 w 7893845"/>
                  <a:gd name="connsiteY876" fmla="*/ 2679478 h 3908107"/>
                  <a:gd name="connsiteX877" fmla="*/ 2548892 w 7893845"/>
                  <a:gd name="connsiteY877" fmla="*/ 2557653 h 3908107"/>
                  <a:gd name="connsiteX878" fmla="*/ 2439164 w 7893845"/>
                  <a:gd name="connsiteY878" fmla="*/ 2392966 h 3908107"/>
                  <a:gd name="connsiteX879" fmla="*/ 2414590 w 7893845"/>
                  <a:gd name="connsiteY879" fmla="*/ 2359628 h 3908107"/>
                  <a:gd name="connsiteX880" fmla="*/ 2414018 w 7893845"/>
                  <a:gd name="connsiteY880" fmla="*/ 2358771 h 3908107"/>
                  <a:gd name="connsiteX881" fmla="*/ 2355725 w 7893845"/>
                  <a:gd name="connsiteY881" fmla="*/ 2184940 h 3908107"/>
                  <a:gd name="connsiteX882" fmla="*/ 2267905 w 7893845"/>
                  <a:gd name="connsiteY882" fmla="*/ 1989868 h 3908107"/>
                  <a:gd name="connsiteX883" fmla="*/ 2193324 w 7893845"/>
                  <a:gd name="connsiteY883" fmla="*/ 1964246 h 3908107"/>
                  <a:gd name="connsiteX884" fmla="*/ 2120458 w 7893845"/>
                  <a:gd name="connsiteY884" fmla="*/ 1997488 h 3908107"/>
                  <a:gd name="connsiteX885" fmla="*/ 2092359 w 7893845"/>
                  <a:gd name="connsiteY885" fmla="*/ 2096548 h 3908107"/>
                  <a:gd name="connsiteX886" fmla="*/ 2255618 w 7893845"/>
                  <a:gd name="connsiteY886" fmla="*/ 2263426 h 3908107"/>
                  <a:gd name="connsiteX887" fmla="*/ 2386491 w 7893845"/>
                  <a:gd name="connsiteY887" fmla="*/ 2395347 h 3908107"/>
                  <a:gd name="connsiteX888" fmla="*/ 2389158 w 7893845"/>
                  <a:gd name="connsiteY888" fmla="*/ 2397824 h 3908107"/>
                  <a:gd name="connsiteX889" fmla="*/ 2404398 w 7893845"/>
                  <a:gd name="connsiteY889" fmla="*/ 2418493 h 3908107"/>
                  <a:gd name="connsiteX890" fmla="*/ 2511078 w 7893845"/>
                  <a:gd name="connsiteY890" fmla="*/ 2578417 h 3908107"/>
                  <a:gd name="connsiteX891" fmla="*/ 2546511 w 7893845"/>
                  <a:gd name="connsiteY891" fmla="*/ 2819019 h 3908107"/>
                  <a:gd name="connsiteX892" fmla="*/ 2493647 w 7893845"/>
                  <a:gd name="connsiteY892" fmla="*/ 2961037 h 3908107"/>
                  <a:gd name="connsiteX893" fmla="*/ 2385634 w 7893845"/>
                  <a:gd name="connsiteY893" fmla="*/ 3396615 h 3908107"/>
                  <a:gd name="connsiteX894" fmla="*/ 2522127 w 7893845"/>
                  <a:gd name="connsiteY894" fmla="*/ 3790093 h 3908107"/>
                  <a:gd name="connsiteX895" fmla="*/ 2273239 w 7893845"/>
                  <a:gd name="connsiteY895" fmla="*/ 3782282 h 3908107"/>
                  <a:gd name="connsiteX896" fmla="*/ 2211517 w 7893845"/>
                  <a:gd name="connsiteY896" fmla="*/ 3783521 h 3908107"/>
                  <a:gd name="connsiteX897" fmla="*/ 2138746 w 7893845"/>
                  <a:gd name="connsiteY897" fmla="*/ 3785235 h 3908107"/>
                  <a:gd name="connsiteX898" fmla="*/ 1336074 w 7893845"/>
                  <a:gd name="connsiteY898" fmla="*/ 3617785 h 3908107"/>
                  <a:gd name="connsiteX899" fmla="*/ 1335121 w 7893845"/>
                  <a:gd name="connsiteY899" fmla="*/ 3617500 h 3908107"/>
                  <a:gd name="connsiteX900" fmla="*/ 1305118 w 7893845"/>
                  <a:gd name="connsiteY900" fmla="*/ 3608546 h 3908107"/>
                  <a:gd name="connsiteX901" fmla="*/ 1043657 w 7893845"/>
                  <a:gd name="connsiteY901" fmla="*/ 3563017 h 3908107"/>
                  <a:gd name="connsiteX902" fmla="*/ 877636 w 7893845"/>
                  <a:gd name="connsiteY902" fmla="*/ 3202686 h 3908107"/>
                  <a:gd name="connsiteX903" fmla="*/ 881255 w 7893845"/>
                  <a:gd name="connsiteY903" fmla="*/ 3174016 h 3908107"/>
                  <a:gd name="connsiteX904" fmla="*/ 990412 w 7893845"/>
                  <a:gd name="connsiteY904" fmla="*/ 2854166 h 3908107"/>
                  <a:gd name="connsiteX905" fmla="*/ 1074803 w 7893845"/>
                  <a:gd name="connsiteY905" fmla="*/ 2621471 h 3908107"/>
                  <a:gd name="connsiteX906" fmla="*/ 1078613 w 7893845"/>
                  <a:gd name="connsiteY906" fmla="*/ 2392013 h 3908107"/>
                  <a:gd name="connsiteX907" fmla="*/ 1078708 w 7893845"/>
                  <a:gd name="connsiteY907" fmla="*/ 2237137 h 3908107"/>
                  <a:gd name="connsiteX908" fmla="*/ 1112617 w 7893845"/>
                  <a:gd name="connsiteY908" fmla="*/ 2166080 h 3908107"/>
                  <a:gd name="connsiteX909" fmla="*/ 1221488 w 7893845"/>
                  <a:gd name="connsiteY909" fmla="*/ 2086165 h 3908107"/>
                  <a:gd name="connsiteX910" fmla="*/ 1326740 w 7893845"/>
                  <a:gd name="connsiteY910" fmla="*/ 1959959 h 3908107"/>
                  <a:gd name="connsiteX911" fmla="*/ 1330169 w 7893845"/>
                  <a:gd name="connsiteY911" fmla="*/ 1879759 h 3908107"/>
                  <a:gd name="connsiteX912" fmla="*/ 1328740 w 7893845"/>
                  <a:gd name="connsiteY912" fmla="*/ 1854232 h 3908107"/>
                  <a:gd name="connsiteX913" fmla="*/ 1333502 w 7893845"/>
                  <a:gd name="connsiteY913" fmla="*/ 1838039 h 3908107"/>
                  <a:gd name="connsiteX914" fmla="*/ 1337693 w 7893845"/>
                  <a:gd name="connsiteY914" fmla="*/ 1807750 h 3908107"/>
                  <a:gd name="connsiteX915" fmla="*/ 1327311 w 7893845"/>
                  <a:gd name="connsiteY915" fmla="*/ 1801939 h 3908107"/>
                  <a:gd name="connsiteX916" fmla="*/ 1312738 w 7893845"/>
                  <a:gd name="connsiteY916" fmla="*/ 1807559 h 3908107"/>
                  <a:gd name="connsiteX917" fmla="*/ 1301784 w 7893845"/>
                  <a:gd name="connsiteY917" fmla="*/ 1814703 h 3908107"/>
                  <a:gd name="connsiteX918" fmla="*/ 1283401 w 7893845"/>
                  <a:gd name="connsiteY918" fmla="*/ 1832420 h 3908107"/>
                  <a:gd name="connsiteX919" fmla="*/ 1286068 w 7893845"/>
                  <a:gd name="connsiteY919" fmla="*/ 1844326 h 3908107"/>
                  <a:gd name="connsiteX920" fmla="*/ 1295783 w 7893845"/>
                  <a:gd name="connsiteY920" fmla="*/ 1852422 h 3908107"/>
                  <a:gd name="connsiteX921" fmla="*/ 1300355 w 7893845"/>
                  <a:gd name="connsiteY921" fmla="*/ 1861566 h 3908107"/>
                  <a:gd name="connsiteX922" fmla="*/ 1301784 w 7893845"/>
                  <a:gd name="connsiteY922" fmla="*/ 1889665 h 3908107"/>
                  <a:gd name="connsiteX923" fmla="*/ 1299117 w 7893845"/>
                  <a:gd name="connsiteY923" fmla="*/ 1952720 h 3908107"/>
                  <a:gd name="connsiteX924" fmla="*/ 1208058 w 7893845"/>
                  <a:gd name="connsiteY924" fmla="*/ 2060924 h 3908107"/>
                  <a:gd name="connsiteX925" fmla="*/ 1175102 w 7893845"/>
                  <a:gd name="connsiteY925" fmla="*/ 2079689 h 3908107"/>
                  <a:gd name="connsiteX926" fmla="*/ 1180816 w 7893845"/>
                  <a:gd name="connsiteY926" fmla="*/ 2072545 h 3908107"/>
                  <a:gd name="connsiteX927" fmla="*/ 1206915 w 7893845"/>
                  <a:gd name="connsiteY927" fmla="*/ 2042350 h 3908107"/>
                  <a:gd name="connsiteX928" fmla="*/ 1235490 w 7893845"/>
                  <a:gd name="connsiteY928" fmla="*/ 1991392 h 3908107"/>
                  <a:gd name="connsiteX929" fmla="*/ 1235490 w 7893845"/>
                  <a:gd name="connsiteY929" fmla="*/ 1989582 h 3908107"/>
                  <a:gd name="connsiteX930" fmla="*/ 1235395 w 7893845"/>
                  <a:gd name="connsiteY930" fmla="*/ 1988630 h 3908107"/>
                  <a:gd name="connsiteX931" fmla="*/ 1234442 w 7893845"/>
                  <a:gd name="connsiteY931" fmla="*/ 1980438 h 3908107"/>
                  <a:gd name="connsiteX932" fmla="*/ 1234347 w 7893845"/>
                  <a:gd name="connsiteY932" fmla="*/ 1971770 h 3908107"/>
                  <a:gd name="connsiteX933" fmla="*/ 1234633 w 7893845"/>
                  <a:gd name="connsiteY933" fmla="*/ 1970627 h 3908107"/>
                  <a:gd name="connsiteX934" fmla="*/ 1234633 w 7893845"/>
                  <a:gd name="connsiteY934" fmla="*/ 1943767 h 3908107"/>
                  <a:gd name="connsiteX935" fmla="*/ 1226251 w 7893845"/>
                  <a:gd name="connsiteY935" fmla="*/ 1939671 h 3908107"/>
                  <a:gd name="connsiteX936" fmla="*/ 1216345 w 7893845"/>
                  <a:gd name="connsiteY936" fmla="*/ 1943100 h 3908107"/>
                  <a:gd name="connsiteX937" fmla="*/ 1210916 w 7893845"/>
                  <a:gd name="connsiteY937" fmla="*/ 1946434 h 3908107"/>
                  <a:gd name="connsiteX938" fmla="*/ 1179578 w 7893845"/>
                  <a:gd name="connsiteY938" fmla="*/ 1976628 h 3908107"/>
                  <a:gd name="connsiteX939" fmla="*/ 1187103 w 7893845"/>
                  <a:gd name="connsiteY939" fmla="*/ 1987106 h 3908107"/>
                  <a:gd name="connsiteX940" fmla="*/ 1197962 w 7893845"/>
                  <a:gd name="connsiteY940" fmla="*/ 1989011 h 3908107"/>
                  <a:gd name="connsiteX941" fmla="*/ 1207201 w 7893845"/>
                  <a:gd name="connsiteY941" fmla="*/ 1993868 h 3908107"/>
                  <a:gd name="connsiteX942" fmla="*/ 1207201 w 7893845"/>
                  <a:gd name="connsiteY942" fmla="*/ 1995011 h 3908107"/>
                  <a:gd name="connsiteX943" fmla="*/ 1188437 w 7893845"/>
                  <a:gd name="connsiteY943" fmla="*/ 2022443 h 3908107"/>
                  <a:gd name="connsiteX944" fmla="*/ 1158623 w 7893845"/>
                  <a:gd name="connsiteY944" fmla="*/ 2054638 h 3908107"/>
                  <a:gd name="connsiteX945" fmla="*/ 1087186 w 7893845"/>
                  <a:gd name="connsiteY945" fmla="*/ 2153031 h 3908107"/>
                  <a:gd name="connsiteX946" fmla="*/ 1086614 w 7893845"/>
                  <a:gd name="connsiteY946" fmla="*/ 2153983 h 3908107"/>
                  <a:gd name="connsiteX947" fmla="*/ 1084804 w 7893845"/>
                  <a:gd name="connsiteY947" fmla="*/ 2156936 h 3908107"/>
                  <a:gd name="connsiteX948" fmla="*/ 1084424 w 7893845"/>
                  <a:gd name="connsiteY948" fmla="*/ 2157794 h 3908107"/>
                  <a:gd name="connsiteX949" fmla="*/ 1069565 w 7893845"/>
                  <a:gd name="connsiteY949" fmla="*/ 2184845 h 3908107"/>
                  <a:gd name="connsiteX950" fmla="*/ 1024511 w 7893845"/>
                  <a:gd name="connsiteY950" fmla="*/ 2117408 h 3908107"/>
                  <a:gd name="connsiteX951" fmla="*/ 996603 w 7893845"/>
                  <a:gd name="connsiteY951" fmla="*/ 2078831 h 3908107"/>
                  <a:gd name="connsiteX952" fmla="*/ 996032 w 7893845"/>
                  <a:gd name="connsiteY952" fmla="*/ 2075688 h 3908107"/>
                  <a:gd name="connsiteX953" fmla="*/ 996698 w 7893845"/>
                  <a:gd name="connsiteY953" fmla="*/ 2074831 h 3908107"/>
                  <a:gd name="connsiteX954" fmla="*/ 1001746 w 7893845"/>
                  <a:gd name="connsiteY954" fmla="*/ 2057114 h 3908107"/>
                  <a:gd name="connsiteX955" fmla="*/ 984887 w 7893845"/>
                  <a:gd name="connsiteY955" fmla="*/ 2047399 h 3908107"/>
                  <a:gd name="connsiteX956" fmla="*/ 970028 w 7893845"/>
                  <a:gd name="connsiteY956" fmla="*/ 2046161 h 3908107"/>
                  <a:gd name="connsiteX957" fmla="*/ 948692 w 7893845"/>
                  <a:gd name="connsiteY957" fmla="*/ 2054923 h 3908107"/>
                  <a:gd name="connsiteX958" fmla="*/ 953169 w 7893845"/>
                  <a:gd name="connsiteY958" fmla="*/ 2072259 h 3908107"/>
                  <a:gd name="connsiteX959" fmla="*/ 959646 w 7893845"/>
                  <a:gd name="connsiteY959" fmla="*/ 2078450 h 3908107"/>
                  <a:gd name="connsiteX960" fmla="*/ 971838 w 7893845"/>
                  <a:gd name="connsiteY960" fmla="*/ 2093405 h 3908107"/>
                  <a:gd name="connsiteX961" fmla="*/ 1004604 w 7893845"/>
                  <a:gd name="connsiteY961" fmla="*/ 2137982 h 3908107"/>
                  <a:gd name="connsiteX962" fmla="*/ 1049467 w 7893845"/>
                  <a:gd name="connsiteY962" fmla="*/ 2235422 h 3908107"/>
                  <a:gd name="connsiteX963" fmla="*/ 1049467 w 7893845"/>
                  <a:gd name="connsiteY963" fmla="*/ 2235517 h 3908107"/>
                  <a:gd name="connsiteX964" fmla="*/ 1044228 w 7893845"/>
                  <a:gd name="connsiteY964" fmla="*/ 2257901 h 3908107"/>
                  <a:gd name="connsiteX965" fmla="*/ 1038323 w 7893845"/>
                  <a:gd name="connsiteY965" fmla="*/ 2307241 h 3908107"/>
                  <a:gd name="connsiteX966" fmla="*/ 968504 w 7893845"/>
                  <a:gd name="connsiteY966" fmla="*/ 2227231 h 3908107"/>
                  <a:gd name="connsiteX967" fmla="*/ 947740 w 7893845"/>
                  <a:gd name="connsiteY967" fmla="*/ 2207228 h 3908107"/>
                  <a:gd name="connsiteX968" fmla="*/ 897829 w 7893845"/>
                  <a:gd name="connsiteY968" fmla="*/ 2157032 h 3908107"/>
                  <a:gd name="connsiteX969" fmla="*/ 888304 w 7893845"/>
                  <a:gd name="connsiteY969" fmla="*/ 2145697 h 3908107"/>
                  <a:gd name="connsiteX970" fmla="*/ 896210 w 7893845"/>
                  <a:gd name="connsiteY970" fmla="*/ 2110169 h 3908107"/>
                  <a:gd name="connsiteX971" fmla="*/ 918593 w 7893845"/>
                  <a:gd name="connsiteY971" fmla="*/ 2079689 h 3908107"/>
                  <a:gd name="connsiteX972" fmla="*/ 929166 w 7893845"/>
                  <a:gd name="connsiteY972" fmla="*/ 2071021 h 3908107"/>
                  <a:gd name="connsiteX973" fmla="*/ 940215 w 7893845"/>
                  <a:gd name="connsiteY973" fmla="*/ 2063020 h 3908107"/>
                  <a:gd name="connsiteX974" fmla="*/ 940786 w 7893845"/>
                  <a:gd name="connsiteY974" fmla="*/ 2050732 h 3908107"/>
                  <a:gd name="connsiteX975" fmla="*/ 905068 w 7893845"/>
                  <a:gd name="connsiteY975" fmla="*/ 2027873 h 3908107"/>
                  <a:gd name="connsiteX976" fmla="*/ 898686 w 7893845"/>
                  <a:gd name="connsiteY976" fmla="*/ 2026920 h 3908107"/>
                  <a:gd name="connsiteX977" fmla="*/ 888590 w 7893845"/>
                  <a:gd name="connsiteY977" fmla="*/ 2032254 h 3908107"/>
                  <a:gd name="connsiteX978" fmla="*/ 895352 w 7893845"/>
                  <a:gd name="connsiteY978" fmla="*/ 2056448 h 3908107"/>
                  <a:gd name="connsiteX979" fmla="*/ 894686 w 7893845"/>
                  <a:gd name="connsiteY979" fmla="*/ 2063972 h 3908107"/>
                  <a:gd name="connsiteX980" fmla="*/ 876207 w 7893845"/>
                  <a:gd name="connsiteY980" fmla="*/ 2086547 h 3908107"/>
                  <a:gd name="connsiteX981" fmla="*/ 862491 w 7893845"/>
                  <a:gd name="connsiteY981" fmla="*/ 2107597 h 3908107"/>
                  <a:gd name="connsiteX982" fmla="*/ 848489 w 7893845"/>
                  <a:gd name="connsiteY982" fmla="*/ 2080450 h 3908107"/>
                  <a:gd name="connsiteX983" fmla="*/ 848108 w 7893845"/>
                  <a:gd name="connsiteY983" fmla="*/ 2079212 h 3908107"/>
                  <a:gd name="connsiteX984" fmla="*/ 845727 w 7893845"/>
                  <a:gd name="connsiteY984" fmla="*/ 2074069 h 3908107"/>
                  <a:gd name="connsiteX985" fmla="*/ 844965 w 7893845"/>
                  <a:gd name="connsiteY985" fmla="*/ 2072354 h 3908107"/>
                  <a:gd name="connsiteX986" fmla="*/ 813056 w 7893845"/>
                  <a:gd name="connsiteY986" fmla="*/ 1970913 h 3908107"/>
                  <a:gd name="connsiteX987" fmla="*/ 815533 w 7893845"/>
                  <a:gd name="connsiteY987" fmla="*/ 1960055 h 3908107"/>
                  <a:gd name="connsiteX988" fmla="*/ 818771 w 7893845"/>
                  <a:gd name="connsiteY988" fmla="*/ 1956625 h 3908107"/>
                  <a:gd name="connsiteX989" fmla="*/ 795054 w 7893845"/>
                  <a:gd name="connsiteY989" fmla="*/ 1916144 h 3908107"/>
                  <a:gd name="connsiteX990" fmla="*/ 782767 w 7893845"/>
                  <a:gd name="connsiteY990" fmla="*/ 1910715 h 3908107"/>
                  <a:gd name="connsiteX991" fmla="*/ 772861 w 7893845"/>
                  <a:gd name="connsiteY991" fmla="*/ 1917097 h 3908107"/>
                  <a:gd name="connsiteX992" fmla="*/ 778957 w 7893845"/>
                  <a:gd name="connsiteY992" fmla="*/ 1952530 h 3908107"/>
                  <a:gd name="connsiteX993" fmla="*/ 783433 w 7893845"/>
                  <a:gd name="connsiteY993" fmla="*/ 1963674 h 3908107"/>
                  <a:gd name="connsiteX994" fmla="*/ 791911 w 7893845"/>
                  <a:gd name="connsiteY994" fmla="*/ 2001107 h 3908107"/>
                  <a:gd name="connsiteX995" fmla="*/ 756573 w 7893845"/>
                  <a:gd name="connsiteY995" fmla="*/ 1953578 h 3908107"/>
                  <a:gd name="connsiteX996" fmla="*/ 728284 w 7893845"/>
                  <a:gd name="connsiteY996" fmla="*/ 1878902 h 3908107"/>
                  <a:gd name="connsiteX997" fmla="*/ 730856 w 7893845"/>
                  <a:gd name="connsiteY997" fmla="*/ 1867472 h 3908107"/>
                  <a:gd name="connsiteX998" fmla="*/ 730856 w 7893845"/>
                  <a:gd name="connsiteY998" fmla="*/ 1867472 h 3908107"/>
                  <a:gd name="connsiteX999" fmla="*/ 732189 w 7893845"/>
                  <a:gd name="connsiteY999" fmla="*/ 1867281 h 3908107"/>
                  <a:gd name="connsiteX1000" fmla="*/ 738666 w 7893845"/>
                  <a:gd name="connsiteY1000" fmla="*/ 1865090 h 3908107"/>
                  <a:gd name="connsiteX1001" fmla="*/ 743428 w 7893845"/>
                  <a:gd name="connsiteY1001" fmla="*/ 1857947 h 3908107"/>
                  <a:gd name="connsiteX1002" fmla="*/ 725236 w 7893845"/>
                  <a:gd name="connsiteY1002" fmla="*/ 1824323 h 3908107"/>
                  <a:gd name="connsiteX1003" fmla="*/ 710662 w 7893845"/>
                  <a:gd name="connsiteY1003" fmla="*/ 1815179 h 3908107"/>
                  <a:gd name="connsiteX1004" fmla="*/ 701709 w 7893845"/>
                  <a:gd name="connsiteY1004" fmla="*/ 1819561 h 3908107"/>
                  <a:gd name="connsiteX1005" fmla="*/ 698185 w 7893845"/>
                  <a:gd name="connsiteY1005" fmla="*/ 1839373 h 3908107"/>
                  <a:gd name="connsiteX1006" fmla="*/ 699709 w 7893845"/>
                  <a:gd name="connsiteY1006" fmla="*/ 1863090 h 3908107"/>
                  <a:gd name="connsiteX1007" fmla="*/ 699804 w 7893845"/>
                  <a:gd name="connsiteY1007" fmla="*/ 1866805 h 3908107"/>
                  <a:gd name="connsiteX1008" fmla="*/ 699899 w 7893845"/>
                  <a:gd name="connsiteY1008" fmla="*/ 1867472 h 3908107"/>
                  <a:gd name="connsiteX1009" fmla="*/ 731713 w 7893845"/>
                  <a:gd name="connsiteY1009" fmla="*/ 1967389 h 3908107"/>
                  <a:gd name="connsiteX1010" fmla="*/ 777814 w 7893845"/>
                  <a:gd name="connsiteY1010" fmla="*/ 2027682 h 3908107"/>
                  <a:gd name="connsiteX1011" fmla="*/ 816771 w 7893845"/>
                  <a:gd name="connsiteY1011" fmla="*/ 2079212 h 3908107"/>
                  <a:gd name="connsiteX1012" fmla="*/ 876778 w 7893845"/>
                  <a:gd name="connsiteY1012" fmla="*/ 2175796 h 3908107"/>
                  <a:gd name="connsiteX1013" fmla="*/ 928309 w 7893845"/>
                  <a:gd name="connsiteY1013" fmla="*/ 2227707 h 3908107"/>
                  <a:gd name="connsiteX1014" fmla="*/ 1001270 w 7893845"/>
                  <a:gd name="connsiteY1014" fmla="*/ 2309813 h 3908107"/>
                  <a:gd name="connsiteX1015" fmla="*/ 1026511 w 7893845"/>
                  <a:gd name="connsiteY1015" fmla="*/ 2394299 h 3908107"/>
                  <a:gd name="connsiteX1016" fmla="*/ 1023654 w 7893845"/>
                  <a:gd name="connsiteY1016" fmla="*/ 2612136 h 3908107"/>
                  <a:gd name="connsiteX1017" fmla="*/ 942787 w 7893845"/>
                  <a:gd name="connsiteY1017" fmla="*/ 2833021 h 3908107"/>
                  <a:gd name="connsiteX1018" fmla="*/ 829725 w 7893845"/>
                  <a:gd name="connsiteY1018" fmla="*/ 3167253 h 3908107"/>
                  <a:gd name="connsiteX1019" fmla="*/ 826010 w 7893845"/>
                  <a:gd name="connsiteY1019" fmla="*/ 3196781 h 3908107"/>
                  <a:gd name="connsiteX1020" fmla="*/ 942406 w 7893845"/>
                  <a:gd name="connsiteY1020" fmla="*/ 3554444 h 3908107"/>
                  <a:gd name="connsiteX1021" fmla="*/ 610936 w 7893845"/>
                  <a:gd name="connsiteY1021" fmla="*/ 3544919 h 3908107"/>
                  <a:gd name="connsiteX1022" fmla="*/ 6574 w 7893845"/>
                  <a:gd name="connsiteY1022" fmla="*/ 3566541 h 3908107"/>
                  <a:gd name="connsiteX1023" fmla="*/ 2 w 7893845"/>
                  <a:gd name="connsiteY1023" fmla="*/ 3573685 h 3908107"/>
                  <a:gd name="connsiteX1024" fmla="*/ 383 w 7893845"/>
                  <a:gd name="connsiteY1024" fmla="*/ 3633121 h 3908107"/>
                  <a:gd name="connsiteX1025" fmla="*/ 2669 w 7893845"/>
                  <a:gd name="connsiteY1025" fmla="*/ 3638360 h 3908107"/>
                  <a:gd name="connsiteX1026" fmla="*/ 7527 w 7893845"/>
                  <a:gd name="connsiteY1026" fmla="*/ 3640265 h 3908107"/>
                  <a:gd name="connsiteX1027" fmla="*/ 8098 w 7893845"/>
                  <a:gd name="connsiteY1027" fmla="*/ 3640265 h 3908107"/>
                  <a:gd name="connsiteX1028" fmla="*/ 626652 w 7893845"/>
                  <a:gd name="connsiteY1028" fmla="*/ 3617595 h 3908107"/>
                  <a:gd name="connsiteX1029" fmla="*/ 1285211 w 7893845"/>
                  <a:gd name="connsiteY1029" fmla="*/ 3676745 h 3908107"/>
                  <a:gd name="connsiteX1030" fmla="*/ 1315214 w 7893845"/>
                  <a:gd name="connsiteY1030" fmla="*/ 3685699 h 3908107"/>
                  <a:gd name="connsiteX1031" fmla="*/ 2138936 w 7893845"/>
                  <a:gd name="connsiteY1031" fmla="*/ 3856387 h 3908107"/>
                  <a:gd name="connsiteX1032" fmla="*/ 2215422 w 7893845"/>
                  <a:gd name="connsiteY1032" fmla="*/ 3854577 h 3908107"/>
                  <a:gd name="connsiteX1033" fmla="*/ 2274858 w 7893845"/>
                  <a:gd name="connsiteY1033" fmla="*/ 3853434 h 3908107"/>
                  <a:gd name="connsiteX1034" fmla="*/ 2906651 w 7893845"/>
                  <a:gd name="connsiteY1034" fmla="*/ 3883438 h 3908107"/>
                  <a:gd name="connsiteX1035" fmla="*/ 2907985 w 7893845"/>
                  <a:gd name="connsiteY1035" fmla="*/ 3883533 h 3908107"/>
                  <a:gd name="connsiteX1036" fmla="*/ 2910366 w 7893845"/>
                  <a:gd name="connsiteY1036" fmla="*/ 3883724 h 3908107"/>
                  <a:gd name="connsiteX1037" fmla="*/ 3253076 w 7893845"/>
                  <a:gd name="connsiteY1037" fmla="*/ 3903535 h 3908107"/>
                  <a:gd name="connsiteX1038" fmla="*/ 3487581 w 7893845"/>
                  <a:gd name="connsiteY1038" fmla="*/ 3908108 h 3908107"/>
                  <a:gd name="connsiteX1039" fmla="*/ 4780505 w 7893845"/>
                  <a:gd name="connsiteY1039" fmla="*/ 3818001 h 3908107"/>
                  <a:gd name="connsiteX1040" fmla="*/ 5689190 w 7893845"/>
                  <a:gd name="connsiteY1040" fmla="*/ 3744754 h 3908107"/>
                  <a:gd name="connsiteX1041" fmla="*/ 5753864 w 7893845"/>
                  <a:gd name="connsiteY1041" fmla="*/ 3743611 h 3908107"/>
                  <a:gd name="connsiteX1042" fmla="*/ 6459286 w 7893845"/>
                  <a:gd name="connsiteY1042" fmla="*/ 3427381 h 3908107"/>
                  <a:gd name="connsiteX1043" fmla="*/ 7032691 w 7893845"/>
                  <a:gd name="connsiteY1043" fmla="*/ 2947988 h 3908107"/>
                  <a:gd name="connsiteX1044" fmla="*/ 7366828 w 7893845"/>
                  <a:gd name="connsiteY1044" fmla="*/ 2679954 h 3908107"/>
                  <a:gd name="connsiteX1045" fmla="*/ 7435884 w 7893845"/>
                  <a:gd name="connsiteY1045" fmla="*/ 2599754 h 3908107"/>
                  <a:gd name="connsiteX1046" fmla="*/ 7889941 w 7893845"/>
                  <a:gd name="connsiteY1046" fmla="*/ 2178653 h 3908107"/>
                  <a:gd name="connsiteX1047" fmla="*/ 7893084 w 7893845"/>
                  <a:gd name="connsiteY1047" fmla="*/ 2172843 h 3908107"/>
                  <a:gd name="connsiteX1048" fmla="*/ 7893846 w 7893845"/>
                  <a:gd name="connsiteY1048" fmla="*/ 2112645 h 3908107"/>
                  <a:gd name="connsiteX1049" fmla="*/ 7890132 w 7893845"/>
                  <a:gd name="connsiteY1049" fmla="*/ 2106263 h 3908107"/>
                  <a:gd name="connsiteX1050" fmla="*/ 7886702 w 7893845"/>
                  <a:gd name="connsiteY1050" fmla="*/ 2105406 h 3908107"/>
                  <a:gd name="connsiteX1051" fmla="*/ 7882702 w 7893845"/>
                  <a:gd name="connsiteY1051" fmla="*/ 2106644 h 3908107"/>
                  <a:gd name="connsiteX1052" fmla="*/ 7551899 w 7893845"/>
                  <a:gd name="connsiteY1052" fmla="*/ 2361914 h 3908107"/>
                  <a:gd name="connsiteX1053" fmla="*/ 7575807 w 7893845"/>
                  <a:gd name="connsiteY1053" fmla="*/ 2166842 h 3908107"/>
                  <a:gd name="connsiteX1054" fmla="*/ 7572282 w 7893845"/>
                  <a:gd name="connsiteY1054" fmla="*/ 2079022 h 3908107"/>
                  <a:gd name="connsiteX1055" fmla="*/ 7602286 w 7893845"/>
                  <a:gd name="connsiteY1055" fmla="*/ 1686782 h 3908107"/>
                  <a:gd name="connsiteX1056" fmla="*/ 7622860 w 7893845"/>
                  <a:gd name="connsiteY1056" fmla="*/ 1624965 h 3908107"/>
                  <a:gd name="connsiteX1057" fmla="*/ 7637433 w 7893845"/>
                  <a:gd name="connsiteY1057" fmla="*/ 1585055 h 3908107"/>
                  <a:gd name="connsiteX1058" fmla="*/ 7560948 w 7893845"/>
                  <a:gd name="connsiteY1058" fmla="*/ 969359 h 3908107"/>
                  <a:gd name="connsiteX1059" fmla="*/ 7560090 w 7893845"/>
                  <a:gd name="connsiteY1059" fmla="*/ 966788 h 3908107"/>
                  <a:gd name="connsiteX1060" fmla="*/ 7588094 w 7893845"/>
                  <a:gd name="connsiteY1060" fmla="*/ 778764 h 3908107"/>
                  <a:gd name="connsiteX1061" fmla="*/ 7602191 w 7893845"/>
                  <a:gd name="connsiteY1061" fmla="*/ 757904 h 3908107"/>
                  <a:gd name="connsiteX1062" fmla="*/ 7629527 w 7893845"/>
                  <a:gd name="connsiteY1062" fmla="*/ 719995 h 3908107"/>
                  <a:gd name="connsiteX1063" fmla="*/ 7639624 w 7893845"/>
                  <a:gd name="connsiteY1063" fmla="*/ 706088 h 3908107"/>
                  <a:gd name="connsiteX1064" fmla="*/ 7643148 w 7893845"/>
                  <a:gd name="connsiteY1064" fmla="*/ 701230 h 3908107"/>
                  <a:gd name="connsiteX1065" fmla="*/ 7658579 w 7893845"/>
                  <a:gd name="connsiteY1065" fmla="*/ 679418 h 3908107"/>
                  <a:gd name="connsiteX1066" fmla="*/ 7670295 w 7893845"/>
                  <a:gd name="connsiteY1066" fmla="*/ 662750 h 3908107"/>
                  <a:gd name="connsiteX1067" fmla="*/ 7676867 w 7893845"/>
                  <a:gd name="connsiteY1067" fmla="*/ 653510 h 3908107"/>
                  <a:gd name="connsiteX1068" fmla="*/ 7709538 w 7893845"/>
                  <a:gd name="connsiteY1068" fmla="*/ 593979 h 3908107"/>
                  <a:gd name="connsiteX1069" fmla="*/ 7725254 w 7893845"/>
                  <a:gd name="connsiteY1069" fmla="*/ 527494 h 3908107"/>
                  <a:gd name="connsiteX1070" fmla="*/ 7726302 w 7893845"/>
                  <a:gd name="connsiteY1070" fmla="*/ 464248 h 3908107"/>
                  <a:gd name="connsiteX1071" fmla="*/ 7726206 w 7893845"/>
                  <a:gd name="connsiteY1071" fmla="*/ 461200 h 3908107"/>
                  <a:gd name="connsiteX1072" fmla="*/ 7723825 w 7893845"/>
                  <a:gd name="connsiteY1072" fmla="*/ 397002 h 3908107"/>
                  <a:gd name="connsiteX1073" fmla="*/ 7726682 w 7893845"/>
                  <a:gd name="connsiteY1073" fmla="*/ 336804 h 3908107"/>
                  <a:gd name="connsiteX1074" fmla="*/ 7735731 w 7893845"/>
                  <a:gd name="connsiteY1074" fmla="*/ 309753 h 3908107"/>
                  <a:gd name="connsiteX1075" fmla="*/ 7747733 w 7893845"/>
                  <a:gd name="connsiteY1075" fmla="*/ 285559 h 3908107"/>
                  <a:gd name="connsiteX1076" fmla="*/ 7749733 w 7893845"/>
                  <a:gd name="connsiteY1076" fmla="*/ 281654 h 3908107"/>
                  <a:gd name="connsiteX1077" fmla="*/ 7755924 w 7893845"/>
                  <a:gd name="connsiteY1077" fmla="*/ 269558 h 3908107"/>
                  <a:gd name="connsiteX1078" fmla="*/ 7778308 w 7893845"/>
                  <a:gd name="connsiteY1078" fmla="*/ 222980 h 3908107"/>
                  <a:gd name="connsiteX1079" fmla="*/ 7788309 w 7893845"/>
                  <a:gd name="connsiteY1079" fmla="*/ 189262 h 3908107"/>
                  <a:gd name="connsiteX1080" fmla="*/ 7788976 w 7893845"/>
                  <a:gd name="connsiteY1080" fmla="*/ 182499 h 3908107"/>
                  <a:gd name="connsiteX1081" fmla="*/ 7789071 w 7893845"/>
                  <a:gd name="connsiteY1081" fmla="*/ 180022 h 3908107"/>
                  <a:gd name="connsiteX1082" fmla="*/ 7789166 w 7893845"/>
                  <a:gd name="connsiteY1082" fmla="*/ 177737 h 3908107"/>
                  <a:gd name="connsiteX1083" fmla="*/ 7789548 w 7893845"/>
                  <a:gd name="connsiteY1083" fmla="*/ 173546 h 3908107"/>
                  <a:gd name="connsiteX1084" fmla="*/ 7792977 w 7893845"/>
                  <a:gd name="connsiteY1084" fmla="*/ 160210 h 3908107"/>
                  <a:gd name="connsiteX1085" fmla="*/ 7812788 w 7893845"/>
                  <a:gd name="connsiteY1085" fmla="*/ 124301 h 3908107"/>
                  <a:gd name="connsiteX1086" fmla="*/ 7824028 w 7893845"/>
                  <a:gd name="connsiteY1086" fmla="*/ 106489 h 3908107"/>
                  <a:gd name="connsiteX1087" fmla="*/ 7824314 w 7893845"/>
                  <a:gd name="connsiteY1087" fmla="*/ 106013 h 3908107"/>
                  <a:gd name="connsiteX1088" fmla="*/ 7827552 w 7893845"/>
                  <a:gd name="connsiteY1088" fmla="*/ 87535 h 3908107"/>
                  <a:gd name="connsiteX1089" fmla="*/ 7832315 w 7893845"/>
                  <a:gd name="connsiteY1089" fmla="*/ 73247 h 3908107"/>
                  <a:gd name="connsiteX1090" fmla="*/ 7822885 w 7893845"/>
                  <a:gd name="connsiteY1090" fmla="*/ 35147 h 3908107"/>
                  <a:gd name="connsiteX1091" fmla="*/ 7814408 w 7893845"/>
                  <a:gd name="connsiteY1091" fmla="*/ 8668 h 3908107"/>
                  <a:gd name="connsiteX1092" fmla="*/ 7814503 w 7893845"/>
                  <a:gd name="connsiteY1092" fmla="*/ 7810 h 3908107"/>
                  <a:gd name="connsiteX1093" fmla="*/ 7808407 w 7893845"/>
                  <a:gd name="connsiteY1093" fmla="*/ 0 h 3908107"/>
                  <a:gd name="connsiteX1094" fmla="*/ 7807073 w 7893845"/>
                  <a:gd name="connsiteY1094" fmla="*/ 95 h 3908107"/>
                  <a:gd name="connsiteX1095" fmla="*/ 7807073 w 7893845"/>
                  <a:gd name="connsiteY1095" fmla="*/ 95 h 3908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</a:cxnLst>
                <a:rect l="l" t="t" r="r" b="b"/>
                <a:pathLst>
                  <a:path w="7893845" h="3908107">
                    <a:moveTo>
                      <a:pt x="7807073" y="7239"/>
                    </a:moveTo>
                    <a:cubicBezTo>
                      <a:pt x="7806978" y="7715"/>
                      <a:pt x="7806978" y="8192"/>
                      <a:pt x="7806978" y="8668"/>
                    </a:cubicBezTo>
                    <a:cubicBezTo>
                      <a:pt x="7806978" y="8096"/>
                      <a:pt x="7806978" y="7620"/>
                      <a:pt x="7807073" y="7239"/>
                    </a:cubicBezTo>
                    <a:moveTo>
                      <a:pt x="7806978" y="8668"/>
                    </a:moveTo>
                    <a:cubicBezTo>
                      <a:pt x="7806978" y="21241"/>
                      <a:pt x="7828124" y="61627"/>
                      <a:pt x="7825171" y="71438"/>
                    </a:cubicBezTo>
                    <a:cubicBezTo>
                      <a:pt x="7823647" y="76486"/>
                      <a:pt x="7822028" y="81629"/>
                      <a:pt x="7820123" y="86582"/>
                    </a:cubicBezTo>
                    <a:cubicBezTo>
                      <a:pt x="7819075" y="62293"/>
                      <a:pt x="7805930" y="26098"/>
                      <a:pt x="7806978" y="8668"/>
                    </a:cubicBezTo>
                    <a:moveTo>
                      <a:pt x="7778784" y="73247"/>
                    </a:moveTo>
                    <a:lnTo>
                      <a:pt x="7780975" y="101917"/>
                    </a:lnTo>
                    <a:cubicBezTo>
                      <a:pt x="7781546" y="111442"/>
                      <a:pt x="7782118" y="121063"/>
                      <a:pt x="7781737" y="130778"/>
                    </a:cubicBezTo>
                    <a:lnTo>
                      <a:pt x="7781451" y="146304"/>
                    </a:lnTo>
                    <a:cubicBezTo>
                      <a:pt x="7790595" y="129445"/>
                      <a:pt x="7803263" y="115443"/>
                      <a:pt x="7813360" y="100489"/>
                    </a:cubicBezTo>
                    <a:cubicBezTo>
                      <a:pt x="7816027" y="96107"/>
                      <a:pt x="7818218" y="91440"/>
                      <a:pt x="7820123" y="86582"/>
                    </a:cubicBezTo>
                    <a:cubicBezTo>
                      <a:pt x="7820409" y="93154"/>
                      <a:pt x="7819742" y="98869"/>
                      <a:pt x="7817741" y="103060"/>
                    </a:cubicBezTo>
                    <a:cubicBezTo>
                      <a:pt x="7806693" y="121920"/>
                      <a:pt x="7793072" y="138589"/>
                      <a:pt x="7786118" y="157925"/>
                    </a:cubicBezTo>
                    <a:cubicBezTo>
                      <a:pt x="7784404" y="162687"/>
                      <a:pt x="7782975" y="167545"/>
                      <a:pt x="7782309" y="172402"/>
                    </a:cubicBezTo>
                    <a:cubicBezTo>
                      <a:pt x="7781832" y="174784"/>
                      <a:pt x="7781832" y="177260"/>
                      <a:pt x="7781737" y="179642"/>
                    </a:cubicBezTo>
                    <a:cubicBezTo>
                      <a:pt x="7781546" y="182499"/>
                      <a:pt x="7781546" y="185547"/>
                      <a:pt x="7780975" y="188309"/>
                    </a:cubicBezTo>
                    <a:cubicBezTo>
                      <a:pt x="7779261" y="199739"/>
                      <a:pt x="7775546" y="210217"/>
                      <a:pt x="7771450" y="220409"/>
                    </a:cubicBezTo>
                    <a:cubicBezTo>
                      <a:pt x="7763068" y="240601"/>
                      <a:pt x="7752781" y="259556"/>
                      <a:pt x="7743066" y="278511"/>
                    </a:cubicBezTo>
                    <a:cubicBezTo>
                      <a:pt x="7738208" y="287941"/>
                      <a:pt x="7733255" y="297561"/>
                      <a:pt x="7728968" y="306896"/>
                    </a:cubicBezTo>
                    <a:cubicBezTo>
                      <a:pt x="7724682" y="316135"/>
                      <a:pt x="7721348" y="325564"/>
                      <a:pt x="7719443" y="335471"/>
                    </a:cubicBezTo>
                    <a:cubicBezTo>
                      <a:pt x="7715443" y="355187"/>
                      <a:pt x="7715729" y="376238"/>
                      <a:pt x="7716395" y="397383"/>
                    </a:cubicBezTo>
                    <a:lnTo>
                      <a:pt x="7718776" y="461486"/>
                    </a:lnTo>
                    <a:cubicBezTo>
                      <a:pt x="7719348" y="482727"/>
                      <a:pt x="7720110" y="504825"/>
                      <a:pt x="7717920" y="526828"/>
                    </a:cubicBezTo>
                    <a:cubicBezTo>
                      <a:pt x="7715634" y="548830"/>
                      <a:pt x="7710680" y="570738"/>
                      <a:pt x="7702679" y="591502"/>
                    </a:cubicBezTo>
                    <a:cubicBezTo>
                      <a:pt x="7694774" y="612362"/>
                      <a:pt x="7683344" y="631793"/>
                      <a:pt x="7670771" y="649510"/>
                    </a:cubicBezTo>
                    <a:cubicBezTo>
                      <a:pt x="7664484" y="658463"/>
                      <a:pt x="7658198" y="666845"/>
                      <a:pt x="7652388" y="675608"/>
                    </a:cubicBezTo>
                    <a:cubicBezTo>
                      <a:pt x="7646196" y="684847"/>
                      <a:pt x="7639910" y="693325"/>
                      <a:pt x="7633528" y="702088"/>
                    </a:cubicBezTo>
                    <a:cubicBezTo>
                      <a:pt x="7620955" y="719423"/>
                      <a:pt x="7608191" y="736473"/>
                      <a:pt x="7596000" y="753904"/>
                    </a:cubicBezTo>
                    <a:cubicBezTo>
                      <a:pt x="7591046" y="760952"/>
                      <a:pt x="7586379" y="768001"/>
                      <a:pt x="7581617" y="775144"/>
                    </a:cubicBezTo>
                    <a:cubicBezTo>
                      <a:pt x="7557709" y="814578"/>
                      <a:pt x="7515132" y="901255"/>
                      <a:pt x="7553423" y="970312"/>
                    </a:cubicBezTo>
                    <a:lnTo>
                      <a:pt x="7552946" y="970597"/>
                    </a:lnTo>
                    <a:cubicBezTo>
                      <a:pt x="7755638" y="1327975"/>
                      <a:pt x="7666866" y="1476375"/>
                      <a:pt x="7615716" y="1622679"/>
                    </a:cubicBezTo>
                    <a:cubicBezTo>
                      <a:pt x="7608191" y="1644206"/>
                      <a:pt x="7601048" y="1664589"/>
                      <a:pt x="7595047" y="1684782"/>
                    </a:cubicBezTo>
                    <a:cubicBezTo>
                      <a:pt x="7553899" y="1822514"/>
                      <a:pt x="7557518" y="1908334"/>
                      <a:pt x="7564757" y="2079403"/>
                    </a:cubicBezTo>
                    <a:cubicBezTo>
                      <a:pt x="7565900" y="2106454"/>
                      <a:pt x="7567139" y="2135505"/>
                      <a:pt x="7568282" y="2167223"/>
                    </a:cubicBezTo>
                    <a:cubicBezTo>
                      <a:pt x="7571425" y="2253520"/>
                      <a:pt x="7556375" y="2328196"/>
                      <a:pt x="7535706" y="2388489"/>
                    </a:cubicBezTo>
                    <a:cubicBezTo>
                      <a:pt x="7618669" y="2299049"/>
                      <a:pt x="7786500" y="2179225"/>
                      <a:pt x="7886321" y="2112645"/>
                    </a:cubicBezTo>
                    <a:lnTo>
                      <a:pt x="7885559" y="2172843"/>
                    </a:lnTo>
                    <a:cubicBezTo>
                      <a:pt x="7729159" y="2277237"/>
                      <a:pt x="7549136" y="2456021"/>
                      <a:pt x="7429979" y="2595277"/>
                    </a:cubicBezTo>
                    <a:cubicBezTo>
                      <a:pt x="7406357" y="2622899"/>
                      <a:pt x="7383402" y="2649760"/>
                      <a:pt x="7360923" y="2675477"/>
                    </a:cubicBezTo>
                    <a:cubicBezTo>
                      <a:pt x="7301296" y="2743581"/>
                      <a:pt x="7174613" y="2835783"/>
                      <a:pt x="7028024" y="2942463"/>
                    </a:cubicBezTo>
                    <a:cubicBezTo>
                      <a:pt x="6824284" y="3090672"/>
                      <a:pt x="6593398" y="3258693"/>
                      <a:pt x="6453380" y="3422999"/>
                    </a:cubicBezTo>
                    <a:cubicBezTo>
                      <a:pt x="6196205" y="3724752"/>
                      <a:pt x="5862735" y="3733705"/>
                      <a:pt x="5753198" y="3736753"/>
                    </a:cubicBezTo>
                    <a:cubicBezTo>
                      <a:pt x="5737576" y="3737134"/>
                      <a:pt x="5715669" y="3737515"/>
                      <a:pt x="5688618" y="3737896"/>
                    </a:cubicBezTo>
                    <a:cubicBezTo>
                      <a:pt x="5510786" y="3740467"/>
                      <a:pt x="5094449" y="3746468"/>
                      <a:pt x="4778600" y="3811333"/>
                    </a:cubicBezTo>
                    <a:cubicBezTo>
                      <a:pt x="4468656" y="3874960"/>
                      <a:pt x="3869629" y="3901345"/>
                      <a:pt x="3487105" y="3901345"/>
                    </a:cubicBezTo>
                    <a:cubicBezTo>
                      <a:pt x="3393760" y="3901345"/>
                      <a:pt x="3313273" y="3899821"/>
                      <a:pt x="3252980" y="3896773"/>
                    </a:cubicBezTo>
                    <a:cubicBezTo>
                      <a:pt x="3151253" y="3891724"/>
                      <a:pt x="3033143" y="3884485"/>
                      <a:pt x="2907985" y="3876770"/>
                    </a:cubicBezTo>
                    <a:cubicBezTo>
                      <a:pt x="2667097" y="3861911"/>
                      <a:pt x="2419162" y="3846671"/>
                      <a:pt x="2274477" y="3846671"/>
                    </a:cubicBezTo>
                    <a:cubicBezTo>
                      <a:pt x="2251903" y="3846671"/>
                      <a:pt x="2231900" y="3847052"/>
                      <a:pt x="2214755" y="3847814"/>
                    </a:cubicBezTo>
                    <a:cubicBezTo>
                      <a:pt x="2188752" y="3849053"/>
                      <a:pt x="2163415" y="3849624"/>
                      <a:pt x="2138555" y="3849624"/>
                    </a:cubicBezTo>
                    <a:cubicBezTo>
                      <a:pt x="1889000" y="3849624"/>
                      <a:pt x="1686689" y="3789426"/>
                      <a:pt x="1316929" y="3679222"/>
                    </a:cubicBezTo>
                    <a:lnTo>
                      <a:pt x="1286925" y="3670268"/>
                    </a:lnTo>
                    <a:cubicBezTo>
                      <a:pt x="1131477" y="3623977"/>
                      <a:pt x="871540" y="3610832"/>
                      <a:pt x="626366" y="3610832"/>
                    </a:cubicBezTo>
                    <a:cubicBezTo>
                      <a:pt x="306898" y="3610832"/>
                      <a:pt x="12480" y="3633121"/>
                      <a:pt x="7241" y="3633502"/>
                    </a:cubicBezTo>
                    <a:lnTo>
                      <a:pt x="6860" y="3574066"/>
                    </a:lnTo>
                    <a:cubicBezTo>
                      <a:pt x="27625" y="3572447"/>
                      <a:pt x="304040" y="3552444"/>
                      <a:pt x="610650" y="3552444"/>
                    </a:cubicBezTo>
                    <a:cubicBezTo>
                      <a:pt x="728284" y="3552444"/>
                      <a:pt x="850299" y="3555397"/>
                      <a:pt x="964028" y="3563493"/>
                    </a:cubicBezTo>
                    <a:cubicBezTo>
                      <a:pt x="790101" y="3426809"/>
                      <a:pt x="818866" y="3313366"/>
                      <a:pt x="836488" y="3168491"/>
                    </a:cubicBezTo>
                    <a:cubicBezTo>
                      <a:pt x="848299" y="3071336"/>
                      <a:pt x="901829" y="2946464"/>
                      <a:pt x="948978" y="2836259"/>
                    </a:cubicBezTo>
                    <a:cubicBezTo>
                      <a:pt x="986030" y="2749867"/>
                      <a:pt x="1020987" y="2668333"/>
                      <a:pt x="1030417" y="2613755"/>
                    </a:cubicBezTo>
                    <a:cubicBezTo>
                      <a:pt x="1045752" y="2525173"/>
                      <a:pt x="1038608" y="2436781"/>
                      <a:pt x="1033274" y="2393728"/>
                    </a:cubicBezTo>
                    <a:cubicBezTo>
                      <a:pt x="1030512" y="2374583"/>
                      <a:pt x="1023463" y="2339149"/>
                      <a:pt x="1007176" y="2306765"/>
                    </a:cubicBezTo>
                    <a:cubicBezTo>
                      <a:pt x="986316" y="2273808"/>
                      <a:pt x="960694" y="2249424"/>
                      <a:pt x="932881" y="2222945"/>
                    </a:cubicBezTo>
                    <a:cubicBezTo>
                      <a:pt x="916212" y="2207133"/>
                      <a:pt x="898972" y="2190750"/>
                      <a:pt x="881732" y="2171510"/>
                    </a:cubicBezTo>
                    <a:cubicBezTo>
                      <a:pt x="854585" y="2141220"/>
                      <a:pt x="835916" y="2108073"/>
                      <a:pt x="822867" y="2076640"/>
                    </a:cubicBezTo>
                    <a:cubicBezTo>
                      <a:pt x="811151" y="2053781"/>
                      <a:pt x="797245" y="2038826"/>
                      <a:pt x="782671" y="2023205"/>
                    </a:cubicBezTo>
                    <a:cubicBezTo>
                      <a:pt x="767717" y="2007108"/>
                      <a:pt x="752191" y="1990535"/>
                      <a:pt x="737523" y="1964246"/>
                    </a:cubicBezTo>
                    <a:cubicBezTo>
                      <a:pt x="715901" y="1925479"/>
                      <a:pt x="705614" y="1889950"/>
                      <a:pt x="706662" y="1867186"/>
                    </a:cubicBezTo>
                    <a:cubicBezTo>
                      <a:pt x="706662" y="1867090"/>
                      <a:pt x="706567" y="1866900"/>
                      <a:pt x="706567" y="1866900"/>
                    </a:cubicBezTo>
                    <a:cubicBezTo>
                      <a:pt x="706471" y="1862138"/>
                      <a:pt x="706662" y="1846707"/>
                      <a:pt x="704852" y="1838135"/>
                    </a:cubicBezTo>
                    <a:cubicBezTo>
                      <a:pt x="703519" y="1832134"/>
                      <a:pt x="705043" y="1822609"/>
                      <a:pt x="710282" y="1822609"/>
                    </a:cubicBezTo>
                    <a:cubicBezTo>
                      <a:pt x="712567" y="1822609"/>
                      <a:pt x="715520" y="1824419"/>
                      <a:pt x="719330" y="1829086"/>
                    </a:cubicBezTo>
                    <a:cubicBezTo>
                      <a:pt x="731903" y="1844516"/>
                      <a:pt x="739523" y="1856137"/>
                      <a:pt x="734475" y="1859280"/>
                    </a:cubicBezTo>
                    <a:cubicBezTo>
                      <a:pt x="729617" y="1862328"/>
                      <a:pt x="722569" y="1856327"/>
                      <a:pt x="720759" y="1878902"/>
                    </a:cubicBezTo>
                    <a:cubicBezTo>
                      <a:pt x="721045" y="1900714"/>
                      <a:pt x="733237" y="1927384"/>
                      <a:pt x="749906" y="1957292"/>
                    </a:cubicBezTo>
                    <a:cubicBezTo>
                      <a:pt x="763717" y="1982057"/>
                      <a:pt x="778576" y="1997964"/>
                      <a:pt x="793054" y="2013395"/>
                    </a:cubicBezTo>
                    <a:cubicBezTo>
                      <a:pt x="797626" y="2018252"/>
                      <a:pt x="802103" y="2023110"/>
                      <a:pt x="806484" y="2028063"/>
                    </a:cubicBezTo>
                    <a:cubicBezTo>
                      <a:pt x="798959" y="1999869"/>
                      <a:pt x="791530" y="1978723"/>
                      <a:pt x="790196" y="1962817"/>
                    </a:cubicBezTo>
                    <a:cubicBezTo>
                      <a:pt x="789339" y="1958435"/>
                      <a:pt x="787720" y="1952815"/>
                      <a:pt x="784195" y="1948244"/>
                    </a:cubicBezTo>
                    <a:cubicBezTo>
                      <a:pt x="778861" y="1941386"/>
                      <a:pt x="773908" y="1917954"/>
                      <a:pt x="782386" y="1917954"/>
                    </a:cubicBezTo>
                    <a:cubicBezTo>
                      <a:pt x="784291" y="1917954"/>
                      <a:pt x="786767" y="1919097"/>
                      <a:pt x="790101" y="1921859"/>
                    </a:cubicBezTo>
                    <a:cubicBezTo>
                      <a:pt x="808579" y="1936909"/>
                      <a:pt x="817152" y="1946910"/>
                      <a:pt x="812770" y="1952339"/>
                    </a:cubicBezTo>
                    <a:cubicBezTo>
                      <a:pt x="808484" y="1957673"/>
                      <a:pt x="805150" y="1956721"/>
                      <a:pt x="805532" y="1971675"/>
                    </a:cubicBezTo>
                    <a:cubicBezTo>
                      <a:pt x="808579" y="1997107"/>
                      <a:pt x="820200" y="2033683"/>
                      <a:pt x="838107" y="2075593"/>
                    </a:cubicBezTo>
                    <a:cubicBezTo>
                      <a:pt x="839155" y="2077783"/>
                      <a:pt x="840203" y="2079879"/>
                      <a:pt x="841155" y="2082165"/>
                    </a:cubicBezTo>
                    <a:lnTo>
                      <a:pt x="841060" y="2082260"/>
                    </a:lnTo>
                    <a:cubicBezTo>
                      <a:pt x="847918" y="2097405"/>
                      <a:pt x="856109" y="2112740"/>
                      <a:pt x="866111" y="2127790"/>
                    </a:cubicBezTo>
                    <a:cubicBezTo>
                      <a:pt x="866777" y="2113502"/>
                      <a:pt x="870397" y="2099882"/>
                      <a:pt x="880207" y="2092452"/>
                    </a:cubicBezTo>
                    <a:cubicBezTo>
                      <a:pt x="888113" y="2086451"/>
                      <a:pt x="895257" y="2076736"/>
                      <a:pt x="900686" y="2067592"/>
                    </a:cubicBezTo>
                    <a:cubicBezTo>
                      <a:pt x="902401" y="2063972"/>
                      <a:pt x="904306" y="2057972"/>
                      <a:pt x="901067" y="2052828"/>
                    </a:cubicBezTo>
                    <a:cubicBezTo>
                      <a:pt x="896686" y="2045875"/>
                      <a:pt x="889447" y="2034159"/>
                      <a:pt x="898400" y="2034159"/>
                    </a:cubicBezTo>
                    <a:cubicBezTo>
                      <a:pt x="899638" y="2034159"/>
                      <a:pt x="901162" y="2034349"/>
                      <a:pt x="902972" y="2034826"/>
                    </a:cubicBezTo>
                    <a:cubicBezTo>
                      <a:pt x="918498" y="2038826"/>
                      <a:pt x="938882" y="2050352"/>
                      <a:pt x="933738" y="2059496"/>
                    </a:cubicBezTo>
                    <a:cubicBezTo>
                      <a:pt x="928690" y="2068449"/>
                      <a:pt x="926023" y="2057781"/>
                      <a:pt x="912402" y="2075688"/>
                    </a:cubicBezTo>
                    <a:cubicBezTo>
                      <a:pt x="906115" y="2086070"/>
                      <a:pt x="899734" y="2096738"/>
                      <a:pt x="890971" y="2105025"/>
                    </a:cubicBezTo>
                    <a:cubicBezTo>
                      <a:pt x="884208" y="2111502"/>
                      <a:pt x="878588" y="2126171"/>
                      <a:pt x="881160" y="2148554"/>
                    </a:cubicBezTo>
                    <a:cubicBezTo>
                      <a:pt x="884684" y="2153031"/>
                      <a:pt x="888304" y="2157413"/>
                      <a:pt x="892209" y="2161794"/>
                    </a:cubicBezTo>
                    <a:cubicBezTo>
                      <a:pt x="909068" y="2180654"/>
                      <a:pt x="926023" y="2196751"/>
                      <a:pt x="942501" y="2212467"/>
                    </a:cubicBezTo>
                    <a:cubicBezTo>
                      <a:pt x="949549" y="2219135"/>
                      <a:pt x="956503" y="2225802"/>
                      <a:pt x="963361" y="2232565"/>
                    </a:cubicBezTo>
                    <a:cubicBezTo>
                      <a:pt x="972600" y="2240280"/>
                      <a:pt x="1023940" y="2284571"/>
                      <a:pt x="1042513" y="2332863"/>
                    </a:cubicBezTo>
                    <a:cubicBezTo>
                      <a:pt x="1042704" y="2333244"/>
                      <a:pt x="1042799" y="2333435"/>
                      <a:pt x="1042895" y="2333435"/>
                    </a:cubicBezTo>
                    <a:cubicBezTo>
                      <a:pt x="1044799" y="2333435"/>
                      <a:pt x="1044037" y="2291334"/>
                      <a:pt x="1050895" y="2259140"/>
                    </a:cubicBezTo>
                    <a:cubicBezTo>
                      <a:pt x="1052229" y="2251424"/>
                      <a:pt x="1054134" y="2243804"/>
                      <a:pt x="1056325" y="2236184"/>
                    </a:cubicBezTo>
                    <a:lnTo>
                      <a:pt x="1056229" y="2236184"/>
                    </a:lnTo>
                    <a:cubicBezTo>
                      <a:pt x="1060325" y="2200370"/>
                      <a:pt x="1035560" y="2158460"/>
                      <a:pt x="1009271" y="2132838"/>
                    </a:cubicBezTo>
                    <a:cubicBezTo>
                      <a:pt x="993079" y="2117027"/>
                      <a:pt x="983268" y="2101120"/>
                      <a:pt x="977648" y="2089785"/>
                    </a:cubicBezTo>
                    <a:cubicBezTo>
                      <a:pt x="968885" y="2074545"/>
                      <a:pt x="963837" y="2074355"/>
                      <a:pt x="958217" y="2067687"/>
                    </a:cubicBezTo>
                    <a:cubicBezTo>
                      <a:pt x="949169" y="2056924"/>
                      <a:pt x="957360" y="2053304"/>
                      <a:pt x="969647" y="2053304"/>
                    </a:cubicBezTo>
                    <a:cubicBezTo>
                      <a:pt x="973933" y="2053304"/>
                      <a:pt x="978696" y="2053781"/>
                      <a:pt x="983458" y="2054447"/>
                    </a:cubicBezTo>
                    <a:cubicBezTo>
                      <a:pt x="1001842" y="2057210"/>
                      <a:pt x="994031" y="2065973"/>
                      <a:pt x="989840" y="2071783"/>
                    </a:cubicBezTo>
                    <a:cubicBezTo>
                      <a:pt x="987840" y="2074545"/>
                      <a:pt x="988507" y="2078355"/>
                      <a:pt x="989650" y="2081594"/>
                    </a:cubicBezTo>
                    <a:cubicBezTo>
                      <a:pt x="994412" y="2091690"/>
                      <a:pt x="1003556" y="2107311"/>
                      <a:pt x="1019273" y="2122551"/>
                    </a:cubicBezTo>
                    <a:cubicBezTo>
                      <a:pt x="1040418" y="2143125"/>
                      <a:pt x="1060516" y="2173605"/>
                      <a:pt x="1067945" y="2204466"/>
                    </a:cubicBezTo>
                    <a:cubicBezTo>
                      <a:pt x="1074422" y="2189607"/>
                      <a:pt x="1082137" y="2174843"/>
                      <a:pt x="1090805" y="2160365"/>
                    </a:cubicBezTo>
                    <a:lnTo>
                      <a:pt x="1090710" y="2160270"/>
                    </a:lnTo>
                    <a:cubicBezTo>
                      <a:pt x="1091377" y="2159127"/>
                      <a:pt x="1092234" y="2157889"/>
                      <a:pt x="1092996" y="2156650"/>
                    </a:cubicBezTo>
                    <a:cubicBezTo>
                      <a:pt x="1113379" y="2123218"/>
                      <a:pt x="1138525" y="2090642"/>
                      <a:pt x="1163862" y="2059019"/>
                    </a:cubicBezTo>
                    <a:cubicBezTo>
                      <a:pt x="1192818" y="2022920"/>
                      <a:pt x="1214345" y="2014442"/>
                      <a:pt x="1213963" y="1994725"/>
                    </a:cubicBezTo>
                    <a:cubicBezTo>
                      <a:pt x="1213963" y="1994440"/>
                      <a:pt x="1213963" y="1994249"/>
                      <a:pt x="1213963" y="1993868"/>
                    </a:cubicBezTo>
                    <a:cubicBezTo>
                      <a:pt x="1214059" y="1977676"/>
                      <a:pt x="1196247" y="1983867"/>
                      <a:pt x="1189865" y="1980724"/>
                    </a:cubicBezTo>
                    <a:cubicBezTo>
                      <a:pt x="1176435" y="1974056"/>
                      <a:pt x="1203486" y="1959197"/>
                      <a:pt x="1219679" y="1949101"/>
                    </a:cubicBezTo>
                    <a:cubicBezTo>
                      <a:pt x="1222345" y="1947481"/>
                      <a:pt x="1224346" y="1946720"/>
                      <a:pt x="1225870" y="1946720"/>
                    </a:cubicBezTo>
                    <a:cubicBezTo>
                      <a:pt x="1233585" y="1946720"/>
                      <a:pt x="1228251" y="1965198"/>
                      <a:pt x="1227013" y="1969865"/>
                    </a:cubicBezTo>
                    <a:cubicBezTo>
                      <a:pt x="1226346" y="1972437"/>
                      <a:pt x="1226537" y="1977009"/>
                      <a:pt x="1226917" y="1981200"/>
                    </a:cubicBezTo>
                    <a:cubicBezTo>
                      <a:pt x="1227394" y="1983772"/>
                      <a:pt x="1227679" y="1986439"/>
                      <a:pt x="1227870" y="1989296"/>
                    </a:cubicBezTo>
                    <a:cubicBezTo>
                      <a:pt x="1227965" y="1989963"/>
                      <a:pt x="1228061" y="1990535"/>
                      <a:pt x="1228061" y="1990535"/>
                    </a:cubicBezTo>
                    <a:cubicBezTo>
                      <a:pt x="1228061" y="1990535"/>
                      <a:pt x="1227965" y="1990630"/>
                      <a:pt x="1227965" y="1990630"/>
                    </a:cubicBezTo>
                    <a:cubicBezTo>
                      <a:pt x="1229394" y="2013680"/>
                      <a:pt x="1208058" y="2026730"/>
                      <a:pt x="1175006" y="2067878"/>
                    </a:cubicBezTo>
                    <a:cubicBezTo>
                      <a:pt x="1164148" y="2081403"/>
                      <a:pt x="1153385" y="2095119"/>
                      <a:pt x="1143002" y="2108930"/>
                    </a:cubicBezTo>
                    <a:cubicBezTo>
                      <a:pt x="1168244" y="2090833"/>
                      <a:pt x="1195580" y="2075402"/>
                      <a:pt x="1211201" y="2067020"/>
                    </a:cubicBezTo>
                    <a:cubicBezTo>
                      <a:pt x="1257112" y="2042446"/>
                      <a:pt x="1294259" y="1998250"/>
                      <a:pt x="1305880" y="1954339"/>
                    </a:cubicBezTo>
                    <a:cubicBezTo>
                      <a:pt x="1313976" y="1923383"/>
                      <a:pt x="1307880" y="1894237"/>
                      <a:pt x="1307308" y="1860995"/>
                    </a:cubicBezTo>
                    <a:cubicBezTo>
                      <a:pt x="1305594" y="1842706"/>
                      <a:pt x="1297593" y="1849088"/>
                      <a:pt x="1291973" y="1840325"/>
                    </a:cubicBezTo>
                    <a:cubicBezTo>
                      <a:pt x="1285591" y="1830419"/>
                      <a:pt x="1295688" y="1827562"/>
                      <a:pt x="1316643" y="1813370"/>
                    </a:cubicBezTo>
                    <a:cubicBezTo>
                      <a:pt x="1321310" y="1810226"/>
                      <a:pt x="1324739" y="1808893"/>
                      <a:pt x="1327216" y="1808893"/>
                    </a:cubicBezTo>
                    <a:cubicBezTo>
                      <a:pt x="1335883" y="1808893"/>
                      <a:pt x="1332550" y="1824895"/>
                      <a:pt x="1327216" y="1834324"/>
                    </a:cubicBezTo>
                    <a:cubicBezTo>
                      <a:pt x="1323120" y="1841468"/>
                      <a:pt x="1321882" y="1848898"/>
                      <a:pt x="1321501" y="1853756"/>
                    </a:cubicBezTo>
                    <a:cubicBezTo>
                      <a:pt x="1322263" y="1886045"/>
                      <a:pt x="1328930" y="1922621"/>
                      <a:pt x="1319691" y="1957864"/>
                    </a:cubicBezTo>
                    <a:cubicBezTo>
                      <a:pt x="1307213" y="2005489"/>
                      <a:pt x="1267208" y="2053209"/>
                      <a:pt x="1217964" y="2079593"/>
                    </a:cubicBezTo>
                    <a:cubicBezTo>
                      <a:pt x="1162910" y="2109025"/>
                      <a:pt x="1121952" y="2139315"/>
                      <a:pt x="1106331" y="2162080"/>
                    </a:cubicBezTo>
                    <a:cubicBezTo>
                      <a:pt x="1091567" y="2186083"/>
                      <a:pt x="1079375" y="2210562"/>
                      <a:pt x="1071565" y="2235137"/>
                    </a:cubicBezTo>
                    <a:cubicBezTo>
                      <a:pt x="1068041" y="2254472"/>
                      <a:pt x="1061373" y="2307146"/>
                      <a:pt x="1071279" y="2392585"/>
                    </a:cubicBezTo>
                    <a:cubicBezTo>
                      <a:pt x="1076899" y="2439162"/>
                      <a:pt x="1083376" y="2528316"/>
                      <a:pt x="1067564" y="2619947"/>
                    </a:cubicBezTo>
                    <a:cubicBezTo>
                      <a:pt x="1057373" y="2678906"/>
                      <a:pt x="1021558" y="2762536"/>
                      <a:pt x="983649" y="2851023"/>
                    </a:cubicBezTo>
                    <a:cubicBezTo>
                      <a:pt x="937453" y="2958846"/>
                      <a:pt x="885065" y="3081052"/>
                      <a:pt x="873921" y="3172778"/>
                    </a:cubicBezTo>
                    <a:cubicBezTo>
                      <a:pt x="853919" y="3337750"/>
                      <a:pt x="825629" y="3445574"/>
                      <a:pt x="1041180" y="3569684"/>
                    </a:cubicBezTo>
                    <a:cubicBezTo>
                      <a:pt x="1141288" y="3579400"/>
                      <a:pt x="1231870" y="3593973"/>
                      <a:pt x="1302832" y="3615119"/>
                    </a:cubicBezTo>
                    <a:lnTo>
                      <a:pt x="1332836" y="3624072"/>
                    </a:lnTo>
                    <a:cubicBezTo>
                      <a:pt x="1697262" y="3732657"/>
                      <a:pt x="1896525" y="3792093"/>
                      <a:pt x="2138555" y="3792093"/>
                    </a:cubicBezTo>
                    <a:cubicBezTo>
                      <a:pt x="2162463" y="3792093"/>
                      <a:pt x="2186752" y="3791521"/>
                      <a:pt x="2211707" y="3790378"/>
                    </a:cubicBezTo>
                    <a:cubicBezTo>
                      <a:pt x="2229329" y="3789521"/>
                      <a:pt x="2249903" y="3789140"/>
                      <a:pt x="2273048" y="3789140"/>
                    </a:cubicBezTo>
                    <a:cubicBezTo>
                      <a:pt x="2342962" y="3789140"/>
                      <a:pt x="2435831" y="3792570"/>
                      <a:pt x="2540034" y="3797808"/>
                    </a:cubicBezTo>
                    <a:cubicBezTo>
                      <a:pt x="2471073" y="3730942"/>
                      <a:pt x="2373918" y="3598926"/>
                      <a:pt x="2392587" y="3396901"/>
                    </a:cubicBezTo>
                    <a:cubicBezTo>
                      <a:pt x="2412209" y="3184398"/>
                      <a:pt x="2454881" y="3077051"/>
                      <a:pt x="2500124" y="2963323"/>
                    </a:cubicBezTo>
                    <a:cubicBezTo>
                      <a:pt x="2517650" y="2919317"/>
                      <a:pt x="2535653" y="2873788"/>
                      <a:pt x="2553369" y="2820257"/>
                    </a:cubicBezTo>
                    <a:cubicBezTo>
                      <a:pt x="2567276" y="2729389"/>
                      <a:pt x="2554703" y="2642807"/>
                      <a:pt x="2517269" y="2574608"/>
                    </a:cubicBezTo>
                    <a:cubicBezTo>
                      <a:pt x="2483551" y="2513076"/>
                      <a:pt x="2446213" y="2462689"/>
                      <a:pt x="2410018" y="2413921"/>
                    </a:cubicBezTo>
                    <a:cubicBezTo>
                      <a:pt x="2404493" y="2406491"/>
                      <a:pt x="2399064" y="2399157"/>
                      <a:pt x="2393730" y="2391823"/>
                    </a:cubicBezTo>
                    <a:cubicBezTo>
                      <a:pt x="2392968" y="2391442"/>
                      <a:pt x="2392397" y="2391156"/>
                      <a:pt x="2392397" y="2391156"/>
                    </a:cubicBezTo>
                    <a:cubicBezTo>
                      <a:pt x="2392397" y="2391156"/>
                      <a:pt x="2323912" y="2283047"/>
                      <a:pt x="2258189" y="2256473"/>
                    </a:cubicBezTo>
                    <a:cubicBezTo>
                      <a:pt x="2185704" y="2227136"/>
                      <a:pt x="2110742" y="2184368"/>
                      <a:pt x="2099312" y="2095310"/>
                    </a:cubicBezTo>
                    <a:cubicBezTo>
                      <a:pt x="2090930" y="2029587"/>
                      <a:pt x="2132364" y="1971008"/>
                      <a:pt x="2193134" y="1971104"/>
                    </a:cubicBezTo>
                    <a:cubicBezTo>
                      <a:pt x="2214660" y="1971104"/>
                      <a:pt x="2238663" y="1978438"/>
                      <a:pt x="2263714" y="1995488"/>
                    </a:cubicBezTo>
                    <a:cubicBezTo>
                      <a:pt x="2348867" y="2053495"/>
                      <a:pt x="2349629" y="2156746"/>
                      <a:pt x="2348391" y="2184368"/>
                    </a:cubicBezTo>
                    <a:cubicBezTo>
                      <a:pt x="2347153" y="2211991"/>
                      <a:pt x="2355154" y="2285333"/>
                      <a:pt x="2407922" y="2362486"/>
                    </a:cubicBezTo>
                    <a:cubicBezTo>
                      <a:pt x="2408208" y="2362867"/>
                      <a:pt x="2408303" y="2363153"/>
                      <a:pt x="2408589" y="2363533"/>
                    </a:cubicBezTo>
                    <a:cubicBezTo>
                      <a:pt x="2416495" y="2374392"/>
                      <a:pt x="2424591" y="2385441"/>
                      <a:pt x="2433068" y="2396871"/>
                    </a:cubicBezTo>
                    <a:cubicBezTo>
                      <a:pt x="2468025" y="2444115"/>
                      <a:pt x="2507649" y="2497646"/>
                      <a:pt x="2542320" y="2560796"/>
                    </a:cubicBezTo>
                    <a:cubicBezTo>
                      <a:pt x="2567276" y="2606231"/>
                      <a:pt x="2582039" y="2658999"/>
                      <a:pt x="2586230" y="2715578"/>
                    </a:cubicBezTo>
                    <a:cubicBezTo>
                      <a:pt x="2632617" y="2558796"/>
                      <a:pt x="2672431" y="2365058"/>
                      <a:pt x="2630045" y="2084165"/>
                    </a:cubicBezTo>
                    <a:cubicBezTo>
                      <a:pt x="2622425" y="2049208"/>
                      <a:pt x="2605566" y="1998059"/>
                      <a:pt x="2568609" y="1967484"/>
                    </a:cubicBezTo>
                    <a:cubicBezTo>
                      <a:pt x="2508411" y="1917573"/>
                      <a:pt x="2456976" y="1847088"/>
                      <a:pt x="2478312" y="1760030"/>
                    </a:cubicBezTo>
                    <a:cubicBezTo>
                      <a:pt x="2491171" y="1707832"/>
                      <a:pt x="2532986" y="1671828"/>
                      <a:pt x="2578515" y="1671828"/>
                    </a:cubicBezTo>
                    <a:cubicBezTo>
                      <a:pt x="2608995" y="1671828"/>
                      <a:pt x="2641189" y="1687925"/>
                      <a:pt x="2667479" y="1726025"/>
                    </a:cubicBezTo>
                    <a:cubicBezTo>
                      <a:pt x="2726057" y="1810798"/>
                      <a:pt x="2689672" y="1907381"/>
                      <a:pt x="2678528" y="1932718"/>
                    </a:cubicBezTo>
                    <a:cubicBezTo>
                      <a:pt x="2669479" y="1953387"/>
                      <a:pt x="2664145" y="2018919"/>
                      <a:pt x="2667669" y="2078927"/>
                    </a:cubicBezTo>
                    <a:cubicBezTo>
                      <a:pt x="2693482" y="2249996"/>
                      <a:pt x="2689577" y="2389441"/>
                      <a:pt x="2672241" y="2508028"/>
                    </a:cubicBezTo>
                    <a:cubicBezTo>
                      <a:pt x="2697006" y="2476976"/>
                      <a:pt x="2732820" y="2444401"/>
                      <a:pt x="2783398" y="2420779"/>
                    </a:cubicBezTo>
                    <a:cubicBezTo>
                      <a:pt x="2829022" y="2399538"/>
                      <a:pt x="2882934" y="2373058"/>
                      <a:pt x="2931416" y="2343341"/>
                    </a:cubicBezTo>
                    <a:lnTo>
                      <a:pt x="2931226" y="2343341"/>
                    </a:lnTo>
                    <a:cubicBezTo>
                      <a:pt x="2931226" y="2343341"/>
                      <a:pt x="2931797" y="2343055"/>
                      <a:pt x="2932655" y="2342579"/>
                    </a:cubicBezTo>
                    <a:cubicBezTo>
                      <a:pt x="2934179" y="2341626"/>
                      <a:pt x="2935703" y="2340769"/>
                      <a:pt x="2937131" y="2339816"/>
                    </a:cubicBezTo>
                    <a:cubicBezTo>
                      <a:pt x="2950943" y="2330767"/>
                      <a:pt x="2983232" y="2302955"/>
                      <a:pt x="2973517" y="2245138"/>
                    </a:cubicBezTo>
                    <a:cubicBezTo>
                      <a:pt x="2961230" y="2172272"/>
                      <a:pt x="2963992" y="2114455"/>
                      <a:pt x="3032096" y="2067401"/>
                    </a:cubicBezTo>
                    <a:cubicBezTo>
                      <a:pt x="3058004" y="2049494"/>
                      <a:pt x="3086579" y="2039493"/>
                      <a:pt x="3112296" y="2039493"/>
                    </a:cubicBezTo>
                    <a:cubicBezTo>
                      <a:pt x="3154206" y="2039493"/>
                      <a:pt x="3188591" y="2065973"/>
                      <a:pt x="3191258" y="2127504"/>
                    </a:cubicBezTo>
                    <a:cubicBezTo>
                      <a:pt x="3195640" y="2226850"/>
                      <a:pt x="3130679" y="2260568"/>
                      <a:pt x="3102200" y="2276761"/>
                    </a:cubicBezTo>
                    <a:cubicBezTo>
                      <a:pt x="3073720" y="2292953"/>
                      <a:pt x="3044764" y="2299335"/>
                      <a:pt x="2984566" y="2342864"/>
                    </a:cubicBezTo>
                    <a:lnTo>
                      <a:pt x="2984375" y="2342864"/>
                    </a:lnTo>
                    <a:cubicBezTo>
                      <a:pt x="2938179" y="2375059"/>
                      <a:pt x="2876171" y="2409063"/>
                      <a:pt x="2795399" y="2446591"/>
                    </a:cubicBezTo>
                    <a:cubicBezTo>
                      <a:pt x="2714722" y="2484120"/>
                      <a:pt x="2675289" y="2548414"/>
                      <a:pt x="2658811" y="2583656"/>
                    </a:cubicBezTo>
                    <a:cubicBezTo>
                      <a:pt x="2640809" y="2671382"/>
                      <a:pt x="2616520" y="2747486"/>
                      <a:pt x="2594231" y="2817400"/>
                    </a:cubicBezTo>
                    <a:cubicBezTo>
                      <a:pt x="2574705" y="2878550"/>
                      <a:pt x="2554703" y="2928842"/>
                      <a:pt x="2535367" y="2977324"/>
                    </a:cubicBezTo>
                    <a:cubicBezTo>
                      <a:pt x="2489266" y="3093244"/>
                      <a:pt x="2449451" y="3193352"/>
                      <a:pt x="2430306" y="3400330"/>
                    </a:cubicBezTo>
                    <a:cubicBezTo>
                      <a:pt x="2409161" y="3629216"/>
                      <a:pt x="2544225" y="3757803"/>
                      <a:pt x="2600422" y="3800856"/>
                    </a:cubicBezTo>
                    <a:cubicBezTo>
                      <a:pt x="2699292" y="3806190"/>
                      <a:pt x="2805781" y="3812762"/>
                      <a:pt x="2910938" y="3819239"/>
                    </a:cubicBezTo>
                    <a:cubicBezTo>
                      <a:pt x="3006473" y="3825145"/>
                      <a:pt x="3098009" y="3830765"/>
                      <a:pt x="3181067" y="3835337"/>
                    </a:cubicBezTo>
                    <a:cubicBezTo>
                      <a:pt x="3156873" y="3810191"/>
                      <a:pt x="3142871" y="3770948"/>
                      <a:pt x="3126393" y="3729609"/>
                    </a:cubicBezTo>
                    <a:cubicBezTo>
                      <a:pt x="3118106" y="3708844"/>
                      <a:pt x="3108105" y="3693890"/>
                      <a:pt x="3098389" y="3679508"/>
                    </a:cubicBezTo>
                    <a:cubicBezTo>
                      <a:pt x="3076768" y="3647313"/>
                      <a:pt x="3056384" y="3616833"/>
                      <a:pt x="3057813" y="3532061"/>
                    </a:cubicBezTo>
                    <a:cubicBezTo>
                      <a:pt x="3058575" y="3486245"/>
                      <a:pt x="3071243" y="3460052"/>
                      <a:pt x="3080578" y="3440906"/>
                    </a:cubicBezTo>
                    <a:cubicBezTo>
                      <a:pt x="3081721" y="3438525"/>
                      <a:pt x="3082769" y="3436334"/>
                      <a:pt x="3083816" y="3434144"/>
                    </a:cubicBezTo>
                    <a:cubicBezTo>
                      <a:pt x="3085436" y="3430619"/>
                      <a:pt x="3086769" y="3427381"/>
                      <a:pt x="3088103" y="3424142"/>
                    </a:cubicBezTo>
                    <a:cubicBezTo>
                      <a:pt x="3089055" y="3419761"/>
                      <a:pt x="3089817" y="3413855"/>
                      <a:pt x="3088769" y="3407664"/>
                    </a:cubicBezTo>
                    <a:cubicBezTo>
                      <a:pt x="3086960" y="3397187"/>
                      <a:pt x="3084578" y="3349657"/>
                      <a:pt x="3105629" y="3349657"/>
                    </a:cubicBezTo>
                    <a:cubicBezTo>
                      <a:pt x="3105629" y="3349657"/>
                      <a:pt x="3105724" y="3349657"/>
                      <a:pt x="3105724" y="3349657"/>
                    </a:cubicBezTo>
                    <a:cubicBezTo>
                      <a:pt x="3126869" y="3349847"/>
                      <a:pt x="3116582" y="3387471"/>
                      <a:pt x="3115439" y="3400330"/>
                    </a:cubicBezTo>
                    <a:cubicBezTo>
                      <a:pt x="3114392" y="3411760"/>
                      <a:pt x="3104295" y="3428429"/>
                      <a:pt x="3098104" y="3437096"/>
                    </a:cubicBezTo>
                    <a:cubicBezTo>
                      <a:pt x="3097628" y="3438144"/>
                      <a:pt x="3097342" y="3439097"/>
                      <a:pt x="3096865" y="3440144"/>
                    </a:cubicBezTo>
                    <a:cubicBezTo>
                      <a:pt x="3095818" y="3442335"/>
                      <a:pt x="3094675" y="3444716"/>
                      <a:pt x="3093532" y="3447098"/>
                    </a:cubicBezTo>
                    <a:cubicBezTo>
                      <a:pt x="3084769" y="3465100"/>
                      <a:pt x="3072863" y="3489674"/>
                      <a:pt x="3072196" y="3532251"/>
                    </a:cubicBezTo>
                    <a:cubicBezTo>
                      <a:pt x="3070958" y="3612547"/>
                      <a:pt x="3089246" y="3639883"/>
                      <a:pt x="3110391" y="3671507"/>
                    </a:cubicBezTo>
                    <a:cubicBezTo>
                      <a:pt x="3112010" y="3673983"/>
                      <a:pt x="3113725" y="3676460"/>
                      <a:pt x="3115344" y="3678936"/>
                    </a:cubicBezTo>
                    <a:cubicBezTo>
                      <a:pt x="3110867" y="3654076"/>
                      <a:pt x="3106962" y="3624834"/>
                      <a:pt x="3108581" y="3602927"/>
                    </a:cubicBezTo>
                    <a:cubicBezTo>
                      <a:pt x="3111344" y="3565684"/>
                      <a:pt x="3118392" y="3540442"/>
                      <a:pt x="3124107" y="3520154"/>
                    </a:cubicBezTo>
                    <a:cubicBezTo>
                      <a:pt x="3124964" y="3516916"/>
                      <a:pt x="3125822" y="3513963"/>
                      <a:pt x="3126584" y="3511010"/>
                    </a:cubicBezTo>
                    <a:cubicBezTo>
                      <a:pt x="3127346" y="3507772"/>
                      <a:pt x="3129631" y="3496247"/>
                      <a:pt x="3124393" y="3485864"/>
                    </a:cubicBezTo>
                    <a:cubicBezTo>
                      <a:pt x="3117439" y="3472053"/>
                      <a:pt x="3115725" y="3434620"/>
                      <a:pt x="3134108" y="3434239"/>
                    </a:cubicBezTo>
                    <a:cubicBezTo>
                      <a:pt x="3134204" y="3434239"/>
                      <a:pt x="3134299" y="3434239"/>
                      <a:pt x="3134394" y="3434239"/>
                    </a:cubicBezTo>
                    <a:cubicBezTo>
                      <a:pt x="3152492" y="3434239"/>
                      <a:pt x="3152872" y="3470148"/>
                      <a:pt x="3150110" y="3480530"/>
                    </a:cubicBezTo>
                    <a:cubicBezTo>
                      <a:pt x="3147729" y="3489484"/>
                      <a:pt x="3141443" y="3513106"/>
                      <a:pt x="3138109" y="3522916"/>
                    </a:cubicBezTo>
                    <a:cubicBezTo>
                      <a:pt x="3138014" y="3523298"/>
                      <a:pt x="3137918" y="3523583"/>
                      <a:pt x="3137823" y="3523964"/>
                    </a:cubicBezTo>
                    <a:cubicBezTo>
                      <a:pt x="3132298" y="3543681"/>
                      <a:pt x="3125536" y="3568160"/>
                      <a:pt x="3122773" y="3603974"/>
                    </a:cubicBezTo>
                    <a:cubicBezTo>
                      <a:pt x="3119630" y="3645694"/>
                      <a:pt x="3138490" y="3719418"/>
                      <a:pt x="3139823" y="3724656"/>
                    </a:cubicBezTo>
                    <a:cubicBezTo>
                      <a:pt x="3158016" y="3769995"/>
                      <a:pt x="3179447" y="3813905"/>
                      <a:pt x="3202403" y="3836480"/>
                    </a:cubicBezTo>
                    <a:cubicBezTo>
                      <a:pt x="3220405" y="3837432"/>
                      <a:pt x="3238121" y="3838385"/>
                      <a:pt x="3255171" y="3839242"/>
                    </a:cubicBezTo>
                    <a:cubicBezTo>
                      <a:pt x="3313845" y="3842100"/>
                      <a:pt x="3390997" y="3843623"/>
                      <a:pt x="3480056" y="3843623"/>
                    </a:cubicBezTo>
                    <a:cubicBezTo>
                      <a:pt x="3500821" y="3843623"/>
                      <a:pt x="3522252" y="3843528"/>
                      <a:pt x="3544160" y="3843337"/>
                    </a:cubicBezTo>
                    <a:cubicBezTo>
                      <a:pt x="3554065" y="3835337"/>
                      <a:pt x="3565496" y="3824097"/>
                      <a:pt x="3576354" y="3808381"/>
                    </a:cubicBezTo>
                    <a:cubicBezTo>
                      <a:pt x="3602072" y="3771043"/>
                      <a:pt x="3629885" y="3700653"/>
                      <a:pt x="3619312" y="3576066"/>
                    </a:cubicBezTo>
                    <a:cubicBezTo>
                      <a:pt x="3618645" y="3571018"/>
                      <a:pt x="3617312" y="3562255"/>
                      <a:pt x="3616454" y="3557492"/>
                    </a:cubicBezTo>
                    <a:cubicBezTo>
                      <a:pt x="3615121" y="3550634"/>
                      <a:pt x="3614835" y="3511963"/>
                      <a:pt x="3630932" y="3498056"/>
                    </a:cubicBezTo>
                    <a:cubicBezTo>
                      <a:pt x="3636457" y="3493294"/>
                      <a:pt x="3640934" y="3491198"/>
                      <a:pt x="3644267" y="3491198"/>
                    </a:cubicBezTo>
                    <a:cubicBezTo>
                      <a:pt x="3650744" y="3491198"/>
                      <a:pt x="3653697" y="3498628"/>
                      <a:pt x="3654269" y="3509105"/>
                    </a:cubicBezTo>
                    <a:cubicBezTo>
                      <a:pt x="3655031" y="3525107"/>
                      <a:pt x="3650554" y="3538252"/>
                      <a:pt x="3645696" y="3546348"/>
                    </a:cubicBezTo>
                    <a:cubicBezTo>
                      <a:pt x="3640934" y="3554158"/>
                      <a:pt x="3637028" y="3556445"/>
                      <a:pt x="3638743" y="3579495"/>
                    </a:cubicBezTo>
                    <a:cubicBezTo>
                      <a:pt x="3650363" y="3728180"/>
                      <a:pt x="3609787" y="3804857"/>
                      <a:pt x="3573115" y="3843052"/>
                    </a:cubicBezTo>
                    <a:cubicBezTo>
                      <a:pt x="3695512" y="3841814"/>
                      <a:pt x="3833624" y="3838099"/>
                      <a:pt x="3973832" y="3831717"/>
                    </a:cubicBezTo>
                    <a:cubicBezTo>
                      <a:pt x="4005455" y="3812096"/>
                      <a:pt x="4050032" y="3771328"/>
                      <a:pt x="4096990" y="3686746"/>
                    </a:cubicBezTo>
                    <a:cubicBezTo>
                      <a:pt x="4140425" y="3593878"/>
                      <a:pt x="4098324" y="3533775"/>
                      <a:pt x="4084798" y="3504438"/>
                    </a:cubicBezTo>
                    <a:cubicBezTo>
                      <a:pt x="4070511" y="3473577"/>
                      <a:pt x="4004027" y="3358706"/>
                      <a:pt x="4057081" y="3217736"/>
                    </a:cubicBezTo>
                    <a:cubicBezTo>
                      <a:pt x="4104420" y="3092006"/>
                      <a:pt x="4237960" y="3004757"/>
                      <a:pt x="4338830" y="3004757"/>
                    </a:cubicBezTo>
                    <a:cubicBezTo>
                      <a:pt x="4351023" y="3004757"/>
                      <a:pt x="4362834" y="3005995"/>
                      <a:pt x="4373882" y="3008662"/>
                    </a:cubicBezTo>
                    <a:cubicBezTo>
                      <a:pt x="4475991" y="3033236"/>
                      <a:pt x="4537808" y="3148774"/>
                      <a:pt x="4509328" y="3318320"/>
                    </a:cubicBezTo>
                    <a:cubicBezTo>
                      <a:pt x="4480848" y="3487769"/>
                      <a:pt x="4377883" y="3537680"/>
                      <a:pt x="4272536" y="3577304"/>
                    </a:cubicBezTo>
                    <a:cubicBezTo>
                      <a:pt x="4195670" y="3606260"/>
                      <a:pt x="4165285" y="3640931"/>
                      <a:pt x="4154426" y="3657600"/>
                    </a:cubicBezTo>
                    <a:cubicBezTo>
                      <a:pt x="4119279" y="3731133"/>
                      <a:pt x="4080227" y="3788950"/>
                      <a:pt x="4038888" y="3828669"/>
                    </a:cubicBezTo>
                    <a:cubicBezTo>
                      <a:pt x="4316066" y="3814668"/>
                      <a:pt x="4593243" y="3790474"/>
                      <a:pt x="4766598" y="3754850"/>
                    </a:cubicBezTo>
                    <a:cubicBezTo>
                      <a:pt x="5087781" y="3688842"/>
                      <a:pt x="5507929" y="3682841"/>
                      <a:pt x="5687285" y="3680269"/>
                    </a:cubicBezTo>
                    <a:cubicBezTo>
                      <a:pt x="5691857" y="3680175"/>
                      <a:pt x="5696238" y="3680175"/>
                      <a:pt x="5700525" y="3680079"/>
                    </a:cubicBezTo>
                    <a:cubicBezTo>
                      <a:pt x="5650137" y="3646932"/>
                      <a:pt x="5626801" y="3598831"/>
                      <a:pt x="5634897" y="3539585"/>
                    </a:cubicBezTo>
                    <a:cubicBezTo>
                      <a:pt x="5640231" y="3500628"/>
                      <a:pt x="5654804" y="3465671"/>
                      <a:pt x="5668997" y="3431762"/>
                    </a:cubicBezTo>
                    <a:cubicBezTo>
                      <a:pt x="5683856" y="3396234"/>
                      <a:pt x="5697572" y="3363373"/>
                      <a:pt x="5700810" y="3328416"/>
                    </a:cubicBezTo>
                    <a:cubicBezTo>
                      <a:pt x="5700810" y="3328035"/>
                      <a:pt x="5700810" y="3327749"/>
                      <a:pt x="5700810" y="3327368"/>
                    </a:cubicBezTo>
                    <a:cubicBezTo>
                      <a:pt x="5698334" y="3222117"/>
                      <a:pt x="5644041" y="3199733"/>
                      <a:pt x="5593654" y="3199733"/>
                    </a:cubicBezTo>
                    <a:cubicBezTo>
                      <a:pt x="5568032" y="3199733"/>
                      <a:pt x="5543362" y="3205544"/>
                      <a:pt x="5527170" y="3209068"/>
                    </a:cubicBezTo>
                    <a:cubicBezTo>
                      <a:pt x="5519454" y="3210782"/>
                      <a:pt x="5511834" y="3211544"/>
                      <a:pt x="5504405" y="3211544"/>
                    </a:cubicBezTo>
                    <a:cubicBezTo>
                      <a:pt x="5465448" y="3211544"/>
                      <a:pt x="5431253" y="3191161"/>
                      <a:pt x="5415822" y="3180112"/>
                    </a:cubicBezTo>
                    <a:cubicBezTo>
                      <a:pt x="5397344" y="3166872"/>
                      <a:pt x="5359339" y="3148965"/>
                      <a:pt x="5359339" y="3148965"/>
                    </a:cubicBezTo>
                    <a:cubicBezTo>
                      <a:pt x="5360958" y="3148965"/>
                      <a:pt x="5362577" y="3148965"/>
                      <a:pt x="5364197" y="3148965"/>
                    </a:cubicBezTo>
                    <a:cubicBezTo>
                      <a:pt x="5486879" y="3148965"/>
                      <a:pt x="5436301" y="3108579"/>
                      <a:pt x="5550982" y="3050191"/>
                    </a:cubicBezTo>
                    <a:cubicBezTo>
                      <a:pt x="5594607" y="3027998"/>
                      <a:pt x="5634707" y="3020568"/>
                      <a:pt x="5668997" y="3020568"/>
                    </a:cubicBezTo>
                    <a:cubicBezTo>
                      <a:pt x="5726052" y="3020568"/>
                      <a:pt x="5766914" y="3041237"/>
                      <a:pt x="5780058" y="3049143"/>
                    </a:cubicBezTo>
                    <a:cubicBezTo>
                      <a:pt x="5801204" y="3061811"/>
                      <a:pt x="5852353" y="3057620"/>
                      <a:pt x="5874070" y="3062383"/>
                    </a:cubicBezTo>
                    <a:cubicBezTo>
                      <a:pt x="5891786" y="3066288"/>
                      <a:pt x="5953318" y="3066669"/>
                      <a:pt x="5975130" y="3066669"/>
                    </a:cubicBezTo>
                    <a:cubicBezTo>
                      <a:pt x="5979988" y="3066669"/>
                      <a:pt x="5982845" y="3066669"/>
                      <a:pt x="5982845" y="3066669"/>
                    </a:cubicBezTo>
                    <a:cubicBezTo>
                      <a:pt x="5982845" y="3066669"/>
                      <a:pt x="5965986" y="3076670"/>
                      <a:pt x="5946460" y="3082481"/>
                    </a:cubicBezTo>
                    <a:cubicBezTo>
                      <a:pt x="5926934" y="3088291"/>
                      <a:pt x="5920076" y="3097244"/>
                      <a:pt x="5898454" y="3117342"/>
                    </a:cubicBezTo>
                    <a:cubicBezTo>
                      <a:pt x="5876832" y="3137440"/>
                      <a:pt x="5819301" y="3154299"/>
                      <a:pt x="5777010" y="3159538"/>
                    </a:cubicBezTo>
                    <a:cubicBezTo>
                      <a:pt x="5734814" y="3164777"/>
                      <a:pt x="5722623" y="3192304"/>
                      <a:pt x="5733767" y="3239738"/>
                    </a:cubicBezTo>
                    <a:cubicBezTo>
                      <a:pt x="5744816" y="3287268"/>
                      <a:pt x="5741006" y="3319844"/>
                      <a:pt x="5737958" y="3342704"/>
                    </a:cubicBezTo>
                    <a:cubicBezTo>
                      <a:pt x="5737958" y="3342704"/>
                      <a:pt x="5737672" y="3344037"/>
                      <a:pt x="5737100" y="3346228"/>
                    </a:cubicBezTo>
                    <a:cubicBezTo>
                      <a:pt x="5731481" y="3381661"/>
                      <a:pt x="5717860" y="3414332"/>
                      <a:pt x="5704430" y="3446526"/>
                    </a:cubicBezTo>
                    <a:cubicBezTo>
                      <a:pt x="5690618" y="3479578"/>
                      <a:pt x="5677569" y="3510820"/>
                      <a:pt x="5672902" y="3544824"/>
                    </a:cubicBezTo>
                    <a:cubicBezTo>
                      <a:pt x="5662234" y="3623119"/>
                      <a:pt x="5723670" y="3660172"/>
                      <a:pt x="5790345" y="3677603"/>
                    </a:cubicBezTo>
                    <a:cubicBezTo>
                      <a:pt x="6180299" y="3654647"/>
                      <a:pt x="6352034" y="3453289"/>
                      <a:pt x="6409660" y="3385661"/>
                    </a:cubicBezTo>
                    <a:cubicBezTo>
                      <a:pt x="6554060" y="3216212"/>
                      <a:pt x="6787898" y="3046095"/>
                      <a:pt x="6994115" y="2895981"/>
                    </a:cubicBezTo>
                    <a:cubicBezTo>
                      <a:pt x="7137942" y="2791301"/>
                      <a:pt x="7262243" y="2700909"/>
                      <a:pt x="7317679" y="2637568"/>
                    </a:cubicBezTo>
                    <a:cubicBezTo>
                      <a:pt x="7339968" y="2612041"/>
                      <a:pt x="7362827" y="2585371"/>
                      <a:pt x="7386259" y="2557939"/>
                    </a:cubicBezTo>
                    <a:cubicBezTo>
                      <a:pt x="7411214" y="2528792"/>
                      <a:pt x="7436837" y="2498884"/>
                      <a:pt x="7463126" y="2468785"/>
                    </a:cubicBezTo>
                    <a:cubicBezTo>
                      <a:pt x="7497892" y="2405253"/>
                      <a:pt x="7539421" y="2300573"/>
                      <a:pt x="7534659" y="2168271"/>
                    </a:cubicBezTo>
                    <a:cubicBezTo>
                      <a:pt x="7533516" y="2136648"/>
                      <a:pt x="7532277" y="2107597"/>
                      <a:pt x="7531134" y="2080641"/>
                    </a:cubicBezTo>
                    <a:cubicBezTo>
                      <a:pt x="7523991" y="1911382"/>
                      <a:pt x="7519990" y="1818227"/>
                      <a:pt x="7562757" y="1675066"/>
                    </a:cubicBezTo>
                    <a:cubicBezTo>
                      <a:pt x="7569044" y="1654112"/>
                      <a:pt x="7576283" y="1633347"/>
                      <a:pt x="7583903" y="1611439"/>
                    </a:cubicBezTo>
                    <a:cubicBezTo>
                      <a:pt x="7633338" y="1469993"/>
                      <a:pt x="7720205" y="1327118"/>
                      <a:pt x="7516847" y="974884"/>
                    </a:cubicBezTo>
                    <a:cubicBezTo>
                      <a:pt x="7502369" y="953357"/>
                      <a:pt x="7466459" y="911257"/>
                      <a:pt x="7399784" y="896493"/>
                    </a:cubicBezTo>
                    <a:cubicBezTo>
                      <a:pt x="7394546" y="895636"/>
                      <a:pt x="7389402" y="894874"/>
                      <a:pt x="7384163" y="894207"/>
                    </a:cubicBezTo>
                    <a:cubicBezTo>
                      <a:pt x="7355017" y="890397"/>
                      <a:pt x="7325299" y="890397"/>
                      <a:pt x="7294438" y="885444"/>
                    </a:cubicBezTo>
                    <a:cubicBezTo>
                      <a:pt x="7263291" y="880205"/>
                      <a:pt x="7234335" y="867537"/>
                      <a:pt x="7208046" y="851726"/>
                    </a:cubicBezTo>
                    <a:cubicBezTo>
                      <a:pt x="7181662" y="836009"/>
                      <a:pt x="7157754" y="816673"/>
                      <a:pt x="7135847" y="795623"/>
                    </a:cubicBezTo>
                    <a:cubicBezTo>
                      <a:pt x="7130132" y="790004"/>
                      <a:pt x="7124417" y="784193"/>
                      <a:pt x="7118892" y="778383"/>
                    </a:cubicBezTo>
                    <a:cubicBezTo>
                      <a:pt x="7117368" y="777716"/>
                      <a:pt x="7115559" y="777050"/>
                      <a:pt x="7113749" y="776288"/>
                    </a:cubicBezTo>
                    <a:cubicBezTo>
                      <a:pt x="7087555" y="769334"/>
                      <a:pt x="7060504" y="766191"/>
                      <a:pt x="7033548" y="766191"/>
                    </a:cubicBezTo>
                    <a:cubicBezTo>
                      <a:pt x="7030405" y="766191"/>
                      <a:pt x="7027357" y="766191"/>
                      <a:pt x="7024214" y="766286"/>
                    </a:cubicBezTo>
                    <a:cubicBezTo>
                      <a:pt x="7006211" y="766667"/>
                      <a:pt x="6988590" y="768763"/>
                      <a:pt x="6970874" y="772097"/>
                    </a:cubicBezTo>
                    <a:cubicBezTo>
                      <a:pt x="6953157" y="775240"/>
                      <a:pt x="6935536" y="778955"/>
                      <a:pt x="6917915" y="783146"/>
                    </a:cubicBezTo>
                    <a:cubicBezTo>
                      <a:pt x="6900293" y="787337"/>
                      <a:pt x="6882863" y="792099"/>
                      <a:pt x="6864670" y="795528"/>
                    </a:cubicBezTo>
                    <a:cubicBezTo>
                      <a:pt x="6855526" y="797243"/>
                      <a:pt x="6846191" y="798385"/>
                      <a:pt x="6836762" y="798767"/>
                    </a:cubicBezTo>
                    <a:cubicBezTo>
                      <a:pt x="6835523" y="798767"/>
                      <a:pt x="6834190" y="798862"/>
                      <a:pt x="6832951" y="798862"/>
                    </a:cubicBezTo>
                    <a:cubicBezTo>
                      <a:pt x="6824760" y="798862"/>
                      <a:pt x="6816473" y="798005"/>
                      <a:pt x="6808377" y="796766"/>
                    </a:cubicBezTo>
                    <a:cubicBezTo>
                      <a:pt x="6789899" y="793337"/>
                      <a:pt x="6771801" y="787527"/>
                      <a:pt x="6755609" y="777621"/>
                    </a:cubicBezTo>
                    <a:cubicBezTo>
                      <a:pt x="6747608" y="772668"/>
                      <a:pt x="6740083" y="766858"/>
                      <a:pt x="6733416" y="760381"/>
                    </a:cubicBezTo>
                    <a:cubicBezTo>
                      <a:pt x="6730177" y="757047"/>
                      <a:pt x="6727129" y="753523"/>
                      <a:pt x="6724176" y="750094"/>
                    </a:cubicBezTo>
                    <a:cubicBezTo>
                      <a:pt x="6721128" y="746760"/>
                      <a:pt x="6718557" y="742759"/>
                      <a:pt x="6714937" y="740950"/>
                    </a:cubicBezTo>
                    <a:lnTo>
                      <a:pt x="6715223" y="739521"/>
                    </a:lnTo>
                    <a:cubicBezTo>
                      <a:pt x="6720271" y="740759"/>
                      <a:pt x="6723509" y="744379"/>
                      <a:pt x="6727034" y="747141"/>
                    </a:cubicBezTo>
                    <a:cubicBezTo>
                      <a:pt x="6730558" y="750094"/>
                      <a:pt x="6733987" y="752856"/>
                      <a:pt x="6737607" y="755428"/>
                    </a:cubicBezTo>
                    <a:cubicBezTo>
                      <a:pt x="6744655" y="760762"/>
                      <a:pt x="6752275" y="765238"/>
                      <a:pt x="6760181" y="768763"/>
                    </a:cubicBezTo>
                    <a:cubicBezTo>
                      <a:pt x="6775992" y="775906"/>
                      <a:pt x="6793232" y="780383"/>
                      <a:pt x="6810377" y="782574"/>
                    </a:cubicBezTo>
                    <a:cubicBezTo>
                      <a:pt x="6817236" y="783526"/>
                      <a:pt x="6824093" y="784003"/>
                      <a:pt x="6831047" y="784003"/>
                    </a:cubicBezTo>
                    <a:cubicBezTo>
                      <a:pt x="6854859" y="784003"/>
                      <a:pt x="6879053" y="779050"/>
                      <a:pt x="6903532" y="774287"/>
                    </a:cubicBezTo>
                    <a:cubicBezTo>
                      <a:pt x="6898960" y="772192"/>
                      <a:pt x="6894483" y="769525"/>
                      <a:pt x="6890483" y="766096"/>
                    </a:cubicBezTo>
                    <a:cubicBezTo>
                      <a:pt x="6885910" y="762095"/>
                      <a:pt x="6882291" y="756666"/>
                      <a:pt x="6880767" y="750665"/>
                    </a:cubicBezTo>
                    <a:cubicBezTo>
                      <a:pt x="6879529" y="744760"/>
                      <a:pt x="6879148" y="739330"/>
                      <a:pt x="6878767" y="733711"/>
                    </a:cubicBezTo>
                    <a:cubicBezTo>
                      <a:pt x="6878100" y="722662"/>
                      <a:pt x="6877719" y="711708"/>
                      <a:pt x="6874671" y="701230"/>
                    </a:cubicBezTo>
                    <a:cubicBezTo>
                      <a:pt x="6871718" y="690753"/>
                      <a:pt x="6865908" y="681133"/>
                      <a:pt x="6858574" y="672941"/>
                    </a:cubicBezTo>
                    <a:cubicBezTo>
                      <a:pt x="6866480" y="680561"/>
                      <a:pt x="6873147" y="689896"/>
                      <a:pt x="6876957" y="700468"/>
                    </a:cubicBezTo>
                    <a:cubicBezTo>
                      <a:pt x="6880863" y="711041"/>
                      <a:pt x="6882101" y="722376"/>
                      <a:pt x="6883529" y="733234"/>
                    </a:cubicBezTo>
                    <a:cubicBezTo>
                      <a:pt x="6884291" y="738568"/>
                      <a:pt x="6885149" y="744188"/>
                      <a:pt x="6886577" y="748951"/>
                    </a:cubicBezTo>
                    <a:cubicBezTo>
                      <a:pt x="6888102" y="753618"/>
                      <a:pt x="6891150" y="757523"/>
                      <a:pt x="6895150" y="760571"/>
                    </a:cubicBezTo>
                    <a:cubicBezTo>
                      <a:pt x="6902770" y="766381"/>
                      <a:pt x="6913152" y="769430"/>
                      <a:pt x="6922868" y="770572"/>
                    </a:cubicBezTo>
                    <a:cubicBezTo>
                      <a:pt x="6936203" y="768096"/>
                      <a:pt x="6949633" y="765810"/>
                      <a:pt x="6963159" y="763810"/>
                    </a:cubicBezTo>
                    <a:cubicBezTo>
                      <a:pt x="6971921" y="762000"/>
                      <a:pt x="7004973" y="755809"/>
                      <a:pt x="7045073" y="755809"/>
                    </a:cubicBezTo>
                    <a:cubicBezTo>
                      <a:pt x="7063457" y="755809"/>
                      <a:pt x="7083269" y="757142"/>
                      <a:pt x="7102890" y="760762"/>
                    </a:cubicBezTo>
                    <a:cubicBezTo>
                      <a:pt x="7098413" y="755618"/>
                      <a:pt x="7094127" y="750284"/>
                      <a:pt x="7089746" y="744950"/>
                    </a:cubicBezTo>
                    <a:cubicBezTo>
                      <a:pt x="7084888" y="739235"/>
                      <a:pt x="7080221" y="733711"/>
                      <a:pt x="7075268" y="728186"/>
                    </a:cubicBezTo>
                    <a:cubicBezTo>
                      <a:pt x="7034501" y="685419"/>
                      <a:pt x="6979446" y="656844"/>
                      <a:pt x="6921820" y="641413"/>
                    </a:cubicBezTo>
                    <a:lnTo>
                      <a:pt x="6922201" y="639509"/>
                    </a:lnTo>
                    <a:cubicBezTo>
                      <a:pt x="6951729" y="645795"/>
                      <a:pt x="6980304" y="656082"/>
                      <a:pt x="7007450" y="669512"/>
                    </a:cubicBezTo>
                    <a:cubicBezTo>
                      <a:pt x="7021832" y="676656"/>
                      <a:pt x="7035739" y="684943"/>
                      <a:pt x="7048979" y="694277"/>
                    </a:cubicBezTo>
                    <a:cubicBezTo>
                      <a:pt x="7040120" y="680942"/>
                      <a:pt x="7032215" y="666940"/>
                      <a:pt x="7027071" y="651510"/>
                    </a:cubicBezTo>
                    <a:cubicBezTo>
                      <a:pt x="7024023" y="643033"/>
                      <a:pt x="7023833" y="633889"/>
                      <a:pt x="7023833" y="625507"/>
                    </a:cubicBezTo>
                    <a:cubicBezTo>
                      <a:pt x="7023833" y="616934"/>
                      <a:pt x="7024118" y="608457"/>
                      <a:pt x="7023928" y="600075"/>
                    </a:cubicBezTo>
                    <a:cubicBezTo>
                      <a:pt x="7023547" y="583311"/>
                      <a:pt x="7020880" y="566071"/>
                      <a:pt x="7011260" y="551783"/>
                    </a:cubicBezTo>
                    <a:cubicBezTo>
                      <a:pt x="7021832" y="565404"/>
                      <a:pt x="7025833" y="582930"/>
                      <a:pt x="7027262" y="599884"/>
                    </a:cubicBezTo>
                    <a:cubicBezTo>
                      <a:pt x="7028024" y="608457"/>
                      <a:pt x="7028309" y="616934"/>
                      <a:pt x="7028785" y="625412"/>
                    </a:cubicBezTo>
                    <a:cubicBezTo>
                      <a:pt x="7029357" y="633889"/>
                      <a:pt x="7030119" y="642080"/>
                      <a:pt x="7033167" y="649510"/>
                    </a:cubicBezTo>
                    <a:cubicBezTo>
                      <a:pt x="7038882" y="665035"/>
                      <a:pt x="7047741" y="679418"/>
                      <a:pt x="7057551" y="692944"/>
                    </a:cubicBezTo>
                    <a:cubicBezTo>
                      <a:pt x="7062504" y="699706"/>
                      <a:pt x="7067838" y="706184"/>
                      <a:pt x="7073268" y="712470"/>
                    </a:cubicBezTo>
                    <a:cubicBezTo>
                      <a:pt x="7075458" y="714947"/>
                      <a:pt x="7077744" y="717423"/>
                      <a:pt x="7080030" y="719804"/>
                    </a:cubicBezTo>
                    <a:cubicBezTo>
                      <a:pt x="7080697" y="720471"/>
                      <a:pt x="7081459" y="720947"/>
                      <a:pt x="7082030" y="721614"/>
                    </a:cubicBezTo>
                    <a:cubicBezTo>
                      <a:pt x="7083745" y="723424"/>
                      <a:pt x="7085459" y="725329"/>
                      <a:pt x="7087174" y="727138"/>
                    </a:cubicBezTo>
                    <a:lnTo>
                      <a:pt x="7090032" y="729901"/>
                    </a:lnTo>
                    <a:lnTo>
                      <a:pt x="7089936" y="730091"/>
                    </a:lnTo>
                    <a:cubicBezTo>
                      <a:pt x="7092508" y="732949"/>
                      <a:pt x="7095175" y="735711"/>
                      <a:pt x="7097652" y="738473"/>
                    </a:cubicBezTo>
                    <a:cubicBezTo>
                      <a:pt x="7102604" y="743998"/>
                      <a:pt x="7107272" y="749808"/>
                      <a:pt x="7112511" y="755142"/>
                    </a:cubicBezTo>
                    <a:cubicBezTo>
                      <a:pt x="7122512" y="766191"/>
                      <a:pt x="7133180" y="776478"/>
                      <a:pt x="7144038" y="786575"/>
                    </a:cubicBezTo>
                    <a:cubicBezTo>
                      <a:pt x="7166041" y="806387"/>
                      <a:pt x="7189758" y="824293"/>
                      <a:pt x="7215380" y="838486"/>
                    </a:cubicBezTo>
                    <a:cubicBezTo>
                      <a:pt x="7241003" y="852488"/>
                      <a:pt x="7268625" y="863155"/>
                      <a:pt x="7297010" y="866775"/>
                    </a:cubicBezTo>
                    <a:cubicBezTo>
                      <a:pt x="7311202" y="868775"/>
                      <a:pt x="7326156" y="869442"/>
                      <a:pt x="7341111" y="870490"/>
                    </a:cubicBezTo>
                    <a:cubicBezTo>
                      <a:pt x="7356160" y="871728"/>
                      <a:pt x="7371305" y="873062"/>
                      <a:pt x="7386544" y="875252"/>
                    </a:cubicBezTo>
                    <a:cubicBezTo>
                      <a:pt x="7388831" y="875633"/>
                      <a:pt x="7391212" y="876109"/>
                      <a:pt x="7393498" y="876490"/>
                    </a:cubicBezTo>
                    <a:cubicBezTo>
                      <a:pt x="7405690" y="876967"/>
                      <a:pt x="7448171" y="882205"/>
                      <a:pt x="7511227" y="927640"/>
                    </a:cubicBezTo>
                    <a:cubicBezTo>
                      <a:pt x="7511894" y="928116"/>
                      <a:pt x="7512561" y="928402"/>
                      <a:pt x="7513132" y="928402"/>
                    </a:cubicBezTo>
                    <a:cubicBezTo>
                      <a:pt x="7520371" y="928402"/>
                      <a:pt x="7518466" y="891254"/>
                      <a:pt x="7523895" y="865918"/>
                    </a:cubicBezTo>
                    <a:cubicBezTo>
                      <a:pt x="7528658" y="843153"/>
                      <a:pt x="7556280" y="784003"/>
                      <a:pt x="7568663" y="761333"/>
                    </a:cubicBezTo>
                    <a:cubicBezTo>
                      <a:pt x="7569044" y="754856"/>
                      <a:pt x="7569044" y="748379"/>
                      <a:pt x="7568568" y="742093"/>
                    </a:cubicBezTo>
                    <a:cubicBezTo>
                      <a:pt x="7563805" y="715613"/>
                      <a:pt x="7542564" y="693420"/>
                      <a:pt x="7526848" y="680085"/>
                    </a:cubicBezTo>
                    <a:lnTo>
                      <a:pt x="7521990" y="676275"/>
                    </a:lnTo>
                    <a:cubicBezTo>
                      <a:pt x="7505321" y="664464"/>
                      <a:pt x="7486748" y="653225"/>
                      <a:pt x="7468555" y="642271"/>
                    </a:cubicBezTo>
                    <a:lnTo>
                      <a:pt x="7461030" y="637604"/>
                    </a:lnTo>
                    <a:cubicBezTo>
                      <a:pt x="7451696" y="632365"/>
                      <a:pt x="7442647" y="626840"/>
                      <a:pt x="7433884" y="620935"/>
                    </a:cubicBezTo>
                    <a:lnTo>
                      <a:pt x="7413882" y="608647"/>
                    </a:lnTo>
                    <a:lnTo>
                      <a:pt x="7413120" y="608171"/>
                    </a:lnTo>
                    <a:lnTo>
                      <a:pt x="7412929" y="607981"/>
                    </a:lnTo>
                    <a:cubicBezTo>
                      <a:pt x="7402356" y="599599"/>
                      <a:pt x="7391402" y="592074"/>
                      <a:pt x="7379687" y="586454"/>
                    </a:cubicBezTo>
                    <a:cubicBezTo>
                      <a:pt x="7367971" y="580834"/>
                      <a:pt x="7355207" y="577215"/>
                      <a:pt x="7341968" y="575119"/>
                    </a:cubicBezTo>
                    <a:cubicBezTo>
                      <a:pt x="7315393" y="570833"/>
                      <a:pt x="7287580" y="570357"/>
                      <a:pt x="7260053" y="569119"/>
                    </a:cubicBezTo>
                    <a:cubicBezTo>
                      <a:pt x="7231192" y="568262"/>
                      <a:pt x="7203474" y="557403"/>
                      <a:pt x="7180709" y="540830"/>
                    </a:cubicBezTo>
                    <a:cubicBezTo>
                      <a:pt x="7157944" y="524256"/>
                      <a:pt x="7139085" y="502920"/>
                      <a:pt x="7125084" y="478822"/>
                    </a:cubicBezTo>
                    <a:lnTo>
                      <a:pt x="7126703" y="477869"/>
                    </a:lnTo>
                    <a:cubicBezTo>
                      <a:pt x="7141752" y="500825"/>
                      <a:pt x="7161469" y="520827"/>
                      <a:pt x="7184234" y="535591"/>
                    </a:cubicBezTo>
                    <a:cubicBezTo>
                      <a:pt x="7206903" y="550355"/>
                      <a:pt x="7233288" y="558641"/>
                      <a:pt x="7259767" y="558641"/>
                    </a:cubicBezTo>
                    <a:cubicBezTo>
                      <a:pt x="7259862" y="558641"/>
                      <a:pt x="7260053" y="558641"/>
                      <a:pt x="7260148" y="558641"/>
                    </a:cubicBezTo>
                    <a:cubicBezTo>
                      <a:pt x="7287866" y="558832"/>
                      <a:pt x="7315584" y="558165"/>
                      <a:pt x="7343873" y="561499"/>
                    </a:cubicBezTo>
                    <a:cubicBezTo>
                      <a:pt x="7353874" y="562737"/>
                      <a:pt x="7364066" y="564833"/>
                      <a:pt x="7373877" y="567976"/>
                    </a:cubicBezTo>
                    <a:cubicBezTo>
                      <a:pt x="7366161" y="558355"/>
                      <a:pt x="7359589" y="547878"/>
                      <a:pt x="7354922" y="536067"/>
                    </a:cubicBezTo>
                    <a:cubicBezTo>
                      <a:pt x="7352635" y="530162"/>
                      <a:pt x="7351016" y="522922"/>
                      <a:pt x="7350159" y="517493"/>
                    </a:cubicBezTo>
                    <a:cubicBezTo>
                      <a:pt x="7349016" y="511778"/>
                      <a:pt x="7347397" y="505968"/>
                      <a:pt x="7345587" y="500253"/>
                    </a:cubicBezTo>
                    <a:cubicBezTo>
                      <a:pt x="7341968" y="488728"/>
                      <a:pt x="7337586" y="477393"/>
                      <a:pt x="7333014" y="466058"/>
                    </a:cubicBezTo>
                    <a:cubicBezTo>
                      <a:pt x="7328538" y="454723"/>
                      <a:pt x="7323775" y="443389"/>
                      <a:pt x="7319679" y="431768"/>
                    </a:cubicBezTo>
                    <a:cubicBezTo>
                      <a:pt x="7315774" y="420243"/>
                      <a:pt x="7311488" y="408242"/>
                      <a:pt x="7311869" y="395859"/>
                    </a:cubicBezTo>
                    <a:cubicBezTo>
                      <a:pt x="7312440" y="408146"/>
                      <a:pt x="7317584" y="419481"/>
                      <a:pt x="7322441" y="430625"/>
                    </a:cubicBezTo>
                    <a:cubicBezTo>
                      <a:pt x="7327490" y="441769"/>
                      <a:pt x="7333014" y="452628"/>
                      <a:pt x="7338443" y="463582"/>
                    </a:cubicBezTo>
                    <a:cubicBezTo>
                      <a:pt x="7343873" y="474535"/>
                      <a:pt x="7349302" y="485680"/>
                      <a:pt x="7353969" y="497205"/>
                    </a:cubicBezTo>
                    <a:cubicBezTo>
                      <a:pt x="7356255" y="503015"/>
                      <a:pt x="7358446" y="508921"/>
                      <a:pt x="7360256" y="515017"/>
                    </a:cubicBezTo>
                    <a:cubicBezTo>
                      <a:pt x="7361970" y="521589"/>
                      <a:pt x="7363113" y="526256"/>
                      <a:pt x="7365590" y="531685"/>
                    </a:cubicBezTo>
                    <a:cubicBezTo>
                      <a:pt x="7375020" y="552640"/>
                      <a:pt x="7392545" y="569690"/>
                      <a:pt x="7411119" y="584263"/>
                    </a:cubicBezTo>
                    <a:cubicBezTo>
                      <a:pt x="7417025" y="588835"/>
                      <a:pt x="7423216" y="593122"/>
                      <a:pt x="7429407" y="597313"/>
                    </a:cubicBezTo>
                    <a:cubicBezTo>
                      <a:pt x="7446076" y="606171"/>
                      <a:pt x="7462554" y="615410"/>
                      <a:pt x="7478842" y="625030"/>
                    </a:cubicBezTo>
                    <a:cubicBezTo>
                      <a:pt x="7497225" y="636556"/>
                      <a:pt x="7515513" y="647795"/>
                      <a:pt x="7532944" y="662273"/>
                    </a:cubicBezTo>
                    <a:cubicBezTo>
                      <a:pt x="7534277" y="663416"/>
                      <a:pt x="7535325" y="664369"/>
                      <a:pt x="7536468" y="665417"/>
                    </a:cubicBezTo>
                    <a:cubicBezTo>
                      <a:pt x="7576568" y="699040"/>
                      <a:pt x="7585808" y="726758"/>
                      <a:pt x="7587903" y="737902"/>
                    </a:cubicBezTo>
                    <a:cubicBezTo>
                      <a:pt x="7598190" y="722281"/>
                      <a:pt x="7608763" y="706946"/>
                      <a:pt x="7619431" y="691705"/>
                    </a:cubicBezTo>
                    <a:cubicBezTo>
                      <a:pt x="7625527" y="682943"/>
                      <a:pt x="7631718" y="674180"/>
                      <a:pt x="7637243" y="665512"/>
                    </a:cubicBezTo>
                    <a:cubicBezTo>
                      <a:pt x="7643148" y="656272"/>
                      <a:pt x="7649435" y="647414"/>
                      <a:pt x="7655245" y="638747"/>
                    </a:cubicBezTo>
                    <a:cubicBezTo>
                      <a:pt x="7666580" y="621983"/>
                      <a:pt x="7676581" y="604933"/>
                      <a:pt x="7683629" y="586550"/>
                    </a:cubicBezTo>
                    <a:cubicBezTo>
                      <a:pt x="7689440" y="556165"/>
                      <a:pt x="7686677" y="538829"/>
                      <a:pt x="7683058" y="522065"/>
                    </a:cubicBezTo>
                    <a:cubicBezTo>
                      <a:pt x="7681343" y="514350"/>
                      <a:pt x="7679153" y="508825"/>
                      <a:pt x="7676105" y="501491"/>
                    </a:cubicBezTo>
                    <a:cubicBezTo>
                      <a:pt x="7667056" y="479584"/>
                      <a:pt x="7651245" y="461010"/>
                      <a:pt x="7631813" y="447484"/>
                    </a:cubicBezTo>
                    <a:cubicBezTo>
                      <a:pt x="7628480" y="445770"/>
                      <a:pt x="7625146" y="444055"/>
                      <a:pt x="7621812" y="442436"/>
                    </a:cubicBezTo>
                    <a:cubicBezTo>
                      <a:pt x="7615621" y="439388"/>
                      <a:pt x="7609525" y="436626"/>
                      <a:pt x="7603238" y="434150"/>
                    </a:cubicBezTo>
                    <a:cubicBezTo>
                      <a:pt x="7590760" y="429292"/>
                      <a:pt x="7577902" y="425291"/>
                      <a:pt x="7564662" y="422243"/>
                    </a:cubicBezTo>
                    <a:cubicBezTo>
                      <a:pt x="7551518" y="419100"/>
                      <a:pt x="7536087" y="415671"/>
                      <a:pt x="7524085" y="405955"/>
                    </a:cubicBezTo>
                    <a:cubicBezTo>
                      <a:pt x="7511894" y="396240"/>
                      <a:pt x="7505607" y="382810"/>
                      <a:pt x="7500464" y="369856"/>
                    </a:cubicBezTo>
                    <a:lnTo>
                      <a:pt x="7501702" y="369189"/>
                    </a:lnTo>
                    <a:cubicBezTo>
                      <a:pt x="7510275" y="380238"/>
                      <a:pt x="7518657" y="391668"/>
                      <a:pt x="7529705" y="397859"/>
                    </a:cubicBezTo>
                    <a:cubicBezTo>
                      <a:pt x="7540850" y="404146"/>
                      <a:pt x="7553613" y="406146"/>
                      <a:pt x="7567615" y="408432"/>
                    </a:cubicBezTo>
                    <a:cubicBezTo>
                      <a:pt x="7574663" y="409861"/>
                      <a:pt x="7581617" y="411480"/>
                      <a:pt x="7588570" y="413575"/>
                    </a:cubicBezTo>
                    <a:cubicBezTo>
                      <a:pt x="7592666" y="414814"/>
                      <a:pt x="7596761" y="416338"/>
                      <a:pt x="7600762" y="417957"/>
                    </a:cubicBezTo>
                    <a:cubicBezTo>
                      <a:pt x="7600476" y="417385"/>
                      <a:pt x="7600191" y="416719"/>
                      <a:pt x="7599905" y="416147"/>
                    </a:cubicBezTo>
                    <a:cubicBezTo>
                      <a:pt x="7596952" y="409194"/>
                      <a:pt x="7594190" y="400717"/>
                      <a:pt x="7593332" y="392716"/>
                    </a:cubicBezTo>
                    <a:cubicBezTo>
                      <a:pt x="7592952" y="389477"/>
                      <a:pt x="7592761" y="386239"/>
                      <a:pt x="7592856" y="383286"/>
                    </a:cubicBezTo>
                    <a:cubicBezTo>
                      <a:pt x="7593332" y="365474"/>
                      <a:pt x="7595523" y="346996"/>
                      <a:pt x="7590094" y="332137"/>
                    </a:cubicBezTo>
                    <a:cubicBezTo>
                      <a:pt x="7588665" y="328613"/>
                      <a:pt x="7586569" y="325660"/>
                      <a:pt x="7584188" y="323469"/>
                    </a:cubicBezTo>
                    <a:lnTo>
                      <a:pt x="7582188" y="322040"/>
                    </a:lnTo>
                    <a:lnTo>
                      <a:pt x="7579331" y="320135"/>
                    </a:lnTo>
                    <a:cubicBezTo>
                      <a:pt x="7577330" y="318802"/>
                      <a:pt x="7575521" y="317373"/>
                      <a:pt x="7573616" y="316039"/>
                    </a:cubicBezTo>
                    <a:cubicBezTo>
                      <a:pt x="7566282" y="310229"/>
                      <a:pt x="7559519" y="303943"/>
                      <a:pt x="7553709" y="296704"/>
                    </a:cubicBezTo>
                    <a:cubicBezTo>
                      <a:pt x="7542279" y="282416"/>
                      <a:pt x="7532182" y="265747"/>
                      <a:pt x="7530086" y="247079"/>
                    </a:cubicBezTo>
                    <a:lnTo>
                      <a:pt x="7531420" y="246697"/>
                    </a:lnTo>
                    <a:cubicBezTo>
                      <a:pt x="7540754" y="262128"/>
                      <a:pt x="7552089" y="274892"/>
                      <a:pt x="7564281" y="287179"/>
                    </a:cubicBezTo>
                    <a:cubicBezTo>
                      <a:pt x="7570377" y="293275"/>
                      <a:pt x="7576378" y="299466"/>
                      <a:pt x="7582664" y="305181"/>
                    </a:cubicBezTo>
                    <a:cubicBezTo>
                      <a:pt x="7584284" y="306610"/>
                      <a:pt x="7585808" y="308134"/>
                      <a:pt x="7587427" y="309372"/>
                    </a:cubicBezTo>
                    <a:lnTo>
                      <a:pt x="7589904" y="311467"/>
                    </a:lnTo>
                    <a:lnTo>
                      <a:pt x="7593047" y="314420"/>
                    </a:lnTo>
                    <a:cubicBezTo>
                      <a:pt x="7595047" y="316516"/>
                      <a:pt x="7596571" y="318897"/>
                      <a:pt x="7597904" y="321373"/>
                    </a:cubicBezTo>
                    <a:cubicBezTo>
                      <a:pt x="7597904" y="321183"/>
                      <a:pt x="7598000" y="320992"/>
                      <a:pt x="7598000" y="320897"/>
                    </a:cubicBezTo>
                    <a:cubicBezTo>
                      <a:pt x="7599143" y="313182"/>
                      <a:pt x="7600095" y="305467"/>
                      <a:pt x="7600285" y="297656"/>
                    </a:cubicBezTo>
                    <a:cubicBezTo>
                      <a:pt x="7600571" y="289846"/>
                      <a:pt x="7600476" y="282035"/>
                      <a:pt x="7599619" y="274225"/>
                    </a:cubicBezTo>
                    <a:cubicBezTo>
                      <a:pt x="7598666" y="266414"/>
                      <a:pt x="7597333" y="258604"/>
                      <a:pt x="7594475" y="251269"/>
                    </a:cubicBezTo>
                    <a:cubicBezTo>
                      <a:pt x="7598095" y="258318"/>
                      <a:pt x="7600191" y="266033"/>
                      <a:pt x="7601905" y="273844"/>
                    </a:cubicBezTo>
                    <a:cubicBezTo>
                      <a:pt x="7603524" y="281654"/>
                      <a:pt x="7604476" y="289655"/>
                      <a:pt x="7604953" y="297561"/>
                    </a:cubicBezTo>
                    <a:cubicBezTo>
                      <a:pt x="7605525" y="305562"/>
                      <a:pt x="7605334" y="313563"/>
                      <a:pt x="7605048" y="321564"/>
                    </a:cubicBezTo>
                    <a:cubicBezTo>
                      <a:pt x="7604667" y="328613"/>
                      <a:pt x="7603905" y="335566"/>
                      <a:pt x="7603048" y="342614"/>
                    </a:cubicBezTo>
                    <a:cubicBezTo>
                      <a:pt x="7603429" y="348329"/>
                      <a:pt x="7603143" y="353854"/>
                      <a:pt x="7602667" y="359283"/>
                    </a:cubicBezTo>
                    <a:lnTo>
                      <a:pt x="7602762" y="359378"/>
                    </a:lnTo>
                    <a:cubicBezTo>
                      <a:pt x="7597904" y="402050"/>
                      <a:pt x="7606191" y="408432"/>
                      <a:pt x="7622003" y="428054"/>
                    </a:cubicBezTo>
                    <a:cubicBezTo>
                      <a:pt x="7623908" y="429101"/>
                      <a:pt x="7625908" y="430149"/>
                      <a:pt x="7627813" y="431292"/>
                    </a:cubicBezTo>
                    <a:cubicBezTo>
                      <a:pt x="7633909" y="434816"/>
                      <a:pt x="7639814" y="438340"/>
                      <a:pt x="7646101" y="442436"/>
                    </a:cubicBezTo>
                    <a:cubicBezTo>
                      <a:pt x="7657721" y="450533"/>
                      <a:pt x="7668104" y="460724"/>
                      <a:pt x="7675629" y="472726"/>
                    </a:cubicBezTo>
                    <a:cubicBezTo>
                      <a:pt x="7682868" y="481013"/>
                      <a:pt x="7688868" y="490442"/>
                      <a:pt x="7693154" y="500634"/>
                    </a:cubicBezTo>
                    <a:cubicBezTo>
                      <a:pt x="7695441" y="506063"/>
                      <a:pt x="7697155" y="511683"/>
                      <a:pt x="7698679" y="517398"/>
                    </a:cubicBezTo>
                    <a:cubicBezTo>
                      <a:pt x="7700108" y="499110"/>
                      <a:pt x="7699726" y="480631"/>
                      <a:pt x="7699346" y="461677"/>
                    </a:cubicBezTo>
                    <a:lnTo>
                      <a:pt x="7697536" y="397478"/>
                    </a:lnTo>
                    <a:cubicBezTo>
                      <a:pt x="7697345" y="375952"/>
                      <a:pt x="7697345" y="353759"/>
                      <a:pt x="7702298" y="331565"/>
                    </a:cubicBezTo>
                    <a:cubicBezTo>
                      <a:pt x="7704680" y="320802"/>
                      <a:pt x="7708585" y="310420"/>
                      <a:pt x="7713348" y="300609"/>
                    </a:cubicBezTo>
                    <a:cubicBezTo>
                      <a:pt x="7713348" y="300418"/>
                      <a:pt x="7713252" y="300323"/>
                      <a:pt x="7713157" y="300133"/>
                    </a:cubicBezTo>
                    <a:lnTo>
                      <a:pt x="7713062" y="298990"/>
                    </a:lnTo>
                    <a:lnTo>
                      <a:pt x="7713062" y="298704"/>
                    </a:lnTo>
                    <a:lnTo>
                      <a:pt x="7713062" y="298133"/>
                    </a:lnTo>
                    <a:lnTo>
                      <a:pt x="7713252" y="296132"/>
                    </a:lnTo>
                    <a:lnTo>
                      <a:pt x="7713729" y="292894"/>
                    </a:lnTo>
                    <a:lnTo>
                      <a:pt x="7714776" y="286893"/>
                    </a:lnTo>
                    <a:lnTo>
                      <a:pt x="7716872" y="275272"/>
                    </a:lnTo>
                    <a:cubicBezTo>
                      <a:pt x="7718205" y="267557"/>
                      <a:pt x="7719348" y="259842"/>
                      <a:pt x="7719825" y="252222"/>
                    </a:cubicBezTo>
                    <a:cubicBezTo>
                      <a:pt x="7720110" y="248412"/>
                      <a:pt x="7720110" y="244602"/>
                      <a:pt x="7719825" y="240887"/>
                    </a:cubicBezTo>
                    <a:cubicBezTo>
                      <a:pt x="7719634" y="239077"/>
                      <a:pt x="7719443" y="237268"/>
                      <a:pt x="7718967" y="235648"/>
                    </a:cubicBezTo>
                    <a:cubicBezTo>
                      <a:pt x="7718586" y="233934"/>
                      <a:pt x="7717824" y="231838"/>
                      <a:pt x="7717157" y="230029"/>
                    </a:cubicBezTo>
                    <a:lnTo>
                      <a:pt x="7709728" y="207264"/>
                    </a:lnTo>
                    <a:lnTo>
                      <a:pt x="7721444" y="228029"/>
                    </a:lnTo>
                    <a:cubicBezTo>
                      <a:pt x="7722396" y="229838"/>
                      <a:pt x="7723349" y="231362"/>
                      <a:pt x="7724396" y="233363"/>
                    </a:cubicBezTo>
                    <a:cubicBezTo>
                      <a:pt x="7725444" y="235363"/>
                      <a:pt x="7726206" y="237458"/>
                      <a:pt x="7726778" y="239554"/>
                    </a:cubicBezTo>
                    <a:cubicBezTo>
                      <a:pt x="7727921" y="243650"/>
                      <a:pt x="7728683" y="247745"/>
                      <a:pt x="7729254" y="251841"/>
                    </a:cubicBezTo>
                    <a:cubicBezTo>
                      <a:pt x="7730016" y="257270"/>
                      <a:pt x="7730302" y="262604"/>
                      <a:pt x="7730588" y="268034"/>
                    </a:cubicBezTo>
                    <a:cubicBezTo>
                      <a:pt x="7740494" y="250317"/>
                      <a:pt x="7750495" y="232791"/>
                      <a:pt x="7758972" y="214884"/>
                    </a:cubicBezTo>
                    <a:cubicBezTo>
                      <a:pt x="7763354" y="205454"/>
                      <a:pt x="7767259" y="195739"/>
                      <a:pt x="7769164" y="186023"/>
                    </a:cubicBezTo>
                    <a:cubicBezTo>
                      <a:pt x="7769831" y="183547"/>
                      <a:pt x="7769831" y="181261"/>
                      <a:pt x="7770116" y="178784"/>
                    </a:cubicBezTo>
                    <a:cubicBezTo>
                      <a:pt x="7770402" y="175831"/>
                      <a:pt x="7770593" y="172974"/>
                      <a:pt x="7771259" y="170117"/>
                    </a:cubicBezTo>
                    <a:cubicBezTo>
                      <a:pt x="7771545" y="168783"/>
                      <a:pt x="7771926" y="167450"/>
                      <a:pt x="7772212" y="166211"/>
                    </a:cubicBezTo>
                    <a:lnTo>
                      <a:pt x="7775926" y="129826"/>
                    </a:lnTo>
                    <a:cubicBezTo>
                      <a:pt x="7777069" y="120396"/>
                      <a:pt x="7777355" y="110966"/>
                      <a:pt x="7777546" y="101346"/>
                    </a:cubicBezTo>
                    <a:lnTo>
                      <a:pt x="7778784" y="73247"/>
                    </a:lnTo>
                    <a:moveTo>
                      <a:pt x="7807073" y="95"/>
                    </a:moveTo>
                    <a:cubicBezTo>
                      <a:pt x="7803645" y="95"/>
                      <a:pt x="7800692" y="2476"/>
                      <a:pt x="7800025" y="5905"/>
                    </a:cubicBezTo>
                    <a:cubicBezTo>
                      <a:pt x="7799930" y="6667"/>
                      <a:pt x="7799834" y="7525"/>
                      <a:pt x="7799834" y="8382"/>
                    </a:cubicBezTo>
                    <a:cubicBezTo>
                      <a:pt x="7799358" y="18288"/>
                      <a:pt x="7802597" y="32480"/>
                      <a:pt x="7806026" y="47434"/>
                    </a:cubicBezTo>
                    <a:cubicBezTo>
                      <a:pt x="7809074" y="60674"/>
                      <a:pt x="7812217" y="74295"/>
                      <a:pt x="7812884" y="85249"/>
                    </a:cubicBezTo>
                    <a:cubicBezTo>
                      <a:pt x="7811074" y="89630"/>
                      <a:pt x="7809264" y="93345"/>
                      <a:pt x="7807264" y="96583"/>
                    </a:cubicBezTo>
                    <a:cubicBezTo>
                      <a:pt x="7803835" y="101632"/>
                      <a:pt x="7799930" y="106775"/>
                      <a:pt x="7795834" y="112204"/>
                    </a:cubicBezTo>
                    <a:cubicBezTo>
                      <a:pt x="7793548" y="115252"/>
                      <a:pt x="7791262" y="118300"/>
                      <a:pt x="7788976" y="121348"/>
                    </a:cubicBezTo>
                    <a:cubicBezTo>
                      <a:pt x="7788881" y="114586"/>
                      <a:pt x="7788500" y="107823"/>
                      <a:pt x="7788119" y="101251"/>
                    </a:cubicBezTo>
                    <a:lnTo>
                      <a:pt x="7785928" y="72485"/>
                    </a:lnTo>
                    <a:cubicBezTo>
                      <a:pt x="7785642" y="68771"/>
                      <a:pt x="7782499" y="65913"/>
                      <a:pt x="7778784" y="65913"/>
                    </a:cubicBezTo>
                    <a:cubicBezTo>
                      <a:pt x="7778689" y="65913"/>
                      <a:pt x="7778594" y="65913"/>
                      <a:pt x="7778498" y="65913"/>
                    </a:cubicBezTo>
                    <a:cubicBezTo>
                      <a:pt x="7774688" y="66008"/>
                      <a:pt x="7771641" y="69151"/>
                      <a:pt x="7771641" y="72962"/>
                    </a:cubicBezTo>
                    <a:lnTo>
                      <a:pt x="7771450" y="101632"/>
                    </a:lnTo>
                    <a:cubicBezTo>
                      <a:pt x="7771259" y="111157"/>
                      <a:pt x="7770974" y="120205"/>
                      <a:pt x="7769926" y="129254"/>
                    </a:cubicBezTo>
                    <a:lnTo>
                      <a:pt x="7766307" y="165259"/>
                    </a:lnTo>
                    <a:lnTo>
                      <a:pt x="7766116" y="166021"/>
                    </a:lnTo>
                    <a:cubicBezTo>
                      <a:pt x="7765830" y="167068"/>
                      <a:pt x="7765545" y="168116"/>
                      <a:pt x="7765354" y="169259"/>
                    </a:cubicBezTo>
                    <a:cubicBezTo>
                      <a:pt x="7764782" y="171545"/>
                      <a:pt x="7764592" y="174117"/>
                      <a:pt x="7764306" y="176498"/>
                    </a:cubicBezTo>
                    <a:lnTo>
                      <a:pt x="7764116" y="178403"/>
                    </a:lnTo>
                    <a:cubicBezTo>
                      <a:pt x="7764020" y="179070"/>
                      <a:pt x="7763925" y="180022"/>
                      <a:pt x="7763830" y="180975"/>
                    </a:cubicBezTo>
                    <a:cubicBezTo>
                      <a:pt x="7763735" y="182404"/>
                      <a:pt x="7763544" y="183547"/>
                      <a:pt x="7763354" y="184594"/>
                    </a:cubicBezTo>
                    <a:cubicBezTo>
                      <a:pt x="7761354" y="194786"/>
                      <a:pt x="7757067" y="204692"/>
                      <a:pt x="7753638" y="212217"/>
                    </a:cubicBezTo>
                    <a:cubicBezTo>
                      <a:pt x="7748494" y="223171"/>
                      <a:pt x="7742494" y="234315"/>
                      <a:pt x="7736493" y="245173"/>
                    </a:cubicBezTo>
                    <a:cubicBezTo>
                      <a:pt x="7736017" y="242602"/>
                      <a:pt x="7735445" y="240125"/>
                      <a:pt x="7734779" y="237839"/>
                    </a:cubicBezTo>
                    <a:cubicBezTo>
                      <a:pt x="7734207" y="235744"/>
                      <a:pt x="7733255" y="233077"/>
                      <a:pt x="7731826" y="230314"/>
                    </a:cubicBezTo>
                    <a:cubicBezTo>
                      <a:pt x="7731254" y="229076"/>
                      <a:pt x="7730493" y="227838"/>
                      <a:pt x="7729826" y="226600"/>
                    </a:cubicBezTo>
                    <a:lnTo>
                      <a:pt x="7728873" y="224885"/>
                    </a:lnTo>
                    <a:lnTo>
                      <a:pt x="7717062" y="204025"/>
                    </a:lnTo>
                    <a:cubicBezTo>
                      <a:pt x="7715729" y="201739"/>
                      <a:pt x="7713348" y="200406"/>
                      <a:pt x="7710871" y="200406"/>
                    </a:cubicBezTo>
                    <a:cubicBezTo>
                      <a:pt x="7709918" y="200406"/>
                      <a:pt x="7708966" y="200596"/>
                      <a:pt x="7708013" y="200977"/>
                    </a:cubicBezTo>
                    <a:cubicBezTo>
                      <a:pt x="7704680" y="202501"/>
                      <a:pt x="7702965" y="206216"/>
                      <a:pt x="7704108" y="209740"/>
                    </a:cubicBezTo>
                    <a:lnTo>
                      <a:pt x="7711538" y="232505"/>
                    </a:lnTo>
                    <a:cubicBezTo>
                      <a:pt x="7711728" y="233077"/>
                      <a:pt x="7712014" y="233839"/>
                      <a:pt x="7712204" y="234601"/>
                    </a:cubicBezTo>
                    <a:cubicBezTo>
                      <a:pt x="7712586" y="235648"/>
                      <a:pt x="7712871" y="236696"/>
                      <a:pt x="7713157" y="237649"/>
                    </a:cubicBezTo>
                    <a:cubicBezTo>
                      <a:pt x="7713538" y="238887"/>
                      <a:pt x="7713729" y="240125"/>
                      <a:pt x="7713824" y="241840"/>
                    </a:cubicBezTo>
                    <a:cubicBezTo>
                      <a:pt x="7714014" y="244792"/>
                      <a:pt x="7714014" y="248221"/>
                      <a:pt x="7713729" y="252031"/>
                    </a:cubicBezTo>
                    <a:cubicBezTo>
                      <a:pt x="7713157" y="259937"/>
                      <a:pt x="7711919" y="267748"/>
                      <a:pt x="7710871" y="274415"/>
                    </a:cubicBezTo>
                    <a:lnTo>
                      <a:pt x="7708775" y="285940"/>
                    </a:lnTo>
                    <a:lnTo>
                      <a:pt x="7707728" y="291846"/>
                    </a:lnTo>
                    <a:lnTo>
                      <a:pt x="7707156" y="295180"/>
                    </a:lnTo>
                    <a:lnTo>
                      <a:pt x="7706870" y="297656"/>
                    </a:lnTo>
                    <a:lnTo>
                      <a:pt x="7706775" y="298323"/>
                    </a:lnTo>
                    <a:cubicBezTo>
                      <a:pt x="7706775" y="298704"/>
                      <a:pt x="7706775" y="299180"/>
                      <a:pt x="7706775" y="299561"/>
                    </a:cubicBezTo>
                    <a:cubicBezTo>
                      <a:pt x="7702013" y="309658"/>
                      <a:pt x="7698393" y="319945"/>
                      <a:pt x="7696202" y="330137"/>
                    </a:cubicBezTo>
                    <a:cubicBezTo>
                      <a:pt x="7691250" y="352425"/>
                      <a:pt x="7691059" y="373951"/>
                      <a:pt x="7691250" y="397669"/>
                    </a:cubicBezTo>
                    <a:lnTo>
                      <a:pt x="7693059" y="461963"/>
                    </a:lnTo>
                    <a:cubicBezTo>
                      <a:pt x="7693250" y="469011"/>
                      <a:pt x="7693345" y="476345"/>
                      <a:pt x="7693440" y="483965"/>
                    </a:cubicBezTo>
                    <a:cubicBezTo>
                      <a:pt x="7690201" y="478631"/>
                      <a:pt x="7686487" y="473488"/>
                      <a:pt x="7682201" y="468535"/>
                    </a:cubicBezTo>
                    <a:cubicBezTo>
                      <a:pt x="7674486" y="456533"/>
                      <a:pt x="7664008" y="445770"/>
                      <a:pt x="7650959" y="436721"/>
                    </a:cubicBezTo>
                    <a:cubicBezTo>
                      <a:pt x="7643719" y="432054"/>
                      <a:pt x="7637433" y="428244"/>
                      <a:pt x="7632099" y="425291"/>
                    </a:cubicBezTo>
                    <a:cubicBezTo>
                      <a:pt x="7630575" y="424434"/>
                      <a:pt x="7629051" y="423577"/>
                      <a:pt x="7627527" y="422719"/>
                    </a:cubicBezTo>
                    <a:lnTo>
                      <a:pt x="7627337" y="422624"/>
                    </a:lnTo>
                    <a:lnTo>
                      <a:pt x="7624955" y="419671"/>
                    </a:lnTo>
                    <a:cubicBezTo>
                      <a:pt x="7611811" y="403669"/>
                      <a:pt x="7606382" y="397002"/>
                      <a:pt x="7610573" y="360331"/>
                    </a:cubicBezTo>
                    <a:cubicBezTo>
                      <a:pt x="7610668" y="359855"/>
                      <a:pt x="7610668" y="359378"/>
                      <a:pt x="7610573" y="358997"/>
                    </a:cubicBezTo>
                    <a:cubicBezTo>
                      <a:pt x="7611049" y="352996"/>
                      <a:pt x="7611144" y="347853"/>
                      <a:pt x="7610859" y="342995"/>
                    </a:cubicBezTo>
                    <a:cubicBezTo>
                      <a:pt x="7611906" y="334899"/>
                      <a:pt x="7612573" y="328231"/>
                      <a:pt x="7612859" y="322040"/>
                    </a:cubicBezTo>
                    <a:cubicBezTo>
                      <a:pt x="7613145" y="314611"/>
                      <a:pt x="7613430" y="305848"/>
                      <a:pt x="7612763" y="297085"/>
                    </a:cubicBezTo>
                    <a:cubicBezTo>
                      <a:pt x="7612192" y="287941"/>
                      <a:pt x="7611144" y="279844"/>
                      <a:pt x="7609525" y="272320"/>
                    </a:cubicBezTo>
                    <a:cubicBezTo>
                      <a:pt x="7608001" y="265271"/>
                      <a:pt x="7605715" y="256318"/>
                      <a:pt x="7601429" y="247936"/>
                    </a:cubicBezTo>
                    <a:cubicBezTo>
                      <a:pt x="7600191" y="245459"/>
                      <a:pt x="7597714" y="244030"/>
                      <a:pt x="7595047" y="244030"/>
                    </a:cubicBezTo>
                    <a:cubicBezTo>
                      <a:pt x="7594095" y="244030"/>
                      <a:pt x="7593047" y="244221"/>
                      <a:pt x="7592094" y="244697"/>
                    </a:cubicBezTo>
                    <a:cubicBezTo>
                      <a:pt x="7588665" y="246221"/>
                      <a:pt x="7586951" y="250222"/>
                      <a:pt x="7588379" y="253841"/>
                    </a:cubicBezTo>
                    <a:cubicBezTo>
                      <a:pt x="7591142" y="260890"/>
                      <a:pt x="7592285" y="268510"/>
                      <a:pt x="7593047" y="275082"/>
                    </a:cubicBezTo>
                    <a:cubicBezTo>
                      <a:pt x="7593809" y="281750"/>
                      <a:pt x="7593999" y="289084"/>
                      <a:pt x="7593713" y="297466"/>
                    </a:cubicBezTo>
                    <a:cubicBezTo>
                      <a:pt x="7593618" y="299847"/>
                      <a:pt x="7593523" y="302323"/>
                      <a:pt x="7593332" y="304705"/>
                    </a:cubicBezTo>
                    <a:lnTo>
                      <a:pt x="7592666" y="304133"/>
                    </a:lnTo>
                    <a:cubicBezTo>
                      <a:pt x="7591618" y="303276"/>
                      <a:pt x="7590666" y="302419"/>
                      <a:pt x="7589808" y="301562"/>
                    </a:cubicBezTo>
                    <a:lnTo>
                      <a:pt x="7588094" y="299942"/>
                    </a:lnTo>
                    <a:cubicBezTo>
                      <a:pt x="7583617" y="295846"/>
                      <a:pt x="7579140" y="291370"/>
                      <a:pt x="7574854" y="287084"/>
                    </a:cubicBezTo>
                    <a:lnTo>
                      <a:pt x="7569996" y="282226"/>
                    </a:lnTo>
                    <a:cubicBezTo>
                      <a:pt x="7559614" y="271748"/>
                      <a:pt x="7547708" y="258794"/>
                      <a:pt x="7538183" y="243078"/>
                    </a:cubicBezTo>
                    <a:cubicBezTo>
                      <a:pt x="7536849" y="240887"/>
                      <a:pt x="7534563" y="239649"/>
                      <a:pt x="7532087" y="239649"/>
                    </a:cubicBezTo>
                    <a:cubicBezTo>
                      <a:pt x="7531420" y="239649"/>
                      <a:pt x="7530658" y="239744"/>
                      <a:pt x="7529991" y="239935"/>
                    </a:cubicBezTo>
                    <a:lnTo>
                      <a:pt x="7528658" y="240316"/>
                    </a:lnTo>
                    <a:cubicBezTo>
                      <a:pt x="7525419" y="241363"/>
                      <a:pt x="7523324" y="244507"/>
                      <a:pt x="7523609" y="247936"/>
                    </a:cubicBezTo>
                    <a:cubicBezTo>
                      <a:pt x="7525419" y="265081"/>
                      <a:pt x="7533706" y="282512"/>
                      <a:pt x="7548755" y="301276"/>
                    </a:cubicBezTo>
                    <a:cubicBezTo>
                      <a:pt x="7554470" y="308419"/>
                      <a:pt x="7561424" y="315087"/>
                      <a:pt x="7569901" y="321755"/>
                    </a:cubicBezTo>
                    <a:lnTo>
                      <a:pt x="7571996" y="323279"/>
                    </a:lnTo>
                    <a:cubicBezTo>
                      <a:pt x="7573330" y="324326"/>
                      <a:pt x="7574759" y="325279"/>
                      <a:pt x="7576188" y="326231"/>
                    </a:cubicBezTo>
                    <a:lnTo>
                      <a:pt x="7578854" y="328041"/>
                    </a:lnTo>
                    <a:lnTo>
                      <a:pt x="7580188" y="329089"/>
                    </a:lnTo>
                    <a:cubicBezTo>
                      <a:pt x="7581807" y="330708"/>
                      <a:pt x="7583141" y="332613"/>
                      <a:pt x="7584093" y="334899"/>
                    </a:cubicBezTo>
                    <a:cubicBezTo>
                      <a:pt x="7587998" y="345567"/>
                      <a:pt x="7587332" y="359092"/>
                      <a:pt x="7586760" y="373380"/>
                    </a:cubicBezTo>
                    <a:cubicBezTo>
                      <a:pt x="7586569" y="376618"/>
                      <a:pt x="7586475" y="379952"/>
                      <a:pt x="7586379" y="383191"/>
                    </a:cubicBezTo>
                    <a:cubicBezTo>
                      <a:pt x="7586284" y="386620"/>
                      <a:pt x="7586475" y="390239"/>
                      <a:pt x="7586951" y="393763"/>
                    </a:cubicBezTo>
                    <a:cubicBezTo>
                      <a:pt x="7587427" y="397669"/>
                      <a:pt x="7588284" y="401860"/>
                      <a:pt x="7589523" y="406337"/>
                    </a:cubicBezTo>
                    <a:cubicBezTo>
                      <a:pt x="7583236" y="404527"/>
                      <a:pt x="7576568" y="403003"/>
                      <a:pt x="7569806" y="401574"/>
                    </a:cubicBezTo>
                    <a:cubicBezTo>
                      <a:pt x="7555709" y="399288"/>
                      <a:pt x="7543993" y="397478"/>
                      <a:pt x="7533992" y="391859"/>
                    </a:cubicBezTo>
                    <a:cubicBezTo>
                      <a:pt x="7524943" y="386715"/>
                      <a:pt x="7517609" y="377285"/>
                      <a:pt x="7509798" y="367284"/>
                    </a:cubicBezTo>
                    <a:lnTo>
                      <a:pt x="7507988" y="364998"/>
                    </a:lnTo>
                    <a:cubicBezTo>
                      <a:pt x="7506560" y="363188"/>
                      <a:pt x="7504464" y="362236"/>
                      <a:pt x="7502369" y="362236"/>
                    </a:cubicBezTo>
                    <a:cubicBezTo>
                      <a:pt x="7501130" y="362236"/>
                      <a:pt x="7499988" y="362521"/>
                      <a:pt x="7498845" y="363188"/>
                    </a:cubicBezTo>
                    <a:lnTo>
                      <a:pt x="7497606" y="363855"/>
                    </a:lnTo>
                    <a:cubicBezTo>
                      <a:pt x="7494463" y="365569"/>
                      <a:pt x="7493129" y="369380"/>
                      <a:pt x="7494463" y="372713"/>
                    </a:cubicBezTo>
                    <a:cubicBezTo>
                      <a:pt x="7499988" y="386715"/>
                      <a:pt x="7506941" y="401193"/>
                      <a:pt x="7520276" y="411766"/>
                    </a:cubicBezTo>
                    <a:cubicBezTo>
                      <a:pt x="7533230" y="422243"/>
                      <a:pt x="7549422" y="426053"/>
                      <a:pt x="7562567" y="429196"/>
                    </a:cubicBezTo>
                    <a:lnTo>
                      <a:pt x="7563710" y="429482"/>
                    </a:lnTo>
                    <a:cubicBezTo>
                      <a:pt x="7576854" y="432530"/>
                      <a:pt x="7589523" y="436435"/>
                      <a:pt x="7601334" y="441103"/>
                    </a:cubicBezTo>
                    <a:cubicBezTo>
                      <a:pt x="7606858" y="443293"/>
                      <a:pt x="7612763" y="445865"/>
                      <a:pt x="7619335" y="449104"/>
                    </a:cubicBezTo>
                    <a:cubicBezTo>
                      <a:pt x="7622479" y="450628"/>
                      <a:pt x="7625622" y="452247"/>
                      <a:pt x="7628766" y="453866"/>
                    </a:cubicBezTo>
                    <a:cubicBezTo>
                      <a:pt x="7647530" y="467011"/>
                      <a:pt x="7661913" y="484537"/>
                      <a:pt x="7670104" y="504444"/>
                    </a:cubicBezTo>
                    <a:cubicBezTo>
                      <a:pt x="7673152" y="511778"/>
                      <a:pt x="7675152" y="516731"/>
                      <a:pt x="7676676" y="523780"/>
                    </a:cubicBezTo>
                    <a:cubicBezTo>
                      <a:pt x="7680296" y="540163"/>
                      <a:pt x="7682772" y="556165"/>
                      <a:pt x="7677343" y="584835"/>
                    </a:cubicBezTo>
                    <a:cubicBezTo>
                      <a:pt x="7671342" y="600265"/>
                      <a:pt x="7662675" y="616268"/>
                      <a:pt x="7649911" y="635032"/>
                    </a:cubicBezTo>
                    <a:cubicBezTo>
                      <a:pt x="7647910" y="638080"/>
                      <a:pt x="7645815" y="641033"/>
                      <a:pt x="7643719" y="644080"/>
                    </a:cubicBezTo>
                    <a:cubicBezTo>
                      <a:pt x="7639719" y="649891"/>
                      <a:pt x="7635623" y="655892"/>
                      <a:pt x="7631718" y="661988"/>
                    </a:cubicBezTo>
                    <a:cubicBezTo>
                      <a:pt x="7627241" y="669036"/>
                      <a:pt x="7622193" y="676275"/>
                      <a:pt x="7617336" y="683228"/>
                    </a:cubicBezTo>
                    <a:lnTo>
                      <a:pt x="7614001" y="687991"/>
                    </a:lnTo>
                    <a:cubicBezTo>
                      <a:pt x="7605525" y="699992"/>
                      <a:pt x="7597809" y="711137"/>
                      <a:pt x="7590666" y="721805"/>
                    </a:cubicBezTo>
                    <a:cubicBezTo>
                      <a:pt x="7584474" y="706946"/>
                      <a:pt x="7570949" y="684943"/>
                      <a:pt x="7541421" y="660273"/>
                    </a:cubicBezTo>
                    <a:lnTo>
                      <a:pt x="7540754" y="659606"/>
                    </a:lnTo>
                    <a:cubicBezTo>
                      <a:pt x="7539897" y="658844"/>
                      <a:pt x="7538944" y="657987"/>
                      <a:pt x="7537992" y="657130"/>
                    </a:cubicBezTo>
                    <a:cubicBezTo>
                      <a:pt x="7521038" y="643128"/>
                      <a:pt x="7503226" y="631888"/>
                      <a:pt x="7485985" y="621125"/>
                    </a:cubicBezTo>
                    <a:lnTo>
                      <a:pt x="7483128" y="619315"/>
                    </a:lnTo>
                    <a:cubicBezTo>
                      <a:pt x="7467602" y="610076"/>
                      <a:pt x="7451410" y="601027"/>
                      <a:pt x="7433598" y="591502"/>
                    </a:cubicBezTo>
                    <a:cubicBezTo>
                      <a:pt x="7426645" y="586835"/>
                      <a:pt x="7421025" y="582835"/>
                      <a:pt x="7415977" y="578930"/>
                    </a:cubicBezTo>
                    <a:cubicBezTo>
                      <a:pt x="7393879" y="561594"/>
                      <a:pt x="7380068" y="545687"/>
                      <a:pt x="7372543" y="529114"/>
                    </a:cubicBezTo>
                    <a:cubicBezTo>
                      <a:pt x="7370543" y="524542"/>
                      <a:pt x="7369400" y="520351"/>
                      <a:pt x="7367876" y="514540"/>
                    </a:cubicBezTo>
                    <a:lnTo>
                      <a:pt x="7367590" y="513493"/>
                    </a:lnTo>
                    <a:cubicBezTo>
                      <a:pt x="7365875" y="507587"/>
                      <a:pt x="7363780" y="501682"/>
                      <a:pt x="7361018" y="494824"/>
                    </a:cubicBezTo>
                    <a:cubicBezTo>
                      <a:pt x="7356255" y="483013"/>
                      <a:pt x="7350826" y="471964"/>
                      <a:pt x="7345302" y="460724"/>
                    </a:cubicBezTo>
                    <a:lnTo>
                      <a:pt x="7341682" y="453485"/>
                    </a:lnTo>
                    <a:cubicBezTo>
                      <a:pt x="7337491" y="445103"/>
                      <a:pt x="7333205" y="436531"/>
                      <a:pt x="7329394" y="427958"/>
                    </a:cubicBezTo>
                    <a:lnTo>
                      <a:pt x="7328728" y="426434"/>
                    </a:lnTo>
                    <a:cubicBezTo>
                      <a:pt x="7324251" y="416052"/>
                      <a:pt x="7319965" y="406146"/>
                      <a:pt x="7319489" y="395764"/>
                    </a:cubicBezTo>
                    <a:cubicBezTo>
                      <a:pt x="7319298" y="391954"/>
                      <a:pt x="7316155" y="389001"/>
                      <a:pt x="7312345" y="389001"/>
                    </a:cubicBezTo>
                    <a:cubicBezTo>
                      <a:pt x="7312345" y="389001"/>
                      <a:pt x="7312345" y="389001"/>
                      <a:pt x="7312250" y="389001"/>
                    </a:cubicBezTo>
                    <a:cubicBezTo>
                      <a:pt x="7308440" y="389001"/>
                      <a:pt x="7305296" y="392049"/>
                      <a:pt x="7305201" y="395954"/>
                    </a:cubicBezTo>
                    <a:cubicBezTo>
                      <a:pt x="7304725" y="409099"/>
                      <a:pt x="7308916" y="421196"/>
                      <a:pt x="7312821" y="432816"/>
                    </a:cubicBezTo>
                    <a:lnTo>
                      <a:pt x="7313298" y="434340"/>
                    </a:lnTo>
                    <a:cubicBezTo>
                      <a:pt x="7316631" y="443675"/>
                      <a:pt x="7320251" y="452723"/>
                      <a:pt x="7323775" y="461581"/>
                    </a:cubicBezTo>
                    <a:lnTo>
                      <a:pt x="7326728" y="469011"/>
                    </a:lnTo>
                    <a:cubicBezTo>
                      <a:pt x="7331014" y="479869"/>
                      <a:pt x="7335491" y="491395"/>
                      <a:pt x="7339110" y="502730"/>
                    </a:cubicBezTo>
                    <a:cubicBezTo>
                      <a:pt x="7341015" y="508921"/>
                      <a:pt x="7342444" y="514255"/>
                      <a:pt x="7343492" y="519303"/>
                    </a:cubicBezTo>
                    <a:cubicBezTo>
                      <a:pt x="7343968" y="522446"/>
                      <a:pt x="7345587" y="531400"/>
                      <a:pt x="7348635" y="539020"/>
                    </a:cubicBezTo>
                    <a:cubicBezTo>
                      <a:pt x="7351016" y="545021"/>
                      <a:pt x="7353874" y="550831"/>
                      <a:pt x="7357303" y="556641"/>
                    </a:cubicBezTo>
                    <a:cubicBezTo>
                      <a:pt x="7353302" y="555879"/>
                      <a:pt x="7349207" y="555212"/>
                      <a:pt x="7345016" y="554736"/>
                    </a:cubicBezTo>
                    <a:cubicBezTo>
                      <a:pt x="7320822" y="551879"/>
                      <a:pt x="7297010" y="551879"/>
                      <a:pt x="7273864" y="551783"/>
                    </a:cubicBezTo>
                    <a:cubicBezTo>
                      <a:pt x="7269387" y="551783"/>
                      <a:pt x="7264911" y="551783"/>
                      <a:pt x="7260434" y="551783"/>
                    </a:cubicBezTo>
                    <a:cubicBezTo>
                      <a:pt x="7260434" y="551783"/>
                      <a:pt x="7260434" y="551783"/>
                      <a:pt x="7260434" y="551783"/>
                    </a:cubicBezTo>
                    <a:cubicBezTo>
                      <a:pt x="7235002" y="551783"/>
                      <a:pt x="7210237" y="544163"/>
                      <a:pt x="7188329" y="529876"/>
                    </a:cubicBezTo>
                    <a:cubicBezTo>
                      <a:pt x="7166613" y="515779"/>
                      <a:pt x="7147467" y="496538"/>
                      <a:pt x="7132894" y="474155"/>
                    </a:cubicBezTo>
                    <a:cubicBezTo>
                      <a:pt x="7131561" y="472059"/>
                      <a:pt x="7129275" y="470916"/>
                      <a:pt x="7126893" y="470916"/>
                    </a:cubicBezTo>
                    <a:cubicBezTo>
                      <a:pt x="7125655" y="470916"/>
                      <a:pt x="7124512" y="471202"/>
                      <a:pt x="7123369" y="471868"/>
                    </a:cubicBezTo>
                    <a:lnTo>
                      <a:pt x="7121750" y="472821"/>
                    </a:lnTo>
                    <a:cubicBezTo>
                      <a:pt x="7120130" y="473773"/>
                      <a:pt x="7118892" y="475297"/>
                      <a:pt x="7118416" y="477202"/>
                    </a:cubicBezTo>
                    <a:cubicBezTo>
                      <a:pt x="7117940" y="479012"/>
                      <a:pt x="7118130" y="481013"/>
                      <a:pt x="7119178" y="482632"/>
                    </a:cubicBezTo>
                    <a:cubicBezTo>
                      <a:pt x="7133846" y="507873"/>
                      <a:pt x="7153754" y="529971"/>
                      <a:pt x="7176804" y="546830"/>
                    </a:cubicBezTo>
                    <a:cubicBezTo>
                      <a:pt x="7201950" y="565118"/>
                      <a:pt x="7231478" y="575596"/>
                      <a:pt x="7260148" y="576453"/>
                    </a:cubicBezTo>
                    <a:lnTo>
                      <a:pt x="7272530" y="576929"/>
                    </a:lnTo>
                    <a:cubicBezTo>
                      <a:pt x="7295391" y="577882"/>
                      <a:pt x="7319013" y="578834"/>
                      <a:pt x="7341111" y="582359"/>
                    </a:cubicBezTo>
                    <a:cubicBezTo>
                      <a:pt x="7354636" y="584549"/>
                      <a:pt x="7366257" y="588073"/>
                      <a:pt x="7376829" y="593122"/>
                    </a:cubicBezTo>
                    <a:cubicBezTo>
                      <a:pt x="7387021" y="597980"/>
                      <a:pt x="7397118" y="604552"/>
                      <a:pt x="7408738" y="613791"/>
                    </a:cubicBezTo>
                    <a:cubicBezTo>
                      <a:pt x="7408929" y="613981"/>
                      <a:pt x="7409405" y="614267"/>
                      <a:pt x="7409691" y="614458"/>
                    </a:cubicBezTo>
                    <a:lnTo>
                      <a:pt x="7410452" y="614934"/>
                    </a:lnTo>
                    <a:lnTo>
                      <a:pt x="7430455" y="627221"/>
                    </a:lnTo>
                    <a:cubicBezTo>
                      <a:pt x="7439027" y="633031"/>
                      <a:pt x="7448362" y="638747"/>
                      <a:pt x="7457887" y="644080"/>
                    </a:cubicBezTo>
                    <a:lnTo>
                      <a:pt x="7465221" y="648557"/>
                    </a:lnTo>
                    <a:cubicBezTo>
                      <a:pt x="7483223" y="659416"/>
                      <a:pt x="7501702" y="670655"/>
                      <a:pt x="7518180" y="682276"/>
                    </a:cubicBezTo>
                    <a:lnTo>
                      <a:pt x="7522657" y="685895"/>
                    </a:lnTo>
                    <a:cubicBezTo>
                      <a:pt x="7537992" y="698849"/>
                      <a:pt x="7557328" y="719328"/>
                      <a:pt x="7561805" y="743236"/>
                    </a:cubicBezTo>
                    <a:cubicBezTo>
                      <a:pt x="7562185" y="748189"/>
                      <a:pt x="7562185" y="753523"/>
                      <a:pt x="7561900" y="759619"/>
                    </a:cubicBezTo>
                    <a:cubicBezTo>
                      <a:pt x="7550184" y="781526"/>
                      <a:pt x="7522371" y="840486"/>
                      <a:pt x="7517228" y="864775"/>
                    </a:cubicBezTo>
                    <a:cubicBezTo>
                      <a:pt x="7514942" y="875443"/>
                      <a:pt x="7513989" y="887921"/>
                      <a:pt x="7513037" y="898969"/>
                    </a:cubicBezTo>
                    <a:cubicBezTo>
                      <a:pt x="7512465" y="905447"/>
                      <a:pt x="7511798" y="913638"/>
                      <a:pt x="7510941" y="918877"/>
                    </a:cubicBezTo>
                    <a:cubicBezTo>
                      <a:pt x="7449600" y="875824"/>
                      <a:pt x="7407214" y="870394"/>
                      <a:pt x="7394641" y="869823"/>
                    </a:cubicBezTo>
                    <a:lnTo>
                      <a:pt x="7393498" y="869633"/>
                    </a:lnTo>
                    <a:cubicBezTo>
                      <a:pt x="7391688" y="869251"/>
                      <a:pt x="7389879" y="868966"/>
                      <a:pt x="7388069" y="868680"/>
                    </a:cubicBezTo>
                    <a:cubicBezTo>
                      <a:pt x="7372162" y="866299"/>
                      <a:pt x="7356160" y="864965"/>
                      <a:pt x="7342063" y="863822"/>
                    </a:cubicBezTo>
                    <a:cubicBezTo>
                      <a:pt x="7338539" y="863537"/>
                      <a:pt x="7335110" y="863346"/>
                      <a:pt x="7331776" y="863155"/>
                    </a:cubicBezTo>
                    <a:cubicBezTo>
                      <a:pt x="7320060" y="862393"/>
                      <a:pt x="7309107" y="861727"/>
                      <a:pt x="7298343" y="860203"/>
                    </a:cubicBezTo>
                    <a:cubicBezTo>
                      <a:pt x="7273293" y="857059"/>
                      <a:pt x="7246623" y="847820"/>
                      <a:pt x="7219095" y="832771"/>
                    </a:cubicBezTo>
                    <a:cubicBezTo>
                      <a:pt x="7195568" y="819722"/>
                      <a:pt x="7172709" y="803053"/>
                      <a:pt x="7149086" y="781812"/>
                    </a:cubicBezTo>
                    <a:cubicBezTo>
                      <a:pt x="7136609" y="770287"/>
                      <a:pt x="7126703" y="760476"/>
                      <a:pt x="7118035" y="750951"/>
                    </a:cubicBezTo>
                    <a:cubicBezTo>
                      <a:pt x="7114510" y="747331"/>
                      <a:pt x="7111368" y="743617"/>
                      <a:pt x="7108034" y="739807"/>
                    </a:cubicBezTo>
                    <a:cubicBezTo>
                      <a:pt x="7106414" y="737997"/>
                      <a:pt x="7104891" y="736187"/>
                      <a:pt x="7103271" y="734377"/>
                    </a:cubicBezTo>
                    <a:cubicBezTo>
                      <a:pt x="7101747" y="732663"/>
                      <a:pt x="7100128" y="730948"/>
                      <a:pt x="7098604" y="729234"/>
                    </a:cubicBezTo>
                    <a:lnTo>
                      <a:pt x="7096604" y="727138"/>
                    </a:lnTo>
                    <a:cubicBezTo>
                      <a:pt x="7096223" y="726472"/>
                      <a:pt x="7095842" y="725900"/>
                      <a:pt x="7095270" y="725329"/>
                    </a:cubicBezTo>
                    <a:lnTo>
                      <a:pt x="7092413" y="722567"/>
                    </a:lnTo>
                    <a:lnTo>
                      <a:pt x="7090793" y="720757"/>
                    </a:lnTo>
                    <a:cubicBezTo>
                      <a:pt x="7089746" y="719518"/>
                      <a:pt x="7088603" y="718376"/>
                      <a:pt x="7087460" y="717233"/>
                    </a:cubicBezTo>
                    <a:cubicBezTo>
                      <a:pt x="7086793" y="716661"/>
                      <a:pt x="7086412" y="716185"/>
                      <a:pt x="7085935" y="715804"/>
                    </a:cubicBezTo>
                    <a:lnTo>
                      <a:pt x="7085269" y="715137"/>
                    </a:lnTo>
                    <a:cubicBezTo>
                      <a:pt x="7083364" y="713042"/>
                      <a:pt x="7081173" y="710755"/>
                      <a:pt x="7078982" y="708279"/>
                    </a:cubicBezTo>
                    <a:cubicBezTo>
                      <a:pt x="7072791" y="701230"/>
                      <a:pt x="7067934" y="695134"/>
                      <a:pt x="7063647" y="689229"/>
                    </a:cubicBezTo>
                    <a:cubicBezTo>
                      <a:pt x="7052408" y="673798"/>
                      <a:pt x="7044978" y="660654"/>
                      <a:pt x="7040216" y="647605"/>
                    </a:cubicBezTo>
                    <a:cubicBezTo>
                      <a:pt x="7037358" y="640747"/>
                      <a:pt x="7036691" y="633222"/>
                      <a:pt x="7036215" y="625507"/>
                    </a:cubicBezTo>
                    <a:cubicBezTo>
                      <a:pt x="7036025" y="622554"/>
                      <a:pt x="7035834" y="619506"/>
                      <a:pt x="7035739" y="616458"/>
                    </a:cubicBezTo>
                    <a:cubicBezTo>
                      <a:pt x="7035453" y="611029"/>
                      <a:pt x="7035168" y="605409"/>
                      <a:pt x="7034691" y="599789"/>
                    </a:cubicBezTo>
                    <a:cubicBezTo>
                      <a:pt x="7032786" y="577691"/>
                      <a:pt x="7027166" y="560737"/>
                      <a:pt x="7017261" y="547973"/>
                    </a:cubicBezTo>
                    <a:cubicBezTo>
                      <a:pt x="7015832" y="546163"/>
                      <a:pt x="7013736" y="545211"/>
                      <a:pt x="7011641" y="545211"/>
                    </a:cubicBezTo>
                    <a:cubicBezTo>
                      <a:pt x="7010212" y="545211"/>
                      <a:pt x="7008688" y="545687"/>
                      <a:pt x="7007450" y="546544"/>
                    </a:cubicBezTo>
                    <a:cubicBezTo>
                      <a:pt x="7004307" y="548830"/>
                      <a:pt x="7003545" y="553117"/>
                      <a:pt x="7005735" y="556355"/>
                    </a:cubicBezTo>
                    <a:cubicBezTo>
                      <a:pt x="7013165" y="567309"/>
                      <a:pt x="7016784" y="581501"/>
                      <a:pt x="7017261" y="600742"/>
                    </a:cubicBezTo>
                    <a:cubicBezTo>
                      <a:pt x="7017356" y="605980"/>
                      <a:pt x="7017356" y="611219"/>
                      <a:pt x="7017261" y="616648"/>
                    </a:cubicBezTo>
                    <a:cubicBezTo>
                      <a:pt x="7017261" y="619792"/>
                      <a:pt x="7017165" y="622840"/>
                      <a:pt x="7017165" y="625983"/>
                    </a:cubicBezTo>
                    <a:cubicBezTo>
                      <a:pt x="7017165" y="634270"/>
                      <a:pt x="7017261" y="644557"/>
                      <a:pt x="7020785" y="654463"/>
                    </a:cubicBezTo>
                    <a:cubicBezTo>
                      <a:pt x="7022785" y="660463"/>
                      <a:pt x="7025261" y="666559"/>
                      <a:pt x="7028309" y="672846"/>
                    </a:cubicBezTo>
                    <a:cubicBezTo>
                      <a:pt x="7022595" y="669608"/>
                      <a:pt x="7016784" y="666464"/>
                      <a:pt x="7010974" y="663607"/>
                    </a:cubicBezTo>
                    <a:cubicBezTo>
                      <a:pt x="6982589" y="649605"/>
                      <a:pt x="6953348" y="639318"/>
                      <a:pt x="6924010" y="633031"/>
                    </a:cubicBezTo>
                    <a:cubicBezTo>
                      <a:pt x="6923534" y="632936"/>
                      <a:pt x="6923058" y="632841"/>
                      <a:pt x="6922487" y="632841"/>
                    </a:cubicBezTo>
                    <a:cubicBezTo>
                      <a:pt x="6921058" y="632841"/>
                      <a:pt x="6919725" y="633222"/>
                      <a:pt x="6918582" y="633984"/>
                    </a:cubicBezTo>
                    <a:cubicBezTo>
                      <a:pt x="6916962" y="635032"/>
                      <a:pt x="6915914" y="636651"/>
                      <a:pt x="6915534" y="638556"/>
                    </a:cubicBezTo>
                    <a:lnTo>
                      <a:pt x="6915152" y="640461"/>
                    </a:lnTo>
                    <a:cubicBezTo>
                      <a:pt x="6914391" y="644176"/>
                      <a:pt x="6916677" y="647795"/>
                      <a:pt x="6920296" y="648748"/>
                    </a:cubicBezTo>
                    <a:cubicBezTo>
                      <a:pt x="6981160" y="665035"/>
                      <a:pt x="7033072" y="694372"/>
                      <a:pt x="7070410" y="733520"/>
                    </a:cubicBezTo>
                    <a:cubicBezTo>
                      <a:pt x="7075363" y="738950"/>
                      <a:pt x="7080221" y="744760"/>
                      <a:pt x="7084602" y="749903"/>
                    </a:cubicBezTo>
                    <a:cubicBezTo>
                      <a:pt x="7084983" y="750380"/>
                      <a:pt x="7085364" y="750760"/>
                      <a:pt x="7085745" y="751237"/>
                    </a:cubicBezTo>
                    <a:cubicBezTo>
                      <a:pt x="7072886" y="749713"/>
                      <a:pt x="7059456" y="749046"/>
                      <a:pt x="7045359" y="749046"/>
                    </a:cubicBezTo>
                    <a:cubicBezTo>
                      <a:pt x="7004592" y="749046"/>
                      <a:pt x="6971255" y="755237"/>
                      <a:pt x="6961920" y="757142"/>
                    </a:cubicBezTo>
                    <a:cubicBezTo>
                      <a:pt x="6949728" y="758857"/>
                      <a:pt x="6936488" y="761047"/>
                      <a:pt x="6922868" y="763619"/>
                    </a:cubicBezTo>
                    <a:cubicBezTo>
                      <a:pt x="6913438" y="762381"/>
                      <a:pt x="6905151" y="759333"/>
                      <a:pt x="6899722" y="755142"/>
                    </a:cubicBezTo>
                    <a:cubicBezTo>
                      <a:pt x="6896769" y="752856"/>
                      <a:pt x="6894579" y="749998"/>
                      <a:pt x="6893626" y="746951"/>
                    </a:cubicBezTo>
                    <a:cubicBezTo>
                      <a:pt x="6892388" y="742664"/>
                      <a:pt x="6891530" y="737140"/>
                      <a:pt x="6890959" y="732472"/>
                    </a:cubicBezTo>
                    <a:lnTo>
                      <a:pt x="6890578" y="729425"/>
                    </a:lnTo>
                    <a:cubicBezTo>
                      <a:pt x="6889245" y="719138"/>
                      <a:pt x="6887816" y="708565"/>
                      <a:pt x="6884006" y="698278"/>
                    </a:cubicBezTo>
                    <a:cubicBezTo>
                      <a:pt x="6880005" y="687324"/>
                      <a:pt x="6873243" y="677132"/>
                      <a:pt x="6863908" y="668084"/>
                    </a:cubicBezTo>
                    <a:cubicBezTo>
                      <a:pt x="6862479" y="666750"/>
                      <a:pt x="6860765" y="666083"/>
                      <a:pt x="6858955" y="666083"/>
                    </a:cubicBezTo>
                    <a:cubicBezTo>
                      <a:pt x="6857145" y="666083"/>
                      <a:pt x="6855431" y="666750"/>
                      <a:pt x="6854002" y="668084"/>
                    </a:cubicBezTo>
                    <a:cubicBezTo>
                      <a:pt x="6851240" y="670751"/>
                      <a:pt x="6851049" y="675132"/>
                      <a:pt x="6853621" y="677989"/>
                    </a:cubicBezTo>
                    <a:cubicBezTo>
                      <a:pt x="6860765" y="685990"/>
                      <a:pt x="6865623" y="694563"/>
                      <a:pt x="6868194" y="703421"/>
                    </a:cubicBezTo>
                    <a:cubicBezTo>
                      <a:pt x="6870671" y="712184"/>
                      <a:pt x="6871242" y="721519"/>
                      <a:pt x="6871814" y="731330"/>
                    </a:cubicBezTo>
                    <a:lnTo>
                      <a:pt x="6872004" y="734377"/>
                    </a:lnTo>
                    <a:cubicBezTo>
                      <a:pt x="6872385" y="739997"/>
                      <a:pt x="6872766" y="745808"/>
                      <a:pt x="6874195" y="752284"/>
                    </a:cubicBezTo>
                    <a:cubicBezTo>
                      <a:pt x="6875909" y="759238"/>
                      <a:pt x="6879815" y="765715"/>
                      <a:pt x="6885244" y="770858"/>
                    </a:cubicBezTo>
                    <a:cubicBezTo>
                      <a:pt x="6866766" y="774383"/>
                      <a:pt x="6849049" y="777145"/>
                      <a:pt x="6831428" y="777145"/>
                    </a:cubicBezTo>
                    <a:cubicBezTo>
                      <a:pt x="6824475" y="777145"/>
                      <a:pt x="6817998" y="776668"/>
                      <a:pt x="6811711" y="775811"/>
                    </a:cubicBezTo>
                    <a:cubicBezTo>
                      <a:pt x="6793995" y="773430"/>
                      <a:pt x="6777707" y="769048"/>
                      <a:pt x="6763419" y="762572"/>
                    </a:cubicBezTo>
                    <a:cubicBezTo>
                      <a:pt x="6755990" y="759238"/>
                      <a:pt x="6748846" y="755047"/>
                      <a:pt x="6742179" y="749998"/>
                    </a:cubicBezTo>
                    <a:cubicBezTo>
                      <a:pt x="6739035" y="747713"/>
                      <a:pt x="6735892" y="745331"/>
                      <a:pt x="6731891" y="741902"/>
                    </a:cubicBezTo>
                    <a:cubicBezTo>
                      <a:pt x="6730939" y="741140"/>
                      <a:pt x="6730177" y="740569"/>
                      <a:pt x="6729415" y="739902"/>
                    </a:cubicBezTo>
                    <a:cubicBezTo>
                      <a:pt x="6726367" y="737330"/>
                      <a:pt x="6722652" y="734187"/>
                      <a:pt x="6717128" y="732854"/>
                    </a:cubicBezTo>
                    <a:cubicBezTo>
                      <a:pt x="6716556" y="732758"/>
                      <a:pt x="6715985" y="732663"/>
                      <a:pt x="6715413" y="732663"/>
                    </a:cubicBezTo>
                    <a:cubicBezTo>
                      <a:pt x="6714080" y="732663"/>
                      <a:pt x="6712841" y="733044"/>
                      <a:pt x="6711698" y="733711"/>
                    </a:cubicBezTo>
                    <a:cubicBezTo>
                      <a:pt x="6710079" y="734663"/>
                      <a:pt x="6708936" y="736283"/>
                      <a:pt x="6708460" y="738188"/>
                    </a:cubicBezTo>
                    <a:lnTo>
                      <a:pt x="6708174" y="739616"/>
                    </a:lnTo>
                    <a:cubicBezTo>
                      <a:pt x="6707412" y="742855"/>
                      <a:pt x="6708936" y="746188"/>
                      <a:pt x="6711984" y="747713"/>
                    </a:cubicBezTo>
                    <a:cubicBezTo>
                      <a:pt x="6713318" y="748379"/>
                      <a:pt x="6714937" y="750380"/>
                      <a:pt x="6716556" y="752284"/>
                    </a:cubicBezTo>
                    <a:cubicBezTo>
                      <a:pt x="6717413" y="753332"/>
                      <a:pt x="6718271" y="754285"/>
                      <a:pt x="6719128" y="755333"/>
                    </a:cubicBezTo>
                    <a:cubicBezTo>
                      <a:pt x="6722652" y="759523"/>
                      <a:pt x="6725605" y="762762"/>
                      <a:pt x="6728558" y="765810"/>
                    </a:cubicBezTo>
                    <a:cubicBezTo>
                      <a:pt x="6735702" y="772859"/>
                      <a:pt x="6743607" y="778955"/>
                      <a:pt x="6752084" y="784193"/>
                    </a:cubicBezTo>
                    <a:cubicBezTo>
                      <a:pt x="6767801" y="793718"/>
                      <a:pt x="6785898" y="800290"/>
                      <a:pt x="6807329" y="804196"/>
                    </a:cubicBezTo>
                    <a:cubicBezTo>
                      <a:pt x="6817616" y="805720"/>
                      <a:pt x="6825713" y="806387"/>
                      <a:pt x="6833142" y="806387"/>
                    </a:cubicBezTo>
                    <a:cubicBezTo>
                      <a:pt x="6834476" y="806387"/>
                      <a:pt x="6835809" y="806387"/>
                      <a:pt x="6837238" y="806291"/>
                    </a:cubicBezTo>
                    <a:cubicBezTo>
                      <a:pt x="6846668" y="805910"/>
                      <a:pt x="6856479" y="804767"/>
                      <a:pt x="6866194" y="802958"/>
                    </a:cubicBezTo>
                    <a:cubicBezTo>
                      <a:pt x="6879053" y="800576"/>
                      <a:pt x="6891530" y="797433"/>
                      <a:pt x="6903627" y="794385"/>
                    </a:cubicBezTo>
                    <a:cubicBezTo>
                      <a:pt x="6908961" y="793051"/>
                      <a:pt x="6914391" y="791718"/>
                      <a:pt x="6919725" y="790480"/>
                    </a:cubicBezTo>
                    <a:cubicBezTo>
                      <a:pt x="6938393" y="786098"/>
                      <a:pt x="6955538" y="782479"/>
                      <a:pt x="6972207" y="779526"/>
                    </a:cubicBezTo>
                    <a:cubicBezTo>
                      <a:pt x="6990876" y="776002"/>
                      <a:pt x="7007926" y="774192"/>
                      <a:pt x="7024500" y="773811"/>
                    </a:cubicBezTo>
                    <a:cubicBezTo>
                      <a:pt x="7027548" y="773716"/>
                      <a:pt x="7030595" y="773716"/>
                      <a:pt x="7033643" y="773716"/>
                    </a:cubicBezTo>
                    <a:cubicBezTo>
                      <a:pt x="7060790" y="773716"/>
                      <a:pt x="7087079" y="777050"/>
                      <a:pt x="7111653" y="783526"/>
                    </a:cubicBezTo>
                    <a:cubicBezTo>
                      <a:pt x="7112796" y="783908"/>
                      <a:pt x="7113844" y="784384"/>
                      <a:pt x="7114796" y="784765"/>
                    </a:cubicBezTo>
                    <a:cubicBezTo>
                      <a:pt x="7119940" y="790194"/>
                      <a:pt x="7125369" y="795718"/>
                      <a:pt x="7130894" y="801148"/>
                    </a:cubicBezTo>
                    <a:cubicBezTo>
                      <a:pt x="7155373" y="824770"/>
                      <a:pt x="7179471" y="843439"/>
                      <a:pt x="7204522" y="858298"/>
                    </a:cubicBezTo>
                    <a:cubicBezTo>
                      <a:pt x="7235097" y="876681"/>
                      <a:pt x="7264244" y="888016"/>
                      <a:pt x="7293390" y="892969"/>
                    </a:cubicBezTo>
                    <a:cubicBezTo>
                      <a:pt x="7311011" y="895826"/>
                      <a:pt x="7328157" y="897064"/>
                      <a:pt x="7344825" y="898208"/>
                    </a:cubicBezTo>
                    <a:cubicBezTo>
                      <a:pt x="7358160" y="899160"/>
                      <a:pt x="7370733" y="900113"/>
                      <a:pt x="7383402" y="901732"/>
                    </a:cubicBezTo>
                    <a:cubicBezTo>
                      <a:pt x="7388069" y="902303"/>
                      <a:pt x="7393117" y="902970"/>
                      <a:pt x="7398832" y="903922"/>
                    </a:cubicBezTo>
                    <a:cubicBezTo>
                      <a:pt x="7461697" y="917924"/>
                      <a:pt x="7496082" y="956881"/>
                      <a:pt x="7511036" y="979075"/>
                    </a:cubicBezTo>
                    <a:cubicBezTo>
                      <a:pt x="7694107" y="1296162"/>
                      <a:pt x="7639719" y="1441895"/>
                      <a:pt x="7591713" y="1570482"/>
                    </a:cubicBezTo>
                    <a:cubicBezTo>
                      <a:pt x="7586951" y="1583246"/>
                      <a:pt x="7581998" y="1596485"/>
                      <a:pt x="7577521" y="1609439"/>
                    </a:cubicBezTo>
                    <a:cubicBezTo>
                      <a:pt x="7569711" y="1631728"/>
                      <a:pt x="7562471" y="1652397"/>
                      <a:pt x="7556280" y="1673352"/>
                    </a:cubicBezTo>
                    <a:cubicBezTo>
                      <a:pt x="7513132" y="1817656"/>
                      <a:pt x="7517132" y="1911287"/>
                      <a:pt x="7524371" y="2081213"/>
                    </a:cubicBezTo>
                    <a:cubicBezTo>
                      <a:pt x="7525514" y="2108168"/>
                      <a:pt x="7526753" y="2137220"/>
                      <a:pt x="7527896" y="2168747"/>
                    </a:cubicBezTo>
                    <a:cubicBezTo>
                      <a:pt x="7532563" y="2298287"/>
                      <a:pt x="7492368" y="2401157"/>
                      <a:pt x="7457601" y="2464880"/>
                    </a:cubicBezTo>
                    <a:cubicBezTo>
                      <a:pt x="7432074" y="2494121"/>
                      <a:pt x="7406833" y="2523458"/>
                      <a:pt x="7381210" y="2553557"/>
                    </a:cubicBezTo>
                    <a:cubicBezTo>
                      <a:pt x="7358541" y="2580132"/>
                      <a:pt x="7335014" y="2607564"/>
                      <a:pt x="7312631" y="2633186"/>
                    </a:cubicBezTo>
                    <a:cubicBezTo>
                      <a:pt x="7257767" y="2695956"/>
                      <a:pt x="7133846" y="2786063"/>
                      <a:pt x="6990305" y="2890457"/>
                    </a:cubicBezTo>
                    <a:cubicBezTo>
                      <a:pt x="6783517" y="3040952"/>
                      <a:pt x="6549393" y="3211258"/>
                      <a:pt x="6404517" y="3381280"/>
                    </a:cubicBezTo>
                    <a:cubicBezTo>
                      <a:pt x="6348319" y="3447193"/>
                      <a:pt x="6177536" y="3647599"/>
                      <a:pt x="5791393" y="3670744"/>
                    </a:cubicBezTo>
                    <a:cubicBezTo>
                      <a:pt x="5709383" y="3649123"/>
                      <a:pt x="5672044" y="3607213"/>
                      <a:pt x="5680332" y="3546158"/>
                    </a:cubicBezTo>
                    <a:cubicBezTo>
                      <a:pt x="5684808" y="3513106"/>
                      <a:pt x="5697667" y="3482340"/>
                      <a:pt x="5711383" y="3449765"/>
                    </a:cubicBezTo>
                    <a:cubicBezTo>
                      <a:pt x="5724813" y="3417665"/>
                      <a:pt x="5738625" y="3384518"/>
                      <a:pt x="5744530" y="3348038"/>
                    </a:cubicBezTo>
                    <a:cubicBezTo>
                      <a:pt x="5745006" y="3345942"/>
                      <a:pt x="5745292" y="3344704"/>
                      <a:pt x="5745292" y="3344704"/>
                    </a:cubicBezTo>
                    <a:cubicBezTo>
                      <a:pt x="5745387" y="3344513"/>
                      <a:pt x="5745387" y="3344228"/>
                      <a:pt x="5745387" y="3344037"/>
                    </a:cubicBezTo>
                    <a:cubicBezTo>
                      <a:pt x="5748150" y="3323368"/>
                      <a:pt x="5752721" y="3288697"/>
                      <a:pt x="5741006" y="3238500"/>
                    </a:cubicBezTo>
                    <a:cubicBezTo>
                      <a:pt x="5735195" y="3213640"/>
                      <a:pt x="5736338" y="3195161"/>
                      <a:pt x="5744244" y="3183731"/>
                    </a:cubicBezTo>
                    <a:cubicBezTo>
                      <a:pt x="5750626" y="3174492"/>
                      <a:pt x="5761770" y="3169063"/>
                      <a:pt x="5778153" y="3166967"/>
                    </a:cubicBezTo>
                    <a:cubicBezTo>
                      <a:pt x="5821778" y="3161538"/>
                      <a:pt x="5880547" y="3144203"/>
                      <a:pt x="5903502" y="3122866"/>
                    </a:cubicBezTo>
                    <a:cubicBezTo>
                      <a:pt x="5907027" y="3119628"/>
                      <a:pt x="5910169" y="3116580"/>
                      <a:pt x="5913027" y="3113913"/>
                    </a:cubicBezTo>
                    <a:cubicBezTo>
                      <a:pt x="5927410" y="3100292"/>
                      <a:pt x="5933982" y="3094006"/>
                      <a:pt x="5948746" y="3089624"/>
                    </a:cubicBezTo>
                    <a:cubicBezTo>
                      <a:pt x="5968939" y="3083624"/>
                      <a:pt x="5986084" y="3073527"/>
                      <a:pt x="5986751" y="3073051"/>
                    </a:cubicBezTo>
                    <a:cubicBezTo>
                      <a:pt x="5989513" y="3071432"/>
                      <a:pt x="5990846" y="3068098"/>
                      <a:pt x="5989989" y="3064955"/>
                    </a:cubicBezTo>
                    <a:cubicBezTo>
                      <a:pt x="5989132" y="3061907"/>
                      <a:pt x="5986275" y="3059716"/>
                      <a:pt x="5983131" y="3059716"/>
                    </a:cubicBezTo>
                    <a:cubicBezTo>
                      <a:pt x="5983131" y="3059716"/>
                      <a:pt x="5983131" y="3059716"/>
                      <a:pt x="5983131" y="3059716"/>
                    </a:cubicBezTo>
                    <a:cubicBezTo>
                      <a:pt x="5983131" y="3059716"/>
                      <a:pt x="5980274" y="3059716"/>
                      <a:pt x="5975416" y="3059716"/>
                    </a:cubicBezTo>
                    <a:cubicBezTo>
                      <a:pt x="5956461" y="3059716"/>
                      <a:pt x="5893120" y="3059430"/>
                      <a:pt x="5875880" y="3055620"/>
                    </a:cubicBezTo>
                    <a:cubicBezTo>
                      <a:pt x="5867498" y="3053810"/>
                      <a:pt x="5855306" y="3053239"/>
                      <a:pt x="5842447" y="3052572"/>
                    </a:cubicBezTo>
                    <a:cubicBezTo>
                      <a:pt x="5821778" y="3051620"/>
                      <a:pt x="5795965" y="3050381"/>
                      <a:pt x="5784059" y="3043238"/>
                    </a:cubicBezTo>
                    <a:cubicBezTo>
                      <a:pt x="5772438" y="3036284"/>
                      <a:pt x="5729957" y="3013615"/>
                      <a:pt x="5669282" y="3013615"/>
                    </a:cubicBezTo>
                    <a:cubicBezTo>
                      <a:pt x="5628516" y="3013615"/>
                      <a:pt x="5587653" y="3023807"/>
                      <a:pt x="5548029" y="3044095"/>
                    </a:cubicBezTo>
                    <a:cubicBezTo>
                      <a:pt x="5499261" y="3068955"/>
                      <a:pt x="5479068" y="3091148"/>
                      <a:pt x="5464400" y="3107436"/>
                    </a:cubicBezTo>
                    <a:cubicBezTo>
                      <a:pt x="5444207" y="3129724"/>
                      <a:pt x="5433063" y="3142012"/>
                      <a:pt x="5364482" y="3142012"/>
                    </a:cubicBezTo>
                    <a:lnTo>
                      <a:pt x="5359720" y="3142012"/>
                    </a:lnTo>
                    <a:cubicBezTo>
                      <a:pt x="5359720" y="3142012"/>
                      <a:pt x="5359720" y="3142012"/>
                      <a:pt x="5359625" y="3142012"/>
                    </a:cubicBezTo>
                    <a:cubicBezTo>
                      <a:pt x="5356291" y="3142012"/>
                      <a:pt x="5353434" y="3144298"/>
                      <a:pt x="5352671" y="3147536"/>
                    </a:cubicBezTo>
                    <a:cubicBezTo>
                      <a:pt x="5351909" y="3150775"/>
                      <a:pt x="5353529" y="3154204"/>
                      <a:pt x="5356576" y="3155633"/>
                    </a:cubicBezTo>
                    <a:cubicBezTo>
                      <a:pt x="5356958" y="3155823"/>
                      <a:pt x="5394200" y="3173444"/>
                      <a:pt x="5411917" y="3186113"/>
                    </a:cubicBezTo>
                    <a:cubicBezTo>
                      <a:pt x="5425728" y="3196019"/>
                      <a:pt x="5462400" y="3218879"/>
                      <a:pt x="5504691" y="3218879"/>
                    </a:cubicBezTo>
                    <a:cubicBezTo>
                      <a:pt x="5512977" y="3218879"/>
                      <a:pt x="5521169" y="3218021"/>
                      <a:pt x="5528979" y="3216307"/>
                    </a:cubicBezTo>
                    <a:lnTo>
                      <a:pt x="5531837" y="3215640"/>
                    </a:lnTo>
                    <a:cubicBezTo>
                      <a:pt x="5548125" y="3212021"/>
                      <a:pt x="5570508" y="3207067"/>
                      <a:pt x="5593940" y="3207067"/>
                    </a:cubicBezTo>
                    <a:cubicBezTo>
                      <a:pt x="5659377" y="3207067"/>
                      <a:pt x="5692143" y="3246501"/>
                      <a:pt x="5693952" y="3327654"/>
                    </a:cubicBezTo>
                    <a:lnTo>
                      <a:pt x="5693952" y="3328321"/>
                    </a:lnTo>
                    <a:cubicBezTo>
                      <a:pt x="5690904" y="3361849"/>
                      <a:pt x="5677188" y="3394615"/>
                      <a:pt x="5662710" y="3429191"/>
                    </a:cubicBezTo>
                    <a:cubicBezTo>
                      <a:pt x="5648423" y="3463481"/>
                      <a:pt x="5633564" y="3498914"/>
                      <a:pt x="5628134" y="3538823"/>
                    </a:cubicBezTo>
                    <a:cubicBezTo>
                      <a:pt x="5620705" y="3593116"/>
                      <a:pt x="5638421" y="3639217"/>
                      <a:pt x="5679570" y="3673412"/>
                    </a:cubicBezTo>
                    <a:cubicBezTo>
                      <a:pt x="5495832" y="3676078"/>
                      <a:pt x="5082733" y="3682841"/>
                      <a:pt x="4765360" y="3747993"/>
                    </a:cubicBezTo>
                    <a:cubicBezTo>
                      <a:pt x="4614484" y="3778949"/>
                      <a:pt x="4363500" y="3804761"/>
                      <a:pt x="4057176" y="3820763"/>
                    </a:cubicBezTo>
                    <a:cubicBezTo>
                      <a:pt x="4094228" y="3781330"/>
                      <a:pt x="4129090" y="3727800"/>
                      <a:pt x="4160998" y="3661315"/>
                    </a:cubicBezTo>
                    <a:cubicBezTo>
                      <a:pt x="4172238" y="3644170"/>
                      <a:pt x="4201956" y="3611785"/>
                      <a:pt x="4275394" y="3584162"/>
                    </a:cubicBezTo>
                    <a:cubicBezTo>
                      <a:pt x="4386075" y="3542538"/>
                      <a:pt x="4487897" y="3491008"/>
                      <a:pt x="4516662" y="3319748"/>
                    </a:cubicBezTo>
                    <a:cubicBezTo>
                      <a:pt x="4544094" y="3156490"/>
                      <a:pt x="4487516" y="3028855"/>
                      <a:pt x="4375883" y="3001994"/>
                    </a:cubicBezTo>
                    <a:cubicBezTo>
                      <a:pt x="4364453" y="2999232"/>
                      <a:pt x="4352166" y="2997899"/>
                      <a:pt x="4339211" y="2997899"/>
                    </a:cubicBezTo>
                    <a:cubicBezTo>
                      <a:pt x="4239866" y="2997899"/>
                      <a:pt x="4101372" y="3081052"/>
                      <a:pt x="4050794" y="3215545"/>
                    </a:cubicBezTo>
                    <a:cubicBezTo>
                      <a:pt x="4000788" y="3348419"/>
                      <a:pt x="4054414" y="3457956"/>
                      <a:pt x="4074607" y="3499199"/>
                    </a:cubicBezTo>
                    <a:cubicBezTo>
                      <a:pt x="4076226" y="3502533"/>
                      <a:pt x="4077655" y="3505391"/>
                      <a:pt x="4078703" y="3507772"/>
                    </a:cubicBezTo>
                    <a:cubicBezTo>
                      <a:pt x="4080227" y="3511106"/>
                      <a:pt x="4082131" y="3514820"/>
                      <a:pt x="4084227" y="3519011"/>
                    </a:cubicBezTo>
                    <a:cubicBezTo>
                      <a:pt x="4100610" y="3551015"/>
                      <a:pt x="4127947" y="3604641"/>
                      <a:pt x="4090990" y="3683889"/>
                    </a:cubicBezTo>
                    <a:cubicBezTo>
                      <a:pt x="4044603" y="3767423"/>
                      <a:pt x="4000979" y="3806762"/>
                      <a:pt x="3972022" y="3825049"/>
                    </a:cubicBezTo>
                    <a:cubicBezTo>
                      <a:pt x="3843435" y="3830860"/>
                      <a:pt x="3711609" y="3834574"/>
                      <a:pt x="3589498" y="3836099"/>
                    </a:cubicBezTo>
                    <a:cubicBezTo>
                      <a:pt x="3623693" y="3793808"/>
                      <a:pt x="3657031" y="3716560"/>
                      <a:pt x="3646363" y="3579305"/>
                    </a:cubicBezTo>
                    <a:cubicBezTo>
                      <a:pt x="3645029" y="3561683"/>
                      <a:pt x="3647030" y="3558540"/>
                      <a:pt x="3650459" y="3553397"/>
                    </a:cubicBezTo>
                    <a:cubicBezTo>
                      <a:pt x="3651030" y="3552444"/>
                      <a:pt x="3651697" y="3551491"/>
                      <a:pt x="3652364" y="3550349"/>
                    </a:cubicBezTo>
                    <a:cubicBezTo>
                      <a:pt x="3655602" y="3545015"/>
                      <a:pt x="3663031" y="3530251"/>
                      <a:pt x="3661984" y="3509105"/>
                    </a:cubicBezTo>
                    <a:cubicBezTo>
                      <a:pt x="3660936" y="3487579"/>
                      <a:pt x="3650839" y="3484436"/>
                      <a:pt x="3644839" y="3484436"/>
                    </a:cubicBezTo>
                    <a:cubicBezTo>
                      <a:pt x="3639410" y="3484436"/>
                      <a:pt x="3633504" y="3487198"/>
                      <a:pt x="3626837" y="3493008"/>
                    </a:cubicBezTo>
                    <a:cubicBezTo>
                      <a:pt x="3606834" y="3510248"/>
                      <a:pt x="3608930" y="3553873"/>
                      <a:pt x="3609977" y="3559207"/>
                    </a:cubicBezTo>
                    <a:cubicBezTo>
                      <a:pt x="3610644" y="3562636"/>
                      <a:pt x="3611597" y="3569113"/>
                      <a:pt x="3612835" y="3577399"/>
                    </a:cubicBezTo>
                    <a:cubicBezTo>
                      <a:pt x="3623217" y="3700082"/>
                      <a:pt x="3595880" y="3768757"/>
                      <a:pt x="3571020" y="3804666"/>
                    </a:cubicBezTo>
                    <a:cubicBezTo>
                      <a:pt x="3562447" y="3817049"/>
                      <a:pt x="3552732" y="3827717"/>
                      <a:pt x="3542159" y="3836575"/>
                    </a:cubicBezTo>
                    <a:cubicBezTo>
                      <a:pt x="3521109" y="3836765"/>
                      <a:pt x="3500535" y="3836765"/>
                      <a:pt x="3480628" y="3836765"/>
                    </a:cubicBezTo>
                    <a:cubicBezTo>
                      <a:pt x="3391664" y="3836765"/>
                      <a:pt x="3314036" y="3835241"/>
                      <a:pt x="3256028" y="3832384"/>
                    </a:cubicBezTo>
                    <a:cubicBezTo>
                      <a:pt x="3239836" y="3831622"/>
                      <a:pt x="3223072" y="3830670"/>
                      <a:pt x="3206022" y="3829812"/>
                    </a:cubicBezTo>
                    <a:cubicBezTo>
                      <a:pt x="3187734" y="3810762"/>
                      <a:pt x="3168398" y="3775710"/>
                      <a:pt x="3147062" y="3722751"/>
                    </a:cubicBezTo>
                    <a:cubicBezTo>
                      <a:pt x="3145253" y="3715798"/>
                      <a:pt x="3127346" y="3644551"/>
                      <a:pt x="3130298" y="3604832"/>
                    </a:cubicBezTo>
                    <a:cubicBezTo>
                      <a:pt x="3132965" y="3569684"/>
                      <a:pt x="3139633" y="3545586"/>
                      <a:pt x="3145062" y="3526250"/>
                    </a:cubicBezTo>
                    <a:lnTo>
                      <a:pt x="3145253" y="3525679"/>
                    </a:lnTo>
                    <a:lnTo>
                      <a:pt x="3145348" y="3525203"/>
                    </a:lnTo>
                    <a:cubicBezTo>
                      <a:pt x="3148205" y="3516725"/>
                      <a:pt x="3153539" y="3497390"/>
                      <a:pt x="3157349" y="3482721"/>
                    </a:cubicBezTo>
                    <a:cubicBezTo>
                      <a:pt x="3159540" y="3474625"/>
                      <a:pt x="3160588" y="3448622"/>
                      <a:pt x="3150491" y="3435477"/>
                    </a:cubicBezTo>
                    <a:cubicBezTo>
                      <a:pt x="3146396" y="3430238"/>
                      <a:pt x="3140966" y="3427381"/>
                      <a:pt x="3134680" y="3427381"/>
                    </a:cubicBezTo>
                    <a:cubicBezTo>
                      <a:pt x="3127441" y="3427571"/>
                      <a:pt x="3121631" y="3431000"/>
                      <a:pt x="3117916" y="3437287"/>
                    </a:cubicBezTo>
                    <a:cubicBezTo>
                      <a:pt x="3109343" y="3451574"/>
                      <a:pt x="3112391" y="3477768"/>
                      <a:pt x="3118297" y="3489389"/>
                    </a:cubicBezTo>
                    <a:cubicBezTo>
                      <a:pt x="3122488" y="3497675"/>
                      <a:pt x="3120392" y="3507677"/>
                      <a:pt x="3119916" y="3509582"/>
                    </a:cubicBezTo>
                    <a:cubicBezTo>
                      <a:pt x="3119154" y="3512344"/>
                      <a:pt x="3118392" y="3515297"/>
                      <a:pt x="3117439" y="3518535"/>
                    </a:cubicBezTo>
                    <a:cubicBezTo>
                      <a:pt x="3111725" y="3539109"/>
                      <a:pt x="3104581" y="3564731"/>
                      <a:pt x="3101723" y="3602736"/>
                    </a:cubicBezTo>
                    <a:cubicBezTo>
                      <a:pt x="3100771" y="3614833"/>
                      <a:pt x="3101438" y="3629787"/>
                      <a:pt x="3103533" y="3647503"/>
                    </a:cubicBezTo>
                    <a:cubicBezTo>
                      <a:pt x="3089150" y="3622929"/>
                      <a:pt x="3078673" y="3593497"/>
                      <a:pt x="3079625" y="3532727"/>
                    </a:cubicBezTo>
                    <a:cubicBezTo>
                      <a:pt x="3080292" y="3491674"/>
                      <a:pt x="3091817" y="3467957"/>
                      <a:pt x="3100295" y="3450527"/>
                    </a:cubicBezTo>
                    <a:cubicBezTo>
                      <a:pt x="3101533" y="3448050"/>
                      <a:pt x="3102581" y="3445764"/>
                      <a:pt x="3103628" y="3443478"/>
                    </a:cubicBezTo>
                    <a:cubicBezTo>
                      <a:pt x="3103914" y="3442811"/>
                      <a:pt x="3104200" y="3442145"/>
                      <a:pt x="3104486" y="3441478"/>
                    </a:cubicBezTo>
                    <a:lnTo>
                      <a:pt x="3104676" y="3440906"/>
                    </a:lnTo>
                    <a:cubicBezTo>
                      <a:pt x="3108391" y="3435667"/>
                      <a:pt x="3121535" y="3416141"/>
                      <a:pt x="3122869" y="3401282"/>
                    </a:cubicBezTo>
                    <a:cubicBezTo>
                      <a:pt x="3123059" y="3399282"/>
                      <a:pt x="3123536" y="3396520"/>
                      <a:pt x="3124012" y="3393472"/>
                    </a:cubicBezTo>
                    <a:cubicBezTo>
                      <a:pt x="3126298" y="3379184"/>
                      <a:pt x="3129441" y="3359658"/>
                      <a:pt x="3120583" y="3349276"/>
                    </a:cubicBezTo>
                    <a:cubicBezTo>
                      <a:pt x="3117059" y="3345085"/>
                      <a:pt x="3112106" y="3342894"/>
                      <a:pt x="3106105" y="3342799"/>
                    </a:cubicBezTo>
                    <a:cubicBezTo>
                      <a:pt x="3100009" y="3342799"/>
                      <a:pt x="3094675" y="3345275"/>
                      <a:pt x="3090674" y="3350038"/>
                    </a:cubicBezTo>
                    <a:cubicBezTo>
                      <a:pt x="3077815" y="3365183"/>
                      <a:pt x="3080578" y="3401092"/>
                      <a:pt x="3082006" y="3409093"/>
                    </a:cubicBezTo>
                    <a:cubicBezTo>
                      <a:pt x="3082673" y="3413093"/>
                      <a:pt x="3082483" y="3417475"/>
                      <a:pt x="3081530" y="3422333"/>
                    </a:cubicBezTo>
                    <a:cubicBezTo>
                      <a:pt x="3080197" y="3425857"/>
                      <a:pt x="3078959" y="3428619"/>
                      <a:pt x="3077625" y="3431381"/>
                    </a:cubicBezTo>
                    <a:cubicBezTo>
                      <a:pt x="3076672" y="3433477"/>
                      <a:pt x="3075625" y="3435667"/>
                      <a:pt x="3074482" y="3437954"/>
                    </a:cubicBezTo>
                    <a:cubicBezTo>
                      <a:pt x="3064862" y="3457766"/>
                      <a:pt x="3051717" y="3484816"/>
                      <a:pt x="3050955" y="3532156"/>
                    </a:cubicBezTo>
                    <a:cubicBezTo>
                      <a:pt x="3049526" y="3619119"/>
                      <a:pt x="3070577" y="3650456"/>
                      <a:pt x="3092770" y="3683699"/>
                    </a:cubicBezTo>
                    <a:cubicBezTo>
                      <a:pt x="3102295" y="3697891"/>
                      <a:pt x="3112010" y="3712464"/>
                      <a:pt x="3120106" y="3732562"/>
                    </a:cubicBezTo>
                    <a:lnTo>
                      <a:pt x="3124869" y="3744563"/>
                    </a:lnTo>
                    <a:cubicBezTo>
                      <a:pt x="3137061" y="3775425"/>
                      <a:pt x="3148777" y="3804857"/>
                      <a:pt x="3165446" y="3827526"/>
                    </a:cubicBezTo>
                    <a:cubicBezTo>
                      <a:pt x="3084959" y="3823050"/>
                      <a:pt x="2997044" y="3817620"/>
                      <a:pt x="2911795" y="3812381"/>
                    </a:cubicBezTo>
                    <a:cubicBezTo>
                      <a:pt x="2808925" y="3806095"/>
                      <a:pt x="2702531" y="3799523"/>
                      <a:pt x="2603375" y="3794189"/>
                    </a:cubicBezTo>
                    <a:cubicBezTo>
                      <a:pt x="2545273" y="3749136"/>
                      <a:pt x="2417352" y="3623215"/>
                      <a:pt x="2437831" y="3401282"/>
                    </a:cubicBezTo>
                    <a:cubicBezTo>
                      <a:pt x="2456786" y="3195352"/>
                      <a:pt x="2496505" y="3095625"/>
                      <a:pt x="2542415" y="2980277"/>
                    </a:cubicBezTo>
                    <a:cubicBezTo>
                      <a:pt x="2561751" y="2931605"/>
                      <a:pt x="2581849" y="2881313"/>
                      <a:pt x="2601470" y="2819876"/>
                    </a:cubicBezTo>
                    <a:cubicBezTo>
                      <a:pt x="2623283" y="2751677"/>
                      <a:pt x="2647952" y="2674525"/>
                      <a:pt x="2666050" y="2586228"/>
                    </a:cubicBezTo>
                    <a:cubicBezTo>
                      <a:pt x="2682242" y="2551843"/>
                      <a:pt x="2720723" y="2489740"/>
                      <a:pt x="2798828" y="2453354"/>
                    </a:cubicBezTo>
                    <a:cubicBezTo>
                      <a:pt x="2880077" y="2415540"/>
                      <a:pt x="2941989" y="2381536"/>
                      <a:pt x="2988090" y="2349532"/>
                    </a:cubicBezTo>
                    <a:cubicBezTo>
                      <a:pt x="2988471" y="2349341"/>
                      <a:pt x="2988852" y="2349151"/>
                      <a:pt x="2989138" y="2348960"/>
                    </a:cubicBezTo>
                    <a:cubicBezTo>
                      <a:pt x="3030286" y="2319147"/>
                      <a:pt x="3056956" y="2306860"/>
                      <a:pt x="3078292" y="2297049"/>
                    </a:cubicBezTo>
                    <a:cubicBezTo>
                      <a:pt x="3087912" y="2292572"/>
                      <a:pt x="3097056" y="2288381"/>
                      <a:pt x="3106105" y="2283238"/>
                    </a:cubicBezTo>
                    <a:lnTo>
                      <a:pt x="3108677" y="2281714"/>
                    </a:lnTo>
                    <a:cubicBezTo>
                      <a:pt x="3139347" y="2264378"/>
                      <a:pt x="3203164" y="2228183"/>
                      <a:pt x="3198783" y="2127409"/>
                    </a:cubicBezTo>
                    <a:cubicBezTo>
                      <a:pt x="3196211" y="2067973"/>
                      <a:pt x="3164017" y="2032540"/>
                      <a:pt x="3112677" y="2032540"/>
                    </a:cubicBezTo>
                    <a:cubicBezTo>
                      <a:pt x="3085531" y="2032540"/>
                      <a:pt x="3055622" y="2042922"/>
                      <a:pt x="3028381" y="2061686"/>
                    </a:cubicBezTo>
                    <a:cubicBezTo>
                      <a:pt x="2959229" y="2109502"/>
                      <a:pt x="2953514" y="2167890"/>
                      <a:pt x="2966849" y="2246566"/>
                    </a:cubicBezTo>
                    <a:cubicBezTo>
                      <a:pt x="2975803" y="2300002"/>
                      <a:pt x="2946561" y="2325624"/>
                      <a:pt x="2933607" y="2334101"/>
                    </a:cubicBezTo>
                    <a:cubicBezTo>
                      <a:pt x="2932940" y="2334482"/>
                      <a:pt x="2932178" y="2334958"/>
                      <a:pt x="2931321" y="2335435"/>
                    </a:cubicBezTo>
                    <a:lnTo>
                      <a:pt x="2929226" y="2336673"/>
                    </a:lnTo>
                    <a:lnTo>
                      <a:pt x="2928273" y="2337149"/>
                    </a:lnTo>
                    <a:cubicBezTo>
                      <a:pt x="2927702" y="2337435"/>
                      <a:pt x="2927225" y="2337816"/>
                      <a:pt x="2926749" y="2338197"/>
                    </a:cubicBezTo>
                    <a:cubicBezTo>
                      <a:pt x="2875219" y="2369630"/>
                      <a:pt x="2818736" y="2396776"/>
                      <a:pt x="2780636" y="2414492"/>
                    </a:cubicBezTo>
                    <a:cubicBezTo>
                      <a:pt x="2743297" y="2431923"/>
                      <a:pt x="2710531" y="2455640"/>
                      <a:pt x="2682814" y="2485263"/>
                    </a:cubicBezTo>
                    <a:cubicBezTo>
                      <a:pt x="2699292" y="2356009"/>
                      <a:pt x="2696720" y="2222659"/>
                      <a:pt x="2675003" y="2078355"/>
                    </a:cubicBezTo>
                    <a:cubicBezTo>
                      <a:pt x="2671384" y="2015490"/>
                      <a:pt x="2677385" y="1953958"/>
                      <a:pt x="2685290" y="1935766"/>
                    </a:cubicBezTo>
                    <a:cubicBezTo>
                      <a:pt x="2697673" y="1907477"/>
                      <a:pt x="2733296" y="1808607"/>
                      <a:pt x="2673575" y="1722120"/>
                    </a:cubicBezTo>
                    <a:cubicBezTo>
                      <a:pt x="2648047" y="1685163"/>
                      <a:pt x="2614329" y="1664875"/>
                      <a:pt x="2578706" y="1664875"/>
                    </a:cubicBezTo>
                    <a:cubicBezTo>
                      <a:pt x="2529176" y="1664875"/>
                      <a:pt x="2485075" y="1703356"/>
                      <a:pt x="2471549" y="1758506"/>
                    </a:cubicBezTo>
                    <a:cubicBezTo>
                      <a:pt x="2453166" y="1833467"/>
                      <a:pt x="2485170" y="1907667"/>
                      <a:pt x="2564228" y="1973199"/>
                    </a:cubicBezTo>
                    <a:cubicBezTo>
                      <a:pt x="2599089" y="2002060"/>
                      <a:pt x="2615567" y="2050447"/>
                      <a:pt x="2623283" y="2085975"/>
                    </a:cubicBezTo>
                    <a:cubicBezTo>
                      <a:pt x="2662430" y="2345817"/>
                      <a:pt x="2630426" y="2531745"/>
                      <a:pt x="2589469" y="2679478"/>
                    </a:cubicBezTo>
                    <a:cubicBezTo>
                      <a:pt x="2582515" y="2635091"/>
                      <a:pt x="2568895" y="2594229"/>
                      <a:pt x="2548892" y="2557653"/>
                    </a:cubicBezTo>
                    <a:cubicBezTo>
                      <a:pt x="2514031" y="2494026"/>
                      <a:pt x="2474216" y="2440400"/>
                      <a:pt x="2439164" y="2392966"/>
                    </a:cubicBezTo>
                    <a:cubicBezTo>
                      <a:pt x="2430687" y="2381441"/>
                      <a:pt x="2422496" y="2370391"/>
                      <a:pt x="2414590" y="2359628"/>
                    </a:cubicBezTo>
                    <a:lnTo>
                      <a:pt x="2414018" y="2358771"/>
                    </a:lnTo>
                    <a:cubicBezTo>
                      <a:pt x="2365060" y="2287238"/>
                      <a:pt x="2354392" y="2215896"/>
                      <a:pt x="2355725" y="2184940"/>
                    </a:cubicBezTo>
                    <a:cubicBezTo>
                      <a:pt x="2357059" y="2154174"/>
                      <a:pt x="2354868" y="2049018"/>
                      <a:pt x="2267905" y="1989868"/>
                    </a:cubicBezTo>
                    <a:cubicBezTo>
                      <a:pt x="2242949" y="1972818"/>
                      <a:pt x="2217803" y="1964246"/>
                      <a:pt x="2193324" y="1964246"/>
                    </a:cubicBezTo>
                    <a:cubicBezTo>
                      <a:pt x="2165225" y="1964246"/>
                      <a:pt x="2139413" y="1976056"/>
                      <a:pt x="2120458" y="1997488"/>
                    </a:cubicBezTo>
                    <a:cubicBezTo>
                      <a:pt x="2097884" y="2023205"/>
                      <a:pt x="2087596" y="2059210"/>
                      <a:pt x="2092359" y="2096548"/>
                    </a:cubicBezTo>
                    <a:cubicBezTo>
                      <a:pt x="2104361" y="2190750"/>
                      <a:pt x="2185895" y="2235137"/>
                      <a:pt x="2255618" y="2263426"/>
                    </a:cubicBezTo>
                    <a:cubicBezTo>
                      <a:pt x="2318483" y="2288858"/>
                      <a:pt x="2385824" y="2394299"/>
                      <a:pt x="2386491" y="2395347"/>
                    </a:cubicBezTo>
                    <a:cubicBezTo>
                      <a:pt x="2387158" y="2396395"/>
                      <a:pt x="2388110" y="2397252"/>
                      <a:pt x="2389158" y="2397824"/>
                    </a:cubicBezTo>
                    <a:cubicBezTo>
                      <a:pt x="2394206" y="2404682"/>
                      <a:pt x="2399255" y="2411540"/>
                      <a:pt x="2404398" y="2418493"/>
                    </a:cubicBezTo>
                    <a:cubicBezTo>
                      <a:pt x="2440403" y="2467070"/>
                      <a:pt x="2477550" y="2517267"/>
                      <a:pt x="2511078" y="2578417"/>
                    </a:cubicBezTo>
                    <a:cubicBezTo>
                      <a:pt x="2547368" y="2644616"/>
                      <a:pt x="2559941" y="2730056"/>
                      <a:pt x="2546511" y="2819019"/>
                    </a:cubicBezTo>
                    <a:cubicBezTo>
                      <a:pt x="2528795" y="2872740"/>
                      <a:pt x="2510126" y="2919698"/>
                      <a:pt x="2493647" y="2961037"/>
                    </a:cubicBezTo>
                    <a:cubicBezTo>
                      <a:pt x="2448213" y="3075241"/>
                      <a:pt x="2405255" y="3183160"/>
                      <a:pt x="2385634" y="3396615"/>
                    </a:cubicBezTo>
                    <a:cubicBezTo>
                      <a:pt x="2367631" y="3591782"/>
                      <a:pt x="2457929" y="3723037"/>
                      <a:pt x="2522127" y="3790093"/>
                    </a:cubicBezTo>
                    <a:cubicBezTo>
                      <a:pt x="2414685" y="3784854"/>
                      <a:pt x="2333056" y="3782282"/>
                      <a:pt x="2273239" y="3782282"/>
                    </a:cubicBezTo>
                    <a:cubicBezTo>
                      <a:pt x="2249522" y="3782282"/>
                      <a:pt x="2228757" y="3782663"/>
                      <a:pt x="2211517" y="3783521"/>
                    </a:cubicBezTo>
                    <a:cubicBezTo>
                      <a:pt x="2186847" y="3784664"/>
                      <a:pt x="2162368" y="3785235"/>
                      <a:pt x="2138746" y="3785235"/>
                    </a:cubicBezTo>
                    <a:cubicBezTo>
                      <a:pt x="1898049" y="3785235"/>
                      <a:pt x="1698405" y="3725799"/>
                      <a:pt x="1336074" y="3617785"/>
                    </a:cubicBezTo>
                    <a:lnTo>
                      <a:pt x="1335121" y="3617500"/>
                    </a:lnTo>
                    <a:lnTo>
                      <a:pt x="1305118" y="3608546"/>
                    </a:lnTo>
                    <a:cubicBezTo>
                      <a:pt x="1238919" y="3588830"/>
                      <a:pt x="1150908" y="3573494"/>
                      <a:pt x="1043657" y="3563017"/>
                    </a:cubicBezTo>
                    <a:cubicBezTo>
                      <a:pt x="846394" y="3448907"/>
                      <a:pt x="858776" y="3350895"/>
                      <a:pt x="877636" y="3202686"/>
                    </a:cubicBezTo>
                    <a:cubicBezTo>
                      <a:pt x="878874" y="3193352"/>
                      <a:pt x="880017" y="3183731"/>
                      <a:pt x="881255" y="3174016"/>
                    </a:cubicBezTo>
                    <a:cubicBezTo>
                      <a:pt x="892304" y="3083242"/>
                      <a:pt x="944406" y="2961608"/>
                      <a:pt x="990412" y="2854166"/>
                    </a:cubicBezTo>
                    <a:cubicBezTo>
                      <a:pt x="1028512" y="2765298"/>
                      <a:pt x="1064421" y="2681288"/>
                      <a:pt x="1074803" y="2621471"/>
                    </a:cubicBezTo>
                    <a:cubicBezTo>
                      <a:pt x="1090900" y="2528507"/>
                      <a:pt x="1084042" y="2437829"/>
                      <a:pt x="1078613" y="2392013"/>
                    </a:cubicBezTo>
                    <a:cubicBezTo>
                      <a:pt x="1068803" y="2307622"/>
                      <a:pt x="1075375" y="2255901"/>
                      <a:pt x="1078708" y="2237137"/>
                    </a:cubicBezTo>
                    <a:cubicBezTo>
                      <a:pt x="1085852" y="2214753"/>
                      <a:pt x="1096996" y="2191512"/>
                      <a:pt x="1112617" y="2166080"/>
                    </a:cubicBezTo>
                    <a:cubicBezTo>
                      <a:pt x="1127381" y="2144649"/>
                      <a:pt x="1168148" y="2114645"/>
                      <a:pt x="1221488" y="2086165"/>
                    </a:cubicBezTo>
                    <a:cubicBezTo>
                      <a:pt x="1272447" y="2058924"/>
                      <a:pt x="1313786" y="2009394"/>
                      <a:pt x="1326740" y="1959959"/>
                    </a:cubicBezTo>
                    <a:cubicBezTo>
                      <a:pt x="1333883" y="1932813"/>
                      <a:pt x="1331978" y="1905857"/>
                      <a:pt x="1330169" y="1879759"/>
                    </a:cubicBezTo>
                    <a:cubicBezTo>
                      <a:pt x="1329502" y="1870805"/>
                      <a:pt x="1328930" y="1862423"/>
                      <a:pt x="1328740" y="1854232"/>
                    </a:cubicBezTo>
                    <a:cubicBezTo>
                      <a:pt x="1329121" y="1850041"/>
                      <a:pt x="1330264" y="1843849"/>
                      <a:pt x="1333502" y="1838039"/>
                    </a:cubicBezTo>
                    <a:cubicBezTo>
                      <a:pt x="1337217" y="1831467"/>
                      <a:pt x="1342837" y="1816703"/>
                      <a:pt x="1337693" y="1807750"/>
                    </a:cubicBezTo>
                    <a:cubicBezTo>
                      <a:pt x="1335503" y="1804035"/>
                      <a:pt x="1331788" y="1801939"/>
                      <a:pt x="1327311" y="1801939"/>
                    </a:cubicBezTo>
                    <a:cubicBezTo>
                      <a:pt x="1323120" y="1801939"/>
                      <a:pt x="1318358" y="1803749"/>
                      <a:pt x="1312738" y="1807559"/>
                    </a:cubicBezTo>
                    <a:cubicBezTo>
                      <a:pt x="1308642" y="1810322"/>
                      <a:pt x="1304927" y="1812607"/>
                      <a:pt x="1301784" y="1814703"/>
                    </a:cubicBezTo>
                    <a:cubicBezTo>
                      <a:pt x="1291307" y="1821371"/>
                      <a:pt x="1284925" y="1825371"/>
                      <a:pt x="1283401" y="1832420"/>
                    </a:cubicBezTo>
                    <a:cubicBezTo>
                      <a:pt x="1282544" y="1836230"/>
                      <a:pt x="1283401" y="1840135"/>
                      <a:pt x="1286068" y="1844326"/>
                    </a:cubicBezTo>
                    <a:cubicBezTo>
                      <a:pt x="1289211" y="1849279"/>
                      <a:pt x="1293212" y="1851184"/>
                      <a:pt x="1295783" y="1852422"/>
                    </a:cubicBezTo>
                    <a:cubicBezTo>
                      <a:pt x="1298450" y="1853660"/>
                      <a:pt x="1299593" y="1854327"/>
                      <a:pt x="1300355" y="1861566"/>
                    </a:cubicBezTo>
                    <a:cubicBezTo>
                      <a:pt x="1300546" y="1871281"/>
                      <a:pt x="1301117" y="1880616"/>
                      <a:pt x="1301784" y="1889665"/>
                    </a:cubicBezTo>
                    <a:cubicBezTo>
                      <a:pt x="1303213" y="1911382"/>
                      <a:pt x="1304641" y="1931861"/>
                      <a:pt x="1299117" y="1952720"/>
                    </a:cubicBezTo>
                    <a:cubicBezTo>
                      <a:pt x="1288068" y="1994821"/>
                      <a:pt x="1252254" y="2037302"/>
                      <a:pt x="1208058" y="2060924"/>
                    </a:cubicBezTo>
                    <a:cubicBezTo>
                      <a:pt x="1200248" y="2065115"/>
                      <a:pt x="1188437" y="2071592"/>
                      <a:pt x="1175102" y="2079689"/>
                    </a:cubicBezTo>
                    <a:cubicBezTo>
                      <a:pt x="1176911" y="2077403"/>
                      <a:pt x="1178816" y="2075021"/>
                      <a:pt x="1180816" y="2072545"/>
                    </a:cubicBezTo>
                    <a:cubicBezTo>
                      <a:pt x="1190627" y="2060353"/>
                      <a:pt x="1199295" y="2050732"/>
                      <a:pt x="1206915" y="2042350"/>
                    </a:cubicBezTo>
                    <a:cubicBezTo>
                      <a:pt x="1224441" y="2022920"/>
                      <a:pt x="1236157" y="2009965"/>
                      <a:pt x="1235490" y="1991392"/>
                    </a:cubicBezTo>
                    <a:cubicBezTo>
                      <a:pt x="1235585" y="1990820"/>
                      <a:pt x="1235585" y="1990249"/>
                      <a:pt x="1235490" y="1989582"/>
                    </a:cubicBezTo>
                    <a:lnTo>
                      <a:pt x="1235395" y="1988630"/>
                    </a:lnTo>
                    <a:cubicBezTo>
                      <a:pt x="1235204" y="1985581"/>
                      <a:pt x="1234823" y="1982914"/>
                      <a:pt x="1234442" y="1980438"/>
                    </a:cubicBezTo>
                    <a:cubicBezTo>
                      <a:pt x="1233871" y="1973961"/>
                      <a:pt x="1234252" y="1971961"/>
                      <a:pt x="1234347" y="1971770"/>
                    </a:cubicBezTo>
                    <a:lnTo>
                      <a:pt x="1234633" y="1970627"/>
                    </a:lnTo>
                    <a:cubicBezTo>
                      <a:pt x="1237776" y="1958531"/>
                      <a:pt x="1239014" y="1949387"/>
                      <a:pt x="1234633" y="1943767"/>
                    </a:cubicBezTo>
                    <a:cubicBezTo>
                      <a:pt x="1232633" y="1941100"/>
                      <a:pt x="1229585" y="1939671"/>
                      <a:pt x="1226251" y="1939671"/>
                    </a:cubicBezTo>
                    <a:cubicBezTo>
                      <a:pt x="1223298" y="1939671"/>
                      <a:pt x="1220060" y="1940814"/>
                      <a:pt x="1216345" y="1943100"/>
                    </a:cubicBezTo>
                    <a:cubicBezTo>
                      <a:pt x="1214630" y="1944148"/>
                      <a:pt x="1212820" y="1945291"/>
                      <a:pt x="1210916" y="1946434"/>
                    </a:cubicBezTo>
                    <a:cubicBezTo>
                      <a:pt x="1191199" y="1958531"/>
                      <a:pt x="1179197" y="1966627"/>
                      <a:pt x="1179578" y="1976628"/>
                    </a:cubicBezTo>
                    <a:cubicBezTo>
                      <a:pt x="1179674" y="1979200"/>
                      <a:pt x="1180816" y="1983962"/>
                      <a:pt x="1187103" y="1987106"/>
                    </a:cubicBezTo>
                    <a:cubicBezTo>
                      <a:pt x="1190341" y="1988725"/>
                      <a:pt x="1194247" y="1988915"/>
                      <a:pt x="1197962" y="1989011"/>
                    </a:cubicBezTo>
                    <a:cubicBezTo>
                      <a:pt x="1207201" y="1989391"/>
                      <a:pt x="1207201" y="1990249"/>
                      <a:pt x="1207201" y="1993868"/>
                    </a:cubicBezTo>
                    <a:cubicBezTo>
                      <a:pt x="1207201" y="1994249"/>
                      <a:pt x="1207201" y="1994630"/>
                      <a:pt x="1207201" y="1995011"/>
                    </a:cubicBezTo>
                    <a:cubicBezTo>
                      <a:pt x="1207391" y="2003584"/>
                      <a:pt x="1201581" y="2009680"/>
                      <a:pt x="1188437" y="2022443"/>
                    </a:cubicBezTo>
                    <a:cubicBezTo>
                      <a:pt x="1180245" y="2030444"/>
                      <a:pt x="1170053" y="2040446"/>
                      <a:pt x="1158623" y="2054638"/>
                    </a:cubicBezTo>
                    <a:cubicBezTo>
                      <a:pt x="1133954" y="2085404"/>
                      <a:pt x="1108141" y="2118550"/>
                      <a:pt x="1087186" y="2153031"/>
                    </a:cubicBezTo>
                    <a:lnTo>
                      <a:pt x="1086614" y="2153983"/>
                    </a:lnTo>
                    <a:cubicBezTo>
                      <a:pt x="1085948" y="2154936"/>
                      <a:pt x="1085376" y="2155889"/>
                      <a:pt x="1084804" y="2156936"/>
                    </a:cubicBezTo>
                    <a:cubicBezTo>
                      <a:pt x="1084614" y="2157222"/>
                      <a:pt x="1084519" y="2157508"/>
                      <a:pt x="1084424" y="2157794"/>
                    </a:cubicBezTo>
                    <a:cubicBezTo>
                      <a:pt x="1078994" y="2166938"/>
                      <a:pt x="1074041" y="2175986"/>
                      <a:pt x="1069565" y="2184845"/>
                    </a:cubicBezTo>
                    <a:cubicBezTo>
                      <a:pt x="1060325" y="2160841"/>
                      <a:pt x="1044228" y="2136553"/>
                      <a:pt x="1024511" y="2117408"/>
                    </a:cubicBezTo>
                    <a:cubicBezTo>
                      <a:pt x="1009843" y="2103120"/>
                      <a:pt x="1001270" y="2088642"/>
                      <a:pt x="996603" y="2078831"/>
                    </a:cubicBezTo>
                    <a:cubicBezTo>
                      <a:pt x="995841" y="2076640"/>
                      <a:pt x="996032" y="2075688"/>
                      <a:pt x="996032" y="2075688"/>
                    </a:cubicBezTo>
                    <a:lnTo>
                      <a:pt x="996698" y="2074831"/>
                    </a:lnTo>
                    <a:cubicBezTo>
                      <a:pt x="999841" y="2070545"/>
                      <a:pt x="1004604" y="2064163"/>
                      <a:pt x="1001746" y="2057114"/>
                    </a:cubicBezTo>
                    <a:cubicBezTo>
                      <a:pt x="998889" y="2050256"/>
                      <a:pt x="990793" y="2048256"/>
                      <a:pt x="984887" y="2047399"/>
                    </a:cubicBezTo>
                    <a:cubicBezTo>
                      <a:pt x="979553" y="2046637"/>
                      <a:pt x="974410" y="2046161"/>
                      <a:pt x="970028" y="2046161"/>
                    </a:cubicBezTo>
                    <a:cubicBezTo>
                      <a:pt x="958408" y="2046161"/>
                      <a:pt x="951454" y="2049018"/>
                      <a:pt x="948692" y="2054923"/>
                    </a:cubicBezTo>
                    <a:cubicBezTo>
                      <a:pt x="946311" y="2060067"/>
                      <a:pt x="947835" y="2065877"/>
                      <a:pt x="953169" y="2072259"/>
                    </a:cubicBezTo>
                    <a:cubicBezTo>
                      <a:pt x="955455" y="2074926"/>
                      <a:pt x="957550" y="2076736"/>
                      <a:pt x="959646" y="2078450"/>
                    </a:cubicBezTo>
                    <a:cubicBezTo>
                      <a:pt x="963265" y="2081498"/>
                      <a:pt x="966599" y="2084356"/>
                      <a:pt x="971838" y="2093405"/>
                    </a:cubicBezTo>
                    <a:cubicBezTo>
                      <a:pt x="977172" y="2104263"/>
                      <a:pt x="987459" y="2121313"/>
                      <a:pt x="1004604" y="2137982"/>
                    </a:cubicBezTo>
                    <a:cubicBezTo>
                      <a:pt x="1029655" y="2162366"/>
                      <a:pt x="1053277" y="2201894"/>
                      <a:pt x="1049467" y="2235422"/>
                    </a:cubicBezTo>
                    <a:cubicBezTo>
                      <a:pt x="1049467" y="2235422"/>
                      <a:pt x="1049467" y="2235422"/>
                      <a:pt x="1049467" y="2235517"/>
                    </a:cubicBezTo>
                    <a:cubicBezTo>
                      <a:pt x="1047276" y="2243233"/>
                      <a:pt x="1045466" y="2250758"/>
                      <a:pt x="1044228" y="2257901"/>
                    </a:cubicBezTo>
                    <a:cubicBezTo>
                      <a:pt x="1040799" y="2274094"/>
                      <a:pt x="1039275" y="2292477"/>
                      <a:pt x="1038323" y="2307241"/>
                    </a:cubicBezTo>
                    <a:cubicBezTo>
                      <a:pt x="1015272" y="2267617"/>
                      <a:pt x="977553" y="2234851"/>
                      <a:pt x="968504" y="2227231"/>
                    </a:cubicBezTo>
                    <a:cubicBezTo>
                      <a:pt x="961646" y="2220468"/>
                      <a:pt x="954693" y="2213896"/>
                      <a:pt x="947740" y="2207228"/>
                    </a:cubicBezTo>
                    <a:cubicBezTo>
                      <a:pt x="931357" y="2191607"/>
                      <a:pt x="914402" y="2175605"/>
                      <a:pt x="897829" y="2157032"/>
                    </a:cubicBezTo>
                    <a:cubicBezTo>
                      <a:pt x="894781" y="2153698"/>
                      <a:pt x="891733" y="2149983"/>
                      <a:pt x="888304" y="2145697"/>
                    </a:cubicBezTo>
                    <a:cubicBezTo>
                      <a:pt x="886494" y="2126742"/>
                      <a:pt x="891352" y="2114836"/>
                      <a:pt x="896210" y="2110169"/>
                    </a:cubicBezTo>
                    <a:cubicBezTo>
                      <a:pt x="905544" y="2101310"/>
                      <a:pt x="912211" y="2090356"/>
                      <a:pt x="918593" y="2079689"/>
                    </a:cubicBezTo>
                    <a:cubicBezTo>
                      <a:pt x="924689" y="2071783"/>
                      <a:pt x="927261" y="2071306"/>
                      <a:pt x="929166" y="2071021"/>
                    </a:cubicBezTo>
                    <a:cubicBezTo>
                      <a:pt x="932881" y="2070354"/>
                      <a:pt x="936786" y="2069211"/>
                      <a:pt x="940215" y="2063020"/>
                    </a:cubicBezTo>
                    <a:cubicBezTo>
                      <a:pt x="942311" y="2059305"/>
                      <a:pt x="942501" y="2054923"/>
                      <a:pt x="940786" y="2050732"/>
                    </a:cubicBezTo>
                    <a:cubicBezTo>
                      <a:pt x="935929" y="2039398"/>
                      <a:pt x="916783" y="2030825"/>
                      <a:pt x="905068" y="2027873"/>
                    </a:cubicBezTo>
                    <a:cubicBezTo>
                      <a:pt x="902686" y="2027301"/>
                      <a:pt x="900591" y="2026920"/>
                      <a:pt x="898686" y="2026920"/>
                    </a:cubicBezTo>
                    <a:cubicBezTo>
                      <a:pt x="892495" y="2026920"/>
                      <a:pt x="889637" y="2030254"/>
                      <a:pt x="888590" y="2032254"/>
                    </a:cubicBezTo>
                    <a:cubicBezTo>
                      <a:pt x="884875" y="2039017"/>
                      <a:pt x="889637" y="2047589"/>
                      <a:pt x="895352" y="2056448"/>
                    </a:cubicBezTo>
                    <a:cubicBezTo>
                      <a:pt x="896781" y="2058638"/>
                      <a:pt x="895638" y="2061972"/>
                      <a:pt x="894686" y="2063972"/>
                    </a:cubicBezTo>
                    <a:cubicBezTo>
                      <a:pt x="888685" y="2073973"/>
                      <a:pt x="882112" y="2081974"/>
                      <a:pt x="876207" y="2086547"/>
                    </a:cubicBezTo>
                    <a:cubicBezTo>
                      <a:pt x="869920" y="2091404"/>
                      <a:pt x="865253" y="2098453"/>
                      <a:pt x="862491" y="2107597"/>
                    </a:cubicBezTo>
                    <a:cubicBezTo>
                      <a:pt x="857443" y="2098834"/>
                      <a:pt x="852775" y="2089785"/>
                      <a:pt x="848489" y="2080450"/>
                    </a:cubicBezTo>
                    <a:cubicBezTo>
                      <a:pt x="848394" y="2080070"/>
                      <a:pt x="848299" y="2079593"/>
                      <a:pt x="848108" y="2079212"/>
                    </a:cubicBezTo>
                    <a:cubicBezTo>
                      <a:pt x="847346" y="2077403"/>
                      <a:pt x="846584" y="2075783"/>
                      <a:pt x="845727" y="2074069"/>
                    </a:cubicBezTo>
                    <a:lnTo>
                      <a:pt x="844965" y="2072354"/>
                    </a:lnTo>
                    <a:cubicBezTo>
                      <a:pt x="827058" y="2030349"/>
                      <a:pt x="815914" y="1995297"/>
                      <a:pt x="813056" y="1970913"/>
                    </a:cubicBezTo>
                    <a:cubicBezTo>
                      <a:pt x="812866" y="1962626"/>
                      <a:pt x="813723" y="1961769"/>
                      <a:pt x="815533" y="1960055"/>
                    </a:cubicBezTo>
                    <a:cubicBezTo>
                      <a:pt x="816485" y="1959102"/>
                      <a:pt x="817628" y="1958054"/>
                      <a:pt x="818771" y="1956625"/>
                    </a:cubicBezTo>
                    <a:cubicBezTo>
                      <a:pt x="828296" y="1944814"/>
                      <a:pt x="812199" y="1930146"/>
                      <a:pt x="795054" y="1916144"/>
                    </a:cubicBezTo>
                    <a:cubicBezTo>
                      <a:pt x="790482" y="1912430"/>
                      <a:pt x="786577" y="1910715"/>
                      <a:pt x="782767" y="1910715"/>
                    </a:cubicBezTo>
                    <a:cubicBezTo>
                      <a:pt x="778385" y="1910715"/>
                      <a:pt x="774766" y="1913001"/>
                      <a:pt x="772861" y="1917097"/>
                    </a:cubicBezTo>
                    <a:cubicBezTo>
                      <a:pt x="768384" y="1926241"/>
                      <a:pt x="773432" y="1945386"/>
                      <a:pt x="778957" y="1952530"/>
                    </a:cubicBezTo>
                    <a:cubicBezTo>
                      <a:pt x="780957" y="1955197"/>
                      <a:pt x="782576" y="1959007"/>
                      <a:pt x="783433" y="1963674"/>
                    </a:cubicBezTo>
                    <a:cubicBezTo>
                      <a:pt x="784386" y="1974152"/>
                      <a:pt x="787624" y="1986248"/>
                      <a:pt x="791911" y="2001107"/>
                    </a:cubicBezTo>
                    <a:cubicBezTo>
                      <a:pt x="779909" y="1988058"/>
                      <a:pt x="767812" y="1973771"/>
                      <a:pt x="756573" y="1953578"/>
                    </a:cubicBezTo>
                    <a:cubicBezTo>
                      <a:pt x="742762" y="1928908"/>
                      <a:pt x="728665" y="1900714"/>
                      <a:pt x="728284" y="1878902"/>
                    </a:cubicBezTo>
                    <a:cubicBezTo>
                      <a:pt x="729046" y="1869281"/>
                      <a:pt x="730760" y="1867567"/>
                      <a:pt x="730856" y="1867472"/>
                    </a:cubicBezTo>
                    <a:cubicBezTo>
                      <a:pt x="730856" y="1867472"/>
                      <a:pt x="730856" y="1867472"/>
                      <a:pt x="730856" y="1867472"/>
                    </a:cubicBezTo>
                    <a:cubicBezTo>
                      <a:pt x="730951" y="1867472"/>
                      <a:pt x="731617" y="1867376"/>
                      <a:pt x="732189" y="1867281"/>
                    </a:cubicBezTo>
                    <a:cubicBezTo>
                      <a:pt x="733903" y="1866995"/>
                      <a:pt x="736285" y="1866614"/>
                      <a:pt x="738666" y="1865090"/>
                    </a:cubicBezTo>
                    <a:cubicBezTo>
                      <a:pt x="741238" y="1863471"/>
                      <a:pt x="742857" y="1860899"/>
                      <a:pt x="743428" y="1857947"/>
                    </a:cubicBezTo>
                    <a:cubicBezTo>
                      <a:pt x="744571" y="1851089"/>
                      <a:pt x="739809" y="1842325"/>
                      <a:pt x="725236" y="1824323"/>
                    </a:cubicBezTo>
                    <a:cubicBezTo>
                      <a:pt x="720283" y="1818227"/>
                      <a:pt x="715520" y="1815179"/>
                      <a:pt x="710662" y="1815179"/>
                    </a:cubicBezTo>
                    <a:cubicBezTo>
                      <a:pt x="707233" y="1815179"/>
                      <a:pt x="703995" y="1816703"/>
                      <a:pt x="701709" y="1819561"/>
                    </a:cubicBezTo>
                    <a:cubicBezTo>
                      <a:pt x="697518" y="1824799"/>
                      <a:pt x="696946" y="1833467"/>
                      <a:pt x="698185" y="1839373"/>
                    </a:cubicBezTo>
                    <a:cubicBezTo>
                      <a:pt x="699518" y="1845659"/>
                      <a:pt x="699613" y="1856994"/>
                      <a:pt x="699709" y="1863090"/>
                    </a:cubicBezTo>
                    <a:cubicBezTo>
                      <a:pt x="699709" y="1864614"/>
                      <a:pt x="699709" y="1865948"/>
                      <a:pt x="699804" y="1866805"/>
                    </a:cubicBezTo>
                    <a:cubicBezTo>
                      <a:pt x="699804" y="1866995"/>
                      <a:pt x="699804" y="1867281"/>
                      <a:pt x="699899" y="1867472"/>
                    </a:cubicBezTo>
                    <a:cubicBezTo>
                      <a:pt x="699042" y="1892808"/>
                      <a:pt x="710853" y="1930051"/>
                      <a:pt x="731713" y="1967389"/>
                    </a:cubicBezTo>
                    <a:cubicBezTo>
                      <a:pt x="746762" y="1994440"/>
                      <a:pt x="762574" y="2011299"/>
                      <a:pt x="777814" y="2027682"/>
                    </a:cubicBezTo>
                    <a:cubicBezTo>
                      <a:pt x="792101" y="2042922"/>
                      <a:pt x="805532" y="2057305"/>
                      <a:pt x="816771" y="2079212"/>
                    </a:cubicBezTo>
                    <a:cubicBezTo>
                      <a:pt x="831916" y="2115693"/>
                      <a:pt x="852109" y="2148173"/>
                      <a:pt x="876778" y="2175796"/>
                    </a:cubicBezTo>
                    <a:cubicBezTo>
                      <a:pt x="894209" y="2195322"/>
                      <a:pt x="911545" y="2211800"/>
                      <a:pt x="928309" y="2227707"/>
                    </a:cubicBezTo>
                    <a:cubicBezTo>
                      <a:pt x="955360" y="2253424"/>
                      <a:pt x="980982" y="2277713"/>
                      <a:pt x="1001270" y="2309813"/>
                    </a:cubicBezTo>
                    <a:cubicBezTo>
                      <a:pt x="1017177" y="2341531"/>
                      <a:pt x="1023940" y="2376392"/>
                      <a:pt x="1026511" y="2394299"/>
                    </a:cubicBezTo>
                    <a:cubicBezTo>
                      <a:pt x="1031845" y="2438114"/>
                      <a:pt x="1038703" y="2524982"/>
                      <a:pt x="1023654" y="2612136"/>
                    </a:cubicBezTo>
                    <a:cubicBezTo>
                      <a:pt x="1014415" y="2665857"/>
                      <a:pt x="979553" y="2747010"/>
                      <a:pt x="942787" y="2833021"/>
                    </a:cubicBezTo>
                    <a:cubicBezTo>
                      <a:pt x="895352" y="2943701"/>
                      <a:pt x="841631" y="3069050"/>
                      <a:pt x="829725" y="3167253"/>
                    </a:cubicBezTo>
                    <a:cubicBezTo>
                      <a:pt x="828487" y="3177254"/>
                      <a:pt x="827249" y="3187065"/>
                      <a:pt x="826010" y="3196781"/>
                    </a:cubicBezTo>
                    <a:cubicBezTo>
                      <a:pt x="809913" y="3321939"/>
                      <a:pt x="795911" y="3430715"/>
                      <a:pt x="942406" y="3554444"/>
                    </a:cubicBezTo>
                    <a:cubicBezTo>
                      <a:pt x="844489" y="3548158"/>
                      <a:pt x="733141" y="3544919"/>
                      <a:pt x="610936" y="3544919"/>
                    </a:cubicBezTo>
                    <a:cubicBezTo>
                      <a:pt x="293467" y="3544919"/>
                      <a:pt x="9432" y="3566350"/>
                      <a:pt x="6574" y="3566541"/>
                    </a:cubicBezTo>
                    <a:cubicBezTo>
                      <a:pt x="2860" y="3566827"/>
                      <a:pt x="-93" y="3569970"/>
                      <a:pt x="2" y="3573685"/>
                    </a:cubicBezTo>
                    <a:lnTo>
                      <a:pt x="383" y="3633121"/>
                    </a:lnTo>
                    <a:cubicBezTo>
                      <a:pt x="383" y="3635121"/>
                      <a:pt x="1240" y="3637026"/>
                      <a:pt x="2669" y="3638360"/>
                    </a:cubicBezTo>
                    <a:cubicBezTo>
                      <a:pt x="4003" y="3639598"/>
                      <a:pt x="5717" y="3640265"/>
                      <a:pt x="7527" y="3640265"/>
                    </a:cubicBezTo>
                    <a:cubicBezTo>
                      <a:pt x="7717" y="3640265"/>
                      <a:pt x="7908" y="3640265"/>
                      <a:pt x="8098" y="3640265"/>
                    </a:cubicBezTo>
                    <a:cubicBezTo>
                      <a:pt x="20290" y="3639312"/>
                      <a:pt x="309374" y="3617595"/>
                      <a:pt x="626652" y="3617595"/>
                    </a:cubicBezTo>
                    <a:cubicBezTo>
                      <a:pt x="931833" y="3617595"/>
                      <a:pt x="1153480" y="3637502"/>
                      <a:pt x="1285211" y="3676745"/>
                    </a:cubicBezTo>
                    <a:lnTo>
                      <a:pt x="1315214" y="3685699"/>
                    </a:lnTo>
                    <a:cubicBezTo>
                      <a:pt x="1684594" y="3795808"/>
                      <a:pt x="1888143" y="3856387"/>
                      <a:pt x="2138936" y="3856387"/>
                    </a:cubicBezTo>
                    <a:cubicBezTo>
                      <a:pt x="2163797" y="3856387"/>
                      <a:pt x="2189514" y="3855815"/>
                      <a:pt x="2215422" y="3854577"/>
                    </a:cubicBezTo>
                    <a:cubicBezTo>
                      <a:pt x="2231900" y="3853815"/>
                      <a:pt x="2251903" y="3853434"/>
                      <a:pt x="2274858" y="3853434"/>
                    </a:cubicBezTo>
                    <a:cubicBezTo>
                      <a:pt x="2419067" y="3853434"/>
                      <a:pt x="2666907" y="3868674"/>
                      <a:pt x="2906651" y="3883438"/>
                    </a:cubicBezTo>
                    <a:lnTo>
                      <a:pt x="2907985" y="3883533"/>
                    </a:lnTo>
                    <a:lnTo>
                      <a:pt x="2910366" y="3883724"/>
                    </a:lnTo>
                    <a:cubicBezTo>
                      <a:pt x="3034572" y="3891344"/>
                      <a:pt x="3151920" y="3898583"/>
                      <a:pt x="3253076" y="3903535"/>
                    </a:cubicBezTo>
                    <a:cubicBezTo>
                      <a:pt x="3313369" y="3906488"/>
                      <a:pt x="3394427" y="3908108"/>
                      <a:pt x="3487581" y="3908108"/>
                    </a:cubicBezTo>
                    <a:cubicBezTo>
                      <a:pt x="3898871" y="3908108"/>
                      <a:pt x="4478848" y="3879914"/>
                      <a:pt x="4780505" y="3818001"/>
                    </a:cubicBezTo>
                    <a:cubicBezTo>
                      <a:pt x="5095877" y="3753231"/>
                      <a:pt x="5511644" y="3747326"/>
                      <a:pt x="5689190" y="3744754"/>
                    </a:cubicBezTo>
                    <a:cubicBezTo>
                      <a:pt x="5716527" y="3744373"/>
                      <a:pt x="5738148" y="3744087"/>
                      <a:pt x="5753864" y="3743611"/>
                    </a:cubicBezTo>
                    <a:cubicBezTo>
                      <a:pt x="5864259" y="3740658"/>
                      <a:pt x="6200016" y="3731609"/>
                      <a:pt x="6459286" y="3427381"/>
                    </a:cubicBezTo>
                    <a:cubicBezTo>
                      <a:pt x="6598732" y="3263741"/>
                      <a:pt x="6829237" y="3096006"/>
                      <a:pt x="7032691" y="2947988"/>
                    </a:cubicBezTo>
                    <a:cubicBezTo>
                      <a:pt x="7179662" y="2841022"/>
                      <a:pt x="7306630" y="2748629"/>
                      <a:pt x="7366828" y="2679954"/>
                    </a:cubicBezTo>
                    <a:cubicBezTo>
                      <a:pt x="7389402" y="2654141"/>
                      <a:pt x="7411977" y="2627757"/>
                      <a:pt x="7435884" y="2599754"/>
                    </a:cubicBezTo>
                    <a:cubicBezTo>
                      <a:pt x="7549613" y="2466785"/>
                      <a:pt x="7728588" y="2286286"/>
                      <a:pt x="7889941" y="2178653"/>
                    </a:cubicBezTo>
                    <a:cubicBezTo>
                      <a:pt x="7891941" y="2177320"/>
                      <a:pt x="7893084" y="2175129"/>
                      <a:pt x="7893084" y="2172843"/>
                    </a:cubicBezTo>
                    <a:lnTo>
                      <a:pt x="7893846" y="2112645"/>
                    </a:lnTo>
                    <a:cubicBezTo>
                      <a:pt x="7893846" y="2109978"/>
                      <a:pt x="7892418" y="2107502"/>
                      <a:pt x="7890132" y="2106263"/>
                    </a:cubicBezTo>
                    <a:cubicBezTo>
                      <a:pt x="7889084" y="2105692"/>
                      <a:pt x="7887845" y="2105406"/>
                      <a:pt x="7886702" y="2105406"/>
                    </a:cubicBezTo>
                    <a:cubicBezTo>
                      <a:pt x="7885274" y="2105406"/>
                      <a:pt x="7883940" y="2105787"/>
                      <a:pt x="7882702" y="2106644"/>
                    </a:cubicBezTo>
                    <a:cubicBezTo>
                      <a:pt x="7828219" y="2143030"/>
                      <a:pt x="7652578" y="2262854"/>
                      <a:pt x="7551899" y="2361914"/>
                    </a:cubicBezTo>
                    <a:cubicBezTo>
                      <a:pt x="7570187" y="2298668"/>
                      <a:pt x="7578188" y="2233232"/>
                      <a:pt x="7575807" y="2166842"/>
                    </a:cubicBezTo>
                    <a:cubicBezTo>
                      <a:pt x="7574663" y="2135124"/>
                      <a:pt x="7573425" y="2106073"/>
                      <a:pt x="7572282" y="2079022"/>
                    </a:cubicBezTo>
                    <a:cubicBezTo>
                      <a:pt x="7565043" y="1908810"/>
                      <a:pt x="7561424" y="1823371"/>
                      <a:pt x="7602286" y="1686782"/>
                    </a:cubicBezTo>
                    <a:cubicBezTo>
                      <a:pt x="7608287" y="1666685"/>
                      <a:pt x="7615335" y="1646396"/>
                      <a:pt x="7622860" y="1624965"/>
                    </a:cubicBezTo>
                    <a:cubicBezTo>
                      <a:pt x="7627432" y="1611725"/>
                      <a:pt x="7632290" y="1598771"/>
                      <a:pt x="7637433" y="1585055"/>
                    </a:cubicBezTo>
                    <a:cubicBezTo>
                      <a:pt x="7688011" y="1449324"/>
                      <a:pt x="7745256" y="1295590"/>
                      <a:pt x="7560948" y="969359"/>
                    </a:cubicBezTo>
                    <a:cubicBezTo>
                      <a:pt x="7560852" y="968502"/>
                      <a:pt x="7560566" y="967550"/>
                      <a:pt x="7560090" y="966788"/>
                    </a:cubicBezTo>
                    <a:cubicBezTo>
                      <a:pt x="7523038" y="899827"/>
                      <a:pt x="7567329" y="812959"/>
                      <a:pt x="7588094" y="778764"/>
                    </a:cubicBezTo>
                    <a:cubicBezTo>
                      <a:pt x="7592380" y="772287"/>
                      <a:pt x="7597143" y="765048"/>
                      <a:pt x="7602191" y="757904"/>
                    </a:cubicBezTo>
                    <a:cubicBezTo>
                      <a:pt x="7611049" y="745236"/>
                      <a:pt x="7620479" y="732377"/>
                      <a:pt x="7629527" y="719995"/>
                    </a:cubicBezTo>
                    <a:lnTo>
                      <a:pt x="7639624" y="706088"/>
                    </a:lnTo>
                    <a:lnTo>
                      <a:pt x="7643148" y="701230"/>
                    </a:lnTo>
                    <a:cubicBezTo>
                      <a:pt x="7648196" y="694277"/>
                      <a:pt x="7653530" y="687038"/>
                      <a:pt x="7658579" y="679418"/>
                    </a:cubicBezTo>
                    <a:cubicBezTo>
                      <a:pt x="7662293" y="673798"/>
                      <a:pt x="7666199" y="668464"/>
                      <a:pt x="7670295" y="662750"/>
                    </a:cubicBezTo>
                    <a:cubicBezTo>
                      <a:pt x="7672485" y="659701"/>
                      <a:pt x="7674676" y="656654"/>
                      <a:pt x="7676867" y="653510"/>
                    </a:cubicBezTo>
                    <a:cubicBezTo>
                      <a:pt x="7691440" y="632936"/>
                      <a:pt x="7702203" y="613410"/>
                      <a:pt x="7709538" y="593979"/>
                    </a:cubicBezTo>
                    <a:cubicBezTo>
                      <a:pt x="7717538" y="573310"/>
                      <a:pt x="7722777" y="550926"/>
                      <a:pt x="7725254" y="527494"/>
                    </a:cubicBezTo>
                    <a:cubicBezTo>
                      <a:pt x="7727445" y="506063"/>
                      <a:pt x="7726873" y="484822"/>
                      <a:pt x="7726302" y="464248"/>
                    </a:cubicBezTo>
                    <a:lnTo>
                      <a:pt x="7726206" y="461200"/>
                    </a:lnTo>
                    <a:lnTo>
                      <a:pt x="7723825" y="397002"/>
                    </a:lnTo>
                    <a:cubicBezTo>
                      <a:pt x="7723158" y="376142"/>
                      <a:pt x="7722873" y="355854"/>
                      <a:pt x="7726682" y="336804"/>
                    </a:cubicBezTo>
                    <a:cubicBezTo>
                      <a:pt x="7728397" y="328041"/>
                      <a:pt x="7731445" y="319183"/>
                      <a:pt x="7735731" y="309753"/>
                    </a:cubicBezTo>
                    <a:cubicBezTo>
                      <a:pt x="7739351" y="301847"/>
                      <a:pt x="7743637" y="293560"/>
                      <a:pt x="7747733" y="285559"/>
                    </a:cubicBezTo>
                    <a:lnTo>
                      <a:pt x="7749733" y="281654"/>
                    </a:lnTo>
                    <a:cubicBezTo>
                      <a:pt x="7751829" y="277654"/>
                      <a:pt x="7753829" y="273558"/>
                      <a:pt x="7755924" y="269558"/>
                    </a:cubicBezTo>
                    <a:cubicBezTo>
                      <a:pt x="7763639" y="254603"/>
                      <a:pt x="7771641" y="239173"/>
                      <a:pt x="7778308" y="222980"/>
                    </a:cubicBezTo>
                    <a:cubicBezTo>
                      <a:pt x="7782213" y="213360"/>
                      <a:pt x="7786404" y="201835"/>
                      <a:pt x="7788309" y="189262"/>
                    </a:cubicBezTo>
                    <a:cubicBezTo>
                      <a:pt x="7788786" y="187166"/>
                      <a:pt x="7788881" y="184690"/>
                      <a:pt x="7788976" y="182499"/>
                    </a:cubicBezTo>
                    <a:cubicBezTo>
                      <a:pt x="7788976" y="181642"/>
                      <a:pt x="7789071" y="180880"/>
                      <a:pt x="7789071" y="180022"/>
                    </a:cubicBezTo>
                    <a:cubicBezTo>
                      <a:pt x="7789166" y="179260"/>
                      <a:pt x="7789166" y="178498"/>
                      <a:pt x="7789166" y="177737"/>
                    </a:cubicBezTo>
                    <a:cubicBezTo>
                      <a:pt x="7789262" y="176213"/>
                      <a:pt x="7789262" y="174784"/>
                      <a:pt x="7789548" y="173546"/>
                    </a:cubicBezTo>
                    <a:cubicBezTo>
                      <a:pt x="7790119" y="169354"/>
                      <a:pt x="7791167" y="165259"/>
                      <a:pt x="7792977" y="160210"/>
                    </a:cubicBezTo>
                    <a:cubicBezTo>
                      <a:pt x="7797453" y="147828"/>
                      <a:pt x="7804883" y="136398"/>
                      <a:pt x="7812788" y="124301"/>
                    </a:cubicBezTo>
                    <a:cubicBezTo>
                      <a:pt x="7816503" y="118586"/>
                      <a:pt x="7820409" y="112585"/>
                      <a:pt x="7824028" y="106489"/>
                    </a:cubicBezTo>
                    <a:cubicBezTo>
                      <a:pt x="7824123" y="106299"/>
                      <a:pt x="7824218" y="106204"/>
                      <a:pt x="7824314" y="106013"/>
                    </a:cubicBezTo>
                    <a:cubicBezTo>
                      <a:pt x="7826600" y="101346"/>
                      <a:pt x="7827648" y="95250"/>
                      <a:pt x="7827552" y="87535"/>
                    </a:cubicBezTo>
                    <a:cubicBezTo>
                      <a:pt x="7829457" y="82487"/>
                      <a:pt x="7830981" y="77533"/>
                      <a:pt x="7832315" y="73247"/>
                    </a:cubicBezTo>
                    <a:cubicBezTo>
                      <a:pt x="7834505" y="66008"/>
                      <a:pt x="7830124" y="54007"/>
                      <a:pt x="7822885" y="35147"/>
                    </a:cubicBezTo>
                    <a:cubicBezTo>
                      <a:pt x="7819170" y="25337"/>
                      <a:pt x="7814503" y="13240"/>
                      <a:pt x="7814408" y="8668"/>
                    </a:cubicBezTo>
                    <a:cubicBezTo>
                      <a:pt x="7814408" y="8382"/>
                      <a:pt x="7814408" y="8096"/>
                      <a:pt x="7814503" y="7810"/>
                    </a:cubicBezTo>
                    <a:cubicBezTo>
                      <a:pt x="7814884" y="4000"/>
                      <a:pt x="7812217" y="571"/>
                      <a:pt x="7808407" y="0"/>
                    </a:cubicBezTo>
                    <a:cubicBezTo>
                      <a:pt x="7807740" y="95"/>
                      <a:pt x="7807359" y="95"/>
                      <a:pt x="7807073" y="95"/>
                    </a:cubicBezTo>
                    <a:lnTo>
                      <a:pt x="7807073" y="95"/>
                    </a:ln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02" name="Forme libre : forme 9101">
                <a:extLst>
                  <a:ext uri="{FF2B5EF4-FFF2-40B4-BE49-F238E27FC236}">
                    <a16:creationId xmlns:a16="http://schemas.microsoft.com/office/drawing/2014/main" id="{0D0172A0-54D2-49ED-8AA7-634DD81C698D}"/>
                  </a:ext>
                </a:extLst>
              </p:cNvPr>
              <p:cNvSpPr/>
              <p:nvPr/>
            </p:nvSpPr>
            <p:spPr>
              <a:xfrm>
                <a:off x="4474721" y="4403593"/>
                <a:ext cx="192458" cy="337083"/>
              </a:xfrm>
              <a:custGeom>
                <a:avLst/>
                <a:gdLst>
                  <a:gd name="connsiteX0" fmla="*/ 11081 w 192458"/>
                  <a:gd name="connsiteY0" fmla="*/ 313663 h 337083"/>
                  <a:gd name="connsiteX1" fmla="*/ 38704 w 192458"/>
                  <a:gd name="connsiteY1" fmla="*/ 239939 h 337083"/>
                  <a:gd name="connsiteX2" fmla="*/ 57944 w 192458"/>
                  <a:gd name="connsiteY2" fmla="*/ 163739 h 337083"/>
                  <a:gd name="connsiteX3" fmla="*/ 59468 w 192458"/>
                  <a:gd name="connsiteY3" fmla="*/ 124306 h 337083"/>
                  <a:gd name="connsiteX4" fmla="*/ 68041 w 192458"/>
                  <a:gd name="connsiteY4" fmla="*/ 85158 h 337083"/>
                  <a:gd name="connsiteX5" fmla="*/ 94139 w 192458"/>
                  <a:gd name="connsiteY5" fmla="*/ 54392 h 337083"/>
                  <a:gd name="connsiteX6" fmla="*/ 112808 w 192458"/>
                  <a:gd name="connsiteY6" fmla="*/ 46391 h 337083"/>
                  <a:gd name="connsiteX7" fmla="*/ 134049 w 192458"/>
                  <a:gd name="connsiteY7" fmla="*/ 46677 h 337083"/>
                  <a:gd name="connsiteX8" fmla="*/ 145193 w 192458"/>
                  <a:gd name="connsiteY8" fmla="*/ 64870 h 337083"/>
                  <a:gd name="connsiteX9" fmla="*/ 148051 w 192458"/>
                  <a:gd name="connsiteY9" fmla="*/ 85063 h 337083"/>
                  <a:gd name="connsiteX10" fmla="*/ 142622 w 192458"/>
                  <a:gd name="connsiteY10" fmla="*/ 124877 h 337083"/>
                  <a:gd name="connsiteX11" fmla="*/ 113475 w 192458"/>
                  <a:gd name="connsiteY11" fmla="*/ 198982 h 337083"/>
                  <a:gd name="connsiteX12" fmla="*/ 68708 w 192458"/>
                  <a:gd name="connsiteY12" fmla="*/ 264609 h 337083"/>
                  <a:gd name="connsiteX13" fmla="*/ 13748 w 192458"/>
                  <a:gd name="connsiteY13" fmla="*/ 322045 h 337083"/>
                  <a:gd name="connsiteX14" fmla="*/ 10891 w 192458"/>
                  <a:gd name="connsiteY14" fmla="*/ 318235 h 337083"/>
                  <a:gd name="connsiteX15" fmla="*/ 78137 w 192458"/>
                  <a:gd name="connsiteY15" fmla="*/ 259084 h 337083"/>
                  <a:gd name="connsiteX16" fmla="*/ 105950 w 192458"/>
                  <a:gd name="connsiteY16" fmla="*/ 224318 h 337083"/>
                  <a:gd name="connsiteX17" fmla="*/ 126238 w 192458"/>
                  <a:gd name="connsiteY17" fmla="*/ 184313 h 337083"/>
                  <a:gd name="connsiteX18" fmla="*/ 156242 w 192458"/>
                  <a:gd name="connsiteY18" fmla="*/ 99922 h 337083"/>
                  <a:gd name="connsiteX19" fmla="*/ 159004 w 192458"/>
                  <a:gd name="connsiteY19" fmla="*/ 55440 h 337083"/>
                  <a:gd name="connsiteX20" fmla="*/ 150813 w 192458"/>
                  <a:gd name="connsiteY20" fmla="*/ 36104 h 337083"/>
                  <a:gd name="connsiteX21" fmla="*/ 131287 w 192458"/>
                  <a:gd name="connsiteY21" fmla="*/ 28198 h 337083"/>
                  <a:gd name="connsiteX22" fmla="*/ 109665 w 192458"/>
                  <a:gd name="connsiteY22" fmla="*/ 31246 h 337083"/>
                  <a:gd name="connsiteX23" fmla="*/ 88901 w 192458"/>
                  <a:gd name="connsiteY23" fmla="*/ 39152 h 337083"/>
                  <a:gd name="connsiteX24" fmla="*/ 59659 w 192458"/>
                  <a:gd name="connsiteY24" fmla="*/ 70870 h 337083"/>
                  <a:gd name="connsiteX25" fmla="*/ 39275 w 192458"/>
                  <a:gd name="connsiteY25" fmla="*/ 157548 h 337083"/>
                  <a:gd name="connsiteX26" fmla="*/ 7462 w 192458"/>
                  <a:gd name="connsiteY26" fmla="*/ 334332 h 337083"/>
                  <a:gd name="connsiteX27" fmla="*/ 794 w 192458"/>
                  <a:gd name="connsiteY27" fmla="*/ 334332 h 337083"/>
                  <a:gd name="connsiteX28" fmla="*/ 8986 w 192458"/>
                  <a:gd name="connsiteY28" fmla="*/ 125353 h 337083"/>
                  <a:gd name="connsiteX29" fmla="*/ 14320 w 192458"/>
                  <a:gd name="connsiteY29" fmla="*/ 99064 h 337083"/>
                  <a:gd name="connsiteX30" fmla="*/ 25559 w 192458"/>
                  <a:gd name="connsiteY30" fmla="*/ 74776 h 337083"/>
                  <a:gd name="connsiteX31" fmla="*/ 55468 w 192458"/>
                  <a:gd name="connsiteY31" fmla="*/ 30961 h 337083"/>
                  <a:gd name="connsiteX32" fmla="*/ 102617 w 192458"/>
                  <a:gd name="connsiteY32" fmla="*/ 5815 h 337083"/>
                  <a:gd name="connsiteX33" fmla="*/ 128810 w 192458"/>
                  <a:gd name="connsiteY33" fmla="*/ 195 h 337083"/>
                  <a:gd name="connsiteX34" fmla="*/ 155956 w 192458"/>
                  <a:gd name="connsiteY34" fmla="*/ 5624 h 337083"/>
                  <a:gd name="connsiteX35" fmla="*/ 188818 w 192458"/>
                  <a:gd name="connsiteY35" fmla="*/ 47725 h 337083"/>
                  <a:gd name="connsiteX36" fmla="*/ 190437 w 192458"/>
                  <a:gd name="connsiteY36" fmla="*/ 100779 h 337083"/>
                  <a:gd name="connsiteX37" fmla="*/ 155289 w 192458"/>
                  <a:gd name="connsiteY37" fmla="*/ 199458 h 337083"/>
                  <a:gd name="connsiteX38" fmla="*/ 91853 w 192458"/>
                  <a:gd name="connsiteY38" fmla="*/ 282611 h 337083"/>
                  <a:gd name="connsiteX39" fmla="*/ 49848 w 192458"/>
                  <a:gd name="connsiteY39" fmla="*/ 313853 h 337083"/>
                  <a:gd name="connsiteX40" fmla="*/ 26131 w 192458"/>
                  <a:gd name="connsiteY40" fmla="*/ 324807 h 337083"/>
                  <a:gd name="connsiteX41" fmla="*/ 14129 w 192458"/>
                  <a:gd name="connsiteY41" fmla="*/ 329855 h 337083"/>
                  <a:gd name="connsiteX42" fmla="*/ 8033 w 192458"/>
                  <a:gd name="connsiteY42" fmla="*/ 332332 h 337083"/>
                  <a:gd name="connsiteX43" fmla="*/ 6319 w 192458"/>
                  <a:gd name="connsiteY43" fmla="*/ 334332 h 337083"/>
                  <a:gd name="connsiteX44" fmla="*/ 5747 w 192458"/>
                  <a:gd name="connsiteY44" fmla="*/ 335856 h 337083"/>
                  <a:gd name="connsiteX45" fmla="*/ 5461 w 192458"/>
                  <a:gd name="connsiteY45" fmla="*/ 336618 h 337083"/>
                  <a:gd name="connsiteX46" fmla="*/ 5271 w 192458"/>
                  <a:gd name="connsiteY46" fmla="*/ 336999 h 337083"/>
                  <a:gd name="connsiteX47" fmla="*/ 4604 w 192458"/>
                  <a:gd name="connsiteY47" fmla="*/ 336618 h 337083"/>
                  <a:gd name="connsiteX48" fmla="*/ 4700 w 192458"/>
                  <a:gd name="connsiteY48" fmla="*/ 336428 h 337083"/>
                  <a:gd name="connsiteX49" fmla="*/ 5366 w 192458"/>
                  <a:gd name="connsiteY49" fmla="*/ 336618 h 337083"/>
                  <a:gd name="connsiteX50" fmla="*/ 5271 w 192458"/>
                  <a:gd name="connsiteY50" fmla="*/ 336808 h 337083"/>
                  <a:gd name="connsiteX51" fmla="*/ 4604 w 192458"/>
                  <a:gd name="connsiteY51" fmla="*/ 336618 h 337083"/>
                  <a:gd name="connsiteX52" fmla="*/ 4795 w 192458"/>
                  <a:gd name="connsiteY52" fmla="*/ 336332 h 337083"/>
                  <a:gd name="connsiteX53" fmla="*/ 5080 w 192458"/>
                  <a:gd name="connsiteY53" fmla="*/ 335570 h 337083"/>
                  <a:gd name="connsiteX54" fmla="*/ 5557 w 192458"/>
                  <a:gd name="connsiteY54" fmla="*/ 334046 h 337083"/>
                  <a:gd name="connsiteX55" fmla="*/ 6128 w 192458"/>
                  <a:gd name="connsiteY55" fmla="*/ 332332 h 337083"/>
                  <a:gd name="connsiteX56" fmla="*/ 7747 w 192458"/>
                  <a:gd name="connsiteY56" fmla="*/ 331379 h 337083"/>
                  <a:gd name="connsiteX57" fmla="*/ 13748 w 192458"/>
                  <a:gd name="connsiteY57" fmla="*/ 328807 h 337083"/>
                  <a:gd name="connsiteX58" fmla="*/ 25654 w 192458"/>
                  <a:gd name="connsiteY58" fmla="*/ 323473 h 337083"/>
                  <a:gd name="connsiteX59" fmla="*/ 49086 w 192458"/>
                  <a:gd name="connsiteY59" fmla="*/ 312043 h 337083"/>
                  <a:gd name="connsiteX60" fmla="*/ 89757 w 192458"/>
                  <a:gd name="connsiteY60" fmla="*/ 280325 h 337083"/>
                  <a:gd name="connsiteX61" fmla="*/ 151480 w 192458"/>
                  <a:gd name="connsiteY61" fmla="*/ 197172 h 337083"/>
                  <a:gd name="connsiteX62" fmla="*/ 184817 w 192458"/>
                  <a:gd name="connsiteY62" fmla="*/ 99826 h 337083"/>
                  <a:gd name="connsiteX63" fmla="*/ 182722 w 192458"/>
                  <a:gd name="connsiteY63" fmla="*/ 49344 h 337083"/>
                  <a:gd name="connsiteX64" fmla="*/ 152813 w 192458"/>
                  <a:gd name="connsiteY64" fmla="*/ 11625 h 337083"/>
                  <a:gd name="connsiteX65" fmla="*/ 104616 w 192458"/>
                  <a:gd name="connsiteY65" fmla="*/ 12482 h 337083"/>
                  <a:gd name="connsiteX66" fmla="*/ 60611 w 192458"/>
                  <a:gd name="connsiteY66" fmla="*/ 35818 h 337083"/>
                  <a:gd name="connsiteX67" fmla="*/ 32036 w 192458"/>
                  <a:gd name="connsiteY67" fmla="*/ 78109 h 337083"/>
                  <a:gd name="connsiteX68" fmla="*/ 21463 w 192458"/>
                  <a:gd name="connsiteY68" fmla="*/ 101160 h 337083"/>
                  <a:gd name="connsiteX69" fmla="*/ 16510 w 192458"/>
                  <a:gd name="connsiteY69" fmla="*/ 126020 h 337083"/>
                  <a:gd name="connsiteX70" fmla="*/ 7462 w 192458"/>
                  <a:gd name="connsiteY70" fmla="*/ 333951 h 337083"/>
                  <a:gd name="connsiteX71" fmla="*/ 794 w 192458"/>
                  <a:gd name="connsiteY71" fmla="*/ 333951 h 337083"/>
                  <a:gd name="connsiteX72" fmla="*/ 34417 w 192458"/>
                  <a:gd name="connsiteY72" fmla="*/ 156691 h 337083"/>
                  <a:gd name="connsiteX73" fmla="*/ 56134 w 192458"/>
                  <a:gd name="connsiteY73" fmla="*/ 68965 h 337083"/>
                  <a:gd name="connsiteX74" fmla="*/ 87186 w 192458"/>
                  <a:gd name="connsiteY74" fmla="*/ 35914 h 337083"/>
                  <a:gd name="connsiteX75" fmla="*/ 108617 w 192458"/>
                  <a:gd name="connsiteY75" fmla="*/ 28008 h 337083"/>
                  <a:gd name="connsiteX76" fmla="*/ 131382 w 192458"/>
                  <a:gd name="connsiteY76" fmla="*/ 25055 h 337083"/>
                  <a:gd name="connsiteX77" fmla="*/ 152718 w 192458"/>
                  <a:gd name="connsiteY77" fmla="*/ 34009 h 337083"/>
                  <a:gd name="connsiteX78" fmla="*/ 161576 w 192458"/>
                  <a:gd name="connsiteY78" fmla="*/ 55249 h 337083"/>
                  <a:gd name="connsiteX79" fmla="*/ 158433 w 192458"/>
                  <a:gd name="connsiteY79" fmla="*/ 100398 h 337083"/>
                  <a:gd name="connsiteX80" fmla="*/ 128620 w 192458"/>
                  <a:gd name="connsiteY80" fmla="*/ 185551 h 337083"/>
                  <a:gd name="connsiteX81" fmla="*/ 108617 w 192458"/>
                  <a:gd name="connsiteY81" fmla="*/ 226033 h 337083"/>
                  <a:gd name="connsiteX82" fmla="*/ 80709 w 192458"/>
                  <a:gd name="connsiteY82" fmla="*/ 261751 h 337083"/>
                  <a:gd name="connsiteX83" fmla="*/ 13462 w 192458"/>
                  <a:gd name="connsiteY83" fmla="*/ 322140 h 337083"/>
                  <a:gd name="connsiteX84" fmla="*/ 10605 w 192458"/>
                  <a:gd name="connsiteY84" fmla="*/ 318330 h 337083"/>
                  <a:gd name="connsiteX85" fmla="*/ 63945 w 192458"/>
                  <a:gd name="connsiteY85" fmla="*/ 260989 h 337083"/>
                  <a:gd name="connsiteX86" fmla="*/ 107855 w 192458"/>
                  <a:gd name="connsiteY86" fmla="*/ 195934 h 337083"/>
                  <a:gd name="connsiteX87" fmla="*/ 123762 w 192458"/>
                  <a:gd name="connsiteY87" fmla="*/ 160215 h 337083"/>
                  <a:gd name="connsiteX88" fmla="*/ 136621 w 192458"/>
                  <a:gd name="connsiteY88" fmla="*/ 123163 h 337083"/>
                  <a:gd name="connsiteX89" fmla="*/ 142240 w 192458"/>
                  <a:gd name="connsiteY89" fmla="*/ 85063 h 337083"/>
                  <a:gd name="connsiteX90" fmla="*/ 139764 w 192458"/>
                  <a:gd name="connsiteY90" fmla="*/ 66108 h 337083"/>
                  <a:gd name="connsiteX91" fmla="*/ 131287 w 192458"/>
                  <a:gd name="connsiteY91" fmla="*/ 51249 h 337083"/>
                  <a:gd name="connsiteX92" fmla="*/ 114141 w 192458"/>
                  <a:gd name="connsiteY92" fmla="*/ 51249 h 337083"/>
                  <a:gd name="connsiteX93" fmla="*/ 96520 w 192458"/>
                  <a:gd name="connsiteY93" fmla="*/ 58583 h 337083"/>
                  <a:gd name="connsiteX94" fmla="*/ 72136 w 192458"/>
                  <a:gd name="connsiteY94" fmla="*/ 86872 h 337083"/>
                  <a:gd name="connsiteX95" fmla="*/ 63564 w 192458"/>
                  <a:gd name="connsiteY95" fmla="*/ 124496 h 337083"/>
                  <a:gd name="connsiteX96" fmla="*/ 61659 w 192458"/>
                  <a:gd name="connsiteY96" fmla="*/ 164025 h 337083"/>
                  <a:gd name="connsiteX97" fmla="*/ 41085 w 192458"/>
                  <a:gd name="connsiteY97" fmla="*/ 240606 h 337083"/>
                  <a:gd name="connsiteX98" fmla="*/ 11653 w 192458"/>
                  <a:gd name="connsiteY98" fmla="*/ 313948 h 337083"/>
                  <a:gd name="connsiteX99" fmla="*/ 11081 w 192458"/>
                  <a:gd name="connsiteY99" fmla="*/ 313663 h 33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192458" h="337083">
                    <a:moveTo>
                      <a:pt x="11081" y="313663"/>
                    </a:moveTo>
                    <a:cubicBezTo>
                      <a:pt x="23559" y="290422"/>
                      <a:pt x="31370" y="265180"/>
                      <a:pt x="38704" y="239939"/>
                    </a:cubicBezTo>
                    <a:cubicBezTo>
                      <a:pt x="45371" y="214507"/>
                      <a:pt x="55372" y="189647"/>
                      <a:pt x="57944" y="163739"/>
                    </a:cubicBezTo>
                    <a:cubicBezTo>
                      <a:pt x="59183" y="150785"/>
                      <a:pt x="58325" y="137545"/>
                      <a:pt x="59468" y="124306"/>
                    </a:cubicBezTo>
                    <a:cubicBezTo>
                      <a:pt x="60516" y="111066"/>
                      <a:pt x="62707" y="97636"/>
                      <a:pt x="68041" y="85158"/>
                    </a:cubicBezTo>
                    <a:cubicBezTo>
                      <a:pt x="73184" y="72680"/>
                      <a:pt x="82233" y="61345"/>
                      <a:pt x="94139" y="54392"/>
                    </a:cubicBezTo>
                    <a:cubicBezTo>
                      <a:pt x="100045" y="50868"/>
                      <a:pt x="106331" y="48296"/>
                      <a:pt x="112808" y="46391"/>
                    </a:cubicBezTo>
                    <a:cubicBezTo>
                      <a:pt x="119190" y="44581"/>
                      <a:pt x="126905" y="42772"/>
                      <a:pt x="134049" y="46677"/>
                    </a:cubicBezTo>
                    <a:cubicBezTo>
                      <a:pt x="141097" y="50868"/>
                      <a:pt x="143574" y="58488"/>
                      <a:pt x="145193" y="64870"/>
                    </a:cubicBezTo>
                    <a:cubicBezTo>
                      <a:pt x="146907" y="71442"/>
                      <a:pt x="147860" y="78205"/>
                      <a:pt x="148051" y="85063"/>
                    </a:cubicBezTo>
                    <a:cubicBezTo>
                      <a:pt x="148336" y="98683"/>
                      <a:pt x="146051" y="112018"/>
                      <a:pt x="142622" y="124877"/>
                    </a:cubicBezTo>
                    <a:cubicBezTo>
                      <a:pt x="135192" y="150499"/>
                      <a:pt x="125858" y="175264"/>
                      <a:pt x="113475" y="198982"/>
                    </a:cubicBezTo>
                    <a:cubicBezTo>
                      <a:pt x="100711" y="222508"/>
                      <a:pt x="84614" y="243559"/>
                      <a:pt x="68708" y="264609"/>
                    </a:cubicBezTo>
                    <a:cubicBezTo>
                      <a:pt x="52229" y="285373"/>
                      <a:pt x="34608" y="305281"/>
                      <a:pt x="13748" y="322045"/>
                    </a:cubicBezTo>
                    <a:lnTo>
                      <a:pt x="10891" y="318235"/>
                    </a:lnTo>
                    <a:cubicBezTo>
                      <a:pt x="35370" y="301185"/>
                      <a:pt x="57182" y="280420"/>
                      <a:pt x="78137" y="259084"/>
                    </a:cubicBezTo>
                    <a:cubicBezTo>
                      <a:pt x="88614" y="248416"/>
                      <a:pt x="98521" y="237272"/>
                      <a:pt x="105950" y="224318"/>
                    </a:cubicBezTo>
                    <a:cubicBezTo>
                      <a:pt x="113475" y="211459"/>
                      <a:pt x="119761" y="197743"/>
                      <a:pt x="126238" y="184313"/>
                    </a:cubicBezTo>
                    <a:cubicBezTo>
                      <a:pt x="138907" y="157262"/>
                      <a:pt x="151004" y="129449"/>
                      <a:pt x="156242" y="99922"/>
                    </a:cubicBezTo>
                    <a:cubicBezTo>
                      <a:pt x="159004" y="85253"/>
                      <a:pt x="160052" y="70204"/>
                      <a:pt x="159004" y="55440"/>
                    </a:cubicBezTo>
                    <a:cubicBezTo>
                      <a:pt x="158338" y="48201"/>
                      <a:pt x="156147" y="40866"/>
                      <a:pt x="150813" y="36104"/>
                    </a:cubicBezTo>
                    <a:cubicBezTo>
                      <a:pt x="145574" y="31246"/>
                      <a:pt x="138431" y="28675"/>
                      <a:pt x="131287" y="28198"/>
                    </a:cubicBezTo>
                    <a:cubicBezTo>
                      <a:pt x="124048" y="27722"/>
                      <a:pt x="116713" y="29151"/>
                      <a:pt x="109665" y="31246"/>
                    </a:cubicBezTo>
                    <a:cubicBezTo>
                      <a:pt x="102521" y="33437"/>
                      <a:pt x="95473" y="35818"/>
                      <a:pt x="88901" y="39152"/>
                    </a:cubicBezTo>
                    <a:cubicBezTo>
                      <a:pt x="75565" y="45439"/>
                      <a:pt x="66326" y="57821"/>
                      <a:pt x="59659" y="70870"/>
                    </a:cubicBezTo>
                    <a:cubicBezTo>
                      <a:pt x="46229" y="97445"/>
                      <a:pt x="43942" y="127925"/>
                      <a:pt x="39275" y="157548"/>
                    </a:cubicBezTo>
                    <a:cubicBezTo>
                      <a:pt x="29941" y="217174"/>
                      <a:pt x="9938" y="274705"/>
                      <a:pt x="7462" y="334332"/>
                    </a:cubicBezTo>
                    <a:lnTo>
                      <a:pt x="794" y="334332"/>
                    </a:lnTo>
                    <a:cubicBezTo>
                      <a:pt x="-1873" y="264418"/>
                      <a:pt x="2509" y="194791"/>
                      <a:pt x="8986" y="125353"/>
                    </a:cubicBezTo>
                    <a:cubicBezTo>
                      <a:pt x="10034" y="116590"/>
                      <a:pt x="11462" y="107732"/>
                      <a:pt x="14320" y="99064"/>
                    </a:cubicBezTo>
                    <a:cubicBezTo>
                      <a:pt x="17177" y="90397"/>
                      <a:pt x="21178" y="82396"/>
                      <a:pt x="25559" y="74776"/>
                    </a:cubicBezTo>
                    <a:cubicBezTo>
                      <a:pt x="34513" y="59821"/>
                      <a:pt x="42609" y="44105"/>
                      <a:pt x="55468" y="30961"/>
                    </a:cubicBezTo>
                    <a:cubicBezTo>
                      <a:pt x="68422" y="17626"/>
                      <a:pt x="85852" y="10768"/>
                      <a:pt x="102617" y="5815"/>
                    </a:cubicBezTo>
                    <a:cubicBezTo>
                      <a:pt x="110999" y="3338"/>
                      <a:pt x="119666" y="957"/>
                      <a:pt x="128810" y="195"/>
                    </a:cubicBezTo>
                    <a:cubicBezTo>
                      <a:pt x="137954" y="-662"/>
                      <a:pt x="147670" y="1338"/>
                      <a:pt x="155956" y="5624"/>
                    </a:cubicBezTo>
                    <a:cubicBezTo>
                      <a:pt x="172530" y="14197"/>
                      <a:pt x="183960" y="30389"/>
                      <a:pt x="188818" y="47725"/>
                    </a:cubicBezTo>
                    <a:cubicBezTo>
                      <a:pt x="193771" y="65155"/>
                      <a:pt x="193009" y="83443"/>
                      <a:pt x="190437" y="100779"/>
                    </a:cubicBezTo>
                    <a:cubicBezTo>
                      <a:pt x="185103" y="135640"/>
                      <a:pt x="172530" y="168978"/>
                      <a:pt x="155289" y="199458"/>
                    </a:cubicBezTo>
                    <a:cubicBezTo>
                      <a:pt x="138049" y="229938"/>
                      <a:pt x="116428" y="257751"/>
                      <a:pt x="91853" y="282611"/>
                    </a:cubicBezTo>
                    <a:cubicBezTo>
                      <a:pt x="79566" y="294994"/>
                      <a:pt x="65659" y="306233"/>
                      <a:pt x="49848" y="313853"/>
                    </a:cubicBezTo>
                    <a:cubicBezTo>
                      <a:pt x="42038" y="317854"/>
                      <a:pt x="34132" y="321378"/>
                      <a:pt x="26131" y="324807"/>
                    </a:cubicBezTo>
                    <a:lnTo>
                      <a:pt x="14129" y="329855"/>
                    </a:lnTo>
                    <a:cubicBezTo>
                      <a:pt x="12129" y="330617"/>
                      <a:pt x="10224" y="331665"/>
                      <a:pt x="8033" y="332332"/>
                    </a:cubicBezTo>
                    <a:cubicBezTo>
                      <a:pt x="6890" y="332617"/>
                      <a:pt x="6604" y="332998"/>
                      <a:pt x="6319" y="334332"/>
                    </a:cubicBezTo>
                    <a:lnTo>
                      <a:pt x="5747" y="335856"/>
                    </a:lnTo>
                    <a:lnTo>
                      <a:pt x="5461" y="336618"/>
                    </a:lnTo>
                    <a:lnTo>
                      <a:pt x="5271" y="336999"/>
                    </a:lnTo>
                    <a:cubicBezTo>
                      <a:pt x="5176" y="337380"/>
                      <a:pt x="4128" y="336332"/>
                      <a:pt x="4604" y="336618"/>
                    </a:cubicBezTo>
                    <a:lnTo>
                      <a:pt x="4700" y="336428"/>
                    </a:lnTo>
                    <a:lnTo>
                      <a:pt x="5366" y="336618"/>
                    </a:lnTo>
                    <a:lnTo>
                      <a:pt x="5271" y="336808"/>
                    </a:lnTo>
                    <a:cubicBezTo>
                      <a:pt x="5747" y="337189"/>
                      <a:pt x="4604" y="336428"/>
                      <a:pt x="4604" y="336618"/>
                    </a:cubicBezTo>
                    <a:lnTo>
                      <a:pt x="4795" y="336332"/>
                    </a:lnTo>
                    <a:lnTo>
                      <a:pt x="5080" y="335570"/>
                    </a:lnTo>
                    <a:lnTo>
                      <a:pt x="5557" y="334046"/>
                    </a:lnTo>
                    <a:cubicBezTo>
                      <a:pt x="5747" y="333570"/>
                      <a:pt x="5652" y="332998"/>
                      <a:pt x="6128" y="332332"/>
                    </a:cubicBezTo>
                    <a:cubicBezTo>
                      <a:pt x="6604" y="331760"/>
                      <a:pt x="7176" y="331570"/>
                      <a:pt x="7747" y="331379"/>
                    </a:cubicBezTo>
                    <a:cubicBezTo>
                      <a:pt x="9748" y="330808"/>
                      <a:pt x="11748" y="329665"/>
                      <a:pt x="13748" y="328807"/>
                    </a:cubicBezTo>
                    <a:lnTo>
                      <a:pt x="25654" y="323473"/>
                    </a:lnTo>
                    <a:cubicBezTo>
                      <a:pt x="33560" y="319854"/>
                      <a:pt x="41371" y="316139"/>
                      <a:pt x="49086" y="312043"/>
                    </a:cubicBezTo>
                    <a:cubicBezTo>
                      <a:pt x="64517" y="304138"/>
                      <a:pt x="77851" y="292803"/>
                      <a:pt x="89757" y="280325"/>
                    </a:cubicBezTo>
                    <a:cubicBezTo>
                      <a:pt x="113665" y="255274"/>
                      <a:pt x="134906" y="227462"/>
                      <a:pt x="151480" y="197172"/>
                    </a:cubicBezTo>
                    <a:cubicBezTo>
                      <a:pt x="168149" y="166882"/>
                      <a:pt x="180055" y="133926"/>
                      <a:pt x="184817" y="99826"/>
                    </a:cubicBezTo>
                    <a:cubicBezTo>
                      <a:pt x="187199" y="82872"/>
                      <a:pt x="187484" y="65441"/>
                      <a:pt x="182722" y="49344"/>
                    </a:cubicBezTo>
                    <a:cubicBezTo>
                      <a:pt x="178150" y="33437"/>
                      <a:pt x="167386" y="18959"/>
                      <a:pt x="152813" y="11625"/>
                    </a:cubicBezTo>
                    <a:cubicBezTo>
                      <a:pt x="138145" y="3719"/>
                      <a:pt x="121000" y="7434"/>
                      <a:pt x="104616" y="12482"/>
                    </a:cubicBezTo>
                    <a:cubicBezTo>
                      <a:pt x="88234" y="17340"/>
                      <a:pt x="72136" y="23912"/>
                      <a:pt x="60611" y="35818"/>
                    </a:cubicBezTo>
                    <a:cubicBezTo>
                      <a:pt x="48991" y="47725"/>
                      <a:pt x="40799" y="63346"/>
                      <a:pt x="32036" y="78109"/>
                    </a:cubicBezTo>
                    <a:cubicBezTo>
                      <a:pt x="27845" y="85539"/>
                      <a:pt x="24035" y="93159"/>
                      <a:pt x="21463" y="101160"/>
                    </a:cubicBezTo>
                    <a:cubicBezTo>
                      <a:pt x="18892" y="109066"/>
                      <a:pt x="17463" y="117448"/>
                      <a:pt x="16510" y="126020"/>
                    </a:cubicBezTo>
                    <a:cubicBezTo>
                      <a:pt x="10034" y="194981"/>
                      <a:pt x="5080" y="264609"/>
                      <a:pt x="7462" y="333951"/>
                    </a:cubicBezTo>
                    <a:lnTo>
                      <a:pt x="794" y="333951"/>
                    </a:lnTo>
                    <a:cubicBezTo>
                      <a:pt x="3556" y="272896"/>
                      <a:pt x="24607" y="215555"/>
                      <a:pt x="34417" y="156691"/>
                    </a:cubicBezTo>
                    <a:cubicBezTo>
                      <a:pt x="39370" y="127354"/>
                      <a:pt x="42038" y="96397"/>
                      <a:pt x="56134" y="68965"/>
                    </a:cubicBezTo>
                    <a:cubicBezTo>
                      <a:pt x="62992" y="55535"/>
                      <a:pt x="72899" y="42486"/>
                      <a:pt x="87186" y="35914"/>
                    </a:cubicBezTo>
                    <a:cubicBezTo>
                      <a:pt x="94139" y="32485"/>
                      <a:pt x="101283" y="30103"/>
                      <a:pt x="108617" y="28008"/>
                    </a:cubicBezTo>
                    <a:cubicBezTo>
                      <a:pt x="115951" y="25912"/>
                      <a:pt x="123572" y="24484"/>
                      <a:pt x="131382" y="25055"/>
                    </a:cubicBezTo>
                    <a:cubicBezTo>
                      <a:pt x="139097" y="25722"/>
                      <a:pt x="146907" y="28484"/>
                      <a:pt x="152718" y="34009"/>
                    </a:cubicBezTo>
                    <a:cubicBezTo>
                      <a:pt x="158719" y="39533"/>
                      <a:pt x="161005" y="47725"/>
                      <a:pt x="161576" y="55249"/>
                    </a:cubicBezTo>
                    <a:cubicBezTo>
                      <a:pt x="162529" y="70489"/>
                      <a:pt x="161386" y="85634"/>
                      <a:pt x="158433" y="100398"/>
                    </a:cubicBezTo>
                    <a:cubicBezTo>
                      <a:pt x="152527" y="130116"/>
                      <a:pt x="141193" y="158215"/>
                      <a:pt x="128620" y="185551"/>
                    </a:cubicBezTo>
                    <a:cubicBezTo>
                      <a:pt x="122238" y="199172"/>
                      <a:pt x="116142" y="212888"/>
                      <a:pt x="108617" y="226033"/>
                    </a:cubicBezTo>
                    <a:cubicBezTo>
                      <a:pt x="101188" y="239272"/>
                      <a:pt x="91091" y="250988"/>
                      <a:pt x="80709" y="261751"/>
                    </a:cubicBezTo>
                    <a:cubicBezTo>
                      <a:pt x="59849" y="283468"/>
                      <a:pt x="38037" y="304423"/>
                      <a:pt x="13462" y="322140"/>
                    </a:cubicBezTo>
                    <a:lnTo>
                      <a:pt x="10605" y="318330"/>
                    </a:lnTo>
                    <a:cubicBezTo>
                      <a:pt x="30703" y="301756"/>
                      <a:pt x="47943" y="281754"/>
                      <a:pt x="63945" y="260989"/>
                    </a:cubicBezTo>
                    <a:cubicBezTo>
                      <a:pt x="79566" y="239939"/>
                      <a:pt x="95568" y="218889"/>
                      <a:pt x="107855" y="195934"/>
                    </a:cubicBezTo>
                    <a:cubicBezTo>
                      <a:pt x="113951" y="184408"/>
                      <a:pt x="119095" y="172407"/>
                      <a:pt x="123762" y="160215"/>
                    </a:cubicBezTo>
                    <a:cubicBezTo>
                      <a:pt x="128524" y="148023"/>
                      <a:pt x="133097" y="135736"/>
                      <a:pt x="136621" y="123163"/>
                    </a:cubicBezTo>
                    <a:cubicBezTo>
                      <a:pt x="140050" y="110685"/>
                      <a:pt x="142431" y="97826"/>
                      <a:pt x="142240" y="85063"/>
                    </a:cubicBezTo>
                    <a:cubicBezTo>
                      <a:pt x="142145" y="78681"/>
                      <a:pt x="141288" y="72299"/>
                      <a:pt x="139764" y="66108"/>
                    </a:cubicBezTo>
                    <a:cubicBezTo>
                      <a:pt x="138335" y="60012"/>
                      <a:pt x="135954" y="53916"/>
                      <a:pt x="131287" y="51249"/>
                    </a:cubicBezTo>
                    <a:cubicBezTo>
                      <a:pt x="126620" y="48487"/>
                      <a:pt x="120142" y="49439"/>
                      <a:pt x="114141" y="51249"/>
                    </a:cubicBezTo>
                    <a:cubicBezTo>
                      <a:pt x="107951" y="53059"/>
                      <a:pt x="102045" y="55440"/>
                      <a:pt x="96520" y="58583"/>
                    </a:cubicBezTo>
                    <a:cubicBezTo>
                      <a:pt x="85472" y="64870"/>
                      <a:pt x="77185" y="75062"/>
                      <a:pt x="72136" y="86872"/>
                    </a:cubicBezTo>
                    <a:cubicBezTo>
                      <a:pt x="66993" y="98683"/>
                      <a:pt x="64707" y="111542"/>
                      <a:pt x="63564" y="124496"/>
                    </a:cubicBezTo>
                    <a:cubicBezTo>
                      <a:pt x="62421" y="137450"/>
                      <a:pt x="63088" y="150690"/>
                      <a:pt x="61659" y="164025"/>
                    </a:cubicBezTo>
                    <a:cubicBezTo>
                      <a:pt x="58706" y="190790"/>
                      <a:pt x="48419" y="215365"/>
                      <a:pt x="41085" y="240606"/>
                    </a:cubicBezTo>
                    <a:cubicBezTo>
                      <a:pt x="33084" y="265657"/>
                      <a:pt x="24702" y="290898"/>
                      <a:pt x="11653" y="313948"/>
                    </a:cubicBezTo>
                    <a:lnTo>
                      <a:pt x="11081" y="313663"/>
                    </a:ln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03" name="Forme libre : forme 9102">
                <a:extLst>
                  <a:ext uri="{FF2B5EF4-FFF2-40B4-BE49-F238E27FC236}">
                    <a16:creationId xmlns:a16="http://schemas.microsoft.com/office/drawing/2014/main" id="{383B7DD4-8507-4FCF-92C3-E16308F7D400}"/>
                  </a:ext>
                </a:extLst>
              </p:cNvPr>
              <p:cNvSpPr/>
              <p:nvPr/>
            </p:nvSpPr>
            <p:spPr>
              <a:xfrm>
                <a:off x="4406078" y="4318373"/>
                <a:ext cx="354641" cy="508896"/>
              </a:xfrm>
              <a:custGeom>
                <a:avLst/>
                <a:gdLst>
                  <a:gd name="connsiteX0" fmla="*/ 64294 w 354641"/>
                  <a:gd name="connsiteY0" fmla="*/ 437935 h 508896"/>
                  <a:gd name="connsiteX1" fmla="*/ 46292 w 354641"/>
                  <a:gd name="connsiteY1" fmla="*/ 315920 h 508896"/>
                  <a:gd name="connsiteX2" fmla="*/ 60579 w 354641"/>
                  <a:gd name="connsiteY2" fmla="*/ 193333 h 508896"/>
                  <a:gd name="connsiteX3" fmla="*/ 124587 w 354641"/>
                  <a:gd name="connsiteY3" fmla="*/ 88368 h 508896"/>
                  <a:gd name="connsiteX4" fmla="*/ 179166 w 354641"/>
                  <a:gd name="connsiteY4" fmla="*/ 58459 h 508896"/>
                  <a:gd name="connsiteX5" fmla="*/ 241459 w 354641"/>
                  <a:gd name="connsiteY5" fmla="*/ 58174 h 508896"/>
                  <a:gd name="connsiteX6" fmla="*/ 267653 w 354641"/>
                  <a:gd name="connsiteY6" fmla="*/ 76461 h 508896"/>
                  <a:gd name="connsiteX7" fmla="*/ 279559 w 354641"/>
                  <a:gd name="connsiteY7" fmla="*/ 105989 h 508896"/>
                  <a:gd name="connsiteX8" fmla="*/ 281845 w 354641"/>
                  <a:gd name="connsiteY8" fmla="*/ 168187 h 508896"/>
                  <a:gd name="connsiteX9" fmla="*/ 249650 w 354641"/>
                  <a:gd name="connsiteY9" fmla="*/ 287726 h 508896"/>
                  <a:gd name="connsiteX10" fmla="*/ 66008 w 354641"/>
                  <a:gd name="connsiteY10" fmla="*/ 446317 h 508896"/>
                  <a:gd name="connsiteX11" fmla="*/ 64579 w 354641"/>
                  <a:gd name="connsiteY11" fmla="*/ 441841 h 508896"/>
                  <a:gd name="connsiteX12" fmla="*/ 284988 w 354641"/>
                  <a:gd name="connsiteY12" fmla="*/ 273534 h 508896"/>
                  <a:gd name="connsiteX13" fmla="*/ 313944 w 354641"/>
                  <a:gd name="connsiteY13" fmla="*/ 208954 h 508896"/>
                  <a:gd name="connsiteX14" fmla="*/ 322897 w 354641"/>
                  <a:gd name="connsiteY14" fmla="*/ 139136 h 508896"/>
                  <a:gd name="connsiteX15" fmla="*/ 299180 w 354641"/>
                  <a:gd name="connsiteY15" fmla="*/ 73699 h 508896"/>
                  <a:gd name="connsiteX16" fmla="*/ 241744 w 354641"/>
                  <a:gd name="connsiteY16" fmla="*/ 36266 h 508896"/>
                  <a:gd name="connsiteX17" fmla="*/ 172403 w 354641"/>
                  <a:gd name="connsiteY17" fmla="*/ 42552 h 508896"/>
                  <a:gd name="connsiteX18" fmla="*/ 112491 w 354641"/>
                  <a:gd name="connsiteY18" fmla="*/ 78748 h 508896"/>
                  <a:gd name="connsiteX19" fmla="*/ 73057 w 354641"/>
                  <a:gd name="connsiteY19" fmla="*/ 136374 h 508896"/>
                  <a:gd name="connsiteX20" fmla="*/ 49435 w 354641"/>
                  <a:gd name="connsiteY20" fmla="*/ 203430 h 508896"/>
                  <a:gd name="connsiteX21" fmla="*/ 21717 w 354641"/>
                  <a:gd name="connsiteY21" fmla="*/ 341923 h 508896"/>
                  <a:gd name="connsiteX22" fmla="*/ 53530 w 354641"/>
                  <a:gd name="connsiteY22" fmla="*/ 477464 h 508896"/>
                  <a:gd name="connsiteX23" fmla="*/ 49530 w 354641"/>
                  <a:gd name="connsiteY23" fmla="*/ 476035 h 508896"/>
                  <a:gd name="connsiteX24" fmla="*/ 128302 w 354641"/>
                  <a:gd name="connsiteY24" fmla="*/ 448508 h 508896"/>
                  <a:gd name="connsiteX25" fmla="*/ 203359 w 354641"/>
                  <a:gd name="connsiteY25" fmla="*/ 413170 h 508896"/>
                  <a:gd name="connsiteX26" fmla="*/ 266414 w 354641"/>
                  <a:gd name="connsiteY26" fmla="*/ 360973 h 508896"/>
                  <a:gd name="connsiteX27" fmla="*/ 307182 w 354641"/>
                  <a:gd name="connsiteY27" fmla="*/ 289631 h 508896"/>
                  <a:gd name="connsiteX28" fmla="*/ 334232 w 354641"/>
                  <a:gd name="connsiteY28" fmla="*/ 211050 h 508896"/>
                  <a:gd name="connsiteX29" fmla="*/ 347472 w 354641"/>
                  <a:gd name="connsiteY29" fmla="*/ 129992 h 508896"/>
                  <a:gd name="connsiteX30" fmla="*/ 324040 w 354641"/>
                  <a:gd name="connsiteY30" fmla="*/ 53411 h 508896"/>
                  <a:gd name="connsiteX31" fmla="*/ 256985 w 354641"/>
                  <a:gd name="connsiteY31" fmla="*/ 10929 h 508896"/>
                  <a:gd name="connsiteX32" fmla="*/ 175831 w 354641"/>
                  <a:gd name="connsiteY32" fmla="*/ 12263 h 508896"/>
                  <a:gd name="connsiteX33" fmla="*/ 136493 w 354641"/>
                  <a:gd name="connsiteY33" fmla="*/ 24741 h 508896"/>
                  <a:gd name="connsiteX34" fmla="*/ 99631 w 354641"/>
                  <a:gd name="connsiteY34" fmla="*/ 43029 h 508896"/>
                  <a:gd name="connsiteX35" fmla="*/ 69437 w 354641"/>
                  <a:gd name="connsiteY35" fmla="*/ 70080 h 508896"/>
                  <a:gd name="connsiteX36" fmla="*/ 49911 w 354641"/>
                  <a:gd name="connsiteY36" fmla="*/ 106084 h 508896"/>
                  <a:gd name="connsiteX37" fmla="*/ 20384 w 354641"/>
                  <a:gd name="connsiteY37" fmla="*/ 183903 h 508896"/>
                  <a:gd name="connsiteX38" fmla="*/ 6382 w 354641"/>
                  <a:gd name="connsiteY38" fmla="*/ 265533 h 508896"/>
                  <a:gd name="connsiteX39" fmla="*/ 3048 w 354641"/>
                  <a:gd name="connsiteY39" fmla="*/ 348876 h 508896"/>
                  <a:gd name="connsiteX40" fmla="*/ 9335 w 354641"/>
                  <a:gd name="connsiteY40" fmla="*/ 431744 h 508896"/>
                  <a:gd name="connsiteX41" fmla="*/ 40005 w 354641"/>
                  <a:gd name="connsiteY41" fmla="*/ 508516 h 508896"/>
                  <a:gd name="connsiteX42" fmla="*/ 39434 w 354641"/>
                  <a:gd name="connsiteY42" fmla="*/ 508896 h 508896"/>
                  <a:gd name="connsiteX43" fmla="*/ 7525 w 354641"/>
                  <a:gd name="connsiteY43" fmla="*/ 432030 h 508896"/>
                  <a:gd name="connsiteX44" fmla="*/ 0 w 354641"/>
                  <a:gd name="connsiteY44" fmla="*/ 348781 h 508896"/>
                  <a:gd name="connsiteX45" fmla="*/ 2667 w 354641"/>
                  <a:gd name="connsiteY45" fmla="*/ 265247 h 508896"/>
                  <a:gd name="connsiteX46" fmla="*/ 16193 w 354641"/>
                  <a:gd name="connsiteY46" fmla="*/ 182570 h 508896"/>
                  <a:gd name="connsiteX47" fmla="*/ 45339 w 354641"/>
                  <a:gd name="connsiteY47" fmla="*/ 104084 h 508896"/>
                  <a:gd name="connsiteX48" fmla="*/ 65246 w 354641"/>
                  <a:gd name="connsiteY48" fmla="*/ 66746 h 508896"/>
                  <a:gd name="connsiteX49" fmla="*/ 96679 w 354641"/>
                  <a:gd name="connsiteY49" fmla="*/ 38171 h 508896"/>
                  <a:gd name="connsiteX50" fmla="*/ 134398 w 354641"/>
                  <a:gd name="connsiteY50" fmla="*/ 19121 h 508896"/>
                  <a:gd name="connsiteX51" fmla="*/ 174498 w 354641"/>
                  <a:gd name="connsiteY51" fmla="*/ 6072 h 508896"/>
                  <a:gd name="connsiteX52" fmla="*/ 258794 w 354641"/>
                  <a:gd name="connsiteY52" fmla="*/ 4071 h 508896"/>
                  <a:gd name="connsiteX53" fmla="*/ 329946 w 354641"/>
                  <a:gd name="connsiteY53" fmla="*/ 49125 h 508896"/>
                  <a:gd name="connsiteX54" fmla="*/ 354616 w 354641"/>
                  <a:gd name="connsiteY54" fmla="*/ 129706 h 508896"/>
                  <a:gd name="connsiteX55" fmla="*/ 340995 w 354641"/>
                  <a:gd name="connsiteY55" fmla="*/ 212859 h 508896"/>
                  <a:gd name="connsiteX56" fmla="*/ 313658 w 354641"/>
                  <a:gd name="connsiteY56" fmla="*/ 292108 h 508896"/>
                  <a:gd name="connsiteX57" fmla="*/ 271748 w 354641"/>
                  <a:gd name="connsiteY57" fmla="*/ 365164 h 508896"/>
                  <a:gd name="connsiteX58" fmla="*/ 206788 w 354641"/>
                  <a:gd name="connsiteY58" fmla="*/ 418790 h 508896"/>
                  <a:gd name="connsiteX59" fmla="*/ 130874 w 354641"/>
                  <a:gd name="connsiteY59" fmla="*/ 454509 h 508896"/>
                  <a:gd name="connsiteX60" fmla="*/ 52006 w 354641"/>
                  <a:gd name="connsiteY60" fmla="*/ 482036 h 508896"/>
                  <a:gd name="connsiteX61" fmla="*/ 49339 w 354641"/>
                  <a:gd name="connsiteY61" fmla="*/ 483084 h 508896"/>
                  <a:gd name="connsiteX62" fmla="*/ 48006 w 354641"/>
                  <a:gd name="connsiteY62" fmla="*/ 480607 h 508896"/>
                  <a:gd name="connsiteX63" fmla="*/ 16097 w 354641"/>
                  <a:gd name="connsiteY63" fmla="*/ 341733 h 508896"/>
                  <a:gd name="connsiteX64" fmla="*/ 45053 w 354641"/>
                  <a:gd name="connsiteY64" fmla="*/ 201906 h 508896"/>
                  <a:gd name="connsiteX65" fmla="*/ 69247 w 354641"/>
                  <a:gd name="connsiteY65" fmla="*/ 134659 h 508896"/>
                  <a:gd name="connsiteX66" fmla="*/ 110014 w 354641"/>
                  <a:gd name="connsiteY66" fmla="*/ 75890 h 508896"/>
                  <a:gd name="connsiteX67" fmla="*/ 171355 w 354641"/>
                  <a:gd name="connsiteY67" fmla="*/ 39219 h 508896"/>
                  <a:gd name="connsiteX68" fmla="*/ 242411 w 354641"/>
                  <a:gd name="connsiteY68" fmla="*/ 33123 h 508896"/>
                  <a:gd name="connsiteX69" fmla="*/ 301371 w 354641"/>
                  <a:gd name="connsiteY69" fmla="*/ 71890 h 508896"/>
                  <a:gd name="connsiteX70" fmla="*/ 325183 w 354641"/>
                  <a:gd name="connsiteY70" fmla="*/ 138755 h 508896"/>
                  <a:gd name="connsiteX71" fmla="*/ 287465 w 354641"/>
                  <a:gd name="connsiteY71" fmla="*/ 274772 h 508896"/>
                  <a:gd name="connsiteX72" fmla="*/ 66008 w 354641"/>
                  <a:gd name="connsiteY72" fmla="*/ 446127 h 508896"/>
                  <a:gd name="connsiteX73" fmla="*/ 64579 w 354641"/>
                  <a:gd name="connsiteY73" fmla="*/ 441650 h 508896"/>
                  <a:gd name="connsiteX74" fmla="*/ 244126 w 354641"/>
                  <a:gd name="connsiteY74" fmla="*/ 284773 h 508896"/>
                  <a:gd name="connsiteX75" fmla="*/ 275844 w 354641"/>
                  <a:gd name="connsiteY75" fmla="*/ 167520 h 508896"/>
                  <a:gd name="connsiteX76" fmla="*/ 274034 w 354641"/>
                  <a:gd name="connsiteY76" fmla="*/ 106656 h 508896"/>
                  <a:gd name="connsiteX77" fmla="*/ 263366 w 354641"/>
                  <a:gd name="connsiteY77" fmla="*/ 79414 h 508896"/>
                  <a:gd name="connsiteX78" fmla="*/ 239744 w 354641"/>
                  <a:gd name="connsiteY78" fmla="*/ 62841 h 508896"/>
                  <a:gd name="connsiteX79" fmla="*/ 180499 w 354641"/>
                  <a:gd name="connsiteY79" fmla="*/ 62841 h 508896"/>
                  <a:gd name="connsiteX80" fmla="*/ 127540 w 354641"/>
                  <a:gd name="connsiteY80" fmla="*/ 91511 h 508896"/>
                  <a:gd name="connsiteX81" fmla="*/ 64198 w 354641"/>
                  <a:gd name="connsiteY81" fmla="*/ 194191 h 508896"/>
                  <a:gd name="connsiteX82" fmla="*/ 48863 w 354641"/>
                  <a:gd name="connsiteY82" fmla="*/ 315539 h 508896"/>
                  <a:gd name="connsiteX83" fmla="*/ 65056 w 354641"/>
                  <a:gd name="connsiteY83" fmla="*/ 437459 h 508896"/>
                  <a:gd name="connsiteX84" fmla="*/ 64294 w 354641"/>
                  <a:gd name="connsiteY84" fmla="*/ 437935 h 50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54641" h="508896">
                    <a:moveTo>
                      <a:pt x="64294" y="437935"/>
                    </a:moveTo>
                    <a:cubicBezTo>
                      <a:pt x="54483" y="398025"/>
                      <a:pt x="47911" y="357068"/>
                      <a:pt x="46292" y="315920"/>
                    </a:cubicBezTo>
                    <a:cubicBezTo>
                      <a:pt x="44672" y="274772"/>
                      <a:pt x="48292" y="232957"/>
                      <a:pt x="60579" y="193333"/>
                    </a:cubicBezTo>
                    <a:cubicBezTo>
                      <a:pt x="72676" y="153995"/>
                      <a:pt x="92869" y="115800"/>
                      <a:pt x="124587" y="88368"/>
                    </a:cubicBezTo>
                    <a:cubicBezTo>
                      <a:pt x="140399" y="74842"/>
                      <a:pt x="158972" y="64269"/>
                      <a:pt x="179166" y="58459"/>
                    </a:cubicBezTo>
                    <a:cubicBezTo>
                      <a:pt x="199168" y="52840"/>
                      <a:pt x="221171" y="51220"/>
                      <a:pt x="241459" y="58174"/>
                    </a:cubicBezTo>
                    <a:cubicBezTo>
                      <a:pt x="251460" y="61602"/>
                      <a:pt x="261080" y="67699"/>
                      <a:pt x="267653" y="76461"/>
                    </a:cubicBezTo>
                    <a:cubicBezTo>
                      <a:pt x="274320" y="85129"/>
                      <a:pt x="277654" y="95702"/>
                      <a:pt x="279559" y="105989"/>
                    </a:cubicBezTo>
                    <a:cubicBezTo>
                      <a:pt x="282892" y="126753"/>
                      <a:pt x="283083" y="147518"/>
                      <a:pt x="281845" y="168187"/>
                    </a:cubicBezTo>
                    <a:cubicBezTo>
                      <a:pt x="279178" y="209621"/>
                      <a:pt x="268129" y="250578"/>
                      <a:pt x="249650" y="287726"/>
                    </a:cubicBezTo>
                    <a:cubicBezTo>
                      <a:pt x="212693" y="362402"/>
                      <a:pt x="144780" y="420314"/>
                      <a:pt x="66008" y="446317"/>
                    </a:cubicBezTo>
                    <a:lnTo>
                      <a:pt x="64579" y="441841"/>
                    </a:lnTo>
                    <a:cubicBezTo>
                      <a:pt x="154496" y="413932"/>
                      <a:pt x="236696" y="355353"/>
                      <a:pt x="284988" y="273534"/>
                    </a:cubicBezTo>
                    <a:cubicBezTo>
                      <a:pt x="296799" y="253150"/>
                      <a:pt x="306991" y="231528"/>
                      <a:pt x="313944" y="208954"/>
                    </a:cubicBezTo>
                    <a:cubicBezTo>
                      <a:pt x="320802" y="186380"/>
                      <a:pt x="324803" y="162663"/>
                      <a:pt x="322897" y="139136"/>
                    </a:cubicBezTo>
                    <a:cubicBezTo>
                      <a:pt x="321278" y="115609"/>
                      <a:pt x="313182" y="92559"/>
                      <a:pt x="299180" y="73699"/>
                    </a:cubicBezTo>
                    <a:cubicBezTo>
                      <a:pt x="285274" y="54840"/>
                      <a:pt x="264891" y="40552"/>
                      <a:pt x="241744" y="36266"/>
                    </a:cubicBezTo>
                    <a:cubicBezTo>
                      <a:pt x="218694" y="31789"/>
                      <a:pt x="194596" y="35028"/>
                      <a:pt x="172403" y="42552"/>
                    </a:cubicBezTo>
                    <a:cubicBezTo>
                      <a:pt x="150209" y="50173"/>
                      <a:pt x="129635" y="62650"/>
                      <a:pt x="112491" y="78748"/>
                    </a:cubicBezTo>
                    <a:cubicBezTo>
                      <a:pt x="95250" y="94749"/>
                      <a:pt x="81915" y="114657"/>
                      <a:pt x="73057" y="136374"/>
                    </a:cubicBezTo>
                    <a:cubicBezTo>
                      <a:pt x="64294" y="158281"/>
                      <a:pt x="56864" y="180951"/>
                      <a:pt x="49435" y="203430"/>
                    </a:cubicBezTo>
                    <a:cubicBezTo>
                      <a:pt x="35052" y="248483"/>
                      <a:pt x="23146" y="294870"/>
                      <a:pt x="21717" y="341923"/>
                    </a:cubicBezTo>
                    <a:cubicBezTo>
                      <a:pt x="20669" y="388882"/>
                      <a:pt x="30766" y="436411"/>
                      <a:pt x="53530" y="477464"/>
                    </a:cubicBezTo>
                    <a:lnTo>
                      <a:pt x="49530" y="476035"/>
                    </a:lnTo>
                    <a:cubicBezTo>
                      <a:pt x="76010" y="465748"/>
                      <a:pt x="102966" y="459843"/>
                      <a:pt x="128302" y="448508"/>
                    </a:cubicBezTo>
                    <a:cubicBezTo>
                      <a:pt x="154019" y="438030"/>
                      <a:pt x="179546" y="427077"/>
                      <a:pt x="203359" y="413170"/>
                    </a:cubicBezTo>
                    <a:cubicBezTo>
                      <a:pt x="227171" y="399359"/>
                      <a:pt x="249174" y="382309"/>
                      <a:pt x="266414" y="360973"/>
                    </a:cubicBezTo>
                    <a:cubicBezTo>
                      <a:pt x="283750" y="339733"/>
                      <a:pt x="296704" y="315158"/>
                      <a:pt x="307182" y="289631"/>
                    </a:cubicBezTo>
                    <a:cubicBezTo>
                      <a:pt x="317563" y="264104"/>
                      <a:pt x="326232" y="237529"/>
                      <a:pt x="334232" y="211050"/>
                    </a:cubicBezTo>
                    <a:cubicBezTo>
                      <a:pt x="341947" y="184570"/>
                      <a:pt x="347948" y="157329"/>
                      <a:pt x="347472" y="129992"/>
                    </a:cubicBezTo>
                    <a:cubicBezTo>
                      <a:pt x="346996" y="102846"/>
                      <a:pt x="339947" y="75223"/>
                      <a:pt x="324040" y="53411"/>
                    </a:cubicBezTo>
                    <a:cubicBezTo>
                      <a:pt x="308134" y="31599"/>
                      <a:pt x="283274" y="17311"/>
                      <a:pt x="256985" y="10929"/>
                    </a:cubicBezTo>
                    <a:cubicBezTo>
                      <a:pt x="230505" y="4357"/>
                      <a:pt x="202501" y="5976"/>
                      <a:pt x="175831" y="12263"/>
                    </a:cubicBezTo>
                    <a:cubicBezTo>
                      <a:pt x="162497" y="15406"/>
                      <a:pt x="149352" y="19692"/>
                      <a:pt x="136493" y="24741"/>
                    </a:cubicBezTo>
                    <a:cubicBezTo>
                      <a:pt x="123635" y="29789"/>
                      <a:pt x="111157" y="35694"/>
                      <a:pt x="99631" y="43029"/>
                    </a:cubicBezTo>
                    <a:cubicBezTo>
                      <a:pt x="88106" y="50363"/>
                      <a:pt x="77629" y="59316"/>
                      <a:pt x="69437" y="70080"/>
                    </a:cubicBezTo>
                    <a:cubicBezTo>
                      <a:pt x="61151" y="80843"/>
                      <a:pt x="55340" y="93416"/>
                      <a:pt x="49911" y="106084"/>
                    </a:cubicBezTo>
                    <a:cubicBezTo>
                      <a:pt x="39243" y="131802"/>
                      <a:pt x="28385" y="157424"/>
                      <a:pt x="20384" y="183903"/>
                    </a:cubicBezTo>
                    <a:cubicBezTo>
                      <a:pt x="12097" y="210288"/>
                      <a:pt x="8096" y="237815"/>
                      <a:pt x="6382" y="265533"/>
                    </a:cubicBezTo>
                    <a:cubicBezTo>
                      <a:pt x="4763" y="293250"/>
                      <a:pt x="3524" y="321063"/>
                      <a:pt x="3048" y="348876"/>
                    </a:cubicBezTo>
                    <a:cubicBezTo>
                      <a:pt x="2667" y="376594"/>
                      <a:pt x="3905" y="404502"/>
                      <a:pt x="9335" y="431744"/>
                    </a:cubicBezTo>
                    <a:cubicBezTo>
                      <a:pt x="14764" y="458890"/>
                      <a:pt x="24384" y="485465"/>
                      <a:pt x="40005" y="508516"/>
                    </a:cubicBezTo>
                    <a:lnTo>
                      <a:pt x="39434" y="508896"/>
                    </a:lnTo>
                    <a:cubicBezTo>
                      <a:pt x="23431" y="485941"/>
                      <a:pt x="13335" y="459366"/>
                      <a:pt x="7525" y="432030"/>
                    </a:cubicBezTo>
                    <a:cubicBezTo>
                      <a:pt x="1619" y="404693"/>
                      <a:pt x="0" y="376594"/>
                      <a:pt x="0" y="348781"/>
                    </a:cubicBezTo>
                    <a:cubicBezTo>
                      <a:pt x="190" y="320873"/>
                      <a:pt x="1238" y="293060"/>
                      <a:pt x="2667" y="265247"/>
                    </a:cubicBezTo>
                    <a:cubicBezTo>
                      <a:pt x="4191" y="237434"/>
                      <a:pt x="8001" y="209430"/>
                      <a:pt x="16193" y="182570"/>
                    </a:cubicBezTo>
                    <a:cubicBezTo>
                      <a:pt x="24194" y="155709"/>
                      <a:pt x="34862" y="129897"/>
                      <a:pt x="45339" y="104084"/>
                    </a:cubicBezTo>
                    <a:cubicBezTo>
                      <a:pt x="50673" y="91225"/>
                      <a:pt x="56579" y="78176"/>
                      <a:pt x="65246" y="66746"/>
                    </a:cubicBezTo>
                    <a:cubicBezTo>
                      <a:pt x="73819" y="55316"/>
                      <a:pt x="84772" y="45886"/>
                      <a:pt x="96679" y="38171"/>
                    </a:cubicBezTo>
                    <a:cubicBezTo>
                      <a:pt x="108585" y="30456"/>
                      <a:pt x="121349" y="24360"/>
                      <a:pt x="134398" y="19121"/>
                    </a:cubicBezTo>
                    <a:cubicBezTo>
                      <a:pt x="147447" y="13882"/>
                      <a:pt x="160782" y="9405"/>
                      <a:pt x="174498" y="6072"/>
                    </a:cubicBezTo>
                    <a:cubicBezTo>
                      <a:pt x="201834" y="-596"/>
                      <a:pt x="230886" y="-2501"/>
                      <a:pt x="258794" y="4071"/>
                    </a:cubicBezTo>
                    <a:cubicBezTo>
                      <a:pt x="286417" y="10453"/>
                      <a:pt x="312801" y="25788"/>
                      <a:pt x="329946" y="49125"/>
                    </a:cubicBezTo>
                    <a:cubicBezTo>
                      <a:pt x="346996" y="72556"/>
                      <a:pt x="354234" y="101512"/>
                      <a:pt x="354616" y="129706"/>
                    </a:cubicBezTo>
                    <a:cubicBezTo>
                      <a:pt x="355092" y="158186"/>
                      <a:pt x="348901" y="185999"/>
                      <a:pt x="340995" y="212859"/>
                    </a:cubicBezTo>
                    <a:cubicBezTo>
                      <a:pt x="332899" y="239625"/>
                      <a:pt x="324231" y="266104"/>
                      <a:pt x="313658" y="292108"/>
                    </a:cubicBezTo>
                    <a:cubicBezTo>
                      <a:pt x="302991" y="318016"/>
                      <a:pt x="289751" y="343161"/>
                      <a:pt x="271748" y="365164"/>
                    </a:cubicBezTo>
                    <a:cubicBezTo>
                      <a:pt x="253841" y="387167"/>
                      <a:pt x="231076" y="404693"/>
                      <a:pt x="206788" y="418790"/>
                    </a:cubicBezTo>
                    <a:cubicBezTo>
                      <a:pt x="182499" y="432982"/>
                      <a:pt x="156686" y="444031"/>
                      <a:pt x="130874" y="454509"/>
                    </a:cubicBezTo>
                    <a:cubicBezTo>
                      <a:pt x="105251" y="465939"/>
                      <a:pt x="77534" y="472130"/>
                      <a:pt x="52006" y="482036"/>
                    </a:cubicBezTo>
                    <a:lnTo>
                      <a:pt x="49339" y="483084"/>
                    </a:lnTo>
                    <a:lnTo>
                      <a:pt x="48006" y="480607"/>
                    </a:lnTo>
                    <a:cubicBezTo>
                      <a:pt x="24479" y="438411"/>
                      <a:pt x="14669" y="389548"/>
                      <a:pt x="16097" y="341733"/>
                    </a:cubicBezTo>
                    <a:cubicBezTo>
                      <a:pt x="17907" y="293632"/>
                      <a:pt x="30289" y="247054"/>
                      <a:pt x="45053" y="201906"/>
                    </a:cubicBezTo>
                    <a:cubicBezTo>
                      <a:pt x="52673" y="179332"/>
                      <a:pt x="60198" y="156852"/>
                      <a:pt x="69247" y="134659"/>
                    </a:cubicBezTo>
                    <a:cubicBezTo>
                      <a:pt x="78391" y="112561"/>
                      <a:pt x="92297" y="92082"/>
                      <a:pt x="110014" y="75890"/>
                    </a:cubicBezTo>
                    <a:cubicBezTo>
                      <a:pt x="127635" y="59602"/>
                      <a:pt x="148590" y="46934"/>
                      <a:pt x="171355" y="39219"/>
                    </a:cubicBezTo>
                    <a:cubicBezTo>
                      <a:pt x="194025" y="31694"/>
                      <a:pt x="218599" y="28455"/>
                      <a:pt x="242411" y="33123"/>
                    </a:cubicBezTo>
                    <a:cubicBezTo>
                      <a:pt x="266319" y="37695"/>
                      <a:pt x="287369" y="52554"/>
                      <a:pt x="301371" y="71890"/>
                    </a:cubicBezTo>
                    <a:cubicBezTo>
                      <a:pt x="315563" y="91320"/>
                      <a:pt x="323660" y="114847"/>
                      <a:pt x="325183" y="138755"/>
                    </a:cubicBezTo>
                    <a:cubicBezTo>
                      <a:pt x="328327" y="186951"/>
                      <a:pt x="310896" y="233719"/>
                      <a:pt x="287465" y="274772"/>
                    </a:cubicBezTo>
                    <a:cubicBezTo>
                      <a:pt x="239268" y="357735"/>
                      <a:pt x="156781" y="417457"/>
                      <a:pt x="66008" y="446127"/>
                    </a:cubicBezTo>
                    <a:lnTo>
                      <a:pt x="64579" y="441650"/>
                    </a:lnTo>
                    <a:cubicBezTo>
                      <a:pt x="142018" y="415647"/>
                      <a:pt x="208407" y="358116"/>
                      <a:pt x="244126" y="284773"/>
                    </a:cubicBezTo>
                    <a:cubicBezTo>
                      <a:pt x="261842" y="248102"/>
                      <a:pt x="273082" y="208192"/>
                      <a:pt x="275844" y="167520"/>
                    </a:cubicBezTo>
                    <a:cubicBezTo>
                      <a:pt x="277178" y="147232"/>
                      <a:pt x="277082" y="126563"/>
                      <a:pt x="274034" y="106656"/>
                    </a:cubicBezTo>
                    <a:cubicBezTo>
                      <a:pt x="272320" y="96845"/>
                      <a:pt x="269272" y="87129"/>
                      <a:pt x="263366" y="79414"/>
                    </a:cubicBezTo>
                    <a:cubicBezTo>
                      <a:pt x="257556" y="71604"/>
                      <a:pt x="248983" y="66079"/>
                      <a:pt x="239744" y="62841"/>
                    </a:cubicBezTo>
                    <a:cubicBezTo>
                      <a:pt x="220980" y="56268"/>
                      <a:pt x="199835" y="57507"/>
                      <a:pt x="180499" y="62841"/>
                    </a:cubicBezTo>
                    <a:cubicBezTo>
                      <a:pt x="161068" y="68270"/>
                      <a:pt x="142970" y="78462"/>
                      <a:pt x="127540" y="91511"/>
                    </a:cubicBezTo>
                    <a:cubicBezTo>
                      <a:pt x="96488" y="117991"/>
                      <a:pt x="76295" y="155328"/>
                      <a:pt x="64198" y="194191"/>
                    </a:cubicBezTo>
                    <a:cubicBezTo>
                      <a:pt x="51911" y="233243"/>
                      <a:pt x="48006" y="274582"/>
                      <a:pt x="48863" y="315539"/>
                    </a:cubicBezTo>
                    <a:cubicBezTo>
                      <a:pt x="49816" y="356592"/>
                      <a:pt x="55817" y="397454"/>
                      <a:pt x="65056" y="437459"/>
                    </a:cubicBezTo>
                    <a:lnTo>
                      <a:pt x="64294" y="437935"/>
                    </a:ln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04" name="Forme libre : forme 9103">
                <a:extLst>
                  <a:ext uri="{FF2B5EF4-FFF2-40B4-BE49-F238E27FC236}">
                    <a16:creationId xmlns:a16="http://schemas.microsoft.com/office/drawing/2014/main" id="{2E9B8536-1783-4A05-B816-0817C9E8E41C}"/>
                  </a:ext>
                </a:extLst>
              </p:cNvPr>
              <p:cNvSpPr/>
              <p:nvPr/>
            </p:nvSpPr>
            <p:spPr>
              <a:xfrm>
                <a:off x="4354414" y="4291979"/>
                <a:ext cx="432919" cy="553197"/>
              </a:xfrm>
              <a:custGeom>
                <a:avLst/>
                <a:gdLst>
                  <a:gd name="connsiteX0" fmla="*/ 97003 w 432919"/>
                  <a:gd name="connsiteY0" fmla="*/ 536624 h 553197"/>
                  <a:gd name="connsiteX1" fmla="*/ 271692 w 432919"/>
                  <a:gd name="connsiteY1" fmla="*/ 462710 h 553197"/>
                  <a:gd name="connsiteX2" fmla="*/ 312840 w 432919"/>
                  <a:gd name="connsiteY2" fmla="*/ 438993 h 553197"/>
                  <a:gd name="connsiteX3" fmla="*/ 351035 w 432919"/>
                  <a:gd name="connsiteY3" fmla="*/ 411847 h 553197"/>
                  <a:gd name="connsiteX4" fmla="*/ 399708 w 432919"/>
                  <a:gd name="connsiteY4" fmla="*/ 333456 h 553197"/>
                  <a:gd name="connsiteX5" fmla="*/ 425902 w 432919"/>
                  <a:gd name="connsiteY5" fmla="*/ 242588 h 553197"/>
                  <a:gd name="connsiteX6" fmla="*/ 419329 w 432919"/>
                  <a:gd name="connsiteY6" fmla="*/ 149052 h 553197"/>
                  <a:gd name="connsiteX7" fmla="*/ 404184 w 432919"/>
                  <a:gd name="connsiteY7" fmla="*/ 103999 h 553197"/>
                  <a:gd name="connsiteX8" fmla="*/ 383515 w 432919"/>
                  <a:gd name="connsiteY8" fmla="*/ 61422 h 553197"/>
                  <a:gd name="connsiteX9" fmla="*/ 352368 w 432919"/>
                  <a:gd name="connsiteY9" fmla="*/ 26751 h 553197"/>
                  <a:gd name="connsiteX10" fmla="*/ 309411 w 432919"/>
                  <a:gd name="connsiteY10" fmla="*/ 9320 h 553197"/>
                  <a:gd name="connsiteX11" fmla="*/ 129769 w 432919"/>
                  <a:gd name="connsiteY11" fmla="*/ 48373 h 553197"/>
                  <a:gd name="connsiteX12" fmla="*/ 20994 w 432919"/>
                  <a:gd name="connsiteY12" fmla="*/ 195820 h 553197"/>
                  <a:gd name="connsiteX13" fmla="*/ 9088 w 432919"/>
                  <a:gd name="connsiteY13" fmla="*/ 288879 h 553197"/>
                  <a:gd name="connsiteX14" fmla="*/ 12612 w 432919"/>
                  <a:gd name="connsiteY14" fmla="*/ 383462 h 553197"/>
                  <a:gd name="connsiteX15" fmla="*/ 36615 w 432919"/>
                  <a:gd name="connsiteY15" fmla="*/ 474521 h 553197"/>
                  <a:gd name="connsiteX16" fmla="*/ 89383 w 432919"/>
                  <a:gd name="connsiteY16" fmla="*/ 552531 h 553197"/>
                  <a:gd name="connsiteX17" fmla="*/ 88717 w 432919"/>
                  <a:gd name="connsiteY17" fmla="*/ 553198 h 553197"/>
                  <a:gd name="connsiteX18" fmla="*/ 32329 w 432919"/>
                  <a:gd name="connsiteY18" fmla="*/ 476426 h 553197"/>
                  <a:gd name="connsiteX19" fmla="*/ 5754 w 432919"/>
                  <a:gd name="connsiteY19" fmla="*/ 384320 h 553197"/>
                  <a:gd name="connsiteX20" fmla="*/ 39 w 432919"/>
                  <a:gd name="connsiteY20" fmla="*/ 288593 h 553197"/>
                  <a:gd name="connsiteX21" fmla="*/ 11564 w 432919"/>
                  <a:gd name="connsiteY21" fmla="*/ 192962 h 553197"/>
                  <a:gd name="connsiteX22" fmla="*/ 125007 w 432919"/>
                  <a:gd name="connsiteY22" fmla="*/ 40657 h 553197"/>
                  <a:gd name="connsiteX23" fmla="*/ 310459 w 432919"/>
                  <a:gd name="connsiteY23" fmla="*/ 4081 h 553197"/>
                  <a:gd name="connsiteX24" fmla="*/ 354750 w 432919"/>
                  <a:gd name="connsiteY24" fmla="*/ 23322 h 553197"/>
                  <a:gd name="connsiteX25" fmla="*/ 386373 w 432919"/>
                  <a:gd name="connsiteY25" fmla="*/ 59612 h 553197"/>
                  <a:gd name="connsiteX26" fmla="*/ 406947 w 432919"/>
                  <a:gd name="connsiteY26" fmla="*/ 102856 h 553197"/>
                  <a:gd name="connsiteX27" fmla="*/ 422568 w 432919"/>
                  <a:gd name="connsiteY27" fmla="*/ 148099 h 553197"/>
                  <a:gd name="connsiteX28" fmla="*/ 431140 w 432919"/>
                  <a:gd name="connsiteY28" fmla="*/ 243254 h 553197"/>
                  <a:gd name="connsiteX29" fmla="*/ 421139 w 432919"/>
                  <a:gd name="connsiteY29" fmla="*/ 290213 h 553197"/>
                  <a:gd name="connsiteX30" fmla="*/ 407232 w 432919"/>
                  <a:gd name="connsiteY30" fmla="*/ 336028 h 553197"/>
                  <a:gd name="connsiteX31" fmla="*/ 356655 w 432919"/>
                  <a:gd name="connsiteY31" fmla="*/ 417943 h 553197"/>
                  <a:gd name="connsiteX32" fmla="*/ 316936 w 432919"/>
                  <a:gd name="connsiteY32" fmla="*/ 445565 h 553197"/>
                  <a:gd name="connsiteX33" fmla="*/ 275216 w 432919"/>
                  <a:gd name="connsiteY33" fmla="*/ 468997 h 553197"/>
                  <a:gd name="connsiteX34" fmla="*/ 97194 w 432919"/>
                  <a:gd name="connsiteY34" fmla="*/ 537386 h 553197"/>
                  <a:gd name="connsiteX35" fmla="*/ 97003 w 432919"/>
                  <a:gd name="connsiteY35" fmla="*/ 536624 h 55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32919" h="553197">
                    <a:moveTo>
                      <a:pt x="97003" y="536624"/>
                    </a:moveTo>
                    <a:cubicBezTo>
                      <a:pt x="158249" y="519670"/>
                      <a:pt x="216352" y="493381"/>
                      <a:pt x="271692" y="462710"/>
                    </a:cubicBezTo>
                    <a:cubicBezTo>
                      <a:pt x="285599" y="455090"/>
                      <a:pt x="299315" y="447089"/>
                      <a:pt x="312840" y="438993"/>
                    </a:cubicBezTo>
                    <a:cubicBezTo>
                      <a:pt x="326365" y="430801"/>
                      <a:pt x="339510" y="422134"/>
                      <a:pt x="351035" y="411847"/>
                    </a:cubicBezTo>
                    <a:cubicBezTo>
                      <a:pt x="374276" y="391368"/>
                      <a:pt x="389230" y="363079"/>
                      <a:pt x="399708" y="333456"/>
                    </a:cubicBezTo>
                    <a:cubicBezTo>
                      <a:pt x="410090" y="303738"/>
                      <a:pt x="420568" y="273448"/>
                      <a:pt x="425902" y="242588"/>
                    </a:cubicBezTo>
                    <a:cubicBezTo>
                      <a:pt x="431331" y="211536"/>
                      <a:pt x="427807" y="179532"/>
                      <a:pt x="419329" y="149052"/>
                    </a:cubicBezTo>
                    <a:cubicBezTo>
                      <a:pt x="415138" y="133812"/>
                      <a:pt x="410090" y="118763"/>
                      <a:pt x="404184" y="103999"/>
                    </a:cubicBezTo>
                    <a:cubicBezTo>
                      <a:pt x="398279" y="89330"/>
                      <a:pt x="391802" y="74852"/>
                      <a:pt x="383515" y="61422"/>
                    </a:cubicBezTo>
                    <a:cubicBezTo>
                      <a:pt x="375324" y="48087"/>
                      <a:pt x="365037" y="35705"/>
                      <a:pt x="352368" y="26751"/>
                    </a:cubicBezTo>
                    <a:cubicBezTo>
                      <a:pt x="339701" y="17607"/>
                      <a:pt x="324746" y="12178"/>
                      <a:pt x="309411" y="9320"/>
                    </a:cubicBezTo>
                    <a:cubicBezTo>
                      <a:pt x="247403" y="-871"/>
                      <a:pt x="182252" y="14749"/>
                      <a:pt x="129769" y="48373"/>
                    </a:cubicBezTo>
                    <a:cubicBezTo>
                      <a:pt x="77191" y="82187"/>
                      <a:pt x="38329" y="136003"/>
                      <a:pt x="20994" y="195820"/>
                    </a:cubicBezTo>
                    <a:cubicBezTo>
                      <a:pt x="12136" y="225728"/>
                      <a:pt x="10135" y="257351"/>
                      <a:pt x="9088" y="288879"/>
                    </a:cubicBezTo>
                    <a:cubicBezTo>
                      <a:pt x="8135" y="320502"/>
                      <a:pt x="8611" y="352125"/>
                      <a:pt x="12612" y="383462"/>
                    </a:cubicBezTo>
                    <a:cubicBezTo>
                      <a:pt x="16517" y="414704"/>
                      <a:pt x="24042" y="445661"/>
                      <a:pt x="36615" y="474521"/>
                    </a:cubicBezTo>
                    <a:cubicBezTo>
                      <a:pt x="49093" y="503382"/>
                      <a:pt x="66428" y="530528"/>
                      <a:pt x="89383" y="552531"/>
                    </a:cubicBezTo>
                    <a:lnTo>
                      <a:pt x="88717" y="553198"/>
                    </a:lnTo>
                    <a:cubicBezTo>
                      <a:pt x="64809" y="532052"/>
                      <a:pt x="45664" y="505573"/>
                      <a:pt x="32329" y="476426"/>
                    </a:cubicBezTo>
                    <a:cubicBezTo>
                      <a:pt x="18803" y="447375"/>
                      <a:pt x="10421" y="416038"/>
                      <a:pt x="5754" y="384320"/>
                    </a:cubicBezTo>
                    <a:cubicBezTo>
                      <a:pt x="991" y="352601"/>
                      <a:pt x="-247" y="320502"/>
                      <a:pt x="39" y="288593"/>
                    </a:cubicBezTo>
                    <a:cubicBezTo>
                      <a:pt x="229" y="256780"/>
                      <a:pt x="2611" y="224204"/>
                      <a:pt x="11564" y="192962"/>
                    </a:cubicBezTo>
                    <a:cubicBezTo>
                      <a:pt x="28995" y="130573"/>
                      <a:pt x="70143" y="75043"/>
                      <a:pt x="125007" y="40657"/>
                    </a:cubicBezTo>
                    <a:cubicBezTo>
                      <a:pt x="179775" y="6272"/>
                      <a:pt x="247117" y="-7634"/>
                      <a:pt x="310459" y="4081"/>
                    </a:cubicBezTo>
                    <a:cubicBezTo>
                      <a:pt x="326270" y="7415"/>
                      <a:pt x="341796" y="13416"/>
                      <a:pt x="354750" y="23322"/>
                    </a:cubicBezTo>
                    <a:cubicBezTo>
                      <a:pt x="367704" y="33133"/>
                      <a:pt x="377991" y="45896"/>
                      <a:pt x="386373" y="59612"/>
                    </a:cubicBezTo>
                    <a:cubicBezTo>
                      <a:pt x="394659" y="73328"/>
                      <a:pt x="401136" y="87997"/>
                      <a:pt x="406947" y="102856"/>
                    </a:cubicBezTo>
                    <a:cubicBezTo>
                      <a:pt x="412662" y="117715"/>
                      <a:pt x="418186" y="132669"/>
                      <a:pt x="422568" y="148099"/>
                    </a:cubicBezTo>
                    <a:cubicBezTo>
                      <a:pt x="431236" y="178770"/>
                      <a:pt x="435617" y="211250"/>
                      <a:pt x="431140" y="243254"/>
                    </a:cubicBezTo>
                    <a:cubicBezTo>
                      <a:pt x="429045" y="259161"/>
                      <a:pt x="425330" y="274877"/>
                      <a:pt x="421139" y="290213"/>
                    </a:cubicBezTo>
                    <a:cubicBezTo>
                      <a:pt x="416853" y="305548"/>
                      <a:pt x="412566" y="320883"/>
                      <a:pt x="407232" y="336028"/>
                    </a:cubicBezTo>
                    <a:cubicBezTo>
                      <a:pt x="396660" y="366031"/>
                      <a:pt x="381801" y="396416"/>
                      <a:pt x="356655" y="417943"/>
                    </a:cubicBezTo>
                    <a:cubicBezTo>
                      <a:pt x="344368" y="428706"/>
                      <a:pt x="330747" y="437374"/>
                      <a:pt x="316936" y="445565"/>
                    </a:cubicBezTo>
                    <a:cubicBezTo>
                      <a:pt x="303124" y="453662"/>
                      <a:pt x="289313" y="461472"/>
                      <a:pt x="275216" y="468997"/>
                    </a:cubicBezTo>
                    <a:cubicBezTo>
                      <a:pt x="219018" y="499000"/>
                      <a:pt x="159487" y="523670"/>
                      <a:pt x="97194" y="537386"/>
                    </a:cubicBezTo>
                    <a:lnTo>
                      <a:pt x="97003" y="536624"/>
                    </a:ln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05" name="Forme libre : forme 9104">
                <a:extLst>
                  <a:ext uri="{FF2B5EF4-FFF2-40B4-BE49-F238E27FC236}">
                    <a16:creationId xmlns:a16="http://schemas.microsoft.com/office/drawing/2014/main" id="{FE6070E4-BAD3-44BD-AF81-26739569A10D}"/>
                  </a:ext>
                </a:extLst>
              </p:cNvPr>
              <p:cNvSpPr/>
              <p:nvPr/>
            </p:nvSpPr>
            <p:spPr>
              <a:xfrm>
                <a:off x="4436749" y="4467644"/>
                <a:ext cx="165495" cy="409155"/>
              </a:xfrm>
              <a:custGeom>
                <a:avLst/>
                <a:gdLst>
                  <a:gd name="connsiteX0" fmla="*/ 142494 w 165495"/>
                  <a:gd name="connsiteY0" fmla="*/ 2438 h 409155"/>
                  <a:gd name="connsiteX1" fmla="*/ 128874 w 165495"/>
                  <a:gd name="connsiteY1" fmla="*/ 21869 h 409155"/>
                  <a:gd name="connsiteX2" fmla="*/ 124587 w 165495"/>
                  <a:gd name="connsiteY2" fmla="*/ 69589 h 409155"/>
                  <a:gd name="connsiteX3" fmla="*/ 117539 w 165495"/>
                  <a:gd name="connsiteY3" fmla="*/ 94830 h 409155"/>
                  <a:gd name="connsiteX4" fmla="*/ 77819 w 165495"/>
                  <a:gd name="connsiteY4" fmla="*/ 193033 h 409155"/>
                  <a:gd name="connsiteX5" fmla="*/ 55721 w 165495"/>
                  <a:gd name="connsiteY5" fmla="*/ 232181 h 409155"/>
                  <a:gd name="connsiteX6" fmla="*/ 0 w 165495"/>
                  <a:gd name="connsiteY6" fmla="*/ 409155 h 409155"/>
                  <a:gd name="connsiteX7" fmla="*/ 128207 w 165495"/>
                  <a:gd name="connsiteY7" fmla="*/ 103784 h 409155"/>
                  <a:gd name="connsiteX8" fmla="*/ 140780 w 165495"/>
                  <a:gd name="connsiteY8" fmla="*/ 75971 h 409155"/>
                  <a:gd name="connsiteX9" fmla="*/ 161449 w 165495"/>
                  <a:gd name="connsiteY9" fmla="*/ 45681 h 409155"/>
                  <a:gd name="connsiteX10" fmla="*/ 142494 w 165495"/>
                  <a:gd name="connsiteY10" fmla="*/ 2438 h 409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495" h="409155">
                    <a:moveTo>
                      <a:pt x="142494" y="2438"/>
                    </a:moveTo>
                    <a:cubicBezTo>
                      <a:pt x="135160" y="6057"/>
                      <a:pt x="130969" y="13963"/>
                      <a:pt x="128874" y="21869"/>
                    </a:cubicBezTo>
                    <a:cubicBezTo>
                      <a:pt x="124777" y="37299"/>
                      <a:pt x="127159" y="53778"/>
                      <a:pt x="124587" y="69589"/>
                    </a:cubicBezTo>
                    <a:cubicBezTo>
                      <a:pt x="123158" y="78257"/>
                      <a:pt x="120301" y="86544"/>
                      <a:pt x="117539" y="94830"/>
                    </a:cubicBezTo>
                    <a:cubicBezTo>
                      <a:pt x="106013" y="128263"/>
                      <a:pt x="94488" y="161887"/>
                      <a:pt x="77819" y="193033"/>
                    </a:cubicBezTo>
                    <a:cubicBezTo>
                      <a:pt x="70771" y="206273"/>
                      <a:pt x="62770" y="218941"/>
                      <a:pt x="55721" y="232181"/>
                    </a:cubicBezTo>
                    <a:cubicBezTo>
                      <a:pt x="26384" y="286854"/>
                      <a:pt x="13049" y="348481"/>
                      <a:pt x="0" y="409155"/>
                    </a:cubicBezTo>
                    <a:cubicBezTo>
                      <a:pt x="20003" y="300285"/>
                      <a:pt x="87249" y="206654"/>
                      <a:pt x="128207" y="103784"/>
                    </a:cubicBezTo>
                    <a:cubicBezTo>
                      <a:pt x="132016" y="94354"/>
                      <a:pt x="135541" y="84734"/>
                      <a:pt x="140780" y="75971"/>
                    </a:cubicBezTo>
                    <a:cubicBezTo>
                      <a:pt x="147066" y="65494"/>
                      <a:pt x="155639" y="56445"/>
                      <a:pt x="161449" y="45681"/>
                    </a:cubicBezTo>
                    <a:cubicBezTo>
                      <a:pt x="168402" y="32346"/>
                      <a:pt x="168878" y="-10611"/>
                      <a:pt x="142494" y="2438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9106" name="Graphique 1">
                <a:extLst>
                  <a:ext uri="{FF2B5EF4-FFF2-40B4-BE49-F238E27FC236}">
                    <a16:creationId xmlns:a16="http://schemas.microsoft.com/office/drawing/2014/main" id="{4F265857-6B8E-4E64-99E9-A4A136A39A25}"/>
                  </a:ext>
                </a:extLst>
              </p:cNvPr>
              <p:cNvGrpSpPr/>
              <p:nvPr/>
            </p:nvGrpSpPr>
            <p:grpSpPr>
              <a:xfrm>
                <a:off x="2776289" y="2960372"/>
                <a:ext cx="183806" cy="292724"/>
                <a:chOff x="2776289" y="2960372"/>
                <a:chExt cx="183806" cy="292724"/>
              </a:xfrm>
              <a:solidFill>
                <a:schemeClr val="accent1"/>
              </a:solidFill>
            </p:grpSpPr>
            <p:sp>
              <p:nvSpPr>
                <p:cNvPr id="9457" name="Forme libre : forme 9456">
                  <a:extLst>
                    <a:ext uri="{FF2B5EF4-FFF2-40B4-BE49-F238E27FC236}">
                      <a16:creationId xmlns:a16="http://schemas.microsoft.com/office/drawing/2014/main" id="{1A9E5F88-43FF-4A05-AFA3-DCED05588F22}"/>
                    </a:ext>
                  </a:extLst>
                </p:cNvPr>
                <p:cNvSpPr/>
                <p:nvPr/>
              </p:nvSpPr>
              <p:spPr>
                <a:xfrm>
                  <a:off x="2776289" y="2960372"/>
                  <a:ext cx="183806" cy="292724"/>
                </a:xfrm>
                <a:custGeom>
                  <a:avLst/>
                  <a:gdLst>
                    <a:gd name="connsiteX0" fmla="*/ 91120 w 183806"/>
                    <a:gd name="connsiteY0" fmla="*/ 378 h 292724"/>
                    <a:gd name="connsiteX1" fmla="*/ 30160 w 183806"/>
                    <a:gd name="connsiteY1" fmla="*/ 22476 h 292724"/>
                    <a:gd name="connsiteX2" fmla="*/ 442 w 183806"/>
                    <a:gd name="connsiteY2" fmla="*/ 81245 h 292724"/>
                    <a:gd name="connsiteX3" fmla="*/ 1300 w 183806"/>
                    <a:gd name="connsiteY3" fmla="*/ 90675 h 292724"/>
                    <a:gd name="connsiteX4" fmla="*/ 9301 w 183806"/>
                    <a:gd name="connsiteY4" fmla="*/ 91437 h 292724"/>
                    <a:gd name="connsiteX5" fmla="*/ 2157 w 183806"/>
                    <a:gd name="connsiteY5" fmla="*/ 127156 h 292724"/>
                    <a:gd name="connsiteX6" fmla="*/ 22445 w 183806"/>
                    <a:gd name="connsiteY6" fmla="*/ 154969 h 292724"/>
                    <a:gd name="connsiteX7" fmla="*/ 17397 w 183806"/>
                    <a:gd name="connsiteY7" fmla="*/ 167828 h 292724"/>
                    <a:gd name="connsiteX8" fmla="*/ 27684 w 183806"/>
                    <a:gd name="connsiteY8" fmla="*/ 176972 h 292724"/>
                    <a:gd name="connsiteX9" fmla="*/ 36733 w 183806"/>
                    <a:gd name="connsiteY9" fmla="*/ 216024 h 292724"/>
                    <a:gd name="connsiteX10" fmla="*/ 73690 w 183806"/>
                    <a:gd name="connsiteY10" fmla="*/ 231550 h 292724"/>
                    <a:gd name="connsiteX11" fmla="*/ 66451 w 183806"/>
                    <a:gd name="connsiteY11" fmla="*/ 236598 h 292724"/>
                    <a:gd name="connsiteX12" fmla="*/ 67784 w 183806"/>
                    <a:gd name="connsiteY12" fmla="*/ 244313 h 292724"/>
                    <a:gd name="connsiteX13" fmla="*/ 71499 w 183806"/>
                    <a:gd name="connsiteY13" fmla="*/ 245075 h 292724"/>
                    <a:gd name="connsiteX14" fmla="*/ 81405 w 183806"/>
                    <a:gd name="connsiteY14" fmla="*/ 254696 h 292724"/>
                    <a:gd name="connsiteX15" fmla="*/ 109980 w 183806"/>
                    <a:gd name="connsiteY15" fmla="*/ 280223 h 292724"/>
                    <a:gd name="connsiteX16" fmla="*/ 140555 w 183806"/>
                    <a:gd name="connsiteY16" fmla="*/ 292700 h 292724"/>
                    <a:gd name="connsiteX17" fmla="*/ 153604 w 183806"/>
                    <a:gd name="connsiteY17" fmla="*/ 256982 h 292724"/>
                    <a:gd name="connsiteX18" fmla="*/ 157605 w 183806"/>
                    <a:gd name="connsiteY18" fmla="*/ 247838 h 292724"/>
                    <a:gd name="connsiteX19" fmla="*/ 163891 w 183806"/>
                    <a:gd name="connsiteY19" fmla="*/ 239360 h 292724"/>
                    <a:gd name="connsiteX20" fmla="*/ 182465 w 183806"/>
                    <a:gd name="connsiteY20" fmla="*/ 193545 h 292724"/>
                    <a:gd name="connsiteX21" fmla="*/ 177036 w 183806"/>
                    <a:gd name="connsiteY21" fmla="*/ 170875 h 292724"/>
                    <a:gd name="connsiteX22" fmla="*/ 183799 w 183806"/>
                    <a:gd name="connsiteY22" fmla="*/ 157445 h 292724"/>
                    <a:gd name="connsiteX23" fmla="*/ 173131 w 183806"/>
                    <a:gd name="connsiteY23" fmla="*/ 151064 h 292724"/>
                    <a:gd name="connsiteX24" fmla="*/ 169035 w 183806"/>
                    <a:gd name="connsiteY24" fmla="*/ 79626 h 292724"/>
                    <a:gd name="connsiteX25" fmla="*/ 153985 w 183806"/>
                    <a:gd name="connsiteY25" fmla="*/ 67720 h 292724"/>
                    <a:gd name="connsiteX26" fmla="*/ 142175 w 183806"/>
                    <a:gd name="connsiteY26" fmla="*/ 53623 h 292724"/>
                    <a:gd name="connsiteX27" fmla="*/ 132935 w 183806"/>
                    <a:gd name="connsiteY27" fmla="*/ 22381 h 292724"/>
                    <a:gd name="connsiteX28" fmla="*/ 91120 w 183806"/>
                    <a:gd name="connsiteY28" fmla="*/ 378 h 29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3806" h="292724">
                      <a:moveTo>
                        <a:pt x="91120" y="378"/>
                      </a:moveTo>
                      <a:cubicBezTo>
                        <a:pt x="68927" y="-2003"/>
                        <a:pt x="46258" y="7046"/>
                        <a:pt x="30160" y="22476"/>
                      </a:cubicBezTo>
                      <a:cubicBezTo>
                        <a:pt x="14063" y="37907"/>
                        <a:pt x="4157" y="59242"/>
                        <a:pt x="442" y="81245"/>
                      </a:cubicBezTo>
                      <a:cubicBezTo>
                        <a:pt x="-129" y="84389"/>
                        <a:pt x="-415" y="87913"/>
                        <a:pt x="1300" y="90675"/>
                      </a:cubicBezTo>
                      <a:cubicBezTo>
                        <a:pt x="3014" y="93437"/>
                        <a:pt x="7682" y="94199"/>
                        <a:pt x="9301" y="91437"/>
                      </a:cubicBezTo>
                      <a:cubicBezTo>
                        <a:pt x="5300" y="102962"/>
                        <a:pt x="1204" y="114964"/>
                        <a:pt x="2157" y="127156"/>
                      </a:cubicBezTo>
                      <a:cubicBezTo>
                        <a:pt x="3109" y="139348"/>
                        <a:pt x="10539" y="151921"/>
                        <a:pt x="22445" y="154969"/>
                      </a:cubicBezTo>
                      <a:cubicBezTo>
                        <a:pt x="18350" y="157636"/>
                        <a:pt x="16254" y="163065"/>
                        <a:pt x="17397" y="167828"/>
                      </a:cubicBezTo>
                      <a:cubicBezTo>
                        <a:pt x="18540" y="172590"/>
                        <a:pt x="22826" y="176400"/>
                        <a:pt x="27684" y="176972"/>
                      </a:cubicBezTo>
                      <a:cubicBezTo>
                        <a:pt x="24350" y="190402"/>
                        <a:pt x="27779" y="205451"/>
                        <a:pt x="36733" y="216024"/>
                      </a:cubicBezTo>
                      <a:cubicBezTo>
                        <a:pt x="45686" y="226597"/>
                        <a:pt x="59878" y="232598"/>
                        <a:pt x="73690" y="231550"/>
                      </a:cubicBezTo>
                      <a:cubicBezTo>
                        <a:pt x="71023" y="232788"/>
                        <a:pt x="68165" y="234122"/>
                        <a:pt x="66451" y="236598"/>
                      </a:cubicBezTo>
                      <a:cubicBezTo>
                        <a:pt x="64736" y="239074"/>
                        <a:pt x="65117" y="243075"/>
                        <a:pt x="67784" y="244313"/>
                      </a:cubicBezTo>
                      <a:cubicBezTo>
                        <a:pt x="68927" y="244885"/>
                        <a:pt x="70261" y="244790"/>
                        <a:pt x="71499" y="245075"/>
                      </a:cubicBezTo>
                      <a:cubicBezTo>
                        <a:pt x="76166" y="246028"/>
                        <a:pt x="78738" y="250790"/>
                        <a:pt x="81405" y="254696"/>
                      </a:cubicBezTo>
                      <a:cubicBezTo>
                        <a:pt x="88549" y="265364"/>
                        <a:pt x="99407" y="272983"/>
                        <a:pt x="109980" y="280223"/>
                      </a:cubicBezTo>
                      <a:cubicBezTo>
                        <a:pt x="119219" y="286604"/>
                        <a:pt x="129316" y="293176"/>
                        <a:pt x="140555" y="292700"/>
                      </a:cubicBezTo>
                      <a:cubicBezTo>
                        <a:pt x="144937" y="280794"/>
                        <a:pt x="149223" y="268888"/>
                        <a:pt x="153604" y="256982"/>
                      </a:cubicBezTo>
                      <a:cubicBezTo>
                        <a:pt x="154748" y="253838"/>
                        <a:pt x="155891" y="250695"/>
                        <a:pt x="157605" y="247838"/>
                      </a:cubicBezTo>
                      <a:cubicBezTo>
                        <a:pt x="159415" y="244790"/>
                        <a:pt x="161701" y="242123"/>
                        <a:pt x="163891" y="239360"/>
                      </a:cubicBezTo>
                      <a:cubicBezTo>
                        <a:pt x="173893" y="226121"/>
                        <a:pt x="178941" y="209738"/>
                        <a:pt x="182465" y="193545"/>
                      </a:cubicBezTo>
                      <a:cubicBezTo>
                        <a:pt x="184275" y="185354"/>
                        <a:pt x="184561" y="174590"/>
                        <a:pt x="177036" y="170875"/>
                      </a:cubicBezTo>
                      <a:cubicBezTo>
                        <a:pt x="180465" y="167065"/>
                        <a:pt x="183989" y="162589"/>
                        <a:pt x="183799" y="157445"/>
                      </a:cubicBezTo>
                      <a:cubicBezTo>
                        <a:pt x="183513" y="152302"/>
                        <a:pt x="177036" y="147730"/>
                        <a:pt x="173131" y="151064"/>
                      </a:cubicBezTo>
                      <a:cubicBezTo>
                        <a:pt x="182084" y="128204"/>
                        <a:pt x="180560" y="101343"/>
                        <a:pt x="169035" y="79626"/>
                      </a:cubicBezTo>
                      <a:cubicBezTo>
                        <a:pt x="165892" y="73721"/>
                        <a:pt x="160748" y="67434"/>
                        <a:pt x="153985" y="67720"/>
                      </a:cubicBezTo>
                      <a:cubicBezTo>
                        <a:pt x="157319" y="67529"/>
                        <a:pt x="154652" y="48098"/>
                        <a:pt x="142175" y="53623"/>
                      </a:cubicBezTo>
                      <a:cubicBezTo>
                        <a:pt x="142936" y="40097"/>
                        <a:pt x="142365" y="32668"/>
                        <a:pt x="132935" y="22381"/>
                      </a:cubicBezTo>
                      <a:cubicBezTo>
                        <a:pt x="121886" y="10284"/>
                        <a:pt x="107503" y="2092"/>
                        <a:pt x="91120" y="378"/>
                      </a:cubicBezTo>
                      <a:close/>
                    </a:path>
                  </a:pathLst>
                </a:custGeom>
                <a:solidFill>
                  <a:srgbClr val="F4D33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58" name="Forme libre : forme 9457">
                  <a:extLst>
                    <a:ext uri="{FF2B5EF4-FFF2-40B4-BE49-F238E27FC236}">
                      <a16:creationId xmlns:a16="http://schemas.microsoft.com/office/drawing/2014/main" id="{87330B99-590B-4550-904E-D6E61699BE97}"/>
                    </a:ext>
                  </a:extLst>
                </p:cNvPr>
                <p:cNvSpPr/>
                <p:nvPr/>
              </p:nvSpPr>
              <p:spPr>
                <a:xfrm>
                  <a:off x="2776289" y="2960372"/>
                  <a:ext cx="183806" cy="292724"/>
                </a:xfrm>
                <a:custGeom>
                  <a:avLst/>
                  <a:gdLst>
                    <a:gd name="connsiteX0" fmla="*/ 91120 w 183806"/>
                    <a:gd name="connsiteY0" fmla="*/ 378 h 292724"/>
                    <a:gd name="connsiteX1" fmla="*/ 30160 w 183806"/>
                    <a:gd name="connsiteY1" fmla="*/ 22476 h 292724"/>
                    <a:gd name="connsiteX2" fmla="*/ 442 w 183806"/>
                    <a:gd name="connsiteY2" fmla="*/ 81245 h 292724"/>
                    <a:gd name="connsiteX3" fmla="*/ 1300 w 183806"/>
                    <a:gd name="connsiteY3" fmla="*/ 90675 h 292724"/>
                    <a:gd name="connsiteX4" fmla="*/ 9301 w 183806"/>
                    <a:gd name="connsiteY4" fmla="*/ 91437 h 292724"/>
                    <a:gd name="connsiteX5" fmla="*/ 2157 w 183806"/>
                    <a:gd name="connsiteY5" fmla="*/ 127156 h 292724"/>
                    <a:gd name="connsiteX6" fmla="*/ 22445 w 183806"/>
                    <a:gd name="connsiteY6" fmla="*/ 154969 h 292724"/>
                    <a:gd name="connsiteX7" fmla="*/ 17397 w 183806"/>
                    <a:gd name="connsiteY7" fmla="*/ 167828 h 292724"/>
                    <a:gd name="connsiteX8" fmla="*/ 27684 w 183806"/>
                    <a:gd name="connsiteY8" fmla="*/ 176972 h 292724"/>
                    <a:gd name="connsiteX9" fmla="*/ 36733 w 183806"/>
                    <a:gd name="connsiteY9" fmla="*/ 216024 h 292724"/>
                    <a:gd name="connsiteX10" fmla="*/ 73690 w 183806"/>
                    <a:gd name="connsiteY10" fmla="*/ 231550 h 292724"/>
                    <a:gd name="connsiteX11" fmla="*/ 66451 w 183806"/>
                    <a:gd name="connsiteY11" fmla="*/ 236598 h 292724"/>
                    <a:gd name="connsiteX12" fmla="*/ 67784 w 183806"/>
                    <a:gd name="connsiteY12" fmla="*/ 244313 h 292724"/>
                    <a:gd name="connsiteX13" fmla="*/ 71499 w 183806"/>
                    <a:gd name="connsiteY13" fmla="*/ 245075 h 292724"/>
                    <a:gd name="connsiteX14" fmla="*/ 81405 w 183806"/>
                    <a:gd name="connsiteY14" fmla="*/ 254696 h 292724"/>
                    <a:gd name="connsiteX15" fmla="*/ 109980 w 183806"/>
                    <a:gd name="connsiteY15" fmla="*/ 280223 h 292724"/>
                    <a:gd name="connsiteX16" fmla="*/ 140555 w 183806"/>
                    <a:gd name="connsiteY16" fmla="*/ 292700 h 292724"/>
                    <a:gd name="connsiteX17" fmla="*/ 153604 w 183806"/>
                    <a:gd name="connsiteY17" fmla="*/ 256982 h 292724"/>
                    <a:gd name="connsiteX18" fmla="*/ 157605 w 183806"/>
                    <a:gd name="connsiteY18" fmla="*/ 247838 h 292724"/>
                    <a:gd name="connsiteX19" fmla="*/ 163891 w 183806"/>
                    <a:gd name="connsiteY19" fmla="*/ 239360 h 292724"/>
                    <a:gd name="connsiteX20" fmla="*/ 182465 w 183806"/>
                    <a:gd name="connsiteY20" fmla="*/ 193545 h 292724"/>
                    <a:gd name="connsiteX21" fmla="*/ 177036 w 183806"/>
                    <a:gd name="connsiteY21" fmla="*/ 170875 h 292724"/>
                    <a:gd name="connsiteX22" fmla="*/ 183799 w 183806"/>
                    <a:gd name="connsiteY22" fmla="*/ 157445 h 292724"/>
                    <a:gd name="connsiteX23" fmla="*/ 173131 w 183806"/>
                    <a:gd name="connsiteY23" fmla="*/ 151064 h 292724"/>
                    <a:gd name="connsiteX24" fmla="*/ 169035 w 183806"/>
                    <a:gd name="connsiteY24" fmla="*/ 79626 h 292724"/>
                    <a:gd name="connsiteX25" fmla="*/ 153985 w 183806"/>
                    <a:gd name="connsiteY25" fmla="*/ 67720 h 292724"/>
                    <a:gd name="connsiteX26" fmla="*/ 142175 w 183806"/>
                    <a:gd name="connsiteY26" fmla="*/ 53623 h 292724"/>
                    <a:gd name="connsiteX27" fmla="*/ 132935 w 183806"/>
                    <a:gd name="connsiteY27" fmla="*/ 22381 h 292724"/>
                    <a:gd name="connsiteX28" fmla="*/ 91120 w 183806"/>
                    <a:gd name="connsiteY28" fmla="*/ 378 h 29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3806" h="292724">
                      <a:moveTo>
                        <a:pt x="91120" y="378"/>
                      </a:moveTo>
                      <a:cubicBezTo>
                        <a:pt x="68927" y="-2003"/>
                        <a:pt x="46258" y="7046"/>
                        <a:pt x="30160" y="22476"/>
                      </a:cubicBezTo>
                      <a:cubicBezTo>
                        <a:pt x="14063" y="37907"/>
                        <a:pt x="4157" y="59242"/>
                        <a:pt x="442" y="81245"/>
                      </a:cubicBezTo>
                      <a:cubicBezTo>
                        <a:pt x="-129" y="84389"/>
                        <a:pt x="-415" y="87913"/>
                        <a:pt x="1300" y="90675"/>
                      </a:cubicBezTo>
                      <a:cubicBezTo>
                        <a:pt x="3014" y="93437"/>
                        <a:pt x="7682" y="94199"/>
                        <a:pt x="9301" y="91437"/>
                      </a:cubicBezTo>
                      <a:cubicBezTo>
                        <a:pt x="5300" y="102962"/>
                        <a:pt x="1204" y="114964"/>
                        <a:pt x="2157" y="127156"/>
                      </a:cubicBezTo>
                      <a:cubicBezTo>
                        <a:pt x="3109" y="139348"/>
                        <a:pt x="10539" y="151921"/>
                        <a:pt x="22445" y="154969"/>
                      </a:cubicBezTo>
                      <a:cubicBezTo>
                        <a:pt x="18350" y="157636"/>
                        <a:pt x="16254" y="163065"/>
                        <a:pt x="17397" y="167828"/>
                      </a:cubicBezTo>
                      <a:cubicBezTo>
                        <a:pt x="18540" y="172590"/>
                        <a:pt x="22826" y="176400"/>
                        <a:pt x="27684" y="176972"/>
                      </a:cubicBezTo>
                      <a:cubicBezTo>
                        <a:pt x="24350" y="190402"/>
                        <a:pt x="27779" y="205451"/>
                        <a:pt x="36733" y="216024"/>
                      </a:cubicBezTo>
                      <a:cubicBezTo>
                        <a:pt x="45686" y="226597"/>
                        <a:pt x="59878" y="232598"/>
                        <a:pt x="73690" y="231550"/>
                      </a:cubicBezTo>
                      <a:cubicBezTo>
                        <a:pt x="71023" y="232788"/>
                        <a:pt x="68165" y="234122"/>
                        <a:pt x="66451" y="236598"/>
                      </a:cubicBezTo>
                      <a:cubicBezTo>
                        <a:pt x="64736" y="239074"/>
                        <a:pt x="65117" y="243075"/>
                        <a:pt x="67784" y="244313"/>
                      </a:cubicBezTo>
                      <a:cubicBezTo>
                        <a:pt x="68927" y="244885"/>
                        <a:pt x="70261" y="244790"/>
                        <a:pt x="71499" y="245075"/>
                      </a:cubicBezTo>
                      <a:cubicBezTo>
                        <a:pt x="76166" y="246028"/>
                        <a:pt x="78738" y="250790"/>
                        <a:pt x="81405" y="254696"/>
                      </a:cubicBezTo>
                      <a:cubicBezTo>
                        <a:pt x="88549" y="265364"/>
                        <a:pt x="99407" y="272983"/>
                        <a:pt x="109980" y="280223"/>
                      </a:cubicBezTo>
                      <a:cubicBezTo>
                        <a:pt x="119219" y="286604"/>
                        <a:pt x="129316" y="293176"/>
                        <a:pt x="140555" y="292700"/>
                      </a:cubicBezTo>
                      <a:cubicBezTo>
                        <a:pt x="144937" y="280794"/>
                        <a:pt x="149223" y="268888"/>
                        <a:pt x="153604" y="256982"/>
                      </a:cubicBezTo>
                      <a:cubicBezTo>
                        <a:pt x="154748" y="253838"/>
                        <a:pt x="155891" y="250695"/>
                        <a:pt x="157605" y="247838"/>
                      </a:cubicBezTo>
                      <a:cubicBezTo>
                        <a:pt x="159415" y="244790"/>
                        <a:pt x="161701" y="242123"/>
                        <a:pt x="163891" y="239360"/>
                      </a:cubicBezTo>
                      <a:cubicBezTo>
                        <a:pt x="173893" y="226121"/>
                        <a:pt x="178941" y="209738"/>
                        <a:pt x="182465" y="193545"/>
                      </a:cubicBezTo>
                      <a:cubicBezTo>
                        <a:pt x="184275" y="185354"/>
                        <a:pt x="184561" y="174590"/>
                        <a:pt x="177036" y="170875"/>
                      </a:cubicBezTo>
                      <a:cubicBezTo>
                        <a:pt x="180465" y="167065"/>
                        <a:pt x="183989" y="162589"/>
                        <a:pt x="183799" y="157445"/>
                      </a:cubicBezTo>
                      <a:cubicBezTo>
                        <a:pt x="183513" y="152302"/>
                        <a:pt x="177036" y="147730"/>
                        <a:pt x="173131" y="151064"/>
                      </a:cubicBezTo>
                      <a:cubicBezTo>
                        <a:pt x="182084" y="128204"/>
                        <a:pt x="180560" y="101343"/>
                        <a:pt x="169035" y="79626"/>
                      </a:cubicBezTo>
                      <a:cubicBezTo>
                        <a:pt x="165892" y="73721"/>
                        <a:pt x="160748" y="67434"/>
                        <a:pt x="153985" y="67720"/>
                      </a:cubicBezTo>
                      <a:cubicBezTo>
                        <a:pt x="157319" y="67529"/>
                        <a:pt x="154652" y="48098"/>
                        <a:pt x="142175" y="53623"/>
                      </a:cubicBezTo>
                      <a:cubicBezTo>
                        <a:pt x="142936" y="40097"/>
                        <a:pt x="142365" y="32668"/>
                        <a:pt x="132935" y="22381"/>
                      </a:cubicBezTo>
                      <a:cubicBezTo>
                        <a:pt x="121886" y="10284"/>
                        <a:pt x="107503" y="2092"/>
                        <a:pt x="91120" y="378"/>
                      </a:cubicBezTo>
                      <a:close/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59" name="Forme libre : forme 9458">
                  <a:extLst>
                    <a:ext uri="{FF2B5EF4-FFF2-40B4-BE49-F238E27FC236}">
                      <a16:creationId xmlns:a16="http://schemas.microsoft.com/office/drawing/2014/main" id="{BD2CB907-B9F1-46E0-8FF8-477ADFAC0FF2}"/>
                    </a:ext>
                  </a:extLst>
                </p:cNvPr>
                <p:cNvSpPr/>
                <p:nvPr/>
              </p:nvSpPr>
              <p:spPr>
                <a:xfrm>
                  <a:off x="2785590" y="3013995"/>
                  <a:ext cx="132778" cy="37814"/>
                </a:xfrm>
                <a:custGeom>
                  <a:avLst/>
                  <a:gdLst>
                    <a:gd name="connsiteX0" fmla="*/ 132779 w 132778"/>
                    <a:gd name="connsiteY0" fmla="*/ 0 h 37814"/>
                    <a:gd name="connsiteX1" fmla="*/ 74867 w 132778"/>
                    <a:gd name="connsiteY1" fmla="*/ 12763 h 37814"/>
                    <a:gd name="connsiteX2" fmla="*/ 0 w 132778"/>
                    <a:gd name="connsiteY2" fmla="*/ 37814 h 37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2778" h="37814">
                      <a:moveTo>
                        <a:pt x="132779" y="0"/>
                      </a:moveTo>
                      <a:cubicBezTo>
                        <a:pt x="132779" y="0"/>
                        <a:pt x="105728" y="8096"/>
                        <a:pt x="74867" y="12763"/>
                      </a:cubicBezTo>
                      <a:cubicBezTo>
                        <a:pt x="44005" y="17431"/>
                        <a:pt x="14573" y="22098"/>
                        <a:pt x="0" y="37814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60" name="Forme libre : forme 9459">
                  <a:extLst>
                    <a:ext uri="{FF2B5EF4-FFF2-40B4-BE49-F238E27FC236}">
                      <a16:creationId xmlns:a16="http://schemas.microsoft.com/office/drawing/2014/main" id="{9BE52284-A23B-4245-9AB1-5C24FDF92F42}"/>
                    </a:ext>
                  </a:extLst>
                </p:cNvPr>
                <p:cNvSpPr/>
                <p:nvPr/>
              </p:nvSpPr>
              <p:spPr>
                <a:xfrm>
                  <a:off x="2798734" y="3027997"/>
                  <a:ext cx="131444" cy="87344"/>
                </a:xfrm>
                <a:custGeom>
                  <a:avLst/>
                  <a:gdLst>
                    <a:gd name="connsiteX0" fmla="*/ 0 w 131444"/>
                    <a:gd name="connsiteY0" fmla="*/ 87344 h 87344"/>
                    <a:gd name="connsiteX1" fmla="*/ 51816 w 131444"/>
                    <a:gd name="connsiteY1" fmla="*/ 54959 h 87344"/>
                    <a:gd name="connsiteX2" fmla="*/ 131445 w 131444"/>
                    <a:gd name="connsiteY2" fmla="*/ 0 h 87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1444" h="87344">
                      <a:moveTo>
                        <a:pt x="0" y="87344"/>
                      </a:moveTo>
                      <a:cubicBezTo>
                        <a:pt x="0" y="87344"/>
                        <a:pt x="32004" y="68485"/>
                        <a:pt x="51816" y="54959"/>
                      </a:cubicBezTo>
                      <a:cubicBezTo>
                        <a:pt x="71628" y="41529"/>
                        <a:pt x="127159" y="1714"/>
                        <a:pt x="131445" y="0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61" name="Forme libre : forme 9460">
                  <a:extLst>
                    <a:ext uri="{FF2B5EF4-FFF2-40B4-BE49-F238E27FC236}">
                      <a16:creationId xmlns:a16="http://schemas.microsoft.com/office/drawing/2014/main" id="{766F6BE7-EB05-4F83-B0A4-29975D936F10}"/>
                    </a:ext>
                  </a:extLst>
                </p:cNvPr>
                <p:cNvSpPr/>
                <p:nvPr/>
              </p:nvSpPr>
              <p:spPr>
                <a:xfrm>
                  <a:off x="2803878" y="3111341"/>
                  <a:ext cx="145446" cy="26098"/>
                </a:xfrm>
                <a:custGeom>
                  <a:avLst/>
                  <a:gdLst>
                    <a:gd name="connsiteX0" fmla="*/ 145447 w 145446"/>
                    <a:gd name="connsiteY0" fmla="*/ 0 h 26098"/>
                    <a:gd name="connsiteX1" fmla="*/ 43434 w 145446"/>
                    <a:gd name="connsiteY1" fmla="*/ 14859 h 26098"/>
                    <a:gd name="connsiteX2" fmla="*/ 0 w 145446"/>
                    <a:gd name="connsiteY2" fmla="*/ 26099 h 26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446" h="26098">
                      <a:moveTo>
                        <a:pt x="145447" y="0"/>
                      </a:moveTo>
                      <a:cubicBezTo>
                        <a:pt x="145447" y="0"/>
                        <a:pt x="59722" y="12859"/>
                        <a:pt x="43434" y="14859"/>
                      </a:cubicBezTo>
                      <a:cubicBezTo>
                        <a:pt x="27146" y="16859"/>
                        <a:pt x="0" y="26099"/>
                        <a:pt x="0" y="26099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62" name="Forme libre : forme 9461">
                  <a:extLst>
                    <a:ext uri="{FF2B5EF4-FFF2-40B4-BE49-F238E27FC236}">
                      <a16:creationId xmlns:a16="http://schemas.microsoft.com/office/drawing/2014/main" id="{A6D93EC3-E23D-45D6-BDE2-944C178BB8CD}"/>
                    </a:ext>
                  </a:extLst>
                </p:cNvPr>
                <p:cNvSpPr/>
                <p:nvPr/>
              </p:nvSpPr>
              <p:spPr>
                <a:xfrm>
                  <a:off x="2850074" y="3131153"/>
                  <a:ext cx="103250" cy="60769"/>
                </a:xfrm>
                <a:custGeom>
                  <a:avLst/>
                  <a:gdLst>
                    <a:gd name="connsiteX0" fmla="*/ 103251 w 103250"/>
                    <a:gd name="connsiteY0" fmla="*/ 0 h 60769"/>
                    <a:gd name="connsiteX1" fmla="*/ 44101 w 103250"/>
                    <a:gd name="connsiteY1" fmla="*/ 36576 h 60769"/>
                    <a:gd name="connsiteX2" fmla="*/ 0 w 103250"/>
                    <a:gd name="connsiteY2" fmla="*/ 60769 h 60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3250" h="60769">
                      <a:moveTo>
                        <a:pt x="103251" y="0"/>
                      </a:moveTo>
                      <a:cubicBezTo>
                        <a:pt x="103251" y="0"/>
                        <a:pt x="56769" y="30289"/>
                        <a:pt x="44101" y="36576"/>
                      </a:cubicBezTo>
                      <a:cubicBezTo>
                        <a:pt x="31432" y="42958"/>
                        <a:pt x="0" y="60769"/>
                        <a:pt x="0" y="60769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63" name="Forme libre : forme 9462">
                  <a:extLst>
                    <a:ext uri="{FF2B5EF4-FFF2-40B4-BE49-F238E27FC236}">
                      <a16:creationId xmlns:a16="http://schemas.microsoft.com/office/drawing/2014/main" id="{EFFC7424-A8B4-4CE1-964B-49A4119309FC}"/>
                    </a:ext>
                  </a:extLst>
                </p:cNvPr>
                <p:cNvSpPr/>
                <p:nvPr/>
              </p:nvSpPr>
              <p:spPr>
                <a:xfrm>
                  <a:off x="2847884" y="3205448"/>
                  <a:ext cx="86201" cy="1992"/>
                </a:xfrm>
                <a:custGeom>
                  <a:avLst/>
                  <a:gdLst>
                    <a:gd name="connsiteX0" fmla="*/ 0 w 86201"/>
                    <a:gd name="connsiteY0" fmla="*/ 0 h 1992"/>
                    <a:gd name="connsiteX1" fmla="*/ 86201 w 86201"/>
                    <a:gd name="connsiteY1" fmla="*/ 286 h 1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6201" h="1992">
                      <a:moveTo>
                        <a:pt x="0" y="0"/>
                      </a:moveTo>
                      <a:cubicBezTo>
                        <a:pt x="0" y="0"/>
                        <a:pt x="45815" y="4286"/>
                        <a:pt x="86201" y="286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64" name="Forme libre : forme 9463">
                  <a:extLst>
                    <a:ext uri="{FF2B5EF4-FFF2-40B4-BE49-F238E27FC236}">
                      <a16:creationId xmlns:a16="http://schemas.microsoft.com/office/drawing/2014/main" id="{EFC4833B-C071-4512-BC5F-70DA8AAFB3E7}"/>
                    </a:ext>
                  </a:extLst>
                </p:cNvPr>
                <p:cNvSpPr/>
                <p:nvPr/>
              </p:nvSpPr>
              <p:spPr>
                <a:xfrm>
                  <a:off x="2851313" y="2987230"/>
                  <a:ext cx="24955" cy="11811"/>
                </a:xfrm>
                <a:custGeom>
                  <a:avLst/>
                  <a:gdLst>
                    <a:gd name="connsiteX0" fmla="*/ 24956 w 24955"/>
                    <a:gd name="connsiteY0" fmla="*/ 5905 h 11811"/>
                    <a:gd name="connsiteX1" fmla="*/ 12478 w 24955"/>
                    <a:gd name="connsiteY1" fmla="*/ 11811 h 11811"/>
                    <a:gd name="connsiteX2" fmla="*/ 0 w 24955"/>
                    <a:gd name="connsiteY2" fmla="*/ 5905 h 11811"/>
                    <a:gd name="connsiteX3" fmla="*/ 12478 w 24955"/>
                    <a:gd name="connsiteY3" fmla="*/ 0 h 11811"/>
                    <a:gd name="connsiteX4" fmla="*/ 24956 w 24955"/>
                    <a:gd name="connsiteY4" fmla="*/ 5905 h 11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55" h="11811">
                      <a:moveTo>
                        <a:pt x="24956" y="5905"/>
                      </a:moveTo>
                      <a:cubicBezTo>
                        <a:pt x="24956" y="9167"/>
                        <a:pt x="19369" y="11811"/>
                        <a:pt x="12478" y="11811"/>
                      </a:cubicBezTo>
                      <a:cubicBezTo>
                        <a:pt x="5587" y="11811"/>
                        <a:pt x="0" y="9167"/>
                        <a:pt x="0" y="5905"/>
                      </a:cubicBezTo>
                      <a:cubicBezTo>
                        <a:pt x="0" y="2644"/>
                        <a:pt x="5587" y="0"/>
                        <a:pt x="12478" y="0"/>
                      </a:cubicBezTo>
                      <a:cubicBezTo>
                        <a:pt x="19369" y="0"/>
                        <a:pt x="24956" y="2644"/>
                        <a:pt x="24956" y="5905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65" name="Forme libre : forme 9464">
                  <a:extLst>
                    <a:ext uri="{FF2B5EF4-FFF2-40B4-BE49-F238E27FC236}">
                      <a16:creationId xmlns:a16="http://schemas.microsoft.com/office/drawing/2014/main" id="{C7D42BF9-6458-4616-83AB-961BF8F3F28D}"/>
                    </a:ext>
                  </a:extLst>
                </p:cNvPr>
                <p:cNvSpPr/>
                <p:nvPr/>
              </p:nvSpPr>
              <p:spPr>
                <a:xfrm rot="-1593903">
                  <a:off x="2796589" y="3066607"/>
                  <a:ext cx="24573" cy="12763"/>
                </a:xfrm>
                <a:custGeom>
                  <a:avLst/>
                  <a:gdLst>
                    <a:gd name="connsiteX0" fmla="*/ 24574 w 24573"/>
                    <a:gd name="connsiteY0" fmla="*/ 6382 h 12763"/>
                    <a:gd name="connsiteX1" fmla="*/ 12287 w 24573"/>
                    <a:gd name="connsiteY1" fmla="*/ 12763 h 12763"/>
                    <a:gd name="connsiteX2" fmla="*/ 0 w 24573"/>
                    <a:gd name="connsiteY2" fmla="*/ 6382 h 12763"/>
                    <a:gd name="connsiteX3" fmla="*/ 12287 w 24573"/>
                    <a:gd name="connsiteY3" fmla="*/ 0 h 12763"/>
                    <a:gd name="connsiteX4" fmla="*/ 24574 w 24573"/>
                    <a:gd name="connsiteY4" fmla="*/ 6382 h 12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73" h="12763">
                      <a:moveTo>
                        <a:pt x="24574" y="6382"/>
                      </a:moveTo>
                      <a:cubicBezTo>
                        <a:pt x="24574" y="9906"/>
                        <a:pt x="19073" y="12763"/>
                        <a:pt x="12287" y="12763"/>
                      </a:cubicBezTo>
                      <a:cubicBezTo>
                        <a:pt x="5501" y="12763"/>
                        <a:pt x="0" y="9906"/>
                        <a:pt x="0" y="6382"/>
                      </a:cubicBezTo>
                      <a:cubicBezTo>
                        <a:pt x="0" y="2857"/>
                        <a:pt x="5501" y="0"/>
                        <a:pt x="12287" y="0"/>
                      </a:cubicBezTo>
                      <a:cubicBezTo>
                        <a:pt x="19072" y="0"/>
                        <a:pt x="24574" y="2857"/>
                        <a:pt x="24574" y="6382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66" name="Forme libre : forme 9465">
                  <a:extLst>
                    <a:ext uri="{FF2B5EF4-FFF2-40B4-BE49-F238E27FC236}">
                      <a16:creationId xmlns:a16="http://schemas.microsoft.com/office/drawing/2014/main" id="{6AA36706-E59F-4174-ABFC-6B66E926758D}"/>
                    </a:ext>
                  </a:extLst>
                </p:cNvPr>
                <p:cNvSpPr/>
                <p:nvPr/>
              </p:nvSpPr>
              <p:spPr>
                <a:xfrm>
                  <a:off x="2903224" y="3073907"/>
                  <a:ext cx="26860" cy="15430"/>
                </a:xfrm>
                <a:custGeom>
                  <a:avLst/>
                  <a:gdLst>
                    <a:gd name="connsiteX0" fmla="*/ 26861 w 26860"/>
                    <a:gd name="connsiteY0" fmla="*/ 7715 h 15430"/>
                    <a:gd name="connsiteX1" fmla="*/ 13430 w 26860"/>
                    <a:gd name="connsiteY1" fmla="*/ 15430 h 15430"/>
                    <a:gd name="connsiteX2" fmla="*/ 0 w 26860"/>
                    <a:gd name="connsiteY2" fmla="*/ 7715 h 15430"/>
                    <a:gd name="connsiteX3" fmla="*/ 13430 w 26860"/>
                    <a:gd name="connsiteY3" fmla="*/ 0 h 15430"/>
                    <a:gd name="connsiteX4" fmla="*/ 26861 w 26860"/>
                    <a:gd name="connsiteY4" fmla="*/ 7715 h 15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860" h="15430">
                      <a:moveTo>
                        <a:pt x="26861" y="7715"/>
                      </a:moveTo>
                      <a:cubicBezTo>
                        <a:pt x="26861" y="11976"/>
                        <a:pt x="20848" y="15430"/>
                        <a:pt x="13430" y="15430"/>
                      </a:cubicBezTo>
                      <a:cubicBezTo>
                        <a:pt x="6013" y="15430"/>
                        <a:pt x="0" y="11976"/>
                        <a:pt x="0" y="7715"/>
                      </a:cubicBezTo>
                      <a:cubicBezTo>
                        <a:pt x="0" y="3454"/>
                        <a:pt x="6013" y="0"/>
                        <a:pt x="13430" y="0"/>
                      </a:cubicBezTo>
                      <a:cubicBezTo>
                        <a:pt x="20848" y="0"/>
                        <a:pt x="26861" y="3454"/>
                        <a:pt x="26861" y="7715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67" name="Forme libre : forme 9466">
                  <a:extLst>
                    <a:ext uri="{FF2B5EF4-FFF2-40B4-BE49-F238E27FC236}">
                      <a16:creationId xmlns:a16="http://schemas.microsoft.com/office/drawing/2014/main" id="{234E234A-2A66-4785-A311-8E18D29EE3BB}"/>
                    </a:ext>
                  </a:extLst>
                </p:cNvPr>
                <p:cNvSpPr/>
                <p:nvPr/>
              </p:nvSpPr>
              <p:spPr>
                <a:xfrm>
                  <a:off x="2831120" y="3151441"/>
                  <a:ext cx="19812" cy="13144"/>
                </a:xfrm>
                <a:custGeom>
                  <a:avLst/>
                  <a:gdLst>
                    <a:gd name="connsiteX0" fmla="*/ 19812 w 19812"/>
                    <a:gd name="connsiteY0" fmla="*/ 6572 h 13144"/>
                    <a:gd name="connsiteX1" fmla="*/ 9906 w 19812"/>
                    <a:gd name="connsiteY1" fmla="*/ 13144 h 13144"/>
                    <a:gd name="connsiteX2" fmla="*/ 0 w 19812"/>
                    <a:gd name="connsiteY2" fmla="*/ 6572 h 13144"/>
                    <a:gd name="connsiteX3" fmla="*/ 9906 w 19812"/>
                    <a:gd name="connsiteY3" fmla="*/ 0 h 13144"/>
                    <a:gd name="connsiteX4" fmla="*/ 19812 w 19812"/>
                    <a:gd name="connsiteY4" fmla="*/ 6572 h 1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12" h="13144">
                      <a:moveTo>
                        <a:pt x="19812" y="6572"/>
                      </a:moveTo>
                      <a:cubicBezTo>
                        <a:pt x="19812" y="10202"/>
                        <a:pt x="15377" y="13144"/>
                        <a:pt x="9906" y="13144"/>
                      </a:cubicBezTo>
                      <a:cubicBezTo>
                        <a:pt x="4435" y="13144"/>
                        <a:pt x="0" y="10202"/>
                        <a:pt x="0" y="6572"/>
                      </a:cubicBezTo>
                      <a:cubicBezTo>
                        <a:pt x="0" y="2942"/>
                        <a:pt x="4435" y="0"/>
                        <a:pt x="9906" y="0"/>
                      </a:cubicBezTo>
                      <a:cubicBezTo>
                        <a:pt x="15377" y="0"/>
                        <a:pt x="19812" y="2942"/>
                        <a:pt x="19812" y="6572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68" name="Forme libre : forme 9467">
                  <a:extLst>
                    <a:ext uri="{FF2B5EF4-FFF2-40B4-BE49-F238E27FC236}">
                      <a16:creationId xmlns:a16="http://schemas.microsoft.com/office/drawing/2014/main" id="{F848690A-2FAF-40BA-B449-D831E41C1194}"/>
                    </a:ext>
                  </a:extLst>
                </p:cNvPr>
                <p:cNvSpPr/>
                <p:nvPr/>
              </p:nvSpPr>
              <p:spPr>
                <a:xfrm rot="-1122295">
                  <a:off x="2915911" y="3170277"/>
                  <a:ext cx="16954" cy="11049"/>
                </a:xfrm>
                <a:custGeom>
                  <a:avLst/>
                  <a:gdLst>
                    <a:gd name="connsiteX0" fmla="*/ 16955 w 16954"/>
                    <a:gd name="connsiteY0" fmla="*/ 5525 h 11049"/>
                    <a:gd name="connsiteX1" fmla="*/ 8477 w 16954"/>
                    <a:gd name="connsiteY1" fmla="*/ 11049 h 11049"/>
                    <a:gd name="connsiteX2" fmla="*/ 0 w 16954"/>
                    <a:gd name="connsiteY2" fmla="*/ 5525 h 11049"/>
                    <a:gd name="connsiteX3" fmla="*/ 8477 w 16954"/>
                    <a:gd name="connsiteY3" fmla="*/ 0 h 11049"/>
                    <a:gd name="connsiteX4" fmla="*/ 16955 w 16954"/>
                    <a:gd name="connsiteY4" fmla="*/ 5525 h 11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54" h="11049">
                      <a:moveTo>
                        <a:pt x="16955" y="5525"/>
                      </a:moveTo>
                      <a:cubicBezTo>
                        <a:pt x="16955" y="8576"/>
                        <a:pt x="13159" y="11049"/>
                        <a:pt x="8477" y="11049"/>
                      </a:cubicBezTo>
                      <a:cubicBezTo>
                        <a:pt x="3795" y="11049"/>
                        <a:pt x="0" y="8576"/>
                        <a:pt x="0" y="5525"/>
                      </a:cubicBezTo>
                      <a:cubicBezTo>
                        <a:pt x="0" y="2474"/>
                        <a:pt x="3795" y="0"/>
                        <a:pt x="8477" y="0"/>
                      </a:cubicBezTo>
                      <a:cubicBezTo>
                        <a:pt x="13159" y="0"/>
                        <a:pt x="16955" y="2474"/>
                        <a:pt x="16955" y="5525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69" name="Forme libre : forme 9468">
                  <a:extLst>
                    <a:ext uri="{FF2B5EF4-FFF2-40B4-BE49-F238E27FC236}">
                      <a16:creationId xmlns:a16="http://schemas.microsoft.com/office/drawing/2014/main" id="{CC229336-4DBF-4EB8-B3C7-B1B1715B6434}"/>
                    </a:ext>
                  </a:extLst>
                </p:cNvPr>
                <p:cNvSpPr/>
                <p:nvPr/>
              </p:nvSpPr>
              <p:spPr>
                <a:xfrm>
                  <a:off x="2789108" y="2969859"/>
                  <a:ext cx="57968" cy="61551"/>
                </a:xfrm>
                <a:custGeom>
                  <a:avLst/>
                  <a:gdLst>
                    <a:gd name="connsiteX0" fmla="*/ 2007 w 57968"/>
                    <a:gd name="connsiteY0" fmla="*/ 48994 h 61551"/>
                    <a:gd name="connsiteX1" fmla="*/ 7 w 57968"/>
                    <a:gd name="connsiteY1" fmla="*/ 57376 h 61551"/>
                    <a:gd name="connsiteX2" fmla="*/ 864 w 57968"/>
                    <a:gd name="connsiteY2" fmla="*/ 60329 h 61551"/>
                    <a:gd name="connsiteX3" fmla="*/ 8008 w 57968"/>
                    <a:gd name="connsiteY3" fmla="*/ 60233 h 61551"/>
                    <a:gd name="connsiteX4" fmla="*/ 25153 w 57968"/>
                    <a:gd name="connsiteY4" fmla="*/ 39564 h 61551"/>
                    <a:gd name="connsiteX5" fmla="*/ 50108 w 57968"/>
                    <a:gd name="connsiteY5" fmla="*/ 12323 h 61551"/>
                    <a:gd name="connsiteX6" fmla="*/ 54775 w 57968"/>
                    <a:gd name="connsiteY6" fmla="*/ 131 h 61551"/>
                    <a:gd name="connsiteX7" fmla="*/ 38583 w 57968"/>
                    <a:gd name="connsiteY7" fmla="*/ 6989 h 61551"/>
                    <a:gd name="connsiteX8" fmla="*/ 11913 w 57968"/>
                    <a:gd name="connsiteY8" fmla="*/ 31563 h 61551"/>
                    <a:gd name="connsiteX9" fmla="*/ 2007 w 57968"/>
                    <a:gd name="connsiteY9" fmla="*/ 48994 h 61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7968" h="61551">
                      <a:moveTo>
                        <a:pt x="2007" y="48994"/>
                      </a:moveTo>
                      <a:cubicBezTo>
                        <a:pt x="864" y="51661"/>
                        <a:pt x="-88" y="54518"/>
                        <a:pt x="7" y="57376"/>
                      </a:cubicBezTo>
                      <a:cubicBezTo>
                        <a:pt x="7" y="58424"/>
                        <a:pt x="197" y="59472"/>
                        <a:pt x="864" y="60329"/>
                      </a:cubicBezTo>
                      <a:cubicBezTo>
                        <a:pt x="2483" y="62329"/>
                        <a:pt x="5722" y="61567"/>
                        <a:pt x="8008" y="60233"/>
                      </a:cubicBezTo>
                      <a:cubicBezTo>
                        <a:pt x="15723" y="55566"/>
                        <a:pt x="20200" y="47089"/>
                        <a:pt x="25153" y="39564"/>
                      </a:cubicBezTo>
                      <a:cubicBezTo>
                        <a:pt x="32011" y="29277"/>
                        <a:pt x="40393" y="20038"/>
                        <a:pt x="50108" y="12323"/>
                      </a:cubicBezTo>
                      <a:cubicBezTo>
                        <a:pt x="52680" y="10227"/>
                        <a:pt x="63157" y="1940"/>
                        <a:pt x="54775" y="131"/>
                      </a:cubicBezTo>
                      <a:cubicBezTo>
                        <a:pt x="50108" y="-917"/>
                        <a:pt x="42393" y="4607"/>
                        <a:pt x="38583" y="6989"/>
                      </a:cubicBezTo>
                      <a:cubicBezTo>
                        <a:pt x="28201" y="13275"/>
                        <a:pt x="18962" y="21752"/>
                        <a:pt x="11913" y="31563"/>
                      </a:cubicBezTo>
                      <a:cubicBezTo>
                        <a:pt x="7817" y="36992"/>
                        <a:pt x="4483" y="42898"/>
                        <a:pt x="2007" y="48994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70" name="Forme libre : forme 9469">
                  <a:extLst>
                    <a:ext uri="{FF2B5EF4-FFF2-40B4-BE49-F238E27FC236}">
                      <a16:creationId xmlns:a16="http://schemas.microsoft.com/office/drawing/2014/main" id="{65207077-8CF1-4005-88B8-D49D65A61672}"/>
                    </a:ext>
                  </a:extLst>
                </p:cNvPr>
                <p:cNvSpPr/>
                <p:nvPr/>
              </p:nvSpPr>
              <p:spPr>
                <a:xfrm>
                  <a:off x="2809743" y="3121914"/>
                  <a:ext cx="119864" cy="55848"/>
                </a:xfrm>
                <a:custGeom>
                  <a:avLst/>
                  <a:gdLst>
                    <a:gd name="connsiteX0" fmla="*/ 231 w 119864"/>
                    <a:gd name="connsiteY0" fmla="*/ 29527 h 55848"/>
                    <a:gd name="connsiteX1" fmla="*/ 2136 w 119864"/>
                    <a:gd name="connsiteY1" fmla="*/ 21431 h 55848"/>
                    <a:gd name="connsiteX2" fmla="*/ 4803 w 119864"/>
                    <a:gd name="connsiteY2" fmla="*/ 20193 h 55848"/>
                    <a:gd name="connsiteX3" fmla="*/ 30234 w 119864"/>
                    <a:gd name="connsiteY3" fmla="*/ 13811 h 55848"/>
                    <a:gd name="connsiteX4" fmla="*/ 55380 w 119864"/>
                    <a:gd name="connsiteY4" fmla="*/ 12192 h 55848"/>
                    <a:gd name="connsiteX5" fmla="*/ 119865 w 119864"/>
                    <a:gd name="connsiteY5" fmla="*/ 0 h 55848"/>
                    <a:gd name="connsiteX6" fmla="*/ 81003 w 119864"/>
                    <a:gd name="connsiteY6" fmla="*/ 9239 h 55848"/>
                    <a:gd name="connsiteX7" fmla="*/ 27948 w 119864"/>
                    <a:gd name="connsiteY7" fmla="*/ 22288 h 55848"/>
                    <a:gd name="connsiteX8" fmla="*/ 15280 w 119864"/>
                    <a:gd name="connsiteY8" fmla="*/ 29527 h 55848"/>
                    <a:gd name="connsiteX9" fmla="*/ 14328 w 119864"/>
                    <a:gd name="connsiteY9" fmla="*/ 41338 h 55848"/>
                    <a:gd name="connsiteX10" fmla="*/ 20138 w 119864"/>
                    <a:gd name="connsiteY10" fmla="*/ 53721 h 55848"/>
                    <a:gd name="connsiteX11" fmla="*/ 13375 w 119864"/>
                    <a:gd name="connsiteY11" fmla="*/ 52292 h 55848"/>
                    <a:gd name="connsiteX12" fmla="*/ 231 w 119864"/>
                    <a:gd name="connsiteY12" fmla="*/ 29527 h 55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9864" h="55848">
                      <a:moveTo>
                        <a:pt x="231" y="29527"/>
                      </a:moveTo>
                      <a:cubicBezTo>
                        <a:pt x="-246" y="26670"/>
                        <a:pt x="-150" y="23146"/>
                        <a:pt x="2136" y="21431"/>
                      </a:cubicBezTo>
                      <a:cubicBezTo>
                        <a:pt x="2898" y="20860"/>
                        <a:pt x="3850" y="20574"/>
                        <a:pt x="4803" y="20193"/>
                      </a:cubicBezTo>
                      <a:cubicBezTo>
                        <a:pt x="13089" y="17431"/>
                        <a:pt x="21567" y="14859"/>
                        <a:pt x="30234" y="13811"/>
                      </a:cubicBezTo>
                      <a:cubicBezTo>
                        <a:pt x="38521" y="12763"/>
                        <a:pt x="46998" y="13049"/>
                        <a:pt x="55380" y="12192"/>
                      </a:cubicBezTo>
                      <a:cubicBezTo>
                        <a:pt x="77193" y="10001"/>
                        <a:pt x="97957" y="381"/>
                        <a:pt x="119865" y="0"/>
                      </a:cubicBezTo>
                      <a:cubicBezTo>
                        <a:pt x="107482" y="4953"/>
                        <a:pt x="94147" y="6763"/>
                        <a:pt x="81003" y="9239"/>
                      </a:cubicBezTo>
                      <a:cubicBezTo>
                        <a:pt x="63096" y="12668"/>
                        <a:pt x="45474" y="17240"/>
                        <a:pt x="27948" y="22288"/>
                      </a:cubicBezTo>
                      <a:cubicBezTo>
                        <a:pt x="23186" y="23622"/>
                        <a:pt x="17947" y="25337"/>
                        <a:pt x="15280" y="29527"/>
                      </a:cubicBezTo>
                      <a:cubicBezTo>
                        <a:pt x="13089" y="32956"/>
                        <a:pt x="13089" y="37433"/>
                        <a:pt x="14328" y="41338"/>
                      </a:cubicBezTo>
                      <a:cubicBezTo>
                        <a:pt x="15566" y="45244"/>
                        <a:pt x="20329" y="49625"/>
                        <a:pt x="20138" y="53721"/>
                      </a:cubicBezTo>
                      <a:cubicBezTo>
                        <a:pt x="19852" y="58483"/>
                        <a:pt x="15375" y="54007"/>
                        <a:pt x="13375" y="52292"/>
                      </a:cubicBezTo>
                      <a:cubicBezTo>
                        <a:pt x="6612" y="46577"/>
                        <a:pt x="1659" y="38386"/>
                        <a:pt x="231" y="29527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71" name="Forme libre : forme 9470">
                  <a:extLst>
                    <a:ext uri="{FF2B5EF4-FFF2-40B4-BE49-F238E27FC236}">
                      <a16:creationId xmlns:a16="http://schemas.microsoft.com/office/drawing/2014/main" id="{7D6D186C-7597-41CC-8C89-2E788FA4A0A4}"/>
                    </a:ext>
                  </a:extLst>
                </p:cNvPr>
                <p:cNvSpPr/>
                <p:nvPr/>
              </p:nvSpPr>
              <p:spPr>
                <a:xfrm>
                  <a:off x="2786821" y="3025901"/>
                  <a:ext cx="112402" cy="72359"/>
                </a:xfrm>
                <a:custGeom>
                  <a:avLst/>
                  <a:gdLst>
                    <a:gd name="connsiteX0" fmla="*/ 3437 w 112402"/>
                    <a:gd name="connsiteY0" fmla="*/ 34290 h 72359"/>
                    <a:gd name="connsiteX1" fmla="*/ 9723 w 112402"/>
                    <a:gd name="connsiteY1" fmla="*/ 23051 h 72359"/>
                    <a:gd name="connsiteX2" fmla="*/ 20963 w 112402"/>
                    <a:gd name="connsiteY2" fmla="*/ 17907 h 72359"/>
                    <a:gd name="connsiteX3" fmla="*/ 112403 w 112402"/>
                    <a:gd name="connsiteY3" fmla="*/ 0 h 72359"/>
                    <a:gd name="connsiteX4" fmla="*/ 43823 w 112402"/>
                    <a:gd name="connsiteY4" fmla="*/ 23432 h 72359"/>
                    <a:gd name="connsiteX5" fmla="*/ 14486 w 112402"/>
                    <a:gd name="connsiteY5" fmla="*/ 36290 h 72359"/>
                    <a:gd name="connsiteX6" fmla="*/ 8961 w 112402"/>
                    <a:gd name="connsiteY6" fmla="*/ 42577 h 72359"/>
                    <a:gd name="connsiteX7" fmla="*/ 6675 w 112402"/>
                    <a:gd name="connsiteY7" fmla="*/ 48959 h 72359"/>
                    <a:gd name="connsiteX8" fmla="*/ 4389 w 112402"/>
                    <a:gd name="connsiteY8" fmla="*/ 66199 h 72359"/>
                    <a:gd name="connsiteX9" fmla="*/ 3246 w 112402"/>
                    <a:gd name="connsiteY9" fmla="*/ 72295 h 72359"/>
                    <a:gd name="connsiteX10" fmla="*/ 1056 w 112402"/>
                    <a:gd name="connsiteY10" fmla="*/ 67151 h 72359"/>
                    <a:gd name="connsiteX11" fmla="*/ 3437 w 112402"/>
                    <a:gd name="connsiteY11" fmla="*/ 34290 h 72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2402" h="72359">
                      <a:moveTo>
                        <a:pt x="3437" y="34290"/>
                      </a:moveTo>
                      <a:cubicBezTo>
                        <a:pt x="4770" y="30099"/>
                        <a:pt x="6485" y="25908"/>
                        <a:pt x="9723" y="23051"/>
                      </a:cubicBezTo>
                      <a:cubicBezTo>
                        <a:pt x="12866" y="20288"/>
                        <a:pt x="16962" y="19050"/>
                        <a:pt x="20963" y="17907"/>
                      </a:cubicBezTo>
                      <a:cubicBezTo>
                        <a:pt x="50871" y="9620"/>
                        <a:pt x="81542" y="3620"/>
                        <a:pt x="112403" y="0"/>
                      </a:cubicBezTo>
                      <a:cubicBezTo>
                        <a:pt x="89924" y="8763"/>
                        <a:pt x="66968" y="16574"/>
                        <a:pt x="43823" y="23432"/>
                      </a:cubicBezTo>
                      <a:cubicBezTo>
                        <a:pt x="33536" y="26479"/>
                        <a:pt x="22868" y="29528"/>
                        <a:pt x="14486" y="36290"/>
                      </a:cubicBezTo>
                      <a:cubicBezTo>
                        <a:pt x="12295" y="38100"/>
                        <a:pt x="10295" y="40100"/>
                        <a:pt x="8961" y="42577"/>
                      </a:cubicBezTo>
                      <a:cubicBezTo>
                        <a:pt x="7818" y="44577"/>
                        <a:pt x="7247" y="46768"/>
                        <a:pt x="6675" y="48959"/>
                      </a:cubicBezTo>
                      <a:cubicBezTo>
                        <a:pt x="5246" y="54578"/>
                        <a:pt x="4484" y="60388"/>
                        <a:pt x="4389" y="66199"/>
                      </a:cubicBezTo>
                      <a:cubicBezTo>
                        <a:pt x="4389" y="67342"/>
                        <a:pt x="4961" y="71628"/>
                        <a:pt x="3246" y="72295"/>
                      </a:cubicBezTo>
                      <a:cubicBezTo>
                        <a:pt x="1722" y="72962"/>
                        <a:pt x="1341" y="68294"/>
                        <a:pt x="1056" y="67151"/>
                      </a:cubicBezTo>
                      <a:cubicBezTo>
                        <a:pt x="-1040" y="56293"/>
                        <a:pt x="103" y="44863"/>
                        <a:pt x="3437" y="3429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72" name="Forme libre : forme 9471">
                  <a:extLst>
                    <a:ext uri="{FF2B5EF4-FFF2-40B4-BE49-F238E27FC236}">
                      <a16:creationId xmlns:a16="http://schemas.microsoft.com/office/drawing/2014/main" id="{1DB97859-BD6A-4A61-AD82-5FF59844E6EF}"/>
                    </a:ext>
                  </a:extLst>
                </p:cNvPr>
                <p:cNvSpPr/>
                <p:nvPr/>
              </p:nvSpPr>
              <p:spPr>
                <a:xfrm>
                  <a:off x="2837025" y="3037571"/>
                  <a:ext cx="108150" cy="62581"/>
                </a:xfrm>
                <a:custGeom>
                  <a:avLst/>
                  <a:gdLst>
                    <a:gd name="connsiteX0" fmla="*/ 18955 w 108150"/>
                    <a:gd name="connsiteY0" fmla="*/ 50148 h 62581"/>
                    <a:gd name="connsiteX1" fmla="*/ 37814 w 108150"/>
                    <a:gd name="connsiteY1" fmla="*/ 35860 h 62581"/>
                    <a:gd name="connsiteX2" fmla="*/ 56674 w 108150"/>
                    <a:gd name="connsiteY2" fmla="*/ 24620 h 62581"/>
                    <a:gd name="connsiteX3" fmla="*/ 87535 w 108150"/>
                    <a:gd name="connsiteY3" fmla="*/ 3094 h 62581"/>
                    <a:gd name="connsiteX4" fmla="*/ 96488 w 108150"/>
                    <a:gd name="connsiteY4" fmla="*/ 141 h 62581"/>
                    <a:gd name="connsiteX5" fmla="*/ 103632 w 108150"/>
                    <a:gd name="connsiteY5" fmla="*/ 7380 h 62581"/>
                    <a:gd name="connsiteX6" fmla="*/ 107823 w 108150"/>
                    <a:gd name="connsiteY6" fmla="*/ 43004 h 62581"/>
                    <a:gd name="connsiteX7" fmla="*/ 105346 w 108150"/>
                    <a:gd name="connsiteY7" fmla="*/ 61006 h 62581"/>
                    <a:gd name="connsiteX8" fmla="*/ 95536 w 108150"/>
                    <a:gd name="connsiteY8" fmla="*/ 31288 h 62581"/>
                    <a:gd name="connsiteX9" fmla="*/ 90678 w 108150"/>
                    <a:gd name="connsiteY9" fmla="*/ 27478 h 62581"/>
                    <a:gd name="connsiteX10" fmla="*/ 68199 w 108150"/>
                    <a:gd name="connsiteY10" fmla="*/ 28145 h 62581"/>
                    <a:gd name="connsiteX11" fmla="*/ 23241 w 108150"/>
                    <a:gd name="connsiteY11" fmla="*/ 48052 h 62581"/>
                    <a:gd name="connsiteX12" fmla="*/ 12764 w 108150"/>
                    <a:gd name="connsiteY12" fmla="*/ 55005 h 62581"/>
                    <a:gd name="connsiteX13" fmla="*/ 0 w 108150"/>
                    <a:gd name="connsiteY13" fmla="*/ 62435 h 62581"/>
                    <a:gd name="connsiteX14" fmla="*/ 18955 w 108150"/>
                    <a:gd name="connsiteY14" fmla="*/ 50148 h 62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8150" h="62581">
                      <a:moveTo>
                        <a:pt x="18955" y="50148"/>
                      </a:moveTo>
                      <a:cubicBezTo>
                        <a:pt x="25527" y="45766"/>
                        <a:pt x="31337" y="40337"/>
                        <a:pt x="37814" y="35860"/>
                      </a:cubicBezTo>
                      <a:cubicBezTo>
                        <a:pt x="43815" y="31669"/>
                        <a:pt x="50387" y="28431"/>
                        <a:pt x="56674" y="24620"/>
                      </a:cubicBezTo>
                      <a:cubicBezTo>
                        <a:pt x="67342" y="18144"/>
                        <a:pt x="77058" y="10047"/>
                        <a:pt x="87535" y="3094"/>
                      </a:cubicBezTo>
                      <a:cubicBezTo>
                        <a:pt x="90202" y="1284"/>
                        <a:pt x="93345" y="-525"/>
                        <a:pt x="96488" y="141"/>
                      </a:cubicBezTo>
                      <a:cubicBezTo>
                        <a:pt x="99917" y="808"/>
                        <a:pt x="102203" y="4142"/>
                        <a:pt x="103632" y="7380"/>
                      </a:cubicBezTo>
                      <a:cubicBezTo>
                        <a:pt x="108585" y="18429"/>
                        <a:pt x="108490" y="31002"/>
                        <a:pt x="107823" y="43004"/>
                      </a:cubicBezTo>
                      <a:cubicBezTo>
                        <a:pt x="107442" y="49100"/>
                        <a:pt x="106966" y="55196"/>
                        <a:pt x="105346" y="61006"/>
                      </a:cubicBezTo>
                      <a:cubicBezTo>
                        <a:pt x="106871" y="50338"/>
                        <a:pt x="103156" y="39003"/>
                        <a:pt x="95536" y="31288"/>
                      </a:cubicBezTo>
                      <a:cubicBezTo>
                        <a:pt x="94107" y="29859"/>
                        <a:pt x="92488" y="28526"/>
                        <a:pt x="90678" y="27478"/>
                      </a:cubicBezTo>
                      <a:cubicBezTo>
                        <a:pt x="83915" y="23763"/>
                        <a:pt x="75533" y="25763"/>
                        <a:pt x="68199" y="28145"/>
                      </a:cubicBezTo>
                      <a:cubicBezTo>
                        <a:pt x="52578" y="33098"/>
                        <a:pt x="37148" y="39384"/>
                        <a:pt x="23241" y="48052"/>
                      </a:cubicBezTo>
                      <a:cubicBezTo>
                        <a:pt x="19717" y="50243"/>
                        <a:pt x="16288" y="52624"/>
                        <a:pt x="12764" y="55005"/>
                      </a:cubicBezTo>
                      <a:cubicBezTo>
                        <a:pt x="10287" y="56720"/>
                        <a:pt x="2858" y="63673"/>
                        <a:pt x="0" y="62435"/>
                      </a:cubicBezTo>
                      <a:cubicBezTo>
                        <a:pt x="4096" y="57101"/>
                        <a:pt x="13335" y="53958"/>
                        <a:pt x="18955" y="50148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73" name="Forme libre : forme 9472">
                  <a:extLst>
                    <a:ext uri="{FF2B5EF4-FFF2-40B4-BE49-F238E27FC236}">
                      <a16:creationId xmlns:a16="http://schemas.microsoft.com/office/drawing/2014/main" id="{C070A6EB-89B4-4A95-A255-8C742B1C294C}"/>
                    </a:ext>
                  </a:extLst>
                </p:cNvPr>
                <p:cNvSpPr/>
                <p:nvPr/>
              </p:nvSpPr>
              <p:spPr>
                <a:xfrm>
                  <a:off x="2866648" y="3140580"/>
                  <a:ext cx="86869" cy="48124"/>
                </a:xfrm>
                <a:custGeom>
                  <a:avLst/>
                  <a:gdLst>
                    <a:gd name="connsiteX0" fmla="*/ 25908 w 86869"/>
                    <a:gd name="connsiteY0" fmla="*/ 33054 h 48124"/>
                    <a:gd name="connsiteX1" fmla="*/ 41720 w 86869"/>
                    <a:gd name="connsiteY1" fmla="*/ 24387 h 48124"/>
                    <a:gd name="connsiteX2" fmla="*/ 81058 w 86869"/>
                    <a:gd name="connsiteY2" fmla="*/ 860 h 48124"/>
                    <a:gd name="connsiteX3" fmla="*/ 83248 w 86869"/>
                    <a:gd name="connsiteY3" fmla="*/ 3 h 48124"/>
                    <a:gd name="connsiteX4" fmla="*/ 86678 w 86869"/>
                    <a:gd name="connsiteY4" fmla="*/ 4575 h 48124"/>
                    <a:gd name="connsiteX5" fmla="*/ 77629 w 86869"/>
                    <a:gd name="connsiteY5" fmla="*/ 34959 h 48124"/>
                    <a:gd name="connsiteX6" fmla="*/ 75724 w 86869"/>
                    <a:gd name="connsiteY6" fmla="*/ 29339 h 48124"/>
                    <a:gd name="connsiteX7" fmla="*/ 72295 w 86869"/>
                    <a:gd name="connsiteY7" fmla="*/ 23053 h 48124"/>
                    <a:gd name="connsiteX8" fmla="*/ 59531 w 86869"/>
                    <a:gd name="connsiteY8" fmla="*/ 22386 h 48124"/>
                    <a:gd name="connsiteX9" fmla="*/ 27622 w 86869"/>
                    <a:gd name="connsiteY9" fmla="*/ 35721 h 48124"/>
                    <a:gd name="connsiteX10" fmla="*/ 12382 w 86869"/>
                    <a:gd name="connsiteY10" fmla="*/ 43437 h 48124"/>
                    <a:gd name="connsiteX11" fmla="*/ 0 w 86869"/>
                    <a:gd name="connsiteY11" fmla="*/ 47342 h 48124"/>
                    <a:gd name="connsiteX12" fmla="*/ 12573 w 86869"/>
                    <a:gd name="connsiteY12" fmla="*/ 40293 h 48124"/>
                    <a:gd name="connsiteX13" fmla="*/ 25908 w 86869"/>
                    <a:gd name="connsiteY13" fmla="*/ 33054 h 48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6869" h="48124">
                      <a:moveTo>
                        <a:pt x="25908" y="33054"/>
                      </a:moveTo>
                      <a:cubicBezTo>
                        <a:pt x="31242" y="30197"/>
                        <a:pt x="36481" y="27339"/>
                        <a:pt x="41720" y="24387"/>
                      </a:cubicBezTo>
                      <a:cubicBezTo>
                        <a:pt x="55054" y="16957"/>
                        <a:pt x="68199" y="9146"/>
                        <a:pt x="81058" y="860"/>
                      </a:cubicBezTo>
                      <a:cubicBezTo>
                        <a:pt x="81724" y="479"/>
                        <a:pt x="82391" y="3"/>
                        <a:pt x="83248" y="3"/>
                      </a:cubicBezTo>
                      <a:cubicBezTo>
                        <a:pt x="85344" y="-93"/>
                        <a:pt x="86392" y="2479"/>
                        <a:pt x="86678" y="4575"/>
                      </a:cubicBezTo>
                      <a:cubicBezTo>
                        <a:pt x="87916" y="15243"/>
                        <a:pt x="82963" y="25625"/>
                        <a:pt x="77629" y="34959"/>
                      </a:cubicBezTo>
                      <a:cubicBezTo>
                        <a:pt x="76962" y="33054"/>
                        <a:pt x="76390" y="31149"/>
                        <a:pt x="75724" y="29339"/>
                      </a:cubicBezTo>
                      <a:cubicBezTo>
                        <a:pt x="74962" y="27054"/>
                        <a:pt x="74104" y="24577"/>
                        <a:pt x="72295" y="23053"/>
                      </a:cubicBezTo>
                      <a:cubicBezTo>
                        <a:pt x="68961" y="20100"/>
                        <a:pt x="63817" y="21053"/>
                        <a:pt x="59531" y="22386"/>
                      </a:cubicBezTo>
                      <a:cubicBezTo>
                        <a:pt x="48482" y="25815"/>
                        <a:pt x="37910" y="30673"/>
                        <a:pt x="27622" y="35721"/>
                      </a:cubicBezTo>
                      <a:cubicBezTo>
                        <a:pt x="22479" y="38293"/>
                        <a:pt x="17431" y="40865"/>
                        <a:pt x="12382" y="43437"/>
                      </a:cubicBezTo>
                      <a:cubicBezTo>
                        <a:pt x="9715" y="44770"/>
                        <a:pt x="2857" y="50104"/>
                        <a:pt x="0" y="47342"/>
                      </a:cubicBezTo>
                      <a:cubicBezTo>
                        <a:pt x="3143" y="44294"/>
                        <a:pt x="8668" y="42389"/>
                        <a:pt x="12573" y="40293"/>
                      </a:cubicBezTo>
                      <a:cubicBezTo>
                        <a:pt x="16954" y="37912"/>
                        <a:pt x="21431" y="35531"/>
                        <a:pt x="25908" y="33054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74" name="Forme libre : forme 9473">
                  <a:extLst>
                    <a:ext uri="{FF2B5EF4-FFF2-40B4-BE49-F238E27FC236}">
                      <a16:creationId xmlns:a16="http://schemas.microsoft.com/office/drawing/2014/main" id="{48021C5F-9A72-45AF-8D27-F44600E09ECD}"/>
                    </a:ext>
                  </a:extLst>
                </p:cNvPr>
                <p:cNvSpPr/>
                <p:nvPr/>
              </p:nvSpPr>
              <p:spPr>
                <a:xfrm>
                  <a:off x="2865002" y="3212754"/>
                  <a:ext cx="51747" cy="24950"/>
                </a:xfrm>
                <a:custGeom>
                  <a:avLst/>
                  <a:gdLst>
                    <a:gd name="connsiteX0" fmla="*/ 2885 w 51747"/>
                    <a:gd name="connsiteY0" fmla="*/ 28 h 24950"/>
                    <a:gd name="connsiteX1" fmla="*/ 27 w 51747"/>
                    <a:gd name="connsiteY1" fmla="*/ 1171 h 24950"/>
                    <a:gd name="connsiteX2" fmla="*/ 1456 w 51747"/>
                    <a:gd name="connsiteY2" fmla="*/ 3457 h 24950"/>
                    <a:gd name="connsiteX3" fmla="*/ 25649 w 51747"/>
                    <a:gd name="connsiteY3" fmla="*/ 19459 h 24950"/>
                    <a:gd name="connsiteX4" fmla="*/ 38508 w 51747"/>
                    <a:gd name="connsiteY4" fmla="*/ 24888 h 24950"/>
                    <a:gd name="connsiteX5" fmla="*/ 40413 w 51747"/>
                    <a:gd name="connsiteY5" fmla="*/ 24793 h 24950"/>
                    <a:gd name="connsiteX6" fmla="*/ 41842 w 51747"/>
                    <a:gd name="connsiteY6" fmla="*/ 21078 h 24950"/>
                    <a:gd name="connsiteX7" fmla="*/ 40794 w 51747"/>
                    <a:gd name="connsiteY7" fmla="*/ 16887 h 24950"/>
                    <a:gd name="connsiteX8" fmla="*/ 44604 w 51747"/>
                    <a:gd name="connsiteY8" fmla="*/ 10220 h 24950"/>
                    <a:gd name="connsiteX9" fmla="*/ 51462 w 51747"/>
                    <a:gd name="connsiteY9" fmla="*/ 2123 h 24950"/>
                    <a:gd name="connsiteX10" fmla="*/ 36698 w 51747"/>
                    <a:gd name="connsiteY10" fmla="*/ 1838 h 24950"/>
                    <a:gd name="connsiteX11" fmla="*/ 2885 w 51747"/>
                    <a:gd name="connsiteY11" fmla="*/ 28 h 24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1747" h="24950">
                      <a:moveTo>
                        <a:pt x="2885" y="28"/>
                      </a:moveTo>
                      <a:cubicBezTo>
                        <a:pt x="1742" y="-67"/>
                        <a:pt x="218" y="28"/>
                        <a:pt x="27" y="1171"/>
                      </a:cubicBezTo>
                      <a:cubicBezTo>
                        <a:pt x="-164" y="2123"/>
                        <a:pt x="694" y="2886"/>
                        <a:pt x="1456" y="3457"/>
                      </a:cubicBezTo>
                      <a:cubicBezTo>
                        <a:pt x="9457" y="8886"/>
                        <a:pt x="17362" y="14411"/>
                        <a:pt x="25649" y="19459"/>
                      </a:cubicBezTo>
                      <a:cubicBezTo>
                        <a:pt x="29650" y="21936"/>
                        <a:pt x="33841" y="24317"/>
                        <a:pt x="38508" y="24888"/>
                      </a:cubicBezTo>
                      <a:cubicBezTo>
                        <a:pt x="39175" y="24984"/>
                        <a:pt x="39746" y="24984"/>
                        <a:pt x="40413" y="24793"/>
                      </a:cubicBezTo>
                      <a:cubicBezTo>
                        <a:pt x="41746" y="24221"/>
                        <a:pt x="42128" y="22507"/>
                        <a:pt x="41842" y="21078"/>
                      </a:cubicBezTo>
                      <a:cubicBezTo>
                        <a:pt x="41556" y="19649"/>
                        <a:pt x="40889" y="18316"/>
                        <a:pt x="40794" y="16887"/>
                      </a:cubicBezTo>
                      <a:cubicBezTo>
                        <a:pt x="40699" y="14220"/>
                        <a:pt x="42699" y="12029"/>
                        <a:pt x="44604" y="10220"/>
                      </a:cubicBezTo>
                      <a:cubicBezTo>
                        <a:pt x="45937" y="8981"/>
                        <a:pt x="53272" y="4695"/>
                        <a:pt x="51462" y="2123"/>
                      </a:cubicBezTo>
                      <a:cubicBezTo>
                        <a:pt x="50128" y="219"/>
                        <a:pt x="39175" y="1838"/>
                        <a:pt x="36698" y="1838"/>
                      </a:cubicBezTo>
                      <a:cubicBezTo>
                        <a:pt x="25363" y="1647"/>
                        <a:pt x="14124" y="1076"/>
                        <a:pt x="2885" y="28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9107" name="Graphique 1">
                <a:extLst>
                  <a:ext uri="{FF2B5EF4-FFF2-40B4-BE49-F238E27FC236}">
                    <a16:creationId xmlns:a16="http://schemas.microsoft.com/office/drawing/2014/main" id="{40F6E880-2493-41B2-A85F-67A275C5C259}"/>
                  </a:ext>
                </a:extLst>
              </p:cNvPr>
              <p:cNvGrpSpPr/>
              <p:nvPr/>
            </p:nvGrpSpPr>
            <p:grpSpPr>
              <a:xfrm>
                <a:off x="2395254" y="3253037"/>
                <a:ext cx="214766" cy="259889"/>
                <a:chOff x="2395254" y="3253037"/>
                <a:chExt cx="214766" cy="259889"/>
              </a:xfrm>
              <a:solidFill>
                <a:schemeClr val="accent1"/>
              </a:solidFill>
            </p:grpSpPr>
            <p:sp>
              <p:nvSpPr>
                <p:cNvPr id="9439" name="Forme libre : forme 9438">
                  <a:extLst>
                    <a:ext uri="{FF2B5EF4-FFF2-40B4-BE49-F238E27FC236}">
                      <a16:creationId xmlns:a16="http://schemas.microsoft.com/office/drawing/2014/main" id="{F62A002C-4CA1-4CA2-8D19-06A139EA848C}"/>
                    </a:ext>
                  </a:extLst>
                </p:cNvPr>
                <p:cNvSpPr/>
                <p:nvPr/>
              </p:nvSpPr>
              <p:spPr>
                <a:xfrm>
                  <a:off x="2395254" y="3253037"/>
                  <a:ext cx="214766" cy="259889"/>
                </a:xfrm>
                <a:custGeom>
                  <a:avLst/>
                  <a:gdLst>
                    <a:gd name="connsiteX0" fmla="*/ 58104 w 214766"/>
                    <a:gd name="connsiteY0" fmla="*/ 2036 h 259889"/>
                    <a:gd name="connsiteX1" fmla="*/ 9050 w 214766"/>
                    <a:gd name="connsiteY1" fmla="*/ 44518 h 259889"/>
                    <a:gd name="connsiteX2" fmla="*/ 2383 w 214766"/>
                    <a:gd name="connsiteY2" fmla="*/ 110049 h 259889"/>
                    <a:gd name="connsiteX3" fmla="*/ 6574 w 214766"/>
                    <a:gd name="connsiteY3" fmla="*/ 118527 h 259889"/>
                    <a:gd name="connsiteX4" fmla="*/ 14384 w 214766"/>
                    <a:gd name="connsiteY4" fmla="*/ 116431 h 259889"/>
                    <a:gd name="connsiteX5" fmla="*/ 20480 w 214766"/>
                    <a:gd name="connsiteY5" fmla="*/ 152436 h 259889"/>
                    <a:gd name="connsiteX6" fmla="*/ 49341 w 214766"/>
                    <a:gd name="connsiteY6" fmla="*/ 171105 h 259889"/>
                    <a:gd name="connsiteX7" fmla="*/ 49150 w 214766"/>
                    <a:gd name="connsiteY7" fmla="*/ 184916 h 259889"/>
                    <a:gd name="connsiteX8" fmla="*/ 62104 w 214766"/>
                    <a:gd name="connsiteY8" fmla="*/ 189774 h 259889"/>
                    <a:gd name="connsiteX9" fmla="*/ 84488 w 214766"/>
                    <a:gd name="connsiteY9" fmla="*/ 223016 h 259889"/>
                    <a:gd name="connsiteX10" fmla="*/ 124588 w 214766"/>
                    <a:gd name="connsiteY10" fmla="*/ 224254 h 259889"/>
                    <a:gd name="connsiteX11" fmla="*/ 119636 w 214766"/>
                    <a:gd name="connsiteY11" fmla="*/ 231493 h 259889"/>
                    <a:gd name="connsiteX12" fmla="*/ 123636 w 214766"/>
                    <a:gd name="connsiteY12" fmla="*/ 238256 h 259889"/>
                    <a:gd name="connsiteX13" fmla="*/ 127446 w 214766"/>
                    <a:gd name="connsiteY13" fmla="*/ 237589 h 259889"/>
                    <a:gd name="connsiteX14" fmla="*/ 140114 w 214766"/>
                    <a:gd name="connsiteY14" fmla="*/ 243114 h 259889"/>
                    <a:gd name="connsiteX15" fmla="*/ 175928 w 214766"/>
                    <a:gd name="connsiteY15" fmla="*/ 256735 h 259889"/>
                    <a:gd name="connsiteX16" fmla="*/ 208980 w 214766"/>
                    <a:gd name="connsiteY16" fmla="*/ 257496 h 259889"/>
                    <a:gd name="connsiteX17" fmla="*/ 208408 w 214766"/>
                    <a:gd name="connsiteY17" fmla="*/ 219396 h 259889"/>
                    <a:gd name="connsiteX18" fmla="*/ 208885 w 214766"/>
                    <a:gd name="connsiteY18" fmla="*/ 209395 h 259889"/>
                    <a:gd name="connsiteX19" fmla="*/ 211647 w 214766"/>
                    <a:gd name="connsiteY19" fmla="*/ 199203 h 259889"/>
                    <a:gd name="connsiteX20" fmla="*/ 212599 w 214766"/>
                    <a:gd name="connsiteY20" fmla="*/ 149769 h 259889"/>
                    <a:gd name="connsiteX21" fmla="*/ 199455 w 214766"/>
                    <a:gd name="connsiteY21" fmla="*/ 130528 h 259889"/>
                    <a:gd name="connsiteX22" fmla="*/ 200979 w 214766"/>
                    <a:gd name="connsiteY22" fmla="*/ 115574 h 259889"/>
                    <a:gd name="connsiteX23" fmla="*/ 188787 w 214766"/>
                    <a:gd name="connsiteY23" fmla="*/ 113478 h 259889"/>
                    <a:gd name="connsiteX24" fmla="*/ 159355 w 214766"/>
                    <a:gd name="connsiteY24" fmla="*/ 48232 h 259889"/>
                    <a:gd name="connsiteX25" fmla="*/ 141067 w 214766"/>
                    <a:gd name="connsiteY25" fmla="*/ 42517 h 259889"/>
                    <a:gd name="connsiteX26" fmla="*/ 124969 w 214766"/>
                    <a:gd name="connsiteY26" fmla="*/ 33564 h 259889"/>
                    <a:gd name="connsiteX27" fmla="*/ 105157 w 214766"/>
                    <a:gd name="connsiteY27" fmla="*/ 7656 h 259889"/>
                    <a:gd name="connsiteX28" fmla="*/ 58104 w 214766"/>
                    <a:gd name="connsiteY28" fmla="*/ 2036 h 259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14766" h="259889">
                      <a:moveTo>
                        <a:pt x="58104" y="2036"/>
                      </a:moveTo>
                      <a:cubicBezTo>
                        <a:pt x="36482" y="7751"/>
                        <a:pt x="18575" y="24324"/>
                        <a:pt x="9050" y="44518"/>
                      </a:cubicBezTo>
                      <a:cubicBezTo>
                        <a:pt x="-475" y="64711"/>
                        <a:pt x="-2094" y="88142"/>
                        <a:pt x="2383" y="110049"/>
                      </a:cubicBezTo>
                      <a:cubicBezTo>
                        <a:pt x="3049" y="113193"/>
                        <a:pt x="3907" y="116622"/>
                        <a:pt x="6574" y="118527"/>
                      </a:cubicBezTo>
                      <a:cubicBezTo>
                        <a:pt x="9145" y="120432"/>
                        <a:pt x="13813" y="119574"/>
                        <a:pt x="14384" y="116431"/>
                      </a:cubicBezTo>
                      <a:cubicBezTo>
                        <a:pt x="14765" y="128719"/>
                        <a:pt x="15241" y="141291"/>
                        <a:pt x="20480" y="152436"/>
                      </a:cubicBezTo>
                      <a:cubicBezTo>
                        <a:pt x="25719" y="163485"/>
                        <a:pt x="37244" y="172629"/>
                        <a:pt x="49341" y="171105"/>
                      </a:cubicBezTo>
                      <a:cubicBezTo>
                        <a:pt x="46483" y="175105"/>
                        <a:pt x="46388" y="180915"/>
                        <a:pt x="49150" y="184916"/>
                      </a:cubicBezTo>
                      <a:cubicBezTo>
                        <a:pt x="51913" y="189012"/>
                        <a:pt x="57342" y="191012"/>
                        <a:pt x="62104" y="189774"/>
                      </a:cubicBezTo>
                      <a:cubicBezTo>
                        <a:pt x="63724" y="203585"/>
                        <a:pt x="72391" y="216348"/>
                        <a:pt x="84488" y="223016"/>
                      </a:cubicBezTo>
                      <a:cubicBezTo>
                        <a:pt x="96680" y="229684"/>
                        <a:pt x="112015" y="230160"/>
                        <a:pt x="124588" y="224254"/>
                      </a:cubicBezTo>
                      <a:cubicBezTo>
                        <a:pt x="122493" y="226350"/>
                        <a:pt x="120302" y="228636"/>
                        <a:pt x="119636" y="231493"/>
                      </a:cubicBezTo>
                      <a:cubicBezTo>
                        <a:pt x="118969" y="234351"/>
                        <a:pt x="120683" y="237970"/>
                        <a:pt x="123636" y="238256"/>
                      </a:cubicBezTo>
                      <a:cubicBezTo>
                        <a:pt x="124874" y="238351"/>
                        <a:pt x="126112" y="237875"/>
                        <a:pt x="127446" y="237589"/>
                      </a:cubicBezTo>
                      <a:cubicBezTo>
                        <a:pt x="132113" y="236827"/>
                        <a:pt x="136304" y="240352"/>
                        <a:pt x="140114" y="243114"/>
                      </a:cubicBezTo>
                      <a:cubicBezTo>
                        <a:pt x="150592" y="250543"/>
                        <a:pt x="163450" y="253687"/>
                        <a:pt x="175928" y="256735"/>
                      </a:cubicBezTo>
                      <a:cubicBezTo>
                        <a:pt x="186787" y="259402"/>
                        <a:pt x="198598" y="261878"/>
                        <a:pt x="208980" y="257496"/>
                      </a:cubicBezTo>
                      <a:cubicBezTo>
                        <a:pt x="208789" y="244828"/>
                        <a:pt x="208599" y="232160"/>
                        <a:pt x="208408" y="219396"/>
                      </a:cubicBezTo>
                      <a:cubicBezTo>
                        <a:pt x="208313" y="216063"/>
                        <a:pt x="208313" y="212729"/>
                        <a:pt x="208885" y="209395"/>
                      </a:cubicBezTo>
                      <a:cubicBezTo>
                        <a:pt x="209456" y="205871"/>
                        <a:pt x="210694" y="202632"/>
                        <a:pt x="211647" y="199203"/>
                      </a:cubicBezTo>
                      <a:cubicBezTo>
                        <a:pt x="216219" y="183297"/>
                        <a:pt x="215076" y="166247"/>
                        <a:pt x="212599" y="149769"/>
                      </a:cubicBezTo>
                      <a:cubicBezTo>
                        <a:pt x="211361" y="141482"/>
                        <a:pt x="207742" y="131290"/>
                        <a:pt x="199455" y="130528"/>
                      </a:cubicBezTo>
                      <a:cubicBezTo>
                        <a:pt x="201360" y="125766"/>
                        <a:pt x="202979" y="120337"/>
                        <a:pt x="200979" y="115574"/>
                      </a:cubicBezTo>
                      <a:cubicBezTo>
                        <a:pt x="198883" y="110907"/>
                        <a:pt x="191168" y="108906"/>
                        <a:pt x="188787" y="113478"/>
                      </a:cubicBezTo>
                      <a:cubicBezTo>
                        <a:pt x="188978" y="88904"/>
                        <a:pt x="177928" y="64425"/>
                        <a:pt x="159355" y="48232"/>
                      </a:cubicBezTo>
                      <a:cubicBezTo>
                        <a:pt x="154306" y="43851"/>
                        <a:pt x="147258" y="39850"/>
                        <a:pt x="141067" y="42517"/>
                      </a:cubicBezTo>
                      <a:cubicBezTo>
                        <a:pt x="144115" y="41184"/>
                        <a:pt x="134685" y="23944"/>
                        <a:pt x="124969" y="33564"/>
                      </a:cubicBezTo>
                      <a:cubicBezTo>
                        <a:pt x="120874" y="20610"/>
                        <a:pt x="117635" y="13942"/>
                        <a:pt x="105157" y="7656"/>
                      </a:cubicBezTo>
                      <a:cubicBezTo>
                        <a:pt x="90394" y="321"/>
                        <a:pt x="74011" y="-2155"/>
                        <a:pt x="58104" y="2036"/>
                      </a:cubicBezTo>
                      <a:close/>
                    </a:path>
                  </a:pathLst>
                </a:custGeom>
                <a:solidFill>
                  <a:srgbClr val="F4D33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40" name="Forme libre : forme 9439">
                  <a:extLst>
                    <a:ext uri="{FF2B5EF4-FFF2-40B4-BE49-F238E27FC236}">
                      <a16:creationId xmlns:a16="http://schemas.microsoft.com/office/drawing/2014/main" id="{93178045-82F3-4531-8583-B32D0212A46E}"/>
                    </a:ext>
                  </a:extLst>
                </p:cNvPr>
                <p:cNvSpPr/>
                <p:nvPr/>
              </p:nvSpPr>
              <p:spPr>
                <a:xfrm>
                  <a:off x="2395254" y="3253037"/>
                  <a:ext cx="214766" cy="259889"/>
                </a:xfrm>
                <a:custGeom>
                  <a:avLst/>
                  <a:gdLst>
                    <a:gd name="connsiteX0" fmla="*/ 58104 w 214766"/>
                    <a:gd name="connsiteY0" fmla="*/ 2036 h 259889"/>
                    <a:gd name="connsiteX1" fmla="*/ 9050 w 214766"/>
                    <a:gd name="connsiteY1" fmla="*/ 44518 h 259889"/>
                    <a:gd name="connsiteX2" fmla="*/ 2383 w 214766"/>
                    <a:gd name="connsiteY2" fmla="*/ 110049 h 259889"/>
                    <a:gd name="connsiteX3" fmla="*/ 6574 w 214766"/>
                    <a:gd name="connsiteY3" fmla="*/ 118527 h 259889"/>
                    <a:gd name="connsiteX4" fmla="*/ 14384 w 214766"/>
                    <a:gd name="connsiteY4" fmla="*/ 116431 h 259889"/>
                    <a:gd name="connsiteX5" fmla="*/ 20480 w 214766"/>
                    <a:gd name="connsiteY5" fmla="*/ 152436 h 259889"/>
                    <a:gd name="connsiteX6" fmla="*/ 49341 w 214766"/>
                    <a:gd name="connsiteY6" fmla="*/ 171105 h 259889"/>
                    <a:gd name="connsiteX7" fmla="*/ 49150 w 214766"/>
                    <a:gd name="connsiteY7" fmla="*/ 184916 h 259889"/>
                    <a:gd name="connsiteX8" fmla="*/ 62104 w 214766"/>
                    <a:gd name="connsiteY8" fmla="*/ 189774 h 259889"/>
                    <a:gd name="connsiteX9" fmla="*/ 84488 w 214766"/>
                    <a:gd name="connsiteY9" fmla="*/ 223016 h 259889"/>
                    <a:gd name="connsiteX10" fmla="*/ 124588 w 214766"/>
                    <a:gd name="connsiteY10" fmla="*/ 224254 h 259889"/>
                    <a:gd name="connsiteX11" fmla="*/ 119636 w 214766"/>
                    <a:gd name="connsiteY11" fmla="*/ 231493 h 259889"/>
                    <a:gd name="connsiteX12" fmla="*/ 123636 w 214766"/>
                    <a:gd name="connsiteY12" fmla="*/ 238256 h 259889"/>
                    <a:gd name="connsiteX13" fmla="*/ 127446 w 214766"/>
                    <a:gd name="connsiteY13" fmla="*/ 237589 h 259889"/>
                    <a:gd name="connsiteX14" fmla="*/ 140114 w 214766"/>
                    <a:gd name="connsiteY14" fmla="*/ 243114 h 259889"/>
                    <a:gd name="connsiteX15" fmla="*/ 175928 w 214766"/>
                    <a:gd name="connsiteY15" fmla="*/ 256735 h 259889"/>
                    <a:gd name="connsiteX16" fmla="*/ 208980 w 214766"/>
                    <a:gd name="connsiteY16" fmla="*/ 257496 h 259889"/>
                    <a:gd name="connsiteX17" fmla="*/ 208408 w 214766"/>
                    <a:gd name="connsiteY17" fmla="*/ 219396 h 259889"/>
                    <a:gd name="connsiteX18" fmla="*/ 208885 w 214766"/>
                    <a:gd name="connsiteY18" fmla="*/ 209395 h 259889"/>
                    <a:gd name="connsiteX19" fmla="*/ 211647 w 214766"/>
                    <a:gd name="connsiteY19" fmla="*/ 199203 h 259889"/>
                    <a:gd name="connsiteX20" fmla="*/ 212599 w 214766"/>
                    <a:gd name="connsiteY20" fmla="*/ 149769 h 259889"/>
                    <a:gd name="connsiteX21" fmla="*/ 199455 w 214766"/>
                    <a:gd name="connsiteY21" fmla="*/ 130528 h 259889"/>
                    <a:gd name="connsiteX22" fmla="*/ 200979 w 214766"/>
                    <a:gd name="connsiteY22" fmla="*/ 115574 h 259889"/>
                    <a:gd name="connsiteX23" fmla="*/ 188787 w 214766"/>
                    <a:gd name="connsiteY23" fmla="*/ 113478 h 259889"/>
                    <a:gd name="connsiteX24" fmla="*/ 159355 w 214766"/>
                    <a:gd name="connsiteY24" fmla="*/ 48232 h 259889"/>
                    <a:gd name="connsiteX25" fmla="*/ 141067 w 214766"/>
                    <a:gd name="connsiteY25" fmla="*/ 42517 h 259889"/>
                    <a:gd name="connsiteX26" fmla="*/ 124969 w 214766"/>
                    <a:gd name="connsiteY26" fmla="*/ 33564 h 259889"/>
                    <a:gd name="connsiteX27" fmla="*/ 105157 w 214766"/>
                    <a:gd name="connsiteY27" fmla="*/ 7656 h 259889"/>
                    <a:gd name="connsiteX28" fmla="*/ 58104 w 214766"/>
                    <a:gd name="connsiteY28" fmla="*/ 2036 h 259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14766" h="259889">
                      <a:moveTo>
                        <a:pt x="58104" y="2036"/>
                      </a:moveTo>
                      <a:cubicBezTo>
                        <a:pt x="36482" y="7751"/>
                        <a:pt x="18575" y="24324"/>
                        <a:pt x="9050" y="44518"/>
                      </a:cubicBezTo>
                      <a:cubicBezTo>
                        <a:pt x="-475" y="64711"/>
                        <a:pt x="-2094" y="88142"/>
                        <a:pt x="2383" y="110049"/>
                      </a:cubicBezTo>
                      <a:cubicBezTo>
                        <a:pt x="3049" y="113193"/>
                        <a:pt x="3907" y="116622"/>
                        <a:pt x="6574" y="118527"/>
                      </a:cubicBezTo>
                      <a:cubicBezTo>
                        <a:pt x="9145" y="120432"/>
                        <a:pt x="13813" y="119574"/>
                        <a:pt x="14384" y="116431"/>
                      </a:cubicBezTo>
                      <a:cubicBezTo>
                        <a:pt x="14765" y="128719"/>
                        <a:pt x="15241" y="141291"/>
                        <a:pt x="20480" y="152436"/>
                      </a:cubicBezTo>
                      <a:cubicBezTo>
                        <a:pt x="25719" y="163485"/>
                        <a:pt x="37244" y="172629"/>
                        <a:pt x="49341" y="171105"/>
                      </a:cubicBezTo>
                      <a:cubicBezTo>
                        <a:pt x="46483" y="175105"/>
                        <a:pt x="46388" y="180915"/>
                        <a:pt x="49150" y="184916"/>
                      </a:cubicBezTo>
                      <a:cubicBezTo>
                        <a:pt x="51913" y="189012"/>
                        <a:pt x="57342" y="191012"/>
                        <a:pt x="62104" y="189774"/>
                      </a:cubicBezTo>
                      <a:cubicBezTo>
                        <a:pt x="63724" y="203585"/>
                        <a:pt x="72391" y="216348"/>
                        <a:pt x="84488" y="223016"/>
                      </a:cubicBezTo>
                      <a:cubicBezTo>
                        <a:pt x="96680" y="229684"/>
                        <a:pt x="112015" y="230160"/>
                        <a:pt x="124588" y="224254"/>
                      </a:cubicBezTo>
                      <a:cubicBezTo>
                        <a:pt x="122493" y="226350"/>
                        <a:pt x="120302" y="228636"/>
                        <a:pt x="119636" y="231493"/>
                      </a:cubicBezTo>
                      <a:cubicBezTo>
                        <a:pt x="118969" y="234351"/>
                        <a:pt x="120683" y="237970"/>
                        <a:pt x="123636" y="238256"/>
                      </a:cubicBezTo>
                      <a:cubicBezTo>
                        <a:pt x="124874" y="238351"/>
                        <a:pt x="126112" y="237875"/>
                        <a:pt x="127446" y="237589"/>
                      </a:cubicBezTo>
                      <a:cubicBezTo>
                        <a:pt x="132113" y="236827"/>
                        <a:pt x="136304" y="240352"/>
                        <a:pt x="140114" y="243114"/>
                      </a:cubicBezTo>
                      <a:cubicBezTo>
                        <a:pt x="150592" y="250543"/>
                        <a:pt x="163450" y="253687"/>
                        <a:pt x="175928" y="256735"/>
                      </a:cubicBezTo>
                      <a:cubicBezTo>
                        <a:pt x="186787" y="259402"/>
                        <a:pt x="198598" y="261878"/>
                        <a:pt x="208980" y="257496"/>
                      </a:cubicBezTo>
                      <a:cubicBezTo>
                        <a:pt x="208789" y="244828"/>
                        <a:pt x="208599" y="232160"/>
                        <a:pt x="208408" y="219396"/>
                      </a:cubicBezTo>
                      <a:cubicBezTo>
                        <a:pt x="208313" y="216063"/>
                        <a:pt x="208313" y="212729"/>
                        <a:pt x="208885" y="209395"/>
                      </a:cubicBezTo>
                      <a:cubicBezTo>
                        <a:pt x="209456" y="205871"/>
                        <a:pt x="210694" y="202632"/>
                        <a:pt x="211647" y="199203"/>
                      </a:cubicBezTo>
                      <a:cubicBezTo>
                        <a:pt x="216219" y="183297"/>
                        <a:pt x="215076" y="166247"/>
                        <a:pt x="212599" y="149769"/>
                      </a:cubicBezTo>
                      <a:cubicBezTo>
                        <a:pt x="211361" y="141482"/>
                        <a:pt x="207742" y="131290"/>
                        <a:pt x="199455" y="130528"/>
                      </a:cubicBezTo>
                      <a:cubicBezTo>
                        <a:pt x="201360" y="125766"/>
                        <a:pt x="202979" y="120337"/>
                        <a:pt x="200979" y="115574"/>
                      </a:cubicBezTo>
                      <a:cubicBezTo>
                        <a:pt x="198883" y="110907"/>
                        <a:pt x="191168" y="108906"/>
                        <a:pt x="188787" y="113478"/>
                      </a:cubicBezTo>
                      <a:cubicBezTo>
                        <a:pt x="188978" y="88904"/>
                        <a:pt x="177928" y="64425"/>
                        <a:pt x="159355" y="48232"/>
                      </a:cubicBezTo>
                      <a:cubicBezTo>
                        <a:pt x="154306" y="43851"/>
                        <a:pt x="147258" y="39850"/>
                        <a:pt x="141067" y="42517"/>
                      </a:cubicBezTo>
                      <a:cubicBezTo>
                        <a:pt x="144115" y="41184"/>
                        <a:pt x="134685" y="23944"/>
                        <a:pt x="124969" y="33564"/>
                      </a:cubicBezTo>
                      <a:cubicBezTo>
                        <a:pt x="120874" y="20610"/>
                        <a:pt x="117635" y="13942"/>
                        <a:pt x="105157" y="7656"/>
                      </a:cubicBezTo>
                      <a:cubicBezTo>
                        <a:pt x="90394" y="321"/>
                        <a:pt x="74011" y="-2155"/>
                        <a:pt x="58104" y="2036"/>
                      </a:cubicBezTo>
                      <a:close/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41" name="Forme libre : forme 9440">
                  <a:extLst>
                    <a:ext uri="{FF2B5EF4-FFF2-40B4-BE49-F238E27FC236}">
                      <a16:creationId xmlns:a16="http://schemas.microsoft.com/office/drawing/2014/main" id="{79C79EDA-444E-47E2-80D6-8C9C1CD14C21}"/>
                    </a:ext>
                  </a:extLst>
                </p:cNvPr>
                <p:cNvSpPr/>
                <p:nvPr/>
              </p:nvSpPr>
              <p:spPr>
                <a:xfrm>
                  <a:off x="2409543" y="3286506"/>
                  <a:ext cx="110489" cy="82772"/>
                </a:xfrm>
                <a:custGeom>
                  <a:avLst/>
                  <a:gdLst>
                    <a:gd name="connsiteX0" fmla="*/ 110490 w 110489"/>
                    <a:gd name="connsiteY0" fmla="*/ 0 h 82772"/>
                    <a:gd name="connsiteX1" fmla="*/ 60960 w 110489"/>
                    <a:gd name="connsiteY1" fmla="*/ 32671 h 82772"/>
                    <a:gd name="connsiteX2" fmla="*/ 0 w 110489"/>
                    <a:gd name="connsiteY2" fmla="*/ 82772 h 82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0489" h="82772">
                      <a:moveTo>
                        <a:pt x="110490" y="0"/>
                      </a:moveTo>
                      <a:cubicBezTo>
                        <a:pt x="110490" y="0"/>
                        <a:pt x="88106" y="17240"/>
                        <a:pt x="60960" y="32671"/>
                      </a:cubicBezTo>
                      <a:cubicBezTo>
                        <a:pt x="33814" y="48101"/>
                        <a:pt x="8001" y="62865"/>
                        <a:pt x="0" y="82772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42" name="Forme libre : forme 9441">
                  <a:extLst>
                    <a:ext uri="{FF2B5EF4-FFF2-40B4-BE49-F238E27FC236}">
                      <a16:creationId xmlns:a16="http://schemas.microsoft.com/office/drawing/2014/main" id="{DBE9741C-08EF-4310-8EAE-ED3481D5AEA5}"/>
                    </a:ext>
                  </a:extLst>
                </p:cNvPr>
                <p:cNvSpPr/>
                <p:nvPr/>
              </p:nvSpPr>
              <p:spPr>
                <a:xfrm>
                  <a:off x="2444500" y="3295554"/>
                  <a:ext cx="91630" cy="128492"/>
                </a:xfrm>
                <a:custGeom>
                  <a:avLst/>
                  <a:gdLst>
                    <a:gd name="connsiteX0" fmla="*/ 0 w 91630"/>
                    <a:gd name="connsiteY0" fmla="*/ 128492 h 128492"/>
                    <a:gd name="connsiteX1" fmla="*/ 36862 w 91630"/>
                    <a:gd name="connsiteY1" fmla="*/ 79724 h 128492"/>
                    <a:gd name="connsiteX2" fmla="*/ 91630 w 91630"/>
                    <a:gd name="connsiteY2" fmla="*/ 0 h 128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1630" h="128492">
                      <a:moveTo>
                        <a:pt x="0" y="128492"/>
                      </a:moveTo>
                      <a:cubicBezTo>
                        <a:pt x="0" y="128492"/>
                        <a:pt x="23146" y="99346"/>
                        <a:pt x="36862" y="79724"/>
                      </a:cubicBezTo>
                      <a:cubicBezTo>
                        <a:pt x="50578" y="60103"/>
                        <a:pt x="88202" y="3048"/>
                        <a:pt x="91630" y="0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43" name="Forme libre : forme 9442">
                  <a:extLst>
                    <a:ext uri="{FF2B5EF4-FFF2-40B4-BE49-F238E27FC236}">
                      <a16:creationId xmlns:a16="http://schemas.microsoft.com/office/drawing/2014/main" id="{6BBC66C3-5D43-4640-BB95-BC8861B4FF03}"/>
                    </a:ext>
                  </a:extLst>
                </p:cNvPr>
                <p:cNvSpPr/>
                <p:nvPr/>
              </p:nvSpPr>
              <p:spPr>
                <a:xfrm>
                  <a:off x="2457263" y="3366420"/>
                  <a:ext cx="126491" cy="76295"/>
                </a:xfrm>
                <a:custGeom>
                  <a:avLst/>
                  <a:gdLst>
                    <a:gd name="connsiteX0" fmla="*/ 126492 w 126491"/>
                    <a:gd name="connsiteY0" fmla="*/ 0 h 76295"/>
                    <a:gd name="connsiteX1" fmla="*/ 36576 w 126491"/>
                    <a:gd name="connsiteY1" fmla="*/ 50292 h 76295"/>
                    <a:gd name="connsiteX2" fmla="*/ 0 w 126491"/>
                    <a:gd name="connsiteY2" fmla="*/ 76295 h 76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6491" h="76295">
                      <a:moveTo>
                        <a:pt x="126492" y="0"/>
                      </a:moveTo>
                      <a:cubicBezTo>
                        <a:pt x="126492" y="0"/>
                        <a:pt x="50959" y="42672"/>
                        <a:pt x="36576" y="50292"/>
                      </a:cubicBezTo>
                      <a:cubicBezTo>
                        <a:pt x="22098" y="57912"/>
                        <a:pt x="0" y="76295"/>
                        <a:pt x="0" y="76295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44" name="Forme libre : forme 9443">
                  <a:extLst>
                    <a:ext uri="{FF2B5EF4-FFF2-40B4-BE49-F238E27FC236}">
                      <a16:creationId xmlns:a16="http://schemas.microsoft.com/office/drawing/2014/main" id="{1D2DC265-4C77-4076-B86B-497909F3D021}"/>
                    </a:ext>
                  </a:extLst>
                </p:cNvPr>
                <p:cNvSpPr/>
                <p:nvPr/>
              </p:nvSpPr>
              <p:spPr>
                <a:xfrm>
                  <a:off x="2519652" y="3383470"/>
                  <a:ext cx="74771" cy="93725"/>
                </a:xfrm>
                <a:custGeom>
                  <a:avLst/>
                  <a:gdLst>
                    <a:gd name="connsiteX0" fmla="*/ 74771 w 74771"/>
                    <a:gd name="connsiteY0" fmla="*/ 0 h 93725"/>
                    <a:gd name="connsiteX1" fmla="*/ 32575 w 74771"/>
                    <a:gd name="connsiteY1" fmla="*/ 55340 h 93725"/>
                    <a:gd name="connsiteX2" fmla="*/ 0 w 74771"/>
                    <a:gd name="connsiteY2" fmla="*/ 93726 h 93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4771" h="93725">
                      <a:moveTo>
                        <a:pt x="74771" y="0"/>
                      </a:moveTo>
                      <a:cubicBezTo>
                        <a:pt x="74771" y="0"/>
                        <a:pt x="42100" y="44863"/>
                        <a:pt x="32575" y="55340"/>
                      </a:cubicBezTo>
                      <a:cubicBezTo>
                        <a:pt x="23050" y="65818"/>
                        <a:pt x="0" y="93726"/>
                        <a:pt x="0" y="93726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45" name="Forme libre : forme 9444">
                  <a:extLst>
                    <a:ext uri="{FF2B5EF4-FFF2-40B4-BE49-F238E27FC236}">
                      <a16:creationId xmlns:a16="http://schemas.microsoft.com/office/drawing/2014/main" id="{90B4B421-EF9F-4659-9C34-FB284288B82B}"/>
                    </a:ext>
                  </a:extLst>
                </p:cNvPr>
                <p:cNvSpPr/>
                <p:nvPr/>
              </p:nvSpPr>
              <p:spPr>
                <a:xfrm>
                  <a:off x="2522605" y="3460051"/>
                  <a:ext cx="80676" cy="30479"/>
                </a:xfrm>
                <a:custGeom>
                  <a:avLst/>
                  <a:gdLst>
                    <a:gd name="connsiteX0" fmla="*/ 0 w 80676"/>
                    <a:gd name="connsiteY0" fmla="*/ 30480 h 30479"/>
                    <a:gd name="connsiteX1" fmla="*/ 80677 w 80676"/>
                    <a:gd name="connsiteY1" fmla="*/ 0 h 30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0676" h="30479">
                      <a:moveTo>
                        <a:pt x="0" y="30480"/>
                      </a:moveTo>
                      <a:cubicBezTo>
                        <a:pt x="0" y="30480"/>
                        <a:pt x="44291" y="18097"/>
                        <a:pt x="80677" y="0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46" name="Forme libre : forme 9445">
                  <a:extLst>
                    <a:ext uri="{FF2B5EF4-FFF2-40B4-BE49-F238E27FC236}">
                      <a16:creationId xmlns:a16="http://schemas.microsoft.com/office/drawing/2014/main" id="{FE6389AF-E615-4CCF-8759-18D0EE9F025A}"/>
                    </a:ext>
                  </a:extLst>
                </p:cNvPr>
                <p:cNvSpPr/>
                <p:nvPr/>
              </p:nvSpPr>
              <p:spPr>
                <a:xfrm rot="-1256500">
                  <a:off x="2448863" y="3280666"/>
                  <a:ext cx="24954" cy="11810"/>
                </a:xfrm>
                <a:custGeom>
                  <a:avLst/>
                  <a:gdLst>
                    <a:gd name="connsiteX0" fmla="*/ 24954 w 24954"/>
                    <a:gd name="connsiteY0" fmla="*/ 5905 h 11810"/>
                    <a:gd name="connsiteX1" fmla="*/ 12477 w 24954"/>
                    <a:gd name="connsiteY1" fmla="*/ 11810 h 11810"/>
                    <a:gd name="connsiteX2" fmla="*/ 0 w 24954"/>
                    <a:gd name="connsiteY2" fmla="*/ 5905 h 11810"/>
                    <a:gd name="connsiteX3" fmla="*/ 12477 w 24954"/>
                    <a:gd name="connsiteY3" fmla="*/ 0 h 11810"/>
                    <a:gd name="connsiteX4" fmla="*/ 24954 w 24954"/>
                    <a:gd name="connsiteY4" fmla="*/ 5905 h 11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54" h="11810">
                      <a:moveTo>
                        <a:pt x="24954" y="5905"/>
                      </a:moveTo>
                      <a:cubicBezTo>
                        <a:pt x="24954" y="9166"/>
                        <a:pt x="19368" y="11810"/>
                        <a:pt x="12477" y="11810"/>
                      </a:cubicBezTo>
                      <a:cubicBezTo>
                        <a:pt x="5586" y="11810"/>
                        <a:pt x="0" y="9166"/>
                        <a:pt x="0" y="5905"/>
                      </a:cubicBezTo>
                      <a:cubicBezTo>
                        <a:pt x="0" y="2644"/>
                        <a:pt x="5586" y="0"/>
                        <a:pt x="12477" y="0"/>
                      </a:cubicBezTo>
                      <a:cubicBezTo>
                        <a:pt x="19368" y="0"/>
                        <a:pt x="24954" y="2644"/>
                        <a:pt x="24954" y="5905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47" name="Forme libre : forme 9446">
                  <a:extLst>
                    <a:ext uri="{FF2B5EF4-FFF2-40B4-BE49-F238E27FC236}">
                      <a16:creationId xmlns:a16="http://schemas.microsoft.com/office/drawing/2014/main" id="{7BEDD778-431F-4ED7-86E4-11C9774BAE7C}"/>
                    </a:ext>
                  </a:extLst>
                </p:cNvPr>
                <p:cNvSpPr/>
                <p:nvPr/>
              </p:nvSpPr>
              <p:spPr>
                <a:xfrm rot="-2850514">
                  <a:off x="2426822" y="3374427"/>
                  <a:ext cx="24575" cy="12763"/>
                </a:xfrm>
                <a:custGeom>
                  <a:avLst/>
                  <a:gdLst>
                    <a:gd name="connsiteX0" fmla="*/ 24575 w 24575"/>
                    <a:gd name="connsiteY0" fmla="*/ 6382 h 12763"/>
                    <a:gd name="connsiteX1" fmla="*/ 12287 w 24575"/>
                    <a:gd name="connsiteY1" fmla="*/ 12764 h 12763"/>
                    <a:gd name="connsiteX2" fmla="*/ 0 w 24575"/>
                    <a:gd name="connsiteY2" fmla="*/ 6382 h 12763"/>
                    <a:gd name="connsiteX3" fmla="*/ 12287 w 24575"/>
                    <a:gd name="connsiteY3" fmla="*/ 0 h 12763"/>
                    <a:gd name="connsiteX4" fmla="*/ 24575 w 24575"/>
                    <a:gd name="connsiteY4" fmla="*/ 6382 h 12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75" h="12763">
                      <a:moveTo>
                        <a:pt x="24575" y="6382"/>
                      </a:moveTo>
                      <a:cubicBezTo>
                        <a:pt x="24575" y="9907"/>
                        <a:pt x="19074" y="12764"/>
                        <a:pt x="12287" y="12764"/>
                      </a:cubicBezTo>
                      <a:cubicBezTo>
                        <a:pt x="5501" y="12764"/>
                        <a:pt x="0" y="9907"/>
                        <a:pt x="0" y="6382"/>
                      </a:cubicBezTo>
                      <a:cubicBezTo>
                        <a:pt x="0" y="2857"/>
                        <a:pt x="5501" y="0"/>
                        <a:pt x="12287" y="0"/>
                      </a:cubicBezTo>
                      <a:cubicBezTo>
                        <a:pt x="19074" y="0"/>
                        <a:pt x="24575" y="2857"/>
                        <a:pt x="24575" y="6382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48" name="Forme libre : forme 9447">
                  <a:extLst>
                    <a:ext uri="{FF2B5EF4-FFF2-40B4-BE49-F238E27FC236}">
                      <a16:creationId xmlns:a16="http://schemas.microsoft.com/office/drawing/2014/main" id="{EB47A9D9-CB94-48D1-8BFA-9C6654316529}"/>
                    </a:ext>
                  </a:extLst>
                </p:cNvPr>
                <p:cNvSpPr/>
                <p:nvPr/>
              </p:nvSpPr>
              <p:spPr>
                <a:xfrm rot="-1256500">
                  <a:off x="2528944" y="3342553"/>
                  <a:ext cx="26859" cy="15429"/>
                </a:xfrm>
                <a:custGeom>
                  <a:avLst/>
                  <a:gdLst>
                    <a:gd name="connsiteX0" fmla="*/ 26859 w 26859"/>
                    <a:gd name="connsiteY0" fmla="*/ 7715 h 15429"/>
                    <a:gd name="connsiteX1" fmla="*/ 13429 w 26859"/>
                    <a:gd name="connsiteY1" fmla="*/ 15430 h 15429"/>
                    <a:gd name="connsiteX2" fmla="*/ 0 w 26859"/>
                    <a:gd name="connsiteY2" fmla="*/ 7715 h 15429"/>
                    <a:gd name="connsiteX3" fmla="*/ 13429 w 26859"/>
                    <a:gd name="connsiteY3" fmla="*/ 0 h 15429"/>
                    <a:gd name="connsiteX4" fmla="*/ 26859 w 26859"/>
                    <a:gd name="connsiteY4" fmla="*/ 7715 h 15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859" h="15429">
                      <a:moveTo>
                        <a:pt x="26859" y="7715"/>
                      </a:moveTo>
                      <a:cubicBezTo>
                        <a:pt x="26859" y="11976"/>
                        <a:pt x="20846" y="15430"/>
                        <a:pt x="13429" y="15430"/>
                      </a:cubicBezTo>
                      <a:cubicBezTo>
                        <a:pt x="6013" y="15430"/>
                        <a:pt x="0" y="11976"/>
                        <a:pt x="0" y="7715"/>
                      </a:cubicBezTo>
                      <a:cubicBezTo>
                        <a:pt x="0" y="3454"/>
                        <a:pt x="6013" y="0"/>
                        <a:pt x="13429" y="0"/>
                      </a:cubicBezTo>
                      <a:cubicBezTo>
                        <a:pt x="20846" y="0"/>
                        <a:pt x="26859" y="3454"/>
                        <a:pt x="26859" y="7715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49" name="Forme libre : forme 9448">
                  <a:extLst>
                    <a:ext uri="{FF2B5EF4-FFF2-40B4-BE49-F238E27FC236}">
                      <a16:creationId xmlns:a16="http://schemas.microsoft.com/office/drawing/2014/main" id="{02A5AA31-8661-4873-8814-A422259ED2B3}"/>
                    </a:ext>
                  </a:extLst>
                </p:cNvPr>
                <p:cNvSpPr/>
                <p:nvPr/>
              </p:nvSpPr>
              <p:spPr>
                <a:xfrm rot="-1256500">
                  <a:off x="2489136" y="3442092"/>
                  <a:ext cx="19811" cy="13143"/>
                </a:xfrm>
                <a:custGeom>
                  <a:avLst/>
                  <a:gdLst>
                    <a:gd name="connsiteX0" fmla="*/ 19811 w 19811"/>
                    <a:gd name="connsiteY0" fmla="*/ 6572 h 13143"/>
                    <a:gd name="connsiteX1" fmla="*/ 9905 w 19811"/>
                    <a:gd name="connsiteY1" fmla="*/ 13144 h 13143"/>
                    <a:gd name="connsiteX2" fmla="*/ 0 w 19811"/>
                    <a:gd name="connsiteY2" fmla="*/ 6572 h 13143"/>
                    <a:gd name="connsiteX3" fmla="*/ 9905 w 19811"/>
                    <a:gd name="connsiteY3" fmla="*/ 0 h 13143"/>
                    <a:gd name="connsiteX4" fmla="*/ 19811 w 19811"/>
                    <a:gd name="connsiteY4" fmla="*/ 6572 h 13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11" h="13143">
                      <a:moveTo>
                        <a:pt x="19811" y="6572"/>
                      </a:moveTo>
                      <a:cubicBezTo>
                        <a:pt x="19811" y="10202"/>
                        <a:pt x="15376" y="13144"/>
                        <a:pt x="9905" y="13144"/>
                      </a:cubicBezTo>
                      <a:cubicBezTo>
                        <a:pt x="4435" y="13144"/>
                        <a:pt x="0" y="10202"/>
                        <a:pt x="0" y="6572"/>
                      </a:cubicBezTo>
                      <a:cubicBezTo>
                        <a:pt x="0" y="2942"/>
                        <a:pt x="4435" y="0"/>
                        <a:pt x="9905" y="0"/>
                      </a:cubicBezTo>
                      <a:cubicBezTo>
                        <a:pt x="15376" y="0"/>
                        <a:pt x="19811" y="2942"/>
                        <a:pt x="19811" y="6572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50" name="Forme libre : forme 9449">
                  <a:extLst>
                    <a:ext uri="{FF2B5EF4-FFF2-40B4-BE49-F238E27FC236}">
                      <a16:creationId xmlns:a16="http://schemas.microsoft.com/office/drawing/2014/main" id="{55B857C9-4E8D-474A-87DA-952C6DCFE762}"/>
                    </a:ext>
                  </a:extLst>
                </p:cNvPr>
                <p:cNvSpPr/>
                <p:nvPr/>
              </p:nvSpPr>
              <p:spPr>
                <a:xfrm rot="-2378915">
                  <a:off x="2575044" y="3429946"/>
                  <a:ext cx="16955" cy="11049"/>
                </a:xfrm>
                <a:custGeom>
                  <a:avLst/>
                  <a:gdLst>
                    <a:gd name="connsiteX0" fmla="*/ 16955 w 16955"/>
                    <a:gd name="connsiteY0" fmla="*/ 5525 h 11049"/>
                    <a:gd name="connsiteX1" fmla="*/ 8477 w 16955"/>
                    <a:gd name="connsiteY1" fmla="*/ 11049 h 11049"/>
                    <a:gd name="connsiteX2" fmla="*/ 0 w 16955"/>
                    <a:gd name="connsiteY2" fmla="*/ 5525 h 11049"/>
                    <a:gd name="connsiteX3" fmla="*/ 8477 w 16955"/>
                    <a:gd name="connsiteY3" fmla="*/ 0 h 11049"/>
                    <a:gd name="connsiteX4" fmla="*/ 16955 w 16955"/>
                    <a:gd name="connsiteY4" fmla="*/ 5525 h 11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55" h="11049">
                      <a:moveTo>
                        <a:pt x="16955" y="5525"/>
                      </a:moveTo>
                      <a:cubicBezTo>
                        <a:pt x="16955" y="8576"/>
                        <a:pt x="13160" y="11049"/>
                        <a:pt x="8477" y="11049"/>
                      </a:cubicBezTo>
                      <a:cubicBezTo>
                        <a:pt x="3795" y="11049"/>
                        <a:pt x="0" y="8576"/>
                        <a:pt x="0" y="5525"/>
                      </a:cubicBezTo>
                      <a:cubicBezTo>
                        <a:pt x="0" y="2474"/>
                        <a:pt x="3795" y="0"/>
                        <a:pt x="8477" y="0"/>
                      </a:cubicBezTo>
                      <a:cubicBezTo>
                        <a:pt x="13160" y="0"/>
                        <a:pt x="16955" y="2474"/>
                        <a:pt x="16955" y="5525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51" name="Forme libre : forme 9450">
                  <a:extLst>
                    <a:ext uri="{FF2B5EF4-FFF2-40B4-BE49-F238E27FC236}">
                      <a16:creationId xmlns:a16="http://schemas.microsoft.com/office/drawing/2014/main" id="{C1F7C128-2F6B-4EB8-A6C1-E55755CB5AB5}"/>
                    </a:ext>
                  </a:extLst>
                </p:cNvPr>
                <p:cNvSpPr/>
                <p:nvPr/>
              </p:nvSpPr>
              <p:spPr>
                <a:xfrm>
                  <a:off x="2402847" y="3272125"/>
                  <a:ext cx="35829" cy="76069"/>
                </a:xfrm>
                <a:custGeom>
                  <a:avLst/>
                  <a:gdLst>
                    <a:gd name="connsiteX0" fmla="*/ 29 w 35829"/>
                    <a:gd name="connsiteY0" fmla="*/ 64578 h 76069"/>
                    <a:gd name="connsiteX1" fmla="*/ 1076 w 35829"/>
                    <a:gd name="connsiteY1" fmla="*/ 73150 h 76069"/>
                    <a:gd name="connsiteX2" fmla="*/ 2981 w 35829"/>
                    <a:gd name="connsiteY2" fmla="*/ 75627 h 76069"/>
                    <a:gd name="connsiteX3" fmla="*/ 9554 w 35829"/>
                    <a:gd name="connsiteY3" fmla="*/ 72960 h 76069"/>
                    <a:gd name="connsiteX4" fmla="*/ 18126 w 35829"/>
                    <a:gd name="connsiteY4" fmla="*/ 47528 h 76069"/>
                    <a:gd name="connsiteX5" fmla="*/ 31652 w 35829"/>
                    <a:gd name="connsiteY5" fmla="*/ 13143 h 76069"/>
                    <a:gd name="connsiteX6" fmla="*/ 31652 w 35829"/>
                    <a:gd name="connsiteY6" fmla="*/ 93 h 76069"/>
                    <a:gd name="connsiteX7" fmla="*/ 18983 w 35829"/>
                    <a:gd name="connsiteY7" fmla="*/ 12285 h 76069"/>
                    <a:gd name="connsiteX8" fmla="*/ 2791 w 35829"/>
                    <a:gd name="connsiteY8" fmla="*/ 44766 h 76069"/>
                    <a:gd name="connsiteX9" fmla="*/ 29 w 35829"/>
                    <a:gd name="connsiteY9" fmla="*/ 64578 h 76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829" h="76069">
                      <a:moveTo>
                        <a:pt x="29" y="64578"/>
                      </a:moveTo>
                      <a:cubicBezTo>
                        <a:pt x="-67" y="67435"/>
                        <a:pt x="29" y="70483"/>
                        <a:pt x="1076" y="73150"/>
                      </a:cubicBezTo>
                      <a:cubicBezTo>
                        <a:pt x="1457" y="74103"/>
                        <a:pt x="2029" y="75055"/>
                        <a:pt x="2981" y="75627"/>
                      </a:cubicBezTo>
                      <a:cubicBezTo>
                        <a:pt x="5267" y="76960"/>
                        <a:pt x="8029" y="75055"/>
                        <a:pt x="9554" y="72960"/>
                      </a:cubicBezTo>
                      <a:cubicBezTo>
                        <a:pt x="15078" y="65816"/>
                        <a:pt x="16221" y="56386"/>
                        <a:pt x="18126" y="47528"/>
                      </a:cubicBezTo>
                      <a:cubicBezTo>
                        <a:pt x="20793" y="35431"/>
                        <a:pt x="25365" y="23811"/>
                        <a:pt x="31652" y="13143"/>
                      </a:cubicBezTo>
                      <a:cubicBezTo>
                        <a:pt x="33366" y="10285"/>
                        <a:pt x="40129" y="-1145"/>
                        <a:pt x="31652" y="93"/>
                      </a:cubicBezTo>
                      <a:cubicBezTo>
                        <a:pt x="26889" y="855"/>
                        <a:pt x="21746" y="8761"/>
                        <a:pt x="18983" y="12285"/>
                      </a:cubicBezTo>
                      <a:cubicBezTo>
                        <a:pt x="11459" y="21905"/>
                        <a:pt x="5934" y="33050"/>
                        <a:pt x="2791" y="44766"/>
                      </a:cubicBezTo>
                      <a:cubicBezTo>
                        <a:pt x="1171" y="51243"/>
                        <a:pt x="219" y="57910"/>
                        <a:pt x="29" y="64578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52" name="Forme libre : forme 9451">
                  <a:extLst>
                    <a:ext uri="{FF2B5EF4-FFF2-40B4-BE49-F238E27FC236}">
                      <a16:creationId xmlns:a16="http://schemas.microsoft.com/office/drawing/2014/main" id="{8BE22430-12C1-4164-9499-72671E72C2CB}"/>
                    </a:ext>
                  </a:extLst>
                </p:cNvPr>
                <p:cNvSpPr/>
                <p:nvPr/>
              </p:nvSpPr>
              <p:spPr>
                <a:xfrm>
                  <a:off x="2466023" y="3383375"/>
                  <a:ext cx="102873" cy="88422"/>
                </a:xfrm>
                <a:custGeom>
                  <a:avLst/>
                  <a:gdLst>
                    <a:gd name="connsiteX0" fmla="*/ 1813 w 102873"/>
                    <a:gd name="connsiteY0" fmla="*/ 70295 h 88422"/>
                    <a:gd name="connsiteX1" fmla="*/ 765 w 102873"/>
                    <a:gd name="connsiteY1" fmla="*/ 62008 h 88422"/>
                    <a:gd name="connsiteX2" fmla="*/ 2766 w 102873"/>
                    <a:gd name="connsiteY2" fmla="*/ 59912 h 88422"/>
                    <a:gd name="connsiteX3" fmla="*/ 24197 w 102873"/>
                    <a:gd name="connsiteY3" fmla="*/ 44863 h 88422"/>
                    <a:gd name="connsiteX4" fmla="*/ 47057 w 102873"/>
                    <a:gd name="connsiteY4" fmla="*/ 34385 h 88422"/>
                    <a:gd name="connsiteX5" fmla="*/ 102873 w 102873"/>
                    <a:gd name="connsiteY5" fmla="*/ 0 h 88422"/>
                    <a:gd name="connsiteX6" fmla="*/ 69917 w 102873"/>
                    <a:gd name="connsiteY6" fmla="*/ 22479 h 88422"/>
                    <a:gd name="connsiteX7" fmla="*/ 25054 w 102873"/>
                    <a:gd name="connsiteY7" fmla="*/ 53530 h 88422"/>
                    <a:gd name="connsiteX8" fmla="*/ 15815 w 102873"/>
                    <a:gd name="connsiteY8" fmla="*/ 64865 h 88422"/>
                    <a:gd name="connsiteX9" fmla="*/ 19149 w 102873"/>
                    <a:gd name="connsiteY9" fmla="*/ 76295 h 88422"/>
                    <a:gd name="connsiteX10" fmla="*/ 29055 w 102873"/>
                    <a:gd name="connsiteY10" fmla="*/ 85820 h 88422"/>
                    <a:gd name="connsiteX11" fmla="*/ 22292 w 102873"/>
                    <a:gd name="connsiteY11" fmla="*/ 86868 h 88422"/>
                    <a:gd name="connsiteX12" fmla="*/ 1813 w 102873"/>
                    <a:gd name="connsiteY12" fmla="*/ 70295 h 88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2873" h="88422">
                      <a:moveTo>
                        <a:pt x="1813" y="70295"/>
                      </a:moveTo>
                      <a:cubicBezTo>
                        <a:pt x="385" y="67723"/>
                        <a:pt x="-854" y="64484"/>
                        <a:pt x="765" y="62008"/>
                      </a:cubicBezTo>
                      <a:cubicBezTo>
                        <a:pt x="1242" y="61151"/>
                        <a:pt x="2004" y="60579"/>
                        <a:pt x="2766" y="59912"/>
                      </a:cubicBezTo>
                      <a:cubicBezTo>
                        <a:pt x="9529" y="54388"/>
                        <a:pt x="16482" y="48959"/>
                        <a:pt x="24197" y="44863"/>
                      </a:cubicBezTo>
                      <a:cubicBezTo>
                        <a:pt x="31627" y="40862"/>
                        <a:pt x="39628" y="38100"/>
                        <a:pt x="47057" y="34385"/>
                      </a:cubicBezTo>
                      <a:cubicBezTo>
                        <a:pt x="66679" y="24575"/>
                        <a:pt x="82585" y="8096"/>
                        <a:pt x="102873" y="0"/>
                      </a:cubicBezTo>
                      <a:cubicBezTo>
                        <a:pt x="93063" y="9049"/>
                        <a:pt x="81252" y="15526"/>
                        <a:pt x="69917" y="22479"/>
                      </a:cubicBezTo>
                      <a:cubicBezTo>
                        <a:pt x="54391" y="32004"/>
                        <a:pt x="39628" y="42672"/>
                        <a:pt x="25054" y="53530"/>
                      </a:cubicBezTo>
                      <a:cubicBezTo>
                        <a:pt x="21054" y="56483"/>
                        <a:pt x="16767" y="59912"/>
                        <a:pt x="15815" y="64865"/>
                      </a:cubicBezTo>
                      <a:cubicBezTo>
                        <a:pt x="14958" y="68866"/>
                        <a:pt x="16577" y="73057"/>
                        <a:pt x="19149" y="76295"/>
                      </a:cubicBezTo>
                      <a:cubicBezTo>
                        <a:pt x="21721" y="79438"/>
                        <a:pt x="27721" y="81820"/>
                        <a:pt x="29055" y="85820"/>
                      </a:cubicBezTo>
                      <a:cubicBezTo>
                        <a:pt x="30483" y="90392"/>
                        <a:pt x="24769" y="87725"/>
                        <a:pt x="22292" y="86868"/>
                      </a:cubicBezTo>
                      <a:cubicBezTo>
                        <a:pt x="13910" y="84011"/>
                        <a:pt x="6385" y="78105"/>
                        <a:pt x="1813" y="70295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53" name="Forme libre : forme 9452">
                  <a:extLst>
                    <a:ext uri="{FF2B5EF4-FFF2-40B4-BE49-F238E27FC236}">
                      <a16:creationId xmlns:a16="http://schemas.microsoft.com/office/drawing/2014/main" id="{A0C246E7-20F6-4A18-988A-659EE361A0AB}"/>
                    </a:ext>
                  </a:extLst>
                </p:cNvPr>
                <p:cNvSpPr/>
                <p:nvPr/>
              </p:nvSpPr>
              <p:spPr>
                <a:xfrm>
                  <a:off x="2416760" y="3304698"/>
                  <a:ext cx="89652" cy="106589"/>
                </a:xfrm>
                <a:custGeom>
                  <a:avLst/>
                  <a:gdLst>
                    <a:gd name="connsiteX0" fmla="*/ 118 w 89652"/>
                    <a:gd name="connsiteY0" fmla="*/ 70866 h 106589"/>
                    <a:gd name="connsiteX1" fmla="*/ 2023 w 89652"/>
                    <a:gd name="connsiteY1" fmla="*/ 58102 h 106589"/>
                    <a:gd name="connsiteX2" fmla="*/ 10690 w 89652"/>
                    <a:gd name="connsiteY2" fmla="*/ 49339 h 106589"/>
                    <a:gd name="connsiteX3" fmla="*/ 89653 w 89652"/>
                    <a:gd name="connsiteY3" fmla="*/ 0 h 106589"/>
                    <a:gd name="connsiteX4" fmla="*/ 33931 w 89652"/>
                    <a:gd name="connsiteY4" fmla="*/ 46387 h 106589"/>
                    <a:gd name="connsiteX5" fmla="*/ 11167 w 89652"/>
                    <a:gd name="connsiteY5" fmla="*/ 68866 h 106589"/>
                    <a:gd name="connsiteX6" fmla="*/ 8214 w 89652"/>
                    <a:gd name="connsiteY6" fmla="*/ 76676 h 106589"/>
                    <a:gd name="connsiteX7" fmla="*/ 8309 w 89652"/>
                    <a:gd name="connsiteY7" fmla="*/ 83439 h 106589"/>
                    <a:gd name="connsiteX8" fmla="*/ 12405 w 89652"/>
                    <a:gd name="connsiteY8" fmla="*/ 100298 h 106589"/>
                    <a:gd name="connsiteX9" fmla="*/ 13548 w 89652"/>
                    <a:gd name="connsiteY9" fmla="*/ 106394 h 106589"/>
                    <a:gd name="connsiteX10" fmla="*/ 9643 w 89652"/>
                    <a:gd name="connsiteY10" fmla="*/ 102298 h 106589"/>
                    <a:gd name="connsiteX11" fmla="*/ 118 w 89652"/>
                    <a:gd name="connsiteY11" fmla="*/ 70866 h 106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9652" h="106589">
                      <a:moveTo>
                        <a:pt x="118" y="70866"/>
                      </a:moveTo>
                      <a:cubicBezTo>
                        <a:pt x="-168" y="66484"/>
                        <a:pt x="-73" y="62008"/>
                        <a:pt x="2023" y="58102"/>
                      </a:cubicBezTo>
                      <a:cubicBezTo>
                        <a:pt x="3928" y="54388"/>
                        <a:pt x="7357" y="51816"/>
                        <a:pt x="10690" y="49339"/>
                      </a:cubicBezTo>
                      <a:cubicBezTo>
                        <a:pt x="35646" y="30861"/>
                        <a:pt x="62125" y="14383"/>
                        <a:pt x="89653" y="0"/>
                      </a:cubicBezTo>
                      <a:cubicBezTo>
                        <a:pt x="71745" y="16288"/>
                        <a:pt x="53172" y="31718"/>
                        <a:pt x="33931" y="46387"/>
                      </a:cubicBezTo>
                      <a:cubicBezTo>
                        <a:pt x="25359" y="52864"/>
                        <a:pt x="16501" y="59531"/>
                        <a:pt x="11167" y="68866"/>
                      </a:cubicBezTo>
                      <a:cubicBezTo>
                        <a:pt x="9738" y="71342"/>
                        <a:pt x="8690" y="73914"/>
                        <a:pt x="8214" y="76676"/>
                      </a:cubicBezTo>
                      <a:cubicBezTo>
                        <a:pt x="7928" y="78962"/>
                        <a:pt x="8023" y="81153"/>
                        <a:pt x="8309" y="83439"/>
                      </a:cubicBezTo>
                      <a:cubicBezTo>
                        <a:pt x="8976" y="89249"/>
                        <a:pt x="10404" y="94869"/>
                        <a:pt x="12405" y="100298"/>
                      </a:cubicBezTo>
                      <a:cubicBezTo>
                        <a:pt x="12786" y="101441"/>
                        <a:pt x="14881" y="105156"/>
                        <a:pt x="13548" y="106394"/>
                      </a:cubicBezTo>
                      <a:cubicBezTo>
                        <a:pt x="12310" y="107537"/>
                        <a:pt x="10309" y="103346"/>
                        <a:pt x="9643" y="102298"/>
                      </a:cubicBezTo>
                      <a:cubicBezTo>
                        <a:pt x="3832" y="92964"/>
                        <a:pt x="784" y="81915"/>
                        <a:pt x="118" y="70866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54" name="Forme libre : forme 9453">
                  <a:extLst>
                    <a:ext uri="{FF2B5EF4-FFF2-40B4-BE49-F238E27FC236}">
                      <a16:creationId xmlns:a16="http://schemas.microsoft.com/office/drawing/2014/main" id="{CCCC86FB-7DB5-46A6-A59D-B546B58F9E83}"/>
                    </a:ext>
                  </a:extLst>
                </p:cNvPr>
                <p:cNvSpPr/>
                <p:nvPr/>
              </p:nvSpPr>
              <p:spPr>
                <a:xfrm>
                  <a:off x="2474980" y="3303276"/>
                  <a:ext cx="97726" cy="92862"/>
                </a:xfrm>
                <a:custGeom>
                  <a:avLst/>
                  <a:gdLst>
                    <a:gd name="connsiteX0" fmla="*/ 13145 w 97726"/>
                    <a:gd name="connsiteY0" fmla="*/ 74479 h 92862"/>
                    <a:gd name="connsiteX1" fmla="*/ 25622 w 97726"/>
                    <a:gd name="connsiteY1" fmla="*/ 54381 h 92862"/>
                    <a:gd name="connsiteX2" fmla="*/ 39148 w 97726"/>
                    <a:gd name="connsiteY2" fmla="*/ 37141 h 92862"/>
                    <a:gd name="connsiteX3" fmla="*/ 60293 w 97726"/>
                    <a:gd name="connsiteY3" fmla="*/ 6089 h 92862"/>
                    <a:gd name="connsiteX4" fmla="*/ 67628 w 97726"/>
                    <a:gd name="connsiteY4" fmla="*/ 89 h 92862"/>
                    <a:gd name="connsiteX5" fmla="*/ 76962 w 97726"/>
                    <a:gd name="connsiteY5" fmla="*/ 4280 h 92862"/>
                    <a:gd name="connsiteX6" fmla="*/ 93631 w 97726"/>
                    <a:gd name="connsiteY6" fmla="*/ 36093 h 92862"/>
                    <a:gd name="connsiteX7" fmla="*/ 97726 w 97726"/>
                    <a:gd name="connsiteY7" fmla="*/ 53810 h 92862"/>
                    <a:gd name="connsiteX8" fmla="*/ 77914 w 97726"/>
                    <a:gd name="connsiteY8" fmla="*/ 29616 h 92862"/>
                    <a:gd name="connsiteX9" fmla="*/ 72104 w 97726"/>
                    <a:gd name="connsiteY9" fmla="*/ 27806 h 92862"/>
                    <a:gd name="connsiteX10" fmla="*/ 51340 w 97726"/>
                    <a:gd name="connsiteY10" fmla="*/ 36474 h 92862"/>
                    <a:gd name="connsiteX11" fmla="*/ 16478 w 97726"/>
                    <a:gd name="connsiteY11" fmla="*/ 71145 h 92862"/>
                    <a:gd name="connsiteX12" fmla="*/ 9239 w 97726"/>
                    <a:gd name="connsiteY12" fmla="*/ 81337 h 92862"/>
                    <a:gd name="connsiteX13" fmla="*/ 0 w 97726"/>
                    <a:gd name="connsiteY13" fmla="*/ 92862 h 92862"/>
                    <a:gd name="connsiteX14" fmla="*/ 13145 w 97726"/>
                    <a:gd name="connsiteY14" fmla="*/ 74479 h 92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7726" h="92862">
                      <a:moveTo>
                        <a:pt x="13145" y="74479"/>
                      </a:moveTo>
                      <a:cubicBezTo>
                        <a:pt x="17716" y="68002"/>
                        <a:pt x="21146" y="60858"/>
                        <a:pt x="25622" y="54381"/>
                      </a:cubicBezTo>
                      <a:cubicBezTo>
                        <a:pt x="29718" y="48380"/>
                        <a:pt x="34671" y="42951"/>
                        <a:pt x="39148" y="37141"/>
                      </a:cubicBezTo>
                      <a:cubicBezTo>
                        <a:pt x="46863" y="27235"/>
                        <a:pt x="53054" y="16281"/>
                        <a:pt x="60293" y="6089"/>
                      </a:cubicBezTo>
                      <a:cubicBezTo>
                        <a:pt x="62198" y="3422"/>
                        <a:pt x="64389" y="660"/>
                        <a:pt x="67628" y="89"/>
                      </a:cubicBezTo>
                      <a:cubicBezTo>
                        <a:pt x="71152" y="-483"/>
                        <a:pt x="74390" y="1803"/>
                        <a:pt x="76962" y="4280"/>
                      </a:cubicBezTo>
                      <a:cubicBezTo>
                        <a:pt x="85534" y="12757"/>
                        <a:pt x="89916" y="24568"/>
                        <a:pt x="93631" y="36093"/>
                      </a:cubicBezTo>
                      <a:cubicBezTo>
                        <a:pt x="95440" y="41903"/>
                        <a:pt x="97250" y="47809"/>
                        <a:pt x="97726" y="53810"/>
                      </a:cubicBezTo>
                      <a:cubicBezTo>
                        <a:pt x="95345" y="43237"/>
                        <a:pt x="87821" y="34093"/>
                        <a:pt x="77914" y="29616"/>
                      </a:cubicBezTo>
                      <a:cubicBezTo>
                        <a:pt x="76009" y="28759"/>
                        <a:pt x="74104" y="28092"/>
                        <a:pt x="72104" y="27806"/>
                      </a:cubicBezTo>
                      <a:cubicBezTo>
                        <a:pt x="64484" y="26758"/>
                        <a:pt x="57436" y="31616"/>
                        <a:pt x="51340" y="36474"/>
                      </a:cubicBezTo>
                      <a:cubicBezTo>
                        <a:pt x="38481" y="46761"/>
                        <a:pt x="26384" y="58001"/>
                        <a:pt x="16478" y="71145"/>
                      </a:cubicBezTo>
                      <a:cubicBezTo>
                        <a:pt x="13906" y="74479"/>
                        <a:pt x="11621" y="77908"/>
                        <a:pt x="9239" y="81337"/>
                      </a:cubicBezTo>
                      <a:cubicBezTo>
                        <a:pt x="7525" y="83813"/>
                        <a:pt x="3143" y="92957"/>
                        <a:pt x="0" y="92862"/>
                      </a:cubicBezTo>
                      <a:cubicBezTo>
                        <a:pt x="1714" y="86290"/>
                        <a:pt x="9239" y="80003"/>
                        <a:pt x="13145" y="74479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55" name="Forme libre : forme 9454">
                  <a:extLst>
                    <a:ext uri="{FF2B5EF4-FFF2-40B4-BE49-F238E27FC236}">
                      <a16:creationId xmlns:a16="http://schemas.microsoft.com/office/drawing/2014/main" id="{AFF22BA1-D20A-4FB3-9A25-660B61B2E63C}"/>
                    </a:ext>
                  </a:extLst>
                </p:cNvPr>
                <p:cNvSpPr/>
                <p:nvPr/>
              </p:nvSpPr>
              <p:spPr>
                <a:xfrm>
                  <a:off x="2533844" y="3393362"/>
                  <a:ext cx="69447" cy="74419"/>
                </a:xfrm>
                <a:custGeom>
                  <a:avLst/>
                  <a:gdLst>
                    <a:gd name="connsiteX0" fmla="*/ 19050 w 69447"/>
                    <a:gd name="connsiteY0" fmla="*/ 51639 h 74419"/>
                    <a:gd name="connsiteX1" fmla="*/ 30766 w 69447"/>
                    <a:gd name="connsiteY1" fmla="*/ 37828 h 74419"/>
                    <a:gd name="connsiteX2" fmla="*/ 59150 w 69447"/>
                    <a:gd name="connsiteY2" fmla="*/ 1824 h 74419"/>
                    <a:gd name="connsiteX3" fmla="*/ 60865 w 69447"/>
                    <a:gd name="connsiteY3" fmla="*/ 204 h 74419"/>
                    <a:gd name="connsiteX4" fmla="*/ 65722 w 69447"/>
                    <a:gd name="connsiteY4" fmla="*/ 3252 h 74419"/>
                    <a:gd name="connsiteX5" fmla="*/ 68104 w 69447"/>
                    <a:gd name="connsiteY5" fmla="*/ 34780 h 74419"/>
                    <a:gd name="connsiteX6" fmla="*/ 64294 w 69447"/>
                    <a:gd name="connsiteY6" fmla="*/ 30208 h 74419"/>
                    <a:gd name="connsiteX7" fmla="*/ 58864 w 69447"/>
                    <a:gd name="connsiteY7" fmla="*/ 25541 h 74419"/>
                    <a:gd name="connsiteX8" fmla="*/ 46672 w 69447"/>
                    <a:gd name="connsiteY8" fmla="*/ 29541 h 74419"/>
                    <a:gd name="connsiteX9" fmla="*/ 21622 w 69447"/>
                    <a:gd name="connsiteY9" fmla="*/ 53449 h 74419"/>
                    <a:gd name="connsiteX10" fmla="*/ 10192 w 69447"/>
                    <a:gd name="connsiteY10" fmla="*/ 66117 h 74419"/>
                    <a:gd name="connsiteX11" fmla="*/ 0 w 69447"/>
                    <a:gd name="connsiteY11" fmla="*/ 74213 h 74419"/>
                    <a:gd name="connsiteX12" fmla="*/ 9239 w 69447"/>
                    <a:gd name="connsiteY12" fmla="*/ 63165 h 74419"/>
                    <a:gd name="connsiteX13" fmla="*/ 19050 w 69447"/>
                    <a:gd name="connsiteY13" fmla="*/ 51639 h 74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9447" h="74419">
                      <a:moveTo>
                        <a:pt x="19050" y="51639"/>
                      </a:moveTo>
                      <a:cubicBezTo>
                        <a:pt x="22955" y="47067"/>
                        <a:pt x="26861" y="42495"/>
                        <a:pt x="30766" y="37828"/>
                      </a:cubicBezTo>
                      <a:cubicBezTo>
                        <a:pt x="40577" y="26112"/>
                        <a:pt x="50006" y="14111"/>
                        <a:pt x="59150" y="1824"/>
                      </a:cubicBezTo>
                      <a:cubicBezTo>
                        <a:pt x="59627" y="1157"/>
                        <a:pt x="60103" y="490"/>
                        <a:pt x="60865" y="204"/>
                      </a:cubicBezTo>
                      <a:cubicBezTo>
                        <a:pt x="62770" y="-653"/>
                        <a:pt x="64675" y="1347"/>
                        <a:pt x="65722" y="3252"/>
                      </a:cubicBezTo>
                      <a:cubicBezTo>
                        <a:pt x="70676" y="12777"/>
                        <a:pt x="69818" y="24207"/>
                        <a:pt x="68104" y="34780"/>
                      </a:cubicBezTo>
                      <a:cubicBezTo>
                        <a:pt x="66865" y="33256"/>
                        <a:pt x="65627" y="31732"/>
                        <a:pt x="64294" y="30208"/>
                      </a:cubicBezTo>
                      <a:cubicBezTo>
                        <a:pt x="62770" y="28303"/>
                        <a:pt x="61151" y="26398"/>
                        <a:pt x="58864" y="25541"/>
                      </a:cubicBezTo>
                      <a:cubicBezTo>
                        <a:pt x="54673" y="24017"/>
                        <a:pt x="50197" y="26779"/>
                        <a:pt x="46672" y="29541"/>
                      </a:cubicBezTo>
                      <a:cubicBezTo>
                        <a:pt x="37624" y="36685"/>
                        <a:pt x="29432" y="44972"/>
                        <a:pt x="21622" y="53449"/>
                      </a:cubicBezTo>
                      <a:cubicBezTo>
                        <a:pt x="17716" y="57640"/>
                        <a:pt x="14002" y="61926"/>
                        <a:pt x="10192" y="66117"/>
                      </a:cubicBezTo>
                      <a:cubicBezTo>
                        <a:pt x="8191" y="68403"/>
                        <a:pt x="3715" y="75737"/>
                        <a:pt x="0" y="74213"/>
                      </a:cubicBezTo>
                      <a:cubicBezTo>
                        <a:pt x="1905" y="70308"/>
                        <a:pt x="6287" y="66498"/>
                        <a:pt x="9239" y="63165"/>
                      </a:cubicBezTo>
                      <a:cubicBezTo>
                        <a:pt x="12478" y="59259"/>
                        <a:pt x="15812" y="55449"/>
                        <a:pt x="19050" y="51639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56" name="Forme libre : forme 9455">
                  <a:extLst>
                    <a:ext uri="{FF2B5EF4-FFF2-40B4-BE49-F238E27FC236}">
                      <a16:creationId xmlns:a16="http://schemas.microsoft.com/office/drawing/2014/main" id="{EAACC572-B7D6-419B-B7EF-746C0E16D2EE}"/>
                    </a:ext>
                  </a:extLst>
                </p:cNvPr>
                <p:cNvSpPr/>
                <p:nvPr/>
              </p:nvSpPr>
              <p:spPr>
                <a:xfrm>
                  <a:off x="2541542" y="3474605"/>
                  <a:ext cx="49203" cy="26695"/>
                </a:xfrm>
                <a:custGeom>
                  <a:avLst/>
                  <a:gdLst>
                    <a:gd name="connsiteX0" fmla="*/ 2303 w 49203"/>
                    <a:gd name="connsiteY0" fmla="*/ 15640 h 26695"/>
                    <a:gd name="connsiteX1" fmla="*/ 17 w 49203"/>
                    <a:gd name="connsiteY1" fmla="*/ 17736 h 26695"/>
                    <a:gd name="connsiteX2" fmla="*/ 2208 w 49203"/>
                    <a:gd name="connsiteY2" fmla="*/ 19355 h 26695"/>
                    <a:gd name="connsiteX3" fmla="*/ 30497 w 49203"/>
                    <a:gd name="connsiteY3" fmla="*/ 25641 h 26695"/>
                    <a:gd name="connsiteX4" fmla="*/ 44499 w 49203"/>
                    <a:gd name="connsiteY4" fmla="*/ 26118 h 26695"/>
                    <a:gd name="connsiteX5" fmla="*/ 46214 w 49203"/>
                    <a:gd name="connsiteY5" fmla="*/ 25356 h 26695"/>
                    <a:gd name="connsiteX6" fmla="*/ 46214 w 49203"/>
                    <a:gd name="connsiteY6" fmla="*/ 21355 h 26695"/>
                    <a:gd name="connsiteX7" fmla="*/ 43737 w 49203"/>
                    <a:gd name="connsiteY7" fmla="*/ 17831 h 26695"/>
                    <a:gd name="connsiteX8" fmla="*/ 44975 w 49203"/>
                    <a:gd name="connsiteY8" fmla="*/ 10211 h 26695"/>
                    <a:gd name="connsiteX9" fmla="*/ 48499 w 49203"/>
                    <a:gd name="connsiteY9" fmla="*/ 210 h 26695"/>
                    <a:gd name="connsiteX10" fmla="*/ 34593 w 49203"/>
                    <a:gd name="connsiteY10" fmla="*/ 5258 h 26695"/>
                    <a:gd name="connsiteX11" fmla="*/ 2303 w 49203"/>
                    <a:gd name="connsiteY11" fmla="*/ 15640 h 2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9203" h="26695">
                      <a:moveTo>
                        <a:pt x="2303" y="15640"/>
                      </a:moveTo>
                      <a:cubicBezTo>
                        <a:pt x="1256" y="15926"/>
                        <a:pt x="-173" y="16593"/>
                        <a:pt x="17" y="17736"/>
                      </a:cubicBezTo>
                      <a:cubicBezTo>
                        <a:pt x="113" y="18688"/>
                        <a:pt x="1256" y="19069"/>
                        <a:pt x="2208" y="19355"/>
                      </a:cubicBezTo>
                      <a:cubicBezTo>
                        <a:pt x="11638" y="21641"/>
                        <a:pt x="20972" y="23927"/>
                        <a:pt x="30497" y="25641"/>
                      </a:cubicBezTo>
                      <a:cubicBezTo>
                        <a:pt x="35069" y="26499"/>
                        <a:pt x="39927" y="27261"/>
                        <a:pt x="44499" y="26118"/>
                      </a:cubicBezTo>
                      <a:cubicBezTo>
                        <a:pt x="45071" y="25927"/>
                        <a:pt x="45737" y="25736"/>
                        <a:pt x="46214" y="25356"/>
                      </a:cubicBezTo>
                      <a:cubicBezTo>
                        <a:pt x="47261" y="24403"/>
                        <a:pt x="46975" y="22593"/>
                        <a:pt x="46214" y="21355"/>
                      </a:cubicBezTo>
                      <a:cubicBezTo>
                        <a:pt x="45451" y="20117"/>
                        <a:pt x="44308" y="19164"/>
                        <a:pt x="43737" y="17831"/>
                      </a:cubicBezTo>
                      <a:cubicBezTo>
                        <a:pt x="42689" y="15450"/>
                        <a:pt x="43737" y="12592"/>
                        <a:pt x="44975" y="10211"/>
                      </a:cubicBezTo>
                      <a:cubicBezTo>
                        <a:pt x="45832" y="8592"/>
                        <a:pt x="51071" y="2019"/>
                        <a:pt x="48499" y="210"/>
                      </a:cubicBezTo>
                      <a:cubicBezTo>
                        <a:pt x="46595" y="-1124"/>
                        <a:pt x="36879" y="4305"/>
                        <a:pt x="34593" y="5258"/>
                      </a:cubicBezTo>
                      <a:cubicBezTo>
                        <a:pt x="23925" y="9163"/>
                        <a:pt x="13162" y="12687"/>
                        <a:pt x="2303" y="1564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9108" name="Graphique 1">
                <a:extLst>
                  <a:ext uri="{FF2B5EF4-FFF2-40B4-BE49-F238E27FC236}">
                    <a16:creationId xmlns:a16="http://schemas.microsoft.com/office/drawing/2014/main" id="{943CCD4F-D6FF-46E8-918C-3D7E589CA8C9}"/>
                  </a:ext>
                </a:extLst>
              </p:cNvPr>
              <p:cNvGrpSpPr/>
              <p:nvPr/>
            </p:nvGrpSpPr>
            <p:grpSpPr>
              <a:xfrm>
                <a:off x="3263693" y="3322602"/>
                <a:ext cx="185230" cy="249272"/>
                <a:chOff x="3263693" y="3322602"/>
                <a:chExt cx="185230" cy="249272"/>
              </a:xfrm>
              <a:solidFill>
                <a:schemeClr val="accent1"/>
              </a:solidFill>
            </p:grpSpPr>
            <p:sp>
              <p:nvSpPr>
                <p:cNvPr id="9421" name="Forme libre : forme 9420">
                  <a:extLst>
                    <a:ext uri="{FF2B5EF4-FFF2-40B4-BE49-F238E27FC236}">
                      <a16:creationId xmlns:a16="http://schemas.microsoft.com/office/drawing/2014/main" id="{6167A357-21F3-4979-886A-8F57BD7E6654}"/>
                    </a:ext>
                  </a:extLst>
                </p:cNvPr>
                <p:cNvSpPr/>
                <p:nvPr/>
              </p:nvSpPr>
              <p:spPr>
                <a:xfrm>
                  <a:off x="3263693" y="3322602"/>
                  <a:ext cx="185230" cy="249272"/>
                </a:xfrm>
                <a:custGeom>
                  <a:avLst/>
                  <a:gdLst>
                    <a:gd name="connsiteX0" fmla="*/ 171121 w 185230"/>
                    <a:gd name="connsiteY0" fmla="*/ 23340 h 249272"/>
                    <a:gd name="connsiteX1" fmla="*/ 116638 w 185230"/>
                    <a:gd name="connsiteY1" fmla="*/ 3 h 249272"/>
                    <a:gd name="connsiteX2" fmla="*/ 60155 w 185230"/>
                    <a:gd name="connsiteY2" fmla="*/ 20673 h 249272"/>
                    <a:gd name="connsiteX3" fmla="*/ 54821 w 185230"/>
                    <a:gd name="connsiteY3" fmla="*/ 27435 h 249272"/>
                    <a:gd name="connsiteX4" fmla="*/ 59678 w 185230"/>
                    <a:gd name="connsiteY4" fmla="*/ 32960 h 249272"/>
                    <a:gd name="connsiteX5" fmla="*/ 32532 w 185230"/>
                    <a:gd name="connsiteY5" fmla="*/ 52296 h 249272"/>
                    <a:gd name="connsiteX6" fmla="*/ 28722 w 185230"/>
                    <a:gd name="connsiteY6" fmla="*/ 83538 h 249272"/>
                    <a:gd name="connsiteX7" fmla="*/ 17292 w 185230"/>
                    <a:gd name="connsiteY7" fmla="*/ 88967 h 249272"/>
                    <a:gd name="connsiteX8" fmla="*/ 18435 w 185230"/>
                    <a:gd name="connsiteY8" fmla="*/ 101540 h 249272"/>
                    <a:gd name="connsiteX9" fmla="*/ 52 w 185230"/>
                    <a:gd name="connsiteY9" fmla="*/ 133258 h 249272"/>
                    <a:gd name="connsiteX10" fmla="*/ 15006 w 185230"/>
                    <a:gd name="connsiteY10" fmla="*/ 166691 h 249272"/>
                    <a:gd name="connsiteX11" fmla="*/ 7100 w 185230"/>
                    <a:gd name="connsiteY11" fmla="*/ 165548 h 249272"/>
                    <a:gd name="connsiteX12" fmla="*/ 3195 w 185230"/>
                    <a:gd name="connsiteY12" fmla="*/ 171549 h 249272"/>
                    <a:gd name="connsiteX13" fmla="*/ 5195 w 185230"/>
                    <a:gd name="connsiteY13" fmla="*/ 174406 h 249272"/>
                    <a:gd name="connsiteX14" fmla="*/ 5767 w 185230"/>
                    <a:gd name="connsiteY14" fmla="*/ 186979 h 249272"/>
                    <a:gd name="connsiteX15" fmla="*/ 8910 w 185230"/>
                    <a:gd name="connsiteY15" fmla="*/ 221841 h 249272"/>
                    <a:gd name="connsiteX16" fmla="*/ 21483 w 185230"/>
                    <a:gd name="connsiteY16" fmla="*/ 249273 h 249272"/>
                    <a:gd name="connsiteX17" fmla="*/ 52534 w 185230"/>
                    <a:gd name="connsiteY17" fmla="*/ 233556 h 249272"/>
                    <a:gd name="connsiteX18" fmla="*/ 60916 w 185230"/>
                    <a:gd name="connsiteY18" fmla="*/ 229937 h 249272"/>
                    <a:gd name="connsiteX19" fmla="*/ 70441 w 185230"/>
                    <a:gd name="connsiteY19" fmla="*/ 228127 h 249272"/>
                    <a:gd name="connsiteX20" fmla="*/ 111399 w 185230"/>
                    <a:gd name="connsiteY20" fmla="*/ 209172 h 249272"/>
                    <a:gd name="connsiteX21" fmla="*/ 121972 w 185230"/>
                    <a:gd name="connsiteY21" fmla="*/ 190599 h 249272"/>
                    <a:gd name="connsiteX22" fmla="*/ 134831 w 185230"/>
                    <a:gd name="connsiteY22" fmla="*/ 185836 h 249272"/>
                    <a:gd name="connsiteX23" fmla="*/ 131687 w 185230"/>
                    <a:gd name="connsiteY23" fmla="*/ 174978 h 249272"/>
                    <a:gd name="connsiteX24" fmla="*/ 173502 w 185230"/>
                    <a:gd name="connsiteY24" fmla="*/ 124781 h 249272"/>
                    <a:gd name="connsiteX25" fmla="*/ 170930 w 185230"/>
                    <a:gd name="connsiteY25" fmla="*/ 107541 h 249272"/>
                    <a:gd name="connsiteX26" fmla="*/ 171883 w 185230"/>
                    <a:gd name="connsiteY26" fmla="*/ 90777 h 249272"/>
                    <a:gd name="connsiteX27" fmla="*/ 185218 w 185230"/>
                    <a:gd name="connsiteY27" fmla="*/ 64202 h 249272"/>
                    <a:gd name="connsiteX28" fmla="*/ 171121 w 185230"/>
                    <a:gd name="connsiteY28" fmla="*/ 23340 h 249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5230" h="249272">
                      <a:moveTo>
                        <a:pt x="171121" y="23340"/>
                      </a:moveTo>
                      <a:cubicBezTo>
                        <a:pt x="157786" y="7909"/>
                        <a:pt x="137021" y="-187"/>
                        <a:pt x="116638" y="3"/>
                      </a:cubicBezTo>
                      <a:cubicBezTo>
                        <a:pt x="96254" y="194"/>
                        <a:pt x="76347" y="8290"/>
                        <a:pt x="60155" y="20673"/>
                      </a:cubicBezTo>
                      <a:cubicBezTo>
                        <a:pt x="57773" y="22482"/>
                        <a:pt x="55392" y="24578"/>
                        <a:pt x="54821" y="27435"/>
                      </a:cubicBezTo>
                      <a:cubicBezTo>
                        <a:pt x="54249" y="30293"/>
                        <a:pt x="56821" y="33817"/>
                        <a:pt x="59678" y="32960"/>
                      </a:cubicBezTo>
                      <a:cubicBezTo>
                        <a:pt x="49772" y="38199"/>
                        <a:pt x="39581" y="43628"/>
                        <a:pt x="32532" y="52296"/>
                      </a:cubicBezTo>
                      <a:cubicBezTo>
                        <a:pt x="25579" y="61059"/>
                        <a:pt x="22626" y="74108"/>
                        <a:pt x="28722" y="83538"/>
                      </a:cubicBezTo>
                      <a:cubicBezTo>
                        <a:pt x="24340" y="82776"/>
                        <a:pt x="19578" y="85062"/>
                        <a:pt x="17292" y="88967"/>
                      </a:cubicBezTo>
                      <a:cubicBezTo>
                        <a:pt x="15101" y="92872"/>
                        <a:pt x="15578" y="98111"/>
                        <a:pt x="18435" y="101540"/>
                      </a:cubicBezTo>
                      <a:cubicBezTo>
                        <a:pt x="7767" y="108398"/>
                        <a:pt x="719" y="120590"/>
                        <a:pt x="52" y="133258"/>
                      </a:cubicBezTo>
                      <a:cubicBezTo>
                        <a:pt x="-615" y="145926"/>
                        <a:pt x="5195" y="158785"/>
                        <a:pt x="15006" y="166691"/>
                      </a:cubicBezTo>
                      <a:cubicBezTo>
                        <a:pt x="12434" y="165834"/>
                        <a:pt x="9672" y="164881"/>
                        <a:pt x="7100" y="165548"/>
                      </a:cubicBezTo>
                      <a:cubicBezTo>
                        <a:pt x="4433" y="166215"/>
                        <a:pt x="2147" y="168977"/>
                        <a:pt x="3195" y="171549"/>
                      </a:cubicBezTo>
                      <a:cubicBezTo>
                        <a:pt x="3576" y="172597"/>
                        <a:pt x="4529" y="173454"/>
                        <a:pt x="5195" y="174406"/>
                      </a:cubicBezTo>
                      <a:cubicBezTo>
                        <a:pt x="7672" y="177931"/>
                        <a:pt x="6529" y="182788"/>
                        <a:pt x="5767" y="186979"/>
                      </a:cubicBezTo>
                      <a:cubicBezTo>
                        <a:pt x="3766" y="198505"/>
                        <a:pt x="6338" y="210315"/>
                        <a:pt x="8910" y="221841"/>
                      </a:cubicBezTo>
                      <a:cubicBezTo>
                        <a:pt x="11101" y="231842"/>
                        <a:pt x="13768" y="242605"/>
                        <a:pt x="21483" y="249273"/>
                      </a:cubicBezTo>
                      <a:cubicBezTo>
                        <a:pt x="31865" y="244034"/>
                        <a:pt x="42152" y="238795"/>
                        <a:pt x="52534" y="233556"/>
                      </a:cubicBezTo>
                      <a:cubicBezTo>
                        <a:pt x="55297" y="232223"/>
                        <a:pt x="57964" y="230794"/>
                        <a:pt x="60916" y="229937"/>
                      </a:cubicBezTo>
                      <a:cubicBezTo>
                        <a:pt x="63964" y="228984"/>
                        <a:pt x="67203" y="228699"/>
                        <a:pt x="70441" y="228127"/>
                      </a:cubicBezTo>
                      <a:cubicBezTo>
                        <a:pt x="85396" y="225556"/>
                        <a:pt x="98921" y="217745"/>
                        <a:pt x="111399" y="209172"/>
                      </a:cubicBezTo>
                      <a:cubicBezTo>
                        <a:pt x="117686" y="204791"/>
                        <a:pt x="124639" y="197838"/>
                        <a:pt x="121972" y="190599"/>
                      </a:cubicBezTo>
                      <a:cubicBezTo>
                        <a:pt x="126639" y="190218"/>
                        <a:pt x="131782" y="189456"/>
                        <a:pt x="134831" y="185836"/>
                      </a:cubicBezTo>
                      <a:cubicBezTo>
                        <a:pt x="137879" y="182217"/>
                        <a:pt x="136355" y="175168"/>
                        <a:pt x="131687" y="174978"/>
                      </a:cubicBezTo>
                      <a:cubicBezTo>
                        <a:pt x="151975" y="165357"/>
                        <a:pt x="167692" y="146498"/>
                        <a:pt x="173502" y="124781"/>
                      </a:cubicBezTo>
                      <a:cubicBezTo>
                        <a:pt x="175121" y="118875"/>
                        <a:pt x="175598" y="111446"/>
                        <a:pt x="170930" y="107541"/>
                      </a:cubicBezTo>
                      <a:cubicBezTo>
                        <a:pt x="173216" y="109541"/>
                        <a:pt x="183598" y="94872"/>
                        <a:pt x="171883" y="90777"/>
                      </a:cubicBezTo>
                      <a:cubicBezTo>
                        <a:pt x="180836" y="82299"/>
                        <a:pt x="185123" y="76870"/>
                        <a:pt x="185218" y="64202"/>
                      </a:cubicBezTo>
                      <a:cubicBezTo>
                        <a:pt x="185504" y="49152"/>
                        <a:pt x="181027" y="34674"/>
                        <a:pt x="171121" y="23340"/>
                      </a:cubicBezTo>
                      <a:close/>
                    </a:path>
                  </a:pathLst>
                </a:custGeom>
                <a:solidFill>
                  <a:srgbClr val="F4D33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22" name="Forme libre : forme 9421">
                  <a:extLst>
                    <a:ext uri="{FF2B5EF4-FFF2-40B4-BE49-F238E27FC236}">
                      <a16:creationId xmlns:a16="http://schemas.microsoft.com/office/drawing/2014/main" id="{D823F89F-00F5-456D-BC6C-55A5A3A17C2B}"/>
                    </a:ext>
                  </a:extLst>
                </p:cNvPr>
                <p:cNvSpPr/>
                <p:nvPr/>
              </p:nvSpPr>
              <p:spPr>
                <a:xfrm>
                  <a:off x="3263693" y="3322602"/>
                  <a:ext cx="185230" cy="249272"/>
                </a:xfrm>
                <a:custGeom>
                  <a:avLst/>
                  <a:gdLst>
                    <a:gd name="connsiteX0" fmla="*/ 171121 w 185230"/>
                    <a:gd name="connsiteY0" fmla="*/ 23340 h 249272"/>
                    <a:gd name="connsiteX1" fmla="*/ 116638 w 185230"/>
                    <a:gd name="connsiteY1" fmla="*/ 3 h 249272"/>
                    <a:gd name="connsiteX2" fmla="*/ 60155 w 185230"/>
                    <a:gd name="connsiteY2" fmla="*/ 20673 h 249272"/>
                    <a:gd name="connsiteX3" fmla="*/ 54821 w 185230"/>
                    <a:gd name="connsiteY3" fmla="*/ 27435 h 249272"/>
                    <a:gd name="connsiteX4" fmla="*/ 59678 w 185230"/>
                    <a:gd name="connsiteY4" fmla="*/ 32960 h 249272"/>
                    <a:gd name="connsiteX5" fmla="*/ 32532 w 185230"/>
                    <a:gd name="connsiteY5" fmla="*/ 52296 h 249272"/>
                    <a:gd name="connsiteX6" fmla="*/ 28722 w 185230"/>
                    <a:gd name="connsiteY6" fmla="*/ 83538 h 249272"/>
                    <a:gd name="connsiteX7" fmla="*/ 17292 w 185230"/>
                    <a:gd name="connsiteY7" fmla="*/ 88967 h 249272"/>
                    <a:gd name="connsiteX8" fmla="*/ 18435 w 185230"/>
                    <a:gd name="connsiteY8" fmla="*/ 101540 h 249272"/>
                    <a:gd name="connsiteX9" fmla="*/ 52 w 185230"/>
                    <a:gd name="connsiteY9" fmla="*/ 133258 h 249272"/>
                    <a:gd name="connsiteX10" fmla="*/ 15006 w 185230"/>
                    <a:gd name="connsiteY10" fmla="*/ 166691 h 249272"/>
                    <a:gd name="connsiteX11" fmla="*/ 7100 w 185230"/>
                    <a:gd name="connsiteY11" fmla="*/ 165548 h 249272"/>
                    <a:gd name="connsiteX12" fmla="*/ 3195 w 185230"/>
                    <a:gd name="connsiteY12" fmla="*/ 171549 h 249272"/>
                    <a:gd name="connsiteX13" fmla="*/ 5195 w 185230"/>
                    <a:gd name="connsiteY13" fmla="*/ 174406 h 249272"/>
                    <a:gd name="connsiteX14" fmla="*/ 5767 w 185230"/>
                    <a:gd name="connsiteY14" fmla="*/ 186979 h 249272"/>
                    <a:gd name="connsiteX15" fmla="*/ 8910 w 185230"/>
                    <a:gd name="connsiteY15" fmla="*/ 221841 h 249272"/>
                    <a:gd name="connsiteX16" fmla="*/ 21483 w 185230"/>
                    <a:gd name="connsiteY16" fmla="*/ 249273 h 249272"/>
                    <a:gd name="connsiteX17" fmla="*/ 52534 w 185230"/>
                    <a:gd name="connsiteY17" fmla="*/ 233556 h 249272"/>
                    <a:gd name="connsiteX18" fmla="*/ 60916 w 185230"/>
                    <a:gd name="connsiteY18" fmla="*/ 229937 h 249272"/>
                    <a:gd name="connsiteX19" fmla="*/ 70441 w 185230"/>
                    <a:gd name="connsiteY19" fmla="*/ 228127 h 249272"/>
                    <a:gd name="connsiteX20" fmla="*/ 111399 w 185230"/>
                    <a:gd name="connsiteY20" fmla="*/ 209172 h 249272"/>
                    <a:gd name="connsiteX21" fmla="*/ 121972 w 185230"/>
                    <a:gd name="connsiteY21" fmla="*/ 190599 h 249272"/>
                    <a:gd name="connsiteX22" fmla="*/ 134831 w 185230"/>
                    <a:gd name="connsiteY22" fmla="*/ 185836 h 249272"/>
                    <a:gd name="connsiteX23" fmla="*/ 131687 w 185230"/>
                    <a:gd name="connsiteY23" fmla="*/ 174978 h 249272"/>
                    <a:gd name="connsiteX24" fmla="*/ 173502 w 185230"/>
                    <a:gd name="connsiteY24" fmla="*/ 124781 h 249272"/>
                    <a:gd name="connsiteX25" fmla="*/ 170930 w 185230"/>
                    <a:gd name="connsiteY25" fmla="*/ 107541 h 249272"/>
                    <a:gd name="connsiteX26" fmla="*/ 171883 w 185230"/>
                    <a:gd name="connsiteY26" fmla="*/ 90777 h 249272"/>
                    <a:gd name="connsiteX27" fmla="*/ 185218 w 185230"/>
                    <a:gd name="connsiteY27" fmla="*/ 64202 h 249272"/>
                    <a:gd name="connsiteX28" fmla="*/ 171121 w 185230"/>
                    <a:gd name="connsiteY28" fmla="*/ 23340 h 249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5230" h="249272">
                      <a:moveTo>
                        <a:pt x="171121" y="23340"/>
                      </a:moveTo>
                      <a:cubicBezTo>
                        <a:pt x="157786" y="7909"/>
                        <a:pt x="137021" y="-187"/>
                        <a:pt x="116638" y="3"/>
                      </a:cubicBezTo>
                      <a:cubicBezTo>
                        <a:pt x="96254" y="194"/>
                        <a:pt x="76347" y="8290"/>
                        <a:pt x="60155" y="20673"/>
                      </a:cubicBezTo>
                      <a:cubicBezTo>
                        <a:pt x="57773" y="22482"/>
                        <a:pt x="55392" y="24578"/>
                        <a:pt x="54821" y="27435"/>
                      </a:cubicBezTo>
                      <a:cubicBezTo>
                        <a:pt x="54249" y="30293"/>
                        <a:pt x="56821" y="33817"/>
                        <a:pt x="59678" y="32960"/>
                      </a:cubicBezTo>
                      <a:cubicBezTo>
                        <a:pt x="49772" y="38199"/>
                        <a:pt x="39581" y="43628"/>
                        <a:pt x="32532" y="52296"/>
                      </a:cubicBezTo>
                      <a:cubicBezTo>
                        <a:pt x="25579" y="61059"/>
                        <a:pt x="22626" y="74108"/>
                        <a:pt x="28722" y="83538"/>
                      </a:cubicBezTo>
                      <a:cubicBezTo>
                        <a:pt x="24340" y="82776"/>
                        <a:pt x="19578" y="85062"/>
                        <a:pt x="17292" y="88967"/>
                      </a:cubicBezTo>
                      <a:cubicBezTo>
                        <a:pt x="15101" y="92872"/>
                        <a:pt x="15578" y="98111"/>
                        <a:pt x="18435" y="101540"/>
                      </a:cubicBezTo>
                      <a:cubicBezTo>
                        <a:pt x="7767" y="108398"/>
                        <a:pt x="719" y="120590"/>
                        <a:pt x="52" y="133258"/>
                      </a:cubicBezTo>
                      <a:cubicBezTo>
                        <a:pt x="-615" y="145926"/>
                        <a:pt x="5195" y="158785"/>
                        <a:pt x="15006" y="166691"/>
                      </a:cubicBezTo>
                      <a:cubicBezTo>
                        <a:pt x="12434" y="165834"/>
                        <a:pt x="9672" y="164881"/>
                        <a:pt x="7100" y="165548"/>
                      </a:cubicBezTo>
                      <a:cubicBezTo>
                        <a:pt x="4433" y="166215"/>
                        <a:pt x="2147" y="168977"/>
                        <a:pt x="3195" y="171549"/>
                      </a:cubicBezTo>
                      <a:cubicBezTo>
                        <a:pt x="3576" y="172597"/>
                        <a:pt x="4529" y="173454"/>
                        <a:pt x="5195" y="174406"/>
                      </a:cubicBezTo>
                      <a:cubicBezTo>
                        <a:pt x="7672" y="177931"/>
                        <a:pt x="6529" y="182788"/>
                        <a:pt x="5767" y="186979"/>
                      </a:cubicBezTo>
                      <a:cubicBezTo>
                        <a:pt x="3766" y="198505"/>
                        <a:pt x="6338" y="210315"/>
                        <a:pt x="8910" y="221841"/>
                      </a:cubicBezTo>
                      <a:cubicBezTo>
                        <a:pt x="11101" y="231842"/>
                        <a:pt x="13768" y="242605"/>
                        <a:pt x="21483" y="249273"/>
                      </a:cubicBezTo>
                      <a:cubicBezTo>
                        <a:pt x="31865" y="244034"/>
                        <a:pt x="42152" y="238795"/>
                        <a:pt x="52534" y="233556"/>
                      </a:cubicBezTo>
                      <a:cubicBezTo>
                        <a:pt x="55297" y="232223"/>
                        <a:pt x="57964" y="230794"/>
                        <a:pt x="60916" y="229937"/>
                      </a:cubicBezTo>
                      <a:cubicBezTo>
                        <a:pt x="63964" y="228984"/>
                        <a:pt x="67203" y="228699"/>
                        <a:pt x="70441" y="228127"/>
                      </a:cubicBezTo>
                      <a:cubicBezTo>
                        <a:pt x="85396" y="225556"/>
                        <a:pt x="98921" y="217745"/>
                        <a:pt x="111399" y="209172"/>
                      </a:cubicBezTo>
                      <a:cubicBezTo>
                        <a:pt x="117686" y="204791"/>
                        <a:pt x="124639" y="197838"/>
                        <a:pt x="121972" y="190599"/>
                      </a:cubicBezTo>
                      <a:cubicBezTo>
                        <a:pt x="126639" y="190218"/>
                        <a:pt x="131782" y="189456"/>
                        <a:pt x="134831" y="185836"/>
                      </a:cubicBezTo>
                      <a:cubicBezTo>
                        <a:pt x="137879" y="182217"/>
                        <a:pt x="136355" y="175168"/>
                        <a:pt x="131687" y="174978"/>
                      </a:cubicBezTo>
                      <a:cubicBezTo>
                        <a:pt x="151975" y="165357"/>
                        <a:pt x="167692" y="146498"/>
                        <a:pt x="173502" y="124781"/>
                      </a:cubicBezTo>
                      <a:cubicBezTo>
                        <a:pt x="175121" y="118875"/>
                        <a:pt x="175598" y="111446"/>
                        <a:pt x="170930" y="107541"/>
                      </a:cubicBezTo>
                      <a:cubicBezTo>
                        <a:pt x="173216" y="109541"/>
                        <a:pt x="183598" y="94872"/>
                        <a:pt x="171883" y="90777"/>
                      </a:cubicBezTo>
                      <a:cubicBezTo>
                        <a:pt x="180836" y="82299"/>
                        <a:pt x="185123" y="76870"/>
                        <a:pt x="185218" y="64202"/>
                      </a:cubicBezTo>
                      <a:cubicBezTo>
                        <a:pt x="185504" y="49152"/>
                        <a:pt x="181027" y="34674"/>
                        <a:pt x="171121" y="23340"/>
                      </a:cubicBezTo>
                      <a:close/>
                    </a:path>
                  </a:pathLst>
                </a:custGeom>
                <a:noFill/>
                <a:ln w="4351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23" name="Forme libre : forme 9422">
                  <a:extLst>
                    <a:ext uri="{FF2B5EF4-FFF2-40B4-BE49-F238E27FC236}">
                      <a16:creationId xmlns:a16="http://schemas.microsoft.com/office/drawing/2014/main" id="{0CBA54CA-6ACF-4B62-B648-B60835669E5B}"/>
                    </a:ext>
                  </a:extLst>
                </p:cNvPr>
                <p:cNvSpPr/>
                <p:nvPr/>
              </p:nvSpPr>
              <p:spPr>
                <a:xfrm>
                  <a:off x="3323467" y="3355481"/>
                  <a:ext cx="112204" cy="57802"/>
                </a:xfrm>
                <a:custGeom>
                  <a:avLst/>
                  <a:gdLst>
                    <a:gd name="connsiteX0" fmla="*/ 112204 w 112204"/>
                    <a:gd name="connsiteY0" fmla="*/ 57803 h 57802"/>
                    <a:gd name="connsiteX1" fmla="*/ 65532 w 112204"/>
                    <a:gd name="connsiteY1" fmla="*/ 30180 h 57802"/>
                    <a:gd name="connsiteX2" fmla="*/ 0 w 112204"/>
                    <a:gd name="connsiteY2" fmla="*/ 81 h 57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2204" h="57802">
                      <a:moveTo>
                        <a:pt x="112204" y="57803"/>
                      </a:moveTo>
                      <a:cubicBezTo>
                        <a:pt x="112204" y="57803"/>
                        <a:pt x="89154" y="46277"/>
                        <a:pt x="65532" y="30180"/>
                      </a:cubicBezTo>
                      <a:cubicBezTo>
                        <a:pt x="42005" y="14083"/>
                        <a:pt x="19526" y="-1253"/>
                        <a:pt x="0" y="81"/>
                      </a:cubicBezTo>
                    </a:path>
                  </a:pathLst>
                </a:custGeom>
                <a:noFill/>
                <a:ln w="4351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24" name="Forme libre : forme 9423">
                  <a:extLst>
                    <a:ext uri="{FF2B5EF4-FFF2-40B4-BE49-F238E27FC236}">
                      <a16:creationId xmlns:a16="http://schemas.microsoft.com/office/drawing/2014/main" id="{29C2A683-2410-4B34-B135-DAF2A2247991}"/>
                    </a:ext>
                  </a:extLst>
                </p:cNvPr>
                <p:cNvSpPr/>
                <p:nvPr/>
              </p:nvSpPr>
              <p:spPr>
                <a:xfrm>
                  <a:off x="3292510" y="3406140"/>
                  <a:ext cx="142208" cy="23907"/>
                </a:xfrm>
                <a:custGeom>
                  <a:avLst/>
                  <a:gdLst>
                    <a:gd name="connsiteX0" fmla="*/ 0 w 142208"/>
                    <a:gd name="connsiteY0" fmla="*/ 0 h 23907"/>
                    <a:gd name="connsiteX1" fmla="*/ 54769 w 142208"/>
                    <a:gd name="connsiteY1" fmla="*/ 10763 h 23907"/>
                    <a:gd name="connsiteX2" fmla="*/ 142208 w 142208"/>
                    <a:gd name="connsiteY2" fmla="*/ 23908 h 23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2208" h="23907">
                      <a:moveTo>
                        <a:pt x="0" y="0"/>
                      </a:moveTo>
                      <a:cubicBezTo>
                        <a:pt x="0" y="0"/>
                        <a:pt x="33147" y="7429"/>
                        <a:pt x="54769" y="10763"/>
                      </a:cubicBezTo>
                      <a:cubicBezTo>
                        <a:pt x="76391" y="14192"/>
                        <a:pt x="138303" y="22384"/>
                        <a:pt x="142208" y="23908"/>
                      </a:cubicBezTo>
                    </a:path>
                  </a:pathLst>
                </a:custGeom>
                <a:noFill/>
                <a:ln w="4351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25" name="Forme libre : forme 9424">
                  <a:extLst>
                    <a:ext uri="{FF2B5EF4-FFF2-40B4-BE49-F238E27FC236}">
                      <a16:creationId xmlns:a16="http://schemas.microsoft.com/office/drawing/2014/main" id="{3F0827D5-DADD-48DB-B15E-9F9F5A8BA9C2}"/>
                    </a:ext>
                  </a:extLst>
                </p:cNvPr>
                <p:cNvSpPr/>
                <p:nvPr/>
              </p:nvSpPr>
              <p:spPr>
                <a:xfrm>
                  <a:off x="3282224" y="3424142"/>
                  <a:ext cx="113252" cy="73437"/>
                </a:xfrm>
                <a:custGeom>
                  <a:avLst/>
                  <a:gdLst>
                    <a:gd name="connsiteX0" fmla="*/ 113252 w 113252"/>
                    <a:gd name="connsiteY0" fmla="*/ 73438 h 73437"/>
                    <a:gd name="connsiteX1" fmla="*/ 36004 w 113252"/>
                    <a:gd name="connsiteY1" fmla="*/ 19621 h 73437"/>
                    <a:gd name="connsiteX2" fmla="*/ 0 w 113252"/>
                    <a:gd name="connsiteY2" fmla="*/ 0 h 73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3252" h="73437">
                      <a:moveTo>
                        <a:pt x="113252" y="73438"/>
                      </a:moveTo>
                      <a:cubicBezTo>
                        <a:pt x="113252" y="73438"/>
                        <a:pt x="48101" y="28480"/>
                        <a:pt x="36004" y="19621"/>
                      </a:cubicBezTo>
                      <a:cubicBezTo>
                        <a:pt x="23908" y="10763"/>
                        <a:pt x="0" y="0"/>
                        <a:pt x="0" y="0"/>
                      </a:cubicBezTo>
                    </a:path>
                  </a:pathLst>
                </a:custGeom>
                <a:noFill/>
                <a:ln w="4351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26" name="Forme libre : forme 9425">
                  <a:extLst>
                    <a:ext uri="{FF2B5EF4-FFF2-40B4-BE49-F238E27FC236}">
                      <a16:creationId xmlns:a16="http://schemas.microsoft.com/office/drawing/2014/main" id="{D286AB3D-64BB-4B79-ABD2-93C36C8D1074}"/>
                    </a:ext>
                  </a:extLst>
                </p:cNvPr>
                <p:cNvSpPr/>
                <p:nvPr/>
              </p:nvSpPr>
              <p:spPr>
                <a:xfrm>
                  <a:off x="3278890" y="3489198"/>
                  <a:ext cx="106870" cy="24002"/>
                </a:xfrm>
                <a:custGeom>
                  <a:avLst/>
                  <a:gdLst>
                    <a:gd name="connsiteX0" fmla="*/ 106871 w 106870"/>
                    <a:gd name="connsiteY0" fmla="*/ 24003 h 24002"/>
                    <a:gd name="connsiteX1" fmla="*/ 44577 w 106870"/>
                    <a:gd name="connsiteY1" fmla="*/ 11430 h 24002"/>
                    <a:gd name="connsiteX2" fmla="*/ 0 w 106870"/>
                    <a:gd name="connsiteY2" fmla="*/ 0 h 24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6870" h="24002">
                      <a:moveTo>
                        <a:pt x="106871" y="24003"/>
                      </a:moveTo>
                      <a:cubicBezTo>
                        <a:pt x="106871" y="24003"/>
                        <a:pt x="56960" y="15145"/>
                        <a:pt x="44577" y="11430"/>
                      </a:cubicBezTo>
                      <a:cubicBezTo>
                        <a:pt x="32195" y="7715"/>
                        <a:pt x="0" y="0"/>
                        <a:pt x="0" y="0"/>
                      </a:cubicBezTo>
                    </a:path>
                  </a:pathLst>
                </a:custGeom>
                <a:noFill/>
                <a:ln w="4351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27" name="Forme libre : forme 9426">
                  <a:extLst>
                    <a:ext uri="{FF2B5EF4-FFF2-40B4-BE49-F238E27FC236}">
                      <a16:creationId xmlns:a16="http://schemas.microsoft.com/office/drawing/2014/main" id="{A0CD4DCB-DF42-417E-AE2D-BF77E40CE6F4}"/>
                    </a:ext>
                  </a:extLst>
                </p:cNvPr>
                <p:cNvSpPr/>
                <p:nvPr/>
              </p:nvSpPr>
              <p:spPr>
                <a:xfrm>
                  <a:off x="3269079" y="3496913"/>
                  <a:ext cx="57340" cy="54006"/>
                </a:xfrm>
                <a:custGeom>
                  <a:avLst/>
                  <a:gdLst>
                    <a:gd name="connsiteX0" fmla="*/ 0 w 57340"/>
                    <a:gd name="connsiteY0" fmla="*/ 0 h 54006"/>
                    <a:gd name="connsiteX1" fmla="*/ 57340 w 57340"/>
                    <a:gd name="connsiteY1" fmla="*/ 54007 h 54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7340" h="54006">
                      <a:moveTo>
                        <a:pt x="0" y="0"/>
                      </a:moveTo>
                      <a:cubicBezTo>
                        <a:pt x="0" y="0"/>
                        <a:pt x="27908" y="31432"/>
                        <a:pt x="57340" y="54007"/>
                      </a:cubicBezTo>
                    </a:path>
                  </a:pathLst>
                </a:custGeom>
                <a:noFill/>
                <a:ln w="4351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28" name="Forme libre : forme 9427">
                  <a:extLst>
                    <a:ext uri="{FF2B5EF4-FFF2-40B4-BE49-F238E27FC236}">
                      <a16:creationId xmlns:a16="http://schemas.microsoft.com/office/drawing/2014/main" id="{2E8D442D-6C6E-4A9B-9812-4168A3F1A6E5}"/>
                    </a:ext>
                  </a:extLst>
                </p:cNvPr>
                <p:cNvSpPr/>
                <p:nvPr/>
              </p:nvSpPr>
              <p:spPr>
                <a:xfrm rot="-2812565">
                  <a:off x="3406980" y="3354026"/>
                  <a:ext cx="10858" cy="22860"/>
                </a:xfrm>
                <a:custGeom>
                  <a:avLst/>
                  <a:gdLst>
                    <a:gd name="connsiteX0" fmla="*/ 10859 w 10858"/>
                    <a:gd name="connsiteY0" fmla="*/ 11430 h 22860"/>
                    <a:gd name="connsiteX1" fmla="*/ 5429 w 10858"/>
                    <a:gd name="connsiteY1" fmla="*/ 22861 h 22860"/>
                    <a:gd name="connsiteX2" fmla="*/ 0 w 10858"/>
                    <a:gd name="connsiteY2" fmla="*/ 11430 h 22860"/>
                    <a:gd name="connsiteX3" fmla="*/ 5429 w 10858"/>
                    <a:gd name="connsiteY3" fmla="*/ 0 h 22860"/>
                    <a:gd name="connsiteX4" fmla="*/ 10859 w 10858"/>
                    <a:gd name="connsiteY4" fmla="*/ 11430 h 22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58" h="22860">
                      <a:moveTo>
                        <a:pt x="10859" y="11430"/>
                      </a:moveTo>
                      <a:cubicBezTo>
                        <a:pt x="10859" y="17743"/>
                        <a:pt x="8428" y="22861"/>
                        <a:pt x="5429" y="22861"/>
                      </a:cubicBezTo>
                      <a:cubicBezTo>
                        <a:pt x="2431" y="22861"/>
                        <a:pt x="0" y="17743"/>
                        <a:pt x="0" y="11430"/>
                      </a:cubicBezTo>
                      <a:cubicBezTo>
                        <a:pt x="0" y="5117"/>
                        <a:pt x="2431" y="0"/>
                        <a:pt x="5429" y="0"/>
                      </a:cubicBezTo>
                      <a:cubicBezTo>
                        <a:pt x="8428" y="0"/>
                        <a:pt x="10859" y="5117"/>
                        <a:pt x="10859" y="11430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29" name="Forme libre : forme 9428">
                  <a:extLst>
                    <a:ext uri="{FF2B5EF4-FFF2-40B4-BE49-F238E27FC236}">
                      <a16:creationId xmlns:a16="http://schemas.microsoft.com/office/drawing/2014/main" id="{68B5BD22-7B8F-4AD7-A18D-F4F267B249D5}"/>
                    </a:ext>
                  </a:extLst>
                </p:cNvPr>
                <p:cNvSpPr/>
                <p:nvPr/>
              </p:nvSpPr>
              <p:spPr>
                <a:xfrm rot="-4406442">
                  <a:off x="3319974" y="3373388"/>
                  <a:ext cx="11620" cy="22478"/>
                </a:xfrm>
                <a:custGeom>
                  <a:avLst/>
                  <a:gdLst>
                    <a:gd name="connsiteX0" fmla="*/ 11620 w 11620"/>
                    <a:gd name="connsiteY0" fmla="*/ 11239 h 22478"/>
                    <a:gd name="connsiteX1" fmla="*/ 5810 w 11620"/>
                    <a:gd name="connsiteY1" fmla="*/ 22478 h 22478"/>
                    <a:gd name="connsiteX2" fmla="*/ 0 w 11620"/>
                    <a:gd name="connsiteY2" fmla="*/ 11239 h 22478"/>
                    <a:gd name="connsiteX3" fmla="*/ 5810 w 11620"/>
                    <a:gd name="connsiteY3" fmla="*/ 0 h 22478"/>
                    <a:gd name="connsiteX4" fmla="*/ 11620 w 11620"/>
                    <a:gd name="connsiteY4" fmla="*/ 11239 h 2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20" h="22478">
                      <a:moveTo>
                        <a:pt x="11620" y="11239"/>
                      </a:moveTo>
                      <a:cubicBezTo>
                        <a:pt x="11620" y="17447"/>
                        <a:pt x="9019" y="22478"/>
                        <a:pt x="5810" y="22478"/>
                      </a:cubicBezTo>
                      <a:cubicBezTo>
                        <a:pt x="2602" y="22478"/>
                        <a:pt x="0" y="17447"/>
                        <a:pt x="0" y="11239"/>
                      </a:cubicBezTo>
                      <a:cubicBezTo>
                        <a:pt x="0" y="5032"/>
                        <a:pt x="2602" y="0"/>
                        <a:pt x="5810" y="0"/>
                      </a:cubicBezTo>
                      <a:cubicBezTo>
                        <a:pt x="9019" y="0"/>
                        <a:pt x="11620" y="5032"/>
                        <a:pt x="11620" y="11239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30" name="Forme libre : forme 9429">
                  <a:extLst>
                    <a:ext uri="{FF2B5EF4-FFF2-40B4-BE49-F238E27FC236}">
                      <a16:creationId xmlns:a16="http://schemas.microsoft.com/office/drawing/2014/main" id="{C4D732B8-02C2-4081-A401-A81428EDDA3C}"/>
                    </a:ext>
                  </a:extLst>
                </p:cNvPr>
                <p:cNvSpPr/>
                <p:nvPr/>
              </p:nvSpPr>
              <p:spPr>
                <a:xfrm rot="-2812565">
                  <a:off x="3385352" y="3445174"/>
                  <a:ext cx="14097" cy="24575"/>
                </a:xfrm>
                <a:custGeom>
                  <a:avLst/>
                  <a:gdLst>
                    <a:gd name="connsiteX0" fmla="*/ 14097 w 14097"/>
                    <a:gd name="connsiteY0" fmla="*/ 12288 h 24575"/>
                    <a:gd name="connsiteX1" fmla="*/ 7049 w 14097"/>
                    <a:gd name="connsiteY1" fmla="*/ 24575 h 24575"/>
                    <a:gd name="connsiteX2" fmla="*/ 0 w 14097"/>
                    <a:gd name="connsiteY2" fmla="*/ 12288 h 24575"/>
                    <a:gd name="connsiteX3" fmla="*/ 7049 w 14097"/>
                    <a:gd name="connsiteY3" fmla="*/ 0 h 24575"/>
                    <a:gd name="connsiteX4" fmla="*/ 14097 w 14097"/>
                    <a:gd name="connsiteY4" fmla="*/ 12288 h 24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97" h="24575">
                      <a:moveTo>
                        <a:pt x="14097" y="12288"/>
                      </a:moveTo>
                      <a:cubicBezTo>
                        <a:pt x="14097" y="19074"/>
                        <a:pt x="10942" y="24575"/>
                        <a:pt x="7049" y="24575"/>
                      </a:cubicBezTo>
                      <a:cubicBezTo>
                        <a:pt x="3156" y="24575"/>
                        <a:pt x="0" y="19074"/>
                        <a:pt x="0" y="12288"/>
                      </a:cubicBezTo>
                      <a:cubicBezTo>
                        <a:pt x="0" y="5502"/>
                        <a:pt x="3156" y="0"/>
                        <a:pt x="7049" y="0"/>
                      </a:cubicBezTo>
                      <a:cubicBezTo>
                        <a:pt x="10942" y="0"/>
                        <a:pt x="14097" y="5501"/>
                        <a:pt x="14097" y="12288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31" name="Forme libre : forme 9430">
                  <a:extLst>
                    <a:ext uri="{FF2B5EF4-FFF2-40B4-BE49-F238E27FC236}">
                      <a16:creationId xmlns:a16="http://schemas.microsoft.com/office/drawing/2014/main" id="{7DE8ED0F-A4B1-4823-971A-00F042555380}"/>
                    </a:ext>
                  </a:extLst>
                </p:cNvPr>
                <p:cNvSpPr/>
                <p:nvPr/>
              </p:nvSpPr>
              <p:spPr>
                <a:xfrm rot="-2812565">
                  <a:off x="3288259" y="3452104"/>
                  <a:ext cx="12001" cy="18098"/>
                </a:xfrm>
                <a:custGeom>
                  <a:avLst/>
                  <a:gdLst>
                    <a:gd name="connsiteX0" fmla="*/ 12002 w 12001"/>
                    <a:gd name="connsiteY0" fmla="*/ 9049 h 18098"/>
                    <a:gd name="connsiteX1" fmla="*/ 6001 w 12001"/>
                    <a:gd name="connsiteY1" fmla="*/ 18098 h 18098"/>
                    <a:gd name="connsiteX2" fmla="*/ 0 w 12001"/>
                    <a:gd name="connsiteY2" fmla="*/ 9049 h 18098"/>
                    <a:gd name="connsiteX3" fmla="*/ 6001 w 12001"/>
                    <a:gd name="connsiteY3" fmla="*/ 0 h 18098"/>
                    <a:gd name="connsiteX4" fmla="*/ 12002 w 12001"/>
                    <a:gd name="connsiteY4" fmla="*/ 9049 h 18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01" h="18098">
                      <a:moveTo>
                        <a:pt x="12002" y="9049"/>
                      </a:moveTo>
                      <a:cubicBezTo>
                        <a:pt x="12002" y="14046"/>
                        <a:pt x="9315" y="18098"/>
                        <a:pt x="6001" y="18098"/>
                      </a:cubicBezTo>
                      <a:cubicBezTo>
                        <a:pt x="2687" y="18098"/>
                        <a:pt x="0" y="14047"/>
                        <a:pt x="0" y="9049"/>
                      </a:cubicBezTo>
                      <a:cubicBezTo>
                        <a:pt x="0" y="4051"/>
                        <a:pt x="2687" y="0"/>
                        <a:pt x="6001" y="0"/>
                      </a:cubicBezTo>
                      <a:cubicBezTo>
                        <a:pt x="9315" y="0"/>
                        <a:pt x="12002" y="4051"/>
                        <a:pt x="12002" y="9049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32" name="Forme libre : forme 9431">
                  <a:extLst>
                    <a:ext uri="{FF2B5EF4-FFF2-40B4-BE49-F238E27FC236}">
                      <a16:creationId xmlns:a16="http://schemas.microsoft.com/office/drawing/2014/main" id="{9084C130-991E-465C-BC95-65B2E94D6BCC}"/>
                    </a:ext>
                  </a:extLst>
                </p:cNvPr>
                <p:cNvSpPr/>
                <p:nvPr/>
              </p:nvSpPr>
              <p:spPr>
                <a:xfrm rot="-3935269">
                  <a:off x="3333507" y="3516803"/>
                  <a:ext cx="10096" cy="15621"/>
                </a:xfrm>
                <a:custGeom>
                  <a:avLst/>
                  <a:gdLst>
                    <a:gd name="connsiteX0" fmla="*/ 10096 w 10096"/>
                    <a:gd name="connsiteY0" fmla="*/ 7810 h 15621"/>
                    <a:gd name="connsiteX1" fmla="*/ 5048 w 10096"/>
                    <a:gd name="connsiteY1" fmla="*/ 15621 h 15621"/>
                    <a:gd name="connsiteX2" fmla="*/ 0 w 10096"/>
                    <a:gd name="connsiteY2" fmla="*/ 7810 h 15621"/>
                    <a:gd name="connsiteX3" fmla="*/ 5048 w 10096"/>
                    <a:gd name="connsiteY3" fmla="*/ 0 h 15621"/>
                    <a:gd name="connsiteX4" fmla="*/ 10096 w 10096"/>
                    <a:gd name="connsiteY4" fmla="*/ 7810 h 15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96" h="15621">
                      <a:moveTo>
                        <a:pt x="10096" y="7810"/>
                      </a:moveTo>
                      <a:cubicBezTo>
                        <a:pt x="10096" y="12124"/>
                        <a:pt x="7836" y="15621"/>
                        <a:pt x="5048" y="15621"/>
                      </a:cubicBezTo>
                      <a:cubicBezTo>
                        <a:pt x="2260" y="15621"/>
                        <a:pt x="0" y="12124"/>
                        <a:pt x="0" y="7810"/>
                      </a:cubicBezTo>
                      <a:cubicBezTo>
                        <a:pt x="0" y="3497"/>
                        <a:pt x="2260" y="0"/>
                        <a:pt x="5048" y="0"/>
                      </a:cubicBezTo>
                      <a:cubicBezTo>
                        <a:pt x="7836" y="0"/>
                        <a:pt x="10096" y="3497"/>
                        <a:pt x="10096" y="7810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33" name="Forme libre : forme 9432">
                  <a:extLst>
                    <a:ext uri="{FF2B5EF4-FFF2-40B4-BE49-F238E27FC236}">
                      <a16:creationId xmlns:a16="http://schemas.microsoft.com/office/drawing/2014/main" id="{194AA5A2-2E44-438B-A180-1F350A5D6AC5}"/>
                    </a:ext>
                  </a:extLst>
                </p:cNvPr>
                <p:cNvSpPr/>
                <p:nvPr/>
              </p:nvSpPr>
              <p:spPr>
                <a:xfrm>
                  <a:off x="3339840" y="3330151"/>
                  <a:ext cx="74525" cy="18603"/>
                </a:xfrm>
                <a:custGeom>
                  <a:avLst/>
                  <a:gdLst>
                    <a:gd name="connsiteX0" fmla="*/ 7820 w 74525"/>
                    <a:gd name="connsiteY0" fmla="*/ 6933 h 18603"/>
                    <a:gd name="connsiteX1" fmla="*/ 1248 w 74525"/>
                    <a:gd name="connsiteY1" fmla="*/ 11219 h 18603"/>
                    <a:gd name="connsiteX2" fmla="*/ 10 w 74525"/>
                    <a:gd name="connsiteY2" fmla="*/ 13695 h 18603"/>
                    <a:gd name="connsiteX3" fmla="*/ 4867 w 74525"/>
                    <a:gd name="connsiteY3" fmla="*/ 18077 h 18603"/>
                    <a:gd name="connsiteX4" fmla="*/ 29156 w 74525"/>
                    <a:gd name="connsiteY4" fmla="*/ 15029 h 18603"/>
                    <a:gd name="connsiteX5" fmla="*/ 62875 w 74525"/>
                    <a:gd name="connsiteY5" fmla="*/ 12457 h 18603"/>
                    <a:gd name="connsiteX6" fmla="*/ 73543 w 74525"/>
                    <a:gd name="connsiteY6" fmla="*/ 7314 h 18603"/>
                    <a:gd name="connsiteX7" fmla="*/ 58493 w 74525"/>
                    <a:gd name="connsiteY7" fmla="*/ 1789 h 18603"/>
                    <a:gd name="connsiteX8" fmla="*/ 25346 w 74525"/>
                    <a:gd name="connsiteY8" fmla="*/ 1503 h 18603"/>
                    <a:gd name="connsiteX9" fmla="*/ 7820 w 74525"/>
                    <a:gd name="connsiteY9" fmla="*/ 6933 h 1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4525" h="18603">
                      <a:moveTo>
                        <a:pt x="7820" y="6933"/>
                      </a:moveTo>
                      <a:cubicBezTo>
                        <a:pt x="5439" y="7980"/>
                        <a:pt x="2962" y="9314"/>
                        <a:pt x="1248" y="11219"/>
                      </a:cubicBezTo>
                      <a:cubicBezTo>
                        <a:pt x="581" y="11885"/>
                        <a:pt x="10" y="12743"/>
                        <a:pt x="10" y="13695"/>
                      </a:cubicBezTo>
                      <a:cubicBezTo>
                        <a:pt x="-181" y="16077"/>
                        <a:pt x="2486" y="17601"/>
                        <a:pt x="4867" y="18077"/>
                      </a:cubicBezTo>
                      <a:cubicBezTo>
                        <a:pt x="12964" y="19791"/>
                        <a:pt x="21155" y="16934"/>
                        <a:pt x="29156" y="15029"/>
                      </a:cubicBezTo>
                      <a:cubicBezTo>
                        <a:pt x="40110" y="12362"/>
                        <a:pt x="51540" y="11504"/>
                        <a:pt x="62875" y="12457"/>
                      </a:cubicBezTo>
                      <a:cubicBezTo>
                        <a:pt x="65923" y="12743"/>
                        <a:pt x="78019" y="13695"/>
                        <a:pt x="73543" y="7314"/>
                      </a:cubicBezTo>
                      <a:cubicBezTo>
                        <a:pt x="71066" y="3694"/>
                        <a:pt x="62494" y="2646"/>
                        <a:pt x="58493" y="1789"/>
                      </a:cubicBezTo>
                      <a:cubicBezTo>
                        <a:pt x="47635" y="-497"/>
                        <a:pt x="36205" y="-592"/>
                        <a:pt x="25346" y="1503"/>
                      </a:cubicBezTo>
                      <a:cubicBezTo>
                        <a:pt x="19250" y="2551"/>
                        <a:pt x="13345" y="4361"/>
                        <a:pt x="7820" y="6933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34" name="Forme libre : forme 9433">
                  <a:extLst>
                    <a:ext uri="{FF2B5EF4-FFF2-40B4-BE49-F238E27FC236}">
                      <a16:creationId xmlns:a16="http://schemas.microsoft.com/office/drawing/2014/main" id="{05F2A73E-13D5-4F91-A620-9DAFE8A1A628}"/>
                    </a:ext>
                  </a:extLst>
                </p:cNvPr>
                <p:cNvSpPr/>
                <p:nvPr/>
              </p:nvSpPr>
              <p:spPr>
                <a:xfrm>
                  <a:off x="3271838" y="3432976"/>
                  <a:ext cx="103825" cy="59174"/>
                </a:xfrm>
                <a:custGeom>
                  <a:avLst/>
                  <a:gdLst>
                    <a:gd name="connsiteX0" fmla="*/ 5623 w 103825"/>
                    <a:gd name="connsiteY0" fmla="*/ 4215 h 59174"/>
                    <a:gd name="connsiteX1" fmla="*/ 12004 w 103825"/>
                    <a:gd name="connsiteY1" fmla="*/ 24 h 59174"/>
                    <a:gd name="connsiteX2" fmla="*/ 14481 w 103825"/>
                    <a:gd name="connsiteY2" fmla="*/ 882 h 59174"/>
                    <a:gd name="connsiteX3" fmla="*/ 35436 w 103825"/>
                    <a:gd name="connsiteY3" fmla="*/ 12502 h 59174"/>
                    <a:gd name="connsiteX4" fmla="*/ 53248 w 103825"/>
                    <a:gd name="connsiteY4" fmla="*/ 27075 h 59174"/>
                    <a:gd name="connsiteX5" fmla="*/ 103825 w 103825"/>
                    <a:gd name="connsiteY5" fmla="*/ 59174 h 59174"/>
                    <a:gd name="connsiteX6" fmla="*/ 72202 w 103825"/>
                    <a:gd name="connsiteY6" fmla="*/ 41077 h 59174"/>
                    <a:gd name="connsiteX7" fmla="*/ 28768 w 103825"/>
                    <a:gd name="connsiteY7" fmla="*/ 16598 h 59174"/>
                    <a:gd name="connsiteX8" fmla="*/ 15814 w 103825"/>
                    <a:gd name="connsiteY8" fmla="*/ 13454 h 59174"/>
                    <a:gd name="connsiteX9" fmla="*/ 7813 w 103825"/>
                    <a:gd name="connsiteY9" fmla="*/ 20789 h 59174"/>
                    <a:gd name="connsiteX10" fmla="*/ 3908 w 103825"/>
                    <a:gd name="connsiteY10" fmla="*/ 32695 h 59174"/>
                    <a:gd name="connsiteX11" fmla="*/ 289 w 103825"/>
                    <a:gd name="connsiteY11" fmla="*/ 27551 h 59174"/>
                    <a:gd name="connsiteX12" fmla="*/ 5623 w 103825"/>
                    <a:gd name="connsiteY12" fmla="*/ 4215 h 59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3825" h="59174">
                      <a:moveTo>
                        <a:pt x="5623" y="4215"/>
                      </a:moveTo>
                      <a:cubicBezTo>
                        <a:pt x="7147" y="2024"/>
                        <a:pt x="9337" y="-261"/>
                        <a:pt x="12004" y="24"/>
                      </a:cubicBezTo>
                      <a:cubicBezTo>
                        <a:pt x="12862" y="119"/>
                        <a:pt x="13719" y="500"/>
                        <a:pt x="14481" y="882"/>
                      </a:cubicBezTo>
                      <a:cubicBezTo>
                        <a:pt x="21720" y="4215"/>
                        <a:pt x="28959" y="7835"/>
                        <a:pt x="35436" y="12502"/>
                      </a:cubicBezTo>
                      <a:cubicBezTo>
                        <a:pt x="41627" y="16979"/>
                        <a:pt x="47152" y="22408"/>
                        <a:pt x="53248" y="27075"/>
                      </a:cubicBezTo>
                      <a:cubicBezTo>
                        <a:pt x="69154" y="39267"/>
                        <a:pt x="88967" y="45744"/>
                        <a:pt x="103825" y="59174"/>
                      </a:cubicBezTo>
                      <a:cubicBezTo>
                        <a:pt x="92491" y="54793"/>
                        <a:pt x="82394" y="47649"/>
                        <a:pt x="72202" y="41077"/>
                      </a:cubicBezTo>
                      <a:cubicBezTo>
                        <a:pt x="58201" y="32123"/>
                        <a:pt x="43532" y="24313"/>
                        <a:pt x="28768" y="16598"/>
                      </a:cubicBezTo>
                      <a:cubicBezTo>
                        <a:pt x="24673" y="14502"/>
                        <a:pt x="20196" y="12407"/>
                        <a:pt x="15814" y="13454"/>
                      </a:cubicBezTo>
                      <a:cubicBezTo>
                        <a:pt x="12195" y="14407"/>
                        <a:pt x="9337" y="17360"/>
                        <a:pt x="7813" y="20789"/>
                      </a:cubicBezTo>
                      <a:cubicBezTo>
                        <a:pt x="6194" y="24123"/>
                        <a:pt x="6670" y="30123"/>
                        <a:pt x="3908" y="32695"/>
                      </a:cubicBezTo>
                      <a:cubicBezTo>
                        <a:pt x="765" y="35743"/>
                        <a:pt x="575" y="29933"/>
                        <a:pt x="289" y="27551"/>
                      </a:cubicBezTo>
                      <a:cubicBezTo>
                        <a:pt x="-759" y="19646"/>
                        <a:pt x="1051" y="11073"/>
                        <a:pt x="5623" y="4215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35" name="Forme libre : forme 9434">
                  <a:extLst>
                    <a:ext uri="{FF2B5EF4-FFF2-40B4-BE49-F238E27FC236}">
                      <a16:creationId xmlns:a16="http://schemas.microsoft.com/office/drawing/2014/main" id="{64ED4D5C-7FD1-4841-A95E-CD0BB023106D}"/>
                    </a:ext>
                  </a:extLst>
                </p:cNvPr>
                <p:cNvSpPr/>
                <p:nvPr/>
              </p:nvSpPr>
              <p:spPr>
                <a:xfrm>
                  <a:off x="3296943" y="3360500"/>
                  <a:ext cx="118345" cy="48782"/>
                </a:xfrm>
                <a:custGeom>
                  <a:avLst/>
                  <a:gdLst>
                    <a:gd name="connsiteX0" fmla="*/ 24333 w 118345"/>
                    <a:gd name="connsiteY0" fmla="*/ 3539 h 48782"/>
                    <a:gd name="connsiteX1" fmla="*/ 35573 w 118345"/>
                    <a:gd name="connsiteY1" fmla="*/ 14 h 48782"/>
                    <a:gd name="connsiteX2" fmla="*/ 46241 w 118345"/>
                    <a:gd name="connsiteY2" fmla="*/ 3634 h 48782"/>
                    <a:gd name="connsiteX3" fmla="*/ 118345 w 118345"/>
                    <a:gd name="connsiteY3" fmla="*/ 48782 h 48782"/>
                    <a:gd name="connsiteX4" fmla="*/ 57957 w 118345"/>
                    <a:gd name="connsiteY4" fmla="*/ 21541 h 48782"/>
                    <a:gd name="connsiteX5" fmla="*/ 30429 w 118345"/>
                    <a:gd name="connsiteY5" fmla="*/ 11825 h 48782"/>
                    <a:gd name="connsiteX6" fmla="*/ 22809 w 118345"/>
                    <a:gd name="connsiteY6" fmla="*/ 12588 h 48782"/>
                    <a:gd name="connsiteX7" fmla="*/ 17285 w 118345"/>
                    <a:gd name="connsiteY7" fmla="*/ 15350 h 48782"/>
                    <a:gd name="connsiteX8" fmla="*/ 4997 w 118345"/>
                    <a:gd name="connsiteY8" fmla="*/ 25446 h 48782"/>
                    <a:gd name="connsiteX9" fmla="*/ 426 w 118345"/>
                    <a:gd name="connsiteY9" fmla="*/ 28875 h 48782"/>
                    <a:gd name="connsiteX10" fmla="*/ 2235 w 118345"/>
                    <a:gd name="connsiteY10" fmla="*/ 24017 h 48782"/>
                    <a:gd name="connsiteX11" fmla="*/ 24333 w 118345"/>
                    <a:gd name="connsiteY11" fmla="*/ 3539 h 4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8345" h="48782">
                      <a:moveTo>
                        <a:pt x="24333" y="3539"/>
                      </a:moveTo>
                      <a:cubicBezTo>
                        <a:pt x="27762" y="1539"/>
                        <a:pt x="31572" y="-176"/>
                        <a:pt x="35573" y="14"/>
                      </a:cubicBezTo>
                      <a:cubicBezTo>
                        <a:pt x="39383" y="110"/>
                        <a:pt x="42907" y="1920"/>
                        <a:pt x="46241" y="3634"/>
                      </a:cubicBezTo>
                      <a:cubicBezTo>
                        <a:pt x="71387" y="16779"/>
                        <a:pt x="95580" y="31923"/>
                        <a:pt x="118345" y="48782"/>
                      </a:cubicBezTo>
                      <a:cubicBezTo>
                        <a:pt x="97866" y="40591"/>
                        <a:pt x="77673" y="31542"/>
                        <a:pt x="57957" y="21541"/>
                      </a:cubicBezTo>
                      <a:cubicBezTo>
                        <a:pt x="49193" y="17159"/>
                        <a:pt x="40145" y="12492"/>
                        <a:pt x="30429" y="11825"/>
                      </a:cubicBezTo>
                      <a:cubicBezTo>
                        <a:pt x="27858" y="11635"/>
                        <a:pt x="25286" y="11730"/>
                        <a:pt x="22809" y="12588"/>
                      </a:cubicBezTo>
                      <a:cubicBezTo>
                        <a:pt x="20809" y="13254"/>
                        <a:pt x="18999" y="14302"/>
                        <a:pt x="17285" y="15350"/>
                      </a:cubicBezTo>
                      <a:cubicBezTo>
                        <a:pt x="12808" y="18207"/>
                        <a:pt x="8712" y="21636"/>
                        <a:pt x="4997" y="25446"/>
                      </a:cubicBezTo>
                      <a:cubicBezTo>
                        <a:pt x="4235" y="26208"/>
                        <a:pt x="1950" y="29447"/>
                        <a:pt x="426" y="28875"/>
                      </a:cubicBezTo>
                      <a:cubicBezTo>
                        <a:pt x="-1003" y="28304"/>
                        <a:pt x="1568" y="25065"/>
                        <a:pt x="2235" y="24017"/>
                      </a:cubicBezTo>
                      <a:cubicBezTo>
                        <a:pt x="7665" y="15445"/>
                        <a:pt x="15475" y="8587"/>
                        <a:pt x="24333" y="3539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36" name="Forme libre : forme 9435">
                  <a:extLst>
                    <a:ext uri="{FF2B5EF4-FFF2-40B4-BE49-F238E27FC236}">
                      <a16:creationId xmlns:a16="http://schemas.microsoft.com/office/drawing/2014/main" id="{7740D3EE-2FD4-4145-A220-D669D2D56A70}"/>
                    </a:ext>
                  </a:extLst>
                </p:cNvPr>
                <p:cNvSpPr/>
                <p:nvPr/>
              </p:nvSpPr>
              <p:spPr>
                <a:xfrm>
                  <a:off x="3327658" y="3419671"/>
                  <a:ext cx="104408" cy="65049"/>
                </a:xfrm>
                <a:custGeom>
                  <a:avLst/>
                  <a:gdLst>
                    <a:gd name="connsiteX0" fmla="*/ 20288 w 104408"/>
                    <a:gd name="connsiteY0" fmla="*/ 3804 h 65049"/>
                    <a:gd name="connsiteX1" fmla="*/ 41815 w 104408"/>
                    <a:gd name="connsiteY1" fmla="*/ 5995 h 65049"/>
                    <a:gd name="connsiteX2" fmla="*/ 61341 w 104408"/>
                    <a:gd name="connsiteY2" fmla="*/ 10281 h 65049"/>
                    <a:gd name="connsiteX3" fmla="*/ 95345 w 104408"/>
                    <a:gd name="connsiteY3" fmla="*/ 15234 h 65049"/>
                    <a:gd name="connsiteX4" fmla="*/ 103156 w 104408"/>
                    <a:gd name="connsiteY4" fmla="*/ 18853 h 65049"/>
                    <a:gd name="connsiteX5" fmla="*/ 103442 w 104408"/>
                    <a:gd name="connsiteY5" fmla="*/ 28188 h 65049"/>
                    <a:gd name="connsiteX6" fmla="*/ 83915 w 104408"/>
                    <a:gd name="connsiteY6" fmla="*/ 54572 h 65049"/>
                    <a:gd name="connsiteX7" fmla="*/ 70961 w 104408"/>
                    <a:gd name="connsiteY7" fmla="*/ 65050 h 65049"/>
                    <a:gd name="connsiteX8" fmla="*/ 82963 w 104408"/>
                    <a:gd name="connsiteY8" fmla="*/ 39142 h 65049"/>
                    <a:gd name="connsiteX9" fmla="*/ 82105 w 104408"/>
                    <a:gd name="connsiteY9" fmla="*/ 33617 h 65049"/>
                    <a:gd name="connsiteX10" fmla="*/ 66770 w 104408"/>
                    <a:gd name="connsiteY10" fmla="*/ 19996 h 65049"/>
                    <a:gd name="connsiteX11" fmla="*/ 24384 w 104408"/>
                    <a:gd name="connsiteY11" fmla="*/ 5137 h 65049"/>
                    <a:gd name="connsiteX12" fmla="*/ 13145 w 104408"/>
                    <a:gd name="connsiteY12" fmla="*/ 3232 h 65049"/>
                    <a:gd name="connsiteX13" fmla="*/ 0 w 104408"/>
                    <a:gd name="connsiteY13" fmla="*/ 185 h 65049"/>
                    <a:gd name="connsiteX14" fmla="*/ 20288 w 104408"/>
                    <a:gd name="connsiteY14" fmla="*/ 3804 h 65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4408" h="65049">
                      <a:moveTo>
                        <a:pt x="20288" y="3804"/>
                      </a:moveTo>
                      <a:cubicBezTo>
                        <a:pt x="27432" y="4947"/>
                        <a:pt x="34671" y="4947"/>
                        <a:pt x="41815" y="5995"/>
                      </a:cubicBezTo>
                      <a:cubicBezTo>
                        <a:pt x="48387" y="6947"/>
                        <a:pt x="54864" y="8852"/>
                        <a:pt x="61341" y="10281"/>
                      </a:cubicBezTo>
                      <a:cubicBezTo>
                        <a:pt x="72580" y="12662"/>
                        <a:pt x="84011" y="13329"/>
                        <a:pt x="95345" y="15234"/>
                      </a:cubicBezTo>
                      <a:cubicBezTo>
                        <a:pt x="98298" y="15710"/>
                        <a:pt x="101441" y="16472"/>
                        <a:pt x="103156" y="18853"/>
                      </a:cubicBezTo>
                      <a:cubicBezTo>
                        <a:pt x="105061" y="21425"/>
                        <a:pt x="104489" y="25140"/>
                        <a:pt x="103442" y="28188"/>
                      </a:cubicBezTo>
                      <a:cubicBezTo>
                        <a:pt x="99917" y="38665"/>
                        <a:pt x="91916" y="46952"/>
                        <a:pt x="83915" y="54572"/>
                      </a:cubicBezTo>
                      <a:cubicBezTo>
                        <a:pt x="79915" y="58382"/>
                        <a:pt x="75724" y="62192"/>
                        <a:pt x="70961" y="65050"/>
                      </a:cubicBezTo>
                      <a:cubicBezTo>
                        <a:pt x="78677" y="58859"/>
                        <a:pt x="83248" y="48952"/>
                        <a:pt x="82963" y="39142"/>
                      </a:cubicBezTo>
                      <a:cubicBezTo>
                        <a:pt x="82868" y="37237"/>
                        <a:pt x="82677" y="35427"/>
                        <a:pt x="82105" y="33617"/>
                      </a:cubicBezTo>
                      <a:cubicBezTo>
                        <a:pt x="79915" y="26950"/>
                        <a:pt x="73057" y="23044"/>
                        <a:pt x="66770" y="19996"/>
                      </a:cubicBezTo>
                      <a:cubicBezTo>
                        <a:pt x="53245" y="13519"/>
                        <a:pt x="39053" y="8090"/>
                        <a:pt x="24384" y="5137"/>
                      </a:cubicBezTo>
                      <a:cubicBezTo>
                        <a:pt x="20669" y="4376"/>
                        <a:pt x="16859" y="3804"/>
                        <a:pt x="13145" y="3232"/>
                      </a:cubicBezTo>
                      <a:cubicBezTo>
                        <a:pt x="10478" y="2852"/>
                        <a:pt x="1143" y="2852"/>
                        <a:pt x="0" y="185"/>
                      </a:cubicBezTo>
                      <a:cubicBezTo>
                        <a:pt x="6096" y="-863"/>
                        <a:pt x="14192" y="2852"/>
                        <a:pt x="20288" y="3804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37" name="Forme libre : forme 9436">
                  <a:extLst>
                    <a:ext uri="{FF2B5EF4-FFF2-40B4-BE49-F238E27FC236}">
                      <a16:creationId xmlns:a16="http://schemas.microsoft.com/office/drawing/2014/main" id="{175FAF41-69D3-43E7-A1AA-14D24EEA1CA8}"/>
                    </a:ext>
                  </a:extLst>
                </p:cNvPr>
                <p:cNvSpPr/>
                <p:nvPr/>
              </p:nvSpPr>
              <p:spPr>
                <a:xfrm>
                  <a:off x="3292701" y="3496817"/>
                  <a:ext cx="85616" cy="40290"/>
                </a:xfrm>
                <a:custGeom>
                  <a:avLst/>
                  <a:gdLst>
                    <a:gd name="connsiteX0" fmla="*/ 25908 w 85616"/>
                    <a:gd name="connsiteY0" fmla="*/ 6763 h 40290"/>
                    <a:gd name="connsiteX1" fmla="*/ 41910 w 85616"/>
                    <a:gd name="connsiteY1" fmla="*/ 10859 h 40290"/>
                    <a:gd name="connsiteX2" fmla="*/ 82867 w 85616"/>
                    <a:gd name="connsiteY2" fmla="*/ 19812 h 40290"/>
                    <a:gd name="connsiteX3" fmla="*/ 84867 w 85616"/>
                    <a:gd name="connsiteY3" fmla="*/ 20574 h 40290"/>
                    <a:gd name="connsiteX4" fmla="*/ 84296 w 85616"/>
                    <a:gd name="connsiteY4" fmla="*/ 25718 h 40290"/>
                    <a:gd name="connsiteX5" fmla="*/ 59341 w 85616"/>
                    <a:gd name="connsiteY5" fmla="*/ 40291 h 40290"/>
                    <a:gd name="connsiteX6" fmla="*/ 61626 w 85616"/>
                    <a:gd name="connsiteY6" fmla="*/ 35338 h 40290"/>
                    <a:gd name="connsiteX7" fmla="*/ 63341 w 85616"/>
                    <a:gd name="connsiteY7" fmla="*/ 28956 h 40290"/>
                    <a:gd name="connsiteX8" fmla="*/ 55245 w 85616"/>
                    <a:gd name="connsiteY8" fmla="*/ 20574 h 40290"/>
                    <a:gd name="connsiteX9" fmla="*/ 25622 w 85616"/>
                    <a:gd name="connsiteY9" fmla="*/ 9525 h 40290"/>
                    <a:gd name="connsiteX10" fmla="*/ 10668 w 85616"/>
                    <a:gd name="connsiteY10" fmla="*/ 5144 h 40290"/>
                    <a:gd name="connsiteX11" fmla="*/ 0 w 85616"/>
                    <a:gd name="connsiteY11" fmla="*/ 0 h 40290"/>
                    <a:gd name="connsiteX12" fmla="*/ 12763 w 85616"/>
                    <a:gd name="connsiteY12" fmla="*/ 3143 h 40290"/>
                    <a:gd name="connsiteX13" fmla="*/ 25908 w 85616"/>
                    <a:gd name="connsiteY13" fmla="*/ 6763 h 40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5616" h="40290">
                      <a:moveTo>
                        <a:pt x="25908" y="6763"/>
                      </a:moveTo>
                      <a:cubicBezTo>
                        <a:pt x="31242" y="8192"/>
                        <a:pt x="36576" y="9525"/>
                        <a:pt x="41910" y="10859"/>
                      </a:cubicBezTo>
                      <a:cubicBezTo>
                        <a:pt x="55435" y="14192"/>
                        <a:pt x="69056" y="17240"/>
                        <a:pt x="82867" y="19812"/>
                      </a:cubicBezTo>
                      <a:cubicBezTo>
                        <a:pt x="83534" y="19907"/>
                        <a:pt x="84296" y="20098"/>
                        <a:pt x="84867" y="20574"/>
                      </a:cubicBezTo>
                      <a:cubicBezTo>
                        <a:pt x="86296" y="21812"/>
                        <a:pt x="85439" y="24194"/>
                        <a:pt x="84296" y="25718"/>
                      </a:cubicBezTo>
                      <a:cubicBezTo>
                        <a:pt x="78486" y="33623"/>
                        <a:pt x="68675" y="37433"/>
                        <a:pt x="59341" y="40291"/>
                      </a:cubicBezTo>
                      <a:cubicBezTo>
                        <a:pt x="60103" y="38671"/>
                        <a:pt x="60865" y="36957"/>
                        <a:pt x="61626" y="35338"/>
                      </a:cubicBezTo>
                      <a:cubicBezTo>
                        <a:pt x="62579" y="33338"/>
                        <a:pt x="63532" y="31147"/>
                        <a:pt x="63341" y="28956"/>
                      </a:cubicBezTo>
                      <a:cubicBezTo>
                        <a:pt x="62960" y="24860"/>
                        <a:pt x="58864" y="22288"/>
                        <a:pt x="55245" y="20574"/>
                      </a:cubicBezTo>
                      <a:cubicBezTo>
                        <a:pt x="45720" y="16002"/>
                        <a:pt x="35719" y="12573"/>
                        <a:pt x="25622" y="9525"/>
                      </a:cubicBezTo>
                      <a:cubicBezTo>
                        <a:pt x="20669" y="8001"/>
                        <a:pt x="15621" y="6572"/>
                        <a:pt x="10668" y="5144"/>
                      </a:cubicBezTo>
                      <a:cubicBezTo>
                        <a:pt x="8001" y="4381"/>
                        <a:pt x="190" y="3620"/>
                        <a:pt x="0" y="0"/>
                      </a:cubicBezTo>
                      <a:cubicBezTo>
                        <a:pt x="4000" y="0"/>
                        <a:pt x="8858" y="2096"/>
                        <a:pt x="12763" y="3143"/>
                      </a:cubicBezTo>
                      <a:cubicBezTo>
                        <a:pt x="16954" y="4477"/>
                        <a:pt x="21431" y="5620"/>
                        <a:pt x="25908" y="6763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38" name="Forme libre : forme 9437">
                  <a:extLst>
                    <a:ext uri="{FF2B5EF4-FFF2-40B4-BE49-F238E27FC236}">
                      <a16:creationId xmlns:a16="http://schemas.microsoft.com/office/drawing/2014/main" id="{F1219A24-8BFD-47B3-A5D9-863D5B47941E}"/>
                    </a:ext>
                  </a:extLst>
                </p:cNvPr>
                <p:cNvSpPr/>
                <p:nvPr/>
              </p:nvSpPr>
              <p:spPr>
                <a:xfrm>
                  <a:off x="3274565" y="3513014"/>
                  <a:ext cx="34431" cy="41173"/>
                </a:xfrm>
                <a:custGeom>
                  <a:avLst/>
                  <a:gdLst>
                    <a:gd name="connsiteX0" fmla="*/ 3277 w 34431"/>
                    <a:gd name="connsiteY0" fmla="*/ 1234 h 41173"/>
                    <a:gd name="connsiteX1" fmla="*/ 610 w 34431"/>
                    <a:gd name="connsiteY1" fmla="*/ 186 h 41173"/>
                    <a:gd name="connsiteX2" fmla="*/ 134 w 34431"/>
                    <a:gd name="connsiteY2" fmla="*/ 2567 h 41173"/>
                    <a:gd name="connsiteX3" fmla="*/ 6325 w 34431"/>
                    <a:gd name="connsiteY3" fmla="*/ 28380 h 41173"/>
                    <a:gd name="connsiteX4" fmla="*/ 11564 w 34431"/>
                    <a:gd name="connsiteY4" fmla="*/ 40001 h 41173"/>
                    <a:gd name="connsiteX5" fmla="*/ 12898 w 34431"/>
                    <a:gd name="connsiteY5" fmla="*/ 41048 h 41173"/>
                    <a:gd name="connsiteX6" fmla="*/ 16136 w 34431"/>
                    <a:gd name="connsiteY6" fmla="*/ 39429 h 41173"/>
                    <a:gd name="connsiteX7" fmla="*/ 18041 w 34431"/>
                    <a:gd name="connsiteY7" fmla="*/ 36000 h 41173"/>
                    <a:gd name="connsiteX8" fmla="*/ 24804 w 34431"/>
                    <a:gd name="connsiteY8" fmla="*/ 34000 h 41173"/>
                    <a:gd name="connsiteX9" fmla="*/ 34424 w 34431"/>
                    <a:gd name="connsiteY9" fmla="*/ 32857 h 41173"/>
                    <a:gd name="connsiteX10" fmla="*/ 24709 w 34431"/>
                    <a:gd name="connsiteY10" fmla="*/ 23427 h 41173"/>
                    <a:gd name="connsiteX11" fmla="*/ 3277 w 34431"/>
                    <a:gd name="connsiteY11" fmla="*/ 1234 h 41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431" h="41173">
                      <a:moveTo>
                        <a:pt x="3277" y="1234"/>
                      </a:moveTo>
                      <a:cubicBezTo>
                        <a:pt x="2611" y="472"/>
                        <a:pt x="1563" y="-385"/>
                        <a:pt x="610" y="186"/>
                      </a:cubicBezTo>
                      <a:cubicBezTo>
                        <a:pt x="-152" y="663"/>
                        <a:pt x="-56" y="1710"/>
                        <a:pt x="134" y="2567"/>
                      </a:cubicBezTo>
                      <a:cubicBezTo>
                        <a:pt x="2039" y="11235"/>
                        <a:pt x="3944" y="19808"/>
                        <a:pt x="6325" y="28380"/>
                      </a:cubicBezTo>
                      <a:cubicBezTo>
                        <a:pt x="7468" y="32476"/>
                        <a:pt x="8802" y="36762"/>
                        <a:pt x="11564" y="40001"/>
                      </a:cubicBezTo>
                      <a:cubicBezTo>
                        <a:pt x="11945" y="40477"/>
                        <a:pt x="12326" y="40858"/>
                        <a:pt x="12898" y="41048"/>
                      </a:cubicBezTo>
                      <a:cubicBezTo>
                        <a:pt x="14136" y="41525"/>
                        <a:pt x="15469" y="40572"/>
                        <a:pt x="16136" y="39429"/>
                      </a:cubicBezTo>
                      <a:cubicBezTo>
                        <a:pt x="16803" y="38286"/>
                        <a:pt x="17184" y="36953"/>
                        <a:pt x="18041" y="36000"/>
                      </a:cubicBezTo>
                      <a:cubicBezTo>
                        <a:pt x="19565" y="34190"/>
                        <a:pt x="22327" y="33905"/>
                        <a:pt x="24804" y="34000"/>
                      </a:cubicBezTo>
                      <a:cubicBezTo>
                        <a:pt x="26423" y="34000"/>
                        <a:pt x="34043" y="35714"/>
                        <a:pt x="34424" y="32857"/>
                      </a:cubicBezTo>
                      <a:cubicBezTo>
                        <a:pt x="34710" y="30761"/>
                        <a:pt x="26423" y="24951"/>
                        <a:pt x="24709" y="23427"/>
                      </a:cubicBezTo>
                      <a:cubicBezTo>
                        <a:pt x="17184" y="16379"/>
                        <a:pt x="10040" y="9044"/>
                        <a:pt x="3277" y="1234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9109" name="Forme libre : forme 9108">
                <a:extLst>
                  <a:ext uri="{FF2B5EF4-FFF2-40B4-BE49-F238E27FC236}">
                    <a16:creationId xmlns:a16="http://schemas.microsoft.com/office/drawing/2014/main" id="{21AA18F4-10A2-4956-AFFF-286563E9ADC2}"/>
                  </a:ext>
                </a:extLst>
              </p:cNvPr>
              <p:cNvSpPr/>
              <p:nvPr/>
            </p:nvSpPr>
            <p:spPr>
              <a:xfrm>
                <a:off x="4414124" y="4332922"/>
                <a:ext cx="191597" cy="303275"/>
              </a:xfrm>
              <a:custGeom>
                <a:avLst/>
                <a:gdLst>
                  <a:gd name="connsiteX0" fmla="*/ 191598 w 191597"/>
                  <a:gd name="connsiteY0" fmla="*/ 0 h 303275"/>
                  <a:gd name="connsiteX1" fmla="*/ 64153 w 191597"/>
                  <a:gd name="connsiteY1" fmla="*/ 64103 h 303275"/>
                  <a:gd name="connsiteX2" fmla="*/ 50 w 191597"/>
                  <a:gd name="connsiteY2" fmla="*/ 303276 h 303275"/>
                  <a:gd name="connsiteX3" fmla="*/ 30149 w 191597"/>
                  <a:gd name="connsiteY3" fmla="*/ 161544 h 303275"/>
                  <a:gd name="connsiteX4" fmla="*/ 106159 w 191597"/>
                  <a:gd name="connsiteY4" fmla="*/ 35624 h 303275"/>
                  <a:gd name="connsiteX5" fmla="*/ 191598 w 191597"/>
                  <a:gd name="connsiteY5" fmla="*/ 0 h 303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1597" h="303275">
                    <a:moveTo>
                      <a:pt x="191598" y="0"/>
                    </a:moveTo>
                    <a:cubicBezTo>
                      <a:pt x="191598" y="0"/>
                      <a:pt x="91776" y="10287"/>
                      <a:pt x="64153" y="64103"/>
                    </a:cubicBezTo>
                    <a:cubicBezTo>
                      <a:pt x="36436" y="117920"/>
                      <a:pt x="-1569" y="209836"/>
                      <a:pt x="50" y="303276"/>
                    </a:cubicBezTo>
                    <a:cubicBezTo>
                      <a:pt x="50" y="303276"/>
                      <a:pt x="4050" y="214598"/>
                      <a:pt x="30149" y="161544"/>
                    </a:cubicBezTo>
                    <a:cubicBezTo>
                      <a:pt x="56248" y="108490"/>
                      <a:pt x="58629" y="57055"/>
                      <a:pt x="106159" y="35624"/>
                    </a:cubicBezTo>
                    <a:cubicBezTo>
                      <a:pt x="153593" y="14288"/>
                      <a:pt x="191598" y="0"/>
                      <a:pt x="191598" y="0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10" name="Forme libre : forme 9109">
                <a:extLst>
                  <a:ext uri="{FF2B5EF4-FFF2-40B4-BE49-F238E27FC236}">
                    <a16:creationId xmlns:a16="http://schemas.microsoft.com/office/drawing/2014/main" id="{EDE7EADC-1270-4494-8669-5F2CF53B98F3}"/>
                  </a:ext>
                </a:extLst>
              </p:cNvPr>
              <p:cNvSpPr/>
              <p:nvPr/>
            </p:nvSpPr>
            <p:spPr>
              <a:xfrm>
                <a:off x="4654014" y="4371689"/>
                <a:ext cx="69760" cy="265271"/>
              </a:xfrm>
              <a:custGeom>
                <a:avLst/>
                <a:gdLst>
                  <a:gd name="connsiteX0" fmla="*/ 24575 w 69760"/>
                  <a:gd name="connsiteY0" fmla="*/ 0 h 265271"/>
                  <a:gd name="connsiteX1" fmla="*/ 69723 w 69760"/>
                  <a:gd name="connsiteY1" fmla="*/ 89440 h 265271"/>
                  <a:gd name="connsiteX2" fmla="*/ 0 w 69760"/>
                  <a:gd name="connsiteY2" fmla="*/ 265271 h 265271"/>
                  <a:gd name="connsiteX3" fmla="*/ 51435 w 69760"/>
                  <a:gd name="connsiteY3" fmla="*/ 150495 h 265271"/>
                  <a:gd name="connsiteX4" fmla="*/ 24575 w 69760"/>
                  <a:gd name="connsiteY4" fmla="*/ 0 h 265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760" h="265271">
                    <a:moveTo>
                      <a:pt x="24575" y="0"/>
                    </a:moveTo>
                    <a:cubicBezTo>
                      <a:pt x="24575" y="0"/>
                      <a:pt x="68104" y="30099"/>
                      <a:pt x="69723" y="89440"/>
                    </a:cubicBezTo>
                    <a:cubicBezTo>
                      <a:pt x="71342" y="148780"/>
                      <a:pt x="20669" y="246221"/>
                      <a:pt x="0" y="265271"/>
                    </a:cubicBezTo>
                    <a:cubicBezTo>
                      <a:pt x="0" y="265271"/>
                      <a:pt x="38767" y="203549"/>
                      <a:pt x="51435" y="150495"/>
                    </a:cubicBezTo>
                    <a:cubicBezTo>
                      <a:pt x="64103" y="97441"/>
                      <a:pt x="66484" y="39624"/>
                      <a:pt x="24575" y="0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11" name="Forme libre : forme 9110">
                <a:extLst>
                  <a:ext uri="{FF2B5EF4-FFF2-40B4-BE49-F238E27FC236}">
                    <a16:creationId xmlns:a16="http://schemas.microsoft.com/office/drawing/2014/main" id="{61FA1E27-32DB-4315-A2F7-71306E31F329}"/>
                  </a:ext>
                </a:extLst>
              </p:cNvPr>
              <p:cNvSpPr/>
              <p:nvPr/>
            </p:nvSpPr>
            <p:spPr>
              <a:xfrm>
                <a:off x="4577243" y="4382482"/>
                <a:ext cx="100600" cy="70836"/>
              </a:xfrm>
              <a:custGeom>
                <a:avLst/>
                <a:gdLst>
                  <a:gd name="connsiteX0" fmla="*/ 0 w 100600"/>
                  <a:gd name="connsiteY0" fmla="*/ 7495 h 70836"/>
                  <a:gd name="connsiteX1" fmla="*/ 100584 w 100600"/>
                  <a:gd name="connsiteY1" fmla="*/ 70836 h 70836"/>
                  <a:gd name="connsiteX2" fmla="*/ 0 w 100600"/>
                  <a:gd name="connsiteY2" fmla="*/ 7495 h 7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00" h="70836">
                    <a:moveTo>
                      <a:pt x="0" y="7495"/>
                    </a:moveTo>
                    <a:cubicBezTo>
                      <a:pt x="0" y="7495"/>
                      <a:pt x="102108" y="-32129"/>
                      <a:pt x="100584" y="70836"/>
                    </a:cubicBezTo>
                    <a:cubicBezTo>
                      <a:pt x="100489" y="70836"/>
                      <a:pt x="103727" y="-15460"/>
                      <a:pt x="0" y="7495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12" name="Forme libre : forme 9111">
                <a:extLst>
                  <a:ext uri="{FF2B5EF4-FFF2-40B4-BE49-F238E27FC236}">
                    <a16:creationId xmlns:a16="http://schemas.microsoft.com/office/drawing/2014/main" id="{86A998FA-F475-4EE9-A73E-BEABE60BC990}"/>
                  </a:ext>
                </a:extLst>
              </p:cNvPr>
              <p:cNvSpPr/>
              <p:nvPr/>
            </p:nvSpPr>
            <p:spPr>
              <a:xfrm>
                <a:off x="4559812" y="4501610"/>
                <a:ext cx="214598" cy="278701"/>
              </a:xfrm>
              <a:custGeom>
                <a:avLst/>
                <a:gdLst>
                  <a:gd name="connsiteX0" fmla="*/ 214599 w 214598"/>
                  <a:gd name="connsiteY0" fmla="*/ 0 h 278701"/>
                  <a:gd name="connsiteX1" fmla="*/ 159925 w 214598"/>
                  <a:gd name="connsiteY1" fmla="*/ 174212 h 278701"/>
                  <a:gd name="connsiteX2" fmla="*/ 0 w 214598"/>
                  <a:gd name="connsiteY2" fmla="*/ 278702 h 278701"/>
                  <a:gd name="connsiteX3" fmla="*/ 133826 w 214598"/>
                  <a:gd name="connsiteY3" fmla="*/ 188405 h 278701"/>
                  <a:gd name="connsiteX4" fmla="*/ 214599 w 214598"/>
                  <a:gd name="connsiteY4" fmla="*/ 0 h 278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598" h="278701">
                    <a:moveTo>
                      <a:pt x="214599" y="0"/>
                    </a:moveTo>
                    <a:cubicBezTo>
                      <a:pt x="214599" y="0"/>
                      <a:pt x="208312" y="112300"/>
                      <a:pt x="159925" y="174212"/>
                    </a:cubicBezTo>
                    <a:cubicBezTo>
                      <a:pt x="111538" y="236125"/>
                      <a:pt x="0" y="278702"/>
                      <a:pt x="0" y="278702"/>
                    </a:cubicBezTo>
                    <a:cubicBezTo>
                      <a:pt x="0" y="278702"/>
                      <a:pt x="106109" y="216980"/>
                      <a:pt x="133826" y="188405"/>
                    </a:cubicBezTo>
                    <a:cubicBezTo>
                      <a:pt x="161544" y="159830"/>
                      <a:pt x="204311" y="102966"/>
                      <a:pt x="214599" y="0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13" name="Forme libre : forme 9112">
                <a:extLst>
                  <a:ext uri="{FF2B5EF4-FFF2-40B4-BE49-F238E27FC236}">
                    <a16:creationId xmlns:a16="http://schemas.microsoft.com/office/drawing/2014/main" id="{4DE75099-03C6-4496-BD56-90649B8E0C61}"/>
                  </a:ext>
                </a:extLst>
              </p:cNvPr>
              <p:cNvSpPr/>
              <p:nvPr/>
            </p:nvSpPr>
            <p:spPr>
              <a:xfrm>
                <a:off x="4368608" y="4374070"/>
                <a:ext cx="84238" cy="422814"/>
              </a:xfrm>
              <a:custGeom>
                <a:avLst/>
                <a:gdLst>
                  <a:gd name="connsiteX0" fmla="*/ 84238 w 84238"/>
                  <a:gd name="connsiteY0" fmla="*/ 0 h 422814"/>
                  <a:gd name="connsiteX1" fmla="*/ 2704 w 84238"/>
                  <a:gd name="connsiteY1" fmla="*/ 179737 h 422814"/>
                  <a:gd name="connsiteX2" fmla="*/ 44710 w 84238"/>
                  <a:gd name="connsiteY2" fmla="*/ 422815 h 422814"/>
                  <a:gd name="connsiteX3" fmla="*/ 5943 w 84238"/>
                  <a:gd name="connsiteY3" fmla="*/ 247840 h 422814"/>
                  <a:gd name="connsiteX4" fmla="*/ 84238 w 84238"/>
                  <a:gd name="connsiteY4" fmla="*/ 0 h 422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238" h="422814">
                    <a:moveTo>
                      <a:pt x="84238" y="0"/>
                    </a:moveTo>
                    <a:cubicBezTo>
                      <a:pt x="84238" y="0"/>
                      <a:pt x="15372" y="51435"/>
                      <a:pt x="2704" y="179737"/>
                    </a:cubicBezTo>
                    <a:cubicBezTo>
                      <a:pt x="-9964" y="308038"/>
                      <a:pt x="24897" y="387953"/>
                      <a:pt x="44710" y="422815"/>
                    </a:cubicBezTo>
                    <a:cubicBezTo>
                      <a:pt x="44710" y="422815"/>
                      <a:pt x="1942" y="312706"/>
                      <a:pt x="5943" y="247840"/>
                    </a:cubicBezTo>
                    <a:cubicBezTo>
                      <a:pt x="9848" y="182975"/>
                      <a:pt x="20897" y="71342"/>
                      <a:pt x="84238" y="0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14" name="Forme libre : forme 9113">
                <a:extLst>
                  <a:ext uri="{FF2B5EF4-FFF2-40B4-BE49-F238E27FC236}">
                    <a16:creationId xmlns:a16="http://schemas.microsoft.com/office/drawing/2014/main" id="{17FCE7D0-87E7-45D0-8731-86438A81B7BB}"/>
                  </a:ext>
                </a:extLst>
              </p:cNvPr>
              <p:cNvSpPr/>
              <p:nvPr/>
            </p:nvSpPr>
            <p:spPr>
              <a:xfrm>
                <a:off x="4514663" y="4438268"/>
                <a:ext cx="81533" cy="149637"/>
              </a:xfrm>
              <a:custGeom>
                <a:avLst/>
                <a:gdLst>
                  <a:gd name="connsiteX0" fmla="*/ 81534 w 81533"/>
                  <a:gd name="connsiteY0" fmla="*/ 0 h 149637"/>
                  <a:gd name="connsiteX1" fmla="*/ 26098 w 81533"/>
                  <a:gd name="connsiteY1" fmla="*/ 30861 h 149637"/>
                  <a:gd name="connsiteX2" fmla="*/ 0 w 81533"/>
                  <a:gd name="connsiteY2" fmla="*/ 149638 h 149637"/>
                  <a:gd name="connsiteX3" fmla="*/ 42767 w 81533"/>
                  <a:gd name="connsiteY3" fmla="*/ 19812 h 149637"/>
                  <a:gd name="connsiteX4" fmla="*/ 81534 w 81533"/>
                  <a:gd name="connsiteY4" fmla="*/ 0 h 149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533" h="149637">
                    <a:moveTo>
                      <a:pt x="81534" y="0"/>
                    </a:moveTo>
                    <a:cubicBezTo>
                      <a:pt x="81534" y="0"/>
                      <a:pt x="41910" y="0"/>
                      <a:pt x="26098" y="30861"/>
                    </a:cubicBezTo>
                    <a:cubicBezTo>
                      <a:pt x="10287" y="61722"/>
                      <a:pt x="1524" y="140113"/>
                      <a:pt x="0" y="149638"/>
                    </a:cubicBezTo>
                    <a:cubicBezTo>
                      <a:pt x="0" y="149638"/>
                      <a:pt x="14954" y="44577"/>
                      <a:pt x="42767" y="19812"/>
                    </a:cubicBezTo>
                    <a:cubicBezTo>
                      <a:pt x="64961" y="0"/>
                      <a:pt x="81534" y="0"/>
                      <a:pt x="81534" y="0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15" name="Forme libre : forme 9114">
                <a:extLst>
                  <a:ext uri="{FF2B5EF4-FFF2-40B4-BE49-F238E27FC236}">
                    <a16:creationId xmlns:a16="http://schemas.microsoft.com/office/drawing/2014/main" id="{547F048B-DDDC-4B0E-BF59-616147C3ADA7}"/>
                  </a:ext>
                </a:extLst>
              </p:cNvPr>
              <p:cNvSpPr/>
              <p:nvPr/>
            </p:nvSpPr>
            <p:spPr>
              <a:xfrm>
                <a:off x="4551871" y="4309063"/>
                <a:ext cx="168722" cy="35670"/>
              </a:xfrm>
              <a:custGeom>
                <a:avLst/>
                <a:gdLst>
                  <a:gd name="connsiteX0" fmla="*/ 35 w 168722"/>
                  <a:gd name="connsiteY0" fmla="*/ 14334 h 35670"/>
                  <a:gd name="connsiteX1" fmla="*/ 168722 w 168722"/>
                  <a:gd name="connsiteY1" fmla="*/ 35670 h 35670"/>
                  <a:gd name="connsiteX2" fmla="*/ 35 w 168722"/>
                  <a:gd name="connsiteY2" fmla="*/ 14334 h 35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8722" h="35670">
                    <a:moveTo>
                      <a:pt x="35" y="14334"/>
                    </a:moveTo>
                    <a:cubicBezTo>
                      <a:pt x="-2252" y="15096"/>
                      <a:pt x="108524" y="-18908"/>
                      <a:pt x="168722" y="35670"/>
                    </a:cubicBezTo>
                    <a:cubicBezTo>
                      <a:pt x="168627" y="35765"/>
                      <a:pt x="126717" y="-27576"/>
                      <a:pt x="35" y="14334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16" name="Forme libre : forme 9115">
                <a:extLst>
                  <a:ext uri="{FF2B5EF4-FFF2-40B4-BE49-F238E27FC236}">
                    <a16:creationId xmlns:a16="http://schemas.microsoft.com/office/drawing/2014/main" id="{1E7FD1C4-1CC8-4591-A3A8-F6B14CE8B7F3}"/>
                  </a:ext>
                </a:extLst>
              </p:cNvPr>
              <p:cNvSpPr/>
              <p:nvPr/>
            </p:nvSpPr>
            <p:spPr>
              <a:xfrm>
                <a:off x="4454465" y="4713065"/>
                <a:ext cx="262128" cy="128301"/>
              </a:xfrm>
              <a:custGeom>
                <a:avLst/>
                <a:gdLst>
                  <a:gd name="connsiteX0" fmla="*/ 262128 w 262128"/>
                  <a:gd name="connsiteY0" fmla="*/ 0 h 128301"/>
                  <a:gd name="connsiteX1" fmla="*/ 0 w 262128"/>
                  <a:gd name="connsiteY1" fmla="*/ 128302 h 128301"/>
                  <a:gd name="connsiteX2" fmla="*/ 262128 w 262128"/>
                  <a:gd name="connsiteY2" fmla="*/ 0 h 12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2128" h="128301">
                    <a:moveTo>
                      <a:pt x="262128" y="0"/>
                    </a:moveTo>
                    <a:cubicBezTo>
                      <a:pt x="262128" y="0"/>
                      <a:pt x="125159" y="100584"/>
                      <a:pt x="0" y="128302"/>
                    </a:cubicBezTo>
                    <a:cubicBezTo>
                      <a:pt x="0" y="128206"/>
                      <a:pt x="122777" y="122682"/>
                      <a:pt x="262128" y="0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17" name="Forme libre : forme 9116">
                <a:extLst>
                  <a:ext uri="{FF2B5EF4-FFF2-40B4-BE49-F238E27FC236}">
                    <a16:creationId xmlns:a16="http://schemas.microsoft.com/office/drawing/2014/main" id="{96203ED1-0B99-4463-95BE-F921C5B8189C}"/>
                  </a:ext>
                </a:extLst>
              </p:cNvPr>
              <p:cNvSpPr/>
              <p:nvPr/>
            </p:nvSpPr>
            <p:spPr>
              <a:xfrm>
                <a:off x="4466207" y="4358806"/>
                <a:ext cx="36726" cy="34725"/>
              </a:xfrm>
              <a:custGeom>
                <a:avLst/>
                <a:gdLst>
                  <a:gd name="connsiteX0" fmla="*/ 35787 w 36726"/>
                  <a:gd name="connsiteY0" fmla="*/ 2405 h 34725"/>
                  <a:gd name="connsiteX1" fmla="*/ 450 w 36726"/>
                  <a:gd name="connsiteY1" fmla="*/ 32980 h 34725"/>
                  <a:gd name="connsiteX2" fmla="*/ 35787 w 36726"/>
                  <a:gd name="connsiteY2" fmla="*/ 2405 h 3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726" h="34725">
                    <a:moveTo>
                      <a:pt x="35787" y="2405"/>
                    </a:moveTo>
                    <a:cubicBezTo>
                      <a:pt x="30168" y="-9215"/>
                      <a:pt x="-4312" y="24599"/>
                      <a:pt x="450" y="32980"/>
                    </a:cubicBezTo>
                    <a:cubicBezTo>
                      <a:pt x="5213" y="41362"/>
                      <a:pt x="43122" y="17645"/>
                      <a:pt x="35787" y="2405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18" name="Forme libre : forme 9117">
                <a:extLst>
                  <a:ext uri="{FF2B5EF4-FFF2-40B4-BE49-F238E27FC236}">
                    <a16:creationId xmlns:a16="http://schemas.microsoft.com/office/drawing/2014/main" id="{A6AE77FA-7E68-4789-AF9B-7FC9DCA30DB0}"/>
                  </a:ext>
                </a:extLst>
              </p:cNvPr>
              <p:cNvSpPr/>
              <p:nvPr/>
            </p:nvSpPr>
            <p:spPr>
              <a:xfrm>
                <a:off x="4585339" y="4367022"/>
                <a:ext cx="47053" cy="15811"/>
              </a:xfrm>
              <a:custGeom>
                <a:avLst/>
                <a:gdLst>
                  <a:gd name="connsiteX0" fmla="*/ 47053 w 47053"/>
                  <a:gd name="connsiteY0" fmla="*/ 7906 h 15811"/>
                  <a:gd name="connsiteX1" fmla="*/ 23527 w 47053"/>
                  <a:gd name="connsiteY1" fmla="*/ 15811 h 15811"/>
                  <a:gd name="connsiteX2" fmla="*/ 0 w 47053"/>
                  <a:gd name="connsiteY2" fmla="*/ 7906 h 15811"/>
                  <a:gd name="connsiteX3" fmla="*/ 23527 w 47053"/>
                  <a:gd name="connsiteY3" fmla="*/ 0 h 15811"/>
                  <a:gd name="connsiteX4" fmla="*/ 47053 w 47053"/>
                  <a:gd name="connsiteY4" fmla="*/ 7906 h 15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3" h="15811">
                    <a:moveTo>
                      <a:pt x="47053" y="7906"/>
                    </a:moveTo>
                    <a:cubicBezTo>
                      <a:pt x="47053" y="12272"/>
                      <a:pt x="36520" y="15811"/>
                      <a:pt x="23527" y="15811"/>
                    </a:cubicBezTo>
                    <a:cubicBezTo>
                      <a:pt x="10533" y="15811"/>
                      <a:pt x="0" y="12272"/>
                      <a:pt x="0" y="7906"/>
                    </a:cubicBezTo>
                    <a:cubicBezTo>
                      <a:pt x="0" y="3539"/>
                      <a:pt x="10533" y="0"/>
                      <a:pt x="23527" y="0"/>
                    </a:cubicBezTo>
                    <a:cubicBezTo>
                      <a:pt x="36520" y="0"/>
                      <a:pt x="47053" y="3540"/>
                      <a:pt x="47053" y="7906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19" name="Forme libre : forme 9118">
                <a:extLst>
                  <a:ext uri="{FF2B5EF4-FFF2-40B4-BE49-F238E27FC236}">
                    <a16:creationId xmlns:a16="http://schemas.microsoft.com/office/drawing/2014/main" id="{8E2AA0FF-8698-4340-A4E5-02A3E0D6D8A1}"/>
                  </a:ext>
                </a:extLst>
              </p:cNvPr>
              <p:cNvSpPr/>
              <p:nvPr/>
            </p:nvSpPr>
            <p:spPr>
              <a:xfrm rot="-2880691">
                <a:off x="4607413" y="4642307"/>
                <a:ext cx="38101" cy="15240"/>
              </a:xfrm>
              <a:custGeom>
                <a:avLst/>
                <a:gdLst>
                  <a:gd name="connsiteX0" fmla="*/ 38101 w 38101"/>
                  <a:gd name="connsiteY0" fmla="*/ 7620 h 15240"/>
                  <a:gd name="connsiteX1" fmla="*/ 19051 w 38101"/>
                  <a:gd name="connsiteY1" fmla="*/ 15240 h 15240"/>
                  <a:gd name="connsiteX2" fmla="*/ 0 w 38101"/>
                  <a:gd name="connsiteY2" fmla="*/ 7620 h 15240"/>
                  <a:gd name="connsiteX3" fmla="*/ 19051 w 38101"/>
                  <a:gd name="connsiteY3" fmla="*/ 0 h 15240"/>
                  <a:gd name="connsiteX4" fmla="*/ 38101 w 38101"/>
                  <a:gd name="connsiteY4" fmla="*/ 762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1" h="15240">
                    <a:moveTo>
                      <a:pt x="38101" y="7620"/>
                    </a:moveTo>
                    <a:cubicBezTo>
                      <a:pt x="38101" y="11829"/>
                      <a:pt x="29572" y="15240"/>
                      <a:pt x="19051" y="15240"/>
                    </a:cubicBezTo>
                    <a:cubicBezTo>
                      <a:pt x="8530" y="15240"/>
                      <a:pt x="0" y="11828"/>
                      <a:pt x="0" y="7620"/>
                    </a:cubicBezTo>
                    <a:cubicBezTo>
                      <a:pt x="0" y="3412"/>
                      <a:pt x="8530" y="0"/>
                      <a:pt x="19051" y="0"/>
                    </a:cubicBezTo>
                    <a:cubicBezTo>
                      <a:pt x="29572" y="0"/>
                      <a:pt x="38101" y="3412"/>
                      <a:pt x="38101" y="7620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20" name="Forme libre : forme 9119">
                <a:extLst>
                  <a:ext uri="{FF2B5EF4-FFF2-40B4-BE49-F238E27FC236}">
                    <a16:creationId xmlns:a16="http://schemas.microsoft.com/office/drawing/2014/main" id="{2598BC8B-1E02-4BD2-A0B1-3A1E83F88F91}"/>
                  </a:ext>
                </a:extLst>
              </p:cNvPr>
              <p:cNvSpPr/>
              <p:nvPr/>
            </p:nvSpPr>
            <p:spPr>
              <a:xfrm>
                <a:off x="4402935" y="4598193"/>
                <a:ext cx="14287" cy="40195"/>
              </a:xfrm>
              <a:custGeom>
                <a:avLst/>
                <a:gdLst>
                  <a:gd name="connsiteX0" fmla="*/ 14288 w 14287"/>
                  <a:gd name="connsiteY0" fmla="*/ 20098 h 40195"/>
                  <a:gd name="connsiteX1" fmla="*/ 7144 w 14287"/>
                  <a:gd name="connsiteY1" fmla="*/ 40195 h 40195"/>
                  <a:gd name="connsiteX2" fmla="*/ 0 w 14287"/>
                  <a:gd name="connsiteY2" fmla="*/ 20098 h 40195"/>
                  <a:gd name="connsiteX3" fmla="*/ 7144 w 14287"/>
                  <a:gd name="connsiteY3" fmla="*/ 0 h 40195"/>
                  <a:gd name="connsiteX4" fmla="*/ 14288 w 14287"/>
                  <a:gd name="connsiteY4" fmla="*/ 20098 h 4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87" h="40195">
                    <a:moveTo>
                      <a:pt x="14288" y="20098"/>
                    </a:moveTo>
                    <a:cubicBezTo>
                      <a:pt x="14288" y="31197"/>
                      <a:pt x="11089" y="40195"/>
                      <a:pt x="7144" y="40195"/>
                    </a:cubicBezTo>
                    <a:cubicBezTo>
                      <a:pt x="3198" y="40195"/>
                      <a:pt x="0" y="31197"/>
                      <a:pt x="0" y="20098"/>
                    </a:cubicBezTo>
                    <a:cubicBezTo>
                      <a:pt x="0" y="8998"/>
                      <a:pt x="3198" y="0"/>
                      <a:pt x="7144" y="0"/>
                    </a:cubicBezTo>
                    <a:cubicBezTo>
                      <a:pt x="11089" y="0"/>
                      <a:pt x="14288" y="8998"/>
                      <a:pt x="14288" y="20098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21" name="Forme libre : forme 9120">
                <a:extLst>
                  <a:ext uri="{FF2B5EF4-FFF2-40B4-BE49-F238E27FC236}">
                    <a16:creationId xmlns:a16="http://schemas.microsoft.com/office/drawing/2014/main" id="{4656D87F-C838-4CE6-B930-9FD1F0FCD496}"/>
                  </a:ext>
                </a:extLst>
              </p:cNvPr>
              <p:cNvSpPr/>
              <p:nvPr/>
            </p:nvSpPr>
            <p:spPr>
              <a:xfrm>
                <a:off x="4352072" y="4539900"/>
                <a:ext cx="15240" cy="36385"/>
              </a:xfrm>
              <a:custGeom>
                <a:avLst/>
                <a:gdLst>
                  <a:gd name="connsiteX0" fmla="*/ 15240 w 15240"/>
                  <a:gd name="connsiteY0" fmla="*/ 18193 h 36385"/>
                  <a:gd name="connsiteX1" fmla="*/ 7620 w 15240"/>
                  <a:gd name="connsiteY1" fmla="*/ 36386 h 36385"/>
                  <a:gd name="connsiteX2" fmla="*/ 0 w 15240"/>
                  <a:gd name="connsiteY2" fmla="*/ 18193 h 36385"/>
                  <a:gd name="connsiteX3" fmla="*/ 7620 w 15240"/>
                  <a:gd name="connsiteY3" fmla="*/ 0 h 36385"/>
                  <a:gd name="connsiteX4" fmla="*/ 15240 w 15240"/>
                  <a:gd name="connsiteY4" fmla="*/ 18193 h 36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0" h="36385">
                    <a:moveTo>
                      <a:pt x="15240" y="18193"/>
                    </a:moveTo>
                    <a:cubicBezTo>
                      <a:pt x="15240" y="28240"/>
                      <a:pt x="11828" y="36386"/>
                      <a:pt x="7620" y="36386"/>
                    </a:cubicBezTo>
                    <a:cubicBezTo>
                      <a:pt x="3412" y="36386"/>
                      <a:pt x="0" y="28240"/>
                      <a:pt x="0" y="18193"/>
                    </a:cubicBezTo>
                    <a:cubicBezTo>
                      <a:pt x="0" y="8145"/>
                      <a:pt x="3412" y="0"/>
                      <a:pt x="7620" y="0"/>
                    </a:cubicBezTo>
                    <a:cubicBezTo>
                      <a:pt x="11828" y="0"/>
                      <a:pt x="15240" y="8145"/>
                      <a:pt x="15240" y="18193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22" name="Forme libre : forme 9121">
                <a:extLst>
                  <a:ext uri="{FF2B5EF4-FFF2-40B4-BE49-F238E27FC236}">
                    <a16:creationId xmlns:a16="http://schemas.microsoft.com/office/drawing/2014/main" id="{0F117F8E-200F-4523-B0F5-521670A1F629}"/>
                  </a:ext>
                </a:extLst>
              </p:cNvPr>
              <p:cNvSpPr/>
              <p:nvPr/>
            </p:nvSpPr>
            <p:spPr>
              <a:xfrm rot="-829334">
                <a:off x="4403258" y="4713388"/>
                <a:ext cx="13143" cy="26859"/>
              </a:xfrm>
              <a:custGeom>
                <a:avLst/>
                <a:gdLst>
                  <a:gd name="connsiteX0" fmla="*/ 13144 w 13143"/>
                  <a:gd name="connsiteY0" fmla="*/ 13430 h 26859"/>
                  <a:gd name="connsiteX1" fmla="*/ 6572 w 13143"/>
                  <a:gd name="connsiteY1" fmla="*/ 26859 h 26859"/>
                  <a:gd name="connsiteX2" fmla="*/ 0 w 13143"/>
                  <a:gd name="connsiteY2" fmla="*/ 13430 h 26859"/>
                  <a:gd name="connsiteX3" fmla="*/ 6572 w 13143"/>
                  <a:gd name="connsiteY3" fmla="*/ 0 h 26859"/>
                  <a:gd name="connsiteX4" fmla="*/ 13144 w 13143"/>
                  <a:gd name="connsiteY4" fmla="*/ 13430 h 2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43" h="26859">
                    <a:moveTo>
                      <a:pt x="13144" y="13430"/>
                    </a:moveTo>
                    <a:cubicBezTo>
                      <a:pt x="13144" y="20847"/>
                      <a:pt x="10202" y="26859"/>
                      <a:pt x="6572" y="26859"/>
                    </a:cubicBezTo>
                    <a:cubicBezTo>
                      <a:pt x="2942" y="26859"/>
                      <a:pt x="0" y="20847"/>
                      <a:pt x="0" y="13430"/>
                    </a:cubicBezTo>
                    <a:cubicBezTo>
                      <a:pt x="0" y="6013"/>
                      <a:pt x="2942" y="0"/>
                      <a:pt x="6572" y="0"/>
                    </a:cubicBezTo>
                    <a:cubicBezTo>
                      <a:pt x="10202" y="0"/>
                      <a:pt x="13144" y="6013"/>
                      <a:pt x="13144" y="13430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23" name="Forme libre : forme 9122">
                <a:extLst>
                  <a:ext uri="{FF2B5EF4-FFF2-40B4-BE49-F238E27FC236}">
                    <a16:creationId xmlns:a16="http://schemas.microsoft.com/office/drawing/2014/main" id="{23F2C96A-5974-4617-BD8E-4AEFD389AF74}"/>
                  </a:ext>
                </a:extLst>
              </p:cNvPr>
              <p:cNvSpPr/>
              <p:nvPr/>
            </p:nvSpPr>
            <p:spPr>
              <a:xfrm rot="-1928339">
                <a:off x="4602924" y="4722570"/>
                <a:ext cx="36958" cy="13145"/>
              </a:xfrm>
              <a:custGeom>
                <a:avLst/>
                <a:gdLst>
                  <a:gd name="connsiteX0" fmla="*/ 36959 w 36958"/>
                  <a:gd name="connsiteY0" fmla="*/ 6573 h 13145"/>
                  <a:gd name="connsiteX1" fmla="*/ 18479 w 36958"/>
                  <a:gd name="connsiteY1" fmla="*/ 13145 h 13145"/>
                  <a:gd name="connsiteX2" fmla="*/ 0 w 36958"/>
                  <a:gd name="connsiteY2" fmla="*/ 6573 h 13145"/>
                  <a:gd name="connsiteX3" fmla="*/ 18479 w 36958"/>
                  <a:gd name="connsiteY3" fmla="*/ 0 h 13145"/>
                  <a:gd name="connsiteX4" fmla="*/ 36959 w 36958"/>
                  <a:gd name="connsiteY4" fmla="*/ 6573 h 1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958" h="13145">
                    <a:moveTo>
                      <a:pt x="36959" y="6573"/>
                    </a:moveTo>
                    <a:cubicBezTo>
                      <a:pt x="36959" y="10202"/>
                      <a:pt x="28685" y="13145"/>
                      <a:pt x="18479" y="13145"/>
                    </a:cubicBezTo>
                    <a:cubicBezTo>
                      <a:pt x="8274" y="13145"/>
                      <a:pt x="0" y="10202"/>
                      <a:pt x="0" y="6573"/>
                    </a:cubicBezTo>
                    <a:cubicBezTo>
                      <a:pt x="0" y="2943"/>
                      <a:pt x="8274" y="0"/>
                      <a:pt x="18479" y="0"/>
                    </a:cubicBezTo>
                    <a:cubicBezTo>
                      <a:pt x="28685" y="0"/>
                      <a:pt x="36959" y="2943"/>
                      <a:pt x="36959" y="6573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24" name="Forme libre : forme 9123">
                <a:extLst>
                  <a:ext uri="{FF2B5EF4-FFF2-40B4-BE49-F238E27FC236}">
                    <a16:creationId xmlns:a16="http://schemas.microsoft.com/office/drawing/2014/main" id="{2717809D-EBA5-4C3B-8B0B-6F3BB12613A1}"/>
                  </a:ext>
                </a:extLst>
              </p:cNvPr>
              <p:cNvSpPr/>
              <p:nvPr/>
            </p:nvSpPr>
            <p:spPr>
              <a:xfrm rot="-4398605">
                <a:off x="4714792" y="4559600"/>
                <a:ext cx="35052" cy="14859"/>
              </a:xfrm>
              <a:custGeom>
                <a:avLst/>
                <a:gdLst>
                  <a:gd name="connsiteX0" fmla="*/ 35053 w 35052"/>
                  <a:gd name="connsiteY0" fmla="*/ 7430 h 14859"/>
                  <a:gd name="connsiteX1" fmla="*/ 17526 w 35052"/>
                  <a:gd name="connsiteY1" fmla="*/ 14860 h 14859"/>
                  <a:gd name="connsiteX2" fmla="*/ -1 w 35052"/>
                  <a:gd name="connsiteY2" fmla="*/ 7430 h 14859"/>
                  <a:gd name="connsiteX3" fmla="*/ 17526 w 35052"/>
                  <a:gd name="connsiteY3" fmla="*/ 0 h 14859"/>
                  <a:gd name="connsiteX4" fmla="*/ 35053 w 35052"/>
                  <a:gd name="connsiteY4" fmla="*/ 7430 h 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052" h="14859">
                    <a:moveTo>
                      <a:pt x="35053" y="7430"/>
                    </a:moveTo>
                    <a:cubicBezTo>
                      <a:pt x="35053" y="11533"/>
                      <a:pt x="27206" y="14860"/>
                      <a:pt x="17526" y="14860"/>
                    </a:cubicBezTo>
                    <a:cubicBezTo>
                      <a:pt x="7847" y="14860"/>
                      <a:pt x="-1" y="11533"/>
                      <a:pt x="-1" y="7430"/>
                    </a:cubicBezTo>
                    <a:cubicBezTo>
                      <a:pt x="-1" y="3326"/>
                      <a:pt x="7846" y="0"/>
                      <a:pt x="17526" y="0"/>
                    </a:cubicBezTo>
                    <a:cubicBezTo>
                      <a:pt x="27205" y="0"/>
                      <a:pt x="35053" y="3326"/>
                      <a:pt x="35053" y="7430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25" name="Forme libre : forme 9124">
                <a:extLst>
                  <a:ext uri="{FF2B5EF4-FFF2-40B4-BE49-F238E27FC236}">
                    <a16:creationId xmlns:a16="http://schemas.microsoft.com/office/drawing/2014/main" id="{1C9BD6F0-D4AD-40FC-AEF5-FA8B2504C86F}"/>
                  </a:ext>
                </a:extLst>
              </p:cNvPr>
              <p:cNvSpPr/>
              <p:nvPr/>
            </p:nvSpPr>
            <p:spPr>
              <a:xfrm rot="-1193729">
                <a:off x="4709938" y="4391109"/>
                <a:ext cx="15811" cy="35432"/>
              </a:xfrm>
              <a:custGeom>
                <a:avLst/>
                <a:gdLst>
                  <a:gd name="connsiteX0" fmla="*/ 15811 w 15811"/>
                  <a:gd name="connsiteY0" fmla="*/ 17716 h 35432"/>
                  <a:gd name="connsiteX1" fmla="*/ 7905 w 15811"/>
                  <a:gd name="connsiteY1" fmla="*/ 35432 h 35432"/>
                  <a:gd name="connsiteX2" fmla="*/ -1 w 15811"/>
                  <a:gd name="connsiteY2" fmla="*/ 17716 h 35432"/>
                  <a:gd name="connsiteX3" fmla="*/ 7905 w 15811"/>
                  <a:gd name="connsiteY3" fmla="*/ 0 h 35432"/>
                  <a:gd name="connsiteX4" fmla="*/ 15811 w 15811"/>
                  <a:gd name="connsiteY4" fmla="*/ 17716 h 35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11" h="35432">
                    <a:moveTo>
                      <a:pt x="15811" y="17716"/>
                    </a:moveTo>
                    <a:cubicBezTo>
                      <a:pt x="15811" y="27501"/>
                      <a:pt x="12272" y="35432"/>
                      <a:pt x="7905" y="35432"/>
                    </a:cubicBezTo>
                    <a:cubicBezTo>
                      <a:pt x="3539" y="35432"/>
                      <a:pt x="-1" y="27500"/>
                      <a:pt x="-1" y="17716"/>
                    </a:cubicBezTo>
                    <a:cubicBezTo>
                      <a:pt x="-1" y="7932"/>
                      <a:pt x="3539" y="0"/>
                      <a:pt x="7905" y="0"/>
                    </a:cubicBezTo>
                    <a:cubicBezTo>
                      <a:pt x="12271" y="0"/>
                      <a:pt x="15811" y="7932"/>
                      <a:pt x="15811" y="17716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26" name="Forme libre : forme 9125">
                <a:extLst>
                  <a:ext uri="{FF2B5EF4-FFF2-40B4-BE49-F238E27FC236}">
                    <a16:creationId xmlns:a16="http://schemas.microsoft.com/office/drawing/2014/main" id="{2293C857-F8C9-4675-9ADC-650AB802EA6E}"/>
                  </a:ext>
                </a:extLst>
              </p:cNvPr>
              <p:cNvSpPr/>
              <p:nvPr/>
            </p:nvSpPr>
            <p:spPr>
              <a:xfrm rot="-4716550">
                <a:off x="4654243" y="4305942"/>
                <a:ext cx="15239" cy="34289"/>
              </a:xfrm>
              <a:custGeom>
                <a:avLst/>
                <a:gdLst>
                  <a:gd name="connsiteX0" fmla="*/ 15240 w 15239"/>
                  <a:gd name="connsiteY0" fmla="*/ 17145 h 34289"/>
                  <a:gd name="connsiteX1" fmla="*/ 7620 w 15239"/>
                  <a:gd name="connsiteY1" fmla="*/ 34290 h 34289"/>
                  <a:gd name="connsiteX2" fmla="*/ 0 w 15239"/>
                  <a:gd name="connsiteY2" fmla="*/ 17145 h 34289"/>
                  <a:gd name="connsiteX3" fmla="*/ 7620 w 15239"/>
                  <a:gd name="connsiteY3" fmla="*/ 0 h 34289"/>
                  <a:gd name="connsiteX4" fmla="*/ 15240 w 15239"/>
                  <a:gd name="connsiteY4" fmla="*/ 17145 h 3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39" h="34289">
                    <a:moveTo>
                      <a:pt x="15240" y="17145"/>
                    </a:moveTo>
                    <a:cubicBezTo>
                      <a:pt x="15240" y="26614"/>
                      <a:pt x="11829" y="34290"/>
                      <a:pt x="7620" y="34290"/>
                    </a:cubicBezTo>
                    <a:cubicBezTo>
                      <a:pt x="3412" y="34290"/>
                      <a:pt x="0" y="26614"/>
                      <a:pt x="0" y="17145"/>
                    </a:cubicBezTo>
                    <a:cubicBezTo>
                      <a:pt x="0" y="7676"/>
                      <a:pt x="3412" y="0"/>
                      <a:pt x="7620" y="0"/>
                    </a:cubicBezTo>
                    <a:cubicBezTo>
                      <a:pt x="11829" y="0"/>
                      <a:pt x="15240" y="7676"/>
                      <a:pt x="15240" y="17145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9127" name="Graphique 1">
                <a:extLst>
                  <a:ext uri="{FF2B5EF4-FFF2-40B4-BE49-F238E27FC236}">
                    <a16:creationId xmlns:a16="http://schemas.microsoft.com/office/drawing/2014/main" id="{8ECF9E82-FB7F-4E59-8CC6-91F89BFA2362}"/>
                  </a:ext>
                </a:extLst>
              </p:cNvPr>
              <p:cNvGrpSpPr/>
              <p:nvPr/>
            </p:nvGrpSpPr>
            <p:grpSpPr>
              <a:xfrm>
                <a:off x="502674" y="4223556"/>
                <a:ext cx="424063" cy="594092"/>
                <a:chOff x="502674" y="4223556"/>
                <a:chExt cx="424063" cy="594092"/>
              </a:xfrm>
              <a:solidFill>
                <a:schemeClr val="accent1"/>
              </a:solidFill>
            </p:grpSpPr>
            <p:sp>
              <p:nvSpPr>
                <p:cNvPr id="9395" name="Forme libre : forme 9394">
                  <a:extLst>
                    <a:ext uri="{FF2B5EF4-FFF2-40B4-BE49-F238E27FC236}">
                      <a16:creationId xmlns:a16="http://schemas.microsoft.com/office/drawing/2014/main" id="{A549BFFF-42BD-4016-81BC-23398A27CF79}"/>
                    </a:ext>
                  </a:extLst>
                </p:cNvPr>
                <p:cNvSpPr/>
                <p:nvPr/>
              </p:nvSpPr>
              <p:spPr>
                <a:xfrm>
                  <a:off x="628273" y="4223556"/>
                  <a:ext cx="298465" cy="539381"/>
                </a:xfrm>
                <a:custGeom>
                  <a:avLst/>
                  <a:gdLst>
                    <a:gd name="connsiteX0" fmla="*/ 0 w 298465"/>
                    <a:gd name="connsiteY0" fmla="*/ 5257 h 539381"/>
                    <a:gd name="connsiteX1" fmla="*/ 254794 w 298465"/>
                    <a:gd name="connsiteY1" fmla="*/ 98031 h 539381"/>
                    <a:gd name="connsiteX2" fmla="*/ 250126 w 298465"/>
                    <a:gd name="connsiteY2" fmla="*/ 390925 h 539381"/>
                    <a:gd name="connsiteX3" fmla="*/ 194405 w 298465"/>
                    <a:gd name="connsiteY3" fmla="*/ 534943 h 539381"/>
                    <a:gd name="connsiteX4" fmla="*/ 0 w 298465"/>
                    <a:gd name="connsiteY4" fmla="*/ 5257 h 539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8465" h="539381">
                      <a:moveTo>
                        <a:pt x="0" y="5257"/>
                      </a:moveTo>
                      <a:cubicBezTo>
                        <a:pt x="0" y="5257"/>
                        <a:pt x="171450" y="-33224"/>
                        <a:pt x="254794" y="98031"/>
                      </a:cubicBezTo>
                      <a:cubicBezTo>
                        <a:pt x="338138" y="229285"/>
                        <a:pt x="282321" y="339013"/>
                        <a:pt x="250126" y="390925"/>
                      </a:cubicBezTo>
                      <a:cubicBezTo>
                        <a:pt x="217932" y="442741"/>
                        <a:pt x="187738" y="473697"/>
                        <a:pt x="194405" y="534943"/>
                      </a:cubicBezTo>
                      <a:cubicBezTo>
                        <a:pt x="201073" y="596093"/>
                        <a:pt x="0" y="5257"/>
                        <a:pt x="0" y="5257"/>
                      </a:cubicBezTo>
                      <a:close/>
                    </a:path>
                  </a:pathLst>
                </a:custGeom>
                <a:solidFill>
                  <a:srgbClr val="F9D74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96" name="Forme libre : forme 9395">
                  <a:extLst>
                    <a:ext uri="{FF2B5EF4-FFF2-40B4-BE49-F238E27FC236}">
                      <a16:creationId xmlns:a16="http://schemas.microsoft.com/office/drawing/2014/main" id="{E6041D6F-A3F8-4806-ABFD-3CF52F83F83D}"/>
                    </a:ext>
                  </a:extLst>
                </p:cNvPr>
                <p:cNvSpPr/>
                <p:nvPr/>
              </p:nvSpPr>
              <p:spPr>
                <a:xfrm>
                  <a:off x="502674" y="4228093"/>
                  <a:ext cx="396394" cy="589556"/>
                </a:xfrm>
                <a:custGeom>
                  <a:avLst/>
                  <a:gdLst>
                    <a:gd name="connsiteX0" fmla="*/ 336006 w 396394"/>
                    <a:gd name="connsiteY0" fmla="*/ 554409 h 589556"/>
                    <a:gd name="connsiteX1" fmla="*/ 347341 w 396394"/>
                    <a:gd name="connsiteY1" fmla="*/ 406771 h 589556"/>
                    <a:gd name="connsiteX2" fmla="*/ 372106 w 396394"/>
                    <a:gd name="connsiteY2" fmla="*/ 174838 h 589556"/>
                    <a:gd name="connsiteX3" fmla="*/ 117217 w 396394"/>
                    <a:gd name="connsiteY3" fmla="*/ 2911 h 589556"/>
                    <a:gd name="connsiteX4" fmla="*/ 5012 w 396394"/>
                    <a:gd name="connsiteY4" fmla="*/ 252562 h 589556"/>
                    <a:gd name="connsiteX5" fmla="*/ 194655 w 396394"/>
                    <a:gd name="connsiteY5" fmla="*/ 464207 h 589556"/>
                    <a:gd name="connsiteX6" fmla="*/ 289619 w 396394"/>
                    <a:gd name="connsiteY6" fmla="*/ 530215 h 589556"/>
                    <a:gd name="connsiteX7" fmla="*/ 268188 w 396394"/>
                    <a:gd name="connsiteY7" fmla="*/ 589556 h 589556"/>
                    <a:gd name="connsiteX8" fmla="*/ 396394 w 396394"/>
                    <a:gd name="connsiteY8" fmla="*/ 588127 h 589556"/>
                    <a:gd name="connsiteX9" fmla="*/ 336006 w 396394"/>
                    <a:gd name="connsiteY9" fmla="*/ 554409 h 58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6394" h="589556">
                      <a:moveTo>
                        <a:pt x="336006" y="554409"/>
                      </a:moveTo>
                      <a:cubicBezTo>
                        <a:pt x="301621" y="478780"/>
                        <a:pt x="336196" y="430489"/>
                        <a:pt x="347341" y="406771"/>
                      </a:cubicBezTo>
                      <a:cubicBezTo>
                        <a:pt x="359152" y="381911"/>
                        <a:pt x="413920" y="289423"/>
                        <a:pt x="372106" y="174838"/>
                      </a:cubicBezTo>
                      <a:cubicBezTo>
                        <a:pt x="330291" y="60252"/>
                        <a:pt x="200179" y="-16139"/>
                        <a:pt x="117217" y="2911"/>
                      </a:cubicBezTo>
                      <a:cubicBezTo>
                        <a:pt x="34254" y="21961"/>
                        <a:pt x="-16705" y="115116"/>
                        <a:pt x="5012" y="252562"/>
                      </a:cubicBezTo>
                      <a:cubicBezTo>
                        <a:pt x="26729" y="390007"/>
                        <a:pt x="109692" y="431251"/>
                        <a:pt x="194655" y="464207"/>
                      </a:cubicBezTo>
                      <a:cubicBezTo>
                        <a:pt x="256663" y="488210"/>
                        <a:pt x="281047" y="516595"/>
                        <a:pt x="289619" y="530215"/>
                      </a:cubicBezTo>
                      <a:cubicBezTo>
                        <a:pt x="296572" y="545074"/>
                        <a:pt x="321147" y="581174"/>
                        <a:pt x="268188" y="589556"/>
                      </a:cubicBezTo>
                      <a:cubicBezTo>
                        <a:pt x="279904" y="589556"/>
                        <a:pt x="384679" y="588127"/>
                        <a:pt x="396394" y="588127"/>
                      </a:cubicBezTo>
                      <a:cubicBezTo>
                        <a:pt x="355151" y="588889"/>
                        <a:pt x="339435" y="560790"/>
                        <a:pt x="336006" y="554409"/>
                      </a:cubicBezTo>
                      <a:close/>
                    </a:path>
                  </a:pathLst>
                </a:custGeom>
                <a:solidFill>
                  <a:srgbClr val="F7B53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97" name="Forme libre : forme 9396">
                  <a:extLst>
                    <a:ext uri="{FF2B5EF4-FFF2-40B4-BE49-F238E27FC236}">
                      <a16:creationId xmlns:a16="http://schemas.microsoft.com/office/drawing/2014/main" id="{1D1574E9-2A9D-4CD8-8317-F5099D32EEAB}"/>
                    </a:ext>
                  </a:extLst>
                </p:cNvPr>
                <p:cNvSpPr/>
                <p:nvPr/>
              </p:nvSpPr>
              <p:spPr>
                <a:xfrm>
                  <a:off x="616176" y="4228093"/>
                  <a:ext cx="274097" cy="572415"/>
                </a:xfrm>
                <a:custGeom>
                  <a:avLst/>
                  <a:gdLst>
                    <a:gd name="connsiteX0" fmla="*/ 222504 w 274097"/>
                    <a:gd name="connsiteY0" fmla="*/ 554409 h 572415"/>
                    <a:gd name="connsiteX1" fmla="*/ 233839 w 274097"/>
                    <a:gd name="connsiteY1" fmla="*/ 406771 h 572415"/>
                    <a:gd name="connsiteX2" fmla="*/ 258604 w 274097"/>
                    <a:gd name="connsiteY2" fmla="*/ 174838 h 572415"/>
                    <a:gd name="connsiteX3" fmla="*/ 3715 w 274097"/>
                    <a:gd name="connsiteY3" fmla="*/ 2911 h 572415"/>
                    <a:gd name="connsiteX4" fmla="*/ 0 w 274097"/>
                    <a:gd name="connsiteY4" fmla="*/ 4054 h 572415"/>
                    <a:gd name="connsiteX5" fmla="*/ 241459 w 274097"/>
                    <a:gd name="connsiteY5" fmla="*/ 178076 h 572415"/>
                    <a:gd name="connsiteX6" fmla="*/ 216694 w 274097"/>
                    <a:gd name="connsiteY6" fmla="*/ 410010 h 572415"/>
                    <a:gd name="connsiteX7" fmla="*/ 205359 w 274097"/>
                    <a:gd name="connsiteY7" fmla="*/ 557647 h 572415"/>
                    <a:gd name="connsiteX8" fmla="*/ 218123 w 274097"/>
                    <a:gd name="connsiteY8" fmla="*/ 570411 h 572415"/>
                    <a:gd name="connsiteX9" fmla="*/ 232696 w 274097"/>
                    <a:gd name="connsiteY9" fmla="*/ 572411 h 572415"/>
                    <a:gd name="connsiteX10" fmla="*/ 222504 w 274097"/>
                    <a:gd name="connsiteY10" fmla="*/ 554409 h 572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4097" h="572415">
                      <a:moveTo>
                        <a:pt x="222504" y="554409"/>
                      </a:moveTo>
                      <a:cubicBezTo>
                        <a:pt x="188119" y="478780"/>
                        <a:pt x="222694" y="430489"/>
                        <a:pt x="233839" y="406771"/>
                      </a:cubicBezTo>
                      <a:cubicBezTo>
                        <a:pt x="245650" y="381911"/>
                        <a:pt x="300418" y="289423"/>
                        <a:pt x="258604" y="174838"/>
                      </a:cubicBezTo>
                      <a:cubicBezTo>
                        <a:pt x="216789" y="60252"/>
                        <a:pt x="86677" y="-16139"/>
                        <a:pt x="3715" y="2911"/>
                      </a:cubicBezTo>
                      <a:cubicBezTo>
                        <a:pt x="2477" y="3197"/>
                        <a:pt x="1238" y="3673"/>
                        <a:pt x="0" y="4054"/>
                      </a:cubicBezTo>
                      <a:cubicBezTo>
                        <a:pt x="82963" y="-4709"/>
                        <a:pt x="201835" y="69491"/>
                        <a:pt x="241459" y="178076"/>
                      </a:cubicBezTo>
                      <a:cubicBezTo>
                        <a:pt x="283274" y="292662"/>
                        <a:pt x="228505" y="385149"/>
                        <a:pt x="216694" y="410010"/>
                      </a:cubicBezTo>
                      <a:cubicBezTo>
                        <a:pt x="205454" y="433632"/>
                        <a:pt x="170879" y="482019"/>
                        <a:pt x="205359" y="557647"/>
                      </a:cubicBezTo>
                      <a:cubicBezTo>
                        <a:pt x="208121" y="562791"/>
                        <a:pt x="212598" y="567648"/>
                        <a:pt x="218123" y="570411"/>
                      </a:cubicBezTo>
                      <a:cubicBezTo>
                        <a:pt x="224885" y="572602"/>
                        <a:pt x="226409" y="572411"/>
                        <a:pt x="232696" y="572411"/>
                      </a:cubicBezTo>
                      <a:cubicBezTo>
                        <a:pt x="229267" y="566696"/>
                        <a:pt x="225933" y="560790"/>
                        <a:pt x="222504" y="55440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98" name="Forme libre : forme 9397">
                  <a:extLst>
                    <a:ext uri="{FF2B5EF4-FFF2-40B4-BE49-F238E27FC236}">
                      <a16:creationId xmlns:a16="http://schemas.microsoft.com/office/drawing/2014/main" id="{AEA897C6-5238-45EA-A36A-88A5BA3B0636}"/>
                    </a:ext>
                  </a:extLst>
                </p:cNvPr>
                <p:cNvSpPr/>
                <p:nvPr/>
              </p:nvSpPr>
              <p:spPr>
                <a:xfrm>
                  <a:off x="502769" y="4228188"/>
                  <a:ext cx="392203" cy="586753"/>
                </a:xfrm>
                <a:custGeom>
                  <a:avLst/>
                  <a:gdLst>
                    <a:gd name="connsiteX0" fmla="*/ 264664 w 392203"/>
                    <a:gd name="connsiteY0" fmla="*/ 586603 h 586753"/>
                    <a:gd name="connsiteX1" fmla="*/ 289619 w 392203"/>
                    <a:gd name="connsiteY1" fmla="*/ 530216 h 586753"/>
                    <a:gd name="connsiteX2" fmla="*/ 194655 w 392203"/>
                    <a:gd name="connsiteY2" fmla="*/ 464207 h 586753"/>
                    <a:gd name="connsiteX3" fmla="*/ 5012 w 392203"/>
                    <a:gd name="connsiteY3" fmla="*/ 252562 h 586753"/>
                    <a:gd name="connsiteX4" fmla="*/ 117217 w 392203"/>
                    <a:gd name="connsiteY4" fmla="*/ 2911 h 586753"/>
                    <a:gd name="connsiteX5" fmla="*/ 372106 w 392203"/>
                    <a:gd name="connsiteY5" fmla="*/ 174838 h 586753"/>
                    <a:gd name="connsiteX6" fmla="*/ 347341 w 392203"/>
                    <a:gd name="connsiteY6" fmla="*/ 406771 h 586753"/>
                    <a:gd name="connsiteX7" fmla="*/ 336006 w 392203"/>
                    <a:gd name="connsiteY7" fmla="*/ 554409 h 586753"/>
                    <a:gd name="connsiteX8" fmla="*/ 392203 w 392203"/>
                    <a:gd name="connsiteY8" fmla="*/ 585556 h 586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2203" h="586753">
                      <a:moveTo>
                        <a:pt x="264664" y="586603"/>
                      </a:moveTo>
                      <a:cubicBezTo>
                        <a:pt x="290762" y="588318"/>
                        <a:pt x="316956" y="575650"/>
                        <a:pt x="289619" y="530216"/>
                      </a:cubicBezTo>
                      <a:cubicBezTo>
                        <a:pt x="280951" y="516595"/>
                        <a:pt x="256663" y="488210"/>
                        <a:pt x="194655" y="464207"/>
                      </a:cubicBezTo>
                      <a:cubicBezTo>
                        <a:pt x="109692" y="431251"/>
                        <a:pt x="26729" y="390008"/>
                        <a:pt x="5012" y="252562"/>
                      </a:cubicBezTo>
                      <a:cubicBezTo>
                        <a:pt x="-16705" y="115116"/>
                        <a:pt x="34254" y="21961"/>
                        <a:pt x="117217" y="2911"/>
                      </a:cubicBezTo>
                      <a:cubicBezTo>
                        <a:pt x="200179" y="-16139"/>
                        <a:pt x="330291" y="60252"/>
                        <a:pt x="372106" y="174838"/>
                      </a:cubicBezTo>
                      <a:cubicBezTo>
                        <a:pt x="413920" y="289424"/>
                        <a:pt x="359152" y="381911"/>
                        <a:pt x="347341" y="406771"/>
                      </a:cubicBezTo>
                      <a:cubicBezTo>
                        <a:pt x="336101" y="430393"/>
                        <a:pt x="301525" y="478781"/>
                        <a:pt x="336006" y="554409"/>
                      </a:cubicBezTo>
                      <a:cubicBezTo>
                        <a:pt x="346198" y="572411"/>
                        <a:pt x="356580" y="587175"/>
                        <a:pt x="392203" y="585556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99" name="Forme libre : forme 9398">
                  <a:extLst>
                    <a:ext uri="{FF2B5EF4-FFF2-40B4-BE49-F238E27FC236}">
                      <a16:creationId xmlns:a16="http://schemas.microsoft.com/office/drawing/2014/main" id="{F5D92E0C-E1BF-4458-95B6-498F29717F22}"/>
                    </a:ext>
                  </a:extLst>
                </p:cNvPr>
                <p:cNvSpPr/>
                <p:nvPr/>
              </p:nvSpPr>
              <p:spPr>
                <a:xfrm>
                  <a:off x="607099" y="4336921"/>
                  <a:ext cx="154103" cy="274095"/>
                </a:xfrm>
                <a:custGeom>
                  <a:avLst/>
                  <a:gdLst>
                    <a:gd name="connsiteX0" fmla="*/ 144808 w 154103"/>
                    <a:gd name="connsiteY0" fmla="*/ 255557 h 274095"/>
                    <a:gd name="connsiteX1" fmla="*/ 122996 w 154103"/>
                    <a:gd name="connsiteY1" fmla="*/ 195550 h 274095"/>
                    <a:gd name="connsiteX2" fmla="*/ 108041 w 154103"/>
                    <a:gd name="connsiteY2" fmla="*/ 133733 h 274095"/>
                    <a:gd name="connsiteX3" fmla="*/ 107184 w 154103"/>
                    <a:gd name="connsiteY3" fmla="*/ 101729 h 274095"/>
                    <a:gd name="connsiteX4" fmla="*/ 100612 w 154103"/>
                    <a:gd name="connsiteY4" fmla="*/ 69915 h 274095"/>
                    <a:gd name="connsiteX5" fmla="*/ 79752 w 154103"/>
                    <a:gd name="connsiteY5" fmla="*/ 44769 h 274095"/>
                    <a:gd name="connsiteX6" fmla="*/ 64703 w 154103"/>
                    <a:gd name="connsiteY6" fmla="*/ 38102 h 274095"/>
                    <a:gd name="connsiteX7" fmla="*/ 47462 w 154103"/>
                    <a:gd name="connsiteY7" fmla="*/ 38197 h 274095"/>
                    <a:gd name="connsiteX8" fmla="*/ 38318 w 154103"/>
                    <a:gd name="connsiteY8" fmla="*/ 52770 h 274095"/>
                    <a:gd name="connsiteX9" fmla="*/ 35842 w 154103"/>
                    <a:gd name="connsiteY9" fmla="*/ 69058 h 274095"/>
                    <a:gd name="connsiteX10" fmla="*/ 39938 w 154103"/>
                    <a:gd name="connsiteY10" fmla="*/ 101348 h 274095"/>
                    <a:gd name="connsiteX11" fmla="*/ 62988 w 154103"/>
                    <a:gd name="connsiteY11" fmla="*/ 161546 h 274095"/>
                    <a:gd name="connsiteX12" fmla="*/ 98707 w 154103"/>
                    <a:gd name="connsiteY12" fmla="*/ 215076 h 274095"/>
                    <a:gd name="connsiteX13" fmla="*/ 142808 w 154103"/>
                    <a:gd name="connsiteY13" fmla="*/ 262034 h 274095"/>
                    <a:gd name="connsiteX14" fmla="*/ 145094 w 154103"/>
                    <a:gd name="connsiteY14" fmla="*/ 258987 h 274095"/>
                    <a:gd name="connsiteX15" fmla="*/ 91087 w 154103"/>
                    <a:gd name="connsiteY15" fmla="*/ 210504 h 274095"/>
                    <a:gd name="connsiteX16" fmla="*/ 68894 w 154103"/>
                    <a:gd name="connsiteY16" fmla="*/ 182120 h 274095"/>
                    <a:gd name="connsiteX17" fmla="*/ 52796 w 154103"/>
                    <a:gd name="connsiteY17" fmla="*/ 149544 h 274095"/>
                    <a:gd name="connsiteX18" fmla="*/ 29174 w 154103"/>
                    <a:gd name="connsiteY18" fmla="*/ 80964 h 274095"/>
                    <a:gd name="connsiteX19" fmla="*/ 27269 w 154103"/>
                    <a:gd name="connsiteY19" fmla="*/ 44865 h 274095"/>
                    <a:gd name="connsiteX20" fmla="*/ 34032 w 154103"/>
                    <a:gd name="connsiteY20" fmla="*/ 29244 h 274095"/>
                    <a:gd name="connsiteX21" fmla="*/ 49939 w 154103"/>
                    <a:gd name="connsiteY21" fmla="*/ 22957 h 274095"/>
                    <a:gd name="connsiteX22" fmla="*/ 67465 w 154103"/>
                    <a:gd name="connsiteY22" fmla="*/ 25529 h 274095"/>
                    <a:gd name="connsiteX23" fmla="*/ 84229 w 154103"/>
                    <a:gd name="connsiteY23" fmla="*/ 32101 h 274095"/>
                    <a:gd name="connsiteX24" fmla="*/ 107660 w 154103"/>
                    <a:gd name="connsiteY24" fmla="*/ 58009 h 274095"/>
                    <a:gd name="connsiteX25" fmla="*/ 123472 w 154103"/>
                    <a:gd name="connsiteY25" fmla="*/ 128399 h 274095"/>
                    <a:gd name="connsiteX26" fmla="*/ 147761 w 154103"/>
                    <a:gd name="connsiteY26" fmla="*/ 271845 h 274095"/>
                    <a:gd name="connsiteX27" fmla="*/ 153095 w 154103"/>
                    <a:gd name="connsiteY27" fmla="*/ 271940 h 274095"/>
                    <a:gd name="connsiteX28" fmla="*/ 148142 w 154103"/>
                    <a:gd name="connsiteY28" fmla="*/ 102586 h 274095"/>
                    <a:gd name="connsiteX29" fmla="*/ 144046 w 154103"/>
                    <a:gd name="connsiteY29" fmla="*/ 81250 h 274095"/>
                    <a:gd name="connsiteX30" fmla="*/ 135188 w 154103"/>
                    <a:gd name="connsiteY30" fmla="*/ 61438 h 274095"/>
                    <a:gd name="connsiteX31" fmla="*/ 111375 w 154103"/>
                    <a:gd name="connsiteY31" fmla="*/ 25719 h 274095"/>
                    <a:gd name="connsiteX32" fmla="*/ 73370 w 154103"/>
                    <a:gd name="connsiteY32" fmla="*/ 4955 h 274095"/>
                    <a:gd name="connsiteX33" fmla="*/ 52130 w 154103"/>
                    <a:gd name="connsiteY33" fmla="*/ 192 h 274095"/>
                    <a:gd name="connsiteX34" fmla="*/ 30127 w 154103"/>
                    <a:gd name="connsiteY34" fmla="*/ 4383 h 274095"/>
                    <a:gd name="connsiteX35" fmla="*/ 3171 w 154103"/>
                    <a:gd name="connsiteY35" fmla="*/ 38197 h 274095"/>
                    <a:gd name="connsiteX36" fmla="*/ 1457 w 154103"/>
                    <a:gd name="connsiteY36" fmla="*/ 81155 h 274095"/>
                    <a:gd name="connsiteX37" fmla="*/ 29079 w 154103"/>
                    <a:gd name="connsiteY37" fmla="*/ 161355 h 274095"/>
                    <a:gd name="connsiteX38" fmla="*/ 79752 w 154103"/>
                    <a:gd name="connsiteY38" fmla="*/ 229269 h 274095"/>
                    <a:gd name="connsiteX39" fmla="*/ 113471 w 154103"/>
                    <a:gd name="connsiteY39" fmla="*/ 254891 h 274095"/>
                    <a:gd name="connsiteX40" fmla="*/ 132616 w 154103"/>
                    <a:gd name="connsiteY40" fmla="*/ 263940 h 274095"/>
                    <a:gd name="connsiteX41" fmla="*/ 142331 w 154103"/>
                    <a:gd name="connsiteY41" fmla="*/ 268131 h 274095"/>
                    <a:gd name="connsiteX42" fmla="*/ 147284 w 154103"/>
                    <a:gd name="connsiteY42" fmla="*/ 270131 h 274095"/>
                    <a:gd name="connsiteX43" fmla="*/ 148618 w 154103"/>
                    <a:gd name="connsiteY43" fmla="*/ 271750 h 274095"/>
                    <a:gd name="connsiteX44" fmla="*/ 149094 w 154103"/>
                    <a:gd name="connsiteY44" fmla="*/ 272988 h 274095"/>
                    <a:gd name="connsiteX45" fmla="*/ 149380 w 154103"/>
                    <a:gd name="connsiteY45" fmla="*/ 273655 h 274095"/>
                    <a:gd name="connsiteX46" fmla="*/ 149570 w 154103"/>
                    <a:gd name="connsiteY46" fmla="*/ 274036 h 274095"/>
                    <a:gd name="connsiteX47" fmla="*/ 150142 w 154103"/>
                    <a:gd name="connsiteY47" fmla="*/ 273750 h 274095"/>
                    <a:gd name="connsiteX48" fmla="*/ 150047 w 154103"/>
                    <a:gd name="connsiteY48" fmla="*/ 273560 h 274095"/>
                    <a:gd name="connsiteX49" fmla="*/ 149475 w 154103"/>
                    <a:gd name="connsiteY49" fmla="*/ 273750 h 274095"/>
                    <a:gd name="connsiteX50" fmla="*/ 149475 w 154103"/>
                    <a:gd name="connsiteY50" fmla="*/ 273941 h 274095"/>
                    <a:gd name="connsiteX51" fmla="*/ 149951 w 154103"/>
                    <a:gd name="connsiteY51" fmla="*/ 273750 h 274095"/>
                    <a:gd name="connsiteX52" fmla="*/ 149856 w 154103"/>
                    <a:gd name="connsiteY52" fmla="*/ 273465 h 274095"/>
                    <a:gd name="connsiteX53" fmla="*/ 149570 w 154103"/>
                    <a:gd name="connsiteY53" fmla="*/ 272893 h 274095"/>
                    <a:gd name="connsiteX54" fmla="*/ 149189 w 154103"/>
                    <a:gd name="connsiteY54" fmla="*/ 271655 h 274095"/>
                    <a:gd name="connsiteX55" fmla="*/ 148713 w 154103"/>
                    <a:gd name="connsiteY55" fmla="*/ 270321 h 274095"/>
                    <a:gd name="connsiteX56" fmla="*/ 147380 w 154103"/>
                    <a:gd name="connsiteY56" fmla="*/ 269559 h 274095"/>
                    <a:gd name="connsiteX57" fmla="*/ 142617 w 154103"/>
                    <a:gd name="connsiteY57" fmla="*/ 267464 h 274095"/>
                    <a:gd name="connsiteX58" fmla="*/ 132997 w 154103"/>
                    <a:gd name="connsiteY58" fmla="*/ 262987 h 274095"/>
                    <a:gd name="connsiteX59" fmla="*/ 114137 w 154103"/>
                    <a:gd name="connsiteY59" fmla="*/ 253557 h 274095"/>
                    <a:gd name="connsiteX60" fmla="*/ 81467 w 154103"/>
                    <a:gd name="connsiteY60" fmla="*/ 227554 h 274095"/>
                    <a:gd name="connsiteX61" fmla="*/ 32127 w 154103"/>
                    <a:gd name="connsiteY61" fmla="*/ 159736 h 274095"/>
                    <a:gd name="connsiteX62" fmla="*/ 5933 w 154103"/>
                    <a:gd name="connsiteY62" fmla="*/ 80583 h 274095"/>
                    <a:gd name="connsiteX63" fmla="*/ 8029 w 154103"/>
                    <a:gd name="connsiteY63" fmla="*/ 39721 h 274095"/>
                    <a:gd name="connsiteX64" fmla="*/ 32508 w 154103"/>
                    <a:gd name="connsiteY64" fmla="*/ 9432 h 274095"/>
                    <a:gd name="connsiteX65" fmla="*/ 71465 w 154103"/>
                    <a:gd name="connsiteY65" fmla="*/ 10574 h 274095"/>
                    <a:gd name="connsiteX66" fmla="*/ 106898 w 154103"/>
                    <a:gd name="connsiteY66" fmla="*/ 29815 h 274095"/>
                    <a:gd name="connsiteX67" fmla="*/ 129758 w 154103"/>
                    <a:gd name="connsiteY67" fmla="*/ 64296 h 274095"/>
                    <a:gd name="connsiteX68" fmla="*/ 138140 w 154103"/>
                    <a:gd name="connsiteY68" fmla="*/ 83060 h 274095"/>
                    <a:gd name="connsiteX69" fmla="*/ 141950 w 154103"/>
                    <a:gd name="connsiteY69" fmla="*/ 103157 h 274095"/>
                    <a:gd name="connsiteX70" fmla="*/ 147570 w 154103"/>
                    <a:gd name="connsiteY70" fmla="*/ 271655 h 274095"/>
                    <a:gd name="connsiteX71" fmla="*/ 152904 w 154103"/>
                    <a:gd name="connsiteY71" fmla="*/ 271750 h 274095"/>
                    <a:gd name="connsiteX72" fmla="*/ 127091 w 154103"/>
                    <a:gd name="connsiteY72" fmla="*/ 127923 h 274095"/>
                    <a:gd name="connsiteX73" fmla="*/ 110137 w 154103"/>
                    <a:gd name="connsiteY73" fmla="*/ 56771 h 274095"/>
                    <a:gd name="connsiteX74" fmla="*/ 85277 w 154103"/>
                    <a:gd name="connsiteY74" fmla="*/ 29720 h 274095"/>
                    <a:gd name="connsiteX75" fmla="*/ 68036 w 154103"/>
                    <a:gd name="connsiteY75" fmla="*/ 23148 h 274095"/>
                    <a:gd name="connsiteX76" fmla="*/ 49653 w 154103"/>
                    <a:gd name="connsiteY76" fmla="*/ 20576 h 274095"/>
                    <a:gd name="connsiteX77" fmla="*/ 32318 w 154103"/>
                    <a:gd name="connsiteY77" fmla="*/ 27624 h 274095"/>
                    <a:gd name="connsiteX78" fmla="*/ 24983 w 154103"/>
                    <a:gd name="connsiteY78" fmla="*/ 44769 h 274095"/>
                    <a:gd name="connsiteX79" fmla="*/ 27174 w 154103"/>
                    <a:gd name="connsiteY79" fmla="*/ 81345 h 274095"/>
                    <a:gd name="connsiteX80" fmla="*/ 50606 w 154103"/>
                    <a:gd name="connsiteY80" fmla="*/ 150497 h 274095"/>
                    <a:gd name="connsiteX81" fmla="*/ 66512 w 154103"/>
                    <a:gd name="connsiteY81" fmla="*/ 183453 h 274095"/>
                    <a:gd name="connsiteX82" fmla="*/ 88801 w 154103"/>
                    <a:gd name="connsiteY82" fmla="*/ 212600 h 274095"/>
                    <a:gd name="connsiteX83" fmla="*/ 142808 w 154103"/>
                    <a:gd name="connsiteY83" fmla="*/ 262130 h 274095"/>
                    <a:gd name="connsiteX84" fmla="*/ 145094 w 154103"/>
                    <a:gd name="connsiteY84" fmla="*/ 259082 h 274095"/>
                    <a:gd name="connsiteX85" fmla="*/ 102326 w 154103"/>
                    <a:gd name="connsiteY85" fmla="*/ 212219 h 274095"/>
                    <a:gd name="connsiteX86" fmla="*/ 67274 w 154103"/>
                    <a:gd name="connsiteY86" fmla="*/ 159165 h 274095"/>
                    <a:gd name="connsiteX87" fmla="*/ 54606 w 154103"/>
                    <a:gd name="connsiteY87" fmla="*/ 130113 h 274095"/>
                    <a:gd name="connsiteX88" fmla="*/ 44510 w 154103"/>
                    <a:gd name="connsiteY88" fmla="*/ 100014 h 274095"/>
                    <a:gd name="connsiteX89" fmla="*/ 40319 w 154103"/>
                    <a:gd name="connsiteY89" fmla="*/ 69058 h 274095"/>
                    <a:gd name="connsiteX90" fmla="*/ 42509 w 154103"/>
                    <a:gd name="connsiteY90" fmla="*/ 53723 h 274095"/>
                    <a:gd name="connsiteX91" fmla="*/ 49463 w 154103"/>
                    <a:gd name="connsiteY91" fmla="*/ 41721 h 274095"/>
                    <a:gd name="connsiteX92" fmla="*/ 63369 w 154103"/>
                    <a:gd name="connsiteY92" fmla="*/ 41816 h 274095"/>
                    <a:gd name="connsiteX93" fmla="*/ 77561 w 154103"/>
                    <a:gd name="connsiteY93" fmla="*/ 47913 h 274095"/>
                    <a:gd name="connsiteX94" fmla="*/ 97088 w 154103"/>
                    <a:gd name="connsiteY94" fmla="*/ 71058 h 274095"/>
                    <a:gd name="connsiteX95" fmla="*/ 103660 w 154103"/>
                    <a:gd name="connsiteY95" fmla="*/ 101633 h 274095"/>
                    <a:gd name="connsiteX96" fmla="*/ 104898 w 154103"/>
                    <a:gd name="connsiteY96" fmla="*/ 133638 h 274095"/>
                    <a:gd name="connsiteX97" fmla="*/ 120995 w 154103"/>
                    <a:gd name="connsiteY97" fmla="*/ 195836 h 274095"/>
                    <a:gd name="connsiteX98" fmla="*/ 144236 w 154103"/>
                    <a:gd name="connsiteY98" fmla="*/ 255462 h 274095"/>
                    <a:gd name="connsiteX99" fmla="*/ 144808 w 154103"/>
                    <a:gd name="connsiteY99" fmla="*/ 255557 h 274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154103" h="274095">
                      <a:moveTo>
                        <a:pt x="144808" y="255557"/>
                      </a:moveTo>
                      <a:cubicBezTo>
                        <a:pt x="134902" y="236603"/>
                        <a:pt x="128806" y="216124"/>
                        <a:pt x="122996" y="195550"/>
                      </a:cubicBezTo>
                      <a:cubicBezTo>
                        <a:pt x="117852" y="174881"/>
                        <a:pt x="109946" y="154688"/>
                        <a:pt x="108041" y="133733"/>
                      </a:cubicBezTo>
                      <a:cubicBezTo>
                        <a:pt x="107184" y="123255"/>
                        <a:pt x="107946" y="112587"/>
                        <a:pt x="107184" y="101729"/>
                      </a:cubicBezTo>
                      <a:cubicBezTo>
                        <a:pt x="106517" y="90965"/>
                        <a:pt x="104803" y="80107"/>
                        <a:pt x="100612" y="69915"/>
                      </a:cubicBezTo>
                      <a:cubicBezTo>
                        <a:pt x="96516" y="59819"/>
                        <a:pt x="89372" y="50484"/>
                        <a:pt x="79752" y="44769"/>
                      </a:cubicBezTo>
                      <a:cubicBezTo>
                        <a:pt x="74990" y="41912"/>
                        <a:pt x="69941" y="39721"/>
                        <a:pt x="64703" y="38102"/>
                      </a:cubicBezTo>
                      <a:cubicBezTo>
                        <a:pt x="59559" y="36578"/>
                        <a:pt x="53273" y="35054"/>
                        <a:pt x="47462" y="38197"/>
                      </a:cubicBezTo>
                      <a:cubicBezTo>
                        <a:pt x="41747" y="41531"/>
                        <a:pt x="39652" y="47627"/>
                        <a:pt x="38318" y="52770"/>
                      </a:cubicBezTo>
                      <a:cubicBezTo>
                        <a:pt x="36890" y="58104"/>
                        <a:pt x="36032" y="63629"/>
                        <a:pt x="35842" y="69058"/>
                      </a:cubicBezTo>
                      <a:cubicBezTo>
                        <a:pt x="35461" y="80012"/>
                        <a:pt x="37271" y="90870"/>
                        <a:pt x="39938" y="101348"/>
                      </a:cubicBezTo>
                      <a:cubicBezTo>
                        <a:pt x="45748" y="122207"/>
                        <a:pt x="53082" y="142305"/>
                        <a:pt x="62988" y="161546"/>
                      </a:cubicBezTo>
                      <a:cubicBezTo>
                        <a:pt x="73180" y="180691"/>
                        <a:pt x="85943" y="197836"/>
                        <a:pt x="98707" y="215076"/>
                      </a:cubicBezTo>
                      <a:cubicBezTo>
                        <a:pt x="111851" y="232031"/>
                        <a:pt x="126044" y="248319"/>
                        <a:pt x="142808" y="262034"/>
                      </a:cubicBezTo>
                      <a:lnTo>
                        <a:pt x="145094" y="258987"/>
                      </a:lnTo>
                      <a:cubicBezTo>
                        <a:pt x="125472" y="244985"/>
                        <a:pt x="107946" y="228030"/>
                        <a:pt x="91087" y="210504"/>
                      </a:cubicBezTo>
                      <a:cubicBezTo>
                        <a:pt x="82610" y="201741"/>
                        <a:pt x="74799" y="192597"/>
                        <a:pt x="68894" y="182120"/>
                      </a:cubicBezTo>
                      <a:cubicBezTo>
                        <a:pt x="62893" y="171642"/>
                        <a:pt x="57940" y="160498"/>
                        <a:pt x="52796" y="149544"/>
                      </a:cubicBezTo>
                      <a:cubicBezTo>
                        <a:pt x="42700" y="127446"/>
                        <a:pt x="33175" y="104872"/>
                        <a:pt x="29174" y="80964"/>
                      </a:cubicBezTo>
                      <a:cubicBezTo>
                        <a:pt x="26984" y="69058"/>
                        <a:pt x="26317" y="56866"/>
                        <a:pt x="27269" y="44865"/>
                      </a:cubicBezTo>
                      <a:cubicBezTo>
                        <a:pt x="27841" y="38959"/>
                        <a:pt x="29651" y="33149"/>
                        <a:pt x="34032" y="29244"/>
                      </a:cubicBezTo>
                      <a:cubicBezTo>
                        <a:pt x="38318" y="25338"/>
                        <a:pt x="44129" y="23338"/>
                        <a:pt x="49939" y="22957"/>
                      </a:cubicBezTo>
                      <a:cubicBezTo>
                        <a:pt x="55844" y="22576"/>
                        <a:pt x="61750" y="23814"/>
                        <a:pt x="67465" y="25529"/>
                      </a:cubicBezTo>
                      <a:cubicBezTo>
                        <a:pt x="73180" y="27339"/>
                        <a:pt x="78895" y="29339"/>
                        <a:pt x="84229" y="32101"/>
                      </a:cubicBezTo>
                      <a:cubicBezTo>
                        <a:pt x="94992" y="37340"/>
                        <a:pt x="102326" y="47341"/>
                        <a:pt x="107660" y="58009"/>
                      </a:cubicBezTo>
                      <a:cubicBezTo>
                        <a:pt x="118328" y="79631"/>
                        <a:pt x="119948" y="104396"/>
                        <a:pt x="123472" y="128399"/>
                      </a:cubicBezTo>
                      <a:cubicBezTo>
                        <a:pt x="130520" y="176786"/>
                        <a:pt x="146332" y="223554"/>
                        <a:pt x="147761" y="271845"/>
                      </a:cubicBezTo>
                      <a:lnTo>
                        <a:pt x="153095" y="271940"/>
                      </a:lnTo>
                      <a:cubicBezTo>
                        <a:pt x="155762" y="215362"/>
                        <a:pt x="152809" y="158879"/>
                        <a:pt x="148142" y="102586"/>
                      </a:cubicBezTo>
                      <a:cubicBezTo>
                        <a:pt x="147380" y="95442"/>
                        <a:pt x="146237" y="88298"/>
                        <a:pt x="144046" y="81250"/>
                      </a:cubicBezTo>
                      <a:cubicBezTo>
                        <a:pt x="141855" y="74201"/>
                        <a:pt x="138617" y="67724"/>
                        <a:pt x="135188" y="61438"/>
                      </a:cubicBezTo>
                      <a:cubicBezTo>
                        <a:pt x="128044" y="49246"/>
                        <a:pt x="121662" y="36482"/>
                        <a:pt x="111375" y="25719"/>
                      </a:cubicBezTo>
                      <a:cubicBezTo>
                        <a:pt x="100993" y="14861"/>
                        <a:pt x="86896" y="9050"/>
                        <a:pt x="73370" y="4955"/>
                      </a:cubicBezTo>
                      <a:cubicBezTo>
                        <a:pt x="66608" y="2955"/>
                        <a:pt x="59654" y="859"/>
                        <a:pt x="52130" y="192"/>
                      </a:cubicBezTo>
                      <a:cubicBezTo>
                        <a:pt x="44700" y="-570"/>
                        <a:pt x="36794" y="954"/>
                        <a:pt x="30127" y="4383"/>
                      </a:cubicBezTo>
                      <a:cubicBezTo>
                        <a:pt x="16601" y="11241"/>
                        <a:pt x="7267" y="24195"/>
                        <a:pt x="3171" y="38197"/>
                      </a:cubicBezTo>
                      <a:cubicBezTo>
                        <a:pt x="-925" y="52294"/>
                        <a:pt x="-544" y="67058"/>
                        <a:pt x="1457" y="81155"/>
                      </a:cubicBezTo>
                      <a:cubicBezTo>
                        <a:pt x="5457" y="109444"/>
                        <a:pt x="15363" y="136590"/>
                        <a:pt x="29079" y="161355"/>
                      </a:cubicBezTo>
                      <a:cubicBezTo>
                        <a:pt x="42795" y="186215"/>
                        <a:pt x="60131" y="208885"/>
                        <a:pt x="79752" y="229269"/>
                      </a:cubicBezTo>
                      <a:cubicBezTo>
                        <a:pt x="89658" y="239365"/>
                        <a:pt x="100802" y="248604"/>
                        <a:pt x="113471" y="254891"/>
                      </a:cubicBezTo>
                      <a:cubicBezTo>
                        <a:pt x="119757" y="258129"/>
                        <a:pt x="126139" y="261082"/>
                        <a:pt x="132616" y="263940"/>
                      </a:cubicBezTo>
                      <a:lnTo>
                        <a:pt x="142331" y="268131"/>
                      </a:lnTo>
                      <a:cubicBezTo>
                        <a:pt x="143951" y="268797"/>
                        <a:pt x="145475" y="269655"/>
                        <a:pt x="147284" y="270131"/>
                      </a:cubicBezTo>
                      <a:cubicBezTo>
                        <a:pt x="148237" y="270416"/>
                        <a:pt x="148427" y="270702"/>
                        <a:pt x="148618" y="271750"/>
                      </a:cubicBezTo>
                      <a:lnTo>
                        <a:pt x="149094" y="272988"/>
                      </a:lnTo>
                      <a:lnTo>
                        <a:pt x="149380" y="273655"/>
                      </a:lnTo>
                      <a:lnTo>
                        <a:pt x="149570" y="274036"/>
                      </a:lnTo>
                      <a:cubicBezTo>
                        <a:pt x="149666" y="274322"/>
                        <a:pt x="150523" y="273465"/>
                        <a:pt x="150142" y="273750"/>
                      </a:cubicBezTo>
                      <a:lnTo>
                        <a:pt x="150047" y="273560"/>
                      </a:lnTo>
                      <a:lnTo>
                        <a:pt x="149475" y="273750"/>
                      </a:lnTo>
                      <a:lnTo>
                        <a:pt x="149475" y="273941"/>
                      </a:lnTo>
                      <a:cubicBezTo>
                        <a:pt x="149094" y="274226"/>
                        <a:pt x="150047" y="273655"/>
                        <a:pt x="149951" y="273750"/>
                      </a:cubicBezTo>
                      <a:lnTo>
                        <a:pt x="149856" y="273465"/>
                      </a:lnTo>
                      <a:lnTo>
                        <a:pt x="149570" y="272893"/>
                      </a:lnTo>
                      <a:lnTo>
                        <a:pt x="149189" y="271655"/>
                      </a:lnTo>
                      <a:cubicBezTo>
                        <a:pt x="149094" y="271274"/>
                        <a:pt x="149094" y="270798"/>
                        <a:pt x="148713" y="270321"/>
                      </a:cubicBezTo>
                      <a:cubicBezTo>
                        <a:pt x="148332" y="269845"/>
                        <a:pt x="147856" y="269750"/>
                        <a:pt x="147380" y="269559"/>
                      </a:cubicBezTo>
                      <a:cubicBezTo>
                        <a:pt x="145760" y="269083"/>
                        <a:pt x="144141" y="268131"/>
                        <a:pt x="142617" y="267464"/>
                      </a:cubicBezTo>
                      <a:lnTo>
                        <a:pt x="132997" y="262987"/>
                      </a:lnTo>
                      <a:cubicBezTo>
                        <a:pt x="126615" y="260034"/>
                        <a:pt x="120329" y="256891"/>
                        <a:pt x="114137" y="253557"/>
                      </a:cubicBezTo>
                      <a:cubicBezTo>
                        <a:pt x="101660" y="246985"/>
                        <a:pt x="90992" y="237746"/>
                        <a:pt x="81467" y="227554"/>
                      </a:cubicBezTo>
                      <a:cubicBezTo>
                        <a:pt x="62321" y="207075"/>
                        <a:pt x="45367" y="184406"/>
                        <a:pt x="32127" y="159736"/>
                      </a:cubicBezTo>
                      <a:cubicBezTo>
                        <a:pt x="18887" y="135066"/>
                        <a:pt x="9458" y="108301"/>
                        <a:pt x="5933" y="80583"/>
                      </a:cubicBezTo>
                      <a:cubicBezTo>
                        <a:pt x="4219" y="66867"/>
                        <a:pt x="4028" y="52770"/>
                        <a:pt x="8029" y="39721"/>
                      </a:cubicBezTo>
                      <a:cubicBezTo>
                        <a:pt x="11839" y="26862"/>
                        <a:pt x="20697" y="15242"/>
                        <a:pt x="32508" y="9432"/>
                      </a:cubicBezTo>
                      <a:cubicBezTo>
                        <a:pt x="44414" y="3145"/>
                        <a:pt x="58321" y="6288"/>
                        <a:pt x="71465" y="10574"/>
                      </a:cubicBezTo>
                      <a:cubicBezTo>
                        <a:pt x="84705" y="14575"/>
                        <a:pt x="97659" y="20099"/>
                        <a:pt x="106898" y="29815"/>
                      </a:cubicBezTo>
                      <a:cubicBezTo>
                        <a:pt x="116233" y="39531"/>
                        <a:pt x="122710" y="52294"/>
                        <a:pt x="129758" y="64296"/>
                      </a:cubicBezTo>
                      <a:cubicBezTo>
                        <a:pt x="133092" y="70391"/>
                        <a:pt x="136140" y="76583"/>
                        <a:pt x="138140" y="83060"/>
                      </a:cubicBezTo>
                      <a:cubicBezTo>
                        <a:pt x="140141" y="89537"/>
                        <a:pt x="141284" y="96299"/>
                        <a:pt x="141950" y="103157"/>
                      </a:cubicBezTo>
                      <a:cubicBezTo>
                        <a:pt x="146618" y="159069"/>
                        <a:pt x="150047" y="215553"/>
                        <a:pt x="147570" y="271655"/>
                      </a:cubicBezTo>
                      <a:lnTo>
                        <a:pt x="152904" y="271750"/>
                      </a:lnTo>
                      <a:cubicBezTo>
                        <a:pt x="151190" y="222220"/>
                        <a:pt x="134521" y="175643"/>
                        <a:pt x="127091" y="127923"/>
                      </a:cubicBezTo>
                      <a:cubicBezTo>
                        <a:pt x="123281" y="104110"/>
                        <a:pt x="121376" y="79059"/>
                        <a:pt x="110137" y="56771"/>
                      </a:cubicBezTo>
                      <a:cubicBezTo>
                        <a:pt x="104612" y="45912"/>
                        <a:pt x="96707" y="35149"/>
                        <a:pt x="85277" y="29720"/>
                      </a:cubicBezTo>
                      <a:cubicBezTo>
                        <a:pt x="79657" y="26862"/>
                        <a:pt x="73847" y="24957"/>
                        <a:pt x="68036" y="23148"/>
                      </a:cubicBezTo>
                      <a:cubicBezTo>
                        <a:pt x="62131" y="21433"/>
                        <a:pt x="55940" y="20195"/>
                        <a:pt x="49653" y="20576"/>
                      </a:cubicBezTo>
                      <a:cubicBezTo>
                        <a:pt x="43367" y="21052"/>
                        <a:pt x="37080" y="23243"/>
                        <a:pt x="32318" y="27624"/>
                      </a:cubicBezTo>
                      <a:cubicBezTo>
                        <a:pt x="27460" y="32006"/>
                        <a:pt x="25460" y="38673"/>
                        <a:pt x="24983" y="44769"/>
                      </a:cubicBezTo>
                      <a:cubicBezTo>
                        <a:pt x="24126" y="57057"/>
                        <a:pt x="24888" y="69344"/>
                        <a:pt x="27174" y="81345"/>
                      </a:cubicBezTo>
                      <a:cubicBezTo>
                        <a:pt x="31651" y="105444"/>
                        <a:pt x="40700" y="128304"/>
                        <a:pt x="50606" y="150497"/>
                      </a:cubicBezTo>
                      <a:cubicBezTo>
                        <a:pt x="55654" y="161546"/>
                        <a:pt x="60512" y="172785"/>
                        <a:pt x="66512" y="183453"/>
                      </a:cubicBezTo>
                      <a:cubicBezTo>
                        <a:pt x="72418" y="194216"/>
                        <a:pt x="80514" y="203837"/>
                        <a:pt x="88801" y="212600"/>
                      </a:cubicBezTo>
                      <a:cubicBezTo>
                        <a:pt x="105470" y="230316"/>
                        <a:pt x="122996" y="247557"/>
                        <a:pt x="142808" y="262130"/>
                      </a:cubicBezTo>
                      <a:lnTo>
                        <a:pt x="145094" y="259082"/>
                      </a:lnTo>
                      <a:cubicBezTo>
                        <a:pt x="128901" y="245461"/>
                        <a:pt x="115090" y="229173"/>
                        <a:pt x="102326" y="212219"/>
                      </a:cubicBezTo>
                      <a:cubicBezTo>
                        <a:pt x="89849" y="195074"/>
                        <a:pt x="76990" y="177833"/>
                        <a:pt x="67274" y="159165"/>
                      </a:cubicBezTo>
                      <a:cubicBezTo>
                        <a:pt x="62417" y="149830"/>
                        <a:pt x="58321" y="140019"/>
                        <a:pt x="54606" y="130113"/>
                      </a:cubicBezTo>
                      <a:cubicBezTo>
                        <a:pt x="50891" y="120207"/>
                        <a:pt x="47272" y="110206"/>
                        <a:pt x="44510" y="100014"/>
                      </a:cubicBezTo>
                      <a:cubicBezTo>
                        <a:pt x="41843" y="89823"/>
                        <a:pt x="40033" y="79440"/>
                        <a:pt x="40319" y="69058"/>
                      </a:cubicBezTo>
                      <a:cubicBezTo>
                        <a:pt x="40509" y="63915"/>
                        <a:pt x="41176" y="58771"/>
                        <a:pt x="42509" y="53723"/>
                      </a:cubicBezTo>
                      <a:cubicBezTo>
                        <a:pt x="43652" y="48770"/>
                        <a:pt x="45653" y="43912"/>
                        <a:pt x="49463" y="41721"/>
                      </a:cubicBezTo>
                      <a:cubicBezTo>
                        <a:pt x="53273" y="39531"/>
                        <a:pt x="58511" y="40388"/>
                        <a:pt x="63369" y="41816"/>
                      </a:cubicBezTo>
                      <a:cubicBezTo>
                        <a:pt x="68322" y="43340"/>
                        <a:pt x="73180" y="45246"/>
                        <a:pt x="77561" y="47913"/>
                      </a:cubicBezTo>
                      <a:cubicBezTo>
                        <a:pt x="86515" y="53056"/>
                        <a:pt x="93087" y="61438"/>
                        <a:pt x="97088" y="71058"/>
                      </a:cubicBezTo>
                      <a:cubicBezTo>
                        <a:pt x="101088" y="80679"/>
                        <a:pt x="102898" y="91156"/>
                        <a:pt x="103660" y="101633"/>
                      </a:cubicBezTo>
                      <a:cubicBezTo>
                        <a:pt x="104517" y="112111"/>
                        <a:pt x="103850" y="122874"/>
                        <a:pt x="104898" y="133638"/>
                      </a:cubicBezTo>
                      <a:cubicBezTo>
                        <a:pt x="107089" y="155355"/>
                        <a:pt x="115185" y="175357"/>
                        <a:pt x="120995" y="195836"/>
                      </a:cubicBezTo>
                      <a:cubicBezTo>
                        <a:pt x="127282" y="216219"/>
                        <a:pt x="133854" y="236698"/>
                        <a:pt x="144236" y="255462"/>
                      </a:cubicBezTo>
                      <a:lnTo>
                        <a:pt x="144808" y="255557"/>
                      </a:ln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00" name="Forme libre : forme 9399">
                  <a:extLst>
                    <a:ext uri="{FF2B5EF4-FFF2-40B4-BE49-F238E27FC236}">
                      <a16:creationId xmlns:a16="http://schemas.microsoft.com/office/drawing/2014/main" id="{31199272-9BA6-40FB-B5C4-1D6361CC773F}"/>
                    </a:ext>
                  </a:extLst>
                </p:cNvPr>
                <p:cNvSpPr/>
                <p:nvPr/>
              </p:nvSpPr>
              <p:spPr>
                <a:xfrm>
                  <a:off x="531452" y="4267973"/>
                  <a:ext cx="285424" cy="413659"/>
                </a:xfrm>
                <a:custGeom>
                  <a:avLst/>
                  <a:gdLst>
                    <a:gd name="connsiteX0" fmla="*/ 232647 w 285424"/>
                    <a:gd name="connsiteY0" fmla="*/ 356224 h 413659"/>
                    <a:gd name="connsiteX1" fmla="*/ 248173 w 285424"/>
                    <a:gd name="connsiteY1" fmla="*/ 257545 h 413659"/>
                    <a:gd name="connsiteX2" fmla="*/ 237600 w 285424"/>
                    <a:gd name="connsiteY2" fmla="*/ 158199 h 413659"/>
                    <a:gd name="connsiteX3" fmla="*/ 186546 w 285424"/>
                    <a:gd name="connsiteY3" fmla="*/ 72665 h 413659"/>
                    <a:gd name="connsiteX4" fmla="*/ 142636 w 285424"/>
                    <a:gd name="connsiteY4" fmla="*/ 47995 h 413659"/>
                    <a:gd name="connsiteX5" fmla="*/ 92153 w 285424"/>
                    <a:gd name="connsiteY5" fmla="*/ 47233 h 413659"/>
                    <a:gd name="connsiteX6" fmla="*/ 70817 w 285424"/>
                    <a:gd name="connsiteY6" fmla="*/ 61806 h 413659"/>
                    <a:gd name="connsiteX7" fmla="*/ 60911 w 285424"/>
                    <a:gd name="connsiteY7" fmla="*/ 85619 h 413659"/>
                    <a:gd name="connsiteX8" fmla="*/ 58530 w 285424"/>
                    <a:gd name="connsiteY8" fmla="*/ 136006 h 413659"/>
                    <a:gd name="connsiteX9" fmla="*/ 83581 w 285424"/>
                    <a:gd name="connsiteY9" fmla="*/ 233065 h 413659"/>
                    <a:gd name="connsiteX10" fmla="*/ 231028 w 285424"/>
                    <a:gd name="connsiteY10" fmla="*/ 362987 h 413659"/>
                    <a:gd name="connsiteX11" fmla="*/ 232266 w 285424"/>
                    <a:gd name="connsiteY11" fmla="*/ 359367 h 413659"/>
                    <a:gd name="connsiteX12" fmla="*/ 55101 w 285424"/>
                    <a:gd name="connsiteY12" fmla="*/ 221255 h 413659"/>
                    <a:gd name="connsiteX13" fmla="*/ 32146 w 285424"/>
                    <a:gd name="connsiteY13" fmla="*/ 168677 h 413659"/>
                    <a:gd name="connsiteX14" fmla="*/ 25478 w 285424"/>
                    <a:gd name="connsiteY14" fmla="*/ 112003 h 413659"/>
                    <a:gd name="connsiteX15" fmla="*/ 45195 w 285424"/>
                    <a:gd name="connsiteY15" fmla="*/ 59139 h 413659"/>
                    <a:gd name="connsiteX16" fmla="*/ 92058 w 285424"/>
                    <a:gd name="connsiteY16" fmla="*/ 29326 h 413659"/>
                    <a:gd name="connsiteX17" fmla="*/ 148160 w 285424"/>
                    <a:gd name="connsiteY17" fmla="*/ 34946 h 413659"/>
                    <a:gd name="connsiteX18" fmla="*/ 196357 w 285424"/>
                    <a:gd name="connsiteY18" fmla="*/ 64759 h 413659"/>
                    <a:gd name="connsiteX19" fmla="*/ 227885 w 285424"/>
                    <a:gd name="connsiteY19" fmla="*/ 111812 h 413659"/>
                    <a:gd name="connsiteX20" fmla="*/ 246458 w 285424"/>
                    <a:gd name="connsiteY20" fmla="*/ 166295 h 413659"/>
                    <a:gd name="connsiteX21" fmla="*/ 267794 w 285424"/>
                    <a:gd name="connsiteY21" fmla="*/ 278690 h 413659"/>
                    <a:gd name="connsiteX22" fmla="*/ 240934 w 285424"/>
                    <a:gd name="connsiteY22" fmla="*/ 388228 h 413659"/>
                    <a:gd name="connsiteX23" fmla="*/ 244172 w 285424"/>
                    <a:gd name="connsiteY23" fmla="*/ 387085 h 413659"/>
                    <a:gd name="connsiteX24" fmla="*/ 180641 w 285424"/>
                    <a:gd name="connsiteY24" fmla="*/ 364130 h 413659"/>
                    <a:gd name="connsiteX25" fmla="*/ 120157 w 285424"/>
                    <a:gd name="connsiteY25" fmla="*/ 334888 h 413659"/>
                    <a:gd name="connsiteX26" fmla="*/ 69484 w 285424"/>
                    <a:gd name="connsiteY26" fmla="*/ 292121 h 413659"/>
                    <a:gd name="connsiteX27" fmla="*/ 37004 w 285424"/>
                    <a:gd name="connsiteY27" fmla="*/ 234018 h 413659"/>
                    <a:gd name="connsiteX28" fmla="*/ 15763 w 285424"/>
                    <a:gd name="connsiteY28" fmla="*/ 170105 h 413659"/>
                    <a:gd name="connsiteX29" fmla="*/ 5666 w 285424"/>
                    <a:gd name="connsiteY29" fmla="*/ 104383 h 413659"/>
                    <a:gd name="connsiteX30" fmla="*/ 25288 w 285424"/>
                    <a:gd name="connsiteY30" fmla="*/ 42565 h 413659"/>
                    <a:gd name="connsiteX31" fmla="*/ 79961 w 285424"/>
                    <a:gd name="connsiteY31" fmla="*/ 8656 h 413659"/>
                    <a:gd name="connsiteX32" fmla="*/ 145684 w 285424"/>
                    <a:gd name="connsiteY32" fmla="*/ 10371 h 413659"/>
                    <a:gd name="connsiteX33" fmla="*/ 177402 w 285424"/>
                    <a:gd name="connsiteY33" fmla="*/ 20753 h 413659"/>
                    <a:gd name="connsiteX34" fmla="*/ 207120 w 285424"/>
                    <a:gd name="connsiteY34" fmla="*/ 35898 h 413659"/>
                    <a:gd name="connsiteX35" fmla="*/ 231409 w 285424"/>
                    <a:gd name="connsiteY35" fmla="*/ 58091 h 413659"/>
                    <a:gd name="connsiteX36" fmla="*/ 246935 w 285424"/>
                    <a:gd name="connsiteY36" fmla="*/ 87428 h 413659"/>
                    <a:gd name="connsiteX37" fmla="*/ 270271 w 285424"/>
                    <a:gd name="connsiteY37" fmla="*/ 150674 h 413659"/>
                    <a:gd name="connsiteX38" fmla="*/ 280939 w 285424"/>
                    <a:gd name="connsiteY38" fmla="*/ 216873 h 413659"/>
                    <a:gd name="connsiteX39" fmla="*/ 282939 w 285424"/>
                    <a:gd name="connsiteY39" fmla="*/ 284405 h 413659"/>
                    <a:gd name="connsiteX40" fmla="*/ 277129 w 285424"/>
                    <a:gd name="connsiteY40" fmla="*/ 351461 h 413659"/>
                    <a:gd name="connsiteX41" fmla="*/ 251697 w 285424"/>
                    <a:gd name="connsiteY41" fmla="*/ 413374 h 413659"/>
                    <a:gd name="connsiteX42" fmla="*/ 252173 w 285424"/>
                    <a:gd name="connsiteY42" fmla="*/ 413660 h 413659"/>
                    <a:gd name="connsiteX43" fmla="*/ 278653 w 285424"/>
                    <a:gd name="connsiteY43" fmla="*/ 351652 h 413659"/>
                    <a:gd name="connsiteX44" fmla="*/ 285416 w 285424"/>
                    <a:gd name="connsiteY44" fmla="*/ 284310 h 413659"/>
                    <a:gd name="connsiteX45" fmla="*/ 283987 w 285424"/>
                    <a:gd name="connsiteY45" fmla="*/ 216587 h 413659"/>
                    <a:gd name="connsiteX46" fmla="*/ 273700 w 285424"/>
                    <a:gd name="connsiteY46" fmla="*/ 149531 h 413659"/>
                    <a:gd name="connsiteX47" fmla="*/ 250745 w 285424"/>
                    <a:gd name="connsiteY47" fmla="*/ 85714 h 413659"/>
                    <a:gd name="connsiteX48" fmla="*/ 234933 w 285424"/>
                    <a:gd name="connsiteY48" fmla="*/ 55329 h 413659"/>
                    <a:gd name="connsiteX49" fmla="*/ 209692 w 285424"/>
                    <a:gd name="connsiteY49" fmla="*/ 31898 h 413659"/>
                    <a:gd name="connsiteX50" fmla="*/ 179307 w 285424"/>
                    <a:gd name="connsiteY50" fmla="*/ 16181 h 413659"/>
                    <a:gd name="connsiteX51" fmla="*/ 146922 w 285424"/>
                    <a:gd name="connsiteY51" fmla="*/ 5323 h 413659"/>
                    <a:gd name="connsiteX52" fmla="*/ 78723 w 285424"/>
                    <a:gd name="connsiteY52" fmla="*/ 3037 h 413659"/>
                    <a:gd name="connsiteX53" fmla="*/ 20716 w 285424"/>
                    <a:gd name="connsiteY53" fmla="*/ 38946 h 413659"/>
                    <a:gd name="connsiteX54" fmla="*/ 47 w 285424"/>
                    <a:gd name="connsiteY54" fmla="*/ 104002 h 413659"/>
                    <a:gd name="connsiteX55" fmla="*/ 10334 w 285424"/>
                    <a:gd name="connsiteY55" fmla="*/ 171439 h 413659"/>
                    <a:gd name="connsiteX56" fmla="*/ 31860 w 285424"/>
                    <a:gd name="connsiteY56" fmla="*/ 235828 h 413659"/>
                    <a:gd name="connsiteX57" fmla="*/ 65198 w 285424"/>
                    <a:gd name="connsiteY57" fmla="*/ 295359 h 413659"/>
                    <a:gd name="connsiteX58" fmla="*/ 117395 w 285424"/>
                    <a:gd name="connsiteY58" fmla="*/ 339365 h 413659"/>
                    <a:gd name="connsiteX59" fmla="*/ 178640 w 285424"/>
                    <a:gd name="connsiteY59" fmla="*/ 368892 h 413659"/>
                    <a:gd name="connsiteX60" fmla="*/ 242267 w 285424"/>
                    <a:gd name="connsiteY60" fmla="*/ 391752 h 413659"/>
                    <a:gd name="connsiteX61" fmla="*/ 244458 w 285424"/>
                    <a:gd name="connsiteY61" fmla="*/ 392609 h 413659"/>
                    <a:gd name="connsiteX62" fmla="*/ 245601 w 285424"/>
                    <a:gd name="connsiteY62" fmla="*/ 390609 h 413659"/>
                    <a:gd name="connsiteX63" fmla="*/ 272557 w 285424"/>
                    <a:gd name="connsiteY63" fmla="*/ 278405 h 413659"/>
                    <a:gd name="connsiteX64" fmla="*/ 250173 w 285424"/>
                    <a:gd name="connsiteY64" fmla="*/ 164867 h 413659"/>
                    <a:gd name="connsiteX65" fmla="*/ 231123 w 285424"/>
                    <a:gd name="connsiteY65" fmla="*/ 110193 h 413659"/>
                    <a:gd name="connsiteX66" fmla="*/ 198548 w 285424"/>
                    <a:gd name="connsiteY66" fmla="*/ 62282 h 413659"/>
                    <a:gd name="connsiteX67" fmla="*/ 149113 w 285424"/>
                    <a:gd name="connsiteY67" fmla="*/ 32088 h 413659"/>
                    <a:gd name="connsiteX68" fmla="*/ 91582 w 285424"/>
                    <a:gd name="connsiteY68" fmla="*/ 26564 h 413659"/>
                    <a:gd name="connsiteX69" fmla="*/ 43481 w 285424"/>
                    <a:gd name="connsiteY69" fmla="*/ 57520 h 413659"/>
                    <a:gd name="connsiteX70" fmla="*/ 23669 w 285424"/>
                    <a:gd name="connsiteY70" fmla="*/ 111527 h 413659"/>
                    <a:gd name="connsiteX71" fmla="*/ 53101 w 285424"/>
                    <a:gd name="connsiteY71" fmla="*/ 222017 h 413659"/>
                    <a:gd name="connsiteX72" fmla="*/ 231123 w 285424"/>
                    <a:gd name="connsiteY72" fmla="*/ 362606 h 413659"/>
                    <a:gd name="connsiteX73" fmla="*/ 232361 w 285424"/>
                    <a:gd name="connsiteY73" fmla="*/ 358986 h 413659"/>
                    <a:gd name="connsiteX74" fmla="*/ 88153 w 285424"/>
                    <a:gd name="connsiteY74" fmla="*/ 230494 h 413659"/>
                    <a:gd name="connsiteX75" fmla="*/ 63388 w 285424"/>
                    <a:gd name="connsiteY75" fmla="*/ 135244 h 413659"/>
                    <a:gd name="connsiteX76" fmla="*/ 65388 w 285424"/>
                    <a:gd name="connsiteY76" fmla="*/ 85999 h 413659"/>
                    <a:gd name="connsiteX77" fmla="*/ 74246 w 285424"/>
                    <a:gd name="connsiteY77" fmla="*/ 63997 h 413659"/>
                    <a:gd name="connsiteX78" fmla="*/ 93487 w 285424"/>
                    <a:gd name="connsiteY78" fmla="*/ 50757 h 413659"/>
                    <a:gd name="connsiteX79" fmla="*/ 141398 w 285424"/>
                    <a:gd name="connsiteY79" fmla="*/ 51233 h 413659"/>
                    <a:gd name="connsiteX80" fmla="*/ 184070 w 285424"/>
                    <a:gd name="connsiteY80" fmla="*/ 74855 h 413659"/>
                    <a:gd name="connsiteX81" fmla="*/ 234552 w 285424"/>
                    <a:gd name="connsiteY81" fmla="*/ 158485 h 413659"/>
                    <a:gd name="connsiteX82" fmla="*/ 245982 w 285424"/>
                    <a:gd name="connsiteY82" fmla="*/ 256878 h 413659"/>
                    <a:gd name="connsiteX83" fmla="*/ 231885 w 285424"/>
                    <a:gd name="connsiteY83" fmla="*/ 355557 h 413659"/>
                    <a:gd name="connsiteX84" fmla="*/ 232647 w 285424"/>
                    <a:gd name="connsiteY84" fmla="*/ 356224 h 413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285424" h="413659">
                      <a:moveTo>
                        <a:pt x="232647" y="356224"/>
                      </a:moveTo>
                      <a:cubicBezTo>
                        <a:pt x="240934" y="323934"/>
                        <a:pt x="246554" y="290882"/>
                        <a:pt x="248173" y="257545"/>
                      </a:cubicBezTo>
                      <a:cubicBezTo>
                        <a:pt x="249792" y="224207"/>
                        <a:pt x="247220" y="190394"/>
                        <a:pt x="237600" y="158199"/>
                      </a:cubicBezTo>
                      <a:cubicBezTo>
                        <a:pt x="228170" y="126195"/>
                        <a:pt x="212073" y="95144"/>
                        <a:pt x="186546" y="72665"/>
                      </a:cubicBezTo>
                      <a:cubicBezTo>
                        <a:pt x="173783" y="61520"/>
                        <a:pt x="158828" y="52853"/>
                        <a:pt x="142636" y="47995"/>
                      </a:cubicBezTo>
                      <a:cubicBezTo>
                        <a:pt x="126443" y="43232"/>
                        <a:pt x="108727" y="41804"/>
                        <a:pt x="92153" y="47233"/>
                      </a:cubicBezTo>
                      <a:cubicBezTo>
                        <a:pt x="83962" y="49995"/>
                        <a:pt x="76247" y="54757"/>
                        <a:pt x="70817" y="61806"/>
                      </a:cubicBezTo>
                      <a:cubicBezTo>
                        <a:pt x="65293" y="68759"/>
                        <a:pt x="62531" y="77332"/>
                        <a:pt x="60911" y="85619"/>
                      </a:cubicBezTo>
                      <a:cubicBezTo>
                        <a:pt x="58054" y="102382"/>
                        <a:pt x="57768" y="119147"/>
                        <a:pt x="58530" y="136006"/>
                      </a:cubicBezTo>
                      <a:cubicBezTo>
                        <a:pt x="60340" y="169629"/>
                        <a:pt x="68912" y="202776"/>
                        <a:pt x="83581" y="233065"/>
                      </a:cubicBezTo>
                      <a:cubicBezTo>
                        <a:pt x="112918" y="293835"/>
                        <a:pt x="167401" y="341365"/>
                        <a:pt x="231028" y="362987"/>
                      </a:cubicBezTo>
                      <a:lnTo>
                        <a:pt x="232266" y="359367"/>
                      </a:lnTo>
                      <a:cubicBezTo>
                        <a:pt x="159686" y="336031"/>
                        <a:pt x="93582" y="287930"/>
                        <a:pt x="55101" y="221255"/>
                      </a:cubicBezTo>
                      <a:cubicBezTo>
                        <a:pt x="45671" y="204586"/>
                        <a:pt x="37575" y="187060"/>
                        <a:pt x="32146" y="168677"/>
                      </a:cubicBezTo>
                      <a:cubicBezTo>
                        <a:pt x="26717" y="150389"/>
                        <a:pt x="23669" y="131053"/>
                        <a:pt x="25478" y="112003"/>
                      </a:cubicBezTo>
                      <a:cubicBezTo>
                        <a:pt x="27002" y="92953"/>
                        <a:pt x="33765" y="74379"/>
                        <a:pt x="45195" y="59139"/>
                      </a:cubicBezTo>
                      <a:cubicBezTo>
                        <a:pt x="56625" y="43899"/>
                        <a:pt x="73294" y="32564"/>
                        <a:pt x="92058" y="29326"/>
                      </a:cubicBezTo>
                      <a:cubicBezTo>
                        <a:pt x="110727" y="25897"/>
                        <a:pt x="130253" y="28754"/>
                        <a:pt x="148160" y="34946"/>
                      </a:cubicBezTo>
                      <a:cubicBezTo>
                        <a:pt x="166067" y="41327"/>
                        <a:pt x="182641" y="51614"/>
                        <a:pt x="196357" y="64759"/>
                      </a:cubicBezTo>
                      <a:cubicBezTo>
                        <a:pt x="210263" y="77903"/>
                        <a:pt x="220836" y="94096"/>
                        <a:pt x="227885" y="111812"/>
                      </a:cubicBezTo>
                      <a:cubicBezTo>
                        <a:pt x="234743" y="129624"/>
                        <a:pt x="240648" y="148007"/>
                        <a:pt x="246458" y="166295"/>
                      </a:cubicBezTo>
                      <a:cubicBezTo>
                        <a:pt x="257793" y="202871"/>
                        <a:pt x="267032" y="240590"/>
                        <a:pt x="267794" y="278690"/>
                      </a:cubicBezTo>
                      <a:cubicBezTo>
                        <a:pt x="268271" y="316695"/>
                        <a:pt x="259698" y="355176"/>
                        <a:pt x="240934" y="388228"/>
                      </a:cubicBezTo>
                      <a:lnTo>
                        <a:pt x="244172" y="387085"/>
                      </a:lnTo>
                      <a:cubicBezTo>
                        <a:pt x="222836" y="378607"/>
                        <a:pt x="201024" y="373559"/>
                        <a:pt x="180641" y="364130"/>
                      </a:cubicBezTo>
                      <a:cubicBezTo>
                        <a:pt x="159876" y="355462"/>
                        <a:pt x="139302" y="346318"/>
                        <a:pt x="120157" y="334888"/>
                      </a:cubicBezTo>
                      <a:cubicBezTo>
                        <a:pt x="101012" y="323458"/>
                        <a:pt x="83295" y="309551"/>
                        <a:pt x="69484" y="292121"/>
                      </a:cubicBezTo>
                      <a:cubicBezTo>
                        <a:pt x="55577" y="274785"/>
                        <a:pt x="45290" y="254782"/>
                        <a:pt x="37004" y="234018"/>
                      </a:cubicBezTo>
                      <a:cubicBezTo>
                        <a:pt x="28812" y="213254"/>
                        <a:pt x="22049" y="191632"/>
                        <a:pt x="15763" y="170105"/>
                      </a:cubicBezTo>
                      <a:cubicBezTo>
                        <a:pt x="9667" y="148579"/>
                        <a:pt x="5095" y="126481"/>
                        <a:pt x="5666" y="104383"/>
                      </a:cubicBezTo>
                      <a:cubicBezTo>
                        <a:pt x="6238" y="82380"/>
                        <a:pt x="12143" y="60092"/>
                        <a:pt x="25288" y="42565"/>
                      </a:cubicBezTo>
                      <a:cubicBezTo>
                        <a:pt x="38337" y="25040"/>
                        <a:pt x="58625" y="13705"/>
                        <a:pt x="79961" y="8656"/>
                      </a:cubicBezTo>
                      <a:cubicBezTo>
                        <a:pt x="101393" y="3608"/>
                        <a:pt x="124157" y="5132"/>
                        <a:pt x="145684" y="10371"/>
                      </a:cubicBezTo>
                      <a:cubicBezTo>
                        <a:pt x="156542" y="13038"/>
                        <a:pt x="167115" y="16562"/>
                        <a:pt x="177402" y="20753"/>
                      </a:cubicBezTo>
                      <a:cubicBezTo>
                        <a:pt x="187784" y="24944"/>
                        <a:pt x="197786" y="29802"/>
                        <a:pt x="207120" y="35898"/>
                      </a:cubicBezTo>
                      <a:cubicBezTo>
                        <a:pt x="216359" y="41899"/>
                        <a:pt x="224837" y="49233"/>
                        <a:pt x="231409" y="58091"/>
                      </a:cubicBezTo>
                      <a:cubicBezTo>
                        <a:pt x="237981" y="66854"/>
                        <a:pt x="242648" y="77046"/>
                        <a:pt x="246935" y="87428"/>
                      </a:cubicBezTo>
                      <a:cubicBezTo>
                        <a:pt x="255317" y="108288"/>
                        <a:pt x="263984" y="129148"/>
                        <a:pt x="270271" y="150674"/>
                      </a:cubicBezTo>
                      <a:cubicBezTo>
                        <a:pt x="276843" y="172106"/>
                        <a:pt x="279796" y="194489"/>
                        <a:pt x="280939" y="216873"/>
                      </a:cubicBezTo>
                      <a:cubicBezTo>
                        <a:pt x="281987" y="239352"/>
                        <a:pt x="282844" y="261926"/>
                        <a:pt x="282939" y="284405"/>
                      </a:cubicBezTo>
                      <a:cubicBezTo>
                        <a:pt x="283034" y="306884"/>
                        <a:pt x="281796" y="329459"/>
                        <a:pt x="277129" y="351461"/>
                      </a:cubicBezTo>
                      <a:cubicBezTo>
                        <a:pt x="272557" y="373369"/>
                        <a:pt x="264556" y="394895"/>
                        <a:pt x="251697" y="413374"/>
                      </a:cubicBezTo>
                      <a:lnTo>
                        <a:pt x="252173" y="413660"/>
                      </a:lnTo>
                      <a:cubicBezTo>
                        <a:pt x="265318" y="395276"/>
                        <a:pt x="273700" y="373750"/>
                        <a:pt x="278653" y="351652"/>
                      </a:cubicBezTo>
                      <a:cubicBezTo>
                        <a:pt x="283606" y="329554"/>
                        <a:pt x="285225" y="306884"/>
                        <a:pt x="285416" y="284310"/>
                      </a:cubicBezTo>
                      <a:cubicBezTo>
                        <a:pt x="285511" y="261736"/>
                        <a:pt x="284844" y="239162"/>
                        <a:pt x="283987" y="216587"/>
                      </a:cubicBezTo>
                      <a:cubicBezTo>
                        <a:pt x="283034" y="194013"/>
                        <a:pt x="280082" y="171344"/>
                        <a:pt x="273700" y="149531"/>
                      </a:cubicBezTo>
                      <a:cubicBezTo>
                        <a:pt x="267509" y="127719"/>
                        <a:pt x="259031" y="106764"/>
                        <a:pt x="250745" y="85714"/>
                      </a:cubicBezTo>
                      <a:cubicBezTo>
                        <a:pt x="246554" y="75236"/>
                        <a:pt x="241791" y="64664"/>
                        <a:pt x="234933" y="55329"/>
                      </a:cubicBezTo>
                      <a:cubicBezTo>
                        <a:pt x="228075" y="45995"/>
                        <a:pt x="219217" y="38279"/>
                        <a:pt x="209692" y="31898"/>
                      </a:cubicBezTo>
                      <a:cubicBezTo>
                        <a:pt x="200167" y="25516"/>
                        <a:pt x="189785" y="20468"/>
                        <a:pt x="179307" y="16181"/>
                      </a:cubicBezTo>
                      <a:cubicBezTo>
                        <a:pt x="168830" y="11895"/>
                        <a:pt x="157971" y="8085"/>
                        <a:pt x="146922" y="5323"/>
                      </a:cubicBezTo>
                      <a:cubicBezTo>
                        <a:pt x="124824" y="-297"/>
                        <a:pt x="101297" y="-2107"/>
                        <a:pt x="78723" y="3037"/>
                      </a:cubicBezTo>
                      <a:cubicBezTo>
                        <a:pt x="56244" y="7990"/>
                        <a:pt x="34813" y="20182"/>
                        <a:pt x="20716" y="38946"/>
                      </a:cubicBezTo>
                      <a:cubicBezTo>
                        <a:pt x="6714" y="57806"/>
                        <a:pt x="618" y="81142"/>
                        <a:pt x="47" y="104002"/>
                      </a:cubicBezTo>
                      <a:cubicBezTo>
                        <a:pt x="-525" y="127052"/>
                        <a:pt x="4238" y="149627"/>
                        <a:pt x="10334" y="171439"/>
                      </a:cubicBezTo>
                      <a:cubicBezTo>
                        <a:pt x="16715" y="193156"/>
                        <a:pt x="23478" y="214682"/>
                        <a:pt x="31860" y="235828"/>
                      </a:cubicBezTo>
                      <a:cubicBezTo>
                        <a:pt x="40337" y="256878"/>
                        <a:pt x="50815" y="277452"/>
                        <a:pt x="65198" y="295359"/>
                      </a:cubicBezTo>
                      <a:cubicBezTo>
                        <a:pt x="79485" y="313361"/>
                        <a:pt x="97868" y="327744"/>
                        <a:pt x="117395" y="339365"/>
                      </a:cubicBezTo>
                      <a:cubicBezTo>
                        <a:pt x="137016" y="350985"/>
                        <a:pt x="157781" y="360224"/>
                        <a:pt x="178640" y="368892"/>
                      </a:cubicBezTo>
                      <a:cubicBezTo>
                        <a:pt x="199310" y="378417"/>
                        <a:pt x="221693" y="383561"/>
                        <a:pt x="242267" y="391752"/>
                      </a:cubicBezTo>
                      <a:lnTo>
                        <a:pt x="244458" y="392609"/>
                      </a:lnTo>
                      <a:lnTo>
                        <a:pt x="245601" y="390609"/>
                      </a:lnTo>
                      <a:cubicBezTo>
                        <a:pt x="265032" y="356605"/>
                        <a:pt x="273319" y="317171"/>
                        <a:pt x="272557" y="278405"/>
                      </a:cubicBezTo>
                      <a:cubicBezTo>
                        <a:pt x="271509" y="239447"/>
                        <a:pt x="261794" y="201633"/>
                        <a:pt x="250173" y="164867"/>
                      </a:cubicBezTo>
                      <a:cubicBezTo>
                        <a:pt x="244172" y="146483"/>
                        <a:pt x="238267" y="128290"/>
                        <a:pt x="231123" y="110193"/>
                      </a:cubicBezTo>
                      <a:cubicBezTo>
                        <a:pt x="223884" y="92191"/>
                        <a:pt x="212835" y="75522"/>
                        <a:pt x="198548" y="62282"/>
                      </a:cubicBezTo>
                      <a:cubicBezTo>
                        <a:pt x="184451" y="48947"/>
                        <a:pt x="167496" y="38470"/>
                        <a:pt x="149113" y="32088"/>
                      </a:cubicBezTo>
                      <a:cubicBezTo>
                        <a:pt x="130825" y="25802"/>
                        <a:pt x="110918" y="22944"/>
                        <a:pt x="91582" y="26564"/>
                      </a:cubicBezTo>
                      <a:cubicBezTo>
                        <a:pt x="72246" y="29993"/>
                        <a:pt x="55006" y="41899"/>
                        <a:pt x="43481" y="57520"/>
                      </a:cubicBezTo>
                      <a:cubicBezTo>
                        <a:pt x="31860" y="73141"/>
                        <a:pt x="25002" y="92191"/>
                        <a:pt x="23669" y="111527"/>
                      </a:cubicBezTo>
                      <a:cubicBezTo>
                        <a:pt x="20716" y="150579"/>
                        <a:pt x="34432" y="188584"/>
                        <a:pt x="53101" y="222017"/>
                      </a:cubicBezTo>
                      <a:cubicBezTo>
                        <a:pt x="91487" y="289549"/>
                        <a:pt x="157781" y="338603"/>
                        <a:pt x="231123" y="362606"/>
                      </a:cubicBezTo>
                      <a:lnTo>
                        <a:pt x="232361" y="358986"/>
                      </a:lnTo>
                      <a:cubicBezTo>
                        <a:pt x="169877" y="337269"/>
                        <a:pt x="116537" y="290215"/>
                        <a:pt x="88153" y="230494"/>
                      </a:cubicBezTo>
                      <a:cubicBezTo>
                        <a:pt x="74151" y="200681"/>
                        <a:pt x="65293" y="168296"/>
                        <a:pt x="63388" y="135244"/>
                      </a:cubicBezTo>
                      <a:cubicBezTo>
                        <a:pt x="62435" y="118861"/>
                        <a:pt x="62721" y="102097"/>
                        <a:pt x="65388" y="85999"/>
                      </a:cubicBezTo>
                      <a:cubicBezTo>
                        <a:pt x="66912" y="78094"/>
                        <a:pt x="69389" y="70283"/>
                        <a:pt x="74246" y="63997"/>
                      </a:cubicBezTo>
                      <a:cubicBezTo>
                        <a:pt x="79009" y="57710"/>
                        <a:pt x="85962" y="53329"/>
                        <a:pt x="93487" y="50757"/>
                      </a:cubicBezTo>
                      <a:cubicBezTo>
                        <a:pt x="108727" y="45614"/>
                        <a:pt x="125872" y="46756"/>
                        <a:pt x="141398" y="51233"/>
                      </a:cubicBezTo>
                      <a:cubicBezTo>
                        <a:pt x="157114" y="55805"/>
                        <a:pt x="171687" y="64187"/>
                        <a:pt x="184070" y="74855"/>
                      </a:cubicBezTo>
                      <a:cubicBezTo>
                        <a:pt x="209025" y="96572"/>
                        <a:pt x="225027" y="126957"/>
                        <a:pt x="234552" y="158485"/>
                      </a:cubicBezTo>
                      <a:cubicBezTo>
                        <a:pt x="244172" y="190203"/>
                        <a:pt x="247030" y="223731"/>
                        <a:pt x="245982" y="256878"/>
                      </a:cubicBezTo>
                      <a:cubicBezTo>
                        <a:pt x="244839" y="290120"/>
                        <a:pt x="239696" y="323172"/>
                        <a:pt x="231885" y="355557"/>
                      </a:cubicBezTo>
                      <a:lnTo>
                        <a:pt x="232647" y="356224"/>
                      </a:ln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01" name="Forme libre : forme 9400">
                  <a:extLst>
                    <a:ext uri="{FF2B5EF4-FFF2-40B4-BE49-F238E27FC236}">
                      <a16:creationId xmlns:a16="http://schemas.microsoft.com/office/drawing/2014/main" id="{85794224-E60D-45F6-8442-B3891B3BFB9C}"/>
                    </a:ext>
                  </a:extLst>
                </p:cNvPr>
                <p:cNvSpPr/>
                <p:nvPr/>
              </p:nvSpPr>
              <p:spPr>
                <a:xfrm>
                  <a:off x="509325" y="4247305"/>
                  <a:ext cx="350028" cy="449472"/>
                </a:xfrm>
                <a:custGeom>
                  <a:avLst/>
                  <a:gdLst>
                    <a:gd name="connsiteX0" fmla="*/ 269538 w 350028"/>
                    <a:gd name="connsiteY0" fmla="*/ 435661 h 449472"/>
                    <a:gd name="connsiteX1" fmla="*/ 128663 w 350028"/>
                    <a:gd name="connsiteY1" fmla="*/ 374320 h 449472"/>
                    <a:gd name="connsiteX2" fmla="*/ 95516 w 350028"/>
                    <a:gd name="connsiteY2" fmla="*/ 354794 h 449472"/>
                    <a:gd name="connsiteX3" fmla="*/ 64846 w 350028"/>
                    <a:gd name="connsiteY3" fmla="*/ 332505 h 449472"/>
                    <a:gd name="connsiteX4" fmla="*/ 25984 w 350028"/>
                    <a:gd name="connsiteY4" fmla="*/ 268687 h 449472"/>
                    <a:gd name="connsiteX5" fmla="*/ 5505 w 350028"/>
                    <a:gd name="connsiteY5" fmla="*/ 194869 h 449472"/>
                    <a:gd name="connsiteX6" fmla="*/ 11601 w 350028"/>
                    <a:gd name="connsiteY6" fmla="*/ 119240 h 449472"/>
                    <a:gd name="connsiteX7" fmla="*/ 24269 w 350028"/>
                    <a:gd name="connsiteY7" fmla="*/ 82950 h 449472"/>
                    <a:gd name="connsiteX8" fmla="*/ 41319 w 350028"/>
                    <a:gd name="connsiteY8" fmla="*/ 48660 h 449472"/>
                    <a:gd name="connsiteX9" fmla="*/ 66846 w 350028"/>
                    <a:gd name="connsiteY9" fmla="*/ 20752 h 449472"/>
                    <a:gd name="connsiteX10" fmla="*/ 101708 w 350028"/>
                    <a:gd name="connsiteY10" fmla="*/ 7036 h 449472"/>
                    <a:gd name="connsiteX11" fmla="*/ 246869 w 350028"/>
                    <a:gd name="connsiteY11" fmla="*/ 40087 h 449472"/>
                    <a:gd name="connsiteX12" fmla="*/ 333832 w 350028"/>
                    <a:gd name="connsiteY12" fmla="*/ 160388 h 449472"/>
                    <a:gd name="connsiteX13" fmla="*/ 342690 w 350028"/>
                    <a:gd name="connsiteY13" fmla="*/ 235921 h 449472"/>
                    <a:gd name="connsiteX14" fmla="*/ 339071 w 350028"/>
                    <a:gd name="connsiteY14" fmla="*/ 312503 h 449472"/>
                    <a:gd name="connsiteX15" fmla="*/ 318878 w 350028"/>
                    <a:gd name="connsiteY15" fmla="*/ 386131 h 449472"/>
                    <a:gd name="connsiteX16" fmla="*/ 275539 w 350028"/>
                    <a:gd name="connsiteY16" fmla="*/ 448901 h 449472"/>
                    <a:gd name="connsiteX17" fmla="*/ 276015 w 350028"/>
                    <a:gd name="connsiteY17" fmla="*/ 449472 h 449472"/>
                    <a:gd name="connsiteX18" fmla="*/ 322307 w 350028"/>
                    <a:gd name="connsiteY18" fmla="*/ 387750 h 449472"/>
                    <a:gd name="connsiteX19" fmla="*/ 344595 w 350028"/>
                    <a:gd name="connsiteY19" fmla="*/ 313360 h 449472"/>
                    <a:gd name="connsiteX20" fmla="*/ 350024 w 350028"/>
                    <a:gd name="connsiteY20" fmla="*/ 235921 h 449472"/>
                    <a:gd name="connsiteX21" fmla="*/ 341452 w 350028"/>
                    <a:gd name="connsiteY21" fmla="*/ 158388 h 449472"/>
                    <a:gd name="connsiteX22" fmla="*/ 250774 w 350028"/>
                    <a:gd name="connsiteY22" fmla="*/ 34087 h 449472"/>
                    <a:gd name="connsiteX23" fmla="*/ 100850 w 350028"/>
                    <a:gd name="connsiteY23" fmla="*/ 2940 h 449472"/>
                    <a:gd name="connsiteX24" fmla="*/ 64846 w 350028"/>
                    <a:gd name="connsiteY24" fmla="*/ 18180 h 449472"/>
                    <a:gd name="connsiteX25" fmla="*/ 38938 w 350028"/>
                    <a:gd name="connsiteY25" fmla="*/ 47327 h 449472"/>
                    <a:gd name="connsiteX26" fmla="*/ 21888 w 350028"/>
                    <a:gd name="connsiteY26" fmla="*/ 82188 h 449472"/>
                    <a:gd name="connsiteX27" fmla="*/ 8934 w 350028"/>
                    <a:gd name="connsiteY27" fmla="*/ 118669 h 449472"/>
                    <a:gd name="connsiteX28" fmla="*/ 1219 w 350028"/>
                    <a:gd name="connsiteY28" fmla="*/ 195631 h 449472"/>
                    <a:gd name="connsiteX29" fmla="*/ 8934 w 350028"/>
                    <a:gd name="connsiteY29" fmla="*/ 233731 h 449472"/>
                    <a:gd name="connsiteX30" fmla="*/ 19888 w 350028"/>
                    <a:gd name="connsiteY30" fmla="*/ 270973 h 449472"/>
                    <a:gd name="connsiteX31" fmla="*/ 60179 w 350028"/>
                    <a:gd name="connsiteY31" fmla="*/ 337744 h 449472"/>
                    <a:gd name="connsiteX32" fmla="*/ 92087 w 350028"/>
                    <a:gd name="connsiteY32" fmla="*/ 360413 h 449472"/>
                    <a:gd name="connsiteX33" fmla="*/ 125711 w 350028"/>
                    <a:gd name="connsiteY33" fmla="*/ 379749 h 449472"/>
                    <a:gd name="connsiteX34" fmla="*/ 269348 w 350028"/>
                    <a:gd name="connsiteY34" fmla="*/ 436613 h 449472"/>
                    <a:gd name="connsiteX35" fmla="*/ 269538 w 350028"/>
                    <a:gd name="connsiteY35" fmla="*/ 435661 h 449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50028" h="449472">
                      <a:moveTo>
                        <a:pt x="269538" y="435661"/>
                      </a:moveTo>
                      <a:cubicBezTo>
                        <a:pt x="220008" y="421469"/>
                        <a:pt x="173240" y="399656"/>
                        <a:pt x="128663" y="374320"/>
                      </a:cubicBezTo>
                      <a:cubicBezTo>
                        <a:pt x="117519" y="368033"/>
                        <a:pt x="106470" y="361461"/>
                        <a:pt x="95516" y="354794"/>
                      </a:cubicBezTo>
                      <a:cubicBezTo>
                        <a:pt x="84658" y="348031"/>
                        <a:pt x="74085" y="340982"/>
                        <a:pt x="64846" y="332505"/>
                      </a:cubicBezTo>
                      <a:cubicBezTo>
                        <a:pt x="46177" y="315741"/>
                        <a:pt x="34366" y="292691"/>
                        <a:pt x="25984" y="268687"/>
                      </a:cubicBezTo>
                      <a:cubicBezTo>
                        <a:pt x="17792" y="244589"/>
                        <a:pt x="9601" y="219919"/>
                        <a:pt x="5505" y="194869"/>
                      </a:cubicBezTo>
                      <a:cubicBezTo>
                        <a:pt x="1409" y="169723"/>
                        <a:pt x="4457" y="143815"/>
                        <a:pt x="11601" y="119240"/>
                      </a:cubicBezTo>
                      <a:cubicBezTo>
                        <a:pt x="15125" y="106953"/>
                        <a:pt x="19316" y="94761"/>
                        <a:pt x="24269" y="82950"/>
                      </a:cubicBezTo>
                      <a:cubicBezTo>
                        <a:pt x="29127" y="71044"/>
                        <a:pt x="34556" y="59423"/>
                        <a:pt x="41319" y="48660"/>
                      </a:cubicBezTo>
                      <a:cubicBezTo>
                        <a:pt x="48082" y="37897"/>
                        <a:pt x="56464" y="27991"/>
                        <a:pt x="66846" y="20752"/>
                      </a:cubicBezTo>
                      <a:cubicBezTo>
                        <a:pt x="77133" y="13513"/>
                        <a:pt x="89325" y="9227"/>
                        <a:pt x="101708" y="7036"/>
                      </a:cubicBezTo>
                      <a:cubicBezTo>
                        <a:pt x="152000" y="-680"/>
                        <a:pt x="204673" y="12465"/>
                        <a:pt x="246869" y="40087"/>
                      </a:cubicBezTo>
                      <a:cubicBezTo>
                        <a:pt x="289255" y="67901"/>
                        <a:pt x="320211" y="111811"/>
                        <a:pt x="333832" y="160388"/>
                      </a:cubicBezTo>
                      <a:cubicBezTo>
                        <a:pt x="340785" y="184677"/>
                        <a:pt x="342119" y="210299"/>
                        <a:pt x="342690" y="235921"/>
                      </a:cubicBezTo>
                      <a:cubicBezTo>
                        <a:pt x="343166" y="261544"/>
                        <a:pt x="342595" y="287166"/>
                        <a:pt x="339071" y="312503"/>
                      </a:cubicBezTo>
                      <a:cubicBezTo>
                        <a:pt x="335642" y="337839"/>
                        <a:pt x="329355" y="362794"/>
                        <a:pt x="318878" y="386131"/>
                      </a:cubicBezTo>
                      <a:cubicBezTo>
                        <a:pt x="308495" y="409372"/>
                        <a:pt x="294303" y="431279"/>
                        <a:pt x="275539" y="448901"/>
                      </a:cubicBezTo>
                      <a:lnTo>
                        <a:pt x="276015" y="449472"/>
                      </a:lnTo>
                      <a:cubicBezTo>
                        <a:pt x="295541" y="432613"/>
                        <a:pt x="311258" y="411277"/>
                        <a:pt x="322307" y="387750"/>
                      </a:cubicBezTo>
                      <a:cubicBezTo>
                        <a:pt x="333546" y="364319"/>
                        <a:pt x="340499" y="338982"/>
                        <a:pt x="344595" y="313360"/>
                      </a:cubicBezTo>
                      <a:cubicBezTo>
                        <a:pt x="348691" y="287737"/>
                        <a:pt x="349929" y="261734"/>
                        <a:pt x="350024" y="235921"/>
                      </a:cubicBezTo>
                      <a:cubicBezTo>
                        <a:pt x="350120" y="210109"/>
                        <a:pt x="348500" y="183820"/>
                        <a:pt x="341452" y="158388"/>
                      </a:cubicBezTo>
                      <a:cubicBezTo>
                        <a:pt x="327831" y="107715"/>
                        <a:pt x="294970" y="62376"/>
                        <a:pt x="250774" y="34087"/>
                      </a:cubicBezTo>
                      <a:cubicBezTo>
                        <a:pt x="206673" y="5797"/>
                        <a:pt x="152285" y="-6014"/>
                        <a:pt x="100850" y="2940"/>
                      </a:cubicBezTo>
                      <a:cubicBezTo>
                        <a:pt x="88087" y="5512"/>
                        <a:pt x="75419" y="10274"/>
                        <a:pt x="64846" y="18180"/>
                      </a:cubicBezTo>
                      <a:cubicBezTo>
                        <a:pt x="54273" y="25991"/>
                        <a:pt x="45796" y="36277"/>
                        <a:pt x="38938" y="47327"/>
                      </a:cubicBezTo>
                      <a:cubicBezTo>
                        <a:pt x="32080" y="58376"/>
                        <a:pt x="26746" y="70186"/>
                        <a:pt x="21888" y="82188"/>
                      </a:cubicBezTo>
                      <a:cubicBezTo>
                        <a:pt x="17126" y="94189"/>
                        <a:pt x="12554" y="106286"/>
                        <a:pt x="8934" y="118669"/>
                      </a:cubicBezTo>
                      <a:cubicBezTo>
                        <a:pt x="1695" y="143434"/>
                        <a:pt x="-2115" y="169723"/>
                        <a:pt x="1219" y="195631"/>
                      </a:cubicBezTo>
                      <a:cubicBezTo>
                        <a:pt x="2838" y="208585"/>
                        <a:pt x="5696" y="221253"/>
                        <a:pt x="8934" y="233731"/>
                      </a:cubicBezTo>
                      <a:cubicBezTo>
                        <a:pt x="12268" y="246209"/>
                        <a:pt x="15697" y="258686"/>
                        <a:pt x="19888" y="270973"/>
                      </a:cubicBezTo>
                      <a:cubicBezTo>
                        <a:pt x="28175" y="295358"/>
                        <a:pt x="39986" y="320122"/>
                        <a:pt x="60179" y="337744"/>
                      </a:cubicBezTo>
                      <a:cubicBezTo>
                        <a:pt x="70085" y="346507"/>
                        <a:pt x="81038" y="353746"/>
                        <a:pt x="92087" y="360413"/>
                      </a:cubicBezTo>
                      <a:cubicBezTo>
                        <a:pt x="103136" y="367081"/>
                        <a:pt x="114376" y="373558"/>
                        <a:pt x="125711" y="379749"/>
                      </a:cubicBezTo>
                      <a:cubicBezTo>
                        <a:pt x="170954" y="404514"/>
                        <a:pt x="219056" y="424897"/>
                        <a:pt x="269348" y="436613"/>
                      </a:cubicBezTo>
                      <a:lnTo>
                        <a:pt x="269538" y="435661"/>
                      </a:ln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02" name="Forme libre : forme 9401">
                  <a:extLst>
                    <a:ext uri="{FF2B5EF4-FFF2-40B4-BE49-F238E27FC236}">
                      <a16:creationId xmlns:a16="http://schemas.microsoft.com/office/drawing/2014/main" id="{CBCF85D5-882B-4DE2-BCB4-DAC42ADBF5C8}"/>
                    </a:ext>
                  </a:extLst>
                </p:cNvPr>
                <p:cNvSpPr/>
                <p:nvPr/>
              </p:nvSpPr>
              <p:spPr>
                <a:xfrm>
                  <a:off x="659494" y="4389459"/>
                  <a:ext cx="131084" cy="332654"/>
                </a:xfrm>
                <a:custGeom>
                  <a:avLst/>
                  <a:gdLst>
                    <a:gd name="connsiteX0" fmla="*/ 18785 w 131084"/>
                    <a:gd name="connsiteY0" fmla="*/ 2042 h 332654"/>
                    <a:gd name="connsiteX1" fmla="*/ 29739 w 131084"/>
                    <a:gd name="connsiteY1" fmla="*/ 17854 h 332654"/>
                    <a:gd name="connsiteX2" fmla="*/ 32882 w 131084"/>
                    <a:gd name="connsiteY2" fmla="*/ 56525 h 332654"/>
                    <a:gd name="connsiteX3" fmla="*/ 38406 w 131084"/>
                    <a:gd name="connsiteY3" fmla="*/ 77004 h 332654"/>
                    <a:gd name="connsiteX4" fmla="*/ 69744 w 131084"/>
                    <a:gd name="connsiteY4" fmla="*/ 156919 h 332654"/>
                    <a:gd name="connsiteX5" fmla="*/ 87365 w 131084"/>
                    <a:gd name="connsiteY5" fmla="*/ 188827 h 332654"/>
                    <a:gd name="connsiteX6" fmla="*/ 131085 w 131084"/>
                    <a:gd name="connsiteY6" fmla="*/ 332655 h 332654"/>
                    <a:gd name="connsiteX7" fmla="*/ 29739 w 131084"/>
                    <a:gd name="connsiteY7" fmla="*/ 84243 h 332654"/>
                    <a:gd name="connsiteX8" fmla="*/ 19737 w 131084"/>
                    <a:gd name="connsiteY8" fmla="*/ 61573 h 332654"/>
                    <a:gd name="connsiteX9" fmla="*/ 3259 w 131084"/>
                    <a:gd name="connsiteY9" fmla="*/ 36904 h 332654"/>
                    <a:gd name="connsiteX10" fmla="*/ 18785 w 131084"/>
                    <a:gd name="connsiteY10" fmla="*/ 2042 h 332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1084" h="332654">
                      <a:moveTo>
                        <a:pt x="18785" y="2042"/>
                      </a:moveTo>
                      <a:cubicBezTo>
                        <a:pt x="24690" y="4995"/>
                        <a:pt x="28024" y="11472"/>
                        <a:pt x="29739" y="17854"/>
                      </a:cubicBezTo>
                      <a:cubicBezTo>
                        <a:pt x="32977" y="30427"/>
                        <a:pt x="30882" y="43666"/>
                        <a:pt x="32882" y="56525"/>
                      </a:cubicBezTo>
                      <a:cubicBezTo>
                        <a:pt x="33930" y="63574"/>
                        <a:pt x="36216" y="70241"/>
                        <a:pt x="38406" y="77004"/>
                      </a:cubicBezTo>
                      <a:cubicBezTo>
                        <a:pt x="47455" y="104150"/>
                        <a:pt x="56504" y="131487"/>
                        <a:pt x="69744" y="156919"/>
                      </a:cubicBezTo>
                      <a:cubicBezTo>
                        <a:pt x="75363" y="167682"/>
                        <a:pt x="81745" y="178064"/>
                        <a:pt x="87365" y="188827"/>
                      </a:cubicBezTo>
                      <a:cubicBezTo>
                        <a:pt x="110701" y="233404"/>
                        <a:pt x="120988" y="283411"/>
                        <a:pt x="131085" y="332655"/>
                      </a:cubicBezTo>
                      <a:cubicBezTo>
                        <a:pt x="115749" y="244263"/>
                        <a:pt x="62124" y="167872"/>
                        <a:pt x="29739" y="84243"/>
                      </a:cubicBezTo>
                      <a:cubicBezTo>
                        <a:pt x="26786" y="76528"/>
                        <a:pt x="23928" y="68717"/>
                        <a:pt x="19737" y="61573"/>
                      </a:cubicBezTo>
                      <a:cubicBezTo>
                        <a:pt x="14689" y="53001"/>
                        <a:pt x="7831" y="45667"/>
                        <a:pt x="3259" y="36904"/>
                      </a:cubicBezTo>
                      <a:cubicBezTo>
                        <a:pt x="-2456" y="26045"/>
                        <a:pt x="-2551" y="-8721"/>
                        <a:pt x="18785" y="2042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03" name="Forme libre : forme 9402">
                  <a:extLst>
                    <a:ext uri="{FF2B5EF4-FFF2-40B4-BE49-F238E27FC236}">
                      <a16:creationId xmlns:a16="http://schemas.microsoft.com/office/drawing/2014/main" id="{B34D4A8F-9A76-4B2C-B4FD-E860C6BD2709}"/>
                    </a:ext>
                  </a:extLst>
                </p:cNvPr>
                <p:cNvSpPr/>
                <p:nvPr/>
              </p:nvSpPr>
              <p:spPr>
                <a:xfrm>
                  <a:off x="657895" y="4280249"/>
                  <a:ext cx="152884" cy="247173"/>
                </a:xfrm>
                <a:custGeom>
                  <a:avLst/>
                  <a:gdLst>
                    <a:gd name="connsiteX0" fmla="*/ 0 w 152884"/>
                    <a:gd name="connsiteY0" fmla="*/ 0 h 247173"/>
                    <a:gd name="connsiteX1" fmla="*/ 102775 w 152884"/>
                    <a:gd name="connsiteY1" fmla="*/ 52959 h 247173"/>
                    <a:gd name="connsiteX2" fmla="*/ 152781 w 152884"/>
                    <a:gd name="connsiteY2" fmla="*/ 247174 h 247173"/>
                    <a:gd name="connsiteX3" fmla="*/ 129540 w 152884"/>
                    <a:gd name="connsiteY3" fmla="*/ 132112 h 247173"/>
                    <a:gd name="connsiteX4" fmla="*/ 68961 w 152884"/>
                    <a:gd name="connsiteY4" fmla="*/ 29528 h 247173"/>
                    <a:gd name="connsiteX5" fmla="*/ 0 w 152884"/>
                    <a:gd name="connsiteY5" fmla="*/ 0 h 247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2884" h="247173">
                      <a:moveTo>
                        <a:pt x="0" y="0"/>
                      </a:moveTo>
                      <a:cubicBezTo>
                        <a:pt x="0" y="0"/>
                        <a:pt x="80772" y="9144"/>
                        <a:pt x="102775" y="52959"/>
                      </a:cubicBezTo>
                      <a:cubicBezTo>
                        <a:pt x="124778" y="96774"/>
                        <a:pt x="154877" y="171545"/>
                        <a:pt x="152781" y="247174"/>
                      </a:cubicBezTo>
                      <a:cubicBezTo>
                        <a:pt x="152781" y="247174"/>
                        <a:pt x="150305" y="175260"/>
                        <a:pt x="129540" y="132112"/>
                      </a:cubicBezTo>
                      <a:cubicBezTo>
                        <a:pt x="108776" y="88963"/>
                        <a:pt x="107252" y="47244"/>
                        <a:pt x="68961" y="29528"/>
                      </a:cubicBezTo>
                      <a:cubicBezTo>
                        <a:pt x="30671" y="1181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04" name="Forme libre : forme 9403">
                  <a:extLst>
                    <a:ext uri="{FF2B5EF4-FFF2-40B4-BE49-F238E27FC236}">
                      <a16:creationId xmlns:a16="http://schemas.microsoft.com/office/drawing/2014/main" id="{079B671F-B2EC-4139-AA29-976E4015E653}"/>
                    </a:ext>
                  </a:extLst>
                </p:cNvPr>
                <p:cNvSpPr/>
                <p:nvPr/>
              </p:nvSpPr>
              <p:spPr>
                <a:xfrm>
                  <a:off x="561348" y="4311015"/>
                  <a:ext cx="55113" cy="215074"/>
                </a:xfrm>
                <a:custGeom>
                  <a:avLst/>
                  <a:gdLst>
                    <a:gd name="connsiteX0" fmla="*/ 37302 w 55113"/>
                    <a:gd name="connsiteY0" fmla="*/ 0 h 215074"/>
                    <a:gd name="connsiteX1" fmla="*/ 59 w 55113"/>
                    <a:gd name="connsiteY1" fmla="*/ 72104 h 215074"/>
                    <a:gd name="connsiteX2" fmla="*/ 55114 w 55113"/>
                    <a:gd name="connsiteY2" fmla="*/ 215074 h 215074"/>
                    <a:gd name="connsiteX3" fmla="*/ 14347 w 55113"/>
                    <a:gd name="connsiteY3" fmla="*/ 121634 h 215074"/>
                    <a:gd name="connsiteX4" fmla="*/ 37302 w 55113"/>
                    <a:gd name="connsiteY4" fmla="*/ 0 h 215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113" h="215074">
                      <a:moveTo>
                        <a:pt x="37302" y="0"/>
                      </a:moveTo>
                      <a:cubicBezTo>
                        <a:pt x="37302" y="0"/>
                        <a:pt x="1774" y="24003"/>
                        <a:pt x="59" y="72104"/>
                      </a:cubicBezTo>
                      <a:cubicBezTo>
                        <a:pt x="-1751" y="120205"/>
                        <a:pt x="38540" y="199454"/>
                        <a:pt x="55114" y="215074"/>
                      </a:cubicBezTo>
                      <a:cubicBezTo>
                        <a:pt x="55114" y="215074"/>
                        <a:pt x="24157" y="164687"/>
                        <a:pt x="14347" y="121634"/>
                      </a:cubicBezTo>
                      <a:cubicBezTo>
                        <a:pt x="4441" y="78581"/>
                        <a:pt x="2917" y="31718"/>
                        <a:pt x="37302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05" name="Forme libre : forme 9404">
                  <a:extLst>
                    <a:ext uri="{FF2B5EF4-FFF2-40B4-BE49-F238E27FC236}">
                      <a16:creationId xmlns:a16="http://schemas.microsoft.com/office/drawing/2014/main" id="{2EE152BD-63F8-4755-BA00-EA26EE53ED31}"/>
                    </a:ext>
                  </a:extLst>
                </p:cNvPr>
                <p:cNvSpPr/>
                <p:nvPr/>
              </p:nvSpPr>
              <p:spPr>
                <a:xfrm>
                  <a:off x="598552" y="4320248"/>
                  <a:ext cx="82013" cy="56870"/>
                </a:xfrm>
                <a:custGeom>
                  <a:avLst/>
                  <a:gdLst>
                    <a:gd name="connsiteX0" fmla="*/ 82013 w 82013"/>
                    <a:gd name="connsiteY0" fmla="*/ 6388 h 56870"/>
                    <a:gd name="connsiteX1" fmla="*/ 3 w 82013"/>
                    <a:gd name="connsiteY1" fmla="*/ 56870 h 56870"/>
                    <a:gd name="connsiteX2" fmla="*/ 82013 w 82013"/>
                    <a:gd name="connsiteY2" fmla="*/ 6388 h 56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2013" h="56870">
                      <a:moveTo>
                        <a:pt x="82013" y="6388"/>
                      </a:moveTo>
                      <a:cubicBezTo>
                        <a:pt x="82013" y="6388"/>
                        <a:pt x="-378" y="-26473"/>
                        <a:pt x="3" y="56870"/>
                      </a:cubicBezTo>
                      <a:cubicBezTo>
                        <a:pt x="3" y="56870"/>
                        <a:pt x="-1807" y="-13043"/>
                        <a:pt x="82013" y="6388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06" name="Forme libre : forme 9405">
                  <a:extLst>
                    <a:ext uri="{FF2B5EF4-FFF2-40B4-BE49-F238E27FC236}">
                      <a16:creationId xmlns:a16="http://schemas.microsoft.com/office/drawing/2014/main" id="{F1358EF5-4B29-4F9F-9F10-2A2B7C5DC218}"/>
                    </a:ext>
                  </a:extLst>
                </p:cNvPr>
                <p:cNvSpPr/>
                <p:nvPr/>
              </p:nvSpPr>
              <p:spPr>
                <a:xfrm>
                  <a:off x="519974" y="4415504"/>
                  <a:ext cx="171545" cy="227457"/>
                </a:xfrm>
                <a:custGeom>
                  <a:avLst/>
                  <a:gdLst>
                    <a:gd name="connsiteX0" fmla="*/ 0 w 171545"/>
                    <a:gd name="connsiteY0" fmla="*/ 0 h 227457"/>
                    <a:gd name="connsiteX1" fmla="*/ 42863 w 171545"/>
                    <a:gd name="connsiteY1" fmla="*/ 141541 h 227457"/>
                    <a:gd name="connsiteX2" fmla="*/ 171545 w 171545"/>
                    <a:gd name="connsiteY2" fmla="*/ 227457 h 227457"/>
                    <a:gd name="connsiteX3" fmla="*/ 63913 w 171545"/>
                    <a:gd name="connsiteY3" fmla="*/ 153257 h 227457"/>
                    <a:gd name="connsiteX4" fmla="*/ 0 w 171545"/>
                    <a:gd name="connsiteY4" fmla="*/ 0 h 22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545" h="227457">
                      <a:moveTo>
                        <a:pt x="0" y="0"/>
                      </a:moveTo>
                      <a:cubicBezTo>
                        <a:pt x="0" y="0"/>
                        <a:pt x="4191" y="91059"/>
                        <a:pt x="42863" y="141541"/>
                      </a:cubicBezTo>
                      <a:cubicBezTo>
                        <a:pt x="81534" y="192024"/>
                        <a:pt x="171545" y="227457"/>
                        <a:pt x="171545" y="227457"/>
                      </a:cubicBezTo>
                      <a:cubicBezTo>
                        <a:pt x="171545" y="227457"/>
                        <a:pt x="86106" y="176593"/>
                        <a:pt x="63913" y="153257"/>
                      </a:cubicBezTo>
                      <a:cubicBezTo>
                        <a:pt x="41719" y="129921"/>
                        <a:pt x="7525" y="83439"/>
                        <a:pt x="0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07" name="Forme libre : forme 9406">
                  <a:extLst>
                    <a:ext uri="{FF2B5EF4-FFF2-40B4-BE49-F238E27FC236}">
                      <a16:creationId xmlns:a16="http://schemas.microsoft.com/office/drawing/2014/main" id="{94FD79BE-182A-40A1-AC86-2B41FD3F1799}"/>
                    </a:ext>
                  </a:extLst>
                </p:cNvPr>
                <p:cNvSpPr/>
                <p:nvPr/>
              </p:nvSpPr>
              <p:spPr>
                <a:xfrm>
                  <a:off x="781340" y="4314825"/>
                  <a:ext cx="66363" cy="342804"/>
                </a:xfrm>
                <a:custGeom>
                  <a:avLst/>
                  <a:gdLst>
                    <a:gd name="connsiteX0" fmla="*/ 0 w 66363"/>
                    <a:gd name="connsiteY0" fmla="*/ 0 h 342804"/>
                    <a:gd name="connsiteX1" fmla="*/ 64579 w 66363"/>
                    <a:gd name="connsiteY1" fmla="*/ 146209 h 342804"/>
                    <a:gd name="connsiteX2" fmla="*/ 28575 w 66363"/>
                    <a:gd name="connsiteY2" fmla="*/ 342805 h 342804"/>
                    <a:gd name="connsiteX3" fmla="*/ 61436 w 66363"/>
                    <a:gd name="connsiteY3" fmla="*/ 201359 h 342804"/>
                    <a:gd name="connsiteX4" fmla="*/ 0 w 66363"/>
                    <a:gd name="connsiteY4" fmla="*/ 0 h 342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363" h="342804">
                      <a:moveTo>
                        <a:pt x="0" y="0"/>
                      </a:moveTo>
                      <a:cubicBezTo>
                        <a:pt x="0" y="0"/>
                        <a:pt x="55340" y="42291"/>
                        <a:pt x="64579" y="146209"/>
                      </a:cubicBezTo>
                      <a:cubicBezTo>
                        <a:pt x="73819" y="250222"/>
                        <a:pt x="44958" y="314706"/>
                        <a:pt x="28575" y="342805"/>
                      </a:cubicBezTo>
                      <a:cubicBezTo>
                        <a:pt x="28575" y="342805"/>
                        <a:pt x="64103" y="254032"/>
                        <a:pt x="61436" y="201359"/>
                      </a:cubicBezTo>
                      <a:cubicBezTo>
                        <a:pt x="58769" y="148685"/>
                        <a:pt x="50768" y="58198"/>
                        <a:pt x="0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08" name="Forme libre : forme 9407">
                  <a:extLst>
                    <a:ext uri="{FF2B5EF4-FFF2-40B4-BE49-F238E27FC236}">
                      <a16:creationId xmlns:a16="http://schemas.microsoft.com/office/drawing/2014/main" id="{F4D837BF-989C-4B02-B400-01222162F69A}"/>
                    </a:ext>
                  </a:extLst>
                </p:cNvPr>
                <p:cNvSpPr/>
                <p:nvPr/>
              </p:nvSpPr>
              <p:spPr>
                <a:xfrm>
                  <a:off x="664753" y="4365593"/>
                  <a:ext cx="64865" cy="121824"/>
                </a:xfrm>
                <a:custGeom>
                  <a:avLst/>
                  <a:gdLst>
                    <a:gd name="connsiteX0" fmla="*/ 0 w 64865"/>
                    <a:gd name="connsiteY0" fmla="*/ 0 h 121824"/>
                    <a:gd name="connsiteX1" fmla="*/ 44672 w 64865"/>
                    <a:gd name="connsiteY1" fmla="*/ 25432 h 121824"/>
                    <a:gd name="connsiteX2" fmla="*/ 64865 w 64865"/>
                    <a:gd name="connsiteY2" fmla="*/ 121825 h 121824"/>
                    <a:gd name="connsiteX3" fmla="*/ 31242 w 64865"/>
                    <a:gd name="connsiteY3" fmla="*/ 16288 h 121824"/>
                    <a:gd name="connsiteX4" fmla="*/ 0 w 64865"/>
                    <a:gd name="connsiteY4" fmla="*/ 0 h 121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65" h="121824">
                      <a:moveTo>
                        <a:pt x="0" y="0"/>
                      </a:moveTo>
                      <a:cubicBezTo>
                        <a:pt x="0" y="0"/>
                        <a:pt x="32099" y="286"/>
                        <a:pt x="44672" y="25432"/>
                      </a:cubicBezTo>
                      <a:cubicBezTo>
                        <a:pt x="57245" y="50578"/>
                        <a:pt x="63627" y="114110"/>
                        <a:pt x="64865" y="121825"/>
                      </a:cubicBezTo>
                      <a:cubicBezTo>
                        <a:pt x="64865" y="121825"/>
                        <a:pt x="53626" y="36576"/>
                        <a:pt x="31242" y="16288"/>
                      </a:cubicBezTo>
                      <a:cubicBezTo>
                        <a:pt x="13526" y="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09" name="Forme libre : forme 9408">
                  <a:extLst>
                    <a:ext uri="{FF2B5EF4-FFF2-40B4-BE49-F238E27FC236}">
                      <a16:creationId xmlns:a16="http://schemas.microsoft.com/office/drawing/2014/main" id="{DA727216-2526-420A-A056-44A994E25EAE}"/>
                    </a:ext>
                  </a:extLst>
                </p:cNvPr>
                <p:cNvSpPr/>
                <p:nvPr/>
              </p:nvSpPr>
              <p:spPr>
                <a:xfrm>
                  <a:off x="564836" y="4260661"/>
                  <a:ext cx="136806" cy="28159"/>
                </a:xfrm>
                <a:custGeom>
                  <a:avLst/>
                  <a:gdLst>
                    <a:gd name="connsiteX0" fmla="*/ 136779 w 136806"/>
                    <a:gd name="connsiteY0" fmla="*/ 12253 h 28159"/>
                    <a:gd name="connsiteX1" fmla="*/ 0 w 136806"/>
                    <a:gd name="connsiteY1" fmla="*/ 28160 h 28159"/>
                    <a:gd name="connsiteX2" fmla="*/ 136779 w 136806"/>
                    <a:gd name="connsiteY2" fmla="*/ 12253 h 2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6806" h="28159">
                      <a:moveTo>
                        <a:pt x="136779" y="12253"/>
                      </a:moveTo>
                      <a:cubicBezTo>
                        <a:pt x="138589" y="12920"/>
                        <a:pt x="49149" y="-15560"/>
                        <a:pt x="0" y="28160"/>
                      </a:cubicBezTo>
                      <a:cubicBezTo>
                        <a:pt x="0" y="28255"/>
                        <a:pt x="34481" y="-22704"/>
                        <a:pt x="136779" y="12253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10" name="Forme libre : forme 9409">
                  <a:extLst>
                    <a:ext uri="{FF2B5EF4-FFF2-40B4-BE49-F238E27FC236}">
                      <a16:creationId xmlns:a16="http://schemas.microsoft.com/office/drawing/2014/main" id="{2960B4C4-6193-46AF-B4DF-B482FED81CF1}"/>
                    </a:ext>
                  </a:extLst>
                </p:cNvPr>
                <p:cNvSpPr/>
                <p:nvPr/>
              </p:nvSpPr>
              <p:spPr>
                <a:xfrm>
                  <a:off x="565027" y="4587144"/>
                  <a:ext cx="211264" cy="106013"/>
                </a:xfrm>
                <a:custGeom>
                  <a:avLst/>
                  <a:gdLst>
                    <a:gd name="connsiteX0" fmla="*/ 0 w 211264"/>
                    <a:gd name="connsiteY0" fmla="*/ 0 h 106013"/>
                    <a:gd name="connsiteX1" fmla="*/ 211265 w 211264"/>
                    <a:gd name="connsiteY1" fmla="*/ 106013 h 106013"/>
                    <a:gd name="connsiteX2" fmla="*/ 0 w 211264"/>
                    <a:gd name="connsiteY2" fmla="*/ 0 h 106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1264" h="106013">
                      <a:moveTo>
                        <a:pt x="0" y="0"/>
                      </a:moveTo>
                      <a:cubicBezTo>
                        <a:pt x="0" y="0"/>
                        <a:pt x="110109" y="82582"/>
                        <a:pt x="211265" y="106013"/>
                      </a:cubicBezTo>
                      <a:cubicBezTo>
                        <a:pt x="211265" y="106013"/>
                        <a:pt x="111919" y="100584"/>
                        <a:pt x="0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11" name="Forme libre : forme 9410">
                  <a:extLst>
                    <a:ext uri="{FF2B5EF4-FFF2-40B4-BE49-F238E27FC236}">
                      <a16:creationId xmlns:a16="http://schemas.microsoft.com/office/drawing/2014/main" id="{AE86CBB7-FB75-4EA3-85A1-2E7E67B9C3FC}"/>
                    </a:ext>
                  </a:extLst>
                </p:cNvPr>
                <p:cNvSpPr/>
                <p:nvPr/>
              </p:nvSpPr>
              <p:spPr>
                <a:xfrm>
                  <a:off x="740915" y="4302059"/>
                  <a:ext cx="29562" cy="28343"/>
                </a:xfrm>
                <a:custGeom>
                  <a:avLst/>
                  <a:gdLst>
                    <a:gd name="connsiteX0" fmla="*/ 801 w 29562"/>
                    <a:gd name="connsiteY0" fmla="*/ 1906 h 28343"/>
                    <a:gd name="connsiteX1" fmla="*/ 29186 w 29562"/>
                    <a:gd name="connsiteY1" fmla="*/ 26957 h 28343"/>
                    <a:gd name="connsiteX2" fmla="*/ 801 w 29562"/>
                    <a:gd name="connsiteY2" fmla="*/ 1906 h 28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9562" h="28343">
                      <a:moveTo>
                        <a:pt x="801" y="1906"/>
                      </a:moveTo>
                      <a:cubicBezTo>
                        <a:pt x="5468" y="-7428"/>
                        <a:pt x="33091" y="20195"/>
                        <a:pt x="29186" y="26957"/>
                      </a:cubicBezTo>
                      <a:cubicBezTo>
                        <a:pt x="25280" y="33720"/>
                        <a:pt x="-5295" y="14194"/>
                        <a:pt x="801" y="1906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12" name="Forme libre : forme 9411">
                  <a:extLst>
                    <a:ext uri="{FF2B5EF4-FFF2-40B4-BE49-F238E27FC236}">
                      <a16:creationId xmlns:a16="http://schemas.microsoft.com/office/drawing/2014/main" id="{0BC4212D-7FAD-475F-B990-6862D7115AD0}"/>
                    </a:ext>
                  </a:extLst>
                </p:cNvPr>
                <p:cNvSpPr/>
                <p:nvPr/>
              </p:nvSpPr>
              <p:spPr>
                <a:xfrm rot="-5365626">
                  <a:off x="648406" y="4295170"/>
                  <a:ext cx="12762" cy="38098"/>
                </a:xfrm>
                <a:custGeom>
                  <a:avLst/>
                  <a:gdLst>
                    <a:gd name="connsiteX0" fmla="*/ 12763 w 12762"/>
                    <a:gd name="connsiteY0" fmla="*/ 19049 h 38098"/>
                    <a:gd name="connsiteX1" fmla="*/ 6381 w 12762"/>
                    <a:gd name="connsiteY1" fmla="*/ 38098 h 38098"/>
                    <a:gd name="connsiteX2" fmla="*/ 0 w 12762"/>
                    <a:gd name="connsiteY2" fmla="*/ 19049 h 38098"/>
                    <a:gd name="connsiteX3" fmla="*/ 6381 w 12762"/>
                    <a:gd name="connsiteY3" fmla="*/ 0 h 38098"/>
                    <a:gd name="connsiteX4" fmla="*/ 12763 w 12762"/>
                    <a:gd name="connsiteY4" fmla="*/ 19049 h 38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62" h="38098">
                      <a:moveTo>
                        <a:pt x="12763" y="19049"/>
                      </a:moveTo>
                      <a:cubicBezTo>
                        <a:pt x="12763" y="29570"/>
                        <a:pt x="9906" y="38098"/>
                        <a:pt x="6381" y="38098"/>
                      </a:cubicBezTo>
                      <a:cubicBezTo>
                        <a:pt x="2857" y="38098"/>
                        <a:pt x="0" y="29570"/>
                        <a:pt x="0" y="19049"/>
                      </a:cubicBezTo>
                      <a:cubicBezTo>
                        <a:pt x="0" y="8528"/>
                        <a:pt x="2857" y="0"/>
                        <a:pt x="6381" y="0"/>
                      </a:cubicBezTo>
                      <a:cubicBezTo>
                        <a:pt x="9906" y="0"/>
                        <a:pt x="12763" y="8528"/>
                        <a:pt x="12763" y="19049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13" name="Forme libre : forme 9412">
                  <a:extLst>
                    <a:ext uri="{FF2B5EF4-FFF2-40B4-BE49-F238E27FC236}">
                      <a16:creationId xmlns:a16="http://schemas.microsoft.com/office/drawing/2014/main" id="{2082CA59-69C8-488C-AFBA-6CA5D6FC0515}"/>
                    </a:ext>
                  </a:extLst>
                </p:cNvPr>
                <p:cNvSpPr/>
                <p:nvPr/>
              </p:nvSpPr>
              <p:spPr>
                <a:xfrm rot="-2484965">
                  <a:off x="632401" y="4521300"/>
                  <a:ext cx="12382" cy="30859"/>
                </a:xfrm>
                <a:custGeom>
                  <a:avLst/>
                  <a:gdLst>
                    <a:gd name="connsiteX0" fmla="*/ 12382 w 12382"/>
                    <a:gd name="connsiteY0" fmla="*/ 15430 h 30859"/>
                    <a:gd name="connsiteX1" fmla="*/ 6191 w 12382"/>
                    <a:gd name="connsiteY1" fmla="*/ 30860 h 30859"/>
                    <a:gd name="connsiteX2" fmla="*/ 0 w 12382"/>
                    <a:gd name="connsiteY2" fmla="*/ 15430 h 30859"/>
                    <a:gd name="connsiteX3" fmla="*/ 6191 w 12382"/>
                    <a:gd name="connsiteY3" fmla="*/ 0 h 30859"/>
                    <a:gd name="connsiteX4" fmla="*/ 12382 w 12382"/>
                    <a:gd name="connsiteY4" fmla="*/ 15430 h 30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82" h="30859">
                      <a:moveTo>
                        <a:pt x="12382" y="15430"/>
                      </a:moveTo>
                      <a:cubicBezTo>
                        <a:pt x="12382" y="23952"/>
                        <a:pt x="9610" y="30860"/>
                        <a:pt x="6191" y="30860"/>
                      </a:cubicBezTo>
                      <a:cubicBezTo>
                        <a:pt x="2772" y="30860"/>
                        <a:pt x="0" y="23952"/>
                        <a:pt x="0" y="15430"/>
                      </a:cubicBezTo>
                      <a:cubicBezTo>
                        <a:pt x="0" y="6908"/>
                        <a:pt x="2772" y="0"/>
                        <a:pt x="6191" y="0"/>
                      </a:cubicBezTo>
                      <a:cubicBezTo>
                        <a:pt x="9610" y="0"/>
                        <a:pt x="12382" y="6908"/>
                        <a:pt x="12382" y="15430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14" name="Forme libre : forme 9413">
                  <a:extLst>
                    <a:ext uri="{FF2B5EF4-FFF2-40B4-BE49-F238E27FC236}">
                      <a16:creationId xmlns:a16="http://schemas.microsoft.com/office/drawing/2014/main" id="{C3B6AEE4-4ABA-4404-839A-AE791CE4CDE5}"/>
                    </a:ext>
                  </a:extLst>
                </p:cNvPr>
                <p:cNvSpPr/>
                <p:nvPr/>
              </p:nvSpPr>
              <p:spPr>
                <a:xfrm rot="-5365626">
                  <a:off x="797566" y="4507180"/>
                  <a:ext cx="32573" cy="11619"/>
                </a:xfrm>
                <a:custGeom>
                  <a:avLst/>
                  <a:gdLst>
                    <a:gd name="connsiteX0" fmla="*/ 32574 w 32573"/>
                    <a:gd name="connsiteY0" fmla="*/ 5810 h 11619"/>
                    <a:gd name="connsiteX1" fmla="*/ 16287 w 32573"/>
                    <a:gd name="connsiteY1" fmla="*/ 11620 h 11619"/>
                    <a:gd name="connsiteX2" fmla="*/ 0 w 32573"/>
                    <a:gd name="connsiteY2" fmla="*/ 5810 h 11619"/>
                    <a:gd name="connsiteX3" fmla="*/ 16287 w 32573"/>
                    <a:gd name="connsiteY3" fmla="*/ 0 h 11619"/>
                    <a:gd name="connsiteX4" fmla="*/ 32574 w 32573"/>
                    <a:gd name="connsiteY4" fmla="*/ 5810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573" h="11619">
                      <a:moveTo>
                        <a:pt x="32574" y="5810"/>
                      </a:moveTo>
                      <a:cubicBezTo>
                        <a:pt x="32574" y="9019"/>
                        <a:pt x="25282" y="11620"/>
                        <a:pt x="16287" y="11620"/>
                      </a:cubicBezTo>
                      <a:cubicBezTo>
                        <a:pt x="7292" y="11620"/>
                        <a:pt x="0" y="9019"/>
                        <a:pt x="0" y="5810"/>
                      </a:cubicBezTo>
                      <a:cubicBezTo>
                        <a:pt x="0" y="2601"/>
                        <a:pt x="7292" y="0"/>
                        <a:pt x="16287" y="0"/>
                      </a:cubicBezTo>
                      <a:cubicBezTo>
                        <a:pt x="25282" y="0"/>
                        <a:pt x="32574" y="2601"/>
                        <a:pt x="32574" y="5810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15" name="Forme libre : forme 9414">
                  <a:extLst>
                    <a:ext uri="{FF2B5EF4-FFF2-40B4-BE49-F238E27FC236}">
                      <a16:creationId xmlns:a16="http://schemas.microsoft.com/office/drawing/2014/main" id="{85099277-AD75-4CED-A06D-1A923439AE43}"/>
                    </a:ext>
                  </a:extLst>
                </p:cNvPr>
                <p:cNvSpPr/>
                <p:nvPr/>
              </p:nvSpPr>
              <p:spPr>
                <a:xfrm rot="-5365626">
                  <a:off x="840361" y="4458446"/>
                  <a:ext cx="29526" cy="12381"/>
                </a:xfrm>
                <a:custGeom>
                  <a:avLst/>
                  <a:gdLst>
                    <a:gd name="connsiteX0" fmla="*/ 29526 w 29526"/>
                    <a:gd name="connsiteY0" fmla="*/ 6191 h 12381"/>
                    <a:gd name="connsiteX1" fmla="*/ 14763 w 29526"/>
                    <a:gd name="connsiteY1" fmla="*/ 12382 h 12381"/>
                    <a:gd name="connsiteX2" fmla="*/ 0 w 29526"/>
                    <a:gd name="connsiteY2" fmla="*/ 6191 h 12381"/>
                    <a:gd name="connsiteX3" fmla="*/ 14763 w 29526"/>
                    <a:gd name="connsiteY3" fmla="*/ 0 h 12381"/>
                    <a:gd name="connsiteX4" fmla="*/ 29526 w 29526"/>
                    <a:gd name="connsiteY4" fmla="*/ 6191 h 12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526" h="12381">
                      <a:moveTo>
                        <a:pt x="29526" y="6191"/>
                      </a:moveTo>
                      <a:cubicBezTo>
                        <a:pt x="29526" y="9610"/>
                        <a:pt x="22916" y="12382"/>
                        <a:pt x="14763" y="12382"/>
                      </a:cubicBezTo>
                      <a:cubicBezTo>
                        <a:pt x="6610" y="12382"/>
                        <a:pt x="0" y="9610"/>
                        <a:pt x="0" y="6191"/>
                      </a:cubicBezTo>
                      <a:cubicBezTo>
                        <a:pt x="0" y="2772"/>
                        <a:pt x="6610" y="0"/>
                        <a:pt x="14763" y="0"/>
                      </a:cubicBezTo>
                      <a:cubicBezTo>
                        <a:pt x="22916" y="0"/>
                        <a:pt x="29526" y="2772"/>
                        <a:pt x="29526" y="6191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16" name="Forme libre : forme 9415">
                  <a:extLst>
                    <a:ext uri="{FF2B5EF4-FFF2-40B4-BE49-F238E27FC236}">
                      <a16:creationId xmlns:a16="http://schemas.microsoft.com/office/drawing/2014/main" id="{0576F548-3A98-4C0B-8C03-666130601C60}"/>
                    </a:ext>
                  </a:extLst>
                </p:cNvPr>
                <p:cNvSpPr/>
                <p:nvPr/>
              </p:nvSpPr>
              <p:spPr>
                <a:xfrm rot="-4536314">
                  <a:off x="802235" y="4595632"/>
                  <a:ext cx="21716" cy="10667"/>
                </a:xfrm>
                <a:custGeom>
                  <a:avLst/>
                  <a:gdLst>
                    <a:gd name="connsiteX0" fmla="*/ 21717 w 21716"/>
                    <a:gd name="connsiteY0" fmla="*/ 5334 h 10667"/>
                    <a:gd name="connsiteX1" fmla="*/ 10858 w 21716"/>
                    <a:gd name="connsiteY1" fmla="*/ 10668 h 10667"/>
                    <a:gd name="connsiteX2" fmla="*/ 0 w 21716"/>
                    <a:gd name="connsiteY2" fmla="*/ 5334 h 10667"/>
                    <a:gd name="connsiteX3" fmla="*/ 10858 w 21716"/>
                    <a:gd name="connsiteY3" fmla="*/ 0 h 10667"/>
                    <a:gd name="connsiteX4" fmla="*/ 21717 w 21716"/>
                    <a:gd name="connsiteY4" fmla="*/ 5334 h 10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16" h="10667">
                      <a:moveTo>
                        <a:pt x="21717" y="5334"/>
                      </a:moveTo>
                      <a:cubicBezTo>
                        <a:pt x="21717" y="8280"/>
                        <a:pt x="16855" y="10668"/>
                        <a:pt x="10858" y="10668"/>
                      </a:cubicBezTo>
                      <a:cubicBezTo>
                        <a:pt x="4861" y="10668"/>
                        <a:pt x="0" y="8280"/>
                        <a:pt x="0" y="5334"/>
                      </a:cubicBezTo>
                      <a:cubicBezTo>
                        <a:pt x="0" y="2388"/>
                        <a:pt x="4862" y="0"/>
                        <a:pt x="10858" y="0"/>
                      </a:cubicBezTo>
                      <a:cubicBezTo>
                        <a:pt x="16855" y="0"/>
                        <a:pt x="21717" y="2388"/>
                        <a:pt x="21717" y="5334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17" name="Forme libre : forme 9416">
                  <a:extLst>
                    <a:ext uri="{FF2B5EF4-FFF2-40B4-BE49-F238E27FC236}">
                      <a16:creationId xmlns:a16="http://schemas.microsoft.com/office/drawing/2014/main" id="{620EB7DE-0E24-4CC0-AB58-0CD5D10D89C0}"/>
                    </a:ext>
                  </a:extLst>
                </p:cNvPr>
                <p:cNvSpPr/>
                <p:nvPr/>
              </p:nvSpPr>
              <p:spPr>
                <a:xfrm rot="-3437332">
                  <a:off x="636910" y="4586020"/>
                  <a:ext cx="10667" cy="29908"/>
                </a:xfrm>
                <a:custGeom>
                  <a:avLst/>
                  <a:gdLst>
                    <a:gd name="connsiteX0" fmla="*/ 10668 w 10667"/>
                    <a:gd name="connsiteY0" fmla="*/ 14954 h 29908"/>
                    <a:gd name="connsiteX1" fmla="*/ 5334 w 10667"/>
                    <a:gd name="connsiteY1" fmla="*/ 29908 h 29908"/>
                    <a:gd name="connsiteX2" fmla="*/ 0 w 10667"/>
                    <a:gd name="connsiteY2" fmla="*/ 14954 h 29908"/>
                    <a:gd name="connsiteX3" fmla="*/ 5334 w 10667"/>
                    <a:gd name="connsiteY3" fmla="*/ 0 h 29908"/>
                    <a:gd name="connsiteX4" fmla="*/ 10668 w 10667"/>
                    <a:gd name="connsiteY4" fmla="*/ 14954 h 29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" h="29908">
                      <a:moveTo>
                        <a:pt x="10668" y="14954"/>
                      </a:moveTo>
                      <a:cubicBezTo>
                        <a:pt x="10668" y="23213"/>
                        <a:pt x="8280" y="29908"/>
                        <a:pt x="5334" y="29908"/>
                      </a:cubicBezTo>
                      <a:cubicBezTo>
                        <a:pt x="2388" y="29908"/>
                        <a:pt x="0" y="23213"/>
                        <a:pt x="0" y="14954"/>
                      </a:cubicBezTo>
                      <a:cubicBezTo>
                        <a:pt x="0" y="6695"/>
                        <a:pt x="2388" y="0"/>
                        <a:pt x="5334" y="0"/>
                      </a:cubicBezTo>
                      <a:cubicBezTo>
                        <a:pt x="8280" y="0"/>
                        <a:pt x="10668" y="6695"/>
                        <a:pt x="10668" y="14954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18" name="Forme libre : forme 9417">
                  <a:extLst>
                    <a:ext uri="{FF2B5EF4-FFF2-40B4-BE49-F238E27FC236}">
                      <a16:creationId xmlns:a16="http://schemas.microsoft.com/office/drawing/2014/main" id="{05748C58-722E-4703-8394-9718F90CA98A}"/>
                    </a:ext>
                  </a:extLst>
                </p:cNvPr>
                <p:cNvSpPr/>
                <p:nvPr/>
              </p:nvSpPr>
              <p:spPr>
                <a:xfrm rot="-967018">
                  <a:off x="547540" y="4454657"/>
                  <a:ext cx="12192" cy="28384"/>
                </a:xfrm>
                <a:custGeom>
                  <a:avLst/>
                  <a:gdLst>
                    <a:gd name="connsiteX0" fmla="*/ 12192 w 12192"/>
                    <a:gd name="connsiteY0" fmla="*/ 14192 h 28384"/>
                    <a:gd name="connsiteX1" fmla="*/ 6096 w 12192"/>
                    <a:gd name="connsiteY1" fmla="*/ 28385 h 28384"/>
                    <a:gd name="connsiteX2" fmla="*/ 0 w 12192"/>
                    <a:gd name="connsiteY2" fmla="*/ 14192 h 28384"/>
                    <a:gd name="connsiteX3" fmla="*/ 6096 w 12192"/>
                    <a:gd name="connsiteY3" fmla="*/ 0 h 28384"/>
                    <a:gd name="connsiteX4" fmla="*/ 12192 w 12192"/>
                    <a:gd name="connsiteY4" fmla="*/ 14192 h 28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92" h="28384">
                      <a:moveTo>
                        <a:pt x="12192" y="14192"/>
                      </a:moveTo>
                      <a:cubicBezTo>
                        <a:pt x="12192" y="22031"/>
                        <a:pt x="9463" y="28385"/>
                        <a:pt x="6096" y="28385"/>
                      </a:cubicBezTo>
                      <a:cubicBezTo>
                        <a:pt x="2729" y="28385"/>
                        <a:pt x="0" y="22031"/>
                        <a:pt x="0" y="14192"/>
                      </a:cubicBezTo>
                      <a:cubicBezTo>
                        <a:pt x="0" y="6354"/>
                        <a:pt x="2729" y="0"/>
                        <a:pt x="6096" y="0"/>
                      </a:cubicBezTo>
                      <a:cubicBezTo>
                        <a:pt x="9463" y="0"/>
                        <a:pt x="12192" y="6354"/>
                        <a:pt x="12192" y="14192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19" name="Forme libre : forme 9418">
                  <a:extLst>
                    <a:ext uri="{FF2B5EF4-FFF2-40B4-BE49-F238E27FC236}">
                      <a16:creationId xmlns:a16="http://schemas.microsoft.com/office/drawing/2014/main" id="{26846A94-46A6-442D-B509-B9D7FB804E69}"/>
                    </a:ext>
                  </a:extLst>
                </p:cNvPr>
                <p:cNvSpPr/>
                <p:nvPr/>
              </p:nvSpPr>
              <p:spPr>
                <a:xfrm rot="-4171908">
                  <a:off x="552270" y="4334528"/>
                  <a:ext cx="28576" cy="12763"/>
                </a:xfrm>
                <a:custGeom>
                  <a:avLst/>
                  <a:gdLst>
                    <a:gd name="connsiteX0" fmla="*/ 28576 w 28576"/>
                    <a:gd name="connsiteY0" fmla="*/ 6382 h 12763"/>
                    <a:gd name="connsiteX1" fmla="*/ 14288 w 28576"/>
                    <a:gd name="connsiteY1" fmla="*/ 12764 h 12763"/>
                    <a:gd name="connsiteX2" fmla="*/ 0 w 28576"/>
                    <a:gd name="connsiteY2" fmla="*/ 6382 h 12763"/>
                    <a:gd name="connsiteX3" fmla="*/ 14288 w 28576"/>
                    <a:gd name="connsiteY3" fmla="*/ 0 h 12763"/>
                    <a:gd name="connsiteX4" fmla="*/ 28576 w 28576"/>
                    <a:gd name="connsiteY4" fmla="*/ 6382 h 12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76" h="12763">
                      <a:moveTo>
                        <a:pt x="28576" y="6382"/>
                      </a:moveTo>
                      <a:cubicBezTo>
                        <a:pt x="28576" y="9907"/>
                        <a:pt x="22179" y="12764"/>
                        <a:pt x="14288" y="12764"/>
                      </a:cubicBezTo>
                      <a:cubicBezTo>
                        <a:pt x="6397" y="12764"/>
                        <a:pt x="0" y="9907"/>
                        <a:pt x="0" y="6382"/>
                      </a:cubicBezTo>
                      <a:cubicBezTo>
                        <a:pt x="0" y="2857"/>
                        <a:pt x="6397" y="0"/>
                        <a:pt x="14288" y="0"/>
                      </a:cubicBezTo>
                      <a:cubicBezTo>
                        <a:pt x="22179" y="0"/>
                        <a:pt x="28576" y="2857"/>
                        <a:pt x="28576" y="6382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420" name="Forme libre : forme 9419">
                  <a:extLst>
                    <a:ext uri="{FF2B5EF4-FFF2-40B4-BE49-F238E27FC236}">
                      <a16:creationId xmlns:a16="http://schemas.microsoft.com/office/drawing/2014/main" id="{C8954602-252C-43F2-A039-98C1D1B91590}"/>
                    </a:ext>
                  </a:extLst>
                </p:cNvPr>
                <p:cNvSpPr/>
                <p:nvPr/>
              </p:nvSpPr>
              <p:spPr>
                <a:xfrm rot="-649132">
                  <a:off x="598486" y="4265585"/>
                  <a:ext cx="27812" cy="12382"/>
                </a:xfrm>
                <a:custGeom>
                  <a:avLst/>
                  <a:gdLst>
                    <a:gd name="connsiteX0" fmla="*/ 27812 w 27812"/>
                    <a:gd name="connsiteY0" fmla="*/ 6191 h 12382"/>
                    <a:gd name="connsiteX1" fmla="*/ 13906 w 27812"/>
                    <a:gd name="connsiteY1" fmla="*/ 12382 h 12382"/>
                    <a:gd name="connsiteX2" fmla="*/ 0 w 27812"/>
                    <a:gd name="connsiteY2" fmla="*/ 6191 h 12382"/>
                    <a:gd name="connsiteX3" fmla="*/ 13906 w 27812"/>
                    <a:gd name="connsiteY3" fmla="*/ 0 h 12382"/>
                    <a:gd name="connsiteX4" fmla="*/ 27812 w 27812"/>
                    <a:gd name="connsiteY4" fmla="*/ 6191 h 12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812" h="12382">
                      <a:moveTo>
                        <a:pt x="27812" y="6191"/>
                      </a:moveTo>
                      <a:cubicBezTo>
                        <a:pt x="27812" y="9610"/>
                        <a:pt x="21586" y="12382"/>
                        <a:pt x="13906" y="12382"/>
                      </a:cubicBezTo>
                      <a:cubicBezTo>
                        <a:pt x="6226" y="12382"/>
                        <a:pt x="0" y="9610"/>
                        <a:pt x="0" y="6191"/>
                      </a:cubicBezTo>
                      <a:cubicBezTo>
                        <a:pt x="0" y="2772"/>
                        <a:pt x="6226" y="0"/>
                        <a:pt x="13906" y="0"/>
                      </a:cubicBezTo>
                      <a:cubicBezTo>
                        <a:pt x="21586" y="0"/>
                        <a:pt x="27812" y="2772"/>
                        <a:pt x="27812" y="6191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9128" name="Forme libre : forme 9127">
                <a:extLst>
                  <a:ext uri="{FF2B5EF4-FFF2-40B4-BE49-F238E27FC236}">
                    <a16:creationId xmlns:a16="http://schemas.microsoft.com/office/drawing/2014/main" id="{69D32C68-4C8B-4AA1-8115-8245FF69600A}"/>
                  </a:ext>
                </a:extLst>
              </p:cNvPr>
              <p:cNvSpPr/>
              <p:nvPr/>
            </p:nvSpPr>
            <p:spPr>
              <a:xfrm>
                <a:off x="1178627" y="3303650"/>
                <a:ext cx="29863" cy="16512"/>
              </a:xfrm>
              <a:custGeom>
                <a:avLst/>
                <a:gdLst>
                  <a:gd name="connsiteX0" fmla="*/ 0 w 29863"/>
                  <a:gd name="connsiteY0" fmla="*/ 0 h 16512"/>
                  <a:gd name="connsiteX1" fmla="*/ 28480 w 29863"/>
                  <a:gd name="connsiteY1" fmla="*/ 13240 h 16512"/>
                  <a:gd name="connsiteX2" fmla="*/ 0 w 29863"/>
                  <a:gd name="connsiteY2" fmla="*/ 0 h 16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863" h="16512">
                    <a:moveTo>
                      <a:pt x="0" y="0"/>
                    </a:moveTo>
                    <a:cubicBezTo>
                      <a:pt x="0" y="0"/>
                      <a:pt x="19526" y="1048"/>
                      <a:pt x="28480" y="13240"/>
                    </a:cubicBezTo>
                    <a:cubicBezTo>
                      <a:pt x="37433" y="25337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29" name="Forme libre : forme 9128">
                <a:extLst>
                  <a:ext uri="{FF2B5EF4-FFF2-40B4-BE49-F238E27FC236}">
                    <a16:creationId xmlns:a16="http://schemas.microsoft.com/office/drawing/2014/main" id="{97F2ACA4-3D97-4E69-B368-8E04992BD31C}"/>
                  </a:ext>
                </a:extLst>
              </p:cNvPr>
              <p:cNvSpPr/>
              <p:nvPr/>
            </p:nvSpPr>
            <p:spPr>
              <a:xfrm>
                <a:off x="1238825" y="3321804"/>
                <a:ext cx="31732" cy="5645"/>
              </a:xfrm>
              <a:custGeom>
                <a:avLst/>
                <a:gdLst>
                  <a:gd name="connsiteX0" fmla="*/ 0 w 31732"/>
                  <a:gd name="connsiteY0" fmla="*/ 2421 h 5645"/>
                  <a:gd name="connsiteX1" fmla="*/ 29528 w 31732"/>
                  <a:gd name="connsiteY1" fmla="*/ 2992 h 5645"/>
                  <a:gd name="connsiteX2" fmla="*/ 0 w 31732"/>
                  <a:gd name="connsiteY2" fmla="*/ 242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732" h="5645">
                    <a:moveTo>
                      <a:pt x="0" y="2421"/>
                    </a:moveTo>
                    <a:cubicBezTo>
                      <a:pt x="0" y="2421"/>
                      <a:pt x="17431" y="-3389"/>
                      <a:pt x="29528" y="2992"/>
                    </a:cubicBezTo>
                    <a:cubicBezTo>
                      <a:pt x="41624" y="9279"/>
                      <a:pt x="0" y="2421"/>
                      <a:pt x="0" y="24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30" name="Forme libre : forme 9129">
                <a:extLst>
                  <a:ext uri="{FF2B5EF4-FFF2-40B4-BE49-F238E27FC236}">
                    <a16:creationId xmlns:a16="http://schemas.microsoft.com/office/drawing/2014/main" id="{D56165E5-EF6F-452F-9B16-84EF01C3091A}"/>
                  </a:ext>
                </a:extLst>
              </p:cNvPr>
              <p:cNvSpPr/>
              <p:nvPr/>
            </p:nvSpPr>
            <p:spPr>
              <a:xfrm>
                <a:off x="704568" y="4777549"/>
                <a:ext cx="106146" cy="49043"/>
              </a:xfrm>
              <a:custGeom>
                <a:avLst/>
                <a:gdLst>
                  <a:gd name="connsiteX0" fmla="*/ 105347 w 106146"/>
                  <a:gd name="connsiteY0" fmla="*/ 0 h 49043"/>
                  <a:gd name="connsiteX1" fmla="*/ 85916 w 106146"/>
                  <a:gd name="connsiteY1" fmla="*/ 40005 h 49043"/>
                  <a:gd name="connsiteX2" fmla="*/ 0 w 106146"/>
                  <a:gd name="connsiteY2" fmla="*/ 44006 h 49043"/>
                  <a:gd name="connsiteX3" fmla="*/ 86297 w 106146"/>
                  <a:gd name="connsiteY3" fmla="*/ 44006 h 49043"/>
                  <a:gd name="connsiteX4" fmla="*/ 105347 w 106146"/>
                  <a:gd name="connsiteY4" fmla="*/ 0 h 4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146" h="49043">
                    <a:moveTo>
                      <a:pt x="105347" y="0"/>
                    </a:moveTo>
                    <a:cubicBezTo>
                      <a:pt x="105347" y="0"/>
                      <a:pt x="109728" y="30480"/>
                      <a:pt x="85916" y="40005"/>
                    </a:cubicBezTo>
                    <a:cubicBezTo>
                      <a:pt x="62103" y="49530"/>
                      <a:pt x="0" y="44006"/>
                      <a:pt x="0" y="44006"/>
                    </a:cubicBezTo>
                    <a:cubicBezTo>
                      <a:pt x="0" y="44006"/>
                      <a:pt x="51245" y="55341"/>
                      <a:pt x="86297" y="44006"/>
                    </a:cubicBezTo>
                    <a:cubicBezTo>
                      <a:pt x="112109" y="35624"/>
                      <a:pt x="105347" y="0"/>
                      <a:pt x="105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31" name="Forme libre : forme 9130">
                <a:extLst>
                  <a:ext uri="{FF2B5EF4-FFF2-40B4-BE49-F238E27FC236}">
                    <a16:creationId xmlns:a16="http://schemas.microsoft.com/office/drawing/2014/main" id="{53F3A89B-4315-46B2-B209-C50450569B51}"/>
                  </a:ext>
                </a:extLst>
              </p:cNvPr>
              <p:cNvSpPr/>
              <p:nvPr/>
            </p:nvSpPr>
            <p:spPr>
              <a:xfrm>
                <a:off x="1294261" y="3715416"/>
                <a:ext cx="41867" cy="262890"/>
              </a:xfrm>
              <a:custGeom>
                <a:avLst/>
                <a:gdLst>
                  <a:gd name="connsiteX0" fmla="*/ 38005 w 41867"/>
                  <a:gd name="connsiteY0" fmla="*/ 0 h 262890"/>
                  <a:gd name="connsiteX1" fmla="*/ 0 w 41867"/>
                  <a:gd name="connsiteY1" fmla="*/ 262890 h 262890"/>
                  <a:gd name="connsiteX2" fmla="*/ 38005 w 41867"/>
                  <a:gd name="connsiteY2" fmla="*/ 0 h 26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867" h="262890">
                    <a:moveTo>
                      <a:pt x="38005" y="0"/>
                    </a:moveTo>
                    <a:cubicBezTo>
                      <a:pt x="38005" y="0"/>
                      <a:pt x="45244" y="137065"/>
                      <a:pt x="0" y="262890"/>
                    </a:cubicBezTo>
                    <a:cubicBezTo>
                      <a:pt x="0" y="262890"/>
                      <a:pt x="56959" y="174212"/>
                      <a:pt x="38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32" name="Forme libre : forme 9131">
                <a:extLst>
                  <a:ext uri="{FF2B5EF4-FFF2-40B4-BE49-F238E27FC236}">
                    <a16:creationId xmlns:a16="http://schemas.microsoft.com/office/drawing/2014/main" id="{ACBB7221-272C-456A-B295-21519AAE4864}"/>
                  </a:ext>
                </a:extLst>
              </p:cNvPr>
              <p:cNvSpPr/>
              <p:nvPr/>
            </p:nvSpPr>
            <p:spPr>
              <a:xfrm>
                <a:off x="2684306" y="4309918"/>
                <a:ext cx="81961" cy="578121"/>
              </a:xfrm>
              <a:custGeom>
                <a:avLst/>
                <a:gdLst>
                  <a:gd name="connsiteX0" fmla="*/ 81948 w 81961"/>
                  <a:gd name="connsiteY0" fmla="*/ 49 h 578121"/>
                  <a:gd name="connsiteX1" fmla="*/ 34419 w 81961"/>
                  <a:gd name="connsiteY1" fmla="*/ 578121 h 578121"/>
                  <a:gd name="connsiteX2" fmla="*/ 81948 w 81961"/>
                  <a:gd name="connsiteY2" fmla="*/ 49 h 578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61" h="578121">
                    <a:moveTo>
                      <a:pt x="81948" y="49"/>
                    </a:moveTo>
                    <a:cubicBezTo>
                      <a:pt x="83568" y="-4428"/>
                      <a:pt x="-65308" y="299420"/>
                      <a:pt x="34419" y="578121"/>
                    </a:cubicBezTo>
                    <a:cubicBezTo>
                      <a:pt x="34419" y="578121"/>
                      <a:pt x="-47973" y="353236"/>
                      <a:pt x="81948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33" name="Forme libre : forme 9132">
                <a:extLst>
                  <a:ext uri="{FF2B5EF4-FFF2-40B4-BE49-F238E27FC236}">
                    <a16:creationId xmlns:a16="http://schemas.microsoft.com/office/drawing/2014/main" id="{0C7A5667-542F-4C48-8C0F-BAF361E6F9BE}"/>
                  </a:ext>
                </a:extLst>
              </p:cNvPr>
              <p:cNvSpPr/>
              <p:nvPr/>
            </p:nvSpPr>
            <p:spPr>
              <a:xfrm>
                <a:off x="1439041" y="4868989"/>
                <a:ext cx="1148238" cy="210409"/>
              </a:xfrm>
              <a:custGeom>
                <a:avLst/>
                <a:gdLst>
                  <a:gd name="connsiteX0" fmla="*/ 0 w 1148238"/>
                  <a:gd name="connsiteY0" fmla="*/ 0 h 210409"/>
                  <a:gd name="connsiteX1" fmla="*/ 446627 w 1148238"/>
                  <a:gd name="connsiteY1" fmla="*/ 109252 h 210409"/>
                  <a:gd name="connsiteX2" fmla="*/ 1148239 w 1148238"/>
                  <a:gd name="connsiteY2" fmla="*/ 201073 h 210409"/>
                  <a:gd name="connsiteX3" fmla="*/ 570167 w 1148238"/>
                  <a:gd name="connsiteY3" fmla="*/ 156686 h 210409"/>
                  <a:gd name="connsiteX4" fmla="*/ 0 w 1148238"/>
                  <a:gd name="connsiteY4" fmla="*/ 0 h 210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8238" h="210409">
                    <a:moveTo>
                      <a:pt x="0" y="0"/>
                    </a:moveTo>
                    <a:cubicBezTo>
                      <a:pt x="0" y="0"/>
                      <a:pt x="254984" y="44387"/>
                      <a:pt x="446627" y="109252"/>
                    </a:cubicBezTo>
                    <a:cubicBezTo>
                      <a:pt x="638270" y="174117"/>
                      <a:pt x="896398" y="224885"/>
                      <a:pt x="1148239" y="201073"/>
                    </a:cubicBezTo>
                    <a:cubicBezTo>
                      <a:pt x="1148239" y="201073"/>
                      <a:pt x="810863" y="240697"/>
                      <a:pt x="570167" y="156686"/>
                    </a:cubicBezTo>
                    <a:cubicBezTo>
                      <a:pt x="329470" y="7286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34" name="Forme libre : forme 9133">
                <a:extLst>
                  <a:ext uri="{FF2B5EF4-FFF2-40B4-BE49-F238E27FC236}">
                    <a16:creationId xmlns:a16="http://schemas.microsoft.com/office/drawing/2014/main" id="{18B54BFC-BAF4-4875-BFCA-B9A21B110B2E}"/>
                  </a:ext>
                </a:extLst>
              </p:cNvPr>
              <p:cNvSpPr/>
              <p:nvPr/>
            </p:nvSpPr>
            <p:spPr>
              <a:xfrm>
                <a:off x="3379950" y="4618386"/>
                <a:ext cx="15811" cy="26098"/>
              </a:xfrm>
              <a:custGeom>
                <a:avLst/>
                <a:gdLst>
                  <a:gd name="connsiteX0" fmla="*/ 15811 w 15811"/>
                  <a:gd name="connsiteY0" fmla="*/ 13049 h 26098"/>
                  <a:gd name="connsiteX1" fmla="*/ 7906 w 15811"/>
                  <a:gd name="connsiteY1" fmla="*/ 26098 h 26098"/>
                  <a:gd name="connsiteX2" fmla="*/ 0 w 15811"/>
                  <a:gd name="connsiteY2" fmla="*/ 13049 h 26098"/>
                  <a:gd name="connsiteX3" fmla="*/ 7906 w 15811"/>
                  <a:gd name="connsiteY3" fmla="*/ 0 h 26098"/>
                  <a:gd name="connsiteX4" fmla="*/ 15811 w 15811"/>
                  <a:gd name="connsiteY4" fmla="*/ 13049 h 26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11" h="26098">
                    <a:moveTo>
                      <a:pt x="15811" y="13049"/>
                    </a:moveTo>
                    <a:cubicBezTo>
                      <a:pt x="15811" y="20256"/>
                      <a:pt x="12272" y="26098"/>
                      <a:pt x="7906" y="26098"/>
                    </a:cubicBezTo>
                    <a:cubicBezTo>
                      <a:pt x="3539" y="26098"/>
                      <a:pt x="0" y="20256"/>
                      <a:pt x="0" y="13049"/>
                    </a:cubicBezTo>
                    <a:cubicBezTo>
                      <a:pt x="0" y="5842"/>
                      <a:pt x="3540" y="0"/>
                      <a:pt x="7906" y="0"/>
                    </a:cubicBezTo>
                    <a:cubicBezTo>
                      <a:pt x="12272" y="0"/>
                      <a:pt x="15811" y="5842"/>
                      <a:pt x="15811" y="130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35" name="Forme libre : forme 9134">
                <a:extLst>
                  <a:ext uri="{FF2B5EF4-FFF2-40B4-BE49-F238E27FC236}">
                    <a16:creationId xmlns:a16="http://schemas.microsoft.com/office/drawing/2014/main" id="{A2F65EA0-4236-4DBE-83A0-7F9A54192B04}"/>
                  </a:ext>
                </a:extLst>
              </p:cNvPr>
              <p:cNvSpPr/>
              <p:nvPr/>
            </p:nvSpPr>
            <p:spPr>
              <a:xfrm>
                <a:off x="3401762" y="4709541"/>
                <a:ext cx="11811" cy="27622"/>
              </a:xfrm>
              <a:custGeom>
                <a:avLst/>
                <a:gdLst>
                  <a:gd name="connsiteX0" fmla="*/ 11811 w 11811"/>
                  <a:gd name="connsiteY0" fmla="*/ 13811 h 27622"/>
                  <a:gd name="connsiteX1" fmla="*/ 5905 w 11811"/>
                  <a:gd name="connsiteY1" fmla="*/ 27623 h 27622"/>
                  <a:gd name="connsiteX2" fmla="*/ 0 w 11811"/>
                  <a:gd name="connsiteY2" fmla="*/ 13811 h 27622"/>
                  <a:gd name="connsiteX3" fmla="*/ 5905 w 11811"/>
                  <a:gd name="connsiteY3" fmla="*/ 0 h 27622"/>
                  <a:gd name="connsiteX4" fmla="*/ 11811 w 11811"/>
                  <a:gd name="connsiteY4" fmla="*/ 13811 h 2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11" h="27622">
                    <a:moveTo>
                      <a:pt x="11811" y="13811"/>
                    </a:moveTo>
                    <a:cubicBezTo>
                      <a:pt x="11811" y="21439"/>
                      <a:pt x="9167" y="27623"/>
                      <a:pt x="5905" y="27623"/>
                    </a:cubicBezTo>
                    <a:cubicBezTo>
                      <a:pt x="2644" y="27623"/>
                      <a:pt x="0" y="21439"/>
                      <a:pt x="0" y="13811"/>
                    </a:cubicBezTo>
                    <a:cubicBezTo>
                      <a:pt x="0" y="6184"/>
                      <a:pt x="2644" y="0"/>
                      <a:pt x="5905" y="0"/>
                    </a:cubicBezTo>
                    <a:cubicBezTo>
                      <a:pt x="9167" y="0"/>
                      <a:pt x="11811" y="6184"/>
                      <a:pt x="11811" y="138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36" name="Forme libre : forme 9135">
                <a:extLst>
                  <a:ext uri="{FF2B5EF4-FFF2-40B4-BE49-F238E27FC236}">
                    <a16:creationId xmlns:a16="http://schemas.microsoft.com/office/drawing/2014/main" id="{F815D1AF-BA38-4AD4-9E2C-374CB5F9D72A}"/>
                  </a:ext>
                </a:extLst>
              </p:cNvPr>
              <p:cNvSpPr/>
              <p:nvPr/>
            </p:nvSpPr>
            <p:spPr>
              <a:xfrm>
                <a:off x="3920018" y="4762881"/>
                <a:ext cx="11048" cy="24574"/>
              </a:xfrm>
              <a:custGeom>
                <a:avLst/>
                <a:gdLst>
                  <a:gd name="connsiteX0" fmla="*/ 11049 w 11048"/>
                  <a:gd name="connsiteY0" fmla="*/ 12287 h 24574"/>
                  <a:gd name="connsiteX1" fmla="*/ 5525 w 11048"/>
                  <a:gd name="connsiteY1" fmla="*/ 24574 h 24574"/>
                  <a:gd name="connsiteX2" fmla="*/ 0 w 11048"/>
                  <a:gd name="connsiteY2" fmla="*/ 12287 h 24574"/>
                  <a:gd name="connsiteX3" fmla="*/ 5525 w 11048"/>
                  <a:gd name="connsiteY3" fmla="*/ 0 h 24574"/>
                  <a:gd name="connsiteX4" fmla="*/ 11049 w 11048"/>
                  <a:gd name="connsiteY4" fmla="*/ 12287 h 2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8" h="24574">
                    <a:moveTo>
                      <a:pt x="11049" y="12287"/>
                    </a:moveTo>
                    <a:cubicBezTo>
                      <a:pt x="11049" y="19073"/>
                      <a:pt x="8576" y="24574"/>
                      <a:pt x="5525" y="24574"/>
                    </a:cubicBezTo>
                    <a:cubicBezTo>
                      <a:pt x="2474" y="24574"/>
                      <a:pt x="0" y="19073"/>
                      <a:pt x="0" y="12287"/>
                    </a:cubicBezTo>
                    <a:cubicBezTo>
                      <a:pt x="0" y="5501"/>
                      <a:pt x="2474" y="0"/>
                      <a:pt x="5525" y="0"/>
                    </a:cubicBezTo>
                    <a:cubicBezTo>
                      <a:pt x="8576" y="0"/>
                      <a:pt x="11049" y="5501"/>
                      <a:pt x="11049" y="122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37" name="Forme libre : forme 9136">
                <a:extLst>
                  <a:ext uri="{FF2B5EF4-FFF2-40B4-BE49-F238E27FC236}">
                    <a16:creationId xmlns:a16="http://schemas.microsoft.com/office/drawing/2014/main" id="{8B5A6208-3648-455E-8BFD-9F0ACC6CC7DA}"/>
                  </a:ext>
                </a:extLst>
              </p:cNvPr>
              <p:cNvSpPr/>
              <p:nvPr/>
            </p:nvSpPr>
            <p:spPr>
              <a:xfrm>
                <a:off x="304613" y="4842215"/>
                <a:ext cx="470916" cy="20964"/>
              </a:xfrm>
              <a:custGeom>
                <a:avLst/>
                <a:gdLst>
                  <a:gd name="connsiteX0" fmla="*/ 0 w 470916"/>
                  <a:gd name="connsiteY0" fmla="*/ 20964 h 20964"/>
                  <a:gd name="connsiteX1" fmla="*/ 470916 w 470916"/>
                  <a:gd name="connsiteY1" fmla="*/ 1914 h 20964"/>
                  <a:gd name="connsiteX2" fmla="*/ 0 w 470916"/>
                  <a:gd name="connsiteY2" fmla="*/ 20964 h 20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0916" h="20964">
                    <a:moveTo>
                      <a:pt x="0" y="20964"/>
                    </a:moveTo>
                    <a:cubicBezTo>
                      <a:pt x="0" y="20964"/>
                      <a:pt x="397002" y="-7516"/>
                      <a:pt x="470916" y="1914"/>
                    </a:cubicBezTo>
                    <a:lnTo>
                      <a:pt x="0" y="209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38" name="Forme libre : forme 9137">
                <a:extLst>
                  <a:ext uri="{FF2B5EF4-FFF2-40B4-BE49-F238E27FC236}">
                    <a16:creationId xmlns:a16="http://schemas.microsoft.com/office/drawing/2014/main" id="{1B242982-65CC-42FF-9956-95F6293B3F90}"/>
                  </a:ext>
                </a:extLst>
              </p:cNvPr>
              <p:cNvSpPr/>
              <p:nvPr/>
            </p:nvSpPr>
            <p:spPr>
              <a:xfrm>
                <a:off x="2915606" y="3301650"/>
                <a:ext cx="43548" cy="582834"/>
              </a:xfrm>
              <a:custGeom>
                <a:avLst/>
                <a:gdLst>
                  <a:gd name="connsiteX0" fmla="*/ 19050 w 43548"/>
                  <a:gd name="connsiteY0" fmla="*/ 0 h 582834"/>
                  <a:gd name="connsiteX1" fmla="*/ 32195 w 43548"/>
                  <a:gd name="connsiteY1" fmla="*/ 72295 h 582834"/>
                  <a:gd name="connsiteX2" fmla="*/ 39815 w 43548"/>
                  <a:gd name="connsiteY2" fmla="*/ 145447 h 582834"/>
                  <a:gd name="connsiteX3" fmla="*/ 42767 w 43548"/>
                  <a:gd name="connsiteY3" fmla="*/ 292513 h 582834"/>
                  <a:gd name="connsiteX4" fmla="*/ 29623 w 43548"/>
                  <a:gd name="connsiteY4" fmla="*/ 439007 h 582834"/>
                  <a:gd name="connsiteX5" fmla="*/ 17050 w 43548"/>
                  <a:gd name="connsiteY5" fmla="*/ 511397 h 582834"/>
                  <a:gd name="connsiteX6" fmla="*/ 8858 w 43548"/>
                  <a:gd name="connsiteY6" fmla="*/ 547211 h 582834"/>
                  <a:gd name="connsiteX7" fmla="*/ 0 w 43548"/>
                  <a:gd name="connsiteY7" fmla="*/ 582835 h 582834"/>
                  <a:gd name="connsiteX8" fmla="*/ 22289 w 43548"/>
                  <a:gd name="connsiteY8" fmla="*/ 438055 h 582834"/>
                  <a:gd name="connsiteX9" fmla="*/ 33242 w 43548"/>
                  <a:gd name="connsiteY9" fmla="*/ 292227 h 582834"/>
                  <a:gd name="connsiteX10" fmla="*/ 32480 w 43548"/>
                  <a:gd name="connsiteY10" fmla="*/ 145923 h 582834"/>
                  <a:gd name="connsiteX11" fmla="*/ 19050 w 43548"/>
                  <a:gd name="connsiteY11" fmla="*/ 0 h 582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548" h="582834">
                    <a:moveTo>
                      <a:pt x="19050" y="0"/>
                    </a:moveTo>
                    <a:cubicBezTo>
                      <a:pt x="24765" y="23813"/>
                      <a:pt x="28480" y="48006"/>
                      <a:pt x="32195" y="72295"/>
                    </a:cubicBezTo>
                    <a:cubicBezTo>
                      <a:pt x="35338" y="96583"/>
                      <a:pt x="38005" y="120967"/>
                      <a:pt x="39815" y="145447"/>
                    </a:cubicBezTo>
                    <a:cubicBezTo>
                      <a:pt x="43529" y="194310"/>
                      <a:pt x="44387" y="243459"/>
                      <a:pt x="42767" y="292513"/>
                    </a:cubicBezTo>
                    <a:cubicBezTo>
                      <a:pt x="40577" y="341471"/>
                      <a:pt x="37052" y="390525"/>
                      <a:pt x="29623" y="439007"/>
                    </a:cubicBezTo>
                    <a:cubicBezTo>
                      <a:pt x="26384" y="463296"/>
                      <a:pt x="21622" y="487394"/>
                      <a:pt x="17050" y="511397"/>
                    </a:cubicBezTo>
                    <a:cubicBezTo>
                      <a:pt x="14859" y="523494"/>
                      <a:pt x="11716" y="535305"/>
                      <a:pt x="8858" y="547211"/>
                    </a:cubicBezTo>
                    <a:lnTo>
                      <a:pt x="0" y="582835"/>
                    </a:lnTo>
                    <a:cubicBezTo>
                      <a:pt x="8573" y="534638"/>
                      <a:pt x="17240" y="486537"/>
                      <a:pt x="22289" y="438055"/>
                    </a:cubicBezTo>
                    <a:cubicBezTo>
                      <a:pt x="28194" y="389668"/>
                      <a:pt x="31718" y="340900"/>
                      <a:pt x="33242" y="292227"/>
                    </a:cubicBezTo>
                    <a:cubicBezTo>
                      <a:pt x="35528" y="243459"/>
                      <a:pt x="34576" y="194691"/>
                      <a:pt x="32480" y="145923"/>
                    </a:cubicBezTo>
                    <a:cubicBezTo>
                      <a:pt x="30290" y="97155"/>
                      <a:pt x="26194" y="48387"/>
                      <a:pt x="190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39" name="Forme libre : forme 9138">
                <a:extLst>
                  <a:ext uri="{FF2B5EF4-FFF2-40B4-BE49-F238E27FC236}">
                    <a16:creationId xmlns:a16="http://schemas.microsoft.com/office/drawing/2014/main" id="{D2675C5D-75F2-40F5-B136-EE734DFF30F5}"/>
                  </a:ext>
                </a:extLst>
              </p:cNvPr>
              <p:cNvSpPr/>
              <p:nvPr/>
            </p:nvSpPr>
            <p:spPr>
              <a:xfrm>
                <a:off x="2623189" y="3558254"/>
                <a:ext cx="220789" cy="361092"/>
              </a:xfrm>
              <a:custGeom>
                <a:avLst/>
                <a:gdLst>
                  <a:gd name="connsiteX0" fmla="*/ 0 w 220789"/>
                  <a:gd name="connsiteY0" fmla="*/ 0 h 361092"/>
                  <a:gd name="connsiteX1" fmla="*/ 64294 w 220789"/>
                  <a:gd name="connsiteY1" fmla="*/ 84582 h 361092"/>
                  <a:gd name="connsiteX2" fmla="*/ 126492 w 220789"/>
                  <a:gd name="connsiteY2" fmla="*/ 170688 h 361092"/>
                  <a:gd name="connsiteX3" fmla="*/ 180689 w 220789"/>
                  <a:gd name="connsiteY3" fmla="*/ 262604 h 361092"/>
                  <a:gd name="connsiteX4" fmla="*/ 203835 w 220789"/>
                  <a:gd name="connsiteY4" fmla="*/ 310610 h 361092"/>
                  <a:gd name="connsiteX5" fmla="*/ 220789 w 220789"/>
                  <a:gd name="connsiteY5" fmla="*/ 361093 h 361092"/>
                  <a:gd name="connsiteX6" fmla="*/ 199644 w 220789"/>
                  <a:gd name="connsiteY6" fmla="*/ 312611 h 361092"/>
                  <a:gd name="connsiteX7" fmla="*/ 174307 w 220789"/>
                  <a:gd name="connsiteY7" fmla="*/ 266129 h 361092"/>
                  <a:gd name="connsiteX8" fmla="*/ 147447 w 220789"/>
                  <a:gd name="connsiteY8" fmla="*/ 220504 h 361092"/>
                  <a:gd name="connsiteX9" fmla="*/ 118872 w 220789"/>
                  <a:gd name="connsiteY9" fmla="*/ 176308 h 361092"/>
                  <a:gd name="connsiteX10" fmla="*/ 58483 w 220789"/>
                  <a:gd name="connsiteY10" fmla="*/ 88868 h 361092"/>
                  <a:gd name="connsiteX11" fmla="*/ 0 w 220789"/>
                  <a:gd name="connsiteY11" fmla="*/ 0 h 36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0789" h="361092">
                    <a:moveTo>
                      <a:pt x="0" y="0"/>
                    </a:moveTo>
                    <a:cubicBezTo>
                      <a:pt x="22003" y="27813"/>
                      <a:pt x="43244" y="56197"/>
                      <a:pt x="64294" y="84582"/>
                    </a:cubicBezTo>
                    <a:cubicBezTo>
                      <a:pt x="85439" y="112966"/>
                      <a:pt x="105918" y="141827"/>
                      <a:pt x="126492" y="170688"/>
                    </a:cubicBezTo>
                    <a:cubicBezTo>
                      <a:pt x="146971" y="200120"/>
                      <a:pt x="164306" y="231076"/>
                      <a:pt x="180689" y="262604"/>
                    </a:cubicBezTo>
                    <a:cubicBezTo>
                      <a:pt x="188786" y="278416"/>
                      <a:pt x="196596" y="294418"/>
                      <a:pt x="203835" y="310610"/>
                    </a:cubicBezTo>
                    <a:cubicBezTo>
                      <a:pt x="210598" y="326993"/>
                      <a:pt x="217837" y="343471"/>
                      <a:pt x="220789" y="361093"/>
                    </a:cubicBezTo>
                    <a:cubicBezTo>
                      <a:pt x="215741" y="344138"/>
                      <a:pt x="207740" y="328327"/>
                      <a:pt x="199644" y="312611"/>
                    </a:cubicBezTo>
                    <a:cubicBezTo>
                      <a:pt x="191643" y="296894"/>
                      <a:pt x="183071" y="281368"/>
                      <a:pt x="174307" y="266129"/>
                    </a:cubicBezTo>
                    <a:cubicBezTo>
                      <a:pt x="165449" y="250888"/>
                      <a:pt x="156686" y="235553"/>
                      <a:pt x="147447" y="220504"/>
                    </a:cubicBezTo>
                    <a:cubicBezTo>
                      <a:pt x="138303" y="205454"/>
                      <a:pt x="129064" y="190405"/>
                      <a:pt x="118872" y="176308"/>
                    </a:cubicBezTo>
                    <a:cubicBezTo>
                      <a:pt x="98488" y="147352"/>
                      <a:pt x="78200" y="118300"/>
                      <a:pt x="58483" y="88868"/>
                    </a:cubicBezTo>
                    <a:cubicBezTo>
                      <a:pt x="38481" y="59436"/>
                      <a:pt x="18764" y="3000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40" name="Forme libre : forme 9139">
                <a:extLst>
                  <a:ext uri="{FF2B5EF4-FFF2-40B4-BE49-F238E27FC236}">
                    <a16:creationId xmlns:a16="http://schemas.microsoft.com/office/drawing/2014/main" id="{B5BDBF77-9BA8-43F5-AAEE-DE2E645925BA}"/>
                  </a:ext>
                </a:extLst>
              </p:cNvPr>
              <p:cNvSpPr/>
              <p:nvPr/>
            </p:nvSpPr>
            <p:spPr>
              <a:xfrm>
                <a:off x="2981138" y="3595211"/>
                <a:ext cx="272319" cy="165734"/>
              </a:xfrm>
              <a:custGeom>
                <a:avLst/>
                <a:gdLst>
                  <a:gd name="connsiteX0" fmla="*/ 272320 w 272319"/>
                  <a:gd name="connsiteY0" fmla="*/ 0 h 165734"/>
                  <a:gd name="connsiteX1" fmla="*/ 205169 w 272319"/>
                  <a:gd name="connsiteY1" fmla="*/ 43434 h 165734"/>
                  <a:gd name="connsiteX2" fmla="*/ 135160 w 272319"/>
                  <a:gd name="connsiteY2" fmla="*/ 82201 h 165734"/>
                  <a:gd name="connsiteX3" fmla="*/ 65246 w 272319"/>
                  <a:gd name="connsiteY3" fmla="*/ 120301 h 165734"/>
                  <a:gd name="connsiteX4" fmla="*/ 31623 w 272319"/>
                  <a:gd name="connsiteY4" fmla="*/ 141541 h 165734"/>
                  <a:gd name="connsiteX5" fmla="*/ 0 w 272319"/>
                  <a:gd name="connsiteY5" fmla="*/ 165735 h 165734"/>
                  <a:gd name="connsiteX6" fmla="*/ 62389 w 272319"/>
                  <a:gd name="connsiteY6" fmla="*/ 115633 h 165734"/>
                  <a:gd name="connsiteX7" fmla="*/ 131921 w 272319"/>
                  <a:gd name="connsiteY7" fmla="*/ 75914 h 165734"/>
                  <a:gd name="connsiteX8" fmla="*/ 202502 w 272319"/>
                  <a:gd name="connsiteY8" fmla="*/ 38767 h 165734"/>
                  <a:gd name="connsiteX9" fmla="*/ 272320 w 272319"/>
                  <a:gd name="connsiteY9" fmla="*/ 0 h 16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2319" h="165734">
                    <a:moveTo>
                      <a:pt x="272320" y="0"/>
                    </a:moveTo>
                    <a:cubicBezTo>
                      <a:pt x="250508" y="15430"/>
                      <a:pt x="228029" y="29718"/>
                      <a:pt x="205169" y="43434"/>
                    </a:cubicBezTo>
                    <a:cubicBezTo>
                      <a:pt x="182404" y="57245"/>
                      <a:pt x="158782" y="69913"/>
                      <a:pt x="135160" y="82201"/>
                    </a:cubicBezTo>
                    <a:cubicBezTo>
                      <a:pt x="111443" y="94202"/>
                      <a:pt x="88106" y="106871"/>
                      <a:pt x="65246" y="120301"/>
                    </a:cubicBezTo>
                    <a:cubicBezTo>
                      <a:pt x="53816" y="126968"/>
                      <a:pt x="42482" y="134017"/>
                      <a:pt x="31623" y="141541"/>
                    </a:cubicBezTo>
                    <a:cubicBezTo>
                      <a:pt x="20574" y="148876"/>
                      <a:pt x="10001" y="156972"/>
                      <a:pt x="0" y="165735"/>
                    </a:cubicBezTo>
                    <a:cubicBezTo>
                      <a:pt x="18002" y="145923"/>
                      <a:pt x="40005" y="130207"/>
                      <a:pt x="62389" y="115633"/>
                    </a:cubicBezTo>
                    <a:cubicBezTo>
                      <a:pt x="84868" y="101060"/>
                      <a:pt x="108395" y="88392"/>
                      <a:pt x="131921" y="75914"/>
                    </a:cubicBezTo>
                    <a:cubicBezTo>
                      <a:pt x="155829" y="64103"/>
                      <a:pt x="179165" y="51530"/>
                      <a:pt x="202502" y="38767"/>
                    </a:cubicBezTo>
                    <a:lnTo>
                      <a:pt x="2723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41" name="Forme libre : forme 9140">
                <a:extLst>
                  <a:ext uri="{FF2B5EF4-FFF2-40B4-BE49-F238E27FC236}">
                    <a16:creationId xmlns:a16="http://schemas.microsoft.com/office/drawing/2014/main" id="{CB05186F-04E2-4E8D-825B-8B1832039603}"/>
                  </a:ext>
                </a:extLst>
              </p:cNvPr>
              <p:cNvSpPr/>
              <p:nvPr/>
            </p:nvSpPr>
            <p:spPr>
              <a:xfrm>
                <a:off x="5928430" y="4557045"/>
                <a:ext cx="96612" cy="393763"/>
              </a:xfrm>
              <a:custGeom>
                <a:avLst/>
                <a:gdLst>
                  <a:gd name="connsiteX0" fmla="*/ 72324 w 96612"/>
                  <a:gd name="connsiteY0" fmla="*/ 0 h 393763"/>
                  <a:gd name="connsiteX1" fmla="*/ 58608 w 96612"/>
                  <a:gd name="connsiteY1" fmla="*/ 109823 h 393763"/>
                  <a:gd name="connsiteX2" fmla="*/ 37939 w 96612"/>
                  <a:gd name="connsiteY2" fmla="*/ 161639 h 393763"/>
                  <a:gd name="connsiteX3" fmla="*/ 17555 w 96612"/>
                  <a:gd name="connsiteY3" fmla="*/ 212217 h 393763"/>
                  <a:gd name="connsiteX4" fmla="*/ 8697 w 96612"/>
                  <a:gd name="connsiteY4" fmla="*/ 265176 h 393763"/>
                  <a:gd name="connsiteX5" fmla="*/ 20793 w 96612"/>
                  <a:gd name="connsiteY5" fmla="*/ 316897 h 393763"/>
                  <a:gd name="connsiteX6" fmla="*/ 96612 w 96612"/>
                  <a:gd name="connsiteY6" fmla="*/ 393764 h 393763"/>
                  <a:gd name="connsiteX7" fmla="*/ 72609 w 96612"/>
                  <a:gd name="connsiteY7" fmla="*/ 379857 h 393763"/>
                  <a:gd name="connsiteX8" fmla="*/ 61084 w 96612"/>
                  <a:gd name="connsiteY8" fmla="*/ 372046 h 393763"/>
                  <a:gd name="connsiteX9" fmla="*/ 50130 w 96612"/>
                  <a:gd name="connsiteY9" fmla="*/ 363379 h 393763"/>
                  <a:gd name="connsiteX10" fmla="*/ 14221 w 96612"/>
                  <a:gd name="connsiteY10" fmla="*/ 320230 h 393763"/>
                  <a:gd name="connsiteX11" fmla="*/ 29 w 96612"/>
                  <a:gd name="connsiteY11" fmla="*/ 265367 h 393763"/>
                  <a:gd name="connsiteX12" fmla="*/ 8411 w 96612"/>
                  <a:gd name="connsiteY12" fmla="*/ 209455 h 393763"/>
                  <a:gd name="connsiteX13" fmla="*/ 30128 w 96612"/>
                  <a:gd name="connsiteY13" fmla="*/ 157829 h 393763"/>
                  <a:gd name="connsiteX14" fmla="*/ 51749 w 96612"/>
                  <a:gd name="connsiteY14" fmla="*/ 107442 h 393763"/>
                  <a:gd name="connsiteX15" fmla="*/ 66704 w 96612"/>
                  <a:gd name="connsiteY15" fmla="*/ 54674 h 393763"/>
                  <a:gd name="connsiteX16" fmla="*/ 72324 w 96612"/>
                  <a:gd name="connsiteY16" fmla="*/ 0 h 3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6612" h="393763">
                    <a:moveTo>
                      <a:pt x="72324" y="0"/>
                    </a:moveTo>
                    <a:cubicBezTo>
                      <a:pt x="76610" y="36862"/>
                      <a:pt x="69657" y="74390"/>
                      <a:pt x="58608" y="109823"/>
                    </a:cubicBezTo>
                    <a:cubicBezTo>
                      <a:pt x="53083" y="127635"/>
                      <a:pt x="45939" y="144875"/>
                      <a:pt x="37939" y="161639"/>
                    </a:cubicBezTo>
                    <a:cubicBezTo>
                      <a:pt x="30223" y="178308"/>
                      <a:pt x="22413" y="194786"/>
                      <a:pt x="17555" y="212217"/>
                    </a:cubicBezTo>
                    <a:cubicBezTo>
                      <a:pt x="12221" y="229457"/>
                      <a:pt x="8602" y="247269"/>
                      <a:pt x="8697" y="265176"/>
                    </a:cubicBezTo>
                    <a:cubicBezTo>
                      <a:pt x="8602" y="283083"/>
                      <a:pt x="12983" y="300704"/>
                      <a:pt x="20793" y="316897"/>
                    </a:cubicBezTo>
                    <a:cubicBezTo>
                      <a:pt x="36700" y="349377"/>
                      <a:pt x="66132" y="373571"/>
                      <a:pt x="96612" y="393764"/>
                    </a:cubicBezTo>
                    <a:cubicBezTo>
                      <a:pt x="88611" y="389191"/>
                      <a:pt x="80134" y="385191"/>
                      <a:pt x="72609" y="379857"/>
                    </a:cubicBezTo>
                    <a:lnTo>
                      <a:pt x="61084" y="372046"/>
                    </a:lnTo>
                    <a:lnTo>
                      <a:pt x="50130" y="363379"/>
                    </a:lnTo>
                    <a:cubicBezTo>
                      <a:pt x="36034" y="351187"/>
                      <a:pt x="23365" y="336899"/>
                      <a:pt x="14221" y="320230"/>
                    </a:cubicBezTo>
                    <a:cubicBezTo>
                      <a:pt x="4887" y="303657"/>
                      <a:pt x="315" y="284417"/>
                      <a:pt x="29" y="265367"/>
                    </a:cubicBezTo>
                    <a:cubicBezTo>
                      <a:pt x="-352" y="246317"/>
                      <a:pt x="3077" y="227457"/>
                      <a:pt x="8411" y="209455"/>
                    </a:cubicBezTo>
                    <a:cubicBezTo>
                      <a:pt x="13840" y="191453"/>
                      <a:pt x="22127" y="174498"/>
                      <a:pt x="30128" y="157829"/>
                    </a:cubicBezTo>
                    <a:cubicBezTo>
                      <a:pt x="38415" y="141542"/>
                      <a:pt x="45177" y="124492"/>
                      <a:pt x="51749" y="107442"/>
                    </a:cubicBezTo>
                    <a:cubicBezTo>
                      <a:pt x="58036" y="90297"/>
                      <a:pt x="63180" y="72676"/>
                      <a:pt x="66704" y="54674"/>
                    </a:cubicBezTo>
                    <a:cubicBezTo>
                      <a:pt x="70323" y="36767"/>
                      <a:pt x="72705" y="18479"/>
                      <a:pt x="72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42" name="Forme libre : forme 9141">
                <a:extLst>
                  <a:ext uri="{FF2B5EF4-FFF2-40B4-BE49-F238E27FC236}">
                    <a16:creationId xmlns:a16="http://schemas.microsoft.com/office/drawing/2014/main" id="{2AC39094-02C9-4382-BD62-F915EE17C451}"/>
                  </a:ext>
                </a:extLst>
              </p:cNvPr>
              <p:cNvSpPr/>
              <p:nvPr/>
            </p:nvSpPr>
            <p:spPr>
              <a:xfrm>
                <a:off x="2979995" y="5040534"/>
                <a:ext cx="2136933" cy="95316"/>
              </a:xfrm>
              <a:custGeom>
                <a:avLst/>
                <a:gdLst>
                  <a:gd name="connsiteX0" fmla="*/ 0 w 2136933"/>
                  <a:gd name="connsiteY0" fmla="*/ 57055 h 95316"/>
                  <a:gd name="connsiteX1" fmla="*/ 535114 w 2136933"/>
                  <a:gd name="connsiteY1" fmla="*/ 74581 h 95316"/>
                  <a:gd name="connsiteX2" fmla="*/ 802672 w 2136933"/>
                  <a:gd name="connsiteY2" fmla="*/ 83153 h 95316"/>
                  <a:gd name="connsiteX3" fmla="*/ 936403 w 2136933"/>
                  <a:gd name="connsiteY3" fmla="*/ 86106 h 95316"/>
                  <a:gd name="connsiteX4" fmla="*/ 1069943 w 2136933"/>
                  <a:gd name="connsiteY4" fmla="*/ 82296 h 95316"/>
                  <a:gd name="connsiteX5" fmla="*/ 1604296 w 2136933"/>
                  <a:gd name="connsiteY5" fmla="*/ 51245 h 95316"/>
                  <a:gd name="connsiteX6" fmla="*/ 1871186 w 2136933"/>
                  <a:gd name="connsiteY6" fmla="*/ 30766 h 95316"/>
                  <a:gd name="connsiteX7" fmla="*/ 2004441 w 2136933"/>
                  <a:gd name="connsiteY7" fmla="*/ 18288 h 95316"/>
                  <a:gd name="connsiteX8" fmla="*/ 2136934 w 2136933"/>
                  <a:gd name="connsiteY8" fmla="*/ 0 h 95316"/>
                  <a:gd name="connsiteX9" fmla="*/ 2004727 w 2136933"/>
                  <a:gd name="connsiteY9" fmla="*/ 20669 h 95316"/>
                  <a:gd name="connsiteX10" fmla="*/ 1871663 w 2136933"/>
                  <a:gd name="connsiteY10" fmla="*/ 35433 h 95316"/>
                  <a:gd name="connsiteX11" fmla="*/ 1604867 w 2136933"/>
                  <a:gd name="connsiteY11" fmla="*/ 58579 h 95316"/>
                  <a:gd name="connsiteX12" fmla="*/ 1070324 w 2136933"/>
                  <a:gd name="connsiteY12" fmla="*/ 91821 h 95316"/>
                  <a:gd name="connsiteX13" fmla="*/ 936307 w 2136933"/>
                  <a:gd name="connsiteY13" fmla="*/ 95250 h 95316"/>
                  <a:gd name="connsiteX14" fmla="*/ 802386 w 2136933"/>
                  <a:gd name="connsiteY14" fmla="*/ 91821 h 95316"/>
                  <a:gd name="connsiteX15" fmla="*/ 534829 w 2136933"/>
                  <a:gd name="connsiteY15" fmla="*/ 81820 h 95316"/>
                  <a:gd name="connsiteX16" fmla="*/ 267367 w 2136933"/>
                  <a:gd name="connsiteY16" fmla="*/ 70199 h 95316"/>
                  <a:gd name="connsiteX17" fmla="*/ 0 w 2136933"/>
                  <a:gd name="connsiteY17" fmla="*/ 57055 h 95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136933" h="95316">
                    <a:moveTo>
                      <a:pt x="0" y="57055"/>
                    </a:moveTo>
                    <a:lnTo>
                      <a:pt x="535114" y="74581"/>
                    </a:lnTo>
                    <a:lnTo>
                      <a:pt x="802672" y="83153"/>
                    </a:lnTo>
                    <a:cubicBezTo>
                      <a:pt x="847249" y="84391"/>
                      <a:pt x="891921" y="85725"/>
                      <a:pt x="936403" y="86106"/>
                    </a:cubicBezTo>
                    <a:cubicBezTo>
                      <a:pt x="980789" y="86487"/>
                      <a:pt x="1025366" y="84106"/>
                      <a:pt x="1069943" y="82296"/>
                    </a:cubicBezTo>
                    <a:cubicBezTo>
                      <a:pt x="1248156" y="74486"/>
                      <a:pt x="1426273" y="63341"/>
                      <a:pt x="1604296" y="51245"/>
                    </a:cubicBezTo>
                    <a:cubicBezTo>
                      <a:pt x="1693355" y="45148"/>
                      <a:pt x="1782318" y="38576"/>
                      <a:pt x="1871186" y="30766"/>
                    </a:cubicBezTo>
                    <a:cubicBezTo>
                      <a:pt x="1915668" y="27051"/>
                      <a:pt x="1960055" y="23050"/>
                      <a:pt x="2004441" y="18288"/>
                    </a:cubicBezTo>
                    <a:cubicBezTo>
                      <a:pt x="2048733" y="13430"/>
                      <a:pt x="2093119" y="8382"/>
                      <a:pt x="2136934" y="0"/>
                    </a:cubicBezTo>
                    <a:cubicBezTo>
                      <a:pt x="2093214" y="9239"/>
                      <a:pt x="2048923" y="15050"/>
                      <a:pt x="2004727" y="20669"/>
                    </a:cubicBezTo>
                    <a:cubicBezTo>
                      <a:pt x="1960436" y="26194"/>
                      <a:pt x="1916049" y="30956"/>
                      <a:pt x="1871663" y="35433"/>
                    </a:cubicBezTo>
                    <a:cubicBezTo>
                      <a:pt x="1782794" y="44196"/>
                      <a:pt x="1693831" y="51625"/>
                      <a:pt x="1604867" y="58579"/>
                    </a:cubicBezTo>
                    <a:cubicBezTo>
                      <a:pt x="1426845" y="72200"/>
                      <a:pt x="1248728" y="83344"/>
                      <a:pt x="1070324" y="91821"/>
                    </a:cubicBezTo>
                    <a:cubicBezTo>
                      <a:pt x="1025747" y="93536"/>
                      <a:pt x="981170" y="95726"/>
                      <a:pt x="936307" y="95250"/>
                    </a:cubicBezTo>
                    <a:cubicBezTo>
                      <a:pt x="891540" y="94679"/>
                      <a:pt x="847058" y="93250"/>
                      <a:pt x="802386" y="91821"/>
                    </a:cubicBezTo>
                    <a:cubicBezTo>
                      <a:pt x="713137" y="88868"/>
                      <a:pt x="623983" y="85725"/>
                      <a:pt x="534829" y="81820"/>
                    </a:cubicBezTo>
                    <a:lnTo>
                      <a:pt x="267367" y="70199"/>
                    </a:lnTo>
                    <a:lnTo>
                      <a:pt x="0" y="5705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43" name="Forme libre : forme 9142">
                <a:extLst>
                  <a:ext uri="{FF2B5EF4-FFF2-40B4-BE49-F238E27FC236}">
                    <a16:creationId xmlns:a16="http://schemas.microsoft.com/office/drawing/2014/main" id="{0330113E-03B9-4FA9-89AC-4A1A1A4B120C}"/>
                  </a:ext>
                </a:extLst>
              </p:cNvPr>
              <p:cNvSpPr/>
              <p:nvPr/>
            </p:nvSpPr>
            <p:spPr>
              <a:xfrm>
                <a:off x="6133246" y="3907821"/>
                <a:ext cx="1507617" cy="1048321"/>
              </a:xfrm>
              <a:custGeom>
                <a:avLst/>
                <a:gdLst>
                  <a:gd name="connsiteX0" fmla="*/ 0 w 1507617"/>
                  <a:gd name="connsiteY0" fmla="*/ 1048322 h 1048321"/>
                  <a:gd name="connsiteX1" fmla="*/ 225266 w 1507617"/>
                  <a:gd name="connsiteY1" fmla="*/ 990410 h 1048321"/>
                  <a:gd name="connsiteX2" fmla="*/ 433197 w 1507617"/>
                  <a:gd name="connsiteY2" fmla="*/ 887730 h 1048321"/>
                  <a:gd name="connsiteX3" fmla="*/ 524066 w 1507617"/>
                  <a:gd name="connsiteY3" fmla="*/ 815912 h 1048321"/>
                  <a:gd name="connsiteX4" fmla="*/ 544639 w 1507617"/>
                  <a:gd name="connsiteY4" fmla="*/ 795623 h 1048321"/>
                  <a:gd name="connsiteX5" fmla="*/ 564261 w 1507617"/>
                  <a:gd name="connsiteY5" fmla="*/ 774287 h 1048321"/>
                  <a:gd name="connsiteX6" fmla="*/ 601695 w 1507617"/>
                  <a:gd name="connsiteY6" fmla="*/ 729710 h 1048321"/>
                  <a:gd name="connsiteX7" fmla="*/ 765810 w 1507617"/>
                  <a:gd name="connsiteY7" fmla="*/ 563404 h 1048321"/>
                  <a:gd name="connsiteX8" fmla="*/ 946595 w 1507617"/>
                  <a:gd name="connsiteY8" fmla="*/ 415576 h 1048321"/>
                  <a:gd name="connsiteX9" fmla="*/ 1136332 w 1507617"/>
                  <a:gd name="connsiteY9" fmla="*/ 279654 h 1048321"/>
                  <a:gd name="connsiteX10" fmla="*/ 1234250 w 1507617"/>
                  <a:gd name="connsiteY10" fmla="*/ 216122 h 1048321"/>
                  <a:gd name="connsiteX11" fmla="*/ 1283970 w 1507617"/>
                  <a:gd name="connsiteY11" fmla="*/ 185738 h 1048321"/>
                  <a:gd name="connsiteX12" fmla="*/ 1331690 w 1507617"/>
                  <a:gd name="connsiteY12" fmla="*/ 152495 h 1048321"/>
                  <a:gd name="connsiteX13" fmla="*/ 1422654 w 1507617"/>
                  <a:gd name="connsiteY13" fmla="*/ 79724 h 1048321"/>
                  <a:gd name="connsiteX14" fmla="*/ 1507617 w 1507617"/>
                  <a:gd name="connsiteY14" fmla="*/ 0 h 1048321"/>
                  <a:gd name="connsiteX15" fmla="*/ 1424178 w 1507617"/>
                  <a:gd name="connsiteY15" fmla="*/ 81439 h 1048321"/>
                  <a:gd name="connsiteX16" fmla="*/ 1334548 w 1507617"/>
                  <a:gd name="connsiteY16" fmla="*/ 156210 h 1048321"/>
                  <a:gd name="connsiteX17" fmla="*/ 1287018 w 1507617"/>
                  <a:gd name="connsiteY17" fmla="*/ 190214 h 1048321"/>
                  <a:gd name="connsiteX18" fmla="*/ 1237583 w 1507617"/>
                  <a:gd name="connsiteY18" fmla="*/ 221171 h 1048321"/>
                  <a:gd name="connsiteX19" fmla="*/ 1140619 w 1507617"/>
                  <a:gd name="connsiteY19" fmla="*/ 285655 h 1048321"/>
                  <a:gd name="connsiteX20" fmla="*/ 772287 w 1507617"/>
                  <a:gd name="connsiteY20" fmla="*/ 570452 h 1048321"/>
                  <a:gd name="connsiteX21" fmla="*/ 608457 w 1507617"/>
                  <a:gd name="connsiteY21" fmla="*/ 735235 h 1048321"/>
                  <a:gd name="connsiteX22" fmla="*/ 570738 w 1507617"/>
                  <a:gd name="connsiteY22" fmla="*/ 779812 h 1048321"/>
                  <a:gd name="connsiteX23" fmla="*/ 550831 w 1507617"/>
                  <a:gd name="connsiteY23" fmla="*/ 801338 h 1048321"/>
                  <a:gd name="connsiteX24" fmla="*/ 529876 w 1507617"/>
                  <a:gd name="connsiteY24" fmla="*/ 821912 h 1048321"/>
                  <a:gd name="connsiteX25" fmla="*/ 437388 w 1507617"/>
                  <a:gd name="connsiteY25" fmla="*/ 893826 h 1048321"/>
                  <a:gd name="connsiteX26" fmla="*/ 226981 w 1507617"/>
                  <a:gd name="connsiteY26" fmla="*/ 994791 h 1048321"/>
                  <a:gd name="connsiteX27" fmla="*/ 0 w 1507617"/>
                  <a:gd name="connsiteY27" fmla="*/ 1048322 h 1048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507617" h="1048321">
                    <a:moveTo>
                      <a:pt x="0" y="1048322"/>
                    </a:moveTo>
                    <a:cubicBezTo>
                      <a:pt x="76867" y="1036892"/>
                      <a:pt x="152400" y="1016794"/>
                      <a:pt x="225266" y="990410"/>
                    </a:cubicBezTo>
                    <a:cubicBezTo>
                      <a:pt x="298132" y="964025"/>
                      <a:pt x="368904" y="930783"/>
                      <a:pt x="433197" y="887730"/>
                    </a:cubicBezTo>
                    <a:cubicBezTo>
                      <a:pt x="465297" y="866204"/>
                      <a:pt x="495871" y="842296"/>
                      <a:pt x="524066" y="815912"/>
                    </a:cubicBezTo>
                    <a:cubicBezTo>
                      <a:pt x="530923" y="809149"/>
                      <a:pt x="537972" y="802577"/>
                      <a:pt x="544639" y="795623"/>
                    </a:cubicBezTo>
                    <a:cubicBezTo>
                      <a:pt x="551116" y="788480"/>
                      <a:pt x="557879" y="781622"/>
                      <a:pt x="564261" y="774287"/>
                    </a:cubicBezTo>
                    <a:lnTo>
                      <a:pt x="601695" y="729710"/>
                    </a:lnTo>
                    <a:cubicBezTo>
                      <a:pt x="652082" y="670084"/>
                      <a:pt x="707993" y="615506"/>
                      <a:pt x="765810" y="563404"/>
                    </a:cubicBezTo>
                    <a:cubicBezTo>
                      <a:pt x="824008" y="511588"/>
                      <a:pt x="884777" y="462820"/>
                      <a:pt x="946595" y="415576"/>
                    </a:cubicBezTo>
                    <a:cubicBezTo>
                      <a:pt x="1008602" y="368522"/>
                      <a:pt x="1071658" y="322898"/>
                      <a:pt x="1136332" y="279654"/>
                    </a:cubicBezTo>
                    <a:cubicBezTo>
                      <a:pt x="1168622" y="257937"/>
                      <a:pt x="1201198" y="236696"/>
                      <a:pt x="1234250" y="216122"/>
                    </a:cubicBezTo>
                    <a:cubicBezTo>
                      <a:pt x="1250632" y="205645"/>
                      <a:pt x="1267778" y="196120"/>
                      <a:pt x="1283970" y="185738"/>
                    </a:cubicBezTo>
                    <a:cubicBezTo>
                      <a:pt x="1300258" y="175355"/>
                      <a:pt x="1316070" y="164021"/>
                      <a:pt x="1331690" y="152495"/>
                    </a:cubicBezTo>
                    <a:cubicBezTo>
                      <a:pt x="1362933" y="129445"/>
                      <a:pt x="1393127" y="105061"/>
                      <a:pt x="1422654" y="79724"/>
                    </a:cubicBezTo>
                    <a:cubicBezTo>
                      <a:pt x="1452086" y="54388"/>
                      <a:pt x="1480947" y="28194"/>
                      <a:pt x="1507617" y="0"/>
                    </a:cubicBezTo>
                    <a:cubicBezTo>
                      <a:pt x="1481424" y="28766"/>
                      <a:pt x="1453039" y="55436"/>
                      <a:pt x="1424178" y="81439"/>
                    </a:cubicBezTo>
                    <a:cubicBezTo>
                      <a:pt x="1395222" y="107347"/>
                      <a:pt x="1365409" y="132493"/>
                      <a:pt x="1334548" y="156210"/>
                    </a:cubicBezTo>
                    <a:cubicBezTo>
                      <a:pt x="1319022" y="168021"/>
                      <a:pt x="1303306" y="179546"/>
                      <a:pt x="1287018" y="190214"/>
                    </a:cubicBezTo>
                    <a:cubicBezTo>
                      <a:pt x="1270635" y="200978"/>
                      <a:pt x="1253871" y="210598"/>
                      <a:pt x="1237583" y="221171"/>
                    </a:cubicBezTo>
                    <a:cubicBezTo>
                      <a:pt x="1204913" y="242126"/>
                      <a:pt x="1172528" y="263652"/>
                      <a:pt x="1140619" y="285655"/>
                    </a:cubicBezTo>
                    <a:cubicBezTo>
                      <a:pt x="1012793" y="373856"/>
                      <a:pt x="888206" y="467201"/>
                      <a:pt x="772287" y="570452"/>
                    </a:cubicBezTo>
                    <a:cubicBezTo>
                      <a:pt x="714470" y="622078"/>
                      <a:pt x="658654" y="676275"/>
                      <a:pt x="608457" y="735235"/>
                    </a:cubicBezTo>
                    <a:lnTo>
                      <a:pt x="570738" y="779812"/>
                    </a:lnTo>
                    <a:cubicBezTo>
                      <a:pt x="564261" y="787146"/>
                      <a:pt x="557403" y="794195"/>
                      <a:pt x="550831" y="801338"/>
                    </a:cubicBezTo>
                    <a:cubicBezTo>
                      <a:pt x="544068" y="808387"/>
                      <a:pt x="536829" y="815054"/>
                      <a:pt x="529876" y="821912"/>
                    </a:cubicBezTo>
                    <a:cubicBezTo>
                      <a:pt x="501301" y="848678"/>
                      <a:pt x="470154" y="872490"/>
                      <a:pt x="437388" y="893826"/>
                    </a:cubicBezTo>
                    <a:cubicBezTo>
                      <a:pt x="371951" y="936498"/>
                      <a:pt x="300514" y="969169"/>
                      <a:pt x="226981" y="994791"/>
                    </a:cubicBezTo>
                    <a:cubicBezTo>
                      <a:pt x="153067" y="1019747"/>
                      <a:pt x="77153" y="1038415"/>
                      <a:pt x="0" y="10483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44" name="Forme libre : forme 9143">
                <a:extLst>
                  <a:ext uri="{FF2B5EF4-FFF2-40B4-BE49-F238E27FC236}">
                    <a16:creationId xmlns:a16="http://schemas.microsoft.com/office/drawing/2014/main" id="{77FF0F91-D323-4B77-B9FF-E758476ECB2E}"/>
                  </a:ext>
                </a:extLst>
              </p:cNvPr>
              <p:cNvSpPr/>
              <p:nvPr/>
            </p:nvSpPr>
            <p:spPr>
              <a:xfrm>
                <a:off x="7819358" y="2561558"/>
                <a:ext cx="111171" cy="820292"/>
              </a:xfrm>
              <a:custGeom>
                <a:avLst/>
                <a:gdLst>
                  <a:gd name="connsiteX0" fmla="*/ 106684 w 111171"/>
                  <a:gd name="connsiteY0" fmla="*/ 0 h 820292"/>
                  <a:gd name="connsiteX1" fmla="*/ 111065 w 111171"/>
                  <a:gd name="connsiteY1" fmla="*/ 52007 h 820292"/>
                  <a:gd name="connsiteX2" fmla="*/ 110970 w 111171"/>
                  <a:gd name="connsiteY2" fmla="*/ 78105 h 820292"/>
                  <a:gd name="connsiteX3" fmla="*/ 109637 w 111171"/>
                  <a:gd name="connsiteY3" fmla="*/ 104204 h 820292"/>
                  <a:gd name="connsiteX4" fmla="*/ 94587 w 111171"/>
                  <a:gd name="connsiteY4" fmla="*/ 207645 h 820292"/>
                  <a:gd name="connsiteX5" fmla="*/ 82585 w 111171"/>
                  <a:gd name="connsiteY5" fmla="*/ 258604 h 820292"/>
                  <a:gd name="connsiteX6" fmla="*/ 67822 w 111171"/>
                  <a:gd name="connsiteY6" fmla="*/ 308801 h 820292"/>
                  <a:gd name="connsiteX7" fmla="*/ 50867 w 111171"/>
                  <a:gd name="connsiteY7" fmla="*/ 358235 h 820292"/>
                  <a:gd name="connsiteX8" fmla="*/ 32865 w 111171"/>
                  <a:gd name="connsiteY8" fmla="*/ 407099 h 820292"/>
                  <a:gd name="connsiteX9" fmla="*/ 11910 w 111171"/>
                  <a:gd name="connsiteY9" fmla="*/ 508349 h 820292"/>
                  <a:gd name="connsiteX10" fmla="*/ 5528 w 111171"/>
                  <a:gd name="connsiteY10" fmla="*/ 612172 h 820292"/>
                  <a:gd name="connsiteX11" fmla="*/ 7243 w 111171"/>
                  <a:gd name="connsiteY11" fmla="*/ 716280 h 820292"/>
                  <a:gd name="connsiteX12" fmla="*/ 14767 w 111171"/>
                  <a:gd name="connsiteY12" fmla="*/ 820293 h 820292"/>
                  <a:gd name="connsiteX13" fmla="*/ 4 w 111171"/>
                  <a:gd name="connsiteY13" fmla="*/ 612077 h 820292"/>
                  <a:gd name="connsiteX14" fmla="*/ 5433 w 111171"/>
                  <a:gd name="connsiteY14" fmla="*/ 507587 h 820292"/>
                  <a:gd name="connsiteX15" fmla="*/ 26102 w 111171"/>
                  <a:gd name="connsiteY15" fmla="*/ 404813 h 820292"/>
                  <a:gd name="connsiteX16" fmla="*/ 44485 w 111171"/>
                  <a:gd name="connsiteY16" fmla="*/ 355854 h 820292"/>
                  <a:gd name="connsiteX17" fmla="*/ 61630 w 111171"/>
                  <a:gd name="connsiteY17" fmla="*/ 306705 h 820292"/>
                  <a:gd name="connsiteX18" fmla="*/ 76585 w 111171"/>
                  <a:gd name="connsiteY18" fmla="*/ 256889 h 820292"/>
                  <a:gd name="connsiteX19" fmla="*/ 89158 w 111171"/>
                  <a:gd name="connsiteY19" fmla="*/ 206407 h 820292"/>
                  <a:gd name="connsiteX20" fmla="*/ 106112 w 111171"/>
                  <a:gd name="connsiteY20" fmla="*/ 103822 h 820292"/>
                  <a:gd name="connsiteX21" fmla="*/ 108303 w 111171"/>
                  <a:gd name="connsiteY21" fmla="*/ 77914 h 820292"/>
                  <a:gd name="connsiteX22" fmla="*/ 109255 w 111171"/>
                  <a:gd name="connsiteY22" fmla="*/ 51911 h 820292"/>
                  <a:gd name="connsiteX23" fmla="*/ 106684 w 111171"/>
                  <a:gd name="connsiteY23" fmla="*/ 0 h 820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1171" h="820292">
                    <a:moveTo>
                      <a:pt x="106684" y="0"/>
                    </a:moveTo>
                    <a:cubicBezTo>
                      <a:pt x="109732" y="17145"/>
                      <a:pt x="110780" y="34576"/>
                      <a:pt x="111065" y="52007"/>
                    </a:cubicBezTo>
                    <a:cubicBezTo>
                      <a:pt x="111351" y="60674"/>
                      <a:pt x="110970" y="69437"/>
                      <a:pt x="110970" y="78105"/>
                    </a:cubicBezTo>
                    <a:cubicBezTo>
                      <a:pt x="110494" y="86773"/>
                      <a:pt x="110208" y="95536"/>
                      <a:pt x="109637" y="104204"/>
                    </a:cubicBezTo>
                    <a:cubicBezTo>
                      <a:pt x="107065" y="138970"/>
                      <a:pt x="101731" y="173546"/>
                      <a:pt x="94587" y="207645"/>
                    </a:cubicBezTo>
                    <a:cubicBezTo>
                      <a:pt x="91348" y="224790"/>
                      <a:pt x="86872" y="241649"/>
                      <a:pt x="82585" y="258604"/>
                    </a:cubicBezTo>
                    <a:cubicBezTo>
                      <a:pt x="77823" y="275368"/>
                      <a:pt x="73156" y="292227"/>
                      <a:pt x="67822" y="308801"/>
                    </a:cubicBezTo>
                    <a:cubicBezTo>
                      <a:pt x="62107" y="325279"/>
                      <a:pt x="57249" y="342043"/>
                      <a:pt x="50867" y="358235"/>
                    </a:cubicBezTo>
                    <a:cubicBezTo>
                      <a:pt x="44867" y="374523"/>
                      <a:pt x="38485" y="390906"/>
                      <a:pt x="32865" y="407099"/>
                    </a:cubicBezTo>
                    <a:cubicBezTo>
                      <a:pt x="22102" y="439769"/>
                      <a:pt x="15910" y="474059"/>
                      <a:pt x="11910" y="508349"/>
                    </a:cubicBezTo>
                    <a:cubicBezTo>
                      <a:pt x="7814" y="542735"/>
                      <a:pt x="6290" y="577405"/>
                      <a:pt x="5528" y="612172"/>
                    </a:cubicBezTo>
                    <a:cubicBezTo>
                      <a:pt x="4862" y="646843"/>
                      <a:pt x="5528" y="681609"/>
                      <a:pt x="7243" y="716280"/>
                    </a:cubicBezTo>
                    <a:cubicBezTo>
                      <a:pt x="8767" y="750951"/>
                      <a:pt x="11053" y="785717"/>
                      <a:pt x="14767" y="820293"/>
                    </a:cubicBezTo>
                    <a:cubicBezTo>
                      <a:pt x="5052" y="751427"/>
                      <a:pt x="4" y="681800"/>
                      <a:pt x="4" y="612077"/>
                    </a:cubicBezTo>
                    <a:cubicBezTo>
                      <a:pt x="-92" y="577215"/>
                      <a:pt x="1623" y="542354"/>
                      <a:pt x="5433" y="507587"/>
                    </a:cubicBezTo>
                    <a:cubicBezTo>
                      <a:pt x="9243" y="472916"/>
                      <a:pt x="15244" y="438245"/>
                      <a:pt x="26102" y="404813"/>
                    </a:cubicBezTo>
                    <a:cubicBezTo>
                      <a:pt x="32008" y="388144"/>
                      <a:pt x="38294" y="372142"/>
                      <a:pt x="44485" y="355854"/>
                    </a:cubicBezTo>
                    <a:cubicBezTo>
                      <a:pt x="50962" y="339757"/>
                      <a:pt x="55915" y="323088"/>
                      <a:pt x="61630" y="306705"/>
                    </a:cubicBezTo>
                    <a:cubicBezTo>
                      <a:pt x="66964" y="290227"/>
                      <a:pt x="71822" y="273558"/>
                      <a:pt x="76585" y="256889"/>
                    </a:cubicBezTo>
                    <a:cubicBezTo>
                      <a:pt x="80776" y="240030"/>
                      <a:pt x="85633" y="223361"/>
                      <a:pt x="89158" y="206407"/>
                    </a:cubicBezTo>
                    <a:cubicBezTo>
                      <a:pt x="96968" y="172593"/>
                      <a:pt x="102778" y="138303"/>
                      <a:pt x="106112" y="103822"/>
                    </a:cubicBezTo>
                    <a:cubicBezTo>
                      <a:pt x="106969" y="95155"/>
                      <a:pt x="107541" y="86582"/>
                      <a:pt x="108303" y="77914"/>
                    </a:cubicBezTo>
                    <a:cubicBezTo>
                      <a:pt x="108589" y="69247"/>
                      <a:pt x="109255" y="60579"/>
                      <a:pt x="109255" y="51911"/>
                    </a:cubicBezTo>
                    <a:cubicBezTo>
                      <a:pt x="109637" y="34576"/>
                      <a:pt x="109160" y="17240"/>
                      <a:pt x="1066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45" name="Forme libre : forme 9144">
                <a:extLst>
                  <a:ext uri="{FF2B5EF4-FFF2-40B4-BE49-F238E27FC236}">
                    <a16:creationId xmlns:a16="http://schemas.microsoft.com/office/drawing/2014/main" id="{1C3512D9-7106-421F-B9B3-2785E8ADE1D8}"/>
                  </a:ext>
                </a:extLst>
              </p:cNvPr>
              <p:cNvSpPr/>
              <p:nvPr/>
            </p:nvSpPr>
            <p:spPr>
              <a:xfrm>
                <a:off x="5871785" y="4317206"/>
                <a:ext cx="134302" cy="227266"/>
              </a:xfrm>
              <a:custGeom>
                <a:avLst/>
                <a:gdLst>
                  <a:gd name="connsiteX0" fmla="*/ 134303 w 134302"/>
                  <a:gd name="connsiteY0" fmla="*/ 227266 h 227266"/>
                  <a:gd name="connsiteX1" fmla="*/ 121063 w 134302"/>
                  <a:gd name="connsiteY1" fmla="*/ 193929 h 227266"/>
                  <a:gd name="connsiteX2" fmla="*/ 106013 w 134302"/>
                  <a:gd name="connsiteY2" fmla="*/ 161735 h 227266"/>
                  <a:gd name="connsiteX3" fmla="*/ 78105 w 134302"/>
                  <a:gd name="connsiteY3" fmla="*/ 140684 h 227266"/>
                  <a:gd name="connsiteX4" fmla="*/ 44291 w 134302"/>
                  <a:gd name="connsiteY4" fmla="*/ 129254 h 227266"/>
                  <a:gd name="connsiteX5" fmla="*/ 27718 w 134302"/>
                  <a:gd name="connsiteY5" fmla="*/ 121634 h 227266"/>
                  <a:gd name="connsiteX6" fmla="*/ 21241 w 134302"/>
                  <a:gd name="connsiteY6" fmla="*/ 104489 h 227266"/>
                  <a:gd name="connsiteX7" fmla="*/ 18955 w 134302"/>
                  <a:gd name="connsiteY7" fmla="*/ 68771 h 227266"/>
                  <a:gd name="connsiteX8" fmla="*/ 0 w 134302"/>
                  <a:gd name="connsiteY8" fmla="*/ 0 h 227266"/>
                  <a:gd name="connsiteX9" fmla="*/ 20479 w 134302"/>
                  <a:gd name="connsiteY9" fmla="*/ 68580 h 227266"/>
                  <a:gd name="connsiteX10" fmla="*/ 23146 w 134302"/>
                  <a:gd name="connsiteY10" fmla="*/ 104394 h 227266"/>
                  <a:gd name="connsiteX11" fmla="*/ 29146 w 134302"/>
                  <a:gd name="connsiteY11" fmla="*/ 120110 h 227266"/>
                  <a:gd name="connsiteX12" fmla="*/ 44958 w 134302"/>
                  <a:gd name="connsiteY12" fmla="*/ 127063 h 227266"/>
                  <a:gd name="connsiteX13" fmla="*/ 78867 w 134302"/>
                  <a:gd name="connsiteY13" fmla="*/ 138970 h 227266"/>
                  <a:gd name="connsiteX14" fmla="*/ 107252 w 134302"/>
                  <a:gd name="connsiteY14" fmla="*/ 160877 h 227266"/>
                  <a:gd name="connsiteX15" fmla="*/ 122111 w 134302"/>
                  <a:gd name="connsiteY15" fmla="*/ 193643 h 227266"/>
                  <a:gd name="connsiteX16" fmla="*/ 134303 w 134302"/>
                  <a:gd name="connsiteY16" fmla="*/ 227266 h 22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02" h="227266">
                    <a:moveTo>
                      <a:pt x="134303" y="227266"/>
                    </a:moveTo>
                    <a:lnTo>
                      <a:pt x="121063" y="193929"/>
                    </a:lnTo>
                    <a:cubicBezTo>
                      <a:pt x="116681" y="182880"/>
                      <a:pt x="112967" y="171260"/>
                      <a:pt x="106013" y="161735"/>
                    </a:cubicBezTo>
                    <a:cubicBezTo>
                      <a:pt x="99060" y="152210"/>
                      <a:pt x="88868" y="145447"/>
                      <a:pt x="78105" y="140684"/>
                    </a:cubicBezTo>
                    <a:cubicBezTo>
                      <a:pt x="67246" y="135827"/>
                      <a:pt x="55722" y="132683"/>
                      <a:pt x="44291" y="129254"/>
                    </a:cubicBezTo>
                    <a:cubicBezTo>
                      <a:pt x="38767" y="127349"/>
                      <a:pt x="32385" y="126206"/>
                      <a:pt x="27718" y="121634"/>
                    </a:cubicBezTo>
                    <a:cubicBezTo>
                      <a:pt x="23146" y="116967"/>
                      <a:pt x="21813" y="110490"/>
                      <a:pt x="21241" y="104489"/>
                    </a:cubicBezTo>
                    <a:cubicBezTo>
                      <a:pt x="20765" y="92393"/>
                      <a:pt x="20670" y="80581"/>
                      <a:pt x="18955" y="68771"/>
                    </a:cubicBezTo>
                    <a:cubicBezTo>
                      <a:pt x="15907" y="45148"/>
                      <a:pt x="9525" y="21907"/>
                      <a:pt x="0" y="0"/>
                    </a:cubicBezTo>
                    <a:cubicBezTo>
                      <a:pt x="10383" y="21527"/>
                      <a:pt x="17336" y="44768"/>
                      <a:pt x="20479" y="68580"/>
                    </a:cubicBezTo>
                    <a:cubicBezTo>
                      <a:pt x="22289" y="80391"/>
                      <a:pt x="22479" y="92583"/>
                      <a:pt x="23146" y="104394"/>
                    </a:cubicBezTo>
                    <a:cubicBezTo>
                      <a:pt x="23718" y="110204"/>
                      <a:pt x="25146" y="116110"/>
                      <a:pt x="29146" y="120110"/>
                    </a:cubicBezTo>
                    <a:cubicBezTo>
                      <a:pt x="33147" y="124015"/>
                      <a:pt x="39338" y="125159"/>
                      <a:pt x="44958" y="127063"/>
                    </a:cubicBezTo>
                    <a:cubicBezTo>
                      <a:pt x="56293" y="130683"/>
                      <a:pt x="67913" y="134017"/>
                      <a:pt x="78867" y="138970"/>
                    </a:cubicBezTo>
                    <a:cubicBezTo>
                      <a:pt x="89821" y="143923"/>
                      <a:pt x="100203" y="150971"/>
                      <a:pt x="107252" y="160877"/>
                    </a:cubicBezTo>
                    <a:cubicBezTo>
                      <a:pt x="114300" y="170879"/>
                      <a:pt x="117825" y="182499"/>
                      <a:pt x="122111" y="193643"/>
                    </a:cubicBezTo>
                    <a:lnTo>
                      <a:pt x="134303" y="227266"/>
                    </a:ln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46" name="Forme libre : forme 9145">
                <a:extLst>
                  <a:ext uri="{FF2B5EF4-FFF2-40B4-BE49-F238E27FC236}">
                    <a16:creationId xmlns:a16="http://schemas.microsoft.com/office/drawing/2014/main" id="{666B9903-0B38-4AFF-965C-643B82C50E71}"/>
                  </a:ext>
                </a:extLst>
              </p:cNvPr>
              <p:cNvSpPr/>
              <p:nvPr/>
            </p:nvSpPr>
            <p:spPr>
              <a:xfrm>
                <a:off x="5989649" y="4304442"/>
                <a:ext cx="31154" cy="208692"/>
              </a:xfrm>
              <a:custGeom>
                <a:avLst/>
                <a:gdLst>
                  <a:gd name="connsiteX0" fmla="*/ 6437 w 31154"/>
                  <a:gd name="connsiteY0" fmla="*/ 0 h 208692"/>
                  <a:gd name="connsiteX1" fmla="*/ 11771 w 31154"/>
                  <a:gd name="connsiteY1" fmla="*/ 26956 h 208692"/>
                  <a:gd name="connsiteX2" fmla="*/ 23582 w 31154"/>
                  <a:gd name="connsiteY2" fmla="*/ 33528 h 208692"/>
                  <a:gd name="connsiteX3" fmla="*/ 27107 w 31154"/>
                  <a:gd name="connsiteY3" fmla="*/ 40100 h 208692"/>
                  <a:gd name="connsiteX4" fmla="*/ 28059 w 31154"/>
                  <a:gd name="connsiteY4" fmla="*/ 47149 h 208692"/>
                  <a:gd name="connsiteX5" fmla="*/ 30631 w 31154"/>
                  <a:gd name="connsiteY5" fmla="*/ 75533 h 208692"/>
                  <a:gd name="connsiteX6" fmla="*/ 31107 w 31154"/>
                  <a:gd name="connsiteY6" fmla="*/ 89725 h 208692"/>
                  <a:gd name="connsiteX7" fmla="*/ 30917 w 31154"/>
                  <a:gd name="connsiteY7" fmla="*/ 96964 h 208692"/>
                  <a:gd name="connsiteX8" fmla="*/ 27392 w 31154"/>
                  <a:gd name="connsiteY8" fmla="*/ 103822 h 208692"/>
                  <a:gd name="connsiteX9" fmla="*/ 2437 w 31154"/>
                  <a:gd name="connsiteY9" fmla="*/ 152876 h 208692"/>
                  <a:gd name="connsiteX10" fmla="*/ 8342 w 31154"/>
                  <a:gd name="connsiteY10" fmla="*/ 208693 h 208692"/>
                  <a:gd name="connsiteX11" fmla="*/ 817 w 31154"/>
                  <a:gd name="connsiteY11" fmla="*/ 152686 h 208692"/>
                  <a:gd name="connsiteX12" fmla="*/ 25582 w 31154"/>
                  <a:gd name="connsiteY12" fmla="*/ 102108 h 208692"/>
                  <a:gd name="connsiteX13" fmla="*/ 28821 w 31154"/>
                  <a:gd name="connsiteY13" fmla="*/ 89725 h 208692"/>
                  <a:gd name="connsiteX14" fmla="*/ 28536 w 31154"/>
                  <a:gd name="connsiteY14" fmla="*/ 75533 h 208692"/>
                  <a:gd name="connsiteX15" fmla="*/ 26344 w 31154"/>
                  <a:gd name="connsiteY15" fmla="*/ 47244 h 208692"/>
                  <a:gd name="connsiteX16" fmla="*/ 25487 w 31154"/>
                  <a:gd name="connsiteY16" fmla="*/ 40196 h 208692"/>
                  <a:gd name="connsiteX17" fmla="*/ 22916 w 31154"/>
                  <a:gd name="connsiteY17" fmla="*/ 34766 h 208692"/>
                  <a:gd name="connsiteX18" fmla="*/ 16153 w 31154"/>
                  <a:gd name="connsiteY18" fmla="*/ 32480 h 208692"/>
                  <a:gd name="connsiteX19" fmla="*/ 10723 w 31154"/>
                  <a:gd name="connsiteY19" fmla="*/ 27622 h 208692"/>
                  <a:gd name="connsiteX20" fmla="*/ 6437 w 31154"/>
                  <a:gd name="connsiteY20" fmla="*/ 0 h 208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1154" h="208692">
                    <a:moveTo>
                      <a:pt x="6437" y="0"/>
                    </a:moveTo>
                    <a:cubicBezTo>
                      <a:pt x="5961" y="9239"/>
                      <a:pt x="5675" y="19526"/>
                      <a:pt x="11771" y="26956"/>
                    </a:cubicBezTo>
                    <a:cubicBezTo>
                      <a:pt x="14724" y="30766"/>
                      <a:pt x="18724" y="32671"/>
                      <a:pt x="23582" y="33528"/>
                    </a:cubicBezTo>
                    <a:cubicBezTo>
                      <a:pt x="26440" y="34671"/>
                      <a:pt x="26821" y="37910"/>
                      <a:pt x="27107" y="40100"/>
                    </a:cubicBezTo>
                    <a:lnTo>
                      <a:pt x="28059" y="47149"/>
                    </a:lnTo>
                    <a:cubicBezTo>
                      <a:pt x="29297" y="56579"/>
                      <a:pt x="30155" y="66008"/>
                      <a:pt x="30631" y="75533"/>
                    </a:cubicBezTo>
                    <a:cubicBezTo>
                      <a:pt x="30917" y="80296"/>
                      <a:pt x="31012" y="85058"/>
                      <a:pt x="31107" y="89725"/>
                    </a:cubicBezTo>
                    <a:cubicBezTo>
                      <a:pt x="31107" y="92107"/>
                      <a:pt x="31298" y="94488"/>
                      <a:pt x="30917" y="96964"/>
                    </a:cubicBezTo>
                    <a:cubicBezTo>
                      <a:pt x="30631" y="99536"/>
                      <a:pt x="29202" y="102108"/>
                      <a:pt x="27392" y="103822"/>
                    </a:cubicBezTo>
                    <a:cubicBezTo>
                      <a:pt x="13486" y="116491"/>
                      <a:pt x="5104" y="134398"/>
                      <a:pt x="2437" y="152876"/>
                    </a:cubicBezTo>
                    <a:cubicBezTo>
                      <a:pt x="-135" y="171545"/>
                      <a:pt x="2627" y="190690"/>
                      <a:pt x="8342" y="208693"/>
                    </a:cubicBezTo>
                    <a:cubicBezTo>
                      <a:pt x="1675" y="190976"/>
                      <a:pt x="-1659" y="171736"/>
                      <a:pt x="817" y="152686"/>
                    </a:cubicBezTo>
                    <a:cubicBezTo>
                      <a:pt x="3199" y="133826"/>
                      <a:pt x="11581" y="115253"/>
                      <a:pt x="25582" y="102108"/>
                    </a:cubicBezTo>
                    <a:cubicBezTo>
                      <a:pt x="29107" y="99155"/>
                      <a:pt x="28821" y="94488"/>
                      <a:pt x="28821" y="89725"/>
                    </a:cubicBezTo>
                    <a:cubicBezTo>
                      <a:pt x="28821" y="84963"/>
                      <a:pt x="28726" y="80296"/>
                      <a:pt x="28536" y="75533"/>
                    </a:cubicBezTo>
                    <a:cubicBezTo>
                      <a:pt x="28154" y="66104"/>
                      <a:pt x="27487" y="56674"/>
                      <a:pt x="26344" y="47244"/>
                    </a:cubicBezTo>
                    <a:lnTo>
                      <a:pt x="25487" y="40196"/>
                    </a:lnTo>
                    <a:cubicBezTo>
                      <a:pt x="25201" y="37910"/>
                      <a:pt x="24916" y="35433"/>
                      <a:pt x="22916" y="34766"/>
                    </a:cubicBezTo>
                    <a:cubicBezTo>
                      <a:pt x="21010" y="34099"/>
                      <a:pt x="18248" y="33814"/>
                      <a:pt x="16153" y="32480"/>
                    </a:cubicBezTo>
                    <a:cubicBezTo>
                      <a:pt x="13962" y="31242"/>
                      <a:pt x="12152" y="29623"/>
                      <a:pt x="10723" y="27622"/>
                    </a:cubicBezTo>
                    <a:cubicBezTo>
                      <a:pt x="4818" y="19621"/>
                      <a:pt x="5580" y="9239"/>
                      <a:pt x="6437" y="0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47" name="Forme libre : forme 9146">
                <a:extLst>
                  <a:ext uri="{FF2B5EF4-FFF2-40B4-BE49-F238E27FC236}">
                    <a16:creationId xmlns:a16="http://schemas.microsoft.com/office/drawing/2014/main" id="{95B03681-A8FB-45C8-BD80-FA9444A222BC}"/>
                  </a:ext>
                </a:extLst>
              </p:cNvPr>
              <p:cNvSpPr/>
              <p:nvPr/>
            </p:nvSpPr>
            <p:spPr>
              <a:xfrm>
                <a:off x="5813302" y="4344161"/>
                <a:ext cx="80962" cy="59912"/>
              </a:xfrm>
              <a:custGeom>
                <a:avLst/>
                <a:gdLst>
                  <a:gd name="connsiteX0" fmla="*/ 80963 w 80962"/>
                  <a:gd name="connsiteY0" fmla="*/ 59912 h 59912"/>
                  <a:gd name="connsiteX1" fmla="*/ 68389 w 80962"/>
                  <a:gd name="connsiteY1" fmla="*/ 36100 h 59912"/>
                  <a:gd name="connsiteX2" fmla="*/ 44958 w 80962"/>
                  <a:gd name="connsiteY2" fmla="*/ 25813 h 59912"/>
                  <a:gd name="connsiteX3" fmla="*/ 18288 w 80962"/>
                  <a:gd name="connsiteY3" fmla="*/ 19812 h 59912"/>
                  <a:gd name="connsiteX4" fmla="*/ 0 w 80962"/>
                  <a:gd name="connsiteY4" fmla="*/ 0 h 59912"/>
                  <a:gd name="connsiteX5" fmla="*/ 19050 w 80962"/>
                  <a:gd name="connsiteY5" fmla="*/ 18098 h 59912"/>
                  <a:gd name="connsiteX6" fmla="*/ 45434 w 80962"/>
                  <a:gd name="connsiteY6" fmla="*/ 23432 h 59912"/>
                  <a:gd name="connsiteX7" fmla="*/ 58864 w 80962"/>
                  <a:gd name="connsiteY7" fmla="*/ 26575 h 59912"/>
                  <a:gd name="connsiteX8" fmla="*/ 69913 w 80962"/>
                  <a:gd name="connsiteY8" fmla="*/ 35052 h 59912"/>
                  <a:gd name="connsiteX9" fmla="*/ 80963 w 80962"/>
                  <a:gd name="connsiteY9" fmla="*/ 59912 h 59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0962" h="59912">
                    <a:moveTo>
                      <a:pt x="80963" y="59912"/>
                    </a:moveTo>
                    <a:cubicBezTo>
                      <a:pt x="77914" y="51340"/>
                      <a:pt x="73628" y="43339"/>
                      <a:pt x="68389" y="36100"/>
                    </a:cubicBezTo>
                    <a:cubicBezTo>
                      <a:pt x="63722" y="28004"/>
                      <a:pt x="53530" y="27908"/>
                      <a:pt x="44958" y="25813"/>
                    </a:cubicBezTo>
                    <a:cubicBezTo>
                      <a:pt x="36386" y="23336"/>
                      <a:pt x="26765" y="24098"/>
                      <a:pt x="18288" y="19812"/>
                    </a:cubicBezTo>
                    <a:cubicBezTo>
                      <a:pt x="9810" y="15812"/>
                      <a:pt x="3143" y="8573"/>
                      <a:pt x="0" y="0"/>
                    </a:cubicBezTo>
                    <a:cubicBezTo>
                      <a:pt x="4000" y="8192"/>
                      <a:pt x="10953" y="14573"/>
                      <a:pt x="19050" y="18098"/>
                    </a:cubicBezTo>
                    <a:cubicBezTo>
                      <a:pt x="27146" y="21812"/>
                      <a:pt x="36480" y="21050"/>
                      <a:pt x="45434" y="23432"/>
                    </a:cubicBezTo>
                    <a:cubicBezTo>
                      <a:pt x="49911" y="24479"/>
                      <a:pt x="54387" y="25241"/>
                      <a:pt x="58864" y="26575"/>
                    </a:cubicBezTo>
                    <a:cubicBezTo>
                      <a:pt x="63436" y="27718"/>
                      <a:pt x="67627" y="31052"/>
                      <a:pt x="69913" y="35052"/>
                    </a:cubicBezTo>
                    <a:cubicBezTo>
                      <a:pt x="74962" y="42672"/>
                      <a:pt x="78771" y="51149"/>
                      <a:pt x="80963" y="59912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48" name="Forme libre : forme 9147">
                <a:extLst>
                  <a:ext uri="{FF2B5EF4-FFF2-40B4-BE49-F238E27FC236}">
                    <a16:creationId xmlns:a16="http://schemas.microsoft.com/office/drawing/2014/main" id="{43328CC7-0224-4DC5-83CD-243110B6DE5B}"/>
                  </a:ext>
                </a:extLst>
              </p:cNvPr>
              <p:cNvSpPr/>
              <p:nvPr/>
            </p:nvSpPr>
            <p:spPr>
              <a:xfrm>
                <a:off x="6018661" y="4331684"/>
                <a:ext cx="91249" cy="73056"/>
              </a:xfrm>
              <a:custGeom>
                <a:avLst/>
                <a:gdLst>
                  <a:gd name="connsiteX0" fmla="*/ 0 w 91249"/>
                  <a:gd name="connsiteY0" fmla="*/ 73057 h 73056"/>
                  <a:gd name="connsiteX1" fmla="*/ 23717 w 91249"/>
                  <a:gd name="connsiteY1" fmla="*/ 54864 h 73056"/>
                  <a:gd name="connsiteX2" fmla="*/ 39624 w 91249"/>
                  <a:gd name="connsiteY2" fmla="*/ 29909 h 73056"/>
                  <a:gd name="connsiteX3" fmla="*/ 61913 w 91249"/>
                  <a:gd name="connsiteY3" fmla="*/ 9239 h 73056"/>
                  <a:gd name="connsiteX4" fmla="*/ 90868 w 91249"/>
                  <a:gd name="connsiteY4" fmla="*/ 667 h 73056"/>
                  <a:gd name="connsiteX5" fmla="*/ 90868 w 91249"/>
                  <a:gd name="connsiteY5" fmla="*/ 857 h 73056"/>
                  <a:gd name="connsiteX6" fmla="*/ 88963 w 91249"/>
                  <a:gd name="connsiteY6" fmla="*/ 0 h 73056"/>
                  <a:gd name="connsiteX7" fmla="*/ 90964 w 91249"/>
                  <a:gd name="connsiteY7" fmla="*/ 667 h 73056"/>
                  <a:gd name="connsiteX8" fmla="*/ 91249 w 91249"/>
                  <a:gd name="connsiteY8" fmla="*/ 762 h 73056"/>
                  <a:gd name="connsiteX9" fmla="*/ 90964 w 91249"/>
                  <a:gd name="connsiteY9" fmla="*/ 857 h 73056"/>
                  <a:gd name="connsiteX10" fmla="*/ 62865 w 91249"/>
                  <a:gd name="connsiteY10" fmla="*/ 10954 h 73056"/>
                  <a:gd name="connsiteX11" fmla="*/ 41720 w 91249"/>
                  <a:gd name="connsiteY11" fmla="*/ 31147 h 73056"/>
                  <a:gd name="connsiteX12" fmla="*/ 24860 w 91249"/>
                  <a:gd name="connsiteY12" fmla="*/ 56293 h 73056"/>
                  <a:gd name="connsiteX13" fmla="*/ 0 w 91249"/>
                  <a:gd name="connsiteY13" fmla="*/ 73057 h 73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1249" h="73056">
                    <a:moveTo>
                      <a:pt x="0" y="73057"/>
                    </a:moveTo>
                    <a:cubicBezTo>
                      <a:pt x="5524" y="64199"/>
                      <a:pt x="16287" y="61055"/>
                      <a:pt x="23717" y="54864"/>
                    </a:cubicBezTo>
                    <a:cubicBezTo>
                      <a:pt x="31432" y="48578"/>
                      <a:pt x="34576" y="38767"/>
                      <a:pt x="39624" y="29909"/>
                    </a:cubicBezTo>
                    <a:cubicBezTo>
                      <a:pt x="44768" y="20955"/>
                      <a:pt x="52864" y="13907"/>
                      <a:pt x="61913" y="9239"/>
                    </a:cubicBezTo>
                    <a:cubicBezTo>
                      <a:pt x="70961" y="4572"/>
                      <a:pt x="80867" y="1810"/>
                      <a:pt x="90868" y="667"/>
                    </a:cubicBezTo>
                    <a:lnTo>
                      <a:pt x="90868" y="857"/>
                    </a:lnTo>
                    <a:lnTo>
                      <a:pt x="88963" y="0"/>
                    </a:lnTo>
                    <a:lnTo>
                      <a:pt x="90964" y="667"/>
                    </a:lnTo>
                    <a:lnTo>
                      <a:pt x="91249" y="762"/>
                    </a:lnTo>
                    <a:lnTo>
                      <a:pt x="90964" y="857"/>
                    </a:lnTo>
                    <a:cubicBezTo>
                      <a:pt x="81153" y="2858"/>
                      <a:pt x="71533" y="6001"/>
                      <a:pt x="62865" y="10954"/>
                    </a:cubicBezTo>
                    <a:cubicBezTo>
                      <a:pt x="54197" y="15812"/>
                      <a:pt x="46577" y="22574"/>
                      <a:pt x="41720" y="31147"/>
                    </a:cubicBezTo>
                    <a:cubicBezTo>
                      <a:pt x="36671" y="39529"/>
                      <a:pt x="33433" y="49911"/>
                      <a:pt x="24860" y="56293"/>
                    </a:cubicBezTo>
                    <a:cubicBezTo>
                      <a:pt x="16669" y="62579"/>
                      <a:pt x="6096" y="64770"/>
                      <a:pt x="0" y="73057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49" name="Forme libre : forme 9148">
                <a:extLst>
                  <a:ext uri="{FF2B5EF4-FFF2-40B4-BE49-F238E27FC236}">
                    <a16:creationId xmlns:a16="http://schemas.microsoft.com/office/drawing/2014/main" id="{1CF7123A-54EB-47A9-87C9-C05539AA3F2B}"/>
                  </a:ext>
                </a:extLst>
              </p:cNvPr>
              <p:cNvSpPr/>
              <p:nvPr/>
            </p:nvSpPr>
            <p:spPr>
              <a:xfrm>
                <a:off x="5818655" y="4395882"/>
                <a:ext cx="76276" cy="30479"/>
              </a:xfrm>
              <a:custGeom>
                <a:avLst/>
                <a:gdLst>
                  <a:gd name="connsiteX0" fmla="*/ 76276 w 76276"/>
                  <a:gd name="connsiteY0" fmla="*/ 30480 h 30479"/>
                  <a:gd name="connsiteX1" fmla="*/ 59988 w 76276"/>
                  <a:gd name="connsiteY1" fmla="*/ 18193 h 30479"/>
                  <a:gd name="connsiteX2" fmla="*/ 38748 w 76276"/>
                  <a:gd name="connsiteY2" fmla="*/ 16002 h 30479"/>
                  <a:gd name="connsiteX3" fmla="*/ 17888 w 76276"/>
                  <a:gd name="connsiteY3" fmla="*/ 10477 h 30479"/>
                  <a:gd name="connsiteX4" fmla="*/ 7982 w 76276"/>
                  <a:gd name="connsiteY4" fmla="*/ 6287 h 30479"/>
                  <a:gd name="connsiteX5" fmla="*/ 3219 w 76276"/>
                  <a:gd name="connsiteY5" fmla="*/ 3810 h 30479"/>
                  <a:gd name="connsiteX6" fmla="*/ 171 w 76276"/>
                  <a:gd name="connsiteY6" fmla="*/ 0 h 30479"/>
                  <a:gd name="connsiteX7" fmla="*/ 3505 w 76276"/>
                  <a:gd name="connsiteY7" fmla="*/ 3238 h 30479"/>
                  <a:gd name="connsiteX8" fmla="*/ 8458 w 76276"/>
                  <a:gd name="connsiteY8" fmla="*/ 5239 h 30479"/>
                  <a:gd name="connsiteX9" fmla="*/ 18460 w 76276"/>
                  <a:gd name="connsiteY9" fmla="*/ 8763 h 30479"/>
                  <a:gd name="connsiteX10" fmla="*/ 39033 w 76276"/>
                  <a:gd name="connsiteY10" fmla="*/ 13716 h 30479"/>
                  <a:gd name="connsiteX11" fmla="*/ 60274 w 76276"/>
                  <a:gd name="connsiteY11" fmla="*/ 16478 h 30479"/>
                  <a:gd name="connsiteX12" fmla="*/ 76276 w 76276"/>
                  <a:gd name="connsiteY12" fmla="*/ 3048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276" h="30479">
                    <a:moveTo>
                      <a:pt x="76276" y="30480"/>
                    </a:moveTo>
                    <a:cubicBezTo>
                      <a:pt x="72371" y="24574"/>
                      <a:pt x="66846" y="19431"/>
                      <a:pt x="59988" y="18193"/>
                    </a:cubicBezTo>
                    <a:cubicBezTo>
                      <a:pt x="53225" y="17145"/>
                      <a:pt x="45796" y="17335"/>
                      <a:pt x="38748" y="16002"/>
                    </a:cubicBezTo>
                    <a:cubicBezTo>
                      <a:pt x="31699" y="14764"/>
                      <a:pt x="24650" y="12954"/>
                      <a:pt x="17888" y="10477"/>
                    </a:cubicBezTo>
                    <a:cubicBezTo>
                      <a:pt x="14554" y="9239"/>
                      <a:pt x="11220" y="7810"/>
                      <a:pt x="7982" y="6287"/>
                    </a:cubicBezTo>
                    <a:lnTo>
                      <a:pt x="3219" y="3810"/>
                    </a:lnTo>
                    <a:cubicBezTo>
                      <a:pt x="1886" y="3048"/>
                      <a:pt x="-686" y="2000"/>
                      <a:pt x="171" y="0"/>
                    </a:cubicBezTo>
                    <a:cubicBezTo>
                      <a:pt x="-495" y="1905"/>
                      <a:pt x="2076" y="2667"/>
                      <a:pt x="3505" y="3238"/>
                    </a:cubicBezTo>
                    <a:lnTo>
                      <a:pt x="8458" y="5239"/>
                    </a:lnTo>
                    <a:cubicBezTo>
                      <a:pt x="11792" y="6572"/>
                      <a:pt x="15125" y="7715"/>
                      <a:pt x="18460" y="8763"/>
                    </a:cubicBezTo>
                    <a:cubicBezTo>
                      <a:pt x="25222" y="10858"/>
                      <a:pt x="32080" y="12573"/>
                      <a:pt x="39033" y="13716"/>
                    </a:cubicBezTo>
                    <a:cubicBezTo>
                      <a:pt x="45986" y="15240"/>
                      <a:pt x="53035" y="14954"/>
                      <a:pt x="60274" y="16478"/>
                    </a:cubicBezTo>
                    <a:cubicBezTo>
                      <a:pt x="67894" y="18193"/>
                      <a:pt x="73133" y="24193"/>
                      <a:pt x="76276" y="30480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50" name="Forme libre : forme 9149">
                <a:extLst>
                  <a:ext uri="{FF2B5EF4-FFF2-40B4-BE49-F238E27FC236}">
                    <a16:creationId xmlns:a16="http://schemas.microsoft.com/office/drawing/2014/main" id="{3910E39D-4D75-4259-BF6A-616FF8766133}"/>
                  </a:ext>
                </a:extLst>
              </p:cNvPr>
              <p:cNvSpPr/>
              <p:nvPr/>
            </p:nvSpPr>
            <p:spPr>
              <a:xfrm>
                <a:off x="5680237" y="4422266"/>
                <a:ext cx="312419" cy="116300"/>
              </a:xfrm>
              <a:custGeom>
                <a:avLst/>
                <a:gdLst>
                  <a:gd name="connsiteX0" fmla="*/ 0 w 312419"/>
                  <a:gd name="connsiteY0" fmla="*/ 0 h 116300"/>
                  <a:gd name="connsiteX1" fmla="*/ 44005 w 312419"/>
                  <a:gd name="connsiteY1" fmla="*/ 1714 h 116300"/>
                  <a:gd name="connsiteX2" fmla="*/ 87344 w 312419"/>
                  <a:gd name="connsiteY2" fmla="*/ 9620 h 116300"/>
                  <a:gd name="connsiteX3" fmla="*/ 107538 w 312419"/>
                  <a:gd name="connsiteY3" fmla="*/ 18097 h 116300"/>
                  <a:gd name="connsiteX4" fmla="*/ 129064 w 312419"/>
                  <a:gd name="connsiteY4" fmla="*/ 21241 h 116300"/>
                  <a:gd name="connsiteX5" fmla="*/ 173260 w 312419"/>
                  <a:gd name="connsiteY5" fmla="*/ 21622 h 116300"/>
                  <a:gd name="connsiteX6" fmla="*/ 216218 w 312419"/>
                  <a:gd name="connsiteY6" fmla="*/ 32480 h 116300"/>
                  <a:gd name="connsiteX7" fmla="*/ 257080 w 312419"/>
                  <a:gd name="connsiteY7" fmla="*/ 49435 h 116300"/>
                  <a:gd name="connsiteX8" fmla="*/ 290608 w 312419"/>
                  <a:gd name="connsiteY8" fmla="*/ 78010 h 116300"/>
                  <a:gd name="connsiteX9" fmla="*/ 312420 w 312419"/>
                  <a:gd name="connsiteY9" fmla="*/ 116300 h 116300"/>
                  <a:gd name="connsiteX10" fmla="*/ 289656 w 312419"/>
                  <a:gd name="connsiteY10" fmla="*/ 78772 h 116300"/>
                  <a:gd name="connsiteX11" fmla="*/ 256318 w 312419"/>
                  <a:gd name="connsiteY11" fmla="*/ 50863 h 116300"/>
                  <a:gd name="connsiteX12" fmla="*/ 215455 w 312419"/>
                  <a:gd name="connsiteY12" fmla="*/ 34385 h 116300"/>
                  <a:gd name="connsiteX13" fmla="*/ 172879 w 312419"/>
                  <a:gd name="connsiteY13" fmla="*/ 24098 h 116300"/>
                  <a:gd name="connsiteX14" fmla="*/ 128874 w 312419"/>
                  <a:gd name="connsiteY14" fmla="*/ 23336 h 116300"/>
                  <a:gd name="connsiteX15" fmla="*/ 106871 w 312419"/>
                  <a:gd name="connsiteY15" fmla="*/ 20003 h 116300"/>
                  <a:gd name="connsiteX16" fmla="*/ 86487 w 312419"/>
                  <a:gd name="connsiteY16" fmla="*/ 11239 h 116300"/>
                  <a:gd name="connsiteX17" fmla="*/ 43720 w 312419"/>
                  <a:gd name="connsiteY17" fmla="*/ 3048 h 116300"/>
                  <a:gd name="connsiteX18" fmla="*/ 0 w 312419"/>
                  <a:gd name="connsiteY18" fmla="*/ 0 h 11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2419" h="116300">
                    <a:moveTo>
                      <a:pt x="0" y="0"/>
                    </a:moveTo>
                    <a:cubicBezTo>
                      <a:pt x="14574" y="2381"/>
                      <a:pt x="29337" y="1619"/>
                      <a:pt x="44005" y="1714"/>
                    </a:cubicBezTo>
                    <a:cubicBezTo>
                      <a:pt x="58674" y="1905"/>
                      <a:pt x="73819" y="3238"/>
                      <a:pt x="87344" y="9620"/>
                    </a:cubicBezTo>
                    <a:cubicBezTo>
                      <a:pt x="94107" y="12573"/>
                      <a:pt x="100584" y="16097"/>
                      <a:pt x="107538" y="18097"/>
                    </a:cubicBezTo>
                    <a:cubicBezTo>
                      <a:pt x="114491" y="20193"/>
                      <a:pt x="121825" y="20955"/>
                      <a:pt x="129064" y="21241"/>
                    </a:cubicBezTo>
                    <a:cubicBezTo>
                      <a:pt x="143637" y="21717"/>
                      <a:pt x="158401" y="20003"/>
                      <a:pt x="173260" y="21622"/>
                    </a:cubicBezTo>
                    <a:cubicBezTo>
                      <a:pt x="188023" y="23241"/>
                      <a:pt x="202311" y="27432"/>
                      <a:pt x="216218" y="32480"/>
                    </a:cubicBezTo>
                    <a:cubicBezTo>
                      <a:pt x="230029" y="37719"/>
                      <a:pt x="243745" y="42958"/>
                      <a:pt x="257080" y="49435"/>
                    </a:cubicBezTo>
                    <a:cubicBezTo>
                      <a:pt x="270510" y="55912"/>
                      <a:pt x="281464" y="66485"/>
                      <a:pt x="290608" y="78010"/>
                    </a:cubicBezTo>
                    <a:cubicBezTo>
                      <a:pt x="299657" y="89630"/>
                      <a:pt x="307086" y="102584"/>
                      <a:pt x="312420" y="116300"/>
                    </a:cubicBezTo>
                    <a:cubicBezTo>
                      <a:pt x="306705" y="102775"/>
                      <a:pt x="298990" y="90011"/>
                      <a:pt x="289656" y="78772"/>
                    </a:cubicBezTo>
                    <a:cubicBezTo>
                      <a:pt x="280416" y="67437"/>
                      <a:pt x="269557" y="57150"/>
                      <a:pt x="256318" y="50863"/>
                    </a:cubicBezTo>
                    <a:cubicBezTo>
                      <a:pt x="243078" y="44577"/>
                      <a:pt x="229267" y="39434"/>
                      <a:pt x="215455" y="34385"/>
                    </a:cubicBezTo>
                    <a:cubicBezTo>
                      <a:pt x="201644" y="29528"/>
                      <a:pt x="187452" y="25527"/>
                      <a:pt x="172879" y="24098"/>
                    </a:cubicBezTo>
                    <a:cubicBezTo>
                      <a:pt x="158401" y="22384"/>
                      <a:pt x="143637" y="23908"/>
                      <a:pt x="128874" y="23336"/>
                    </a:cubicBezTo>
                    <a:cubicBezTo>
                      <a:pt x="121444" y="22955"/>
                      <a:pt x="114015" y="22193"/>
                      <a:pt x="106871" y="20003"/>
                    </a:cubicBezTo>
                    <a:cubicBezTo>
                      <a:pt x="99632" y="17907"/>
                      <a:pt x="93155" y="14288"/>
                      <a:pt x="86487" y="11239"/>
                    </a:cubicBezTo>
                    <a:cubicBezTo>
                      <a:pt x="73247" y="4858"/>
                      <a:pt x="58388" y="3334"/>
                      <a:pt x="43720" y="3048"/>
                    </a:cubicBezTo>
                    <a:cubicBezTo>
                      <a:pt x="29337" y="2381"/>
                      <a:pt x="14478" y="2857"/>
                      <a:pt x="0" y="0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51" name="Forme libre : forme 9150">
                <a:extLst>
                  <a:ext uri="{FF2B5EF4-FFF2-40B4-BE49-F238E27FC236}">
                    <a16:creationId xmlns:a16="http://schemas.microsoft.com/office/drawing/2014/main" id="{D97E30A6-AD09-442A-9057-4D057913F545}"/>
                  </a:ext>
                </a:extLst>
              </p:cNvPr>
              <p:cNvSpPr/>
              <p:nvPr/>
            </p:nvSpPr>
            <p:spPr>
              <a:xfrm>
                <a:off x="5991419" y="4342923"/>
                <a:ext cx="156400" cy="131444"/>
              </a:xfrm>
              <a:custGeom>
                <a:avLst/>
                <a:gdLst>
                  <a:gd name="connsiteX0" fmla="*/ 0 w 156400"/>
                  <a:gd name="connsiteY0" fmla="*/ 131445 h 131444"/>
                  <a:gd name="connsiteX1" fmla="*/ 26384 w 156400"/>
                  <a:gd name="connsiteY1" fmla="*/ 85439 h 131444"/>
                  <a:gd name="connsiteX2" fmla="*/ 69914 w 156400"/>
                  <a:gd name="connsiteY2" fmla="*/ 55531 h 131444"/>
                  <a:gd name="connsiteX3" fmla="*/ 84487 w 156400"/>
                  <a:gd name="connsiteY3" fmla="*/ 33242 h 131444"/>
                  <a:gd name="connsiteX4" fmla="*/ 93631 w 156400"/>
                  <a:gd name="connsiteY4" fmla="*/ 23146 h 131444"/>
                  <a:gd name="connsiteX5" fmla="*/ 106013 w 156400"/>
                  <a:gd name="connsiteY5" fmla="*/ 17431 h 131444"/>
                  <a:gd name="connsiteX6" fmla="*/ 156306 w 156400"/>
                  <a:gd name="connsiteY6" fmla="*/ 0 h 131444"/>
                  <a:gd name="connsiteX7" fmla="*/ 156401 w 156400"/>
                  <a:gd name="connsiteY7" fmla="*/ 95 h 131444"/>
                  <a:gd name="connsiteX8" fmla="*/ 154020 w 156400"/>
                  <a:gd name="connsiteY8" fmla="*/ 1048 h 131444"/>
                  <a:gd name="connsiteX9" fmla="*/ 156306 w 156400"/>
                  <a:gd name="connsiteY9" fmla="*/ 0 h 131444"/>
                  <a:gd name="connsiteX10" fmla="*/ 156401 w 156400"/>
                  <a:gd name="connsiteY10" fmla="*/ 95 h 131444"/>
                  <a:gd name="connsiteX11" fmla="*/ 132207 w 156400"/>
                  <a:gd name="connsiteY11" fmla="*/ 11621 h 131444"/>
                  <a:gd name="connsiteX12" fmla="*/ 106490 w 156400"/>
                  <a:gd name="connsiteY12" fmla="*/ 19050 h 131444"/>
                  <a:gd name="connsiteX13" fmla="*/ 94774 w 156400"/>
                  <a:gd name="connsiteY13" fmla="*/ 24574 h 131444"/>
                  <a:gd name="connsiteX14" fmla="*/ 86202 w 156400"/>
                  <a:gd name="connsiteY14" fmla="*/ 34385 h 131444"/>
                  <a:gd name="connsiteX15" fmla="*/ 71724 w 156400"/>
                  <a:gd name="connsiteY15" fmla="*/ 57055 h 131444"/>
                  <a:gd name="connsiteX16" fmla="*/ 49816 w 156400"/>
                  <a:gd name="connsiteY16" fmla="*/ 72866 h 131444"/>
                  <a:gd name="connsiteX17" fmla="*/ 27337 w 156400"/>
                  <a:gd name="connsiteY17" fmla="*/ 86677 h 131444"/>
                  <a:gd name="connsiteX18" fmla="*/ 0 w 156400"/>
                  <a:gd name="connsiteY18" fmla="*/ 131445 h 131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6400" h="131444">
                    <a:moveTo>
                      <a:pt x="0" y="131445"/>
                    </a:moveTo>
                    <a:cubicBezTo>
                      <a:pt x="3715" y="113919"/>
                      <a:pt x="13335" y="97822"/>
                      <a:pt x="26384" y="85439"/>
                    </a:cubicBezTo>
                    <a:cubicBezTo>
                      <a:pt x="39148" y="72104"/>
                      <a:pt x="59627" y="70294"/>
                      <a:pt x="69914" y="55531"/>
                    </a:cubicBezTo>
                    <a:cubicBezTo>
                      <a:pt x="75438" y="48673"/>
                      <a:pt x="79534" y="40767"/>
                      <a:pt x="84487" y="33242"/>
                    </a:cubicBezTo>
                    <a:cubicBezTo>
                      <a:pt x="87059" y="29527"/>
                      <a:pt x="89916" y="25908"/>
                      <a:pt x="93631" y="23146"/>
                    </a:cubicBezTo>
                    <a:cubicBezTo>
                      <a:pt x="97346" y="20288"/>
                      <a:pt x="101632" y="18669"/>
                      <a:pt x="106013" y="17431"/>
                    </a:cubicBezTo>
                    <a:cubicBezTo>
                      <a:pt x="123540" y="13716"/>
                      <a:pt x="140494" y="8287"/>
                      <a:pt x="156306" y="0"/>
                    </a:cubicBezTo>
                    <a:lnTo>
                      <a:pt x="156401" y="95"/>
                    </a:lnTo>
                    <a:lnTo>
                      <a:pt x="154020" y="1048"/>
                    </a:lnTo>
                    <a:lnTo>
                      <a:pt x="156306" y="0"/>
                    </a:lnTo>
                    <a:lnTo>
                      <a:pt x="156401" y="95"/>
                    </a:lnTo>
                    <a:cubicBezTo>
                      <a:pt x="148686" y="4572"/>
                      <a:pt x="140589" y="8477"/>
                      <a:pt x="132207" y="11621"/>
                    </a:cubicBezTo>
                    <a:cubicBezTo>
                      <a:pt x="123825" y="14764"/>
                      <a:pt x="114967" y="16859"/>
                      <a:pt x="106490" y="19050"/>
                    </a:cubicBezTo>
                    <a:cubicBezTo>
                      <a:pt x="102299" y="20288"/>
                      <a:pt x="98203" y="21907"/>
                      <a:pt x="94774" y="24574"/>
                    </a:cubicBezTo>
                    <a:cubicBezTo>
                      <a:pt x="91345" y="27241"/>
                      <a:pt x="88583" y="30671"/>
                      <a:pt x="86202" y="34385"/>
                    </a:cubicBezTo>
                    <a:cubicBezTo>
                      <a:pt x="81344" y="41719"/>
                      <a:pt x="77438" y="49911"/>
                      <a:pt x="71724" y="57055"/>
                    </a:cubicBezTo>
                    <a:cubicBezTo>
                      <a:pt x="66199" y="64389"/>
                      <a:pt x="57912" y="69247"/>
                      <a:pt x="49816" y="72866"/>
                    </a:cubicBezTo>
                    <a:cubicBezTo>
                      <a:pt x="41625" y="76486"/>
                      <a:pt x="33814" y="80486"/>
                      <a:pt x="27337" y="86677"/>
                    </a:cubicBezTo>
                    <a:cubicBezTo>
                      <a:pt x="14574" y="98679"/>
                      <a:pt x="4572" y="114109"/>
                      <a:pt x="0" y="131445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52" name="Forme libre : forme 9151">
                <a:extLst>
                  <a:ext uri="{FF2B5EF4-FFF2-40B4-BE49-F238E27FC236}">
                    <a16:creationId xmlns:a16="http://schemas.microsoft.com/office/drawing/2014/main" id="{A6F01E14-3429-4A03-9655-84A42BA01524}"/>
                  </a:ext>
                </a:extLst>
              </p:cNvPr>
              <p:cNvSpPr/>
              <p:nvPr/>
            </p:nvSpPr>
            <p:spPr>
              <a:xfrm>
                <a:off x="5897217" y="4306824"/>
                <a:ext cx="74008" cy="164115"/>
              </a:xfrm>
              <a:custGeom>
                <a:avLst/>
                <a:gdLst>
                  <a:gd name="connsiteX0" fmla="*/ 74009 w 74008"/>
                  <a:gd name="connsiteY0" fmla="*/ 164116 h 164115"/>
                  <a:gd name="connsiteX1" fmla="*/ 68770 w 74008"/>
                  <a:gd name="connsiteY1" fmla="*/ 140398 h 164115"/>
                  <a:gd name="connsiteX2" fmla="*/ 69056 w 74008"/>
                  <a:gd name="connsiteY2" fmla="*/ 116014 h 164115"/>
                  <a:gd name="connsiteX3" fmla="*/ 64294 w 74008"/>
                  <a:gd name="connsiteY3" fmla="*/ 92678 h 164115"/>
                  <a:gd name="connsiteX4" fmla="*/ 57150 w 74008"/>
                  <a:gd name="connsiteY4" fmla="*/ 83725 h 164115"/>
                  <a:gd name="connsiteX5" fmla="*/ 45911 w 74008"/>
                  <a:gd name="connsiteY5" fmla="*/ 79629 h 164115"/>
                  <a:gd name="connsiteX6" fmla="*/ 25812 w 74008"/>
                  <a:gd name="connsiteY6" fmla="*/ 65341 h 164115"/>
                  <a:gd name="connsiteX7" fmla="*/ 9239 w 74008"/>
                  <a:gd name="connsiteY7" fmla="*/ 47339 h 164115"/>
                  <a:gd name="connsiteX8" fmla="*/ 2381 w 74008"/>
                  <a:gd name="connsiteY8" fmla="*/ 24003 h 164115"/>
                  <a:gd name="connsiteX9" fmla="*/ 0 w 74008"/>
                  <a:gd name="connsiteY9" fmla="*/ 0 h 164115"/>
                  <a:gd name="connsiteX10" fmla="*/ 3524 w 74008"/>
                  <a:gd name="connsiteY10" fmla="*/ 24003 h 164115"/>
                  <a:gd name="connsiteX11" fmla="*/ 10477 w 74008"/>
                  <a:gd name="connsiteY11" fmla="*/ 46387 h 164115"/>
                  <a:gd name="connsiteX12" fmla="*/ 27146 w 74008"/>
                  <a:gd name="connsiteY12" fmla="*/ 63913 h 164115"/>
                  <a:gd name="connsiteX13" fmla="*/ 46767 w 74008"/>
                  <a:gd name="connsiteY13" fmla="*/ 77438 h 164115"/>
                  <a:gd name="connsiteX14" fmla="*/ 58293 w 74008"/>
                  <a:gd name="connsiteY14" fmla="*/ 82010 h 164115"/>
                  <a:gd name="connsiteX15" fmla="*/ 66008 w 74008"/>
                  <a:gd name="connsiteY15" fmla="*/ 91916 h 164115"/>
                  <a:gd name="connsiteX16" fmla="*/ 70580 w 74008"/>
                  <a:gd name="connsiteY16" fmla="*/ 116110 h 164115"/>
                  <a:gd name="connsiteX17" fmla="*/ 74009 w 74008"/>
                  <a:gd name="connsiteY17" fmla="*/ 164116 h 16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4008" h="164115">
                    <a:moveTo>
                      <a:pt x="74009" y="164116"/>
                    </a:moveTo>
                    <a:cubicBezTo>
                      <a:pt x="70295" y="156877"/>
                      <a:pt x="69056" y="148495"/>
                      <a:pt x="68770" y="140398"/>
                    </a:cubicBezTo>
                    <a:cubicBezTo>
                      <a:pt x="68580" y="132207"/>
                      <a:pt x="69342" y="124111"/>
                      <a:pt x="69056" y="116014"/>
                    </a:cubicBezTo>
                    <a:cubicBezTo>
                      <a:pt x="68866" y="108013"/>
                      <a:pt x="67818" y="99822"/>
                      <a:pt x="64294" y="92678"/>
                    </a:cubicBezTo>
                    <a:cubicBezTo>
                      <a:pt x="62579" y="89154"/>
                      <a:pt x="60293" y="85820"/>
                      <a:pt x="57150" y="83725"/>
                    </a:cubicBezTo>
                    <a:cubicBezTo>
                      <a:pt x="53816" y="81915"/>
                      <a:pt x="49816" y="81248"/>
                      <a:pt x="45911" y="79629"/>
                    </a:cubicBezTo>
                    <a:cubicBezTo>
                      <a:pt x="38195" y="76390"/>
                      <a:pt x="31718" y="70961"/>
                      <a:pt x="25812" y="65341"/>
                    </a:cubicBezTo>
                    <a:cubicBezTo>
                      <a:pt x="20098" y="59531"/>
                      <a:pt x="14097" y="54007"/>
                      <a:pt x="9239" y="47339"/>
                    </a:cubicBezTo>
                    <a:cubicBezTo>
                      <a:pt x="4096" y="40767"/>
                      <a:pt x="2095" y="32099"/>
                      <a:pt x="2381" y="24003"/>
                    </a:cubicBezTo>
                    <a:cubicBezTo>
                      <a:pt x="2477" y="15907"/>
                      <a:pt x="3429" y="7620"/>
                      <a:pt x="0" y="0"/>
                    </a:cubicBezTo>
                    <a:cubicBezTo>
                      <a:pt x="3810" y="7334"/>
                      <a:pt x="3238" y="16002"/>
                      <a:pt x="3524" y="24003"/>
                    </a:cubicBezTo>
                    <a:cubicBezTo>
                      <a:pt x="3429" y="32099"/>
                      <a:pt x="5429" y="40100"/>
                      <a:pt x="10477" y="46387"/>
                    </a:cubicBezTo>
                    <a:cubicBezTo>
                      <a:pt x="15335" y="52769"/>
                      <a:pt x="21431" y="58293"/>
                      <a:pt x="27146" y="63913"/>
                    </a:cubicBezTo>
                    <a:cubicBezTo>
                      <a:pt x="33051" y="69342"/>
                      <a:pt x="39433" y="74486"/>
                      <a:pt x="46767" y="77438"/>
                    </a:cubicBezTo>
                    <a:cubicBezTo>
                      <a:pt x="50292" y="79057"/>
                      <a:pt x="54578" y="79820"/>
                      <a:pt x="58293" y="82010"/>
                    </a:cubicBezTo>
                    <a:cubicBezTo>
                      <a:pt x="61913" y="84487"/>
                      <a:pt x="64294" y="88202"/>
                      <a:pt x="66008" y="91916"/>
                    </a:cubicBezTo>
                    <a:cubicBezTo>
                      <a:pt x="69628" y="99536"/>
                      <a:pt x="70485" y="107918"/>
                      <a:pt x="70580" y="116110"/>
                    </a:cubicBezTo>
                    <a:cubicBezTo>
                      <a:pt x="70866" y="132112"/>
                      <a:pt x="67342" y="148876"/>
                      <a:pt x="74009" y="164116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53" name="Forme libre : forme 9152">
                <a:extLst>
                  <a:ext uri="{FF2B5EF4-FFF2-40B4-BE49-F238E27FC236}">
                    <a16:creationId xmlns:a16="http://schemas.microsoft.com/office/drawing/2014/main" id="{6155982C-0D40-49F6-96B6-077748C10BC5}"/>
                  </a:ext>
                </a:extLst>
              </p:cNvPr>
              <p:cNvSpPr/>
              <p:nvPr/>
            </p:nvSpPr>
            <p:spPr>
              <a:xfrm>
                <a:off x="6053904" y="4345114"/>
                <a:ext cx="141731" cy="63817"/>
              </a:xfrm>
              <a:custGeom>
                <a:avLst/>
                <a:gdLst>
                  <a:gd name="connsiteX0" fmla="*/ 0 w 141731"/>
                  <a:gd name="connsiteY0" fmla="*/ 63818 h 63817"/>
                  <a:gd name="connsiteX1" fmla="*/ 39528 w 141731"/>
                  <a:gd name="connsiteY1" fmla="*/ 56197 h 63817"/>
                  <a:gd name="connsiteX2" fmla="*/ 72771 w 141731"/>
                  <a:gd name="connsiteY2" fmla="*/ 35814 h 63817"/>
                  <a:gd name="connsiteX3" fmla="*/ 85153 w 141731"/>
                  <a:gd name="connsiteY3" fmla="*/ 19812 h 63817"/>
                  <a:gd name="connsiteX4" fmla="*/ 102870 w 141731"/>
                  <a:gd name="connsiteY4" fmla="*/ 9620 h 63817"/>
                  <a:gd name="connsiteX5" fmla="*/ 122967 w 141731"/>
                  <a:gd name="connsiteY5" fmla="*/ 6953 h 63817"/>
                  <a:gd name="connsiteX6" fmla="*/ 141731 w 141731"/>
                  <a:gd name="connsiteY6" fmla="*/ 0 h 63817"/>
                  <a:gd name="connsiteX7" fmla="*/ 123158 w 141731"/>
                  <a:gd name="connsiteY7" fmla="*/ 8096 h 63817"/>
                  <a:gd name="connsiteX8" fmla="*/ 103155 w 141731"/>
                  <a:gd name="connsiteY8" fmla="*/ 11144 h 63817"/>
                  <a:gd name="connsiteX9" fmla="*/ 86582 w 141731"/>
                  <a:gd name="connsiteY9" fmla="*/ 21050 h 63817"/>
                  <a:gd name="connsiteX10" fmla="*/ 74580 w 141731"/>
                  <a:gd name="connsiteY10" fmla="*/ 37243 h 63817"/>
                  <a:gd name="connsiteX11" fmla="*/ 39814 w 141731"/>
                  <a:gd name="connsiteY11" fmla="*/ 57626 h 63817"/>
                  <a:gd name="connsiteX12" fmla="*/ 0 w 141731"/>
                  <a:gd name="connsiteY12" fmla="*/ 63818 h 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1731" h="63817">
                    <a:moveTo>
                      <a:pt x="0" y="63818"/>
                    </a:moveTo>
                    <a:cubicBezTo>
                      <a:pt x="12192" y="57245"/>
                      <a:pt x="26575" y="58769"/>
                      <a:pt x="39528" y="56197"/>
                    </a:cubicBezTo>
                    <a:cubicBezTo>
                      <a:pt x="52578" y="53626"/>
                      <a:pt x="64579" y="46196"/>
                      <a:pt x="72771" y="35814"/>
                    </a:cubicBezTo>
                    <a:cubicBezTo>
                      <a:pt x="76962" y="30671"/>
                      <a:pt x="80486" y="24860"/>
                      <a:pt x="85153" y="19812"/>
                    </a:cubicBezTo>
                    <a:cubicBezTo>
                      <a:pt x="89630" y="14573"/>
                      <a:pt x="96107" y="10859"/>
                      <a:pt x="102870" y="9620"/>
                    </a:cubicBezTo>
                    <a:cubicBezTo>
                      <a:pt x="109632" y="8192"/>
                      <a:pt x="116395" y="8192"/>
                      <a:pt x="122967" y="6953"/>
                    </a:cubicBezTo>
                    <a:cubicBezTo>
                      <a:pt x="129540" y="5810"/>
                      <a:pt x="135921" y="3524"/>
                      <a:pt x="141731" y="0"/>
                    </a:cubicBezTo>
                    <a:cubicBezTo>
                      <a:pt x="136112" y="3810"/>
                      <a:pt x="129825" y="6572"/>
                      <a:pt x="123158" y="8096"/>
                    </a:cubicBezTo>
                    <a:cubicBezTo>
                      <a:pt x="116491" y="9525"/>
                      <a:pt x="109632" y="9620"/>
                      <a:pt x="103155" y="11144"/>
                    </a:cubicBezTo>
                    <a:cubicBezTo>
                      <a:pt x="96583" y="12478"/>
                      <a:pt x="90868" y="16002"/>
                      <a:pt x="86582" y="21050"/>
                    </a:cubicBezTo>
                    <a:cubicBezTo>
                      <a:pt x="82200" y="26003"/>
                      <a:pt x="78867" y="31909"/>
                      <a:pt x="74580" y="37243"/>
                    </a:cubicBezTo>
                    <a:cubicBezTo>
                      <a:pt x="65817" y="47911"/>
                      <a:pt x="53244" y="55245"/>
                      <a:pt x="39814" y="57626"/>
                    </a:cubicBezTo>
                    <a:cubicBezTo>
                      <a:pt x="26384" y="60293"/>
                      <a:pt x="12478" y="58198"/>
                      <a:pt x="0" y="63818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54" name="Forme libre : forme 9153">
                <a:extLst>
                  <a:ext uri="{FF2B5EF4-FFF2-40B4-BE49-F238E27FC236}">
                    <a16:creationId xmlns:a16="http://schemas.microsoft.com/office/drawing/2014/main" id="{8C62368C-01F1-4DD6-8460-4915AD8BD99B}"/>
                  </a:ext>
                </a:extLst>
              </p:cNvPr>
              <p:cNvSpPr/>
              <p:nvPr/>
            </p:nvSpPr>
            <p:spPr>
              <a:xfrm>
                <a:off x="5967035" y="4300558"/>
                <a:ext cx="16186" cy="113421"/>
              </a:xfrm>
              <a:custGeom>
                <a:avLst/>
                <a:gdLst>
                  <a:gd name="connsiteX0" fmla="*/ 0 w 16186"/>
                  <a:gd name="connsiteY0" fmla="*/ 113422 h 113421"/>
                  <a:gd name="connsiteX1" fmla="*/ 12478 w 16186"/>
                  <a:gd name="connsiteY1" fmla="*/ 86752 h 113421"/>
                  <a:gd name="connsiteX2" fmla="*/ 12097 w 16186"/>
                  <a:gd name="connsiteY2" fmla="*/ 57605 h 113421"/>
                  <a:gd name="connsiteX3" fmla="*/ 7334 w 16186"/>
                  <a:gd name="connsiteY3" fmla="*/ 28078 h 113421"/>
                  <a:gd name="connsiteX4" fmla="*/ 6572 w 16186"/>
                  <a:gd name="connsiteY4" fmla="*/ 13123 h 113421"/>
                  <a:gd name="connsiteX5" fmla="*/ 6763 w 16186"/>
                  <a:gd name="connsiteY5" fmla="*/ 5599 h 113421"/>
                  <a:gd name="connsiteX6" fmla="*/ 6954 w 16186"/>
                  <a:gd name="connsiteY6" fmla="*/ 1884 h 113421"/>
                  <a:gd name="connsiteX7" fmla="*/ 6478 w 16186"/>
                  <a:gd name="connsiteY7" fmla="*/ 265 h 113421"/>
                  <a:gd name="connsiteX8" fmla="*/ 6287 w 16186"/>
                  <a:gd name="connsiteY8" fmla="*/ 836 h 113421"/>
                  <a:gd name="connsiteX9" fmla="*/ 6478 w 16186"/>
                  <a:gd name="connsiteY9" fmla="*/ 169 h 113421"/>
                  <a:gd name="connsiteX10" fmla="*/ 7144 w 16186"/>
                  <a:gd name="connsiteY10" fmla="*/ 1884 h 113421"/>
                  <a:gd name="connsiteX11" fmla="*/ 7239 w 16186"/>
                  <a:gd name="connsiteY11" fmla="*/ 5599 h 113421"/>
                  <a:gd name="connsiteX12" fmla="*/ 7715 w 16186"/>
                  <a:gd name="connsiteY12" fmla="*/ 13028 h 113421"/>
                  <a:gd name="connsiteX13" fmla="*/ 9144 w 16186"/>
                  <a:gd name="connsiteY13" fmla="*/ 27792 h 113421"/>
                  <a:gd name="connsiteX14" fmla="*/ 14478 w 16186"/>
                  <a:gd name="connsiteY14" fmla="*/ 57129 h 113421"/>
                  <a:gd name="connsiteX15" fmla="*/ 14288 w 16186"/>
                  <a:gd name="connsiteY15" fmla="*/ 87228 h 113421"/>
                  <a:gd name="connsiteX16" fmla="*/ 7049 w 16186"/>
                  <a:gd name="connsiteY16" fmla="*/ 100468 h 113421"/>
                  <a:gd name="connsiteX17" fmla="*/ 0 w 16186"/>
                  <a:gd name="connsiteY17" fmla="*/ 113422 h 11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186" h="113421">
                    <a:moveTo>
                      <a:pt x="0" y="113422"/>
                    </a:moveTo>
                    <a:cubicBezTo>
                      <a:pt x="1048" y="103039"/>
                      <a:pt x="10859" y="96563"/>
                      <a:pt x="12478" y="86752"/>
                    </a:cubicBezTo>
                    <a:cubicBezTo>
                      <a:pt x="14954" y="77322"/>
                      <a:pt x="14002" y="67321"/>
                      <a:pt x="12097" y="57605"/>
                    </a:cubicBezTo>
                    <a:cubicBezTo>
                      <a:pt x="10287" y="47890"/>
                      <a:pt x="8097" y="38079"/>
                      <a:pt x="7334" y="28078"/>
                    </a:cubicBezTo>
                    <a:cubicBezTo>
                      <a:pt x="6954" y="23125"/>
                      <a:pt x="6668" y="18076"/>
                      <a:pt x="6572" y="13123"/>
                    </a:cubicBezTo>
                    <a:lnTo>
                      <a:pt x="6763" y="5599"/>
                    </a:lnTo>
                    <a:lnTo>
                      <a:pt x="6954" y="1884"/>
                    </a:lnTo>
                    <a:cubicBezTo>
                      <a:pt x="6954" y="1313"/>
                      <a:pt x="6954" y="646"/>
                      <a:pt x="6478" y="265"/>
                    </a:cubicBezTo>
                    <a:cubicBezTo>
                      <a:pt x="5715" y="-402"/>
                      <a:pt x="5811" y="1408"/>
                      <a:pt x="6287" y="836"/>
                    </a:cubicBezTo>
                    <a:cubicBezTo>
                      <a:pt x="5715" y="1503"/>
                      <a:pt x="5525" y="-593"/>
                      <a:pt x="6478" y="169"/>
                    </a:cubicBezTo>
                    <a:cubicBezTo>
                      <a:pt x="7049" y="550"/>
                      <a:pt x="7144" y="1313"/>
                      <a:pt x="7144" y="1884"/>
                    </a:cubicBezTo>
                    <a:lnTo>
                      <a:pt x="7239" y="5599"/>
                    </a:lnTo>
                    <a:lnTo>
                      <a:pt x="7715" y="13028"/>
                    </a:lnTo>
                    <a:cubicBezTo>
                      <a:pt x="8001" y="17981"/>
                      <a:pt x="8477" y="22934"/>
                      <a:pt x="9144" y="27792"/>
                    </a:cubicBezTo>
                    <a:cubicBezTo>
                      <a:pt x="10287" y="37698"/>
                      <a:pt x="12478" y="47318"/>
                      <a:pt x="14478" y="57129"/>
                    </a:cubicBezTo>
                    <a:cubicBezTo>
                      <a:pt x="16193" y="66940"/>
                      <a:pt x="17336" y="77322"/>
                      <a:pt x="14288" y="87228"/>
                    </a:cubicBezTo>
                    <a:cubicBezTo>
                      <a:pt x="12859" y="92181"/>
                      <a:pt x="10192" y="96658"/>
                      <a:pt x="7049" y="100468"/>
                    </a:cubicBezTo>
                    <a:cubicBezTo>
                      <a:pt x="3906" y="104468"/>
                      <a:pt x="667" y="108469"/>
                      <a:pt x="0" y="113422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55" name="Forme libre : forme 9154">
                <a:extLst>
                  <a:ext uri="{FF2B5EF4-FFF2-40B4-BE49-F238E27FC236}">
                    <a16:creationId xmlns:a16="http://schemas.microsoft.com/office/drawing/2014/main" id="{C6E82083-0F00-4659-AF36-A27EF546B490}"/>
                  </a:ext>
                </a:extLst>
              </p:cNvPr>
              <p:cNvSpPr/>
              <p:nvPr/>
            </p:nvSpPr>
            <p:spPr>
              <a:xfrm>
                <a:off x="5774344" y="4382261"/>
                <a:ext cx="53530" cy="62007"/>
              </a:xfrm>
              <a:custGeom>
                <a:avLst/>
                <a:gdLst>
                  <a:gd name="connsiteX0" fmla="*/ 53530 w 53530"/>
                  <a:gd name="connsiteY0" fmla="*/ 62008 h 62007"/>
                  <a:gd name="connsiteX1" fmla="*/ 24479 w 53530"/>
                  <a:gd name="connsiteY1" fmla="*/ 31909 h 62007"/>
                  <a:gd name="connsiteX2" fmla="*/ 16193 w 53530"/>
                  <a:gd name="connsiteY2" fmla="*/ 12859 h 62007"/>
                  <a:gd name="connsiteX3" fmla="*/ 0 w 53530"/>
                  <a:gd name="connsiteY3" fmla="*/ 0 h 62007"/>
                  <a:gd name="connsiteX4" fmla="*/ 17622 w 53530"/>
                  <a:gd name="connsiteY4" fmla="*/ 11811 h 62007"/>
                  <a:gd name="connsiteX5" fmla="*/ 26670 w 53530"/>
                  <a:gd name="connsiteY5" fmla="*/ 31052 h 62007"/>
                  <a:gd name="connsiteX6" fmla="*/ 53530 w 53530"/>
                  <a:gd name="connsiteY6" fmla="*/ 62008 h 62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530" h="62007">
                    <a:moveTo>
                      <a:pt x="53530" y="62008"/>
                    </a:moveTo>
                    <a:cubicBezTo>
                      <a:pt x="40481" y="56388"/>
                      <a:pt x="30004" y="45149"/>
                      <a:pt x="24479" y="31909"/>
                    </a:cubicBezTo>
                    <a:cubicBezTo>
                      <a:pt x="21812" y="25241"/>
                      <a:pt x="20193" y="18383"/>
                      <a:pt x="16193" y="12859"/>
                    </a:cubicBezTo>
                    <a:cubicBezTo>
                      <a:pt x="12192" y="7334"/>
                      <a:pt x="6001" y="3620"/>
                      <a:pt x="0" y="0"/>
                    </a:cubicBezTo>
                    <a:cubicBezTo>
                      <a:pt x="6382" y="2858"/>
                      <a:pt x="13049" y="6001"/>
                      <a:pt x="17622" y="11811"/>
                    </a:cubicBezTo>
                    <a:cubicBezTo>
                      <a:pt x="22193" y="17621"/>
                      <a:pt x="23908" y="24765"/>
                      <a:pt x="26670" y="31052"/>
                    </a:cubicBezTo>
                    <a:cubicBezTo>
                      <a:pt x="31909" y="43910"/>
                      <a:pt x="41529" y="54674"/>
                      <a:pt x="53530" y="62008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56" name="Forme libre : forme 9155">
                <a:extLst>
                  <a:ext uri="{FF2B5EF4-FFF2-40B4-BE49-F238E27FC236}">
                    <a16:creationId xmlns:a16="http://schemas.microsoft.com/office/drawing/2014/main" id="{A507F617-4631-4C0F-B63E-79F885C1D76D}"/>
                  </a:ext>
                </a:extLst>
              </p:cNvPr>
              <p:cNvSpPr/>
              <p:nvPr/>
            </p:nvSpPr>
            <p:spPr>
              <a:xfrm>
                <a:off x="5928593" y="4297680"/>
                <a:ext cx="18249" cy="85153"/>
              </a:xfrm>
              <a:custGeom>
                <a:avLst/>
                <a:gdLst>
                  <a:gd name="connsiteX0" fmla="*/ 9772 w 18249"/>
                  <a:gd name="connsiteY0" fmla="*/ 85154 h 85153"/>
                  <a:gd name="connsiteX1" fmla="*/ 438 w 18249"/>
                  <a:gd name="connsiteY1" fmla="*/ 64675 h 85153"/>
                  <a:gd name="connsiteX2" fmla="*/ 724 w 18249"/>
                  <a:gd name="connsiteY2" fmla="*/ 53149 h 85153"/>
                  <a:gd name="connsiteX3" fmla="*/ 5010 w 18249"/>
                  <a:gd name="connsiteY3" fmla="*/ 42577 h 85153"/>
                  <a:gd name="connsiteX4" fmla="*/ 18249 w 18249"/>
                  <a:gd name="connsiteY4" fmla="*/ 0 h 85153"/>
                  <a:gd name="connsiteX5" fmla="*/ 7201 w 18249"/>
                  <a:gd name="connsiteY5" fmla="*/ 43529 h 85153"/>
                  <a:gd name="connsiteX6" fmla="*/ 2819 w 18249"/>
                  <a:gd name="connsiteY6" fmla="*/ 53626 h 85153"/>
                  <a:gd name="connsiteX7" fmla="*/ 2247 w 18249"/>
                  <a:gd name="connsiteY7" fmla="*/ 64389 h 85153"/>
                  <a:gd name="connsiteX8" fmla="*/ 9772 w 18249"/>
                  <a:gd name="connsiteY8" fmla="*/ 85154 h 85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249" h="85153">
                    <a:moveTo>
                      <a:pt x="9772" y="85154"/>
                    </a:moveTo>
                    <a:cubicBezTo>
                      <a:pt x="4915" y="79438"/>
                      <a:pt x="1581" y="72295"/>
                      <a:pt x="438" y="64675"/>
                    </a:cubicBezTo>
                    <a:cubicBezTo>
                      <a:pt x="-229" y="60865"/>
                      <a:pt x="-134" y="56959"/>
                      <a:pt x="724" y="53149"/>
                    </a:cubicBezTo>
                    <a:cubicBezTo>
                      <a:pt x="1676" y="49339"/>
                      <a:pt x="3486" y="45910"/>
                      <a:pt x="5010" y="42577"/>
                    </a:cubicBezTo>
                    <a:cubicBezTo>
                      <a:pt x="11392" y="29146"/>
                      <a:pt x="15487" y="14764"/>
                      <a:pt x="18249" y="0"/>
                    </a:cubicBezTo>
                    <a:cubicBezTo>
                      <a:pt x="17488" y="15049"/>
                      <a:pt x="13392" y="29813"/>
                      <a:pt x="7201" y="43529"/>
                    </a:cubicBezTo>
                    <a:cubicBezTo>
                      <a:pt x="5581" y="46958"/>
                      <a:pt x="3772" y="50197"/>
                      <a:pt x="2819" y="53626"/>
                    </a:cubicBezTo>
                    <a:cubicBezTo>
                      <a:pt x="1867" y="57055"/>
                      <a:pt x="1867" y="60769"/>
                      <a:pt x="2247" y="64389"/>
                    </a:cubicBezTo>
                    <a:cubicBezTo>
                      <a:pt x="3105" y="71723"/>
                      <a:pt x="5676" y="78867"/>
                      <a:pt x="9772" y="85154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57" name="Forme libre : forme 9156">
                <a:extLst>
                  <a:ext uri="{FF2B5EF4-FFF2-40B4-BE49-F238E27FC236}">
                    <a16:creationId xmlns:a16="http://schemas.microsoft.com/office/drawing/2014/main" id="{CC05743D-E9C7-4535-8530-02C6CA49AA48}"/>
                  </a:ext>
                </a:extLst>
              </p:cNvPr>
              <p:cNvSpPr/>
              <p:nvPr/>
            </p:nvSpPr>
            <p:spPr>
              <a:xfrm>
                <a:off x="5741960" y="4401978"/>
                <a:ext cx="25621" cy="30861"/>
              </a:xfrm>
              <a:custGeom>
                <a:avLst/>
                <a:gdLst>
                  <a:gd name="connsiteX0" fmla="*/ 25622 w 25621"/>
                  <a:gd name="connsiteY0" fmla="*/ 30861 h 30861"/>
                  <a:gd name="connsiteX1" fmla="*/ 19240 w 25621"/>
                  <a:gd name="connsiteY1" fmla="*/ 22670 h 30861"/>
                  <a:gd name="connsiteX2" fmla="*/ 14668 w 25621"/>
                  <a:gd name="connsiteY2" fmla="*/ 13716 h 30861"/>
                  <a:gd name="connsiteX3" fmla="*/ 0 w 25621"/>
                  <a:gd name="connsiteY3" fmla="*/ 0 h 30861"/>
                  <a:gd name="connsiteX4" fmla="*/ 9430 w 25621"/>
                  <a:gd name="connsiteY4" fmla="*/ 4667 h 30861"/>
                  <a:gd name="connsiteX5" fmla="*/ 16764 w 25621"/>
                  <a:gd name="connsiteY5" fmla="*/ 12383 h 30861"/>
                  <a:gd name="connsiteX6" fmla="*/ 21050 w 25621"/>
                  <a:gd name="connsiteY6" fmla="*/ 22003 h 30861"/>
                  <a:gd name="connsiteX7" fmla="*/ 25622 w 25621"/>
                  <a:gd name="connsiteY7" fmla="*/ 30861 h 30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621" h="30861">
                    <a:moveTo>
                      <a:pt x="25622" y="30861"/>
                    </a:moveTo>
                    <a:cubicBezTo>
                      <a:pt x="22384" y="29337"/>
                      <a:pt x="20574" y="25813"/>
                      <a:pt x="19240" y="22670"/>
                    </a:cubicBezTo>
                    <a:cubicBezTo>
                      <a:pt x="17906" y="19431"/>
                      <a:pt x="16669" y="16478"/>
                      <a:pt x="14668" y="13716"/>
                    </a:cubicBezTo>
                    <a:cubicBezTo>
                      <a:pt x="11049" y="8096"/>
                      <a:pt x="5905" y="3620"/>
                      <a:pt x="0" y="0"/>
                    </a:cubicBezTo>
                    <a:cubicBezTo>
                      <a:pt x="3334" y="953"/>
                      <a:pt x="6572" y="2477"/>
                      <a:pt x="9430" y="4667"/>
                    </a:cubicBezTo>
                    <a:cubicBezTo>
                      <a:pt x="12287" y="6763"/>
                      <a:pt x="14668" y="9525"/>
                      <a:pt x="16764" y="12383"/>
                    </a:cubicBezTo>
                    <a:cubicBezTo>
                      <a:pt x="18669" y="15430"/>
                      <a:pt x="20098" y="18764"/>
                      <a:pt x="21050" y="22003"/>
                    </a:cubicBezTo>
                    <a:cubicBezTo>
                      <a:pt x="22003" y="25241"/>
                      <a:pt x="22860" y="28575"/>
                      <a:pt x="25622" y="30861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58" name="Forme libre : forme 9157">
                <a:extLst>
                  <a:ext uri="{FF2B5EF4-FFF2-40B4-BE49-F238E27FC236}">
                    <a16:creationId xmlns:a16="http://schemas.microsoft.com/office/drawing/2014/main" id="{8E2364EE-10D0-4FA2-95D2-9EA484BFA81F}"/>
                  </a:ext>
                </a:extLst>
              </p:cNvPr>
              <p:cNvSpPr/>
              <p:nvPr/>
            </p:nvSpPr>
            <p:spPr>
              <a:xfrm>
                <a:off x="6017353" y="4322540"/>
                <a:ext cx="31215" cy="31813"/>
              </a:xfrm>
              <a:custGeom>
                <a:avLst/>
                <a:gdLst>
                  <a:gd name="connsiteX0" fmla="*/ 69 w 31215"/>
                  <a:gd name="connsiteY0" fmla="*/ 31813 h 31813"/>
                  <a:gd name="connsiteX1" fmla="*/ 10261 w 31215"/>
                  <a:gd name="connsiteY1" fmla="*/ 10954 h 31813"/>
                  <a:gd name="connsiteX2" fmla="*/ 31216 w 31215"/>
                  <a:gd name="connsiteY2" fmla="*/ 0 h 31813"/>
                  <a:gd name="connsiteX3" fmla="*/ 21596 w 31215"/>
                  <a:gd name="connsiteY3" fmla="*/ 6858 h 31813"/>
                  <a:gd name="connsiteX4" fmla="*/ 11594 w 31215"/>
                  <a:gd name="connsiteY4" fmla="*/ 12859 h 31813"/>
                  <a:gd name="connsiteX5" fmla="*/ 69 w 31215"/>
                  <a:gd name="connsiteY5" fmla="*/ 31813 h 3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215" h="31813">
                    <a:moveTo>
                      <a:pt x="69" y="31813"/>
                    </a:moveTo>
                    <a:cubicBezTo>
                      <a:pt x="-597" y="23813"/>
                      <a:pt x="3594" y="15621"/>
                      <a:pt x="10261" y="10954"/>
                    </a:cubicBezTo>
                    <a:cubicBezTo>
                      <a:pt x="17405" y="7239"/>
                      <a:pt x="23977" y="3238"/>
                      <a:pt x="31216" y="0"/>
                    </a:cubicBezTo>
                    <a:cubicBezTo>
                      <a:pt x="28073" y="2381"/>
                      <a:pt x="24930" y="4667"/>
                      <a:pt x="21596" y="6858"/>
                    </a:cubicBezTo>
                    <a:cubicBezTo>
                      <a:pt x="18262" y="9144"/>
                      <a:pt x="14928" y="10859"/>
                      <a:pt x="11594" y="12859"/>
                    </a:cubicBezTo>
                    <a:cubicBezTo>
                      <a:pt x="5403" y="16954"/>
                      <a:pt x="1403" y="24003"/>
                      <a:pt x="69" y="31813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59" name="Forme libre : forme 9158">
                <a:extLst>
                  <a:ext uri="{FF2B5EF4-FFF2-40B4-BE49-F238E27FC236}">
                    <a16:creationId xmlns:a16="http://schemas.microsoft.com/office/drawing/2014/main" id="{DB591833-6813-4C2A-8450-D55C1D1FD61E}"/>
                  </a:ext>
                </a:extLst>
              </p:cNvPr>
              <p:cNvSpPr/>
              <p:nvPr/>
            </p:nvSpPr>
            <p:spPr>
              <a:xfrm>
                <a:off x="5737864" y="4398645"/>
                <a:ext cx="8763" cy="8762"/>
              </a:xfrm>
              <a:custGeom>
                <a:avLst/>
                <a:gdLst>
                  <a:gd name="connsiteX0" fmla="*/ 8763 w 8763"/>
                  <a:gd name="connsiteY0" fmla="*/ 4382 h 8762"/>
                  <a:gd name="connsiteX1" fmla="*/ 4381 w 8763"/>
                  <a:gd name="connsiteY1" fmla="*/ 8763 h 8762"/>
                  <a:gd name="connsiteX2" fmla="*/ 0 w 8763"/>
                  <a:gd name="connsiteY2" fmla="*/ 4382 h 8762"/>
                  <a:gd name="connsiteX3" fmla="*/ 4381 w 8763"/>
                  <a:gd name="connsiteY3" fmla="*/ 0 h 8762"/>
                  <a:gd name="connsiteX4" fmla="*/ 8763 w 8763"/>
                  <a:gd name="connsiteY4" fmla="*/ 4382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63" h="8762">
                    <a:moveTo>
                      <a:pt x="8763" y="4382"/>
                    </a:moveTo>
                    <a:cubicBezTo>
                      <a:pt x="8763" y="6802"/>
                      <a:pt x="6802" y="8763"/>
                      <a:pt x="4381" y="8763"/>
                    </a:cubicBezTo>
                    <a:cubicBezTo>
                      <a:pt x="1962" y="8763"/>
                      <a:pt x="0" y="6801"/>
                      <a:pt x="0" y="4382"/>
                    </a:cubicBezTo>
                    <a:cubicBezTo>
                      <a:pt x="0" y="1962"/>
                      <a:pt x="1961" y="0"/>
                      <a:pt x="4381" y="0"/>
                    </a:cubicBezTo>
                    <a:cubicBezTo>
                      <a:pt x="6801" y="0"/>
                      <a:pt x="8763" y="1962"/>
                      <a:pt x="8763" y="4382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60" name="Forme libre : forme 9159">
                <a:extLst>
                  <a:ext uri="{FF2B5EF4-FFF2-40B4-BE49-F238E27FC236}">
                    <a16:creationId xmlns:a16="http://schemas.microsoft.com/office/drawing/2014/main" id="{1AD8DC4E-1821-44CB-B2B6-0626FE5EB338}"/>
                  </a:ext>
                </a:extLst>
              </p:cNvPr>
              <p:cNvSpPr/>
              <p:nvPr/>
            </p:nvSpPr>
            <p:spPr>
              <a:xfrm>
                <a:off x="5675189" y="4418266"/>
                <a:ext cx="11049" cy="11048"/>
              </a:xfrm>
              <a:custGeom>
                <a:avLst/>
                <a:gdLst>
                  <a:gd name="connsiteX0" fmla="*/ 11049 w 11049"/>
                  <a:gd name="connsiteY0" fmla="*/ 5525 h 11048"/>
                  <a:gd name="connsiteX1" fmla="*/ 5524 w 11049"/>
                  <a:gd name="connsiteY1" fmla="*/ 11049 h 11048"/>
                  <a:gd name="connsiteX2" fmla="*/ 0 w 11049"/>
                  <a:gd name="connsiteY2" fmla="*/ 5525 h 11048"/>
                  <a:gd name="connsiteX3" fmla="*/ 5524 w 11049"/>
                  <a:gd name="connsiteY3" fmla="*/ 0 h 11048"/>
                  <a:gd name="connsiteX4" fmla="*/ 11049 w 11049"/>
                  <a:gd name="connsiteY4" fmla="*/ 5525 h 1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9" h="11048">
                    <a:moveTo>
                      <a:pt x="11049" y="5525"/>
                    </a:moveTo>
                    <a:cubicBezTo>
                      <a:pt x="11049" y="8576"/>
                      <a:pt x="8575" y="11049"/>
                      <a:pt x="5524" y="11049"/>
                    </a:cubicBezTo>
                    <a:cubicBezTo>
                      <a:pt x="2473" y="11049"/>
                      <a:pt x="0" y="8576"/>
                      <a:pt x="0" y="5525"/>
                    </a:cubicBezTo>
                    <a:cubicBezTo>
                      <a:pt x="0" y="2474"/>
                      <a:pt x="2473" y="0"/>
                      <a:pt x="5524" y="0"/>
                    </a:cubicBezTo>
                    <a:cubicBezTo>
                      <a:pt x="8575" y="0"/>
                      <a:pt x="11049" y="2474"/>
                      <a:pt x="11049" y="5525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61" name="Forme libre : forme 9160">
                <a:extLst>
                  <a:ext uri="{FF2B5EF4-FFF2-40B4-BE49-F238E27FC236}">
                    <a16:creationId xmlns:a16="http://schemas.microsoft.com/office/drawing/2014/main" id="{4E2B1B07-5C65-48DB-98FC-A65F8D34B597}"/>
                  </a:ext>
                </a:extLst>
              </p:cNvPr>
              <p:cNvSpPr/>
              <p:nvPr/>
            </p:nvSpPr>
            <p:spPr>
              <a:xfrm>
                <a:off x="5769201" y="4377690"/>
                <a:ext cx="11049" cy="11048"/>
              </a:xfrm>
              <a:custGeom>
                <a:avLst/>
                <a:gdLst>
                  <a:gd name="connsiteX0" fmla="*/ 11049 w 11049"/>
                  <a:gd name="connsiteY0" fmla="*/ 5524 h 11048"/>
                  <a:gd name="connsiteX1" fmla="*/ 5524 w 11049"/>
                  <a:gd name="connsiteY1" fmla="*/ 11049 h 11048"/>
                  <a:gd name="connsiteX2" fmla="*/ 0 w 11049"/>
                  <a:gd name="connsiteY2" fmla="*/ 5524 h 11048"/>
                  <a:gd name="connsiteX3" fmla="*/ 5524 w 11049"/>
                  <a:gd name="connsiteY3" fmla="*/ 0 h 11048"/>
                  <a:gd name="connsiteX4" fmla="*/ 11049 w 11049"/>
                  <a:gd name="connsiteY4" fmla="*/ 5524 h 1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9" h="11048">
                    <a:moveTo>
                      <a:pt x="11049" y="5524"/>
                    </a:moveTo>
                    <a:cubicBezTo>
                      <a:pt x="11049" y="8575"/>
                      <a:pt x="8575" y="11049"/>
                      <a:pt x="5524" y="11049"/>
                    </a:cubicBezTo>
                    <a:cubicBezTo>
                      <a:pt x="2473" y="11049"/>
                      <a:pt x="0" y="8575"/>
                      <a:pt x="0" y="5524"/>
                    </a:cubicBezTo>
                    <a:cubicBezTo>
                      <a:pt x="0" y="2473"/>
                      <a:pt x="2473" y="0"/>
                      <a:pt x="5524" y="0"/>
                    </a:cubicBezTo>
                    <a:cubicBezTo>
                      <a:pt x="8575" y="0"/>
                      <a:pt x="11049" y="2473"/>
                      <a:pt x="11049" y="5524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62" name="Forme libre : forme 9161">
                <a:extLst>
                  <a:ext uri="{FF2B5EF4-FFF2-40B4-BE49-F238E27FC236}">
                    <a16:creationId xmlns:a16="http://schemas.microsoft.com/office/drawing/2014/main" id="{D89AABD7-A1C4-46AC-8648-EB5E7BCC371F}"/>
                  </a:ext>
                </a:extLst>
              </p:cNvPr>
              <p:cNvSpPr/>
              <p:nvPr/>
            </p:nvSpPr>
            <p:spPr>
              <a:xfrm>
                <a:off x="5810730" y="4390929"/>
                <a:ext cx="11430" cy="11430"/>
              </a:xfrm>
              <a:custGeom>
                <a:avLst/>
                <a:gdLst>
                  <a:gd name="connsiteX0" fmla="*/ 11430 w 11430"/>
                  <a:gd name="connsiteY0" fmla="*/ 5715 h 11430"/>
                  <a:gd name="connsiteX1" fmla="*/ 5715 w 11430"/>
                  <a:gd name="connsiteY1" fmla="*/ 11430 h 11430"/>
                  <a:gd name="connsiteX2" fmla="*/ 1 w 11430"/>
                  <a:gd name="connsiteY2" fmla="*/ 5715 h 11430"/>
                  <a:gd name="connsiteX3" fmla="*/ 5715 w 11430"/>
                  <a:gd name="connsiteY3" fmla="*/ 0 h 11430"/>
                  <a:gd name="connsiteX4" fmla="*/ 11430 w 11430"/>
                  <a:gd name="connsiteY4" fmla="*/ 5715 h 1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0" h="11430">
                    <a:moveTo>
                      <a:pt x="11430" y="5715"/>
                    </a:moveTo>
                    <a:cubicBezTo>
                      <a:pt x="11430" y="8871"/>
                      <a:pt x="8872" y="11430"/>
                      <a:pt x="5715" y="11430"/>
                    </a:cubicBezTo>
                    <a:cubicBezTo>
                      <a:pt x="2559" y="11430"/>
                      <a:pt x="1" y="8871"/>
                      <a:pt x="1" y="5715"/>
                    </a:cubicBezTo>
                    <a:cubicBezTo>
                      <a:pt x="1" y="2559"/>
                      <a:pt x="2559" y="0"/>
                      <a:pt x="5715" y="0"/>
                    </a:cubicBezTo>
                    <a:cubicBezTo>
                      <a:pt x="8872" y="0"/>
                      <a:pt x="11430" y="2558"/>
                      <a:pt x="11430" y="5715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63" name="Forme libre : forme 9162">
                <a:extLst>
                  <a:ext uri="{FF2B5EF4-FFF2-40B4-BE49-F238E27FC236}">
                    <a16:creationId xmlns:a16="http://schemas.microsoft.com/office/drawing/2014/main" id="{21720D09-C6C8-4110-8593-3710BA176F1E}"/>
                  </a:ext>
                </a:extLst>
              </p:cNvPr>
              <p:cNvSpPr/>
              <p:nvPr/>
            </p:nvSpPr>
            <p:spPr>
              <a:xfrm>
                <a:off x="5808349" y="4340256"/>
                <a:ext cx="8763" cy="8762"/>
              </a:xfrm>
              <a:custGeom>
                <a:avLst/>
                <a:gdLst>
                  <a:gd name="connsiteX0" fmla="*/ 8763 w 8763"/>
                  <a:gd name="connsiteY0" fmla="*/ 4382 h 8762"/>
                  <a:gd name="connsiteX1" fmla="*/ 4381 w 8763"/>
                  <a:gd name="connsiteY1" fmla="*/ 8763 h 8762"/>
                  <a:gd name="connsiteX2" fmla="*/ -1 w 8763"/>
                  <a:gd name="connsiteY2" fmla="*/ 4382 h 8762"/>
                  <a:gd name="connsiteX3" fmla="*/ 4381 w 8763"/>
                  <a:gd name="connsiteY3" fmla="*/ 0 h 8762"/>
                  <a:gd name="connsiteX4" fmla="*/ 8763 w 8763"/>
                  <a:gd name="connsiteY4" fmla="*/ 4382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63" h="8762">
                    <a:moveTo>
                      <a:pt x="8763" y="4382"/>
                    </a:moveTo>
                    <a:cubicBezTo>
                      <a:pt x="8763" y="6801"/>
                      <a:pt x="6801" y="8763"/>
                      <a:pt x="4381" y="8763"/>
                    </a:cubicBezTo>
                    <a:cubicBezTo>
                      <a:pt x="1962" y="8763"/>
                      <a:pt x="-1" y="6801"/>
                      <a:pt x="-1" y="4382"/>
                    </a:cubicBezTo>
                    <a:cubicBezTo>
                      <a:pt x="-1" y="1962"/>
                      <a:pt x="1961" y="0"/>
                      <a:pt x="4381" y="0"/>
                    </a:cubicBezTo>
                    <a:cubicBezTo>
                      <a:pt x="6801" y="0"/>
                      <a:pt x="8763" y="1962"/>
                      <a:pt x="8763" y="4382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64" name="Forme libre : forme 9163">
                <a:extLst>
                  <a:ext uri="{FF2B5EF4-FFF2-40B4-BE49-F238E27FC236}">
                    <a16:creationId xmlns:a16="http://schemas.microsoft.com/office/drawing/2014/main" id="{4CFCC142-4387-49AC-B57A-402F47B55536}"/>
                  </a:ext>
                </a:extLst>
              </p:cNvPr>
              <p:cNvSpPr/>
              <p:nvPr/>
            </p:nvSpPr>
            <p:spPr>
              <a:xfrm>
                <a:off x="5869309" y="4313491"/>
                <a:ext cx="8763" cy="8762"/>
              </a:xfrm>
              <a:custGeom>
                <a:avLst/>
                <a:gdLst>
                  <a:gd name="connsiteX0" fmla="*/ 8763 w 8763"/>
                  <a:gd name="connsiteY0" fmla="*/ 4382 h 8762"/>
                  <a:gd name="connsiteX1" fmla="*/ 4381 w 8763"/>
                  <a:gd name="connsiteY1" fmla="*/ 8763 h 8762"/>
                  <a:gd name="connsiteX2" fmla="*/ 0 w 8763"/>
                  <a:gd name="connsiteY2" fmla="*/ 4382 h 8762"/>
                  <a:gd name="connsiteX3" fmla="*/ 4381 w 8763"/>
                  <a:gd name="connsiteY3" fmla="*/ 0 h 8762"/>
                  <a:gd name="connsiteX4" fmla="*/ 8763 w 8763"/>
                  <a:gd name="connsiteY4" fmla="*/ 4382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63" h="8762">
                    <a:moveTo>
                      <a:pt x="8763" y="4382"/>
                    </a:moveTo>
                    <a:cubicBezTo>
                      <a:pt x="8763" y="6801"/>
                      <a:pt x="6802" y="8763"/>
                      <a:pt x="4381" y="8763"/>
                    </a:cubicBezTo>
                    <a:cubicBezTo>
                      <a:pt x="1962" y="8763"/>
                      <a:pt x="0" y="6801"/>
                      <a:pt x="0" y="4382"/>
                    </a:cubicBezTo>
                    <a:cubicBezTo>
                      <a:pt x="0" y="1962"/>
                      <a:pt x="1961" y="0"/>
                      <a:pt x="4381" y="0"/>
                    </a:cubicBezTo>
                    <a:cubicBezTo>
                      <a:pt x="6801" y="0"/>
                      <a:pt x="8763" y="1962"/>
                      <a:pt x="8763" y="4382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65" name="Forme libre : forme 9164">
                <a:extLst>
                  <a:ext uri="{FF2B5EF4-FFF2-40B4-BE49-F238E27FC236}">
                    <a16:creationId xmlns:a16="http://schemas.microsoft.com/office/drawing/2014/main" id="{81641152-786D-4BDF-95D9-54DA0CB2ADD5}"/>
                  </a:ext>
                </a:extLst>
              </p:cNvPr>
              <p:cNvSpPr/>
              <p:nvPr/>
            </p:nvSpPr>
            <p:spPr>
              <a:xfrm>
                <a:off x="5894645" y="4304633"/>
                <a:ext cx="8191" cy="8191"/>
              </a:xfrm>
              <a:custGeom>
                <a:avLst/>
                <a:gdLst>
                  <a:gd name="connsiteX0" fmla="*/ 8191 w 8191"/>
                  <a:gd name="connsiteY0" fmla="*/ 4096 h 8191"/>
                  <a:gd name="connsiteX1" fmla="*/ 4096 w 8191"/>
                  <a:gd name="connsiteY1" fmla="*/ 8191 h 8191"/>
                  <a:gd name="connsiteX2" fmla="*/ 0 w 8191"/>
                  <a:gd name="connsiteY2" fmla="*/ 4096 h 8191"/>
                  <a:gd name="connsiteX3" fmla="*/ 4096 w 8191"/>
                  <a:gd name="connsiteY3" fmla="*/ 0 h 8191"/>
                  <a:gd name="connsiteX4" fmla="*/ 8191 w 8191"/>
                  <a:gd name="connsiteY4" fmla="*/ 4096 h 8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91" h="8191">
                    <a:moveTo>
                      <a:pt x="8191" y="4096"/>
                    </a:moveTo>
                    <a:cubicBezTo>
                      <a:pt x="8191" y="6358"/>
                      <a:pt x="6358" y="8191"/>
                      <a:pt x="4096" y="8191"/>
                    </a:cubicBezTo>
                    <a:cubicBezTo>
                      <a:pt x="1834" y="8191"/>
                      <a:pt x="0" y="6358"/>
                      <a:pt x="0" y="4096"/>
                    </a:cubicBezTo>
                    <a:cubicBezTo>
                      <a:pt x="0" y="1834"/>
                      <a:pt x="1834" y="0"/>
                      <a:pt x="4096" y="0"/>
                    </a:cubicBezTo>
                    <a:cubicBezTo>
                      <a:pt x="6358" y="0"/>
                      <a:pt x="8191" y="1834"/>
                      <a:pt x="8191" y="4096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66" name="Forme libre : forme 9165">
                <a:extLst>
                  <a:ext uri="{FF2B5EF4-FFF2-40B4-BE49-F238E27FC236}">
                    <a16:creationId xmlns:a16="http://schemas.microsoft.com/office/drawing/2014/main" id="{002BA71C-E0D2-46EF-83DF-BD73327A7BB9}"/>
                  </a:ext>
                </a:extLst>
              </p:cNvPr>
              <p:cNvSpPr/>
              <p:nvPr/>
            </p:nvSpPr>
            <p:spPr>
              <a:xfrm>
                <a:off x="5942175" y="4293774"/>
                <a:ext cx="10477" cy="10477"/>
              </a:xfrm>
              <a:custGeom>
                <a:avLst/>
                <a:gdLst>
                  <a:gd name="connsiteX0" fmla="*/ 10478 w 10477"/>
                  <a:gd name="connsiteY0" fmla="*/ 5239 h 10477"/>
                  <a:gd name="connsiteX1" fmla="*/ 5239 w 10477"/>
                  <a:gd name="connsiteY1" fmla="*/ 10477 h 10477"/>
                  <a:gd name="connsiteX2" fmla="*/ 0 w 10477"/>
                  <a:gd name="connsiteY2" fmla="*/ 5239 h 10477"/>
                  <a:gd name="connsiteX3" fmla="*/ 5239 w 10477"/>
                  <a:gd name="connsiteY3" fmla="*/ 0 h 10477"/>
                  <a:gd name="connsiteX4" fmla="*/ 10478 w 10477"/>
                  <a:gd name="connsiteY4" fmla="*/ 5239 h 10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7" h="10477">
                    <a:moveTo>
                      <a:pt x="10478" y="5239"/>
                    </a:moveTo>
                    <a:cubicBezTo>
                      <a:pt x="10478" y="8132"/>
                      <a:pt x="8133" y="10477"/>
                      <a:pt x="5239" y="10477"/>
                    </a:cubicBezTo>
                    <a:cubicBezTo>
                      <a:pt x="2346" y="10477"/>
                      <a:pt x="0" y="8132"/>
                      <a:pt x="0" y="5239"/>
                    </a:cubicBezTo>
                    <a:cubicBezTo>
                      <a:pt x="0" y="2346"/>
                      <a:pt x="2346" y="0"/>
                      <a:pt x="5239" y="0"/>
                    </a:cubicBezTo>
                    <a:cubicBezTo>
                      <a:pt x="8133" y="0"/>
                      <a:pt x="10478" y="2346"/>
                      <a:pt x="10478" y="5239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67" name="Forme libre : forme 9166">
                <a:extLst>
                  <a:ext uri="{FF2B5EF4-FFF2-40B4-BE49-F238E27FC236}">
                    <a16:creationId xmlns:a16="http://schemas.microsoft.com/office/drawing/2014/main" id="{BC99D3B1-36A9-4C66-BBC0-35F22DDD8386}"/>
                  </a:ext>
                </a:extLst>
              </p:cNvPr>
              <p:cNvSpPr/>
              <p:nvPr/>
            </p:nvSpPr>
            <p:spPr>
              <a:xfrm>
                <a:off x="5970274" y="4297108"/>
                <a:ext cx="8572" cy="8572"/>
              </a:xfrm>
              <a:custGeom>
                <a:avLst/>
                <a:gdLst>
                  <a:gd name="connsiteX0" fmla="*/ 8573 w 8572"/>
                  <a:gd name="connsiteY0" fmla="*/ 4286 h 8572"/>
                  <a:gd name="connsiteX1" fmla="*/ 4286 w 8572"/>
                  <a:gd name="connsiteY1" fmla="*/ 8573 h 8572"/>
                  <a:gd name="connsiteX2" fmla="*/ 0 w 8572"/>
                  <a:gd name="connsiteY2" fmla="*/ 4286 h 8572"/>
                  <a:gd name="connsiteX3" fmla="*/ 4286 w 8572"/>
                  <a:gd name="connsiteY3" fmla="*/ 0 h 8572"/>
                  <a:gd name="connsiteX4" fmla="*/ 8573 w 8572"/>
                  <a:gd name="connsiteY4" fmla="*/ 4286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" h="8572">
                    <a:moveTo>
                      <a:pt x="8573" y="4286"/>
                    </a:moveTo>
                    <a:cubicBezTo>
                      <a:pt x="8573" y="6654"/>
                      <a:pt x="6654" y="8573"/>
                      <a:pt x="4286" y="8573"/>
                    </a:cubicBezTo>
                    <a:cubicBezTo>
                      <a:pt x="1919" y="8573"/>
                      <a:pt x="0" y="6654"/>
                      <a:pt x="0" y="4286"/>
                    </a:cubicBezTo>
                    <a:cubicBezTo>
                      <a:pt x="0" y="1919"/>
                      <a:pt x="1919" y="0"/>
                      <a:pt x="4286" y="0"/>
                    </a:cubicBezTo>
                    <a:cubicBezTo>
                      <a:pt x="6654" y="0"/>
                      <a:pt x="8573" y="1919"/>
                      <a:pt x="8573" y="4286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68" name="Forme libre : forme 9167">
                <a:extLst>
                  <a:ext uri="{FF2B5EF4-FFF2-40B4-BE49-F238E27FC236}">
                    <a16:creationId xmlns:a16="http://schemas.microsoft.com/office/drawing/2014/main" id="{6EE89644-5F2C-41EC-8A37-D89264E41CA5}"/>
                  </a:ext>
                </a:extLst>
              </p:cNvPr>
              <p:cNvSpPr/>
              <p:nvPr/>
            </p:nvSpPr>
            <p:spPr>
              <a:xfrm>
                <a:off x="5993801" y="4302061"/>
                <a:ext cx="9905" cy="9905"/>
              </a:xfrm>
              <a:custGeom>
                <a:avLst/>
                <a:gdLst>
                  <a:gd name="connsiteX0" fmla="*/ 9906 w 9905"/>
                  <a:gd name="connsiteY0" fmla="*/ 4953 h 9905"/>
                  <a:gd name="connsiteX1" fmla="*/ 4953 w 9905"/>
                  <a:gd name="connsiteY1" fmla="*/ 9906 h 9905"/>
                  <a:gd name="connsiteX2" fmla="*/ 0 w 9905"/>
                  <a:gd name="connsiteY2" fmla="*/ 4953 h 9905"/>
                  <a:gd name="connsiteX3" fmla="*/ 4953 w 9905"/>
                  <a:gd name="connsiteY3" fmla="*/ 0 h 9905"/>
                  <a:gd name="connsiteX4" fmla="*/ 9906 w 9905"/>
                  <a:gd name="connsiteY4" fmla="*/ 4953 h 9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05" h="9905">
                    <a:moveTo>
                      <a:pt x="9906" y="4953"/>
                    </a:moveTo>
                    <a:cubicBezTo>
                      <a:pt x="9906" y="7689"/>
                      <a:pt x="7689" y="9906"/>
                      <a:pt x="4953" y="9906"/>
                    </a:cubicBezTo>
                    <a:cubicBezTo>
                      <a:pt x="2218" y="9906"/>
                      <a:pt x="0" y="7688"/>
                      <a:pt x="0" y="4953"/>
                    </a:cubicBezTo>
                    <a:cubicBezTo>
                      <a:pt x="0" y="2217"/>
                      <a:pt x="2217" y="0"/>
                      <a:pt x="4953" y="0"/>
                    </a:cubicBezTo>
                    <a:cubicBezTo>
                      <a:pt x="7688" y="0"/>
                      <a:pt x="9906" y="2218"/>
                      <a:pt x="9906" y="4953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69" name="Forme libre : forme 9168">
                <a:extLst>
                  <a:ext uri="{FF2B5EF4-FFF2-40B4-BE49-F238E27FC236}">
                    <a16:creationId xmlns:a16="http://schemas.microsoft.com/office/drawing/2014/main" id="{618CC521-D222-42D7-A264-6990A3679734}"/>
                  </a:ext>
                </a:extLst>
              </p:cNvPr>
              <p:cNvSpPr/>
              <p:nvPr/>
            </p:nvSpPr>
            <p:spPr>
              <a:xfrm>
                <a:off x="6044474" y="4319587"/>
                <a:ext cx="7810" cy="7810"/>
              </a:xfrm>
              <a:custGeom>
                <a:avLst/>
                <a:gdLst>
                  <a:gd name="connsiteX0" fmla="*/ 7810 w 7810"/>
                  <a:gd name="connsiteY0" fmla="*/ 3905 h 7810"/>
                  <a:gd name="connsiteX1" fmla="*/ 3905 w 7810"/>
                  <a:gd name="connsiteY1" fmla="*/ 7811 h 7810"/>
                  <a:gd name="connsiteX2" fmla="*/ 0 w 7810"/>
                  <a:gd name="connsiteY2" fmla="*/ 3905 h 7810"/>
                  <a:gd name="connsiteX3" fmla="*/ 3905 w 7810"/>
                  <a:gd name="connsiteY3" fmla="*/ 0 h 7810"/>
                  <a:gd name="connsiteX4" fmla="*/ 7810 w 7810"/>
                  <a:gd name="connsiteY4" fmla="*/ 3905 h 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0" h="7810">
                    <a:moveTo>
                      <a:pt x="7810" y="3905"/>
                    </a:moveTo>
                    <a:cubicBezTo>
                      <a:pt x="7810" y="6062"/>
                      <a:pt x="6062" y="7811"/>
                      <a:pt x="3905" y="7811"/>
                    </a:cubicBezTo>
                    <a:cubicBezTo>
                      <a:pt x="1749" y="7811"/>
                      <a:pt x="0" y="6062"/>
                      <a:pt x="0" y="3905"/>
                    </a:cubicBezTo>
                    <a:cubicBezTo>
                      <a:pt x="0" y="1748"/>
                      <a:pt x="1749" y="0"/>
                      <a:pt x="3905" y="0"/>
                    </a:cubicBezTo>
                    <a:cubicBezTo>
                      <a:pt x="6062" y="0"/>
                      <a:pt x="7810" y="1748"/>
                      <a:pt x="7810" y="3905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70" name="Forme libre : forme 9169">
                <a:extLst>
                  <a:ext uri="{FF2B5EF4-FFF2-40B4-BE49-F238E27FC236}">
                    <a16:creationId xmlns:a16="http://schemas.microsoft.com/office/drawing/2014/main" id="{B9338A9C-58C2-42DB-8F51-59D69470CF86}"/>
                  </a:ext>
                </a:extLst>
              </p:cNvPr>
              <p:cNvSpPr/>
              <p:nvPr/>
            </p:nvSpPr>
            <p:spPr>
              <a:xfrm>
                <a:off x="6104481" y="4327969"/>
                <a:ext cx="9715" cy="9715"/>
              </a:xfrm>
              <a:custGeom>
                <a:avLst/>
                <a:gdLst>
                  <a:gd name="connsiteX0" fmla="*/ 9715 w 9715"/>
                  <a:gd name="connsiteY0" fmla="*/ 4858 h 9715"/>
                  <a:gd name="connsiteX1" fmla="*/ 4858 w 9715"/>
                  <a:gd name="connsiteY1" fmla="*/ 9716 h 9715"/>
                  <a:gd name="connsiteX2" fmla="*/ 0 w 9715"/>
                  <a:gd name="connsiteY2" fmla="*/ 4858 h 9715"/>
                  <a:gd name="connsiteX3" fmla="*/ 4858 w 9715"/>
                  <a:gd name="connsiteY3" fmla="*/ 0 h 9715"/>
                  <a:gd name="connsiteX4" fmla="*/ 9715 w 9715"/>
                  <a:gd name="connsiteY4" fmla="*/ 4858 h 9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5" h="9715">
                    <a:moveTo>
                      <a:pt x="9715" y="4858"/>
                    </a:moveTo>
                    <a:cubicBezTo>
                      <a:pt x="9715" y="7541"/>
                      <a:pt x="7540" y="9716"/>
                      <a:pt x="4858" y="9716"/>
                    </a:cubicBezTo>
                    <a:cubicBezTo>
                      <a:pt x="2175" y="9716"/>
                      <a:pt x="0" y="7541"/>
                      <a:pt x="0" y="4858"/>
                    </a:cubicBezTo>
                    <a:cubicBezTo>
                      <a:pt x="0" y="2175"/>
                      <a:pt x="2175" y="0"/>
                      <a:pt x="4858" y="0"/>
                    </a:cubicBezTo>
                    <a:cubicBezTo>
                      <a:pt x="7540" y="0"/>
                      <a:pt x="9715" y="2175"/>
                      <a:pt x="9715" y="4858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71" name="Forme libre : forme 9170">
                <a:extLst>
                  <a:ext uri="{FF2B5EF4-FFF2-40B4-BE49-F238E27FC236}">
                    <a16:creationId xmlns:a16="http://schemas.microsoft.com/office/drawing/2014/main" id="{B9329B5D-17E1-4A0E-BF07-523899DEFFA0}"/>
                  </a:ext>
                </a:extLst>
              </p:cNvPr>
              <p:cNvSpPr/>
              <p:nvPr/>
            </p:nvSpPr>
            <p:spPr>
              <a:xfrm>
                <a:off x="6142676" y="4340256"/>
                <a:ext cx="9144" cy="9144"/>
              </a:xfrm>
              <a:custGeom>
                <a:avLst/>
                <a:gdLst>
                  <a:gd name="connsiteX0" fmla="*/ 9144 w 9144"/>
                  <a:gd name="connsiteY0" fmla="*/ 4572 h 9144"/>
                  <a:gd name="connsiteX1" fmla="*/ 4572 w 9144"/>
                  <a:gd name="connsiteY1" fmla="*/ 9144 h 9144"/>
                  <a:gd name="connsiteX2" fmla="*/ 0 w 9144"/>
                  <a:gd name="connsiteY2" fmla="*/ 4572 h 9144"/>
                  <a:gd name="connsiteX3" fmla="*/ 4572 w 9144"/>
                  <a:gd name="connsiteY3" fmla="*/ 0 h 9144"/>
                  <a:gd name="connsiteX4" fmla="*/ 9144 w 9144"/>
                  <a:gd name="connsiteY4" fmla="*/ 4572 h 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" h="9144">
                    <a:moveTo>
                      <a:pt x="9144" y="4572"/>
                    </a:moveTo>
                    <a:cubicBezTo>
                      <a:pt x="9144" y="7097"/>
                      <a:pt x="7097" y="9144"/>
                      <a:pt x="4572" y="9144"/>
                    </a:cubicBezTo>
                    <a:cubicBezTo>
                      <a:pt x="2047" y="9144"/>
                      <a:pt x="0" y="7097"/>
                      <a:pt x="0" y="4572"/>
                    </a:cubicBezTo>
                    <a:cubicBezTo>
                      <a:pt x="0" y="2047"/>
                      <a:pt x="2047" y="0"/>
                      <a:pt x="4572" y="0"/>
                    </a:cubicBezTo>
                    <a:cubicBezTo>
                      <a:pt x="7097" y="0"/>
                      <a:pt x="9144" y="2047"/>
                      <a:pt x="9144" y="4572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72" name="Forme libre : forme 9171">
                <a:extLst>
                  <a:ext uri="{FF2B5EF4-FFF2-40B4-BE49-F238E27FC236}">
                    <a16:creationId xmlns:a16="http://schemas.microsoft.com/office/drawing/2014/main" id="{23F4958D-1D75-4E3E-9002-14C6368BBA49}"/>
                  </a:ext>
                </a:extLst>
              </p:cNvPr>
              <p:cNvSpPr/>
              <p:nvPr/>
            </p:nvSpPr>
            <p:spPr>
              <a:xfrm>
                <a:off x="6192206" y="4340447"/>
                <a:ext cx="8763" cy="8762"/>
              </a:xfrm>
              <a:custGeom>
                <a:avLst/>
                <a:gdLst>
                  <a:gd name="connsiteX0" fmla="*/ 8763 w 8763"/>
                  <a:gd name="connsiteY0" fmla="*/ 4381 h 8762"/>
                  <a:gd name="connsiteX1" fmla="*/ 4381 w 8763"/>
                  <a:gd name="connsiteY1" fmla="*/ 8763 h 8762"/>
                  <a:gd name="connsiteX2" fmla="*/ -1 w 8763"/>
                  <a:gd name="connsiteY2" fmla="*/ 4381 h 8762"/>
                  <a:gd name="connsiteX3" fmla="*/ 4381 w 8763"/>
                  <a:gd name="connsiteY3" fmla="*/ 0 h 8762"/>
                  <a:gd name="connsiteX4" fmla="*/ 8763 w 8763"/>
                  <a:gd name="connsiteY4" fmla="*/ 4381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63" h="8762">
                    <a:moveTo>
                      <a:pt x="8763" y="4381"/>
                    </a:moveTo>
                    <a:cubicBezTo>
                      <a:pt x="8763" y="6801"/>
                      <a:pt x="6801" y="8763"/>
                      <a:pt x="4381" y="8763"/>
                    </a:cubicBezTo>
                    <a:cubicBezTo>
                      <a:pt x="1961" y="8763"/>
                      <a:pt x="-1" y="6801"/>
                      <a:pt x="-1" y="4381"/>
                    </a:cubicBezTo>
                    <a:cubicBezTo>
                      <a:pt x="-1" y="1962"/>
                      <a:pt x="1961" y="0"/>
                      <a:pt x="4381" y="0"/>
                    </a:cubicBezTo>
                    <a:cubicBezTo>
                      <a:pt x="6801" y="0"/>
                      <a:pt x="8763" y="1962"/>
                      <a:pt x="8763" y="4381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73" name="Forme libre : forme 9172">
                <a:extLst>
                  <a:ext uri="{FF2B5EF4-FFF2-40B4-BE49-F238E27FC236}">
                    <a16:creationId xmlns:a16="http://schemas.microsoft.com/office/drawing/2014/main" id="{8704D703-ECB7-4E80-8F91-B114F3E820EA}"/>
                  </a:ext>
                </a:extLst>
              </p:cNvPr>
              <p:cNvSpPr/>
              <p:nvPr/>
            </p:nvSpPr>
            <p:spPr>
              <a:xfrm>
                <a:off x="5715846" y="4300631"/>
                <a:ext cx="234777" cy="163281"/>
              </a:xfrm>
              <a:custGeom>
                <a:avLst/>
                <a:gdLst>
                  <a:gd name="connsiteX0" fmla="*/ 146510 w 234777"/>
                  <a:gd name="connsiteY0" fmla="*/ 5526 h 163281"/>
                  <a:gd name="connsiteX1" fmla="*/ 84121 w 234777"/>
                  <a:gd name="connsiteY1" fmla="*/ 36291 h 163281"/>
                  <a:gd name="connsiteX2" fmla="*/ 58308 w 234777"/>
                  <a:gd name="connsiteY2" fmla="*/ 60104 h 163281"/>
                  <a:gd name="connsiteX3" fmla="*/ 26876 w 234777"/>
                  <a:gd name="connsiteY3" fmla="*/ 83250 h 163281"/>
                  <a:gd name="connsiteX4" fmla="*/ 2587 w 234777"/>
                  <a:gd name="connsiteY4" fmla="*/ 113253 h 163281"/>
                  <a:gd name="connsiteX5" fmla="*/ 8302 w 234777"/>
                  <a:gd name="connsiteY5" fmla="*/ 149925 h 163281"/>
                  <a:gd name="connsiteX6" fmla="*/ 48307 w 234777"/>
                  <a:gd name="connsiteY6" fmla="*/ 161069 h 163281"/>
                  <a:gd name="connsiteX7" fmla="*/ 91360 w 234777"/>
                  <a:gd name="connsiteY7" fmla="*/ 158021 h 163281"/>
                  <a:gd name="connsiteX8" fmla="*/ 152034 w 234777"/>
                  <a:gd name="connsiteY8" fmla="*/ 153544 h 163281"/>
                  <a:gd name="connsiteX9" fmla="*/ 227758 w 234777"/>
                  <a:gd name="connsiteY9" fmla="*/ 161450 h 163281"/>
                  <a:gd name="connsiteX10" fmla="*/ 232139 w 234777"/>
                  <a:gd name="connsiteY10" fmla="*/ 159450 h 163281"/>
                  <a:gd name="connsiteX11" fmla="*/ 234331 w 234777"/>
                  <a:gd name="connsiteY11" fmla="*/ 154973 h 163281"/>
                  <a:gd name="connsiteX12" fmla="*/ 222901 w 234777"/>
                  <a:gd name="connsiteY12" fmla="*/ 124969 h 163281"/>
                  <a:gd name="connsiteX13" fmla="*/ 200993 w 234777"/>
                  <a:gd name="connsiteY13" fmla="*/ 100014 h 163281"/>
                  <a:gd name="connsiteX14" fmla="*/ 193468 w 234777"/>
                  <a:gd name="connsiteY14" fmla="*/ 78011 h 163281"/>
                  <a:gd name="connsiteX15" fmla="*/ 190039 w 234777"/>
                  <a:gd name="connsiteY15" fmla="*/ 63628 h 163281"/>
                  <a:gd name="connsiteX16" fmla="*/ 186324 w 234777"/>
                  <a:gd name="connsiteY16" fmla="*/ 48293 h 163281"/>
                  <a:gd name="connsiteX17" fmla="*/ 179181 w 234777"/>
                  <a:gd name="connsiteY17" fmla="*/ 18575 h 163281"/>
                  <a:gd name="connsiteX18" fmla="*/ 171847 w 234777"/>
                  <a:gd name="connsiteY18" fmla="*/ 1049 h 163281"/>
                  <a:gd name="connsiteX19" fmla="*/ 146510 w 234777"/>
                  <a:gd name="connsiteY19" fmla="*/ 5526 h 163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34777" h="163281">
                    <a:moveTo>
                      <a:pt x="146510" y="5526"/>
                    </a:moveTo>
                    <a:cubicBezTo>
                      <a:pt x="124222" y="12384"/>
                      <a:pt x="102124" y="21432"/>
                      <a:pt x="84121" y="36291"/>
                    </a:cubicBezTo>
                    <a:cubicBezTo>
                      <a:pt x="75072" y="43721"/>
                      <a:pt x="67262" y="52579"/>
                      <a:pt x="58308" y="60104"/>
                    </a:cubicBezTo>
                    <a:cubicBezTo>
                      <a:pt x="48307" y="68486"/>
                      <a:pt x="37068" y="75249"/>
                      <a:pt x="26876" y="83250"/>
                    </a:cubicBezTo>
                    <a:cubicBezTo>
                      <a:pt x="16684" y="91346"/>
                      <a:pt x="7159" y="101061"/>
                      <a:pt x="2587" y="113253"/>
                    </a:cubicBezTo>
                    <a:cubicBezTo>
                      <a:pt x="-1985" y="125445"/>
                      <a:pt x="-746" y="140495"/>
                      <a:pt x="8302" y="149925"/>
                    </a:cubicBezTo>
                    <a:cubicBezTo>
                      <a:pt x="18208" y="160212"/>
                      <a:pt x="34115" y="161355"/>
                      <a:pt x="48307" y="161069"/>
                    </a:cubicBezTo>
                    <a:cubicBezTo>
                      <a:pt x="62690" y="160783"/>
                      <a:pt x="77073" y="159831"/>
                      <a:pt x="91360" y="158021"/>
                    </a:cubicBezTo>
                    <a:cubicBezTo>
                      <a:pt x="111553" y="155544"/>
                      <a:pt x="131746" y="151639"/>
                      <a:pt x="152034" y="153544"/>
                    </a:cubicBezTo>
                    <a:cubicBezTo>
                      <a:pt x="177466" y="156021"/>
                      <a:pt x="202898" y="167736"/>
                      <a:pt x="227758" y="161450"/>
                    </a:cubicBezTo>
                    <a:cubicBezTo>
                      <a:pt x="229282" y="161069"/>
                      <a:pt x="230902" y="160593"/>
                      <a:pt x="232139" y="159450"/>
                    </a:cubicBezTo>
                    <a:cubicBezTo>
                      <a:pt x="233378" y="158307"/>
                      <a:pt x="233949" y="156592"/>
                      <a:pt x="234331" y="154973"/>
                    </a:cubicBezTo>
                    <a:cubicBezTo>
                      <a:pt x="236521" y="144115"/>
                      <a:pt x="230330" y="133256"/>
                      <a:pt x="222901" y="124969"/>
                    </a:cubicBezTo>
                    <a:cubicBezTo>
                      <a:pt x="215471" y="116682"/>
                      <a:pt x="206422" y="109634"/>
                      <a:pt x="200993" y="100014"/>
                    </a:cubicBezTo>
                    <a:cubicBezTo>
                      <a:pt x="197183" y="93251"/>
                      <a:pt x="195278" y="85536"/>
                      <a:pt x="193468" y="78011"/>
                    </a:cubicBezTo>
                    <a:cubicBezTo>
                      <a:pt x="193468" y="73534"/>
                      <a:pt x="191087" y="68010"/>
                      <a:pt x="190039" y="63628"/>
                    </a:cubicBezTo>
                    <a:cubicBezTo>
                      <a:pt x="188801" y="58485"/>
                      <a:pt x="187563" y="53436"/>
                      <a:pt x="186324" y="48293"/>
                    </a:cubicBezTo>
                    <a:cubicBezTo>
                      <a:pt x="183943" y="38387"/>
                      <a:pt x="181562" y="28481"/>
                      <a:pt x="179181" y="18575"/>
                    </a:cubicBezTo>
                    <a:cubicBezTo>
                      <a:pt x="177942" y="13432"/>
                      <a:pt x="177276" y="3811"/>
                      <a:pt x="171847" y="1049"/>
                    </a:cubicBezTo>
                    <a:cubicBezTo>
                      <a:pt x="165179" y="-2380"/>
                      <a:pt x="152797" y="3525"/>
                      <a:pt x="146510" y="5526"/>
                    </a:cubicBezTo>
                    <a:close/>
                  </a:path>
                </a:pathLst>
              </a:custGeom>
              <a:solidFill>
                <a:srgbClr val="FFFFFF">
                  <a:alpha val="24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74" name="Forme libre : forme 9173">
                <a:extLst>
                  <a:ext uri="{FF2B5EF4-FFF2-40B4-BE49-F238E27FC236}">
                    <a16:creationId xmlns:a16="http://schemas.microsoft.com/office/drawing/2014/main" id="{B05601C0-D71C-4CF8-81E2-97B17D00E22F}"/>
                  </a:ext>
                </a:extLst>
              </p:cNvPr>
              <p:cNvSpPr/>
              <p:nvPr/>
            </p:nvSpPr>
            <p:spPr>
              <a:xfrm>
                <a:off x="5914805" y="4291524"/>
                <a:ext cx="295308" cy="68110"/>
              </a:xfrm>
              <a:custGeom>
                <a:avLst/>
                <a:gdLst>
                  <a:gd name="connsiteX0" fmla="*/ 9844 w 295308"/>
                  <a:gd name="connsiteY0" fmla="*/ 35302 h 68110"/>
                  <a:gd name="connsiteX1" fmla="*/ 28132 w 295308"/>
                  <a:gd name="connsiteY1" fmla="*/ 39112 h 68110"/>
                  <a:gd name="connsiteX2" fmla="*/ 76709 w 295308"/>
                  <a:gd name="connsiteY2" fmla="*/ 45303 h 68110"/>
                  <a:gd name="connsiteX3" fmla="*/ 86234 w 295308"/>
                  <a:gd name="connsiteY3" fmla="*/ 52732 h 68110"/>
                  <a:gd name="connsiteX4" fmla="*/ 96617 w 295308"/>
                  <a:gd name="connsiteY4" fmla="*/ 56066 h 68110"/>
                  <a:gd name="connsiteX5" fmla="*/ 121286 w 295308"/>
                  <a:gd name="connsiteY5" fmla="*/ 61400 h 68110"/>
                  <a:gd name="connsiteX6" fmla="*/ 152052 w 295308"/>
                  <a:gd name="connsiteY6" fmla="*/ 67020 h 68110"/>
                  <a:gd name="connsiteX7" fmla="*/ 198915 w 295308"/>
                  <a:gd name="connsiteY7" fmla="*/ 67115 h 68110"/>
                  <a:gd name="connsiteX8" fmla="*/ 288831 w 295308"/>
                  <a:gd name="connsiteY8" fmla="*/ 56447 h 68110"/>
                  <a:gd name="connsiteX9" fmla="*/ 295308 w 295308"/>
                  <a:gd name="connsiteY9" fmla="*/ 52065 h 68110"/>
                  <a:gd name="connsiteX10" fmla="*/ 263590 w 295308"/>
                  <a:gd name="connsiteY10" fmla="*/ 43303 h 68110"/>
                  <a:gd name="connsiteX11" fmla="*/ 198630 w 295308"/>
                  <a:gd name="connsiteY11" fmla="*/ 41302 h 68110"/>
                  <a:gd name="connsiteX12" fmla="*/ 80710 w 295308"/>
                  <a:gd name="connsiteY12" fmla="*/ 7965 h 68110"/>
                  <a:gd name="connsiteX13" fmla="*/ 57374 w 295308"/>
                  <a:gd name="connsiteY13" fmla="*/ 3869 h 68110"/>
                  <a:gd name="connsiteX14" fmla="*/ 6320 w 295308"/>
                  <a:gd name="connsiteY14" fmla="*/ 4060 h 68110"/>
                  <a:gd name="connsiteX15" fmla="*/ 9844 w 295308"/>
                  <a:gd name="connsiteY15" fmla="*/ 35302 h 68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95308" h="68110">
                    <a:moveTo>
                      <a:pt x="9844" y="35302"/>
                    </a:moveTo>
                    <a:cubicBezTo>
                      <a:pt x="15083" y="38826"/>
                      <a:pt x="21750" y="39302"/>
                      <a:pt x="28132" y="39112"/>
                    </a:cubicBezTo>
                    <a:cubicBezTo>
                      <a:pt x="44801" y="38730"/>
                      <a:pt x="63279" y="35492"/>
                      <a:pt x="76709" y="45303"/>
                    </a:cubicBezTo>
                    <a:cubicBezTo>
                      <a:pt x="79948" y="47684"/>
                      <a:pt x="82710" y="50732"/>
                      <a:pt x="86234" y="52732"/>
                    </a:cubicBezTo>
                    <a:cubicBezTo>
                      <a:pt x="89378" y="54542"/>
                      <a:pt x="93093" y="55304"/>
                      <a:pt x="96617" y="56066"/>
                    </a:cubicBezTo>
                    <a:cubicBezTo>
                      <a:pt x="104808" y="57876"/>
                      <a:pt x="113095" y="59590"/>
                      <a:pt x="121286" y="61400"/>
                    </a:cubicBezTo>
                    <a:cubicBezTo>
                      <a:pt x="131478" y="63591"/>
                      <a:pt x="141670" y="65781"/>
                      <a:pt x="152052" y="67020"/>
                    </a:cubicBezTo>
                    <a:cubicBezTo>
                      <a:pt x="167578" y="68734"/>
                      <a:pt x="183294" y="68163"/>
                      <a:pt x="198915" y="67115"/>
                    </a:cubicBezTo>
                    <a:cubicBezTo>
                      <a:pt x="229014" y="65115"/>
                      <a:pt x="259018" y="61495"/>
                      <a:pt x="288831" y="56447"/>
                    </a:cubicBezTo>
                    <a:cubicBezTo>
                      <a:pt x="291593" y="55971"/>
                      <a:pt x="295023" y="54923"/>
                      <a:pt x="295308" y="52065"/>
                    </a:cubicBezTo>
                    <a:cubicBezTo>
                      <a:pt x="285212" y="47779"/>
                      <a:pt x="274448" y="44827"/>
                      <a:pt x="263590" y="43303"/>
                    </a:cubicBezTo>
                    <a:cubicBezTo>
                      <a:pt x="242064" y="40445"/>
                      <a:pt x="220251" y="43303"/>
                      <a:pt x="198630" y="41302"/>
                    </a:cubicBezTo>
                    <a:cubicBezTo>
                      <a:pt x="157862" y="37492"/>
                      <a:pt x="120715" y="16632"/>
                      <a:pt x="80710" y="7965"/>
                    </a:cubicBezTo>
                    <a:cubicBezTo>
                      <a:pt x="72995" y="6250"/>
                      <a:pt x="65184" y="5107"/>
                      <a:pt x="57374" y="3869"/>
                    </a:cubicBezTo>
                    <a:cubicBezTo>
                      <a:pt x="42610" y="1583"/>
                      <a:pt x="20321" y="-3656"/>
                      <a:pt x="6320" y="4060"/>
                    </a:cubicBezTo>
                    <a:cubicBezTo>
                      <a:pt x="-5206" y="10441"/>
                      <a:pt x="891" y="29396"/>
                      <a:pt x="9844" y="35302"/>
                    </a:cubicBezTo>
                    <a:close/>
                  </a:path>
                </a:pathLst>
              </a:custGeom>
              <a:solidFill>
                <a:srgbClr val="FFFFFF">
                  <a:alpha val="1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75" name="Forme libre : forme 9174">
                <a:extLst>
                  <a:ext uri="{FF2B5EF4-FFF2-40B4-BE49-F238E27FC236}">
                    <a16:creationId xmlns:a16="http://schemas.microsoft.com/office/drawing/2014/main" id="{1092F127-E730-4B7A-9EFD-D94BBEBDAE65}"/>
                  </a:ext>
                </a:extLst>
              </p:cNvPr>
              <p:cNvSpPr/>
              <p:nvPr/>
            </p:nvSpPr>
            <p:spPr>
              <a:xfrm>
                <a:off x="4293009" y="4251049"/>
                <a:ext cx="372053" cy="750527"/>
              </a:xfrm>
              <a:custGeom>
                <a:avLst/>
                <a:gdLst>
                  <a:gd name="connsiteX0" fmla="*/ 24773 w 372053"/>
                  <a:gd name="connsiteY0" fmla="*/ 750528 h 750527"/>
                  <a:gd name="connsiteX1" fmla="*/ 81351 w 372053"/>
                  <a:gd name="connsiteY1" fmla="*/ 643658 h 750527"/>
                  <a:gd name="connsiteX2" fmla="*/ 74588 w 372053"/>
                  <a:gd name="connsiteY2" fmla="*/ 582602 h 750527"/>
                  <a:gd name="connsiteX3" fmla="*/ 51919 w 372053"/>
                  <a:gd name="connsiteY3" fmla="*/ 524500 h 750527"/>
                  <a:gd name="connsiteX4" fmla="*/ 9819 w 372053"/>
                  <a:gd name="connsiteY4" fmla="*/ 405723 h 750527"/>
                  <a:gd name="connsiteX5" fmla="*/ 4389 w 372053"/>
                  <a:gd name="connsiteY5" fmla="*/ 279422 h 750527"/>
                  <a:gd name="connsiteX6" fmla="*/ 22011 w 372053"/>
                  <a:gd name="connsiteY6" fmla="*/ 218366 h 750527"/>
                  <a:gd name="connsiteX7" fmla="*/ 50014 w 372053"/>
                  <a:gd name="connsiteY7" fmla="*/ 161407 h 750527"/>
                  <a:gd name="connsiteX8" fmla="*/ 134596 w 372053"/>
                  <a:gd name="connsiteY8" fmla="*/ 67681 h 750527"/>
                  <a:gd name="connsiteX9" fmla="*/ 247181 w 372053"/>
                  <a:gd name="connsiteY9" fmla="*/ 11388 h 750527"/>
                  <a:gd name="connsiteX10" fmla="*/ 372054 w 372053"/>
                  <a:gd name="connsiteY10" fmla="*/ 2816 h 750527"/>
                  <a:gd name="connsiteX11" fmla="*/ 139073 w 372053"/>
                  <a:gd name="connsiteY11" fmla="*/ 73396 h 750527"/>
                  <a:gd name="connsiteX12" fmla="*/ 57444 w 372053"/>
                  <a:gd name="connsiteY12" fmla="*/ 165788 h 750527"/>
                  <a:gd name="connsiteX13" fmla="*/ 30488 w 372053"/>
                  <a:gd name="connsiteY13" fmla="*/ 221509 h 750527"/>
                  <a:gd name="connsiteX14" fmla="*/ 13724 w 372053"/>
                  <a:gd name="connsiteY14" fmla="*/ 280945 h 750527"/>
                  <a:gd name="connsiteX15" fmla="*/ 18201 w 372053"/>
                  <a:gd name="connsiteY15" fmla="*/ 403532 h 750527"/>
                  <a:gd name="connsiteX16" fmla="*/ 58586 w 372053"/>
                  <a:gd name="connsiteY16" fmla="*/ 521547 h 750527"/>
                  <a:gd name="connsiteX17" fmla="*/ 80208 w 372053"/>
                  <a:gd name="connsiteY17" fmla="*/ 580793 h 750527"/>
                  <a:gd name="connsiteX18" fmla="*/ 85828 w 372053"/>
                  <a:gd name="connsiteY18" fmla="*/ 643848 h 750527"/>
                  <a:gd name="connsiteX19" fmla="*/ 24773 w 372053"/>
                  <a:gd name="connsiteY19" fmla="*/ 750528 h 750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72053" h="750527">
                    <a:moveTo>
                      <a:pt x="24773" y="750528"/>
                    </a:moveTo>
                    <a:cubicBezTo>
                      <a:pt x="57444" y="724525"/>
                      <a:pt x="78875" y="684901"/>
                      <a:pt x="81351" y="643658"/>
                    </a:cubicBezTo>
                    <a:cubicBezTo>
                      <a:pt x="82970" y="623084"/>
                      <a:pt x="80208" y="602319"/>
                      <a:pt x="74588" y="582602"/>
                    </a:cubicBezTo>
                    <a:cubicBezTo>
                      <a:pt x="69159" y="562790"/>
                      <a:pt x="59825" y="544026"/>
                      <a:pt x="51919" y="524500"/>
                    </a:cubicBezTo>
                    <a:cubicBezTo>
                      <a:pt x="35631" y="485924"/>
                      <a:pt x="20105" y="446776"/>
                      <a:pt x="9819" y="405723"/>
                    </a:cubicBezTo>
                    <a:cubicBezTo>
                      <a:pt x="-469" y="364766"/>
                      <a:pt x="-3326" y="321332"/>
                      <a:pt x="4389" y="279422"/>
                    </a:cubicBezTo>
                    <a:cubicBezTo>
                      <a:pt x="8104" y="258467"/>
                      <a:pt x="14486" y="238178"/>
                      <a:pt x="22011" y="218366"/>
                    </a:cubicBezTo>
                    <a:cubicBezTo>
                      <a:pt x="29535" y="198650"/>
                      <a:pt x="38965" y="179504"/>
                      <a:pt x="50014" y="161407"/>
                    </a:cubicBezTo>
                    <a:cubicBezTo>
                      <a:pt x="72112" y="125307"/>
                      <a:pt x="100877" y="93208"/>
                      <a:pt x="134596" y="67681"/>
                    </a:cubicBezTo>
                    <a:cubicBezTo>
                      <a:pt x="168314" y="42249"/>
                      <a:pt x="206605" y="22723"/>
                      <a:pt x="247181" y="11388"/>
                    </a:cubicBezTo>
                    <a:cubicBezTo>
                      <a:pt x="287758" y="149"/>
                      <a:pt x="330525" y="-2900"/>
                      <a:pt x="372054" y="2816"/>
                    </a:cubicBezTo>
                    <a:cubicBezTo>
                      <a:pt x="288520" y="-5090"/>
                      <a:pt x="203843" y="21866"/>
                      <a:pt x="139073" y="73396"/>
                    </a:cubicBezTo>
                    <a:cubicBezTo>
                      <a:pt x="106783" y="99304"/>
                      <a:pt x="78589" y="130260"/>
                      <a:pt x="57444" y="165788"/>
                    </a:cubicBezTo>
                    <a:cubicBezTo>
                      <a:pt x="46776" y="183505"/>
                      <a:pt x="37822" y="202078"/>
                      <a:pt x="30488" y="221509"/>
                    </a:cubicBezTo>
                    <a:cubicBezTo>
                      <a:pt x="23249" y="240845"/>
                      <a:pt x="17248" y="260657"/>
                      <a:pt x="13724" y="280945"/>
                    </a:cubicBezTo>
                    <a:cubicBezTo>
                      <a:pt x="5913" y="321427"/>
                      <a:pt x="8390" y="363337"/>
                      <a:pt x="18201" y="403532"/>
                    </a:cubicBezTo>
                    <a:cubicBezTo>
                      <a:pt x="27726" y="443823"/>
                      <a:pt x="43442" y="482685"/>
                      <a:pt x="58586" y="521547"/>
                    </a:cubicBezTo>
                    <a:cubicBezTo>
                      <a:pt x="66016" y="540978"/>
                      <a:pt x="75065" y="560123"/>
                      <a:pt x="80208" y="580793"/>
                    </a:cubicBezTo>
                    <a:cubicBezTo>
                      <a:pt x="85637" y="601271"/>
                      <a:pt x="88019" y="622702"/>
                      <a:pt x="85828" y="643848"/>
                    </a:cubicBezTo>
                    <a:cubicBezTo>
                      <a:pt x="81827" y="686329"/>
                      <a:pt x="58777" y="726144"/>
                      <a:pt x="24773" y="7505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76" name="Forme libre : forme 9175">
                <a:extLst>
                  <a:ext uri="{FF2B5EF4-FFF2-40B4-BE49-F238E27FC236}">
                    <a16:creationId xmlns:a16="http://schemas.microsoft.com/office/drawing/2014/main" id="{D93E9042-DD54-428F-BE0B-C7FB20AA064F}"/>
                  </a:ext>
                </a:extLst>
              </p:cNvPr>
              <p:cNvSpPr/>
              <p:nvPr/>
            </p:nvSpPr>
            <p:spPr>
              <a:xfrm>
                <a:off x="5700906" y="4468367"/>
                <a:ext cx="267688" cy="336804"/>
              </a:xfrm>
              <a:custGeom>
                <a:avLst/>
                <a:gdLst>
                  <a:gd name="connsiteX0" fmla="*/ 0 w 267688"/>
                  <a:gd name="connsiteY0" fmla="*/ 0 h 336804"/>
                  <a:gd name="connsiteX1" fmla="*/ 64866 w 267688"/>
                  <a:gd name="connsiteY1" fmla="*/ 25146 h 336804"/>
                  <a:gd name="connsiteX2" fmla="*/ 99156 w 267688"/>
                  <a:gd name="connsiteY2" fmla="*/ 27242 h 336804"/>
                  <a:gd name="connsiteX3" fmla="*/ 133445 w 267688"/>
                  <a:gd name="connsiteY3" fmla="*/ 20860 h 336804"/>
                  <a:gd name="connsiteX4" fmla="*/ 204978 w 267688"/>
                  <a:gd name="connsiteY4" fmla="*/ 20384 h 336804"/>
                  <a:gd name="connsiteX5" fmla="*/ 238030 w 267688"/>
                  <a:gd name="connsiteY5" fmla="*/ 36767 h 336804"/>
                  <a:gd name="connsiteX6" fmla="*/ 259461 w 267688"/>
                  <a:gd name="connsiteY6" fmla="*/ 66961 h 336804"/>
                  <a:gd name="connsiteX7" fmla="*/ 265938 w 267688"/>
                  <a:gd name="connsiteY7" fmla="*/ 138684 h 336804"/>
                  <a:gd name="connsiteX8" fmla="*/ 242697 w 267688"/>
                  <a:gd name="connsiteY8" fmla="*/ 206026 h 336804"/>
                  <a:gd name="connsiteX9" fmla="*/ 193263 w 267688"/>
                  <a:gd name="connsiteY9" fmla="*/ 336804 h 336804"/>
                  <a:gd name="connsiteX10" fmla="*/ 208788 w 267688"/>
                  <a:gd name="connsiteY10" fmla="*/ 268034 h 336804"/>
                  <a:gd name="connsiteX11" fmla="*/ 236030 w 267688"/>
                  <a:gd name="connsiteY11" fmla="*/ 202978 h 336804"/>
                  <a:gd name="connsiteX12" fmla="*/ 257366 w 267688"/>
                  <a:gd name="connsiteY12" fmla="*/ 137351 h 336804"/>
                  <a:gd name="connsiteX13" fmla="*/ 250698 w 267688"/>
                  <a:gd name="connsiteY13" fmla="*/ 70485 h 336804"/>
                  <a:gd name="connsiteX14" fmla="*/ 232220 w 267688"/>
                  <a:gd name="connsiteY14" fmla="*/ 43720 h 336804"/>
                  <a:gd name="connsiteX15" fmla="*/ 202978 w 267688"/>
                  <a:gd name="connsiteY15" fmla="*/ 28861 h 336804"/>
                  <a:gd name="connsiteX16" fmla="*/ 169164 w 267688"/>
                  <a:gd name="connsiteY16" fmla="*/ 25241 h 336804"/>
                  <a:gd name="connsiteX17" fmla="*/ 134684 w 267688"/>
                  <a:gd name="connsiteY17" fmla="*/ 28194 h 336804"/>
                  <a:gd name="connsiteX18" fmla="*/ 99632 w 267688"/>
                  <a:gd name="connsiteY18" fmla="*/ 33338 h 336804"/>
                  <a:gd name="connsiteX19" fmla="*/ 64008 w 267688"/>
                  <a:gd name="connsiteY19" fmla="*/ 29813 h 336804"/>
                  <a:gd name="connsiteX20" fmla="*/ 0 w 267688"/>
                  <a:gd name="connsiteY20" fmla="*/ 0 h 336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67688" h="336804">
                    <a:moveTo>
                      <a:pt x="0" y="0"/>
                    </a:moveTo>
                    <a:cubicBezTo>
                      <a:pt x="20194" y="11811"/>
                      <a:pt x="42196" y="20860"/>
                      <a:pt x="64866" y="25146"/>
                    </a:cubicBezTo>
                    <a:cubicBezTo>
                      <a:pt x="76200" y="27432"/>
                      <a:pt x="87725" y="28385"/>
                      <a:pt x="99156" y="27242"/>
                    </a:cubicBezTo>
                    <a:cubicBezTo>
                      <a:pt x="110300" y="26194"/>
                      <a:pt x="121730" y="22955"/>
                      <a:pt x="133445" y="20860"/>
                    </a:cubicBezTo>
                    <a:cubicBezTo>
                      <a:pt x="156686" y="16669"/>
                      <a:pt x="181070" y="14859"/>
                      <a:pt x="204978" y="20384"/>
                    </a:cubicBezTo>
                    <a:cubicBezTo>
                      <a:pt x="216884" y="23241"/>
                      <a:pt x="228410" y="28766"/>
                      <a:pt x="238030" y="36767"/>
                    </a:cubicBezTo>
                    <a:cubicBezTo>
                      <a:pt x="247936" y="44577"/>
                      <a:pt x="254604" y="55721"/>
                      <a:pt x="259461" y="66961"/>
                    </a:cubicBezTo>
                    <a:cubicBezTo>
                      <a:pt x="268034" y="90106"/>
                      <a:pt x="269367" y="114776"/>
                      <a:pt x="265938" y="138684"/>
                    </a:cubicBezTo>
                    <a:cubicBezTo>
                      <a:pt x="262033" y="162592"/>
                      <a:pt x="252889" y="184880"/>
                      <a:pt x="242697" y="206026"/>
                    </a:cubicBezTo>
                    <a:cubicBezTo>
                      <a:pt x="221838" y="248031"/>
                      <a:pt x="201263" y="290227"/>
                      <a:pt x="193263" y="336804"/>
                    </a:cubicBezTo>
                    <a:cubicBezTo>
                      <a:pt x="195453" y="313372"/>
                      <a:pt x="201169" y="290322"/>
                      <a:pt x="208788" y="268034"/>
                    </a:cubicBezTo>
                    <a:cubicBezTo>
                      <a:pt x="216599" y="245745"/>
                      <a:pt x="226695" y="224409"/>
                      <a:pt x="236030" y="202978"/>
                    </a:cubicBezTo>
                    <a:cubicBezTo>
                      <a:pt x="245079" y="181546"/>
                      <a:pt x="254128" y="160020"/>
                      <a:pt x="257366" y="137351"/>
                    </a:cubicBezTo>
                    <a:cubicBezTo>
                      <a:pt x="260414" y="114871"/>
                      <a:pt x="258699" y="91345"/>
                      <a:pt x="250698" y="70485"/>
                    </a:cubicBezTo>
                    <a:cubicBezTo>
                      <a:pt x="246412" y="60388"/>
                      <a:pt x="240792" y="50578"/>
                      <a:pt x="232220" y="43720"/>
                    </a:cubicBezTo>
                    <a:cubicBezTo>
                      <a:pt x="223933" y="36671"/>
                      <a:pt x="213836" y="31623"/>
                      <a:pt x="202978" y="28861"/>
                    </a:cubicBezTo>
                    <a:cubicBezTo>
                      <a:pt x="192024" y="26194"/>
                      <a:pt x="180690" y="25241"/>
                      <a:pt x="169164" y="25241"/>
                    </a:cubicBezTo>
                    <a:cubicBezTo>
                      <a:pt x="157735" y="25527"/>
                      <a:pt x="146209" y="26575"/>
                      <a:pt x="134684" y="28194"/>
                    </a:cubicBezTo>
                    <a:cubicBezTo>
                      <a:pt x="123254" y="29718"/>
                      <a:pt x="111824" y="32671"/>
                      <a:pt x="99632" y="33338"/>
                    </a:cubicBezTo>
                    <a:cubicBezTo>
                      <a:pt x="87535" y="34004"/>
                      <a:pt x="75534" y="32671"/>
                      <a:pt x="64008" y="29813"/>
                    </a:cubicBezTo>
                    <a:cubicBezTo>
                      <a:pt x="40863" y="23717"/>
                      <a:pt x="19050" y="1362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77" name="Forme libre : forme 9176">
                <a:extLst>
                  <a:ext uri="{FF2B5EF4-FFF2-40B4-BE49-F238E27FC236}">
                    <a16:creationId xmlns:a16="http://schemas.microsoft.com/office/drawing/2014/main" id="{37C993B4-65F4-4F2D-A5FB-EDA8C8560208}"/>
                  </a:ext>
                </a:extLst>
              </p:cNvPr>
              <p:cNvSpPr/>
              <p:nvPr/>
            </p:nvSpPr>
            <p:spPr>
              <a:xfrm>
                <a:off x="4630201" y="4340542"/>
                <a:ext cx="186601" cy="481393"/>
              </a:xfrm>
              <a:custGeom>
                <a:avLst/>
                <a:gdLst>
                  <a:gd name="connsiteX0" fmla="*/ 147828 w 186601"/>
                  <a:gd name="connsiteY0" fmla="*/ 0 h 481393"/>
                  <a:gd name="connsiteX1" fmla="*/ 183071 w 186601"/>
                  <a:gd name="connsiteY1" fmla="*/ 135731 h 481393"/>
                  <a:gd name="connsiteX2" fmla="*/ 178022 w 186601"/>
                  <a:gd name="connsiteY2" fmla="*/ 276511 h 481393"/>
                  <a:gd name="connsiteX3" fmla="*/ 154496 w 186601"/>
                  <a:gd name="connsiteY3" fmla="*/ 343376 h 481393"/>
                  <a:gd name="connsiteX4" fmla="*/ 115348 w 186601"/>
                  <a:gd name="connsiteY4" fmla="*/ 402431 h 481393"/>
                  <a:gd name="connsiteX5" fmla="*/ 0 w 186601"/>
                  <a:gd name="connsiteY5" fmla="*/ 481393 h 481393"/>
                  <a:gd name="connsiteX6" fmla="*/ 59531 w 186601"/>
                  <a:gd name="connsiteY6" fmla="*/ 445103 h 481393"/>
                  <a:gd name="connsiteX7" fmla="*/ 86296 w 186601"/>
                  <a:gd name="connsiteY7" fmla="*/ 423005 h 481393"/>
                  <a:gd name="connsiteX8" fmla="*/ 98393 w 186601"/>
                  <a:gd name="connsiteY8" fmla="*/ 410623 h 481393"/>
                  <a:gd name="connsiteX9" fmla="*/ 109728 w 186601"/>
                  <a:gd name="connsiteY9" fmla="*/ 397669 h 481393"/>
                  <a:gd name="connsiteX10" fmla="*/ 168688 w 186601"/>
                  <a:gd name="connsiteY10" fmla="*/ 274415 h 481393"/>
                  <a:gd name="connsiteX11" fmla="*/ 175736 w 186601"/>
                  <a:gd name="connsiteY11" fmla="*/ 136493 h 481393"/>
                  <a:gd name="connsiteX12" fmla="*/ 165354 w 186601"/>
                  <a:gd name="connsiteY12" fmla="*/ 67627 h 481393"/>
                  <a:gd name="connsiteX13" fmla="*/ 147828 w 186601"/>
                  <a:gd name="connsiteY13" fmla="*/ 0 h 481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86601" h="481393">
                    <a:moveTo>
                      <a:pt x="147828" y="0"/>
                    </a:moveTo>
                    <a:cubicBezTo>
                      <a:pt x="165830" y="43148"/>
                      <a:pt x="177070" y="89154"/>
                      <a:pt x="183071" y="135731"/>
                    </a:cubicBezTo>
                    <a:cubicBezTo>
                      <a:pt x="188881" y="182404"/>
                      <a:pt x="187738" y="230124"/>
                      <a:pt x="178022" y="276511"/>
                    </a:cubicBezTo>
                    <a:cubicBezTo>
                      <a:pt x="172879" y="299656"/>
                      <a:pt x="164878" y="322135"/>
                      <a:pt x="154496" y="343376"/>
                    </a:cubicBezTo>
                    <a:cubicBezTo>
                      <a:pt x="144209" y="364712"/>
                      <a:pt x="131350" y="384905"/>
                      <a:pt x="115348" y="402431"/>
                    </a:cubicBezTo>
                    <a:cubicBezTo>
                      <a:pt x="84296" y="438436"/>
                      <a:pt x="43243" y="464058"/>
                      <a:pt x="0" y="481393"/>
                    </a:cubicBezTo>
                    <a:cubicBezTo>
                      <a:pt x="20669" y="470440"/>
                      <a:pt x="41339" y="459581"/>
                      <a:pt x="59531" y="445103"/>
                    </a:cubicBezTo>
                    <a:cubicBezTo>
                      <a:pt x="69152" y="438531"/>
                      <a:pt x="77534" y="430530"/>
                      <a:pt x="86296" y="423005"/>
                    </a:cubicBezTo>
                    <a:cubicBezTo>
                      <a:pt x="90488" y="419005"/>
                      <a:pt x="94392" y="414718"/>
                      <a:pt x="98393" y="410623"/>
                    </a:cubicBezTo>
                    <a:cubicBezTo>
                      <a:pt x="102489" y="406622"/>
                      <a:pt x="106204" y="402146"/>
                      <a:pt x="109728" y="397669"/>
                    </a:cubicBezTo>
                    <a:cubicBezTo>
                      <a:pt x="139541" y="362426"/>
                      <a:pt x="158877" y="319278"/>
                      <a:pt x="168688" y="274415"/>
                    </a:cubicBezTo>
                    <a:cubicBezTo>
                      <a:pt x="178880" y="229457"/>
                      <a:pt x="179927" y="182594"/>
                      <a:pt x="175736" y="136493"/>
                    </a:cubicBezTo>
                    <a:cubicBezTo>
                      <a:pt x="173736" y="113347"/>
                      <a:pt x="170116" y="90392"/>
                      <a:pt x="165354" y="67627"/>
                    </a:cubicBezTo>
                    <a:cubicBezTo>
                      <a:pt x="160973" y="44863"/>
                      <a:pt x="155162" y="22288"/>
                      <a:pt x="147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78" name="Forme libre : forme 9177">
                <a:extLst>
                  <a:ext uri="{FF2B5EF4-FFF2-40B4-BE49-F238E27FC236}">
                    <a16:creationId xmlns:a16="http://schemas.microsoft.com/office/drawing/2014/main" id="{56C5DA6A-4593-4B11-8C53-B2797C8D536F}"/>
                  </a:ext>
                </a:extLst>
              </p:cNvPr>
              <p:cNvSpPr/>
              <p:nvPr/>
            </p:nvSpPr>
            <p:spPr>
              <a:xfrm>
                <a:off x="2355548" y="3225641"/>
                <a:ext cx="94476" cy="273367"/>
              </a:xfrm>
              <a:custGeom>
                <a:avLst/>
                <a:gdLst>
                  <a:gd name="connsiteX0" fmla="*/ 63806 w 94476"/>
                  <a:gd name="connsiteY0" fmla="*/ 0 h 273367"/>
                  <a:gd name="connsiteX1" fmla="*/ 39517 w 94476"/>
                  <a:gd name="connsiteY1" fmla="*/ 31813 h 273367"/>
                  <a:gd name="connsiteX2" fmla="*/ 21134 w 94476"/>
                  <a:gd name="connsiteY2" fmla="*/ 66866 h 273367"/>
                  <a:gd name="connsiteX3" fmla="*/ 10561 w 94476"/>
                  <a:gd name="connsiteY3" fmla="*/ 143351 h 273367"/>
                  <a:gd name="connsiteX4" fmla="*/ 40184 w 94476"/>
                  <a:gd name="connsiteY4" fmla="*/ 214979 h 273367"/>
                  <a:gd name="connsiteX5" fmla="*/ 94476 w 94476"/>
                  <a:gd name="connsiteY5" fmla="*/ 273368 h 273367"/>
                  <a:gd name="connsiteX6" fmla="*/ 77998 w 94476"/>
                  <a:gd name="connsiteY6" fmla="*/ 261747 h 273367"/>
                  <a:gd name="connsiteX7" fmla="*/ 62282 w 94476"/>
                  <a:gd name="connsiteY7" fmla="*/ 248984 h 273367"/>
                  <a:gd name="connsiteX8" fmla="*/ 34373 w 94476"/>
                  <a:gd name="connsiteY8" fmla="*/ 219361 h 273367"/>
                  <a:gd name="connsiteX9" fmla="*/ 1226 w 94476"/>
                  <a:gd name="connsiteY9" fmla="*/ 144685 h 273367"/>
                  <a:gd name="connsiteX10" fmla="*/ 14561 w 94476"/>
                  <a:gd name="connsiteY10" fmla="*/ 64008 h 273367"/>
                  <a:gd name="connsiteX11" fmla="*/ 63806 w 94476"/>
                  <a:gd name="connsiteY11" fmla="*/ 0 h 27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4476" h="273367">
                    <a:moveTo>
                      <a:pt x="63806" y="0"/>
                    </a:moveTo>
                    <a:cubicBezTo>
                      <a:pt x="54757" y="10001"/>
                      <a:pt x="46565" y="20574"/>
                      <a:pt x="39517" y="31813"/>
                    </a:cubicBezTo>
                    <a:cubicBezTo>
                      <a:pt x="32278" y="42958"/>
                      <a:pt x="25991" y="54674"/>
                      <a:pt x="21134" y="66866"/>
                    </a:cubicBezTo>
                    <a:cubicBezTo>
                      <a:pt x="11323" y="91250"/>
                      <a:pt x="6751" y="117634"/>
                      <a:pt x="10561" y="143351"/>
                    </a:cubicBezTo>
                    <a:cubicBezTo>
                      <a:pt x="13799" y="169164"/>
                      <a:pt x="25134" y="193453"/>
                      <a:pt x="40184" y="214979"/>
                    </a:cubicBezTo>
                    <a:cubicBezTo>
                      <a:pt x="55233" y="236696"/>
                      <a:pt x="74378" y="255651"/>
                      <a:pt x="94476" y="273368"/>
                    </a:cubicBezTo>
                    <a:cubicBezTo>
                      <a:pt x="88952" y="269558"/>
                      <a:pt x="83427" y="265747"/>
                      <a:pt x="77998" y="261747"/>
                    </a:cubicBezTo>
                    <a:lnTo>
                      <a:pt x="62282" y="248984"/>
                    </a:lnTo>
                    <a:cubicBezTo>
                      <a:pt x="52376" y="239744"/>
                      <a:pt x="42755" y="230124"/>
                      <a:pt x="34373" y="219361"/>
                    </a:cubicBezTo>
                    <a:cubicBezTo>
                      <a:pt x="17324" y="198120"/>
                      <a:pt x="4846" y="172307"/>
                      <a:pt x="1226" y="144685"/>
                    </a:cubicBezTo>
                    <a:cubicBezTo>
                      <a:pt x="-2584" y="117062"/>
                      <a:pt x="2655" y="88678"/>
                      <a:pt x="14561" y="64008"/>
                    </a:cubicBezTo>
                    <a:cubicBezTo>
                      <a:pt x="26277" y="39243"/>
                      <a:pt x="43041" y="17145"/>
                      <a:pt x="638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79" name="Forme libre : forme 9178">
                <a:extLst>
                  <a:ext uri="{FF2B5EF4-FFF2-40B4-BE49-F238E27FC236}">
                    <a16:creationId xmlns:a16="http://schemas.microsoft.com/office/drawing/2014/main" id="{9C92FF70-7F73-4BD8-8646-4CEC9A860FA9}"/>
                  </a:ext>
                </a:extLst>
              </p:cNvPr>
              <p:cNvSpPr/>
              <p:nvPr/>
            </p:nvSpPr>
            <p:spPr>
              <a:xfrm>
                <a:off x="3307274" y="3317462"/>
                <a:ext cx="188958" cy="277749"/>
              </a:xfrm>
              <a:custGeom>
                <a:avLst/>
                <a:gdLst>
                  <a:gd name="connsiteX0" fmla="*/ 159448 w 188958"/>
                  <a:gd name="connsiteY0" fmla="*/ 0 h 277749"/>
                  <a:gd name="connsiteX1" fmla="*/ 188690 w 188958"/>
                  <a:gd name="connsiteY1" fmla="*/ 90488 h 277749"/>
                  <a:gd name="connsiteX2" fmla="*/ 162782 w 188958"/>
                  <a:gd name="connsiteY2" fmla="*/ 182880 h 277749"/>
                  <a:gd name="connsiteX3" fmla="*/ 89630 w 188958"/>
                  <a:gd name="connsiteY3" fmla="*/ 245269 h 277749"/>
                  <a:gd name="connsiteX4" fmla="*/ 0 w 188958"/>
                  <a:gd name="connsiteY4" fmla="*/ 277749 h 277749"/>
                  <a:gd name="connsiteX5" fmla="*/ 22193 w 188958"/>
                  <a:gd name="connsiteY5" fmla="*/ 269367 h 277749"/>
                  <a:gd name="connsiteX6" fmla="*/ 44005 w 188958"/>
                  <a:gd name="connsiteY6" fmla="*/ 260128 h 277749"/>
                  <a:gd name="connsiteX7" fmla="*/ 65341 w 188958"/>
                  <a:gd name="connsiteY7" fmla="*/ 250126 h 277749"/>
                  <a:gd name="connsiteX8" fmla="*/ 85915 w 188958"/>
                  <a:gd name="connsiteY8" fmla="*/ 238792 h 277749"/>
                  <a:gd name="connsiteX9" fmla="*/ 154781 w 188958"/>
                  <a:gd name="connsiteY9" fmla="*/ 177451 h 277749"/>
                  <a:gd name="connsiteX10" fmla="*/ 181261 w 188958"/>
                  <a:gd name="connsiteY10" fmla="*/ 90678 h 277749"/>
                  <a:gd name="connsiteX11" fmla="*/ 175260 w 188958"/>
                  <a:gd name="connsiteY11" fmla="*/ 44482 h 277749"/>
                  <a:gd name="connsiteX12" fmla="*/ 159448 w 188958"/>
                  <a:gd name="connsiteY12" fmla="*/ 0 h 27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8958" h="277749">
                    <a:moveTo>
                      <a:pt x="159448" y="0"/>
                    </a:moveTo>
                    <a:cubicBezTo>
                      <a:pt x="176498" y="26765"/>
                      <a:pt x="186976" y="58103"/>
                      <a:pt x="188690" y="90488"/>
                    </a:cubicBezTo>
                    <a:cubicBezTo>
                      <a:pt x="190690" y="122872"/>
                      <a:pt x="181451" y="156020"/>
                      <a:pt x="162782" y="182880"/>
                    </a:cubicBezTo>
                    <a:cubicBezTo>
                      <a:pt x="144208" y="209931"/>
                      <a:pt x="117729" y="230029"/>
                      <a:pt x="89630" y="245269"/>
                    </a:cubicBezTo>
                    <a:cubicBezTo>
                      <a:pt x="61246" y="260223"/>
                      <a:pt x="30861" y="270700"/>
                      <a:pt x="0" y="277749"/>
                    </a:cubicBezTo>
                    <a:cubicBezTo>
                      <a:pt x="7429" y="274891"/>
                      <a:pt x="14764" y="272034"/>
                      <a:pt x="22193" y="269367"/>
                    </a:cubicBezTo>
                    <a:cubicBezTo>
                      <a:pt x="29527" y="266509"/>
                      <a:pt x="36766" y="263176"/>
                      <a:pt x="44005" y="260128"/>
                    </a:cubicBezTo>
                    <a:cubicBezTo>
                      <a:pt x="51244" y="257080"/>
                      <a:pt x="58293" y="253460"/>
                      <a:pt x="65341" y="250126"/>
                    </a:cubicBezTo>
                    <a:cubicBezTo>
                      <a:pt x="72295" y="246507"/>
                      <a:pt x="79153" y="242602"/>
                      <a:pt x="85915" y="238792"/>
                    </a:cubicBezTo>
                    <a:cubicBezTo>
                      <a:pt x="112490" y="222504"/>
                      <a:pt x="137541" y="202978"/>
                      <a:pt x="154781" y="177451"/>
                    </a:cubicBezTo>
                    <a:cubicBezTo>
                      <a:pt x="172498" y="152305"/>
                      <a:pt x="181356" y="121634"/>
                      <a:pt x="181261" y="90678"/>
                    </a:cubicBezTo>
                    <a:cubicBezTo>
                      <a:pt x="181356" y="75152"/>
                      <a:pt x="179165" y="59626"/>
                      <a:pt x="175260" y="44482"/>
                    </a:cubicBezTo>
                    <a:cubicBezTo>
                      <a:pt x="171831" y="29146"/>
                      <a:pt x="166402" y="14288"/>
                      <a:pt x="1594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80" name="Forme libre : forme 9179">
                <a:extLst>
                  <a:ext uri="{FF2B5EF4-FFF2-40B4-BE49-F238E27FC236}">
                    <a16:creationId xmlns:a16="http://schemas.microsoft.com/office/drawing/2014/main" id="{59D2E619-7F49-4A07-8A34-BACA9F2BEAA4}"/>
                  </a:ext>
                </a:extLst>
              </p:cNvPr>
              <p:cNvSpPr/>
              <p:nvPr/>
            </p:nvSpPr>
            <p:spPr>
              <a:xfrm>
                <a:off x="2730118" y="2939510"/>
                <a:ext cx="170724" cy="444436"/>
              </a:xfrm>
              <a:custGeom>
                <a:avLst/>
                <a:gdLst>
                  <a:gd name="connsiteX0" fmla="*/ 51376 w 170724"/>
                  <a:gd name="connsiteY0" fmla="*/ 0 h 444436"/>
                  <a:gd name="connsiteX1" fmla="*/ 17848 w 170724"/>
                  <a:gd name="connsiteY1" fmla="*/ 52674 h 444436"/>
                  <a:gd name="connsiteX2" fmla="*/ 7561 w 170724"/>
                  <a:gd name="connsiteY2" fmla="*/ 114014 h 444436"/>
                  <a:gd name="connsiteX3" fmla="*/ 39565 w 170724"/>
                  <a:gd name="connsiteY3" fmla="*/ 232696 h 444436"/>
                  <a:gd name="connsiteX4" fmla="*/ 123671 w 170724"/>
                  <a:gd name="connsiteY4" fmla="*/ 326898 h 444436"/>
                  <a:gd name="connsiteX5" fmla="*/ 170724 w 170724"/>
                  <a:gd name="connsiteY5" fmla="*/ 444437 h 444436"/>
                  <a:gd name="connsiteX6" fmla="*/ 162628 w 170724"/>
                  <a:gd name="connsiteY6" fmla="*/ 413766 h 444436"/>
                  <a:gd name="connsiteX7" fmla="*/ 151293 w 170724"/>
                  <a:gd name="connsiteY7" fmla="*/ 384334 h 444436"/>
                  <a:gd name="connsiteX8" fmla="*/ 136720 w 170724"/>
                  <a:gd name="connsiteY8" fmla="*/ 356616 h 444436"/>
                  <a:gd name="connsiteX9" fmla="*/ 117955 w 170724"/>
                  <a:gd name="connsiteY9" fmla="*/ 331566 h 444436"/>
                  <a:gd name="connsiteX10" fmla="*/ 73760 w 170724"/>
                  <a:gd name="connsiteY10" fmla="*/ 286512 h 444436"/>
                  <a:gd name="connsiteX11" fmla="*/ 31469 w 170724"/>
                  <a:gd name="connsiteY11" fmla="*/ 237839 h 444436"/>
                  <a:gd name="connsiteX12" fmla="*/ 6799 w 170724"/>
                  <a:gd name="connsiteY12" fmla="*/ 177927 h 444436"/>
                  <a:gd name="connsiteX13" fmla="*/ 227 w 170724"/>
                  <a:gd name="connsiteY13" fmla="*/ 113824 h 444436"/>
                  <a:gd name="connsiteX14" fmla="*/ 13562 w 170724"/>
                  <a:gd name="connsiteY14" fmla="*/ 50959 h 444436"/>
                  <a:gd name="connsiteX15" fmla="*/ 51376 w 170724"/>
                  <a:gd name="connsiteY15" fmla="*/ 0 h 444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0724" h="444436">
                    <a:moveTo>
                      <a:pt x="51376" y="0"/>
                    </a:moveTo>
                    <a:cubicBezTo>
                      <a:pt x="35755" y="14383"/>
                      <a:pt x="24992" y="33147"/>
                      <a:pt x="17848" y="52674"/>
                    </a:cubicBezTo>
                    <a:cubicBezTo>
                      <a:pt x="10704" y="72295"/>
                      <a:pt x="7561" y="93250"/>
                      <a:pt x="7561" y="114014"/>
                    </a:cubicBezTo>
                    <a:cubicBezTo>
                      <a:pt x="8323" y="155448"/>
                      <a:pt x="16800" y="198120"/>
                      <a:pt x="39565" y="232696"/>
                    </a:cubicBezTo>
                    <a:cubicBezTo>
                      <a:pt x="61377" y="268129"/>
                      <a:pt x="97286" y="292894"/>
                      <a:pt x="123671" y="326898"/>
                    </a:cubicBezTo>
                    <a:cubicBezTo>
                      <a:pt x="151198" y="360331"/>
                      <a:pt x="165771" y="402527"/>
                      <a:pt x="170724" y="444437"/>
                    </a:cubicBezTo>
                    <a:cubicBezTo>
                      <a:pt x="167867" y="434150"/>
                      <a:pt x="165866" y="423767"/>
                      <a:pt x="162628" y="413766"/>
                    </a:cubicBezTo>
                    <a:cubicBezTo>
                      <a:pt x="159104" y="403860"/>
                      <a:pt x="156151" y="393668"/>
                      <a:pt x="151293" y="384334"/>
                    </a:cubicBezTo>
                    <a:cubicBezTo>
                      <a:pt x="147388" y="374618"/>
                      <a:pt x="141863" y="365665"/>
                      <a:pt x="136720" y="356616"/>
                    </a:cubicBezTo>
                    <a:cubicBezTo>
                      <a:pt x="130814" y="348044"/>
                      <a:pt x="124909" y="339376"/>
                      <a:pt x="117955" y="331566"/>
                    </a:cubicBezTo>
                    <a:cubicBezTo>
                      <a:pt x="104335" y="315754"/>
                      <a:pt x="89190" y="301181"/>
                      <a:pt x="73760" y="286512"/>
                    </a:cubicBezTo>
                    <a:cubicBezTo>
                      <a:pt x="58424" y="271844"/>
                      <a:pt x="43279" y="256223"/>
                      <a:pt x="31469" y="237839"/>
                    </a:cubicBezTo>
                    <a:cubicBezTo>
                      <a:pt x="19943" y="219456"/>
                      <a:pt x="11561" y="199073"/>
                      <a:pt x="6799" y="177927"/>
                    </a:cubicBezTo>
                    <a:cubicBezTo>
                      <a:pt x="2417" y="156877"/>
                      <a:pt x="-916" y="135446"/>
                      <a:pt x="227" y="113824"/>
                    </a:cubicBezTo>
                    <a:cubicBezTo>
                      <a:pt x="1179" y="92297"/>
                      <a:pt x="5275" y="70771"/>
                      <a:pt x="13562" y="50959"/>
                    </a:cubicBezTo>
                    <a:cubicBezTo>
                      <a:pt x="22325" y="31433"/>
                      <a:pt x="34326" y="12859"/>
                      <a:pt x="513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81" name="Forme libre : forme 9180">
                <a:extLst>
                  <a:ext uri="{FF2B5EF4-FFF2-40B4-BE49-F238E27FC236}">
                    <a16:creationId xmlns:a16="http://schemas.microsoft.com/office/drawing/2014/main" id="{4738262A-96EB-4CE2-8C6F-85002E7B3ABF}"/>
                  </a:ext>
                </a:extLst>
              </p:cNvPr>
              <p:cNvSpPr/>
              <p:nvPr/>
            </p:nvSpPr>
            <p:spPr>
              <a:xfrm>
                <a:off x="475726" y="4202477"/>
                <a:ext cx="292468" cy="387238"/>
              </a:xfrm>
              <a:custGeom>
                <a:avLst/>
                <a:gdLst>
                  <a:gd name="connsiteX0" fmla="*/ 56916 w 292468"/>
                  <a:gd name="connsiteY0" fmla="*/ 387239 h 387238"/>
                  <a:gd name="connsiteX1" fmla="*/ 1194 w 292468"/>
                  <a:gd name="connsiteY1" fmla="*/ 243983 h 387238"/>
                  <a:gd name="connsiteX2" fmla="*/ 5004 w 292468"/>
                  <a:gd name="connsiteY2" fmla="*/ 165878 h 387238"/>
                  <a:gd name="connsiteX3" fmla="*/ 14529 w 292468"/>
                  <a:gd name="connsiteY3" fmla="*/ 127873 h 387238"/>
                  <a:gd name="connsiteX4" fmla="*/ 20530 w 292468"/>
                  <a:gd name="connsiteY4" fmla="*/ 109204 h 387238"/>
                  <a:gd name="connsiteX5" fmla="*/ 27960 w 292468"/>
                  <a:gd name="connsiteY5" fmla="*/ 90916 h 387238"/>
                  <a:gd name="connsiteX6" fmla="*/ 74823 w 292468"/>
                  <a:gd name="connsiteY6" fmla="*/ 27670 h 387238"/>
                  <a:gd name="connsiteX7" fmla="*/ 148356 w 292468"/>
                  <a:gd name="connsiteY7" fmla="*/ 143 h 387238"/>
                  <a:gd name="connsiteX8" fmla="*/ 225222 w 292468"/>
                  <a:gd name="connsiteY8" fmla="*/ 14049 h 387238"/>
                  <a:gd name="connsiteX9" fmla="*/ 292469 w 292468"/>
                  <a:gd name="connsiteY9" fmla="*/ 52626 h 387238"/>
                  <a:gd name="connsiteX10" fmla="*/ 223698 w 292468"/>
                  <a:gd name="connsiteY10" fmla="*/ 18431 h 387238"/>
                  <a:gd name="connsiteX11" fmla="*/ 148927 w 292468"/>
                  <a:gd name="connsiteY11" fmla="*/ 7477 h 387238"/>
                  <a:gd name="connsiteX12" fmla="*/ 80442 w 292468"/>
                  <a:gd name="connsiteY12" fmla="*/ 34433 h 387238"/>
                  <a:gd name="connsiteX13" fmla="*/ 36723 w 292468"/>
                  <a:gd name="connsiteY13" fmla="*/ 94917 h 387238"/>
                  <a:gd name="connsiteX14" fmla="*/ 29388 w 292468"/>
                  <a:gd name="connsiteY14" fmla="*/ 112443 h 387238"/>
                  <a:gd name="connsiteX15" fmla="*/ 23388 w 292468"/>
                  <a:gd name="connsiteY15" fmla="*/ 130540 h 387238"/>
                  <a:gd name="connsiteX16" fmla="*/ 13767 w 292468"/>
                  <a:gd name="connsiteY16" fmla="*/ 167402 h 387238"/>
                  <a:gd name="connsiteX17" fmla="*/ 8719 w 292468"/>
                  <a:gd name="connsiteY17" fmla="*/ 243412 h 387238"/>
                  <a:gd name="connsiteX18" fmla="*/ 23292 w 292468"/>
                  <a:gd name="connsiteY18" fmla="*/ 318373 h 387238"/>
                  <a:gd name="connsiteX19" fmla="*/ 56916 w 292468"/>
                  <a:gd name="connsiteY19" fmla="*/ 387239 h 387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92468" h="387238">
                    <a:moveTo>
                      <a:pt x="56916" y="387239"/>
                    </a:moveTo>
                    <a:cubicBezTo>
                      <a:pt x="24150" y="347044"/>
                      <a:pt x="6147" y="295799"/>
                      <a:pt x="1194" y="243983"/>
                    </a:cubicBezTo>
                    <a:cubicBezTo>
                      <a:pt x="-1663" y="217884"/>
                      <a:pt x="1004" y="191691"/>
                      <a:pt x="5004" y="165878"/>
                    </a:cubicBezTo>
                    <a:cubicBezTo>
                      <a:pt x="8052" y="153210"/>
                      <a:pt x="9957" y="140161"/>
                      <a:pt x="14529" y="127873"/>
                    </a:cubicBezTo>
                    <a:lnTo>
                      <a:pt x="20530" y="109204"/>
                    </a:lnTo>
                    <a:cubicBezTo>
                      <a:pt x="22816" y="103108"/>
                      <a:pt x="25293" y="97012"/>
                      <a:pt x="27960" y="90916"/>
                    </a:cubicBezTo>
                    <a:cubicBezTo>
                      <a:pt x="39009" y="67104"/>
                      <a:pt x="54058" y="44529"/>
                      <a:pt x="74823" y="27670"/>
                    </a:cubicBezTo>
                    <a:cubicBezTo>
                      <a:pt x="95492" y="10811"/>
                      <a:pt x="121876" y="1000"/>
                      <a:pt x="148356" y="143"/>
                    </a:cubicBezTo>
                    <a:cubicBezTo>
                      <a:pt x="174835" y="-1000"/>
                      <a:pt x="200934" y="4810"/>
                      <a:pt x="225222" y="14049"/>
                    </a:cubicBezTo>
                    <a:cubicBezTo>
                      <a:pt x="249416" y="23670"/>
                      <a:pt x="272276" y="36433"/>
                      <a:pt x="292469" y="52626"/>
                    </a:cubicBezTo>
                    <a:cubicBezTo>
                      <a:pt x="271133" y="38148"/>
                      <a:pt x="247987" y="26527"/>
                      <a:pt x="223698" y="18431"/>
                    </a:cubicBezTo>
                    <a:cubicBezTo>
                      <a:pt x="199600" y="10239"/>
                      <a:pt x="173978" y="5477"/>
                      <a:pt x="148927" y="7477"/>
                    </a:cubicBezTo>
                    <a:cubicBezTo>
                      <a:pt x="123876" y="9478"/>
                      <a:pt x="99588" y="18336"/>
                      <a:pt x="80442" y="34433"/>
                    </a:cubicBezTo>
                    <a:cubicBezTo>
                      <a:pt x="61202" y="50435"/>
                      <a:pt x="47105" y="71962"/>
                      <a:pt x="36723" y="94917"/>
                    </a:cubicBezTo>
                    <a:cubicBezTo>
                      <a:pt x="34151" y="100632"/>
                      <a:pt x="31674" y="106537"/>
                      <a:pt x="29388" y="112443"/>
                    </a:cubicBezTo>
                    <a:lnTo>
                      <a:pt x="23388" y="130540"/>
                    </a:lnTo>
                    <a:cubicBezTo>
                      <a:pt x="18816" y="142446"/>
                      <a:pt x="16911" y="155115"/>
                      <a:pt x="13767" y="167402"/>
                    </a:cubicBezTo>
                    <a:cubicBezTo>
                      <a:pt x="9481" y="192453"/>
                      <a:pt x="7100" y="217884"/>
                      <a:pt x="8719" y="243412"/>
                    </a:cubicBezTo>
                    <a:cubicBezTo>
                      <a:pt x="10243" y="268843"/>
                      <a:pt x="15101" y="294084"/>
                      <a:pt x="23292" y="318373"/>
                    </a:cubicBezTo>
                    <a:cubicBezTo>
                      <a:pt x="30912" y="342757"/>
                      <a:pt x="42057" y="366189"/>
                      <a:pt x="56916" y="387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82" name="Forme libre : forme 9181">
                <a:extLst>
                  <a:ext uri="{FF2B5EF4-FFF2-40B4-BE49-F238E27FC236}">
                    <a16:creationId xmlns:a16="http://schemas.microsoft.com/office/drawing/2014/main" id="{709F77BC-66E8-4CD3-9871-5AACF3085984}"/>
                  </a:ext>
                </a:extLst>
              </p:cNvPr>
              <p:cNvSpPr/>
              <p:nvPr/>
            </p:nvSpPr>
            <p:spPr>
              <a:xfrm>
                <a:off x="5776345" y="4260799"/>
                <a:ext cx="443388" cy="70789"/>
              </a:xfrm>
              <a:custGeom>
                <a:avLst/>
                <a:gdLst>
                  <a:gd name="connsiteX0" fmla="*/ 0 w 443388"/>
                  <a:gd name="connsiteY0" fmla="*/ 70790 h 70789"/>
                  <a:gd name="connsiteX1" fmla="*/ 100298 w 443388"/>
                  <a:gd name="connsiteY1" fmla="*/ 11449 h 70789"/>
                  <a:gd name="connsiteX2" fmla="*/ 158305 w 443388"/>
                  <a:gd name="connsiteY2" fmla="*/ 209 h 70789"/>
                  <a:gd name="connsiteX3" fmla="*/ 217170 w 443388"/>
                  <a:gd name="connsiteY3" fmla="*/ 5639 h 70789"/>
                  <a:gd name="connsiteX4" fmla="*/ 329660 w 443388"/>
                  <a:gd name="connsiteY4" fmla="*/ 36690 h 70789"/>
                  <a:gd name="connsiteX5" fmla="*/ 443389 w 443388"/>
                  <a:gd name="connsiteY5" fmla="*/ 56026 h 70789"/>
                  <a:gd name="connsiteX6" fmla="*/ 385000 w 443388"/>
                  <a:gd name="connsiteY6" fmla="*/ 55454 h 70789"/>
                  <a:gd name="connsiteX7" fmla="*/ 327660 w 443388"/>
                  <a:gd name="connsiteY7" fmla="*/ 43643 h 70789"/>
                  <a:gd name="connsiteX8" fmla="*/ 215169 w 443388"/>
                  <a:gd name="connsiteY8" fmla="*/ 14783 h 70789"/>
                  <a:gd name="connsiteX9" fmla="*/ 158591 w 443388"/>
                  <a:gd name="connsiteY9" fmla="*/ 8687 h 70789"/>
                  <a:gd name="connsiteX10" fmla="*/ 102394 w 443388"/>
                  <a:gd name="connsiteY10" fmla="*/ 18307 h 70789"/>
                  <a:gd name="connsiteX11" fmla="*/ 49149 w 443388"/>
                  <a:gd name="connsiteY11" fmla="*/ 40119 h 70789"/>
                  <a:gd name="connsiteX12" fmla="*/ 0 w 443388"/>
                  <a:gd name="connsiteY12" fmla="*/ 70790 h 70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3388" h="70789">
                    <a:moveTo>
                      <a:pt x="0" y="70790"/>
                    </a:moveTo>
                    <a:cubicBezTo>
                      <a:pt x="28956" y="44786"/>
                      <a:pt x="63055" y="24212"/>
                      <a:pt x="100298" y="11449"/>
                    </a:cubicBezTo>
                    <a:cubicBezTo>
                      <a:pt x="118872" y="4972"/>
                      <a:pt x="138493" y="971"/>
                      <a:pt x="158305" y="209"/>
                    </a:cubicBezTo>
                    <a:cubicBezTo>
                      <a:pt x="178022" y="-743"/>
                      <a:pt x="198215" y="1638"/>
                      <a:pt x="217170" y="5639"/>
                    </a:cubicBezTo>
                    <a:cubicBezTo>
                      <a:pt x="255461" y="13830"/>
                      <a:pt x="292703" y="25451"/>
                      <a:pt x="329660" y="36690"/>
                    </a:cubicBezTo>
                    <a:cubicBezTo>
                      <a:pt x="366617" y="47834"/>
                      <a:pt x="404431" y="57074"/>
                      <a:pt x="443389" y="56026"/>
                    </a:cubicBezTo>
                    <a:cubicBezTo>
                      <a:pt x="424053" y="58502"/>
                      <a:pt x="404431" y="57836"/>
                      <a:pt x="385000" y="55454"/>
                    </a:cubicBezTo>
                    <a:cubicBezTo>
                      <a:pt x="365570" y="52883"/>
                      <a:pt x="346520" y="48501"/>
                      <a:pt x="327660" y="43643"/>
                    </a:cubicBezTo>
                    <a:cubicBezTo>
                      <a:pt x="290036" y="33737"/>
                      <a:pt x="253079" y="22117"/>
                      <a:pt x="215169" y="14783"/>
                    </a:cubicBezTo>
                    <a:cubicBezTo>
                      <a:pt x="196215" y="10592"/>
                      <a:pt x="177641" y="8115"/>
                      <a:pt x="158591" y="8687"/>
                    </a:cubicBezTo>
                    <a:cubicBezTo>
                      <a:pt x="139541" y="9068"/>
                      <a:pt x="120777" y="13068"/>
                      <a:pt x="102394" y="18307"/>
                    </a:cubicBezTo>
                    <a:cubicBezTo>
                      <a:pt x="84011" y="23641"/>
                      <a:pt x="66199" y="31166"/>
                      <a:pt x="49149" y="40119"/>
                    </a:cubicBezTo>
                    <a:cubicBezTo>
                      <a:pt x="32004" y="48882"/>
                      <a:pt x="15716" y="59455"/>
                      <a:pt x="0" y="707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83" name="Forme libre : forme 9182">
                <a:extLst>
                  <a:ext uri="{FF2B5EF4-FFF2-40B4-BE49-F238E27FC236}">
                    <a16:creationId xmlns:a16="http://schemas.microsoft.com/office/drawing/2014/main" id="{E08EDE61-1CD2-4019-BC42-BDC99CDE8D7F}"/>
                  </a:ext>
                </a:extLst>
              </p:cNvPr>
              <p:cNvSpPr/>
              <p:nvPr/>
            </p:nvSpPr>
            <p:spPr>
              <a:xfrm>
                <a:off x="5594227" y="4387024"/>
                <a:ext cx="70866" cy="36388"/>
              </a:xfrm>
              <a:custGeom>
                <a:avLst/>
                <a:gdLst>
                  <a:gd name="connsiteX0" fmla="*/ 70866 w 70866"/>
                  <a:gd name="connsiteY0" fmla="*/ 22098 h 36388"/>
                  <a:gd name="connsiteX1" fmla="*/ 37242 w 70866"/>
                  <a:gd name="connsiteY1" fmla="*/ 10668 h 36388"/>
                  <a:gd name="connsiteX2" fmla="*/ 17716 w 70866"/>
                  <a:gd name="connsiteY2" fmla="*/ 0 h 36388"/>
                  <a:gd name="connsiteX3" fmla="*/ 56673 w 70866"/>
                  <a:gd name="connsiteY3" fmla="*/ 22384 h 36388"/>
                  <a:gd name="connsiteX4" fmla="*/ 6477 w 70866"/>
                  <a:gd name="connsiteY4" fmla="*/ 9049 h 36388"/>
                  <a:gd name="connsiteX5" fmla="*/ 46291 w 70866"/>
                  <a:gd name="connsiteY5" fmla="*/ 26956 h 36388"/>
                  <a:gd name="connsiteX6" fmla="*/ 22479 w 70866"/>
                  <a:gd name="connsiteY6" fmla="*/ 28289 h 36388"/>
                  <a:gd name="connsiteX7" fmla="*/ 13525 w 70866"/>
                  <a:gd name="connsiteY7" fmla="*/ 30671 h 36388"/>
                  <a:gd name="connsiteX8" fmla="*/ 0 w 70866"/>
                  <a:gd name="connsiteY8" fmla="*/ 31718 h 36388"/>
                  <a:gd name="connsiteX9" fmla="*/ 47434 w 70866"/>
                  <a:gd name="connsiteY9" fmla="*/ 29433 h 36388"/>
                  <a:gd name="connsiteX10" fmla="*/ 29337 w 70866"/>
                  <a:gd name="connsiteY10" fmla="*/ 36004 h 36388"/>
                  <a:gd name="connsiteX11" fmla="*/ 57531 w 70866"/>
                  <a:gd name="connsiteY11" fmla="*/ 32004 h 36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66" h="36388">
                    <a:moveTo>
                      <a:pt x="70866" y="22098"/>
                    </a:moveTo>
                    <a:cubicBezTo>
                      <a:pt x="58864" y="22289"/>
                      <a:pt x="47720" y="16383"/>
                      <a:pt x="37242" y="10668"/>
                    </a:cubicBezTo>
                    <a:cubicBezTo>
                      <a:pt x="30766" y="7144"/>
                      <a:pt x="24193" y="3524"/>
                      <a:pt x="17716" y="0"/>
                    </a:cubicBezTo>
                    <a:cubicBezTo>
                      <a:pt x="30670" y="7429"/>
                      <a:pt x="43624" y="14954"/>
                      <a:pt x="56673" y="22384"/>
                    </a:cubicBezTo>
                    <a:cubicBezTo>
                      <a:pt x="39243" y="21336"/>
                      <a:pt x="22098" y="16764"/>
                      <a:pt x="6477" y="9049"/>
                    </a:cubicBezTo>
                    <a:cubicBezTo>
                      <a:pt x="18383" y="17526"/>
                      <a:pt x="32004" y="23622"/>
                      <a:pt x="46291" y="26956"/>
                    </a:cubicBezTo>
                    <a:cubicBezTo>
                      <a:pt x="38385" y="25908"/>
                      <a:pt x="30194" y="26384"/>
                      <a:pt x="22479" y="28289"/>
                    </a:cubicBezTo>
                    <a:cubicBezTo>
                      <a:pt x="19431" y="29051"/>
                      <a:pt x="16573" y="30004"/>
                      <a:pt x="13525" y="30671"/>
                    </a:cubicBezTo>
                    <a:cubicBezTo>
                      <a:pt x="9048" y="31623"/>
                      <a:pt x="4476" y="32004"/>
                      <a:pt x="0" y="31718"/>
                    </a:cubicBezTo>
                    <a:cubicBezTo>
                      <a:pt x="15716" y="34004"/>
                      <a:pt x="31909" y="33147"/>
                      <a:pt x="47434" y="29433"/>
                    </a:cubicBezTo>
                    <a:cubicBezTo>
                      <a:pt x="42005" y="32861"/>
                      <a:pt x="35719" y="35147"/>
                      <a:pt x="29337" y="36004"/>
                    </a:cubicBezTo>
                    <a:cubicBezTo>
                      <a:pt x="38862" y="37148"/>
                      <a:pt x="48673" y="35719"/>
                      <a:pt x="57531" y="32004"/>
                    </a:cubicBezTo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84" name="Forme libre : forme 9183">
                <a:extLst>
                  <a:ext uri="{FF2B5EF4-FFF2-40B4-BE49-F238E27FC236}">
                    <a16:creationId xmlns:a16="http://schemas.microsoft.com/office/drawing/2014/main" id="{2811B3DE-FC57-4B3B-BF65-F98E05E388AE}"/>
                  </a:ext>
                </a:extLst>
              </p:cNvPr>
              <p:cNvSpPr/>
              <p:nvPr/>
            </p:nvSpPr>
            <p:spPr>
              <a:xfrm>
                <a:off x="6232592" y="4287297"/>
                <a:ext cx="100774" cy="57604"/>
              </a:xfrm>
              <a:custGeom>
                <a:avLst/>
                <a:gdLst>
                  <a:gd name="connsiteX0" fmla="*/ 68009 w 100774"/>
                  <a:gd name="connsiteY0" fmla="*/ 0 h 57604"/>
                  <a:gd name="connsiteX1" fmla="*/ 44291 w 100774"/>
                  <a:gd name="connsiteY1" fmla="*/ 23432 h 57604"/>
                  <a:gd name="connsiteX2" fmla="*/ 32099 w 100774"/>
                  <a:gd name="connsiteY2" fmla="*/ 32671 h 57604"/>
                  <a:gd name="connsiteX3" fmla="*/ 14574 w 100774"/>
                  <a:gd name="connsiteY3" fmla="*/ 40291 h 57604"/>
                  <a:gd name="connsiteX4" fmla="*/ 88773 w 100774"/>
                  <a:gd name="connsiteY4" fmla="*/ 11144 h 57604"/>
                  <a:gd name="connsiteX5" fmla="*/ 37719 w 100774"/>
                  <a:gd name="connsiteY5" fmla="*/ 38576 h 57604"/>
                  <a:gd name="connsiteX6" fmla="*/ 23241 w 100774"/>
                  <a:gd name="connsiteY6" fmla="*/ 41910 h 57604"/>
                  <a:gd name="connsiteX7" fmla="*/ 84201 w 100774"/>
                  <a:gd name="connsiteY7" fmla="*/ 32290 h 57604"/>
                  <a:gd name="connsiteX8" fmla="*/ 100775 w 100774"/>
                  <a:gd name="connsiteY8" fmla="*/ 29909 h 57604"/>
                  <a:gd name="connsiteX9" fmla="*/ 19241 w 100774"/>
                  <a:gd name="connsiteY9" fmla="*/ 48959 h 57604"/>
                  <a:gd name="connsiteX10" fmla="*/ 33243 w 100774"/>
                  <a:gd name="connsiteY10" fmla="*/ 50578 h 57604"/>
                  <a:gd name="connsiteX11" fmla="*/ 92679 w 100774"/>
                  <a:gd name="connsiteY11" fmla="*/ 47720 h 57604"/>
                  <a:gd name="connsiteX12" fmla="*/ 61151 w 100774"/>
                  <a:gd name="connsiteY12" fmla="*/ 54959 h 57604"/>
                  <a:gd name="connsiteX13" fmla="*/ 5905 w 100774"/>
                  <a:gd name="connsiteY13" fmla="*/ 57436 h 57604"/>
                  <a:gd name="connsiteX14" fmla="*/ 8954 w 100774"/>
                  <a:gd name="connsiteY14" fmla="*/ 49340 h 57604"/>
                  <a:gd name="connsiteX15" fmla="*/ 0 w 100774"/>
                  <a:gd name="connsiteY15" fmla="*/ 42577 h 57604"/>
                  <a:gd name="connsiteX16" fmla="*/ 36005 w 100774"/>
                  <a:gd name="connsiteY16" fmla="*/ 25051 h 57604"/>
                  <a:gd name="connsiteX17" fmla="*/ 68009 w 100774"/>
                  <a:gd name="connsiteY17" fmla="*/ 0 h 57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0774" h="57604">
                    <a:moveTo>
                      <a:pt x="68009" y="0"/>
                    </a:moveTo>
                    <a:cubicBezTo>
                      <a:pt x="60960" y="8573"/>
                      <a:pt x="52578" y="16002"/>
                      <a:pt x="44291" y="23432"/>
                    </a:cubicBezTo>
                    <a:cubicBezTo>
                      <a:pt x="40481" y="26861"/>
                      <a:pt x="36576" y="30290"/>
                      <a:pt x="32099" y="32671"/>
                    </a:cubicBezTo>
                    <a:cubicBezTo>
                      <a:pt x="26480" y="35624"/>
                      <a:pt x="20003" y="36862"/>
                      <a:pt x="14574" y="40291"/>
                    </a:cubicBezTo>
                    <a:cubicBezTo>
                      <a:pt x="40481" y="34004"/>
                      <a:pt x="65532" y="24194"/>
                      <a:pt x="88773" y="11144"/>
                    </a:cubicBezTo>
                    <a:cubicBezTo>
                      <a:pt x="72962" y="22479"/>
                      <a:pt x="56674" y="34195"/>
                      <a:pt x="37719" y="38576"/>
                    </a:cubicBezTo>
                    <a:cubicBezTo>
                      <a:pt x="32861" y="39719"/>
                      <a:pt x="28004" y="40386"/>
                      <a:pt x="23241" y="41910"/>
                    </a:cubicBezTo>
                    <a:cubicBezTo>
                      <a:pt x="43815" y="41910"/>
                      <a:pt x="63627" y="33052"/>
                      <a:pt x="84201" y="32290"/>
                    </a:cubicBezTo>
                    <a:cubicBezTo>
                      <a:pt x="89821" y="32099"/>
                      <a:pt x="95821" y="32480"/>
                      <a:pt x="100775" y="29909"/>
                    </a:cubicBezTo>
                    <a:cubicBezTo>
                      <a:pt x="73152" y="34862"/>
                      <a:pt x="47244" y="50673"/>
                      <a:pt x="19241" y="48959"/>
                    </a:cubicBezTo>
                    <a:cubicBezTo>
                      <a:pt x="23718" y="50578"/>
                      <a:pt x="28575" y="51149"/>
                      <a:pt x="33243" y="50578"/>
                    </a:cubicBezTo>
                    <a:cubicBezTo>
                      <a:pt x="52959" y="48101"/>
                      <a:pt x="72866" y="47911"/>
                      <a:pt x="92679" y="47720"/>
                    </a:cubicBezTo>
                    <a:cubicBezTo>
                      <a:pt x="82391" y="50864"/>
                      <a:pt x="71914" y="53912"/>
                      <a:pt x="61151" y="54959"/>
                    </a:cubicBezTo>
                    <a:cubicBezTo>
                      <a:pt x="42672" y="56674"/>
                      <a:pt x="23622" y="52007"/>
                      <a:pt x="5905" y="57436"/>
                    </a:cubicBezTo>
                    <a:cubicBezTo>
                      <a:pt x="10763" y="58769"/>
                      <a:pt x="10859" y="51816"/>
                      <a:pt x="8954" y="49340"/>
                    </a:cubicBezTo>
                    <a:cubicBezTo>
                      <a:pt x="6763" y="46482"/>
                      <a:pt x="953" y="45911"/>
                      <a:pt x="0" y="42577"/>
                    </a:cubicBezTo>
                    <a:cubicBezTo>
                      <a:pt x="12668" y="37529"/>
                      <a:pt x="24575" y="32671"/>
                      <a:pt x="36005" y="25051"/>
                    </a:cubicBezTo>
                    <a:cubicBezTo>
                      <a:pt x="46673" y="18098"/>
                      <a:pt x="60008" y="9811"/>
                      <a:pt x="6800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85" name="Forme libre : forme 9184">
                <a:extLst>
                  <a:ext uri="{FF2B5EF4-FFF2-40B4-BE49-F238E27FC236}">
                    <a16:creationId xmlns:a16="http://schemas.microsoft.com/office/drawing/2014/main" id="{E6EB5798-D365-49A9-A97E-94778BA3F4C7}"/>
                  </a:ext>
                </a:extLst>
              </p:cNvPr>
              <p:cNvSpPr/>
              <p:nvPr/>
            </p:nvSpPr>
            <p:spPr>
              <a:xfrm>
                <a:off x="3775531" y="5042629"/>
                <a:ext cx="98099" cy="89916"/>
              </a:xfrm>
              <a:custGeom>
                <a:avLst/>
                <a:gdLst>
                  <a:gd name="connsiteX0" fmla="*/ 98100 w 98099"/>
                  <a:gd name="connsiteY0" fmla="*/ 0 h 89916"/>
                  <a:gd name="connsiteX1" fmla="*/ 20471 w 98099"/>
                  <a:gd name="connsiteY1" fmla="*/ 65342 h 89916"/>
                  <a:gd name="connsiteX2" fmla="*/ 27615 w 98099"/>
                  <a:gd name="connsiteY2" fmla="*/ 89916 h 89916"/>
                  <a:gd name="connsiteX3" fmla="*/ 83431 w 98099"/>
                  <a:gd name="connsiteY3" fmla="*/ 42006 h 89916"/>
                  <a:gd name="connsiteX4" fmla="*/ 98100 w 98099"/>
                  <a:gd name="connsiteY4" fmla="*/ 0 h 8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099" h="89916">
                    <a:moveTo>
                      <a:pt x="98100" y="0"/>
                    </a:moveTo>
                    <a:cubicBezTo>
                      <a:pt x="98100" y="0"/>
                      <a:pt x="70382" y="65342"/>
                      <a:pt x="20471" y="65342"/>
                    </a:cubicBezTo>
                    <a:cubicBezTo>
                      <a:pt x="-29440" y="65342"/>
                      <a:pt x="27615" y="89916"/>
                      <a:pt x="27615" y="89916"/>
                    </a:cubicBezTo>
                    <a:lnTo>
                      <a:pt x="83431" y="42006"/>
                    </a:lnTo>
                    <a:lnTo>
                      <a:pt x="98100" y="0"/>
                    </a:lnTo>
                    <a:close/>
                  </a:path>
                </a:pathLst>
              </a:custGeom>
              <a:solidFill>
                <a:srgbClr val="139B3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9186" name="Graphique 1">
                <a:extLst>
                  <a:ext uri="{FF2B5EF4-FFF2-40B4-BE49-F238E27FC236}">
                    <a16:creationId xmlns:a16="http://schemas.microsoft.com/office/drawing/2014/main" id="{DB9602E5-C35F-4432-A42D-2E0E5BC67FB4}"/>
                  </a:ext>
                </a:extLst>
              </p:cNvPr>
              <p:cNvGrpSpPr/>
              <p:nvPr/>
            </p:nvGrpSpPr>
            <p:grpSpPr>
              <a:xfrm>
                <a:off x="285659" y="1270825"/>
                <a:ext cx="7879556" cy="3840479"/>
                <a:chOff x="285659" y="1270825"/>
                <a:chExt cx="7879556" cy="3840479"/>
              </a:xfrm>
              <a:solidFill>
                <a:srgbClr val="EDA629"/>
              </a:solidFill>
            </p:grpSpPr>
            <p:sp>
              <p:nvSpPr>
                <p:cNvPr id="9357" name="Forme libre : forme 9356">
                  <a:extLst>
                    <a:ext uri="{FF2B5EF4-FFF2-40B4-BE49-F238E27FC236}">
                      <a16:creationId xmlns:a16="http://schemas.microsoft.com/office/drawing/2014/main" id="{33B0FAC0-7526-483E-904B-AEAA718A2DB3}"/>
                    </a:ext>
                  </a:extLst>
                </p:cNvPr>
                <p:cNvSpPr/>
                <p:nvPr/>
              </p:nvSpPr>
              <p:spPr>
                <a:xfrm>
                  <a:off x="7591215" y="1660302"/>
                  <a:ext cx="83272" cy="176212"/>
                </a:xfrm>
                <a:custGeom>
                  <a:avLst/>
                  <a:gdLst>
                    <a:gd name="connsiteX0" fmla="*/ 21264 w 83272"/>
                    <a:gd name="connsiteY0" fmla="*/ 70009 h 176212"/>
                    <a:gd name="connsiteX1" fmla="*/ 33837 w 83272"/>
                    <a:gd name="connsiteY1" fmla="*/ 104204 h 176212"/>
                    <a:gd name="connsiteX2" fmla="*/ 38410 w 83272"/>
                    <a:gd name="connsiteY2" fmla="*/ 121444 h 176212"/>
                    <a:gd name="connsiteX3" fmla="*/ 43172 w 83272"/>
                    <a:gd name="connsiteY3" fmla="*/ 140017 h 176212"/>
                    <a:gd name="connsiteX4" fmla="*/ 61460 w 83272"/>
                    <a:gd name="connsiteY4" fmla="*/ 171069 h 176212"/>
                    <a:gd name="connsiteX5" fmla="*/ 83272 w 83272"/>
                    <a:gd name="connsiteY5" fmla="*/ 176213 h 176212"/>
                    <a:gd name="connsiteX6" fmla="*/ 78986 w 83272"/>
                    <a:gd name="connsiteY6" fmla="*/ 170593 h 176212"/>
                    <a:gd name="connsiteX7" fmla="*/ 53745 w 83272"/>
                    <a:gd name="connsiteY7" fmla="*/ 135827 h 176212"/>
                    <a:gd name="connsiteX8" fmla="*/ 48411 w 83272"/>
                    <a:gd name="connsiteY8" fmla="*/ 119158 h 176212"/>
                    <a:gd name="connsiteX9" fmla="*/ 42124 w 83272"/>
                    <a:gd name="connsiteY9" fmla="*/ 101346 h 176212"/>
                    <a:gd name="connsiteX10" fmla="*/ 26598 w 83272"/>
                    <a:gd name="connsiteY10" fmla="*/ 67723 h 176212"/>
                    <a:gd name="connsiteX11" fmla="*/ 10596 w 83272"/>
                    <a:gd name="connsiteY11" fmla="*/ 34766 h 176212"/>
                    <a:gd name="connsiteX12" fmla="*/ 24 w 83272"/>
                    <a:gd name="connsiteY12" fmla="*/ 0 h 176212"/>
                    <a:gd name="connsiteX13" fmla="*/ 7834 w 83272"/>
                    <a:gd name="connsiteY13" fmla="*/ 35909 h 176212"/>
                    <a:gd name="connsiteX14" fmla="*/ 21264 w 83272"/>
                    <a:gd name="connsiteY14" fmla="*/ 70009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3272" h="176212">
                      <a:moveTo>
                        <a:pt x="21264" y="70009"/>
                      </a:moveTo>
                      <a:cubicBezTo>
                        <a:pt x="25741" y="81344"/>
                        <a:pt x="30218" y="92774"/>
                        <a:pt x="33837" y="104204"/>
                      </a:cubicBezTo>
                      <a:cubicBezTo>
                        <a:pt x="35647" y="109919"/>
                        <a:pt x="37267" y="115729"/>
                        <a:pt x="38410" y="121444"/>
                      </a:cubicBezTo>
                      <a:cubicBezTo>
                        <a:pt x="39267" y="126873"/>
                        <a:pt x="40886" y="134112"/>
                        <a:pt x="43172" y="140017"/>
                      </a:cubicBezTo>
                      <a:cubicBezTo>
                        <a:pt x="47649" y="151448"/>
                        <a:pt x="54030" y="161639"/>
                        <a:pt x="61460" y="171069"/>
                      </a:cubicBezTo>
                      <a:cubicBezTo>
                        <a:pt x="68794" y="172307"/>
                        <a:pt x="76128" y="173927"/>
                        <a:pt x="83272" y="176213"/>
                      </a:cubicBezTo>
                      <a:cubicBezTo>
                        <a:pt x="81844" y="174403"/>
                        <a:pt x="80415" y="172498"/>
                        <a:pt x="78986" y="170593"/>
                      </a:cubicBezTo>
                      <a:cubicBezTo>
                        <a:pt x="68604" y="160211"/>
                        <a:pt x="59650" y="148780"/>
                        <a:pt x="53745" y="135827"/>
                      </a:cubicBezTo>
                      <a:cubicBezTo>
                        <a:pt x="51364" y="130397"/>
                        <a:pt x="50125" y="125635"/>
                        <a:pt x="48411" y="119158"/>
                      </a:cubicBezTo>
                      <a:cubicBezTo>
                        <a:pt x="46601" y="113062"/>
                        <a:pt x="44505" y="107156"/>
                        <a:pt x="42124" y="101346"/>
                      </a:cubicBezTo>
                      <a:cubicBezTo>
                        <a:pt x="37457" y="89821"/>
                        <a:pt x="32028" y="78677"/>
                        <a:pt x="26598" y="67723"/>
                      </a:cubicBezTo>
                      <a:cubicBezTo>
                        <a:pt x="21169" y="56769"/>
                        <a:pt x="15645" y="45815"/>
                        <a:pt x="10596" y="34766"/>
                      </a:cubicBezTo>
                      <a:cubicBezTo>
                        <a:pt x="5834" y="23622"/>
                        <a:pt x="595" y="12287"/>
                        <a:pt x="24" y="0"/>
                      </a:cubicBezTo>
                      <a:cubicBezTo>
                        <a:pt x="-357" y="12383"/>
                        <a:pt x="3929" y="24289"/>
                        <a:pt x="7834" y="35909"/>
                      </a:cubicBezTo>
                      <a:cubicBezTo>
                        <a:pt x="12025" y="47339"/>
                        <a:pt x="16692" y="58674"/>
                        <a:pt x="21264" y="7000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58" name="Forme libre : forme 9357">
                  <a:extLst>
                    <a:ext uri="{FF2B5EF4-FFF2-40B4-BE49-F238E27FC236}">
                      <a16:creationId xmlns:a16="http://schemas.microsoft.com/office/drawing/2014/main" id="{1AF56433-57A4-44E6-8809-A0D91BBBABE0}"/>
                    </a:ext>
                  </a:extLst>
                </p:cNvPr>
                <p:cNvSpPr/>
                <p:nvPr/>
              </p:nvSpPr>
              <p:spPr>
                <a:xfrm>
                  <a:off x="7780214" y="1633061"/>
                  <a:ext cx="207425" cy="367379"/>
                </a:xfrm>
                <a:custGeom>
                  <a:avLst/>
                  <a:gdLst>
                    <a:gd name="connsiteX0" fmla="*/ 23336 w 207425"/>
                    <a:gd name="connsiteY0" fmla="*/ 37052 h 367379"/>
                    <a:gd name="connsiteX1" fmla="*/ 63912 w 207425"/>
                    <a:gd name="connsiteY1" fmla="*/ 53340 h 367379"/>
                    <a:gd name="connsiteX2" fmla="*/ 102489 w 207425"/>
                    <a:gd name="connsiteY2" fmla="*/ 65246 h 367379"/>
                    <a:gd name="connsiteX3" fmla="*/ 121062 w 207425"/>
                    <a:gd name="connsiteY3" fmla="*/ 73533 h 367379"/>
                    <a:gd name="connsiteX4" fmla="*/ 131064 w 207425"/>
                    <a:gd name="connsiteY4" fmla="*/ 78581 h 367379"/>
                    <a:gd name="connsiteX5" fmla="*/ 175355 w 207425"/>
                    <a:gd name="connsiteY5" fmla="*/ 132588 h 367379"/>
                    <a:gd name="connsiteX6" fmla="*/ 182308 w 207425"/>
                    <a:gd name="connsiteY6" fmla="*/ 153162 h 367379"/>
                    <a:gd name="connsiteX7" fmla="*/ 182880 w 207425"/>
                    <a:gd name="connsiteY7" fmla="*/ 217646 h 367379"/>
                    <a:gd name="connsiteX8" fmla="*/ 154495 w 207425"/>
                    <a:gd name="connsiteY8" fmla="*/ 269843 h 367379"/>
                    <a:gd name="connsiteX9" fmla="*/ 136493 w 207425"/>
                    <a:gd name="connsiteY9" fmla="*/ 296609 h 367379"/>
                    <a:gd name="connsiteX10" fmla="*/ 118681 w 207425"/>
                    <a:gd name="connsiteY10" fmla="*/ 322802 h 367379"/>
                    <a:gd name="connsiteX11" fmla="*/ 99726 w 207425"/>
                    <a:gd name="connsiteY11" fmla="*/ 350520 h 367379"/>
                    <a:gd name="connsiteX12" fmla="*/ 106870 w 207425"/>
                    <a:gd name="connsiteY12" fmla="*/ 367379 h 367379"/>
                    <a:gd name="connsiteX13" fmla="*/ 132207 w 207425"/>
                    <a:gd name="connsiteY13" fmla="*/ 332518 h 367379"/>
                    <a:gd name="connsiteX14" fmla="*/ 151066 w 207425"/>
                    <a:gd name="connsiteY14" fmla="*/ 306038 h 367379"/>
                    <a:gd name="connsiteX15" fmla="*/ 169450 w 207425"/>
                    <a:gd name="connsiteY15" fmla="*/ 279940 h 367379"/>
                    <a:gd name="connsiteX16" fmla="*/ 201358 w 207425"/>
                    <a:gd name="connsiteY16" fmla="*/ 221933 h 367379"/>
                    <a:gd name="connsiteX17" fmla="*/ 206311 w 207425"/>
                    <a:gd name="connsiteY17" fmla="*/ 207454 h 367379"/>
                    <a:gd name="connsiteX18" fmla="*/ 203549 w 207425"/>
                    <a:gd name="connsiteY18" fmla="*/ 157258 h 367379"/>
                    <a:gd name="connsiteX19" fmla="*/ 198596 w 207425"/>
                    <a:gd name="connsiteY19" fmla="*/ 141446 h 367379"/>
                    <a:gd name="connsiteX20" fmla="*/ 198215 w 207425"/>
                    <a:gd name="connsiteY20" fmla="*/ 148114 h 367379"/>
                    <a:gd name="connsiteX21" fmla="*/ 192691 w 207425"/>
                    <a:gd name="connsiteY21" fmla="*/ 131350 h 367379"/>
                    <a:gd name="connsiteX22" fmla="*/ 175164 w 207425"/>
                    <a:gd name="connsiteY22" fmla="*/ 103442 h 367379"/>
                    <a:gd name="connsiteX23" fmla="*/ 172878 w 207425"/>
                    <a:gd name="connsiteY23" fmla="*/ 100203 h 367379"/>
                    <a:gd name="connsiteX24" fmla="*/ 152400 w 207425"/>
                    <a:gd name="connsiteY24" fmla="*/ 82582 h 367379"/>
                    <a:gd name="connsiteX25" fmla="*/ 142398 w 207425"/>
                    <a:gd name="connsiteY25" fmla="*/ 77533 h 367379"/>
                    <a:gd name="connsiteX26" fmla="*/ 123825 w 207425"/>
                    <a:gd name="connsiteY26" fmla="*/ 69247 h 367379"/>
                    <a:gd name="connsiteX27" fmla="*/ 85248 w 207425"/>
                    <a:gd name="connsiteY27" fmla="*/ 57341 h 367379"/>
                    <a:gd name="connsiteX28" fmla="*/ 44672 w 207425"/>
                    <a:gd name="connsiteY28" fmla="*/ 41053 h 367379"/>
                    <a:gd name="connsiteX29" fmla="*/ 35242 w 207425"/>
                    <a:gd name="connsiteY29" fmla="*/ 31433 h 367379"/>
                    <a:gd name="connsiteX30" fmla="*/ 29242 w 207425"/>
                    <a:gd name="connsiteY30" fmla="*/ 28670 h 367379"/>
                    <a:gd name="connsiteX31" fmla="*/ 1238 w 207425"/>
                    <a:gd name="connsiteY31" fmla="*/ 0 h 367379"/>
                    <a:gd name="connsiteX32" fmla="*/ 0 w 207425"/>
                    <a:gd name="connsiteY32" fmla="*/ 667 h 367379"/>
                    <a:gd name="connsiteX33" fmla="*/ 23336 w 207425"/>
                    <a:gd name="connsiteY33" fmla="*/ 37052 h 367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07425" h="367379">
                      <a:moveTo>
                        <a:pt x="23336" y="37052"/>
                      </a:moveTo>
                      <a:cubicBezTo>
                        <a:pt x="35433" y="46768"/>
                        <a:pt x="50768" y="50292"/>
                        <a:pt x="63912" y="53340"/>
                      </a:cubicBezTo>
                      <a:cubicBezTo>
                        <a:pt x="77057" y="56388"/>
                        <a:pt x="89916" y="60388"/>
                        <a:pt x="102489" y="65246"/>
                      </a:cubicBezTo>
                      <a:cubicBezTo>
                        <a:pt x="108775" y="67723"/>
                        <a:pt x="114871" y="70485"/>
                        <a:pt x="121062" y="73533"/>
                      </a:cubicBezTo>
                      <a:cubicBezTo>
                        <a:pt x="124396" y="75152"/>
                        <a:pt x="127730" y="76867"/>
                        <a:pt x="131064" y="78581"/>
                      </a:cubicBezTo>
                      <a:cubicBezTo>
                        <a:pt x="150495" y="92107"/>
                        <a:pt x="166211" y="110681"/>
                        <a:pt x="175355" y="132588"/>
                      </a:cubicBezTo>
                      <a:cubicBezTo>
                        <a:pt x="178403" y="139922"/>
                        <a:pt x="180594" y="145447"/>
                        <a:pt x="182308" y="153162"/>
                      </a:cubicBezTo>
                      <a:cubicBezTo>
                        <a:pt x="185928" y="169926"/>
                        <a:pt x="188690" y="187262"/>
                        <a:pt x="182880" y="217646"/>
                      </a:cubicBezTo>
                      <a:cubicBezTo>
                        <a:pt x="175831" y="236029"/>
                        <a:pt x="165830" y="253079"/>
                        <a:pt x="154495" y="269843"/>
                      </a:cubicBezTo>
                      <a:cubicBezTo>
                        <a:pt x="148685" y="278606"/>
                        <a:pt x="142304" y="287369"/>
                        <a:pt x="136493" y="296609"/>
                      </a:cubicBezTo>
                      <a:cubicBezTo>
                        <a:pt x="130969" y="305371"/>
                        <a:pt x="124682" y="314039"/>
                        <a:pt x="118681" y="322802"/>
                      </a:cubicBezTo>
                      <a:cubicBezTo>
                        <a:pt x="112300" y="331946"/>
                        <a:pt x="106013" y="341281"/>
                        <a:pt x="99726" y="350520"/>
                      </a:cubicBezTo>
                      <a:cubicBezTo>
                        <a:pt x="103346" y="357188"/>
                        <a:pt x="105537" y="362903"/>
                        <a:pt x="106870" y="367379"/>
                      </a:cubicBezTo>
                      <a:cubicBezTo>
                        <a:pt x="115252" y="355759"/>
                        <a:pt x="123730" y="344138"/>
                        <a:pt x="132207" y="332518"/>
                      </a:cubicBezTo>
                      <a:cubicBezTo>
                        <a:pt x="138493" y="323850"/>
                        <a:pt x="144875" y="315278"/>
                        <a:pt x="151066" y="306038"/>
                      </a:cubicBezTo>
                      <a:cubicBezTo>
                        <a:pt x="156876" y="297371"/>
                        <a:pt x="163163" y="288893"/>
                        <a:pt x="169450" y="279940"/>
                      </a:cubicBezTo>
                      <a:cubicBezTo>
                        <a:pt x="182023" y="262223"/>
                        <a:pt x="193453" y="242792"/>
                        <a:pt x="201358" y="221933"/>
                      </a:cubicBezTo>
                      <a:cubicBezTo>
                        <a:pt x="203168" y="217170"/>
                        <a:pt x="204883" y="212312"/>
                        <a:pt x="206311" y="207454"/>
                      </a:cubicBezTo>
                      <a:cubicBezTo>
                        <a:pt x="208883" y="185547"/>
                        <a:pt x="206597" y="171164"/>
                        <a:pt x="203549" y="157258"/>
                      </a:cubicBezTo>
                      <a:cubicBezTo>
                        <a:pt x="202216" y="151257"/>
                        <a:pt x="200596" y="146685"/>
                        <a:pt x="198596" y="141446"/>
                      </a:cubicBezTo>
                      <a:cubicBezTo>
                        <a:pt x="198501" y="143637"/>
                        <a:pt x="198405" y="145923"/>
                        <a:pt x="198215" y="148114"/>
                      </a:cubicBezTo>
                      <a:cubicBezTo>
                        <a:pt x="196691" y="142399"/>
                        <a:pt x="194976" y="136779"/>
                        <a:pt x="192691" y="131350"/>
                      </a:cubicBezTo>
                      <a:cubicBezTo>
                        <a:pt x="188404" y="121158"/>
                        <a:pt x="182403" y="111728"/>
                        <a:pt x="175164" y="103442"/>
                      </a:cubicBezTo>
                      <a:cubicBezTo>
                        <a:pt x="174498" y="102299"/>
                        <a:pt x="173641" y="101346"/>
                        <a:pt x="172878" y="100203"/>
                      </a:cubicBezTo>
                      <a:cubicBezTo>
                        <a:pt x="166688" y="93631"/>
                        <a:pt x="159829" y="87725"/>
                        <a:pt x="152400" y="82582"/>
                      </a:cubicBezTo>
                      <a:cubicBezTo>
                        <a:pt x="149066" y="80867"/>
                        <a:pt x="145732" y="79153"/>
                        <a:pt x="142398" y="77533"/>
                      </a:cubicBezTo>
                      <a:cubicBezTo>
                        <a:pt x="136207" y="74486"/>
                        <a:pt x="130111" y="71723"/>
                        <a:pt x="123825" y="69247"/>
                      </a:cubicBezTo>
                      <a:cubicBezTo>
                        <a:pt x="111347" y="64389"/>
                        <a:pt x="98488" y="60388"/>
                        <a:pt x="85248" y="57341"/>
                      </a:cubicBezTo>
                      <a:cubicBezTo>
                        <a:pt x="72104" y="54197"/>
                        <a:pt x="56673" y="50768"/>
                        <a:pt x="44672" y="41053"/>
                      </a:cubicBezTo>
                      <a:cubicBezTo>
                        <a:pt x="41053" y="38100"/>
                        <a:pt x="38005" y="34862"/>
                        <a:pt x="35242" y="31433"/>
                      </a:cubicBezTo>
                      <a:cubicBezTo>
                        <a:pt x="33242" y="30575"/>
                        <a:pt x="31146" y="29718"/>
                        <a:pt x="29242" y="28670"/>
                      </a:cubicBezTo>
                      <a:cubicBezTo>
                        <a:pt x="18192" y="22479"/>
                        <a:pt x="9810" y="11049"/>
                        <a:pt x="1238" y="0"/>
                      </a:cubicBezTo>
                      <a:lnTo>
                        <a:pt x="0" y="667"/>
                      </a:lnTo>
                      <a:cubicBezTo>
                        <a:pt x="4763" y="13907"/>
                        <a:pt x="11144" y="27337"/>
                        <a:pt x="23336" y="37052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59" name="Forme libre : forme 9358">
                  <a:extLst>
                    <a:ext uri="{FF2B5EF4-FFF2-40B4-BE49-F238E27FC236}">
                      <a16:creationId xmlns:a16="http://schemas.microsoft.com/office/drawing/2014/main" id="{BE5E8DD3-A8C2-40A5-B685-07662892EEA2}"/>
                    </a:ext>
                  </a:extLst>
                </p:cNvPr>
                <p:cNvSpPr/>
                <p:nvPr/>
              </p:nvSpPr>
              <p:spPr>
                <a:xfrm>
                  <a:off x="7809646" y="1510760"/>
                  <a:ext cx="85058" cy="173069"/>
                </a:xfrm>
                <a:custGeom>
                  <a:avLst/>
                  <a:gdLst>
                    <a:gd name="connsiteX0" fmla="*/ 43434 w 85058"/>
                    <a:gd name="connsiteY0" fmla="*/ 69342 h 173069"/>
                    <a:gd name="connsiteX1" fmla="*/ 49149 w 85058"/>
                    <a:gd name="connsiteY1" fmla="*/ 73438 h 173069"/>
                    <a:gd name="connsiteX2" fmla="*/ 52007 w 85058"/>
                    <a:gd name="connsiteY2" fmla="*/ 75343 h 173069"/>
                    <a:gd name="connsiteX3" fmla="*/ 53912 w 85058"/>
                    <a:gd name="connsiteY3" fmla="*/ 76771 h 173069"/>
                    <a:gd name="connsiteX4" fmla="*/ 59817 w 85058"/>
                    <a:gd name="connsiteY4" fmla="*/ 85439 h 173069"/>
                    <a:gd name="connsiteX5" fmla="*/ 62579 w 85058"/>
                    <a:gd name="connsiteY5" fmla="*/ 136588 h 173069"/>
                    <a:gd name="connsiteX6" fmla="*/ 63055 w 85058"/>
                    <a:gd name="connsiteY6" fmla="*/ 146018 h 173069"/>
                    <a:gd name="connsiteX7" fmla="*/ 69342 w 85058"/>
                    <a:gd name="connsiteY7" fmla="*/ 168592 h 173069"/>
                    <a:gd name="connsiteX8" fmla="*/ 79439 w 85058"/>
                    <a:gd name="connsiteY8" fmla="*/ 171069 h 173069"/>
                    <a:gd name="connsiteX9" fmla="*/ 85058 w 85058"/>
                    <a:gd name="connsiteY9" fmla="*/ 173069 h 173069"/>
                    <a:gd name="connsiteX10" fmla="*/ 72580 w 85058"/>
                    <a:gd name="connsiteY10" fmla="*/ 112681 h 173069"/>
                    <a:gd name="connsiteX11" fmla="*/ 72485 w 85058"/>
                    <a:gd name="connsiteY11" fmla="*/ 112585 h 173069"/>
                    <a:gd name="connsiteX12" fmla="*/ 72866 w 85058"/>
                    <a:gd name="connsiteY12" fmla="*/ 95917 h 173069"/>
                    <a:gd name="connsiteX13" fmla="*/ 74486 w 85058"/>
                    <a:gd name="connsiteY13" fmla="*/ 80582 h 173069"/>
                    <a:gd name="connsiteX14" fmla="*/ 73152 w 85058"/>
                    <a:gd name="connsiteY14" fmla="*/ 79534 h 173069"/>
                    <a:gd name="connsiteX15" fmla="*/ 70295 w 85058"/>
                    <a:gd name="connsiteY15" fmla="*/ 77629 h 173069"/>
                    <a:gd name="connsiteX16" fmla="*/ 64580 w 85058"/>
                    <a:gd name="connsiteY16" fmla="*/ 73533 h 173069"/>
                    <a:gd name="connsiteX17" fmla="*/ 44672 w 85058"/>
                    <a:gd name="connsiteY17" fmla="*/ 54197 h 173069"/>
                    <a:gd name="connsiteX18" fmla="*/ 35814 w 85058"/>
                    <a:gd name="connsiteY18" fmla="*/ 42100 h 173069"/>
                    <a:gd name="connsiteX19" fmla="*/ 34195 w 85058"/>
                    <a:gd name="connsiteY19" fmla="*/ 40481 h 173069"/>
                    <a:gd name="connsiteX20" fmla="*/ 1334 w 85058"/>
                    <a:gd name="connsiteY20" fmla="*/ 0 h 173069"/>
                    <a:gd name="connsiteX21" fmla="*/ 0 w 85058"/>
                    <a:gd name="connsiteY21" fmla="*/ 381 h 173069"/>
                    <a:gd name="connsiteX22" fmla="*/ 23622 w 85058"/>
                    <a:gd name="connsiteY22" fmla="*/ 50006 h 173069"/>
                    <a:gd name="connsiteX23" fmla="*/ 43434 w 85058"/>
                    <a:gd name="connsiteY23" fmla="*/ 69342 h 173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5058" h="173069">
                      <a:moveTo>
                        <a:pt x="43434" y="69342"/>
                      </a:moveTo>
                      <a:cubicBezTo>
                        <a:pt x="45339" y="70675"/>
                        <a:pt x="47149" y="72104"/>
                        <a:pt x="49149" y="73438"/>
                      </a:cubicBezTo>
                      <a:lnTo>
                        <a:pt x="52007" y="75343"/>
                      </a:lnTo>
                      <a:lnTo>
                        <a:pt x="53912" y="76771"/>
                      </a:lnTo>
                      <a:cubicBezTo>
                        <a:pt x="56293" y="78962"/>
                        <a:pt x="58388" y="81915"/>
                        <a:pt x="59817" y="85439"/>
                      </a:cubicBezTo>
                      <a:cubicBezTo>
                        <a:pt x="65247" y="100298"/>
                        <a:pt x="63055" y="118682"/>
                        <a:pt x="62579" y="136588"/>
                      </a:cubicBezTo>
                      <a:cubicBezTo>
                        <a:pt x="62484" y="139541"/>
                        <a:pt x="62675" y="142780"/>
                        <a:pt x="63055" y="146018"/>
                      </a:cubicBezTo>
                      <a:cubicBezTo>
                        <a:pt x="63913" y="153638"/>
                        <a:pt x="66580" y="161734"/>
                        <a:pt x="69342" y="168592"/>
                      </a:cubicBezTo>
                      <a:cubicBezTo>
                        <a:pt x="72676" y="169450"/>
                        <a:pt x="76105" y="170117"/>
                        <a:pt x="79439" y="171069"/>
                      </a:cubicBezTo>
                      <a:cubicBezTo>
                        <a:pt x="81344" y="171641"/>
                        <a:pt x="83154" y="172403"/>
                        <a:pt x="85058" y="173069"/>
                      </a:cubicBezTo>
                      <a:cubicBezTo>
                        <a:pt x="73819" y="158972"/>
                        <a:pt x="68485" y="148780"/>
                        <a:pt x="72580" y="112681"/>
                      </a:cubicBezTo>
                      <a:lnTo>
                        <a:pt x="72485" y="112585"/>
                      </a:lnTo>
                      <a:cubicBezTo>
                        <a:pt x="72962" y="107156"/>
                        <a:pt x="73247" y="101537"/>
                        <a:pt x="72866" y="95917"/>
                      </a:cubicBezTo>
                      <a:cubicBezTo>
                        <a:pt x="73533" y="90773"/>
                        <a:pt x="74009" y="85725"/>
                        <a:pt x="74486" y="80582"/>
                      </a:cubicBezTo>
                      <a:lnTo>
                        <a:pt x="73152" y="79534"/>
                      </a:lnTo>
                      <a:lnTo>
                        <a:pt x="70295" y="77629"/>
                      </a:lnTo>
                      <a:cubicBezTo>
                        <a:pt x="68295" y="76295"/>
                        <a:pt x="66485" y="74867"/>
                        <a:pt x="64580" y="73533"/>
                      </a:cubicBezTo>
                      <a:cubicBezTo>
                        <a:pt x="57245" y="67723"/>
                        <a:pt x="50482" y="61436"/>
                        <a:pt x="44672" y="54197"/>
                      </a:cubicBezTo>
                      <a:cubicBezTo>
                        <a:pt x="41624" y="50292"/>
                        <a:pt x="38576" y="46292"/>
                        <a:pt x="35814" y="42100"/>
                      </a:cubicBezTo>
                      <a:cubicBezTo>
                        <a:pt x="35243" y="41529"/>
                        <a:pt x="34766" y="41053"/>
                        <a:pt x="34195" y="40481"/>
                      </a:cubicBezTo>
                      <a:cubicBezTo>
                        <a:pt x="22098" y="28194"/>
                        <a:pt x="10668" y="15335"/>
                        <a:pt x="1334" y="0"/>
                      </a:cubicBezTo>
                      <a:lnTo>
                        <a:pt x="0" y="381"/>
                      </a:lnTo>
                      <a:cubicBezTo>
                        <a:pt x="2000" y="19050"/>
                        <a:pt x="12192" y="35719"/>
                        <a:pt x="23622" y="50006"/>
                      </a:cubicBezTo>
                      <a:cubicBezTo>
                        <a:pt x="29337" y="57150"/>
                        <a:pt x="36100" y="63532"/>
                        <a:pt x="43434" y="69342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60" name="Forme libre : forme 9359">
                  <a:extLst>
                    <a:ext uri="{FF2B5EF4-FFF2-40B4-BE49-F238E27FC236}">
                      <a16:creationId xmlns:a16="http://schemas.microsoft.com/office/drawing/2014/main" id="{757BA250-72B6-4724-8C6C-61AC895D303C}"/>
                    </a:ext>
                  </a:extLst>
                </p:cNvPr>
                <p:cNvSpPr/>
                <p:nvPr/>
              </p:nvSpPr>
              <p:spPr>
                <a:xfrm>
                  <a:off x="7201189" y="1903761"/>
                  <a:ext cx="199739" cy="135064"/>
                </a:xfrm>
                <a:custGeom>
                  <a:avLst/>
                  <a:gdLst>
                    <a:gd name="connsiteX0" fmla="*/ 167926 w 199739"/>
                    <a:gd name="connsiteY0" fmla="*/ 105251 h 135064"/>
                    <a:gd name="connsiteX1" fmla="*/ 181070 w 199739"/>
                    <a:gd name="connsiteY1" fmla="*/ 121063 h 135064"/>
                    <a:gd name="connsiteX2" fmla="*/ 41243 w 199739"/>
                    <a:gd name="connsiteY2" fmla="*/ 124111 h 135064"/>
                    <a:gd name="connsiteX3" fmla="*/ 4001 w 199739"/>
                    <a:gd name="connsiteY3" fmla="*/ 130302 h 135064"/>
                    <a:gd name="connsiteX4" fmla="*/ 22098 w 199739"/>
                    <a:gd name="connsiteY4" fmla="*/ 135065 h 135064"/>
                    <a:gd name="connsiteX5" fmla="*/ 62389 w 199739"/>
                    <a:gd name="connsiteY5" fmla="*/ 128302 h 135064"/>
                    <a:gd name="connsiteX6" fmla="*/ 199740 w 199739"/>
                    <a:gd name="connsiteY6" fmla="*/ 124873 h 135064"/>
                    <a:gd name="connsiteX7" fmla="*/ 190691 w 199739"/>
                    <a:gd name="connsiteY7" fmla="*/ 115443 h 135064"/>
                    <a:gd name="connsiteX8" fmla="*/ 175832 w 199739"/>
                    <a:gd name="connsiteY8" fmla="*/ 98774 h 135064"/>
                    <a:gd name="connsiteX9" fmla="*/ 168116 w 199739"/>
                    <a:gd name="connsiteY9" fmla="*/ 90392 h 135064"/>
                    <a:gd name="connsiteX10" fmla="*/ 168212 w 199739"/>
                    <a:gd name="connsiteY10" fmla="*/ 90202 h 135064"/>
                    <a:gd name="connsiteX11" fmla="*/ 165354 w 199739"/>
                    <a:gd name="connsiteY11" fmla="*/ 87440 h 135064"/>
                    <a:gd name="connsiteX12" fmla="*/ 160211 w 199739"/>
                    <a:gd name="connsiteY12" fmla="*/ 81915 h 135064"/>
                    <a:gd name="connsiteX13" fmla="*/ 158211 w 199739"/>
                    <a:gd name="connsiteY13" fmla="*/ 80105 h 135064"/>
                    <a:gd name="connsiteX14" fmla="*/ 151448 w 199739"/>
                    <a:gd name="connsiteY14" fmla="*/ 72771 h 135064"/>
                    <a:gd name="connsiteX15" fmla="*/ 148209 w 199739"/>
                    <a:gd name="connsiteY15" fmla="*/ 68961 h 135064"/>
                    <a:gd name="connsiteX16" fmla="*/ 125635 w 199739"/>
                    <a:gd name="connsiteY16" fmla="*/ 52292 h 135064"/>
                    <a:gd name="connsiteX17" fmla="*/ 127159 w 199739"/>
                    <a:gd name="connsiteY17" fmla="*/ 54674 h 135064"/>
                    <a:gd name="connsiteX18" fmla="*/ 85630 w 199739"/>
                    <a:gd name="connsiteY18" fmla="*/ 29908 h 135064"/>
                    <a:gd name="connsiteX19" fmla="*/ 73819 w 199739"/>
                    <a:gd name="connsiteY19" fmla="*/ 24479 h 135064"/>
                    <a:gd name="connsiteX20" fmla="*/ 21146 w 199739"/>
                    <a:gd name="connsiteY20" fmla="*/ 6001 h 135064"/>
                    <a:gd name="connsiteX21" fmla="*/ 21336 w 199739"/>
                    <a:gd name="connsiteY21" fmla="*/ 5144 h 135064"/>
                    <a:gd name="connsiteX22" fmla="*/ 381 w 199739"/>
                    <a:gd name="connsiteY22" fmla="*/ 0 h 135064"/>
                    <a:gd name="connsiteX23" fmla="*/ 0 w 199739"/>
                    <a:gd name="connsiteY23" fmla="*/ 1905 h 135064"/>
                    <a:gd name="connsiteX24" fmla="*/ 153448 w 199739"/>
                    <a:gd name="connsiteY24" fmla="*/ 88678 h 135064"/>
                    <a:gd name="connsiteX25" fmla="*/ 167926 w 199739"/>
                    <a:gd name="connsiteY25" fmla="*/ 105251 h 135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99739" h="135064">
                      <a:moveTo>
                        <a:pt x="167926" y="105251"/>
                      </a:moveTo>
                      <a:cubicBezTo>
                        <a:pt x="172308" y="110490"/>
                        <a:pt x="176499" y="115919"/>
                        <a:pt x="181070" y="121063"/>
                      </a:cubicBezTo>
                      <a:cubicBezTo>
                        <a:pt x="118586" y="109538"/>
                        <a:pt x="54007" y="121539"/>
                        <a:pt x="41243" y="124111"/>
                      </a:cubicBezTo>
                      <a:cubicBezTo>
                        <a:pt x="28766" y="125921"/>
                        <a:pt x="16383" y="128016"/>
                        <a:pt x="4001" y="130302"/>
                      </a:cubicBezTo>
                      <a:cubicBezTo>
                        <a:pt x="9811" y="132683"/>
                        <a:pt x="16002" y="134303"/>
                        <a:pt x="22098" y="135065"/>
                      </a:cubicBezTo>
                      <a:cubicBezTo>
                        <a:pt x="35433" y="132588"/>
                        <a:pt x="48863" y="130302"/>
                        <a:pt x="62389" y="128302"/>
                      </a:cubicBezTo>
                      <a:cubicBezTo>
                        <a:pt x="74962" y="125730"/>
                        <a:pt x="138017" y="114110"/>
                        <a:pt x="199740" y="124873"/>
                      </a:cubicBezTo>
                      <a:cubicBezTo>
                        <a:pt x="196691" y="121729"/>
                        <a:pt x="193643" y="118682"/>
                        <a:pt x="190691" y="115443"/>
                      </a:cubicBezTo>
                      <a:cubicBezTo>
                        <a:pt x="185547" y="110109"/>
                        <a:pt x="180785" y="104299"/>
                        <a:pt x="175832" y="98774"/>
                      </a:cubicBezTo>
                      <a:cubicBezTo>
                        <a:pt x="173355" y="96012"/>
                        <a:pt x="170688" y="93250"/>
                        <a:pt x="168116" y="90392"/>
                      </a:cubicBezTo>
                      <a:lnTo>
                        <a:pt x="168212" y="90202"/>
                      </a:lnTo>
                      <a:lnTo>
                        <a:pt x="165354" y="87440"/>
                      </a:lnTo>
                      <a:cubicBezTo>
                        <a:pt x="163639" y="85630"/>
                        <a:pt x="162020" y="83725"/>
                        <a:pt x="160211" y="81915"/>
                      </a:cubicBezTo>
                      <a:cubicBezTo>
                        <a:pt x="159544" y="81248"/>
                        <a:pt x="158877" y="80772"/>
                        <a:pt x="158211" y="80105"/>
                      </a:cubicBezTo>
                      <a:cubicBezTo>
                        <a:pt x="155924" y="77724"/>
                        <a:pt x="153638" y="75248"/>
                        <a:pt x="151448" y="72771"/>
                      </a:cubicBezTo>
                      <a:cubicBezTo>
                        <a:pt x="150305" y="71533"/>
                        <a:pt x="149257" y="70199"/>
                        <a:pt x="148209" y="68961"/>
                      </a:cubicBezTo>
                      <a:cubicBezTo>
                        <a:pt x="140970" y="63056"/>
                        <a:pt x="133445" y="57531"/>
                        <a:pt x="125635" y="52292"/>
                      </a:cubicBezTo>
                      <a:cubicBezTo>
                        <a:pt x="126111" y="53054"/>
                        <a:pt x="126588" y="53912"/>
                        <a:pt x="127159" y="54674"/>
                      </a:cubicBezTo>
                      <a:cubicBezTo>
                        <a:pt x="113919" y="45339"/>
                        <a:pt x="100108" y="37052"/>
                        <a:pt x="85630" y="29908"/>
                      </a:cubicBezTo>
                      <a:cubicBezTo>
                        <a:pt x="81725" y="28004"/>
                        <a:pt x="77724" y="26289"/>
                        <a:pt x="73819" y="24479"/>
                      </a:cubicBezTo>
                      <a:cubicBezTo>
                        <a:pt x="56674" y="17050"/>
                        <a:pt x="39053" y="10858"/>
                        <a:pt x="21146" y="6001"/>
                      </a:cubicBezTo>
                      <a:lnTo>
                        <a:pt x="21336" y="5144"/>
                      </a:lnTo>
                      <a:cubicBezTo>
                        <a:pt x="14383" y="3239"/>
                        <a:pt x="7430" y="1429"/>
                        <a:pt x="381" y="0"/>
                      </a:cubicBezTo>
                      <a:lnTo>
                        <a:pt x="0" y="1905"/>
                      </a:lnTo>
                      <a:cubicBezTo>
                        <a:pt x="57531" y="17336"/>
                        <a:pt x="112681" y="45911"/>
                        <a:pt x="153448" y="88678"/>
                      </a:cubicBezTo>
                      <a:cubicBezTo>
                        <a:pt x="158401" y="94012"/>
                        <a:pt x="163068" y="99536"/>
                        <a:pt x="167926" y="105251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61" name="Forme libre : forme 9360">
                  <a:extLst>
                    <a:ext uri="{FF2B5EF4-FFF2-40B4-BE49-F238E27FC236}">
                      <a16:creationId xmlns:a16="http://schemas.microsoft.com/office/drawing/2014/main" id="{D02AC266-06C6-4E3D-9490-D729C584A35D}"/>
                    </a:ext>
                  </a:extLst>
                </p:cNvPr>
                <p:cNvSpPr/>
                <p:nvPr/>
              </p:nvSpPr>
              <p:spPr>
                <a:xfrm>
                  <a:off x="7523896" y="1821846"/>
                  <a:ext cx="121443" cy="8286"/>
                </a:xfrm>
                <a:custGeom>
                  <a:avLst/>
                  <a:gdLst>
                    <a:gd name="connsiteX0" fmla="*/ 36766 w 121443"/>
                    <a:gd name="connsiteY0" fmla="*/ 5239 h 8286"/>
                    <a:gd name="connsiteX1" fmla="*/ 120491 w 121443"/>
                    <a:gd name="connsiteY1" fmla="*/ 8096 h 8286"/>
                    <a:gd name="connsiteX2" fmla="*/ 121444 w 121443"/>
                    <a:gd name="connsiteY2" fmla="*/ 8287 h 8286"/>
                    <a:gd name="connsiteX3" fmla="*/ 99441 w 121443"/>
                    <a:gd name="connsiteY3" fmla="*/ 3905 h 8286"/>
                    <a:gd name="connsiteX4" fmla="*/ 15716 w 121443"/>
                    <a:gd name="connsiteY4" fmla="*/ 1048 h 8286"/>
                    <a:gd name="connsiteX5" fmla="*/ 0 w 121443"/>
                    <a:gd name="connsiteY5" fmla="*/ 0 h 8286"/>
                    <a:gd name="connsiteX6" fmla="*/ 36766 w 121443"/>
                    <a:gd name="connsiteY6" fmla="*/ 5239 h 8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1443" h="8286">
                      <a:moveTo>
                        <a:pt x="36766" y="5239"/>
                      </a:moveTo>
                      <a:cubicBezTo>
                        <a:pt x="64484" y="5429"/>
                        <a:pt x="92202" y="4763"/>
                        <a:pt x="120491" y="8096"/>
                      </a:cubicBezTo>
                      <a:cubicBezTo>
                        <a:pt x="120777" y="8096"/>
                        <a:pt x="121063" y="8192"/>
                        <a:pt x="121444" y="8287"/>
                      </a:cubicBezTo>
                      <a:cubicBezTo>
                        <a:pt x="114110" y="6382"/>
                        <a:pt x="106775" y="4763"/>
                        <a:pt x="99441" y="3905"/>
                      </a:cubicBezTo>
                      <a:cubicBezTo>
                        <a:pt x="71152" y="571"/>
                        <a:pt x="43434" y="1143"/>
                        <a:pt x="15716" y="1048"/>
                      </a:cubicBezTo>
                      <a:cubicBezTo>
                        <a:pt x="10478" y="1048"/>
                        <a:pt x="5239" y="667"/>
                        <a:pt x="0" y="0"/>
                      </a:cubicBezTo>
                      <a:cubicBezTo>
                        <a:pt x="12002" y="3429"/>
                        <a:pt x="24384" y="5334"/>
                        <a:pt x="36766" y="523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62" name="Forme libre : forme 9361">
                  <a:extLst>
                    <a:ext uri="{FF2B5EF4-FFF2-40B4-BE49-F238E27FC236}">
                      <a16:creationId xmlns:a16="http://schemas.microsoft.com/office/drawing/2014/main" id="{E9580A15-C396-499C-AE65-0F97AE472887}"/>
                    </a:ext>
                  </a:extLst>
                </p:cNvPr>
                <p:cNvSpPr/>
                <p:nvPr/>
              </p:nvSpPr>
              <p:spPr>
                <a:xfrm>
                  <a:off x="7290725" y="1815750"/>
                  <a:ext cx="43053" cy="136588"/>
                </a:xfrm>
                <a:custGeom>
                  <a:avLst/>
                  <a:gdLst>
                    <a:gd name="connsiteX0" fmla="*/ 12573 w 43053"/>
                    <a:gd name="connsiteY0" fmla="*/ 73819 h 136588"/>
                    <a:gd name="connsiteX1" fmla="*/ 15811 w 43053"/>
                    <a:gd name="connsiteY1" fmla="*/ 99822 h 136588"/>
                    <a:gd name="connsiteX2" fmla="*/ 28956 w 43053"/>
                    <a:gd name="connsiteY2" fmla="*/ 128397 h 136588"/>
                    <a:gd name="connsiteX3" fmla="*/ 43053 w 43053"/>
                    <a:gd name="connsiteY3" fmla="*/ 136588 h 136588"/>
                    <a:gd name="connsiteX4" fmla="*/ 21907 w 43053"/>
                    <a:gd name="connsiteY4" fmla="*/ 97726 h 136588"/>
                    <a:gd name="connsiteX5" fmla="*/ 17526 w 43053"/>
                    <a:gd name="connsiteY5" fmla="*/ 73628 h 136588"/>
                    <a:gd name="connsiteX6" fmla="*/ 16002 w 43053"/>
                    <a:gd name="connsiteY6" fmla="*/ 48101 h 136588"/>
                    <a:gd name="connsiteX7" fmla="*/ 0 w 43053"/>
                    <a:gd name="connsiteY7" fmla="*/ 0 h 136588"/>
                    <a:gd name="connsiteX8" fmla="*/ 12668 w 43053"/>
                    <a:gd name="connsiteY8" fmla="*/ 48292 h 136588"/>
                    <a:gd name="connsiteX9" fmla="*/ 12573 w 43053"/>
                    <a:gd name="connsiteY9" fmla="*/ 73819 h 136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053" h="136588">
                      <a:moveTo>
                        <a:pt x="12573" y="73819"/>
                      </a:moveTo>
                      <a:cubicBezTo>
                        <a:pt x="12573" y="82296"/>
                        <a:pt x="12763" y="91345"/>
                        <a:pt x="15811" y="99822"/>
                      </a:cubicBezTo>
                      <a:cubicBezTo>
                        <a:pt x="19145" y="109823"/>
                        <a:pt x="23717" y="119253"/>
                        <a:pt x="28956" y="128397"/>
                      </a:cubicBezTo>
                      <a:cubicBezTo>
                        <a:pt x="33718" y="130969"/>
                        <a:pt x="38481" y="133731"/>
                        <a:pt x="43053" y="136588"/>
                      </a:cubicBezTo>
                      <a:cubicBezTo>
                        <a:pt x="34576" y="124396"/>
                        <a:pt x="26956" y="111538"/>
                        <a:pt x="21907" y="97726"/>
                      </a:cubicBezTo>
                      <a:cubicBezTo>
                        <a:pt x="18859" y="90297"/>
                        <a:pt x="18002" y="82105"/>
                        <a:pt x="17526" y="73628"/>
                      </a:cubicBezTo>
                      <a:cubicBezTo>
                        <a:pt x="16954" y="65246"/>
                        <a:pt x="16764" y="56674"/>
                        <a:pt x="16002" y="48101"/>
                      </a:cubicBezTo>
                      <a:cubicBezTo>
                        <a:pt x="14573" y="31147"/>
                        <a:pt x="10573" y="13621"/>
                        <a:pt x="0" y="0"/>
                      </a:cubicBezTo>
                      <a:cubicBezTo>
                        <a:pt x="9620" y="14288"/>
                        <a:pt x="12382" y="31528"/>
                        <a:pt x="12668" y="48292"/>
                      </a:cubicBezTo>
                      <a:cubicBezTo>
                        <a:pt x="12859" y="56864"/>
                        <a:pt x="12573" y="65246"/>
                        <a:pt x="12573" y="7381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63" name="Forme libre : forme 9362">
                  <a:extLst>
                    <a:ext uri="{FF2B5EF4-FFF2-40B4-BE49-F238E27FC236}">
                      <a16:creationId xmlns:a16="http://schemas.microsoft.com/office/drawing/2014/main" id="{3C236206-04F9-4061-8772-CCF2F4A090B7}"/>
                    </a:ext>
                  </a:extLst>
                </p:cNvPr>
                <p:cNvSpPr/>
                <p:nvPr/>
              </p:nvSpPr>
              <p:spPr>
                <a:xfrm>
                  <a:off x="7874131" y="1515332"/>
                  <a:ext cx="10763" cy="59531"/>
                </a:xfrm>
                <a:custGeom>
                  <a:avLst/>
                  <a:gdLst>
                    <a:gd name="connsiteX0" fmla="*/ 5619 w 10763"/>
                    <a:gd name="connsiteY0" fmla="*/ 46292 h 59531"/>
                    <a:gd name="connsiteX1" fmla="*/ 5048 w 10763"/>
                    <a:gd name="connsiteY1" fmla="*/ 54197 h 59531"/>
                    <a:gd name="connsiteX2" fmla="*/ 9144 w 10763"/>
                    <a:gd name="connsiteY2" fmla="*/ 58103 h 59531"/>
                    <a:gd name="connsiteX3" fmla="*/ 10763 w 10763"/>
                    <a:gd name="connsiteY3" fmla="*/ 59531 h 59531"/>
                    <a:gd name="connsiteX4" fmla="*/ 10477 w 10763"/>
                    <a:gd name="connsiteY4" fmla="*/ 46292 h 59531"/>
                    <a:gd name="connsiteX5" fmla="*/ 7429 w 10763"/>
                    <a:gd name="connsiteY5" fmla="*/ 22574 h 59531"/>
                    <a:gd name="connsiteX6" fmla="*/ 0 w 10763"/>
                    <a:gd name="connsiteY6" fmla="*/ 0 h 59531"/>
                    <a:gd name="connsiteX7" fmla="*/ 5143 w 10763"/>
                    <a:gd name="connsiteY7" fmla="*/ 22955 h 59531"/>
                    <a:gd name="connsiteX8" fmla="*/ 5619 w 10763"/>
                    <a:gd name="connsiteY8" fmla="*/ 46292 h 59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763" h="59531">
                      <a:moveTo>
                        <a:pt x="5619" y="46292"/>
                      </a:moveTo>
                      <a:cubicBezTo>
                        <a:pt x="5525" y="48958"/>
                        <a:pt x="5334" y="51530"/>
                        <a:pt x="5048" y="54197"/>
                      </a:cubicBezTo>
                      <a:cubicBezTo>
                        <a:pt x="6382" y="55531"/>
                        <a:pt x="7715" y="56864"/>
                        <a:pt x="9144" y="58103"/>
                      </a:cubicBezTo>
                      <a:cubicBezTo>
                        <a:pt x="9716" y="58579"/>
                        <a:pt x="10192" y="59055"/>
                        <a:pt x="10763" y="59531"/>
                      </a:cubicBezTo>
                      <a:cubicBezTo>
                        <a:pt x="10763" y="55150"/>
                        <a:pt x="10763" y="50673"/>
                        <a:pt x="10477" y="46292"/>
                      </a:cubicBezTo>
                      <a:cubicBezTo>
                        <a:pt x="10001" y="38291"/>
                        <a:pt x="9049" y="30385"/>
                        <a:pt x="7429" y="22574"/>
                      </a:cubicBezTo>
                      <a:cubicBezTo>
                        <a:pt x="5715" y="14764"/>
                        <a:pt x="3524" y="7049"/>
                        <a:pt x="0" y="0"/>
                      </a:cubicBezTo>
                      <a:cubicBezTo>
                        <a:pt x="2857" y="7334"/>
                        <a:pt x="4191" y="15145"/>
                        <a:pt x="5143" y="22955"/>
                      </a:cubicBezTo>
                      <a:cubicBezTo>
                        <a:pt x="5810" y="30671"/>
                        <a:pt x="5905" y="38481"/>
                        <a:pt x="5619" y="46292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64" name="Forme libre : forme 9363">
                  <a:extLst>
                    <a:ext uri="{FF2B5EF4-FFF2-40B4-BE49-F238E27FC236}">
                      <a16:creationId xmlns:a16="http://schemas.microsoft.com/office/drawing/2014/main" id="{9210CFD6-CDC3-40F0-A26A-9B503B20FBC8}"/>
                    </a:ext>
                  </a:extLst>
                </p:cNvPr>
                <p:cNvSpPr/>
                <p:nvPr/>
              </p:nvSpPr>
              <p:spPr>
                <a:xfrm>
                  <a:off x="7404358" y="1742122"/>
                  <a:ext cx="124111" cy="90297"/>
                </a:xfrm>
                <a:custGeom>
                  <a:avLst/>
                  <a:gdLst>
                    <a:gd name="connsiteX0" fmla="*/ 55626 w 124111"/>
                    <a:gd name="connsiteY0" fmla="*/ 62865 h 90297"/>
                    <a:gd name="connsiteX1" fmla="*/ 124111 w 124111"/>
                    <a:gd name="connsiteY1" fmla="*/ 90297 h 90297"/>
                    <a:gd name="connsiteX2" fmla="*/ 78581 w 124111"/>
                    <a:gd name="connsiteY2" fmla="*/ 68294 h 90297"/>
                    <a:gd name="connsiteX3" fmla="*/ 59150 w 124111"/>
                    <a:gd name="connsiteY3" fmla="*/ 57722 h 90297"/>
                    <a:gd name="connsiteX4" fmla="*/ 1619 w 124111"/>
                    <a:gd name="connsiteY4" fmla="*/ 0 h 90297"/>
                    <a:gd name="connsiteX5" fmla="*/ 0 w 124111"/>
                    <a:gd name="connsiteY5" fmla="*/ 953 h 90297"/>
                    <a:gd name="connsiteX6" fmla="*/ 55626 w 124111"/>
                    <a:gd name="connsiteY6" fmla="*/ 62865 h 9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4111" h="90297">
                      <a:moveTo>
                        <a:pt x="55626" y="62865"/>
                      </a:moveTo>
                      <a:cubicBezTo>
                        <a:pt x="75438" y="77343"/>
                        <a:pt x="99250" y="87440"/>
                        <a:pt x="124111" y="90297"/>
                      </a:cubicBezTo>
                      <a:cubicBezTo>
                        <a:pt x="107728" y="85630"/>
                        <a:pt x="92297" y="78010"/>
                        <a:pt x="78581" y="68294"/>
                      </a:cubicBezTo>
                      <a:cubicBezTo>
                        <a:pt x="71914" y="65246"/>
                        <a:pt x="65341" y="61722"/>
                        <a:pt x="59150" y="57722"/>
                      </a:cubicBezTo>
                      <a:cubicBezTo>
                        <a:pt x="36386" y="42958"/>
                        <a:pt x="16669" y="22955"/>
                        <a:pt x="1619" y="0"/>
                      </a:cubicBezTo>
                      <a:lnTo>
                        <a:pt x="0" y="953"/>
                      </a:lnTo>
                      <a:cubicBezTo>
                        <a:pt x="14002" y="24956"/>
                        <a:pt x="32861" y="46196"/>
                        <a:pt x="55626" y="62865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65" name="Forme libre : forme 9364">
                  <a:extLst>
                    <a:ext uri="{FF2B5EF4-FFF2-40B4-BE49-F238E27FC236}">
                      <a16:creationId xmlns:a16="http://schemas.microsoft.com/office/drawing/2014/main" id="{0A83F3DB-B7C0-436E-9111-28A2134B69EE}"/>
                    </a:ext>
                  </a:extLst>
                </p:cNvPr>
                <p:cNvSpPr/>
                <p:nvPr/>
              </p:nvSpPr>
              <p:spPr>
                <a:xfrm>
                  <a:off x="7845937" y="1672304"/>
                  <a:ext cx="8668" cy="2000"/>
                </a:xfrm>
                <a:custGeom>
                  <a:avLst/>
                  <a:gdLst>
                    <a:gd name="connsiteX0" fmla="*/ 0 w 8668"/>
                    <a:gd name="connsiteY0" fmla="*/ 0 h 2000"/>
                    <a:gd name="connsiteX1" fmla="*/ 8668 w 8668"/>
                    <a:gd name="connsiteY1" fmla="*/ 2000 h 2000"/>
                    <a:gd name="connsiteX2" fmla="*/ 1143 w 8668"/>
                    <a:gd name="connsiteY2" fmla="*/ 190 h 2000"/>
                    <a:gd name="connsiteX3" fmla="*/ 0 w 8668"/>
                    <a:gd name="connsiteY3" fmla="*/ 0 h 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68" h="2000">
                      <a:moveTo>
                        <a:pt x="0" y="0"/>
                      </a:moveTo>
                      <a:cubicBezTo>
                        <a:pt x="2857" y="762"/>
                        <a:pt x="5715" y="1429"/>
                        <a:pt x="8668" y="2000"/>
                      </a:cubicBezTo>
                      <a:cubicBezTo>
                        <a:pt x="6191" y="1429"/>
                        <a:pt x="3715" y="667"/>
                        <a:pt x="1143" y="190"/>
                      </a:cubicBezTo>
                      <a:cubicBezTo>
                        <a:pt x="762" y="95"/>
                        <a:pt x="38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66" name="Forme libre : forme 9365">
                  <a:extLst>
                    <a:ext uri="{FF2B5EF4-FFF2-40B4-BE49-F238E27FC236}">
                      <a16:creationId xmlns:a16="http://schemas.microsoft.com/office/drawing/2014/main" id="{D0C13AA9-A756-4D25-B8A4-A5EEED293CB6}"/>
                    </a:ext>
                  </a:extLst>
                </p:cNvPr>
                <p:cNvSpPr/>
                <p:nvPr/>
              </p:nvSpPr>
              <p:spPr>
                <a:xfrm>
                  <a:off x="2896556" y="4613433"/>
                  <a:ext cx="580548" cy="490823"/>
                </a:xfrm>
                <a:custGeom>
                  <a:avLst/>
                  <a:gdLst>
                    <a:gd name="connsiteX0" fmla="*/ 510064 w 580548"/>
                    <a:gd name="connsiteY0" fmla="*/ 360617 h 490823"/>
                    <a:gd name="connsiteX1" fmla="*/ 502349 w 580548"/>
                    <a:gd name="connsiteY1" fmla="*/ 334233 h 490823"/>
                    <a:gd name="connsiteX2" fmla="*/ 497681 w 580548"/>
                    <a:gd name="connsiteY2" fmla="*/ 327184 h 490823"/>
                    <a:gd name="connsiteX3" fmla="*/ 498062 w 580548"/>
                    <a:gd name="connsiteY3" fmla="*/ 329470 h 490823"/>
                    <a:gd name="connsiteX4" fmla="*/ 493109 w 580548"/>
                    <a:gd name="connsiteY4" fmla="*/ 322041 h 490823"/>
                    <a:gd name="connsiteX5" fmla="*/ 454914 w 580548"/>
                    <a:gd name="connsiteY5" fmla="*/ 182785 h 490823"/>
                    <a:gd name="connsiteX6" fmla="*/ 476250 w 580548"/>
                    <a:gd name="connsiteY6" fmla="*/ 97632 h 490823"/>
                    <a:gd name="connsiteX7" fmla="*/ 479584 w 580548"/>
                    <a:gd name="connsiteY7" fmla="*/ 90678 h 490823"/>
                    <a:gd name="connsiteX8" fmla="*/ 480822 w 580548"/>
                    <a:gd name="connsiteY8" fmla="*/ 87630 h 490823"/>
                    <a:gd name="connsiteX9" fmla="*/ 493109 w 580548"/>
                    <a:gd name="connsiteY9" fmla="*/ 66866 h 490823"/>
                    <a:gd name="connsiteX10" fmla="*/ 492633 w 580548"/>
                    <a:gd name="connsiteY10" fmla="*/ 62294 h 490823"/>
                    <a:gd name="connsiteX11" fmla="*/ 500158 w 580548"/>
                    <a:gd name="connsiteY11" fmla="*/ 8573 h 490823"/>
                    <a:gd name="connsiteX12" fmla="*/ 488537 w 580548"/>
                    <a:gd name="connsiteY12" fmla="*/ 1 h 490823"/>
                    <a:gd name="connsiteX13" fmla="*/ 471488 w 580548"/>
                    <a:gd name="connsiteY13" fmla="*/ 58008 h 490823"/>
                    <a:gd name="connsiteX14" fmla="*/ 470821 w 580548"/>
                    <a:gd name="connsiteY14" fmla="*/ 74486 h 490823"/>
                    <a:gd name="connsiteX15" fmla="*/ 466535 w 580548"/>
                    <a:gd name="connsiteY15" fmla="*/ 84487 h 490823"/>
                    <a:gd name="connsiteX16" fmla="*/ 463296 w 580548"/>
                    <a:gd name="connsiteY16" fmla="*/ 91250 h 490823"/>
                    <a:gd name="connsiteX17" fmla="*/ 440531 w 580548"/>
                    <a:gd name="connsiteY17" fmla="*/ 182404 h 490823"/>
                    <a:gd name="connsiteX18" fmla="*/ 481108 w 580548"/>
                    <a:gd name="connsiteY18" fmla="*/ 329851 h 490823"/>
                    <a:gd name="connsiteX19" fmla="*/ 509111 w 580548"/>
                    <a:gd name="connsiteY19" fmla="*/ 379953 h 490823"/>
                    <a:gd name="connsiteX20" fmla="*/ 563785 w 580548"/>
                    <a:gd name="connsiteY20" fmla="*/ 485681 h 490823"/>
                    <a:gd name="connsiteX21" fmla="*/ 293656 w 580548"/>
                    <a:gd name="connsiteY21" fmla="*/ 469583 h 490823"/>
                    <a:gd name="connsiteX22" fmla="*/ 0 w 580548"/>
                    <a:gd name="connsiteY22" fmla="*/ 452152 h 490823"/>
                    <a:gd name="connsiteX23" fmla="*/ 4191 w 580548"/>
                    <a:gd name="connsiteY23" fmla="*/ 455486 h 490823"/>
                    <a:gd name="connsiteX24" fmla="*/ 314706 w 580548"/>
                    <a:gd name="connsiteY24" fmla="*/ 473869 h 490823"/>
                    <a:gd name="connsiteX25" fmla="*/ 580549 w 580548"/>
                    <a:gd name="connsiteY25" fmla="*/ 490824 h 490823"/>
                    <a:gd name="connsiteX26" fmla="*/ 549974 w 580548"/>
                    <a:gd name="connsiteY26" fmla="*/ 437484 h 490823"/>
                    <a:gd name="connsiteX27" fmla="*/ 516160 w 580548"/>
                    <a:gd name="connsiteY27" fmla="*/ 379381 h 490823"/>
                    <a:gd name="connsiteX28" fmla="*/ 510064 w 580548"/>
                    <a:gd name="connsiteY28" fmla="*/ 360617 h 490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80548" h="490823">
                      <a:moveTo>
                        <a:pt x="510064" y="360617"/>
                      </a:moveTo>
                      <a:cubicBezTo>
                        <a:pt x="504635" y="350806"/>
                        <a:pt x="507968" y="342710"/>
                        <a:pt x="502349" y="334233"/>
                      </a:cubicBezTo>
                      <a:cubicBezTo>
                        <a:pt x="500729" y="331852"/>
                        <a:pt x="499205" y="329470"/>
                        <a:pt x="497681" y="327184"/>
                      </a:cubicBezTo>
                      <a:cubicBezTo>
                        <a:pt x="497777" y="327947"/>
                        <a:pt x="497967" y="328708"/>
                        <a:pt x="498062" y="329470"/>
                      </a:cubicBezTo>
                      <a:cubicBezTo>
                        <a:pt x="496443" y="326994"/>
                        <a:pt x="494729" y="324517"/>
                        <a:pt x="493109" y="322041"/>
                      </a:cubicBezTo>
                      <a:cubicBezTo>
                        <a:pt x="471964" y="290418"/>
                        <a:pt x="453581" y="263081"/>
                        <a:pt x="454914" y="182785"/>
                      </a:cubicBezTo>
                      <a:cubicBezTo>
                        <a:pt x="455581" y="140209"/>
                        <a:pt x="467487" y="115539"/>
                        <a:pt x="476250" y="97632"/>
                      </a:cubicBezTo>
                      <a:cubicBezTo>
                        <a:pt x="477393" y="95251"/>
                        <a:pt x="478536" y="92869"/>
                        <a:pt x="479584" y="90678"/>
                      </a:cubicBezTo>
                      <a:cubicBezTo>
                        <a:pt x="480060" y="89631"/>
                        <a:pt x="480441" y="88678"/>
                        <a:pt x="480822" y="87630"/>
                      </a:cubicBezTo>
                      <a:cubicBezTo>
                        <a:pt x="484442" y="82582"/>
                        <a:pt x="489395" y="74772"/>
                        <a:pt x="493109" y="66866"/>
                      </a:cubicBezTo>
                      <a:cubicBezTo>
                        <a:pt x="493014" y="65342"/>
                        <a:pt x="492919" y="63913"/>
                        <a:pt x="492633" y="62294"/>
                      </a:cubicBezTo>
                      <a:cubicBezTo>
                        <a:pt x="491204" y="53721"/>
                        <a:pt x="489300" y="20575"/>
                        <a:pt x="500158" y="8573"/>
                      </a:cubicBezTo>
                      <a:cubicBezTo>
                        <a:pt x="498348" y="3525"/>
                        <a:pt x="494919" y="96"/>
                        <a:pt x="488537" y="1"/>
                      </a:cubicBezTo>
                      <a:cubicBezTo>
                        <a:pt x="467392" y="-190"/>
                        <a:pt x="469773" y="47530"/>
                        <a:pt x="471488" y="58008"/>
                      </a:cubicBezTo>
                      <a:cubicBezTo>
                        <a:pt x="472535" y="64199"/>
                        <a:pt x="471773" y="70104"/>
                        <a:pt x="470821" y="74486"/>
                      </a:cubicBezTo>
                      <a:cubicBezTo>
                        <a:pt x="469583" y="77725"/>
                        <a:pt x="468154" y="80963"/>
                        <a:pt x="466535" y="84487"/>
                      </a:cubicBezTo>
                      <a:cubicBezTo>
                        <a:pt x="465582" y="86678"/>
                        <a:pt x="464439" y="88869"/>
                        <a:pt x="463296" y="91250"/>
                      </a:cubicBezTo>
                      <a:cubicBezTo>
                        <a:pt x="453962" y="110395"/>
                        <a:pt x="441293" y="136684"/>
                        <a:pt x="440531" y="182404"/>
                      </a:cubicBezTo>
                      <a:cubicBezTo>
                        <a:pt x="439198" y="267177"/>
                        <a:pt x="459581" y="297657"/>
                        <a:pt x="481108" y="329851"/>
                      </a:cubicBezTo>
                      <a:cubicBezTo>
                        <a:pt x="490823" y="344329"/>
                        <a:pt x="500825" y="359188"/>
                        <a:pt x="509111" y="379953"/>
                      </a:cubicBezTo>
                      <a:cubicBezTo>
                        <a:pt x="525685" y="421291"/>
                        <a:pt x="539687" y="460534"/>
                        <a:pt x="563785" y="485681"/>
                      </a:cubicBezTo>
                      <a:cubicBezTo>
                        <a:pt x="480632" y="481108"/>
                        <a:pt x="389192" y="475489"/>
                        <a:pt x="293656" y="469583"/>
                      </a:cubicBezTo>
                      <a:cubicBezTo>
                        <a:pt x="194405" y="463487"/>
                        <a:pt x="94107" y="457296"/>
                        <a:pt x="0" y="452152"/>
                      </a:cubicBezTo>
                      <a:cubicBezTo>
                        <a:pt x="1429" y="453295"/>
                        <a:pt x="2858" y="454438"/>
                        <a:pt x="4191" y="455486"/>
                      </a:cubicBezTo>
                      <a:cubicBezTo>
                        <a:pt x="103061" y="460820"/>
                        <a:pt x="209550" y="467392"/>
                        <a:pt x="314706" y="473869"/>
                      </a:cubicBezTo>
                      <a:cubicBezTo>
                        <a:pt x="410242" y="479774"/>
                        <a:pt x="497491" y="486252"/>
                        <a:pt x="580549" y="490824"/>
                      </a:cubicBezTo>
                      <a:cubicBezTo>
                        <a:pt x="567785" y="477584"/>
                        <a:pt x="563975" y="456915"/>
                        <a:pt x="549974" y="437484"/>
                      </a:cubicBezTo>
                      <a:cubicBezTo>
                        <a:pt x="534543" y="417862"/>
                        <a:pt x="525399" y="402241"/>
                        <a:pt x="516160" y="379381"/>
                      </a:cubicBezTo>
                      <a:cubicBezTo>
                        <a:pt x="516065" y="378429"/>
                        <a:pt x="511778" y="368237"/>
                        <a:pt x="510064" y="360617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67" name="Forme libre : forme 9366">
                  <a:extLst>
                    <a:ext uri="{FF2B5EF4-FFF2-40B4-BE49-F238E27FC236}">
                      <a16:creationId xmlns:a16="http://schemas.microsoft.com/office/drawing/2014/main" id="{22839FD2-9B4C-4000-83B5-1CC7D1CE02B9}"/>
                    </a:ext>
                  </a:extLst>
                </p:cNvPr>
                <p:cNvSpPr/>
                <p:nvPr/>
              </p:nvSpPr>
              <p:spPr>
                <a:xfrm>
                  <a:off x="3387679" y="4698108"/>
                  <a:ext cx="38466" cy="237079"/>
                </a:xfrm>
                <a:custGeom>
                  <a:avLst/>
                  <a:gdLst>
                    <a:gd name="connsiteX0" fmla="*/ 14464 w 38466"/>
                    <a:gd name="connsiteY0" fmla="*/ 169833 h 237079"/>
                    <a:gd name="connsiteX1" fmla="*/ 29513 w 38466"/>
                    <a:gd name="connsiteY1" fmla="*/ 89823 h 237079"/>
                    <a:gd name="connsiteX2" fmla="*/ 29799 w 38466"/>
                    <a:gd name="connsiteY2" fmla="*/ 88775 h 237079"/>
                    <a:gd name="connsiteX3" fmla="*/ 38467 w 38466"/>
                    <a:gd name="connsiteY3" fmla="*/ 58962 h 237079"/>
                    <a:gd name="connsiteX4" fmla="*/ 37229 w 38466"/>
                    <a:gd name="connsiteY4" fmla="*/ 55914 h 237079"/>
                    <a:gd name="connsiteX5" fmla="*/ 38277 w 38466"/>
                    <a:gd name="connsiteY5" fmla="*/ 8479 h 237079"/>
                    <a:gd name="connsiteX6" fmla="*/ 25894 w 38466"/>
                    <a:gd name="connsiteY6" fmla="*/ 2 h 237079"/>
                    <a:gd name="connsiteX7" fmla="*/ 16178 w 38466"/>
                    <a:gd name="connsiteY7" fmla="*/ 51628 h 237079"/>
                    <a:gd name="connsiteX8" fmla="*/ 18369 w 38466"/>
                    <a:gd name="connsiteY8" fmla="*/ 76773 h 237079"/>
                    <a:gd name="connsiteX9" fmla="*/ 15893 w 38466"/>
                    <a:gd name="connsiteY9" fmla="*/ 85918 h 237079"/>
                    <a:gd name="connsiteX10" fmla="*/ 367 w 38466"/>
                    <a:gd name="connsiteY10" fmla="*/ 168690 h 237079"/>
                    <a:gd name="connsiteX11" fmla="*/ 1319 w 38466"/>
                    <a:gd name="connsiteY11" fmla="*/ 204218 h 237079"/>
                    <a:gd name="connsiteX12" fmla="*/ 20274 w 38466"/>
                    <a:gd name="connsiteY12" fmla="*/ 237079 h 237079"/>
                    <a:gd name="connsiteX13" fmla="*/ 14464 w 38466"/>
                    <a:gd name="connsiteY13" fmla="*/ 169833 h 237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466" h="237079">
                      <a:moveTo>
                        <a:pt x="14464" y="169833"/>
                      </a:moveTo>
                      <a:cubicBezTo>
                        <a:pt x="17131" y="134019"/>
                        <a:pt x="23989" y="109539"/>
                        <a:pt x="29513" y="89823"/>
                      </a:cubicBezTo>
                      <a:cubicBezTo>
                        <a:pt x="29609" y="89442"/>
                        <a:pt x="29704" y="89156"/>
                        <a:pt x="29799" y="88775"/>
                      </a:cubicBezTo>
                      <a:cubicBezTo>
                        <a:pt x="32085" y="82107"/>
                        <a:pt x="35610" y="69344"/>
                        <a:pt x="38467" y="58962"/>
                      </a:cubicBezTo>
                      <a:cubicBezTo>
                        <a:pt x="38086" y="57914"/>
                        <a:pt x="37705" y="56962"/>
                        <a:pt x="37229" y="55914"/>
                      </a:cubicBezTo>
                      <a:cubicBezTo>
                        <a:pt x="31704" y="44865"/>
                        <a:pt x="29418" y="18671"/>
                        <a:pt x="38277" y="8479"/>
                      </a:cubicBezTo>
                      <a:cubicBezTo>
                        <a:pt x="35610" y="3336"/>
                        <a:pt x="31609" y="-93"/>
                        <a:pt x="25894" y="2"/>
                      </a:cubicBezTo>
                      <a:cubicBezTo>
                        <a:pt x="7511" y="383"/>
                        <a:pt x="9225" y="37912"/>
                        <a:pt x="16178" y="51628"/>
                      </a:cubicBezTo>
                      <a:cubicBezTo>
                        <a:pt x="21417" y="61914"/>
                        <a:pt x="19131" y="73535"/>
                        <a:pt x="18369" y="76773"/>
                      </a:cubicBezTo>
                      <a:cubicBezTo>
                        <a:pt x="17607" y="79726"/>
                        <a:pt x="16750" y="82679"/>
                        <a:pt x="15893" y="85918"/>
                      </a:cubicBezTo>
                      <a:cubicBezTo>
                        <a:pt x="10273" y="106206"/>
                        <a:pt x="3225" y="131447"/>
                        <a:pt x="367" y="168690"/>
                      </a:cubicBezTo>
                      <a:cubicBezTo>
                        <a:pt x="-395" y="179263"/>
                        <a:pt x="81" y="191550"/>
                        <a:pt x="1319" y="204218"/>
                      </a:cubicBezTo>
                      <a:cubicBezTo>
                        <a:pt x="6844" y="216410"/>
                        <a:pt x="13321" y="226697"/>
                        <a:pt x="20274" y="237079"/>
                      </a:cubicBezTo>
                      <a:cubicBezTo>
                        <a:pt x="16178" y="214410"/>
                        <a:pt x="13035" y="188883"/>
                        <a:pt x="14464" y="169833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68" name="Forme libre : forme 9367">
                  <a:extLst>
                    <a:ext uri="{FF2B5EF4-FFF2-40B4-BE49-F238E27FC236}">
                      <a16:creationId xmlns:a16="http://schemas.microsoft.com/office/drawing/2014/main" id="{874B80C8-2E22-430E-BEC5-8C9DD6C4DF6A}"/>
                    </a:ext>
                  </a:extLst>
                </p:cNvPr>
                <p:cNvSpPr/>
                <p:nvPr/>
              </p:nvSpPr>
              <p:spPr>
                <a:xfrm>
                  <a:off x="7835650" y="3376422"/>
                  <a:ext cx="329564" cy="280034"/>
                </a:xfrm>
                <a:custGeom>
                  <a:avLst/>
                  <a:gdLst>
                    <a:gd name="connsiteX0" fmla="*/ 0 w 329564"/>
                    <a:gd name="connsiteY0" fmla="*/ 280035 h 280034"/>
                    <a:gd name="connsiteX1" fmla="*/ 329279 w 329564"/>
                    <a:gd name="connsiteY1" fmla="*/ 18574 h 280034"/>
                    <a:gd name="connsiteX2" fmla="*/ 329565 w 329564"/>
                    <a:gd name="connsiteY2" fmla="*/ 0 h 280034"/>
                    <a:gd name="connsiteX3" fmla="*/ 11144 w 329564"/>
                    <a:gd name="connsiteY3" fmla="*/ 243554 h 280034"/>
                    <a:gd name="connsiteX4" fmla="*/ 0 w 329564"/>
                    <a:gd name="connsiteY4" fmla="*/ 280035 h 280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9564" h="280034">
                      <a:moveTo>
                        <a:pt x="0" y="280035"/>
                      </a:moveTo>
                      <a:cubicBezTo>
                        <a:pt x="77248" y="196691"/>
                        <a:pt x="228314" y="86963"/>
                        <a:pt x="329279" y="18574"/>
                      </a:cubicBezTo>
                      <a:lnTo>
                        <a:pt x="329565" y="0"/>
                      </a:lnTo>
                      <a:cubicBezTo>
                        <a:pt x="241363" y="58864"/>
                        <a:pt x="100107" y="159258"/>
                        <a:pt x="11144" y="243554"/>
                      </a:cubicBezTo>
                      <a:cubicBezTo>
                        <a:pt x="7620" y="256127"/>
                        <a:pt x="4000" y="268414"/>
                        <a:pt x="0" y="280035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69" name="Forme libre : forme 9368">
                  <a:extLst>
                    <a:ext uri="{FF2B5EF4-FFF2-40B4-BE49-F238E27FC236}">
                      <a16:creationId xmlns:a16="http://schemas.microsoft.com/office/drawing/2014/main" id="{74B819CF-E8EA-4F43-89F5-92A3E10B7FCC}"/>
                    </a:ext>
                  </a:extLst>
                </p:cNvPr>
                <p:cNvSpPr/>
                <p:nvPr/>
              </p:nvSpPr>
              <p:spPr>
                <a:xfrm>
                  <a:off x="7385308" y="2038635"/>
                  <a:ext cx="192500" cy="111347"/>
                </a:xfrm>
                <a:custGeom>
                  <a:avLst/>
                  <a:gdLst>
                    <a:gd name="connsiteX0" fmla="*/ 7525 w 192500"/>
                    <a:gd name="connsiteY0" fmla="*/ 1619 h 111347"/>
                    <a:gd name="connsiteX1" fmla="*/ 12668 w 192500"/>
                    <a:gd name="connsiteY1" fmla="*/ 3715 h 111347"/>
                    <a:gd name="connsiteX2" fmla="*/ 29623 w 192500"/>
                    <a:gd name="connsiteY2" fmla="*/ 20955 h 111347"/>
                    <a:gd name="connsiteX3" fmla="*/ 101822 w 192500"/>
                    <a:gd name="connsiteY3" fmla="*/ 77057 h 111347"/>
                    <a:gd name="connsiteX4" fmla="*/ 188214 w 192500"/>
                    <a:gd name="connsiteY4" fmla="*/ 110776 h 111347"/>
                    <a:gd name="connsiteX5" fmla="*/ 192500 w 192500"/>
                    <a:gd name="connsiteY5" fmla="*/ 111347 h 111347"/>
                    <a:gd name="connsiteX6" fmla="*/ 122873 w 192500"/>
                    <a:gd name="connsiteY6" fmla="*/ 81344 h 111347"/>
                    <a:gd name="connsiteX7" fmla="*/ 50673 w 192500"/>
                    <a:gd name="connsiteY7" fmla="*/ 25241 h 111347"/>
                    <a:gd name="connsiteX8" fmla="*/ 33718 w 192500"/>
                    <a:gd name="connsiteY8" fmla="*/ 8001 h 111347"/>
                    <a:gd name="connsiteX9" fmla="*/ 28575 w 192500"/>
                    <a:gd name="connsiteY9" fmla="*/ 5905 h 111347"/>
                    <a:gd name="connsiteX10" fmla="*/ 0 w 192500"/>
                    <a:gd name="connsiteY10" fmla="*/ 0 h 111347"/>
                    <a:gd name="connsiteX11" fmla="*/ 7525 w 192500"/>
                    <a:gd name="connsiteY11" fmla="*/ 1619 h 111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2500" h="111347">
                      <a:moveTo>
                        <a:pt x="7525" y="1619"/>
                      </a:moveTo>
                      <a:cubicBezTo>
                        <a:pt x="9334" y="2286"/>
                        <a:pt x="11049" y="2953"/>
                        <a:pt x="12668" y="3715"/>
                      </a:cubicBezTo>
                      <a:cubicBezTo>
                        <a:pt x="18192" y="9620"/>
                        <a:pt x="23813" y="15335"/>
                        <a:pt x="29623" y="20955"/>
                      </a:cubicBezTo>
                      <a:cubicBezTo>
                        <a:pt x="51530" y="42005"/>
                        <a:pt x="75438" y="61341"/>
                        <a:pt x="101822" y="77057"/>
                      </a:cubicBezTo>
                      <a:cubicBezTo>
                        <a:pt x="128111" y="92869"/>
                        <a:pt x="157067" y="105537"/>
                        <a:pt x="188214" y="110776"/>
                      </a:cubicBezTo>
                      <a:cubicBezTo>
                        <a:pt x="189643" y="110966"/>
                        <a:pt x="191071" y="111157"/>
                        <a:pt x="192500" y="111347"/>
                      </a:cubicBezTo>
                      <a:cubicBezTo>
                        <a:pt x="167735" y="104966"/>
                        <a:pt x="144399" y="94202"/>
                        <a:pt x="122873" y="81344"/>
                      </a:cubicBezTo>
                      <a:cubicBezTo>
                        <a:pt x="96488" y="65627"/>
                        <a:pt x="72580" y="46292"/>
                        <a:pt x="50673" y="25241"/>
                      </a:cubicBezTo>
                      <a:cubicBezTo>
                        <a:pt x="44958" y="19621"/>
                        <a:pt x="39243" y="13811"/>
                        <a:pt x="33718" y="8001"/>
                      </a:cubicBezTo>
                      <a:cubicBezTo>
                        <a:pt x="32195" y="7334"/>
                        <a:pt x="30385" y="6667"/>
                        <a:pt x="28575" y="5905"/>
                      </a:cubicBezTo>
                      <a:cubicBezTo>
                        <a:pt x="19145" y="3429"/>
                        <a:pt x="9620" y="1524"/>
                        <a:pt x="0" y="0"/>
                      </a:cubicBezTo>
                      <a:cubicBezTo>
                        <a:pt x="2572" y="571"/>
                        <a:pt x="5049" y="1048"/>
                        <a:pt x="7525" y="161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70" name="Forme libre : forme 9369">
                  <a:extLst>
                    <a:ext uri="{FF2B5EF4-FFF2-40B4-BE49-F238E27FC236}">
                      <a16:creationId xmlns:a16="http://schemas.microsoft.com/office/drawing/2014/main" id="{1C964882-32E4-4598-9BB5-EEF646723CE7}"/>
                    </a:ext>
                  </a:extLst>
                </p:cNvPr>
                <p:cNvSpPr/>
                <p:nvPr/>
              </p:nvSpPr>
              <p:spPr>
                <a:xfrm>
                  <a:off x="8026245" y="1336738"/>
                  <a:ext cx="51911" cy="188404"/>
                </a:xfrm>
                <a:custGeom>
                  <a:avLst/>
                  <a:gdLst>
                    <a:gd name="connsiteX0" fmla="*/ 1524 w 51911"/>
                    <a:gd name="connsiteY0" fmla="*/ 171164 h 188404"/>
                    <a:gd name="connsiteX1" fmla="*/ 4001 w 51911"/>
                    <a:gd name="connsiteY1" fmla="*/ 183452 h 188404"/>
                    <a:gd name="connsiteX2" fmla="*/ 4382 w 51911"/>
                    <a:gd name="connsiteY2" fmla="*/ 188404 h 188404"/>
                    <a:gd name="connsiteX3" fmla="*/ 24003 w 51911"/>
                    <a:gd name="connsiteY3" fmla="*/ 147257 h 188404"/>
                    <a:gd name="connsiteX4" fmla="*/ 33528 w 51911"/>
                    <a:gd name="connsiteY4" fmla="*/ 115157 h 188404"/>
                    <a:gd name="connsiteX5" fmla="*/ 34290 w 51911"/>
                    <a:gd name="connsiteY5" fmla="*/ 106490 h 188404"/>
                    <a:gd name="connsiteX6" fmla="*/ 34862 w 51911"/>
                    <a:gd name="connsiteY6" fmla="*/ 99250 h 188404"/>
                    <a:gd name="connsiteX7" fmla="*/ 38671 w 51911"/>
                    <a:gd name="connsiteY7" fmla="*/ 84773 h 188404"/>
                    <a:gd name="connsiteX8" fmla="*/ 50768 w 51911"/>
                    <a:gd name="connsiteY8" fmla="*/ 60674 h 188404"/>
                    <a:gd name="connsiteX9" fmla="*/ 51911 w 51911"/>
                    <a:gd name="connsiteY9" fmla="*/ 46482 h 188404"/>
                    <a:gd name="connsiteX10" fmla="*/ 34100 w 51911"/>
                    <a:gd name="connsiteY10" fmla="*/ 73057 h 188404"/>
                    <a:gd name="connsiteX11" fmla="*/ 34386 w 51911"/>
                    <a:gd name="connsiteY11" fmla="*/ 57531 h 188404"/>
                    <a:gd name="connsiteX12" fmla="*/ 33624 w 51911"/>
                    <a:gd name="connsiteY12" fmla="*/ 28670 h 188404"/>
                    <a:gd name="connsiteX13" fmla="*/ 31433 w 51911"/>
                    <a:gd name="connsiteY13" fmla="*/ 0 h 188404"/>
                    <a:gd name="connsiteX14" fmla="*/ 31242 w 51911"/>
                    <a:gd name="connsiteY14" fmla="*/ 28670 h 188404"/>
                    <a:gd name="connsiteX15" fmla="*/ 29623 w 51911"/>
                    <a:gd name="connsiteY15" fmla="*/ 57150 h 188404"/>
                    <a:gd name="connsiteX16" fmla="*/ 25908 w 51911"/>
                    <a:gd name="connsiteY16" fmla="*/ 93536 h 188404"/>
                    <a:gd name="connsiteX17" fmla="*/ 24955 w 51911"/>
                    <a:gd name="connsiteY17" fmla="*/ 97441 h 188404"/>
                    <a:gd name="connsiteX18" fmla="*/ 23813 w 51911"/>
                    <a:gd name="connsiteY18" fmla="*/ 106108 h 188404"/>
                    <a:gd name="connsiteX19" fmla="*/ 22860 w 51911"/>
                    <a:gd name="connsiteY19" fmla="*/ 113348 h 188404"/>
                    <a:gd name="connsiteX20" fmla="*/ 12668 w 51911"/>
                    <a:gd name="connsiteY20" fmla="*/ 142208 h 188404"/>
                    <a:gd name="connsiteX21" fmla="*/ 0 w 51911"/>
                    <a:gd name="connsiteY21" fmla="*/ 166973 h 188404"/>
                    <a:gd name="connsiteX22" fmla="*/ 1524 w 51911"/>
                    <a:gd name="connsiteY22" fmla="*/ 171164 h 188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1911" h="188404">
                      <a:moveTo>
                        <a:pt x="1524" y="171164"/>
                      </a:moveTo>
                      <a:cubicBezTo>
                        <a:pt x="2667" y="175260"/>
                        <a:pt x="3429" y="179356"/>
                        <a:pt x="4001" y="183452"/>
                      </a:cubicBezTo>
                      <a:cubicBezTo>
                        <a:pt x="4191" y="185166"/>
                        <a:pt x="4286" y="186785"/>
                        <a:pt x="4382" y="188404"/>
                      </a:cubicBezTo>
                      <a:cubicBezTo>
                        <a:pt x="11335" y="174974"/>
                        <a:pt x="18098" y="161449"/>
                        <a:pt x="24003" y="147257"/>
                      </a:cubicBezTo>
                      <a:cubicBezTo>
                        <a:pt x="28099" y="137065"/>
                        <a:pt x="31814" y="126587"/>
                        <a:pt x="33528" y="115157"/>
                      </a:cubicBezTo>
                      <a:cubicBezTo>
                        <a:pt x="34100" y="112395"/>
                        <a:pt x="34004" y="109347"/>
                        <a:pt x="34290" y="106490"/>
                      </a:cubicBezTo>
                      <a:cubicBezTo>
                        <a:pt x="34480" y="104108"/>
                        <a:pt x="34386" y="101632"/>
                        <a:pt x="34862" y="99250"/>
                      </a:cubicBezTo>
                      <a:cubicBezTo>
                        <a:pt x="35433" y="94393"/>
                        <a:pt x="36862" y="89535"/>
                        <a:pt x="38671" y="84773"/>
                      </a:cubicBezTo>
                      <a:cubicBezTo>
                        <a:pt x="41720" y="76391"/>
                        <a:pt x="46006" y="68485"/>
                        <a:pt x="50768" y="60674"/>
                      </a:cubicBezTo>
                      <a:cubicBezTo>
                        <a:pt x="51340" y="56007"/>
                        <a:pt x="51721" y="51245"/>
                        <a:pt x="51911" y="46482"/>
                      </a:cubicBezTo>
                      <a:cubicBezTo>
                        <a:pt x="45530" y="54864"/>
                        <a:pt x="39243" y="63532"/>
                        <a:pt x="34100" y="73057"/>
                      </a:cubicBezTo>
                      <a:lnTo>
                        <a:pt x="34386" y="57531"/>
                      </a:lnTo>
                      <a:cubicBezTo>
                        <a:pt x="34766" y="47911"/>
                        <a:pt x="34195" y="38195"/>
                        <a:pt x="33624" y="28670"/>
                      </a:cubicBezTo>
                      <a:lnTo>
                        <a:pt x="31433" y="0"/>
                      </a:lnTo>
                      <a:lnTo>
                        <a:pt x="31242" y="28670"/>
                      </a:lnTo>
                      <a:cubicBezTo>
                        <a:pt x="31052" y="38195"/>
                        <a:pt x="30766" y="47720"/>
                        <a:pt x="29623" y="57150"/>
                      </a:cubicBezTo>
                      <a:lnTo>
                        <a:pt x="25908" y="93536"/>
                      </a:lnTo>
                      <a:cubicBezTo>
                        <a:pt x="25622" y="94869"/>
                        <a:pt x="25146" y="96107"/>
                        <a:pt x="24955" y="97441"/>
                      </a:cubicBezTo>
                      <a:cubicBezTo>
                        <a:pt x="24289" y="100298"/>
                        <a:pt x="24099" y="103156"/>
                        <a:pt x="23813" y="106108"/>
                      </a:cubicBezTo>
                      <a:cubicBezTo>
                        <a:pt x="23432" y="108585"/>
                        <a:pt x="23432" y="110871"/>
                        <a:pt x="22860" y="113348"/>
                      </a:cubicBezTo>
                      <a:cubicBezTo>
                        <a:pt x="20955" y="123063"/>
                        <a:pt x="17050" y="132683"/>
                        <a:pt x="12668" y="142208"/>
                      </a:cubicBezTo>
                      <a:cubicBezTo>
                        <a:pt x="8763" y="150590"/>
                        <a:pt x="4477" y="158782"/>
                        <a:pt x="0" y="166973"/>
                      </a:cubicBezTo>
                      <a:cubicBezTo>
                        <a:pt x="477" y="168402"/>
                        <a:pt x="1143" y="169736"/>
                        <a:pt x="1524" y="171164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71" name="Forme libre : forme 9370">
                  <a:extLst>
                    <a:ext uri="{FF2B5EF4-FFF2-40B4-BE49-F238E27FC236}">
                      <a16:creationId xmlns:a16="http://schemas.microsoft.com/office/drawing/2014/main" id="{6F84E443-775D-47F2-B597-0BE8D488A74D}"/>
                    </a:ext>
                  </a:extLst>
                </p:cNvPr>
                <p:cNvSpPr/>
                <p:nvPr/>
              </p:nvSpPr>
              <p:spPr>
                <a:xfrm>
                  <a:off x="8081490" y="1270825"/>
                  <a:ext cx="22852" cy="119157"/>
                </a:xfrm>
                <a:custGeom>
                  <a:avLst/>
                  <a:gdLst>
                    <a:gd name="connsiteX0" fmla="*/ 190 w 22852"/>
                    <a:gd name="connsiteY0" fmla="*/ 119158 h 119157"/>
                    <a:gd name="connsiteX1" fmla="*/ 15049 w 22852"/>
                    <a:gd name="connsiteY1" fmla="*/ 95821 h 119157"/>
                    <a:gd name="connsiteX2" fmla="*/ 4476 w 22852"/>
                    <a:gd name="connsiteY2" fmla="*/ 0 h 119157"/>
                    <a:gd name="connsiteX3" fmla="*/ 22574 w 22852"/>
                    <a:gd name="connsiteY3" fmla="*/ 64199 h 119157"/>
                    <a:gd name="connsiteX4" fmla="*/ 10763 w 22852"/>
                    <a:gd name="connsiteY4" fmla="*/ 93250 h 119157"/>
                    <a:gd name="connsiteX5" fmla="*/ 0 w 22852"/>
                    <a:gd name="connsiteY5" fmla="*/ 108013 h 119157"/>
                    <a:gd name="connsiteX6" fmla="*/ 190 w 22852"/>
                    <a:gd name="connsiteY6" fmla="*/ 119158 h 119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52" h="119157">
                      <a:moveTo>
                        <a:pt x="190" y="119158"/>
                      </a:moveTo>
                      <a:cubicBezTo>
                        <a:pt x="5143" y="111538"/>
                        <a:pt x="10287" y="103823"/>
                        <a:pt x="15049" y="95821"/>
                      </a:cubicBezTo>
                      <a:cubicBezTo>
                        <a:pt x="24860" y="75819"/>
                        <a:pt x="2095" y="21241"/>
                        <a:pt x="4476" y="0"/>
                      </a:cubicBezTo>
                      <a:cubicBezTo>
                        <a:pt x="2571" y="10478"/>
                        <a:pt x="25622" y="54007"/>
                        <a:pt x="22574" y="64199"/>
                      </a:cubicBezTo>
                      <a:cubicBezTo>
                        <a:pt x="19526" y="74295"/>
                        <a:pt x="16097" y="84582"/>
                        <a:pt x="10763" y="93250"/>
                      </a:cubicBezTo>
                      <a:cubicBezTo>
                        <a:pt x="7429" y="98203"/>
                        <a:pt x="3714" y="103156"/>
                        <a:pt x="0" y="108013"/>
                      </a:cubicBezTo>
                      <a:cubicBezTo>
                        <a:pt x="95" y="111728"/>
                        <a:pt x="190" y="115443"/>
                        <a:pt x="190" y="119158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72" name="Forme libre : forme 9371">
                  <a:extLst>
                    <a:ext uri="{FF2B5EF4-FFF2-40B4-BE49-F238E27FC236}">
                      <a16:creationId xmlns:a16="http://schemas.microsoft.com/office/drawing/2014/main" id="{1AA84DB2-9BD5-4719-997F-4CF3C7796CAD}"/>
                    </a:ext>
                  </a:extLst>
                </p:cNvPr>
                <p:cNvSpPr/>
                <p:nvPr/>
              </p:nvSpPr>
              <p:spPr>
                <a:xfrm>
                  <a:off x="7977229" y="1471421"/>
                  <a:ext cx="43480" cy="307752"/>
                </a:xfrm>
                <a:custGeom>
                  <a:avLst/>
                  <a:gdLst>
                    <a:gd name="connsiteX0" fmla="*/ 1677 w 43480"/>
                    <a:gd name="connsiteY0" fmla="*/ 254222 h 307752"/>
                    <a:gd name="connsiteX1" fmla="*/ 1962 w 43480"/>
                    <a:gd name="connsiteY1" fmla="*/ 273177 h 307752"/>
                    <a:gd name="connsiteX2" fmla="*/ 16535 w 43480"/>
                    <a:gd name="connsiteY2" fmla="*/ 297466 h 307752"/>
                    <a:gd name="connsiteX3" fmla="*/ 20155 w 43480"/>
                    <a:gd name="connsiteY3" fmla="*/ 307753 h 307752"/>
                    <a:gd name="connsiteX4" fmla="*/ 20250 w 43480"/>
                    <a:gd name="connsiteY4" fmla="*/ 253746 h 307752"/>
                    <a:gd name="connsiteX5" fmla="*/ 17869 w 43480"/>
                    <a:gd name="connsiteY5" fmla="*/ 189643 h 307752"/>
                    <a:gd name="connsiteX6" fmla="*/ 20917 w 43480"/>
                    <a:gd name="connsiteY6" fmla="*/ 127730 h 307752"/>
                    <a:gd name="connsiteX7" fmla="*/ 30442 w 43480"/>
                    <a:gd name="connsiteY7" fmla="*/ 99155 h 307752"/>
                    <a:gd name="connsiteX8" fmla="*/ 38538 w 43480"/>
                    <a:gd name="connsiteY8" fmla="*/ 82582 h 307752"/>
                    <a:gd name="connsiteX9" fmla="*/ 40443 w 43480"/>
                    <a:gd name="connsiteY9" fmla="*/ 72200 h 307752"/>
                    <a:gd name="connsiteX10" fmla="*/ 43396 w 43480"/>
                    <a:gd name="connsiteY10" fmla="*/ 49149 h 307752"/>
                    <a:gd name="connsiteX11" fmla="*/ 43396 w 43480"/>
                    <a:gd name="connsiteY11" fmla="*/ 42386 h 307752"/>
                    <a:gd name="connsiteX12" fmla="*/ 33109 w 43480"/>
                    <a:gd name="connsiteY12" fmla="*/ 60770 h 307752"/>
                    <a:gd name="connsiteX13" fmla="*/ 31775 w 43480"/>
                    <a:gd name="connsiteY13" fmla="*/ 44577 h 307752"/>
                    <a:gd name="connsiteX14" fmla="*/ 29299 w 43480"/>
                    <a:gd name="connsiteY14" fmla="*/ 32290 h 307752"/>
                    <a:gd name="connsiteX15" fmla="*/ 26918 w 43480"/>
                    <a:gd name="connsiteY15" fmla="*/ 26099 h 307752"/>
                    <a:gd name="connsiteX16" fmla="*/ 23965 w 43480"/>
                    <a:gd name="connsiteY16" fmla="*/ 20765 h 307752"/>
                    <a:gd name="connsiteX17" fmla="*/ 12249 w 43480"/>
                    <a:gd name="connsiteY17" fmla="*/ 0 h 307752"/>
                    <a:gd name="connsiteX18" fmla="*/ 19679 w 43480"/>
                    <a:gd name="connsiteY18" fmla="*/ 22765 h 307752"/>
                    <a:gd name="connsiteX19" fmla="*/ 21489 w 43480"/>
                    <a:gd name="connsiteY19" fmla="*/ 28385 h 307752"/>
                    <a:gd name="connsiteX20" fmla="*/ 22346 w 43480"/>
                    <a:gd name="connsiteY20" fmla="*/ 33623 h 307752"/>
                    <a:gd name="connsiteX21" fmla="*/ 22346 w 43480"/>
                    <a:gd name="connsiteY21" fmla="*/ 44958 h 307752"/>
                    <a:gd name="connsiteX22" fmla="*/ 19393 w 43480"/>
                    <a:gd name="connsiteY22" fmla="*/ 68008 h 307752"/>
                    <a:gd name="connsiteX23" fmla="*/ 17298 w 43480"/>
                    <a:gd name="connsiteY23" fmla="*/ 79629 h 307752"/>
                    <a:gd name="connsiteX24" fmla="*/ 16249 w 43480"/>
                    <a:gd name="connsiteY24" fmla="*/ 85630 h 307752"/>
                    <a:gd name="connsiteX25" fmla="*/ 15773 w 43480"/>
                    <a:gd name="connsiteY25" fmla="*/ 88868 h 307752"/>
                    <a:gd name="connsiteX26" fmla="*/ 15583 w 43480"/>
                    <a:gd name="connsiteY26" fmla="*/ 90869 h 307752"/>
                    <a:gd name="connsiteX27" fmla="*/ 15583 w 43480"/>
                    <a:gd name="connsiteY27" fmla="*/ 91440 h 307752"/>
                    <a:gd name="connsiteX28" fmla="*/ 15583 w 43480"/>
                    <a:gd name="connsiteY28" fmla="*/ 91726 h 307752"/>
                    <a:gd name="connsiteX29" fmla="*/ 15678 w 43480"/>
                    <a:gd name="connsiteY29" fmla="*/ 92869 h 307752"/>
                    <a:gd name="connsiteX30" fmla="*/ 15869 w 43480"/>
                    <a:gd name="connsiteY30" fmla="*/ 93345 h 307752"/>
                    <a:gd name="connsiteX31" fmla="*/ 4820 w 43480"/>
                    <a:gd name="connsiteY31" fmla="*/ 124301 h 307752"/>
                    <a:gd name="connsiteX32" fmla="*/ 57 w 43480"/>
                    <a:gd name="connsiteY32" fmla="*/ 190214 h 307752"/>
                    <a:gd name="connsiteX33" fmla="*/ 1677 w 43480"/>
                    <a:gd name="connsiteY33" fmla="*/ 254222 h 307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3480" h="307752">
                      <a:moveTo>
                        <a:pt x="1677" y="254222"/>
                      </a:moveTo>
                      <a:cubicBezTo>
                        <a:pt x="1772" y="260604"/>
                        <a:pt x="1962" y="266891"/>
                        <a:pt x="1962" y="273177"/>
                      </a:cubicBezTo>
                      <a:cubicBezTo>
                        <a:pt x="7868" y="280607"/>
                        <a:pt x="12916" y="288703"/>
                        <a:pt x="16535" y="297466"/>
                      </a:cubicBezTo>
                      <a:cubicBezTo>
                        <a:pt x="17964" y="300800"/>
                        <a:pt x="19107" y="304229"/>
                        <a:pt x="20155" y="307753"/>
                      </a:cubicBezTo>
                      <a:cubicBezTo>
                        <a:pt x="21203" y="289560"/>
                        <a:pt x="20727" y="271367"/>
                        <a:pt x="20250" y="253746"/>
                      </a:cubicBezTo>
                      <a:lnTo>
                        <a:pt x="17869" y="189643"/>
                      </a:lnTo>
                      <a:cubicBezTo>
                        <a:pt x="17202" y="168497"/>
                        <a:pt x="16916" y="147447"/>
                        <a:pt x="20917" y="127730"/>
                      </a:cubicBezTo>
                      <a:cubicBezTo>
                        <a:pt x="22917" y="117824"/>
                        <a:pt x="26251" y="108395"/>
                        <a:pt x="30442" y="99155"/>
                      </a:cubicBezTo>
                      <a:cubicBezTo>
                        <a:pt x="32918" y="93726"/>
                        <a:pt x="35681" y="88202"/>
                        <a:pt x="38538" y="82582"/>
                      </a:cubicBezTo>
                      <a:lnTo>
                        <a:pt x="40443" y="72200"/>
                      </a:lnTo>
                      <a:cubicBezTo>
                        <a:pt x="41777" y="64484"/>
                        <a:pt x="42920" y="56769"/>
                        <a:pt x="43396" y="49149"/>
                      </a:cubicBezTo>
                      <a:cubicBezTo>
                        <a:pt x="43587" y="46863"/>
                        <a:pt x="43396" y="44672"/>
                        <a:pt x="43396" y="42386"/>
                      </a:cubicBezTo>
                      <a:cubicBezTo>
                        <a:pt x="39967" y="48482"/>
                        <a:pt x="36538" y="54578"/>
                        <a:pt x="33109" y="60770"/>
                      </a:cubicBezTo>
                      <a:cubicBezTo>
                        <a:pt x="32823" y="55436"/>
                        <a:pt x="32442" y="50006"/>
                        <a:pt x="31775" y="44577"/>
                      </a:cubicBezTo>
                      <a:cubicBezTo>
                        <a:pt x="31204" y="40481"/>
                        <a:pt x="30442" y="36386"/>
                        <a:pt x="29299" y="32290"/>
                      </a:cubicBezTo>
                      <a:cubicBezTo>
                        <a:pt x="28727" y="30194"/>
                        <a:pt x="27966" y="28194"/>
                        <a:pt x="26918" y="26099"/>
                      </a:cubicBezTo>
                      <a:cubicBezTo>
                        <a:pt x="25965" y="24098"/>
                        <a:pt x="25013" y="22574"/>
                        <a:pt x="23965" y="20765"/>
                      </a:cubicBezTo>
                      <a:lnTo>
                        <a:pt x="12249" y="0"/>
                      </a:lnTo>
                      <a:lnTo>
                        <a:pt x="19679" y="22765"/>
                      </a:lnTo>
                      <a:cubicBezTo>
                        <a:pt x="20250" y="24670"/>
                        <a:pt x="21012" y="26670"/>
                        <a:pt x="21489" y="28385"/>
                      </a:cubicBezTo>
                      <a:cubicBezTo>
                        <a:pt x="21965" y="30004"/>
                        <a:pt x="22250" y="31814"/>
                        <a:pt x="22346" y="33623"/>
                      </a:cubicBezTo>
                      <a:cubicBezTo>
                        <a:pt x="22632" y="37338"/>
                        <a:pt x="22536" y="41053"/>
                        <a:pt x="22346" y="44958"/>
                      </a:cubicBezTo>
                      <a:cubicBezTo>
                        <a:pt x="21774" y="52578"/>
                        <a:pt x="20727" y="60293"/>
                        <a:pt x="19393" y="68008"/>
                      </a:cubicBezTo>
                      <a:lnTo>
                        <a:pt x="17298" y="79629"/>
                      </a:lnTo>
                      <a:lnTo>
                        <a:pt x="16249" y="85630"/>
                      </a:lnTo>
                      <a:lnTo>
                        <a:pt x="15773" y="88868"/>
                      </a:lnTo>
                      <a:lnTo>
                        <a:pt x="15583" y="90869"/>
                      </a:lnTo>
                      <a:lnTo>
                        <a:pt x="15583" y="91440"/>
                      </a:lnTo>
                      <a:lnTo>
                        <a:pt x="15583" y="91726"/>
                      </a:lnTo>
                      <a:lnTo>
                        <a:pt x="15678" y="92869"/>
                      </a:lnTo>
                      <a:cubicBezTo>
                        <a:pt x="15678" y="93059"/>
                        <a:pt x="15773" y="93154"/>
                        <a:pt x="15869" y="93345"/>
                      </a:cubicBezTo>
                      <a:cubicBezTo>
                        <a:pt x="11106" y="103156"/>
                        <a:pt x="7296" y="113538"/>
                        <a:pt x="4820" y="124301"/>
                      </a:cubicBezTo>
                      <a:cubicBezTo>
                        <a:pt x="-133" y="146495"/>
                        <a:pt x="-133" y="168688"/>
                        <a:pt x="57" y="190214"/>
                      </a:cubicBezTo>
                      <a:lnTo>
                        <a:pt x="1677" y="254222"/>
                      </a:ln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73" name="Forme libre : forme 9372">
                  <a:extLst>
                    <a:ext uri="{FF2B5EF4-FFF2-40B4-BE49-F238E27FC236}">
                      <a16:creationId xmlns:a16="http://schemas.microsoft.com/office/drawing/2014/main" id="{27562FF7-5703-46ED-83C5-D453A81A9E25}"/>
                    </a:ext>
                  </a:extLst>
                </p:cNvPr>
                <p:cNvSpPr/>
                <p:nvPr/>
              </p:nvSpPr>
              <p:spPr>
                <a:xfrm>
                  <a:off x="7574189" y="2130551"/>
                  <a:ext cx="125634" cy="14763"/>
                </a:xfrm>
                <a:custGeom>
                  <a:avLst/>
                  <a:gdLst>
                    <a:gd name="connsiteX0" fmla="*/ 125635 w 125634"/>
                    <a:gd name="connsiteY0" fmla="*/ 14764 h 14763"/>
                    <a:gd name="connsiteX1" fmla="*/ 98679 w 125634"/>
                    <a:gd name="connsiteY1" fmla="*/ 10097 h 14763"/>
                    <a:gd name="connsiteX2" fmla="*/ 91726 w 125634"/>
                    <a:gd name="connsiteY2" fmla="*/ 8858 h 14763"/>
                    <a:gd name="connsiteX3" fmla="*/ 46291 w 125634"/>
                    <a:gd name="connsiteY3" fmla="*/ 4096 h 14763"/>
                    <a:gd name="connsiteX4" fmla="*/ 2191 w 125634"/>
                    <a:gd name="connsiteY4" fmla="*/ 381 h 14763"/>
                    <a:gd name="connsiteX5" fmla="*/ 0 w 125634"/>
                    <a:gd name="connsiteY5" fmla="*/ 0 h 14763"/>
                    <a:gd name="connsiteX6" fmla="*/ 23336 w 125634"/>
                    <a:gd name="connsiteY6" fmla="*/ 4572 h 14763"/>
                    <a:gd name="connsiteX7" fmla="*/ 67437 w 125634"/>
                    <a:gd name="connsiteY7" fmla="*/ 8287 h 14763"/>
                    <a:gd name="connsiteX8" fmla="*/ 112871 w 125634"/>
                    <a:gd name="connsiteY8" fmla="*/ 13049 h 14763"/>
                    <a:gd name="connsiteX9" fmla="*/ 119824 w 125634"/>
                    <a:gd name="connsiteY9" fmla="*/ 14288 h 14763"/>
                    <a:gd name="connsiteX10" fmla="*/ 125635 w 125634"/>
                    <a:gd name="connsiteY10" fmla="*/ 14764 h 14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5634" h="14763">
                      <a:moveTo>
                        <a:pt x="125635" y="14764"/>
                      </a:moveTo>
                      <a:cubicBezTo>
                        <a:pt x="112586" y="11144"/>
                        <a:pt x="103441" y="10287"/>
                        <a:pt x="98679" y="10097"/>
                      </a:cubicBezTo>
                      <a:cubicBezTo>
                        <a:pt x="96393" y="9716"/>
                        <a:pt x="94012" y="9239"/>
                        <a:pt x="91726" y="8858"/>
                      </a:cubicBezTo>
                      <a:cubicBezTo>
                        <a:pt x="76485" y="6572"/>
                        <a:pt x="61341" y="5334"/>
                        <a:pt x="46291" y="4096"/>
                      </a:cubicBezTo>
                      <a:cubicBezTo>
                        <a:pt x="31337" y="3048"/>
                        <a:pt x="16383" y="2381"/>
                        <a:pt x="2191" y="381"/>
                      </a:cubicBezTo>
                      <a:cubicBezTo>
                        <a:pt x="1428" y="286"/>
                        <a:pt x="762" y="95"/>
                        <a:pt x="0" y="0"/>
                      </a:cubicBezTo>
                      <a:cubicBezTo>
                        <a:pt x="7715" y="2000"/>
                        <a:pt x="15430" y="3620"/>
                        <a:pt x="23336" y="4572"/>
                      </a:cubicBezTo>
                      <a:cubicBezTo>
                        <a:pt x="37529" y="6572"/>
                        <a:pt x="52483" y="7239"/>
                        <a:pt x="67437" y="8287"/>
                      </a:cubicBezTo>
                      <a:cubicBezTo>
                        <a:pt x="82486" y="9525"/>
                        <a:pt x="97631" y="10859"/>
                        <a:pt x="112871" y="13049"/>
                      </a:cubicBezTo>
                      <a:cubicBezTo>
                        <a:pt x="115157" y="13430"/>
                        <a:pt x="117538" y="13907"/>
                        <a:pt x="119824" y="14288"/>
                      </a:cubicBezTo>
                      <a:cubicBezTo>
                        <a:pt x="121253" y="14288"/>
                        <a:pt x="123254" y="14478"/>
                        <a:pt x="125635" y="14764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74" name="Forme libre : forme 9373">
                  <a:extLst>
                    <a:ext uri="{FF2B5EF4-FFF2-40B4-BE49-F238E27FC236}">
                      <a16:creationId xmlns:a16="http://schemas.microsoft.com/office/drawing/2014/main" id="{073961C3-001B-4F1E-BD7D-86D9244AFC12}"/>
                    </a:ext>
                  </a:extLst>
                </p:cNvPr>
                <p:cNvSpPr/>
                <p:nvPr/>
              </p:nvSpPr>
              <p:spPr>
                <a:xfrm>
                  <a:off x="7637911" y="1842706"/>
                  <a:ext cx="231391" cy="353932"/>
                </a:xfrm>
                <a:custGeom>
                  <a:avLst/>
                  <a:gdLst>
                    <a:gd name="connsiteX0" fmla="*/ 165354 w 231391"/>
                    <a:gd name="connsiteY0" fmla="*/ 287274 h 353932"/>
                    <a:gd name="connsiteX1" fmla="*/ 158686 w 231391"/>
                    <a:gd name="connsiteY1" fmla="*/ 342900 h 353932"/>
                    <a:gd name="connsiteX2" fmla="*/ 173736 w 231391"/>
                    <a:gd name="connsiteY2" fmla="*/ 353187 h 353932"/>
                    <a:gd name="connsiteX3" fmla="*/ 180118 w 231391"/>
                    <a:gd name="connsiteY3" fmla="*/ 345472 h 353932"/>
                    <a:gd name="connsiteX4" fmla="*/ 222504 w 231391"/>
                    <a:gd name="connsiteY4" fmla="*/ 196024 h 353932"/>
                    <a:gd name="connsiteX5" fmla="*/ 231267 w 231391"/>
                    <a:gd name="connsiteY5" fmla="*/ 183070 h 353932"/>
                    <a:gd name="connsiteX6" fmla="*/ 231077 w 231391"/>
                    <a:gd name="connsiteY6" fmla="*/ 167545 h 353932"/>
                    <a:gd name="connsiteX7" fmla="*/ 189357 w 231391"/>
                    <a:gd name="connsiteY7" fmla="*/ 105537 h 353932"/>
                    <a:gd name="connsiteX8" fmla="*/ 184499 w 231391"/>
                    <a:gd name="connsiteY8" fmla="*/ 101727 h 353932"/>
                    <a:gd name="connsiteX9" fmla="*/ 131064 w 231391"/>
                    <a:gd name="connsiteY9" fmla="*/ 67723 h 353932"/>
                    <a:gd name="connsiteX10" fmla="*/ 123539 w 231391"/>
                    <a:gd name="connsiteY10" fmla="*/ 63055 h 353932"/>
                    <a:gd name="connsiteX11" fmla="*/ 96393 w 231391"/>
                    <a:gd name="connsiteY11" fmla="*/ 46387 h 353932"/>
                    <a:gd name="connsiteX12" fmla="*/ 76390 w 231391"/>
                    <a:gd name="connsiteY12" fmla="*/ 34099 h 353932"/>
                    <a:gd name="connsiteX13" fmla="*/ 75629 w 231391"/>
                    <a:gd name="connsiteY13" fmla="*/ 33623 h 353932"/>
                    <a:gd name="connsiteX14" fmla="*/ 75438 w 231391"/>
                    <a:gd name="connsiteY14" fmla="*/ 33433 h 353932"/>
                    <a:gd name="connsiteX15" fmla="*/ 42196 w 231391"/>
                    <a:gd name="connsiteY15" fmla="*/ 11906 h 353932"/>
                    <a:gd name="connsiteX16" fmla="*/ 4476 w 231391"/>
                    <a:gd name="connsiteY16" fmla="*/ 571 h 353932"/>
                    <a:gd name="connsiteX17" fmla="*/ 0 w 231391"/>
                    <a:gd name="connsiteY17" fmla="*/ 0 h 353932"/>
                    <a:gd name="connsiteX18" fmla="*/ 21050 w 231391"/>
                    <a:gd name="connsiteY18" fmla="*/ 7715 h 353932"/>
                    <a:gd name="connsiteX19" fmla="*/ 54293 w 231391"/>
                    <a:gd name="connsiteY19" fmla="*/ 29242 h 353932"/>
                    <a:gd name="connsiteX20" fmla="*/ 54483 w 231391"/>
                    <a:gd name="connsiteY20" fmla="*/ 29432 h 353932"/>
                    <a:gd name="connsiteX21" fmla="*/ 55245 w 231391"/>
                    <a:gd name="connsiteY21" fmla="*/ 29908 h 353932"/>
                    <a:gd name="connsiteX22" fmla="*/ 75247 w 231391"/>
                    <a:gd name="connsiteY22" fmla="*/ 42196 h 353932"/>
                    <a:gd name="connsiteX23" fmla="*/ 102394 w 231391"/>
                    <a:gd name="connsiteY23" fmla="*/ 58864 h 353932"/>
                    <a:gd name="connsiteX24" fmla="*/ 109918 w 231391"/>
                    <a:gd name="connsiteY24" fmla="*/ 63532 h 353932"/>
                    <a:gd name="connsiteX25" fmla="*/ 163353 w 231391"/>
                    <a:gd name="connsiteY25" fmla="*/ 97536 h 353932"/>
                    <a:gd name="connsiteX26" fmla="*/ 168211 w 231391"/>
                    <a:gd name="connsiteY26" fmla="*/ 101346 h 353932"/>
                    <a:gd name="connsiteX27" fmla="*/ 209931 w 231391"/>
                    <a:gd name="connsiteY27" fmla="*/ 163354 h 353932"/>
                    <a:gd name="connsiteX28" fmla="*/ 210026 w 231391"/>
                    <a:gd name="connsiteY28" fmla="*/ 182594 h 353932"/>
                    <a:gd name="connsiteX29" fmla="*/ 165354 w 231391"/>
                    <a:gd name="connsiteY29" fmla="*/ 287274 h 353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31391" h="353932">
                      <a:moveTo>
                        <a:pt x="165354" y="287274"/>
                      </a:moveTo>
                      <a:cubicBezTo>
                        <a:pt x="161354" y="305943"/>
                        <a:pt x="161354" y="330994"/>
                        <a:pt x="158686" y="342900"/>
                      </a:cubicBezTo>
                      <a:cubicBezTo>
                        <a:pt x="163544" y="346138"/>
                        <a:pt x="168593" y="349472"/>
                        <a:pt x="173736" y="353187"/>
                      </a:cubicBezTo>
                      <a:cubicBezTo>
                        <a:pt x="177069" y="355568"/>
                        <a:pt x="178879" y="352044"/>
                        <a:pt x="180118" y="345472"/>
                      </a:cubicBezTo>
                      <a:cubicBezTo>
                        <a:pt x="173450" y="287464"/>
                        <a:pt x="203645" y="227076"/>
                        <a:pt x="222504" y="196024"/>
                      </a:cubicBezTo>
                      <a:cubicBezTo>
                        <a:pt x="225361" y="191643"/>
                        <a:pt x="228314" y="187357"/>
                        <a:pt x="231267" y="183070"/>
                      </a:cubicBezTo>
                      <a:cubicBezTo>
                        <a:pt x="231457" y="177832"/>
                        <a:pt x="231457" y="172593"/>
                        <a:pt x="231077" y="167545"/>
                      </a:cubicBezTo>
                      <a:cubicBezTo>
                        <a:pt x="226314" y="141065"/>
                        <a:pt x="205073" y="118872"/>
                        <a:pt x="189357" y="105537"/>
                      </a:cubicBezTo>
                      <a:lnTo>
                        <a:pt x="184499" y="101727"/>
                      </a:lnTo>
                      <a:cubicBezTo>
                        <a:pt x="167830" y="89916"/>
                        <a:pt x="149352" y="78676"/>
                        <a:pt x="131064" y="67723"/>
                      </a:cubicBezTo>
                      <a:lnTo>
                        <a:pt x="123539" y="63055"/>
                      </a:lnTo>
                      <a:cubicBezTo>
                        <a:pt x="114205" y="57817"/>
                        <a:pt x="105156" y="52292"/>
                        <a:pt x="96393" y="46387"/>
                      </a:cubicBezTo>
                      <a:lnTo>
                        <a:pt x="76390" y="34099"/>
                      </a:lnTo>
                      <a:lnTo>
                        <a:pt x="75629" y="33623"/>
                      </a:lnTo>
                      <a:lnTo>
                        <a:pt x="75438" y="33433"/>
                      </a:lnTo>
                      <a:cubicBezTo>
                        <a:pt x="64865" y="25051"/>
                        <a:pt x="53911" y="17526"/>
                        <a:pt x="42196" y="11906"/>
                      </a:cubicBezTo>
                      <a:cubicBezTo>
                        <a:pt x="30480" y="6286"/>
                        <a:pt x="17812" y="2667"/>
                        <a:pt x="4476" y="571"/>
                      </a:cubicBezTo>
                      <a:cubicBezTo>
                        <a:pt x="3048" y="381"/>
                        <a:pt x="1524" y="190"/>
                        <a:pt x="0" y="0"/>
                      </a:cubicBezTo>
                      <a:cubicBezTo>
                        <a:pt x="7239" y="2000"/>
                        <a:pt x="14288" y="4477"/>
                        <a:pt x="21050" y="7715"/>
                      </a:cubicBezTo>
                      <a:cubicBezTo>
                        <a:pt x="32861" y="13335"/>
                        <a:pt x="43815" y="20860"/>
                        <a:pt x="54293" y="29242"/>
                      </a:cubicBezTo>
                      <a:lnTo>
                        <a:pt x="54483" y="29432"/>
                      </a:lnTo>
                      <a:lnTo>
                        <a:pt x="55245" y="29908"/>
                      </a:lnTo>
                      <a:lnTo>
                        <a:pt x="75247" y="42196"/>
                      </a:lnTo>
                      <a:cubicBezTo>
                        <a:pt x="84011" y="48101"/>
                        <a:pt x="93059" y="53626"/>
                        <a:pt x="102394" y="58864"/>
                      </a:cubicBezTo>
                      <a:lnTo>
                        <a:pt x="109918" y="63532"/>
                      </a:lnTo>
                      <a:cubicBezTo>
                        <a:pt x="128111" y="74485"/>
                        <a:pt x="146589" y="85725"/>
                        <a:pt x="163353" y="97536"/>
                      </a:cubicBezTo>
                      <a:lnTo>
                        <a:pt x="168211" y="101346"/>
                      </a:lnTo>
                      <a:cubicBezTo>
                        <a:pt x="183928" y="114586"/>
                        <a:pt x="205168" y="136874"/>
                        <a:pt x="209931" y="163354"/>
                      </a:cubicBezTo>
                      <a:cubicBezTo>
                        <a:pt x="210407" y="169640"/>
                        <a:pt x="210407" y="176117"/>
                        <a:pt x="210026" y="182594"/>
                      </a:cubicBezTo>
                      <a:cubicBezTo>
                        <a:pt x="197739" y="205359"/>
                        <a:pt x="170116" y="264605"/>
                        <a:pt x="165354" y="287274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75" name="Forme libre : forme 9374">
                  <a:extLst>
                    <a:ext uri="{FF2B5EF4-FFF2-40B4-BE49-F238E27FC236}">
                      <a16:creationId xmlns:a16="http://schemas.microsoft.com/office/drawing/2014/main" id="{EA8F87ED-C4B2-4564-BBF7-3A82B6A2B830}"/>
                    </a:ext>
                  </a:extLst>
                </p:cNvPr>
                <p:cNvSpPr/>
                <p:nvPr/>
              </p:nvSpPr>
              <p:spPr>
                <a:xfrm>
                  <a:off x="6074858" y="2163127"/>
                  <a:ext cx="1870781" cy="2782633"/>
                </a:xfrm>
                <a:custGeom>
                  <a:avLst/>
                  <a:gdLst>
                    <a:gd name="connsiteX0" fmla="*/ 15716 w 1870781"/>
                    <a:gd name="connsiteY0" fmla="*/ 2782633 h 2782633"/>
                    <a:gd name="connsiteX1" fmla="*/ 635032 w 1870781"/>
                    <a:gd name="connsiteY1" fmla="*/ 2490692 h 2782633"/>
                    <a:gd name="connsiteX2" fmla="*/ 1219486 w 1870781"/>
                    <a:gd name="connsiteY2" fmla="*/ 2001012 h 2782633"/>
                    <a:gd name="connsiteX3" fmla="*/ 1543050 w 1870781"/>
                    <a:gd name="connsiteY3" fmla="*/ 1742599 h 2782633"/>
                    <a:gd name="connsiteX4" fmla="*/ 1611726 w 1870781"/>
                    <a:gd name="connsiteY4" fmla="*/ 1662970 h 2782633"/>
                    <a:gd name="connsiteX5" fmla="*/ 1688592 w 1870781"/>
                    <a:gd name="connsiteY5" fmla="*/ 1573816 h 2782633"/>
                    <a:gd name="connsiteX6" fmla="*/ 1760125 w 1870781"/>
                    <a:gd name="connsiteY6" fmla="*/ 1273302 h 2782633"/>
                    <a:gd name="connsiteX7" fmla="*/ 1756601 w 1870781"/>
                    <a:gd name="connsiteY7" fmla="*/ 1185672 h 2782633"/>
                    <a:gd name="connsiteX8" fmla="*/ 1788223 w 1870781"/>
                    <a:gd name="connsiteY8" fmla="*/ 780097 h 2782633"/>
                    <a:gd name="connsiteX9" fmla="*/ 1809369 w 1870781"/>
                    <a:gd name="connsiteY9" fmla="*/ 716471 h 2782633"/>
                    <a:gd name="connsiteX10" fmla="*/ 1742313 w 1870781"/>
                    <a:gd name="connsiteY10" fmla="*/ 79915 h 2782633"/>
                    <a:gd name="connsiteX11" fmla="*/ 1625251 w 1870781"/>
                    <a:gd name="connsiteY11" fmla="*/ 1524 h 2782633"/>
                    <a:gd name="connsiteX12" fmla="*/ 1614869 w 1870781"/>
                    <a:gd name="connsiteY12" fmla="*/ 0 h 2782633"/>
                    <a:gd name="connsiteX13" fmla="*/ 1721263 w 1870781"/>
                    <a:gd name="connsiteY13" fmla="*/ 75628 h 2782633"/>
                    <a:gd name="connsiteX14" fmla="*/ 1788319 w 1870781"/>
                    <a:gd name="connsiteY14" fmla="*/ 712184 h 2782633"/>
                    <a:gd name="connsiteX15" fmla="*/ 1767174 w 1870781"/>
                    <a:gd name="connsiteY15" fmla="*/ 775811 h 2782633"/>
                    <a:gd name="connsiteX16" fmla="*/ 1735551 w 1870781"/>
                    <a:gd name="connsiteY16" fmla="*/ 1181386 h 2782633"/>
                    <a:gd name="connsiteX17" fmla="*/ 1739075 w 1870781"/>
                    <a:gd name="connsiteY17" fmla="*/ 1269016 h 2782633"/>
                    <a:gd name="connsiteX18" fmla="*/ 1667542 w 1870781"/>
                    <a:gd name="connsiteY18" fmla="*/ 1569530 h 2782633"/>
                    <a:gd name="connsiteX19" fmla="*/ 1590675 w 1870781"/>
                    <a:gd name="connsiteY19" fmla="*/ 1658683 h 2782633"/>
                    <a:gd name="connsiteX20" fmla="*/ 1522000 w 1870781"/>
                    <a:gd name="connsiteY20" fmla="*/ 1738313 h 2782633"/>
                    <a:gd name="connsiteX21" fmla="*/ 1198436 w 1870781"/>
                    <a:gd name="connsiteY21" fmla="*/ 1996726 h 2782633"/>
                    <a:gd name="connsiteX22" fmla="*/ 613982 w 1870781"/>
                    <a:gd name="connsiteY22" fmla="*/ 2486406 h 2782633"/>
                    <a:gd name="connsiteX23" fmla="*/ 0 w 1870781"/>
                    <a:gd name="connsiteY23" fmla="*/ 2777966 h 2782633"/>
                    <a:gd name="connsiteX24" fmla="*/ 15716 w 1870781"/>
                    <a:gd name="connsiteY24" fmla="*/ 2782633 h 2782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870781" h="2782633">
                      <a:moveTo>
                        <a:pt x="15716" y="2782633"/>
                      </a:moveTo>
                      <a:cubicBezTo>
                        <a:pt x="405670" y="2759678"/>
                        <a:pt x="577405" y="2558320"/>
                        <a:pt x="635032" y="2490692"/>
                      </a:cubicBezTo>
                      <a:cubicBezTo>
                        <a:pt x="779431" y="2321242"/>
                        <a:pt x="1013270" y="2151126"/>
                        <a:pt x="1219486" y="2001012"/>
                      </a:cubicBezTo>
                      <a:cubicBezTo>
                        <a:pt x="1363313" y="1896332"/>
                        <a:pt x="1487614" y="1805940"/>
                        <a:pt x="1543050" y="1742599"/>
                      </a:cubicBezTo>
                      <a:cubicBezTo>
                        <a:pt x="1565339" y="1717072"/>
                        <a:pt x="1588198" y="1690402"/>
                        <a:pt x="1611726" y="1662970"/>
                      </a:cubicBezTo>
                      <a:cubicBezTo>
                        <a:pt x="1636681" y="1633823"/>
                        <a:pt x="1662303" y="1603915"/>
                        <a:pt x="1688592" y="1573816"/>
                      </a:cubicBezTo>
                      <a:cubicBezTo>
                        <a:pt x="1723358" y="1510284"/>
                        <a:pt x="1764888" y="1405604"/>
                        <a:pt x="1760125" y="1273302"/>
                      </a:cubicBezTo>
                      <a:cubicBezTo>
                        <a:pt x="1758982" y="1241679"/>
                        <a:pt x="1757744" y="1212628"/>
                        <a:pt x="1756601" y="1185672"/>
                      </a:cubicBezTo>
                      <a:cubicBezTo>
                        <a:pt x="1749457" y="1016413"/>
                        <a:pt x="1745456" y="923258"/>
                        <a:pt x="1788223" y="780097"/>
                      </a:cubicBezTo>
                      <a:cubicBezTo>
                        <a:pt x="1794510" y="759142"/>
                        <a:pt x="1801749" y="738378"/>
                        <a:pt x="1809369" y="716471"/>
                      </a:cubicBezTo>
                      <a:cubicBezTo>
                        <a:pt x="1858804" y="575024"/>
                        <a:pt x="1945672" y="432149"/>
                        <a:pt x="1742313" y="79915"/>
                      </a:cubicBezTo>
                      <a:cubicBezTo>
                        <a:pt x="1727835" y="58388"/>
                        <a:pt x="1691926" y="16288"/>
                        <a:pt x="1625251" y="1524"/>
                      </a:cubicBezTo>
                      <a:cubicBezTo>
                        <a:pt x="1621822" y="952"/>
                        <a:pt x="1618298" y="476"/>
                        <a:pt x="1614869" y="0"/>
                      </a:cubicBezTo>
                      <a:cubicBezTo>
                        <a:pt x="1674686" y="16669"/>
                        <a:pt x="1707547" y="55245"/>
                        <a:pt x="1721263" y="75628"/>
                      </a:cubicBezTo>
                      <a:cubicBezTo>
                        <a:pt x="1924622" y="427863"/>
                        <a:pt x="1837849" y="570643"/>
                        <a:pt x="1788319" y="712184"/>
                      </a:cubicBezTo>
                      <a:cubicBezTo>
                        <a:pt x="1780699" y="734092"/>
                        <a:pt x="1773364" y="754856"/>
                        <a:pt x="1767174" y="775811"/>
                      </a:cubicBezTo>
                      <a:cubicBezTo>
                        <a:pt x="1724406" y="918972"/>
                        <a:pt x="1728311" y="1012126"/>
                        <a:pt x="1735551" y="1181386"/>
                      </a:cubicBezTo>
                      <a:cubicBezTo>
                        <a:pt x="1736693" y="1208341"/>
                        <a:pt x="1737932" y="1237393"/>
                        <a:pt x="1739075" y="1269016"/>
                      </a:cubicBezTo>
                      <a:cubicBezTo>
                        <a:pt x="1743933" y="1401318"/>
                        <a:pt x="1702308" y="1505998"/>
                        <a:pt x="1667542" y="1569530"/>
                      </a:cubicBezTo>
                      <a:cubicBezTo>
                        <a:pt x="1641158" y="1599629"/>
                        <a:pt x="1615536" y="1629537"/>
                        <a:pt x="1590675" y="1658683"/>
                      </a:cubicBezTo>
                      <a:cubicBezTo>
                        <a:pt x="1567244" y="1686115"/>
                        <a:pt x="1544384" y="1712786"/>
                        <a:pt x="1522000" y="1738313"/>
                      </a:cubicBezTo>
                      <a:cubicBezTo>
                        <a:pt x="1466565" y="1801654"/>
                        <a:pt x="1342358" y="1892046"/>
                        <a:pt x="1198436" y="1996726"/>
                      </a:cubicBezTo>
                      <a:cubicBezTo>
                        <a:pt x="992124" y="2146840"/>
                        <a:pt x="758286" y="2316956"/>
                        <a:pt x="613982" y="2486406"/>
                      </a:cubicBezTo>
                      <a:cubicBezTo>
                        <a:pt x="556641" y="2553748"/>
                        <a:pt x="386144" y="2753582"/>
                        <a:pt x="0" y="2777966"/>
                      </a:cubicBezTo>
                      <a:cubicBezTo>
                        <a:pt x="5049" y="2779681"/>
                        <a:pt x="10383" y="2781205"/>
                        <a:pt x="15716" y="2782633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76" name="Forme libre : forme 9375">
                  <a:extLst>
                    <a:ext uri="{FF2B5EF4-FFF2-40B4-BE49-F238E27FC236}">
                      <a16:creationId xmlns:a16="http://schemas.microsoft.com/office/drawing/2014/main" id="{3C9EF206-8F20-4B2A-A821-3A873F6D0760}"/>
                    </a:ext>
                  </a:extLst>
                </p:cNvPr>
                <p:cNvSpPr/>
                <p:nvPr/>
              </p:nvSpPr>
              <p:spPr>
                <a:xfrm>
                  <a:off x="1358269" y="3210653"/>
                  <a:ext cx="150637" cy="252064"/>
                </a:xfrm>
                <a:custGeom>
                  <a:avLst/>
                  <a:gdLst>
                    <a:gd name="connsiteX0" fmla="*/ 0 w 150637"/>
                    <a:gd name="connsiteY0" fmla="*/ 234443 h 252064"/>
                    <a:gd name="connsiteX1" fmla="*/ 7048 w 150637"/>
                    <a:gd name="connsiteY1" fmla="*/ 252065 h 252064"/>
                    <a:gd name="connsiteX2" fmla="*/ 27242 w 150637"/>
                    <a:gd name="connsiteY2" fmla="*/ 215393 h 252064"/>
                    <a:gd name="connsiteX3" fmla="*/ 49530 w 150637"/>
                    <a:gd name="connsiteY3" fmla="*/ 191676 h 252064"/>
                    <a:gd name="connsiteX4" fmla="*/ 77438 w 150637"/>
                    <a:gd name="connsiteY4" fmla="*/ 152909 h 252064"/>
                    <a:gd name="connsiteX5" fmla="*/ 63817 w 150637"/>
                    <a:gd name="connsiteY5" fmla="*/ 162244 h 252064"/>
                    <a:gd name="connsiteX6" fmla="*/ 95821 w 150637"/>
                    <a:gd name="connsiteY6" fmla="*/ 121191 h 252064"/>
                    <a:gd name="connsiteX7" fmla="*/ 148780 w 150637"/>
                    <a:gd name="connsiteY7" fmla="*/ 43943 h 252064"/>
                    <a:gd name="connsiteX8" fmla="*/ 148876 w 150637"/>
                    <a:gd name="connsiteY8" fmla="*/ 43848 h 252064"/>
                    <a:gd name="connsiteX9" fmla="*/ 148685 w 150637"/>
                    <a:gd name="connsiteY9" fmla="*/ 42610 h 252064"/>
                    <a:gd name="connsiteX10" fmla="*/ 148400 w 150637"/>
                    <a:gd name="connsiteY10" fmla="*/ 40419 h 252064"/>
                    <a:gd name="connsiteX11" fmla="*/ 131731 w 150637"/>
                    <a:gd name="connsiteY11" fmla="*/ 38133 h 252064"/>
                    <a:gd name="connsiteX12" fmla="*/ 149923 w 150637"/>
                    <a:gd name="connsiteY12" fmla="*/ 13749 h 252064"/>
                    <a:gd name="connsiteX13" fmla="*/ 140398 w 150637"/>
                    <a:gd name="connsiteY13" fmla="*/ 2319 h 252064"/>
                    <a:gd name="connsiteX14" fmla="*/ 110585 w 150637"/>
                    <a:gd name="connsiteY14" fmla="*/ 33942 h 252064"/>
                    <a:gd name="connsiteX15" fmla="*/ 134684 w 150637"/>
                    <a:gd name="connsiteY15" fmla="*/ 47086 h 252064"/>
                    <a:gd name="connsiteX16" fmla="*/ 134684 w 150637"/>
                    <a:gd name="connsiteY16" fmla="*/ 47944 h 252064"/>
                    <a:gd name="connsiteX17" fmla="*/ 84582 w 150637"/>
                    <a:gd name="connsiteY17" fmla="*/ 112237 h 252064"/>
                    <a:gd name="connsiteX18" fmla="*/ 13716 w 150637"/>
                    <a:gd name="connsiteY18" fmla="*/ 209869 h 252064"/>
                    <a:gd name="connsiteX19" fmla="*/ 11430 w 150637"/>
                    <a:gd name="connsiteY19" fmla="*/ 213488 h 252064"/>
                    <a:gd name="connsiteX20" fmla="*/ 11525 w 150637"/>
                    <a:gd name="connsiteY20" fmla="*/ 213584 h 252064"/>
                    <a:gd name="connsiteX21" fmla="*/ 0 w 150637"/>
                    <a:gd name="connsiteY21" fmla="*/ 234443 h 252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50637" h="252064">
                      <a:moveTo>
                        <a:pt x="0" y="234443"/>
                      </a:moveTo>
                      <a:cubicBezTo>
                        <a:pt x="2762" y="240253"/>
                        <a:pt x="5143" y="246064"/>
                        <a:pt x="7048" y="252065"/>
                      </a:cubicBezTo>
                      <a:cubicBezTo>
                        <a:pt x="12954" y="239777"/>
                        <a:pt x="19717" y="227490"/>
                        <a:pt x="27242" y="215393"/>
                      </a:cubicBezTo>
                      <a:cubicBezTo>
                        <a:pt x="32194" y="208154"/>
                        <a:pt x="39719" y="200153"/>
                        <a:pt x="49530" y="191676"/>
                      </a:cubicBezTo>
                      <a:cubicBezTo>
                        <a:pt x="58388" y="178627"/>
                        <a:pt x="67723" y="165673"/>
                        <a:pt x="77438" y="152909"/>
                      </a:cubicBezTo>
                      <a:cubicBezTo>
                        <a:pt x="72866" y="155957"/>
                        <a:pt x="68389" y="159005"/>
                        <a:pt x="63817" y="162244"/>
                      </a:cubicBezTo>
                      <a:cubicBezTo>
                        <a:pt x="74200" y="148433"/>
                        <a:pt x="84963" y="134717"/>
                        <a:pt x="95821" y="121191"/>
                      </a:cubicBezTo>
                      <a:cubicBezTo>
                        <a:pt x="128873" y="80043"/>
                        <a:pt x="150209" y="66994"/>
                        <a:pt x="148780" y="43943"/>
                      </a:cubicBezTo>
                      <a:cubicBezTo>
                        <a:pt x="148780" y="43943"/>
                        <a:pt x="148876" y="43848"/>
                        <a:pt x="148876" y="43848"/>
                      </a:cubicBezTo>
                      <a:cubicBezTo>
                        <a:pt x="148876" y="43848"/>
                        <a:pt x="148780" y="43372"/>
                        <a:pt x="148685" y="42610"/>
                      </a:cubicBezTo>
                      <a:cubicBezTo>
                        <a:pt x="148590" y="41848"/>
                        <a:pt x="148495" y="41181"/>
                        <a:pt x="148400" y="40419"/>
                      </a:cubicBezTo>
                      <a:cubicBezTo>
                        <a:pt x="142780" y="38800"/>
                        <a:pt x="135350" y="39943"/>
                        <a:pt x="131731" y="38133"/>
                      </a:cubicBezTo>
                      <a:cubicBezTo>
                        <a:pt x="121253" y="32894"/>
                        <a:pt x="135446" y="22703"/>
                        <a:pt x="149923" y="13749"/>
                      </a:cubicBezTo>
                      <a:cubicBezTo>
                        <a:pt x="151447" y="5177"/>
                        <a:pt x="151447" y="-4539"/>
                        <a:pt x="140398" y="2319"/>
                      </a:cubicBezTo>
                      <a:cubicBezTo>
                        <a:pt x="124301" y="12416"/>
                        <a:pt x="97250" y="27179"/>
                        <a:pt x="110585" y="33942"/>
                      </a:cubicBezTo>
                      <a:cubicBezTo>
                        <a:pt x="116967" y="37085"/>
                        <a:pt x="134779" y="30894"/>
                        <a:pt x="134684" y="47086"/>
                      </a:cubicBezTo>
                      <a:cubicBezTo>
                        <a:pt x="134684" y="47372"/>
                        <a:pt x="134684" y="47658"/>
                        <a:pt x="134684" y="47944"/>
                      </a:cubicBezTo>
                      <a:cubicBezTo>
                        <a:pt x="135064" y="67661"/>
                        <a:pt x="113538" y="76138"/>
                        <a:pt x="84582" y="112237"/>
                      </a:cubicBezTo>
                      <a:cubicBezTo>
                        <a:pt x="59150" y="143861"/>
                        <a:pt x="34004" y="176436"/>
                        <a:pt x="13716" y="209869"/>
                      </a:cubicBezTo>
                      <a:cubicBezTo>
                        <a:pt x="12954" y="211107"/>
                        <a:pt x="12097" y="212250"/>
                        <a:pt x="11430" y="213488"/>
                      </a:cubicBezTo>
                      <a:lnTo>
                        <a:pt x="11525" y="213584"/>
                      </a:lnTo>
                      <a:cubicBezTo>
                        <a:pt x="7620" y="220442"/>
                        <a:pt x="3715" y="227490"/>
                        <a:pt x="0" y="234443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77" name="Forme libre : forme 9376">
                  <a:extLst>
                    <a:ext uri="{FF2B5EF4-FFF2-40B4-BE49-F238E27FC236}">
                      <a16:creationId xmlns:a16="http://schemas.microsoft.com/office/drawing/2014/main" id="{E29DEF50-B3F0-4340-B4EB-B77BF3B016F8}"/>
                    </a:ext>
                  </a:extLst>
                </p:cNvPr>
                <p:cNvSpPr/>
                <p:nvPr/>
              </p:nvSpPr>
              <p:spPr>
                <a:xfrm>
                  <a:off x="1445613" y="3072908"/>
                  <a:ext cx="165983" cy="301132"/>
                </a:xfrm>
                <a:custGeom>
                  <a:avLst/>
                  <a:gdLst>
                    <a:gd name="connsiteX0" fmla="*/ 44767 w 165983"/>
                    <a:gd name="connsiteY0" fmla="*/ 258079 h 301132"/>
                    <a:gd name="connsiteX1" fmla="*/ 24955 w 165983"/>
                    <a:gd name="connsiteY1" fmla="*/ 269033 h 301132"/>
                    <a:gd name="connsiteX2" fmla="*/ 0 w 165983"/>
                    <a:gd name="connsiteY2" fmla="*/ 301133 h 301132"/>
                    <a:gd name="connsiteX3" fmla="*/ 36100 w 165983"/>
                    <a:gd name="connsiteY3" fmla="*/ 279130 h 301132"/>
                    <a:gd name="connsiteX4" fmla="*/ 64294 w 165983"/>
                    <a:gd name="connsiteY4" fmla="*/ 263128 h 301132"/>
                    <a:gd name="connsiteX5" fmla="*/ 153162 w 165983"/>
                    <a:gd name="connsiteY5" fmla="*/ 149018 h 301132"/>
                    <a:gd name="connsiteX6" fmla="*/ 154972 w 165983"/>
                    <a:gd name="connsiteY6" fmla="*/ 44910 h 301132"/>
                    <a:gd name="connsiteX7" fmla="*/ 155258 w 165983"/>
                    <a:gd name="connsiteY7" fmla="*/ 42148 h 301132"/>
                    <a:gd name="connsiteX8" fmla="*/ 146495 w 165983"/>
                    <a:gd name="connsiteY8" fmla="*/ 35576 h 301132"/>
                    <a:gd name="connsiteX9" fmla="*/ 165449 w 165983"/>
                    <a:gd name="connsiteY9" fmla="*/ 12430 h 301132"/>
                    <a:gd name="connsiteX10" fmla="*/ 150114 w 165983"/>
                    <a:gd name="connsiteY10" fmla="*/ 4429 h 301132"/>
                    <a:gd name="connsiteX11" fmla="*/ 125444 w 165983"/>
                    <a:gd name="connsiteY11" fmla="*/ 31385 h 301132"/>
                    <a:gd name="connsiteX12" fmla="*/ 140779 w 165983"/>
                    <a:gd name="connsiteY12" fmla="*/ 52054 h 301132"/>
                    <a:gd name="connsiteX13" fmla="*/ 139351 w 165983"/>
                    <a:gd name="connsiteY13" fmla="*/ 145399 h 301132"/>
                    <a:gd name="connsiteX14" fmla="*/ 44767 w 165983"/>
                    <a:gd name="connsiteY14" fmla="*/ 258079 h 301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5983" h="301132">
                      <a:moveTo>
                        <a:pt x="44767" y="258079"/>
                      </a:moveTo>
                      <a:cubicBezTo>
                        <a:pt x="39338" y="260937"/>
                        <a:pt x="32575" y="264747"/>
                        <a:pt x="24955" y="269033"/>
                      </a:cubicBezTo>
                      <a:cubicBezTo>
                        <a:pt x="16478" y="279606"/>
                        <a:pt x="8096" y="290274"/>
                        <a:pt x="0" y="301133"/>
                      </a:cubicBezTo>
                      <a:cubicBezTo>
                        <a:pt x="10954" y="293894"/>
                        <a:pt x="23050" y="286559"/>
                        <a:pt x="36100" y="279130"/>
                      </a:cubicBezTo>
                      <a:cubicBezTo>
                        <a:pt x="46958" y="272653"/>
                        <a:pt x="56769" y="267128"/>
                        <a:pt x="64294" y="263128"/>
                      </a:cubicBezTo>
                      <a:cubicBezTo>
                        <a:pt x="107537" y="235791"/>
                        <a:pt x="141827" y="192357"/>
                        <a:pt x="153162" y="149018"/>
                      </a:cubicBezTo>
                      <a:cubicBezTo>
                        <a:pt x="162401" y="113776"/>
                        <a:pt x="155734" y="77104"/>
                        <a:pt x="154972" y="44910"/>
                      </a:cubicBezTo>
                      <a:cubicBezTo>
                        <a:pt x="155067" y="44053"/>
                        <a:pt x="155162" y="43100"/>
                        <a:pt x="155258" y="42148"/>
                      </a:cubicBezTo>
                      <a:cubicBezTo>
                        <a:pt x="152400" y="40528"/>
                        <a:pt x="149162" y="39767"/>
                        <a:pt x="146495" y="35576"/>
                      </a:cubicBezTo>
                      <a:cubicBezTo>
                        <a:pt x="140779" y="26622"/>
                        <a:pt x="148495" y="23288"/>
                        <a:pt x="165449" y="12430"/>
                      </a:cubicBezTo>
                      <a:cubicBezTo>
                        <a:pt x="167354" y="2619"/>
                        <a:pt x="164592" y="-5287"/>
                        <a:pt x="150114" y="4429"/>
                      </a:cubicBezTo>
                      <a:cubicBezTo>
                        <a:pt x="129159" y="18526"/>
                        <a:pt x="119063" y="21478"/>
                        <a:pt x="125444" y="31385"/>
                      </a:cubicBezTo>
                      <a:cubicBezTo>
                        <a:pt x="131064" y="40147"/>
                        <a:pt x="139065" y="33766"/>
                        <a:pt x="140779" y="52054"/>
                      </a:cubicBezTo>
                      <a:cubicBezTo>
                        <a:pt x="141351" y="85296"/>
                        <a:pt x="147447" y="114443"/>
                        <a:pt x="139351" y="145399"/>
                      </a:cubicBezTo>
                      <a:cubicBezTo>
                        <a:pt x="127921" y="189309"/>
                        <a:pt x="90773" y="233600"/>
                        <a:pt x="44767" y="25807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78" name="Forme libre : forme 9377">
                  <a:extLst>
                    <a:ext uri="{FF2B5EF4-FFF2-40B4-BE49-F238E27FC236}">
                      <a16:creationId xmlns:a16="http://schemas.microsoft.com/office/drawing/2014/main" id="{0BBF171F-2115-406D-9DFE-99EDEC0945CE}"/>
                    </a:ext>
                  </a:extLst>
                </p:cNvPr>
                <p:cNvSpPr/>
                <p:nvPr/>
              </p:nvSpPr>
              <p:spPr>
                <a:xfrm>
                  <a:off x="1233968" y="3317090"/>
                  <a:ext cx="116760" cy="288584"/>
                </a:xfrm>
                <a:custGeom>
                  <a:avLst/>
                  <a:gdLst>
                    <a:gd name="connsiteX0" fmla="*/ 286 w 116760"/>
                    <a:gd name="connsiteY0" fmla="*/ 9516 h 288584"/>
                    <a:gd name="connsiteX1" fmla="*/ 3524 w 116760"/>
                    <a:gd name="connsiteY1" fmla="*/ 14374 h 288584"/>
                    <a:gd name="connsiteX2" fmla="*/ 22955 w 116760"/>
                    <a:gd name="connsiteY2" fmla="*/ 36471 h 288584"/>
                    <a:gd name="connsiteX3" fmla="*/ 54483 w 116760"/>
                    <a:gd name="connsiteY3" fmla="*/ 79525 h 288584"/>
                    <a:gd name="connsiteX4" fmla="*/ 101441 w 116760"/>
                    <a:gd name="connsiteY4" fmla="*/ 182871 h 288584"/>
                    <a:gd name="connsiteX5" fmla="*/ 101537 w 116760"/>
                    <a:gd name="connsiteY5" fmla="*/ 182871 h 288584"/>
                    <a:gd name="connsiteX6" fmla="*/ 96107 w 116760"/>
                    <a:gd name="connsiteY6" fmla="*/ 205826 h 288584"/>
                    <a:gd name="connsiteX7" fmla="*/ 90583 w 116760"/>
                    <a:gd name="connsiteY7" fmla="*/ 249832 h 288584"/>
                    <a:gd name="connsiteX8" fmla="*/ 91440 w 116760"/>
                    <a:gd name="connsiteY8" fmla="*/ 288122 h 288584"/>
                    <a:gd name="connsiteX9" fmla="*/ 101441 w 116760"/>
                    <a:gd name="connsiteY9" fmla="*/ 260023 h 288584"/>
                    <a:gd name="connsiteX10" fmla="*/ 108299 w 116760"/>
                    <a:gd name="connsiteY10" fmla="*/ 183442 h 288584"/>
                    <a:gd name="connsiteX11" fmla="*/ 110966 w 116760"/>
                    <a:gd name="connsiteY11" fmla="*/ 166583 h 288584"/>
                    <a:gd name="connsiteX12" fmla="*/ 116205 w 116760"/>
                    <a:gd name="connsiteY12" fmla="*/ 144866 h 288584"/>
                    <a:gd name="connsiteX13" fmla="*/ 113157 w 116760"/>
                    <a:gd name="connsiteY13" fmla="*/ 151248 h 288584"/>
                    <a:gd name="connsiteX14" fmla="*/ 87725 w 116760"/>
                    <a:gd name="connsiteY14" fmla="*/ 96955 h 288584"/>
                    <a:gd name="connsiteX15" fmla="*/ 75533 w 116760"/>
                    <a:gd name="connsiteY15" fmla="*/ 83716 h 288584"/>
                    <a:gd name="connsiteX16" fmla="*/ 54388 w 116760"/>
                    <a:gd name="connsiteY16" fmla="*/ 58474 h 288584"/>
                    <a:gd name="connsiteX17" fmla="*/ 34766 w 116760"/>
                    <a:gd name="connsiteY17" fmla="*/ 28280 h 288584"/>
                    <a:gd name="connsiteX18" fmla="*/ 34671 w 116760"/>
                    <a:gd name="connsiteY18" fmla="*/ 28090 h 288584"/>
                    <a:gd name="connsiteX19" fmla="*/ 24479 w 116760"/>
                    <a:gd name="connsiteY19" fmla="*/ 18565 h 288584"/>
                    <a:gd name="connsiteX20" fmla="*/ 38005 w 116760"/>
                    <a:gd name="connsiteY20" fmla="*/ 4277 h 288584"/>
                    <a:gd name="connsiteX21" fmla="*/ 28575 w 116760"/>
                    <a:gd name="connsiteY21" fmla="*/ 1134 h 288584"/>
                    <a:gd name="connsiteX22" fmla="*/ 0 w 116760"/>
                    <a:gd name="connsiteY22" fmla="*/ 4563 h 288584"/>
                    <a:gd name="connsiteX23" fmla="*/ 286 w 116760"/>
                    <a:gd name="connsiteY23" fmla="*/ 9516 h 288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16760" h="288584">
                      <a:moveTo>
                        <a:pt x="286" y="9516"/>
                      </a:moveTo>
                      <a:cubicBezTo>
                        <a:pt x="857" y="10944"/>
                        <a:pt x="1905" y="12564"/>
                        <a:pt x="3524" y="14374"/>
                      </a:cubicBezTo>
                      <a:cubicBezTo>
                        <a:pt x="9144" y="21041"/>
                        <a:pt x="14097" y="21327"/>
                        <a:pt x="22955" y="36471"/>
                      </a:cubicBezTo>
                      <a:cubicBezTo>
                        <a:pt x="28480" y="47806"/>
                        <a:pt x="38291" y="63713"/>
                        <a:pt x="54483" y="79525"/>
                      </a:cubicBezTo>
                      <a:cubicBezTo>
                        <a:pt x="80867" y="105147"/>
                        <a:pt x="105537" y="146961"/>
                        <a:pt x="101441" y="182871"/>
                      </a:cubicBezTo>
                      <a:lnTo>
                        <a:pt x="101537" y="182871"/>
                      </a:lnTo>
                      <a:cubicBezTo>
                        <a:pt x="99346" y="190491"/>
                        <a:pt x="97441" y="198111"/>
                        <a:pt x="96107" y="205826"/>
                      </a:cubicBezTo>
                      <a:cubicBezTo>
                        <a:pt x="93059" y="220018"/>
                        <a:pt x="91535" y="236211"/>
                        <a:pt x="90583" y="249832"/>
                      </a:cubicBezTo>
                      <a:cubicBezTo>
                        <a:pt x="90868" y="260023"/>
                        <a:pt x="86963" y="276406"/>
                        <a:pt x="91440" y="288122"/>
                      </a:cubicBezTo>
                      <a:cubicBezTo>
                        <a:pt x="92678" y="291456"/>
                        <a:pt x="100393" y="276216"/>
                        <a:pt x="101441" y="260023"/>
                      </a:cubicBezTo>
                      <a:cubicBezTo>
                        <a:pt x="101155" y="220685"/>
                        <a:pt x="106013" y="195825"/>
                        <a:pt x="108299" y="183442"/>
                      </a:cubicBezTo>
                      <a:cubicBezTo>
                        <a:pt x="109823" y="178489"/>
                        <a:pt x="109061" y="171441"/>
                        <a:pt x="110966" y="166583"/>
                      </a:cubicBezTo>
                      <a:cubicBezTo>
                        <a:pt x="109918" y="159153"/>
                        <a:pt x="119063" y="152295"/>
                        <a:pt x="116205" y="144866"/>
                      </a:cubicBezTo>
                      <a:cubicBezTo>
                        <a:pt x="115253" y="147057"/>
                        <a:pt x="114109" y="149152"/>
                        <a:pt x="113157" y="151248"/>
                      </a:cubicBezTo>
                      <a:cubicBezTo>
                        <a:pt x="108585" y="132293"/>
                        <a:pt x="99250" y="113434"/>
                        <a:pt x="87725" y="96955"/>
                      </a:cubicBezTo>
                      <a:cubicBezTo>
                        <a:pt x="83820" y="92193"/>
                        <a:pt x="79724" y="87811"/>
                        <a:pt x="75533" y="83716"/>
                      </a:cubicBezTo>
                      <a:cubicBezTo>
                        <a:pt x="66675" y="75048"/>
                        <a:pt x="59817" y="66475"/>
                        <a:pt x="54388" y="58474"/>
                      </a:cubicBezTo>
                      <a:cubicBezTo>
                        <a:pt x="44672" y="46949"/>
                        <a:pt x="38481" y="35995"/>
                        <a:pt x="34766" y="28280"/>
                      </a:cubicBezTo>
                      <a:cubicBezTo>
                        <a:pt x="34766" y="28185"/>
                        <a:pt x="34766" y="28185"/>
                        <a:pt x="34671" y="28090"/>
                      </a:cubicBezTo>
                      <a:cubicBezTo>
                        <a:pt x="30861" y="24279"/>
                        <a:pt x="27813" y="22470"/>
                        <a:pt x="24479" y="18565"/>
                      </a:cubicBezTo>
                      <a:cubicBezTo>
                        <a:pt x="14954" y="7230"/>
                        <a:pt x="24575" y="3896"/>
                        <a:pt x="38005" y="4277"/>
                      </a:cubicBezTo>
                      <a:cubicBezTo>
                        <a:pt x="36195" y="2944"/>
                        <a:pt x="33242" y="1896"/>
                        <a:pt x="28575" y="1134"/>
                      </a:cubicBezTo>
                      <a:cubicBezTo>
                        <a:pt x="15716" y="-771"/>
                        <a:pt x="2572" y="-676"/>
                        <a:pt x="0" y="4563"/>
                      </a:cubicBezTo>
                      <a:cubicBezTo>
                        <a:pt x="762" y="6277"/>
                        <a:pt x="857" y="7896"/>
                        <a:pt x="286" y="9516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79" name="Forme libre : forme 9378">
                  <a:extLst>
                    <a:ext uri="{FF2B5EF4-FFF2-40B4-BE49-F238E27FC236}">
                      <a16:creationId xmlns:a16="http://schemas.microsoft.com/office/drawing/2014/main" id="{6B2B88C9-3862-491F-BC7C-F6E7D63C5BB5}"/>
                    </a:ext>
                  </a:extLst>
                </p:cNvPr>
                <p:cNvSpPr/>
                <p:nvPr/>
              </p:nvSpPr>
              <p:spPr>
                <a:xfrm>
                  <a:off x="1337600" y="4835461"/>
                  <a:ext cx="170783" cy="25526"/>
                </a:xfrm>
                <a:custGeom>
                  <a:avLst/>
                  <a:gdLst>
                    <a:gd name="connsiteX0" fmla="*/ 0 w 170783"/>
                    <a:gd name="connsiteY0" fmla="*/ 0 h 25526"/>
                    <a:gd name="connsiteX1" fmla="*/ 4000 w 170783"/>
                    <a:gd name="connsiteY1" fmla="*/ 2477 h 25526"/>
                    <a:gd name="connsiteX2" fmla="*/ 170783 w 170783"/>
                    <a:gd name="connsiteY2" fmla="*/ 25527 h 25526"/>
                    <a:gd name="connsiteX3" fmla="*/ 0 w 170783"/>
                    <a:gd name="connsiteY3" fmla="*/ 0 h 25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0783" h="25526">
                      <a:moveTo>
                        <a:pt x="0" y="0"/>
                      </a:moveTo>
                      <a:cubicBezTo>
                        <a:pt x="1333" y="762"/>
                        <a:pt x="2667" y="1619"/>
                        <a:pt x="4000" y="2477"/>
                      </a:cubicBezTo>
                      <a:cubicBezTo>
                        <a:pt x="63722" y="8287"/>
                        <a:pt x="119920" y="15907"/>
                        <a:pt x="170783" y="25527"/>
                      </a:cubicBezTo>
                      <a:cubicBezTo>
                        <a:pt x="119348" y="14764"/>
                        <a:pt x="61722" y="6382"/>
                        <a:pt x="0" y="0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80" name="Forme libre : forme 9379">
                  <a:extLst>
                    <a:ext uri="{FF2B5EF4-FFF2-40B4-BE49-F238E27FC236}">
                      <a16:creationId xmlns:a16="http://schemas.microsoft.com/office/drawing/2014/main" id="{5FD813D0-9942-4601-B1DB-3275190D1E01}"/>
                    </a:ext>
                  </a:extLst>
                </p:cNvPr>
                <p:cNvSpPr/>
                <p:nvPr/>
              </p:nvSpPr>
              <p:spPr>
                <a:xfrm>
                  <a:off x="7086889" y="1936908"/>
                  <a:ext cx="117062" cy="115303"/>
                </a:xfrm>
                <a:custGeom>
                  <a:avLst/>
                  <a:gdLst>
                    <a:gd name="connsiteX0" fmla="*/ 23813 w 117062"/>
                    <a:gd name="connsiteY0" fmla="*/ 113919 h 115303"/>
                    <a:gd name="connsiteX1" fmla="*/ 117063 w 117062"/>
                    <a:gd name="connsiteY1" fmla="*/ 105537 h 115303"/>
                    <a:gd name="connsiteX2" fmla="*/ 104013 w 117062"/>
                    <a:gd name="connsiteY2" fmla="*/ 97346 h 115303"/>
                    <a:gd name="connsiteX3" fmla="*/ 101251 w 117062"/>
                    <a:gd name="connsiteY3" fmla="*/ 94583 h 115303"/>
                    <a:gd name="connsiteX4" fmla="*/ 87439 w 117062"/>
                    <a:gd name="connsiteY4" fmla="*/ 87630 h 115303"/>
                    <a:gd name="connsiteX5" fmla="*/ 78867 w 117062"/>
                    <a:gd name="connsiteY5" fmla="*/ 76009 h 115303"/>
                    <a:gd name="connsiteX6" fmla="*/ 75915 w 117062"/>
                    <a:gd name="connsiteY6" fmla="*/ 60293 h 115303"/>
                    <a:gd name="connsiteX7" fmla="*/ 69342 w 117062"/>
                    <a:gd name="connsiteY7" fmla="*/ 27527 h 115303"/>
                    <a:gd name="connsiteX8" fmla="*/ 50959 w 117062"/>
                    <a:gd name="connsiteY8" fmla="*/ 0 h 115303"/>
                    <a:gd name="connsiteX9" fmla="*/ 67056 w 117062"/>
                    <a:gd name="connsiteY9" fmla="*/ 28289 h 115303"/>
                    <a:gd name="connsiteX10" fmla="*/ 71152 w 117062"/>
                    <a:gd name="connsiteY10" fmla="*/ 60769 h 115303"/>
                    <a:gd name="connsiteX11" fmla="*/ 73152 w 117062"/>
                    <a:gd name="connsiteY11" fmla="*/ 77724 h 115303"/>
                    <a:gd name="connsiteX12" fmla="*/ 82868 w 117062"/>
                    <a:gd name="connsiteY12" fmla="*/ 93154 h 115303"/>
                    <a:gd name="connsiteX13" fmla="*/ 95917 w 117062"/>
                    <a:gd name="connsiteY13" fmla="*/ 101346 h 115303"/>
                    <a:gd name="connsiteX14" fmla="*/ 2667 w 117062"/>
                    <a:gd name="connsiteY14" fmla="*/ 109728 h 115303"/>
                    <a:gd name="connsiteX15" fmla="*/ 0 w 117062"/>
                    <a:gd name="connsiteY15" fmla="*/ 109252 h 115303"/>
                    <a:gd name="connsiteX16" fmla="*/ 23813 w 117062"/>
                    <a:gd name="connsiteY16" fmla="*/ 113919 h 115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7062" h="115303">
                      <a:moveTo>
                        <a:pt x="23813" y="113919"/>
                      </a:moveTo>
                      <a:cubicBezTo>
                        <a:pt x="54197" y="118205"/>
                        <a:pt x="85344" y="111728"/>
                        <a:pt x="117063" y="105537"/>
                      </a:cubicBezTo>
                      <a:cubicBezTo>
                        <a:pt x="112490" y="103442"/>
                        <a:pt x="108014" y="100774"/>
                        <a:pt x="104013" y="97346"/>
                      </a:cubicBezTo>
                      <a:cubicBezTo>
                        <a:pt x="103061" y="96488"/>
                        <a:pt x="102204" y="95536"/>
                        <a:pt x="101251" y="94583"/>
                      </a:cubicBezTo>
                      <a:cubicBezTo>
                        <a:pt x="96203" y="92964"/>
                        <a:pt x="91536" y="90678"/>
                        <a:pt x="87439" y="87630"/>
                      </a:cubicBezTo>
                      <a:cubicBezTo>
                        <a:pt x="83534" y="84582"/>
                        <a:pt x="80391" y="80677"/>
                        <a:pt x="78867" y="76009"/>
                      </a:cubicBezTo>
                      <a:cubicBezTo>
                        <a:pt x="77534" y="71247"/>
                        <a:pt x="76581" y="65627"/>
                        <a:pt x="75915" y="60293"/>
                      </a:cubicBezTo>
                      <a:cubicBezTo>
                        <a:pt x="74486" y="49435"/>
                        <a:pt x="73247" y="38100"/>
                        <a:pt x="69342" y="27527"/>
                      </a:cubicBezTo>
                      <a:cubicBezTo>
                        <a:pt x="65532" y="16954"/>
                        <a:pt x="58864" y="7620"/>
                        <a:pt x="50959" y="0"/>
                      </a:cubicBezTo>
                      <a:cubicBezTo>
                        <a:pt x="58293" y="8192"/>
                        <a:pt x="64104" y="17812"/>
                        <a:pt x="67056" y="28289"/>
                      </a:cubicBezTo>
                      <a:cubicBezTo>
                        <a:pt x="70104" y="38767"/>
                        <a:pt x="70485" y="49721"/>
                        <a:pt x="71152" y="60769"/>
                      </a:cubicBezTo>
                      <a:cubicBezTo>
                        <a:pt x="71533" y="66389"/>
                        <a:pt x="71914" y="71818"/>
                        <a:pt x="73152" y="77724"/>
                      </a:cubicBezTo>
                      <a:cubicBezTo>
                        <a:pt x="74676" y="83725"/>
                        <a:pt x="78296" y="89154"/>
                        <a:pt x="82868" y="93154"/>
                      </a:cubicBezTo>
                      <a:cubicBezTo>
                        <a:pt x="86868" y="96583"/>
                        <a:pt x="91345" y="99250"/>
                        <a:pt x="95917" y="101346"/>
                      </a:cubicBezTo>
                      <a:cubicBezTo>
                        <a:pt x="64198" y="107537"/>
                        <a:pt x="33147" y="114014"/>
                        <a:pt x="2667" y="109728"/>
                      </a:cubicBezTo>
                      <a:cubicBezTo>
                        <a:pt x="1810" y="109633"/>
                        <a:pt x="858" y="109442"/>
                        <a:pt x="0" y="109252"/>
                      </a:cubicBezTo>
                      <a:cubicBezTo>
                        <a:pt x="7906" y="111347"/>
                        <a:pt x="15812" y="112871"/>
                        <a:pt x="23813" y="11391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81" name="Forme libre : forme 9380">
                  <a:extLst>
                    <a:ext uri="{FF2B5EF4-FFF2-40B4-BE49-F238E27FC236}">
                      <a16:creationId xmlns:a16="http://schemas.microsoft.com/office/drawing/2014/main" id="{67699291-D03D-4938-8EC6-D20A77BA4EFC}"/>
                    </a:ext>
                  </a:extLst>
                </p:cNvPr>
                <p:cNvSpPr/>
                <p:nvPr/>
              </p:nvSpPr>
              <p:spPr>
                <a:xfrm>
                  <a:off x="285659" y="4817935"/>
                  <a:ext cx="439578" cy="24482"/>
                </a:xfrm>
                <a:custGeom>
                  <a:avLst/>
                  <a:gdLst>
                    <a:gd name="connsiteX0" fmla="*/ 0 w 439578"/>
                    <a:gd name="connsiteY0" fmla="*/ 19812 h 24482"/>
                    <a:gd name="connsiteX1" fmla="*/ 25908 w 439578"/>
                    <a:gd name="connsiteY1" fmla="*/ 24003 h 24482"/>
                    <a:gd name="connsiteX2" fmla="*/ 355854 w 439578"/>
                    <a:gd name="connsiteY2" fmla="*/ 7048 h 24482"/>
                    <a:gd name="connsiteX3" fmla="*/ 439579 w 439578"/>
                    <a:gd name="connsiteY3" fmla="*/ 0 h 24482"/>
                    <a:gd name="connsiteX4" fmla="*/ 0 w 439578"/>
                    <a:gd name="connsiteY4" fmla="*/ 19812 h 24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9578" h="24482">
                      <a:moveTo>
                        <a:pt x="0" y="19812"/>
                      </a:moveTo>
                      <a:cubicBezTo>
                        <a:pt x="0" y="26575"/>
                        <a:pt x="25908" y="24003"/>
                        <a:pt x="25908" y="24003"/>
                      </a:cubicBezTo>
                      <a:cubicBezTo>
                        <a:pt x="40196" y="22955"/>
                        <a:pt x="174212" y="13049"/>
                        <a:pt x="355854" y="7048"/>
                      </a:cubicBezTo>
                      <a:cubicBezTo>
                        <a:pt x="383381" y="1429"/>
                        <a:pt x="412242" y="3429"/>
                        <a:pt x="439579" y="0"/>
                      </a:cubicBezTo>
                      <a:cubicBezTo>
                        <a:pt x="206692" y="4953"/>
                        <a:pt x="16954" y="18479"/>
                        <a:pt x="0" y="19812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82" name="Forme libre : forme 9381">
                  <a:extLst>
                    <a:ext uri="{FF2B5EF4-FFF2-40B4-BE49-F238E27FC236}">
                      <a16:creationId xmlns:a16="http://schemas.microsoft.com/office/drawing/2014/main" id="{AFE0E07E-7A7F-43FD-AC9E-A91BBDC41227}"/>
                    </a:ext>
                  </a:extLst>
                </p:cNvPr>
                <p:cNvSpPr/>
                <p:nvPr/>
              </p:nvSpPr>
              <p:spPr>
                <a:xfrm>
                  <a:off x="938312" y="3086412"/>
                  <a:ext cx="400119" cy="1745143"/>
                </a:xfrm>
                <a:custGeom>
                  <a:avLst/>
                  <a:gdLst>
                    <a:gd name="connsiteX0" fmla="*/ 310610 w 400119"/>
                    <a:gd name="connsiteY0" fmla="*/ 1017815 h 1745143"/>
                    <a:gd name="connsiteX1" fmla="*/ 392049 w 400119"/>
                    <a:gd name="connsiteY1" fmla="*/ 795311 h 1745143"/>
                    <a:gd name="connsiteX2" fmla="*/ 391859 w 400119"/>
                    <a:gd name="connsiteY2" fmla="*/ 578427 h 1745143"/>
                    <a:gd name="connsiteX3" fmla="*/ 371761 w 400119"/>
                    <a:gd name="connsiteY3" fmla="*/ 512418 h 1745143"/>
                    <a:gd name="connsiteX4" fmla="*/ 275939 w 400119"/>
                    <a:gd name="connsiteY4" fmla="*/ 394213 h 1745143"/>
                    <a:gd name="connsiteX5" fmla="*/ 155448 w 400119"/>
                    <a:gd name="connsiteY5" fmla="*/ 216857 h 1745143"/>
                    <a:gd name="connsiteX6" fmla="*/ 144399 w 400119"/>
                    <a:gd name="connsiteY6" fmla="*/ 204761 h 1745143"/>
                    <a:gd name="connsiteX7" fmla="*/ 112681 w 400119"/>
                    <a:gd name="connsiteY7" fmla="*/ 167137 h 1745143"/>
                    <a:gd name="connsiteX8" fmla="*/ 90583 w 400119"/>
                    <a:gd name="connsiteY8" fmla="*/ 134657 h 1745143"/>
                    <a:gd name="connsiteX9" fmla="*/ 61436 w 400119"/>
                    <a:gd name="connsiteY9" fmla="*/ 56266 h 1745143"/>
                    <a:gd name="connsiteX10" fmla="*/ 68199 w 400119"/>
                    <a:gd name="connsiteY10" fmla="*/ 38645 h 1745143"/>
                    <a:gd name="connsiteX11" fmla="*/ 66580 w 400119"/>
                    <a:gd name="connsiteY11" fmla="*/ 19785 h 1745143"/>
                    <a:gd name="connsiteX12" fmla="*/ 66199 w 400119"/>
                    <a:gd name="connsiteY12" fmla="*/ 14356 h 1745143"/>
                    <a:gd name="connsiteX13" fmla="*/ 60007 w 400119"/>
                    <a:gd name="connsiteY13" fmla="*/ 6450 h 1745143"/>
                    <a:gd name="connsiteX14" fmla="*/ 45529 w 400119"/>
                    <a:gd name="connsiteY14" fmla="*/ 15594 h 1745143"/>
                    <a:gd name="connsiteX15" fmla="*/ 47244 w 400119"/>
                    <a:gd name="connsiteY15" fmla="*/ 44360 h 1745143"/>
                    <a:gd name="connsiteX16" fmla="*/ 47339 w 400119"/>
                    <a:gd name="connsiteY16" fmla="*/ 44645 h 1745143"/>
                    <a:gd name="connsiteX17" fmla="*/ 78200 w 400119"/>
                    <a:gd name="connsiteY17" fmla="*/ 141705 h 1745143"/>
                    <a:gd name="connsiteX18" fmla="*/ 123349 w 400119"/>
                    <a:gd name="connsiteY18" fmla="*/ 200665 h 1745143"/>
                    <a:gd name="connsiteX19" fmla="*/ 163544 w 400119"/>
                    <a:gd name="connsiteY19" fmla="*/ 254100 h 1745143"/>
                    <a:gd name="connsiteX20" fmla="*/ 222409 w 400119"/>
                    <a:gd name="connsiteY20" fmla="*/ 348969 h 1745143"/>
                    <a:gd name="connsiteX21" fmla="*/ 273558 w 400119"/>
                    <a:gd name="connsiteY21" fmla="*/ 400404 h 1745143"/>
                    <a:gd name="connsiteX22" fmla="*/ 347853 w 400119"/>
                    <a:gd name="connsiteY22" fmla="*/ 484224 h 1745143"/>
                    <a:gd name="connsiteX23" fmla="*/ 373951 w 400119"/>
                    <a:gd name="connsiteY23" fmla="*/ 571187 h 1745143"/>
                    <a:gd name="connsiteX24" fmla="*/ 371094 w 400119"/>
                    <a:gd name="connsiteY24" fmla="*/ 791215 h 1745143"/>
                    <a:gd name="connsiteX25" fmla="*/ 289655 w 400119"/>
                    <a:gd name="connsiteY25" fmla="*/ 1013719 h 1745143"/>
                    <a:gd name="connsiteX26" fmla="*/ 177165 w 400119"/>
                    <a:gd name="connsiteY26" fmla="*/ 1345951 h 1745143"/>
                    <a:gd name="connsiteX27" fmla="*/ 304705 w 400119"/>
                    <a:gd name="connsiteY27" fmla="*/ 1740953 h 1745143"/>
                    <a:gd name="connsiteX28" fmla="*/ 0 w 400119"/>
                    <a:gd name="connsiteY28" fmla="*/ 1730094 h 1745143"/>
                    <a:gd name="connsiteX29" fmla="*/ 62484 w 400119"/>
                    <a:gd name="connsiteY29" fmla="*/ 1734762 h 1745143"/>
                    <a:gd name="connsiteX30" fmla="*/ 325850 w 400119"/>
                    <a:gd name="connsiteY30" fmla="*/ 1745144 h 1745143"/>
                    <a:gd name="connsiteX31" fmla="*/ 198310 w 400119"/>
                    <a:gd name="connsiteY31" fmla="*/ 1350142 h 1745143"/>
                    <a:gd name="connsiteX32" fmla="*/ 310610 w 400119"/>
                    <a:gd name="connsiteY32" fmla="*/ 1017815 h 1745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00119" h="1745143">
                      <a:moveTo>
                        <a:pt x="310610" y="1017815"/>
                      </a:moveTo>
                      <a:cubicBezTo>
                        <a:pt x="347663" y="931423"/>
                        <a:pt x="382619" y="849889"/>
                        <a:pt x="392049" y="795311"/>
                      </a:cubicBezTo>
                      <a:cubicBezTo>
                        <a:pt x="407384" y="706728"/>
                        <a:pt x="397097" y="621575"/>
                        <a:pt x="391859" y="578427"/>
                      </a:cubicBezTo>
                      <a:cubicBezTo>
                        <a:pt x="389572" y="562805"/>
                        <a:pt x="382429" y="539184"/>
                        <a:pt x="371761" y="512418"/>
                      </a:cubicBezTo>
                      <a:cubicBezTo>
                        <a:pt x="344329" y="466698"/>
                        <a:pt x="285750" y="402595"/>
                        <a:pt x="275939" y="394213"/>
                      </a:cubicBezTo>
                      <a:cubicBezTo>
                        <a:pt x="179642" y="310203"/>
                        <a:pt x="184880" y="284294"/>
                        <a:pt x="155448" y="216857"/>
                      </a:cubicBezTo>
                      <a:cubicBezTo>
                        <a:pt x="151828" y="212762"/>
                        <a:pt x="148114" y="208761"/>
                        <a:pt x="144399" y="204761"/>
                      </a:cubicBezTo>
                      <a:cubicBezTo>
                        <a:pt x="133921" y="193521"/>
                        <a:pt x="123158" y="181996"/>
                        <a:pt x="112681" y="167137"/>
                      </a:cubicBezTo>
                      <a:cubicBezTo>
                        <a:pt x="105156" y="157898"/>
                        <a:pt x="97726" y="147515"/>
                        <a:pt x="90583" y="134657"/>
                      </a:cubicBezTo>
                      <a:cubicBezTo>
                        <a:pt x="73914" y="104748"/>
                        <a:pt x="61722" y="78078"/>
                        <a:pt x="61436" y="56266"/>
                      </a:cubicBezTo>
                      <a:cubicBezTo>
                        <a:pt x="62484" y="43502"/>
                        <a:pt x="65151" y="39883"/>
                        <a:pt x="68199" y="38645"/>
                      </a:cubicBezTo>
                      <a:cubicBezTo>
                        <a:pt x="68104" y="32358"/>
                        <a:pt x="67723" y="24834"/>
                        <a:pt x="66580" y="19785"/>
                      </a:cubicBezTo>
                      <a:cubicBezTo>
                        <a:pt x="66199" y="18166"/>
                        <a:pt x="66103" y="16261"/>
                        <a:pt x="66199" y="14356"/>
                      </a:cubicBezTo>
                      <a:cubicBezTo>
                        <a:pt x="64294" y="11879"/>
                        <a:pt x="62293" y="9212"/>
                        <a:pt x="60007" y="6450"/>
                      </a:cubicBezTo>
                      <a:cubicBezTo>
                        <a:pt x="47434" y="-8980"/>
                        <a:pt x="43624" y="7022"/>
                        <a:pt x="45529" y="15594"/>
                      </a:cubicBezTo>
                      <a:cubicBezTo>
                        <a:pt x="47434" y="24167"/>
                        <a:pt x="47149" y="39597"/>
                        <a:pt x="47244" y="44360"/>
                      </a:cubicBezTo>
                      <a:cubicBezTo>
                        <a:pt x="47244" y="44360"/>
                        <a:pt x="47339" y="44550"/>
                        <a:pt x="47339" y="44645"/>
                      </a:cubicBezTo>
                      <a:cubicBezTo>
                        <a:pt x="46196" y="67410"/>
                        <a:pt x="56578" y="103034"/>
                        <a:pt x="78200" y="141705"/>
                      </a:cubicBezTo>
                      <a:cubicBezTo>
                        <a:pt x="92869" y="167994"/>
                        <a:pt x="108394" y="184568"/>
                        <a:pt x="123349" y="200665"/>
                      </a:cubicBezTo>
                      <a:cubicBezTo>
                        <a:pt x="137922" y="216286"/>
                        <a:pt x="151828" y="231145"/>
                        <a:pt x="163544" y="254100"/>
                      </a:cubicBezTo>
                      <a:cubicBezTo>
                        <a:pt x="176498" y="285533"/>
                        <a:pt x="195263" y="318585"/>
                        <a:pt x="222409" y="348969"/>
                      </a:cubicBezTo>
                      <a:cubicBezTo>
                        <a:pt x="239649" y="368210"/>
                        <a:pt x="256889" y="384593"/>
                        <a:pt x="273558" y="400404"/>
                      </a:cubicBezTo>
                      <a:cubicBezTo>
                        <a:pt x="301371" y="426788"/>
                        <a:pt x="326993" y="451172"/>
                        <a:pt x="347853" y="484224"/>
                      </a:cubicBezTo>
                      <a:cubicBezTo>
                        <a:pt x="364141" y="516609"/>
                        <a:pt x="371189" y="552042"/>
                        <a:pt x="373951" y="571187"/>
                      </a:cubicBezTo>
                      <a:cubicBezTo>
                        <a:pt x="379285" y="614336"/>
                        <a:pt x="386334" y="702632"/>
                        <a:pt x="371094" y="791215"/>
                      </a:cubicBezTo>
                      <a:cubicBezTo>
                        <a:pt x="361664" y="845793"/>
                        <a:pt x="326707" y="927327"/>
                        <a:pt x="289655" y="1013719"/>
                      </a:cubicBezTo>
                      <a:cubicBezTo>
                        <a:pt x="242506" y="1123923"/>
                        <a:pt x="189928" y="1245367"/>
                        <a:pt x="177165" y="1345951"/>
                      </a:cubicBezTo>
                      <a:cubicBezTo>
                        <a:pt x="158782" y="1490921"/>
                        <a:pt x="130778" y="1604269"/>
                        <a:pt x="304705" y="1740953"/>
                      </a:cubicBezTo>
                      <a:cubicBezTo>
                        <a:pt x="206311" y="1733999"/>
                        <a:pt x="102108" y="1730856"/>
                        <a:pt x="0" y="1730094"/>
                      </a:cubicBezTo>
                      <a:cubicBezTo>
                        <a:pt x="20860" y="1732952"/>
                        <a:pt x="41624" y="1732190"/>
                        <a:pt x="62484" y="1734762"/>
                      </a:cubicBezTo>
                      <a:cubicBezTo>
                        <a:pt x="151257" y="1736000"/>
                        <a:pt x="240792" y="1739143"/>
                        <a:pt x="325850" y="1745144"/>
                      </a:cubicBezTo>
                      <a:cubicBezTo>
                        <a:pt x="151924" y="1608460"/>
                        <a:pt x="180689" y="1495017"/>
                        <a:pt x="198310" y="1350142"/>
                      </a:cubicBezTo>
                      <a:cubicBezTo>
                        <a:pt x="209931" y="1252796"/>
                        <a:pt x="263461" y="1127924"/>
                        <a:pt x="310610" y="1017815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83" name="Forme libre : forme 9382">
                  <a:extLst>
                    <a:ext uri="{FF2B5EF4-FFF2-40B4-BE49-F238E27FC236}">
                      <a16:creationId xmlns:a16="http://schemas.microsoft.com/office/drawing/2014/main" id="{8084556A-7B5B-44DC-8BFB-4F4C954F3046}"/>
                    </a:ext>
                  </a:extLst>
                </p:cNvPr>
                <p:cNvSpPr/>
                <p:nvPr/>
              </p:nvSpPr>
              <p:spPr>
                <a:xfrm>
                  <a:off x="1146738" y="3297993"/>
                  <a:ext cx="52082" cy="92715"/>
                </a:xfrm>
                <a:custGeom>
                  <a:avLst/>
                  <a:gdLst>
                    <a:gd name="connsiteX0" fmla="*/ 48368 w 52082"/>
                    <a:gd name="connsiteY0" fmla="*/ 5371 h 92715"/>
                    <a:gd name="connsiteX1" fmla="*/ 35319 w 52082"/>
                    <a:gd name="connsiteY1" fmla="*/ 704 h 92715"/>
                    <a:gd name="connsiteX2" fmla="*/ 33318 w 52082"/>
                    <a:gd name="connsiteY2" fmla="*/ 18611 h 92715"/>
                    <a:gd name="connsiteX3" fmla="*/ 32937 w 52082"/>
                    <a:gd name="connsiteY3" fmla="*/ 33375 h 92715"/>
                    <a:gd name="connsiteX4" fmla="*/ 12458 w 52082"/>
                    <a:gd name="connsiteY4" fmla="*/ 58235 h 92715"/>
                    <a:gd name="connsiteX5" fmla="*/ 2457 w 52082"/>
                    <a:gd name="connsiteY5" fmla="*/ 73285 h 92715"/>
                    <a:gd name="connsiteX6" fmla="*/ 838 w 52082"/>
                    <a:gd name="connsiteY6" fmla="*/ 92716 h 92715"/>
                    <a:gd name="connsiteX7" fmla="*/ 52083 w 52082"/>
                    <a:gd name="connsiteY7" fmla="*/ 19087 h 92715"/>
                    <a:gd name="connsiteX8" fmla="*/ 48368 w 52082"/>
                    <a:gd name="connsiteY8" fmla="*/ 5371 h 92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082" h="92715">
                      <a:moveTo>
                        <a:pt x="48368" y="5371"/>
                      </a:moveTo>
                      <a:cubicBezTo>
                        <a:pt x="44082" y="3371"/>
                        <a:pt x="39510" y="1752"/>
                        <a:pt x="35319" y="704"/>
                      </a:cubicBezTo>
                      <a:cubicBezTo>
                        <a:pt x="19698" y="-3296"/>
                        <a:pt x="28365" y="10705"/>
                        <a:pt x="33318" y="18611"/>
                      </a:cubicBezTo>
                      <a:cubicBezTo>
                        <a:pt x="36557" y="23659"/>
                        <a:pt x="34747" y="29660"/>
                        <a:pt x="32937" y="33375"/>
                      </a:cubicBezTo>
                      <a:cubicBezTo>
                        <a:pt x="27508" y="42519"/>
                        <a:pt x="20269" y="52234"/>
                        <a:pt x="12458" y="58235"/>
                      </a:cubicBezTo>
                      <a:cubicBezTo>
                        <a:pt x="8363" y="61283"/>
                        <a:pt x="4648" y="68427"/>
                        <a:pt x="2457" y="73285"/>
                      </a:cubicBezTo>
                      <a:cubicBezTo>
                        <a:pt x="1314" y="78809"/>
                        <a:pt x="-1353" y="88810"/>
                        <a:pt x="838" y="92716"/>
                      </a:cubicBezTo>
                      <a:cubicBezTo>
                        <a:pt x="16173" y="71284"/>
                        <a:pt x="44939" y="43852"/>
                        <a:pt x="52083" y="19087"/>
                      </a:cubicBezTo>
                      <a:cubicBezTo>
                        <a:pt x="49035" y="13849"/>
                        <a:pt x="46082" y="7848"/>
                        <a:pt x="48368" y="5371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84" name="Forme libre : forme 9383">
                  <a:extLst>
                    <a:ext uri="{FF2B5EF4-FFF2-40B4-BE49-F238E27FC236}">
                      <a16:creationId xmlns:a16="http://schemas.microsoft.com/office/drawing/2014/main" id="{45181991-DCC6-46A6-97FA-5AC1A48C5F72}"/>
                    </a:ext>
                  </a:extLst>
                </p:cNvPr>
                <p:cNvSpPr/>
                <p:nvPr/>
              </p:nvSpPr>
              <p:spPr>
                <a:xfrm>
                  <a:off x="2127984" y="3235100"/>
                  <a:ext cx="731217" cy="1830865"/>
                </a:xfrm>
                <a:custGeom>
                  <a:avLst/>
                  <a:gdLst>
                    <a:gd name="connsiteX0" fmla="*/ 409385 w 731217"/>
                    <a:gd name="connsiteY0" fmla="*/ 285340 h 1830865"/>
                    <a:gd name="connsiteX1" fmla="*/ 543592 w 731217"/>
                    <a:gd name="connsiteY1" fmla="*/ 420023 h 1830865"/>
                    <a:gd name="connsiteX2" fmla="*/ 544925 w 731217"/>
                    <a:gd name="connsiteY2" fmla="*/ 420690 h 1830865"/>
                    <a:gd name="connsiteX3" fmla="*/ 561213 w 731217"/>
                    <a:gd name="connsiteY3" fmla="*/ 442788 h 1830865"/>
                    <a:gd name="connsiteX4" fmla="*/ 668465 w 731217"/>
                    <a:gd name="connsiteY4" fmla="*/ 603475 h 1830865"/>
                    <a:gd name="connsiteX5" fmla="*/ 704564 w 731217"/>
                    <a:gd name="connsiteY5" fmla="*/ 849124 h 1830865"/>
                    <a:gd name="connsiteX6" fmla="*/ 651320 w 731217"/>
                    <a:gd name="connsiteY6" fmla="*/ 992190 h 1830865"/>
                    <a:gd name="connsiteX7" fmla="*/ 543783 w 731217"/>
                    <a:gd name="connsiteY7" fmla="*/ 1425768 h 1830865"/>
                    <a:gd name="connsiteX8" fmla="*/ 691229 w 731217"/>
                    <a:gd name="connsiteY8" fmla="*/ 1826675 h 1830865"/>
                    <a:gd name="connsiteX9" fmla="*/ 362903 w 731217"/>
                    <a:gd name="connsiteY9" fmla="*/ 1819150 h 1830865"/>
                    <a:gd name="connsiteX10" fmla="*/ 0 w 731217"/>
                    <a:gd name="connsiteY10" fmla="*/ 1791718 h 1830865"/>
                    <a:gd name="connsiteX11" fmla="*/ 384048 w 731217"/>
                    <a:gd name="connsiteY11" fmla="*/ 1823341 h 1830865"/>
                    <a:gd name="connsiteX12" fmla="*/ 712375 w 731217"/>
                    <a:gd name="connsiteY12" fmla="*/ 1830866 h 1830865"/>
                    <a:gd name="connsiteX13" fmla="*/ 564928 w 731217"/>
                    <a:gd name="connsiteY13" fmla="*/ 1429959 h 1830865"/>
                    <a:gd name="connsiteX14" fmla="*/ 672465 w 731217"/>
                    <a:gd name="connsiteY14" fmla="*/ 996381 h 1830865"/>
                    <a:gd name="connsiteX15" fmla="*/ 725710 w 731217"/>
                    <a:gd name="connsiteY15" fmla="*/ 853315 h 1830865"/>
                    <a:gd name="connsiteX16" fmla="*/ 689610 w 731217"/>
                    <a:gd name="connsiteY16" fmla="*/ 607666 h 1830865"/>
                    <a:gd name="connsiteX17" fmla="*/ 582359 w 731217"/>
                    <a:gd name="connsiteY17" fmla="*/ 446979 h 1830865"/>
                    <a:gd name="connsiteX18" fmla="*/ 566071 w 731217"/>
                    <a:gd name="connsiteY18" fmla="*/ 424881 h 1830865"/>
                    <a:gd name="connsiteX19" fmla="*/ 564737 w 731217"/>
                    <a:gd name="connsiteY19" fmla="*/ 424214 h 1830865"/>
                    <a:gd name="connsiteX20" fmla="*/ 430530 w 731217"/>
                    <a:gd name="connsiteY20" fmla="*/ 289531 h 1830865"/>
                    <a:gd name="connsiteX21" fmla="*/ 271653 w 731217"/>
                    <a:gd name="connsiteY21" fmla="*/ 128368 h 1830865"/>
                    <a:gd name="connsiteX22" fmla="*/ 374618 w 731217"/>
                    <a:gd name="connsiteY22" fmla="*/ 4638 h 1830865"/>
                    <a:gd name="connsiteX23" fmla="*/ 250603 w 731217"/>
                    <a:gd name="connsiteY23" fmla="*/ 124176 h 1830865"/>
                    <a:gd name="connsiteX24" fmla="*/ 409385 w 731217"/>
                    <a:gd name="connsiteY24" fmla="*/ 285340 h 1830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31217" h="1830865">
                      <a:moveTo>
                        <a:pt x="409385" y="285340"/>
                      </a:moveTo>
                      <a:cubicBezTo>
                        <a:pt x="475107" y="311914"/>
                        <a:pt x="543592" y="420023"/>
                        <a:pt x="543592" y="420023"/>
                      </a:cubicBezTo>
                      <a:cubicBezTo>
                        <a:pt x="543592" y="420023"/>
                        <a:pt x="544163" y="420309"/>
                        <a:pt x="544925" y="420690"/>
                      </a:cubicBezTo>
                      <a:cubicBezTo>
                        <a:pt x="550259" y="428024"/>
                        <a:pt x="555689" y="435358"/>
                        <a:pt x="561213" y="442788"/>
                      </a:cubicBezTo>
                      <a:cubicBezTo>
                        <a:pt x="597313" y="491556"/>
                        <a:pt x="634651" y="542038"/>
                        <a:pt x="668465" y="603475"/>
                      </a:cubicBezTo>
                      <a:cubicBezTo>
                        <a:pt x="705898" y="671674"/>
                        <a:pt x="718471" y="758256"/>
                        <a:pt x="704564" y="849124"/>
                      </a:cubicBezTo>
                      <a:cubicBezTo>
                        <a:pt x="686943" y="902655"/>
                        <a:pt x="668846" y="948089"/>
                        <a:pt x="651320" y="992190"/>
                      </a:cubicBezTo>
                      <a:cubicBezTo>
                        <a:pt x="606076" y="1105918"/>
                        <a:pt x="563309" y="1213360"/>
                        <a:pt x="543783" y="1425768"/>
                      </a:cubicBezTo>
                      <a:cubicBezTo>
                        <a:pt x="525113" y="1627698"/>
                        <a:pt x="622268" y="1759810"/>
                        <a:pt x="691229" y="1826675"/>
                      </a:cubicBezTo>
                      <a:cubicBezTo>
                        <a:pt x="552545" y="1819722"/>
                        <a:pt x="433959" y="1815912"/>
                        <a:pt x="362903" y="1819150"/>
                      </a:cubicBezTo>
                      <a:cubicBezTo>
                        <a:pt x="234696" y="1825151"/>
                        <a:pt x="122777" y="1815531"/>
                        <a:pt x="0" y="1791718"/>
                      </a:cubicBezTo>
                      <a:cubicBezTo>
                        <a:pt x="131255" y="1818579"/>
                        <a:pt x="248508" y="1829723"/>
                        <a:pt x="384048" y="1823341"/>
                      </a:cubicBezTo>
                      <a:cubicBezTo>
                        <a:pt x="455009" y="1820007"/>
                        <a:pt x="573691" y="1823913"/>
                        <a:pt x="712375" y="1830866"/>
                      </a:cubicBezTo>
                      <a:cubicBezTo>
                        <a:pt x="643414" y="1764001"/>
                        <a:pt x="546259" y="1631984"/>
                        <a:pt x="564928" y="1429959"/>
                      </a:cubicBezTo>
                      <a:cubicBezTo>
                        <a:pt x="584550" y="1217456"/>
                        <a:pt x="627221" y="1110109"/>
                        <a:pt x="672465" y="996381"/>
                      </a:cubicBezTo>
                      <a:cubicBezTo>
                        <a:pt x="689991" y="952375"/>
                        <a:pt x="707993" y="906846"/>
                        <a:pt x="725710" y="853315"/>
                      </a:cubicBezTo>
                      <a:cubicBezTo>
                        <a:pt x="739617" y="762447"/>
                        <a:pt x="727043" y="675865"/>
                        <a:pt x="689610" y="607666"/>
                      </a:cubicBezTo>
                      <a:cubicBezTo>
                        <a:pt x="655892" y="546134"/>
                        <a:pt x="618554" y="495747"/>
                        <a:pt x="582359" y="446979"/>
                      </a:cubicBezTo>
                      <a:cubicBezTo>
                        <a:pt x="576834" y="439549"/>
                        <a:pt x="571405" y="432215"/>
                        <a:pt x="566071" y="424881"/>
                      </a:cubicBezTo>
                      <a:cubicBezTo>
                        <a:pt x="565309" y="424500"/>
                        <a:pt x="564737" y="424214"/>
                        <a:pt x="564737" y="424214"/>
                      </a:cubicBezTo>
                      <a:cubicBezTo>
                        <a:pt x="564737" y="424214"/>
                        <a:pt x="496253" y="316105"/>
                        <a:pt x="430530" y="289531"/>
                      </a:cubicBezTo>
                      <a:cubicBezTo>
                        <a:pt x="358045" y="260193"/>
                        <a:pt x="283083" y="217426"/>
                        <a:pt x="271653" y="128368"/>
                      </a:cubicBezTo>
                      <a:cubicBezTo>
                        <a:pt x="262795" y="59502"/>
                        <a:pt x="308991" y="-1553"/>
                        <a:pt x="374618" y="4638"/>
                      </a:cubicBezTo>
                      <a:cubicBezTo>
                        <a:pt x="298037" y="-18413"/>
                        <a:pt x="240792" y="48072"/>
                        <a:pt x="250603" y="124176"/>
                      </a:cubicBezTo>
                      <a:cubicBezTo>
                        <a:pt x="261938" y="213140"/>
                        <a:pt x="336900" y="256002"/>
                        <a:pt x="409385" y="285340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85" name="Forme libre : forme 9384">
                  <a:extLst>
                    <a:ext uri="{FF2B5EF4-FFF2-40B4-BE49-F238E27FC236}">
                      <a16:creationId xmlns:a16="http://schemas.microsoft.com/office/drawing/2014/main" id="{6EE309C8-B3C7-4566-85C6-7BF45CDBD4C8}"/>
                    </a:ext>
                  </a:extLst>
                </p:cNvPr>
                <p:cNvSpPr/>
                <p:nvPr/>
              </p:nvSpPr>
              <p:spPr>
                <a:xfrm>
                  <a:off x="1056779" y="3181863"/>
                  <a:ext cx="30649" cy="100356"/>
                </a:xfrm>
                <a:custGeom>
                  <a:avLst/>
                  <a:gdLst>
                    <a:gd name="connsiteX0" fmla="*/ 21074 w 30649"/>
                    <a:gd name="connsiteY0" fmla="*/ 11298 h 100356"/>
                    <a:gd name="connsiteX1" fmla="*/ 12311 w 30649"/>
                    <a:gd name="connsiteY1" fmla="*/ 3868 h 100356"/>
                    <a:gd name="connsiteX2" fmla="*/ 6406 w 30649"/>
                    <a:gd name="connsiteY2" fmla="*/ 30253 h 100356"/>
                    <a:gd name="connsiteX3" fmla="*/ 12406 w 30649"/>
                    <a:gd name="connsiteY3" fmla="*/ 44826 h 100356"/>
                    <a:gd name="connsiteX4" fmla="*/ 22884 w 30649"/>
                    <a:gd name="connsiteY4" fmla="*/ 84831 h 100356"/>
                    <a:gd name="connsiteX5" fmla="*/ 27551 w 30649"/>
                    <a:gd name="connsiteY5" fmla="*/ 100356 h 100356"/>
                    <a:gd name="connsiteX6" fmla="*/ 21074 w 30649"/>
                    <a:gd name="connsiteY6" fmla="*/ 11298 h 100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649" h="100356">
                      <a:moveTo>
                        <a:pt x="21074" y="11298"/>
                      </a:moveTo>
                      <a:cubicBezTo>
                        <a:pt x="18407" y="8916"/>
                        <a:pt x="15645" y="6535"/>
                        <a:pt x="12311" y="3868"/>
                      </a:cubicBezTo>
                      <a:cubicBezTo>
                        <a:pt x="-6167" y="-11181"/>
                        <a:pt x="-71" y="21966"/>
                        <a:pt x="6406" y="30253"/>
                      </a:cubicBezTo>
                      <a:cubicBezTo>
                        <a:pt x="9930" y="34729"/>
                        <a:pt x="11549" y="40444"/>
                        <a:pt x="12406" y="44826"/>
                      </a:cubicBezTo>
                      <a:cubicBezTo>
                        <a:pt x="13359" y="55684"/>
                        <a:pt x="19455" y="67495"/>
                        <a:pt x="22884" y="84831"/>
                      </a:cubicBezTo>
                      <a:cubicBezTo>
                        <a:pt x="24217" y="86355"/>
                        <a:pt x="26313" y="98928"/>
                        <a:pt x="27551" y="100356"/>
                      </a:cubicBezTo>
                      <a:cubicBezTo>
                        <a:pt x="40886" y="75115"/>
                        <a:pt x="5929" y="36253"/>
                        <a:pt x="21074" y="11298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86" name="Forme libre : forme 9385">
                  <a:extLst>
                    <a:ext uri="{FF2B5EF4-FFF2-40B4-BE49-F238E27FC236}">
                      <a16:creationId xmlns:a16="http://schemas.microsoft.com/office/drawing/2014/main" id="{FE982402-00AB-4A3D-A94B-6F232F2ED5D8}"/>
                    </a:ext>
                  </a:extLst>
                </p:cNvPr>
                <p:cNvSpPr/>
                <p:nvPr/>
              </p:nvSpPr>
              <p:spPr>
                <a:xfrm>
                  <a:off x="1499143" y="4917281"/>
                  <a:ext cx="618839" cy="165925"/>
                </a:xfrm>
                <a:custGeom>
                  <a:avLst/>
                  <a:gdLst>
                    <a:gd name="connsiteX0" fmla="*/ 117729 w 618839"/>
                    <a:gd name="connsiteY0" fmla="*/ 29718 h 165925"/>
                    <a:gd name="connsiteX1" fmla="*/ 87725 w 618839"/>
                    <a:gd name="connsiteY1" fmla="*/ 20764 h 165925"/>
                    <a:gd name="connsiteX2" fmla="*/ 0 w 618839"/>
                    <a:gd name="connsiteY2" fmla="*/ 0 h 165925"/>
                    <a:gd name="connsiteX3" fmla="*/ 66580 w 618839"/>
                    <a:gd name="connsiteY3" fmla="*/ 16573 h 165925"/>
                    <a:gd name="connsiteX4" fmla="*/ 96583 w 618839"/>
                    <a:gd name="connsiteY4" fmla="*/ 25527 h 165925"/>
                    <a:gd name="connsiteX5" fmla="*/ 618839 w 618839"/>
                    <a:gd name="connsiteY5" fmla="*/ 165925 h 165925"/>
                    <a:gd name="connsiteX6" fmla="*/ 117729 w 618839"/>
                    <a:gd name="connsiteY6" fmla="*/ 29718 h 165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8839" h="165925">
                      <a:moveTo>
                        <a:pt x="117729" y="29718"/>
                      </a:moveTo>
                      <a:lnTo>
                        <a:pt x="87725" y="20764"/>
                      </a:lnTo>
                      <a:cubicBezTo>
                        <a:pt x="61341" y="12859"/>
                        <a:pt x="31813" y="6001"/>
                        <a:pt x="0" y="0"/>
                      </a:cubicBezTo>
                      <a:cubicBezTo>
                        <a:pt x="23813" y="4953"/>
                        <a:pt x="46101" y="10477"/>
                        <a:pt x="66580" y="16573"/>
                      </a:cubicBezTo>
                      <a:lnTo>
                        <a:pt x="96583" y="25527"/>
                      </a:lnTo>
                      <a:cubicBezTo>
                        <a:pt x="314039" y="90297"/>
                        <a:pt x="473583" y="137826"/>
                        <a:pt x="618839" y="165925"/>
                      </a:cubicBezTo>
                      <a:cubicBezTo>
                        <a:pt x="479203" y="137350"/>
                        <a:pt x="324707" y="91440"/>
                        <a:pt x="117729" y="29718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87" name="Forme libre : forme 9386">
                  <a:extLst>
                    <a:ext uri="{FF2B5EF4-FFF2-40B4-BE49-F238E27FC236}">
                      <a16:creationId xmlns:a16="http://schemas.microsoft.com/office/drawing/2014/main" id="{DCD47170-C399-49C7-A671-2B21C84BCDAB}"/>
                    </a:ext>
                  </a:extLst>
                </p:cNvPr>
                <p:cNvSpPr/>
                <p:nvPr/>
              </p:nvSpPr>
              <p:spPr>
                <a:xfrm>
                  <a:off x="4339308" y="4468844"/>
                  <a:ext cx="1661922" cy="628078"/>
                </a:xfrm>
                <a:custGeom>
                  <a:avLst/>
                  <a:gdLst>
                    <a:gd name="connsiteX0" fmla="*/ 0 w 1661922"/>
                    <a:gd name="connsiteY0" fmla="*/ 628078 h 628078"/>
                    <a:gd name="connsiteX1" fmla="*/ 727710 w 1661922"/>
                    <a:gd name="connsiteY1" fmla="*/ 554260 h 628078"/>
                    <a:gd name="connsiteX2" fmla="*/ 1648397 w 1661922"/>
                    <a:gd name="connsiteY2" fmla="*/ 479679 h 628078"/>
                    <a:gd name="connsiteX3" fmla="*/ 1661636 w 1661922"/>
                    <a:gd name="connsiteY3" fmla="*/ 479488 h 628078"/>
                    <a:gd name="connsiteX4" fmla="*/ 1596009 w 1661922"/>
                    <a:gd name="connsiteY4" fmla="*/ 338995 h 628078"/>
                    <a:gd name="connsiteX5" fmla="*/ 1630108 w 1661922"/>
                    <a:gd name="connsiteY5" fmla="*/ 231172 h 628078"/>
                    <a:gd name="connsiteX6" fmla="*/ 1661922 w 1661922"/>
                    <a:gd name="connsiteY6" fmla="*/ 127825 h 628078"/>
                    <a:gd name="connsiteX7" fmla="*/ 1661922 w 1661922"/>
                    <a:gd name="connsiteY7" fmla="*/ 126778 h 628078"/>
                    <a:gd name="connsiteX8" fmla="*/ 1571054 w 1661922"/>
                    <a:gd name="connsiteY8" fmla="*/ 0 h 628078"/>
                    <a:gd name="connsiteX9" fmla="*/ 1640777 w 1661922"/>
                    <a:gd name="connsiteY9" fmla="*/ 122491 h 628078"/>
                    <a:gd name="connsiteX10" fmla="*/ 1640777 w 1661922"/>
                    <a:gd name="connsiteY10" fmla="*/ 123539 h 628078"/>
                    <a:gd name="connsiteX11" fmla="*/ 1608963 w 1661922"/>
                    <a:gd name="connsiteY11" fmla="*/ 226885 h 628078"/>
                    <a:gd name="connsiteX12" fmla="*/ 1574864 w 1661922"/>
                    <a:gd name="connsiteY12" fmla="*/ 334708 h 628078"/>
                    <a:gd name="connsiteX13" fmla="*/ 1640491 w 1661922"/>
                    <a:gd name="connsiteY13" fmla="*/ 475202 h 628078"/>
                    <a:gd name="connsiteX14" fmla="*/ 1627251 w 1661922"/>
                    <a:gd name="connsiteY14" fmla="*/ 475393 h 628078"/>
                    <a:gd name="connsiteX15" fmla="*/ 706565 w 1661922"/>
                    <a:gd name="connsiteY15" fmla="*/ 549973 h 628078"/>
                    <a:gd name="connsiteX16" fmla="*/ 5429 w 1661922"/>
                    <a:gd name="connsiteY16" fmla="*/ 622459 h 628078"/>
                    <a:gd name="connsiteX17" fmla="*/ 0 w 1661922"/>
                    <a:gd name="connsiteY17" fmla="*/ 628078 h 628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661922" h="628078">
                      <a:moveTo>
                        <a:pt x="0" y="628078"/>
                      </a:moveTo>
                      <a:cubicBezTo>
                        <a:pt x="277178" y="614077"/>
                        <a:pt x="554355" y="589883"/>
                        <a:pt x="727710" y="554260"/>
                      </a:cubicBezTo>
                      <a:cubicBezTo>
                        <a:pt x="1048893" y="488251"/>
                        <a:pt x="1469041" y="482251"/>
                        <a:pt x="1648397" y="479679"/>
                      </a:cubicBezTo>
                      <a:cubicBezTo>
                        <a:pt x="1652969" y="479584"/>
                        <a:pt x="1657350" y="479584"/>
                        <a:pt x="1661636" y="479488"/>
                      </a:cubicBezTo>
                      <a:cubicBezTo>
                        <a:pt x="1611249" y="446342"/>
                        <a:pt x="1587913" y="398240"/>
                        <a:pt x="1596009" y="338995"/>
                      </a:cubicBezTo>
                      <a:cubicBezTo>
                        <a:pt x="1601343" y="300038"/>
                        <a:pt x="1615916" y="265081"/>
                        <a:pt x="1630108" y="231172"/>
                      </a:cubicBezTo>
                      <a:cubicBezTo>
                        <a:pt x="1644967" y="195643"/>
                        <a:pt x="1658683" y="162782"/>
                        <a:pt x="1661922" y="127825"/>
                      </a:cubicBezTo>
                      <a:cubicBezTo>
                        <a:pt x="1661922" y="127444"/>
                        <a:pt x="1661922" y="127159"/>
                        <a:pt x="1661922" y="126778"/>
                      </a:cubicBezTo>
                      <a:cubicBezTo>
                        <a:pt x="1659732" y="32861"/>
                        <a:pt x="1616202" y="4953"/>
                        <a:pt x="1571054" y="0"/>
                      </a:cubicBezTo>
                      <a:cubicBezTo>
                        <a:pt x="1607820" y="11144"/>
                        <a:pt x="1638967" y="43434"/>
                        <a:pt x="1640777" y="122491"/>
                      </a:cubicBezTo>
                      <a:cubicBezTo>
                        <a:pt x="1640777" y="122872"/>
                        <a:pt x="1640777" y="123158"/>
                        <a:pt x="1640777" y="123539"/>
                      </a:cubicBezTo>
                      <a:cubicBezTo>
                        <a:pt x="1637538" y="158496"/>
                        <a:pt x="1623822" y="191357"/>
                        <a:pt x="1608963" y="226885"/>
                      </a:cubicBezTo>
                      <a:cubicBezTo>
                        <a:pt x="1594771" y="260794"/>
                        <a:pt x="1580198" y="295751"/>
                        <a:pt x="1574864" y="334708"/>
                      </a:cubicBezTo>
                      <a:cubicBezTo>
                        <a:pt x="1566768" y="393954"/>
                        <a:pt x="1590104" y="442055"/>
                        <a:pt x="1640491" y="475202"/>
                      </a:cubicBezTo>
                      <a:cubicBezTo>
                        <a:pt x="1636205" y="475297"/>
                        <a:pt x="1631823" y="475297"/>
                        <a:pt x="1627251" y="475393"/>
                      </a:cubicBezTo>
                      <a:cubicBezTo>
                        <a:pt x="1447896" y="477964"/>
                        <a:pt x="1027747" y="483965"/>
                        <a:pt x="706565" y="549973"/>
                      </a:cubicBezTo>
                      <a:cubicBezTo>
                        <a:pt x="538830" y="584454"/>
                        <a:pt x="273653" y="608171"/>
                        <a:pt x="5429" y="622459"/>
                      </a:cubicBezTo>
                      <a:cubicBezTo>
                        <a:pt x="3620" y="624363"/>
                        <a:pt x="1810" y="626364"/>
                        <a:pt x="0" y="628078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88" name="Forme libre : forme 9387">
                  <a:extLst>
                    <a:ext uri="{FF2B5EF4-FFF2-40B4-BE49-F238E27FC236}">
                      <a16:creationId xmlns:a16="http://schemas.microsoft.com/office/drawing/2014/main" id="{07F32FA5-FCC1-47D8-B5AB-9FCEC1B3E76F}"/>
                    </a:ext>
                  </a:extLst>
                </p:cNvPr>
                <p:cNvSpPr/>
                <p:nvPr/>
              </p:nvSpPr>
              <p:spPr>
                <a:xfrm>
                  <a:off x="5638518" y="4284589"/>
                  <a:ext cx="366236" cy="190159"/>
                </a:xfrm>
                <a:custGeom>
                  <a:avLst/>
                  <a:gdLst>
                    <a:gd name="connsiteX0" fmla="*/ 131922 w 366236"/>
                    <a:gd name="connsiteY0" fmla="*/ 190160 h 190159"/>
                    <a:gd name="connsiteX1" fmla="*/ 77629 w 366236"/>
                    <a:gd name="connsiteY1" fmla="*/ 163680 h 190159"/>
                    <a:gd name="connsiteX2" fmla="*/ 21146 w 366236"/>
                    <a:gd name="connsiteY2" fmla="*/ 132534 h 190159"/>
                    <a:gd name="connsiteX3" fmla="*/ 212789 w 366236"/>
                    <a:gd name="connsiteY3" fmla="*/ 33855 h 190159"/>
                    <a:gd name="connsiteX4" fmla="*/ 366236 w 366236"/>
                    <a:gd name="connsiteY4" fmla="*/ 6899 h 190159"/>
                    <a:gd name="connsiteX5" fmla="*/ 191643 w 366236"/>
                    <a:gd name="connsiteY5" fmla="*/ 29664 h 190159"/>
                    <a:gd name="connsiteX6" fmla="*/ 0 w 366236"/>
                    <a:gd name="connsiteY6" fmla="*/ 128342 h 190159"/>
                    <a:gd name="connsiteX7" fmla="*/ 56483 w 366236"/>
                    <a:gd name="connsiteY7" fmla="*/ 159489 h 190159"/>
                    <a:gd name="connsiteX8" fmla="*/ 131922 w 366236"/>
                    <a:gd name="connsiteY8" fmla="*/ 190160 h 190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6236" h="190159">
                      <a:moveTo>
                        <a:pt x="131922" y="190160"/>
                      </a:moveTo>
                      <a:cubicBezTo>
                        <a:pt x="108014" y="183397"/>
                        <a:pt x="88392" y="171396"/>
                        <a:pt x="77629" y="163680"/>
                      </a:cubicBezTo>
                      <a:cubicBezTo>
                        <a:pt x="59150" y="150441"/>
                        <a:pt x="21146" y="132534"/>
                        <a:pt x="21146" y="132534"/>
                      </a:cubicBezTo>
                      <a:cubicBezTo>
                        <a:pt x="149923" y="133581"/>
                        <a:pt x="96679" y="92909"/>
                        <a:pt x="212789" y="33855"/>
                      </a:cubicBezTo>
                      <a:cubicBezTo>
                        <a:pt x="272511" y="3470"/>
                        <a:pt x="325660" y="708"/>
                        <a:pt x="366236" y="6899"/>
                      </a:cubicBezTo>
                      <a:cubicBezTo>
                        <a:pt x="324041" y="-3579"/>
                        <a:pt x="262319" y="-6341"/>
                        <a:pt x="191643" y="29664"/>
                      </a:cubicBezTo>
                      <a:cubicBezTo>
                        <a:pt x="75533" y="88814"/>
                        <a:pt x="128778" y="129486"/>
                        <a:pt x="0" y="128342"/>
                      </a:cubicBezTo>
                      <a:cubicBezTo>
                        <a:pt x="0" y="128342"/>
                        <a:pt x="38005" y="146250"/>
                        <a:pt x="56483" y="159489"/>
                      </a:cubicBezTo>
                      <a:cubicBezTo>
                        <a:pt x="70295" y="169300"/>
                        <a:pt x="98584" y="186350"/>
                        <a:pt x="131922" y="190160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89" name="Forme libre : forme 9388">
                  <a:extLst>
                    <a:ext uri="{FF2B5EF4-FFF2-40B4-BE49-F238E27FC236}">
                      <a16:creationId xmlns:a16="http://schemas.microsoft.com/office/drawing/2014/main" id="{49AED7ED-B052-4E70-B7CB-F288E3DA04C8}"/>
                    </a:ext>
                  </a:extLst>
                </p:cNvPr>
                <p:cNvSpPr/>
                <p:nvPr/>
              </p:nvSpPr>
              <p:spPr>
                <a:xfrm>
                  <a:off x="6089241" y="4321206"/>
                  <a:ext cx="172783" cy="13429"/>
                </a:xfrm>
                <a:custGeom>
                  <a:avLst/>
                  <a:gdLst>
                    <a:gd name="connsiteX0" fmla="*/ 85154 w 172783"/>
                    <a:gd name="connsiteY0" fmla="*/ 9334 h 13429"/>
                    <a:gd name="connsiteX1" fmla="*/ 165068 w 172783"/>
                    <a:gd name="connsiteY1" fmla="*/ 13430 h 13429"/>
                    <a:gd name="connsiteX2" fmla="*/ 172784 w 172783"/>
                    <a:gd name="connsiteY2" fmla="*/ 9334 h 13429"/>
                    <a:gd name="connsiteX3" fmla="*/ 64008 w 172783"/>
                    <a:gd name="connsiteY3" fmla="*/ 5143 h 13429"/>
                    <a:gd name="connsiteX4" fmla="*/ 0 w 172783"/>
                    <a:gd name="connsiteY4" fmla="*/ 0 h 13429"/>
                    <a:gd name="connsiteX5" fmla="*/ 85154 w 172783"/>
                    <a:gd name="connsiteY5" fmla="*/ 9334 h 1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783" h="13429">
                      <a:moveTo>
                        <a:pt x="85154" y="9334"/>
                      </a:moveTo>
                      <a:cubicBezTo>
                        <a:pt x="98679" y="12287"/>
                        <a:pt x="137636" y="13240"/>
                        <a:pt x="165068" y="13430"/>
                      </a:cubicBezTo>
                      <a:cubicBezTo>
                        <a:pt x="169831" y="11049"/>
                        <a:pt x="172784" y="9334"/>
                        <a:pt x="172784" y="9334"/>
                      </a:cubicBezTo>
                      <a:cubicBezTo>
                        <a:pt x="172784" y="9334"/>
                        <a:pt x="85725" y="9906"/>
                        <a:pt x="64008" y="5143"/>
                      </a:cubicBezTo>
                      <a:cubicBezTo>
                        <a:pt x="49816" y="2000"/>
                        <a:pt x="22860" y="2762"/>
                        <a:pt x="0" y="0"/>
                      </a:cubicBezTo>
                      <a:cubicBezTo>
                        <a:pt x="24194" y="7906"/>
                        <a:pt x="66104" y="5143"/>
                        <a:pt x="85154" y="9334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90" name="Forme libre : forme 9389">
                  <a:extLst>
                    <a:ext uri="{FF2B5EF4-FFF2-40B4-BE49-F238E27FC236}">
                      <a16:creationId xmlns:a16="http://schemas.microsoft.com/office/drawing/2014/main" id="{051C3311-01EE-4622-94F5-56F7AD623A1D}"/>
                    </a:ext>
                  </a:extLst>
                </p:cNvPr>
                <p:cNvSpPr/>
                <p:nvPr/>
              </p:nvSpPr>
              <p:spPr>
                <a:xfrm>
                  <a:off x="2752575" y="2935771"/>
                  <a:ext cx="192086" cy="1043773"/>
                </a:xfrm>
                <a:custGeom>
                  <a:avLst/>
                  <a:gdLst>
                    <a:gd name="connsiteX0" fmla="*/ 95213 w 192086"/>
                    <a:gd name="connsiteY0" fmla="*/ 295680 h 1043773"/>
                    <a:gd name="connsiteX1" fmla="*/ 156649 w 192086"/>
                    <a:gd name="connsiteY1" fmla="*/ 412361 h 1043773"/>
                    <a:gd name="connsiteX2" fmla="*/ 126550 w 192086"/>
                    <a:gd name="connsiteY2" fmla="*/ 995005 h 1043773"/>
                    <a:gd name="connsiteX3" fmla="*/ 112834 w 192086"/>
                    <a:gd name="connsiteY3" fmla="*/ 1043773 h 1043773"/>
                    <a:gd name="connsiteX4" fmla="*/ 177795 w 192086"/>
                    <a:gd name="connsiteY4" fmla="*/ 416552 h 1043773"/>
                    <a:gd name="connsiteX5" fmla="*/ 116358 w 192086"/>
                    <a:gd name="connsiteY5" fmla="*/ 299871 h 1043773"/>
                    <a:gd name="connsiteX6" fmla="*/ 26061 w 192086"/>
                    <a:gd name="connsiteY6" fmla="*/ 92416 h 1043773"/>
                    <a:gd name="connsiteX7" fmla="*/ 132837 w 192086"/>
                    <a:gd name="connsiteY7" fmla="*/ 4501 h 1043773"/>
                    <a:gd name="connsiteX8" fmla="*/ 4916 w 192086"/>
                    <a:gd name="connsiteY8" fmla="*/ 88225 h 1043773"/>
                    <a:gd name="connsiteX9" fmla="*/ 95213 w 192086"/>
                    <a:gd name="connsiteY9" fmla="*/ 295680 h 1043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2086" h="1043773">
                      <a:moveTo>
                        <a:pt x="95213" y="295680"/>
                      </a:moveTo>
                      <a:cubicBezTo>
                        <a:pt x="132170" y="326255"/>
                        <a:pt x="149029" y="377404"/>
                        <a:pt x="156649" y="412361"/>
                      </a:cubicBezTo>
                      <a:cubicBezTo>
                        <a:pt x="194749" y="664964"/>
                        <a:pt x="166364" y="846892"/>
                        <a:pt x="126550" y="995005"/>
                      </a:cubicBezTo>
                      <a:cubicBezTo>
                        <a:pt x="130074" y="1012246"/>
                        <a:pt x="111501" y="1025676"/>
                        <a:pt x="112834" y="1043773"/>
                      </a:cubicBezTo>
                      <a:cubicBezTo>
                        <a:pt x="159221" y="886992"/>
                        <a:pt x="220181" y="697540"/>
                        <a:pt x="177795" y="416552"/>
                      </a:cubicBezTo>
                      <a:cubicBezTo>
                        <a:pt x="170174" y="381595"/>
                        <a:pt x="153315" y="330446"/>
                        <a:pt x="116358" y="299871"/>
                      </a:cubicBezTo>
                      <a:cubicBezTo>
                        <a:pt x="56160" y="249960"/>
                        <a:pt x="4725" y="179475"/>
                        <a:pt x="26061" y="92416"/>
                      </a:cubicBezTo>
                      <a:cubicBezTo>
                        <a:pt x="39491" y="37743"/>
                        <a:pt x="84735" y="786"/>
                        <a:pt x="132837" y="4501"/>
                      </a:cubicBezTo>
                      <a:cubicBezTo>
                        <a:pt x="77496" y="-13788"/>
                        <a:pt x="20346" y="25551"/>
                        <a:pt x="4916" y="88225"/>
                      </a:cubicBezTo>
                      <a:cubicBezTo>
                        <a:pt x="-16420" y="175284"/>
                        <a:pt x="35015" y="245769"/>
                        <a:pt x="95213" y="295680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91" name="Forme libre : forme 9390">
                  <a:extLst>
                    <a:ext uri="{FF2B5EF4-FFF2-40B4-BE49-F238E27FC236}">
                      <a16:creationId xmlns:a16="http://schemas.microsoft.com/office/drawing/2014/main" id="{765843E4-2AE8-4556-ADCF-0046F78F6DEF}"/>
                    </a:ext>
                  </a:extLst>
                </p:cNvPr>
                <p:cNvSpPr/>
                <p:nvPr/>
              </p:nvSpPr>
              <p:spPr>
                <a:xfrm>
                  <a:off x="6994021" y="2003583"/>
                  <a:ext cx="98964" cy="57816"/>
                </a:xfrm>
                <a:custGeom>
                  <a:avLst/>
                  <a:gdLst>
                    <a:gd name="connsiteX0" fmla="*/ 9240 w 98964"/>
                    <a:gd name="connsiteY0" fmla="*/ 10477 h 57816"/>
                    <a:gd name="connsiteX1" fmla="*/ 18479 w 98964"/>
                    <a:gd name="connsiteY1" fmla="*/ 20764 h 57816"/>
                    <a:gd name="connsiteX2" fmla="*/ 40672 w 98964"/>
                    <a:gd name="connsiteY2" fmla="*/ 38005 h 57816"/>
                    <a:gd name="connsiteX3" fmla="*/ 93440 w 98964"/>
                    <a:gd name="connsiteY3" fmla="*/ 57150 h 57816"/>
                    <a:gd name="connsiteX4" fmla="*/ 98965 w 98964"/>
                    <a:gd name="connsiteY4" fmla="*/ 57817 h 57816"/>
                    <a:gd name="connsiteX5" fmla="*/ 61722 w 98964"/>
                    <a:gd name="connsiteY5" fmla="*/ 42291 h 57816"/>
                    <a:gd name="connsiteX6" fmla="*/ 42767 w 98964"/>
                    <a:gd name="connsiteY6" fmla="*/ 27908 h 57816"/>
                    <a:gd name="connsiteX7" fmla="*/ 22670 w 98964"/>
                    <a:gd name="connsiteY7" fmla="*/ 15907 h 57816"/>
                    <a:gd name="connsiteX8" fmla="*/ 12097 w 98964"/>
                    <a:gd name="connsiteY8" fmla="*/ 7620 h 57816"/>
                    <a:gd name="connsiteX9" fmla="*/ 286 w 98964"/>
                    <a:gd name="connsiteY9" fmla="*/ 0 h 57816"/>
                    <a:gd name="connsiteX10" fmla="*/ 0 w 98964"/>
                    <a:gd name="connsiteY10" fmla="*/ 1429 h 57816"/>
                    <a:gd name="connsiteX11" fmla="*/ 9240 w 98964"/>
                    <a:gd name="connsiteY11" fmla="*/ 10477 h 57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8964" h="57816">
                      <a:moveTo>
                        <a:pt x="9240" y="10477"/>
                      </a:moveTo>
                      <a:cubicBezTo>
                        <a:pt x="12192" y="14002"/>
                        <a:pt x="15240" y="17431"/>
                        <a:pt x="18479" y="20764"/>
                      </a:cubicBezTo>
                      <a:cubicBezTo>
                        <a:pt x="25146" y="27242"/>
                        <a:pt x="32576" y="33147"/>
                        <a:pt x="40672" y="38005"/>
                      </a:cubicBezTo>
                      <a:cubicBezTo>
                        <a:pt x="56865" y="47815"/>
                        <a:pt x="74962" y="53721"/>
                        <a:pt x="93440" y="57150"/>
                      </a:cubicBezTo>
                      <a:cubicBezTo>
                        <a:pt x="95250" y="57436"/>
                        <a:pt x="97155" y="57531"/>
                        <a:pt x="98965" y="57817"/>
                      </a:cubicBezTo>
                      <a:cubicBezTo>
                        <a:pt x="85916" y="54292"/>
                        <a:pt x="73343" y="49339"/>
                        <a:pt x="61722" y="42291"/>
                      </a:cubicBezTo>
                      <a:cubicBezTo>
                        <a:pt x="54864" y="38100"/>
                        <a:pt x="48578" y="33242"/>
                        <a:pt x="42767" y="27908"/>
                      </a:cubicBezTo>
                      <a:cubicBezTo>
                        <a:pt x="35719" y="24574"/>
                        <a:pt x="29052" y="20574"/>
                        <a:pt x="22670" y="15907"/>
                      </a:cubicBezTo>
                      <a:cubicBezTo>
                        <a:pt x="19050" y="13335"/>
                        <a:pt x="15526" y="10573"/>
                        <a:pt x="12097" y="7620"/>
                      </a:cubicBezTo>
                      <a:cubicBezTo>
                        <a:pt x="8573" y="4858"/>
                        <a:pt x="5334" y="1238"/>
                        <a:pt x="286" y="0"/>
                      </a:cubicBezTo>
                      <a:lnTo>
                        <a:pt x="0" y="1429"/>
                      </a:lnTo>
                      <a:cubicBezTo>
                        <a:pt x="3620" y="3143"/>
                        <a:pt x="6191" y="7239"/>
                        <a:pt x="9240" y="10477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92" name="Forme libre : forme 9391">
                  <a:extLst>
                    <a:ext uri="{FF2B5EF4-FFF2-40B4-BE49-F238E27FC236}">
                      <a16:creationId xmlns:a16="http://schemas.microsoft.com/office/drawing/2014/main" id="{AC9E93F1-9AC8-4FE5-A65F-8A9F20DC55E2}"/>
                    </a:ext>
                  </a:extLst>
                </p:cNvPr>
                <p:cNvSpPr/>
                <p:nvPr/>
              </p:nvSpPr>
              <p:spPr>
                <a:xfrm>
                  <a:off x="2951516" y="3303555"/>
                  <a:ext cx="467772" cy="468248"/>
                </a:xfrm>
                <a:custGeom>
                  <a:avLst/>
                  <a:gdLst>
                    <a:gd name="connsiteX0" fmla="*/ 25337 w 467772"/>
                    <a:gd name="connsiteY0" fmla="*/ 440341 h 468248"/>
                    <a:gd name="connsiteX1" fmla="*/ 0 w 467772"/>
                    <a:gd name="connsiteY1" fmla="*/ 468249 h 468248"/>
                    <a:gd name="connsiteX2" fmla="*/ 132302 w 467772"/>
                    <a:gd name="connsiteY2" fmla="*/ 385286 h 468248"/>
                    <a:gd name="connsiteX3" fmla="*/ 280321 w 467772"/>
                    <a:gd name="connsiteY3" fmla="*/ 307848 h 468248"/>
                    <a:gd name="connsiteX4" fmla="*/ 280130 w 467772"/>
                    <a:gd name="connsiteY4" fmla="*/ 307848 h 468248"/>
                    <a:gd name="connsiteX5" fmla="*/ 281559 w 467772"/>
                    <a:gd name="connsiteY5" fmla="*/ 307086 h 468248"/>
                    <a:gd name="connsiteX6" fmla="*/ 286036 w 467772"/>
                    <a:gd name="connsiteY6" fmla="*/ 304324 h 468248"/>
                    <a:gd name="connsiteX7" fmla="*/ 322421 w 467772"/>
                    <a:gd name="connsiteY7" fmla="*/ 209645 h 468248"/>
                    <a:gd name="connsiteX8" fmla="*/ 381000 w 467772"/>
                    <a:gd name="connsiteY8" fmla="*/ 31908 h 468248"/>
                    <a:gd name="connsiteX9" fmla="*/ 467773 w 467772"/>
                    <a:gd name="connsiteY9" fmla="*/ 4476 h 468248"/>
                    <a:gd name="connsiteX10" fmla="*/ 359855 w 467772"/>
                    <a:gd name="connsiteY10" fmla="*/ 27717 h 468248"/>
                    <a:gd name="connsiteX11" fmla="*/ 301276 w 467772"/>
                    <a:gd name="connsiteY11" fmla="*/ 205454 h 468248"/>
                    <a:gd name="connsiteX12" fmla="*/ 264890 w 467772"/>
                    <a:gd name="connsiteY12" fmla="*/ 300133 h 468248"/>
                    <a:gd name="connsiteX13" fmla="*/ 260413 w 467772"/>
                    <a:gd name="connsiteY13" fmla="*/ 302895 h 468248"/>
                    <a:gd name="connsiteX14" fmla="*/ 258985 w 467772"/>
                    <a:gd name="connsiteY14" fmla="*/ 303657 h 468248"/>
                    <a:gd name="connsiteX15" fmla="*/ 259175 w 467772"/>
                    <a:gd name="connsiteY15" fmla="*/ 303657 h 468248"/>
                    <a:gd name="connsiteX16" fmla="*/ 111157 w 467772"/>
                    <a:gd name="connsiteY16" fmla="*/ 381095 h 468248"/>
                    <a:gd name="connsiteX17" fmla="*/ 25337 w 467772"/>
                    <a:gd name="connsiteY17" fmla="*/ 440341 h 468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67772" h="468248">
                      <a:moveTo>
                        <a:pt x="25337" y="440341"/>
                      </a:moveTo>
                      <a:cubicBezTo>
                        <a:pt x="24003" y="451199"/>
                        <a:pt x="1524" y="457771"/>
                        <a:pt x="0" y="468249"/>
                      </a:cubicBezTo>
                      <a:cubicBezTo>
                        <a:pt x="24765" y="437197"/>
                        <a:pt x="81629" y="408813"/>
                        <a:pt x="132302" y="385286"/>
                      </a:cubicBezTo>
                      <a:cubicBezTo>
                        <a:pt x="177927" y="364045"/>
                        <a:pt x="231838" y="337566"/>
                        <a:pt x="280321" y="307848"/>
                      </a:cubicBezTo>
                      <a:lnTo>
                        <a:pt x="280130" y="307848"/>
                      </a:lnTo>
                      <a:cubicBezTo>
                        <a:pt x="280130" y="307848"/>
                        <a:pt x="280702" y="307562"/>
                        <a:pt x="281559" y="307086"/>
                      </a:cubicBezTo>
                      <a:cubicBezTo>
                        <a:pt x="283083" y="306133"/>
                        <a:pt x="284607" y="305276"/>
                        <a:pt x="286036" y="304324"/>
                      </a:cubicBezTo>
                      <a:cubicBezTo>
                        <a:pt x="299847" y="295275"/>
                        <a:pt x="332137" y="267462"/>
                        <a:pt x="322421" y="209645"/>
                      </a:cubicBezTo>
                      <a:cubicBezTo>
                        <a:pt x="310134" y="136779"/>
                        <a:pt x="312896" y="78962"/>
                        <a:pt x="381000" y="31908"/>
                      </a:cubicBezTo>
                      <a:cubicBezTo>
                        <a:pt x="409194" y="12478"/>
                        <a:pt x="440436" y="2572"/>
                        <a:pt x="467773" y="4476"/>
                      </a:cubicBezTo>
                      <a:cubicBezTo>
                        <a:pt x="436340" y="-6382"/>
                        <a:pt x="395573" y="2953"/>
                        <a:pt x="359855" y="27717"/>
                      </a:cubicBezTo>
                      <a:cubicBezTo>
                        <a:pt x="291751" y="74866"/>
                        <a:pt x="288988" y="132683"/>
                        <a:pt x="301276" y="205454"/>
                      </a:cubicBezTo>
                      <a:cubicBezTo>
                        <a:pt x="310991" y="263271"/>
                        <a:pt x="278606" y="291084"/>
                        <a:pt x="264890" y="300133"/>
                      </a:cubicBezTo>
                      <a:cubicBezTo>
                        <a:pt x="263462" y="301085"/>
                        <a:pt x="261842" y="301942"/>
                        <a:pt x="260413" y="302895"/>
                      </a:cubicBezTo>
                      <a:cubicBezTo>
                        <a:pt x="259556" y="303371"/>
                        <a:pt x="258985" y="303657"/>
                        <a:pt x="258985" y="303657"/>
                      </a:cubicBezTo>
                      <a:lnTo>
                        <a:pt x="259175" y="303657"/>
                      </a:lnTo>
                      <a:cubicBezTo>
                        <a:pt x="210693" y="333375"/>
                        <a:pt x="156781" y="359854"/>
                        <a:pt x="111157" y="381095"/>
                      </a:cubicBezTo>
                      <a:cubicBezTo>
                        <a:pt x="75629" y="397573"/>
                        <a:pt x="47625" y="418624"/>
                        <a:pt x="25337" y="440341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93" name="Forme libre : forme 9392">
                  <a:extLst>
                    <a:ext uri="{FF2B5EF4-FFF2-40B4-BE49-F238E27FC236}">
                      <a16:creationId xmlns:a16="http://schemas.microsoft.com/office/drawing/2014/main" id="{A2FCC746-83E0-47A6-808A-98BABE3046D8}"/>
                    </a:ext>
                  </a:extLst>
                </p:cNvPr>
                <p:cNvSpPr/>
                <p:nvPr/>
              </p:nvSpPr>
              <p:spPr>
                <a:xfrm>
                  <a:off x="3873726" y="4268873"/>
                  <a:ext cx="784192" cy="842431"/>
                </a:xfrm>
                <a:custGeom>
                  <a:avLst/>
                  <a:gdLst>
                    <a:gd name="connsiteX0" fmla="*/ 0 w 784192"/>
                    <a:gd name="connsiteY0" fmla="*/ 842432 h 842431"/>
                    <a:gd name="connsiteX1" fmla="*/ 400717 w 784192"/>
                    <a:gd name="connsiteY1" fmla="*/ 831097 h 842431"/>
                    <a:gd name="connsiteX2" fmla="*/ 523875 w 784192"/>
                    <a:gd name="connsiteY2" fmla="*/ 686127 h 842431"/>
                    <a:gd name="connsiteX3" fmla="*/ 511683 w 784192"/>
                    <a:gd name="connsiteY3" fmla="*/ 503818 h 842431"/>
                    <a:gd name="connsiteX4" fmla="*/ 483965 w 784192"/>
                    <a:gd name="connsiteY4" fmla="*/ 217211 h 842431"/>
                    <a:gd name="connsiteX5" fmla="*/ 784193 w 784192"/>
                    <a:gd name="connsiteY5" fmla="*/ 5375 h 842431"/>
                    <a:gd name="connsiteX6" fmla="*/ 779621 w 784192"/>
                    <a:gd name="connsiteY6" fmla="*/ 3946 h 842431"/>
                    <a:gd name="connsiteX7" fmla="*/ 462915 w 784192"/>
                    <a:gd name="connsiteY7" fmla="*/ 213020 h 842431"/>
                    <a:gd name="connsiteX8" fmla="*/ 490633 w 784192"/>
                    <a:gd name="connsiteY8" fmla="*/ 499627 h 842431"/>
                    <a:gd name="connsiteX9" fmla="*/ 502825 w 784192"/>
                    <a:gd name="connsiteY9" fmla="*/ 681936 h 842431"/>
                    <a:gd name="connsiteX10" fmla="*/ 379666 w 784192"/>
                    <a:gd name="connsiteY10" fmla="*/ 826906 h 842431"/>
                    <a:gd name="connsiteX11" fmla="*/ 4191 w 784192"/>
                    <a:gd name="connsiteY11" fmla="*/ 837860 h 842431"/>
                    <a:gd name="connsiteX12" fmla="*/ 0 w 784192"/>
                    <a:gd name="connsiteY12" fmla="*/ 842432 h 842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84192" h="842431">
                      <a:moveTo>
                        <a:pt x="0" y="842432"/>
                      </a:moveTo>
                      <a:cubicBezTo>
                        <a:pt x="122396" y="841194"/>
                        <a:pt x="260509" y="837479"/>
                        <a:pt x="400717" y="831097"/>
                      </a:cubicBezTo>
                      <a:cubicBezTo>
                        <a:pt x="432340" y="811476"/>
                        <a:pt x="476917" y="770709"/>
                        <a:pt x="523875" y="686127"/>
                      </a:cubicBezTo>
                      <a:cubicBezTo>
                        <a:pt x="567309" y="593258"/>
                        <a:pt x="525208" y="533155"/>
                        <a:pt x="511683" y="503818"/>
                      </a:cubicBezTo>
                      <a:cubicBezTo>
                        <a:pt x="497395" y="472957"/>
                        <a:pt x="430911" y="358086"/>
                        <a:pt x="483965" y="217211"/>
                      </a:cubicBezTo>
                      <a:cubicBezTo>
                        <a:pt x="534257" y="83575"/>
                        <a:pt x="681990" y="-6531"/>
                        <a:pt x="784193" y="5375"/>
                      </a:cubicBezTo>
                      <a:cubicBezTo>
                        <a:pt x="782669" y="4994"/>
                        <a:pt x="781145" y="4327"/>
                        <a:pt x="779621" y="3946"/>
                      </a:cubicBezTo>
                      <a:cubicBezTo>
                        <a:pt x="677513" y="-20628"/>
                        <a:pt x="515969" y="72050"/>
                        <a:pt x="462915" y="213020"/>
                      </a:cubicBezTo>
                      <a:cubicBezTo>
                        <a:pt x="409861" y="353990"/>
                        <a:pt x="476345" y="468766"/>
                        <a:pt x="490633" y="499627"/>
                      </a:cubicBezTo>
                      <a:cubicBezTo>
                        <a:pt x="504158" y="528964"/>
                        <a:pt x="546259" y="589067"/>
                        <a:pt x="502825" y="681936"/>
                      </a:cubicBezTo>
                      <a:cubicBezTo>
                        <a:pt x="455866" y="766613"/>
                        <a:pt x="411289" y="807380"/>
                        <a:pt x="379666" y="826906"/>
                      </a:cubicBezTo>
                      <a:cubicBezTo>
                        <a:pt x="248983" y="832812"/>
                        <a:pt x="120205" y="836431"/>
                        <a:pt x="4191" y="837860"/>
                      </a:cubicBezTo>
                      <a:cubicBezTo>
                        <a:pt x="2762" y="839479"/>
                        <a:pt x="1333" y="841003"/>
                        <a:pt x="0" y="842432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94" name="Forme libre : forme 9393">
                  <a:extLst>
                    <a:ext uri="{FF2B5EF4-FFF2-40B4-BE49-F238E27FC236}">
                      <a16:creationId xmlns:a16="http://schemas.microsoft.com/office/drawing/2014/main" id="{00B69BA2-1A26-41D1-B1A4-9B9F4EAC8C1A}"/>
                    </a:ext>
                  </a:extLst>
                </p:cNvPr>
                <p:cNvSpPr/>
                <p:nvPr/>
              </p:nvSpPr>
              <p:spPr>
                <a:xfrm>
                  <a:off x="3499775" y="4755394"/>
                  <a:ext cx="433006" cy="354614"/>
                </a:xfrm>
                <a:custGeom>
                  <a:avLst/>
                  <a:gdLst>
                    <a:gd name="connsiteX0" fmla="*/ 3143 w 433006"/>
                    <a:gd name="connsiteY0" fmla="*/ 349339 h 354614"/>
                    <a:gd name="connsiteX1" fmla="*/ 55912 w 433006"/>
                    <a:gd name="connsiteY1" fmla="*/ 352101 h 354614"/>
                    <a:gd name="connsiteX2" fmla="*/ 333280 w 433006"/>
                    <a:gd name="connsiteY2" fmla="*/ 353816 h 354614"/>
                    <a:gd name="connsiteX3" fmla="*/ 359188 w 433006"/>
                    <a:gd name="connsiteY3" fmla="*/ 329241 h 354614"/>
                    <a:gd name="connsiteX4" fmla="*/ 410432 w 433006"/>
                    <a:gd name="connsiteY4" fmla="*/ 94164 h 354614"/>
                    <a:gd name="connsiteX5" fmla="*/ 407289 w 433006"/>
                    <a:gd name="connsiteY5" fmla="*/ 82544 h 354614"/>
                    <a:gd name="connsiteX6" fmla="*/ 407289 w 433006"/>
                    <a:gd name="connsiteY6" fmla="*/ 68828 h 354614"/>
                    <a:gd name="connsiteX7" fmla="*/ 431863 w 433006"/>
                    <a:gd name="connsiteY7" fmla="*/ 11011 h 354614"/>
                    <a:gd name="connsiteX8" fmla="*/ 433006 w 433006"/>
                    <a:gd name="connsiteY8" fmla="*/ 10154 h 354614"/>
                    <a:gd name="connsiteX9" fmla="*/ 410718 w 433006"/>
                    <a:gd name="connsiteY9" fmla="*/ 6820 h 354614"/>
                    <a:gd name="connsiteX10" fmla="*/ 396240 w 433006"/>
                    <a:gd name="connsiteY10" fmla="*/ 66256 h 354614"/>
                    <a:gd name="connsiteX11" fmla="*/ 399097 w 433006"/>
                    <a:gd name="connsiteY11" fmla="*/ 84830 h 354614"/>
                    <a:gd name="connsiteX12" fmla="*/ 356140 w 433006"/>
                    <a:gd name="connsiteY12" fmla="*/ 317144 h 354614"/>
                    <a:gd name="connsiteX13" fmla="*/ 323945 w 433006"/>
                    <a:gd name="connsiteY13" fmla="*/ 352101 h 354614"/>
                    <a:gd name="connsiteX14" fmla="*/ 34957 w 433006"/>
                    <a:gd name="connsiteY14" fmla="*/ 348005 h 354614"/>
                    <a:gd name="connsiteX15" fmla="*/ 0 w 433006"/>
                    <a:gd name="connsiteY15" fmla="*/ 346196 h 354614"/>
                    <a:gd name="connsiteX16" fmla="*/ 3143 w 433006"/>
                    <a:gd name="connsiteY16" fmla="*/ 349339 h 354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33006" h="354614">
                      <a:moveTo>
                        <a:pt x="3143" y="349339"/>
                      </a:moveTo>
                      <a:cubicBezTo>
                        <a:pt x="21146" y="350292"/>
                        <a:pt x="38862" y="351244"/>
                        <a:pt x="55912" y="352101"/>
                      </a:cubicBezTo>
                      <a:cubicBezTo>
                        <a:pt x="128206" y="355626"/>
                        <a:pt x="217075" y="354673"/>
                        <a:pt x="333280" y="353816"/>
                      </a:cubicBezTo>
                      <a:cubicBezTo>
                        <a:pt x="340995" y="347625"/>
                        <a:pt x="350615" y="339909"/>
                        <a:pt x="359188" y="329241"/>
                      </a:cubicBezTo>
                      <a:cubicBezTo>
                        <a:pt x="390144" y="286188"/>
                        <a:pt x="420243" y="219989"/>
                        <a:pt x="410432" y="94164"/>
                      </a:cubicBezTo>
                      <a:cubicBezTo>
                        <a:pt x="410051" y="88925"/>
                        <a:pt x="407098" y="85973"/>
                        <a:pt x="407289" y="82544"/>
                      </a:cubicBezTo>
                      <a:cubicBezTo>
                        <a:pt x="407003" y="80639"/>
                        <a:pt x="407575" y="70257"/>
                        <a:pt x="407289" y="68828"/>
                      </a:cubicBezTo>
                      <a:cubicBezTo>
                        <a:pt x="405955" y="61970"/>
                        <a:pt x="415766" y="24917"/>
                        <a:pt x="431863" y="11011"/>
                      </a:cubicBezTo>
                      <a:cubicBezTo>
                        <a:pt x="432245" y="10630"/>
                        <a:pt x="432625" y="10440"/>
                        <a:pt x="433006" y="10154"/>
                      </a:cubicBezTo>
                      <a:cubicBezTo>
                        <a:pt x="430530" y="-419"/>
                        <a:pt x="423958" y="-4610"/>
                        <a:pt x="410718" y="6820"/>
                      </a:cubicBezTo>
                      <a:cubicBezTo>
                        <a:pt x="394621" y="20631"/>
                        <a:pt x="394906" y="59303"/>
                        <a:pt x="396240" y="66256"/>
                      </a:cubicBezTo>
                      <a:cubicBezTo>
                        <a:pt x="397192" y="71018"/>
                        <a:pt x="398431" y="79782"/>
                        <a:pt x="399097" y="84830"/>
                      </a:cubicBezTo>
                      <a:cubicBezTo>
                        <a:pt x="409670" y="209417"/>
                        <a:pt x="381857" y="279807"/>
                        <a:pt x="356140" y="317144"/>
                      </a:cubicBezTo>
                      <a:cubicBezTo>
                        <a:pt x="345281" y="332861"/>
                        <a:pt x="333851" y="344196"/>
                        <a:pt x="323945" y="352101"/>
                      </a:cubicBezTo>
                      <a:cubicBezTo>
                        <a:pt x="207740" y="352958"/>
                        <a:pt x="107252" y="351530"/>
                        <a:pt x="34957" y="348005"/>
                      </a:cubicBezTo>
                      <a:cubicBezTo>
                        <a:pt x="23527" y="347434"/>
                        <a:pt x="11811" y="346862"/>
                        <a:pt x="0" y="346196"/>
                      </a:cubicBezTo>
                      <a:cubicBezTo>
                        <a:pt x="953" y="347148"/>
                        <a:pt x="2191" y="348387"/>
                        <a:pt x="3143" y="34933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9187" name="Forme libre : forme 9186">
                <a:extLst>
                  <a:ext uri="{FF2B5EF4-FFF2-40B4-BE49-F238E27FC236}">
                    <a16:creationId xmlns:a16="http://schemas.microsoft.com/office/drawing/2014/main" id="{7A89C936-B061-4360-AAB1-D0EF3771EFFB}"/>
                  </a:ext>
                </a:extLst>
              </p:cNvPr>
              <p:cNvSpPr/>
              <p:nvPr/>
            </p:nvSpPr>
            <p:spPr>
              <a:xfrm>
                <a:off x="4474721" y="4403593"/>
                <a:ext cx="192458" cy="337083"/>
              </a:xfrm>
              <a:custGeom>
                <a:avLst/>
                <a:gdLst>
                  <a:gd name="connsiteX0" fmla="*/ 11081 w 192458"/>
                  <a:gd name="connsiteY0" fmla="*/ 313663 h 337083"/>
                  <a:gd name="connsiteX1" fmla="*/ 38704 w 192458"/>
                  <a:gd name="connsiteY1" fmla="*/ 239939 h 337083"/>
                  <a:gd name="connsiteX2" fmla="*/ 57944 w 192458"/>
                  <a:gd name="connsiteY2" fmla="*/ 163739 h 337083"/>
                  <a:gd name="connsiteX3" fmla="*/ 59468 w 192458"/>
                  <a:gd name="connsiteY3" fmla="*/ 124306 h 337083"/>
                  <a:gd name="connsiteX4" fmla="*/ 68041 w 192458"/>
                  <a:gd name="connsiteY4" fmla="*/ 85158 h 337083"/>
                  <a:gd name="connsiteX5" fmla="*/ 94139 w 192458"/>
                  <a:gd name="connsiteY5" fmla="*/ 54392 h 337083"/>
                  <a:gd name="connsiteX6" fmla="*/ 112808 w 192458"/>
                  <a:gd name="connsiteY6" fmla="*/ 46391 h 337083"/>
                  <a:gd name="connsiteX7" fmla="*/ 134049 w 192458"/>
                  <a:gd name="connsiteY7" fmla="*/ 46677 h 337083"/>
                  <a:gd name="connsiteX8" fmla="*/ 145193 w 192458"/>
                  <a:gd name="connsiteY8" fmla="*/ 64870 h 337083"/>
                  <a:gd name="connsiteX9" fmla="*/ 148051 w 192458"/>
                  <a:gd name="connsiteY9" fmla="*/ 85063 h 337083"/>
                  <a:gd name="connsiteX10" fmla="*/ 142622 w 192458"/>
                  <a:gd name="connsiteY10" fmla="*/ 124877 h 337083"/>
                  <a:gd name="connsiteX11" fmla="*/ 113475 w 192458"/>
                  <a:gd name="connsiteY11" fmla="*/ 198982 h 337083"/>
                  <a:gd name="connsiteX12" fmla="*/ 68708 w 192458"/>
                  <a:gd name="connsiteY12" fmla="*/ 264609 h 337083"/>
                  <a:gd name="connsiteX13" fmla="*/ 13748 w 192458"/>
                  <a:gd name="connsiteY13" fmla="*/ 322045 h 337083"/>
                  <a:gd name="connsiteX14" fmla="*/ 10891 w 192458"/>
                  <a:gd name="connsiteY14" fmla="*/ 318235 h 337083"/>
                  <a:gd name="connsiteX15" fmla="*/ 78137 w 192458"/>
                  <a:gd name="connsiteY15" fmla="*/ 259084 h 337083"/>
                  <a:gd name="connsiteX16" fmla="*/ 105950 w 192458"/>
                  <a:gd name="connsiteY16" fmla="*/ 224318 h 337083"/>
                  <a:gd name="connsiteX17" fmla="*/ 126238 w 192458"/>
                  <a:gd name="connsiteY17" fmla="*/ 184313 h 337083"/>
                  <a:gd name="connsiteX18" fmla="*/ 156242 w 192458"/>
                  <a:gd name="connsiteY18" fmla="*/ 99922 h 337083"/>
                  <a:gd name="connsiteX19" fmla="*/ 159004 w 192458"/>
                  <a:gd name="connsiteY19" fmla="*/ 55440 h 337083"/>
                  <a:gd name="connsiteX20" fmla="*/ 150813 w 192458"/>
                  <a:gd name="connsiteY20" fmla="*/ 36104 h 337083"/>
                  <a:gd name="connsiteX21" fmla="*/ 131287 w 192458"/>
                  <a:gd name="connsiteY21" fmla="*/ 28198 h 337083"/>
                  <a:gd name="connsiteX22" fmla="*/ 109665 w 192458"/>
                  <a:gd name="connsiteY22" fmla="*/ 31246 h 337083"/>
                  <a:gd name="connsiteX23" fmla="*/ 88901 w 192458"/>
                  <a:gd name="connsiteY23" fmla="*/ 39152 h 337083"/>
                  <a:gd name="connsiteX24" fmla="*/ 59659 w 192458"/>
                  <a:gd name="connsiteY24" fmla="*/ 70870 h 337083"/>
                  <a:gd name="connsiteX25" fmla="*/ 39275 w 192458"/>
                  <a:gd name="connsiteY25" fmla="*/ 157548 h 337083"/>
                  <a:gd name="connsiteX26" fmla="*/ 7462 w 192458"/>
                  <a:gd name="connsiteY26" fmla="*/ 334332 h 337083"/>
                  <a:gd name="connsiteX27" fmla="*/ 794 w 192458"/>
                  <a:gd name="connsiteY27" fmla="*/ 334332 h 337083"/>
                  <a:gd name="connsiteX28" fmla="*/ 8986 w 192458"/>
                  <a:gd name="connsiteY28" fmla="*/ 125353 h 337083"/>
                  <a:gd name="connsiteX29" fmla="*/ 14320 w 192458"/>
                  <a:gd name="connsiteY29" fmla="*/ 99064 h 337083"/>
                  <a:gd name="connsiteX30" fmla="*/ 25559 w 192458"/>
                  <a:gd name="connsiteY30" fmla="*/ 74776 h 337083"/>
                  <a:gd name="connsiteX31" fmla="*/ 55468 w 192458"/>
                  <a:gd name="connsiteY31" fmla="*/ 30961 h 337083"/>
                  <a:gd name="connsiteX32" fmla="*/ 102617 w 192458"/>
                  <a:gd name="connsiteY32" fmla="*/ 5815 h 337083"/>
                  <a:gd name="connsiteX33" fmla="*/ 128810 w 192458"/>
                  <a:gd name="connsiteY33" fmla="*/ 195 h 337083"/>
                  <a:gd name="connsiteX34" fmla="*/ 155956 w 192458"/>
                  <a:gd name="connsiteY34" fmla="*/ 5624 h 337083"/>
                  <a:gd name="connsiteX35" fmla="*/ 188818 w 192458"/>
                  <a:gd name="connsiteY35" fmla="*/ 47725 h 337083"/>
                  <a:gd name="connsiteX36" fmla="*/ 190437 w 192458"/>
                  <a:gd name="connsiteY36" fmla="*/ 100779 h 337083"/>
                  <a:gd name="connsiteX37" fmla="*/ 155289 w 192458"/>
                  <a:gd name="connsiteY37" fmla="*/ 199458 h 337083"/>
                  <a:gd name="connsiteX38" fmla="*/ 91853 w 192458"/>
                  <a:gd name="connsiteY38" fmla="*/ 282611 h 337083"/>
                  <a:gd name="connsiteX39" fmla="*/ 49848 w 192458"/>
                  <a:gd name="connsiteY39" fmla="*/ 313853 h 337083"/>
                  <a:gd name="connsiteX40" fmla="*/ 26131 w 192458"/>
                  <a:gd name="connsiteY40" fmla="*/ 324807 h 337083"/>
                  <a:gd name="connsiteX41" fmla="*/ 14129 w 192458"/>
                  <a:gd name="connsiteY41" fmla="*/ 329855 h 337083"/>
                  <a:gd name="connsiteX42" fmla="*/ 8033 w 192458"/>
                  <a:gd name="connsiteY42" fmla="*/ 332332 h 337083"/>
                  <a:gd name="connsiteX43" fmla="*/ 6319 w 192458"/>
                  <a:gd name="connsiteY43" fmla="*/ 334332 h 337083"/>
                  <a:gd name="connsiteX44" fmla="*/ 5747 w 192458"/>
                  <a:gd name="connsiteY44" fmla="*/ 335856 h 337083"/>
                  <a:gd name="connsiteX45" fmla="*/ 5461 w 192458"/>
                  <a:gd name="connsiteY45" fmla="*/ 336618 h 337083"/>
                  <a:gd name="connsiteX46" fmla="*/ 5271 w 192458"/>
                  <a:gd name="connsiteY46" fmla="*/ 336999 h 337083"/>
                  <a:gd name="connsiteX47" fmla="*/ 4604 w 192458"/>
                  <a:gd name="connsiteY47" fmla="*/ 336618 h 337083"/>
                  <a:gd name="connsiteX48" fmla="*/ 4700 w 192458"/>
                  <a:gd name="connsiteY48" fmla="*/ 336428 h 337083"/>
                  <a:gd name="connsiteX49" fmla="*/ 5366 w 192458"/>
                  <a:gd name="connsiteY49" fmla="*/ 336618 h 337083"/>
                  <a:gd name="connsiteX50" fmla="*/ 5271 w 192458"/>
                  <a:gd name="connsiteY50" fmla="*/ 336808 h 337083"/>
                  <a:gd name="connsiteX51" fmla="*/ 4604 w 192458"/>
                  <a:gd name="connsiteY51" fmla="*/ 336618 h 337083"/>
                  <a:gd name="connsiteX52" fmla="*/ 4795 w 192458"/>
                  <a:gd name="connsiteY52" fmla="*/ 336332 h 337083"/>
                  <a:gd name="connsiteX53" fmla="*/ 5080 w 192458"/>
                  <a:gd name="connsiteY53" fmla="*/ 335570 h 337083"/>
                  <a:gd name="connsiteX54" fmla="*/ 5557 w 192458"/>
                  <a:gd name="connsiteY54" fmla="*/ 334046 h 337083"/>
                  <a:gd name="connsiteX55" fmla="*/ 6128 w 192458"/>
                  <a:gd name="connsiteY55" fmla="*/ 332332 h 337083"/>
                  <a:gd name="connsiteX56" fmla="*/ 7747 w 192458"/>
                  <a:gd name="connsiteY56" fmla="*/ 331379 h 337083"/>
                  <a:gd name="connsiteX57" fmla="*/ 13748 w 192458"/>
                  <a:gd name="connsiteY57" fmla="*/ 328807 h 337083"/>
                  <a:gd name="connsiteX58" fmla="*/ 25654 w 192458"/>
                  <a:gd name="connsiteY58" fmla="*/ 323473 h 337083"/>
                  <a:gd name="connsiteX59" fmla="*/ 49086 w 192458"/>
                  <a:gd name="connsiteY59" fmla="*/ 312043 h 337083"/>
                  <a:gd name="connsiteX60" fmla="*/ 89757 w 192458"/>
                  <a:gd name="connsiteY60" fmla="*/ 280325 h 337083"/>
                  <a:gd name="connsiteX61" fmla="*/ 151480 w 192458"/>
                  <a:gd name="connsiteY61" fmla="*/ 197172 h 337083"/>
                  <a:gd name="connsiteX62" fmla="*/ 184817 w 192458"/>
                  <a:gd name="connsiteY62" fmla="*/ 99826 h 337083"/>
                  <a:gd name="connsiteX63" fmla="*/ 182722 w 192458"/>
                  <a:gd name="connsiteY63" fmla="*/ 49344 h 337083"/>
                  <a:gd name="connsiteX64" fmla="*/ 152813 w 192458"/>
                  <a:gd name="connsiteY64" fmla="*/ 11625 h 337083"/>
                  <a:gd name="connsiteX65" fmla="*/ 104616 w 192458"/>
                  <a:gd name="connsiteY65" fmla="*/ 12482 h 337083"/>
                  <a:gd name="connsiteX66" fmla="*/ 60611 w 192458"/>
                  <a:gd name="connsiteY66" fmla="*/ 35818 h 337083"/>
                  <a:gd name="connsiteX67" fmla="*/ 32036 w 192458"/>
                  <a:gd name="connsiteY67" fmla="*/ 78109 h 337083"/>
                  <a:gd name="connsiteX68" fmla="*/ 21463 w 192458"/>
                  <a:gd name="connsiteY68" fmla="*/ 101160 h 337083"/>
                  <a:gd name="connsiteX69" fmla="*/ 16510 w 192458"/>
                  <a:gd name="connsiteY69" fmla="*/ 126020 h 337083"/>
                  <a:gd name="connsiteX70" fmla="*/ 7462 w 192458"/>
                  <a:gd name="connsiteY70" fmla="*/ 333951 h 337083"/>
                  <a:gd name="connsiteX71" fmla="*/ 794 w 192458"/>
                  <a:gd name="connsiteY71" fmla="*/ 333951 h 337083"/>
                  <a:gd name="connsiteX72" fmla="*/ 34417 w 192458"/>
                  <a:gd name="connsiteY72" fmla="*/ 156691 h 337083"/>
                  <a:gd name="connsiteX73" fmla="*/ 56134 w 192458"/>
                  <a:gd name="connsiteY73" fmla="*/ 68965 h 337083"/>
                  <a:gd name="connsiteX74" fmla="*/ 87186 w 192458"/>
                  <a:gd name="connsiteY74" fmla="*/ 35914 h 337083"/>
                  <a:gd name="connsiteX75" fmla="*/ 108617 w 192458"/>
                  <a:gd name="connsiteY75" fmla="*/ 28008 h 337083"/>
                  <a:gd name="connsiteX76" fmla="*/ 131382 w 192458"/>
                  <a:gd name="connsiteY76" fmla="*/ 25055 h 337083"/>
                  <a:gd name="connsiteX77" fmla="*/ 152718 w 192458"/>
                  <a:gd name="connsiteY77" fmla="*/ 34009 h 337083"/>
                  <a:gd name="connsiteX78" fmla="*/ 161576 w 192458"/>
                  <a:gd name="connsiteY78" fmla="*/ 55249 h 337083"/>
                  <a:gd name="connsiteX79" fmla="*/ 158433 w 192458"/>
                  <a:gd name="connsiteY79" fmla="*/ 100398 h 337083"/>
                  <a:gd name="connsiteX80" fmla="*/ 128620 w 192458"/>
                  <a:gd name="connsiteY80" fmla="*/ 185551 h 337083"/>
                  <a:gd name="connsiteX81" fmla="*/ 108617 w 192458"/>
                  <a:gd name="connsiteY81" fmla="*/ 226033 h 337083"/>
                  <a:gd name="connsiteX82" fmla="*/ 80709 w 192458"/>
                  <a:gd name="connsiteY82" fmla="*/ 261751 h 337083"/>
                  <a:gd name="connsiteX83" fmla="*/ 13462 w 192458"/>
                  <a:gd name="connsiteY83" fmla="*/ 322140 h 337083"/>
                  <a:gd name="connsiteX84" fmla="*/ 10605 w 192458"/>
                  <a:gd name="connsiteY84" fmla="*/ 318330 h 337083"/>
                  <a:gd name="connsiteX85" fmla="*/ 63945 w 192458"/>
                  <a:gd name="connsiteY85" fmla="*/ 260989 h 337083"/>
                  <a:gd name="connsiteX86" fmla="*/ 107855 w 192458"/>
                  <a:gd name="connsiteY86" fmla="*/ 195934 h 337083"/>
                  <a:gd name="connsiteX87" fmla="*/ 123762 w 192458"/>
                  <a:gd name="connsiteY87" fmla="*/ 160215 h 337083"/>
                  <a:gd name="connsiteX88" fmla="*/ 136621 w 192458"/>
                  <a:gd name="connsiteY88" fmla="*/ 123163 h 337083"/>
                  <a:gd name="connsiteX89" fmla="*/ 142240 w 192458"/>
                  <a:gd name="connsiteY89" fmla="*/ 85063 h 337083"/>
                  <a:gd name="connsiteX90" fmla="*/ 139764 w 192458"/>
                  <a:gd name="connsiteY90" fmla="*/ 66108 h 337083"/>
                  <a:gd name="connsiteX91" fmla="*/ 131287 w 192458"/>
                  <a:gd name="connsiteY91" fmla="*/ 51249 h 337083"/>
                  <a:gd name="connsiteX92" fmla="*/ 114141 w 192458"/>
                  <a:gd name="connsiteY92" fmla="*/ 51249 h 337083"/>
                  <a:gd name="connsiteX93" fmla="*/ 96520 w 192458"/>
                  <a:gd name="connsiteY93" fmla="*/ 58583 h 337083"/>
                  <a:gd name="connsiteX94" fmla="*/ 72136 w 192458"/>
                  <a:gd name="connsiteY94" fmla="*/ 86872 h 337083"/>
                  <a:gd name="connsiteX95" fmla="*/ 63564 w 192458"/>
                  <a:gd name="connsiteY95" fmla="*/ 124496 h 337083"/>
                  <a:gd name="connsiteX96" fmla="*/ 61659 w 192458"/>
                  <a:gd name="connsiteY96" fmla="*/ 164025 h 337083"/>
                  <a:gd name="connsiteX97" fmla="*/ 41085 w 192458"/>
                  <a:gd name="connsiteY97" fmla="*/ 240606 h 337083"/>
                  <a:gd name="connsiteX98" fmla="*/ 11653 w 192458"/>
                  <a:gd name="connsiteY98" fmla="*/ 313948 h 337083"/>
                  <a:gd name="connsiteX99" fmla="*/ 11081 w 192458"/>
                  <a:gd name="connsiteY99" fmla="*/ 313663 h 33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192458" h="337083">
                    <a:moveTo>
                      <a:pt x="11081" y="313663"/>
                    </a:moveTo>
                    <a:cubicBezTo>
                      <a:pt x="23559" y="290422"/>
                      <a:pt x="31370" y="265180"/>
                      <a:pt x="38704" y="239939"/>
                    </a:cubicBezTo>
                    <a:cubicBezTo>
                      <a:pt x="45371" y="214507"/>
                      <a:pt x="55372" y="189647"/>
                      <a:pt x="57944" y="163739"/>
                    </a:cubicBezTo>
                    <a:cubicBezTo>
                      <a:pt x="59183" y="150785"/>
                      <a:pt x="58325" y="137545"/>
                      <a:pt x="59468" y="124306"/>
                    </a:cubicBezTo>
                    <a:cubicBezTo>
                      <a:pt x="60516" y="111066"/>
                      <a:pt x="62707" y="97636"/>
                      <a:pt x="68041" y="85158"/>
                    </a:cubicBezTo>
                    <a:cubicBezTo>
                      <a:pt x="73184" y="72680"/>
                      <a:pt x="82233" y="61345"/>
                      <a:pt x="94139" y="54392"/>
                    </a:cubicBezTo>
                    <a:cubicBezTo>
                      <a:pt x="100045" y="50868"/>
                      <a:pt x="106331" y="48296"/>
                      <a:pt x="112808" y="46391"/>
                    </a:cubicBezTo>
                    <a:cubicBezTo>
                      <a:pt x="119190" y="44581"/>
                      <a:pt x="126905" y="42772"/>
                      <a:pt x="134049" y="46677"/>
                    </a:cubicBezTo>
                    <a:cubicBezTo>
                      <a:pt x="141097" y="50868"/>
                      <a:pt x="143574" y="58488"/>
                      <a:pt x="145193" y="64870"/>
                    </a:cubicBezTo>
                    <a:cubicBezTo>
                      <a:pt x="146907" y="71442"/>
                      <a:pt x="147860" y="78205"/>
                      <a:pt x="148051" y="85063"/>
                    </a:cubicBezTo>
                    <a:cubicBezTo>
                      <a:pt x="148336" y="98683"/>
                      <a:pt x="146051" y="112018"/>
                      <a:pt x="142622" y="124877"/>
                    </a:cubicBezTo>
                    <a:cubicBezTo>
                      <a:pt x="135192" y="150499"/>
                      <a:pt x="125858" y="175264"/>
                      <a:pt x="113475" y="198982"/>
                    </a:cubicBezTo>
                    <a:cubicBezTo>
                      <a:pt x="100711" y="222508"/>
                      <a:pt x="84614" y="243559"/>
                      <a:pt x="68708" y="264609"/>
                    </a:cubicBezTo>
                    <a:cubicBezTo>
                      <a:pt x="52229" y="285373"/>
                      <a:pt x="34608" y="305281"/>
                      <a:pt x="13748" y="322045"/>
                    </a:cubicBezTo>
                    <a:lnTo>
                      <a:pt x="10891" y="318235"/>
                    </a:lnTo>
                    <a:cubicBezTo>
                      <a:pt x="35370" y="301185"/>
                      <a:pt x="57182" y="280420"/>
                      <a:pt x="78137" y="259084"/>
                    </a:cubicBezTo>
                    <a:cubicBezTo>
                      <a:pt x="88614" y="248416"/>
                      <a:pt x="98521" y="237272"/>
                      <a:pt x="105950" y="224318"/>
                    </a:cubicBezTo>
                    <a:cubicBezTo>
                      <a:pt x="113475" y="211459"/>
                      <a:pt x="119761" y="197743"/>
                      <a:pt x="126238" y="184313"/>
                    </a:cubicBezTo>
                    <a:cubicBezTo>
                      <a:pt x="138907" y="157262"/>
                      <a:pt x="151004" y="129449"/>
                      <a:pt x="156242" y="99922"/>
                    </a:cubicBezTo>
                    <a:cubicBezTo>
                      <a:pt x="159004" y="85253"/>
                      <a:pt x="160052" y="70204"/>
                      <a:pt x="159004" y="55440"/>
                    </a:cubicBezTo>
                    <a:cubicBezTo>
                      <a:pt x="158338" y="48201"/>
                      <a:pt x="156147" y="40866"/>
                      <a:pt x="150813" y="36104"/>
                    </a:cubicBezTo>
                    <a:cubicBezTo>
                      <a:pt x="145574" y="31246"/>
                      <a:pt x="138431" y="28675"/>
                      <a:pt x="131287" y="28198"/>
                    </a:cubicBezTo>
                    <a:cubicBezTo>
                      <a:pt x="124048" y="27722"/>
                      <a:pt x="116713" y="29151"/>
                      <a:pt x="109665" y="31246"/>
                    </a:cubicBezTo>
                    <a:cubicBezTo>
                      <a:pt x="102521" y="33437"/>
                      <a:pt x="95473" y="35818"/>
                      <a:pt x="88901" y="39152"/>
                    </a:cubicBezTo>
                    <a:cubicBezTo>
                      <a:pt x="75565" y="45439"/>
                      <a:pt x="66326" y="57821"/>
                      <a:pt x="59659" y="70870"/>
                    </a:cubicBezTo>
                    <a:cubicBezTo>
                      <a:pt x="46229" y="97445"/>
                      <a:pt x="43942" y="127925"/>
                      <a:pt x="39275" y="157548"/>
                    </a:cubicBezTo>
                    <a:cubicBezTo>
                      <a:pt x="29941" y="217174"/>
                      <a:pt x="9938" y="274705"/>
                      <a:pt x="7462" y="334332"/>
                    </a:cubicBezTo>
                    <a:lnTo>
                      <a:pt x="794" y="334332"/>
                    </a:lnTo>
                    <a:cubicBezTo>
                      <a:pt x="-1873" y="264418"/>
                      <a:pt x="2509" y="194791"/>
                      <a:pt x="8986" y="125353"/>
                    </a:cubicBezTo>
                    <a:cubicBezTo>
                      <a:pt x="10034" y="116590"/>
                      <a:pt x="11462" y="107732"/>
                      <a:pt x="14320" y="99064"/>
                    </a:cubicBezTo>
                    <a:cubicBezTo>
                      <a:pt x="17177" y="90397"/>
                      <a:pt x="21178" y="82396"/>
                      <a:pt x="25559" y="74776"/>
                    </a:cubicBezTo>
                    <a:cubicBezTo>
                      <a:pt x="34513" y="59821"/>
                      <a:pt x="42609" y="44105"/>
                      <a:pt x="55468" y="30961"/>
                    </a:cubicBezTo>
                    <a:cubicBezTo>
                      <a:pt x="68422" y="17626"/>
                      <a:pt x="85852" y="10768"/>
                      <a:pt x="102617" y="5815"/>
                    </a:cubicBezTo>
                    <a:cubicBezTo>
                      <a:pt x="110999" y="3338"/>
                      <a:pt x="119666" y="957"/>
                      <a:pt x="128810" y="195"/>
                    </a:cubicBezTo>
                    <a:cubicBezTo>
                      <a:pt x="137954" y="-662"/>
                      <a:pt x="147670" y="1338"/>
                      <a:pt x="155956" y="5624"/>
                    </a:cubicBezTo>
                    <a:cubicBezTo>
                      <a:pt x="172530" y="14197"/>
                      <a:pt x="183960" y="30389"/>
                      <a:pt x="188818" y="47725"/>
                    </a:cubicBezTo>
                    <a:cubicBezTo>
                      <a:pt x="193771" y="65155"/>
                      <a:pt x="193009" y="83443"/>
                      <a:pt x="190437" y="100779"/>
                    </a:cubicBezTo>
                    <a:cubicBezTo>
                      <a:pt x="185103" y="135640"/>
                      <a:pt x="172530" y="168978"/>
                      <a:pt x="155289" y="199458"/>
                    </a:cubicBezTo>
                    <a:cubicBezTo>
                      <a:pt x="138049" y="229938"/>
                      <a:pt x="116428" y="257751"/>
                      <a:pt x="91853" y="282611"/>
                    </a:cubicBezTo>
                    <a:cubicBezTo>
                      <a:pt x="79566" y="294994"/>
                      <a:pt x="65659" y="306233"/>
                      <a:pt x="49848" y="313853"/>
                    </a:cubicBezTo>
                    <a:cubicBezTo>
                      <a:pt x="42038" y="317854"/>
                      <a:pt x="34132" y="321378"/>
                      <a:pt x="26131" y="324807"/>
                    </a:cubicBezTo>
                    <a:lnTo>
                      <a:pt x="14129" y="329855"/>
                    </a:lnTo>
                    <a:cubicBezTo>
                      <a:pt x="12129" y="330617"/>
                      <a:pt x="10224" y="331665"/>
                      <a:pt x="8033" y="332332"/>
                    </a:cubicBezTo>
                    <a:cubicBezTo>
                      <a:pt x="6890" y="332617"/>
                      <a:pt x="6604" y="332998"/>
                      <a:pt x="6319" y="334332"/>
                    </a:cubicBezTo>
                    <a:lnTo>
                      <a:pt x="5747" y="335856"/>
                    </a:lnTo>
                    <a:lnTo>
                      <a:pt x="5461" y="336618"/>
                    </a:lnTo>
                    <a:lnTo>
                      <a:pt x="5271" y="336999"/>
                    </a:lnTo>
                    <a:cubicBezTo>
                      <a:pt x="5176" y="337380"/>
                      <a:pt x="4128" y="336332"/>
                      <a:pt x="4604" y="336618"/>
                    </a:cubicBezTo>
                    <a:lnTo>
                      <a:pt x="4700" y="336428"/>
                    </a:lnTo>
                    <a:lnTo>
                      <a:pt x="5366" y="336618"/>
                    </a:lnTo>
                    <a:lnTo>
                      <a:pt x="5271" y="336808"/>
                    </a:lnTo>
                    <a:cubicBezTo>
                      <a:pt x="5747" y="337189"/>
                      <a:pt x="4604" y="336428"/>
                      <a:pt x="4604" y="336618"/>
                    </a:cubicBezTo>
                    <a:lnTo>
                      <a:pt x="4795" y="336332"/>
                    </a:lnTo>
                    <a:lnTo>
                      <a:pt x="5080" y="335570"/>
                    </a:lnTo>
                    <a:lnTo>
                      <a:pt x="5557" y="334046"/>
                    </a:lnTo>
                    <a:cubicBezTo>
                      <a:pt x="5747" y="333570"/>
                      <a:pt x="5652" y="332998"/>
                      <a:pt x="6128" y="332332"/>
                    </a:cubicBezTo>
                    <a:cubicBezTo>
                      <a:pt x="6604" y="331760"/>
                      <a:pt x="7176" y="331570"/>
                      <a:pt x="7747" y="331379"/>
                    </a:cubicBezTo>
                    <a:cubicBezTo>
                      <a:pt x="9748" y="330808"/>
                      <a:pt x="11748" y="329665"/>
                      <a:pt x="13748" y="328807"/>
                    </a:cubicBezTo>
                    <a:lnTo>
                      <a:pt x="25654" y="323473"/>
                    </a:lnTo>
                    <a:cubicBezTo>
                      <a:pt x="33560" y="319854"/>
                      <a:pt x="41371" y="316139"/>
                      <a:pt x="49086" y="312043"/>
                    </a:cubicBezTo>
                    <a:cubicBezTo>
                      <a:pt x="64517" y="304138"/>
                      <a:pt x="77851" y="292803"/>
                      <a:pt x="89757" y="280325"/>
                    </a:cubicBezTo>
                    <a:cubicBezTo>
                      <a:pt x="113665" y="255274"/>
                      <a:pt x="134906" y="227462"/>
                      <a:pt x="151480" y="197172"/>
                    </a:cubicBezTo>
                    <a:cubicBezTo>
                      <a:pt x="168149" y="166882"/>
                      <a:pt x="180055" y="133926"/>
                      <a:pt x="184817" y="99826"/>
                    </a:cubicBezTo>
                    <a:cubicBezTo>
                      <a:pt x="187199" y="82872"/>
                      <a:pt x="187484" y="65441"/>
                      <a:pt x="182722" y="49344"/>
                    </a:cubicBezTo>
                    <a:cubicBezTo>
                      <a:pt x="178150" y="33437"/>
                      <a:pt x="167386" y="18959"/>
                      <a:pt x="152813" y="11625"/>
                    </a:cubicBezTo>
                    <a:cubicBezTo>
                      <a:pt x="138145" y="3719"/>
                      <a:pt x="121000" y="7434"/>
                      <a:pt x="104616" y="12482"/>
                    </a:cubicBezTo>
                    <a:cubicBezTo>
                      <a:pt x="88234" y="17340"/>
                      <a:pt x="72136" y="23912"/>
                      <a:pt x="60611" y="35818"/>
                    </a:cubicBezTo>
                    <a:cubicBezTo>
                      <a:pt x="48991" y="47725"/>
                      <a:pt x="40799" y="63346"/>
                      <a:pt x="32036" y="78109"/>
                    </a:cubicBezTo>
                    <a:cubicBezTo>
                      <a:pt x="27845" y="85539"/>
                      <a:pt x="24035" y="93159"/>
                      <a:pt x="21463" y="101160"/>
                    </a:cubicBezTo>
                    <a:cubicBezTo>
                      <a:pt x="18892" y="109066"/>
                      <a:pt x="17463" y="117448"/>
                      <a:pt x="16510" y="126020"/>
                    </a:cubicBezTo>
                    <a:cubicBezTo>
                      <a:pt x="10034" y="194981"/>
                      <a:pt x="5080" y="264609"/>
                      <a:pt x="7462" y="333951"/>
                    </a:cubicBezTo>
                    <a:lnTo>
                      <a:pt x="794" y="333951"/>
                    </a:lnTo>
                    <a:cubicBezTo>
                      <a:pt x="3556" y="272896"/>
                      <a:pt x="24607" y="215555"/>
                      <a:pt x="34417" y="156691"/>
                    </a:cubicBezTo>
                    <a:cubicBezTo>
                      <a:pt x="39370" y="127354"/>
                      <a:pt x="42038" y="96397"/>
                      <a:pt x="56134" y="68965"/>
                    </a:cubicBezTo>
                    <a:cubicBezTo>
                      <a:pt x="62992" y="55535"/>
                      <a:pt x="72899" y="42486"/>
                      <a:pt x="87186" y="35914"/>
                    </a:cubicBezTo>
                    <a:cubicBezTo>
                      <a:pt x="94139" y="32485"/>
                      <a:pt x="101283" y="30103"/>
                      <a:pt x="108617" y="28008"/>
                    </a:cubicBezTo>
                    <a:cubicBezTo>
                      <a:pt x="115951" y="25912"/>
                      <a:pt x="123572" y="24484"/>
                      <a:pt x="131382" y="25055"/>
                    </a:cubicBezTo>
                    <a:cubicBezTo>
                      <a:pt x="139097" y="25722"/>
                      <a:pt x="146907" y="28484"/>
                      <a:pt x="152718" y="34009"/>
                    </a:cubicBezTo>
                    <a:cubicBezTo>
                      <a:pt x="158719" y="39533"/>
                      <a:pt x="161005" y="47725"/>
                      <a:pt x="161576" y="55249"/>
                    </a:cubicBezTo>
                    <a:cubicBezTo>
                      <a:pt x="162529" y="70489"/>
                      <a:pt x="161386" y="85634"/>
                      <a:pt x="158433" y="100398"/>
                    </a:cubicBezTo>
                    <a:cubicBezTo>
                      <a:pt x="152527" y="130116"/>
                      <a:pt x="141193" y="158215"/>
                      <a:pt x="128620" y="185551"/>
                    </a:cubicBezTo>
                    <a:cubicBezTo>
                      <a:pt x="122238" y="199172"/>
                      <a:pt x="116142" y="212888"/>
                      <a:pt x="108617" y="226033"/>
                    </a:cubicBezTo>
                    <a:cubicBezTo>
                      <a:pt x="101188" y="239272"/>
                      <a:pt x="91091" y="250988"/>
                      <a:pt x="80709" y="261751"/>
                    </a:cubicBezTo>
                    <a:cubicBezTo>
                      <a:pt x="59849" y="283468"/>
                      <a:pt x="38037" y="304423"/>
                      <a:pt x="13462" y="322140"/>
                    </a:cubicBezTo>
                    <a:lnTo>
                      <a:pt x="10605" y="318330"/>
                    </a:lnTo>
                    <a:cubicBezTo>
                      <a:pt x="30703" y="301756"/>
                      <a:pt x="47943" y="281754"/>
                      <a:pt x="63945" y="260989"/>
                    </a:cubicBezTo>
                    <a:cubicBezTo>
                      <a:pt x="79566" y="239939"/>
                      <a:pt x="95568" y="218889"/>
                      <a:pt x="107855" y="195934"/>
                    </a:cubicBezTo>
                    <a:cubicBezTo>
                      <a:pt x="113951" y="184408"/>
                      <a:pt x="119095" y="172407"/>
                      <a:pt x="123762" y="160215"/>
                    </a:cubicBezTo>
                    <a:cubicBezTo>
                      <a:pt x="128524" y="148023"/>
                      <a:pt x="133097" y="135736"/>
                      <a:pt x="136621" y="123163"/>
                    </a:cubicBezTo>
                    <a:cubicBezTo>
                      <a:pt x="140050" y="110685"/>
                      <a:pt x="142431" y="97826"/>
                      <a:pt x="142240" y="85063"/>
                    </a:cubicBezTo>
                    <a:cubicBezTo>
                      <a:pt x="142145" y="78681"/>
                      <a:pt x="141288" y="72299"/>
                      <a:pt x="139764" y="66108"/>
                    </a:cubicBezTo>
                    <a:cubicBezTo>
                      <a:pt x="138335" y="60012"/>
                      <a:pt x="135954" y="53916"/>
                      <a:pt x="131287" y="51249"/>
                    </a:cubicBezTo>
                    <a:cubicBezTo>
                      <a:pt x="126620" y="48487"/>
                      <a:pt x="120142" y="49439"/>
                      <a:pt x="114141" y="51249"/>
                    </a:cubicBezTo>
                    <a:cubicBezTo>
                      <a:pt x="107951" y="53059"/>
                      <a:pt x="102045" y="55440"/>
                      <a:pt x="96520" y="58583"/>
                    </a:cubicBezTo>
                    <a:cubicBezTo>
                      <a:pt x="85472" y="64870"/>
                      <a:pt x="77185" y="75062"/>
                      <a:pt x="72136" y="86872"/>
                    </a:cubicBezTo>
                    <a:cubicBezTo>
                      <a:pt x="66993" y="98683"/>
                      <a:pt x="64707" y="111542"/>
                      <a:pt x="63564" y="124496"/>
                    </a:cubicBezTo>
                    <a:cubicBezTo>
                      <a:pt x="62421" y="137450"/>
                      <a:pt x="63088" y="150690"/>
                      <a:pt x="61659" y="164025"/>
                    </a:cubicBezTo>
                    <a:cubicBezTo>
                      <a:pt x="58706" y="190790"/>
                      <a:pt x="48419" y="215365"/>
                      <a:pt x="41085" y="240606"/>
                    </a:cubicBezTo>
                    <a:cubicBezTo>
                      <a:pt x="33084" y="265657"/>
                      <a:pt x="24702" y="290898"/>
                      <a:pt x="11653" y="313948"/>
                    </a:cubicBezTo>
                    <a:lnTo>
                      <a:pt x="11081" y="313663"/>
                    </a:ln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88" name="Forme libre : forme 9187">
                <a:extLst>
                  <a:ext uri="{FF2B5EF4-FFF2-40B4-BE49-F238E27FC236}">
                    <a16:creationId xmlns:a16="http://schemas.microsoft.com/office/drawing/2014/main" id="{562B137D-D4B0-464E-863A-E2A66D1033FA}"/>
                  </a:ext>
                </a:extLst>
              </p:cNvPr>
              <p:cNvSpPr/>
              <p:nvPr/>
            </p:nvSpPr>
            <p:spPr>
              <a:xfrm>
                <a:off x="4406078" y="4318373"/>
                <a:ext cx="354641" cy="508896"/>
              </a:xfrm>
              <a:custGeom>
                <a:avLst/>
                <a:gdLst>
                  <a:gd name="connsiteX0" fmla="*/ 64294 w 354641"/>
                  <a:gd name="connsiteY0" fmla="*/ 437935 h 508896"/>
                  <a:gd name="connsiteX1" fmla="*/ 46292 w 354641"/>
                  <a:gd name="connsiteY1" fmla="*/ 315920 h 508896"/>
                  <a:gd name="connsiteX2" fmla="*/ 60579 w 354641"/>
                  <a:gd name="connsiteY2" fmla="*/ 193333 h 508896"/>
                  <a:gd name="connsiteX3" fmla="*/ 124587 w 354641"/>
                  <a:gd name="connsiteY3" fmla="*/ 88368 h 508896"/>
                  <a:gd name="connsiteX4" fmla="*/ 179166 w 354641"/>
                  <a:gd name="connsiteY4" fmla="*/ 58459 h 508896"/>
                  <a:gd name="connsiteX5" fmla="*/ 241459 w 354641"/>
                  <a:gd name="connsiteY5" fmla="*/ 58174 h 508896"/>
                  <a:gd name="connsiteX6" fmla="*/ 267653 w 354641"/>
                  <a:gd name="connsiteY6" fmla="*/ 76461 h 508896"/>
                  <a:gd name="connsiteX7" fmla="*/ 279559 w 354641"/>
                  <a:gd name="connsiteY7" fmla="*/ 105989 h 508896"/>
                  <a:gd name="connsiteX8" fmla="*/ 281845 w 354641"/>
                  <a:gd name="connsiteY8" fmla="*/ 168187 h 508896"/>
                  <a:gd name="connsiteX9" fmla="*/ 249650 w 354641"/>
                  <a:gd name="connsiteY9" fmla="*/ 287726 h 508896"/>
                  <a:gd name="connsiteX10" fmla="*/ 66008 w 354641"/>
                  <a:gd name="connsiteY10" fmla="*/ 446317 h 508896"/>
                  <a:gd name="connsiteX11" fmla="*/ 64579 w 354641"/>
                  <a:gd name="connsiteY11" fmla="*/ 441841 h 508896"/>
                  <a:gd name="connsiteX12" fmla="*/ 284988 w 354641"/>
                  <a:gd name="connsiteY12" fmla="*/ 273534 h 508896"/>
                  <a:gd name="connsiteX13" fmla="*/ 313944 w 354641"/>
                  <a:gd name="connsiteY13" fmla="*/ 208954 h 508896"/>
                  <a:gd name="connsiteX14" fmla="*/ 322897 w 354641"/>
                  <a:gd name="connsiteY14" fmla="*/ 139136 h 508896"/>
                  <a:gd name="connsiteX15" fmla="*/ 299180 w 354641"/>
                  <a:gd name="connsiteY15" fmla="*/ 73699 h 508896"/>
                  <a:gd name="connsiteX16" fmla="*/ 241744 w 354641"/>
                  <a:gd name="connsiteY16" fmla="*/ 36266 h 508896"/>
                  <a:gd name="connsiteX17" fmla="*/ 172403 w 354641"/>
                  <a:gd name="connsiteY17" fmla="*/ 42552 h 508896"/>
                  <a:gd name="connsiteX18" fmla="*/ 112491 w 354641"/>
                  <a:gd name="connsiteY18" fmla="*/ 78748 h 508896"/>
                  <a:gd name="connsiteX19" fmla="*/ 73057 w 354641"/>
                  <a:gd name="connsiteY19" fmla="*/ 136374 h 508896"/>
                  <a:gd name="connsiteX20" fmla="*/ 49435 w 354641"/>
                  <a:gd name="connsiteY20" fmla="*/ 203430 h 508896"/>
                  <a:gd name="connsiteX21" fmla="*/ 21717 w 354641"/>
                  <a:gd name="connsiteY21" fmla="*/ 341923 h 508896"/>
                  <a:gd name="connsiteX22" fmla="*/ 53530 w 354641"/>
                  <a:gd name="connsiteY22" fmla="*/ 477464 h 508896"/>
                  <a:gd name="connsiteX23" fmla="*/ 49530 w 354641"/>
                  <a:gd name="connsiteY23" fmla="*/ 476035 h 508896"/>
                  <a:gd name="connsiteX24" fmla="*/ 128302 w 354641"/>
                  <a:gd name="connsiteY24" fmla="*/ 448508 h 508896"/>
                  <a:gd name="connsiteX25" fmla="*/ 203359 w 354641"/>
                  <a:gd name="connsiteY25" fmla="*/ 413170 h 508896"/>
                  <a:gd name="connsiteX26" fmla="*/ 266414 w 354641"/>
                  <a:gd name="connsiteY26" fmla="*/ 360973 h 508896"/>
                  <a:gd name="connsiteX27" fmla="*/ 307182 w 354641"/>
                  <a:gd name="connsiteY27" fmla="*/ 289631 h 508896"/>
                  <a:gd name="connsiteX28" fmla="*/ 334232 w 354641"/>
                  <a:gd name="connsiteY28" fmla="*/ 211050 h 508896"/>
                  <a:gd name="connsiteX29" fmla="*/ 347472 w 354641"/>
                  <a:gd name="connsiteY29" fmla="*/ 129992 h 508896"/>
                  <a:gd name="connsiteX30" fmla="*/ 324040 w 354641"/>
                  <a:gd name="connsiteY30" fmla="*/ 53411 h 508896"/>
                  <a:gd name="connsiteX31" fmla="*/ 256985 w 354641"/>
                  <a:gd name="connsiteY31" fmla="*/ 10929 h 508896"/>
                  <a:gd name="connsiteX32" fmla="*/ 175831 w 354641"/>
                  <a:gd name="connsiteY32" fmla="*/ 12263 h 508896"/>
                  <a:gd name="connsiteX33" fmla="*/ 136493 w 354641"/>
                  <a:gd name="connsiteY33" fmla="*/ 24741 h 508896"/>
                  <a:gd name="connsiteX34" fmla="*/ 99631 w 354641"/>
                  <a:gd name="connsiteY34" fmla="*/ 43029 h 508896"/>
                  <a:gd name="connsiteX35" fmla="*/ 69437 w 354641"/>
                  <a:gd name="connsiteY35" fmla="*/ 70080 h 508896"/>
                  <a:gd name="connsiteX36" fmla="*/ 49911 w 354641"/>
                  <a:gd name="connsiteY36" fmla="*/ 106084 h 508896"/>
                  <a:gd name="connsiteX37" fmla="*/ 20384 w 354641"/>
                  <a:gd name="connsiteY37" fmla="*/ 183903 h 508896"/>
                  <a:gd name="connsiteX38" fmla="*/ 6382 w 354641"/>
                  <a:gd name="connsiteY38" fmla="*/ 265533 h 508896"/>
                  <a:gd name="connsiteX39" fmla="*/ 3048 w 354641"/>
                  <a:gd name="connsiteY39" fmla="*/ 348876 h 508896"/>
                  <a:gd name="connsiteX40" fmla="*/ 9335 w 354641"/>
                  <a:gd name="connsiteY40" fmla="*/ 431744 h 508896"/>
                  <a:gd name="connsiteX41" fmla="*/ 40005 w 354641"/>
                  <a:gd name="connsiteY41" fmla="*/ 508516 h 508896"/>
                  <a:gd name="connsiteX42" fmla="*/ 39434 w 354641"/>
                  <a:gd name="connsiteY42" fmla="*/ 508896 h 508896"/>
                  <a:gd name="connsiteX43" fmla="*/ 7525 w 354641"/>
                  <a:gd name="connsiteY43" fmla="*/ 432030 h 508896"/>
                  <a:gd name="connsiteX44" fmla="*/ 0 w 354641"/>
                  <a:gd name="connsiteY44" fmla="*/ 348781 h 508896"/>
                  <a:gd name="connsiteX45" fmla="*/ 2667 w 354641"/>
                  <a:gd name="connsiteY45" fmla="*/ 265247 h 508896"/>
                  <a:gd name="connsiteX46" fmla="*/ 16193 w 354641"/>
                  <a:gd name="connsiteY46" fmla="*/ 182570 h 508896"/>
                  <a:gd name="connsiteX47" fmla="*/ 45339 w 354641"/>
                  <a:gd name="connsiteY47" fmla="*/ 104084 h 508896"/>
                  <a:gd name="connsiteX48" fmla="*/ 65246 w 354641"/>
                  <a:gd name="connsiteY48" fmla="*/ 66746 h 508896"/>
                  <a:gd name="connsiteX49" fmla="*/ 96679 w 354641"/>
                  <a:gd name="connsiteY49" fmla="*/ 38171 h 508896"/>
                  <a:gd name="connsiteX50" fmla="*/ 134398 w 354641"/>
                  <a:gd name="connsiteY50" fmla="*/ 19121 h 508896"/>
                  <a:gd name="connsiteX51" fmla="*/ 174498 w 354641"/>
                  <a:gd name="connsiteY51" fmla="*/ 6072 h 508896"/>
                  <a:gd name="connsiteX52" fmla="*/ 258794 w 354641"/>
                  <a:gd name="connsiteY52" fmla="*/ 4071 h 508896"/>
                  <a:gd name="connsiteX53" fmla="*/ 329946 w 354641"/>
                  <a:gd name="connsiteY53" fmla="*/ 49125 h 508896"/>
                  <a:gd name="connsiteX54" fmla="*/ 354616 w 354641"/>
                  <a:gd name="connsiteY54" fmla="*/ 129706 h 508896"/>
                  <a:gd name="connsiteX55" fmla="*/ 340995 w 354641"/>
                  <a:gd name="connsiteY55" fmla="*/ 212859 h 508896"/>
                  <a:gd name="connsiteX56" fmla="*/ 313658 w 354641"/>
                  <a:gd name="connsiteY56" fmla="*/ 292108 h 508896"/>
                  <a:gd name="connsiteX57" fmla="*/ 271748 w 354641"/>
                  <a:gd name="connsiteY57" fmla="*/ 365164 h 508896"/>
                  <a:gd name="connsiteX58" fmla="*/ 206788 w 354641"/>
                  <a:gd name="connsiteY58" fmla="*/ 418790 h 508896"/>
                  <a:gd name="connsiteX59" fmla="*/ 130874 w 354641"/>
                  <a:gd name="connsiteY59" fmla="*/ 454509 h 508896"/>
                  <a:gd name="connsiteX60" fmla="*/ 52006 w 354641"/>
                  <a:gd name="connsiteY60" fmla="*/ 482036 h 508896"/>
                  <a:gd name="connsiteX61" fmla="*/ 49339 w 354641"/>
                  <a:gd name="connsiteY61" fmla="*/ 483084 h 508896"/>
                  <a:gd name="connsiteX62" fmla="*/ 48006 w 354641"/>
                  <a:gd name="connsiteY62" fmla="*/ 480607 h 508896"/>
                  <a:gd name="connsiteX63" fmla="*/ 16097 w 354641"/>
                  <a:gd name="connsiteY63" fmla="*/ 341733 h 508896"/>
                  <a:gd name="connsiteX64" fmla="*/ 45053 w 354641"/>
                  <a:gd name="connsiteY64" fmla="*/ 201906 h 508896"/>
                  <a:gd name="connsiteX65" fmla="*/ 69247 w 354641"/>
                  <a:gd name="connsiteY65" fmla="*/ 134659 h 508896"/>
                  <a:gd name="connsiteX66" fmla="*/ 110014 w 354641"/>
                  <a:gd name="connsiteY66" fmla="*/ 75890 h 508896"/>
                  <a:gd name="connsiteX67" fmla="*/ 171355 w 354641"/>
                  <a:gd name="connsiteY67" fmla="*/ 39219 h 508896"/>
                  <a:gd name="connsiteX68" fmla="*/ 242411 w 354641"/>
                  <a:gd name="connsiteY68" fmla="*/ 33123 h 508896"/>
                  <a:gd name="connsiteX69" fmla="*/ 301371 w 354641"/>
                  <a:gd name="connsiteY69" fmla="*/ 71890 h 508896"/>
                  <a:gd name="connsiteX70" fmla="*/ 325183 w 354641"/>
                  <a:gd name="connsiteY70" fmla="*/ 138755 h 508896"/>
                  <a:gd name="connsiteX71" fmla="*/ 287465 w 354641"/>
                  <a:gd name="connsiteY71" fmla="*/ 274772 h 508896"/>
                  <a:gd name="connsiteX72" fmla="*/ 66008 w 354641"/>
                  <a:gd name="connsiteY72" fmla="*/ 446127 h 508896"/>
                  <a:gd name="connsiteX73" fmla="*/ 64579 w 354641"/>
                  <a:gd name="connsiteY73" fmla="*/ 441650 h 508896"/>
                  <a:gd name="connsiteX74" fmla="*/ 244126 w 354641"/>
                  <a:gd name="connsiteY74" fmla="*/ 284773 h 508896"/>
                  <a:gd name="connsiteX75" fmla="*/ 275844 w 354641"/>
                  <a:gd name="connsiteY75" fmla="*/ 167520 h 508896"/>
                  <a:gd name="connsiteX76" fmla="*/ 274034 w 354641"/>
                  <a:gd name="connsiteY76" fmla="*/ 106656 h 508896"/>
                  <a:gd name="connsiteX77" fmla="*/ 263366 w 354641"/>
                  <a:gd name="connsiteY77" fmla="*/ 79414 h 508896"/>
                  <a:gd name="connsiteX78" fmla="*/ 239744 w 354641"/>
                  <a:gd name="connsiteY78" fmla="*/ 62841 h 508896"/>
                  <a:gd name="connsiteX79" fmla="*/ 180499 w 354641"/>
                  <a:gd name="connsiteY79" fmla="*/ 62841 h 508896"/>
                  <a:gd name="connsiteX80" fmla="*/ 127540 w 354641"/>
                  <a:gd name="connsiteY80" fmla="*/ 91511 h 508896"/>
                  <a:gd name="connsiteX81" fmla="*/ 64198 w 354641"/>
                  <a:gd name="connsiteY81" fmla="*/ 194191 h 508896"/>
                  <a:gd name="connsiteX82" fmla="*/ 48863 w 354641"/>
                  <a:gd name="connsiteY82" fmla="*/ 315539 h 508896"/>
                  <a:gd name="connsiteX83" fmla="*/ 65056 w 354641"/>
                  <a:gd name="connsiteY83" fmla="*/ 437459 h 508896"/>
                  <a:gd name="connsiteX84" fmla="*/ 64294 w 354641"/>
                  <a:gd name="connsiteY84" fmla="*/ 437935 h 50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54641" h="508896">
                    <a:moveTo>
                      <a:pt x="64294" y="437935"/>
                    </a:moveTo>
                    <a:cubicBezTo>
                      <a:pt x="54483" y="398025"/>
                      <a:pt x="47911" y="357068"/>
                      <a:pt x="46292" y="315920"/>
                    </a:cubicBezTo>
                    <a:cubicBezTo>
                      <a:pt x="44672" y="274772"/>
                      <a:pt x="48292" y="232957"/>
                      <a:pt x="60579" y="193333"/>
                    </a:cubicBezTo>
                    <a:cubicBezTo>
                      <a:pt x="72676" y="153995"/>
                      <a:pt x="92869" y="115800"/>
                      <a:pt x="124587" y="88368"/>
                    </a:cubicBezTo>
                    <a:cubicBezTo>
                      <a:pt x="140399" y="74842"/>
                      <a:pt x="158972" y="64269"/>
                      <a:pt x="179166" y="58459"/>
                    </a:cubicBezTo>
                    <a:cubicBezTo>
                      <a:pt x="199168" y="52840"/>
                      <a:pt x="221171" y="51220"/>
                      <a:pt x="241459" y="58174"/>
                    </a:cubicBezTo>
                    <a:cubicBezTo>
                      <a:pt x="251460" y="61602"/>
                      <a:pt x="261080" y="67699"/>
                      <a:pt x="267653" y="76461"/>
                    </a:cubicBezTo>
                    <a:cubicBezTo>
                      <a:pt x="274320" y="85129"/>
                      <a:pt x="277654" y="95702"/>
                      <a:pt x="279559" y="105989"/>
                    </a:cubicBezTo>
                    <a:cubicBezTo>
                      <a:pt x="282892" y="126753"/>
                      <a:pt x="283083" y="147518"/>
                      <a:pt x="281845" y="168187"/>
                    </a:cubicBezTo>
                    <a:cubicBezTo>
                      <a:pt x="279178" y="209621"/>
                      <a:pt x="268129" y="250578"/>
                      <a:pt x="249650" y="287726"/>
                    </a:cubicBezTo>
                    <a:cubicBezTo>
                      <a:pt x="212693" y="362402"/>
                      <a:pt x="144780" y="420314"/>
                      <a:pt x="66008" y="446317"/>
                    </a:cubicBezTo>
                    <a:lnTo>
                      <a:pt x="64579" y="441841"/>
                    </a:lnTo>
                    <a:cubicBezTo>
                      <a:pt x="154496" y="413932"/>
                      <a:pt x="236696" y="355353"/>
                      <a:pt x="284988" y="273534"/>
                    </a:cubicBezTo>
                    <a:cubicBezTo>
                      <a:pt x="296799" y="253150"/>
                      <a:pt x="306991" y="231528"/>
                      <a:pt x="313944" y="208954"/>
                    </a:cubicBezTo>
                    <a:cubicBezTo>
                      <a:pt x="320802" y="186380"/>
                      <a:pt x="324803" y="162663"/>
                      <a:pt x="322897" y="139136"/>
                    </a:cubicBezTo>
                    <a:cubicBezTo>
                      <a:pt x="321278" y="115609"/>
                      <a:pt x="313182" y="92559"/>
                      <a:pt x="299180" y="73699"/>
                    </a:cubicBezTo>
                    <a:cubicBezTo>
                      <a:pt x="285274" y="54840"/>
                      <a:pt x="264891" y="40552"/>
                      <a:pt x="241744" y="36266"/>
                    </a:cubicBezTo>
                    <a:cubicBezTo>
                      <a:pt x="218694" y="31789"/>
                      <a:pt x="194596" y="35028"/>
                      <a:pt x="172403" y="42552"/>
                    </a:cubicBezTo>
                    <a:cubicBezTo>
                      <a:pt x="150209" y="50173"/>
                      <a:pt x="129635" y="62650"/>
                      <a:pt x="112491" y="78748"/>
                    </a:cubicBezTo>
                    <a:cubicBezTo>
                      <a:pt x="95250" y="94749"/>
                      <a:pt x="81915" y="114657"/>
                      <a:pt x="73057" y="136374"/>
                    </a:cubicBezTo>
                    <a:cubicBezTo>
                      <a:pt x="64294" y="158281"/>
                      <a:pt x="56864" y="180951"/>
                      <a:pt x="49435" y="203430"/>
                    </a:cubicBezTo>
                    <a:cubicBezTo>
                      <a:pt x="35052" y="248483"/>
                      <a:pt x="23146" y="294870"/>
                      <a:pt x="21717" y="341923"/>
                    </a:cubicBezTo>
                    <a:cubicBezTo>
                      <a:pt x="20669" y="388882"/>
                      <a:pt x="30766" y="436411"/>
                      <a:pt x="53530" y="477464"/>
                    </a:cubicBezTo>
                    <a:lnTo>
                      <a:pt x="49530" y="476035"/>
                    </a:lnTo>
                    <a:cubicBezTo>
                      <a:pt x="76010" y="465748"/>
                      <a:pt x="102966" y="459843"/>
                      <a:pt x="128302" y="448508"/>
                    </a:cubicBezTo>
                    <a:cubicBezTo>
                      <a:pt x="154019" y="438030"/>
                      <a:pt x="179546" y="427077"/>
                      <a:pt x="203359" y="413170"/>
                    </a:cubicBezTo>
                    <a:cubicBezTo>
                      <a:pt x="227171" y="399359"/>
                      <a:pt x="249174" y="382309"/>
                      <a:pt x="266414" y="360973"/>
                    </a:cubicBezTo>
                    <a:cubicBezTo>
                      <a:pt x="283750" y="339733"/>
                      <a:pt x="296704" y="315158"/>
                      <a:pt x="307182" y="289631"/>
                    </a:cubicBezTo>
                    <a:cubicBezTo>
                      <a:pt x="317563" y="264104"/>
                      <a:pt x="326232" y="237529"/>
                      <a:pt x="334232" y="211050"/>
                    </a:cubicBezTo>
                    <a:cubicBezTo>
                      <a:pt x="341947" y="184570"/>
                      <a:pt x="347948" y="157329"/>
                      <a:pt x="347472" y="129992"/>
                    </a:cubicBezTo>
                    <a:cubicBezTo>
                      <a:pt x="346996" y="102846"/>
                      <a:pt x="339947" y="75223"/>
                      <a:pt x="324040" y="53411"/>
                    </a:cubicBezTo>
                    <a:cubicBezTo>
                      <a:pt x="308134" y="31599"/>
                      <a:pt x="283274" y="17311"/>
                      <a:pt x="256985" y="10929"/>
                    </a:cubicBezTo>
                    <a:cubicBezTo>
                      <a:pt x="230505" y="4357"/>
                      <a:pt x="202501" y="5976"/>
                      <a:pt x="175831" y="12263"/>
                    </a:cubicBezTo>
                    <a:cubicBezTo>
                      <a:pt x="162497" y="15406"/>
                      <a:pt x="149352" y="19692"/>
                      <a:pt x="136493" y="24741"/>
                    </a:cubicBezTo>
                    <a:cubicBezTo>
                      <a:pt x="123635" y="29789"/>
                      <a:pt x="111157" y="35694"/>
                      <a:pt x="99631" y="43029"/>
                    </a:cubicBezTo>
                    <a:cubicBezTo>
                      <a:pt x="88106" y="50363"/>
                      <a:pt x="77629" y="59316"/>
                      <a:pt x="69437" y="70080"/>
                    </a:cubicBezTo>
                    <a:cubicBezTo>
                      <a:pt x="61151" y="80843"/>
                      <a:pt x="55340" y="93416"/>
                      <a:pt x="49911" y="106084"/>
                    </a:cubicBezTo>
                    <a:cubicBezTo>
                      <a:pt x="39243" y="131802"/>
                      <a:pt x="28385" y="157424"/>
                      <a:pt x="20384" y="183903"/>
                    </a:cubicBezTo>
                    <a:cubicBezTo>
                      <a:pt x="12097" y="210288"/>
                      <a:pt x="8096" y="237815"/>
                      <a:pt x="6382" y="265533"/>
                    </a:cubicBezTo>
                    <a:cubicBezTo>
                      <a:pt x="4763" y="293250"/>
                      <a:pt x="3524" y="321063"/>
                      <a:pt x="3048" y="348876"/>
                    </a:cubicBezTo>
                    <a:cubicBezTo>
                      <a:pt x="2667" y="376594"/>
                      <a:pt x="3905" y="404502"/>
                      <a:pt x="9335" y="431744"/>
                    </a:cubicBezTo>
                    <a:cubicBezTo>
                      <a:pt x="14764" y="458890"/>
                      <a:pt x="24384" y="485465"/>
                      <a:pt x="40005" y="508516"/>
                    </a:cubicBezTo>
                    <a:lnTo>
                      <a:pt x="39434" y="508896"/>
                    </a:lnTo>
                    <a:cubicBezTo>
                      <a:pt x="23431" y="485941"/>
                      <a:pt x="13335" y="459366"/>
                      <a:pt x="7525" y="432030"/>
                    </a:cubicBezTo>
                    <a:cubicBezTo>
                      <a:pt x="1619" y="404693"/>
                      <a:pt x="0" y="376594"/>
                      <a:pt x="0" y="348781"/>
                    </a:cubicBezTo>
                    <a:cubicBezTo>
                      <a:pt x="190" y="320873"/>
                      <a:pt x="1238" y="293060"/>
                      <a:pt x="2667" y="265247"/>
                    </a:cubicBezTo>
                    <a:cubicBezTo>
                      <a:pt x="4191" y="237434"/>
                      <a:pt x="8001" y="209430"/>
                      <a:pt x="16193" y="182570"/>
                    </a:cubicBezTo>
                    <a:cubicBezTo>
                      <a:pt x="24194" y="155709"/>
                      <a:pt x="34862" y="129897"/>
                      <a:pt x="45339" y="104084"/>
                    </a:cubicBezTo>
                    <a:cubicBezTo>
                      <a:pt x="50673" y="91225"/>
                      <a:pt x="56579" y="78176"/>
                      <a:pt x="65246" y="66746"/>
                    </a:cubicBezTo>
                    <a:cubicBezTo>
                      <a:pt x="73819" y="55316"/>
                      <a:pt x="84772" y="45886"/>
                      <a:pt x="96679" y="38171"/>
                    </a:cubicBezTo>
                    <a:cubicBezTo>
                      <a:pt x="108585" y="30456"/>
                      <a:pt x="121349" y="24360"/>
                      <a:pt x="134398" y="19121"/>
                    </a:cubicBezTo>
                    <a:cubicBezTo>
                      <a:pt x="147447" y="13882"/>
                      <a:pt x="160782" y="9405"/>
                      <a:pt x="174498" y="6072"/>
                    </a:cubicBezTo>
                    <a:cubicBezTo>
                      <a:pt x="201834" y="-596"/>
                      <a:pt x="230886" y="-2501"/>
                      <a:pt x="258794" y="4071"/>
                    </a:cubicBezTo>
                    <a:cubicBezTo>
                      <a:pt x="286417" y="10453"/>
                      <a:pt x="312801" y="25788"/>
                      <a:pt x="329946" y="49125"/>
                    </a:cubicBezTo>
                    <a:cubicBezTo>
                      <a:pt x="346996" y="72556"/>
                      <a:pt x="354234" y="101512"/>
                      <a:pt x="354616" y="129706"/>
                    </a:cubicBezTo>
                    <a:cubicBezTo>
                      <a:pt x="355092" y="158186"/>
                      <a:pt x="348901" y="185999"/>
                      <a:pt x="340995" y="212859"/>
                    </a:cubicBezTo>
                    <a:cubicBezTo>
                      <a:pt x="332899" y="239625"/>
                      <a:pt x="324231" y="266104"/>
                      <a:pt x="313658" y="292108"/>
                    </a:cubicBezTo>
                    <a:cubicBezTo>
                      <a:pt x="302991" y="318016"/>
                      <a:pt x="289751" y="343161"/>
                      <a:pt x="271748" y="365164"/>
                    </a:cubicBezTo>
                    <a:cubicBezTo>
                      <a:pt x="253841" y="387167"/>
                      <a:pt x="231076" y="404693"/>
                      <a:pt x="206788" y="418790"/>
                    </a:cubicBezTo>
                    <a:cubicBezTo>
                      <a:pt x="182499" y="432982"/>
                      <a:pt x="156686" y="444031"/>
                      <a:pt x="130874" y="454509"/>
                    </a:cubicBezTo>
                    <a:cubicBezTo>
                      <a:pt x="105251" y="465939"/>
                      <a:pt x="77534" y="472130"/>
                      <a:pt x="52006" y="482036"/>
                    </a:cubicBezTo>
                    <a:lnTo>
                      <a:pt x="49339" y="483084"/>
                    </a:lnTo>
                    <a:lnTo>
                      <a:pt x="48006" y="480607"/>
                    </a:lnTo>
                    <a:cubicBezTo>
                      <a:pt x="24479" y="438411"/>
                      <a:pt x="14669" y="389548"/>
                      <a:pt x="16097" y="341733"/>
                    </a:cubicBezTo>
                    <a:cubicBezTo>
                      <a:pt x="17907" y="293632"/>
                      <a:pt x="30289" y="247054"/>
                      <a:pt x="45053" y="201906"/>
                    </a:cubicBezTo>
                    <a:cubicBezTo>
                      <a:pt x="52673" y="179332"/>
                      <a:pt x="60198" y="156852"/>
                      <a:pt x="69247" y="134659"/>
                    </a:cubicBezTo>
                    <a:cubicBezTo>
                      <a:pt x="78391" y="112561"/>
                      <a:pt x="92297" y="92082"/>
                      <a:pt x="110014" y="75890"/>
                    </a:cubicBezTo>
                    <a:cubicBezTo>
                      <a:pt x="127635" y="59602"/>
                      <a:pt x="148590" y="46934"/>
                      <a:pt x="171355" y="39219"/>
                    </a:cubicBezTo>
                    <a:cubicBezTo>
                      <a:pt x="194025" y="31694"/>
                      <a:pt x="218599" y="28455"/>
                      <a:pt x="242411" y="33123"/>
                    </a:cubicBezTo>
                    <a:cubicBezTo>
                      <a:pt x="266319" y="37695"/>
                      <a:pt x="287369" y="52554"/>
                      <a:pt x="301371" y="71890"/>
                    </a:cubicBezTo>
                    <a:cubicBezTo>
                      <a:pt x="315563" y="91320"/>
                      <a:pt x="323660" y="114847"/>
                      <a:pt x="325183" y="138755"/>
                    </a:cubicBezTo>
                    <a:cubicBezTo>
                      <a:pt x="328327" y="186951"/>
                      <a:pt x="310896" y="233719"/>
                      <a:pt x="287465" y="274772"/>
                    </a:cubicBezTo>
                    <a:cubicBezTo>
                      <a:pt x="239268" y="357735"/>
                      <a:pt x="156781" y="417457"/>
                      <a:pt x="66008" y="446127"/>
                    </a:cubicBezTo>
                    <a:lnTo>
                      <a:pt x="64579" y="441650"/>
                    </a:lnTo>
                    <a:cubicBezTo>
                      <a:pt x="142018" y="415647"/>
                      <a:pt x="208407" y="358116"/>
                      <a:pt x="244126" y="284773"/>
                    </a:cubicBezTo>
                    <a:cubicBezTo>
                      <a:pt x="261842" y="248102"/>
                      <a:pt x="273082" y="208192"/>
                      <a:pt x="275844" y="167520"/>
                    </a:cubicBezTo>
                    <a:cubicBezTo>
                      <a:pt x="277178" y="147232"/>
                      <a:pt x="277082" y="126563"/>
                      <a:pt x="274034" y="106656"/>
                    </a:cubicBezTo>
                    <a:cubicBezTo>
                      <a:pt x="272320" y="96845"/>
                      <a:pt x="269272" y="87129"/>
                      <a:pt x="263366" y="79414"/>
                    </a:cubicBezTo>
                    <a:cubicBezTo>
                      <a:pt x="257556" y="71604"/>
                      <a:pt x="248983" y="66079"/>
                      <a:pt x="239744" y="62841"/>
                    </a:cubicBezTo>
                    <a:cubicBezTo>
                      <a:pt x="220980" y="56268"/>
                      <a:pt x="199835" y="57507"/>
                      <a:pt x="180499" y="62841"/>
                    </a:cubicBezTo>
                    <a:cubicBezTo>
                      <a:pt x="161068" y="68270"/>
                      <a:pt x="142970" y="78462"/>
                      <a:pt x="127540" y="91511"/>
                    </a:cubicBezTo>
                    <a:cubicBezTo>
                      <a:pt x="96488" y="117991"/>
                      <a:pt x="76295" y="155328"/>
                      <a:pt x="64198" y="194191"/>
                    </a:cubicBezTo>
                    <a:cubicBezTo>
                      <a:pt x="51911" y="233243"/>
                      <a:pt x="48006" y="274582"/>
                      <a:pt x="48863" y="315539"/>
                    </a:cubicBezTo>
                    <a:cubicBezTo>
                      <a:pt x="49816" y="356592"/>
                      <a:pt x="55817" y="397454"/>
                      <a:pt x="65056" y="437459"/>
                    </a:cubicBezTo>
                    <a:lnTo>
                      <a:pt x="64294" y="437935"/>
                    </a:ln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89" name="Forme libre : forme 9188">
                <a:extLst>
                  <a:ext uri="{FF2B5EF4-FFF2-40B4-BE49-F238E27FC236}">
                    <a16:creationId xmlns:a16="http://schemas.microsoft.com/office/drawing/2014/main" id="{5E79FD78-6B20-4A62-ADCC-6D8022BB5B11}"/>
                  </a:ext>
                </a:extLst>
              </p:cNvPr>
              <p:cNvSpPr/>
              <p:nvPr/>
            </p:nvSpPr>
            <p:spPr>
              <a:xfrm>
                <a:off x="4354414" y="4291979"/>
                <a:ext cx="432919" cy="553197"/>
              </a:xfrm>
              <a:custGeom>
                <a:avLst/>
                <a:gdLst>
                  <a:gd name="connsiteX0" fmla="*/ 97003 w 432919"/>
                  <a:gd name="connsiteY0" fmla="*/ 536624 h 553197"/>
                  <a:gd name="connsiteX1" fmla="*/ 271692 w 432919"/>
                  <a:gd name="connsiteY1" fmla="*/ 462710 h 553197"/>
                  <a:gd name="connsiteX2" fmla="*/ 312840 w 432919"/>
                  <a:gd name="connsiteY2" fmla="*/ 438993 h 553197"/>
                  <a:gd name="connsiteX3" fmla="*/ 351035 w 432919"/>
                  <a:gd name="connsiteY3" fmla="*/ 411847 h 553197"/>
                  <a:gd name="connsiteX4" fmla="*/ 399708 w 432919"/>
                  <a:gd name="connsiteY4" fmla="*/ 333456 h 553197"/>
                  <a:gd name="connsiteX5" fmla="*/ 425902 w 432919"/>
                  <a:gd name="connsiteY5" fmla="*/ 242588 h 553197"/>
                  <a:gd name="connsiteX6" fmla="*/ 419329 w 432919"/>
                  <a:gd name="connsiteY6" fmla="*/ 149052 h 553197"/>
                  <a:gd name="connsiteX7" fmla="*/ 404184 w 432919"/>
                  <a:gd name="connsiteY7" fmla="*/ 103999 h 553197"/>
                  <a:gd name="connsiteX8" fmla="*/ 383515 w 432919"/>
                  <a:gd name="connsiteY8" fmla="*/ 61422 h 553197"/>
                  <a:gd name="connsiteX9" fmla="*/ 352368 w 432919"/>
                  <a:gd name="connsiteY9" fmla="*/ 26751 h 553197"/>
                  <a:gd name="connsiteX10" fmla="*/ 309411 w 432919"/>
                  <a:gd name="connsiteY10" fmla="*/ 9320 h 553197"/>
                  <a:gd name="connsiteX11" fmla="*/ 129769 w 432919"/>
                  <a:gd name="connsiteY11" fmla="*/ 48373 h 553197"/>
                  <a:gd name="connsiteX12" fmla="*/ 20994 w 432919"/>
                  <a:gd name="connsiteY12" fmla="*/ 195820 h 553197"/>
                  <a:gd name="connsiteX13" fmla="*/ 9088 w 432919"/>
                  <a:gd name="connsiteY13" fmla="*/ 288879 h 553197"/>
                  <a:gd name="connsiteX14" fmla="*/ 12612 w 432919"/>
                  <a:gd name="connsiteY14" fmla="*/ 383462 h 553197"/>
                  <a:gd name="connsiteX15" fmla="*/ 36615 w 432919"/>
                  <a:gd name="connsiteY15" fmla="*/ 474521 h 553197"/>
                  <a:gd name="connsiteX16" fmla="*/ 89383 w 432919"/>
                  <a:gd name="connsiteY16" fmla="*/ 552531 h 553197"/>
                  <a:gd name="connsiteX17" fmla="*/ 88717 w 432919"/>
                  <a:gd name="connsiteY17" fmla="*/ 553198 h 553197"/>
                  <a:gd name="connsiteX18" fmla="*/ 32329 w 432919"/>
                  <a:gd name="connsiteY18" fmla="*/ 476426 h 553197"/>
                  <a:gd name="connsiteX19" fmla="*/ 5754 w 432919"/>
                  <a:gd name="connsiteY19" fmla="*/ 384320 h 553197"/>
                  <a:gd name="connsiteX20" fmla="*/ 39 w 432919"/>
                  <a:gd name="connsiteY20" fmla="*/ 288593 h 553197"/>
                  <a:gd name="connsiteX21" fmla="*/ 11564 w 432919"/>
                  <a:gd name="connsiteY21" fmla="*/ 192962 h 553197"/>
                  <a:gd name="connsiteX22" fmla="*/ 125007 w 432919"/>
                  <a:gd name="connsiteY22" fmla="*/ 40657 h 553197"/>
                  <a:gd name="connsiteX23" fmla="*/ 310459 w 432919"/>
                  <a:gd name="connsiteY23" fmla="*/ 4081 h 553197"/>
                  <a:gd name="connsiteX24" fmla="*/ 354750 w 432919"/>
                  <a:gd name="connsiteY24" fmla="*/ 23322 h 553197"/>
                  <a:gd name="connsiteX25" fmla="*/ 386373 w 432919"/>
                  <a:gd name="connsiteY25" fmla="*/ 59612 h 553197"/>
                  <a:gd name="connsiteX26" fmla="*/ 406947 w 432919"/>
                  <a:gd name="connsiteY26" fmla="*/ 102856 h 553197"/>
                  <a:gd name="connsiteX27" fmla="*/ 422568 w 432919"/>
                  <a:gd name="connsiteY27" fmla="*/ 148099 h 553197"/>
                  <a:gd name="connsiteX28" fmla="*/ 431140 w 432919"/>
                  <a:gd name="connsiteY28" fmla="*/ 243254 h 553197"/>
                  <a:gd name="connsiteX29" fmla="*/ 421139 w 432919"/>
                  <a:gd name="connsiteY29" fmla="*/ 290213 h 553197"/>
                  <a:gd name="connsiteX30" fmla="*/ 407232 w 432919"/>
                  <a:gd name="connsiteY30" fmla="*/ 336028 h 553197"/>
                  <a:gd name="connsiteX31" fmla="*/ 356655 w 432919"/>
                  <a:gd name="connsiteY31" fmla="*/ 417943 h 553197"/>
                  <a:gd name="connsiteX32" fmla="*/ 316936 w 432919"/>
                  <a:gd name="connsiteY32" fmla="*/ 445565 h 553197"/>
                  <a:gd name="connsiteX33" fmla="*/ 275216 w 432919"/>
                  <a:gd name="connsiteY33" fmla="*/ 468997 h 553197"/>
                  <a:gd name="connsiteX34" fmla="*/ 97194 w 432919"/>
                  <a:gd name="connsiteY34" fmla="*/ 537386 h 553197"/>
                  <a:gd name="connsiteX35" fmla="*/ 97003 w 432919"/>
                  <a:gd name="connsiteY35" fmla="*/ 536624 h 55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32919" h="553197">
                    <a:moveTo>
                      <a:pt x="97003" y="536624"/>
                    </a:moveTo>
                    <a:cubicBezTo>
                      <a:pt x="158249" y="519670"/>
                      <a:pt x="216352" y="493381"/>
                      <a:pt x="271692" y="462710"/>
                    </a:cubicBezTo>
                    <a:cubicBezTo>
                      <a:pt x="285599" y="455090"/>
                      <a:pt x="299315" y="447089"/>
                      <a:pt x="312840" y="438993"/>
                    </a:cubicBezTo>
                    <a:cubicBezTo>
                      <a:pt x="326365" y="430801"/>
                      <a:pt x="339510" y="422134"/>
                      <a:pt x="351035" y="411847"/>
                    </a:cubicBezTo>
                    <a:cubicBezTo>
                      <a:pt x="374276" y="391368"/>
                      <a:pt x="389230" y="363079"/>
                      <a:pt x="399708" y="333456"/>
                    </a:cubicBezTo>
                    <a:cubicBezTo>
                      <a:pt x="410090" y="303738"/>
                      <a:pt x="420568" y="273448"/>
                      <a:pt x="425902" y="242588"/>
                    </a:cubicBezTo>
                    <a:cubicBezTo>
                      <a:pt x="431331" y="211536"/>
                      <a:pt x="427807" y="179532"/>
                      <a:pt x="419329" y="149052"/>
                    </a:cubicBezTo>
                    <a:cubicBezTo>
                      <a:pt x="415138" y="133812"/>
                      <a:pt x="410090" y="118763"/>
                      <a:pt x="404184" y="103999"/>
                    </a:cubicBezTo>
                    <a:cubicBezTo>
                      <a:pt x="398279" y="89330"/>
                      <a:pt x="391802" y="74852"/>
                      <a:pt x="383515" y="61422"/>
                    </a:cubicBezTo>
                    <a:cubicBezTo>
                      <a:pt x="375324" y="48087"/>
                      <a:pt x="365037" y="35705"/>
                      <a:pt x="352368" y="26751"/>
                    </a:cubicBezTo>
                    <a:cubicBezTo>
                      <a:pt x="339701" y="17607"/>
                      <a:pt x="324746" y="12178"/>
                      <a:pt x="309411" y="9320"/>
                    </a:cubicBezTo>
                    <a:cubicBezTo>
                      <a:pt x="247403" y="-871"/>
                      <a:pt x="182252" y="14749"/>
                      <a:pt x="129769" y="48373"/>
                    </a:cubicBezTo>
                    <a:cubicBezTo>
                      <a:pt x="77191" y="82187"/>
                      <a:pt x="38329" y="136003"/>
                      <a:pt x="20994" y="195820"/>
                    </a:cubicBezTo>
                    <a:cubicBezTo>
                      <a:pt x="12136" y="225728"/>
                      <a:pt x="10135" y="257351"/>
                      <a:pt x="9088" y="288879"/>
                    </a:cubicBezTo>
                    <a:cubicBezTo>
                      <a:pt x="8135" y="320502"/>
                      <a:pt x="8611" y="352125"/>
                      <a:pt x="12612" y="383462"/>
                    </a:cubicBezTo>
                    <a:cubicBezTo>
                      <a:pt x="16517" y="414704"/>
                      <a:pt x="24042" y="445661"/>
                      <a:pt x="36615" y="474521"/>
                    </a:cubicBezTo>
                    <a:cubicBezTo>
                      <a:pt x="49093" y="503382"/>
                      <a:pt x="66428" y="530528"/>
                      <a:pt x="89383" y="552531"/>
                    </a:cubicBezTo>
                    <a:lnTo>
                      <a:pt x="88717" y="553198"/>
                    </a:lnTo>
                    <a:cubicBezTo>
                      <a:pt x="64809" y="532052"/>
                      <a:pt x="45664" y="505573"/>
                      <a:pt x="32329" y="476426"/>
                    </a:cubicBezTo>
                    <a:cubicBezTo>
                      <a:pt x="18803" y="447375"/>
                      <a:pt x="10421" y="416038"/>
                      <a:pt x="5754" y="384320"/>
                    </a:cubicBezTo>
                    <a:cubicBezTo>
                      <a:pt x="991" y="352601"/>
                      <a:pt x="-247" y="320502"/>
                      <a:pt x="39" y="288593"/>
                    </a:cubicBezTo>
                    <a:cubicBezTo>
                      <a:pt x="229" y="256780"/>
                      <a:pt x="2611" y="224204"/>
                      <a:pt x="11564" y="192962"/>
                    </a:cubicBezTo>
                    <a:cubicBezTo>
                      <a:pt x="28995" y="130573"/>
                      <a:pt x="70143" y="75043"/>
                      <a:pt x="125007" y="40657"/>
                    </a:cubicBezTo>
                    <a:cubicBezTo>
                      <a:pt x="179775" y="6272"/>
                      <a:pt x="247117" y="-7634"/>
                      <a:pt x="310459" y="4081"/>
                    </a:cubicBezTo>
                    <a:cubicBezTo>
                      <a:pt x="326270" y="7415"/>
                      <a:pt x="341796" y="13416"/>
                      <a:pt x="354750" y="23322"/>
                    </a:cubicBezTo>
                    <a:cubicBezTo>
                      <a:pt x="367704" y="33133"/>
                      <a:pt x="377991" y="45896"/>
                      <a:pt x="386373" y="59612"/>
                    </a:cubicBezTo>
                    <a:cubicBezTo>
                      <a:pt x="394659" y="73328"/>
                      <a:pt x="401136" y="87997"/>
                      <a:pt x="406947" y="102856"/>
                    </a:cubicBezTo>
                    <a:cubicBezTo>
                      <a:pt x="412662" y="117715"/>
                      <a:pt x="418186" y="132669"/>
                      <a:pt x="422568" y="148099"/>
                    </a:cubicBezTo>
                    <a:cubicBezTo>
                      <a:pt x="431236" y="178770"/>
                      <a:pt x="435617" y="211250"/>
                      <a:pt x="431140" y="243254"/>
                    </a:cubicBezTo>
                    <a:cubicBezTo>
                      <a:pt x="429045" y="259161"/>
                      <a:pt x="425330" y="274877"/>
                      <a:pt x="421139" y="290213"/>
                    </a:cubicBezTo>
                    <a:cubicBezTo>
                      <a:pt x="416853" y="305548"/>
                      <a:pt x="412566" y="320883"/>
                      <a:pt x="407232" y="336028"/>
                    </a:cubicBezTo>
                    <a:cubicBezTo>
                      <a:pt x="396660" y="366031"/>
                      <a:pt x="381801" y="396416"/>
                      <a:pt x="356655" y="417943"/>
                    </a:cubicBezTo>
                    <a:cubicBezTo>
                      <a:pt x="344368" y="428706"/>
                      <a:pt x="330747" y="437374"/>
                      <a:pt x="316936" y="445565"/>
                    </a:cubicBezTo>
                    <a:cubicBezTo>
                      <a:pt x="303124" y="453662"/>
                      <a:pt x="289313" y="461472"/>
                      <a:pt x="275216" y="468997"/>
                    </a:cubicBezTo>
                    <a:cubicBezTo>
                      <a:pt x="219018" y="499000"/>
                      <a:pt x="159487" y="523670"/>
                      <a:pt x="97194" y="537386"/>
                    </a:cubicBezTo>
                    <a:lnTo>
                      <a:pt x="97003" y="536624"/>
                    </a:ln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90" name="Forme libre : forme 9189">
                <a:extLst>
                  <a:ext uri="{FF2B5EF4-FFF2-40B4-BE49-F238E27FC236}">
                    <a16:creationId xmlns:a16="http://schemas.microsoft.com/office/drawing/2014/main" id="{6017C984-8E07-48D1-9033-A7DA6F012D18}"/>
                  </a:ext>
                </a:extLst>
              </p:cNvPr>
              <p:cNvSpPr/>
              <p:nvPr/>
            </p:nvSpPr>
            <p:spPr>
              <a:xfrm>
                <a:off x="4436749" y="4467644"/>
                <a:ext cx="165495" cy="409155"/>
              </a:xfrm>
              <a:custGeom>
                <a:avLst/>
                <a:gdLst>
                  <a:gd name="connsiteX0" fmla="*/ 142494 w 165495"/>
                  <a:gd name="connsiteY0" fmla="*/ 2438 h 409155"/>
                  <a:gd name="connsiteX1" fmla="*/ 128874 w 165495"/>
                  <a:gd name="connsiteY1" fmla="*/ 21869 h 409155"/>
                  <a:gd name="connsiteX2" fmla="*/ 124587 w 165495"/>
                  <a:gd name="connsiteY2" fmla="*/ 69589 h 409155"/>
                  <a:gd name="connsiteX3" fmla="*/ 117539 w 165495"/>
                  <a:gd name="connsiteY3" fmla="*/ 94830 h 409155"/>
                  <a:gd name="connsiteX4" fmla="*/ 77819 w 165495"/>
                  <a:gd name="connsiteY4" fmla="*/ 193033 h 409155"/>
                  <a:gd name="connsiteX5" fmla="*/ 55721 w 165495"/>
                  <a:gd name="connsiteY5" fmla="*/ 232181 h 409155"/>
                  <a:gd name="connsiteX6" fmla="*/ 0 w 165495"/>
                  <a:gd name="connsiteY6" fmla="*/ 409155 h 409155"/>
                  <a:gd name="connsiteX7" fmla="*/ 128207 w 165495"/>
                  <a:gd name="connsiteY7" fmla="*/ 103784 h 409155"/>
                  <a:gd name="connsiteX8" fmla="*/ 140780 w 165495"/>
                  <a:gd name="connsiteY8" fmla="*/ 75971 h 409155"/>
                  <a:gd name="connsiteX9" fmla="*/ 161449 w 165495"/>
                  <a:gd name="connsiteY9" fmla="*/ 45681 h 409155"/>
                  <a:gd name="connsiteX10" fmla="*/ 142494 w 165495"/>
                  <a:gd name="connsiteY10" fmla="*/ 2438 h 409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495" h="409155">
                    <a:moveTo>
                      <a:pt x="142494" y="2438"/>
                    </a:moveTo>
                    <a:cubicBezTo>
                      <a:pt x="135160" y="6057"/>
                      <a:pt x="130969" y="13963"/>
                      <a:pt x="128874" y="21869"/>
                    </a:cubicBezTo>
                    <a:cubicBezTo>
                      <a:pt x="124777" y="37299"/>
                      <a:pt x="127159" y="53778"/>
                      <a:pt x="124587" y="69589"/>
                    </a:cubicBezTo>
                    <a:cubicBezTo>
                      <a:pt x="123158" y="78257"/>
                      <a:pt x="120301" y="86544"/>
                      <a:pt x="117539" y="94830"/>
                    </a:cubicBezTo>
                    <a:cubicBezTo>
                      <a:pt x="106013" y="128263"/>
                      <a:pt x="94488" y="161887"/>
                      <a:pt x="77819" y="193033"/>
                    </a:cubicBezTo>
                    <a:cubicBezTo>
                      <a:pt x="70771" y="206273"/>
                      <a:pt x="62770" y="218941"/>
                      <a:pt x="55721" y="232181"/>
                    </a:cubicBezTo>
                    <a:cubicBezTo>
                      <a:pt x="26384" y="286854"/>
                      <a:pt x="13049" y="348481"/>
                      <a:pt x="0" y="409155"/>
                    </a:cubicBezTo>
                    <a:cubicBezTo>
                      <a:pt x="20003" y="300285"/>
                      <a:pt x="87249" y="206654"/>
                      <a:pt x="128207" y="103784"/>
                    </a:cubicBezTo>
                    <a:cubicBezTo>
                      <a:pt x="132016" y="94354"/>
                      <a:pt x="135541" y="84734"/>
                      <a:pt x="140780" y="75971"/>
                    </a:cubicBezTo>
                    <a:cubicBezTo>
                      <a:pt x="147066" y="65494"/>
                      <a:pt x="155639" y="56445"/>
                      <a:pt x="161449" y="45681"/>
                    </a:cubicBezTo>
                    <a:cubicBezTo>
                      <a:pt x="168402" y="32346"/>
                      <a:pt x="168878" y="-10611"/>
                      <a:pt x="142494" y="2438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9191" name="Graphique 1">
                <a:extLst>
                  <a:ext uri="{FF2B5EF4-FFF2-40B4-BE49-F238E27FC236}">
                    <a16:creationId xmlns:a16="http://schemas.microsoft.com/office/drawing/2014/main" id="{FA75F313-EEB7-4820-8642-2FEE71F1826C}"/>
                  </a:ext>
                </a:extLst>
              </p:cNvPr>
              <p:cNvGrpSpPr/>
              <p:nvPr/>
            </p:nvGrpSpPr>
            <p:grpSpPr>
              <a:xfrm>
                <a:off x="2776289" y="2960372"/>
                <a:ext cx="183806" cy="292724"/>
                <a:chOff x="2776289" y="2960372"/>
                <a:chExt cx="183806" cy="292724"/>
              </a:xfrm>
              <a:solidFill>
                <a:schemeClr val="accent1"/>
              </a:solidFill>
            </p:grpSpPr>
            <p:sp>
              <p:nvSpPr>
                <p:cNvPr id="9339" name="Forme libre : forme 9338">
                  <a:extLst>
                    <a:ext uri="{FF2B5EF4-FFF2-40B4-BE49-F238E27FC236}">
                      <a16:creationId xmlns:a16="http://schemas.microsoft.com/office/drawing/2014/main" id="{137EB765-7860-4BE0-9735-53BED387807C}"/>
                    </a:ext>
                  </a:extLst>
                </p:cNvPr>
                <p:cNvSpPr/>
                <p:nvPr/>
              </p:nvSpPr>
              <p:spPr>
                <a:xfrm>
                  <a:off x="2776289" y="2960372"/>
                  <a:ext cx="183806" cy="292724"/>
                </a:xfrm>
                <a:custGeom>
                  <a:avLst/>
                  <a:gdLst>
                    <a:gd name="connsiteX0" fmla="*/ 91120 w 183806"/>
                    <a:gd name="connsiteY0" fmla="*/ 378 h 292724"/>
                    <a:gd name="connsiteX1" fmla="*/ 30160 w 183806"/>
                    <a:gd name="connsiteY1" fmla="*/ 22476 h 292724"/>
                    <a:gd name="connsiteX2" fmla="*/ 442 w 183806"/>
                    <a:gd name="connsiteY2" fmla="*/ 81245 h 292724"/>
                    <a:gd name="connsiteX3" fmla="*/ 1300 w 183806"/>
                    <a:gd name="connsiteY3" fmla="*/ 90675 h 292724"/>
                    <a:gd name="connsiteX4" fmla="*/ 9301 w 183806"/>
                    <a:gd name="connsiteY4" fmla="*/ 91437 h 292724"/>
                    <a:gd name="connsiteX5" fmla="*/ 2157 w 183806"/>
                    <a:gd name="connsiteY5" fmla="*/ 127156 h 292724"/>
                    <a:gd name="connsiteX6" fmla="*/ 22445 w 183806"/>
                    <a:gd name="connsiteY6" fmla="*/ 154969 h 292724"/>
                    <a:gd name="connsiteX7" fmla="*/ 17397 w 183806"/>
                    <a:gd name="connsiteY7" fmla="*/ 167828 h 292724"/>
                    <a:gd name="connsiteX8" fmla="*/ 27684 w 183806"/>
                    <a:gd name="connsiteY8" fmla="*/ 176972 h 292724"/>
                    <a:gd name="connsiteX9" fmla="*/ 36733 w 183806"/>
                    <a:gd name="connsiteY9" fmla="*/ 216024 h 292724"/>
                    <a:gd name="connsiteX10" fmla="*/ 73690 w 183806"/>
                    <a:gd name="connsiteY10" fmla="*/ 231550 h 292724"/>
                    <a:gd name="connsiteX11" fmla="*/ 66451 w 183806"/>
                    <a:gd name="connsiteY11" fmla="*/ 236598 h 292724"/>
                    <a:gd name="connsiteX12" fmla="*/ 67784 w 183806"/>
                    <a:gd name="connsiteY12" fmla="*/ 244313 h 292724"/>
                    <a:gd name="connsiteX13" fmla="*/ 71499 w 183806"/>
                    <a:gd name="connsiteY13" fmla="*/ 245075 h 292724"/>
                    <a:gd name="connsiteX14" fmla="*/ 81405 w 183806"/>
                    <a:gd name="connsiteY14" fmla="*/ 254696 h 292724"/>
                    <a:gd name="connsiteX15" fmla="*/ 109980 w 183806"/>
                    <a:gd name="connsiteY15" fmla="*/ 280223 h 292724"/>
                    <a:gd name="connsiteX16" fmla="*/ 140555 w 183806"/>
                    <a:gd name="connsiteY16" fmla="*/ 292700 h 292724"/>
                    <a:gd name="connsiteX17" fmla="*/ 153604 w 183806"/>
                    <a:gd name="connsiteY17" fmla="*/ 256982 h 292724"/>
                    <a:gd name="connsiteX18" fmla="*/ 157605 w 183806"/>
                    <a:gd name="connsiteY18" fmla="*/ 247838 h 292724"/>
                    <a:gd name="connsiteX19" fmla="*/ 163891 w 183806"/>
                    <a:gd name="connsiteY19" fmla="*/ 239360 h 292724"/>
                    <a:gd name="connsiteX20" fmla="*/ 182465 w 183806"/>
                    <a:gd name="connsiteY20" fmla="*/ 193545 h 292724"/>
                    <a:gd name="connsiteX21" fmla="*/ 177036 w 183806"/>
                    <a:gd name="connsiteY21" fmla="*/ 170875 h 292724"/>
                    <a:gd name="connsiteX22" fmla="*/ 183799 w 183806"/>
                    <a:gd name="connsiteY22" fmla="*/ 157445 h 292724"/>
                    <a:gd name="connsiteX23" fmla="*/ 173131 w 183806"/>
                    <a:gd name="connsiteY23" fmla="*/ 151064 h 292724"/>
                    <a:gd name="connsiteX24" fmla="*/ 169035 w 183806"/>
                    <a:gd name="connsiteY24" fmla="*/ 79626 h 292724"/>
                    <a:gd name="connsiteX25" fmla="*/ 153985 w 183806"/>
                    <a:gd name="connsiteY25" fmla="*/ 67720 h 292724"/>
                    <a:gd name="connsiteX26" fmla="*/ 142175 w 183806"/>
                    <a:gd name="connsiteY26" fmla="*/ 53623 h 292724"/>
                    <a:gd name="connsiteX27" fmla="*/ 132935 w 183806"/>
                    <a:gd name="connsiteY27" fmla="*/ 22381 h 292724"/>
                    <a:gd name="connsiteX28" fmla="*/ 91120 w 183806"/>
                    <a:gd name="connsiteY28" fmla="*/ 378 h 29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3806" h="292724">
                      <a:moveTo>
                        <a:pt x="91120" y="378"/>
                      </a:moveTo>
                      <a:cubicBezTo>
                        <a:pt x="68927" y="-2003"/>
                        <a:pt x="46258" y="7046"/>
                        <a:pt x="30160" y="22476"/>
                      </a:cubicBezTo>
                      <a:cubicBezTo>
                        <a:pt x="14063" y="37907"/>
                        <a:pt x="4157" y="59242"/>
                        <a:pt x="442" y="81245"/>
                      </a:cubicBezTo>
                      <a:cubicBezTo>
                        <a:pt x="-129" y="84389"/>
                        <a:pt x="-415" y="87913"/>
                        <a:pt x="1300" y="90675"/>
                      </a:cubicBezTo>
                      <a:cubicBezTo>
                        <a:pt x="3014" y="93437"/>
                        <a:pt x="7682" y="94199"/>
                        <a:pt x="9301" y="91437"/>
                      </a:cubicBezTo>
                      <a:cubicBezTo>
                        <a:pt x="5300" y="102962"/>
                        <a:pt x="1204" y="114964"/>
                        <a:pt x="2157" y="127156"/>
                      </a:cubicBezTo>
                      <a:cubicBezTo>
                        <a:pt x="3109" y="139348"/>
                        <a:pt x="10539" y="151921"/>
                        <a:pt x="22445" y="154969"/>
                      </a:cubicBezTo>
                      <a:cubicBezTo>
                        <a:pt x="18350" y="157636"/>
                        <a:pt x="16254" y="163065"/>
                        <a:pt x="17397" y="167828"/>
                      </a:cubicBezTo>
                      <a:cubicBezTo>
                        <a:pt x="18540" y="172590"/>
                        <a:pt x="22826" y="176400"/>
                        <a:pt x="27684" y="176972"/>
                      </a:cubicBezTo>
                      <a:cubicBezTo>
                        <a:pt x="24350" y="190402"/>
                        <a:pt x="27779" y="205451"/>
                        <a:pt x="36733" y="216024"/>
                      </a:cubicBezTo>
                      <a:cubicBezTo>
                        <a:pt x="45686" y="226597"/>
                        <a:pt x="59878" y="232598"/>
                        <a:pt x="73690" y="231550"/>
                      </a:cubicBezTo>
                      <a:cubicBezTo>
                        <a:pt x="71023" y="232788"/>
                        <a:pt x="68165" y="234122"/>
                        <a:pt x="66451" y="236598"/>
                      </a:cubicBezTo>
                      <a:cubicBezTo>
                        <a:pt x="64736" y="239074"/>
                        <a:pt x="65117" y="243075"/>
                        <a:pt x="67784" y="244313"/>
                      </a:cubicBezTo>
                      <a:cubicBezTo>
                        <a:pt x="68927" y="244885"/>
                        <a:pt x="70261" y="244790"/>
                        <a:pt x="71499" y="245075"/>
                      </a:cubicBezTo>
                      <a:cubicBezTo>
                        <a:pt x="76166" y="246028"/>
                        <a:pt x="78738" y="250790"/>
                        <a:pt x="81405" y="254696"/>
                      </a:cubicBezTo>
                      <a:cubicBezTo>
                        <a:pt x="88549" y="265364"/>
                        <a:pt x="99407" y="272983"/>
                        <a:pt x="109980" y="280223"/>
                      </a:cubicBezTo>
                      <a:cubicBezTo>
                        <a:pt x="119219" y="286604"/>
                        <a:pt x="129316" y="293176"/>
                        <a:pt x="140555" y="292700"/>
                      </a:cubicBezTo>
                      <a:cubicBezTo>
                        <a:pt x="144937" y="280794"/>
                        <a:pt x="149223" y="268888"/>
                        <a:pt x="153604" y="256982"/>
                      </a:cubicBezTo>
                      <a:cubicBezTo>
                        <a:pt x="154748" y="253838"/>
                        <a:pt x="155891" y="250695"/>
                        <a:pt x="157605" y="247838"/>
                      </a:cubicBezTo>
                      <a:cubicBezTo>
                        <a:pt x="159415" y="244790"/>
                        <a:pt x="161701" y="242123"/>
                        <a:pt x="163891" y="239360"/>
                      </a:cubicBezTo>
                      <a:cubicBezTo>
                        <a:pt x="173893" y="226121"/>
                        <a:pt x="178941" y="209738"/>
                        <a:pt x="182465" y="193545"/>
                      </a:cubicBezTo>
                      <a:cubicBezTo>
                        <a:pt x="184275" y="185354"/>
                        <a:pt x="184561" y="174590"/>
                        <a:pt x="177036" y="170875"/>
                      </a:cubicBezTo>
                      <a:cubicBezTo>
                        <a:pt x="180465" y="167065"/>
                        <a:pt x="183989" y="162589"/>
                        <a:pt x="183799" y="157445"/>
                      </a:cubicBezTo>
                      <a:cubicBezTo>
                        <a:pt x="183513" y="152302"/>
                        <a:pt x="177036" y="147730"/>
                        <a:pt x="173131" y="151064"/>
                      </a:cubicBezTo>
                      <a:cubicBezTo>
                        <a:pt x="182084" y="128204"/>
                        <a:pt x="180560" y="101343"/>
                        <a:pt x="169035" y="79626"/>
                      </a:cubicBezTo>
                      <a:cubicBezTo>
                        <a:pt x="165892" y="73721"/>
                        <a:pt x="160748" y="67434"/>
                        <a:pt x="153985" y="67720"/>
                      </a:cubicBezTo>
                      <a:cubicBezTo>
                        <a:pt x="157319" y="67529"/>
                        <a:pt x="154652" y="48098"/>
                        <a:pt x="142175" y="53623"/>
                      </a:cubicBezTo>
                      <a:cubicBezTo>
                        <a:pt x="142936" y="40097"/>
                        <a:pt x="142365" y="32668"/>
                        <a:pt x="132935" y="22381"/>
                      </a:cubicBezTo>
                      <a:cubicBezTo>
                        <a:pt x="121886" y="10284"/>
                        <a:pt x="107503" y="2092"/>
                        <a:pt x="91120" y="378"/>
                      </a:cubicBezTo>
                      <a:close/>
                    </a:path>
                  </a:pathLst>
                </a:custGeom>
                <a:solidFill>
                  <a:srgbClr val="F4D33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40" name="Forme libre : forme 9339">
                  <a:extLst>
                    <a:ext uri="{FF2B5EF4-FFF2-40B4-BE49-F238E27FC236}">
                      <a16:creationId xmlns:a16="http://schemas.microsoft.com/office/drawing/2014/main" id="{C61AEF89-7038-49A4-8516-310F28248024}"/>
                    </a:ext>
                  </a:extLst>
                </p:cNvPr>
                <p:cNvSpPr/>
                <p:nvPr/>
              </p:nvSpPr>
              <p:spPr>
                <a:xfrm>
                  <a:off x="2776289" y="2960372"/>
                  <a:ext cx="183806" cy="292724"/>
                </a:xfrm>
                <a:custGeom>
                  <a:avLst/>
                  <a:gdLst>
                    <a:gd name="connsiteX0" fmla="*/ 91120 w 183806"/>
                    <a:gd name="connsiteY0" fmla="*/ 378 h 292724"/>
                    <a:gd name="connsiteX1" fmla="*/ 30160 w 183806"/>
                    <a:gd name="connsiteY1" fmla="*/ 22476 h 292724"/>
                    <a:gd name="connsiteX2" fmla="*/ 442 w 183806"/>
                    <a:gd name="connsiteY2" fmla="*/ 81245 h 292724"/>
                    <a:gd name="connsiteX3" fmla="*/ 1300 w 183806"/>
                    <a:gd name="connsiteY3" fmla="*/ 90675 h 292724"/>
                    <a:gd name="connsiteX4" fmla="*/ 9301 w 183806"/>
                    <a:gd name="connsiteY4" fmla="*/ 91437 h 292724"/>
                    <a:gd name="connsiteX5" fmla="*/ 2157 w 183806"/>
                    <a:gd name="connsiteY5" fmla="*/ 127156 h 292724"/>
                    <a:gd name="connsiteX6" fmla="*/ 22445 w 183806"/>
                    <a:gd name="connsiteY6" fmla="*/ 154969 h 292724"/>
                    <a:gd name="connsiteX7" fmla="*/ 17397 w 183806"/>
                    <a:gd name="connsiteY7" fmla="*/ 167828 h 292724"/>
                    <a:gd name="connsiteX8" fmla="*/ 27684 w 183806"/>
                    <a:gd name="connsiteY8" fmla="*/ 176972 h 292724"/>
                    <a:gd name="connsiteX9" fmla="*/ 36733 w 183806"/>
                    <a:gd name="connsiteY9" fmla="*/ 216024 h 292724"/>
                    <a:gd name="connsiteX10" fmla="*/ 73690 w 183806"/>
                    <a:gd name="connsiteY10" fmla="*/ 231550 h 292724"/>
                    <a:gd name="connsiteX11" fmla="*/ 66451 w 183806"/>
                    <a:gd name="connsiteY11" fmla="*/ 236598 h 292724"/>
                    <a:gd name="connsiteX12" fmla="*/ 67784 w 183806"/>
                    <a:gd name="connsiteY12" fmla="*/ 244313 h 292724"/>
                    <a:gd name="connsiteX13" fmla="*/ 71499 w 183806"/>
                    <a:gd name="connsiteY13" fmla="*/ 245075 h 292724"/>
                    <a:gd name="connsiteX14" fmla="*/ 81405 w 183806"/>
                    <a:gd name="connsiteY14" fmla="*/ 254696 h 292724"/>
                    <a:gd name="connsiteX15" fmla="*/ 109980 w 183806"/>
                    <a:gd name="connsiteY15" fmla="*/ 280223 h 292724"/>
                    <a:gd name="connsiteX16" fmla="*/ 140555 w 183806"/>
                    <a:gd name="connsiteY16" fmla="*/ 292700 h 292724"/>
                    <a:gd name="connsiteX17" fmla="*/ 153604 w 183806"/>
                    <a:gd name="connsiteY17" fmla="*/ 256982 h 292724"/>
                    <a:gd name="connsiteX18" fmla="*/ 157605 w 183806"/>
                    <a:gd name="connsiteY18" fmla="*/ 247838 h 292724"/>
                    <a:gd name="connsiteX19" fmla="*/ 163891 w 183806"/>
                    <a:gd name="connsiteY19" fmla="*/ 239360 h 292724"/>
                    <a:gd name="connsiteX20" fmla="*/ 182465 w 183806"/>
                    <a:gd name="connsiteY20" fmla="*/ 193545 h 292724"/>
                    <a:gd name="connsiteX21" fmla="*/ 177036 w 183806"/>
                    <a:gd name="connsiteY21" fmla="*/ 170875 h 292724"/>
                    <a:gd name="connsiteX22" fmla="*/ 183799 w 183806"/>
                    <a:gd name="connsiteY22" fmla="*/ 157445 h 292724"/>
                    <a:gd name="connsiteX23" fmla="*/ 173131 w 183806"/>
                    <a:gd name="connsiteY23" fmla="*/ 151064 h 292724"/>
                    <a:gd name="connsiteX24" fmla="*/ 169035 w 183806"/>
                    <a:gd name="connsiteY24" fmla="*/ 79626 h 292724"/>
                    <a:gd name="connsiteX25" fmla="*/ 153985 w 183806"/>
                    <a:gd name="connsiteY25" fmla="*/ 67720 h 292724"/>
                    <a:gd name="connsiteX26" fmla="*/ 142175 w 183806"/>
                    <a:gd name="connsiteY26" fmla="*/ 53623 h 292724"/>
                    <a:gd name="connsiteX27" fmla="*/ 132935 w 183806"/>
                    <a:gd name="connsiteY27" fmla="*/ 22381 h 292724"/>
                    <a:gd name="connsiteX28" fmla="*/ 91120 w 183806"/>
                    <a:gd name="connsiteY28" fmla="*/ 378 h 29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3806" h="292724">
                      <a:moveTo>
                        <a:pt x="91120" y="378"/>
                      </a:moveTo>
                      <a:cubicBezTo>
                        <a:pt x="68927" y="-2003"/>
                        <a:pt x="46258" y="7046"/>
                        <a:pt x="30160" y="22476"/>
                      </a:cubicBezTo>
                      <a:cubicBezTo>
                        <a:pt x="14063" y="37907"/>
                        <a:pt x="4157" y="59242"/>
                        <a:pt x="442" y="81245"/>
                      </a:cubicBezTo>
                      <a:cubicBezTo>
                        <a:pt x="-129" y="84389"/>
                        <a:pt x="-415" y="87913"/>
                        <a:pt x="1300" y="90675"/>
                      </a:cubicBezTo>
                      <a:cubicBezTo>
                        <a:pt x="3014" y="93437"/>
                        <a:pt x="7682" y="94199"/>
                        <a:pt x="9301" y="91437"/>
                      </a:cubicBezTo>
                      <a:cubicBezTo>
                        <a:pt x="5300" y="102962"/>
                        <a:pt x="1204" y="114964"/>
                        <a:pt x="2157" y="127156"/>
                      </a:cubicBezTo>
                      <a:cubicBezTo>
                        <a:pt x="3109" y="139348"/>
                        <a:pt x="10539" y="151921"/>
                        <a:pt x="22445" y="154969"/>
                      </a:cubicBezTo>
                      <a:cubicBezTo>
                        <a:pt x="18350" y="157636"/>
                        <a:pt x="16254" y="163065"/>
                        <a:pt x="17397" y="167828"/>
                      </a:cubicBezTo>
                      <a:cubicBezTo>
                        <a:pt x="18540" y="172590"/>
                        <a:pt x="22826" y="176400"/>
                        <a:pt x="27684" y="176972"/>
                      </a:cubicBezTo>
                      <a:cubicBezTo>
                        <a:pt x="24350" y="190402"/>
                        <a:pt x="27779" y="205451"/>
                        <a:pt x="36733" y="216024"/>
                      </a:cubicBezTo>
                      <a:cubicBezTo>
                        <a:pt x="45686" y="226597"/>
                        <a:pt x="59878" y="232598"/>
                        <a:pt x="73690" y="231550"/>
                      </a:cubicBezTo>
                      <a:cubicBezTo>
                        <a:pt x="71023" y="232788"/>
                        <a:pt x="68165" y="234122"/>
                        <a:pt x="66451" y="236598"/>
                      </a:cubicBezTo>
                      <a:cubicBezTo>
                        <a:pt x="64736" y="239074"/>
                        <a:pt x="65117" y="243075"/>
                        <a:pt x="67784" y="244313"/>
                      </a:cubicBezTo>
                      <a:cubicBezTo>
                        <a:pt x="68927" y="244885"/>
                        <a:pt x="70261" y="244790"/>
                        <a:pt x="71499" y="245075"/>
                      </a:cubicBezTo>
                      <a:cubicBezTo>
                        <a:pt x="76166" y="246028"/>
                        <a:pt x="78738" y="250790"/>
                        <a:pt x="81405" y="254696"/>
                      </a:cubicBezTo>
                      <a:cubicBezTo>
                        <a:pt x="88549" y="265364"/>
                        <a:pt x="99407" y="272983"/>
                        <a:pt x="109980" y="280223"/>
                      </a:cubicBezTo>
                      <a:cubicBezTo>
                        <a:pt x="119219" y="286604"/>
                        <a:pt x="129316" y="293176"/>
                        <a:pt x="140555" y="292700"/>
                      </a:cubicBezTo>
                      <a:cubicBezTo>
                        <a:pt x="144937" y="280794"/>
                        <a:pt x="149223" y="268888"/>
                        <a:pt x="153604" y="256982"/>
                      </a:cubicBezTo>
                      <a:cubicBezTo>
                        <a:pt x="154748" y="253838"/>
                        <a:pt x="155891" y="250695"/>
                        <a:pt x="157605" y="247838"/>
                      </a:cubicBezTo>
                      <a:cubicBezTo>
                        <a:pt x="159415" y="244790"/>
                        <a:pt x="161701" y="242123"/>
                        <a:pt x="163891" y="239360"/>
                      </a:cubicBezTo>
                      <a:cubicBezTo>
                        <a:pt x="173893" y="226121"/>
                        <a:pt x="178941" y="209738"/>
                        <a:pt x="182465" y="193545"/>
                      </a:cubicBezTo>
                      <a:cubicBezTo>
                        <a:pt x="184275" y="185354"/>
                        <a:pt x="184561" y="174590"/>
                        <a:pt x="177036" y="170875"/>
                      </a:cubicBezTo>
                      <a:cubicBezTo>
                        <a:pt x="180465" y="167065"/>
                        <a:pt x="183989" y="162589"/>
                        <a:pt x="183799" y="157445"/>
                      </a:cubicBezTo>
                      <a:cubicBezTo>
                        <a:pt x="183513" y="152302"/>
                        <a:pt x="177036" y="147730"/>
                        <a:pt x="173131" y="151064"/>
                      </a:cubicBezTo>
                      <a:cubicBezTo>
                        <a:pt x="182084" y="128204"/>
                        <a:pt x="180560" y="101343"/>
                        <a:pt x="169035" y="79626"/>
                      </a:cubicBezTo>
                      <a:cubicBezTo>
                        <a:pt x="165892" y="73721"/>
                        <a:pt x="160748" y="67434"/>
                        <a:pt x="153985" y="67720"/>
                      </a:cubicBezTo>
                      <a:cubicBezTo>
                        <a:pt x="157319" y="67529"/>
                        <a:pt x="154652" y="48098"/>
                        <a:pt x="142175" y="53623"/>
                      </a:cubicBezTo>
                      <a:cubicBezTo>
                        <a:pt x="142936" y="40097"/>
                        <a:pt x="142365" y="32668"/>
                        <a:pt x="132935" y="22381"/>
                      </a:cubicBezTo>
                      <a:cubicBezTo>
                        <a:pt x="121886" y="10284"/>
                        <a:pt x="107503" y="2092"/>
                        <a:pt x="91120" y="378"/>
                      </a:cubicBezTo>
                      <a:close/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41" name="Forme libre : forme 9340">
                  <a:extLst>
                    <a:ext uri="{FF2B5EF4-FFF2-40B4-BE49-F238E27FC236}">
                      <a16:creationId xmlns:a16="http://schemas.microsoft.com/office/drawing/2014/main" id="{386FB936-4B1B-4691-A1BC-12D95FCAA764}"/>
                    </a:ext>
                  </a:extLst>
                </p:cNvPr>
                <p:cNvSpPr/>
                <p:nvPr/>
              </p:nvSpPr>
              <p:spPr>
                <a:xfrm>
                  <a:off x="2785590" y="3013995"/>
                  <a:ext cx="132778" cy="37814"/>
                </a:xfrm>
                <a:custGeom>
                  <a:avLst/>
                  <a:gdLst>
                    <a:gd name="connsiteX0" fmla="*/ 132779 w 132778"/>
                    <a:gd name="connsiteY0" fmla="*/ 0 h 37814"/>
                    <a:gd name="connsiteX1" fmla="*/ 74867 w 132778"/>
                    <a:gd name="connsiteY1" fmla="*/ 12763 h 37814"/>
                    <a:gd name="connsiteX2" fmla="*/ 0 w 132778"/>
                    <a:gd name="connsiteY2" fmla="*/ 37814 h 37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2778" h="37814">
                      <a:moveTo>
                        <a:pt x="132779" y="0"/>
                      </a:moveTo>
                      <a:cubicBezTo>
                        <a:pt x="132779" y="0"/>
                        <a:pt x="105728" y="8096"/>
                        <a:pt x="74867" y="12763"/>
                      </a:cubicBezTo>
                      <a:cubicBezTo>
                        <a:pt x="44005" y="17431"/>
                        <a:pt x="14573" y="22098"/>
                        <a:pt x="0" y="37814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42" name="Forme libre : forme 9341">
                  <a:extLst>
                    <a:ext uri="{FF2B5EF4-FFF2-40B4-BE49-F238E27FC236}">
                      <a16:creationId xmlns:a16="http://schemas.microsoft.com/office/drawing/2014/main" id="{CF705D40-8362-4238-9E02-A9FDC4803284}"/>
                    </a:ext>
                  </a:extLst>
                </p:cNvPr>
                <p:cNvSpPr/>
                <p:nvPr/>
              </p:nvSpPr>
              <p:spPr>
                <a:xfrm>
                  <a:off x="2798734" y="3027997"/>
                  <a:ext cx="131444" cy="87344"/>
                </a:xfrm>
                <a:custGeom>
                  <a:avLst/>
                  <a:gdLst>
                    <a:gd name="connsiteX0" fmla="*/ 0 w 131444"/>
                    <a:gd name="connsiteY0" fmla="*/ 87344 h 87344"/>
                    <a:gd name="connsiteX1" fmla="*/ 51816 w 131444"/>
                    <a:gd name="connsiteY1" fmla="*/ 54959 h 87344"/>
                    <a:gd name="connsiteX2" fmla="*/ 131445 w 131444"/>
                    <a:gd name="connsiteY2" fmla="*/ 0 h 87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1444" h="87344">
                      <a:moveTo>
                        <a:pt x="0" y="87344"/>
                      </a:moveTo>
                      <a:cubicBezTo>
                        <a:pt x="0" y="87344"/>
                        <a:pt x="32004" y="68485"/>
                        <a:pt x="51816" y="54959"/>
                      </a:cubicBezTo>
                      <a:cubicBezTo>
                        <a:pt x="71628" y="41529"/>
                        <a:pt x="127159" y="1714"/>
                        <a:pt x="131445" y="0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43" name="Forme libre : forme 9342">
                  <a:extLst>
                    <a:ext uri="{FF2B5EF4-FFF2-40B4-BE49-F238E27FC236}">
                      <a16:creationId xmlns:a16="http://schemas.microsoft.com/office/drawing/2014/main" id="{8A2D66F4-1582-437B-98E8-1536DCB72459}"/>
                    </a:ext>
                  </a:extLst>
                </p:cNvPr>
                <p:cNvSpPr/>
                <p:nvPr/>
              </p:nvSpPr>
              <p:spPr>
                <a:xfrm>
                  <a:off x="2803878" y="3111341"/>
                  <a:ext cx="145446" cy="26098"/>
                </a:xfrm>
                <a:custGeom>
                  <a:avLst/>
                  <a:gdLst>
                    <a:gd name="connsiteX0" fmla="*/ 145447 w 145446"/>
                    <a:gd name="connsiteY0" fmla="*/ 0 h 26098"/>
                    <a:gd name="connsiteX1" fmla="*/ 43434 w 145446"/>
                    <a:gd name="connsiteY1" fmla="*/ 14859 h 26098"/>
                    <a:gd name="connsiteX2" fmla="*/ 0 w 145446"/>
                    <a:gd name="connsiteY2" fmla="*/ 26099 h 26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446" h="26098">
                      <a:moveTo>
                        <a:pt x="145447" y="0"/>
                      </a:moveTo>
                      <a:cubicBezTo>
                        <a:pt x="145447" y="0"/>
                        <a:pt x="59722" y="12859"/>
                        <a:pt x="43434" y="14859"/>
                      </a:cubicBezTo>
                      <a:cubicBezTo>
                        <a:pt x="27146" y="16859"/>
                        <a:pt x="0" y="26099"/>
                        <a:pt x="0" y="26099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44" name="Forme libre : forme 9343">
                  <a:extLst>
                    <a:ext uri="{FF2B5EF4-FFF2-40B4-BE49-F238E27FC236}">
                      <a16:creationId xmlns:a16="http://schemas.microsoft.com/office/drawing/2014/main" id="{7D11B4FF-EF5B-40E0-9DEB-A4365985708A}"/>
                    </a:ext>
                  </a:extLst>
                </p:cNvPr>
                <p:cNvSpPr/>
                <p:nvPr/>
              </p:nvSpPr>
              <p:spPr>
                <a:xfrm>
                  <a:off x="2850074" y="3131153"/>
                  <a:ext cx="103250" cy="60769"/>
                </a:xfrm>
                <a:custGeom>
                  <a:avLst/>
                  <a:gdLst>
                    <a:gd name="connsiteX0" fmla="*/ 103251 w 103250"/>
                    <a:gd name="connsiteY0" fmla="*/ 0 h 60769"/>
                    <a:gd name="connsiteX1" fmla="*/ 44101 w 103250"/>
                    <a:gd name="connsiteY1" fmla="*/ 36576 h 60769"/>
                    <a:gd name="connsiteX2" fmla="*/ 0 w 103250"/>
                    <a:gd name="connsiteY2" fmla="*/ 60769 h 60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3250" h="60769">
                      <a:moveTo>
                        <a:pt x="103251" y="0"/>
                      </a:moveTo>
                      <a:cubicBezTo>
                        <a:pt x="103251" y="0"/>
                        <a:pt x="56769" y="30289"/>
                        <a:pt x="44101" y="36576"/>
                      </a:cubicBezTo>
                      <a:cubicBezTo>
                        <a:pt x="31432" y="42958"/>
                        <a:pt x="0" y="60769"/>
                        <a:pt x="0" y="60769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45" name="Forme libre : forme 9344">
                  <a:extLst>
                    <a:ext uri="{FF2B5EF4-FFF2-40B4-BE49-F238E27FC236}">
                      <a16:creationId xmlns:a16="http://schemas.microsoft.com/office/drawing/2014/main" id="{928730C4-EC5A-4524-B334-CD079408E53B}"/>
                    </a:ext>
                  </a:extLst>
                </p:cNvPr>
                <p:cNvSpPr/>
                <p:nvPr/>
              </p:nvSpPr>
              <p:spPr>
                <a:xfrm>
                  <a:off x="2847884" y="3205448"/>
                  <a:ext cx="86201" cy="1992"/>
                </a:xfrm>
                <a:custGeom>
                  <a:avLst/>
                  <a:gdLst>
                    <a:gd name="connsiteX0" fmla="*/ 0 w 86201"/>
                    <a:gd name="connsiteY0" fmla="*/ 0 h 1992"/>
                    <a:gd name="connsiteX1" fmla="*/ 86201 w 86201"/>
                    <a:gd name="connsiteY1" fmla="*/ 286 h 1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6201" h="1992">
                      <a:moveTo>
                        <a:pt x="0" y="0"/>
                      </a:moveTo>
                      <a:cubicBezTo>
                        <a:pt x="0" y="0"/>
                        <a:pt x="45815" y="4286"/>
                        <a:pt x="86201" y="286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46" name="Forme libre : forme 9345">
                  <a:extLst>
                    <a:ext uri="{FF2B5EF4-FFF2-40B4-BE49-F238E27FC236}">
                      <a16:creationId xmlns:a16="http://schemas.microsoft.com/office/drawing/2014/main" id="{9939A643-2F99-4AEE-9F51-65404FAE7D00}"/>
                    </a:ext>
                  </a:extLst>
                </p:cNvPr>
                <p:cNvSpPr/>
                <p:nvPr/>
              </p:nvSpPr>
              <p:spPr>
                <a:xfrm>
                  <a:off x="2851313" y="2987230"/>
                  <a:ext cx="24955" cy="11811"/>
                </a:xfrm>
                <a:custGeom>
                  <a:avLst/>
                  <a:gdLst>
                    <a:gd name="connsiteX0" fmla="*/ 24956 w 24955"/>
                    <a:gd name="connsiteY0" fmla="*/ 5905 h 11811"/>
                    <a:gd name="connsiteX1" fmla="*/ 12478 w 24955"/>
                    <a:gd name="connsiteY1" fmla="*/ 11811 h 11811"/>
                    <a:gd name="connsiteX2" fmla="*/ 0 w 24955"/>
                    <a:gd name="connsiteY2" fmla="*/ 5905 h 11811"/>
                    <a:gd name="connsiteX3" fmla="*/ 12478 w 24955"/>
                    <a:gd name="connsiteY3" fmla="*/ 0 h 11811"/>
                    <a:gd name="connsiteX4" fmla="*/ 24956 w 24955"/>
                    <a:gd name="connsiteY4" fmla="*/ 5905 h 11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55" h="11811">
                      <a:moveTo>
                        <a:pt x="24956" y="5905"/>
                      </a:moveTo>
                      <a:cubicBezTo>
                        <a:pt x="24956" y="9167"/>
                        <a:pt x="19369" y="11811"/>
                        <a:pt x="12478" y="11811"/>
                      </a:cubicBezTo>
                      <a:cubicBezTo>
                        <a:pt x="5587" y="11811"/>
                        <a:pt x="0" y="9167"/>
                        <a:pt x="0" y="5905"/>
                      </a:cubicBezTo>
                      <a:cubicBezTo>
                        <a:pt x="0" y="2644"/>
                        <a:pt x="5587" y="0"/>
                        <a:pt x="12478" y="0"/>
                      </a:cubicBezTo>
                      <a:cubicBezTo>
                        <a:pt x="19369" y="0"/>
                        <a:pt x="24956" y="2644"/>
                        <a:pt x="24956" y="5905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47" name="Forme libre : forme 9346">
                  <a:extLst>
                    <a:ext uri="{FF2B5EF4-FFF2-40B4-BE49-F238E27FC236}">
                      <a16:creationId xmlns:a16="http://schemas.microsoft.com/office/drawing/2014/main" id="{002A6F6E-F52B-4C9D-93C4-6F00024E6BA7}"/>
                    </a:ext>
                  </a:extLst>
                </p:cNvPr>
                <p:cNvSpPr/>
                <p:nvPr/>
              </p:nvSpPr>
              <p:spPr>
                <a:xfrm rot="-1593903">
                  <a:off x="2796589" y="3066607"/>
                  <a:ext cx="24573" cy="12763"/>
                </a:xfrm>
                <a:custGeom>
                  <a:avLst/>
                  <a:gdLst>
                    <a:gd name="connsiteX0" fmla="*/ 24574 w 24573"/>
                    <a:gd name="connsiteY0" fmla="*/ 6382 h 12763"/>
                    <a:gd name="connsiteX1" fmla="*/ 12287 w 24573"/>
                    <a:gd name="connsiteY1" fmla="*/ 12763 h 12763"/>
                    <a:gd name="connsiteX2" fmla="*/ 0 w 24573"/>
                    <a:gd name="connsiteY2" fmla="*/ 6382 h 12763"/>
                    <a:gd name="connsiteX3" fmla="*/ 12287 w 24573"/>
                    <a:gd name="connsiteY3" fmla="*/ 0 h 12763"/>
                    <a:gd name="connsiteX4" fmla="*/ 24574 w 24573"/>
                    <a:gd name="connsiteY4" fmla="*/ 6382 h 12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73" h="12763">
                      <a:moveTo>
                        <a:pt x="24574" y="6382"/>
                      </a:moveTo>
                      <a:cubicBezTo>
                        <a:pt x="24574" y="9906"/>
                        <a:pt x="19073" y="12763"/>
                        <a:pt x="12287" y="12763"/>
                      </a:cubicBezTo>
                      <a:cubicBezTo>
                        <a:pt x="5501" y="12763"/>
                        <a:pt x="0" y="9906"/>
                        <a:pt x="0" y="6382"/>
                      </a:cubicBezTo>
                      <a:cubicBezTo>
                        <a:pt x="0" y="2857"/>
                        <a:pt x="5501" y="0"/>
                        <a:pt x="12287" y="0"/>
                      </a:cubicBezTo>
                      <a:cubicBezTo>
                        <a:pt x="19072" y="0"/>
                        <a:pt x="24574" y="2857"/>
                        <a:pt x="24574" y="6382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48" name="Forme libre : forme 9347">
                  <a:extLst>
                    <a:ext uri="{FF2B5EF4-FFF2-40B4-BE49-F238E27FC236}">
                      <a16:creationId xmlns:a16="http://schemas.microsoft.com/office/drawing/2014/main" id="{1A7F5E89-BA02-4ED6-B31A-FC5E7844B5DC}"/>
                    </a:ext>
                  </a:extLst>
                </p:cNvPr>
                <p:cNvSpPr/>
                <p:nvPr/>
              </p:nvSpPr>
              <p:spPr>
                <a:xfrm>
                  <a:off x="2903224" y="3073907"/>
                  <a:ext cx="26860" cy="15430"/>
                </a:xfrm>
                <a:custGeom>
                  <a:avLst/>
                  <a:gdLst>
                    <a:gd name="connsiteX0" fmla="*/ 26861 w 26860"/>
                    <a:gd name="connsiteY0" fmla="*/ 7715 h 15430"/>
                    <a:gd name="connsiteX1" fmla="*/ 13430 w 26860"/>
                    <a:gd name="connsiteY1" fmla="*/ 15430 h 15430"/>
                    <a:gd name="connsiteX2" fmla="*/ 0 w 26860"/>
                    <a:gd name="connsiteY2" fmla="*/ 7715 h 15430"/>
                    <a:gd name="connsiteX3" fmla="*/ 13430 w 26860"/>
                    <a:gd name="connsiteY3" fmla="*/ 0 h 15430"/>
                    <a:gd name="connsiteX4" fmla="*/ 26861 w 26860"/>
                    <a:gd name="connsiteY4" fmla="*/ 7715 h 15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860" h="15430">
                      <a:moveTo>
                        <a:pt x="26861" y="7715"/>
                      </a:moveTo>
                      <a:cubicBezTo>
                        <a:pt x="26861" y="11976"/>
                        <a:pt x="20848" y="15430"/>
                        <a:pt x="13430" y="15430"/>
                      </a:cubicBezTo>
                      <a:cubicBezTo>
                        <a:pt x="6013" y="15430"/>
                        <a:pt x="0" y="11976"/>
                        <a:pt x="0" y="7715"/>
                      </a:cubicBezTo>
                      <a:cubicBezTo>
                        <a:pt x="0" y="3454"/>
                        <a:pt x="6013" y="0"/>
                        <a:pt x="13430" y="0"/>
                      </a:cubicBezTo>
                      <a:cubicBezTo>
                        <a:pt x="20848" y="0"/>
                        <a:pt x="26861" y="3454"/>
                        <a:pt x="26861" y="7715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49" name="Forme libre : forme 9348">
                  <a:extLst>
                    <a:ext uri="{FF2B5EF4-FFF2-40B4-BE49-F238E27FC236}">
                      <a16:creationId xmlns:a16="http://schemas.microsoft.com/office/drawing/2014/main" id="{B38057CE-0E54-4009-9C61-21E3F33BA50A}"/>
                    </a:ext>
                  </a:extLst>
                </p:cNvPr>
                <p:cNvSpPr/>
                <p:nvPr/>
              </p:nvSpPr>
              <p:spPr>
                <a:xfrm>
                  <a:off x="2831120" y="3151441"/>
                  <a:ext cx="19812" cy="13144"/>
                </a:xfrm>
                <a:custGeom>
                  <a:avLst/>
                  <a:gdLst>
                    <a:gd name="connsiteX0" fmla="*/ 19812 w 19812"/>
                    <a:gd name="connsiteY0" fmla="*/ 6572 h 13144"/>
                    <a:gd name="connsiteX1" fmla="*/ 9906 w 19812"/>
                    <a:gd name="connsiteY1" fmla="*/ 13144 h 13144"/>
                    <a:gd name="connsiteX2" fmla="*/ 0 w 19812"/>
                    <a:gd name="connsiteY2" fmla="*/ 6572 h 13144"/>
                    <a:gd name="connsiteX3" fmla="*/ 9906 w 19812"/>
                    <a:gd name="connsiteY3" fmla="*/ 0 h 13144"/>
                    <a:gd name="connsiteX4" fmla="*/ 19812 w 19812"/>
                    <a:gd name="connsiteY4" fmla="*/ 6572 h 1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12" h="13144">
                      <a:moveTo>
                        <a:pt x="19812" y="6572"/>
                      </a:moveTo>
                      <a:cubicBezTo>
                        <a:pt x="19812" y="10202"/>
                        <a:pt x="15377" y="13144"/>
                        <a:pt x="9906" y="13144"/>
                      </a:cubicBezTo>
                      <a:cubicBezTo>
                        <a:pt x="4435" y="13144"/>
                        <a:pt x="0" y="10202"/>
                        <a:pt x="0" y="6572"/>
                      </a:cubicBezTo>
                      <a:cubicBezTo>
                        <a:pt x="0" y="2942"/>
                        <a:pt x="4435" y="0"/>
                        <a:pt x="9906" y="0"/>
                      </a:cubicBezTo>
                      <a:cubicBezTo>
                        <a:pt x="15377" y="0"/>
                        <a:pt x="19812" y="2942"/>
                        <a:pt x="19812" y="6572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50" name="Forme libre : forme 9349">
                  <a:extLst>
                    <a:ext uri="{FF2B5EF4-FFF2-40B4-BE49-F238E27FC236}">
                      <a16:creationId xmlns:a16="http://schemas.microsoft.com/office/drawing/2014/main" id="{8D9232B0-4632-416B-AFEE-CB6A30785167}"/>
                    </a:ext>
                  </a:extLst>
                </p:cNvPr>
                <p:cNvSpPr/>
                <p:nvPr/>
              </p:nvSpPr>
              <p:spPr>
                <a:xfrm rot="-1122295">
                  <a:off x="2915911" y="3170277"/>
                  <a:ext cx="16954" cy="11049"/>
                </a:xfrm>
                <a:custGeom>
                  <a:avLst/>
                  <a:gdLst>
                    <a:gd name="connsiteX0" fmla="*/ 16955 w 16954"/>
                    <a:gd name="connsiteY0" fmla="*/ 5525 h 11049"/>
                    <a:gd name="connsiteX1" fmla="*/ 8477 w 16954"/>
                    <a:gd name="connsiteY1" fmla="*/ 11049 h 11049"/>
                    <a:gd name="connsiteX2" fmla="*/ 0 w 16954"/>
                    <a:gd name="connsiteY2" fmla="*/ 5525 h 11049"/>
                    <a:gd name="connsiteX3" fmla="*/ 8477 w 16954"/>
                    <a:gd name="connsiteY3" fmla="*/ 0 h 11049"/>
                    <a:gd name="connsiteX4" fmla="*/ 16955 w 16954"/>
                    <a:gd name="connsiteY4" fmla="*/ 5525 h 11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54" h="11049">
                      <a:moveTo>
                        <a:pt x="16955" y="5525"/>
                      </a:moveTo>
                      <a:cubicBezTo>
                        <a:pt x="16955" y="8576"/>
                        <a:pt x="13159" y="11049"/>
                        <a:pt x="8477" y="11049"/>
                      </a:cubicBezTo>
                      <a:cubicBezTo>
                        <a:pt x="3795" y="11049"/>
                        <a:pt x="0" y="8576"/>
                        <a:pt x="0" y="5525"/>
                      </a:cubicBezTo>
                      <a:cubicBezTo>
                        <a:pt x="0" y="2474"/>
                        <a:pt x="3795" y="0"/>
                        <a:pt x="8477" y="0"/>
                      </a:cubicBezTo>
                      <a:cubicBezTo>
                        <a:pt x="13159" y="0"/>
                        <a:pt x="16955" y="2474"/>
                        <a:pt x="16955" y="5525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51" name="Forme libre : forme 9350">
                  <a:extLst>
                    <a:ext uri="{FF2B5EF4-FFF2-40B4-BE49-F238E27FC236}">
                      <a16:creationId xmlns:a16="http://schemas.microsoft.com/office/drawing/2014/main" id="{42BA82EF-FAEA-4364-8CA8-F12A244A2B1A}"/>
                    </a:ext>
                  </a:extLst>
                </p:cNvPr>
                <p:cNvSpPr/>
                <p:nvPr/>
              </p:nvSpPr>
              <p:spPr>
                <a:xfrm>
                  <a:off x="2789108" y="2969859"/>
                  <a:ext cx="57968" cy="61551"/>
                </a:xfrm>
                <a:custGeom>
                  <a:avLst/>
                  <a:gdLst>
                    <a:gd name="connsiteX0" fmla="*/ 2007 w 57968"/>
                    <a:gd name="connsiteY0" fmla="*/ 48994 h 61551"/>
                    <a:gd name="connsiteX1" fmla="*/ 7 w 57968"/>
                    <a:gd name="connsiteY1" fmla="*/ 57376 h 61551"/>
                    <a:gd name="connsiteX2" fmla="*/ 864 w 57968"/>
                    <a:gd name="connsiteY2" fmla="*/ 60329 h 61551"/>
                    <a:gd name="connsiteX3" fmla="*/ 8008 w 57968"/>
                    <a:gd name="connsiteY3" fmla="*/ 60233 h 61551"/>
                    <a:gd name="connsiteX4" fmla="*/ 25153 w 57968"/>
                    <a:gd name="connsiteY4" fmla="*/ 39564 h 61551"/>
                    <a:gd name="connsiteX5" fmla="*/ 50108 w 57968"/>
                    <a:gd name="connsiteY5" fmla="*/ 12323 h 61551"/>
                    <a:gd name="connsiteX6" fmla="*/ 54775 w 57968"/>
                    <a:gd name="connsiteY6" fmla="*/ 131 h 61551"/>
                    <a:gd name="connsiteX7" fmla="*/ 38583 w 57968"/>
                    <a:gd name="connsiteY7" fmla="*/ 6989 h 61551"/>
                    <a:gd name="connsiteX8" fmla="*/ 11913 w 57968"/>
                    <a:gd name="connsiteY8" fmla="*/ 31563 h 61551"/>
                    <a:gd name="connsiteX9" fmla="*/ 2007 w 57968"/>
                    <a:gd name="connsiteY9" fmla="*/ 48994 h 61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7968" h="61551">
                      <a:moveTo>
                        <a:pt x="2007" y="48994"/>
                      </a:moveTo>
                      <a:cubicBezTo>
                        <a:pt x="864" y="51661"/>
                        <a:pt x="-88" y="54518"/>
                        <a:pt x="7" y="57376"/>
                      </a:cubicBezTo>
                      <a:cubicBezTo>
                        <a:pt x="7" y="58424"/>
                        <a:pt x="197" y="59472"/>
                        <a:pt x="864" y="60329"/>
                      </a:cubicBezTo>
                      <a:cubicBezTo>
                        <a:pt x="2483" y="62329"/>
                        <a:pt x="5722" y="61567"/>
                        <a:pt x="8008" y="60233"/>
                      </a:cubicBezTo>
                      <a:cubicBezTo>
                        <a:pt x="15723" y="55566"/>
                        <a:pt x="20200" y="47089"/>
                        <a:pt x="25153" y="39564"/>
                      </a:cubicBezTo>
                      <a:cubicBezTo>
                        <a:pt x="32011" y="29277"/>
                        <a:pt x="40393" y="20038"/>
                        <a:pt x="50108" y="12323"/>
                      </a:cubicBezTo>
                      <a:cubicBezTo>
                        <a:pt x="52680" y="10227"/>
                        <a:pt x="63157" y="1940"/>
                        <a:pt x="54775" y="131"/>
                      </a:cubicBezTo>
                      <a:cubicBezTo>
                        <a:pt x="50108" y="-917"/>
                        <a:pt x="42393" y="4607"/>
                        <a:pt x="38583" y="6989"/>
                      </a:cubicBezTo>
                      <a:cubicBezTo>
                        <a:pt x="28201" y="13275"/>
                        <a:pt x="18962" y="21752"/>
                        <a:pt x="11913" y="31563"/>
                      </a:cubicBezTo>
                      <a:cubicBezTo>
                        <a:pt x="7817" y="36992"/>
                        <a:pt x="4483" y="42898"/>
                        <a:pt x="2007" y="48994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52" name="Forme libre : forme 9351">
                  <a:extLst>
                    <a:ext uri="{FF2B5EF4-FFF2-40B4-BE49-F238E27FC236}">
                      <a16:creationId xmlns:a16="http://schemas.microsoft.com/office/drawing/2014/main" id="{D5A9FDE7-5A79-4CA7-A928-2AF8EE837CC9}"/>
                    </a:ext>
                  </a:extLst>
                </p:cNvPr>
                <p:cNvSpPr/>
                <p:nvPr/>
              </p:nvSpPr>
              <p:spPr>
                <a:xfrm>
                  <a:off x="2809743" y="3121914"/>
                  <a:ext cx="119864" cy="55848"/>
                </a:xfrm>
                <a:custGeom>
                  <a:avLst/>
                  <a:gdLst>
                    <a:gd name="connsiteX0" fmla="*/ 231 w 119864"/>
                    <a:gd name="connsiteY0" fmla="*/ 29527 h 55848"/>
                    <a:gd name="connsiteX1" fmla="*/ 2136 w 119864"/>
                    <a:gd name="connsiteY1" fmla="*/ 21431 h 55848"/>
                    <a:gd name="connsiteX2" fmla="*/ 4803 w 119864"/>
                    <a:gd name="connsiteY2" fmla="*/ 20193 h 55848"/>
                    <a:gd name="connsiteX3" fmla="*/ 30234 w 119864"/>
                    <a:gd name="connsiteY3" fmla="*/ 13811 h 55848"/>
                    <a:gd name="connsiteX4" fmla="*/ 55380 w 119864"/>
                    <a:gd name="connsiteY4" fmla="*/ 12192 h 55848"/>
                    <a:gd name="connsiteX5" fmla="*/ 119865 w 119864"/>
                    <a:gd name="connsiteY5" fmla="*/ 0 h 55848"/>
                    <a:gd name="connsiteX6" fmla="*/ 81003 w 119864"/>
                    <a:gd name="connsiteY6" fmla="*/ 9239 h 55848"/>
                    <a:gd name="connsiteX7" fmla="*/ 27948 w 119864"/>
                    <a:gd name="connsiteY7" fmla="*/ 22288 h 55848"/>
                    <a:gd name="connsiteX8" fmla="*/ 15280 w 119864"/>
                    <a:gd name="connsiteY8" fmla="*/ 29527 h 55848"/>
                    <a:gd name="connsiteX9" fmla="*/ 14328 w 119864"/>
                    <a:gd name="connsiteY9" fmla="*/ 41338 h 55848"/>
                    <a:gd name="connsiteX10" fmla="*/ 20138 w 119864"/>
                    <a:gd name="connsiteY10" fmla="*/ 53721 h 55848"/>
                    <a:gd name="connsiteX11" fmla="*/ 13375 w 119864"/>
                    <a:gd name="connsiteY11" fmla="*/ 52292 h 55848"/>
                    <a:gd name="connsiteX12" fmla="*/ 231 w 119864"/>
                    <a:gd name="connsiteY12" fmla="*/ 29527 h 55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9864" h="55848">
                      <a:moveTo>
                        <a:pt x="231" y="29527"/>
                      </a:moveTo>
                      <a:cubicBezTo>
                        <a:pt x="-246" y="26670"/>
                        <a:pt x="-150" y="23146"/>
                        <a:pt x="2136" y="21431"/>
                      </a:cubicBezTo>
                      <a:cubicBezTo>
                        <a:pt x="2898" y="20860"/>
                        <a:pt x="3850" y="20574"/>
                        <a:pt x="4803" y="20193"/>
                      </a:cubicBezTo>
                      <a:cubicBezTo>
                        <a:pt x="13089" y="17431"/>
                        <a:pt x="21567" y="14859"/>
                        <a:pt x="30234" y="13811"/>
                      </a:cubicBezTo>
                      <a:cubicBezTo>
                        <a:pt x="38521" y="12763"/>
                        <a:pt x="46998" y="13049"/>
                        <a:pt x="55380" y="12192"/>
                      </a:cubicBezTo>
                      <a:cubicBezTo>
                        <a:pt x="77193" y="10001"/>
                        <a:pt x="97957" y="381"/>
                        <a:pt x="119865" y="0"/>
                      </a:cubicBezTo>
                      <a:cubicBezTo>
                        <a:pt x="107482" y="4953"/>
                        <a:pt x="94147" y="6763"/>
                        <a:pt x="81003" y="9239"/>
                      </a:cubicBezTo>
                      <a:cubicBezTo>
                        <a:pt x="63096" y="12668"/>
                        <a:pt x="45474" y="17240"/>
                        <a:pt x="27948" y="22288"/>
                      </a:cubicBezTo>
                      <a:cubicBezTo>
                        <a:pt x="23186" y="23622"/>
                        <a:pt x="17947" y="25337"/>
                        <a:pt x="15280" y="29527"/>
                      </a:cubicBezTo>
                      <a:cubicBezTo>
                        <a:pt x="13089" y="32956"/>
                        <a:pt x="13089" y="37433"/>
                        <a:pt x="14328" y="41338"/>
                      </a:cubicBezTo>
                      <a:cubicBezTo>
                        <a:pt x="15566" y="45244"/>
                        <a:pt x="20329" y="49625"/>
                        <a:pt x="20138" y="53721"/>
                      </a:cubicBezTo>
                      <a:cubicBezTo>
                        <a:pt x="19852" y="58483"/>
                        <a:pt x="15375" y="54007"/>
                        <a:pt x="13375" y="52292"/>
                      </a:cubicBezTo>
                      <a:cubicBezTo>
                        <a:pt x="6612" y="46577"/>
                        <a:pt x="1659" y="38386"/>
                        <a:pt x="231" y="29527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53" name="Forme libre : forme 9352">
                  <a:extLst>
                    <a:ext uri="{FF2B5EF4-FFF2-40B4-BE49-F238E27FC236}">
                      <a16:creationId xmlns:a16="http://schemas.microsoft.com/office/drawing/2014/main" id="{F7EE0425-442B-4E55-95A7-81C8BFA4D10C}"/>
                    </a:ext>
                  </a:extLst>
                </p:cNvPr>
                <p:cNvSpPr/>
                <p:nvPr/>
              </p:nvSpPr>
              <p:spPr>
                <a:xfrm>
                  <a:off x="2786821" y="3025901"/>
                  <a:ext cx="112402" cy="72359"/>
                </a:xfrm>
                <a:custGeom>
                  <a:avLst/>
                  <a:gdLst>
                    <a:gd name="connsiteX0" fmla="*/ 3437 w 112402"/>
                    <a:gd name="connsiteY0" fmla="*/ 34290 h 72359"/>
                    <a:gd name="connsiteX1" fmla="*/ 9723 w 112402"/>
                    <a:gd name="connsiteY1" fmla="*/ 23051 h 72359"/>
                    <a:gd name="connsiteX2" fmla="*/ 20963 w 112402"/>
                    <a:gd name="connsiteY2" fmla="*/ 17907 h 72359"/>
                    <a:gd name="connsiteX3" fmla="*/ 112403 w 112402"/>
                    <a:gd name="connsiteY3" fmla="*/ 0 h 72359"/>
                    <a:gd name="connsiteX4" fmla="*/ 43823 w 112402"/>
                    <a:gd name="connsiteY4" fmla="*/ 23432 h 72359"/>
                    <a:gd name="connsiteX5" fmla="*/ 14486 w 112402"/>
                    <a:gd name="connsiteY5" fmla="*/ 36290 h 72359"/>
                    <a:gd name="connsiteX6" fmla="*/ 8961 w 112402"/>
                    <a:gd name="connsiteY6" fmla="*/ 42577 h 72359"/>
                    <a:gd name="connsiteX7" fmla="*/ 6675 w 112402"/>
                    <a:gd name="connsiteY7" fmla="*/ 48959 h 72359"/>
                    <a:gd name="connsiteX8" fmla="*/ 4389 w 112402"/>
                    <a:gd name="connsiteY8" fmla="*/ 66199 h 72359"/>
                    <a:gd name="connsiteX9" fmla="*/ 3246 w 112402"/>
                    <a:gd name="connsiteY9" fmla="*/ 72295 h 72359"/>
                    <a:gd name="connsiteX10" fmla="*/ 1056 w 112402"/>
                    <a:gd name="connsiteY10" fmla="*/ 67151 h 72359"/>
                    <a:gd name="connsiteX11" fmla="*/ 3437 w 112402"/>
                    <a:gd name="connsiteY11" fmla="*/ 34290 h 72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2402" h="72359">
                      <a:moveTo>
                        <a:pt x="3437" y="34290"/>
                      </a:moveTo>
                      <a:cubicBezTo>
                        <a:pt x="4770" y="30099"/>
                        <a:pt x="6485" y="25908"/>
                        <a:pt x="9723" y="23051"/>
                      </a:cubicBezTo>
                      <a:cubicBezTo>
                        <a:pt x="12866" y="20288"/>
                        <a:pt x="16962" y="19050"/>
                        <a:pt x="20963" y="17907"/>
                      </a:cubicBezTo>
                      <a:cubicBezTo>
                        <a:pt x="50871" y="9620"/>
                        <a:pt x="81542" y="3620"/>
                        <a:pt x="112403" y="0"/>
                      </a:cubicBezTo>
                      <a:cubicBezTo>
                        <a:pt x="89924" y="8763"/>
                        <a:pt x="66968" y="16574"/>
                        <a:pt x="43823" y="23432"/>
                      </a:cubicBezTo>
                      <a:cubicBezTo>
                        <a:pt x="33536" y="26479"/>
                        <a:pt x="22868" y="29528"/>
                        <a:pt x="14486" y="36290"/>
                      </a:cubicBezTo>
                      <a:cubicBezTo>
                        <a:pt x="12295" y="38100"/>
                        <a:pt x="10295" y="40100"/>
                        <a:pt x="8961" y="42577"/>
                      </a:cubicBezTo>
                      <a:cubicBezTo>
                        <a:pt x="7818" y="44577"/>
                        <a:pt x="7247" y="46768"/>
                        <a:pt x="6675" y="48959"/>
                      </a:cubicBezTo>
                      <a:cubicBezTo>
                        <a:pt x="5246" y="54578"/>
                        <a:pt x="4484" y="60388"/>
                        <a:pt x="4389" y="66199"/>
                      </a:cubicBezTo>
                      <a:cubicBezTo>
                        <a:pt x="4389" y="67342"/>
                        <a:pt x="4961" y="71628"/>
                        <a:pt x="3246" y="72295"/>
                      </a:cubicBezTo>
                      <a:cubicBezTo>
                        <a:pt x="1722" y="72962"/>
                        <a:pt x="1341" y="68294"/>
                        <a:pt x="1056" y="67151"/>
                      </a:cubicBezTo>
                      <a:cubicBezTo>
                        <a:pt x="-1040" y="56293"/>
                        <a:pt x="103" y="44863"/>
                        <a:pt x="3437" y="3429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54" name="Forme libre : forme 9353">
                  <a:extLst>
                    <a:ext uri="{FF2B5EF4-FFF2-40B4-BE49-F238E27FC236}">
                      <a16:creationId xmlns:a16="http://schemas.microsoft.com/office/drawing/2014/main" id="{9086D7F0-95D7-4E10-833E-4BD0AB54D8C8}"/>
                    </a:ext>
                  </a:extLst>
                </p:cNvPr>
                <p:cNvSpPr/>
                <p:nvPr/>
              </p:nvSpPr>
              <p:spPr>
                <a:xfrm>
                  <a:off x="2837025" y="3037571"/>
                  <a:ext cx="108150" cy="62581"/>
                </a:xfrm>
                <a:custGeom>
                  <a:avLst/>
                  <a:gdLst>
                    <a:gd name="connsiteX0" fmla="*/ 18955 w 108150"/>
                    <a:gd name="connsiteY0" fmla="*/ 50148 h 62581"/>
                    <a:gd name="connsiteX1" fmla="*/ 37814 w 108150"/>
                    <a:gd name="connsiteY1" fmla="*/ 35860 h 62581"/>
                    <a:gd name="connsiteX2" fmla="*/ 56674 w 108150"/>
                    <a:gd name="connsiteY2" fmla="*/ 24620 h 62581"/>
                    <a:gd name="connsiteX3" fmla="*/ 87535 w 108150"/>
                    <a:gd name="connsiteY3" fmla="*/ 3094 h 62581"/>
                    <a:gd name="connsiteX4" fmla="*/ 96488 w 108150"/>
                    <a:gd name="connsiteY4" fmla="*/ 141 h 62581"/>
                    <a:gd name="connsiteX5" fmla="*/ 103632 w 108150"/>
                    <a:gd name="connsiteY5" fmla="*/ 7380 h 62581"/>
                    <a:gd name="connsiteX6" fmla="*/ 107823 w 108150"/>
                    <a:gd name="connsiteY6" fmla="*/ 43004 h 62581"/>
                    <a:gd name="connsiteX7" fmla="*/ 105346 w 108150"/>
                    <a:gd name="connsiteY7" fmla="*/ 61006 h 62581"/>
                    <a:gd name="connsiteX8" fmla="*/ 95536 w 108150"/>
                    <a:gd name="connsiteY8" fmla="*/ 31288 h 62581"/>
                    <a:gd name="connsiteX9" fmla="*/ 90678 w 108150"/>
                    <a:gd name="connsiteY9" fmla="*/ 27478 h 62581"/>
                    <a:gd name="connsiteX10" fmla="*/ 68199 w 108150"/>
                    <a:gd name="connsiteY10" fmla="*/ 28145 h 62581"/>
                    <a:gd name="connsiteX11" fmla="*/ 23241 w 108150"/>
                    <a:gd name="connsiteY11" fmla="*/ 48052 h 62581"/>
                    <a:gd name="connsiteX12" fmla="*/ 12764 w 108150"/>
                    <a:gd name="connsiteY12" fmla="*/ 55005 h 62581"/>
                    <a:gd name="connsiteX13" fmla="*/ 0 w 108150"/>
                    <a:gd name="connsiteY13" fmla="*/ 62435 h 62581"/>
                    <a:gd name="connsiteX14" fmla="*/ 18955 w 108150"/>
                    <a:gd name="connsiteY14" fmla="*/ 50148 h 62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8150" h="62581">
                      <a:moveTo>
                        <a:pt x="18955" y="50148"/>
                      </a:moveTo>
                      <a:cubicBezTo>
                        <a:pt x="25527" y="45766"/>
                        <a:pt x="31337" y="40337"/>
                        <a:pt x="37814" y="35860"/>
                      </a:cubicBezTo>
                      <a:cubicBezTo>
                        <a:pt x="43815" y="31669"/>
                        <a:pt x="50387" y="28431"/>
                        <a:pt x="56674" y="24620"/>
                      </a:cubicBezTo>
                      <a:cubicBezTo>
                        <a:pt x="67342" y="18144"/>
                        <a:pt x="77058" y="10047"/>
                        <a:pt x="87535" y="3094"/>
                      </a:cubicBezTo>
                      <a:cubicBezTo>
                        <a:pt x="90202" y="1284"/>
                        <a:pt x="93345" y="-525"/>
                        <a:pt x="96488" y="141"/>
                      </a:cubicBezTo>
                      <a:cubicBezTo>
                        <a:pt x="99917" y="808"/>
                        <a:pt x="102203" y="4142"/>
                        <a:pt x="103632" y="7380"/>
                      </a:cubicBezTo>
                      <a:cubicBezTo>
                        <a:pt x="108585" y="18429"/>
                        <a:pt x="108490" y="31002"/>
                        <a:pt x="107823" y="43004"/>
                      </a:cubicBezTo>
                      <a:cubicBezTo>
                        <a:pt x="107442" y="49100"/>
                        <a:pt x="106966" y="55196"/>
                        <a:pt x="105346" y="61006"/>
                      </a:cubicBezTo>
                      <a:cubicBezTo>
                        <a:pt x="106871" y="50338"/>
                        <a:pt x="103156" y="39003"/>
                        <a:pt x="95536" y="31288"/>
                      </a:cubicBezTo>
                      <a:cubicBezTo>
                        <a:pt x="94107" y="29859"/>
                        <a:pt x="92488" y="28526"/>
                        <a:pt x="90678" y="27478"/>
                      </a:cubicBezTo>
                      <a:cubicBezTo>
                        <a:pt x="83915" y="23763"/>
                        <a:pt x="75533" y="25763"/>
                        <a:pt x="68199" y="28145"/>
                      </a:cubicBezTo>
                      <a:cubicBezTo>
                        <a:pt x="52578" y="33098"/>
                        <a:pt x="37148" y="39384"/>
                        <a:pt x="23241" y="48052"/>
                      </a:cubicBezTo>
                      <a:cubicBezTo>
                        <a:pt x="19717" y="50243"/>
                        <a:pt x="16288" y="52624"/>
                        <a:pt x="12764" y="55005"/>
                      </a:cubicBezTo>
                      <a:cubicBezTo>
                        <a:pt x="10287" y="56720"/>
                        <a:pt x="2858" y="63673"/>
                        <a:pt x="0" y="62435"/>
                      </a:cubicBezTo>
                      <a:cubicBezTo>
                        <a:pt x="4096" y="57101"/>
                        <a:pt x="13335" y="53958"/>
                        <a:pt x="18955" y="50148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55" name="Forme libre : forme 9354">
                  <a:extLst>
                    <a:ext uri="{FF2B5EF4-FFF2-40B4-BE49-F238E27FC236}">
                      <a16:creationId xmlns:a16="http://schemas.microsoft.com/office/drawing/2014/main" id="{DF6D9AA7-160E-411F-8DB2-03522AEE1177}"/>
                    </a:ext>
                  </a:extLst>
                </p:cNvPr>
                <p:cNvSpPr/>
                <p:nvPr/>
              </p:nvSpPr>
              <p:spPr>
                <a:xfrm>
                  <a:off x="2866648" y="3140580"/>
                  <a:ext cx="86869" cy="48124"/>
                </a:xfrm>
                <a:custGeom>
                  <a:avLst/>
                  <a:gdLst>
                    <a:gd name="connsiteX0" fmla="*/ 25908 w 86869"/>
                    <a:gd name="connsiteY0" fmla="*/ 33054 h 48124"/>
                    <a:gd name="connsiteX1" fmla="*/ 41720 w 86869"/>
                    <a:gd name="connsiteY1" fmla="*/ 24387 h 48124"/>
                    <a:gd name="connsiteX2" fmla="*/ 81058 w 86869"/>
                    <a:gd name="connsiteY2" fmla="*/ 860 h 48124"/>
                    <a:gd name="connsiteX3" fmla="*/ 83248 w 86869"/>
                    <a:gd name="connsiteY3" fmla="*/ 3 h 48124"/>
                    <a:gd name="connsiteX4" fmla="*/ 86678 w 86869"/>
                    <a:gd name="connsiteY4" fmla="*/ 4575 h 48124"/>
                    <a:gd name="connsiteX5" fmla="*/ 77629 w 86869"/>
                    <a:gd name="connsiteY5" fmla="*/ 34959 h 48124"/>
                    <a:gd name="connsiteX6" fmla="*/ 75724 w 86869"/>
                    <a:gd name="connsiteY6" fmla="*/ 29339 h 48124"/>
                    <a:gd name="connsiteX7" fmla="*/ 72295 w 86869"/>
                    <a:gd name="connsiteY7" fmla="*/ 23053 h 48124"/>
                    <a:gd name="connsiteX8" fmla="*/ 59531 w 86869"/>
                    <a:gd name="connsiteY8" fmla="*/ 22386 h 48124"/>
                    <a:gd name="connsiteX9" fmla="*/ 27622 w 86869"/>
                    <a:gd name="connsiteY9" fmla="*/ 35721 h 48124"/>
                    <a:gd name="connsiteX10" fmla="*/ 12382 w 86869"/>
                    <a:gd name="connsiteY10" fmla="*/ 43437 h 48124"/>
                    <a:gd name="connsiteX11" fmla="*/ 0 w 86869"/>
                    <a:gd name="connsiteY11" fmla="*/ 47342 h 48124"/>
                    <a:gd name="connsiteX12" fmla="*/ 12573 w 86869"/>
                    <a:gd name="connsiteY12" fmla="*/ 40293 h 48124"/>
                    <a:gd name="connsiteX13" fmla="*/ 25908 w 86869"/>
                    <a:gd name="connsiteY13" fmla="*/ 33054 h 48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6869" h="48124">
                      <a:moveTo>
                        <a:pt x="25908" y="33054"/>
                      </a:moveTo>
                      <a:cubicBezTo>
                        <a:pt x="31242" y="30197"/>
                        <a:pt x="36481" y="27339"/>
                        <a:pt x="41720" y="24387"/>
                      </a:cubicBezTo>
                      <a:cubicBezTo>
                        <a:pt x="55054" y="16957"/>
                        <a:pt x="68199" y="9146"/>
                        <a:pt x="81058" y="860"/>
                      </a:cubicBezTo>
                      <a:cubicBezTo>
                        <a:pt x="81724" y="479"/>
                        <a:pt x="82391" y="3"/>
                        <a:pt x="83248" y="3"/>
                      </a:cubicBezTo>
                      <a:cubicBezTo>
                        <a:pt x="85344" y="-93"/>
                        <a:pt x="86392" y="2479"/>
                        <a:pt x="86678" y="4575"/>
                      </a:cubicBezTo>
                      <a:cubicBezTo>
                        <a:pt x="87916" y="15243"/>
                        <a:pt x="82963" y="25625"/>
                        <a:pt x="77629" y="34959"/>
                      </a:cubicBezTo>
                      <a:cubicBezTo>
                        <a:pt x="76962" y="33054"/>
                        <a:pt x="76390" y="31149"/>
                        <a:pt x="75724" y="29339"/>
                      </a:cubicBezTo>
                      <a:cubicBezTo>
                        <a:pt x="74962" y="27054"/>
                        <a:pt x="74104" y="24577"/>
                        <a:pt x="72295" y="23053"/>
                      </a:cubicBezTo>
                      <a:cubicBezTo>
                        <a:pt x="68961" y="20100"/>
                        <a:pt x="63817" y="21053"/>
                        <a:pt x="59531" y="22386"/>
                      </a:cubicBezTo>
                      <a:cubicBezTo>
                        <a:pt x="48482" y="25815"/>
                        <a:pt x="37910" y="30673"/>
                        <a:pt x="27622" y="35721"/>
                      </a:cubicBezTo>
                      <a:cubicBezTo>
                        <a:pt x="22479" y="38293"/>
                        <a:pt x="17431" y="40865"/>
                        <a:pt x="12382" y="43437"/>
                      </a:cubicBezTo>
                      <a:cubicBezTo>
                        <a:pt x="9715" y="44770"/>
                        <a:pt x="2857" y="50104"/>
                        <a:pt x="0" y="47342"/>
                      </a:cubicBezTo>
                      <a:cubicBezTo>
                        <a:pt x="3143" y="44294"/>
                        <a:pt x="8668" y="42389"/>
                        <a:pt x="12573" y="40293"/>
                      </a:cubicBezTo>
                      <a:cubicBezTo>
                        <a:pt x="16954" y="37912"/>
                        <a:pt x="21431" y="35531"/>
                        <a:pt x="25908" y="33054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56" name="Forme libre : forme 9355">
                  <a:extLst>
                    <a:ext uri="{FF2B5EF4-FFF2-40B4-BE49-F238E27FC236}">
                      <a16:creationId xmlns:a16="http://schemas.microsoft.com/office/drawing/2014/main" id="{129653C3-DE07-494A-96A0-762309B91524}"/>
                    </a:ext>
                  </a:extLst>
                </p:cNvPr>
                <p:cNvSpPr/>
                <p:nvPr/>
              </p:nvSpPr>
              <p:spPr>
                <a:xfrm>
                  <a:off x="2865002" y="3212754"/>
                  <a:ext cx="51747" cy="24950"/>
                </a:xfrm>
                <a:custGeom>
                  <a:avLst/>
                  <a:gdLst>
                    <a:gd name="connsiteX0" fmla="*/ 2885 w 51747"/>
                    <a:gd name="connsiteY0" fmla="*/ 28 h 24950"/>
                    <a:gd name="connsiteX1" fmla="*/ 27 w 51747"/>
                    <a:gd name="connsiteY1" fmla="*/ 1171 h 24950"/>
                    <a:gd name="connsiteX2" fmla="*/ 1456 w 51747"/>
                    <a:gd name="connsiteY2" fmla="*/ 3457 h 24950"/>
                    <a:gd name="connsiteX3" fmla="*/ 25649 w 51747"/>
                    <a:gd name="connsiteY3" fmla="*/ 19459 h 24950"/>
                    <a:gd name="connsiteX4" fmla="*/ 38508 w 51747"/>
                    <a:gd name="connsiteY4" fmla="*/ 24888 h 24950"/>
                    <a:gd name="connsiteX5" fmla="*/ 40413 w 51747"/>
                    <a:gd name="connsiteY5" fmla="*/ 24793 h 24950"/>
                    <a:gd name="connsiteX6" fmla="*/ 41842 w 51747"/>
                    <a:gd name="connsiteY6" fmla="*/ 21078 h 24950"/>
                    <a:gd name="connsiteX7" fmla="*/ 40794 w 51747"/>
                    <a:gd name="connsiteY7" fmla="*/ 16887 h 24950"/>
                    <a:gd name="connsiteX8" fmla="*/ 44604 w 51747"/>
                    <a:gd name="connsiteY8" fmla="*/ 10220 h 24950"/>
                    <a:gd name="connsiteX9" fmla="*/ 51462 w 51747"/>
                    <a:gd name="connsiteY9" fmla="*/ 2123 h 24950"/>
                    <a:gd name="connsiteX10" fmla="*/ 36698 w 51747"/>
                    <a:gd name="connsiteY10" fmla="*/ 1838 h 24950"/>
                    <a:gd name="connsiteX11" fmla="*/ 2885 w 51747"/>
                    <a:gd name="connsiteY11" fmla="*/ 28 h 24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1747" h="24950">
                      <a:moveTo>
                        <a:pt x="2885" y="28"/>
                      </a:moveTo>
                      <a:cubicBezTo>
                        <a:pt x="1742" y="-67"/>
                        <a:pt x="218" y="28"/>
                        <a:pt x="27" y="1171"/>
                      </a:cubicBezTo>
                      <a:cubicBezTo>
                        <a:pt x="-164" y="2123"/>
                        <a:pt x="694" y="2886"/>
                        <a:pt x="1456" y="3457"/>
                      </a:cubicBezTo>
                      <a:cubicBezTo>
                        <a:pt x="9457" y="8886"/>
                        <a:pt x="17362" y="14411"/>
                        <a:pt x="25649" y="19459"/>
                      </a:cubicBezTo>
                      <a:cubicBezTo>
                        <a:pt x="29650" y="21936"/>
                        <a:pt x="33841" y="24317"/>
                        <a:pt x="38508" y="24888"/>
                      </a:cubicBezTo>
                      <a:cubicBezTo>
                        <a:pt x="39175" y="24984"/>
                        <a:pt x="39746" y="24984"/>
                        <a:pt x="40413" y="24793"/>
                      </a:cubicBezTo>
                      <a:cubicBezTo>
                        <a:pt x="41746" y="24221"/>
                        <a:pt x="42128" y="22507"/>
                        <a:pt x="41842" y="21078"/>
                      </a:cubicBezTo>
                      <a:cubicBezTo>
                        <a:pt x="41556" y="19649"/>
                        <a:pt x="40889" y="18316"/>
                        <a:pt x="40794" y="16887"/>
                      </a:cubicBezTo>
                      <a:cubicBezTo>
                        <a:pt x="40699" y="14220"/>
                        <a:pt x="42699" y="12029"/>
                        <a:pt x="44604" y="10220"/>
                      </a:cubicBezTo>
                      <a:cubicBezTo>
                        <a:pt x="45937" y="8981"/>
                        <a:pt x="53272" y="4695"/>
                        <a:pt x="51462" y="2123"/>
                      </a:cubicBezTo>
                      <a:cubicBezTo>
                        <a:pt x="50128" y="219"/>
                        <a:pt x="39175" y="1838"/>
                        <a:pt x="36698" y="1838"/>
                      </a:cubicBezTo>
                      <a:cubicBezTo>
                        <a:pt x="25363" y="1647"/>
                        <a:pt x="14124" y="1076"/>
                        <a:pt x="2885" y="28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9192" name="Graphique 1">
                <a:extLst>
                  <a:ext uri="{FF2B5EF4-FFF2-40B4-BE49-F238E27FC236}">
                    <a16:creationId xmlns:a16="http://schemas.microsoft.com/office/drawing/2014/main" id="{F299AF88-7B30-42A7-8549-8979DA057E30}"/>
                  </a:ext>
                </a:extLst>
              </p:cNvPr>
              <p:cNvGrpSpPr/>
              <p:nvPr/>
            </p:nvGrpSpPr>
            <p:grpSpPr>
              <a:xfrm>
                <a:off x="2395254" y="3253037"/>
                <a:ext cx="214766" cy="259889"/>
                <a:chOff x="2395254" y="3253037"/>
                <a:chExt cx="214766" cy="259889"/>
              </a:xfrm>
              <a:solidFill>
                <a:schemeClr val="accent1"/>
              </a:solidFill>
            </p:grpSpPr>
            <p:sp>
              <p:nvSpPr>
                <p:cNvPr id="9321" name="Forme libre : forme 9320">
                  <a:extLst>
                    <a:ext uri="{FF2B5EF4-FFF2-40B4-BE49-F238E27FC236}">
                      <a16:creationId xmlns:a16="http://schemas.microsoft.com/office/drawing/2014/main" id="{F7E7D7C6-C12D-41E6-9978-5A5F2678B314}"/>
                    </a:ext>
                  </a:extLst>
                </p:cNvPr>
                <p:cNvSpPr/>
                <p:nvPr/>
              </p:nvSpPr>
              <p:spPr>
                <a:xfrm>
                  <a:off x="2395254" y="3253037"/>
                  <a:ext cx="214766" cy="259889"/>
                </a:xfrm>
                <a:custGeom>
                  <a:avLst/>
                  <a:gdLst>
                    <a:gd name="connsiteX0" fmla="*/ 58104 w 214766"/>
                    <a:gd name="connsiteY0" fmla="*/ 2036 h 259889"/>
                    <a:gd name="connsiteX1" fmla="*/ 9050 w 214766"/>
                    <a:gd name="connsiteY1" fmla="*/ 44518 h 259889"/>
                    <a:gd name="connsiteX2" fmla="*/ 2383 w 214766"/>
                    <a:gd name="connsiteY2" fmla="*/ 110049 h 259889"/>
                    <a:gd name="connsiteX3" fmla="*/ 6574 w 214766"/>
                    <a:gd name="connsiteY3" fmla="*/ 118527 h 259889"/>
                    <a:gd name="connsiteX4" fmla="*/ 14384 w 214766"/>
                    <a:gd name="connsiteY4" fmla="*/ 116431 h 259889"/>
                    <a:gd name="connsiteX5" fmla="*/ 20480 w 214766"/>
                    <a:gd name="connsiteY5" fmla="*/ 152436 h 259889"/>
                    <a:gd name="connsiteX6" fmla="*/ 49341 w 214766"/>
                    <a:gd name="connsiteY6" fmla="*/ 171105 h 259889"/>
                    <a:gd name="connsiteX7" fmla="*/ 49150 w 214766"/>
                    <a:gd name="connsiteY7" fmla="*/ 184916 h 259889"/>
                    <a:gd name="connsiteX8" fmla="*/ 62104 w 214766"/>
                    <a:gd name="connsiteY8" fmla="*/ 189774 h 259889"/>
                    <a:gd name="connsiteX9" fmla="*/ 84488 w 214766"/>
                    <a:gd name="connsiteY9" fmla="*/ 223016 h 259889"/>
                    <a:gd name="connsiteX10" fmla="*/ 124588 w 214766"/>
                    <a:gd name="connsiteY10" fmla="*/ 224254 h 259889"/>
                    <a:gd name="connsiteX11" fmla="*/ 119636 w 214766"/>
                    <a:gd name="connsiteY11" fmla="*/ 231493 h 259889"/>
                    <a:gd name="connsiteX12" fmla="*/ 123636 w 214766"/>
                    <a:gd name="connsiteY12" fmla="*/ 238256 h 259889"/>
                    <a:gd name="connsiteX13" fmla="*/ 127446 w 214766"/>
                    <a:gd name="connsiteY13" fmla="*/ 237589 h 259889"/>
                    <a:gd name="connsiteX14" fmla="*/ 140114 w 214766"/>
                    <a:gd name="connsiteY14" fmla="*/ 243114 h 259889"/>
                    <a:gd name="connsiteX15" fmla="*/ 175928 w 214766"/>
                    <a:gd name="connsiteY15" fmla="*/ 256735 h 259889"/>
                    <a:gd name="connsiteX16" fmla="*/ 208980 w 214766"/>
                    <a:gd name="connsiteY16" fmla="*/ 257496 h 259889"/>
                    <a:gd name="connsiteX17" fmla="*/ 208408 w 214766"/>
                    <a:gd name="connsiteY17" fmla="*/ 219396 h 259889"/>
                    <a:gd name="connsiteX18" fmla="*/ 208885 w 214766"/>
                    <a:gd name="connsiteY18" fmla="*/ 209395 h 259889"/>
                    <a:gd name="connsiteX19" fmla="*/ 211647 w 214766"/>
                    <a:gd name="connsiteY19" fmla="*/ 199203 h 259889"/>
                    <a:gd name="connsiteX20" fmla="*/ 212599 w 214766"/>
                    <a:gd name="connsiteY20" fmla="*/ 149769 h 259889"/>
                    <a:gd name="connsiteX21" fmla="*/ 199455 w 214766"/>
                    <a:gd name="connsiteY21" fmla="*/ 130528 h 259889"/>
                    <a:gd name="connsiteX22" fmla="*/ 200979 w 214766"/>
                    <a:gd name="connsiteY22" fmla="*/ 115574 h 259889"/>
                    <a:gd name="connsiteX23" fmla="*/ 188787 w 214766"/>
                    <a:gd name="connsiteY23" fmla="*/ 113478 h 259889"/>
                    <a:gd name="connsiteX24" fmla="*/ 159355 w 214766"/>
                    <a:gd name="connsiteY24" fmla="*/ 48232 h 259889"/>
                    <a:gd name="connsiteX25" fmla="*/ 141067 w 214766"/>
                    <a:gd name="connsiteY25" fmla="*/ 42517 h 259889"/>
                    <a:gd name="connsiteX26" fmla="*/ 124969 w 214766"/>
                    <a:gd name="connsiteY26" fmla="*/ 33564 h 259889"/>
                    <a:gd name="connsiteX27" fmla="*/ 105157 w 214766"/>
                    <a:gd name="connsiteY27" fmla="*/ 7656 h 259889"/>
                    <a:gd name="connsiteX28" fmla="*/ 58104 w 214766"/>
                    <a:gd name="connsiteY28" fmla="*/ 2036 h 259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14766" h="259889">
                      <a:moveTo>
                        <a:pt x="58104" y="2036"/>
                      </a:moveTo>
                      <a:cubicBezTo>
                        <a:pt x="36482" y="7751"/>
                        <a:pt x="18575" y="24324"/>
                        <a:pt x="9050" y="44518"/>
                      </a:cubicBezTo>
                      <a:cubicBezTo>
                        <a:pt x="-475" y="64711"/>
                        <a:pt x="-2094" y="88142"/>
                        <a:pt x="2383" y="110049"/>
                      </a:cubicBezTo>
                      <a:cubicBezTo>
                        <a:pt x="3049" y="113193"/>
                        <a:pt x="3907" y="116622"/>
                        <a:pt x="6574" y="118527"/>
                      </a:cubicBezTo>
                      <a:cubicBezTo>
                        <a:pt x="9145" y="120432"/>
                        <a:pt x="13813" y="119574"/>
                        <a:pt x="14384" y="116431"/>
                      </a:cubicBezTo>
                      <a:cubicBezTo>
                        <a:pt x="14765" y="128719"/>
                        <a:pt x="15241" y="141291"/>
                        <a:pt x="20480" y="152436"/>
                      </a:cubicBezTo>
                      <a:cubicBezTo>
                        <a:pt x="25719" y="163485"/>
                        <a:pt x="37244" y="172629"/>
                        <a:pt x="49341" y="171105"/>
                      </a:cubicBezTo>
                      <a:cubicBezTo>
                        <a:pt x="46483" y="175105"/>
                        <a:pt x="46388" y="180915"/>
                        <a:pt x="49150" y="184916"/>
                      </a:cubicBezTo>
                      <a:cubicBezTo>
                        <a:pt x="51913" y="189012"/>
                        <a:pt x="57342" y="191012"/>
                        <a:pt x="62104" y="189774"/>
                      </a:cubicBezTo>
                      <a:cubicBezTo>
                        <a:pt x="63724" y="203585"/>
                        <a:pt x="72391" y="216348"/>
                        <a:pt x="84488" y="223016"/>
                      </a:cubicBezTo>
                      <a:cubicBezTo>
                        <a:pt x="96680" y="229684"/>
                        <a:pt x="112015" y="230160"/>
                        <a:pt x="124588" y="224254"/>
                      </a:cubicBezTo>
                      <a:cubicBezTo>
                        <a:pt x="122493" y="226350"/>
                        <a:pt x="120302" y="228636"/>
                        <a:pt x="119636" y="231493"/>
                      </a:cubicBezTo>
                      <a:cubicBezTo>
                        <a:pt x="118969" y="234351"/>
                        <a:pt x="120683" y="237970"/>
                        <a:pt x="123636" y="238256"/>
                      </a:cubicBezTo>
                      <a:cubicBezTo>
                        <a:pt x="124874" y="238351"/>
                        <a:pt x="126112" y="237875"/>
                        <a:pt x="127446" y="237589"/>
                      </a:cubicBezTo>
                      <a:cubicBezTo>
                        <a:pt x="132113" y="236827"/>
                        <a:pt x="136304" y="240352"/>
                        <a:pt x="140114" y="243114"/>
                      </a:cubicBezTo>
                      <a:cubicBezTo>
                        <a:pt x="150592" y="250543"/>
                        <a:pt x="163450" y="253687"/>
                        <a:pt x="175928" y="256735"/>
                      </a:cubicBezTo>
                      <a:cubicBezTo>
                        <a:pt x="186787" y="259402"/>
                        <a:pt x="198598" y="261878"/>
                        <a:pt x="208980" y="257496"/>
                      </a:cubicBezTo>
                      <a:cubicBezTo>
                        <a:pt x="208789" y="244828"/>
                        <a:pt x="208599" y="232160"/>
                        <a:pt x="208408" y="219396"/>
                      </a:cubicBezTo>
                      <a:cubicBezTo>
                        <a:pt x="208313" y="216063"/>
                        <a:pt x="208313" y="212729"/>
                        <a:pt x="208885" y="209395"/>
                      </a:cubicBezTo>
                      <a:cubicBezTo>
                        <a:pt x="209456" y="205871"/>
                        <a:pt x="210694" y="202632"/>
                        <a:pt x="211647" y="199203"/>
                      </a:cubicBezTo>
                      <a:cubicBezTo>
                        <a:pt x="216219" y="183297"/>
                        <a:pt x="215076" y="166247"/>
                        <a:pt x="212599" y="149769"/>
                      </a:cubicBezTo>
                      <a:cubicBezTo>
                        <a:pt x="211361" y="141482"/>
                        <a:pt x="207742" y="131290"/>
                        <a:pt x="199455" y="130528"/>
                      </a:cubicBezTo>
                      <a:cubicBezTo>
                        <a:pt x="201360" y="125766"/>
                        <a:pt x="202979" y="120337"/>
                        <a:pt x="200979" y="115574"/>
                      </a:cubicBezTo>
                      <a:cubicBezTo>
                        <a:pt x="198883" y="110907"/>
                        <a:pt x="191168" y="108906"/>
                        <a:pt x="188787" y="113478"/>
                      </a:cubicBezTo>
                      <a:cubicBezTo>
                        <a:pt x="188978" y="88904"/>
                        <a:pt x="177928" y="64425"/>
                        <a:pt x="159355" y="48232"/>
                      </a:cubicBezTo>
                      <a:cubicBezTo>
                        <a:pt x="154306" y="43851"/>
                        <a:pt x="147258" y="39850"/>
                        <a:pt x="141067" y="42517"/>
                      </a:cubicBezTo>
                      <a:cubicBezTo>
                        <a:pt x="144115" y="41184"/>
                        <a:pt x="134685" y="23944"/>
                        <a:pt x="124969" y="33564"/>
                      </a:cubicBezTo>
                      <a:cubicBezTo>
                        <a:pt x="120874" y="20610"/>
                        <a:pt x="117635" y="13942"/>
                        <a:pt x="105157" y="7656"/>
                      </a:cubicBezTo>
                      <a:cubicBezTo>
                        <a:pt x="90394" y="321"/>
                        <a:pt x="74011" y="-2155"/>
                        <a:pt x="58104" y="2036"/>
                      </a:cubicBezTo>
                      <a:close/>
                    </a:path>
                  </a:pathLst>
                </a:custGeom>
                <a:solidFill>
                  <a:srgbClr val="F4D33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22" name="Forme libre : forme 9321">
                  <a:extLst>
                    <a:ext uri="{FF2B5EF4-FFF2-40B4-BE49-F238E27FC236}">
                      <a16:creationId xmlns:a16="http://schemas.microsoft.com/office/drawing/2014/main" id="{2A684C3A-3706-4D5F-9001-DD368A014A9C}"/>
                    </a:ext>
                  </a:extLst>
                </p:cNvPr>
                <p:cNvSpPr/>
                <p:nvPr/>
              </p:nvSpPr>
              <p:spPr>
                <a:xfrm>
                  <a:off x="2395254" y="3253037"/>
                  <a:ext cx="214766" cy="259889"/>
                </a:xfrm>
                <a:custGeom>
                  <a:avLst/>
                  <a:gdLst>
                    <a:gd name="connsiteX0" fmla="*/ 58104 w 214766"/>
                    <a:gd name="connsiteY0" fmla="*/ 2036 h 259889"/>
                    <a:gd name="connsiteX1" fmla="*/ 9050 w 214766"/>
                    <a:gd name="connsiteY1" fmla="*/ 44518 h 259889"/>
                    <a:gd name="connsiteX2" fmla="*/ 2383 w 214766"/>
                    <a:gd name="connsiteY2" fmla="*/ 110049 h 259889"/>
                    <a:gd name="connsiteX3" fmla="*/ 6574 w 214766"/>
                    <a:gd name="connsiteY3" fmla="*/ 118527 h 259889"/>
                    <a:gd name="connsiteX4" fmla="*/ 14384 w 214766"/>
                    <a:gd name="connsiteY4" fmla="*/ 116431 h 259889"/>
                    <a:gd name="connsiteX5" fmla="*/ 20480 w 214766"/>
                    <a:gd name="connsiteY5" fmla="*/ 152436 h 259889"/>
                    <a:gd name="connsiteX6" fmla="*/ 49341 w 214766"/>
                    <a:gd name="connsiteY6" fmla="*/ 171105 h 259889"/>
                    <a:gd name="connsiteX7" fmla="*/ 49150 w 214766"/>
                    <a:gd name="connsiteY7" fmla="*/ 184916 h 259889"/>
                    <a:gd name="connsiteX8" fmla="*/ 62104 w 214766"/>
                    <a:gd name="connsiteY8" fmla="*/ 189774 h 259889"/>
                    <a:gd name="connsiteX9" fmla="*/ 84488 w 214766"/>
                    <a:gd name="connsiteY9" fmla="*/ 223016 h 259889"/>
                    <a:gd name="connsiteX10" fmla="*/ 124588 w 214766"/>
                    <a:gd name="connsiteY10" fmla="*/ 224254 h 259889"/>
                    <a:gd name="connsiteX11" fmla="*/ 119636 w 214766"/>
                    <a:gd name="connsiteY11" fmla="*/ 231493 h 259889"/>
                    <a:gd name="connsiteX12" fmla="*/ 123636 w 214766"/>
                    <a:gd name="connsiteY12" fmla="*/ 238256 h 259889"/>
                    <a:gd name="connsiteX13" fmla="*/ 127446 w 214766"/>
                    <a:gd name="connsiteY13" fmla="*/ 237589 h 259889"/>
                    <a:gd name="connsiteX14" fmla="*/ 140114 w 214766"/>
                    <a:gd name="connsiteY14" fmla="*/ 243114 h 259889"/>
                    <a:gd name="connsiteX15" fmla="*/ 175928 w 214766"/>
                    <a:gd name="connsiteY15" fmla="*/ 256735 h 259889"/>
                    <a:gd name="connsiteX16" fmla="*/ 208980 w 214766"/>
                    <a:gd name="connsiteY16" fmla="*/ 257496 h 259889"/>
                    <a:gd name="connsiteX17" fmla="*/ 208408 w 214766"/>
                    <a:gd name="connsiteY17" fmla="*/ 219396 h 259889"/>
                    <a:gd name="connsiteX18" fmla="*/ 208885 w 214766"/>
                    <a:gd name="connsiteY18" fmla="*/ 209395 h 259889"/>
                    <a:gd name="connsiteX19" fmla="*/ 211647 w 214766"/>
                    <a:gd name="connsiteY19" fmla="*/ 199203 h 259889"/>
                    <a:gd name="connsiteX20" fmla="*/ 212599 w 214766"/>
                    <a:gd name="connsiteY20" fmla="*/ 149769 h 259889"/>
                    <a:gd name="connsiteX21" fmla="*/ 199455 w 214766"/>
                    <a:gd name="connsiteY21" fmla="*/ 130528 h 259889"/>
                    <a:gd name="connsiteX22" fmla="*/ 200979 w 214766"/>
                    <a:gd name="connsiteY22" fmla="*/ 115574 h 259889"/>
                    <a:gd name="connsiteX23" fmla="*/ 188787 w 214766"/>
                    <a:gd name="connsiteY23" fmla="*/ 113478 h 259889"/>
                    <a:gd name="connsiteX24" fmla="*/ 159355 w 214766"/>
                    <a:gd name="connsiteY24" fmla="*/ 48232 h 259889"/>
                    <a:gd name="connsiteX25" fmla="*/ 141067 w 214766"/>
                    <a:gd name="connsiteY25" fmla="*/ 42517 h 259889"/>
                    <a:gd name="connsiteX26" fmla="*/ 124969 w 214766"/>
                    <a:gd name="connsiteY26" fmla="*/ 33564 h 259889"/>
                    <a:gd name="connsiteX27" fmla="*/ 105157 w 214766"/>
                    <a:gd name="connsiteY27" fmla="*/ 7656 h 259889"/>
                    <a:gd name="connsiteX28" fmla="*/ 58104 w 214766"/>
                    <a:gd name="connsiteY28" fmla="*/ 2036 h 259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14766" h="259889">
                      <a:moveTo>
                        <a:pt x="58104" y="2036"/>
                      </a:moveTo>
                      <a:cubicBezTo>
                        <a:pt x="36482" y="7751"/>
                        <a:pt x="18575" y="24324"/>
                        <a:pt x="9050" y="44518"/>
                      </a:cubicBezTo>
                      <a:cubicBezTo>
                        <a:pt x="-475" y="64711"/>
                        <a:pt x="-2094" y="88142"/>
                        <a:pt x="2383" y="110049"/>
                      </a:cubicBezTo>
                      <a:cubicBezTo>
                        <a:pt x="3049" y="113193"/>
                        <a:pt x="3907" y="116622"/>
                        <a:pt x="6574" y="118527"/>
                      </a:cubicBezTo>
                      <a:cubicBezTo>
                        <a:pt x="9145" y="120432"/>
                        <a:pt x="13813" y="119574"/>
                        <a:pt x="14384" y="116431"/>
                      </a:cubicBezTo>
                      <a:cubicBezTo>
                        <a:pt x="14765" y="128719"/>
                        <a:pt x="15241" y="141291"/>
                        <a:pt x="20480" y="152436"/>
                      </a:cubicBezTo>
                      <a:cubicBezTo>
                        <a:pt x="25719" y="163485"/>
                        <a:pt x="37244" y="172629"/>
                        <a:pt x="49341" y="171105"/>
                      </a:cubicBezTo>
                      <a:cubicBezTo>
                        <a:pt x="46483" y="175105"/>
                        <a:pt x="46388" y="180915"/>
                        <a:pt x="49150" y="184916"/>
                      </a:cubicBezTo>
                      <a:cubicBezTo>
                        <a:pt x="51913" y="189012"/>
                        <a:pt x="57342" y="191012"/>
                        <a:pt x="62104" y="189774"/>
                      </a:cubicBezTo>
                      <a:cubicBezTo>
                        <a:pt x="63724" y="203585"/>
                        <a:pt x="72391" y="216348"/>
                        <a:pt x="84488" y="223016"/>
                      </a:cubicBezTo>
                      <a:cubicBezTo>
                        <a:pt x="96680" y="229684"/>
                        <a:pt x="112015" y="230160"/>
                        <a:pt x="124588" y="224254"/>
                      </a:cubicBezTo>
                      <a:cubicBezTo>
                        <a:pt x="122493" y="226350"/>
                        <a:pt x="120302" y="228636"/>
                        <a:pt x="119636" y="231493"/>
                      </a:cubicBezTo>
                      <a:cubicBezTo>
                        <a:pt x="118969" y="234351"/>
                        <a:pt x="120683" y="237970"/>
                        <a:pt x="123636" y="238256"/>
                      </a:cubicBezTo>
                      <a:cubicBezTo>
                        <a:pt x="124874" y="238351"/>
                        <a:pt x="126112" y="237875"/>
                        <a:pt x="127446" y="237589"/>
                      </a:cubicBezTo>
                      <a:cubicBezTo>
                        <a:pt x="132113" y="236827"/>
                        <a:pt x="136304" y="240352"/>
                        <a:pt x="140114" y="243114"/>
                      </a:cubicBezTo>
                      <a:cubicBezTo>
                        <a:pt x="150592" y="250543"/>
                        <a:pt x="163450" y="253687"/>
                        <a:pt x="175928" y="256735"/>
                      </a:cubicBezTo>
                      <a:cubicBezTo>
                        <a:pt x="186787" y="259402"/>
                        <a:pt x="198598" y="261878"/>
                        <a:pt x="208980" y="257496"/>
                      </a:cubicBezTo>
                      <a:cubicBezTo>
                        <a:pt x="208789" y="244828"/>
                        <a:pt x="208599" y="232160"/>
                        <a:pt x="208408" y="219396"/>
                      </a:cubicBezTo>
                      <a:cubicBezTo>
                        <a:pt x="208313" y="216063"/>
                        <a:pt x="208313" y="212729"/>
                        <a:pt x="208885" y="209395"/>
                      </a:cubicBezTo>
                      <a:cubicBezTo>
                        <a:pt x="209456" y="205871"/>
                        <a:pt x="210694" y="202632"/>
                        <a:pt x="211647" y="199203"/>
                      </a:cubicBezTo>
                      <a:cubicBezTo>
                        <a:pt x="216219" y="183297"/>
                        <a:pt x="215076" y="166247"/>
                        <a:pt x="212599" y="149769"/>
                      </a:cubicBezTo>
                      <a:cubicBezTo>
                        <a:pt x="211361" y="141482"/>
                        <a:pt x="207742" y="131290"/>
                        <a:pt x="199455" y="130528"/>
                      </a:cubicBezTo>
                      <a:cubicBezTo>
                        <a:pt x="201360" y="125766"/>
                        <a:pt x="202979" y="120337"/>
                        <a:pt x="200979" y="115574"/>
                      </a:cubicBezTo>
                      <a:cubicBezTo>
                        <a:pt x="198883" y="110907"/>
                        <a:pt x="191168" y="108906"/>
                        <a:pt x="188787" y="113478"/>
                      </a:cubicBezTo>
                      <a:cubicBezTo>
                        <a:pt x="188978" y="88904"/>
                        <a:pt x="177928" y="64425"/>
                        <a:pt x="159355" y="48232"/>
                      </a:cubicBezTo>
                      <a:cubicBezTo>
                        <a:pt x="154306" y="43851"/>
                        <a:pt x="147258" y="39850"/>
                        <a:pt x="141067" y="42517"/>
                      </a:cubicBezTo>
                      <a:cubicBezTo>
                        <a:pt x="144115" y="41184"/>
                        <a:pt x="134685" y="23944"/>
                        <a:pt x="124969" y="33564"/>
                      </a:cubicBezTo>
                      <a:cubicBezTo>
                        <a:pt x="120874" y="20610"/>
                        <a:pt x="117635" y="13942"/>
                        <a:pt x="105157" y="7656"/>
                      </a:cubicBezTo>
                      <a:cubicBezTo>
                        <a:pt x="90394" y="321"/>
                        <a:pt x="74011" y="-2155"/>
                        <a:pt x="58104" y="2036"/>
                      </a:cubicBezTo>
                      <a:close/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23" name="Forme libre : forme 9322">
                  <a:extLst>
                    <a:ext uri="{FF2B5EF4-FFF2-40B4-BE49-F238E27FC236}">
                      <a16:creationId xmlns:a16="http://schemas.microsoft.com/office/drawing/2014/main" id="{B31B1166-EAF8-47EE-B6CF-43A0D1C6258A}"/>
                    </a:ext>
                  </a:extLst>
                </p:cNvPr>
                <p:cNvSpPr/>
                <p:nvPr/>
              </p:nvSpPr>
              <p:spPr>
                <a:xfrm>
                  <a:off x="2409543" y="3286506"/>
                  <a:ext cx="110489" cy="82772"/>
                </a:xfrm>
                <a:custGeom>
                  <a:avLst/>
                  <a:gdLst>
                    <a:gd name="connsiteX0" fmla="*/ 110490 w 110489"/>
                    <a:gd name="connsiteY0" fmla="*/ 0 h 82772"/>
                    <a:gd name="connsiteX1" fmla="*/ 60960 w 110489"/>
                    <a:gd name="connsiteY1" fmla="*/ 32671 h 82772"/>
                    <a:gd name="connsiteX2" fmla="*/ 0 w 110489"/>
                    <a:gd name="connsiteY2" fmla="*/ 82772 h 82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0489" h="82772">
                      <a:moveTo>
                        <a:pt x="110490" y="0"/>
                      </a:moveTo>
                      <a:cubicBezTo>
                        <a:pt x="110490" y="0"/>
                        <a:pt x="88106" y="17240"/>
                        <a:pt x="60960" y="32671"/>
                      </a:cubicBezTo>
                      <a:cubicBezTo>
                        <a:pt x="33814" y="48101"/>
                        <a:pt x="8001" y="62865"/>
                        <a:pt x="0" y="82772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24" name="Forme libre : forme 9323">
                  <a:extLst>
                    <a:ext uri="{FF2B5EF4-FFF2-40B4-BE49-F238E27FC236}">
                      <a16:creationId xmlns:a16="http://schemas.microsoft.com/office/drawing/2014/main" id="{BA1AA958-40A4-49CB-8FA3-C09E9C231D66}"/>
                    </a:ext>
                  </a:extLst>
                </p:cNvPr>
                <p:cNvSpPr/>
                <p:nvPr/>
              </p:nvSpPr>
              <p:spPr>
                <a:xfrm>
                  <a:off x="2444500" y="3295554"/>
                  <a:ext cx="91630" cy="128492"/>
                </a:xfrm>
                <a:custGeom>
                  <a:avLst/>
                  <a:gdLst>
                    <a:gd name="connsiteX0" fmla="*/ 0 w 91630"/>
                    <a:gd name="connsiteY0" fmla="*/ 128492 h 128492"/>
                    <a:gd name="connsiteX1" fmla="*/ 36862 w 91630"/>
                    <a:gd name="connsiteY1" fmla="*/ 79724 h 128492"/>
                    <a:gd name="connsiteX2" fmla="*/ 91630 w 91630"/>
                    <a:gd name="connsiteY2" fmla="*/ 0 h 128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1630" h="128492">
                      <a:moveTo>
                        <a:pt x="0" y="128492"/>
                      </a:moveTo>
                      <a:cubicBezTo>
                        <a:pt x="0" y="128492"/>
                        <a:pt x="23146" y="99346"/>
                        <a:pt x="36862" y="79724"/>
                      </a:cubicBezTo>
                      <a:cubicBezTo>
                        <a:pt x="50578" y="60103"/>
                        <a:pt x="88202" y="3048"/>
                        <a:pt x="91630" y="0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25" name="Forme libre : forme 9324">
                  <a:extLst>
                    <a:ext uri="{FF2B5EF4-FFF2-40B4-BE49-F238E27FC236}">
                      <a16:creationId xmlns:a16="http://schemas.microsoft.com/office/drawing/2014/main" id="{1C3AF030-1038-4068-B5D1-065C52F8ECF8}"/>
                    </a:ext>
                  </a:extLst>
                </p:cNvPr>
                <p:cNvSpPr/>
                <p:nvPr/>
              </p:nvSpPr>
              <p:spPr>
                <a:xfrm>
                  <a:off x="2457263" y="3366420"/>
                  <a:ext cx="126491" cy="76295"/>
                </a:xfrm>
                <a:custGeom>
                  <a:avLst/>
                  <a:gdLst>
                    <a:gd name="connsiteX0" fmla="*/ 126492 w 126491"/>
                    <a:gd name="connsiteY0" fmla="*/ 0 h 76295"/>
                    <a:gd name="connsiteX1" fmla="*/ 36576 w 126491"/>
                    <a:gd name="connsiteY1" fmla="*/ 50292 h 76295"/>
                    <a:gd name="connsiteX2" fmla="*/ 0 w 126491"/>
                    <a:gd name="connsiteY2" fmla="*/ 76295 h 76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6491" h="76295">
                      <a:moveTo>
                        <a:pt x="126492" y="0"/>
                      </a:moveTo>
                      <a:cubicBezTo>
                        <a:pt x="126492" y="0"/>
                        <a:pt x="50959" y="42672"/>
                        <a:pt x="36576" y="50292"/>
                      </a:cubicBezTo>
                      <a:cubicBezTo>
                        <a:pt x="22098" y="57912"/>
                        <a:pt x="0" y="76295"/>
                        <a:pt x="0" y="76295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26" name="Forme libre : forme 9325">
                  <a:extLst>
                    <a:ext uri="{FF2B5EF4-FFF2-40B4-BE49-F238E27FC236}">
                      <a16:creationId xmlns:a16="http://schemas.microsoft.com/office/drawing/2014/main" id="{B94E113E-E7D9-4158-B631-A9FB51E0DA67}"/>
                    </a:ext>
                  </a:extLst>
                </p:cNvPr>
                <p:cNvSpPr/>
                <p:nvPr/>
              </p:nvSpPr>
              <p:spPr>
                <a:xfrm>
                  <a:off x="2519652" y="3383470"/>
                  <a:ext cx="74771" cy="93725"/>
                </a:xfrm>
                <a:custGeom>
                  <a:avLst/>
                  <a:gdLst>
                    <a:gd name="connsiteX0" fmla="*/ 74771 w 74771"/>
                    <a:gd name="connsiteY0" fmla="*/ 0 h 93725"/>
                    <a:gd name="connsiteX1" fmla="*/ 32575 w 74771"/>
                    <a:gd name="connsiteY1" fmla="*/ 55340 h 93725"/>
                    <a:gd name="connsiteX2" fmla="*/ 0 w 74771"/>
                    <a:gd name="connsiteY2" fmla="*/ 93726 h 93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4771" h="93725">
                      <a:moveTo>
                        <a:pt x="74771" y="0"/>
                      </a:moveTo>
                      <a:cubicBezTo>
                        <a:pt x="74771" y="0"/>
                        <a:pt x="42100" y="44863"/>
                        <a:pt x="32575" y="55340"/>
                      </a:cubicBezTo>
                      <a:cubicBezTo>
                        <a:pt x="23050" y="65818"/>
                        <a:pt x="0" y="93726"/>
                        <a:pt x="0" y="93726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27" name="Forme libre : forme 9326">
                  <a:extLst>
                    <a:ext uri="{FF2B5EF4-FFF2-40B4-BE49-F238E27FC236}">
                      <a16:creationId xmlns:a16="http://schemas.microsoft.com/office/drawing/2014/main" id="{2C86E3D8-1AB2-4EE7-92A3-724068960568}"/>
                    </a:ext>
                  </a:extLst>
                </p:cNvPr>
                <p:cNvSpPr/>
                <p:nvPr/>
              </p:nvSpPr>
              <p:spPr>
                <a:xfrm>
                  <a:off x="2522605" y="3460051"/>
                  <a:ext cx="80676" cy="30479"/>
                </a:xfrm>
                <a:custGeom>
                  <a:avLst/>
                  <a:gdLst>
                    <a:gd name="connsiteX0" fmla="*/ 0 w 80676"/>
                    <a:gd name="connsiteY0" fmla="*/ 30480 h 30479"/>
                    <a:gd name="connsiteX1" fmla="*/ 80677 w 80676"/>
                    <a:gd name="connsiteY1" fmla="*/ 0 h 30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0676" h="30479">
                      <a:moveTo>
                        <a:pt x="0" y="30480"/>
                      </a:moveTo>
                      <a:cubicBezTo>
                        <a:pt x="0" y="30480"/>
                        <a:pt x="44291" y="18097"/>
                        <a:pt x="80677" y="0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28" name="Forme libre : forme 9327">
                  <a:extLst>
                    <a:ext uri="{FF2B5EF4-FFF2-40B4-BE49-F238E27FC236}">
                      <a16:creationId xmlns:a16="http://schemas.microsoft.com/office/drawing/2014/main" id="{A74B33B2-A973-40FE-9AC9-7AA917746E39}"/>
                    </a:ext>
                  </a:extLst>
                </p:cNvPr>
                <p:cNvSpPr/>
                <p:nvPr/>
              </p:nvSpPr>
              <p:spPr>
                <a:xfrm rot="-1256500">
                  <a:off x="2448863" y="3280666"/>
                  <a:ext cx="24954" cy="11810"/>
                </a:xfrm>
                <a:custGeom>
                  <a:avLst/>
                  <a:gdLst>
                    <a:gd name="connsiteX0" fmla="*/ 24954 w 24954"/>
                    <a:gd name="connsiteY0" fmla="*/ 5905 h 11810"/>
                    <a:gd name="connsiteX1" fmla="*/ 12477 w 24954"/>
                    <a:gd name="connsiteY1" fmla="*/ 11810 h 11810"/>
                    <a:gd name="connsiteX2" fmla="*/ 0 w 24954"/>
                    <a:gd name="connsiteY2" fmla="*/ 5905 h 11810"/>
                    <a:gd name="connsiteX3" fmla="*/ 12477 w 24954"/>
                    <a:gd name="connsiteY3" fmla="*/ 0 h 11810"/>
                    <a:gd name="connsiteX4" fmla="*/ 24954 w 24954"/>
                    <a:gd name="connsiteY4" fmla="*/ 5905 h 11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54" h="11810">
                      <a:moveTo>
                        <a:pt x="24954" y="5905"/>
                      </a:moveTo>
                      <a:cubicBezTo>
                        <a:pt x="24954" y="9166"/>
                        <a:pt x="19368" y="11810"/>
                        <a:pt x="12477" y="11810"/>
                      </a:cubicBezTo>
                      <a:cubicBezTo>
                        <a:pt x="5586" y="11810"/>
                        <a:pt x="0" y="9166"/>
                        <a:pt x="0" y="5905"/>
                      </a:cubicBezTo>
                      <a:cubicBezTo>
                        <a:pt x="0" y="2644"/>
                        <a:pt x="5586" y="0"/>
                        <a:pt x="12477" y="0"/>
                      </a:cubicBezTo>
                      <a:cubicBezTo>
                        <a:pt x="19368" y="0"/>
                        <a:pt x="24954" y="2644"/>
                        <a:pt x="24954" y="5905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29" name="Forme libre : forme 9328">
                  <a:extLst>
                    <a:ext uri="{FF2B5EF4-FFF2-40B4-BE49-F238E27FC236}">
                      <a16:creationId xmlns:a16="http://schemas.microsoft.com/office/drawing/2014/main" id="{3B7FCEB9-6D47-4BF0-A1C8-878C0C466657}"/>
                    </a:ext>
                  </a:extLst>
                </p:cNvPr>
                <p:cNvSpPr/>
                <p:nvPr/>
              </p:nvSpPr>
              <p:spPr>
                <a:xfrm rot="-2850514">
                  <a:off x="2426822" y="3374427"/>
                  <a:ext cx="24575" cy="12763"/>
                </a:xfrm>
                <a:custGeom>
                  <a:avLst/>
                  <a:gdLst>
                    <a:gd name="connsiteX0" fmla="*/ 24575 w 24575"/>
                    <a:gd name="connsiteY0" fmla="*/ 6382 h 12763"/>
                    <a:gd name="connsiteX1" fmla="*/ 12287 w 24575"/>
                    <a:gd name="connsiteY1" fmla="*/ 12764 h 12763"/>
                    <a:gd name="connsiteX2" fmla="*/ 0 w 24575"/>
                    <a:gd name="connsiteY2" fmla="*/ 6382 h 12763"/>
                    <a:gd name="connsiteX3" fmla="*/ 12287 w 24575"/>
                    <a:gd name="connsiteY3" fmla="*/ 0 h 12763"/>
                    <a:gd name="connsiteX4" fmla="*/ 24575 w 24575"/>
                    <a:gd name="connsiteY4" fmla="*/ 6382 h 12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75" h="12763">
                      <a:moveTo>
                        <a:pt x="24575" y="6382"/>
                      </a:moveTo>
                      <a:cubicBezTo>
                        <a:pt x="24575" y="9907"/>
                        <a:pt x="19074" y="12764"/>
                        <a:pt x="12287" y="12764"/>
                      </a:cubicBezTo>
                      <a:cubicBezTo>
                        <a:pt x="5501" y="12764"/>
                        <a:pt x="0" y="9907"/>
                        <a:pt x="0" y="6382"/>
                      </a:cubicBezTo>
                      <a:cubicBezTo>
                        <a:pt x="0" y="2857"/>
                        <a:pt x="5501" y="0"/>
                        <a:pt x="12287" y="0"/>
                      </a:cubicBezTo>
                      <a:cubicBezTo>
                        <a:pt x="19074" y="0"/>
                        <a:pt x="24575" y="2857"/>
                        <a:pt x="24575" y="6382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30" name="Forme libre : forme 9329">
                  <a:extLst>
                    <a:ext uri="{FF2B5EF4-FFF2-40B4-BE49-F238E27FC236}">
                      <a16:creationId xmlns:a16="http://schemas.microsoft.com/office/drawing/2014/main" id="{002E4182-FF03-4F80-BC48-870B865CE137}"/>
                    </a:ext>
                  </a:extLst>
                </p:cNvPr>
                <p:cNvSpPr/>
                <p:nvPr/>
              </p:nvSpPr>
              <p:spPr>
                <a:xfrm rot="-1256500">
                  <a:off x="2528944" y="3342553"/>
                  <a:ext cx="26859" cy="15429"/>
                </a:xfrm>
                <a:custGeom>
                  <a:avLst/>
                  <a:gdLst>
                    <a:gd name="connsiteX0" fmla="*/ 26859 w 26859"/>
                    <a:gd name="connsiteY0" fmla="*/ 7715 h 15429"/>
                    <a:gd name="connsiteX1" fmla="*/ 13429 w 26859"/>
                    <a:gd name="connsiteY1" fmla="*/ 15430 h 15429"/>
                    <a:gd name="connsiteX2" fmla="*/ 0 w 26859"/>
                    <a:gd name="connsiteY2" fmla="*/ 7715 h 15429"/>
                    <a:gd name="connsiteX3" fmla="*/ 13429 w 26859"/>
                    <a:gd name="connsiteY3" fmla="*/ 0 h 15429"/>
                    <a:gd name="connsiteX4" fmla="*/ 26859 w 26859"/>
                    <a:gd name="connsiteY4" fmla="*/ 7715 h 15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859" h="15429">
                      <a:moveTo>
                        <a:pt x="26859" y="7715"/>
                      </a:moveTo>
                      <a:cubicBezTo>
                        <a:pt x="26859" y="11976"/>
                        <a:pt x="20846" y="15430"/>
                        <a:pt x="13429" y="15430"/>
                      </a:cubicBezTo>
                      <a:cubicBezTo>
                        <a:pt x="6013" y="15430"/>
                        <a:pt x="0" y="11976"/>
                        <a:pt x="0" y="7715"/>
                      </a:cubicBezTo>
                      <a:cubicBezTo>
                        <a:pt x="0" y="3454"/>
                        <a:pt x="6013" y="0"/>
                        <a:pt x="13429" y="0"/>
                      </a:cubicBezTo>
                      <a:cubicBezTo>
                        <a:pt x="20846" y="0"/>
                        <a:pt x="26859" y="3454"/>
                        <a:pt x="26859" y="7715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31" name="Forme libre : forme 9330">
                  <a:extLst>
                    <a:ext uri="{FF2B5EF4-FFF2-40B4-BE49-F238E27FC236}">
                      <a16:creationId xmlns:a16="http://schemas.microsoft.com/office/drawing/2014/main" id="{FC5D3DCD-3885-4350-90F6-C8379F3A6221}"/>
                    </a:ext>
                  </a:extLst>
                </p:cNvPr>
                <p:cNvSpPr/>
                <p:nvPr/>
              </p:nvSpPr>
              <p:spPr>
                <a:xfrm rot="-1256500">
                  <a:off x="2489136" y="3442092"/>
                  <a:ext cx="19811" cy="13143"/>
                </a:xfrm>
                <a:custGeom>
                  <a:avLst/>
                  <a:gdLst>
                    <a:gd name="connsiteX0" fmla="*/ 19811 w 19811"/>
                    <a:gd name="connsiteY0" fmla="*/ 6572 h 13143"/>
                    <a:gd name="connsiteX1" fmla="*/ 9905 w 19811"/>
                    <a:gd name="connsiteY1" fmla="*/ 13144 h 13143"/>
                    <a:gd name="connsiteX2" fmla="*/ 0 w 19811"/>
                    <a:gd name="connsiteY2" fmla="*/ 6572 h 13143"/>
                    <a:gd name="connsiteX3" fmla="*/ 9905 w 19811"/>
                    <a:gd name="connsiteY3" fmla="*/ 0 h 13143"/>
                    <a:gd name="connsiteX4" fmla="*/ 19811 w 19811"/>
                    <a:gd name="connsiteY4" fmla="*/ 6572 h 13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11" h="13143">
                      <a:moveTo>
                        <a:pt x="19811" y="6572"/>
                      </a:moveTo>
                      <a:cubicBezTo>
                        <a:pt x="19811" y="10202"/>
                        <a:pt x="15376" y="13144"/>
                        <a:pt x="9905" y="13144"/>
                      </a:cubicBezTo>
                      <a:cubicBezTo>
                        <a:pt x="4435" y="13144"/>
                        <a:pt x="0" y="10202"/>
                        <a:pt x="0" y="6572"/>
                      </a:cubicBezTo>
                      <a:cubicBezTo>
                        <a:pt x="0" y="2942"/>
                        <a:pt x="4435" y="0"/>
                        <a:pt x="9905" y="0"/>
                      </a:cubicBezTo>
                      <a:cubicBezTo>
                        <a:pt x="15376" y="0"/>
                        <a:pt x="19811" y="2942"/>
                        <a:pt x="19811" y="6572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32" name="Forme libre : forme 9331">
                  <a:extLst>
                    <a:ext uri="{FF2B5EF4-FFF2-40B4-BE49-F238E27FC236}">
                      <a16:creationId xmlns:a16="http://schemas.microsoft.com/office/drawing/2014/main" id="{1673B5F1-683A-47D6-824B-FA8CA96C2F5F}"/>
                    </a:ext>
                  </a:extLst>
                </p:cNvPr>
                <p:cNvSpPr/>
                <p:nvPr/>
              </p:nvSpPr>
              <p:spPr>
                <a:xfrm rot="-2378915">
                  <a:off x="2575044" y="3429946"/>
                  <a:ext cx="16955" cy="11049"/>
                </a:xfrm>
                <a:custGeom>
                  <a:avLst/>
                  <a:gdLst>
                    <a:gd name="connsiteX0" fmla="*/ 16955 w 16955"/>
                    <a:gd name="connsiteY0" fmla="*/ 5525 h 11049"/>
                    <a:gd name="connsiteX1" fmla="*/ 8477 w 16955"/>
                    <a:gd name="connsiteY1" fmla="*/ 11049 h 11049"/>
                    <a:gd name="connsiteX2" fmla="*/ 0 w 16955"/>
                    <a:gd name="connsiteY2" fmla="*/ 5525 h 11049"/>
                    <a:gd name="connsiteX3" fmla="*/ 8477 w 16955"/>
                    <a:gd name="connsiteY3" fmla="*/ 0 h 11049"/>
                    <a:gd name="connsiteX4" fmla="*/ 16955 w 16955"/>
                    <a:gd name="connsiteY4" fmla="*/ 5525 h 11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55" h="11049">
                      <a:moveTo>
                        <a:pt x="16955" y="5525"/>
                      </a:moveTo>
                      <a:cubicBezTo>
                        <a:pt x="16955" y="8576"/>
                        <a:pt x="13160" y="11049"/>
                        <a:pt x="8477" y="11049"/>
                      </a:cubicBezTo>
                      <a:cubicBezTo>
                        <a:pt x="3795" y="11049"/>
                        <a:pt x="0" y="8576"/>
                        <a:pt x="0" y="5525"/>
                      </a:cubicBezTo>
                      <a:cubicBezTo>
                        <a:pt x="0" y="2474"/>
                        <a:pt x="3795" y="0"/>
                        <a:pt x="8477" y="0"/>
                      </a:cubicBezTo>
                      <a:cubicBezTo>
                        <a:pt x="13160" y="0"/>
                        <a:pt x="16955" y="2474"/>
                        <a:pt x="16955" y="5525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33" name="Forme libre : forme 9332">
                  <a:extLst>
                    <a:ext uri="{FF2B5EF4-FFF2-40B4-BE49-F238E27FC236}">
                      <a16:creationId xmlns:a16="http://schemas.microsoft.com/office/drawing/2014/main" id="{13158644-41D3-4770-B208-953D78BC1683}"/>
                    </a:ext>
                  </a:extLst>
                </p:cNvPr>
                <p:cNvSpPr/>
                <p:nvPr/>
              </p:nvSpPr>
              <p:spPr>
                <a:xfrm>
                  <a:off x="2402847" y="3272125"/>
                  <a:ext cx="35829" cy="76069"/>
                </a:xfrm>
                <a:custGeom>
                  <a:avLst/>
                  <a:gdLst>
                    <a:gd name="connsiteX0" fmla="*/ 29 w 35829"/>
                    <a:gd name="connsiteY0" fmla="*/ 64578 h 76069"/>
                    <a:gd name="connsiteX1" fmla="*/ 1076 w 35829"/>
                    <a:gd name="connsiteY1" fmla="*/ 73150 h 76069"/>
                    <a:gd name="connsiteX2" fmla="*/ 2981 w 35829"/>
                    <a:gd name="connsiteY2" fmla="*/ 75627 h 76069"/>
                    <a:gd name="connsiteX3" fmla="*/ 9554 w 35829"/>
                    <a:gd name="connsiteY3" fmla="*/ 72960 h 76069"/>
                    <a:gd name="connsiteX4" fmla="*/ 18126 w 35829"/>
                    <a:gd name="connsiteY4" fmla="*/ 47528 h 76069"/>
                    <a:gd name="connsiteX5" fmla="*/ 31652 w 35829"/>
                    <a:gd name="connsiteY5" fmla="*/ 13143 h 76069"/>
                    <a:gd name="connsiteX6" fmla="*/ 31652 w 35829"/>
                    <a:gd name="connsiteY6" fmla="*/ 93 h 76069"/>
                    <a:gd name="connsiteX7" fmla="*/ 18983 w 35829"/>
                    <a:gd name="connsiteY7" fmla="*/ 12285 h 76069"/>
                    <a:gd name="connsiteX8" fmla="*/ 2791 w 35829"/>
                    <a:gd name="connsiteY8" fmla="*/ 44766 h 76069"/>
                    <a:gd name="connsiteX9" fmla="*/ 29 w 35829"/>
                    <a:gd name="connsiteY9" fmla="*/ 64578 h 76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829" h="76069">
                      <a:moveTo>
                        <a:pt x="29" y="64578"/>
                      </a:moveTo>
                      <a:cubicBezTo>
                        <a:pt x="-67" y="67435"/>
                        <a:pt x="29" y="70483"/>
                        <a:pt x="1076" y="73150"/>
                      </a:cubicBezTo>
                      <a:cubicBezTo>
                        <a:pt x="1457" y="74103"/>
                        <a:pt x="2029" y="75055"/>
                        <a:pt x="2981" y="75627"/>
                      </a:cubicBezTo>
                      <a:cubicBezTo>
                        <a:pt x="5267" y="76960"/>
                        <a:pt x="8029" y="75055"/>
                        <a:pt x="9554" y="72960"/>
                      </a:cubicBezTo>
                      <a:cubicBezTo>
                        <a:pt x="15078" y="65816"/>
                        <a:pt x="16221" y="56386"/>
                        <a:pt x="18126" y="47528"/>
                      </a:cubicBezTo>
                      <a:cubicBezTo>
                        <a:pt x="20793" y="35431"/>
                        <a:pt x="25365" y="23811"/>
                        <a:pt x="31652" y="13143"/>
                      </a:cubicBezTo>
                      <a:cubicBezTo>
                        <a:pt x="33366" y="10285"/>
                        <a:pt x="40129" y="-1145"/>
                        <a:pt x="31652" y="93"/>
                      </a:cubicBezTo>
                      <a:cubicBezTo>
                        <a:pt x="26889" y="855"/>
                        <a:pt x="21746" y="8761"/>
                        <a:pt x="18983" y="12285"/>
                      </a:cubicBezTo>
                      <a:cubicBezTo>
                        <a:pt x="11459" y="21905"/>
                        <a:pt x="5934" y="33050"/>
                        <a:pt x="2791" y="44766"/>
                      </a:cubicBezTo>
                      <a:cubicBezTo>
                        <a:pt x="1171" y="51243"/>
                        <a:pt x="219" y="57910"/>
                        <a:pt x="29" y="64578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34" name="Forme libre : forme 9333">
                  <a:extLst>
                    <a:ext uri="{FF2B5EF4-FFF2-40B4-BE49-F238E27FC236}">
                      <a16:creationId xmlns:a16="http://schemas.microsoft.com/office/drawing/2014/main" id="{E6610F87-B0D3-4405-BDFE-A3B4AB0328A1}"/>
                    </a:ext>
                  </a:extLst>
                </p:cNvPr>
                <p:cNvSpPr/>
                <p:nvPr/>
              </p:nvSpPr>
              <p:spPr>
                <a:xfrm>
                  <a:off x="2466023" y="3383375"/>
                  <a:ext cx="102873" cy="88422"/>
                </a:xfrm>
                <a:custGeom>
                  <a:avLst/>
                  <a:gdLst>
                    <a:gd name="connsiteX0" fmla="*/ 1813 w 102873"/>
                    <a:gd name="connsiteY0" fmla="*/ 70295 h 88422"/>
                    <a:gd name="connsiteX1" fmla="*/ 765 w 102873"/>
                    <a:gd name="connsiteY1" fmla="*/ 62008 h 88422"/>
                    <a:gd name="connsiteX2" fmla="*/ 2766 w 102873"/>
                    <a:gd name="connsiteY2" fmla="*/ 59912 h 88422"/>
                    <a:gd name="connsiteX3" fmla="*/ 24197 w 102873"/>
                    <a:gd name="connsiteY3" fmla="*/ 44863 h 88422"/>
                    <a:gd name="connsiteX4" fmla="*/ 47057 w 102873"/>
                    <a:gd name="connsiteY4" fmla="*/ 34385 h 88422"/>
                    <a:gd name="connsiteX5" fmla="*/ 102873 w 102873"/>
                    <a:gd name="connsiteY5" fmla="*/ 0 h 88422"/>
                    <a:gd name="connsiteX6" fmla="*/ 69917 w 102873"/>
                    <a:gd name="connsiteY6" fmla="*/ 22479 h 88422"/>
                    <a:gd name="connsiteX7" fmla="*/ 25054 w 102873"/>
                    <a:gd name="connsiteY7" fmla="*/ 53530 h 88422"/>
                    <a:gd name="connsiteX8" fmla="*/ 15815 w 102873"/>
                    <a:gd name="connsiteY8" fmla="*/ 64865 h 88422"/>
                    <a:gd name="connsiteX9" fmla="*/ 19149 w 102873"/>
                    <a:gd name="connsiteY9" fmla="*/ 76295 h 88422"/>
                    <a:gd name="connsiteX10" fmla="*/ 29055 w 102873"/>
                    <a:gd name="connsiteY10" fmla="*/ 85820 h 88422"/>
                    <a:gd name="connsiteX11" fmla="*/ 22292 w 102873"/>
                    <a:gd name="connsiteY11" fmla="*/ 86868 h 88422"/>
                    <a:gd name="connsiteX12" fmla="*/ 1813 w 102873"/>
                    <a:gd name="connsiteY12" fmla="*/ 70295 h 88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2873" h="88422">
                      <a:moveTo>
                        <a:pt x="1813" y="70295"/>
                      </a:moveTo>
                      <a:cubicBezTo>
                        <a:pt x="385" y="67723"/>
                        <a:pt x="-854" y="64484"/>
                        <a:pt x="765" y="62008"/>
                      </a:cubicBezTo>
                      <a:cubicBezTo>
                        <a:pt x="1242" y="61151"/>
                        <a:pt x="2004" y="60579"/>
                        <a:pt x="2766" y="59912"/>
                      </a:cubicBezTo>
                      <a:cubicBezTo>
                        <a:pt x="9529" y="54388"/>
                        <a:pt x="16482" y="48959"/>
                        <a:pt x="24197" y="44863"/>
                      </a:cubicBezTo>
                      <a:cubicBezTo>
                        <a:pt x="31627" y="40862"/>
                        <a:pt x="39628" y="38100"/>
                        <a:pt x="47057" y="34385"/>
                      </a:cubicBezTo>
                      <a:cubicBezTo>
                        <a:pt x="66679" y="24575"/>
                        <a:pt x="82585" y="8096"/>
                        <a:pt x="102873" y="0"/>
                      </a:cubicBezTo>
                      <a:cubicBezTo>
                        <a:pt x="93063" y="9049"/>
                        <a:pt x="81252" y="15526"/>
                        <a:pt x="69917" y="22479"/>
                      </a:cubicBezTo>
                      <a:cubicBezTo>
                        <a:pt x="54391" y="32004"/>
                        <a:pt x="39628" y="42672"/>
                        <a:pt x="25054" y="53530"/>
                      </a:cubicBezTo>
                      <a:cubicBezTo>
                        <a:pt x="21054" y="56483"/>
                        <a:pt x="16767" y="59912"/>
                        <a:pt x="15815" y="64865"/>
                      </a:cubicBezTo>
                      <a:cubicBezTo>
                        <a:pt x="14958" y="68866"/>
                        <a:pt x="16577" y="73057"/>
                        <a:pt x="19149" y="76295"/>
                      </a:cubicBezTo>
                      <a:cubicBezTo>
                        <a:pt x="21721" y="79438"/>
                        <a:pt x="27721" y="81820"/>
                        <a:pt x="29055" y="85820"/>
                      </a:cubicBezTo>
                      <a:cubicBezTo>
                        <a:pt x="30483" y="90392"/>
                        <a:pt x="24769" y="87725"/>
                        <a:pt x="22292" y="86868"/>
                      </a:cubicBezTo>
                      <a:cubicBezTo>
                        <a:pt x="13910" y="84011"/>
                        <a:pt x="6385" y="78105"/>
                        <a:pt x="1813" y="70295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35" name="Forme libre : forme 9334">
                  <a:extLst>
                    <a:ext uri="{FF2B5EF4-FFF2-40B4-BE49-F238E27FC236}">
                      <a16:creationId xmlns:a16="http://schemas.microsoft.com/office/drawing/2014/main" id="{645F2E7D-C8C4-4146-A5AA-DB26DDA5F0EC}"/>
                    </a:ext>
                  </a:extLst>
                </p:cNvPr>
                <p:cNvSpPr/>
                <p:nvPr/>
              </p:nvSpPr>
              <p:spPr>
                <a:xfrm>
                  <a:off x="2416760" y="3304698"/>
                  <a:ext cx="89652" cy="106589"/>
                </a:xfrm>
                <a:custGeom>
                  <a:avLst/>
                  <a:gdLst>
                    <a:gd name="connsiteX0" fmla="*/ 118 w 89652"/>
                    <a:gd name="connsiteY0" fmla="*/ 70866 h 106589"/>
                    <a:gd name="connsiteX1" fmla="*/ 2023 w 89652"/>
                    <a:gd name="connsiteY1" fmla="*/ 58102 h 106589"/>
                    <a:gd name="connsiteX2" fmla="*/ 10690 w 89652"/>
                    <a:gd name="connsiteY2" fmla="*/ 49339 h 106589"/>
                    <a:gd name="connsiteX3" fmla="*/ 89653 w 89652"/>
                    <a:gd name="connsiteY3" fmla="*/ 0 h 106589"/>
                    <a:gd name="connsiteX4" fmla="*/ 33931 w 89652"/>
                    <a:gd name="connsiteY4" fmla="*/ 46387 h 106589"/>
                    <a:gd name="connsiteX5" fmla="*/ 11167 w 89652"/>
                    <a:gd name="connsiteY5" fmla="*/ 68866 h 106589"/>
                    <a:gd name="connsiteX6" fmla="*/ 8214 w 89652"/>
                    <a:gd name="connsiteY6" fmla="*/ 76676 h 106589"/>
                    <a:gd name="connsiteX7" fmla="*/ 8309 w 89652"/>
                    <a:gd name="connsiteY7" fmla="*/ 83439 h 106589"/>
                    <a:gd name="connsiteX8" fmla="*/ 12405 w 89652"/>
                    <a:gd name="connsiteY8" fmla="*/ 100298 h 106589"/>
                    <a:gd name="connsiteX9" fmla="*/ 13548 w 89652"/>
                    <a:gd name="connsiteY9" fmla="*/ 106394 h 106589"/>
                    <a:gd name="connsiteX10" fmla="*/ 9643 w 89652"/>
                    <a:gd name="connsiteY10" fmla="*/ 102298 h 106589"/>
                    <a:gd name="connsiteX11" fmla="*/ 118 w 89652"/>
                    <a:gd name="connsiteY11" fmla="*/ 70866 h 106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9652" h="106589">
                      <a:moveTo>
                        <a:pt x="118" y="70866"/>
                      </a:moveTo>
                      <a:cubicBezTo>
                        <a:pt x="-168" y="66484"/>
                        <a:pt x="-73" y="62008"/>
                        <a:pt x="2023" y="58102"/>
                      </a:cubicBezTo>
                      <a:cubicBezTo>
                        <a:pt x="3928" y="54388"/>
                        <a:pt x="7357" y="51816"/>
                        <a:pt x="10690" y="49339"/>
                      </a:cubicBezTo>
                      <a:cubicBezTo>
                        <a:pt x="35646" y="30861"/>
                        <a:pt x="62125" y="14383"/>
                        <a:pt x="89653" y="0"/>
                      </a:cubicBezTo>
                      <a:cubicBezTo>
                        <a:pt x="71745" y="16288"/>
                        <a:pt x="53172" y="31718"/>
                        <a:pt x="33931" y="46387"/>
                      </a:cubicBezTo>
                      <a:cubicBezTo>
                        <a:pt x="25359" y="52864"/>
                        <a:pt x="16501" y="59531"/>
                        <a:pt x="11167" y="68866"/>
                      </a:cubicBezTo>
                      <a:cubicBezTo>
                        <a:pt x="9738" y="71342"/>
                        <a:pt x="8690" y="73914"/>
                        <a:pt x="8214" y="76676"/>
                      </a:cubicBezTo>
                      <a:cubicBezTo>
                        <a:pt x="7928" y="78962"/>
                        <a:pt x="8023" y="81153"/>
                        <a:pt x="8309" y="83439"/>
                      </a:cubicBezTo>
                      <a:cubicBezTo>
                        <a:pt x="8976" y="89249"/>
                        <a:pt x="10404" y="94869"/>
                        <a:pt x="12405" y="100298"/>
                      </a:cubicBezTo>
                      <a:cubicBezTo>
                        <a:pt x="12786" y="101441"/>
                        <a:pt x="14881" y="105156"/>
                        <a:pt x="13548" y="106394"/>
                      </a:cubicBezTo>
                      <a:cubicBezTo>
                        <a:pt x="12310" y="107537"/>
                        <a:pt x="10309" y="103346"/>
                        <a:pt x="9643" y="102298"/>
                      </a:cubicBezTo>
                      <a:cubicBezTo>
                        <a:pt x="3832" y="92964"/>
                        <a:pt x="784" y="81915"/>
                        <a:pt x="118" y="70866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36" name="Forme libre : forme 9335">
                  <a:extLst>
                    <a:ext uri="{FF2B5EF4-FFF2-40B4-BE49-F238E27FC236}">
                      <a16:creationId xmlns:a16="http://schemas.microsoft.com/office/drawing/2014/main" id="{3B1D85F8-82AC-4A19-A943-3260C6676EB4}"/>
                    </a:ext>
                  </a:extLst>
                </p:cNvPr>
                <p:cNvSpPr/>
                <p:nvPr/>
              </p:nvSpPr>
              <p:spPr>
                <a:xfrm>
                  <a:off x="2474980" y="3303276"/>
                  <a:ext cx="97726" cy="92862"/>
                </a:xfrm>
                <a:custGeom>
                  <a:avLst/>
                  <a:gdLst>
                    <a:gd name="connsiteX0" fmla="*/ 13145 w 97726"/>
                    <a:gd name="connsiteY0" fmla="*/ 74479 h 92862"/>
                    <a:gd name="connsiteX1" fmla="*/ 25622 w 97726"/>
                    <a:gd name="connsiteY1" fmla="*/ 54381 h 92862"/>
                    <a:gd name="connsiteX2" fmla="*/ 39148 w 97726"/>
                    <a:gd name="connsiteY2" fmla="*/ 37141 h 92862"/>
                    <a:gd name="connsiteX3" fmla="*/ 60293 w 97726"/>
                    <a:gd name="connsiteY3" fmla="*/ 6089 h 92862"/>
                    <a:gd name="connsiteX4" fmla="*/ 67628 w 97726"/>
                    <a:gd name="connsiteY4" fmla="*/ 89 h 92862"/>
                    <a:gd name="connsiteX5" fmla="*/ 76962 w 97726"/>
                    <a:gd name="connsiteY5" fmla="*/ 4280 h 92862"/>
                    <a:gd name="connsiteX6" fmla="*/ 93631 w 97726"/>
                    <a:gd name="connsiteY6" fmla="*/ 36093 h 92862"/>
                    <a:gd name="connsiteX7" fmla="*/ 97726 w 97726"/>
                    <a:gd name="connsiteY7" fmla="*/ 53810 h 92862"/>
                    <a:gd name="connsiteX8" fmla="*/ 77914 w 97726"/>
                    <a:gd name="connsiteY8" fmla="*/ 29616 h 92862"/>
                    <a:gd name="connsiteX9" fmla="*/ 72104 w 97726"/>
                    <a:gd name="connsiteY9" fmla="*/ 27806 h 92862"/>
                    <a:gd name="connsiteX10" fmla="*/ 51340 w 97726"/>
                    <a:gd name="connsiteY10" fmla="*/ 36474 h 92862"/>
                    <a:gd name="connsiteX11" fmla="*/ 16478 w 97726"/>
                    <a:gd name="connsiteY11" fmla="*/ 71145 h 92862"/>
                    <a:gd name="connsiteX12" fmla="*/ 9239 w 97726"/>
                    <a:gd name="connsiteY12" fmla="*/ 81337 h 92862"/>
                    <a:gd name="connsiteX13" fmla="*/ 0 w 97726"/>
                    <a:gd name="connsiteY13" fmla="*/ 92862 h 92862"/>
                    <a:gd name="connsiteX14" fmla="*/ 13145 w 97726"/>
                    <a:gd name="connsiteY14" fmla="*/ 74479 h 92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7726" h="92862">
                      <a:moveTo>
                        <a:pt x="13145" y="74479"/>
                      </a:moveTo>
                      <a:cubicBezTo>
                        <a:pt x="17716" y="68002"/>
                        <a:pt x="21146" y="60858"/>
                        <a:pt x="25622" y="54381"/>
                      </a:cubicBezTo>
                      <a:cubicBezTo>
                        <a:pt x="29718" y="48380"/>
                        <a:pt x="34671" y="42951"/>
                        <a:pt x="39148" y="37141"/>
                      </a:cubicBezTo>
                      <a:cubicBezTo>
                        <a:pt x="46863" y="27235"/>
                        <a:pt x="53054" y="16281"/>
                        <a:pt x="60293" y="6089"/>
                      </a:cubicBezTo>
                      <a:cubicBezTo>
                        <a:pt x="62198" y="3422"/>
                        <a:pt x="64389" y="660"/>
                        <a:pt x="67628" y="89"/>
                      </a:cubicBezTo>
                      <a:cubicBezTo>
                        <a:pt x="71152" y="-483"/>
                        <a:pt x="74390" y="1803"/>
                        <a:pt x="76962" y="4280"/>
                      </a:cubicBezTo>
                      <a:cubicBezTo>
                        <a:pt x="85534" y="12757"/>
                        <a:pt x="89916" y="24568"/>
                        <a:pt x="93631" y="36093"/>
                      </a:cubicBezTo>
                      <a:cubicBezTo>
                        <a:pt x="95440" y="41903"/>
                        <a:pt x="97250" y="47809"/>
                        <a:pt x="97726" y="53810"/>
                      </a:cubicBezTo>
                      <a:cubicBezTo>
                        <a:pt x="95345" y="43237"/>
                        <a:pt x="87821" y="34093"/>
                        <a:pt x="77914" y="29616"/>
                      </a:cubicBezTo>
                      <a:cubicBezTo>
                        <a:pt x="76009" y="28759"/>
                        <a:pt x="74104" y="28092"/>
                        <a:pt x="72104" y="27806"/>
                      </a:cubicBezTo>
                      <a:cubicBezTo>
                        <a:pt x="64484" y="26758"/>
                        <a:pt x="57436" y="31616"/>
                        <a:pt x="51340" y="36474"/>
                      </a:cubicBezTo>
                      <a:cubicBezTo>
                        <a:pt x="38481" y="46761"/>
                        <a:pt x="26384" y="58001"/>
                        <a:pt x="16478" y="71145"/>
                      </a:cubicBezTo>
                      <a:cubicBezTo>
                        <a:pt x="13906" y="74479"/>
                        <a:pt x="11621" y="77908"/>
                        <a:pt x="9239" y="81337"/>
                      </a:cubicBezTo>
                      <a:cubicBezTo>
                        <a:pt x="7525" y="83813"/>
                        <a:pt x="3143" y="92957"/>
                        <a:pt x="0" y="92862"/>
                      </a:cubicBezTo>
                      <a:cubicBezTo>
                        <a:pt x="1714" y="86290"/>
                        <a:pt x="9239" y="80003"/>
                        <a:pt x="13145" y="74479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37" name="Forme libre : forme 9336">
                  <a:extLst>
                    <a:ext uri="{FF2B5EF4-FFF2-40B4-BE49-F238E27FC236}">
                      <a16:creationId xmlns:a16="http://schemas.microsoft.com/office/drawing/2014/main" id="{B926E5C9-9B2A-4500-A969-B7B0813B17C0}"/>
                    </a:ext>
                  </a:extLst>
                </p:cNvPr>
                <p:cNvSpPr/>
                <p:nvPr/>
              </p:nvSpPr>
              <p:spPr>
                <a:xfrm>
                  <a:off x="2533844" y="3393362"/>
                  <a:ext cx="69447" cy="74419"/>
                </a:xfrm>
                <a:custGeom>
                  <a:avLst/>
                  <a:gdLst>
                    <a:gd name="connsiteX0" fmla="*/ 19050 w 69447"/>
                    <a:gd name="connsiteY0" fmla="*/ 51639 h 74419"/>
                    <a:gd name="connsiteX1" fmla="*/ 30766 w 69447"/>
                    <a:gd name="connsiteY1" fmla="*/ 37828 h 74419"/>
                    <a:gd name="connsiteX2" fmla="*/ 59150 w 69447"/>
                    <a:gd name="connsiteY2" fmla="*/ 1824 h 74419"/>
                    <a:gd name="connsiteX3" fmla="*/ 60865 w 69447"/>
                    <a:gd name="connsiteY3" fmla="*/ 204 h 74419"/>
                    <a:gd name="connsiteX4" fmla="*/ 65722 w 69447"/>
                    <a:gd name="connsiteY4" fmla="*/ 3252 h 74419"/>
                    <a:gd name="connsiteX5" fmla="*/ 68104 w 69447"/>
                    <a:gd name="connsiteY5" fmla="*/ 34780 h 74419"/>
                    <a:gd name="connsiteX6" fmla="*/ 64294 w 69447"/>
                    <a:gd name="connsiteY6" fmla="*/ 30208 h 74419"/>
                    <a:gd name="connsiteX7" fmla="*/ 58864 w 69447"/>
                    <a:gd name="connsiteY7" fmla="*/ 25541 h 74419"/>
                    <a:gd name="connsiteX8" fmla="*/ 46672 w 69447"/>
                    <a:gd name="connsiteY8" fmla="*/ 29541 h 74419"/>
                    <a:gd name="connsiteX9" fmla="*/ 21622 w 69447"/>
                    <a:gd name="connsiteY9" fmla="*/ 53449 h 74419"/>
                    <a:gd name="connsiteX10" fmla="*/ 10192 w 69447"/>
                    <a:gd name="connsiteY10" fmla="*/ 66117 h 74419"/>
                    <a:gd name="connsiteX11" fmla="*/ 0 w 69447"/>
                    <a:gd name="connsiteY11" fmla="*/ 74213 h 74419"/>
                    <a:gd name="connsiteX12" fmla="*/ 9239 w 69447"/>
                    <a:gd name="connsiteY12" fmla="*/ 63165 h 74419"/>
                    <a:gd name="connsiteX13" fmla="*/ 19050 w 69447"/>
                    <a:gd name="connsiteY13" fmla="*/ 51639 h 74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9447" h="74419">
                      <a:moveTo>
                        <a:pt x="19050" y="51639"/>
                      </a:moveTo>
                      <a:cubicBezTo>
                        <a:pt x="22955" y="47067"/>
                        <a:pt x="26861" y="42495"/>
                        <a:pt x="30766" y="37828"/>
                      </a:cubicBezTo>
                      <a:cubicBezTo>
                        <a:pt x="40577" y="26112"/>
                        <a:pt x="50006" y="14111"/>
                        <a:pt x="59150" y="1824"/>
                      </a:cubicBezTo>
                      <a:cubicBezTo>
                        <a:pt x="59627" y="1157"/>
                        <a:pt x="60103" y="490"/>
                        <a:pt x="60865" y="204"/>
                      </a:cubicBezTo>
                      <a:cubicBezTo>
                        <a:pt x="62770" y="-653"/>
                        <a:pt x="64675" y="1347"/>
                        <a:pt x="65722" y="3252"/>
                      </a:cubicBezTo>
                      <a:cubicBezTo>
                        <a:pt x="70676" y="12777"/>
                        <a:pt x="69818" y="24207"/>
                        <a:pt x="68104" y="34780"/>
                      </a:cubicBezTo>
                      <a:cubicBezTo>
                        <a:pt x="66865" y="33256"/>
                        <a:pt x="65627" y="31732"/>
                        <a:pt x="64294" y="30208"/>
                      </a:cubicBezTo>
                      <a:cubicBezTo>
                        <a:pt x="62770" y="28303"/>
                        <a:pt x="61151" y="26398"/>
                        <a:pt x="58864" y="25541"/>
                      </a:cubicBezTo>
                      <a:cubicBezTo>
                        <a:pt x="54673" y="24017"/>
                        <a:pt x="50197" y="26779"/>
                        <a:pt x="46672" y="29541"/>
                      </a:cubicBezTo>
                      <a:cubicBezTo>
                        <a:pt x="37624" y="36685"/>
                        <a:pt x="29432" y="44972"/>
                        <a:pt x="21622" y="53449"/>
                      </a:cubicBezTo>
                      <a:cubicBezTo>
                        <a:pt x="17716" y="57640"/>
                        <a:pt x="14002" y="61926"/>
                        <a:pt x="10192" y="66117"/>
                      </a:cubicBezTo>
                      <a:cubicBezTo>
                        <a:pt x="8191" y="68403"/>
                        <a:pt x="3715" y="75737"/>
                        <a:pt x="0" y="74213"/>
                      </a:cubicBezTo>
                      <a:cubicBezTo>
                        <a:pt x="1905" y="70308"/>
                        <a:pt x="6287" y="66498"/>
                        <a:pt x="9239" y="63165"/>
                      </a:cubicBezTo>
                      <a:cubicBezTo>
                        <a:pt x="12478" y="59259"/>
                        <a:pt x="15812" y="55449"/>
                        <a:pt x="19050" y="51639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38" name="Forme libre : forme 9337">
                  <a:extLst>
                    <a:ext uri="{FF2B5EF4-FFF2-40B4-BE49-F238E27FC236}">
                      <a16:creationId xmlns:a16="http://schemas.microsoft.com/office/drawing/2014/main" id="{067B6699-1B1A-48FE-90ED-09A7759CE7B7}"/>
                    </a:ext>
                  </a:extLst>
                </p:cNvPr>
                <p:cNvSpPr/>
                <p:nvPr/>
              </p:nvSpPr>
              <p:spPr>
                <a:xfrm>
                  <a:off x="2541542" y="3474605"/>
                  <a:ext cx="49203" cy="26695"/>
                </a:xfrm>
                <a:custGeom>
                  <a:avLst/>
                  <a:gdLst>
                    <a:gd name="connsiteX0" fmla="*/ 2303 w 49203"/>
                    <a:gd name="connsiteY0" fmla="*/ 15640 h 26695"/>
                    <a:gd name="connsiteX1" fmla="*/ 17 w 49203"/>
                    <a:gd name="connsiteY1" fmla="*/ 17736 h 26695"/>
                    <a:gd name="connsiteX2" fmla="*/ 2208 w 49203"/>
                    <a:gd name="connsiteY2" fmla="*/ 19355 h 26695"/>
                    <a:gd name="connsiteX3" fmla="*/ 30497 w 49203"/>
                    <a:gd name="connsiteY3" fmla="*/ 25641 h 26695"/>
                    <a:gd name="connsiteX4" fmla="*/ 44499 w 49203"/>
                    <a:gd name="connsiteY4" fmla="*/ 26118 h 26695"/>
                    <a:gd name="connsiteX5" fmla="*/ 46214 w 49203"/>
                    <a:gd name="connsiteY5" fmla="*/ 25356 h 26695"/>
                    <a:gd name="connsiteX6" fmla="*/ 46214 w 49203"/>
                    <a:gd name="connsiteY6" fmla="*/ 21355 h 26695"/>
                    <a:gd name="connsiteX7" fmla="*/ 43737 w 49203"/>
                    <a:gd name="connsiteY7" fmla="*/ 17831 h 26695"/>
                    <a:gd name="connsiteX8" fmla="*/ 44975 w 49203"/>
                    <a:gd name="connsiteY8" fmla="*/ 10211 h 26695"/>
                    <a:gd name="connsiteX9" fmla="*/ 48499 w 49203"/>
                    <a:gd name="connsiteY9" fmla="*/ 210 h 26695"/>
                    <a:gd name="connsiteX10" fmla="*/ 34593 w 49203"/>
                    <a:gd name="connsiteY10" fmla="*/ 5258 h 26695"/>
                    <a:gd name="connsiteX11" fmla="*/ 2303 w 49203"/>
                    <a:gd name="connsiteY11" fmla="*/ 15640 h 2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9203" h="26695">
                      <a:moveTo>
                        <a:pt x="2303" y="15640"/>
                      </a:moveTo>
                      <a:cubicBezTo>
                        <a:pt x="1256" y="15926"/>
                        <a:pt x="-173" y="16593"/>
                        <a:pt x="17" y="17736"/>
                      </a:cubicBezTo>
                      <a:cubicBezTo>
                        <a:pt x="113" y="18688"/>
                        <a:pt x="1256" y="19069"/>
                        <a:pt x="2208" y="19355"/>
                      </a:cubicBezTo>
                      <a:cubicBezTo>
                        <a:pt x="11638" y="21641"/>
                        <a:pt x="20972" y="23927"/>
                        <a:pt x="30497" y="25641"/>
                      </a:cubicBezTo>
                      <a:cubicBezTo>
                        <a:pt x="35069" y="26499"/>
                        <a:pt x="39927" y="27261"/>
                        <a:pt x="44499" y="26118"/>
                      </a:cubicBezTo>
                      <a:cubicBezTo>
                        <a:pt x="45071" y="25927"/>
                        <a:pt x="45737" y="25736"/>
                        <a:pt x="46214" y="25356"/>
                      </a:cubicBezTo>
                      <a:cubicBezTo>
                        <a:pt x="47261" y="24403"/>
                        <a:pt x="46975" y="22593"/>
                        <a:pt x="46214" y="21355"/>
                      </a:cubicBezTo>
                      <a:cubicBezTo>
                        <a:pt x="45451" y="20117"/>
                        <a:pt x="44308" y="19164"/>
                        <a:pt x="43737" y="17831"/>
                      </a:cubicBezTo>
                      <a:cubicBezTo>
                        <a:pt x="42689" y="15450"/>
                        <a:pt x="43737" y="12592"/>
                        <a:pt x="44975" y="10211"/>
                      </a:cubicBezTo>
                      <a:cubicBezTo>
                        <a:pt x="45832" y="8592"/>
                        <a:pt x="51071" y="2019"/>
                        <a:pt x="48499" y="210"/>
                      </a:cubicBezTo>
                      <a:cubicBezTo>
                        <a:pt x="46595" y="-1124"/>
                        <a:pt x="36879" y="4305"/>
                        <a:pt x="34593" y="5258"/>
                      </a:cubicBezTo>
                      <a:cubicBezTo>
                        <a:pt x="23925" y="9163"/>
                        <a:pt x="13162" y="12687"/>
                        <a:pt x="2303" y="1564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9193" name="Graphique 1">
                <a:extLst>
                  <a:ext uri="{FF2B5EF4-FFF2-40B4-BE49-F238E27FC236}">
                    <a16:creationId xmlns:a16="http://schemas.microsoft.com/office/drawing/2014/main" id="{91345819-B066-46E8-B081-A2D5BB434427}"/>
                  </a:ext>
                </a:extLst>
              </p:cNvPr>
              <p:cNvGrpSpPr/>
              <p:nvPr/>
            </p:nvGrpSpPr>
            <p:grpSpPr>
              <a:xfrm>
                <a:off x="3263693" y="3322602"/>
                <a:ext cx="185230" cy="249272"/>
                <a:chOff x="3263693" y="3322602"/>
                <a:chExt cx="185230" cy="249272"/>
              </a:xfrm>
              <a:solidFill>
                <a:schemeClr val="accent1"/>
              </a:solidFill>
            </p:grpSpPr>
            <p:sp>
              <p:nvSpPr>
                <p:cNvPr id="9303" name="Forme libre : forme 9302">
                  <a:extLst>
                    <a:ext uri="{FF2B5EF4-FFF2-40B4-BE49-F238E27FC236}">
                      <a16:creationId xmlns:a16="http://schemas.microsoft.com/office/drawing/2014/main" id="{86035837-6CEA-4602-A526-5CEDC1753D48}"/>
                    </a:ext>
                  </a:extLst>
                </p:cNvPr>
                <p:cNvSpPr/>
                <p:nvPr/>
              </p:nvSpPr>
              <p:spPr>
                <a:xfrm>
                  <a:off x="3263693" y="3322602"/>
                  <a:ext cx="185230" cy="249272"/>
                </a:xfrm>
                <a:custGeom>
                  <a:avLst/>
                  <a:gdLst>
                    <a:gd name="connsiteX0" fmla="*/ 171121 w 185230"/>
                    <a:gd name="connsiteY0" fmla="*/ 23340 h 249272"/>
                    <a:gd name="connsiteX1" fmla="*/ 116638 w 185230"/>
                    <a:gd name="connsiteY1" fmla="*/ 3 h 249272"/>
                    <a:gd name="connsiteX2" fmla="*/ 60155 w 185230"/>
                    <a:gd name="connsiteY2" fmla="*/ 20673 h 249272"/>
                    <a:gd name="connsiteX3" fmla="*/ 54821 w 185230"/>
                    <a:gd name="connsiteY3" fmla="*/ 27435 h 249272"/>
                    <a:gd name="connsiteX4" fmla="*/ 59678 w 185230"/>
                    <a:gd name="connsiteY4" fmla="*/ 32960 h 249272"/>
                    <a:gd name="connsiteX5" fmla="*/ 32532 w 185230"/>
                    <a:gd name="connsiteY5" fmla="*/ 52296 h 249272"/>
                    <a:gd name="connsiteX6" fmla="*/ 28722 w 185230"/>
                    <a:gd name="connsiteY6" fmla="*/ 83538 h 249272"/>
                    <a:gd name="connsiteX7" fmla="*/ 17292 w 185230"/>
                    <a:gd name="connsiteY7" fmla="*/ 88967 h 249272"/>
                    <a:gd name="connsiteX8" fmla="*/ 18435 w 185230"/>
                    <a:gd name="connsiteY8" fmla="*/ 101540 h 249272"/>
                    <a:gd name="connsiteX9" fmla="*/ 52 w 185230"/>
                    <a:gd name="connsiteY9" fmla="*/ 133258 h 249272"/>
                    <a:gd name="connsiteX10" fmla="*/ 15006 w 185230"/>
                    <a:gd name="connsiteY10" fmla="*/ 166691 h 249272"/>
                    <a:gd name="connsiteX11" fmla="*/ 7100 w 185230"/>
                    <a:gd name="connsiteY11" fmla="*/ 165548 h 249272"/>
                    <a:gd name="connsiteX12" fmla="*/ 3195 w 185230"/>
                    <a:gd name="connsiteY12" fmla="*/ 171549 h 249272"/>
                    <a:gd name="connsiteX13" fmla="*/ 5195 w 185230"/>
                    <a:gd name="connsiteY13" fmla="*/ 174406 h 249272"/>
                    <a:gd name="connsiteX14" fmla="*/ 5767 w 185230"/>
                    <a:gd name="connsiteY14" fmla="*/ 186979 h 249272"/>
                    <a:gd name="connsiteX15" fmla="*/ 8910 w 185230"/>
                    <a:gd name="connsiteY15" fmla="*/ 221841 h 249272"/>
                    <a:gd name="connsiteX16" fmla="*/ 21483 w 185230"/>
                    <a:gd name="connsiteY16" fmla="*/ 249273 h 249272"/>
                    <a:gd name="connsiteX17" fmla="*/ 52534 w 185230"/>
                    <a:gd name="connsiteY17" fmla="*/ 233556 h 249272"/>
                    <a:gd name="connsiteX18" fmla="*/ 60916 w 185230"/>
                    <a:gd name="connsiteY18" fmla="*/ 229937 h 249272"/>
                    <a:gd name="connsiteX19" fmla="*/ 70441 w 185230"/>
                    <a:gd name="connsiteY19" fmla="*/ 228127 h 249272"/>
                    <a:gd name="connsiteX20" fmla="*/ 111399 w 185230"/>
                    <a:gd name="connsiteY20" fmla="*/ 209172 h 249272"/>
                    <a:gd name="connsiteX21" fmla="*/ 121972 w 185230"/>
                    <a:gd name="connsiteY21" fmla="*/ 190599 h 249272"/>
                    <a:gd name="connsiteX22" fmla="*/ 134831 w 185230"/>
                    <a:gd name="connsiteY22" fmla="*/ 185836 h 249272"/>
                    <a:gd name="connsiteX23" fmla="*/ 131687 w 185230"/>
                    <a:gd name="connsiteY23" fmla="*/ 174978 h 249272"/>
                    <a:gd name="connsiteX24" fmla="*/ 173502 w 185230"/>
                    <a:gd name="connsiteY24" fmla="*/ 124781 h 249272"/>
                    <a:gd name="connsiteX25" fmla="*/ 170930 w 185230"/>
                    <a:gd name="connsiteY25" fmla="*/ 107541 h 249272"/>
                    <a:gd name="connsiteX26" fmla="*/ 171883 w 185230"/>
                    <a:gd name="connsiteY26" fmla="*/ 90777 h 249272"/>
                    <a:gd name="connsiteX27" fmla="*/ 185218 w 185230"/>
                    <a:gd name="connsiteY27" fmla="*/ 64202 h 249272"/>
                    <a:gd name="connsiteX28" fmla="*/ 171121 w 185230"/>
                    <a:gd name="connsiteY28" fmla="*/ 23340 h 249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5230" h="249272">
                      <a:moveTo>
                        <a:pt x="171121" y="23340"/>
                      </a:moveTo>
                      <a:cubicBezTo>
                        <a:pt x="157786" y="7909"/>
                        <a:pt x="137021" y="-187"/>
                        <a:pt x="116638" y="3"/>
                      </a:cubicBezTo>
                      <a:cubicBezTo>
                        <a:pt x="96254" y="194"/>
                        <a:pt x="76347" y="8290"/>
                        <a:pt x="60155" y="20673"/>
                      </a:cubicBezTo>
                      <a:cubicBezTo>
                        <a:pt x="57773" y="22482"/>
                        <a:pt x="55392" y="24578"/>
                        <a:pt x="54821" y="27435"/>
                      </a:cubicBezTo>
                      <a:cubicBezTo>
                        <a:pt x="54249" y="30293"/>
                        <a:pt x="56821" y="33817"/>
                        <a:pt x="59678" y="32960"/>
                      </a:cubicBezTo>
                      <a:cubicBezTo>
                        <a:pt x="49772" y="38199"/>
                        <a:pt x="39581" y="43628"/>
                        <a:pt x="32532" y="52296"/>
                      </a:cubicBezTo>
                      <a:cubicBezTo>
                        <a:pt x="25579" y="61059"/>
                        <a:pt x="22626" y="74108"/>
                        <a:pt x="28722" y="83538"/>
                      </a:cubicBezTo>
                      <a:cubicBezTo>
                        <a:pt x="24340" y="82776"/>
                        <a:pt x="19578" y="85062"/>
                        <a:pt x="17292" y="88967"/>
                      </a:cubicBezTo>
                      <a:cubicBezTo>
                        <a:pt x="15101" y="92872"/>
                        <a:pt x="15578" y="98111"/>
                        <a:pt x="18435" y="101540"/>
                      </a:cubicBezTo>
                      <a:cubicBezTo>
                        <a:pt x="7767" y="108398"/>
                        <a:pt x="719" y="120590"/>
                        <a:pt x="52" y="133258"/>
                      </a:cubicBezTo>
                      <a:cubicBezTo>
                        <a:pt x="-615" y="145926"/>
                        <a:pt x="5195" y="158785"/>
                        <a:pt x="15006" y="166691"/>
                      </a:cubicBezTo>
                      <a:cubicBezTo>
                        <a:pt x="12434" y="165834"/>
                        <a:pt x="9672" y="164881"/>
                        <a:pt x="7100" y="165548"/>
                      </a:cubicBezTo>
                      <a:cubicBezTo>
                        <a:pt x="4433" y="166215"/>
                        <a:pt x="2147" y="168977"/>
                        <a:pt x="3195" y="171549"/>
                      </a:cubicBezTo>
                      <a:cubicBezTo>
                        <a:pt x="3576" y="172597"/>
                        <a:pt x="4529" y="173454"/>
                        <a:pt x="5195" y="174406"/>
                      </a:cubicBezTo>
                      <a:cubicBezTo>
                        <a:pt x="7672" y="177931"/>
                        <a:pt x="6529" y="182788"/>
                        <a:pt x="5767" y="186979"/>
                      </a:cubicBezTo>
                      <a:cubicBezTo>
                        <a:pt x="3766" y="198505"/>
                        <a:pt x="6338" y="210315"/>
                        <a:pt x="8910" y="221841"/>
                      </a:cubicBezTo>
                      <a:cubicBezTo>
                        <a:pt x="11101" y="231842"/>
                        <a:pt x="13768" y="242605"/>
                        <a:pt x="21483" y="249273"/>
                      </a:cubicBezTo>
                      <a:cubicBezTo>
                        <a:pt x="31865" y="244034"/>
                        <a:pt x="42152" y="238795"/>
                        <a:pt x="52534" y="233556"/>
                      </a:cubicBezTo>
                      <a:cubicBezTo>
                        <a:pt x="55297" y="232223"/>
                        <a:pt x="57964" y="230794"/>
                        <a:pt x="60916" y="229937"/>
                      </a:cubicBezTo>
                      <a:cubicBezTo>
                        <a:pt x="63964" y="228984"/>
                        <a:pt x="67203" y="228699"/>
                        <a:pt x="70441" y="228127"/>
                      </a:cubicBezTo>
                      <a:cubicBezTo>
                        <a:pt x="85396" y="225556"/>
                        <a:pt x="98921" y="217745"/>
                        <a:pt x="111399" y="209172"/>
                      </a:cubicBezTo>
                      <a:cubicBezTo>
                        <a:pt x="117686" y="204791"/>
                        <a:pt x="124639" y="197838"/>
                        <a:pt x="121972" y="190599"/>
                      </a:cubicBezTo>
                      <a:cubicBezTo>
                        <a:pt x="126639" y="190218"/>
                        <a:pt x="131782" y="189456"/>
                        <a:pt x="134831" y="185836"/>
                      </a:cubicBezTo>
                      <a:cubicBezTo>
                        <a:pt x="137879" y="182217"/>
                        <a:pt x="136355" y="175168"/>
                        <a:pt x="131687" y="174978"/>
                      </a:cubicBezTo>
                      <a:cubicBezTo>
                        <a:pt x="151975" y="165357"/>
                        <a:pt x="167692" y="146498"/>
                        <a:pt x="173502" y="124781"/>
                      </a:cubicBezTo>
                      <a:cubicBezTo>
                        <a:pt x="175121" y="118875"/>
                        <a:pt x="175598" y="111446"/>
                        <a:pt x="170930" y="107541"/>
                      </a:cubicBezTo>
                      <a:cubicBezTo>
                        <a:pt x="173216" y="109541"/>
                        <a:pt x="183598" y="94872"/>
                        <a:pt x="171883" y="90777"/>
                      </a:cubicBezTo>
                      <a:cubicBezTo>
                        <a:pt x="180836" y="82299"/>
                        <a:pt x="185123" y="76870"/>
                        <a:pt x="185218" y="64202"/>
                      </a:cubicBezTo>
                      <a:cubicBezTo>
                        <a:pt x="185504" y="49152"/>
                        <a:pt x="181027" y="34674"/>
                        <a:pt x="171121" y="23340"/>
                      </a:cubicBezTo>
                      <a:close/>
                    </a:path>
                  </a:pathLst>
                </a:custGeom>
                <a:solidFill>
                  <a:srgbClr val="F4D33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04" name="Forme libre : forme 9303">
                  <a:extLst>
                    <a:ext uri="{FF2B5EF4-FFF2-40B4-BE49-F238E27FC236}">
                      <a16:creationId xmlns:a16="http://schemas.microsoft.com/office/drawing/2014/main" id="{F14754B9-A6A6-4DF0-8341-F635816397C3}"/>
                    </a:ext>
                  </a:extLst>
                </p:cNvPr>
                <p:cNvSpPr/>
                <p:nvPr/>
              </p:nvSpPr>
              <p:spPr>
                <a:xfrm>
                  <a:off x="3263693" y="3322602"/>
                  <a:ext cx="185230" cy="249272"/>
                </a:xfrm>
                <a:custGeom>
                  <a:avLst/>
                  <a:gdLst>
                    <a:gd name="connsiteX0" fmla="*/ 171121 w 185230"/>
                    <a:gd name="connsiteY0" fmla="*/ 23340 h 249272"/>
                    <a:gd name="connsiteX1" fmla="*/ 116638 w 185230"/>
                    <a:gd name="connsiteY1" fmla="*/ 3 h 249272"/>
                    <a:gd name="connsiteX2" fmla="*/ 60155 w 185230"/>
                    <a:gd name="connsiteY2" fmla="*/ 20673 h 249272"/>
                    <a:gd name="connsiteX3" fmla="*/ 54821 w 185230"/>
                    <a:gd name="connsiteY3" fmla="*/ 27435 h 249272"/>
                    <a:gd name="connsiteX4" fmla="*/ 59678 w 185230"/>
                    <a:gd name="connsiteY4" fmla="*/ 32960 h 249272"/>
                    <a:gd name="connsiteX5" fmla="*/ 32532 w 185230"/>
                    <a:gd name="connsiteY5" fmla="*/ 52296 h 249272"/>
                    <a:gd name="connsiteX6" fmla="*/ 28722 w 185230"/>
                    <a:gd name="connsiteY6" fmla="*/ 83538 h 249272"/>
                    <a:gd name="connsiteX7" fmla="*/ 17292 w 185230"/>
                    <a:gd name="connsiteY7" fmla="*/ 88967 h 249272"/>
                    <a:gd name="connsiteX8" fmla="*/ 18435 w 185230"/>
                    <a:gd name="connsiteY8" fmla="*/ 101540 h 249272"/>
                    <a:gd name="connsiteX9" fmla="*/ 52 w 185230"/>
                    <a:gd name="connsiteY9" fmla="*/ 133258 h 249272"/>
                    <a:gd name="connsiteX10" fmla="*/ 15006 w 185230"/>
                    <a:gd name="connsiteY10" fmla="*/ 166691 h 249272"/>
                    <a:gd name="connsiteX11" fmla="*/ 7100 w 185230"/>
                    <a:gd name="connsiteY11" fmla="*/ 165548 h 249272"/>
                    <a:gd name="connsiteX12" fmla="*/ 3195 w 185230"/>
                    <a:gd name="connsiteY12" fmla="*/ 171549 h 249272"/>
                    <a:gd name="connsiteX13" fmla="*/ 5195 w 185230"/>
                    <a:gd name="connsiteY13" fmla="*/ 174406 h 249272"/>
                    <a:gd name="connsiteX14" fmla="*/ 5767 w 185230"/>
                    <a:gd name="connsiteY14" fmla="*/ 186979 h 249272"/>
                    <a:gd name="connsiteX15" fmla="*/ 8910 w 185230"/>
                    <a:gd name="connsiteY15" fmla="*/ 221841 h 249272"/>
                    <a:gd name="connsiteX16" fmla="*/ 21483 w 185230"/>
                    <a:gd name="connsiteY16" fmla="*/ 249273 h 249272"/>
                    <a:gd name="connsiteX17" fmla="*/ 52534 w 185230"/>
                    <a:gd name="connsiteY17" fmla="*/ 233556 h 249272"/>
                    <a:gd name="connsiteX18" fmla="*/ 60916 w 185230"/>
                    <a:gd name="connsiteY18" fmla="*/ 229937 h 249272"/>
                    <a:gd name="connsiteX19" fmla="*/ 70441 w 185230"/>
                    <a:gd name="connsiteY19" fmla="*/ 228127 h 249272"/>
                    <a:gd name="connsiteX20" fmla="*/ 111399 w 185230"/>
                    <a:gd name="connsiteY20" fmla="*/ 209172 h 249272"/>
                    <a:gd name="connsiteX21" fmla="*/ 121972 w 185230"/>
                    <a:gd name="connsiteY21" fmla="*/ 190599 h 249272"/>
                    <a:gd name="connsiteX22" fmla="*/ 134831 w 185230"/>
                    <a:gd name="connsiteY22" fmla="*/ 185836 h 249272"/>
                    <a:gd name="connsiteX23" fmla="*/ 131687 w 185230"/>
                    <a:gd name="connsiteY23" fmla="*/ 174978 h 249272"/>
                    <a:gd name="connsiteX24" fmla="*/ 173502 w 185230"/>
                    <a:gd name="connsiteY24" fmla="*/ 124781 h 249272"/>
                    <a:gd name="connsiteX25" fmla="*/ 170930 w 185230"/>
                    <a:gd name="connsiteY25" fmla="*/ 107541 h 249272"/>
                    <a:gd name="connsiteX26" fmla="*/ 171883 w 185230"/>
                    <a:gd name="connsiteY26" fmla="*/ 90777 h 249272"/>
                    <a:gd name="connsiteX27" fmla="*/ 185218 w 185230"/>
                    <a:gd name="connsiteY27" fmla="*/ 64202 h 249272"/>
                    <a:gd name="connsiteX28" fmla="*/ 171121 w 185230"/>
                    <a:gd name="connsiteY28" fmla="*/ 23340 h 249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5230" h="249272">
                      <a:moveTo>
                        <a:pt x="171121" y="23340"/>
                      </a:moveTo>
                      <a:cubicBezTo>
                        <a:pt x="157786" y="7909"/>
                        <a:pt x="137021" y="-187"/>
                        <a:pt x="116638" y="3"/>
                      </a:cubicBezTo>
                      <a:cubicBezTo>
                        <a:pt x="96254" y="194"/>
                        <a:pt x="76347" y="8290"/>
                        <a:pt x="60155" y="20673"/>
                      </a:cubicBezTo>
                      <a:cubicBezTo>
                        <a:pt x="57773" y="22482"/>
                        <a:pt x="55392" y="24578"/>
                        <a:pt x="54821" y="27435"/>
                      </a:cubicBezTo>
                      <a:cubicBezTo>
                        <a:pt x="54249" y="30293"/>
                        <a:pt x="56821" y="33817"/>
                        <a:pt x="59678" y="32960"/>
                      </a:cubicBezTo>
                      <a:cubicBezTo>
                        <a:pt x="49772" y="38199"/>
                        <a:pt x="39581" y="43628"/>
                        <a:pt x="32532" y="52296"/>
                      </a:cubicBezTo>
                      <a:cubicBezTo>
                        <a:pt x="25579" y="61059"/>
                        <a:pt x="22626" y="74108"/>
                        <a:pt x="28722" y="83538"/>
                      </a:cubicBezTo>
                      <a:cubicBezTo>
                        <a:pt x="24340" y="82776"/>
                        <a:pt x="19578" y="85062"/>
                        <a:pt x="17292" y="88967"/>
                      </a:cubicBezTo>
                      <a:cubicBezTo>
                        <a:pt x="15101" y="92872"/>
                        <a:pt x="15578" y="98111"/>
                        <a:pt x="18435" y="101540"/>
                      </a:cubicBezTo>
                      <a:cubicBezTo>
                        <a:pt x="7767" y="108398"/>
                        <a:pt x="719" y="120590"/>
                        <a:pt x="52" y="133258"/>
                      </a:cubicBezTo>
                      <a:cubicBezTo>
                        <a:pt x="-615" y="145926"/>
                        <a:pt x="5195" y="158785"/>
                        <a:pt x="15006" y="166691"/>
                      </a:cubicBezTo>
                      <a:cubicBezTo>
                        <a:pt x="12434" y="165834"/>
                        <a:pt x="9672" y="164881"/>
                        <a:pt x="7100" y="165548"/>
                      </a:cubicBezTo>
                      <a:cubicBezTo>
                        <a:pt x="4433" y="166215"/>
                        <a:pt x="2147" y="168977"/>
                        <a:pt x="3195" y="171549"/>
                      </a:cubicBezTo>
                      <a:cubicBezTo>
                        <a:pt x="3576" y="172597"/>
                        <a:pt x="4529" y="173454"/>
                        <a:pt x="5195" y="174406"/>
                      </a:cubicBezTo>
                      <a:cubicBezTo>
                        <a:pt x="7672" y="177931"/>
                        <a:pt x="6529" y="182788"/>
                        <a:pt x="5767" y="186979"/>
                      </a:cubicBezTo>
                      <a:cubicBezTo>
                        <a:pt x="3766" y="198505"/>
                        <a:pt x="6338" y="210315"/>
                        <a:pt x="8910" y="221841"/>
                      </a:cubicBezTo>
                      <a:cubicBezTo>
                        <a:pt x="11101" y="231842"/>
                        <a:pt x="13768" y="242605"/>
                        <a:pt x="21483" y="249273"/>
                      </a:cubicBezTo>
                      <a:cubicBezTo>
                        <a:pt x="31865" y="244034"/>
                        <a:pt x="42152" y="238795"/>
                        <a:pt x="52534" y="233556"/>
                      </a:cubicBezTo>
                      <a:cubicBezTo>
                        <a:pt x="55297" y="232223"/>
                        <a:pt x="57964" y="230794"/>
                        <a:pt x="60916" y="229937"/>
                      </a:cubicBezTo>
                      <a:cubicBezTo>
                        <a:pt x="63964" y="228984"/>
                        <a:pt x="67203" y="228699"/>
                        <a:pt x="70441" y="228127"/>
                      </a:cubicBezTo>
                      <a:cubicBezTo>
                        <a:pt x="85396" y="225556"/>
                        <a:pt x="98921" y="217745"/>
                        <a:pt x="111399" y="209172"/>
                      </a:cubicBezTo>
                      <a:cubicBezTo>
                        <a:pt x="117686" y="204791"/>
                        <a:pt x="124639" y="197838"/>
                        <a:pt x="121972" y="190599"/>
                      </a:cubicBezTo>
                      <a:cubicBezTo>
                        <a:pt x="126639" y="190218"/>
                        <a:pt x="131782" y="189456"/>
                        <a:pt x="134831" y="185836"/>
                      </a:cubicBezTo>
                      <a:cubicBezTo>
                        <a:pt x="137879" y="182217"/>
                        <a:pt x="136355" y="175168"/>
                        <a:pt x="131687" y="174978"/>
                      </a:cubicBezTo>
                      <a:cubicBezTo>
                        <a:pt x="151975" y="165357"/>
                        <a:pt x="167692" y="146498"/>
                        <a:pt x="173502" y="124781"/>
                      </a:cubicBezTo>
                      <a:cubicBezTo>
                        <a:pt x="175121" y="118875"/>
                        <a:pt x="175598" y="111446"/>
                        <a:pt x="170930" y="107541"/>
                      </a:cubicBezTo>
                      <a:cubicBezTo>
                        <a:pt x="173216" y="109541"/>
                        <a:pt x="183598" y="94872"/>
                        <a:pt x="171883" y="90777"/>
                      </a:cubicBezTo>
                      <a:cubicBezTo>
                        <a:pt x="180836" y="82299"/>
                        <a:pt x="185123" y="76870"/>
                        <a:pt x="185218" y="64202"/>
                      </a:cubicBezTo>
                      <a:cubicBezTo>
                        <a:pt x="185504" y="49152"/>
                        <a:pt x="181027" y="34674"/>
                        <a:pt x="171121" y="23340"/>
                      </a:cubicBezTo>
                      <a:close/>
                    </a:path>
                  </a:pathLst>
                </a:custGeom>
                <a:noFill/>
                <a:ln w="4351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05" name="Forme libre : forme 9304">
                  <a:extLst>
                    <a:ext uri="{FF2B5EF4-FFF2-40B4-BE49-F238E27FC236}">
                      <a16:creationId xmlns:a16="http://schemas.microsoft.com/office/drawing/2014/main" id="{A89303FF-BE93-4A31-97A1-795E1BCAB624}"/>
                    </a:ext>
                  </a:extLst>
                </p:cNvPr>
                <p:cNvSpPr/>
                <p:nvPr/>
              </p:nvSpPr>
              <p:spPr>
                <a:xfrm>
                  <a:off x="3323467" y="3355481"/>
                  <a:ext cx="112204" cy="57802"/>
                </a:xfrm>
                <a:custGeom>
                  <a:avLst/>
                  <a:gdLst>
                    <a:gd name="connsiteX0" fmla="*/ 112204 w 112204"/>
                    <a:gd name="connsiteY0" fmla="*/ 57803 h 57802"/>
                    <a:gd name="connsiteX1" fmla="*/ 65532 w 112204"/>
                    <a:gd name="connsiteY1" fmla="*/ 30180 h 57802"/>
                    <a:gd name="connsiteX2" fmla="*/ 0 w 112204"/>
                    <a:gd name="connsiteY2" fmla="*/ 81 h 57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2204" h="57802">
                      <a:moveTo>
                        <a:pt x="112204" y="57803"/>
                      </a:moveTo>
                      <a:cubicBezTo>
                        <a:pt x="112204" y="57803"/>
                        <a:pt x="89154" y="46277"/>
                        <a:pt x="65532" y="30180"/>
                      </a:cubicBezTo>
                      <a:cubicBezTo>
                        <a:pt x="42005" y="14083"/>
                        <a:pt x="19526" y="-1253"/>
                        <a:pt x="0" y="81"/>
                      </a:cubicBezTo>
                    </a:path>
                  </a:pathLst>
                </a:custGeom>
                <a:noFill/>
                <a:ln w="4351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06" name="Forme libre : forme 9305">
                  <a:extLst>
                    <a:ext uri="{FF2B5EF4-FFF2-40B4-BE49-F238E27FC236}">
                      <a16:creationId xmlns:a16="http://schemas.microsoft.com/office/drawing/2014/main" id="{86FD3C95-EF9B-4CFD-807B-4AE4421EB5D5}"/>
                    </a:ext>
                  </a:extLst>
                </p:cNvPr>
                <p:cNvSpPr/>
                <p:nvPr/>
              </p:nvSpPr>
              <p:spPr>
                <a:xfrm>
                  <a:off x="3292510" y="3406140"/>
                  <a:ext cx="142208" cy="23907"/>
                </a:xfrm>
                <a:custGeom>
                  <a:avLst/>
                  <a:gdLst>
                    <a:gd name="connsiteX0" fmla="*/ 0 w 142208"/>
                    <a:gd name="connsiteY0" fmla="*/ 0 h 23907"/>
                    <a:gd name="connsiteX1" fmla="*/ 54769 w 142208"/>
                    <a:gd name="connsiteY1" fmla="*/ 10763 h 23907"/>
                    <a:gd name="connsiteX2" fmla="*/ 142208 w 142208"/>
                    <a:gd name="connsiteY2" fmla="*/ 23908 h 23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2208" h="23907">
                      <a:moveTo>
                        <a:pt x="0" y="0"/>
                      </a:moveTo>
                      <a:cubicBezTo>
                        <a:pt x="0" y="0"/>
                        <a:pt x="33147" y="7429"/>
                        <a:pt x="54769" y="10763"/>
                      </a:cubicBezTo>
                      <a:cubicBezTo>
                        <a:pt x="76391" y="14192"/>
                        <a:pt x="138303" y="22384"/>
                        <a:pt x="142208" y="23908"/>
                      </a:cubicBezTo>
                    </a:path>
                  </a:pathLst>
                </a:custGeom>
                <a:noFill/>
                <a:ln w="4351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07" name="Forme libre : forme 9306">
                  <a:extLst>
                    <a:ext uri="{FF2B5EF4-FFF2-40B4-BE49-F238E27FC236}">
                      <a16:creationId xmlns:a16="http://schemas.microsoft.com/office/drawing/2014/main" id="{A612EEDE-BC2E-4C3B-A18C-23C8473E2431}"/>
                    </a:ext>
                  </a:extLst>
                </p:cNvPr>
                <p:cNvSpPr/>
                <p:nvPr/>
              </p:nvSpPr>
              <p:spPr>
                <a:xfrm>
                  <a:off x="3282224" y="3424142"/>
                  <a:ext cx="113252" cy="73437"/>
                </a:xfrm>
                <a:custGeom>
                  <a:avLst/>
                  <a:gdLst>
                    <a:gd name="connsiteX0" fmla="*/ 113252 w 113252"/>
                    <a:gd name="connsiteY0" fmla="*/ 73438 h 73437"/>
                    <a:gd name="connsiteX1" fmla="*/ 36004 w 113252"/>
                    <a:gd name="connsiteY1" fmla="*/ 19621 h 73437"/>
                    <a:gd name="connsiteX2" fmla="*/ 0 w 113252"/>
                    <a:gd name="connsiteY2" fmla="*/ 0 h 73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3252" h="73437">
                      <a:moveTo>
                        <a:pt x="113252" y="73438"/>
                      </a:moveTo>
                      <a:cubicBezTo>
                        <a:pt x="113252" y="73438"/>
                        <a:pt x="48101" y="28480"/>
                        <a:pt x="36004" y="19621"/>
                      </a:cubicBezTo>
                      <a:cubicBezTo>
                        <a:pt x="23908" y="10763"/>
                        <a:pt x="0" y="0"/>
                        <a:pt x="0" y="0"/>
                      </a:cubicBezTo>
                    </a:path>
                  </a:pathLst>
                </a:custGeom>
                <a:noFill/>
                <a:ln w="4351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08" name="Forme libre : forme 9307">
                  <a:extLst>
                    <a:ext uri="{FF2B5EF4-FFF2-40B4-BE49-F238E27FC236}">
                      <a16:creationId xmlns:a16="http://schemas.microsoft.com/office/drawing/2014/main" id="{5F4EAC00-306C-4BAE-882F-876C803E62FE}"/>
                    </a:ext>
                  </a:extLst>
                </p:cNvPr>
                <p:cNvSpPr/>
                <p:nvPr/>
              </p:nvSpPr>
              <p:spPr>
                <a:xfrm>
                  <a:off x="3278890" y="3489198"/>
                  <a:ext cx="106870" cy="24002"/>
                </a:xfrm>
                <a:custGeom>
                  <a:avLst/>
                  <a:gdLst>
                    <a:gd name="connsiteX0" fmla="*/ 106871 w 106870"/>
                    <a:gd name="connsiteY0" fmla="*/ 24003 h 24002"/>
                    <a:gd name="connsiteX1" fmla="*/ 44577 w 106870"/>
                    <a:gd name="connsiteY1" fmla="*/ 11430 h 24002"/>
                    <a:gd name="connsiteX2" fmla="*/ 0 w 106870"/>
                    <a:gd name="connsiteY2" fmla="*/ 0 h 24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6870" h="24002">
                      <a:moveTo>
                        <a:pt x="106871" y="24003"/>
                      </a:moveTo>
                      <a:cubicBezTo>
                        <a:pt x="106871" y="24003"/>
                        <a:pt x="56960" y="15145"/>
                        <a:pt x="44577" y="11430"/>
                      </a:cubicBezTo>
                      <a:cubicBezTo>
                        <a:pt x="32195" y="7715"/>
                        <a:pt x="0" y="0"/>
                        <a:pt x="0" y="0"/>
                      </a:cubicBezTo>
                    </a:path>
                  </a:pathLst>
                </a:custGeom>
                <a:noFill/>
                <a:ln w="4351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09" name="Forme libre : forme 9308">
                  <a:extLst>
                    <a:ext uri="{FF2B5EF4-FFF2-40B4-BE49-F238E27FC236}">
                      <a16:creationId xmlns:a16="http://schemas.microsoft.com/office/drawing/2014/main" id="{F13375F7-C975-40CB-A56B-96D21A944F79}"/>
                    </a:ext>
                  </a:extLst>
                </p:cNvPr>
                <p:cNvSpPr/>
                <p:nvPr/>
              </p:nvSpPr>
              <p:spPr>
                <a:xfrm>
                  <a:off x="3269079" y="3496913"/>
                  <a:ext cx="57340" cy="54006"/>
                </a:xfrm>
                <a:custGeom>
                  <a:avLst/>
                  <a:gdLst>
                    <a:gd name="connsiteX0" fmla="*/ 0 w 57340"/>
                    <a:gd name="connsiteY0" fmla="*/ 0 h 54006"/>
                    <a:gd name="connsiteX1" fmla="*/ 57340 w 57340"/>
                    <a:gd name="connsiteY1" fmla="*/ 54007 h 54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7340" h="54006">
                      <a:moveTo>
                        <a:pt x="0" y="0"/>
                      </a:moveTo>
                      <a:cubicBezTo>
                        <a:pt x="0" y="0"/>
                        <a:pt x="27908" y="31432"/>
                        <a:pt x="57340" y="54007"/>
                      </a:cubicBezTo>
                    </a:path>
                  </a:pathLst>
                </a:custGeom>
                <a:noFill/>
                <a:ln w="4351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10" name="Forme libre : forme 9309">
                  <a:extLst>
                    <a:ext uri="{FF2B5EF4-FFF2-40B4-BE49-F238E27FC236}">
                      <a16:creationId xmlns:a16="http://schemas.microsoft.com/office/drawing/2014/main" id="{DF437267-3905-4F5A-9FE9-D9B8F758F2BE}"/>
                    </a:ext>
                  </a:extLst>
                </p:cNvPr>
                <p:cNvSpPr/>
                <p:nvPr/>
              </p:nvSpPr>
              <p:spPr>
                <a:xfrm rot="-2812565">
                  <a:off x="3406980" y="3354026"/>
                  <a:ext cx="10858" cy="22860"/>
                </a:xfrm>
                <a:custGeom>
                  <a:avLst/>
                  <a:gdLst>
                    <a:gd name="connsiteX0" fmla="*/ 10859 w 10858"/>
                    <a:gd name="connsiteY0" fmla="*/ 11430 h 22860"/>
                    <a:gd name="connsiteX1" fmla="*/ 5429 w 10858"/>
                    <a:gd name="connsiteY1" fmla="*/ 22861 h 22860"/>
                    <a:gd name="connsiteX2" fmla="*/ 0 w 10858"/>
                    <a:gd name="connsiteY2" fmla="*/ 11430 h 22860"/>
                    <a:gd name="connsiteX3" fmla="*/ 5429 w 10858"/>
                    <a:gd name="connsiteY3" fmla="*/ 0 h 22860"/>
                    <a:gd name="connsiteX4" fmla="*/ 10859 w 10858"/>
                    <a:gd name="connsiteY4" fmla="*/ 11430 h 22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58" h="22860">
                      <a:moveTo>
                        <a:pt x="10859" y="11430"/>
                      </a:moveTo>
                      <a:cubicBezTo>
                        <a:pt x="10859" y="17743"/>
                        <a:pt x="8428" y="22861"/>
                        <a:pt x="5429" y="22861"/>
                      </a:cubicBezTo>
                      <a:cubicBezTo>
                        <a:pt x="2431" y="22861"/>
                        <a:pt x="0" y="17743"/>
                        <a:pt x="0" y="11430"/>
                      </a:cubicBezTo>
                      <a:cubicBezTo>
                        <a:pt x="0" y="5117"/>
                        <a:pt x="2431" y="0"/>
                        <a:pt x="5429" y="0"/>
                      </a:cubicBezTo>
                      <a:cubicBezTo>
                        <a:pt x="8428" y="0"/>
                        <a:pt x="10859" y="5117"/>
                        <a:pt x="10859" y="11430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11" name="Forme libre : forme 9310">
                  <a:extLst>
                    <a:ext uri="{FF2B5EF4-FFF2-40B4-BE49-F238E27FC236}">
                      <a16:creationId xmlns:a16="http://schemas.microsoft.com/office/drawing/2014/main" id="{1C95A3DC-1746-40FF-BD6A-1BD9E53C32B4}"/>
                    </a:ext>
                  </a:extLst>
                </p:cNvPr>
                <p:cNvSpPr/>
                <p:nvPr/>
              </p:nvSpPr>
              <p:spPr>
                <a:xfrm rot="-4406442">
                  <a:off x="3319974" y="3373388"/>
                  <a:ext cx="11620" cy="22478"/>
                </a:xfrm>
                <a:custGeom>
                  <a:avLst/>
                  <a:gdLst>
                    <a:gd name="connsiteX0" fmla="*/ 11620 w 11620"/>
                    <a:gd name="connsiteY0" fmla="*/ 11239 h 22478"/>
                    <a:gd name="connsiteX1" fmla="*/ 5810 w 11620"/>
                    <a:gd name="connsiteY1" fmla="*/ 22478 h 22478"/>
                    <a:gd name="connsiteX2" fmla="*/ 0 w 11620"/>
                    <a:gd name="connsiteY2" fmla="*/ 11239 h 22478"/>
                    <a:gd name="connsiteX3" fmla="*/ 5810 w 11620"/>
                    <a:gd name="connsiteY3" fmla="*/ 0 h 22478"/>
                    <a:gd name="connsiteX4" fmla="*/ 11620 w 11620"/>
                    <a:gd name="connsiteY4" fmla="*/ 11239 h 2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20" h="22478">
                      <a:moveTo>
                        <a:pt x="11620" y="11239"/>
                      </a:moveTo>
                      <a:cubicBezTo>
                        <a:pt x="11620" y="17447"/>
                        <a:pt x="9019" y="22478"/>
                        <a:pt x="5810" y="22478"/>
                      </a:cubicBezTo>
                      <a:cubicBezTo>
                        <a:pt x="2602" y="22478"/>
                        <a:pt x="0" y="17447"/>
                        <a:pt x="0" y="11239"/>
                      </a:cubicBezTo>
                      <a:cubicBezTo>
                        <a:pt x="0" y="5032"/>
                        <a:pt x="2602" y="0"/>
                        <a:pt x="5810" y="0"/>
                      </a:cubicBezTo>
                      <a:cubicBezTo>
                        <a:pt x="9019" y="0"/>
                        <a:pt x="11620" y="5032"/>
                        <a:pt x="11620" y="11239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12" name="Forme libre : forme 9311">
                  <a:extLst>
                    <a:ext uri="{FF2B5EF4-FFF2-40B4-BE49-F238E27FC236}">
                      <a16:creationId xmlns:a16="http://schemas.microsoft.com/office/drawing/2014/main" id="{7052CEE5-2295-4ACA-BAF4-86C5605C8A25}"/>
                    </a:ext>
                  </a:extLst>
                </p:cNvPr>
                <p:cNvSpPr/>
                <p:nvPr/>
              </p:nvSpPr>
              <p:spPr>
                <a:xfrm rot="-2812565">
                  <a:off x="3385352" y="3445174"/>
                  <a:ext cx="14097" cy="24575"/>
                </a:xfrm>
                <a:custGeom>
                  <a:avLst/>
                  <a:gdLst>
                    <a:gd name="connsiteX0" fmla="*/ 14097 w 14097"/>
                    <a:gd name="connsiteY0" fmla="*/ 12288 h 24575"/>
                    <a:gd name="connsiteX1" fmla="*/ 7049 w 14097"/>
                    <a:gd name="connsiteY1" fmla="*/ 24575 h 24575"/>
                    <a:gd name="connsiteX2" fmla="*/ 0 w 14097"/>
                    <a:gd name="connsiteY2" fmla="*/ 12288 h 24575"/>
                    <a:gd name="connsiteX3" fmla="*/ 7049 w 14097"/>
                    <a:gd name="connsiteY3" fmla="*/ 0 h 24575"/>
                    <a:gd name="connsiteX4" fmla="*/ 14097 w 14097"/>
                    <a:gd name="connsiteY4" fmla="*/ 12288 h 24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97" h="24575">
                      <a:moveTo>
                        <a:pt x="14097" y="12288"/>
                      </a:moveTo>
                      <a:cubicBezTo>
                        <a:pt x="14097" y="19074"/>
                        <a:pt x="10942" y="24575"/>
                        <a:pt x="7049" y="24575"/>
                      </a:cubicBezTo>
                      <a:cubicBezTo>
                        <a:pt x="3156" y="24575"/>
                        <a:pt x="0" y="19074"/>
                        <a:pt x="0" y="12288"/>
                      </a:cubicBezTo>
                      <a:cubicBezTo>
                        <a:pt x="0" y="5502"/>
                        <a:pt x="3156" y="0"/>
                        <a:pt x="7049" y="0"/>
                      </a:cubicBezTo>
                      <a:cubicBezTo>
                        <a:pt x="10942" y="0"/>
                        <a:pt x="14097" y="5501"/>
                        <a:pt x="14097" y="12288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13" name="Forme libre : forme 9312">
                  <a:extLst>
                    <a:ext uri="{FF2B5EF4-FFF2-40B4-BE49-F238E27FC236}">
                      <a16:creationId xmlns:a16="http://schemas.microsoft.com/office/drawing/2014/main" id="{F4AE8BE1-299E-4019-A0C8-B7308027B69F}"/>
                    </a:ext>
                  </a:extLst>
                </p:cNvPr>
                <p:cNvSpPr/>
                <p:nvPr/>
              </p:nvSpPr>
              <p:spPr>
                <a:xfrm rot="-2812565">
                  <a:off x="3288259" y="3452104"/>
                  <a:ext cx="12001" cy="18098"/>
                </a:xfrm>
                <a:custGeom>
                  <a:avLst/>
                  <a:gdLst>
                    <a:gd name="connsiteX0" fmla="*/ 12002 w 12001"/>
                    <a:gd name="connsiteY0" fmla="*/ 9049 h 18098"/>
                    <a:gd name="connsiteX1" fmla="*/ 6001 w 12001"/>
                    <a:gd name="connsiteY1" fmla="*/ 18098 h 18098"/>
                    <a:gd name="connsiteX2" fmla="*/ 0 w 12001"/>
                    <a:gd name="connsiteY2" fmla="*/ 9049 h 18098"/>
                    <a:gd name="connsiteX3" fmla="*/ 6001 w 12001"/>
                    <a:gd name="connsiteY3" fmla="*/ 0 h 18098"/>
                    <a:gd name="connsiteX4" fmla="*/ 12002 w 12001"/>
                    <a:gd name="connsiteY4" fmla="*/ 9049 h 18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01" h="18098">
                      <a:moveTo>
                        <a:pt x="12002" y="9049"/>
                      </a:moveTo>
                      <a:cubicBezTo>
                        <a:pt x="12002" y="14046"/>
                        <a:pt x="9315" y="18098"/>
                        <a:pt x="6001" y="18098"/>
                      </a:cubicBezTo>
                      <a:cubicBezTo>
                        <a:pt x="2687" y="18098"/>
                        <a:pt x="0" y="14047"/>
                        <a:pt x="0" y="9049"/>
                      </a:cubicBezTo>
                      <a:cubicBezTo>
                        <a:pt x="0" y="4051"/>
                        <a:pt x="2687" y="0"/>
                        <a:pt x="6001" y="0"/>
                      </a:cubicBezTo>
                      <a:cubicBezTo>
                        <a:pt x="9315" y="0"/>
                        <a:pt x="12002" y="4051"/>
                        <a:pt x="12002" y="9049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14" name="Forme libre : forme 9313">
                  <a:extLst>
                    <a:ext uri="{FF2B5EF4-FFF2-40B4-BE49-F238E27FC236}">
                      <a16:creationId xmlns:a16="http://schemas.microsoft.com/office/drawing/2014/main" id="{281B8485-9C2D-4B31-B8A5-EA905F501646}"/>
                    </a:ext>
                  </a:extLst>
                </p:cNvPr>
                <p:cNvSpPr/>
                <p:nvPr/>
              </p:nvSpPr>
              <p:spPr>
                <a:xfrm rot="-3935269">
                  <a:off x="3333507" y="3516803"/>
                  <a:ext cx="10096" cy="15621"/>
                </a:xfrm>
                <a:custGeom>
                  <a:avLst/>
                  <a:gdLst>
                    <a:gd name="connsiteX0" fmla="*/ 10096 w 10096"/>
                    <a:gd name="connsiteY0" fmla="*/ 7810 h 15621"/>
                    <a:gd name="connsiteX1" fmla="*/ 5048 w 10096"/>
                    <a:gd name="connsiteY1" fmla="*/ 15621 h 15621"/>
                    <a:gd name="connsiteX2" fmla="*/ 0 w 10096"/>
                    <a:gd name="connsiteY2" fmla="*/ 7810 h 15621"/>
                    <a:gd name="connsiteX3" fmla="*/ 5048 w 10096"/>
                    <a:gd name="connsiteY3" fmla="*/ 0 h 15621"/>
                    <a:gd name="connsiteX4" fmla="*/ 10096 w 10096"/>
                    <a:gd name="connsiteY4" fmla="*/ 7810 h 15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96" h="15621">
                      <a:moveTo>
                        <a:pt x="10096" y="7810"/>
                      </a:moveTo>
                      <a:cubicBezTo>
                        <a:pt x="10096" y="12124"/>
                        <a:pt x="7836" y="15621"/>
                        <a:pt x="5048" y="15621"/>
                      </a:cubicBezTo>
                      <a:cubicBezTo>
                        <a:pt x="2260" y="15621"/>
                        <a:pt x="0" y="12124"/>
                        <a:pt x="0" y="7810"/>
                      </a:cubicBezTo>
                      <a:cubicBezTo>
                        <a:pt x="0" y="3497"/>
                        <a:pt x="2260" y="0"/>
                        <a:pt x="5048" y="0"/>
                      </a:cubicBezTo>
                      <a:cubicBezTo>
                        <a:pt x="7836" y="0"/>
                        <a:pt x="10096" y="3497"/>
                        <a:pt x="10096" y="7810"/>
                      </a:cubicBezTo>
                      <a:close/>
                    </a:path>
                  </a:pathLst>
                </a:custGeom>
                <a:solidFill>
                  <a:srgbClr val="AF710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15" name="Forme libre : forme 9314">
                  <a:extLst>
                    <a:ext uri="{FF2B5EF4-FFF2-40B4-BE49-F238E27FC236}">
                      <a16:creationId xmlns:a16="http://schemas.microsoft.com/office/drawing/2014/main" id="{94F393E0-A982-4DC8-A01B-80F84AF1A557}"/>
                    </a:ext>
                  </a:extLst>
                </p:cNvPr>
                <p:cNvSpPr/>
                <p:nvPr/>
              </p:nvSpPr>
              <p:spPr>
                <a:xfrm>
                  <a:off x="3339840" y="3330151"/>
                  <a:ext cx="74525" cy="18603"/>
                </a:xfrm>
                <a:custGeom>
                  <a:avLst/>
                  <a:gdLst>
                    <a:gd name="connsiteX0" fmla="*/ 7820 w 74525"/>
                    <a:gd name="connsiteY0" fmla="*/ 6933 h 18603"/>
                    <a:gd name="connsiteX1" fmla="*/ 1248 w 74525"/>
                    <a:gd name="connsiteY1" fmla="*/ 11219 h 18603"/>
                    <a:gd name="connsiteX2" fmla="*/ 10 w 74525"/>
                    <a:gd name="connsiteY2" fmla="*/ 13695 h 18603"/>
                    <a:gd name="connsiteX3" fmla="*/ 4867 w 74525"/>
                    <a:gd name="connsiteY3" fmla="*/ 18077 h 18603"/>
                    <a:gd name="connsiteX4" fmla="*/ 29156 w 74525"/>
                    <a:gd name="connsiteY4" fmla="*/ 15029 h 18603"/>
                    <a:gd name="connsiteX5" fmla="*/ 62875 w 74525"/>
                    <a:gd name="connsiteY5" fmla="*/ 12457 h 18603"/>
                    <a:gd name="connsiteX6" fmla="*/ 73543 w 74525"/>
                    <a:gd name="connsiteY6" fmla="*/ 7314 h 18603"/>
                    <a:gd name="connsiteX7" fmla="*/ 58493 w 74525"/>
                    <a:gd name="connsiteY7" fmla="*/ 1789 h 18603"/>
                    <a:gd name="connsiteX8" fmla="*/ 25346 w 74525"/>
                    <a:gd name="connsiteY8" fmla="*/ 1503 h 18603"/>
                    <a:gd name="connsiteX9" fmla="*/ 7820 w 74525"/>
                    <a:gd name="connsiteY9" fmla="*/ 6933 h 1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4525" h="18603">
                      <a:moveTo>
                        <a:pt x="7820" y="6933"/>
                      </a:moveTo>
                      <a:cubicBezTo>
                        <a:pt x="5439" y="7980"/>
                        <a:pt x="2962" y="9314"/>
                        <a:pt x="1248" y="11219"/>
                      </a:cubicBezTo>
                      <a:cubicBezTo>
                        <a:pt x="581" y="11885"/>
                        <a:pt x="10" y="12743"/>
                        <a:pt x="10" y="13695"/>
                      </a:cubicBezTo>
                      <a:cubicBezTo>
                        <a:pt x="-181" y="16077"/>
                        <a:pt x="2486" y="17601"/>
                        <a:pt x="4867" y="18077"/>
                      </a:cubicBezTo>
                      <a:cubicBezTo>
                        <a:pt x="12964" y="19791"/>
                        <a:pt x="21155" y="16934"/>
                        <a:pt x="29156" y="15029"/>
                      </a:cubicBezTo>
                      <a:cubicBezTo>
                        <a:pt x="40110" y="12362"/>
                        <a:pt x="51540" y="11504"/>
                        <a:pt x="62875" y="12457"/>
                      </a:cubicBezTo>
                      <a:cubicBezTo>
                        <a:pt x="65923" y="12743"/>
                        <a:pt x="78019" y="13695"/>
                        <a:pt x="73543" y="7314"/>
                      </a:cubicBezTo>
                      <a:cubicBezTo>
                        <a:pt x="71066" y="3694"/>
                        <a:pt x="62494" y="2646"/>
                        <a:pt x="58493" y="1789"/>
                      </a:cubicBezTo>
                      <a:cubicBezTo>
                        <a:pt x="47635" y="-497"/>
                        <a:pt x="36205" y="-592"/>
                        <a:pt x="25346" y="1503"/>
                      </a:cubicBezTo>
                      <a:cubicBezTo>
                        <a:pt x="19250" y="2551"/>
                        <a:pt x="13345" y="4361"/>
                        <a:pt x="7820" y="6933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16" name="Forme libre : forme 9315">
                  <a:extLst>
                    <a:ext uri="{FF2B5EF4-FFF2-40B4-BE49-F238E27FC236}">
                      <a16:creationId xmlns:a16="http://schemas.microsoft.com/office/drawing/2014/main" id="{08D5B0A9-96DB-4BC6-9EE7-1AAFB02E0673}"/>
                    </a:ext>
                  </a:extLst>
                </p:cNvPr>
                <p:cNvSpPr/>
                <p:nvPr/>
              </p:nvSpPr>
              <p:spPr>
                <a:xfrm>
                  <a:off x="3271838" y="3432976"/>
                  <a:ext cx="103825" cy="59174"/>
                </a:xfrm>
                <a:custGeom>
                  <a:avLst/>
                  <a:gdLst>
                    <a:gd name="connsiteX0" fmla="*/ 5623 w 103825"/>
                    <a:gd name="connsiteY0" fmla="*/ 4215 h 59174"/>
                    <a:gd name="connsiteX1" fmla="*/ 12004 w 103825"/>
                    <a:gd name="connsiteY1" fmla="*/ 24 h 59174"/>
                    <a:gd name="connsiteX2" fmla="*/ 14481 w 103825"/>
                    <a:gd name="connsiteY2" fmla="*/ 882 h 59174"/>
                    <a:gd name="connsiteX3" fmla="*/ 35436 w 103825"/>
                    <a:gd name="connsiteY3" fmla="*/ 12502 h 59174"/>
                    <a:gd name="connsiteX4" fmla="*/ 53248 w 103825"/>
                    <a:gd name="connsiteY4" fmla="*/ 27075 h 59174"/>
                    <a:gd name="connsiteX5" fmla="*/ 103825 w 103825"/>
                    <a:gd name="connsiteY5" fmla="*/ 59174 h 59174"/>
                    <a:gd name="connsiteX6" fmla="*/ 72202 w 103825"/>
                    <a:gd name="connsiteY6" fmla="*/ 41077 h 59174"/>
                    <a:gd name="connsiteX7" fmla="*/ 28768 w 103825"/>
                    <a:gd name="connsiteY7" fmla="*/ 16598 h 59174"/>
                    <a:gd name="connsiteX8" fmla="*/ 15814 w 103825"/>
                    <a:gd name="connsiteY8" fmla="*/ 13454 h 59174"/>
                    <a:gd name="connsiteX9" fmla="*/ 7813 w 103825"/>
                    <a:gd name="connsiteY9" fmla="*/ 20789 h 59174"/>
                    <a:gd name="connsiteX10" fmla="*/ 3908 w 103825"/>
                    <a:gd name="connsiteY10" fmla="*/ 32695 h 59174"/>
                    <a:gd name="connsiteX11" fmla="*/ 289 w 103825"/>
                    <a:gd name="connsiteY11" fmla="*/ 27551 h 59174"/>
                    <a:gd name="connsiteX12" fmla="*/ 5623 w 103825"/>
                    <a:gd name="connsiteY12" fmla="*/ 4215 h 59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3825" h="59174">
                      <a:moveTo>
                        <a:pt x="5623" y="4215"/>
                      </a:moveTo>
                      <a:cubicBezTo>
                        <a:pt x="7147" y="2024"/>
                        <a:pt x="9337" y="-261"/>
                        <a:pt x="12004" y="24"/>
                      </a:cubicBezTo>
                      <a:cubicBezTo>
                        <a:pt x="12862" y="119"/>
                        <a:pt x="13719" y="500"/>
                        <a:pt x="14481" y="882"/>
                      </a:cubicBezTo>
                      <a:cubicBezTo>
                        <a:pt x="21720" y="4215"/>
                        <a:pt x="28959" y="7835"/>
                        <a:pt x="35436" y="12502"/>
                      </a:cubicBezTo>
                      <a:cubicBezTo>
                        <a:pt x="41627" y="16979"/>
                        <a:pt x="47152" y="22408"/>
                        <a:pt x="53248" y="27075"/>
                      </a:cubicBezTo>
                      <a:cubicBezTo>
                        <a:pt x="69154" y="39267"/>
                        <a:pt x="88967" y="45744"/>
                        <a:pt x="103825" y="59174"/>
                      </a:cubicBezTo>
                      <a:cubicBezTo>
                        <a:pt x="92491" y="54793"/>
                        <a:pt x="82394" y="47649"/>
                        <a:pt x="72202" y="41077"/>
                      </a:cubicBezTo>
                      <a:cubicBezTo>
                        <a:pt x="58201" y="32123"/>
                        <a:pt x="43532" y="24313"/>
                        <a:pt x="28768" y="16598"/>
                      </a:cubicBezTo>
                      <a:cubicBezTo>
                        <a:pt x="24673" y="14502"/>
                        <a:pt x="20196" y="12407"/>
                        <a:pt x="15814" y="13454"/>
                      </a:cubicBezTo>
                      <a:cubicBezTo>
                        <a:pt x="12195" y="14407"/>
                        <a:pt x="9337" y="17360"/>
                        <a:pt x="7813" y="20789"/>
                      </a:cubicBezTo>
                      <a:cubicBezTo>
                        <a:pt x="6194" y="24123"/>
                        <a:pt x="6670" y="30123"/>
                        <a:pt x="3908" y="32695"/>
                      </a:cubicBezTo>
                      <a:cubicBezTo>
                        <a:pt x="765" y="35743"/>
                        <a:pt x="575" y="29933"/>
                        <a:pt x="289" y="27551"/>
                      </a:cubicBezTo>
                      <a:cubicBezTo>
                        <a:pt x="-759" y="19646"/>
                        <a:pt x="1051" y="11073"/>
                        <a:pt x="5623" y="4215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17" name="Forme libre : forme 9316">
                  <a:extLst>
                    <a:ext uri="{FF2B5EF4-FFF2-40B4-BE49-F238E27FC236}">
                      <a16:creationId xmlns:a16="http://schemas.microsoft.com/office/drawing/2014/main" id="{AF903BB5-2988-40E5-8099-35FD174C7F72}"/>
                    </a:ext>
                  </a:extLst>
                </p:cNvPr>
                <p:cNvSpPr/>
                <p:nvPr/>
              </p:nvSpPr>
              <p:spPr>
                <a:xfrm>
                  <a:off x="3296943" y="3360500"/>
                  <a:ext cx="118345" cy="48782"/>
                </a:xfrm>
                <a:custGeom>
                  <a:avLst/>
                  <a:gdLst>
                    <a:gd name="connsiteX0" fmla="*/ 24333 w 118345"/>
                    <a:gd name="connsiteY0" fmla="*/ 3539 h 48782"/>
                    <a:gd name="connsiteX1" fmla="*/ 35573 w 118345"/>
                    <a:gd name="connsiteY1" fmla="*/ 14 h 48782"/>
                    <a:gd name="connsiteX2" fmla="*/ 46241 w 118345"/>
                    <a:gd name="connsiteY2" fmla="*/ 3634 h 48782"/>
                    <a:gd name="connsiteX3" fmla="*/ 118345 w 118345"/>
                    <a:gd name="connsiteY3" fmla="*/ 48782 h 48782"/>
                    <a:gd name="connsiteX4" fmla="*/ 57957 w 118345"/>
                    <a:gd name="connsiteY4" fmla="*/ 21541 h 48782"/>
                    <a:gd name="connsiteX5" fmla="*/ 30429 w 118345"/>
                    <a:gd name="connsiteY5" fmla="*/ 11825 h 48782"/>
                    <a:gd name="connsiteX6" fmla="*/ 22809 w 118345"/>
                    <a:gd name="connsiteY6" fmla="*/ 12588 h 48782"/>
                    <a:gd name="connsiteX7" fmla="*/ 17285 w 118345"/>
                    <a:gd name="connsiteY7" fmla="*/ 15350 h 48782"/>
                    <a:gd name="connsiteX8" fmla="*/ 4997 w 118345"/>
                    <a:gd name="connsiteY8" fmla="*/ 25446 h 48782"/>
                    <a:gd name="connsiteX9" fmla="*/ 426 w 118345"/>
                    <a:gd name="connsiteY9" fmla="*/ 28875 h 48782"/>
                    <a:gd name="connsiteX10" fmla="*/ 2235 w 118345"/>
                    <a:gd name="connsiteY10" fmla="*/ 24017 h 48782"/>
                    <a:gd name="connsiteX11" fmla="*/ 24333 w 118345"/>
                    <a:gd name="connsiteY11" fmla="*/ 3539 h 4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8345" h="48782">
                      <a:moveTo>
                        <a:pt x="24333" y="3539"/>
                      </a:moveTo>
                      <a:cubicBezTo>
                        <a:pt x="27762" y="1539"/>
                        <a:pt x="31572" y="-176"/>
                        <a:pt x="35573" y="14"/>
                      </a:cubicBezTo>
                      <a:cubicBezTo>
                        <a:pt x="39383" y="110"/>
                        <a:pt x="42907" y="1920"/>
                        <a:pt x="46241" y="3634"/>
                      </a:cubicBezTo>
                      <a:cubicBezTo>
                        <a:pt x="71387" y="16779"/>
                        <a:pt x="95580" y="31923"/>
                        <a:pt x="118345" y="48782"/>
                      </a:cubicBezTo>
                      <a:cubicBezTo>
                        <a:pt x="97866" y="40591"/>
                        <a:pt x="77673" y="31542"/>
                        <a:pt x="57957" y="21541"/>
                      </a:cubicBezTo>
                      <a:cubicBezTo>
                        <a:pt x="49193" y="17159"/>
                        <a:pt x="40145" y="12492"/>
                        <a:pt x="30429" y="11825"/>
                      </a:cubicBezTo>
                      <a:cubicBezTo>
                        <a:pt x="27858" y="11635"/>
                        <a:pt x="25286" y="11730"/>
                        <a:pt x="22809" y="12588"/>
                      </a:cubicBezTo>
                      <a:cubicBezTo>
                        <a:pt x="20809" y="13254"/>
                        <a:pt x="18999" y="14302"/>
                        <a:pt x="17285" y="15350"/>
                      </a:cubicBezTo>
                      <a:cubicBezTo>
                        <a:pt x="12808" y="18207"/>
                        <a:pt x="8712" y="21636"/>
                        <a:pt x="4997" y="25446"/>
                      </a:cubicBezTo>
                      <a:cubicBezTo>
                        <a:pt x="4235" y="26208"/>
                        <a:pt x="1950" y="29447"/>
                        <a:pt x="426" y="28875"/>
                      </a:cubicBezTo>
                      <a:cubicBezTo>
                        <a:pt x="-1003" y="28304"/>
                        <a:pt x="1568" y="25065"/>
                        <a:pt x="2235" y="24017"/>
                      </a:cubicBezTo>
                      <a:cubicBezTo>
                        <a:pt x="7665" y="15445"/>
                        <a:pt x="15475" y="8587"/>
                        <a:pt x="24333" y="3539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18" name="Forme libre : forme 9317">
                  <a:extLst>
                    <a:ext uri="{FF2B5EF4-FFF2-40B4-BE49-F238E27FC236}">
                      <a16:creationId xmlns:a16="http://schemas.microsoft.com/office/drawing/2014/main" id="{69222897-195C-4A2F-A03F-3398F770DC78}"/>
                    </a:ext>
                  </a:extLst>
                </p:cNvPr>
                <p:cNvSpPr/>
                <p:nvPr/>
              </p:nvSpPr>
              <p:spPr>
                <a:xfrm>
                  <a:off x="3327658" y="3419671"/>
                  <a:ext cx="104408" cy="65049"/>
                </a:xfrm>
                <a:custGeom>
                  <a:avLst/>
                  <a:gdLst>
                    <a:gd name="connsiteX0" fmla="*/ 20288 w 104408"/>
                    <a:gd name="connsiteY0" fmla="*/ 3804 h 65049"/>
                    <a:gd name="connsiteX1" fmla="*/ 41815 w 104408"/>
                    <a:gd name="connsiteY1" fmla="*/ 5995 h 65049"/>
                    <a:gd name="connsiteX2" fmla="*/ 61341 w 104408"/>
                    <a:gd name="connsiteY2" fmla="*/ 10281 h 65049"/>
                    <a:gd name="connsiteX3" fmla="*/ 95345 w 104408"/>
                    <a:gd name="connsiteY3" fmla="*/ 15234 h 65049"/>
                    <a:gd name="connsiteX4" fmla="*/ 103156 w 104408"/>
                    <a:gd name="connsiteY4" fmla="*/ 18853 h 65049"/>
                    <a:gd name="connsiteX5" fmla="*/ 103442 w 104408"/>
                    <a:gd name="connsiteY5" fmla="*/ 28188 h 65049"/>
                    <a:gd name="connsiteX6" fmla="*/ 83915 w 104408"/>
                    <a:gd name="connsiteY6" fmla="*/ 54572 h 65049"/>
                    <a:gd name="connsiteX7" fmla="*/ 70961 w 104408"/>
                    <a:gd name="connsiteY7" fmla="*/ 65050 h 65049"/>
                    <a:gd name="connsiteX8" fmla="*/ 82963 w 104408"/>
                    <a:gd name="connsiteY8" fmla="*/ 39142 h 65049"/>
                    <a:gd name="connsiteX9" fmla="*/ 82105 w 104408"/>
                    <a:gd name="connsiteY9" fmla="*/ 33617 h 65049"/>
                    <a:gd name="connsiteX10" fmla="*/ 66770 w 104408"/>
                    <a:gd name="connsiteY10" fmla="*/ 19996 h 65049"/>
                    <a:gd name="connsiteX11" fmla="*/ 24384 w 104408"/>
                    <a:gd name="connsiteY11" fmla="*/ 5137 h 65049"/>
                    <a:gd name="connsiteX12" fmla="*/ 13145 w 104408"/>
                    <a:gd name="connsiteY12" fmla="*/ 3232 h 65049"/>
                    <a:gd name="connsiteX13" fmla="*/ 0 w 104408"/>
                    <a:gd name="connsiteY13" fmla="*/ 185 h 65049"/>
                    <a:gd name="connsiteX14" fmla="*/ 20288 w 104408"/>
                    <a:gd name="connsiteY14" fmla="*/ 3804 h 65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4408" h="65049">
                      <a:moveTo>
                        <a:pt x="20288" y="3804"/>
                      </a:moveTo>
                      <a:cubicBezTo>
                        <a:pt x="27432" y="4947"/>
                        <a:pt x="34671" y="4947"/>
                        <a:pt x="41815" y="5995"/>
                      </a:cubicBezTo>
                      <a:cubicBezTo>
                        <a:pt x="48387" y="6947"/>
                        <a:pt x="54864" y="8852"/>
                        <a:pt x="61341" y="10281"/>
                      </a:cubicBezTo>
                      <a:cubicBezTo>
                        <a:pt x="72580" y="12662"/>
                        <a:pt x="84011" y="13329"/>
                        <a:pt x="95345" y="15234"/>
                      </a:cubicBezTo>
                      <a:cubicBezTo>
                        <a:pt x="98298" y="15710"/>
                        <a:pt x="101441" y="16472"/>
                        <a:pt x="103156" y="18853"/>
                      </a:cubicBezTo>
                      <a:cubicBezTo>
                        <a:pt x="105061" y="21425"/>
                        <a:pt x="104489" y="25140"/>
                        <a:pt x="103442" y="28188"/>
                      </a:cubicBezTo>
                      <a:cubicBezTo>
                        <a:pt x="99917" y="38665"/>
                        <a:pt x="91916" y="46952"/>
                        <a:pt x="83915" y="54572"/>
                      </a:cubicBezTo>
                      <a:cubicBezTo>
                        <a:pt x="79915" y="58382"/>
                        <a:pt x="75724" y="62192"/>
                        <a:pt x="70961" y="65050"/>
                      </a:cubicBezTo>
                      <a:cubicBezTo>
                        <a:pt x="78677" y="58859"/>
                        <a:pt x="83248" y="48952"/>
                        <a:pt x="82963" y="39142"/>
                      </a:cubicBezTo>
                      <a:cubicBezTo>
                        <a:pt x="82868" y="37237"/>
                        <a:pt x="82677" y="35427"/>
                        <a:pt x="82105" y="33617"/>
                      </a:cubicBezTo>
                      <a:cubicBezTo>
                        <a:pt x="79915" y="26950"/>
                        <a:pt x="73057" y="23044"/>
                        <a:pt x="66770" y="19996"/>
                      </a:cubicBezTo>
                      <a:cubicBezTo>
                        <a:pt x="53245" y="13519"/>
                        <a:pt x="39053" y="8090"/>
                        <a:pt x="24384" y="5137"/>
                      </a:cubicBezTo>
                      <a:cubicBezTo>
                        <a:pt x="20669" y="4376"/>
                        <a:pt x="16859" y="3804"/>
                        <a:pt x="13145" y="3232"/>
                      </a:cubicBezTo>
                      <a:cubicBezTo>
                        <a:pt x="10478" y="2852"/>
                        <a:pt x="1143" y="2852"/>
                        <a:pt x="0" y="185"/>
                      </a:cubicBezTo>
                      <a:cubicBezTo>
                        <a:pt x="6096" y="-863"/>
                        <a:pt x="14192" y="2852"/>
                        <a:pt x="20288" y="3804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19" name="Forme libre : forme 9318">
                  <a:extLst>
                    <a:ext uri="{FF2B5EF4-FFF2-40B4-BE49-F238E27FC236}">
                      <a16:creationId xmlns:a16="http://schemas.microsoft.com/office/drawing/2014/main" id="{969D4D76-F4B9-4A2A-B1B0-FE412CF3BBFF}"/>
                    </a:ext>
                  </a:extLst>
                </p:cNvPr>
                <p:cNvSpPr/>
                <p:nvPr/>
              </p:nvSpPr>
              <p:spPr>
                <a:xfrm>
                  <a:off x="3292701" y="3496817"/>
                  <a:ext cx="85616" cy="40290"/>
                </a:xfrm>
                <a:custGeom>
                  <a:avLst/>
                  <a:gdLst>
                    <a:gd name="connsiteX0" fmla="*/ 25908 w 85616"/>
                    <a:gd name="connsiteY0" fmla="*/ 6763 h 40290"/>
                    <a:gd name="connsiteX1" fmla="*/ 41910 w 85616"/>
                    <a:gd name="connsiteY1" fmla="*/ 10859 h 40290"/>
                    <a:gd name="connsiteX2" fmla="*/ 82867 w 85616"/>
                    <a:gd name="connsiteY2" fmla="*/ 19812 h 40290"/>
                    <a:gd name="connsiteX3" fmla="*/ 84867 w 85616"/>
                    <a:gd name="connsiteY3" fmla="*/ 20574 h 40290"/>
                    <a:gd name="connsiteX4" fmla="*/ 84296 w 85616"/>
                    <a:gd name="connsiteY4" fmla="*/ 25718 h 40290"/>
                    <a:gd name="connsiteX5" fmla="*/ 59341 w 85616"/>
                    <a:gd name="connsiteY5" fmla="*/ 40291 h 40290"/>
                    <a:gd name="connsiteX6" fmla="*/ 61626 w 85616"/>
                    <a:gd name="connsiteY6" fmla="*/ 35338 h 40290"/>
                    <a:gd name="connsiteX7" fmla="*/ 63341 w 85616"/>
                    <a:gd name="connsiteY7" fmla="*/ 28956 h 40290"/>
                    <a:gd name="connsiteX8" fmla="*/ 55245 w 85616"/>
                    <a:gd name="connsiteY8" fmla="*/ 20574 h 40290"/>
                    <a:gd name="connsiteX9" fmla="*/ 25622 w 85616"/>
                    <a:gd name="connsiteY9" fmla="*/ 9525 h 40290"/>
                    <a:gd name="connsiteX10" fmla="*/ 10668 w 85616"/>
                    <a:gd name="connsiteY10" fmla="*/ 5144 h 40290"/>
                    <a:gd name="connsiteX11" fmla="*/ 0 w 85616"/>
                    <a:gd name="connsiteY11" fmla="*/ 0 h 40290"/>
                    <a:gd name="connsiteX12" fmla="*/ 12763 w 85616"/>
                    <a:gd name="connsiteY12" fmla="*/ 3143 h 40290"/>
                    <a:gd name="connsiteX13" fmla="*/ 25908 w 85616"/>
                    <a:gd name="connsiteY13" fmla="*/ 6763 h 40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5616" h="40290">
                      <a:moveTo>
                        <a:pt x="25908" y="6763"/>
                      </a:moveTo>
                      <a:cubicBezTo>
                        <a:pt x="31242" y="8192"/>
                        <a:pt x="36576" y="9525"/>
                        <a:pt x="41910" y="10859"/>
                      </a:cubicBezTo>
                      <a:cubicBezTo>
                        <a:pt x="55435" y="14192"/>
                        <a:pt x="69056" y="17240"/>
                        <a:pt x="82867" y="19812"/>
                      </a:cubicBezTo>
                      <a:cubicBezTo>
                        <a:pt x="83534" y="19907"/>
                        <a:pt x="84296" y="20098"/>
                        <a:pt x="84867" y="20574"/>
                      </a:cubicBezTo>
                      <a:cubicBezTo>
                        <a:pt x="86296" y="21812"/>
                        <a:pt x="85439" y="24194"/>
                        <a:pt x="84296" y="25718"/>
                      </a:cubicBezTo>
                      <a:cubicBezTo>
                        <a:pt x="78486" y="33623"/>
                        <a:pt x="68675" y="37433"/>
                        <a:pt x="59341" y="40291"/>
                      </a:cubicBezTo>
                      <a:cubicBezTo>
                        <a:pt x="60103" y="38671"/>
                        <a:pt x="60865" y="36957"/>
                        <a:pt x="61626" y="35338"/>
                      </a:cubicBezTo>
                      <a:cubicBezTo>
                        <a:pt x="62579" y="33338"/>
                        <a:pt x="63532" y="31147"/>
                        <a:pt x="63341" y="28956"/>
                      </a:cubicBezTo>
                      <a:cubicBezTo>
                        <a:pt x="62960" y="24860"/>
                        <a:pt x="58864" y="22288"/>
                        <a:pt x="55245" y="20574"/>
                      </a:cubicBezTo>
                      <a:cubicBezTo>
                        <a:pt x="45720" y="16002"/>
                        <a:pt x="35719" y="12573"/>
                        <a:pt x="25622" y="9525"/>
                      </a:cubicBezTo>
                      <a:cubicBezTo>
                        <a:pt x="20669" y="8001"/>
                        <a:pt x="15621" y="6572"/>
                        <a:pt x="10668" y="5144"/>
                      </a:cubicBezTo>
                      <a:cubicBezTo>
                        <a:pt x="8001" y="4381"/>
                        <a:pt x="190" y="3620"/>
                        <a:pt x="0" y="0"/>
                      </a:cubicBezTo>
                      <a:cubicBezTo>
                        <a:pt x="4000" y="0"/>
                        <a:pt x="8858" y="2096"/>
                        <a:pt x="12763" y="3143"/>
                      </a:cubicBezTo>
                      <a:cubicBezTo>
                        <a:pt x="16954" y="4477"/>
                        <a:pt x="21431" y="5620"/>
                        <a:pt x="25908" y="6763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20" name="Forme libre : forme 9319">
                  <a:extLst>
                    <a:ext uri="{FF2B5EF4-FFF2-40B4-BE49-F238E27FC236}">
                      <a16:creationId xmlns:a16="http://schemas.microsoft.com/office/drawing/2014/main" id="{1288852D-2989-4B30-AD94-8E7AF5969315}"/>
                    </a:ext>
                  </a:extLst>
                </p:cNvPr>
                <p:cNvSpPr/>
                <p:nvPr/>
              </p:nvSpPr>
              <p:spPr>
                <a:xfrm>
                  <a:off x="3274565" y="3513014"/>
                  <a:ext cx="34431" cy="41173"/>
                </a:xfrm>
                <a:custGeom>
                  <a:avLst/>
                  <a:gdLst>
                    <a:gd name="connsiteX0" fmla="*/ 3277 w 34431"/>
                    <a:gd name="connsiteY0" fmla="*/ 1234 h 41173"/>
                    <a:gd name="connsiteX1" fmla="*/ 610 w 34431"/>
                    <a:gd name="connsiteY1" fmla="*/ 186 h 41173"/>
                    <a:gd name="connsiteX2" fmla="*/ 134 w 34431"/>
                    <a:gd name="connsiteY2" fmla="*/ 2567 h 41173"/>
                    <a:gd name="connsiteX3" fmla="*/ 6325 w 34431"/>
                    <a:gd name="connsiteY3" fmla="*/ 28380 h 41173"/>
                    <a:gd name="connsiteX4" fmla="*/ 11564 w 34431"/>
                    <a:gd name="connsiteY4" fmla="*/ 40001 h 41173"/>
                    <a:gd name="connsiteX5" fmla="*/ 12898 w 34431"/>
                    <a:gd name="connsiteY5" fmla="*/ 41048 h 41173"/>
                    <a:gd name="connsiteX6" fmla="*/ 16136 w 34431"/>
                    <a:gd name="connsiteY6" fmla="*/ 39429 h 41173"/>
                    <a:gd name="connsiteX7" fmla="*/ 18041 w 34431"/>
                    <a:gd name="connsiteY7" fmla="*/ 36000 h 41173"/>
                    <a:gd name="connsiteX8" fmla="*/ 24804 w 34431"/>
                    <a:gd name="connsiteY8" fmla="*/ 34000 h 41173"/>
                    <a:gd name="connsiteX9" fmla="*/ 34424 w 34431"/>
                    <a:gd name="connsiteY9" fmla="*/ 32857 h 41173"/>
                    <a:gd name="connsiteX10" fmla="*/ 24709 w 34431"/>
                    <a:gd name="connsiteY10" fmla="*/ 23427 h 41173"/>
                    <a:gd name="connsiteX11" fmla="*/ 3277 w 34431"/>
                    <a:gd name="connsiteY11" fmla="*/ 1234 h 41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431" h="41173">
                      <a:moveTo>
                        <a:pt x="3277" y="1234"/>
                      </a:moveTo>
                      <a:cubicBezTo>
                        <a:pt x="2611" y="472"/>
                        <a:pt x="1563" y="-385"/>
                        <a:pt x="610" y="186"/>
                      </a:cubicBezTo>
                      <a:cubicBezTo>
                        <a:pt x="-152" y="663"/>
                        <a:pt x="-56" y="1710"/>
                        <a:pt x="134" y="2567"/>
                      </a:cubicBezTo>
                      <a:cubicBezTo>
                        <a:pt x="2039" y="11235"/>
                        <a:pt x="3944" y="19808"/>
                        <a:pt x="6325" y="28380"/>
                      </a:cubicBezTo>
                      <a:cubicBezTo>
                        <a:pt x="7468" y="32476"/>
                        <a:pt x="8802" y="36762"/>
                        <a:pt x="11564" y="40001"/>
                      </a:cubicBezTo>
                      <a:cubicBezTo>
                        <a:pt x="11945" y="40477"/>
                        <a:pt x="12326" y="40858"/>
                        <a:pt x="12898" y="41048"/>
                      </a:cubicBezTo>
                      <a:cubicBezTo>
                        <a:pt x="14136" y="41525"/>
                        <a:pt x="15469" y="40572"/>
                        <a:pt x="16136" y="39429"/>
                      </a:cubicBezTo>
                      <a:cubicBezTo>
                        <a:pt x="16803" y="38286"/>
                        <a:pt x="17184" y="36953"/>
                        <a:pt x="18041" y="36000"/>
                      </a:cubicBezTo>
                      <a:cubicBezTo>
                        <a:pt x="19565" y="34190"/>
                        <a:pt x="22327" y="33905"/>
                        <a:pt x="24804" y="34000"/>
                      </a:cubicBezTo>
                      <a:cubicBezTo>
                        <a:pt x="26423" y="34000"/>
                        <a:pt x="34043" y="35714"/>
                        <a:pt x="34424" y="32857"/>
                      </a:cubicBezTo>
                      <a:cubicBezTo>
                        <a:pt x="34710" y="30761"/>
                        <a:pt x="26423" y="24951"/>
                        <a:pt x="24709" y="23427"/>
                      </a:cubicBezTo>
                      <a:cubicBezTo>
                        <a:pt x="17184" y="16379"/>
                        <a:pt x="10040" y="9044"/>
                        <a:pt x="3277" y="1234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9194" name="Forme libre : forme 9193">
                <a:extLst>
                  <a:ext uri="{FF2B5EF4-FFF2-40B4-BE49-F238E27FC236}">
                    <a16:creationId xmlns:a16="http://schemas.microsoft.com/office/drawing/2014/main" id="{7B1467AA-7E83-4C75-8DE2-06EFFA1BF482}"/>
                  </a:ext>
                </a:extLst>
              </p:cNvPr>
              <p:cNvSpPr/>
              <p:nvPr/>
            </p:nvSpPr>
            <p:spPr>
              <a:xfrm>
                <a:off x="4414124" y="4332922"/>
                <a:ext cx="191597" cy="303275"/>
              </a:xfrm>
              <a:custGeom>
                <a:avLst/>
                <a:gdLst>
                  <a:gd name="connsiteX0" fmla="*/ 191598 w 191597"/>
                  <a:gd name="connsiteY0" fmla="*/ 0 h 303275"/>
                  <a:gd name="connsiteX1" fmla="*/ 64153 w 191597"/>
                  <a:gd name="connsiteY1" fmla="*/ 64103 h 303275"/>
                  <a:gd name="connsiteX2" fmla="*/ 50 w 191597"/>
                  <a:gd name="connsiteY2" fmla="*/ 303276 h 303275"/>
                  <a:gd name="connsiteX3" fmla="*/ 30149 w 191597"/>
                  <a:gd name="connsiteY3" fmla="*/ 161544 h 303275"/>
                  <a:gd name="connsiteX4" fmla="*/ 106159 w 191597"/>
                  <a:gd name="connsiteY4" fmla="*/ 35624 h 303275"/>
                  <a:gd name="connsiteX5" fmla="*/ 191598 w 191597"/>
                  <a:gd name="connsiteY5" fmla="*/ 0 h 303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1597" h="303275">
                    <a:moveTo>
                      <a:pt x="191598" y="0"/>
                    </a:moveTo>
                    <a:cubicBezTo>
                      <a:pt x="191598" y="0"/>
                      <a:pt x="91776" y="10287"/>
                      <a:pt x="64153" y="64103"/>
                    </a:cubicBezTo>
                    <a:cubicBezTo>
                      <a:pt x="36436" y="117920"/>
                      <a:pt x="-1569" y="209836"/>
                      <a:pt x="50" y="303276"/>
                    </a:cubicBezTo>
                    <a:cubicBezTo>
                      <a:pt x="50" y="303276"/>
                      <a:pt x="4050" y="214598"/>
                      <a:pt x="30149" y="161544"/>
                    </a:cubicBezTo>
                    <a:cubicBezTo>
                      <a:pt x="56248" y="108490"/>
                      <a:pt x="58629" y="57055"/>
                      <a:pt x="106159" y="35624"/>
                    </a:cubicBezTo>
                    <a:cubicBezTo>
                      <a:pt x="153593" y="14288"/>
                      <a:pt x="191598" y="0"/>
                      <a:pt x="191598" y="0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95" name="Forme libre : forme 9194">
                <a:extLst>
                  <a:ext uri="{FF2B5EF4-FFF2-40B4-BE49-F238E27FC236}">
                    <a16:creationId xmlns:a16="http://schemas.microsoft.com/office/drawing/2014/main" id="{4CC035A5-69AF-4CA5-9FAF-5ABA3A9DD23F}"/>
                  </a:ext>
                </a:extLst>
              </p:cNvPr>
              <p:cNvSpPr/>
              <p:nvPr/>
            </p:nvSpPr>
            <p:spPr>
              <a:xfrm>
                <a:off x="4654014" y="4371689"/>
                <a:ext cx="69760" cy="265271"/>
              </a:xfrm>
              <a:custGeom>
                <a:avLst/>
                <a:gdLst>
                  <a:gd name="connsiteX0" fmla="*/ 24575 w 69760"/>
                  <a:gd name="connsiteY0" fmla="*/ 0 h 265271"/>
                  <a:gd name="connsiteX1" fmla="*/ 69723 w 69760"/>
                  <a:gd name="connsiteY1" fmla="*/ 89440 h 265271"/>
                  <a:gd name="connsiteX2" fmla="*/ 0 w 69760"/>
                  <a:gd name="connsiteY2" fmla="*/ 265271 h 265271"/>
                  <a:gd name="connsiteX3" fmla="*/ 51435 w 69760"/>
                  <a:gd name="connsiteY3" fmla="*/ 150495 h 265271"/>
                  <a:gd name="connsiteX4" fmla="*/ 24575 w 69760"/>
                  <a:gd name="connsiteY4" fmla="*/ 0 h 265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760" h="265271">
                    <a:moveTo>
                      <a:pt x="24575" y="0"/>
                    </a:moveTo>
                    <a:cubicBezTo>
                      <a:pt x="24575" y="0"/>
                      <a:pt x="68104" y="30099"/>
                      <a:pt x="69723" y="89440"/>
                    </a:cubicBezTo>
                    <a:cubicBezTo>
                      <a:pt x="71342" y="148780"/>
                      <a:pt x="20669" y="246221"/>
                      <a:pt x="0" y="265271"/>
                    </a:cubicBezTo>
                    <a:cubicBezTo>
                      <a:pt x="0" y="265271"/>
                      <a:pt x="38767" y="203549"/>
                      <a:pt x="51435" y="150495"/>
                    </a:cubicBezTo>
                    <a:cubicBezTo>
                      <a:pt x="64103" y="97441"/>
                      <a:pt x="66484" y="39624"/>
                      <a:pt x="24575" y="0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96" name="Forme libre : forme 9195">
                <a:extLst>
                  <a:ext uri="{FF2B5EF4-FFF2-40B4-BE49-F238E27FC236}">
                    <a16:creationId xmlns:a16="http://schemas.microsoft.com/office/drawing/2014/main" id="{E29119E2-B4F5-4D50-89CE-E589D88832CD}"/>
                  </a:ext>
                </a:extLst>
              </p:cNvPr>
              <p:cNvSpPr/>
              <p:nvPr/>
            </p:nvSpPr>
            <p:spPr>
              <a:xfrm>
                <a:off x="4577243" y="4382482"/>
                <a:ext cx="100600" cy="70836"/>
              </a:xfrm>
              <a:custGeom>
                <a:avLst/>
                <a:gdLst>
                  <a:gd name="connsiteX0" fmla="*/ 0 w 100600"/>
                  <a:gd name="connsiteY0" fmla="*/ 7495 h 70836"/>
                  <a:gd name="connsiteX1" fmla="*/ 100584 w 100600"/>
                  <a:gd name="connsiteY1" fmla="*/ 70836 h 70836"/>
                  <a:gd name="connsiteX2" fmla="*/ 0 w 100600"/>
                  <a:gd name="connsiteY2" fmla="*/ 7495 h 7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600" h="70836">
                    <a:moveTo>
                      <a:pt x="0" y="7495"/>
                    </a:moveTo>
                    <a:cubicBezTo>
                      <a:pt x="0" y="7495"/>
                      <a:pt x="102108" y="-32129"/>
                      <a:pt x="100584" y="70836"/>
                    </a:cubicBezTo>
                    <a:cubicBezTo>
                      <a:pt x="100489" y="70836"/>
                      <a:pt x="103727" y="-15460"/>
                      <a:pt x="0" y="7495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97" name="Forme libre : forme 9196">
                <a:extLst>
                  <a:ext uri="{FF2B5EF4-FFF2-40B4-BE49-F238E27FC236}">
                    <a16:creationId xmlns:a16="http://schemas.microsoft.com/office/drawing/2014/main" id="{5CDD65E0-E150-4791-ABB9-CE4BE93B769F}"/>
                  </a:ext>
                </a:extLst>
              </p:cNvPr>
              <p:cNvSpPr/>
              <p:nvPr/>
            </p:nvSpPr>
            <p:spPr>
              <a:xfrm>
                <a:off x="4559812" y="4501610"/>
                <a:ext cx="214598" cy="278701"/>
              </a:xfrm>
              <a:custGeom>
                <a:avLst/>
                <a:gdLst>
                  <a:gd name="connsiteX0" fmla="*/ 214599 w 214598"/>
                  <a:gd name="connsiteY0" fmla="*/ 0 h 278701"/>
                  <a:gd name="connsiteX1" fmla="*/ 159925 w 214598"/>
                  <a:gd name="connsiteY1" fmla="*/ 174212 h 278701"/>
                  <a:gd name="connsiteX2" fmla="*/ 0 w 214598"/>
                  <a:gd name="connsiteY2" fmla="*/ 278702 h 278701"/>
                  <a:gd name="connsiteX3" fmla="*/ 133826 w 214598"/>
                  <a:gd name="connsiteY3" fmla="*/ 188405 h 278701"/>
                  <a:gd name="connsiteX4" fmla="*/ 214599 w 214598"/>
                  <a:gd name="connsiteY4" fmla="*/ 0 h 278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598" h="278701">
                    <a:moveTo>
                      <a:pt x="214599" y="0"/>
                    </a:moveTo>
                    <a:cubicBezTo>
                      <a:pt x="214599" y="0"/>
                      <a:pt x="208312" y="112300"/>
                      <a:pt x="159925" y="174212"/>
                    </a:cubicBezTo>
                    <a:cubicBezTo>
                      <a:pt x="111538" y="236125"/>
                      <a:pt x="0" y="278702"/>
                      <a:pt x="0" y="278702"/>
                    </a:cubicBezTo>
                    <a:cubicBezTo>
                      <a:pt x="0" y="278702"/>
                      <a:pt x="106109" y="216980"/>
                      <a:pt x="133826" y="188405"/>
                    </a:cubicBezTo>
                    <a:cubicBezTo>
                      <a:pt x="161544" y="159830"/>
                      <a:pt x="204311" y="102966"/>
                      <a:pt x="214599" y="0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98" name="Forme libre : forme 9197">
                <a:extLst>
                  <a:ext uri="{FF2B5EF4-FFF2-40B4-BE49-F238E27FC236}">
                    <a16:creationId xmlns:a16="http://schemas.microsoft.com/office/drawing/2014/main" id="{6295DA99-4775-4B9B-868D-5DE4324D83F7}"/>
                  </a:ext>
                </a:extLst>
              </p:cNvPr>
              <p:cNvSpPr/>
              <p:nvPr/>
            </p:nvSpPr>
            <p:spPr>
              <a:xfrm>
                <a:off x="4368608" y="4374070"/>
                <a:ext cx="84238" cy="422814"/>
              </a:xfrm>
              <a:custGeom>
                <a:avLst/>
                <a:gdLst>
                  <a:gd name="connsiteX0" fmla="*/ 84238 w 84238"/>
                  <a:gd name="connsiteY0" fmla="*/ 0 h 422814"/>
                  <a:gd name="connsiteX1" fmla="*/ 2704 w 84238"/>
                  <a:gd name="connsiteY1" fmla="*/ 179737 h 422814"/>
                  <a:gd name="connsiteX2" fmla="*/ 44710 w 84238"/>
                  <a:gd name="connsiteY2" fmla="*/ 422815 h 422814"/>
                  <a:gd name="connsiteX3" fmla="*/ 5943 w 84238"/>
                  <a:gd name="connsiteY3" fmla="*/ 247840 h 422814"/>
                  <a:gd name="connsiteX4" fmla="*/ 84238 w 84238"/>
                  <a:gd name="connsiteY4" fmla="*/ 0 h 422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238" h="422814">
                    <a:moveTo>
                      <a:pt x="84238" y="0"/>
                    </a:moveTo>
                    <a:cubicBezTo>
                      <a:pt x="84238" y="0"/>
                      <a:pt x="15372" y="51435"/>
                      <a:pt x="2704" y="179737"/>
                    </a:cubicBezTo>
                    <a:cubicBezTo>
                      <a:pt x="-9964" y="308038"/>
                      <a:pt x="24897" y="387953"/>
                      <a:pt x="44710" y="422815"/>
                    </a:cubicBezTo>
                    <a:cubicBezTo>
                      <a:pt x="44710" y="422815"/>
                      <a:pt x="1942" y="312706"/>
                      <a:pt x="5943" y="247840"/>
                    </a:cubicBezTo>
                    <a:cubicBezTo>
                      <a:pt x="9848" y="182975"/>
                      <a:pt x="20897" y="71342"/>
                      <a:pt x="84238" y="0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99" name="Forme libre : forme 9198">
                <a:extLst>
                  <a:ext uri="{FF2B5EF4-FFF2-40B4-BE49-F238E27FC236}">
                    <a16:creationId xmlns:a16="http://schemas.microsoft.com/office/drawing/2014/main" id="{8FDCAD7D-A343-488A-954B-5AFB114CEA7E}"/>
                  </a:ext>
                </a:extLst>
              </p:cNvPr>
              <p:cNvSpPr/>
              <p:nvPr/>
            </p:nvSpPr>
            <p:spPr>
              <a:xfrm>
                <a:off x="4514663" y="4438268"/>
                <a:ext cx="81533" cy="149637"/>
              </a:xfrm>
              <a:custGeom>
                <a:avLst/>
                <a:gdLst>
                  <a:gd name="connsiteX0" fmla="*/ 81534 w 81533"/>
                  <a:gd name="connsiteY0" fmla="*/ 0 h 149637"/>
                  <a:gd name="connsiteX1" fmla="*/ 26098 w 81533"/>
                  <a:gd name="connsiteY1" fmla="*/ 30861 h 149637"/>
                  <a:gd name="connsiteX2" fmla="*/ 0 w 81533"/>
                  <a:gd name="connsiteY2" fmla="*/ 149638 h 149637"/>
                  <a:gd name="connsiteX3" fmla="*/ 42767 w 81533"/>
                  <a:gd name="connsiteY3" fmla="*/ 19812 h 149637"/>
                  <a:gd name="connsiteX4" fmla="*/ 81534 w 81533"/>
                  <a:gd name="connsiteY4" fmla="*/ 0 h 149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533" h="149637">
                    <a:moveTo>
                      <a:pt x="81534" y="0"/>
                    </a:moveTo>
                    <a:cubicBezTo>
                      <a:pt x="81534" y="0"/>
                      <a:pt x="41910" y="0"/>
                      <a:pt x="26098" y="30861"/>
                    </a:cubicBezTo>
                    <a:cubicBezTo>
                      <a:pt x="10287" y="61722"/>
                      <a:pt x="1524" y="140113"/>
                      <a:pt x="0" y="149638"/>
                    </a:cubicBezTo>
                    <a:cubicBezTo>
                      <a:pt x="0" y="149638"/>
                      <a:pt x="14954" y="44577"/>
                      <a:pt x="42767" y="19812"/>
                    </a:cubicBezTo>
                    <a:cubicBezTo>
                      <a:pt x="64961" y="0"/>
                      <a:pt x="81534" y="0"/>
                      <a:pt x="81534" y="0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00" name="Forme libre : forme 9199">
                <a:extLst>
                  <a:ext uri="{FF2B5EF4-FFF2-40B4-BE49-F238E27FC236}">
                    <a16:creationId xmlns:a16="http://schemas.microsoft.com/office/drawing/2014/main" id="{3EDF8726-52C7-4142-A6FF-349135F43DD7}"/>
                  </a:ext>
                </a:extLst>
              </p:cNvPr>
              <p:cNvSpPr/>
              <p:nvPr/>
            </p:nvSpPr>
            <p:spPr>
              <a:xfrm>
                <a:off x="4551871" y="4309063"/>
                <a:ext cx="168722" cy="35670"/>
              </a:xfrm>
              <a:custGeom>
                <a:avLst/>
                <a:gdLst>
                  <a:gd name="connsiteX0" fmla="*/ 35 w 168722"/>
                  <a:gd name="connsiteY0" fmla="*/ 14334 h 35670"/>
                  <a:gd name="connsiteX1" fmla="*/ 168722 w 168722"/>
                  <a:gd name="connsiteY1" fmla="*/ 35670 h 35670"/>
                  <a:gd name="connsiteX2" fmla="*/ 35 w 168722"/>
                  <a:gd name="connsiteY2" fmla="*/ 14334 h 35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8722" h="35670">
                    <a:moveTo>
                      <a:pt x="35" y="14334"/>
                    </a:moveTo>
                    <a:cubicBezTo>
                      <a:pt x="-2252" y="15096"/>
                      <a:pt x="108524" y="-18908"/>
                      <a:pt x="168722" y="35670"/>
                    </a:cubicBezTo>
                    <a:cubicBezTo>
                      <a:pt x="168627" y="35765"/>
                      <a:pt x="126717" y="-27576"/>
                      <a:pt x="35" y="14334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01" name="Forme libre : forme 9200">
                <a:extLst>
                  <a:ext uri="{FF2B5EF4-FFF2-40B4-BE49-F238E27FC236}">
                    <a16:creationId xmlns:a16="http://schemas.microsoft.com/office/drawing/2014/main" id="{8FC593C3-0B44-4F7D-BF38-AA30B8A240AF}"/>
                  </a:ext>
                </a:extLst>
              </p:cNvPr>
              <p:cNvSpPr/>
              <p:nvPr/>
            </p:nvSpPr>
            <p:spPr>
              <a:xfrm>
                <a:off x="4454465" y="4713065"/>
                <a:ext cx="262128" cy="128301"/>
              </a:xfrm>
              <a:custGeom>
                <a:avLst/>
                <a:gdLst>
                  <a:gd name="connsiteX0" fmla="*/ 262128 w 262128"/>
                  <a:gd name="connsiteY0" fmla="*/ 0 h 128301"/>
                  <a:gd name="connsiteX1" fmla="*/ 0 w 262128"/>
                  <a:gd name="connsiteY1" fmla="*/ 128302 h 128301"/>
                  <a:gd name="connsiteX2" fmla="*/ 262128 w 262128"/>
                  <a:gd name="connsiteY2" fmla="*/ 0 h 12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2128" h="128301">
                    <a:moveTo>
                      <a:pt x="262128" y="0"/>
                    </a:moveTo>
                    <a:cubicBezTo>
                      <a:pt x="262128" y="0"/>
                      <a:pt x="125159" y="100584"/>
                      <a:pt x="0" y="128302"/>
                    </a:cubicBezTo>
                    <a:cubicBezTo>
                      <a:pt x="0" y="128206"/>
                      <a:pt x="122777" y="122682"/>
                      <a:pt x="262128" y="0"/>
                    </a:cubicBezTo>
                    <a:close/>
                  </a:path>
                </a:pathLst>
              </a:custGeom>
              <a:solidFill>
                <a:srgbClr val="F9DE6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02" name="Forme libre : forme 9201">
                <a:extLst>
                  <a:ext uri="{FF2B5EF4-FFF2-40B4-BE49-F238E27FC236}">
                    <a16:creationId xmlns:a16="http://schemas.microsoft.com/office/drawing/2014/main" id="{FA63E018-8295-4264-A433-D761C062B93B}"/>
                  </a:ext>
                </a:extLst>
              </p:cNvPr>
              <p:cNvSpPr/>
              <p:nvPr/>
            </p:nvSpPr>
            <p:spPr>
              <a:xfrm>
                <a:off x="4466207" y="4358806"/>
                <a:ext cx="36726" cy="34725"/>
              </a:xfrm>
              <a:custGeom>
                <a:avLst/>
                <a:gdLst>
                  <a:gd name="connsiteX0" fmla="*/ 35787 w 36726"/>
                  <a:gd name="connsiteY0" fmla="*/ 2405 h 34725"/>
                  <a:gd name="connsiteX1" fmla="*/ 450 w 36726"/>
                  <a:gd name="connsiteY1" fmla="*/ 32980 h 34725"/>
                  <a:gd name="connsiteX2" fmla="*/ 35787 w 36726"/>
                  <a:gd name="connsiteY2" fmla="*/ 2405 h 3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726" h="34725">
                    <a:moveTo>
                      <a:pt x="35787" y="2405"/>
                    </a:moveTo>
                    <a:cubicBezTo>
                      <a:pt x="30168" y="-9215"/>
                      <a:pt x="-4312" y="24599"/>
                      <a:pt x="450" y="32980"/>
                    </a:cubicBezTo>
                    <a:cubicBezTo>
                      <a:pt x="5213" y="41362"/>
                      <a:pt x="43122" y="17645"/>
                      <a:pt x="35787" y="2405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03" name="Forme libre : forme 9202">
                <a:extLst>
                  <a:ext uri="{FF2B5EF4-FFF2-40B4-BE49-F238E27FC236}">
                    <a16:creationId xmlns:a16="http://schemas.microsoft.com/office/drawing/2014/main" id="{83BA12D5-DF81-47E7-BBB1-F041089A9D29}"/>
                  </a:ext>
                </a:extLst>
              </p:cNvPr>
              <p:cNvSpPr/>
              <p:nvPr/>
            </p:nvSpPr>
            <p:spPr>
              <a:xfrm>
                <a:off x="4585339" y="4367022"/>
                <a:ext cx="47053" cy="15811"/>
              </a:xfrm>
              <a:custGeom>
                <a:avLst/>
                <a:gdLst>
                  <a:gd name="connsiteX0" fmla="*/ 47053 w 47053"/>
                  <a:gd name="connsiteY0" fmla="*/ 7906 h 15811"/>
                  <a:gd name="connsiteX1" fmla="*/ 23527 w 47053"/>
                  <a:gd name="connsiteY1" fmla="*/ 15811 h 15811"/>
                  <a:gd name="connsiteX2" fmla="*/ 0 w 47053"/>
                  <a:gd name="connsiteY2" fmla="*/ 7906 h 15811"/>
                  <a:gd name="connsiteX3" fmla="*/ 23527 w 47053"/>
                  <a:gd name="connsiteY3" fmla="*/ 0 h 15811"/>
                  <a:gd name="connsiteX4" fmla="*/ 47053 w 47053"/>
                  <a:gd name="connsiteY4" fmla="*/ 7906 h 15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3" h="15811">
                    <a:moveTo>
                      <a:pt x="47053" y="7906"/>
                    </a:moveTo>
                    <a:cubicBezTo>
                      <a:pt x="47053" y="12272"/>
                      <a:pt x="36520" y="15811"/>
                      <a:pt x="23527" y="15811"/>
                    </a:cubicBezTo>
                    <a:cubicBezTo>
                      <a:pt x="10533" y="15811"/>
                      <a:pt x="0" y="12272"/>
                      <a:pt x="0" y="7906"/>
                    </a:cubicBezTo>
                    <a:cubicBezTo>
                      <a:pt x="0" y="3539"/>
                      <a:pt x="10533" y="0"/>
                      <a:pt x="23527" y="0"/>
                    </a:cubicBezTo>
                    <a:cubicBezTo>
                      <a:pt x="36520" y="0"/>
                      <a:pt x="47053" y="3540"/>
                      <a:pt x="47053" y="7906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04" name="Forme libre : forme 9203">
                <a:extLst>
                  <a:ext uri="{FF2B5EF4-FFF2-40B4-BE49-F238E27FC236}">
                    <a16:creationId xmlns:a16="http://schemas.microsoft.com/office/drawing/2014/main" id="{17110B79-4AB6-449E-BEA8-041E0B504B5F}"/>
                  </a:ext>
                </a:extLst>
              </p:cNvPr>
              <p:cNvSpPr/>
              <p:nvPr/>
            </p:nvSpPr>
            <p:spPr>
              <a:xfrm rot="-2880691">
                <a:off x="4607413" y="4642307"/>
                <a:ext cx="38101" cy="15240"/>
              </a:xfrm>
              <a:custGeom>
                <a:avLst/>
                <a:gdLst>
                  <a:gd name="connsiteX0" fmla="*/ 38101 w 38101"/>
                  <a:gd name="connsiteY0" fmla="*/ 7620 h 15240"/>
                  <a:gd name="connsiteX1" fmla="*/ 19051 w 38101"/>
                  <a:gd name="connsiteY1" fmla="*/ 15240 h 15240"/>
                  <a:gd name="connsiteX2" fmla="*/ 0 w 38101"/>
                  <a:gd name="connsiteY2" fmla="*/ 7620 h 15240"/>
                  <a:gd name="connsiteX3" fmla="*/ 19051 w 38101"/>
                  <a:gd name="connsiteY3" fmla="*/ 0 h 15240"/>
                  <a:gd name="connsiteX4" fmla="*/ 38101 w 38101"/>
                  <a:gd name="connsiteY4" fmla="*/ 762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1" h="15240">
                    <a:moveTo>
                      <a:pt x="38101" y="7620"/>
                    </a:moveTo>
                    <a:cubicBezTo>
                      <a:pt x="38101" y="11829"/>
                      <a:pt x="29572" y="15240"/>
                      <a:pt x="19051" y="15240"/>
                    </a:cubicBezTo>
                    <a:cubicBezTo>
                      <a:pt x="8530" y="15240"/>
                      <a:pt x="0" y="11828"/>
                      <a:pt x="0" y="7620"/>
                    </a:cubicBezTo>
                    <a:cubicBezTo>
                      <a:pt x="0" y="3412"/>
                      <a:pt x="8530" y="0"/>
                      <a:pt x="19051" y="0"/>
                    </a:cubicBezTo>
                    <a:cubicBezTo>
                      <a:pt x="29572" y="0"/>
                      <a:pt x="38101" y="3412"/>
                      <a:pt x="38101" y="7620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05" name="Forme libre : forme 9204">
                <a:extLst>
                  <a:ext uri="{FF2B5EF4-FFF2-40B4-BE49-F238E27FC236}">
                    <a16:creationId xmlns:a16="http://schemas.microsoft.com/office/drawing/2014/main" id="{9484D1D8-FD5A-4C08-A975-878A9AB9A98F}"/>
                  </a:ext>
                </a:extLst>
              </p:cNvPr>
              <p:cNvSpPr/>
              <p:nvPr/>
            </p:nvSpPr>
            <p:spPr>
              <a:xfrm>
                <a:off x="4402935" y="4598193"/>
                <a:ext cx="14287" cy="40195"/>
              </a:xfrm>
              <a:custGeom>
                <a:avLst/>
                <a:gdLst>
                  <a:gd name="connsiteX0" fmla="*/ 14288 w 14287"/>
                  <a:gd name="connsiteY0" fmla="*/ 20098 h 40195"/>
                  <a:gd name="connsiteX1" fmla="*/ 7144 w 14287"/>
                  <a:gd name="connsiteY1" fmla="*/ 40195 h 40195"/>
                  <a:gd name="connsiteX2" fmla="*/ 0 w 14287"/>
                  <a:gd name="connsiteY2" fmla="*/ 20098 h 40195"/>
                  <a:gd name="connsiteX3" fmla="*/ 7144 w 14287"/>
                  <a:gd name="connsiteY3" fmla="*/ 0 h 40195"/>
                  <a:gd name="connsiteX4" fmla="*/ 14288 w 14287"/>
                  <a:gd name="connsiteY4" fmla="*/ 20098 h 4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87" h="40195">
                    <a:moveTo>
                      <a:pt x="14288" y="20098"/>
                    </a:moveTo>
                    <a:cubicBezTo>
                      <a:pt x="14288" y="31197"/>
                      <a:pt x="11089" y="40195"/>
                      <a:pt x="7144" y="40195"/>
                    </a:cubicBezTo>
                    <a:cubicBezTo>
                      <a:pt x="3198" y="40195"/>
                      <a:pt x="0" y="31197"/>
                      <a:pt x="0" y="20098"/>
                    </a:cubicBezTo>
                    <a:cubicBezTo>
                      <a:pt x="0" y="8998"/>
                      <a:pt x="3198" y="0"/>
                      <a:pt x="7144" y="0"/>
                    </a:cubicBezTo>
                    <a:cubicBezTo>
                      <a:pt x="11089" y="0"/>
                      <a:pt x="14288" y="8998"/>
                      <a:pt x="14288" y="20098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06" name="Forme libre : forme 9205">
                <a:extLst>
                  <a:ext uri="{FF2B5EF4-FFF2-40B4-BE49-F238E27FC236}">
                    <a16:creationId xmlns:a16="http://schemas.microsoft.com/office/drawing/2014/main" id="{B5F2C3D7-44FA-44EC-BE67-19C2C9CEFD89}"/>
                  </a:ext>
                </a:extLst>
              </p:cNvPr>
              <p:cNvSpPr/>
              <p:nvPr/>
            </p:nvSpPr>
            <p:spPr>
              <a:xfrm>
                <a:off x="4352072" y="4539900"/>
                <a:ext cx="15240" cy="36385"/>
              </a:xfrm>
              <a:custGeom>
                <a:avLst/>
                <a:gdLst>
                  <a:gd name="connsiteX0" fmla="*/ 15240 w 15240"/>
                  <a:gd name="connsiteY0" fmla="*/ 18193 h 36385"/>
                  <a:gd name="connsiteX1" fmla="*/ 7620 w 15240"/>
                  <a:gd name="connsiteY1" fmla="*/ 36386 h 36385"/>
                  <a:gd name="connsiteX2" fmla="*/ 0 w 15240"/>
                  <a:gd name="connsiteY2" fmla="*/ 18193 h 36385"/>
                  <a:gd name="connsiteX3" fmla="*/ 7620 w 15240"/>
                  <a:gd name="connsiteY3" fmla="*/ 0 h 36385"/>
                  <a:gd name="connsiteX4" fmla="*/ 15240 w 15240"/>
                  <a:gd name="connsiteY4" fmla="*/ 18193 h 36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0" h="36385">
                    <a:moveTo>
                      <a:pt x="15240" y="18193"/>
                    </a:moveTo>
                    <a:cubicBezTo>
                      <a:pt x="15240" y="28240"/>
                      <a:pt x="11828" y="36386"/>
                      <a:pt x="7620" y="36386"/>
                    </a:cubicBezTo>
                    <a:cubicBezTo>
                      <a:pt x="3412" y="36386"/>
                      <a:pt x="0" y="28240"/>
                      <a:pt x="0" y="18193"/>
                    </a:cubicBezTo>
                    <a:cubicBezTo>
                      <a:pt x="0" y="8145"/>
                      <a:pt x="3412" y="0"/>
                      <a:pt x="7620" y="0"/>
                    </a:cubicBezTo>
                    <a:cubicBezTo>
                      <a:pt x="11828" y="0"/>
                      <a:pt x="15240" y="8145"/>
                      <a:pt x="15240" y="18193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07" name="Forme libre : forme 9206">
                <a:extLst>
                  <a:ext uri="{FF2B5EF4-FFF2-40B4-BE49-F238E27FC236}">
                    <a16:creationId xmlns:a16="http://schemas.microsoft.com/office/drawing/2014/main" id="{DB0E2120-B877-4B2A-809B-E7BB401A6951}"/>
                  </a:ext>
                </a:extLst>
              </p:cNvPr>
              <p:cNvSpPr/>
              <p:nvPr/>
            </p:nvSpPr>
            <p:spPr>
              <a:xfrm rot="-829334">
                <a:off x="4403258" y="4713388"/>
                <a:ext cx="13143" cy="26859"/>
              </a:xfrm>
              <a:custGeom>
                <a:avLst/>
                <a:gdLst>
                  <a:gd name="connsiteX0" fmla="*/ 13144 w 13143"/>
                  <a:gd name="connsiteY0" fmla="*/ 13430 h 26859"/>
                  <a:gd name="connsiteX1" fmla="*/ 6572 w 13143"/>
                  <a:gd name="connsiteY1" fmla="*/ 26859 h 26859"/>
                  <a:gd name="connsiteX2" fmla="*/ 0 w 13143"/>
                  <a:gd name="connsiteY2" fmla="*/ 13430 h 26859"/>
                  <a:gd name="connsiteX3" fmla="*/ 6572 w 13143"/>
                  <a:gd name="connsiteY3" fmla="*/ 0 h 26859"/>
                  <a:gd name="connsiteX4" fmla="*/ 13144 w 13143"/>
                  <a:gd name="connsiteY4" fmla="*/ 13430 h 2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43" h="26859">
                    <a:moveTo>
                      <a:pt x="13144" y="13430"/>
                    </a:moveTo>
                    <a:cubicBezTo>
                      <a:pt x="13144" y="20847"/>
                      <a:pt x="10202" y="26859"/>
                      <a:pt x="6572" y="26859"/>
                    </a:cubicBezTo>
                    <a:cubicBezTo>
                      <a:pt x="2942" y="26859"/>
                      <a:pt x="0" y="20847"/>
                      <a:pt x="0" y="13430"/>
                    </a:cubicBezTo>
                    <a:cubicBezTo>
                      <a:pt x="0" y="6013"/>
                      <a:pt x="2942" y="0"/>
                      <a:pt x="6572" y="0"/>
                    </a:cubicBezTo>
                    <a:cubicBezTo>
                      <a:pt x="10202" y="0"/>
                      <a:pt x="13144" y="6013"/>
                      <a:pt x="13144" y="13430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08" name="Forme libre : forme 9207">
                <a:extLst>
                  <a:ext uri="{FF2B5EF4-FFF2-40B4-BE49-F238E27FC236}">
                    <a16:creationId xmlns:a16="http://schemas.microsoft.com/office/drawing/2014/main" id="{61049AC1-3743-410C-A74D-1FD3EEAF5A51}"/>
                  </a:ext>
                </a:extLst>
              </p:cNvPr>
              <p:cNvSpPr/>
              <p:nvPr/>
            </p:nvSpPr>
            <p:spPr>
              <a:xfrm rot="-1928339">
                <a:off x="4602924" y="4722570"/>
                <a:ext cx="36958" cy="13145"/>
              </a:xfrm>
              <a:custGeom>
                <a:avLst/>
                <a:gdLst>
                  <a:gd name="connsiteX0" fmla="*/ 36959 w 36958"/>
                  <a:gd name="connsiteY0" fmla="*/ 6573 h 13145"/>
                  <a:gd name="connsiteX1" fmla="*/ 18479 w 36958"/>
                  <a:gd name="connsiteY1" fmla="*/ 13145 h 13145"/>
                  <a:gd name="connsiteX2" fmla="*/ 0 w 36958"/>
                  <a:gd name="connsiteY2" fmla="*/ 6573 h 13145"/>
                  <a:gd name="connsiteX3" fmla="*/ 18479 w 36958"/>
                  <a:gd name="connsiteY3" fmla="*/ 0 h 13145"/>
                  <a:gd name="connsiteX4" fmla="*/ 36959 w 36958"/>
                  <a:gd name="connsiteY4" fmla="*/ 6573 h 1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958" h="13145">
                    <a:moveTo>
                      <a:pt x="36959" y="6573"/>
                    </a:moveTo>
                    <a:cubicBezTo>
                      <a:pt x="36959" y="10202"/>
                      <a:pt x="28685" y="13145"/>
                      <a:pt x="18479" y="13145"/>
                    </a:cubicBezTo>
                    <a:cubicBezTo>
                      <a:pt x="8274" y="13145"/>
                      <a:pt x="0" y="10202"/>
                      <a:pt x="0" y="6573"/>
                    </a:cubicBezTo>
                    <a:cubicBezTo>
                      <a:pt x="0" y="2943"/>
                      <a:pt x="8274" y="0"/>
                      <a:pt x="18479" y="0"/>
                    </a:cubicBezTo>
                    <a:cubicBezTo>
                      <a:pt x="28685" y="0"/>
                      <a:pt x="36959" y="2943"/>
                      <a:pt x="36959" y="6573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09" name="Forme libre : forme 9208">
                <a:extLst>
                  <a:ext uri="{FF2B5EF4-FFF2-40B4-BE49-F238E27FC236}">
                    <a16:creationId xmlns:a16="http://schemas.microsoft.com/office/drawing/2014/main" id="{0A8F5CB8-EAC9-42E6-BA5D-0B084E560E4B}"/>
                  </a:ext>
                </a:extLst>
              </p:cNvPr>
              <p:cNvSpPr/>
              <p:nvPr/>
            </p:nvSpPr>
            <p:spPr>
              <a:xfrm rot="-4398605">
                <a:off x="4714792" y="4559600"/>
                <a:ext cx="35052" cy="14859"/>
              </a:xfrm>
              <a:custGeom>
                <a:avLst/>
                <a:gdLst>
                  <a:gd name="connsiteX0" fmla="*/ 35053 w 35052"/>
                  <a:gd name="connsiteY0" fmla="*/ 7430 h 14859"/>
                  <a:gd name="connsiteX1" fmla="*/ 17526 w 35052"/>
                  <a:gd name="connsiteY1" fmla="*/ 14860 h 14859"/>
                  <a:gd name="connsiteX2" fmla="*/ -1 w 35052"/>
                  <a:gd name="connsiteY2" fmla="*/ 7430 h 14859"/>
                  <a:gd name="connsiteX3" fmla="*/ 17526 w 35052"/>
                  <a:gd name="connsiteY3" fmla="*/ 0 h 14859"/>
                  <a:gd name="connsiteX4" fmla="*/ 35053 w 35052"/>
                  <a:gd name="connsiteY4" fmla="*/ 7430 h 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052" h="14859">
                    <a:moveTo>
                      <a:pt x="35053" y="7430"/>
                    </a:moveTo>
                    <a:cubicBezTo>
                      <a:pt x="35053" y="11533"/>
                      <a:pt x="27206" y="14860"/>
                      <a:pt x="17526" y="14860"/>
                    </a:cubicBezTo>
                    <a:cubicBezTo>
                      <a:pt x="7847" y="14860"/>
                      <a:pt x="-1" y="11533"/>
                      <a:pt x="-1" y="7430"/>
                    </a:cubicBezTo>
                    <a:cubicBezTo>
                      <a:pt x="-1" y="3326"/>
                      <a:pt x="7846" y="0"/>
                      <a:pt x="17526" y="0"/>
                    </a:cubicBezTo>
                    <a:cubicBezTo>
                      <a:pt x="27205" y="0"/>
                      <a:pt x="35053" y="3326"/>
                      <a:pt x="35053" y="7430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10" name="Forme libre : forme 9209">
                <a:extLst>
                  <a:ext uri="{FF2B5EF4-FFF2-40B4-BE49-F238E27FC236}">
                    <a16:creationId xmlns:a16="http://schemas.microsoft.com/office/drawing/2014/main" id="{BFD93FAC-A7B4-41FE-82A0-4EE68BEC62BD}"/>
                  </a:ext>
                </a:extLst>
              </p:cNvPr>
              <p:cNvSpPr/>
              <p:nvPr/>
            </p:nvSpPr>
            <p:spPr>
              <a:xfrm rot="-1193729">
                <a:off x="4709938" y="4391109"/>
                <a:ext cx="15811" cy="35432"/>
              </a:xfrm>
              <a:custGeom>
                <a:avLst/>
                <a:gdLst>
                  <a:gd name="connsiteX0" fmla="*/ 15811 w 15811"/>
                  <a:gd name="connsiteY0" fmla="*/ 17716 h 35432"/>
                  <a:gd name="connsiteX1" fmla="*/ 7905 w 15811"/>
                  <a:gd name="connsiteY1" fmla="*/ 35432 h 35432"/>
                  <a:gd name="connsiteX2" fmla="*/ -1 w 15811"/>
                  <a:gd name="connsiteY2" fmla="*/ 17716 h 35432"/>
                  <a:gd name="connsiteX3" fmla="*/ 7905 w 15811"/>
                  <a:gd name="connsiteY3" fmla="*/ 0 h 35432"/>
                  <a:gd name="connsiteX4" fmla="*/ 15811 w 15811"/>
                  <a:gd name="connsiteY4" fmla="*/ 17716 h 35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11" h="35432">
                    <a:moveTo>
                      <a:pt x="15811" y="17716"/>
                    </a:moveTo>
                    <a:cubicBezTo>
                      <a:pt x="15811" y="27501"/>
                      <a:pt x="12272" y="35432"/>
                      <a:pt x="7905" y="35432"/>
                    </a:cubicBezTo>
                    <a:cubicBezTo>
                      <a:pt x="3539" y="35432"/>
                      <a:pt x="-1" y="27500"/>
                      <a:pt x="-1" y="17716"/>
                    </a:cubicBezTo>
                    <a:cubicBezTo>
                      <a:pt x="-1" y="7932"/>
                      <a:pt x="3539" y="0"/>
                      <a:pt x="7905" y="0"/>
                    </a:cubicBezTo>
                    <a:cubicBezTo>
                      <a:pt x="12271" y="0"/>
                      <a:pt x="15811" y="7932"/>
                      <a:pt x="15811" y="17716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11" name="Forme libre : forme 9210">
                <a:extLst>
                  <a:ext uri="{FF2B5EF4-FFF2-40B4-BE49-F238E27FC236}">
                    <a16:creationId xmlns:a16="http://schemas.microsoft.com/office/drawing/2014/main" id="{B1D08F8D-B6D3-4298-A340-02927203249A}"/>
                  </a:ext>
                </a:extLst>
              </p:cNvPr>
              <p:cNvSpPr/>
              <p:nvPr/>
            </p:nvSpPr>
            <p:spPr>
              <a:xfrm rot="-4716550">
                <a:off x="4654243" y="4305942"/>
                <a:ext cx="15239" cy="34289"/>
              </a:xfrm>
              <a:custGeom>
                <a:avLst/>
                <a:gdLst>
                  <a:gd name="connsiteX0" fmla="*/ 15240 w 15239"/>
                  <a:gd name="connsiteY0" fmla="*/ 17145 h 34289"/>
                  <a:gd name="connsiteX1" fmla="*/ 7620 w 15239"/>
                  <a:gd name="connsiteY1" fmla="*/ 34290 h 34289"/>
                  <a:gd name="connsiteX2" fmla="*/ 0 w 15239"/>
                  <a:gd name="connsiteY2" fmla="*/ 17145 h 34289"/>
                  <a:gd name="connsiteX3" fmla="*/ 7620 w 15239"/>
                  <a:gd name="connsiteY3" fmla="*/ 0 h 34289"/>
                  <a:gd name="connsiteX4" fmla="*/ 15240 w 15239"/>
                  <a:gd name="connsiteY4" fmla="*/ 17145 h 3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39" h="34289">
                    <a:moveTo>
                      <a:pt x="15240" y="17145"/>
                    </a:moveTo>
                    <a:cubicBezTo>
                      <a:pt x="15240" y="26614"/>
                      <a:pt x="11829" y="34290"/>
                      <a:pt x="7620" y="34290"/>
                    </a:cubicBezTo>
                    <a:cubicBezTo>
                      <a:pt x="3412" y="34290"/>
                      <a:pt x="0" y="26614"/>
                      <a:pt x="0" y="17145"/>
                    </a:cubicBezTo>
                    <a:cubicBezTo>
                      <a:pt x="0" y="7676"/>
                      <a:pt x="3412" y="0"/>
                      <a:pt x="7620" y="0"/>
                    </a:cubicBezTo>
                    <a:cubicBezTo>
                      <a:pt x="11829" y="0"/>
                      <a:pt x="15240" y="7676"/>
                      <a:pt x="15240" y="17145"/>
                    </a:cubicBezTo>
                    <a:close/>
                  </a:path>
                </a:pathLst>
              </a:custGeom>
              <a:solidFill>
                <a:srgbClr val="935203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9212" name="Graphique 1">
                <a:extLst>
                  <a:ext uri="{FF2B5EF4-FFF2-40B4-BE49-F238E27FC236}">
                    <a16:creationId xmlns:a16="http://schemas.microsoft.com/office/drawing/2014/main" id="{06DEB3C3-0A40-4511-9EBE-FA72ACA620B0}"/>
                  </a:ext>
                </a:extLst>
              </p:cNvPr>
              <p:cNvGrpSpPr/>
              <p:nvPr/>
            </p:nvGrpSpPr>
            <p:grpSpPr>
              <a:xfrm>
                <a:off x="502674" y="4223556"/>
                <a:ext cx="424063" cy="594092"/>
                <a:chOff x="502674" y="4223556"/>
                <a:chExt cx="424063" cy="594092"/>
              </a:xfrm>
              <a:solidFill>
                <a:schemeClr val="accent1"/>
              </a:solidFill>
            </p:grpSpPr>
            <p:sp>
              <p:nvSpPr>
                <p:cNvPr id="9277" name="Forme libre : forme 9276">
                  <a:extLst>
                    <a:ext uri="{FF2B5EF4-FFF2-40B4-BE49-F238E27FC236}">
                      <a16:creationId xmlns:a16="http://schemas.microsoft.com/office/drawing/2014/main" id="{A0B1EFEF-C735-49BD-BE39-6DC6C373ACE0}"/>
                    </a:ext>
                  </a:extLst>
                </p:cNvPr>
                <p:cNvSpPr/>
                <p:nvPr/>
              </p:nvSpPr>
              <p:spPr>
                <a:xfrm>
                  <a:off x="628273" y="4223556"/>
                  <a:ext cx="298465" cy="539381"/>
                </a:xfrm>
                <a:custGeom>
                  <a:avLst/>
                  <a:gdLst>
                    <a:gd name="connsiteX0" fmla="*/ 0 w 298465"/>
                    <a:gd name="connsiteY0" fmla="*/ 5257 h 539381"/>
                    <a:gd name="connsiteX1" fmla="*/ 254794 w 298465"/>
                    <a:gd name="connsiteY1" fmla="*/ 98031 h 539381"/>
                    <a:gd name="connsiteX2" fmla="*/ 250126 w 298465"/>
                    <a:gd name="connsiteY2" fmla="*/ 390925 h 539381"/>
                    <a:gd name="connsiteX3" fmla="*/ 194405 w 298465"/>
                    <a:gd name="connsiteY3" fmla="*/ 534943 h 539381"/>
                    <a:gd name="connsiteX4" fmla="*/ 0 w 298465"/>
                    <a:gd name="connsiteY4" fmla="*/ 5257 h 539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8465" h="539381">
                      <a:moveTo>
                        <a:pt x="0" y="5257"/>
                      </a:moveTo>
                      <a:cubicBezTo>
                        <a:pt x="0" y="5257"/>
                        <a:pt x="171450" y="-33224"/>
                        <a:pt x="254794" y="98031"/>
                      </a:cubicBezTo>
                      <a:cubicBezTo>
                        <a:pt x="338138" y="229285"/>
                        <a:pt x="282321" y="339013"/>
                        <a:pt x="250126" y="390925"/>
                      </a:cubicBezTo>
                      <a:cubicBezTo>
                        <a:pt x="217932" y="442741"/>
                        <a:pt x="187738" y="473697"/>
                        <a:pt x="194405" y="534943"/>
                      </a:cubicBezTo>
                      <a:cubicBezTo>
                        <a:pt x="201073" y="596093"/>
                        <a:pt x="0" y="5257"/>
                        <a:pt x="0" y="5257"/>
                      </a:cubicBezTo>
                      <a:close/>
                    </a:path>
                  </a:pathLst>
                </a:custGeom>
                <a:solidFill>
                  <a:srgbClr val="F9D74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78" name="Forme libre : forme 9277">
                  <a:extLst>
                    <a:ext uri="{FF2B5EF4-FFF2-40B4-BE49-F238E27FC236}">
                      <a16:creationId xmlns:a16="http://schemas.microsoft.com/office/drawing/2014/main" id="{002BD3B9-E5CF-4405-BA5F-19EFFF387046}"/>
                    </a:ext>
                  </a:extLst>
                </p:cNvPr>
                <p:cNvSpPr/>
                <p:nvPr/>
              </p:nvSpPr>
              <p:spPr>
                <a:xfrm>
                  <a:off x="502674" y="4228093"/>
                  <a:ext cx="396394" cy="589556"/>
                </a:xfrm>
                <a:custGeom>
                  <a:avLst/>
                  <a:gdLst>
                    <a:gd name="connsiteX0" fmla="*/ 336006 w 396394"/>
                    <a:gd name="connsiteY0" fmla="*/ 554409 h 589556"/>
                    <a:gd name="connsiteX1" fmla="*/ 347341 w 396394"/>
                    <a:gd name="connsiteY1" fmla="*/ 406771 h 589556"/>
                    <a:gd name="connsiteX2" fmla="*/ 372106 w 396394"/>
                    <a:gd name="connsiteY2" fmla="*/ 174838 h 589556"/>
                    <a:gd name="connsiteX3" fmla="*/ 117217 w 396394"/>
                    <a:gd name="connsiteY3" fmla="*/ 2911 h 589556"/>
                    <a:gd name="connsiteX4" fmla="*/ 5012 w 396394"/>
                    <a:gd name="connsiteY4" fmla="*/ 252562 h 589556"/>
                    <a:gd name="connsiteX5" fmla="*/ 194655 w 396394"/>
                    <a:gd name="connsiteY5" fmla="*/ 464207 h 589556"/>
                    <a:gd name="connsiteX6" fmla="*/ 289619 w 396394"/>
                    <a:gd name="connsiteY6" fmla="*/ 530215 h 589556"/>
                    <a:gd name="connsiteX7" fmla="*/ 268188 w 396394"/>
                    <a:gd name="connsiteY7" fmla="*/ 589556 h 589556"/>
                    <a:gd name="connsiteX8" fmla="*/ 396394 w 396394"/>
                    <a:gd name="connsiteY8" fmla="*/ 588127 h 589556"/>
                    <a:gd name="connsiteX9" fmla="*/ 336006 w 396394"/>
                    <a:gd name="connsiteY9" fmla="*/ 554409 h 58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6394" h="589556">
                      <a:moveTo>
                        <a:pt x="336006" y="554409"/>
                      </a:moveTo>
                      <a:cubicBezTo>
                        <a:pt x="301621" y="478780"/>
                        <a:pt x="336196" y="430489"/>
                        <a:pt x="347341" y="406771"/>
                      </a:cubicBezTo>
                      <a:cubicBezTo>
                        <a:pt x="359152" y="381911"/>
                        <a:pt x="413920" y="289423"/>
                        <a:pt x="372106" y="174838"/>
                      </a:cubicBezTo>
                      <a:cubicBezTo>
                        <a:pt x="330291" y="60252"/>
                        <a:pt x="200179" y="-16139"/>
                        <a:pt x="117217" y="2911"/>
                      </a:cubicBezTo>
                      <a:cubicBezTo>
                        <a:pt x="34254" y="21961"/>
                        <a:pt x="-16705" y="115116"/>
                        <a:pt x="5012" y="252562"/>
                      </a:cubicBezTo>
                      <a:cubicBezTo>
                        <a:pt x="26729" y="390007"/>
                        <a:pt x="109692" y="431251"/>
                        <a:pt x="194655" y="464207"/>
                      </a:cubicBezTo>
                      <a:cubicBezTo>
                        <a:pt x="256663" y="488210"/>
                        <a:pt x="281047" y="516595"/>
                        <a:pt x="289619" y="530215"/>
                      </a:cubicBezTo>
                      <a:cubicBezTo>
                        <a:pt x="296572" y="545074"/>
                        <a:pt x="321147" y="581174"/>
                        <a:pt x="268188" y="589556"/>
                      </a:cubicBezTo>
                      <a:cubicBezTo>
                        <a:pt x="279904" y="589556"/>
                        <a:pt x="384679" y="588127"/>
                        <a:pt x="396394" y="588127"/>
                      </a:cubicBezTo>
                      <a:cubicBezTo>
                        <a:pt x="355151" y="588889"/>
                        <a:pt x="339435" y="560790"/>
                        <a:pt x="336006" y="554409"/>
                      </a:cubicBezTo>
                      <a:close/>
                    </a:path>
                  </a:pathLst>
                </a:custGeom>
                <a:solidFill>
                  <a:srgbClr val="F7B53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79" name="Forme libre : forme 9278">
                  <a:extLst>
                    <a:ext uri="{FF2B5EF4-FFF2-40B4-BE49-F238E27FC236}">
                      <a16:creationId xmlns:a16="http://schemas.microsoft.com/office/drawing/2014/main" id="{E032E7FE-A608-450F-8529-F7148779FCD2}"/>
                    </a:ext>
                  </a:extLst>
                </p:cNvPr>
                <p:cNvSpPr/>
                <p:nvPr/>
              </p:nvSpPr>
              <p:spPr>
                <a:xfrm>
                  <a:off x="616176" y="4228093"/>
                  <a:ext cx="274097" cy="572415"/>
                </a:xfrm>
                <a:custGeom>
                  <a:avLst/>
                  <a:gdLst>
                    <a:gd name="connsiteX0" fmla="*/ 222504 w 274097"/>
                    <a:gd name="connsiteY0" fmla="*/ 554409 h 572415"/>
                    <a:gd name="connsiteX1" fmla="*/ 233839 w 274097"/>
                    <a:gd name="connsiteY1" fmla="*/ 406771 h 572415"/>
                    <a:gd name="connsiteX2" fmla="*/ 258604 w 274097"/>
                    <a:gd name="connsiteY2" fmla="*/ 174838 h 572415"/>
                    <a:gd name="connsiteX3" fmla="*/ 3715 w 274097"/>
                    <a:gd name="connsiteY3" fmla="*/ 2911 h 572415"/>
                    <a:gd name="connsiteX4" fmla="*/ 0 w 274097"/>
                    <a:gd name="connsiteY4" fmla="*/ 4054 h 572415"/>
                    <a:gd name="connsiteX5" fmla="*/ 241459 w 274097"/>
                    <a:gd name="connsiteY5" fmla="*/ 178076 h 572415"/>
                    <a:gd name="connsiteX6" fmla="*/ 216694 w 274097"/>
                    <a:gd name="connsiteY6" fmla="*/ 410010 h 572415"/>
                    <a:gd name="connsiteX7" fmla="*/ 205359 w 274097"/>
                    <a:gd name="connsiteY7" fmla="*/ 557647 h 572415"/>
                    <a:gd name="connsiteX8" fmla="*/ 218123 w 274097"/>
                    <a:gd name="connsiteY8" fmla="*/ 570411 h 572415"/>
                    <a:gd name="connsiteX9" fmla="*/ 232696 w 274097"/>
                    <a:gd name="connsiteY9" fmla="*/ 572411 h 572415"/>
                    <a:gd name="connsiteX10" fmla="*/ 222504 w 274097"/>
                    <a:gd name="connsiteY10" fmla="*/ 554409 h 572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4097" h="572415">
                      <a:moveTo>
                        <a:pt x="222504" y="554409"/>
                      </a:moveTo>
                      <a:cubicBezTo>
                        <a:pt x="188119" y="478780"/>
                        <a:pt x="222694" y="430489"/>
                        <a:pt x="233839" y="406771"/>
                      </a:cubicBezTo>
                      <a:cubicBezTo>
                        <a:pt x="245650" y="381911"/>
                        <a:pt x="300418" y="289423"/>
                        <a:pt x="258604" y="174838"/>
                      </a:cubicBezTo>
                      <a:cubicBezTo>
                        <a:pt x="216789" y="60252"/>
                        <a:pt x="86677" y="-16139"/>
                        <a:pt x="3715" y="2911"/>
                      </a:cubicBezTo>
                      <a:cubicBezTo>
                        <a:pt x="2477" y="3197"/>
                        <a:pt x="1238" y="3673"/>
                        <a:pt x="0" y="4054"/>
                      </a:cubicBezTo>
                      <a:cubicBezTo>
                        <a:pt x="82963" y="-4709"/>
                        <a:pt x="201835" y="69491"/>
                        <a:pt x="241459" y="178076"/>
                      </a:cubicBezTo>
                      <a:cubicBezTo>
                        <a:pt x="283274" y="292662"/>
                        <a:pt x="228505" y="385149"/>
                        <a:pt x="216694" y="410010"/>
                      </a:cubicBezTo>
                      <a:cubicBezTo>
                        <a:pt x="205454" y="433632"/>
                        <a:pt x="170879" y="482019"/>
                        <a:pt x="205359" y="557647"/>
                      </a:cubicBezTo>
                      <a:cubicBezTo>
                        <a:pt x="208121" y="562791"/>
                        <a:pt x="212598" y="567648"/>
                        <a:pt x="218123" y="570411"/>
                      </a:cubicBezTo>
                      <a:cubicBezTo>
                        <a:pt x="224885" y="572602"/>
                        <a:pt x="226409" y="572411"/>
                        <a:pt x="232696" y="572411"/>
                      </a:cubicBezTo>
                      <a:cubicBezTo>
                        <a:pt x="229267" y="566696"/>
                        <a:pt x="225933" y="560790"/>
                        <a:pt x="222504" y="554409"/>
                      </a:cubicBezTo>
                      <a:close/>
                    </a:path>
                  </a:pathLst>
                </a:custGeom>
                <a:solidFill>
                  <a:srgbClr val="EDA6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80" name="Forme libre : forme 9279">
                  <a:extLst>
                    <a:ext uri="{FF2B5EF4-FFF2-40B4-BE49-F238E27FC236}">
                      <a16:creationId xmlns:a16="http://schemas.microsoft.com/office/drawing/2014/main" id="{38F7FE76-7794-47A1-97C1-2C7B6B993AB9}"/>
                    </a:ext>
                  </a:extLst>
                </p:cNvPr>
                <p:cNvSpPr/>
                <p:nvPr/>
              </p:nvSpPr>
              <p:spPr>
                <a:xfrm>
                  <a:off x="502769" y="4228188"/>
                  <a:ext cx="392203" cy="586753"/>
                </a:xfrm>
                <a:custGeom>
                  <a:avLst/>
                  <a:gdLst>
                    <a:gd name="connsiteX0" fmla="*/ 264664 w 392203"/>
                    <a:gd name="connsiteY0" fmla="*/ 586603 h 586753"/>
                    <a:gd name="connsiteX1" fmla="*/ 289619 w 392203"/>
                    <a:gd name="connsiteY1" fmla="*/ 530216 h 586753"/>
                    <a:gd name="connsiteX2" fmla="*/ 194655 w 392203"/>
                    <a:gd name="connsiteY2" fmla="*/ 464207 h 586753"/>
                    <a:gd name="connsiteX3" fmla="*/ 5012 w 392203"/>
                    <a:gd name="connsiteY3" fmla="*/ 252562 h 586753"/>
                    <a:gd name="connsiteX4" fmla="*/ 117217 w 392203"/>
                    <a:gd name="connsiteY4" fmla="*/ 2911 h 586753"/>
                    <a:gd name="connsiteX5" fmla="*/ 372106 w 392203"/>
                    <a:gd name="connsiteY5" fmla="*/ 174838 h 586753"/>
                    <a:gd name="connsiteX6" fmla="*/ 347341 w 392203"/>
                    <a:gd name="connsiteY6" fmla="*/ 406771 h 586753"/>
                    <a:gd name="connsiteX7" fmla="*/ 336006 w 392203"/>
                    <a:gd name="connsiteY7" fmla="*/ 554409 h 586753"/>
                    <a:gd name="connsiteX8" fmla="*/ 392203 w 392203"/>
                    <a:gd name="connsiteY8" fmla="*/ 585556 h 586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2203" h="586753">
                      <a:moveTo>
                        <a:pt x="264664" y="586603"/>
                      </a:moveTo>
                      <a:cubicBezTo>
                        <a:pt x="290762" y="588318"/>
                        <a:pt x="316956" y="575650"/>
                        <a:pt x="289619" y="530216"/>
                      </a:cubicBezTo>
                      <a:cubicBezTo>
                        <a:pt x="280951" y="516595"/>
                        <a:pt x="256663" y="488210"/>
                        <a:pt x="194655" y="464207"/>
                      </a:cubicBezTo>
                      <a:cubicBezTo>
                        <a:pt x="109692" y="431251"/>
                        <a:pt x="26729" y="390008"/>
                        <a:pt x="5012" y="252562"/>
                      </a:cubicBezTo>
                      <a:cubicBezTo>
                        <a:pt x="-16705" y="115116"/>
                        <a:pt x="34254" y="21961"/>
                        <a:pt x="117217" y="2911"/>
                      </a:cubicBezTo>
                      <a:cubicBezTo>
                        <a:pt x="200179" y="-16139"/>
                        <a:pt x="330291" y="60252"/>
                        <a:pt x="372106" y="174838"/>
                      </a:cubicBezTo>
                      <a:cubicBezTo>
                        <a:pt x="413920" y="289424"/>
                        <a:pt x="359152" y="381911"/>
                        <a:pt x="347341" y="406771"/>
                      </a:cubicBezTo>
                      <a:cubicBezTo>
                        <a:pt x="336101" y="430393"/>
                        <a:pt x="301525" y="478781"/>
                        <a:pt x="336006" y="554409"/>
                      </a:cubicBezTo>
                      <a:cubicBezTo>
                        <a:pt x="346198" y="572411"/>
                        <a:pt x="356580" y="587175"/>
                        <a:pt x="392203" y="585556"/>
                      </a:cubicBezTo>
                    </a:path>
                  </a:pathLst>
                </a:custGeom>
                <a:noFill/>
                <a:ln w="4763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81" name="Forme libre : forme 9280">
                  <a:extLst>
                    <a:ext uri="{FF2B5EF4-FFF2-40B4-BE49-F238E27FC236}">
                      <a16:creationId xmlns:a16="http://schemas.microsoft.com/office/drawing/2014/main" id="{AA6AB9A7-1EDA-4B2A-B110-86BE86BEB998}"/>
                    </a:ext>
                  </a:extLst>
                </p:cNvPr>
                <p:cNvSpPr/>
                <p:nvPr/>
              </p:nvSpPr>
              <p:spPr>
                <a:xfrm>
                  <a:off x="607099" y="4336921"/>
                  <a:ext cx="154103" cy="274095"/>
                </a:xfrm>
                <a:custGeom>
                  <a:avLst/>
                  <a:gdLst>
                    <a:gd name="connsiteX0" fmla="*/ 144808 w 154103"/>
                    <a:gd name="connsiteY0" fmla="*/ 255557 h 274095"/>
                    <a:gd name="connsiteX1" fmla="*/ 122996 w 154103"/>
                    <a:gd name="connsiteY1" fmla="*/ 195550 h 274095"/>
                    <a:gd name="connsiteX2" fmla="*/ 108041 w 154103"/>
                    <a:gd name="connsiteY2" fmla="*/ 133733 h 274095"/>
                    <a:gd name="connsiteX3" fmla="*/ 107184 w 154103"/>
                    <a:gd name="connsiteY3" fmla="*/ 101729 h 274095"/>
                    <a:gd name="connsiteX4" fmla="*/ 100612 w 154103"/>
                    <a:gd name="connsiteY4" fmla="*/ 69915 h 274095"/>
                    <a:gd name="connsiteX5" fmla="*/ 79752 w 154103"/>
                    <a:gd name="connsiteY5" fmla="*/ 44769 h 274095"/>
                    <a:gd name="connsiteX6" fmla="*/ 64703 w 154103"/>
                    <a:gd name="connsiteY6" fmla="*/ 38102 h 274095"/>
                    <a:gd name="connsiteX7" fmla="*/ 47462 w 154103"/>
                    <a:gd name="connsiteY7" fmla="*/ 38197 h 274095"/>
                    <a:gd name="connsiteX8" fmla="*/ 38318 w 154103"/>
                    <a:gd name="connsiteY8" fmla="*/ 52770 h 274095"/>
                    <a:gd name="connsiteX9" fmla="*/ 35842 w 154103"/>
                    <a:gd name="connsiteY9" fmla="*/ 69058 h 274095"/>
                    <a:gd name="connsiteX10" fmla="*/ 39938 w 154103"/>
                    <a:gd name="connsiteY10" fmla="*/ 101348 h 274095"/>
                    <a:gd name="connsiteX11" fmla="*/ 62988 w 154103"/>
                    <a:gd name="connsiteY11" fmla="*/ 161546 h 274095"/>
                    <a:gd name="connsiteX12" fmla="*/ 98707 w 154103"/>
                    <a:gd name="connsiteY12" fmla="*/ 215076 h 274095"/>
                    <a:gd name="connsiteX13" fmla="*/ 142808 w 154103"/>
                    <a:gd name="connsiteY13" fmla="*/ 262034 h 274095"/>
                    <a:gd name="connsiteX14" fmla="*/ 145094 w 154103"/>
                    <a:gd name="connsiteY14" fmla="*/ 258987 h 274095"/>
                    <a:gd name="connsiteX15" fmla="*/ 91087 w 154103"/>
                    <a:gd name="connsiteY15" fmla="*/ 210504 h 274095"/>
                    <a:gd name="connsiteX16" fmla="*/ 68894 w 154103"/>
                    <a:gd name="connsiteY16" fmla="*/ 182120 h 274095"/>
                    <a:gd name="connsiteX17" fmla="*/ 52796 w 154103"/>
                    <a:gd name="connsiteY17" fmla="*/ 149544 h 274095"/>
                    <a:gd name="connsiteX18" fmla="*/ 29174 w 154103"/>
                    <a:gd name="connsiteY18" fmla="*/ 80964 h 274095"/>
                    <a:gd name="connsiteX19" fmla="*/ 27269 w 154103"/>
                    <a:gd name="connsiteY19" fmla="*/ 44865 h 274095"/>
                    <a:gd name="connsiteX20" fmla="*/ 34032 w 154103"/>
                    <a:gd name="connsiteY20" fmla="*/ 29244 h 274095"/>
                    <a:gd name="connsiteX21" fmla="*/ 49939 w 154103"/>
                    <a:gd name="connsiteY21" fmla="*/ 22957 h 274095"/>
                    <a:gd name="connsiteX22" fmla="*/ 67465 w 154103"/>
                    <a:gd name="connsiteY22" fmla="*/ 25529 h 274095"/>
                    <a:gd name="connsiteX23" fmla="*/ 84229 w 154103"/>
                    <a:gd name="connsiteY23" fmla="*/ 32101 h 274095"/>
                    <a:gd name="connsiteX24" fmla="*/ 107660 w 154103"/>
                    <a:gd name="connsiteY24" fmla="*/ 58009 h 274095"/>
                    <a:gd name="connsiteX25" fmla="*/ 123472 w 154103"/>
                    <a:gd name="connsiteY25" fmla="*/ 128399 h 274095"/>
                    <a:gd name="connsiteX26" fmla="*/ 147761 w 154103"/>
                    <a:gd name="connsiteY26" fmla="*/ 271845 h 274095"/>
                    <a:gd name="connsiteX27" fmla="*/ 153095 w 154103"/>
                    <a:gd name="connsiteY27" fmla="*/ 271940 h 274095"/>
                    <a:gd name="connsiteX28" fmla="*/ 148142 w 154103"/>
                    <a:gd name="connsiteY28" fmla="*/ 102586 h 274095"/>
                    <a:gd name="connsiteX29" fmla="*/ 144046 w 154103"/>
                    <a:gd name="connsiteY29" fmla="*/ 81250 h 274095"/>
                    <a:gd name="connsiteX30" fmla="*/ 135188 w 154103"/>
                    <a:gd name="connsiteY30" fmla="*/ 61438 h 274095"/>
                    <a:gd name="connsiteX31" fmla="*/ 111375 w 154103"/>
                    <a:gd name="connsiteY31" fmla="*/ 25719 h 274095"/>
                    <a:gd name="connsiteX32" fmla="*/ 73370 w 154103"/>
                    <a:gd name="connsiteY32" fmla="*/ 4955 h 274095"/>
                    <a:gd name="connsiteX33" fmla="*/ 52130 w 154103"/>
                    <a:gd name="connsiteY33" fmla="*/ 192 h 274095"/>
                    <a:gd name="connsiteX34" fmla="*/ 30127 w 154103"/>
                    <a:gd name="connsiteY34" fmla="*/ 4383 h 274095"/>
                    <a:gd name="connsiteX35" fmla="*/ 3171 w 154103"/>
                    <a:gd name="connsiteY35" fmla="*/ 38197 h 274095"/>
                    <a:gd name="connsiteX36" fmla="*/ 1457 w 154103"/>
                    <a:gd name="connsiteY36" fmla="*/ 81155 h 274095"/>
                    <a:gd name="connsiteX37" fmla="*/ 29079 w 154103"/>
                    <a:gd name="connsiteY37" fmla="*/ 161355 h 274095"/>
                    <a:gd name="connsiteX38" fmla="*/ 79752 w 154103"/>
                    <a:gd name="connsiteY38" fmla="*/ 229269 h 274095"/>
                    <a:gd name="connsiteX39" fmla="*/ 113471 w 154103"/>
                    <a:gd name="connsiteY39" fmla="*/ 254891 h 274095"/>
                    <a:gd name="connsiteX40" fmla="*/ 132616 w 154103"/>
                    <a:gd name="connsiteY40" fmla="*/ 263940 h 274095"/>
                    <a:gd name="connsiteX41" fmla="*/ 142331 w 154103"/>
                    <a:gd name="connsiteY41" fmla="*/ 268131 h 274095"/>
                    <a:gd name="connsiteX42" fmla="*/ 147284 w 154103"/>
                    <a:gd name="connsiteY42" fmla="*/ 270131 h 274095"/>
                    <a:gd name="connsiteX43" fmla="*/ 148618 w 154103"/>
                    <a:gd name="connsiteY43" fmla="*/ 271750 h 274095"/>
                    <a:gd name="connsiteX44" fmla="*/ 149094 w 154103"/>
                    <a:gd name="connsiteY44" fmla="*/ 272988 h 274095"/>
                    <a:gd name="connsiteX45" fmla="*/ 149380 w 154103"/>
                    <a:gd name="connsiteY45" fmla="*/ 273655 h 274095"/>
                    <a:gd name="connsiteX46" fmla="*/ 149570 w 154103"/>
                    <a:gd name="connsiteY46" fmla="*/ 274036 h 274095"/>
                    <a:gd name="connsiteX47" fmla="*/ 150142 w 154103"/>
                    <a:gd name="connsiteY47" fmla="*/ 273750 h 274095"/>
                    <a:gd name="connsiteX48" fmla="*/ 150047 w 154103"/>
                    <a:gd name="connsiteY48" fmla="*/ 273560 h 274095"/>
                    <a:gd name="connsiteX49" fmla="*/ 149475 w 154103"/>
                    <a:gd name="connsiteY49" fmla="*/ 273750 h 274095"/>
                    <a:gd name="connsiteX50" fmla="*/ 149475 w 154103"/>
                    <a:gd name="connsiteY50" fmla="*/ 273941 h 274095"/>
                    <a:gd name="connsiteX51" fmla="*/ 149951 w 154103"/>
                    <a:gd name="connsiteY51" fmla="*/ 273750 h 274095"/>
                    <a:gd name="connsiteX52" fmla="*/ 149856 w 154103"/>
                    <a:gd name="connsiteY52" fmla="*/ 273465 h 274095"/>
                    <a:gd name="connsiteX53" fmla="*/ 149570 w 154103"/>
                    <a:gd name="connsiteY53" fmla="*/ 272893 h 274095"/>
                    <a:gd name="connsiteX54" fmla="*/ 149189 w 154103"/>
                    <a:gd name="connsiteY54" fmla="*/ 271655 h 274095"/>
                    <a:gd name="connsiteX55" fmla="*/ 148713 w 154103"/>
                    <a:gd name="connsiteY55" fmla="*/ 270321 h 274095"/>
                    <a:gd name="connsiteX56" fmla="*/ 147380 w 154103"/>
                    <a:gd name="connsiteY56" fmla="*/ 269559 h 274095"/>
                    <a:gd name="connsiteX57" fmla="*/ 142617 w 154103"/>
                    <a:gd name="connsiteY57" fmla="*/ 267464 h 274095"/>
                    <a:gd name="connsiteX58" fmla="*/ 132997 w 154103"/>
                    <a:gd name="connsiteY58" fmla="*/ 262987 h 274095"/>
                    <a:gd name="connsiteX59" fmla="*/ 114137 w 154103"/>
                    <a:gd name="connsiteY59" fmla="*/ 253557 h 274095"/>
                    <a:gd name="connsiteX60" fmla="*/ 81467 w 154103"/>
                    <a:gd name="connsiteY60" fmla="*/ 227554 h 274095"/>
                    <a:gd name="connsiteX61" fmla="*/ 32127 w 154103"/>
                    <a:gd name="connsiteY61" fmla="*/ 159736 h 274095"/>
                    <a:gd name="connsiteX62" fmla="*/ 5933 w 154103"/>
                    <a:gd name="connsiteY62" fmla="*/ 80583 h 274095"/>
                    <a:gd name="connsiteX63" fmla="*/ 8029 w 154103"/>
                    <a:gd name="connsiteY63" fmla="*/ 39721 h 274095"/>
                    <a:gd name="connsiteX64" fmla="*/ 32508 w 154103"/>
                    <a:gd name="connsiteY64" fmla="*/ 9432 h 274095"/>
                    <a:gd name="connsiteX65" fmla="*/ 71465 w 154103"/>
                    <a:gd name="connsiteY65" fmla="*/ 10574 h 274095"/>
                    <a:gd name="connsiteX66" fmla="*/ 106898 w 154103"/>
                    <a:gd name="connsiteY66" fmla="*/ 29815 h 274095"/>
                    <a:gd name="connsiteX67" fmla="*/ 129758 w 154103"/>
                    <a:gd name="connsiteY67" fmla="*/ 64296 h 274095"/>
                    <a:gd name="connsiteX68" fmla="*/ 138140 w 154103"/>
                    <a:gd name="connsiteY68" fmla="*/ 83060 h 274095"/>
                    <a:gd name="connsiteX69" fmla="*/ 141950 w 154103"/>
                    <a:gd name="connsiteY69" fmla="*/ 103157 h 274095"/>
                    <a:gd name="connsiteX70" fmla="*/ 147570 w 154103"/>
                    <a:gd name="connsiteY70" fmla="*/ 271655 h 274095"/>
                    <a:gd name="connsiteX71" fmla="*/ 152904 w 154103"/>
                    <a:gd name="connsiteY71" fmla="*/ 271750 h 274095"/>
                    <a:gd name="connsiteX72" fmla="*/ 127091 w 154103"/>
                    <a:gd name="connsiteY72" fmla="*/ 127923 h 274095"/>
                    <a:gd name="connsiteX73" fmla="*/ 110137 w 154103"/>
                    <a:gd name="connsiteY73" fmla="*/ 56771 h 274095"/>
                    <a:gd name="connsiteX74" fmla="*/ 85277 w 154103"/>
                    <a:gd name="connsiteY74" fmla="*/ 29720 h 274095"/>
                    <a:gd name="connsiteX75" fmla="*/ 68036 w 154103"/>
                    <a:gd name="connsiteY75" fmla="*/ 23148 h 274095"/>
                    <a:gd name="connsiteX76" fmla="*/ 49653 w 154103"/>
                    <a:gd name="connsiteY76" fmla="*/ 20576 h 274095"/>
                    <a:gd name="connsiteX77" fmla="*/ 32318 w 154103"/>
                    <a:gd name="connsiteY77" fmla="*/ 27624 h 274095"/>
                    <a:gd name="connsiteX78" fmla="*/ 24983 w 154103"/>
                    <a:gd name="connsiteY78" fmla="*/ 44769 h 274095"/>
                    <a:gd name="connsiteX79" fmla="*/ 27174 w 154103"/>
                    <a:gd name="connsiteY79" fmla="*/ 81345 h 274095"/>
                    <a:gd name="connsiteX80" fmla="*/ 50606 w 154103"/>
                    <a:gd name="connsiteY80" fmla="*/ 150497 h 274095"/>
                    <a:gd name="connsiteX81" fmla="*/ 66512 w 154103"/>
                    <a:gd name="connsiteY81" fmla="*/ 183453 h 274095"/>
                    <a:gd name="connsiteX82" fmla="*/ 88801 w 154103"/>
                    <a:gd name="connsiteY82" fmla="*/ 212600 h 274095"/>
                    <a:gd name="connsiteX83" fmla="*/ 142808 w 154103"/>
                    <a:gd name="connsiteY83" fmla="*/ 262130 h 274095"/>
                    <a:gd name="connsiteX84" fmla="*/ 145094 w 154103"/>
                    <a:gd name="connsiteY84" fmla="*/ 259082 h 274095"/>
                    <a:gd name="connsiteX85" fmla="*/ 102326 w 154103"/>
                    <a:gd name="connsiteY85" fmla="*/ 212219 h 274095"/>
                    <a:gd name="connsiteX86" fmla="*/ 67274 w 154103"/>
                    <a:gd name="connsiteY86" fmla="*/ 159165 h 274095"/>
                    <a:gd name="connsiteX87" fmla="*/ 54606 w 154103"/>
                    <a:gd name="connsiteY87" fmla="*/ 130113 h 274095"/>
                    <a:gd name="connsiteX88" fmla="*/ 44510 w 154103"/>
                    <a:gd name="connsiteY88" fmla="*/ 100014 h 274095"/>
                    <a:gd name="connsiteX89" fmla="*/ 40319 w 154103"/>
                    <a:gd name="connsiteY89" fmla="*/ 69058 h 274095"/>
                    <a:gd name="connsiteX90" fmla="*/ 42509 w 154103"/>
                    <a:gd name="connsiteY90" fmla="*/ 53723 h 274095"/>
                    <a:gd name="connsiteX91" fmla="*/ 49463 w 154103"/>
                    <a:gd name="connsiteY91" fmla="*/ 41721 h 274095"/>
                    <a:gd name="connsiteX92" fmla="*/ 63369 w 154103"/>
                    <a:gd name="connsiteY92" fmla="*/ 41816 h 274095"/>
                    <a:gd name="connsiteX93" fmla="*/ 77561 w 154103"/>
                    <a:gd name="connsiteY93" fmla="*/ 47913 h 274095"/>
                    <a:gd name="connsiteX94" fmla="*/ 97088 w 154103"/>
                    <a:gd name="connsiteY94" fmla="*/ 71058 h 274095"/>
                    <a:gd name="connsiteX95" fmla="*/ 103660 w 154103"/>
                    <a:gd name="connsiteY95" fmla="*/ 101633 h 274095"/>
                    <a:gd name="connsiteX96" fmla="*/ 104898 w 154103"/>
                    <a:gd name="connsiteY96" fmla="*/ 133638 h 274095"/>
                    <a:gd name="connsiteX97" fmla="*/ 120995 w 154103"/>
                    <a:gd name="connsiteY97" fmla="*/ 195836 h 274095"/>
                    <a:gd name="connsiteX98" fmla="*/ 144236 w 154103"/>
                    <a:gd name="connsiteY98" fmla="*/ 255462 h 274095"/>
                    <a:gd name="connsiteX99" fmla="*/ 144808 w 154103"/>
                    <a:gd name="connsiteY99" fmla="*/ 255557 h 274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154103" h="274095">
                      <a:moveTo>
                        <a:pt x="144808" y="255557"/>
                      </a:moveTo>
                      <a:cubicBezTo>
                        <a:pt x="134902" y="236603"/>
                        <a:pt x="128806" y="216124"/>
                        <a:pt x="122996" y="195550"/>
                      </a:cubicBezTo>
                      <a:cubicBezTo>
                        <a:pt x="117852" y="174881"/>
                        <a:pt x="109946" y="154688"/>
                        <a:pt x="108041" y="133733"/>
                      </a:cubicBezTo>
                      <a:cubicBezTo>
                        <a:pt x="107184" y="123255"/>
                        <a:pt x="107946" y="112587"/>
                        <a:pt x="107184" y="101729"/>
                      </a:cubicBezTo>
                      <a:cubicBezTo>
                        <a:pt x="106517" y="90965"/>
                        <a:pt x="104803" y="80107"/>
                        <a:pt x="100612" y="69915"/>
                      </a:cubicBezTo>
                      <a:cubicBezTo>
                        <a:pt x="96516" y="59819"/>
                        <a:pt x="89372" y="50484"/>
                        <a:pt x="79752" y="44769"/>
                      </a:cubicBezTo>
                      <a:cubicBezTo>
                        <a:pt x="74990" y="41912"/>
                        <a:pt x="69941" y="39721"/>
                        <a:pt x="64703" y="38102"/>
                      </a:cubicBezTo>
                      <a:cubicBezTo>
                        <a:pt x="59559" y="36578"/>
                        <a:pt x="53273" y="35054"/>
                        <a:pt x="47462" y="38197"/>
                      </a:cubicBezTo>
                      <a:cubicBezTo>
                        <a:pt x="41747" y="41531"/>
                        <a:pt x="39652" y="47627"/>
                        <a:pt x="38318" y="52770"/>
                      </a:cubicBezTo>
                      <a:cubicBezTo>
                        <a:pt x="36890" y="58104"/>
                        <a:pt x="36032" y="63629"/>
                        <a:pt x="35842" y="69058"/>
                      </a:cubicBezTo>
                      <a:cubicBezTo>
                        <a:pt x="35461" y="80012"/>
                        <a:pt x="37271" y="90870"/>
                        <a:pt x="39938" y="101348"/>
                      </a:cubicBezTo>
                      <a:cubicBezTo>
                        <a:pt x="45748" y="122207"/>
                        <a:pt x="53082" y="142305"/>
                        <a:pt x="62988" y="161546"/>
                      </a:cubicBezTo>
                      <a:cubicBezTo>
                        <a:pt x="73180" y="180691"/>
                        <a:pt x="85943" y="197836"/>
                        <a:pt x="98707" y="215076"/>
                      </a:cubicBezTo>
                      <a:cubicBezTo>
                        <a:pt x="111851" y="232031"/>
                        <a:pt x="126044" y="248319"/>
                        <a:pt x="142808" y="262034"/>
                      </a:cubicBezTo>
                      <a:lnTo>
                        <a:pt x="145094" y="258987"/>
                      </a:lnTo>
                      <a:cubicBezTo>
                        <a:pt x="125472" y="244985"/>
                        <a:pt x="107946" y="228030"/>
                        <a:pt x="91087" y="210504"/>
                      </a:cubicBezTo>
                      <a:cubicBezTo>
                        <a:pt x="82610" y="201741"/>
                        <a:pt x="74799" y="192597"/>
                        <a:pt x="68894" y="182120"/>
                      </a:cubicBezTo>
                      <a:cubicBezTo>
                        <a:pt x="62893" y="171642"/>
                        <a:pt x="57940" y="160498"/>
                        <a:pt x="52796" y="149544"/>
                      </a:cubicBezTo>
                      <a:cubicBezTo>
                        <a:pt x="42700" y="127446"/>
                        <a:pt x="33175" y="104872"/>
                        <a:pt x="29174" y="80964"/>
                      </a:cubicBezTo>
                      <a:cubicBezTo>
                        <a:pt x="26984" y="69058"/>
                        <a:pt x="26317" y="56866"/>
                        <a:pt x="27269" y="44865"/>
                      </a:cubicBezTo>
                      <a:cubicBezTo>
                        <a:pt x="27841" y="38959"/>
                        <a:pt x="29651" y="33149"/>
                        <a:pt x="34032" y="29244"/>
                      </a:cubicBezTo>
                      <a:cubicBezTo>
                        <a:pt x="38318" y="25338"/>
                        <a:pt x="44129" y="23338"/>
                        <a:pt x="49939" y="22957"/>
                      </a:cubicBezTo>
                      <a:cubicBezTo>
                        <a:pt x="55844" y="22576"/>
                        <a:pt x="61750" y="23814"/>
                        <a:pt x="67465" y="25529"/>
                      </a:cubicBezTo>
                      <a:cubicBezTo>
                        <a:pt x="73180" y="27339"/>
                        <a:pt x="78895" y="29339"/>
                        <a:pt x="84229" y="32101"/>
                      </a:cubicBezTo>
                      <a:cubicBezTo>
                        <a:pt x="94992" y="37340"/>
                        <a:pt x="102326" y="47341"/>
                        <a:pt x="107660" y="58009"/>
                      </a:cubicBezTo>
                      <a:cubicBezTo>
                        <a:pt x="118328" y="79631"/>
                        <a:pt x="119948" y="104396"/>
                        <a:pt x="123472" y="128399"/>
                      </a:cubicBezTo>
                      <a:cubicBezTo>
                        <a:pt x="130520" y="176786"/>
                        <a:pt x="146332" y="223554"/>
                        <a:pt x="147761" y="271845"/>
                      </a:cubicBezTo>
                      <a:lnTo>
                        <a:pt x="153095" y="271940"/>
                      </a:lnTo>
                      <a:cubicBezTo>
                        <a:pt x="155762" y="215362"/>
                        <a:pt x="152809" y="158879"/>
                        <a:pt x="148142" y="102586"/>
                      </a:cubicBezTo>
                      <a:cubicBezTo>
                        <a:pt x="147380" y="95442"/>
                        <a:pt x="146237" y="88298"/>
                        <a:pt x="144046" y="81250"/>
                      </a:cubicBezTo>
                      <a:cubicBezTo>
                        <a:pt x="141855" y="74201"/>
                        <a:pt x="138617" y="67724"/>
                        <a:pt x="135188" y="61438"/>
                      </a:cubicBezTo>
                      <a:cubicBezTo>
                        <a:pt x="128044" y="49246"/>
                        <a:pt x="121662" y="36482"/>
                        <a:pt x="111375" y="25719"/>
                      </a:cubicBezTo>
                      <a:cubicBezTo>
                        <a:pt x="100993" y="14861"/>
                        <a:pt x="86896" y="9050"/>
                        <a:pt x="73370" y="4955"/>
                      </a:cubicBezTo>
                      <a:cubicBezTo>
                        <a:pt x="66608" y="2955"/>
                        <a:pt x="59654" y="859"/>
                        <a:pt x="52130" y="192"/>
                      </a:cubicBezTo>
                      <a:cubicBezTo>
                        <a:pt x="44700" y="-570"/>
                        <a:pt x="36794" y="954"/>
                        <a:pt x="30127" y="4383"/>
                      </a:cubicBezTo>
                      <a:cubicBezTo>
                        <a:pt x="16601" y="11241"/>
                        <a:pt x="7267" y="24195"/>
                        <a:pt x="3171" y="38197"/>
                      </a:cubicBezTo>
                      <a:cubicBezTo>
                        <a:pt x="-925" y="52294"/>
                        <a:pt x="-544" y="67058"/>
                        <a:pt x="1457" y="81155"/>
                      </a:cubicBezTo>
                      <a:cubicBezTo>
                        <a:pt x="5457" y="109444"/>
                        <a:pt x="15363" y="136590"/>
                        <a:pt x="29079" y="161355"/>
                      </a:cubicBezTo>
                      <a:cubicBezTo>
                        <a:pt x="42795" y="186215"/>
                        <a:pt x="60131" y="208885"/>
                        <a:pt x="79752" y="229269"/>
                      </a:cubicBezTo>
                      <a:cubicBezTo>
                        <a:pt x="89658" y="239365"/>
                        <a:pt x="100802" y="248604"/>
                        <a:pt x="113471" y="254891"/>
                      </a:cubicBezTo>
                      <a:cubicBezTo>
                        <a:pt x="119757" y="258129"/>
                        <a:pt x="126139" y="261082"/>
                        <a:pt x="132616" y="263940"/>
                      </a:cubicBezTo>
                      <a:lnTo>
                        <a:pt x="142331" y="268131"/>
                      </a:lnTo>
                      <a:cubicBezTo>
                        <a:pt x="143951" y="268797"/>
                        <a:pt x="145475" y="269655"/>
                        <a:pt x="147284" y="270131"/>
                      </a:cubicBezTo>
                      <a:cubicBezTo>
                        <a:pt x="148237" y="270416"/>
                        <a:pt x="148427" y="270702"/>
                        <a:pt x="148618" y="271750"/>
                      </a:cubicBezTo>
                      <a:lnTo>
                        <a:pt x="149094" y="272988"/>
                      </a:lnTo>
                      <a:lnTo>
                        <a:pt x="149380" y="273655"/>
                      </a:lnTo>
                      <a:lnTo>
                        <a:pt x="149570" y="274036"/>
                      </a:lnTo>
                      <a:cubicBezTo>
                        <a:pt x="149666" y="274322"/>
                        <a:pt x="150523" y="273465"/>
                        <a:pt x="150142" y="273750"/>
                      </a:cubicBezTo>
                      <a:lnTo>
                        <a:pt x="150047" y="273560"/>
                      </a:lnTo>
                      <a:lnTo>
                        <a:pt x="149475" y="273750"/>
                      </a:lnTo>
                      <a:lnTo>
                        <a:pt x="149475" y="273941"/>
                      </a:lnTo>
                      <a:cubicBezTo>
                        <a:pt x="149094" y="274226"/>
                        <a:pt x="150047" y="273655"/>
                        <a:pt x="149951" y="273750"/>
                      </a:cubicBezTo>
                      <a:lnTo>
                        <a:pt x="149856" y="273465"/>
                      </a:lnTo>
                      <a:lnTo>
                        <a:pt x="149570" y="272893"/>
                      </a:lnTo>
                      <a:lnTo>
                        <a:pt x="149189" y="271655"/>
                      </a:lnTo>
                      <a:cubicBezTo>
                        <a:pt x="149094" y="271274"/>
                        <a:pt x="149094" y="270798"/>
                        <a:pt x="148713" y="270321"/>
                      </a:cubicBezTo>
                      <a:cubicBezTo>
                        <a:pt x="148332" y="269845"/>
                        <a:pt x="147856" y="269750"/>
                        <a:pt x="147380" y="269559"/>
                      </a:cubicBezTo>
                      <a:cubicBezTo>
                        <a:pt x="145760" y="269083"/>
                        <a:pt x="144141" y="268131"/>
                        <a:pt x="142617" y="267464"/>
                      </a:cubicBezTo>
                      <a:lnTo>
                        <a:pt x="132997" y="262987"/>
                      </a:lnTo>
                      <a:cubicBezTo>
                        <a:pt x="126615" y="260034"/>
                        <a:pt x="120329" y="256891"/>
                        <a:pt x="114137" y="253557"/>
                      </a:cubicBezTo>
                      <a:cubicBezTo>
                        <a:pt x="101660" y="246985"/>
                        <a:pt x="90992" y="237746"/>
                        <a:pt x="81467" y="227554"/>
                      </a:cubicBezTo>
                      <a:cubicBezTo>
                        <a:pt x="62321" y="207075"/>
                        <a:pt x="45367" y="184406"/>
                        <a:pt x="32127" y="159736"/>
                      </a:cubicBezTo>
                      <a:cubicBezTo>
                        <a:pt x="18887" y="135066"/>
                        <a:pt x="9458" y="108301"/>
                        <a:pt x="5933" y="80583"/>
                      </a:cubicBezTo>
                      <a:cubicBezTo>
                        <a:pt x="4219" y="66867"/>
                        <a:pt x="4028" y="52770"/>
                        <a:pt x="8029" y="39721"/>
                      </a:cubicBezTo>
                      <a:cubicBezTo>
                        <a:pt x="11839" y="26862"/>
                        <a:pt x="20697" y="15242"/>
                        <a:pt x="32508" y="9432"/>
                      </a:cubicBezTo>
                      <a:cubicBezTo>
                        <a:pt x="44414" y="3145"/>
                        <a:pt x="58321" y="6288"/>
                        <a:pt x="71465" y="10574"/>
                      </a:cubicBezTo>
                      <a:cubicBezTo>
                        <a:pt x="84705" y="14575"/>
                        <a:pt x="97659" y="20099"/>
                        <a:pt x="106898" y="29815"/>
                      </a:cubicBezTo>
                      <a:cubicBezTo>
                        <a:pt x="116233" y="39531"/>
                        <a:pt x="122710" y="52294"/>
                        <a:pt x="129758" y="64296"/>
                      </a:cubicBezTo>
                      <a:cubicBezTo>
                        <a:pt x="133092" y="70391"/>
                        <a:pt x="136140" y="76583"/>
                        <a:pt x="138140" y="83060"/>
                      </a:cubicBezTo>
                      <a:cubicBezTo>
                        <a:pt x="140141" y="89537"/>
                        <a:pt x="141284" y="96299"/>
                        <a:pt x="141950" y="103157"/>
                      </a:cubicBezTo>
                      <a:cubicBezTo>
                        <a:pt x="146618" y="159069"/>
                        <a:pt x="150047" y="215553"/>
                        <a:pt x="147570" y="271655"/>
                      </a:cubicBezTo>
                      <a:lnTo>
                        <a:pt x="152904" y="271750"/>
                      </a:lnTo>
                      <a:cubicBezTo>
                        <a:pt x="151190" y="222220"/>
                        <a:pt x="134521" y="175643"/>
                        <a:pt x="127091" y="127923"/>
                      </a:cubicBezTo>
                      <a:cubicBezTo>
                        <a:pt x="123281" y="104110"/>
                        <a:pt x="121376" y="79059"/>
                        <a:pt x="110137" y="56771"/>
                      </a:cubicBezTo>
                      <a:cubicBezTo>
                        <a:pt x="104612" y="45912"/>
                        <a:pt x="96707" y="35149"/>
                        <a:pt x="85277" y="29720"/>
                      </a:cubicBezTo>
                      <a:cubicBezTo>
                        <a:pt x="79657" y="26862"/>
                        <a:pt x="73847" y="24957"/>
                        <a:pt x="68036" y="23148"/>
                      </a:cubicBezTo>
                      <a:cubicBezTo>
                        <a:pt x="62131" y="21433"/>
                        <a:pt x="55940" y="20195"/>
                        <a:pt x="49653" y="20576"/>
                      </a:cubicBezTo>
                      <a:cubicBezTo>
                        <a:pt x="43367" y="21052"/>
                        <a:pt x="37080" y="23243"/>
                        <a:pt x="32318" y="27624"/>
                      </a:cubicBezTo>
                      <a:cubicBezTo>
                        <a:pt x="27460" y="32006"/>
                        <a:pt x="25460" y="38673"/>
                        <a:pt x="24983" y="44769"/>
                      </a:cubicBezTo>
                      <a:cubicBezTo>
                        <a:pt x="24126" y="57057"/>
                        <a:pt x="24888" y="69344"/>
                        <a:pt x="27174" y="81345"/>
                      </a:cubicBezTo>
                      <a:cubicBezTo>
                        <a:pt x="31651" y="105444"/>
                        <a:pt x="40700" y="128304"/>
                        <a:pt x="50606" y="150497"/>
                      </a:cubicBezTo>
                      <a:cubicBezTo>
                        <a:pt x="55654" y="161546"/>
                        <a:pt x="60512" y="172785"/>
                        <a:pt x="66512" y="183453"/>
                      </a:cubicBezTo>
                      <a:cubicBezTo>
                        <a:pt x="72418" y="194216"/>
                        <a:pt x="80514" y="203837"/>
                        <a:pt x="88801" y="212600"/>
                      </a:cubicBezTo>
                      <a:cubicBezTo>
                        <a:pt x="105470" y="230316"/>
                        <a:pt x="122996" y="247557"/>
                        <a:pt x="142808" y="262130"/>
                      </a:cubicBezTo>
                      <a:lnTo>
                        <a:pt x="145094" y="259082"/>
                      </a:lnTo>
                      <a:cubicBezTo>
                        <a:pt x="128901" y="245461"/>
                        <a:pt x="115090" y="229173"/>
                        <a:pt x="102326" y="212219"/>
                      </a:cubicBezTo>
                      <a:cubicBezTo>
                        <a:pt x="89849" y="195074"/>
                        <a:pt x="76990" y="177833"/>
                        <a:pt x="67274" y="159165"/>
                      </a:cubicBezTo>
                      <a:cubicBezTo>
                        <a:pt x="62417" y="149830"/>
                        <a:pt x="58321" y="140019"/>
                        <a:pt x="54606" y="130113"/>
                      </a:cubicBezTo>
                      <a:cubicBezTo>
                        <a:pt x="50891" y="120207"/>
                        <a:pt x="47272" y="110206"/>
                        <a:pt x="44510" y="100014"/>
                      </a:cubicBezTo>
                      <a:cubicBezTo>
                        <a:pt x="41843" y="89823"/>
                        <a:pt x="40033" y="79440"/>
                        <a:pt x="40319" y="69058"/>
                      </a:cubicBezTo>
                      <a:cubicBezTo>
                        <a:pt x="40509" y="63915"/>
                        <a:pt x="41176" y="58771"/>
                        <a:pt x="42509" y="53723"/>
                      </a:cubicBezTo>
                      <a:cubicBezTo>
                        <a:pt x="43652" y="48770"/>
                        <a:pt x="45653" y="43912"/>
                        <a:pt x="49463" y="41721"/>
                      </a:cubicBezTo>
                      <a:cubicBezTo>
                        <a:pt x="53273" y="39531"/>
                        <a:pt x="58511" y="40388"/>
                        <a:pt x="63369" y="41816"/>
                      </a:cubicBezTo>
                      <a:cubicBezTo>
                        <a:pt x="68322" y="43340"/>
                        <a:pt x="73180" y="45246"/>
                        <a:pt x="77561" y="47913"/>
                      </a:cubicBezTo>
                      <a:cubicBezTo>
                        <a:pt x="86515" y="53056"/>
                        <a:pt x="93087" y="61438"/>
                        <a:pt x="97088" y="71058"/>
                      </a:cubicBezTo>
                      <a:cubicBezTo>
                        <a:pt x="101088" y="80679"/>
                        <a:pt x="102898" y="91156"/>
                        <a:pt x="103660" y="101633"/>
                      </a:cubicBezTo>
                      <a:cubicBezTo>
                        <a:pt x="104517" y="112111"/>
                        <a:pt x="103850" y="122874"/>
                        <a:pt x="104898" y="133638"/>
                      </a:cubicBezTo>
                      <a:cubicBezTo>
                        <a:pt x="107089" y="155355"/>
                        <a:pt x="115185" y="175357"/>
                        <a:pt x="120995" y="195836"/>
                      </a:cubicBezTo>
                      <a:cubicBezTo>
                        <a:pt x="127282" y="216219"/>
                        <a:pt x="133854" y="236698"/>
                        <a:pt x="144236" y="255462"/>
                      </a:cubicBezTo>
                      <a:lnTo>
                        <a:pt x="144808" y="255557"/>
                      </a:ln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82" name="Forme libre : forme 9281">
                  <a:extLst>
                    <a:ext uri="{FF2B5EF4-FFF2-40B4-BE49-F238E27FC236}">
                      <a16:creationId xmlns:a16="http://schemas.microsoft.com/office/drawing/2014/main" id="{790C0330-6ED5-4FCE-90C5-DA941E646308}"/>
                    </a:ext>
                  </a:extLst>
                </p:cNvPr>
                <p:cNvSpPr/>
                <p:nvPr/>
              </p:nvSpPr>
              <p:spPr>
                <a:xfrm>
                  <a:off x="531452" y="4267973"/>
                  <a:ext cx="285424" cy="413659"/>
                </a:xfrm>
                <a:custGeom>
                  <a:avLst/>
                  <a:gdLst>
                    <a:gd name="connsiteX0" fmla="*/ 232647 w 285424"/>
                    <a:gd name="connsiteY0" fmla="*/ 356224 h 413659"/>
                    <a:gd name="connsiteX1" fmla="*/ 248173 w 285424"/>
                    <a:gd name="connsiteY1" fmla="*/ 257545 h 413659"/>
                    <a:gd name="connsiteX2" fmla="*/ 237600 w 285424"/>
                    <a:gd name="connsiteY2" fmla="*/ 158199 h 413659"/>
                    <a:gd name="connsiteX3" fmla="*/ 186546 w 285424"/>
                    <a:gd name="connsiteY3" fmla="*/ 72665 h 413659"/>
                    <a:gd name="connsiteX4" fmla="*/ 142636 w 285424"/>
                    <a:gd name="connsiteY4" fmla="*/ 47995 h 413659"/>
                    <a:gd name="connsiteX5" fmla="*/ 92153 w 285424"/>
                    <a:gd name="connsiteY5" fmla="*/ 47233 h 413659"/>
                    <a:gd name="connsiteX6" fmla="*/ 70817 w 285424"/>
                    <a:gd name="connsiteY6" fmla="*/ 61806 h 413659"/>
                    <a:gd name="connsiteX7" fmla="*/ 60911 w 285424"/>
                    <a:gd name="connsiteY7" fmla="*/ 85619 h 413659"/>
                    <a:gd name="connsiteX8" fmla="*/ 58530 w 285424"/>
                    <a:gd name="connsiteY8" fmla="*/ 136006 h 413659"/>
                    <a:gd name="connsiteX9" fmla="*/ 83581 w 285424"/>
                    <a:gd name="connsiteY9" fmla="*/ 233065 h 413659"/>
                    <a:gd name="connsiteX10" fmla="*/ 231028 w 285424"/>
                    <a:gd name="connsiteY10" fmla="*/ 362987 h 413659"/>
                    <a:gd name="connsiteX11" fmla="*/ 232266 w 285424"/>
                    <a:gd name="connsiteY11" fmla="*/ 359367 h 413659"/>
                    <a:gd name="connsiteX12" fmla="*/ 55101 w 285424"/>
                    <a:gd name="connsiteY12" fmla="*/ 221255 h 413659"/>
                    <a:gd name="connsiteX13" fmla="*/ 32146 w 285424"/>
                    <a:gd name="connsiteY13" fmla="*/ 168677 h 413659"/>
                    <a:gd name="connsiteX14" fmla="*/ 25478 w 285424"/>
                    <a:gd name="connsiteY14" fmla="*/ 112003 h 413659"/>
                    <a:gd name="connsiteX15" fmla="*/ 45195 w 285424"/>
                    <a:gd name="connsiteY15" fmla="*/ 59139 h 413659"/>
                    <a:gd name="connsiteX16" fmla="*/ 92058 w 285424"/>
                    <a:gd name="connsiteY16" fmla="*/ 29326 h 413659"/>
                    <a:gd name="connsiteX17" fmla="*/ 148160 w 285424"/>
                    <a:gd name="connsiteY17" fmla="*/ 34946 h 413659"/>
                    <a:gd name="connsiteX18" fmla="*/ 196357 w 285424"/>
                    <a:gd name="connsiteY18" fmla="*/ 64759 h 413659"/>
                    <a:gd name="connsiteX19" fmla="*/ 227885 w 285424"/>
                    <a:gd name="connsiteY19" fmla="*/ 111812 h 413659"/>
                    <a:gd name="connsiteX20" fmla="*/ 246458 w 285424"/>
                    <a:gd name="connsiteY20" fmla="*/ 166295 h 413659"/>
                    <a:gd name="connsiteX21" fmla="*/ 267794 w 285424"/>
                    <a:gd name="connsiteY21" fmla="*/ 278690 h 413659"/>
                    <a:gd name="connsiteX22" fmla="*/ 240934 w 285424"/>
                    <a:gd name="connsiteY22" fmla="*/ 388228 h 413659"/>
                    <a:gd name="connsiteX23" fmla="*/ 244172 w 285424"/>
                    <a:gd name="connsiteY23" fmla="*/ 387085 h 413659"/>
                    <a:gd name="connsiteX24" fmla="*/ 180641 w 285424"/>
                    <a:gd name="connsiteY24" fmla="*/ 364130 h 413659"/>
                    <a:gd name="connsiteX25" fmla="*/ 120157 w 285424"/>
                    <a:gd name="connsiteY25" fmla="*/ 334888 h 413659"/>
                    <a:gd name="connsiteX26" fmla="*/ 69484 w 285424"/>
                    <a:gd name="connsiteY26" fmla="*/ 292121 h 413659"/>
                    <a:gd name="connsiteX27" fmla="*/ 37004 w 285424"/>
                    <a:gd name="connsiteY27" fmla="*/ 234018 h 413659"/>
                    <a:gd name="connsiteX28" fmla="*/ 15763 w 285424"/>
                    <a:gd name="connsiteY28" fmla="*/ 170105 h 413659"/>
                    <a:gd name="connsiteX29" fmla="*/ 5666 w 285424"/>
                    <a:gd name="connsiteY29" fmla="*/ 104383 h 413659"/>
                    <a:gd name="connsiteX30" fmla="*/ 25288 w 285424"/>
                    <a:gd name="connsiteY30" fmla="*/ 42565 h 413659"/>
                    <a:gd name="connsiteX31" fmla="*/ 79961 w 285424"/>
                    <a:gd name="connsiteY31" fmla="*/ 8656 h 413659"/>
                    <a:gd name="connsiteX32" fmla="*/ 145684 w 285424"/>
                    <a:gd name="connsiteY32" fmla="*/ 10371 h 413659"/>
                    <a:gd name="connsiteX33" fmla="*/ 177402 w 285424"/>
                    <a:gd name="connsiteY33" fmla="*/ 20753 h 413659"/>
                    <a:gd name="connsiteX34" fmla="*/ 207120 w 285424"/>
                    <a:gd name="connsiteY34" fmla="*/ 35898 h 413659"/>
                    <a:gd name="connsiteX35" fmla="*/ 231409 w 285424"/>
                    <a:gd name="connsiteY35" fmla="*/ 58091 h 413659"/>
                    <a:gd name="connsiteX36" fmla="*/ 246935 w 285424"/>
                    <a:gd name="connsiteY36" fmla="*/ 87428 h 413659"/>
                    <a:gd name="connsiteX37" fmla="*/ 270271 w 285424"/>
                    <a:gd name="connsiteY37" fmla="*/ 150674 h 413659"/>
                    <a:gd name="connsiteX38" fmla="*/ 280939 w 285424"/>
                    <a:gd name="connsiteY38" fmla="*/ 216873 h 413659"/>
                    <a:gd name="connsiteX39" fmla="*/ 282939 w 285424"/>
                    <a:gd name="connsiteY39" fmla="*/ 284405 h 413659"/>
                    <a:gd name="connsiteX40" fmla="*/ 277129 w 285424"/>
                    <a:gd name="connsiteY40" fmla="*/ 351461 h 413659"/>
                    <a:gd name="connsiteX41" fmla="*/ 251697 w 285424"/>
                    <a:gd name="connsiteY41" fmla="*/ 413374 h 413659"/>
                    <a:gd name="connsiteX42" fmla="*/ 252173 w 285424"/>
                    <a:gd name="connsiteY42" fmla="*/ 413660 h 413659"/>
                    <a:gd name="connsiteX43" fmla="*/ 278653 w 285424"/>
                    <a:gd name="connsiteY43" fmla="*/ 351652 h 413659"/>
                    <a:gd name="connsiteX44" fmla="*/ 285416 w 285424"/>
                    <a:gd name="connsiteY44" fmla="*/ 284310 h 413659"/>
                    <a:gd name="connsiteX45" fmla="*/ 283987 w 285424"/>
                    <a:gd name="connsiteY45" fmla="*/ 216587 h 413659"/>
                    <a:gd name="connsiteX46" fmla="*/ 273700 w 285424"/>
                    <a:gd name="connsiteY46" fmla="*/ 149531 h 413659"/>
                    <a:gd name="connsiteX47" fmla="*/ 250745 w 285424"/>
                    <a:gd name="connsiteY47" fmla="*/ 85714 h 413659"/>
                    <a:gd name="connsiteX48" fmla="*/ 234933 w 285424"/>
                    <a:gd name="connsiteY48" fmla="*/ 55329 h 413659"/>
                    <a:gd name="connsiteX49" fmla="*/ 209692 w 285424"/>
                    <a:gd name="connsiteY49" fmla="*/ 31898 h 413659"/>
                    <a:gd name="connsiteX50" fmla="*/ 179307 w 285424"/>
                    <a:gd name="connsiteY50" fmla="*/ 16181 h 413659"/>
                    <a:gd name="connsiteX51" fmla="*/ 146922 w 285424"/>
                    <a:gd name="connsiteY51" fmla="*/ 5323 h 413659"/>
                    <a:gd name="connsiteX52" fmla="*/ 78723 w 285424"/>
                    <a:gd name="connsiteY52" fmla="*/ 3037 h 413659"/>
                    <a:gd name="connsiteX53" fmla="*/ 20716 w 285424"/>
                    <a:gd name="connsiteY53" fmla="*/ 38946 h 413659"/>
                    <a:gd name="connsiteX54" fmla="*/ 47 w 285424"/>
                    <a:gd name="connsiteY54" fmla="*/ 104002 h 413659"/>
                    <a:gd name="connsiteX55" fmla="*/ 10334 w 285424"/>
                    <a:gd name="connsiteY55" fmla="*/ 171439 h 413659"/>
                    <a:gd name="connsiteX56" fmla="*/ 31860 w 285424"/>
                    <a:gd name="connsiteY56" fmla="*/ 235828 h 413659"/>
                    <a:gd name="connsiteX57" fmla="*/ 65198 w 285424"/>
                    <a:gd name="connsiteY57" fmla="*/ 295359 h 413659"/>
                    <a:gd name="connsiteX58" fmla="*/ 117395 w 285424"/>
                    <a:gd name="connsiteY58" fmla="*/ 339365 h 413659"/>
                    <a:gd name="connsiteX59" fmla="*/ 178640 w 285424"/>
                    <a:gd name="connsiteY59" fmla="*/ 368892 h 413659"/>
                    <a:gd name="connsiteX60" fmla="*/ 242267 w 285424"/>
                    <a:gd name="connsiteY60" fmla="*/ 391752 h 413659"/>
                    <a:gd name="connsiteX61" fmla="*/ 244458 w 285424"/>
                    <a:gd name="connsiteY61" fmla="*/ 392609 h 413659"/>
                    <a:gd name="connsiteX62" fmla="*/ 245601 w 285424"/>
                    <a:gd name="connsiteY62" fmla="*/ 390609 h 413659"/>
                    <a:gd name="connsiteX63" fmla="*/ 272557 w 285424"/>
                    <a:gd name="connsiteY63" fmla="*/ 278405 h 413659"/>
                    <a:gd name="connsiteX64" fmla="*/ 250173 w 285424"/>
                    <a:gd name="connsiteY64" fmla="*/ 164867 h 413659"/>
                    <a:gd name="connsiteX65" fmla="*/ 231123 w 285424"/>
                    <a:gd name="connsiteY65" fmla="*/ 110193 h 413659"/>
                    <a:gd name="connsiteX66" fmla="*/ 198548 w 285424"/>
                    <a:gd name="connsiteY66" fmla="*/ 62282 h 413659"/>
                    <a:gd name="connsiteX67" fmla="*/ 149113 w 285424"/>
                    <a:gd name="connsiteY67" fmla="*/ 32088 h 413659"/>
                    <a:gd name="connsiteX68" fmla="*/ 91582 w 285424"/>
                    <a:gd name="connsiteY68" fmla="*/ 26564 h 413659"/>
                    <a:gd name="connsiteX69" fmla="*/ 43481 w 285424"/>
                    <a:gd name="connsiteY69" fmla="*/ 57520 h 413659"/>
                    <a:gd name="connsiteX70" fmla="*/ 23669 w 285424"/>
                    <a:gd name="connsiteY70" fmla="*/ 111527 h 413659"/>
                    <a:gd name="connsiteX71" fmla="*/ 53101 w 285424"/>
                    <a:gd name="connsiteY71" fmla="*/ 222017 h 413659"/>
                    <a:gd name="connsiteX72" fmla="*/ 231123 w 285424"/>
                    <a:gd name="connsiteY72" fmla="*/ 362606 h 413659"/>
                    <a:gd name="connsiteX73" fmla="*/ 232361 w 285424"/>
                    <a:gd name="connsiteY73" fmla="*/ 358986 h 413659"/>
                    <a:gd name="connsiteX74" fmla="*/ 88153 w 285424"/>
                    <a:gd name="connsiteY74" fmla="*/ 230494 h 413659"/>
                    <a:gd name="connsiteX75" fmla="*/ 63388 w 285424"/>
                    <a:gd name="connsiteY75" fmla="*/ 135244 h 413659"/>
                    <a:gd name="connsiteX76" fmla="*/ 65388 w 285424"/>
                    <a:gd name="connsiteY76" fmla="*/ 85999 h 413659"/>
                    <a:gd name="connsiteX77" fmla="*/ 74246 w 285424"/>
                    <a:gd name="connsiteY77" fmla="*/ 63997 h 413659"/>
                    <a:gd name="connsiteX78" fmla="*/ 93487 w 285424"/>
                    <a:gd name="connsiteY78" fmla="*/ 50757 h 413659"/>
                    <a:gd name="connsiteX79" fmla="*/ 141398 w 285424"/>
                    <a:gd name="connsiteY79" fmla="*/ 51233 h 413659"/>
                    <a:gd name="connsiteX80" fmla="*/ 184070 w 285424"/>
                    <a:gd name="connsiteY80" fmla="*/ 74855 h 413659"/>
                    <a:gd name="connsiteX81" fmla="*/ 234552 w 285424"/>
                    <a:gd name="connsiteY81" fmla="*/ 158485 h 413659"/>
                    <a:gd name="connsiteX82" fmla="*/ 245982 w 285424"/>
                    <a:gd name="connsiteY82" fmla="*/ 256878 h 413659"/>
                    <a:gd name="connsiteX83" fmla="*/ 231885 w 285424"/>
                    <a:gd name="connsiteY83" fmla="*/ 355557 h 413659"/>
                    <a:gd name="connsiteX84" fmla="*/ 232647 w 285424"/>
                    <a:gd name="connsiteY84" fmla="*/ 356224 h 413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285424" h="413659">
                      <a:moveTo>
                        <a:pt x="232647" y="356224"/>
                      </a:moveTo>
                      <a:cubicBezTo>
                        <a:pt x="240934" y="323934"/>
                        <a:pt x="246554" y="290882"/>
                        <a:pt x="248173" y="257545"/>
                      </a:cubicBezTo>
                      <a:cubicBezTo>
                        <a:pt x="249792" y="224207"/>
                        <a:pt x="247220" y="190394"/>
                        <a:pt x="237600" y="158199"/>
                      </a:cubicBezTo>
                      <a:cubicBezTo>
                        <a:pt x="228170" y="126195"/>
                        <a:pt x="212073" y="95144"/>
                        <a:pt x="186546" y="72665"/>
                      </a:cubicBezTo>
                      <a:cubicBezTo>
                        <a:pt x="173783" y="61520"/>
                        <a:pt x="158828" y="52853"/>
                        <a:pt x="142636" y="47995"/>
                      </a:cubicBezTo>
                      <a:cubicBezTo>
                        <a:pt x="126443" y="43232"/>
                        <a:pt x="108727" y="41804"/>
                        <a:pt x="92153" y="47233"/>
                      </a:cubicBezTo>
                      <a:cubicBezTo>
                        <a:pt x="83962" y="49995"/>
                        <a:pt x="76247" y="54757"/>
                        <a:pt x="70817" y="61806"/>
                      </a:cubicBezTo>
                      <a:cubicBezTo>
                        <a:pt x="65293" y="68759"/>
                        <a:pt x="62531" y="77332"/>
                        <a:pt x="60911" y="85619"/>
                      </a:cubicBezTo>
                      <a:cubicBezTo>
                        <a:pt x="58054" y="102382"/>
                        <a:pt x="57768" y="119147"/>
                        <a:pt x="58530" y="136006"/>
                      </a:cubicBezTo>
                      <a:cubicBezTo>
                        <a:pt x="60340" y="169629"/>
                        <a:pt x="68912" y="202776"/>
                        <a:pt x="83581" y="233065"/>
                      </a:cubicBezTo>
                      <a:cubicBezTo>
                        <a:pt x="112918" y="293835"/>
                        <a:pt x="167401" y="341365"/>
                        <a:pt x="231028" y="362987"/>
                      </a:cubicBezTo>
                      <a:lnTo>
                        <a:pt x="232266" y="359367"/>
                      </a:lnTo>
                      <a:cubicBezTo>
                        <a:pt x="159686" y="336031"/>
                        <a:pt x="93582" y="287930"/>
                        <a:pt x="55101" y="221255"/>
                      </a:cubicBezTo>
                      <a:cubicBezTo>
                        <a:pt x="45671" y="204586"/>
                        <a:pt x="37575" y="187060"/>
                        <a:pt x="32146" y="168677"/>
                      </a:cubicBezTo>
                      <a:cubicBezTo>
                        <a:pt x="26717" y="150389"/>
                        <a:pt x="23669" y="131053"/>
                        <a:pt x="25478" y="112003"/>
                      </a:cubicBezTo>
                      <a:cubicBezTo>
                        <a:pt x="27002" y="92953"/>
                        <a:pt x="33765" y="74379"/>
                        <a:pt x="45195" y="59139"/>
                      </a:cubicBezTo>
                      <a:cubicBezTo>
                        <a:pt x="56625" y="43899"/>
                        <a:pt x="73294" y="32564"/>
                        <a:pt x="92058" y="29326"/>
                      </a:cubicBezTo>
                      <a:cubicBezTo>
                        <a:pt x="110727" y="25897"/>
                        <a:pt x="130253" y="28754"/>
                        <a:pt x="148160" y="34946"/>
                      </a:cubicBezTo>
                      <a:cubicBezTo>
                        <a:pt x="166067" y="41327"/>
                        <a:pt x="182641" y="51614"/>
                        <a:pt x="196357" y="64759"/>
                      </a:cubicBezTo>
                      <a:cubicBezTo>
                        <a:pt x="210263" y="77903"/>
                        <a:pt x="220836" y="94096"/>
                        <a:pt x="227885" y="111812"/>
                      </a:cubicBezTo>
                      <a:cubicBezTo>
                        <a:pt x="234743" y="129624"/>
                        <a:pt x="240648" y="148007"/>
                        <a:pt x="246458" y="166295"/>
                      </a:cubicBezTo>
                      <a:cubicBezTo>
                        <a:pt x="257793" y="202871"/>
                        <a:pt x="267032" y="240590"/>
                        <a:pt x="267794" y="278690"/>
                      </a:cubicBezTo>
                      <a:cubicBezTo>
                        <a:pt x="268271" y="316695"/>
                        <a:pt x="259698" y="355176"/>
                        <a:pt x="240934" y="388228"/>
                      </a:cubicBezTo>
                      <a:lnTo>
                        <a:pt x="244172" y="387085"/>
                      </a:lnTo>
                      <a:cubicBezTo>
                        <a:pt x="222836" y="378607"/>
                        <a:pt x="201024" y="373559"/>
                        <a:pt x="180641" y="364130"/>
                      </a:cubicBezTo>
                      <a:cubicBezTo>
                        <a:pt x="159876" y="355462"/>
                        <a:pt x="139302" y="346318"/>
                        <a:pt x="120157" y="334888"/>
                      </a:cubicBezTo>
                      <a:cubicBezTo>
                        <a:pt x="101012" y="323458"/>
                        <a:pt x="83295" y="309551"/>
                        <a:pt x="69484" y="292121"/>
                      </a:cubicBezTo>
                      <a:cubicBezTo>
                        <a:pt x="55577" y="274785"/>
                        <a:pt x="45290" y="254782"/>
                        <a:pt x="37004" y="234018"/>
                      </a:cubicBezTo>
                      <a:cubicBezTo>
                        <a:pt x="28812" y="213254"/>
                        <a:pt x="22049" y="191632"/>
                        <a:pt x="15763" y="170105"/>
                      </a:cubicBezTo>
                      <a:cubicBezTo>
                        <a:pt x="9667" y="148579"/>
                        <a:pt x="5095" y="126481"/>
                        <a:pt x="5666" y="104383"/>
                      </a:cubicBezTo>
                      <a:cubicBezTo>
                        <a:pt x="6238" y="82380"/>
                        <a:pt x="12143" y="60092"/>
                        <a:pt x="25288" y="42565"/>
                      </a:cubicBezTo>
                      <a:cubicBezTo>
                        <a:pt x="38337" y="25040"/>
                        <a:pt x="58625" y="13705"/>
                        <a:pt x="79961" y="8656"/>
                      </a:cubicBezTo>
                      <a:cubicBezTo>
                        <a:pt x="101393" y="3608"/>
                        <a:pt x="124157" y="5132"/>
                        <a:pt x="145684" y="10371"/>
                      </a:cubicBezTo>
                      <a:cubicBezTo>
                        <a:pt x="156542" y="13038"/>
                        <a:pt x="167115" y="16562"/>
                        <a:pt x="177402" y="20753"/>
                      </a:cubicBezTo>
                      <a:cubicBezTo>
                        <a:pt x="187784" y="24944"/>
                        <a:pt x="197786" y="29802"/>
                        <a:pt x="207120" y="35898"/>
                      </a:cubicBezTo>
                      <a:cubicBezTo>
                        <a:pt x="216359" y="41899"/>
                        <a:pt x="224837" y="49233"/>
                        <a:pt x="231409" y="58091"/>
                      </a:cubicBezTo>
                      <a:cubicBezTo>
                        <a:pt x="237981" y="66854"/>
                        <a:pt x="242648" y="77046"/>
                        <a:pt x="246935" y="87428"/>
                      </a:cubicBezTo>
                      <a:cubicBezTo>
                        <a:pt x="255317" y="108288"/>
                        <a:pt x="263984" y="129148"/>
                        <a:pt x="270271" y="150674"/>
                      </a:cubicBezTo>
                      <a:cubicBezTo>
                        <a:pt x="276843" y="172106"/>
                        <a:pt x="279796" y="194489"/>
                        <a:pt x="280939" y="216873"/>
                      </a:cubicBezTo>
                      <a:cubicBezTo>
                        <a:pt x="281987" y="239352"/>
                        <a:pt x="282844" y="261926"/>
                        <a:pt x="282939" y="284405"/>
                      </a:cubicBezTo>
                      <a:cubicBezTo>
                        <a:pt x="283034" y="306884"/>
                        <a:pt x="281796" y="329459"/>
                        <a:pt x="277129" y="351461"/>
                      </a:cubicBezTo>
                      <a:cubicBezTo>
                        <a:pt x="272557" y="373369"/>
                        <a:pt x="264556" y="394895"/>
                        <a:pt x="251697" y="413374"/>
                      </a:cubicBezTo>
                      <a:lnTo>
                        <a:pt x="252173" y="413660"/>
                      </a:lnTo>
                      <a:cubicBezTo>
                        <a:pt x="265318" y="395276"/>
                        <a:pt x="273700" y="373750"/>
                        <a:pt x="278653" y="351652"/>
                      </a:cubicBezTo>
                      <a:cubicBezTo>
                        <a:pt x="283606" y="329554"/>
                        <a:pt x="285225" y="306884"/>
                        <a:pt x="285416" y="284310"/>
                      </a:cubicBezTo>
                      <a:cubicBezTo>
                        <a:pt x="285511" y="261736"/>
                        <a:pt x="284844" y="239162"/>
                        <a:pt x="283987" y="216587"/>
                      </a:cubicBezTo>
                      <a:cubicBezTo>
                        <a:pt x="283034" y="194013"/>
                        <a:pt x="280082" y="171344"/>
                        <a:pt x="273700" y="149531"/>
                      </a:cubicBezTo>
                      <a:cubicBezTo>
                        <a:pt x="267509" y="127719"/>
                        <a:pt x="259031" y="106764"/>
                        <a:pt x="250745" y="85714"/>
                      </a:cubicBezTo>
                      <a:cubicBezTo>
                        <a:pt x="246554" y="75236"/>
                        <a:pt x="241791" y="64664"/>
                        <a:pt x="234933" y="55329"/>
                      </a:cubicBezTo>
                      <a:cubicBezTo>
                        <a:pt x="228075" y="45995"/>
                        <a:pt x="219217" y="38279"/>
                        <a:pt x="209692" y="31898"/>
                      </a:cubicBezTo>
                      <a:cubicBezTo>
                        <a:pt x="200167" y="25516"/>
                        <a:pt x="189785" y="20468"/>
                        <a:pt x="179307" y="16181"/>
                      </a:cubicBezTo>
                      <a:cubicBezTo>
                        <a:pt x="168830" y="11895"/>
                        <a:pt x="157971" y="8085"/>
                        <a:pt x="146922" y="5323"/>
                      </a:cubicBezTo>
                      <a:cubicBezTo>
                        <a:pt x="124824" y="-297"/>
                        <a:pt x="101297" y="-2107"/>
                        <a:pt x="78723" y="3037"/>
                      </a:cubicBezTo>
                      <a:cubicBezTo>
                        <a:pt x="56244" y="7990"/>
                        <a:pt x="34813" y="20182"/>
                        <a:pt x="20716" y="38946"/>
                      </a:cubicBezTo>
                      <a:cubicBezTo>
                        <a:pt x="6714" y="57806"/>
                        <a:pt x="618" y="81142"/>
                        <a:pt x="47" y="104002"/>
                      </a:cubicBezTo>
                      <a:cubicBezTo>
                        <a:pt x="-525" y="127052"/>
                        <a:pt x="4238" y="149627"/>
                        <a:pt x="10334" y="171439"/>
                      </a:cubicBezTo>
                      <a:cubicBezTo>
                        <a:pt x="16715" y="193156"/>
                        <a:pt x="23478" y="214682"/>
                        <a:pt x="31860" y="235828"/>
                      </a:cubicBezTo>
                      <a:cubicBezTo>
                        <a:pt x="40337" y="256878"/>
                        <a:pt x="50815" y="277452"/>
                        <a:pt x="65198" y="295359"/>
                      </a:cubicBezTo>
                      <a:cubicBezTo>
                        <a:pt x="79485" y="313361"/>
                        <a:pt x="97868" y="327744"/>
                        <a:pt x="117395" y="339365"/>
                      </a:cubicBezTo>
                      <a:cubicBezTo>
                        <a:pt x="137016" y="350985"/>
                        <a:pt x="157781" y="360224"/>
                        <a:pt x="178640" y="368892"/>
                      </a:cubicBezTo>
                      <a:cubicBezTo>
                        <a:pt x="199310" y="378417"/>
                        <a:pt x="221693" y="383561"/>
                        <a:pt x="242267" y="391752"/>
                      </a:cubicBezTo>
                      <a:lnTo>
                        <a:pt x="244458" y="392609"/>
                      </a:lnTo>
                      <a:lnTo>
                        <a:pt x="245601" y="390609"/>
                      </a:lnTo>
                      <a:cubicBezTo>
                        <a:pt x="265032" y="356605"/>
                        <a:pt x="273319" y="317171"/>
                        <a:pt x="272557" y="278405"/>
                      </a:cubicBezTo>
                      <a:cubicBezTo>
                        <a:pt x="271509" y="239447"/>
                        <a:pt x="261794" y="201633"/>
                        <a:pt x="250173" y="164867"/>
                      </a:cubicBezTo>
                      <a:cubicBezTo>
                        <a:pt x="244172" y="146483"/>
                        <a:pt x="238267" y="128290"/>
                        <a:pt x="231123" y="110193"/>
                      </a:cubicBezTo>
                      <a:cubicBezTo>
                        <a:pt x="223884" y="92191"/>
                        <a:pt x="212835" y="75522"/>
                        <a:pt x="198548" y="62282"/>
                      </a:cubicBezTo>
                      <a:cubicBezTo>
                        <a:pt x="184451" y="48947"/>
                        <a:pt x="167496" y="38470"/>
                        <a:pt x="149113" y="32088"/>
                      </a:cubicBezTo>
                      <a:cubicBezTo>
                        <a:pt x="130825" y="25802"/>
                        <a:pt x="110918" y="22944"/>
                        <a:pt x="91582" y="26564"/>
                      </a:cubicBezTo>
                      <a:cubicBezTo>
                        <a:pt x="72246" y="29993"/>
                        <a:pt x="55006" y="41899"/>
                        <a:pt x="43481" y="57520"/>
                      </a:cubicBezTo>
                      <a:cubicBezTo>
                        <a:pt x="31860" y="73141"/>
                        <a:pt x="25002" y="92191"/>
                        <a:pt x="23669" y="111527"/>
                      </a:cubicBezTo>
                      <a:cubicBezTo>
                        <a:pt x="20716" y="150579"/>
                        <a:pt x="34432" y="188584"/>
                        <a:pt x="53101" y="222017"/>
                      </a:cubicBezTo>
                      <a:cubicBezTo>
                        <a:pt x="91487" y="289549"/>
                        <a:pt x="157781" y="338603"/>
                        <a:pt x="231123" y="362606"/>
                      </a:cubicBezTo>
                      <a:lnTo>
                        <a:pt x="232361" y="358986"/>
                      </a:lnTo>
                      <a:cubicBezTo>
                        <a:pt x="169877" y="337269"/>
                        <a:pt x="116537" y="290215"/>
                        <a:pt x="88153" y="230494"/>
                      </a:cubicBezTo>
                      <a:cubicBezTo>
                        <a:pt x="74151" y="200681"/>
                        <a:pt x="65293" y="168296"/>
                        <a:pt x="63388" y="135244"/>
                      </a:cubicBezTo>
                      <a:cubicBezTo>
                        <a:pt x="62435" y="118861"/>
                        <a:pt x="62721" y="102097"/>
                        <a:pt x="65388" y="85999"/>
                      </a:cubicBezTo>
                      <a:cubicBezTo>
                        <a:pt x="66912" y="78094"/>
                        <a:pt x="69389" y="70283"/>
                        <a:pt x="74246" y="63997"/>
                      </a:cubicBezTo>
                      <a:cubicBezTo>
                        <a:pt x="79009" y="57710"/>
                        <a:pt x="85962" y="53329"/>
                        <a:pt x="93487" y="50757"/>
                      </a:cubicBezTo>
                      <a:cubicBezTo>
                        <a:pt x="108727" y="45614"/>
                        <a:pt x="125872" y="46756"/>
                        <a:pt x="141398" y="51233"/>
                      </a:cubicBezTo>
                      <a:cubicBezTo>
                        <a:pt x="157114" y="55805"/>
                        <a:pt x="171687" y="64187"/>
                        <a:pt x="184070" y="74855"/>
                      </a:cubicBezTo>
                      <a:cubicBezTo>
                        <a:pt x="209025" y="96572"/>
                        <a:pt x="225027" y="126957"/>
                        <a:pt x="234552" y="158485"/>
                      </a:cubicBezTo>
                      <a:cubicBezTo>
                        <a:pt x="244172" y="190203"/>
                        <a:pt x="247030" y="223731"/>
                        <a:pt x="245982" y="256878"/>
                      </a:cubicBezTo>
                      <a:cubicBezTo>
                        <a:pt x="244839" y="290120"/>
                        <a:pt x="239696" y="323172"/>
                        <a:pt x="231885" y="355557"/>
                      </a:cubicBezTo>
                      <a:lnTo>
                        <a:pt x="232647" y="356224"/>
                      </a:ln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83" name="Forme libre : forme 9282">
                  <a:extLst>
                    <a:ext uri="{FF2B5EF4-FFF2-40B4-BE49-F238E27FC236}">
                      <a16:creationId xmlns:a16="http://schemas.microsoft.com/office/drawing/2014/main" id="{B21ACF2F-6624-46A9-9DDE-88E314AA5D26}"/>
                    </a:ext>
                  </a:extLst>
                </p:cNvPr>
                <p:cNvSpPr/>
                <p:nvPr/>
              </p:nvSpPr>
              <p:spPr>
                <a:xfrm>
                  <a:off x="509325" y="4247305"/>
                  <a:ext cx="350028" cy="449472"/>
                </a:xfrm>
                <a:custGeom>
                  <a:avLst/>
                  <a:gdLst>
                    <a:gd name="connsiteX0" fmla="*/ 269538 w 350028"/>
                    <a:gd name="connsiteY0" fmla="*/ 435661 h 449472"/>
                    <a:gd name="connsiteX1" fmla="*/ 128663 w 350028"/>
                    <a:gd name="connsiteY1" fmla="*/ 374320 h 449472"/>
                    <a:gd name="connsiteX2" fmla="*/ 95516 w 350028"/>
                    <a:gd name="connsiteY2" fmla="*/ 354794 h 449472"/>
                    <a:gd name="connsiteX3" fmla="*/ 64846 w 350028"/>
                    <a:gd name="connsiteY3" fmla="*/ 332505 h 449472"/>
                    <a:gd name="connsiteX4" fmla="*/ 25984 w 350028"/>
                    <a:gd name="connsiteY4" fmla="*/ 268687 h 449472"/>
                    <a:gd name="connsiteX5" fmla="*/ 5505 w 350028"/>
                    <a:gd name="connsiteY5" fmla="*/ 194869 h 449472"/>
                    <a:gd name="connsiteX6" fmla="*/ 11601 w 350028"/>
                    <a:gd name="connsiteY6" fmla="*/ 119240 h 449472"/>
                    <a:gd name="connsiteX7" fmla="*/ 24269 w 350028"/>
                    <a:gd name="connsiteY7" fmla="*/ 82950 h 449472"/>
                    <a:gd name="connsiteX8" fmla="*/ 41319 w 350028"/>
                    <a:gd name="connsiteY8" fmla="*/ 48660 h 449472"/>
                    <a:gd name="connsiteX9" fmla="*/ 66846 w 350028"/>
                    <a:gd name="connsiteY9" fmla="*/ 20752 h 449472"/>
                    <a:gd name="connsiteX10" fmla="*/ 101708 w 350028"/>
                    <a:gd name="connsiteY10" fmla="*/ 7036 h 449472"/>
                    <a:gd name="connsiteX11" fmla="*/ 246869 w 350028"/>
                    <a:gd name="connsiteY11" fmla="*/ 40087 h 449472"/>
                    <a:gd name="connsiteX12" fmla="*/ 333832 w 350028"/>
                    <a:gd name="connsiteY12" fmla="*/ 160388 h 449472"/>
                    <a:gd name="connsiteX13" fmla="*/ 342690 w 350028"/>
                    <a:gd name="connsiteY13" fmla="*/ 235921 h 449472"/>
                    <a:gd name="connsiteX14" fmla="*/ 339071 w 350028"/>
                    <a:gd name="connsiteY14" fmla="*/ 312503 h 449472"/>
                    <a:gd name="connsiteX15" fmla="*/ 318878 w 350028"/>
                    <a:gd name="connsiteY15" fmla="*/ 386131 h 449472"/>
                    <a:gd name="connsiteX16" fmla="*/ 275539 w 350028"/>
                    <a:gd name="connsiteY16" fmla="*/ 448901 h 449472"/>
                    <a:gd name="connsiteX17" fmla="*/ 276015 w 350028"/>
                    <a:gd name="connsiteY17" fmla="*/ 449472 h 449472"/>
                    <a:gd name="connsiteX18" fmla="*/ 322307 w 350028"/>
                    <a:gd name="connsiteY18" fmla="*/ 387750 h 449472"/>
                    <a:gd name="connsiteX19" fmla="*/ 344595 w 350028"/>
                    <a:gd name="connsiteY19" fmla="*/ 313360 h 449472"/>
                    <a:gd name="connsiteX20" fmla="*/ 350024 w 350028"/>
                    <a:gd name="connsiteY20" fmla="*/ 235921 h 449472"/>
                    <a:gd name="connsiteX21" fmla="*/ 341452 w 350028"/>
                    <a:gd name="connsiteY21" fmla="*/ 158388 h 449472"/>
                    <a:gd name="connsiteX22" fmla="*/ 250774 w 350028"/>
                    <a:gd name="connsiteY22" fmla="*/ 34087 h 449472"/>
                    <a:gd name="connsiteX23" fmla="*/ 100850 w 350028"/>
                    <a:gd name="connsiteY23" fmla="*/ 2940 h 449472"/>
                    <a:gd name="connsiteX24" fmla="*/ 64846 w 350028"/>
                    <a:gd name="connsiteY24" fmla="*/ 18180 h 449472"/>
                    <a:gd name="connsiteX25" fmla="*/ 38938 w 350028"/>
                    <a:gd name="connsiteY25" fmla="*/ 47327 h 449472"/>
                    <a:gd name="connsiteX26" fmla="*/ 21888 w 350028"/>
                    <a:gd name="connsiteY26" fmla="*/ 82188 h 449472"/>
                    <a:gd name="connsiteX27" fmla="*/ 8934 w 350028"/>
                    <a:gd name="connsiteY27" fmla="*/ 118669 h 449472"/>
                    <a:gd name="connsiteX28" fmla="*/ 1219 w 350028"/>
                    <a:gd name="connsiteY28" fmla="*/ 195631 h 449472"/>
                    <a:gd name="connsiteX29" fmla="*/ 8934 w 350028"/>
                    <a:gd name="connsiteY29" fmla="*/ 233731 h 449472"/>
                    <a:gd name="connsiteX30" fmla="*/ 19888 w 350028"/>
                    <a:gd name="connsiteY30" fmla="*/ 270973 h 449472"/>
                    <a:gd name="connsiteX31" fmla="*/ 60179 w 350028"/>
                    <a:gd name="connsiteY31" fmla="*/ 337744 h 449472"/>
                    <a:gd name="connsiteX32" fmla="*/ 92087 w 350028"/>
                    <a:gd name="connsiteY32" fmla="*/ 360413 h 449472"/>
                    <a:gd name="connsiteX33" fmla="*/ 125711 w 350028"/>
                    <a:gd name="connsiteY33" fmla="*/ 379749 h 449472"/>
                    <a:gd name="connsiteX34" fmla="*/ 269348 w 350028"/>
                    <a:gd name="connsiteY34" fmla="*/ 436613 h 449472"/>
                    <a:gd name="connsiteX35" fmla="*/ 269538 w 350028"/>
                    <a:gd name="connsiteY35" fmla="*/ 435661 h 449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50028" h="449472">
                      <a:moveTo>
                        <a:pt x="269538" y="435661"/>
                      </a:moveTo>
                      <a:cubicBezTo>
                        <a:pt x="220008" y="421469"/>
                        <a:pt x="173240" y="399656"/>
                        <a:pt x="128663" y="374320"/>
                      </a:cubicBezTo>
                      <a:cubicBezTo>
                        <a:pt x="117519" y="368033"/>
                        <a:pt x="106470" y="361461"/>
                        <a:pt x="95516" y="354794"/>
                      </a:cubicBezTo>
                      <a:cubicBezTo>
                        <a:pt x="84658" y="348031"/>
                        <a:pt x="74085" y="340982"/>
                        <a:pt x="64846" y="332505"/>
                      </a:cubicBezTo>
                      <a:cubicBezTo>
                        <a:pt x="46177" y="315741"/>
                        <a:pt x="34366" y="292691"/>
                        <a:pt x="25984" y="268687"/>
                      </a:cubicBezTo>
                      <a:cubicBezTo>
                        <a:pt x="17792" y="244589"/>
                        <a:pt x="9601" y="219919"/>
                        <a:pt x="5505" y="194869"/>
                      </a:cubicBezTo>
                      <a:cubicBezTo>
                        <a:pt x="1409" y="169723"/>
                        <a:pt x="4457" y="143815"/>
                        <a:pt x="11601" y="119240"/>
                      </a:cubicBezTo>
                      <a:cubicBezTo>
                        <a:pt x="15125" y="106953"/>
                        <a:pt x="19316" y="94761"/>
                        <a:pt x="24269" y="82950"/>
                      </a:cubicBezTo>
                      <a:cubicBezTo>
                        <a:pt x="29127" y="71044"/>
                        <a:pt x="34556" y="59423"/>
                        <a:pt x="41319" y="48660"/>
                      </a:cubicBezTo>
                      <a:cubicBezTo>
                        <a:pt x="48082" y="37897"/>
                        <a:pt x="56464" y="27991"/>
                        <a:pt x="66846" y="20752"/>
                      </a:cubicBezTo>
                      <a:cubicBezTo>
                        <a:pt x="77133" y="13513"/>
                        <a:pt x="89325" y="9227"/>
                        <a:pt x="101708" y="7036"/>
                      </a:cubicBezTo>
                      <a:cubicBezTo>
                        <a:pt x="152000" y="-680"/>
                        <a:pt x="204673" y="12465"/>
                        <a:pt x="246869" y="40087"/>
                      </a:cubicBezTo>
                      <a:cubicBezTo>
                        <a:pt x="289255" y="67901"/>
                        <a:pt x="320211" y="111811"/>
                        <a:pt x="333832" y="160388"/>
                      </a:cubicBezTo>
                      <a:cubicBezTo>
                        <a:pt x="340785" y="184677"/>
                        <a:pt x="342119" y="210299"/>
                        <a:pt x="342690" y="235921"/>
                      </a:cubicBezTo>
                      <a:cubicBezTo>
                        <a:pt x="343166" y="261544"/>
                        <a:pt x="342595" y="287166"/>
                        <a:pt x="339071" y="312503"/>
                      </a:cubicBezTo>
                      <a:cubicBezTo>
                        <a:pt x="335642" y="337839"/>
                        <a:pt x="329355" y="362794"/>
                        <a:pt x="318878" y="386131"/>
                      </a:cubicBezTo>
                      <a:cubicBezTo>
                        <a:pt x="308495" y="409372"/>
                        <a:pt x="294303" y="431279"/>
                        <a:pt x="275539" y="448901"/>
                      </a:cubicBezTo>
                      <a:lnTo>
                        <a:pt x="276015" y="449472"/>
                      </a:lnTo>
                      <a:cubicBezTo>
                        <a:pt x="295541" y="432613"/>
                        <a:pt x="311258" y="411277"/>
                        <a:pt x="322307" y="387750"/>
                      </a:cubicBezTo>
                      <a:cubicBezTo>
                        <a:pt x="333546" y="364319"/>
                        <a:pt x="340499" y="338982"/>
                        <a:pt x="344595" y="313360"/>
                      </a:cubicBezTo>
                      <a:cubicBezTo>
                        <a:pt x="348691" y="287737"/>
                        <a:pt x="349929" y="261734"/>
                        <a:pt x="350024" y="235921"/>
                      </a:cubicBezTo>
                      <a:cubicBezTo>
                        <a:pt x="350120" y="210109"/>
                        <a:pt x="348500" y="183820"/>
                        <a:pt x="341452" y="158388"/>
                      </a:cubicBezTo>
                      <a:cubicBezTo>
                        <a:pt x="327831" y="107715"/>
                        <a:pt x="294970" y="62376"/>
                        <a:pt x="250774" y="34087"/>
                      </a:cubicBezTo>
                      <a:cubicBezTo>
                        <a:pt x="206673" y="5797"/>
                        <a:pt x="152285" y="-6014"/>
                        <a:pt x="100850" y="2940"/>
                      </a:cubicBezTo>
                      <a:cubicBezTo>
                        <a:pt x="88087" y="5512"/>
                        <a:pt x="75419" y="10274"/>
                        <a:pt x="64846" y="18180"/>
                      </a:cubicBezTo>
                      <a:cubicBezTo>
                        <a:pt x="54273" y="25991"/>
                        <a:pt x="45796" y="36277"/>
                        <a:pt x="38938" y="47327"/>
                      </a:cubicBezTo>
                      <a:cubicBezTo>
                        <a:pt x="32080" y="58376"/>
                        <a:pt x="26746" y="70186"/>
                        <a:pt x="21888" y="82188"/>
                      </a:cubicBezTo>
                      <a:cubicBezTo>
                        <a:pt x="17126" y="94189"/>
                        <a:pt x="12554" y="106286"/>
                        <a:pt x="8934" y="118669"/>
                      </a:cubicBezTo>
                      <a:cubicBezTo>
                        <a:pt x="1695" y="143434"/>
                        <a:pt x="-2115" y="169723"/>
                        <a:pt x="1219" y="195631"/>
                      </a:cubicBezTo>
                      <a:cubicBezTo>
                        <a:pt x="2838" y="208585"/>
                        <a:pt x="5696" y="221253"/>
                        <a:pt x="8934" y="233731"/>
                      </a:cubicBezTo>
                      <a:cubicBezTo>
                        <a:pt x="12268" y="246209"/>
                        <a:pt x="15697" y="258686"/>
                        <a:pt x="19888" y="270973"/>
                      </a:cubicBezTo>
                      <a:cubicBezTo>
                        <a:pt x="28175" y="295358"/>
                        <a:pt x="39986" y="320122"/>
                        <a:pt x="60179" y="337744"/>
                      </a:cubicBezTo>
                      <a:cubicBezTo>
                        <a:pt x="70085" y="346507"/>
                        <a:pt x="81038" y="353746"/>
                        <a:pt x="92087" y="360413"/>
                      </a:cubicBezTo>
                      <a:cubicBezTo>
                        <a:pt x="103136" y="367081"/>
                        <a:pt x="114376" y="373558"/>
                        <a:pt x="125711" y="379749"/>
                      </a:cubicBezTo>
                      <a:cubicBezTo>
                        <a:pt x="170954" y="404514"/>
                        <a:pt x="219056" y="424897"/>
                        <a:pt x="269348" y="436613"/>
                      </a:cubicBezTo>
                      <a:lnTo>
                        <a:pt x="269538" y="435661"/>
                      </a:ln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84" name="Forme libre : forme 9283">
                  <a:extLst>
                    <a:ext uri="{FF2B5EF4-FFF2-40B4-BE49-F238E27FC236}">
                      <a16:creationId xmlns:a16="http://schemas.microsoft.com/office/drawing/2014/main" id="{FD907C3F-86AA-4C69-A433-5FE15636ADC0}"/>
                    </a:ext>
                  </a:extLst>
                </p:cNvPr>
                <p:cNvSpPr/>
                <p:nvPr/>
              </p:nvSpPr>
              <p:spPr>
                <a:xfrm>
                  <a:off x="659494" y="4389459"/>
                  <a:ext cx="131084" cy="332654"/>
                </a:xfrm>
                <a:custGeom>
                  <a:avLst/>
                  <a:gdLst>
                    <a:gd name="connsiteX0" fmla="*/ 18785 w 131084"/>
                    <a:gd name="connsiteY0" fmla="*/ 2042 h 332654"/>
                    <a:gd name="connsiteX1" fmla="*/ 29739 w 131084"/>
                    <a:gd name="connsiteY1" fmla="*/ 17854 h 332654"/>
                    <a:gd name="connsiteX2" fmla="*/ 32882 w 131084"/>
                    <a:gd name="connsiteY2" fmla="*/ 56525 h 332654"/>
                    <a:gd name="connsiteX3" fmla="*/ 38406 w 131084"/>
                    <a:gd name="connsiteY3" fmla="*/ 77004 h 332654"/>
                    <a:gd name="connsiteX4" fmla="*/ 69744 w 131084"/>
                    <a:gd name="connsiteY4" fmla="*/ 156919 h 332654"/>
                    <a:gd name="connsiteX5" fmla="*/ 87365 w 131084"/>
                    <a:gd name="connsiteY5" fmla="*/ 188827 h 332654"/>
                    <a:gd name="connsiteX6" fmla="*/ 131085 w 131084"/>
                    <a:gd name="connsiteY6" fmla="*/ 332655 h 332654"/>
                    <a:gd name="connsiteX7" fmla="*/ 29739 w 131084"/>
                    <a:gd name="connsiteY7" fmla="*/ 84243 h 332654"/>
                    <a:gd name="connsiteX8" fmla="*/ 19737 w 131084"/>
                    <a:gd name="connsiteY8" fmla="*/ 61573 h 332654"/>
                    <a:gd name="connsiteX9" fmla="*/ 3259 w 131084"/>
                    <a:gd name="connsiteY9" fmla="*/ 36904 h 332654"/>
                    <a:gd name="connsiteX10" fmla="*/ 18785 w 131084"/>
                    <a:gd name="connsiteY10" fmla="*/ 2042 h 332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1084" h="332654">
                      <a:moveTo>
                        <a:pt x="18785" y="2042"/>
                      </a:moveTo>
                      <a:cubicBezTo>
                        <a:pt x="24690" y="4995"/>
                        <a:pt x="28024" y="11472"/>
                        <a:pt x="29739" y="17854"/>
                      </a:cubicBezTo>
                      <a:cubicBezTo>
                        <a:pt x="32977" y="30427"/>
                        <a:pt x="30882" y="43666"/>
                        <a:pt x="32882" y="56525"/>
                      </a:cubicBezTo>
                      <a:cubicBezTo>
                        <a:pt x="33930" y="63574"/>
                        <a:pt x="36216" y="70241"/>
                        <a:pt x="38406" y="77004"/>
                      </a:cubicBezTo>
                      <a:cubicBezTo>
                        <a:pt x="47455" y="104150"/>
                        <a:pt x="56504" y="131487"/>
                        <a:pt x="69744" y="156919"/>
                      </a:cubicBezTo>
                      <a:cubicBezTo>
                        <a:pt x="75363" y="167682"/>
                        <a:pt x="81745" y="178064"/>
                        <a:pt x="87365" y="188827"/>
                      </a:cubicBezTo>
                      <a:cubicBezTo>
                        <a:pt x="110701" y="233404"/>
                        <a:pt x="120988" y="283411"/>
                        <a:pt x="131085" y="332655"/>
                      </a:cubicBezTo>
                      <a:cubicBezTo>
                        <a:pt x="115749" y="244263"/>
                        <a:pt x="62124" y="167872"/>
                        <a:pt x="29739" y="84243"/>
                      </a:cubicBezTo>
                      <a:cubicBezTo>
                        <a:pt x="26786" y="76528"/>
                        <a:pt x="23928" y="68717"/>
                        <a:pt x="19737" y="61573"/>
                      </a:cubicBezTo>
                      <a:cubicBezTo>
                        <a:pt x="14689" y="53001"/>
                        <a:pt x="7831" y="45667"/>
                        <a:pt x="3259" y="36904"/>
                      </a:cubicBezTo>
                      <a:cubicBezTo>
                        <a:pt x="-2456" y="26045"/>
                        <a:pt x="-2551" y="-8721"/>
                        <a:pt x="18785" y="2042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85" name="Forme libre : forme 9284">
                  <a:extLst>
                    <a:ext uri="{FF2B5EF4-FFF2-40B4-BE49-F238E27FC236}">
                      <a16:creationId xmlns:a16="http://schemas.microsoft.com/office/drawing/2014/main" id="{107F9893-DB96-44FE-836B-7470AFA4ACC3}"/>
                    </a:ext>
                  </a:extLst>
                </p:cNvPr>
                <p:cNvSpPr/>
                <p:nvPr/>
              </p:nvSpPr>
              <p:spPr>
                <a:xfrm>
                  <a:off x="657895" y="4280249"/>
                  <a:ext cx="152884" cy="247173"/>
                </a:xfrm>
                <a:custGeom>
                  <a:avLst/>
                  <a:gdLst>
                    <a:gd name="connsiteX0" fmla="*/ 0 w 152884"/>
                    <a:gd name="connsiteY0" fmla="*/ 0 h 247173"/>
                    <a:gd name="connsiteX1" fmla="*/ 102775 w 152884"/>
                    <a:gd name="connsiteY1" fmla="*/ 52959 h 247173"/>
                    <a:gd name="connsiteX2" fmla="*/ 152781 w 152884"/>
                    <a:gd name="connsiteY2" fmla="*/ 247174 h 247173"/>
                    <a:gd name="connsiteX3" fmla="*/ 129540 w 152884"/>
                    <a:gd name="connsiteY3" fmla="*/ 132112 h 247173"/>
                    <a:gd name="connsiteX4" fmla="*/ 68961 w 152884"/>
                    <a:gd name="connsiteY4" fmla="*/ 29528 h 247173"/>
                    <a:gd name="connsiteX5" fmla="*/ 0 w 152884"/>
                    <a:gd name="connsiteY5" fmla="*/ 0 h 247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2884" h="247173">
                      <a:moveTo>
                        <a:pt x="0" y="0"/>
                      </a:moveTo>
                      <a:cubicBezTo>
                        <a:pt x="0" y="0"/>
                        <a:pt x="80772" y="9144"/>
                        <a:pt x="102775" y="52959"/>
                      </a:cubicBezTo>
                      <a:cubicBezTo>
                        <a:pt x="124778" y="96774"/>
                        <a:pt x="154877" y="171545"/>
                        <a:pt x="152781" y="247174"/>
                      </a:cubicBezTo>
                      <a:cubicBezTo>
                        <a:pt x="152781" y="247174"/>
                        <a:pt x="150305" y="175260"/>
                        <a:pt x="129540" y="132112"/>
                      </a:cubicBezTo>
                      <a:cubicBezTo>
                        <a:pt x="108776" y="88963"/>
                        <a:pt x="107252" y="47244"/>
                        <a:pt x="68961" y="29528"/>
                      </a:cubicBezTo>
                      <a:cubicBezTo>
                        <a:pt x="30671" y="1181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86" name="Forme libre : forme 9285">
                  <a:extLst>
                    <a:ext uri="{FF2B5EF4-FFF2-40B4-BE49-F238E27FC236}">
                      <a16:creationId xmlns:a16="http://schemas.microsoft.com/office/drawing/2014/main" id="{3F2914DE-162E-402B-8FA6-5E6DEDD038E8}"/>
                    </a:ext>
                  </a:extLst>
                </p:cNvPr>
                <p:cNvSpPr/>
                <p:nvPr/>
              </p:nvSpPr>
              <p:spPr>
                <a:xfrm>
                  <a:off x="561348" y="4311015"/>
                  <a:ext cx="55113" cy="215074"/>
                </a:xfrm>
                <a:custGeom>
                  <a:avLst/>
                  <a:gdLst>
                    <a:gd name="connsiteX0" fmla="*/ 37302 w 55113"/>
                    <a:gd name="connsiteY0" fmla="*/ 0 h 215074"/>
                    <a:gd name="connsiteX1" fmla="*/ 59 w 55113"/>
                    <a:gd name="connsiteY1" fmla="*/ 72104 h 215074"/>
                    <a:gd name="connsiteX2" fmla="*/ 55114 w 55113"/>
                    <a:gd name="connsiteY2" fmla="*/ 215074 h 215074"/>
                    <a:gd name="connsiteX3" fmla="*/ 14347 w 55113"/>
                    <a:gd name="connsiteY3" fmla="*/ 121634 h 215074"/>
                    <a:gd name="connsiteX4" fmla="*/ 37302 w 55113"/>
                    <a:gd name="connsiteY4" fmla="*/ 0 h 215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113" h="215074">
                      <a:moveTo>
                        <a:pt x="37302" y="0"/>
                      </a:moveTo>
                      <a:cubicBezTo>
                        <a:pt x="37302" y="0"/>
                        <a:pt x="1774" y="24003"/>
                        <a:pt x="59" y="72104"/>
                      </a:cubicBezTo>
                      <a:cubicBezTo>
                        <a:pt x="-1751" y="120205"/>
                        <a:pt x="38540" y="199454"/>
                        <a:pt x="55114" y="215074"/>
                      </a:cubicBezTo>
                      <a:cubicBezTo>
                        <a:pt x="55114" y="215074"/>
                        <a:pt x="24157" y="164687"/>
                        <a:pt x="14347" y="121634"/>
                      </a:cubicBezTo>
                      <a:cubicBezTo>
                        <a:pt x="4441" y="78581"/>
                        <a:pt x="2917" y="31718"/>
                        <a:pt x="37302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87" name="Forme libre : forme 9286">
                  <a:extLst>
                    <a:ext uri="{FF2B5EF4-FFF2-40B4-BE49-F238E27FC236}">
                      <a16:creationId xmlns:a16="http://schemas.microsoft.com/office/drawing/2014/main" id="{254CA140-3BFD-40A1-876C-B85AC4A52929}"/>
                    </a:ext>
                  </a:extLst>
                </p:cNvPr>
                <p:cNvSpPr/>
                <p:nvPr/>
              </p:nvSpPr>
              <p:spPr>
                <a:xfrm>
                  <a:off x="598552" y="4320248"/>
                  <a:ext cx="82013" cy="56870"/>
                </a:xfrm>
                <a:custGeom>
                  <a:avLst/>
                  <a:gdLst>
                    <a:gd name="connsiteX0" fmla="*/ 82013 w 82013"/>
                    <a:gd name="connsiteY0" fmla="*/ 6388 h 56870"/>
                    <a:gd name="connsiteX1" fmla="*/ 3 w 82013"/>
                    <a:gd name="connsiteY1" fmla="*/ 56870 h 56870"/>
                    <a:gd name="connsiteX2" fmla="*/ 82013 w 82013"/>
                    <a:gd name="connsiteY2" fmla="*/ 6388 h 56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2013" h="56870">
                      <a:moveTo>
                        <a:pt x="82013" y="6388"/>
                      </a:moveTo>
                      <a:cubicBezTo>
                        <a:pt x="82013" y="6388"/>
                        <a:pt x="-378" y="-26473"/>
                        <a:pt x="3" y="56870"/>
                      </a:cubicBezTo>
                      <a:cubicBezTo>
                        <a:pt x="3" y="56870"/>
                        <a:pt x="-1807" y="-13043"/>
                        <a:pt x="82013" y="6388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88" name="Forme libre : forme 9287">
                  <a:extLst>
                    <a:ext uri="{FF2B5EF4-FFF2-40B4-BE49-F238E27FC236}">
                      <a16:creationId xmlns:a16="http://schemas.microsoft.com/office/drawing/2014/main" id="{8309ABC5-89C2-4003-AAEB-F6E10C90F1D8}"/>
                    </a:ext>
                  </a:extLst>
                </p:cNvPr>
                <p:cNvSpPr/>
                <p:nvPr/>
              </p:nvSpPr>
              <p:spPr>
                <a:xfrm>
                  <a:off x="519974" y="4415504"/>
                  <a:ext cx="171545" cy="227457"/>
                </a:xfrm>
                <a:custGeom>
                  <a:avLst/>
                  <a:gdLst>
                    <a:gd name="connsiteX0" fmla="*/ 0 w 171545"/>
                    <a:gd name="connsiteY0" fmla="*/ 0 h 227457"/>
                    <a:gd name="connsiteX1" fmla="*/ 42863 w 171545"/>
                    <a:gd name="connsiteY1" fmla="*/ 141541 h 227457"/>
                    <a:gd name="connsiteX2" fmla="*/ 171545 w 171545"/>
                    <a:gd name="connsiteY2" fmla="*/ 227457 h 227457"/>
                    <a:gd name="connsiteX3" fmla="*/ 63913 w 171545"/>
                    <a:gd name="connsiteY3" fmla="*/ 153257 h 227457"/>
                    <a:gd name="connsiteX4" fmla="*/ 0 w 171545"/>
                    <a:gd name="connsiteY4" fmla="*/ 0 h 22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545" h="227457">
                      <a:moveTo>
                        <a:pt x="0" y="0"/>
                      </a:moveTo>
                      <a:cubicBezTo>
                        <a:pt x="0" y="0"/>
                        <a:pt x="4191" y="91059"/>
                        <a:pt x="42863" y="141541"/>
                      </a:cubicBezTo>
                      <a:cubicBezTo>
                        <a:pt x="81534" y="192024"/>
                        <a:pt x="171545" y="227457"/>
                        <a:pt x="171545" y="227457"/>
                      </a:cubicBezTo>
                      <a:cubicBezTo>
                        <a:pt x="171545" y="227457"/>
                        <a:pt x="86106" y="176593"/>
                        <a:pt x="63913" y="153257"/>
                      </a:cubicBezTo>
                      <a:cubicBezTo>
                        <a:pt x="41719" y="129921"/>
                        <a:pt x="7525" y="83439"/>
                        <a:pt x="0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89" name="Forme libre : forme 9288">
                  <a:extLst>
                    <a:ext uri="{FF2B5EF4-FFF2-40B4-BE49-F238E27FC236}">
                      <a16:creationId xmlns:a16="http://schemas.microsoft.com/office/drawing/2014/main" id="{DEE91FA1-4D73-41C9-9D55-91AED2F26BA9}"/>
                    </a:ext>
                  </a:extLst>
                </p:cNvPr>
                <p:cNvSpPr/>
                <p:nvPr/>
              </p:nvSpPr>
              <p:spPr>
                <a:xfrm>
                  <a:off x="781340" y="4314825"/>
                  <a:ext cx="66363" cy="342804"/>
                </a:xfrm>
                <a:custGeom>
                  <a:avLst/>
                  <a:gdLst>
                    <a:gd name="connsiteX0" fmla="*/ 0 w 66363"/>
                    <a:gd name="connsiteY0" fmla="*/ 0 h 342804"/>
                    <a:gd name="connsiteX1" fmla="*/ 64579 w 66363"/>
                    <a:gd name="connsiteY1" fmla="*/ 146209 h 342804"/>
                    <a:gd name="connsiteX2" fmla="*/ 28575 w 66363"/>
                    <a:gd name="connsiteY2" fmla="*/ 342805 h 342804"/>
                    <a:gd name="connsiteX3" fmla="*/ 61436 w 66363"/>
                    <a:gd name="connsiteY3" fmla="*/ 201359 h 342804"/>
                    <a:gd name="connsiteX4" fmla="*/ 0 w 66363"/>
                    <a:gd name="connsiteY4" fmla="*/ 0 h 342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363" h="342804">
                      <a:moveTo>
                        <a:pt x="0" y="0"/>
                      </a:moveTo>
                      <a:cubicBezTo>
                        <a:pt x="0" y="0"/>
                        <a:pt x="55340" y="42291"/>
                        <a:pt x="64579" y="146209"/>
                      </a:cubicBezTo>
                      <a:cubicBezTo>
                        <a:pt x="73819" y="250222"/>
                        <a:pt x="44958" y="314706"/>
                        <a:pt x="28575" y="342805"/>
                      </a:cubicBezTo>
                      <a:cubicBezTo>
                        <a:pt x="28575" y="342805"/>
                        <a:pt x="64103" y="254032"/>
                        <a:pt x="61436" y="201359"/>
                      </a:cubicBezTo>
                      <a:cubicBezTo>
                        <a:pt x="58769" y="148685"/>
                        <a:pt x="50768" y="58198"/>
                        <a:pt x="0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90" name="Forme libre : forme 9289">
                  <a:extLst>
                    <a:ext uri="{FF2B5EF4-FFF2-40B4-BE49-F238E27FC236}">
                      <a16:creationId xmlns:a16="http://schemas.microsoft.com/office/drawing/2014/main" id="{91DE2D2E-3704-4DFF-A086-B79D89E3BC19}"/>
                    </a:ext>
                  </a:extLst>
                </p:cNvPr>
                <p:cNvSpPr/>
                <p:nvPr/>
              </p:nvSpPr>
              <p:spPr>
                <a:xfrm>
                  <a:off x="664753" y="4365593"/>
                  <a:ext cx="64865" cy="121824"/>
                </a:xfrm>
                <a:custGeom>
                  <a:avLst/>
                  <a:gdLst>
                    <a:gd name="connsiteX0" fmla="*/ 0 w 64865"/>
                    <a:gd name="connsiteY0" fmla="*/ 0 h 121824"/>
                    <a:gd name="connsiteX1" fmla="*/ 44672 w 64865"/>
                    <a:gd name="connsiteY1" fmla="*/ 25432 h 121824"/>
                    <a:gd name="connsiteX2" fmla="*/ 64865 w 64865"/>
                    <a:gd name="connsiteY2" fmla="*/ 121825 h 121824"/>
                    <a:gd name="connsiteX3" fmla="*/ 31242 w 64865"/>
                    <a:gd name="connsiteY3" fmla="*/ 16288 h 121824"/>
                    <a:gd name="connsiteX4" fmla="*/ 0 w 64865"/>
                    <a:gd name="connsiteY4" fmla="*/ 0 h 121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65" h="121824">
                      <a:moveTo>
                        <a:pt x="0" y="0"/>
                      </a:moveTo>
                      <a:cubicBezTo>
                        <a:pt x="0" y="0"/>
                        <a:pt x="32099" y="286"/>
                        <a:pt x="44672" y="25432"/>
                      </a:cubicBezTo>
                      <a:cubicBezTo>
                        <a:pt x="57245" y="50578"/>
                        <a:pt x="63627" y="114110"/>
                        <a:pt x="64865" y="121825"/>
                      </a:cubicBezTo>
                      <a:cubicBezTo>
                        <a:pt x="64865" y="121825"/>
                        <a:pt x="53626" y="36576"/>
                        <a:pt x="31242" y="16288"/>
                      </a:cubicBezTo>
                      <a:cubicBezTo>
                        <a:pt x="13526" y="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91" name="Forme libre : forme 9290">
                  <a:extLst>
                    <a:ext uri="{FF2B5EF4-FFF2-40B4-BE49-F238E27FC236}">
                      <a16:creationId xmlns:a16="http://schemas.microsoft.com/office/drawing/2014/main" id="{BAFE615D-5B8C-42C8-9A7F-062DB3B30F2F}"/>
                    </a:ext>
                  </a:extLst>
                </p:cNvPr>
                <p:cNvSpPr/>
                <p:nvPr/>
              </p:nvSpPr>
              <p:spPr>
                <a:xfrm>
                  <a:off x="564836" y="4260661"/>
                  <a:ext cx="136806" cy="28159"/>
                </a:xfrm>
                <a:custGeom>
                  <a:avLst/>
                  <a:gdLst>
                    <a:gd name="connsiteX0" fmla="*/ 136779 w 136806"/>
                    <a:gd name="connsiteY0" fmla="*/ 12253 h 28159"/>
                    <a:gd name="connsiteX1" fmla="*/ 0 w 136806"/>
                    <a:gd name="connsiteY1" fmla="*/ 28160 h 28159"/>
                    <a:gd name="connsiteX2" fmla="*/ 136779 w 136806"/>
                    <a:gd name="connsiteY2" fmla="*/ 12253 h 2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6806" h="28159">
                      <a:moveTo>
                        <a:pt x="136779" y="12253"/>
                      </a:moveTo>
                      <a:cubicBezTo>
                        <a:pt x="138589" y="12920"/>
                        <a:pt x="49149" y="-15560"/>
                        <a:pt x="0" y="28160"/>
                      </a:cubicBezTo>
                      <a:cubicBezTo>
                        <a:pt x="0" y="28255"/>
                        <a:pt x="34481" y="-22704"/>
                        <a:pt x="136779" y="12253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92" name="Forme libre : forme 9291">
                  <a:extLst>
                    <a:ext uri="{FF2B5EF4-FFF2-40B4-BE49-F238E27FC236}">
                      <a16:creationId xmlns:a16="http://schemas.microsoft.com/office/drawing/2014/main" id="{9DFC587F-EB59-4967-9365-E8DEAEE3E9A2}"/>
                    </a:ext>
                  </a:extLst>
                </p:cNvPr>
                <p:cNvSpPr/>
                <p:nvPr/>
              </p:nvSpPr>
              <p:spPr>
                <a:xfrm>
                  <a:off x="565027" y="4587144"/>
                  <a:ext cx="211264" cy="106013"/>
                </a:xfrm>
                <a:custGeom>
                  <a:avLst/>
                  <a:gdLst>
                    <a:gd name="connsiteX0" fmla="*/ 0 w 211264"/>
                    <a:gd name="connsiteY0" fmla="*/ 0 h 106013"/>
                    <a:gd name="connsiteX1" fmla="*/ 211265 w 211264"/>
                    <a:gd name="connsiteY1" fmla="*/ 106013 h 106013"/>
                    <a:gd name="connsiteX2" fmla="*/ 0 w 211264"/>
                    <a:gd name="connsiteY2" fmla="*/ 0 h 106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1264" h="106013">
                      <a:moveTo>
                        <a:pt x="0" y="0"/>
                      </a:moveTo>
                      <a:cubicBezTo>
                        <a:pt x="0" y="0"/>
                        <a:pt x="110109" y="82582"/>
                        <a:pt x="211265" y="106013"/>
                      </a:cubicBezTo>
                      <a:cubicBezTo>
                        <a:pt x="211265" y="106013"/>
                        <a:pt x="111919" y="100584"/>
                        <a:pt x="0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93" name="Forme libre : forme 9292">
                  <a:extLst>
                    <a:ext uri="{FF2B5EF4-FFF2-40B4-BE49-F238E27FC236}">
                      <a16:creationId xmlns:a16="http://schemas.microsoft.com/office/drawing/2014/main" id="{DA52ECBD-B74E-44FB-8F8F-21DAFBA95E13}"/>
                    </a:ext>
                  </a:extLst>
                </p:cNvPr>
                <p:cNvSpPr/>
                <p:nvPr/>
              </p:nvSpPr>
              <p:spPr>
                <a:xfrm>
                  <a:off x="740915" y="4302059"/>
                  <a:ext cx="29562" cy="28343"/>
                </a:xfrm>
                <a:custGeom>
                  <a:avLst/>
                  <a:gdLst>
                    <a:gd name="connsiteX0" fmla="*/ 801 w 29562"/>
                    <a:gd name="connsiteY0" fmla="*/ 1906 h 28343"/>
                    <a:gd name="connsiteX1" fmla="*/ 29186 w 29562"/>
                    <a:gd name="connsiteY1" fmla="*/ 26957 h 28343"/>
                    <a:gd name="connsiteX2" fmla="*/ 801 w 29562"/>
                    <a:gd name="connsiteY2" fmla="*/ 1906 h 28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9562" h="28343">
                      <a:moveTo>
                        <a:pt x="801" y="1906"/>
                      </a:moveTo>
                      <a:cubicBezTo>
                        <a:pt x="5468" y="-7428"/>
                        <a:pt x="33091" y="20195"/>
                        <a:pt x="29186" y="26957"/>
                      </a:cubicBezTo>
                      <a:cubicBezTo>
                        <a:pt x="25280" y="33720"/>
                        <a:pt x="-5295" y="14194"/>
                        <a:pt x="801" y="1906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94" name="Forme libre : forme 9293">
                  <a:extLst>
                    <a:ext uri="{FF2B5EF4-FFF2-40B4-BE49-F238E27FC236}">
                      <a16:creationId xmlns:a16="http://schemas.microsoft.com/office/drawing/2014/main" id="{CE90EA56-3BBD-40F0-86A6-5B64FABB4C90}"/>
                    </a:ext>
                  </a:extLst>
                </p:cNvPr>
                <p:cNvSpPr/>
                <p:nvPr/>
              </p:nvSpPr>
              <p:spPr>
                <a:xfrm rot="-5365626">
                  <a:off x="648406" y="4295170"/>
                  <a:ext cx="12762" cy="38098"/>
                </a:xfrm>
                <a:custGeom>
                  <a:avLst/>
                  <a:gdLst>
                    <a:gd name="connsiteX0" fmla="*/ 12763 w 12762"/>
                    <a:gd name="connsiteY0" fmla="*/ 19049 h 38098"/>
                    <a:gd name="connsiteX1" fmla="*/ 6381 w 12762"/>
                    <a:gd name="connsiteY1" fmla="*/ 38098 h 38098"/>
                    <a:gd name="connsiteX2" fmla="*/ 0 w 12762"/>
                    <a:gd name="connsiteY2" fmla="*/ 19049 h 38098"/>
                    <a:gd name="connsiteX3" fmla="*/ 6381 w 12762"/>
                    <a:gd name="connsiteY3" fmla="*/ 0 h 38098"/>
                    <a:gd name="connsiteX4" fmla="*/ 12763 w 12762"/>
                    <a:gd name="connsiteY4" fmla="*/ 19049 h 38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62" h="38098">
                      <a:moveTo>
                        <a:pt x="12763" y="19049"/>
                      </a:moveTo>
                      <a:cubicBezTo>
                        <a:pt x="12763" y="29570"/>
                        <a:pt x="9906" y="38098"/>
                        <a:pt x="6381" y="38098"/>
                      </a:cubicBezTo>
                      <a:cubicBezTo>
                        <a:pt x="2857" y="38098"/>
                        <a:pt x="0" y="29570"/>
                        <a:pt x="0" y="19049"/>
                      </a:cubicBezTo>
                      <a:cubicBezTo>
                        <a:pt x="0" y="8528"/>
                        <a:pt x="2857" y="0"/>
                        <a:pt x="6381" y="0"/>
                      </a:cubicBezTo>
                      <a:cubicBezTo>
                        <a:pt x="9906" y="0"/>
                        <a:pt x="12763" y="8528"/>
                        <a:pt x="12763" y="19049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95" name="Forme libre : forme 9294">
                  <a:extLst>
                    <a:ext uri="{FF2B5EF4-FFF2-40B4-BE49-F238E27FC236}">
                      <a16:creationId xmlns:a16="http://schemas.microsoft.com/office/drawing/2014/main" id="{520680D3-7732-4D14-85E1-858D3748D383}"/>
                    </a:ext>
                  </a:extLst>
                </p:cNvPr>
                <p:cNvSpPr/>
                <p:nvPr/>
              </p:nvSpPr>
              <p:spPr>
                <a:xfrm rot="-2484965">
                  <a:off x="632401" y="4521300"/>
                  <a:ext cx="12382" cy="30859"/>
                </a:xfrm>
                <a:custGeom>
                  <a:avLst/>
                  <a:gdLst>
                    <a:gd name="connsiteX0" fmla="*/ 12382 w 12382"/>
                    <a:gd name="connsiteY0" fmla="*/ 15430 h 30859"/>
                    <a:gd name="connsiteX1" fmla="*/ 6191 w 12382"/>
                    <a:gd name="connsiteY1" fmla="*/ 30860 h 30859"/>
                    <a:gd name="connsiteX2" fmla="*/ 0 w 12382"/>
                    <a:gd name="connsiteY2" fmla="*/ 15430 h 30859"/>
                    <a:gd name="connsiteX3" fmla="*/ 6191 w 12382"/>
                    <a:gd name="connsiteY3" fmla="*/ 0 h 30859"/>
                    <a:gd name="connsiteX4" fmla="*/ 12382 w 12382"/>
                    <a:gd name="connsiteY4" fmla="*/ 15430 h 30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82" h="30859">
                      <a:moveTo>
                        <a:pt x="12382" y="15430"/>
                      </a:moveTo>
                      <a:cubicBezTo>
                        <a:pt x="12382" y="23952"/>
                        <a:pt x="9610" y="30860"/>
                        <a:pt x="6191" y="30860"/>
                      </a:cubicBezTo>
                      <a:cubicBezTo>
                        <a:pt x="2772" y="30860"/>
                        <a:pt x="0" y="23952"/>
                        <a:pt x="0" y="15430"/>
                      </a:cubicBezTo>
                      <a:cubicBezTo>
                        <a:pt x="0" y="6908"/>
                        <a:pt x="2772" y="0"/>
                        <a:pt x="6191" y="0"/>
                      </a:cubicBezTo>
                      <a:cubicBezTo>
                        <a:pt x="9610" y="0"/>
                        <a:pt x="12382" y="6908"/>
                        <a:pt x="12382" y="15430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96" name="Forme libre : forme 9295">
                  <a:extLst>
                    <a:ext uri="{FF2B5EF4-FFF2-40B4-BE49-F238E27FC236}">
                      <a16:creationId xmlns:a16="http://schemas.microsoft.com/office/drawing/2014/main" id="{F690810A-14A0-4A55-8442-B4EB38CA1543}"/>
                    </a:ext>
                  </a:extLst>
                </p:cNvPr>
                <p:cNvSpPr/>
                <p:nvPr/>
              </p:nvSpPr>
              <p:spPr>
                <a:xfrm rot="-5365626">
                  <a:off x="797566" y="4507180"/>
                  <a:ext cx="32573" cy="11619"/>
                </a:xfrm>
                <a:custGeom>
                  <a:avLst/>
                  <a:gdLst>
                    <a:gd name="connsiteX0" fmla="*/ 32574 w 32573"/>
                    <a:gd name="connsiteY0" fmla="*/ 5810 h 11619"/>
                    <a:gd name="connsiteX1" fmla="*/ 16287 w 32573"/>
                    <a:gd name="connsiteY1" fmla="*/ 11620 h 11619"/>
                    <a:gd name="connsiteX2" fmla="*/ 0 w 32573"/>
                    <a:gd name="connsiteY2" fmla="*/ 5810 h 11619"/>
                    <a:gd name="connsiteX3" fmla="*/ 16287 w 32573"/>
                    <a:gd name="connsiteY3" fmla="*/ 0 h 11619"/>
                    <a:gd name="connsiteX4" fmla="*/ 32574 w 32573"/>
                    <a:gd name="connsiteY4" fmla="*/ 5810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573" h="11619">
                      <a:moveTo>
                        <a:pt x="32574" y="5810"/>
                      </a:moveTo>
                      <a:cubicBezTo>
                        <a:pt x="32574" y="9019"/>
                        <a:pt x="25282" y="11620"/>
                        <a:pt x="16287" y="11620"/>
                      </a:cubicBezTo>
                      <a:cubicBezTo>
                        <a:pt x="7292" y="11620"/>
                        <a:pt x="0" y="9019"/>
                        <a:pt x="0" y="5810"/>
                      </a:cubicBezTo>
                      <a:cubicBezTo>
                        <a:pt x="0" y="2601"/>
                        <a:pt x="7292" y="0"/>
                        <a:pt x="16287" y="0"/>
                      </a:cubicBezTo>
                      <a:cubicBezTo>
                        <a:pt x="25282" y="0"/>
                        <a:pt x="32574" y="2601"/>
                        <a:pt x="32574" y="5810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97" name="Forme libre : forme 9296">
                  <a:extLst>
                    <a:ext uri="{FF2B5EF4-FFF2-40B4-BE49-F238E27FC236}">
                      <a16:creationId xmlns:a16="http://schemas.microsoft.com/office/drawing/2014/main" id="{AE9A64D1-DCB1-47B0-A74D-AD184AFE6E2E}"/>
                    </a:ext>
                  </a:extLst>
                </p:cNvPr>
                <p:cNvSpPr/>
                <p:nvPr/>
              </p:nvSpPr>
              <p:spPr>
                <a:xfrm rot="-5365626">
                  <a:off x="840361" y="4458446"/>
                  <a:ext cx="29526" cy="12381"/>
                </a:xfrm>
                <a:custGeom>
                  <a:avLst/>
                  <a:gdLst>
                    <a:gd name="connsiteX0" fmla="*/ 29526 w 29526"/>
                    <a:gd name="connsiteY0" fmla="*/ 6191 h 12381"/>
                    <a:gd name="connsiteX1" fmla="*/ 14763 w 29526"/>
                    <a:gd name="connsiteY1" fmla="*/ 12382 h 12381"/>
                    <a:gd name="connsiteX2" fmla="*/ 0 w 29526"/>
                    <a:gd name="connsiteY2" fmla="*/ 6191 h 12381"/>
                    <a:gd name="connsiteX3" fmla="*/ 14763 w 29526"/>
                    <a:gd name="connsiteY3" fmla="*/ 0 h 12381"/>
                    <a:gd name="connsiteX4" fmla="*/ 29526 w 29526"/>
                    <a:gd name="connsiteY4" fmla="*/ 6191 h 12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526" h="12381">
                      <a:moveTo>
                        <a:pt x="29526" y="6191"/>
                      </a:moveTo>
                      <a:cubicBezTo>
                        <a:pt x="29526" y="9610"/>
                        <a:pt x="22916" y="12382"/>
                        <a:pt x="14763" y="12382"/>
                      </a:cubicBezTo>
                      <a:cubicBezTo>
                        <a:pt x="6610" y="12382"/>
                        <a:pt x="0" y="9610"/>
                        <a:pt x="0" y="6191"/>
                      </a:cubicBezTo>
                      <a:cubicBezTo>
                        <a:pt x="0" y="2772"/>
                        <a:pt x="6610" y="0"/>
                        <a:pt x="14763" y="0"/>
                      </a:cubicBezTo>
                      <a:cubicBezTo>
                        <a:pt x="22916" y="0"/>
                        <a:pt x="29526" y="2772"/>
                        <a:pt x="29526" y="6191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98" name="Forme libre : forme 9297">
                  <a:extLst>
                    <a:ext uri="{FF2B5EF4-FFF2-40B4-BE49-F238E27FC236}">
                      <a16:creationId xmlns:a16="http://schemas.microsoft.com/office/drawing/2014/main" id="{0EC92001-8D42-436C-B312-2B011F80D0F5}"/>
                    </a:ext>
                  </a:extLst>
                </p:cNvPr>
                <p:cNvSpPr/>
                <p:nvPr/>
              </p:nvSpPr>
              <p:spPr>
                <a:xfrm rot="-4536314">
                  <a:off x="802235" y="4595632"/>
                  <a:ext cx="21716" cy="10667"/>
                </a:xfrm>
                <a:custGeom>
                  <a:avLst/>
                  <a:gdLst>
                    <a:gd name="connsiteX0" fmla="*/ 21717 w 21716"/>
                    <a:gd name="connsiteY0" fmla="*/ 5334 h 10667"/>
                    <a:gd name="connsiteX1" fmla="*/ 10858 w 21716"/>
                    <a:gd name="connsiteY1" fmla="*/ 10668 h 10667"/>
                    <a:gd name="connsiteX2" fmla="*/ 0 w 21716"/>
                    <a:gd name="connsiteY2" fmla="*/ 5334 h 10667"/>
                    <a:gd name="connsiteX3" fmla="*/ 10858 w 21716"/>
                    <a:gd name="connsiteY3" fmla="*/ 0 h 10667"/>
                    <a:gd name="connsiteX4" fmla="*/ 21717 w 21716"/>
                    <a:gd name="connsiteY4" fmla="*/ 5334 h 10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16" h="10667">
                      <a:moveTo>
                        <a:pt x="21717" y="5334"/>
                      </a:moveTo>
                      <a:cubicBezTo>
                        <a:pt x="21717" y="8280"/>
                        <a:pt x="16855" y="10668"/>
                        <a:pt x="10858" y="10668"/>
                      </a:cubicBezTo>
                      <a:cubicBezTo>
                        <a:pt x="4861" y="10668"/>
                        <a:pt x="0" y="8280"/>
                        <a:pt x="0" y="5334"/>
                      </a:cubicBezTo>
                      <a:cubicBezTo>
                        <a:pt x="0" y="2388"/>
                        <a:pt x="4862" y="0"/>
                        <a:pt x="10858" y="0"/>
                      </a:cubicBezTo>
                      <a:cubicBezTo>
                        <a:pt x="16855" y="0"/>
                        <a:pt x="21717" y="2388"/>
                        <a:pt x="21717" y="5334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299" name="Forme libre : forme 9298">
                  <a:extLst>
                    <a:ext uri="{FF2B5EF4-FFF2-40B4-BE49-F238E27FC236}">
                      <a16:creationId xmlns:a16="http://schemas.microsoft.com/office/drawing/2014/main" id="{5C7E3001-238A-41B1-AF0D-4D7AE4DA5C61}"/>
                    </a:ext>
                  </a:extLst>
                </p:cNvPr>
                <p:cNvSpPr/>
                <p:nvPr/>
              </p:nvSpPr>
              <p:spPr>
                <a:xfrm rot="-3437332">
                  <a:off x="636910" y="4586020"/>
                  <a:ext cx="10667" cy="29908"/>
                </a:xfrm>
                <a:custGeom>
                  <a:avLst/>
                  <a:gdLst>
                    <a:gd name="connsiteX0" fmla="*/ 10668 w 10667"/>
                    <a:gd name="connsiteY0" fmla="*/ 14954 h 29908"/>
                    <a:gd name="connsiteX1" fmla="*/ 5334 w 10667"/>
                    <a:gd name="connsiteY1" fmla="*/ 29908 h 29908"/>
                    <a:gd name="connsiteX2" fmla="*/ 0 w 10667"/>
                    <a:gd name="connsiteY2" fmla="*/ 14954 h 29908"/>
                    <a:gd name="connsiteX3" fmla="*/ 5334 w 10667"/>
                    <a:gd name="connsiteY3" fmla="*/ 0 h 29908"/>
                    <a:gd name="connsiteX4" fmla="*/ 10668 w 10667"/>
                    <a:gd name="connsiteY4" fmla="*/ 14954 h 29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" h="29908">
                      <a:moveTo>
                        <a:pt x="10668" y="14954"/>
                      </a:moveTo>
                      <a:cubicBezTo>
                        <a:pt x="10668" y="23213"/>
                        <a:pt x="8280" y="29908"/>
                        <a:pt x="5334" y="29908"/>
                      </a:cubicBezTo>
                      <a:cubicBezTo>
                        <a:pt x="2388" y="29908"/>
                        <a:pt x="0" y="23213"/>
                        <a:pt x="0" y="14954"/>
                      </a:cubicBezTo>
                      <a:cubicBezTo>
                        <a:pt x="0" y="6695"/>
                        <a:pt x="2388" y="0"/>
                        <a:pt x="5334" y="0"/>
                      </a:cubicBezTo>
                      <a:cubicBezTo>
                        <a:pt x="8280" y="0"/>
                        <a:pt x="10668" y="6695"/>
                        <a:pt x="10668" y="14954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00" name="Forme libre : forme 9299">
                  <a:extLst>
                    <a:ext uri="{FF2B5EF4-FFF2-40B4-BE49-F238E27FC236}">
                      <a16:creationId xmlns:a16="http://schemas.microsoft.com/office/drawing/2014/main" id="{71672CD6-6353-4B32-B9F3-B367666DA919}"/>
                    </a:ext>
                  </a:extLst>
                </p:cNvPr>
                <p:cNvSpPr/>
                <p:nvPr/>
              </p:nvSpPr>
              <p:spPr>
                <a:xfrm rot="-967018">
                  <a:off x="547540" y="4454657"/>
                  <a:ext cx="12192" cy="28384"/>
                </a:xfrm>
                <a:custGeom>
                  <a:avLst/>
                  <a:gdLst>
                    <a:gd name="connsiteX0" fmla="*/ 12192 w 12192"/>
                    <a:gd name="connsiteY0" fmla="*/ 14192 h 28384"/>
                    <a:gd name="connsiteX1" fmla="*/ 6096 w 12192"/>
                    <a:gd name="connsiteY1" fmla="*/ 28385 h 28384"/>
                    <a:gd name="connsiteX2" fmla="*/ 0 w 12192"/>
                    <a:gd name="connsiteY2" fmla="*/ 14192 h 28384"/>
                    <a:gd name="connsiteX3" fmla="*/ 6096 w 12192"/>
                    <a:gd name="connsiteY3" fmla="*/ 0 h 28384"/>
                    <a:gd name="connsiteX4" fmla="*/ 12192 w 12192"/>
                    <a:gd name="connsiteY4" fmla="*/ 14192 h 28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92" h="28384">
                      <a:moveTo>
                        <a:pt x="12192" y="14192"/>
                      </a:moveTo>
                      <a:cubicBezTo>
                        <a:pt x="12192" y="22031"/>
                        <a:pt x="9463" y="28385"/>
                        <a:pt x="6096" y="28385"/>
                      </a:cubicBezTo>
                      <a:cubicBezTo>
                        <a:pt x="2729" y="28385"/>
                        <a:pt x="0" y="22031"/>
                        <a:pt x="0" y="14192"/>
                      </a:cubicBezTo>
                      <a:cubicBezTo>
                        <a:pt x="0" y="6354"/>
                        <a:pt x="2729" y="0"/>
                        <a:pt x="6096" y="0"/>
                      </a:cubicBezTo>
                      <a:cubicBezTo>
                        <a:pt x="9463" y="0"/>
                        <a:pt x="12192" y="6354"/>
                        <a:pt x="12192" y="14192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01" name="Forme libre : forme 9300">
                  <a:extLst>
                    <a:ext uri="{FF2B5EF4-FFF2-40B4-BE49-F238E27FC236}">
                      <a16:creationId xmlns:a16="http://schemas.microsoft.com/office/drawing/2014/main" id="{516A17D2-0679-4838-AD40-6B93A771F5E9}"/>
                    </a:ext>
                  </a:extLst>
                </p:cNvPr>
                <p:cNvSpPr/>
                <p:nvPr/>
              </p:nvSpPr>
              <p:spPr>
                <a:xfrm rot="-4171908">
                  <a:off x="552270" y="4334528"/>
                  <a:ext cx="28576" cy="12763"/>
                </a:xfrm>
                <a:custGeom>
                  <a:avLst/>
                  <a:gdLst>
                    <a:gd name="connsiteX0" fmla="*/ 28576 w 28576"/>
                    <a:gd name="connsiteY0" fmla="*/ 6382 h 12763"/>
                    <a:gd name="connsiteX1" fmla="*/ 14288 w 28576"/>
                    <a:gd name="connsiteY1" fmla="*/ 12764 h 12763"/>
                    <a:gd name="connsiteX2" fmla="*/ 0 w 28576"/>
                    <a:gd name="connsiteY2" fmla="*/ 6382 h 12763"/>
                    <a:gd name="connsiteX3" fmla="*/ 14288 w 28576"/>
                    <a:gd name="connsiteY3" fmla="*/ 0 h 12763"/>
                    <a:gd name="connsiteX4" fmla="*/ 28576 w 28576"/>
                    <a:gd name="connsiteY4" fmla="*/ 6382 h 12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76" h="12763">
                      <a:moveTo>
                        <a:pt x="28576" y="6382"/>
                      </a:moveTo>
                      <a:cubicBezTo>
                        <a:pt x="28576" y="9907"/>
                        <a:pt x="22179" y="12764"/>
                        <a:pt x="14288" y="12764"/>
                      </a:cubicBezTo>
                      <a:cubicBezTo>
                        <a:pt x="6397" y="12764"/>
                        <a:pt x="0" y="9907"/>
                        <a:pt x="0" y="6382"/>
                      </a:cubicBezTo>
                      <a:cubicBezTo>
                        <a:pt x="0" y="2857"/>
                        <a:pt x="6397" y="0"/>
                        <a:pt x="14288" y="0"/>
                      </a:cubicBezTo>
                      <a:cubicBezTo>
                        <a:pt x="22179" y="0"/>
                        <a:pt x="28576" y="2857"/>
                        <a:pt x="28576" y="6382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302" name="Forme libre : forme 9301">
                  <a:extLst>
                    <a:ext uri="{FF2B5EF4-FFF2-40B4-BE49-F238E27FC236}">
                      <a16:creationId xmlns:a16="http://schemas.microsoft.com/office/drawing/2014/main" id="{A0FDE98E-374C-497E-89DD-B9914A0DEE12}"/>
                    </a:ext>
                  </a:extLst>
                </p:cNvPr>
                <p:cNvSpPr/>
                <p:nvPr/>
              </p:nvSpPr>
              <p:spPr>
                <a:xfrm rot="-649132">
                  <a:off x="598486" y="4265585"/>
                  <a:ext cx="27812" cy="12382"/>
                </a:xfrm>
                <a:custGeom>
                  <a:avLst/>
                  <a:gdLst>
                    <a:gd name="connsiteX0" fmla="*/ 27812 w 27812"/>
                    <a:gd name="connsiteY0" fmla="*/ 6191 h 12382"/>
                    <a:gd name="connsiteX1" fmla="*/ 13906 w 27812"/>
                    <a:gd name="connsiteY1" fmla="*/ 12382 h 12382"/>
                    <a:gd name="connsiteX2" fmla="*/ 0 w 27812"/>
                    <a:gd name="connsiteY2" fmla="*/ 6191 h 12382"/>
                    <a:gd name="connsiteX3" fmla="*/ 13906 w 27812"/>
                    <a:gd name="connsiteY3" fmla="*/ 0 h 12382"/>
                    <a:gd name="connsiteX4" fmla="*/ 27812 w 27812"/>
                    <a:gd name="connsiteY4" fmla="*/ 6191 h 12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812" h="12382">
                      <a:moveTo>
                        <a:pt x="27812" y="6191"/>
                      </a:moveTo>
                      <a:cubicBezTo>
                        <a:pt x="27812" y="9610"/>
                        <a:pt x="21586" y="12382"/>
                        <a:pt x="13906" y="12382"/>
                      </a:cubicBezTo>
                      <a:cubicBezTo>
                        <a:pt x="6226" y="12382"/>
                        <a:pt x="0" y="9610"/>
                        <a:pt x="0" y="6191"/>
                      </a:cubicBezTo>
                      <a:cubicBezTo>
                        <a:pt x="0" y="2772"/>
                        <a:pt x="6226" y="0"/>
                        <a:pt x="13906" y="0"/>
                      </a:cubicBezTo>
                      <a:cubicBezTo>
                        <a:pt x="21586" y="0"/>
                        <a:pt x="27812" y="2772"/>
                        <a:pt x="27812" y="6191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9213" name="Forme libre : forme 9212">
                <a:extLst>
                  <a:ext uri="{FF2B5EF4-FFF2-40B4-BE49-F238E27FC236}">
                    <a16:creationId xmlns:a16="http://schemas.microsoft.com/office/drawing/2014/main" id="{11CB79C6-C499-4A10-9703-8DA2980C2F45}"/>
                  </a:ext>
                </a:extLst>
              </p:cNvPr>
              <p:cNvSpPr/>
              <p:nvPr/>
            </p:nvSpPr>
            <p:spPr>
              <a:xfrm>
                <a:off x="995938" y="3096482"/>
                <a:ext cx="10964" cy="20478"/>
              </a:xfrm>
              <a:custGeom>
                <a:avLst/>
                <a:gdLst>
                  <a:gd name="connsiteX0" fmla="*/ 6858 w 10964"/>
                  <a:gd name="connsiteY0" fmla="*/ 5334 h 20478"/>
                  <a:gd name="connsiteX1" fmla="*/ 10763 w 10964"/>
                  <a:gd name="connsiteY1" fmla="*/ 20479 h 20478"/>
                  <a:gd name="connsiteX2" fmla="*/ 0 w 10964"/>
                  <a:gd name="connsiteY2" fmla="*/ 0 h 20478"/>
                  <a:gd name="connsiteX3" fmla="*/ 6858 w 10964"/>
                  <a:gd name="connsiteY3" fmla="*/ 5334 h 20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64" h="20478">
                    <a:moveTo>
                      <a:pt x="6858" y="5334"/>
                    </a:moveTo>
                    <a:cubicBezTo>
                      <a:pt x="10097" y="9620"/>
                      <a:pt x="11525" y="15240"/>
                      <a:pt x="10763" y="20479"/>
                    </a:cubicBezTo>
                    <a:cubicBezTo>
                      <a:pt x="7144" y="15621"/>
                      <a:pt x="1333" y="5810"/>
                      <a:pt x="0" y="0"/>
                    </a:cubicBezTo>
                    <a:cubicBezTo>
                      <a:pt x="2667" y="762"/>
                      <a:pt x="5144" y="3143"/>
                      <a:pt x="6858" y="5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14" name="Forme libre : forme 9213">
                <a:extLst>
                  <a:ext uri="{FF2B5EF4-FFF2-40B4-BE49-F238E27FC236}">
                    <a16:creationId xmlns:a16="http://schemas.microsoft.com/office/drawing/2014/main" id="{F8CF3B2B-C9AB-4958-9A7C-C9201179AD8D}"/>
                  </a:ext>
                </a:extLst>
              </p:cNvPr>
              <p:cNvSpPr/>
              <p:nvPr/>
            </p:nvSpPr>
            <p:spPr>
              <a:xfrm>
                <a:off x="1064994" y="3187922"/>
                <a:ext cx="21622" cy="22193"/>
              </a:xfrm>
              <a:custGeom>
                <a:avLst/>
                <a:gdLst>
                  <a:gd name="connsiteX0" fmla="*/ 0 w 21622"/>
                  <a:gd name="connsiteY0" fmla="*/ 0 h 22193"/>
                  <a:gd name="connsiteX1" fmla="*/ 21622 w 21622"/>
                  <a:gd name="connsiteY1" fmla="*/ 22193 h 22193"/>
                  <a:gd name="connsiteX2" fmla="*/ 0 w 21622"/>
                  <a:gd name="connsiteY2" fmla="*/ 0 h 2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22" h="22193">
                    <a:moveTo>
                      <a:pt x="0" y="0"/>
                    </a:moveTo>
                    <a:lnTo>
                      <a:pt x="21622" y="22193"/>
                    </a:lnTo>
                    <a:cubicBezTo>
                      <a:pt x="21717" y="22193"/>
                      <a:pt x="2191" y="1314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15" name="Forme libre : forme 9214">
                <a:extLst>
                  <a:ext uri="{FF2B5EF4-FFF2-40B4-BE49-F238E27FC236}">
                    <a16:creationId xmlns:a16="http://schemas.microsoft.com/office/drawing/2014/main" id="{9ADA4AC9-3B4F-4F70-A9D9-02DE5EFFD303}"/>
                  </a:ext>
                </a:extLst>
              </p:cNvPr>
              <p:cNvSpPr/>
              <p:nvPr/>
            </p:nvSpPr>
            <p:spPr>
              <a:xfrm>
                <a:off x="1178627" y="3303650"/>
                <a:ext cx="29863" cy="16512"/>
              </a:xfrm>
              <a:custGeom>
                <a:avLst/>
                <a:gdLst>
                  <a:gd name="connsiteX0" fmla="*/ 0 w 29863"/>
                  <a:gd name="connsiteY0" fmla="*/ 0 h 16512"/>
                  <a:gd name="connsiteX1" fmla="*/ 28480 w 29863"/>
                  <a:gd name="connsiteY1" fmla="*/ 13240 h 16512"/>
                  <a:gd name="connsiteX2" fmla="*/ 0 w 29863"/>
                  <a:gd name="connsiteY2" fmla="*/ 0 h 16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863" h="16512">
                    <a:moveTo>
                      <a:pt x="0" y="0"/>
                    </a:moveTo>
                    <a:cubicBezTo>
                      <a:pt x="0" y="0"/>
                      <a:pt x="19526" y="1048"/>
                      <a:pt x="28480" y="13240"/>
                    </a:cubicBezTo>
                    <a:cubicBezTo>
                      <a:pt x="37433" y="25337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16" name="Forme libre : forme 9215">
                <a:extLst>
                  <a:ext uri="{FF2B5EF4-FFF2-40B4-BE49-F238E27FC236}">
                    <a16:creationId xmlns:a16="http://schemas.microsoft.com/office/drawing/2014/main" id="{C8FC529F-B3CB-461F-A13B-953FCB123BE4}"/>
                  </a:ext>
                </a:extLst>
              </p:cNvPr>
              <p:cNvSpPr/>
              <p:nvPr/>
            </p:nvSpPr>
            <p:spPr>
              <a:xfrm>
                <a:off x="1238825" y="3321804"/>
                <a:ext cx="31732" cy="5645"/>
              </a:xfrm>
              <a:custGeom>
                <a:avLst/>
                <a:gdLst>
                  <a:gd name="connsiteX0" fmla="*/ 0 w 31732"/>
                  <a:gd name="connsiteY0" fmla="*/ 2421 h 5645"/>
                  <a:gd name="connsiteX1" fmla="*/ 29528 w 31732"/>
                  <a:gd name="connsiteY1" fmla="*/ 2992 h 5645"/>
                  <a:gd name="connsiteX2" fmla="*/ 0 w 31732"/>
                  <a:gd name="connsiteY2" fmla="*/ 2421 h 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732" h="5645">
                    <a:moveTo>
                      <a:pt x="0" y="2421"/>
                    </a:moveTo>
                    <a:cubicBezTo>
                      <a:pt x="0" y="2421"/>
                      <a:pt x="17431" y="-3389"/>
                      <a:pt x="29528" y="2992"/>
                    </a:cubicBezTo>
                    <a:cubicBezTo>
                      <a:pt x="41624" y="9279"/>
                      <a:pt x="0" y="2421"/>
                      <a:pt x="0" y="24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17" name="Forme libre : forme 9216">
                <a:extLst>
                  <a:ext uri="{FF2B5EF4-FFF2-40B4-BE49-F238E27FC236}">
                    <a16:creationId xmlns:a16="http://schemas.microsoft.com/office/drawing/2014/main" id="{DD8A7DC0-D23C-43E5-BEEE-4DD72500E1E1}"/>
                  </a:ext>
                </a:extLst>
              </p:cNvPr>
              <p:cNvSpPr/>
              <p:nvPr/>
            </p:nvSpPr>
            <p:spPr>
              <a:xfrm>
                <a:off x="1469193" y="3215258"/>
                <a:ext cx="33569" cy="26062"/>
              </a:xfrm>
              <a:custGeom>
                <a:avLst/>
                <a:gdLst>
                  <a:gd name="connsiteX0" fmla="*/ 33570 w 33569"/>
                  <a:gd name="connsiteY0" fmla="*/ 0 h 26062"/>
                  <a:gd name="connsiteX1" fmla="*/ 327 w 33569"/>
                  <a:gd name="connsiteY1" fmla="*/ 23717 h 26062"/>
                  <a:gd name="connsiteX2" fmla="*/ 33570 w 33569"/>
                  <a:gd name="connsiteY2" fmla="*/ 0 h 26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569" h="26062">
                    <a:moveTo>
                      <a:pt x="33570" y="0"/>
                    </a:moveTo>
                    <a:cubicBezTo>
                      <a:pt x="33570" y="0"/>
                      <a:pt x="4518" y="12097"/>
                      <a:pt x="327" y="23717"/>
                    </a:cubicBezTo>
                    <a:cubicBezTo>
                      <a:pt x="-3864" y="35338"/>
                      <a:pt x="33570" y="0"/>
                      <a:pt x="335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18" name="Forme libre : forme 9217">
                <a:extLst>
                  <a:ext uri="{FF2B5EF4-FFF2-40B4-BE49-F238E27FC236}">
                    <a16:creationId xmlns:a16="http://schemas.microsoft.com/office/drawing/2014/main" id="{D3DCE352-1EA5-46C3-9417-907298F59B55}"/>
                  </a:ext>
                </a:extLst>
              </p:cNvPr>
              <p:cNvSpPr/>
              <p:nvPr/>
            </p:nvSpPr>
            <p:spPr>
              <a:xfrm>
                <a:off x="1573216" y="3076098"/>
                <a:ext cx="32226" cy="24922"/>
              </a:xfrm>
              <a:custGeom>
                <a:avLst/>
                <a:gdLst>
                  <a:gd name="connsiteX0" fmla="*/ 32227 w 32226"/>
                  <a:gd name="connsiteY0" fmla="*/ 0 h 24922"/>
                  <a:gd name="connsiteX1" fmla="*/ 509 w 32226"/>
                  <a:gd name="connsiteY1" fmla="*/ 22669 h 24922"/>
                  <a:gd name="connsiteX2" fmla="*/ 32227 w 32226"/>
                  <a:gd name="connsiteY2" fmla="*/ 0 h 2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226" h="24922">
                    <a:moveTo>
                      <a:pt x="32227" y="0"/>
                    </a:moveTo>
                    <a:cubicBezTo>
                      <a:pt x="32227" y="0"/>
                      <a:pt x="5843" y="11621"/>
                      <a:pt x="509" y="22669"/>
                    </a:cubicBezTo>
                    <a:cubicBezTo>
                      <a:pt x="-4730" y="33814"/>
                      <a:pt x="32227" y="0"/>
                      <a:pt x="32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19" name="Forme libre : forme 9218">
                <a:extLst>
                  <a:ext uri="{FF2B5EF4-FFF2-40B4-BE49-F238E27FC236}">
                    <a16:creationId xmlns:a16="http://schemas.microsoft.com/office/drawing/2014/main" id="{F44CF33A-042E-4F27-A021-227EF9B8EEFF}"/>
                  </a:ext>
                </a:extLst>
              </p:cNvPr>
              <p:cNvSpPr/>
              <p:nvPr/>
            </p:nvSpPr>
            <p:spPr>
              <a:xfrm>
                <a:off x="704568" y="4777549"/>
                <a:ext cx="106146" cy="49043"/>
              </a:xfrm>
              <a:custGeom>
                <a:avLst/>
                <a:gdLst>
                  <a:gd name="connsiteX0" fmla="*/ 105347 w 106146"/>
                  <a:gd name="connsiteY0" fmla="*/ 0 h 49043"/>
                  <a:gd name="connsiteX1" fmla="*/ 85916 w 106146"/>
                  <a:gd name="connsiteY1" fmla="*/ 40005 h 49043"/>
                  <a:gd name="connsiteX2" fmla="*/ 0 w 106146"/>
                  <a:gd name="connsiteY2" fmla="*/ 44006 h 49043"/>
                  <a:gd name="connsiteX3" fmla="*/ 86297 w 106146"/>
                  <a:gd name="connsiteY3" fmla="*/ 44006 h 49043"/>
                  <a:gd name="connsiteX4" fmla="*/ 105347 w 106146"/>
                  <a:gd name="connsiteY4" fmla="*/ 0 h 4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146" h="49043">
                    <a:moveTo>
                      <a:pt x="105347" y="0"/>
                    </a:moveTo>
                    <a:cubicBezTo>
                      <a:pt x="105347" y="0"/>
                      <a:pt x="109728" y="30480"/>
                      <a:pt x="85916" y="40005"/>
                    </a:cubicBezTo>
                    <a:cubicBezTo>
                      <a:pt x="62103" y="49530"/>
                      <a:pt x="0" y="44006"/>
                      <a:pt x="0" y="44006"/>
                    </a:cubicBezTo>
                    <a:cubicBezTo>
                      <a:pt x="0" y="44006"/>
                      <a:pt x="51245" y="55341"/>
                      <a:pt x="86297" y="44006"/>
                    </a:cubicBezTo>
                    <a:cubicBezTo>
                      <a:pt x="112109" y="35624"/>
                      <a:pt x="105347" y="0"/>
                      <a:pt x="105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20" name="Forme libre : forme 9219">
                <a:extLst>
                  <a:ext uri="{FF2B5EF4-FFF2-40B4-BE49-F238E27FC236}">
                    <a16:creationId xmlns:a16="http://schemas.microsoft.com/office/drawing/2014/main" id="{E5B44E14-8F1D-48F3-8617-2B581D104990}"/>
                  </a:ext>
                </a:extLst>
              </p:cNvPr>
              <p:cNvSpPr/>
              <p:nvPr/>
            </p:nvSpPr>
            <p:spPr>
              <a:xfrm>
                <a:off x="1112373" y="4188951"/>
                <a:ext cx="94751" cy="486870"/>
              </a:xfrm>
              <a:custGeom>
                <a:avLst/>
                <a:gdLst>
                  <a:gd name="connsiteX0" fmla="*/ 94734 w 94751"/>
                  <a:gd name="connsiteY0" fmla="*/ 48 h 486870"/>
                  <a:gd name="connsiteX1" fmla="*/ 27393 w 94751"/>
                  <a:gd name="connsiteY1" fmla="*/ 486871 h 486870"/>
                  <a:gd name="connsiteX2" fmla="*/ 94734 w 94751"/>
                  <a:gd name="connsiteY2" fmla="*/ 48 h 486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751" h="486870">
                    <a:moveTo>
                      <a:pt x="94734" y="48"/>
                    </a:moveTo>
                    <a:cubicBezTo>
                      <a:pt x="96639" y="-4619"/>
                      <a:pt x="-62142" y="332470"/>
                      <a:pt x="27393" y="486871"/>
                    </a:cubicBezTo>
                    <a:cubicBezTo>
                      <a:pt x="27393" y="486871"/>
                      <a:pt x="-47093" y="344281"/>
                      <a:pt x="94734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21" name="Forme libre : forme 9220">
                <a:extLst>
                  <a:ext uri="{FF2B5EF4-FFF2-40B4-BE49-F238E27FC236}">
                    <a16:creationId xmlns:a16="http://schemas.microsoft.com/office/drawing/2014/main" id="{EFAEEBC8-A153-41ED-B3A2-61CEB666F03A}"/>
                  </a:ext>
                </a:extLst>
              </p:cNvPr>
              <p:cNvSpPr/>
              <p:nvPr/>
            </p:nvSpPr>
            <p:spPr>
              <a:xfrm>
                <a:off x="1294261" y="3715416"/>
                <a:ext cx="41867" cy="262890"/>
              </a:xfrm>
              <a:custGeom>
                <a:avLst/>
                <a:gdLst>
                  <a:gd name="connsiteX0" fmla="*/ 38005 w 41867"/>
                  <a:gd name="connsiteY0" fmla="*/ 0 h 262890"/>
                  <a:gd name="connsiteX1" fmla="*/ 0 w 41867"/>
                  <a:gd name="connsiteY1" fmla="*/ 262890 h 262890"/>
                  <a:gd name="connsiteX2" fmla="*/ 38005 w 41867"/>
                  <a:gd name="connsiteY2" fmla="*/ 0 h 26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867" h="262890">
                    <a:moveTo>
                      <a:pt x="38005" y="0"/>
                    </a:moveTo>
                    <a:cubicBezTo>
                      <a:pt x="38005" y="0"/>
                      <a:pt x="45244" y="137065"/>
                      <a:pt x="0" y="262890"/>
                    </a:cubicBezTo>
                    <a:cubicBezTo>
                      <a:pt x="0" y="262890"/>
                      <a:pt x="56959" y="174212"/>
                      <a:pt x="38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22" name="Forme libre : forme 9221">
                <a:extLst>
                  <a:ext uri="{FF2B5EF4-FFF2-40B4-BE49-F238E27FC236}">
                    <a16:creationId xmlns:a16="http://schemas.microsoft.com/office/drawing/2014/main" id="{C64C0C21-693A-4181-9FEA-102572C801A1}"/>
                  </a:ext>
                </a:extLst>
              </p:cNvPr>
              <p:cNvSpPr/>
              <p:nvPr/>
            </p:nvSpPr>
            <p:spPr>
              <a:xfrm>
                <a:off x="2684306" y="4309918"/>
                <a:ext cx="81961" cy="578121"/>
              </a:xfrm>
              <a:custGeom>
                <a:avLst/>
                <a:gdLst>
                  <a:gd name="connsiteX0" fmla="*/ 81948 w 81961"/>
                  <a:gd name="connsiteY0" fmla="*/ 49 h 578121"/>
                  <a:gd name="connsiteX1" fmla="*/ 34419 w 81961"/>
                  <a:gd name="connsiteY1" fmla="*/ 578121 h 578121"/>
                  <a:gd name="connsiteX2" fmla="*/ 81948 w 81961"/>
                  <a:gd name="connsiteY2" fmla="*/ 49 h 578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61" h="578121">
                    <a:moveTo>
                      <a:pt x="81948" y="49"/>
                    </a:moveTo>
                    <a:cubicBezTo>
                      <a:pt x="83568" y="-4428"/>
                      <a:pt x="-65308" y="299420"/>
                      <a:pt x="34419" y="578121"/>
                    </a:cubicBezTo>
                    <a:cubicBezTo>
                      <a:pt x="34419" y="578121"/>
                      <a:pt x="-47973" y="353236"/>
                      <a:pt x="81948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23" name="Forme libre : forme 9222">
                <a:extLst>
                  <a:ext uri="{FF2B5EF4-FFF2-40B4-BE49-F238E27FC236}">
                    <a16:creationId xmlns:a16="http://schemas.microsoft.com/office/drawing/2014/main" id="{4A344C92-2C44-4A91-94D8-738F8681109A}"/>
                  </a:ext>
                </a:extLst>
              </p:cNvPr>
              <p:cNvSpPr/>
              <p:nvPr/>
            </p:nvSpPr>
            <p:spPr>
              <a:xfrm>
                <a:off x="1439041" y="4868989"/>
                <a:ext cx="1148238" cy="210409"/>
              </a:xfrm>
              <a:custGeom>
                <a:avLst/>
                <a:gdLst>
                  <a:gd name="connsiteX0" fmla="*/ 0 w 1148238"/>
                  <a:gd name="connsiteY0" fmla="*/ 0 h 210409"/>
                  <a:gd name="connsiteX1" fmla="*/ 446627 w 1148238"/>
                  <a:gd name="connsiteY1" fmla="*/ 109252 h 210409"/>
                  <a:gd name="connsiteX2" fmla="*/ 1148239 w 1148238"/>
                  <a:gd name="connsiteY2" fmla="*/ 201073 h 210409"/>
                  <a:gd name="connsiteX3" fmla="*/ 570167 w 1148238"/>
                  <a:gd name="connsiteY3" fmla="*/ 156686 h 210409"/>
                  <a:gd name="connsiteX4" fmla="*/ 0 w 1148238"/>
                  <a:gd name="connsiteY4" fmla="*/ 0 h 210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8238" h="210409">
                    <a:moveTo>
                      <a:pt x="0" y="0"/>
                    </a:moveTo>
                    <a:cubicBezTo>
                      <a:pt x="0" y="0"/>
                      <a:pt x="254984" y="44387"/>
                      <a:pt x="446627" y="109252"/>
                    </a:cubicBezTo>
                    <a:cubicBezTo>
                      <a:pt x="638270" y="174117"/>
                      <a:pt x="896398" y="224885"/>
                      <a:pt x="1148239" y="201073"/>
                    </a:cubicBezTo>
                    <a:cubicBezTo>
                      <a:pt x="1148239" y="201073"/>
                      <a:pt x="810863" y="240697"/>
                      <a:pt x="570167" y="156686"/>
                    </a:cubicBezTo>
                    <a:cubicBezTo>
                      <a:pt x="329470" y="7286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24" name="Forme libre : forme 9223">
                <a:extLst>
                  <a:ext uri="{FF2B5EF4-FFF2-40B4-BE49-F238E27FC236}">
                    <a16:creationId xmlns:a16="http://schemas.microsoft.com/office/drawing/2014/main" id="{B5745D22-C356-4855-95FE-D5EACA490E39}"/>
                  </a:ext>
                </a:extLst>
              </p:cNvPr>
              <p:cNvSpPr/>
              <p:nvPr/>
            </p:nvSpPr>
            <p:spPr>
              <a:xfrm>
                <a:off x="3379950" y="4618386"/>
                <a:ext cx="15811" cy="26098"/>
              </a:xfrm>
              <a:custGeom>
                <a:avLst/>
                <a:gdLst>
                  <a:gd name="connsiteX0" fmla="*/ 15811 w 15811"/>
                  <a:gd name="connsiteY0" fmla="*/ 13049 h 26098"/>
                  <a:gd name="connsiteX1" fmla="*/ 7906 w 15811"/>
                  <a:gd name="connsiteY1" fmla="*/ 26098 h 26098"/>
                  <a:gd name="connsiteX2" fmla="*/ 0 w 15811"/>
                  <a:gd name="connsiteY2" fmla="*/ 13049 h 26098"/>
                  <a:gd name="connsiteX3" fmla="*/ 7906 w 15811"/>
                  <a:gd name="connsiteY3" fmla="*/ 0 h 26098"/>
                  <a:gd name="connsiteX4" fmla="*/ 15811 w 15811"/>
                  <a:gd name="connsiteY4" fmla="*/ 13049 h 26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11" h="26098">
                    <a:moveTo>
                      <a:pt x="15811" y="13049"/>
                    </a:moveTo>
                    <a:cubicBezTo>
                      <a:pt x="15811" y="20256"/>
                      <a:pt x="12272" y="26098"/>
                      <a:pt x="7906" y="26098"/>
                    </a:cubicBezTo>
                    <a:cubicBezTo>
                      <a:pt x="3539" y="26098"/>
                      <a:pt x="0" y="20256"/>
                      <a:pt x="0" y="13049"/>
                    </a:cubicBezTo>
                    <a:cubicBezTo>
                      <a:pt x="0" y="5842"/>
                      <a:pt x="3540" y="0"/>
                      <a:pt x="7906" y="0"/>
                    </a:cubicBezTo>
                    <a:cubicBezTo>
                      <a:pt x="12272" y="0"/>
                      <a:pt x="15811" y="5842"/>
                      <a:pt x="15811" y="130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25" name="Forme libre : forme 9224">
                <a:extLst>
                  <a:ext uri="{FF2B5EF4-FFF2-40B4-BE49-F238E27FC236}">
                    <a16:creationId xmlns:a16="http://schemas.microsoft.com/office/drawing/2014/main" id="{AD4A6D9D-F0DC-4690-BC8F-30D8C7192D86}"/>
                  </a:ext>
                </a:extLst>
              </p:cNvPr>
              <p:cNvSpPr/>
              <p:nvPr/>
            </p:nvSpPr>
            <p:spPr>
              <a:xfrm>
                <a:off x="3401762" y="4709541"/>
                <a:ext cx="11811" cy="27622"/>
              </a:xfrm>
              <a:custGeom>
                <a:avLst/>
                <a:gdLst>
                  <a:gd name="connsiteX0" fmla="*/ 11811 w 11811"/>
                  <a:gd name="connsiteY0" fmla="*/ 13811 h 27622"/>
                  <a:gd name="connsiteX1" fmla="*/ 5905 w 11811"/>
                  <a:gd name="connsiteY1" fmla="*/ 27623 h 27622"/>
                  <a:gd name="connsiteX2" fmla="*/ 0 w 11811"/>
                  <a:gd name="connsiteY2" fmla="*/ 13811 h 27622"/>
                  <a:gd name="connsiteX3" fmla="*/ 5905 w 11811"/>
                  <a:gd name="connsiteY3" fmla="*/ 0 h 27622"/>
                  <a:gd name="connsiteX4" fmla="*/ 11811 w 11811"/>
                  <a:gd name="connsiteY4" fmla="*/ 13811 h 2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11" h="27622">
                    <a:moveTo>
                      <a:pt x="11811" y="13811"/>
                    </a:moveTo>
                    <a:cubicBezTo>
                      <a:pt x="11811" y="21439"/>
                      <a:pt x="9167" y="27623"/>
                      <a:pt x="5905" y="27623"/>
                    </a:cubicBezTo>
                    <a:cubicBezTo>
                      <a:pt x="2644" y="27623"/>
                      <a:pt x="0" y="21439"/>
                      <a:pt x="0" y="13811"/>
                    </a:cubicBezTo>
                    <a:cubicBezTo>
                      <a:pt x="0" y="6184"/>
                      <a:pt x="2644" y="0"/>
                      <a:pt x="5905" y="0"/>
                    </a:cubicBezTo>
                    <a:cubicBezTo>
                      <a:pt x="9167" y="0"/>
                      <a:pt x="11811" y="6184"/>
                      <a:pt x="11811" y="138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26" name="Forme libre : forme 9225">
                <a:extLst>
                  <a:ext uri="{FF2B5EF4-FFF2-40B4-BE49-F238E27FC236}">
                    <a16:creationId xmlns:a16="http://schemas.microsoft.com/office/drawing/2014/main" id="{2145D3F4-F373-47F8-92E0-BD75AAA6FBAA}"/>
                  </a:ext>
                </a:extLst>
              </p:cNvPr>
              <p:cNvSpPr/>
              <p:nvPr/>
            </p:nvSpPr>
            <p:spPr>
              <a:xfrm>
                <a:off x="3920018" y="4762881"/>
                <a:ext cx="11048" cy="24574"/>
              </a:xfrm>
              <a:custGeom>
                <a:avLst/>
                <a:gdLst>
                  <a:gd name="connsiteX0" fmla="*/ 11049 w 11048"/>
                  <a:gd name="connsiteY0" fmla="*/ 12287 h 24574"/>
                  <a:gd name="connsiteX1" fmla="*/ 5525 w 11048"/>
                  <a:gd name="connsiteY1" fmla="*/ 24574 h 24574"/>
                  <a:gd name="connsiteX2" fmla="*/ 0 w 11048"/>
                  <a:gd name="connsiteY2" fmla="*/ 12287 h 24574"/>
                  <a:gd name="connsiteX3" fmla="*/ 5525 w 11048"/>
                  <a:gd name="connsiteY3" fmla="*/ 0 h 24574"/>
                  <a:gd name="connsiteX4" fmla="*/ 11049 w 11048"/>
                  <a:gd name="connsiteY4" fmla="*/ 12287 h 2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8" h="24574">
                    <a:moveTo>
                      <a:pt x="11049" y="12287"/>
                    </a:moveTo>
                    <a:cubicBezTo>
                      <a:pt x="11049" y="19073"/>
                      <a:pt x="8576" y="24574"/>
                      <a:pt x="5525" y="24574"/>
                    </a:cubicBezTo>
                    <a:cubicBezTo>
                      <a:pt x="2474" y="24574"/>
                      <a:pt x="0" y="19073"/>
                      <a:pt x="0" y="12287"/>
                    </a:cubicBezTo>
                    <a:cubicBezTo>
                      <a:pt x="0" y="5501"/>
                      <a:pt x="2474" y="0"/>
                      <a:pt x="5525" y="0"/>
                    </a:cubicBezTo>
                    <a:cubicBezTo>
                      <a:pt x="8576" y="0"/>
                      <a:pt x="11049" y="5501"/>
                      <a:pt x="11049" y="122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27" name="Forme libre : forme 9226">
                <a:extLst>
                  <a:ext uri="{FF2B5EF4-FFF2-40B4-BE49-F238E27FC236}">
                    <a16:creationId xmlns:a16="http://schemas.microsoft.com/office/drawing/2014/main" id="{F4002CC5-180B-4E87-8381-F52D723567AE}"/>
                  </a:ext>
                </a:extLst>
              </p:cNvPr>
              <p:cNvSpPr/>
              <p:nvPr/>
            </p:nvSpPr>
            <p:spPr>
              <a:xfrm>
                <a:off x="304613" y="4842215"/>
                <a:ext cx="470916" cy="20964"/>
              </a:xfrm>
              <a:custGeom>
                <a:avLst/>
                <a:gdLst>
                  <a:gd name="connsiteX0" fmla="*/ 0 w 470916"/>
                  <a:gd name="connsiteY0" fmla="*/ 20964 h 20964"/>
                  <a:gd name="connsiteX1" fmla="*/ 470916 w 470916"/>
                  <a:gd name="connsiteY1" fmla="*/ 1914 h 20964"/>
                  <a:gd name="connsiteX2" fmla="*/ 0 w 470916"/>
                  <a:gd name="connsiteY2" fmla="*/ 20964 h 20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0916" h="20964">
                    <a:moveTo>
                      <a:pt x="0" y="20964"/>
                    </a:moveTo>
                    <a:cubicBezTo>
                      <a:pt x="0" y="20964"/>
                      <a:pt x="397002" y="-7516"/>
                      <a:pt x="470916" y="1914"/>
                    </a:cubicBezTo>
                    <a:lnTo>
                      <a:pt x="0" y="209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28" name="Forme libre : forme 9227">
                <a:extLst>
                  <a:ext uri="{FF2B5EF4-FFF2-40B4-BE49-F238E27FC236}">
                    <a16:creationId xmlns:a16="http://schemas.microsoft.com/office/drawing/2014/main" id="{1B631898-A367-464F-AF3F-E271D985D3D3}"/>
                  </a:ext>
                </a:extLst>
              </p:cNvPr>
              <p:cNvSpPr/>
              <p:nvPr/>
            </p:nvSpPr>
            <p:spPr>
              <a:xfrm>
                <a:off x="2915606" y="3301650"/>
                <a:ext cx="43548" cy="582834"/>
              </a:xfrm>
              <a:custGeom>
                <a:avLst/>
                <a:gdLst>
                  <a:gd name="connsiteX0" fmla="*/ 19050 w 43548"/>
                  <a:gd name="connsiteY0" fmla="*/ 0 h 582834"/>
                  <a:gd name="connsiteX1" fmla="*/ 32195 w 43548"/>
                  <a:gd name="connsiteY1" fmla="*/ 72295 h 582834"/>
                  <a:gd name="connsiteX2" fmla="*/ 39815 w 43548"/>
                  <a:gd name="connsiteY2" fmla="*/ 145447 h 582834"/>
                  <a:gd name="connsiteX3" fmla="*/ 42767 w 43548"/>
                  <a:gd name="connsiteY3" fmla="*/ 292513 h 582834"/>
                  <a:gd name="connsiteX4" fmla="*/ 29623 w 43548"/>
                  <a:gd name="connsiteY4" fmla="*/ 439007 h 582834"/>
                  <a:gd name="connsiteX5" fmla="*/ 17050 w 43548"/>
                  <a:gd name="connsiteY5" fmla="*/ 511397 h 582834"/>
                  <a:gd name="connsiteX6" fmla="*/ 8858 w 43548"/>
                  <a:gd name="connsiteY6" fmla="*/ 547211 h 582834"/>
                  <a:gd name="connsiteX7" fmla="*/ 0 w 43548"/>
                  <a:gd name="connsiteY7" fmla="*/ 582835 h 582834"/>
                  <a:gd name="connsiteX8" fmla="*/ 22289 w 43548"/>
                  <a:gd name="connsiteY8" fmla="*/ 438055 h 582834"/>
                  <a:gd name="connsiteX9" fmla="*/ 33242 w 43548"/>
                  <a:gd name="connsiteY9" fmla="*/ 292227 h 582834"/>
                  <a:gd name="connsiteX10" fmla="*/ 32480 w 43548"/>
                  <a:gd name="connsiteY10" fmla="*/ 145923 h 582834"/>
                  <a:gd name="connsiteX11" fmla="*/ 19050 w 43548"/>
                  <a:gd name="connsiteY11" fmla="*/ 0 h 582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548" h="582834">
                    <a:moveTo>
                      <a:pt x="19050" y="0"/>
                    </a:moveTo>
                    <a:cubicBezTo>
                      <a:pt x="24765" y="23813"/>
                      <a:pt x="28480" y="48006"/>
                      <a:pt x="32195" y="72295"/>
                    </a:cubicBezTo>
                    <a:cubicBezTo>
                      <a:pt x="35338" y="96583"/>
                      <a:pt x="38005" y="120967"/>
                      <a:pt x="39815" y="145447"/>
                    </a:cubicBezTo>
                    <a:cubicBezTo>
                      <a:pt x="43529" y="194310"/>
                      <a:pt x="44387" y="243459"/>
                      <a:pt x="42767" y="292513"/>
                    </a:cubicBezTo>
                    <a:cubicBezTo>
                      <a:pt x="40577" y="341471"/>
                      <a:pt x="37052" y="390525"/>
                      <a:pt x="29623" y="439007"/>
                    </a:cubicBezTo>
                    <a:cubicBezTo>
                      <a:pt x="26384" y="463296"/>
                      <a:pt x="21622" y="487394"/>
                      <a:pt x="17050" y="511397"/>
                    </a:cubicBezTo>
                    <a:cubicBezTo>
                      <a:pt x="14859" y="523494"/>
                      <a:pt x="11716" y="535305"/>
                      <a:pt x="8858" y="547211"/>
                    </a:cubicBezTo>
                    <a:lnTo>
                      <a:pt x="0" y="582835"/>
                    </a:lnTo>
                    <a:cubicBezTo>
                      <a:pt x="8573" y="534638"/>
                      <a:pt x="17240" y="486537"/>
                      <a:pt x="22289" y="438055"/>
                    </a:cubicBezTo>
                    <a:cubicBezTo>
                      <a:pt x="28194" y="389668"/>
                      <a:pt x="31718" y="340900"/>
                      <a:pt x="33242" y="292227"/>
                    </a:cubicBezTo>
                    <a:cubicBezTo>
                      <a:pt x="35528" y="243459"/>
                      <a:pt x="34576" y="194691"/>
                      <a:pt x="32480" y="145923"/>
                    </a:cubicBezTo>
                    <a:cubicBezTo>
                      <a:pt x="30290" y="97155"/>
                      <a:pt x="26194" y="48387"/>
                      <a:pt x="190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29" name="Forme libre : forme 9228">
                <a:extLst>
                  <a:ext uri="{FF2B5EF4-FFF2-40B4-BE49-F238E27FC236}">
                    <a16:creationId xmlns:a16="http://schemas.microsoft.com/office/drawing/2014/main" id="{0944DB46-FF8F-4E4B-B975-F823BD83C9C1}"/>
                  </a:ext>
                </a:extLst>
              </p:cNvPr>
              <p:cNvSpPr/>
              <p:nvPr/>
            </p:nvSpPr>
            <p:spPr>
              <a:xfrm>
                <a:off x="2623189" y="3558254"/>
                <a:ext cx="220789" cy="361092"/>
              </a:xfrm>
              <a:custGeom>
                <a:avLst/>
                <a:gdLst>
                  <a:gd name="connsiteX0" fmla="*/ 0 w 220789"/>
                  <a:gd name="connsiteY0" fmla="*/ 0 h 361092"/>
                  <a:gd name="connsiteX1" fmla="*/ 64294 w 220789"/>
                  <a:gd name="connsiteY1" fmla="*/ 84582 h 361092"/>
                  <a:gd name="connsiteX2" fmla="*/ 126492 w 220789"/>
                  <a:gd name="connsiteY2" fmla="*/ 170688 h 361092"/>
                  <a:gd name="connsiteX3" fmla="*/ 180689 w 220789"/>
                  <a:gd name="connsiteY3" fmla="*/ 262604 h 361092"/>
                  <a:gd name="connsiteX4" fmla="*/ 203835 w 220789"/>
                  <a:gd name="connsiteY4" fmla="*/ 310610 h 361092"/>
                  <a:gd name="connsiteX5" fmla="*/ 220789 w 220789"/>
                  <a:gd name="connsiteY5" fmla="*/ 361093 h 361092"/>
                  <a:gd name="connsiteX6" fmla="*/ 199644 w 220789"/>
                  <a:gd name="connsiteY6" fmla="*/ 312611 h 361092"/>
                  <a:gd name="connsiteX7" fmla="*/ 174307 w 220789"/>
                  <a:gd name="connsiteY7" fmla="*/ 266129 h 361092"/>
                  <a:gd name="connsiteX8" fmla="*/ 147447 w 220789"/>
                  <a:gd name="connsiteY8" fmla="*/ 220504 h 361092"/>
                  <a:gd name="connsiteX9" fmla="*/ 118872 w 220789"/>
                  <a:gd name="connsiteY9" fmla="*/ 176308 h 361092"/>
                  <a:gd name="connsiteX10" fmla="*/ 58483 w 220789"/>
                  <a:gd name="connsiteY10" fmla="*/ 88868 h 361092"/>
                  <a:gd name="connsiteX11" fmla="*/ 0 w 220789"/>
                  <a:gd name="connsiteY11" fmla="*/ 0 h 36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0789" h="361092">
                    <a:moveTo>
                      <a:pt x="0" y="0"/>
                    </a:moveTo>
                    <a:cubicBezTo>
                      <a:pt x="22003" y="27813"/>
                      <a:pt x="43244" y="56197"/>
                      <a:pt x="64294" y="84582"/>
                    </a:cubicBezTo>
                    <a:cubicBezTo>
                      <a:pt x="85439" y="112966"/>
                      <a:pt x="105918" y="141827"/>
                      <a:pt x="126492" y="170688"/>
                    </a:cubicBezTo>
                    <a:cubicBezTo>
                      <a:pt x="146971" y="200120"/>
                      <a:pt x="164306" y="231076"/>
                      <a:pt x="180689" y="262604"/>
                    </a:cubicBezTo>
                    <a:cubicBezTo>
                      <a:pt x="188786" y="278416"/>
                      <a:pt x="196596" y="294418"/>
                      <a:pt x="203835" y="310610"/>
                    </a:cubicBezTo>
                    <a:cubicBezTo>
                      <a:pt x="210598" y="326993"/>
                      <a:pt x="217837" y="343471"/>
                      <a:pt x="220789" y="361093"/>
                    </a:cubicBezTo>
                    <a:cubicBezTo>
                      <a:pt x="215741" y="344138"/>
                      <a:pt x="207740" y="328327"/>
                      <a:pt x="199644" y="312611"/>
                    </a:cubicBezTo>
                    <a:cubicBezTo>
                      <a:pt x="191643" y="296894"/>
                      <a:pt x="183071" y="281368"/>
                      <a:pt x="174307" y="266129"/>
                    </a:cubicBezTo>
                    <a:cubicBezTo>
                      <a:pt x="165449" y="250888"/>
                      <a:pt x="156686" y="235553"/>
                      <a:pt x="147447" y="220504"/>
                    </a:cubicBezTo>
                    <a:cubicBezTo>
                      <a:pt x="138303" y="205454"/>
                      <a:pt x="129064" y="190405"/>
                      <a:pt x="118872" y="176308"/>
                    </a:cubicBezTo>
                    <a:cubicBezTo>
                      <a:pt x="98488" y="147352"/>
                      <a:pt x="78200" y="118300"/>
                      <a:pt x="58483" y="88868"/>
                    </a:cubicBezTo>
                    <a:cubicBezTo>
                      <a:pt x="38481" y="59436"/>
                      <a:pt x="18764" y="3000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30" name="Forme libre : forme 9229">
                <a:extLst>
                  <a:ext uri="{FF2B5EF4-FFF2-40B4-BE49-F238E27FC236}">
                    <a16:creationId xmlns:a16="http://schemas.microsoft.com/office/drawing/2014/main" id="{98F1DEAA-CCA0-4369-ACF4-571019571F95}"/>
                  </a:ext>
                </a:extLst>
              </p:cNvPr>
              <p:cNvSpPr/>
              <p:nvPr/>
            </p:nvSpPr>
            <p:spPr>
              <a:xfrm>
                <a:off x="2981138" y="3595211"/>
                <a:ext cx="272319" cy="165734"/>
              </a:xfrm>
              <a:custGeom>
                <a:avLst/>
                <a:gdLst>
                  <a:gd name="connsiteX0" fmla="*/ 272320 w 272319"/>
                  <a:gd name="connsiteY0" fmla="*/ 0 h 165734"/>
                  <a:gd name="connsiteX1" fmla="*/ 205169 w 272319"/>
                  <a:gd name="connsiteY1" fmla="*/ 43434 h 165734"/>
                  <a:gd name="connsiteX2" fmla="*/ 135160 w 272319"/>
                  <a:gd name="connsiteY2" fmla="*/ 82201 h 165734"/>
                  <a:gd name="connsiteX3" fmla="*/ 65246 w 272319"/>
                  <a:gd name="connsiteY3" fmla="*/ 120301 h 165734"/>
                  <a:gd name="connsiteX4" fmla="*/ 31623 w 272319"/>
                  <a:gd name="connsiteY4" fmla="*/ 141541 h 165734"/>
                  <a:gd name="connsiteX5" fmla="*/ 0 w 272319"/>
                  <a:gd name="connsiteY5" fmla="*/ 165735 h 165734"/>
                  <a:gd name="connsiteX6" fmla="*/ 62389 w 272319"/>
                  <a:gd name="connsiteY6" fmla="*/ 115633 h 165734"/>
                  <a:gd name="connsiteX7" fmla="*/ 131921 w 272319"/>
                  <a:gd name="connsiteY7" fmla="*/ 75914 h 165734"/>
                  <a:gd name="connsiteX8" fmla="*/ 202502 w 272319"/>
                  <a:gd name="connsiteY8" fmla="*/ 38767 h 165734"/>
                  <a:gd name="connsiteX9" fmla="*/ 272320 w 272319"/>
                  <a:gd name="connsiteY9" fmla="*/ 0 h 16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2319" h="165734">
                    <a:moveTo>
                      <a:pt x="272320" y="0"/>
                    </a:moveTo>
                    <a:cubicBezTo>
                      <a:pt x="250508" y="15430"/>
                      <a:pt x="228029" y="29718"/>
                      <a:pt x="205169" y="43434"/>
                    </a:cubicBezTo>
                    <a:cubicBezTo>
                      <a:pt x="182404" y="57245"/>
                      <a:pt x="158782" y="69913"/>
                      <a:pt x="135160" y="82201"/>
                    </a:cubicBezTo>
                    <a:cubicBezTo>
                      <a:pt x="111443" y="94202"/>
                      <a:pt x="88106" y="106871"/>
                      <a:pt x="65246" y="120301"/>
                    </a:cubicBezTo>
                    <a:cubicBezTo>
                      <a:pt x="53816" y="126968"/>
                      <a:pt x="42482" y="134017"/>
                      <a:pt x="31623" y="141541"/>
                    </a:cubicBezTo>
                    <a:cubicBezTo>
                      <a:pt x="20574" y="148876"/>
                      <a:pt x="10001" y="156972"/>
                      <a:pt x="0" y="165735"/>
                    </a:cubicBezTo>
                    <a:cubicBezTo>
                      <a:pt x="18002" y="145923"/>
                      <a:pt x="40005" y="130207"/>
                      <a:pt x="62389" y="115633"/>
                    </a:cubicBezTo>
                    <a:cubicBezTo>
                      <a:pt x="84868" y="101060"/>
                      <a:pt x="108395" y="88392"/>
                      <a:pt x="131921" y="75914"/>
                    </a:cubicBezTo>
                    <a:cubicBezTo>
                      <a:pt x="155829" y="64103"/>
                      <a:pt x="179165" y="51530"/>
                      <a:pt x="202502" y="38767"/>
                    </a:cubicBezTo>
                    <a:lnTo>
                      <a:pt x="2723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31" name="Forme libre : forme 9230">
                <a:extLst>
                  <a:ext uri="{FF2B5EF4-FFF2-40B4-BE49-F238E27FC236}">
                    <a16:creationId xmlns:a16="http://schemas.microsoft.com/office/drawing/2014/main" id="{8BC02B0C-8F8F-424A-8919-3E6F024B0F26}"/>
                  </a:ext>
                </a:extLst>
              </p:cNvPr>
              <p:cNvSpPr/>
              <p:nvPr/>
            </p:nvSpPr>
            <p:spPr>
              <a:xfrm>
                <a:off x="4249201" y="4894897"/>
                <a:ext cx="170973" cy="225837"/>
              </a:xfrm>
              <a:custGeom>
                <a:avLst/>
                <a:gdLst>
                  <a:gd name="connsiteX0" fmla="*/ 170974 w 170973"/>
                  <a:gd name="connsiteY0" fmla="*/ 0 h 225837"/>
                  <a:gd name="connsiteX1" fmla="*/ 143637 w 170973"/>
                  <a:gd name="connsiteY1" fmla="*/ 66865 h 225837"/>
                  <a:gd name="connsiteX2" fmla="*/ 106204 w 170973"/>
                  <a:gd name="connsiteY2" fmla="*/ 128873 h 225837"/>
                  <a:gd name="connsiteX3" fmla="*/ 58579 w 170973"/>
                  <a:gd name="connsiteY3" fmla="*/ 183546 h 225837"/>
                  <a:gd name="connsiteX4" fmla="*/ 0 w 170973"/>
                  <a:gd name="connsiteY4" fmla="*/ 225837 h 225837"/>
                  <a:gd name="connsiteX5" fmla="*/ 28480 w 170973"/>
                  <a:gd name="connsiteY5" fmla="*/ 203835 h 225837"/>
                  <a:gd name="connsiteX6" fmla="*/ 42005 w 170973"/>
                  <a:gd name="connsiteY6" fmla="*/ 192119 h 225837"/>
                  <a:gd name="connsiteX7" fmla="*/ 54769 w 170973"/>
                  <a:gd name="connsiteY7" fmla="*/ 179546 h 225837"/>
                  <a:gd name="connsiteX8" fmla="*/ 100489 w 170973"/>
                  <a:gd name="connsiteY8" fmla="*/ 124587 h 225837"/>
                  <a:gd name="connsiteX9" fmla="*/ 138875 w 170973"/>
                  <a:gd name="connsiteY9" fmla="*/ 64103 h 225837"/>
                  <a:gd name="connsiteX10" fmla="*/ 155638 w 170973"/>
                  <a:gd name="connsiteY10" fmla="*/ 32385 h 225837"/>
                  <a:gd name="connsiteX11" fmla="*/ 170974 w 170973"/>
                  <a:gd name="connsiteY11" fmla="*/ 0 h 225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0973" h="225837">
                    <a:moveTo>
                      <a:pt x="170974" y="0"/>
                    </a:moveTo>
                    <a:cubicBezTo>
                      <a:pt x="164021" y="23050"/>
                      <a:pt x="154400" y="45339"/>
                      <a:pt x="143637" y="66865"/>
                    </a:cubicBezTo>
                    <a:cubicBezTo>
                      <a:pt x="132779" y="88487"/>
                      <a:pt x="120015" y="109061"/>
                      <a:pt x="106204" y="128873"/>
                    </a:cubicBezTo>
                    <a:cubicBezTo>
                      <a:pt x="92012" y="148494"/>
                      <a:pt x="76010" y="166782"/>
                      <a:pt x="58579" y="183546"/>
                    </a:cubicBezTo>
                    <a:cubicBezTo>
                      <a:pt x="40957" y="200215"/>
                      <a:pt x="21050" y="214313"/>
                      <a:pt x="0" y="225837"/>
                    </a:cubicBezTo>
                    <a:cubicBezTo>
                      <a:pt x="9430" y="218313"/>
                      <a:pt x="19717" y="212121"/>
                      <a:pt x="28480" y="203835"/>
                    </a:cubicBezTo>
                    <a:cubicBezTo>
                      <a:pt x="32956" y="199834"/>
                      <a:pt x="37814" y="196310"/>
                      <a:pt x="42005" y="192119"/>
                    </a:cubicBezTo>
                    <a:lnTo>
                      <a:pt x="54769" y="179546"/>
                    </a:lnTo>
                    <a:cubicBezTo>
                      <a:pt x="71152" y="162306"/>
                      <a:pt x="86868" y="144303"/>
                      <a:pt x="100489" y="124587"/>
                    </a:cubicBezTo>
                    <a:cubicBezTo>
                      <a:pt x="114586" y="105346"/>
                      <a:pt x="127159" y="84963"/>
                      <a:pt x="138875" y="64103"/>
                    </a:cubicBezTo>
                    <a:cubicBezTo>
                      <a:pt x="144780" y="53721"/>
                      <a:pt x="150400" y="43148"/>
                      <a:pt x="155638" y="32385"/>
                    </a:cubicBezTo>
                    <a:cubicBezTo>
                      <a:pt x="161163" y="21907"/>
                      <a:pt x="166116" y="11049"/>
                      <a:pt x="1709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32" name="Forme libre : forme 9231">
                <a:extLst>
                  <a:ext uri="{FF2B5EF4-FFF2-40B4-BE49-F238E27FC236}">
                    <a16:creationId xmlns:a16="http://schemas.microsoft.com/office/drawing/2014/main" id="{94EAAD2B-F762-48E8-8197-4EDA36481A76}"/>
                  </a:ext>
                </a:extLst>
              </p:cNvPr>
              <p:cNvSpPr/>
              <p:nvPr/>
            </p:nvSpPr>
            <p:spPr>
              <a:xfrm>
                <a:off x="5928430" y="4557045"/>
                <a:ext cx="96612" cy="393763"/>
              </a:xfrm>
              <a:custGeom>
                <a:avLst/>
                <a:gdLst>
                  <a:gd name="connsiteX0" fmla="*/ 72324 w 96612"/>
                  <a:gd name="connsiteY0" fmla="*/ 0 h 393763"/>
                  <a:gd name="connsiteX1" fmla="*/ 58608 w 96612"/>
                  <a:gd name="connsiteY1" fmla="*/ 109823 h 393763"/>
                  <a:gd name="connsiteX2" fmla="*/ 37939 w 96612"/>
                  <a:gd name="connsiteY2" fmla="*/ 161639 h 393763"/>
                  <a:gd name="connsiteX3" fmla="*/ 17555 w 96612"/>
                  <a:gd name="connsiteY3" fmla="*/ 212217 h 393763"/>
                  <a:gd name="connsiteX4" fmla="*/ 8697 w 96612"/>
                  <a:gd name="connsiteY4" fmla="*/ 265176 h 393763"/>
                  <a:gd name="connsiteX5" fmla="*/ 20793 w 96612"/>
                  <a:gd name="connsiteY5" fmla="*/ 316897 h 393763"/>
                  <a:gd name="connsiteX6" fmla="*/ 96612 w 96612"/>
                  <a:gd name="connsiteY6" fmla="*/ 393764 h 393763"/>
                  <a:gd name="connsiteX7" fmla="*/ 72609 w 96612"/>
                  <a:gd name="connsiteY7" fmla="*/ 379857 h 393763"/>
                  <a:gd name="connsiteX8" fmla="*/ 61084 w 96612"/>
                  <a:gd name="connsiteY8" fmla="*/ 372046 h 393763"/>
                  <a:gd name="connsiteX9" fmla="*/ 50130 w 96612"/>
                  <a:gd name="connsiteY9" fmla="*/ 363379 h 393763"/>
                  <a:gd name="connsiteX10" fmla="*/ 14221 w 96612"/>
                  <a:gd name="connsiteY10" fmla="*/ 320230 h 393763"/>
                  <a:gd name="connsiteX11" fmla="*/ 29 w 96612"/>
                  <a:gd name="connsiteY11" fmla="*/ 265367 h 393763"/>
                  <a:gd name="connsiteX12" fmla="*/ 8411 w 96612"/>
                  <a:gd name="connsiteY12" fmla="*/ 209455 h 393763"/>
                  <a:gd name="connsiteX13" fmla="*/ 30128 w 96612"/>
                  <a:gd name="connsiteY13" fmla="*/ 157829 h 393763"/>
                  <a:gd name="connsiteX14" fmla="*/ 51749 w 96612"/>
                  <a:gd name="connsiteY14" fmla="*/ 107442 h 393763"/>
                  <a:gd name="connsiteX15" fmla="*/ 66704 w 96612"/>
                  <a:gd name="connsiteY15" fmla="*/ 54674 h 393763"/>
                  <a:gd name="connsiteX16" fmla="*/ 72324 w 96612"/>
                  <a:gd name="connsiteY16" fmla="*/ 0 h 3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6612" h="393763">
                    <a:moveTo>
                      <a:pt x="72324" y="0"/>
                    </a:moveTo>
                    <a:cubicBezTo>
                      <a:pt x="76610" y="36862"/>
                      <a:pt x="69657" y="74390"/>
                      <a:pt x="58608" y="109823"/>
                    </a:cubicBezTo>
                    <a:cubicBezTo>
                      <a:pt x="53083" y="127635"/>
                      <a:pt x="45939" y="144875"/>
                      <a:pt x="37939" y="161639"/>
                    </a:cubicBezTo>
                    <a:cubicBezTo>
                      <a:pt x="30223" y="178308"/>
                      <a:pt x="22413" y="194786"/>
                      <a:pt x="17555" y="212217"/>
                    </a:cubicBezTo>
                    <a:cubicBezTo>
                      <a:pt x="12221" y="229457"/>
                      <a:pt x="8602" y="247269"/>
                      <a:pt x="8697" y="265176"/>
                    </a:cubicBezTo>
                    <a:cubicBezTo>
                      <a:pt x="8602" y="283083"/>
                      <a:pt x="12983" y="300704"/>
                      <a:pt x="20793" y="316897"/>
                    </a:cubicBezTo>
                    <a:cubicBezTo>
                      <a:pt x="36700" y="349377"/>
                      <a:pt x="66132" y="373571"/>
                      <a:pt x="96612" y="393764"/>
                    </a:cubicBezTo>
                    <a:cubicBezTo>
                      <a:pt x="88611" y="389191"/>
                      <a:pt x="80134" y="385191"/>
                      <a:pt x="72609" y="379857"/>
                    </a:cubicBezTo>
                    <a:lnTo>
                      <a:pt x="61084" y="372046"/>
                    </a:lnTo>
                    <a:lnTo>
                      <a:pt x="50130" y="363379"/>
                    </a:lnTo>
                    <a:cubicBezTo>
                      <a:pt x="36034" y="351187"/>
                      <a:pt x="23365" y="336899"/>
                      <a:pt x="14221" y="320230"/>
                    </a:cubicBezTo>
                    <a:cubicBezTo>
                      <a:pt x="4887" y="303657"/>
                      <a:pt x="315" y="284417"/>
                      <a:pt x="29" y="265367"/>
                    </a:cubicBezTo>
                    <a:cubicBezTo>
                      <a:pt x="-352" y="246317"/>
                      <a:pt x="3077" y="227457"/>
                      <a:pt x="8411" y="209455"/>
                    </a:cubicBezTo>
                    <a:cubicBezTo>
                      <a:pt x="13840" y="191453"/>
                      <a:pt x="22127" y="174498"/>
                      <a:pt x="30128" y="157829"/>
                    </a:cubicBezTo>
                    <a:cubicBezTo>
                      <a:pt x="38415" y="141542"/>
                      <a:pt x="45177" y="124492"/>
                      <a:pt x="51749" y="107442"/>
                    </a:cubicBezTo>
                    <a:cubicBezTo>
                      <a:pt x="58036" y="90297"/>
                      <a:pt x="63180" y="72676"/>
                      <a:pt x="66704" y="54674"/>
                    </a:cubicBezTo>
                    <a:cubicBezTo>
                      <a:pt x="70323" y="36767"/>
                      <a:pt x="72705" y="18479"/>
                      <a:pt x="72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33" name="Forme libre : forme 9232">
                <a:extLst>
                  <a:ext uri="{FF2B5EF4-FFF2-40B4-BE49-F238E27FC236}">
                    <a16:creationId xmlns:a16="http://schemas.microsoft.com/office/drawing/2014/main" id="{B816C21A-6877-4862-9719-CFAE49CE1E11}"/>
                  </a:ext>
                </a:extLst>
              </p:cNvPr>
              <p:cNvSpPr/>
              <p:nvPr/>
            </p:nvSpPr>
            <p:spPr>
              <a:xfrm>
                <a:off x="2979995" y="5040534"/>
                <a:ext cx="2136933" cy="95316"/>
              </a:xfrm>
              <a:custGeom>
                <a:avLst/>
                <a:gdLst>
                  <a:gd name="connsiteX0" fmla="*/ 0 w 2136933"/>
                  <a:gd name="connsiteY0" fmla="*/ 57055 h 95316"/>
                  <a:gd name="connsiteX1" fmla="*/ 535114 w 2136933"/>
                  <a:gd name="connsiteY1" fmla="*/ 74581 h 95316"/>
                  <a:gd name="connsiteX2" fmla="*/ 802672 w 2136933"/>
                  <a:gd name="connsiteY2" fmla="*/ 83153 h 95316"/>
                  <a:gd name="connsiteX3" fmla="*/ 936403 w 2136933"/>
                  <a:gd name="connsiteY3" fmla="*/ 86106 h 95316"/>
                  <a:gd name="connsiteX4" fmla="*/ 1069943 w 2136933"/>
                  <a:gd name="connsiteY4" fmla="*/ 82296 h 95316"/>
                  <a:gd name="connsiteX5" fmla="*/ 1604296 w 2136933"/>
                  <a:gd name="connsiteY5" fmla="*/ 51245 h 95316"/>
                  <a:gd name="connsiteX6" fmla="*/ 1871186 w 2136933"/>
                  <a:gd name="connsiteY6" fmla="*/ 30766 h 95316"/>
                  <a:gd name="connsiteX7" fmla="*/ 2004441 w 2136933"/>
                  <a:gd name="connsiteY7" fmla="*/ 18288 h 95316"/>
                  <a:gd name="connsiteX8" fmla="*/ 2136934 w 2136933"/>
                  <a:gd name="connsiteY8" fmla="*/ 0 h 95316"/>
                  <a:gd name="connsiteX9" fmla="*/ 2004727 w 2136933"/>
                  <a:gd name="connsiteY9" fmla="*/ 20669 h 95316"/>
                  <a:gd name="connsiteX10" fmla="*/ 1871663 w 2136933"/>
                  <a:gd name="connsiteY10" fmla="*/ 35433 h 95316"/>
                  <a:gd name="connsiteX11" fmla="*/ 1604867 w 2136933"/>
                  <a:gd name="connsiteY11" fmla="*/ 58579 h 95316"/>
                  <a:gd name="connsiteX12" fmla="*/ 1070324 w 2136933"/>
                  <a:gd name="connsiteY12" fmla="*/ 91821 h 95316"/>
                  <a:gd name="connsiteX13" fmla="*/ 936307 w 2136933"/>
                  <a:gd name="connsiteY13" fmla="*/ 95250 h 95316"/>
                  <a:gd name="connsiteX14" fmla="*/ 802386 w 2136933"/>
                  <a:gd name="connsiteY14" fmla="*/ 91821 h 95316"/>
                  <a:gd name="connsiteX15" fmla="*/ 534829 w 2136933"/>
                  <a:gd name="connsiteY15" fmla="*/ 81820 h 95316"/>
                  <a:gd name="connsiteX16" fmla="*/ 267367 w 2136933"/>
                  <a:gd name="connsiteY16" fmla="*/ 70199 h 95316"/>
                  <a:gd name="connsiteX17" fmla="*/ 0 w 2136933"/>
                  <a:gd name="connsiteY17" fmla="*/ 57055 h 95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136933" h="95316">
                    <a:moveTo>
                      <a:pt x="0" y="57055"/>
                    </a:moveTo>
                    <a:lnTo>
                      <a:pt x="535114" y="74581"/>
                    </a:lnTo>
                    <a:lnTo>
                      <a:pt x="802672" y="83153"/>
                    </a:lnTo>
                    <a:cubicBezTo>
                      <a:pt x="847249" y="84391"/>
                      <a:pt x="891921" y="85725"/>
                      <a:pt x="936403" y="86106"/>
                    </a:cubicBezTo>
                    <a:cubicBezTo>
                      <a:pt x="980789" y="86487"/>
                      <a:pt x="1025366" y="84106"/>
                      <a:pt x="1069943" y="82296"/>
                    </a:cubicBezTo>
                    <a:cubicBezTo>
                      <a:pt x="1248156" y="74486"/>
                      <a:pt x="1426273" y="63341"/>
                      <a:pt x="1604296" y="51245"/>
                    </a:cubicBezTo>
                    <a:cubicBezTo>
                      <a:pt x="1693355" y="45148"/>
                      <a:pt x="1782318" y="38576"/>
                      <a:pt x="1871186" y="30766"/>
                    </a:cubicBezTo>
                    <a:cubicBezTo>
                      <a:pt x="1915668" y="27051"/>
                      <a:pt x="1960055" y="23050"/>
                      <a:pt x="2004441" y="18288"/>
                    </a:cubicBezTo>
                    <a:cubicBezTo>
                      <a:pt x="2048733" y="13430"/>
                      <a:pt x="2093119" y="8382"/>
                      <a:pt x="2136934" y="0"/>
                    </a:cubicBezTo>
                    <a:cubicBezTo>
                      <a:pt x="2093214" y="9239"/>
                      <a:pt x="2048923" y="15050"/>
                      <a:pt x="2004727" y="20669"/>
                    </a:cubicBezTo>
                    <a:cubicBezTo>
                      <a:pt x="1960436" y="26194"/>
                      <a:pt x="1916049" y="30956"/>
                      <a:pt x="1871663" y="35433"/>
                    </a:cubicBezTo>
                    <a:cubicBezTo>
                      <a:pt x="1782794" y="44196"/>
                      <a:pt x="1693831" y="51625"/>
                      <a:pt x="1604867" y="58579"/>
                    </a:cubicBezTo>
                    <a:cubicBezTo>
                      <a:pt x="1426845" y="72200"/>
                      <a:pt x="1248728" y="83344"/>
                      <a:pt x="1070324" y="91821"/>
                    </a:cubicBezTo>
                    <a:cubicBezTo>
                      <a:pt x="1025747" y="93536"/>
                      <a:pt x="981170" y="95726"/>
                      <a:pt x="936307" y="95250"/>
                    </a:cubicBezTo>
                    <a:cubicBezTo>
                      <a:pt x="891540" y="94679"/>
                      <a:pt x="847058" y="93250"/>
                      <a:pt x="802386" y="91821"/>
                    </a:cubicBezTo>
                    <a:cubicBezTo>
                      <a:pt x="713137" y="88868"/>
                      <a:pt x="623983" y="85725"/>
                      <a:pt x="534829" y="81820"/>
                    </a:cubicBezTo>
                    <a:lnTo>
                      <a:pt x="267367" y="70199"/>
                    </a:lnTo>
                    <a:lnTo>
                      <a:pt x="0" y="5705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34" name="Forme libre : forme 9233">
                <a:extLst>
                  <a:ext uri="{FF2B5EF4-FFF2-40B4-BE49-F238E27FC236}">
                    <a16:creationId xmlns:a16="http://schemas.microsoft.com/office/drawing/2014/main" id="{3F86CD5A-E92E-4861-A29C-67DEB91B0BDE}"/>
                  </a:ext>
                </a:extLst>
              </p:cNvPr>
              <p:cNvSpPr/>
              <p:nvPr/>
            </p:nvSpPr>
            <p:spPr>
              <a:xfrm>
                <a:off x="6133246" y="3907821"/>
                <a:ext cx="1507617" cy="1048321"/>
              </a:xfrm>
              <a:custGeom>
                <a:avLst/>
                <a:gdLst>
                  <a:gd name="connsiteX0" fmla="*/ 0 w 1507617"/>
                  <a:gd name="connsiteY0" fmla="*/ 1048322 h 1048321"/>
                  <a:gd name="connsiteX1" fmla="*/ 225266 w 1507617"/>
                  <a:gd name="connsiteY1" fmla="*/ 990410 h 1048321"/>
                  <a:gd name="connsiteX2" fmla="*/ 433197 w 1507617"/>
                  <a:gd name="connsiteY2" fmla="*/ 887730 h 1048321"/>
                  <a:gd name="connsiteX3" fmla="*/ 524066 w 1507617"/>
                  <a:gd name="connsiteY3" fmla="*/ 815912 h 1048321"/>
                  <a:gd name="connsiteX4" fmla="*/ 544639 w 1507617"/>
                  <a:gd name="connsiteY4" fmla="*/ 795623 h 1048321"/>
                  <a:gd name="connsiteX5" fmla="*/ 564261 w 1507617"/>
                  <a:gd name="connsiteY5" fmla="*/ 774287 h 1048321"/>
                  <a:gd name="connsiteX6" fmla="*/ 601695 w 1507617"/>
                  <a:gd name="connsiteY6" fmla="*/ 729710 h 1048321"/>
                  <a:gd name="connsiteX7" fmla="*/ 765810 w 1507617"/>
                  <a:gd name="connsiteY7" fmla="*/ 563404 h 1048321"/>
                  <a:gd name="connsiteX8" fmla="*/ 946595 w 1507617"/>
                  <a:gd name="connsiteY8" fmla="*/ 415576 h 1048321"/>
                  <a:gd name="connsiteX9" fmla="*/ 1136332 w 1507617"/>
                  <a:gd name="connsiteY9" fmla="*/ 279654 h 1048321"/>
                  <a:gd name="connsiteX10" fmla="*/ 1234250 w 1507617"/>
                  <a:gd name="connsiteY10" fmla="*/ 216122 h 1048321"/>
                  <a:gd name="connsiteX11" fmla="*/ 1283970 w 1507617"/>
                  <a:gd name="connsiteY11" fmla="*/ 185738 h 1048321"/>
                  <a:gd name="connsiteX12" fmla="*/ 1331690 w 1507617"/>
                  <a:gd name="connsiteY12" fmla="*/ 152495 h 1048321"/>
                  <a:gd name="connsiteX13" fmla="*/ 1422654 w 1507617"/>
                  <a:gd name="connsiteY13" fmla="*/ 79724 h 1048321"/>
                  <a:gd name="connsiteX14" fmla="*/ 1507617 w 1507617"/>
                  <a:gd name="connsiteY14" fmla="*/ 0 h 1048321"/>
                  <a:gd name="connsiteX15" fmla="*/ 1424178 w 1507617"/>
                  <a:gd name="connsiteY15" fmla="*/ 81439 h 1048321"/>
                  <a:gd name="connsiteX16" fmla="*/ 1334548 w 1507617"/>
                  <a:gd name="connsiteY16" fmla="*/ 156210 h 1048321"/>
                  <a:gd name="connsiteX17" fmla="*/ 1287018 w 1507617"/>
                  <a:gd name="connsiteY17" fmla="*/ 190214 h 1048321"/>
                  <a:gd name="connsiteX18" fmla="*/ 1237583 w 1507617"/>
                  <a:gd name="connsiteY18" fmla="*/ 221171 h 1048321"/>
                  <a:gd name="connsiteX19" fmla="*/ 1140619 w 1507617"/>
                  <a:gd name="connsiteY19" fmla="*/ 285655 h 1048321"/>
                  <a:gd name="connsiteX20" fmla="*/ 772287 w 1507617"/>
                  <a:gd name="connsiteY20" fmla="*/ 570452 h 1048321"/>
                  <a:gd name="connsiteX21" fmla="*/ 608457 w 1507617"/>
                  <a:gd name="connsiteY21" fmla="*/ 735235 h 1048321"/>
                  <a:gd name="connsiteX22" fmla="*/ 570738 w 1507617"/>
                  <a:gd name="connsiteY22" fmla="*/ 779812 h 1048321"/>
                  <a:gd name="connsiteX23" fmla="*/ 550831 w 1507617"/>
                  <a:gd name="connsiteY23" fmla="*/ 801338 h 1048321"/>
                  <a:gd name="connsiteX24" fmla="*/ 529876 w 1507617"/>
                  <a:gd name="connsiteY24" fmla="*/ 821912 h 1048321"/>
                  <a:gd name="connsiteX25" fmla="*/ 437388 w 1507617"/>
                  <a:gd name="connsiteY25" fmla="*/ 893826 h 1048321"/>
                  <a:gd name="connsiteX26" fmla="*/ 226981 w 1507617"/>
                  <a:gd name="connsiteY26" fmla="*/ 994791 h 1048321"/>
                  <a:gd name="connsiteX27" fmla="*/ 0 w 1507617"/>
                  <a:gd name="connsiteY27" fmla="*/ 1048322 h 1048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507617" h="1048321">
                    <a:moveTo>
                      <a:pt x="0" y="1048322"/>
                    </a:moveTo>
                    <a:cubicBezTo>
                      <a:pt x="76867" y="1036892"/>
                      <a:pt x="152400" y="1016794"/>
                      <a:pt x="225266" y="990410"/>
                    </a:cubicBezTo>
                    <a:cubicBezTo>
                      <a:pt x="298132" y="964025"/>
                      <a:pt x="368904" y="930783"/>
                      <a:pt x="433197" y="887730"/>
                    </a:cubicBezTo>
                    <a:cubicBezTo>
                      <a:pt x="465297" y="866204"/>
                      <a:pt x="495871" y="842296"/>
                      <a:pt x="524066" y="815912"/>
                    </a:cubicBezTo>
                    <a:cubicBezTo>
                      <a:pt x="530923" y="809149"/>
                      <a:pt x="537972" y="802577"/>
                      <a:pt x="544639" y="795623"/>
                    </a:cubicBezTo>
                    <a:cubicBezTo>
                      <a:pt x="551116" y="788480"/>
                      <a:pt x="557879" y="781622"/>
                      <a:pt x="564261" y="774287"/>
                    </a:cubicBezTo>
                    <a:lnTo>
                      <a:pt x="601695" y="729710"/>
                    </a:lnTo>
                    <a:cubicBezTo>
                      <a:pt x="652082" y="670084"/>
                      <a:pt x="707993" y="615506"/>
                      <a:pt x="765810" y="563404"/>
                    </a:cubicBezTo>
                    <a:cubicBezTo>
                      <a:pt x="824008" y="511588"/>
                      <a:pt x="884777" y="462820"/>
                      <a:pt x="946595" y="415576"/>
                    </a:cubicBezTo>
                    <a:cubicBezTo>
                      <a:pt x="1008602" y="368522"/>
                      <a:pt x="1071658" y="322898"/>
                      <a:pt x="1136332" y="279654"/>
                    </a:cubicBezTo>
                    <a:cubicBezTo>
                      <a:pt x="1168622" y="257937"/>
                      <a:pt x="1201198" y="236696"/>
                      <a:pt x="1234250" y="216122"/>
                    </a:cubicBezTo>
                    <a:cubicBezTo>
                      <a:pt x="1250632" y="205645"/>
                      <a:pt x="1267778" y="196120"/>
                      <a:pt x="1283970" y="185738"/>
                    </a:cubicBezTo>
                    <a:cubicBezTo>
                      <a:pt x="1300258" y="175355"/>
                      <a:pt x="1316070" y="164021"/>
                      <a:pt x="1331690" y="152495"/>
                    </a:cubicBezTo>
                    <a:cubicBezTo>
                      <a:pt x="1362933" y="129445"/>
                      <a:pt x="1393127" y="105061"/>
                      <a:pt x="1422654" y="79724"/>
                    </a:cubicBezTo>
                    <a:cubicBezTo>
                      <a:pt x="1452086" y="54388"/>
                      <a:pt x="1480947" y="28194"/>
                      <a:pt x="1507617" y="0"/>
                    </a:cubicBezTo>
                    <a:cubicBezTo>
                      <a:pt x="1481424" y="28766"/>
                      <a:pt x="1453039" y="55436"/>
                      <a:pt x="1424178" y="81439"/>
                    </a:cubicBezTo>
                    <a:cubicBezTo>
                      <a:pt x="1395222" y="107347"/>
                      <a:pt x="1365409" y="132493"/>
                      <a:pt x="1334548" y="156210"/>
                    </a:cubicBezTo>
                    <a:cubicBezTo>
                      <a:pt x="1319022" y="168021"/>
                      <a:pt x="1303306" y="179546"/>
                      <a:pt x="1287018" y="190214"/>
                    </a:cubicBezTo>
                    <a:cubicBezTo>
                      <a:pt x="1270635" y="200978"/>
                      <a:pt x="1253871" y="210598"/>
                      <a:pt x="1237583" y="221171"/>
                    </a:cubicBezTo>
                    <a:cubicBezTo>
                      <a:pt x="1204913" y="242126"/>
                      <a:pt x="1172528" y="263652"/>
                      <a:pt x="1140619" y="285655"/>
                    </a:cubicBezTo>
                    <a:cubicBezTo>
                      <a:pt x="1012793" y="373856"/>
                      <a:pt x="888206" y="467201"/>
                      <a:pt x="772287" y="570452"/>
                    </a:cubicBezTo>
                    <a:cubicBezTo>
                      <a:pt x="714470" y="622078"/>
                      <a:pt x="658654" y="676275"/>
                      <a:pt x="608457" y="735235"/>
                    </a:cubicBezTo>
                    <a:lnTo>
                      <a:pt x="570738" y="779812"/>
                    </a:lnTo>
                    <a:cubicBezTo>
                      <a:pt x="564261" y="787146"/>
                      <a:pt x="557403" y="794195"/>
                      <a:pt x="550831" y="801338"/>
                    </a:cubicBezTo>
                    <a:cubicBezTo>
                      <a:pt x="544068" y="808387"/>
                      <a:pt x="536829" y="815054"/>
                      <a:pt x="529876" y="821912"/>
                    </a:cubicBezTo>
                    <a:cubicBezTo>
                      <a:pt x="501301" y="848678"/>
                      <a:pt x="470154" y="872490"/>
                      <a:pt x="437388" y="893826"/>
                    </a:cubicBezTo>
                    <a:cubicBezTo>
                      <a:pt x="371951" y="936498"/>
                      <a:pt x="300514" y="969169"/>
                      <a:pt x="226981" y="994791"/>
                    </a:cubicBezTo>
                    <a:cubicBezTo>
                      <a:pt x="153067" y="1019747"/>
                      <a:pt x="77153" y="1038415"/>
                      <a:pt x="0" y="10483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35" name="Forme libre : forme 9234">
                <a:extLst>
                  <a:ext uri="{FF2B5EF4-FFF2-40B4-BE49-F238E27FC236}">
                    <a16:creationId xmlns:a16="http://schemas.microsoft.com/office/drawing/2014/main" id="{918A9048-F78F-4A49-9324-C1AD5728DE9E}"/>
                  </a:ext>
                </a:extLst>
              </p:cNvPr>
              <p:cNvSpPr/>
              <p:nvPr/>
            </p:nvSpPr>
            <p:spPr>
              <a:xfrm>
                <a:off x="7819358" y="2561558"/>
                <a:ext cx="111171" cy="820292"/>
              </a:xfrm>
              <a:custGeom>
                <a:avLst/>
                <a:gdLst>
                  <a:gd name="connsiteX0" fmla="*/ 106684 w 111171"/>
                  <a:gd name="connsiteY0" fmla="*/ 0 h 820292"/>
                  <a:gd name="connsiteX1" fmla="*/ 111065 w 111171"/>
                  <a:gd name="connsiteY1" fmla="*/ 52007 h 820292"/>
                  <a:gd name="connsiteX2" fmla="*/ 110970 w 111171"/>
                  <a:gd name="connsiteY2" fmla="*/ 78105 h 820292"/>
                  <a:gd name="connsiteX3" fmla="*/ 109637 w 111171"/>
                  <a:gd name="connsiteY3" fmla="*/ 104204 h 820292"/>
                  <a:gd name="connsiteX4" fmla="*/ 94587 w 111171"/>
                  <a:gd name="connsiteY4" fmla="*/ 207645 h 820292"/>
                  <a:gd name="connsiteX5" fmla="*/ 82585 w 111171"/>
                  <a:gd name="connsiteY5" fmla="*/ 258604 h 820292"/>
                  <a:gd name="connsiteX6" fmla="*/ 67822 w 111171"/>
                  <a:gd name="connsiteY6" fmla="*/ 308801 h 820292"/>
                  <a:gd name="connsiteX7" fmla="*/ 50867 w 111171"/>
                  <a:gd name="connsiteY7" fmla="*/ 358235 h 820292"/>
                  <a:gd name="connsiteX8" fmla="*/ 32865 w 111171"/>
                  <a:gd name="connsiteY8" fmla="*/ 407099 h 820292"/>
                  <a:gd name="connsiteX9" fmla="*/ 11910 w 111171"/>
                  <a:gd name="connsiteY9" fmla="*/ 508349 h 820292"/>
                  <a:gd name="connsiteX10" fmla="*/ 5528 w 111171"/>
                  <a:gd name="connsiteY10" fmla="*/ 612172 h 820292"/>
                  <a:gd name="connsiteX11" fmla="*/ 7243 w 111171"/>
                  <a:gd name="connsiteY11" fmla="*/ 716280 h 820292"/>
                  <a:gd name="connsiteX12" fmla="*/ 14767 w 111171"/>
                  <a:gd name="connsiteY12" fmla="*/ 820293 h 820292"/>
                  <a:gd name="connsiteX13" fmla="*/ 4 w 111171"/>
                  <a:gd name="connsiteY13" fmla="*/ 612077 h 820292"/>
                  <a:gd name="connsiteX14" fmla="*/ 5433 w 111171"/>
                  <a:gd name="connsiteY14" fmla="*/ 507587 h 820292"/>
                  <a:gd name="connsiteX15" fmla="*/ 26102 w 111171"/>
                  <a:gd name="connsiteY15" fmla="*/ 404813 h 820292"/>
                  <a:gd name="connsiteX16" fmla="*/ 44485 w 111171"/>
                  <a:gd name="connsiteY16" fmla="*/ 355854 h 820292"/>
                  <a:gd name="connsiteX17" fmla="*/ 61630 w 111171"/>
                  <a:gd name="connsiteY17" fmla="*/ 306705 h 820292"/>
                  <a:gd name="connsiteX18" fmla="*/ 76585 w 111171"/>
                  <a:gd name="connsiteY18" fmla="*/ 256889 h 820292"/>
                  <a:gd name="connsiteX19" fmla="*/ 89158 w 111171"/>
                  <a:gd name="connsiteY19" fmla="*/ 206407 h 820292"/>
                  <a:gd name="connsiteX20" fmla="*/ 106112 w 111171"/>
                  <a:gd name="connsiteY20" fmla="*/ 103822 h 820292"/>
                  <a:gd name="connsiteX21" fmla="*/ 108303 w 111171"/>
                  <a:gd name="connsiteY21" fmla="*/ 77914 h 820292"/>
                  <a:gd name="connsiteX22" fmla="*/ 109255 w 111171"/>
                  <a:gd name="connsiteY22" fmla="*/ 51911 h 820292"/>
                  <a:gd name="connsiteX23" fmla="*/ 106684 w 111171"/>
                  <a:gd name="connsiteY23" fmla="*/ 0 h 820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1171" h="820292">
                    <a:moveTo>
                      <a:pt x="106684" y="0"/>
                    </a:moveTo>
                    <a:cubicBezTo>
                      <a:pt x="109732" y="17145"/>
                      <a:pt x="110780" y="34576"/>
                      <a:pt x="111065" y="52007"/>
                    </a:cubicBezTo>
                    <a:cubicBezTo>
                      <a:pt x="111351" y="60674"/>
                      <a:pt x="110970" y="69437"/>
                      <a:pt x="110970" y="78105"/>
                    </a:cubicBezTo>
                    <a:cubicBezTo>
                      <a:pt x="110494" y="86773"/>
                      <a:pt x="110208" y="95536"/>
                      <a:pt x="109637" y="104204"/>
                    </a:cubicBezTo>
                    <a:cubicBezTo>
                      <a:pt x="107065" y="138970"/>
                      <a:pt x="101731" y="173546"/>
                      <a:pt x="94587" y="207645"/>
                    </a:cubicBezTo>
                    <a:cubicBezTo>
                      <a:pt x="91348" y="224790"/>
                      <a:pt x="86872" y="241649"/>
                      <a:pt x="82585" y="258604"/>
                    </a:cubicBezTo>
                    <a:cubicBezTo>
                      <a:pt x="77823" y="275368"/>
                      <a:pt x="73156" y="292227"/>
                      <a:pt x="67822" y="308801"/>
                    </a:cubicBezTo>
                    <a:cubicBezTo>
                      <a:pt x="62107" y="325279"/>
                      <a:pt x="57249" y="342043"/>
                      <a:pt x="50867" y="358235"/>
                    </a:cubicBezTo>
                    <a:cubicBezTo>
                      <a:pt x="44867" y="374523"/>
                      <a:pt x="38485" y="390906"/>
                      <a:pt x="32865" y="407099"/>
                    </a:cubicBezTo>
                    <a:cubicBezTo>
                      <a:pt x="22102" y="439769"/>
                      <a:pt x="15910" y="474059"/>
                      <a:pt x="11910" y="508349"/>
                    </a:cubicBezTo>
                    <a:cubicBezTo>
                      <a:pt x="7814" y="542735"/>
                      <a:pt x="6290" y="577405"/>
                      <a:pt x="5528" y="612172"/>
                    </a:cubicBezTo>
                    <a:cubicBezTo>
                      <a:pt x="4862" y="646843"/>
                      <a:pt x="5528" y="681609"/>
                      <a:pt x="7243" y="716280"/>
                    </a:cubicBezTo>
                    <a:cubicBezTo>
                      <a:pt x="8767" y="750951"/>
                      <a:pt x="11053" y="785717"/>
                      <a:pt x="14767" y="820293"/>
                    </a:cubicBezTo>
                    <a:cubicBezTo>
                      <a:pt x="5052" y="751427"/>
                      <a:pt x="4" y="681800"/>
                      <a:pt x="4" y="612077"/>
                    </a:cubicBezTo>
                    <a:cubicBezTo>
                      <a:pt x="-92" y="577215"/>
                      <a:pt x="1623" y="542354"/>
                      <a:pt x="5433" y="507587"/>
                    </a:cubicBezTo>
                    <a:cubicBezTo>
                      <a:pt x="9243" y="472916"/>
                      <a:pt x="15244" y="438245"/>
                      <a:pt x="26102" y="404813"/>
                    </a:cubicBezTo>
                    <a:cubicBezTo>
                      <a:pt x="32008" y="388144"/>
                      <a:pt x="38294" y="372142"/>
                      <a:pt x="44485" y="355854"/>
                    </a:cubicBezTo>
                    <a:cubicBezTo>
                      <a:pt x="50962" y="339757"/>
                      <a:pt x="55915" y="323088"/>
                      <a:pt x="61630" y="306705"/>
                    </a:cubicBezTo>
                    <a:cubicBezTo>
                      <a:pt x="66964" y="290227"/>
                      <a:pt x="71822" y="273558"/>
                      <a:pt x="76585" y="256889"/>
                    </a:cubicBezTo>
                    <a:cubicBezTo>
                      <a:pt x="80776" y="240030"/>
                      <a:pt x="85633" y="223361"/>
                      <a:pt x="89158" y="206407"/>
                    </a:cubicBezTo>
                    <a:cubicBezTo>
                      <a:pt x="96968" y="172593"/>
                      <a:pt x="102778" y="138303"/>
                      <a:pt x="106112" y="103822"/>
                    </a:cubicBezTo>
                    <a:cubicBezTo>
                      <a:pt x="106969" y="95155"/>
                      <a:pt x="107541" y="86582"/>
                      <a:pt x="108303" y="77914"/>
                    </a:cubicBezTo>
                    <a:cubicBezTo>
                      <a:pt x="108589" y="69247"/>
                      <a:pt x="109255" y="60579"/>
                      <a:pt x="109255" y="51911"/>
                    </a:cubicBezTo>
                    <a:cubicBezTo>
                      <a:pt x="109637" y="34576"/>
                      <a:pt x="109160" y="17240"/>
                      <a:pt x="1066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36" name="Forme libre : forme 9235">
                <a:extLst>
                  <a:ext uri="{FF2B5EF4-FFF2-40B4-BE49-F238E27FC236}">
                    <a16:creationId xmlns:a16="http://schemas.microsoft.com/office/drawing/2014/main" id="{FD93D417-F225-4717-B96A-DDBE0EEEEFB5}"/>
                  </a:ext>
                </a:extLst>
              </p:cNvPr>
              <p:cNvSpPr/>
              <p:nvPr/>
            </p:nvSpPr>
            <p:spPr>
              <a:xfrm>
                <a:off x="7073364" y="2023456"/>
                <a:ext cx="300132" cy="33372"/>
              </a:xfrm>
              <a:custGeom>
                <a:avLst/>
                <a:gdLst>
                  <a:gd name="connsiteX0" fmla="*/ 0 w 300132"/>
                  <a:gd name="connsiteY0" fmla="*/ 26324 h 33372"/>
                  <a:gd name="connsiteX1" fmla="*/ 18192 w 300132"/>
                  <a:gd name="connsiteY1" fmla="*/ 31372 h 33372"/>
                  <a:gd name="connsiteX2" fmla="*/ 37148 w 300132"/>
                  <a:gd name="connsiteY2" fmla="*/ 32229 h 33372"/>
                  <a:gd name="connsiteX3" fmla="*/ 74866 w 300132"/>
                  <a:gd name="connsiteY3" fmla="*/ 28419 h 33372"/>
                  <a:gd name="connsiteX4" fmla="*/ 149066 w 300132"/>
                  <a:gd name="connsiteY4" fmla="*/ 11655 h 33372"/>
                  <a:gd name="connsiteX5" fmla="*/ 224504 w 300132"/>
                  <a:gd name="connsiteY5" fmla="*/ 606 h 33372"/>
                  <a:gd name="connsiteX6" fmla="*/ 300133 w 300132"/>
                  <a:gd name="connsiteY6" fmla="*/ 7274 h 33372"/>
                  <a:gd name="connsiteX7" fmla="*/ 224600 w 300132"/>
                  <a:gd name="connsiteY7" fmla="*/ 2130 h 33372"/>
                  <a:gd name="connsiteX8" fmla="*/ 149543 w 300132"/>
                  <a:gd name="connsiteY8" fmla="*/ 13941 h 33372"/>
                  <a:gd name="connsiteX9" fmla="*/ 75057 w 300132"/>
                  <a:gd name="connsiteY9" fmla="*/ 29943 h 33372"/>
                  <a:gd name="connsiteX10" fmla="*/ 37052 w 300132"/>
                  <a:gd name="connsiteY10" fmla="*/ 33372 h 33372"/>
                  <a:gd name="connsiteX11" fmla="*/ 18002 w 300132"/>
                  <a:gd name="connsiteY11" fmla="*/ 31944 h 33372"/>
                  <a:gd name="connsiteX12" fmla="*/ 0 w 300132"/>
                  <a:gd name="connsiteY12" fmla="*/ 26324 h 3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0132" h="33372">
                    <a:moveTo>
                      <a:pt x="0" y="26324"/>
                    </a:moveTo>
                    <a:cubicBezTo>
                      <a:pt x="5525" y="29467"/>
                      <a:pt x="11906" y="30515"/>
                      <a:pt x="18192" y="31372"/>
                    </a:cubicBezTo>
                    <a:cubicBezTo>
                      <a:pt x="24479" y="32229"/>
                      <a:pt x="30766" y="32325"/>
                      <a:pt x="37148" y="32229"/>
                    </a:cubicBezTo>
                    <a:cubicBezTo>
                      <a:pt x="49816" y="31944"/>
                      <a:pt x="62389" y="30610"/>
                      <a:pt x="74866" y="28419"/>
                    </a:cubicBezTo>
                    <a:cubicBezTo>
                      <a:pt x="99822" y="24038"/>
                      <a:pt x="124206" y="16894"/>
                      <a:pt x="149066" y="11655"/>
                    </a:cubicBezTo>
                    <a:cubicBezTo>
                      <a:pt x="173927" y="6512"/>
                      <a:pt x="199073" y="2321"/>
                      <a:pt x="224504" y="606"/>
                    </a:cubicBezTo>
                    <a:cubicBezTo>
                      <a:pt x="249841" y="-1013"/>
                      <a:pt x="275654" y="416"/>
                      <a:pt x="300133" y="7274"/>
                    </a:cubicBezTo>
                    <a:cubicBezTo>
                      <a:pt x="275368" y="1368"/>
                      <a:pt x="249841" y="416"/>
                      <a:pt x="224600" y="2130"/>
                    </a:cubicBezTo>
                    <a:cubicBezTo>
                      <a:pt x="199358" y="4131"/>
                      <a:pt x="174307" y="8607"/>
                      <a:pt x="149543" y="13941"/>
                    </a:cubicBezTo>
                    <a:cubicBezTo>
                      <a:pt x="124683" y="18799"/>
                      <a:pt x="100203" y="25752"/>
                      <a:pt x="75057" y="29943"/>
                    </a:cubicBezTo>
                    <a:cubicBezTo>
                      <a:pt x="62484" y="31944"/>
                      <a:pt x="49816" y="33277"/>
                      <a:pt x="37052" y="33372"/>
                    </a:cubicBezTo>
                    <a:cubicBezTo>
                      <a:pt x="30671" y="33277"/>
                      <a:pt x="24289" y="32991"/>
                      <a:pt x="18002" y="31944"/>
                    </a:cubicBezTo>
                    <a:cubicBezTo>
                      <a:pt x="11906" y="30896"/>
                      <a:pt x="5525" y="29562"/>
                      <a:pt x="0" y="263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37" name="Forme libre : forme 9236">
                <a:extLst>
                  <a:ext uri="{FF2B5EF4-FFF2-40B4-BE49-F238E27FC236}">
                    <a16:creationId xmlns:a16="http://schemas.microsoft.com/office/drawing/2014/main" id="{3C5EDAC6-BF93-46E0-91CF-32A8B9F19987}"/>
                  </a:ext>
                </a:extLst>
              </p:cNvPr>
              <p:cNvSpPr/>
              <p:nvPr/>
            </p:nvSpPr>
            <p:spPr>
              <a:xfrm>
                <a:off x="7578570" y="1828037"/>
                <a:ext cx="202882" cy="91820"/>
              </a:xfrm>
              <a:custGeom>
                <a:avLst/>
                <a:gdLst>
                  <a:gd name="connsiteX0" fmla="*/ 0 w 202882"/>
                  <a:gd name="connsiteY0" fmla="*/ 0 h 91820"/>
                  <a:gd name="connsiteX1" fmla="*/ 56865 w 202882"/>
                  <a:gd name="connsiteY1" fmla="*/ 4763 h 91820"/>
                  <a:gd name="connsiteX2" fmla="*/ 84487 w 202882"/>
                  <a:gd name="connsiteY2" fmla="*/ 12287 h 91820"/>
                  <a:gd name="connsiteX3" fmla="*/ 109252 w 202882"/>
                  <a:gd name="connsiteY3" fmla="*/ 26765 h 91820"/>
                  <a:gd name="connsiteX4" fmla="*/ 155448 w 202882"/>
                  <a:gd name="connsiteY4" fmla="*/ 60293 h 91820"/>
                  <a:gd name="connsiteX5" fmla="*/ 178689 w 202882"/>
                  <a:gd name="connsiteY5" fmla="*/ 76867 h 91820"/>
                  <a:gd name="connsiteX6" fmla="*/ 202883 w 202882"/>
                  <a:gd name="connsiteY6" fmla="*/ 91821 h 91820"/>
                  <a:gd name="connsiteX7" fmla="*/ 154591 w 202882"/>
                  <a:gd name="connsiteY7" fmla="*/ 61532 h 91820"/>
                  <a:gd name="connsiteX8" fmla="*/ 108014 w 202882"/>
                  <a:gd name="connsiteY8" fmla="*/ 28766 h 91820"/>
                  <a:gd name="connsiteX9" fmla="*/ 83820 w 202882"/>
                  <a:gd name="connsiteY9" fmla="*/ 14192 h 91820"/>
                  <a:gd name="connsiteX10" fmla="*/ 56674 w 202882"/>
                  <a:gd name="connsiteY10" fmla="*/ 6382 h 91820"/>
                  <a:gd name="connsiteX11" fmla="*/ 0 w 202882"/>
                  <a:gd name="connsiteY11" fmla="*/ 0 h 91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2882" h="91820">
                    <a:moveTo>
                      <a:pt x="0" y="0"/>
                    </a:moveTo>
                    <a:cubicBezTo>
                      <a:pt x="19050" y="95"/>
                      <a:pt x="38100" y="1333"/>
                      <a:pt x="56865" y="4763"/>
                    </a:cubicBezTo>
                    <a:cubicBezTo>
                      <a:pt x="66199" y="6477"/>
                      <a:pt x="75534" y="8763"/>
                      <a:pt x="84487" y="12287"/>
                    </a:cubicBezTo>
                    <a:cubicBezTo>
                      <a:pt x="93536" y="16002"/>
                      <a:pt x="101251" y="21526"/>
                      <a:pt x="109252" y="26765"/>
                    </a:cubicBezTo>
                    <a:cubicBezTo>
                      <a:pt x="124873" y="37624"/>
                      <a:pt x="140113" y="49054"/>
                      <a:pt x="155448" y="60293"/>
                    </a:cubicBezTo>
                    <a:cubicBezTo>
                      <a:pt x="163163" y="65913"/>
                      <a:pt x="170784" y="71438"/>
                      <a:pt x="178689" y="76867"/>
                    </a:cubicBezTo>
                    <a:cubicBezTo>
                      <a:pt x="186500" y="82296"/>
                      <a:pt x="194215" y="87821"/>
                      <a:pt x="202883" y="91821"/>
                    </a:cubicBezTo>
                    <a:cubicBezTo>
                      <a:pt x="185547" y="83915"/>
                      <a:pt x="170212" y="72390"/>
                      <a:pt x="154591" y="61532"/>
                    </a:cubicBezTo>
                    <a:cubicBezTo>
                      <a:pt x="139065" y="50578"/>
                      <a:pt x="123730" y="39338"/>
                      <a:pt x="108014" y="28766"/>
                    </a:cubicBezTo>
                    <a:cubicBezTo>
                      <a:pt x="100203" y="23527"/>
                      <a:pt x="92488" y="17812"/>
                      <a:pt x="83820" y="14192"/>
                    </a:cubicBezTo>
                    <a:cubicBezTo>
                      <a:pt x="75152" y="10573"/>
                      <a:pt x="65913" y="8192"/>
                      <a:pt x="56674" y="6382"/>
                    </a:cubicBezTo>
                    <a:cubicBezTo>
                      <a:pt x="37910" y="2858"/>
                      <a:pt x="19050" y="95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38" name="Forme libre : forme 9237">
                <a:extLst>
                  <a:ext uri="{FF2B5EF4-FFF2-40B4-BE49-F238E27FC236}">
                    <a16:creationId xmlns:a16="http://schemas.microsoft.com/office/drawing/2014/main" id="{4047BC83-7D3C-4A7A-AA09-7F140728EE4B}"/>
                  </a:ext>
                </a:extLst>
              </p:cNvPr>
              <p:cNvSpPr/>
              <p:nvPr/>
            </p:nvSpPr>
            <p:spPr>
              <a:xfrm>
                <a:off x="7953188" y="1556384"/>
                <a:ext cx="52196" cy="334137"/>
              </a:xfrm>
              <a:custGeom>
                <a:avLst/>
                <a:gdLst>
                  <a:gd name="connsiteX0" fmla="*/ 52197 w 52196"/>
                  <a:gd name="connsiteY0" fmla="*/ 0 h 334137"/>
                  <a:gd name="connsiteX1" fmla="*/ 36766 w 52196"/>
                  <a:gd name="connsiteY1" fmla="*/ 39910 h 334137"/>
                  <a:gd name="connsiteX2" fmla="*/ 31147 w 52196"/>
                  <a:gd name="connsiteY2" fmla="*/ 82296 h 334137"/>
                  <a:gd name="connsiteX3" fmla="*/ 37243 w 52196"/>
                  <a:gd name="connsiteY3" fmla="*/ 167926 h 334137"/>
                  <a:gd name="connsiteX4" fmla="*/ 32481 w 52196"/>
                  <a:gd name="connsiteY4" fmla="*/ 254318 h 334137"/>
                  <a:gd name="connsiteX5" fmla="*/ 18859 w 52196"/>
                  <a:gd name="connsiteY5" fmla="*/ 295370 h 334137"/>
                  <a:gd name="connsiteX6" fmla="*/ 0 w 52196"/>
                  <a:gd name="connsiteY6" fmla="*/ 334137 h 334137"/>
                  <a:gd name="connsiteX7" fmla="*/ 28956 w 52196"/>
                  <a:gd name="connsiteY7" fmla="*/ 253460 h 334137"/>
                  <a:gd name="connsiteX8" fmla="*/ 32575 w 52196"/>
                  <a:gd name="connsiteY8" fmla="*/ 168307 h 334137"/>
                  <a:gd name="connsiteX9" fmla="*/ 27527 w 52196"/>
                  <a:gd name="connsiteY9" fmla="*/ 82106 h 334137"/>
                  <a:gd name="connsiteX10" fmla="*/ 52197 w 52196"/>
                  <a:gd name="connsiteY10" fmla="*/ 0 h 33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6" h="334137">
                    <a:moveTo>
                      <a:pt x="52197" y="0"/>
                    </a:moveTo>
                    <a:cubicBezTo>
                      <a:pt x="44672" y="12287"/>
                      <a:pt x="40100" y="26099"/>
                      <a:pt x="36766" y="39910"/>
                    </a:cubicBezTo>
                    <a:cubicBezTo>
                      <a:pt x="33433" y="53816"/>
                      <a:pt x="31528" y="68008"/>
                      <a:pt x="31147" y="82296"/>
                    </a:cubicBezTo>
                    <a:cubicBezTo>
                      <a:pt x="29718" y="110871"/>
                      <a:pt x="34957" y="139160"/>
                      <a:pt x="37243" y="167926"/>
                    </a:cubicBezTo>
                    <a:cubicBezTo>
                      <a:pt x="39338" y="196596"/>
                      <a:pt x="39434" y="226028"/>
                      <a:pt x="32481" y="254318"/>
                    </a:cubicBezTo>
                    <a:cubicBezTo>
                      <a:pt x="29051" y="268415"/>
                      <a:pt x="24384" y="282131"/>
                      <a:pt x="18859" y="295370"/>
                    </a:cubicBezTo>
                    <a:cubicBezTo>
                      <a:pt x="13240" y="308705"/>
                      <a:pt x="6668" y="321469"/>
                      <a:pt x="0" y="334137"/>
                    </a:cubicBezTo>
                    <a:cubicBezTo>
                      <a:pt x="12097" y="308039"/>
                      <a:pt x="22956" y="281369"/>
                      <a:pt x="28956" y="253460"/>
                    </a:cubicBezTo>
                    <a:cubicBezTo>
                      <a:pt x="35052" y="225552"/>
                      <a:pt x="34957" y="196787"/>
                      <a:pt x="32575" y="168307"/>
                    </a:cubicBezTo>
                    <a:cubicBezTo>
                      <a:pt x="30766" y="139827"/>
                      <a:pt x="25337" y="111157"/>
                      <a:pt x="27527" y="82106"/>
                    </a:cubicBezTo>
                    <a:cubicBezTo>
                      <a:pt x="29433" y="53435"/>
                      <a:pt x="36195" y="24098"/>
                      <a:pt x="521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39" name="Forme libre : forme 9238">
                <a:extLst>
                  <a:ext uri="{FF2B5EF4-FFF2-40B4-BE49-F238E27FC236}">
                    <a16:creationId xmlns:a16="http://schemas.microsoft.com/office/drawing/2014/main" id="{54572B4D-EAEB-4F56-BD4E-BC4F4406D2E9}"/>
                  </a:ext>
                </a:extLst>
              </p:cNvPr>
              <p:cNvSpPr/>
              <p:nvPr/>
            </p:nvSpPr>
            <p:spPr>
              <a:xfrm>
                <a:off x="5871785" y="4317206"/>
                <a:ext cx="134302" cy="227266"/>
              </a:xfrm>
              <a:custGeom>
                <a:avLst/>
                <a:gdLst>
                  <a:gd name="connsiteX0" fmla="*/ 134303 w 134302"/>
                  <a:gd name="connsiteY0" fmla="*/ 227266 h 227266"/>
                  <a:gd name="connsiteX1" fmla="*/ 121063 w 134302"/>
                  <a:gd name="connsiteY1" fmla="*/ 193929 h 227266"/>
                  <a:gd name="connsiteX2" fmla="*/ 106013 w 134302"/>
                  <a:gd name="connsiteY2" fmla="*/ 161735 h 227266"/>
                  <a:gd name="connsiteX3" fmla="*/ 78105 w 134302"/>
                  <a:gd name="connsiteY3" fmla="*/ 140684 h 227266"/>
                  <a:gd name="connsiteX4" fmla="*/ 44291 w 134302"/>
                  <a:gd name="connsiteY4" fmla="*/ 129254 h 227266"/>
                  <a:gd name="connsiteX5" fmla="*/ 27718 w 134302"/>
                  <a:gd name="connsiteY5" fmla="*/ 121634 h 227266"/>
                  <a:gd name="connsiteX6" fmla="*/ 21241 w 134302"/>
                  <a:gd name="connsiteY6" fmla="*/ 104489 h 227266"/>
                  <a:gd name="connsiteX7" fmla="*/ 18955 w 134302"/>
                  <a:gd name="connsiteY7" fmla="*/ 68771 h 227266"/>
                  <a:gd name="connsiteX8" fmla="*/ 0 w 134302"/>
                  <a:gd name="connsiteY8" fmla="*/ 0 h 227266"/>
                  <a:gd name="connsiteX9" fmla="*/ 20479 w 134302"/>
                  <a:gd name="connsiteY9" fmla="*/ 68580 h 227266"/>
                  <a:gd name="connsiteX10" fmla="*/ 23146 w 134302"/>
                  <a:gd name="connsiteY10" fmla="*/ 104394 h 227266"/>
                  <a:gd name="connsiteX11" fmla="*/ 29146 w 134302"/>
                  <a:gd name="connsiteY11" fmla="*/ 120110 h 227266"/>
                  <a:gd name="connsiteX12" fmla="*/ 44958 w 134302"/>
                  <a:gd name="connsiteY12" fmla="*/ 127063 h 227266"/>
                  <a:gd name="connsiteX13" fmla="*/ 78867 w 134302"/>
                  <a:gd name="connsiteY13" fmla="*/ 138970 h 227266"/>
                  <a:gd name="connsiteX14" fmla="*/ 107252 w 134302"/>
                  <a:gd name="connsiteY14" fmla="*/ 160877 h 227266"/>
                  <a:gd name="connsiteX15" fmla="*/ 122111 w 134302"/>
                  <a:gd name="connsiteY15" fmla="*/ 193643 h 227266"/>
                  <a:gd name="connsiteX16" fmla="*/ 134303 w 134302"/>
                  <a:gd name="connsiteY16" fmla="*/ 227266 h 22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02" h="227266">
                    <a:moveTo>
                      <a:pt x="134303" y="227266"/>
                    </a:moveTo>
                    <a:lnTo>
                      <a:pt x="121063" y="193929"/>
                    </a:lnTo>
                    <a:cubicBezTo>
                      <a:pt x="116681" y="182880"/>
                      <a:pt x="112967" y="171260"/>
                      <a:pt x="106013" y="161735"/>
                    </a:cubicBezTo>
                    <a:cubicBezTo>
                      <a:pt x="99060" y="152210"/>
                      <a:pt x="88868" y="145447"/>
                      <a:pt x="78105" y="140684"/>
                    </a:cubicBezTo>
                    <a:cubicBezTo>
                      <a:pt x="67246" y="135827"/>
                      <a:pt x="55722" y="132683"/>
                      <a:pt x="44291" y="129254"/>
                    </a:cubicBezTo>
                    <a:cubicBezTo>
                      <a:pt x="38767" y="127349"/>
                      <a:pt x="32385" y="126206"/>
                      <a:pt x="27718" y="121634"/>
                    </a:cubicBezTo>
                    <a:cubicBezTo>
                      <a:pt x="23146" y="116967"/>
                      <a:pt x="21813" y="110490"/>
                      <a:pt x="21241" y="104489"/>
                    </a:cubicBezTo>
                    <a:cubicBezTo>
                      <a:pt x="20765" y="92393"/>
                      <a:pt x="20670" y="80581"/>
                      <a:pt x="18955" y="68771"/>
                    </a:cubicBezTo>
                    <a:cubicBezTo>
                      <a:pt x="15907" y="45148"/>
                      <a:pt x="9525" y="21907"/>
                      <a:pt x="0" y="0"/>
                    </a:cubicBezTo>
                    <a:cubicBezTo>
                      <a:pt x="10383" y="21527"/>
                      <a:pt x="17336" y="44768"/>
                      <a:pt x="20479" y="68580"/>
                    </a:cubicBezTo>
                    <a:cubicBezTo>
                      <a:pt x="22289" y="80391"/>
                      <a:pt x="22479" y="92583"/>
                      <a:pt x="23146" y="104394"/>
                    </a:cubicBezTo>
                    <a:cubicBezTo>
                      <a:pt x="23718" y="110204"/>
                      <a:pt x="25146" y="116110"/>
                      <a:pt x="29146" y="120110"/>
                    </a:cubicBezTo>
                    <a:cubicBezTo>
                      <a:pt x="33147" y="124015"/>
                      <a:pt x="39338" y="125159"/>
                      <a:pt x="44958" y="127063"/>
                    </a:cubicBezTo>
                    <a:cubicBezTo>
                      <a:pt x="56293" y="130683"/>
                      <a:pt x="67913" y="134017"/>
                      <a:pt x="78867" y="138970"/>
                    </a:cubicBezTo>
                    <a:cubicBezTo>
                      <a:pt x="89821" y="143923"/>
                      <a:pt x="100203" y="150971"/>
                      <a:pt x="107252" y="160877"/>
                    </a:cubicBezTo>
                    <a:cubicBezTo>
                      <a:pt x="114300" y="170879"/>
                      <a:pt x="117825" y="182499"/>
                      <a:pt x="122111" y="193643"/>
                    </a:cubicBezTo>
                    <a:lnTo>
                      <a:pt x="134303" y="227266"/>
                    </a:ln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40" name="Forme libre : forme 9239">
                <a:extLst>
                  <a:ext uri="{FF2B5EF4-FFF2-40B4-BE49-F238E27FC236}">
                    <a16:creationId xmlns:a16="http://schemas.microsoft.com/office/drawing/2014/main" id="{92D3F266-2410-4214-A6AF-1E6E6D256C2B}"/>
                  </a:ext>
                </a:extLst>
              </p:cNvPr>
              <p:cNvSpPr/>
              <p:nvPr/>
            </p:nvSpPr>
            <p:spPr>
              <a:xfrm>
                <a:off x="5989649" y="4304442"/>
                <a:ext cx="31154" cy="208692"/>
              </a:xfrm>
              <a:custGeom>
                <a:avLst/>
                <a:gdLst>
                  <a:gd name="connsiteX0" fmla="*/ 6437 w 31154"/>
                  <a:gd name="connsiteY0" fmla="*/ 0 h 208692"/>
                  <a:gd name="connsiteX1" fmla="*/ 11771 w 31154"/>
                  <a:gd name="connsiteY1" fmla="*/ 26956 h 208692"/>
                  <a:gd name="connsiteX2" fmla="*/ 23582 w 31154"/>
                  <a:gd name="connsiteY2" fmla="*/ 33528 h 208692"/>
                  <a:gd name="connsiteX3" fmla="*/ 27107 w 31154"/>
                  <a:gd name="connsiteY3" fmla="*/ 40100 h 208692"/>
                  <a:gd name="connsiteX4" fmla="*/ 28059 w 31154"/>
                  <a:gd name="connsiteY4" fmla="*/ 47149 h 208692"/>
                  <a:gd name="connsiteX5" fmla="*/ 30631 w 31154"/>
                  <a:gd name="connsiteY5" fmla="*/ 75533 h 208692"/>
                  <a:gd name="connsiteX6" fmla="*/ 31107 w 31154"/>
                  <a:gd name="connsiteY6" fmla="*/ 89725 h 208692"/>
                  <a:gd name="connsiteX7" fmla="*/ 30917 w 31154"/>
                  <a:gd name="connsiteY7" fmla="*/ 96964 h 208692"/>
                  <a:gd name="connsiteX8" fmla="*/ 27392 w 31154"/>
                  <a:gd name="connsiteY8" fmla="*/ 103822 h 208692"/>
                  <a:gd name="connsiteX9" fmla="*/ 2437 w 31154"/>
                  <a:gd name="connsiteY9" fmla="*/ 152876 h 208692"/>
                  <a:gd name="connsiteX10" fmla="*/ 8342 w 31154"/>
                  <a:gd name="connsiteY10" fmla="*/ 208693 h 208692"/>
                  <a:gd name="connsiteX11" fmla="*/ 817 w 31154"/>
                  <a:gd name="connsiteY11" fmla="*/ 152686 h 208692"/>
                  <a:gd name="connsiteX12" fmla="*/ 25582 w 31154"/>
                  <a:gd name="connsiteY12" fmla="*/ 102108 h 208692"/>
                  <a:gd name="connsiteX13" fmla="*/ 28821 w 31154"/>
                  <a:gd name="connsiteY13" fmla="*/ 89725 h 208692"/>
                  <a:gd name="connsiteX14" fmla="*/ 28536 w 31154"/>
                  <a:gd name="connsiteY14" fmla="*/ 75533 h 208692"/>
                  <a:gd name="connsiteX15" fmla="*/ 26344 w 31154"/>
                  <a:gd name="connsiteY15" fmla="*/ 47244 h 208692"/>
                  <a:gd name="connsiteX16" fmla="*/ 25487 w 31154"/>
                  <a:gd name="connsiteY16" fmla="*/ 40196 h 208692"/>
                  <a:gd name="connsiteX17" fmla="*/ 22916 w 31154"/>
                  <a:gd name="connsiteY17" fmla="*/ 34766 h 208692"/>
                  <a:gd name="connsiteX18" fmla="*/ 16153 w 31154"/>
                  <a:gd name="connsiteY18" fmla="*/ 32480 h 208692"/>
                  <a:gd name="connsiteX19" fmla="*/ 10723 w 31154"/>
                  <a:gd name="connsiteY19" fmla="*/ 27622 h 208692"/>
                  <a:gd name="connsiteX20" fmla="*/ 6437 w 31154"/>
                  <a:gd name="connsiteY20" fmla="*/ 0 h 208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1154" h="208692">
                    <a:moveTo>
                      <a:pt x="6437" y="0"/>
                    </a:moveTo>
                    <a:cubicBezTo>
                      <a:pt x="5961" y="9239"/>
                      <a:pt x="5675" y="19526"/>
                      <a:pt x="11771" y="26956"/>
                    </a:cubicBezTo>
                    <a:cubicBezTo>
                      <a:pt x="14724" y="30766"/>
                      <a:pt x="18724" y="32671"/>
                      <a:pt x="23582" y="33528"/>
                    </a:cubicBezTo>
                    <a:cubicBezTo>
                      <a:pt x="26440" y="34671"/>
                      <a:pt x="26821" y="37910"/>
                      <a:pt x="27107" y="40100"/>
                    </a:cubicBezTo>
                    <a:lnTo>
                      <a:pt x="28059" y="47149"/>
                    </a:lnTo>
                    <a:cubicBezTo>
                      <a:pt x="29297" y="56579"/>
                      <a:pt x="30155" y="66008"/>
                      <a:pt x="30631" y="75533"/>
                    </a:cubicBezTo>
                    <a:cubicBezTo>
                      <a:pt x="30917" y="80296"/>
                      <a:pt x="31012" y="85058"/>
                      <a:pt x="31107" y="89725"/>
                    </a:cubicBezTo>
                    <a:cubicBezTo>
                      <a:pt x="31107" y="92107"/>
                      <a:pt x="31298" y="94488"/>
                      <a:pt x="30917" y="96964"/>
                    </a:cubicBezTo>
                    <a:cubicBezTo>
                      <a:pt x="30631" y="99536"/>
                      <a:pt x="29202" y="102108"/>
                      <a:pt x="27392" y="103822"/>
                    </a:cubicBezTo>
                    <a:cubicBezTo>
                      <a:pt x="13486" y="116491"/>
                      <a:pt x="5104" y="134398"/>
                      <a:pt x="2437" y="152876"/>
                    </a:cubicBezTo>
                    <a:cubicBezTo>
                      <a:pt x="-135" y="171545"/>
                      <a:pt x="2627" y="190690"/>
                      <a:pt x="8342" y="208693"/>
                    </a:cubicBezTo>
                    <a:cubicBezTo>
                      <a:pt x="1675" y="190976"/>
                      <a:pt x="-1659" y="171736"/>
                      <a:pt x="817" y="152686"/>
                    </a:cubicBezTo>
                    <a:cubicBezTo>
                      <a:pt x="3199" y="133826"/>
                      <a:pt x="11581" y="115253"/>
                      <a:pt x="25582" y="102108"/>
                    </a:cubicBezTo>
                    <a:cubicBezTo>
                      <a:pt x="29107" y="99155"/>
                      <a:pt x="28821" y="94488"/>
                      <a:pt x="28821" y="89725"/>
                    </a:cubicBezTo>
                    <a:cubicBezTo>
                      <a:pt x="28821" y="84963"/>
                      <a:pt x="28726" y="80296"/>
                      <a:pt x="28536" y="75533"/>
                    </a:cubicBezTo>
                    <a:cubicBezTo>
                      <a:pt x="28154" y="66104"/>
                      <a:pt x="27487" y="56674"/>
                      <a:pt x="26344" y="47244"/>
                    </a:cubicBezTo>
                    <a:lnTo>
                      <a:pt x="25487" y="40196"/>
                    </a:lnTo>
                    <a:cubicBezTo>
                      <a:pt x="25201" y="37910"/>
                      <a:pt x="24916" y="35433"/>
                      <a:pt x="22916" y="34766"/>
                    </a:cubicBezTo>
                    <a:cubicBezTo>
                      <a:pt x="21010" y="34099"/>
                      <a:pt x="18248" y="33814"/>
                      <a:pt x="16153" y="32480"/>
                    </a:cubicBezTo>
                    <a:cubicBezTo>
                      <a:pt x="13962" y="31242"/>
                      <a:pt x="12152" y="29623"/>
                      <a:pt x="10723" y="27622"/>
                    </a:cubicBezTo>
                    <a:cubicBezTo>
                      <a:pt x="4818" y="19621"/>
                      <a:pt x="5580" y="9239"/>
                      <a:pt x="6437" y="0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41" name="Forme libre : forme 9240">
                <a:extLst>
                  <a:ext uri="{FF2B5EF4-FFF2-40B4-BE49-F238E27FC236}">
                    <a16:creationId xmlns:a16="http://schemas.microsoft.com/office/drawing/2014/main" id="{17FEA761-9A07-4943-9CBA-AEB48A3D8D65}"/>
                  </a:ext>
                </a:extLst>
              </p:cNvPr>
              <p:cNvSpPr/>
              <p:nvPr/>
            </p:nvSpPr>
            <p:spPr>
              <a:xfrm>
                <a:off x="5813302" y="4344161"/>
                <a:ext cx="80962" cy="59912"/>
              </a:xfrm>
              <a:custGeom>
                <a:avLst/>
                <a:gdLst>
                  <a:gd name="connsiteX0" fmla="*/ 80963 w 80962"/>
                  <a:gd name="connsiteY0" fmla="*/ 59912 h 59912"/>
                  <a:gd name="connsiteX1" fmla="*/ 68389 w 80962"/>
                  <a:gd name="connsiteY1" fmla="*/ 36100 h 59912"/>
                  <a:gd name="connsiteX2" fmla="*/ 44958 w 80962"/>
                  <a:gd name="connsiteY2" fmla="*/ 25813 h 59912"/>
                  <a:gd name="connsiteX3" fmla="*/ 18288 w 80962"/>
                  <a:gd name="connsiteY3" fmla="*/ 19812 h 59912"/>
                  <a:gd name="connsiteX4" fmla="*/ 0 w 80962"/>
                  <a:gd name="connsiteY4" fmla="*/ 0 h 59912"/>
                  <a:gd name="connsiteX5" fmla="*/ 19050 w 80962"/>
                  <a:gd name="connsiteY5" fmla="*/ 18098 h 59912"/>
                  <a:gd name="connsiteX6" fmla="*/ 45434 w 80962"/>
                  <a:gd name="connsiteY6" fmla="*/ 23432 h 59912"/>
                  <a:gd name="connsiteX7" fmla="*/ 58864 w 80962"/>
                  <a:gd name="connsiteY7" fmla="*/ 26575 h 59912"/>
                  <a:gd name="connsiteX8" fmla="*/ 69913 w 80962"/>
                  <a:gd name="connsiteY8" fmla="*/ 35052 h 59912"/>
                  <a:gd name="connsiteX9" fmla="*/ 80963 w 80962"/>
                  <a:gd name="connsiteY9" fmla="*/ 59912 h 59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0962" h="59912">
                    <a:moveTo>
                      <a:pt x="80963" y="59912"/>
                    </a:moveTo>
                    <a:cubicBezTo>
                      <a:pt x="77914" y="51340"/>
                      <a:pt x="73628" y="43339"/>
                      <a:pt x="68389" y="36100"/>
                    </a:cubicBezTo>
                    <a:cubicBezTo>
                      <a:pt x="63722" y="28004"/>
                      <a:pt x="53530" y="27908"/>
                      <a:pt x="44958" y="25813"/>
                    </a:cubicBezTo>
                    <a:cubicBezTo>
                      <a:pt x="36386" y="23336"/>
                      <a:pt x="26765" y="24098"/>
                      <a:pt x="18288" y="19812"/>
                    </a:cubicBezTo>
                    <a:cubicBezTo>
                      <a:pt x="9810" y="15812"/>
                      <a:pt x="3143" y="8573"/>
                      <a:pt x="0" y="0"/>
                    </a:cubicBezTo>
                    <a:cubicBezTo>
                      <a:pt x="4000" y="8192"/>
                      <a:pt x="10953" y="14573"/>
                      <a:pt x="19050" y="18098"/>
                    </a:cubicBezTo>
                    <a:cubicBezTo>
                      <a:pt x="27146" y="21812"/>
                      <a:pt x="36480" y="21050"/>
                      <a:pt x="45434" y="23432"/>
                    </a:cubicBezTo>
                    <a:cubicBezTo>
                      <a:pt x="49911" y="24479"/>
                      <a:pt x="54387" y="25241"/>
                      <a:pt x="58864" y="26575"/>
                    </a:cubicBezTo>
                    <a:cubicBezTo>
                      <a:pt x="63436" y="27718"/>
                      <a:pt x="67627" y="31052"/>
                      <a:pt x="69913" y="35052"/>
                    </a:cubicBezTo>
                    <a:cubicBezTo>
                      <a:pt x="74962" y="42672"/>
                      <a:pt x="78771" y="51149"/>
                      <a:pt x="80963" y="59912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42" name="Forme libre : forme 9241">
                <a:extLst>
                  <a:ext uri="{FF2B5EF4-FFF2-40B4-BE49-F238E27FC236}">
                    <a16:creationId xmlns:a16="http://schemas.microsoft.com/office/drawing/2014/main" id="{F3710839-3C3F-4AE1-8F58-1117BEF1B120}"/>
                  </a:ext>
                </a:extLst>
              </p:cNvPr>
              <p:cNvSpPr/>
              <p:nvPr/>
            </p:nvSpPr>
            <p:spPr>
              <a:xfrm>
                <a:off x="6018661" y="4331684"/>
                <a:ext cx="91249" cy="73056"/>
              </a:xfrm>
              <a:custGeom>
                <a:avLst/>
                <a:gdLst>
                  <a:gd name="connsiteX0" fmla="*/ 0 w 91249"/>
                  <a:gd name="connsiteY0" fmla="*/ 73057 h 73056"/>
                  <a:gd name="connsiteX1" fmla="*/ 23717 w 91249"/>
                  <a:gd name="connsiteY1" fmla="*/ 54864 h 73056"/>
                  <a:gd name="connsiteX2" fmla="*/ 39624 w 91249"/>
                  <a:gd name="connsiteY2" fmla="*/ 29909 h 73056"/>
                  <a:gd name="connsiteX3" fmla="*/ 61913 w 91249"/>
                  <a:gd name="connsiteY3" fmla="*/ 9239 h 73056"/>
                  <a:gd name="connsiteX4" fmla="*/ 90868 w 91249"/>
                  <a:gd name="connsiteY4" fmla="*/ 667 h 73056"/>
                  <a:gd name="connsiteX5" fmla="*/ 90868 w 91249"/>
                  <a:gd name="connsiteY5" fmla="*/ 857 h 73056"/>
                  <a:gd name="connsiteX6" fmla="*/ 88963 w 91249"/>
                  <a:gd name="connsiteY6" fmla="*/ 0 h 73056"/>
                  <a:gd name="connsiteX7" fmla="*/ 90964 w 91249"/>
                  <a:gd name="connsiteY7" fmla="*/ 667 h 73056"/>
                  <a:gd name="connsiteX8" fmla="*/ 91249 w 91249"/>
                  <a:gd name="connsiteY8" fmla="*/ 762 h 73056"/>
                  <a:gd name="connsiteX9" fmla="*/ 90964 w 91249"/>
                  <a:gd name="connsiteY9" fmla="*/ 857 h 73056"/>
                  <a:gd name="connsiteX10" fmla="*/ 62865 w 91249"/>
                  <a:gd name="connsiteY10" fmla="*/ 10954 h 73056"/>
                  <a:gd name="connsiteX11" fmla="*/ 41720 w 91249"/>
                  <a:gd name="connsiteY11" fmla="*/ 31147 h 73056"/>
                  <a:gd name="connsiteX12" fmla="*/ 24860 w 91249"/>
                  <a:gd name="connsiteY12" fmla="*/ 56293 h 73056"/>
                  <a:gd name="connsiteX13" fmla="*/ 0 w 91249"/>
                  <a:gd name="connsiteY13" fmla="*/ 73057 h 73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1249" h="73056">
                    <a:moveTo>
                      <a:pt x="0" y="73057"/>
                    </a:moveTo>
                    <a:cubicBezTo>
                      <a:pt x="5524" y="64199"/>
                      <a:pt x="16287" y="61055"/>
                      <a:pt x="23717" y="54864"/>
                    </a:cubicBezTo>
                    <a:cubicBezTo>
                      <a:pt x="31432" y="48578"/>
                      <a:pt x="34576" y="38767"/>
                      <a:pt x="39624" y="29909"/>
                    </a:cubicBezTo>
                    <a:cubicBezTo>
                      <a:pt x="44768" y="20955"/>
                      <a:pt x="52864" y="13907"/>
                      <a:pt x="61913" y="9239"/>
                    </a:cubicBezTo>
                    <a:cubicBezTo>
                      <a:pt x="70961" y="4572"/>
                      <a:pt x="80867" y="1810"/>
                      <a:pt x="90868" y="667"/>
                    </a:cubicBezTo>
                    <a:lnTo>
                      <a:pt x="90868" y="857"/>
                    </a:lnTo>
                    <a:lnTo>
                      <a:pt x="88963" y="0"/>
                    </a:lnTo>
                    <a:lnTo>
                      <a:pt x="90964" y="667"/>
                    </a:lnTo>
                    <a:lnTo>
                      <a:pt x="91249" y="762"/>
                    </a:lnTo>
                    <a:lnTo>
                      <a:pt x="90964" y="857"/>
                    </a:lnTo>
                    <a:cubicBezTo>
                      <a:pt x="81153" y="2858"/>
                      <a:pt x="71533" y="6001"/>
                      <a:pt x="62865" y="10954"/>
                    </a:cubicBezTo>
                    <a:cubicBezTo>
                      <a:pt x="54197" y="15812"/>
                      <a:pt x="46577" y="22574"/>
                      <a:pt x="41720" y="31147"/>
                    </a:cubicBezTo>
                    <a:cubicBezTo>
                      <a:pt x="36671" y="39529"/>
                      <a:pt x="33433" y="49911"/>
                      <a:pt x="24860" y="56293"/>
                    </a:cubicBezTo>
                    <a:cubicBezTo>
                      <a:pt x="16669" y="62579"/>
                      <a:pt x="6096" y="64770"/>
                      <a:pt x="0" y="73057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43" name="Forme libre : forme 9242">
                <a:extLst>
                  <a:ext uri="{FF2B5EF4-FFF2-40B4-BE49-F238E27FC236}">
                    <a16:creationId xmlns:a16="http://schemas.microsoft.com/office/drawing/2014/main" id="{F2C02F9C-D19B-447C-BBA0-7582634797A6}"/>
                  </a:ext>
                </a:extLst>
              </p:cNvPr>
              <p:cNvSpPr/>
              <p:nvPr/>
            </p:nvSpPr>
            <p:spPr>
              <a:xfrm>
                <a:off x="5818655" y="4395882"/>
                <a:ext cx="76276" cy="30479"/>
              </a:xfrm>
              <a:custGeom>
                <a:avLst/>
                <a:gdLst>
                  <a:gd name="connsiteX0" fmla="*/ 76276 w 76276"/>
                  <a:gd name="connsiteY0" fmla="*/ 30480 h 30479"/>
                  <a:gd name="connsiteX1" fmla="*/ 59988 w 76276"/>
                  <a:gd name="connsiteY1" fmla="*/ 18193 h 30479"/>
                  <a:gd name="connsiteX2" fmla="*/ 38748 w 76276"/>
                  <a:gd name="connsiteY2" fmla="*/ 16002 h 30479"/>
                  <a:gd name="connsiteX3" fmla="*/ 17888 w 76276"/>
                  <a:gd name="connsiteY3" fmla="*/ 10477 h 30479"/>
                  <a:gd name="connsiteX4" fmla="*/ 7982 w 76276"/>
                  <a:gd name="connsiteY4" fmla="*/ 6287 h 30479"/>
                  <a:gd name="connsiteX5" fmla="*/ 3219 w 76276"/>
                  <a:gd name="connsiteY5" fmla="*/ 3810 h 30479"/>
                  <a:gd name="connsiteX6" fmla="*/ 171 w 76276"/>
                  <a:gd name="connsiteY6" fmla="*/ 0 h 30479"/>
                  <a:gd name="connsiteX7" fmla="*/ 3505 w 76276"/>
                  <a:gd name="connsiteY7" fmla="*/ 3238 h 30479"/>
                  <a:gd name="connsiteX8" fmla="*/ 8458 w 76276"/>
                  <a:gd name="connsiteY8" fmla="*/ 5239 h 30479"/>
                  <a:gd name="connsiteX9" fmla="*/ 18460 w 76276"/>
                  <a:gd name="connsiteY9" fmla="*/ 8763 h 30479"/>
                  <a:gd name="connsiteX10" fmla="*/ 39033 w 76276"/>
                  <a:gd name="connsiteY10" fmla="*/ 13716 h 30479"/>
                  <a:gd name="connsiteX11" fmla="*/ 60274 w 76276"/>
                  <a:gd name="connsiteY11" fmla="*/ 16478 h 30479"/>
                  <a:gd name="connsiteX12" fmla="*/ 76276 w 76276"/>
                  <a:gd name="connsiteY12" fmla="*/ 3048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276" h="30479">
                    <a:moveTo>
                      <a:pt x="76276" y="30480"/>
                    </a:moveTo>
                    <a:cubicBezTo>
                      <a:pt x="72371" y="24574"/>
                      <a:pt x="66846" y="19431"/>
                      <a:pt x="59988" y="18193"/>
                    </a:cubicBezTo>
                    <a:cubicBezTo>
                      <a:pt x="53225" y="17145"/>
                      <a:pt x="45796" y="17335"/>
                      <a:pt x="38748" y="16002"/>
                    </a:cubicBezTo>
                    <a:cubicBezTo>
                      <a:pt x="31699" y="14764"/>
                      <a:pt x="24650" y="12954"/>
                      <a:pt x="17888" y="10477"/>
                    </a:cubicBezTo>
                    <a:cubicBezTo>
                      <a:pt x="14554" y="9239"/>
                      <a:pt x="11220" y="7810"/>
                      <a:pt x="7982" y="6287"/>
                    </a:cubicBezTo>
                    <a:lnTo>
                      <a:pt x="3219" y="3810"/>
                    </a:lnTo>
                    <a:cubicBezTo>
                      <a:pt x="1886" y="3048"/>
                      <a:pt x="-686" y="2000"/>
                      <a:pt x="171" y="0"/>
                    </a:cubicBezTo>
                    <a:cubicBezTo>
                      <a:pt x="-495" y="1905"/>
                      <a:pt x="2076" y="2667"/>
                      <a:pt x="3505" y="3238"/>
                    </a:cubicBezTo>
                    <a:lnTo>
                      <a:pt x="8458" y="5239"/>
                    </a:lnTo>
                    <a:cubicBezTo>
                      <a:pt x="11792" y="6572"/>
                      <a:pt x="15125" y="7715"/>
                      <a:pt x="18460" y="8763"/>
                    </a:cubicBezTo>
                    <a:cubicBezTo>
                      <a:pt x="25222" y="10858"/>
                      <a:pt x="32080" y="12573"/>
                      <a:pt x="39033" y="13716"/>
                    </a:cubicBezTo>
                    <a:cubicBezTo>
                      <a:pt x="45986" y="15240"/>
                      <a:pt x="53035" y="14954"/>
                      <a:pt x="60274" y="16478"/>
                    </a:cubicBezTo>
                    <a:cubicBezTo>
                      <a:pt x="67894" y="18193"/>
                      <a:pt x="73133" y="24193"/>
                      <a:pt x="76276" y="30480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44" name="Forme libre : forme 9243">
                <a:extLst>
                  <a:ext uri="{FF2B5EF4-FFF2-40B4-BE49-F238E27FC236}">
                    <a16:creationId xmlns:a16="http://schemas.microsoft.com/office/drawing/2014/main" id="{FBB80186-9F5C-4DE2-9E48-9BBD603E3E99}"/>
                  </a:ext>
                </a:extLst>
              </p:cNvPr>
              <p:cNvSpPr/>
              <p:nvPr/>
            </p:nvSpPr>
            <p:spPr>
              <a:xfrm>
                <a:off x="5680237" y="4422266"/>
                <a:ext cx="312419" cy="116300"/>
              </a:xfrm>
              <a:custGeom>
                <a:avLst/>
                <a:gdLst>
                  <a:gd name="connsiteX0" fmla="*/ 0 w 312419"/>
                  <a:gd name="connsiteY0" fmla="*/ 0 h 116300"/>
                  <a:gd name="connsiteX1" fmla="*/ 44005 w 312419"/>
                  <a:gd name="connsiteY1" fmla="*/ 1714 h 116300"/>
                  <a:gd name="connsiteX2" fmla="*/ 87344 w 312419"/>
                  <a:gd name="connsiteY2" fmla="*/ 9620 h 116300"/>
                  <a:gd name="connsiteX3" fmla="*/ 107538 w 312419"/>
                  <a:gd name="connsiteY3" fmla="*/ 18097 h 116300"/>
                  <a:gd name="connsiteX4" fmla="*/ 129064 w 312419"/>
                  <a:gd name="connsiteY4" fmla="*/ 21241 h 116300"/>
                  <a:gd name="connsiteX5" fmla="*/ 173260 w 312419"/>
                  <a:gd name="connsiteY5" fmla="*/ 21622 h 116300"/>
                  <a:gd name="connsiteX6" fmla="*/ 216218 w 312419"/>
                  <a:gd name="connsiteY6" fmla="*/ 32480 h 116300"/>
                  <a:gd name="connsiteX7" fmla="*/ 257080 w 312419"/>
                  <a:gd name="connsiteY7" fmla="*/ 49435 h 116300"/>
                  <a:gd name="connsiteX8" fmla="*/ 290608 w 312419"/>
                  <a:gd name="connsiteY8" fmla="*/ 78010 h 116300"/>
                  <a:gd name="connsiteX9" fmla="*/ 312420 w 312419"/>
                  <a:gd name="connsiteY9" fmla="*/ 116300 h 116300"/>
                  <a:gd name="connsiteX10" fmla="*/ 289656 w 312419"/>
                  <a:gd name="connsiteY10" fmla="*/ 78772 h 116300"/>
                  <a:gd name="connsiteX11" fmla="*/ 256318 w 312419"/>
                  <a:gd name="connsiteY11" fmla="*/ 50863 h 116300"/>
                  <a:gd name="connsiteX12" fmla="*/ 215455 w 312419"/>
                  <a:gd name="connsiteY12" fmla="*/ 34385 h 116300"/>
                  <a:gd name="connsiteX13" fmla="*/ 172879 w 312419"/>
                  <a:gd name="connsiteY13" fmla="*/ 24098 h 116300"/>
                  <a:gd name="connsiteX14" fmla="*/ 128874 w 312419"/>
                  <a:gd name="connsiteY14" fmla="*/ 23336 h 116300"/>
                  <a:gd name="connsiteX15" fmla="*/ 106871 w 312419"/>
                  <a:gd name="connsiteY15" fmla="*/ 20003 h 116300"/>
                  <a:gd name="connsiteX16" fmla="*/ 86487 w 312419"/>
                  <a:gd name="connsiteY16" fmla="*/ 11239 h 116300"/>
                  <a:gd name="connsiteX17" fmla="*/ 43720 w 312419"/>
                  <a:gd name="connsiteY17" fmla="*/ 3048 h 116300"/>
                  <a:gd name="connsiteX18" fmla="*/ 0 w 312419"/>
                  <a:gd name="connsiteY18" fmla="*/ 0 h 11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2419" h="116300">
                    <a:moveTo>
                      <a:pt x="0" y="0"/>
                    </a:moveTo>
                    <a:cubicBezTo>
                      <a:pt x="14574" y="2381"/>
                      <a:pt x="29337" y="1619"/>
                      <a:pt x="44005" y="1714"/>
                    </a:cubicBezTo>
                    <a:cubicBezTo>
                      <a:pt x="58674" y="1905"/>
                      <a:pt x="73819" y="3238"/>
                      <a:pt x="87344" y="9620"/>
                    </a:cubicBezTo>
                    <a:cubicBezTo>
                      <a:pt x="94107" y="12573"/>
                      <a:pt x="100584" y="16097"/>
                      <a:pt x="107538" y="18097"/>
                    </a:cubicBezTo>
                    <a:cubicBezTo>
                      <a:pt x="114491" y="20193"/>
                      <a:pt x="121825" y="20955"/>
                      <a:pt x="129064" y="21241"/>
                    </a:cubicBezTo>
                    <a:cubicBezTo>
                      <a:pt x="143637" y="21717"/>
                      <a:pt x="158401" y="20003"/>
                      <a:pt x="173260" y="21622"/>
                    </a:cubicBezTo>
                    <a:cubicBezTo>
                      <a:pt x="188023" y="23241"/>
                      <a:pt x="202311" y="27432"/>
                      <a:pt x="216218" y="32480"/>
                    </a:cubicBezTo>
                    <a:cubicBezTo>
                      <a:pt x="230029" y="37719"/>
                      <a:pt x="243745" y="42958"/>
                      <a:pt x="257080" y="49435"/>
                    </a:cubicBezTo>
                    <a:cubicBezTo>
                      <a:pt x="270510" y="55912"/>
                      <a:pt x="281464" y="66485"/>
                      <a:pt x="290608" y="78010"/>
                    </a:cubicBezTo>
                    <a:cubicBezTo>
                      <a:pt x="299657" y="89630"/>
                      <a:pt x="307086" y="102584"/>
                      <a:pt x="312420" y="116300"/>
                    </a:cubicBezTo>
                    <a:cubicBezTo>
                      <a:pt x="306705" y="102775"/>
                      <a:pt x="298990" y="90011"/>
                      <a:pt x="289656" y="78772"/>
                    </a:cubicBezTo>
                    <a:cubicBezTo>
                      <a:pt x="280416" y="67437"/>
                      <a:pt x="269557" y="57150"/>
                      <a:pt x="256318" y="50863"/>
                    </a:cubicBezTo>
                    <a:cubicBezTo>
                      <a:pt x="243078" y="44577"/>
                      <a:pt x="229267" y="39434"/>
                      <a:pt x="215455" y="34385"/>
                    </a:cubicBezTo>
                    <a:cubicBezTo>
                      <a:pt x="201644" y="29528"/>
                      <a:pt x="187452" y="25527"/>
                      <a:pt x="172879" y="24098"/>
                    </a:cubicBezTo>
                    <a:cubicBezTo>
                      <a:pt x="158401" y="22384"/>
                      <a:pt x="143637" y="23908"/>
                      <a:pt x="128874" y="23336"/>
                    </a:cubicBezTo>
                    <a:cubicBezTo>
                      <a:pt x="121444" y="22955"/>
                      <a:pt x="114015" y="22193"/>
                      <a:pt x="106871" y="20003"/>
                    </a:cubicBezTo>
                    <a:cubicBezTo>
                      <a:pt x="99632" y="17907"/>
                      <a:pt x="93155" y="14288"/>
                      <a:pt x="86487" y="11239"/>
                    </a:cubicBezTo>
                    <a:cubicBezTo>
                      <a:pt x="73247" y="4858"/>
                      <a:pt x="58388" y="3334"/>
                      <a:pt x="43720" y="3048"/>
                    </a:cubicBezTo>
                    <a:cubicBezTo>
                      <a:pt x="29337" y="2381"/>
                      <a:pt x="14478" y="2857"/>
                      <a:pt x="0" y="0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45" name="Forme libre : forme 9244">
                <a:extLst>
                  <a:ext uri="{FF2B5EF4-FFF2-40B4-BE49-F238E27FC236}">
                    <a16:creationId xmlns:a16="http://schemas.microsoft.com/office/drawing/2014/main" id="{622CB585-983C-4FEB-B502-FD4520FAE82A}"/>
                  </a:ext>
                </a:extLst>
              </p:cNvPr>
              <p:cNvSpPr/>
              <p:nvPr/>
            </p:nvSpPr>
            <p:spPr>
              <a:xfrm>
                <a:off x="5991419" y="4342923"/>
                <a:ext cx="156400" cy="131444"/>
              </a:xfrm>
              <a:custGeom>
                <a:avLst/>
                <a:gdLst>
                  <a:gd name="connsiteX0" fmla="*/ 0 w 156400"/>
                  <a:gd name="connsiteY0" fmla="*/ 131445 h 131444"/>
                  <a:gd name="connsiteX1" fmla="*/ 26384 w 156400"/>
                  <a:gd name="connsiteY1" fmla="*/ 85439 h 131444"/>
                  <a:gd name="connsiteX2" fmla="*/ 69914 w 156400"/>
                  <a:gd name="connsiteY2" fmla="*/ 55531 h 131444"/>
                  <a:gd name="connsiteX3" fmla="*/ 84487 w 156400"/>
                  <a:gd name="connsiteY3" fmla="*/ 33242 h 131444"/>
                  <a:gd name="connsiteX4" fmla="*/ 93631 w 156400"/>
                  <a:gd name="connsiteY4" fmla="*/ 23146 h 131444"/>
                  <a:gd name="connsiteX5" fmla="*/ 106013 w 156400"/>
                  <a:gd name="connsiteY5" fmla="*/ 17431 h 131444"/>
                  <a:gd name="connsiteX6" fmla="*/ 156306 w 156400"/>
                  <a:gd name="connsiteY6" fmla="*/ 0 h 131444"/>
                  <a:gd name="connsiteX7" fmla="*/ 156401 w 156400"/>
                  <a:gd name="connsiteY7" fmla="*/ 95 h 131444"/>
                  <a:gd name="connsiteX8" fmla="*/ 154020 w 156400"/>
                  <a:gd name="connsiteY8" fmla="*/ 1048 h 131444"/>
                  <a:gd name="connsiteX9" fmla="*/ 156306 w 156400"/>
                  <a:gd name="connsiteY9" fmla="*/ 0 h 131444"/>
                  <a:gd name="connsiteX10" fmla="*/ 156401 w 156400"/>
                  <a:gd name="connsiteY10" fmla="*/ 95 h 131444"/>
                  <a:gd name="connsiteX11" fmla="*/ 132207 w 156400"/>
                  <a:gd name="connsiteY11" fmla="*/ 11621 h 131444"/>
                  <a:gd name="connsiteX12" fmla="*/ 106490 w 156400"/>
                  <a:gd name="connsiteY12" fmla="*/ 19050 h 131444"/>
                  <a:gd name="connsiteX13" fmla="*/ 94774 w 156400"/>
                  <a:gd name="connsiteY13" fmla="*/ 24574 h 131444"/>
                  <a:gd name="connsiteX14" fmla="*/ 86202 w 156400"/>
                  <a:gd name="connsiteY14" fmla="*/ 34385 h 131444"/>
                  <a:gd name="connsiteX15" fmla="*/ 71724 w 156400"/>
                  <a:gd name="connsiteY15" fmla="*/ 57055 h 131444"/>
                  <a:gd name="connsiteX16" fmla="*/ 49816 w 156400"/>
                  <a:gd name="connsiteY16" fmla="*/ 72866 h 131444"/>
                  <a:gd name="connsiteX17" fmla="*/ 27337 w 156400"/>
                  <a:gd name="connsiteY17" fmla="*/ 86677 h 131444"/>
                  <a:gd name="connsiteX18" fmla="*/ 0 w 156400"/>
                  <a:gd name="connsiteY18" fmla="*/ 131445 h 131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6400" h="131444">
                    <a:moveTo>
                      <a:pt x="0" y="131445"/>
                    </a:moveTo>
                    <a:cubicBezTo>
                      <a:pt x="3715" y="113919"/>
                      <a:pt x="13335" y="97822"/>
                      <a:pt x="26384" y="85439"/>
                    </a:cubicBezTo>
                    <a:cubicBezTo>
                      <a:pt x="39148" y="72104"/>
                      <a:pt x="59627" y="70294"/>
                      <a:pt x="69914" y="55531"/>
                    </a:cubicBezTo>
                    <a:cubicBezTo>
                      <a:pt x="75438" y="48673"/>
                      <a:pt x="79534" y="40767"/>
                      <a:pt x="84487" y="33242"/>
                    </a:cubicBezTo>
                    <a:cubicBezTo>
                      <a:pt x="87059" y="29527"/>
                      <a:pt x="89916" y="25908"/>
                      <a:pt x="93631" y="23146"/>
                    </a:cubicBezTo>
                    <a:cubicBezTo>
                      <a:pt x="97346" y="20288"/>
                      <a:pt x="101632" y="18669"/>
                      <a:pt x="106013" y="17431"/>
                    </a:cubicBezTo>
                    <a:cubicBezTo>
                      <a:pt x="123540" y="13716"/>
                      <a:pt x="140494" y="8287"/>
                      <a:pt x="156306" y="0"/>
                    </a:cubicBezTo>
                    <a:lnTo>
                      <a:pt x="156401" y="95"/>
                    </a:lnTo>
                    <a:lnTo>
                      <a:pt x="154020" y="1048"/>
                    </a:lnTo>
                    <a:lnTo>
                      <a:pt x="156306" y="0"/>
                    </a:lnTo>
                    <a:lnTo>
                      <a:pt x="156401" y="95"/>
                    </a:lnTo>
                    <a:cubicBezTo>
                      <a:pt x="148686" y="4572"/>
                      <a:pt x="140589" y="8477"/>
                      <a:pt x="132207" y="11621"/>
                    </a:cubicBezTo>
                    <a:cubicBezTo>
                      <a:pt x="123825" y="14764"/>
                      <a:pt x="114967" y="16859"/>
                      <a:pt x="106490" y="19050"/>
                    </a:cubicBezTo>
                    <a:cubicBezTo>
                      <a:pt x="102299" y="20288"/>
                      <a:pt x="98203" y="21907"/>
                      <a:pt x="94774" y="24574"/>
                    </a:cubicBezTo>
                    <a:cubicBezTo>
                      <a:pt x="91345" y="27241"/>
                      <a:pt x="88583" y="30671"/>
                      <a:pt x="86202" y="34385"/>
                    </a:cubicBezTo>
                    <a:cubicBezTo>
                      <a:pt x="81344" y="41719"/>
                      <a:pt x="77438" y="49911"/>
                      <a:pt x="71724" y="57055"/>
                    </a:cubicBezTo>
                    <a:cubicBezTo>
                      <a:pt x="66199" y="64389"/>
                      <a:pt x="57912" y="69247"/>
                      <a:pt x="49816" y="72866"/>
                    </a:cubicBezTo>
                    <a:cubicBezTo>
                      <a:pt x="41625" y="76486"/>
                      <a:pt x="33814" y="80486"/>
                      <a:pt x="27337" y="86677"/>
                    </a:cubicBezTo>
                    <a:cubicBezTo>
                      <a:pt x="14574" y="98679"/>
                      <a:pt x="4572" y="114109"/>
                      <a:pt x="0" y="131445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46" name="Forme libre : forme 9245">
                <a:extLst>
                  <a:ext uri="{FF2B5EF4-FFF2-40B4-BE49-F238E27FC236}">
                    <a16:creationId xmlns:a16="http://schemas.microsoft.com/office/drawing/2014/main" id="{368523A6-BE5D-45BB-80E9-DA7A9C97EC34}"/>
                  </a:ext>
                </a:extLst>
              </p:cNvPr>
              <p:cNvSpPr/>
              <p:nvPr/>
            </p:nvSpPr>
            <p:spPr>
              <a:xfrm>
                <a:off x="5897217" y="4306824"/>
                <a:ext cx="74008" cy="164115"/>
              </a:xfrm>
              <a:custGeom>
                <a:avLst/>
                <a:gdLst>
                  <a:gd name="connsiteX0" fmla="*/ 74009 w 74008"/>
                  <a:gd name="connsiteY0" fmla="*/ 164116 h 164115"/>
                  <a:gd name="connsiteX1" fmla="*/ 68770 w 74008"/>
                  <a:gd name="connsiteY1" fmla="*/ 140398 h 164115"/>
                  <a:gd name="connsiteX2" fmla="*/ 69056 w 74008"/>
                  <a:gd name="connsiteY2" fmla="*/ 116014 h 164115"/>
                  <a:gd name="connsiteX3" fmla="*/ 64294 w 74008"/>
                  <a:gd name="connsiteY3" fmla="*/ 92678 h 164115"/>
                  <a:gd name="connsiteX4" fmla="*/ 57150 w 74008"/>
                  <a:gd name="connsiteY4" fmla="*/ 83725 h 164115"/>
                  <a:gd name="connsiteX5" fmla="*/ 45911 w 74008"/>
                  <a:gd name="connsiteY5" fmla="*/ 79629 h 164115"/>
                  <a:gd name="connsiteX6" fmla="*/ 25812 w 74008"/>
                  <a:gd name="connsiteY6" fmla="*/ 65341 h 164115"/>
                  <a:gd name="connsiteX7" fmla="*/ 9239 w 74008"/>
                  <a:gd name="connsiteY7" fmla="*/ 47339 h 164115"/>
                  <a:gd name="connsiteX8" fmla="*/ 2381 w 74008"/>
                  <a:gd name="connsiteY8" fmla="*/ 24003 h 164115"/>
                  <a:gd name="connsiteX9" fmla="*/ 0 w 74008"/>
                  <a:gd name="connsiteY9" fmla="*/ 0 h 164115"/>
                  <a:gd name="connsiteX10" fmla="*/ 3524 w 74008"/>
                  <a:gd name="connsiteY10" fmla="*/ 24003 h 164115"/>
                  <a:gd name="connsiteX11" fmla="*/ 10477 w 74008"/>
                  <a:gd name="connsiteY11" fmla="*/ 46387 h 164115"/>
                  <a:gd name="connsiteX12" fmla="*/ 27146 w 74008"/>
                  <a:gd name="connsiteY12" fmla="*/ 63913 h 164115"/>
                  <a:gd name="connsiteX13" fmla="*/ 46767 w 74008"/>
                  <a:gd name="connsiteY13" fmla="*/ 77438 h 164115"/>
                  <a:gd name="connsiteX14" fmla="*/ 58293 w 74008"/>
                  <a:gd name="connsiteY14" fmla="*/ 82010 h 164115"/>
                  <a:gd name="connsiteX15" fmla="*/ 66008 w 74008"/>
                  <a:gd name="connsiteY15" fmla="*/ 91916 h 164115"/>
                  <a:gd name="connsiteX16" fmla="*/ 70580 w 74008"/>
                  <a:gd name="connsiteY16" fmla="*/ 116110 h 164115"/>
                  <a:gd name="connsiteX17" fmla="*/ 74009 w 74008"/>
                  <a:gd name="connsiteY17" fmla="*/ 164116 h 16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4008" h="164115">
                    <a:moveTo>
                      <a:pt x="74009" y="164116"/>
                    </a:moveTo>
                    <a:cubicBezTo>
                      <a:pt x="70295" y="156877"/>
                      <a:pt x="69056" y="148495"/>
                      <a:pt x="68770" y="140398"/>
                    </a:cubicBezTo>
                    <a:cubicBezTo>
                      <a:pt x="68580" y="132207"/>
                      <a:pt x="69342" y="124111"/>
                      <a:pt x="69056" y="116014"/>
                    </a:cubicBezTo>
                    <a:cubicBezTo>
                      <a:pt x="68866" y="108013"/>
                      <a:pt x="67818" y="99822"/>
                      <a:pt x="64294" y="92678"/>
                    </a:cubicBezTo>
                    <a:cubicBezTo>
                      <a:pt x="62579" y="89154"/>
                      <a:pt x="60293" y="85820"/>
                      <a:pt x="57150" y="83725"/>
                    </a:cubicBezTo>
                    <a:cubicBezTo>
                      <a:pt x="53816" y="81915"/>
                      <a:pt x="49816" y="81248"/>
                      <a:pt x="45911" y="79629"/>
                    </a:cubicBezTo>
                    <a:cubicBezTo>
                      <a:pt x="38195" y="76390"/>
                      <a:pt x="31718" y="70961"/>
                      <a:pt x="25812" y="65341"/>
                    </a:cubicBezTo>
                    <a:cubicBezTo>
                      <a:pt x="20098" y="59531"/>
                      <a:pt x="14097" y="54007"/>
                      <a:pt x="9239" y="47339"/>
                    </a:cubicBezTo>
                    <a:cubicBezTo>
                      <a:pt x="4096" y="40767"/>
                      <a:pt x="2095" y="32099"/>
                      <a:pt x="2381" y="24003"/>
                    </a:cubicBezTo>
                    <a:cubicBezTo>
                      <a:pt x="2477" y="15907"/>
                      <a:pt x="3429" y="7620"/>
                      <a:pt x="0" y="0"/>
                    </a:cubicBezTo>
                    <a:cubicBezTo>
                      <a:pt x="3810" y="7334"/>
                      <a:pt x="3238" y="16002"/>
                      <a:pt x="3524" y="24003"/>
                    </a:cubicBezTo>
                    <a:cubicBezTo>
                      <a:pt x="3429" y="32099"/>
                      <a:pt x="5429" y="40100"/>
                      <a:pt x="10477" y="46387"/>
                    </a:cubicBezTo>
                    <a:cubicBezTo>
                      <a:pt x="15335" y="52769"/>
                      <a:pt x="21431" y="58293"/>
                      <a:pt x="27146" y="63913"/>
                    </a:cubicBezTo>
                    <a:cubicBezTo>
                      <a:pt x="33051" y="69342"/>
                      <a:pt x="39433" y="74486"/>
                      <a:pt x="46767" y="77438"/>
                    </a:cubicBezTo>
                    <a:cubicBezTo>
                      <a:pt x="50292" y="79057"/>
                      <a:pt x="54578" y="79820"/>
                      <a:pt x="58293" y="82010"/>
                    </a:cubicBezTo>
                    <a:cubicBezTo>
                      <a:pt x="61913" y="84487"/>
                      <a:pt x="64294" y="88202"/>
                      <a:pt x="66008" y="91916"/>
                    </a:cubicBezTo>
                    <a:cubicBezTo>
                      <a:pt x="69628" y="99536"/>
                      <a:pt x="70485" y="107918"/>
                      <a:pt x="70580" y="116110"/>
                    </a:cubicBezTo>
                    <a:cubicBezTo>
                      <a:pt x="70866" y="132112"/>
                      <a:pt x="67342" y="148876"/>
                      <a:pt x="74009" y="164116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47" name="Forme libre : forme 9246">
                <a:extLst>
                  <a:ext uri="{FF2B5EF4-FFF2-40B4-BE49-F238E27FC236}">
                    <a16:creationId xmlns:a16="http://schemas.microsoft.com/office/drawing/2014/main" id="{3A065E7B-19CD-4C8A-A193-BFA13F698D7E}"/>
                  </a:ext>
                </a:extLst>
              </p:cNvPr>
              <p:cNvSpPr/>
              <p:nvPr/>
            </p:nvSpPr>
            <p:spPr>
              <a:xfrm>
                <a:off x="6053904" y="4345114"/>
                <a:ext cx="141731" cy="63817"/>
              </a:xfrm>
              <a:custGeom>
                <a:avLst/>
                <a:gdLst>
                  <a:gd name="connsiteX0" fmla="*/ 0 w 141731"/>
                  <a:gd name="connsiteY0" fmla="*/ 63818 h 63817"/>
                  <a:gd name="connsiteX1" fmla="*/ 39528 w 141731"/>
                  <a:gd name="connsiteY1" fmla="*/ 56197 h 63817"/>
                  <a:gd name="connsiteX2" fmla="*/ 72771 w 141731"/>
                  <a:gd name="connsiteY2" fmla="*/ 35814 h 63817"/>
                  <a:gd name="connsiteX3" fmla="*/ 85153 w 141731"/>
                  <a:gd name="connsiteY3" fmla="*/ 19812 h 63817"/>
                  <a:gd name="connsiteX4" fmla="*/ 102870 w 141731"/>
                  <a:gd name="connsiteY4" fmla="*/ 9620 h 63817"/>
                  <a:gd name="connsiteX5" fmla="*/ 122967 w 141731"/>
                  <a:gd name="connsiteY5" fmla="*/ 6953 h 63817"/>
                  <a:gd name="connsiteX6" fmla="*/ 141731 w 141731"/>
                  <a:gd name="connsiteY6" fmla="*/ 0 h 63817"/>
                  <a:gd name="connsiteX7" fmla="*/ 123158 w 141731"/>
                  <a:gd name="connsiteY7" fmla="*/ 8096 h 63817"/>
                  <a:gd name="connsiteX8" fmla="*/ 103155 w 141731"/>
                  <a:gd name="connsiteY8" fmla="*/ 11144 h 63817"/>
                  <a:gd name="connsiteX9" fmla="*/ 86582 w 141731"/>
                  <a:gd name="connsiteY9" fmla="*/ 21050 h 63817"/>
                  <a:gd name="connsiteX10" fmla="*/ 74580 w 141731"/>
                  <a:gd name="connsiteY10" fmla="*/ 37243 h 63817"/>
                  <a:gd name="connsiteX11" fmla="*/ 39814 w 141731"/>
                  <a:gd name="connsiteY11" fmla="*/ 57626 h 63817"/>
                  <a:gd name="connsiteX12" fmla="*/ 0 w 141731"/>
                  <a:gd name="connsiteY12" fmla="*/ 63818 h 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1731" h="63817">
                    <a:moveTo>
                      <a:pt x="0" y="63818"/>
                    </a:moveTo>
                    <a:cubicBezTo>
                      <a:pt x="12192" y="57245"/>
                      <a:pt x="26575" y="58769"/>
                      <a:pt x="39528" y="56197"/>
                    </a:cubicBezTo>
                    <a:cubicBezTo>
                      <a:pt x="52578" y="53626"/>
                      <a:pt x="64579" y="46196"/>
                      <a:pt x="72771" y="35814"/>
                    </a:cubicBezTo>
                    <a:cubicBezTo>
                      <a:pt x="76962" y="30671"/>
                      <a:pt x="80486" y="24860"/>
                      <a:pt x="85153" y="19812"/>
                    </a:cubicBezTo>
                    <a:cubicBezTo>
                      <a:pt x="89630" y="14573"/>
                      <a:pt x="96107" y="10859"/>
                      <a:pt x="102870" y="9620"/>
                    </a:cubicBezTo>
                    <a:cubicBezTo>
                      <a:pt x="109632" y="8192"/>
                      <a:pt x="116395" y="8192"/>
                      <a:pt x="122967" y="6953"/>
                    </a:cubicBezTo>
                    <a:cubicBezTo>
                      <a:pt x="129540" y="5810"/>
                      <a:pt x="135921" y="3524"/>
                      <a:pt x="141731" y="0"/>
                    </a:cubicBezTo>
                    <a:cubicBezTo>
                      <a:pt x="136112" y="3810"/>
                      <a:pt x="129825" y="6572"/>
                      <a:pt x="123158" y="8096"/>
                    </a:cubicBezTo>
                    <a:cubicBezTo>
                      <a:pt x="116491" y="9525"/>
                      <a:pt x="109632" y="9620"/>
                      <a:pt x="103155" y="11144"/>
                    </a:cubicBezTo>
                    <a:cubicBezTo>
                      <a:pt x="96583" y="12478"/>
                      <a:pt x="90868" y="16002"/>
                      <a:pt x="86582" y="21050"/>
                    </a:cubicBezTo>
                    <a:cubicBezTo>
                      <a:pt x="82200" y="26003"/>
                      <a:pt x="78867" y="31909"/>
                      <a:pt x="74580" y="37243"/>
                    </a:cubicBezTo>
                    <a:cubicBezTo>
                      <a:pt x="65817" y="47911"/>
                      <a:pt x="53244" y="55245"/>
                      <a:pt x="39814" y="57626"/>
                    </a:cubicBezTo>
                    <a:cubicBezTo>
                      <a:pt x="26384" y="60293"/>
                      <a:pt x="12478" y="58198"/>
                      <a:pt x="0" y="63818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48" name="Forme libre : forme 9247">
                <a:extLst>
                  <a:ext uri="{FF2B5EF4-FFF2-40B4-BE49-F238E27FC236}">
                    <a16:creationId xmlns:a16="http://schemas.microsoft.com/office/drawing/2014/main" id="{CE5603C3-4725-4A33-B0B6-BAE5BF1FFB72}"/>
                  </a:ext>
                </a:extLst>
              </p:cNvPr>
              <p:cNvSpPr/>
              <p:nvPr/>
            </p:nvSpPr>
            <p:spPr>
              <a:xfrm>
                <a:off x="5967035" y="4300558"/>
                <a:ext cx="16186" cy="113421"/>
              </a:xfrm>
              <a:custGeom>
                <a:avLst/>
                <a:gdLst>
                  <a:gd name="connsiteX0" fmla="*/ 0 w 16186"/>
                  <a:gd name="connsiteY0" fmla="*/ 113422 h 113421"/>
                  <a:gd name="connsiteX1" fmla="*/ 12478 w 16186"/>
                  <a:gd name="connsiteY1" fmla="*/ 86752 h 113421"/>
                  <a:gd name="connsiteX2" fmla="*/ 12097 w 16186"/>
                  <a:gd name="connsiteY2" fmla="*/ 57605 h 113421"/>
                  <a:gd name="connsiteX3" fmla="*/ 7334 w 16186"/>
                  <a:gd name="connsiteY3" fmla="*/ 28078 h 113421"/>
                  <a:gd name="connsiteX4" fmla="*/ 6572 w 16186"/>
                  <a:gd name="connsiteY4" fmla="*/ 13123 h 113421"/>
                  <a:gd name="connsiteX5" fmla="*/ 6763 w 16186"/>
                  <a:gd name="connsiteY5" fmla="*/ 5599 h 113421"/>
                  <a:gd name="connsiteX6" fmla="*/ 6954 w 16186"/>
                  <a:gd name="connsiteY6" fmla="*/ 1884 h 113421"/>
                  <a:gd name="connsiteX7" fmla="*/ 6478 w 16186"/>
                  <a:gd name="connsiteY7" fmla="*/ 265 h 113421"/>
                  <a:gd name="connsiteX8" fmla="*/ 6287 w 16186"/>
                  <a:gd name="connsiteY8" fmla="*/ 836 h 113421"/>
                  <a:gd name="connsiteX9" fmla="*/ 6478 w 16186"/>
                  <a:gd name="connsiteY9" fmla="*/ 169 h 113421"/>
                  <a:gd name="connsiteX10" fmla="*/ 7144 w 16186"/>
                  <a:gd name="connsiteY10" fmla="*/ 1884 h 113421"/>
                  <a:gd name="connsiteX11" fmla="*/ 7239 w 16186"/>
                  <a:gd name="connsiteY11" fmla="*/ 5599 h 113421"/>
                  <a:gd name="connsiteX12" fmla="*/ 7715 w 16186"/>
                  <a:gd name="connsiteY12" fmla="*/ 13028 h 113421"/>
                  <a:gd name="connsiteX13" fmla="*/ 9144 w 16186"/>
                  <a:gd name="connsiteY13" fmla="*/ 27792 h 113421"/>
                  <a:gd name="connsiteX14" fmla="*/ 14478 w 16186"/>
                  <a:gd name="connsiteY14" fmla="*/ 57129 h 113421"/>
                  <a:gd name="connsiteX15" fmla="*/ 14288 w 16186"/>
                  <a:gd name="connsiteY15" fmla="*/ 87228 h 113421"/>
                  <a:gd name="connsiteX16" fmla="*/ 7049 w 16186"/>
                  <a:gd name="connsiteY16" fmla="*/ 100468 h 113421"/>
                  <a:gd name="connsiteX17" fmla="*/ 0 w 16186"/>
                  <a:gd name="connsiteY17" fmla="*/ 113422 h 11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186" h="113421">
                    <a:moveTo>
                      <a:pt x="0" y="113422"/>
                    </a:moveTo>
                    <a:cubicBezTo>
                      <a:pt x="1048" y="103039"/>
                      <a:pt x="10859" y="96563"/>
                      <a:pt x="12478" y="86752"/>
                    </a:cubicBezTo>
                    <a:cubicBezTo>
                      <a:pt x="14954" y="77322"/>
                      <a:pt x="14002" y="67321"/>
                      <a:pt x="12097" y="57605"/>
                    </a:cubicBezTo>
                    <a:cubicBezTo>
                      <a:pt x="10287" y="47890"/>
                      <a:pt x="8097" y="38079"/>
                      <a:pt x="7334" y="28078"/>
                    </a:cubicBezTo>
                    <a:cubicBezTo>
                      <a:pt x="6954" y="23125"/>
                      <a:pt x="6668" y="18076"/>
                      <a:pt x="6572" y="13123"/>
                    </a:cubicBezTo>
                    <a:lnTo>
                      <a:pt x="6763" y="5599"/>
                    </a:lnTo>
                    <a:lnTo>
                      <a:pt x="6954" y="1884"/>
                    </a:lnTo>
                    <a:cubicBezTo>
                      <a:pt x="6954" y="1313"/>
                      <a:pt x="6954" y="646"/>
                      <a:pt x="6478" y="265"/>
                    </a:cubicBezTo>
                    <a:cubicBezTo>
                      <a:pt x="5715" y="-402"/>
                      <a:pt x="5811" y="1408"/>
                      <a:pt x="6287" y="836"/>
                    </a:cubicBezTo>
                    <a:cubicBezTo>
                      <a:pt x="5715" y="1503"/>
                      <a:pt x="5525" y="-593"/>
                      <a:pt x="6478" y="169"/>
                    </a:cubicBezTo>
                    <a:cubicBezTo>
                      <a:pt x="7049" y="550"/>
                      <a:pt x="7144" y="1313"/>
                      <a:pt x="7144" y="1884"/>
                    </a:cubicBezTo>
                    <a:lnTo>
                      <a:pt x="7239" y="5599"/>
                    </a:lnTo>
                    <a:lnTo>
                      <a:pt x="7715" y="13028"/>
                    </a:lnTo>
                    <a:cubicBezTo>
                      <a:pt x="8001" y="17981"/>
                      <a:pt x="8477" y="22934"/>
                      <a:pt x="9144" y="27792"/>
                    </a:cubicBezTo>
                    <a:cubicBezTo>
                      <a:pt x="10287" y="37698"/>
                      <a:pt x="12478" y="47318"/>
                      <a:pt x="14478" y="57129"/>
                    </a:cubicBezTo>
                    <a:cubicBezTo>
                      <a:pt x="16193" y="66940"/>
                      <a:pt x="17336" y="77322"/>
                      <a:pt x="14288" y="87228"/>
                    </a:cubicBezTo>
                    <a:cubicBezTo>
                      <a:pt x="12859" y="92181"/>
                      <a:pt x="10192" y="96658"/>
                      <a:pt x="7049" y="100468"/>
                    </a:cubicBezTo>
                    <a:cubicBezTo>
                      <a:pt x="3906" y="104468"/>
                      <a:pt x="667" y="108469"/>
                      <a:pt x="0" y="113422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49" name="Forme libre : forme 9248">
                <a:extLst>
                  <a:ext uri="{FF2B5EF4-FFF2-40B4-BE49-F238E27FC236}">
                    <a16:creationId xmlns:a16="http://schemas.microsoft.com/office/drawing/2014/main" id="{DB174A48-E37E-4565-82DC-71EDB1E8ED62}"/>
                  </a:ext>
                </a:extLst>
              </p:cNvPr>
              <p:cNvSpPr/>
              <p:nvPr/>
            </p:nvSpPr>
            <p:spPr>
              <a:xfrm>
                <a:off x="5774344" y="4382261"/>
                <a:ext cx="53530" cy="62007"/>
              </a:xfrm>
              <a:custGeom>
                <a:avLst/>
                <a:gdLst>
                  <a:gd name="connsiteX0" fmla="*/ 53530 w 53530"/>
                  <a:gd name="connsiteY0" fmla="*/ 62008 h 62007"/>
                  <a:gd name="connsiteX1" fmla="*/ 24479 w 53530"/>
                  <a:gd name="connsiteY1" fmla="*/ 31909 h 62007"/>
                  <a:gd name="connsiteX2" fmla="*/ 16193 w 53530"/>
                  <a:gd name="connsiteY2" fmla="*/ 12859 h 62007"/>
                  <a:gd name="connsiteX3" fmla="*/ 0 w 53530"/>
                  <a:gd name="connsiteY3" fmla="*/ 0 h 62007"/>
                  <a:gd name="connsiteX4" fmla="*/ 17622 w 53530"/>
                  <a:gd name="connsiteY4" fmla="*/ 11811 h 62007"/>
                  <a:gd name="connsiteX5" fmla="*/ 26670 w 53530"/>
                  <a:gd name="connsiteY5" fmla="*/ 31052 h 62007"/>
                  <a:gd name="connsiteX6" fmla="*/ 53530 w 53530"/>
                  <a:gd name="connsiteY6" fmla="*/ 62008 h 62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530" h="62007">
                    <a:moveTo>
                      <a:pt x="53530" y="62008"/>
                    </a:moveTo>
                    <a:cubicBezTo>
                      <a:pt x="40481" y="56388"/>
                      <a:pt x="30004" y="45149"/>
                      <a:pt x="24479" y="31909"/>
                    </a:cubicBezTo>
                    <a:cubicBezTo>
                      <a:pt x="21812" y="25241"/>
                      <a:pt x="20193" y="18383"/>
                      <a:pt x="16193" y="12859"/>
                    </a:cubicBezTo>
                    <a:cubicBezTo>
                      <a:pt x="12192" y="7334"/>
                      <a:pt x="6001" y="3620"/>
                      <a:pt x="0" y="0"/>
                    </a:cubicBezTo>
                    <a:cubicBezTo>
                      <a:pt x="6382" y="2858"/>
                      <a:pt x="13049" y="6001"/>
                      <a:pt x="17622" y="11811"/>
                    </a:cubicBezTo>
                    <a:cubicBezTo>
                      <a:pt x="22193" y="17621"/>
                      <a:pt x="23908" y="24765"/>
                      <a:pt x="26670" y="31052"/>
                    </a:cubicBezTo>
                    <a:cubicBezTo>
                      <a:pt x="31909" y="43910"/>
                      <a:pt x="41529" y="54674"/>
                      <a:pt x="53530" y="62008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50" name="Forme libre : forme 9249">
                <a:extLst>
                  <a:ext uri="{FF2B5EF4-FFF2-40B4-BE49-F238E27FC236}">
                    <a16:creationId xmlns:a16="http://schemas.microsoft.com/office/drawing/2014/main" id="{79095F9A-2019-4898-8EAC-294F891520DD}"/>
                  </a:ext>
                </a:extLst>
              </p:cNvPr>
              <p:cNvSpPr/>
              <p:nvPr/>
            </p:nvSpPr>
            <p:spPr>
              <a:xfrm>
                <a:off x="5928593" y="4297680"/>
                <a:ext cx="18249" cy="85153"/>
              </a:xfrm>
              <a:custGeom>
                <a:avLst/>
                <a:gdLst>
                  <a:gd name="connsiteX0" fmla="*/ 9772 w 18249"/>
                  <a:gd name="connsiteY0" fmla="*/ 85154 h 85153"/>
                  <a:gd name="connsiteX1" fmla="*/ 438 w 18249"/>
                  <a:gd name="connsiteY1" fmla="*/ 64675 h 85153"/>
                  <a:gd name="connsiteX2" fmla="*/ 724 w 18249"/>
                  <a:gd name="connsiteY2" fmla="*/ 53149 h 85153"/>
                  <a:gd name="connsiteX3" fmla="*/ 5010 w 18249"/>
                  <a:gd name="connsiteY3" fmla="*/ 42577 h 85153"/>
                  <a:gd name="connsiteX4" fmla="*/ 18249 w 18249"/>
                  <a:gd name="connsiteY4" fmla="*/ 0 h 85153"/>
                  <a:gd name="connsiteX5" fmla="*/ 7201 w 18249"/>
                  <a:gd name="connsiteY5" fmla="*/ 43529 h 85153"/>
                  <a:gd name="connsiteX6" fmla="*/ 2819 w 18249"/>
                  <a:gd name="connsiteY6" fmla="*/ 53626 h 85153"/>
                  <a:gd name="connsiteX7" fmla="*/ 2247 w 18249"/>
                  <a:gd name="connsiteY7" fmla="*/ 64389 h 85153"/>
                  <a:gd name="connsiteX8" fmla="*/ 9772 w 18249"/>
                  <a:gd name="connsiteY8" fmla="*/ 85154 h 85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249" h="85153">
                    <a:moveTo>
                      <a:pt x="9772" y="85154"/>
                    </a:moveTo>
                    <a:cubicBezTo>
                      <a:pt x="4915" y="79438"/>
                      <a:pt x="1581" y="72295"/>
                      <a:pt x="438" y="64675"/>
                    </a:cubicBezTo>
                    <a:cubicBezTo>
                      <a:pt x="-229" y="60865"/>
                      <a:pt x="-134" y="56959"/>
                      <a:pt x="724" y="53149"/>
                    </a:cubicBezTo>
                    <a:cubicBezTo>
                      <a:pt x="1676" y="49339"/>
                      <a:pt x="3486" y="45910"/>
                      <a:pt x="5010" y="42577"/>
                    </a:cubicBezTo>
                    <a:cubicBezTo>
                      <a:pt x="11392" y="29146"/>
                      <a:pt x="15487" y="14764"/>
                      <a:pt x="18249" y="0"/>
                    </a:cubicBezTo>
                    <a:cubicBezTo>
                      <a:pt x="17488" y="15049"/>
                      <a:pt x="13392" y="29813"/>
                      <a:pt x="7201" y="43529"/>
                    </a:cubicBezTo>
                    <a:cubicBezTo>
                      <a:pt x="5581" y="46958"/>
                      <a:pt x="3772" y="50197"/>
                      <a:pt x="2819" y="53626"/>
                    </a:cubicBezTo>
                    <a:cubicBezTo>
                      <a:pt x="1867" y="57055"/>
                      <a:pt x="1867" y="60769"/>
                      <a:pt x="2247" y="64389"/>
                    </a:cubicBezTo>
                    <a:cubicBezTo>
                      <a:pt x="3105" y="71723"/>
                      <a:pt x="5676" y="78867"/>
                      <a:pt x="9772" y="85154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51" name="Forme libre : forme 9250">
                <a:extLst>
                  <a:ext uri="{FF2B5EF4-FFF2-40B4-BE49-F238E27FC236}">
                    <a16:creationId xmlns:a16="http://schemas.microsoft.com/office/drawing/2014/main" id="{4F9FC30A-CA4A-4B12-9BB3-AC288B3D8B3F}"/>
                  </a:ext>
                </a:extLst>
              </p:cNvPr>
              <p:cNvSpPr/>
              <p:nvPr/>
            </p:nvSpPr>
            <p:spPr>
              <a:xfrm>
                <a:off x="5741960" y="4401978"/>
                <a:ext cx="25621" cy="30861"/>
              </a:xfrm>
              <a:custGeom>
                <a:avLst/>
                <a:gdLst>
                  <a:gd name="connsiteX0" fmla="*/ 25622 w 25621"/>
                  <a:gd name="connsiteY0" fmla="*/ 30861 h 30861"/>
                  <a:gd name="connsiteX1" fmla="*/ 19240 w 25621"/>
                  <a:gd name="connsiteY1" fmla="*/ 22670 h 30861"/>
                  <a:gd name="connsiteX2" fmla="*/ 14668 w 25621"/>
                  <a:gd name="connsiteY2" fmla="*/ 13716 h 30861"/>
                  <a:gd name="connsiteX3" fmla="*/ 0 w 25621"/>
                  <a:gd name="connsiteY3" fmla="*/ 0 h 30861"/>
                  <a:gd name="connsiteX4" fmla="*/ 9430 w 25621"/>
                  <a:gd name="connsiteY4" fmla="*/ 4667 h 30861"/>
                  <a:gd name="connsiteX5" fmla="*/ 16764 w 25621"/>
                  <a:gd name="connsiteY5" fmla="*/ 12383 h 30861"/>
                  <a:gd name="connsiteX6" fmla="*/ 21050 w 25621"/>
                  <a:gd name="connsiteY6" fmla="*/ 22003 h 30861"/>
                  <a:gd name="connsiteX7" fmla="*/ 25622 w 25621"/>
                  <a:gd name="connsiteY7" fmla="*/ 30861 h 30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621" h="30861">
                    <a:moveTo>
                      <a:pt x="25622" y="30861"/>
                    </a:moveTo>
                    <a:cubicBezTo>
                      <a:pt x="22384" y="29337"/>
                      <a:pt x="20574" y="25813"/>
                      <a:pt x="19240" y="22670"/>
                    </a:cubicBezTo>
                    <a:cubicBezTo>
                      <a:pt x="17906" y="19431"/>
                      <a:pt x="16669" y="16478"/>
                      <a:pt x="14668" y="13716"/>
                    </a:cubicBezTo>
                    <a:cubicBezTo>
                      <a:pt x="11049" y="8096"/>
                      <a:pt x="5905" y="3620"/>
                      <a:pt x="0" y="0"/>
                    </a:cubicBezTo>
                    <a:cubicBezTo>
                      <a:pt x="3334" y="953"/>
                      <a:pt x="6572" y="2477"/>
                      <a:pt x="9430" y="4667"/>
                    </a:cubicBezTo>
                    <a:cubicBezTo>
                      <a:pt x="12287" y="6763"/>
                      <a:pt x="14668" y="9525"/>
                      <a:pt x="16764" y="12383"/>
                    </a:cubicBezTo>
                    <a:cubicBezTo>
                      <a:pt x="18669" y="15430"/>
                      <a:pt x="20098" y="18764"/>
                      <a:pt x="21050" y="22003"/>
                    </a:cubicBezTo>
                    <a:cubicBezTo>
                      <a:pt x="22003" y="25241"/>
                      <a:pt x="22860" y="28575"/>
                      <a:pt x="25622" y="30861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52" name="Forme libre : forme 9251">
                <a:extLst>
                  <a:ext uri="{FF2B5EF4-FFF2-40B4-BE49-F238E27FC236}">
                    <a16:creationId xmlns:a16="http://schemas.microsoft.com/office/drawing/2014/main" id="{41AAB9C8-7797-42C0-8328-DD32B72FA769}"/>
                  </a:ext>
                </a:extLst>
              </p:cNvPr>
              <p:cNvSpPr/>
              <p:nvPr/>
            </p:nvSpPr>
            <p:spPr>
              <a:xfrm>
                <a:off x="6017353" y="4322540"/>
                <a:ext cx="31215" cy="31813"/>
              </a:xfrm>
              <a:custGeom>
                <a:avLst/>
                <a:gdLst>
                  <a:gd name="connsiteX0" fmla="*/ 69 w 31215"/>
                  <a:gd name="connsiteY0" fmla="*/ 31813 h 31813"/>
                  <a:gd name="connsiteX1" fmla="*/ 10261 w 31215"/>
                  <a:gd name="connsiteY1" fmla="*/ 10954 h 31813"/>
                  <a:gd name="connsiteX2" fmla="*/ 31216 w 31215"/>
                  <a:gd name="connsiteY2" fmla="*/ 0 h 31813"/>
                  <a:gd name="connsiteX3" fmla="*/ 21596 w 31215"/>
                  <a:gd name="connsiteY3" fmla="*/ 6858 h 31813"/>
                  <a:gd name="connsiteX4" fmla="*/ 11594 w 31215"/>
                  <a:gd name="connsiteY4" fmla="*/ 12859 h 31813"/>
                  <a:gd name="connsiteX5" fmla="*/ 69 w 31215"/>
                  <a:gd name="connsiteY5" fmla="*/ 31813 h 3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215" h="31813">
                    <a:moveTo>
                      <a:pt x="69" y="31813"/>
                    </a:moveTo>
                    <a:cubicBezTo>
                      <a:pt x="-597" y="23813"/>
                      <a:pt x="3594" y="15621"/>
                      <a:pt x="10261" y="10954"/>
                    </a:cubicBezTo>
                    <a:cubicBezTo>
                      <a:pt x="17405" y="7239"/>
                      <a:pt x="23977" y="3238"/>
                      <a:pt x="31216" y="0"/>
                    </a:cubicBezTo>
                    <a:cubicBezTo>
                      <a:pt x="28073" y="2381"/>
                      <a:pt x="24930" y="4667"/>
                      <a:pt x="21596" y="6858"/>
                    </a:cubicBezTo>
                    <a:cubicBezTo>
                      <a:pt x="18262" y="9144"/>
                      <a:pt x="14928" y="10859"/>
                      <a:pt x="11594" y="12859"/>
                    </a:cubicBezTo>
                    <a:cubicBezTo>
                      <a:pt x="5403" y="16954"/>
                      <a:pt x="1403" y="24003"/>
                      <a:pt x="69" y="31813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53" name="Forme libre : forme 9252">
                <a:extLst>
                  <a:ext uri="{FF2B5EF4-FFF2-40B4-BE49-F238E27FC236}">
                    <a16:creationId xmlns:a16="http://schemas.microsoft.com/office/drawing/2014/main" id="{212992FF-1D21-4260-A63B-344F633A09DB}"/>
                  </a:ext>
                </a:extLst>
              </p:cNvPr>
              <p:cNvSpPr/>
              <p:nvPr/>
            </p:nvSpPr>
            <p:spPr>
              <a:xfrm>
                <a:off x="5737864" y="4398645"/>
                <a:ext cx="8763" cy="8762"/>
              </a:xfrm>
              <a:custGeom>
                <a:avLst/>
                <a:gdLst>
                  <a:gd name="connsiteX0" fmla="*/ 8763 w 8763"/>
                  <a:gd name="connsiteY0" fmla="*/ 4382 h 8762"/>
                  <a:gd name="connsiteX1" fmla="*/ 4381 w 8763"/>
                  <a:gd name="connsiteY1" fmla="*/ 8763 h 8762"/>
                  <a:gd name="connsiteX2" fmla="*/ 0 w 8763"/>
                  <a:gd name="connsiteY2" fmla="*/ 4382 h 8762"/>
                  <a:gd name="connsiteX3" fmla="*/ 4381 w 8763"/>
                  <a:gd name="connsiteY3" fmla="*/ 0 h 8762"/>
                  <a:gd name="connsiteX4" fmla="*/ 8763 w 8763"/>
                  <a:gd name="connsiteY4" fmla="*/ 4382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63" h="8762">
                    <a:moveTo>
                      <a:pt x="8763" y="4382"/>
                    </a:moveTo>
                    <a:cubicBezTo>
                      <a:pt x="8763" y="6802"/>
                      <a:pt x="6802" y="8763"/>
                      <a:pt x="4381" y="8763"/>
                    </a:cubicBezTo>
                    <a:cubicBezTo>
                      <a:pt x="1962" y="8763"/>
                      <a:pt x="0" y="6801"/>
                      <a:pt x="0" y="4382"/>
                    </a:cubicBezTo>
                    <a:cubicBezTo>
                      <a:pt x="0" y="1962"/>
                      <a:pt x="1961" y="0"/>
                      <a:pt x="4381" y="0"/>
                    </a:cubicBezTo>
                    <a:cubicBezTo>
                      <a:pt x="6801" y="0"/>
                      <a:pt x="8763" y="1962"/>
                      <a:pt x="8763" y="4382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54" name="Forme libre : forme 9253">
                <a:extLst>
                  <a:ext uri="{FF2B5EF4-FFF2-40B4-BE49-F238E27FC236}">
                    <a16:creationId xmlns:a16="http://schemas.microsoft.com/office/drawing/2014/main" id="{CB97E3BE-B4D4-4744-B1D7-F16AA38F35DB}"/>
                  </a:ext>
                </a:extLst>
              </p:cNvPr>
              <p:cNvSpPr/>
              <p:nvPr/>
            </p:nvSpPr>
            <p:spPr>
              <a:xfrm>
                <a:off x="5675189" y="4418266"/>
                <a:ext cx="11049" cy="11048"/>
              </a:xfrm>
              <a:custGeom>
                <a:avLst/>
                <a:gdLst>
                  <a:gd name="connsiteX0" fmla="*/ 11049 w 11049"/>
                  <a:gd name="connsiteY0" fmla="*/ 5525 h 11048"/>
                  <a:gd name="connsiteX1" fmla="*/ 5524 w 11049"/>
                  <a:gd name="connsiteY1" fmla="*/ 11049 h 11048"/>
                  <a:gd name="connsiteX2" fmla="*/ 0 w 11049"/>
                  <a:gd name="connsiteY2" fmla="*/ 5525 h 11048"/>
                  <a:gd name="connsiteX3" fmla="*/ 5524 w 11049"/>
                  <a:gd name="connsiteY3" fmla="*/ 0 h 11048"/>
                  <a:gd name="connsiteX4" fmla="*/ 11049 w 11049"/>
                  <a:gd name="connsiteY4" fmla="*/ 5525 h 1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9" h="11048">
                    <a:moveTo>
                      <a:pt x="11049" y="5525"/>
                    </a:moveTo>
                    <a:cubicBezTo>
                      <a:pt x="11049" y="8576"/>
                      <a:pt x="8575" y="11049"/>
                      <a:pt x="5524" y="11049"/>
                    </a:cubicBezTo>
                    <a:cubicBezTo>
                      <a:pt x="2473" y="11049"/>
                      <a:pt x="0" y="8576"/>
                      <a:pt x="0" y="5525"/>
                    </a:cubicBezTo>
                    <a:cubicBezTo>
                      <a:pt x="0" y="2474"/>
                      <a:pt x="2473" y="0"/>
                      <a:pt x="5524" y="0"/>
                    </a:cubicBezTo>
                    <a:cubicBezTo>
                      <a:pt x="8575" y="0"/>
                      <a:pt x="11049" y="2474"/>
                      <a:pt x="11049" y="5525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55" name="Forme libre : forme 9254">
                <a:extLst>
                  <a:ext uri="{FF2B5EF4-FFF2-40B4-BE49-F238E27FC236}">
                    <a16:creationId xmlns:a16="http://schemas.microsoft.com/office/drawing/2014/main" id="{75BD3BB9-8B5E-4AAF-92D8-51819CB90FCC}"/>
                  </a:ext>
                </a:extLst>
              </p:cNvPr>
              <p:cNvSpPr/>
              <p:nvPr/>
            </p:nvSpPr>
            <p:spPr>
              <a:xfrm>
                <a:off x="5769201" y="4377690"/>
                <a:ext cx="11049" cy="11048"/>
              </a:xfrm>
              <a:custGeom>
                <a:avLst/>
                <a:gdLst>
                  <a:gd name="connsiteX0" fmla="*/ 11049 w 11049"/>
                  <a:gd name="connsiteY0" fmla="*/ 5524 h 11048"/>
                  <a:gd name="connsiteX1" fmla="*/ 5524 w 11049"/>
                  <a:gd name="connsiteY1" fmla="*/ 11049 h 11048"/>
                  <a:gd name="connsiteX2" fmla="*/ 0 w 11049"/>
                  <a:gd name="connsiteY2" fmla="*/ 5524 h 11048"/>
                  <a:gd name="connsiteX3" fmla="*/ 5524 w 11049"/>
                  <a:gd name="connsiteY3" fmla="*/ 0 h 11048"/>
                  <a:gd name="connsiteX4" fmla="*/ 11049 w 11049"/>
                  <a:gd name="connsiteY4" fmla="*/ 5524 h 1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9" h="11048">
                    <a:moveTo>
                      <a:pt x="11049" y="5524"/>
                    </a:moveTo>
                    <a:cubicBezTo>
                      <a:pt x="11049" y="8575"/>
                      <a:pt x="8575" y="11049"/>
                      <a:pt x="5524" y="11049"/>
                    </a:cubicBezTo>
                    <a:cubicBezTo>
                      <a:pt x="2473" y="11049"/>
                      <a:pt x="0" y="8575"/>
                      <a:pt x="0" y="5524"/>
                    </a:cubicBezTo>
                    <a:cubicBezTo>
                      <a:pt x="0" y="2473"/>
                      <a:pt x="2473" y="0"/>
                      <a:pt x="5524" y="0"/>
                    </a:cubicBezTo>
                    <a:cubicBezTo>
                      <a:pt x="8575" y="0"/>
                      <a:pt x="11049" y="2473"/>
                      <a:pt x="11049" y="5524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56" name="Forme libre : forme 9255">
                <a:extLst>
                  <a:ext uri="{FF2B5EF4-FFF2-40B4-BE49-F238E27FC236}">
                    <a16:creationId xmlns:a16="http://schemas.microsoft.com/office/drawing/2014/main" id="{7F083555-CDAC-4774-8E0A-69E8E027D587}"/>
                  </a:ext>
                </a:extLst>
              </p:cNvPr>
              <p:cNvSpPr/>
              <p:nvPr/>
            </p:nvSpPr>
            <p:spPr>
              <a:xfrm>
                <a:off x="5810730" y="4390929"/>
                <a:ext cx="11430" cy="11430"/>
              </a:xfrm>
              <a:custGeom>
                <a:avLst/>
                <a:gdLst>
                  <a:gd name="connsiteX0" fmla="*/ 11430 w 11430"/>
                  <a:gd name="connsiteY0" fmla="*/ 5715 h 11430"/>
                  <a:gd name="connsiteX1" fmla="*/ 5715 w 11430"/>
                  <a:gd name="connsiteY1" fmla="*/ 11430 h 11430"/>
                  <a:gd name="connsiteX2" fmla="*/ 1 w 11430"/>
                  <a:gd name="connsiteY2" fmla="*/ 5715 h 11430"/>
                  <a:gd name="connsiteX3" fmla="*/ 5715 w 11430"/>
                  <a:gd name="connsiteY3" fmla="*/ 0 h 11430"/>
                  <a:gd name="connsiteX4" fmla="*/ 11430 w 11430"/>
                  <a:gd name="connsiteY4" fmla="*/ 5715 h 1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0" h="11430">
                    <a:moveTo>
                      <a:pt x="11430" y="5715"/>
                    </a:moveTo>
                    <a:cubicBezTo>
                      <a:pt x="11430" y="8871"/>
                      <a:pt x="8872" y="11430"/>
                      <a:pt x="5715" y="11430"/>
                    </a:cubicBezTo>
                    <a:cubicBezTo>
                      <a:pt x="2559" y="11430"/>
                      <a:pt x="1" y="8871"/>
                      <a:pt x="1" y="5715"/>
                    </a:cubicBezTo>
                    <a:cubicBezTo>
                      <a:pt x="1" y="2559"/>
                      <a:pt x="2559" y="0"/>
                      <a:pt x="5715" y="0"/>
                    </a:cubicBezTo>
                    <a:cubicBezTo>
                      <a:pt x="8872" y="0"/>
                      <a:pt x="11430" y="2558"/>
                      <a:pt x="11430" y="5715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57" name="Forme libre : forme 9256">
                <a:extLst>
                  <a:ext uri="{FF2B5EF4-FFF2-40B4-BE49-F238E27FC236}">
                    <a16:creationId xmlns:a16="http://schemas.microsoft.com/office/drawing/2014/main" id="{8627EE5F-E768-46AF-BB5A-E386ABAE8739}"/>
                  </a:ext>
                </a:extLst>
              </p:cNvPr>
              <p:cNvSpPr/>
              <p:nvPr/>
            </p:nvSpPr>
            <p:spPr>
              <a:xfrm>
                <a:off x="5808349" y="4340256"/>
                <a:ext cx="8763" cy="8762"/>
              </a:xfrm>
              <a:custGeom>
                <a:avLst/>
                <a:gdLst>
                  <a:gd name="connsiteX0" fmla="*/ 8763 w 8763"/>
                  <a:gd name="connsiteY0" fmla="*/ 4382 h 8762"/>
                  <a:gd name="connsiteX1" fmla="*/ 4381 w 8763"/>
                  <a:gd name="connsiteY1" fmla="*/ 8763 h 8762"/>
                  <a:gd name="connsiteX2" fmla="*/ -1 w 8763"/>
                  <a:gd name="connsiteY2" fmla="*/ 4382 h 8762"/>
                  <a:gd name="connsiteX3" fmla="*/ 4381 w 8763"/>
                  <a:gd name="connsiteY3" fmla="*/ 0 h 8762"/>
                  <a:gd name="connsiteX4" fmla="*/ 8763 w 8763"/>
                  <a:gd name="connsiteY4" fmla="*/ 4382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63" h="8762">
                    <a:moveTo>
                      <a:pt x="8763" y="4382"/>
                    </a:moveTo>
                    <a:cubicBezTo>
                      <a:pt x="8763" y="6801"/>
                      <a:pt x="6801" y="8763"/>
                      <a:pt x="4381" y="8763"/>
                    </a:cubicBezTo>
                    <a:cubicBezTo>
                      <a:pt x="1962" y="8763"/>
                      <a:pt x="-1" y="6801"/>
                      <a:pt x="-1" y="4382"/>
                    </a:cubicBezTo>
                    <a:cubicBezTo>
                      <a:pt x="-1" y="1962"/>
                      <a:pt x="1961" y="0"/>
                      <a:pt x="4381" y="0"/>
                    </a:cubicBezTo>
                    <a:cubicBezTo>
                      <a:pt x="6801" y="0"/>
                      <a:pt x="8763" y="1962"/>
                      <a:pt x="8763" y="4382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58" name="Forme libre : forme 9257">
                <a:extLst>
                  <a:ext uri="{FF2B5EF4-FFF2-40B4-BE49-F238E27FC236}">
                    <a16:creationId xmlns:a16="http://schemas.microsoft.com/office/drawing/2014/main" id="{5720BC36-852C-4791-9DA6-C067D73A3928}"/>
                  </a:ext>
                </a:extLst>
              </p:cNvPr>
              <p:cNvSpPr/>
              <p:nvPr/>
            </p:nvSpPr>
            <p:spPr>
              <a:xfrm>
                <a:off x="5869309" y="4313491"/>
                <a:ext cx="8763" cy="8762"/>
              </a:xfrm>
              <a:custGeom>
                <a:avLst/>
                <a:gdLst>
                  <a:gd name="connsiteX0" fmla="*/ 8763 w 8763"/>
                  <a:gd name="connsiteY0" fmla="*/ 4382 h 8762"/>
                  <a:gd name="connsiteX1" fmla="*/ 4381 w 8763"/>
                  <a:gd name="connsiteY1" fmla="*/ 8763 h 8762"/>
                  <a:gd name="connsiteX2" fmla="*/ 0 w 8763"/>
                  <a:gd name="connsiteY2" fmla="*/ 4382 h 8762"/>
                  <a:gd name="connsiteX3" fmla="*/ 4381 w 8763"/>
                  <a:gd name="connsiteY3" fmla="*/ 0 h 8762"/>
                  <a:gd name="connsiteX4" fmla="*/ 8763 w 8763"/>
                  <a:gd name="connsiteY4" fmla="*/ 4382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63" h="8762">
                    <a:moveTo>
                      <a:pt x="8763" y="4382"/>
                    </a:moveTo>
                    <a:cubicBezTo>
                      <a:pt x="8763" y="6801"/>
                      <a:pt x="6802" y="8763"/>
                      <a:pt x="4381" y="8763"/>
                    </a:cubicBezTo>
                    <a:cubicBezTo>
                      <a:pt x="1962" y="8763"/>
                      <a:pt x="0" y="6801"/>
                      <a:pt x="0" y="4382"/>
                    </a:cubicBezTo>
                    <a:cubicBezTo>
                      <a:pt x="0" y="1962"/>
                      <a:pt x="1961" y="0"/>
                      <a:pt x="4381" y="0"/>
                    </a:cubicBezTo>
                    <a:cubicBezTo>
                      <a:pt x="6801" y="0"/>
                      <a:pt x="8763" y="1962"/>
                      <a:pt x="8763" y="4382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59" name="Forme libre : forme 9258">
                <a:extLst>
                  <a:ext uri="{FF2B5EF4-FFF2-40B4-BE49-F238E27FC236}">
                    <a16:creationId xmlns:a16="http://schemas.microsoft.com/office/drawing/2014/main" id="{F54C1DFD-C378-448D-915F-350E9D3A0751}"/>
                  </a:ext>
                </a:extLst>
              </p:cNvPr>
              <p:cNvSpPr/>
              <p:nvPr/>
            </p:nvSpPr>
            <p:spPr>
              <a:xfrm>
                <a:off x="5894645" y="4304633"/>
                <a:ext cx="8191" cy="8191"/>
              </a:xfrm>
              <a:custGeom>
                <a:avLst/>
                <a:gdLst>
                  <a:gd name="connsiteX0" fmla="*/ 8191 w 8191"/>
                  <a:gd name="connsiteY0" fmla="*/ 4096 h 8191"/>
                  <a:gd name="connsiteX1" fmla="*/ 4096 w 8191"/>
                  <a:gd name="connsiteY1" fmla="*/ 8191 h 8191"/>
                  <a:gd name="connsiteX2" fmla="*/ 0 w 8191"/>
                  <a:gd name="connsiteY2" fmla="*/ 4096 h 8191"/>
                  <a:gd name="connsiteX3" fmla="*/ 4096 w 8191"/>
                  <a:gd name="connsiteY3" fmla="*/ 0 h 8191"/>
                  <a:gd name="connsiteX4" fmla="*/ 8191 w 8191"/>
                  <a:gd name="connsiteY4" fmla="*/ 4096 h 8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91" h="8191">
                    <a:moveTo>
                      <a:pt x="8191" y="4096"/>
                    </a:moveTo>
                    <a:cubicBezTo>
                      <a:pt x="8191" y="6358"/>
                      <a:pt x="6358" y="8191"/>
                      <a:pt x="4096" y="8191"/>
                    </a:cubicBezTo>
                    <a:cubicBezTo>
                      <a:pt x="1834" y="8191"/>
                      <a:pt x="0" y="6358"/>
                      <a:pt x="0" y="4096"/>
                    </a:cubicBezTo>
                    <a:cubicBezTo>
                      <a:pt x="0" y="1834"/>
                      <a:pt x="1834" y="0"/>
                      <a:pt x="4096" y="0"/>
                    </a:cubicBezTo>
                    <a:cubicBezTo>
                      <a:pt x="6358" y="0"/>
                      <a:pt x="8191" y="1834"/>
                      <a:pt x="8191" y="4096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60" name="Forme libre : forme 9259">
                <a:extLst>
                  <a:ext uri="{FF2B5EF4-FFF2-40B4-BE49-F238E27FC236}">
                    <a16:creationId xmlns:a16="http://schemas.microsoft.com/office/drawing/2014/main" id="{356FD812-1853-4383-8768-1A3F1E0FB3B6}"/>
                  </a:ext>
                </a:extLst>
              </p:cNvPr>
              <p:cNvSpPr/>
              <p:nvPr/>
            </p:nvSpPr>
            <p:spPr>
              <a:xfrm>
                <a:off x="5942175" y="4293774"/>
                <a:ext cx="10477" cy="10477"/>
              </a:xfrm>
              <a:custGeom>
                <a:avLst/>
                <a:gdLst>
                  <a:gd name="connsiteX0" fmla="*/ 10478 w 10477"/>
                  <a:gd name="connsiteY0" fmla="*/ 5239 h 10477"/>
                  <a:gd name="connsiteX1" fmla="*/ 5239 w 10477"/>
                  <a:gd name="connsiteY1" fmla="*/ 10477 h 10477"/>
                  <a:gd name="connsiteX2" fmla="*/ 0 w 10477"/>
                  <a:gd name="connsiteY2" fmla="*/ 5239 h 10477"/>
                  <a:gd name="connsiteX3" fmla="*/ 5239 w 10477"/>
                  <a:gd name="connsiteY3" fmla="*/ 0 h 10477"/>
                  <a:gd name="connsiteX4" fmla="*/ 10478 w 10477"/>
                  <a:gd name="connsiteY4" fmla="*/ 5239 h 10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7" h="10477">
                    <a:moveTo>
                      <a:pt x="10478" y="5239"/>
                    </a:moveTo>
                    <a:cubicBezTo>
                      <a:pt x="10478" y="8132"/>
                      <a:pt x="8133" y="10477"/>
                      <a:pt x="5239" y="10477"/>
                    </a:cubicBezTo>
                    <a:cubicBezTo>
                      <a:pt x="2346" y="10477"/>
                      <a:pt x="0" y="8132"/>
                      <a:pt x="0" y="5239"/>
                    </a:cubicBezTo>
                    <a:cubicBezTo>
                      <a:pt x="0" y="2346"/>
                      <a:pt x="2346" y="0"/>
                      <a:pt x="5239" y="0"/>
                    </a:cubicBezTo>
                    <a:cubicBezTo>
                      <a:pt x="8133" y="0"/>
                      <a:pt x="10478" y="2346"/>
                      <a:pt x="10478" y="5239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61" name="Forme libre : forme 9260">
                <a:extLst>
                  <a:ext uri="{FF2B5EF4-FFF2-40B4-BE49-F238E27FC236}">
                    <a16:creationId xmlns:a16="http://schemas.microsoft.com/office/drawing/2014/main" id="{4DF8F4DB-8FCD-48C7-9844-654B3659757A}"/>
                  </a:ext>
                </a:extLst>
              </p:cNvPr>
              <p:cNvSpPr/>
              <p:nvPr/>
            </p:nvSpPr>
            <p:spPr>
              <a:xfrm>
                <a:off x="5970274" y="4297108"/>
                <a:ext cx="8572" cy="8572"/>
              </a:xfrm>
              <a:custGeom>
                <a:avLst/>
                <a:gdLst>
                  <a:gd name="connsiteX0" fmla="*/ 8573 w 8572"/>
                  <a:gd name="connsiteY0" fmla="*/ 4286 h 8572"/>
                  <a:gd name="connsiteX1" fmla="*/ 4286 w 8572"/>
                  <a:gd name="connsiteY1" fmla="*/ 8573 h 8572"/>
                  <a:gd name="connsiteX2" fmla="*/ 0 w 8572"/>
                  <a:gd name="connsiteY2" fmla="*/ 4286 h 8572"/>
                  <a:gd name="connsiteX3" fmla="*/ 4286 w 8572"/>
                  <a:gd name="connsiteY3" fmla="*/ 0 h 8572"/>
                  <a:gd name="connsiteX4" fmla="*/ 8573 w 8572"/>
                  <a:gd name="connsiteY4" fmla="*/ 4286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" h="8572">
                    <a:moveTo>
                      <a:pt x="8573" y="4286"/>
                    </a:moveTo>
                    <a:cubicBezTo>
                      <a:pt x="8573" y="6654"/>
                      <a:pt x="6654" y="8573"/>
                      <a:pt x="4286" y="8573"/>
                    </a:cubicBezTo>
                    <a:cubicBezTo>
                      <a:pt x="1919" y="8573"/>
                      <a:pt x="0" y="6654"/>
                      <a:pt x="0" y="4286"/>
                    </a:cubicBezTo>
                    <a:cubicBezTo>
                      <a:pt x="0" y="1919"/>
                      <a:pt x="1919" y="0"/>
                      <a:pt x="4286" y="0"/>
                    </a:cubicBezTo>
                    <a:cubicBezTo>
                      <a:pt x="6654" y="0"/>
                      <a:pt x="8573" y="1919"/>
                      <a:pt x="8573" y="4286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62" name="Forme libre : forme 9261">
                <a:extLst>
                  <a:ext uri="{FF2B5EF4-FFF2-40B4-BE49-F238E27FC236}">
                    <a16:creationId xmlns:a16="http://schemas.microsoft.com/office/drawing/2014/main" id="{F35CABC7-1DB3-49D1-B007-91C3958A05E3}"/>
                  </a:ext>
                </a:extLst>
              </p:cNvPr>
              <p:cNvSpPr/>
              <p:nvPr/>
            </p:nvSpPr>
            <p:spPr>
              <a:xfrm>
                <a:off x="5993801" y="4302061"/>
                <a:ext cx="9905" cy="9905"/>
              </a:xfrm>
              <a:custGeom>
                <a:avLst/>
                <a:gdLst>
                  <a:gd name="connsiteX0" fmla="*/ 9906 w 9905"/>
                  <a:gd name="connsiteY0" fmla="*/ 4953 h 9905"/>
                  <a:gd name="connsiteX1" fmla="*/ 4953 w 9905"/>
                  <a:gd name="connsiteY1" fmla="*/ 9906 h 9905"/>
                  <a:gd name="connsiteX2" fmla="*/ 0 w 9905"/>
                  <a:gd name="connsiteY2" fmla="*/ 4953 h 9905"/>
                  <a:gd name="connsiteX3" fmla="*/ 4953 w 9905"/>
                  <a:gd name="connsiteY3" fmla="*/ 0 h 9905"/>
                  <a:gd name="connsiteX4" fmla="*/ 9906 w 9905"/>
                  <a:gd name="connsiteY4" fmla="*/ 4953 h 9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05" h="9905">
                    <a:moveTo>
                      <a:pt x="9906" y="4953"/>
                    </a:moveTo>
                    <a:cubicBezTo>
                      <a:pt x="9906" y="7689"/>
                      <a:pt x="7689" y="9906"/>
                      <a:pt x="4953" y="9906"/>
                    </a:cubicBezTo>
                    <a:cubicBezTo>
                      <a:pt x="2218" y="9906"/>
                      <a:pt x="0" y="7688"/>
                      <a:pt x="0" y="4953"/>
                    </a:cubicBezTo>
                    <a:cubicBezTo>
                      <a:pt x="0" y="2217"/>
                      <a:pt x="2217" y="0"/>
                      <a:pt x="4953" y="0"/>
                    </a:cubicBezTo>
                    <a:cubicBezTo>
                      <a:pt x="7688" y="0"/>
                      <a:pt x="9906" y="2218"/>
                      <a:pt x="9906" y="4953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63" name="Forme libre : forme 9262">
                <a:extLst>
                  <a:ext uri="{FF2B5EF4-FFF2-40B4-BE49-F238E27FC236}">
                    <a16:creationId xmlns:a16="http://schemas.microsoft.com/office/drawing/2014/main" id="{AAEF618F-B0FA-4230-9A34-EC1495DE23CE}"/>
                  </a:ext>
                </a:extLst>
              </p:cNvPr>
              <p:cNvSpPr/>
              <p:nvPr/>
            </p:nvSpPr>
            <p:spPr>
              <a:xfrm>
                <a:off x="6044474" y="4319587"/>
                <a:ext cx="7810" cy="7810"/>
              </a:xfrm>
              <a:custGeom>
                <a:avLst/>
                <a:gdLst>
                  <a:gd name="connsiteX0" fmla="*/ 7810 w 7810"/>
                  <a:gd name="connsiteY0" fmla="*/ 3905 h 7810"/>
                  <a:gd name="connsiteX1" fmla="*/ 3905 w 7810"/>
                  <a:gd name="connsiteY1" fmla="*/ 7811 h 7810"/>
                  <a:gd name="connsiteX2" fmla="*/ 0 w 7810"/>
                  <a:gd name="connsiteY2" fmla="*/ 3905 h 7810"/>
                  <a:gd name="connsiteX3" fmla="*/ 3905 w 7810"/>
                  <a:gd name="connsiteY3" fmla="*/ 0 h 7810"/>
                  <a:gd name="connsiteX4" fmla="*/ 7810 w 7810"/>
                  <a:gd name="connsiteY4" fmla="*/ 3905 h 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0" h="7810">
                    <a:moveTo>
                      <a:pt x="7810" y="3905"/>
                    </a:moveTo>
                    <a:cubicBezTo>
                      <a:pt x="7810" y="6062"/>
                      <a:pt x="6062" y="7811"/>
                      <a:pt x="3905" y="7811"/>
                    </a:cubicBezTo>
                    <a:cubicBezTo>
                      <a:pt x="1749" y="7811"/>
                      <a:pt x="0" y="6062"/>
                      <a:pt x="0" y="3905"/>
                    </a:cubicBezTo>
                    <a:cubicBezTo>
                      <a:pt x="0" y="1748"/>
                      <a:pt x="1749" y="0"/>
                      <a:pt x="3905" y="0"/>
                    </a:cubicBezTo>
                    <a:cubicBezTo>
                      <a:pt x="6062" y="0"/>
                      <a:pt x="7810" y="1748"/>
                      <a:pt x="7810" y="3905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64" name="Forme libre : forme 9263">
                <a:extLst>
                  <a:ext uri="{FF2B5EF4-FFF2-40B4-BE49-F238E27FC236}">
                    <a16:creationId xmlns:a16="http://schemas.microsoft.com/office/drawing/2014/main" id="{C6144652-56D2-4B47-9107-E2535DE59B96}"/>
                  </a:ext>
                </a:extLst>
              </p:cNvPr>
              <p:cNvSpPr/>
              <p:nvPr/>
            </p:nvSpPr>
            <p:spPr>
              <a:xfrm>
                <a:off x="6104481" y="4327969"/>
                <a:ext cx="9715" cy="9715"/>
              </a:xfrm>
              <a:custGeom>
                <a:avLst/>
                <a:gdLst>
                  <a:gd name="connsiteX0" fmla="*/ 9715 w 9715"/>
                  <a:gd name="connsiteY0" fmla="*/ 4858 h 9715"/>
                  <a:gd name="connsiteX1" fmla="*/ 4858 w 9715"/>
                  <a:gd name="connsiteY1" fmla="*/ 9716 h 9715"/>
                  <a:gd name="connsiteX2" fmla="*/ 0 w 9715"/>
                  <a:gd name="connsiteY2" fmla="*/ 4858 h 9715"/>
                  <a:gd name="connsiteX3" fmla="*/ 4858 w 9715"/>
                  <a:gd name="connsiteY3" fmla="*/ 0 h 9715"/>
                  <a:gd name="connsiteX4" fmla="*/ 9715 w 9715"/>
                  <a:gd name="connsiteY4" fmla="*/ 4858 h 9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5" h="9715">
                    <a:moveTo>
                      <a:pt x="9715" y="4858"/>
                    </a:moveTo>
                    <a:cubicBezTo>
                      <a:pt x="9715" y="7541"/>
                      <a:pt x="7540" y="9716"/>
                      <a:pt x="4858" y="9716"/>
                    </a:cubicBezTo>
                    <a:cubicBezTo>
                      <a:pt x="2175" y="9716"/>
                      <a:pt x="0" y="7541"/>
                      <a:pt x="0" y="4858"/>
                    </a:cubicBezTo>
                    <a:cubicBezTo>
                      <a:pt x="0" y="2175"/>
                      <a:pt x="2175" y="0"/>
                      <a:pt x="4858" y="0"/>
                    </a:cubicBezTo>
                    <a:cubicBezTo>
                      <a:pt x="7540" y="0"/>
                      <a:pt x="9715" y="2175"/>
                      <a:pt x="9715" y="4858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65" name="Forme libre : forme 9264">
                <a:extLst>
                  <a:ext uri="{FF2B5EF4-FFF2-40B4-BE49-F238E27FC236}">
                    <a16:creationId xmlns:a16="http://schemas.microsoft.com/office/drawing/2014/main" id="{55A6E1E8-8134-445C-AB2F-916F1EC8EAD1}"/>
                  </a:ext>
                </a:extLst>
              </p:cNvPr>
              <p:cNvSpPr/>
              <p:nvPr/>
            </p:nvSpPr>
            <p:spPr>
              <a:xfrm>
                <a:off x="6142676" y="4340256"/>
                <a:ext cx="9144" cy="9144"/>
              </a:xfrm>
              <a:custGeom>
                <a:avLst/>
                <a:gdLst>
                  <a:gd name="connsiteX0" fmla="*/ 9144 w 9144"/>
                  <a:gd name="connsiteY0" fmla="*/ 4572 h 9144"/>
                  <a:gd name="connsiteX1" fmla="*/ 4572 w 9144"/>
                  <a:gd name="connsiteY1" fmla="*/ 9144 h 9144"/>
                  <a:gd name="connsiteX2" fmla="*/ 0 w 9144"/>
                  <a:gd name="connsiteY2" fmla="*/ 4572 h 9144"/>
                  <a:gd name="connsiteX3" fmla="*/ 4572 w 9144"/>
                  <a:gd name="connsiteY3" fmla="*/ 0 h 9144"/>
                  <a:gd name="connsiteX4" fmla="*/ 9144 w 9144"/>
                  <a:gd name="connsiteY4" fmla="*/ 4572 h 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" h="9144">
                    <a:moveTo>
                      <a:pt x="9144" y="4572"/>
                    </a:moveTo>
                    <a:cubicBezTo>
                      <a:pt x="9144" y="7097"/>
                      <a:pt x="7097" y="9144"/>
                      <a:pt x="4572" y="9144"/>
                    </a:cubicBezTo>
                    <a:cubicBezTo>
                      <a:pt x="2047" y="9144"/>
                      <a:pt x="0" y="7097"/>
                      <a:pt x="0" y="4572"/>
                    </a:cubicBezTo>
                    <a:cubicBezTo>
                      <a:pt x="0" y="2047"/>
                      <a:pt x="2047" y="0"/>
                      <a:pt x="4572" y="0"/>
                    </a:cubicBezTo>
                    <a:cubicBezTo>
                      <a:pt x="7097" y="0"/>
                      <a:pt x="9144" y="2047"/>
                      <a:pt x="9144" y="4572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66" name="Forme libre : forme 9265">
                <a:extLst>
                  <a:ext uri="{FF2B5EF4-FFF2-40B4-BE49-F238E27FC236}">
                    <a16:creationId xmlns:a16="http://schemas.microsoft.com/office/drawing/2014/main" id="{042B31EE-4E68-438F-95E9-A141CA544995}"/>
                  </a:ext>
                </a:extLst>
              </p:cNvPr>
              <p:cNvSpPr/>
              <p:nvPr/>
            </p:nvSpPr>
            <p:spPr>
              <a:xfrm>
                <a:off x="6192206" y="4340447"/>
                <a:ext cx="8763" cy="8762"/>
              </a:xfrm>
              <a:custGeom>
                <a:avLst/>
                <a:gdLst>
                  <a:gd name="connsiteX0" fmla="*/ 8763 w 8763"/>
                  <a:gd name="connsiteY0" fmla="*/ 4381 h 8762"/>
                  <a:gd name="connsiteX1" fmla="*/ 4381 w 8763"/>
                  <a:gd name="connsiteY1" fmla="*/ 8763 h 8762"/>
                  <a:gd name="connsiteX2" fmla="*/ -1 w 8763"/>
                  <a:gd name="connsiteY2" fmla="*/ 4381 h 8762"/>
                  <a:gd name="connsiteX3" fmla="*/ 4381 w 8763"/>
                  <a:gd name="connsiteY3" fmla="*/ 0 h 8762"/>
                  <a:gd name="connsiteX4" fmla="*/ 8763 w 8763"/>
                  <a:gd name="connsiteY4" fmla="*/ 4381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63" h="8762">
                    <a:moveTo>
                      <a:pt x="8763" y="4381"/>
                    </a:moveTo>
                    <a:cubicBezTo>
                      <a:pt x="8763" y="6801"/>
                      <a:pt x="6801" y="8763"/>
                      <a:pt x="4381" y="8763"/>
                    </a:cubicBezTo>
                    <a:cubicBezTo>
                      <a:pt x="1961" y="8763"/>
                      <a:pt x="-1" y="6801"/>
                      <a:pt x="-1" y="4381"/>
                    </a:cubicBezTo>
                    <a:cubicBezTo>
                      <a:pt x="-1" y="1962"/>
                      <a:pt x="1961" y="0"/>
                      <a:pt x="4381" y="0"/>
                    </a:cubicBezTo>
                    <a:cubicBezTo>
                      <a:pt x="6801" y="0"/>
                      <a:pt x="8763" y="1962"/>
                      <a:pt x="8763" y="4381"/>
                    </a:cubicBezTo>
                    <a:close/>
                  </a:path>
                </a:pathLst>
              </a:custGeom>
              <a:solidFill>
                <a:srgbClr val="6D420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67" name="Forme libre : forme 9266">
                <a:extLst>
                  <a:ext uri="{FF2B5EF4-FFF2-40B4-BE49-F238E27FC236}">
                    <a16:creationId xmlns:a16="http://schemas.microsoft.com/office/drawing/2014/main" id="{E5AEF9E5-6EB3-4F61-AAF1-F6769B12CB15}"/>
                  </a:ext>
                </a:extLst>
              </p:cNvPr>
              <p:cNvSpPr/>
              <p:nvPr/>
            </p:nvSpPr>
            <p:spPr>
              <a:xfrm>
                <a:off x="5715846" y="4300631"/>
                <a:ext cx="234777" cy="163281"/>
              </a:xfrm>
              <a:custGeom>
                <a:avLst/>
                <a:gdLst>
                  <a:gd name="connsiteX0" fmla="*/ 146510 w 234777"/>
                  <a:gd name="connsiteY0" fmla="*/ 5526 h 163281"/>
                  <a:gd name="connsiteX1" fmla="*/ 84121 w 234777"/>
                  <a:gd name="connsiteY1" fmla="*/ 36291 h 163281"/>
                  <a:gd name="connsiteX2" fmla="*/ 58308 w 234777"/>
                  <a:gd name="connsiteY2" fmla="*/ 60104 h 163281"/>
                  <a:gd name="connsiteX3" fmla="*/ 26876 w 234777"/>
                  <a:gd name="connsiteY3" fmla="*/ 83250 h 163281"/>
                  <a:gd name="connsiteX4" fmla="*/ 2587 w 234777"/>
                  <a:gd name="connsiteY4" fmla="*/ 113253 h 163281"/>
                  <a:gd name="connsiteX5" fmla="*/ 8302 w 234777"/>
                  <a:gd name="connsiteY5" fmla="*/ 149925 h 163281"/>
                  <a:gd name="connsiteX6" fmla="*/ 48307 w 234777"/>
                  <a:gd name="connsiteY6" fmla="*/ 161069 h 163281"/>
                  <a:gd name="connsiteX7" fmla="*/ 91360 w 234777"/>
                  <a:gd name="connsiteY7" fmla="*/ 158021 h 163281"/>
                  <a:gd name="connsiteX8" fmla="*/ 152034 w 234777"/>
                  <a:gd name="connsiteY8" fmla="*/ 153544 h 163281"/>
                  <a:gd name="connsiteX9" fmla="*/ 227758 w 234777"/>
                  <a:gd name="connsiteY9" fmla="*/ 161450 h 163281"/>
                  <a:gd name="connsiteX10" fmla="*/ 232139 w 234777"/>
                  <a:gd name="connsiteY10" fmla="*/ 159450 h 163281"/>
                  <a:gd name="connsiteX11" fmla="*/ 234331 w 234777"/>
                  <a:gd name="connsiteY11" fmla="*/ 154973 h 163281"/>
                  <a:gd name="connsiteX12" fmla="*/ 222901 w 234777"/>
                  <a:gd name="connsiteY12" fmla="*/ 124969 h 163281"/>
                  <a:gd name="connsiteX13" fmla="*/ 200993 w 234777"/>
                  <a:gd name="connsiteY13" fmla="*/ 100014 h 163281"/>
                  <a:gd name="connsiteX14" fmla="*/ 193468 w 234777"/>
                  <a:gd name="connsiteY14" fmla="*/ 78011 h 163281"/>
                  <a:gd name="connsiteX15" fmla="*/ 190039 w 234777"/>
                  <a:gd name="connsiteY15" fmla="*/ 63628 h 163281"/>
                  <a:gd name="connsiteX16" fmla="*/ 186324 w 234777"/>
                  <a:gd name="connsiteY16" fmla="*/ 48293 h 163281"/>
                  <a:gd name="connsiteX17" fmla="*/ 179181 w 234777"/>
                  <a:gd name="connsiteY17" fmla="*/ 18575 h 163281"/>
                  <a:gd name="connsiteX18" fmla="*/ 171847 w 234777"/>
                  <a:gd name="connsiteY18" fmla="*/ 1049 h 163281"/>
                  <a:gd name="connsiteX19" fmla="*/ 146510 w 234777"/>
                  <a:gd name="connsiteY19" fmla="*/ 5526 h 163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34777" h="163281">
                    <a:moveTo>
                      <a:pt x="146510" y="5526"/>
                    </a:moveTo>
                    <a:cubicBezTo>
                      <a:pt x="124222" y="12384"/>
                      <a:pt x="102124" y="21432"/>
                      <a:pt x="84121" y="36291"/>
                    </a:cubicBezTo>
                    <a:cubicBezTo>
                      <a:pt x="75072" y="43721"/>
                      <a:pt x="67262" y="52579"/>
                      <a:pt x="58308" y="60104"/>
                    </a:cubicBezTo>
                    <a:cubicBezTo>
                      <a:pt x="48307" y="68486"/>
                      <a:pt x="37068" y="75249"/>
                      <a:pt x="26876" y="83250"/>
                    </a:cubicBezTo>
                    <a:cubicBezTo>
                      <a:pt x="16684" y="91346"/>
                      <a:pt x="7159" y="101061"/>
                      <a:pt x="2587" y="113253"/>
                    </a:cubicBezTo>
                    <a:cubicBezTo>
                      <a:pt x="-1985" y="125445"/>
                      <a:pt x="-746" y="140495"/>
                      <a:pt x="8302" y="149925"/>
                    </a:cubicBezTo>
                    <a:cubicBezTo>
                      <a:pt x="18208" y="160212"/>
                      <a:pt x="34115" y="161355"/>
                      <a:pt x="48307" y="161069"/>
                    </a:cubicBezTo>
                    <a:cubicBezTo>
                      <a:pt x="62690" y="160783"/>
                      <a:pt x="77073" y="159831"/>
                      <a:pt x="91360" y="158021"/>
                    </a:cubicBezTo>
                    <a:cubicBezTo>
                      <a:pt x="111553" y="155544"/>
                      <a:pt x="131746" y="151639"/>
                      <a:pt x="152034" y="153544"/>
                    </a:cubicBezTo>
                    <a:cubicBezTo>
                      <a:pt x="177466" y="156021"/>
                      <a:pt x="202898" y="167736"/>
                      <a:pt x="227758" y="161450"/>
                    </a:cubicBezTo>
                    <a:cubicBezTo>
                      <a:pt x="229282" y="161069"/>
                      <a:pt x="230902" y="160593"/>
                      <a:pt x="232139" y="159450"/>
                    </a:cubicBezTo>
                    <a:cubicBezTo>
                      <a:pt x="233378" y="158307"/>
                      <a:pt x="233949" y="156592"/>
                      <a:pt x="234331" y="154973"/>
                    </a:cubicBezTo>
                    <a:cubicBezTo>
                      <a:pt x="236521" y="144115"/>
                      <a:pt x="230330" y="133256"/>
                      <a:pt x="222901" y="124969"/>
                    </a:cubicBezTo>
                    <a:cubicBezTo>
                      <a:pt x="215471" y="116682"/>
                      <a:pt x="206422" y="109634"/>
                      <a:pt x="200993" y="100014"/>
                    </a:cubicBezTo>
                    <a:cubicBezTo>
                      <a:pt x="197183" y="93251"/>
                      <a:pt x="195278" y="85536"/>
                      <a:pt x="193468" y="78011"/>
                    </a:cubicBezTo>
                    <a:cubicBezTo>
                      <a:pt x="193468" y="73534"/>
                      <a:pt x="191087" y="68010"/>
                      <a:pt x="190039" y="63628"/>
                    </a:cubicBezTo>
                    <a:cubicBezTo>
                      <a:pt x="188801" y="58485"/>
                      <a:pt x="187563" y="53436"/>
                      <a:pt x="186324" y="48293"/>
                    </a:cubicBezTo>
                    <a:cubicBezTo>
                      <a:pt x="183943" y="38387"/>
                      <a:pt x="181562" y="28481"/>
                      <a:pt x="179181" y="18575"/>
                    </a:cubicBezTo>
                    <a:cubicBezTo>
                      <a:pt x="177942" y="13432"/>
                      <a:pt x="177276" y="3811"/>
                      <a:pt x="171847" y="1049"/>
                    </a:cubicBezTo>
                    <a:cubicBezTo>
                      <a:pt x="165179" y="-2380"/>
                      <a:pt x="152797" y="3525"/>
                      <a:pt x="146510" y="5526"/>
                    </a:cubicBezTo>
                    <a:close/>
                  </a:path>
                </a:pathLst>
              </a:custGeom>
              <a:solidFill>
                <a:srgbClr val="FFFFFF">
                  <a:alpha val="24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68" name="Forme libre : forme 9267">
                <a:extLst>
                  <a:ext uri="{FF2B5EF4-FFF2-40B4-BE49-F238E27FC236}">
                    <a16:creationId xmlns:a16="http://schemas.microsoft.com/office/drawing/2014/main" id="{D3F564CD-796E-4740-A438-375C74E8F5F3}"/>
                  </a:ext>
                </a:extLst>
              </p:cNvPr>
              <p:cNvSpPr/>
              <p:nvPr/>
            </p:nvSpPr>
            <p:spPr>
              <a:xfrm>
                <a:off x="5914805" y="4291524"/>
                <a:ext cx="295308" cy="68110"/>
              </a:xfrm>
              <a:custGeom>
                <a:avLst/>
                <a:gdLst>
                  <a:gd name="connsiteX0" fmla="*/ 9844 w 295308"/>
                  <a:gd name="connsiteY0" fmla="*/ 35302 h 68110"/>
                  <a:gd name="connsiteX1" fmla="*/ 28132 w 295308"/>
                  <a:gd name="connsiteY1" fmla="*/ 39112 h 68110"/>
                  <a:gd name="connsiteX2" fmla="*/ 76709 w 295308"/>
                  <a:gd name="connsiteY2" fmla="*/ 45303 h 68110"/>
                  <a:gd name="connsiteX3" fmla="*/ 86234 w 295308"/>
                  <a:gd name="connsiteY3" fmla="*/ 52732 h 68110"/>
                  <a:gd name="connsiteX4" fmla="*/ 96617 w 295308"/>
                  <a:gd name="connsiteY4" fmla="*/ 56066 h 68110"/>
                  <a:gd name="connsiteX5" fmla="*/ 121286 w 295308"/>
                  <a:gd name="connsiteY5" fmla="*/ 61400 h 68110"/>
                  <a:gd name="connsiteX6" fmla="*/ 152052 w 295308"/>
                  <a:gd name="connsiteY6" fmla="*/ 67020 h 68110"/>
                  <a:gd name="connsiteX7" fmla="*/ 198915 w 295308"/>
                  <a:gd name="connsiteY7" fmla="*/ 67115 h 68110"/>
                  <a:gd name="connsiteX8" fmla="*/ 288831 w 295308"/>
                  <a:gd name="connsiteY8" fmla="*/ 56447 h 68110"/>
                  <a:gd name="connsiteX9" fmla="*/ 295308 w 295308"/>
                  <a:gd name="connsiteY9" fmla="*/ 52065 h 68110"/>
                  <a:gd name="connsiteX10" fmla="*/ 263590 w 295308"/>
                  <a:gd name="connsiteY10" fmla="*/ 43303 h 68110"/>
                  <a:gd name="connsiteX11" fmla="*/ 198630 w 295308"/>
                  <a:gd name="connsiteY11" fmla="*/ 41302 h 68110"/>
                  <a:gd name="connsiteX12" fmla="*/ 80710 w 295308"/>
                  <a:gd name="connsiteY12" fmla="*/ 7965 h 68110"/>
                  <a:gd name="connsiteX13" fmla="*/ 57374 w 295308"/>
                  <a:gd name="connsiteY13" fmla="*/ 3869 h 68110"/>
                  <a:gd name="connsiteX14" fmla="*/ 6320 w 295308"/>
                  <a:gd name="connsiteY14" fmla="*/ 4060 h 68110"/>
                  <a:gd name="connsiteX15" fmla="*/ 9844 w 295308"/>
                  <a:gd name="connsiteY15" fmla="*/ 35302 h 68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95308" h="68110">
                    <a:moveTo>
                      <a:pt x="9844" y="35302"/>
                    </a:moveTo>
                    <a:cubicBezTo>
                      <a:pt x="15083" y="38826"/>
                      <a:pt x="21750" y="39302"/>
                      <a:pt x="28132" y="39112"/>
                    </a:cubicBezTo>
                    <a:cubicBezTo>
                      <a:pt x="44801" y="38730"/>
                      <a:pt x="63279" y="35492"/>
                      <a:pt x="76709" y="45303"/>
                    </a:cubicBezTo>
                    <a:cubicBezTo>
                      <a:pt x="79948" y="47684"/>
                      <a:pt x="82710" y="50732"/>
                      <a:pt x="86234" y="52732"/>
                    </a:cubicBezTo>
                    <a:cubicBezTo>
                      <a:pt x="89378" y="54542"/>
                      <a:pt x="93093" y="55304"/>
                      <a:pt x="96617" y="56066"/>
                    </a:cubicBezTo>
                    <a:cubicBezTo>
                      <a:pt x="104808" y="57876"/>
                      <a:pt x="113095" y="59590"/>
                      <a:pt x="121286" y="61400"/>
                    </a:cubicBezTo>
                    <a:cubicBezTo>
                      <a:pt x="131478" y="63591"/>
                      <a:pt x="141670" y="65781"/>
                      <a:pt x="152052" y="67020"/>
                    </a:cubicBezTo>
                    <a:cubicBezTo>
                      <a:pt x="167578" y="68734"/>
                      <a:pt x="183294" y="68163"/>
                      <a:pt x="198915" y="67115"/>
                    </a:cubicBezTo>
                    <a:cubicBezTo>
                      <a:pt x="229014" y="65115"/>
                      <a:pt x="259018" y="61495"/>
                      <a:pt x="288831" y="56447"/>
                    </a:cubicBezTo>
                    <a:cubicBezTo>
                      <a:pt x="291593" y="55971"/>
                      <a:pt x="295023" y="54923"/>
                      <a:pt x="295308" y="52065"/>
                    </a:cubicBezTo>
                    <a:cubicBezTo>
                      <a:pt x="285212" y="47779"/>
                      <a:pt x="274448" y="44827"/>
                      <a:pt x="263590" y="43303"/>
                    </a:cubicBezTo>
                    <a:cubicBezTo>
                      <a:pt x="242064" y="40445"/>
                      <a:pt x="220251" y="43303"/>
                      <a:pt x="198630" y="41302"/>
                    </a:cubicBezTo>
                    <a:cubicBezTo>
                      <a:pt x="157862" y="37492"/>
                      <a:pt x="120715" y="16632"/>
                      <a:pt x="80710" y="7965"/>
                    </a:cubicBezTo>
                    <a:cubicBezTo>
                      <a:pt x="72995" y="6250"/>
                      <a:pt x="65184" y="5107"/>
                      <a:pt x="57374" y="3869"/>
                    </a:cubicBezTo>
                    <a:cubicBezTo>
                      <a:pt x="42610" y="1583"/>
                      <a:pt x="20321" y="-3656"/>
                      <a:pt x="6320" y="4060"/>
                    </a:cubicBezTo>
                    <a:cubicBezTo>
                      <a:pt x="-5206" y="10441"/>
                      <a:pt x="891" y="29396"/>
                      <a:pt x="9844" y="35302"/>
                    </a:cubicBezTo>
                    <a:close/>
                  </a:path>
                </a:pathLst>
              </a:custGeom>
              <a:solidFill>
                <a:srgbClr val="FFFFFF">
                  <a:alpha val="1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69" name="Forme libre : forme 9268">
                <a:extLst>
                  <a:ext uri="{FF2B5EF4-FFF2-40B4-BE49-F238E27FC236}">
                    <a16:creationId xmlns:a16="http://schemas.microsoft.com/office/drawing/2014/main" id="{372041EF-1CA8-4CAA-B219-67276214DBE8}"/>
                  </a:ext>
                </a:extLst>
              </p:cNvPr>
              <p:cNvSpPr/>
              <p:nvPr/>
            </p:nvSpPr>
            <p:spPr>
              <a:xfrm>
                <a:off x="4293009" y="4251049"/>
                <a:ext cx="372053" cy="750527"/>
              </a:xfrm>
              <a:custGeom>
                <a:avLst/>
                <a:gdLst>
                  <a:gd name="connsiteX0" fmla="*/ 24773 w 372053"/>
                  <a:gd name="connsiteY0" fmla="*/ 750528 h 750527"/>
                  <a:gd name="connsiteX1" fmla="*/ 81351 w 372053"/>
                  <a:gd name="connsiteY1" fmla="*/ 643658 h 750527"/>
                  <a:gd name="connsiteX2" fmla="*/ 74588 w 372053"/>
                  <a:gd name="connsiteY2" fmla="*/ 582602 h 750527"/>
                  <a:gd name="connsiteX3" fmla="*/ 51919 w 372053"/>
                  <a:gd name="connsiteY3" fmla="*/ 524500 h 750527"/>
                  <a:gd name="connsiteX4" fmla="*/ 9819 w 372053"/>
                  <a:gd name="connsiteY4" fmla="*/ 405723 h 750527"/>
                  <a:gd name="connsiteX5" fmla="*/ 4389 w 372053"/>
                  <a:gd name="connsiteY5" fmla="*/ 279422 h 750527"/>
                  <a:gd name="connsiteX6" fmla="*/ 22011 w 372053"/>
                  <a:gd name="connsiteY6" fmla="*/ 218366 h 750527"/>
                  <a:gd name="connsiteX7" fmla="*/ 50014 w 372053"/>
                  <a:gd name="connsiteY7" fmla="*/ 161407 h 750527"/>
                  <a:gd name="connsiteX8" fmla="*/ 134596 w 372053"/>
                  <a:gd name="connsiteY8" fmla="*/ 67681 h 750527"/>
                  <a:gd name="connsiteX9" fmla="*/ 247181 w 372053"/>
                  <a:gd name="connsiteY9" fmla="*/ 11388 h 750527"/>
                  <a:gd name="connsiteX10" fmla="*/ 372054 w 372053"/>
                  <a:gd name="connsiteY10" fmla="*/ 2816 h 750527"/>
                  <a:gd name="connsiteX11" fmla="*/ 139073 w 372053"/>
                  <a:gd name="connsiteY11" fmla="*/ 73396 h 750527"/>
                  <a:gd name="connsiteX12" fmla="*/ 57444 w 372053"/>
                  <a:gd name="connsiteY12" fmla="*/ 165788 h 750527"/>
                  <a:gd name="connsiteX13" fmla="*/ 30488 w 372053"/>
                  <a:gd name="connsiteY13" fmla="*/ 221509 h 750527"/>
                  <a:gd name="connsiteX14" fmla="*/ 13724 w 372053"/>
                  <a:gd name="connsiteY14" fmla="*/ 280945 h 750527"/>
                  <a:gd name="connsiteX15" fmla="*/ 18201 w 372053"/>
                  <a:gd name="connsiteY15" fmla="*/ 403532 h 750527"/>
                  <a:gd name="connsiteX16" fmla="*/ 58586 w 372053"/>
                  <a:gd name="connsiteY16" fmla="*/ 521547 h 750527"/>
                  <a:gd name="connsiteX17" fmla="*/ 80208 w 372053"/>
                  <a:gd name="connsiteY17" fmla="*/ 580793 h 750527"/>
                  <a:gd name="connsiteX18" fmla="*/ 85828 w 372053"/>
                  <a:gd name="connsiteY18" fmla="*/ 643848 h 750527"/>
                  <a:gd name="connsiteX19" fmla="*/ 24773 w 372053"/>
                  <a:gd name="connsiteY19" fmla="*/ 750528 h 750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72053" h="750527">
                    <a:moveTo>
                      <a:pt x="24773" y="750528"/>
                    </a:moveTo>
                    <a:cubicBezTo>
                      <a:pt x="57444" y="724525"/>
                      <a:pt x="78875" y="684901"/>
                      <a:pt x="81351" y="643658"/>
                    </a:cubicBezTo>
                    <a:cubicBezTo>
                      <a:pt x="82970" y="623084"/>
                      <a:pt x="80208" y="602319"/>
                      <a:pt x="74588" y="582602"/>
                    </a:cubicBezTo>
                    <a:cubicBezTo>
                      <a:pt x="69159" y="562790"/>
                      <a:pt x="59825" y="544026"/>
                      <a:pt x="51919" y="524500"/>
                    </a:cubicBezTo>
                    <a:cubicBezTo>
                      <a:pt x="35631" y="485924"/>
                      <a:pt x="20105" y="446776"/>
                      <a:pt x="9819" y="405723"/>
                    </a:cubicBezTo>
                    <a:cubicBezTo>
                      <a:pt x="-469" y="364766"/>
                      <a:pt x="-3326" y="321332"/>
                      <a:pt x="4389" y="279422"/>
                    </a:cubicBezTo>
                    <a:cubicBezTo>
                      <a:pt x="8104" y="258467"/>
                      <a:pt x="14486" y="238178"/>
                      <a:pt x="22011" y="218366"/>
                    </a:cubicBezTo>
                    <a:cubicBezTo>
                      <a:pt x="29535" y="198650"/>
                      <a:pt x="38965" y="179504"/>
                      <a:pt x="50014" y="161407"/>
                    </a:cubicBezTo>
                    <a:cubicBezTo>
                      <a:pt x="72112" y="125307"/>
                      <a:pt x="100877" y="93208"/>
                      <a:pt x="134596" y="67681"/>
                    </a:cubicBezTo>
                    <a:cubicBezTo>
                      <a:pt x="168314" y="42249"/>
                      <a:pt x="206605" y="22723"/>
                      <a:pt x="247181" y="11388"/>
                    </a:cubicBezTo>
                    <a:cubicBezTo>
                      <a:pt x="287758" y="149"/>
                      <a:pt x="330525" y="-2900"/>
                      <a:pt x="372054" y="2816"/>
                    </a:cubicBezTo>
                    <a:cubicBezTo>
                      <a:pt x="288520" y="-5090"/>
                      <a:pt x="203843" y="21866"/>
                      <a:pt x="139073" y="73396"/>
                    </a:cubicBezTo>
                    <a:cubicBezTo>
                      <a:pt x="106783" y="99304"/>
                      <a:pt x="78589" y="130260"/>
                      <a:pt x="57444" y="165788"/>
                    </a:cubicBezTo>
                    <a:cubicBezTo>
                      <a:pt x="46776" y="183505"/>
                      <a:pt x="37822" y="202078"/>
                      <a:pt x="30488" y="221509"/>
                    </a:cubicBezTo>
                    <a:cubicBezTo>
                      <a:pt x="23249" y="240845"/>
                      <a:pt x="17248" y="260657"/>
                      <a:pt x="13724" y="280945"/>
                    </a:cubicBezTo>
                    <a:cubicBezTo>
                      <a:pt x="5913" y="321427"/>
                      <a:pt x="8390" y="363337"/>
                      <a:pt x="18201" y="403532"/>
                    </a:cubicBezTo>
                    <a:cubicBezTo>
                      <a:pt x="27726" y="443823"/>
                      <a:pt x="43442" y="482685"/>
                      <a:pt x="58586" y="521547"/>
                    </a:cubicBezTo>
                    <a:cubicBezTo>
                      <a:pt x="66016" y="540978"/>
                      <a:pt x="75065" y="560123"/>
                      <a:pt x="80208" y="580793"/>
                    </a:cubicBezTo>
                    <a:cubicBezTo>
                      <a:pt x="85637" y="601271"/>
                      <a:pt x="88019" y="622702"/>
                      <a:pt x="85828" y="643848"/>
                    </a:cubicBezTo>
                    <a:cubicBezTo>
                      <a:pt x="81827" y="686329"/>
                      <a:pt x="58777" y="726144"/>
                      <a:pt x="24773" y="7505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70" name="Forme libre : forme 9269">
                <a:extLst>
                  <a:ext uri="{FF2B5EF4-FFF2-40B4-BE49-F238E27FC236}">
                    <a16:creationId xmlns:a16="http://schemas.microsoft.com/office/drawing/2014/main" id="{E826D487-28BC-4E75-BDEE-695FEEEF1690}"/>
                  </a:ext>
                </a:extLst>
              </p:cNvPr>
              <p:cNvSpPr/>
              <p:nvPr/>
            </p:nvSpPr>
            <p:spPr>
              <a:xfrm>
                <a:off x="5700906" y="4468367"/>
                <a:ext cx="267688" cy="336804"/>
              </a:xfrm>
              <a:custGeom>
                <a:avLst/>
                <a:gdLst>
                  <a:gd name="connsiteX0" fmla="*/ 0 w 267688"/>
                  <a:gd name="connsiteY0" fmla="*/ 0 h 336804"/>
                  <a:gd name="connsiteX1" fmla="*/ 64866 w 267688"/>
                  <a:gd name="connsiteY1" fmla="*/ 25146 h 336804"/>
                  <a:gd name="connsiteX2" fmla="*/ 99156 w 267688"/>
                  <a:gd name="connsiteY2" fmla="*/ 27242 h 336804"/>
                  <a:gd name="connsiteX3" fmla="*/ 133445 w 267688"/>
                  <a:gd name="connsiteY3" fmla="*/ 20860 h 336804"/>
                  <a:gd name="connsiteX4" fmla="*/ 204978 w 267688"/>
                  <a:gd name="connsiteY4" fmla="*/ 20384 h 336804"/>
                  <a:gd name="connsiteX5" fmla="*/ 238030 w 267688"/>
                  <a:gd name="connsiteY5" fmla="*/ 36767 h 336804"/>
                  <a:gd name="connsiteX6" fmla="*/ 259461 w 267688"/>
                  <a:gd name="connsiteY6" fmla="*/ 66961 h 336804"/>
                  <a:gd name="connsiteX7" fmla="*/ 265938 w 267688"/>
                  <a:gd name="connsiteY7" fmla="*/ 138684 h 336804"/>
                  <a:gd name="connsiteX8" fmla="*/ 242697 w 267688"/>
                  <a:gd name="connsiteY8" fmla="*/ 206026 h 336804"/>
                  <a:gd name="connsiteX9" fmla="*/ 193263 w 267688"/>
                  <a:gd name="connsiteY9" fmla="*/ 336804 h 336804"/>
                  <a:gd name="connsiteX10" fmla="*/ 208788 w 267688"/>
                  <a:gd name="connsiteY10" fmla="*/ 268034 h 336804"/>
                  <a:gd name="connsiteX11" fmla="*/ 236030 w 267688"/>
                  <a:gd name="connsiteY11" fmla="*/ 202978 h 336804"/>
                  <a:gd name="connsiteX12" fmla="*/ 257366 w 267688"/>
                  <a:gd name="connsiteY12" fmla="*/ 137351 h 336804"/>
                  <a:gd name="connsiteX13" fmla="*/ 250698 w 267688"/>
                  <a:gd name="connsiteY13" fmla="*/ 70485 h 336804"/>
                  <a:gd name="connsiteX14" fmla="*/ 232220 w 267688"/>
                  <a:gd name="connsiteY14" fmla="*/ 43720 h 336804"/>
                  <a:gd name="connsiteX15" fmla="*/ 202978 w 267688"/>
                  <a:gd name="connsiteY15" fmla="*/ 28861 h 336804"/>
                  <a:gd name="connsiteX16" fmla="*/ 169164 w 267688"/>
                  <a:gd name="connsiteY16" fmla="*/ 25241 h 336804"/>
                  <a:gd name="connsiteX17" fmla="*/ 134684 w 267688"/>
                  <a:gd name="connsiteY17" fmla="*/ 28194 h 336804"/>
                  <a:gd name="connsiteX18" fmla="*/ 99632 w 267688"/>
                  <a:gd name="connsiteY18" fmla="*/ 33338 h 336804"/>
                  <a:gd name="connsiteX19" fmla="*/ 64008 w 267688"/>
                  <a:gd name="connsiteY19" fmla="*/ 29813 h 336804"/>
                  <a:gd name="connsiteX20" fmla="*/ 0 w 267688"/>
                  <a:gd name="connsiteY20" fmla="*/ 0 h 336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67688" h="336804">
                    <a:moveTo>
                      <a:pt x="0" y="0"/>
                    </a:moveTo>
                    <a:cubicBezTo>
                      <a:pt x="20194" y="11811"/>
                      <a:pt x="42196" y="20860"/>
                      <a:pt x="64866" y="25146"/>
                    </a:cubicBezTo>
                    <a:cubicBezTo>
                      <a:pt x="76200" y="27432"/>
                      <a:pt x="87725" y="28385"/>
                      <a:pt x="99156" y="27242"/>
                    </a:cubicBezTo>
                    <a:cubicBezTo>
                      <a:pt x="110300" y="26194"/>
                      <a:pt x="121730" y="22955"/>
                      <a:pt x="133445" y="20860"/>
                    </a:cubicBezTo>
                    <a:cubicBezTo>
                      <a:pt x="156686" y="16669"/>
                      <a:pt x="181070" y="14859"/>
                      <a:pt x="204978" y="20384"/>
                    </a:cubicBezTo>
                    <a:cubicBezTo>
                      <a:pt x="216884" y="23241"/>
                      <a:pt x="228410" y="28766"/>
                      <a:pt x="238030" y="36767"/>
                    </a:cubicBezTo>
                    <a:cubicBezTo>
                      <a:pt x="247936" y="44577"/>
                      <a:pt x="254604" y="55721"/>
                      <a:pt x="259461" y="66961"/>
                    </a:cubicBezTo>
                    <a:cubicBezTo>
                      <a:pt x="268034" y="90106"/>
                      <a:pt x="269367" y="114776"/>
                      <a:pt x="265938" y="138684"/>
                    </a:cubicBezTo>
                    <a:cubicBezTo>
                      <a:pt x="262033" y="162592"/>
                      <a:pt x="252889" y="184880"/>
                      <a:pt x="242697" y="206026"/>
                    </a:cubicBezTo>
                    <a:cubicBezTo>
                      <a:pt x="221838" y="248031"/>
                      <a:pt x="201263" y="290227"/>
                      <a:pt x="193263" y="336804"/>
                    </a:cubicBezTo>
                    <a:cubicBezTo>
                      <a:pt x="195453" y="313372"/>
                      <a:pt x="201169" y="290322"/>
                      <a:pt x="208788" y="268034"/>
                    </a:cubicBezTo>
                    <a:cubicBezTo>
                      <a:pt x="216599" y="245745"/>
                      <a:pt x="226695" y="224409"/>
                      <a:pt x="236030" y="202978"/>
                    </a:cubicBezTo>
                    <a:cubicBezTo>
                      <a:pt x="245079" y="181546"/>
                      <a:pt x="254128" y="160020"/>
                      <a:pt x="257366" y="137351"/>
                    </a:cubicBezTo>
                    <a:cubicBezTo>
                      <a:pt x="260414" y="114871"/>
                      <a:pt x="258699" y="91345"/>
                      <a:pt x="250698" y="70485"/>
                    </a:cubicBezTo>
                    <a:cubicBezTo>
                      <a:pt x="246412" y="60388"/>
                      <a:pt x="240792" y="50578"/>
                      <a:pt x="232220" y="43720"/>
                    </a:cubicBezTo>
                    <a:cubicBezTo>
                      <a:pt x="223933" y="36671"/>
                      <a:pt x="213836" y="31623"/>
                      <a:pt x="202978" y="28861"/>
                    </a:cubicBezTo>
                    <a:cubicBezTo>
                      <a:pt x="192024" y="26194"/>
                      <a:pt x="180690" y="25241"/>
                      <a:pt x="169164" y="25241"/>
                    </a:cubicBezTo>
                    <a:cubicBezTo>
                      <a:pt x="157735" y="25527"/>
                      <a:pt x="146209" y="26575"/>
                      <a:pt x="134684" y="28194"/>
                    </a:cubicBezTo>
                    <a:cubicBezTo>
                      <a:pt x="123254" y="29718"/>
                      <a:pt x="111824" y="32671"/>
                      <a:pt x="99632" y="33338"/>
                    </a:cubicBezTo>
                    <a:cubicBezTo>
                      <a:pt x="87535" y="34004"/>
                      <a:pt x="75534" y="32671"/>
                      <a:pt x="64008" y="29813"/>
                    </a:cubicBezTo>
                    <a:cubicBezTo>
                      <a:pt x="40863" y="23717"/>
                      <a:pt x="19050" y="1362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71" name="Forme libre : forme 9270">
                <a:extLst>
                  <a:ext uri="{FF2B5EF4-FFF2-40B4-BE49-F238E27FC236}">
                    <a16:creationId xmlns:a16="http://schemas.microsoft.com/office/drawing/2014/main" id="{C9EDFBA8-BC69-4F3C-A7E7-12071900E04D}"/>
                  </a:ext>
                </a:extLst>
              </p:cNvPr>
              <p:cNvSpPr/>
              <p:nvPr/>
            </p:nvSpPr>
            <p:spPr>
              <a:xfrm>
                <a:off x="4630201" y="4340542"/>
                <a:ext cx="186601" cy="481393"/>
              </a:xfrm>
              <a:custGeom>
                <a:avLst/>
                <a:gdLst>
                  <a:gd name="connsiteX0" fmla="*/ 147828 w 186601"/>
                  <a:gd name="connsiteY0" fmla="*/ 0 h 481393"/>
                  <a:gd name="connsiteX1" fmla="*/ 183071 w 186601"/>
                  <a:gd name="connsiteY1" fmla="*/ 135731 h 481393"/>
                  <a:gd name="connsiteX2" fmla="*/ 178022 w 186601"/>
                  <a:gd name="connsiteY2" fmla="*/ 276511 h 481393"/>
                  <a:gd name="connsiteX3" fmla="*/ 154496 w 186601"/>
                  <a:gd name="connsiteY3" fmla="*/ 343376 h 481393"/>
                  <a:gd name="connsiteX4" fmla="*/ 115348 w 186601"/>
                  <a:gd name="connsiteY4" fmla="*/ 402431 h 481393"/>
                  <a:gd name="connsiteX5" fmla="*/ 0 w 186601"/>
                  <a:gd name="connsiteY5" fmla="*/ 481393 h 481393"/>
                  <a:gd name="connsiteX6" fmla="*/ 59531 w 186601"/>
                  <a:gd name="connsiteY6" fmla="*/ 445103 h 481393"/>
                  <a:gd name="connsiteX7" fmla="*/ 86296 w 186601"/>
                  <a:gd name="connsiteY7" fmla="*/ 423005 h 481393"/>
                  <a:gd name="connsiteX8" fmla="*/ 98393 w 186601"/>
                  <a:gd name="connsiteY8" fmla="*/ 410623 h 481393"/>
                  <a:gd name="connsiteX9" fmla="*/ 109728 w 186601"/>
                  <a:gd name="connsiteY9" fmla="*/ 397669 h 481393"/>
                  <a:gd name="connsiteX10" fmla="*/ 168688 w 186601"/>
                  <a:gd name="connsiteY10" fmla="*/ 274415 h 481393"/>
                  <a:gd name="connsiteX11" fmla="*/ 175736 w 186601"/>
                  <a:gd name="connsiteY11" fmla="*/ 136493 h 481393"/>
                  <a:gd name="connsiteX12" fmla="*/ 165354 w 186601"/>
                  <a:gd name="connsiteY12" fmla="*/ 67627 h 481393"/>
                  <a:gd name="connsiteX13" fmla="*/ 147828 w 186601"/>
                  <a:gd name="connsiteY13" fmla="*/ 0 h 481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86601" h="481393">
                    <a:moveTo>
                      <a:pt x="147828" y="0"/>
                    </a:moveTo>
                    <a:cubicBezTo>
                      <a:pt x="165830" y="43148"/>
                      <a:pt x="177070" y="89154"/>
                      <a:pt x="183071" y="135731"/>
                    </a:cubicBezTo>
                    <a:cubicBezTo>
                      <a:pt x="188881" y="182404"/>
                      <a:pt x="187738" y="230124"/>
                      <a:pt x="178022" y="276511"/>
                    </a:cubicBezTo>
                    <a:cubicBezTo>
                      <a:pt x="172879" y="299656"/>
                      <a:pt x="164878" y="322135"/>
                      <a:pt x="154496" y="343376"/>
                    </a:cubicBezTo>
                    <a:cubicBezTo>
                      <a:pt x="144209" y="364712"/>
                      <a:pt x="131350" y="384905"/>
                      <a:pt x="115348" y="402431"/>
                    </a:cubicBezTo>
                    <a:cubicBezTo>
                      <a:pt x="84296" y="438436"/>
                      <a:pt x="43243" y="464058"/>
                      <a:pt x="0" y="481393"/>
                    </a:cubicBezTo>
                    <a:cubicBezTo>
                      <a:pt x="20669" y="470440"/>
                      <a:pt x="41339" y="459581"/>
                      <a:pt x="59531" y="445103"/>
                    </a:cubicBezTo>
                    <a:cubicBezTo>
                      <a:pt x="69152" y="438531"/>
                      <a:pt x="77534" y="430530"/>
                      <a:pt x="86296" y="423005"/>
                    </a:cubicBezTo>
                    <a:cubicBezTo>
                      <a:pt x="90488" y="419005"/>
                      <a:pt x="94392" y="414718"/>
                      <a:pt x="98393" y="410623"/>
                    </a:cubicBezTo>
                    <a:cubicBezTo>
                      <a:pt x="102489" y="406622"/>
                      <a:pt x="106204" y="402146"/>
                      <a:pt x="109728" y="397669"/>
                    </a:cubicBezTo>
                    <a:cubicBezTo>
                      <a:pt x="139541" y="362426"/>
                      <a:pt x="158877" y="319278"/>
                      <a:pt x="168688" y="274415"/>
                    </a:cubicBezTo>
                    <a:cubicBezTo>
                      <a:pt x="178880" y="229457"/>
                      <a:pt x="179927" y="182594"/>
                      <a:pt x="175736" y="136493"/>
                    </a:cubicBezTo>
                    <a:cubicBezTo>
                      <a:pt x="173736" y="113347"/>
                      <a:pt x="170116" y="90392"/>
                      <a:pt x="165354" y="67627"/>
                    </a:cubicBezTo>
                    <a:cubicBezTo>
                      <a:pt x="160973" y="44863"/>
                      <a:pt x="155162" y="22288"/>
                      <a:pt x="147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72" name="Forme libre : forme 9271">
                <a:extLst>
                  <a:ext uri="{FF2B5EF4-FFF2-40B4-BE49-F238E27FC236}">
                    <a16:creationId xmlns:a16="http://schemas.microsoft.com/office/drawing/2014/main" id="{6CBE43F3-30B4-4B69-8982-5821E9B92DAF}"/>
                  </a:ext>
                </a:extLst>
              </p:cNvPr>
              <p:cNvSpPr/>
              <p:nvPr/>
            </p:nvSpPr>
            <p:spPr>
              <a:xfrm>
                <a:off x="2355548" y="3225641"/>
                <a:ext cx="94476" cy="273367"/>
              </a:xfrm>
              <a:custGeom>
                <a:avLst/>
                <a:gdLst>
                  <a:gd name="connsiteX0" fmla="*/ 63806 w 94476"/>
                  <a:gd name="connsiteY0" fmla="*/ 0 h 273367"/>
                  <a:gd name="connsiteX1" fmla="*/ 39517 w 94476"/>
                  <a:gd name="connsiteY1" fmla="*/ 31813 h 273367"/>
                  <a:gd name="connsiteX2" fmla="*/ 21134 w 94476"/>
                  <a:gd name="connsiteY2" fmla="*/ 66866 h 273367"/>
                  <a:gd name="connsiteX3" fmla="*/ 10561 w 94476"/>
                  <a:gd name="connsiteY3" fmla="*/ 143351 h 273367"/>
                  <a:gd name="connsiteX4" fmla="*/ 40184 w 94476"/>
                  <a:gd name="connsiteY4" fmla="*/ 214979 h 273367"/>
                  <a:gd name="connsiteX5" fmla="*/ 94476 w 94476"/>
                  <a:gd name="connsiteY5" fmla="*/ 273368 h 273367"/>
                  <a:gd name="connsiteX6" fmla="*/ 77998 w 94476"/>
                  <a:gd name="connsiteY6" fmla="*/ 261747 h 273367"/>
                  <a:gd name="connsiteX7" fmla="*/ 62282 w 94476"/>
                  <a:gd name="connsiteY7" fmla="*/ 248984 h 273367"/>
                  <a:gd name="connsiteX8" fmla="*/ 34373 w 94476"/>
                  <a:gd name="connsiteY8" fmla="*/ 219361 h 273367"/>
                  <a:gd name="connsiteX9" fmla="*/ 1226 w 94476"/>
                  <a:gd name="connsiteY9" fmla="*/ 144685 h 273367"/>
                  <a:gd name="connsiteX10" fmla="*/ 14561 w 94476"/>
                  <a:gd name="connsiteY10" fmla="*/ 64008 h 273367"/>
                  <a:gd name="connsiteX11" fmla="*/ 63806 w 94476"/>
                  <a:gd name="connsiteY11" fmla="*/ 0 h 27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4476" h="273367">
                    <a:moveTo>
                      <a:pt x="63806" y="0"/>
                    </a:moveTo>
                    <a:cubicBezTo>
                      <a:pt x="54757" y="10001"/>
                      <a:pt x="46565" y="20574"/>
                      <a:pt x="39517" y="31813"/>
                    </a:cubicBezTo>
                    <a:cubicBezTo>
                      <a:pt x="32278" y="42958"/>
                      <a:pt x="25991" y="54674"/>
                      <a:pt x="21134" y="66866"/>
                    </a:cubicBezTo>
                    <a:cubicBezTo>
                      <a:pt x="11323" y="91250"/>
                      <a:pt x="6751" y="117634"/>
                      <a:pt x="10561" y="143351"/>
                    </a:cubicBezTo>
                    <a:cubicBezTo>
                      <a:pt x="13799" y="169164"/>
                      <a:pt x="25134" y="193453"/>
                      <a:pt x="40184" y="214979"/>
                    </a:cubicBezTo>
                    <a:cubicBezTo>
                      <a:pt x="55233" y="236696"/>
                      <a:pt x="74378" y="255651"/>
                      <a:pt x="94476" y="273368"/>
                    </a:cubicBezTo>
                    <a:cubicBezTo>
                      <a:pt x="88952" y="269558"/>
                      <a:pt x="83427" y="265747"/>
                      <a:pt x="77998" y="261747"/>
                    </a:cubicBezTo>
                    <a:lnTo>
                      <a:pt x="62282" y="248984"/>
                    </a:lnTo>
                    <a:cubicBezTo>
                      <a:pt x="52376" y="239744"/>
                      <a:pt x="42755" y="230124"/>
                      <a:pt x="34373" y="219361"/>
                    </a:cubicBezTo>
                    <a:cubicBezTo>
                      <a:pt x="17324" y="198120"/>
                      <a:pt x="4846" y="172307"/>
                      <a:pt x="1226" y="144685"/>
                    </a:cubicBezTo>
                    <a:cubicBezTo>
                      <a:pt x="-2584" y="117062"/>
                      <a:pt x="2655" y="88678"/>
                      <a:pt x="14561" y="64008"/>
                    </a:cubicBezTo>
                    <a:cubicBezTo>
                      <a:pt x="26277" y="39243"/>
                      <a:pt x="43041" y="17145"/>
                      <a:pt x="638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73" name="Forme libre : forme 9272">
                <a:extLst>
                  <a:ext uri="{FF2B5EF4-FFF2-40B4-BE49-F238E27FC236}">
                    <a16:creationId xmlns:a16="http://schemas.microsoft.com/office/drawing/2014/main" id="{F9DE3B20-E456-4E83-BFA8-D29365F8C642}"/>
                  </a:ext>
                </a:extLst>
              </p:cNvPr>
              <p:cNvSpPr/>
              <p:nvPr/>
            </p:nvSpPr>
            <p:spPr>
              <a:xfrm>
                <a:off x="3307274" y="3317462"/>
                <a:ext cx="188958" cy="277749"/>
              </a:xfrm>
              <a:custGeom>
                <a:avLst/>
                <a:gdLst>
                  <a:gd name="connsiteX0" fmla="*/ 159448 w 188958"/>
                  <a:gd name="connsiteY0" fmla="*/ 0 h 277749"/>
                  <a:gd name="connsiteX1" fmla="*/ 188690 w 188958"/>
                  <a:gd name="connsiteY1" fmla="*/ 90488 h 277749"/>
                  <a:gd name="connsiteX2" fmla="*/ 162782 w 188958"/>
                  <a:gd name="connsiteY2" fmla="*/ 182880 h 277749"/>
                  <a:gd name="connsiteX3" fmla="*/ 89630 w 188958"/>
                  <a:gd name="connsiteY3" fmla="*/ 245269 h 277749"/>
                  <a:gd name="connsiteX4" fmla="*/ 0 w 188958"/>
                  <a:gd name="connsiteY4" fmla="*/ 277749 h 277749"/>
                  <a:gd name="connsiteX5" fmla="*/ 22193 w 188958"/>
                  <a:gd name="connsiteY5" fmla="*/ 269367 h 277749"/>
                  <a:gd name="connsiteX6" fmla="*/ 44005 w 188958"/>
                  <a:gd name="connsiteY6" fmla="*/ 260128 h 277749"/>
                  <a:gd name="connsiteX7" fmla="*/ 65341 w 188958"/>
                  <a:gd name="connsiteY7" fmla="*/ 250126 h 277749"/>
                  <a:gd name="connsiteX8" fmla="*/ 85915 w 188958"/>
                  <a:gd name="connsiteY8" fmla="*/ 238792 h 277749"/>
                  <a:gd name="connsiteX9" fmla="*/ 154781 w 188958"/>
                  <a:gd name="connsiteY9" fmla="*/ 177451 h 277749"/>
                  <a:gd name="connsiteX10" fmla="*/ 181261 w 188958"/>
                  <a:gd name="connsiteY10" fmla="*/ 90678 h 277749"/>
                  <a:gd name="connsiteX11" fmla="*/ 175260 w 188958"/>
                  <a:gd name="connsiteY11" fmla="*/ 44482 h 277749"/>
                  <a:gd name="connsiteX12" fmla="*/ 159448 w 188958"/>
                  <a:gd name="connsiteY12" fmla="*/ 0 h 27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8958" h="277749">
                    <a:moveTo>
                      <a:pt x="159448" y="0"/>
                    </a:moveTo>
                    <a:cubicBezTo>
                      <a:pt x="176498" y="26765"/>
                      <a:pt x="186976" y="58103"/>
                      <a:pt x="188690" y="90488"/>
                    </a:cubicBezTo>
                    <a:cubicBezTo>
                      <a:pt x="190690" y="122872"/>
                      <a:pt x="181451" y="156020"/>
                      <a:pt x="162782" y="182880"/>
                    </a:cubicBezTo>
                    <a:cubicBezTo>
                      <a:pt x="144208" y="209931"/>
                      <a:pt x="117729" y="230029"/>
                      <a:pt x="89630" y="245269"/>
                    </a:cubicBezTo>
                    <a:cubicBezTo>
                      <a:pt x="61246" y="260223"/>
                      <a:pt x="30861" y="270700"/>
                      <a:pt x="0" y="277749"/>
                    </a:cubicBezTo>
                    <a:cubicBezTo>
                      <a:pt x="7429" y="274891"/>
                      <a:pt x="14764" y="272034"/>
                      <a:pt x="22193" y="269367"/>
                    </a:cubicBezTo>
                    <a:cubicBezTo>
                      <a:pt x="29527" y="266509"/>
                      <a:pt x="36766" y="263176"/>
                      <a:pt x="44005" y="260128"/>
                    </a:cubicBezTo>
                    <a:cubicBezTo>
                      <a:pt x="51244" y="257080"/>
                      <a:pt x="58293" y="253460"/>
                      <a:pt x="65341" y="250126"/>
                    </a:cubicBezTo>
                    <a:cubicBezTo>
                      <a:pt x="72295" y="246507"/>
                      <a:pt x="79153" y="242602"/>
                      <a:pt x="85915" y="238792"/>
                    </a:cubicBezTo>
                    <a:cubicBezTo>
                      <a:pt x="112490" y="222504"/>
                      <a:pt x="137541" y="202978"/>
                      <a:pt x="154781" y="177451"/>
                    </a:cubicBezTo>
                    <a:cubicBezTo>
                      <a:pt x="172498" y="152305"/>
                      <a:pt x="181356" y="121634"/>
                      <a:pt x="181261" y="90678"/>
                    </a:cubicBezTo>
                    <a:cubicBezTo>
                      <a:pt x="181356" y="75152"/>
                      <a:pt x="179165" y="59626"/>
                      <a:pt x="175260" y="44482"/>
                    </a:cubicBezTo>
                    <a:cubicBezTo>
                      <a:pt x="171831" y="29146"/>
                      <a:pt x="166402" y="14288"/>
                      <a:pt x="1594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74" name="Forme libre : forme 9273">
                <a:extLst>
                  <a:ext uri="{FF2B5EF4-FFF2-40B4-BE49-F238E27FC236}">
                    <a16:creationId xmlns:a16="http://schemas.microsoft.com/office/drawing/2014/main" id="{CA45EE54-2EA2-40C7-A323-E7A10F27D103}"/>
                  </a:ext>
                </a:extLst>
              </p:cNvPr>
              <p:cNvSpPr/>
              <p:nvPr/>
            </p:nvSpPr>
            <p:spPr>
              <a:xfrm>
                <a:off x="2730118" y="2939510"/>
                <a:ext cx="170724" cy="444436"/>
              </a:xfrm>
              <a:custGeom>
                <a:avLst/>
                <a:gdLst>
                  <a:gd name="connsiteX0" fmla="*/ 51376 w 170724"/>
                  <a:gd name="connsiteY0" fmla="*/ 0 h 444436"/>
                  <a:gd name="connsiteX1" fmla="*/ 17848 w 170724"/>
                  <a:gd name="connsiteY1" fmla="*/ 52674 h 444436"/>
                  <a:gd name="connsiteX2" fmla="*/ 7561 w 170724"/>
                  <a:gd name="connsiteY2" fmla="*/ 114014 h 444436"/>
                  <a:gd name="connsiteX3" fmla="*/ 39565 w 170724"/>
                  <a:gd name="connsiteY3" fmla="*/ 232696 h 444436"/>
                  <a:gd name="connsiteX4" fmla="*/ 123671 w 170724"/>
                  <a:gd name="connsiteY4" fmla="*/ 326898 h 444436"/>
                  <a:gd name="connsiteX5" fmla="*/ 170724 w 170724"/>
                  <a:gd name="connsiteY5" fmla="*/ 444437 h 444436"/>
                  <a:gd name="connsiteX6" fmla="*/ 162628 w 170724"/>
                  <a:gd name="connsiteY6" fmla="*/ 413766 h 444436"/>
                  <a:gd name="connsiteX7" fmla="*/ 151293 w 170724"/>
                  <a:gd name="connsiteY7" fmla="*/ 384334 h 444436"/>
                  <a:gd name="connsiteX8" fmla="*/ 136720 w 170724"/>
                  <a:gd name="connsiteY8" fmla="*/ 356616 h 444436"/>
                  <a:gd name="connsiteX9" fmla="*/ 117955 w 170724"/>
                  <a:gd name="connsiteY9" fmla="*/ 331566 h 444436"/>
                  <a:gd name="connsiteX10" fmla="*/ 73760 w 170724"/>
                  <a:gd name="connsiteY10" fmla="*/ 286512 h 444436"/>
                  <a:gd name="connsiteX11" fmla="*/ 31469 w 170724"/>
                  <a:gd name="connsiteY11" fmla="*/ 237839 h 444436"/>
                  <a:gd name="connsiteX12" fmla="*/ 6799 w 170724"/>
                  <a:gd name="connsiteY12" fmla="*/ 177927 h 444436"/>
                  <a:gd name="connsiteX13" fmla="*/ 227 w 170724"/>
                  <a:gd name="connsiteY13" fmla="*/ 113824 h 444436"/>
                  <a:gd name="connsiteX14" fmla="*/ 13562 w 170724"/>
                  <a:gd name="connsiteY14" fmla="*/ 50959 h 444436"/>
                  <a:gd name="connsiteX15" fmla="*/ 51376 w 170724"/>
                  <a:gd name="connsiteY15" fmla="*/ 0 h 444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0724" h="444436">
                    <a:moveTo>
                      <a:pt x="51376" y="0"/>
                    </a:moveTo>
                    <a:cubicBezTo>
                      <a:pt x="35755" y="14383"/>
                      <a:pt x="24992" y="33147"/>
                      <a:pt x="17848" y="52674"/>
                    </a:cubicBezTo>
                    <a:cubicBezTo>
                      <a:pt x="10704" y="72295"/>
                      <a:pt x="7561" y="93250"/>
                      <a:pt x="7561" y="114014"/>
                    </a:cubicBezTo>
                    <a:cubicBezTo>
                      <a:pt x="8323" y="155448"/>
                      <a:pt x="16800" y="198120"/>
                      <a:pt x="39565" y="232696"/>
                    </a:cubicBezTo>
                    <a:cubicBezTo>
                      <a:pt x="61377" y="268129"/>
                      <a:pt x="97286" y="292894"/>
                      <a:pt x="123671" y="326898"/>
                    </a:cubicBezTo>
                    <a:cubicBezTo>
                      <a:pt x="151198" y="360331"/>
                      <a:pt x="165771" y="402527"/>
                      <a:pt x="170724" y="444437"/>
                    </a:cubicBezTo>
                    <a:cubicBezTo>
                      <a:pt x="167867" y="434150"/>
                      <a:pt x="165866" y="423767"/>
                      <a:pt x="162628" y="413766"/>
                    </a:cubicBezTo>
                    <a:cubicBezTo>
                      <a:pt x="159104" y="403860"/>
                      <a:pt x="156151" y="393668"/>
                      <a:pt x="151293" y="384334"/>
                    </a:cubicBezTo>
                    <a:cubicBezTo>
                      <a:pt x="147388" y="374618"/>
                      <a:pt x="141863" y="365665"/>
                      <a:pt x="136720" y="356616"/>
                    </a:cubicBezTo>
                    <a:cubicBezTo>
                      <a:pt x="130814" y="348044"/>
                      <a:pt x="124909" y="339376"/>
                      <a:pt x="117955" y="331566"/>
                    </a:cubicBezTo>
                    <a:cubicBezTo>
                      <a:pt x="104335" y="315754"/>
                      <a:pt x="89190" y="301181"/>
                      <a:pt x="73760" y="286512"/>
                    </a:cubicBezTo>
                    <a:cubicBezTo>
                      <a:pt x="58424" y="271844"/>
                      <a:pt x="43279" y="256223"/>
                      <a:pt x="31469" y="237839"/>
                    </a:cubicBezTo>
                    <a:cubicBezTo>
                      <a:pt x="19943" y="219456"/>
                      <a:pt x="11561" y="199073"/>
                      <a:pt x="6799" y="177927"/>
                    </a:cubicBezTo>
                    <a:cubicBezTo>
                      <a:pt x="2417" y="156877"/>
                      <a:pt x="-916" y="135446"/>
                      <a:pt x="227" y="113824"/>
                    </a:cubicBezTo>
                    <a:cubicBezTo>
                      <a:pt x="1179" y="92297"/>
                      <a:pt x="5275" y="70771"/>
                      <a:pt x="13562" y="50959"/>
                    </a:cubicBezTo>
                    <a:cubicBezTo>
                      <a:pt x="22325" y="31433"/>
                      <a:pt x="34326" y="12859"/>
                      <a:pt x="513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75" name="Forme libre : forme 9274">
                <a:extLst>
                  <a:ext uri="{FF2B5EF4-FFF2-40B4-BE49-F238E27FC236}">
                    <a16:creationId xmlns:a16="http://schemas.microsoft.com/office/drawing/2014/main" id="{A846FCAC-7185-4642-B7B6-5E8BBA3A6152}"/>
                  </a:ext>
                </a:extLst>
              </p:cNvPr>
              <p:cNvSpPr/>
              <p:nvPr/>
            </p:nvSpPr>
            <p:spPr>
              <a:xfrm>
                <a:off x="475726" y="4202477"/>
                <a:ext cx="292468" cy="387238"/>
              </a:xfrm>
              <a:custGeom>
                <a:avLst/>
                <a:gdLst>
                  <a:gd name="connsiteX0" fmla="*/ 56916 w 292468"/>
                  <a:gd name="connsiteY0" fmla="*/ 387239 h 387238"/>
                  <a:gd name="connsiteX1" fmla="*/ 1194 w 292468"/>
                  <a:gd name="connsiteY1" fmla="*/ 243983 h 387238"/>
                  <a:gd name="connsiteX2" fmla="*/ 5004 w 292468"/>
                  <a:gd name="connsiteY2" fmla="*/ 165878 h 387238"/>
                  <a:gd name="connsiteX3" fmla="*/ 14529 w 292468"/>
                  <a:gd name="connsiteY3" fmla="*/ 127873 h 387238"/>
                  <a:gd name="connsiteX4" fmla="*/ 20530 w 292468"/>
                  <a:gd name="connsiteY4" fmla="*/ 109204 h 387238"/>
                  <a:gd name="connsiteX5" fmla="*/ 27960 w 292468"/>
                  <a:gd name="connsiteY5" fmla="*/ 90916 h 387238"/>
                  <a:gd name="connsiteX6" fmla="*/ 74823 w 292468"/>
                  <a:gd name="connsiteY6" fmla="*/ 27670 h 387238"/>
                  <a:gd name="connsiteX7" fmla="*/ 148356 w 292468"/>
                  <a:gd name="connsiteY7" fmla="*/ 143 h 387238"/>
                  <a:gd name="connsiteX8" fmla="*/ 225222 w 292468"/>
                  <a:gd name="connsiteY8" fmla="*/ 14049 h 387238"/>
                  <a:gd name="connsiteX9" fmla="*/ 292469 w 292468"/>
                  <a:gd name="connsiteY9" fmla="*/ 52626 h 387238"/>
                  <a:gd name="connsiteX10" fmla="*/ 223698 w 292468"/>
                  <a:gd name="connsiteY10" fmla="*/ 18431 h 387238"/>
                  <a:gd name="connsiteX11" fmla="*/ 148927 w 292468"/>
                  <a:gd name="connsiteY11" fmla="*/ 7477 h 387238"/>
                  <a:gd name="connsiteX12" fmla="*/ 80442 w 292468"/>
                  <a:gd name="connsiteY12" fmla="*/ 34433 h 387238"/>
                  <a:gd name="connsiteX13" fmla="*/ 36723 w 292468"/>
                  <a:gd name="connsiteY13" fmla="*/ 94917 h 387238"/>
                  <a:gd name="connsiteX14" fmla="*/ 29388 w 292468"/>
                  <a:gd name="connsiteY14" fmla="*/ 112443 h 387238"/>
                  <a:gd name="connsiteX15" fmla="*/ 23388 w 292468"/>
                  <a:gd name="connsiteY15" fmla="*/ 130540 h 387238"/>
                  <a:gd name="connsiteX16" fmla="*/ 13767 w 292468"/>
                  <a:gd name="connsiteY16" fmla="*/ 167402 h 387238"/>
                  <a:gd name="connsiteX17" fmla="*/ 8719 w 292468"/>
                  <a:gd name="connsiteY17" fmla="*/ 243412 h 387238"/>
                  <a:gd name="connsiteX18" fmla="*/ 23292 w 292468"/>
                  <a:gd name="connsiteY18" fmla="*/ 318373 h 387238"/>
                  <a:gd name="connsiteX19" fmla="*/ 56916 w 292468"/>
                  <a:gd name="connsiteY19" fmla="*/ 387239 h 387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92468" h="387238">
                    <a:moveTo>
                      <a:pt x="56916" y="387239"/>
                    </a:moveTo>
                    <a:cubicBezTo>
                      <a:pt x="24150" y="347044"/>
                      <a:pt x="6147" y="295799"/>
                      <a:pt x="1194" y="243983"/>
                    </a:cubicBezTo>
                    <a:cubicBezTo>
                      <a:pt x="-1663" y="217884"/>
                      <a:pt x="1004" y="191691"/>
                      <a:pt x="5004" y="165878"/>
                    </a:cubicBezTo>
                    <a:cubicBezTo>
                      <a:pt x="8052" y="153210"/>
                      <a:pt x="9957" y="140161"/>
                      <a:pt x="14529" y="127873"/>
                    </a:cubicBezTo>
                    <a:lnTo>
                      <a:pt x="20530" y="109204"/>
                    </a:lnTo>
                    <a:cubicBezTo>
                      <a:pt x="22816" y="103108"/>
                      <a:pt x="25293" y="97012"/>
                      <a:pt x="27960" y="90916"/>
                    </a:cubicBezTo>
                    <a:cubicBezTo>
                      <a:pt x="39009" y="67104"/>
                      <a:pt x="54058" y="44529"/>
                      <a:pt x="74823" y="27670"/>
                    </a:cubicBezTo>
                    <a:cubicBezTo>
                      <a:pt x="95492" y="10811"/>
                      <a:pt x="121876" y="1000"/>
                      <a:pt x="148356" y="143"/>
                    </a:cubicBezTo>
                    <a:cubicBezTo>
                      <a:pt x="174835" y="-1000"/>
                      <a:pt x="200934" y="4810"/>
                      <a:pt x="225222" y="14049"/>
                    </a:cubicBezTo>
                    <a:cubicBezTo>
                      <a:pt x="249416" y="23670"/>
                      <a:pt x="272276" y="36433"/>
                      <a:pt x="292469" y="52626"/>
                    </a:cubicBezTo>
                    <a:cubicBezTo>
                      <a:pt x="271133" y="38148"/>
                      <a:pt x="247987" y="26527"/>
                      <a:pt x="223698" y="18431"/>
                    </a:cubicBezTo>
                    <a:cubicBezTo>
                      <a:pt x="199600" y="10239"/>
                      <a:pt x="173978" y="5477"/>
                      <a:pt x="148927" y="7477"/>
                    </a:cubicBezTo>
                    <a:cubicBezTo>
                      <a:pt x="123876" y="9478"/>
                      <a:pt x="99588" y="18336"/>
                      <a:pt x="80442" y="34433"/>
                    </a:cubicBezTo>
                    <a:cubicBezTo>
                      <a:pt x="61202" y="50435"/>
                      <a:pt x="47105" y="71962"/>
                      <a:pt x="36723" y="94917"/>
                    </a:cubicBezTo>
                    <a:cubicBezTo>
                      <a:pt x="34151" y="100632"/>
                      <a:pt x="31674" y="106537"/>
                      <a:pt x="29388" y="112443"/>
                    </a:cubicBezTo>
                    <a:lnTo>
                      <a:pt x="23388" y="130540"/>
                    </a:lnTo>
                    <a:cubicBezTo>
                      <a:pt x="18816" y="142446"/>
                      <a:pt x="16911" y="155115"/>
                      <a:pt x="13767" y="167402"/>
                    </a:cubicBezTo>
                    <a:cubicBezTo>
                      <a:pt x="9481" y="192453"/>
                      <a:pt x="7100" y="217884"/>
                      <a:pt x="8719" y="243412"/>
                    </a:cubicBezTo>
                    <a:cubicBezTo>
                      <a:pt x="10243" y="268843"/>
                      <a:pt x="15101" y="294084"/>
                      <a:pt x="23292" y="318373"/>
                    </a:cubicBezTo>
                    <a:cubicBezTo>
                      <a:pt x="30912" y="342757"/>
                      <a:pt x="42057" y="366189"/>
                      <a:pt x="56916" y="387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76" name="Forme libre : forme 9275">
                <a:extLst>
                  <a:ext uri="{FF2B5EF4-FFF2-40B4-BE49-F238E27FC236}">
                    <a16:creationId xmlns:a16="http://schemas.microsoft.com/office/drawing/2014/main" id="{5D5B9B8B-B965-400D-B892-76670508453A}"/>
                  </a:ext>
                </a:extLst>
              </p:cNvPr>
              <p:cNvSpPr/>
              <p:nvPr/>
            </p:nvSpPr>
            <p:spPr>
              <a:xfrm>
                <a:off x="5776345" y="4260799"/>
                <a:ext cx="443388" cy="70789"/>
              </a:xfrm>
              <a:custGeom>
                <a:avLst/>
                <a:gdLst>
                  <a:gd name="connsiteX0" fmla="*/ 0 w 443388"/>
                  <a:gd name="connsiteY0" fmla="*/ 70790 h 70789"/>
                  <a:gd name="connsiteX1" fmla="*/ 100298 w 443388"/>
                  <a:gd name="connsiteY1" fmla="*/ 11449 h 70789"/>
                  <a:gd name="connsiteX2" fmla="*/ 158305 w 443388"/>
                  <a:gd name="connsiteY2" fmla="*/ 209 h 70789"/>
                  <a:gd name="connsiteX3" fmla="*/ 217170 w 443388"/>
                  <a:gd name="connsiteY3" fmla="*/ 5639 h 70789"/>
                  <a:gd name="connsiteX4" fmla="*/ 329660 w 443388"/>
                  <a:gd name="connsiteY4" fmla="*/ 36690 h 70789"/>
                  <a:gd name="connsiteX5" fmla="*/ 443389 w 443388"/>
                  <a:gd name="connsiteY5" fmla="*/ 56026 h 70789"/>
                  <a:gd name="connsiteX6" fmla="*/ 385000 w 443388"/>
                  <a:gd name="connsiteY6" fmla="*/ 55454 h 70789"/>
                  <a:gd name="connsiteX7" fmla="*/ 327660 w 443388"/>
                  <a:gd name="connsiteY7" fmla="*/ 43643 h 70789"/>
                  <a:gd name="connsiteX8" fmla="*/ 215169 w 443388"/>
                  <a:gd name="connsiteY8" fmla="*/ 14783 h 70789"/>
                  <a:gd name="connsiteX9" fmla="*/ 158591 w 443388"/>
                  <a:gd name="connsiteY9" fmla="*/ 8687 h 70789"/>
                  <a:gd name="connsiteX10" fmla="*/ 102394 w 443388"/>
                  <a:gd name="connsiteY10" fmla="*/ 18307 h 70789"/>
                  <a:gd name="connsiteX11" fmla="*/ 49149 w 443388"/>
                  <a:gd name="connsiteY11" fmla="*/ 40119 h 70789"/>
                  <a:gd name="connsiteX12" fmla="*/ 0 w 443388"/>
                  <a:gd name="connsiteY12" fmla="*/ 70790 h 70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3388" h="70789">
                    <a:moveTo>
                      <a:pt x="0" y="70790"/>
                    </a:moveTo>
                    <a:cubicBezTo>
                      <a:pt x="28956" y="44786"/>
                      <a:pt x="63055" y="24212"/>
                      <a:pt x="100298" y="11449"/>
                    </a:cubicBezTo>
                    <a:cubicBezTo>
                      <a:pt x="118872" y="4972"/>
                      <a:pt x="138493" y="971"/>
                      <a:pt x="158305" y="209"/>
                    </a:cubicBezTo>
                    <a:cubicBezTo>
                      <a:pt x="178022" y="-743"/>
                      <a:pt x="198215" y="1638"/>
                      <a:pt x="217170" y="5639"/>
                    </a:cubicBezTo>
                    <a:cubicBezTo>
                      <a:pt x="255461" y="13830"/>
                      <a:pt x="292703" y="25451"/>
                      <a:pt x="329660" y="36690"/>
                    </a:cubicBezTo>
                    <a:cubicBezTo>
                      <a:pt x="366617" y="47834"/>
                      <a:pt x="404431" y="57074"/>
                      <a:pt x="443389" y="56026"/>
                    </a:cubicBezTo>
                    <a:cubicBezTo>
                      <a:pt x="424053" y="58502"/>
                      <a:pt x="404431" y="57836"/>
                      <a:pt x="385000" y="55454"/>
                    </a:cubicBezTo>
                    <a:cubicBezTo>
                      <a:pt x="365570" y="52883"/>
                      <a:pt x="346520" y="48501"/>
                      <a:pt x="327660" y="43643"/>
                    </a:cubicBezTo>
                    <a:cubicBezTo>
                      <a:pt x="290036" y="33737"/>
                      <a:pt x="253079" y="22117"/>
                      <a:pt x="215169" y="14783"/>
                    </a:cubicBezTo>
                    <a:cubicBezTo>
                      <a:pt x="196215" y="10592"/>
                      <a:pt x="177641" y="8115"/>
                      <a:pt x="158591" y="8687"/>
                    </a:cubicBezTo>
                    <a:cubicBezTo>
                      <a:pt x="139541" y="9068"/>
                      <a:pt x="120777" y="13068"/>
                      <a:pt x="102394" y="18307"/>
                    </a:cubicBezTo>
                    <a:cubicBezTo>
                      <a:pt x="84011" y="23641"/>
                      <a:pt x="66199" y="31166"/>
                      <a:pt x="49149" y="40119"/>
                    </a:cubicBezTo>
                    <a:cubicBezTo>
                      <a:pt x="32004" y="48882"/>
                      <a:pt x="15716" y="59455"/>
                      <a:pt x="0" y="707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9065" name="Graphique 1">
              <a:extLst>
                <a:ext uri="{FF2B5EF4-FFF2-40B4-BE49-F238E27FC236}">
                  <a16:creationId xmlns:a16="http://schemas.microsoft.com/office/drawing/2014/main" id="{BD82B32A-6921-4AEE-BC85-062A8D0EF709}"/>
                </a:ext>
              </a:extLst>
            </p:cNvPr>
            <p:cNvGrpSpPr/>
            <p:nvPr/>
          </p:nvGrpSpPr>
          <p:grpSpPr>
            <a:xfrm>
              <a:off x="-375757" y="0"/>
              <a:ext cx="8568928" cy="5272849"/>
              <a:chOff x="-375757" y="0"/>
              <a:chExt cx="8568928" cy="5272849"/>
            </a:xfrm>
            <a:solidFill>
              <a:schemeClr val="accent1"/>
            </a:solidFill>
          </p:grpSpPr>
          <p:sp>
            <p:nvSpPr>
              <p:cNvPr id="9066" name="Forme libre : forme 9065">
                <a:extLst>
                  <a:ext uri="{FF2B5EF4-FFF2-40B4-BE49-F238E27FC236}">
                    <a16:creationId xmlns:a16="http://schemas.microsoft.com/office/drawing/2014/main" id="{E243924E-FE87-4C19-A72A-56D09218A061}"/>
                  </a:ext>
                </a:extLst>
              </p:cNvPr>
              <p:cNvSpPr/>
              <p:nvPr/>
            </p:nvSpPr>
            <p:spPr>
              <a:xfrm>
                <a:off x="251244" y="2449673"/>
                <a:ext cx="7941926" cy="2822223"/>
              </a:xfrm>
              <a:custGeom>
                <a:avLst/>
                <a:gdLst>
                  <a:gd name="connsiteX0" fmla="*/ 7932259 w 7941926"/>
                  <a:gd name="connsiteY0" fmla="*/ 1206593 h 2822223"/>
                  <a:gd name="connsiteX1" fmla="*/ 7885110 w 7941926"/>
                  <a:gd name="connsiteY1" fmla="*/ 1206307 h 2822223"/>
                  <a:gd name="connsiteX2" fmla="*/ 7558402 w 7941926"/>
                  <a:gd name="connsiteY2" fmla="*/ 1474913 h 2822223"/>
                  <a:gd name="connsiteX3" fmla="*/ 7919305 w 7941926"/>
                  <a:gd name="connsiteY3" fmla="*/ 1112201 h 2822223"/>
                  <a:gd name="connsiteX4" fmla="*/ 7928449 w 7941926"/>
                  <a:gd name="connsiteY4" fmla="*/ 1065909 h 2822223"/>
                  <a:gd name="connsiteX5" fmla="*/ 7882157 w 7941926"/>
                  <a:gd name="connsiteY5" fmla="*/ 1056765 h 2822223"/>
                  <a:gd name="connsiteX6" fmla="*/ 7408860 w 7941926"/>
                  <a:gd name="connsiteY6" fmla="*/ 1577592 h 2822223"/>
                  <a:gd name="connsiteX7" fmla="*/ 7252841 w 7941926"/>
                  <a:gd name="connsiteY7" fmla="*/ 1676557 h 2822223"/>
                  <a:gd name="connsiteX8" fmla="*/ 7244459 w 7941926"/>
                  <a:gd name="connsiteY8" fmla="*/ 1658840 h 2822223"/>
                  <a:gd name="connsiteX9" fmla="*/ 7184261 w 7941926"/>
                  <a:gd name="connsiteY9" fmla="*/ 1340420 h 2822223"/>
                  <a:gd name="connsiteX10" fmla="*/ 7171021 w 7941926"/>
                  <a:gd name="connsiteY10" fmla="*/ 934940 h 2822223"/>
                  <a:gd name="connsiteX11" fmla="*/ 7059769 w 7941926"/>
                  <a:gd name="connsiteY11" fmla="*/ 21874 h 2822223"/>
                  <a:gd name="connsiteX12" fmla="*/ 7015287 w 7941926"/>
                  <a:gd name="connsiteY12" fmla="*/ 443 h 2822223"/>
                  <a:gd name="connsiteX13" fmla="*/ 7016049 w 7941926"/>
                  <a:gd name="connsiteY13" fmla="*/ 11777 h 2822223"/>
                  <a:gd name="connsiteX14" fmla="*/ 7015573 w 7941926"/>
                  <a:gd name="connsiteY14" fmla="*/ 11777 h 2822223"/>
                  <a:gd name="connsiteX15" fmla="*/ 7014049 w 7941926"/>
                  <a:gd name="connsiteY15" fmla="*/ 633 h 2822223"/>
                  <a:gd name="connsiteX16" fmla="*/ 6893081 w 7941926"/>
                  <a:gd name="connsiteY16" fmla="*/ 572609 h 2822223"/>
                  <a:gd name="connsiteX17" fmla="*/ 6980045 w 7941926"/>
                  <a:gd name="connsiteY17" fmla="*/ 1466912 h 2822223"/>
                  <a:gd name="connsiteX18" fmla="*/ 6984331 w 7941926"/>
                  <a:gd name="connsiteY18" fmla="*/ 1498535 h 2822223"/>
                  <a:gd name="connsiteX19" fmla="*/ 7018811 w 7941926"/>
                  <a:gd name="connsiteY19" fmla="*/ 1823718 h 2822223"/>
                  <a:gd name="connsiteX20" fmla="*/ 7010810 w 7941926"/>
                  <a:gd name="connsiteY20" fmla="*/ 1829338 h 2822223"/>
                  <a:gd name="connsiteX21" fmla="*/ 6553991 w 7941926"/>
                  <a:gd name="connsiteY21" fmla="*/ 2343688 h 2822223"/>
                  <a:gd name="connsiteX22" fmla="*/ 6533989 w 7941926"/>
                  <a:gd name="connsiteY22" fmla="*/ 2369977 h 2822223"/>
                  <a:gd name="connsiteX23" fmla="*/ 6154703 w 7941926"/>
                  <a:gd name="connsiteY23" fmla="*/ 2500755 h 2822223"/>
                  <a:gd name="connsiteX24" fmla="*/ 5708552 w 7941926"/>
                  <a:gd name="connsiteY24" fmla="*/ 2621913 h 2822223"/>
                  <a:gd name="connsiteX25" fmla="*/ 5454616 w 7941926"/>
                  <a:gd name="connsiteY25" fmla="*/ 2631914 h 2822223"/>
                  <a:gd name="connsiteX26" fmla="*/ 5365176 w 7941926"/>
                  <a:gd name="connsiteY26" fmla="*/ 2635725 h 2822223"/>
                  <a:gd name="connsiteX27" fmla="*/ 5365366 w 7941926"/>
                  <a:gd name="connsiteY27" fmla="*/ 2635153 h 2822223"/>
                  <a:gd name="connsiteX28" fmla="*/ 5219825 w 7941926"/>
                  <a:gd name="connsiteY28" fmla="*/ 1998216 h 2822223"/>
                  <a:gd name="connsiteX29" fmla="*/ 5227825 w 7941926"/>
                  <a:gd name="connsiteY29" fmla="*/ 1924302 h 2822223"/>
                  <a:gd name="connsiteX30" fmla="*/ 5159912 w 7941926"/>
                  <a:gd name="connsiteY30" fmla="*/ 541939 h 2822223"/>
                  <a:gd name="connsiteX31" fmla="*/ 4998368 w 7941926"/>
                  <a:gd name="connsiteY31" fmla="*/ 461262 h 2822223"/>
                  <a:gd name="connsiteX32" fmla="*/ 4998273 w 7941926"/>
                  <a:gd name="connsiteY32" fmla="*/ 461262 h 2822223"/>
                  <a:gd name="connsiteX33" fmla="*/ 4994463 w 7941926"/>
                  <a:gd name="connsiteY33" fmla="*/ 460976 h 2822223"/>
                  <a:gd name="connsiteX34" fmla="*/ 4994463 w 7941926"/>
                  <a:gd name="connsiteY34" fmla="*/ 461167 h 2822223"/>
                  <a:gd name="connsiteX35" fmla="*/ 4993606 w 7941926"/>
                  <a:gd name="connsiteY35" fmla="*/ 461167 h 2822223"/>
                  <a:gd name="connsiteX36" fmla="*/ 4826632 w 7941926"/>
                  <a:gd name="connsiteY36" fmla="*/ 548702 h 2822223"/>
                  <a:gd name="connsiteX37" fmla="*/ 4815488 w 7941926"/>
                  <a:gd name="connsiteY37" fmla="*/ 2034792 h 2822223"/>
                  <a:gd name="connsiteX38" fmla="*/ 4795772 w 7941926"/>
                  <a:gd name="connsiteY38" fmla="*/ 2631724 h 2822223"/>
                  <a:gd name="connsiteX39" fmla="*/ 4172170 w 7941926"/>
                  <a:gd name="connsiteY39" fmla="*/ 2639439 h 2822223"/>
                  <a:gd name="connsiteX40" fmla="*/ 3482655 w 7941926"/>
                  <a:gd name="connsiteY40" fmla="*/ 2619246 h 2822223"/>
                  <a:gd name="connsiteX41" fmla="*/ 3475987 w 7941926"/>
                  <a:gd name="connsiteY41" fmla="*/ 2522663 h 2822223"/>
                  <a:gd name="connsiteX42" fmla="*/ 3420838 w 7941926"/>
                  <a:gd name="connsiteY42" fmla="*/ 2335020 h 2822223"/>
                  <a:gd name="connsiteX43" fmla="*/ 3388548 w 7941926"/>
                  <a:gd name="connsiteY43" fmla="*/ 2341592 h 2822223"/>
                  <a:gd name="connsiteX44" fmla="*/ 3348066 w 7941926"/>
                  <a:gd name="connsiteY44" fmla="*/ 2471895 h 2822223"/>
                  <a:gd name="connsiteX45" fmla="*/ 3256817 w 7941926"/>
                  <a:gd name="connsiteY45" fmla="*/ 2639820 h 2822223"/>
                  <a:gd name="connsiteX46" fmla="*/ 3056221 w 7941926"/>
                  <a:gd name="connsiteY46" fmla="*/ 2669443 h 2822223"/>
                  <a:gd name="connsiteX47" fmla="*/ 3043838 w 7941926"/>
                  <a:gd name="connsiteY47" fmla="*/ 2666299 h 2822223"/>
                  <a:gd name="connsiteX48" fmla="*/ 1642044 w 7941926"/>
                  <a:gd name="connsiteY48" fmla="*/ 2565716 h 2822223"/>
                  <a:gd name="connsiteX49" fmla="*/ 1410967 w 7941926"/>
                  <a:gd name="connsiteY49" fmla="*/ 2517138 h 2822223"/>
                  <a:gd name="connsiteX50" fmla="*/ 585912 w 7941926"/>
                  <a:gd name="connsiteY50" fmla="*/ 2571716 h 2822223"/>
                  <a:gd name="connsiteX51" fmla="*/ 40796 w 7941926"/>
                  <a:gd name="connsiteY51" fmla="*/ 2492087 h 2822223"/>
                  <a:gd name="connsiteX52" fmla="*/ 886 w 7941926"/>
                  <a:gd name="connsiteY52" fmla="*/ 2517138 h 2822223"/>
                  <a:gd name="connsiteX53" fmla="*/ 25937 w 7941926"/>
                  <a:gd name="connsiteY53" fmla="*/ 2557048 h 2822223"/>
                  <a:gd name="connsiteX54" fmla="*/ 435131 w 7941926"/>
                  <a:gd name="connsiteY54" fmla="*/ 2622675 h 2822223"/>
                  <a:gd name="connsiteX55" fmla="*/ 28128 w 7941926"/>
                  <a:gd name="connsiteY55" fmla="*/ 2710115 h 2822223"/>
                  <a:gd name="connsiteX56" fmla="*/ 410 w 7941926"/>
                  <a:gd name="connsiteY56" fmla="*/ 2748310 h 2822223"/>
                  <a:gd name="connsiteX57" fmla="*/ 38605 w 7941926"/>
                  <a:gd name="connsiteY57" fmla="*/ 2776028 h 2822223"/>
                  <a:gd name="connsiteX58" fmla="*/ 574291 w 7941926"/>
                  <a:gd name="connsiteY58" fmla="*/ 2647536 h 2822223"/>
                  <a:gd name="connsiteX59" fmla="*/ 585054 w 7941926"/>
                  <a:gd name="connsiteY59" fmla="*/ 2643440 h 2822223"/>
                  <a:gd name="connsiteX60" fmla="*/ 595437 w 7941926"/>
                  <a:gd name="connsiteY60" fmla="*/ 2639439 h 2822223"/>
                  <a:gd name="connsiteX61" fmla="*/ 1461259 w 7941926"/>
                  <a:gd name="connsiteY61" fmla="*/ 2649631 h 2822223"/>
                  <a:gd name="connsiteX62" fmla="*/ 1600896 w 7941926"/>
                  <a:gd name="connsiteY62" fmla="*/ 2636772 h 2822223"/>
                  <a:gd name="connsiteX63" fmla="*/ 1637853 w 7941926"/>
                  <a:gd name="connsiteY63" fmla="*/ 2633057 h 2822223"/>
                  <a:gd name="connsiteX64" fmla="*/ 1763583 w 7941926"/>
                  <a:gd name="connsiteY64" fmla="*/ 2662204 h 2822223"/>
                  <a:gd name="connsiteX65" fmla="*/ 2608355 w 7941926"/>
                  <a:gd name="connsiteY65" fmla="*/ 2796697 h 2822223"/>
                  <a:gd name="connsiteX66" fmla="*/ 2846099 w 7941926"/>
                  <a:gd name="connsiteY66" fmla="*/ 2775742 h 2822223"/>
                  <a:gd name="connsiteX67" fmla="*/ 3053554 w 7941926"/>
                  <a:gd name="connsiteY67" fmla="*/ 2737452 h 2822223"/>
                  <a:gd name="connsiteX68" fmla="*/ 3122705 w 7941926"/>
                  <a:gd name="connsiteY68" fmla="*/ 2757835 h 2822223"/>
                  <a:gd name="connsiteX69" fmla="*/ 3500086 w 7941926"/>
                  <a:gd name="connsiteY69" fmla="*/ 2822224 h 2822223"/>
                  <a:gd name="connsiteX70" fmla="*/ 4017579 w 7941926"/>
                  <a:gd name="connsiteY70" fmla="*/ 2740309 h 2822223"/>
                  <a:gd name="connsiteX71" fmla="*/ 4174265 w 7941926"/>
                  <a:gd name="connsiteY71" fmla="*/ 2706685 h 2822223"/>
                  <a:gd name="connsiteX72" fmla="*/ 4500782 w 7941926"/>
                  <a:gd name="connsiteY72" fmla="*/ 2750596 h 2822223"/>
                  <a:gd name="connsiteX73" fmla="*/ 5719982 w 7941926"/>
                  <a:gd name="connsiteY73" fmla="*/ 2688017 h 2822223"/>
                  <a:gd name="connsiteX74" fmla="*/ 6018496 w 7941926"/>
                  <a:gd name="connsiteY74" fmla="*/ 2687635 h 2822223"/>
                  <a:gd name="connsiteX75" fmla="*/ 6490745 w 7941926"/>
                  <a:gd name="connsiteY75" fmla="*/ 2530283 h 2822223"/>
                  <a:gd name="connsiteX76" fmla="*/ 6504271 w 7941926"/>
                  <a:gd name="connsiteY76" fmla="*/ 2514947 h 2822223"/>
                  <a:gd name="connsiteX77" fmla="*/ 6578375 w 7941926"/>
                  <a:gd name="connsiteY77" fmla="*/ 2421698 h 2822223"/>
                  <a:gd name="connsiteX78" fmla="*/ 7452104 w 7941926"/>
                  <a:gd name="connsiteY78" fmla="*/ 1635314 h 2822223"/>
                  <a:gd name="connsiteX79" fmla="*/ 7458485 w 7941926"/>
                  <a:gd name="connsiteY79" fmla="*/ 1624550 h 2822223"/>
                  <a:gd name="connsiteX80" fmla="*/ 7932163 w 7941926"/>
                  <a:gd name="connsiteY80" fmla="*/ 1253266 h 2822223"/>
                  <a:gd name="connsiteX81" fmla="*/ 7932259 w 7941926"/>
                  <a:gd name="connsiteY81" fmla="*/ 1206593 h 2822223"/>
                  <a:gd name="connsiteX82" fmla="*/ 7068055 w 7941926"/>
                  <a:gd name="connsiteY82" fmla="*/ 1870772 h 2822223"/>
                  <a:gd name="connsiteX83" fmla="*/ 7266556 w 7941926"/>
                  <a:gd name="connsiteY83" fmla="*/ 1746280 h 2822223"/>
                  <a:gd name="connsiteX84" fmla="*/ 7322278 w 7941926"/>
                  <a:gd name="connsiteY84" fmla="*/ 1712276 h 2822223"/>
                  <a:gd name="connsiteX85" fmla="*/ 7070818 w 7941926"/>
                  <a:gd name="connsiteY85" fmla="*/ 1990596 h 2822223"/>
                  <a:gd name="connsiteX86" fmla="*/ 7068055 w 7941926"/>
                  <a:gd name="connsiteY86" fmla="*/ 1870772 h 2822223"/>
                  <a:gd name="connsiteX87" fmla="*/ 7105298 w 7941926"/>
                  <a:gd name="connsiteY87" fmla="*/ 369060 h 2822223"/>
                  <a:gd name="connsiteX88" fmla="*/ 7034337 w 7941926"/>
                  <a:gd name="connsiteY88" fmla="*/ 363345 h 2822223"/>
                  <a:gd name="connsiteX89" fmla="*/ 7034337 w 7941926"/>
                  <a:gd name="connsiteY89" fmla="*/ 363155 h 2822223"/>
                  <a:gd name="connsiteX90" fmla="*/ 6971853 w 7941926"/>
                  <a:gd name="connsiteY90" fmla="*/ 393254 h 2822223"/>
                  <a:gd name="connsiteX91" fmla="*/ 6991475 w 7941926"/>
                  <a:gd name="connsiteY91" fmla="*/ 338866 h 2822223"/>
                  <a:gd name="connsiteX92" fmla="*/ 7021193 w 7941926"/>
                  <a:gd name="connsiteY92" fmla="*/ 319721 h 2822223"/>
                  <a:gd name="connsiteX93" fmla="*/ 7068341 w 7941926"/>
                  <a:gd name="connsiteY93" fmla="*/ 309434 h 2822223"/>
                  <a:gd name="connsiteX94" fmla="*/ 7100250 w 7941926"/>
                  <a:gd name="connsiteY94" fmla="*/ 309243 h 2822223"/>
                  <a:gd name="connsiteX95" fmla="*/ 7105298 w 7941926"/>
                  <a:gd name="connsiteY95" fmla="*/ 369060 h 2822223"/>
                  <a:gd name="connsiteX96" fmla="*/ 7087677 w 7941926"/>
                  <a:gd name="connsiteY96" fmla="*/ 203420 h 2822223"/>
                  <a:gd name="connsiteX97" fmla="*/ 7038909 w 7941926"/>
                  <a:gd name="connsiteY97" fmla="*/ 201992 h 2822223"/>
                  <a:gd name="connsiteX98" fmla="*/ 7071580 w 7941926"/>
                  <a:gd name="connsiteY98" fmla="*/ 120934 h 2822223"/>
                  <a:gd name="connsiteX99" fmla="*/ 7087677 w 7941926"/>
                  <a:gd name="connsiteY99" fmla="*/ 203420 h 2822223"/>
                  <a:gd name="connsiteX100" fmla="*/ 7018525 w 7941926"/>
                  <a:gd name="connsiteY100" fmla="*/ 37971 h 2822223"/>
                  <a:gd name="connsiteX101" fmla="*/ 7042338 w 7941926"/>
                  <a:gd name="connsiteY101" fmla="*/ 50163 h 2822223"/>
                  <a:gd name="connsiteX102" fmla="*/ 7064245 w 7941926"/>
                  <a:gd name="connsiteY102" fmla="*/ 95502 h 2822223"/>
                  <a:gd name="connsiteX103" fmla="*/ 6999761 w 7941926"/>
                  <a:gd name="connsiteY103" fmla="*/ 238663 h 2822223"/>
                  <a:gd name="connsiteX104" fmla="*/ 6981473 w 7941926"/>
                  <a:gd name="connsiteY104" fmla="*/ 249426 h 2822223"/>
                  <a:gd name="connsiteX105" fmla="*/ 6936991 w 7941926"/>
                  <a:gd name="connsiteY105" fmla="*/ 205516 h 2822223"/>
                  <a:gd name="connsiteX106" fmla="*/ 7018525 w 7941926"/>
                  <a:gd name="connsiteY106" fmla="*/ 37971 h 2822223"/>
                  <a:gd name="connsiteX107" fmla="*/ 6933848 w 7941926"/>
                  <a:gd name="connsiteY107" fmla="*/ 229233 h 2822223"/>
                  <a:gd name="connsiteX108" fmla="*/ 6980616 w 7941926"/>
                  <a:gd name="connsiteY108" fmla="*/ 268286 h 2822223"/>
                  <a:gd name="connsiteX109" fmla="*/ 6982807 w 7941926"/>
                  <a:gd name="connsiteY109" fmla="*/ 268381 h 2822223"/>
                  <a:gd name="connsiteX110" fmla="*/ 7008143 w 7941926"/>
                  <a:gd name="connsiteY110" fmla="*/ 253617 h 2822223"/>
                  <a:gd name="connsiteX111" fmla="*/ 7008238 w 7941926"/>
                  <a:gd name="connsiteY111" fmla="*/ 253712 h 2822223"/>
                  <a:gd name="connsiteX112" fmla="*/ 7008810 w 7941926"/>
                  <a:gd name="connsiteY112" fmla="*/ 252855 h 2822223"/>
                  <a:gd name="connsiteX113" fmla="*/ 7012239 w 7941926"/>
                  <a:gd name="connsiteY113" fmla="*/ 247807 h 2822223"/>
                  <a:gd name="connsiteX114" fmla="*/ 7012144 w 7941926"/>
                  <a:gd name="connsiteY114" fmla="*/ 247712 h 2822223"/>
                  <a:gd name="connsiteX115" fmla="*/ 7025764 w 7941926"/>
                  <a:gd name="connsiteY115" fmla="*/ 226090 h 2822223"/>
                  <a:gd name="connsiteX116" fmla="*/ 7090916 w 7941926"/>
                  <a:gd name="connsiteY116" fmla="*/ 225899 h 2822223"/>
                  <a:gd name="connsiteX117" fmla="*/ 7098345 w 7941926"/>
                  <a:gd name="connsiteY117" fmla="*/ 289431 h 2822223"/>
                  <a:gd name="connsiteX118" fmla="*/ 7064531 w 7941926"/>
                  <a:gd name="connsiteY118" fmla="*/ 291336 h 2822223"/>
                  <a:gd name="connsiteX119" fmla="*/ 7020430 w 7941926"/>
                  <a:gd name="connsiteY119" fmla="*/ 300956 h 2822223"/>
                  <a:gd name="connsiteX120" fmla="*/ 6982616 w 7941926"/>
                  <a:gd name="connsiteY120" fmla="*/ 324578 h 2822223"/>
                  <a:gd name="connsiteX121" fmla="*/ 6982616 w 7941926"/>
                  <a:gd name="connsiteY121" fmla="*/ 324578 h 2822223"/>
                  <a:gd name="connsiteX122" fmla="*/ 6982616 w 7941926"/>
                  <a:gd name="connsiteY122" fmla="*/ 324673 h 2822223"/>
                  <a:gd name="connsiteX123" fmla="*/ 6981283 w 7941926"/>
                  <a:gd name="connsiteY123" fmla="*/ 325817 h 2822223"/>
                  <a:gd name="connsiteX124" fmla="*/ 6977759 w 7941926"/>
                  <a:gd name="connsiteY124" fmla="*/ 328864 h 2822223"/>
                  <a:gd name="connsiteX125" fmla="*/ 6926514 w 7941926"/>
                  <a:gd name="connsiteY125" fmla="*/ 332674 h 2822223"/>
                  <a:gd name="connsiteX126" fmla="*/ 6933848 w 7941926"/>
                  <a:gd name="connsiteY126" fmla="*/ 229233 h 2822223"/>
                  <a:gd name="connsiteX127" fmla="*/ 6925752 w 7941926"/>
                  <a:gd name="connsiteY127" fmla="*/ 351724 h 2822223"/>
                  <a:gd name="connsiteX128" fmla="*/ 6951755 w 7941926"/>
                  <a:gd name="connsiteY128" fmla="*/ 355915 h 2822223"/>
                  <a:gd name="connsiteX129" fmla="*/ 6969662 w 7941926"/>
                  <a:gd name="connsiteY129" fmla="*/ 353248 h 2822223"/>
                  <a:gd name="connsiteX130" fmla="*/ 6953851 w 7941926"/>
                  <a:gd name="connsiteY130" fmla="*/ 409732 h 2822223"/>
                  <a:gd name="connsiteX131" fmla="*/ 6925276 w 7941926"/>
                  <a:gd name="connsiteY131" fmla="*/ 453928 h 2822223"/>
                  <a:gd name="connsiteX132" fmla="*/ 6925752 w 7941926"/>
                  <a:gd name="connsiteY132" fmla="*/ 351724 h 2822223"/>
                  <a:gd name="connsiteX133" fmla="*/ 6925752 w 7941926"/>
                  <a:gd name="connsiteY133" fmla="*/ 474406 h 2822223"/>
                  <a:gd name="connsiteX134" fmla="*/ 6965186 w 7941926"/>
                  <a:gd name="connsiteY134" fmla="*/ 420876 h 2822223"/>
                  <a:gd name="connsiteX135" fmla="*/ 7031670 w 7941926"/>
                  <a:gd name="connsiteY135" fmla="*/ 383252 h 2822223"/>
                  <a:gd name="connsiteX136" fmla="*/ 7106918 w 7941926"/>
                  <a:gd name="connsiteY136" fmla="*/ 389920 h 2822223"/>
                  <a:gd name="connsiteX137" fmla="*/ 7125682 w 7941926"/>
                  <a:gd name="connsiteY137" fmla="*/ 936083 h 2822223"/>
                  <a:gd name="connsiteX138" fmla="*/ 7139112 w 7941926"/>
                  <a:gd name="connsiteY138" fmla="*/ 1344801 h 2822223"/>
                  <a:gd name="connsiteX139" fmla="*/ 7213312 w 7941926"/>
                  <a:gd name="connsiteY139" fmla="*/ 1700750 h 2822223"/>
                  <a:gd name="connsiteX140" fmla="*/ 7062722 w 7941926"/>
                  <a:gd name="connsiteY140" fmla="*/ 1794190 h 2822223"/>
                  <a:gd name="connsiteX141" fmla="*/ 7027765 w 7941926"/>
                  <a:gd name="connsiteY141" fmla="*/ 1485581 h 2822223"/>
                  <a:gd name="connsiteX142" fmla="*/ 7023479 w 7941926"/>
                  <a:gd name="connsiteY142" fmla="*/ 1453957 h 2822223"/>
                  <a:gd name="connsiteX143" fmla="*/ 6929372 w 7941926"/>
                  <a:gd name="connsiteY143" fmla="*/ 570323 h 2822223"/>
                  <a:gd name="connsiteX144" fmla="*/ 6925752 w 7941926"/>
                  <a:gd name="connsiteY144" fmla="*/ 474406 h 2822223"/>
                  <a:gd name="connsiteX145" fmla="*/ 7023193 w 7941926"/>
                  <a:gd name="connsiteY145" fmla="*/ 1904109 h 2822223"/>
                  <a:gd name="connsiteX146" fmla="*/ 7022526 w 7941926"/>
                  <a:gd name="connsiteY146" fmla="*/ 2033744 h 2822223"/>
                  <a:gd name="connsiteX147" fmla="*/ 6684198 w 7941926"/>
                  <a:gd name="connsiteY147" fmla="*/ 2283395 h 2822223"/>
                  <a:gd name="connsiteX148" fmla="*/ 7023193 w 7941926"/>
                  <a:gd name="connsiteY148" fmla="*/ 1904109 h 2822223"/>
                  <a:gd name="connsiteX149" fmla="*/ 4809964 w 7941926"/>
                  <a:gd name="connsiteY149" fmla="*/ 2721830 h 2822223"/>
                  <a:gd name="connsiteX150" fmla="*/ 4819965 w 7941926"/>
                  <a:gd name="connsiteY150" fmla="*/ 2701542 h 2822223"/>
                  <a:gd name="connsiteX151" fmla="*/ 4841206 w 7941926"/>
                  <a:gd name="connsiteY151" fmla="*/ 2703733 h 2822223"/>
                  <a:gd name="connsiteX152" fmla="*/ 5373272 w 7941926"/>
                  <a:gd name="connsiteY152" fmla="*/ 2702304 h 2822223"/>
                  <a:gd name="connsiteX153" fmla="*/ 4809964 w 7941926"/>
                  <a:gd name="connsiteY153" fmla="*/ 2721830 h 2822223"/>
                  <a:gd name="connsiteX154" fmla="*/ 5232112 w 7941926"/>
                  <a:gd name="connsiteY154" fmla="*/ 929225 h 2822223"/>
                  <a:gd name="connsiteX155" fmla="*/ 5182105 w 7941926"/>
                  <a:gd name="connsiteY155" fmla="*/ 897793 h 2822223"/>
                  <a:gd name="connsiteX156" fmla="*/ 5135052 w 7941926"/>
                  <a:gd name="connsiteY156" fmla="*/ 869885 h 2822223"/>
                  <a:gd name="connsiteX157" fmla="*/ 5221253 w 7941926"/>
                  <a:gd name="connsiteY157" fmla="*/ 835690 h 2822223"/>
                  <a:gd name="connsiteX158" fmla="*/ 5232112 w 7941926"/>
                  <a:gd name="connsiteY158" fmla="*/ 929225 h 2822223"/>
                  <a:gd name="connsiteX159" fmla="*/ 5218205 w 7941926"/>
                  <a:gd name="connsiteY159" fmla="*/ 816640 h 2822223"/>
                  <a:gd name="connsiteX160" fmla="*/ 5161246 w 7941926"/>
                  <a:gd name="connsiteY160" fmla="*/ 837690 h 2822223"/>
                  <a:gd name="connsiteX161" fmla="*/ 5088094 w 7941926"/>
                  <a:gd name="connsiteY161" fmla="*/ 812830 h 2822223"/>
                  <a:gd name="connsiteX162" fmla="*/ 5046184 w 7941926"/>
                  <a:gd name="connsiteY162" fmla="*/ 806067 h 2822223"/>
                  <a:gd name="connsiteX163" fmla="*/ 5082855 w 7941926"/>
                  <a:gd name="connsiteY163" fmla="*/ 761680 h 2822223"/>
                  <a:gd name="connsiteX164" fmla="*/ 5134385 w 7941926"/>
                  <a:gd name="connsiteY164" fmla="*/ 665573 h 2822223"/>
                  <a:gd name="connsiteX165" fmla="*/ 5178010 w 7941926"/>
                  <a:gd name="connsiteY165" fmla="*/ 665954 h 2822223"/>
                  <a:gd name="connsiteX166" fmla="*/ 5218205 w 7941926"/>
                  <a:gd name="connsiteY166" fmla="*/ 816640 h 2822223"/>
                  <a:gd name="connsiteX167" fmla="*/ 4979699 w 7941926"/>
                  <a:gd name="connsiteY167" fmla="*/ 819593 h 2822223"/>
                  <a:gd name="connsiteX168" fmla="*/ 4927026 w 7941926"/>
                  <a:gd name="connsiteY168" fmla="*/ 816735 h 2822223"/>
                  <a:gd name="connsiteX169" fmla="*/ 4887497 w 7941926"/>
                  <a:gd name="connsiteY169" fmla="*/ 726724 h 2822223"/>
                  <a:gd name="connsiteX170" fmla="*/ 4878829 w 7941926"/>
                  <a:gd name="connsiteY170" fmla="*/ 699959 h 2822223"/>
                  <a:gd name="connsiteX171" fmla="*/ 4866352 w 7941926"/>
                  <a:gd name="connsiteY171" fmla="*/ 668812 h 2822223"/>
                  <a:gd name="connsiteX172" fmla="*/ 4908547 w 7941926"/>
                  <a:gd name="connsiteY172" fmla="*/ 682052 h 2822223"/>
                  <a:gd name="connsiteX173" fmla="*/ 4955220 w 7941926"/>
                  <a:gd name="connsiteY173" fmla="*/ 684338 h 2822223"/>
                  <a:gd name="connsiteX174" fmla="*/ 4983795 w 7941926"/>
                  <a:gd name="connsiteY174" fmla="*/ 686147 h 2822223"/>
                  <a:gd name="connsiteX175" fmla="*/ 5013704 w 7941926"/>
                  <a:gd name="connsiteY175" fmla="*/ 688433 h 2822223"/>
                  <a:gd name="connsiteX176" fmla="*/ 5095142 w 7941926"/>
                  <a:gd name="connsiteY176" fmla="*/ 675289 h 2822223"/>
                  <a:gd name="connsiteX177" fmla="*/ 5109716 w 7941926"/>
                  <a:gd name="connsiteY177" fmla="*/ 670431 h 2822223"/>
                  <a:gd name="connsiteX178" fmla="*/ 5065615 w 7941926"/>
                  <a:gd name="connsiteY178" fmla="*/ 753298 h 2822223"/>
                  <a:gd name="connsiteX179" fmla="*/ 4979699 w 7941926"/>
                  <a:gd name="connsiteY179" fmla="*/ 819593 h 2822223"/>
                  <a:gd name="connsiteX180" fmla="*/ 4864256 w 7941926"/>
                  <a:gd name="connsiteY180" fmla="*/ 578324 h 2822223"/>
                  <a:gd name="connsiteX181" fmla="*/ 4994749 w 7941926"/>
                  <a:gd name="connsiteY181" fmla="*/ 508982 h 2822223"/>
                  <a:gd name="connsiteX182" fmla="*/ 5123908 w 7941926"/>
                  <a:gd name="connsiteY182" fmla="*/ 573181 h 2822223"/>
                  <a:gd name="connsiteX183" fmla="*/ 5169247 w 7941926"/>
                  <a:gd name="connsiteY183" fmla="*/ 645666 h 2822223"/>
                  <a:gd name="connsiteX184" fmla="*/ 5088189 w 7941926"/>
                  <a:gd name="connsiteY184" fmla="*/ 657382 h 2822223"/>
                  <a:gd name="connsiteX185" fmla="*/ 4984938 w 7941926"/>
                  <a:gd name="connsiteY185" fmla="*/ 666907 h 2822223"/>
                  <a:gd name="connsiteX186" fmla="*/ 4954934 w 7941926"/>
                  <a:gd name="connsiteY186" fmla="*/ 665097 h 2822223"/>
                  <a:gd name="connsiteX187" fmla="*/ 4912738 w 7941926"/>
                  <a:gd name="connsiteY187" fmla="*/ 663287 h 2822223"/>
                  <a:gd name="connsiteX188" fmla="*/ 4833300 w 7941926"/>
                  <a:gd name="connsiteY188" fmla="*/ 627854 h 2822223"/>
                  <a:gd name="connsiteX189" fmla="*/ 4864256 w 7941926"/>
                  <a:gd name="connsiteY189" fmla="*/ 578324 h 2822223"/>
                  <a:gd name="connsiteX190" fmla="*/ 4824727 w 7941926"/>
                  <a:gd name="connsiteY190" fmla="*/ 645571 h 2822223"/>
                  <a:gd name="connsiteX191" fmla="*/ 4842730 w 7941926"/>
                  <a:gd name="connsiteY191" fmla="*/ 657191 h 2822223"/>
                  <a:gd name="connsiteX192" fmla="*/ 4842254 w 7941926"/>
                  <a:gd name="connsiteY192" fmla="*/ 657287 h 2822223"/>
                  <a:gd name="connsiteX193" fmla="*/ 4861780 w 7941926"/>
                  <a:gd name="connsiteY193" fmla="*/ 708436 h 2822223"/>
                  <a:gd name="connsiteX194" fmla="*/ 4869114 w 7941926"/>
                  <a:gd name="connsiteY194" fmla="*/ 731867 h 2822223"/>
                  <a:gd name="connsiteX195" fmla="*/ 4897022 w 7941926"/>
                  <a:gd name="connsiteY195" fmla="*/ 809115 h 2822223"/>
                  <a:gd name="connsiteX196" fmla="*/ 4850445 w 7941926"/>
                  <a:gd name="connsiteY196" fmla="*/ 788065 h 2822223"/>
                  <a:gd name="connsiteX197" fmla="*/ 4785008 w 7941926"/>
                  <a:gd name="connsiteY197" fmla="*/ 771777 h 2822223"/>
                  <a:gd name="connsiteX198" fmla="*/ 4824727 w 7941926"/>
                  <a:gd name="connsiteY198" fmla="*/ 645571 h 2822223"/>
                  <a:gd name="connsiteX199" fmla="*/ 4781389 w 7941926"/>
                  <a:gd name="connsiteY199" fmla="*/ 791113 h 2822223"/>
                  <a:gd name="connsiteX200" fmla="*/ 4841015 w 7941926"/>
                  <a:gd name="connsiteY200" fmla="*/ 804734 h 2822223"/>
                  <a:gd name="connsiteX201" fmla="*/ 4921216 w 7941926"/>
                  <a:gd name="connsiteY201" fmla="*/ 835118 h 2822223"/>
                  <a:gd name="connsiteX202" fmla="*/ 4923978 w 7941926"/>
                  <a:gd name="connsiteY202" fmla="*/ 835499 h 2822223"/>
                  <a:gd name="connsiteX203" fmla="*/ 4951600 w 7941926"/>
                  <a:gd name="connsiteY203" fmla="*/ 839023 h 2822223"/>
                  <a:gd name="connsiteX204" fmla="*/ 4983319 w 7941926"/>
                  <a:gd name="connsiteY204" fmla="*/ 838262 h 2822223"/>
                  <a:gd name="connsiteX205" fmla="*/ 5012751 w 7941926"/>
                  <a:gd name="connsiteY205" fmla="*/ 827594 h 2822223"/>
                  <a:gd name="connsiteX206" fmla="*/ 5080855 w 7941926"/>
                  <a:gd name="connsiteY206" fmla="*/ 830451 h 2822223"/>
                  <a:gd name="connsiteX207" fmla="*/ 5134100 w 7941926"/>
                  <a:gd name="connsiteY207" fmla="*/ 849215 h 2822223"/>
                  <a:gd name="connsiteX208" fmla="*/ 5102857 w 7941926"/>
                  <a:gd name="connsiteY208" fmla="*/ 865884 h 2822223"/>
                  <a:gd name="connsiteX209" fmla="*/ 5000464 w 7941926"/>
                  <a:gd name="connsiteY209" fmla="*/ 898460 h 2822223"/>
                  <a:gd name="connsiteX210" fmla="*/ 4909881 w 7941926"/>
                  <a:gd name="connsiteY210" fmla="*/ 899698 h 2822223"/>
                  <a:gd name="connsiteX211" fmla="*/ 4851112 w 7941926"/>
                  <a:gd name="connsiteY211" fmla="*/ 900936 h 2822223"/>
                  <a:gd name="connsiteX212" fmla="*/ 4768244 w 7941926"/>
                  <a:gd name="connsiteY212" fmla="*/ 880362 h 2822223"/>
                  <a:gd name="connsiteX213" fmla="*/ 4781389 w 7941926"/>
                  <a:gd name="connsiteY213" fmla="*/ 791113 h 2822223"/>
                  <a:gd name="connsiteX214" fmla="*/ 4766434 w 7941926"/>
                  <a:gd name="connsiteY214" fmla="*/ 900650 h 2822223"/>
                  <a:gd name="connsiteX215" fmla="*/ 4845778 w 7941926"/>
                  <a:gd name="connsiteY215" fmla="*/ 920081 h 2822223"/>
                  <a:gd name="connsiteX216" fmla="*/ 4852159 w 7941926"/>
                  <a:gd name="connsiteY216" fmla="*/ 919986 h 2822223"/>
                  <a:gd name="connsiteX217" fmla="*/ 4881877 w 7941926"/>
                  <a:gd name="connsiteY217" fmla="*/ 919129 h 2822223"/>
                  <a:gd name="connsiteX218" fmla="*/ 4827871 w 7941926"/>
                  <a:gd name="connsiteY218" fmla="*/ 975040 h 2822223"/>
                  <a:gd name="connsiteX219" fmla="*/ 4808535 w 7941926"/>
                  <a:gd name="connsiteY219" fmla="*/ 997996 h 2822223"/>
                  <a:gd name="connsiteX220" fmla="*/ 4759672 w 7941926"/>
                  <a:gd name="connsiteY220" fmla="*/ 1019141 h 2822223"/>
                  <a:gd name="connsiteX221" fmla="*/ 4766434 w 7941926"/>
                  <a:gd name="connsiteY221" fmla="*/ 900650 h 2822223"/>
                  <a:gd name="connsiteX222" fmla="*/ 4862542 w 7941926"/>
                  <a:gd name="connsiteY222" fmla="*/ 2026791 h 2822223"/>
                  <a:gd name="connsiteX223" fmla="*/ 4759291 w 7941926"/>
                  <a:gd name="connsiteY223" fmla="*/ 1038191 h 2822223"/>
                  <a:gd name="connsiteX224" fmla="*/ 4764244 w 7941926"/>
                  <a:gd name="connsiteY224" fmla="*/ 1038382 h 2822223"/>
                  <a:gd name="connsiteX225" fmla="*/ 4822918 w 7941926"/>
                  <a:gd name="connsiteY225" fmla="*/ 1010569 h 2822223"/>
                  <a:gd name="connsiteX226" fmla="*/ 4842634 w 7941926"/>
                  <a:gd name="connsiteY226" fmla="*/ 987137 h 2822223"/>
                  <a:gd name="connsiteX227" fmla="*/ 4923311 w 7941926"/>
                  <a:gd name="connsiteY227" fmla="*/ 918557 h 2822223"/>
                  <a:gd name="connsiteX228" fmla="*/ 5003702 w 7941926"/>
                  <a:gd name="connsiteY228" fmla="*/ 916462 h 2822223"/>
                  <a:gd name="connsiteX229" fmla="*/ 5110477 w 7941926"/>
                  <a:gd name="connsiteY229" fmla="*/ 883601 h 2822223"/>
                  <a:gd name="connsiteX230" fmla="*/ 5167723 w 7941926"/>
                  <a:gd name="connsiteY230" fmla="*/ 909889 h 2822223"/>
                  <a:gd name="connsiteX231" fmla="*/ 5233922 w 7941926"/>
                  <a:gd name="connsiteY231" fmla="*/ 950371 h 2822223"/>
                  <a:gd name="connsiteX232" fmla="*/ 5180677 w 7941926"/>
                  <a:gd name="connsiteY232" fmla="*/ 1919254 h 2822223"/>
                  <a:gd name="connsiteX233" fmla="*/ 5172676 w 7941926"/>
                  <a:gd name="connsiteY233" fmla="*/ 1993168 h 2822223"/>
                  <a:gd name="connsiteX234" fmla="*/ 5289929 w 7941926"/>
                  <a:gd name="connsiteY234" fmla="*/ 2638772 h 2822223"/>
                  <a:gd name="connsiteX235" fmla="*/ 4848635 w 7941926"/>
                  <a:gd name="connsiteY235" fmla="*/ 2637248 h 2822223"/>
                  <a:gd name="connsiteX236" fmla="*/ 4845587 w 7941926"/>
                  <a:gd name="connsiteY236" fmla="*/ 2636963 h 2822223"/>
                  <a:gd name="connsiteX237" fmla="*/ 4862542 w 7941926"/>
                  <a:gd name="connsiteY237" fmla="*/ 2026791 h 2822223"/>
                  <a:gd name="connsiteX238" fmla="*/ 4768816 w 7941926"/>
                  <a:gd name="connsiteY238" fmla="*/ 2696494 h 2822223"/>
                  <a:gd name="connsiteX239" fmla="*/ 4757672 w 7941926"/>
                  <a:gd name="connsiteY239" fmla="*/ 2717259 h 2822223"/>
                  <a:gd name="connsiteX240" fmla="*/ 4511164 w 7941926"/>
                  <a:gd name="connsiteY240" fmla="*/ 2685159 h 2822223"/>
                  <a:gd name="connsiteX241" fmla="*/ 4499354 w 7941926"/>
                  <a:gd name="connsiteY241" fmla="*/ 2683254 h 2822223"/>
                  <a:gd name="connsiteX242" fmla="*/ 4768816 w 7941926"/>
                  <a:gd name="connsiteY242" fmla="*/ 2696494 h 2822223"/>
                  <a:gd name="connsiteX243" fmla="*/ 3366926 w 7941926"/>
                  <a:gd name="connsiteY243" fmla="*/ 2548951 h 2822223"/>
                  <a:gd name="connsiteX244" fmla="*/ 3376451 w 7941926"/>
                  <a:gd name="connsiteY244" fmla="*/ 2476086 h 2822223"/>
                  <a:gd name="connsiteX245" fmla="*/ 3413503 w 7941926"/>
                  <a:gd name="connsiteY245" fmla="*/ 2365310 h 2822223"/>
                  <a:gd name="connsiteX246" fmla="*/ 3447698 w 7941926"/>
                  <a:gd name="connsiteY246" fmla="*/ 2533616 h 2822223"/>
                  <a:gd name="connsiteX247" fmla="*/ 3449032 w 7941926"/>
                  <a:gd name="connsiteY247" fmla="*/ 2605911 h 2822223"/>
                  <a:gd name="connsiteX248" fmla="*/ 3450079 w 7941926"/>
                  <a:gd name="connsiteY248" fmla="*/ 2621627 h 2822223"/>
                  <a:gd name="connsiteX249" fmla="*/ 3324921 w 7941926"/>
                  <a:gd name="connsiteY249" fmla="*/ 2632391 h 2822223"/>
                  <a:gd name="connsiteX250" fmla="*/ 3366926 w 7941926"/>
                  <a:gd name="connsiteY250" fmla="*/ 2548951 h 2822223"/>
                  <a:gd name="connsiteX251" fmla="*/ 754409 w 7941926"/>
                  <a:gd name="connsiteY251" fmla="*/ 2585147 h 2822223"/>
                  <a:gd name="connsiteX252" fmla="*/ 1398871 w 7941926"/>
                  <a:gd name="connsiteY252" fmla="*/ 2582956 h 2822223"/>
                  <a:gd name="connsiteX253" fmla="*/ 1415920 w 7941926"/>
                  <a:gd name="connsiteY253" fmla="*/ 2586195 h 2822223"/>
                  <a:gd name="connsiteX254" fmla="*/ 754409 w 7941926"/>
                  <a:gd name="connsiteY254" fmla="*/ 2585147 h 2822223"/>
                  <a:gd name="connsiteX255" fmla="*/ 2887914 w 7941926"/>
                  <a:gd name="connsiteY255" fmla="*/ 2700304 h 2822223"/>
                  <a:gd name="connsiteX256" fmla="*/ 2833526 w 7941926"/>
                  <a:gd name="connsiteY256" fmla="*/ 2710686 h 2822223"/>
                  <a:gd name="connsiteX257" fmla="*/ 1856356 w 7941926"/>
                  <a:gd name="connsiteY257" fmla="*/ 2615722 h 2822223"/>
                  <a:gd name="connsiteX258" fmla="*/ 2887914 w 7941926"/>
                  <a:gd name="connsiteY258" fmla="*/ 2700304 h 2822223"/>
                  <a:gd name="connsiteX259" fmla="*/ 3460081 w 7941926"/>
                  <a:gd name="connsiteY259" fmla="*/ 2687921 h 2822223"/>
                  <a:gd name="connsiteX260" fmla="*/ 3482750 w 7941926"/>
                  <a:gd name="connsiteY260" fmla="*/ 2755359 h 2822223"/>
                  <a:gd name="connsiteX261" fmla="*/ 3207287 w 7941926"/>
                  <a:gd name="connsiteY261" fmla="*/ 2713829 h 2822223"/>
                  <a:gd name="connsiteX262" fmla="*/ 3460081 w 7941926"/>
                  <a:gd name="connsiteY262" fmla="*/ 2687921 h 2822223"/>
                  <a:gd name="connsiteX263" fmla="*/ 3524851 w 7941926"/>
                  <a:gd name="connsiteY263" fmla="*/ 2755263 h 2822223"/>
                  <a:gd name="connsiteX264" fmla="*/ 3496657 w 7941926"/>
                  <a:gd name="connsiteY264" fmla="*/ 2685636 h 2822223"/>
                  <a:gd name="connsiteX265" fmla="*/ 3954904 w 7941926"/>
                  <a:gd name="connsiteY265" fmla="*/ 2688302 h 2822223"/>
                  <a:gd name="connsiteX266" fmla="*/ 3524851 w 7941926"/>
                  <a:gd name="connsiteY266" fmla="*/ 2755263 h 2822223"/>
                  <a:gd name="connsiteX267" fmla="*/ 5953059 w 7941926"/>
                  <a:gd name="connsiteY267" fmla="*/ 2619246 h 2822223"/>
                  <a:gd name="connsiteX268" fmla="*/ 6169753 w 7941926"/>
                  <a:gd name="connsiteY268" fmla="*/ 2565811 h 2822223"/>
                  <a:gd name="connsiteX269" fmla="*/ 6439119 w 7941926"/>
                  <a:gd name="connsiteY269" fmla="*/ 2488182 h 2822223"/>
                  <a:gd name="connsiteX270" fmla="*/ 6021544 w 7941926"/>
                  <a:gd name="connsiteY270" fmla="*/ 2621437 h 2822223"/>
                  <a:gd name="connsiteX271" fmla="*/ 5953059 w 7941926"/>
                  <a:gd name="connsiteY271" fmla="*/ 2619246 h 2822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7941926" h="2822223">
                    <a:moveTo>
                      <a:pt x="7932259" y="1206593"/>
                    </a:moveTo>
                    <a:cubicBezTo>
                      <a:pt x="7919305" y="1193449"/>
                      <a:pt x="7898159" y="1193354"/>
                      <a:pt x="7885110" y="1206307"/>
                    </a:cubicBezTo>
                    <a:cubicBezTo>
                      <a:pt x="7791575" y="1298795"/>
                      <a:pt x="7674227" y="1391759"/>
                      <a:pt x="7558402" y="1474913"/>
                    </a:cubicBezTo>
                    <a:cubicBezTo>
                      <a:pt x="7732996" y="1240502"/>
                      <a:pt x="7917590" y="1113439"/>
                      <a:pt x="7919305" y="1112201"/>
                    </a:cubicBezTo>
                    <a:cubicBezTo>
                      <a:pt x="7934544" y="1101914"/>
                      <a:pt x="7938641" y="1081244"/>
                      <a:pt x="7928449" y="1065909"/>
                    </a:cubicBezTo>
                    <a:cubicBezTo>
                      <a:pt x="7918162" y="1050669"/>
                      <a:pt x="7897493" y="1046573"/>
                      <a:pt x="7882157" y="1056765"/>
                    </a:cubicBezTo>
                    <a:cubicBezTo>
                      <a:pt x="7873109" y="1062861"/>
                      <a:pt x="7611361" y="1242407"/>
                      <a:pt x="7408860" y="1577592"/>
                    </a:cubicBezTo>
                    <a:cubicBezTo>
                      <a:pt x="7352377" y="1614835"/>
                      <a:pt x="7299227" y="1648363"/>
                      <a:pt x="7252841" y="1676557"/>
                    </a:cubicBezTo>
                    <a:cubicBezTo>
                      <a:pt x="7250173" y="1671413"/>
                      <a:pt x="7247411" y="1665603"/>
                      <a:pt x="7244459" y="1658840"/>
                    </a:cubicBezTo>
                    <a:cubicBezTo>
                      <a:pt x="7224837" y="1613025"/>
                      <a:pt x="7198453" y="1520537"/>
                      <a:pt x="7184261" y="1340420"/>
                    </a:cubicBezTo>
                    <a:cubicBezTo>
                      <a:pt x="7176545" y="1242598"/>
                      <a:pt x="7173878" y="1093151"/>
                      <a:pt x="7171021" y="934940"/>
                    </a:cubicBezTo>
                    <a:cubicBezTo>
                      <a:pt x="7164162" y="552416"/>
                      <a:pt x="7137207" y="118838"/>
                      <a:pt x="7059769" y="21874"/>
                    </a:cubicBezTo>
                    <a:cubicBezTo>
                      <a:pt x="7046529" y="5300"/>
                      <a:pt x="7031575" y="-1939"/>
                      <a:pt x="7015287" y="443"/>
                    </a:cubicBezTo>
                    <a:lnTo>
                      <a:pt x="7016049" y="11777"/>
                    </a:lnTo>
                    <a:cubicBezTo>
                      <a:pt x="7015859" y="11777"/>
                      <a:pt x="7015668" y="11777"/>
                      <a:pt x="7015573" y="11777"/>
                    </a:cubicBezTo>
                    <a:lnTo>
                      <a:pt x="7014049" y="633"/>
                    </a:lnTo>
                    <a:cubicBezTo>
                      <a:pt x="6921656" y="26636"/>
                      <a:pt x="6875650" y="213707"/>
                      <a:pt x="6893081" y="572609"/>
                    </a:cubicBezTo>
                    <a:cubicBezTo>
                      <a:pt x="6907273" y="864074"/>
                      <a:pt x="6946136" y="1215166"/>
                      <a:pt x="6980045" y="1466912"/>
                    </a:cubicBezTo>
                    <a:lnTo>
                      <a:pt x="6984331" y="1498535"/>
                    </a:lnTo>
                    <a:cubicBezTo>
                      <a:pt x="7002714" y="1635409"/>
                      <a:pt x="7013191" y="1741613"/>
                      <a:pt x="7018811" y="1823718"/>
                    </a:cubicBezTo>
                    <a:cubicBezTo>
                      <a:pt x="7016144" y="1825623"/>
                      <a:pt x="7013382" y="1827528"/>
                      <a:pt x="7010810" y="1829338"/>
                    </a:cubicBezTo>
                    <a:cubicBezTo>
                      <a:pt x="6865459" y="1934208"/>
                      <a:pt x="6678007" y="2180620"/>
                      <a:pt x="6553991" y="2343688"/>
                    </a:cubicBezTo>
                    <a:cubicBezTo>
                      <a:pt x="6547038" y="2352737"/>
                      <a:pt x="6540466" y="2361499"/>
                      <a:pt x="6533989" y="2369977"/>
                    </a:cubicBezTo>
                    <a:cubicBezTo>
                      <a:pt x="6389113" y="2446463"/>
                      <a:pt x="6295197" y="2468275"/>
                      <a:pt x="6154703" y="2500755"/>
                    </a:cubicBezTo>
                    <a:cubicBezTo>
                      <a:pt x="6046880" y="2525616"/>
                      <a:pt x="5912768" y="2556667"/>
                      <a:pt x="5708552" y="2621913"/>
                    </a:cubicBezTo>
                    <a:cubicBezTo>
                      <a:pt x="5625875" y="2624485"/>
                      <a:pt x="5539674" y="2628199"/>
                      <a:pt x="5454616" y="2631914"/>
                    </a:cubicBezTo>
                    <a:cubicBezTo>
                      <a:pt x="5424802" y="2633248"/>
                      <a:pt x="5394989" y="2634486"/>
                      <a:pt x="5365176" y="2635725"/>
                    </a:cubicBezTo>
                    <a:lnTo>
                      <a:pt x="5365366" y="2635153"/>
                    </a:lnTo>
                    <a:cubicBezTo>
                      <a:pt x="5363271" y="2634391"/>
                      <a:pt x="5159912" y="2555714"/>
                      <a:pt x="5219825" y="1998216"/>
                    </a:cubicBezTo>
                    <a:lnTo>
                      <a:pt x="5227825" y="1924302"/>
                    </a:lnTo>
                    <a:cubicBezTo>
                      <a:pt x="5280880" y="1435955"/>
                      <a:pt x="5353651" y="767110"/>
                      <a:pt x="5159912" y="541939"/>
                    </a:cubicBezTo>
                    <a:cubicBezTo>
                      <a:pt x="5116954" y="492028"/>
                      <a:pt x="5062567" y="464881"/>
                      <a:pt x="4998368" y="461262"/>
                    </a:cubicBezTo>
                    <a:cubicBezTo>
                      <a:pt x="4998368" y="461262"/>
                      <a:pt x="4998273" y="461262"/>
                      <a:pt x="4998273" y="461262"/>
                    </a:cubicBezTo>
                    <a:cubicBezTo>
                      <a:pt x="4996939" y="461167"/>
                      <a:pt x="4995701" y="461071"/>
                      <a:pt x="4994463" y="460976"/>
                    </a:cubicBezTo>
                    <a:lnTo>
                      <a:pt x="4994463" y="461167"/>
                    </a:lnTo>
                    <a:cubicBezTo>
                      <a:pt x="4994177" y="461167"/>
                      <a:pt x="4993891" y="461167"/>
                      <a:pt x="4993606" y="461167"/>
                    </a:cubicBezTo>
                    <a:cubicBezTo>
                      <a:pt x="4926931" y="465834"/>
                      <a:pt x="4870066" y="493171"/>
                      <a:pt x="4826632" y="548702"/>
                    </a:cubicBezTo>
                    <a:cubicBezTo>
                      <a:pt x="4678043" y="739011"/>
                      <a:pt x="4674232" y="1239073"/>
                      <a:pt x="4815488" y="2034792"/>
                    </a:cubicBezTo>
                    <a:cubicBezTo>
                      <a:pt x="4868066" y="2331115"/>
                      <a:pt x="4834252" y="2522282"/>
                      <a:pt x="4795772" y="2631724"/>
                    </a:cubicBezTo>
                    <a:cubicBezTo>
                      <a:pt x="4558409" y="2608864"/>
                      <a:pt x="4352478" y="2611435"/>
                      <a:pt x="4172170" y="2639439"/>
                    </a:cubicBezTo>
                    <a:cubicBezTo>
                      <a:pt x="3899278" y="2610674"/>
                      <a:pt x="3676489" y="2607816"/>
                      <a:pt x="3482655" y="2619246"/>
                    </a:cubicBezTo>
                    <a:cubicBezTo>
                      <a:pt x="3478559" y="2591338"/>
                      <a:pt x="3475987" y="2559239"/>
                      <a:pt x="3475987" y="2522663"/>
                    </a:cubicBezTo>
                    <a:cubicBezTo>
                      <a:pt x="3476082" y="2422460"/>
                      <a:pt x="3459319" y="2337401"/>
                      <a:pt x="3420838" y="2335020"/>
                    </a:cubicBezTo>
                    <a:cubicBezTo>
                      <a:pt x="3413027" y="2332544"/>
                      <a:pt x="3396644" y="2335878"/>
                      <a:pt x="3388548" y="2341592"/>
                    </a:cubicBezTo>
                    <a:cubicBezTo>
                      <a:pt x="3359497" y="2361976"/>
                      <a:pt x="3352257" y="2412744"/>
                      <a:pt x="3348066" y="2471895"/>
                    </a:cubicBezTo>
                    <a:cubicBezTo>
                      <a:pt x="3340732" y="2573907"/>
                      <a:pt x="3286916" y="2621151"/>
                      <a:pt x="3256817" y="2639820"/>
                    </a:cubicBezTo>
                    <a:cubicBezTo>
                      <a:pt x="3187094" y="2648392"/>
                      <a:pt x="3120705" y="2658489"/>
                      <a:pt x="3056221" y="2669443"/>
                    </a:cubicBezTo>
                    <a:cubicBezTo>
                      <a:pt x="3052125" y="2668395"/>
                      <a:pt x="3047934" y="2667252"/>
                      <a:pt x="3043838" y="2666299"/>
                    </a:cubicBezTo>
                    <a:cubicBezTo>
                      <a:pt x="2366134" y="2505899"/>
                      <a:pt x="1934176" y="2537141"/>
                      <a:pt x="1642044" y="2565716"/>
                    </a:cubicBezTo>
                    <a:cubicBezTo>
                      <a:pt x="1563177" y="2547808"/>
                      <a:pt x="1486501" y="2531140"/>
                      <a:pt x="1410967" y="2517138"/>
                    </a:cubicBezTo>
                    <a:cubicBezTo>
                      <a:pt x="970912" y="2435128"/>
                      <a:pt x="770411" y="2501326"/>
                      <a:pt x="585912" y="2571716"/>
                    </a:cubicBezTo>
                    <a:cubicBezTo>
                      <a:pt x="259395" y="2541236"/>
                      <a:pt x="44511" y="2492944"/>
                      <a:pt x="40796" y="2492087"/>
                    </a:cubicBezTo>
                    <a:cubicBezTo>
                      <a:pt x="22794" y="2487992"/>
                      <a:pt x="4982" y="2499231"/>
                      <a:pt x="886" y="2517138"/>
                    </a:cubicBezTo>
                    <a:cubicBezTo>
                      <a:pt x="-3210" y="2535045"/>
                      <a:pt x="8030" y="2552952"/>
                      <a:pt x="25937" y="2557048"/>
                    </a:cubicBezTo>
                    <a:cubicBezTo>
                      <a:pt x="29080" y="2557810"/>
                      <a:pt x="186052" y="2593148"/>
                      <a:pt x="435131" y="2622675"/>
                    </a:cubicBezTo>
                    <a:cubicBezTo>
                      <a:pt x="253013" y="2674110"/>
                      <a:pt x="30890" y="2709733"/>
                      <a:pt x="28128" y="2710115"/>
                    </a:cubicBezTo>
                    <a:cubicBezTo>
                      <a:pt x="9935" y="2712972"/>
                      <a:pt x="-2448" y="2730117"/>
                      <a:pt x="410" y="2748310"/>
                    </a:cubicBezTo>
                    <a:cubicBezTo>
                      <a:pt x="3267" y="2766503"/>
                      <a:pt x="20412" y="2778885"/>
                      <a:pt x="38605" y="2776028"/>
                    </a:cubicBezTo>
                    <a:cubicBezTo>
                      <a:pt x="52607" y="2773837"/>
                      <a:pt x="383124" y="2720783"/>
                      <a:pt x="574291" y="2647536"/>
                    </a:cubicBezTo>
                    <a:lnTo>
                      <a:pt x="585054" y="2643440"/>
                    </a:lnTo>
                    <a:cubicBezTo>
                      <a:pt x="588483" y="2642106"/>
                      <a:pt x="591912" y="2640773"/>
                      <a:pt x="595437" y="2639439"/>
                    </a:cubicBezTo>
                    <a:cubicBezTo>
                      <a:pt x="838324" y="2661442"/>
                      <a:pt x="1139695" y="2673253"/>
                      <a:pt x="1461259" y="2649631"/>
                    </a:cubicBezTo>
                    <a:cubicBezTo>
                      <a:pt x="1504503" y="2646488"/>
                      <a:pt x="1551366" y="2641725"/>
                      <a:pt x="1600896" y="2636772"/>
                    </a:cubicBezTo>
                    <a:cubicBezTo>
                      <a:pt x="1612897" y="2635534"/>
                      <a:pt x="1625280" y="2634296"/>
                      <a:pt x="1637853" y="2633057"/>
                    </a:cubicBezTo>
                    <a:cubicBezTo>
                      <a:pt x="1679096" y="2642487"/>
                      <a:pt x="1720911" y="2652203"/>
                      <a:pt x="1763583" y="2662204"/>
                    </a:cubicBezTo>
                    <a:cubicBezTo>
                      <a:pt x="2048095" y="2728593"/>
                      <a:pt x="2340036" y="2796697"/>
                      <a:pt x="2608355" y="2796697"/>
                    </a:cubicBezTo>
                    <a:cubicBezTo>
                      <a:pt x="2690080" y="2796697"/>
                      <a:pt x="2769613" y="2790411"/>
                      <a:pt x="2846099" y="2775742"/>
                    </a:cubicBezTo>
                    <a:cubicBezTo>
                      <a:pt x="2914203" y="2762692"/>
                      <a:pt x="2982783" y="2749643"/>
                      <a:pt x="3053554" y="2737452"/>
                    </a:cubicBezTo>
                    <a:cubicBezTo>
                      <a:pt x="3075937" y="2743452"/>
                      <a:pt x="3098797" y="2750501"/>
                      <a:pt x="3122705" y="2757835"/>
                    </a:cubicBezTo>
                    <a:cubicBezTo>
                      <a:pt x="3221003" y="2787934"/>
                      <a:pt x="3332636" y="2822224"/>
                      <a:pt x="3500086" y="2822224"/>
                    </a:cubicBezTo>
                    <a:cubicBezTo>
                      <a:pt x="3631435" y="2822224"/>
                      <a:pt x="3797170" y="2801078"/>
                      <a:pt x="4017579" y="2740309"/>
                    </a:cubicBezTo>
                    <a:cubicBezTo>
                      <a:pt x="4067299" y="2726593"/>
                      <a:pt x="4119591" y="2715449"/>
                      <a:pt x="4174265" y="2706685"/>
                    </a:cubicBezTo>
                    <a:cubicBezTo>
                      <a:pt x="4275706" y="2717544"/>
                      <a:pt x="4384196" y="2731927"/>
                      <a:pt x="4500782" y="2750596"/>
                    </a:cubicBezTo>
                    <a:cubicBezTo>
                      <a:pt x="4836920" y="2804412"/>
                      <a:pt x="5244494" y="2838797"/>
                      <a:pt x="5719982" y="2688017"/>
                    </a:cubicBezTo>
                    <a:cubicBezTo>
                      <a:pt x="5830853" y="2684683"/>
                      <a:pt x="5934390" y="2683540"/>
                      <a:pt x="6018496" y="2687635"/>
                    </a:cubicBezTo>
                    <a:cubicBezTo>
                      <a:pt x="6338822" y="2703352"/>
                      <a:pt x="6416069" y="2615341"/>
                      <a:pt x="6490745" y="2530283"/>
                    </a:cubicBezTo>
                    <a:cubicBezTo>
                      <a:pt x="6495222" y="2525234"/>
                      <a:pt x="6499699" y="2520091"/>
                      <a:pt x="6504271" y="2514947"/>
                    </a:cubicBezTo>
                    <a:cubicBezTo>
                      <a:pt x="6521416" y="2495707"/>
                      <a:pt x="6546847" y="2463036"/>
                      <a:pt x="6578375" y="2421698"/>
                    </a:cubicBezTo>
                    <a:cubicBezTo>
                      <a:pt x="6872126" y="2263583"/>
                      <a:pt x="7254555" y="1974785"/>
                      <a:pt x="7452104" y="1635314"/>
                    </a:cubicBezTo>
                    <a:cubicBezTo>
                      <a:pt x="7454199" y="1631694"/>
                      <a:pt x="7456390" y="1628170"/>
                      <a:pt x="7458485" y="1624550"/>
                    </a:cubicBezTo>
                    <a:cubicBezTo>
                      <a:pt x="7616124" y="1519871"/>
                      <a:pt x="7797099" y="1386806"/>
                      <a:pt x="7932163" y="1253266"/>
                    </a:cubicBezTo>
                    <a:cubicBezTo>
                      <a:pt x="7945118" y="1240788"/>
                      <a:pt x="7945212" y="1219643"/>
                      <a:pt x="7932259" y="1206593"/>
                    </a:cubicBezTo>
                    <a:close/>
                    <a:moveTo>
                      <a:pt x="7068055" y="1870772"/>
                    </a:moveTo>
                    <a:cubicBezTo>
                      <a:pt x="7124348" y="1831624"/>
                      <a:pt x="7190738" y="1791809"/>
                      <a:pt x="7266556" y="1746280"/>
                    </a:cubicBezTo>
                    <a:cubicBezTo>
                      <a:pt x="7284082" y="1735802"/>
                      <a:pt x="7302752" y="1724372"/>
                      <a:pt x="7322278" y="1712276"/>
                    </a:cubicBezTo>
                    <a:cubicBezTo>
                      <a:pt x="7250554" y="1811431"/>
                      <a:pt x="7163972" y="1905062"/>
                      <a:pt x="7070818" y="1990596"/>
                    </a:cubicBezTo>
                    <a:cubicBezTo>
                      <a:pt x="7071675" y="1963545"/>
                      <a:pt x="7071199" y="1925064"/>
                      <a:pt x="7068055" y="1870772"/>
                    </a:cubicBezTo>
                    <a:close/>
                    <a:moveTo>
                      <a:pt x="7105298" y="369060"/>
                    </a:moveTo>
                    <a:cubicBezTo>
                      <a:pt x="7091582" y="362869"/>
                      <a:pt x="7066055" y="355344"/>
                      <a:pt x="7034337" y="363345"/>
                    </a:cubicBezTo>
                    <a:lnTo>
                      <a:pt x="7034337" y="363155"/>
                    </a:lnTo>
                    <a:cubicBezTo>
                      <a:pt x="7007000" y="369727"/>
                      <a:pt x="6985379" y="382967"/>
                      <a:pt x="6971853" y="393254"/>
                    </a:cubicBezTo>
                    <a:cubicBezTo>
                      <a:pt x="6978997" y="366012"/>
                      <a:pt x="6986045" y="349057"/>
                      <a:pt x="6991475" y="338866"/>
                    </a:cubicBezTo>
                    <a:cubicBezTo>
                      <a:pt x="7007667" y="324769"/>
                      <a:pt x="7006334" y="322864"/>
                      <a:pt x="7021193" y="319721"/>
                    </a:cubicBezTo>
                    <a:cubicBezTo>
                      <a:pt x="7022336" y="319625"/>
                      <a:pt x="7049005" y="317720"/>
                      <a:pt x="7068341" y="309434"/>
                    </a:cubicBezTo>
                    <a:cubicBezTo>
                      <a:pt x="7080152" y="304290"/>
                      <a:pt x="7092820" y="306862"/>
                      <a:pt x="7100250" y="309243"/>
                    </a:cubicBezTo>
                    <a:cubicBezTo>
                      <a:pt x="7102060" y="328579"/>
                      <a:pt x="7103774" y="348486"/>
                      <a:pt x="7105298" y="369060"/>
                    </a:cubicBezTo>
                    <a:close/>
                    <a:moveTo>
                      <a:pt x="7087677" y="203420"/>
                    </a:moveTo>
                    <a:cubicBezTo>
                      <a:pt x="7071104" y="195800"/>
                      <a:pt x="7052339" y="198277"/>
                      <a:pt x="7038909" y="201992"/>
                    </a:cubicBezTo>
                    <a:cubicBezTo>
                      <a:pt x="7055387" y="169702"/>
                      <a:pt x="7065674" y="140555"/>
                      <a:pt x="7071580" y="120934"/>
                    </a:cubicBezTo>
                    <a:cubicBezTo>
                      <a:pt x="7077580" y="144365"/>
                      <a:pt x="7083010" y="172178"/>
                      <a:pt x="7087677" y="203420"/>
                    </a:cubicBezTo>
                    <a:close/>
                    <a:moveTo>
                      <a:pt x="7018525" y="37971"/>
                    </a:moveTo>
                    <a:cubicBezTo>
                      <a:pt x="7027193" y="36923"/>
                      <a:pt x="7034813" y="40733"/>
                      <a:pt x="7042338" y="50163"/>
                    </a:cubicBezTo>
                    <a:cubicBezTo>
                      <a:pt x="7050434" y="60355"/>
                      <a:pt x="7057673" y="75785"/>
                      <a:pt x="7064245" y="95502"/>
                    </a:cubicBezTo>
                    <a:cubicBezTo>
                      <a:pt x="7059673" y="114076"/>
                      <a:pt x="7041862" y="177036"/>
                      <a:pt x="6999761" y="238663"/>
                    </a:cubicBezTo>
                    <a:cubicBezTo>
                      <a:pt x="6994141" y="246188"/>
                      <a:pt x="6988045" y="249902"/>
                      <a:pt x="6981473" y="249426"/>
                    </a:cubicBezTo>
                    <a:cubicBezTo>
                      <a:pt x="6964614" y="248093"/>
                      <a:pt x="6946326" y="221899"/>
                      <a:pt x="6936991" y="205516"/>
                    </a:cubicBezTo>
                    <a:cubicBezTo>
                      <a:pt x="6951279" y="105979"/>
                      <a:pt x="6978520" y="49877"/>
                      <a:pt x="7018525" y="37971"/>
                    </a:cubicBezTo>
                    <a:close/>
                    <a:moveTo>
                      <a:pt x="6933848" y="229233"/>
                    </a:moveTo>
                    <a:cubicBezTo>
                      <a:pt x="6944802" y="245902"/>
                      <a:pt x="6962138" y="266857"/>
                      <a:pt x="6980616" y="268286"/>
                    </a:cubicBezTo>
                    <a:cubicBezTo>
                      <a:pt x="6981378" y="268381"/>
                      <a:pt x="6982044" y="268381"/>
                      <a:pt x="6982807" y="268381"/>
                    </a:cubicBezTo>
                    <a:cubicBezTo>
                      <a:pt x="6992141" y="268381"/>
                      <a:pt x="7000618" y="263428"/>
                      <a:pt x="7008143" y="253617"/>
                    </a:cubicBezTo>
                    <a:lnTo>
                      <a:pt x="7008238" y="253712"/>
                    </a:lnTo>
                    <a:cubicBezTo>
                      <a:pt x="7008429" y="253427"/>
                      <a:pt x="7008620" y="253141"/>
                      <a:pt x="7008810" y="252855"/>
                    </a:cubicBezTo>
                    <a:cubicBezTo>
                      <a:pt x="7009953" y="251331"/>
                      <a:pt x="7011096" y="249617"/>
                      <a:pt x="7012239" y="247807"/>
                    </a:cubicBezTo>
                    <a:lnTo>
                      <a:pt x="7012144" y="247712"/>
                    </a:lnTo>
                    <a:cubicBezTo>
                      <a:pt x="7016906" y="240472"/>
                      <a:pt x="7021573" y="233234"/>
                      <a:pt x="7025764" y="226090"/>
                    </a:cubicBezTo>
                    <a:cubicBezTo>
                      <a:pt x="7027670" y="225137"/>
                      <a:pt x="7066817" y="206849"/>
                      <a:pt x="7090916" y="225899"/>
                    </a:cubicBezTo>
                    <a:cubicBezTo>
                      <a:pt x="7093582" y="245902"/>
                      <a:pt x="7096059" y="267238"/>
                      <a:pt x="7098345" y="289431"/>
                    </a:cubicBezTo>
                    <a:cubicBezTo>
                      <a:pt x="7089296" y="287240"/>
                      <a:pt x="7076723" y="286097"/>
                      <a:pt x="7064531" y="291336"/>
                    </a:cubicBezTo>
                    <a:cubicBezTo>
                      <a:pt x="7046815" y="298956"/>
                      <a:pt x="7020716" y="300956"/>
                      <a:pt x="7020430" y="300956"/>
                    </a:cubicBezTo>
                    <a:cubicBezTo>
                      <a:pt x="7007381" y="302290"/>
                      <a:pt x="7000904" y="308481"/>
                      <a:pt x="6982616" y="324578"/>
                    </a:cubicBezTo>
                    <a:lnTo>
                      <a:pt x="6982616" y="324578"/>
                    </a:lnTo>
                    <a:cubicBezTo>
                      <a:pt x="6982616" y="324578"/>
                      <a:pt x="6982616" y="324673"/>
                      <a:pt x="6982616" y="324673"/>
                    </a:cubicBezTo>
                    <a:cubicBezTo>
                      <a:pt x="6982140" y="325055"/>
                      <a:pt x="6981759" y="325436"/>
                      <a:pt x="6981283" y="325817"/>
                    </a:cubicBezTo>
                    <a:lnTo>
                      <a:pt x="6977759" y="328864"/>
                    </a:lnTo>
                    <a:cubicBezTo>
                      <a:pt x="6961185" y="343343"/>
                      <a:pt x="6932991" y="334865"/>
                      <a:pt x="6926514" y="332674"/>
                    </a:cubicBezTo>
                    <a:cubicBezTo>
                      <a:pt x="6927752" y="294479"/>
                      <a:pt x="6930324" y="260094"/>
                      <a:pt x="6933848" y="229233"/>
                    </a:cubicBezTo>
                    <a:close/>
                    <a:moveTo>
                      <a:pt x="6925752" y="351724"/>
                    </a:moveTo>
                    <a:cubicBezTo>
                      <a:pt x="6931181" y="353439"/>
                      <a:pt x="6940897" y="355915"/>
                      <a:pt x="6951755" y="355915"/>
                    </a:cubicBezTo>
                    <a:cubicBezTo>
                      <a:pt x="6957566" y="355915"/>
                      <a:pt x="6963661" y="355154"/>
                      <a:pt x="6969662" y="353248"/>
                    </a:cubicBezTo>
                    <a:cubicBezTo>
                      <a:pt x="6964519" y="367346"/>
                      <a:pt x="6958994" y="385729"/>
                      <a:pt x="6953851" y="409732"/>
                    </a:cubicBezTo>
                    <a:cubicBezTo>
                      <a:pt x="6948612" y="434306"/>
                      <a:pt x="6934229" y="447737"/>
                      <a:pt x="6925276" y="453928"/>
                    </a:cubicBezTo>
                    <a:cubicBezTo>
                      <a:pt x="6924800" y="417542"/>
                      <a:pt x="6924894" y="383443"/>
                      <a:pt x="6925752" y="351724"/>
                    </a:cubicBezTo>
                    <a:close/>
                    <a:moveTo>
                      <a:pt x="6925752" y="474406"/>
                    </a:moveTo>
                    <a:cubicBezTo>
                      <a:pt x="6934801" y="469358"/>
                      <a:pt x="6956137" y="454213"/>
                      <a:pt x="6965186" y="420876"/>
                    </a:cubicBezTo>
                    <a:cubicBezTo>
                      <a:pt x="6970996" y="415256"/>
                      <a:pt x="6995856" y="393254"/>
                      <a:pt x="7031670" y="383252"/>
                    </a:cubicBezTo>
                    <a:cubicBezTo>
                      <a:pt x="7068341" y="371918"/>
                      <a:pt x="7097107" y="384586"/>
                      <a:pt x="7106918" y="389920"/>
                    </a:cubicBezTo>
                    <a:cubicBezTo>
                      <a:pt x="7118824" y="560227"/>
                      <a:pt x="7122538" y="764252"/>
                      <a:pt x="7125682" y="936083"/>
                    </a:cubicBezTo>
                    <a:cubicBezTo>
                      <a:pt x="7128539" y="1095151"/>
                      <a:pt x="7131302" y="1245360"/>
                      <a:pt x="7139112" y="1344801"/>
                    </a:cubicBezTo>
                    <a:cubicBezTo>
                      <a:pt x="7155304" y="1550922"/>
                      <a:pt x="7187403" y="1651601"/>
                      <a:pt x="7213312" y="1700750"/>
                    </a:cubicBezTo>
                    <a:cubicBezTo>
                      <a:pt x="7159781" y="1732945"/>
                      <a:pt x="7108537" y="1763901"/>
                      <a:pt x="7062722" y="1794190"/>
                    </a:cubicBezTo>
                    <a:cubicBezTo>
                      <a:pt x="7056149" y="1716467"/>
                      <a:pt x="7045291" y="1615882"/>
                      <a:pt x="7027765" y="1485581"/>
                    </a:cubicBezTo>
                    <a:lnTo>
                      <a:pt x="7023479" y="1453957"/>
                    </a:lnTo>
                    <a:cubicBezTo>
                      <a:pt x="6989665" y="1203069"/>
                      <a:pt x="6943373" y="859597"/>
                      <a:pt x="6929372" y="570323"/>
                    </a:cubicBezTo>
                    <a:cubicBezTo>
                      <a:pt x="6927562" y="536605"/>
                      <a:pt x="6926419" y="504791"/>
                      <a:pt x="6925752" y="474406"/>
                    </a:cubicBezTo>
                    <a:close/>
                    <a:moveTo>
                      <a:pt x="7023193" y="1904109"/>
                    </a:moveTo>
                    <a:cubicBezTo>
                      <a:pt x="7025384" y="1964402"/>
                      <a:pt x="7024431" y="2006027"/>
                      <a:pt x="7022526" y="2033744"/>
                    </a:cubicBezTo>
                    <a:cubicBezTo>
                      <a:pt x="6912417" y="2129471"/>
                      <a:pt x="6795355" y="2213957"/>
                      <a:pt x="6684198" y="2283395"/>
                    </a:cubicBezTo>
                    <a:cubicBezTo>
                      <a:pt x="6789449" y="2147378"/>
                      <a:pt x="6917179" y="1990406"/>
                      <a:pt x="7023193" y="1904109"/>
                    </a:cubicBezTo>
                    <a:close/>
                    <a:moveTo>
                      <a:pt x="4809964" y="2721830"/>
                    </a:moveTo>
                    <a:cubicBezTo>
                      <a:pt x="4813202" y="2715544"/>
                      <a:pt x="4816536" y="2708781"/>
                      <a:pt x="4819965" y="2701542"/>
                    </a:cubicBezTo>
                    <a:cubicBezTo>
                      <a:pt x="4827013" y="2702304"/>
                      <a:pt x="4834062" y="2702876"/>
                      <a:pt x="4841206" y="2703733"/>
                    </a:cubicBezTo>
                    <a:cubicBezTo>
                      <a:pt x="4966459" y="2717449"/>
                      <a:pt x="5161150" y="2711258"/>
                      <a:pt x="5373272" y="2702304"/>
                    </a:cubicBezTo>
                    <a:cubicBezTo>
                      <a:pt x="5170866" y="2734403"/>
                      <a:pt x="4982937" y="2735260"/>
                      <a:pt x="4809964" y="2721830"/>
                    </a:cubicBezTo>
                    <a:close/>
                    <a:moveTo>
                      <a:pt x="5232112" y="929225"/>
                    </a:moveTo>
                    <a:cubicBezTo>
                      <a:pt x="5214109" y="921415"/>
                      <a:pt x="5192487" y="910080"/>
                      <a:pt x="5182105" y="897793"/>
                    </a:cubicBezTo>
                    <a:cubicBezTo>
                      <a:pt x="5169628" y="883029"/>
                      <a:pt x="5150578" y="874552"/>
                      <a:pt x="5135052" y="869885"/>
                    </a:cubicBezTo>
                    <a:cubicBezTo>
                      <a:pt x="5164294" y="855692"/>
                      <a:pt x="5204394" y="841500"/>
                      <a:pt x="5221253" y="835690"/>
                    </a:cubicBezTo>
                    <a:cubicBezTo>
                      <a:pt x="5225825" y="865503"/>
                      <a:pt x="5229350" y="896745"/>
                      <a:pt x="5232112" y="929225"/>
                    </a:cubicBezTo>
                    <a:close/>
                    <a:moveTo>
                      <a:pt x="5218205" y="816640"/>
                    </a:moveTo>
                    <a:cubicBezTo>
                      <a:pt x="5208204" y="819973"/>
                      <a:pt x="5185154" y="827974"/>
                      <a:pt x="5161246" y="837690"/>
                    </a:cubicBezTo>
                    <a:cubicBezTo>
                      <a:pt x="5156769" y="836356"/>
                      <a:pt x="5117336" y="824450"/>
                      <a:pt x="5088094" y="812830"/>
                    </a:cubicBezTo>
                    <a:cubicBezTo>
                      <a:pt x="5074568" y="807401"/>
                      <a:pt x="5059519" y="805877"/>
                      <a:pt x="5046184" y="806067"/>
                    </a:cubicBezTo>
                    <a:cubicBezTo>
                      <a:pt x="5060852" y="794065"/>
                      <a:pt x="5074282" y="779111"/>
                      <a:pt x="5082855" y="761680"/>
                    </a:cubicBezTo>
                    <a:cubicBezTo>
                      <a:pt x="5101048" y="724628"/>
                      <a:pt x="5130385" y="672622"/>
                      <a:pt x="5134385" y="665573"/>
                    </a:cubicBezTo>
                    <a:cubicBezTo>
                      <a:pt x="5156197" y="663002"/>
                      <a:pt x="5173247" y="665288"/>
                      <a:pt x="5178010" y="665954"/>
                    </a:cubicBezTo>
                    <a:cubicBezTo>
                      <a:pt x="5195535" y="709293"/>
                      <a:pt x="5208680" y="760156"/>
                      <a:pt x="5218205" y="816640"/>
                    </a:cubicBezTo>
                    <a:close/>
                    <a:moveTo>
                      <a:pt x="4979699" y="819593"/>
                    </a:moveTo>
                    <a:cubicBezTo>
                      <a:pt x="4958744" y="823022"/>
                      <a:pt x="4947314" y="820164"/>
                      <a:pt x="4927026" y="816735"/>
                    </a:cubicBezTo>
                    <a:cubicBezTo>
                      <a:pt x="4910738" y="807591"/>
                      <a:pt x="4894546" y="751394"/>
                      <a:pt x="4887497" y="726724"/>
                    </a:cubicBezTo>
                    <a:cubicBezTo>
                      <a:pt x="4883497" y="712627"/>
                      <a:pt x="4881020" y="704435"/>
                      <a:pt x="4878829" y="699959"/>
                    </a:cubicBezTo>
                    <a:cubicBezTo>
                      <a:pt x="4875115" y="692434"/>
                      <a:pt x="4870162" y="679480"/>
                      <a:pt x="4866352" y="668812"/>
                    </a:cubicBezTo>
                    <a:cubicBezTo>
                      <a:pt x="4878544" y="673955"/>
                      <a:pt x="4892641" y="678622"/>
                      <a:pt x="4908547" y="682052"/>
                    </a:cubicBezTo>
                    <a:cubicBezTo>
                      <a:pt x="4922359" y="685004"/>
                      <a:pt x="4937599" y="684719"/>
                      <a:pt x="4955220" y="684338"/>
                    </a:cubicBezTo>
                    <a:cubicBezTo>
                      <a:pt x="4969888" y="684052"/>
                      <a:pt x="4965888" y="684433"/>
                      <a:pt x="4983795" y="686147"/>
                    </a:cubicBezTo>
                    <a:cubicBezTo>
                      <a:pt x="4984938" y="686243"/>
                      <a:pt x="4996653" y="688433"/>
                      <a:pt x="5013704" y="688433"/>
                    </a:cubicBezTo>
                    <a:cubicBezTo>
                      <a:pt x="5036278" y="688433"/>
                      <a:pt x="5067901" y="686052"/>
                      <a:pt x="5095142" y="675289"/>
                    </a:cubicBezTo>
                    <a:cubicBezTo>
                      <a:pt x="5100095" y="673384"/>
                      <a:pt x="5104953" y="671764"/>
                      <a:pt x="5109716" y="670431"/>
                    </a:cubicBezTo>
                    <a:cubicBezTo>
                      <a:pt x="5098666" y="690243"/>
                      <a:pt x="5079140" y="725771"/>
                      <a:pt x="5065615" y="753298"/>
                    </a:cubicBezTo>
                    <a:cubicBezTo>
                      <a:pt x="5047136" y="791208"/>
                      <a:pt x="4999511" y="815592"/>
                      <a:pt x="4979699" y="819593"/>
                    </a:cubicBezTo>
                    <a:close/>
                    <a:moveTo>
                      <a:pt x="4864256" y="578324"/>
                    </a:moveTo>
                    <a:cubicBezTo>
                      <a:pt x="4899404" y="533366"/>
                      <a:pt x="4941504" y="512792"/>
                      <a:pt x="4994749" y="508982"/>
                    </a:cubicBezTo>
                    <a:cubicBezTo>
                      <a:pt x="5046660" y="511649"/>
                      <a:pt x="5088951" y="532699"/>
                      <a:pt x="5123908" y="573181"/>
                    </a:cubicBezTo>
                    <a:cubicBezTo>
                      <a:pt x="5141243" y="593374"/>
                      <a:pt x="5156293" y="617758"/>
                      <a:pt x="5169247" y="645666"/>
                    </a:cubicBezTo>
                    <a:cubicBezTo>
                      <a:pt x="5152006" y="644332"/>
                      <a:pt x="5120860" y="644428"/>
                      <a:pt x="5088189" y="657382"/>
                    </a:cubicBezTo>
                    <a:cubicBezTo>
                      <a:pt x="5045136" y="674431"/>
                      <a:pt x="4985509" y="667002"/>
                      <a:pt x="4984938" y="666907"/>
                    </a:cubicBezTo>
                    <a:cubicBezTo>
                      <a:pt x="4965888" y="665097"/>
                      <a:pt x="4970174" y="664811"/>
                      <a:pt x="4954934" y="665097"/>
                    </a:cubicBezTo>
                    <a:cubicBezTo>
                      <a:pt x="4938551" y="665478"/>
                      <a:pt x="4924359" y="665764"/>
                      <a:pt x="4912738" y="663287"/>
                    </a:cubicBezTo>
                    <a:cubicBezTo>
                      <a:pt x="4874543" y="655096"/>
                      <a:pt x="4848159" y="639189"/>
                      <a:pt x="4833300" y="627854"/>
                    </a:cubicBezTo>
                    <a:cubicBezTo>
                      <a:pt x="4842634" y="609471"/>
                      <a:pt x="4852922" y="592802"/>
                      <a:pt x="4864256" y="578324"/>
                    </a:cubicBezTo>
                    <a:close/>
                    <a:moveTo>
                      <a:pt x="4824727" y="645571"/>
                    </a:moveTo>
                    <a:cubicBezTo>
                      <a:pt x="4829776" y="649190"/>
                      <a:pt x="4835777" y="653191"/>
                      <a:pt x="4842730" y="657191"/>
                    </a:cubicBezTo>
                    <a:lnTo>
                      <a:pt x="4842254" y="657287"/>
                    </a:lnTo>
                    <a:cubicBezTo>
                      <a:pt x="4842730" y="658715"/>
                      <a:pt x="4854064" y="693005"/>
                      <a:pt x="4861780" y="708436"/>
                    </a:cubicBezTo>
                    <a:cubicBezTo>
                      <a:pt x="4863303" y="711484"/>
                      <a:pt x="4866161" y="721390"/>
                      <a:pt x="4869114" y="731867"/>
                    </a:cubicBezTo>
                    <a:cubicBezTo>
                      <a:pt x="4877591" y="761490"/>
                      <a:pt x="4886259" y="789494"/>
                      <a:pt x="4897022" y="809115"/>
                    </a:cubicBezTo>
                    <a:cubicBezTo>
                      <a:pt x="4878258" y="802924"/>
                      <a:pt x="4862066" y="794828"/>
                      <a:pt x="4850445" y="788065"/>
                    </a:cubicBezTo>
                    <a:cubicBezTo>
                      <a:pt x="4826061" y="773968"/>
                      <a:pt x="4800819" y="771587"/>
                      <a:pt x="4785008" y="771777"/>
                    </a:cubicBezTo>
                    <a:cubicBezTo>
                      <a:pt x="4795295" y="723199"/>
                      <a:pt x="4808535" y="681194"/>
                      <a:pt x="4824727" y="645571"/>
                    </a:cubicBezTo>
                    <a:close/>
                    <a:moveTo>
                      <a:pt x="4781389" y="791113"/>
                    </a:moveTo>
                    <a:cubicBezTo>
                      <a:pt x="4794152" y="790541"/>
                      <a:pt x="4818250" y="791589"/>
                      <a:pt x="4841015" y="804734"/>
                    </a:cubicBezTo>
                    <a:cubicBezTo>
                      <a:pt x="4859398" y="815306"/>
                      <a:pt x="4888164" y="829118"/>
                      <a:pt x="4921216" y="835118"/>
                    </a:cubicBezTo>
                    <a:cubicBezTo>
                      <a:pt x="4922073" y="835499"/>
                      <a:pt x="4923978" y="835499"/>
                      <a:pt x="4923978" y="835499"/>
                    </a:cubicBezTo>
                    <a:cubicBezTo>
                      <a:pt x="4933503" y="837119"/>
                      <a:pt x="4941599" y="838071"/>
                      <a:pt x="4951600" y="839023"/>
                    </a:cubicBezTo>
                    <a:cubicBezTo>
                      <a:pt x="4968269" y="840643"/>
                      <a:pt x="4976937" y="839690"/>
                      <a:pt x="4983319" y="838262"/>
                    </a:cubicBezTo>
                    <a:cubicBezTo>
                      <a:pt x="4991319" y="836642"/>
                      <a:pt x="5002178" y="832832"/>
                      <a:pt x="5012751" y="827594"/>
                    </a:cubicBezTo>
                    <a:cubicBezTo>
                      <a:pt x="5012751" y="827594"/>
                      <a:pt x="5052566" y="819116"/>
                      <a:pt x="5080855" y="830451"/>
                    </a:cubicBezTo>
                    <a:cubicBezTo>
                      <a:pt x="5098381" y="837404"/>
                      <a:pt x="5118859" y="844357"/>
                      <a:pt x="5134100" y="849215"/>
                    </a:cubicBezTo>
                    <a:cubicBezTo>
                      <a:pt x="5122098" y="854740"/>
                      <a:pt x="5111049" y="860455"/>
                      <a:pt x="5102857" y="865884"/>
                    </a:cubicBezTo>
                    <a:cubicBezTo>
                      <a:pt x="5071710" y="886648"/>
                      <a:pt x="5001226" y="898364"/>
                      <a:pt x="5000464" y="898460"/>
                    </a:cubicBezTo>
                    <a:cubicBezTo>
                      <a:pt x="4980175" y="903222"/>
                      <a:pt x="4948457" y="899317"/>
                      <a:pt x="4909881" y="899698"/>
                    </a:cubicBezTo>
                    <a:cubicBezTo>
                      <a:pt x="4889974" y="899888"/>
                      <a:pt x="4869400" y="900079"/>
                      <a:pt x="4851112" y="900936"/>
                    </a:cubicBezTo>
                    <a:cubicBezTo>
                      <a:pt x="4818441" y="902365"/>
                      <a:pt x="4788342" y="890744"/>
                      <a:pt x="4768244" y="880362"/>
                    </a:cubicBezTo>
                    <a:cubicBezTo>
                      <a:pt x="4771864" y="848644"/>
                      <a:pt x="4776245" y="818926"/>
                      <a:pt x="4781389" y="791113"/>
                    </a:cubicBezTo>
                    <a:close/>
                    <a:moveTo>
                      <a:pt x="4766434" y="900650"/>
                    </a:moveTo>
                    <a:cubicBezTo>
                      <a:pt x="4786913" y="910461"/>
                      <a:pt x="4814917" y="920081"/>
                      <a:pt x="4845778" y="920081"/>
                    </a:cubicBezTo>
                    <a:cubicBezTo>
                      <a:pt x="4847873" y="920081"/>
                      <a:pt x="4849969" y="920081"/>
                      <a:pt x="4852159" y="919986"/>
                    </a:cubicBezTo>
                    <a:cubicBezTo>
                      <a:pt x="4861494" y="919605"/>
                      <a:pt x="4871591" y="919319"/>
                      <a:pt x="4881877" y="919129"/>
                    </a:cubicBezTo>
                    <a:cubicBezTo>
                      <a:pt x="4861589" y="934273"/>
                      <a:pt x="4844539" y="954847"/>
                      <a:pt x="4827871" y="975040"/>
                    </a:cubicBezTo>
                    <a:cubicBezTo>
                      <a:pt x="4821489" y="982756"/>
                      <a:pt x="4815107" y="990566"/>
                      <a:pt x="4808535" y="997996"/>
                    </a:cubicBezTo>
                    <a:cubicBezTo>
                      <a:pt x="4791485" y="1017331"/>
                      <a:pt x="4772244" y="1020094"/>
                      <a:pt x="4759672" y="1019141"/>
                    </a:cubicBezTo>
                    <a:cubicBezTo>
                      <a:pt x="4760815" y="977136"/>
                      <a:pt x="4763101" y="937607"/>
                      <a:pt x="4766434" y="900650"/>
                    </a:cubicBezTo>
                    <a:close/>
                    <a:moveTo>
                      <a:pt x="4862542" y="2026791"/>
                    </a:moveTo>
                    <a:cubicBezTo>
                      <a:pt x="4789390" y="1614835"/>
                      <a:pt x="4755004" y="1284698"/>
                      <a:pt x="4759291" y="1038191"/>
                    </a:cubicBezTo>
                    <a:cubicBezTo>
                      <a:pt x="4760910" y="1038287"/>
                      <a:pt x="4762529" y="1038382"/>
                      <a:pt x="4764244" y="1038382"/>
                    </a:cubicBezTo>
                    <a:cubicBezTo>
                      <a:pt x="4780817" y="1038382"/>
                      <a:pt x="4803106" y="1033048"/>
                      <a:pt x="4822918" y="1010569"/>
                    </a:cubicBezTo>
                    <a:cubicBezTo>
                      <a:pt x="4829585" y="1002949"/>
                      <a:pt x="4836157" y="995043"/>
                      <a:pt x="4842634" y="987137"/>
                    </a:cubicBezTo>
                    <a:cubicBezTo>
                      <a:pt x="4867400" y="957038"/>
                      <a:pt x="4890926" y="928654"/>
                      <a:pt x="4923311" y="918557"/>
                    </a:cubicBezTo>
                    <a:cubicBezTo>
                      <a:pt x="4959792" y="918176"/>
                      <a:pt x="4983700" y="921129"/>
                      <a:pt x="5003702" y="916462"/>
                    </a:cubicBezTo>
                    <a:cubicBezTo>
                      <a:pt x="5006655" y="915986"/>
                      <a:pt x="5074854" y="905413"/>
                      <a:pt x="5110477" y="883601"/>
                    </a:cubicBezTo>
                    <a:cubicBezTo>
                      <a:pt x="5123813" y="885505"/>
                      <a:pt x="5153244" y="892840"/>
                      <a:pt x="5167723" y="909889"/>
                    </a:cubicBezTo>
                    <a:cubicBezTo>
                      <a:pt x="5183248" y="928273"/>
                      <a:pt x="5214585" y="942751"/>
                      <a:pt x="5233922" y="950371"/>
                    </a:cubicBezTo>
                    <a:cubicBezTo>
                      <a:pt x="5254686" y="1238026"/>
                      <a:pt x="5213824" y="1614454"/>
                      <a:pt x="5180677" y="1919254"/>
                    </a:cubicBezTo>
                    <a:lnTo>
                      <a:pt x="5172676" y="1993168"/>
                    </a:lnTo>
                    <a:cubicBezTo>
                      <a:pt x="5128670" y="2402648"/>
                      <a:pt x="5222396" y="2571621"/>
                      <a:pt x="5289929" y="2638772"/>
                    </a:cubicBezTo>
                    <a:cubicBezTo>
                      <a:pt x="5116002" y="2645440"/>
                      <a:pt x="4952648" y="2648678"/>
                      <a:pt x="4848635" y="2637248"/>
                    </a:cubicBezTo>
                    <a:cubicBezTo>
                      <a:pt x="4847588" y="2637153"/>
                      <a:pt x="4846635" y="2637058"/>
                      <a:pt x="4845587" y="2636963"/>
                    </a:cubicBezTo>
                    <a:cubicBezTo>
                      <a:pt x="4884830" y="2519329"/>
                      <a:pt x="4915215" y="2323590"/>
                      <a:pt x="4862542" y="2026791"/>
                    </a:cubicBezTo>
                    <a:close/>
                    <a:moveTo>
                      <a:pt x="4768816" y="2696494"/>
                    </a:moveTo>
                    <a:cubicBezTo>
                      <a:pt x="4764911" y="2704304"/>
                      <a:pt x="4761100" y="2711258"/>
                      <a:pt x="4757672" y="2717259"/>
                    </a:cubicBezTo>
                    <a:cubicBezTo>
                      <a:pt x="4671660" y="2709067"/>
                      <a:pt x="4589460" y="2697637"/>
                      <a:pt x="4511164" y="2685159"/>
                    </a:cubicBezTo>
                    <a:cubicBezTo>
                      <a:pt x="4507164" y="2684493"/>
                      <a:pt x="4503259" y="2683921"/>
                      <a:pt x="4499354" y="2683254"/>
                    </a:cubicBezTo>
                    <a:cubicBezTo>
                      <a:pt x="4584126" y="2683444"/>
                      <a:pt x="4673852" y="2687921"/>
                      <a:pt x="4768816" y="2696494"/>
                    </a:cubicBezTo>
                    <a:close/>
                    <a:moveTo>
                      <a:pt x="3366926" y="2548951"/>
                    </a:moveTo>
                    <a:cubicBezTo>
                      <a:pt x="3371307" y="2525520"/>
                      <a:pt x="3373974" y="2500374"/>
                      <a:pt x="3376451" y="2476086"/>
                    </a:cubicBezTo>
                    <a:cubicBezTo>
                      <a:pt x="3380737" y="2434842"/>
                      <a:pt x="3380261" y="2365691"/>
                      <a:pt x="3413503" y="2365310"/>
                    </a:cubicBezTo>
                    <a:cubicBezTo>
                      <a:pt x="3445222" y="2375978"/>
                      <a:pt x="3447222" y="2437319"/>
                      <a:pt x="3447698" y="2533616"/>
                    </a:cubicBezTo>
                    <a:cubicBezTo>
                      <a:pt x="3447793" y="2557333"/>
                      <a:pt x="3447889" y="2581813"/>
                      <a:pt x="3449032" y="2605911"/>
                    </a:cubicBezTo>
                    <a:cubicBezTo>
                      <a:pt x="3449317" y="2611341"/>
                      <a:pt x="3449698" y="2616484"/>
                      <a:pt x="3450079" y="2621627"/>
                    </a:cubicBezTo>
                    <a:cubicBezTo>
                      <a:pt x="3407026" y="2624580"/>
                      <a:pt x="3365402" y="2628199"/>
                      <a:pt x="3324921" y="2632391"/>
                    </a:cubicBezTo>
                    <a:cubicBezTo>
                      <a:pt x="3343590" y="2611626"/>
                      <a:pt x="3360258" y="2584194"/>
                      <a:pt x="3366926" y="2548951"/>
                    </a:cubicBezTo>
                    <a:close/>
                    <a:moveTo>
                      <a:pt x="754409" y="2585147"/>
                    </a:moveTo>
                    <a:cubicBezTo>
                      <a:pt x="901284" y="2544094"/>
                      <a:pt x="1087213" y="2524949"/>
                      <a:pt x="1398871" y="2582956"/>
                    </a:cubicBezTo>
                    <a:cubicBezTo>
                      <a:pt x="1404490" y="2584003"/>
                      <a:pt x="1410205" y="2585147"/>
                      <a:pt x="1415920" y="2586195"/>
                    </a:cubicBezTo>
                    <a:cubicBezTo>
                      <a:pt x="1177700" y="2601625"/>
                      <a:pt x="951767" y="2597719"/>
                      <a:pt x="754409" y="2585147"/>
                    </a:cubicBezTo>
                    <a:close/>
                    <a:moveTo>
                      <a:pt x="2887914" y="2700304"/>
                    </a:moveTo>
                    <a:cubicBezTo>
                      <a:pt x="2869721" y="2703733"/>
                      <a:pt x="2851623" y="2707257"/>
                      <a:pt x="2833526" y="2710686"/>
                    </a:cubicBezTo>
                    <a:cubicBezTo>
                      <a:pt x="2542252" y="2766407"/>
                      <a:pt x="2196208" y="2694398"/>
                      <a:pt x="1856356" y="2615722"/>
                    </a:cubicBezTo>
                    <a:cubicBezTo>
                      <a:pt x="2106769" y="2601339"/>
                      <a:pt x="2438239" y="2606673"/>
                      <a:pt x="2887914" y="2700304"/>
                    </a:cubicBezTo>
                    <a:close/>
                    <a:moveTo>
                      <a:pt x="3460081" y="2687921"/>
                    </a:moveTo>
                    <a:cubicBezTo>
                      <a:pt x="3466653" y="2715925"/>
                      <a:pt x="3475035" y="2738404"/>
                      <a:pt x="3482750" y="2755359"/>
                    </a:cubicBezTo>
                    <a:cubicBezTo>
                      <a:pt x="3368260" y="2753549"/>
                      <a:pt x="3281773" y="2734880"/>
                      <a:pt x="3207287" y="2713829"/>
                    </a:cubicBezTo>
                    <a:cubicBezTo>
                      <a:pt x="3286821" y="2702971"/>
                      <a:pt x="3370355" y="2693922"/>
                      <a:pt x="3460081" y="2687921"/>
                    </a:cubicBezTo>
                    <a:close/>
                    <a:moveTo>
                      <a:pt x="3524851" y="2755263"/>
                    </a:moveTo>
                    <a:cubicBezTo>
                      <a:pt x="3517135" y="2741643"/>
                      <a:pt x="3506277" y="2718878"/>
                      <a:pt x="3496657" y="2685636"/>
                    </a:cubicBezTo>
                    <a:cubicBezTo>
                      <a:pt x="3632483" y="2678016"/>
                      <a:pt x="3782788" y="2677634"/>
                      <a:pt x="3954904" y="2688302"/>
                    </a:cubicBezTo>
                    <a:cubicBezTo>
                      <a:pt x="3776787" y="2734689"/>
                      <a:pt x="3637912" y="2753072"/>
                      <a:pt x="3524851" y="2755263"/>
                    </a:cubicBezTo>
                    <a:close/>
                    <a:moveTo>
                      <a:pt x="5953059" y="2619246"/>
                    </a:moveTo>
                    <a:cubicBezTo>
                      <a:pt x="6039165" y="2596005"/>
                      <a:pt x="6108697" y="2579908"/>
                      <a:pt x="6169753" y="2565811"/>
                    </a:cubicBezTo>
                    <a:cubicBezTo>
                      <a:pt x="6271384" y="2542284"/>
                      <a:pt x="6349489" y="2524282"/>
                      <a:pt x="6439119" y="2488182"/>
                    </a:cubicBezTo>
                    <a:cubicBezTo>
                      <a:pt x="6369492" y="2567430"/>
                      <a:pt x="6307961" y="2635439"/>
                      <a:pt x="6021544" y="2621437"/>
                    </a:cubicBezTo>
                    <a:cubicBezTo>
                      <a:pt x="5999922" y="2620389"/>
                      <a:pt x="5976967" y="2619722"/>
                      <a:pt x="5953059" y="2619246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67" name="Forme libre : forme 9066">
                <a:extLst>
                  <a:ext uri="{FF2B5EF4-FFF2-40B4-BE49-F238E27FC236}">
                    <a16:creationId xmlns:a16="http://schemas.microsoft.com/office/drawing/2014/main" id="{BB5E90C7-8F0F-4D95-8F06-835F75B284D5}"/>
                  </a:ext>
                </a:extLst>
              </p:cNvPr>
              <p:cNvSpPr/>
              <p:nvPr/>
            </p:nvSpPr>
            <p:spPr>
              <a:xfrm>
                <a:off x="-375757" y="0"/>
                <a:ext cx="95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525" h="9525"/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68" name="Forme libre : forme 9067">
                <a:extLst>
                  <a:ext uri="{FF2B5EF4-FFF2-40B4-BE49-F238E27FC236}">
                    <a16:creationId xmlns:a16="http://schemas.microsoft.com/office/drawing/2014/main" id="{6CD11DC4-39AA-42A8-B92F-730A915F636D}"/>
                  </a:ext>
                </a:extLst>
              </p:cNvPr>
              <p:cNvSpPr/>
              <p:nvPr/>
            </p:nvSpPr>
            <p:spPr>
              <a:xfrm>
                <a:off x="6127341" y="5023008"/>
                <a:ext cx="15335" cy="29623"/>
              </a:xfrm>
              <a:custGeom>
                <a:avLst/>
                <a:gdLst>
                  <a:gd name="connsiteX0" fmla="*/ 15335 w 15335"/>
                  <a:gd name="connsiteY0" fmla="*/ 29623 h 29623"/>
                  <a:gd name="connsiteX1" fmla="*/ 0 w 15335"/>
                  <a:gd name="connsiteY1" fmla="*/ 0 h 29623"/>
                  <a:gd name="connsiteX2" fmla="*/ 0 w 15335"/>
                  <a:gd name="connsiteY2" fmla="*/ 0 h 29623"/>
                  <a:gd name="connsiteX3" fmla="*/ 15335 w 15335"/>
                  <a:gd name="connsiteY3" fmla="*/ 29623 h 29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35" h="29623">
                    <a:moveTo>
                      <a:pt x="15335" y="29623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15335" y="29623"/>
                    </a:lnTo>
                    <a:close/>
                  </a:path>
                </a:pathLst>
              </a:custGeom>
              <a:solidFill>
                <a:srgbClr val="D80707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69" name="Forme libre : forme 9068">
                <a:extLst>
                  <a:ext uri="{FF2B5EF4-FFF2-40B4-BE49-F238E27FC236}">
                    <a16:creationId xmlns:a16="http://schemas.microsoft.com/office/drawing/2014/main" id="{A9FCAC99-BAEA-4D12-B7CC-B970FF6A2567}"/>
                  </a:ext>
                </a:extLst>
              </p:cNvPr>
              <p:cNvSpPr/>
              <p:nvPr/>
            </p:nvSpPr>
            <p:spPr>
              <a:xfrm>
                <a:off x="251193" y="3646907"/>
                <a:ext cx="7941954" cy="1625941"/>
              </a:xfrm>
              <a:custGeom>
                <a:avLst/>
                <a:gdLst>
                  <a:gd name="connsiteX0" fmla="*/ 3499851 w 7941954"/>
                  <a:gd name="connsiteY0" fmla="*/ 1625942 h 1625941"/>
                  <a:gd name="connsiteX1" fmla="*/ 3122471 w 7941954"/>
                  <a:gd name="connsiteY1" fmla="*/ 1561553 h 1625941"/>
                  <a:gd name="connsiteX2" fmla="*/ 3028364 w 7941954"/>
                  <a:gd name="connsiteY2" fmla="*/ 1534788 h 1625941"/>
                  <a:gd name="connsiteX3" fmla="*/ 1600757 w 7941954"/>
                  <a:gd name="connsiteY3" fmla="*/ 1440395 h 1625941"/>
                  <a:gd name="connsiteX4" fmla="*/ 1461120 w 7941954"/>
                  <a:gd name="connsiteY4" fmla="*/ 1453254 h 1625941"/>
                  <a:gd name="connsiteX5" fmla="*/ 25893 w 7941954"/>
                  <a:gd name="connsiteY5" fmla="*/ 1360670 h 1625941"/>
                  <a:gd name="connsiteX6" fmla="*/ 842 w 7941954"/>
                  <a:gd name="connsiteY6" fmla="*/ 1320761 h 1625941"/>
                  <a:gd name="connsiteX7" fmla="*/ 40752 w 7941954"/>
                  <a:gd name="connsiteY7" fmla="*/ 1295710 h 1625941"/>
                  <a:gd name="connsiteX8" fmla="*/ 1456262 w 7941954"/>
                  <a:gd name="connsiteY8" fmla="*/ 1386864 h 1625941"/>
                  <a:gd name="connsiteX9" fmla="*/ 1594184 w 7941954"/>
                  <a:gd name="connsiteY9" fmla="*/ 1374196 h 1625941"/>
                  <a:gd name="connsiteX10" fmla="*/ 3043794 w 7941954"/>
                  <a:gd name="connsiteY10" fmla="*/ 1470018 h 1625941"/>
                  <a:gd name="connsiteX11" fmla="*/ 3142092 w 7941954"/>
                  <a:gd name="connsiteY11" fmla="*/ 1497926 h 1625941"/>
                  <a:gd name="connsiteX12" fmla="*/ 3999723 w 7941954"/>
                  <a:gd name="connsiteY12" fmla="*/ 1479828 h 1625941"/>
                  <a:gd name="connsiteX13" fmla="*/ 4848401 w 7941954"/>
                  <a:gd name="connsiteY13" fmla="*/ 1440776 h 1625941"/>
                  <a:gd name="connsiteX14" fmla="*/ 5454667 w 7941954"/>
                  <a:gd name="connsiteY14" fmla="*/ 1435347 h 1625941"/>
                  <a:gd name="connsiteX15" fmla="*/ 6021500 w 7941954"/>
                  <a:gd name="connsiteY15" fmla="*/ 1424774 h 1625941"/>
                  <a:gd name="connsiteX16" fmla="*/ 6440409 w 7941954"/>
                  <a:gd name="connsiteY16" fmla="*/ 1289995 h 1625941"/>
                  <a:gd name="connsiteX17" fmla="*/ 6454316 w 7941954"/>
                  <a:gd name="connsiteY17" fmla="*/ 1274279 h 1625941"/>
                  <a:gd name="connsiteX18" fmla="*/ 6554042 w 7941954"/>
                  <a:gd name="connsiteY18" fmla="*/ 1147120 h 1625941"/>
                  <a:gd name="connsiteX19" fmla="*/ 7010861 w 7941954"/>
                  <a:gd name="connsiteY19" fmla="*/ 632770 h 1625941"/>
                  <a:gd name="connsiteX20" fmla="*/ 7232318 w 7941954"/>
                  <a:gd name="connsiteY20" fmla="*/ 492372 h 1625941"/>
                  <a:gd name="connsiteX21" fmla="*/ 7885161 w 7941954"/>
                  <a:gd name="connsiteY21" fmla="*/ 9645 h 1625941"/>
                  <a:gd name="connsiteX22" fmla="*/ 7932310 w 7941954"/>
                  <a:gd name="connsiteY22" fmla="*/ 9930 h 1625941"/>
                  <a:gd name="connsiteX23" fmla="*/ 7932024 w 7941954"/>
                  <a:gd name="connsiteY23" fmla="*/ 57079 h 1625941"/>
                  <a:gd name="connsiteX24" fmla="*/ 7266608 w 7941954"/>
                  <a:gd name="connsiteY24" fmla="*/ 549617 h 1625941"/>
                  <a:gd name="connsiteX25" fmla="*/ 7049914 w 7941954"/>
                  <a:gd name="connsiteY25" fmla="*/ 686967 h 1625941"/>
                  <a:gd name="connsiteX26" fmla="*/ 6607192 w 7941954"/>
                  <a:gd name="connsiteY26" fmla="*/ 1187601 h 1625941"/>
                  <a:gd name="connsiteX27" fmla="*/ 6504131 w 7941954"/>
                  <a:gd name="connsiteY27" fmla="*/ 1318761 h 1625941"/>
                  <a:gd name="connsiteX28" fmla="*/ 6490606 w 7941954"/>
                  <a:gd name="connsiteY28" fmla="*/ 1334096 h 1625941"/>
                  <a:gd name="connsiteX29" fmla="*/ 6018356 w 7941954"/>
                  <a:gd name="connsiteY29" fmla="*/ 1491449 h 1625941"/>
                  <a:gd name="connsiteX30" fmla="*/ 5457620 w 7941954"/>
                  <a:gd name="connsiteY30" fmla="*/ 1502022 h 1625941"/>
                  <a:gd name="connsiteX31" fmla="*/ 4841162 w 7941954"/>
                  <a:gd name="connsiteY31" fmla="*/ 1507070 h 1625941"/>
                  <a:gd name="connsiteX32" fmla="*/ 4017440 w 7941954"/>
                  <a:gd name="connsiteY32" fmla="*/ 1544122 h 1625941"/>
                  <a:gd name="connsiteX33" fmla="*/ 3499851 w 7941954"/>
                  <a:gd name="connsiteY33" fmla="*/ 1625942 h 1625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941954" h="1625941">
                    <a:moveTo>
                      <a:pt x="3499851" y="1625942"/>
                    </a:moveTo>
                    <a:cubicBezTo>
                      <a:pt x="3332497" y="1625942"/>
                      <a:pt x="3220769" y="1591652"/>
                      <a:pt x="3122471" y="1561553"/>
                    </a:cubicBezTo>
                    <a:cubicBezTo>
                      <a:pt x="3089705" y="1551552"/>
                      <a:pt x="3058749" y="1542027"/>
                      <a:pt x="3028364" y="1534788"/>
                    </a:cubicBezTo>
                    <a:cubicBezTo>
                      <a:pt x="2323609" y="1368005"/>
                      <a:pt x="1888602" y="1411629"/>
                      <a:pt x="1600757" y="1440395"/>
                    </a:cubicBezTo>
                    <a:cubicBezTo>
                      <a:pt x="1551227" y="1445348"/>
                      <a:pt x="1504364" y="1450015"/>
                      <a:pt x="1461120" y="1453254"/>
                    </a:cubicBezTo>
                    <a:cubicBezTo>
                      <a:pt x="689024" y="1510022"/>
                      <a:pt x="32370" y="1362099"/>
                      <a:pt x="25893" y="1360670"/>
                    </a:cubicBezTo>
                    <a:cubicBezTo>
                      <a:pt x="7986" y="1356575"/>
                      <a:pt x="-3253" y="1338668"/>
                      <a:pt x="842" y="1320761"/>
                    </a:cubicBezTo>
                    <a:cubicBezTo>
                      <a:pt x="4938" y="1302854"/>
                      <a:pt x="22845" y="1291614"/>
                      <a:pt x="40752" y="1295710"/>
                    </a:cubicBezTo>
                    <a:cubicBezTo>
                      <a:pt x="47229" y="1297234"/>
                      <a:pt x="694548" y="1442776"/>
                      <a:pt x="1456262" y="1386864"/>
                    </a:cubicBezTo>
                    <a:cubicBezTo>
                      <a:pt x="1498649" y="1383721"/>
                      <a:pt x="1545035" y="1379054"/>
                      <a:pt x="1594184" y="1374196"/>
                    </a:cubicBezTo>
                    <a:cubicBezTo>
                      <a:pt x="1886411" y="1344954"/>
                      <a:pt x="2328181" y="1300663"/>
                      <a:pt x="3043794" y="1470018"/>
                    </a:cubicBezTo>
                    <a:cubicBezTo>
                      <a:pt x="3076275" y="1477733"/>
                      <a:pt x="3108183" y="1487543"/>
                      <a:pt x="3142092" y="1497926"/>
                    </a:cubicBezTo>
                    <a:cubicBezTo>
                      <a:pt x="3309256" y="1549171"/>
                      <a:pt x="3517187" y="1612988"/>
                      <a:pt x="3999723" y="1479828"/>
                    </a:cubicBezTo>
                    <a:cubicBezTo>
                      <a:pt x="4230324" y="1416201"/>
                      <a:pt x="4507882" y="1403438"/>
                      <a:pt x="4848401" y="1440776"/>
                    </a:cubicBezTo>
                    <a:cubicBezTo>
                      <a:pt x="4984989" y="1455825"/>
                      <a:pt x="5223781" y="1445443"/>
                      <a:pt x="5454667" y="1435347"/>
                    </a:cubicBezTo>
                    <a:cubicBezTo>
                      <a:pt x="5658883" y="1426488"/>
                      <a:pt x="5870052" y="1417344"/>
                      <a:pt x="6021500" y="1424774"/>
                    </a:cubicBezTo>
                    <a:cubicBezTo>
                      <a:pt x="6309726" y="1438871"/>
                      <a:pt x="6370305" y="1369910"/>
                      <a:pt x="6440409" y="1289995"/>
                    </a:cubicBezTo>
                    <a:cubicBezTo>
                      <a:pt x="6444982" y="1284756"/>
                      <a:pt x="6449553" y="1279518"/>
                      <a:pt x="6454316" y="1274279"/>
                    </a:cubicBezTo>
                    <a:cubicBezTo>
                      <a:pt x="6474699" y="1251419"/>
                      <a:pt x="6509751" y="1205413"/>
                      <a:pt x="6554042" y="1147120"/>
                    </a:cubicBezTo>
                    <a:cubicBezTo>
                      <a:pt x="6678058" y="984052"/>
                      <a:pt x="6865415" y="737640"/>
                      <a:pt x="7010861" y="632770"/>
                    </a:cubicBezTo>
                    <a:cubicBezTo>
                      <a:pt x="7073155" y="587907"/>
                      <a:pt x="7150403" y="541521"/>
                      <a:pt x="7232318" y="492372"/>
                    </a:cubicBezTo>
                    <a:cubicBezTo>
                      <a:pt x="7407101" y="387501"/>
                      <a:pt x="7695233" y="197382"/>
                      <a:pt x="7885161" y="9645"/>
                    </a:cubicBezTo>
                    <a:cubicBezTo>
                      <a:pt x="7898306" y="-3309"/>
                      <a:pt x="7919356" y="-3214"/>
                      <a:pt x="7932310" y="9930"/>
                    </a:cubicBezTo>
                    <a:cubicBezTo>
                      <a:pt x="7945264" y="23075"/>
                      <a:pt x="7945169" y="44125"/>
                      <a:pt x="7932024" y="57079"/>
                    </a:cubicBezTo>
                    <a:cubicBezTo>
                      <a:pt x="7736381" y="250532"/>
                      <a:pt x="7444535" y="442841"/>
                      <a:pt x="7266608" y="549617"/>
                    </a:cubicBezTo>
                    <a:cubicBezTo>
                      <a:pt x="7182502" y="600099"/>
                      <a:pt x="7109826" y="643724"/>
                      <a:pt x="7049914" y="686967"/>
                    </a:cubicBezTo>
                    <a:cubicBezTo>
                      <a:pt x="6912563" y="786027"/>
                      <a:pt x="6728826" y="1027676"/>
                      <a:pt x="6607192" y="1187601"/>
                    </a:cubicBezTo>
                    <a:cubicBezTo>
                      <a:pt x="6561948" y="1247037"/>
                      <a:pt x="6526229" y="1293995"/>
                      <a:pt x="6504131" y="1318761"/>
                    </a:cubicBezTo>
                    <a:cubicBezTo>
                      <a:pt x="6499560" y="1323904"/>
                      <a:pt x="6495083" y="1328953"/>
                      <a:pt x="6490606" y="1334096"/>
                    </a:cubicBezTo>
                    <a:cubicBezTo>
                      <a:pt x="6415930" y="1419154"/>
                      <a:pt x="6338682" y="1507165"/>
                      <a:pt x="6018356" y="1491449"/>
                    </a:cubicBezTo>
                    <a:cubicBezTo>
                      <a:pt x="5869862" y="1484210"/>
                      <a:pt x="5660312" y="1493259"/>
                      <a:pt x="5457620" y="1502022"/>
                    </a:cubicBezTo>
                    <a:cubicBezTo>
                      <a:pt x="5213494" y="1512594"/>
                      <a:pt x="4982894" y="1522595"/>
                      <a:pt x="4841162" y="1507070"/>
                    </a:cubicBezTo>
                    <a:cubicBezTo>
                      <a:pt x="4509215" y="1470685"/>
                      <a:pt x="4239753" y="1482781"/>
                      <a:pt x="4017440" y="1544122"/>
                    </a:cubicBezTo>
                    <a:cubicBezTo>
                      <a:pt x="3796936" y="1604796"/>
                      <a:pt x="3631201" y="1625942"/>
                      <a:pt x="3499851" y="1625942"/>
                    </a:cubicBezTo>
                    <a:close/>
                  </a:path>
                </a:pathLst>
              </a:custGeom>
              <a:solidFill>
                <a:srgbClr val="0592D8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70" name="Forme libre : forme 9069">
                <a:extLst>
                  <a:ext uri="{FF2B5EF4-FFF2-40B4-BE49-F238E27FC236}">
                    <a16:creationId xmlns:a16="http://schemas.microsoft.com/office/drawing/2014/main" id="{65AB9F60-4EED-496E-8A82-79B32711CAD6}"/>
                  </a:ext>
                </a:extLst>
              </p:cNvPr>
              <p:cNvSpPr/>
              <p:nvPr/>
            </p:nvSpPr>
            <p:spPr>
              <a:xfrm>
                <a:off x="3639099" y="4785499"/>
                <a:ext cx="150748" cy="466204"/>
              </a:xfrm>
              <a:custGeom>
                <a:avLst/>
                <a:gdLst>
                  <a:gd name="connsiteX0" fmla="*/ 131757 w 150748"/>
                  <a:gd name="connsiteY0" fmla="*/ 466204 h 466204"/>
                  <a:gd name="connsiteX1" fmla="*/ 116707 w 150748"/>
                  <a:gd name="connsiteY1" fmla="*/ 458775 h 466204"/>
                  <a:gd name="connsiteX2" fmla="*/ 60986 w 150748"/>
                  <a:gd name="connsiteY2" fmla="*/ 270656 h 466204"/>
                  <a:gd name="connsiteX3" fmla="*/ 59652 w 150748"/>
                  <a:gd name="connsiteY3" fmla="*/ 198361 h 466204"/>
                  <a:gd name="connsiteX4" fmla="*/ 25458 w 150748"/>
                  <a:gd name="connsiteY4" fmla="*/ 30055 h 466204"/>
                  <a:gd name="connsiteX5" fmla="*/ 26 w 150748"/>
                  <a:gd name="connsiteY5" fmla="*/ 15767 h 466204"/>
                  <a:gd name="connsiteX6" fmla="*/ 32887 w 150748"/>
                  <a:gd name="connsiteY6" fmla="*/ 51 h 466204"/>
                  <a:gd name="connsiteX7" fmla="*/ 88037 w 150748"/>
                  <a:gd name="connsiteY7" fmla="*/ 187693 h 466204"/>
                  <a:gd name="connsiteX8" fmla="*/ 146806 w 150748"/>
                  <a:gd name="connsiteY8" fmla="*/ 435629 h 466204"/>
                  <a:gd name="connsiteX9" fmla="*/ 143377 w 150748"/>
                  <a:gd name="connsiteY9" fmla="*/ 462299 h 466204"/>
                  <a:gd name="connsiteX10" fmla="*/ 131757 w 150748"/>
                  <a:gd name="connsiteY10" fmla="*/ 466204 h 466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748" h="466204">
                    <a:moveTo>
                      <a:pt x="131757" y="466204"/>
                    </a:moveTo>
                    <a:cubicBezTo>
                      <a:pt x="126042" y="466204"/>
                      <a:pt x="120422" y="463633"/>
                      <a:pt x="116707" y="458775"/>
                    </a:cubicBezTo>
                    <a:cubicBezTo>
                      <a:pt x="114707" y="456108"/>
                      <a:pt x="66510" y="392386"/>
                      <a:pt x="60986" y="270656"/>
                    </a:cubicBezTo>
                    <a:cubicBezTo>
                      <a:pt x="59938" y="246558"/>
                      <a:pt x="59748" y="222078"/>
                      <a:pt x="59652" y="198361"/>
                    </a:cubicBezTo>
                    <a:cubicBezTo>
                      <a:pt x="59176" y="102064"/>
                      <a:pt x="57176" y="40723"/>
                      <a:pt x="25458" y="30055"/>
                    </a:cubicBezTo>
                    <a:cubicBezTo>
                      <a:pt x="15456" y="26721"/>
                      <a:pt x="-736" y="26245"/>
                      <a:pt x="26" y="15767"/>
                    </a:cubicBezTo>
                    <a:cubicBezTo>
                      <a:pt x="788" y="5290"/>
                      <a:pt x="22314" y="-616"/>
                      <a:pt x="32887" y="51"/>
                    </a:cubicBezTo>
                    <a:cubicBezTo>
                      <a:pt x="71463" y="2337"/>
                      <a:pt x="88132" y="87490"/>
                      <a:pt x="88037" y="187693"/>
                    </a:cubicBezTo>
                    <a:cubicBezTo>
                      <a:pt x="87942" y="361811"/>
                      <a:pt x="146330" y="435058"/>
                      <a:pt x="146806" y="435629"/>
                    </a:cubicBezTo>
                    <a:cubicBezTo>
                      <a:pt x="153188" y="443916"/>
                      <a:pt x="151664" y="455918"/>
                      <a:pt x="143377" y="462299"/>
                    </a:cubicBezTo>
                    <a:cubicBezTo>
                      <a:pt x="139948" y="464966"/>
                      <a:pt x="135757" y="466204"/>
                      <a:pt x="131757" y="466204"/>
                    </a:cubicBezTo>
                    <a:close/>
                  </a:path>
                </a:pathLst>
              </a:custGeom>
              <a:solidFill>
                <a:srgbClr val="0592D8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71" name="Forme libre : forme 9070">
                <a:extLst>
                  <a:ext uri="{FF2B5EF4-FFF2-40B4-BE49-F238E27FC236}">
                    <a16:creationId xmlns:a16="http://schemas.microsoft.com/office/drawing/2014/main" id="{B12DCA68-AA52-45D4-8DF3-55F297141833}"/>
                  </a:ext>
                </a:extLst>
              </p:cNvPr>
              <p:cNvSpPr/>
              <p:nvPr/>
            </p:nvSpPr>
            <p:spPr>
              <a:xfrm>
                <a:off x="3487678" y="4784665"/>
                <a:ext cx="184308" cy="351404"/>
              </a:xfrm>
              <a:custGeom>
                <a:avLst/>
                <a:gdLst>
                  <a:gd name="connsiteX0" fmla="*/ 14097 w 184308"/>
                  <a:gd name="connsiteY0" fmla="*/ 351405 h 351404"/>
                  <a:gd name="connsiteX1" fmla="*/ 0 w 184308"/>
                  <a:gd name="connsiteY1" fmla="*/ 315972 h 351404"/>
                  <a:gd name="connsiteX2" fmla="*/ 111538 w 184308"/>
                  <a:gd name="connsiteY2" fmla="*/ 137664 h 351404"/>
                  <a:gd name="connsiteX3" fmla="*/ 152019 w 184308"/>
                  <a:gd name="connsiteY3" fmla="*/ 7362 h 351404"/>
                  <a:gd name="connsiteX4" fmla="*/ 184309 w 184308"/>
                  <a:gd name="connsiteY4" fmla="*/ 790 h 351404"/>
                  <a:gd name="connsiteX5" fmla="*/ 176879 w 184308"/>
                  <a:gd name="connsiteY5" fmla="*/ 30793 h 351404"/>
                  <a:gd name="connsiteX6" fmla="*/ 139827 w 184308"/>
                  <a:gd name="connsiteY6" fmla="*/ 141569 h 351404"/>
                  <a:gd name="connsiteX7" fmla="*/ 130302 w 184308"/>
                  <a:gd name="connsiteY7" fmla="*/ 214436 h 351404"/>
                  <a:gd name="connsiteX8" fmla="*/ 14097 w 184308"/>
                  <a:gd name="connsiteY8" fmla="*/ 351405 h 351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4308" h="351404">
                    <a:moveTo>
                      <a:pt x="14097" y="351405"/>
                    </a:moveTo>
                    <a:lnTo>
                      <a:pt x="0" y="315972"/>
                    </a:lnTo>
                    <a:cubicBezTo>
                      <a:pt x="762" y="315686"/>
                      <a:pt x="101346" y="279872"/>
                      <a:pt x="111538" y="137664"/>
                    </a:cubicBezTo>
                    <a:cubicBezTo>
                      <a:pt x="115824" y="78514"/>
                      <a:pt x="122968" y="27745"/>
                      <a:pt x="152019" y="7362"/>
                    </a:cubicBezTo>
                    <a:cubicBezTo>
                      <a:pt x="160211" y="1647"/>
                      <a:pt x="176499" y="-1592"/>
                      <a:pt x="184309" y="790"/>
                    </a:cubicBezTo>
                    <a:lnTo>
                      <a:pt x="176879" y="30793"/>
                    </a:lnTo>
                    <a:cubicBezTo>
                      <a:pt x="143637" y="31174"/>
                      <a:pt x="144113" y="100326"/>
                      <a:pt x="139827" y="141569"/>
                    </a:cubicBezTo>
                    <a:cubicBezTo>
                      <a:pt x="137255" y="165858"/>
                      <a:pt x="134684" y="191004"/>
                      <a:pt x="130302" y="214436"/>
                    </a:cubicBezTo>
                    <a:cubicBezTo>
                      <a:pt x="111919" y="311590"/>
                      <a:pt x="18098" y="349881"/>
                      <a:pt x="14097" y="351405"/>
                    </a:cubicBezTo>
                    <a:close/>
                  </a:path>
                </a:pathLst>
              </a:custGeom>
              <a:solidFill>
                <a:srgbClr val="D80707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72" name="Forme libre : forme 9071">
                <a:extLst>
                  <a:ext uri="{FF2B5EF4-FFF2-40B4-BE49-F238E27FC236}">
                    <a16:creationId xmlns:a16="http://schemas.microsoft.com/office/drawing/2014/main" id="{75BACA23-B491-4D79-8532-D55D5825195F}"/>
                  </a:ext>
                </a:extLst>
              </p:cNvPr>
              <p:cNvSpPr/>
              <p:nvPr/>
            </p:nvSpPr>
            <p:spPr>
              <a:xfrm>
                <a:off x="251149" y="3501433"/>
                <a:ext cx="7934024" cy="1745888"/>
              </a:xfrm>
              <a:custGeom>
                <a:avLst/>
                <a:gdLst>
                  <a:gd name="connsiteX0" fmla="*/ 2608260 w 7934024"/>
                  <a:gd name="connsiteY0" fmla="*/ 1745889 h 1745888"/>
                  <a:gd name="connsiteX1" fmla="*/ 1763488 w 7934024"/>
                  <a:gd name="connsiteY1" fmla="*/ 1611396 h 1745888"/>
                  <a:gd name="connsiteX2" fmla="*/ 1398775 w 7934024"/>
                  <a:gd name="connsiteY2" fmla="*/ 1531767 h 1745888"/>
                  <a:gd name="connsiteX3" fmla="*/ 585054 w 7934024"/>
                  <a:gd name="connsiteY3" fmla="*/ 1592536 h 1745888"/>
                  <a:gd name="connsiteX4" fmla="*/ 574291 w 7934024"/>
                  <a:gd name="connsiteY4" fmla="*/ 1596632 h 1745888"/>
                  <a:gd name="connsiteX5" fmla="*/ 38605 w 7934024"/>
                  <a:gd name="connsiteY5" fmla="*/ 1725124 h 1745888"/>
                  <a:gd name="connsiteX6" fmla="*/ 410 w 7934024"/>
                  <a:gd name="connsiteY6" fmla="*/ 1697406 h 1745888"/>
                  <a:gd name="connsiteX7" fmla="*/ 28128 w 7934024"/>
                  <a:gd name="connsiteY7" fmla="*/ 1659211 h 1745888"/>
                  <a:gd name="connsiteX8" fmla="*/ 550383 w 7934024"/>
                  <a:gd name="connsiteY8" fmla="*/ 1534338 h 1745888"/>
                  <a:gd name="connsiteX9" fmla="*/ 561147 w 7934024"/>
                  <a:gd name="connsiteY9" fmla="*/ 1530243 h 1745888"/>
                  <a:gd name="connsiteX10" fmla="*/ 1410967 w 7934024"/>
                  <a:gd name="connsiteY10" fmla="*/ 1466234 h 1745888"/>
                  <a:gd name="connsiteX11" fmla="*/ 1778632 w 7934024"/>
                  <a:gd name="connsiteY11" fmla="*/ 1546435 h 1745888"/>
                  <a:gd name="connsiteX12" fmla="*/ 2833431 w 7934024"/>
                  <a:gd name="connsiteY12" fmla="*/ 1659497 h 1745888"/>
                  <a:gd name="connsiteX13" fmla="*/ 4511069 w 7934024"/>
                  <a:gd name="connsiteY13" fmla="*/ 1633970 h 1745888"/>
                  <a:gd name="connsiteX14" fmla="*/ 5705600 w 7934024"/>
                  <a:gd name="connsiteY14" fmla="*/ 1571772 h 1745888"/>
                  <a:gd name="connsiteX15" fmla="*/ 6154703 w 7934024"/>
                  <a:gd name="connsiteY15" fmla="*/ 1449661 h 1745888"/>
                  <a:gd name="connsiteX16" fmla="*/ 6542561 w 7934024"/>
                  <a:gd name="connsiteY16" fmla="*/ 1314406 h 1745888"/>
                  <a:gd name="connsiteX17" fmla="*/ 7394191 w 7934024"/>
                  <a:gd name="connsiteY17" fmla="*/ 550978 h 1745888"/>
                  <a:gd name="connsiteX18" fmla="*/ 7882062 w 7934024"/>
                  <a:gd name="connsiteY18" fmla="*/ 5671 h 1745888"/>
                  <a:gd name="connsiteX19" fmla="*/ 7928353 w 7934024"/>
                  <a:gd name="connsiteY19" fmla="*/ 14815 h 1745888"/>
                  <a:gd name="connsiteX20" fmla="*/ 7919209 w 7934024"/>
                  <a:gd name="connsiteY20" fmla="*/ 61107 h 1745888"/>
                  <a:gd name="connsiteX21" fmla="*/ 7451817 w 7934024"/>
                  <a:gd name="connsiteY21" fmla="*/ 584601 h 1745888"/>
                  <a:gd name="connsiteX22" fmla="*/ 6573994 w 7934024"/>
                  <a:gd name="connsiteY22" fmla="*/ 1373271 h 1745888"/>
                  <a:gd name="connsiteX23" fmla="*/ 6169657 w 7934024"/>
                  <a:gd name="connsiteY23" fmla="*/ 1514717 h 1745888"/>
                  <a:gd name="connsiteX24" fmla="*/ 5725888 w 7934024"/>
                  <a:gd name="connsiteY24" fmla="*/ 1635399 h 1745888"/>
                  <a:gd name="connsiteX25" fmla="*/ 4500496 w 7934024"/>
                  <a:gd name="connsiteY25" fmla="*/ 1699883 h 1745888"/>
                  <a:gd name="connsiteX26" fmla="*/ 2845909 w 7934024"/>
                  <a:gd name="connsiteY26" fmla="*/ 1725029 h 1745888"/>
                  <a:gd name="connsiteX27" fmla="*/ 2608260 w 7934024"/>
                  <a:gd name="connsiteY27" fmla="*/ 1745889 h 1745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7934024" h="1745888">
                    <a:moveTo>
                      <a:pt x="2608260" y="1745889"/>
                    </a:moveTo>
                    <a:cubicBezTo>
                      <a:pt x="2339941" y="1745889"/>
                      <a:pt x="2047999" y="1677785"/>
                      <a:pt x="1763488" y="1611396"/>
                    </a:cubicBezTo>
                    <a:cubicBezTo>
                      <a:pt x="1636043" y="1581677"/>
                      <a:pt x="1515647" y="1553579"/>
                      <a:pt x="1398775" y="1531767"/>
                    </a:cubicBezTo>
                    <a:cubicBezTo>
                      <a:pt x="957387" y="1449566"/>
                      <a:pt x="768125" y="1522242"/>
                      <a:pt x="585054" y="1592536"/>
                    </a:cubicBezTo>
                    <a:lnTo>
                      <a:pt x="574291" y="1596632"/>
                    </a:lnTo>
                    <a:cubicBezTo>
                      <a:pt x="383220" y="1669879"/>
                      <a:pt x="52607" y="1722933"/>
                      <a:pt x="38605" y="1725124"/>
                    </a:cubicBezTo>
                    <a:cubicBezTo>
                      <a:pt x="20508" y="1727982"/>
                      <a:pt x="3363" y="1715599"/>
                      <a:pt x="410" y="1697406"/>
                    </a:cubicBezTo>
                    <a:cubicBezTo>
                      <a:pt x="-2448" y="1679214"/>
                      <a:pt x="9935" y="1662164"/>
                      <a:pt x="28128" y="1659211"/>
                    </a:cubicBezTo>
                    <a:cubicBezTo>
                      <a:pt x="31461" y="1658640"/>
                      <a:pt x="365789" y="1605109"/>
                      <a:pt x="550383" y="1534338"/>
                    </a:cubicBezTo>
                    <a:lnTo>
                      <a:pt x="561147" y="1530243"/>
                    </a:lnTo>
                    <a:cubicBezTo>
                      <a:pt x="752885" y="1456709"/>
                      <a:pt x="951100" y="1380509"/>
                      <a:pt x="1410967" y="1466234"/>
                    </a:cubicBezTo>
                    <a:cubicBezTo>
                      <a:pt x="1529268" y="1488237"/>
                      <a:pt x="1650426" y="1516527"/>
                      <a:pt x="1778632" y="1546435"/>
                    </a:cubicBezTo>
                    <a:cubicBezTo>
                      <a:pt x="2143059" y="1631494"/>
                      <a:pt x="2519963" y="1719409"/>
                      <a:pt x="2833431" y="1659497"/>
                    </a:cubicBezTo>
                    <a:cubicBezTo>
                      <a:pt x="3244911" y="1580821"/>
                      <a:pt x="3670488" y="1499477"/>
                      <a:pt x="4511069" y="1633970"/>
                    </a:cubicBezTo>
                    <a:cubicBezTo>
                      <a:pt x="4840920" y="1686738"/>
                      <a:pt x="5240780" y="1720647"/>
                      <a:pt x="5705600" y="1571772"/>
                    </a:cubicBezTo>
                    <a:cubicBezTo>
                      <a:pt x="5911530" y="1505859"/>
                      <a:pt x="6046308" y="1474712"/>
                      <a:pt x="6154703" y="1449661"/>
                    </a:cubicBezTo>
                    <a:cubicBezTo>
                      <a:pt x="6298055" y="1416514"/>
                      <a:pt x="6392733" y="1394702"/>
                      <a:pt x="6542561" y="1314406"/>
                    </a:cubicBezTo>
                    <a:cubicBezTo>
                      <a:pt x="6828787" y="1161054"/>
                      <a:pt x="7202739" y="880066"/>
                      <a:pt x="7394191" y="550978"/>
                    </a:cubicBezTo>
                    <a:cubicBezTo>
                      <a:pt x="7598407" y="199981"/>
                      <a:pt x="7872727" y="11957"/>
                      <a:pt x="7882062" y="5671"/>
                    </a:cubicBezTo>
                    <a:cubicBezTo>
                      <a:pt x="7897302" y="-4616"/>
                      <a:pt x="7918066" y="-520"/>
                      <a:pt x="7928353" y="14815"/>
                    </a:cubicBezTo>
                    <a:cubicBezTo>
                      <a:pt x="7938641" y="30055"/>
                      <a:pt x="7934545" y="50820"/>
                      <a:pt x="7919209" y="61107"/>
                    </a:cubicBezTo>
                    <a:cubicBezTo>
                      <a:pt x="7917114" y="62536"/>
                      <a:pt x="7647747" y="247892"/>
                      <a:pt x="7451817" y="584601"/>
                    </a:cubicBezTo>
                    <a:cubicBezTo>
                      <a:pt x="7253412" y="925691"/>
                      <a:pt x="6868221" y="1215632"/>
                      <a:pt x="6573994" y="1373271"/>
                    </a:cubicBezTo>
                    <a:cubicBezTo>
                      <a:pt x="6416355" y="1457758"/>
                      <a:pt x="6318152" y="1480427"/>
                      <a:pt x="6169657" y="1514717"/>
                    </a:cubicBezTo>
                    <a:cubicBezTo>
                      <a:pt x="6062501" y="1539482"/>
                      <a:pt x="5929151" y="1570248"/>
                      <a:pt x="5725888" y="1635399"/>
                    </a:cubicBezTo>
                    <a:cubicBezTo>
                      <a:pt x="5247733" y="1788561"/>
                      <a:pt x="4838158" y="1753985"/>
                      <a:pt x="4500496" y="1699883"/>
                    </a:cubicBezTo>
                    <a:cubicBezTo>
                      <a:pt x="3671440" y="1567200"/>
                      <a:pt x="3251769" y="1647496"/>
                      <a:pt x="2845909" y="1725029"/>
                    </a:cubicBezTo>
                    <a:cubicBezTo>
                      <a:pt x="2769518" y="1739507"/>
                      <a:pt x="2689984" y="1745889"/>
                      <a:pt x="2608260" y="1745889"/>
                    </a:cubicBezTo>
                    <a:close/>
                  </a:path>
                </a:pathLst>
              </a:custGeom>
              <a:solidFill>
                <a:srgbClr val="D80707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73" name="Forme libre : forme 9072">
                <a:extLst>
                  <a:ext uri="{FF2B5EF4-FFF2-40B4-BE49-F238E27FC236}">
                    <a16:creationId xmlns:a16="http://schemas.microsoft.com/office/drawing/2014/main" id="{6DC524C6-9DB0-4520-8CC4-3206A0C29309}"/>
                  </a:ext>
                </a:extLst>
              </p:cNvPr>
              <p:cNvSpPr/>
              <p:nvPr/>
            </p:nvSpPr>
            <p:spPr>
              <a:xfrm>
                <a:off x="3617884" y="4796711"/>
                <a:ext cx="98042" cy="177338"/>
              </a:xfrm>
              <a:custGeom>
                <a:avLst/>
                <a:gdLst>
                  <a:gd name="connsiteX0" fmla="*/ 0 w 98042"/>
                  <a:gd name="connsiteY0" fmla="*/ 80660 h 177338"/>
                  <a:gd name="connsiteX1" fmla="*/ 4763 w 98042"/>
                  <a:gd name="connsiteY1" fmla="*/ 43417 h 177338"/>
                  <a:gd name="connsiteX2" fmla="*/ 22003 w 98042"/>
                  <a:gd name="connsiteY2" fmla="*/ 10270 h 177338"/>
                  <a:gd name="connsiteX3" fmla="*/ 56007 w 98042"/>
                  <a:gd name="connsiteY3" fmla="*/ 1507 h 177338"/>
                  <a:gd name="connsiteX4" fmla="*/ 81915 w 98042"/>
                  <a:gd name="connsiteY4" fmla="*/ 28463 h 177338"/>
                  <a:gd name="connsiteX5" fmla="*/ 97155 w 98042"/>
                  <a:gd name="connsiteY5" fmla="*/ 102377 h 177338"/>
                  <a:gd name="connsiteX6" fmla="*/ 96012 w 98042"/>
                  <a:gd name="connsiteY6" fmla="*/ 177339 h 177338"/>
                  <a:gd name="connsiteX7" fmla="*/ 93821 w 98042"/>
                  <a:gd name="connsiteY7" fmla="*/ 140096 h 177338"/>
                  <a:gd name="connsiteX8" fmla="*/ 90583 w 98042"/>
                  <a:gd name="connsiteY8" fmla="*/ 103139 h 177338"/>
                  <a:gd name="connsiteX9" fmla="*/ 74295 w 98042"/>
                  <a:gd name="connsiteY9" fmla="*/ 33035 h 177338"/>
                  <a:gd name="connsiteX10" fmla="*/ 53626 w 98042"/>
                  <a:gd name="connsiteY10" fmla="*/ 10365 h 177338"/>
                  <a:gd name="connsiteX11" fmla="*/ 26194 w 98042"/>
                  <a:gd name="connsiteY11" fmla="*/ 16080 h 177338"/>
                  <a:gd name="connsiteX12" fmla="*/ 8763 w 98042"/>
                  <a:gd name="connsiteY12" fmla="*/ 44941 h 177338"/>
                  <a:gd name="connsiteX13" fmla="*/ 0 w 98042"/>
                  <a:gd name="connsiteY13" fmla="*/ 80660 h 177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8042" h="177338">
                    <a:moveTo>
                      <a:pt x="0" y="80660"/>
                    </a:moveTo>
                    <a:cubicBezTo>
                      <a:pt x="0" y="68182"/>
                      <a:pt x="1714" y="55704"/>
                      <a:pt x="4763" y="43417"/>
                    </a:cubicBezTo>
                    <a:cubicBezTo>
                      <a:pt x="8001" y="31416"/>
                      <a:pt x="13049" y="19224"/>
                      <a:pt x="22003" y="10270"/>
                    </a:cubicBezTo>
                    <a:cubicBezTo>
                      <a:pt x="30956" y="1031"/>
                      <a:pt x="44101" y="-2208"/>
                      <a:pt x="56007" y="1507"/>
                    </a:cubicBezTo>
                    <a:cubicBezTo>
                      <a:pt x="68199" y="5603"/>
                      <a:pt x="76486" y="17128"/>
                      <a:pt x="81915" y="28463"/>
                    </a:cubicBezTo>
                    <a:cubicBezTo>
                      <a:pt x="92202" y="51990"/>
                      <a:pt x="95536" y="77421"/>
                      <a:pt x="97155" y="102377"/>
                    </a:cubicBezTo>
                    <a:cubicBezTo>
                      <a:pt x="98679" y="127427"/>
                      <a:pt x="98203" y="152478"/>
                      <a:pt x="96012" y="177339"/>
                    </a:cubicBezTo>
                    <a:cubicBezTo>
                      <a:pt x="95155" y="164861"/>
                      <a:pt x="94869" y="152478"/>
                      <a:pt x="93821" y="140096"/>
                    </a:cubicBezTo>
                    <a:cubicBezTo>
                      <a:pt x="93154" y="127713"/>
                      <a:pt x="92012" y="115426"/>
                      <a:pt x="90583" y="103139"/>
                    </a:cubicBezTo>
                    <a:cubicBezTo>
                      <a:pt x="87439" y="78850"/>
                      <a:pt x="83820" y="54180"/>
                      <a:pt x="74295" y="33035"/>
                    </a:cubicBezTo>
                    <a:cubicBezTo>
                      <a:pt x="69532" y="22748"/>
                      <a:pt x="62674" y="13699"/>
                      <a:pt x="53626" y="10365"/>
                    </a:cubicBezTo>
                    <a:cubicBezTo>
                      <a:pt x="44482" y="7127"/>
                      <a:pt x="33909" y="9318"/>
                      <a:pt x="26194" y="16080"/>
                    </a:cubicBezTo>
                    <a:cubicBezTo>
                      <a:pt x="18097" y="22843"/>
                      <a:pt x="12668" y="33702"/>
                      <a:pt x="8763" y="44941"/>
                    </a:cubicBezTo>
                    <a:cubicBezTo>
                      <a:pt x="4477" y="56371"/>
                      <a:pt x="1905" y="68468"/>
                      <a:pt x="0" y="806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74" name="Forme libre : forme 9073">
                <a:extLst>
                  <a:ext uri="{FF2B5EF4-FFF2-40B4-BE49-F238E27FC236}">
                    <a16:creationId xmlns:a16="http://schemas.microsoft.com/office/drawing/2014/main" id="{559749BD-1FB4-4AFF-8252-35D022B51D7F}"/>
                  </a:ext>
                </a:extLst>
              </p:cNvPr>
              <p:cNvSpPr/>
              <p:nvPr/>
            </p:nvSpPr>
            <p:spPr>
              <a:xfrm>
                <a:off x="-375757" y="0"/>
                <a:ext cx="95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525" h="9525"/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75" name="Forme libre : forme 9074">
                <a:extLst>
                  <a:ext uri="{FF2B5EF4-FFF2-40B4-BE49-F238E27FC236}">
                    <a16:creationId xmlns:a16="http://schemas.microsoft.com/office/drawing/2014/main" id="{BE8FE41B-E309-4A95-9893-7FC82B40D03C}"/>
                  </a:ext>
                </a:extLst>
              </p:cNvPr>
              <p:cNvSpPr/>
              <p:nvPr/>
            </p:nvSpPr>
            <p:spPr>
              <a:xfrm>
                <a:off x="745907" y="4954970"/>
                <a:ext cx="901541" cy="135189"/>
              </a:xfrm>
              <a:custGeom>
                <a:avLst/>
                <a:gdLst>
                  <a:gd name="connsiteX0" fmla="*/ 0 w 901541"/>
                  <a:gd name="connsiteY0" fmla="*/ 135189 h 135189"/>
                  <a:gd name="connsiteX1" fmla="*/ 218503 w 901541"/>
                  <a:gd name="connsiteY1" fmla="*/ 61465 h 135189"/>
                  <a:gd name="connsiteX2" fmla="*/ 328708 w 901541"/>
                  <a:gd name="connsiteY2" fmla="*/ 27080 h 135189"/>
                  <a:gd name="connsiteX3" fmla="*/ 442532 w 901541"/>
                  <a:gd name="connsiteY3" fmla="*/ 5744 h 135189"/>
                  <a:gd name="connsiteX4" fmla="*/ 673513 w 901541"/>
                  <a:gd name="connsiteY4" fmla="*/ 5554 h 135189"/>
                  <a:gd name="connsiteX5" fmla="*/ 901541 w 901541"/>
                  <a:gd name="connsiteY5" fmla="*/ 40225 h 135189"/>
                  <a:gd name="connsiteX6" fmla="*/ 844486 w 901541"/>
                  <a:gd name="connsiteY6" fmla="*/ 31653 h 135189"/>
                  <a:gd name="connsiteX7" fmla="*/ 787336 w 901541"/>
                  <a:gd name="connsiteY7" fmla="*/ 24128 h 135189"/>
                  <a:gd name="connsiteX8" fmla="*/ 730091 w 901541"/>
                  <a:gd name="connsiteY8" fmla="*/ 17651 h 135189"/>
                  <a:gd name="connsiteX9" fmla="*/ 672751 w 901541"/>
                  <a:gd name="connsiteY9" fmla="*/ 12793 h 135189"/>
                  <a:gd name="connsiteX10" fmla="*/ 557879 w 901541"/>
                  <a:gd name="connsiteY10" fmla="*/ 8602 h 135189"/>
                  <a:gd name="connsiteX11" fmla="*/ 443389 w 901541"/>
                  <a:gd name="connsiteY11" fmla="*/ 15174 h 135189"/>
                  <a:gd name="connsiteX12" fmla="*/ 330708 w 901541"/>
                  <a:gd name="connsiteY12" fmla="*/ 35462 h 135189"/>
                  <a:gd name="connsiteX13" fmla="*/ 220504 w 901541"/>
                  <a:gd name="connsiteY13" fmla="*/ 68514 h 135189"/>
                  <a:gd name="connsiteX14" fmla="*/ 0 w 901541"/>
                  <a:gd name="connsiteY14" fmla="*/ 135189 h 13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01541" h="135189">
                    <a:moveTo>
                      <a:pt x="0" y="135189"/>
                    </a:moveTo>
                    <a:cubicBezTo>
                      <a:pt x="72580" y="109853"/>
                      <a:pt x="145542" y="85564"/>
                      <a:pt x="218503" y="61465"/>
                    </a:cubicBezTo>
                    <a:cubicBezTo>
                      <a:pt x="254984" y="49464"/>
                      <a:pt x="291370" y="36891"/>
                      <a:pt x="328708" y="27080"/>
                    </a:cubicBezTo>
                    <a:cubicBezTo>
                      <a:pt x="366046" y="17175"/>
                      <a:pt x="404146" y="10221"/>
                      <a:pt x="442532" y="5744"/>
                    </a:cubicBezTo>
                    <a:cubicBezTo>
                      <a:pt x="519398" y="-2447"/>
                      <a:pt x="596836" y="-1304"/>
                      <a:pt x="673513" y="5554"/>
                    </a:cubicBezTo>
                    <a:cubicBezTo>
                      <a:pt x="750189" y="12412"/>
                      <a:pt x="826294" y="24509"/>
                      <a:pt x="901541" y="40225"/>
                    </a:cubicBezTo>
                    <a:lnTo>
                      <a:pt x="844486" y="31653"/>
                    </a:lnTo>
                    <a:cubicBezTo>
                      <a:pt x="825532" y="28509"/>
                      <a:pt x="806386" y="26700"/>
                      <a:pt x="787336" y="24128"/>
                    </a:cubicBezTo>
                    <a:cubicBezTo>
                      <a:pt x="768286" y="21366"/>
                      <a:pt x="749236" y="19651"/>
                      <a:pt x="730091" y="17651"/>
                    </a:cubicBezTo>
                    <a:cubicBezTo>
                      <a:pt x="711041" y="15460"/>
                      <a:pt x="691896" y="14126"/>
                      <a:pt x="672751" y="12793"/>
                    </a:cubicBezTo>
                    <a:cubicBezTo>
                      <a:pt x="634460" y="10031"/>
                      <a:pt x="596170" y="8697"/>
                      <a:pt x="557879" y="8602"/>
                    </a:cubicBezTo>
                    <a:cubicBezTo>
                      <a:pt x="519589" y="9173"/>
                      <a:pt x="481298" y="10507"/>
                      <a:pt x="443389" y="15174"/>
                    </a:cubicBezTo>
                    <a:cubicBezTo>
                      <a:pt x="405384" y="19365"/>
                      <a:pt x="367665" y="25937"/>
                      <a:pt x="330708" y="35462"/>
                    </a:cubicBezTo>
                    <a:cubicBezTo>
                      <a:pt x="293656" y="44797"/>
                      <a:pt x="257365" y="57560"/>
                      <a:pt x="220504" y="68514"/>
                    </a:cubicBezTo>
                    <a:cubicBezTo>
                      <a:pt x="147256" y="91089"/>
                      <a:pt x="73819" y="113663"/>
                      <a:pt x="0" y="1351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76" name="Forme libre : forme 9075">
                <a:extLst>
                  <a:ext uri="{FF2B5EF4-FFF2-40B4-BE49-F238E27FC236}">
                    <a16:creationId xmlns:a16="http://schemas.microsoft.com/office/drawing/2014/main" id="{F53A69DA-7F21-441A-9375-E7AC868FEE16}"/>
                  </a:ext>
                </a:extLst>
              </p:cNvPr>
              <p:cNvSpPr/>
              <p:nvPr/>
            </p:nvSpPr>
            <p:spPr>
              <a:xfrm>
                <a:off x="2306387" y="5149310"/>
                <a:ext cx="946023" cy="64955"/>
              </a:xfrm>
              <a:custGeom>
                <a:avLst/>
                <a:gdLst>
                  <a:gd name="connsiteX0" fmla="*/ 0 w 946023"/>
                  <a:gd name="connsiteY0" fmla="*/ 0 h 64955"/>
                  <a:gd name="connsiteX1" fmla="*/ 117443 w 946023"/>
                  <a:gd name="connsiteY1" fmla="*/ 19908 h 64955"/>
                  <a:gd name="connsiteX2" fmla="*/ 235458 w 946023"/>
                  <a:gd name="connsiteY2" fmla="*/ 35623 h 64955"/>
                  <a:gd name="connsiteX3" fmla="*/ 472630 w 946023"/>
                  <a:gd name="connsiteY3" fmla="*/ 54007 h 64955"/>
                  <a:gd name="connsiteX4" fmla="*/ 710375 w 946023"/>
                  <a:gd name="connsiteY4" fmla="*/ 51531 h 64955"/>
                  <a:gd name="connsiteX5" fmla="*/ 769620 w 946023"/>
                  <a:gd name="connsiteY5" fmla="*/ 46577 h 64955"/>
                  <a:gd name="connsiteX6" fmla="*/ 784479 w 946023"/>
                  <a:gd name="connsiteY6" fmla="*/ 45339 h 64955"/>
                  <a:gd name="connsiteX7" fmla="*/ 799243 w 946023"/>
                  <a:gd name="connsiteY7" fmla="*/ 43339 h 64955"/>
                  <a:gd name="connsiteX8" fmla="*/ 828675 w 946023"/>
                  <a:gd name="connsiteY8" fmla="*/ 39338 h 64955"/>
                  <a:gd name="connsiteX9" fmla="*/ 946023 w 946023"/>
                  <a:gd name="connsiteY9" fmla="*/ 19145 h 64955"/>
                  <a:gd name="connsiteX10" fmla="*/ 710946 w 946023"/>
                  <a:gd name="connsiteY10" fmla="*/ 58864 h 64955"/>
                  <a:gd name="connsiteX11" fmla="*/ 472345 w 946023"/>
                  <a:gd name="connsiteY11" fmla="*/ 63627 h 64955"/>
                  <a:gd name="connsiteX12" fmla="*/ 234601 w 946023"/>
                  <a:gd name="connsiteY12" fmla="*/ 42958 h 64955"/>
                  <a:gd name="connsiteX13" fmla="*/ 0 w 946023"/>
                  <a:gd name="connsiteY13" fmla="*/ 0 h 6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6023" h="64955">
                    <a:moveTo>
                      <a:pt x="0" y="0"/>
                    </a:moveTo>
                    <a:cubicBezTo>
                      <a:pt x="39053" y="7430"/>
                      <a:pt x="78105" y="14288"/>
                      <a:pt x="117443" y="19908"/>
                    </a:cubicBezTo>
                    <a:cubicBezTo>
                      <a:pt x="156686" y="25908"/>
                      <a:pt x="196025" y="31147"/>
                      <a:pt x="235458" y="35623"/>
                    </a:cubicBezTo>
                    <a:cubicBezTo>
                      <a:pt x="314325" y="44577"/>
                      <a:pt x="393383" y="51149"/>
                      <a:pt x="472630" y="54007"/>
                    </a:cubicBezTo>
                    <a:cubicBezTo>
                      <a:pt x="551879" y="57531"/>
                      <a:pt x="631222" y="55912"/>
                      <a:pt x="710375" y="51531"/>
                    </a:cubicBezTo>
                    <a:lnTo>
                      <a:pt x="769620" y="46577"/>
                    </a:lnTo>
                    <a:lnTo>
                      <a:pt x="784479" y="45339"/>
                    </a:lnTo>
                    <a:lnTo>
                      <a:pt x="799243" y="43339"/>
                    </a:lnTo>
                    <a:lnTo>
                      <a:pt x="828675" y="39338"/>
                    </a:lnTo>
                    <a:cubicBezTo>
                      <a:pt x="868204" y="35338"/>
                      <a:pt x="906875" y="26004"/>
                      <a:pt x="946023" y="19145"/>
                    </a:cubicBezTo>
                    <a:cubicBezTo>
                      <a:pt x="869061" y="39053"/>
                      <a:pt x="790289" y="52007"/>
                      <a:pt x="710946" y="58864"/>
                    </a:cubicBezTo>
                    <a:cubicBezTo>
                      <a:pt x="631603" y="64865"/>
                      <a:pt x="551879" y="66390"/>
                      <a:pt x="472345" y="63627"/>
                    </a:cubicBezTo>
                    <a:cubicBezTo>
                      <a:pt x="392811" y="59913"/>
                      <a:pt x="313468" y="53530"/>
                      <a:pt x="234601" y="42958"/>
                    </a:cubicBezTo>
                    <a:cubicBezTo>
                      <a:pt x="155734" y="32099"/>
                      <a:pt x="77248" y="1876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77" name="Forme libre : forme 9076">
                <a:extLst>
                  <a:ext uri="{FF2B5EF4-FFF2-40B4-BE49-F238E27FC236}">
                    <a16:creationId xmlns:a16="http://schemas.microsoft.com/office/drawing/2014/main" id="{5BAAFB5D-3421-4025-A654-75583A61414F}"/>
                  </a:ext>
                </a:extLst>
              </p:cNvPr>
              <p:cNvSpPr/>
              <p:nvPr/>
            </p:nvSpPr>
            <p:spPr>
              <a:xfrm>
                <a:off x="6717605" y="4697349"/>
                <a:ext cx="350519" cy="188023"/>
              </a:xfrm>
              <a:custGeom>
                <a:avLst/>
                <a:gdLst>
                  <a:gd name="connsiteX0" fmla="*/ 350520 w 350519"/>
                  <a:gd name="connsiteY0" fmla="*/ 0 h 188023"/>
                  <a:gd name="connsiteX1" fmla="*/ 266319 w 350519"/>
                  <a:gd name="connsiteY1" fmla="*/ 53245 h 188023"/>
                  <a:gd name="connsiteX2" fmla="*/ 179927 w 350519"/>
                  <a:gd name="connsiteY2" fmla="*/ 102775 h 188023"/>
                  <a:gd name="connsiteX3" fmla="*/ 91344 w 350519"/>
                  <a:gd name="connsiteY3" fmla="*/ 148304 h 188023"/>
                  <a:gd name="connsiteX4" fmla="*/ 0 w 350519"/>
                  <a:gd name="connsiteY4" fmla="*/ 188024 h 188023"/>
                  <a:gd name="connsiteX5" fmla="*/ 44101 w 350519"/>
                  <a:gd name="connsiteY5" fmla="*/ 164973 h 188023"/>
                  <a:gd name="connsiteX6" fmla="*/ 88011 w 350519"/>
                  <a:gd name="connsiteY6" fmla="*/ 141732 h 188023"/>
                  <a:gd name="connsiteX7" fmla="*/ 175355 w 350519"/>
                  <a:gd name="connsiteY7" fmla="*/ 94393 h 188023"/>
                  <a:gd name="connsiteX8" fmla="*/ 262699 w 350519"/>
                  <a:gd name="connsiteY8" fmla="*/ 46958 h 188023"/>
                  <a:gd name="connsiteX9" fmla="*/ 306419 w 350519"/>
                  <a:gd name="connsiteY9" fmla="*/ 23336 h 188023"/>
                  <a:gd name="connsiteX10" fmla="*/ 350520 w 350519"/>
                  <a:gd name="connsiteY10" fmla="*/ 0 h 188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50519" h="188023">
                    <a:moveTo>
                      <a:pt x="350520" y="0"/>
                    </a:moveTo>
                    <a:cubicBezTo>
                      <a:pt x="323088" y="18669"/>
                      <a:pt x="294798" y="36100"/>
                      <a:pt x="266319" y="53245"/>
                    </a:cubicBezTo>
                    <a:cubicBezTo>
                      <a:pt x="237934" y="70390"/>
                      <a:pt x="209073" y="86773"/>
                      <a:pt x="179927" y="102775"/>
                    </a:cubicBezTo>
                    <a:cubicBezTo>
                      <a:pt x="150686" y="118491"/>
                      <a:pt x="121348" y="134017"/>
                      <a:pt x="91344" y="148304"/>
                    </a:cubicBezTo>
                    <a:cubicBezTo>
                      <a:pt x="61341" y="162592"/>
                      <a:pt x="31146" y="176403"/>
                      <a:pt x="0" y="188024"/>
                    </a:cubicBezTo>
                    <a:cubicBezTo>
                      <a:pt x="14668" y="180213"/>
                      <a:pt x="29527" y="172974"/>
                      <a:pt x="44101" y="164973"/>
                    </a:cubicBezTo>
                    <a:cubicBezTo>
                      <a:pt x="58864" y="157448"/>
                      <a:pt x="73437" y="149638"/>
                      <a:pt x="88011" y="141732"/>
                    </a:cubicBezTo>
                    <a:lnTo>
                      <a:pt x="175355" y="94393"/>
                    </a:lnTo>
                    <a:lnTo>
                      <a:pt x="262699" y="46958"/>
                    </a:lnTo>
                    <a:lnTo>
                      <a:pt x="306419" y="23336"/>
                    </a:lnTo>
                    <a:lnTo>
                      <a:pt x="3505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78" name="Forme libre : forme 9077">
                <a:extLst>
                  <a:ext uri="{FF2B5EF4-FFF2-40B4-BE49-F238E27FC236}">
                    <a16:creationId xmlns:a16="http://schemas.microsoft.com/office/drawing/2014/main" id="{065A7635-05AF-4E0B-A361-7D21CE8C4821}"/>
                  </a:ext>
                </a:extLst>
              </p:cNvPr>
              <p:cNvSpPr/>
              <p:nvPr/>
            </p:nvSpPr>
            <p:spPr>
              <a:xfrm>
                <a:off x="6954111" y="4376451"/>
                <a:ext cx="240696" cy="268224"/>
              </a:xfrm>
              <a:custGeom>
                <a:avLst/>
                <a:gdLst>
                  <a:gd name="connsiteX0" fmla="*/ 240697 w 240696"/>
                  <a:gd name="connsiteY0" fmla="*/ 0 h 268224"/>
                  <a:gd name="connsiteX1" fmla="*/ 210788 w 240696"/>
                  <a:gd name="connsiteY1" fmla="*/ 33814 h 268224"/>
                  <a:gd name="connsiteX2" fmla="*/ 180499 w 240696"/>
                  <a:gd name="connsiteY2" fmla="*/ 67246 h 268224"/>
                  <a:gd name="connsiteX3" fmla="*/ 119920 w 240696"/>
                  <a:gd name="connsiteY3" fmla="*/ 133826 h 268224"/>
                  <a:gd name="connsiteX4" fmla="*/ 59436 w 240696"/>
                  <a:gd name="connsiteY4" fmla="*/ 200501 h 268224"/>
                  <a:gd name="connsiteX5" fmla="*/ 29623 w 240696"/>
                  <a:gd name="connsiteY5" fmla="*/ 234220 h 268224"/>
                  <a:gd name="connsiteX6" fmla="*/ 0 w 240696"/>
                  <a:gd name="connsiteY6" fmla="*/ 268224 h 268224"/>
                  <a:gd name="connsiteX7" fmla="*/ 53912 w 240696"/>
                  <a:gd name="connsiteY7" fmla="*/ 195739 h 268224"/>
                  <a:gd name="connsiteX8" fmla="*/ 112872 w 240696"/>
                  <a:gd name="connsiteY8" fmla="*/ 127445 h 268224"/>
                  <a:gd name="connsiteX9" fmla="*/ 175260 w 240696"/>
                  <a:gd name="connsiteY9" fmla="*/ 62198 h 268224"/>
                  <a:gd name="connsiteX10" fmla="*/ 240697 w 240696"/>
                  <a:gd name="connsiteY10" fmla="*/ 0 h 268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0696" h="268224">
                    <a:moveTo>
                      <a:pt x="240697" y="0"/>
                    </a:moveTo>
                    <a:lnTo>
                      <a:pt x="210788" y="33814"/>
                    </a:lnTo>
                    <a:lnTo>
                      <a:pt x="180499" y="67246"/>
                    </a:lnTo>
                    <a:lnTo>
                      <a:pt x="119920" y="133826"/>
                    </a:lnTo>
                    <a:lnTo>
                      <a:pt x="59436" y="200501"/>
                    </a:lnTo>
                    <a:cubicBezTo>
                      <a:pt x="49435" y="211646"/>
                      <a:pt x="39338" y="222790"/>
                      <a:pt x="29623" y="234220"/>
                    </a:cubicBezTo>
                    <a:cubicBezTo>
                      <a:pt x="19431" y="245269"/>
                      <a:pt x="10002" y="256889"/>
                      <a:pt x="0" y="268224"/>
                    </a:cubicBezTo>
                    <a:cubicBezTo>
                      <a:pt x="16574" y="243078"/>
                      <a:pt x="34957" y="219170"/>
                      <a:pt x="53912" y="195739"/>
                    </a:cubicBezTo>
                    <a:cubicBezTo>
                      <a:pt x="72771" y="172212"/>
                      <a:pt x="92774" y="149733"/>
                      <a:pt x="112872" y="127445"/>
                    </a:cubicBezTo>
                    <a:cubicBezTo>
                      <a:pt x="133160" y="105251"/>
                      <a:pt x="153924" y="83439"/>
                      <a:pt x="175260" y="62198"/>
                    </a:cubicBezTo>
                    <a:cubicBezTo>
                      <a:pt x="196596" y="40862"/>
                      <a:pt x="218123" y="19907"/>
                      <a:pt x="2406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79" name="Forme libre : forme 9078">
                <a:extLst>
                  <a:ext uri="{FF2B5EF4-FFF2-40B4-BE49-F238E27FC236}">
                    <a16:creationId xmlns:a16="http://schemas.microsoft.com/office/drawing/2014/main" id="{F1062CE3-6F3D-4BE5-A8B9-3ECF70E0FB7B}"/>
                  </a:ext>
                </a:extLst>
              </p:cNvPr>
              <p:cNvSpPr/>
              <p:nvPr/>
            </p:nvSpPr>
            <p:spPr>
              <a:xfrm>
                <a:off x="7349113" y="3981545"/>
                <a:ext cx="375761" cy="489966"/>
              </a:xfrm>
              <a:custGeom>
                <a:avLst/>
                <a:gdLst>
                  <a:gd name="connsiteX0" fmla="*/ 375761 w 375761"/>
                  <a:gd name="connsiteY0" fmla="*/ 0 h 489966"/>
                  <a:gd name="connsiteX1" fmla="*/ 300800 w 375761"/>
                  <a:gd name="connsiteY1" fmla="*/ 135922 h 489966"/>
                  <a:gd name="connsiteX2" fmla="*/ 211836 w 375761"/>
                  <a:gd name="connsiteY2" fmla="*/ 263271 h 489966"/>
                  <a:gd name="connsiteX3" fmla="*/ 111252 w 375761"/>
                  <a:gd name="connsiteY3" fmla="*/ 381667 h 489966"/>
                  <a:gd name="connsiteX4" fmla="*/ 57055 w 375761"/>
                  <a:gd name="connsiteY4" fmla="*/ 437293 h 489966"/>
                  <a:gd name="connsiteX5" fmla="*/ 28766 w 375761"/>
                  <a:gd name="connsiteY5" fmla="*/ 463867 h 489966"/>
                  <a:gd name="connsiteX6" fmla="*/ 0 w 375761"/>
                  <a:gd name="connsiteY6" fmla="*/ 489966 h 489966"/>
                  <a:gd name="connsiteX7" fmla="*/ 105918 w 375761"/>
                  <a:gd name="connsiteY7" fmla="*/ 376809 h 489966"/>
                  <a:gd name="connsiteX8" fmla="*/ 204406 w 375761"/>
                  <a:gd name="connsiteY8" fmla="*/ 257461 h 489966"/>
                  <a:gd name="connsiteX9" fmla="*/ 294799 w 375761"/>
                  <a:gd name="connsiteY9" fmla="*/ 131921 h 489966"/>
                  <a:gd name="connsiteX10" fmla="*/ 375761 w 375761"/>
                  <a:gd name="connsiteY10" fmla="*/ 0 h 489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5761" h="489966">
                    <a:moveTo>
                      <a:pt x="375761" y="0"/>
                    </a:moveTo>
                    <a:cubicBezTo>
                      <a:pt x="354235" y="47149"/>
                      <a:pt x="328326" y="92012"/>
                      <a:pt x="300800" y="135922"/>
                    </a:cubicBezTo>
                    <a:cubicBezTo>
                      <a:pt x="273082" y="179737"/>
                      <a:pt x="243364" y="222218"/>
                      <a:pt x="211836" y="263271"/>
                    </a:cubicBezTo>
                    <a:cubicBezTo>
                      <a:pt x="179737" y="303943"/>
                      <a:pt x="146875" y="344043"/>
                      <a:pt x="111252" y="381667"/>
                    </a:cubicBezTo>
                    <a:cubicBezTo>
                      <a:pt x="93821" y="400812"/>
                      <a:pt x="75342" y="419005"/>
                      <a:pt x="57055" y="437293"/>
                    </a:cubicBezTo>
                    <a:cubicBezTo>
                      <a:pt x="47910" y="446532"/>
                      <a:pt x="38195" y="455105"/>
                      <a:pt x="28766" y="463867"/>
                    </a:cubicBezTo>
                    <a:lnTo>
                      <a:pt x="0" y="489966"/>
                    </a:lnTo>
                    <a:cubicBezTo>
                      <a:pt x="36004" y="452818"/>
                      <a:pt x="72104" y="415862"/>
                      <a:pt x="105918" y="376809"/>
                    </a:cubicBezTo>
                    <a:cubicBezTo>
                      <a:pt x="140303" y="338328"/>
                      <a:pt x="173069" y="298418"/>
                      <a:pt x="204406" y="257461"/>
                    </a:cubicBezTo>
                    <a:cubicBezTo>
                      <a:pt x="236411" y="216979"/>
                      <a:pt x="265938" y="174688"/>
                      <a:pt x="294799" y="131921"/>
                    </a:cubicBezTo>
                    <a:cubicBezTo>
                      <a:pt x="323374" y="89059"/>
                      <a:pt x="350806" y="45244"/>
                      <a:pt x="3757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80" name="Forme libre : forme 9079">
                <a:extLst>
                  <a:ext uri="{FF2B5EF4-FFF2-40B4-BE49-F238E27FC236}">
                    <a16:creationId xmlns:a16="http://schemas.microsoft.com/office/drawing/2014/main" id="{8F7CE82A-230E-4DFB-A4B0-6D3D9A7AE999}"/>
                  </a:ext>
                </a:extLst>
              </p:cNvPr>
              <p:cNvSpPr/>
              <p:nvPr/>
            </p:nvSpPr>
            <p:spPr>
              <a:xfrm>
                <a:off x="7140688" y="2451068"/>
                <a:ext cx="181594" cy="2082260"/>
              </a:xfrm>
              <a:custGeom>
                <a:avLst/>
                <a:gdLst>
                  <a:gd name="connsiteX0" fmla="*/ 137940 w 181594"/>
                  <a:gd name="connsiteY0" fmla="*/ 1484567 h 2082260"/>
                  <a:gd name="connsiteX1" fmla="*/ 133654 w 181594"/>
                  <a:gd name="connsiteY1" fmla="*/ 1452944 h 2082260"/>
                  <a:gd name="connsiteX2" fmla="*/ 39547 w 181594"/>
                  <a:gd name="connsiteY2" fmla="*/ 569309 h 2082260"/>
                  <a:gd name="connsiteX3" fmla="*/ 36118 w 181594"/>
                  <a:gd name="connsiteY3" fmla="*/ 473583 h 2082260"/>
                  <a:gd name="connsiteX4" fmla="*/ 75551 w 181594"/>
                  <a:gd name="connsiteY4" fmla="*/ 420053 h 2082260"/>
                  <a:gd name="connsiteX5" fmla="*/ 146893 w 181594"/>
                  <a:gd name="connsiteY5" fmla="*/ 380905 h 2082260"/>
                  <a:gd name="connsiteX6" fmla="*/ 144703 w 181594"/>
                  <a:gd name="connsiteY6" fmla="*/ 362331 h 2082260"/>
                  <a:gd name="connsiteX7" fmla="*/ 82219 w 181594"/>
                  <a:gd name="connsiteY7" fmla="*/ 392430 h 2082260"/>
                  <a:gd name="connsiteX8" fmla="*/ 101840 w 181594"/>
                  <a:gd name="connsiteY8" fmla="*/ 338042 h 2082260"/>
                  <a:gd name="connsiteX9" fmla="*/ 131558 w 181594"/>
                  <a:gd name="connsiteY9" fmla="*/ 318897 h 2082260"/>
                  <a:gd name="connsiteX10" fmla="*/ 130701 w 181594"/>
                  <a:gd name="connsiteY10" fmla="*/ 300133 h 2082260"/>
                  <a:gd name="connsiteX11" fmla="*/ 92887 w 181594"/>
                  <a:gd name="connsiteY11" fmla="*/ 323755 h 2082260"/>
                  <a:gd name="connsiteX12" fmla="*/ 92887 w 181594"/>
                  <a:gd name="connsiteY12" fmla="*/ 323755 h 2082260"/>
                  <a:gd name="connsiteX13" fmla="*/ 92887 w 181594"/>
                  <a:gd name="connsiteY13" fmla="*/ 323850 h 2082260"/>
                  <a:gd name="connsiteX14" fmla="*/ 91553 w 181594"/>
                  <a:gd name="connsiteY14" fmla="*/ 324993 h 2082260"/>
                  <a:gd name="connsiteX15" fmla="*/ 88029 w 181594"/>
                  <a:gd name="connsiteY15" fmla="*/ 328041 h 2082260"/>
                  <a:gd name="connsiteX16" fmla="*/ 36784 w 181594"/>
                  <a:gd name="connsiteY16" fmla="*/ 331851 h 2082260"/>
                  <a:gd name="connsiteX17" fmla="*/ 44310 w 181594"/>
                  <a:gd name="connsiteY17" fmla="*/ 228505 h 2082260"/>
                  <a:gd name="connsiteX18" fmla="*/ 91077 w 181594"/>
                  <a:gd name="connsiteY18" fmla="*/ 267558 h 2082260"/>
                  <a:gd name="connsiteX19" fmla="*/ 93268 w 181594"/>
                  <a:gd name="connsiteY19" fmla="*/ 267653 h 2082260"/>
                  <a:gd name="connsiteX20" fmla="*/ 122605 w 181594"/>
                  <a:gd name="connsiteY20" fmla="*/ 247079 h 2082260"/>
                  <a:gd name="connsiteX21" fmla="*/ 112604 w 181594"/>
                  <a:gd name="connsiteY21" fmla="*/ 234601 h 2082260"/>
                  <a:gd name="connsiteX22" fmla="*/ 91839 w 181594"/>
                  <a:gd name="connsiteY22" fmla="*/ 248698 h 2082260"/>
                  <a:gd name="connsiteX23" fmla="*/ 47357 w 181594"/>
                  <a:gd name="connsiteY23" fmla="*/ 204788 h 2082260"/>
                  <a:gd name="connsiteX24" fmla="*/ 129749 w 181594"/>
                  <a:gd name="connsiteY24" fmla="*/ 36957 h 2082260"/>
                  <a:gd name="connsiteX25" fmla="*/ 124605 w 181594"/>
                  <a:gd name="connsiteY25" fmla="*/ 0 h 2082260"/>
                  <a:gd name="connsiteX26" fmla="*/ 3638 w 181594"/>
                  <a:gd name="connsiteY26" fmla="*/ 571976 h 2082260"/>
                  <a:gd name="connsiteX27" fmla="*/ 90601 w 181594"/>
                  <a:gd name="connsiteY27" fmla="*/ 1466279 h 2082260"/>
                  <a:gd name="connsiteX28" fmla="*/ 94887 w 181594"/>
                  <a:gd name="connsiteY28" fmla="*/ 1497902 h 2082260"/>
                  <a:gd name="connsiteX29" fmla="*/ 126605 w 181594"/>
                  <a:gd name="connsiteY29" fmla="*/ 2082260 h 2082260"/>
                  <a:gd name="connsiteX30" fmla="*/ 174135 w 181594"/>
                  <a:gd name="connsiteY30" fmla="*/ 2052161 h 2082260"/>
                  <a:gd name="connsiteX31" fmla="*/ 137940 w 181594"/>
                  <a:gd name="connsiteY31" fmla="*/ 1484567 h 2082260"/>
                  <a:gd name="connsiteX32" fmla="*/ 62216 w 181594"/>
                  <a:gd name="connsiteY32" fmla="*/ 355092 h 2082260"/>
                  <a:gd name="connsiteX33" fmla="*/ 80123 w 181594"/>
                  <a:gd name="connsiteY33" fmla="*/ 352425 h 2082260"/>
                  <a:gd name="connsiteX34" fmla="*/ 64312 w 181594"/>
                  <a:gd name="connsiteY34" fmla="*/ 408908 h 2082260"/>
                  <a:gd name="connsiteX35" fmla="*/ 35737 w 181594"/>
                  <a:gd name="connsiteY35" fmla="*/ 453104 h 2082260"/>
                  <a:gd name="connsiteX36" fmla="*/ 36118 w 181594"/>
                  <a:gd name="connsiteY36" fmla="*/ 350901 h 2082260"/>
                  <a:gd name="connsiteX37" fmla="*/ 62216 w 181594"/>
                  <a:gd name="connsiteY37" fmla="*/ 355092 h 208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81594" h="2082260">
                    <a:moveTo>
                      <a:pt x="137940" y="1484567"/>
                    </a:moveTo>
                    <a:lnTo>
                      <a:pt x="133654" y="1452944"/>
                    </a:lnTo>
                    <a:cubicBezTo>
                      <a:pt x="99840" y="1202055"/>
                      <a:pt x="53549" y="858584"/>
                      <a:pt x="39547" y="569309"/>
                    </a:cubicBezTo>
                    <a:cubicBezTo>
                      <a:pt x="37927" y="535781"/>
                      <a:pt x="36784" y="503968"/>
                      <a:pt x="36118" y="473583"/>
                    </a:cubicBezTo>
                    <a:cubicBezTo>
                      <a:pt x="45167" y="468535"/>
                      <a:pt x="66502" y="453390"/>
                      <a:pt x="75551" y="420053"/>
                    </a:cubicBezTo>
                    <a:cubicBezTo>
                      <a:pt x="81647" y="414147"/>
                      <a:pt x="108413" y="390239"/>
                      <a:pt x="146893" y="380905"/>
                    </a:cubicBezTo>
                    <a:lnTo>
                      <a:pt x="144703" y="362331"/>
                    </a:lnTo>
                    <a:cubicBezTo>
                      <a:pt x="117366" y="368903"/>
                      <a:pt x="95744" y="382143"/>
                      <a:pt x="82219" y="392430"/>
                    </a:cubicBezTo>
                    <a:cubicBezTo>
                      <a:pt x="89363" y="365189"/>
                      <a:pt x="96411" y="348234"/>
                      <a:pt x="101840" y="338042"/>
                    </a:cubicBezTo>
                    <a:cubicBezTo>
                      <a:pt x="118033" y="323945"/>
                      <a:pt x="116699" y="322041"/>
                      <a:pt x="131558" y="318897"/>
                    </a:cubicBezTo>
                    <a:lnTo>
                      <a:pt x="130701" y="300133"/>
                    </a:lnTo>
                    <a:cubicBezTo>
                      <a:pt x="117652" y="301466"/>
                      <a:pt x="111175" y="307658"/>
                      <a:pt x="92887" y="323755"/>
                    </a:cubicBezTo>
                    <a:lnTo>
                      <a:pt x="92887" y="323755"/>
                    </a:lnTo>
                    <a:cubicBezTo>
                      <a:pt x="92887" y="323755"/>
                      <a:pt x="92887" y="323850"/>
                      <a:pt x="92887" y="323850"/>
                    </a:cubicBezTo>
                    <a:cubicBezTo>
                      <a:pt x="92411" y="324231"/>
                      <a:pt x="92029" y="324612"/>
                      <a:pt x="91553" y="324993"/>
                    </a:cubicBezTo>
                    <a:lnTo>
                      <a:pt x="88029" y="328041"/>
                    </a:lnTo>
                    <a:cubicBezTo>
                      <a:pt x="71456" y="342519"/>
                      <a:pt x="43261" y="334042"/>
                      <a:pt x="36784" y="331851"/>
                    </a:cubicBezTo>
                    <a:cubicBezTo>
                      <a:pt x="38213" y="293751"/>
                      <a:pt x="40690" y="259271"/>
                      <a:pt x="44310" y="228505"/>
                    </a:cubicBezTo>
                    <a:cubicBezTo>
                      <a:pt x="55263" y="245174"/>
                      <a:pt x="72599" y="266129"/>
                      <a:pt x="91077" y="267558"/>
                    </a:cubicBezTo>
                    <a:cubicBezTo>
                      <a:pt x="91839" y="267653"/>
                      <a:pt x="92506" y="267653"/>
                      <a:pt x="93268" y="267653"/>
                    </a:cubicBezTo>
                    <a:cubicBezTo>
                      <a:pt x="104317" y="267653"/>
                      <a:pt x="114127" y="260700"/>
                      <a:pt x="122605" y="247079"/>
                    </a:cubicBezTo>
                    <a:lnTo>
                      <a:pt x="112604" y="234601"/>
                    </a:lnTo>
                    <a:cubicBezTo>
                      <a:pt x="106317" y="244697"/>
                      <a:pt x="99364" y="249269"/>
                      <a:pt x="91839" y="248698"/>
                    </a:cubicBezTo>
                    <a:cubicBezTo>
                      <a:pt x="74980" y="247364"/>
                      <a:pt x="56692" y="221171"/>
                      <a:pt x="47357" y="204788"/>
                    </a:cubicBezTo>
                    <a:cubicBezTo>
                      <a:pt x="61740" y="104489"/>
                      <a:pt x="89267" y="48292"/>
                      <a:pt x="129749" y="36957"/>
                    </a:cubicBezTo>
                    <a:lnTo>
                      <a:pt x="124605" y="0"/>
                    </a:lnTo>
                    <a:cubicBezTo>
                      <a:pt x="32213" y="26003"/>
                      <a:pt x="-13793" y="213075"/>
                      <a:pt x="3638" y="571976"/>
                    </a:cubicBezTo>
                    <a:cubicBezTo>
                      <a:pt x="17830" y="863442"/>
                      <a:pt x="56692" y="1214533"/>
                      <a:pt x="90601" y="1466279"/>
                    </a:cubicBezTo>
                    <a:lnTo>
                      <a:pt x="94887" y="1497902"/>
                    </a:lnTo>
                    <a:cubicBezTo>
                      <a:pt x="159086" y="1974723"/>
                      <a:pt x="126987" y="2080832"/>
                      <a:pt x="126605" y="2082260"/>
                    </a:cubicBezTo>
                    <a:lnTo>
                      <a:pt x="174135" y="2052161"/>
                    </a:lnTo>
                    <a:cubicBezTo>
                      <a:pt x="175850" y="2045970"/>
                      <a:pt x="204139" y="1976914"/>
                      <a:pt x="137940" y="1484567"/>
                    </a:cubicBezTo>
                    <a:close/>
                    <a:moveTo>
                      <a:pt x="62216" y="355092"/>
                    </a:moveTo>
                    <a:cubicBezTo>
                      <a:pt x="68027" y="355092"/>
                      <a:pt x="74122" y="354330"/>
                      <a:pt x="80123" y="352425"/>
                    </a:cubicBezTo>
                    <a:cubicBezTo>
                      <a:pt x="74980" y="366522"/>
                      <a:pt x="69455" y="384905"/>
                      <a:pt x="64312" y="408908"/>
                    </a:cubicBezTo>
                    <a:cubicBezTo>
                      <a:pt x="59073" y="433483"/>
                      <a:pt x="44690" y="446913"/>
                      <a:pt x="35737" y="453104"/>
                    </a:cubicBezTo>
                    <a:cubicBezTo>
                      <a:pt x="35165" y="416624"/>
                      <a:pt x="35261" y="382619"/>
                      <a:pt x="36118" y="350901"/>
                    </a:cubicBezTo>
                    <a:cubicBezTo>
                      <a:pt x="41547" y="352616"/>
                      <a:pt x="51263" y="355092"/>
                      <a:pt x="62216" y="355092"/>
                    </a:cubicBezTo>
                    <a:close/>
                  </a:path>
                </a:pathLst>
              </a:custGeom>
              <a:solidFill>
                <a:srgbClr val="D80707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81" name="Forme libre : forme 9080">
                <a:extLst>
                  <a:ext uri="{FF2B5EF4-FFF2-40B4-BE49-F238E27FC236}">
                    <a16:creationId xmlns:a16="http://schemas.microsoft.com/office/drawing/2014/main" id="{68E302FD-4348-4A70-AFF3-64C699335843}"/>
                  </a:ext>
                </a:extLst>
              </p:cNvPr>
              <p:cNvSpPr/>
              <p:nvPr/>
            </p:nvSpPr>
            <p:spPr>
              <a:xfrm>
                <a:off x="7249863" y="2450339"/>
                <a:ext cx="279082" cy="1746470"/>
              </a:xfrm>
              <a:custGeom>
                <a:avLst/>
                <a:gdLst>
                  <a:gd name="connsiteX0" fmla="*/ 245745 w 279082"/>
                  <a:gd name="connsiteY0" fmla="*/ 1658841 h 1746470"/>
                  <a:gd name="connsiteX1" fmla="*/ 185547 w 279082"/>
                  <a:gd name="connsiteY1" fmla="*/ 1340420 h 1746470"/>
                  <a:gd name="connsiteX2" fmla="*/ 172307 w 279082"/>
                  <a:gd name="connsiteY2" fmla="*/ 934941 h 1746470"/>
                  <a:gd name="connsiteX3" fmla="*/ 61055 w 279082"/>
                  <a:gd name="connsiteY3" fmla="*/ 21874 h 1746470"/>
                  <a:gd name="connsiteX4" fmla="*/ 16573 w 279082"/>
                  <a:gd name="connsiteY4" fmla="*/ 443 h 1746470"/>
                  <a:gd name="connsiteX5" fmla="*/ 19240 w 279082"/>
                  <a:gd name="connsiteY5" fmla="*/ 37971 h 1746470"/>
                  <a:gd name="connsiteX6" fmla="*/ 43529 w 279082"/>
                  <a:gd name="connsiteY6" fmla="*/ 50163 h 1746470"/>
                  <a:gd name="connsiteX7" fmla="*/ 65437 w 279082"/>
                  <a:gd name="connsiteY7" fmla="*/ 95502 h 1746470"/>
                  <a:gd name="connsiteX8" fmla="*/ 0 w 279082"/>
                  <a:gd name="connsiteY8" fmla="*/ 240092 h 1746470"/>
                  <a:gd name="connsiteX9" fmla="*/ 9430 w 279082"/>
                  <a:gd name="connsiteY9" fmla="*/ 253617 h 1746470"/>
                  <a:gd name="connsiteX10" fmla="*/ 26955 w 279082"/>
                  <a:gd name="connsiteY10" fmla="*/ 225995 h 1746470"/>
                  <a:gd name="connsiteX11" fmla="*/ 92107 w 279082"/>
                  <a:gd name="connsiteY11" fmla="*/ 225804 h 1746470"/>
                  <a:gd name="connsiteX12" fmla="*/ 99536 w 279082"/>
                  <a:gd name="connsiteY12" fmla="*/ 289336 h 1746470"/>
                  <a:gd name="connsiteX13" fmla="*/ 65722 w 279082"/>
                  <a:gd name="connsiteY13" fmla="*/ 291241 h 1746470"/>
                  <a:gd name="connsiteX14" fmla="*/ 21621 w 279082"/>
                  <a:gd name="connsiteY14" fmla="*/ 300861 h 1746470"/>
                  <a:gd name="connsiteX15" fmla="*/ 22479 w 279082"/>
                  <a:gd name="connsiteY15" fmla="*/ 319625 h 1746470"/>
                  <a:gd name="connsiteX16" fmla="*/ 69628 w 279082"/>
                  <a:gd name="connsiteY16" fmla="*/ 309339 h 1746470"/>
                  <a:gd name="connsiteX17" fmla="*/ 101536 w 279082"/>
                  <a:gd name="connsiteY17" fmla="*/ 309148 h 1746470"/>
                  <a:gd name="connsiteX18" fmla="*/ 106585 w 279082"/>
                  <a:gd name="connsiteY18" fmla="*/ 369060 h 1746470"/>
                  <a:gd name="connsiteX19" fmla="*/ 29146 w 279082"/>
                  <a:gd name="connsiteY19" fmla="*/ 365060 h 1746470"/>
                  <a:gd name="connsiteX20" fmla="*/ 32004 w 279082"/>
                  <a:gd name="connsiteY20" fmla="*/ 383443 h 1746470"/>
                  <a:gd name="connsiteX21" fmla="*/ 108013 w 279082"/>
                  <a:gd name="connsiteY21" fmla="*/ 389825 h 1746470"/>
                  <a:gd name="connsiteX22" fmla="*/ 126778 w 279082"/>
                  <a:gd name="connsiteY22" fmla="*/ 935988 h 1746470"/>
                  <a:gd name="connsiteX23" fmla="*/ 140208 w 279082"/>
                  <a:gd name="connsiteY23" fmla="*/ 1344706 h 1746470"/>
                  <a:gd name="connsiteX24" fmla="*/ 252793 w 279082"/>
                  <a:gd name="connsiteY24" fmla="*/ 1746470 h 1746470"/>
                  <a:gd name="connsiteX25" fmla="*/ 279082 w 279082"/>
                  <a:gd name="connsiteY25" fmla="*/ 1710180 h 1746470"/>
                  <a:gd name="connsiteX26" fmla="*/ 245745 w 279082"/>
                  <a:gd name="connsiteY26" fmla="*/ 1658841 h 1746470"/>
                  <a:gd name="connsiteX27" fmla="*/ 40100 w 279082"/>
                  <a:gd name="connsiteY27" fmla="*/ 201801 h 1746470"/>
                  <a:gd name="connsiteX28" fmla="*/ 72771 w 279082"/>
                  <a:gd name="connsiteY28" fmla="*/ 120743 h 1746470"/>
                  <a:gd name="connsiteX29" fmla="*/ 88868 w 279082"/>
                  <a:gd name="connsiteY29" fmla="*/ 203325 h 1746470"/>
                  <a:gd name="connsiteX30" fmla="*/ 40100 w 279082"/>
                  <a:gd name="connsiteY30" fmla="*/ 201801 h 174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79082" h="1746470">
                    <a:moveTo>
                      <a:pt x="245745" y="1658841"/>
                    </a:moveTo>
                    <a:cubicBezTo>
                      <a:pt x="226123" y="1613025"/>
                      <a:pt x="199739" y="1520538"/>
                      <a:pt x="185547" y="1340420"/>
                    </a:cubicBezTo>
                    <a:cubicBezTo>
                      <a:pt x="177832" y="1242598"/>
                      <a:pt x="175164" y="1093151"/>
                      <a:pt x="172307" y="934941"/>
                    </a:cubicBezTo>
                    <a:cubicBezTo>
                      <a:pt x="165449" y="552417"/>
                      <a:pt x="138493" y="118839"/>
                      <a:pt x="61055" y="21874"/>
                    </a:cubicBezTo>
                    <a:cubicBezTo>
                      <a:pt x="47815" y="5300"/>
                      <a:pt x="32861" y="-1939"/>
                      <a:pt x="16573" y="443"/>
                    </a:cubicBezTo>
                    <a:lnTo>
                      <a:pt x="19240" y="37971"/>
                    </a:lnTo>
                    <a:cubicBezTo>
                      <a:pt x="28098" y="36733"/>
                      <a:pt x="35814" y="40543"/>
                      <a:pt x="43529" y="50163"/>
                    </a:cubicBezTo>
                    <a:cubicBezTo>
                      <a:pt x="51625" y="60355"/>
                      <a:pt x="58864" y="75785"/>
                      <a:pt x="65437" y="95502"/>
                    </a:cubicBezTo>
                    <a:cubicBezTo>
                      <a:pt x="60769" y="114171"/>
                      <a:pt x="42767" y="177989"/>
                      <a:pt x="0" y="240092"/>
                    </a:cubicBezTo>
                    <a:lnTo>
                      <a:pt x="9430" y="253617"/>
                    </a:lnTo>
                    <a:cubicBezTo>
                      <a:pt x="15811" y="244378"/>
                      <a:pt x="21621" y="235139"/>
                      <a:pt x="26955" y="225995"/>
                    </a:cubicBezTo>
                    <a:cubicBezTo>
                      <a:pt x="28860" y="225042"/>
                      <a:pt x="68008" y="206754"/>
                      <a:pt x="92107" y="225804"/>
                    </a:cubicBezTo>
                    <a:cubicBezTo>
                      <a:pt x="94773" y="245807"/>
                      <a:pt x="97250" y="267143"/>
                      <a:pt x="99536" y="289336"/>
                    </a:cubicBezTo>
                    <a:cubicBezTo>
                      <a:pt x="90488" y="287145"/>
                      <a:pt x="77914" y="286002"/>
                      <a:pt x="65722" y="291241"/>
                    </a:cubicBezTo>
                    <a:cubicBezTo>
                      <a:pt x="48006" y="298861"/>
                      <a:pt x="21907" y="300861"/>
                      <a:pt x="21621" y="300861"/>
                    </a:cubicBezTo>
                    <a:lnTo>
                      <a:pt x="22479" y="319625"/>
                    </a:lnTo>
                    <a:cubicBezTo>
                      <a:pt x="23622" y="319530"/>
                      <a:pt x="50292" y="317625"/>
                      <a:pt x="69628" y="309339"/>
                    </a:cubicBezTo>
                    <a:cubicBezTo>
                      <a:pt x="81439" y="304195"/>
                      <a:pt x="94106" y="306767"/>
                      <a:pt x="101536" y="309148"/>
                    </a:cubicBezTo>
                    <a:cubicBezTo>
                      <a:pt x="103346" y="328484"/>
                      <a:pt x="105060" y="348486"/>
                      <a:pt x="106585" y="369060"/>
                    </a:cubicBezTo>
                    <a:cubicBezTo>
                      <a:pt x="92011" y="362393"/>
                      <a:pt x="63912" y="354011"/>
                      <a:pt x="29146" y="365060"/>
                    </a:cubicBezTo>
                    <a:lnTo>
                      <a:pt x="32004" y="383443"/>
                    </a:lnTo>
                    <a:cubicBezTo>
                      <a:pt x="69151" y="371727"/>
                      <a:pt x="98203" y="384491"/>
                      <a:pt x="108013" y="389825"/>
                    </a:cubicBezTo>
                    <a:cubicBezTo>
                      <a:pt x="119919" y="560132"/>
                      <a:pt x="123634" y="764157"/>
                      <a:pt x="126778" y="935988"/>
                    </a:cubicBezTo>
                    <a:cubicBezTo>
                      <a:pt x="129635" y="1095056"/>
                      <a:pt x="132397" y="1245265"/>
                      <a:pt x="140208" y="1344706"/>
                    </a:cubicBezTo>
                    <a:cubicBezTo>
                      <a:pt x="168307" y="1702370"/>
                      <a:pt x="244221" y="1743042"/>
                      <a:pt x="252793" y="1746470"/>
                    </a:cubicBezTo>
                    <a:lnTo>
                      <a:pt x="279082" y="1710180"/>
                    </a:lnTo>
                    <a:cubicBezTo>
                      <a:pt x="278892" y="1709990"/>
                      <a:pt x="264128" y="1701798"/>
                      <a:pt x="245745" y="1658841"/>
                    </a:cubicBezTo>
                    <a:close/>
                    <a:moveTo>
                      <a:pt x="40100" y="201801"/>
                    </a:moveTo>
                    <a:cubicBezTo>
                      <a:pt x="56579" y="169511"/>
                      <a:pt x="66865" y="140365"/>
                      <a:pt x="72771" y="120743"/>
                    </a:cubicBezTo>
                    <a:cubicBezTo>
                      <a:pt x="78867" y="144270"/>
                      <a:pt x="84201" y="172083"/>
                      <a:pt x="88868" y="203325"/>
                    </a:cubicBezTo>
                    <a:cubicBezTo>
                      <a:pt x="72294" y="195610"/>
                      <a:pt x="53530" y="198086"/>
                      <a:pt x="40100" y="201801"/>
                    </a:cubicBezTo>
                    <a:close/>
                  </a:path>
                </a:pathLst>
              </a:custGeom>
              <a:solidFill>
                <a:srgbClr val="0592D8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82" name="Forme libre : forme 9081">
                <a:extLst>
                  <a:ext uri="{FF2B5EF4-FFF2-40B4-BE49-F238E27FC236}">
                    <a16:creationId xmlns:a16="http://schemas.microsoft.com/office/drawing/2014/main" id="{419C6854-56DF-440A-B32C-071741C440A5}"/>
                  </a:ext>
                </a:extLst>
              </p:cNvPr>
              <p:cNvSpPr/>
              <p:nvPr/>
            </p:nvSpPr>
            <p:spPr>
              <a:xfrm>
                <a:off x="4963254" y="2911528"/>
                <a:ext cx="305752" cy="2321292"/>
              </a:xfrm>
              <a:custGeom>
                <a:avLst/>
                <a:gdLst>
                  <a:gd name="connsiteX0" fmla="*/ 51948 w 305752"/>
                  <a:gd name="connsiteY0" fmla="*/ 577098 h 2321292"/>
                  <a:gd name="connsiteX1" fmla="*/ 110622 w 305752"/>
                  <a:gd name="connsiteY1" fmla="*/ 549285 h 2321292"/>
                  <a:gd name="connsiteX2" fmla="*/ 130339 w 305752"/>
                  <a:gd name="connsiteY2" fmla="*/ 525854 h 2321292"/>
                  <a:gd name="connsiteX3" fmla="*/ 211015 w 305752"/>
                  <a:gd name="connsiteY3" fmla="*/ 457273 h 2321292"/>
                  <a:gd name="connsiteX4" fmla="*/ 291406 w 305752"/>
                  <a:gd name="connsiteY4" fmla="*/ 455178 h 2321292"/>
                  <a:gd name="connsiteX5" fmla="*/ 288454 w 305752"/>
                  <a:gd name="connsiteY5" fmla="*/ 437080 h 2321292"/>
                  <a:gd name="connsiteX6" fmla="*/ 197871 w 305752"/>
                  <a:gd name="connsiteY6" fmla="*/ 438319 h 2321292"/>
                  <a:gd name="connsiteX7" fmla="*/ 139102 w 305752"/>
                  <a:gd name="connsiteY7" fmla="*/ 439557 h 2321292"/>
                  <a:gd name="connsiteX8" fmla="*/ 56234 w 305752"/>
                  <a:gd name="connsiteY8" fmla="*/ 418983 h 2321292"/>
                  <a:gd name="connsiteX9" fmla="*/ 69188 w 305752"/>
                  <a:gd name="connsiteY9" fmla="*/ 329639 h 2321292"/>
                  <a:gd name="connsiteX10" fmla="*/ 128814 w 305752"/>
                  <a:gd name="connsiteY10" fmla="*/ 343259 h 2321292"/>
                  <a:gd name="connsiteX11" fmla="*/ 209015 w 305752"/>
                  <a:gd name="connsiteY11" fmla="*/ 373644 h 2321292"/>
                  <a:gd name="connsiteX12" fmla="*/ 211777 w 305752"/>
                  <a:gd name="connsiteY12" fmla="*/ 374025 h 2321292"/>
                  <a:gd name="connsiteX13" fmla="*/ 239400 w 305752"/>
                  <a:gd name="connsiteY13" fmla="*/ 377549 h 2321292"/>
                  <a:gd name="connsiteX14" fmla="*/ 271118 w 305752"/>
                  <a:gd name="connsiteY14" fmla="*/ 376787 h 2321292"/>
                  <a:gd name="connsiteX15" fmla="*/ 267403 w 305752"/>
                  <a:gd name="connsiteY15" fmla="*/ 358118 h 2321292"/>
                  <a:gd name="connsiteX16" fmla="*/ 214730 w 305752"/>
                  <a:gd name="connsiteY16" fmla="*/ 355261 h 2321292"/>
                  <a:gd name="connsiteX17" fmla="*/ 175201 w 305752"/>
                  <a:gd name="connsiteY17" fmla="*/ 265249 h 2321292"/>
                  <a:gd name="connsiteX18" fmla="*/ 166534 w 305752"/>
                  <a:gd name="connsiteY18" fmla="*/ 238484 h 2321292"/>
                  <a:gd name="connsiteX19" fmla="*/ 154056 w 305752"/>
                  <a:gd name="connsiteY19" fmla="*/ 207338 h 2321292"/>
                  <a:gd name="connsiteX20" fmla="*/ 196252 w 305752"/>
                  <a:gd name="connsiteY20" fmla="*/ 220577 h 2321292"/>
                  <a:gd name="connsiteX21" fmla="*/ 242924 w 305752"/>
                  <a:gd name="connsiteY21" fmla="*/ 222863 h 2321292"/>
                  <a:gd name="connsiteX22" fmla="*/ 271499 w 305752"/>
                  <a:gd name="connsiteY22" fmla="*/ 224673 h 2321292"/>
                  <a:gd name="connsiteX23" fmla="*/ 272547 w 305752"/>
                  <a:gd name="connsiteY23" fmla="*/ 205623 h 2321292"/>
                  <a:gd name="connsiteX24" fmla="*/ 242543 w 305752"/>
                  <a:gd name="connsiteY24" fmla="*/ 203813 h 2321292"/>
                  <a:gd name="connsiteX25" fmla="*/ 200347 w 305752"/>
                  <a:gd name="connsiteY25" fmla="*/ 202004 h 2321292"/>
                  <a:gd name="connsiteX26" fmla="*/ 120908 w 305752"/>
                  <a:gd name="connsiteY26" fmla="*/ 166571 h 2321292"/>
                  <a:gd name="connsiteX27" fmla="*/ 151960 w 305752"/>
                  <a:gd name="connsiteY27" fmla="*/ 116945 h 2321292"/>
                  <a:gd name="connsiteX28" fmla="*/ 282739 w 305752"/>
                  <a:gd name="connsiteY28" fmla="*/ 47603 h 2321292"/>
                  <a:gd name="connsiteX29" fmla="*/ 305694 w 305752"/>
                  <a:gd name="connsiteY29" fmla="*/ 19028 h 2321292"/>
                  <a:gd name="connsiteX30" fmla="*/ 281310 w 305752"/>
                  <a:gd name="connsiteY30" fmla="*/ 73 h 2321292"/>
                  <a:gd name="connsiteX31" fmla="*/ 114337 w 305752"/>
                  <a:gd name="connsiteY31" fmla="*/ 87608 h 2321292"/>
                  <a:gd name="connsiteX32" fmla="*/ 103192 w 305752"/>
                  <a:gd name="connsiteY32" fmla="*/ 1573699 h 2321292"/>
                  <a:gd name="connsiteX33" fmla="*/ 23373 w 305752"/>
                  <a:gd name="connsiteY33" fmla="*/ 2288455 h 2321292"/>
                  <a:gd name="connsiteX34" fmla="*/ 25564 w 305752"/>
                  <a:gd name="connsiteY34" fmla="*/ 2304933 h 2321292"/>
                  <a:gd name="connsiteX35" fmla="*/ 39375 w 305752"/>
                  <a:gd name="connsiteY35" fmla="*/ 2309505 h 2321292"/>
                  <a:gd name="connsiteX36" fmla="*/ 58711 w 305752"/>
                  <a:gd name="connsiteY36" fmla="*/ 2320269 h 2321292"/>
                  <a:gd name="connsiteX37" fmla="*/ 150056 w 305752"/>
                  <a:gd name="connsiteY37" fmla="*/ 1565317 h 2321292"/>
                  <a:gd name="connsiteX38" fmla="*/ 46804 w 305752"/>
                  <a:gd name="connsiteY38" fmla="*/ 576717 h 2321292"/>
                  <a:gd name="connsiteX39" fmla="*/ 51948 w 305752"/>
                  <a:gd name="connsiteY39" fmla="*/ 577098 h 2321292"/>
                  <a:gd name="connsiteX40" fmla="*/ 133672 w 305752"/>
                  <a:gd name="connsiteY40" fmla="*/ 458797 h 2321292"/>
                  <a:gd name="connsiteX41" fmla="*/ 140054 w 305752"/>
                  <a:gd name="connsiteY41" fmla="*/ 458702 h 2321292"/>
                  <a:gd name="connsiteX42" fmla="*/ 169772 w 305752"/>
                  <a:gd name="connsiteY42" fmla="*/ 457845 h 2321292"/>
                  <a:gd name="connsiteX43" fmla="*/ 115765 w 305752"/>
                  <a:gd name="connsiteY43" fmla="*/ 513757 h 2321292"/>
                  <a:gd name="connsiteX44" fmla="*/ 96430 w 305752"/>
                  <a:gd name="connsiteY44" fmla="*/ 536712 h 2321292"/>
                  <a:gd name="connsiteX45" fmla="*/ 47566 w 305752"/>
                  <a:gd name="connsiteY45" fmla="*/ 557857 h 2321292"/>
                  <a:gd name="connsiteX46" fmla="*/ 54329 w 305752"/>
                  <a:gd name="connsiteY46" fmla="*/ 439366 h 2321292"/>
                  <a:gd name="connsiteX47" fmla="*/ 133672 w 305752"/>
                  <a:gd name="connsiteY47" fmla="*/ 458797 h 2321292"/>
                  <a:gd name="connsiteX48" fmla="*/ 130529 w 305752"/>
                  <a:gd name="connsiteY48" fmla="*/ 195812 h 2321292"/>
                  <a:gd name="connsiteX49" fmla="*/ 130053 w 305752"/>
                  <a:gd name="connsiteY49" fmla="*/ 195907 h 2321292"/>
                  <a:gd name="connsiteX50" fmla="*/ 149579 w 305752"/>
                  <a:gd name="connsiteY50" fmla="*/ 247057 h 2321292"/>
                  <a:gd name="connsiteX51" fmla="*/ 156913 w 305752"/>
                  <a:gd name="connsiteY51" fmla="*/ 270488 h 2321292"/>
                  <a:gd name="connsiteX52" fmla="*/ 184821 w 305752"/>
                  <a:gd name="connsiteY52" fmla="*/ 347736 h 2321292"/>
                  <a:gd name="connsiteX53" fmla="*/ 138244 w 305752"/>
                  <a:gd name="connsiteY53" fmla="*/ 326686 h 2321292"/>
                  <a:gd name="connsiteX54" fmla="*/ 72807 w 305752"/>
                  <a:gd name="connsiteY54" fmla="*/ 310398 h 2321292"/>
                  <a:gd name="connsiteX55" fmla="*/ 112432 w 305752"/>
                  <a:gd name="connsiteY55" fmla="*/ 184097 h 2321292"/>
                  <a:gd name="connsiteX56" fmla="*/ 130529 w 305752"/>
                  <a:gd name="connsiteY56" fmla="*/ 195812 h 2321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05752" h="2321292">
                    <a:moveTo>
                      <a:pt x="51948" y="577098"/>
                    </a:moveTo>
                    <a:cubicBezTo>
                      <a:pt x="68521" y="577098"/>
                      <a:pt x="90810" y="571764"/>
                      <a:pt x="110622" y="549285"/>
                    </a:cubicBezTo>
                    <a:cubicBezTo>
                      <a:pt x="117290" y="541665"/>
                      <a:pt x="123862" y="533759"/>
                      <a:pt x="130339" y="525854"/>
                    </a:cubicBezTo>
                    <a:cubicBezTo>
                      <a:pt x="155104" y="495755"/>
                      <a:pt x="178631" y="467370"/>
                      <a:pt x="211015" y="457273"/>
                    </a:cubicBezTo>
                    <a:cubicBezTo>
                      <a:pt x="247496" y="456893"/>
                      <a:pt x="271404" y="459845"/>
                      <a:pt x="291406" y="455178"/>
                    </a:cubicBezTo>
                    <a:lnTo>
                      <a:pt x="288454" y="437080"/>
                    </a:lnTo>
                    <a:cubicBezTo>
                      <a:pt x="268165" y="441843"/>
                      <a:pt x="236447" y="437938"/>
                      <a:pt x="197871" y="438319"/>
                    </a:cubicBezTo>
                    <a:cubicBezTo>
                      <a:pt x="177964" y="438509"/>
                      <a:pt x="157389" y="438700"/>
                      <a:pt x="139102" y="439557"/>
                    </a:cubicBezTo>
                    <a:cubicBezTo>
                      <a:pt x="106431" y="440986"/>
                      <a:pt x="76332" y="429365"/>
                      <a:pt x="56234" y="418983"/>
                    </a:cubicBezTo>
                    <a:cubicBezTo>
                      <a:pt x="59663" y="387265"/>
                      <a:pt x="63949" y="357452"/>
                      <a:pt x="69188" y="329639"/>
                    </a:cubicBezTo>
                    <a:cubicBezTo>
                      <a:pt x="81952" y="329067"/>
                      <a:pt x="106050" y="330115"/>
                      <a:pt x="128814" y="343259"/>
                    </a:cubicBezTo>
                    <a:cubicBezTo>
                      <a:pt x="147198" y="353832"/>
                      <a:pt x="175963" y="367643"/>
                      <a:pt x="209015" y="373644"/>
                    </a:cubicBezTo>
                    <a:cubicBezTo>
                      <a:pt x="209872" y="374025"/>
                      <a:pt x="211777" y="374025"/>
                      <a:pt x="211777" y="374025"/>
                    </a:cubicBezTo>
                    <a:cubicBezTo>
                      <a:pt x="221302" y="375644"/>
                      <a:pt x="229398" y="376597"/>
                      <a:pt x="239400" y="377549"/>
                    </a:cubicBezTo>
                    <a:cubicBezTo>
                      <a:pt x="256068" y="379169"/>
                      <a:pt x="264736" y="378216"/>
                      <a:pt x="271118" y="376787"/>
                    </a:cubicBezTo>
                    <a:lnTo>
                      <a:pt x="267403" y="358118"/>
                    </a:lnTo>
                    <a:cubicBezTo>
                      <a:pt x="246449" y="361547"/>
                      <a:pt x="235018" y="358690"/>
                      <a:pt x="214730" y="355261"/>
                    </a:cubicBezTo>
                    <a:cubicBezTo>
                      <a:pt x="198442" y="346117"/>
                      <a:pt x="182250" y="289919"/>
                      <a:pt x="175201" y="265249"/>
                    </a:cubicBezTo>
                    <a:cubicBezTo>
                      <a:pt x="171201" y="251153"/>
                      <a:pt x="168724" y="242961"/>
                      <a:pt x="166534" y="238484"/>
                    </a:cubicBezTo>
                    <a:cubicBezTo>
                      <a:pt x="162819" y="230960"/>
                      <a:pt x="157866" y="218005"/>
                      <a:pt x="154056" y="207338"/>
                    </a:cubicBezTo>
                    <a:cubicBezTo>
                      <a:pt x="166248" y="212481"/>
                      <a:pt x="180345" y="217148"/>
                      <a:pt x="196252" y="220577"/>
                    </a:cubicBezTo>
                    <a:cubicBezTo>
                      <a:pt x="210063" y="223530"/>
                      <a:pt x="225303" y="223244"/>
                      <a:pt x="242924" y="222863"/>
                    </a:cubicBezTo>
                    <a:cubicBezTo>
                      <a:pt x="257593" y="222578"/>
                      <a:pt x="253592" y="222958"/>
                      <a:pt x="271499" y="224673"/>
                    </a:cubicBezTo>
                    <a:lnTo>
                      <a:pt x="272547" y="205623"/>
                    </a:lnTo>
                    <a:cubicBezTo>
                      <a:pt x="253497" y="203813"/>
                      <a:pt x="257783" y="203528"/>
                      <a:pt x="242543" y="203813"/>
                    </a:cubicBezTo>
                    <a:cubicBezTo>
                      <a:pt x="226160" y="204194"/>
                      <a:pt x="211968" y="204480"/>
                      <a:pt x="200347" y="202004"/>
                    </a:cubicBezTo>
                    <a:cubicBezTo>
                      <a:pt x="162152" y="193812"/>
                      <a:pt x="135768" y="177905"/>
                      <a:pt x="120908" y="166571"/>
                    </a:cubicBezTo>
                    <a:cubicBezTo>
                      <a:pt x="130433" y="148092"/>
                      <a:pt x="140721" y="131423"/>
                      <a:pt x="151960" y="116945"/>
                    </a:cubicBezTo>
                    <a:cubicBezTo>
                      <a:pt x="187203" y="71892"/>
                      <a:pt x="229398" y="51318"/>
                      <a:pt x="282739" y="47603"/>
                    </a:cubicBezTo>
                    <a:cubicBezTo>
                      <a:pt x="295883" y="46651"/>
                      <a:pt x="306646" y="32173"/>
                      <a:pt x="305694" y="19028"/>
                    </a:cubicBezTo>
                    <a:cubicBezTo>
                      <a:pt x="304741" y="5884"/>
                      <a:pt x="294359" y="-784"/>
                      <a:pt x="281310" y="73"/>
                    </a:cubicBezTo>
                    <a:cubicBezTo>
                      <a:pt x="214635" y="4741"/>
                      <a:pt x="157771" y="32078"/>
                      <a:pt x="114337" y="87608"/>
                    </a:cubicBezTo>
                    <a:cubicBezTo>
                      <a:pt x="-34254" y="277918"/>
                      <a:pt x="-38063" y="777980"/>
                      <a:pt x="103192" y="1573699"/>
                    </a:cubicBezTo>
                    <a:cubicBezTo>
                      <a:pt x="194442" y="2087954"/>
                      <a:pt x="25468" y="2286169"/>
                      <a:pt x="23373" y="2288455"/>
                    </a:cubicBezTo>
                    <a:cubicBezTo>
                      <a:pt x="14610" y="2298170"/>
                      <a:pt x="15848" y="2296170"/>
                      <a:pt x="25564" y="2304933"/>
                    </a:cubicBezTo>
                    <a:cubicBezTo>
                      <a:pt x="30136" y="2309029"/>
                      <a:pt x="33755" y="2309505"/>
                      <a:pt x="39375" y="2309505"/>
                    </a:cubicBezTo>
                    <a:cubicBezTo>
                      <a:pt x="45852" y="2309505"/>
                      <a:pt x="54043" y="2325412"/>
                      <a:pt x="58711" y="2320269"/>
                    </a:cubicBezTo>
                    <a:cubicBezTo>
                      <a:pt x="66426" y="2311791"/>
                      <a:pt x="245972" y="2105861"/>
                      <a:pt x="150056" y="1565317"/>
                    </a:cubicBezTo>
                    <a:cubicBezTo>
                      <a:pt x="76903" y="1153361"/>
                      <a:pt x="42518" y="823224"/>
                      <a:pt x="46804" y="576717"/>
                    </a:cubicBezTo>
                    <a:cubicBezTo>
                      <a:pt x="48614" y="577003"/>
                      <a:pt x="50328" y="577098"/>
                      <a:pt x="51948" y="577098"/>
                    </a:cubicBezTo>
                    <a:close/>
                    <a:moveTo>
                      <a:pt x="133672" y="458797"/>
                    </a:moveTo>
                    <a:cubicBezTo>
                      <a:pt x="135768" y="458797"/>
                      <a:pt x="137863" y="458797"/>
                      <a:pt x="140054" y="458702"/>
                    </a:cubicBezTo>
                    <a:cubicBezTo>
                      <a:pt x="149389" y="458321"/>
                      <a:pt x="159485" y="458036"/>
                      <a:pt x="169772" y="457845"/>
                    </a:cubicBezTo>
                    <a:cubicBezTo>
                      <a:pt x="149483" y="472990"/>
                      <a:pt x="132434" y="493564"/>
                      <a:pt x="115765" y="513757"/>
                    </a:cubicBezTo>
                    <a:cubicBezTo>
                      <a:pt x="109384" y="521472"/>
                      <a:pt x="103002" y="529282"/>
                      <a:pt x="96430" y="536712"/>
                    </a:cubicBezTo>
                    <a:cubicBezTo>
                      <a:pt x="79380" y="556048"/>
                      <a:pt x="60140" y="558810"/>
                      <a:pt x="47566" y="557857"/>
                    </a:cubicBezTo>
                    <a:cubicBezTo>
                      <a:pt x="48614" y="515852"/>
                      <a:pt x="50900" y="476323"/>
                      <a:pt x="54329" y="439366"/>
                    </a:cubicBezTo>
                    <a:cubicBezTo>
                      <a:pt x="74808" y="449082"/>
                      <a:pt x="102811" y="458797"/>
                      <a:pt x="133672" y="458797"/>
                    </a:cubicBezTo>
                    <a:close/>
                    <a:moveTo>
                      <a:pt x="130529" y="195812"/>
                    </a:moveTo>
                    <a:lnTo>
                      <a:pt x="130053" y="195907"/>
                    </a:lnTo>
                    <a:cubicBezTo>
                      <a:pt x="130529" y="197336"/>
                      <a:pt x="141864" y="231626"/>
                      <a:pt x="149579" y="247057"/>
                    </a:cubicBezTo>
                    <a:cubicBezTo>
                      <a:pt x="151103" y="250105"/>
                      <a:pt x="153961" y="260011"/>
                      <a:pt x="156913" y="270488"/>
                    </a:cubicBezTo>
                    <a:cubicBezTo>
                      <a:pt x="165391" y="300111"/>
                      <a:pt x="174058" y="328114"/>
                      <a:pt x="184821" y="347736"/>
                    </a:cubicBezTo>
                    <a:cubicBezTo>
                      <a:pt x="166057" y="341545"/>
                      <a:pt x="149865" y="333448"/>
                      <a:pt x="138244" y="326686"/>
                    </a:cubicBezTo>
                    <a:cubicBezTo>
                      <a:pt x="113860" y="312589"/>
                      <a:pt x="88619" y="310207"/>
                      <a:pt x="72807" y="310398"/>
                    </a:cubicBezTo>
                    <a:cubicBezTo>
                      <a:pt x="82999" y="261725"/>
                      <a:pt x="96239" y="219720"/>
                      <a:pt x="112432" y="184097"/>
                    </a:cubicBezTo>
                    <a:cubicBezTo>
                      <a:pt x="117575" y="187906"/>
                      <a:pt x="123576" y="191812"/>
                      <a:pt x="130529" y="195812"/>
                    </a:cubicBezTo>
                    <a:close/>
                  </a:path>
                </a:pathLst>
              </a:custGeom>
              <a:solidFill>
                <a:srgbClr val="D80707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83" name="Forme libre : forme 9082">
                <a:extLst>
                  <a:ext uri="{FF2B5EF4-FFF2-40B4-BE49-F238E27FC236}">
                    <a16:creationId xmlns:a16="http://schemas.microsoft.com/office/drawing/2014/main" id="{62AF2FA7-AFD4-46DF-885A-5EB18B274231}"/>
                  </a:ext>
                </a:extLst>
              </p:cNvPr>
              <p:cNvSpPr/>
              <p:nvPr/>
            </p:nvSpPr>
            <p:spPr>
              <a:xfrm>
                <a:off x="5230657" y="2911411"/>
                <a:ext cx="385477" cy="2219229"/>
              </a:xfrm>
              <a:custGeom>
                <a:avLst/>
                <a:gdLst>
                  <a:gd name="connsiteX0" fmla="*/ 240316 w 385477"/>
                  <a:gd name="connsiteY0" fmla="*/ 1537240 h 2219229"/>
                  <a:gd name="connsiteX1" fmla="*/ 248317 w 385477"/>
                  <a:gd name="connsiteY1" fmla="*/ 1463326 h 2219229"/>
                  <a:gd name="connsiteX2" fmla="*/ 180404 w 385477"/>
                  <a:gd name="connsiteY2" fmla="*/ 80963 h 2219229"/>
                  <a:gd name="connsiteX3" fmla="*/ 14859 w 385477"/>
                  <a:gd name="connsiteY3" fmla="*/ 0 h 2219229"/>
                  <a:gd name="connsiteX4" fmla="*/ 12859 w 385477"/>
                  <a:gd name="connsiteY4" fmla="*/ 47625 h 2219229"/>
                  <a:gd name="connsiteX5" fmla="*/ 144209 w 385477"/>
                  <a:gd name="connsiteY5" fmla="*/ 112109 h 2219229"/>
                  <a:gd name="connsiteX6" fmla="*/ 189548 w 385477"/>
                  <a:gd name="connsiteY6" fmla="*/ 184595 h 2219229"/>
                  <a:gd name="connsiteX7" fmla="*/ 108490 w 385477"/>
                  <a:gd name="connsiteY7" fmla="*/ 196310 h 2219229"/>
                  <a:gd name="connsiteX8" fmla="*/ 5239 w 385477"/>
                  <a:gd name="connsiteY8" fmla="*/ 205835 h 2219229"/>
                  <a:gd name="connsiteX9" fmla="*/ 4191 w 385477"/>
                  <a:gd name="connsiteY9" fmla="*/ 224885 h 2219229"/>
                  <a:gd name="connsiteX10" fmla="*/ 34100 w 385477"/>
                  <a:gd name="connsiteY10" fmla="*/ 227171 h 2219229"/>
                  <a:gd name="connsiteX11" fmla="*/ 115538 w 385477"/>
                  <a:gd name="connsiteY11" fmla="*/ 214027 h 2219229"/>
                  <a:gd name="connsiteX12" fmla="*/ 130112 w 385477"/>
                  <a:gd name="connsiteY12" fmla="*/ 209169 h 2219229"/>
                  <a:gd name="connsiteX13" fmla="*/ 86011 w 385477"/>
                  <a:gd name="connsiteY13" fmla="*/ 292037 h 2219229"/>
                  <a:gd name="connsiteX14" fmla="*/ 0 w 385477"/>
                  <a:gd name="connsiteY14" fmla="*/ 358330 h 2219229"/>
                  <a:gd name="connsiteX15" fmla="*/ 3715 w 385477"/>
                  <a:gd name="connsiteY15" fmla="*/ 376999 h 2219229"/>
                  <a:gd name="connsiteX16" fmla="*/ 33147 w 385477"/>
                  <a:gd name="connsiteY16" fmla="*/ 366331 h 2219229"/>
                  <a:gd name="connsiteX17" fmla="*/ 101251 w 385477"/>
                  <a:gd name="connsiteY17" fmla="*/ 369189 h 2219229"/>
                  <a:gd name="connsiteX18" fmla="*/ 154496 w 385477"/>
                  <a:gd name="connsiteY18" fmla="*/ 387953 h 2219229"/>
                  <a:gd name="connsiteX19" fmla="*/ 123254 w 385477"/>
                  <a:gd name="connsiteY19" fmla="*/ 404622 h 2219229"/>
                  <a:gd name="connsiteX20" fmla="*/ 20860 w 385477"/>
                  <a:gd name="connsiteY20" fmla="*/ 437197 h 2219229"/>
                  <a:gd name="connsiteX21" fmla="*/ 23813 w 385477"/>
                  <a:gd name="connsiteY21" fmla="*/ 455295 h 2219229"/>
                  <a:gd name="connsiteX22" fmla="*/ 130588 w 385477"/>
                  <a:gd name="connsiteY22" fmla="*/ 422434 h 2219229"/>
                  <a:gd name="connsiteX23" fmla="*/ 187738 w 385477"/>
                  <a:gd name="connsiteY23" fmla="*/ 448723 h 2219229"/>
                  <a:gd name="connsiteX24" fmla="*/ 253937 w 385477"/>
                  <a:gd name="connsiteY24" fmla="*/ 489204 h 2219229"/>
                  <a:gd name="connsiteX25" fmla="*/ 200692 w 385477"/>
                  <a:gd name="connsiteY25" fmla="*/ 1458087 h 2219229"/>
                  <a:gd name="connsiteX26" fmla="*/ 192691 w 385477"/>
                  <a:gd name="connsiteY26" fmla="*/ 1532001 h 2219229"/>
                  <a:gd name="connsiteX27" fmla="*/ 370523 w 385477"/>
                  <a:gd name="connsiteY27" fmla="*/ 2219230 h 2219229"/>
                  <a:gd name="connsiteX28" fmla="*/ 385477 w 385477"/>
                  <a:gd name="connsiteY28" fmla="*/ 2173986 h 2219229"/>
                  <a:gd name="connsiteX29" fmla="*/ 240316 w 385477"/>
                  <a:gd name="connsiteY29" fmla="*/ 1537240 h 2219229"/>
                  <a:gd name="connsiteX30" fmla="*/ 108490 w 385477"/>
                  <a:gd name="connsiteY30" fmla="*/ 351472 h 2219229"/>
                  <a:gd name="connsiteX31" fmla="*/ 66580 w 385477"/>
                  <a:gd name="connsiteY31" fmla="*/ 344710 h 2219229"/>
                  <a:gd name="connsiteX32" fmla="*/ 103251 w 385477"/>
                  <a:gd name="connsiteY32" fmla="*/ 300323 h 2219229"/>
                  <a:gd name="connsiteX33" fmla="*/ 154781 w 385477"/>
                  <a:gd name="connsiteY33" fmla="*/ 204216 h 2219229"/>
                  <a:gd name="connsiteX34" fmla="*/ 198406 w 385477"/>
                  <a:gd name="connsiteY34" fmla="*/ 204597 h 2219229"/>
                  <a:gd name="connsiteX35" fmla="*/ 238696 w 385477"/>
                  <a:gd name="connsiteY35" fmla="*/ 355187 h 2219229"/>
                  <a:gd name="connsiteX36" fmla="*/ 181737 w 385477"/>
                  <a:gd name="connsiteY36" fmla="*/ 376238 h 2219229"/>
                  <a:gd name="connsiteX37" fmla="*/ 108490 w 385477"/>
                  <a:gd name="connsiteY37" fmla="*/ 351472 h 2219229"/>
                  <a:gd name="connsiteX38" fmla="*/ 202597 w 385477"/>
                  <a:gd name="connsiteY38" fmla="*/ 436531 h 2219229"/>
                  <a:gd name="connsiteX39" fmla="*/ 155543 w 385477"/>
                  <a:gd name="connsiteY39" fmla="*/ 408622 h 2219229"/>
                  <a:gd name="connsiteX40" fmla="*/ 241745 w 385477"/>
                  <a:gd name="connsiteY40" fmla="*/ 374428 h 2219229"/>
                  <a:gd name="connsiteX41" fmla="*/ 252603 w 385477"/>
                  <a:gd name="connsiteY41" fmla="*/ 467963 h 2219229"/>
                  <a:gd name="connsiteX42" fmla="*/ 202597 w 385477"/>
                  <a:gd name="connsiteY42" fmla="*/ 436531 h 2219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85477" h="2219229">
                    <a:moveTo>
                      <a:pt x="240316" y="1537240"/>
                    </a:moveTo>
                    <a:lnTo>
                      <a:pt x="248317" y="1463326"/>
                    </a:lnTo>
                    <a:cubicBezTo>
                      <a:pt x="301371" y="974979"/>
                      <a:pt x="374142" y="306133"/>
                      <a:pt x="180404" y="80963"/>
                    </a:cubicBezTo>
                    <a:cubicBezTo>
                      <a:pt x="136589" y="30004"/>
                      <a:pt x="80868" y="2762"/>
                      <a:pt x="14859" y="0"/>
                    </a:cubicBezTo>
                    <a:lnTo>
                      <a:pt x="12859" y="47625"/>
                    </a:lnTo>
                    <a:cubicBezTo>
                      <a:pt x="65818" y="49816"/>
                      <a:pt x="108871" y="70866"/>
                      <a:pt x="144209" y="112109"/>
                    </a:cubicBezTo>
                    <a:cubicBezTo>
                      <a:pt x="161544" y="132302"/>
                      <a:pt x="176594" y="156686"/>
                      <a:pt x="189548" y="184595"/>
                    </a:cubicBezTo>
                    <a:cubicBezTo>
                      <a:pt x="172308" y="183261"/>
                      <a:pt x="141161" y="183356"/>
                      <a:pt x="108490" y="196310"/>
                    </a:cubicBezTo>
                    <a:cubicBezTo>
                      <a:pt x="65437" y="213360"/>
                      <a:pt x="5811" y="205930"/>
                      <a:pt x="5239" y="205835"/>
                    </a:cubicBezTo>
                    <a:lnTo>
                      <a:pt x="4191" y="224885"/>
                    </a:lnTo>
                    <a:cubicBezTo>
                      <a:pt x="5334" y="224980"/>
                      <a:pt x="17050" y="227171"/>
                      <a:pt x="34100" y="227171"/>
                    </a:cubicBezTo>
                    <a:cubicBezTo>
                      <a:pt x="56674" y="227171"/>
                      <a:pt x="88297" y="224790"/>
                      <a:pt x="115538" y="214027"/>
                    </a:cubicBezTo>
                    <a:cubicBezTo>
                      <a:pt x="120491" y="212122"/>
                      <a:pt x="125349" y="210503"/>
                      <a:pt x="130112" y="209169"/>
                    </a:cubicBezTo>
                    <a:cubicBezTo>
                      <a:pt x="119063" y="228981"/>
                      <a:pt x="99536" y="264509"/>
                      <a:pt x="86011" y="292037"/>
                    </a:cubicBezTo>
                    <a:cubicBezTo>
                      <a:pt x="67437" y="330041"/>
                      <a:pt x="19812" y="354425"/>
                      <a:pt x="0" y="358330"/>
                    </a:cubicBezTo>
                    <a:lnTo>
                      <a:pt x="3715" y="376999"/>
                    </a:lnTo>
                    <a:cubicBezTo>
                      <a:pt x="11716" y="375380"/>
                      <a:pt x="22574" y="371570"/>
                      <a:pt x="33147" y="366331"/>
                    </a:cubicBezTo>
                    <a:cubicBezTo>
                      <a:pt x="33147" y="366331"/>
                      <a:pt x="72962" y="357854"/>
                      <a:pt x="101251" y="369189"/>
                    </a:cubicBezTo>
                    <a:cubicBezTo>
                      <a:pt x="118777" y="376142"/>
                      <a:pt x="139255" y="383096"/>
                      <a:pt x="154496" y="387953"/>
                    </a:cubicBezTo>
                    <a:cubicBezTo>
                      <a:pt x="142494" y="393478"/>
                      <a:pt x="131445" y="399193"/>
                      <a:pt x="123254" y="404622"/>
                    </a:cubicBezTo>
                    <a:cubicBezTo>
                      <a:pt x="92107" y="425387"/>
                      <a:pt x="21622" y="437102"/>
                      <a:pt x="20860" y="437197"/>
                    </a:cubicBezTo>
                    <a:lnTo>
                      <a:pt x="23813" y="455295"/>
                    </a:lnTo>
                    <a:cubicBezTo>
                      <a:pt x="26765" y="454819"/>
                      <a:pt x="94965" y="444246"/>
                      <a:pt x="130588" y="422434"/>
                    </a:cubicBezTo>
                    <a:cubicBezTo>
                      <a:pt x="143923" y="424339"/>
                      <a:pt x="173355" y="431673"/>
                      <a:pt x="187738" y="448723"/>
                    </a:cubicBezTo>
                    <a:cubicBezTo>
                      <a:pt x="203264" y="467106"/>
                      <a:pt x="234601" y="481584"/>
                      <a:pt x="253937" y="489204"/>
                    </a:cubicBezTo>
                    <a:cubicBezTo>
                      <a:pt x="274701" y="776859"/>
                      <a:pt x="233839" y="1153287"/>
                      <a:pt x="200692" y="1458087"/>
                    </a:cubicBezTo>
                    <a:lnTo>
                      <a:pt x="192691" y="1532001"/>
                    </a:lnTo>
                    <a:cubicBezTo>
                      <a:pt x="128016" y="2133505"/>
                      <a:pt x="360617" y="2215991"/>
                      <a:pt x="370523" y="2219230"/>
                    </a:cubicBezTo>
                    <a:lnTo>
                      <a:pt x="385477" y="2173986"/>
                    </a:lnTo>
                    <a:cubicBezTo>
                      <a:pt x="383763" y="2173415"/>
                      <a:pt x="180404" y="2094738"/>
                      <a:pt x="240316" y="1537240"/>
                    </a:cubicBezTo>
                    <a:close/>
                    <a:moveTo>
                      <a:pt x="108490" y="351472"/>
                    </a:moveTo>
                    <a:cubicBezTo>
                      <a:pt x="94965" y="346043"/>
                      <a:pt x="79915" y="344519"/>
                      <a:pt x="66580" y="344710"/>
                    </a:cubicBezTo>
                    <a:cubicBezTo>
                      <a:pt x="81249" y="332708"/>
                      <a:pt x="94679" y="317754"/>
                      <a:pt x="103251" y="300323"/>
                    </a:cubicBezTo>
                    <a:cubicBezTo>
                      <a:pt x="121444" y="263271"/>
                      <a:pt x="150781" y="211264"/>
                      <a:pt x="154781" y="204216"/>
                    </a:cubicBezTo>
                    <a:cubicBezTo>
                      <a:pt x="176594" y="201644"/>
                      <a:pt x="193643" y="203930"/>
                      <a:pt x="198406" y="204597"/>
                    </a:cubicBezTo>
                    <a:cubicBezTo>
                      <a:pt x="215932" y="247936"/>
                      <a:pt x="229077" y="298704"/>
                      <a:pt x="238696" y="355187"/>
                    </a:cubicBezTo>
                    <a:cubicBezTo>
                      <a:pt x="228695" y="358521"/>
                      <a:pt x="205645" y="366522"/>
                      <a:pt x="181737" y="376238"/>
                    </a:cubicBezTo>
                    <a:cubicBezTo>
                      <a:pt x="177165" y="375095"/>
                      <a:pt x="137732" y="363188"/>
                      <a:pt x="108490" y="351472"/>
                    </a:cubicBezTo>
                    <a:close/>
                    <a:moveTo>
                      <a:pt x="202597" y="436531"/>
                    </a:moveTo>
                    <a:cubicBezTo>
                      <a:pt x="190119" y="421767"/>
                      <a:pt x="171069" y="413290"/>
                      <a:pt x="155543" y="408622"/>
                    </a:cubicBezTo>
                    <a:cubicBezTo>
                      <a:pt x="184785" y="394430"/>
                      <a:pt x="224886" y="380238"/>
                      <a:pt x="241745" y="374428"/>
                    </a:cubicBezTo>
                    <a:cubicBezTo>
                      <a:pt x="246222" y="404241"/>
                      <a:pt x="249841" y="435483"/>
                      <a:pt x="252603" y="467963"/>
                    </a:cubicBezTo>
                    <a:cubicBezTo>
                      <a:pt x="234505" y="460248"/>
                      <a:pt x="212979" y="448913"/>
                      <a:pt x="202597" y="436531"/>
                    </a:cubicBezTo>
                    <a:close/>
                  </a:path>
                </a:pathLst>
              </a:custGeom>
              <a:solidFill>
                <a:srgbClr val="0592D8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84" name="Forme libre : forme 9083">
                <a:extLst>
                  <a:ext uri="{FF2B5EF4-FFF2-40B4-BE49-F238E27FC236}">
                    <a16:creationId xmlns:a16="http://schemas.microsoft.com/office/drawing/2014/main" id="{079CC330-7A98-46DF-A9A4-A3D3A8F2D575}"/>
                  </a:ext>
                </a:extLst>
              </p:cNvPr>
              <p:cNvSpPr/>
              <p:nvPr/>
            </p:nvSpPr>
            <p:spPr>
              <a:xfrm>
                <a:off x="4981722" y="3378708"/>
                <a:ext cx="135136" cy="1605819"/>
              </a:xfrm>
              <a:custGeom>
                <a:avLst/>
                <a:gdLst>
                  <a:gd name="connsiteX0" fmla="*/ 3095 w 135136"/>
                  <a:gd name="connsiteY0" fmla="*/ 0 h 1605819"/>
                  <a:gd name="connsiteX1" fmla="*/ 3572 w 135136"/>
                  <a:gd name="connsiteY1" fmla="*/ 202025 h 1605819"/>
                  <a:gd name="connsiteX2" fmla="*/ 11954 w 135136"/>
                  <a:gd name="connsiteY2" fmla="*/ 403860 h 1605819"/>
                  <a:gd name="connsiteX3" fmla="*/ 62055 w 135136"/>
                  <a:gd name="connsiteY3" fmla="*/ 804196 h 1605819"/>
                  <a:gd name="connsiteX4" fmla="*/ 126254 w 135136"/>
                  <a:gd name="connsiteY4" fmla="*/ 1203389 h 1605819"/>
                  <a:gd name="connsiteX5" fmla="*/ 134826 w 135136"/>
                  <a:gd name="connsiteY5" fmla="*/ 1405414 h 1605819"/>
                  <a:gd name="connsiteX6" fmla="*/ 128159 w 135136"/>
                  <a:gd name="connsiteY6" fmla="*/ 1506283 h 1605819"/>
                  <a:gd name="connsiteX7" fmla="*/ 110919 w 135136"/>
                  <a:gd name="connsiteY7" fmla="*/ 1605820 h 1605819"/>
                  <a:gd name="connsiteX8" fmla="*/ 126444 w 135136"/>
                  <a:gd name="connsiteY8" fmla="*/ 1506093 h 1605819"/>
                  <a:gd name="connsiteX9" fmla="*/ 131398 w 135136"/>
                  <a:gd name="connsiteY9" fmla="*/ 1405319 h 1605819"/>
                  <a:gd name="connsiteX10" fmla="*/ 121586 w 135136"/>
                  <a:gd name="connsiteY10" fmla="*/ 1203770 h 1605819"/>
                  <a:gd name="connsiteX11" fmla="*/ 55102 w 135136"/>
                  <a:gd name="connsiteY11" fmla="*/ 805529 h 1605819"/>
                  <a:gd name="connsiteX12" fmla="*/ 7286 w 135136"/>
                  <a:gd name="connsiteY12" fmla="*/ 404051 h 1605819"/>
                  <a:gd name="connsiteX13" fmla="*/ 238 w 135136"/>
                  <a:gd name="connsiteY13" fmla="*/ 202025 h 1605819"/>
                  <a:gd name="connsiteX14" fmla="*/ 3095 w 135136"/>
                  <a:gd name="connsiteY14" fmla="*/ 0 h 160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5136" h="1605819">
                    <a:moveTo>
                      <a:pt x="3095" y="0"/>
                    </a:moveTo>
                    <a:cubicBezTo>
                      <a:pt x="1381" y="67342"/>
                      <a:pt x="1857" y="134683"/>
                      <a:pt x="3572" y="202025"/>
                    </a:cubicBezTo>
                    <a:cubicBezTo>
                      <a:pt x="5001" y="269367"/>
                      <a:pt x="7763" y="336613"/>
                      <a:pt x="11954" y="403860"/>
                    </a:cubicBezTo>
                    <a:cubicBezTo>
                      <a:pt x="21002" y="538163"/>
                      <a:pt x="35290" y="672370"/>
                      <a:pt x="62055" y="804196"/>
                    </a:cubicBezTo>
                    <a:cubicBezTo>
                      <a:pt x="89106" y="936117"/>
                      <a:pt x="113300" y="1069086"/>
                      <a:pt x="126254" y="1203389"/>
                    </a:cubicBezTo>
                    <a:cubicBezTo>
                      <a:pt x="132636" y="1270540"/>
                      <a:pt x="136255" y="1337977"/>
                      <a:pt x="134826" y="1405414"/>
                    </a:cubicBezTo>
                    <a:cubicBezTo>
                      <a:pt x="134255" y="1439132"/>
                      <a:pt x="131588" y="1472756"/>
                      <a:pt x="128159" y="1506283"/>
                    </a:cubicBezTo>
                    <a:cubicBezTo>
                      <a:pt x="124063" y="1539716"/>
                      <a:pt x="118538" y="1573054"/>
                      <a:pt x="110919" y="1605820"/>
                    </a:cubicBezTo>
                    <a:cubicBezTo>
                      <a:pt x="117967" y="1572863"/>
                      <a:pt x="122920" y="1539526"/>
                      <a:pt x="126444" y="1506093"/>
                    </a:cubicBezTo>
                    <a:cubicBezTo>
                      <a:pt x="129302" y="1472565"/>
                      <a:pt x="131398" y="1438942"/>
                      <a:pt x="131398" y="1405319"/>
                    </a:cubicBezTo>
                    <a:cubicBezTo>
                      <a:pt x="132254" y="1338072"/>
                      <a:pt x="128445" y="1270730"/>
                      <a:pt x="121586" y="1203770"/>
                    </a:cubicBezTo>
                    <a:cubicBezTo>
                      <a:pt x="107870" y="1069753"/>
                      <a:pt x="82915" y="937355"/>
                      <a:pt x="55102" y="805529"/>
                    </a:cubicBezTo>
                    <a:cubicBezTo>
                      <a:pt x="29099" y="673037"/>
                      <a:pt x="15573" y="538544"/>
                      <a:pt x="7286" y="404051"/>
                    </a:cubicBezTo>
                    <a:cubicBezTo>
                      <a:pt x="3572" y="336709"/>
                      <a:pt x="1096" y="269367"/>
                      <a:pt x="238" y="202025"/>
                    </a:cubicBezTo>
                    <a:cubicBezTo>
                      <a:pt x="-429" y="134683"/>
                      <a:pt x="238" y="67246"/>
                      <a:pt x="30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85" name="Forme libre : forme 9084">
                <a:extLst>
                  <a:ext uri="{FF2B5EF4-FFF2-40B4-BE49-F238E27FC236}">
                    <a16:creationId xmlns:a16="http://schemas.microsoft.com/office/drawing/2014/main" id="{6C2B8ABB-D3EA-4C4D-A1F1-64AA7F0290C2}"/>
                  </a:ext>
                </a:extLst>
              </p:cNvPr>
              <p:cNvSpPr/>
              <p:nvPr/>
            </p:nvSpPr>
            <p:spPr>
              <a:xfrm>
                <a:off x="5427910" y="3657409"/>
                <a:ext cx="89068" cy="1279683"/>
              </a:xfrm>
              <a:custGeom>
                <a:avLst/>
                <a:gdLst>
                  <a:gd name="connsiteX0" fmla="*/ 89068 w 89068"/>
                  <a:gd name="connsiteY0" fmla="*/ 0 h 1279683"/>
                  <a:gd name="connsiteX1" fmla="*/ 79067 w 89068"/>
                  <a:gd name="connsiteY1" fmla="*/ 160972 h 1279683"/>
                  <a:gd name="connsiteX2" fmla="*/ 67542 w 89068"/>
                  <a:gd name="connsiteY2" fmla="*/ 321850 h 1279683"/>
                  <a:gd name="connsiteX3" fmla="*/ 38872 w 89068"/>
                  <a:gd name="connsiteY3" fmla="*/ 643128 h 1279683"/>
                  <a:gd name="connsiteX4" fmla="*/ 29156 w 89068"/>
                  <a:gd name="connsiteY4" fmla="*/ 723233 h 1279683"/>
                  <a:gd name="connsiteX5" fmla="*/ 17155 w 89068"/>
                  <a:gd name="connsiteY5" fmla="*/ 802957 h 1279683"/>
                  <a:gd name="connsiteX6" fmla="*/ 5534 w 89068"/>
                  <a:gd name="connsiteY6" fmla="*/ 963263 h 1279683"/>
                  <a:gd name="connsiteX7" fmla="*/ 12964 w 89068"/>
                  <a:gd name="connsiteY7" fmla="*/ 1123855 h 1279683"/>
                  <a:gd name="connsiteX8" fmla="*/ 50968 w 89068"/>
                  <a:gd name="connsiteY8" fmla="*/ 1279684 h 1279683"/>
                  <a:gd name="connsiteX9" fmla="*/ 9535 w 89068"/>
                  <a:gd name="connsiteY9" fmla="*/ 1124331 h 1279683"/>
                  <a:gd name="connsiteX10" fmla="*/ 10 w 89068"/>
                  <a:gd name="connsiteY10" fmla="*/ 963168 h 1279683"/>
                  <a:gd name="connsiteX11" fmla="*/ 10678 w 89068"/>
                  <a:gd name="connsiteY11" fmla="*/ 802005 h 1279683"/>
                  <a:gd name="connsiteX12" fmla="*/ 22299 w 89068"/>
                  <a:gd name="connsiteY12" fmla="*/ 722281 h 1279683"/>
                  <a:gd name="connsiteX13" fmla="*/ 31633 w 89068"/>
                  <a:gd name="connsiteY13" fmla="*/ 642271 h 1279683"/>
                  <a:gd name="connsiteX14" fmla="*/ 61922 w 89068"/>
                  <a:gd name="connsiteY14" fmla="*/ 321373 h 1279683"/>
                  <a:gd name="connsiteX15" fmla="*/ 89068 w 89068"/>
                  <a:gd name="connsiteY15" fmla="*/ 0 h 1279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9068" h="1279683">
                    <a:moveTo>
                      <a:pt x="89068" y="0"/>
                    </a:moveTo>
                    <a:lnTo>
                      <a:pt x="79067" y="160972"/>
                    </a:lnTo>
                    <a:lnTo>
                      <a:pt x="67542" y="321850"/>
                    </a:lnTo>
                    <a:cubicBezTo>
                      <a:pt x="59350" y="429006"/>
                      <a:pt x="50111" y="536162"/>
                      <a:pt x="38872" y="643128"/>
                    </a:cubicBezTo>
                    <a:cubicBezTo>
                      <a:pt x="35919" y="669893"/>
                      <a:pt x="32776" y="696563"/>
                      <a:pt x="29156" y="723233"/>
                    </a:cubicBezTo>
                    <a:cubicBezTo>
                      <a:pt x="25537" y="749903"/>
                      <a:pt x="20965" y="776478"/>
                      <a:pt x="17155" y="802957"/>
                    </a:cubicBezTo>
                    <a:cubicBezTo>
                      <a:pt x="10011" y="856107"/>
                      <a:pt x="6582" y="909638"/>
                      <a:pt x="5534" y="963263"/>
                    </a:cubicBezTo>
                    <a:cubicBezTo>
                      <a:pt x="4582" y="1016889"/>
                      <a:pt x="6582" y="1070610"/>
                      <a:pt x="12964" y="1123855"/>
                    </a:cubicBezTo>
                    <a:cubicBezTo>
                      <a:pt x="19250" y="1177004"/>
                      <a:pt x="28871" y="1230439"/>
                      <a:pt x="50968" y="1279684"/>
                    </a:cubicBezTo>
                    <a:cubicBezTo>
                      <a:pt x="27823" y="1231011"/>
                      <a:pt x="16965" y="1177481"/>
                      <a:pt x="9535" y="1124331"/>
                    </a:cubicBezTo>
                    <a:cubicBezTo>
                      <a:pt x="2391" y="1070991"/>
                      <a:pt x="-181" y="1017080"/>
                      <a:pt x="10" y="963168"/>
                    </a:cubicBezTo>
                    <a:cubicBezTo>
                      <a:pt x="200" y="909352"/>
                      <a:pt x="3820" y="855440"/>
                      <a:pt x="10678" y="802005"/>
                    </a:cubicBezTo>
                    <a:cubicBezTo>
                      <a:pt x="14393" y="775240"/>
                      <a:pt x="18774" y="748760"/>
                      <a:pt x="22299" y="722281"/>
                    </a:cubicBezTo>
                    <a:cubicBezTo>
                      <a:pt x="25727" y="695706"/>
                      <a:pt x="28775" y="669036"/>
                      <a:pt x="31633" y="642271"/>
                    </a:cubicBezTo>
                    <a:cubicBezTo>
                      <a:pt x="43444" y="535496"/>
                      <a:pt x="52493" y="428339"/>
                      <a:pt x="61922" y="321373"/>
                    </a:cubicBezTo>
                    <a:lnTo>
                      <a:pt x="89068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86" name="Forme libre : forme 9085">
                <a:extLst>
                  <a:ext uri="{FF2B5EF4-FFF2-40B4-BE49-F238E27FC236}">
                    <a16:creationId xmlns:a16="http://schemas.microsoft.com/office/drawing/2014/main" id="{69653B5C-B710-4A62-91A9-EEFEDE0BD6B4}"/>
                  </a:ext>
                </a:extLst>
              </p:cNvPr>
              <p:cNvSpPr/>
              <p:nvPr/>
            </p:nvSpPr>
            <p:spPr>
              <a:xfrm>
                <a:off x="5090926" y="2930662"/>
                <a:ext cx="294608" cy="88476"/>
              </a:xfrm>
              <a:custGeom>
                <a:avLst/>
                <a:gdLst>
                  <a:gd name="connsiteX0" fmla="*/ 0 w 294608"/>
                  <a:gd name="connsiteY0" fmla="*/ 88477 h 88476"/>
                  <a:gd name="connsiteX1" fmla="*/ 62103 w 294608"/>
                  <a:gd name="connsiteY1" fmla="*/ 30470 h 88476"/>
                  <a:gd name="connsiteX2" fmla="*/ 142684 w 294608"/>
                  <a:gd name="connsiteY2" fmla="*/ 752 h 88476"/>
                  <a:gd name="connsiteX3" fmla="*/ 227172 w 294608"/>
                  <a:gd name="connsiteY3" fmla="*/ 15992 h 88476"/>
                  <a:gd name="connsiteX4" fmla="*/ 263557 w 294608"/>
                  <a:gd name="connsiteY4" fmla="*/ 38756 h 88476"/>
                  <a:gd name="connsiteX5" fmla="*/ 279749 w 294608"/>
                  <a:gd name="connsiteY5" fmla="*/ 52663 h 88476"/>
                  <a:gd name="connsiteX6" fmla="*/ 294608 w 294608"/>
                  <a:gd name="connsiteY6" fmla="*/ 67903 h 88476"/>
                  <a:gd name="connsiteX7" fmla="*/ 224218 w 294608"/>
                  <a:gd name="connsiteY7" fmla="*/ 22659 h 88476"/>
                  <a:gd name="connsiteX8" fmla="*/ 143637 w 294608"/>
                  <a:gd name="connsiteY8" fmla="*/ 10181 h 88476"/>
                  <a:gd name="connsiteX9" fmla="*/ 65913 w 294608"/>
                  <a:gd name="connsiteY9" fmla="*/ 36661 h 88476"/>
                  <a:gd name="connsiteX10" fmla="*/ 31337 w 294608"/>
                  <a:gd name="connsiteY10" fmla="*/ 60188 h 88476"/>
                  <a:gd name="connsiteX11" fmla="*/ 0 w 294608"/>
                  <a:gd name="connsiteY11" fmla="*/ 88477 h 8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4608" h="88476">
                    <a:moveTo>
                      <a:pt x="0" y="88477"/>
                    </a:moveTo>
                    <a:cubicBezTo>
                      <a:pt x="16764" y="65617"/>
                      <a:pt x="38100" y="46091"/>
                      <a:pt x="62103" y="30470"/>
                    </a:cubicBezTo>
                    <a:cubicBezTo>
                      <a:pt x="86106" y="14849"/>
                      <a:pt x="113633" y="3800"/>
                      <a:pt x="142684" y="752"/>
                    </a:cubicBezTo>
                    <a:cubicBezTo>
                      <a:pt x="171641" y="-2106"/>
                      <a:pt x="201359" y="3228"/>
                      <a:pt x="227172" y="15992"/>
                    </a:cubicBezTo>
                    <a:cubicBezTo>
                      <a:pt x="240125" y="22278"/>
                      <a:pt x="252222" y="30089"/>
                      <a:pt x="263557" y="38756"/>
                    </a:cubicBezTo>
                    <a:cubicBezTo>
                      <a:pt x="269272" y="43043"/>
                      <a:pt x="274320" y="48091"/>
                      <a:pt x="279749" y="52663"/>
                    </a:cubicBezTo>
                    <a:cubicBezTo>
                      <a:pt x="284893" y="57521"/>
                      <a:pt x="289750" y="62759"/>
                      <a:pt x="294608" y="67903"/>
                    </a:cubicBezTo>
                    <a:cubicBezTo>
                      <a:pt x="273082" y="49615"/>
                      <a:pt x="249746" y="33518"/>
                      <a:pt x="224218" y="22659"/>
                    </a:cubicBezTo>
                    <a:cubicBezTo>
                      <a:pt x="198691" y="11991"/>
                      <a:pt x="170974" y="7324"/>
                      <a:pt x="143637" y="10181"/>
                    </a:cubicBezTo>
                    <a:cubicBezTo>
                      <a:pt x="116300" y="12848"/>
                      <a:pt x="90011" y="23040"/>
                      <a:pt x="65913" y="36661"/>
                    </a:cubicBezTo>
                    <a:cubicBezTo>
                      <a:pt x="53816" y="43519"/>
                      <a:pt x="42291" y="51520"/>
                      <a:pt x="31337" y="60188"/>
                    </a:cubicBezTo>
                    <a:cubicBezTo>
                      <a:pt x="20288" y="68855"/>
                      <a:pt x="9906" y="78285"/>
                      <a:pt x="0" y="88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87" name="Forme libre : forme 9086">
                <a:extLst>
                  <a:ext uri="{FF2B5EF4-FFF2-40B4-BE49-F238E27FC236}">
                    <a16:creationId xmlns:a16="http://schemas.microsoft.com/office/drawing/2014/main" id="{FE0AA734-0CB1-4AD5-9C30-5C04214B45B0}"/>
                  </a:ext>
                </a:extLst>
              </p:cNvPr>
              <p:cNvSpPr/>
              <p:nvPr/>
            </p:nvSpPr>
            <p:spPr>
              <a:xfrm>
                <a:off x="7199380" y="2461901"/>
                <a:ext cx="124301" cy="83844"/>
              </a:xfrm>
              <a:custGeom>
                <a:avLst/>
                <a:gdLst>
                  <a:gd name="connsiteX0" fmla="*/ 0 w 124301"/>
                  <a:gd name="connsiteY0" fmla="*/ 83845 h 83844"/>
                  <a:gd name="connsiteX1" fmla="*/ 22860 w 124301"/>
                  <a:gd name="connsiteY1" fmla="*/ 34315 h 83844"/>
                  <a:gd name="connsiteX2" fmla="*/ 58579 w 124301"/>
                  <a:gd name="connsiteY2" fmla="*/ 1644 h 83844"/>
                  <a:gd name="connsiteX3" fmla="*/ 80582 w 124301"/>
                  <a:gd name="connsiteY3" fmla="*/ 2311 h 83844"/>
                  <a:gd name="connsiteX4" fmla="*/ 99536 w 124301"/>
                  <a:gd name="connsiteY4" fmla="*/ 17170 h 83844"/>
                  <a:gd name="connsiteX5" fmla="*/ 124302 w 124301"/>
                  <a:gd name="connsiteY5" fmla="*/ 64986 h 83844"/>
                  <a:gd name="connsiteX6" fmla="*/ 96393 w 124301"/>
                  <a:gd name="connsiteY6" fmla="*/ 22980 h 83844"/>
                  <a:gd name="connsiteX7" fmla="*/ 60103 w 124301"/>
                  <a:gd name="connsiteY7" fmla="*/ 10693 h 83844"/>
                  <a:gd name="connsiteX8" fmla="*/ 26575 w 124301"/>
                  <a:gd name="connsiteY8" fmla="*/ 39363 h 83844"/>
                  <a:gd name="connsiteX9" fmla="*/ 0 w 124301"/>
                  <a:gd name="connsiteY9" fmla="*/ 83845 h 83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4301" h="83844">
                    <a:moveTo>
                      <a:pt x="0" y="83845"/>
                    </a:moveTo>
                    <a:cubicBezTo>
                      <a:pt x="5715" y="65938"/>
                      <a:pt x="13335" y="49079"/>
                      <a:pt x="22860" y="34315"/>
                    </a:cubicBezTo>
                    <a:cubicBezTo>
                      <a:pt x="32290" y="19742"/>
                      <a:pt x="44101" y="6597"/>
                      <a:pt x="58579" y="1644"/>
                    </a:cubicBezTo>
                    <a:cubicBezTo>
                      <a:pt x="65818" y="-737"/>
                      <a:pt x="73438" y="-546"/>
                      <a:pt x="80582" y="2311"/>
                    </a:cubicBezTo>
                    <a:cubicBezTo>
                      <a:pt x="87725" y="5169"/>
                      <a:pt x="94107" y="10693"/>
                      <a:pt x="99536" y="17170"/>
                    </a:cubicBezTo>
                    <a:cubicBezTo>
                      <a:pt x="110586" y="30219"/>
                      <a:pt x="118301" y="47269"/>
                      <a:pt x="124302" y="64986"/>
                    </a:cubicBezTo>
                    <a:cubicBezTo>
                      <a:pt x="116110" y="49174"/>
                      <a:pt x="107156" y="34124"/>
                      <a:pt x="96393" y="22980"/>
                    </a:cubicBezTo>
                    <a:cubicBezTo>
                      <a:pt x="85820" y="11550"/>
                      <a:pt x="72580" y="6216"/>
                      <a:pt x="60103" y="10693"/>
                    </a:cubicBezTo>
                    <a:cubicBezTo>
                      <a:pt x="47530" y="14789"/>
                      <a:pt x="36386" y="26409"/>
                      <a:pt x="26575" y="39363"/>
                    </a:cubicBezTo>
                    <a:cubicBezTo>
                      <a:pt x="16764" y="52794"/>
                      <a:pt x="7906" y="67748"/>
                      <a:pt x="0" y="838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88" name="Forme libre : forme 9087">
                <a:extLst>
                  <a:ext uri="{FF2B5EF4-FFF2-40B4-BE49-F238E27FC236}">
                    <a16:creationId xmlns:a16="http://schemas.microsoft.com/office/drawing/2014/main" id="{D7996C68-5DCF-401D-B6CD-C61A1FCE7F42}"/>
                  </a:ext>
                </a:extLst>
              </p:cNvPr>
              <p:cNvSpPr/>
              <p:nvPr/>
            </p:nvSpPr>
            <p:spPr>
              <a:xfrm>
                <a:off x="7180520" y="3285839"/>
                <a:ext cx="116623" cy="1189577"/>
              </a:xfrm>
              <a:custGeom>
                <a:avLst/>
                <a:gdLst>
                  <a:gd name="connsiteX0" fmla="*/ 0 w 116623"/>
                  <a:gd name="connsiteY0" fmla="*/ 0 h 1189577"/>
                  <a:gd name="connsiteX1" fmla="*/ 38576 w 116623"/>
                  <a:gd name="connsiteY1" fmla="*/ 295656 h 1189577"/>
                  <a:gd name="connsiteX2" fmla="*/ 75438 w 116623"/>
                  <a:gd name="connsiteY2" fmla="*/ 591693 h 1189577"/>
                  <a:gd name="connsiteX3" fmla="*/ 93440 w 116623"/>
                  <a:gd name="connsiteY3" fmla="*/ 739902 h 1189577"/>
                  <a:gd name="connsiteX4" fmla="*/ 107442 w 116623"/>
                  <a:gd name="connsiteY4" fmla="*/ 889159 h 1189577"/>
                  <a:gd name="connsiteX5" fmla="*/ 114871 w 116623"/>
                  <a:gd name="connsiteY5" fmla="*/ 1189577 h 1189577"/>
                  <a:gd name="connsiteX6" fmla="*/ 112205 w 116623"/>
                  <a:gd name="connsiteY6" fmla="*/ 1039463 h 1189577"/>
                  <a:gd name="connsiteX7" fmla="*/ 102394 w 116623"/>
                  <a:gd name="connsiteY7" fmla="*/ 889921 h 1189577"/>
                  <a:gd name="connsiteX8" fmla="*/ 87535 w 116623"/>
                  <a:gd name="connsiteY8" fmla="*/ 741331 h 1189577"/>
                  <a:gd name="connsiteX9" fmla="*/ 69056 w 116623"/>
                  <a:gd name="connsiteY9" fmla="*/ 593407 h 1189577"/>
                  <a:gd name="connsiteX10" fmla="*/ 33718 w 116623"/>
                  <a:gd name="connsiteY10" fmla="*/ 296894 h 1189577"/>
                  <a:gd name="connsiteX11" fmla="*/ 0 w 116623"/>
                  <a:gd name="connsiteY11" fmla="*/ 0 h 1189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6623" h="1189577">
                    <a:moveTo>
                      <a:pt x="0" y="0"/>
                    </a:moveTo>
                    <a:cubicBezTo>
                      <a:pt x="13335" y="98393"/>
                      <a:pt x="26003" y="196977"/>
                      <a:pt x="38576" y="295656"/>
                    </a:cubicBezTo>
                    <a:lnTo>
                      <a:pt x="75438" y="591693"/>
                    </a:lnTo>
                    <a:cubicBezTo>
                      <a:pt x="81439" y="641128"/>
                      <a:pt x="87059" y="690467"/>
                      <a:pt x="93440" y="739902"/>
                    </a:cubicBezTo>
                    <a:cubicBezTo>
                      <a:pt x="99250" y="789432"/>
                      <a:pt x="103917" y="839248"/>
                      <a:pt x="107442" y="889159"/>
                    </a:cubicBezTo>
                    <a:cubicBezTo>
                      <a:pt x="114395" y="988886"/>
                      <a:pt x="119443" y="1089470"/>
                      <a:pt x="114871" y="1189577"/>
                    </a:cubicBezTo>
                    <a:cubicBezTo>
                      <a:pt x="115919" y="1139476"/>
                      <a:pt x="114681" y="1089374"/>
                      <a:pt x="112205" y="1039463"/>
                    </a:cubicBezTo>
                    <a:cubicBezTo>
                      <a:pt x="109918" y="989552"/>
                      <a:pt x="106489" y="939641"/>
                      <a:pt x="102394" y="889921"/>
                    </a:cubicBezTo>
                    <a:cubicBezTo>
                      <a:pt x="98012" y="840296"/>
                      <a:pt x="93631" y="790575"/>
                      <a:pt x="87535" y="741331"/>
                    </a:cubicBezTo>
                    <a:cubicBezTo>
                      <a:pt x="81058" y="692277"/>
                      <a:pt x="75152" y="642747"/>
                      <a:pt x="69056" y="593407"/>
                    </a:cubicBezTo>
                    <a:lnTo>
                      <a:pt x="33718" y="296894"/>
                    </a:lnTo>
                    <a:cubicBezTo>
                      <a:pt x="22098" y="198025"/>
                      <a:pt x="10668" y="9906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89" name="Forme libre : forme 9088">
                <a:extLst>
                  <a:ext uri="{FF2B5EF4-FFF2-40B4-BE49-F238E27FC236}">
                    <a16:creationId xmlns:a16="http://schemas.microsoft.com/office/drawing/2014/main" id="{F396FB7B-FAC7-4782-83C1-101509AC558C}"/>
                  </a:ext>
                </a:extLst>
              </p:cNvPr>
              <p:cNvSpPr/>
              <p:nvPr/>
            </p:nvSpPr>
            <p:spPr>
              <a:xfrm>
                <a:off x="7390361" y="3081718"/>
                <a:ext cx="81147" cy="997267"/>
              </a:xfrm>
              <a:custGeom>
                <a:avLst/>
                <a:gdLst>
                  <a:gd name="connsiteX0" fmla="*/ 185 w 81147"/>
                  <a:gd name="connsiteY0" fmla="*/ 0 h 997267"/>
                  <a:gd name="connsiteX1" fmla="*/ 6281 w 81147"/>
                  <a:gd name="connsiteY1" fmla="*/ 252889 h 997267"/>
                  <a:gd name="connsiteX2" fmla="*/ 13806 w 81147"/>
                  <a:gd name="connsiteY2" fmla="*/ 505587 h 997267"/>
                  <a:gd name="connsiteX3" fmla="*/ 17616 w 81147"/>
                  <a:gd name="connsiteY3" fmla="*/ 568452 h 997267"/>
                  <a:gd name="connsiteX4" fmla="*/ 21426 w 81147"/>
                  <a:gd name="connsiteY4" fmla="*/ 631603 h 997267"/>
                  <a:gd name="connsiteX5" fmla="*/ 30284 w 81147"/>
                  <a:gd name="connsiteY5" fmla="*/ 757238 h 997267"/>
                  <a:gd name="connsiteX6" fmla="*/ 47429 w 81147"/>
                  <a:gd name="connsiteY6" fmla="*/ 880872 h 997267"/>
                  <a:gd name="connsiteX7" fmla="*/ 81148 w 81147"/>
                  <a:gd name="connsiteY7" fmla="*/ 997267 h 997267"/>
                  <a:gd name="connsiteX8" fmla="*/ 44286 w 81147"/>
                  <a:gd name="connsiteY8" fmla="*/ 882205 h 997267"/>
                  <a:gd name="connsiteX9" fmla="*/ 25236 w 81147"/>
                  <a:gd name="connsiteY9" fmla="*/ 758285 h 997267"/>
                  <a:gd name="connsiteX10" fmla="*/ 15425 w 81147"/>
                  <a:gd name="connsiteY10" fmla="*/ 632365 h 997267"/>
                  <a:gd name="connsiteX11" fmla="*/ 11330 w 81147"/>
                  <a:gd name="connsiteY11" fmla="*/ 569500 h 997267"/>
                  <a:gd name="connsiteX12" fmla="*/ 7233 w 81147"/>
                  <a:gd name="connsiteY12" fmla="*/ 506349 h 997267"/>
                  <a:gd name="connsiteX13" fmla="*/ 1233 w 81147"/>
                  <a:gd name="connsiteY13" fmla="*/ 253270 h 997267"/>
                  <a:gd name="connsiteX14" fmla="*/ 185 w 81147"/>
                  <a:gd name="connsiteY14" fmla="*/ 0 h 997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1147" h="997267">
                    <a:moveTo>
                      <a:pt x="185" y="0"/>
                    </a:moveTo>
                    <a:lnTo>
                      <a:pt x="6281" y="252889"/>
                    </a:lnTo>
                    <a:cubicBezTo>
                      <a:pt x="8376" y="337185"/>
                      <a:pt x="9996" y="421481"/>
                      <a:pt x="13806" y="505587"/>
                    </a:cubicBezTo>
                    <a:cubicBezTo>
                      <a:pt x="14663" y="526637"/>
                      <a:pt x="15901" y="547306"/>
                      <a:pt x="17616" y="568452"/>
                    </a:cubicBezTo>
                    <a:cubicBezTo>
                      <a:pt x="19140" y="589502"/>
                      <a:pt x="20283" y="610553"/>
                      <a:pt x="21426" y="631603"/>
                    </a:cubicBezTo>
                    <a:cubicBezTo>
                      <a:pt x="23712" y="673608"/>
                      <a:pt x="26474" y="715518"/>
                      <a:pt x="30284" y="757238"/>
                    </a:cubicBezTo>
                    <a:cubicBezTo>
                      <a:pt x="34189" y="798957"/>
                      <a:pt x="39428" y="840391"/>
                      <a:pt x="47429" y="880872"/>
                    </a:cubicBezTo>
                    <a:cubicBezTo>
                      <a:pt x="55240" y="921353"/>
                      <a:pt x="65908" y="960977"/>
                      <a:pt x="81148" y="997267"/>
                    </a:cubicBezTo>
                    <a:cubicBezTo>
                      <a:pt x="64669" y="962025"/>
                      <a:pt x="53239" y="922496"/>
                      <a:pt x="44286" y="882205"/>
                    </a:cubicBezTo>
                    <a:cubicBezTo>
                      <a:pt x="35618" y="841724"/>
                      <a:pt x="29713" y="800100"/>
                      <a:pt x="25236" y="758285"/>
                    </a:cubicBezTo>
                    <a:cubicBezTo>
                      <a:pt x="20664" y="716471"/>
                      <a:pt x="17997" y="674370"/>
                      <a:pt x="15425" y="632365"/>
                    </a:cubicBezTo>
                    <a:cubicBezTo>
                      <a:pt x="14092" y="611314"/>
                      <a:pt x="12949" y="590359"/>
                      <a:pt x="11330" y="569500"/>
                    </a:cubicBezTo>
                    <a:cubicBezTo>
                      <a:pt x="9615" y="548735"/>
                      <a:pt x="8186" y="527304"/>
                      <a:pt x="7233" y="506349"/>
                    </a:cubicBezTo>
                    <a:cubicBezTo>
                      <a:pt x="3995" y="421957"/>
                      <a:pt x="2281" y="337661"/>
                      <a:pt x="1233" y="253270"/>
                    </a:cubicBezTo>
                    <a:cubicBezTo>
                      <a:pt x="185" y="168688"/>
                      <a:pt x="-291" y="84296"/>
                      <a:pt x="1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90" name="Forme libre : forme 9089">
                <a:extLst>
                  <a:ext uri="{FF2B5EF4-FFF2-40B4-BE49-F238E27FC236}">
                    <a16:creationId xmlns:a16="http://schemas.microsoft.com/office/drawing/2014/main" id="{E04581C0-1A87-45BD-83CF-4265E9D325D6}"/>
                  </a:ext>
                </a:extLst>
              </p:cNvPr>
              <p:cNvSpPr/>
              <p:nvPr/>
            </p:nvSpPr>
            <p:spPr>
              <a:xfrm>
                <a:off x="6296314" y="4970240"/>
                <a:ext cx="432435" cy="151301"/>
              </a:xfrm>
              <a:custGeom>
                <a:avLst/>
                <a:gdLst>
                  <a:gd name="connsiteX0" fmla="*/ 0 w 432435"/>
                  <a:gd name="connsiteY0" fmla="*/ 145732 h 151301"/>
                  <a:gd name="connsiteX1" fmla="*/ 59341 w 432435"/>
                  <a:gd name="connsiteY1" fmla="*/ 146399 h 151301"/>
                  <a:gd name="connsiteX2" fmla="*/ 118491 w 432435"/>
                  <a:gd name="connsiteY2" fmla="*/ 142780 h 151301"/>
                  <a:gd name="connsiteX3" fmla="*/ 234505 w 432435"/>
                  <a:gd name="connsiteY3" fmla="*/ 121539 h 151301"/>
                  <a:gd name="connsiteX4" fmla="*/ 290227 w 432435"/>
                  <a:gd name="connsiteY4" fmla="*/ 102489 h 151301"/>
                  <a:gd name="connsiteX5" fmla="*/ 342805 w 432435"/>
                  <a:gd name="connsiteY5" fmla="*/ 76200 h 151301"/>
                  <a:gd name="connsiteX6" fmla="*/ 432435 w 432435"/>
                  <a:gd name="connsiteY6" fmla="*/ 0 h 151301"/>
                  <a:gd name="connsiteX7" fmla="*/ 393859 w 432435"/>
                  <a:gd name="connsiteY7" fmla="*/ 45530 h 151301"/>
                  <a:gd name="connsiteX8" fmla="*/ 346615 w 432435"/>
                  <a:gd name="connsiteY8" fmla="*/ 82391 h 151301"/>
                  <a:gd name="connsiteX9" fmla="*/ 237077 w 432435"/>
                  <a:gd name="connsiteY9" fmla="*/ 130683 h 151301"/>
                  <a:gd name="connsiteX10" fmla="*/ 119063 w 432435"/>
                  <a:gd name="connsiteY10" fmla="*/ 150019 h 151301"/>
                  <a:gd name="connsiteX11" fmla="*/ 0 w 432435"/>
                  <a:gd name="connsiteY11" fmla="*/ 145732 h 15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2435" h="151301">
                    <a:moveTo>
                      <a:pt x="0" y="145732"/>
                    </a:moveTo>
                    <a:cubicBezTo>
                      <a:pt x="19812" y="146780"/>
                      <a:pt x="39624" y="147066"/>
                      <a:pt x="59341" y="146399"/>
                    </a:cubicBezTo>
                    <a:cubicBezTo>
                      <a:pt x="79058" y="146018"/>
                      <a:pt x="98870" y="144780"/>
                      <a:pt x="118491" y="142780"/>
                    </a:cubicBezTo>
                    <a:cubicBezTo>
                      <a:pt x="157734" y="138970"/>
                      <a:pt x="196691" y="132398"/>
                      <a:pt x="234505" y="121539"/>
                    </a:cubicBezTo>
                    <a:cubicBezTo>
                      <a:pt x="253461" y="116205"/>
                      <a:pt x="272034" y="109918"/>
                      <a:pt x="290227" y="102489"/>
                    </a:cubicBezTo>
                    <a:cubicBezTo>
                      <a:pt x="308420" y="95059"/>
                      <a:pt x="325755" y="85820"/>
                      <a:pt x="342805" y="76200"/>
                    </a:cubicBezTo>
                    <a:cubicBezTo>
                      <a:pt x="376619" y="56292"/>
                      <a:pt x="406908" y="30480"/>
                      <a:pt x="432435" y="0"/>
                    </a:cubicBezTo>
                    <a:cubicBezTo>
                      <a:pt x="421100" y="16288"/>
                      <a:pt x="408242" y="31623"/>
                      <a:pt x="393859" y="45530"/>
                    </a:cubicBezTo>
                    <a:cubicBezTo>
                      <a:pt x="379190" y="59055"/>
                      <a:pt x="363570" y="71628"/>
                      <a:pt x="346615" y="82391"/>
                    </a:cubicBezTo>
                    <a:cubicBezTo>
                      <a:pt x="312897" y="104108"/>
                      <a:pt x="275368" y="119349"/>
                      <a:pt x="237077" y="130683"/>
                    </a:cubicBezTo>
                    <a:cubicBezTo>
                      <a:pt x="198406" y="140970"/>
                      <a:pt x="158877" y="147733"/>
                      <a:pt x="119063" y="150019"/>
                    </a:cubicBezTo>
                    <a:cubicBezTo>
                      <a:pt x="79343" y="152400"/>
                      <a:pt x="39338" y="151733"/>
                      <a:pt x="0" y="1457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91" name="Forme libre : forme 9090">
                <a:extLst>
                  <a:ext uri="{FF2B5EF4-FFF2-40B4-BE49-F238E27FC236}">
                    <a16:creationId xmlns:a16="http://schemas.microsoft.com/office/drawing/2014/main" id="{7C7AA543-DB6D-4BB3-AB83-DAA2DF420EDC}"/>
                  </a:ext>
                </a:extLst>
              </p:cNvPr>
              <p:cNvSpPr/>
              <p:nvPr/>
            </p:nvSpPr>
            <p:spPr>
              <a:xfrm>
                <a:off x="2186563" y="5023661"/>
                <a:ext cx="942498" cy="95550"/>
              </a:xfrm>
              <a:custGeom>
                <a:avLst/>
                <a:gdLst>
                  <a:gd name="connsiteX0" fmla="*/ 0 w 942498"/>
                  <a:gd name="connsiteY0" fmla="*/ 8396 h 95550"/>
                  <a:gd name="connsiteX1" fmla="*/ 118586 w 942498"/>
                  <a:gd name="connsiteY1" fmla="*/ 1062 h 95550"/>
                  <a:gd name="connsiteX2" fmla="*/ 237458 w 942498"/>
                  <a:gd name="connsiteY2" fmla="*/ 205 h 95550"/>
                  <a:gd name="connsiteX3" fmla="*/ 474821 w 942498"/>
                  <a:gd name="connsiteY3" fmla="*/ 12778 h 95550"/>
                  <a:gd name="connsiteX4" fmla="*/ 710470 w 942498"/>
                  <a:gd name="connsiteY4" fmla="*/ 44306 h 95550"/>
                  <a:gd name="connsiteX5" fmla="*/ 768953 w 942498"/>
                  <a:gd name="connsiteY5" fmla="*/ 55069 h 95550"/>
                  <a:gd name="connsiteX6" fmla="*/ 827151 w 942498"/>
                  <a:gd name="connsiteY6" fmla="*/ 67261 h 95550"/>
                  <a:gd name="connsiteX7" fmla="*/ 884968 w 942498"/>
                  <a:gd name="connsiteY7" fmla="*/ 80977 h 95550"/>
                  <a:gd name="connsiteX8" fmla="*/ 942499 w 942498"/>
                  <a:gd name="connsiteY8" fmla="*/ 95550 h 95550"/>
                  <a:gd name="connsiteX9" fmla="*/ 709327 w 942498"/>
                  <a:gd name="connsiteY9" fmla="*/ 51450 h 95550"/>
                  <a:gd name="connsiteX10" fmla="*/ 591979 w 942498"/>
                  <a:gd name="connsiteY10" fmla="*/ 34685 h 95550"/>
                  <a:gd name="connsiteX11" fmla="*/ 533114 w 942498"/>
                  <a:gd name="connsiteY11" fmla="*/ 28018 h 95550"/>
                  <a:gd name="connsiteX12" fmla="*/ 474155 w 942498"/>
                  <a:gd name="connsiteY12" fmla="*/ 22208 h 95550"/>
                  <a:gd name="connsiteX13" fmla="*/ 237554 w 942498"/>
                  <a:gd name="connsiteY13" fmla="*/ 7444 h 95550"/>
                  <a:gd name="connsiteX14" fmla="*/ 0 w 942498"/>
                  <a:gd name="connsiteY14" fmla="*/ 8396 h 95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42498" h="95550">
                    <a:moveTo>
                      <a:pt x="0" y="8396"/>
                    </a:moveTo>
                    <a:cubicBezTo>
                      <a:pt x="39433" y="4396"/>
                      <a:pt x="78962" y="2682"/>
                      <a:pt x="118586" y="1062"/>
                    </a:cubicBezTo>
                    <a:cubicBezTo>
                      <a:pt x="158210" y="110"/>
                      <a:pt x="197834" y="-271"/>
                      <a:pt x="237458" y="205"/>
                    </a:cubicBezTo>
                    <a:cubicBezTo>
                      <a:pt x="316706" y="1157"/>
                      <a:pt x="395859" y="5539"/>
                      <a:pt x="474821" y="12778"/>
                    </a:cubicBezTo>
                    <a:cubicBezTo>
                      <a:pt x="553688" y="20493"/>
                      <a:pt x="632460" y="30209"/>
                      <a:pt x="710470" y="44306"/>
                    </a:cubicBezTo>
                    <a:cubicBezTo>
                      <a:pt x="729901" y="47925"/>
                      <a:pt x="749522" y="50973"/>
                      <a:pt x="768953" y="55069"/>
                    </a:cubicBezTo>
                    <a:lnTo>
                      <a:pt x="827151" y="67261"/>
                    </a:lnTo>
                    <a:cubicBezTo>
                      <a:pt x="846582" y="71166"/>
                      <a:pt x="865727" y="76119"/>
                      <a:pt x="884968" y="80977"/>
                    </a:cubicBezTo>
                    <a:lnTo>
                      <a:pt x="942499" y="95550"/>
                    </a:lnTo>
                    <a:cubicBezTo>
                      <a:pt x="864965" y="79262"/>
                      <a:pt x="787622" y="63070"/>
                      <a:pt x="709327" y="51450"/>
                    </a:cubicBezTo>
                    <a:cubicBezTo>
                      <a:pt x="670274" y="45068"/>
                      <a:pt x="631126" y="39924"/>
                      <a:pt x="591979" y="34685"/>
                    </a:cubicBezTo>
                    <a:cubicBezTo>
                      <a:pt x="572357" y="32114"/>
                      <a:pt x="552736" y="30304"/>
                      <a:pt x="533114" y="28018"/>
                    </a:cubicBezTo>
                    <a:cubicBezTo>
                      <a:pt x="513493" y="25732"/>
                      <a:pt x="493871" y="23731"/>
                      <a:pt x="474155" y="22208"/>
                    </a:cubicBezTo>
                    <a:cubicBezTo>
                      <a:pt x="395478" y="14302"/>
                      <a:pt x="316516" y="10015"/>
                      <a:pt x="237554" y="7444"/>
                    </a:cubicBezTo>
                    <a:cubicBezTo>
                      <a:pt x="158210" y="5063"/>
                      <a:pt x="79057" y="4777"/>
                      <a:pt x="0" y="83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92" name="Forme libre : forme 9091">
                <a:extLst>
                  <a:ext uri="{FF2B5EF4-FFF2-40B4-BE49-F238E27FC236}">
                    <a16:creationId xmlns:a16="http://schemas.microsoft.com/office/drawing/2014/main" id="{754618DC-A246-457B-B9A3-122BC7D832E3}"/>
                  </a:ext>
                </a:extLst>
              </p:cNvPr>
              <p:cNvSpPr/>
              <p:nvPr/>
            </p:nvSpPr>
            <p:spPr>
              <a:xfrm>
                <a:off x="973459" y="5073205"/>
                <a:ext cx="681037" cy="15239"/>
              </a:xfrm>
              <a:custGeom>
                <a:avLst/>
                <a:gdLst>
                  <a:gd name="connsiteX0" fmla="*/ 0 w 681037"/>
                  <a:gd name="connsiteY0" fmla="*/ 95 h 15239"/>
                  <a:gd name="connsiteX1" fmla="*/ 170307 w 681037"/>
                  <a:gd name="connsiteY1" fmla="*/ 3620 h 15239"/>
                  <a:gd name="connsiteX2" fmla="*/ 340519 w 681037"/>
                  <a:gd name="connsiteY2" fmla="*/ 5810 h 15239"/>
                  <a:gd name="connsiteX3" fmla="*/ 510731 w 681037"/>
                  <a:gd name="connsiteY3" fmla="*/ 4763 h 15239"/>
                  <a:gd name="connsiteX4" fmla="*/ 595884 w 681037"/>
                  <a:gd name="connsiteY4" fmla="*/ 2667 h 15239"/>
                  <a:gd name="connsiteX5" fmla="*/ 681038 w 681037"/>
                  <a:gd name="connsiteY5" fmla="*/ 0 h 15239"/>
                  <a:gd name="connsiteX6" fmla="*/ 511016 w 681037"/>
                  <a:gd name="connsiteY6" fmla="*/ 12002 h 15239"/>
                  <a:gd name="connsiteX7" fmla="*/ 340519 w 681037"/>
                  <a:gd name="connsiteY7" fmla="*/ 15240 h 15239"/>
                  <a:gd name="connsiteX8" fmla="*/ 170117 w 681037"/>
                  <a:gd name="connsiteY8" fmla="*/ 10763 h 15239"/>
                  <a:gd name="connsiteX9" fmla="*/ 85058 w 681037"/>
                  <a:gd name="connsiteY9" fmla="*/ 5905 h 15239"/>
                  <a:gd name="connsiteX10" fmla="*/ 0 w 681037"/>
                  <a:gd name="connsiteY10" fmla="*/ 95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81037" h="15239">
                    <a:moveTo>
                      <a:pt x="0" y="95"/>
                    </a:moveTo>
                    <a:cubicBezTo>
                      <a:pt x="56864" y="-381"/>
                      <a:pt x="113538" y="2857"/>
                      <a:pt x="170307" y="3620"/>
                    </a:cubicBezTo>
                    <a:cubicBezTo>
                      <a:pt x="227076" y="4858"/>
                      <a:pt x="283750" y="6001"/>
                      <a:pt x="340519" y="5810"/>
                    </a:cubicBezTo>
                    <a:cubicBezTo>
                      <a:pt x="397288" y="6382"/>
                      <a:pt x="453962" y="5620"/>
                      <a:pt x="510731" y="4763"/>
                    </a:cubicBezTo>
                    <a:cubicBezTo>
                      <a:pt x="539115" y="4286"/>
                      <a:pt x="567500" y="3715"/>
                      <a:pt x="595884" y="2667"/>
                    </a:cubicBezTo>
                    <a:lnTo>
                      <a:pt x="681038" y="0"/>
                    </a:lnTo>
                    <a:cubicBezTo>
                      <a:pt x="624554" y="5810"/>
                      <a:pt x="567785" y="9525"/>
                      <a:pt x="511016" y="12002"/>
                    </a:cubicBezTo>
                    <a:cubicBezTo>
                      <a:pt x="454247" y="14478"/>
                      <a:pt x="397383" y="15145"/>
                      <a:pt x="340519" y="15240"/>
                    </a:cubicBezTo>
                    <a:cubicBezTo>
                      <a:pt x="283655" y="14668"/>
                      <a:pt x="226886" y="13525"/>
                      <a:pt x="170117" y="10763"/>
                    </a:cubicBezTo>
                    <a:cubicBezTo>
                      <a:pt x="141732" y="9334"/>
                      <a:pt x="113348" y="7715"/>
                      <a:pt x="85058" y="5905"/>
                    </a:cubicBezTo>
                    <a:cubicBezTo>
                      <a:pt x="56579" y="4096"/>
                      <a:pt x="28289" y="1143"/>
                      <a:pt x="0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93" name="Forme libre : forme 9092">
                <a:extLst>
                  <a:ext uri="{FF2B5EF4-FFF2-40B4-BE49-F238E27FC236}">
                    <a16:creationId xmlns:a16="http://schemas.microsoft.com/office/drawing/2014/main" id="{B0FBA8FA-15BA-471F-8D84-670F13A76A81}"/>
                  </a:ext>
                </a:extLst>
              </p:cNvPr>
              <p:cNvSpPr/>
              <p:nvPr/>
            </p:nvSpPr>
            <p:spPr>
              <a:xfrm>
                <a:off x="3496345" y="5171503"/>
                <a:ext cx="717423" cy="72125"/>
              </a:xfrm>
              <a:custGeom>
                <a:avLst/>
                <a:gdLst>
                  <a:gd name="connsiteX0" fmla="*/ 0 w 717423"/>
                  <a:gd name="connsiteY0" fmla="*/ 45911 h 72125"/>
                  <a:gd name="connsiteX1" fmla="*/ 89345 w 717423"/>
                  <a:gd name="connsiteY1" fmla="*/ 59341 h 72125"/>
                  <a:gd name="connsiteX2" fmla="*/ 134398 w 717423"/>
                  <a:gd name="connsiteY2" fmla="*/ 62675 h 72125"/>
                  <a:gd name="connsiteX3" fmla="*/ 179546 w 717423"/>
                  <a:gd name="connsiteY3" fmla="*/ 63913 h 72125"/>
                  <a:gd name="connsiteX4" fmla="*/ 360045 w 717423"/>
                  <a:gd name="connsiteY4" fmla="*/ 56198 h 72125"/>
                  <a:gd name="connsiteX5" fmla="*/ 539401 w 717423"/>
                  <a:gd name="connsiteY5" fmla="*/ 33528 h 72125"/>
                  <a:gd name="connsiteX6" fmla="*/ 628555 w 717423"/>
                  <a:gd name="connsiteY6" fmla="*/ 17812 h 72125"/>
                  <a:gd name="connsiteX7" fmla="*/ 717423 w 717423"/>
                  <a:gd name="connsiteY7" fmla="*/ 0 h 72125"/>
                  <a:gd name="connsiteX8" fmla="*/ 629507 w 717423"/>
                  <a:gd name="connsiteY8" fmla="*/ 22384 h 72125"/>
                  <a:gd name="connsiteX9" fmla="*/ 540639 w 717423"/>
                  <a:gd name="connsiteY9" fmla="*/ 40767 h 72125"/>
                  <a:gd name="connsiteX10" fmla="*/ 360807 w 717423"/>
                  <a:gd name="connsiteY10" fmla="*/ 65723 h 72125"/>
                  <a:gd name="connsiteX11" fmla="*/ 179261 w 717423"/>
                  <a:gd name="connsiteY11" fmla="*/ 71247 h 72125"/>
                  <a:gd name="connsiteX12" fmla="*/ 133921 w 717423"/>
                  <a:gd name="connsiteY12" fmla="*/ 68675 h 72125"/>
                  <a:gd name="connsiteX13" fmla="*/ 88773 w 717423"/>
                  <a:gd name="connsiteY13" fmla="*/ 64008 h 72125"/>
                  <a:gd name="connsiteX14" fmla="*/ 0 w 717423"/>
                  <a:gd name="connsiteY14" fmla="*/ 45911 h 72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17423" h="72125">
                    <a:moveTo>
                      <a:pt x="0" y="45911"/>
                    </a:moveTo>
                    <a:cubicBezTo>
                      <a:pt x="29432" y="52864"/>
                      <a:pt x="59341" y="56864"/>
                      <a:pt x="89345" y="59341"/>
                    </a:cubicBezTo>
                    <a:cubicBezTo>
                      <a:pt x="104299" y="60960"/>
                      <a:pt x="119444" y="61532"/>
                      <a:pt x="134398" y="62675"/>
                    </a:cubicBezTo>
                    <a:cubicBezTo>
                      <a:pt x="149447" y="63055"/>
                      <a:pt x="164497" y="63722"/>
                      <a:pt x="179546" y="63913"/>
                    </a:cubicBezTo>
                    <a:cubicBezTo>
                      <a:pt x="239744" y="64770"/>
                      <a:pt x="300038" y="61913"/>
                      <a:pt x="360045" y="56198"/>
                    </a:cubicBezTo>
                    <a:cubicBezTo>
                      <a:pt x="420148" y="51721"/>
                      <a:pt x="479775" y="42576"/>
                      <a:pt x="539401" y="33528"/>
                    </a:cubicBezTo>
                    <a:cubicBezTo>
                      <a:pt x="569119" y="28670"/>
                      <a:pt x="598837" y="22955"/>
                      <a:pt x="628555" y="17812"/>
                    </a:cubicBezTo>
                    <a:cubicBezTo>
                      <a:pt x="658178" y="11906"/>
                      <a:pt x="687705" y="5620"/>
                      <a:pt x="717423" y="0"/>
                    </a:cubicBezTo>
                    <a:cubicBezTo>
                      <a:pt x="688181" y="7715"/>
                      <a:pt x="658844" y="14859"/>
                      <a:pt x="629507" y="22384"/>
                    </a:cubicBezTo>
                    <a:cubicBezTo>
                      <a:pt x="599885" y="28480"/>
                      <a:pt x="570357" y="34957"/>
                      <a:pt x="540639" y="40767"/>
                    </a:cubicBezTo>
                    <a:cubicBezTo>
                      <a:pt x="481108" y="51340"/>
                      <a:pt x="421196" y="60389"/>
                      <a:pt x="360807" y="65723"/>
                    </a:cubicBezTo>
                    <a:cubicBezTo>
                      <a:pt x="300514" y="70675"/>
                      <a:pt x="239840" y="73723"/>
                      <a:pt x="179261" y="71247"/>
                    </a:cubicBezTo>
                    <a:cubicBezTo>
                      <a:pt x="164116" y="70580"/>
                      <a:pt x="148971" y="69532"/>
                      <a:pt x="133921" y="68675"/>
                    </a:cubicBezTo>
                    <a:cubicBezTo>
                      <a:pt x="118872" y="67056"/>
                      <a:pt x="103727" y="66199"/>
                      <a:pt x="88773" y="64008"/>
                    </a:cubicBezTo>
                    <a:cubicBezTo>
                      <a:pt x="58865" y="59912"/>
                      <a:pt x="28861" y="54959"/>
                      <a:pt x="0" y="459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94" name="Forme libre : forme 9093">
                <a:extLst>
                  <a:ext uri="{FF2B5EF4-FFF2-40B4-BE49-F238E27FC236}">
                    <a16:creationId xmlns:a16="http://schemas.microsoft.com/office/drawing/2014/main" id="{B0297A33-9235-4503-AC23-62BC21C8ADDA}"/>
                  </a:ext>
                </a:extLst>
              </p:cNvPr>
              <p:cNvSpPr/>
              <p:nvPr/>
            </p:nvSpPr>
            <p:spPr>
              <a:xfrm>
                <a:off x="4211101" y="5109114"/>
                <a:ext cx="1250156" cy="114787"/>
              </a:xfrm>
              <a:custGeom>
                <a:avLst/>
                <a:gdLst>
                  <a:gd name="connsiteX0" fmla="*/ 0 w 1250156"/>
                  <a:gd name="connsiteY0" fmla="*/ 0 h 114787"/>
                  <a:gd name="connsiteX1" fmla="*/ 313373 w 1250156"/>
                  <a:gd name="connsiteY1" fmla="*/ 25908 h 114787"/>
                  <a:gd name="connsiteX2" fmla="*/ 469487 w 1250156"/>
                  <a:gd name="connsiteY2" fmla="*/ 45529 h 114787"/>
                  <a:gd name="connsiteX3" fmla="*/ 624840 w 1250156"/>
                  <a:gd name="connsiteY3" fmla="*/ 70961 h 114787"/>
                  <a:gd name="connsiteX4" fmla="*/ 701993 w 1250156"/>
                  <a:gd name="connsiteY4" fmla="*/ 85249 h 114787"/>
                  <a:gd name="connsiteX5" fmla="*/ 779716 w 1250156"/>
                  <a:gd name="connsiteY5" fmla="*/ 95535 h 114787"/>
                  <a:gd name="connsiteX6" fmla="*/ 857822 w 1250156"/>
                  <a:gd name="connsiteY6" fmla="*/ 102679 h 114787"/>
                  <a:gd name="connsiteX7" fmla="*/ 936212 w 1250156"/>
                  <a:gd name="connsiteY7" fmla="*/ 106775 h 114787"/>
                  <a:gd name="connsiteX8" fmla="*/ 1093184 w 1250156"/>
                  <a:gd name="connsiteY8" fmla="*/ 108299 h 114787"/>
                  <a:gd name="connsiteX9" fmla="*/ 1250156 w 1250156"/>
                  <a:gd name="connsiteY9" fmla="*/ 101441 h 114787"/>
                  <a:gd name="connsiteX10" fmla="*/ 935927 w 1250156"/>
                  <a:gd name="connsiteY10" fmla="*/ 114109 h 114787"/>
                  <a:gd name="connsiteX11" fmla="*/ 778764 w 1250156"/>
                  <a:gd name="connsiteY11" fmla="*/ 104204 h 114787"/>
                  <a:gd name="connsiteX12" fmla="*/ 700564 w 1250156"/>
                  <a:gd name="connsiteY12" fmla="*/ 94297 h 114787"/>
                  <a:gd name="connsiteX13" fmla="*/ 623030 w 1250156"/>
                  <a:gd name="connsiteY13" fmla="*/ 80391 h 114787"/>
                  <a:gd name="connsiteX14" fmla="*/ 312611 w 1250156"/>
                  <a:gd name="connsiteY14" fmla="*/ 33242 h 114787"/>
                  <a:gd name="connsiteX15" fmla="*/ 156496 w 1250156"/>
                  <a:gd name="connsiteY15" fmla="*/ 15526 h 114787"/>
                  <a:gd name="connsiteX16" fmla="*/ 0 w 1250156"/>
                  <a:gd name="connsiteY16" fmla="*/ 0 h 11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50156" h="114787">
                    <a:moveTo>
                      <a:pt x="0" y="0"/>
                    </a:moveTo>
                    <a:cubicBezTo>
                      <a:pt x="104680" y="5619"/>
                      <a:pt x="209169" y="14668"/>
                      <a:pt x="313373" y="25908"/>
                    </a:cubicBezTo>
                    <a:cubicBezTo>
                      <a:pt x="365474" y="31528"/>
                      <a:pt x="417576" y="38100"/>
                      <a:pt x="469487" y="45529"/>
                    </a:cubicBezTo>
                    <a:cubicBezTo>
                      <a:pt x="521398" y="52959"/>
                      <a:pt x="573214" y="61055"/>
                      <a:pt x="624840" y="70961"/>
                    </a:cubicBezTo>
                    <a:cubicBezTo>
                      <a:pt x="650653" y="76009"/>
                      <a:pt x="676275" y="80581"/>
                      <a:pt x="701993" y="85249"/>
                    </a:cubicBezTo>
                    <a:cubicBezTo>
                      <a:pt x="727900" y="88868"/>
                      <a:pt x="753618" y="93059"/>
                      <a:pt x="779716" y="95535"/>
                    </a:cubicBezTo>
                    <a:cubicBezTo>
                      <a:pt x="805625" y="98774"/>
                      <a:pt x="831723" y="100489"/>
                      <a:pt x="857822" y="102679"/>
                    </a:cubicBezTo>
                    <a:cubicBezTo>
                      <a:pt x="883920" y="104108"/>
                      <a:pt x="910018" y="105918"/>
                      <a:pt x="936212" y="106775"/>
                    </a:cubicBezTo>
                    <a:cubicBezTo>
                      <a:pt x="988505" y="108871"/>
                      <a:pt x="1040892" y="109251"/>
                      <a:pt x="1093184" y="108299"/>
                    </a:cubicBezTo>
                    <a:cubicBezTo>
                      <a:pt x="1145572" y="107537"/>
                      <a:pt x="1197864" y="105251"/>
                      <a:pt x="1250156" y="101441"/>
                    </a:cubicBezTo>
                    <a:cubicBezTo>
                      <a:pt x="1145953" y="112680"/>
                      <a:pt x="1040892" y="116491"/>
                      <a:pt x="935927" y="114109"/>
                    </a:cubicBezTo>
                    <a:cubicBezTo>
                      <a:pt x="883444" y="113157"/>
                      <a:pt x="830961" y="109728"/>
                      <a:pt x="778764" y="104204"/>
                    </a:cubicBezTo>
                    <a:cubicBezTo>
                      <a:pt x="752570" y="101822"/>
                      <a:pt x="726662" y="97821"/>
                      <a:pt x="700564" y="94297"/>
                    </a:cubicBezTo>
                    <a:cubicBezTo>
                      <a:pt x="674656" y="89821"/>
                      <a:pt x="648652" y="85344"/>
                      <a:pt x="623030" y="80391"/>
                    </a:cubicBezTo>
                    <a:cubicBezTo>
                      <a:pt x="520351" y="60293"/>
                      <a:pt x="416433" y="46387"/>
                      <a:pt x="312611" y="33242"/>
                    </a:cubicBezTo>
                    <a:cubicBezTo>
                      <a:pt x="260604" y="26670"/>
                      <a:pt x="208597" y="20955"/>
                      <a:pt x="156496" y="15526"/>
                    </a:cubicBezTo>
                    <a:cubicBezTo>
                      <a:pt x="104394" y="9810"/>
                      <a:pt x="52197" y="485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3" name="dermal-vascular-network-skin-illustration">
            <a:extLst>
              <a:ext uri="{FF2B5EF4-FFF2-40B4-BE49-F238E27FC236}">
                <a16:creationId xmlns:a16="http://schemas.microsoft.com/office/drawing/2014/main" id="{D371298A-6DC1-4ED5-86A5-DF10265C8278}"/>
              </a:ext>
            </a:extLst>
          </p:cNvPr>
          <p:cNvGrpSpPr>
            <a:grpSpLocks/>
          </p:cNvGrpSpPr>
          <p:nvPr/>
        </p:nvGrpSpPr>
        <p:grpSpPr bwMode="auto">
          <a:xfrm>
            <a:off x="7748588" y="4525963"/>
            <a:ext cx="2738437" cy="1168400"/>
            <a:chOff x="4195606" y="4960206"/>
            <a:chExt cx="3702491" cy="1579985"/>
          </a:xfrm>
        </p:grpSpPr>
        <p:grpSp>
          <p:nvGrpSpPr>
            <p:cNvPr id="18416" name="Graphique 2">
              <a:extLst>
                <a:ext uri="{FF2B5EF4-FFF2-40B4-BE49-F238E27FC236}">
                  <a16:creationId xmlns:a16="http://schemas.microsoft.com/office/drawing/2014/main" id="{F020B628-6AAD-4814-9D21-9027E3D59C06}"/>
                </a:ext>
              </a:extLst>
            </p:cNvPr>
            <p:cNvGrpSpPr/>
            <p:nvPr/>
          </p:nvGrpSpPr>
          <p:grpSpPr>
            <a:xfrm>
              <a:off x="4198812" y="5554401"/>
              <a:ext cx="3699285" cy="985790"/>
              <a:chOff x="4198812" y="5554401"/>
              <a:chExt cx="3699285" cy="985790"/>
            </a:xfrm>
            <a:solidFill>
              <a:schemeClr val="accent1"/>
            </a:solidFill>
          </p:grpSpPr>
          <p:grpSp>
            <p:nvGrpSpPr>
              <p:cNvPr id="18522" name="Graphique 2">
                <a:extLst>
                  <a:ext uri="{FF2B5EF4-FFF2-40B4-BE49-F238E27FC236}">
                    <a16:creationId xmlns:a16="http://schemas.microsoft.com/office/drawing/2014/main" id="{E71DC7EE-1312-460F-A77D-5F4FF37D4C8B}"/>
                  </a:ext>
                </a:extLst>
              </p:cNvPr>
              <p:cNvGrpSpPr/>
              <p:nvPr/>
            </p:nvGrpSpPr>
            <p:grpSpPr>
              <a:xfrm>
                <a:off x="4271181" y="5554401"/>
                <a:ext cx="3567513" cy="832404"/>
                <a:chOff x="4271181" y="5554401"/>
                <a:chExt cx="3567513" cy="832404"/>
              </a:xfrm>
              <a:solidFill>
                <a:schemeClr val="accent1"/>
              </a:solidFill>
            </p:grpSpPr>
            <p:sp>
              <p:nvSpPr>
                <p:cNvPr id="19014" name="Forme libre : forme 19013">
                  <a:extLst>
                    <a:ext uri="{FF2B5EF4-FFF2-40B4-BE49-F238E27FC236}">
                      <a16:creationId xmlns:a16="http://schemas.microsoft.com/office/drawing/2014/main" id="{01112D16-71C5-47A9-9424-EC55038AEA3D}"/>
                    </a:ext>
                  </a:extLst>
                </p:cNvPr>
                <p:cNvSpPr/>
                <p:nvPr/>
              </p:nvSpPr>
              <p:spPr>
                <a:xfrm>
                  <a:off x="4271314" y="5554401"/>
                  <a:ext cx="3567380" cy="832272"/>
                </a:xfrm>
                <a:custGeom>
                  <a:avLst/>
                  <a:gdLst>
                    <a:gd name="connsiteX0" fmla="*/ 3567380 w 3567380"/>
                    <a:gd name="connsiteY0" fmla="*/ 45176 h 832272"/>
                    <a:gd name="connsiteX1" fmla="*/ 3524157 w 3567380"/>
                    <a:gd name="connsiteY1" fmla="*/ 4879 h 832272"/>
                    <a:gd name="connsiteX2" fmla="*/ 3489624 w 3567380"/>
                    <a:gd name="connsiteY2" fmla="*/ 20971 h 832272"/>
                    <a:gd name="connsiteX3" fmla="*/ 3429422 w 3567380"/>
                    <a:gd name="connsiteY3" fmla="*/ 1332 h 832272"/>
                    <a:gd name="connsiteX4" fmla="*/ 3347809 w 3567380"/>
                    <a:gd name="connsiteY4" fmla="*/ 56170 h 832272"/>
                    <a:gd name="connsiteX5" fmla="*/ 3267659 w 3567380"/>
                    <a:gd name="connsiteY5" fmla="*/ 46 h 832272"/>
                    <a:gd name="connsiteX6" fmla="*/ 3191454 w 3567380"/>
                    <a:gd name="connsiteY6" fmla="*/ 60825 h 832272"/>
                    <a:gd name="connsiteX7" fmla="*/ 3156122 w 3567380"/>
                    <a:gd name="connsiteY7" fmla="*/ 46949 h 832272"/>
                    <a:gd name="connsiteX8" fmla="*/ 3115958 w 3567380"/>
                    <a:gd name="connsiteY8" fmla="*/ 71198 h 832272"/>
                    <a:gd name="connsiteX9" fmla="*/ 3041083 w 3567380"/>
                    <a:gd name="connsiteY9" fmla="*/ 32054 h 832272"/>
                    <a:gd name="connsiteX10" fmla="*/ 2969001 w 3567380"/>
                    <a:gd name="connsiteY10" fmla="*/ 75985 h 832272"/>
                    <a:gd name="connsiteX11" fmla="*/ 2906583 w 3567380"/>
                    <a:gd name="connsiteY11" fmla="*/ 22700 h 832272"/>
                    <a:gd name="connsiteX12" fmla="*/ 2850859 w 3567380"/>
                    <a:gd name="connsiteY12" fmla="*/ 64282 h 832272"/>
                    <a:gd name="connsiteX13" fmla="*/ 2786623 w 3567380"/>
                    <a:gd name="connsiteY13" fmla="*/ 37462 h 832272"/>
                    <a:gd name="connsiteX14" fmla="*/ 2709044 w 3567380"/>
                    <a:gd name="connsiteY14" fmla="*/ 96998 h 832272"/>
                    <a:gd name="connsiteX15" fmla="*/ 2658950 w 3567380"/>
                    <a:gd name="connsiteY15" fmla="*/ 73148 h 832272"/>
                    <a:gd name="connsiteX16" fmla="*/ 2629116 w 3567380"/>
                    <a:gd name="connsiteY16" fmla="*/ 82192 h 832272"/>
                    <a:gd name="connsiteX17" fmla="*/ 2582612 w 3567380"/>
                    <a:gd name="connsiteY17" fmla="*/ 54973 h 832272"/>
                    <a:gd name="connsiteX18" fmla="*/ 2546749 w 3567380"/>
                    <a:gd name="connsiteY18" fmla="*/ 71641 h 832272"/>
                    <a:gd name="connsiteX19" fmla="*/ 2547103 w 3567380"/>
                    <a:gd name="connsiteY19" fmla="*/ 65967 h 832272"/>
                    <a:gd name="connsiteX20" fmla="*/ 2513633 w 3567380"/>
                    <a:gd name="connsiteY20" fmla="*/ 34625 h 832272"/>
                    <a:gd name="connsiteX21" fmla="*/ 2482291 w 3567380"/>
                    <a:gd name="connsiteY21" fmla="*/ 68095 h 832272"/>
                    <a:gd name="connsiteX22" fmla="*/ 2482867 w 3567380"/>
                    <a:gd name="connsiteY22" fmla="*/ 72971 h 832272"/>
                    <a:gd name="connsiteX23" fmla="*/ 2453565 w 3567380"/>
                    <a:gd name="connsiteY23" fmla="*/ 61179 h 832272"/>
                    <a:gd name="connsiteX24" fmla="*/ 2418322 w 3567380"/>
                    <a:gd name="connsiteY24" fmla="*/ 85960 h 832272"/>
                    <a:gd name="connsiteX25" fmla="*/ 2368494 w 3567380"/>
                    <a:gd name="connsiteY25" fmla="*/ 61001 h 832272"/>
                    <a:gd name="connsiteX26" fmla="*/ 2317425 w 3567380"/>
                    <a:gd name="connsiteY26" fmla="*/ 94782 h 832272"/>
                    <a:gd name="connsiteX27" fmla="*/ 2280320 w 3567380"/>
                    <a:gd name="connsiteY27" fmla="*/ 70799 h 832272"/>
                    <a:gd name="connsiteX28" fmla="*/ 2260326 w 3567380"/>
                    <a:gd name="connsiteY28" fmla="*/ 77182 h 832272"/>
                    <a:gd name="connsiteX29" fmla="*/ 2225925 w 3567380"/>
                    <a:gd name="connsiteY29" fmla="*/ 46062 h 832272"/>
                    <a:gd name="connsiteX30" fmla="*/ 2195647 w 3567380"/>
                    <a:gd name="connsiteY30" fmla="*/ 68006 h 832272"/>
                    <a:gd name="connsiteX31" fmla="*/ 2157390 w 3567380"/>
                    <a:gd name="connsiteY31" fmla="*/ 55194 h 832272"/>
                    <a:gd name="connsiteX32" fmla="*/ 2108759 w 3567380"/>
                    <a:gd name="connsiteY32" fmla="*/ 84807 h 832272"/>
                    <a:gd name="connsiteX33" fmla="*/ 2067974 w 3567380"/>
                    <a:gd name="connsiteY33" fmla="*/ 71863 h 832272"/>
                    <a:gd name="connsiteX34" fmla="*/ 2022092 w 3567380"/>
                    <a:gd name="connsiteY34" fmla="*/ 93363 h 832272"/>
                    <a:gd name="connsiteX35" fmla="*/ 1969914 w 3567380"/>
                    <a:gd name="connsiteY35" fmla="*/ 65213 h 832272"/>
                    <a:gd name="connsiteX36" fmla="*/ 1924209 w 3567380"/>
                    <a:gd name="connsiteY36" fmla="*/ 89462 h 832272"/>
                    <a:gd name="connsiteX37" fmla="*/ 1872563 w 3567380"/>
                    <a:gd name="connsiteY37" fmla="*/ 50717 h 832272"/>
                    <a:gd name="connsiteX38" fmla="*/ 1823223 w 3567380"/>
                    <a:gd name="connsiteY38" fmla="*/ 95181 h 832272"/>
                    <a:gd name="connsiteX39" fmla="*/ 1778803 w 3567380"/>
                    <a:gd name="connsiteY39" fmla="*/ 69558 h 832272"/>
                    <a:gd name="connsiteX40" fmla="*/ 1735403 w 3567380"/>
                    <a:gd name="connsiteY40" fmla="*/ 99791 h 832272"/>
                    <a:gd name="connsiteX41" fmla="*/ 1683713 w 3567380"/>
                    <a:gd name="connsiteY41" fmla="*/ 77581 h 832272"/>
                    <a:gd name="connsiteX42" fmla="*/ 1624930 w 3567380"/>
                    <a:gd name="connsiteY42" fmla="*/ 117923 h 832272"/>
                    <a:gd name="connsiteX43" fmla="*/ 1555951 w 3567380"/>
                    <a:gd name="connsiteY43" fmla="*/ 78867 h 832272"/>
                    <a:gd name="connsiteX44" fmla="*/ 1496193 w 3567380"/>
                    <a:gd name="connsiteY44" fmla="*/ 111273 h 832272"/>
                    <a:gd name="connsiteX45" fmla="*/ 1429475 w 3567380"/>
                    <a:gd name="connsiteY45" fmla="*/ 60425 h 832272"/>
                    <a:gd name="connsiteX46" fmla="*/ 1366703 w 3567380"/>
                    <a:gd name="connsiteY46" fmla="*/ 113490 h 832272"/>
                    <a:gd name="connsiteX47" fmla="*/ 1306501 w 3567380"/>
                    <a:gd name="connsiteY47" fmla="*/ 88044 h 832272"/>
                    <a:gd name="connsiteX48" fmla="*/ 1234109 w 3567380"/>
                    <a:gd name="connsiteY48" fmla="*/ 144166 h 832272"/>
                    <a:gd name="connsiteX49" fmla="*/ 1174483 w 3567380"/>
                    <a:gd name="connsiteY49" fmla="*/ 111051 h 832272"/>
                    <a:gd name="connsiteX50" fmla="*/ 1126429 w 3567380"/>
                    <a:gd name="connsiteY50" fmla="*/ 134148 h 832272"/>
                    <a:gd name="connsiteX51" fmla="*/ 1058159 w 3567380"/>
                    <a:gd name="connsiteY51" fmla="*/ 72616 h 832272"/>
                    <a:gd name="connsiteX52" fmla="*/ 994101 w 3567380"/>
                    <a:gd name="connsiteY52" fmla="*/ 136453 h 832272"/>
                    <a:gd name="connsiteX53" fmla="*/ 949859 w 3567380"/>
                    <a:gd name="connsiteY53" fmla="*/ 113534 h 832272"/>
                    <a:gd name="connsiteX54" fmla="*/ 910094 w 3567380"/>
                    <a:gd name="connsiteY54" fmla="*/ 134813 h 832272"/>
                    <a:gd name="connsiteX55" fmla="*/ 846479 w 3567380"/>
                    <a:gd name="connsiteY55" fmla="*/ 93319 h 832272"/>
                    <a:gd name="connsiteX56" fmla="*/ 784504 w 3567380"/>
                    <a:gd name="connsiteY56" fmla="*/ 142926 h 832272"/>
                    <a:gd name="connsiteX57" fmla="*/ 739863 w 3567380"/>
                    <a:gd name="connsiteY57" fmla="*/ 179853 h 832272"/>
                    <a:gd name="connsiteX58" fmla="*/ 739685 w 3567380"/>
                    <a:gd name="connsiteY58" fmla="*/ 181094 h 832272"/>
                    <a:gd name="connsiteX59" fmla="*/ 685291 w 3567380"/>
                    <a:gd name="connsiteY59" fmla="*/ 221480 h 832272"/>
                    <a:gd name="connsiteX60" fmla="*/ 652265 w 3567380"/>
                    <a:gd name="connsiteY60" fmla="*/ 247635 h 832272"/>
                    <a:gd name="connsiteX61" fmla="*/ 651777 w 3567380"/>
                    <a:gd name="connsiteY61" fmla="*/ 256324 h 832272"/>
                    <a:gd name="connsiteX62" fmla="*/ 615825 w 3567380"/>
                    <a:gd name="connsiteY62" fmla="*/ 275298 h 832272"/>
                    <a:gd name="connsiteX63" fmla="*/ 595344 w 3567380"/>
                    <a:gd name="connsiteY63" fmla="*/ 268027 h 832272"/>
                    <a:gd name="connsiteX64" fmla="*/ 508455 w 3567380"/>
                    <a:gd name="connsiteY64" fmla="*/ 326544 h 832272"/>
                    <a:gd name="connsiteX65" fmla="*/ 507125 w 3567380"/>
                    <a:gd name="connsiteY65" fmla="*/ 340420 h 832272"/>
                    <a:gd name="connsiteX66" fmla="*/ 495289 w 3567380"/>
                    <a:gd name="connsiteY66" fmla="*/ 336385 h 832272"/>
                    <a:gd name="connsiteX67" fmla="*/ 439964 w 3567380"/>
                    <a:gd name="connsiteY67" fmla="*/ 373624 h 832272"/>
                    <a:gd name="connsiteX68" fmla="*/ 440806 w 3567380"/>
                    <a:gd name="connsiteY68" fmla="*/ 395036 h 832272"/>
                    <a:gd name="connsiteX69" fmla="*/ 424891 w 3567380"/>
                    <a:gd name="connsiteY69" fmla="*/ 413167 h 832272"/>
                    <a:gd name="connsiteX70" fmla="*/ 409907 w 3567380"/>
                    <a:gd name="connsiteY70" fmla="*/ 408291 h 832272"/>
                    <a:gd name="connsiteX71" fmla="*/ 331220 w 3567380"/>
                    <a:gd name="connsiteY71" fmla="*/ 461266 h 832272"/>
                    <a:gd name="connsiteX72" fmla="*/ 330732 w 3567380"/>
                    <a:gd name="connsiteY72" fmla="*/ 464546 h 832272"/>
                    <a:gd name="connsiteX73" fmla="*/ 310562 w 3567380"/>
                    <a:gd name="connsiteY73" fmla="*/ 453464 h 832272"/>
                    <a:gd name="connsiteX74" fmla="*/ 266896 w 3567380"/>
                    <a:gd name="connsiteY74" fmla="*/ 479885 h 832272"/>
                    <a:gd name="connsiteX75" fmla="*/ 252267 w 3567380"/>
                    <a:gd name="connsiteY75" fmla="*/ 475097 h 832272"/>
                    <a:gd name="connsiteX76" fmla="*/ 175751 w 3567380"/>
                    <a:gd name="connsiteY76" fmla="*/ 526610 h 832272"/>
                    <a:gd name="connsiteX77" fmla="*/ 179342 w 3567380"/>
                    <a:gd name="connsiteY77" fmla="*/ 563538 h 832272"/>
                    <a:gd name="connsiteX78" fmla="*/ 154073 w 3567380"/>
                    <a:gd name="connsiteY78" fmla="*/ 551302 h 832272"/>
                    <a:gd name="connsiteX79" fmla="*/ 92808 w 3567380"/>
                    <a:gd name="connsiteY79" fmla="*/ 590048 h 832272"/>
                    <a:gd name="connsiteX80" fmla="*/ 92320 w 3567380"/>
                    <a:gd name="connsiteY80" fmla="*/ 605120 h 832272"/>
                    <a:gd name="connsiteX81" fmla="*/ 84651 w 3567380"/>
                    <a:gd name="connsiteY81" fmla="*/ 603081 h 832272"/>
                    <a:gd name="connsiteX82" fmla="*/ 1575 w 3567380"/>
                    <a:gd name="connsiteY82" fmla="*/ 664967 h 832272"/>
                    <a:gd name="connsiteX83" fmla="*/ 55260 w 3567380"/>
                    <a:gd name="connsiteY83" fmla="*/ 753540 h 832272"/>
                    <a:gd name="connsiteX84" fmla="*/ 111782 w 3567380"/>
                    <a:gd name="connsiteY84" fmla="*/ 737758 h 832272"/>
                    <a:gd name="connsiteX85" fmla="*/ 489570 w 3567380"/>
                    <a:gd name="connsiteY85" fmla="*/ 832272 h 832272"/>
                    <a:gd name="connsiteX86" fmla="*/ 2635987 w 3567380"/>
                    <a:gd name="connsiteY86" fmla="*/ 817510 h 832272"/>
                    <a:gd name="connsiteX87" fmla="*/ 2986822 w 3567380"/>
                    <a:gd name="connsiteY87" fmla="*/ 717277 h 832272"/>
                    <a:gd name="connsiteX88" fmla="*/ 3420246 w 3567380"/>
                    <a:gd name="connsiteY88" fmla="*/ 236685 h 832272"/>
                    <a:gd name="connsiteX89" fmla="*/ 3473975 w 3567380"/>
                    <a:gd name="connsiteY89" fmla="*/ 177149 h 832272"/>
                    <a:gd name="connsiteX90" fmla="*/ 3519769 w 3567380"/>
                    <a:gd name="connsiteY90" fmla="*/ 126390 h 832272"/>
                    <a:gd name="connsiteX91" fmla="*/ 3529344 w 3567380"/>
                    <a:gd name="connsiteY91" fmla="*/ 115751 h 832272"/>
                    <a:gd name="connsiteX92" fmla="*/ 3523138 w 3567380"/>
                    <a:gd name="connsiteY92" fmla="*/ 114908 h 832272"/>
                    <a:gd name="connsiteX93" fmla="*/ 3525576 w 3567380"/>
                    <a:gd name="connsiteY93" fmla="*/ 90881 h 832272"/>
                    <a:gd name="connsiteX94" fmla="*/ 3525089 w 3567380"/>
                    <a:gd name="connsiteY94" fmla="*/ 85207 h 832272"/>
                    <a:gd name="connsiteX95" fmla="*/ 3567380 w 3567380"/>
                    <a:gd name="connsiteY95" fmla="*/ 45176 h 832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</a:cxnLst>
                  <a:rect l="l" t="t" r="r" b="b"/>
                  <a:pathLst>
                    <a:path w="3567380" h="832272">
                      <a:moveTo>
                        <a:pt x="3567380" y="45176"/>
                      </a:moveTo>
                      <a:cubicBezTo>
                        <a:pt x="3567380" y="22921"/>
                        <a:pt x="3548008" y="4879"/>
                        <a:pt x="3524157" y="4879"/>
                      </a:cubicBezTo>
                      <a:cubicBezTo>
                        <a:pt x="3510016" y="4879"/>
                        <a:pt x="3497515" y="11218"/>
                        <a:pt x="3489624" y="20971"/>
                      </a:cubicBezTo>
                      <a:cubicBezTo>
                        <a:pt x="3473088" y="8026"/>
                        <a:pt x="3452075" y="578"/>
                        <a:pt x="3429422" y="1332"/>
                      </a:cubicBezTo>
                      <a:cubicBezTo>
                        <a:pt x="3392805" y="2529"/>
                        <a:pt x="3361906" y="24828"/>
                        <a:pt x="3347809" y="56170"/>
                      </a:cubicBezTo>
                      <a:cubicBezTo>
                        <a:pt x="3336815" y="22567"/>
                        <a:pt x="3304764" y="-1194"/>
                        <a:pt x="3267659" y="46"/>
                      </a:cubicBezTo>
                      <a:cubicBezTo>
                        <a:pt x="3230731" y="1243"/>
                        <a:pt x="3200409" y="26867"/>
                        <a:pt x="3191454" y="60825"/>
                      </a:cubicBezTo>
                      <a:cubicBezTo>
                        <a:pt x="3182366" y="51870"/>
                        <a:pt x="3169820" y="46506"/>
                        <a:pt x="3156122" y="46949"/>
                      </a:cubicBezTo>
                      <a:cubicBezTo>
                        <a:pt x="3138788" y="47525"/>
                        <a:pt x="3123982" y="57189"/>
                        <a:pt x="3115958" y="71198"/>
                      </a:cubicBezTo>
                      <a:cubicBezTo>
                        <a:pt x="3100088" y="46816"/>
                        <a:pt x="3072292" y="31034"/>
                        <a:pt x="3041083" y="32054"/>
                      </a:cubicBezTo>
                      <a:cubicBezTo>
                        <a:pt x="3009918" y="33073"/>
                        <a:pt x="2983231" y="50628"/>
                        <a:pt x="2969001" y="75985"/>
                      </a:cubicBezTo>
                      <a:cubicBezTo>
                        <a:pt x="2965144" y="45087"/>
                        <a:pt x="2938280" y="21680"/>
                        <a:pt x="2906583" y="22700"/>
                      </a:cubicBezTo>
                      <a:cubicBezTo>
                        <a:pt x="2880428" y="23542"/>
                        <a:pt x="2858705" y="40831"/>
                        <a:pt x="2850859" y="64282"/>
                      </a:cubicBezTo>
                      <a:cubicBezTo>
                        <a:pt x="2834900" y="47126"/>
                        <a:pt x="2811892" y="36619"/>
                        <a:pt x="2786623" y="37462"/>
                      </a:cubicBezTo>
                      <a:cubicBezTo>
                        <a:pt x="2749740" y="38659"/>
                        <a:pt x="2719240" y="63529"/>
                        <a:pt x="2709044" y="96998"/>
                      </a:cubicBezTo>
                      <a:cubicBezTo>
                        <a:pt x="2697607" y="81971"/>
                        <a:pt x="2679298" y="72484"/>
                        <a:pt x="2658950" y="73148"/>
                      </a:cubicBezTo>
                      <a:cubicBezTo>
                        <a:pt x="2648000" y="73503"/>
                        <a:pt x="2637849" y="76828"/>
                        <a:pt x="2629116" y="82192"/>
                      </a:cubicBezTo>
                      <a:cubicBezTo>
                        <a:pt x="2620382" y="65479"/>
                        <a:pt x="2602694" y="54307"/>
                        <a:pt x="2582612" y="54973"/>
                      </a:cubicBezTo>
                      <a:cubicBezTo>
                        <a:pt x="2568338" y="55460"/>
                        <a:pt x="2555615" y="61800"/>
                        <a:pt x="2546749" y="71641"/>
                      </a:cubicBezTo>
                      <a:cubicBezTo>
                        <a:pt x="2547015" y="69779"/>
                        <a:pt x="2547147" y="67917"/>
                        <a:pt x="2547103" y="65967"/>
                      </a:cubicBezTo>
                      <a:cubicBezTo>
                        <a:pt x="2546527" y="48057"/>
                        <a:pt x="2531543" y="34048"/>
                        <a:pt x="2513633" y="34625"/>
                      </a:cubicBezTo>
                      <a:cubicBezTo>
                        <a:pt x="2495724" y="35201"/>
                        <a:pt x="2481715" y="50185"/>
                        <a:pt x="2482291" y="68095"/>
                      </a:cubicBezTo>
                      <a:cubicBezTo>
                        <a:pt x="2482336" y="69735"/>
                        <a:pt x="2482557" y="71375"/>
                        <a:pt x="2482867" y="72971"/>
                      </a:cubicBezTo>
                      <a:cubicBezTo>
                        <a:pt x="2475420" y="65390"/>
                        <a:pt x="2465002" y="60825"/>
                        <a:pt x="2453565" y="61179"/>
                      </a:cubicBezTo>
                      <a:cubicBezTo>
                        <a:pt x="2437428" y="61711"/>
                        <a:pt x="2423907" y="71907"/>
                        <a:pt x="2418322" y="85960"/>
                      </a:cubicBezTo>
                      <a:cubicBezTo>
                        <a:pt x="2407372" y="70311"/>
                        <a:pt x="2389019" y="60337"/>
                        <a:pt x="2368494" y="61001"/>
                      </a:cubicBezTo>
                      <a:cubicBezTo>
                        <a:pt x="2345708" y="61755"/>
                        <a:pt x="2326468" y="75453"/>
                        <a:pt x="2317425" y="94782"/>
                      </a:cubicBezTo>
                      <a:cubicBezTo>
                        <a:pt x="2311440" y="80242"/>
                        <a:pt x="2296944" y="70223"/>
                        <a:pt x="2280320" y="70799"/>
                      </a:cubicBezTo>
                      <a:cubicBezTo>
                        <a:pt x="2272916" y="71020"/>
                        <a:pt x="2266089" y="73370"/>
                        <a:pt x="2260326" y="77182"/>
                      </a:cubicBezTo>
                      <a:cubicBezTo>
                        <a:pt x="2259129" y="59317"/>
                        <a:pt x="2243968" y="45441"/>
                        <a:pt x="2225925" y="46062"/>
                      </a:cubicBezTo>
                      <a:cubicBezTo>
                        <a:pt x="2211873" y="46506"/>
                        <a:pt x="2200169" y="55593"/>
                        <a:pt x="2195647" y="68006"/>
                      </a:cubicBezTo>
                      <a:cubicBezTo>
                        <a:pt x="2185230" y="59583"/>
                        <a:pt x="2171842" y="54707"/>
                        <a:pt x="2157390" y="55194"/>
                      </a:cubicBezTo>
                      <a:cubicBezTo>
                        <a:pt x="2136377" y="55904"/>
                        <a:pt x="2118378" y="67740"/>
                        <a:pt x="2108759" y="84807"/>
                      </a:cubicBezTo>
                      <a:cubicBezTo>
                        <a:pt x="2097410" y="76252"/>
                        <a:pt x="2083224" y="71375"/>
                        <a:pt x="2067974" y="71863"/>
                      </a:cubicBezTo>
                      <a:cubicBezTo>
                        <a:pt x="2049665" y="72484"/>
                        <a:pt x="2033396" y="80685"/>
                        <a:pt x="2022092" y="93363"/>
                      </a:cubicBezTo>
                      <a:cubicBezTo>
                        <a:pt x="2011363" y="75897"/>
                        <a:pt x="1991858" y="64504"/>
                        <a:pt x="1969914" y="65213"/>
                      </a:cubicBezTo>
                      <a:cubicBezTo>
                        <a:pt x="1951029" y="65834"/>
                        <a:pt x="1934582" y="75276"/>
                        <a:pt x="1924209" y="89462"/>
                      </a:cubicBezTo>
                      <a:cubicBezTo>
                        <a:pt x="1918357" y="66543"/>
                        <a:pt x="1897211" y="49919"/>
                        <a:pt x="1872563" y="50717"/>
                      </a:cubicBezTo>
                      <a:cubicBezTo>
                        <a:pt x="1847073" y="51559"/>
                        <a:pt x="1826592" y="70755"/>
                        <a:pt x="1823223" y="95181"/>
                      </a:cubicBezTo>
                      <a:cubicBezTo>
                        <a:pt x="1814756" y="79399"/>
                        <a:pt x="1797910" y="68937"/>
                        <a:pt x="1778803" y="69558"/>
                      </a:cubicBezTo>
                      <a:cubicBezTo>
                        <a:pt x="1759032" y="70223"/>
                        <a:pt x="1742452" y="82591"/>
                        <a:pt x="1735403" y="99791"/>
                      </a:cubicBezTo>
                      <a:cubicBezTo>
                        <a:pt x="1722769" y="85605"/>
                        <a:pt x="1704150" y="76917"/>
                        <a:pt x="1683713" y="77581"/>
                      </a:cubicBezTo>
                      <a:cubicBezTo>
                        <a:pt x="1657115" y="78468"/>
                        <a:pt x="1634728" y="94915"/>
                        <a:pt x="1624930" y="117923"/>
                      </a:cubicBezTo>
                      <a:cubicBezTo>
                        <a:pt x="1611498" y="93851"/>
                        <a:pt x="1585432" y="77892"/>
                        <a:pt x="1555951" y="78867"/>
                      </a:cubicBezTo>
                      <a:cubicBezTo>
                        <a:pt x="1531082" y="79665"/>
                        <a:pt x="1509493" y="92388"/>
                        <a:pt x="1496193" y="111273"/>
                      </a:cubicBezTo>
                      <a:cubicBezTo>
                        <a:pt x="1489056" y="81217"/>
                        <a:pt x="1461526" y="59361"/>
                        <a:pt x="1429475" y="60425"/>
                      </a:cubicBezTo>
                      <a:cubicBezTo>
                        <a:pt x="1398133" y="61445"/>
                        <a:pt x="1372687" y="84054"/>
                        <a:pt x="1366703" y="113490"/>
                      </a:cubicBezTo>
                      <a:cubicBezTo>
                        <a:pt x="1351852" y="97220"/>
                        <a:pt x="1330218" y="87290"/>
                        <a:pt x="1306501" y="88044"/>
                      </a:cubicBezTo>
                      <a:cubicBezTo>
                        <a:pt x="1271923" y="89196"/>
                        <a:pt x="1243329" y="112647"/>
                        <a:pt x="1234109" y="144166"/>
                      </a:cubicBezTo>
                      <a:cubicBezTo>
                        <a:pt x="1222228" y="123686"/>
                        <a:pt x="1199797" y="110209"/>
                        <a:pt x="1174483" y="111051"/>
                      </a:cubicBezTo>
                      <a:cubicBezTo>
                        <a:pt x="1155155" y="111672"/>
                        <a:pt x="1138132" y="120583"/>
                        <a:pt x="1126429" y="134148"/>
                      </a:cubicBezTo>
                      <a:cubicBezTo>
                        <a:pt x="1123902" y="98772"/>
                        <a:pt x="1093890" y="71420"/>
                        <a:pt x="1058159" y="72616"/>
                      </a:cubicBezTo>
                      <a:cubicBezTo>
                        <a:pt x="1023093" y="73769"/>
                        <a:pt x="995386" y="101919"/>
                        <a:pt x="994101" y="136453"/>
                      </a:cubicBezTo>
                      <a:cubicBezTo>
                        <a:pt x="984614" y="122178"/>
                        <a:pt x="968256" y="112958"/>
                        <a:pt x="949859" y="113534"/>
                      </a:cubicBezTo>
                      <a:cubicBezTo>
                        <a:pt x="933367" y="114066"/>
                        <a:pt x="919004" y="122400"/>
                        <a:pt x="910094" y="134813"/>
                      </a:cubicBezTo>
                      <a:cubicBezTo>
                        <a:pt x="899942" y="109721"/>
                        <a:pt x="875072" y="92388"/>
                        <a:pt x="846479" y="93319"/>
                      </a:cubicBezTo>
                      <a:cubicBezTo>
                        <a:pt x="816378" y="94294"/>
                        <a:pt x="791686" y="115174"/>
                        <a:pt x="784504" y="142926"/>
                      </a:cubicBezTo>
                      <a:cubicBezTo>
                        <a:pt x="763137" y="143014"/>
                        <a:pt x="744119" y="158086"/>
                        <a:pt x="739863" y="179853"/>
                      </a:cubicBezTo>
                      <a:cubicBezTo>
                        <a:pt x="739774" y="180252"/>
                        <a:pt x="739774" y="180695"/>
                        <a:pt x="739685" y="181094"/>
                      </a:cubicBezTo>
                      <a:cubicBezTo>
                        <a:pt x="714417" y="179542"/>
                        <a:pt x="691232" y="196388"/>
                        <a:pt x="685291" y="221480"/>
                      </a:cubicBezTo>
                      <a:cubicBezTo>
                        <a:pt x="669598" y="220904"/>
                        <a:pt x="655368" y="231764"/>
                        <a:pt x="652265" y="247635"/>
                      </a:cubicBezTo>
                      <a:cubicBezTo>
                        <a:pt x="651688" y="250561"/>
                        <a:pt x="651555" y="253487"/>
                        <a:pt x="651777" y="256324"/>
                      </a:cubicBezTo>
                      <a:cubicBezTo>
                        <a:pt x="637059" y="255703"/>
                        <a:pt x="623405" y="263196"/>
                        <a:pt x="615825" y="275298"/>
                      </a:cubicBezTo>
                      <a:cubicBezTo>
                        <a:pt x="609530" y="271973"/>
                        <a:pt x="602658" y="269490"/>
                        <a:pt x="595344" y="268027"/>
                      </a:cubicBezTo>
                      <a:cubicBezTo>
                        <a:pt x="555180" y="260181"/>
                        <a:pt x="516302" y="286381"/>
                        <a:pt x="508455" y="326544"/>
                      </a:cubicBezTo>
                      <a:cubicBezTo>
                        <a:pt x="507524" y="331199"/>
                        <a:pt x="507125" y="335853"/>
                        <a:pt x="507125" y="340420"/>
                      </a:cubicBezTo>
                      <a:cubicBezTo>
                        <a:pt x="503446" y="338602"/>
                        <a:pt x="499500" y="337184"/>
                        <a:pt x="495289" y="336385"/>
                      </a:cubicBezTo>
                      <a:cubicBezTo>
                        <a:pt x="469710" y="331376"/>
                        <a:pt x="444929" y="348089"/>
                        <a:pt x="439964" y="373624"/>
                      </a:cubicBezTo>
                      <a:cubicBezTo>
                        <a:pt x="438545" y="380983"/>
                        <a:pt x="438944" y="388253"/>
                        <a:pt x="440806" y="395036"/>
                      </a:cubicBezTo>
                      <a:cubicBezTo>
                        <a:pt x="433314" y="398405"/>
                        <a:pt x="427374" y="404877"/>
                        <a:pt x="424891" y="413167"/>
                      </a:cubicBezTo>
                      <a:cubicBezTo>
                        <a:pt x="420192" y="411039"/>
                        <a:pt x="415227" y="409355"/>
                        <a:pt x="409907" y="408291"/>
                      </a:cubicBezTo>
                      <a:cubicBezTo>
                        <a:pt x="373556" y="401197"/>
                        <a:pt x="338313" y="424915"/>
                        <a:pt x="331220" y="461266"/>
                      </a:cubicBezTo>
                      <a:cubicBezTo>
                        <a:pt x="330998" y="462374"/>
                        <a:pt x="330910" y="463438"/>
                        <a:pt x="330732" y="464546"/>
                      </a:cubicBezTo>
                      <a:cubicBezTo>
                        <a:pt x="325501" y="459049"/>
                        <a:pt x="318586" y="455060"/>
                        <a:pt x="310562" y="453464"/>
                      </a:cubicBezTo>
                      <a:cubicBezTo>
                        <a:pt x="291189" y="449696"/>
                        <a:pt x="272393" y="461355"/>
                        <a:pt x="266896" y="479885"/>
                      </a:cubicBezTo>
                      <a:cubicBezTo>
                        <a:pt x="262285" y="477801"/>
                        <a:pt x="257409" y="476117"/>
                        <a:pt x="252267" y="475097"/>
                      </a:cubicBezTo>
                      <a:cubicBezTo>
                        <a:pt x="216890" y="468182"/>
                        <a:pt x="182623" y="491278"/>
                        <a:pt x="175751" y="526610"/>
                      </a:cubicBezTo>
                      <a:cubicBezTo>
                        <a:pt x="173224" y="539510"/>
                        <a:pt x="174732" y="552233"/>
                        <a:pt x="179342" y="563538"/>
                      </a:cubicBezTo>
                      <a:cubicBezTo>
                        <a:pt x="172426" y="557553"/>
                        <a:pt x="163826" y="553208"/>
                        <a:pt x="154073" y="551302"/>
                      </a:cubicBezTo>
                      <a:cubicBezTo>
                        <a:pt x="125524" y="545717"/>
                        <a:pt x="98083" y="563050"/>
                        <a:pt x="92808" y="590048"/>
                      </a:cubicBezTo>
                      <a:cubicBezTo>
                        <a:pt x="91833" y="595145"/>
                        <a:pt x="91700" y="600199"/>
                        <a:pt x="92320" y="605120"/>
                      </a:cubicBezTo>
                      <a:cubicBezTo>
                        <a:pt x="89838" y="604278"/>
                        <a:pt x="87267" y="603568"/>
                        <a:pt x="84651" y="603081"/>
                      </a:cubicBezTo>
                      <a:cubicBezTo>
                        <a:pt x="46881" y="595722"/>
                        <a:pt x="9688" y="623428"/>
                        <a:pt x="1575" y="664967"/>
                      </a:cubicBezTo>
                      <a:cubicBezTo>
                        <a:pt x="-6538" y="706505"/>
                        <a:pt x="17490" y="746181"/>
                        <a:pt x="55260" y="753540"/>
                      </a:cubicBezTo>
                      <a:cubicBezTo>
                        <a:pt x="75829" y="757574"/>
                        <a:pt x="96177" y="751102"/>
                        <a:pt x="111782" y="737758"/>
                      </a:cubicBezTo>
                      <a:lnTo>
                        <a:pt x="489570" y="832272"/>
                      </a:lnTo>
                      <a:lnTo>
                        <a:pt x="2635987" y="817510"/>
                      </a:lnTo>
                      <a:lnTo>
                        <a:pt x="2986822" y="717277"/>
                      </a:lnTo>
                      <a:lnTo>
                        <a:pt x="3420246" y="236685"/>
                      </a:lnTo>
                      <a:lnTo>
                        <a:pt x="3473975" y="177149"/>
                      </a:lnTo>
                      <a:cubicBezTo>
                        <a:pt x="3495032" y="166687"/>
                        <a:pt x="3511523" y="148511"/>
                        <a:pt x="3519769" y="126390"/>
                      </a:cubicBezTo>
                      <a:lnTo>
                        <a:pt x="3529344" y="115751"/>
                      </a:lnTo>
                      <a:lnTo>
                        <a:pt x="3523138" y="114908"/>
                      </a:lnTo>
                      <a:cubicBezTo>
                        <a:pt x="3524911" y="107195"/>
                        <a:pt x="3525842" y="99171"/>
                        <a:pt x="3525576" y="90881"/>
                      </a:cubicBezTo>
                      <a:cubicBezTo>
                        <a:pt x="3525532" y="88975"/>
                        <a:pt x="3525266" y="87113"/>
                        <a:pt x="3525089" y="85207"/>
                      </a:cubicBezTo>
                      <a:cubicBezTo>
                        <a:pt x="3548362" y="85073"/>
                        <a:pt x="3567380" y="67208"/>
                        <a:pt x="3567380" y="45176"/>
                      </a:cubicBezTo>
                      <a:close/>
                    </a:path>
                  </a:pathLst>
                </a:custGeom>
                <a:solidFill>
                  <a:srgbClr val="F7E07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9015" name="Graphique 2">
                  <a:extLst>
                    <a:ext uri="{FF2B5EF4-FFF2-40B4-BE49-F238E27FC236}">
                      <a16:creationId xmlns:a16="http://schemas.microsoft.com/office/drawing/2014/main" id="{247CCE5F-0494-48C5-9BE4-8BB8DAF90F7B}"/>
                    </a:ext>
                  </a:extLst>
                </p:cNvPr>
                <p:cNvGrpSpPr/>
                <p:nvPr/>
              </p:nvGrpSpPr>
              <p:grpSpPr>
                <a:xfrm>
                  <a:off x="4271181" y="5554401"/>
                  <a:ext cx="3567513" cy="832404"/>
                  <a:chOff x="4271181" y="5554401"/>
                  <a:chExt cx="3567513" cy="832404"/>
                </a:xfrm>
                <a:solidFill>
                  <a:schemeClr val="accent1"/>
                </a:solidFill>
              </p:grpSpPr>
              <p:sp>
                <p:nvSpPr>
                  <p:cNvPr id="19017" name="Forme libre : forme 19016">
                    <a:extLst>
                      <a:ext uri="{FF2B5EF4-FFF2-40B4-BE49-F238E27FC236}">
                        <a16:creationId xmlns:a16="http://schemas.microsoft.com/office/drawing/2014/main" id="{48BC9D07-32FE-4D25-88B4-4FAA2D019273}"/>
                      </a:ext>
                    </a:extLst>
                  </p:cNvPr>
                  <p:cNvSpPr/>
                  <p:nvPr/>
                </p:nvSpPr>
                <p:spPr>
                  <a:xfrm>
                    <a:off x="4774715" y="5888437"/>
                    <a:ext cx="3812" cy="6427"/>
                  </a:xfrm>
                  <a:custGeom>
                    <a:avLst/>
                    <a:gdLst>
                      <a:gd name="connsiteX0" fmla="*/ 0 w 3812"/>
                      <a:gd name="connsiteY0" fmla="*/ 4965 h 6427"/>
                      <a:gd name="connsiteX1" fmla="*/ 3502 w 3812"/>
                      <a:gd name="connsiteY1" fmla="*/ 6428 h 6427"/>
                      <a:gd name="connsiteX2" fmla="*/ 3812 w 3812"/>
                      <a:gd name="connsiteY2" fmla="*/ 0 h 6427"/>
                      <a:gd name="connsiteX3" fmla="*/ 488 w 3812"/>
                      <a:gd name="connsiteY3" fmla="*/ 4389 h 6427"/>
                      <a:gd name="connsiteX4" fmla="*/ 0 w 3812"/>
                      <a:gd name="connsiteY4" fmla="*/ 4965 h 6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2" h="6427">
                        <a:moveTo>
                          <a:pt x="0" y="4965"/>
                        </a:moveTo>
                        <a:cubicBezTo>
                          <a:pt x="1197" y="5453"/>
                          <a:pt x="2394" y="5896"/>
                          <a:pt x="3502" y="6428"/>
                        </a:cubicBezTo>
                        <a:cubicBezTo>
                          <a:pt x="3502" y="4300"/>
                          <a:pt x="3635" y="2128"/>
                          <a:pt x="3812" y="0"/>
                        </a:cubicBezTo>
                        <a:cubicBezTo>
                          <a:pt x="2926" y="1507"/>
                          <a:pt x="1685" y="3059"/>
                          <a:pt x="488" y="4389"/>
                        </a:cubicBezTo>
                        <a:cubicBezTo>
                          <a:pt x="355" y="4566"/>
                          <a:pt x="177" y="4788"/>
                          <a:pt x="0" y="4965"/>
                        </a:cubicBezTo>
                        <a:close/>
                      </a:path>
                    </a:pathLst>
                  </a:custGeom>
                  <a:noFill/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18" name="Forme libre : forme 19017">
                    <a:extLst>
                      <a:ext uri="{FF2B5EF4-FFF2-40B4-BE49-F238E27FC236}">
                        <a16:creationId xmlns:a16="http://schemas.microsoft.com/office/drawing/2014/main" id="{901D0007-2C6C-4D97-B5A1-709A25D40044}"/>
                      </a:ext>
                    </a:extLst>
                  </p:cNvPr>
                  <p:cNvSpPr/>
                  <p:nvPr/>
                </p:nvSpPr>
                <p:spPr>
                  <a:xfrm>
                    <a:off x="4639151" y="5961893"/>
                    <a:ext cx="21633" cy="6295"/>
                  </a:xfrm>
                  <a:custGeom>
                    <a:avLst/>
                    <a:gdLst>
                      <a:gd name="connsiteX0" fmla="*/ 21634 w 21633"/>
                      <a:gd name="connsiteY0" fmla="*/ 0 h 6295"/>
                      <a:gd name="connsiteX1" fmla="*/ 0 w 21633"/>
                      <a:gd name="connsiteY1" fmla="*/ 6295 h 6295"/>
                      <a:gd name="connsiteX2" fmla="*/ 21190 w 21633"/>
                      <a:gd name="connsiteY2" fmla="*/ 177 h 6295"/>
                      <a:gd name="connsiteX3" fmla="*/ 21634 w 21633"/>
                      <a:gd name="connsiteY3" fmla="*/ 0 h 6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633" h="6295">
                        <a:moveTo>
                          <a:pt x="21634" y="0"/>
                        </a:moveTo>
                        <a:cubicBezTo>
                          <a:pt x="14009" y="843"/>
                          <a:pt x="6738" y="3015"/>
                          <a:pt x="0" y="6295"/>
                        </a:cubicBezTo>
                        <a:cubicBezTo>
                          <a:pt x="6916" y="4876"/>
                          <a:pt x="14097" y="2527"/>
                          <a:pt x="21190" y="177"/>
                        </a:cubicBezTo>
                        <a:cubicBezTo>
                          <a:pt x="21368" y="133"/>
                          <a:pt x="21501" y="44"/>
                          <a:pt x="21634" y="0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19" name="Forme libre : forme 19018">
                    <a:extLst>
                      <a:ext uri="{FF2B5EF4-FFF2-40B4-BE49-F238E27FC236}">
                        <a16:creationId xmlns:a16="http://schemas.microsoft.com/office/drawing/2014/main" id="{1D40633A-E458-46A2-8C99-9658682113C6}"/>
                      </a:ext>
                    </a:extLst>
                  </p:cNvPr>
                  <p:cNvSpPr/>
                  <p:nvPr/>
                </p:nvSpPr>
                <p:spPr>
                  <a:xfrm>
                    <a:off x="4471935" y="6218969"/>
                    <a:ext cx="310" cy="177"/>
                  </a:xfrm>
                  <a:custGeom>
                    <a:avLst/>
                    <a:gdLst>
                      <a:gd name="connsiteX0" fmla="*/ 0 w 310"/>
                      <a:gd name="connsiteY0" fmla="*/ 0 h 177"/>
                      <a:gd name="connsiteX1" fmla="*/ 177 w 310"/>
                      <a:gd name="connsiteY1" fmla="*/ 177 h 177"/>
                      <a:gd name="connsiteX2" fmla="*/ 310 w 310"/>
                      <a:gd name="connsiteY2" fmla="*/ 89 h 177"/>
                      <a:gd name="connsiteX3" fmla="*/ 0 w 310"/>
                      <a:gd name="connsiteY3" fmla="*/ 0 h 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0" h="177">
                        <a:moveTo>
                          <a:pt x="0" y="0"/>
                        </a:moveTo>
                        <a:cubicBezTo>
                          <a:pt x="44" y="44"/>
                          <a:pt x="133" y="89"/>
                          <a:pt x="177" y="177"/>
                        </a:cubicBezTo>
                        <a:cubicBezTo>
                          <a:pt x="222" y="133"/>
                          <a:pt x="266" y="89"/>
                          <a:pt x="310" y="89"/>
                        </a:cubicBezTo>
                        <a:cubicBezTo>
                          <a:pt x="177" y="44"/>
                          <a:pt x="89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20" name="Forme libre : forme 19019">
                    <a:extLst>
                      <a:ext uri="{FF2B5EF4-FFF2-40B4-BE49-F238E27FC236}">
                        <a16:creationId xmlns:a16="http://schemas.microsoft.com/office/drawing/2014/main" id="{21D01089-7757-4A5F-A4E1-DC544B996249}"/>
                      </a:ext>
                    </a:extLst>
                  </p:cNvPr>
                  <p:cNvSpPr/>
                  <p:nvPr/>
                </p:nvSpPr>
                <p:spPr>
                  <a:xfrm>
                    <a:off x="4271181" y="5554401"/>
                    <a:ext cx="3567513" cy="832404"/>
                  </a:xfrm>
                  <a:custGeom>
                    <a:avLst/>
                    <a:gdLst>
                      <a:gd name="connsiteX0" fmla="*/ 3567513 w 3567513"/>
                      <a:gd name="connsiteY0" fmla="*/ 45176 h 832404"/>
                      <a:gd name="connsiteX1" fmla="*/ 3524290 w 3567513"/>
                      <a:gd name="connsiteY1" fmla="*/ 4879 h 832404"/>
                      <a:gd name="connsiteX2" fmla="*/ 3489757 w 3567513"/>
                      <a:gd name="connsiteY2" fmla="*/ 20971 h 832404"/>
                      <a:gd name="connsiteX3" fmla="*/ 3429555 w 3567513"/>
                      <a:gd name="connsiteY3" fmla="*/ 1332 h 832404"/>
                      <a:gd name="connsiteX4" fmla="*/ 3347942 w 3567513"/>
                      <a:gd name="connsiteY4" fmla="*/ 56170 h 832404"/>
                      <a:gd name="connsiteX5" fmla="*/ 3267792 w 3567513"/>
                      <a:gd name="connsiteY5" fmla="*/ 46 h 832404"/>
                      <a:gd name="connsiteX6" fmla="*/ 3194246 w 3567513"/>
                      <a:gd name="connsiteY6" fmla="*/ 52756 h 832404"/>
                      <a:gd name="connsiteX7" fmla="*/ 3197660 w 3567513"/>
                      <a:gd name="connsiteY7" fmla="*/ 53421 h 832404"/>
                      <a:gd name="connsiteX8" fmla="*/ 3208255 w 3567513"/>
                      <a:gd name="connsiteY8" fmla="*/ 73902 h 832404"/>
                      <a:gd name="connsiteX9" fmla="*/ 3248153 w 3567513"/>
                      <a:gd name="connsiteY9" fmla="*/ 124173 h 832404"/>
                      <a:gd name="connsiteX10" fmla="*/ 3249128 w 3567513"/>
                      <a:gd name="connsiteY10" fmla="*/ 151437 h 832404"/>
                      <a:gd name="connsiteX11" fmla="*/ 3219028 w 3567513"/>
                      <a:gd name="connsiteY11" fmla="*/ 155781 h 832404"/>
                      <a:gd name="connsiteX12" fmla="*/ 3190523 w 3567513"/>
                      <a:gd name="connsiteY12" fmla="*/ 141684 h 832404"/>
                      <a:gd name="connsiteX13" fmla="*/ 3171815 w 3567513"/>
                      <a:gd name="connsiteY13" fmla="*/ 115440 h 832404"/>
                      <a:gd name="connsiteX14" fmla="*/ 3164101 w 3567513"/>
                      <a:gd name="connsiteY14" fmla="*/ 90127 h 832404"/>
                      <a:gd name="connsiteX15" fmla="*/ 3169953 w 3567513"/>
                      <a:gd name="connsiteY15" fmla="*/ 64947 h 832404"/>
                      <a:gd name="connsiteX16" fmla="*/ 3184139 w 3567513"/>
                      <a:gd name="connsiteY16" fmla="*/ 54840 h 832404"/>
                      <a:gd name="connsiteX17" fmla="*/ 3156299 w 3567513"/>
                      <a:gd name="connsiteY17" fmla="*/ 47038 h 832404"/>
                      <a:gd name="connsiteX18" fmla="*/ 3116135 w 3567513"/>
                      <a:gd name="connsiteY18" fmla="*/ 71287 h 832404"/>
                      <a:gd name="connsiteX19" fmla="*/ 3041260 w 3567513"/>
                      <a:gd name="connsiteY19" fmla="*/ 32142 h 832404"/>
                      <a:gd name="connsiteX20" fmla="*/ 2969178 w 3567513"/>
                      <a:gd name="connsiteY20" fmla="*/ 76074 h 832404"/>
                      <a:gd name="connsiteX21" fmla="*/ 2906760 w 3567513"/>
                      <a:gd name="connsiteY21" fmla="*/ 22788 h 832404"/>
                      <a:gd name="connsiteX22" fmla="*/ 2851036 w 3567513"/>
                      <a:gd name="connsiteY22" fmla="*/ 64371 h 832404"/>
                      <a:gd name="connsiteX23" fmla="*/ 2786801 w 3567513"/>
                      <a:gd name="connsiteY23" fmla="*/ 37551 h 832404"/>
                      <a:gd name="connsiteX24" fmla="*/ 2709221 w 3567513"/>
                      <a:gd name="connsiteY24" fmla="*/ 97087 h 832404"/>
                      <a:gd name="connsiteX25" fmla="*/ 2659128 w 3567513"/>
                      <a:gd name="connsiteY25" fmla="*/ 73237 h 832404"/>
                      <a:gd name="connsiteX26" fmla="*/ 2629293 w 3567513"/>
                      <a:gd name="connsiteY26" fmla="*/ 82281 h 832404"/>
                      <a:gd name="connsiteX27" fmla="*/ 2582789 w 3567513"/>
                      <a:gd name="connsiteY27" fmla="*/ 55061 h 832404"/>
                      <a:gd name="connsiteX28" fmla="*/ 2546926 w 3567513"/>
                      <a:gd name="connsiteY28" fmla="*/ 71730 h 832404"/>
                      <a:gd name="connsiteX29" fmla="*/ 2547280 w 3567513"/>
                      <a:gd name="connsiteY29" fmla="*/ 66055 h 832404"/>
                      <a:gd name="connsiteX30" fmla="*/ 2513811 w 3567513"/>
                      <a:gd name="connsiteY30" fmla="*/ 34714 h 832404"/>
                      <a:gd name="connsiteX31" fmla="*/ 2482468 w 3567513"/>
                      <a:gd name="connsiteY31" fmla="*/ 68183 h 832404"/>
                      <a:gd name="connsiteX32" fmla="*/ 2483045 w 3567513"/>
                      <a:gd name="connsiteY32" fmla="*/ 73060 h 832404"/>
                      <a:gd name="connsiteX33" fmla="*/ 2453742 w 3567513"/>
                      <a:gd name="connsiteY33" fmla="*/ 61268 h 832404"/>
                      <a:gd name="connsiteX34" fmla="*/ 2418499 w 3567513"/>
                      <a:gd name="connsiteY34" fmla="*/ 86049 h 832404"/>
                      <a:gd name="connsiteX35" fmla="*/ 2368671 w 3567513"/>
                      <a:gd name="connsiteY35" fmla="*/ 61090 h 832404"/>
                      <a:gd name="connsiteX36" fmla="*/ 2321237 w 3567513"/>
                      <a:gd name="connsiteY36" fmla="*/ 88310 h 832404"/>
                      <a:gd name="connsiteX37" fmla="*/ 2322212 w 3567513"/>
                      <a:gd name="connsiteY37" fmla="*/ 88044 h 832404"/>
                      <a:gd name="connsiteX38" fmla="*/ 2330369 w 3567513"/>
                      <a:gd name="connsiteY38" fmla="*/ 88531 h 832404"/>
                      <a:gd name="connsiteX39" fmla="*/ 2343757 w 3567513"/>
                      <a:gd name="connsiteY39" fmla="*/ 93630 h 832404"/>
                      <a:gd name="connsiteX40" fmla="*/ 2352003 w 3567513"/>
                      <a:gd name="connsiteY40" fmla="*/ 120316 h 832404"/>
                      <a:gd name="connsiteX41" fmla="*/ 2334980 w 3567513"/>
                      <a:gd name="connsiteY41" fmla="*/ 139290 h 832404"/>
                      <a:gd name="connsiteX42" fmla="*/ 2326778 w 3567513"/>
                      <a:gd name="connsiteY42" fmla="*/ 136896 h 832404"/>
                      <a:gd name="connsiteX43" fmla="*/ 2321414 w 3567513"/>
                      <a:gd name="connsiteY43" fmla="*/ 140088 h 832404"/>
                      <a:gd name="connsiteX44" fmla="*/ 2316361 w 3567513"/>
                      <a:gd name="connsiteY44" fmla="*/ 142216 h 832404"/>
                      <a:gd name="connsiteX45" fmla="*/ 2307494 w 3567513"/>
                      <a:gd name="connsiteY45" fmla="*/ 134503 h 832404"/>
                      <a:gd name="connsiteX46" fmla="*/ 2308159 w 3567513"/>
                      <a:gd name="connsiteY46" fmla="*/ 128429 h 832404"/>
                      <a:gd name="connsiteX47" fmla="*/ 2280142 w 3567513"/>
                      <a:gd name="connsiteY47" fmla="*/ 121868 h 832404"/>
                      <a:gd name="connsiteX48" fmla="*/ 2278369 w 3567513"/>
                      <a:gd name="connsiteY48" fmla="*/ 119563 h 832404"/>
                      <a:gd name="connsiteX49" fmla="*/ 2279256 w 3567513"/>
                      <a:gd name="connsiteY49" fmla="*/ 117169 h 832404"/>
                      <a:gd name="connsiteX50" fmla="*/ 2285950 w 3567513"/>
                      <a:gd name="connsiteY50" fmla="*/ 106884 h 832404"/>
                      <a:gd name="connsiteX51" fmla="*/ 2294062 w 3567513"/>
                      <a:gd name="connsiteY51" fmla="*/ 97309 h 832404"/>
                      <a:gd name="connsiteX52" fmla="*/ 2304347 w 3567513"/>
                      <a:gd name="connsiteY52" fmla="*/ 93097 h 832404"/>
                      <a:gd name="connsiteX53" fmla="*/ 2315252 w 3567513"/>
                      <a:gd name="connsiteY53" fmla="*/ 89994 h 832404"/>
                      <a:gd name="connsiteX54" fmla="*/ 2280585 w 3567513"/>
                      <a:gd name="connsiteY54" fmla="*/ 70843 h 832404"/>
                      <a:gd name="connsiteX55" fmla="*/ 2260592 w 3567513"/>
                      <a:gd name="connsiteY55" fmla="*/ 77227 h 832404"/>
                      <a:gd name="connsiteX56" fmla="*/ 2226191 w 3567513"/>
                      <a:gd name="connsiteY56" fmla="*/ 46106 h 832404"/>
                      <a:gd name="connsiteX57" fmla="*/ 2195913 w 3567513"/>
                      <a:gd name="connsiteY57" fmla="*/ 68051 h 832404"/>
                      <a:gd name="connsiteX58" fmla="*/ 2157656 w 3567513"/>
                      <a:gd name="connsiteY58" fmla="*/ 55239 h 832404"/>
                      <a:gd name="connsiteX59" fmla="*/ 2109025 w 3567513"/>
                      <a:gd name="connsiteY59" fmla="*/ 84852 h 832404"/>
                      <a:gd name="connsiteX60" fmla="*/ 2068240 w 3567513"/>
                      <a:gd name="connsiteY60" fmla="*/ 71907 h 832404"/>
                      <a:gd name="connsiteX61" fmla="*/ 2038760 w 3567513"/>
                      <a:gd name="connsiteY61" fmla="*/ 80286 h 832404"/>
                      <a:gd name="connsiteX62" fmla="*/ 2061191 w 3567513"/>
                      <a:gd name="connsiteY62" fmla="*/ 86270 h 832404"/>
                      <a:gd name="connsiteX63" fmla="*/ 2070501 w 3567513"/>
                      <a:gd name="connsiteY63" fmla="*/ 97486 h 832404"/>
                      <a:gd name="connsiteX64" fmla="*/ 2075289 w 3567513"/>
                      <a:gd name="connsiteY64" fmla="*/ 113800 h 832404"/>
                      <a:gd name="connsiteX65" fmla="*/ 2076574 w 3567513"/>
                      <a:gd name="connsiteY65" fmla="*/ 136497 h 832404"/>
                      <a:gd name="connsiteX66" fmla="*/ 2062610 w 3567513"/>
                      <a:gd name="connsiteY66" fmla="*/ 156402 h 832404"/>
                      <a:gd name="connsiteX67" fmla="*/ 2041996 w 3567513"/>
                      <a:gd name="connsiteY67" fmla="*/ 164736 h 832404"/>
                      <a:gd name="connsiteX68" fmla="*/ 2023333 w 3567513"/>
                      <a:gd name="connsiteY68" fmla="*/ 154185 h 832404"/>
                      <a:gd name="connsiteX69" fmla="*/ 2021426 w 3567513"/>
                      <a:gd name="connsiteY69" fmla="*/ 139689 h 832404"/>
                      <a:gd name="connsiteX70" fmla="*/ 2024796 w 3567513"/>
                      <a:gd name="connsiteY70" fmla="*/ 90969 h 832404"/>
                      <a:gd name="connsiteX71" fmla="*/ 2022357 w 3567513"/>
                      <a:gd name="connsiteY71" fmla="*/ 93452 h 832404"/>
                      <a:gd name="connsiteX72" fmla="*/ 1970180 w 3567513"/>
                      <a:gd name="connsiteY72" fmla="*/ 65302 h 832404"/>
                      <a:gd name="connsiteX73" fmla="*/ 1924475 w 3567513"/>
                      <a:gd name="connsiteY73" fmla="*/ 89551 h 832404"/>
                      <a:gd name="connsiteX74" fmla="*/ 1872829 w 3567513"/>
                      <a:gd name="connsiteY74" fmla="*/ 50806 h 832404"/>
                      <a:gd name="connsiteX75" fmla="*/ 1823489 w 3567513"/>
                      <a:gd name="connsiteY75" fmla="*/ 95270 h 832404"/>
                      <a:gd name="connsiteX76" fmla="*/ 1779069 w 3567513"/>
                      <a:gd name="connsiteY76" fmla="*/ 69646 h 832404"/>
                      <a:gd name="connsiteX77" fmla="*/ 1738373 w 3567513"/>
                      <a:gd name="connsiteY77" fmla="*/ 94338 h 832404"/>
                      <a:gd name="connsiteX78" fmla="*/ 1749013 w 3567513"/>
                      <a:gd name="connsiteY78" fmla="*/ 90748 h 832404"/>
                      <a:gd name="connsiteX79" fmla="*/ 1793654 w 3567513"/>
                      <a:gd name="connsiteY79" fmla="*/ 83256 h 832404"/>
                      <a:gd name="connsiteX80" fmla="*/ 1795472 w 3567513"/>
                      <a:gd name="connsiteY80" fmla="*/ 94826 h 832404"/>
                      <a:gd name="connsiteX81" fmla="*/ 1797112 w 3567513"/>
                      <a:gd name="connsiteY81" fmla="*/ 94560 h 832404"/>
                      <a:gd name="connsiteX82" fmla="*/ 1789487 w 3567513"/>
                      <a:gd name="connsiteY82" fmla="*/ 131488 h 832404"/>
                      <a:gd name="connsiteX83" fmla="*/ 1778094 w 3567513"/>
                      <a:gd name="connsiteY83" fmla="*/ 155471 h 832404"/>
                      <a:gd name="connsiteX84" fmla="*/ 1767056 w 3567513"/>
                      <a:gd name="connsiteY84" fmla="*/ 160126 h 832404"/>
                      <a:gd name="connsiteX85" fmla="*/ 1720508 w 3567513"/>
                      <a:gd name="connsiteY85" fmla="*/ 150683 h 832404"/>
                      <a:gd name="connsiteX86" fmla="*/ 1716429 w 3567513"/>
                      <a:gd name="connsiteY86" fmla="*/ 146383 h 832404"/>
                      <a:gd name="connsiteX87" fmla="*/ 1716695 w 3567513"/>
                      <a:gd name="connsiteY87" fmla="*/ 138004 h 832404"/>
                      <a:gd name="connsiteX88" fmla="*/ 1726138 w 3567513"/>
                      <a:gd name="connsiteY88" fmla="*/ 109810 h 832404"/>
                      <a:gd name="connsiteX89" fmla="*/ 1733320 w 3567513"/>
                      <a:gd name="connsiteY89" fmla="*/ 97708 h 832404"/>
                      <a:gd name="connsiteX90" fmla="*/ 1733364 w 3567513"/>
                      <a:gd name="connsiteY90" fmla="*/ 97663 h 832404"/>
                      <a:gd name="connsiteX91" fmla="*/ 1683891 w 3567513"/>
                      <a:gd name="connsiteY91" fmla="*/ 77714 h 832404"/>
                      <a:gd name="connsiteX92" fmla="*/ 1625108 w 3567513"/>
                      <a:gd name="connsiteY92" fmla="*/ 118055 h 832404"/>
                      <a:gd name="connsiteX93" fmla="*/ 1556129 w 3567513"/>
                      <a:gd name="connsiteY93" fmla="*/ 79000 h 832404"/>
                      <a:gd name="connsiteX94" fmla="*/ 1501602 w 3567513"/>
                      <a:gd name="connsiteY94" fmla="*/ 104756 h 832404"/>
                      <a:gd name="connsiteX95" fmla="*/ 1505060 w 3567513"/>
                      <a:gd name="connsiteY95" fmla="*/ 122622 h 832404"/>
                      <a:gd name="connsiteX96" fmla="*/ 1508872 w 3567513"/>
                      <a:gd name="connsiteY96" fmla="*/ 171031 h 832404"/>
                      <a:gd name="connsiteX97" fmla="*/ 1505015 w 3567513"/>
                      <a:gd name="connsiteY97" fmla="*/ 179144 h 832404"/>
                      <a:gd name="connsiteX98" fmla="*/ 1498277 w 3567513"/>
                      <a:gd name="connsiteY98" fmla="*/ 180429 h 832404"/>
                      <a:gd name="connsiteX99" fmla="*/ 1461926 w 3567513"/>
                      <a:gd name="connsiteY99" fmla="*/ 175908 h 832404"/>
                      <a:gd name="connsiteX100" fmla="*/ 1436967 w 3567513"/>
                      <a:gd name="connsiteY100" fmla="*/ 150949 h 832404"/>
                      <a:gd name="connsiteX101" fmla="*/ 1436612 w 3567513"/>
                      <a:gd name="connsiteY101" fmla="*/ 133483 h 832404"/>
                      <a:gd name="connsiteX102" fmla="*/ 1441267 w 3567513"/>
                      <a:gd name="connsiteY102" fmla="*/ 105111 h 832404"/>
                      <a:gd name="connsiteX103" fmla="*/ 1471457 w 3567513"/>
                      <a:gd name="connsiteY103" fmla="*/ 77360 h 832404"/>
                      <a:gd name="connsiteX104" fmla="*/ 1475047 w 3567513"/>
                      <a:gd name="connsiteY104" fmla="*/ 76606 h 832404"/>
                      <a:gd name="connsiteX105" fmla="*/ 1429564 w 3567513"/>
                      <a:gd name="connsiteY105" fmla="*/ 60514 h 832404"/>
                      <a:gd name="connsiteX106" fmla="*/ 1366791 w 3567513"/>
                      <a:gd name="connsiteY106" fmla="*/ 113578 h 832404"/>
                      <a:gd name="connsiteX107" fmla="*/ 1353536 w 3567513"/>
                      <a:gd name="connsiteY107" fmla="*/ 102052 h 832404"/>
                      <a:gd name="connsiteX108" fmla="*/ 1353669 w 3567513"/>
                      <a:gd name="connsiteY108" fmla="*/ 109677 h 832404"/>
                      <a:gd name="connsiteX109" fmla="*/ 1365772 w 3567513"/>
                      <a:gd name="connsiteY109" fmla="*/ 146472 h 832404"/>
                      <a:gd name="connsiteX110" fmla="*/ 1357260 w 3567513"/>
                      <a:gd name="connsiteY110" fmla="*/ 153875 h 832404"/>
                      <a:gd name="connsiteX111" fmla="*/ 1337843 w 3567513"/>
                      <a:gd name="connsiteY111" fmla="*/ 152811 h 832404"/>
                      <a:gd name="connsiteX112" fmla="*/ 1321175 w 3567513"/>
                      <a:gd name="connsiteY112" fmla="*/ 142216 h 832404"/>
                      <a:gd name="connsiteX113" fmla="*/ 1312442 w 3567513"/>
                      <a:gd name="connsiteY113" fmla="*/ 132197 h 832404"/>
                      <a:gd name="connsiteX114" fmla="*/ 1311067 w 3567513"/>
                      <a:gd name="connsiteY114" fmla="*/ 119784 h 832404"/>
                      <a:gd name="connsiteX115" fmla="*/ 1319534 w 3567513"/>
                      <a:gd name="connsiteY115" fmla="*/ 88930 h 832404"/>
                      <a:gd name="connsiteX116" fmla="*/ 1306590 w 3567513"/>
                      <a:gd name="connsiteY116" fmla="*/ 88176 h 832404"/>
                      <a:gd name="connsiteX117" fmla="*/ 1234197 w 3567513"/>
                      <a:gd name="connsiteY117" fmla="*/ 144300 h 832404"/>
                      <a:gd name="connsiteX118" fmla="*/ 1174572 w 3567513"/>
                      <a:gd name="connsiteY118" fmla="*/ 111184 h 832404"/>
                      <a:gd name="connsiteX119" fmla="*/ 1126518 w 3567513"/>
                      <a:gd name="connsiteY119" fmla="*/ 134281 h 832404"/>
                      <a:gd name="connsiteX120" fmla="*/ 1058248 w 3567513"/>
                      <a:gd name="connsiteY120" fmla="*/ 72749 h 832404"/>
                      <a:gd name="connsiteX121" fmla="*/ 994190 w 3567513"/>
                      <a:gd name="connsiteY121" fmla="*/ 136586 h 832404"/>
                      <a:gd name="connsiteX122" fmla="*/ 981334 w 3567513"/>
                      <a:gd name="connsiteY122" fmla="*/ 123242 h 832404"/>
                      <a:gd name="connsiteX123" fmla="*/ 981289 w 3567513"/>
                      <a:gd name="connsiteY123" fmla="*/ 126168 h 832404"/>
                      <a:gd name="connsiteX124" fmla="*/ 989535 w 3567513"/>
                      <a:gd name="connsiteY124" fmla="*/ 158574 h 832404"/>
                      <a:gd name="connsiteX125" fmla="*/ 987052 w 3567513"/>
                      <a:gd name="connsiteY125" fmla="*/ 165933 h 832404"/>
                      <a:gd name="connsiteX126" fmla="*/ 981954 w 3567513"/>
                      <a:gd name="connsiteY126" fmla="*/ 167219 h 832404"/>
                      <a:gd name="connsiteX127" fmla="*/ 945381 w 3567513"/>
                      <a:gd name="connsiteY127" fmla="*/ 153609 h 832404"/>
                      <a:gd name="connsiteX128" fmla="*/ 939662 w 3567513"/>
                      <a:gd name="connsiteY128" fmla="*/ 145363 h 832404"/>
                      <a:gd name="connsiteX129" fmla="*/ 939086 w 3567513"/>
                      <a:gd name="connsiteY129" fmla="*/ 138271 h 832404"/>
                      <a:gd name="connsiteX130" fmla="*/ 941436 w 3567513"/>
                      <a:gd name="connsiteY130" fmla="*/ 116371 h 832404"/>
                      <a:gd name="connsiteX131" fmla="*/ 942056 w 3567513"/>
                      <a:gd name="connsiteY131" fmla="*/ 114642 h 832404"/>
                      <a:gd name="connsiteX132" fmla="*/ 927471 w 3567513"/>
                      <a:gd name="connsiteY132" fmla="*/ 119740 h 832404"/>
                      <a:gd name="connsiteX133" fmla="*/ 925477 w 3567513"/>
                      <a:gd name="connsiteY133" fmla="*/ 138492 h 832404"/>
                      <a:gd name="connsiteX134" fmla="*/ 923925 w 3567513"/>
                      <a:gd name="connsiteY134" fmla="*/ 147979 h 832404"/>
                      <a:gd name="connsiteX135" fmla="*/ 931107 w 3567513"/>
                      <a:gd name="connsiteY135" fmla="*/ 158264 h 832404"/>
                      <a:gd name="connsiteX136" fmla="*/ 919270 w 3567513"/>
                      <a:gd name="connsiteY136" fmla="*/ 152988 h 832404"/>
                      <a:gd name="connsiteX137" fmla="*/ 908852 w 3567513"/>
                      <a:gd name="connsiteY137" fmla="*/ 159638 h 832404"/>
                      <a:gd name="connsiteX138" fmla="*/ 885091 w 3567513"/>
                      <a:gd name="connsiteY138" fmla="*/ 164914 h 832404"/>
                      <a:gd name="connsiteX139" fmla="*/ 898612 w 3567513"/>
                      <a:gd name="connsiteY139" fmla="*/ 161190 h 832404"/>
                      <a:gd name="connsiteX140" fmla="*/ 909030 w 3567513"/>
                      <a:gd name="connsiteY140" fmla="*/ 151392 h 832404"/>
                      <a:gd name="connsiteX141" fmla="*/ 921354 w 3567513"/>
                      <a:gd name="connsiteY141" fmla="*/ 135611 h 832404"/>
                      <a:gd name="connsiteX142" fmla="*/ 925299 w 3567513"/>
                      <a:gd name="connsiteY142" fmla="*/ 125813 h 832404"/>
                      <a:gd name="connsiteX143" fmla="*/ 926141 w 3567513"/>
                      <a:gd name="connsiteY143" fmla="*/ 120449 h 832404"/>
                      <a:gd name="connsiteX144" fmla="*/ 910094 w 3567513"/>
                      <a:gd name="connsiteY144" fmla="*/ 134901 h 832404"/>
                      <a:gd name="connsiteX145" fmla="*/ 846479 w 3567513"/>
                      <a:gd name="connsiteY145" fmla="*/ 93408 h 832404"/>
                      <a:gd name="connsiteX146" fmla="*/ 784504 w 3567513"/>
                      <a:gd name="connsiteY146" fmla="*/ 143014 h 832404"/>
                      <a:gd name="connsiteX147" fmla="*/ 771737 w 3567513"/>
                      <a:gd name="connsiteY147" fmla="*/ 144920 h 832404"/>
                      <a:gd name="connsiteX148" fmla="*/ 771781 w 3567513"/>
                      <a:gd name="connsiteY148" fmla="*/ 154097 h 832404"/>
                      <a:gd name="connsiteX149" fmla="*/ 767437 w 3567513"/>
                      <a:gd name="connsiteY149" fmla="*/ 167041 h 832404"/>
                      <a:gd name="connsiteX150" fmla="*/ 755157 w 3567513"/>
                      <a:gd name="connsiteY150" fmla="*/ 173602 h 832404"/>
                      <a:gd name="connsiteX151" fmla="*/ 742434 w 3567513"/>
                      <a:gd name="connsiteY151" fmla="*/ 171386 h 832404"/>
                      <a:gd name="connsiteX152" fmla="*/ 739863 w 3567513"/>
                      <a:gd name="connsiteY152" fmla="*/ 179942 h 832404"/>
                      <a:gd name="connsiteX153" fmla="*/ 739685 w 3567513"/>
                      <a:gd name="connsiteY153" fmla="*/ 181183 h 832404"/>
                      <a:gd name="connsiteX154" fmla="*/ 739641 w 3567513"/>
                      <a:gd name="connsiteY154" fmla="*/ 181183 h 832404"/>
                      <a:gd name="connsiteX155" fmla="*/ 743897 w 3567513"/>
                      <a:gd name="connsiteY155" fmla="*/ 182646 h 832404"/>
                      <a:gd name="connsiteX156" fmla="*/ 793814 w 3567513"/>
                      <a:gd name="connsiteY156" fmla="*/ 164382 h 832404"/>
                      <a:gd name="connsiteX157" fmla="*/ 778431 w 3567513"/>
                      <a:gd name="connsiteY157" fmla="*/ 181626 h 832404"/>
                      <a:gd name="connsiteX158" fmla="*/ 756265 w 3567513"/>
                      <a:gd name="connsiteY158" fmla="*/ 187123 h 832404"/>
                      <a:gd name="connsiteX159" fmla="*/ 750813 w 3567513"/>
                      <a:gd name="connsiteY159" fmla="*/ 194083 h 832404"/>
                      <a:gd name="connsiteX160" fmla="*/ 750103 w 3567513"/>
                      <a:gd name="connsiteY160" fmla="*/ 205609 h 832404"/>
                      <a:gd name="connsiteX161" fmla="*/ 737602 w 3567513"/>
                      <a:gd name="connsiteY161" fmla="*/ 227021 h 832404"/>
                      <a:gd name="connsiteX162" fmla="*/ 734632 w 3567513"/>
                      <a:gd name="connsiteY162" fmla="*/ 229193 h 832404"/>
                      <a:gd name="connsiteX163" fmla="*/ 737602 w 3567513"/>
                      <a:gd name="connsiteY163" fmla="*/ 227021 h 832404"/>
                      <a:gd name="connsiteX164" fmla="*/ 741680 w 3567513"/>
                      <a:gd name="connsiteY164" fmla="*/ 221613 h 832404"/>
                      <a:gd name="connsiteX165" fmla="*/ 746956 w 3567513"/>
                      <a:gd name="connsiteY165" fmla="*/ 196344 h 832404"/>
                      <a:gd name="connsiteX166" fmla="*/ 741680 w 3567513"/>
                      <a:gd name="connsiteY166" fmla="*/ 186725 h 832404"/>
                      <a:gd name="connsiteX167" fmla="*/ 741326 w 3567513"/>
                      <a:gd name="connsiteY167" fmla="*/ 187079 h 832404"/>
                      <a:gd name="connsiteX168" fmla="*/ 740350 w 3567513"/>
                      <a:gd name="connsiteY168" fmla="*/ 186236 h 832404"/>
                      <a:gd name="connsiteX169" fmla="*/ 730952 w 3567513"/>
                      <a:gd name="connsiteY169" fmla="*/ 181449 h 832404"/>
                      <a:gd name="connsiteX170" fmla="*/ 726918 w 3567513"/>
                      <a:gd name="connsiteY170" fmla="*/ 182025 h 832404"/>
                      <a:gd name="connsiteX171" fmla="*/ 712245 w 3567513"/>
                      <a:gd name="connsiteY171" fmla="*/ 199580 h 832404"/>
                      <a:gd name="connsiteX172" fmla="*/ 713264 w 3567513"/>
                      <a:gd name="connsiteY172" fmla="*/ 218199 h 832404"/>
                      <a:gd name="connsiteX173" fmla="*/ 702492 w 3567513"/>
                      <a:gd name="connsiteY173" fmla="*/ 222101 h 832404"/>
                      <a:gd name="connsiteX174" fmla="*/ 692961 w 3567513"/>
                      <a:gd name="connsiteY174" fmla="*/ 218731 h 832404"/>
                      <a:gd name="connsiteX175" fmla="*/ 692163 w 3567513"/>
                      <a:gd name="connsiteY175" fmla="*/ 217844 h 832404"/>
                      <a:gd name="connsiteX176" fmla="*/ 689458 w 3567513"/>
                      <a:gd name="connsiteY176" fmla="*/ 211949 h 832404"/>
                      <a:gd name="connsiteX177" fmla="*/ 689193 w 3567513"/>
                      <a:gd name="connsiteY177" fmla="*/ 210707 h 832404"/>
                      <a:gd name="connsiteX178" fmla="*/ 685247 w 3567513"/>
                      <a:gd name="connsiteY178" fmla="*/ 221569 h 832404"/>
                      <a:gd name="connsiteX179" fmla="*/ 652220 w 3567513"/>
                      <a:gd name="connsiteY179" fmla="*/ 247723 h 832404"/>
                      <a:gd name="connsiteX180" fmla="*/ 651733 w 3567513"/>
                      <a:gd name="connsiteY180" fmla="*/ 256102 h 832404"/>
                      <a:gd name="connsiteX181" fmla="*/ 665741 w 3567513"/>
                      <a:gd name="connsiteY181" fmla="*/ 241074 h 832404"/>
                      <a:gd name="connsiteX182" fmla="*/ 653683 w 3567513"/>
                      <a:gd name="connsiteY182" fmla="*/ 260801 h 832404"/>
                      <a:gd name="connsiteX183" fmla="*/ 647167 w 3567513"/>
                      <a:gd name="connsiteY183" fmla="*/ 264703 h 832404"/>
                      <a:gd name="connsiteX184" fmla="*/ 663037 w 3567513"/>
                      <a:gd name="connsiteY184" fmla="*/ 274633 h 832404"/>
                      <a:gd name="connsiteX185" fmla="*/ 677888 w 3567513"/>
                      <a:gd name="connsiteY185" fmla="*/ 292188 h 832404"/>
                      <a:gd name="connsiteX186" fmla="*/ 653417 w 3567513"/>
                      <a:gd name="connsiteY186" fmla="*/ 273790 h 832404"/>
                      <a:gd name="connsiteX187" fmla="*/ 640074 w 3567513"/>
                      <a:gd name="connsiteY187" fmla="*/ 268648 h 832404"/>
                      <a:gd name="connsiteX188" fmla="*/ 640118 w 3567513"/>
                      <a:gd name="connsiteY188" fmla="*/ 267362 h 832404"/>
                      <a:gd name="connsiteX189" fmla="*/ 625932 w 3567513"/>
                      <a:gd name="connsiteY189" fmla="*/ 270510 h 832404"/>
                      <a:gd name="connsiteX190" fmla="*/ 618706 w 3567513"/>
                      <a:gd name="connsiteY190" fmla="*/ 271529 h 832404"/>
                      <a:gd name="connsiteX191" fmla="*/ 615869 w 3567513"/>
                      <a:gd name="connsiteY191" fmla="*/ 275475 h 832404"/>
                      <a:gd name="connsiteX192" fmla="*/ 595388 w 3567513"/>
                      <a:gd name="connsiteY192" fmla="*/ 268204 h 832404"/>
                      <a:gd name="connsiteX193" fmla="*/ 508500 w 3567513"/>
                      <a:gd name="connsiteY193" fmla="*/ 326722 h 832404"/>
                      <a:gd name="connsiteX194" fmla="*/ 508145 w 3567513"/>
                      <a:gd name="connsiteY194" fmla="*/ 329071 h 832404"/>
                      <a:gd name="connsiteX195" fmla="*/ 507480 w 3567513"/>
                      <a:gd name="connsiteY195" fmla="*/ 334125 h 832404"/>
                      <a:gd name="connsiteX196" fmla="*/ 507170 w 3567513"/>
                      <a:gd name="connsiteY196" fmla="*/ 340553 h 832404"/>
                      <a:gd name="connsiteX197" fmla="*/ 503667 w 3567513"/>
                      <a:gd name="connsiteY197" fmla="*/ 339090 h 832404"/>
                      <a:gd name="connsiteX198" fmla="*/ 490811 w 3567513"/>
                      <a:gd name="connsiteY198" fmla="*/ 355270 h 832404"/>
                      <a:gd name="connsiteX199" fmla="*/ 488196 w 3567513"/>
                      <a:gd name="connsiteY199" fmla="*/ 360324 h 832404"/>
                      <a:gd name="connsiteX200" fmla="*/ 489614 w 3567513"/>
                      <a:gd name="connsiteY200" fmla="*/ 365245 h 832404"/>
                      <a:gd name="connsiteX201" fmla="*/ 494358 w 3567513"/>
                      <a:gd name="connsiteY201" fmla="*/ 372782 h 832404"/>
                      <a:gd name="connsiteX202" fmla="*/ 496087 w 3567513"/>
                      <a:gd name="connsiteY202" fmla="*/ 378456 h 832404"/>
                      <a:gd name="connsiteX203" fmla="*/ 490191 w 3567513"/>
                      <a:gd name="connsiteY203" fmla="*/ 387810 h 832404"/>
                      <a:gd name="connsiteX204" fmla="*/ 477601 w 3567513"/>
                      <a:gd name="connsiteY204" fmla="*/ 399823 h 832404"/>
                      <a:gd name="connsiteX205" fmla="*/ 460489 w 3567513"/>
                      <a:gd name="connsiteY205" fmla="*/ 405808 h 832404"/>
                      <a:gd name="connsiteX206" fmla="*/ 447323 w 3567513"/>
                      <a:gd name="connsiteY206" fmla="*/ 403148 h 832404"/>
                      <a:gd name="connsiteX207" fmla="*/ 440274 w 3567513"/>
                      <a:gd name="connsiteY207" fmla="*/ 395435 h 832404"/>
                      <a:gd name="connsiteX208" fmla="*/ 429546 w 3567513"/>
                      <a:gd name="connsiteY208" fmla="*/ 404168 h 832404"/>
                      <a:gd name="connsiteX209" fmla="*/ 442890 w 3567513"/>
                      <a:gd name="connsiteY209" fmla="*/ 414098 h 832404"/>
                      <a:gd name="connsiteX210" fmla="*/ 507391 w 3567513"/>
                      <a:gd name="connsiteY210" fmla="*/ 397607 h 832404"/>
                      <a:gd name="connsiteX211" fmla="*/ 480349 w 3567513"/>
                      <a:gd name="connsiteY211" fmla="*/ 413521 h 832404"/>
                      <a:gd name="connsiteX212" fmla="*/ 453307 w 3567513"/>
                      <a:gd name="connsiteY212" fmla="*/ 418398 h 832404"/>
                      <a:gd name="connsiteX213" fmla="*/ 443200 w 3567513"/>
                      <a:gd name="connsiteY213" fmla="*/ 424826 h 832404"/>
                      <a:gd name="connsiteX214" fmla="*/ 435309 w 3567513"/>
                      <a:gd name="connsiteY214" fmla="*/ 435554 h 832404"/>
                      <a:gd name="connsiteX215" fmla="*/ 408799 w 3567513"/>
                      <a:gd name="connsiteY215" fmla="*/ 455370 h 832404"/>
                      <a:gd name="connsiteX216" fmla="*/ 404322 w 3567513"/>
                      <a:gd name="connsiteY216" fmla="*/ 457365 h 832404"/>
                      <a:gd name="connsiteX217" fmla="*/ 408799 w 3567513"/>
                      <a:gd name="connsiteY217" fmla="*/ 455370 h 832404"/>
                      <a:gd name="connsiteX218" fmla="*/ 416513 w 3567513"/>
                      <a:gd name="connsiteY218" fmla="*/ 450361 h 832404"/>
                      <a:gd name="connsiteX219" fmla="*/ 437703 w 3567513"/>
                      <a:gd name="connsiteY219" fmla="*/ 426865 h 832404"/>
                      <a:gd name="connsiteX220" fmla="*/ 438013 w 3567513"/>
                      <a:gd name="connsiteY220" fmla="*/ 417821 h 832404"/>
                      <a:gd name="connsiteX221" fmla="*/ 437437 w 3567513"/>
                      <a:gd name="connsiteY221" fmla="*/ 418132 h 832404"/>
                      <a:gd name="connsiteX222" fmla="*/ 436949 w 3567513"/>
                      <a:gd name="connsiteY222" fmla="*/ 417334 h 832404"/>
                      <a:gd name="connsiteX223" fmla="*/ 427063 w 3567513"/>
                      <a:gd name="connsiteY223" fmla="*/ 407980 h 832404"/>
                      <a:gd name="connsiteX224" fmla="*/ 426133 w 3567513"/>
                      <a:gd name="connsiteY224" fmla="*/ 409887 h 832404"/>
                      <a:gd name="connsiteX225" fmla="*/ 398736 w 3567513"/>
                      <a:gd name="connsiteY225" fmla="*/ 429480 h 832404"/>
                      <a:gd name="connsiteX226" fmla="*/ 388363 w 3567513"/>
                      <a:gd name="connsiteY226" fmla="*/ 446858 h 832404"/>
                      <a:gd name="connsiteX227" fmla="*/ 374487 w 3567513"/>
                      <a:gd name="connsiteY227" fmla="*/ 450361 h 832404"/>
                      <a:gd name="connsiteX228" fmla="*/ 366419 w 3567513"/>
                      <a:gd name="connsiteY228" fmla="*/ 447125 h 832404"/>
                      <a:gd name="connsiteX229" fmla="*/ 366108 w 3567513"/>
                      <a:gd name="connsiteY229" fmla="*/ 446282 h 832404"/>
                      <a:gd name="connsiteX230" fmla="*/ 366862 w 3567513"/>
                      <a:gd name="connsiteY230" fmla="*/ 440741 h 832404"/>
                      <a:gd name="connsiteX231" fmla="*/ 381403 w 3567513"/>
                      <a:gd name="connsiteY231" fmla="*/ 422920 h 832404"/>
                      <a:gd name="connsiteX232" fmla="*/ 406228 w 3567513"/>
                      <a:gd name="connsiteY232" fmla="*/ 407847 h 832404"/>
                      <a:gd name="connsiteX233" fmla="*/ 391288 w 3567513"/>
                      <a:gd name="connsiteY233" fmla="*/ 407448 h 832404"/>
                      <a:gd name="connsiteX234" fmla="*/ 372137 w 3567513"/>
                      <a:gd name="connsiteY234" fmla="*/ 417644 h 832404"/>
                      <a:gd name="connsiteX235" fmla="*/ 344697 w 3567513"/>
                      <a:gd name="connsiteY235" fmla="*/ 447346 h 832404"/>
                      <a:gd name="connsiteX236" fmla="*/ 351169 w 3567513"/>
                      <a:gd name="connsiteY236" fmla="*/ 425447 h 832404"/>
                      <a:gd name="connsiteX237" fmla="*/ 331264 w 3567513"/>
                      <a:gd name="connsiteY237" fmla="*/ 461355 h 832404"/>
                      <a:gd name="connsiteX238" fmla="*/ 330777 w 3567513"/>
                      <a:gd name="connsiteY238" fmla="*/ 464635 h 832404"/>
                      <a:gd name="connsiteX239" fmla="*/ 310606 w 3567513"/>
                      <a:gd name="connsiteY239" fmla="*/ 453552 h 832404"/>
                      <a:gd name="connsiteX240" fmla="*/ 266940 w 3567513"/>
                      <a:gd name="connsiteY240" fmla="*/ 479973 h 832404"/>
                      <a:gd name="connsiteX241" fmla="*/ 252311 w 3567513"/>
                      <a:gd name="connsiteY241" fmla="*/ 475186 h 832404"/>
                      <a:gd name="connsiteX242" fmla="*/ 175796 w 3567513"/>
                      <a:gd name="connsiteY242" fmla="*/ 526699 h 832404"/>
                      <a:gd name="connsiteX243" fmla="*/ 177613 w 3567513"/>
                      <a:gd name="connsiteY243" fmla="*/ 558750 h 832404"/>
                      <a:gd name="connsiteX244" fmla="*/ 199202 w 3567513"/>
                      <a:gd name="connsiteY244" fmla="*/ 527674 h 832404"/>
                      <a:gd name="connsiteX245" fmla="*/ 240209 w 3567513"/>
                      <a:gd name="connsiteY245" fmla="*/ 506040 h 832404"/>
                      <a:gd name="connsiteX246" fmla="*/ 269866 w 3567513"/>
                      <a:gd name="connsiteY246" fmla="*/ 505021 h 832404"/>
                      <a:gd name="connsiteX247" fmla="*/ 266009 w 3567513"/>
                      <a:gd name="connsiteY247" fmla="*/ 515926 h 832404"/>
                      <a:gd name="connsiteX248" fmla="*/ 256567 w 3567513"/>
                      <a:gd name="connsiteY248" fmla="*/ 527364 h 832404"/>
                      <a:gd name="connsiteX249" fmla="*/ 255458 w 3567513"/>
                      <a:gd name="connsiteY249" fmla="*/ 529935 h 832404"/>
                      <a:gd name="connsiteX250" fmla="*/ 251513 w 3567513"/>
                      <a:gd name="connsiteY250" fmla="*/ 533880 h 832404"/>
                      <a:gd name="connsiteX251" fmla="*/ 231919 w 3567513"/>
                      <a:gd name="connsiteY251" fmla="*/ 561631 h 832404"/>
                      <a:gd name="connsiteX252" fmla="*/ 222786 w 3567513"/>
                      <a:gd name="connsiteY252" fmla="*/ 572758 h 832404"/>
                      <a:gd name="connsiteX253" fmla="*/ 211083 w 3567513"/>
                      <a:gd name="connsiteY253" fmla="*/ 578832 h 832404"/>
                      <a:gd name="connsiteX254" fmla="*/ 212236 w 3567513"/>
                      <a:gd name="connsiteY254" fmla="*/ 586855 h 832404"/>
                      <a:gd name="connsiteX255" fmla="*/ 210462 w 3567513"/>
                      <a:gd name="connsiteY255" fmla="*/ 603258 h 832404"/>
                      <a:gd name="connsiteX256" fmla="*/ 211349 w 3567513"/>
                      <a:gd name="connsiteY256" fmla="*/ 608179 h 832404"/>
                      <a:gd name="connsiteX257" fmla="*/ 216314 w 3567513"/>
                      <a:gd name="connsiteY257" fmla="*/ 613011 h 832404"/>
                      <a:gd name="connsiteX258" fmla="*/ 226510 w 3567513"/>
                      <a:gd name="connsiteY258" fmla="*/ 620370 h 832404"/>
                      <a:gd name="connsiteX259" fmla="*/ 232273 w 3567513"/>
                      <a:gd name="connsiteY259" fmla="*/ 625911 h 832404"/>
                      <a:gd name="connsiteX260" fmla="*/ 232894 w 3567513"/>
                      <a:gd name="connsiteY260" fmla="*/ 635088 h 832404"/>
                      <a:gd name="connsiteX261" fmla="*/ 228549 w 3567513"/>
                      <a:gd name="connsiteY261" fmla="*/ 646880 h 832404"/>
                      <a:gd name="connsiteX262" fmla="*/ 215294 w 3567513"/>
                      <a:gd name="connsiteY262" fmla="*/ 652776 h 832404"/>
                      <a:gd name="connsiteX263" fmla="*/ 200000 w 3567513"/>
                      <a:gd name="connsiteY263" fmla="*/ 650249 h 832404"/>
                      <a:gd name="connsiteX264" fmla="*/ 174333 w 3567513"/>
                      <a:gd name="connsiteY264" fmla="*/ 622852 h 832404"/>
                      <a:gd name="connsiteX265" fmla="*/ 182401 w 3567513"/>
                      <a:gd name="connsiteY265" fmla="*/ 589205 h 832404"/>
                      <a:gd name="connsiteX266" fmla="*/ 188918 w 3567513"/>
                      <a:gd name="connsiteY266" fmla="*/ 583043 h 832404"/>
                      <a:gd name="connsiteX267" fmla="*/ 181071 w 3567513"/>
                      <a:gd name="connsiteY267" fmla="*/ 575329 h 832404"/>
                      <a:gd name="connsiteX268" fmla="*/ 177392 w 3567513"/>
                      <a:gd name="connsiteY268" fmla="*/ 562163 h 832404"/>
                      <a:gd name="connsiteX269" fmla="*/ 154029 w 3567513"/>
                      <a:gd name="connsiteY269" fmla="*/ 551347 h 832404"/>
                      <a:gd name="connsiteX270" fmla="*/ 94670 w 3567513"/>
                      <a:gd name="connsiteY270" fmla="*/ 583398 h 832404"/>
                      <a:gd name="connsiteX271" fmla="*/ 95424 w 3567513"/>
                      <a:gd name="connsiteY271" fmla="*/ 595855 h 832404"/>
                      <a:gd name="connsiteX272" fmla="*/ 102251 w 3567513"/>
                      <a:gd name="connsiteY272" fmla="*/ 614297 h 832404"/>
                      <a:gd name="connsiteX273" fmla="*/ 113644 w 3567513"/>
                      <a:gd name="connsiteY273" fmla="*/ 622852 h 832404"/>
                      <a:gd name="connsiteX274" fmla="*/ 126721 w 3567513"/>
                      <a:gd name="connsiteY274" fmla="*/ 628615 h 832404"/>
                      <a:gd name="connsiteX275" fmla="*/ 135233 w 3567513"/>
                      <a:gd name="connsiteY275" fmla="*/ 638235 h 832404"/>
                      <a:gd name="connsiteX276" fmla="*/ 131775 w 3567513"/>
                      <a:gd name="connsiteY276" fmla="*/ 646968 h 832404"/>
                      <a:gd name="connsiteX277" fmla="*/ 123175 w 3567513"/>
                      <a:gd name="connsiteY277" fmla="*/ 651490 h 832404"/>
                      <a:gd name="connsiteX278" fmla="*/ 104378 w 3567513"/>
                      <a:gd name="connsiteY278" fmla="*/ 653352 h 832404"/>
                      <a:gd name="connsiteX279" fmla="*/ 86025 w 3567513"/>
                      <a:gd name="connsiteY279" fmla="*/ 652421 h 832404"/>
                      <a:gd name="connsiteX280" fmla="*/ 66032 w 3567513"/>
                      <a:gd name="connsiteY280" fmla="*/ 645195 h 832404"/>
                      <a:gd name="connsiteX281" fmla="*/ 54417 w 3567513"/>
                      <a:gd name="connsiteY281" fmla="*/ 637437 h 832404"/>
                      <a:gd name="connsiteX282" fmla="*/ 46704 w 3567513"/>
                      <a:gd name="connsiteY282" fmla="*/ 627551 h 832404"/>
                      <a:gd name="connsiteX283" fmla="*/ 39788 w 3567513"/>
                      <a:gd name="connsiteY283" fmla="*/ 610750 h 832404"/>
                      <a:gd name="connsiteX284" fmla="*/ 1575 w 3567513"/>
                      <a:gd name="connsiteY284" fmla="*/ 665011 h 832404"/>
                      <a:gd name="connsiteX285" fmla="*/ 55260 w 3567513"/>
                      <a:gd name="connsiteY285" fmla="*/ 753585 h 832404"/>
                      <a:gd name="connsiteX286" fmla="*/ 56678 w 3567513"/>
                      <a:gd name="connsiteY286" fmla="*/ 753762 h 832404"/>
                      <a:gd name="connsiteX287" fmla="*/ 61555 w 3567513"/>
                      <a:gd name="connsiteY287" fmla="*/ 751634 h 832404"/>
                      <a:gd name="connsiteX288" fmla="*/ 90636 w 3567513"/>
                      <a:gd name="connsiteY288" fmla="*/ 750348 h 832404"/>
                      <a:gd name="connsiteX289" fmla="*/ 104866 w 3567513"/>
                      <a:gd name="connsiteY289" fmla="*/ 742989 h 832404"/>
                      <a:gd name="connsiteX290" fmla="*/ 92143 w 3567513"/>
                      <a:gd name="connsiteY290" fmla="*/ 738689 h 832404"/>
                      <a:gd name="connsiteX291" fmla="*/ 92143 w 3567513"/>
                      <a:gd name="connsiteY291" fmla="*/ 737537 h 832404"/>
                      <a:gd name="connsiteX292" fmla="*/ 76672 w 3567513"/>
                      <a:gd name="connsiteY292" fmla="*/ 740329 h 832404"/>
                      <a:gd name="connsiteX293" fmla="*/ 56900 w 3567513"/>
                      <a:gd name="connsiteY293" fmla="*/ 739443 h 832404"/>
                      <a:gd name="connsiteX294" fmla="*/ 55393 w 3567513"/>
                      <a:gd name="connsiteY294" fmla="*/ 737226 h 832404"/>
                      <a:gd name="connsiteX295" fmla="*/ 82435 w 3567513"/>
                      <a:gd name="connsiteY295" fmla="*/ 736118 h 832404"/>
                      <a:gd name="connsiteX296" fmla="*/ 119451 w 3567513"/>
                      <a:gd name="connsiteY296" fmla="*/ 713775 h 832404"/>
                      <a:gd name="connsiteX297" fmla="*/ 106817 w 3567513"/>
                      <a:gd name="connsiteY297" fmla="*/ 731685 h 832404"/>
                      <a:gd name="connsiteX298" fmla="*/ 99768 w 3567513"/>
                      <a:gd name="connsiteY298" fmla="*/ 735187 h 832404"/>
                      <a:gd name="connsiteX299" fmla="*/ 107703 w 3567513"/>
                      <a:gd name="connsiteY299" fmla="*/ 740950 h 832404"/>
                      <a:gd name="connsiteX300" fmla="*/ 111693 w 3567513"/>
                      <a:gd name="connsiteY300" fmla="*/ 737847 h 832404"/>
                      <a:gd name="connsiteX301" fmla="*/ 162718 w 3567513"/>
                      <a:gd name="connsiteY301" fmla="*/ 750614 h 832404"/>
                      <a:gd name="connsiteX302" fmla="*/ 177392 w 3567513"/>
                      <a:gd name="connsiteY302" fmla="*/ 737803 h 832404"/>
                      <a:gd name="connsiteX303" fmla="*/ 178987 w 3567513"/>
                      <a:gd name="connsiteY303" fmla="*/ 720159 h 832404"/>
                      <a:gd name="connsiteX304" fmla="*/ 157886 w 3567513"/>
                      <a:gd name="connsiteY304" fmla="*/ 707702 h 832404"/>
                      <a:gd name="connsiteX305" fmla="*/ 136518 w 3567513"/>
                      <a:gd name="connsiteY305" fmla="*/ 708544 h 832404"/>
                      <a:gd name="connsiteX306" fmla="*/ 150793 w 3567513"/>
                      <a:gd name="connsiteY306" fmla="*/ 705485 h 832404"/>
                      <a:gd name="connsiteX307" fmla="*/ 168747 w 3567513"/>
                      <a:gd name="connsiteY307" fmla="*/ 708057 h 832404"/>
                      <a:gd name="connsiteX308" fmla="*/ 182756 w 3567513"/>
                      <a:gd name="connsiteY308" fmla="*/ 717499 h 832404"/>
                      <a:gd name="connsiteX309" fmla="*/ 190691 w 3567513"/>
                      <a:gd name="connsiteY309" fmla="*/ 725922 h 832404"/>
                      <a:gd name="connsiteX310" fmla="*/ 196809 w 3567513"/>
                      <a:gd name="connsiteY310" fmla="*/ 727119 h 832404"/>
                      <a:gd name="connsiteX311" fmla="*/ 185814 w 3567513"/>
                      <a:gd name="connsiteY311" fmla="*/ 731153 h 832404"/>
                      <a:gd name="connsiteX312" fmla="*/ 178854 w 3567513"/>
                      <a:gd name="connsiteY312" fmla="*/ 739753 h 832404"/>
                      <a:gd name="connsiteX313" fmla="*/ 162762 w 3567513"/>
                      <a:gd name="connsiteY313" fmla="*/ 750659 h 832404"/>
                      <a:gd name="connsiteX314" fmla="*/ 179741 w 3567513"/>
                      <a:gd name="connsiteY314" fmla="*/ 754914 h 832404"/>
                      <a:gd name="connsiteX315" fmla="*/ 185460 w 3567513"/>
                      <a:gd name="connsiteY315" fmla="*/ 750082 h 832404"/>
                      <a:gd name="connsiteX316" fmla="*/ 197030 w 3567513"/>
                      <a:gd name="connsiteY316" fmla="*/ 736650 h 832404"/>
                      <a:gd name="connsiteX317" fmla="*/ 214364 w 3567513"/>
                      <a:gd name="connsiteY317" fmla="*/ 739133 h 832404"/>
                      <a:gd name="connsiteX318" fmla="*/ 232850 w 3567513"/>
                      <a:gd name="connsiteY318" fmla="*/ 734079 h 832404"/>
                      <a:gd name="connsiteX319" fmla="*/ 246371 w 3567513"/>
                      <a:gd name="connsiteY319" fmla="*/ 735276 h 832404"/>
                      <a:gd name="connsiteX320" fmla="*/ 248631 w 3567513"/>
                      <a:gd name="connsiteY320" fmla="*/ 740950 h 832404"/>
                      <a:gd name="connsiteX321" fmla="*/ 258384 w 3567513"/>
                      <a:gd name="connsiteY321" fmla="*/ 758815 h 832404"/>
                      <a:gd name="connsiteX322" fmla="*/ 267871 w 3567513"/>
                      <a:gd name="connsiteY322" fmla="*/ 767682 h 832404"/>
                      <a:gd name="connsiteX323" fmla="*/ 256256 w 3567513"/>
                      <a:gd name="connsiteY323" fmla="*/ 769677 h 832404"/>
                      <a:gd name="connsiteX324" fmla="*/ 243312 w 3567513"/>
                      <a:gd name="connsiteY324" fmla="*/ 767903 h 832404"/>
                      <a:gd name="connsiteX325" fmla="*/ 240918 w 3567513"/>
                      <a:gd name="connsiteY325" fmla="*/ 770209 h 832404"/>
                      <a:gd name="connsiteX326" fmla="*/ 287155 w 3567513"/>
                      <a:gd name="connsiteY326" fmla="*/ 781779 h 832404"/>
                      <a:gd name="connsiteX327" fmla="*/ 292829 w 3567513"/>
                      <a:gd name="connsiteY327" fmla="*/ 779784 h 832404"/>
                      <a:gd name="connsiteX328" fmla="*/ 291588 w 3567513"/>
                      <a:gd name="connsiteY328" fmla="*/ 782887 h 832404"/>
                      <a:gd name="connsiteX329" fmla="*/ 338003 w 3567513"/>
                      <a:gd name="connsiteY329" fmla="*/ 794502 h 832404"/>
                      <a:gd name="connsiteX330" fmla="*/ 363936 w 3567513"/>
                      <a:gd name="connsiteY330" fmla="*/ 798846 h 832404"/>
                      <a:gd name="connsiteX331" fmla="*/ 368768 w 3567513"/>
                      <a:gd name="connsiteY331" fmla="*/ 802216 h 832404"/>
                      <a:gd name="connsiteX332" fmla="*/ 434999 w 3567513"/>
                      <a:gd name="connsiteY332" fmla="*/ 818795 h 832404"/>
                      <a:gd name="connsiteX333" fmla="*/ 435797 w 3567513"/>
                      <a:gd name="connsiteY333" fmla="*/ 814229 h 832404"/>
                      <a:gd name="connsiteX334" fmla="*/ 388318 w 3567513"/>
                      <a:gd name="connsiteY334" fmla="*/ 800132 h 832404"/>
                      <a:gd name="connsiteX335" fmla="*/ 417577 w 3567513"/>
                      <a:gd name="connsiteY335" fmla="*/ 806338 h 832404"/>
                      <a:gd name="connsiteX336" fmla="*/ 429768 w 3567513"/>
                      <a:gd name="connsiteY336" fmla="*/ 809308 h 832404"/>
                      <a:gd name="connsiteX337" fmla="*/ 446791 w 3567513"/>
                      <a:gd name="connsiteY337" fmla="*/ 807579 h 832404"/>
                      <a:gd name="connsiteX338" fmla="*/ 463592 w 3567513"/>
                      <a:gd name="connsiteY338" fmla="*/ 803368 h 832404"/>
                      <a:gd name="connsiteX339" fmla="*/ 475473 w 3567513"/>
                      <a:gd name="connsiteY339" fmla="*/ 799334 h 832404"/>
                      <a:gd name="connsiteX340" fmla="*/ 448254 w 3567513"/>
                      <a:gd name="connsiteY340" fmla="*/ 810417 h 832404"/>
                      <a:gd name="connsiteX341" fmla="*/ 444087 w 3567513"/>
                      <a:gd name="connsiteY341" fmla="*/ 811037 h 832404"/>
                      <a:gd name="connsiteX342" fmla="*/ 441515 w 3567513"/>
                      <a:gd name="connsiteY342" fmla="*/ 813697 h 832404"/>
                      <a:gd name="connsiteX343" fmla="*/ 438235 w 3567513"/>
                      <a:gd name="connsiteY343" fmla="*/ 819593 h 832404"/>
                      <a:gd name="connsiteX344" fmla="*/ 452199 w 3567513"/>
                      <a:gd name="connsiteY344" fmla="*/ 823095 h 832404"/>
                      <a:gd name="connsiteX345" fmla="*/ 462041 w 3567513"/>
                      <a:gd name="connsiteY345" fmla="*/ 815337 h 832404"/>
                      <a:gd name="connsiteX346" fmla="*/ 501805 w 3567513"/>
                      <a:gd name="connsiteY346" fmla="*/ 815604 h 832404"/>
                      <a:gd name="connsiteX347" fmla="*/ 470641 w 3567513"/>
                      <a:gd name="connsiteY347" fmla="*/ 827706 h 832404"/>
                      <a:gd name="connsiteX348" fmla="*/ 489437 w 3567513"/>
                      <a:gd name="connsiteY348" fmla="*/ 832405 h 832404"/>
                      <a:gd name="connsiteX349" fmla="*/ 2635854 w 3567513"/>
                      <a:gd name="connsiteY349" fmla="*/ 817643 h 832404"/>
                      <a:gd name="connsiteX350" fmla="*/ 2704567 w 3567513"/>
                      <a:gd name="connsiteY350" fmla="*/ 798004 h 832404"/>
                      <a:gd name="connsiteX351" fmla="*/ 2696454 w 3567513"/>
                      <a:gd name="connsiteY351" fmla="*/ 790512 h 832404"/>
                      <a:gd name="connsiteX352" fmla="*/ 2683066 w 3567513"/>
                      <a:gd name="connsiteY352" fmla="*/ 774863 h 832404"/>
                      <a:gd name="connsiteX353" fmla="*/ 2694193 w 3567513"/>
                      <a:gd name="connsiteY353" fmla="*/ 746979 h 832404"/>
                      <a:gd name="connsiteX354" fmla="*/ 2734091 w 3567513"/>
                      <a:gd name="connsiteY354" fmla="*/ 742546 h 832404"/>
                      <a:gd name="connsiteX355" fmla="*/ 2734357 w 3567513"/>
                      <a:gd name="connsiteY355" fmla="*/ 769455 h 832404"/>
                      <a:gd name="connsiteX356" fmla="*/ 2739322 w 3567513"/>
                      <a:gd name="connsiteY356" fmla="*/ 788029 h 832404"/>
                      <a:gd name="connsiteX357" fmla="*/ 2794159 w 3567513"/>
                      <a:gd name="connsiteY357" fmla="*/ 772337 h 832404"/>
                      <a:gd name="connsiteX358" fmla="*/ 2779796 w 3567513"/>
                      <a:gd name="connsiteY358" fmla="*/ 752476 h 832404"/>
                      <a:gd name="connsiteX359" fmla="*/ 2778688 w 3567513"/>
                      <a:gd name="connsiteY359" fmla="*/ 706638 h 832404"/>
                      <a:gd name="connsiteX360" fmla="*/ 2786712 w 3567513"/>
                      <a:gd name="connsiteY360" fmla="*/ 680482 h 832404"/>
                      <a:gd name="connsiteX361" fmla="*/ 2823906 w 3567513"/>
                      <a:gd name="connsiteY361" fmla="*/ 660445 h 832404"/>
                      <a:gd name="connsiteX362" fmla="*/ 2829447 w 3567513"/>
                      <a:gd name="connsiteY362" fmla="*/ 673745 h 832404"/>
                      <a:gd name="connsiteX363" fmla="*/ 2842480 w 3567513"/>
                      <a:gd name="connsiteY363" fmla="*/ 674853 h 832404"/>
                      <a:gd name="connsiteX364" fmla="*/ 2851125 w 3567513"/>
                      <a:gd name="connsiteY364" fmla="*/ 681724 h 832404"/>
                      <a:gd name="connsiteX365" fmla="*/ 2843943 w 3567513"/>
                      <a:gd name="connsiteY365" fmla="*/ 688595 h 832404"/>
                      <a:gd name="connsiteX366" fmla="*/ 2838180 w 3567513"/>
                      <a:gd name="connsiteY366" fmla="*/ 692098 h 832404"/>
                      <a:gd name="connsiteX367" fmla="*/ 2825723 w 3567513"/>
                      <a:gd name="connsiteY367" fmla="*/ 698303 h 832404"/>
                      <a:gd name="connsiteX368" fmla="*/ 2826122 w 3567513"/>
                      <a:gd name="connsiteY368" fmla="*/ 699057 h 832404"/>
                      <a:gd name="connsiteX369" fmla="*/ 2853607 w 3567513"/>
                      <a:gd name="connsiteY369" fmla="*/ 738246 h 832404"/>
                      <a:gd name="connsiteX370" fmla="*/ 2866463 w 3567513"/>
                      <a:gd name="connsiteY370" fmla="*/ 751767 h 832404"/>
                      <a:gd name="connsiteX371" fmla="*/ 2919306 w 3567513"/>
                      <a:gd name="connsiteY371" fmla="*/ 736650 h 832404"/>
                      <a:gd name="connsiteX372" fmla="*/ 2927418 w 3567513"/>
                      <a:gd name="connsiteY372" fmla="*/ 714396 h 832404"/>
                      <a:gd name="connsiteX373" fmla="*/ 2929768 w 3567513"/>
                      <a:gd name="connsiteY373" fmla="*/ 712047 h 832404"/>
                      <a:gd name="connsiteX374" fmla="*/ 2930788 w 3567513"/>
                      <a:gd name="connsiteY374" fmla="*/ 709121 h 832404"/>
                      <a:gd name="connsiteX375" fmla="*/ 2935708 w 3567513"/>
                      <a:gd name="connsiteY375" fmla="*/ 695777 h 832404"/>
                      <a:gd name="connsiteX376" fmla="*/ 2941649 w 3567513"/>
                      <a:gd name="connsiteY376" fmla="*/ 712800 h 832404"/>
                      <a:gd name="connsiteX377" fmla="*/ 2957209 w 3567513"/>
                      <a:gd name="connsiteY377" fmla="*/ 725789 h 832404"/>
                      <a:gd name="connsiteX378" fmla="*/ 2986689 w 3567513"/>
                      <a:gd name="connsiteY378" fmla="*/ 717366 h 832404"/>
                      <a:gd name="connsiteX379" fmla="*/ 2992762 w 3567513"/>
                      <a:gd name="connsiteY379" fmla="*/ 710628 h 832404"/>
                      <a:gd name="connsiteX380" fmla="*/ 2969400 w 3567513"/>
                      <a:gd name="connsiteY380" fmla="*/ 710007 h 832404"/>
                      <a:gd name="connsiteX381" fmla="*/ 2961775 w 3567513"/>
                      <a:gd name="connsiteY381" fmla="*/ 704510 h 832404"/>
                      <a:gd name="connsiteX382" fmla="*/ 2960755 w 3567513"/>
                      <a:gd name="connsiteY382" fmla="*/ 697993 h 832404"/>
                      <a:gd name="connsiteX383" fmla="*/ 2984384 w 3567513"/>
                      <a:gd name="connsiteY383" fmla="*/ 670641 h 832404"/>
                      <a:gd name="connsiteX384" fmla="*/ 3016790 w 3567513"/>
                      <a:gd name="connsiteY384" fmla="*/ 649052 h 832404"/>
                      <a:gd name="connsiteX385" fmla="*/ 3048309 w 3567513"/>
                      <a:gd name="connsiteY385" fmla="*/ 619660 h 832404"/>
                      <a:gd name="connsiteX386" fmla="*/ 3066751 w 3567513"/>
                      <a:gd name="connsiteY386" fmla="*/ 625778 h 832404"/>
                      <a:gd name="connsiteX387" fmla="*/ 3071228 w 3567513"/>
                      <a:gd name="connsiteY387" fmla="*/ 623606 h 832404"/>
                      <a:gd name="connsiteX388" fmla="*/ 3116047 w 3567513"/>
                      <a:gd name="connsiteY388" fmla="*/ 573911 h 832404"/>
                      <a:gd name="connsiteX389" fmla="*/ 3063337 w 3567513"/>
                      <a:gd name="connsiteY389" fmla="*/ 579054 h 832404"/>
                      <a:gd name="connsiteX390" fmla="*/ 3035852 w 3567513"/>
                      <a:gd name="connsiteY390" fmla="*/ 576305 h 832404"/>
                      <a:gd name="connsiteX391" fmla="*/ 3026099 w 3567513"/>
                      <a:gd name="connsiteY391" fmla="*/ 559370 h 832404"/>
                      <a:gd name="connsiteX392" fmla="*/ 3043388 w 3567513"/>
                      <a:gd name="connsiteY392" fmla="*/ 530467 h 832404"/>
                      <a:gd name="connsiteX393" fmla="*/ 3046403 w 3567513"/>
                      <a:gd name="connsiteY393" fmla="*/ 519871 h 832404"/>
                      <a:gd name="connsiteX394" fmla="*/ 3087719 w 3567513"/>
                      <a:gd name="connsiteY394" fmla="*/ 510429 h 832404"/>
                      <a:gd name="connsiteX395" fmla="*/ 3090246 w 3567513"/>
                      <a:gd name="connsiteY395" fmla="*/ 519739 h 832404"/>
                      <a:gd name="connsiteX396" fmla="*/ 3102659 w 3567513"/>
                      <a:gd name="connsiteY396" fmla="*/ 518187 h 832404"/>
                      <a:gd name="connsiteX397" fmla="*/ 3114761 w 3567513"/>
                      <a:gd name="connsiteY397" fmla="*/ 511892 h 832404"/>
                      <a:gd name="connsiteX398" fmla="*/ 3118308 w 3567513"/>
                      <a:gd name="connsiteY398" fmla="*/ 518941 h 832404"/>
                      <a:gd name="connsiteX399" fmla="*/ 3107269 w 3567513"/>
                      <a:gd name="connsiteY399" fmla="*/ 525856 h 832404"/>
                      <a:gd name="connsiteX400" fmla="*/ 3104742 w 3567513"/>
                      <a:gd name="connsiteY400" fmla="*/ 529713 h 832404"/>
                      <a:gd name="connsiteX401" fmla="*/ 3090822 w 3567513"/>
                      <a:gd name="connsiteY401" fmla="*/ 537427 h 832404"/>
                      <a:gd name="connsiteX402" fmla="*/ 3078055 w 3567513"/>
                      <a:gd name="connsiteY402" fmla="*/ 542303 h 832404"/>
                      <a:gd name="connsiteX403" fmla="*/ 3100930 w 3567513"/>
                      <a:gd name="connsiteY403" fmla="*/ 549307 h 832404"/>
                      <a:gd name="connsiteX404" fmla="*/ 3130366 w 3567513"/>
                      <a:gd name="connsiteY404" fmla="*/ 557996 h 832404"/>
                      <a:gd name="connsiteX405" fmla="*/ 3172835 w 3567513"/>
                      <a:gd name="connsiteY405" fmla="*/ 510916 h 832404"/>
                      <a:gd name="connsiteX406" fmla="*/ 3172657 w 3567513"/>
                      <a:gd name="connsiteY406" fmla="*/ 509897 h 832404"/>
                      <a:gd name="connsiteX407" fmla="*/ 3174475 w 3567513"/>
                      <a:gd name="connsiteY407" fmla="*/ 509099 h 832404"/>
                      <a:gd name="connsiteX408" fmla="*/ 3206881 w 3567513"/>
                      <a:gd name="connsiteY408" fmla="*/ 473147 h 832404"/>
                      <a:gd name="connsiteX409" fmla="*/ 3201916 w 3567513"/>
                      <a:gd name="connsiteY409" fmla="*/ 473634 h 832404"/>
                      <a:gd name="connsiteX410" fmla="*/ 3174608 w 3567513"/>
                      <a:gd name="connsiteY410" fmla="*/ 474743 h 832404"/>
                      <a:gd name="connsiteX411" fmla="*/ 3194823 w 3567513"/>
                      <a:gd name="connsiteY411" fmla="*/ 474388 h 832404"/>
                      <a:gd name="connsiteX412" fmla="*/ 3201916 w 3567513"/>
                      <a:gd name="connsiteY412" fmla="*/ 473679 h 832404"/>
                      <a:gd name="connsiteX413" fmla="*/ 3207413 w 3567513"/>
                      <a:gd name="connsiteY413" fmla="*/ 472571 h 832404"/>
                      <a:gd name="connsiteX414" fmla="*/ 3226785 w 3567513"/>
                      <a:gd name="connsiteY414" fmla="*/ 451114 h 832404"/>
                      <a:gd name="connsiteX415" fmla="*/ 3199744 w 3567513"/>
                      <a:gd name="connsiteY415" fmla="*/ 460557 h 832404"/>
                      <a:gd name="connsiteX416" fmla="*/ 3176292 w 3567513"/>
                      <a:gd name="connsiteY416" fmla="*/ 463039 h 832404"/>
                      <a:gd name="connsiteX417" fmla="*/ 3140872 w 3567513"/>
                      <a:gd name="connsiteY417" fmla="*/ 472703 h 832404"/>
                      <a:gd name="connsiteX418" fmla="*/ 3109574 w 3567513"/>
                      <a:gd name="connsiteY418" fmla="*/ 474078 h 832404"/>
                      <a:gd name="connsiteX419" fmla="*/ 3106028 w 3567513"/>
                      <a:gd name="connsiteY419" fmla="*/ 468403 h 832404"/>
                      <a:gd name="connsiteX420" fmla="*/ 3109663 w 3567513"/>
                      <a:gd name="connsiteY420" fmla="*/ 461754 h 832404"/>
                      <a:gd name="connsiteX421" fmla="*/ 3152132 w 3567513"/>
                      <a:gd name="connsiteY421" fmla="*/ 433914 h 832404"/>
                      <a:gd name="connsiteX422" fmla="*/ 3199079 w 3567513"/>
                      <a:gd name="connsiteY422" fmla="*/ 411970 h 832404"/>
                      <a:gd name="connsiteX423" fmla="*/ 3250724 w 3567513"/>
                      <a:gd name="connsiteY423" fmla="*/ 382091 h 832404"/>
                      <a:gd name="connsiteX424" fmla="*/ 3264378 w 3567513"/>
                      <a:gd name="connsiteY424" fmla="*/ 388430 h 832404"/>
                      <a:gd name="connsiteX425" fmla="*/ 3285169 w 3567513"/>
                      <a:gd name="connsiteY425" fmla="*/ 385504 h 832404"/>
                      <a:gd name="connsiteX426" fmla="*/ 3285613 w 3567513"/>
                      <a:gd name="connsiteY426" fmla="*/ 385859 h 832404"/>
                      <a:gd name="connsiteX427" fmla="*/ 3369531 w 3567513"/>
                      <a:gd name="connsiteY427" fmla="*/ 292808 h 832404"/>
                      <a:gd name="connsiteX428" fmla="*/ 3363103 w 3567513"/>
                      <a:gd name="connsiteY428" fmla="*/ 269623 h 832404"/>
                      <a:gd name="connsiteX429" fmla="*/ 3346789 w 3567513"/>
                      <a:gd name="connsiteY429" fmla="*/ 255038 h 832404"/>
                      <a:gd name="connsiteX430" fmla="*/ 3370639 w 3567513"/>
                      <a:gd name="connsiteY430" fmla="*/ 251713 h 832404"/>
                      <a:gd name="connsiteX431" fmla="*/ 3365586 w 3567513"/>
                      <a:gd name="connsiteY431" fmla="*/ 256678 h 832404"/>
                      <a:gd name="connsiteX432" fmla="*/ 3365497 w 3567513"/>
                      <a:gd name="connsiteY432" fmla="*/ 264082 h 832404"/>
                      <a:gd name="connsiteX433" fmla="*/ 3369132 w 3567513"/>
                      <a:gd name="connsiteY433" fmla="*/ 282789 h 832404"/>
                      <a:gd name="connsiteX434" fmla="*/ 3370994 w 3567513"/>
                      <a:gd name="connsiteY434" fmla="*/ 291212 h 832404"/>
                      <a:gd name="connsiteX435" fmla="*/ 3379417 w 3567513"/>
                      <a:gd name="connsiteY435" fmla="*/ 281859 h 832404"/>
                      <a:gd name="connsiteX436" fmla="*/ 3380215 w 3567513"/>
                      <a:gd name="connsiteY436" fmla="*/ 279908 h 832404"/>
                      <a:gd name="connsiteX437" fmla="*/ 3400962 w 3567513"/>
                      <a:gd name="connsiteY437" fmla="*/ 257920 h 832404"/>
                      <a:gd name="connsiteX438" fmla="*/ 3420068 w 3567513"/>
                      <a:gd name="connsiteY438" fmla="*/ 236730 h 832404"/>
                      <a:gd name="connsiteX439" fmla="*/ 3473797 w 3567513"/>
                      <a:gd name="connsiteY439" fmla="*/ 177193 h 832404"/>
                      <a:gd name="connsiteX440" fmla="*/ 3519591 w 3567513"/>
                      <a:gd name="connsiteY440" fmla="*/ 126434 h 832404"/>
                      <a:gd name="connsiteX441" fmla="*/ 3529167 w 3567513"/>
                      <a:gd name="connsiteY441" fmla="*/ 115795 h 832404"/>
                      <a:gd name="connsiteX442" fmla="*/ 3522961 w 3567513"/>
                      <a:gd name="connsiteY442" fmla="*/ 114952 h 832404"/>
                      <a:gd name="connsiteX443" fmla="*/ 3525399 w 3567513"/>
                      <a:gd name="connsiteY443" fmla="*/ 90925 h 832404"/>
                      <a:gd name="connsiteX444" fmla="*/ 3524911 w 3567513"/>
                      <a:gd name="connsiteY444" fmla="*/ 85251 h 832404"/>
                      <a:gd name="connsiteX445" fmla="*/ 3567513 w 3567513"/>
                      <a:gd name="connsiteY445" fmla="*/ 45176 h 832404"/>
                      <a:gd name="connsiteX446" fmla="*/ 3123716 w 3567513"/>
                      <a:gd name="connsiteY446" fmla="*/ 528073 h 832404"/>
                      <a:gd name="connsiteX447" fmla="*/ 3125533 w 3567513"/>
                      <a:gd name="connsiteY447" fmla="*/ 531664 h 832404"/>
                      <a:gd name="connsiteX448" fmla="*/ 3119061 w 3567513"/>
                      <a:gd name="connsiteY448" fmla="*/ 535255 h 832404"/>
                      <a:gd name="connsiteX449" fmla="*/ 3117244 w 3567513"/>
                      <a:gd name="connsiteY449" fmla="*/ 531664 h 832404"/>
                      <a:gd name="connsiteX450" fmla="*/ 3123716 w 3567513"/>
                      <a:gd name="connsiteY450" fmla="*/ 528073 h 832404"/>
                      <a:gd name="connsiteX451" fmla="*/ 3389081 w 3567513"/>
                      <a:gd name="connsiteY451" fmla="*/ 150240 h 832404"/>
                      <a:gd name="connsiteX452" fmla="*/ 3392982 w 3567513"/>
                      <a:gd name="connsiteY452" fmla="*/ 154052 h 832404"/>
                      <a:gd name="connsiteX453" fmla="*/ 3389170 w 3567513"/>
                      <a:gd name="connsiteY453" fmla="*/ 157953 h 832404"/>
                      <a:gd name="connsiteX454" fmla="*/ 3385269 w 3567513"/>
                      <a:gd name="connsiteY454" fmla="*/ 154141 h 832404"/>
                      <a:gd name="connsiteX455" fmla="*/ 3389081 w 3567513"/>
                      <a:gd name="connsiteY455" fmla="*/ 150240 h 832404"/>
                      <a:gd name="connsiteX456" fmla="*/ 3357473 w 3567513"/>
                      <a:gd name="connsiteY456" fmla="*/ 124484 h 832404"/>
                      <a:gd name="connsiteX457" fmla="*/ 3375073 w 3567513"/>
                      <a:gd name="connsiteY457" fmla="*/ 121159 h 832404"/>
                      <a:gd name="connsiteX458" fmla="*/ 3385269 w 3567513"/>
                      <a:gd name="connsiteY458" fmla="*/ 137162 h 832404"/>
                      <a:gd name="connsiteX459" fmla="*/ 3381279 w 3567513"/>
                      <a:gd name="connsiteY459" fmla="*/ 142704 h 832404"/>
                      <a:gd name="connsiteX460" fmla="*/ 3371393 w 3567513"/>
                      <a:gd name="connsiteY460" fmla="*/ 155914 h 832404"/>
                      <a:gd name="connsiteX461" fmla="*/ 3341647 w 3567513"/>
                      <a:gd name="connsiteY461" fmla="*/ 202063 h 832404"/>
                      <a:gd name="connsiteX462" fmla="*/ 3321343 w 3567513"/>
                      <a:gd name="connsiteY462" fmla="*/ 204989 h 832404"/>
                      <a:gd name="connsiteX463" fmla="*/ 3294301 w 3567513"/>
                      <a:gd name="connsiteY463" fmla="*/ 215672 h 832404"/>
                      <a:gd name="connsiteX464" fmla="*/ 3266018 w 3567513"/>
                      <a:gd name="connsiteY464" fmla="*/ 217490 h 832404"/>
                      <a:gd name="connsiteX465" fmla="*/ 3259236 w 3567513"/>
                      <a:gd name="connsiteY465" fmla="*/ 211505 h 832404"/>
                      <a:gd name="connsiteX466" fmla="*/ 3258482 w 3567513"/>
                      <a:gd name="connsiteY466" fmla="*/ 204368 h 832404"/>
                      <a:gd name="connsiteX467" fmla="*/ 3280914 w 3567513"/>
                      <a:gd name="connsiteY467" fmla="*/ 174223 h 832404"/>
                      <a:gd name="connsiteX468" fmla="*/ 3311147 w 3567513"/>
                      <a:gd name="connsiteY468" fmla="*/ 150329 h 832404"/>
                      <a:gd name="connsiteX469" fmla="*/ 3340849 w 3567513"/>
                      <a:gd name="connsiteY469" fmla="*/ 117878 h 832404"/>
                      <a:gd name="connsiteX470" fmla="*/ 3357473 w 3567513"/>
                      <a:gd name="connsiteY470" fmla="*/ 124484 h 832404"/>
                      <a:gd name="connsiteX471" fmla="*/ 3316334 w 3567513"/>
                      <a:gd name="connsiteY471" fmla="*/ 278711 h 832404"/>
                      <a:gd name="connsiteX472" fmla="*/ 3312522 w 3567513"/>
                      <a:gd name="connsiteY472" fmla="*/ 282612 h 832404"/>
                      <a:gd name="connsiteX473" fmla="*/ 3308620 w 3567513"/>
                      <a:gd name="connsiteY473" fmla="*/ 278800 h 832404"/>
                      <a:gd name="connsiteX474" fmla="*/ 3312433 w 3567513"/>
                      <a:gd name="connsiteY474" fmla="*/ 274898 h 832404"/>
                      <a:gd name="connsiteX475" fmla="*/ 3316334 w 3567513"/>
                      <a:gd name="connsiteY475" fmla="*/ 278711 h 832404"/>
                      <a:gd name="connsiteX476" fmla="*/ 3288272 w 3567513"/>
                      <a:gd name="connsiteY476" fmla="*/ 148821 h 832404"/>
                      <a:gd name="connsiteX477" fmla="*/ 3297804 w 3567513"/>
                      <a:gd name="connsiteY477" fmla="*/ 133660 h 832404"/>
                      <a:gd name="connsiteX478" fmla="*/ 3299045 w 3567513"/>
                      <a:gd name="connsiteY478" fmla="*/ 114687 h 832404"/>
                      <a:gd name="connsiteX479" fmla="*/ 3287918 w 3567513"/>
                      <a:gd name="connsiteY479" fmla="*/ 78158 h 832404"/>
                      <a:gd name="connsiteX480" fmla="*/ 3297050 w 3567513"/>
                      <a:gd name="connsiteY480" fmla="*/ 90704 h 832404"/>
                      <a:gd name="connsiteX481" fmla="*/ 3307867 w 3567513"/>
                      <a:gd name="connsiteY481" fmla="*/ 111140 h 832404"/>
                      <a:gd name="connsiteX482" fmla="*/ 3342268 w 3567513"/>
                      <a:gd name="connsiteY482" fmla="*/ 104535 h 832404"/>
                      <a:gd name="connsiteX483" fmla="*/ 3319393 w 3567513"/>
                      <a:gd name="connsiteY483" fmla="*/ 112293 h 832404"/>
                      <a:gd name="connsiteX484" fmla="*/ 3306094 w 3567513"/>
                      <a:gd name="connsiteY484" fmla="*/ 129670 h 832404"/>
                      <a:gd name="connsiteX485" fmla="*/ 3278387 w 3567513"/>
                      <a:gd name="connsiteY485" fmla="*/ 162475 h 832404"/>
                      <a:gd name="connsiteX486" fmla="*/ 3257152 w 3567513"/>
                      <a:gd name="connsiteY486" fmla="*/ 174534 h 832404"/>
                      <a:gd name="connsiteX487" fmla="*/ 3288272 w 3567513"/>
                      <a:gd name="connsiteY487" fmla="*/ 148821 h 832404"/>
                      <a:gd name="connsiteX488" fmla="*/ 3227628 w 3567513"/>
                      <a:gd name="connsiteY488" fmla="*/ 222544 h 832404"/>
                      <a:gd name="connsiteX489" fmla="*/ 3229844 w 3567513"/>
                      <a:gd name="connsiteY489" fmla="*/ 219928 h 832404"/>
                      <a:gd name="connsiteX490" fmla="*/ 3230864 w 3567513"/>
                      <a:gd name="connsiteY490" fmla="*/ 216692 h 832404"/>
                      <a:gd name="connsiteX491" fmla="*/ 3235740 w 3567513"/>
                      <a:gd name="connsiteY491" fmla="*/ 202019 h 832404"/>
                      <a:gd name="connsiteX492" fmla="*/ 3240617 w 3567513"/>
                      <a:gd name="connsiteY492" fmla="*/ 220682 h 832404"/>
                      <a:gd name="connsiteX493" fmla="*/ 3262915 w 3567513"/>
                      <a:gd name="connsiteY493" fmla="*/ 239257 h 832404"/>
                      <a:gd name="connsiteX494" fmla="*/ 3248020 w 3567513"/>
                      <a:gd name="connsiteY494" fmla="*/ 233760 h 832404"/>
                      <a:gd name="connsiteX495" fmla="*/ 3237647 w 3567513"/>
                      <a:gd name="connsiteY495" fmla="*/ 229105 h 832404"/>
                      <a:gd name="connsiteX496" fmla="*/ 3225943 w 3567513"/>
                      <a:gd name="connsiteY496" fmla="*/ 236508 h 832404"/>
                      <a:gd name="connsiteX497" fmla="*/ 3219338 w 3567513"/>
                      <a:gd name="connsiteY497" fmla="*/ 249852 h 832404"/>
                      <a:gd name="connsiteX498" fmla="*/ 3227628 w 3567513"/>
                      <a:gd name="connsiteY498" fmla="*/ 222544 h 832404"/>
                      <a:gd name="connsiteX499" fmla="*/ 3228115 w 3567513"/>
                      <a:gd name="connsiteY499" fmla="*/ 274810 h 832404"/>
                      <a:gd name="connsiteX500" fmla="*/ 3226209 w 3567513"/>
                      <a:gd name="connsiteY500" fmla="*/ 299857 h 832404"/>
                      <a:gd name="connsiteX501" fmla="*/ 3227273 w 3567513"/>
                      <a:gd name="connsiteY501" fmla="*/ 310541 h 832404"/>
                      <a:gd name="connsiteX502" fmla="*/ 3240883 w 3567513"/>
                      <a:gd name="connsiteY502" fmla="*/ 327608 h 832404"/>
                      <a:gd name="connsiteX503" fmla="*/ 3225367 w 3567513"/>
                      <a:gd name="connsiteY503" fmla="*/ 319185 h 832404"/>
                      <a:gd name="connsiteX504" fmla="*/ 3223017 w 3567513"/>
                      <a:gd name="connsiteY504" fmla="*/ 315063 h 832404"/>
                      <a:gd name="connsiteX505" fmla="*/ 3216057 w 3567513"/>
                      <a:gd name="connsiteY505" fmla="*/ 313600 h 832404"/>
                      <a:gd name="connsiteX506" fmla="*/ 3209408 w 3567513"/>
                      <a:gd name="connsiteY506" fmla="*/ 316836 h 832404"/>
                      <a:gd name="connsiteX507" fmla="*/ 3183208 w 3567513"/>
                      <a:gd name="connsiteY507" fmla="*/ 322510 h 832404"/>
                      <a:gd name="connsiteX508" fmla="*/ 3196906 w 3567513"/>
                      <a:gd name="connsiteY508" fmla="*/ 314176 h 832404"/>
                      <a:gd name="connsiteX509" fmla="*/ 3228115 w 3567513"/>
                      <a:gd name="connsiteY509" fmla="*/ 274810 h 832404"/>
                      <a:gd name="connsiteX510" fmla="*/ 3125135 w 3567513"/>
                      <a:gd name="connsiteY510" fmla="*/ 111894 h 832404"/>
                      <a:gd name="connsiteX511" fmla="*/ 3141892 w 3567513"/>
                      <a:gd name="connsiteY511" fmla="*/ 99525 h 832404"/>
                      <a:gd name="connsiteX512" fmla="*/ 3149295 w 3567513"/>
                      <a:gd name="connsiteY512" fmla="*/ 83788 h 832404"/>
                      <a:gd name="connsiteX513" fmla="*/ 3153107 w 3567513"/>
                      <a:gd name="connsiteY513" fmla="*/ 98993 h 832404"/>
                      <a:gd name="connsiteX514" fmla="*/ 3163259 w 3567513"/>
                      <a:gd name="connsiteY514" fmla="*/ 130468 h 832404"/>
                      <a:gd name="connsiteX515" fmla="*/ 3196596 w 3567513"/>
                      <a:gd name="connsiteY515" fmla="*/ 166997 h 832404"/>
                      <a:gd name="connsiteX516" fmla="*/ 3147699 w 3567513"/>
                      <a:gd name="connsiteY516" fmla="*/ 103160 h 832404"/>
                      <a:gd name="connsiteX517" fmla="*/ 3083419 w 3567513"/>
                      <a:gd name="connsiteY517" fmla="*/ 131931 h 832404"/>
                      <a:gd name="connsiteX518" fmla="*/ 3076858 w 3567513"/>
                      <a:gd name="connsiteY518" fmla="*/ 132020 h 832404"/>
                      <a:gd name="connsiteX519" fmla="*/ 3083419 w 3567513"/>
                      <a:gd name="connsiteY519" fmla="*/ 131931 h 832404"/>
                      <a:gd name="connsiteX520" fmla="*/ 3101417 w 3567513"/>
                      <a:gd name="connsiteY520" fmla="*/ 125016 h 832404"/>
                      <a:gd name="connsiteX521" fmla="*/ 3125135 w 3567513"/>
                      <a:gd name="connsiteY521" fmla="*/ 111894 h 832404"/>
                      <a:gd name="connsiteX522" fmla="*/ 3151334 w 3567513"/>
                      <a:gd name="connsiteY522" fmla="*/ 179764 h 832404"/>
                      <a:gd name="connsiteX523" fmla="*/ 3159003 w 3567513"/>
                      <a:gd name="connsiteY523" fmla="*/ 187212 h 832404"/>
                      <a:gd name="connsiteX524" fmla="*/ 3152265 w 3567513"/>
                      <a:gd name="connsiteY524" fmla="*/ 194793 h 832404"/>
                      <a:gd name="connsiteX525" fmla="*/ 3146901 w 3567513"/>
                      <a:gd name="connsiteY525" fmla="*/ 198649 h 832404"/>
                      <a:gd name="connsiteX526" fmla="*/ 3135375 w 3567513"/>
                      <a:gd name="connsiteY526" fmla="*/ 205565 h 832404"/>
                      <a:gd name="connsiteX527" fmla="*/ 3135685 w 3567513"/>
                      <a:gd name="connsiteY527" fmla="*/ 206407 h 832404"/>
                      <a:gd name="connsiteX528" fmla="*/ 3159535 w 3567513"/>
                      <a:gd name="connsiteY528" fmla="*/ 249187 h 832404"/>
                      <a:gd name="connsiteX529" fmla="*/ 3173854 w 3567513"/>
                      <a:gd name="connsiteY529" fmla="*/ 273258 h 832404"/>
                      <a:gd name="connsiteX530" fmla="*/ 3156787 w 3567513"/>
                      <a:gd name="connsiteY530" fmla="*/ 301320 h 832404"/>
                      <a:gd name="connsiteX531" fmla="*/ 3144197 w 3567513"/>
                      <a:gd name="connsiteY531" fmla="*/ 308989 h 832404"/>
                      <a:gd name="connsiteX532" fmla="*/ 3127883 w 3567513"/>
                      <a:gd name="connsiteY532" fmla="*/ 305310 h 832404"/>
                      <a:gd name="connsiteX533" fmla="*/ 3091798 w 3567513"/>
                      <a:gd name="connsiteY533" fmla="*/ 265323 h 832404"/>
                      <a:gd name="connsiteX534" fmla="*/ 3092241 w 3567513"/>
                      <a:gd name="connsiteY534" fmla="*/ 215052 h 832404"/>
                      <a:gd name="connsiteX535" fmla="*/ 3100353 w 3567513"/>
                      <a:gd name="connsiteY535" fmla="*/ 186325 h 832404"/>
                      <a:gd name="connsiteX536" fmla="*/ 3134932 w 3567513"/>
                      <a:gd name="connsiteY536" fmla="*/ 164071 h 832404"/>
                      <a:gd name="connsiteX537" fmla="*/ 3139587 w 3567513"/>
                      <a:gd name="connsiteY537" fmla="*/ 178612 h 832404"/>
                      <a:gd name="connsiteX538" fmla="*/ 3151334 w 3567513"/>
                      <a:gd name="connsiteY538" fmla="*/ 179764 h 832404"/>
                      <a:gd name="connsiteX539" fmla="*/ 3165786 w 3567513"/>
                      <a:gd name="connsiteY539" fmla="*/ 200777 h 832404"/>
                      <a:gd name="connsiteX540" fmla="*/ 3169598 w 3567513"/>
                      <a:gd name="connsiteY540" fmla="*/ 196876 h 832404"/>
                      <a:gd name="connsiteX541" fmla="*/ 3173500 w 3567513"/>
                      <a:gd name="connsiteY541" fmla="*/ 200688 h 832404"/>
                      <a:gd name="connsiteX542" fmla="*/ 3169687 w 3567513"/>
                      <a:gd name="connsiteY542" fmla="*/ 204590 h 832404"/>
                      <a:gd name="connsiteX543" fmla="*/ 3165786 w 3567513"/>
                      <a:gd name="connsiteY543" fmla="*/ 200777 h 832404"/>
                      <a:gd name="connsiteX544" fmla="*/ 3075041 w 3567513"/>
                      <a:gd name="connsiteY544" fmla="*/ 211195 h 832404"/>
                      <a:gd name="connsiteX545" fmla="*/ 3076592 w 3567513"/>
                      <a:gd name="connsiteY545" fmla="*/ 241473 h 832404"/>
                      <a:gd name="connsiteX546" fmla="*/ 3071272 w 3567513"/>
                      <a:gd name="connsiteY546" fmla="*/ 226401 h 832404"/>
                      <a:gd name="connsiteX547" fmla="*/ 3069987 w 3567513"/>
                      <a:gd name="connsiteY547" fmla="*/ 218776 h 832404"/>
                      <a:gd name="connsiteX548" fmla="*/ 3057574 w 3567513"/>
                      <a:gd name="connsiteY548" fmla="*/ 217401 h 832404"/>
                      <a:gd name="connsiteX549" fmla="*/ 3038645 w 3567513"/>
                      <a:gd name="connsiteY549" fmla="*/ 223341 h 832404"/>
                      <a:gd name="connsiteX550" fmla="*/ 3019715 w 3567513"/>
                      <a:gd name="connsiteY550" fmla="*/ 233981 h 832404"/>
                      <a:gd name="connsiteX551" fmla="*/ 3028404 w 3567513"/>
                      <a:gd name="connsiteY551" fmla="*/ 223830 h 832404"/>
                      <a:gd name="connsiteX552" fmla="*/ 3031109 w 3567513"/>
                      <a:gd name="connsiteY552" fmla="*/ 211550 h 832404"/>
                      <a:gd name="connsiteX553" fmla="*/ 3061963 w 3567513"/>
                      <a:gd name="connsiteY553" fmla="*/ 204368 h 832404"/>
                      <a:gd name="connsiteX554" fmla="*/ 3084306 w 3567513"/>
                      <a:gd name="connsiteY554" fmla="*/ 187433 h 832404"/>
                      <a:gd name="connsiteX555" fmla="*/ 3075041 w 3567513"/>
                      <a:gd name="connsiteY555" fmla="*/ 211195 h 832404"/>
                      <a:gd name="connsiteX556" fmla="*/ 3081513 w 3567513"/>
                      <a:gd name="connsiteY556" fmla="*/ 276583 h 832404"/>
                      <a:gd name="connsiteX557" fmla="*/ 3077700 w 3567513"/>
                      <a:gd name="connsiteY557" fmla="*/ 280484 h 832404"/>
                      <a:gd name="connsiteX558" fmla="*/ 3073799 w 3567513"/>
                      <a:gd name="connsiteY558" fmla="*/ 276672 h 832404"/>
                      <a:gd name="connsiteX559" fmla="*/ 3077612 w 3567513"/>
                      <a:gd name="connsiteY559" fmla="*/ 272771 h 832404"/>
                      <a:gd name="connsiteX560" fmla="*/ 3081513 w 3567513"/>
                      <a:gd name="connsiteY560" fmla="*/ 276583 h 832404"/>
                      <a:gd name="connsiteX561" fmla="*/ 3066839 w 3567513"/>
                      <a:gd name="connsiteY561" fmla="*/ 426244 h 832404"/>
                      <a:gd name="connsiteX562" fmla="*/ 3054072 w 3567513"/>
                      <a:gd name="connsiteY562" fmla="*/ 366221 h 832404"/>
                      <a:gd name="connsiteX563" fmla="*/ 2967804 w 3567513"/>
                      <a:gd name="connsiteY563" fmla="*/ 392331 h 832404"/>
                      <a:gd name="connsiteX564" fmla="*/ 2960755 w 3567513"/>
                      <a:gd name="connsiteY564" fmla="*/ 392331 h 832404"/>
                      <a:gd name="connsiteX565" fmla="*/ 2967804 w 3567513"/>
                      <a:gd name="connsiteY565" fmla="*/ 392331 h 832404"/>
                      <a:gd name="connsiteX566" fmla="*/ 2991255 w 3567513"/>
                      <a:gd name="connsiteY566" fmla="*/ 386081 h 832404"/>
                      <a:gd name="connsiteX567" fmla="*/ 3024592 w 3567513"/>
                      <a:gd name="connsiteY567" fmla="*/ 374111 h 832404"/>
                      <a:gd name="connsiteX568" fmla="*/ 3050082 w 3567513"/>
                      <a:gd name="connsiteY568" fmla="*/ 362763 h 832404"/>
                      <a:gd name="connsiteX569" fmla="*/ 3067637 w 3567513"/>
                      <a:gd name="connsiteY569" fmla="*/ 348178 h 832404"/>
                      <a:gd name="connsiteX570" fmla="*/ 3062318 w 3567513"/>
                      <a:gd name="connsiteY570" fmla="*/ 362364 h 832404"/>
                      <a:gd name="connsiteX571" fmla="*/ 3053762 w 3567513"/>
                      <a:gd name="connsiteY571" fmla="*/ 391799 h 832404"/>
                      <a:gd name="connsiteX572" fmla="*/ 3066839 w 3567513"/>
                      <a:gd name="connsiteY572" fmla="*/ 426244 h 832404"/>
                      <a:gd name="connsiteX573" fmla="*/ 2976581 w 3567513"/>
                      <a:gd name="connsiteY573" fmla="*/ 502494 h 832404"/>
                      <a:gd name="connsiteX574" fmla="*/ 2976981 w 3567513"/>
                      <a:gd name="connsiteY574" fmla="*/ 525103 h 832404"/>
                      <a:gd name="connsiteX575" fmla="*/ 2941516 w 3567513"/>
                      <a:gd name="connsiteY575" fmla="*/ 551081 h 832404"/>
                      <a:gd name="connsiteX576" fmla="*/ 2923340 w 3567513"/>
                      <a:gd name="connsiteY576" fmla="*/ 558085 h 832404"/>
                      <a:gd name="connsiteX577" fmla="*/ 2908179 w 3567513"/>
                      <a:gd name="connsiteY577" fmla="*/ 554494 h 832404"/>
                      <a:gd name="connsiteX578" fmla="*/ 2894348 w 3567513"/>
                      <a:gd name="connsiteY578" fmla="*/ 516857 h 832404"/>
                      <a:gd name="connsiteX579" fmla="*/ 2925778 w 3567513"/>
                      <a:gd name="connsiteY579" fmla="*/ 470043 h 832404"/>
                      <a:gd name="connsiteX580" fmla="*/ 2952155 w 3567513"/>
                      <a:gd name="connsiteY580" fmla="*/ 443356 h 832404"/>
                      <a:gd name="connsiteX581" fmla="*/ 3002692 w 3567513"/>
                      <a:gd name="connsiteY581" fmla="*/ 423008 h 832404"/>
                      <a:gd name="connsiteX582" fmla="*/ 2998658 w 3567513"/>
                      <a:gd name="connsiteY582" fmla="*/ 436618 h 832404"/>
                      <a:gd name="connsiteX583" fmla="*/ 3010583 w 3567513"/>
                      <a:gd name="connsiteY583" fmla="*/ 437815 h 832404"/>
                      <a:gd name="connsiteX584" fmla="*/ 3014130 w 3567513"/>
                      <a:gd name="connsiteY584" fmla="*/ 444864 h 832404"/>
                      <a:gd name="connsiteX585" fmla="*/ 3002205 w 3567513"/>
                      <a:gd name="connsiteY585" fmla="*/ 451868 h 832404"/>
                      <a:gd name="connsiteX586" fmla="*/ 2994181 w 3567513"/>
                      <a:gd name="connsiteY586" fmla="*/ 455415 h 832404"/>
                      <a:gd name="connsiteX587" fmla="*/ 2977645 w 3567513"/>
                      <a:gd name="connsiteY587" fmla="*/ 461709 h 832404"/>
                      <a:gd name="connsiteX588" fmla="*/ 2977468 w 3567513"/>
                      <a:gd name="connsiteY588" fmla="*/ 462463 h 832404"/>
                      <a:gd name="connsiteX589" fmla="*/ 2976581 w 3567513"/>
                      <a:gd name="connsiteY589" fmla="*/ 502494 h 832404"/>
                      <a:gd name="connsiteX590" fmla="*/ 2887520 w 3567513"/>
                      <a:gd name="connsiteY590" fmla="*/ 471728 h 832404"/>
                      <a:gd name="connsiteX591" fmla="*/ 2863671 w 3567513"/>
                      <a:gd name="connsiteY591" fmla="*/ 477048 h 832404"/>
                      <a:gd name="connsiteX592" fmla="*/ 2836939 w 3567513"/>
                      <a:gd name="connsiteY592" fmla="*/ 486756 h 832404"/>
                      <a:gd name="connsiteX593" fmla="*/ 2852499 w 3567513"/>
                      <a:gd name="connsiteY593" fmla="*/ 477358 h 832404"/>
                      <a:gd name="connsiteX594" fmla="*/ 2862961 w 3567513"/>
                      <a:gd name="connsiteY594" fmla="*/ 465921 h 832404"/>
                      <a:gd name="connsiteX595" fmla="*/ 2900288 w 3567513"/>
                      <a:gd name="connsiteY595" fmla="*/ 459581 h 832404"/>
                      <a:gd name="connsiteX596" fmla="*/ 2934511 w 3567513"/>
                      <a:gd name="connsiteY596" fmla="*/ 444021 h 832404"/>
                      <a:gd name="connsiteX597" fmla="*/ 2909952 w 3567513"/>
                      <a:gd name="connsiteY597" fmla="*/ 466098 h 832404"/>
                      <a:gd name="connsiteX598" fmla="*/ 2892973 w 3567513"/>
                      <a:gd name="connsiteY598" fmla="*/ 494337 h 832404"/>
                      <a:gd name="connsiteX599" fmla="*/ 2896609 w 3567513"/>
                      <a:gd name="connsiteY599" fmla="*/ 480240 h 832404"/>
                      <a:gd name="connsiteX600" fmla="*/ 2899933 w 3567513"/>
                      <a:gd name="connsiteY600" fmla="*/ 473147 h 832404"/>
                      <a:gd name="connsiteX601" fmla="*/ 2887520 w 3567513"/>
                      <a:gd name="connsiteY601" fmla="*/ 471728 h 832404"/>
                      <a:gd name="connsiteX602" fmla="*/ 2753242 w 3567513"/>
                      <a:gd name="connsiteY602" fmla="*/ 615006 h 832404"/>
                      <a:gd name="connsiteX603" fmla="*/ 2702616 w 3567513"/>
                      <a:gd name="connsiteY603" fmla="*/ 617621 h 832404"/>
                      <a:gd name="connsiteX604" fmla="*/ 2697474 w 3567513"/>
                      <a:gd name="connsiteY604" fmla="*/ 614208 h 832404"/>
                      <a:gd name="connsiteX605" fmla="*/ 2696720 w 3567513"/>
                      <a:gd name="connsiteY605" fmla="*/ 609863 h 832404"/>
                      <a:gd name="connsiteX606" fmla="*/ 2698981 w 3567513"/>
                      <a:gd name="connsiteY606" fmla="*/ 586944 h 832404"/>
                      <a:gd name="connsiteX607" fmla="*/ 2702661 w 3567513"/>
                      <a:gd name="connsiteY607" fmla="*/ 576128 h 832404"/>
                      <a:gd name="connsiteX608" fmla="*/ 2711305 w 3567513"/>
                      <a:gd name="connsiteY608" fmla="*/ 569167 h 832404"/>
                      <a:gd name="connsiteX609" fmla="*/ 2762153 w 3567513"/>
                      <a:gd name="connsiteY609" fmla="*/ 560390 h 832404"/>
                      <a:gd name="connsiteX610" fmla="*/ 2776427 w 3567513"/>
                      <a:gd name="connsiteY610" fmla="*/ 577989 h 832404"/>
                      <a:gd name="connsiteX611" fmla="*/ 2753242 w 3567513"/>
                      <a:gd name="connsiteY611" fmla="*/ 615006 h 832404"/>
                      <a:gd name="connsiteX612" fmla="*/ 2756700 w 3567513"/>
                      <a:gd name="connsiteY612" fmla="*/ 654460 h 832404"/>
                      <a:gd name="connsiteX613" fmla="*/ 2752621 w 3567513"/>
                      <a:gd name="connsiteY613" fmla="*/ 658007 h 832404"/>
                      <a:gd name="connsiteX614" fmla="*/ 2748188 w 3567513"/>
                      <a:gd name="connsiteY614" fmla="*/ 654504 h 832404"/>
                      <a:gd name="connsiteX615" fmla="*/ 2752267 w 3567513"/>
                      <a:gd name="connsiteY615" fmla="*/ 650958 h 832404"/>
                      <a:gd name="connsiteX616" fmla="*/ 2756700 w 3567513"/>
                      <a:gd name="connsiteY616" fmla="*/ 654460 h 832404"/>
                      <a:gd name="connsiteX617" fmla="*/ 2660103 w 3567513"/>
                      <a:gd name="connsiteY617" fmla="*/ 637748 h 832404"/>
                      <a:gd name="connsiteX618" fmla="*/ 2651768 w 3567513"/>
                      <a:gd name="connsiteY618" fmla="*/ 634866 h 832404"/>
                      <a:gd name="connsiteX619" fmla="*/ 2638913 w 3567513"/>
                      <a:gd name="connsiteY619" fmla="*/ 635265 h 832404"/>
                      <a:gd name="connsiteX620" fmla="*/ 2651768 w 3567513"/>
                      <a:gd name="connsiteY620" fmla="*/ 634866 h 832404"/>
                      <a:gd name="connsiteX621" fmla="*/ 2666132 w 3567513"/>
                      <a:gd name="connsiteY621" fmla="*/ 628172 h 832404"/>
                      <a:gd name="connsiteX622" fmla="*/ 2673712 w 3567513"/>
                      <a:gd name="connsiteY622" fmla="*/ 621921 h 832404"/>
                      <a:gd name="connsiteX623" fmla="*/ 2677126 w 3567513"/>
                      <a:gd name="connsiteY623" fmla="*/ 596121 h 832404"/>
                      <a:gd name="connsiteX624" fmla="*/ 2668570 w 3567513"/>
                      <a:gd name="connsiteY624" fmla="*/ 632871 h 832404"/>
                      <a:gd name="connsiteX625" fmla="*/ 2665467 w 3567513"/>
                      <a:gd name="connsiteY625" fmla="*/ 636373 h 832404"/>
                      <a:gd name="connsiteX626" fmla="*/ 2666176 w 3567513"/>
                      <a:gd name="connsiteY626" fmla="*/ 640009 h 832404"/>
                      <a:gd name="connsiteX627" fmla="*/ 2685815 w 3567513"/>
                      <a:gd name="connsiteY627" fmla="*/ 668469 h 832404"/>
                      <a:gd name="connsiteX628" fmla="*/ 2670432 w 3567513"/>
                      <a:gd name="connsiteY628" fmla="*/ 656189 h 832404"/>
                      <a:gd name="connsiteX629" fmla="*/ 2660103 w 3567513"/>
                      <a:gd name="connsiteY629" fmla="*/ 637748 h 832404"/>
                      <a:gd name="connsiteX630" fmla="*/ 2669235 w 3567513"/>
                      <a:gd name="connsiteY630" fmla="*/ 674409 h 832404"/>
                      <a:gd name="connsiteX631" fmla="*/ 2665156 w 3567513"/>
                      <a:gd name="connsiteY631" fmla="*/ 677956 h 832404"/>
                      <a:gd name="connsiteX632" fmla="*/ 2660723 w 3567513"/>
                      <a:gd name="connsiteY632" fmla="*/ 674453 h 832404"/>
                      <a:gd name="connsiteX633" fmla="*/ 2664802 w 3567513"/>
                      <a:gd name="connsiteY633" fmla="*/ 670907 h 832404"/>
                      <a:gd name="connsiteX634" fmla="*/ 2669235 w 3567513"/>
                      <a:gd name="connsiteY634" fmla="*/ 674409 h 832404"/>
                      <a:gd name="connsiteX635" fmla="*/ 2209745 w 3567513"/>
                      <a:gd name="connsiteY635" fmla="*/ 570187 h 832404"/>
                      <a:gd name="connsiteX636" fmla="*/ 2211562 w 3567513"/>
                      <a:gd name="connsiteY636" fmla="*/ 595899 h 832404"/>
                      <a:gd name="connsiteX637" fmla="*/ 2214399 w 3567513"/>
                      <a:gd name="connsiteY637" fmla="*/ 631497 h 832404"/>
                      <a:gd name="connsiteX638" fmla="*/ 2188998 w 3567513"/>
                      <a:gd name="connsiteY638" fmla="*/ 655657 h 832404"/>
                      <a:gd name="connsiteX639" fmla="*/ 2165990 w 3567513"/>
                      <a:gd name="connsiteY639" fmla="*/ 644530 h 832404"/>
                      <a:gd name="connsiteX640" fmla="*/ 2165901 w 3567513"/>
                      <a:gd name="connsiteY640" fmla="*/ 585570 h 832404"/>
                      <a:gd name="connsiteX641" fmla="*/ 2190062 w 3567513"/>
                      <a:gd name="connsiteY641" fmla="*/ 565311 h 832404"/>
                      <a:gd name="connsiteX642" fmla="*/ 2224728 w 3567513"/>
                      <a:gd name="connsiteY642" fmla="*/ 518896 h 832404"/>
                      <a:gd name="connsiteX643" fmla="*/ 2218744 w 3567513"/>
                      <a:gd name="connsiteY643" fmla="*/ 520581 h 832404"/>
                      <a:gd name="connsiteX644" fmla="*/ 2214045 w 3567513"/>
                      <a:gd name="connsiteY644" fmla="*/ 513310 h 832404"/>
                      <a:gd name="connsiteX645" fmla="*/ 2225615 w 3567513"/>
                      <a:gd name="connsiteY645" fmla="*/ 502050 h 832404"/>
                      <a:gd name="connsiteX646" fmla="*/ 2244234 w 3567513"/>
                      <a:gd name="connsiteY646" fmla="*/ 492874 h 832404"/>
                      <a:gd name="connsiteX647" fmla="*/ 2267995 w 3567513"/>
                      <a:gd name="connsiteY647" fmla="*/ 489638 h 832404"/>
                      <a:gd name="connsiteX648" fmla="*/ 2275221 w 3567513"/>
                      <a:gd name="connsiteY648" fmla="*/ 488795 h 832404"/>
                      <a:gd name="connsiteX649" fmla="*/ 2294372 w 3567513"/>
                      <a:gd name="connsiteY649" fmla="*/ 494381 h 832404"/>
                      <a:gd name="connsiteX650" fmla="*/ 2277305 w 3567513"/>
                      <a:gd name="connsiteY650" fmla="*/ 510384 h 832404"/>
                      <a:gd name="connsiteX651" fmla="*/ 2208548 w 3567513"/>
                      <a:gd name="connsiteY651" fmla="*/ 568281 h 832404"/>
                      <a:gd name="connsiteX652" fmla="*/ 2209745 w 3567513"/>
                      <a:gd name="connsiteY652" fmla="*/ 570187 h 832404"/>
                      <a:gd name="connsiteX653" fmla="*/ 2087657 w 3567513"/>
                      <a:gd name="connsiteY653" fmla="*/ 612612 h 832404"/>
                      <a:gd name="connsiteX654" fmla="*/ 2078879 w 3567513"/>
                      <a:gd name="connsiteY654" fmla="*/ 620192 h 832404"/>
                      <a:gd name="connsiteX655" fmla="*/ 2067531 w 3567513"/>
                      <a:gd name="connsiteY655" fmla="*/ 625867 h 832404"/>
                      <a:gd name="connsiteX656" fmla="*/ 2067088 w 3567513"/>
                      <a:gd name="connsiteY656" fmla="*/ 637880 h 832404"/>
                      <a:gd name="connsiteX657" fmla="*/ 2059507 w 3567513"/>
                      <a:gd name="connsiteY657" fmla="*/ 657076 h 832404"/>
                      <a:gd name="connsiteX658" fmla="*/ 2043548 w 3567513"/>
                      <a:gd name="connsiteY658" fmla="*/ 666740 h 832404"/>
                      <a:gd name="connsiteX659" fmla="*/ 2024707 w 3567513"/>
                      <a:gd name="connsiteY659" fmla="*/ 660135 h 832404"/>
                      <a:gd name="connsiteX660" fmla="*/ 2020363 w 3567513"/>
                      <a:gd name="connsiteY660" fmla="*/ 626354 h 832404"/>
                      <a:gd name="connsiteX661" fmla="*/ 2047537 w 3567513"/>
                      <a:gd name="connsiteY661" fmla="*/ 599711 h 832404"/>
                      <a:gd name="connsiteX662" fmla="*/ 2062211 w 3567513"/>
                      <a:gd name="connsiteY662" fmla="*/ 591998 h 832404"/>
                      <a:gd name="connsiteX663" fmla="*/ 2101533 w 3567513"/>
                      <a:gd name="connsiteY663" fmla="*/ 596032 h 832404"/>
                      <a:gd name="connsiteX664" fmla="*/ 2086283 w 3567513"/>
                      <a:gd name="connsiteY664" fmla="*/ 606184 h 832404"/>
                      <a:gd name="connsiteX665" fmla="*/ 2087657 w 3567513"/>
                      <a:gd name="connsiteY665" fmla="*/ 612612 h 832404"/>
                      <a:gd name="connsiteX666" fmla="*/ 2010566 w 3567513"/>
                      <a:gd name="connsiteY666" fmla="*/ 650515 h 832404"/>
                      <a:gd name="connsiteX667" fmla="*/ 2007640 w 3567513"/>
                      <a:gd name="connsiteY667" fmla="*/ 639388 h 832404"/>
                      <a:gd name="connsiteX668" fmla="*/ 1998862 w 3567513"/>
                      <a:gd name="connsiteY668" fmla="*/ 631275 h 832404"/>
                      <a:gd name="connsiteX669" fmla="*/ 1966101 w 3567513"/>
                      <a:gd name="connsiteY669" fmla="*/ 578610 h 832404"/>
                      <a:gd name="connsiteX670" fmla="*/ 1980598 w 3567513"/>
                      <a:gd name="connsiteY670" fmla="*/ 608445 h 832404"/>
                      <a:gd name="connsiteX671" fmla="*/ 1996380 w 3567513"/>
                      <a:gd name="connsiteY671" fmla="*/ 622764 h 832404"/>
                      <a:gd name="connsiteX672" fmla="*/ 2000015 w 3567513"/>
                      <a:gd name="connsiteY672" fmla="*/ 624360 h 832404"/>
                      <a:gd name="connsiteX673" fmla="*/ 2004138 w 3567513"/>
                      <a:gd name="connsiteY673" fmla="*/ 621788 h 832404"/>
                      <a:gd name="connsiteX674" fmla="*/ 2024175 w 3567513"/>
                      <a:gd name="connsiteY674" fmla="*/ 603613 h 832404"/>
                      <a:gd name="connsiteX675" fmla="*/ 2033928 w 3567513"/>
                      <a:gd name="connsiteY675" fmla="*/ 595500 h 832404"/>
                      <a:gd name="connsiteX676" fmla="*/ 2024175 w 3567513"/>
                      <a:gd name="connsiteY676" fmla="*/ 603613 h 832404"/>
                      <a:gd name="connsiteX677" fmla="*/ 2010566 w 3567513"/>
                      <a:gd name="connsiteY677" fmla="*/ 650515 h 832404"/>
                      <a:gd name="connsiteX678" fmla="*/ 1586185 w 3567513"/>
                      <a:gd name="connsiteY678" fmla="*/ 675340 h 832404"/>
                      <a:gd name="connsiteX679" fmla="*/ 1576787 w 3567513"/>
                      <a:gd name="connsiteY679" fmla="*/ 652022 h 832404"/>
                      <a:gd name="connsiteX680" fmla="*/ 1566148 w 3567513"/>
                      <a:gd name="connsiteY680" fmla="*/ 636418 h 832404"/>
                      <a:gd name="connsiteX681" fmla="*/ 1576787 w 3567513"/>
                      <a:gd name="connsiteY681" fmla="*/ 652022 h 832404"/>
                      <a:gd name="connsiteX682" fmla="*/ 1580777 w 3567513"/>
                      <a:gd name="connsiteY682" fmla="*/ 657874 h 832404"/>
                      <a:gd name="connsiteX683" fmla="*/ 1593367 w 3567513"/>
                      <a:gd name="connsiteY683" fmla="*/ 680749 h 832404"/>
                      <a:gd name="connsiteX684" fmla="*/ 1590574 w 3567513"/>
                      <a:gd name="connsiteY684" fmla="*/ 704776 h 832404"/>
                      <a:gd name="connsiteX685" fmla="*/ 1573861 w 3567513"/>
                      <a:gd name="connsiteY685" fmla="*/ 716612 h 832404"/>
                      <a:gd name="connsiteX686" fmla="*/ 1584589 w 3567513"/>
                      <a:gd name="connsiteY686" fmla="*/ 698348 h 832404"/>
                      <a:gd name="connsiteX687" fmla="*/ 1586185 w 3567513"/>
                      <a:gd name="connsiteY687" fmla="*/ 675340 h 832404"/>
                      <a:gd name="connsiteX688" fmla="*/ 1565882 w 3567513"/>
                      <a:gd name="connsiteY688" fmla="*/ 563937 h 832404"/>
                      <a:gd name="connsiteX689" fmla="*/ 1618857 w 3567513"/>
                      <a:gd name="connsiteY689" fmla="*/ 512912 h 832404"/>
                      <a:gd name="connsiteX690" fmla="*/ 1624975 w 3567513"/>
                      <a:gd name="connsiteY690" fmla="*/ 491456 h 832404"/>
                      <a:gd name="connsiteX691" fmla="*/ 1621606 w 3567513"/>
                      <a:gd name="connsiteY691" fmla="*/ 485382 h 832404"/>
                      <a:gd name="connsiteX692" fmla="*/ 1615355 w 3567513"/>
                      <a:gd name="connsiteY692" fmla="*/ 480993 h 832404"/>
                      <a:gd name="connsiteX693" fmla="*/ 1621606 w 3567513"/>
                      <a:gd name="connsiteY693" fmla="*/ 485382 h 832404"/>
                      <a:gd name="connsiteX694" fmla="*/ 1634861 w 3567513"/>
                      <a:gd name="connsiteY694" fmla="*/ 492475 h 832404"/>
                      <a:gd name="connsiteX695" fmla="*/ 1635260 w 3567513"/>
                      <a:gd name="connsiteY695" fmla="*/ 494957 h 832404"/>
                      <a:gd name="connsiteX696" fmla="*/ 1640491 w 3567513"/>
                      <a:gd name="connsiteY696" fmla="*/ 494115 h 832404"/>
                      <a:gd name="connsiteX697" fmla="*/ 1672542 w 3567513"/>
                      <a:gd name="connsiteY697" fmla="*/ 485914 h 832404"/>
                      <a:gd name="connsiteX698" fmla="*/ 1636988 w 3567513"/>
                      <a:gd name="connsiteY698" fmla="*/ 499834 h 832404"/>
                      <a:gd name="connsiteX699" fmla="*/ 1631580 w 3567513"/>
                      <a:gd name="connsiteY699" fmla="*/ 502494 h 832404"/>
                      <a:gd name="connsiteX700" fmla="*/ 1627635 w 3567513"/>
                      <a:gd name="connsiteY700" fmla="*/ 515926 h 832404"/>
                      <a:gd name="connsiteX701" fmla="*/ 1619832 w 3567513"/>
                      <a:gd name="connsiteY701" fmla="*/ 532727 h 832404"/>
                      <a:gd name="connsiteX702" fmla="*/ 1626482 w 3567513"/>
                      <a:gd name="connsiteY702" fmla="*/ 547889 h 832404"/>
                      <a:gd name="connsiteX703" fmla="*/ 1647539 w 3567513"/>
                      <a:gd name="connsiteY703" fmla="*/ 560612 h 832404"/>
                      <a:gd name="connsiteX704" fmla="*/ 1619699 w 3567513"/>
                      <a:gd name="connsiteY704" fmla="*/ 550460 h 832404"/>
                      <a:gd name="connsiteX705" fmla="*/ 1614513 w 3567513"/>
                      <a:gd name="connsiteY705" fmla="*/ 525457 h 832404"/>
                      <a:gd name="connsiteX706" fmla="*/ 1565882 w 3567513"/>
                      <a:gd name="connsiteY706" fmla="*/ 563937 h 832404"/>
                      <a:gd name="connsiteX707" fmla="*/ 1383992 w 3567513"/>
                      <a:gd name="connsiteY707" fmla="*/ 686600 h 832404"/>
                      <a:gd name="connsiteX708" fmla="*/ 1381598 w 3567513"/>
                      <a:gd name="connsiteY708" fmla="*/ 717410 h 832404"/>
                      <a:gd name="connsiteX709" fmla="*/ 1380179 w 3567513"/>
                      <a:gd name="connsiteY709" fmla="*/ 688684 h 832404"/>
                      <a:gd name="connsiteX710" fmla="*/ 1358501 w 3567513"/>
                      <a:gd name="connsiteY710" fmla="*/ 666474 h 832404"/>
                      <a:gd name="connsiteX711" fmla="*/ 1341478 w 3567513"/>
                      <a:gd name="connsiteY711" fmla="*/ 663149 h 832404"/>
                      <a:gd name="connsiteX712" fmla="*/ 1315589 w 3567513"/>
                      <a:gd name="connsiteY712" fmla="*/ 665410 h 832404"/>
                      <a:gd name="connsiteX713" fmla="*/ 1341478 w 3567513"/>
                      <a:gd name="connsiteY713" fmla="*/ 663149 h 832404"/>
                      <a:gd name="connsiteX714" fmla="*/ 1376810 w 3567513"/>
                      <a:gd name="connsiteY714" fmla="*/ 643289 h 832404"/>
                      <a:gd name="connsiteX715" fmla="*/ 1390907 w 3567513"/>
                      <a:gd name="connsiteY715" fmla="*/ 602948 h 832404"/>
                      <a:gd name="connsiteX716" fmla="*/ 1387538 w 3567513"/>
                      <a:gd name="connsiteY716" fmla="*/ 630876 h 832404"/>
                      <a:gd name="connsiteX717" fmla="*/ 1360940 w 3567513"/>
                      <a:gd name="connsiteY717" fmla="*/ 663637 h 832404"/>
                      <a:gd name="connsiteX718" fmla="*/ 1383992 w 3567513"/>
                      <a:gd name="connsiteY718" fmla="*/ 686600 h 832404"/>
                      <a:gd name="connsiteX719" fmla="*/ 1262170 w 3567513"/>
                      <a:gd name="connsiteY719" fmla="*/ 543013 h 832404"/>
                      <a:gd name="connsiteX720" fmla="*/ 1261727 w 3567513"/>
                      <a:gd name="connsiteY720" fmla="*/ 531752 h 832404"/>
                      <a:gd name="connsiteX721" fmla="*/ 1278085 w 3567513"/>
                      <a:gd name="connsiteY721" fmla="*/ 500632 h 832404"/>
                      <a:gd name="connsiteX722" fmla="*/ 1241202 w 3567513"/>
                      <a:gd name="connsiteY722" fmla="*/ 518674 h 832404"/>
                      <a:gd name="connsiteX723" fmla="*/ 1268510 w 3567513"/>
                      <a:gd name="connsiteY723" fmla="*/ 502937 h 832404"/>
                      <a:gd name="connsiteX724" fmla="*/ 1284557 w 3567513"/>
                      <a:gd name="connsiteY724" fmla="*/ 486801 h 832404"/>
                      <a:gd name="connsiteX725" fmla="*/ 1282518 w 3567513"/>
                      <a:gd name="connsiteY725" fmla="*/ 477447 h 832404"/>
                      <a:gd name="connsiteX726" fmla="*/ 1282740 w 3567513"/>
                      <a:gd name="connsiteY726" fmla="*/ 468182 h 832404"/>
                      <a:gd name="connsiteX727" fmla="*/ 1336070 w 3567513"/>
                      <a:gd name="connsiteY727" fmla="*/ 463660 h 832404"/>
                      <a:gd name="connsiteX728" fmla="*/ 1311998 w 3567513"/>
                      <a:gd name="connsiteY728" fmla="*/ 477092 h 832404"/>
                      <a:gd name="connsiteX729" fmla="*/ 1302910 w 3567513"/>
                      <a:gd name="connsiteY729" fmla="*/ 480373 h 832404"/>
                      <a:gd name="connsiteX730" fmla="*/ 1288458 w 3567513"/>
                      <a:gd name="connsiteY730" fmla="*/ 492830 h 832404"/>
                      <a:gd name="connsiteX731" fmla="*/ 1267180 w 3567513"/>
                      <a:gd name="connsiteY731" fmla="*/ 521600 h 832404"/>
                      <a:gd name="connsiteX732" fmla="*/ 1261683 w 3567513"/>
                      <a:gd name="connsiteY732" fmla="*/ 531752 h 832404"/>
                      <a:gd name="connsiteX733" fmla="*/ 1262170 w 3567513"/>
                      <a:gd name="connsiteY733" fmla="*/ 543013 h 832404"/>
                      <a:gd name="connsiteX734" fmla="*/ 1135295 w 3567513"/>
                      <a:gd name="connsiteY734" fmla="*/ 685714 h 832404"/>
                      <a:gd name="connsiteX735" fmla="*/ 1135428 w 3567513"/>
                      <a:gd name="connsiteY735" fmla="*/ 705175 h 832404"/>
                      <a:gd name="connsiteX736" fmla="*/ 1115656 w 3567513"/>
                      <a:gd name="connsiteY736" fmla="*/ 711558 h 832404"/>
                      <a:gd name="connsiteX737" fmla="*/ 1093979 w 3567513"/>
                      <a:gd name="connsiteY737" fmla="*/ 705529 h 832404"/>
                      <a:gd name="connsiteX738" fmla="*/ 1083206 w 3567513"/>
                      <a:gd name="connsiteY738" fmla="*/ 689127 h 832404"/>
                      <a:gd name="connsiteX739" fmla="*/ 1096683 w 3567513"/>
                      <a:gd name="connsiteY739" fmla="*/ 661287 h 832404"/>
                      <a:gd name="connsiteX740" fmla="*/ 1100141 w 3567513"/>
                      <a:gd name="connsiteY740" fmla="*/ 643200 h 832404"/>
                      <a:gd name="connsiteX741" fmla="*/ 1141679 w 3567513"/>
                      <a:gd name="connsiteY741" fmla="*/ 631586 h 832404"/>
                      <a:gd name="connsiteX742" fmla="*/ 1131039 w 3567513"/>
                      <a:gd name="connsiteY742" fmla="*/ 656854 h 832404"/>
                      <a:gd name="connsiteX743" fmla="*/ 1135295 w 3567513"/>
                      <a:gd name="connsiteY743" fmla="*/ 685714 h 832404"/>
                      <a:gd name="connsiteX744" fmla="*/ 1043752 w 3567513"/>
                      <a:gd name="connsiteY744" fmla="*/ 747068 h 832404"/>
                      <a:gd name="connsiteX745" fmla="*/ 1030984 w 3567513"/>
                      <a:gd name="connsiteY745" fmla="*/ 750880 h 832404"/>
                      <a:gd name="connsiteX746" fmla="*/ 1018306 w 3567513"/>
                      <a:gd name="connsiteY746" fmla="*/ 744275 h 832404"/>
                      <a:gd name="connsiteX747" fmla="*/ 974817 w 3567513"/>
                      <a:gd name="connsiteY747" fmla="*/ 713554 h 832404"/>
                      <a:gd name="connsiteX748" fmla="*/ 968034 w 3567513"/>
                      <a:gd name="connsiteY748" fmla="*/ 706283 h 832404"/>
                      <a:gd name="connsiteX749" fmla="*/ 974640 w 3567513"/>
                      <a:gd name="connsiteY749" fmla="*/ 696131 h 832404"/>
                      <a:gd name="connsiteX750" fmla="*/ 989357 w 3567513"/>
                      <a:gd name="connsiteY750" fmla="*/ 694004 h 832404"/>
                      <a:gd name="connsiteX751" fmla="*/ 1027792 w 3567513"/>
                      <a:gd name="connsiteY751" fmla="*/ 693250 h 832404"/>
                      <a:gd name="connsiteX752" fmla="*/ 1061351 w 3567513"/>
                      <a:gd name="connsiteY752" fmla="*/ 688728 h 832404"/>
                      <a:gd name="connsiteX753" fmla="*/ 1062725 w 3567513"/>
                      <a:gd name="connsiteY753" fmla="*/ 701185 h 832404"/>
                      <a:gd name="connsiteX754" fmla="*/ 1061883 w 3567513"/>
                      <a:gd name="connsiteY754" fmla="*/ 702471 h 832404"/>
                      <a:gd name="connsiteX755" fmla="*/ 1062681 w 3567513"/>
                      <a:gd name="connsiteY755" fmla="*/ 702825 h 832404"/>
                      <a:gd name="connsiteX756" fmla="*/ 1067114 w 3567513"/>
                      <a:gd name="connsiteY756" fmla="*/ 712401 h 832404"/>
                      <a:gd name="connsiteX757" fmla="*/ 1058336 w 3567513"/>
                      <a:gd name="connsiteY757" fmla="*/ 719981 h 832404"/>
                      <a:gd name="connsiteX758" fmla="*/ 1046766 w 3567513"/>
                      <a:gd name="connsiteY758" fmla="*/ 725789 h 832404"/>
                      <a:gd name="connsiteX759" fmla="*/ 1043884 w 3567513"/>
                      <a:gd name="connsiteY759" fmla="*/ 736517 h 832404"/>
                      <a:gd name="connsiteX760" fmla="*/ 1043752 w 3567513"/>
                      <a:gd name="connsiteY760" fmla="*/ 747068 h 832404"/>
                      <a:gd name="connsiteX761" fmla="*/ 749571 w 3567513"/>
                      <a:gd name="connsiteY761" fmla="*/ 686290 h 832404"/>
                      <a:gd name="connsiteX762" fmla="*/ 759812 w 3567513"/>
                      <a:gd name="connsiteY762" fmla="*/ 699412 h 832404"/>
                      <a:gd name="connsiteX763" fmla="*/ 760743 w 3567513"/>
                      <a:gd name="connsiteY763" fmla="*/ 702116 h 832404"/>
                      <a:gd name="connsiteX764" fmla="*/ 763447 w 3567513"/>
                      <a:gd name="connsiteY764" fmla="*/ 702560 h 832404"/>
                      <a:gd name="connsiteX765" fmla="*/ 787164 w 3567513"/>
                      <a:gd name="connsiteY765" fmla="*/ 701496 h 832404"/>
                      <a:gd name="connsiteX766" fmla="*/ 752142 w 3567513"/>
                      <a:gd name="connsiteY766" fmla="*/ 716435 h 832404"/>
                      <a:gd name="connsiteX767" fmla="*/ 746601 w 3567513"/>
                      <a:gd name="connsiteY767" fmla="*/ 721932 h 832404"/>
                      <a:gd name="connsiteX768" fmla="*/ 752142 w 3567513"/>
                      <a:gd name="connsiteY768" fmla="*/ 716435 h 832404"/>
                      <a:gd name="connsiteX769" fmla="*/ 755911 w 3567513"/>
                      <a:gd name="connsiteY769" fmla="*/ 704510 h 832404"/>
                      <a:gd name="connsiteX770" fmla="*/ 749571 w 3567513"/>
                      <a:gd name="connsiteY770" fmla="*/ 686290 h 832404"/>
                      <a:gd name="connsiteX771" fmla="*/ 750325 w 3567513"/>
                      <a:gd name="connsiteY771" fmla="*/ 649673 h 832404"/>
                      <a:gd name="connsiteX772" fmla="*/ 739951 w 3567513"/>
                      <a:gd name="connsiteY772" fmla="*/ 666474 h 832404"/>
                      <a:gd name="connsiteX773" fmla="*/ 695931 w 3567513"/>
                      <a:gd name="connsiteY773" fmla="*/ 639211 h 832404"/>
                      <a:gd name="connsiteX774" fmla="*/ 716899 w 3567513"/>
                      <a:gd name="connsiteY774" fmla="*/ 642137 h 832404"/>
                      <a:gd name="connsiteX775" fmla="*/ 723638 w 3567513"/>
                      <a:gd name="connsiteY775" fmla="*/ 645373 h 832404"/>
                      <a:gd name="connsiteX776" fmla="*/ 731085 w 3567513"/>
                      <a:gd name="connsiteY776" fmla="*/ 646259 h 832404"/>
                      <a:gd name="connsiteX777" fmla="*/ 769476 w 3567513"/>
                      <a:gd name="connsiteY777" fmla="*/ 637570 h 832404"/>
                      <a:gd name="connsiteX778" fmla="*/ 750325 w 3567513"/>
                      <a:gd name="connsiteY778" fmla="*/ 649673 h 832404"/>
                      <a:gd name="connsiteX779" fmla="*/ 728026 w 3567513"/>
                      <a:gd name="connsiteY779" fmla="*/ 688507 h 832404"/>
                      <a:gd name="connsiteX780" fmla="*/ 723948 w 3567513"/>
                      <a:gd name="connsiteY780" fmla="*/ 692053 h 832404"/>
                      <a:gd name="connsiteX781" fmla="*/ 719515 w 3567513"/>
                      <a:gd name="connsiteY781" fmla="*/ 688551 h 832404"/>
                      <a:gd name="connsiteX782" fmla="*/ 723593 w 3567513"/>
                      <a:gd name="connsiteY782" fmla="*/ 685004 h 832404"/>
                      <a:gd name="connsiteX783" fmla="*/ 728026 w 3567513"/>
                      <a:gd name="connsiteY783" fmla="*/ 688507 h 832404"/>
                      <a:gd name="connsiteX784" fmla="*/ 582843 w 3567513"/>
                      <a:gd name="connsiteY784" fmla="*/ 721888 h 832404"/>
                      <a:gd name="connsiteX785" fmla="*/ 572912 w 3567513"/>
                      <a:gd name="connsiteY785" fmla="*/ 718430 h 832404"/>
                      <a:gd name="connsiteX786" fmla="*/ 587763 w 3567513"/>
                      <a:gd name="connsiteY786" fmla="*/ 716967 h 832404"/>
                      <a:gd name="connsiteX787" fmla="*/ 602747 w 3567513"/>
                      <a:gd name="connsiteY787" fmla="*/ 706726 h 832404"/>
                      <a:gd name="connsiteX788" fmla="*/ 611081 w 3567513"/>
                      <a:gd name="connsiteY788" fmla="*/ 731286 h 832404"/>
                      <a:gd name="connsiteX789" fmla="*/ 619283 w 3567513"/>
                      <a:gd name="connsiteY789" fmla="*/ 738113 h 832404"/>
                      <a:gd name="connsiteX790" fmla="*/ 634399 w 3567513"/>
                      <a:gd name="connsiteY790" fmla="*/ 765687 h 832404"/>
                      <a:gd name="connsiteX791" fmla="*/ 598580 w 3567513"/>
                      <a:gd name="connsiteY791" fmla="*/ 727340 h 832404"/>
                      <a:gd name="connsiteX792" fmla="*/ 582843 w 3567513"/>
                      <a:gd name="connsiteY792" fmla="*/ 721888 h 832404"/>
                      <a:gd name="connsiteX793" fmla="*/ 594014 w 3567513"/>
                      <a:gd name="connsiteY793" fmla="*/ 766263 h 832404"/>
                      <a:gd name="connsiteX794" fmla="*/ 589935 w 3567513"/>
                      <a:gd name="connsiteY794" fmla="*/ 769809 h 832404"/>
                      <a:gd name="connsiteX795" fmla="*/ 585502 w 3567513"/>
                      <a:gd name="connsiteY795" fmla="*/ 766308 h 832404"/>
                      <a:gd name="connsiteX796" fmla="*/ 589581 w 3567513"/>
                      <a:gd name="connsiteY796" fmla="*/ 762761 h 832404"/>
                      <a:gd name="connsiteX797" fmla="*/ 594014 w 3567513"/>
                      <a:gd name="connsiteY797" fmla="*/ 766263 h 832404"/>
                      <a:gd name="connsiteX798" fmla="*/ 524991 w 3567513"/>
                      <a:gd name="connsiteY798" fmla="*/ 556755 h 832404"/>
                      <a:gd name="connsiteX799" fmla="*/ 549195 w 3567513"/>
                      <a:gd name="connsiteY799" fmla="*/ 563183 h 832404"/>
                      <a:gd name="connsiteX800" fmla="*/ 558992 w 3567513"/>
                      <a:gd name="connsiteY800" fmla="*/ 566242 h 832404"/>
                      <a:gd name="connsiteX801" fmla="*/ 576858 w 3567513"/>
                      <a:gd name="connsiteY801" fmla="*/ 564513 h 832404"/>
                      <a:gd name="connsiteX802" fmla="*/ 596275 w 3567513"/>
                      <a:gd name="connsiteY802" fmla="*/ 560257 h 832404"/>
                      <a:gd name="connsiteX803" fmla="*/ 610727 w 3567513"/>
                      <a:gd name="connsiteY803" fmla="*/ 556179 h 832404"/>
                      <a:gd name="connsiteX804" fmla="*/ 576282 w 3567513"/>
                      <a:gd name="connsiteY804" fmla="*/ 567395 h 832404"/>
                      <a:gd name="connsiteX805" fmla="*/ 571760 w 3567513"/>
                      <a:gd name="connsiteY805" fmla="*/ 568015 h 832404"/>
                      <a:gd name="connsiteX806" fmla="*/ 568036 w 3567513"/>
                      <a:gd name="connsiteY806" fmla="*/ 570231 h 832404"/>
                      <a:gd name="connsiteX807" fmla="*/ 576725 w 3567513"/>
                      <a:gd name="connsiteY807" fmla="*/ 572182 h 832404"/>
                      <a:gd name="connsiteX808" fmla="*/ 579606 w 3567513"/>
                      <a:gd name="connsiteY808" fmla="*/ 574797 h 832404"/>
                      <a:gd name="connsiteX809" fmla="*/ 586256 w 3567513"/>
                      <a:gd name="connsiteY809" fmla="*/ 572492 h 832404"/>
                      <a:gd name="connsiteX810" fmla="*/ 624913 w 3567513"/>
                      <a:gd name="connsiteY810" fmla="*/ 572892 h 832404"/>
                      <a:gd name="connsiteX811" fmla="*/ 584217 w 3567513"/>
                      <a:gd name="connsiteY811" fmla="*/ 585215 h 832404"/>
                      <a:gd name="connsiteX812" fmla="*/ 586389 w 3567513"/>
                      <a:gd name="connsiteY812" fmla="*/ 595456 h 832404"/>
                      <a:gd name="connsiteX813" fmla="*/ 600220 w 3567513"/>
                      <a:gd name="connsiteY813" fmla="*/ 629369 h 832404"/>
                      <a:gd name="connsiteX814" fmla="*/ 606338 w 3567513"/>
                      <a:gd name="connsiteY814" fmla="*/ 643422 h 832404"/>
                      <a:gd name="connsiteX815" fmla="*/ 595255 w 3567513"/>
                      <a:gd name="connsiteY815" fmla="*/ 649939 h 832404"/>
                      <a:gd name="connsiteX816" fmla="*/ 580715 w 3567513"/>
                      <a:gd name="connsiteY816" fmla="*/ 648431 h 832404"/>
                      <a:gd name="connsiteX817" fmla="*/ 554160 w 3567513"/>
                      <a:gd name="connsiteY817" fmla="*/ 643023 h 832404"/>
                      <a:gd name="connsiteX818" fmla="*/ 533724 w 3567513"/>
                      <a:gd name="connsiteY818" fmla="*/ 609952 h 832404"/>
                      <a:gd name="connsiteX819" fmla="*/ 559746 w 3567513"/>
                      <a:gd name="connsiteY819" fmla="*/ 573246 h 832404"/>
                      <a:gd name="connsiteX820" fmla="*/ 561431 w 3567513"/>
                      <a:gd name="connsiteY820" fmla="*/ 571340 h 832404"/>
                      <a:gd name="connsiteX821" fmla="*/ 524991 w 3567513"/>
                      <a:gd name="connsiteY821" fmla="*/ 556755 h 832404"/>
                      <a:gd name="connsiteX822" fmla="*/ 509430 w 3567513"/>
                      <a:gd name="connsiteY822" fmla="*/ 660533 h 832404"/>
                      <a:gd name="connsiteX823" fmla="*/ 502382 w 3567513"/>
                      <a:gd name="connsiteY823" fmla="*/ 657076 h 832404"/>
                      <a:gd name="connsiteX824" fmla="*/ 487442 w 3567513"/>
                      <a:gd name="connsiteY824" fmla="*/ 658982 h 832404"/>
                      <a:gd name="connsiteX825" fmla="*/ 460932 w 3567513"/>
                      <a:gd name="connsiteY825" fmla="*/ 660667 h 832404"/>
                      <a:gd name="connsiteX826" fmla="*/ 501983 w 3567513"/>
                      <a:gd name="connsiteY826" fmla="*/ 649761 h 832404"/>
                      <a:gd name="connsiteX827" fmla="*/ 519848 w 3567513"/>
                      <a:gd name="connsiteY827" fmla="*/ 630256 h 832404"/>
                      <a:gd name="connsiteX828" fmla="*/ 507702 w 3567513"/>
                      <a:gd name="connsiteY828" fmla="*/ 650825 h 832404"/>
                      <a:gd name="connsiteX829" fmla="*/ 507303 w 3567513"/>
                      <a:gd name="connsiteY829" fmla="*/ 652997 h 832404"/>
                      <a:gd name="connsiteX830" fmla="*/ 513154 w 3567513"/>
                      <a:gd name="connsiteY830" fmla="*/ 657918 h 832404"/>
                      <a:gd name="connsiteX831" fmla="*/ 522198 w 3567513"/>
                      <a:gd name="connsiteY831" fmla="*/ 678621 h 832404"/>
                      <a:gd name="connsiteX832" fmla="*/ 509430 w 3567513"/>
                      <a:gd name="connsiteY832" fmla="*/ 660533 h 832404"/>
                      <a:gd name="connsiteX833" fmla="*/ 511691 w 3567513"/>
                      <a:gd name="connsiteY833" fmla="*/ 692230 h 832404"/>
                      <a:gd name="connsiteX834" fmla="*/ 507613 w 3567513"/>
                      <a:gd name="connsiteY834" fmla="*/ 695777 h 832404"/>
                      <a:gd name="connsiteX835" fmla="*/ 503180 w 3567513"/>
                      <a:gd name="connsiteY835" fmla="*/ 692275 h 832404"/>
                      <a:gd name="connsiteX836" fmla="*/ 507258 w 3567513"/>
                      <a:gd name="connsiteY836" fmla="*/ 688728 h 832404"/>
                      <a:gd name="connsiteX837" fmla="*/ 511691 w 3567513"/>
                      <a:gd name="connsiteY837" fmla="*/ 692230 h 832404"/>
                      <a:gd name="connsiteX838" fmla="*/ 389604 w 3567513"/>
                      <a:gd name="connsiteY838" fmla="*/ 706726 h 832404"/>
                      <a:gd name="connsiteX839" fmla="*/ 363493 w 3567513"/>
                      <a:gd name="connsiteY839" fmla="*/ 729956 h 832404"/>
                      <a:gd name="connsiteX840" fmla="*/ 345229 w 3567513"/>
                      <a:gd name="connsiteY840" fmla="*/ 724238 h 832404"/>
                      <a:gd name="connsiteX841" fmla="*/ 343544 w 3567513"/>
                      <a:gd name="connsiteY841" fmla="*/ 712490 h 832404"/>
                      <a:gd name="connsiteX842" fmla="*/ 347445 w 3567513"/>
                      <a:gd name="connsiteY842" fmla="*/ 680172 h 832404"/>
                      <a:gd name="connsiteX843" fmla="*/ 378876 w 3567513"/>
                      <a:gd name="connsiteY843" fmla="*/ 651889 h 832404"/>
                      <a:gd name="connsiteX844" fmla="*/ 390845 w 3567513"/>
                      <a:gd name="connsiteY844" fmla="*/ 656810 h 832404"/>
                      <a:gd name="connsiteX845" fmla="*/ 404676 w 3567513"/>
                      <a:gd name="connsiteY845" fmla="*/ 659736 h 832404"/>
                      <a:gd name="connsiteX846" fmla="*/ 391643 w 3567513"/>
                      <a:gd name="connsiteY846" fmla="*/ 680926 h 832404"/>
                      <a:gd name="connsiteX847" fmla="*/ 389604 w 3567513"/>
                      <a:gd name="connsiteY847" fmla="*/ 706726 h 832404"/>
                      <a:gd name="connsiteX848" fmla="*/ 335343 w 3567513"/>
                      <a:gd name="connsiteY848" fmla="*/ 572271 h 832404"/>
                      <a:gd name="connsiteX849" fmla="*/ 298504 w 3567513"/>
                      <a:gd name="connsiteY849" fmla="*/ 580118 h 832404"/>
                      <a:gd name="connsiteX850" fmla="*/ 288662 w 3567513"/>
                      <a:gd name="connsiteY850" fmla="*/ 575374 h 832404"/>
                      <a:gd name="connsiteX851" fmla="*/ 295667 w 3567513"/>
                      <a:gd name="connsiteY851" fmla="*/ 560612 h 832404"/>
                      <a:gd name="connsiteX852" fmla="*/ 304444 w 3567513"/>
                      <a:gd name="connsiteY852" fmla="*/ 551834 h 832404"/>
                      <a:gd name="connsiteX853" fmla="*/ 321777 w 3567513"/>
                      <a:gd name="connsiteY853" fmla="*/ 548022 h 832404"/>
                      <a:gd name="connsiteX854" fmla="*/ 336407 w 3567513"/>
                      <a:gd name="connsiteY854" fmla="*/ 554672 h 832404"/>
                      <a:gd name="connsiteX855" fmla="*/ 344209 w 3567513"/>
                      <a:gd name="connsiteY855" fmla="*/ 559814 h 832404"/>
                      <a:gd name="connsiteX856" fmla="*/ 335343 w 3567513"/>
                      <a:gd name="connsiteY856" fmla="*/ 572271 h 832404"/>
                      <a:gd name="connsiteX857" fmla="*/ 419040 w 3567513"/>
                      <a:gd name="connsiteY857" fmla="*/ 541150 h 832404"/>
                      <a:gd name="connsiteX858" fmla="*/ 446170 w 3567513"/>
                      <a:gd name="connsiteY858" fmla="*/ 535653 h 832404"/>
                      <a:gd name="connsiteX859" fmla="*/ 437127 w 3567513"/>
                      <a:gd name="connsiteY859" fmla="*/ 541682 h 832404"/>
                      <a:gd name="connsiteX860" fmla="*/ 427196 w 3567513"/>
                      <a:gd name="connsiteY860" fmla="*/ 543589 h 832404"/>
                      <a:gd name="connsiteX861" fmla="*/ 403657 w 3567513"/>
                      <a:gd name="connsiteY861" fmla="*/ 539111 h 832404"/>
                      <a:gd name="connsiteX862" fmla="*/ 390801 w 3567513"/>
                      <a:gd name="connsiteY862" fmla="*/ 547800 h 832404"/>
                      <a:gd name="connsiteX863" fmla="*/ 379807 w 3567513"/>
                      <a:gd name="connsiteY863" fmla="*/ 550859 h 832404"/>
                      <a:gd name="connsiteX864" fmla="*/ 373024 w 3567513"/>
                      <a:gd name="connsiteY864" fmla="*/ 552943 h 832404"/>
                      <a:gd name="connsiteX865" fmla="*/ 362030 w 3567513"/>
                      <a:gd name="connsiteY865" fmla="*/ 553607 h 832404"/>
                      <a:gd name="connsiteX866" fmla="*/ 357730 w 3567513"/>
                      <a:gd name="connsiteY866" fmla="*/ 553652 h 832404"/>
                      <a:gd name="connsiteX867" fmla="*/ 350371 w 3567513"/>
                      <a:gd name="connsiteY867" fmla="*/ 549396 h 832404"/>
                      <a:gd name="connsiteX868" fmla="*/ 362030 w 3567513"/>
                      <a:gd name="connsiteY868" fmla="*/ 553607 h 832404"/>
                      <a:gd name="connsiteX869" fmla="*/ 376393 w 3567513"/>
                      <a:gd name="connsiteY869" fmla="*/ 551524 h 832404"/>
                      <a:gd name="connsiteX870" fmla="*/ 379807 w 3567513"/>
                      <a:gd name="connsiteY870" fmla="*/ 550859 h 832404"/>
                      <a:gd name="connsiteX871" fmla="*/ 405829 w 3567513"/>
                      <a:gd name="connsiteY871" fmla="*/ 530865 h 832404"/>
                      <a:gd name="connsiteX872" fmla="*/ 419040 w 3567513"/>
                      <a:gd name="connsiteY872" fmla="*/ 541150 h 832404"/>
                      <a:gd name="connsiteX873" fmla="*/ 399490 w 3567513"/>
                      <a:gd name="connsiteY873" fmla="*/ 630610 h 832404"/>
                      <a:gd name="connsiteX874" fmla="*/ 407691 w 3567513"/>
                      <a:gd name="connsiteY874" fmla="*/ 640053 h 832404"/>
                      <a:gd name="connsiteX875" fmla="*/ 394525 w 3567513"/>
                      <a:gd name="connsiteY875" fmla="*/ 635176 h 832404"/>
                      <a:gd name="connsiteX876" fmla="*/ 383309 w 3567513"/>
                      <a:gd name="connsiteY876" fmla="*/ 641161 h 832404"/>
                      <a:gd name="connsiteX877" fmla="*/ 357420 w 3567513"/>
                      <a:gd name="connsiteY877" fmla="*/ 645816 h 832404"/>
                      <a:gd name="connsiteX878" fmla="*/ 372137 w 3567513"/>
                      <a:gd name="connsiteY878" fmla="*/ 642491 h 832404"/>
                      <a:gd name="connsiteX879" fmla="*/ 383220 w 3567513"/>
                      <a:gd name="connsiteY879" fmla="*/ 633625 h 832404"/>
                      <a:gd name="connsiteX880" fmla="*/ 396209 w 3567513"/>
                      <a:gd name="connsiteY880" fmla="*/ 619306 h 832404"/>
                      <a:gd name="connsiteX881" fmla="*/ 400243 w 3567513"/>
                      <a:gd name="connsiteY881" fmla="*/ 610395 h 832404"/>
                      <a:gd name="connsiteX882" fmla="*/ 402105 w 3567513"/>
                      <a:gd name="connsiteY882" fmla="*/ 603391 h 832404"/>
                      <a:gd name="connsiteX883" fmla="*/ 400820 w 3567513"/>
                      <a:gd name="connsiteY883" fmla="*/ 621921 h 832404"/>
                      <a:gd name="connsiteX884" fmla="*/ 399490 w 3567513"/>
                      <a:gd name="connsiteY884" fmla="*/ 630610 h 832404"/>
                      <a:gd name="connsiteX885" fmla="*/ 365045 w 3567513"/>
                      <a:gd name="connsiteY885" fmla="*/ 574931 h 832404"/>
                      <a:gd name="connsiteX886" fmla="*/ 353252 w 3567513"/>
                      <a:gd name="connsiteY886" fmla="*/ 572581 h 832404"/>
                      <a:gd name="connsiteX887" fmla="*/ 352676 w 3567513"/>
                      <a:gd name="connsiteY887" fmla="*/ 570143 h 832404"/>
                      <a:gd name="connsiteX888" fmla="*/ 359592 w 3567513"/>
                      <a:gd name="connsiteY888" fmla="*/ 565754 h 832404"/>
                      <a:gd name="connsiteX889" fmla="*/ 414075 w 3567513"/>
                      <a:gd name="connsiteY889" fmla="*/ 560878 h 832404"/>
                      <a:gd name="connsiteX890" fmla="*/ 365045 w 3567513"/>
                      <a:gd name="connsiteY890" fmla="*/ 574931 h 832404"/>
                      <a:gd name="connsiteX891" fmla="*/ 415892 w 3567513"/>
                      <a:gd name="connsiteY891" fmla="*/ 677424 h 832404"/>
                      <a:gd name="connsiteX892" fmla="*/ 420325 w 3567513"/>
                      <a:gd name="connsiteY892" fmla="*/ 680926 h 832404"/>
                      <a:gd name="connsiteX893" fmla="*/ 416247 w 3567513"/>
                      <a:gd name="connsiteY893" fmla="*/ 684472 h 832404"/>
                      <a:gd name="connsiteX894" fmla="*/ 411814 w 3567513"/>
                      <a:gd name="connsiteY894" fmla="*/ 680970 h 832404"/>
                      <a:gd name="connsiteX895" fmla="*/ 415892 w 3567513"/>
                      <a:gd name="connsiteY895" fmla="*/ 677424 h 832404"/>
                      <a:gd name="connsiteX896" fmla="*/ 416601 w 3567513"/>
                      <a:gd name="connsiteY896" fmla="*/ 628350 h 832404"/>
                      <a:gd name="connsiteX897" fmla="*/ 415759 w 3567513"/>
                      <a:gd name="connsiteY897" fmla="*/ 621877 h 832404"/>
                      <a:gd name="connsiteX898" fmla="*/ 417621 w 3567513"/>
                      <a:gd name="connsiteY898" fmla="*/ 601884 h 832404"/>
                      <a:gd name="connsiteX899" fmla="*/ 433846 w 3567513"/>
                      <a:gd name="connsiteY899" fmla="*/ 584994 h 832404"/>
                      <a:gd name="connsiteX900" fmla="*/ 433181 w 3567513"/>
                      <a:gd name="connsiteY900" fmla="*/ 584994 h 832404"/>
                      <a:gd name="connsiteX901" fmla="*/ 417399 w 3567513"/>
                      <a:gd name="connsiteY901" fmla="*/ 583265 h 832404"/>
                      <a:gd name="connsiteX902" fmla="*/ 439520 w 3567513"/>
                      <a:gd name="connsiteY902" fmla="*/ 571650 h 832404"/>
                      <a:gd name="connsiteX903" fmla="*/ 435752 w 3567513"/>
                      <a:gd name="connsiteY903" fmla="*/ 579497 h 832404"/>
                      <a:gd name="connsiteX904" fmla="*/ 440762 w 3567513"/>
                      <a:gd name="connsiteY904" fmla="*/ 582201 h 832404"/>
                      <a:gd name="connsiteX905" fmla="*/ 459336 w 3567513"/>
                      <a:gd name="connsiteY905" fmla="*/ 588895 h 832404"/>
                      <a:gd name="connsiteX906" fmla="*/ 461642 w 3567513"/>
                      <a:gd name="connsiteY906" fmla="*/ 611149 h 832404"/>
                      <a:gd name="connsiteX907" fmla="*/ 471660 w 3567513"/>
                      <a:gd name="connsiteY907" fmla="*/ 640762 h 832404"/>
                      <a:gd name="connsiteX908" fmla="*/ 469178 w 3567513"/>
                      <a:gd name="connsiteY908" fmla="*/ 647456 h 832404"/>
                      <a:gd name="connsiteX909" fmla="*/ 463592 w 3567513"/>
                      <a:gd name="connsiteY909" fmla="*/ 648609 h 832404"/>
                      <a:gd name="connsiteX910" fmla="*/ 423074 w 3567513"/>
                      <a:gd name="connsiteY910" fmla="*/ 635974 h 832404"/>
                      <a:gd name="connsiteX911" fmla="*/ 416601 w 3567513"/>
                      <a:gd name="connsiteY911" fmla="*/ 628350 h 832404"/>
                      <a:gd name="connsiteX912" fmla="*/ 479374 w 3567513"/>
                      <a:gd name="connsiteY912" fmla="*/ 543855 h 832404"/>
                      <a:gd name="connsiteX913" fmla="*/ 505219 w 3567513"/>
                      <a:gd name="connsiteY913" fmla="*/ 527319 h 832404"/>
                      <a:gd name="connsiteX914" fmla="*/ 505441 w 3567513"/>
                      <a:gd name="connsiteY914" fmla="*/ 539643 h 832404"/>
                      <a:gd name="connsiteX915" fmla="*/ 514839 w 3567513"/>
                      <a:gd name="connsiteY915" fmla="*/ 546603 h 832404"/>
                      <a:gd name="connsiteX916" fmla="*/ 501805 w 3567513"/>
                      <a:gd name="connsiteY916" fmla="*/ 534678 h 832404"/>
                      <a:gd name="connsiteX917" fmla="*/ 479374 w 3567513"/>
                      <a:gd name="connsiteY917" fmla="*/ 543855 h 832404"/>
                      <a:gd name="connsiteX918" fmla="*/ 506948 w 3567513"/>
                      <a:gd name="connsiteY918" fmla="*/ 515616 h 832404"/>
                      <a:gd name="connsiteX919" fmla="*/ 504066 w 3567513"/>
                      <a:gd name="connsiteY919" fmla="*/ 518852 h 832404"/>
                      <a:gd name="connsiteX920" fmla="*/ 490678 w 3567513"/>
                      <a:gd name="connsiteY920" fmla="*/ 520359 h 832404"/>
                      <a:gd name="connsiteX921" fmla="*/ 488551 w 3567513"/>
                      <a:gd name="connsiteY921" fmla="*/ 510606 h 832404"/>
                      <a:gd name="connsiteX922" fmla="*/ 485580 w 3567513"/>
                      <a:gd name="connsiteY922" fmla="*/ 499878 h 832404"/>
                      <a:gd name="connsiteX923" fmla="*/ 473123 w 3567513"/>
                      <a:gd name="connsiteY923" fmla="*/ 496154 h 832404"/>
                      <a:gd name="connsiteX924" fmla="*/ 461154 w 3567513"/>
                      <a:gd name="connsiteY924" fmla="*/ 493893 h 832404"/>
                      <a:gd name="connsiteX925" fmla="*/ 484960 w 3567513"/>
                      <a:gd name="connsiteY925" fmla="*/ 486978 h 832404"/>
                      <a:gd name="connsiteX926" fmla="*/ 491255 w 3567513"/>
                      <a:gd name="connsiteY926" fmla="*/ 486402 h 832404"/>
                      <a:gd name="connsiteX927" fmla="*/ 494624 w 3567513"/>
                      <a:gd name="connsiteY927" fmla="*/ 487953 h 832404"/>
                      <a:gd name="connsiteX928" fmla="*/ 507968 w 3567513"/>
                      <a:gd name="connsiteY928" fmla="*/ 507991 h 832404"/>
                      <a:gd name="connsiteX929" fmla="*/ 506948 w 3567513"/>
                      <a:gd name="connsiteY929" fmla="*/ 515616 h 832404"/>
                      <a:gd name="connsiteX930" fmla="*/ 465897 w 3567513"/>
                      <a:gd name="connsiteY930" fmla="*/ 556888 h 832404"/>
                      <a:gd name="connsiteX931" fmla="*/ 502160 w 3567513"/>
                      <a:gd name="connsiteY931" fmla="*/ 555292 h 832404"/>
                      <a:gd name="connsiteX932" fmla="*/ 492141 w 3567513"/>
                      <a:gd name="connsiteY932" fmla="*/ 577413 h 832404"/>
                      <a:gd name="connsiteX933" fmla="*/ 474897 w 3567513"/>
                      <a:gd name="connsiteY933" fmla="*/ 578477 h 832404"/>
                      <a:gd name="connsiteX934" fmla="*/ 457785 w 3567513"/>
                      <a:gd name="connsiteY934" fmla="*/ 578344 h 832404"/>
                      <a:gd name="connsiteX935" fmla="*/ 452864 w 3567513"/>
                      <a:gd name="connsiteY935" fmla="*/ 568281 h 832404"/>
                      <a:gd name="connsiteX936" fmla="*/ 465897 w 3567513"/>
                      <a:gd name="connsiteY936" fmla="*/ 556888 h 832404"/>
                      <a:gd name="connsiteX937" fmla="*/ 495333 w 3567513"/>
                      <a:gd name="connsiteY937" fmla="*/ 708012 h 832404"/>
                      <a:gd name="connsiteX938" fmla="*/ 472059 w 3567513"/>
                      <a:gd name="connsiteY938" fmla="*/ 711470 h 832404"/>
                      <a:gd name="connsiteX939" fmla="*/ 459913 w 3567513"/>
                      <a:gd name="connsiteY939" fmla="*/ 693472 h 832404"/>
                      <a:gd name="connsiteX940" fmla="*/ 483408 w 3567513"/>
                      <a:gd name="connsiteY940" fmla="*/ 673567 h 832404"/>
                      <a:gd name="connsiteX941" fmla="*/ 486689 w 3567513"/>
                      <a:gd name="connsiteY941" fmla="*/ 672991 h 832404"/>
                      <a:gd name="connsiteX942" fmla="*/ 495333 w 3567513"/>
                      <a:gd name="connsiteY942" fmla="*/ 679862 h 832404"/>
                      <a:gd name="connsiteX943" fmla="*/ 490634 w 3567513"/>
                      <a:gd name="connsiteY943" fmla="*/ 686201 h 832404"/>
                      <a:gd name="connsiteX944" fmla="*/ 495333 w 3567513"/>
                      <a:gd name="connsiteY944" fmla="*/ 708012 h 832404"/>
                      <a:gd name="connsiteX945" fmla="*/ 520424 w 3567513"/>
                      <a:gd name="connsiteY945" fmla="*/ 540929 h 832404"/>
                      <a:gd name="connsiteX946" fmla="*/ 526542 w 3567513"/>
                      <a:gd name="connsiteY946" fmla="*/ 533747 h 832404"/>
                      <a:gd name="connsiteX947" fmla="*/ 522996 w 3567513"/>
                      <a:gd name="connsiteY947" fmla="*/ 529846 h 832404"/>
                      <a:gd name="connsiteX948" fmla="*/ 524592 w 3567513"/>
                      <a:gd name="connsiteY948" fmla="*/ 518630 h 832404"/>
                      <a:gd name="connsiteX949" fmla="*/ 545826 w 3567513"/>
                      <a:gd name="connsiteY949" fmla="*/ 506439 h 832404"/>
                      <a:gd name="connsiteX950" fmla="*/ 567061 w 3567513"/>
                      <a:gd name="connsiteY950" fmla="*/ 505198 h 832404"/>
                      <a:gd name="connsiteX951" fmla="*/ 607579 w 3567513"/>
                      <a:gd name="connsiteY951" fmla="*/ 508612 h 832404"/>
                      <a:gd name="connsiteX952" fmla="*/ 601506 w 3567513"/>
                      <a:gd name="connsiteY952" fmla="*/ 527629 h 832404"/>
                      <a:gd name="connsiteX953" fmla="*/ 602171 w 3567513"/>
                      <a:gd name="connsiteY953" fmla="*/ 533348 h 832404"/>
                      <a:gd name="connsiteX954" fmla="*/ 602658 w 3567513"/>
                      <a:gd name="connsiteY954" fmla="*/ 532151 h 832404"/>
                      <a:gd name="connsiteX955" fmla="*/ 609131 w 3567513"/>
                      <a:gd name="connsiteY955" fmla="*/ 528561 h 832404"/>
                      <a:gd name="connsiteX956" fmla="*/ 610948 w 3567513"/>
                      <a:gd name="connsiteY956" fmla="*/ 532151 h 832404"/>
                      <a:gd name="connsiteX957" fmla="*/ 604476 w 3567513"/>
                      <a:gd name="connsiteY957" fmla="*/ 535742 h 832404"/>
                      <a:gd name="connsiteX958" fmla="*/ 602614 w 3567513"/>
                      <a:gd name="connsiteY958" fmla="*/ 535033 h 832404"/>
                      <a:gd name="connsiteX959" fmla="*/ 601772 w 3567513"/>
                      <a:gd name="connsiteY959" fmla="*/ 545317 h 832404"/>
                      <a:gd name="connsiteX960" fmla="*/ 582975 w 3567513"/>
                      <a:gd name="connsiteY960" fmla="*/ 556578 h 832404"/>
                      <a:gd name="connsiteX961" fmla="*/ 565775 w 3567513"/>
                      <a:gd name="connsiteY961" fmla="*/ 554627 h 832404"/>
                      <a:gd name="connsiteX962" fmla="*/ 540950 w 3567513"/>
                      <a:gd name="connsiteY962" fmla="*/ 542702 h 832404"/>
                      <a:gd name="connsiteX963" fmla="*/ 531729 w 3567513"/>
                      <a:gd name="connsiteY963" fmla="*/ 546204 h 832404"/>
                      <a:gd name="connsiteX964" fmla="*/ 525035 w 3567513"/>
                      <a:gd name="connsiteY964" fmla="*/ 548155 h 832404"/>
                      <a:gd name="connsiteX965" fmla="*/ 520424 w 3567513"/>
                      <a:gd name="connsiteY965" fmla="*/ 540929 h 832404"/>
                      <a:gd name="connsiteX966" fmla="*/ 651024 w 3567513"/>
                      <a:gd name="connsiteY966" fmla="*/ 467428 h 832404"/>
                      <a:gd name="connsiteX967" fmla="*/ 662151 w 3567513"/>
                      <a:gd name="connsiteY967" fmla="*/ 452400 h 832404"/>
                      <a:gd name="connsiteX968" fmla="*/ 670839 w 3567513"/>
                      <a:gd name="connsiteY968" fmla="*/ 426688 h 832404"/>
                      <a:gd name="connsiteX969" fmla="*/ 669510 w 3567513"/>
                      <a:gd name="connsiteY969" fmla="*/ 415694 h 832404"/>
                      <a:gd name="connsiteX970" fmla="*/ 665963 w 3567513"/>
                      <a:gd name="connsiteY970" fmla="*/ 406961 h 832404"/>
                      <a:gd name="connsiteX971" fmla="*/ 671903 w 3567513"/>
                      <a:gd name="connsiteY971" fmla="*/ 410418 h 832404"/>
                      <a:gd name="connsiteX972" fmla="*/ 674519 w 3567513"/>
                      <a:gd name="connsiteY972" fmla="*/ 422432 h 832404"/>
                      <a:gd name="connsiteX973" fmla="*/ 657540 w 3567513"/>
                      <a:gd name="connsiteY973" fmla="*/ 467517 h 832404"/>
                      <a:gd name="connsiteX974" fmla="*/ 674962 w 3567513"/>
                      <a:gd name="connsiteY974" fmla="*/ 479663 h 832404"/>
                      <a:gd name="connsiteX975" fmla="*/ 684626 w 3567513"/>
                      <a:gd name="connsiteY975" fmla="*/ 479530 h 832404"/>
                      <a:gd name="connsiteX976" fmla="*/ 700586 w 3567513"/>
                      <a:gd name="connsiteY976" fmla="*/ 472571 h 832404"/>
                      <a:gd name="connsiteX977" fmla="*/ 723283 w 3567513"/>
                      <a:gd name="connsiteY977" fmla="*/ 454794 h 832404"/>
                      <a:gd name="connsiteX978" fmla="*/ 702802 w 3567513"/>
                      <a:gd name="connsiteY978" fmla="*/ 474698 h 832404"/>
                      <a:gd name="connsiteX979" fmla="*/ 677711 w 3567513"/>
                      <a:gd name="connsiteY979" fmla="*/ 484806 h 832404"/>
                      <a:gd name="connsiteX980" fmla="*/ 678110 w 3567513"/>
                      <a:gd name="connsiteY980" fmla="*/ 492032 h 832404"/>
                      <a:gd name="connsiteX981" fmla="*/ 673145 w 3567513"/>
                      <a:gd name="connsiteY981" fmla="*/ 499790 h 832404"/>
                      <a:gd name="connsiteX982" fmla="*/ 648364 w 3567513"/>
                      <a:gd name="connsiteY982" fmla="*/ 527497 h 832404"/>
                      <a:gd name="connsiteX983" fmla="*/ 668800 w 3567513"/>
                      <a:gd name="connsiteY983" fmla="*/ 495534 h 832404"/>
                      <a:gd name="connsiteX984" fmla="*/ 660555 w 3567513"/>
                      <a:gd name="connsiteY984" fmla="*/ 471728 h 832404"/>
                      <a:gd name="connsiteX985" fmla="*/ 654215 w 3567513"/>
                      <a:gd name="connsiteY985" fmla="*/ 471418 h 832404"/>
                      <a:gd name="connsiteX986" fmla="*/ 650314 w 3567513"/>
                      <a:gd name="connsiteY986" fmla="*/ 473900 h 832404"/>
                      <a:gd name="connsiteX987" fmla="*/ 567238 w 3567513"/>
                      <a:gd name="connsiteY987" fmla="*/ 500765 h 832404"/>
                      <a:gd name="connsiteX988" fmla="*/ 537669 w 3567513"/>
                      <a:gd name="connsiteY988" fmla="*/ 496686 h 832404"/>
                      <a:gd name="connsiteX989" fmla="*/ 558239 w 3567513"/>
                      <a:gd name="connsiteY989" fmla="*/ 497972 h 832404"/>
                      <a:gd name="connsiteX990" fmla="*/ 604254 w 3567513"/>
                      <a:gd name="connsiteY990" fmla="*/ 494115 h 832404"/>
                      <a:gd name="connsiteX991" fmla="*/ 651024 w 3567513"/>
                      <a:gd name="connsiteY991" fmla="*/ 467428 h 832404"/>
                      <a:gd name="connsiteX992" fmla="*/ 632449 w 3567513"/>
                      <a:gd name="connsiteY992" fmla="*/ 435111 h 832404"/>
                      <a:gd name="connsiteX993" fmla="*/ 638921 w 3567513"/>
                      <a:gd name="connsiteY993" fmla="*/ 431520 h 832404"/>
                      <a:gd name="connsiteX994" fmla="*/ 640739 w 3567513"/>
                      <a:gd name="connsiteY994" fmla="*/ 435111 h 832404"/>
                      <a:gd name="connsiteX995" fmla="*/ 634266 w 3567513"/>
                      <a:gd name="connsiteY995" fmla="*/ 438702 h 832404"/>
                      <a:gd name="connsiteX996" fmla="*/ 632449 w 3567513"/>
                      <a:gd name="connsiteY996" fmla="*/ 435111 h 832404"/>
                      <a:gd name="connsiteX997" fmla="*/ 682853 w 3567513"/>
                      <a:gd name="connsiteY997" fmla="*/ 355537 h 832404"/>
                      <a:gd name="connsiteX998" fmla="*/ 686400 w 3567513"/>
                      <a:gd name="connsiteY998" fmla="*/ 340154 h 832404"/>
                      <a:gd name="connsiteX999" fmla="*/ 685336 w 3567513"/>
                      <a:gd name="connsiteY999" fmla="*/ 324372 h 832404"/>
                      <a:gd name="connsiteX1000" fmla="*/ 686400 w 3567513"/>
                      <a:gd name="connsiteY1000" fmla="*/ 340110 h 832404"/>
                      <a:gd name="connsiteX1001" fmla="*/ 686400 w 3567513"/>
                      <a:gd name="connsiteY1001" fmla="*/ 340154 h 832404"/>
                      <a:gd name="connsiteX1002" fmla="*/ 687331 w 3567513"/>
                      <a:gd name="connsiteY1002" fmla="*/ 346272 h 832404"/>
                      <a:gd name="connsiteX1003" fmla="*/ 690478 w 3567513"/>
                      <a:gd name="connsiteY1003" fmla="*/ 358507 h 832404"/>
                      <a:gd name="connsiteX1004" fmla="*/ 694202 w 3567513"/>
                      <a:gd name="connsiteY1004" fmla="*/ 354428 h 832404"/>
                      <a:gd name="connsiteX1005" fmla="*/ 697349 w 3567513"/>
                      <a:gd name="connsiteY1005" fmla="*/ 351547 h 832404"/>
                      <a:gd name="connsiteX1006" fmla="*/ 697083 w 3567513"/>
                      <a:gd name="connsiteY1006" fmla="*/ 340508 h 832404"/>
                      <a:gd name="connsiteX1007" fmla="*/ 699832 w 3567513"/>
                      <a:gd name="connsiteY1007" fmla="*/ 331066 h 832404"/>
                      <a:gd name="connsiteX1008" fmla="*/ 713619 w 3567513"/>
                      <a:gd name="connsiteY1008" fmla="*/ 326810 h 832404"/>
                      <a:gd name="connsiteX1009" fmla="*/ 731351 w 3567513"/>
                      <a:gd name="connsiteY1009" fmla="*/ 333726 h 832404"/>
                      <a:gd name="connsiteX1010" fmla="*/ 731795 w 3567513"/>
                      <a:gd name="connsiteY1010" fmla="*/ 334036 h 832404"/>
                      <a:gd name="connsiteX1011" fmla="*/ 744074 w 3567513"/>
                      <a:gd name="connsiteY1011" fmla="*/ 341218 h 832404"/>
                      <a:gd name="connsiteX1012" fmla="*/ 741370 w 3567513"/>
                      <a:gd name="connsiteY1012" fmla="*/ 348000 h 832404"/>
                      <a:gd name="connsiteX1013" fmla="*/ 741193 w 3567513"/>
                      <a:gd name="connsiteY1013" fmla="*/ 352433 h 832404"/>
                      <a:gd name="connsiteX1014" fmla="*/ 736538 w 3567513"/>
                      <a:gd name="connsiteY1014" fmla="*/ 355448 h 832404"/>
                      <a:gd name="connsiteX1015" fmla="*/ 730553 w 3567513"/>
                      <a:gd name="connsiteY1015" fmla="*/ 363960 h 832404"/>
                      <a:gd name="connsiteX1016" fmla="*/ 719338 w 3567513"/>
                      <a:gd name="connsiteY1016" fmla="*/ 394238 h 832404"/>
                      <a:gd name="connsiteX1017" fmla="*/ 712156 w 3567513"/>
                      <a:gd name="connsiteY1017" fmla="*/ 401065 h 832404"/>
                      <a:gd name="connsiteX1018" fmla="*/ 705905 w 3567513"/>
                      <a:gd name="connsiteY1018" fmla="*/ 402217 h 832404"/>
                      <a:gd name="connsiteX1019" fmla="*/ 675317 w 3567513"/>
                      <a:gd name="connsiteY1019" fmla="*/ 389139 h 832404"/>
                      <a:gd name="connsiteX1020" fmla="*/ 674297 w 3567513"/>
                      <a:gd name="connsiteY1020" fmla="*/ 381381 h 832404"/>
                      <a:gd name="connsiteX1021" fmla="*/ 678065 w 3567513"/>
                      <a:gd name="connsiteY1021" fmla="*/ 374776 h 832404"/>
                      <a:gd name="connsiteX1022" fmla="*/ 685690 w 3567513"/>
                      <a:gd name="connsiteY1022" fmla="*/ 364092 h 832404"/>
                      <a:gd name="connsiteX1023" fmla="*/ 682853 w 3567513"/>
                      <a:gd name="connsiteY1023" fmla="*/ 355537 h 832404"/>
                      <a:gd name="connsiteX1024" fmla="*/ 965729 w 3567513"/>
                      <a:gd name="connsiteY1024" fmla="*/ 306861 h 832404"/>
                      <a:gd name="connsiteX1025" fmla="*/ 969542 w 3567513"/>
                      <a:gd name="connsiteY1025" fmla="*/ 302960 h 832404"/>
                      <a:gd name="connsiteX1026" fmla="*/ 973443 w 3567513"/>
                      <a:gd name="connsiteY1026" fmla="*/ 306773 h 832404"/>
                      <a:gd name="connsiteX1027" fmla="*/ 969630 w 3567513"/>
                      <a:gd name="connsiteY1027" fmla="*/ 310674 h 832404"/>
                      <a:gd name="connsiteX1028" fmla="*/ 967458 w 3567513"/>
                      <a:gd name="connsiteY1028" fmla="*/ 309964 h 832404"/>
                      <a:gd name="connsiteX1029" fmla="*/ 973044 w 3567513"/>
                      <a:gd name="connsiteY1029" fmla="*/ 320958 h 832404"/>
                      <a:gd name="connsiteX1030" fmla="*/ 962449 w 3567513"/>
                      <a:gd name="connsiteY1030" fmla="*/ 333149 h 832404"/>
                      <a:gd name="connsiteX1031" fmla="*/ 945248 w 3567513"/>
                      <a:gd name="connsiteY1031" fmla="*/ 331243 h 832404"/>
                      <a:gd name="connsiteX1032" fmla="*/ 914748 w 3567513"/>
                      <a:gd name="connsiteY1032" fmla="*/ 318786 h 832404"/>
                      <a:gd name="connsiteX1033" fmla="*/ 908320 w 3567513"/>
                      <a:gd name="connsiteY1033" fmla="*/ 322643 h 832404"/>
                      <a:gd name="connsiteX1034" fmla="*/ 903267 w 3567513"/>
                      <a:gd name="connsiteY1034" fmla="*/ 324771 h 832404"/>
                      <a:gd name="connsiteX1035" fmla="*/ 894400 w 3567513"/>
                      <a:gd name="connsiteY1035" fmla="*/ 317057 h 832404"/>
                      <a:gd name="connsiteX1036" fmla="*/ 895731 w 3567513"/>
                      <a:gd name="connsiteY1036" fmla="*/ 309388 h 832404"/>
                      <a:gd name="connsiteX1037" fmla="*/ 889967 w 3567513"/>
                      <a:gd name="connsiteY1037" fmla="*/ 305266 h 832404"/>
                      <a:gd name="connsiteX1038" fmla="*/ 884559 w 3567513"/>
                      <a:gd name="connsiteY1038" fmla="*/ 293296 h 832404"/>
                      <a:gd name="connsiteX1039" fmla="*/ 896839 w 3567513"/>
                      <a:gd name="connsiteY1039" fmla="*/ 280085 h 832404"/>
                      <a:gd name="connsiteX1040" fmla="*/ 915901 w 3567513"/>
                      <a:gd name="connsiteY1040" fmla="*/ 278534 h 832404"/>
                      <a:gd name="connsiteX1041" fmla="*/ 955799 w 3567513"/>
                      <a:gd name="connsiteY1041" fmla="*/ 281726 h 832404"/>
                      <a:gd name="connsiteX1042" fmla="*/ 961872 w 3567513"/>
                      <a:gd name="connsiteY1042" fmla="*/ 302073 h 832404"/>
                      <a:gd name="connsiteX1043" fmla="*/ 966039 w 3567513"/>
                      <a:gd name="connsiteY1043" fmla="*/ 308147 h 832404"/>
                      <a:gd name="connsiteX1044" fmla="*/ 965729 w 3567513"/>
                      <a:gd name="connsiteY1044" fmla="*/ 306861 h 832404"/>
                      <a:gd name="connsiteX1045" fmla="*/ 1113839 w 3567513"/>
                      <a:gd name="connsiteY1045" fmla="*/ 256856 h 832404"/>
                      <a:gd name="connsiteX1046" fmla="*/ 1121109 w 3567513"/>
                      <a:gd name="connsiteY1046" fmla="*/ 264304 h 832404"/>
                      <a:gd name="connsiteX1047" fmla="*/ 1134054 w 3567513"/>
                      <a:gd name="connsiteY1047" fmla="*/ 294449 h 832404"/>
                      <a:gd name="connsiteX1048" fmla="*/ 1102579 w 3567513"/>
                      <a:gd name="connsiteY1048" fmla="*/ 252645 h 832404"/>
                      <a:gd name="connsiteX1049" fmla="*/ 1088348 w 3567513"/>
                      <a:gd name="connsiteY1049" fmla="*/ 246748 h 832404"/>
                      <a:gd name="connsiteX1050" fmla="*/ 1079394 w 3567513"/>
                      <a:gd name="connsiteY1050" fmla="*/ 243025 h 832404"/>
                      <a:gd name="connsiteX1051" fmla="*/ 1093003 w 3567513"/>
                      <a:gd name="connsiteY1051" fmla="*/ 241340 h 832404"/>
                      <a:gd name="connsiteX1052" fmla="*/ 1107012 w 3567513"/>
                      <a:gd name="connsiteY1052" fmla="*/ 230035 h 832404"/>
                      <a:gd name="connsiteX1053" fmla="*/ 1113839 w 3567513"/>
                      <a:gd name="connsiteY1053" fmla="*/ 256856 h 832404"/>
                      <a:gd name="connsiteX1054" fmla="*/ 1215844 w 3567513"/>
                      <a:gd name="connsiteY1054" fmla="*/ 291611 h 832404"/>
                      <a:gd name="connsiteX1055" fmla="*/ 1222051 w 3567513"/>
                      <a:gd name="connsiteY1055" fmla="*/ 266964 h 832404"/>
                      <a:gd name="connsiteX1056" fmla="*/ 1216509 w 3567513"/>
                      <a:gd name="connsiteY1056" fmla="*/ 289439 h 832404"/>
                      <a:gd name="connsiteX1057" fmla="*/ 1215844 w 3567513"/>
                      <a:gd name="connsiteY1057" fmla="*/ 291611 h 832404"/>
                      <a:gd name="connsiteX1058" fmla="*/ 1216110 w 3567513"/>
                      <a:gd name="connsiteY1058" fmla="*/ 294847 h 832404"/>
                      <a:gd name="connsiteX1059" fmla="*/ 1226794 w 3567513"/>
                      <a:gd name="connsiteY1059" fmla="*/ 321579 h 832404"/>
                      <a:gd name="connsiteX1060" fmla="*/ 1220100 w 3567513"/>
                      <a:gd name="connsiteY1060" fmla="*/ 316481 h 832404"/>
                      <a:gd name="connsiteX1061" fmla="*/ 1216997 w 3567513"/>
                      <a:gd name="connsiteY1061" fmla="*/ 328229 h 832404"/>
                      <a:gd name="connsiteX1062" fmla="*/ 1215844 w 3567513"/>
                      <a:gd name="connsiteY1062" fmla="*/ 336519 h 832404"/>
                      <a:gd name="connsiteX1063" fmla="*/ 1216997 w 3567513"/>
                      <a:gd name="connsiteY1063" fmla="*/ 328229 h 832404"/>
                      <a:gd name="connsiteX1064" fmla="*/ 1217130 w 3567513"/>
                      <a:gd name="connsiteY1064" fmla="*/ 320161 h 832404"/>
                      <a:gd name="connsiteX1065" fmla="*/ 1214913 w 3567513"/>
                      <a:gd name="connsiteY1065" fmla="*/ 309699 h 832404"/>
                      <a:gd name="connsiteX1066" fmla="*/ 1209062 w 3567513"/>
                      <a:gd name="connsiteY1066" fmla="*/ 302517 h 832404"/>
                      <a:gd name="connsiteX1067" fmla="*/ 1185921 w 3567513"/>
                      <a:gd name="connsiteY1067" fmla="*/ 287843 h 832404"/>
                      <a:gd name="connsiteX1068" fmla="*/ 1199930 w 3567513"/>
                      <a:gd name="connsiteY1068" fmla="*/ 292498 h 832404"/>
                      <a:gd name="connsiteX1069" fmla="*/ 1206668 w 3567513"/>
                      <a:gd name="connsiteY1069" fmla="*/ 296000 h 832404"/>
                      <a:gd name="connsiteX1070" fmla="*/ 1213849 w 3567513"/>
                      <a:gd name="connsiteY1070" fmla="*/ 294803 h 832404"/>
                      <a:gd name="connsiteX1071" fmla="*/ 1215844 w 3567513"/>
                      <a:gd name="connsiteY1071" fmla="*/ 291611 h 832404"/>
                      <a:gd name="connsiteX1072" fmla="*/ 1214115 w 3567513"/>
                      <a:gd name="connsiteY1072" fmla="*/ 209245 h 832404"/>
                      <a:gd name="connsiteX1073" fmla="*/ 1217928 w 3567513"/>
                      <a:gd name="connsiteY1073" fmla="*/ 205343 h 832404"/>
                      <a:gd name="connsiteX1074" fmla="*/ 1221829 w 3567513"/>
                      <a:gd name="connsiteY1074" fmla="*/ 209156 h 832404"/>
                      <a:gd name="connsiteX1075" fmla="*/ 1218017 w 3567513"/>
                      <a:gd name="connsiteY1075" fmla="*/ 213057 h 832404"/>
                      <a:gd name="connsiteX1076" fmla="*/ 1214115 w 3567513"/>
                      <a:gd name="connsiteY1076" fmla="*/ 209245 h 832404"/>
                      <a:gd name="connsiteX1077" fmla="*/ 1248605 w 3567513"/>
                      <a:gd name="connsiteY1077" fmla="*/ 329648 h 832404"/>
                      <a:gd name="connsiteX1078" fmla="*/ 1241157 w 3567513"/>
                      <a:gd name="connsiteY1078" fmla="*/ 321535 h 832404"/>
                      <a:gd name="connsiteX1079" fmla="*/ 1235040 w 3567513"/>
                      <a:gd name="connsiteY1079" fmla="*/ 291744 h 832404"/>
                      <a:gd name="connsiteX1080" fmla="*/ 1229764 w 3567513"/>
                      <a:gd name="connsiteY1080" fmla="*/ 284518 h 832404"/>
                      <a:gd name="connsiteX1081" fmla="*/ 1231493 w 3567513"/>
                      <a:gd name="connsiteY1081" fmla="*/ 276583 h 832404"/>
                      <a:gd name="connsiteX1082" fmla="*/ 1242576 w 3567513"/>
                      <a:gd name="connsiteY1082" fmla="*/ 262530 h 832404"/>
                      <a:gd name="connsiteX1083" fmla="*/ 1248827 w 3567513"/>
                      <a:gd name="connsiteY1083" fmla="*/ 258939 h 832404"/>
                      <a:gd name="connsiteX1084" fmla="*/ 1289389 w 3567513"/>
                      <a:gd name="connsiteY1084" fmla="*/ 238547 h 832404"/>
                      <a:gd name="connsiteX1085" fmla="*/ 1296039 w 3567513"/>
                      <a:gd name="connsiteY1085" fmla="*/ 249940 h 832404"/>
                      <a:gd name="connsiteX1086" fmla="*/ 1297192 w 3567513"/>
                      <a:gd name="connsiteY1086" fmla="*/ 253797 h 832404"/>
                      <a:gd name="connsiteX1087" fmla="*/ 1295108 w 3567513"/>
                      <a:gd name="connsiteY1087" fmla="*/ 259117 h 832404"/>
                      <a:gd name="connsiteX1088" fmla="*/ 1292714 w 3567513"/>
                      <a:gd name="connsiteY1088" fmla="*/ 266254 h 832404"/>
                      <a:gd name="connsiteX1089" fmla="*/ 1285178 w 3567513"/>
                      <a:gd name="connsiteY1089" fmla="*/ 306329 h 832404"/>
                      <a:gd name="connsiteX1090" fmla="*/ 1283626 w 3567513"/>
                      <a:gd name="connsiteY1090" fmla="*/ 320737 h 832404"/>
                      <a:gd name="connsiteX1091" fmla="*/ 1281366 w 3567513"/>
                      <a:gd name="connsiteY1091" fmla="*/ 324194 h 832404"/>
                      <a:gd name="connsiteX1092" fmla="*/ 1283139 w 3567513"/>
                      <a:gd name="connsiteY1092" fmla="*/ 323840 h 832404"/>
                      <a:gd name="connsiteX1093" fmla="*/ 1305393 w 3567513"/>
                      <a:gd name="connsiteY1093" fmla="*/ 331642 h 832404"/>
                      <a:gd name="connsiteX1094" fmla="*/ 1291030 w 3567513"/>
                      <a:gd name="connsiteY1094" fmla="*/ 366398 h 832404"/>
                      <a:gd name="connsiteX1095" fmla="*/ 1265273 w 3567513"/>
                      <a:gd name="connsiteY1095" fmla="*/ 411571 h 832404"/>
                      <a:gd name="connsiteX1096" fmla="*/ 1256186 w 3567513"/>
                      <a:gd name="connsiteY1096" fmla="*/ 419063 h 832404"/>
                      <a:gd name="connsiteX1097" fmla="*/ 1248206 w 3567513"/>
                      <a:gd name="connsiteY1097" fmla="*/ 420171 h 832404"/>
                      <a:gd name="connsiteX1098" fmla="*/ 1212254 w 3567513"/>
                      <a:gd name="connsiteY1098" fmla="*/ 415561 h 832404"/>
                      <a:gd name="connsiteX1099" fmla="*/ 1201038 w 3567513"/>
                      <a:gd name="connsiteY1099" fmla="*/ 392021 h 832404"/>
                      <a:gd name="connsiteX1100" fmla="*/ 1211411 w 3567513"/>
                      <a:gd name="connsiteY1100" fmla="*/ 375751 h 832404"/>
                      <a:gd name="connsiteX1101" fmla="*/ 1233843 w 3567513"/>
                      <a:gd name="connsiteY1101" fmla="*/ 349375 h 832404"/>
                      <a:gd name="connsiteX1102" fmla="*/ 1258358 w 3567513"/>
                      <a:gd name="connsiteY1102" fmla="*/ 331952 h 832404"/>
                      <a:gd name="connsiteX1103" fmla="*/ 1248605 w 3567513"/>
                      <a:gd name="connsiteY1103" fmla="*/ 329648 h 832404"/>
                      <a:gd name="connsiteX1104" fmla="*/ 1241556 w 3567513"/>
                      <a:gd name="connsiteY1104" fmla="*/ 206585 h 832404"/>
                      <a:gd name="connsiteX1105" fmla="*/ 1250467 w 3567513"/>
                      <a:gd name="connsiteY1105" fmla="*/ 220904 h 832404"/>
                      <a:gd name="connsiteX1106" fmla="*/ 1251265 w 3567513"/>
                      <a:gd name="connsiteY1106" fmla="*/ 223873 h 832404"/>
                      <a:gd name="connsiteX1107" fmla="*/ 1253703 w 3567513"/>
                      <a:gd name="connsiteY1107" fmla="*/ 224362 h 832404"/>
                      <a:gd name="connsiteX1108" fmla="*/ 1275381 w 3567513"/>
                      <a:gd name="connsiteY1108" fmla="*/ 223031 h 832404"/>
                      <a:gd name="connsiteX1109" fmla="*/ 1242931 w 3567513"/>
                      <a:gd name="connsiteY1109" fmla="*/ 239656 h 832404"/>
                      <a:gd name="connsiteX1110" fmla="*/ 1237699 w 3567513"/>
                      <a:gd name="connsiteY1110" fmla="*/ 245729 h 832404"/>
                      <a:gd name="connsiteX1111" fmla="*/ 1242931 w 3567513"/>
                      <a:gd name="connsiteY1111" fmla="*/ 239656 h 832404"/>
                      <a:gd name="connsiteX1112" fmla="*/ 1246743 w 3567513"/>
                      <a:gd name="connsiteY1112" fmla="*/ 226578 h 832404"/>
                      <a:gd name="connsiteX1113" fmla="*/ 1241556 w 3567513"/>
                      <a:gd name="connsiteY1113" fmla="*/ 206585 h 832404"/>
                      <a:gd name="connsiteX1114" fmla="*/ 1184325 w 3567513"/>
                      <a:gd name="connsiteY1114" fmla="*/ 407138 h 832404"/>
                      <a:gd name="connsiteX1115" fmla="*/ 1153426 w 3567513"/>
                      <a:gd name="connsiteY1115" fmla="*/ 407404 h 832404"/>
                      <a:gd name="connsiteX1116" fmla="*/ 1117252 w 3567513"/>
                      <a:gd name="connsiteY1116" fmla="*/ 422920 h 832404"/>
                      <a:gd name="connsiteX1117" fmla="*/ 1142565 w 3567513"/>
                      <a:gd name="connsiteY1117" fmla="*/ 408468 h 832404"/>
                      <a:gd name="connsiteX1118" fmla="*/ 1163490 w 3567513"/>
                      <a:gd name="connsiteY1118" fmla="*/ 399380 h 832404"/>
                      <a:gd name="connsiteX1119" fmla="*/ 1203299 w 3567513"/>
                      <a:gd name="connsiteY1119" fmla="*/ 367196 h 832404"/>
                      <a:gd name="connsiteX1120" fmla="*/ 1188403 w 3567513"/>
                      <a:gd name="connsiteY1120" fmla="*/ 391578 h 832404"/>
                      <a:gd name="connsiteX1121" fmla="*/ 1184325 w 3567513"/>
                      <a:gd name="connsiteY1121" fmla="*/ 407138 h 832404"/>
                      <a:gd name="connsiteX1122" fmla="*/ 1141679 w 3567513"/>
                      <a:gd name="connsiteY1122" fmla="*/ 545185 h 832404"/>
                      <a:gd name="connsiteX1123" fmla="*/ 1156086 w 3567513"/>
                      <a:gd name="connsiteY1123" fmla="*/ 529890 h 832404"/>
                      <a:gd name="connsiteX1124" fmla="*/ 1160652 w 3567513"/>
                      <a:gd name="connsiteY1124" fmla="*/ 507060 h 832404"/>
                      <a:gd name="connsiteX1125" fmla="*/ 1150101 w 3567513"/>
                      <a:gd name="connsiteY1125" fmla="*/ 490347 h 832404"/>
                      <a:gd name="connsiteX1126" fmla="*/ 1148107 w 3567513"/>
                      <a:gd name="connsiteY1126" fmla="*/ 479929 h 832404"/>
                      <a:gd name="connsiteX1127" fmla="*/ 1162603 w 3567513"/>
                      <a:gd name="connsiteY1127" fmla="*/ 495268 h 832404"/>
                      <a:gd name="connsiteX1128" fmla="*/ 1168455 w 3567513"/>
                      <a:gd name="connsiteY1128" fmla="*/ 517167 h 832404"/>
                      <a:gd name="connsiteX1129" fmla="*/ 1171602 w 3567513"/>
                      <a:gd name="connsiteY1129" fmla="*/ 520004 h 832404"/>
                      <a:gd name="connsiteX1130" fmla="*/ 1176700 w 3567513"/>
                      <a:gd name="connsiteY1130" fmla="*/ 519339 h 832404"/>
                      <a:gd name="connsiteX1131" fmla="*/ 1214337 w 3567513"/>
                      <a:gd name="connsiteY1131" fmla="*/ 510163 h 832404"/>
                      <a:gd name="connsiteX1132" fmla="*/ 1178651 w 3567513"/>
                      <a:gd name="connsiteY1132" fmla="*/ 521290 h 832404"/>
                      <a:gd name="connsiteX1133" fmla="*/ 1161495 w 3567513"/>
                      <a:gd name="connsiteY1133" fmla="*/ 529757 h 832404"/>
                      <a:gd name="connsiteX1134" fmla="*/ 1156308 w 3567513"/>
                      <a:gd name="connsiteY1134" fmla="*/ 536185 h 832404"/>
                      <a:gd name="connsiteX1135" fmla="*/ 1141546 w 3567513"/>
                      <a:gd name="connsiteY1135" fmla="*/ 547978 h 832404"/>
                      <a:gd name="connsiteX1136" fmla="*/ 1118139 w 3567513"/>
                      <a:gd name="connsiteY1136" fmla="*/ 562430 h 832404"/>
                      <a:gd name="connsiteX1137" fmla="*/ 1103022 w 3567513"/>
                      <a:gd name="connsiteY1137" fmla="*/ 571207 h 832404"/>
                      <a:gd name="connsiteX1138" fmla="*/ 1118139 w 3567513"/>
                      <a:gd name="connsiteY1138" fmla="*/ 562430 h 832404"/>
                      <a:gd name="connsiteX1139" fmla="*/ 1141679 w 3567513"/>
                      <a:gd name="connsiteY1139" fmla="*/ 545185 h 832404"/>
                      <a:gd name="connsiteX1140" fmla="*/ 1125941 w 3567513"/>
                      <a:gd name="connsiteY1140" fmla="*/ 520004 h 832404"/>
                      <a:gd name="connsiteX1141" fmla="*/ 1132413 w 3567513"/>
                      <a:gd name="connsiteY1141" fmla="*/ 516414 h 832404"/>
                      <a:gd name="connsiteX1142" fmla="*/ 1134231 w 3567513"/>
                      <a:gd name="connsiteY1142" fmla="*/ 520004 h 832404"/>
                      <a:gd name="connsiteX1143" fmla="*/ 1127759 w 3567513"/>
                      <a:gd name="connsiteY1143" fmla="*/ 523596 h 832404"/>
                      <a:gd name="connsiteX1144" fmla="*/ 1125941 w 3567513"/>
                      <a:gd name="connsiteY1144" fmla="*/ 520004 h 832404"/>
                      <a:gd name="connsiteX1145" fmla="*/ 1134852 w 3567513"/>
                      <a:gd name="connsiteY1145" fmla="*/ 448410 h 832404"/>
                      <a:gd name="connsiteX1146" fmla="*/ 1086265 w 3567513"/>
                      <a:gd name="connsiteY1146" fmla="*/ 470753 h 832404"/>
                      <a:gd name="connsiteX1147" fmla="*/ 1073143 w 3567513"/>
                      <a:gd name="connsiteY1147" fmla="*/ 465566 h 832404"/>
                      <a:gd name="connsiteX1148" fmla="*/ 1075758 w 3567513"/>
                      <a:gd name="connsiteY1148" fmla="*/ 460601 h 832404"/>
                      <a:gd name="connsiteX1149" fmla="*/ 1081477 w 3567513"/>
                      <a:gd name="connsiteY1149" fmla="*/ 452001 h 832404"/>
                      <a:gd name="connsiteX1150" fmla="*/ 1086088 w 3567513"/>
                      <a:gd name="connsiteY1150" fmla="*/ 446371 h 832404"/>
                      <a:gd name="connsiteX1151" fmla="*/ 1096284 w 3567513"/>
                      <a:gd name="connsiteY1151" fmla="*/ 440519 h 832404"/>
                      <a:gd name="connsiteX1152" fmla="*/ 1158613 w 3567513"/>
                      <a:gd name="connsiteY1152" fmla="*/ 421811 h 832404"/>
                      <a:gd name="connsiteX1153" fmla="*/ 1173508 w 3567513"/>
                      <a:gd name="connsiteY1153" fmla="*/ 422432 h 832404"/>
                      <a:gd name="connsiteX1154" fmla="*/ 1171070 w 3567513"/>
                      <a:gd name="connsiteY1154" fmla="*/ 432229 h 832404"/>
                      <a:gd name="connsiteX1155" fmla="*/ 1157150 w 3567513"/>
                      <a:gd name="connsiteY1155" fmla="*/ 439943 h 832404"/>
                      <a:gd name="connsiteX1156" fmla="*/ 1134852 w 3567513"/>
                      <a:gd name="connsiteY1156" fmla="*/ 448410 h 832404"/>
                      <a:gd name="connsiteX1157" fmla="*/ 965507 w 3567513"/>
                      <a:gd name="connsiteY1157" fmla="*/ 561498 h 832404"/>
                      <a:gd name="connsiteX1158" fmla="*/ 1006425 w 3567513"/>
                      <a:gd name="connsiteY1158" fmla="*/ 532062 h 832404"/>
                      <a:gd name="connsiteX1159" fmla="*/ 1040471 w 3567513"/>
                      <a:gd name="connsiteY1159" fmla="*/ 504090 h 832404"/>
                      <a:gd name="connsiteX1160" fmla="*/ 1056563 w 3567513"/>
                      <a:gd name="connsiteY1160" fmla="*/ 468714 h 832404"/>
                      <a:gd name="connsiteX1161" fmla="*/ 1042156 w 3567513"/>
                      <a:gd name="connsiteY1161" fmla="*/ 449784 h 832404"/>
                      <a:gd name="connsiteX1162" fmla="*/ 1061794 w 3567513"/>
                      <a:gd name="connsiteY1162" fmla="*/ 456390 h 832404"/>
                      <a:gd name="connsiteX1163" fmla="*/ 1061041 w 3567513"/>
                      <a:gd name="connsiteY1163" fmla="*/ 480993 h 832404"/>
                      <a:gd name="connsiteX1164" fmla="*/ 1062282 w 3567513"/>
                      <a:gd name="connsiteY1164" fmla="*/ 484628 h 832404"/>
                      <a:gd name="connsiteX1165" fmla="*/ 1067646 w 3567513"/>
                      <a:gd name="connsiteY1165" fmla="*/ 484407 h 832404"/>
                      <a:gd name="connsiteX1166" fmla="*/ 1082364 w 3567513"/>
                      <a:gd name="connsiteY1166" fmla="*/ 481348 h 832404"/>
                      <a:gd name="connsiteX1167" fmla="*/ 1094821 w 3567513"/>
                      <a:gd name="connsiteY1167" fmla="*/ 478733 h 832404"/>
                      <a:gd name="connsiteX1168" fmla="*/ 1082364 w 3567513"/>
                      <a:gd name="connsiteY1168" fmla="*/ 481348 h 832404"/>
                      <a:gd name="connsiteX1169" fmla="*/ 1063479 w 3567513"/>
                      <a:gd name="connsiteY1169" fmla="*/ 491012 h 832404"/>
                      <a:gd name="connsiteX1170" fmla="*/ 1040338 w 3567513"/>
                      <a:gd name="connsiteY1170" fmla="*/ 515882 h 832404"/>
                      <a:gd name="connsiteX1171" fmla="*/ 1009306 w 3567513"/>
                      <a:gd name="connsiteY1171" fmla="*/ 557908 h 832404"/>
                      <a:gd name="connsiteX1172" fmla="*/ 1034841 w 3567513"/>
                      <a:gd name="connsiteY1172" fmla="*/ 515749 h 832404"/>
                      <a:gd name="connsiteX1173" fmla="*/ 965507 w 3567513"/>
                      <a:gd name="connsiteY1173" fmla="*/ 561498 h 832404"/>
                      <a:gd name="connsiteX1174" fmla="*/ 971049 w 3567513"/>
                      <a:gd name="connsiteY1174" fmla="*/ 576305 h 832404"/>
                      <a:gd name="connsiteX1175" fmla="*/ 968389 w 3567513"/>
                      <a:gd name="connsiteY1175" fmla="*/ 575684 h 832404"/>
                      <a:gd name="connsiteX1176" fmla="*/ 967369 w 3567513"/>
                      <a:gd name="connsiteY1176" fmla="*/ 574886 h 832404"/>
                      <a:gd name="connsiteX1177" fmla="*/ 982131 w 3567513"/>
                      <a:gd name="connsiteY1177" fmla="*/ 567173 h 832404"/>
                      <a:gd name="connsiteX1178" fmla="*/ 971049 w 3567513"/>
                      <a:gd name="connsiteY1178" fmla="*/ 576305 h 832404"/>
                      <a:gd name="connsiteX1179" fmla="*/ 987584 w 3567513"/>
                      <a:gd name="connsiteY1179" fmla="*/ 499125 h 832404"/>
                      <a:gd name="connsiteX1180" fmla="*/ 994057 w 3567513"/>
                      <a:gd name="connsiteY1180" fmla="*/ 495534 h 832404"/>
                      <a:gd name="connsiteX1181" fmla="*/ 995874 w 3567513"/>
                      <a:gd name="connsiteY1181" fmla="*/ 499125 h 832404"/>
                      <a:gd name="connsiteX1182" fmla="*/ 989402 w 3567513"/>
                      <a:gd name="connsiteY1182" fmla="*/ 502715 h 832404"/>
                      <a:gd name="connsiteX1183" fmla="*/ 987584 w 3567513"/>
                      <a:gd name="connsiteY1183" fmla="*/ 499125 h 832404"/>
                      <a:gd name="connsiteX1184" fmla="*/ 1044682 w 3567513"/>
                      <a:gd name="connsiteY1184" fmla="*/ 429215 h 832404"/>
                      <a:gd name="connsiteX1185" fmla="*/ 1051155 w 3567513"/>
                      <a:gd name="connsiteY1185" fmla="*/ 425624 h 832404"/>
                      <a:gd name="connsiteX1186" fmla="*/ 1052972 w 3567513"/>
                      <a:gd name="connsiteY1186" fmla="*/ 429215 h 832404"/>
                      <a:gd name="connsiteX1187" fmla="*/ 1046500 w 3567513"/>
                      <a:gd name="connsiteY1187" fmla="*/ 432805 h 832404"/>
                      <a:gd name="connsiteX1188" fmla="*/ 1044682 w 3567513"/>
                      <a:gd name="connsiteY1188" fmla="*/ 429215 h 832404"/>
                      <a:gd name="connsiteX1189" fmla="*/ 1161406 w 3567513"/>
                      <a:gd name="connsiteY1189" fmla="*/ 353187 h 832404"/>
                      <a:gd name="connsiteX1190" fmla="*/ 1147176 w 3567513"/>
                      <a:gd name="connsiteY1190" fmla="*/ 343789 h 832404"/>
                      <a:gd name="connsiteX1191" fmla="*/ 1145092 w 3567513"/>
                      <a:gd name="connsiteY1191" fmla="*/ 341750 h 832404"/>
                      <a:gd name="connsiteX1192" fmla="*/ 1140615 w 3567513"/>
                      <a:gd name="connsiteY1192" fmla="*/ 347779 h 832404"/>
                      <a:gd name="connsiteX1193" fmla="*/ 1153515 w 3567513"/>
                      <a:gd name="connsiteY1193" fmla="*/ 356955 h 832404"/>
                      <a:gd name="connsiteX1194" fmla="*/ 1136581 w 3567513"/>
                      <a:gd name="connsiteY1194" fmla="*/ 355492 h 832404"/>
                      <a:gd name="connsiteX1195" fmla="*/ 1127892 w 3567513"/>
                      <a:gd name="connsiteY1195" fmla="*/ 387056 h 832404"/>
                      <a:gd name="connsiteX1196" fmla="*/ 1114238 w 3567513"/>
                      <a:gd name="connsiteY1196" fmla="*/ 393839 h 832404"/>
                      <a:gd name="connsiteX1197" fmla="*/ 1094200 w 3567513"/>
                      <a:gd name="connsiteY1197" fmla="*/ 392642 h 832404"/>
                      <a:gd name="connsiteX1198" fmla="*/ 1082940 w 3567513"/>
                      <a:gd name="connsiteY1198" fmla="*/ 382578 h 832404"/>
                      <a:gd name="connsiteX1199" fmla="*/ 1079793 w 3567513"/>
                      <a:gd name="connsiteY1199" fmla="*/ 373180 h 832404"/>
                      <a:gd name="connsiteX1200" fmla="*/ 1085999 w 3567513"/>
                      <a:gd name="connsiteY1200" fmla="*/ 361610 h 832404"/>
                      <a:gd name="connsiteX1201" fmla="*/ 1094555 w 3567513"/>
                      <a:gd name="connsiteY1201" fmla="*/ 350793 h 832404"/>
                      <a:gd name="connsiteX1202" fmla="*/ 1071946 w 3567513"/>
                      <a:gd name="connsiteY1202" fmla="*/ 352389 h 832404"/>
                      <a:gd name="connsiteX1203" fmla="*/ 1101869 w 3567513"/>
                      <a:gd name="connsiteY1203" fmla="*/ 341927 h 832404"/>
                      <a:gd name="connsiteX1204" fmla="*/ 1105682 w 3567513"/>
                      <a:gd name="connsiteY1204" fmla="*/ 339489 h 832404"/>
                      <a:gd name="connsiteX1205" fmla="*/ 1116233 w 3567513"/>
                      <a:gd name="connsiteY1205" fmla="*/ 331465 h 832404"/>
                      <a:gd name="connsiteX1206" fmla="*/ 1124124 w 3567513"/>
                      <a:gd name="connsiteY1206" fmla="*/ 320205 h 832404"/>
                      <a:gd name="connsiteX1207" fmla="*/ 1123902 w 3567513"/>
                      <a:gd name="connsiteY1207" fmla="*/ 326943 h 832404"/>
                      <a:gd name="connsiteX1208" fmla="*/ 1135295 w 3567513"/>
                      <a:gd name="connsiteY1208" fmla="*/ 321890 h 832404"/>
                      <a:gd name="connsiteX1209" fmla="*/ 1131882 w 3567513"/>
                      <a:gd name="connsiteY1209" fmla="*/ 316215 h 832404"/>
                      <a:gd name="connsiteX1210" fmla="*/ 1133610 w 3567513"/>
                      <a:gd name="connsiteY1210" fmla="*/ 308280 h 832404"/>
                      <a:gd name="connsiteX1211" fmla="*/ 1144693 w 3567513"/>
                      <a:gd name="connsiteY1211" fmla="*/ 294227 h 832404"/>
                      <a:gd name="connsiteX1212" fmla="*/ 1163224 w 3567513"/>
                      <a:gd name="connsiteY1212" fmla="*/ 290237 h 832404"/>
                      <a:gd name="connsiteX1213" fmla="*/ 1172932 w 3567513"/>
                      <a:gd name="connsiteY1213" fmla="*/ 299325 h 832404"/>
                      <a:gd name="connsiteX1214" fmla="*/ 1180114 w 3567513"/>
                      <a:gd name="connsiteY1214" fmla="*/ 304955 h 832404"/>
                      <a:gd name="connsiteX1215" fmla="*/ 1161406 w 3567513"/>
                      <a:gd name="connsiteY1215" fmla="*/ 353187 h 832404"/>
                      <a:gd name="connsiteX1216" fmla="*/ 1089412 w 3567513"/>
                      <a:gd name="connsiteY1216" fmla="*/ 295424 h 832404"/>
                      <a:gd name="connsiteX1217" fmla="*/ 1093225 w 3567513"/>
                      <a:gd name="connsiteY1217" fmla="*/ 291523 h 832404"/>
                      <a:gd name="connsiteX1218" fmla="*/ 1097126 w 3567513"/>
                      <a:gd name="connsiteY1218" fmla="*/ 295335 h 832404"/>
                      <a:gd name="connsiteX1219" fmla="*/ 1093314 w 3567513"/>
                      <a:gd name="connsiteY1219" fmla="*/ 299236 h 832404"/>
                      <a:gd name="connsiteX1220" fmla="*/ 1089412 w 3567513"/>
                      <a:gd name="connsiteY1220" fmla="*/ 295424 h 832404"/>
                      <a:gd name="connsiteX1221" fmla="*/ 1082586 w 3567513"/>
                      <a:gd name="connsiteY1221" fmla="*/ 281859 h 832404"/>
                      <a:gd name="connsiteX1222" fmla="*/ 1079615 w 3567513"/>
                      <a:gd name="connsiteY1222" fmla="*/ 287932 h 832404"/>
                      <a:gd name="connsiteX1223" fmla="*/ 1073764 w 3567513"/>
                      <a:gd name="connsiteY1223" fmla="*/ 324859 h 832404"/>
                      <a:gd name="connsiteX1224" fmla="*/ 1068533 w 3567513"/>
                      <a:gd name="connsiteY1224" fmla="*/ 338602 h 832404"/>
                      <a:gd name="connsiteX1225" fmla="*/ 1057228 w 3567513"/>
                      <a:gd name="connsiteY1225" fmla="*/ 339578 h 832404"/>
                      <a:gd name="connsiteX1226" fmla="*/ 1035329 w 3567513"/>
                      <a:gd name="connsiteY1226" fmla="*/ 336120 h 832404"/>
                      <a:gd name="connsiteX1227" fmla="*/ 1023049 w 3567513"/>
                      <a:gd name="connsiteY1227" fmla="*/ 332617 h 832404"/>
                      <a:gd name="connsiteX1228" fmla="*/ 1012498 w 3567513"/>
                      <a:gd name="connsiteY1228" fmla="*/ 312668 h 832404"/>
                      <a:gd name="connsiteX1229" fmla="*/ 1016843 w 3567513"/>
                      <a:gd name="connsiteY1229" fmla="*/ 289617 h 832404"/>
                      <a:gd name="connsiteX1230" fmla="*/ 1070838 w 3567513"/>
                      <a:gd name="connsiteY1230" fmla="*/ 255438 h 832404"/>
                      <a:gd name="connsiteX1231" fmla="*/ 1079970 w 3567513"/>
                      <a:gd name="connsiteY1231" fmla="*/ 276317 h 832404"/>
                      <a:gd name="connsiteX1232" fmla="*/ 1082586 w 3567513"/>
                      <a:gd name="connsiteY1232" fmla="*/ 281859 h 832404"/>
                      <a:gd name="connsiteX1233" fmla="*/ 1040737 w 3567513"/>
                      <a:gd name="connsiteY1233" fmla="*/ 401730 h 832404"/>
                      <a:gd name="connsiteX1234" fmla="*/ 1041269 w 3567513"/>
                      <a:gd name="connsiteY1234" fmla="*/ 402838 h 832404"/>
                      <a:gd name="connsiteX1235" fmla="*/ 1054790 w 3567513"/>
                      <a:gd name="connsiteY1235" fmla="*/ 405365 h 832404"/>
                      <a:gd name="connsiteX1236" fmla="*/ 1043220 w 3567513"/>
                      <a:gd name="connsiteY1236" fmla="*/ 419462 h 832404"/>
                      <a:gd name="connsiteX1237" fmla="*/ 1041003 w 3567513"/>
                      <a:gd name="connsiteY1237" fmla="*/ 421058 h 832404"/>
                      <a:gd name="connsiteX1238" fmla="*/ 1032137 w 3567513"/>
                      <a:gd name="connsiteY1238" fmla="*/ 434091 h 832404"/>
                      <a:gd name="connsiteX1239" fmla="*/ 979560 w 3567513"/>
                      <a:gd name="connsiteY1239" fmla="*/ 447657 h 832404"/>
                      <a:gd name="connsiteX1240" fmla="*/ 969542 w 3567513"/>
                      <a:gd name="connsiteY1240" fmla="*/ 441539 h 832404"/>
                      <a:gd name="connsiteX1241" fmla="*/ 1008907 w 3567513"/>
                      <a:gd name="connsiteY1241" fmla="*/ 403148 h 832404"/>
                      <a:gd name="connsiteX1242" fmla="*/ 1040737 w 3567513"/>
                      <a:gd name="connsiteY1242" fmla="*/ 401730 h 832404"/>
                      <a:gd name="connsiteX1243" fmla="*/ 871880 w 3567513"/>
                      <a:gd name="connsiteY1243" fmla="*/ 548820 h 832404"/>
                      <a:gd name="connsiteX1244" fmla="*/ 867891 w 3567513"/>
                      <a:gd name="connsiteY1244" fmla="*/ 543988 h 832404"/>
                      <a:gd name="connsiteX1245" fmla="*/ 857384 w 3567513"/>
                      <a:gd name="connsiteY1245" fmla="*/ 554849 h 832404"/>
                      <a:gd name="connsiteX1246" fmla="*/ 851000 w 3567513"/>
                      <a:gd name="connsiteY1246" fmla="*/ 562606 h 832404"/>
                      <a:gd name="connsiteX1247" fmla="*/ 857384 w 3567513"/>
                      <a:gd name="connsiteY1247" fmla="*/ 554849 h 832404"/>
                      <a:gd name="connsiteX1248" fmla="*/ 862482 w 3567513"/>
                      <a:gd name="connsiteY1248" fmla="*/ 547357 h 832404"/>
                      <a:gd name="connsiteX1249" fmla="*/ 866561 w 3567513"/>
                      <a:gd name="connsiteY1249" fmla="*/ 537604 h 832404"/>
                      <a:gd name="connsiteX1250" fmla="*/ 864743 w 3567513"/>
                      <a:gd name="connsiteY1250" fmla="*/ 530822 h 832404"/>
                      <a:gd name="connsiteX1251" fmla="*/ 849139 w 3567513"/>
                      <a:gd name="connsiteY1251" fmla="*/ 516902 h 832404"/>
                      <a:gd name="connsiteX1252" fmla="*/ 861197 w 3567513"/>
                      <a:gd name="connsiteY1252" fmla="*/ 521379 h 832404"/>
                      <a:gd name="connsiteX1253" fmla="*/ 866206 w 3567513"/>
                      <a:gd name="connsiteY1253" fmla="*/ 524704 h 832404"/>
                      <a:gd name="connsiteX1254" fmla="*/ 874629 w 3567513"/>
                      <a:gd name="connsiteY1254" fmla="*/ 523684 h 832404"/>
                      <a:gd name="connsiteX1255" fmla="*/ 878707 w 3567513"/>
                      <a:gd name="connsiteY1255" fmla="*/ 520670 h 832404"/>
                      <a:gd name="connsiteX1256" fmla="*/ 900518 w 3567513"/>
                      <a:gd name="connsiteY1256" fmla="*/ 497839 h 832404"/>
                      <a:gd name="connsiteX1257" fmla="*/ 880791 w 3567513"/>
                      <a:gd name="connsiteY1257" fmla="*/ 518719 h 832404"/>
                      <a:gd name="connsiteX1258" fmla="*/ 878752 w 3567513"/>
                      <a:gd name="connsiteY1258" fmla="*/ 520670 h 832404"/>
                      <a:gd name="connsiteX1259" fmla="*/ 876978 w 3567513"/>
                      <a:gd name="connsiteY1259" fmla="*/ 523728 h 832404"/>
                      <a:gd name="connsiteX1260" fmla="*/ 871880 w 3567513"/>
                      <a:gd name="connsiteY1260" fmla="*/ 548820 h 832404"/>
                      <a:gd name="connsiteX1261" fmla="*/ 890854 w 3567513"/>
                      <a:gd name="connsiteY1261" fmla="*/ 465965 h 832404"/>
                      <a:gd name="connsiteX1262" fmla="*/ 842533 w 3567513"/>
                      <a:gd name="connsiteY1262" fmla="*/ 497174 h 832404"/>
                      <a:gd name="connsiteX1263" fmla="*/ 832204 w 3567513"/>
                      <a:gd name="connsiteY1263" fmla="*/ 501031 h 832404"/>
                      <a:gd name="connsiteX1264" fmla="*/ 823072 w 3567513"/>
                      <a:gd name="connsiteY1264" fmla="*/ 494381 h 832404"/>
                      <a:gd name="connsiteX1265" fmla="*/ 822540 w 3567513"/>
                      <a:gd name="connsiteY1265" fmla="*/ 447878 h 832404"/>
                      <a:gd name="connsiteX1266" fmla="*/ 827682 w 3567513"/>
                      <a:gd name="connsiteY1266" fmla="*/ 437460 h 832404"/>
                      <a:gd name="connsiteX1267" fmla="*/ 842400 w 3567513"/>
                      <a:gd name="connsiteY1267" fmla="*/ 427840 h 832404"/>
                      <a:gd name="connsiteX1268" fmla="*/ 922107 w 3567513"/>
                      <a:gd name="connsiteY1268" fmla="*/ 407670 h 832404"/>
                      <a:gd name="connsiteX1269" fmla="*/ 926452 w 3567513"/>
                      <a:gd name="connsiteY1269" fmla="*/ 424427 h 832404"/>
                      <a:gd name="connsiteX1270" fmla="*/ 928668 w 3567513"/>
                      <a:gd name="connsiteY1270" fmla="*/ 431343 h 832404"/>
                      <a:gd name="connsiteX1271" fmla="*/ 918472 w 3567513"/>
                      <a:gd name="connsiteY1271" fmla="*/ 438081 h 832404"/>
                      <a:gd name="connsiteX1272" fmla="*/ 890854 w 3567513"/>
                      <a:gd name="connsiteY1272" fmla="*/ 465965 h 832404"/>
                      <a:gd name="connsiteX1273" fmla="*/ 816467 w 3567513"/>
                      <a:gd name="connsiteY1273" fmla="*/ 415117 h 832404"/>
                      <a:gd name="connsiteX1274" fmla="*/ 801749 w 3567513"/>
                      <a:gd name="connsiteY1274" fmla="*/ 405897 h 832404"/>
                      <a:gd name="connsiteX1275" fmla="*/ 813629 w 3567513"/>
                      <a:gd name="connsiteY1275" fmla="*/ 408423 h 832404"/>
                      <a:gd name="connsiteX1276" fmla="*/ 851577 w 3567513"/>
                      <a:gd name="connsiteY1276" fmla="*/ 412724 h 832404"/>
                      <a:gd name="connsiteX1277" fmla="*/ 899454 w 3567513"/>
                      <a:gd name="connsiteY1277" fmla="*/ 394947 h 832404"/>
                      <a:gd name="connsiteX1278" fmla="*/ 832470 w 3567513"/>
                      <a:gd name="connsiteY1278" fmla="*/ 424338 h 832404"/>
                      <a:gd name="connsiteX1279" fmla="*/ 819570 w 3567513"/>
                      <a:gd name="connsiteY1279" fmla="*/ 433559 h 832404"/>
                      <a:gd name="connsiteX1280" fmla="*/ 816467 w 3567513"/>
                      <a:gd name="connsiteY1280" fmla="*/ 415117 h 832404"/>
                      <a:gd name="connsiteX1281" fmla="*/ 791375 w 3567513"/>
                      <a:gd name="connsiteY1281" fmla="*/ 487288 h 832404"/>
                      <a:gd name="connsiteX1282" fmla="*/ 794567 w 3567513"/>
                      <a:gd name="connsiteY1282" fmla="*/ 494292 h 832404"/>
                      <a:gd name="connsiteX1283" fmla="*/ 789779 w 3567513"/>
                      <a:gd name="connsiteY1283" fmla="*/ 522532 h 832404"/>
                      <a:gd name="connsiteX1284" fmla="*/ 781977 w 3567513"/>
                      <a:gd name="connsiteY1284" fmla="*/ 483210 h 832404"/>
                      <a:gd name="connsiteX1285" fmla="*/ 770451 w 3567513"/>
                      <a:gd name="connsiteY1285" fmla="*/ 477580 h 832404"/>
                      <a:gd name="connsiteX1286" fmla="*/ 763181 w 3567513"/>
                      <a:gd name="connsiteY1286" fmla="*/ 473989 h 832404"/>
                      <a:gd name="connsiteX1287" fmla="*/ 778697 w 3567513"/>
                      <a:gd name="connsiteY1287" fmla="*/ 472571 h 832404"/>
                      <a:gd name="connsiteX1288" fmla="*/ 800596 w 3567513"/>
                      <a:gd name="connsiteY1288" fmla="*/ 462197 h 832404"/>
                      <a:gd name="connsiteX1289" fmla="*/ 791375 w 3567513"/>
                      <a:gd name="connsiteY1289" fmla="*/ 487288 h 832404"/>
                      <a:gd name="connsiteX1290" fmla="*/ 745183 w 3567513"/>
                      <a:gd name="connsiteY1290" fmla="*/ 462817 h 832404"/>
                      <a:gd name="connsiteX1291" fmla="*/ 738311 w 3567513"/>
                      <a:gd name="connsiteY1291" fmla="*/ 461310 h 832404"/>
                      <a:gd name="connsiteX1292" fmla="*/ 739109 w 3567513"/>
                      <a:gd name="connsiteY1292" fmla="*/ 453331 h 832404"/>
                      <a:gd name="connsiteX1293" fmla="*/ 780825 w 3567513"/>
                      <a:gd name="connsiteY1293" fmla="*/ 419285 h 832404"/>
                      <a:gd name="connsiteX1294" fmla="*/ 794567 w 3567513"/>
                      <a:gd name="connsiteY1294" fmla="*/ 421235 h 832404"/>
                      <a:gd name="connsiteX1295" fmla="*/ 794611 w 3567513"/>
                      <a:gd name="connsiteY1295" fmla="*/ 421811 h 832404"/>
                      <a:gd name="connsiteX1296" fmla="*/ 811324 w 3567513"/>
                      <a:gd name="connsiteY1296" fmla="*/ 423275 h 832404"/>
                      <a:gd name="connsiteX1297" fmla="*/ 782908 w 3567513"/>
                      <a:gd name="connsiteY1297" fmla="*/ 445129 h 832404"/>
                      <a:gd name="connsiteX1298" fmla="*/ 745183 w 3567513"/>
                      <a:gd name="connsiteY1298" fmla="*/ 462817 h 832404"/>
                      <a:gd name="connsiteX1299" fmla="*/ 648009 w 3567513"/>
                      <a:gd name="connsiteY1299" fmla="*/ 556844 h 832404"/>
                      <a:gd name="connsiteX1300" fmla="*/ 649029 w 3567513"/>
                      <a:gd name="connsiteY1300" fmla="*/ 538136 h 832404"/>
                      <a:gd name="connsiteX1301" fmla="*/ 667869 w 3567513"/>
                      <a:gd name="connsiteY1301" fmla="*/ 516680 h 832404"/>
                      <a:gd name="connsiteX1302" fmla="*/ 746468 w 3567513"/>
                      <a:gd name="connsiteY1302" fmla="*/ 485426 h 832404"/>
                      <a:gd name="connsiteX1303" fmla="*/ 743321 w 3567513"/>
                      <a:gd name="connsiteY1303" fmla="*/ 505021 h 832404"/>
                      <a:gd name="connsiteX1304" fmla="*/ 742656 w 3567513"/>
                      <a:gd name="connsiteY1304" fmla="*/ 510208 h 832404"/>
                      <a:gd name="connsiteX1305" fmla="*/ 735784 w 3567513"/>
                      <a:gd name="connsiteY1305" fmla="*/ 515838 h 832404"/>
                      <a:gd name="connsiteX1306" fmla="*/ 706792 w 3567513"/>
                      <a:gd name="connsiteY1306" fmla="*/ 550194 h 832404"/>
                      <a:gd name="connsiteX1307" fmla="*/ 692739 w 3567513"/>
                      <a:gd name="connsiteY1307" fmla="*/ 562961 h 832404"/>
                      <a:gd name="connsiteX1308" fmla="*/ 680060 w 3567513"/>
                      <a:gd name="connsiteY1308" fmla="*/ 563759 h 832404"/>
                      <a:gd name="connsiteX1309" fmla="*/ 658870 w 3567513"/>
                      <a:gd name="connsiteY1309" fmla="*/ 560301 h 832404"/>
                      <a:gd name="connsiteX1310" fmla="*/ 648009 w 3567513"/>
                      <a:gd name="connsiteY1310" fmla="*/ 556844 h 832404"/>
                      <a:gd name="connsiteX1311" fmla="*/ 656033 w 3567513"/>
                      <a:gd name="connsiteY1311" fmla="*/ 640762 h 832404"/>
                      <a:gd name="connsiteX1312" fmla="*/ 608466 w 3567513"/>
                      <a:gd name="connsiteY1312" fmla="*/ 669710 h 832404"/>
                      <a:gd name="connsiteX1313" fmla="*/ 601861 w 3567513"/>
                      <a:gd name="connsiteY1313" fmla="*/ 678798 h 832404"/>
                      <a:gd name="connsiteX1314" fmla="*/ 585591 w 3567513"/>
                      <a:gd name="connsiteY1314" fmla="*/ 660755 h 832404"/>
                      <a:gd name="connsiteX1315" fmla="*/ 564002 w 3567513"/>
                      <a:gd name="connsiteY1315" fmla="*/ 651800 h 832404"/>
                      <a:gd name="connsiteX1316" fmla="*/ 577922 w 3567513"/>
                      <a:gd name="connsiteY1316" fmla="*/ 654239 h 832404"/>
                      <a:gd name="connsiteX1317" fmla="*/ 619726 w 3567513"/>
                      <a:gd name="connsiteY1317" fmla="*/ 658317 h 832404"/>
                      <a:gd name="connsiteX1318" fmla="*/ 656033 w 3567513"/>
                      <a:gd name="connsiteY1318" fmla="*/ 640762 h 832404"/>
                      <a:gd name="connsiteX1319" fmla="*/ 713663 w 3567513"/>
                      <a:gd name="connsiteY1319" fmla="*/ 446992 h 832404"/>
                      <a:gd name="connsiteX1320" fmla="*/ 720135 w 3567513"/>
                      <a:gd name="connsiteY1320" fmla="*/ 443400 h 832404"/>
                      <a:gd name="connsiteX1321" fmla="*/ 721953 w 3567513"/>
                      <a:gd name="connsiteY1321" fmla="*/ 446992 h 832404"/>
                      <a:gd name="connsiteX1322" fmla="*/ 715481 w 3567513"/>
                      <a:gd name="connsiteY1322" fmla="*/ 450582 h 832404"/>
                      <a:gd name="connsiteX1323" fmla="*/ 713663 w 3567513"/>
                      <a:gd name="connsiteY1323" fmla="*/ 446992 h 832404"/>
                      <a:gd name="connsiteX1324" fmla="*/ 705684 w 3567513"/>
                      <a:gd name="connsiteY1324" fmla="*/ 440785 h 832404"/>
                      <a:gd name="connsiteX1325" fmla="*/ 694867 w 3567513"/>
                      <a:gd name="connsiteY1325" fmla="*/ 463084 h 832404"/>
                      <a:gd name="connsiteX1326" fmla="*/ 669687 w 3567513"/>
                      <a:gd name="connsiteY1326" fmla="*/ 466542 h 832404"/>
                      <a:gd name="connsiteX1327" fmla="*/ 670574 w 3567513"/>
                      <a:gd name="connsiteY1327" fmla="*/ 448144 h 832404"/>
                      <a:gd name="connsiteX1328" fmla="*/ 707679 w 3567513"/>
                      <a:gd name="connsiteY1328" fmla="*/ 427885 h 832404"/>
                      <a:gd name="connsiteX1329" fmla="*/ 711225 w 3567513"/>
                      <a:gd name="connsiteY1329" fmla="*/ 427308 h 832404"/>
                      <a:gd name="connsiteX1330" fmla="*/ 714771 w 3567513"/>
                      <a:gd name="connsiteY1330" fmla="*/ 434357 h 832404"/>
                      <a:gd name="connsiteX1331" fmla="*/ 705684 w 3567513"/>
                      <a:gd name="connsiteY1331" fmla="*/ 440785 h 832404"/>
                      <a:gd name="connsiteX1332" fmla="*/ 721909 w 3567513"/>
                      <a:gd name="connsiteY1332" fmla="*/ 412945 h 832404"/>
                      <a:gd name="connsiteX1333" fmla="*/ 694778 w 3567513"/>
                      <a:gd name="connsiteY1333" fmla="*/ 414585 h 832404"/>
                      <a:gd name="connsiteX1334" fmla="*/ 742611 w 3567513"/>
                      <a:gd name="connsiteY1334" fmla="*/ 403591 h 832404"/>
                      <a:gd name="connsiteX1335" fmla="*/ 773865 w 3567513"/>
                      <a:gd name="connsiteY1335" fmla="*/ 383731 h 832404"/>
                      <a:gd name="connsiteX1336" fmla="*/ 747443 w 3567513"/>
                      <a:gd name="connsiteY1336" fmla="*/ 404655 h 832404"/>
                      <a:gd name="connsiteX1337" fmla="*/ 745537 w 3567513"/>
                      <a:gd name="connsiteY1337" fmla="*/ 406872 h 832404"/>
                      <a:gd name="connsiteX1338" fmla="*/ 747754 w 3567513"/>
                      <a:gd name="connsiteY1338" fmla="*/ 411926 h 832404"/>
                      <a:gd name="connsiteX1339" fmla="*/ 741902 w 3567513"/>
                      <a:gd name="connsiteY1339" fmla="*/ 433116 h 832404"/>
                      <a:gd name="connsiteX1340" fmla="*/ 742257 w 3567513"/>
                      <a:gd name="connsiteY1340" fmla="*/ 414630 h 832404"/>
                      <a:gd name="connsiteX1341" fmla="*/ 737824 w 3567513"/>
                      <a:gd name="connsiteY1341" fmla="*/ 411084 h 832404"/>
                      <a:gd name="connsiteX1342" fmla="*/ 721909 w 3567513"/>
                      <a:gd name="connsiteY1342" fmla="*/ 412945 h 832404"/>
                      <a:gd name="connsiteX1343" fmla="*/ 756044 w 3567513"/>
                      <a:gd name="connsiteY1343" fmla="*/ 349995 h 832404"/>
                      <a:gd name="connsiteX1344" fmla="*/ 759767 w 3567513"/>
                      <a:gd name="connsiteY1344" fmla="*/ 345208 h 832404"/>
                      <a:gd name="connsiteX1345" fmla="*/ 807556 w 3567513"/>
                      <a:gd name="connsiteY1345" fmla="*/ 339400 h 832404"/>
                      <a:gd name="connsiteX1346" fmla="*/ 770540 w 3567513"/>
                      <a:gd name="connsiteY1346" fmla="*/ 354916 h 832404"/>
                      <a:gd name="connsiteX1347" fmla="*/ 758083 w 3567513"/>
                      <a:gd name="connsiteY1347" fmla="*/ 352522 h 832404"/>
                      <a:gd name="connsiteX1348" fmla="*/ 756044 w 3567513"/>
                      <a:gd name="connsiteY1348" fmla="*/ 349995 h 832404"/>
                      <a:gd name="connsiteX1349" fmla="*/ 741592 w 3567513"/>
                      <a:gd name="connsiteY1349" fmla="*/ 522930 h 832404"/>
                      <a:gd name="connsiteX1350" fmla="*/ 748064 w 3567513"/>
                      <a:gd name="connsiteY1350" fmla="*/ 519339 h 832404"/>
                      <a:gd name="connsiteX1351" fmla="*/ 749882 w 3567513"/>
                      <a:gd name="connsiteY1351" fmla="*/ 522930 h 832404"/>
                      <a:gd name="connsiteX1352" fmla="*/ 743409 w 3567513"/>
                      <a:gd name="connsiteY1352" fmla="*/ 526521 h 832404"/>
                      <a:gd name="connsiteX1353" fmla="*/ 741592 w 3567513"/>
                      <a:gd name="connsiteY1353" fmla="*/ 522930 h 832404"/>
                      <a:gd name="connsiteX1354" fmla="*/ 927604 w 3567513"/>
                      <a:gd name="connsiteY1354" fmla="*/ 444021 h 832404"/>
                      <a:gd name="connsiteX1355" fmla="*/ 934077 w 3567513"/>
                      <a:gd name="connsiteY1355" fmla="*/ 440431 h 832404"/>
                      <a:gd name="connsiteX1356" fmla="*/ 935894 w 3567513"/>
                      <a:gd name="connsiteY1356" fmla="*/ 444021 h 832404"/>
                      <a:gd name="connsiteX1357" fmla="*/ 929422 w 3567513"/>
                      <a:gd name="connsiteY1357" fmla="*/ 447612 h 832404"/>
                      <a:gd name="connsiteX1358" fmla="*/ 927604 w 3567513"/>
                      <a:gd name="connsiteY1358" fmla="*/ 444021 h 832404"/>
                      <a:gd name="connsiteX1359" fmla="*/ 939618 w 3567513"/>
                      <a:gd name="connsiteY1359" fmla="*/ 472615 h 832404"/>
                      <a:gd name="connsiteX1360" fmla="*/ 951765 w 3567513"/>
                      <a:gd name="connsiteY1360" fmla="*/ 460468 h 832404"/>
                      <a:gd name="connsiteX1361" fmla="*/ 958503 w 3567513"/>
                      <a:gd name="connsiteY1361" fmla="*/ 441805 h 832404"/>
                      <a:gd name="connsiteX1362" fmla="*/ 959168 w 3567513"/>
                      <a:gd name="connsiteY1362" fmla="*/ 455237 h 832404"/>
                      <a:gd name="connsiteX1363" fmla="*/ 958148 w 3567513"/>
                      <a:gd name="connsiteY1363" fmla="*/ 458030 h 832404"/>
                      <a:gd name="connsiteX1364" fmla="*/ 960454 w 3567513"/>
                      <a:gd name="connsiteY1364" fmla="*/ 458517 h 832404"/>
                      <a:gd name="connsiteX1365" fmla="*/ 984392 w 3567513"/>
                      <a:gd name="connsiteY1365" fmla="*/ 457498 h 832404"/>
                      <a:gd name="connsiteX1366" fmla="*/ 939618 w 3567513"/>
                      <a:gd name="connsiteY1366" fmla="*/ 472615 h 832404"/>
                      <a:gd name="connsiteX1367" fmla="*/ 930309 w 3567513"/>
                      <a:gd name="connsiteY1367" fmla="*/ 478245 h 832404"/>
                      <a:gd name="connsiteX1368" fmla="*/ 939618 w 3567513"/>
                      <a:gd name="connsiteY1368" fmla="*/ 472615 h 832404"/>
                      <a:gd name="connsiteX1369" fmla="*/ 985235 w 3567513"/>
                      <a:gd name="connsiteY1369" fmla="*/ 404390 h 832404"/>
                      <a:gd name="connsiteX1370" fmla="*/ 963202 w 3567513"/>
                      <a:gd name="connsiteY1370" fmla="*/ 421501 h 832404"/>
                      <a:gd name="connsiteX1371" fmla="*/ 939529 w 3567513"/>
                      <a:gd name="connsiteY1371" fmla="*/ 393484 h 832404"/>
                      <a:gd name="connsiteX1372" fmla="*/ 957927 w 3567513"/>
                      <a:gd name="connsiteY1372" fmla="*/ 396543 h 832404"/>
                      <a:gd name="connsiteX1373" fmla="*/ 962227 w 3567513"/>
                      <a:gd name="connsiteY1373" fmla="*/ 399868 h 832404"/>
                      <a:gd name="connsiteX1374" fmla="*/ 968877 w 3567513"/>
                      <a:gd name="connsiteY1374" fmla="*/ 400798 h 832404"/>
                      <a:gd name="connsiteX1375" fmla="*/ 1012498 w 3567513"/>
                      <a:gd name="connsiteY1375" fmla="*/ 392065 h 832404"/>
                      <a:gd name="connsiteX1376" fmla="*/ 985235 w 3567513"/>
                      <a:gd name="connsiteY1376" fmla="*/ 404390 h 832404"/>
                      <a:gd name="connsiteX1377" fmla="*/ 969276 w 3567513"/>
                      <a:gd name="connsiteY1377" fmla="*/ 363073 h 832404"/>
                      <a:gd name="connsiteX1378" fmla="*/ 966616 w 3567513"/>
                      <a:gd name="connsiteY1378" fmla="*/ 361832 h 832404"/>
                      <a:gd name="connsiteX1379" fmla="*/ 965906 w 3567513"/>
                      <a:gd name="connsiteY1379" fmla="*/ 359925 h 832404"/>
                      <a:gd name="connsiteX1380" fmla="*/ 975216 w 3567513"/>
                      <a:gd name="connsiteY1380" fmla="*/ 349995 h 832404"/>
                      <a:gd name="connsiteX1381" fmla="*/ 1011479 w 3567513"/>
                      <a:gd name="connsiteY1381" fmla="*/ 349995 h 832404"/>
                      <a:gd name="connsiteX1382" fmla="*/ 969276 w 3567513"/>
                      <a:gd name="connsiteY1382" fmla="*/ 363073 h 832404"/>
                      <a:gd name="connsiteX1383" fmla="*/ 962759 w 3567513"/>
                      <a:gd name="connsiteY1383" fmla="*/ 344675 h 832404"/>
                      <a:gd name="connsiteX1384" fmla="*/ 958902 w 3567513"/>
                      <a:gd name="connsiteY1384" fmla="*/ 345385 h 832404"/>
                      <a:gd name="connsiteX1385" fmla="*/ 956508 w 3567513"/>
                      <a:gd name="connsiteY1385" fmla="*/ 348355 h 832404"/>
                      <a:gd name="connsiteX1386" fmla="*/ 950125 w 3567513"/>
                      <a:gd name="connsiteY1386" fmla="*/ 362718 h 832404"/>
                      <a:gd name="connsiteX1387" fmla="*/ 951277 w 3567513"/>
                      <a:gd name="connsiteY1387" fmla="*/ 348976 h 832404"/>
                      <a:gd name="connsiteX1388" fmla="*/ 908365 w 3567513"/>
                      <a:gd name="connsiteY1388" fmla="*/ 333859 h 832404"/>
                      <a:gd name="connsiteX1389" fmla="*/ 934875 w 3567513"/>
                      <a:gd name="connsiteY1389" fmla="*/ 340464 h 832404"/>
                      <a:gd name="connsiteX1390" fmla="*/ 945869 w 3567513"/>
                      <a:gd name="connsiteY1390" fmla="*/ 343656 h 832404"/>
                      <a:gd name="connsiteX1391" fmla="*/ 961429 w 3567513"/>
                      <a:gd name="connsiteY1391" fmla="*/ 341661 h 832404"/>
                      <a:gd name="connsiteX1392" fmla="*/ 976900 w 3567513"/>
                      <a:gd name="connsiteY1392" fmla="*/ 336917 h 832404"/>
                      <a:gd name="connsiteX1393" fmla="*/ 987850 w 3567513"/>
                      <a:gd name="connsiteY1393" fmla="*/ 332440 h 832404"/>
                      <a:gd name="connsiteX1394" fmla="*/ 962759 w 3567513"/>
                      <a:gd name="connsiteY1394" fmla="*/ 344675 h 832404"/>
                      <a:gd name="connsiteX1395" fmla="*/ 890544 w 3567513"/>
                      <a:gd name="connsiteY1395" fmla="*/ 356246 h 832404"/>
                      <a:gd name="connsiteX1396" fmla="*/ 875116 w 3567513"/>
                      <a:gd name="connsiteY1396" fmla="*/ 357576 h 832404"/>
                      <a:gd name="connsiteX1397" fmla="*/ 859423 w 3567513"/>
                      <a:gd name="connsiteY1397" fmla="*/ 357709 h 832404"/>
                      <a:gd name="connsiteX1398" fmla="*/ 856897 w 3567513"/>
                      <a:gd name="connsiteY1398" fmla="*/ 364137 h 832404"/>
                      <a:gd name="connsiteX1399" fmla="*/ 859689 w 3567513"/>
                      <a:gd name="connsiteY1399" fmla="*/ 365068 h 832404"/>
                      <a:gd name="connsiteX1400" fmla="*/ 856586 w 3567513"/>
                      <a:gd name="connsiteY1400" fmla="*/ 365024 h 832404"/>
                      <a:gd name="connsiteX1401" fmla="*/ 852995 w 3567513"/>
                      <a:gd name="connsiteY1401" fmla="*/ 383066 h 832404"/>
                      <a:gd name="connsiteX1402" fmla="*/ 849006 w 3567513"/>
                      <a:gd name="connsiteY1402" fmla="*/ 397429 h 832404"/>
                      <a:gd name="connsiteX1403" fmla="*/ 833578 w 3567513"/>
                      <a:gd name="connsiteY1403" fmla="*/ 404079 h 832404"/>
                      <a:gd name="connsiteX1404" fmla="*/ 820456 w 3567513"/>
                      <a:gd name="connsiteY1404" fmla="*/ 402483 h 832404"/>
                      <a:gd name="connsiteX1405" fmla="*/ 798380 w 3567513"/>
                      <a:gd name="connsiteY1405" fmla="*/ 396853 h 832404"/>
                      <a:gd name="connsiteX1406" fmla="*/ 801837 w 3567513"/>
                      <a:gd name="connsiteY1406" fmla="*/ 362984 h 832404"/>
                      <a:gd name="connsiteX1407" fmla="*/ 870550 w 3567513"/>
                      <a:gd name="connsiteY1407" fmla="*/ 324683 h 832404"/>
                      <a:gd name="connsiteX1408" fmla="*/ 871481 w 3567513"/>
                      <a:gd name="connsiteY1408" fmla="*/ 326633 h 832404"/>
                      <a:gd name="connsiteX1409" fmla="*/ 886199 w 3567513"/>
                      <a:gd name="connsiteY1409" fmla="*/ 332529 h 832404"/>
                      <a:gd name="connsiteX1410" fmla="*/ 890544 w 3567513"/>
                      <a:gd name="connsiteY1410" fmla="*/ 356246 h 832404"/>
                      <a:gd name="connsiteX1411" fmla="*/ 817265 w 3567513"/>
                      <a:gd name="connsiteY1411" fmla="*/ 318697 h 832404"/>
                      <a:gd name="connsiteX1412" fmla="*/ 809196 w 3567513"/>
                      <a:gd name="connsiteY1412" fmla="*/ 320870 h 832404"/>
                      <a:gd name="connsiteX1413" fmla="*/ 784504 w 3567513"/>
                      <a:gd name="connsiteY1413" fmla="*/ 316348 h 832404"/>
                      <a:gd name="connsiteX1414" fmla="*/ 777899 w 3567513"/>
                      <a:gd name="connsiteY1414" fmla="*/ 325746 h 832404"/>
                      <a:gd name="connsiteX1415" fmla="*/ 769520 w 3567513"/>
                      <a:gd name="connsiteY1415" fmla="*/ 329116 h 832404"/>
                      <a:gd name="connsiteX1416" fmla="*/ 764466 w 3567513"/>
                      <a:gd name="connsiteY1416" fmla="*/ 331420 h 832404"/>
                      <a:gd name="connsiteX1417" fmla="*/ 754625 w 3567513"/>
                      <a:gd name="connsiteY1417" fmla="*/ 332263 h 832404"/>
                      <a:gd name="connsiteX1418" fmla="*/ 750635 w 3567513"/>
                      <a:gd name="connsiteY1418" fmla="*/ 332352 h 832404"/>
                      <a:gd name="connsiteX1419" fmla="*/ 741193 w 3567513"/>
                      <a:gd name="connsiteY1419" fmla="*/ 327919 h 832404"/>
                      <a:gd name="connsiteX1420" fmla="*/ 754625 w 3567513"/>
                      <a:gd name="connsiteY1420" fmla="*/ 332263 h 832404"/>
                      <a:gd name="connsiteX1421" fmla="*/ 766727 w 3567513"/>
                      <a:gd name="connsiteY1421" fmla="*/ 329869 h 832404"/>
                      <a:gd name="connsiteX1422" fmla="*/ 769476 w 3567513"/>
                      <a:gd name="connsiteY1422" fmla="*/ 329116 h 832404"/>
                      <a:gd name="connsiteX1423" fmla="*/ 781445 w 3567513"/>
                      <a:gd name="connsiteY1423" fmla="*/ 307526 h 832404"/>
                      <a:gd name="connsiteX1424" fmla="*/ 800064 w 3567513"/>
                      <a:gd name="connsiteY1424" fmla="*/ 318343 h 832404"/>
                      <a:gd name="connsiteX1425" fmla="*/ 821919 w 3567513"/>
                      <a:gd name="connsiteY1425" fmla="*/ 312181 h 832404"/>
                      <a:gd name="connsiteX1426" fmla="*/ 817265 w 3567513"/>
                      <a:gd name="connsiteY1426" fmla="*/ 318697 h 832404"/>
                      <a:gd name="connsiteX1427" fmla="*/ 552121 w 3567513"/>
                      <a:gd name="connsiteY1427" fmla="*/ 664967 h 832404"/>
                      <a:gd name="connsiteX1428" fmla="*/ 567548 w 3567513"/>
                      <a:gd name="connsiteY1428" fmla="*/ 666829 h 832404"/>
                      <a:gd name="connsiteX1429" fmla="*/ 567992 w 3567513"/>
                      <a:gd name="connsiteY1429" fmla="*/ 667361 h 832404"/>
                      <a:gd name="connsiteX1430" fmla="*/ 586079 w 3567513"/>
                      <a:gd name="connsiteY1430" fmla="*/ 668735 h 832404"/>
                      <a:gd name="connsiteX1431" fmla="*/ 572558 w 3567513"/>
                      <a:gd name="connsiteY1431" fmla="*/ 690147 h 832404"/>
                      <a:gd name="connsiteX1432" fmla="*/ 546535 w 3567513"/>
                      <a:gd name="connsiteY1432" fmla="*/ 707525 h 832404"/>
                      <a:gd name="connsiteX1433" fmla="*/ 538467 w 3567513"/>
                      <a:gd name="connsiteY1433" fmla="*/ 706106 h 832404"/>
                      <a:gd name="connsiteX1434" fmla="*/ 533635 w 3567513"/>
                      <a:gd name="connsiteY1434" fmla="*/ 698303 h 832404"/>
                      <a:gd name="connsiteX1435" fmla="*/ 552121 w 3567513"/>
                      <a:gd name="connsiteY1435" fmla="*/ 664967 h 832404"/>
                      <a:gd name="connsiteX1436" fmla="*/ 615027 w 3567513"/>
                      <a:gd name="connsiteY1436" fmla="*/ 692718 h 832404"/>
                      <a:gd name="connsiteX1437" fmla="*/ 612855 w 3567513"/>
                      <a:gd name="connsiteY1437" fmla="*/ 682522 h 832404"/>
                      <a:gd name="connsiteX1438" fmla="*/ 621056 w 3567513"/>
                      <a:gd name="connsiteY1438" fmla="*/ 673079 h 832404"/>
                      <a:gd name="connsiteX1439" fmla="*/ 688129 w 3567513"/>
                      <a:gd name="connsiteY1439" fmla="*/ 653086 h 832404"/>
                      <a:gd name="connsiteX1440" fmla="*/ 704354 w 3567513"/>
                      <a:gd name="connsiteY1440" fmla="*/ 669444 h 832404"/>
                      <a:gd name="connsiteX1441" fmla="*/ 711580 w 3567513"/>
                      <a:gd name="connsiteY1441" fmla="*/ 676182 h 832404"/>
                      <a:gd name="connsiteX1442" fmla="*/ 705905 w 3567513"/>
                      <a:gd name="connsiteY1442" fmla="*/ 682788 h 832404"/>
                      <a:gd name="connsiteX1443" fmla="*/ 697527 w 3567513"/>
                      <a:gd name="connsiteY1443" fmla="*/ 710140 h 832404"/>
                      <a:gd name="connsiteX1444" fmla="*/ 670263 w 3567513"/>
                      <a:gd name="connsiteY1444" fmla="*/ 740773 h 832404"/>
                      <a:gd name="connsiteX1445" fmla="*/ 662461 w 3567513"/>
                      <a:gd name="connsiteY1445" fmla="*/ 744585 h 832404"/>
                      <a:gd name="connsiteX1446" fmla="*/ 648452 w 3567513"/>
                      <a:gd name="connsiteY1446" fmla="*/ 738113 h 832404"/>
                      <a:gd name="connsiteX1447" fmla="*/ 615027 w 3567513"/>
                      <a:gd name="connsiteY1447" fmla="*/ 692718 h 832404"/>
                      <a:gd name="connsiteX1448" fmla="*/ 746734 w 3567513"/>
                      <a:gd name="connsiteY1448" fmla="*/ 568724 h 832404"/>
                      <a:gd name="connsiteX1449" fmla="*/ 745005 w 3567513"/>
                      <a:gd name="connsiteY1449" fmla="*/ 565222 h 832404"/>
                      <a:gd name="connsiteX1450" fmla="*/ 739375 w 3567513"/>
                      <a:gd name="connsiteY1450" fmla="*/ 566375 h 832404"/>
                      <a:gd name="connsiteX1451" fmla="*/ 687863 w 3567513"/>
                      <a:gd name="connsiteY1451" fmla="*/ 575861 h 832404"/>
                      <a:gd name="connsiteX1452" fmla="*/ 726209 w 3567513"/>
                      <a:gd name="connsiteY1452" fmla="*/ 566419 h 832404"/>
                      <a:gd name="connsiteX1453" fmla="*/ 763314 w 3567513"/>
                      <a:gd name="connsiteY1453" fmla="*/ 546426 h 832404"/>
                      <a:gd name="connsiteX1454" fmla="*/ 755113 w 3567513"/>
                      <a:gd name="connsiteY1454" fmla="*/ 563005 h 832404"/>
                      <a:gd name="connsiteX1455" fmla="*/ 772003 w 3567513"/>
                      <a:gd name="connsiteY1455" fmla="*/ 581004 h 832404"/>
                      <a:gd name="connsiteX1456" fmla="*/ 746734 w 3567513"/>
                      <a:gd name="connsiteY1456" fmla="*/ 568724 h 832404"/>
                      <a:gd name="connsiteX1457" fmla="*/ 771648 w 3567513"/>
                      <a:gd name="connsiteY1457" fmla="*/ 558617 h 832404"/>
                      <a:gd name="connsiteX1458" fmla="*/ 776347 w 3567513"/>
                      <a:gd name="connsiteY1458" fmla="*/ 550770 h 832404"/>
                      <a:gd name="connsiteX1459" fmla="*/ 775638 w 3567513"/>
                      <a:gd name="connsiteY1459" fmla="*/ 550150 h 832404"/>
                      <a:gd name="connsiteX1460" fmla="*/ 774042 w 3567513"/>
                      <a:gd name="connsiteY1460" fmla="*/ 542835 h 832404"/>
                      <a:gd name="connsiteX1461" fmla="*/ 780736 w 3567513"/>
                      <a:gd name="connsiteY1461" fmla="*/ 535476 h 832404"/>
                      <a:gd name="connsiteX1462" fmla="*/ 801217 w 3567513"/>
                      <a:gd name="connsiteY1462" fmla="*/ 522487 h 832404"/>
                      <a:gd name="connsiteX1463" fmla="*/ 823471 w 3567513"/>
                      <a:gd name="connsiteY1463" fmla="*/ 518985 h 832404"/>
                      <a:gd name="connsiteX1464" fmla="*/ 828259 w 3567513"/>
                      <a:gd name="connsiteY1464" fmla="*/ 527585 h 832404"/>
                      <a:gd name="connsiteX1465" fmla="*/ 832426 w 3567513"/>
                      <a:gd name="connsiteY1465" fmla="*/ 532905 h 832404"/>
                      <a:gd name="connsiteX1466" fmla="*/ 782731 w 3567513"/>
                      <a:gd name="connsiteY1466" fmla="*/ 577590 h 832404"/>
                      <a:gd name="connsiteX1467" fmla="*/ 773377 w 3567513"/>
                      <a:gd name="connsiteY1467" fmla="*/ 568680 h 832404"/>
                      <a:gd name="connsiteX1468" fmla="*/ 771648 w 3567513"/>
                      <a:gd name="connsiteY1468" fmla="*/ 558617 h 832404"/>
                      <a:gd name="connsiteX1469" fmla="*/ 822895 w 3567513"/>
                      <a:gd name="connsiteY1469" fmla="*/ 607514 h 832404"/>
                      <a:gd name="connsiteX1470" fmla="*/ 836593 w 3567513"/>
                      <a:gd name="connsiteY1470" fmla="*/ 573867 h 832404"/>
                      <a:gd name="connsiteX1471" fmla="*/ 866073 w 3567513"/>
                      <a:gd name="connsiteY1471" fmla="*/ 568813 h 832404"/>
                      <a:gd name="connsiteX1472" fmla="*/ 869265 w 3567513"/>
                      <a:gd name="connsiteY1472" fmla="*/ 598603 h 832404"/>
                      <a:gd name="connsiteX1473" fmla="*/ 883672 w 3567513"/>
                      <a:gd name="connsiteY1473" fmla="*/ 632251 h 832404"/>
                      <a:gd name="connsiteX1474" fmla="*/ 874540 w 3567513"/>
                      <a:gd name="connsiteY1474" fmla="*/ 638944 h 832404"/>
                      <a:gd name="connsiteX1475" fmla="*/ 853261 w 3567513"/>
                      <a:gd name="connsiteY1475" fmla="*/ 637880 h 832404"/>
                      <a:gd name="connsiteX1476" fmla="*/ 834642 w 3567513"/>
                      <a:gd name="connsiteY1476" fmla="*/ 628083 h 832404"/>
                      <a:gd name="connsiteX1477" fmla="*/ 824757 w 3567513"/>
                      <a:gd name="connsiteY1477" fmla="*/ 618907 h 832404"/>
                      <a:gd name="connsiteX1478" fmla="*/ 822895 w 3567513"/>
                      <a:gd name="connsiteY1478" fmla="*/ 607514 h 832404"/>
                      <a:gd name="connsiteX1479" fmla="*/ 883007 w 3567513"/>
                      <a:gd name="connsiteY1479" fmla="*/ 690280 h 832404"/>
                      <a:gd name="connsiteX1480" fmla="*/ 889302 w 3567513"/>
                      <a:gd name="connsiteY1480" fmla="*/ 684517 h 832404"/>
                      <a:gd name="connsiteX1481" fmla="*/ 939662 w 3567513"/>
                      <a:gd name="connsiteY1481" fmla="*/ 666031 h 832404"/>
                      <a:gd name="connsiteX1482" fmla="*/ 955311 w 3567513"/>
                      <a:gd name="connsiteY1482" fmla="*/ 666563 h 832404"/>
                      <a:gd name="connsiteX1483" fmla="*/ 959744 w 3567513"/>
                      <a:gd name="connsiteY1483" fmla="*/ 676138 h 832404"/>
                      <a:gd name="connsiteX1484" fmla="*/ 950967 w 3567513"/>
                      <a:gd name="connsiteY1484" fmla="*/ 683719 h 832404"/>
                      <a:gd name="connsiteX1485" fmla="*/ 934298 w 3567513"/>
                      <a:gd name="connsiteY1485" fmla="*/ 692053 h 832404"/>
                      <a:gd name="connsiteX1486" fmla="*/ 900518 w 3567513"/>
                      <a:gd name="connsiteY1486" fmla="*/ 714041 h 832404"/>
                      <a:gd name="connsiteX1487" fmla="*/ 883406 w 3567513"/>
                      <a:gd name="connsiteY1487" fmla="*/ 708987 h 832404"/>
                      <a:gd name="connsiteX1488" fmla="*/ 882564 w 3567513"/>
                      <a:gd name="connsiteY1488" fmla="*/ 704155 h 832404"/>
                      <a:gd name="connsiteX1489" fmla="*/ 882298 w 3567513"/>
                      <a:gd name="connsiteY1489" fmla="*/ 695732 h 832404"/>
                      <a:gd name="connsiteX1490" fmla="*/ 883007 w 3567513"/>
                      <a:gd name="connsiteY1490" fmla="*/ 690280 h 832404"/>
                      <a:gd name="connsiteX1491" fmla="*/ 898257 w 3567513"/>
                      <a:gd name="connsiteY1491" fmla="*/ 667272 h 832404"/>
                      <a:gd name="connsiteX1492" fmla="*/ 913862 w 3567513"/>
                      <a:gd name="connsiteY1492" fmla="*/ 653086 h 832404"/>
                      <a:gd name="connsiteX1493" fmla="*/ 928801 w 3567513"/>
                      <a:gd name="connsiteY1493" fmla="*/ 644176 h 832404"/>
                      <a:gd name="connsiteX1494" fmla="*/ 946622 w 3567513"/>
                      <a:gd name="connsiteY1494" fmla="*/ 612612 h 832404"/>
                      <a:gd name="connsiteX1495" fmla="*/ 948662 w 3567513"/>
                      <a:gd name="connsiteY1495" fmla="*/ 636462 h 832404"/>
                      <a:gd name="connsiteX1496" fmla="*/ 955533 w 3567513"/>
                      <a:gd name="connsiteY1496" fmla="*/ 651667 h 832404"/>
                      <a:gd name="connsiteX1497" fmla="*/ 924147 w 3567513"/>
                      <a:gd name="connsiteY1497" fmla="*/ 652022 h 832404"/>
                      <a:gd name="connsiteX1498" fmla="*/ 898257 w 3567513"/>
                      <a:gd name="connsiteY1498" fmla="*/ 667272 h 832404"/>
                      <a:gd name="connsiteX1499" fmla="*/ 943475 w 3567513"/>
                      <a:gd name="connsiteY1499" fmla="*/ 535255 h 832404"/>
                      <a:gd name="connsiteX1500" fmla="*/ 932968 w 3567513"/>
                      <a:gd name="connsiteY1500" fmla="*/ 548686 h 832404"/>
                      <a:gd name="connsiteX1501" fmla="*/ 902646 w 3567513"/>
                      <a:gd name="connsiteY1501" fmla="*/ 558838 h 832404"/>
                      <a:gd name="connsiteX1502" fmla="*/ 890189 w 3567513"/>
                      <a:gd name="connsiteY1502" fmla="*/ 556578 h 832404"/>
                      <a:gd name="connsiteX1503" fmla="*/ 887219 w 3567513"/>
                      <a:gd name="connsiteY1503" fmla="*/ 548953 h 832404"/>
                      <a:gd name="connsiteX1504" fmla="*/ 899055 w 3567513"/>
                      <a:gd name="connsiteY1504" fmla="*/ 521157 h 832404"/>
                      <a:gd name="connsiteX1505" fmla="*/ 897903 w 3567513"/>
                      <a:gd name="connsiteY1505" fmla="*/ 514330 h 832404"/>
                      <a:gd name="connsiteX1506" fmla="*/ 904597 w 3567513"/>
                      <a:gd name="connsiteY1506" fmla="*/ 506971 h 832404"/>
                      <a:gd name="connsiteX1507" fmla="*/ 925078 w 3567513"/>
                      <a:gd name="connsiteY1507" fmla="*/ 494027 h 832404"/>
                      <a:gd name="connsiteX1508" fmla="*/ 933944 w 3567513"/>
                      <a:gd name="connsiteY1508" fmla="*/ 490746 h 832404"/>
                      <a:gd name="connsiteX1509" fmla="*/ 989712 w 3567513"/>
                      <a:gd name="connsiteY1509" fmla="*/ 472171 h 832404"/>
                      <a:gd name="connsiteX1510" fmla="*/ 989801 w 3567513"/>
                      <a:gd name="connsiteY1510" fmla="*/ 482855 h 832404"/>
                      <a:gd name="connsiteX1511" fmla="*/ 988648 w 3567513"/>
                      <a:gd name="connsiteY1511" fmla="*/ 486491 h 832404"/>
                      <a:gd name="connsiteX1512" fmla="*/ 983151 w 3567513"/>
                      <a:gd name="connsiteY1512" fmla="*/ 491411 h 832404"/>
                      <a:gd name="connsiteX1513" fmla="*/ 976191 w 3567513"/>
                      <a:gd name="connsiteY1513" fmla="*/ 498061 h 832404"/>
                      <a:gd name="connsiteX1514" fmla="*/ 943475 w 3567513"/>
                      <a:gd name="connsiteY1514" fmla="*/ 535255 h 832404"/>
                      <a:gd name="connsiteX1515" fmla="*/ 960986 w 3567513"/>
                      <a:gd name="connsiteY1515" fmla="*/ 620857 h 832404"/>
                      <a:gd name="connsiteX1516" fmla="*/ 965197 w 3567513"/>
                      <a:gd name="connsiteY1516" fmla="*/ 595013 h 832404"/>
                      <a:gd name="connsiteX1517" fmla="*/ 997426 w 3567513"/>
                      <a:gd name="connsiteY1517" fmla="*/ 569921 h 832404"/>
                      <a:gd name="connsiteX1518" fmla="*/ 1019369 w 3567513"/>
                      <a:gd name="connsiteY1518" fmla="*/ 571207 h 832404"/>
                      <a:gd name="connsiteX1519" fmla="*/ 1018838 w 3567513"/>
                      <a:gd name="connsiteY1519" fmla="*/ 563981 h 832404"/>
                      <a:gd name="connsiteX1520" fmla="*/ 1059001 w 3567513"/>
                      <a:gd name="connsiteY1520" fmla="*/ 509631 h 832404"/>
                      <a:gd name="connsiteX1521" fmla="*/ 1098589 w 3567513"/>
                      <a:gd name="connsiteY1521" fmla="*/ 484717 h 832404"/>
                      <a:gd name="connsiteX1522" fmla="*/ 1109805 w 3567513"/>
                      <a:gd name="connsiteY1522" fmla="*/ 496908 h 832404"/>
                      <a:gd name="connsiteX1523" fmla="*/ 1125764 w 3567513"/>
                      <a:gd name="connsiteY1523" fmla="*/ 498637 h 832404"/>
                      <a:gd name="connsiteX1524" fmla="*/ 1126252 w 3567513"/>
                      <a:gd name="connsiteY1524" fmla="*/ 500854 h 832404"/>
                      <a:gd name="connsiteX1525" fmla="*/ 1127049 w 3567513"/>
                      <a:gd name="connsiteY1525" fmla="*/ 507326 h 832404"/>
                      <a:gd name="connsiteX1526" fmla="*/ 1114371 w 3567513"/>
                      <a:gd name="connsiteY1526" fmla="*/ 514374 h 832404"/>
                      <a:gd name="connsiteX1527" fmla="*/ 1111888 w 3567513"/>
                      <a:gd name="connsiteY1527" fmla="*/ 513931 h 832404"/>
                      <a:gd name="connsiteX1528" fmla="*/ 1095131 w 3567513"/>
                      <a:gd name="connsiteY1528" fmla="*/ 521290 h 832404"/>
                      <a:gd name="connsiteX1529" fmla="*/ 1073586 w 3567513"/>
                      <a:gd name="connsiteY1529" fmla="*/ 555602 h 832404"/>
                      <a:gd name="connsiteX1530" fmla="*/ 1038565 w 3567513"/>
                      <a:gd name="connsiteY1530" fmla="*/ 573556 h 832404"/>
                      <a:gd name="connsiteX1531" fmla="*/ 1023448 w 3567513"/>
                      <a:gd name="connsiteY1531" fmla="*/ 574487 h 832404"/>
                      <a:gd name="connsiteX1532" fmla="*/ 1025620 w 3567513"/>
                      <a:gd name="connsiteY1532" fmla="*/ 577413 h 832404"/>
                      <a:gd name="connsiteX1533" fmla="*/ 1035595 w 3567513"/>
                      <a:gd name="connsiteY1533" fmla="*/ 611371 h 832404"/>
                      <a:gd name="connsiteX1534" fmla="*/ 1041313 w 3567513"/>
                      <a:gd name="connsiteY1534" fmla="*/ 655568 h 832404"/>
                      <a:gd name="connsiteX1535" fmla="*/ 1037323 w 3567513"/>
                      <a:gd name="connsiteY1535" fmla="*/ 662927 h 832404"/>
                      <a:gd name="connsiteX1536" fmla="*/ 1029965 w 3567513"/>
                      <a:gd name="connsiteY1536" fmla="*/ 664036 h 832404"/>
                      <a:gd name="connsiteX1537" fmla="*/ 989978 w 3567513"/>
                      <a:gd name="connsiteY1537" fmla="*/ 659691 h 832404"/>
                      <a:gd name="connsiteX1538" fmla="*/ 961872 w 3567513"/>
                      <a:gd name="connsiteY1538" fmla="*/ 636772 h 832404"/>
                      <a:gd name="connsiteX1539" fmla="*/ 960986 w 3567513"/>
                      <a:gd name="connsiteY1539" fmla="*/ 620857 h 832404"/>
                      <a:gd name="connsiteX1540" fmla="*/ 1029566 w 3567513"/>
                      <a:gd name="connsiteY1540" fmla="*/ 681990 h 832404"/>
                      <a:gd name="connsiteX1541" fmla="*/ 1075315 w 3567513"/>
                      <a:gd name="connsiteY1541" fmla="*/ 660755 h 832404"/>
                      <a:gd name="connsiteX1542" fmla="*/ 1088260 w 3567513"/>
                      <a:gd name="connsiteY1542" fmla="*/ 627064 h 832404"/>
                      <a:gd name="connsiteX1543" fmla="*/ 1082763 w 3567513"/>
                      <a:gd name="connsiteY1543" fmla="*/ 597451 h 832404"/>
                      <a:gd name="connsiteX1544" fmla="*/ 1099520 w 3567513"/>
                      <a:gd name="connsiteY1544" fmla="*/ 608977 h 832404"/>
                      <a:gd name="connsiteX1545" fmla="*/ 1131571 w 3567513"/>
                      <a:gd name="connsiteY1545" fmla="*/ 619128 h 832404"/>
                      <a:gd name="connsiteX1546" fmla="*/ 1099520 w 3567513"/>
                      <a:gd name="connsiteY1546" fmla="*/ 624005 h 832404"/>
                      <a:gd name="connsiteX1547" fmla="*/ 1088792 w 3567513"/>
                      <a:gd name="connsiteY1547" fmla="*/ 635132 h 832404"/>
                      <a:gd name="connsiteX1548" fmla="*/ 1087905 w 3567513"/>
                      <a:gd name="connsiteY1548" fmla="*/ 643599 h 832404"/>
                      <a:gd name="connsiteX1549" fmla="*/ 1069419 w 3567513"/>
                      <a:gd name="connsiteY1549" fmla="*/ 673877 h 832404"/>
                      <a:gd name="connsiteX1550" fmla="*/ 1029566 w 3567513"/>
                      <a:gd name="connsiteY1550" fmla="*/ 681990 h 832404"/>
                      <a:gd name="connsiteX1551" fmla="*/ 1124700 w 3567513"/>
                      <a:gd name="connsiteY1551" fmla="*/ 573734 h 832404"/>
                      <a:gd name="connsiteX1552" fmla="*/ 1120267 w 3567513"/>
                      <a:gd name="connsiteY1552" fmla="*/ 569966 h 832404"/>
                      <a:gd name="connsiteX1553" fmla="*/ 1124257 w 3567513"/>
                      <a:gd name="connsiteY1553" fmla="*/ 566906 h 832404"/>
                      <a:gd name="connsiteX1554" fmla="*/ 1176833 w 3567513"/>
                      <a:gd name="connsiteY1554" fmla="*/ 536673 h 832404"/>
                      <a:gd name="connsiteX1555" fmla="*/ 1200107 w 3567513"/>
                      <a:gd name="connsiteY1555" fmla="*/ 525635 h 832404"/>
                      <a:gd name="connsiteX1556" fmla="*/ 1217573 w 3567513"/>
                      <a:gd name="connsiteY1556" fmla="*/ 523773 h 832404"/>
                      <a:gd name="connsiteX1557" fmla="*/ 1233222 w 3567513"/>
                      <a:gd name="connsiteY1557" fmla="*/ 524172 h 832404"/>
                      <a:gd name="connsiteX1558" fmla="*/ 1225774 w 3567513"/>
                      <a:gd name="connsiteY1558" fmla="*/ 536895 h 832404"/>
                      <a:gd name="connsiteX1559" fmla="*/ 1176434 w 3567513"/>
                      <a:gd name="connsiteY1559" fmla="*/ 573512 h 832404"/>
                      <a:gd name="connsiteX1560" fmla="*/ 1157150 w 3567513"/>
                      <a:gd name="connsiteY1560" fmla="*/ 574753 h 832404"/>
                      <a:gd name="connsiteX1561" fmla="*/ 1124700 w 3567513"/>
                      <a:gd name="connsiteY1561" fmla="*/ 573734 h 832404"/>
                      <a:gd name="connsiteX1562" fmla="*/ 1210347 w 3567513"/>
                      <a:gd name="connsiteY1562" fmla="*/ 494204 h 832404"/>
                      <a:gd name="connsiteX1563" fmla="*/ 1202722 w 3567513"/>
                      <a:gd name="connsiteY1563" fmla="*/ 504976 h 832404"/>
                      <a:gd name="connsiteX1564" fmla="*/ 1187561 w 3567513"/>
                      <a:gd name="connsiteY1564" fmla="*/ 508833 h 832404"/>
                      <a:gd name="connsiteX1565" fmla="*/ 1179848 w 3567513"/>
                      <a:gd name="connsiteY1565" fmla="*/ 502050 h 832404"/>
                      <a:gd name="connsiteX1566" fmla="*/ 1159145 w 3567513"/>
                      <a:gd name="connsiteY1566" fmla="*/ 470531 h 832404"/>
                      <a:gd name="connsiteX1567" fmla="*/ 1157638 w 3567513"/>
                      <a:gd name="connsiteY1567" fmla="*/ 463084 h 832404"/>
                      <a:gd name="connsiteX1568" fmla="*/ 1171292 w 3567513"/>
                      <a:gd name="connsiteY1568" fmla="*/ 452710 h 832404"/>
                      <a:gd name="connsiteX1569" fmla="*/ 1187207 w 3567513"/>
                      <a:gd name="connsiteY1569" fmla="*/ 450582 h 832404"/>
                      <a:gd name="connsiteX1570" fmla="*/ 1225287 w 3567513"/>
                      <a:gd name="connsiteY1570" fmla="*/ 449918 h 832404"/>
                      <a:gd name="connsiteX1571" fmla="*/ 1261239 w 3567513"/>
                      <a:gd name="connsiteY1571" fmla="*/ 445440 h 832404"/>
                      <a:gd name="connsiteX1572" fmla="*/ 1253747 w 3567513"/>
                      <a:gd name="connsiteY1572" fmla="*/ 458207 h 832404"/>
                      <a:gd name="connsiteX1573" fmla="*/ 1252107 w 3567513"/>
                      <a:gd name="connsiteY1573" fmla="*/ 459448 h 832404"/>
                      <a:gd name="connsiteX1574" fmla="*/ 1252595 w 3567513"/>
                      <a:gd name="connsiteY1574" fmla="*/ 459848 h 832404"/>
                      <a:gd name="connsiteX1575" fmla="*/ 1250156 w 3567513"/>
                      <a:gd name="connsiteY1575" fmla="*/ 469645 h 832404"/>
                      <a:gd name="connsiteX1576" fmla="*/ 1236237 w 3567513"/>
                      <a:gd name="connsiteY1576" fmla="*/ 477358 h 832404"/>
                      <a:gd name="connsiteX1577" fmla="*/ 1220809 w 3567513"/>
                      <a:gd name="connsiteY1577" fmla="*/ 483210 h 832404"/>
                      <a:gd name="connsiteX1578" fmla="*/ 1210347 w 3567513"/>
                      <a:gd name="connsiteY1578" fmla="*/ 494204 h 832404"/>
                      <a:gd name="connsiteX1579" fmla="*/ 1599041 w 3567513"/>
                      <a:gd name="connsiteY1579" fmla="*/ 320604 h 832404"/>
                      <a:gd name="connsiteX1580" fmla="*/ 1594475 w 3567513"/>
                      <a:gd name="connsiteY1580" fmla="*/ 283809 h 832404"/>
                      <a:gd name="connsiteX1581" fmla="*/ 1588623 w 3567513"/>
                      <a:gd name="connsiteY1581" fmla="*/ 276140 h 832404"/>
                      <a:gd name="connsiteX1582" fmla="*/ 1590352 w 3567513"/>
                      <a:gd name="connsiteY1582" fmla="*/ 268204 h 832404"/>
                      <a:gd name="connsiteX1583" fmla="*/ 1601435 w 3567513"/>
                      <a:gd name="connsiteY1583" fmla="*/ 254152 h 832404"/>
                      <a:gd name="connsiteX1584" fmla="*/ 1601790 w 3567513"/>
                      <a:gd name="connsiteY1584" fmla="*/ 253930 h 832404"/>
                      <a:gd name="connsiteX1585" fmla="*/ 1609636 w 3567513"/>
                      <a:gd name="connsiteY1585" fmla="*/ 240542 h 832404"/>
                      <a:gd name="connsiteX1586" fmla="*/ 1645411 w 3567513"/>
                      <a:gd name="connsiteY1586" fmla="*/ 224627 h 832404"/>
                      <a:gd name="connsiteX1587" fmla="*/ 1646209 w 3567513"/>
                      <a:gd name="connsiteY1587" fmla="*/ 237395 h 832404"/>
                      <a:gd name="connsiteX1588" fmla="*/ 1647318 w 3567513"/>
                      <a:gd name="connsiteY1588" fmla="*/ 237129 h 832404"/>
                      <a:gd name="connsiteX1589" fmla="*/ 1647717 w 3567513"/>
                      <a:gd name="connsiteY1589" fmla="*/ 239744 h 832404"/>
                      <a:gd name="connsiteX1590" fmla="*/ 1647318 w 3567513"/>
                      <a:gd name="connsiteY1590" fmla="*/ 241429 h 832404"/>
                      <a:gd name="connsiteX1591" fmla="*/ 1647938 w 3567513"/>
                      <a:gd name="connsiteY1591" fmla="*/ 244266 h 832404"/>
                      <a:gd name="connsiteX1592" fmla="*/ 1645323 w 3567513"/>
                      <a:gd name="connsiteY1592" fmla="*/ 250029 h 832404"/>
                      <a:gd name="connsiteX1593" fmla="*/ 1642840 w 3567513"/>
                      <a:gd name="connsiteY1593" fmla="*/ 282435 h 832404"/>
                      <a:gd name="connsiteX1594" fmla="*/ 1647805 w 3567513"/>
                      <a:gd name="connsiteY1594" fmla="*/ 330002 h 832404"/>
                      <a:gd name="connsiteX1595" fmla="*/ 1641954 w 3567513"/>
                      <a:gd name="connsiteY1595" fmla="*/ 338203 h 832404"/>
                      <a:gd name="connsiteX1596" fmla="*/ 1633309 w 3567513"/>
                      <a:gd name="connsiteY1596" fmla="*/ 341528 h 832404"/>
                      <a:gd name="connsiteX1597" fmla="*/ 1619433 w 3567513"/>
                      <a:gd name="connsiteY1597" fmla="*/ 339799 h 832404"/>
                      <a:gd name="connsiteX1598" fmla="*/ 1617572 w 3567513"/>
                      <a:gd name="connsiteY1598" fmla="*/ 343656 h 832404"/>
                      <a:gd name="connsiteX1599" fmla="*/ 1619522 w 3567513"/>
                      <a:gd name="connsiteY1599" fmla="*/ 343390 h 832404"/>
                      <a:gd name="connsiteX1600" fmla="*/ 1588623 w 3567513"/>
                      <a:gd name="connsiteY1600" fmla="*/ 377702 h 832404"/>
                      <a:gd name="connsiteX1601" fmla="*/ 1561714 w 3567513"/>
                      <a:gd name="connsiteY1601" fmla="*/ 399912 h 832404"/>
                      <a:gd name="connsiteX1602" fmla="*/ 1547085 w 3567513"/>
                      <a:gd name="connsiteY1602" fmla="*/ 404123 h 832404"/>
                      <a:gd name="connsiteX1603" fmla="*/ 1503286 w 3567513"/>
                      <a:gd name="connsiteY1603" fmla="*/ 394814 h 832404"/>
                      <a:gd name="connsiteX1604" fmla="*/ 1501602 w 3567513"/>
                      <a:gd name="connsiteY1604" fmla="*/ 390780 h 832404"/>
                      <a:gd name="connsiteX1605" fmla="*/ 1507010 w 3567513"/>
                      <a:gd name="connsiteY1605" fmla="*/ 382977 h 832404"/>
                      <a:gd name="connsiteX1606" fmla="*/ 1534451 w 3567513"/>
                      <a:gd name="connsiteY1606" fmla="*/ 356822 h 832404"/>
                      <a:gd name="connsiteX1607" fmla="*/ 1549612 w 3567513"/>
                      <a:gd name="connsiteY1607" fmla="*/ 345607 h 832404"/>
                      <a:gd name="connsiteX1608" fmla="*/ 1570581 w 3567513"/>
                      <a:gd name="connsiteY1608" fmla="*/ 339311 h 832404"/>
                      <a:gd name="connsiteX1609" fmla="*/ 1609592 w 3567513"/>
                      <a:gd name="connsiteY1609" fmla="*/ 333948 h 832404"/>
                      <a:gd name="connsiteX1610" fmla="*/ 1599041 w 3567513"/>
                      <a:gd name="connsiteY1610" fmla="*/ 320604 h 832404"/>
                      <a:gd name="connsiteX1611" fmla="*/ 1690629 w 3567513"/>
                      <a:gd name="connsiteY1611" fmla="*/ 335543 h 832404"/>
                      <a:gd name="connsiteX1612" fmla="*/ 1698343 w 3567513"/>
                      <a:gd name="connsiteY1612" fmla="*/ 330224 h 832404"/>
                      <a:gd name="connsiteX1613" fmla="*/ 1704815 w 3567513"/>
                      <a:gd name="connsiteY1613" fmla="*/ 329071 h 832404"/>
                      <a:gd name="connsiteX1614" fmla="*/ 1730039 w 3567513"/>
                      <a:gd name="connsiteY1614" fmla="*/ 331155 h 832404"/>
                      <a:gd name="connsiteX1615" fmla="*/ 1728886 w 3567513"/>
                      <a:gd name="connsiteY1615" fmla="*/ 334081 h 832404"/>
                      <a:gd name="connsiteX1616" fmla="*/ 1729552 w 3567513"/>
                      <a:gd name="connsiteY1616" fmla="*/ 334213 h 832404"/>
                      <a:gd name="connsiteX1617" fmla="*/ 1744269 w 3567513"/>
                      <a:gd name="connsiteY1617" fmla="*/ 329027 h 832404"/>
                      <a:gd name="connsiteX1618" fmla="*/ 1757657 w 3567513"/>
                      <a:gd name="connsiteY1618" fmla="*/ 311915 h 832404"/>
                      <a:gd name="connsiteX1619" fmla="*/ 1761026 w 3567513"/>
                      <a:gd name="connsiteY1619" fmla="*/ 290414 h 832404"/>
                      <a:gd name="connsiteX1620" fmla="*/ 1760539 w 3567513"/>
                      <a:gd name="connsiteY1620" fmla="*/ 311605 h 832404"/>
                      <a:gd name="connsiteX1621" fmla="*/ 1745023 w 3567513"/>
                      <a:gd name="connsiteY1621" fmla="*/ 332839 h 832404"/>
                      <a:gd name="connsiteX1622" fmla="*/ 1742895 w 3567513"/>
                      <a:gd name="connsiteY1622" fmla="*/ 335011 h 832404"/>
                      <a:gd name="connsiteX1623" fmla="*/ 1745378 w 3567513"/>
                      <a:gd name="connsiteY1623" fmla="*/ 341484 h 832404"/>
                      <a:gd name="connsiteX1624" fmla="*/ 1750210 w 3567513"/>
                      <a:gd name="connsiteY1624" fmla="*/ 347025 h 832404"/>
                      <a:gd name="connsiteX1625" fmla="*/ 1729552 w 3567513"/>
                      <a:gd name="connsiteY1625" fmla="*/ 334169 h 832404"/>
                      <a:gd name="connsiteX1626" fmla="*/ 1728842 w 3567513"/>
                      <a:gd name="connsiteY1626" fmla="*/ 334213 h 832404"/>
                      <a:gd name="connsiteX1627" fmla="*/ 1722991 w 3567513"/>
                      <a:gd name="connsiteY1627" fmla="*/ 349242 h 832404"/>
                      <a:gd name="connsiteX1628" fmla="*/ 1692047 w 3567513"/>
                      <a:gd name="connsiteY1628" fmla="*/ 377569 h 832404"/>
                      <a:gd name="connsiteX1629" fmla="*/ 1674226 w 3567513"/>
                      <a:gd name="connsiteY1629" fmla="*/ 383066 h 832404"/>
                      <a:gd name="connsiteX1630" fmla="*/ 1622803 w 3567513"/>
                      <a:gd name="connsiteY1630" fmla="*/ 414408 h 832404"/>
                      <a:gd name="connsiteX1631" fmla="*/ 1614291 w 3567513"/>
                      <a:gd name="connsiteY1631" fmla="*/ 416669 h 832404"/>
                      <a:gd name="connsiteX1632" fmla="*/ 1610434 w 3567513"/>
                      <a:gd name="connsiteY1632" fmla="*/ 410108 h 832404"/>
                      <a:gd name="connsiteX1633" fmla="*/ 1618015 w 3567513"/>
                      <a:gd name="connsiteY1633" fmla="*/ 399956 h 832404"/>
                      <a:gd name="connsiteX1634" fmla="*/ 1633841 w 3567513"/>
                      <a:gd name="connsiteY1634" fmla="*/ 385371 h 832404"/>
                      <a:gd name="connsiteX1635" fmla="*/ 1690629 w 3567513"/>
                      <a:gd name="connsiteY1635" fmla="*/ 335543 h 832404"/>
                      <a:gd name="connsiteX1636" fmla="*/ 1654765 w 3567513"/>
                      <a:gd name="connsiteY1636" fmla="*/ 257875 h 832404"/>
                      <a:gd name="connsiteX1637" fmla="*/ 1658578 w 3567513"/>
                      <a:gd name="connsiteY1637" fmla="*/ 253974 h 832404"/>
                      <a:gd name="connsiteX1638" fmla="*/ 1662479 w 3567513"/>
                      <a:gd name="connsiteY1638" fmla="*/ 257787 h 832404"/>
                      <a:gd name="connsiteX1639" fmla="*/ 1658666 w 3567513"/>
                      <a:gd name="connsiteY1639" fmla="*/ 261688 h 832404"/>
                      <a:gd name="connsiteX1640" fmla="*/ 1654765 w 3567513"/>
                      <a:gd name="connsiteY1640" fmla="*/ 257875 h 832404"/>
                      <a:gd name="connsiteX1641" fmla="*/ 1706677 w 3567513"/>
                      <a:gd name="connsiteY1641" fmla="*/ 310186 h 832404"/>
                      <a:gd name="connsiteX1642" fmla="*/ 1725030 w 3567513"/>
                      <a:gd name="connsiteY1642" fmla="*/ 286203 h 832404"/>
                      <a:gd name="connsiteX1643" fmla="*/ 1733497 w 3567513"/>
                      <a:gd name="connsiteY1643" fmla="*/ 299901 h 832404"/>
                      <a:gd name="connsiteX1644" fmla="*/ 1723168 w 3567513"/>
                      <a:gd name="connsiteY1644" fmla="*/ 321934 h 832404"/>
                      <a:gd name="connsiteX1645" fmla="*/ 1706677 w 3567513"/>
                      <a:gd name="connsiteY1645" fmla="*/ 310186 h 832404"/>
                      <a:gd name="connsiteX1646" fmla="*/ 1803052 w 3567513"/>
                      <a:gd name="connsiteY1646" fmla="*/ 271795 h 832404"/>
                      <a:gd name="connsiteX1647" fmla="*/ 1805934 w 3567513"/>
                      <a:gd name="connsiteY1647" fmla="*/ 266564 h 832404"/>
                      <a:gd name="connsiteX1648" fmla="*/ 1817593 w 3567513"/>
                      <a:gd name="connsiteY1648" fmla="*/ 256546 h 832404"/>
                      <a:gd name="connsiteX1649" fmla="*/ 1839625 w 3567513"/>
                      <a:gd name="connsiteY1649" fmla="*/ 253886 h 832404"/>
                      <a:gd name="connsiteX1650" fmla="*/ 1840290 w 3567513"/>
                      <a:gd name="connsiteY1650" fmla="*/ 254506 h 832404"/>
                      <a:gd name="connsiteX1651" fmla="*/ 1864672 w 3567513"/>
                      <a:gd name="connsiteY1651" fmla="*/ 261422 h 832404"/>
                      <a:gd name="connsiteX1652" fmla="*/ 1863165 w 3567513"/>
                      <a:gd name="connsiteY1652" fmla="*/ 282745 h 832404"/>
                      <a:gd name="connsiteX1653" fmla="*/ 1859397 w 3567513"/>
                      <a:gd name="connsiteY1653" fmla="*/ 287089 h 832404"/>
                      <a:gd name="connsiteX1654" fmla="*/ 1859441 w 3567513"/>
                      <a:gd name="connsiteY1654" fmla="*/ 287267 h 832404"/>
                      <a:gd name="connsiteX1655" fmla="*/ 1855983 w 3567513"/>
                      <a:gd name="connsiteY1655" fmla="*/ 291124 h 832404"/>
                      <a:gd name="connsiteX1656" fmla="*/ 1839005 w 3567513"/>
                      <a:gd name="connsiteY1656" fmla="*/ 310851 h 832404"/>
                      <a:gd name="connsiteX1657" fmla="*/ 1787226 w 3567513"/>
                      <a:gd name="connsiteY1657" fmla="*/ 337849 h 832404"/>
                      <a:gd name="connsiteX1658" fmla="*/ 1773838 w 3567513"/>
                      <a:gd name="connsiteY1658" fmla="*/ 340819 h 832404"/>
                      <a:gd name="connsiteX1659" fmla="*/ 1761957 w 3567513"/>
                      <a:gd name="connsiteY1659" fmla="*/ 335056 h 832404"/>
                      <a:gd name="connsiteX1660" fmla="*/ 1762090 w 3567513"/>
                      <a:gd name="connsiteY1660" fmla="*/ 319229 h 832404"/>
                      <a:gd name="connsiteX1661" fmla="*/ 1803052 w 3567513"/>
                      <a:gd name="connsiteY1661" fmla="*/ 271795 h 832404"/>
                      <a:gd name="connsiteX1662" fmla="*/ 1790861 w 3567513"/>
                      <a:gd name="connsiteY1662" fmla="*/ 218643 h 832404"/>
                      <a:gd name="connsiteX1663" fmla="*/ 1794674 w 3567513"/>
                      <a:gd name="connsiteY1663" fmla="*/ 214742 h 832404"/>
                      <a:gd name="connsiteX1664" fmla="*/ 1798575 w 3567513"/>
                      <a:gd name="connsiteY1664" fmla="*/ 218554 h 832404"/>
                      <a:gd name="connsiteX1665" fmla="*/ 1794762 w 3567513"/>
                      <a:gd name="connsiteY1665" fmla="*/ 222455 h 832404"/>
                      <a:gd name="connsiteX1666" fmla="*/ 1790861 w 3567513"/>
                      <a:gd name="connsiteY1666" fmla="*/ 218643 h 832404"/>
                      <a:gd name="connsiteX1667" fmla="*/ 2010876 w 3567513"/>
                      <a:gd name="connsiteY1667" fmla="*/ 347513 h 832404"/>
                      <a:gd name="connsiteX1668" fmla="*/ 2035568 w 3567513"/>
                      <a:gd name="connsiteY1668" fmla="*/ 352921 h 832404"/>
                      <a:gd name="connsiteX1669" fmla="*/ 2049887 w 3567513"/>
                      <a:gd name="connsiteY1669" fmla="*/ 353675 h 832404"/>
                      <a:gd name="connsiteX1670" fmla="*/ 2047449 w 3567513"/>
                      <a:gd name="connsiteY1670" fmla="*/ 363472 h 832404"/>
                      <a:gd name="connsiteX1671" fmla="*/ 2033529 w 3567513"/>
                      <a:gd name="connsiteY1671" fmla="*/ 371186 h 832404"/>
                      <a:gd name="connsiteX1672" fmla="*/ 2027633 w 3567513"/>
                      <a:gd name="connsiteY1672" fmla="*/ 373447 h 832404"/>
                      <a:gd name="connsiteX1673" fmla="*/ 2020673 w 3567513"/>
                      <a:gd name="connsiteY1673" fmla="*/ 376106 h 832404"/>
                      <a:gd name="connsiteX1674" fmla="*/ 2020274 w 3567513"/>
                      <a:gd name="connsiteY1674" fmla="*/ 376283 h 832404"/>
                      <a:gd name="connsiteX1675" fmla="*/ 2012073 w 3567513"/>
                      <a:gd name="connsiteY1675" fmla="*/ 384706 h 832404"/>
                      <a:gd name="connsiteX1676" fmla="*/ 1961536 w 3567513"/>
                      <a:gd name="connsiteY1676" fmla="*/ 433072 h 832404"/>
                      <a:gd name="connsiteX1677" fmla="*/ 1949832 w 3567513"/>
                      <a:gd name="connsiteY1677" fmla="*/ 442736 h 832404"/>
                      <a:gd name="connsiteX1678" fmla="*/ 1936444 w 3567513"/>
                      <a:gd name="connsiteY1678" fmla="*/ 446415 h 832404"/>
                      <a:gd name="connsiteX1679" fmla="*/ 1932632 w 3567513"/>
                      <a:gd name="connsiteY1679" fmla="*/ 441095 h 832404"/>
                      <a:gd name="connsiteX1680" fmla="*/ 1942163 w 3567513"/>
                      <a:gd name="connsiteY1680" fmla="*/ 416802 h 832404"/>
                      <a:gd name="connsiteX1681" fmla="*/ 1968096 w 3567513"/>
                      <a:gd name="connsiteY1681" fmla="*/ 381071 h 832404"/>
                      <a:gd name="connsiteX1682" fmla="*/ 2010876 w 3567513"/>
                      <a:gd name="connsiteY1682" fmla="*/ 347513 h 832404"/>
                      <a:gd name="connsiteX1683" fmla="*/ 1986671 w 3567513"/>
                      <a:gd name="connsiteY1683" fmla="*/ 306329 h 832404"/>
                      <a:gd name="connsiteX1684" fmla="*/ 1990484 w 3567513"/>
                      <a:gd name="connsiteY1684" fmla="*/ 302428 h 832404"/>
                      <a:gd name="connsiteX1685" fmla="*/ 1994385 w 3567513"/>
                      <a:gd name="connsiteY1685" fmla="*/ 306241 h 832404"/>
                      <a:gd name="connsiteX1686" fmla="*/ 1990572 w 3567513"/>
                      <a:gd name="connsiteY1686" fmla="*/ 310142 h 832404"/>
                      <a:gd name="connsiteX1687" fmla="*/ 1986671 w 3567513"/>
                      <a:gd name="connsiteY1687" fmla="*/ 306329 h 832404"/>
                      <a:gd name="connsiteX1688" fmla="*/ 2029184 w 3567513"/>
                      <a:gd name="connsiteY1688" fmla="*/ 292276 h 832404"/>
                      <a:gd name="connsiteX1689" fmla="*/ 2030913 w 3567513"/>
                      <a:gd name="connsiteY1689" fmla="*/ 284341 h 832404"/>
                      <a:gd name="connsiteX1690" fmla="*/ 2041996 w 3567513"/>
                      <a:gd name="connsiteY1690" fmla="*/ 270288 h 832404"/>
                      <a:gd name="connsiteX1691" fmla="*/ 2060526 w 3567513"/>
                      <a:gd name="connsiteY1691" fmla="*/ 266298 h 832404"/>
                      <a:gd name="connsiteX1692" fmla="*/ 2067043 w 3567513"/>
                      <a:gd name="connsiteY1692" fmla="*/ 271086 h 832404"/>
                      <a:gd name="connsiteX1693" fmla="*/ 2073693 w 3567513"/>
                      <a:gd name="connsiteY1693" fmla="*/ 267983 h 832404"/>
                      <a:gd name="connsiteX1694" fmla="*/ 2078791 w 3567513"/>
                      <a:gd name="connsiteY1694" fmla="*/ 278135 h 832404"/>
                      <a:gd name="connsiteX1695" fmla="*/ 2068373 w 3567513"/>
                      <a:gd name="connsiteY1695" fmla="*/ 305930 h 832404"/>
                      <a:gd name="connsiteX1696" fmla="*/ 2049399 w 3567513"/>
                      <a:gd name="connsiteY1696" fmla="*/ 330534 h 832404"/>
                      <a:gd name="connsiteX1697" fmla="*/ 2037075 w 3567513"/>
                      <a:gd name="connsiteY1697" fmla="*/ 338868 h 832404"/>
                      <a:gd name="connsiteX1698" fmla="*/ 2022668 w 3567513"/>
                      <a:gd name="connsiteY1698" fmla="*/ 338026 h 832404"/>
                      <a:gd name="connsiteX1699" fmla="*/ 2017126 w 3567513"/>
                      <a:gd name="connsiteY1699" fmla="*/ 319673 h 832404"/>
                      <a:gd name="connsiteX1700" fmla="*/ 2026480 w 3567513"/>
                      <a:gd name="connsiteY1700" fmla="*/ 301586 h 832404"/>
                      <a:gd name="connsiteX1701" fmla="*/ 2030381 w 3567513"/>
                      <a:gd name="connsiteY1701" fmla="*/ 295158 h 832404"/>
                      <a:gd name="connsiteX1702" fmla="*/ 2029184 w 3567513"/>
                      <a:gd name="connsiteY1702" fmla="*/ 292276 h 832404"/>
                      <a:gd name="connsiteX1703" fmla="*/ 2191702 w 3567513"/>
                      <a:gd name="connsiteY1703" fmla="*/ 343656 h 832404"/>
                      <a:gd name="connsiteX1704" fmla="*/ 2202829 w 3567513"/>
                      <a:gd name="connsiteY1704" fmla="*/ 348576 h 832404"/>
                      <a:gd name="connsiteX1705" fmla="*/ 2195204 w 3567513"/>
                      <a:gd name="connsiteY1705" fmla="*/ 373535 h 832404"/>
                      <a:gd name="connsiteX1706" fmla="*/ 2165369 w 3567513"/>
                      <a:gd name="connsiteY1706" fmla="*/ 391046 h 832404"/>
                      <a:gd name="connsiteX1707" fmla="*/ 2158099 w 3567513"/>
                      <a:gd name="connsiteY1707" fmla="*/ 388696 h 832404"/>
                      <a:gd name="connsiteX1708" fmla="*/ 2150385 w 3567513"/>
                      <a:gd name="connsiteY1708" fmla="*/ 391622 h 832404"/>
                      <a:gd name="connsiteX1709" fmla="*/ 2143691 w 3567513"/>
                      <a:gd name="connsiteY1709" fmla="*/ 393572 h 832404"/>
                      <a:gd name="connsiteX1710" fmla="*/ 2138992 w 3567513"/>
                      <a:gd name="connsiteY1710" fmla="*/ 386302 h 832404"/>
                      <a:gd name="connsiteX1711" fmla="*/ 2143425 w 3567513"/>
                      <a:gd name="connsiteY1711" fmla="*/ 380673 h 832404"/>
                      <a:gd name="connsiteX1712" fmla="*/ 2117625 w 3567513"/>
                      <a:gd name="connsiteY1712" fmla="*/ 374244 h 832404"/>
                      <a:gd name="connsiteX1713" fmla="*/ 2117137 w 3567513"/>
                      <a:gd name="connsiteY1713" fmla="*/ 372072 h 832404"/>
                      <a:gd name="connsiteX1714" fmla="*/ 2119531 w 3567513"/>
                      <a:gd name="connsiteY1714" fmla="*/ 369856 h 832404"/>
                      <a:gd name="connsiteX1715" fmla="*/ 2133008 w 3567513"/>
                      <a:gd name="connsiteY1715" fmla="*/ 360324 h 832404"/>
                      <a:gd name="connsiteX1716" fmla="*/ 2147548 w 3567513"/>
                      <a:gd name="connsiteY1716" fmla="*/ 351502 h 832404"/>
                      <a:gd name="connsiteX1717" fmla="*/ 2161113 w 3567513"/>
                      <a:gd name="connsiteY1717" fmla="*/ 347690 h 832404"/>
                      <a:gd name="connsiteX1718" fmla="*/ 2183368 w 3567513"/>
                      <a:gd name="connsiteY1718" fmla="*/ 343124 h 832404"/>
                      <a:gd name="connsiteX1719" fmla="*/ 2191702 w 3567513"/>
                      <a:gd name="connsiteY1719" fmla="*/ 343656 h 832404"/>
                      <a:gd name="connsiteX1720" fmla="*/ 2184653 w 3567513"/>
                      <a:gd name="connsiteY1720" fmla="*/ 280884 h 832404"/>
                      <a:gd name="connsiteX1721" fmla="*/ 2188466 w 3567513"/>
                      <a:gd name="connsiteY1721" fmla="*/ 276982 h 832404"/>
                      <a:gd name="connsiteX1722" fmla="*/ 2192367 w 3567513"/>
                      <a:gd name="connsiteY1722" fmla="*/ 280795 h 832404"/>
                      <a:gd name="connsiteX1723" fmla="*/ 2188554 w 3567513"/>
                      <a:gd name="connsiteY1723" fmla="*/ 284696 h 832404"/>
                      <a:gd name="connsiteX1724" fmla="*/ 2184653 w 3567513"/>
                      <a:gd name="connsiteY1724" fmla="*/ 280884 h 832404"/>
                      <a:gd name="connsiteX1725" fmla="*/ 2255051 w 3567513"/>
                      <a:gd name="connsiteY1725" fmla="*/ 154318 h 832404"/>
                      <a:gd name="connsiteX1726" fmla="*/ 2255804 w 3567513"/>
                      <a:gd name="connsiteY1726" fmla="*/ 154318 h 832404"/>
                      <a:gd name="connsiteX1727" fmla="*/ 2255405 w 3567513"/>
                      <a:gd name="connsiteY1727" fmla="*/ 154496 h 832404"/>
                      <a:gd name="connsiteX1728" fmla="*/ 2271675 w 3567513"/>
                      <a:gd name="connsiteY1728" fmla="*/ 162520 h 832404"/>
                      <a:gd name="connsiteX1729" fmla="*/ 2271276 w 3567513"/>
                      <a:gd name="connsiteY1729" fmla="*/ 163894 h 832404"/>
                      <a:gd name="connsiteX1730" fmla="*/ 2273182 w 3567513"/>
                      <a:gd name="connsiteY1730" fmla="*/ 168770 h 832404"/>
                      <a:gd name="connsiteX1731" fmla="*/ 2268350 w 3567513"/>
                      <a:gd name="connsiteY1731" fmla="*/ 175908 h 832404"/>
                      <a:gd name="connsiteX1732" fmla="*/ 2270788 w 3567513"/>
                      <a:gd name="connsiteY1732" fmla="*/ 176838 h 832404"/>
                      <a:gd name="connsiteX1733" fmla="*/ 2280984 w 3567513"/>
                      <a:gd name="connsiteY1733" fmla="*/ 192842 h 832404"/>
                      <a:gd name="connsiteX1734" fmla="*/ 2276995 w 3567513"/>
                      <a:gd name="connsiteY1734" fmla="*/ 198383 h 832404"/>
                      <a:gd name="connsiteX1735" fmla="*/ 2264538 w 3567513"/>
                      <a:gd name="connsiteY1735" fmla="*/ 213411 h 832404"/>
                      <a:gd name="connsiteX1736" fmla="*/ 2255760 w 3567513"/>
                      <a:gd name="connsiteY1736" fmla="*/ 214742 h 832404"/>
                      <a:gd name="connsiteX1737" fmla="*/ 2244722 w 3567513"/>
                      <a:gd name="connsiteY1737" fmla="*/ 236685 h 832404"/>
                      <a:gd name="connsiteX1738" fmla="*/ 2217059 w 3567513"/>
                      <a:gd name="connsiteY1738" fmla="*/ 245818 h 832404"/>
                      <a:gd name="connsiteX1739" fmla="*/ 2204336 w 3567513"/>
                      <a:gd name="connsiteY1739" fmla="*/ 235089 h 832404"/>
                      <a:gd name="connsiteX1740" fmla="*/ 2197465 w 3567513"/>
                      <a:gd name="connsiteY1740" fmla="*/ 222411 h 832404"/>
                      <a:gd name="connsiteX1741" fmla="*/ 2212626 w 3567513"/>
                      <a:gd name="connsiteY1741" fmla="*/ 182823 h 832404"/>
                      <a:gd name="connsiteX1742" fmla="*/ 2255405 w 3567513"/>
                      <a:gd name="connsiteY1742" fmla="*/ 154496 h 832404"/>
                      <a:gd name="connsiteX1743" fmla="*/ 2255051 w 3567513"/>
                      <a:gd name="connsiteY1743" fmla="*/ 154318 h 832404"/>
                      <a:gd name="connsiteX1744" fmla="*/ 2279920 w 3567513"/>
                      <a:gd name="connsiteY1744" fmla="*/ 182335 h 832404"/>
                      <a:gd name="connsiteX1745" fmla="*/ 2283733 w 3567513"/>
                      <a:gd name="connsiteY1745" fmla="*/ 178434 h 832404"/>
                      <a:gd name="connsiteX1746" fmla="*/ 2287634 w 3567513"/>
                      <a:gd name="connsiteY1746" fmla="*/ 182247 h 832404"/>
                      <a:gd name="connsiteX1747" fmla="*/ 2283821 w 3567513"/>
                      <a:gd name="connsiteY1747" fmla="*/ 186148 h 832404"/>
                      <a:gd name="connsiteX1748" fmla="*/ 2279920 w 3567513"/>
                      <a:gd name="connsiteY1748" fmla="*/ 182335 h 832404"/>
                      <a:gd name="connsiteX1749" fmla="*/ 2441064 w 3567513"/>
                      <a:gd name="connsiteY1749" fmla="*/ 232917 h 832404"/>
                      <a:gd name="connsiteX1750" fmla="*/ 2432729 w 3567513"/>
                      <a:gd name="connsiteY1750" fmla="*/ 209245 h 832404"/>
                      <a:gd name="connsiteX1751" fmla="*/ 2420627 w 3567513"/>
                      <a:gd name="connsiteY1751" fmla="*/ 199270 h 832404"/>
                      <a:gd name="connsiteX1752" fmla="*/ 2436187 w 3567513"/>
                      <a:gd name="connsiteY1752" fmla="*/ 204235 h 832404"/>
                      <a:gd name="connsiteX1753" fmla="*/ 2443723 w 3567513"/>
                      <a:gd name="connsiteY1753" fmla="*/ 212614 h 832404"/>
                      <a:gd name="connsiteX1754" fmla="*/ 2449132 w 3567513"/>
                      <a:gd name="connsiteY1754" fmla="*/ 240586 h 832404"/>
                      <a:gd name="connsiteX1755" fmla="*/ 2456491 w 3567513"/>
                      <a:gd name="connsiteY1755" fmla="*/ 237616 h 832404"/>
                      <a:gd name="connsiteX1756" fmla="*/ 2478346 w 3567513"/>
                      <a:gd name="connsiteY1756" fmla="*/ 231144 h 832404"/>
                      <a:gd name="connsiteX1757" fmla="*/ 2462254 w 3567513"/>
                      <a:gd name="connsiteY1757" fmla="*/ 237261 h 832404"/>
                      <a:gd name="connsiteX1758" fmla="*/ 2456535 w 3567513"/>
                      <a:gd name="connsiteY1758" fmla="*/ 240631 h 832404"/>
                      <a:gd name="connsiteX1759" fmla="*/ 2454318 w 3567513"/>
                      <a:gd name="connsiteY1759" fmla="*/ 246438 h 832404"/>
                      <a:gd name="connsiteX1760" fmla="*/ 2446694 w 3567513"/>
                      <a:gd name="connsiteY1760" fmla="*/ 301231 h 832404"/>
                      <a:gd name="connsiteX1761" fmla="*/ 2446827 w 3567513"/>
                      <a:gd name="connsiteY1761" fmla="*/ 265412 h 832404"/>
                      <a:gd name="connsiteX1762" fmla="*/ 2415263 w 3567513"/>
                      <a:gd name="connsiteY1762" fmla="*/ 314619 h 832404"/>
                      <a:gd name="connsiteX1763" fmla="*/ 2441064 w 3567513"/>
                      <a:gd name="connsiteY1763" fmla="*/ 232917 h 832404"/>
                      <a:gd name="connsiteX1764" fmla="*/ 2413711 w 3567513"/>
                      <a:gd name="connsiteY1764" fmla="*/ 252999 h 832404"/>
                      <a:gd name="connsiteX1765" fmla="*/ 2409810 w 3567513"/>
                      <a:gd name="connsiteY1765" fmla="*/ 249187 h 832404"/>
                      <a:gd name="connsiteX1766" fmla="*/ 2413623 w 3567513"/>
                      <a:gd name="connsiteY1766" fmla="*/ 245286 h 832404"/>
                      <a:gd name="connsiteX1767" fmla="*/ 2417524 w 3567513"/>
                      <a:gd name="connsiteY1767" fmla="*/ 249098 h 832404"/>
                      <a:gd name="connsiteX1768" fmla="*/ 2413711 w 3567513"/>
                      <a:gd name="connsiteY1768" fmla="*/ 252999 h 832404"/>
                      <a:gd name="connsiteX1769" fmla="*/ 2413135 w 3567513"/>
                      <a:gd name="connsiteY1769" fmla="*/ 344100 h 832404"/>
                      <a:gd name="connsiteX1770" fmla="*/ 2464825 w 3567513"/>
                      <a:gd name="connsiteY1770" fmla="*/ 321934 h 832404"/>
                      <a:gd name="connsiteX1771" fmla="*/ 2469081 w 3567513"/>
                      <a:gd name="connsiteY1771" fmla="*/ 274943 h 832404"/>
                      <a:gd name="connsiteX1772" fmla="*/ 2464515 w 3567513"/>
                      <a:gd name="connsiteY1772" fmla="*/ 276805 h 832404"/>
                      <a:gd name="connsiteX1773" fmla="*/ 2455648 w 3567513"/>
                      <a:gd name="connsiteY1773" fmla="*/ 269091 h 832404"/>
                      <a:gd name="connsiteX1774" fmla="*/ 2459461 w 3567513"/>
                      <a:gd name="connsiteY1774" fmla="*/ 256989 h 832404"/>
                      <a:gd name="connsiteX1775" fmla="*/ 2471120 w 3567513"/>
                      <a:gd name="connsiteY1775" fmla="*/ 246970 h 832404"/>
                      <a:gd name="connsiteX1776" fmla="*/ 2491202 w 3567513"/>
                      <a:gd name="connsiteY1776" fmla="*/ 243290 h 832404"/>
                      <a:gd name="connsiteX1777" fmla="*/ 2497497 w 3567513"/>
                      <a:gd name="connsiteY1777" fmla="*/ 242271 h 832404"/>
                      <a:gd name="connsiteX1778" fmla="*/ 2518776 w 3567513"/>
                      <a:gd name="connsiteY1778" fmla="*/ 248034 h 832404"/>
                      <a:gd name="connsiteX1779" fmla="*/ 2512747 w 3567513"/>
                      <a:gd name="connsiteY1779" fmla="*/ 265279 h 832404"/>
                      <a:gd name="connsiteX1780" fmla="*/ 2481449 w 3567513"/>
                      <a:gd name="connsiteY1780" fmla="*/ 330356 h 832404"/>
                      <a:gd name="connsiteX1781" fmla="*/ 2470322 w 3567513"/>
                      <a:gd name="connsiteY1781" fmla="*/ 333903 h 832404"/>
                      <a:gd name="connsiteX1782" fmla="*/ 2466598 w 3567513"/>
                      <a:gd name="connsiteY1782" fmla="*/ 329381 h 832404"/>
                      <a:gd name="connsiteX1783" fmla="*/ 2450417 w 3567513"/>
                      <a:gd name="connsiteY1783" fmla="*/ 354783 h 832404"/>
                      <a:gd name="connsiteX1784" fmla="*/ 2427986 w 3567513"/>
                      <a:gd name="connsiteY1784" fmla="*/ 391135 h 832404"/>
                      <a:gd name="connsiteX1785" fmla="*/ 2386049 w 3567513"/>
                      <a:gd name="connsiteY1785" fmla="*/ 415694 h 832404"/>
                      <a:gd name="connsiteX1786" fmla="*/ 2371464 w 3567513"/>
                      <a:gd name="connsiteY1786" fmla="*/ 404256 h 832404"/>
                      <a:gd name="connsiteX1787" fmla="*/ 2413135 w 3567513"/>
                      <a:gd name="connsiteY1787" fmla="*/ 344100 h 832404"/>
                      <a:gd name="connsiteX1788" fmla="*/ 2552866 w 3567513"/>
                      <a:gd name="connsiteY1788" fmla="*/ 411704 h 832404"/>
                      <a:gd name="connsiteX1789" fmla="*/ 2550428 w 3567513"/>
                      <a:gd name="connsiteY1789" fmla="*/ 421501 h 832404"/>
                      <a:gd name="connsiteX1790" fmla="*/ 2536508 w 3567513"/>
                      <a:gd name="connsiteY1790" fmla="*/ 429215 h 832404"/>
                      <a:gd name="connsiteX1791" fmla="*/ 2509643 w 3567513"/>
                      <a:gd name="connsiteY1791" fmla="*/ 439455 h 832404"/>
                      <a:gd name="connsiteX1792" fmla="*/ 2491911 w 3567513"/>
                      <a:gd name="connsiteY1792" fmla="*/ 450538 h 832404"/>
                      <a:gd name="connsiteX1793" fmla="*/ 2477637 w 3567513"/>
                      <a:gd name="connsiteY1793" fmla="*/ 452887 h 832404"/>
                      <a:gd name="connsiteX1794" fmla="*/ 2461323 w 3567513"/>
                      <a:gd name="connsiteY1794" fmla="*/ 453375 h 832404"/>
                      <a:gd name="connsiteX1795" fmla="*/ 2453033 w 3567513"/>
                      <a:gd name="connsiteY1795" fmla="*/ 452267 h 832404"/>
                      <a:gd name="connsiteX1796" fmla="*/ 2453033 w 3567513"/>
                      <a:gd name="connsiteY1796" fmla="*/ 442868 h 832404"/>
                      <a:gd name="connsiteX1797" fmla="*/ 2468150 w 3567513"/>
                      <a:gd name="connsiteY1797" fmla="*/ 425712 h 832404"/>
                      <a:gd name="connsiteX1798" fmla="*/ 2496876 w 3567513"/>
                      <a:gd name="connsiteY1798" fmla="*/ 408645 h 832404"/>
                      <a:gd name="connsiteX1799" fmla="*/ 2531986 w 3567513"/>
                      <a:gd name="connsiteY1799" fmla="*/ 394459 h 832404"/>
                      <a:gd name="connsiteX1800" fmla="*/ 2542847 w 3567513"/>
                      <a:gd name="connsiteY1800" fmla="*/ 404123 h 832404"/>
                      <a:gd name="connsiteX1801" fmla="*/ 2540276 w 3567513"/>
                      <a:gd name="connsiteY1801" fmla="*/ 410640 h 832404"/>
                      <a:gd name="connsiteX1802" fmla="*/ 2552866 w 3567513"/>
                      <a:gd name="connsiteY1802" fmla="*/ 411704 h 832404"/>
                      <a:gd name="connsiteX1803" fmla="*/ 2577337 w 3567513"/>
                      <a:gd name="connsiteY1803" fmla="*/ 395745 h 832404"/>
                      <a:gd name="connsiteX1804" fmla="*/ 2573436 w 3567513"/>
                      <a:gd name="connsiteY1804" fmla="*/ 393839 h 832404"/>
                      <a:gd name="connsiteX1805" fmla="*/ 2556590 w 3567513"/>
                      <a:gd name="connsiteY1805" fmla="*/ 384706 h 832404"/>
                      <a:gd name="connsiteX1806" fmla="*/ 2592321 w 3567513"/>
                      <a:gd name="connsiteY1806" fmla="*/ 388474 h 832404"/>
                      <a:gd name="connsiteX1807" fmla="*/ 2650040 w 3567513"/>
                      <a:gd name="connsiteY1807" fmla="*/ 364004 h 832404"/>
                      <a:gd name="connsiteX1808" fmla="*/ 2612846 w 3567513"/>
                      <a:gd name="connsiteY1808" fmla="*/ 383421 h 832404"/>
                      <a:gd name="connsiteX1809" fmla="*/ 2581637 w 3567513"/>
                      <a:gd name="connsiteY1809" fmla="*/ 399336 h 832404"/>
                      <a:gd name="connsiteX1810" fmla="*/ 2574145 w 3567513"/>
                      <a:gd name="connsiteY1810" fmla="*/ 409665 h 832404"/>
                      <a:gd name="connsiteX1811" fmla="*/ 2564614 w 3567513"/>
                      <a:gd name="connsiteY1811" fmla="*/ 425979 h 832404"/>
                      <a:gd name="connsiteX1812" fmla="*/ 2559339 w 3567513"/>
                      <a:gd name="connsiteY1812" fmla="*/ 447612 h 832404"/>
                      <a:gd name="connsiteX1813" fmla="*/ 2574588 w 3567513"/>
                      <a:gd name="connsiteY1813" fmla="*/ 457897 h 832404"/>
                      <a:gd name="connsiteX1814" fmla="*/ 2510619 w 3567513"/>
                      <a:gd name="connsiteY1814" fmla="*/ 463305 h 832404"/>
                      <a:gd name="connsiteX1815" fmla="*/ 2544488 w 3567513"/>
                      <a:gd name="connsiteY1815" fmla="*/ 445573 h 832404"/>
                      <a:gd name="connsiteX1816" fmla="*/ 2556501 w 3567513"/>
                      <a:gd name="connsiteY1816" fmla="*/ 431032 h 832404"/>
                      <a:gd name="connsiteX1817" fmla="*/ 2575475 w 3567513"/>
                      <a:gd name="connsiteY1817" fmla="*/ 401641 h 832404"/>
                      <a:gd name="connsiteX1818" fmla="*/ 2577337 w 3567513"/>
                      <a:gd name="connsiteY1818" fmla="*/ 395745 h 832404"/>
                      <a:gd name="connsiteX1819" fmla="*/ 2658507 w 3567513"/>
                      <a:gd name="connsiteY1819" fmla="*/ 314353 h 832404"/>
                      <a:gd name="connsiteX1820" fmla="*/ 2665112 w 3567513"/>
                      <a:gd name="connsiteY1820" fmla="*/ 294803 h 832404"/>
                      <a:gd name="connsiteX1821" fmla="*/ 2672427 w 3567513"/>
                      <a:gd name="connsiteY1821" fmla="*/ 303980 h 832404"/>
                      <a:gd name="connsiteX1822" fmla="*/ 2684352 w 3567513"/>
                      <a:gd name="connsiteY1822" fmla="*/ 311206 h 832404"/>
                      <a:gd name="connsiteX1823" fmla="*/ 2706650 w 3567513"/>
                      <a:gd name="connsiteY1823" fmla="*/ 318653 h 832404"/>
                      <a:gd name="connsiteX1824" fmla="*/ 2673180 w 3567513"/>
                      <a:gd name="connsiteY1824" fmla="*/ 311206 h 832404"/>
                      <a:gd name="connsiteX1825" fmla="*/ 2667550 w 3567513"/>
                      <a:gd name="connsiteY1825" fmla="*/ 310585 h 832404"/>
                      <a:gd name="connsiteX1826" fmla="*/ 2654118 w 3567513"/>
                      <a:gd name="connsiteY1826" fmla="*/ 323751 h 832404"/>
                      <a:gd name="connsiteX1827" fmla="*/ 2637139 w 3567513"/>
                      <a:gd name="connsiteY1827" fmla="*/ 336385 h 832404"/>
                      <a:gd name="connsiteX1828" fmla="*/ 2658507 w 3567513"/>
                      <a:gd name="connsiteY1828" fmla="*/ 314353 h 832404"/>
                      <a:gd name="connsiteX1829" fmla="*/ 2654650 w 3567513"/>
                      <a:gd name="connsiteY1829" fmla="*/ 220372 h 832404"/>
                      <a:gd name="connsiteX1830" fmla="*/ 2635455 w 3567513"/>
                      <a:gd name="connsiteY1830" fmla="*/ 215495 h 832404"/>
                      <a:gd name="connsiteX1831" fmla="*/ 2621579 w 3567513"/>
                      <a:gd name="connsiteY1831" fmla="*/ 218244 h 832404"/>
                      <a:gd name="connsiteX1832" fmla="*/ 2638647 w 3567513"/>
                      <a:gd name="connsiteY1832" fmla="*/ 212525 h 832404"/>
                      <a:gd name="connsiteX1833" fmla="*/ 2653276 w 3567513"/>
                      <a:gd name="connsiteY1833" fmla="*/ 213899 h 832404"/>
                      <a:gd name="connsiteX1834" fmla="*/ 2670299 w 3567513"/>
                      <a:gd name="connsiteY1834" fmla="*/ 227731 h 832404"/>
                      <a:gd name="connsiteX1835" fmla="*/ 2672294 w 3567513"/>
                      <a:gd name="connsiteY1835" fmla="*/ 249586 h 832404"/>
                      <a:gd name="connsiteX1836" fmla="*/ 2666841 w 3567513"/>
                      <a:gd name="connsiteY1836" fmla="*/ 228706 h 832404"/>
                      <a:gd name="connsiteX1837" fmla="*/ 2654650 w 3567513"/>
                      <a:gd name="connsiteY1837" fmla="*/ 220372 h 832404"/>
                      <a:gd name="connsiteX1838" fmla="*/ 2789372 w 3567513"/>
                      <a:gd name="connsiteY1838" fmla="*/ 394371 h 832404"/>
                      <a:gd name="connsiteX1839" fmla="*/ 2810606 w 3567513"/>
                      <a:gd name="connsiteY1839" fmla="*/ 366575 h 832404"/>
                      <a:gd name="connsiteX1840" fmla="*/ 2801563 w 3567513"/>
                      <a:gd name="connsiteY1840" fmla="*/ 390203 h 832404"/>
                      <a:gd name="connsiteX1841" fmla="*/ 2795401 w 3567513"/>
                      <a:gd name="connsiteY1841" fmla="*/ 398094 h 832404"/>
                      <a:gd name="connsiteX1842" fmla="*/ 2783653 w 3567513"/>
                      <a:gd name="connsiteY1842" fmla="*/ 406827 h 832404"/>
                      <a:gd name="connsiteX1843" fmla="*/ 2739500 w 3567513"/>
                      <a:gd name="connsiteY1843" fmla="*/ 426466 h 832404"/>
                      <a:gd name="connsiteX1844" fmla="*/ 2789372 w 3567513"/>
                      <a:gd name="connsiteY1844" fmla="*/ 394371 h 832404"/>
                      <a:gd name="connsiteX1845" fmla="*/ 2759714 w 3567513"/>
                      <a:gd name="connsiteY1845" fmla="*/ 332972 h 832404"/>
                      <a:gd name="connsiteX1846" fmla="*/ 2783653 w 3567513"/>
                      <a:gd name="connsiteY1846" fmla="*/ 325037 h 832404"/>
                      <a:gd name="connsiteX1847" fmla="*/ 2800056 w 3567513"/>
                      <a:gd name="connsiteY1847" fmla="*/ 311339 h 832404"/>
                      <a:gd name="connsiteX1848" fmla="*/ 2759714 w 3567513"/>
                      <a:gd name="connsiteY1848" fmla="*/ 332972 h 832404"/>
                      <a:gd name="connsiteX1849" fmla="*/ 2975074 w 3567513"/>
                      <a:gd name="connsiteY1849" fmla="*/ 156535 h 832404"/>
                      <a:gd name="connsiteX1850" fmla="*/ 2978842 w 3567513"/>
                      <a:gd name="connsiteY1850" fmla="*/ 167041 h 832404"/>
                      <a:gd name="connsiteX1851" fmla="*/ 2978665 w 3567513"/>
                      <a:gd name="connsiteY1851" fmla="*/ 167485 h 832404"/>
                      <a:gd name="connsiteX1852" fmla="*/ 2971971 w 3567513"/>
                      <a:gd name="connsiteY1852" fmla="*/ 174577 h 832404"/>
                      <a:gd name="connsiteX1853" fmla="*/ 2970597 w 3567513"/>
                      <a:gd name="connsiteY1853" fmla="*/ 175420 h 832404"/>
                      <a:gd name="connsiteX1854" fmla="*/ 2951402 w 3567513"/>
                      <a:gd name="connsiteY1854" fmla="*/ 186902 h 832404"/>
                      <a:gd name="connsiteX1855" fmla="*/ 2947234 w 3567513"/>
                      <a:gd name="connsiteY1855" fmla="*/ 188852 h 832404"/>
                      <a:gd name="connsiteX1856" fmla="*/ 2940142 w 3567513"/>
                      <a:gd name="connsiteY1856" fmla="*/ 194970 h 832404"/>
                      <a:gd name="connsiteX1857" fmla="*/ 2925778 w 3567513"/>
                      <a:gd name="connsiteY1857" fmla="*/ 198827 h 832404"/>
                      <a:gd name="connsiteX1858" fmla="*/ 2920769 w 3567513"/>
                      <a:gd name="connsiteY1858" fmla="*/ 192000 h 832404"/>
                      <a:gd name="connsiteX1859" fmla="*/ 2919616 w 3567513"/>
                      <a:gd name="connsiteY1859" fmla="*/ 176883 h 832404"/>
                      <a:gd name="connsiteX1860" fmla="*/ 2923030 w 3567513"/>
                      <a:gd name="connsiteY1860" fmla="*/ 161278 h 832404"/>
                      <a:gd name="connsiteX1861" fmla="*/ 2959825 w 3567513"/>
                      <a:gd name="connsiteY1861" fmla="*/ 153343 h 832404"/>
                      <a:gd name="connsiteX1862" fmla="*/ 2959159 w 3567513"/>
                      <a:gd name="connsiteY1862" fmla="*/ 156668 h 832404"/>
                      <a:gd name="connsiteX1863" fmla="*/ 2975074 w 3567513"/>
                      <a:gd name="connsiteY1863" fmla="*/ 156535 h 832404"/>
                      <a:gd name="connsiteX1864" fmla="*/ 2997639 w 3567513"/>
                      <a:gd name="connsiteY1864" fmla="*/ 245551 h 832404"/>
                      <a:gd name="connsiteX1865" fmla="*/ 3016524 w 3567513"/>
                      <a:gd name="connsiteY1865" fmla="*/ 243202 h 832404"/>
                      <a:gd name="connsiteX1866" fmla="*/ 3017322 w 3567513"/>
                      <a:gd name="connsiteY1866" fmla="*/ 242271 h 832404"/>
                      <a:gd name="connsiteX1867" fmla="*/ 3016524 w 3567513"/>
                      <a:gd name="connsiteY1867" fmla="*/ 243202 h 832404"/>
                      <a:gd name="connsiteX1868" fmla="*/ 3002072 w 3567513"/>
                      <a:gd name="connsiteY1868" fmla="*/ 250029 h 832404"/>
                      <a:gd name="connsiteX1869" fmla="*/ 2993605 w 3567513"/>
                      <a:gd name="connsiteY1869" fmla="*/ 251315 h 832404"/>
                      <a:gd name="connsiteX1870" fmla="*/ 2990989 w 3567513"/>
                      <a:gd name="connsiteY1870" fmla="*/ 258585 h 832404"/>
                      <a:gd name="connsiteX1871" fmla="*/ 2990856 w 3567513"/>
                      <a:gd name="connsiteY1871" fmla="*/ 288553 h 832404"/>
                      <a:gd name="connsiteX1872" fmla="*/ 3002737 w 3567513"/>
                      <a:gd name="connsiteY1872" fmla="*/ 315594 h 832404"/>
                      <a:gd name="connsiteX1873" fmla="*/ 2993073 w 3567513"/>
                      <a:gd name="connsiteY1873" fmla="*/ 304113 h 832404"/>
                      <a:gd name="connsiteX1874" fmla="*/ 2987443 w 3567513"/>
                      <a:gd name="connsiteY1874" fmla="*/ 286691 h 832404"/>
                      <a:gd name="connsiteX1875" fmla="*/ 2981236 w 3567513"/>
                      <a:gd name="connsiteY1875" fmla="*/ 243779 h 832404"/>
                      <a:gd name="connsiteX1876" fmla="*/ 2997639 w 3567513"/>
                      <a:gd name="connsiteY1876" fmla="*/ 245551 h 832404"/>
                      <a:gd name="connsiteX1877" fmla="*/ 2985536 w 3567513"/>
                      <a:gd name="connsiteY1877" fmla="*/ 180563 h 832404"/>
                      <a:gd name="connsiteX1878" fmla="*/ 2989349 w 3567513"/>
                      <a:gd name="connsiteY1878" fmla="*/ 176661 h 832404"/>
                      <a:gd name="connsiteX1879" fmla="*/ 2993250 w 3567513"/>
                      <a:gd name="connsiteY1879" fmla="*/ 180474 h 832404"/>
                      <a:gd name="connsiteX1880" fmla="*/ 2989438 w 3567513"/>
                      <a:gd name="connsiteY1880" fmla="*/ 184375 h 832404"/>
                      <a:gd name="connsiteX1881" fmla="*/ 2985536 w 3567513"/>
                      <a:gd name="connsiteY1881" fmla="*/ 180563 h 832404"/>
                      <a:gd name="connsiteX1882" fmla="*/ 3049728 w 3567513"/>
                      <a:gd name="connsiteY1882" fmla="*/ 284253 h 832404"/>
                      <a:gd name="connsiteX1883" fmla="*/ 3057175 w 3567513"/>
                      <a:gd name="connsiteY1883" fmla="*/ 314176 h 832404"/>
                      <a:gd name="connsiteX1884" fmla="*/ 3058549 w 3567513"/>
                      <a:gd name="connsiteY1884" fmla="*/ 324194 h 832404"/>
                      <a:gd name="connsiteX1885" fmla="*/ 3055003 w 3567513"/>
                      <a:gd name="connsiteY1885" fmla="*/ 327519 h 832404"/>
                      <a:gd name="connsiteX1886" fmla="*/ 3031818 w 3567513"/>
                      <a:gd name="connsiteY1886" fmla="*/ 324904 h 832404"/>
                      <a:gd name="connsiteX1887" fmla="*/ 3014529 w 3567513"/>
                      <a:gd name="connsiteY1887" fmla="*/ 307615 h 832404"/>
                      <a:gd name="connsiteX1888" fmla="*/ 3002781 w 3567513"/>
                      <a:gd name="connsiteY1888" fmla="*/ 290547 h 832404"/>
                      <a:gd name="connsiteX1889" fmla="*/ 3013820 w 3567513"/>
                      <a:gd name="connsiteY1889" fmla="*/ 259871 h 832404"/>
                      <a:gd name="connsiteX1890" fmla="*/ 3050348 w 3567513"/>
                      <a:gd name="connsiteY1890" fmla="*/ 254773 h 832404"/>
                      <a:gd name="connsiteX1891" fmla="*/ 3049728 w 3567513"/>
                      <a:gd name="connsiteY1891" fmla="*/ 284253 h 832404"/>
                      <a:gd name="connsiteX1892" fmla="*/ 3051855 w 3567513"/>
                      <a:gd name="connsiteY1892" fmla="*/ 263372 h 832404"/>
                      <a:gd name="connsiteX1893" fmla="*/ 3059303 w 3567513"/>
                      <a:gd name="connsiteY1893" fmla="*/ 255703 h 832404"/>
                      <a:gd name="connsiteX1894" fmla="*/ 3066972 w 3567513"/>
                      <a:gd name="connsiteY1894" fmla="*/ 263151 h 832404"/>
                      <a:gd name="connsiteX1895" fmla="*/ 3059525 w 3567513"/>
                      <a:gd name="connsiteY1895" fmla="*/ 270820 h 832404"/>
                      <a:gd name="connsiteX1896" fmla="*/ 3051855 w 3567513"/>
                      <a:gd name="connsiteY1896" fmla="*/ 263372 h 832404"/>
                      <a:gd name="connsiteX1897" fmla="*/ 2933004 w 3567513"/>
                      <a:gd name="connsiteY1897" fmla="*/ 416581 h 832404"/>
                      <a:gd name="connsiteX1898" fmla="*/ 2939476 w 3567513"/>
                      <a:gd name="connsiteY1898" fmla="*/ 412989 h 832404"/>
                      <a:gd name="connsiteX1899" fmla="*/ 2941294 w 3567513"/>
                      <a:gd name="connsiteY1899" fmla="*/ 416581 h 832404"/>
                      <a:gd name="connsiteX1900" fmla="*/ 2934822 w 3567513"/>
                      <a:gd name="connsiteY1900" fmla="*/ 420171 h 832404"/>
                      <a:gd name="connsiteX1901" fmla="*/ 2933004 w 3567513"/>
                      <a:gd name="connsiteY1901" fmla="*/ 416581 h 832404"/>
                      <a:gd name="connsiteX1902" fmla="*/ 2930876 w 3567513"/>
                      <a:gd name="connsiteY1902" fmla="*/ 410020 h 832404"/>
                      <a:gd name="connsiteX1903" fmla="*/ 2890225 w 3567513"/>
                      <a:gd name="connsiteY1903" fmla="*/ 438391 h 832404"/>
                      <a:gd name="connsiteX1904" fmla="*/ 2882733 w 3567513"/>
                      <a:gd name="connsiteY1904" fmla="*/ 408246 h 832404"/>
                      <a:gd name="connsiteX1905" fmla="*/ 2890269 w 3567513"/>
                      <a:gd name="connsiteY1905" fmla="*/ 399025 h 832404"/>
                      <a:gd name="connsiteX1906" fmla="*/ 2896032 w 3567513"/>
                      <a:gd name="connsiteY1906" fmla="*/ 397696 h 832404"/>
                      <a:gd name="connsiteX1907" fmla="*/ 2927596 w 3567513"/>
                      <a:gd name="connsiteY1907" fmla="*/ 397252 h 832404"/>
                      <a:gd name="connsiteX1908" fmla="*/ 2930522 w 3567513"/>
                      <a:gd name="connsiteY1908" fmla="*/ 396809 h 832404"/>
                      <a:gd name="connsiteX1909" fmla="*/ 2934068 w 3567513"/>
                      <a:gd name="connsiteY1909" fmla="*/ 403858 h 832404"/>
                      <a:gd name="connsiteX1910" fmla="*/ 2933226 w 3567513"/>
                      <a:gd name="connsiteY1910" fmla="*/ 404966 h 832404"/>
                      <a:gd name="connsiteX1911" fmla="*/ 2930876 w 3567513"/>
                      <a:gd name="connsiteY1911" fmla="*/ 410020 h 832404"/>
                      <a:gd name="connsiteX1912" fmla="*/ 2914607 w 3567513"/>
                      <a:gd name="connsiteY1912" fmla="*/ 378766 h 832404"/>
                      <a:gd name="connsiteX1913" fmla="*/ 2912036 w 3567513"/>
                      <a:gd name="connsiteY1913" fmla="*/ 375264 h 832404"/>
                      <a:gd name="connsiteX1914" fmla="*/ 2914385 w 3567513"/>
                      <a:gd name="connsiteY1914" fmla="*/ 370831 h 832404"/>
                      <a:gd name="connsiteX1915" fmla="*/ 2932827 w 3567513"/>
                      <a:gd name="connsiteY1915" fmla="*/ 347424 h 832404"/>
                      <a:gd name="connsiteX1916" fmla="*/ 2944042 w 3567513"/>
                      <a:gd name="connsiteY1916" fmla="*/ 336385 h 832404"/>
                      <a:gd name="connsiteX1917" fmla="*/ 2957386 w 3567513"/>
                      <a:gd name="connsiteY1917" fmla="*/ 329337 h 832404"/>
                      <a:gd name="connsiteX1918" fmla="*/ 3013288 w 3567513"/>
                      <a:gd name="connsiteY1918" fmla="*/ 320560 h 832404"/>
                      <a:gd name="connsiteX1919" fmla="*/ 3014750 w 3567513"/>
                      <a:gd name="connsiteY1919" fmla="*/ 338558 h 832404"/>
                      <a:gd name="connsiteX1920" fmla="*/ 2965942 w 3567513"/>
                      <a:gd name="connsiteY1920" fmla="*/ 376239 h 832404"/>
                      <a:gd name="connsiteX1921" fmla="*/ 2914607 w 3567513"/>
                      <a:gd name="connsiteY1921" fmla="*/ 378766 h 832404"/>
                      <a:gd name="connsiteX1922" fmla="*/ 2959248 w 3567513"/>
                      <a:gd name="connsiteY1922" fmla="*/ 255349 h 832404"/>
                      <a:gd name="connsiteX1923" fmla="*/ 2963061 w 3567513"/>
                      <a:gd name="connsiteY1923" fmla="*/ 251448 h 832404"/>
                      <a:gd name="connsiteX1924" fmla="*/ 2966962 w 3567513"/>
                      <a:gd name="connsiteY1924" fmla="*/ 255260 h 832404"/>
                      <a:gd name="connsiteX1925" fmla="*/ 2963149 w 3567513"/>
                      <a:gd name="connsiteY1925" fmla="*/ 259161 h 832404"/>
                      <a:gd name="connsiteX1926" fmla="*/ 2959248 w 3567513"/>
                      <a:gd name="connsiteY1926" fmla="*/ 255349 h 832404"/>
                      <a:gd name="connsiteX1927" fmla="*/ 2954416 w 3567513"/>
                      <a:gd name="connsiteY1927" fmla="*/ 231764 h 832404"/>
                      <a:gd name="connsiteX1928" fmla="*/ 2952333 w 3567513"/>
                      <a:gd name="connsiteY1928" fmla="*/ 241118 h 832404"/>
                      <a:gd name="connsiteX1929" fmla="*/ 2952421 w 3567513"/>
                      <a:gd name="connsiteY1929" fmla="*/ 241783 h 832404"/>
                      <a:gd name="connsiteX1930" fmla="*/ 2951402 w 3567513"/>
                      <a:gd name="connsiteY1930" fmla="*/ 245640 h 832404"/>
                      <a:gd name="connsiteX1931" fmla="*/ 2942934 w 3567513"/>
                      <a:gd name="connsiteY1931" fmla="*/ 290104 h 832404"/>
                      <a:gd name="connsiteX1932" fmla="*/ 2939255 w 3567513"/>
                      <a:gd name="connsiteY1932" fmla="*/ 301896 h 832404"/>
                      <a:gd name="connsiteX1933" fmla="*/ 2928438 w 3567513"/>
                      <a:gd name="connsiteY1933" fmla="*/ 311516 h 832404"/>
                      <a:gd name="connsiteX1934" fmla="*/ 2899978 w 3567513"/>
                      <a:gd name="connsiteY1934" fmla="*/ 312624 h 832404"/>
                      <a:gd name="connsiteX1935" fmla="*/ 2891643 w 3567513"/>
                      <a:gd name="connsiteY1935" fmla="*/ 302783 h 832404"/>
                      <a:gd name="connsiteX1936" fmla="*/ 2891378 w 3567513"/>
                      <a:gd name="connsiteY1936" fmla="*/ 262309 h 832404"/>
                      <a:gd name="connsiteX1937" fmla="*/ 2920547 w 3567513"/>
                      <a:gd name="connsiteY1937" fmla="*/ 233360 h 832404"/>
                      <a:gd name="connsiteX1938" fmla="*/ 2954416 w 3567513"/>
                      <a:gd name="connsiteY1938" fmla="*/ 231764 h 832404"/>
                      <a:gd name="connsiteX1939" fmla="*/ 2904987 w 3567513"/>
                      <a:gd name="connsiteY1939" fmla="*/ 356645 h 832404"/>
                      <a:gd name="connsiteX1940" fmla="*/ 2870542 w 3567513"/>
                      <a:gd name="connsiteY1940" fmla="*/ 394149 h 832404"/>
                      <a:gd name="connsiteX1941" fmla="*/ 2865001 w 3567513"/>
                      <a:gd name="connsiteY1941" fmla="*/ 397740 h 832404"/>
                      <a:gd name="connsiteX1942" fmla="*/ 2863094 w 3567513"/>
                      <a:gd name="connsiteY1942" fmla="*/ 401464 h 832404"/>
                      <a:gd name="connsiteX1943" fmla="*/ 2862119 w 3567513"/>
                      <a:gd name="connsiteY1943" fmla="*/ 430589 h 832404"/>
                      <a:gd name="connsiteX1944" fmla="*/ 2855824 w 3567513"/>
                      <a:gd name="connsiteY1944" fmla="*/ 417999 h 832404"/>
                      <a:gd name="connsiteX1945" fmla="*/ 2858794 w 3567513"/>
                      <a:gd name="connsiteY1945" fmla="*/ 399158 h 832404"/>
                      <a:gd name="connsiteX1946" fmla="*/ 2852721 w 3567513"/>
                      <a:gd name="connsiteY1946" fmla="*/ 396188 h 832404"/>
                      <a:gd name="connsiteX1947" fmla="*/ 2839909 w 3567513"/>
                      <a:gd name="connsiteY1947" fmla="*/ 396543 h 832404"/>
                      <a:gd name="connsiteX1948" fmla="*/ 2852721 w 3567513"/>
                      <a:gd name="connsiteY1948" fmla="*/ 396188 h 832404"/>
                      <a:gd name="connsiteX1949" fmla="*/ 2871473 w 3567513"/>
                      <a:gd name="connsiteY1949" fmla="*/ 389361 h 832404"/>
                      <a:gd name="connsiteX1950" fmla="*/ 2883309 w 3567513"/>
                      <a:gd name="connsiteY1950" fmla="*/ 382977 h 832404"/>
                      <a:gd name="connsiteX1951" fmla="*/ 2904987 w 3567513"/>
                      <a:gd name="connsiteY1951" fmla="*/ 356645 h 832404"/>
                      <a:gd name="connsiteX1952" fmla="*/ 2841771 w 3567513"/>
                      <a:gd name="connsiteY1952" fmla="*/ 436618 h 832404"/>
                      <a:gd name="connsiteX1953" fmla="*/ 2835299 w 3567513"/>
                      <a:gd name="connsiteY1953" fmla="*/ 440209 h 832404"/>
                      <a:gd name="connsiteX1954" fmla="*/ 2833481 w 3567513"/>
                      <a:gd name="connsiteY1954" fmla="*/ 436618 h 832404"/>
                      <a:gd name="connsiteX1955" fmla="*/ 2839953 w 3567513"/>
                      <a:gd name="connsiteY1955" fmla="*/ 433027 h 832404"/>
                      <a:gd name="connsiteX1956" fmla="*/ 2841771 w 3567513"/>
                      <a:gd name="connsiteY1956" fmla="*/ 436618 h 832404"/>
                      <a:gd name="connsiteX1957" fmla="*/ 2869966 w 3567513"/>
                      <a:gd name="connsiteY1957" fmla="*/ 344942 h 832404"/>
                      <a:gd name="connsiteX1958" fmla="*/ 2859016 w 3567513"/>
                      <a:gd name="connsiteY1958" fmla="*/ 370254 h 832404"/>
                      <a:gd name="connsiteX1959" fmla="*/ 2841017 w 3567513"/>
                      <a:gd name="connsiteY1959" fmla="*/ 382845 h 832404"/>
                      <a:gd name="connsiteX1960" fmla="*/ 2825191 w 3567513"/>
                      <a:gd name="connsiteY1960" fmla="*/ 388607 h 832404"/>
                      <a:gd name="connsiteX1961" fmla="*/ 2820182 w 3567513"/>
                      <a:gd name="connsiteY1961" fmla="*/ 378855 h 832404"/>
                      <a:gd name="connsiteX1962" fmla="*/ 2840264 w 3567513"/>
                      <a:gd name="connsiteY1962" fmla="*/ 346804 h 832404"/>
                      <a:gd name="connsiteX1963" fmla="*/ 2880738 w 3567513"/>
                      <a:gd name="connsiteY1963" fmla="*/ 331066 h 832404"/>
                      <a:gd name="connsiteX1964" fmla="*/ 2869966 w 3567513"/>
                      <a:gd name="connsiteY1964" fmla="*/ 344942 h 832404"/>
                      <a:gd name="connsiteX1965" fmla="*/ 2849440 w 3567513"/>
                      <a:gd name="connsiteY1965" fmla="*/ 202417 h 832404"/>
                      <a:gd name="connsiteX1966" fmla="*/ 2849041 w 3567513"/>
                      <a:gd name="connsiteY1966" fmla="*/ 219086 h 832404"/>
                      <a:gd name="connsiteX1967" fmla="*/ 2839865 w 3567513"/>
                      <a:gd name="connsiteY1967" fmla="*/ 263683 h 832404"/>
                      <a:gd name="connsiteX1968" fmla="*/ 2834678 w 3567513"/>
                      <a:gd name="connsiteY1968" fmla="*/ 269313 h 832404"/>
                      <a:gd name="connsiteX1969" fmla="*/ 2821467 w 3567513"/>
                      <a:gd name="connsiteY1969" fmla="*/ 268072 h 832404"/>
                      <a:gd name="connsiteX1970" fmla="*/ 2815882 w 3567513"/>
                      <a:gd name="connsiteY1970" fmla="*/ 263107 h 832404"/>
                      <a:gd name="connsiteX1971" fmla="*/ 2814064 w 3567513"/>
                      <a:gd name="connsiteY1971" fmla="*/ 256280 h 832404"/>
                      <a:gd name="connsiteX1972" fmla="*/ 2843589 w 3567513"/>
                      <a:gd name="connsiteY1972" fmla="*/ 188187 h 832404"/>
                      <a:gd name="connsiteX1973" fmla="*/ 2843943 w 3567513"/>
                      <a:gd name="connsiteY1973" fmla="*/ 188586 h 832404"/>
                      <a:gd name="connsiteX1974" fmla="*/ 2845450 w 3567513"/>
                      <a:gd name="connsiteY1974" fmla="*/ 188409 h 832404"/>
                      <a:gd name="connsiteX1975" fmla="*/ 2853120 w 3567513"/>
                      <a:gd name="connsiteY1975" fmla="*/ 195856 h 832404"/>
                      <a:gd name="connsiteX1976" fmla="*/ 2849440 w 3567513"/>
                      <a:gd name="connsiteY1976" fmla="*/ 202417 h 832404"/>
                      <a:gd name="connsiteX1977" fmla="*/ 2822886 w 3567513"/>
                      <a:gd name="connsiteY1977" fmla="*/ 410906 h 832404"/>
                      <a:gd name="connsiteX1978" fmla="*/ 2820182 w 3567513"/>
                      <a:gd name="connsiteY1978" fmla="*/ 413965 h 832404"/>
                      <a:gd name="connsiteX1979" fmla="*/ 2837161 w 3567513"/>
                      <a:gd name="connsiteY1979" fmla="*/ 414098 h 832404"/>
                      <a:gd name="connsiteX1980" fmla="*/ 2834722 w 3567513"/>
                      <a:gd name="connsiteY1980" fmla="*/ 423895 h 832404"/>
                      <a:gd name="connsiteX1981" fmla="*/ 2834368 w 3567513"/>
                      <a:gd name="connsiteY1981" fmla="*/ 424205 h 832404"/>
                      <a:gd name="connsiteX1982" fmla="*/ 2822709 w 3567513"/>
                      <a:gd name="connsiteY1982" fmla="*/ 430855 h 832404"/>
                      <a:gd name="connsiteX1983" fmla="*/ 2820758 w 3567513"/>
                      <a:gd name="connsiteY1983" fmla="*/ 431609 h 832404"/>
                      <a:gd name="connsiteX1984" fmla="*/ 2793229 w 3567513"/>
                      <a:gd name="connsiteY1984" fmla="*/ 442071 h 832404"/>
                      <a:gd name="connsiteX1985" fmla="*/ 2787599 w 3567513"/>
                      <a:gd name="connsiteY1985" fmla="*/ 443844 h 832404"/>
                      <a:gd name="connsiteX1986" fmla="*/ 2776250 w 3567513"/>
                      <a:gd name="connsiteY1986" fmla="*/ 449429 h 832404"/>
                      <a:gd name="connsiteX1987" fmla="*/ 2758562 w 3567513"/>
                      <a:gd name="connsiteY1987" fmla="*/ 452843 h 832404"/>
                      <a:gd name="connsiteX1988" fmla="*/ 2757454 w 3567513"/>
                      <a:gd name="connsiteY1988" fmla="*/ 446415 h 832404"/>
                      <a:gd name="connsiteX1989" fmla="*/ 2765522 w 3567513"/>
                      <a:gd name="connsiteY1989" fmla="*/ 432318 h 832404"/>
                      <a:gd name="connsiteX1990" fmla="*/ 2778777 w 3567513"/>
                      <a:gd name="connsiteY1990" fmla="*/ 417821 h 832404"/>
                      <a:gd name="connsiteX1991" fmla="*/ 2822886 w 3567513"/>
                      <a:gd name="connsiteY1991" fmla="*/ 410906 h 832404"/>
                      <a:gd name="connsiteX1992" fmla="*/ 2643080 w 3567513"/>
                      <a:gd name="connsiteY1992" fmla="*/ 415605 h 832404"/>
                      <a:gd name="connsiteX1993" fmla="*/ 2668082 w 3567513"/>
                      <a:gd name="connsiteY1993" fmla="*/ 428195 h 832404"/>
                      <a:gd name="connsiteX1994" fmla="*/ 2679342 w 3567513"/>
                      <a:gd name="connsiteY1994" fmla="*/ 434845 h 832404"/>
                      <a:gd name="connsiteX1995" fmla="*/ 2639666 w 3567513"/>
                      <a:gd name="connsiteY1995" fmla="*/ 418354 h 832404"/>
                      <a:gd name="connsiteX1996" fmla="*/ 2649995 w 3567513"/>
                      <a:gd name="connsiteY1996" fmla="*/ 374821 h 832404"/>
                      <a:gd name="connsiteX1997" fmla="*/ 2642370 w 3567513"/>
                      <a:gd name="connsiteY1997" fmla="*/ 403414 h 832404"/>
                      <a:gd name="connsiteX1998" fmla="*/ 2643080 w 3567513"/>
                      <a:gd name="connsiteY1998" fmla="*/ 415605 h 832404"/>
                      <a:gd name="connsiteX1999" fmla="*/ 2720083 w 3567513"/>
                      <a:gd name="connsiteY1999" fmla="*/ 389361 h 832404"/>
                      <a:gd name="connsiteX2000" fmla="*/ 2713566 w 3567513"/>
                      <a:gd name="connsiteY2000" fmla="*/ 404256 h 832404"/>
                      <a:gd name="connsiteX2001" fmla="*/ 2694814 w 3567513"/>
                      <a:gd name="connsiteY2001" fmla="*/ 412635 h 832404"/>
                      <a:gd name="connsiteX2002" fmla="*/ 2688076 w 3567513"/>
                      <a:gd name="connsiteY2002" fmla="*/ 409310 h 832404"/>
                      <a:gd name="connsiteX2003" fmla="*/ 2671008 w 3567513"/>
                      <a:gd name="connsiteY2003" fmla="*/ 401641 h 832404"/>
                      <a:gd name="connsiteX2004" fmla="*/ 2668171 w 3567513"/>
                      <a:gd name="connsiteY2004" fmla="*/ 392730 h 832404"/>
                      <a:gd name="connsiteX2005" fmla="*/ 2700488 w 3567513"/>
                      <a:gd name="connsiteY2005" fmla="*/ 349685 h 832404"/>
                      <a:gd name="connsiteX2006" fmla="*/ 2709310 w 3567513"/>
                      <a:gd name="connsiteY2006" fmla="*/ 355980 h 832404"/>
                      <a:gd name="connsiteX2007" fmla="*/ 2728683 w 3567513"/>
                      <a:gd name="connsiteY2007" fmla="*/ 353675 h 832404"/>
                      <a:gd name="connsiteX2008" fmla="*/ 2729702 w 3567513"/>
                      <a:gd name="connsiteY2008" fmla="*/ 368703 h 832404"/>
                      <a:gd name="connsiteX2009" fmla="*/ 2722033 w 3567513"/>
                      <a:gd name="connsiteY2009" fmla="*/ 373845 h 832404"/>
                      <a:gd name="connsiteX2010" fmla="*/ 2717334 w 3567513"/>
                      <a:gd name="connsiteY2010" fmla="*/ 376993 h 832404"/>
                      <a:gd name="connsiteX2011" fmla="*/ 2720083 w 3567513"/>
                      <a:gd name="connsiteY2011" fmla="*/ 389361 h 832404"/>
                      <a:gd name="connsiteX2012" fmla="*/ 2689982 w 3567513"/>
                      <a:gd name="connsiteY2012" fmla="*/ 462152 h 832404"/>
                      <a:gd name="connsiteX2013" fmla="*/ 2683510 w 3567513"/>
                      <a:gd name="connsiteY2013" fmla="*/ 465743 h 832404"/>
                      <a:gd name="connsiteX2014" fmla="*/ 2681692 w 3567513"/>
                      <a:gd name="connsiteY2014" fmla="*/ 462152 h 832404"/>
                      <a:gd name="connsiteX2015" fmla="*/ 2688164 w 3567513"/>
                      <a:gd name="connsiteY2015" fmla="*/ 458562 h 832404"/>
                      <a:gd name="connsiteX2016" fmla="*/ 2689982 w 3567513"/>
                      <a:gd name="connsiteY2016" fmla="*/ 462152 h 832404"/>
                      <a:gd name="connsiteX2017" fmla="*/ 2677347 w 3567513"/>
                      <a:gd name="connsiteY2017" fmla="*/ 442203 h 832404"/>
                      <a:gd name="connsiteX2018" fmla="*/ 2677569 w 3567513"/>
                      <a:gd name="connsiteY2018" fmla="*/ 442558 h 832404"/>
                      <a:gd name="connsiteX2019" fmla="*/ 2679209 w 3567513"/>
                      <a:gd name="connsiteY2019" fmla="*/ 442425 h 832404"/>
                      <a:gd name="connsiteX2020" fmla="*/ 2682756 w 3567513"/>
                      <a:gd name="connsiteY2020" fmla="*/ 449474 h 832404"/>
                      <a:gd name="connsiteX2021" fmla="*/ 2674909 w 3567513"/>
                      <a:gd name="connsiteY2021" fmla="*/ 455503 h 832404"/>
                      <a:gd name="connsiteX2022" fmla="*/ 2664181 w 3567513"/>
                      <a:gd name="connsiteY2022" fmla="*/ 471019 h 832404"/>
                      <a:gd name="connsiteX2023" fmla="*/ 2626899 w 3567513"/>
                      <a:gd name="connsiteY2023" fmla="*/ 512513 h 832404"/>
                      <a:gd name="connsiteX2024" fmla="*/ 2617900 w 3567513"/>
                      <a:gd name="connsiteY2024" fmla="*/ 517699 h 832404"/>
                      <a:gd name="connsiteX2025" fmla="*/ 2604556 w 3567513"/>
                      <a:gd name="connsiteY2025" fmla="*/ 516414 h 832404"/>
                      <a:gd name="connsiteX2026" fmla="*/ 2601675 w 3567513"/>
                      <a:gd name="connsiteY2026" fmla="*/ 511715 h 832404"/>
                      <a:gd name="connsiteX2027" fmla="*/ 2603980 w 3567513"/>
                      <a:gd name="connsiteY2027" fmla="*/ 505331 h 832404"/>
                      <a:gd name="connsiteX2028" fmla="*/ 2677347 w 3567513"/>
                      <a:gd name="connsiteY2028" fmla="*/ 442203 h 832404"/>
                      <a:gd name="connsiteX2029" fmla="*/ 2651591 w 3567513"/>
                      <a:gd name="connsiteY2029" fmla="*/ 518542 h 832404"/>
                      <a:gd name="connsiteX2030" fmla="*/ 2695878 w 3567513"/>
                      <a:gd name="connsiteY2030" fmla="*/ 485426 h 832404"/>
                      <a:gd name="connsiteX2031" fmla="*/ 2724471 w 3567513"/>
                      <a:gd name="connsiteY2031" fmla="*/ 472127 h 832404"/>
                      <a:gd name="connsiteX2032" fmla="*/ 2742071 w 3567513"/>
                      <a:gd name="connsiteY2032" fmla="*/ 444731 h 832404"/>
                      <a:gd name="connsiteX2033" fmla="*/ 2742913 w 3567513"/>
                      <a:gd name="connsiteY2033" fmla="*/ 463217 h 832404"/>
                      <a:gd name="connsiteX2034" fmla="*/ 2771506 w 3567513"/>
                      <a:gd name="connsiteY2034" fmla="*/ 469024 h 832404"/>
                      <a:gd name="connsiteX2035" fmla="*/ 2695833 w 3567513"/>
                      <a:gd name="connsiteY2035" fmla="*/ 488396 h 832404"/>
                      <a:gd name="connsiteX2036" fmla="*/ 2672116 w 3567513"/>
                      <a:gd name="connsiteY2036" fmla="*/ 503558 h 832404"/>
                      <a:gd name="connsiteX2037" fmla="*/ 2654473 w 3567513"/>
                      <a:gd name="connsiteY2037" fmla="*/ 527452 h 832404"/>
                      <a:gd name="connsiteX2038" fmla="*/ 2638602 w 3567513"/>
                      <a:gd name="connsiteY2038" fmla="*/ 555912 h 832404"/>
                      <a:gd name="connsiteX2039" fmla="*/ 2651591 w 3567513"/>
                      <a:gd name="connsiteY2039" fmla="*/ 518542 h 832404"/>
                      <a:gd name="connsiteX2040" fmla="*/ 2758783 w 3567513"/>
                      <a:gd name="connsiteY2040" fmla="*/ 234469 h 832404"/>
                      <a:gd name="connsiteX2041" fmla="*/ 2750538 w 3567513"/>
                      <a:gd name="connsiteY2041" fmla="*/ 242847 h 832404"/>
                      <a:gd name="connsiteX2042" fmla="*/ 2758207 w 3567513"/>
                      <a:gd name="connsiteY2042" fmla="*/ 250295 h 832404"/>
                      <a:gd name="connsiteX2043" fmla="*/ 2750760 w 3567513"/>
                      <a:gd name="connsiteY2043" fmla="*/ 257964 h 832404"/>
                      <a:gd name="connsiteX2044" fmla="*/ 2743090 w 3567513"/>
                      <a:gd name="connsiteY2044" fmla="*/ 250516 h 832404"/>
                      <a:gd name="connsiteX2045" fmla="*/ 2744110 w 3567513"/>
                      <a:gd name="connsiteY2045" fmla="*/ 246704 h 832404"/>
                      <a:gd name="connsiteX2046" fmla="*/ 2741583 w 3567513"/>
                      <a:gd name="connsiteY2046" fmla="*/ 248212 h 832404"/>
                      <a:gd name="connsiteX2047" fmla="*/ 2742603 w 3567513"/>
                      <a:gd name="connsiteY2047" fmla="*/ 272283 h 832404"/>
                      <a:gd name="connsiteX2048" fmla="*/ 2740962 w 3567513"/>
                      <a:gd name="connsiteY2048" fmla="*/ 287267 h 832404"/>
                      <a:gd name="connsiteX2049" fmla="*/ 2727441 w 3567513"/>
                      <a:gd name="connsiteY2049" fmla="*/ 300212 h 832404"/>
                      <a:gd name="connsiteX2050" fmla="*/ 2705852 w 3567513"/>
                      <a:gd name="connsiteY2050" fmla="*/ 306861 h 832404"/>
                      <a:gd name="connsiteX2051" fmla="*/ 2689273 w 3567513"/>
                      <a:gd name="connsiteY2051" fmla="*/ 286026 h 832404"/>
                      <a:gd name="connsiteX2052" fmla="*/ 2698316 w 3567513"/>
                      <a:gd name="connsiteY2052" fmla="*/ 236996 h 832404"/>
                      <a:gd name="connsiteX2053" fmla="*/ 2736707 w 3567513"/>
                      <a:gd name="connsiteY2053" fmla="*/ 220593 h 832404"/>
                      <a:gd name="connsiteX2054" fmla="*/ 2739278 w 3567513"/>
                      <a:gd name="connsiteY2054" fmla="*/ 224007 h 832404"/>
                      <a:gd name="connsiteX2055" fmla="*/ 2755104 w 3567513"/>
                      <a:gd name="connsiteY2055" fmla="*/ 223962 h 832404"/>
                      <a:gd name="connsiteX2056" fmla="*/ 2758783 w 3567513"/>
                      <a:gd name="connsiteY2056" fmla="*/ 234469 h 832404"/>
                      <a:gd name="connsiteX2057" fmla="*/ 2577736 w 3567513"/>
                      <a:gd name="connsiteY2057" fmla="*/ 440519 h 832404"/>
                      <a:gd name="connsiteX2058" fmla="*/ 2569180 w 3567513"/>
                      <a:gd name="connsiteY2058" fmla="*/ 436396 h 832404"/>
                      <a:gd name="connsiteX2059" fmla="*/ 2610718 w 3567513"/>
                      <a:gd name="connsiteY2059" fmla="*/ 400577 h 832404"/>
                      <a:gd name="connsiteX2060" fmla="*/ 2577736 w 3567513"/>
                      <a:gd name="connsiteY2060" fmla="*/ 440519 h 832404"/>
                      <a:gd name="connsiteX2061" fmla="*/ 2464071 w 3567513"/>
                      <a:gd name="connsiteY2061" fmla="*/ 477934 h 832404"/>
                      <a:gd name="connsiteX2062" fmla="*/ 2456180 w 3567513"/>
                      <a:gd name="connsiteY2062" fmla="*/ 470088 h 832404"/>
                      <a:gd name="connsiteX2063" fmla="*/ 2438714 w 3567513"/>
                      <a:gd name="connsiteY2063" fmla="*/ 465345 h 832404"/>
                      <a:gd name="connsiteX2064" fmla="*/ 2422223 w 3567513"/>
                      <a:gd name="connsiteY2064" fmla="*/ 467738 h 832404"/>
                      <a:gd name="connsiteX2065" fmla="*/ 2443945 w 3567513"/>
                      <a:gd name="connsiteY2065" fmla="*/ 462596 h 832404"/>
                      <a:gd name="connsiteX2066" fmla="*/ 2458707 w 3567513"/>
                      <a:gd name="connsiteY2066" fmla="*/ 464014 h 832404"/>
                      <a:gd name="connsiteX2067" fmla="*/ 2468371 w 3567513"/>
                      <a:gd name="connsiteY2067" fmla="*/ 477092 h 832404"/>
                      <a:gd name="connsiteX2068" fmla="*/ 2457023 w 3567513"/>
                      <a:gd name="connsiteY2068" fmla="*/ 497485 h 832404"/>
                      <a:gd name="connsiteX2069" fmla="*/ 2464071 w 3567513"/>
                      <a:gd name="connsiteY2069" fmla="*/ 477934 h 832404"/>
                      <a:gd name="connsiteX2070" fmla="*/ 2379842 w 3567513"/>
                      <a:gd name="connsiteY2070" fmla="*/ 503425 h 832404"/>
                      <a:gd name="connsiteX2071" fmla="*/ 2391413 w 3567513"/>
                      <a:gd name="connsiteY2071" fmla="*/ 492165 h 832404"/>
                      <a:gd name="connsiteX2072" fmla="*/ 2410032 w 3567513"/>
                      <a:gd name="connsiteY2072" fmla="*/ 482988 h 832404"/>
                      <a:gd name="connsiteX2073" fmla="*/ 2435167 w 3567513"/>
                      <a:gd name="connsiteY2073" fmla="*/ 480727 h 832404"/>
                      <a:gd name="connsiteX2074" fmla="*/ 2432729 w 3567513"/>
                      <a:gd name="connsiteY2074" fmla="*/ 490524 h 832404"/>
                      <a:gd name="connsiteX2075" fmla="*/ 2428341 w 3567513"/>
                      <a:gd name="connsiteY2075" fmla="*/ 493849 h 832404"/>
                      <a:gd name="connsiteX2076" fmla="*/ 2427454 w 3567513"/>
                      <a:gd name="connsiteY2076" fmla="*/ 499302 h 832404"/>
                      <a:gd name="connsiteX2077" fmla="*/ 2424705 w 3567513"/>
                      <a:gd name="connsiteY2077" fmla="*/ 505331 h 832404"/>
                      <a:gd name="connsiteX2078" fmla="*/ 2429449 w 3567513"/>
                      <a:gd name="connsiteY2078" fmla="*/ 503469 h 832404"/>
                      <a:gd name="connsiteX2079" fmla="*/ 2431266 w 3567513"/>
                      <a:gd name="connsiteY2079" fmla="*/ 507060 h 832404"/>
                      <a:gd name="connsiteX2080" fmla="*/ 2424794 w 3567513"/>
                      <a:gd name="connsiteY2080" fmla="*/ 510651 h 832404"/>
                      <a:gd name="connsiteX2081" fmla="*/ 2422400 w 3567513"/>
                      <a:gd name="connsiteY2081" fmla="*/ 508656 h 832404"/>
                      <a:gd name="connsiteX2082" fmla="*/ 2394605 w 3567513"/>
                      <a:gd name="connsiteY2082" fmla="*/ 533791 h 832404"/>
                      <a:gd name="connsiteX2083" fmla="*/ 2349830 w 3567513"/>
                      <a:gd name="connsiteY2083" fmla="*/ 563272 h 832404"/>
                      <a:gd name="connsiteX2084" fmla="*/ 2319641 w 3567513"/>
                      <a:gd name="connsiteY2084" fmla="*/ 565134 h 832404"/>
                      <a:gd name="connsiteX2085" fmla="*/ 2318887 w 3567513"/>
                      <a:gd name="connsiteY2085" fmla="*/ 559105 h 832404"/>
                      <a:gd name="connsiteX2086" fmla="*/ 2333117 w 3567513"/>
                      <a:gd name="connsiteY2086" fmla="*/ 535033 h 832404"/>
                      <a:gd name="connsiteX2087" fmla="*/ 2355948 w 3567513"/>
                      <a:gd name="connsiteY2087" fmla="*/ 520271 h 832404"/>
                      <a:gd name="connsiteX2088" fmla="*/ 2379089 w 3567513"/>
                      <a:gd name="connsiteY2088" fmla="*/ 506572 h 832404"/>
                      <a:gd name="connsiteX2089" fmla="*/ 2379842 w 3567513"/>
                      <a:gd name="connsiteY2089" fmla="*/ 503425 h 832404"/>
                      <a:gd name="connsiteX2090" fmla="*/ 2402407 w 3567513"/>
                      <a:gd name="connsiteY2090" fmla="*/ 557730 h 832404"/>
                      <a:gd name="connsiteX2091" fmla="*/ 2421513 w 3567513"/>
                      <a:gd name="connsiteY2091" fmla="*/ 539599 h 832404"/>
                      <a:gd name="connsiteX2092" fmla="*/ 2423641 w 3567513"/>
                      <a:gd name="connsiteY2092" fmla="*/ 548243 h 832404"/>
                      <a:gd name="connsiteX2093" fmla="*/ 2431887 w 3567513"/>
                      <a:gd name="connsiteY2093" fmla="*/ 555115 h 832404"/>
                      <a:gd name="connsiteX2094" fmla="*/ 2451082 w 3567513"/>
                      <a:gd name="connsiteY2094" fmla="*/ 562296 h 832404"/>
                      <a:gd name="connsiteX2095" fmla="*/ 2420006 w 3567513"/>
                      <a:gd name="connsiteY2095" fmla="*/ 554982 h 832404"/>
                      <a:gd name="connsiteX2096" fmla="*/ 2414376 w 3567513"/>
                      <a:gd name="connsiteY2096" fmla="*/ 554361 h 832404"/>
                      <a:gd name="connsiteX2097" fmla="*/ 2391945 w 3567513"/>
                      <a:gd name="connsiteY2097" fmla="*/ 566463 h 832404"/>
                      <a:gd name="connsiteX2098" fmla="*/ 2366100 w 3567513"/>
                      <a:gd name="connsiteY2098" fmla="*/ 578034 h 832404"/>
                      <a:gd name="connsiteX2099" fmla="*/ 2402407 w 3567513"/>
                      <a:gd name="connsiteY2099" fmla="*/ 557730 h 832404"/>
                      <a:gd name="connsiteX2100" fmla="*/ 2486281 w 3567513"/>
                      <a:gd name="connsiteY2100" fmla="*/ 408379 h 832404"/>
                      <a:gd name="connsiteX2101" fmla="*/ 2435123 w 3567513"/>
                      <a:gd name="connsiteY2101" fmla="*/ 428683 h 832404"/>
                      <a:gd name="connsiteX2102" fmla="*/ 2472849 w 3567513"/>
                      <a:gd name="connsiteY2102" fmla="*/ 413078 h 832404"/>
                      <a:gd name="connsiteX2103" fmla="*/ 2528573 w 3567513"/>
                      <a:gd name="connsiteY2103" fmla="*/ 366753 h 832404"/>
                      <a:gd name="connsiteX2104" fmla="*/ 2486281 w 3567513"/>
                      <a:gd name="connsiteY2104" fmla="*/ 408379 h 832404"/>
                      <a:gd name="connsiteX2105" fmla="*/ 2355549 w 3567513"/>
                      <a:gd name="connsiteY2105" fmla="*/ 395168 h 832404"/>
                      <a:gd name="connsiteX2106" fmla="*/ 2352534 w 3567513"/>
                      <a:gd name="connsiteY2106" fmla="*/ 400665 h 832404"/>
                      <a:gd name="connsiteX2107" fmla="*/ 2354663 w 3567513"/>
                      <a:gd name="connsiteY2107" fmla="*/ 402129 h 832404"/>
                      <a:gd name="connsiteX2108" fmla="*/ 2360071 w 3567513"/>
                      <a:gd name="connsiteY2108" fmla="*/ 410552 h 832404"/>
                      <a:gd name="connsiteX2109" fmla="*/ 2374523 w 3567513"/>
                      <a:gd name="connsiteY2109" fmla="*/ 426644 h 832404"/>
                      <a:gd name="connsiteX2110" fmla="*/ 2354884 w 3567513"/>
                      <a:gd name="connsiteY2110" fmla="*/ 411527 h 832404"/>
                      <a:gd name="connsiteX2111" fmla="*/ 2349077 w 3567513"/>
                      <a:gd name="connsiteY2111" fmla="*/ 406163 h 832404"/>
                      <a:gd name="connsiteX2112" fmla="*/ 2328640 w 3567513"/>
                      <a:gd name="connsiteY2112" fmla="*/ 407448 h 832404"/>
                      <a:gd name="connsiteX2113" fmla="*/ 2315961 w 3567513"/>
                      <a:gd name="connsiteY2113" fmla="*/ 411881 h 832404"/>
                      <a:gd name="connsiteX2114" fmla="*/ 2328640 w 3567513"/>
                      <a:gd name="connsiteY2114" fmla="*/ 407448 h 832404"/>
                      <a:gd name="connsiteX2115" fmla="*/ 2352490 w 3567513"/>
                      <a:gd name="connsiteY2115" fmla="*/ 392996 h 832404"/>
                      <a:gd name="connsiteX2116" fmla="*/ 2372351 w 3567513"/>
                      <a:gd name="connsiteY2116" fmla="*/ 367772 h 832404"/>
                      <a:gd name="connsiteX2117" fmla="*/ 2355549 w 3567513"/>
                      <a:gd name="connsiteY2117" fmla="*/ 395168 h 832404"/>
                      <a:gd name="connsiteX2118" fmla="*/ 2329349 w 3567513"/>
                      <a:gd name="connsiteY2118" fmla="*/ 436396 h 832404"/>
                      <a:gd name="connsiteX2119" fmla="*/ 2326911 w 3567513"/>
                      <a:gd name="connsiteY2119" fmla="*/ 446193 h 832404"/>
                      <a:gd name="connsiteX2120" fmla="*/ 2312991 w 3567513"/>
                      <a:gd name="connsiteY2120" fmla="*/ 453907 h 832404"/>
                      <a:gd name="connsiteX2121" fmla="*/ 2285462 w 3567513"/>
                      <a:gd name="connsiteY2121" fmla="*/ 464369 h 832404"/>
                      <a:gd name="connsiteX2122" fmla="*/ 2278768 w 3567513"/>
                      <a:gd name="connsiteY2122" fmla="*/ 466320 h 832404"/>
                      <a:gd name="connsiteX2123" fmla="*/ 2273936 w 3567513"/>
                      <a:gd name="connsiteY2123" fmla="*/ 459448 h 832404"/>
                      <a:gd name="connsiteX2124" fmla="*/ 2273404 w 3567513"/>
                      <a:gd name="connsiteY2124" fmla="*/ 459670 h 832404"/>
                      <a:gd name="connsiteX2125" fmla="*/ 2255804 w 3567513"/>
                      <a:gd name="connsiteY2125" fmla="*/ 463881 h 832404"/>
                      <a:gd name="connsiteX2126" fmla="*/ 2251549 w 3567513"/>
                      <a:gd name="connsiteY2126" fmla="*/ 462419 h 832404"/>
                      <a:gd name="connsiteX2127" fmla="*/ 2252169 w 3567513"/>
                      <a:gd name="connsiteY2127" fmla="*/ 460158 h 832404"/>
                      <a:gd name="connsiteX2128" fmla="*/ 2270434 w 3567513"/>
                      <a:gd name="connsiteY2128" fmla="*/ 443489 h 832404"/>
                      <a:gd name="connsiteX2129" fmla="*/ 2294461 w 3567513"/>
                      <a:gd name="connsiteY2129" fmla="*/ 431830 h 832404"/>
                      <a:gd name="connsiteX2130" fmla="*/ 2312592 w 3567513"/>
                      <a:gd name="connsiteY2130" fmla="*/ 424294 h 832404"/>
                      <a:gd name="connsiteX2131" fmla="*/ 2344910 w 3567513"/>
                      <a:gd name="connsiteY2131" fmla="*/ 425535 h 832404"/>
                      <a:gd name="connsiteX2132" fmla="*/ 2328418 w 3567513"/>
                      <a:gd name="connsiteY2132" fmla="*/ 435598 h 832404"/>
                      <a:gd name="connsiteX2133" fmla="*/ 2329349 w 3567513"/>
                      <a:gd name="connsiteY2133" fmla="*/ 436396 h 832404"/>
                      <a:gd name="connsiteX2134" fmla="*/ 2317558 w 3567513"/>
                      <a:gd name="connsiteY2134" fmla="*/ 371407 h 832404"/>
                      <a:gd name="connsiteX2135" fmla="*/ 2303638 w 3567513"/>
                      <a:gd name="connsiteY2135" fmla="*/ 379121 h 832404"/>
                      <a:gd name="connsiteX2136" fmla="*/ 2288521 w 3567513"/>
                      <a:gd name="connsiteY2136" fmla="*/ 384884 h 832404"/>
                      <a:gd name="connsiteX2137" fmla="*/ 2279522 w 3567513"/>
                      <a:gd name="connsiteY2137" fmla="*/ 397164 h 832404"/>
                      <a:gd name="connsiteX2138" fmla="*/ 2258509 w 3567513"/>
                      <a:gd name="connsiteY2138" fmla="*/ 416757 h 832404"/>
                      <a:gd name="connsiteX2139" fmla="*/ 2236077 w 3567513"/>
                      <a:gd name="connsiteY2139" fmla="*/ 426555 h 832404"/>
                      <a:gd name="connsiteX2140" fmla="*/ 2222379 w 3567513"/>
                      <a:gd name="connsiteY2140" fmla="*/ 419728 h 832404"/>
                      <a:gd name="connsiteX2141" fmla="*/ 2242106 w 3567513"/>
                      <a:gd name="connsiteY2141" fmla="*/ 385194 h 832404"/>
                      <a:gd name="connsiteX2142" fmla="*/ 2287501 w 3567513"/>
                      <a:gd name="connsiteY2142" fmla="*/ 358063 h 832404"/>
                      <a:gd name="connsiteX2143" fmla="*/ 2307273 w 3567513"/>
                      <a:gd name="connsiteY2143" fmla="*/ 350217 h 832404"/>
                      <a:gd name="connsiteX2144" fmla="*/ 2342826 w 3567513"/>
                      <a:gd name="connsiteY2144" fmla="*/ 354473 h 832404"/>
                      <a:gd name="connsiteX2145" fmla="*/ 2320749 w 3567513"/>
                      <a:gd name="connsiteY2145" fmla="*/ 364757 h 832404"/>
                      <a:gd name="connsiteX2146" fmla="*/ 2317558 w 3567513"/>
                      <a:gd name="connsiteY2146" fmla="*/ 371407 h 832404"/>
                      <a:gd name="connsiteX2147" fmla="*/ 2263695 w 3567513"/>
                      <a:gd name="connsiteY2147" fmla="*/ 336652 h 832404"/>
                      <a:gd name="connsiteX2148" fmla="*/ 2261745 w 3567513"/>
                      <a:gd name="connsiteY2148" fmla="*/ 338514 h 832404"/>
                      <a:gd name="connsiteX2149" fmla="*/ 2258775 w 3567513"/>
                      <a:gd name="connsiteY2149" fmla="*/ 338514 h 832404"/>
                      <a:gd name="connsiteX2150" fmla="*/ 2247248 w 3567513"/>
                      <a:gd name="connsiteY2150" fmla="*/ 330800 h 832404"/>
                      <a:gd name="connsiteX2151" fmla="*/ 2239934 w 3567513"/>
                      <a:gd name="connsiteY2151" fmla="*/ 319761 h 832404"/>
                      <a:gd name="connsiteX2152" fmla="*/ 2241707 w 3567513"/>
                      <a:gd name="connsiteY2152" fmla="*/ 301143 h 832404"/>
                      <a:gd name="connsiteX2153" fmla="*/ 2252391 w 3567513"/>
                      <a:gd name="connsiteY2153" fmla="*/ 286070 h 832404"/>
                      <a:gd name="connsiteX2154" fmla="*/ 2267552 w 3567513"/>
                      <a:gd name="connsiteY2154" fmla="*/ 290459 h 832404"/>
                      <a:gd name="connsiteX2155" fmla="*/ 2263695 w 3567513"/>
                      <a:gd name="connsiteY2155" fmla="*/ 336652 h 832404"/>
                      <a:gd name="connsiteX2156" fmla="*/ 2208592 w 3567513"/>
                      <a:gd name="connsiteY2156" fmla="*/ 337317 h 832404"/>
                      <a:gd name="connsiteX2157" fmla="*/ 2209922 w 3567513"/>
                      <a:gd name="connsiteY2157" fmla="*/ 336430 h 832404"/>
                      <a:gd name="connsiteX2158" fmla="*/ 2216793 w 3567513"/>
                      <a:gd name="connsiteY2158" fmla="*/ 319097 h 832404"/>
                      <a:gd name="connsiteX2159" fmla="*/ 2220960 w 3567513"/>
                      <a:gd name="connsiteY2159" fmla="*/ 298040 h 832404"/>
                      <a:gd name="connsiteX2160" fmla="*/ 2227122 w 3567513"/>
                      <a:gd name="connsiteY2160" fmla="*/ 294670 h 832404"/>
                      <a:gd name="connsiteX2161" fmla="*/ 2223709 w 3567513"/>
                      <a:gd name="connsiteY2161" fmla="*/ 313068 h 832404"/>
                      <a:gd name="connsiteX2162" fmla="*/ 2227388 w 3567513"/>
                      <a:gd name="connsiteY2162" fmla="*/ 331465 h 832404"/>
                      <a:gd name="connsiteX2163" fmla="*/ 2232442 w 3567513"/>
                      <a:gd name="connsiteY2163" fmla="*/ 342858 h 832404"/>
                      <a:gd name="connsiteX2164" fmla="*/ 2222822 w 3567513"/>
                      <a:gd name="connsiteY2164" fmla="*/ 339178 h 832404"/>
                      <a:gd name="connsiteX2165" fmla="*/ 2215995 w 3567513"/>
                      <a:gd name="connsiteY2165" fmla="*/ 366619 h 832404"/>
                      <a:gd name="connsiteX2166" fmla="*/ 2221271 w 3567513"/>
                      <a:gd name="connsiteY2166" fmla="*/ 381293 h 832404"/>
                      <a:gd name="connsiteX2167" fmla="*/ 2223664 w 3567513"/>
                      <a:gd name="connsiteY2167" fmla="*/ 382977 h 832404"/>
                      <a:gd name="connsiteX2168" fmla="*/ 2229516 w 3567513"/>
                      <a:gd name="connsiteY2168" fmla="*/ 380362 h 832404"/>
                      <a:gd name="connsiteX2169" fmla="*/ 2262011 w 3567513"/>
                      <a:gd name="connsiteY2169" fmla="*/ 361876 h 832404"/>
                      <a:gd name="connsiteX2170" fmla="*/ 2277305 w 3567513"/>
                      <a:gd name="connsiteY2170" fmla="*/ 353630 h 832404"/>
                      <a:gd name="connsiteX2171" fmla="*/ 2262011 w 3567513"/>
                      <a:gd name="connsiteY2171" fmla="*/ 361876 h 832404"/>
                      <a:gd name="connsiteX2172" fmla="*/ 2215374 w 3567513"/>
                      <a:gd name="connsiteY2172" fmla="*/ 409798 h 832404"/>
                      <a:gd name="connsiteX2173" fmla="*/ 2220428 w 3567513"/>
                      <a:gd name="connsiteY2173" fmla="*/ 398405 h 832404"/>
                      <a:gd name="connsiteX2174" fmla="*/ 2217591 w 3567513"/>
                      <a:gd name="connsiteY2174" fmla="*/ 390071 h 832404"/>
                      <a:gd name="connsiteX2175" fmla="*/ 2221359 w 3567513"/>
                      <a:gd name="connsiteY2175" fmla="*/ 338868 h 832404"/>
                      <a:gd name="connsiteX2176" fmla="*/ 2208592 w 3567513"/>
                      <a:gd name="connsiteY2176" fmla="*/ 337317 h 832404"/>
                      <a:gd name="connsiteX2177" fmla="*/ 2194140 w 3567513"/>
                      <a:gd name="connsiteY2177" fmla="*/ 339356 h 832404"/>
                      <a:gd name="connsiteX2178" fmla="*/ 2208592 w 3567513"/>
                      <a:gd name="connsiteY2178" fmla="*/ 337317 h 832404"/>
                      <a:gd name="connsiteX2179" fmla="*/ 2171487 w 3567513"/>
                      <a:gd name="connsiteY2179" fmla="*/ 274854 h 832404"/>
                      <a:gd name="connsiteX2180" fmla="*/ 2165547 w 3567513"/>
                      <a:gd name="connsiteY2180" fmla="*/ 279287 h 832404"/>
                      <a:gd name="connsiteX2181" fmla="*/ 2165059 w 3567513"/>
                      <a:gd name="connsiteY2181" fmla="*/ 279598 h 832404"/>
                      <a:gd name="connsiteX2182" fmla="*/ 2115364 w 3567513"/>
                      <a:gd name="connsiteY2182" fmla="*/ 333504 h 832404"/>
                      <a:gd name="connsiteX2183" fmla="*/ 2105877 w 3567513"/>
                      <a:gd name="connsiteY2183" fmla="*/ 334213 h 832404"/>
                      <a:gd name="connsiteX2184" fmla="*/ 2097144 w 3567513"/>
                      <a:gd name="connsiteY2184" fmla="*/ 325170 h 832404"/>
                      <a:gd name="connsiteX2185" fmla="*/ 2096789 w 3567513"/>
                      <a:gd name="connsiteY2185" fmla="*/ 312181 h 832404"/>
                      <a:gd name="connsiteX2186" fmla="*/ 2117004 w 3567513"/>
                      <a:gd name="connsiteY2186" fmla="*/ 269889 h 832404"/>
                      <a:gd name="connsiteX2187" fmla="*/ 2151981 w 3567513"/>
                      <a:gd name="connsiteY2187" fmla="*/ 249231 h 832404"/>
                      <a:gd name="connsiteX2188" fmla="*/ 2164793 w 3567513"/>
                      <a:gd name="connsiteY2188" fmla="*/ 258674 h 832404"/>
                      <a:gd name="connsiteX2189" fmla="*/ 2169226 w 3567513"/>
                      <a:gd name="connsiteY2189" fmla="*/ 260003 h 832404"/>
                      <a:gd name="connsiteX2190" fmla="*/ 2170201 w 3567513"/>
                      <a:gd name="connsiteY2190" fmla="*/ 259871 h 832404"/>
                      <a:gd name="connsiteX2191" fmla="*/ 2177871 w 3567513"/>
                      <a:gd name="connsiteY2191" fmla="*/ 267318 h 832404"/>
                      <a:gd name="connsiteX2192" fmla="*/ 2171487 w 3567513"/>
                      <a:gd name="connsiteY2192" fmla="*/ 274854 h 832404"/>
                      <a:gd name="connsiteX2193" fmla="*/ 2144800 w 3567513"/>
                      <a:gd name="connsiteY2193" fmla="*/ 233848 h 832404"/>
                      <a:gd name="connsiteX2194" fmla="*/ 2119442 w 3567513"/>
                      <a:gd name="connsiteY2194" fmla="*/ 241030 h 832404"/>
                      <a:gd name="connsiteX2195" fmla="*/ 2092622 w 3567513"/>
                      <a:gd name="connsiteY2195" fmla="*/ 284031 h 832404"/>
                      <a:gd name="connsiteX2196" fmla="*/ 2101710 w 3567513"/>
                      <a:gd name="connsiteY2196" fmla="*/ 255526 h 832404"/>
                      <a:gd name="connsiteX2197" fmla="*/ 2123033 w 3567513"/>
                      <a:gd name="connsiteY2197" fmla="*/ 235001 h 832404"/>
                      <a:gd name="connsiteX2198" fmla="*/ 2151538 w 3567513"/>
                      <a:gd name="connsiteY2198" fmla="*/ 229859 h 832404"/>
                      <a:gd name="connsiteX2199" fmla="*/ 2172506 w 3567513"/>
                      <a:gd name="connsiteY2199" fmla="*/ 232518 h 832404"/>
                      <a:gd name="connsiteX2200" fmla="*/ 2144800 w 3567513"/>
                      <a:gd name="connsiteY2200" fmla="*/ 233848 h 832404"/>
                      <a:gd name="connsiteX2201" fmla="*/ 2101267 w 3567513"/>
                      <a:gd name="connsiteY2201" fmla="*/ 356113 h 832404"/>
                      <a:gd name="connsiteX2202" fmla="*/ 2093376 w 3567513"/>
                      <a:gd name="connsiteY2202" fmla="*/ 382047 h 832404"/>
                      <a:gd name="connsiteX2203" fmla="*/ 2093331 w 3567513"/>
                      <a:gd name="connsiteY2203" fmla="*/ 384839 h 832404"/>
                      <a:gd name="connsiteX2204" fmla="*/ 2096257 w 3567513"/>
                      <a:gd name="connsiteY2204" fmla="*/ 385460 h 832404"/>
                      <a:gd name="connsiteX2205" fmla="*/ 2126624 w 3567513"/>
                      <a:gd name="connsiteY2205" fmla="*/ 395568 h 832404"/>
                      <a:gd name="connsiteX2206" fmla="*/ 2131899 w 3567513"/>
                      <a:gd name="connsiteY2206" fmla="*/ 402129 h 832404"/>
                      <a:gd name="connsiteX2207" fmla="*/ 2126624 w 3567513"/>
                      <a:gd name="connsiteY2207" fmla="*/ 395568 h 832404"/>
                      <a:gd name="connsiteX2208" fmla="*/ 2078968 w 3567513"/>
                      <a:gd name="connsiteY2208" fmla="*/ 390558 h 832404"/>
                      <a:gd name="connsiteX2209" fmla="*/ 2054675 w 3567513"/>
                      <a:gd name="connsiteY2209" fmla="*/ 397696 h 832404"/>
                      <a:gd name="connsiteX2210" fmla="*/ 2050153 w 3567513"/>
                      <a:gd name="connsiteY2210" fmla="*/ 400178 h 832404"/>
                      <a:gd name="connsiteX2211" fmla="*/ 2033883 w 3567513"/>
                      <a:gd name="connsiteY2211" fmla="*/ 406295 h 832404"/>
                      <a:gd name="connsiteX2212" fmla="*/ 2005423 w 3567513"/>
                      <a:gd name="connsiteY2212" fmla="*/ 420881 h 832404"/>
                      <a:gd name="connsiteX2213" fmla="*/ 2033883 w 3567513"/>
                      <a:gd name="connsiteY2213" fmla="*/ 406295 h 832404"/>
                      <a:gd name="connsiteX2214" fmla="*/ 2054675 w 3567513"/>
                      <a:gd name="connsiteY2214" fmla="*/ 397696 h 832404"/>
                      <a:gd name="connsiteX2215" fmla="*/ 2081007 w 3567513"/>
                      <a:gd name="connsiteY2215" fmla="*/ 379963 h 832404"/>
                      <a:gd name="connsiteX2216" fmla="*/ 2092400 w 3567513"/>
                      <a:gd name="connsiteY2216" fmla="*/ 367151 h 832404"/>
                      <a:gd name="connsiteX2217" fmla="*/ 2101267 w 3567513"/>
                      <a:gd name="connsiteY2217" fmla="*/ 356113 h 832404"/>
                      <a:gd name="connsiteX2218" fmla="*/ 2036012 w 3567513"/>
                      <a:gd name="connsiteY2218" fmla="*/ 561543 h 832404"/>
                      <a:gd name="connsiteX2219" fmla="*/ 2035657 w 3567513"/>
                      <a:gd name="connsiteY2219" fmla="*/ 544475 h 832404"/>
                      <a:gd name="connsiteX2220" fmla="*/ 2038538 w 3567513"/>
                      <a:gd name="connsiteY2220" fmla="*/ 526211 h 832404"/>
                      <a:gd name="connsiteX2221" fmla="*/ 2029805 w 3567513"/>
                      <a:gd name="connsiteY2221" fmla="*/ 516990 h 832404"/>
                      <a:gd name="connsiteX2222" fmla="*/ 2025771 w 3567513"/>
                      <a:gd name="connsiteY2222" fmla="*/ 516635 h 832404"/>
                      <a:gd name="connsiteX2223" fmla="*/ 2029805 w 3567513"/>
                      <a:gd name="connsiteY2223" fmla="*/ 516990 h 832404"/>
                      <a:gd name="connsiteX2224" fmla="*/ 2056758 w 3567513"/>
                      <a:gd name="connsiteY2224" fmla="*/ 508434 h 832404"/>
                      <a:gd name="connsiteX2225" fmla="*/ 2104459 w 3567513"/>
                      <a:gd name="connsiteY2225" fmla="*/ 476871 h 832404"/>
                      <a:gd name="connsiteX2226" fmla="*/ 2127156 w 3567513"/>
                      <a:gd name="connsiteY2226" fmla="*/ 446238 h 832404"/>
                      <a:gd name="connsiteX2227" fmla="*/ 2122368 w 3567513"/>
                      <a:gd name="connsiteY2227" fmla="*/ 464458 h 832404"/>
                      <a:gd name="connsiteX2228" fmla="*/ 2101444 w 3567513"/>
                      <a:gd name="connsiteY2228" fmla="*/ 488663 h 832404"/>
                      <a:gd name="connsiteX2229" fmla="*/ 2079633 w 3567513"/>
                      <a:gd name="connsiteY2229" fmla="*/ 501563 h 832404"/>
                      <a:gd name="connsiteX2230" fmla="*/ 2050641 w 3567513"/>
                      <a:gd name="connsiteY2230" fmla="*/ 516768 h 832404"/>
                      <a:gd name="connsiteX2231" fmla="*/ 2046518 w 3567513"/>
                      <a:gd name="connsiteY2231" fmla="*/ 519517 h 832404"/>
                      <a:gd name="connsiteX2232" fmla="*/ 2045099 w 3567513"/>
                      <a:gd name="connsiteY2232" fmla="*/ 521955 h 832404"/>
                      <a:gd name="connsiteX2233" fmla="*/ 2041641 w 3567513"/>
                      <a:gd name="connsiteY2233" fmla="*/ 540441 h 832404"/>
                      <a:gd name="connsiteX2234" fmla="*/ 2036012 w 3567513"/>
                      <a:gd name="connsiteY2234" fmla="*/ 561543 h 832404"/>
                      <a:gd name="connsiteX2235" fmla="*/ 2070989 w 3567513"/>
                      <a:gd name="connsiteY2235" fmla="*/ 404212 h 832404"/>
                      <a:gd name="connsiteX2236" fmla="*/ 2071787 w 3567513"/>
                      <a:gd name="connsiteY2236" fmla="*/ 404212 h 832404"/>
                      <a:gd name="connsiteX2237" fmla="*/ 2071255 w 3567513"/>
                      <a:gd name="connsiteY2237" fmla="*/ 404390 h 832404"/>
                      <a:gd name="connsiteX2238" fmla="*/ 2083623 w 3567513"/>
                      <a:gd name="connsiteY2238" fmla="*/ 412059 h 832404"/>
                      <a:gd name="connsiteX2239" fmla="*/ 2082337 w 3567513"/>
                      <a:gd name="connsiteY2239" fmla="*/ 413344 h 832404"/>
                      <a:gd name="connsiteX2240" fmla="*/ 2081362 w 3567513"/>
                      <a:gd name="connsiteY2240" fmla="*/ 417910 h 832404"/>
                      <a:gd name="connsiteX2241" fmla="*/ 2071787 w 3567513"/>
                      <a:gd name="connsiteY2241" fmla="*/ 424515 h 832404"/>
                      <a:gd name="connsiteX2242" fmla="*/ 2073826 w 3567513"/>
                      <a:gd name="connsiteY2242" fmla="*/ 425402 h 832404"/>
                      <a:gd name="connsiteX2243" fmla="*/ 2074845 w 3567513"/>
                      <a:gd name="connsiteY2243" fmla="*/ 440431 h 832404"/>
                      <a:gd name="connsiteX2244" fmla="*/ 2067176 w 3567513"/>
                      <a:gd name="connsiteY2244" fmla="*/ 445573 h 832404"/>
                      <a:gd name="connsiteX2245" fmla="*/ 2044612 w 3567513"/>
                      <a:gd name="connsiteY2245" fmla="*/ 459448 h 832404"/>
                      <a:gd name="connsiteX2246" fmla="*/ 2034460 w 3567513"/>
                      <a:gd name="connsiteY2246" fmla="*/ 460557 h 832404"/>
                      <a:gd name="connsiteX2247" fmla="*/ 2009191 w 3567513"/>
                      <a:gd name="connsiteY2247" fmla="*/ 480905 h 832404"/>
                      <a:gd name="connsiteX2248" fmla="*/ 1974081 w 3567513"/>
                      <a:gd name="connsiteY2248" fmla="*/ 489106 h 832404"/>
                      <a:gd name="connsiteX2249" fmla="*/ 1967121 w 3567513"/>
                      <a:gd name="connsiteY2249" fmla="*/ 478954 h 832404"/>
                      <a:gd name="connsiteX2250" fmla="*/ 1967609 w 3567513"/>
                      <a:gd name="connsiteY2250" fmla="*/ 467074 h 832404"/>
                      <a:gd name="connsiteX2251" fmla="*/ 2008172 w 3567513"/>
                      <a:gd name="connsiteY2251" fmla="*/ 430367 h 832404"/>
                      <a:gd name="connsiteX2252" fmla="*/ 2071255 w 3567513"/>
                      <a:gd name="connsiteY2252" fmla="*/ 404434 h 832404"/>
                      <a:gd name="connsiteX2253" fmla="*/ 2070989 w 3567513"/>
                      <a:gd name="connsiteY2253" fmla="*/ 404212 h 832404"/>
                      <a:gd name="connsiteX2254" fmla="*/ 2086726 w 3567513"/>
                      <a:gd name="connsiteY2254" fmla="*/ 426954 h 832404"/>
                      <a:gd name="connsiteX2255" fmla="*/ 2088544 w 3567513"/>
                      <a:gd name="connsiteY2255" fmla="*/ 430545 h 832404"/>
                      <a:gd name="connsiteX2256" fmla="*/ 2082071 w 3567513"/>
                      <a:gd name="connsiteY2256" fmla="*/ 434135 h 832404"/>
                      <a:gd name="connsiteX2257" fmla="*/ 2080254 w 3567513"/>
                      <a:gd name="connsiteY2257" fmla="*/ 430545 h 832404"/>
                      <a:gd name="connsiteX2258" fmla="*/ 2086726 w 3567513"/>
                      <a:gd name="connsiteY2258" fmla="*/ 426954 h 832404"/>
                      <a:gd name="connsiteX2259" fmla="*/ 2031002 w 3567513"/>
                      <a:gd name="connsiteY2259" fmla="*/ 381869 h 832404"/>
                      <a:gd name="connsiteX2260" fmla="*/ 2037474 w 3567513"/>
                      <a:gd name="connsiteY2260" fmla="*/ 378279 h 832404"/>
                      <a:gd name="connsiteX2261" fmla="*/ 2039292 w 3567513"/>
                      <a:gd name="connsiteY2261" fmla="*/ 381869 h 832404"/>
                      <a:gd name="connsiteX2262" fmla="*/ 2032820 w 3567513"/>
                      <a:gd name="connsiteY2262" fmla="*/ 385460 h 832404"/>
                      <a:gd name="connsiteX2263" fmla="*/ 2031002 w 3567513"/>
                      <a:gd name="connsiteY2263" fmla="*/ 381869 h 832404"/>
                      <a:gd name="connsiteX2264" fmla="*/ 1693510 w 3567513"/>
                      <a:gd name="connsiteY2264" fmla="*/ 526300 h 832404"/>
                      <a:gd name="connsiteX2265" fmla="*/ 1692358 w 3567513"/>
                      <a:gd name="connsiteY2265" fmla="*/ 530201 h 832404"/>
                      <a:gd name="connsiteX2266" fmla="*/ 1679679 w 3567513"/>
                      <a:gd name="connsiteY2266" fmla="*/ 537249 h 832404"/>
                      <a:gd name="connsiteX2267" fmla="*/ 1674980 w 3567513"/>
                      <a:gd name="connsiteY2267" fmla="*/ 534235 h 832404"/>
                      <a:gd name="connsiteX2268" fmla="*/ 1674936 w 3567513"/>
                      <a:gd name="connsiteY2268" fmla="*/ 534279 h 832404"/>
                      <a:gd name="connsiteX2269" fmla="*/ 1652371 w 3567513"/>
                      <a:gd name="connsiteY2269" fmla="*/ 548155 h 832404"/>
                      <a:gd name="connsiteX2270" fmla="*/ 1633752 w 3567513"/>
                      <a:gd name="connsiteY2270" fmla="*/ 545273 h 832404"/>
                      <a:gd name="connsiteX2271" fmla="*/ 1632156 w 3567513"/>
                      <a:gd name="connsiteY2271" fmla="*/ 537959 h 832404"/>
                      <a:gd name="connsiteX2272" fmla="*/ 1637875 w 3567513"/>
                      <a:gd name="connsiteY2272" fmla="*/ 531442 h 832404"/>
                      <a:gd name="connsiteX2273" fmla="*/ 1632688 w 3567513"/>
                      <a:gd name="connsiteY2273" fmla="*/ 523064 h 832404"/>
                      <a:gd name="connsiteX2274" fmla="*/ 1639826 w 3567513"/>
                      <a:gd name="connsiteY2274" fmla="*/ 512291 h 832404"/>
                      <a:gd name="connsiteX2275" fmla="*/ 1650997 w 3567513"/>
                      <a:gd name="connsiteY2275" fmla="*/ 503292 h 832404"/>
                      <a:gd name="connsiteX2276" fmla="*/ 1671921 w 3567513"/>
                      <a:gd name="connsiteY2276" fmla="*/ 497396 h 832404"/>
                      <a:gd name="connsiteX2277" fmla="*/ 1710135 w 3567513"/>
                      <a:gd name="connsiteY2277" fmla="*/ 509897 h 832404"/>
                      <a:gd name="connsiteX2278" fmla="*/ 1693510 w 3567513"/>
                      <a:gd name="connsiteY2278" fmla="*/ 526300 h 832404"/>
                      <a:gd name="connsiteX2279" fmla="*/ 1699584 w 3567513"/>
                      <a:gd name="connsiteY2279" fmla="*/ 542879 h 832404"/>
                      <a:gd name="connsiteX2280" fmla="*/ 1693111 w 3567513"/>
                      <a:gd name="connsiteY2280" fmla="*/ 546470 h 832404"/>
                      <a:gd name="connsiteX2281" fmla="*/ 1691294 w 3567513"/>
                      <a:gd name="connsiteY2281" fmla="*/ 542879 h 832404"/>
                      <a:gd name="connsiteX2282" fmla="*/ 1697766 w 3567513"/>
                      <a:gd name="connsiteY2282" fmla="*/ 539288 h 832404"/>
                      <a:gd name="connsiteX2283" fmla="*/ 1699584 w 3567513"/>
                      <a:gd name="connsiteY2283" fmla="*/ 542879 h 832404"/>
                      <a:gd name="connsiteX2284" fmla="*/ 1688767 w 3567513"/>
                      <a:gd name="connsiteY2284" fmla="*/ 465300 h 832404"/>
                      <a:gd name="connsiteX2285" fmla="*/ 1646697 w 3567513"/>
                      <a:gd name="connsiteY2285" fmla="*/ 473989 h 832404"/>
                      <a:gd name="connsiteX2286" fmla="*/ 1613537 w 3567513"/>
                      <a:gd name="connsiteY2286" fmla="*/ 467118 h 832404"/>
                      <a:gd name="connsiteX2287" fmla="*/ 1602632 w 3567513"/>
                      <a:gd name="connsiteY2287" fmla="*/ 457409 h 832404"/>
                      <a:gd name="connsiteX2288" fmla="*/ 1621783 w 3567513"/>
                      <a:gd name="connsiteY2288" fmla="*/ 438170 h 832404"/>
                      <a:gd name="connsiteX2289" fmla="*/ 1650243 w 3567513"/>
                      <a:gd name="connsiteY2289" fmla="*/ 428816 h 832404"/>
                      <a:gd name="connsiteX2290" fmla="*/ 1733364 w 3567513"/>
                      <a:gd name="connsiteY2290" fmla="*/ 395523 h 832404"/>
                      <a:gd name="connsiteX2291" fmla="*/ 1738639 w 3567513"/>
                      <a:gd name="connsiteY2291" fmla="*/ 401330 h 832404"/>
                      <a:gd name="connsiteX2292" fmla="*/ 1756638 w 3567513"/>
                      <a:gd name="connsiteY2292" fmla="*/ 399513 h 832404"/>
                      <a:gd name="connsiteX2293" fmla="*/ 1757657 w 3567513"/>
                      <a:gd name="connsiteY2293" fmla="*/ 414541 h 832404"/>
                      <a:gd name="connsiteX2294" fmla="*/ 1749988 w 3567513"/>
                      <a:gd name="connsiteY2294" fmla="*/ 419683 h 832404"/>
                      <a:gd name="connsiteX2295" fmla="*/ 1728886 w 3567513"/>
                      <a:gd name="connsiteY2295" fmla="*/ 432983 h 832404"/>
                      <a:gd name="connsiteX2296" fmla="*/ 1725251 w 3567513"/>
                      <a:gd name="connsiteY2296" fmla="*/ 437549 h 832404"/>
                      <a:gd name="connsiteX2297" fmla="*/ 1688767 w 3567513"/>
                      <a:gd name="connsiteY2297" fmla="*/ 465300 h 832404"/>
                      <a:gd name="connsiteX2298" fmla="*/ 1577895 w 3567513"/>
                      <a:gd name="connsiteY2298" fmla="*/ 444420 h 832404"/>
                      <a:gd name="connsiteX2299" fmla="*/ 1553735 w 3567513"/>
                      <a:gd name="connsiteY2299" fmla="*/ 475851 h 832404"/>
                      <a:gd name="connsiteX2300" fmla="*/ 1572709 w 3567513"/>
                      <a:gd name="connsiteY2300" fmla="*/ 446548 h 832404"/>
                      <a:gd name="connsiteX2301" fmla="*/ 1567256 w 3567513"/>
                      <a:gd name="connsiteY2301" fmla="*/ 423807 h 832404"/>
                      <a:gd name="connsiteX2302" fmla="*/ 1552981 w 3567513"/>
                      <a:gd name="connsiteY2302" fmla="*/ 420349 h 832404"/>
                      <a:gd name="connsiteX2303" fmla="*/ 1526072 w 3567513"/>
                      <a:gd name="connsiteY2303" fmla="*/ 422521 h 832404"/>
                      <a:gd name="connsiteX2304" fmla="*/ 1552981 w 3567513"/>
                      <a:gd name="connsiteY2304" fmla="*/ 420349 h 832404"/>
                      <a:gd name="connsiteX2305" fmla="*/ 1601568 w 3567513"/>
                      <a:gd name="connsiteY2305" fmla="*/ 400178 h 832404"/>
                      <a:gd name="connsiteX2306" fmla="*/ 1643904 w 3567513"/>
                      <a:gd name="connsiteY2306" fmla="*/ 359039 h 832404"/>
                      <a:gd name="connsiteX2307" fmla="*/ 1620808 w 3567513"/>
                      <a:gd name="connsiteY2307" fmla="*/ 387544 h 832404"/>
                      <a:gd name="connsiteX2308" fmla="*/ 1571600 w 3567513"/>
                      <a:gd name="connsiteY2308" fmla="*/ 420881 h 832404"/>
                      <a:gd name="connsiteX2309" fmla="*/ 1577895 w 3567513"/>
                      <a:gd name="connsiteY2309" fmla="*/ 444420 h 832404"/>
                      <a:gd name="connsiteX2310" fmla="*/ 1534052 w 3567513"/>
                      <a:gd name="connsiteY2310" fmla="*/ 450494 h 832404"/>
                      <a:gd name="connsiteX2311" fmla="*/ 1532367 w 3567513"/>
                      <a:gd name="connsiteY2311" fmla="*/ 451114 h 832404"/>
                      <a:gd name="connsiteX2312" fmla="*/ 1526915 w 3567513"/>
                      <a:gd name="connsiteY2312" fmla="*/ 453198 h 832404"/>
                      <a:gd name="connsiteX2313" fmla="*/ 1521373 w 3567513"/>
                      <a:gd name="connsiteY2313" fmla="*/ 455326 h 832404"/>
                      <a:gd name="connsiteX2314" fmla="*/ 1518492 w 3567513"/>
                      <a:gd name="connsiteY2314" fmla="*/ 458252 h 832404"/>
                      <a:gd name="connsiteX2315" fmla="*/ 1491494 w 3567513"/>
                      <a:gd name="connsiteY2315" fmla="*/ 489460 h 832404"/>
                      <a:gd name="connsiteX2316" fmla="*/ 1441533 w 3567513"/>
                      <a:gd name="connsiteY2316" fmla="*/ 507326 h 832404"/>
                      <a:gd name="connsiteX2317" fmla="*/ 1440292 w 3567513"/>
                      <a:gd name="connsiteY2317" fmla="*/ 474432 h 832404"/>
                      <a:gd name="connsiteX2318" fmla="*/ 1461748 w 3567513"/>
                      <a:gd name="connsiteY2318" fmla="*/ 456922 h 832404"/>
                      <a:gd name="connsiteX2319" fmla="*/ 1528777 w 3567513"/>
                      <a:gd name="connsiteY2319" fmla="*/ 434135 h 832404"/>
                      <a:gd name="connsiteX2320" fmla="*/ 1550454 w 3567513"/>
                      <a:gd name="connsiteY2320" fmla="*/ 432983 h 832404"/>
                      <a:gd name="connsiteX2321" fmla="*/ 1548016 w 3567513"/>
                      <a:gd name="connsiteY2321" fmla="*/ 442780 h 832404"/>
                      <a:gd name="connsiteX2322" fmla="*/ 1534052 w 3567513"/>
                      <a:gd name="connsiteY2322" fmla="*/ 450494 h 832404"/>
                      <a:gd name="connsiteX2323" fmla="*/ 1544913 w 3567513"/>
                      <a:gd name="connsiteY2323" fmla="*/ 459049 h 832404"/>
                      <a:gd name="connsiteX2324" fmla="*/ 1538441 w 3567513"/>
                      <a:gd name="connsiteY2324" fmla="*/ 462640 h 832404"/>
                      <a:gd name="connsiteX2325" fmla="*/ 1536623 w 3567513"/>
                      <a:gd name="connsiteY2325" fmla="*/ 459049 h 832404"/>
                      <a:gd name="connsiteX2326" fmla="*/ 1543096 w 3567513"/>
                      <a:gd name="connsiteY2326" fmla="*/ 455459 h 832404"/>
                      <a:gd name="connsiteX2327" fmla="*/ 1544913 w 3567513"/>
                      <a:gd name="connsiteY2327" fmla="*/ 459049 h 832404"/>
                      <a:gd name="connsiteX2328" fmla="*/ 1412363 w 3567513"/>
                      <a:gd name="connsiteY2328" fmla="*/ 573024 h 832404"/>
                      <a:gd name="connsiteX2329" fmla="*/ 1414092 w 3567513"/>
                      <a:gd name="connsiteY2329" fmla="*/ 578255 h 832404"/>
                      <a:gd name="connsiteX2330" fmla="*/ 1399995 w 3567513"/>
                      <a:gd name="connsiteY2330" fmla="*/ 566064 h 832404"/>
                      <a:gd name="connsiteX2331" fmla="*/ 1393966 w 3567513"/>
                      <a:gd name="connsiteY2331" fmla="*/ 565399 h 832404"/>
                      <a:gd name="connsiteX2332" fmla="*/ 1399995 w 3567513"/>
                      <a:gd name="connsiteY2332" fmla="*/ 566064 h 832404"/>
                      <a:gd name="connsiteX2333" fmla="*/ 1418880 w 3567513"/>
                      <a:gd name="connsiteY2333" fmla="*/ 561365 h 832404"/>
                      <a:gd name="connsiteX2334" fmla="*/ 1443705 w 3567513"/>
                      <a:gd name="connsiteY2334" fmla="*/ 545584 h 832404"/>
                      <a:gd name="connsiteX2335" fmla="*/ 1460551 w 3567513"/>
                      <a:gd name="connsiteY2335" fmla="*/ 525546 h 832404"/>
                      <a:gd name="connsiteX2336" fmla="*/ 1446942 w 3567513"/>
                      <a:gd name="connsiteY2336" fmla="*/ 545317 h 832404"/>
                      <a:gd name="connsiteX2337" fmla="*/ 1417328 w 3567513"/>
                      <a:gd name="connsiteY2337" fmla="*/ 564912 h 832404"/>
                      <a:gd name="connsiteX2338" fmla="*/ 1413738 w 3567513"/>
                      <a:gd name="connsiteY2338" fmla="*/ 566906 h 832404"/>
                      <a:gd name="connsiteX2339" fmla="*/ 1412363 w 3567513"/>
                      <a:gd name="connsiteY2339" fmla="*/ 573024 h 832404"/>
                      <a:gd name="connsiteX2340" fmla="*/ 1390420 w 3567513"/>
                      <a:gd name="connsiteY2340" fmla="*/ 543456 h 832404"/>
                      <a:gd name="connsiteX2341" fmla="*/ 1424776 w 3567513"/>
                      <a:gd name="connsiteY2341" fmla="*/ 521290 h 832404"/>
                      <a:gd name="connsiteX2342" fmla="*/ 1425397 w 3567513"/>
                      <a:gd name="connsiteY2342" fmla="*/ 534146 h 832404"/>
                      <a:gd name="connsiteX2343" fmla="*/ 1400837 w 3567513"/>
                      <a:gd name="connsiteY2343" fmla="*/ 554538 h 832404"/>
                      <a:gd name="connsiteX2344" fmla="*/ 1390420 w 3567513"/>
                      <a:gd name="connsiteY2344" fmla="*/ 543456 h 832404"/>
                      <a:gd name="connsiteX2345" fmla="*/ 1420565 w 3567513"/>
                      <a:gd name="connsiteY2345" fmla="*/ 505641 h 832404"/>
                      <a:gd name="connsiteX2346" fmla="*/ 1363732 w 3567513"/>
                      <a:gd name="connsiteY2346" fmla="*/ 556799 h 832404"/>
                      <a:gd name="connsiteX2347" fmla="*/ 1412762 w 3567513"/>
                      <a:gd name="connsiteY2347" fmla="*/ 505730 h 832404"/>
                      <a:gd name="connsiteX2348" fmla="*/ 1405581 w 3567513"/>
                      <a:gd name="connsiteY2348" fmla="*/ 463527 h 832404"/>
                      <a:gd name="connsiteX2349" fmla="*/ 1422205 w 3567513"/>
                      <a:gd name="connsiteY2349" fmla="*/ 476161 h 832404"/>
                      <a:gd name="connsiteX2350" fmla="*/ 1427303 w 3567513"/>
                      <a:gd name="connsiteY2350" fmla="*/ 477048 h 832404"/>
                      <a:gd name="connsiteX2351" fmla="*/ 1430495 w 3567513"/>
                      <a:gd name="connsiteY2351" fmla="*/ 474876 h 832404"/>
                      <a:gd name="connsiteX2352" fmla="*/ 1455276 w 3567513"/>
                      <a:gd name="connsiteY2352" fmla="*/ 453774 h 832404"/>
                      <a:gd name="connsiteX2353" fmla="*/ 1470792 w 3567513"/>
                      <a:gd name="connsiteY2353" fmla="*/ 440563 h 832404"/>
                      <a:gd name="connsiteX2354" fmla="*/ 1455276 w 3567513"/>
                      <a:gd name="connsiteY2354" fmla="*/ 453774 h 832404"/>
                      <a:gd name="connsiteX2355" fmla="*/ 1427835 w 3567513"/>
                      <a:gd name="connsiteY2355" fmla="*/ 489195 h 832404"/>
                      <a:gd name="connsiteX2356" fmla="*/ 1426195 w 3567513"/>
                      <a:gd name="connsiteY2356" fmla="*/ 493583 h 832404"/>
                      <a:gd name="connsiteX2357" fmla="*/ 1427037 w 3567513"/>
                      <a:gd name="connsiteY2357" fmla="*/ 498150 h 832404"/>
                      <a:gd name="connsiteX2358" fmla="*/ 1433908 w 3567513"/>
                      <a:gd name="connsiteY2358" fmla="*/ 509764 h 832404"/>
                      <a:gd name="connsiteX2359" fmla="*/ 1466093 w 3567513"/>
                      <a:gd name="connsiteY2359" fmla="*/ 515926 h 832404"/>
                      <a:gd name="connsiteX2360" fmla="*/ 1420565 w 3567513"/>
                      <a:gd name="connsiteY2360" fmla="*/ 505641 h 832404"/>
                      <a:gd name="connsiteX2361" fmla="*/ 1285577 w 3567513"/>
                      <a:gd name="connsiteY2361" fmla="*/ 510429 h 832404"/>
                      <a:gd name="connsiteX2362" fmla="*/ 1292271 w 3567513"/>
                      <a:gd name="connsiteY2362" fmla="*/ 503070 h 832404"/>
                      <a:gd name="connsiteX2363" fmla="*/ 1312752 w 3567513"/>
                      <a:gd name="connsiteY2363" fmla="*/ 490081 h 832404"/>
                      <a:gd name="connsiteX2364" fmla="*/ 1313284 w 3567513"/>
                      <a:gd name="connsiteY2364" fmla="*/ 489859 h 832404"/>
                      <a:gd name="connsiteX2365" fmla="*/ 1329908 w 3567513"/>
                      <a:gd name="connsiteY2365" fmla="*/ 477491 h 832404"/>
                      <a:gd name="connsiteX2366" fmla="*/ 1377830 w 3567513"/>
                      <a:gd name="connsiteY2366" fmla="*/ 463039 h 832404"/>
                      <a:gd name="connsiteX2367" fmla="*/ 1370825 w 3567513"/>
                      <a:gd name="connsiteY2367" fmla="*/ 474920 h 832404"/>
                      <a:gd name="connsiteX2368" fmla="*/ 1372155 w 3567513"/>
                      <a:gd name="connsiteY2368" fmla="*/ 474698 h 832404"/>
                      <a:gd name="connsiteX2369" fmla="*/ 1370914 w 3567513"/>
                      <a:gd name="connsiteY2369" fmla="*/ 477136 h 832404"/>
                      <a:gd name="connsiteX2370" fmla="*/ 1369451 w 3567513"/>
                      <a:gd name="connsiteY2370" fmla="*/ 478688 h 832404"/>
                      <a:gd name="connsiteX2371" fmla="*/ 1368343 w 3567513"/>
                      <a:gd name="connsiteY2371" fmla="*/ 481348 h 832404"/>
                      <a:gd name="connsiteX2372" fmla="*/ 1362004 w 3567513"/>
                      <a:gd name="connsiteY2372" fmla="*/ 486712 h 832404"/>
                      <a:gd name="connsiteX2373" fmla="*/ 1339395 w 3567513"/>
                      <a:gd name="connsiteY2373" fmla="*/ 516902 h 832404"/>
                      <a:gd name="connsiteX2374" fmla="*/ 1315412 w 3567513"/>
                      <a:gd name="connsiteY2374" fmla="*/ 561277 h 832404"/>
                      <a:gd name="connsiteX2375" fmla="*/ 1304107 w 3567513"/>
                      <a:gd name="connsiteY2375" fmla="*/ 568857 h 832404"/>
                      <a:gd name="connsiteX2376" fmla="*/ 1292803 w 3567513"/>
                      <a:gd name="connsiteY2376" fmla="*/ 571872 h 832404"/>
                      <a:gd name="connsiteX2377" fmla="*/ 1269219 w 3567513"/>
                      <a:gd name="connsiteY2377" fmla="*/ 551967 h 832404"/>
                      <a:gd name="connsiteX2378" fmla="*/ 1286995 w 3567513"/>
                      <a:gd name="connsiteY2378" fmla="*/ 517655 h 832404"/>
                      <a:gd name="connsiteX2379" fmla="*/ 1285577 w 3567513"/>
                      <a:gd name="connsiteY2379" fmla="*/ 510429 h 832404"/>
                      <a:gd name="connsiteX2380" fmla="*/ 1375613 w 3567513"/>
                      <a:gd name="connsiteY2380" fmla="*/ 494115 h 832404"/>
                      <a:gd name="connsiteX2381" fmla="*/ 1369141 w 3567513"/>
                      <a:gd name="connsiteY2381" fmla="*/ 497706 h 832404"/>
                      <a:gd name="connsiteX2382" fmla="*/ 1367323 w 3567513"/>
                      <a:gd name="connsiteY2382" fmla="*/ 494115 h 832404"/>
                      <a:gd name="connsiteX2383" fmla="*/ 1373796 w 3567513"/>
                      <a:gd name="connsiteY2383" fmla="*/ 490524 h 832404"/>
                      <a:gd name="connsiteX2384" fmla="*/ 1375613 w 3567513"/>
                      <a:gd name="connsiteY2384" fmla="*/ 494115 h 832404"/>
                      <a:gd name="connsiteX2385" fmla="*/ 1749988 w 3567513"/>
                      <a:gd name="connsiteY2385" fmla="*/ 372250 h 832404"/>
                      <a:gd name="connsiteX2386" fmla="*/ 1752958 w 3567513"/>
                      <a:gd name="connsiteY2386" fmla="*/ 373934 h 832404"/>
                      <a:gd name="connsiteX2387" fmla="*/ 1764662 w 3567513"/>
                      <a:gd name="connsiteY2387" fmla="*/ 377569 h 832404"/>
                      <a:gd name="connsiteX2388" fmla="*/ 1737309 w 3567513"/>
                      <a:gd name="connsiteY2388" fmla="*/ 380673 h 832404"/>
                      <a:gd name="connsiteX2389" fmla="*/ 1710356 w 3567513"/>
                      <a:gd name="connsiteY2389" fmla="*/ 393396 h 832404"/>
                      <a:gd name="connsiteX2390" fmla="*/ 1669705 w 3567513"/>
                      <a:gd name="connsiteY2390" fmla="*/ 407094 h 832404"/>
                      <a:gd name="connsiteX2391" fmla="*/ 1717050 w 3567513"/>
                      <a:gd name="connsiteY2391" fmla="*/ 386347 h 832404"/>
                      <a:gd name="connsiteX2392" fmla="*/ 1728177 w 3567513"/>
                      <a:gd name="connsiteY2392" fmla="*/ 380451 h 832404"/>
                      <a:gd name="connsiteX2393" fmla="*/ 1737620 w 3567513"/>
                      <a:gd name="connsiteY2393" fmla="*/ 369722 h 832404"/>
                      <a:gd name="connsiteX2394" fmla="*/ 1746309 w 3567513"/>
                      <a:gd name="connsiteY2394" fmla="*/ 349862 h 832404"/>
                      <a:gd name="connsiteX2395" fmla="*/ 1750343 w 3567513"/>
                      <a:gd name="connsiteY2395" fmla="*/ 367993 h 832404"/>
                      <a:gd name="connsiteX2396" fmla="*/ 1749988 w 3567513"/>
                      <a:gd name="connsiteY2396" fmla="*/ 372250 h 832404"/>
                      <a:gd name="connsiteX2397" fmla="*/ 1765460 w 3567513"/>
                      <a:gd name="connsiteY2397" fmla="*/ 457143 h 832404"/>
                      <a:gd name="connsiteX2398" fmla="*/ 1783369 w 3567513"/>
                      <a:gd name="connsiteY2398" fmla="*/ 433648 h 832404"/>
                      <a:gd name="connsiteX2399" fmla="*/ 1790728 w 3567513"/>
                      <a:gd name="connsiteY2399" fmla="*/ 409798 h 832404"/>
                      <a:gd name="connsiteX2400" fmla="*/ 1791393 w 3567513"/>
                      <a:gd name="connsiteY2400" fmla="*/ 393839 h 832404"/>
                      <a:gd name="connsiteX2401" fmla="*/ 1790728 w 3567513"/>
                      <a:gd name="connsiteY2401" fmla="*/ 409798 h 832404"/>
                      <a:gd name="connsiteX2402" fmla="*/ 1790462 w 3567513"/>
                      <a:gd name="connsiteY2402" fmla="*/ 415782 h 832404"/>
                      <a:gd name="connsiteX2403" fmla="*/ 1786561 w 3567513"/>
                      <a:gd name="connsiteY2403" fmla="*/ 439189 h 832404"/>
                      <a:gd name="connsiteX2404" fmla="*/ 1766790 w 3567513"/>
                      <a:gd name="connsiteY2404" fmla="*/ 463704 h 832404"/>
                      <a:gd name="connsiteX2405" fmla="*/ 1742097 w 3567513"/>
                      <a:gd name="connsiteY2405" fmla="*/ 475718 h 832404"/>
                      <a:gd name="connsiteX2406" fmla="*/ 1765460 w 3567513"/>
                      <a:gd name="connsiteY2406" fmla="*/ 457143 h 832404"/>
                      <a:gd name="connsiteX2407" fmla="*/ 1743782 w 3567513"/>
                      <a:gd name="connsiteY2407" fmla="*/ 433426 h 832404"/>
                      <a:gd name="connsiteX2408" fmla="*/ 1750254 w 3567513"/>
                      <a:gd name="connsiteY2408" fmla="*/ 429835 h 832404"/>
                      <a:gd name="connsiteX2409" fmla="*/ 1752072 w 3567513"/>
                      <a:gd name="connsiteY2409" fmla="*/ 433426 h 832404"/>
                      <a:gd name="connsiteX2410" fmla="*/ 1745599 w 3567513"/>
                      <a:gd name="connsiteY2410" fmla="*/ 437017 h 832404"/>
                      <a:gd name="connsiteX2411" fmla="*/ 1743782 w 3567513"/>
                      <a:gd name="connsiteY2411" fmla="*/ 433426 h 832404"/>
                      <a:gd name="connsiteX2412" fmla="*/ 1726005 w 3567513"/>
                      <a:gd name="connsiteY2412" fmla="*/ 532329 h 832404"/>
                      <a:gd name="connsiteX2413" fmla="*/ 1733852 w 3567513"/>
                      <a:gd name="connsiteY2413" fmla="*/ 524881 h 832404"/>
                      <a:gd name="connsiteX2414" fmla="*/ 1743294 w 3567513"/>
                      <a:gd name="connsiteY2414" fmla="*/ 513577 h 832404"/>
                      <a:gd name="connsiteX2415" fmla="*/ 1741033 w 3567513"/>
                      <a:gd name="connsiteY2415" fmla="*/ 490480 h 832404"/>
                      <a:gd name="connsiteX2416" fmla="*/ 1723921 w 3567513"/>
                      <a:gd name="connsiteY2416" fmla="*/ 482279 h 832404"/>
                      <a:gd name="connsiteX2417" fmla="*/ 1744668 w 3567513"/>
                      <a:gd name="connsiteY2417" fmla="*/ 490392 h 832404"/>
                      <a:gd name="connsiteX2418" fmla="*/ 1751628 w 3567513"/>
                      <a:gd name="connsiteY2418" fmla="*/ 510163 h 832404"/>
                      <a:gd name="connsiteX2419" fmla="*/ 1793033 w 3567513"/>
                      <a:gd name="connsiteY2419" fmla="*/ 497661 h 832404"/>
                      <a:gd name="connsiteX2420" fmla="*/ 1751495 w 3567513"/>
                      <a:gd name="connsiteY2420" fmla="*/ 514064 h 832404"/>
                      <a:gd name="connsiteX2421" fmla="*/ 1726005 w 3567513"/>
                      <a:gd name="connsiteY2421" fmla="*/ 532329 h 832404"/>
                      <a:gd name="connsiteX2422" fmla="*/ 1715543 w 3567513"/>
                      <a:gd name="connsiteY2422" fmla="*/ 541284 h 832404"/>
                      <a:gd name="connsiteX2423" fmla="*/ 1726005 w 3567513"/>
                      <a:gd name="connsiteY2423" fmla="*/ 532329 h 832404"/>
                      <a:gd name="connsiteX2424" fmla="*/ 1786517 w 3567513"/>
                      <a:gd name="connsiteY2424" fmla="*/ 483077 h 832404"/>
                      <a:gd name="connsiteX2425" fmla="*/ 1776099 w 3567513"/>
                      <a:gd name="connsiteY2425" fmla="*/ 475053 h 832404"/>
                      <a:gd name="connsiteX2426" fmla="*/ 1789664 w 3567513"/>
                      <a:gd name="connsiteY2426" fmla="*/ 462374 h 832404"/>
                      <a:gd name="connsiteX2427" fmla="*/ 1853013 w 3567513"/>
                      <a:gd name="connsiteY2427" fmla="*/ 446326 h 832404"/>
                      <a:gd name="connsiteX2428" fmla="*/ 1870923 w 3567513"/>
                      <a:gd name="connsiteY2428" fmla="*/ 446238 h 832404"/>
                      <a:gd name="connsiteX2429" fmla="*/ 1868485 w 3567513"/>
                      <a:gd name="connsiteY2429" fmla="*/ 456035 h 832404"/>
                      <a:gd name="connsiteX2430" fmla="*/ 1854565 w 3567513"/>
                      <a:gd name="connsiteY2430" fmla="*/ 463749 h 832404"/>
                      <a:gd name="connsiteX2431" fmla="*/ 1827035 w 3567513"/>
                      <a:gd name="connsiteY2431" fmla="*/ 474211 h 832404"/>
                      <a:gd name="connsiteX2432" fmla="*/ 1820341 w 3567513"/>
                      <a:gd name="connsiteY2432" fmla="*/ 476161 h 832404"/>
                      <a:gd name="connsiteX2433" fmla="*/ 1816440 w 3567513"/>
                      <a:gd name="connsiteY2433" fmla="*/ 475275 h 832404"/>
                      <a:gd name="connsiteX2434" fmla="*/ 1786517 w 3567513"/>
                      <a:gd name="connsiteY2434" fmla="*/ 483077 h 832404"/>
                      <a:gd name="connsiteX2435" fmla="*/ 1900935 w 3567513"/>
                      <a:gd name="connsiteY2435" fmla="*/ 467517 h 832404"/>
                      <a:gd name="connsiteX2436" fmla="*/ 1899206 w 3567513"/>
                      <a:gd name="connsiteY2436" fmla="*/ 448055 h 832404"/>
                      <a:gd name="connsiteX2437" fmla="*/ 1904393 w 3567513"/>
                      <a:gd name="connsiteY2437" fmla="*/ 425890 h 832404"/>
                      <a:gd name="connsiteX2438" fmla="*/ 1903506 w 3567513"/>
                      <a:gd name="connsiteY2438" fmla="*/ 424205 h 832404"/>
                      <a:gd name="connsiteX2439" fmla="*/ 1900093 w 3567513"/>
                      <a:gd name="connsiteY2439" fmla="*/ 424161 h 832404"/>
                      <a:gd name="connsiteX2440" fmla="*/ 1869504 w 3567513"/>
                      <a:gd name="connsiteY2440" fmla="*/ 428638 h 832404"/>
                      <a:gd name="connsiteX2441" fmla="*/ 1855052 w 3567513"/>
                      <a:gd name="connsiteY2441" fmla="*/ 430766 h 832404"/>
                      <a:gd name="connsiteX2442" fmla="*/ 1869504 w 3567513"/>
                      <a:gd name="connsiteY2442" fmla="*/ 428638 h 832404"/>
                      <a:gd name="connsiteX2443" fmla="*/ 1890074 w 3567513"/>
                      <a:gd name="connsiteY2443" fmla="*/ 423097 h 832404"/>
                      <a:gd name="connsiteX2444" fmla="*/ 1924253 w 3567513"/>
                      <a:gd name="connsiteY2444" fmla="*/ 403902 h 832404"/>
                      <a:gd name="connsiteX2445" fmla="*/ 1941453 w 3567513"/>
                      <a:gd name="connsiteY2445" fmla="*/ 385106 h 832404"/>
                      <a:gd name="connsiteX2446" fmla="*/ 1949211 w 3567513"/>
                      <a:gd name="connsiteY2446" fmla="*/ 373447 h 832404"/>
                      <a:gd name="connsiteX2447" fmla="*/ 1934228 w 3567513"/>
                      <a:gd name="connsiteY2447" fmla="*/ 403503 h 832404"/>
                      <a:gd name="connsiteX2448" fmla="*/ 1919421 w 3567513"/>
                      <a:gd name="connsiteY2448" fmla="*/ 418664 h 832404"/>
                      <a:gd name="connsiteX2449" fmla="*/ 1906920 w 3567513"/>
                      <a:gd name="connsiteY2449" fmla="*/ 440829 h 832404"/>
                      <a:gd name="connsiteX2450" fmla="*/ 1900935 w 3567513"/>
                      <a:gd name="connsiteY2450" fmla="*/ 467517 h 832404"/>
                      <a:gd name="connsiteX2451" fmla="*/ 1845211 w 3567513"/>
                      <a:gd name="connsiteY2451" fmla="*/ 496819 h 832404"/>
                      <a:gd name="connsiteX2452" fmla="*/ 1880543 w 3567513"/>
                      <a:gd name="connsiteY2452" fmla="*/ 477934 h 832404"/>
                      <a:gd name="connsiteX2453" fmla="*/ 1914057 w 3567513"/>
                      <a:gd name="connsiteY2453" fmla="*/ 473457 h 832404"/>
                      <a:gd name="connsiteX2454" fmla="*/ 1934759 w 3567513"/>
                      <a:gd name="connsiteY2454" fmla="*/ 476161 h 832404"/>
                      <a:gd name="connsiteX2455" fmla="*/ 1904393 w 3567513"/>
                      <a:gd name="connsiteY2455" fmla="*/ 477092 h 832404"/>
                      <a:gd name="connsiteX2456" fmla="*/ 1872962 w 3567513"/>
                      <a:gd name="connsiteY2456" fmla="*/ 483520 h 832404"/>
                      <a:gd name="connsiteX2457" fmla="*/ 1817903 w 3567513"/>
                      <a:gd name="connsiteY2457" fmla="*/ 523285 h 832404"/>
                      <a:gd name="connsiteX2458" fmla="*/ 1845211 w 3567513"/>
                      <a:gd name="connsiteY2458" fmla="*/ 496819 h 832404"/>
                      <a:gd name="connsiteX2459" fmla="*/ 1924430 w 3567513"/>
                      <a:gd name="connsiteY2459" fmla="*/ 517744 h 832404"/>
                      <a:gd name="connsiteX2460" fmla="*/ 1926248 w 3567513"/>
                      <a:gd name="connsiteY2460" fmla="*/ 521335 h 832404"/>
                      <a:gd name="connsiteX2461" fmla="*/ 1919776 w 3567513"/>
                      <a:gd name="connsiteY2461" fmla="*/ 524925 h 832404"/>
                      <a:gd name="connsiteX2462" fmla="*/ 1917958 w 3567513"/>
                      <a:gd name="connsiteY2462" fmla="*/ 521335 h 832404"/>
                      <a:gd name="connsiteX2463" fmla="*/ 1924430 w 3567513"/>
                      <a:gd name="connsiteY2463" fmla="*/ 517744 h 832404"/>
                      <a:gd name="connsiteX2464" fmla="*/ 1928686 w 3567513"/>
                      <a:gd name="connsiteY2464" fmla="*/ 557331 h 832404"/>
                      <a:gd name="connsiteX2465" fmla="*/ 1946108 w 3567513"/>
                      <a:gd name="connsiteY2465" fmla="*/ 537781 h 832404"/>
                      <a:gd name="connsiteX2466" fmla="*/ 1954753 w 3567513"/>
                      <a:gd name="connsiteY2466" fmla="*/ 534723 h 832404"/>
                      <a:gd name="connsiteX2467" fmla="*/ 1939769 w 3567513"/>
                      <a:gd name="connsiteY2467" fmla="*/ 551834 h 832404"/>
                      <a:gd name="connsiteX2468" fmla="*/ 1932366 w 3567513"/>
                      <a:gd name="connsiteY2468" fmla="*/ 569035 h 832404"/>
                      <a:gd name="connsiteX2469" fmla="*/ 1930725 w 3567513"/>
                      <a:gd name="connsiteY2469" fmla="*/ 579674 h 832404"/>
                      <a:gd name="connsiteX2470" fmla="*/ 1908737 w 3567513"/>
                      <a:gd name="connsiteY2470" fmla="*/ 574177 h 832404"/>
                      <a:gd name="connsiteX2471" fmla="*/ 1892069 w 3567513"/>
                      <a:gd name="connsiteY2471" fmla="*/ 575906 h 832404"/>
                      <a:gd name="connsiteX2472" fmla="*/ 1908737 w 3567513"/>
                      <a:gd name="connsiteY2472" fmla="*/ 574177 h 832404"/>
                      <a:gd name="connsiteX2473" fmla="*/ 1910688 w 3567513"/>
                      <a:gd name="connsiteY2473" fmla="*/ 573379 h 832404"/>
                      <a:gd name="connsiteX2474" fmla="*/ 1928686 w 3567513"/>
                      <a:gd name="connsiteY2474" fmla="*/ 557331 h 832404"/>
                      <a:gd name="connsiteX2475" fmla="*/ 1978558 w 3567513"/>
                      <a:gd name="connsiteY2475" fmla="*/ 288597 h 832404"/>
                      <a:gd name="connsiteX2476" fmla="*/ 1979888 w 3567513"/>
                      <a:gd name="connsiteY2476" fmla="*/ 292764 h 832404"/>
                      <a:gd name="connsiteX2477" fmla="*/ 1972441 w 3567513"/>
                      <a:gd name="connsiteY2477" fmla="*/ 300433 h 832404"/>
                      <a:gd name="connsiteX2478" fmla="*/ 1966235 w 3567513"/>
                      <a:gd name="connsiteY2478" fmla="*/ 297286 h 832404"/>
                      <a:gd name="connsiteX2479" fmla="*/ 1966190 w 3567513"/>
                      <a:gd name="connsiteY2479" fmla="*/ 297330 h 832404"/>
                      <a:gd name="connsiteX2480" fmla="*/ 1953733 w 3567513"/>
                      <a:gd name="connsiteY2480" fmla="*/ 312358 h 832404"/>
                      <a:gd name="connsiteX2481" fmla="*/ 1934627 w 3567513"/>
                      <a:gd name="connsiteY2481" fmla="*/ 309521 h 832404"/>
                      <a:gd name="connsiteX2482" fmla="*/ 1928597 w 3567513"/>
                      <a:gd name="connsiteY2482" fmla="*/ 301719 h 832404"/>
                      <a:gd name="connsiteX2483" fmla="*/ 1929928 w 3567513"/>
                      <a:gd name="connsiteY2483" fmla="*/ 294715 h 832404"/>
                      <a:gd name="connsiteX2484" fmla="*/ 1919953 w 3567513"/>
                      <a:gd name="connsiteY2484" fmla="*/ 285804 h 832404"/>
                      <a:gd name="connsiteX2485" fmla="*/ 1919953 w 3567513"/>
                      <a:gd name="connsiteY2485" fmla="*/ 274234 h 832404"/>
                      <a:gd name="connsiteX2486" fmla="*/ 1924785 w 3567513"/>
                      <a:gd name="connsiteY2486" fmla="*/ 264525 h 832404"/>
                      <a:gd name="connsiteX2487" fmla="*/ 1940656 w 3567513"/>
                      <a:gd name="connsiteY2487" fmla="*/ 258009 h 832404"/>
                      <a:gd name="connsiteX2488" fmla="*/ 1983967 w 3567513"/>
                      <a:gd name="connsiteY2488" fmla="*/ 270909 h 832404"/>
                      <a:gd name="connsiteX2489" fmla="*/ 1978558 w 3567513"/>
                      <a:gd name="connsiteY2489" fmla="*/ 288597 h 832404"/>
                      <a:gd name="connsiteX2490" fmla="*/ 1909624 w 3567513"/>
                      <a:gd name="connsiteY2490" fmla="*/ 261067 h 832404"/>
                      <a:gd name="connsiteX2491" fmla="*/ 1906210 w 3567513"/>
                      <a:gd name="connsiteY2491" fmla="*/ 263949 h 832404"/>
                      <a:gd name="connsiteX2492" fmla="*/ 1910777 w 3567513"/>
                      <a:gd name="connsiteY2492" fmla="*/ 278268 h 832404"/>
                      <a:gd name="connsiteX2493" fmla="*/ 1913880 w 3567513"/>
                      <a:gd name="connsiteY2493" fmla="*/ 296266 h 832404"/>
                      <a:gd name="connsiteX2494" fmla="*/ 1929440 w 3567513"/>
                      <a:gd name="connsiteY2494" fmla="*/ 312358 h 832404"/>
                      <a:gd name="connsiteX2495" fmla="*/ 1956881 w 3567513"/>
                      <a:gd name="connsiteY2495" fmla="*/ 325658 h 832404"/>
                      <a:gd name="connsiteX2496" fmla="*/ 1924652 w 3567513"/>
                      <a:gd name="connsiteY2496" fmla="*/ 315107 h 832404"/>
                      <a:gd name="connsiteX2497" fmla="*/ 1904393 w 3567513"/>
                      <a:gd name="connsiteY2497" fmla="*/ 288508 h 832404"/>
                      <a:gd name="connsiteX2498" fmla="*/ 1882759 w 3567513"/>
                      <a:gd name="connsiteY2498" fmla="*/ 330091 h 832404"/>
                      <a:gd name="connsiteX2499" fmla="*/ 1900713 w 3567513"/>
                      <a:gd name="connsiteY2499" fmla="*/ 275120 h 832404"/>
                      <a:gd name="connsiteX2500" fmla="*/ 1893177 w 3567513"/>
                      <a:gd name="connsiteY2500" fmla="*/ 252157 h 832404"/>
                      <a:gd name="connsiteX2501" fmla="*/ 1886306 w 3567513"/>
                      <a:gd name="connsiteY2501" fmla="*/ 245729 h 832404"/>
                      <a:gd name="connsiteX2502" fmla="*/ 1877794 w 3567513"/>
                      <a:gd name="connsiteY2502" fmla="*/ 241118 h 832404"/>
                      <a:gd name="connsiteX2503" fmla="*/ 1886306 w 3567513"/>
                      <a:gd name="connsiteY2503" fmla="*/ 245729 h 832404"/>
                      <a:gd name="connsiteX2504" fmla="*/ 1903063 w 3567513"/>
                      <a:gd name="connsiteY2504" fmla="*/ 253132 h 832404"/>
                      <a:gd name="connsiteX2505" fmla="*/ 1904969 w 3567513"/>
                      <a:gd name="connsiteY2505" fmla="*/ 255792 h 832404"/>
                      <a:gd name="connsiteX2506" fmla="*/ 1909358 w 3567513"/>
                      <a:gd name="connsiteY2506" fmla="*/ 254861 h 832404"/>
                      <a:gd name="connsiteX2507" fmla="*/ 1934139 w 3567513"/>
                      <a:gd name="connsiteY2507" fmla="*/ 245773 h 832404"/>
                      <a:gd name="connsiteX2508" fmla="*/ 1909624 w 3567513"/>
                      <a:gd name="connsiteY2508" fmla="*/ 261067 h 832404"/>
                      <a:gd name="connsiteX2509" fmla="*/ 1877883 w 3567513"/>
                      <a:gd name="connsiteY2509" fmla="*/ 330534 h 832404"/>
                      <a:gd name="connsiteX2510" fmla="*/ 1906077 w 3567513"/>
                      <a:gd name="connsiteY2510" fmla="*/ 338646 h 832404"/>
                      <a:gd name="connsiteX2511" fmla="*/ 1909092 w 3567513"/>
                      <a:gd name="connsiteY2511" fmla="*/ 349197 h 832404"/>
                      <a:gd name="connsiteX2512" fmla="*/ 1904127 w 3567513"/>
                      <a:gd name="connsiteY2512" fmla="*/ 364447 h 832404"/>
                      <a:gd name="connsiteX2513" fmla="*/ 1891493 w 3567513"/>
                      <a:gd name="connsiteY2513" fmla="*/ 385638 h 832404"/>
                      <a:gd name="connsiteX2514" fmla="*/ 1864318 w 3567513"/>
                      <a:gd name="connsiteY2514" fmla="*/ 404035 h 832404"/>
                      <a:gd name="connsiteX2515" fmla="*/ 1837187 w 3567513"/>
                      <a:gd name="connsiteY2515" fmla="*/ 411571 h 832404"/>
                      <a:gd name="connsiteX2516" fmla="*/ 1823799 w 3567513"/>
                      <a:gd name="connsiteY2516" fmla="*/ 401552 h 832404"/>
                      <a:gd name="connsiteX2517" fmla="*/ 1830715 w 3567513"/>
                      <a:gd name="connsiteY2517" fmla="*/ 387987 h 832404"/>
                      <a:gd name="connsiteX2518" fmla="*/ 1871632 w 3567513"/>
                      <a:gd name="connsiteY2518" fmla="*/ 333327 h 832404"/>
                      <a:gd name="connsiteX2519" fmla="*/ 1875179 w 3567513"/>
                      <a:gd name="connsiteY2519" fmla="*/ 330445 h 832404"/>
                      <a:gd name="connsiteX2520" fmla="*/ 1877883 w 3567513"/>
                      <a:gd name="connsiteY2520" fmla="*/ 330534 h 832404"/>
                      <a:gd name="connsiteX2521" fmla="*/ 1525895 w 3567513"/>
                      <a:gd name="connsiteY2521" fmla="*/ 344675 h 832404"/>
                      <a:gd name="connsiteX2522" fmla="*/ 1508695 w 3567513"/>
                      <a:gd name="connsiteY2522" fmla="*/ 346183 h 832404"/>
                      <a:gd name="connsiteX2523" fmla="*/ 1477796 w 3567513"/>
                      <a:gd name="connsiteY2523" fmla="*/ 345385 h 832404"/>
                      <a:gd name="connsiteX2524" fmla="*/ 1471368 w 3567513"/>
                      <a:gd name="connsiteY2524" fmla="*/ 341439 h 832404"/>
                      <a:gd name="connsiteX2525" fmla="*/ 1473186 w 3567513"/>
                      <a:gd name="connsiteY2525" fmla="*/ 338159 h 832404"/>
                      <a:gd name="connsiteX2526" fmla="*/ 1503552 w 3567513"/>
                      <a:gd name="connsiteY2526" fmla="*/ 305354 h 832404"/>
                      <a:gd name="connsiteX2527" fmla="*/ 1518448 w 3567513"/>
                      <a:gd name="connsiteY2527" fmla="*/ 293340 h 832404"/>
                      <a:gd name="connsiteX2528" fmla="*/ 1533609 w 3567513"/>
                      <a:gd name="connsiteY2528" fmla="*/ 291168 h 832404"/>
                      <a:gd name="connsiteX2529" fmla="*/ 1548460 w 3567513"/>
                      <a:gd name="connsiteY2529" fmla="*/ 291434 h 832404"/>
                      <a:gd name="connsiteX2530" fmla="*/ 1549346 w 3567513"/>
                      <a:gd name="connsiteY2530" fmla="*/ 305088 h 832404"/>
                      <a:gd name="connsiteX2531" fmla="*/ 1525895 w 3567513"/>
                      <a:gd name="connsiteY2531" fmla="*/ 344675 h 832404"/>
                      <a:gd name="connsiteX2532" fmla="*/ 1495661 w 3567513"/>
                      <a:gd name="connsiteY2532" fmla="*/ 288952 h 832404"/>
                      <a:gd name="connsiteX2533" fmla="*/ 1484889 w 3567513"/>
                      <a:gd name="connsiteY2533" fmla="*/ 298172 h 832404"/>
                      <a:gd name="connsiteX2534" fmla="*/ 1484002 w 3567513"/>
                      <a:gd name="connsiteY2534" fmla="*/ 305088 h 832404"/>
                      <a:gd name="connsiteX2535" fmla="*/ 1477530 w 3567513"/>
                      <a:gd name="connsiteY2535" fmla="*/ 317811 h 832404"/>
                      <a:gd name="connsiteX2536" fmla="*/ 1464630 w 3567513"/>
                      <a:gd name="connsiteY2536" fmla="*/ 333460 h 832404"/>
                      <a:gd name="connsiteX2537" fmla="*/ 1455941 w 3567513"/>
                      <a:gd name="connsiteY2537" fmla="*/ 342991 h 832404"/>
                      <a:gd name="connsiteX2538" fmla="*/ 1464630 w 3567513"/>
                      <a:gd name="connsiteY2538" fmla="*/ 333460 h 832404"/>
                      <a:gd name="connsiteX2539" fmla="*/ 1475934 w 3567513"/>
                      <a:gd name="connsiteY2539" fmla="*/ 314752 h 832404"/>
                      <a:gd name="connsiteX2540" fmla="*/ 1479924 w 3567513"/>
                      <a:gd name="connsiteY2540" fmla="*/ 298305 h 832404"/>
                      <a:gd name="connsiteX2541" fmla="*/ 1470082 w 3567513"/>
                      <a:gd name="connsiteY2541" fmla="*/ 273923 h 832404"/>
                      <a:gd name="connsiteX2542" fmla="*/ 1449956 w 3567513"/>
                      <a:gd name="connsiteY2542" fmla="*/ 256235 h 832404"/>
                      <a:gd name="connsiteX2543" fmla="*/ 1441666 w 3567513"/>
                      <a:gd name="connsiteY2543" fmla="*/ 245152 h 832404"/>
                      <a:gd name="connsiteX2544" fmla="*/ 1464630 w 3567513"/>
                      <a:gd name="connsiteY2544" fmla="*/ 261333 h 832404"/>
                      <a:gd name="connsiteX2545" fmla="*/ 1483603 w 3567513"/>
                      <a:gd name="connsiteY2545" fmla="*/ 284607 h 832404"/>
                      <a:gd name="connsiteX2546" fmla="*/ 1488258 w 3567513"/>
                      <a:gd name="connsiteY2546" fmla="*/ 287578 h 832404"/>
                      <a:gd name="connsiteX2547" fmla="*/ 1492603 w 3567513"/>
                      <a:gd name="connsiteY2547" fmla="*/ 286824 h 832404"/>
                      <a:gd name="connsiteX2548" fmla="*/ 1522038 w 3567513"/>
                      <a:gd name="connsiteY2548" fmla="*/ 276627 h 832404"/>
                      <a:gd name="connsiteX2549" fmla="*/ 1495661 w 3567513"/>
                      <a:gd name="connsiteY2549" fmla="*/ 288952 h 832404"/>
                      <a:gd name="connsiteX2550" fmla="*/ 1453547 w 3567513"/>
                      <a:gd name="connsiteY2550" fmla="*/ 288021 h 832404"/>
                      <a:gd name="connsiteX2551" fmla="*/ 1449735 w 3567513"/>
                      <a:gd name="connsiteY2551" fmla="*/ 291922 h 832404"/>
                      <a:gd name="connsiteX2552" fmla="*/ 1445833 w 3567513"/>
                      <a:gd name="connsiteY2552" fmla="*/ 288109 h 832404"/>
                      <a:gd name="connsiteX2553" fmla="*/ 1449646 w 3567513"/>
                      <a:gd name="connsiteY2553" fmla="*/ 284208 h 832404"/>
                      <a:gd name="connsiteX2554" fmla="*/ 1453547 w 3567513"/>
                      <a:gd name="connsiteY2554" fmla="*/ 288021 h 832404"/>
                      <a:gd name="connsiteX2555" fmla="*/ 1458556 w 3567513"/>
                      <a:gd name="connsiteY2555" fmla="*/ 378855 h 832404"/>
                      <a:gd name="connsiteX2556" fmla="*/ 1453857 w 3567513"/>
                      <a:gd name="connsiteY2556" fmla="*/ 389494 h 832404"/>
                      <a:gd name="connsiteX2557" fmla="*/ 1452705 w 3567513"/>
                      <a:gd name="connsiteY2557" fmla="*/ 405365 h 832404"/>
                      <a:gd name="connsiteX2558" fmla="*/ 1453104 w 3567513"/>
                      <a:gd name="connsiteY2558" fmla="*/ 405276 h 832404"/>
                      <a:gd name="connsiteX2559" fmla="*/ 1454921 w 3567513"/>
                      <a:gd name="connsiteY2559" fmla="*/ 408867 h 832404"/>
                      <a:gd name="connsiteX2560" fmla="*/ 1452572 w 3567513"/>
                      <a:gd name="connsiteY2560" fmla="*/ 411039 h 832404"/>
                      <a:gd name="connsiteX2561" fmla="*/ 1452483 w 3567513"/>
                      <a:gd name="connsiteY2561" fmla="*/ 417334 h 832404"/>
                      <a:gd name="connsiteX2562" fmla="*/ 1448227 w 3567513"/>
                      <a:gd name="connsiteY2562" fmla="*/ 441228 h 832404"/>
                      <a:gd name="connsiteX2563" fmla="*/ 1420432 w 3567513"/>
                      <a:gd name="connsiteY2563" fmla="*/ 460911 h 832404"/>
                      <a:gd name="connsiteX2564" fmla="*/ 1407886 w 3567513"/>
                      <a:gd name="connsiteY2564" fmla="*/ 458651 h 832404"/>
                      <a:gd name="connsiteX2565" fmla="*/ 1361073 w 3567513"/>
                      <a:gd name="connsiteY2565" fmla="*/ 440297 h 832404"/>
                      <a:gd name="connsiteX2566" fmla="*/ 1356373 w 3567513"/>
                      <a:gd name="connsiteY2566" fmla="*/ 436662 h 832404"/>
                      <a:gd name="connsiteX2567" fmla="*/ 1360984 w 3567513"/>
                      <a:gd name="connsiteY2567" fmla="*/ 427220 h 832404"/>
                      <a:gd name="connsiteX2568" fmla="*/ 1375923 w 3567513"/>
                      <a:gd name="connsiteY2568" fmla="*/ 409488 h 832404"/>
                      <a:gd name="connsiteX2569" fmla="*/ 1423934 w 3567513"/>
                      <a:gd name="connsiteY2569" fmla="*/ 374865 h 832404"/>
                      <a:gd name="connsiteX2570" fmla="*/ 1458556 w 3567513"/>
                      <a:gd name="connsiteY2570" fmla="*/ 378855 h 832404"/>
                      <a:gd name="connsiteX2571" fmla="*/ 1380224 w 3567513"/>
                      <a:gd name="connsiteY2571" fmla="*/ 387366 h 832404"/>
                      <a:gd name="connsiteX2572" fmla="*/ 1351940 w 3567513"/>
                      <a:gd name="connsiteY2572" fmla="*/ 413123 h 832404"/>
                      <a:gd name="connsiteX2573" fmla="*/ 1335627 w 3567513"/>
                      <a:gd name="connsiteY2573" fmla="*/ 442603 h 832404"/>
                      <a:gd name="connsiteX2574" fmla="*/ 1321973 w 3567513"/>
                      <a:gd name="connsiteY2574" fmla="*/ 462507 h 832404"/>
                      <a:gd name="connsiteX2575" fmla="*/ 1298123 w 3567513"/>
                      <a:gd name="connsiteY2575" fmla="*/ 468935 h 832404"/>
                      <a:gd name="connsiteX2576" fmla="*/ 1281233 w 3567513"/>
                      <a:gd name="connsiteY2576" fmla="*/ 462685 h 832404"/>
                      <a:gd name="connsiteX2577" fmla="*/ 1282341 w 3567513"/>
                      <a:gd name="connsiteY2577" fmla="*/ 445883 h 832404"/>
                      <a:gd name="connsiteX2578" fmla="*/ 1315234 w 3567513"/>
                      <a:gd name="connsiteY2578" fmla="*/ 417511 h 832404"/>
                      <a:gd name="connsiteX2579" fmla="*/ 1331415 w 3567513"/>
                      <a:gd name="connsiteY2579" fmla="*/ 399025 h 832404"/>
                      <a:gd name="connsiteX2580" fmla="*/ 1380224 w 3567513"/>
                      <a:gd name="connsiteY2580" fmla="*/ 387366 h 832404"/>
                      <a:gd name="connsiteX2581" fmla="*/ 1268111 w 3567513"/>
                      <a:gd name="connsiteY2581" fmla="*/ 626931 h 832404"/>
                      <a:gd name="connsiteX2582" fmla="*/ 1277597 w 3567513"/>
                      <a:gd name="connsiteY2582" fmla="*/ 601263 h 832404"/>
                      <a:gd name="connsiteX2583" fmla="*/ 1285134 w 3567513"/>
                      <a:gd name="connsiteY2583" fmla="*/ 590269 h 832404"/>
                      <a:gd name="connsiteX2584" fmla="*/ 1302068 w 3567513"/>
                      <a:gd name="connsiteY2584" fmla="*/ 584063 h 832404"/>
                      <a:gd name="connsiteX2585" fmla="*/ 1350788 w 3567513"/>
                      <a:gd name="connsiteY2585" fmla="*/ 577546 h 832404"/>
                      <a:gd name="connsiteX2586" fmla="*/ 1353137 w 3567513"/>
                      <a:gd name="connsiteY2586" fmla="*/ 588141 h 832404"/>
                      <a:gd name="connsiteX2587" fmla="*/ 1354955 w 3567513"/>
                      <a:gd name="connsiteY2587" fmla="*/ 587875 h 832404"/>
                      <a:gd name="connsiteX2588" fmla="*/ 1347729 w 3567513"/>
                      <a:gd name="connsiteY2588" fmla="*/ 621523 h 832404"/>
                      <a:gd name="connsiteX2589" fmla="*/ 1336026 w 3567513"/>
                      <a:gd name="connsiteY2589" fmla="*/ 643334 h 832404"/>
                      <a:gd name="connsiteX2590" fmla="*/ 1324056 w 3567513"/>
                      <a:gd name="connsiteY2590" fmla="*/ 647500 h 832404"/>
                      <a:gd name="connsiteX2591" fmla="*/ 1272765 w 3567513"/>
                      <a:gd name="connsiteY2591" fmla="*/ 638590 h 832404"/>
                      <a:gd name="connsiteX2592" fmla="*/ 1268155 w 3567513"/>
                      <a:gd name="connsiteY2592" fmla="*/ 634644 h 832404"/>
                      <a:gd name="connsiteX2593" fmla="*/ 1268111 w 3567513"/>
                      <a:gd name="connsiteY2593" fmla="*/ 626931 h 832404"/>
                      <a:gd name="connsiteX2594" fmla="*/ 1274228 w 3567513"/>
                      <a:gd name="connsiteY2594" fmla="*/ 699235 h 832404"/>
                      <a:gd name="connsiteX2595" fmla="*/ 1326494 w 3567513"/>
                      <a:gd name="connsiteY2595" fmla="*/ 676714 h 832404"/>
                      <a:gd name="connsiteX2596" fmla="*/ 1347818 w 3567513"/>
                      <a:gd name="connsiteY2596" fmla="*/ 675517 h 832404"/>
                      <a:gd name="connsiteX2597" fmla="*/ 1352251 w 3567513"/>
                      <a:gd name="connsiteY2597" fmla="*/ 685093 h 832404"/>
                      <a:gd name="connsiteX2598" fmla="*/ 1343473 w 3567513"/>
                      <a:gd name="connsiteY2598" fmla="*/ 692673 h 832404"/>
                      <a:gd name="connsiteX2599" fmla="*/ 1342232 w 3567513"/>
                      <a:gd name="connsiteY2599" fmla="*/ 693294 h 832404"/>
                      <a:gd name="connsiteX2600" fmla="*/ 1338109 w 3567513"/>
                      <a:gd name="connsiteY2600" fmla="*/ 695334 h 832404"/>
                      <a:gd name="connsiteX2601" fmla="*/ 1333942 w 3567513"/>
                      <a:gd name="connsiteY2601" fmla="*/ 697417 h 832404"/>
                      <a:gd name="connsiteX2602" fmla="*/ 1333055 w 3567513"/>
                      <a:gd name="connsiteY2602" fmla="*/ 700254 h 832404"/>
                      <a:gd name="connsiteX2603" fmla="*/ 1327603 w 3567513"/>
                      <a:gd name="connsiteY2603" fmla="*/ 730843 h 832404"/>
                      <a:gd name="connsiteX2604" fmla="*/ 1289212 w 3567513"/>
                      <a:gd name="connsiteY2604" fmla="*/ 748442 h 832404"/>
                      <a:gd name="connsiteX2605" fmla="*/ 1264608 w 3567513"/>
                      <a:gd name="connsiteY2605" fmla="*/ 716302 h 832404"/>
                      <a:gd name="connsiteX2606" fmla="*/ 1274228 w 3567513"/>
                      <a:gd name="connsiteY2606" fmla="*/ 699235 h 832404"/>
                      <a:gd name="connsiteX2607" fmla="*/ 1356240 w 3567513"/>
                      <a:gd name="connsiteY2607" fmla="*/ 697506 h 832404"/>
                      <a:gd name="connsiteX2608" fmla="*/ 1360674 w 3567513"/>
                      <a:gd name="connsiteY2608" fmla="*/ 701008 h 832404"/>
                      <a:gd name="connsiteX2609" fmla="*/ 1356595 w 3567513"/>
                      <a:gd name="connsiteY2609" fmla="*/ 704554 h 832404"/>
                      <a:gd name="connsiteX2610" fmla="*/ 1352162 w 3567513"/>
                      <a:gd name="connsiteY2610" fmla="*/ 701052 h 832404"/>
                      <a:gd name="connsiteX2611" fmla="*/ 1356240 w 3567513"/>
                      <a:gd name="connsiteY2611" fmla="*/ 697506 h 832404"/>
                      <a:gd name="connsiteX2612" fmla="*/ 1393434 w 3567513"/>
                      <a:gd name="connsiteY2612" fmla="*/ 643023 h 832404"/>
                      <a:gd name="connsiteX2613" fmla="*/ 1399286 w 3567513"/>
                      <a:gd name="connsiteY2613" fmla="*/ 628748 h 832404"/>
                      <a:gd name="connsiteX2614" fmla="*/ 1421939 w 3567513"/>
                      <a:gd name="connsiteY2614" fmla="*/ 579851 h 832404"/>
                      <a:gd name="connsiteX2615" fmla="*/ 1426017 w 3567513"/>
                      <a:gd name="connsiteY2615" fmla="*/ 574621 h 832404"/>
                      <a:gd name="connsiteX2616" fmla="*/ 1431780 w 3567513"/>
                      <a:gd name="connsiteY2616" fmla="*/ 573468 h 832404"/>
                      <a:gd name="connsiteX2617" fmla="*/ 1459000 w 3567513"/>
                      <a:gd name="connsiteY2617" fmla="*/ 575418 h 832404"/>
                      <a:gd name="connsiteX2618" fmla="*/ 1464630 w 3567513"/>
                      <a:gd name="connsiteY2618" fmla="*/ 593106 h 832404"/>
                      <a:gd name="connsiteX2619" fmla="*/ 1453104 w 3567513"/>
                      <a:gd name="connsiteY2619" fmla="*/ 620902 h 832404"/>
                      <a:gd name="connsiteX2620" fmla="*/ 1438785 w 3567513"/>
                      <a:gd name="connsiteY2620" fmla="*/ 626354 h 832404"/>
                      <a:gd name="connsiteX2621" fmla="*/ 1408462 w 3567513"/>
                      <a:gd name="connsiteY2621" fmla="*/ 657165 h 832404"/>
                      <a:gd name="connsiteX2622" fmla="*/ 1401369 w 3567513"/>
                      <a:gd name="connsiteY2622" fmla="*/ 659381 h 832404"/>
                      <a:gd name="connsiteX2623" fmla="*/ 1392813 w 3567513"/>
                      <a:gd name="connsiteY2623" fmla="*/ 652997 h 832404"/>
                      <a:gd name="connsiteX2624" fmla="*/ 1393434 w 3567513"/>
                      <a:gd name="connsiteY2624" fmla="*/ 643023 h 832404"/>
                      <a:gd name="connsiteX2625" fmla="*/ 1494198 w 3567513"/>
                      <a:gd name="connsiteY2625" fmla="*/ 613100 h 832404"/>
                      <a:gd name="connsiteX2626" fmla="*/ 1488967 w 3567513"/>
                      <a:gd name="connsiteY2626" fmla="*/ 593638 h 832404"/>
                      <a:gd name="connsiteX2627" fmla="*/ 1505902 w 3567513"/>
                      <a:gd name="connsiteY2627" fmla="*/ 611326 h 832404"/>
                      <a:gd name="connsiteX2628" fmla="*/ 1508562 w 3567513"/>
                      <a:gd name="connsiteY2628" fmla="*/ 615538 h 832404"/>
                      <a:gd name="connsiteX2629" fmla="*/ 1512817 w 3567513"/>
                      <a:gd name="connsiteY2629" fmla="*/ 617178 h 832404"/>
                      <a:gd name="connsiteX2630" fmla="*/ 1527314 w 3567513"/>
                      <a:gd name="connsiteY2630" fmla="*/ 620680 h 832404"/>
                      <a:gd name="connsiteX2631" fmla="*/ 1501557 w 3567513"/>
                      <a:gd name="connsiteY2631" fmla="*/ 623783 h 832404"/>
                      <a:gd name="connsiteX2632" fmla="*/ 1483071 w 3567513"/>
                      <a:gd name="connsiteY2632" fmla="*/ 636329 h 832404"/>
                      <a:gd name="connsiteX2633" fmla="*/ 1451286 w 3567513"/>
                      <a:gd name="connsiteY2633" fmla="*/ 649850 h 832404"/>
                      <a:gd name="connsiteX2634" fmla="*/ 1484933 w 3567513"/>
                      <a:gd name="connsiteY2634" fmla="*/ 629414 h 832404"/>
                      <a:gd name="connsiteX2635" fmla="*/ 1492159 w 3567513"/>
                      <a:gd name="connsiteY2635" fmla="*/ 623650 h 832404"/>
                      <a:gd name="connsiteX2636" fmla="*/ 1494198 w 3567513"/>
                      <a:gd name="connsiteY2636" fmla="*/ 613100 h 832404"/>
                      <a:gd name="connsiteX2637" fmla="*/ 1424466 w 3567513"/>
                      <a:gd name="connsiteY2637" fmla="*/ 680394 h 832404"/>
                      <a:gd name="connsiteX2638" fmla="*/ 1446897 w 3567513"/>
                      <a:gd name="connsiteY2638" fmla="*/ 671173 h 832404"/>
                      <a:gd name="connsiteX2639" fmla="*/ 1508163 w 3567513"/>
                      <a:gd name="connsiteY2639" fmla="*/ 638368 h 832404"/>
                      <a:gd name="connsiteX2640" fmla="*/ 1517649 w 3567513"/>
                      <a:gd name="connsiteY2640" fmla="*/ 644042 h 832404"/>
                      <a:gd name="connsiteX2641" fmla="*/ 1534761 w 3567513"/>
                      <a:gd name="connsiteY2641" fmla="*/ 642225 h 832404"/>
                      <a:gd name="connsiteX2642" fmla="*/ 1546420 w 3567513"/>
                      <a:gd name="connsiteY2642" fmla="*/ 656899 h 832404"/>
                      <a:gd name="connsiteX2643" fmla="*/ 1542253 w 3567513"/>
                      <a:gd name="connsiteY2643" fmla="*/ 661952 h 832404"/>
                      <a:gd name="connsiteX2644" fmla="*/ 1530106 w 3567513"/>
                      <a:gd name="connsiteY2644" fmla="*/ 675030 h 832404"/>
                      <a:gd name="connsiteX2645" fmla="*/ 1529663 w 3567513"/>
                      <a:gd name="connsiteY2645" fmla="*/ 679507 h 832404"/>
                      <a:gd name="connsiteX2646" fmla="*/ 1511975 w 3567513"/>
                      <a:gd name="connsiteY2646" fmla="*/ 706638 h 832404"/>
                      <a:gd name="connsiteX2647" fmla="*/ 1475180 w 3567513"/>
                      <a:gd name="connsiteY2647" fmla="*/ 715283 h 832404"/>
                      <a:gd name="connsiteX2648" fmla="*/ 1436480 w 3567513"/>
                      <a:gd name="connsiteY2648" fmla="*/ 708722 h 832404"/>
                      <a:gd name="connsiteX2649" fmla="*/ 1418481 w 3567513"/>
                      <a:gd name="connsiteY2649" fmla="*/ 699279 h 832404"/>
                      <a:gd name="connsiteX2650" fmla="*/ 1424466 w 3567513"/>
                      <a:gd name="connsiteY2650" fmla="*/ 680394 h 832404"/>
                      <a:gd name="connsiteX2651" fmla="*/ 1549656 w 3567513"/>
                      <a:gd name="connsiteY2651" fmla="*/ 671705 h 832404"/>
                      <a:gd name="connsiteX2652" fmla="*/ 1554090 w 3567513"/>
                      <a:gd name="connsiteY2652" fmla="*/ 675207 h 832404"/>
                      <a:gd name="connsiteX2653" fmla="*/ 1550011 w 3567513"/>
                      <a:gd name="connsiteY2653" fmla="*/ 678754 h 832404"/>
                      <a:gd name="connsiteX2654" fmla="*/ 1545578 w 3567513"/>
                      <a:gd name="connsiteY2654" fmla="*/ 675252 h 832404"/>
                      <a:gd name="connsiteX2655" fmla="*/ 1549656 w 3567513"/>
                      <a:gd name="connsiteY2655" fmla="*/ 671705 h 832404"/>
                      <a:gd name="connsiteX2656" fmla="*/ 1531171 w 3567513"/>
                      <a:gd name="connsiteY2656" fmla="*/ 545450 h 832404"/>
                      <a:gd name="connsiteX2657" fmla="*/ 1459354 w 3567513"/>
                      <a:gd name="connsiteY2657" fmla="*/ 570010 h 832404"/>
                      <a:gd name="connsiteX2658" fmla="*/ 1443262 w 3567513"/>
                      <a:gd name="connsiteY2658" fmla="*/ 572625 h 832404"/>
                      <a:gd name="connsiteX2659" fmla="*/ 1434130 w 3567513"/>
                      <a:gd name="connsiteY2659" fmla="*/ 567128 h 832404"/>
                      <a:gd name="connsiteX2660" fmla="*/ 1444016 w 3567513"/>
                      <a:gd name="connsiteY2660" fmla="*/ 552366 h 832404"/>
                      <a:gd name="connsiteX2661" fmla="*/ 1516807 w 3567513"/>
                      <a:gd name="connsiteY2661" fmla="*/ 508700 h 832404"/>
                      <a:gd name="connsiteX2662" fmla="*/ 1523147 w 3567513"/>
                      <a:gd name="connsiteY2662" fmla="*/ 503824 h 832404"/>
                      <a:gd name="connsiteX2663" fmla="*/ 1541766 w 3567513"/>
                      <a:gd name="connsiteY2663" fmla="*/ 494647 h 832404"/>
                      <a:gd name="connsiteX2664" fmla="*/ 1566901 w 3567513"/>
                      <a:gd name="connsiteY2664" fmla="*/ 492386 h 832404"/>
                      <a:gd name="connsiteX2665" fmla="*/ 1567256 w 3567513"/>
                      <a:gd name="connsiteY2665" fmla="*/ 492963 h 832404"/>
                      <a:gd name="connsiteX2666" fmla="*/ 1589022 w 3567513"/>
                      <a:gd name="connsiteY2666" fmla="*/ 499657 h 832404"/>
                      <a:gd name="connsiteX2667" fmla="*/ 1574304 w 3567513"/>
                      <a:gd name="connsiteY2667" fmla="*/ 519517 h 832404"/>
                      <a:gd name="connsiteX2668" fmla="*/ 1567611 w 3567513"/>
                      <a:gd name="connsiteY2668" fmla="*/ 523551 h 832404"/>
                      <a:gd name="connsiteX2669" fmla="*/ 1567566 w 3567513"/>
                      <a:gd name="connsiteY2669" fmla="*/ 523684 h 832404"/>
                      <a:gd name="connsiteX2670" fmla="*/ 1561537 w 3567513"/>
                      <a:gd name="connsiteY2670" fmla="*/ 527230 h 832404"/>
                      <a:gd name="connsiteX2671" fmla="*/ 1531171 w 3567513"/>
                      <a:gd name="connsiteY2671" fmla="*/ 545450 h 832404"/>
                      <a:gd name="connsiteX2672" fmla="*/ 1605336 w 3567513"/>
                      <a:gd name="connsiteY2672" fmla="*/ 577058 h 832404"/>
                      <a:gd name="connsiteX2673" fmla="*/ 1606932 w 3567513"/>
                      <a:gd name="connsiteY2673" fmla="*/ 574221 h 832404"/>
                      <a:gd name="connsiteX2674" fmla="*/ 1609681 w 3567513"/>
                      <a:gd name="connsiteY2674" fmla="*/ 574310 h 832404"/>
                      <a:gd name="connsiteX2675" fmla="*/ 1644214 w 3567513"/>
                      <a:gd name="connsiteY2675" fmla="*/ 582112 h 832404"/>
                      <a:gd name="connsiteX2676" fmla="*/ 1654765 w 3567513"/>
                      <a:gd name="connsiteY2676" fmla="*/ 592397 h 832404"/>
                      <a:gd name="connsiteX2677" fmla="*/ 1660528 w 3567513"/>
                      <a:gd name="connsiteY2677" fmla="*/ 607336 h 832404"/>
                      <a:gd name="connsiteX2678" fmla="*/ 1662612 w 3567513"/>
                      <a:gd name="connsiteY2678" fmla="*/ 628083 h 832404"/>
                      <a:gd name="connsiteX2679" fmla="*/ 1647938 w 3567513"/>
                      <a:gd name="connsiteY2679" fmla="*/ 646170 h 832404"/>
                      <a:gd name="connsiteX2680" fmla="*/ 1625595 w 3567513"/>
                      <a:gd name="connsiteY2680" fmla="*/ 653618 h 832404"/>
                      <a:gd name="connsiteX2681" fmla="*/ 1604804 w 3567513"/>
                      <a:gd name="connsiteY2681" fmla="*/ 643865 h 832404"/>
                      <a:gd name="connsiteX2682" fmla="*/ 1602277 w 3567513"/>
                      <a:gd name="connsiteY2682" fmla="*/ 630610 h 832404"/>
                      <a:gd name="connsiteX2683" fmla="*/ 1605336 w 3567513"/>
                      <a:gd name="connsiteY2683" fmla="*/ 577058 h 832404"/>
                      <a:gd name="connsiteX2684" fmla="*/ 1670547 w 3567513"/>
                      <a:gd name="connsiteY2684" fmla="*/ 670109 h 832404"/>
                      <a:gd name="connsiteX2685" fmla="*/ 1687614 w 3567513"/>
                      <a:gd name="connsiteY2685" fmla="*/ 664612 h 832404"/>
                      <a:gd name="connsiteX2686" fmla="*/ 1708893 w 3567513"/>
                      <a:gd name="connsiteY2686" fmla="*/ 645771 h 832404"/>
                      <a:gd name="connsiteX2687" fmla="*/ 1713149 w 3567513"/>
                      <a:gd name="connsiteY2687" fmla="*/ 627374 h 832404"/>
                      <a:gd name="connsiteX2688" fmla="*/ 1712839 w 3567513"/>
                      <a:gd name="connsiteY2688" fmla="*/ 615981 h 832404"/>
                      <a:gd name="connsiteX2689" fmla="*/ 1718823 w 3567513"/>
                      <a:gd name="connsiteY2689" fmla="*/ 645417 h 832404"/>
                      <a:gd name="connsiteX2690" fmla="*/ 1714435 w 3567513"/>
                      <a:gd name="connsiteY2690" fmla="*/ 660268 h 832404"/>
                      <a:gd name="connsiteX2691" fmla="*/ 1717405 w 3567513"/>
                      <a:gd name="connsiteY2691" fmla="*/ 681990 h 832404"/>
                      <a:gd name="connsiteX2692" fmla="*/ 1730261 w 3567513"/>
                      <a:gd name="connsiteY2692" fmla="*/ 708057 h 832404"/>
                      <a:gd name="connsiteX2693" fmla="*/ 1714701 w 3567513"/>
                      <a:gd name="connsiteY2693" fmla="*/ 689083 h 832404"/>
                      <a:gd name="connsiteX2694" fmla="*/ 1704283 w 3567513"/>
                      <a:gd name="connsiteY2694" fmla="*/ 667405 h 832404"/>
                      <a:gd name="connsiteX2695" fmla="*/ 1702155 w 3567513"/>
                      <a:gd name="connsiteY2695" fmla="*/ 665765 h 832404"/>
                      <a:gd name="connsiteX2696" fmla="*/ 1698653 w 3567513"/>
                      <a:gd name="connsiteY2696" fmla="*/ 665720 h 832404"/>
                      <a:gd name="connsiteX2697" fmla="*/ 1670547 w 3567513"/>
                      <a:gd name="connsiteY2697" fmla="*/ 670109 h 832404"/>
                      <a:gd name="connsiteX2698" fmla="*/ 1657292 w 3567513"/>
                      <a:gd name="connsiteY2698" fmla="*/ 672237 h 832404"/>
                      <a:gd name="connsiteX2699" fmla="*/ 1670547 w 3567513"/>
                      <a:gd name="connsiteY2699" fmla="*/ 670109 h 832404"/>
                      <a:gd name="connsiteX2700" fmla="*/ 1724897 w 3567513"/>
                      <a:gd name="connsiteY2700" fmla="*/ 573778 h 832404"/>
                      <a:gd name="connsiteX2701" fmla="*/ 1710046 w 3567513"/>
                      <a:gd name="connsiteY2701" fmla="*/ 572847 h 832404"/>
                      <a:gd name="connsiteX2702" fmla="*/ 1715454 w 3567513"/>
                      <a:gd name="connsiteY2702" fmla="*/ 555691 h 832404"/>
                      <a:gd name="connsiteX2703" fmla="*/ 1736556 w 3567513"/>
                      <a:gd name="connsiteY2703" fmla="*/ 538934 h 832404"/>
                      <a:gd name="connsiteX2704" fmla="*/ 1744624 w 3567513"/>
                      <a:gd name="connsiteY2704" fmla="*/ 533038 h 832404"/>
                      <a:gd name="connsiteX2705" fmla="*/ 1745245 w 3567513"/>
                      <a:gd name="connsiteY2705" fmla="*/ 530245 h 832404"/>
                      <a:gd name="connsiteX2706" fmla="*/ 1751939 w 3567513"/>
                      <a:gd name="connsiteY2706" fmla="*/ 522886 h 832404"/>
                      <a:gd name="connsiteX2707" fmla="*/ 1772420 w 3567513"/>
                      <a:gd name="connsiteY2707" fmla="*/ 509897 h 832404"/>
                      <a:gd name="connsiteX2708" fmla="*/ 1794674 w 3567513"/>
                      <a:gd name="connsiteY2708" fmla="*/ 506395 h 832404"/>
                      <a:gd name="connsiteX2709" fmla="*/ 1798664 w 3567513"/>
                      <a:gd name="connsiteY2709" fmla="*/ 510916 h 832404"/>
                      <a:gd name="connsiteX2710" fmla="*/ 1807663 w 3567513"/>
                      <a:gd name="connsiteY2710" fmla="*/ 508080 h 832404"/>
                      <a:gd name="connsiteX2711" fmla="*/ 1806820 w 3567513"/>
                      <a:gd name="connsiteY2711" fmla="*/ 517610 h 832404"/>
                      <a:gd name="connsiteX2712" fmla="*/ 1778582 w 3567513"/>
                      <a:gd name="connsiteY2712" fmla="*/ 543411 h 832404"/>
                      <a:gd name="connsiteX2713" fmla="*/ 1743161 w 3567513"/>
                      <a:gd name="connsiteY2713" fmla="*/ 566109 h 832404"/>
                      <a:gd name="connsiteX2714" fmla="*/ 1724897 w 3567513"/>
                      <a:gd name="connsiteY2714" fmla="*/ 573778 h 832404"/>
                      <a:gd name="connsiteX2715" fmla="*/ 1797422 w 3567513"/>
                      <a:gd name="connsiteY2715" fmla="*/ 561631 h 832404"/>
                      <a:gd name="connsiteX2716" fmla="*/ 1805047 w 3567513"/>
                      <a:gd name="connsiteY2716" fmla="*/ 549529 h 832404"/>
                      <a:gd name="connsiteX2717" fmla="*/ 1852659 w 3567513"/>
                      <a:gd name="connsiteY2717" fmla="*/ 510341 h 832404"/>
                      <a:gd name="connsiteX2718" fmla="*/ 1902664 w 3567513"/>
                      <a:gd name="connsiteY2718" fmla="*/ 491456 h 832404"/>
                      <a:gd name="connsiteX2719" fmla="*/ 1910555 w 3567513"/>
                      <a:gd name="connsiteY2719" fmla="*/ 500366 h 832404"/>
                      <a:gd name="connsiteX2720" fmla="*/ 1914500 w 3567513"/>
                      <a:gd name="connsiteY2720" fmla="*/ 501651 h 832404"/>
                      <a:gd name="connsiteX2721" fmla="*/ 1915476 w 3567513"/>
                      <a:gd name="connsiteY2721" fmla="*/ 501563 h 832404"/>
                      <a:gd name="connsiteX2722" fmla="*/ 1919022 w 3567513"/>
                      <a:gd name="connsiteY2722" fmla="*/ 508612 h 832404"/>
                      <a:gd name="connsiteX2723" fmla="*/ 1907452 w 3567513"/>
                      <a:gd name="connsiteY2723" fmla="*/ 515571 h 832404"/>
                      <a:gd name="connsiteX2724" fmla="*/ 1898541 w 3567513"/>
                      <a:gd name="connsiteY2724" fmla="*/ 519606 h 832404"/>
                      <a:gd name="connsiteX2725" fmla="*/ 1897832 w 3567513"/>
                      <a:gd name="connsiteY2725" fmla="*/ 519871 h 832404"/>
                      <a:gd name="connsiteX2726" fmla="*/ 1811652 w 3567513"/>
                      <a:gd name="connsiteY2726" fmla="*/ 569567 h 832404"/>
                      <a:gd name="connsiteX2727" fmla="*/ 1801146 w 3567513"/>
                      <a:gd name="connsiteY2727" fmla="*/ 570099 h 832404"/>
                      <a:gd name="connsiteX2728" fmla="*/ 1797422 w 3567513"/>
                      <a:gd name="connsiteY2728" fmla="*/ 561631 h 832404"/>
                      <a:gd name="connsiteX2729" fmla="*/ 1810899 w 3567513"/>
                      <a:gd name="connsiteY2729" fmla="*/ 623828 h 832404"/>
                      <a:gd name="connsiteX2730" fmla="*/ 1806820 w 3567513"/>
                      <a:gd name="connsiteY2730" fmla="*/ 627374 h 832404"/>
                      <a:gd name="connsiteX2731" fmla="*/ 1802387 w 3567513"/>
                      <a:gd name="connsiteY2731" fmla="*/ 623872 h 832404"/>
                      <a:gd name="connsiteX2732" fmla="*/ 1806466 w 3567513"/>
                      <a:gd name="connsiteY2732" fmla="*/ 620325 h 832404"/>
                      <a:gd name="connsiteX2733" fmla="*/ 1810899 w 3567513"/>
                      <a:gd name="connsiteY2733" fmla="*/ 623828 h 832404"/>
                      <a:gd name="connsiteX2734" fmla="*/ 1822602 w 3567513"/>
                      <a:gd name="connsiteY2734" fmla="*/ 647722 h 832404"/>
                      <a:gd name="connsiteX2735" fmla="*/ 1837719 w 3567513"/>
                      <a:gd name="connsiteY2735" fmla="*/ 639211 h 832404"/>
                      <a:gd name="connsiteX2736" fmla="*/ 1852038 w 3567513"/>
                      <a:gd name="connsiteY2736" fmla="*/ 621833 h 832404"/>
                      <a:gd name="connsiteX2737" fmla="*/ 1854609 w 3567513"/>
                      <a:gd name="connsiteY2737" fmla="*/ 609287 h 832404"/>
                      <a:gd name="connsiteX2738" fmla="*/ 1855895 w 3567513"/>
                      <a:gd name="connsiteY2738" fmla="*/ 598470 h 832404"/>
                      <a:gd name="connsiteX2739" fmla="*/ 1866224 w 3567513"/>
                      <a:gd name="connsiteY2739" fmla="*/ 623828 h 832404"/>
                      <a:gd name="connsiteX2740" fmla="*/ 1868174 w 3567513"/>
                      <a:gd name="connsiteY2740" fmla="*/ 626576 h 832404"/>
                      <a:gd name="connsiteX2741" fmla="*/ 1871588 w 3567513"/>
                      <a:gd name="connsiteY2741" fmla="*/ 627153 h 832404"/>
                      <a:gd name="connsiteX2742" fmla="*/ 1911574 w 3567513"/>
                      <a:gd name="connsiteY2742" fmla="*/ 637969 h 832404"/>
                      <a:gd name="connsiteX2743" fmla="*/ 1914545 w 3567513"/>
                      <a:gd name="connsiteY2743" fmla="*/ 639698 h 832404"/>
                      <a:gd name="connsiteX2744" fmla="*/ 1919776 w 3567513"/>
                      <a:gd name="connsiteY2744" fmla="*/ 643334 h 832404"/>
                      <a:gd name="connsiteX2745" fmla="*/ 1914545 w 3567513"/>
                      <a:gd name="connsiteY2745" fmla="*/ 639698 h 832404"/>
                      <a:gd name="connsiteX2746" fmla="*/ 1911574 w 3567513"/>
                      <a:gd name="connsiteY2746" fmla="*/ 637969 h 832404"/>
                      <a:gd name="connsiteX2747" fmla="*/ 1857491 w 3567513"/>
                      <a:gd name="connsiteY2747" fmla="*/ 632206 h 832404"/>
                      <a:gd name="connsiteX2748" fmla="*/ 1837763 w 3567513"/>
                      <a:gd name="connsiteY2748" fmla="*/ 639255 h 832404"/>
                      <a:gd name="connsiteX2749" fmla="*/ 1834926 w 3567513"/>
                      <a:gd name="connsiteY2749" fmla="*/ 641693 h 832404"/>
                      <a:gd name="connsiteX2750" fmla="*/ 1822602 w 3567513"/>
                      <a:gd name="connsiteY2750" fmla="*/ 647722 h 832404"/>
                      <a:gd name="connsiteX2751" fmla="*/ 1803895 w 3567513"/>
                      <a:gd name="connsiteY2751" fmla="*/ 662085 h 832404"/>
                      <a:gd name="connsiteX2752" fmla="*/ 1822602 w 3567513"/>
                      <a:gd name="connsiteY2752" fmla="*/ 647722 h 832404"/>
                      <a:gd name="connsiteX2753" fmla="*/ 1915830 w 3567513"/>
                      <a:gd name="connsiteY2753" fmla="*/ 627773 h 832404"/>
                      <a:gd name="connsiteX2754" fmla="*/ 1916362 w 3567513"/>
                      <a:gd name="connsiteY2754" fmla="*/ 622232 h 832404"/>
                      <a:gd name="connsiteX2755" fmla="*/ 1885463 w 3567513"/>
                      <a:gd name="connsiteY2755" fmla="*/ 616026 h 832404"/>
                      <a:gd name="connsiteX2756" fmla="*/ 1883424 w 3567513"/>
                      <a:gd name="connsiteY2756" fmla="*/ 613898 h 832404"/>
                      <a:gd name="connsiteX2757" fmla="*/ 1884311 w 3567513"/>
                      <a:gd name="connsiteY2757" fmla="*/ 611726 h 832404"/>
                      <a:gd name="connsiteX2758" fmla="*/ 1891315 w 3567513"/>
                      <a:gd name="connsiteY2758" fmla="*/ 602371 h 832404"/>
                      <a:gd name="connsiteX2759" fmla="*/ 1899915 w 3567513"/>
                      <a:gd name="connsiteY2759" fmla="*/ 593683 h 832404"/>
                      <a:gd name="connsiteX2760" fmla="*/ 1911043 w 3567513"/>
                      <a:gd name="connsiteY2760" fmla="*/ 589915 h 832404"/>
                      <a:gd name="connsiteX2761" fmla="*/ 1930548 w 3567513"/>
                      <a:gd name="connsiteY2761" fmla="*/ 585393 h 832404"/>
                      <a:gd name="connsiteX2762" fmla="*/ 1939503 w 3567513"/>
                      <a:gd name="connsiteY2762" fmla="*/ 585925 h 832404"/>
                      <a:gd name="connsiteX2763" fmla="*/ 1954354 w 3567513"/>
                      <a:gd name="connsiteY2763" fmla="*/ 590668 h 832404"/>
                      <a:gd name="connsiteX2764" fmla="*/ 1964240 w 3567513"/>
                      <a:gd name="connsiteY2764" fmla="*/ 615050 h 832404"/>
                      <a:gd name="connsiteX2765" fmla="*/ 1946153 w 3567513"/>
                      <a:gd name="connsiteY2765" fmla="*/ 632251 h 832404"/>
                      <a:gd name="connsiteX2766" fmla="*/ 1937065 w 3567513"/>
                      <a:gd name="connsiteY2766" fmla="*/ 629990 h 832404"/>
                      <a:gd name="connsiteX2767" fmla="*/ 1931257 w 3567513"/>
                      <a:gd name="connsiteY2767" fmla="*/ 632871 h 832404"/>
                      <a:gd name="connsiteX2768" fmla="*/ 1925805 w 3567513"/>
                      <a:gd name="connsiteY2768" fmla="*/ 634777 h 832404"/>
                      <a:gd name="connsiteX2769" fmla="*/ 1915830 w 3567513"/>
                      <a:gd name="connsiteY2769" fmla="*/ 627773 h 832404"/>
                      <a:gd name="connsiteX2770" fmla="*/ 1961402 w 3567513"/>
                      <a:gd name="connsiteY2770" fmla="*/ 575861 h 832404"/>
                      <a:gd name="connsiteX2771" fmla="*/ 1953866 w 3567513"/>
                      <a:gd name="connsiteY2771" fmla="*/ 568547 h 832404"/>
                      <a:gd name="connsiteX2772" fmla="*/ 1952891 w 3567513"/>
                      <a:gd name="connsiteY2772" fmla="*/ 558173 h 832404"/>
                      <a:gd name="connsiteX2773" fmla="*/ 1966279 w 3567513"/>
                      <a:gd name="connsiteY2773" fmla="*/ 540840 h 832404"/>
                      <a:gd name="connsiteX2774" fmla="*/ 1986981 w 3567513"/>
                      <a:gd name="connsiteY2774" fmla="*/ 526920 h 832404"/>
                      <a:gd name="connsiteX2775" fmla="*/ 2000458 w 3567513"/>
                      <a:gd name="connsiteY2775" fmla="*/ 531176 h 832404"/>
                      <a:gd name="connsiteX2776" fmla="*/ 1967875 w 3567513"/>
                      <a:gd name="connsiteY2776" fmla="*/ 574177 h 832404"/>
                      <a:gd name="connsiteX2777" fmla="*/ 1964638 w 3567513"/>
                      <a:gd name="connsiteY2777" fmla="*/ 575906 h 832404"/>
                      <a:gd name="connsiteX2778" fmla="*/ 1961402 w 3567513"/>
                      <a:gd name="connsiteY2778" fmla="*/ 575861 h 832404"/>
                      <a:gd name="connsiteX2779" fmla="*/ 2099981 w 3567513"/>
                      <a:gd name="connsiteY2779" fmla="*/ 531265 h 832404"/>
                      <a:gd name="connsiteX2780" fmla="*/ 2079766 w 3567513"/>
                      <a:gd name="connsiteY2780" fmla="*/ 539421 h 832404"/>
                      <a:gd name="connsiteX2781" fmla="*/ 2065093 w 3567513"/>
                      <a:gd name="connsiteY2781" fmla="*/ 536540 h 832404"/>
                      <a:gd name="connsiteX2782" fmla="*/ 2076353 w 3567513"/>
                      <a:gd name="connsiteY2782" fmla="*/ 518409 h 832404"/>
                      <a:gd name="connsiteX2783" fmla="*/ 2100025 w 3567513"/>
                      <a:gd name="connsiteY2783" fmla="*/ 503115 h 832404"/>
                      <a:gd name="connsiteX2784" fmla="*/ 2138815 w 3567513"/>
                      <a:gd name="connsiteY2784" fmla="*/ 470575 h 832404"/>
                      <a:gd name="connsiteX2785" fmla="*/ 2139125 w 3567513"/>
                      <a:gd name="connsiteY2785" fmla="*/ 466187 h 832404"/>
                      <a:gd name="connsiteX2786" fmla="*/ 2145819 w 3567513"/>
                      <a:gd name="connsiteY2786" fmla="*/ 458828 h 832404"/>
                      <a:gd name="connsiteX2787" fmla="*/ 2166300 w 3567513"/>
                      <a:gd name="connsiteY2787" fmla="*/ 445839 h 832404"/>
                      <a:gd name="connsiteX2788" fmla="*/ 2188554 w 3567513"/>
                      <a:gd name="connsiteY2788" fmla="*/ 442337 h 832404"/>
                      <a:gd name="connsiteX2789" fmla="*/ 2193209 w 3567513"/>
                      <a:gd name="connsiteY2789" fmla="*/ 451868 h 832404"/>
                      <a:gd name="connsiteX2790" fmla="*/ 2197997 w 3567513"/>
                      <a:gd name="connsiteY2790" fmla="*/ 452400 h 832404"/>
                      <a:gd name="connsiteX2791" fmla="*/ 2211872 w 3567513"/>
                      <a:gd name="connsiteY2791" fmla="*/ 455858 h 832404"/>
                      <a:gd name="connsiteX2792" fmla="*/ 2212936 w 3567513"/>
                      <a:gd name="connsiteY2792" fmla="*/ 454927 h 832404"/>
                      <a:gd name="connsiteX2793" fmla="*/ 2212803 w 3567513"/>
                      <a:gd name="connsiteY2793" fmla="*/ 456877 h 832404"/>
                      <a:gd name="connsiteX2794" fmla="*/ 2203405 w 3567513"/>
                      <a:gd name="connsiteY2794" fmla="*/ 470043 h 832404"/>
                      <a:gd name="connsiteX2795" fmla="*/ 2195293 w 3567513"/>
                      <a:gd name="connsiteY2795" fmla="*/ 478023 h 832404"/>
                      <a:gd name="connsiteX2796" fmla="*/ 2175167 w 3567513"/>
                      <a:gd name="connsiteY2796" fmla="*/ 485072 h 832404"/>
                      <a:gd name="connsiteX2797" fmla="*/ 2167098 w 3567513"/>
                      <a:gd name="connsiteY2797" fmla="*/ 488485 h 832404"/>
                      <a:gd name="connsiteX2798" fmla="*/ 2148922 w 3567513"/>
                      <a:gd name="connsiteY2798" fmla="*/ 503203 h 832404"/>
                      <a:gd name="connsiteX2799" fmla="*/ 2128973 w 3567513"/>
                      <a:gd name="connsiteY2799" fmla="*/ 515926 h 832404"/>
                      <a:gd name="connsiteX2800" fmla="*/ 2099981 w 3567513"/>
                      <a:gd name="connsiteY2800" fmla="*/ 531265 h 832404"/>
                      <a:gd name="connsiteX2801" fmla="*/ 2185761 w 3567513"/>
                      <a:gd name="connsiteY2801" fmla="*/ 494248 h 832404"/>
                      <a:gd name="connsiteX2802" fmla="*/ 2179289 w 3567513"/>
                      <a:gd name="connsiteY2802" fmla="*/ 497839 h 832404"/>
                      <a:gd name="connsiteX2803" fmla="*/ 2177472 w 3567513"/>
                      <a:gd name="connsiteY2803" fmla="*/ 494248 h 832404"/>
                      <a:gd name="connsiteX2804" fmla="*/ 2183944 w 3567513"/>
                      <a:gd name="connsiteY2804" fmla="*/ 490657 h 832404"/>
                      <a:gd name="connsiteX2805" fmla="*/ 2185761 w 3567513"/>
                      <a:gd name="connsiteY2805" fmla="*/ 494248 h 832404"/>
                      <a:gd name="connsiteX2806" fmla="*/ 2220827 w 3567513"/>
                      <a:gd name="connsiteY2806" fmla="*/ 479486 h 832404"/>
                      <a:gd name="connsiteX2807" fmla="*/ 2226502 w 3567513"/>
                      <a:gd name="connsiteY2807" fmla="*/ 457365 h 832404"/>
                      <a:gd name="connsiteX2808" fmla="*/ 2219719 w 3567513"/>
                      <a:gd name="connsiteY2808" fmla="*/ 447922 h 832404"/>
                      <a:gd name="connsiteX2809" fmla="*/ 2233240 w 3567513"/>
                      <a:gd name="connsiteY2809" fmla="*/ 452710 h 832404"/>
                      <a:gd name="connsiteX2810" fmla="*/ 2236122 w 3567513"/>
                      <a:gd name="connsiteY2810" fmla="*/ 460601 h 832404"/>
                      <a:gd name="connsiteX2811" fmla="*/ 2224640 w 3567513"/>
                      <a:gd name="connsiteY2811" fmla="*/ 486712 h 832404"/>
                      <a:gd name="connsiteX2812" fmla="*/ 2234304 w 3567513"/>
                      <a:gd name="connsiteY2812" fmla="*/ 484008 h 832404"/>
                      <a:gd name="connsiteX2813" fmla="*/ 2261612 w 3567513"/>
                      <a:gd name="connsiteY2813" fmla="*/ 478245 h 832404"/>
                      <a:gd name="connsiteX2814" fmla="*/ 2240688 w 3567513"/>
                      <a:gd name="connsiteY2814" fmla="*/ 483786 h 832404"/>
                      <a:gd name="connsiteX2815" fmla="*/ 2232531 w 3567513"/>
                      <a:gd name="connsiteY2815" fmla="*/ 486889 h 832404"/>
                      <a:gd name="connsiteX2816" fmla="*/ 2226590 w 3567513"/>
                      <a:gd name="connsiteY2816" fmla="*/ 492298 h 832404"/>
                      <a:gd name="connsiteX2817" fmla="*/ 2184698 w 3567513"/>
                      <a:gd name="connsiteY2817" fmla="*/ 543278 h 832404"/>
                      <a:gd name="connsiteX2818" fmla="*/ 2206907 w 3567513"/>
                      <a:gd name="connsiteY2818" fmla="*/ 509897 h 832404"/>
                      <a:gd name="connsiteX2819" fmla="*/ 2142938 w 3567513"/>
                      <a:gd name="connsiteY2819" fmla="*/ 555425 h 832404"/>
                      <a:gd name="connsiteX2820" fmla="*/ 2220827 w 3567513"/>
                      <a:gd name="connsiteY2820" fmla="*/ 479486 h 832404"/>
                      <a:gd name="connsiteX2821" fmla="*/ 2301864 w 3567513"/>
                      <a:gd name="connsiteY2821" fmla="*/ 536230 h 832404"/>
                      <a:gd name="connsiteX2822" fmla="*/ 2318089 w 3567513"/>
                      <a:gd name="connsiteY2822" fmla="*/ 520935 h 832404"/>
                      <a:gd name="connsiteX2823" fmla="*/ 2318710 w 3567513"/>
                      <a:gd name="connsiteY2823" fmla="*/ 509409 h 832404"/>
                      <a:gd name="connsiteX2824" fmla="*/ 2347437 w 3567513"/>
                      <a:gd name="connsiteY2824" fmla="*/ 511670 h 832404"/>
                      <a:gd name="connsiteX2825" fmla="*/ 2375188 w 3567513"/>
                      <a:gd name="connsiteY2825" fmla="*/ 497839 h 832404"/>
                      <a:gd name="connsiteX2826" fmla="*/ 2352091 w 3567513"/>
                      <a:gd name="connsiteY2826" fmla="*/ 514641 h 832404"/>
                      <a:gd name="connsiteX2827" fmla="*/ 2328330 w 3567513"/>
                      <a:gd name="connsiteY2827" fmla="*/ 527275 h 832404"/>
                      <a:gd name="connsiteX2828" fmla="*/ 2323675 w 3567513"/>
                      <a:gd name="connsiteY2828" fmla="*/ 536540 h 832404"/>
                      <a:gd name="connsiteX2829" fmla="*/ 2316050 w 3567513"/>
                      <a:gd name="connsiteY2829" fmla="*/ 550415 h 832404"/>
                      <a:gd name="connsiteX2830" fmla="*/ 2314410 w 3567513"/>
                      <a:gd name="connsiteY2830" fmla="*/ 547091 h 832404"/>
                      <a:gd name="connsiteX2831" fmla="*/ 2314277 w 3567513"/>
                      <a:gd name="connsiteY2831" fmla="*/ 546914 h 832404"/>
                      <a:gd name="connsiteX2832" fmla="*/ 2302618 w 3567513"/>
                      <a:gd name="connsiteY2832" fmla="*/ 566641 h 832404"/>
                      <a:gd name="connsiteX2833" fmla="*/ 2310908 w 3567513"/>
                      <a:gd name="connsiteY2833" fmla="*/ 545849 h 832404"/>
                      <a:gd name="connsiteX2834" fmla="*/ 2310287 w 3567513"/>
                      <a:gd name="connsiteY2834" fmla="*/ 545982 h 832404"/>
                      <a:gd name="connsiteX2835" fmla="*/ 2307849 w 3567513"/>
                      <a:gd name="connsiteY2835" fmla="*/ 547313 h 832404"/>
                      <a:gd name="connsiteX2836" fmla="*/ 2281960 w 3567513"/>
                      <a:gd name="connsiteY2836" fmla="*/ 563892 h 832404"/>
                      <a:gd name="connsiteX2837" fmla="*/ 2268705 w 3567513"/>
                      <a:gd name="connsiteY2837" fmla="*/ 568148 h 832404"/>
                      <a:gd name="connsiteX2838" fmla="*/ 2301687 w 3567513"/>
                      <a:gd name="connsiteY2838" fmla="*/ 547933 h 832404"/>
                      <a:gd name="connsiteX2839" fmla="*/ 2316006 w 3567513"/>
                      <a:gd name="connsiteY2839" fmla="*/ 532816 h 832404"/>
                      <a:gd name="connsiteX2840" fmla="*/ 2306962 w 3567513"/>
                      <a:gd name="connsiteY2840" fmla="*/ 538003 h 832404"/>
                      <a:gd name="connsiteX2841" fmla="*/ 2244988 w 3567513"/>
                      <a:gd name="connsiteY2841" fmla="*/ 573512 h 832404"/>
                      <a:gd name="connsiteX2842" fmla="*/ 2301864 w 3567513"/>
                      <a:gd name="connsiteY2842" fmla="*/ 536230 h 832404"/>
                      <a:gd name="connsiteX2843" fmla="*/ 2275753 w 3567513"/>
                      <a:gd name="connsiteY2843" fmla="*/ 652732 h 832404"/>
                      <a:gd name="connsiteX2844" fmla="*/ 2299869 w 3567513"/>
                      <a:gd name="connsiteY2844" fmla="*/ 607292 h 832404"/>
                      <a:gd name="connsiteX2845" fmla="*/ 2286171 w 3567513"/>
                      <a:gd name="connsiteY2845" fmla="*/ 648077 h 832404"/>
                      <a:gd name="connsiteX2846" fmla="*/ 2248313 w 3567513"/>
                      <a:gd name="connsiteY2846" fmla="*/ 668114 h 832404"/>
                      <a:gd name="connsiteX2847" fmla="*/ 2275753 w 3567513"/>
                      <a:gd name="connsiteY2847" fmla="*/ 652732 h 832404"/>
                      <a:gd name="connsiteX2848" fmla="*/ 2281383 w 3567513"/>
                      <a:gd name="connsiteY2848" fmla="*/ 701229 h 832404"/>
                      <a:gd name="connsiteX2849" fmla="*/ 2297475 w 3567513"/>
                      <a:gd name="connsiteY2849" fmla="*/ 702560 h 832404"/>
                      <a:gd name="connsiteX2850" fmla="*/ 2316582 w 3567513"/>
                      <a:gd name="connsiteY2850" fmla="*/ 715283 h 832404"/>
                      <a:gd name="connsiteX2851" fmla="*/ 2319464 w 3567513"/>
                      <a:gd name="connsiteY2851" fmla="*/ 735232 h 832404"/>
                      <a:gd name="connsiteX2852" fmla="*/ 2312858 w 3567513"/>
                      <a:gd name="connsiteY2852" fmla="*/ 716125 h 832404"/>
                      <a:gd name="connsiteX2853" fmla="*/ 2299249 w 3567513"/>
                      <a:gd name="connsiteY2853" fmla="*/ 708500 h 832404"/>
                      <a:gd name="connsiteX2854" fmla="*/ 2278059 w 3567513"/>
                      <a:gd name="connsiteY2854" fmla="*/ 703934 h 832404"/>
                      <a:gd name="connsiteX2855" fmla="*/ 2262897 w 3567513"/>
                      <a:gd name="connsiteY2855" fmla="*/ 706328 h 832404"/>
                      <a:gd name="connsiteX2856" fmla="*/ 2281383 w 3567513"/>
                      <a:gd name="connsiteY2856" fmla="*/ 701229 h 832404"/>
                      <a:gd name="connsiteX2857" fmla="*/ 2308869 w 3567513"/>
                      <a:gd name="connsiteY2857" fmla="*/ 691609 h 832404"/>
                      <a:gd name="connsiteX2858" fmla="*/ 2292555 w 3567513"/>
                      <a:gd name="connsiteY2858" fmla="*/ 692141 h 832404"/>
                      <a:gd name="connsiteX2859" fmla="*/ 2283334 w 3567513"/>
                      <a:gd name="connsiteY2859" fmla="*/ 691078 h 832404"/>
                      <a:gd name="connsiteX2860" fmla="*/ 2276684 w 3567513"/>
                      <a:gd name="connsiteY2860" fmla="*/ 681901 h 832404"/>
                      <a:gd name="connsiteX2861" fmla="*/ 2279965 w 3567513"/>
                      <a:gd name="connsiteY2861" fmla="*/ 665100 h 832404"/>
                      <a:gd name="connsiteX2862" fmla="*/ 2297210 w 3567513"/>
                      <a:gd name="connsiteY2862" fmla="*/ 648342 h 832404"/>
                      <a:gd name="connsiteX2863" fmla="*/ 2322966 w 3567513"/>
                      <a:gd name="connsiteY2863" fmla="*/ 634334 h 832404"/>
                      <a:gd name="connsiteX2864" fmla="*/ 2340875 w 3567513"/>
                      <a:gd name="connsiteY2864" fmla="*/ 643732 h 832404"/>
                      <a:gd name="connsiteX2865" fmla="*/ 2342870 w 3567513"/>
                      <a:gd name="connsiteY2865" fmla="*/ 650116 h 832404"/>
                      <a:gd name="connsiteX2866" fmla="*/ 2356569 w 3567513"/>
                      <a:gd name="connsiteY2866" fmla="*/ 651047 h 832404"/>
                      <a:gd name="connsiteX2867" fmla="*/ 2361002 w 3567513"/>
                      <a:gd name="connsiteY2867" fmla="*/ 660622 h 832404"/>
                      <a:gd name="connsiteX2868" fmla="*/ 2352224 w 3567513"/>
                      <a:gd name="connsiteY2868" fmla="*/ 668203 h 832404"/>
                      <a:gd name="connsiteX2869" fmla="*/ 2332009 w 3567513"/>
                      <a:gd name="connsiteY2869" fmla="*/ 678310 h 832404"/>
                      <a:gd name="connsiteX2870" fmla="*/ 2321769 w 3567513"/>
                      <a:gd name="connsiteY2870" fmla="*/ 689216 h 832404"/>
                      <a:gd name="connsiteX2871" fmla="*/ 2308869 w 3567513"/>
                      <a:gd name="connsiteY2871" fmla="*/ 691609 h 832404"/>
                      <a:gd name="connsiteX2872" fmla="*/ 2371996 w 3567513"/>
                      <a:gd name="connsiteY2872" fmla="*/ 684251 h 832404"/>
                      <a:gd name="connsiteX2873" fmla="*/ 2373946 w 3567513"/>
                      <a:gd name="connsiteY2873" fmla="*/ 670020 h 832404"/>
                      <a:gd name="connsiteX2874" fmla="*/ 2372528 w 3567513"/>
                      <a:gd name="connsiteY2874" fmla="*/ 641250 h 832404"/>
                      <a:gd name="connsiteX2875" fmla="*/ 2370223 w 3567513"/>
                      <a:gd name="connsiteY2875" fmla="*/ 635487 h 832404"/>
                      <a:gd name="connsiteX2876" fmla="*/ 2364903 w 3567513"/>
                      <a:gd name="connsiteY2876" fmla="*/ 633669 h 832404"/>
                      <a:gd name="connsiteX2877" fmla="*/ 2341274 w 3567513"/>
                      <a:gd name="connsiteY2877" fmla="*/ 624803 h 832404"/>
                      <a:gd name="connsiteX2878" fmla="*/ 2380463 w 3567513"/>
                      <a:gd name="connsiteY2878" fmla="*/ 628350 h 832404"/>
                      <a:gd name="connsiteX2879" fmla="*/ 2422090 w 3567513"/>
                      <a:gd name="connsiteY2879" fmla="*/ 604233 h 832404"/>
                      <a:gd name="connsiteX2880" fmla="*/ 2397841 w 3567513"/>
                      <a:gd name="connsiteY2880" fmla="*/ 623340 h 832404"/>
                      <a:gd name="connsiteX2881" fmla="*/ 2377271 w 3567513"/>
                      <a:gd name="connsiteY2881" fmla="*/ 638989 h 832404"/>
                      <a:gd name="connsiteX2882" fmla="*/ 2376916 w 3567513"/>
                      <a:gd name="connsiteY2882" fmla="*/ 649096 h 832404"/>
                      <a:gd name="connsiteX2883" fmla="*/ 2378734 w 3567513"/>
                      <a:gd name="connsiteY2883" fmla="*/ 665055 h 832404"/>
                      <a:gd name="connsiteX2884" fmla="*/ 2388664 w 3567513"/>
                      <a:gd name="connsiteY2884" fmla="*/ 686201 h 832404"/>
                      <a:gd name="connsiteX2885" fmla="*/ 2411539 w 3567513"/>
                      <a:gd name="connsiteY2885" fmla="*/ 696176 h 832404"/>
                      <a:gd name="connsiteX2886" fmla="*/ 2350052 w 3567513"/>
                      <a:gd name="connsiteY2886" fmla="*/ 701717 h 832404"/>
                      <a:gd name="connsiteX2887" fmla="*/ 2371996 w 3567513"/>
                      <a:gd name="connsiteY2887" fmla="*/ 684251 h 832404"/>
                      <a:gd name="connsiteX2888" fmla="*/ 2402363 w 3567513"/>
                      <a:gd name="connsiteY2888" fmla="*/ 679197 h 832404"/>
                      <a:gd name="connsiteX2889" fmla="*/ 2390659 w 3567513"/>
                      <a:gd name="connsiteY2889" fmla="*/ 675163 h 832404"/>
                      <a:gd name="connsiteX2890" fmla="*/ 2407727 w 3567513"/>
                      <a:gd name="connsiteY2890" fmla="*/ 640053 h 832404"/>
                      <a:gd name="connsiteX2891" fmla="*/ 2402363 w 3567513"/>
                      <a:gd name="connsiteY2891" fmla="*/ 679197 h 832404"/>
                      <a:gd name="connsiteX2892" fmla="*/ 2425636 w 3567513"/>
                      <a:gd name="connsiteY2892" fmla="*/ 745383 h 832404"/>
                      <a:gd name="connsiteX2893" fmla="*/ 2430070 w 3567513"/>
                      <a:gd name="connsiteY2893" fmla="*/ 748885 h 832404"/>
                      <a:gd name="connsiteX2894" fmla="*/ 2425991 w 3567513"/>
                      <a:gd name="connsiteY2894" fmla="*/ 752432 h 832404"/>
                      <a:gd name="connsiteX2895" fmla="*/ 2421558 w 3567513"/>
                      <a:gd name="connsiteY2895" fmla="*/ 748930 h 832404"/>
                      <a:gd name="connsiteX2896" fmla="*/ 2425636 w 3567513"/>
                      <a:gd name="connsiteY2896" fmla="*/ 745383 h 832404"/>
                      <a:gd name="connsiteX2897" fmla="*/ 2429626 w 3567513"/>
                      <a:gd name="connsiteY2897" fmla="*/ 614740 h 832404"/>
                      <a:gd name="connsiteX2898" fmla="*/ 2442083 w 3567513"/>
                      <a:gd name="connsiteY2898" fmla="*/ 642713 h 832404"/>
                      <a:gd name="connsiteX2899" fmla="*/ 2451437 w 3567513"/>
                      <a:gd name="connsiteY2899" fmla="*/ 654638 h 832404"/>
                      <a:gd name="connsiteX2900" fmla="*/ 2485882 w 3567513"/>
                      <a:gd name="connsiteY2900" fmla="*/ 666829 h 832404"/>
                      <a:gd name="connsiteX2901" fmla="*/ 2502107 w 3567513"/>
                      <a:gd name="connsiteY2901" fmla="*/ 673301 h 832404"/>
                      <a:gd name="connsiteX2902" fmla="*/ 2449885 w 3567513"/>
                      <a:gd name="connsiteY2902" fmla="*/ 657342 h 832404"/>
                      <a:gd name="connsiteX2903" fmla="*/ 2429626 w 3567513"/>
                      <a:gd name="connsiteY2903" fmla="*/ 614740 h 832404"/>
                      <a:gd name="connsiteX2904" fmla="*/ 2492931 w 3567513"/>
                      <a:gd name="connsiteY2904" fmla="*/ 648299 h 832404"/>
                      <a:gd name="connsiteX2905" fmla="*/ 2470056 w 3567513"/>
                      <a:gd name="connsiteY2905" fmla="*/ 640851 h 832404"/>
                      <a:gd name="connsiteX2906" fmla="*/ 2460835 w 3567513"/>
                      <a:gd name="connsiteY2906" fmla="*/ 632162 h 832404"/>
                      <a:gd name="connsiteX2907" fmla="*/ 2463318 w 3567513"/>
                      <a:gd name="connsiteY2907" fmla="*/ 590003 h 832404"/>
                      <a:gd name="connsiteX2908" fmla="*/ 2476750 w 3567513"/>
                      <a:gd name="connsiteY2908" fmla="*/ 596121 h 832404"/>
                      <a:gd name="connsiteX2909" fmla="*/ 2494881 w 3567513"/>
                      <a:gd name="connsiteY2909" fmla="*/ 593816 h 832404"/>
                      <a:gd name="connsiteX2910" fmla="*/ 2506540 w 3567513"/>
                      <a:gd name="connsiteY2910" fmla="*/ 608489 h 832404"/>
                      <a:gd name="connsiteX2911" fmla="*/ 2502373 w 3567513"/>
                      <a:gd name="connsiteY2911" fmla="*/ 613543 h 832404"/>
                      <a:gd name="connsiteX2912" fmla="*/ 2499802 w 3567513"/>
                      <a:gd name="connsiteY2912" fmla="*/ 616646 h 832404"/>
                      <a:gd name="connsiteX2913" fmla="*/ 2511417 w 3567513"/>
                      <a:gd name="connsiteY2913" fmla="*/ 628748 h 832404"/>
                      <a:gd name="connsiteX2914" fmla="*/ 2515318 w 3567513"/>
                      <a:gd name="connsiteY2914" fmla="*/ 643334 h 832404"/>
                      <a:gd name="connsiteX2915" fmla="*/ 2502107 w 3567513"/>
                      <a:gd name="connsiteY2915" fmla="*/ 651579 h 832404"/>
                      <a:gd name="connsiteX2916" fmla="*/ 2492931 w 3567513"/>
                      <a:gd name="connsiteY2916" fmla="*/ 648299 h 832404"/>
                      <a:gd name="connsiteX2917" fmla="*/ 2498827 w 3567513"/>
                      <a:gd name="connsiteY2917" fmla="*/ 576172 h 832404"/>
                      <a:gd name="connsiteX2918" fmla="*/ 2529194 w 3567513"/>
                      <a:gd name="connsiteY2918" fmla="*/ 569035 h 832404"/>
                      <a:gd name="connsiteX2919" fmla="*/ 2555127 w 3567513"/>
                      <a:gd name="connsiteY2919" fmla="*/ 556444 h 832404"/>
                      <a:gd name="connsiteX2920" fmla="*/ 2498827 w 3567513"/>
                      <a:gd name="connsiteY2920" fmla="*/ 576172 h 832404"/>
                      <a:gd name="connsiteX2921" fmla="*/ 2548876 w 3567513"/>
                      <a:gd name="connsiteY2921" fmla="*/ 515438 h 832404"/>
                      <a:gd name="connsiteX2922" fmla="*/ 2547059 w 3567513"/>
                      <a:gd name="connsiteY2922" fmla="*/ 511848 h 832404"/>
                      <a:gd name="connsiteX2923" fmla="*/ 2553531 w 3567513"/>
                      <a:gd name="connsiteY2923" fmla="*/ 508257 h 832404"/>
                      <a:gd name="connsiteX2924" fmla="*/ 2555349 w 3567513"/>
                      <a:gd name="connsiteY2924" fmla="*/ 511848 h 832404"/>
                      <a:gd name="connsiteX2925" fmla="*/ 2548876 w 3567513"/>
                      <a:gd name="connsiteY2925" fmla="*/ 515438 h 832404"/>
                      <a:gd name="connsiteX2926" fmla="*/ 2544576 w 3567513"/>
                      <a:gd name="connsiteY2926" fmla="*/ 492120 h 832404"/>
                      <a:gd name="connsiteX2927" fmla="*/ 2548123 w 3567513"/>
                      <a:gd name="connsiteY2927" fmla="*/ 499169 h 832404"/>
                      <a:gd name="connsiteX2928" fmla="*/ 2535444 w 3567513"/>
                      <a:gd name="connsiteY2928" fmla="*/ 506218 h 832404"/>
                      <a:gd name="connsiteX2929" fmla="*/ 2531898 w 3567513"/>
                      <a:gd name="connsiteY2929" fmla="*/ 499169 h 832404"/>
                      <a:gd name="connsiteX2930" fmla="*/ 2535311 w 3567513"/>
                      <a:gd name="connsiteY2930" fmla="*/ 495622 h 832404"/>
                      <a:gd name="connsiteX2931" fmla="*/ 2531720 w 3567513"/>
                      <a:gd name="connsiteY2931" fmla="*/ 496997 h 832404"/>
                      <a:gd name="connsiteX2932" fmla="*/ 2517933 w 3567513"/>
                      <a:gd name="connsiteY2932" fmla="*/ 519473 h 832404"/>
                      <a:gd name="connsiteX2933" fmla="*/ 2506939 w 3567513"/>
                      <a:gd name="connsiteY2933" fmla="*/ 533437 h 832404"/>
                      <a:gd name="connsiteX2934" fmla="*/ 2484552 w 3567513"/>
                      <a:gd name="connsiteY2934" fmla="*/ 545362 h 832404"/>
                      <a:gd name="connsiteX2935" fmla="*/ 2457422 w 3567513"/>
                      <a:gd name="connsiteY2935" fmla="*/ 551302 h 832404"/>
                      <a:gd name="connsiteX2936" fmla="*/ 2452589 w 3567513"/>
                      <a:gd name="connsiteY2936" fmla="*/ 531708 h 832404"/>
                      <a:gd name="connsiteX2937" fmla="*/ 2492399 w 3567513"/>
                      <a:gd name="connsiteY2937" fmla="*/ 486136 h 832404"/>
                      <a:gd name="connsiteX2938" fmla="*/ 2543468 w 3567513"/>
                      <a:gd name="connsiteY2938" fmla="*/ 471240 h 832404"/>
                      <a:gd name="connsiteX2939" fmla="*/ 2544089 w 3567513"/>
                      <a:gd name="connsiteY2939" fmla="*/ 474432 h 832404"/>
                      <a:gd name="connsiteX2940" fmla="*/ 2560979 w 3567513"/>
                      <a:gd name="connsiteY2940" fmla="*/ 474610 h 832404"/>
                      <a:gd name="connsiteX2941" fmla="*/ 2558541 w 3567513"/>
                      <a:gd name="connsiteY2941" fmla="*/ 484407 h 832404"/>
                      <a:gd name="connsiteX2942" fmla="*/ 2544576 w 3567513"/>
                      <a:gd name="connsiteY2942" fmla="*/ 492120 h 832404"/>
                      <a:gd name="connsiteX2943" fmla="*/ 2585804 w 3567513"/>
                      <a:gd name="connsiteY2943" fmla="*/ 633315 h 832404"/>
                      <a:gd name="connsiteX2944" fmla="*/ 2587799 w 3567513"/>
                      <a:gd name="connsiteY2944" fmla="*/ 606095 h 832404"/>
                      <a:gd name="connsiteX2945" fmla="*/ 2595291 w 3567513"/>
                      <a:gd name="connsiteY2945" fmla="*/ 629192 h 832404"/>
                      <a:gd name="connsiteX2946" fmla="*/ 2594582 w 3567513"/>
                      <a:gd name="connsiteY2946" fmla="*/ 636905 h 832404"/>
                      <a:gd name="connsiteX2947" fmla="*/ 2588774 w 3567513"/>
                      <a:gd name="connsiteY2947" fmla="*/ 645461 h 832404"/>
                      <a:gd name="connsiteX2948" fmla="*/ 2557610 w 3567513"/>
                      <a:gd name="connsiteY2948" fmla="*/ 664790 h 832404"/>
                      <a:gd name="connsiteX2949" fmla="*/ 2585804 w 3567513"/>
                      <a:gd name="connsiteY2949" fmla="*/ 633315 h 832404"/>
                      <a:gd name="connsiteX2950" fmla="*/ 2593606 w 3567513"/>
                      <a:gd name="connsiteY2950" fmla="*/ 457010 h 832404"/>
                      <a:gd name="connsiteX2951" fmla="*/ 2624328 w 3567513"/>
                      <a:gd name="connsiteY2951" fmla="*/ 451336 h 832404"/>
                      <a:gd name="connsiteX2952" fmla="*/ 2643922 w 3567513"/>
                      <a:gd name="connsiteY2952" fmla="*/ 442780 h 832404"/>
                      <a:gd name="connsiteX2953" fmla="*/ 2615905 w 3567513"/>
                      <a:gd name="connsiteY2953" fmla="*/ 467960 h 832404"/>
                      <a:gd name="connsiteX2954" fmla="*/ 2601586 w 3567513"/>
                      <a:gd name="connsiteY2954" fmla="*/ 495268 h 832404"/>
                      <a:gd name="connsiteX2955" fmla="*/ 2611605 w 3567513"/>
                      <a:gd name="connsiteY2955" fmla="*/ 463527 h 832404"/>
                      <a:gd name="connsiteX2956" fmla="*/ 2613023 w 3567513"/>
                      <a:gd name="connsiteY2956" fmla="*/ 459936 h 832404"/>
                      <a:gd name="connsiteX2957" fmla="*/ 2610319 w 3567513"/>
                      <a:gd name="connsiteY2957" fmla="*/ 459005 h 832404"/>
                      <a:gd name="connsiteX2958" fmla="*/ 2593606 w 3567513"/>
                      <a:gd name="connsiteY2958" fmla="*/ 457010 h 832404"/>
                      <a:gd name="connsiteX2959" fmla="*/ 2604024 w 3567513"/>
                      <a:gd name="connsiteY2959" fmla="*/ 586678 h 832404"/>
                      <a:gd name="connsiteX2960" fmla="*/ 2634214 w 3567513"/>
                      <a:gd name="connsiteY2960" fmla="*/ 571163 h 832404"/>
                      <a:gd name="connsiteX2961" fmla="*/ 2633017 w 3567513"/>
                      <a:gd name="connsiteY2961" fmla="*/ 584772 h 832404"/>
                      <a:gd name="connsiteX2962" fmla="*/ 2639755 w 3567513"/>
                      <a:gd name="connsiteY2962" fmla="*/ 609509 h 832404"/>
                      <a:gd name="connsiteX2963" fmla="*/ 2630312 w 3567513"/>
                      <a:gd name="connsiteY2963" fmla="*/ 621877 h 832404"/>
                      <a:gd name="connsiteX2964" fmla="*/ 2618210 w 3567513"/>
                      <a:gd name="connsiteY2964" fmla="*/ 627551 h 832404"/>
                      <a:gd name="connsiteX2965" fmla="*/ 2606196 w 3567513"/>
                      <a:gd name="connsiteY2965" fmla="*/ 618065 h 832404"/>
                      <a:gd name="connsiteX2966" fmla="*/ 2604024 w 3567513"/>
                      <a:gd name="connsiteY2966" fmla="*/ 586678 h 832404"/>
                      <a:gd name="connsiteX2967" fmla="*/ 2660857 w 3567513"/>
                      <a:gd name="connsiteY2967" fmla="*/ 558794 h 832404"/>
                      <a:gd name="connsiteX2968" fmla="*/ 2658064 w 3567513"/>
                      <a:gd name="connsiteY2968" fmla="*/ 549529 h 832404"/>
                      <a:gd name="connsiteX2969" fmla="*/ 2682712 w 3567513"/>
                      <a:gd name="connsiteY2969" fmla="*/ 511803 h 832404"/>
                      <a:gd name="connsiteX2970" fmla="*/ 2731653 w 3567513"/>
                      <a:gd name="connsiteY2970" fmla="*/ 485160 h 832404"/>
                      <a:gd name="connsiteX2971" fmla="*/ 2768714 w 3567513"/>
                      <a:gd name="connsiteY2971" fmla="*/ 484008 h 832404"/>
                      <a:gd name="connsiteX2972" fmla="*/ 2760734 w 3567513"/>
                      <a:gd name="connsiteY2972" fmla="*/ 492696 h 832404"/>
                      <a:gd name="connsiteX2973" fmla="*/ 2760379 w 3567513"/>
                      <a:gd name="connsiteY2973" fmla="*/ 493317 h 832404"/>
                      <a:gd name="connsiteX2974" fmla="*/ 2756922 w 3567513"/>
                      <a:gd name="connsiteY2974" fmla="*/ 496908 h 832404"/>
                      <a:gd name="connsiteX2975" fmla="*/ 2720526 w 3567513"/>
                      <a:gd name="connsiteY2975" fmla="*/ 538224 h 832404"/>
                      <a:gd name="connsiteX2976" fmla="*/ 2709355 w 3567513"/>
                      <a:gd name="connsiteY2976" fmla="*/ 549174 h 832404"/>
                      <a:gd name="connsiteX2977" fmla="*/ 2691888 w 3567513"/>
                      <a:gd name="connsiteY2977" fmla="*/ 558040 h 832404"/>
                      <a:gd name="connsiteX2978" fmla="*/ 2660857 w 3567513"/>
                      <a:gd name="connsiteY2978" fmla="*/ 558794 h 832404"/>
                      <a:gd name="connsiteX2979" fmla="*/ 2767650 w 3567513"/>
                      <a:gd name="connsiteY2979" fmla="*/ 505996 h 832404"/>
                      <a:gd name="connsiteX2980" fmla="*/ 2761177 w 3567513"/>
                      <a:gd name="connsiteY2980" fmla="*/ 509587 h 832404"/>
                      <a:gd name="connsiteX2981" fmla="*/ 2759360 w 3567513"/>
                      <a:gd name="connsiteY2981" fmla="*/ 505996 h 832404"/>
                      <a:gd name="connsiteX2982" fmla="*/ 2765832 w 3567513"/>
                      <a:gd name="connsiteY2982" fmla="*/ 502405 h 832404"/>
                      <a:gd name="connsiteX2983" fmla="*/ 2767650 w 3567513"/>
                      <a:gd name="connsiteY2983" fmla="*/ 505996 h 832404"/>
                      <a:gd name="connsiteX2984" fmla="*/ 2692154 w 3567513"/>
                      <a:gd name="connsiteY2984" fmla="*/ 637526 h 832404"/>
                      <a:gd name="connsiteX2985" fmla="*/ 2697075 w 3567513"/>
                      <a:gd name="connsiteY2985" fmla="*/ 636196 h 832404"/>
                      <a:gd name="connsiteX2986" fmla="*/ 2728904 w 3567513"/>
                      <a:gd name="connsiteY2986" fmla="*/ 635664 h 832404"/>
                      <a:gd name="connsiteX2987" fmla="*/ 2731653 w 3567513"/>
                      <a:gd name="connsiteY2987" fmla="*/ 635221 h 832404"/>
                      <a:gd name="connsiteX2988" fmla="*/ 2740298 w 3567513"/>
                      <a:gd name="connsiteY2988" fmla="*/ 642092 h 832404"/>
                      <a:gd name="connsiteX2989" fmla="*/ 2740209 w 3567513"/>
                      <a:gd name="connsiteY2989" fmla="*/ 643334 h 832404"/>
                      <a:gd name="connsiteX2990" fmla="*/ 2741406 w 3567513"/>
                      <a:gd name="connsiteY2990" fmla="*/ 648121 h 832404"/>
                      <a:gd name="connsiteX2991" fmla="*/ 2719994 w 3567513"/>
                      <a:gd name="connsiteY2991" fmla="*/ 676005 h 832404"/>
                      <a:gd name="connsiteX2992" fmla="*/ 2691002 w 3567513"/>
                      <a:gd name="connsiteY2992" fmla="*/ 646614 h 832404"/>
                      <a:gd name="connsiteX2993" fmla="*/ 2692154 w 3567513"/>
                      <a:gd name="connsiteY2993" fmla="*/ 637526 h 832404"/>
                      <a:gd name="connsiteX2994" fmla="*/ 2772615 w 3567513"/>
                      <a:gd name="connsiteY2994" fmla="*/ 537249 h 832404"/>
                      <a:gd name="connsiteX2995" fmla="*/ 2768625 w 3567513"/>
                      <a:gd name="connsiteY2995" fmla="*/ 562606 h 832404"/>
                      <a:gd name="connsiteX2996" fmla="*/ 2765433 w 3567513"/>
                      <a:gd name="connsiteY2996" fmla="*/ 551790 h 832404"/>
                      <a:gd name="connsiteX2997" fmla="*/ 2770177 w 3567513"/>
                      <a:gd name="connsiteY2997" fmla="*/ 535520 h 832404"/>
                      <a:gd name="connsiteX2998" fmla="*/ 2789992 w 3567513"/>
                      <a:gd name="connsiteY2998" fmla="*/ 495445 h 832404"/>
                      <a:gd name="connsiteX2999" fmla="*/ 2806306 w 3567513"/>
                      <a:gd name="connsiteY2999" fmla="*/ 497307 h 832404"/>
                      <a:gd name="connsiteX3000" fmla="*/ 2827896 w 3567513"/>
                      <a:gd name="connsiteY3000" fmla="*/ 495312 h 832404"/>
                      <a:gd name="connsiteX3001" fmla="*/ 2829314 w 3567513"/>
                      <a:gd name="connsiteY3001" fmla="*/ 494425 h 832404"/>
                      <a:gd name="connsiteX3002" fmla="*/ 2827896 w 3567513"/>
                      <a:gd name="connsiteY3002" fmla="*/ 495312 h 832404"/>
                      <a:gd name="connsiteX3003" fmla="*/ 2808301 w 3567513"/>
                      <a:gd name="connsiteY3003" fmla="*/ 501518 h 832404"/>
                      <a:gd name="connsiteX3004" fmla="*/ 2798504 w 3567513"/>
                      <a:gd name="connsiteY3004" fmla="*/ 502627 h 832404"/>
                      <a:gd name="connsiteX3005" fmla="*/ 2791234 w 3567513"/>
                      <a:gd name="connsiteY3005" fmla="*/ 509365 h 832404"/>
                      <a:gd name="connsiteX3006" fmla="*/ 2772615 w 3567513"/>
                      <a:gd name="connsiteY3006" fmla="*/ 537249 h 832404"/>
                      <a:gd name="connsiteX3007" fmla="*/ 2784052 w 3567513"/>
                      <a:gd name="connsiteY3007" fmla="*/ 539288 h 832404"/>
                      <a:gd name="connsiteX3008" fmla="*/ 2814729 w 3567513"/>
                      <a:gd name="connsiteY3008" fmla="*/ 510828 h 832404"/>
                      <a:gd name="connsiteX3009" fmla="*/ 2856799 w 3567513"/>
                      <a:gd name="connsiteY3009" fmla="*/ 506483 h 832404"/>
                      <a:gd name="connsiteX3010" fmla="*/ 2837958 w 3567513"/>
                      <a:gd name="connsiteY3010" fmla="*/ 533969 h 832404"/>
                      <a:gd name="connsiteX3011" fmla="*/ 2827452 w 3567513"/>
                      <a:gd name="connsiteY3011" fmla="*/ 561941 h 832404"/>
                      <a:gd name="connsiteX3012" fmla="*/ 2822753 w 3567513"/>
                      <a:gd name="connsiteY3012" fmla="*/ 571296 h 832404"/>
                      <a:gd name="connsiteX3013" fmla="*/ 2816946 w 3567513"/>
                      <a:gd name="connsiteY3013" fmla="*/ 574354 h 832404"/>
                      <a:gd name="connsiteX3014" fmla="*/ 2793849 w 3567513"/>
                      <a:gd name="connsiteY3014" fmla="*/ 571650 h 832404"/>
                      <a:gd name="connsiteX3015" fmla="*/ 2786091 w 3567513"/>
                      <a:gd name="connsiteY3015" fmla="*/ 555336 h 832404"/>
                      <a:gd name="connsiteX3016" fmla="*/ 2784052 w 3567513"/>
                      <a:gd name="connsiteY3016" fmla="*/ 539288 h 832404"/>
                      <a:gd name="connsiteX3017" fmla="*/ 2853120 w 3567513"/>
                      <a:gd name="connsiteY3017" fmla="*/ 514507 h 832404"/>
                      <a:gd name="connsiteX3018" fmla="*/ 2865798 w 3567513"/>
                      <a:gd name="connsiteY3018" fmla="*/ 507459 h 832404"/>
                      <a:gd name="connsiteX3019" fmla="*/ 2869345 w 3567513"/>
                      <a:gd name="connsiteY3019" fmla="*/ 514507 h 832404"/>
                      <a:gd name="connsiteX3020" fmla="*/ 2856666 w 3567513"/>
                      <a:gd name="connsiteY3020" fmla="*/ 521556 h 832404"/>
                      <a:gd name="connsiteX3021" fmla="*/ 2853120 w 3567513"/>
                      <a:gd name="connsiteY3021" fmla="*/ 514507 h 832404"/>
                      <a:gd name="connsiteX3022" fmla="*/ 2868237 w 3567513"/>
                      <a:gd name="connsiteY3022" fmla="*/ 527186 h 832404"/>
                      <a:gd name="connsiteX3023" fmla="*/ 2874709 w 3567513"/>
                      <a:gd name="connsiteY3023" fmla="*/ 523596 h 832404"/>
                      <a:gd name="connsiteX3024" fmla="*/ 2876526 w 3567513"/>
                      <a:gd name="connsiteY3024" fmla="*/ 527186 h 832404"/>
                      <a:gd name="connsiteX3025" fmla="*/ 2870054 w 3567513"/>
                      <a:gd name="connsiteY3025" fmla="*/ 530777 h 832404"/>
                      <a:gd name="connsiteX3026" fmla="*/ 2868237 w 3567513"/>
                      <a:gd name="connsiteY3026" fmla="*/ 527186 h 832404"/>
                      <a:gd name="connsiteX3027" fmla="*/ 3013110 w 3567513"/>
                      <a:gd name="connsiteY3027" fmla="*/ 457454 h 832404"/>
                      <a:gd name="connsiteX3028" fmla="*/ 3019583 w 3567513"/>
                      <a:gd name="connsiteY3028" fmla="*/ 453862 h 832404"/>
                      <a:gd name="connsiteX3029" fmla="*/ 3021400 w 3567513"/>
                      <a:gd name="connsiteY3029" fmla="*/ 457454 h 832404"/>
                      <a:gd name="connsiteX3030" fmla="*/ 3014928 w 3567513"/>
                      <a:gd name="connsiteY3030" fmla="*/ 461044 h 832404"/>
                      <a:gd name="connsiteX3031" fmla="*/ 3013110 w 3567513"/>
                      <a:gd name="connsiteY3031" fmla="*/ 457454 h 832404"/>
                      <a:gd name="connsiteX3032" fmla="*/ 3065953 w 3567513"/>
                      <a:gd name="connsiteY3032" fmla="*/ 158131 h 832404"/>
                      <a:gd name="connsiteX3033" fmla="*/ 3069765 w 3567513"/>
                      <a:gd name="connsiteY3033" fmla="*/ 154230 h 832404"/>
                      <a:gd name="connsiteX3034" fmla="*/ 3073666 w 3567513"/>
                      <a:gd name="connsiteY3034" fmla="*/ 158042 h 832404"/>
                      <a:gd name="connsiteX3035" fmla="*/ 3069854 w 3567513"/>
                      <a:gd name="connsiteY3035" fmla="*/ 161943 h 832404"/>
                      <a:gd name="connsiteX3036" fmla="*/ 3065953 w 3567513"/>
                      <a:gd name="connsiteY3036" fmla="*/ 158131 h 832404"/>
                      <a:gd name="connsiteX3037" fmla="*/ 3020380 w 3567513"/>
                      <a:gd name="connsiteY3037" fmla="*/ 109589 h 832404"/>
                      <a:gd name="connsiteX3038" fmla="*/ 3023129 w 3567513"/>
                      <a:gd name="connsiteY3038" fmla="*/ 84453 h 832404"/>
                      <a:gd name="connsiteX3039" fmla="*/ 3026809 w 3567513"/>
                      <a:gd name="connsiteY3039" fmla="*/ 72572 h 832404"/>
                      <a:gd name="connsiteX3040" fmla="*/ 3034921 w 3567513"/>
                      <a:gd name="connsiteY3040" fmla="*/ 64903 h 832404"/>
                      <a:gd name="connsiteX3041" fmla="*/ 3081557 w 3567513"/>
                      <a:gd name="connsiteY3041" fmla="*/ 54928 h 832404"/>
                      <a:gd name="connsiteX3042" fmla="*/ 3094014 w 3567513"/>
                      <a:gd name="connsiteY3042" fmla="*/ 74124 h 832404"/>
                      <a:gd name="connsiteX3043" fmla="*/ 3071760 w 3567513"/>
                      <a:gd name="connsiteY3043" fmla="*/ 114819 h 832404"/>
                      <a:gd name="connsiteX3044" fmla="*/ 3025479 w 3567513"/>
                      <a:gd name="connsiteY3044" fmla="*/ 118012 h 832404"/>
                      <a:gd name="connsiteX3045" fmla="*/ 3020912 w 3567513"/>
                      <a:gd name="connsiteY3045" fmla="*/ 114332 h 832404"/>
                      <a:gd name="connsiteX3046" fmla="*/ 3020380 w 3567513"/>
                      <a:gd name="connsiteY3046" fmla="*/ 109589 h 832404"/>
                      <a:gd name="connsiteX3047" fmla="*/ 3015371 w 3567513"/>
                      <a:gd name="connsiteY3047" fmla="*/ 139911 h 832404"/>
                      <a:gd name="connsiteX3048" fmla="*/ 3019893 w 3567513"/>
                      <a:gd name="connsiteY3048" fmla="*/ 138448 h 832404"/>
                      <a:gd name="connsiteX3049" fmla="*/ 3048930 w 3567513"/>
                      <a:gd name="connsiteY3049" fmla="*/ 137650 h 832404"/>
                      <a:gd name="connsiteX3050" fmla="*/ 3051457 w 3567513"/>
                      <a:gd name="connsiteY3050" fmla="*/ 137162 h 832404"/>
                      <a:gd name="connsiteX3051" fmla="*/ 3059126 w 3567513"/>
                      <a:gd name="connsiteY3051" fmla="*/ 144610 h 832404"/>
                      <a:gd name="connsiteX3052" fmla="*/ 3058993 w 3567513"/>
                      <a:gd name="connsiteY3052" fmla="*/ 145940 h 832404"/>
                      <a:gd name="connsiteX3053" fmla="*/ 3059924 w 3567513"/>
                      <a:gd name="connsiteY3053" fmla="*/ 151171 h 832404"/>
                      <a:gd name="connsiteX3054" fmla="*/ 3039532 w 3567513"/>
                      <a:gd name="connsiteY3054" fmla="*/ 181892 h 832404"/>
                      <a:gd name="connsiteX3055" fmla="*/ 3013997 w 3567513"/>
                      <a:gd name="connsiteY3055" fmla="*/ 149841 h 832404"/>
                      <a:gd name="connsiteX3056" fmla="*/ 3015371 w 3567513"/>
                      <a:gd name="connsiteY3056" fmla="*/ 139911 h 832404"/>
                      <a:gd name="connsiteX3057" fmla="*/ 2978576 w 3567513"/>
                      <a:gd name="connsiteY3057" fmla="*/ 137251 h 832404"/>
                      <a:gd name="connsiteX3058" fmla="*/ 2991876 w 3567513"/>
                      <a:gd name="connsiteY3058" fmla="*/ 129803 h 832404"/>
                      <a:gd name="connsiteX3059" fmla="*/ 2998969 w 3567513"/>
                      <a:gd name="connsiteY3059" fmla="*/ 122888 h 832404"/>
                      <a:gd name="connsiteX3060" fmla="*/ 3002870 w 3567513"/>
                      <a:gd name="connsiteY3060" fmla="*/ 94560 h 832404"/>
                      <a:gd name="connsiteX3061" fmla="*/ 2993915 w 3567513"/>
                      <a:gd name="connsiteY3061" fmla="*/ 134901 h 832404"/>
                      <a:gd name="connsiteX3062" fmla="*/ 2990989 w 3567513"/>
                      <a:gd name="connsiteY3062" fmla="*/ 138803 h 832404"/>
                      <a:gd name="connsiteX3063" fmla="*/ 2991521 w 3567513"/>
                      <a:gd name="connsiteY3063" fmla="*/ 142792 h 832404"/>
                      <a:gd name="connsiteX3064" fmla="*/ 3008544 w 3567513"/>
                      <a:gd name="connsiteY3064" fmla="*/ 173869 h 832404"/>
                      <a:gd name="connsiteX3065" fmla="*/ 2994890 w 3567513"/>
                      <a:gd name="connsiteY3065" fmla="*/ 160525 h 832404"/>
                      <a:gd name="connsiteX3066" fmla="*/ 2986068 w 3567513"/>
                      <a:gd name="connsiteY3066" fmla="*/ 140398 h 832404"/>
                      <a:gd name="connsiteX3067" fmla="*/ 2978576 w 3567513"/>
                      <a:gd name="connsiteY3067" fmla="*/ 137251 h 832404"/>
                      <a:gd name="connsiteX3068" fmla="*/ 2966873 w 3567513"/>
                      <a:gd name="connsiteY3068" fmla="*/ 137783 h 832404"/>
                      <a:gd name="connsiteX3069" fmla="*/ 2978576 w 3567513"/>
                      <a:gd name="connsiteY3069" fmla="*/ 137251 h 832404"/>
                      <a:gd name="connsiteX3070" fmla="*/ 2936506 w 3567513"/>
                      <a:gd name="connsiteY3070" fmla="*/ 84763 h 832404"/>
                      <a:gd name="connsiteX3071" fmla="*/ 2964524 w 3567513"/>
                      <a:gd name="connsiteY3071" fmla="*/ 67519 h 832404"/>
                      <a:gd name="connsiteX3072" fmla="*/ 2963016 w 3567513"/>
                      <a:gd name="connsiteY3072" fmla="*/ 82414 h 832404"/>
                      <a:gd name="connsiteX3073" fmla="*/ 2968380 w 3567513"/>
                      <a:gd name="connsiteY3073" fmla="*/ 109500 h 832404"/>
                      <a:gd name="connsiteX3074" fmla="*/ 2959381 w 3567513"/>
                      <a:gd name="connsiteY3074" fmla="*/ 123154 h 832404"/>
                      <a:gd name="connsiteX3075" fmla="*/ 2948165 w 3567513"/>
                      <a:gd name="connsiteY3075" fmla="*/ 129449 h 832404"/>
                      <a:gd name="connsiteX3076" fmla="*/ 2937526 w 3567513"/>
                      <a:gd name="connsiteY3076" fmla="*/ 119120 h 832404"/>
                      <a:gd name="connsiteX3077" fmla="*/ 2936506 w 3567513"/>
                      <a:gd name="connsiteY3077" fmla="*/ 84763 h 832404"/>
                      <a:gd name="connsiteX3078" fmla="*/ 2918464 w 3567513"/>
                      <a:gd name="connsiteY3078" fmla="*/ 136010 h 832404"/>
                      <a:gd name="connsiteX3079" fmla="*/ 2921123 w 3567513"/>
                      <a:gd name="connsiteY3079" fmla="*/ 106175 h 832404"/>
                      <a:gd name="connsiteX3080" fmla="*/ 2927241 w 3567513"/>
                      <a:gd name="connsiteY3080" fmla="*/ 131488 h 832404"/>
                      <a:gd name="connsiteX3081" fmla="*/ 2926354 w 3567513"/>
                      <a:gd name="connsiteY3081" fmla="*/ 139955 h 832404"/>
                      <a:gd name="connsiteX3082" fmla="*/ 2920769 w 3567513"/>
                      <a:gd name="connsiteY3082" fmla="*/ 149398 h 832404"/>
                      <a:gd name="connsiteX3083" fmla="*/ 2891732 w 3567513"/>
                      <a:gd name="connsiteY3083" fmla="*/ 170809 h 832404"/>
                      <a:gd name="connsiteX3084" fmla="*/ 2918464 w 3567513"/>
                      <a:gd name="connsiteY3084" fmla="*/ 136010 h 832404"/>
                      <a:gd name="connsiteX3085" fmla="*/ 2887432 w 3567513"/>
                      <a:gd name="connsiteY3085" fmla="*/ 234114 h 832404"/>
                      <a:gd name="connsiteX3086" fmla="*/ 2905874 w 3567513"/>
                      <a:gd name="connsiteY3086" fmla="*/ 219662 h 832404"/>
                      <a:gd name="connsiteX3087" fmla="*/ 2905386 w 3567513"/>
                      <a:gd name="connsiteY3087" fmla="*/ 190271 h 832404"/>
                      <a:gd name="connsiteX3088" fmla="*/ 2917577 w 3567513"/>
                      <a:gd name="connsiteY3088" fmla="*/ 209954 h 832404"/>
                      <a:gd name="connsiteX3089" fmla="*/ 2947811 w 3567513"/>
                      <a:gd name="connsiteY3089" fmla="*/ 215805 h 832404"/>
                      <a:gd name="connsiteX3090" fmla="*/ 2889249 w 3567513"/>
                      <a:gd name="connsiteY3090" fmla="*/ 237306 h 832404"/>
                      <a:gd name="connsiteX3091" fmla="*/ 2876482 w 3567513"/>
                      <a:gd name="connsiteY3091" fmla="*/ 253709 h 832404"/>
                      <a:gd name="connsiteX3092" fmla="*/ 2874753 w 3567513"/>
                      <a:gd name="connsiteY3092" fmla="*/ 279332 h 832404"/>
                      <a:gd name="connsiteX3093" fmla="*/ 2877502 w 3567513"/>
                      <a:gd name="connsiteY3093" fmla="*/ 309831 h 832404"/>
                      <a:gd name="connsiteX3094" fmla="*/ 2866552 w 3567513"/>
                      <a:gd name="connsiteY3094" fmla="*/ 269889 h 832404"/>
                      <a:gd name="connsiteX3095" fmla="*/ 2887432 w 3567513"/>
                      <a:gd name="connsiteY3095" fmla="*/ 234114 h 832404"/>
                      <a:gd name="connsiteX3096" fmla="*/ 2863671 w 3567513"/>
                      <a:gd name="connsiteY3096" fmla="*/ 205565 h 832404"/>
                      <a:gd name="connsiteX3097" fmla="*/ 2867572 w 3567513"/>
                      <a:gd name="connsiteY3097" fmla="*/ 209378 h 832404"/>
                      <a:gd name="connsiteX3098" fmla="*/ 2863759 w 3567513"/>
                      <a:gd name="connsiteY3098" fmla="*/ 213279 h 832404"/>
                      <a:gd name="connsiteX3099" fmla="*/ 2859858 w 3567513"/>
                      <a:gd name="connsiteY3099" fmla="*/ 209466 h 832404"/>
                      <a:gd name="connsiteX3100" fmla="*/ 2863671 w 3567513"/>
                      <a:gd name="connsiteY3100" fmla="*/ 205565 h 832404"/>
                      <a:gd name="connsiteX3101" fmla="*/ 2808079 w 3567513"/>
                      <a:gd name="connsiteY3101" fmla="*/ 89373 h 832404"/>
                      <a:gd name="connsiteX3102" fmla="*/ 2820182 w 3567513"/>
                      <a:gd name="connsiteY3102" fmla="*/ 95979 h 832404"/>
                      <a:gd name="connsiteX3103" fmla="*/ 2836806 w 3567513"/>
                      <a:gd name="connsiteY3103" fmla="*/ 93319 h 832404"/>
                      <a:gd name="connsiteX3104" fmla="*/ 2847002 w 3567513"/>
                      <a:gd name="connsiteY3104" fmla="*/ 109322 h 832404"/>
                      <a:gd name="connsiteX3105" fmla="*/ 2843012 w 3567513"/>
                      <a:gd name="connsiteY3105" fmla="*/ 114864 h 832404"/>
                      <a:gd name="connsiteX3106" fmla="*/ 2840574 w 3567513"/>
                      <a:gd name="connsiteY3106" fmla="*/ 118277 h 832404"/>
                      <a:gd name="connsiteX3107" fmla="*/ 2850815 w 3567513"/>
                      <a:gd name="connsiteY3107" fmla="*/ 131443 h 832404"/>
                      <a:gd name="connsiteX3108" fmla="*/ 2853918 w 3567513"/>
                      <a:gd name="connsiteY3108" fmla="*/ 147403 h 832404"/>
                      <a:gd name="connsiteX3109" fmla="*/ 2841594 w 3567513"/>
                      <a:gd name="connsiteY3109" fmla="*/ 156535 h 832404"/>
                      <a:gd name="connsiteX3110" fmla="*/ 2833259 w 3567513"/>
                      <a:gd name="connsiteY3110" fmla="*/ 153033 h 832404"/>
                      <a:gd name="connsiteX3111" fmla="*/ 2812646 w 3567513"/>
                      <a:gd name="connsiteY3111" fmla="*/ 145009 h 832404"/>
                      <a:gd name="connsiteX3112" fmla="*/ 2804533 w 3567513"/>
                      <a:gd name="connsiteY3112" fmla="*/ 135566 h 832404"/>
                      <a:gd name="connsiteX3113" fmla="*/ 2808079 w 3567513"/>
                      <a:gd name="connsiteY3113" fmla="*/ 89373 h 832404"/>
                      <a:gd name="connsiteX3114" fmla="*/ 2787067 w 3567513"/>
                      <a:gd name="connsiteY3114" fmla="*/ 147226 h 832404"/>
                      <a:gd name="connsiteX3115" fmla="*/ 2795224 w 3567513"/>
                      <a:gd name="connsiteY3115" fmla="*/ 160214 h 832404"/>
                      <a:gd name="connsiteX3116" fmla="*/ 2826299 w 3567513"/>
                      <a:gd name="connsiteY3116" fmla="*/ 173337 h 832404"/>
                      <a:gd name="connsiteX3117" fmla="*/ 2840884 w 3567513"/>
                      <a:gd name="connsiteY3117" fmla="*/ 180296 h 832404"/>
                      <a:gd name="connsiteX3118" fmla="*/ 2793761 w 3567513"/>
                      <a:gd name="connsiteY3118" fmla="*/ 163140 h 832404"/>
                      <a:gd name="connsiteX3119" fmla="*/ 2776560 w 3567513"/>
                      <a:gd name="connsiteY3119" fmla="*/ 116637 h 832404"/>
                      <a:gd name="connsiteX3120" fmla="*/ 2787067 w 3567513"/>
                      <a:gd name="connsiteY3120" fmla="*/ 147226 h 832404"/>
                      <a:gd name="connsiteX3121" fmla="*/ 2799701 w 3567513"/>
                      <a:gd name="connsiteY3121" fmla="*/ 198516 h 832404"/>
                      <a:gd name="connsiteX3122" fmla="*/ 2812690 w 3567513"/>
                      <a:gd name="connsiteY3122" fmla="*/ 189162 h 832404"/>
                      <a:gd name="connsiteX3123" fmla="*/ 2802139 w 3567513"/>
                      <a:gd name="connsiteY3123" fmla="*/ 216337 h 832404"/>
                      <a:gd name="connsiteX3124" fmla="*/ 2805597 w 3567513"/>
                      <a:gd name="connsiteY3124" fmla="*/ 245596 h 832404"/>
                      <a:gd name="connsiteX3125" fmla="*/ 2795356 w 3567513"/>
                      <a:gd name="connsiteY3125" fmla="*/ 211639 h 832404"/>
                      <a:gd name="connsiteX3126" fmla="*/ 2794470 w 3567513"/>
                      <a:gd name="connsiteY3126" fmla="*/ 207826 h 832404"/>
                      <a:gd name="connsiteX3127" fmla="*/ 2791411 w 3567513"/>
                      <a:gd name="connsiteY3127" fmla="*/ 206850 h 832404"/>
                      <a:gd name="connsiteX3128" fmla="*/ 2774610 w 3567513"/>
                      <a:gd name="connsiteY3128" fmla="*/ 204900 h 832404"/>
                      <a:gd name="connsiteX3129" fmla="*/ 2799701 w 3567513"/>
                      <a:gd name="connsiteY3129" fmla="*/ 198516 h 832404"/>
                      <a:gd name="connsiteX3130" fmla="*/ 2772748 w 3567513"/>
                      <a:gd name="connsiteY3130" fmla="*/ 263771 h 832404"/>
                      <a:gd name="connsiteX3131" fmla="*/ 2768935 w 3567513"/>
                      <a:gd name="connsiteY3131" fmla="*/ 267672 h 832404"/>
                      <a:gd name="connsiteX3132" fmla="*/ 2765034 w 3567513"/>
                      <a:gd name="connsiteY3132" fmla="*/ 263860 h 832404"/>
                      <a:gd name="connsiteX3133" fmla="*/ 2768847 w 3567513"/>
                      <a:gd name="connsiteY3133" fmla="*/ 259959 h 832404"/>
                      <a:gd name="connsiteX3134" fmla="*/ 2772748 w 3567513"/>
                      <a:gd name="connsiteY3134" fmla="*/ 263771 h 832404"/>
                      <a:gd name="connsiteX3135" fmla="*/ 2749696 w 3567513"/>
                      <a:gd name="connsiteY3135" fmla="*/ 187522 h 832404"/>
                      <a:gd name="connsiteX3136" fmla="*/ 2739145 w 3567513"/>
                      <a:gd name="connsiteY3136" fmla="*/ 183222 h 832404"/>
                      <a:gd name="connsiteX3137" fmla="*/ 2755813 w 3567513"/>
                      <a:gd name="connsiteY3137" fmla="*/ 144610 h 832404"/>
                      <a:gd name="connsiteX3138" fmla="*/ 2749696 w 3567513"/>
                      <a:gd name="connsiteY3138" fmla="*/ 187522 h 832404"/>
                      <a:gd name="connsiteX3139" fmla="*/ 2731210 w 3567513"/>
                      <a:gd name="connsiteY3139" fmla="*/ 131931 h 832404"/>
                      <a:gd name="connsiteX3140" fmla="*/ 2769911 w 3567513"/>
                      <a:gd name="connsiteY3140" fmla="*/ 105200 h 832404"/>
                      <a:gd name="connsiteX3141" fmla="*/ 2747169 w 3567513"/>
                      <a:gd name="connsiteY3141" fmla="*/ 126301 h 832404"/>
                      <a:gd name="connsiteX3142" fmla="*/ 2727929 w 3567513"/>
                      <a:gd name="connsiteY3142" fmla="*/ 143590 h 832404"/>
                      <a:gd name="connsiteX3143" fmla="*/ 2727309 w 3567513"/>
                      <a:gd name="connsiteY3143" fmla="*/ 154673 h 832404"/>
                      <a:gd name="connsiteX3144" fmla="*/ 2728461 w 3567513"/>
                      <a:gd name="connsiteY3144" fmla="*/ 172140 h 832404"/>
                      <a:gd name="connsiteX3145" fmla="*/ 2736884 w 3567513"/>
                      <a:gd name="connsiteY3145" fmla="*/ 195280 h 832404"/>
                      <a:gd name="connsiteX3146" fmla="*/ 2757454 w 3567513"/>
                      <a:gd name="connsiteY3146" fmla="*/ 206053 h 832404"/>
                      <a:gd name="connsiteX3147" fmla="*/ 2701198 w 3567513"/>
                      <a:gd name="connsiteY3147" fmla="*/ 212525 h 832404"/>
                      <a:gd name="connsiteX3148" fmla="*/ 2721812 w 3567513"/>
                      <a:gd name="connsiteY3148" fmla="*/ 193241 h 832404"/>
                      <a:gd name="connsiteX3149" fmla="*/ 2724028 w 3567513"/>
                      <a:gd name="connsiteY3149" fmla="*/ 177592 h 832404"/>
                      <a:gd name="connsiteX3150" fmla="*/ 2723629 w 3567513"/>
                      <a:gd name="connsiteY3150" fmla="*/ 146073 h 832404"/>
                      <a:gd name="connsiteX3151" fmla="*/ 2721723 w 3567513"/>
                      <a:gd name="connsiteY3151" fmla="*/ 139733 h 832404"/>
                      <a:gd name="connsiteX3152" fmla="*/ 2716935 w 3567513"/>
                      <a:gd name="connsiteY3152" fmla="*/ 137739 h 832404"/>
                      <a:gd name="connsiteX3153" fmla="*/ 2695656 w 3567513"/>
                      <a:gd name="connsiteY3153" fmla="*/ 128207 h 832404"/>
                      <a:gd name="connsiteX3154" fmla="*/ 2731210 w 3567513"/>
                      <a:gd name="connsiteY3154" fmla="*/ 131931 h 832404"/>
                      <a:gd name="connsiteX3155" fmla="*/ 2678589 w 3567513"/>
                      <a:gd name="connsiteY3155" fmla="*/ 138936 h 832404"/>
                      <a:gd name="connsiteX3156" fmla="*/ 2694637 w 3567513"/>
                      <a:gd name="connsiteY3156" fmla="*/ 149131 h 832404"/>
                      <a:gd name="connsiteX3157" fmla="*/ 2696233 w 3567513"/>
                      <a:gd name="connsiteY3157" fmla="*/ 156136 h 832404"/>
                      <a:gd name="connsiteX3158" fmla="*/ 2708734 w 3567513"/>
                      <a:gd name="connsiteY3158" fmla="*/ 157067 h 832404"/>
                      <a:gd name="connsiteX3159" fmla="*/ 2712502 w 3567513"/>
                      <a:gd name="connsiteY3159" fmla="*/ 167573 h 832404"/>
                      <a:gd name="connsiteX3160" fmla="*/ 2704256 w 3567513"/>
                      <a:gd name="connsiteY3160" fmla="*/ 175952 h 832404"/>
                      <a:gd name="connsiteX3161" fmla="*/ 2685505 w 3567513"/>
                      <a:gd name="connsiteY3161" fmla="*/ 187168 h 832404"/>
                      <a:gd name="connsiteX3162" fmla="*/ 2675796 w 3567513"/>
                      <a:gd name="connsiteY3162" fmla="*/ 199181 h 832404"/>
                      <a:gd name="connsiteX3163" fmla="*/ 2663915 w 3567513"/>
                      <a:gd name="connsiteY3163" fmla="*/ 201841 h 832404"/>
                      <a:gd name="connsiteX3164" fmla="*/ 2649020 w 3567513"/>
                      <a:gd name="connsiteY3164" fmla="*/ 202506 h 832404"/>
                      <a:gd name="connsiteX3165" fmla="*/ 2640642 w 3567513"/>
                      <a:gd name="connsiteY3165" fmla="*/ 201398 h 832404"/>
                      <a:gd name="connsiteX3166" fmla="*/ 2634834 w 3567513"/>
                      <a:gd name="connsiteY3166" fmla="*/ 191379 h 832404"/>
                      <a:gd name="connsiteX3167" fmla="*/ 2638336 w 3567513"/>
                      <a:gd name="connsiteY3167" fmla="*/ 172937 h 832404"/>
                      <a:gd name="connsiteX3168" fmla="*/ 2654561 w 3567513"/>
                      <a:gd name="connsiteY3168" fmla="*/ 154452 h 832404"/>
                      <a:gd name="connsiteX3169" fmla="*/ 2678589 w 3567513"/>
                      <a:gd name="connsiteY3169" fmla="*/ 138936 h 832404"/>
                      <a:gd name="connsiteX3170" fmla="*/ 2635011 w 3567513"/>
                      <a:gd name="connsiteY3170" fmla="*/ 159417 h 832404"/>
                      <a:gd name="connsiteX3171" fmla="*/ 2658418 w 3567513"/>
                      <a:gd name="connsiteY3171" fmla="*/ 109455 h 832404"/>
                      <a:gd name="connsiteX3172" fmla="*/ 2644631 w 3567513"/>
                      <a:gd name="connsiteY3172" fmla="*/ 154274 h 832404"/>
                      <a:gd name="connsiteX3173" fmla="*/ 2609477 w 3567513"/>
                      <a:gd name="connsiteY3173" fmla="*/ 176484 h 832404"/>
                      <a:gd name="connsiteX3174" fmla="*/ 2635011 w 3567513"/>
                      <a:gd name="connsiteY3174" fmla="*/ 159417 h 832404"/>
                      <a:gd name="connsiteX3175" fmla="*/ 2607837 w 3567513"/>
                      <a:gd name="connsiteY3175" fmla="*/ 244576 h 832404"/>
                      <a:gd name="connsiteX3176" fmla="*/ 2619496 w 3567513"/>
                      <a:gd name="connsiteY3176" fmla="*/ 234557 h 832404"/>
                      <a:gd name="connsiteX3177" fmla="*/ 2641528 w 3567513"/>
                      <a:gd name="connsiteY3177" fmla="*/ 231898 h 832404"/>
                      <a:gd name="connsiteX3178" fmla="*/ 2645296 w 3567513"/>
                      <a:gd name="connsiteY3178" fmla="*/ 242404 h 832404"/>
                      <a:gd name="connsiteX3179" fmla="*/ 2643301 w 3567513"/>
                      <a:gd name="connsiteY3179" fmla="*/ 246039 h 832404"/>
                      <a:gd name="connsiteX3180" fmla="*/ 2645784 w 3567513"/>
                      <a:gd name="connsiteY3180" fmla="*/ 251802 h 832404"/>
                      <a:gd name="connsiteX3181" fmla="*/ 2646892 w 3567513"/>
                      <a:gd name="connsiteY3181" fmla="*/ 258230 h 832404"/>
                      <a:gd name="connsiteX3182" fmla="*/ 2650173 w 3567513"/>
                      <a:gd name="connsiteY3182" fmla="*/ 256191 h 832404"/>
                      <a:gd name="connsiteX3183" fmla="*/ 2654074 w 3567513"/>
                      <a:gd name="connsiteY3183" fmla="*/ 260003 h 832404"/>
                      <a:gd name="connsiteX3184" fmla="*/ 2650261 w 3567513"/>
                      <a:gd name="connsiteY3184" fmla="*/ 263904 h 832404"/>
                      <a:gd name="connsiteX3185" fmla="*/ 2646803 w 3567513"/>
                      <a:gd name="connsiteY3185" fmla="*/ 261777 h 832404"/>
                      <a:gd name="connsiteX3186" fmla="*/ 2636386 w 3567513"/>
                      <a:gd name="connsiteY3186" fmla="*/ 288863 h 832404"/>
                      <a:gd name="connsiteX3187" fmla="*/ 2612846 w 3567513"/>
                      <a:gd name="connsiteY3187" fmla="*/ 320781 h 832404"/>
                      <a:gd name="connsiteX3188" fmla="*/ 2585848 w 3567513"/>
                      <a:gd name="connsiteY3188" fmla="*/ 323086 h 832404"/>
                      <a:gd name="connsiteX3189" fmla="*/ 2581460 w 3567513"/>
                      <a:gd name="connsiteY3189" fmla="*/ 316658 h 832404"/>
                      <a:gd name="connsiteX3190" fmla="*/ 2579864 w 3567513"/>
                      <a:gd name="connsiteY3190" fmla="*/ 290814 h 832404"/>
                      <a:gd name="connsiteX3191" fmla="*/ 2592055 w 3567513"/>
                      <a:gd name="connsiteY3191" fmla="*/ 274810 h 832404"/>
                      <a:gd name="connsiteX3192" fmla="*/ 2605177 w 3567513"/>
                      <a:gd name="connsiteY3192" fmla="*/ 259959 h 832404"/>
                      <a:gd name="connsiteX3193" fmla="*/ 2603980 w 3567513"/>
                      <a:gd name="connsiteY3193" fmla="*/ 256590 h 832404"/>
                      <a:gd name="connsiteX3194" fmla="*/ 2607837 w 3567513"/>
                      <a:gd name="connsiteY3194" fmla="*/ 244576 h 832404"/>
                      <a:gd name="connsiteX3195" fmla="*/ 2596266 w 3567513"/>
                      <a:gd name="connsiteY3195" fmla="*/ 250871 h 832404"/>
                      <a:gd name="connsiteX3196" fmla="*/ 2585095 w 3567513"/>
                      <a:gd name="connsiteY3196" fmla="*/ 269003 h 832404"/>
                      <a:gd name="connsiteX3197" fmla="*/ 2570732 w 3567513"/>
                      <a:gd name="connsiteY3197" fmla="*/ 282701 h 832404"/>
                      <a:gd name="connsiteX3198" fmla="*/ 2572106 w 3567513"/>
                      <a:gd name="connsiteY3198" fmla="*/ 292631 h 832404"/>
                      <a:gd name="connsiteX3199" fmla="*/ 2573524 w 3567513"/>
                      <a:gd name="connsiteY3199" fmla="*/ 307526 h 832404"/>
                      <a:gd name="connsiteX3200" fmla="*/ 2569978 w 3567513"/>
                      <a:gd name="connsiteY3200" fmla="*/ 304024 h 832404"/>
                      <a:gd name="connsiteX3201" fmla="*/ 2569712 w 3567513"/>
                      <a:gd name="connsiteY3201" fmla="*/ 303847 h 832404"/>
                      <a:gd name="connsiteX3202" fmla="*/ 2570998 w 3567513"/>
                      <a:gd name="connsiteY3202" fmla="*/ 324993 h 832404"/>
                      <a:gd name="connsiteX3203" fmla="*/ 2565944 w 3567513"/>
                      <a:gd name="connsiteY3203" fmla="*/ 302738 h 832404"/>
                      <a:gd name="connsiteX3204" fmla="*/ 2565456 w 3567513"/>
                      <a:gd name="connsiteY3204" fmla="*/ 302872 h 832404"/>
                      <a:gd name="connsiteX3205" fmla="*/ 2563993 w 3567513"/>
                      <a:gd name="connsiteY3205" fmla="*/ 304290 h 832404"/>
                      <a:gd name="connsiteX3206" fmla="*/ 2550118 w 3567513"/>
                      <a:gd name="connsiteY3206" fmla="*/ 322244 h 832404"/>
                      <a:gd name="connsiteX3207" fmla="*/ 2540365 w 3567513"/>
                      <a:gd name="connsiteY3207" fmla="*/ 326899 h 832404"/>
                      <a:gd name="connsiteX3208" fmla="*/ 2558673 w 3567513"/>
                      <a:gd name="connsiteY3208" fmla="*/ 304999 h 832404"/>
                      <a:gd name="connsiteX3209" fmla="*/ 2562663 w 3567513"/>
                      <a:gd name="connsiteY3209" fmla="*/ 288730 h 832404"/>
                      <a:gd name="connsiteX3210" fmla="*/ 2557432 w 3567513"/>
                      <a:gd name="connsiteY3210" fmla="*/ 294360 h 832404"/>
                      <a:gd name="connsiteX3211" fmla="*/ 2521568 w 3567513"/>
                      <a:gd name="connsiteY3211" fmla="*/ 332884 h 832404"/>
                      <a:gd name="connsiteX3212" fmla="*/ 2551581 w 3567513"/>
                      <a:gd name="connsiteY3212" fmla="*/ 292498 h 832404"/>
                      <a:gd name="connsiteX3213" fmla="*/ 2557299 w 3567513"/>
                      <a:gd name="connsiteY3213" fmla="*/ 276051 h 832404"/>
                      <a:gd name="connsiteX3214" fmla="*/ 2550783 w 3567513"/>
                      <a:gd name="connsiteY3214" fmla="*/ 263771 h 832404"/>
                      <a:gd name="connsiteX3215" fmla="*/ 2578977 w 3567513"/>
                      <a:gd name="connsiteY3215" fmla="*/ 265900 h 832404"/>
                      <a:gd name="connsiteX3216" fmla="*/ 2596266 w 3567513"/>
                      <a:gd name="connsiteY3216" fmla="*/ 250871 h 832404"/>
                      <a:gd name="connsiteX3217" fmla="*/ 2536863 w 3567513"/>
                      <a:gd name="connsiteY3217" fmla="*/ 86536 h 832404"/>
                      <a:gd name="connsiteX3218" fmla="*/ 2577381 w 3567513"/>
                      <a:gd name="connsiteY3218" fmla="*/ 69380 h 832404"/>
                      <a:gd name="connsiteX3219" fmla="*/ 2578268 w 3567513"/>
                      <a:gd name="connsiteY3219" fmla="*/ 97575 h 832404"/>
                      <a:gd name="connsiteX3220" fmla="*/ 2579731 w 3567513"/>
                      <a:gd name="connsiteY3220" fmla="*/ 136586 h 832404"/>
                      <a:gd name="connsiteX3221" fmla="*/ 2555792 w 3567513"/>
                      <a:gd name="connsiteY3221" fmla="*/ 163229 h 832404"/>
                      <a:gd name="connsiteX3222" fmla="*/ 2535134 w 3567513"/>
                      <a:gd name="connsiteY3222" fmla="*/ 151171 h 832404"/>
                      <a:gd name="connsiteX3223" fmla="*/ 2536863 w 3567513"/>
                      <a:gd name="connsiteY3223" fmla="*/ 86536 h 832404"/>
                      <a:gd name="connsiteX3224" fmla="*/ 2497186 w 3567513"/>
                      <a:gd name="connsiteY3224" fmla="*/ 154983 h 832404"/>
                      <a:gd name="connsiteX3225" fmla="*/ 2510530 w 3567513"/>
                      <a:gd name="connsiteY3225" fmla="*/ 139335 h 832404"/>
                      <a:gd name="connsiteX3226" fmla="*/ 2513500 w 3567513"/>
                      <a:gd name="connsiteY3226" fmla="*/ 112248 h 832404"/>
                      <a:gd name="connsiteX3227" fmla="*/ 2514697 w 3567513"/>
                      <a:gd name="connsiteY3227" fmla="*/ 141640 h 832404"/>
                      <a:gd name="connsiteX3228" fmla="*/ 2515274 w 3567513"/>
                      <a:gd name="connsiteY3228" fmla="*/ 147536 h 832404"/>
                      <a:gd name="connsiteX3229" fmla="*/ 2518155 w 3567513"/>
                      <a:gd name="connsiteY3229" fmla="*/ 149043 h 832404"/>
                      <a:gd name="connsiteX3230" fmla="*/ 2528396 w 3567513"/>
                      <a:gd name="connsiteY3230" fmla="*/ 157953 h 832404"/>
                      <a:gd name="connsiteX3231" fmla="*/ 2551802 w 3567513"/>
                      <a:gd name="connsiteY3231" fmla="*/ 174932 h 832404"/>
                      <a:gd name="connsiteX3232" fmla="*/ 2524228 w 3567513"/>
                      <a:gd name="connsiteY3232" fmla="*/ 159062 h 832404"/>
                      <a:gd name="connsiteX3233" fmla="*/ 2515539 w 3567513"/>
                      <a:gd name="connsiteY3233" fmla="*/ 153432 h 832404"/>
                      <a:gd name="connsiteX3234" fmla="*/ 2497186 w 3567513"/>
                      <a:gd name="connsiteY3234" fmla="*/ 154983 h 832404"/>
                      <a:gd name="connsiteX3235" fmla="*/ 2488099 w 3567513"/>
                      <a:gd name="connsiteY3235" fmla="*/ 159860 h 832404"/>
                      <a:gd name="connsiteX3236" fmla="*/ 2497186 w 3567513"/>
                      <a:gd name="connsiteY3236" fmla="*/ 154983 h 832404"/>
                      <a:gd name="connsiteX3237" fmla="*/ 2492532 w 3567513"/>
                      <a:gd name="connsiteY3237" fmla="*/ 173115 h 832404"/>
                      <a:gd name="connsiteX3238" fmla="*/ 2523431 w 3567513"/>
                      <a:gd name="connsiteY3238" fmla="*/ 174090 h 832404"/>
                      <a:gd name="connsiteX3239" fmla="*/ 2514210 w 3567513"/>
                      <a:gd name="connsiteY3239" fmla="*/ 185084 h 832404"/>
                      <a:gd name="connsiteX3240" fmla="*/ 2515717 w 3567513"/>
                      <a:gd name="connsiteY3240" fmla="*/ 185838 h 832404"/>
                      <a:gd name="connsiteX3241" fmla="*/ 2519485 w 3567513"/>
                      <a:gd name="connsiteY3241" fmla="*/ 196344 h 832404"/>
                      <a:gd name="connsiteX3242" fmla="*/ 2511240 w 3567513"/>
                      <a:gd name="connsiteY3242" fmla="*/ 204723 h 832404"/>
                      <a:gd name="connsiteX3243" fmla="*/ 2492044 w 3567513"/>
                      <a:gd name="connsiteY3243" fmla="*/ 216204 h 832404"/>
                      <a:gd name="connsiteX3244" fmla="*/ 2486990 w 3567513"/>
                      <a:gd name="connsiteY3244" fmla="*/ 218332 h 832404"/>
                      <a:gd name="connsiteX3245" fmla="*/ 2478257 w 3567513"/>
                      <a:gd name="connsiteY3245" fmla="*/ 211062 h 832404"/>
                      <a:gd name="connsiteX3246" fmla="*/ 2477858 w 3567513"/>
                      <a:gd name="connsiteY3246" fmla="*/ 211284 h 832404"/>
                      <a:gd name="connsiteX3247" fmla="*/ 2464071 w 3567513"/>
                      <a:gd name="connsiteY3247" fmla="*/ 215983 h 832404"/>
                      <a:gd name="connsiteX3248" fmla="*/ 2459239 w 3567513"/>
                      <a:gd name="connsiteY3248" fmla="*/ 214475 h 832404"/>
                      <a:gd name="connsiteX3249" fmla="*/ 2458397 w 3567513"/>
                      <a:gd name="connsiteY3249" fmla="*/ 212037 h 832404"/>
                      <a:gd name="connsiteX3250" fmla="*/ 2465135 w 3567513"/>
                      <a:gd name="connsiteY3250" fmla="*/ 194039 h 832404"/>
                      <a:gd name="connsiteX3251" fmla="*/ 2480341 w 3567513"/>
                      <a:gd name="connsiteY3251" fmla="*/ 181316 h 832404"/>
                      <a:gd name="connsiteX3252" fmla="*/ 2492532 w 3567513"/>
                      <a:gd name="connsiteY3252" fmla="*/ 173115 h 832404"/>
                      <a:gd name="connsiteX3253" fmla="*/ 2428429 w 3567513"/>
                      <a:gd name="connsiteY3253" fmla="*/ 102850 h 832404"/>
                      <a:gd name="connsiteX3254" fmla="*/ 2442039 w 3567513"/>
                      <a:gd name="connsiteY3254" fmla="*/ 94294 h 832404"/>
                      <a:gd name="connsiteX3255" fmla="*/ 2477769 w 3567513"/>
                      <a:gd name="connsiteY3255" fmla="*/ 98417 h 832404"/>
                      <a:gd name="connsiteX3256" fmla="*/ 2463539 w 3567513"/>
                      <a:gd name="connsiteY3256" fmla="*/ 109633 h 832404"/>
                      <a:gd name="connsiteX3257" fmla="*/ 2464603 w 3567513"/>
                      <a:gd name="connsiteY3257" fmla="*/ 116681 h 832404"/>
                      <a:gd name="connsiteX3258" fmla="*/ 2456358 w 3567513"/>
                      <a:gd name="connsiteY3258" fmla="*/ 125060 h 832404"/>
                      <a:gd name="connsiteX3259" fmla="*/ 2445807 w 3567513"/>
                      <a:gd name="connsiteY3259" fmla="*/ 131355 h 832404"/>
                      <a:gd name="connsiteX3260" fmla="*/ 2445009 w 3567513"/>
                      <a:gd name="connsiteY3260" fmla="*/ 144566 h 832404"/>
                      <a:gd name="connsiteX3261" fmla="*/ 2437517 w 3567513"/>
                      <a:gd name="connsiteY3261" fmla="*/ 165667 h 832404"/>
                      <a:gd name="connsiteX3262" fmla="*/ 2422666 w 3567513"/>
                      <a:gd name="connsiteY3262" fmla="*/ 176351 h 832404"/>
                      <a:gd name="connsiteX3263" fmla="*/ 2405688 w 3567513"/>
                      <a:gd name="connsiteY3263" fmla="*/ 169214 h 832404"/>
                      <a:gd name="connsiteX3264" fmla="*/ 2402806 w 3567513"/>
                      <a:gd name="connsiteY3264" fmla="*/ 132197 h 832404"/>
                      <a:gd name="connsiteX3265" fmla="*/ 2428429 w 3567513"/>
                      <a:gd name="connsiteY3265" fmla="*/ 102850 h 832404"/>
                      <a:gd name="connsiteX3266" fmla="*/ 2367120 w 3567513"/>
                      <a:gd name="connsiteY3266" fmla="*/ 112780 h 832404"/>
                      <a:gd name="connsiteX3267" fmla="*/ 2381084 w 3567513"/>
                      <a:gd name="connsiteY3267" fmla="*/ 128341 h 832404"/>
                      <a:gd name="connsiteX3268" fmla="*/ 2384320 w 3567513"/>
                      <a:gd name="connsiteY3268" fmla="*/ 130069 h 832404"/>
                      <a:gd name="connsiteX3269" fmla="*/ 2388177 w 3567513"/>
                      <a:gd name="connsiteY3269" fmla="*/ 127188 h 832404"/>
                      <a:gd name="connsiteX3270" fmla="*/ 2407062 w 3567513"/>
                      <a:gd name="connsiteY3270" fmla="*/ 107106 h 832404"/>
                      <a:gd name="connsiteX3271" fmla="*/ 2416194 w 3567513"/>
                      <a:gd name="connsiteY3271" fmla="*/ 98151 h 832404"/>
                      <a:gd name="connsiteX3272" fmla="*/ 2407062 w 3567513"/>
                      <a:gd name="connsiteY3272" fmla="*/ 107106 h 832404"/>
                      <a:gd name="connsiteX3273" fmla="*/ 2393142 w 3567513"/>
                      <a:gd name="connsiteY3273" fmla="*/ 158707 h 832404"/>
                      <a:gd name="connsiteX3274" fmla="*/ 2390836 w 3567513"/>
                      <a:gd name="connsiteY3274" fmla="*/ 146516 h 832404"/>
                      <a:gd name="connsiteX3275" fmla="*/ 2383079 w 3567513"/>
                      <a:gd name="connsiteY3275" fmla="*/ 137694 h 832404"/>
                      <a:gd name="connsiteX3276" fmla="*/ 2354840 w 3567513"/>
                      <a:gd name="connsiteY3276" fmla="*/ 80153 h 832404"/>
                      <a:gd name="connsiteX3277" fmla="*/ 2367120 w 3567513"/>
                      <a:gd name="connsiteY3277" fmla="*/ 112780 h 832404"/>
                      <a:gd name="connsiteX3278" fmla="*/ 2359140 w 3567513"/>
                      <a:gd name="connsiteY3278" fmla="*/ 224317 h 832404"/>
                      <a:gd name="connsiteX3279" fmla="*/ 2356790 w 3567513"/>
                      <a:gd name="connsiteY3279" fmla="*/ 219707 h 832404"/>
                      <a:gd name="connsiteX3280" fmla="*/ 2358519 w 3567513"/>
                      <a:gd name="connsiteY3280" fmla="*/ 211771 h 832404"/>
                      <a:gd name="connsiteX3281" fmla="*/ 2369602 w 3567513"/>
                      <a:gd name="connsiteY3281" fmla="*/ 197719 h 832404"/>
                      <a:gd name="connsiteX3282" fmla="*/ 2388132 w 3567513"/>
                      <a:gd name="connsiteY3282" fmla="*/ 193729 h 832404"/>
                      <a:gd name="connsiteX3283" fmla="*/ 2398284 w 3567513"/>
                      <a:gd name="connsiteY3283" fmla="*/ 203836 h 832404"/>
                      <a:gd name="connsiteX3284" fmla="*/ 2403116 w 3567513"/>
                      <a:gd name="connsiteY3284" fmla="*/ 204368 h 832404"/>
                      <a:gd name="connsiteX3285" fmla="*/ 2418145 w 3567513"/>
                      <a:gd name="connsiteY3285" fmla="*/ 207870 h 832404"/>
                      <a:gd name="connsiteX3286" fmla="*/ 2418588 w 3567513"/>
                      <a:gd name="connsiteY3286" fmla="*/ 206895 h 832404"/>
                      <a:gd name="connsiteX3287" fmla="*/ 2419696 w 3567513"/>
                      <a:gd name="connsiteY3287" fmla="*/ 208978 h 832404"/>
                      <a:gd name="connsiteX3288" fmla="*/ 2419075 w 3567513"/>
                      <a:gd name="connsiteY3288" fmla="*/ 223120 h 832404"/>
                      <a:gd name="connsiteX3289" fmla="*/ 2416460 w 3567513"/>
                      <a:gd name="connsiteY3289" fmla="*/ 231720 h 832404"/>
                      <a:gd name="connsiteX3290" fmla="*/ 2402052 w 3567513"/>
                      <a:gd name="connsiteY3290" fmla="*/ 239434 h 832404"/>
                      <a:gd name="connsiteX3291" fmla="*/ 2396644 w 3567513"/>
                      <a:gd name="connsiteY3291" fmla="*/ 243202 h 832404"/>
                      <a:gd name="connsiteX3292" fmla="*/ 2388753 w 3567513"/>
                      <a:gd name="connsiteY3292" fmla="*/ 259117 h 832404"/>
                      <a:gd name="connsiteX3293" fmla="*/ 2377981 w 3567513"/>
                      <a:gd name="connsiteY3293" fmla="*/ 272904 h 832404"/>
                      <a:gd name="connsiteX3294" fmla="*/ 2360426 w 3567513"/>
                      <a:gd name="connsiteY3294" fmla="*/ 289483 h 832404"/>
                      <a:gd name="connsiteX3295" fmla="*/ 2346594 w 3567513"/>
                      <a:gd name="connsiteY3295" fmla="*/ 298394 h 832404"/>
                      <a:gd name="connsiteX3296" fmla="*/ 2331123 w 3567513"/>
                      <a:gd name="connsiteY3296" fmla="*/ 295468 h 832404"/>
                      <a:gd name="connsiteX3297" fmla="*/ 2330458 w 3567513"/>
                      <a:gd name="connsiteY3297" fmla="*/ 276007 h 832404"/>
                      <a:gd name="connsiteX3298" fmla="*/ 2343092 w 3567513"/>
                      <a:gd name="connsiteY3298" fmla="*/ 259427 h 832404"/>
                      <a:gd name="connsiteX3299" fmla="*/ 2359140 w 3567513"/>
                      <a:gd name="connsiteY3299" fmla="*/ 224317 h 832404"/>
                      <a:gd name="connsiteX3300" fmla="*/ 2330990 w 3567513"/>
                      <a:gd name="connsiteY3300" fmla="*/ 231410 h 832404"/>
                      <a:gd name="connsiteX3301" fmla="*/ 2333251 w 3567513"/>
                      <a:gd name="connsiteY3301" fmla="*/ 198472 h 832404"/>
                      <a:gd name="connsiteX3302" fmla="*/ 2340033 w 3567513"/>
                      <a:gd name="connsiteY3302" fmla="*/ 217978 h 832404"/>
                      <a:gd name="connsiteX3303" fmla="*/ 2335423 w 3567513"/>
                      <a:gd name="connsiteY3303" fmla="*/ 244000 h 832404"/>
                      <a:gd name="connsiteX3304" fmla="*/ 2323055 w 3567513"/>
                      <a:gd name="connsiteY3304" fmla="*/ 258009 h 832404"/>
                      <a:gd name="connsiteX3305" fmla="*/ 2305367 w 3567513"/>
                      <a:gd name="connsiteY3305" fmla="*/ 274500 h 832404"/>
                      <a:gd name="connsiteX3306" fmla="*/ 2303238 w 3567513"/>
                      <a:gd name="connsiteY3306" fmla="*/ 277470 h 832404"/>
                      <a:gd name="connsiteX3307" fmla="*/ 2303416 w 3567513"/>
                      <a:gd name="connsiteY3307" fmla="*/ 280085 h 832404"/>
                      <a:gd name="connsiteX3308" fmla="*/ 2311573 w 3567513"/>
                      <a:gd name="connsiteY3308" fmla="*/ 299812 h 832404"/>
                      <a:gd name="connsiteX3309" fmla="*/ 2317336 w 3567513"/>
                      <a:gd name="connsiteY3309" fmla="*/ 320205 h 832404"/>
                      <a:gd name="connsiteX3310" fmla="*/ 2319375 w 3567513"/>
                      <a:gd name="connsiteY3310" fmla="*/ 322377 h 832404"/>
                      <a:gd name="connsiteX3311" fmla="*/ 2317336 w 3567513"/>
                      <a:gd name="connsiteY3311" fmla="*/ 320205 h 832404"/>
                      <a:gd name="connsiteX3312" fmla="*/ 2308558 w 3567513"/>
                      <a:gd name="connsiteY3312" fmla="*/ 304202 h 832404"/>
                      <a:gd name="connsiteX3313" fmla="*/ 2299958 w 3567513"/>
                      <a:gd name="connsiteY3313" fmla="*/ 284696 h 832404"/>
                      <a:gd name="connsiteX3314" fmla="*/ 2286127 w 3567513"/>
                      <a:gd name="connsiteY3314" fmla="*/ 274943 h 832404"/>
                      <a:gd name="connsiteX3315" fmla="*/ 2282137 w 3567513"/>
                      <a:gd name="connsiteY3315" fmla="*/ 274633 h 832404"/>
                      <a:gd name="connsiteX3316" fmla="*/ 2286127 w 3567513"/>
                      <a:gd name="connsiteY3316" fmla="*/ 274943 h 832404"/>
                      <a:gd name="connsiteX3317" fmla="*/ 2305943 w 3567513"/>
                      <a:gd name="connsiteY3317" fmla="*/ 265545 h 832404"/>
                      <a:gd name="connsiteX3318" fmla="*/ 2330990 w 3567513"/>
                      <a:gd name="connsiteY3318" fmla="*/ 231410 h 832404"/>
                      <a:gd name="connsiteX3319" fmla="*/ 2249421 w 3567513"/>
                      <a:gd name="connsiteY3319" fmla="*/ 128385 h 832404"/>
                      <a:gd name="connsiteX3320" fmla="*/ 2252125 w 3567513"/>
                      <a:gd name="connsiteY3320" fmla="*/ 114598 h 832404"/>
                      <a:gd name="connsiteX3321" fmla="*/ 2253632 w 3567513"/>
                      <a:gd name="connsiteY3321" fmla="*/ 102717 h 832404"/>
                      <a:gd name="connsiteX3322" fmla="*/ 2262232 w 3567513"/>
                      <a:gd name="connsiteY3322" fmla="*/ 130424 h 832404"/>
                      <a:gd name="connsiteX3323" fmla="*/ 2263917 w 3567513"/>
                      <a:gd name="connsiteY3323" fmla="*/ 133439 h 832404"/>
                      <a:gd name="connsiteX3324" fmla="*/ 2267020 w 3567513"/>
                      <a:gd name="connsiteY3324" fmla="*/ 134059 h 832404"/>
                      <a:gd name="connsiteX3325" fmla="*/ 2301554 w 3567513"/>
                      <a:gd name="connsiteY3325" fmla="*/ 144521 h 832404"/>
                      <a:gd name="connsiteX3326" fmla="*/ 2310509 w 3567513"/>
                      <a:gd name="connsiteY3326" fmla="*/ 151481 h 832404"/>
                      <a:gd name="connsiteX3327" fmla="*/ 2301554 w 3567513"/>
                      <a:gd name="connsiteY3327" fmla="*/ 144521 h 832404"/>
                      <a:gd name="connsiteX3328" fmla="*/ 2254031 w 3567513"/>
                      <a:gd name="connsiteY3328" fmla="*/ 139689 h 832404"/>
                      <a:gd name="connsiteX3329" fmla="*/ 2235811 w 3567513"/>
                      <a:gd name="connsiteY3329" fmla="*/ 147536 h 832404"/>
                      <a:gd name="connsiteX3330" fmla="*/ 2233151 w 3567513"/>
                      <a:gd name="connsiteY3330" fmla="*/ 150240 h 832404"/>
                      <a:gd name="connsiteX3331" fmla="*/ 2221758 w 3567513"/>
                      <a:gd name="connsiteY3331" fmla="*/ 156934 h 832404"/>
                      <a:gd name="connsiteX3332" fmla="*/ 2204203 w 3567513"/>
                      <a:gd name="connsiteY3332" fmla="*/ 172805 h 832404"/>
                      <a:gd name="connsiteX3333" fmla="*/ 2221758 w 3567513"/>
                      <a:gd name="connsiteY3333" fmla="*/ 156934 h 832404"/>
                      <a:gd name="connsiteX3334" fmla="*/ 2235811 w 3567513"/>
                      <a:gd name="connsiteY3334" fmla="*/ 147536 h 832404"/>
                      <a:gd name="connsiteX3335" fmla="*/ 2249421 w 3567513"/>
                      <a:gd name="connsiteY3335" fmla="*/ 128385 h 832404"/>
                      <a:gd name="connsiteX3336" fmla="*/ 2211784 w 3567513"/>
                      <a:gd name="connsiteY3336" fmla="*/ 130867 h 832404"/>
                      <a:gd name="connsiteX3337" fmla="*/ 2207971 w 3567513"/>
                      <a:gd name="connsiteY3337" fmla="*/ 134768 h 832404"/>
                      <a:gd name="connsiteX3338" fmla="*/ 2204070 w 3567513"/>
                      <a:gd name="connsiteY3338" fmla="*/ 130956 h 832404"/>
                      <a:gd name="connsiteX3339" fmla="*/ 2207883 w 3567513"/>
                      <a:gd name="connsiteY3339" fmla="*/ 127055 h 832404"/>
                      <a:gd name="connsiteX3340" fmla="*/ 2211784 w 3567513"/>
                      <a:gd name="connsiteY3340" fmla="*/ 130867 h 832404"/>
                      <a:gd name="connsiteX3341" fmla="*/ 2144888 w 3567513"/>
                      <a:gd name="connsiteY3341" fmla="*/ 130823 h 832404"/>
                      <a:gd name="connsiteX3342" fmla="*/ 2164172 w 3567513"/>
                      <a:gd name="connsiteY3342" fmla="*/ 94605 h 832404"/>
                      <a:gd name="connsiteX3343" fmla="*/ 2190505 w 3567513"/>
                      <a:gd name="connsiteY3343" fmla="*/ 100102 h 832404"/>
                      <a:gd name="connsiteX3344" fmla="*/ 2204292 w 3567513"/>
                      <a:gd name="connsiteY3344" fmla="*/ 100722 h 832404"/>
                      <a:gd name="connsiteX3345" fmla="*/ 2208060 w 3567513"/>
                      <a:gd name="connsiteY3345" fmla="*/ 111229 h 832404"/>
                      <a:gd name="connsiteX3346" fmla="*/ 2199815 w 3567513"/>
                      <a:gd name="connsiteY3346" fmla="*/ 119607 h 832404"/>
                      <a:gd name="connsiteX3347" fmla="*/ 2195692 w 3567513"/>
                      <a:gd name="connsiteY3347" fmla="*/ 122045 h 832404"/>
                      <a:gd name="connsiteX3348" fmla="*/ 2190815 w 3567513"/>
                      <a:gd name="connsiteY3348" fmla="*/ 124971 h 832404"/>
                      <a:gd name="connsiteX3349" fmla="*/ 2190505 w 3567513"/>
                      <a:gd name="connsiteY3349" fmla="*/ 125149 h 832404"/>
                      <a:gd name="connsiteX3350" fmla="*/ 2188022 w 3567513"/>
                      <a:gd name="connsiteY3350" fmla="*/ 134192 h 832404"/>
                      <a:gd name="connsiteX3351" fmla="*/ 2170733 w 3567513"/>
                      <a:gd name="connsiteY3351" fmla="*/ 186325 h 832404"/>
                      <a:gd name="connsiteX3352" fmla="*/ 2165768 w 3567513"/>
                      <a:gd name="connsiteY3352" fmla="*/ 196743 h 832404"/>
                      <a:gd name="connsiteX3353" fmla="*/ 2155528 w 3567513"/>
                      <a:gd name="connsiteY3353" fmla="*/ 200822 h 832404"/>
                      <a:gd name="connsiteX3354" fmla="*/ 2148745 w 3567513"/>
                      <a:gd name="connsiteY3354" fmla="*/ 195191 h 832404"/>
                      <a:gd name="connsiteX3355" fmla="*/ 2142672 w 3567513"/>
                      <a:gd name="connsiteY3355" fmla="*/ 169214 h 832404"/>
                      <a:gd name="connsiteX3356" fmla="*/ 2144888 w 3567513"/>
                      <a:gd name="connsiteY3356" fmla="*/ 130823 h 832404"/>
                      <a:gd name="connsiteX3357" fmla="*/ 2082293 w 3567513"/>
                      <a:gd name="connsiteY3357" fmla="*/ 182557 h 832404"/>
                      <a:gd name="connsiteX3358" fmla="*/ 2098031 w 3567513"/>
                      <a:gd name="connsiteY3358" fmla="*/ 176440 h 832404"/>
                      <a:gd name="connsiteX3359" fmla="*/ 2118024 w 3567513"/>
                      <a:gd name="connsiteY3359" fmla="*/ 155604 h 832404"/>
                      <a:gd name="connsiteX3360" fmla="*/ 2122457 w 3567513"/>
                      <a:gd name="connsiteY3360" fmla="*/ 135389 h 832404"/>
                      <a:gd name="connsiteX3361" fmla="*/ 2122501 w 3567513"/>
                      <a:gd name="connsiteY3361" fmla="*/ 122888 h 832404"/>
                      <a:gd name="connsiteX3362" fmla="*/ 2127067 w 3567513"/>
                      <a:gd name="connsiteY3362" fmla="*/ 155117 h 832404"/>
                      <a:gd name="connsiteX3363" fmla="*/ 2122634 w 3567513"/>
                      <a:gd name="connsiteY3363" fmla="*/ 171430 h 832404"/>
                      <a:gd name="connsiteX3364" fmla="*/ 2124673 w 3567513"/>
                      <a:gd name="connsiteY3364" fmla="*/ 195191 h 832404"/>
                      <a:gd name="connsiteX3365" fmla="*/ 2135579 w 3567513"/>
                      <a:gd name="connsiteY3365" fmla="*/ 223652 h 832404"/>
                      <a:gd name="connsiteX3366" fmla="*/ 2121969 w 3567513"/>
                      <a:gd name="connsiteY3366" fmla="*/ 202949 h 832404"/>
                      <a:gd name="connsiteX3367" fmla="*/ 2113147 w 3567513"/>
                      <a:gd name="connsiteY3367" fmla="*/ 179232 h 832404"/>
                      <a:gd name="connsiteX3368" fmla="*/ 2111241 w 3567513"/>
                      <a:gd name="connsiteY3368" fmla="*/ 177415 h 832404"/>
                      <a:gd name="connsiteX3369" fmla="*/ 2108049 w 3567513"/>
                      <a:gd name="connsiteY3369" fmla="*/ 177370 h 832404"/>
                      <a:gd name="connsiteX3370" fmla="*/ 2082293 w 3567513"/>
                      <a:gd name="connsiteY3370" fmla="*/ 182557 h 832404"/>
                      <a:gd name="connsiteX3371" fmla="*/ 2070146 w 3567513"/>
                      <a:gd name="connsiteY3371" fmla="*/ 184951 h 832404"/>
                      <a:gd name="connsiteX3372" fmla="*/ 2082293 w 3567513"/>
                      <a:gd name="connsiteY3372" fmla="*/ 182557 h 832404"/>
                      <a:gd name="connsiteX3373" fmla="*/ 2028786 w 3567513"/>
                      <a:gd name="connsiteY3373" fmla="*/ 219396 h 832404"/>
                      <a:gd name="connsiteX3374" fmla="*/ 2077948 w 3567513"/>
                      <a:gd name="connsiteY3374" fmla="*/ 201620 h 832404"/>
                      <a:gd name="connsiteX3375" fmla="*/ 2094573 w 3567513"/>
                      <a:gd name="connsiteY3375" fmla="*/ 201309 h 832404"/>
                      <a:gd name="connsiteX3376" fmla="*/ 2098341 w 3567513"/>
                      <a:gd name="connsiteY3376" fmla="*/ 211816 h 832404"/>
                      <a:gd name="connsiteX3377" fmla="*/ 2090095 w 3567513"/>
                      <a:gd name="connsiteY3377" fmla="*/ 220194 h 832404"/>
                      <a:gd name="connsiteX3378" fmla="*/ 2070900 w 3567513"/>
                      <a:gd name="connsiteY3378" fmla="*/ 231676 h 832404"/>
                      <a:gd name="connsiteX3379" fmla="*/ 2065846 w 3567513"/>
                      <a:gd name="connsiteY3379" fmla="*/ 233804 h 832404"/>
                      <a:gd name="connsiteX3380" fmla="*/ 2061679 w 3567513"/>
                      <a:gd name="connsiteY3380" fmla="*/ 232917 h 832404"/>
                      <a:gd name="connsiteX3381" fmla="*/ 2038583 w 3567513"/>
                      <a:gd name="connsiteY3381" fmla="*/ 241473 h 832404"/>
                      <a:gd name="connsiteX3382" fmla="*/ 2023953 w 3567513"/>
                      <a:gd name="connsiteY3382" fmla="*/ 233050 h 832404"/>
                      <a:gd name="connsiteX3383" fmla="*/ 2028786 w 3567513"/>
                      <a:gd name="connsiteY3383" fmla="*/ 219396 h 832404"/>
                      <a:gd name="connsiteX3384" fmla="*/ 2000768 w 3567513"/>
                      <a:gd name="connsiteY3384" fmla="*/ 169745 h 832404"/>
                      <a:gd name="connsiteX3385" fmla="*/ 2011541 w 3567513"/>
                      <a:gd name="connsiteY3385" fmla="*/ 194748 h 832404"/>
                      <a:gd name="connsiteX3386" fmla="*/ 2008260 w 3567513"/>
                      <a:gd name="connsiteY3386" fmla="*/ 221125 h 832404"/>
                      <a:gd name="connsiteX3387" fmla="*/ 1992656 w 3567513"/>
                      <a:gd name="connsiteY3387" fmla="*/ 234203 h 832404"/>
                      <a:gd name="connsiteX3388" fmla="*/ 2002985 w 3567513"/>
                      <a:gd name="connsiteY3388" fmla="*/ 214121 h 832404"/>
                      <a:gd name="connsiteX3389" fmla="*/ 2005157 w 3567513"/>
                      <a:gd name="connsiteY3389" fmla="*/ 188852 h 832404"/>
                      <a:gd name="connsiteX3390" fmla="*/ 1997310 w 3567513"/>
                      <a:gd name="connsiteY3390" fmla="*/ 163362 h 832404"/>
                      <a:gd name="connsiteX3391" fmla="*/ 1988090 w 3567513"/>
                      <a:gd name="connsiteY3391" fmla="*/ 146339 h 832404"/>
                      <a:gd name="connsiteX3392" fmla="*/ 1997310 w 3567513"/>
                      <a:gd name="connsiteY3392" fmla="*/ 163362 h 832404"/>
                      <a:gd name="connsiteX3393" fmla="*/ 2000768 w 3567513"/>
                      <a:gd name="connsiteY3393" fmla="*/ 169745 h 832404"/>
                      <a:gd name="connsiteX3394" fmla="*/ 2004138 w 3567513"/>
                      <a:gd name="connsiteY3394" fmla="*/ 249807 h 832404"/>
                      <a:gd name="connsiteX3395" fmla="*/ 2022801 w 3567513"/>
                      <a:gd name="connsiteY3395" fmla="*/ 270776 h 832404"/>
                      <a:gd name="connsiteX3396" fmla="*/ 2053700 w 3567513"/>
                      <a:gd name="connsiteY3396" fmla="*/ 257033 h 832404"/>
                      <a:gd name="connsiteX3397" fmla="*/ 2025106 w 3567513"/>
                      <a:gd name="connsiteY3397" fmla="*/ 274943 h 832404"/>
                      <a:gd name="connsiteX3398" fmla="*/ 2012649 w 3567513"/>
                      <a:gd name="connsiteY3398" fmla="*/ 294360 h 832404"/>
                      <a:gd name="connsiteX3399" fmla="*/ 2008305 w 3567513"/>
                      <a:gd name="connsiteY3399" fmla="*/ 304290 h 832404"/>
                      <a:gd name="connsiteX3400" fmla="*/ 2012649 w 3567513"/>
                      <a:gd name="connsiteY3400" fmla="*/ 294360 h 832404"/>
                      <a:gd name="connsiteX3401" fmla="*/ 2015265 w 3567513"/>
                      <a:gd name="connsiteY3401" fmla="*/ 286646 h 832404"/>
                      <a:gd name="connsiteX3402" fmla="*/ 2017126 w 3567513"/>
                      <a:gd name="connsiteY3402" fmla="*/ 274500 h 832404"/>
                      <a:gd name="connsiteX3403" fmla="*/ 2000768 w 3567513"/>
                      <a:gd name="connsiteY3403" fmla="*/ 249940 h 832404"/>
                      <a:gd name="connsiteX3404" fmla="*/ 1979800 w 3567513"/>
                      <a:gd name="connsiteY3404" fmla="*/ 241384 h 832404"/>
                      <a:gd name="connsiteX3405" fmla="*/ 2004138 w 3567513"/>
                      <a:gd name="connsiteY3405" fmla="*/ 249807 h 832404"/>
                      <a:gd name="connsiteX3406" fmla="*/ 1975899 w 3567513"/>
                      <a:gd name="connsiteY3406" fmla="*/ 188985 h 832404"/>
                      <a:gd name="connsiteX3407" fmla="*/ 1972086 w 3567513"/>
                      <a:gd name="connsiteY3407" fmla="*/ 192886 h 832404"/>
                      <a:gd name="connsiteX3408" fmla="*/ 1968185 w 3567513"/>
                      <a:gd name="connsiteY3408" fmla="*/ 189074 h 832404"/>
                      <a:gd name="connsiteX3409" fmla="*/ 1971998 w 3567513"/>
                      <a:gd name="connsiteY3409" fmla="*/ 185173 h 832404"/>
                      <a:gd name="connsiteX3410" fmla="*/ 1975899 w 3567513"/>
                      <a:gd name="connsiteY3410" fmla="*/ 188985 h 832404"/>
                      <a:gd name="connsiteX3411" fmla="*/ 1959319 w 3567513"/>
                      <a:gd name="connsiteY3411" fmla="*/ 152900 h 832404"/>
                      <a:gd name="connsiteX3412" fmla="*/ 1969515 w 3567513"/>
                      <a:gd name="connsiteY3412" fmla="*/ 168903 h 832404"/>
                      <a:gd name="connsiteX3413" fmla="*/ 1965525 w 3567513"/>
                      <a:gd name="connsiteY3413" fmla="*/ 174445 h 832404"/>
                      <a:gd name="connsiteX3414" fmla="*/ 1954044 w 3567513"/>
                      <a:gd name="connsiteY3414" fmla="*/ 188852 h 832404"/>
                      <a:gd name="connsiteX3415" fmla="*/ 1953467 w 3567513"/>
                      <a:gd name="connsiteY3415" fmla="*/ 193773 h 832404"/>
                      <a:gd name="connsiteX3416" fmla="*/ 1936488 w 3567513"/>
                      <a:gd name="connsiteY3416" fmla="*/ 223652 h 832404"/>
                      <a:gd name="connsiteX3417" fmla="*/ 1902664 w 3567513"/>
                      <a:gd name="connsiteY3417" fmla="*/ 233405 h 832404"/>
                      <a:gd name="connsiteX3418" fmla="*/ 1867554 w 3567513"/>
                      <a:gd name="connsiteY3418" fmla="*/ 226445 h 832404"/>
                      <a:gd name="connsiteX3419" fmla="*/ 1851417 w 3567513"/>
                      <a:gd name="connsiteY3419" fmla="*/ 216204 h 832404"/>
                      <a:gd name="connsiteX3420" fmla="*/ 1857402 w 3567513"/>
                      <a:gd name="connsiteY3420" fmla="*/ 195502 h 832404"/>
                      <a:gd name="connsiteX3421" fmla="*/ 1878149 w 3567513"/>
                      <a:gd name="connsiteY3421" fmla="*/ 185261 h 832404"/>
                      <a:gd name="connsiteX3422" fmla="*/ 1935070 w 3567513"/>
                      <a:gd name="connsiteY3422" fmla="*/ 148866 h 832404"/>
                      <a:gd name="connsiteX3423" fmla="*/ 1943537 w 3567513"/>
                      <a:gd name="connsiteY3423" fmla="*/ 154983 h 832404"/>
                      <a:gd name="connsiteX3424" fmla="*/ 1959319 w 3567513"/>
                      <a:gd name="connsiteY3424" fmla="*/ 152900 h 832404"/>
                      <a:gd name="connsiteX3425" fmla="*/ 1914234 w 3567513"/>
                      <a:gd name="connsiteY3425" fmla="*/ 139201 h 832404"/>
                      <a:gd name="connsiteX3426" fmla="*/ 1921017 w 3567513"/>
                      <a:gd name="connsiteY3426" fmla="*/ 132818 h 832404"/>
                      <a:gd name="connsiteX3427" fmla="*/ 1923189 w 3567513"/>
                      <a:gd name="connsiteY3427" fmla="*/ 121248 h 832404"/>
                      <a:gd name="connsiteX3428" fmla="*/ 1919022 w 3567513"/>
                      <a:gd name="connsiteY3428" fmla="*/ 99969 h 832404"/>
                      <a:gd name="connsiteX3429" fmla="*/ 1933917 w 3567513"/>
                      <a:gd name="connsiteY3429" fmla="*/ 119252 h 832404"/>
                      <a:gd name="connsiteX3430" fmla="*/ 1936222 w 3567513"/>
                      <a:gd name="connsiteY3430" fmla="*/ 123819 h 832404"/>
                      <a:gd name="connsiteX3431" fmla="*/ 1940035 w 3567513"/>
                      <a:gd name="connsiteY3431" fmla="*/ 125592 h 832404"/>
                      <a:gd name="connsiteX3432" fmla="*/ 1953157 w 3567513"/>
                      <a:gd name="connsiteY3432" fmla="*/ 129316 h 832404"/>
                      <a:gd name="connsiteX3433" fmla="*/ 1929573 w 3567513"/>
                      <a:gd name="connsiteY3433" fmla="*/ 132907 h 832404"/>
                      <a:gd name="connsiteX3434" fmla="*/ 1912328 w 3567513"/>
                      <a:gd name="connsiteY3434" fmla="*/ 146782 h 832404"/>
                      <a:gd name="connsiteX3435" fmla="*/ 1882892 w 3567513"/>
                      <a:gd name="connsiteY3435" fmla="*/ 161810 h 832404"/>
                      <a:gd name="connsiteX3436" fmla="*/ 1914234 w 3567513"/>
                      <a:gd name="connsiteY3436" fmla="*/ 139201 h 832404"/>
                      <a:gd name="connsiteX3437" fmla="*/ 1858333 w 3567513"/>
                      <a:gd name="connsiteY3437" fmla="*/ 85339 h 832404"/>
                      <a:gd name="connsiteX3438" fmla="*/ 1862234 w 3567513"/>
                      <a:gd name="connsiteY3438" fmla="*/ 79576 h 832404"/>
                      <a:gd name="connsiteX3439" fmla="*/ 1867554 w 3567513"/>
                      <a:gd name="connsiteY3439" fmla="*/ 78246 h 832404"/>
                      <a:gd name="connsiteX3440" fmla="*/ 1892335 w 3567513"/>
                      <a:gd name="connsiteY3440" fmla="*/ 80197 h 832404"/>
                      <a:gd name="connsiteX3441" fmla="*/ 1896945 w 3567513"/>
                      <a:gd name="connsiteY3441" fmla="*/ 99570 h 832404"/>
                      <a:gd name="connsiteX3442" fmla="*/ 1885552 w 3567513"/>
                      <a:gd name="connsiteY3442" fmla="*/ 130114 h 832404"/>
                      <a:gd name="connsiteX3443" fmla="*/ 1872342 w 3567513"/>
                      <a:gd name="connsiteY3443" fmla="*/ 136187 h 832404"/>
                      <a:gd name="connsiteX3444" fmla="*/ 1843748 w 3567513"/>
                      <a:gd name="connsiteY3444" fmla="*/ 170144 h 832404"/>
                      <a:gd name="connsiteX3445" fmla="*/ 1837231 w 3567513"/>
                      <a:gd name="connsiteY3445" fmla="*/ 172627 h 832404"/>
                      <a:gd name="connsiteX3446" fmla="*/ 1829606 w 3567513"/>
                      <a:gd name="connsiteY3446" fmla="*/ 165667 h 832404"/>
                      <a:gd name="connsiteX3447" fmla="*/ 1830404 w 3567513"/>
                      <a:gd name="connsiteY3447" fmla="*/ 154762 h 832404"/>
                      <a:gd name="connsiteX3448" fmla="*/ 1836167 w 3567513"/>
                      <a:gd name="connsiteY3448" fmla="*/ 139069 h 832404"/>
                      <a:gd name="connsiteX3449" fmla="*/ 1858333 w 3567513"/>
                      <a:gd name="connsiteY3449" fmla="*/ 85339 h 832404"/>
                      <a:gd name="connsiteX3450" fmla="*/ 1782305 w 3567513"/>
                      <a:gd name="connsiteY3450" fmla="*/ 177193 h 832404"/>
                      <a:gd name="connsiteX3451" fmla="*/ 1815155 w 3567513"/>
                      <a:gd name="connsiteY3451" fmla="*/ 155160 h 832404"/>
                      <a:gd name="connsiteX3452" fmla="*/ 1829296 w 3567513"/>
                      <a:gd name="connsiteY3452" fmla="*/ 110829 h 832404"/>
                      <a:gd name="connsiteX3453" fmla="*/ 1825351 w 3567513"/>
                      <a:gd name="connsiteY3453" fmla="*/ 141462 h 832404"/>
                      <a:gd name="connsiteX3454" fmla="*/ 1800038 w 3567513"/>
                      <a:gd name="connsiteY3454" fmla="*/ 177548 h 832404"/>
                      <a:gd name="connsiteX3455" fmla="*/ 1820386 w 3567513"/>
                      <a:gd name="connsiteY3455" fmla="*/ 202551 h 832404"/>
                      <a:gd name="connsiteX3456" fmla="*/ 1817238 w 3567513"/>
                      <a:gd name="connsiteY3456" fmla="*/ 236331 h 832404"/>
                      <a:gd name="connsiteX3457" fmla="*/ 1816839 w 3567513"/>
                      <a:gd name="connsiteY3457" fmla="*/ 204856 h 832404"/>
                      <a:gd name="connsiteX3458" fmla="*/ 1797733 w 3567513"/>
                      <a:gd name="connsiteY3458" fmla="*/ 180651 h 832404"/>
                      <a:gd name="connsiteX3459" fmla="*/ 1782305 w 3567513"/>
                      <a:gd name="connsiteY3459" fmla="*/ 177193 h 832404"/>
                      <a:gd name="connsiteX3460" fmla="*/ 1758588 w 3567513"/>
                      <a:gd name="connsiteY3460" fmla="*/ 179809 h 832404"/>
                      <a:gd name="connsiteX3461" fmla="*/ 1782305 w 3567513"/>
                      <a:gd name="connsiteY3461" fmla="*/ 177193 h 832404"/>
                      <a:gd name="connsiteX3462" fmla="*/ 1768252 w 3567513"/>
                      <a:gd name="connsiteY3462" fmla="*/ 192133 h 832404"/>
                      <a:gd name="connsiteX3463" fmla="*/ 1787758 w 3567513"/>
                      <a:gd name="connsiteY3463" fmla="*/ 190670 h 832404"/>
                      <a:gd name="connsiteX3464" fmla="*/ 1791526 w 3567513"/>
                      <a:gd name="connsiteY3464" fmla="*/ 201176 h 832404"/>
                      <a:gd name="connsiteX3465" fmla="*/ 1783281 w 3567513"/>
                      <a:gd name="connsiteY3465" fmla="*/ 209555 h 832404"/>
                      <a:gd name="connsiteX3466" fmla="*/ 1782128 w 3567513"/>
                      <a:gd name="connsiteY3466" fmla="*/ 210264 h 832404"/>
                      <a:gd name="connsiteX3467" fmla="*/ 1778316 w 3567513"/>
                      <a:gd name="connsiteY3467" fmla="*/ 212525 h 832404"/>
                      <a:gd name="connsiteX3468" fmla="*/ 1774459 w 3567513"/>
                      <a:gd name="connsiteY3468" fmla="*/ 214830 h 832404"/>
                      <a:gd name="connsiteX3469" fmla="*/ 1773572 w 3567513"/>
                      <a:gd name="connsiteY3469" fmla="*/ 217978 h 832404"/>
                      <a:gd name="connsiteX3470" fmla="*/ 1767632 w 3567513"/>
                      <a:gd name="connsiteY3470" fmla="*/ 251536 h 832404"/>
                      <a:gd name="connsiteX3471" fmla="*/ 1732078 w 3567513"/>
                      <a:gd name="connsiteY3471" fmla="*/ 271130 h 832404"/>
                      <a:gd name="connsiteX3472" fmla="*/ 1710667 w 3567513"/>
                      <a:gd name="connsiteY3472" fmla="*/ 236064 h 832404"/>
                      <a:gd name="connsiteX3473" fmla="*/ 1719887 w 3567513"/>
                      <a:gd name="connsiteY3473" fmla="*/ 217180 h 832404"/>
                      <a:gd name="connsiteX3474" fmla="*/ 1768252 w 3567513"/>
                      <a:gd name="connsiteY3474" fmla="*/ 192133 h 832404"/>
                      <a:gd name="connsiteX3475" fmla="*/ 1700071 w 3567513"/>
                      <a:gd name="connsiteY3475" fmla="*/ 238990 h 832404"/>
                      <a:gd name="connsiteX3476" fmla="*/ 1701712 w 3567513"/>
                      <a:gd name="connsiteY3476" fmla="*/ 236641 h 832404"/>
                      <a:gd name="connsiteX3477" fmla="*/ 1711819 w 3567513"/>
                      <a:gd name="connsiteY3477" fmla="*/ 213899 h 832404"/>
                      <a:gd name="connsiteX3478" fmla="*/ 1718114 w 3567513"/>
                      <a:gd name="connsiteY3478" fmla="*/ 199669 h 832404"/>
                      <a:gd name="connsiteX3479" fmla="*/ 1711819 w 3567513"/>
                      <a:gd name="connsiteY3479" fmla="*/ 213899 h 832404"/>
                      <a:gd name="connsiteX3480" fmla="*/ 1708051 w 3567513"/>
                      <a:gd name="connsiteY3480" fmla="*/ 251980 h 832404"/>
                      <a:gd name="connsiteX3481" fmla="*/ 1709204 w 3567513"/>
                      <a:gd name="connsiteY3481" fmla="*/ 256678 h 832404"/>
                      <a:gd name="connsiteX3482" fmla="*/ 1712839 w 3567513"/>
                      <a:gd name="connsiteY3482" fmla="*/ 261555 h 832404"/>
                      <a:gd name="connsiteX3483" fmla="*/ 1726404 w 3567513"/>
                      <a:gd name="connsiteY3483" fmla="*/ 273879 h 832404"/>
                      <a:gd name="connsiteX3484" fmla="*/ 1760229 w 3567513"/>
                      <a:gd name="connsiteY3484" fmla="*/ 280130 h 832404"/>
                      <a:gd name="connsiteX3485" fmla="*/ 1711464 w 3567513"/>
                      <a:gd name="connsiteY3485" fmla="*/ 269579 h 832404"/>
                      <a:gd name="connsiteX3486" fmla="*/ 1690008 w 3567513"/>
                      <a:gd name="connsiteY3486" fmla="*/ 324726 h 832404"/>
                      <a:gd name="connsiteX3487" fmla="*/ 1704238 w 3567513"/>
                      <a:gd name="connsiteY3487" fmla="*/ 269756 h 832404"/>
                      <a:gd name="connsiteX3488" fmla="*/ 1671522 w 3567513"/>
                      <a:gd name="connsiteY3488" fmla="*/ 224849 h 832404"/>
                      <a:gd name="connsiteX3489" fmla="*/ 1694796 w 3567513"/>
                      <a:gd name="connsiteY3489" fmla="*/ 238104 h 832404"/>
                      <a:gd name="connsiteX3490" fmla="*/ 1700071 w 3567513"/>
                      <a:gd name="connsiteY3490" fmla="*/ 238990 h 832404"/>
                      <a:gd name="connsiteX3491" fmla="*/ 1607686 w 3567513"/>
                      <a:gd name="connsiteY3491" fmla="*/ 186680 h 832404"/>
                      <a:gd name="connsiteX3492" fmla="*/ 1610700 w 3567513"/>
                      <a:gd name="connsiteY3492" fmla="*/ 167618 h 832404"/>
                      <a:gd name="connsiteX3493" fmla="*/ 1634107 w 3567513"/>
                      <a:gd name="connsiteY3493" fmla="*/ 130203 h 832404"/>
                      <a:gd name="connsiteX3494" fmla="*/ 1668685 w 3567513"/>
                      <a:gd name="connsiteY3494" fmla="*/ 133971 h 832404"/>
                      <a:gd name="connsiteX3495" fmla="*/ 1670902 w 3567513"/>
                      <a:gd name="connsiteY3495" fmla="*/ 145363 h 832404"/>
                      <a:gd name="connsiteX3496" fmla="*/ 1679590 w 3567513"/>
                      <a:gd name="connsiteY3496" fmla="*/ 162298 h 832404"/>
                      <a:gd name="connsiteX3497" fmla="*/ 1679945 w 3567513"/>
                      <a:gd name="connsiteY3497" fmla="*/ 162209 h 832404"/>
                      <a:gd name="connsiteX3498" fmla="*/ 1683846 w 3567513"/>
                      <a:gd name="connsiteY3498" fmla="*/ 166022 h 832404"/>
                      <a:gd name="connsiteX3499" fmla="*/ 1683004 w 3567513"/>
                      <a:gd name="connsiteY3499" fmla="*/ 168372 h 832404"/>
                      <a:gd name="connsiteX3500" fmla="*/ 1686772 w 3567513"/>
                      <a:gd name="connsiteY3500" fmla="*/ 175066 h 832404"/>
                      <a:gd name="connsiteX3501" fmla="*/ 1697545 w 3567513"/>
                      <a:gd name="connsiteY3501" fmla="*/ 200556 h 832404"/>
                      <a:gd name="connsiteX3502" fmla="*/ 1683758 w 3567513"/>
                      <a:gd name="connsiteY3502" fmla="*/ 221834 h 832404"/>
                      <a:gd name="connsiteX3503" fmla="*/ 1670680 w 3567513"/>
                      <a:gd name="connsiteY3503" fmla="*/ 219573 h 832404"/>
                      <a:gd name="connsiteX3504" fmla="*/ 1615754 w 3567513"/>
                      <a:gd name="connsiteY3504" fmla="*/ 200556 h 832404"/>
                      <a:gd name="connsiteX3505" fmla="*/ 1609149 w 3567513"/>
                      <a:gd name="connsiteY3505" fmla="*/ 196743 h 832404"/>
                      <a:gd name="connsiteX3506" fmla="*/ 1607686 w 3567513"/>
                      <a:gd name="connsiteY3506" fmla="*/ 186680 h 832404"/>
                      <a:gd name="connsiteX3507" fmla="*/ 1592746 w 3567513"/>
                      <a:gd name="connsiteY3507" fmla="*/ 240321 h 832404"/>
                      <a:gd name="connsiteX3508" fmla="*/ 1586318 w 3567513"/>
                      <a:gd name="connsiteY3508" fmla="*/ 243911 h 832404"/>
                      <a:gd name="connsiteX3509" fmla="*/ 1580555 w 3567513"/>
                      <a:gd name="connsiteY3509" fmla="*/ 257344 h 832404"/>
                      <a:gd name="connsiteX3510" fmla="*/ 1578427 w 3567513"/>
                      <a:gd name="connsiteY3510" fmla="*/ 288242 h 832404"/>
                      <a:gd name="connsiteX3511" fmla="*/ 1579447 w 3567513"/>
                      <a:gd name="connsiteY3511" fmla="*/ 298572 h 832404"/>
                      <a:gd name="connsiteX3512" fmla="*/ 1586939 w 3567513"/>
                      <a:gd name="connsiteY3512" fmla="*/ 311073 h 832404"/>
                      <a:gd name="connsiteX3513" fmla="*/ 1579447 w 3567513"/>
                      <a:gd name="connsiteY3513" fmla="*/ 298572 h 832404"/>
                      <a:gd name="connsiteX3514" fmla="*/ 1575634 w 3567513"/>
                      <a:gd name="connsiteY3514" fmla="*/ 265767 h 832404"/>
                      <a:gd name="connsiteX3515" fmla="*/ 1552405 w 3567513"/>
                      <a:gd name="connsiteY3515" fmla="*/ 285361 h 832404"/>
                      <a:gd name="connsiteX3516" fmla="*/ 1568143 w 3567513"/>
                      <a:gd name="connsiteY3516" fmla="*/ 268293 h 832404"/>
                      <a:gd name="connsiteX3517" fmla="*/ 1573152 w 3567513"/>
                      <a:gd name="connsiteY3517" fmla="*/ 250916 h 832404"/>
                      <a:gd name="connsiteX3518" fmla="*/ 1565483 w 3567513"/>
                      <a:gd name="connsiteY3518" fmla="*/ 240941 h 832404"/>
                      <a:gd name="connsiteX3519" fmla="*/ 1559986 w 3567513"/>
                      <a:gd name="connsiteY3519" fmla="*/ 231056 h 832404"/>
                      <a:gd name="connsiteX3520" fmla="*/ 1606888 w 3567513"/>
                      <a:gd name="connsiteY3520" fmla="*/ 225647 h 832404"/>
                      <a:gd name="connsiteX3521" fmla="*/ 1592746 w 3567513"/>
                      <a:gd name="connsiteY3521" fmla="*/ 240321 h 832404"/>
                      <a:gd name="connsiteX3522" fmla="*/ 1600992 w 3567513"/>
                      <a:gd name="connsiteY3522" fmla="*/ 143945 h 832404"/>
                      <a:gd name="connsiteX3523" fmla="*/ 1590530 w 3567513"/>
                      <a:gd name="connsiteY3523" fmla="*/ 171741 h 832404"/>
                      <a:gd name="connsiteX3524" fmla="*/ 1593500 w 3567513"/>
                      <a:gd name="connsiteY3524" fmla="*/ 203349 h 832404"/>
                      <a:gd name="connsiteX3525" fmla="*/ 1593012 w 3567513"/>
                      <a:gd name="connsiteY3525" fmla="*/ 224716 h 832404"/>
                      <a:gd name="connsiteX3526" fmla="*/ 1574748 w 3567513"/>
                      <a:gd name="connsiteY3526" fmla="*/ 231853 h 832404"/>
                      <a:gd name="connsiteX3527" fmla="*/ 1555154 w 3567513"/>
                      <a:gd name="connsiteY3527" fmla="*/ 225381 h 832404"/>
                      <a:gd name="connsiteX3528" fmla="*/ 1545844 w 3567513"/>
                      <a:gd name="connsiteY3528" fmla="*/ 207471 h 832404"/>
                      <a:gd name="connsiteX3529" fmla="*/ 1559010 w 3567513"/>
                      <a:gd name="connsiteY3529" fmla="*/ 176883 h 832404"/>
                      <a:gd name="connsiteX3530" fmla="*/ 1562734 w 3567513"/>
                      <a:gd name="connsiteY3530" fmla="*/ 157023 h 832404"/>
                      <a:gd name="connsiteX3531" fmla="*/ 1600992 w 3567513"/>
                      <a:gd name="connsiteY3531" fmla="*/ 143945 h 832404"/>
                      <a:gd name="connsiteX3532" fmla="*/ 1539549 w 3567513"/>
                      <a:gd name="connsiteY3532" fmla="*/ 176351 h 832404"/>
                      <a:gd name="connsiteX3533" fmla="*/ 1552405 w 3567513"/>
                      <a:gd name="connsiteY3533" fmla="*/ 139290 h 832404"/>
                      <a:gd name="connsiteX3534" fmla="*/ 1548327 w 3567513"/>
                      <a:gd name="connsiteY3534" fmla="*/ 106884 h 832404"/>
                      <a:gd name="connsiteX3535" fmla="*/ 1563266 w 3567513"/>
                      <a:gd name="connsiteY3535" fmla="*/ 119386 h 832404"/>
                      <a:gd name="connsiteX3536" fmla="*/ 1592214 w 3567513"/>
                      <a:gd name="connsiteY3536" fmla="*/ 130291 h 832404"/>
                      <a:gd name="connsiteX3537" fmla="*/ 1562823 w 3567513"/>
                      <a:gd name="connsiteY3537" fmla="*/ 135877 h 832404"/>
                      <a:gd name="connsiteX3538" fmla="*/ 1552715 w 3567513"/>
                      <a:gd name="connsiteY3538" fmla="*/ 148112 h 832404"/>
                      <a:gd name="connsiteX3539" fmla="*/ 1551651 w 3567513"/>
                      <a:gd name="connsiteY3539" fmla="*/ 157377 h 832404"/>
                      <a:gd name="connsiteX3540" fmla="*/ 1533830 w 3567513"/>
                      <a:gd name="connsiteY3540" fmla="*/ 190714 h 832404"/>
                      <a:gd name="connsiteX3541" fmla="*/ 1497169 w 3567513"/>
                      <a:gd name="connsiteY3541" fmla="*/ 199891 h 832404"/>
                      <a:gd name="connsiteX3542" fmla="*/ 1539549 w 3567513"/>
                      <a:gd name="connsiteY3542" fmla="*/ 176351 h 832404"/>
                      <a:gd name="connsiteX3543" fmla="*/ 1446587 w 3567513"/>
                      <a:gd name="connsiteY3543" fmla="*/ 215850 h 832404"/>
                      <a:gd name="connsiteX3544" fmla="*/ 1460108 w 3567513"/>
                      <a:gd name="connsiteY3544" fmla="*/ 213411 h 832404"/>
                      <a:gd name="connsiteX3545" fmla="*/ 1495174 w 3567513"/>
                      <a:gd name="connsiteY3545" fmla="*/ 212303 h 832404"/>
                      <a:gd name="connsiteX3546" fmla="*/ 1525939 w 3567513"/>
                      <a:gd name="connsiteY3546" fmla="*/ 207117 h 832404"/>
                      <a:gd name="connsiteX3547" fmla="*/ 1526782 w 3567513"/>
                      <a:gd name="connsiteY3547" fmla="*/ 220770 h 832404"/>
                      <a:gd name="connsiteX3548" fmla="*/ 1525984 w 3567513"/>
                      <a:gd name="connsiteY3548" fmla="*/ 222145 h 832404"/>
                      <a:gd name="connsiteX3549" fmla="*/ 1526737 w 3567513"/>
                      <a:gd name="connsiteY3549" fmla="*/ 222544 h 832404"/>
                      <a:gd name="connsiteX3550" fmla="*/ 1530505 w 3567513"/>
                      <a:gd name="connsiteY3550" fmla="*/ 233050 h 832404"/>
                      <a:gd name="connsiteX3551" fmla="*/ 1522260 w 3567513"/>
                      <a:gd name="connsiteY3551" fmla="*/ 241429 h 832404"/>
                      <a:gd name="connsiteX3552" fmla="*/ 1511488 w 3567513"/>
                      <a:gd name="connsiteY3552" fmla="*/ 247857 h 832404"/>
                      <a:gd name="connsiteX3553" fmla="*/ 1508517 w 3567513"/>
                      <a:gd name="connsiteY3553" fmla="*/ 259649 h 832404"/>
                      <a:gd name="connsiteX3554" fmla="*/ 1508074 w 3567513"/>
                      <a:gd name="connsiteY3554" fmla="*/ 271175 h 832404"/>
                      <a:gd name="connsiteX3555" fmla="*/ 1496326 w 3567513"/>
                      <a:gd name="connsiteY3555" fmla="*/ 275430 h 832404"/>
                      <a:gd name="connsiteX3556" fmla="*/ 1484933 w 3567513"/>
                      <a:gd name="connsiteY3556" fmla="*/ 268293 h 832404"/>
                      <a:gd name="connsiteX3557" fmla="*/ 1446188 w 3567513"/>
                      <a:gd name="connsiteY3557" fmla="*/ 234912 h 832404"/>
                      <a:gd name="connsiteX3558" fmla="*/ 1440203 w 3567513"/>
                      <a:gd name="connsiteY3558" fmla="*/ 227021 h 832404"/>
                      <a:gd name="connsiteX3559" fmla="*/ 1446587 w 3567513"/>
                      <a:gd name="connsiteY3559" fmla="*/ 215850 h 832404"/>
                      <a:gd name="connsiteX3560" fmla="*/ 1438962 w 3567513"/>
                      <a:gd name="connsiteY3560" fmla="*/ 274588 h 832404"/>
                      <a:gd name="connsiteX3561" fmla="*/ 1431514 w 3567513"/>
                      <a:gd name="connsiteY3561" fmla="*/ 282258 h 832404"/>
                      <a:gd name="connsiteX3562" fmla="*/ 1428943 w 3567513"/>
                      <a:gd name="connsiteY3562" fmla="*/ 281814 h 832404"/>
                      <a:gd name="connsiteX3563" fmla="*/ 1417905 w 3567513"/>
                      <a:gd name="connsiteY3563" fmla="*/ 289882 h 832404"/>
                      <a:gd name="connsiteX3564" fmla="*/ 1418969 w 3567513"/>
                      <a:gd name="connsiteY3564" fmla="*/ 326722 h 832404"/>
                      <a:gd name="connsiteX3565" fmla="*/ 1397424 w 3567513"/>
                      <a:gd name="connsiteY3565" fmla="*/ 346227 h 832404"/>
                      <a:gd name="connsiteX3566" fmla="*/ 1382795 w 3567513"/>
                      <a:gd name="connsiteY3566" fmla="*/ 347069 h 832404"/>
                      <a:gd name="connsiteX3567" fmla="*/ 1373086 w 3567513"/>
                      <a:gd name="connsiteY3567" fmla="*/ 336208 h 832404"/>
                      <a:gd name="connsiteX3568" fmla="*/ 1377032 w 3567513"/>
                      <a:gd name="connsiteY3568" fmla="*/ 277824 h 832404"/>
                      <a:gd name="connsiteX3569" fmla="*/ 1398577 w 3567513"/>
                      <a:gd name="connsiteY3569" fmla="*/ 250871 h 832404"/>
                      <a:gd name="connsiteX3570" fmla="*/ 1416531 w 3567513"/>
                      <a:gd name="connsiteY3570" fmla="*/ 263727 h 832404"/>
                      <a:gd name="connsiteX3571" fmla="*/ 1432445 w 3567513"/>
                      <a:gd name="connsiteY3571" fmla="*/ 265412 h 832404"/>
                      <a:gd name="connsiteX3572" fmla="*/ 1434263 w 3567513"/>
                      <a:gd name="connsiteY3572" fmla="*/ 267761 h 832404"/>
                      <a:gd name="connsiteX3573" fmla="*/ 1438962 w 3567513"/>
                      <a:gd name="connsiteY3573" fmla="*/ 274588 h 832404"/>
                      <a:gd name="connsiteX3574" fmla="*/ 1392503 w 3567513"/>
                      <a:gd name="connsiteY3574" fmla="*/ 169036 h 832404"/>
                      <a:gd name="connsiteX3575" fmla="*/ 1406423 w 3567513"/>
                      <a:gd name="connsiteY3575" fmla="*/ 159150 h 832404"/>
                      <a:gd name="connsiteX3576" fmla="*/ 1423668 w 3567513"/>
                      <a:gd name="connsiteY3576" fmla="*/ 124395 h 832404"/>
                      <a:gd name="connsiteX3577" fmla="*/ 1424820 w 3567513"/>
                      <a:gd name="connsiteY3577" fmla="*/ 150506 h 832404"/>
                      <a:gd name="connsiteX3578" fmla="*/ 1430628 w 3567513"/>
                      <a:gd name="connsiteY3578" fmla="*/ 167130 h 832404"/>
                      <a:gd name="connsiteX3579" fmla="*/ 1401990 w 3567513"/>
                      <a:gd name="connsiteY3579" fmla="*/ 167751 h 832404"/>
                      <a:gd name="connsiteX3580" fmla="*/ 1377830 w 3567513"/>
                      <a:gd name="connsiteY3580" fmla="*/ 184685 h 832404"/>
                      <a:gd name="connsiteX3581" fmla="*/ 1392503 w 3567513"/>
                      <a:gd name="connsiteY3581" fmla="*/ 169036 h 832404"/>
                      <a:gd name="connsiteX3582" fmla="*/ 1362358 w 3567513"/>
                      <a:gd name="connsiteY3582" fmla="*/ 216116 h 832404"/>
                      <a:gd name="connsiteX3583" fmla="*/ 1363200 w 3567513"/>
                      <a:gd name="connsiteY3583" fmla="*/ 210087 h 832404"/>
                      <a:gd name="connsiteX3584" fmla="*/ 1369097 w 3567513"/>
                      <a:gd name="connsiteY3584" fmla="*/ 203703 h 832404"/>
                      <a:gd name="connsiteX3585" fmla="*/ 1415644 w 3567513"/>
                      <a:gd name="connsiteY3585" fmla="*/ 183089 h 832404"/>
                      <a:gd name="connsiteX3586" fmla="*/ 1429874 w 3567513"/>
                      <a:gd name="connsiteY3586" fmla="*/ 183577 h 832404"/>
                      <a:gd name="connsiteX3587" fmla="*/ 1433642 w 3567513"/>
                      <a:gd name="connsiteY3587" fmla="*/ 194083 h 832404"/>
                      <a:gd name="connsiteX3588" fmla="*/ 1425397 w 3567513"/>
                      <a:gd name="connsiteY3588" fmla="*/ 202462 h 832404"/>
                      <a:gd name="connsiteX3589" fmla="*/ 1409925 w 3567513"/>
                      <a:gd name="connsiteY3589" fmla="*/ 211682 h 832404"/>
                      <a:gd name="connsiteX3590" fmla="*/ 1378406 w 3567513"/>
                      <a:gd name="connsiteY3590" fmla="*/ 236021 h 832404"/>
                      <a:gd name="connsiteX3591" fmla="*/ 1362934 w 3567513"/>
                      <a:gd name="connsiteY3591" fmla="*/ 230612 h 832404"/>
                      <a:gd name="connsiteX3592" fmla="*/ 1362314 w 3567513"/>
                      <a:gd name="connsiteY3592" fmla="*/ 225292 h 832404"/>
                      <a:gd name="connsiteX3593" fmla="*/ 1362358 w 3567513"/>
                      <a:gd name="connsiteY3593" fmla="*/ 216116 h 832404"/>
                      <a:gd name="connsiteX3594" fmla="*/ 1346754 w 3567513"/>
                      <a:gd name="connsiteY3594" fmla="*/ 220992 h 832404"/>
                      <a:gd name="connsiteX3595" fmla="*/ 1361206 w 3567513"/>
                      <a:gd name="connsiteY3595" fmla="*/ 247236 h 832404"/>
                      <a:gd name="connsiteX3596" fmla="*/ 1364575 w 3567513"/>
                      <a:gd name="connsiteY3596" fmla="*/ 251093 h 832404"/>
                      <a:gd name="connsiteX3597" fmla="*/ 1369451 w 3567513"/>
                      <a:gd name="connsiteY3597" fmla="*/ 250783 h 832404"/>
                      <a:gd name="connsiteX3598" fmla="*/ 1381288 w 3567513"/>
                      <a:gd name="connsiteY3598" fmla="*/ 247325 h 832404"/>
                      <a:gd name="connsiteX3599" fmla="*/ 1391306 w 3567513"/>
                      <a:gd name="connsiteY3599" fmla="*/ 244399 h 832404"/>
                      <a:gd name="connsiteX3600" fmla="*/ 1381288 w 3567513"/>
                      <a:gd name="connsiteY3600" fmla="*/ 247325 h 832404"/>
                      <a:gd name="connsiteX3601" fmla="*/ 1369673 w 3567513"/>
                      <a:gd name="connsiteY3601" fmla="*/ 257831 h 832404"/>
                      <a:gd name="connsiteX3602" fmla="*/ 1363422 w 3567513"/>
                      <a:gd name="connsiteY3602" fmla="*/ 284607 h 832404"/>
                      <a:gd name="connsiteX3603" fmla="*/ 1360408 w 3567513"/>
                      <a:gd name="connsiteY3603" fmla="*/ 329736 h 832404"/>
                      <a:gd name="connsiteX3604" fmla="*/ 1358235 w 3567513"/>
                      <a:gd name="connsiteY3604" fmla="*/ 284518 h 832404"/>
                      <a:gd name="connsiteX3605" fmla="*/ 1321884 w 3567513"/>
                      <a:gd name="connsiteY3605" fmla="*/ 334081 h 832404"/>
                      <a:gd name="connsiteX3606" fmla="*/ 1341877 w 3567513"/>
                      <a:gd name="connsiteY3606" fmla="*/ 302251 h 832404"/>
                      <a:gd name="connsiteX3607" fmla="*/ 1356373 w 3567513"/>
                      <a:gd name="connsiteY3607" fmla="*/ 272062 h 832404"/>
                      <a:gd name="connsiteX3608" fmla="*/ 1349547 w 3567513"/>
                      <a:gd name="connsiteY3608" fmla="*/ 234159 h 832404"/>
                      <a:gd name="connsiteX3609" fmla="*/ 1324455 w 3567513"/>
                      <a:gd name="connsiteY3609" fmla="*/ 214165 h 832404"/>
                      <a:gd name="connsiteX3610" fmla="*/ 1346754 w 3567513"/>
                      <a:gd name="connsiteY3610" fmla="*/ 220992 h 832404"/>
                      <a:gd name="connsiteX3611" fmla="*/ 1336114 w 3567513"/>
                      <a:gd name="connsiteY3611" fmla="*/ 349818 h 832404"/>
                      <a:gd name="connsiteX3612" fmla="*/ 1333233 w 3567513"/>
                      <a:gd name="connsiteY3612" fmla="*/ 349197 h 832404"/>
                      <a:gd name="connsiteX3613" fmla="*/ 1331814 w 3567513"/>
                      <a:gd name="connsiteY3613" fmla="*/ 348399 h 832404"/>
                      <a:gd name="connsiteX3614" fmla="*/ 1340813 w 3567513"/>
                      <a:gd name="connsiteY3614" fmla="*/ 340021 h 832404"/>
                      <a:gd name="connsiteX3615" fmla="*/ 1336114 w 3567513"/>
                      <a:gd name="connsiteY3615" fmla="*/ 349818 h 832404"/>
                      <a:gd name="connsiteX3616" fmla="*/ 1317939 w 3567513"/>
                      <a:gd name="connsiteY3616" fmla="*/ 188320 h 832404"/>
                      <a:gd name="connsiteX3617" fmla="*/ 1321840 w 3567513"/>
                      <a:gd name="connsiteY3617" fmla="*/ 192133 h 832404"/>
                      <a:gd name="connsiteX3618" fmla="*/ 1318027 w 3567513"/>
                      <a:gd name="connsiteY3618" fmla="*/ 196034 h 832404"/>
                      <a:gd name="connsiteX3619" fmla="*/ 1314126 w 3567513"/>
                      <a:gd name="connsiteY3619" fmla="*/ 192222 h 832404"/>
                      <a:gd name="connsiteX3620" fmla="*/ 1317939 w 3567513"/>
                      <a:gd name="connsiteY3620" fmla="*/ 188320 h 832404"/>
                      <a:gd name="connsiteX3621" fmla="*/ 1331326 w 3567513"/>
                      <a:gd name="connsiteY3621" fmla="*/ 382534 h 832404"/>
                      <a:gd name="connsiteX3622" fmla="*/ 1346931 w 3567513"/>
                      <a:gd name="connsiteY3622" fmla="*/ 352301 h 832404"/>
                      <a:gd name="connsiteX3623" fmla="*/ 1355132 w 3567513"/>
                      <a:gd name="connsiteY3623" fmla="*/ 364137 h 832404"/>
                      <a:gd name="connsiteX3624" fmla="*/ 1379248 w 3567513"/>
                      <a:gd name="connsiteY3624" fmla="*/ 374599 h 832404"/>
                      <a:gd name="connsiteX3625" fmla="*/ 1344493 w 3567513"/>
                      <a:gd name="connsiteY3625" fmla="*/ 379476 h 832404"/>
                      <a:gd name="connsiteX3626" fmla="*/ 1326140 w 3567513"/>
                      <a:gd name="connsiteY3626" fmla="*/ 390780 h 832404"/>
                      <a:gd name="connsiteX3627" fmla="*/ 1319313 w 3567513"/>
                      <a:gd name="connsiteY3627" fmla="*/ 399424 h 832404"/>
                      <a:gd name="connsiteX3628" fmla="*/ 1279770 w 3567513"/>
                      <a:gd name="connsiteY3628" fmla="*/ 430279 h 832404"/>
                      <a:gd name="connsiteX3629" fmla="*/ 1235040 w 3567513"/>
                      <a:gd name="connsiteY3629" fmla="*/ 438435 h 832404"/>
                      <a:gd name="connsiteX3630" fmla="*/ 1294798 w 3567513"/>
                      <a:gd name="connsiteY3630" fmla="*/ 416891 h 832404"/>
                      <a:gd name="connsiteX3631" fmla="*/ 1331326 w 3567513"/>
                      <a:gd name="connsiteY3631" fmla="*/ 382534 h 832404"/>
                      <a:gd name="connsiteX3632" fmla="*/ 1307920 w 3567513"/>
                      <a:gd name="connsiteY3632" fmla="*/ 271175 h 832404"/>
                      <a:gd name="connsiteX3633" fmla="*/ 1304019 w 3567513"/>
                      <a:gd name="connsiteY3633" fmla="*/ 267362 h 832404"/>
                      <a:gd name="connsiteX3634" fmla="*/ 1307831 w 3567513"/>
                      <a:gd name="connsiteY3634" fmla="*/ 263461 h 832404"/>
                      <a:gd name="connsiteX3635" fmla="*/ 1311732 w 3567513"/>
                      <a:gd name="connsiteY3635" fmla="*/ 267274 h 832404"/>
                      <a:gd name="connsiteX3636" fmla="*/ 1307920 w 3567513"/>
                      <a:gd name="connsiteY3636" fmla="*/ 271175 h 832404"/>
                      <a:gd name="connsiteX3637" fmla="*/ 1293468 w 3567513"/>
                      <a:gd name="connsiteY3637" fmla="*/ 162963 h 832404"/>
                      <a:gd name="connsiteX3638" fmla="*/ 1294665 w 3567513"/>
                      <a:gd name="connsiteY3638" fmla="*/ 164115 h 832404"/>
                      <a:gd name="connsiteX3639" fmla="*/ 1308718 w 3567513"/>
                      <a:gd name="connsiteY3639" fmla="*/ 166687 h 832404"/>
                      <a:gd name="connsiteX3640" fmla="*/ 1306634 w 3567513"/>
                      <a:gd name="connsiteY3640" fmla="*/ 181848 h 832404"/>
                      <a:gd name="connsiteX3641" fmla="*/ 1305570 w 3567513"/>
                      <a:gd name="connsiteY3641" fmla="*/ 183577 h 832404"/>
                      <a:gd name="connsiteX3642" fmla="*/ 1305304 w 3567513"/>
                      <a:gd name="connsiteY3642" fmla="*/ 197585 h 832404"/>
                      <a:gd name="connsiteX3643" fmla="*/ 1264653 w 3567513"/>
                      <a:gd name="connsiteY3643" fmla="*/ 212614 h 832404"/>
                      <a:gd name="connsiteX3644" fmla="*/ 1251575 w 3567513"/>
                      <a:gd name="connsiteY3644" fmla="*/ 206230 h 832404"/>
                      <a:gd name="connsiteX3645" fmla="*/ 1264608 w 3567513"/>
                      <a:gd name="connsiteY3645" fmla="*/ 164869 h 832404"/>
                      <a:gd name="connsiteX3646" fmla="*/ 1293468 w 3567513"/>
                      <a:gd name="connsiteY3646" fmla="*/ 162963 h 832404"/>
                      <a:gd name="connsiteX3647" fmla="*/ 1213140 w 3567513"/>
                      <a:gd name="connsiteY3647" fmla="*/ 158397 h 832404"/>
                      <a:gd name="connsiteX3648" fmla="*/ 1219169 w 3567513"/>
                      <a:gd name="connsiteY3648" fmla="*/ 161899 h 832404"/>
                      <a:gd name="connsiteX3649" fmla="*/ 1225952 w 3567513"/>
                      <a:gd name="connsiteY3649" fmla="*/ 162830 h 832404"/>
                      <a:gd name="connsiteX3650" fmla="*/ 1261239 w 3567513"/>
                      <a:gd name="connsiteY3650" fmla="*/ 153033 h 832404"/>
                      <a:gd name="connsiteX3651" fmla="*/ 1243418 w 3567513"/>
                      <a:gd name="connsiteY3651" fmla="*/ 166421 h 832404"/>
                      <a:gd name="connsiteX3652" fmla="*/ 1233444 w 3567513"/>
                      <a:gd name="connsiteY3652" fmla="*/ 184907 h 832404"/>
                      <a:gd name="connsiteX3653" fmla="*/ 1194122 w 3567513"/>
                      <a:gd name="connsiteY3653" fmla="*/ 155294 h 832404"/>
                      <a:gd name="connsiteX3654" fmla="*/ 1213140 w 3567513"/>
                      <a:gd name="connsiteY3654" fmla="*/ 158397 h 832404"/>
                      <a:gd name="connsiteX3655" fmla="*/ 1186586 w 3567513"/>
                      <a:gd name="connsiteY3655" fmla="*/ 170544 h 832404"/>
                      <a:gd name="connsiteX3656" fmla="*/ 1200905 w 3567513"/>
                      <a:gd name="connsiteY3656" fmla="*/ 188365 h 832404"/>
                      <a:gd name="connsiteX3657" fmla="*/ 1207289 w 3567513"/>
                      <a:gd name="connsiteY3657" fmla="*/ 195723 h 832404"/>
                      <a:gd name="connsiteX3658" fmla="*/ 1201924 w 3567513"/>
                      <a:gd name="connsiteY3658" fmla="*/ 203038 h 832404"/>
                      <a:gd name="connsiteX3659" fmla="*/ 1193413 w 3567513"/>
                      <a:gd name="connsiteY3659" fmla="*/ 233095 h 832404"/>
                      <a:gd name="connsiteX3660" fmla="*/ 1167612 w 3567513"/>
                      <a:gd name="connsiteY3660" fmla="*/ 266875 h 832404"/>
                      <a:gd name="connsiteX3661" fmla="*/ 1160386 w 3567513"/>
                      <a:gd name="connsiteY3661" fmla="*/ 271130 h 832404"/>
                      <a:gd name="connsiteX3662" fmla="*/ 1147796 w 3567513"/>
                      <a:gd name="connsiteY3662" fmla="*/ 264126 h 832404"/>
                      <a:gd name="connsiteX3663" fmla="*/ 1118671 w 3567513"/>
                      <a:gd name="connsiteY3663" fmla="*/ 214564 h 832404"/>
                      <a:gd name="connsiteX3664" fmla="*/ 1117031 w 3567513"/>
                      <a:gd name="connsiteY3664" fmla="*/ 203393 h 832404"/>
                      <a:gd name="connsiteX3665" fmla="*/ 1124833 w 3567513"/>
                      <a:gd name="connsiteY3665" fmla="*/ 192975 h 832404"/>
                      <a:gd name="connsiteX3666" fmla="*/ 1186586 w 3567513"/>
                      <a:gd name="connsiteY3666" fmla="*/ 170544 h 832404"/>
                      <a:gd name="connsiteX3667" fmla="*/ 1157638 w 3567513"/>
                      <a:gd name="connsiteY3667" fmla="*/ 157333 h 832404"/>
                      <a:gd name="connsiteX3668" fmla="*/ 1113307 w 3567513"/>
                      <a:gd name="connsiteY3668" fmla="*/ 189384 h 832404"/>
                      <a:gd name="connsiteX3669" fmla="*/ 1107012 w 3567513"/>
                      <a:gd name="connsiteY3669" fmla="*/ 199359 h 832404"/>
                      <a:gd name="connsiteX3670" fmla="*/ 1092737 w 3567513"/>
                      <a:gd name="connsiteY3670" fmla="*/ 179720 h 832404"/>
                      <a:gd name="connsiteX3671" fmla="*/ 1073320 w 3567513"/>
                      <a:gd name="connsiteY3671" fmla="*/ 170012 h 832404"/>
                      <a:gd name="connsiteX3672" fmla="*/ 1085955 w 3567513"/>
                      <a:gd name="connsiteY3672" fmla="*/ 172583 h 832404"/>
                      <a:gd name="connsiteX3673" fmla="*/ 1123991 w 3567513"/>
                      <a:gd name="connsiteY3673" fmla="*/ 176750 h 832404"/>
                      <a:gd name="connsiteX3674" fmla="*/ 1157638 w 3567513"/>
                      <a:gd name="connsiteY3674" fmla="*/ 157333 h 832404"/>
                      <a:gd name="connsiteX3675" fmla="*/ 1046988 w 3567513"/>
                      <a:gd name="connsiteY3675" fmla="*/ 124306 h 832404"/>
                      <a:gd name="connsiteX3676" fmla="*/ 1087418 w 3567513"/>
                      <a:gd name="connsiteY3676" fmla="*/ 82724 h 832404"/>
                      <a:gd name="connsiteX3677" fmla="*/ 1095486 w 3567513"/>
                      <a:gd name="connsiteY3677" fmla="*/ 108125 h 832404"/>
                      <a:gd name="connsiteX3678" fmla="*/ 1107012 w 3567513"/>
                      <a:gd name="connsiteY3678" fmla="*/ 145230 h 832404"/>
                      <a:gd name="connsiteX3679" fmla="*/ 1112154 w 3567513"/>
                      <a:gd name="connsiteY3679" fmla="*/ 160569 h 832404"/>
                      <a:gd name="connsiteX3680" fmla="*/ 1101825 w 3567513"/>
                      <a:gd name="connsiteY3680" fmla="*/ 167795 h 832404"/>
                      <a:gd name="connsiteX3681" fmla="*/ 1088614 w 3567513"/>
                      <a:gd name="connsiteY3681" fmla="*/ 166243 h 832404"/>
                      <a:gd name="connsiteX3682" fmla="*/ 1064543 w 3567513"/>
                      <a:gd name="connsiteY3682" fmla="*/ 160480 h 832404"/>
                      <a:gd name="connsiteX3683" fmla="*/ 1046988 w 3567513"/>
                      <a:gd name="connsiteY3683" fmla="*/ 124306 h 832404"/>
                      <a:gd name="connsiteX3684" fmla="*/ 1062105 w 3567513"/>
                      <a:gd name="connsiteY3684" fmla="*/ 184552 h 832404"/>
                      <a:gd name="connsiteX3685" fmla="*/ 1076113 w 3567513"/>
                      <a:gd name="connsiteY3685" fmla="*/ 186503 h 832404"/>
                      <a:gd name="connsiteX3686" fmla="*/ 1076512 w 3567513"/>
                      <a:gd name="connsiteY3686" fmla="*/ 187123 h 832404"/>
                      <a:gd name="connsiteX3687" fmla="*/ 1092959 w 3567513"/>
                      <a:gd name="connsiteY3687" fmla="*/ 188497 h 832404"/>
                      <a:gd name="connsiteX3688" fmla="*/ 1079970 w 3567513"/>
                      <a:gd name="connsiteY3688" fmla="*/ 212082 h 832404"/>
                      <a:gd name="connsiteX3689" fmla="*/ 1055677 w 3567513"/>
                      <a:gd name="connsiteY3689" fmla="*/ 231321 h 832404"/>
                      <a:gd name="connsiteX3690" fmla="*/ 1048362 w 3567513"/>
                      <a:gd name="connsiteY3690" fmla="*/ 229814 h 832404"/>
                      <a:gd name="connsiteX3691" fmla="*/ 1044195 w 3567513"/>
                      <a:gd name="connsiteY3691" fmla="*/ 221302 h 832404"/>
                      <a:gd name="connsiteX3692" fmla="*/ 1062105 w 3567513"/>
                      <a:gd name="connsiteY3692" fmla="*/ 184552 h 832404"/>
                      <a:gd name="connsiteX3693" fmla="*/ 1016843 w 3567513"/>
                      <a:gd name="connsiteY3693" fmla="*/ 168194 h 832404"/>
                      <a:gd name="connsiteX3694" fmla="*/ 1033733 w 3567513"/>
                      <a:gd name="connsiteY3694" fmla="*/ 146694 h 832404"/>
                      <a:gd name="connsiteX3695" fmla="*/ 1022029 w 3567513"/>
                      <a:gd name="connsiteY3695" fmla="*/ 169302 h 832404"/>
                      <a:gd name="connsiteX3696" fmla="*/ 1021586 w 3567513"/>
                      <a:gd name="connsiteY3696" fmla="*/ 171652 h 832404"/>
                      <a:gd name="connsiteX3697" fmla="*/ 1026773 w 3567513"/>
                      <a:gd name="connsiteY3697" fmla="*/ 177016 h 832404"/>
                      <a:gd name="connsiteX3698" fmla="*/ 1034353 w 3567513"/>
                      <a:gd name="connsiteY3698" fmla="*/ 199669 h 832404"/>
                      <a:gd name="connsiteX3699" fmla="*/ 1023271 w 3567513"/>
                      <a:gd name="connsiteY3699" fmla="*/ 179942 h 832404"/>
                      <a:gd name="connsiteX3700" fmla="*/ 1016931 w 3567513"/>
                      <a:gd name="connsiteY3700" fmla="*/ 176218 h 832404"/>
                      <a:gd name="connsiteX3701" fmla="*/ 1003277 w 3567513"/>
                      <a:gd name="connsiteY3701" fmla="*/ 178390 h 832404"/>
                      <a:gd name="connsiteX3702" fmla="*/ 979028 w 3567513"/>
                      <a:gd name="connsiteY3702" fmla="*/ 180429 h 832404"/>
                      <a:gd name="connsiteX3703" fmla="*/ 1016843 w 3567513"/>
                      <a:gd name="connsiteY3703" fmla="*/ 168194 h 832404"/>
                      <a:gd name="connsiteX3704" fmla="*/ 1024335 w 3567513"/>
                      <a:gd name="connsiteY3704" fmla="*/ 214697 h 832404"/>
                      <a:gd name="connsiteX3705" fmla="*/ 1020522 w 3567513"/>
                      <a:gd name="connsiteY3705" fmla="*/ 218598 h 832404"/>
                      <a:gd name="connsiteX3706" fmla="*/ 1016621 w 3567513"/>
                      <a:gd name="connsiteY3706" fmla="*/ 214786 h 832404"/>
                      <a:gd name="connsiteX3707" fmla="*/ 1020433 w 3567513"/>
                      <a:gd name="connsiteY3707" fmla="*/ 210885 h 832404"/>
                      <a:gd name="connsiteX3708" fmla="*/ 1024335 w 3567513"/>
                      <a:gd name="connsiteY3708" fmla="*/ 214697 h 832404"/>
                      <a:gd name="connsiteX3709" fmla="*/ 999110 w 3567513"/>
                      <a:gd name="connsiteY3709" fmla="*/ 194483 h 832404"/>
                      <a:gd name="connsiteX3710" fmla="*/ 1002125 w 3567513"/>
                      <a:gd name="connsiteY3710" fmla="*/ 193817 h 832404"/>
                      <a:gd name="connsiteX3711" fmla="*/ 1009794 w 3567513"/>
                      <a:gd name="connsiteY3711" fmla="*/ 201265 h 832404"/>
                      <a:gd name="connsiteX3712" fmla="*/ 1005317 w 3567513"/>
                      <a:gd name="connsiteY3712" fmla="*/ 208269 h 832404"/>
                      <a:gd name="connsiteX3713" fmla="*/ 1008952 w 3567513"/>
                      <a:gd name="connsiteY3713" fmla="*/ 232164 h 832404"/>
                      <a:gd name="connsiteX3714" fmla="*/ 987584 w 3567513"/>
                      <a:gd name="connsiteY3714" fmla="*/ 236109 h 832404"/>
                      <a:gd name="connsiteX3715" fmla="*/ 977078 w 3567513"/>
                      <a:gd name="connsiteY3715" fmla="*/ 216470 h 832404"/>
                      <a:gd name="connsiteX3716" fmla="*/ 999110 w 3567513"/>
                      <a:gd name="connsiteY3716" fmla="*/ 194483 h 832404"/>
                      <a:gd name="connsiteX3717" fmla="*/ 937402 w 3567513"/>
                      <a:gd name="connsiteY3717" fmla="*/ 199093 h 832404"/>
                      <a:gd name="connsiteX3718" fmla="*/ 941303 w 3567513"/>
                      <a:gd name="connsiteY3718" fmla="*/ 202905 h 832404"/>
                      <a:gd name="connsiteX3719" fmla="*/ 937490 w 3567513"/>
                      <a:gd name="connsiteY3719" fmla="*/ 206806 h 832404"/>
                      <a:gd name="connsiteX3720" fmla="*/ 933589 w 3567513"/>
                      <a:gd name="connsiteY3720" fmla="*/ 202994 h 832404"/>
                      <a:gd name="connsiteX3721" fmla="*/ 937402 w 3567513"/>
                      <a:gd name="connsiteY3721" fmla="*/ 199093 h 832404"/>
                      <a:gd name="connsiteX3722" fmla="*/ 943741 w 3567513"/>
                      <a:gd name="connsiteY3722" fmla="*/ 266298 h 832404"/>
                      <a:gd name="connsiteX3723" fmla="*/ 970827 w 3567513"/>
                      <a:gd name="connsiteY3723" fmla="*/ 237217 h 832404"/>
                      <a:gd name="connsiteX3724" fmla="*/ 971935 w 3567513"/>
                      <a:gd name="connsiteY3724" fmla="*/ 221081 h 832404"/>
                      <a:gd name="connsiteX3725" fmla="*/ 964222 w 3567513"/>
                      <a:gd name="connsiteY3725" fmla="*/ 193596 h 832404"/>
                      <a:gd name="connsiteX3726" fmla="*/ 956242 w 3567513"/>
                      <a:gd name="connsiteY3726" fmla="*/ 181892 h 832404"/>
                      <a:gd name="connsiteX3727" fmla="*/ 947553 w 3567513"/>
                      <a:gd name="connsiteY3727" fmla="*/ 172583 h 832404"/>
                      <a:gd name="connsiteX3728" fmla="*/ 955223 w 3567513"/>
                      <a:gd name="connsiteY3728" fmla="*/ 176174 h 832404"/>
                      <a:gd name="connsiteX3729" fmla="*/ 965064 w 3567513"/>
                      <a:gd name="connsiteY3729" fmla="*/ 188985 h 832404"/>
                      <a:gd name="connsiteX3730" fmla="*/ 977033 w 3567513"/>
                      <a:gd name="connsiteY3730" fmla="*/ 237217 h 832404"/>
                      <a:gd name="connsiteX3731" fmla="*/ 1000662 w 3567513"/>
                      <a:gd name="connsiteY3731" fmla="*/ 249896 h 832404"/>
                      <a:gd name="connsiteX3732" fmla="*/ 1009705 w 3567513"/>
                      <a:gd name="connsiteY3732" fmla="*/ 249763 h 832404"/>
                      <a:gd name="connsiteX3733" fmla="*/ 1020300 w 3567513"/>
                      <a:gd name="connsiteY3733" fmla="*/ 242182 h 832404"/>
                      <a:gd name="connsiteX3734" fmla="*/ 1030497 w 3567513"/>
                      <a:gd name="connsiteY3734" fmla="*/ 222987 h 832404"/>
                      <a:gd name="connsiteX3735" fmla="*/ 1023670 w 3567513"/>
                      <a:gd name="connsiteY3735" fmla="*/ 244443 h 832404"/>
                      <a:gd name="connsiteX3736" fmla="*/ 1006602 w 3567513"/>
                      <a:gd name="connsiteY3736" fmla="*/ 255570 h 832404"/>
                      <a:gd name="connsiteX3737" fmla="*/ 1011346 w 3567513"/>
                      <a:gd name="connsiteY3737" fmla="*/ 263151 h 832404"/>
                      <a:gd name="connsiteX3738" fmla="*/ 1011479 w 3567513"/>
                      <a:gd name="connsiteY3738" fmla="*/ 271441 h 832404"/>
                      <a:gd name="connsiteX3739" fmla="*/ 1005494 w 3567513"/>
                      <a:gd name="connsiteY3739" fmla="*/ 301276 h 832404"/>
                      <a:gd name="connsiteX3740" fmla="*/ 1004829 w 3567513"/>
                      <a:gd name="connsiteY3740" fmla="*/ 267008 h 832404"/>
                      <a:gd name="connsiteX3741" fmla="*/ 982486 w 3567513"/>
                      <a:gd name="connsiteY3741" fmla="*/ 241739 h 832404"/>
                      <a:gd name="connsiteX3742" fmla="*/ 976368 w 3567513"/>
                      <a:gd name="connsiteY3742" fmla="*/ 241473 h 832404"/>
                      <a:gd name="connsiteX3743" fmla="*/ 974241 w 3567513"/>
                      <a:gd name="connsiteY3743" fmla="*/ 244177 h 832404"/>
                      <a:gd name="connsiteX3744" fmla="*/ 913374 w 3567513"/>
                      <a:gd name="connsiteY3744" fmla="*/ 273702 h 832404"/>
                      <a:gd name="connsiteX3745" fmla="*/ 883273 w 3567513"/>
                      <a:gd name="connsiteY3745" fmla="*/ 269668 h 832404"/>
                      <a:gd name="connsiteX3746" fmla="*/ 903267 w 3567513"/>
                      <a:gd name="connsiteY3746" fmla="*/ 270820 h 832404"/>
                      <a:gd name="connsiteX3747" fmla="*/ 943741 w 3567513"/>
                      <a:gd name="connsiteY3747" fmla="*/ 266298 h 832404"/>
                      <a:gd name="connsiteX3748" fmla="*/ 870373 w 3567513"/>
                      <a:gd name="connsiteY3748" fmla="*/ 238060 h 832404"/>
                      <a:gd name="connsiteX3749" fmla="*/ 874939 w 3567513"/>
                      <a:gd name="connsiteY3749" fmla="*/ 202595 h 832404"/>
                      <a:gd name="connsiteX3750" fmla="*/ 904464 w 3567513"/>
                      <a:gd name="connsiteY3750" fmla="*/ 171386 h 832404"/>
                      <a:gd name="connsiteX3751" fmla="*/ 915236 w 3567513"/>
                      <a:gd name="connsiteY3751" fmla="*/ 176706 h 832404"/>
                      <a:gd name="connsiteX3752" fmla="*/ 927737 w 3567513"/>
                      <a:gd name="connsiteY3752" fmla="*/ 179853 h 832404"/>
                      <a:gd name="connsiteX3753" fmla="*/ 915192 w 3567513"/>
                      <a:gd name="connsiteY3753" fmla="*/ 203171 h 832404"/>
                      <a:gd name="connsiteX3754" fmla="*/ 912576 w 3567513"/>
                      <a:gd name="connsiteY3754" fmla="*/ 231454 h 832404"/>
                      <a:gd name="connsiteX3755" fmla="*/ 888061 w 3567513"/>
                      <a:gd name="connsiteY3755" fmla="*/ 257078 h 832404"/>
                      <a:gd name="connsiteX3756" fmla="*/ 871570 w 3567513"/>
                      <a:gd name="connsiteY3756" fmla="*/ 250960 h 832404"/>
                      <a:gd name="connsiteX3757" fmla="*/ 870373 w 3567513"/>
                      <a:gd name="connsiteY3757" fmla="*/ 238060 h 832404"/>
                      <a:gd name="connsiteX3758" fmla="*/ 871880 w 3567513"/>
                      <a:gd name="connsiteY3758" fmla="*/ 302694 h 832404"/>
                      <a:gd name="connsiteX3759" fmla="*/ 879683 w 3567513"/>
                      <a:gd name="connsiteY3759" fmla="*/ 315816 h 832404"/>
                      <a:gd name="connsiteX3760" fmla="*/ 892716 w 3567513"/>
                      <a:gd name="connsiteY3760" fmla="*/ 323131 h 832404"/>
                      <a:gd name="connsiteX3761" fmla="*/ 873210 w 3567513"/>
                      <a:gd name="connsiteY3761" fmla="*/ 310585 h 832404"/>
                      <a:gd name="connsiteX3762" fmla="*/ 857960 w 3567513"/>
                      <a:gd name="connsiteY3762" fmla="*/ 320604 h 832404"/>
                      <a:gd name="connsiteX3763" fmla="*/ 871880 w 3567513"/>
                      <a:gd name="connsiteY3763" fmla="*/ 302694 h 832404"/>
                      <a:gd name="connsiteX3764" fmla="*/ 865585 w 3567513"/>
                      <a:gd name="connsiteY3764" fmla="*/ 293651 h 832404"/>
                      <a:gd name="connsiteX3765" fmla="*/ 854015 w 3567513"/>
                      <a:gd name="connsiteY3765" fmla="*/ 295379 h 832404"/>
                      <a:gd name="connsiteX3766" fmla="*/ 846035 w 3567513"/>
                      <a:gd name="connsiteY3766" fmla="*/ 285006 h 832404"/>
                      <a:gd name="connsiteX3767" fmla="*/ 836637 w 3567513"/>
                      <a:gd name="connsiteY3767" fmla="*/ 273613 h 832404"/>
                      <a:gd name="connsiteX3768" fmla="*/ 822717 w 3567513"/>
                      <a:gd name="connsiteY3768" fmla="*/ 269756 h 832404"/>
                      <a:gd name="connsiteX3769" fmla="*/ 810172 w 3567513"/>
                      <a:gd name="connsiteY3769" fmla="*/ 267451 h 832404"/>
                      <a:gd name="connsiteX3770" fmla="*/ 828081 w 3567513"/>
                      <a:gd name="connsiteY3770" fmla="*/ 259826 h 832404"/>
                      <a:gd name="connsiteX3771" fmla="*/ 833578 w 3567513"/>
                      <a:gd name="connsiteY3771" fmla="*/ 259161 h 832404"/>
                      <a:gd name="connsiteX3772" fmla="*/ 837657 w 3567513"/>
                      <a:gd name="connsiteY3772" fmla="*/ 260757 h 832404"/>
                      <a:gd name="connsiteX3773" fmla="*/ 862438 w 3567513"/>
                      <a:gd name="connsiteY3773" fmla="*/ 281992 h 832404"/>
                      <a:gd name="connsiteX3774" fmla="*/ 866206 w 3567513"/>
                      <a:gd name="connsiteY3774" fmla="*/ 290149 h 832404"/>
                      <a:gd name="connsiteX3775" fmla="*/ 865585 w 3567513"/>
                      <a:gd name="connsiteY3775" fmla="*/ 293651 h 832404"/>
                      <a:gd name="connsiteX3776" fmla="*/ 848651 w 3567513"/>
                      <a:gd name="connsiteY3776" fmla="*/ 230656 h 832404"/>
                      <a:gd name="connsiteX3777" fmla="*/ 847498 w 3567513"/>
                      <a:gd name="connsiteY3777" fmla="*/ 196743 h 832404"/>
                      <a:gd name="connsiteX3778" fmla="*/ 855788 w 3567513"/>
                      <a:gd name="connsiteY3778" fmla="*/ 212747 h 832404"/>
                      <a:gd name="connsiteX3779" fmla="*/ 855877 w 3567513"/>
                      <a:gd name="connsiteY3779" fmla="*/ 231366 h 832404"/>
                      <a:gd name="connsiteX3780" fmla="*/ 848873 w 3567513"/>
                      <a:gd name="connsiteY3780" fmla="*/ 248522 h 832404"/>
                      <a:gd name="connsiteX3781" fmla="*/ 852729 w 3567513"/>
                      <a:gd name="connsiteY3781" fmla="*/ 257698 h 832404"/>
                      <a:gd name="connsiteX3782" fmla="*/ 864167 w 3567513"/>
                      <a:gd name="connsiteY3782" fmla="*/ 275785 h 832404"/>
                      <a:gd name="connsiteX3783" fmla="*/ 844041 w 3567513"/>
                      <a:gd name="connsiteY3783" fmla="*/ 257875 h 832404"/>
                      <a:gd name="connsiteX3784" fmla="*/ 837568 w 3567513"/>
                      <a:gd name="connsiteY3784" fmla="*/ 253442 h 832404"/>
                      <a:gd name="connsiteX3785" fmla="*/ 822762 w 3567513"/>
                      <a:gd name="connsiteY3785" fmla="*/ 255127 h 832404"/>
                      <a:gd name="connsiteX3786" fmla="*/ 766905 w 3567513"/>
                      <a:gd name="connsiteY3786" fmla="*/ 244487 h 832404"/>
                      <a:gd name="connsiteX3787" fmla="*/ 805428 w 3567513"/>
                      <a:gd name="connsiteY3787" fmla="*/ 252999 h 832404"/>
                      <a:gd name="connsiteX3788" fmla="*/ 841868 w 3567513"/>
                      <a:gd name="connsiteY3788" fmla="*/ 239212 h 832404"/>
                      <a:gd name="connsiteX3789" fmla="*/ 848651 w 3567513"/>
                      <a:gd name="connsiteY3789" fmla="*/ 230656 h 832404"/>
                      <a:gd name="connsiteX3790" fmla="*/ 804143 w 3567513"/>
                      <a:gd name="connsiteY3790" fmla="*/ 145497 h 832404"/>
                      <a:gd name="connsiteX3791" fmla="*/ 804852 w 3567513"/>
                      <a:gd name="connsiteY3791" fmla="*/ 142216 h 832404"/>
                      <a:gd name="connsiteX3792" fmla="*/ 803965 w 3567513"/>
                      <a:gd name="connsiteY3792" fmla="*/ 130203 h 832404"/>
                      <a:gd name="connsiteX3793" fmla="*/ 805118 w 3567513"/>
                      <a:gd name="connsiteY3793" fmla="*/ 139733 h 832404"/>
                      <a:gd name="connsiteX3794" fmla="*/ 804852 w 3567513"/>
                      <a:gd name="connsiteY3794" fmla="*/ 142216 h 832404"/>
                      <a:gd name="connsiteX3795" fmla="*/ 805340 w 3567513"/>
                      <a:gd name="connsiteY3795" fmla="*/ 144078 h 832404"/>
                      <a:gd name="connsiteX3796" fmla="*/ 807157 w 3567513"/>
                      <a:gd name="connsiteY3796" fmla="*/ 149220 h 832404"/>
                      <a:gd name="connsiteX3797" fmla="*/ 819526 w 3567513"/>
                      <a:gd name="connsiteY3797" fmla="*/ 159815 h 832404"/>
                      <a:gd name="connsiteX3798" fmla="*/ 806669 w 3567513"/>
                      <a:gd name="connsiteY3798" fmla="*/ 153254 h 832404"/>
                      <a:gd name="connsiteX3799" fmla="*/ 800020 w 3567513"/>
                      <a:gd name="connsiteY3799" fmla="*/ 158175 h 832404"/>
                      <a:gd name="connsiteX3800" fmla="*/ 804143 w 3567513"/>
                      <a:gd name="connsiteY3800" fmla="*/ 145497 h 832404"/>
                      <a:gd name="connsiteX3801" fmla="*/ 769254 w 3567513"/>
                      <a:gd name="connsiteY3801" fmla="*/ 197187 h 832404"/>
                      <a:gd name="connsiteX3802" fmla="*/ 784327 w 3567513"/>
                      <a:gd name="connsiteY3802" fmla="*/ 186813 h 832404"/>
                      <a:gd name="connsiteX3803" fmla="*/ 822540 w 3567513"/>
                      <a:gd name="connsiteY3803" fmla="*/ 178213 h 832404"/>
                      <a:gd name="connsiteX3804" fmla="*/ 828569 w 3567513"/>
                      <a:gd name="connsiteY3804" fmla="*/ 202684 h 832404"/>
                      <a:gd name="connsiteX3805" fmla="*/ 831805 w 3567513"/>
                      <a:gd name="connsiteY3805" fmla="*/ 206363 h 832404"/>
                      <a:gd name="connsiteX3806" fmla="*/ 827993 w 3567513"/>
                      <a:gd name="connsiteY3806" fmla="*/ 210264 h 832404"/>
                      <a:gd name="connsiteX3807" fmla="*/ 827106 w 3567513"/>
                      <a:gd name="connsiteY3807" fmla="*/ 210087 h 832404"/>
                      <a:gd name="connsiteX3808" fmla="*/ 825820 w 3567513"/>
                      <a:gd name="connsiteY3808" fmla="*/ 214431 h 832404"/>
                      <a:gd name="connsiteX3809" fmla="*/ 801128 w 3567513"/>
                      <a:gd name="connsiteY3809" fmla="*/ 237661 h 832404"/>
                      <a:gd name="connsiteX3810" fmla="*/ 783174 w 3567513"/>
                      <a:gd name="connsiteY3810" fmla="*/ 236863 h 832404"/>
                      <a:gd name="connsiteX3811" fmla="*/ 762294 w 3567513"/>
                      <a:gd name="connsiteY3811" fmla="*/ 213766 h 832404"/>
                      <a:gd name="connsiteX3812" fmla="*/ 769254 w 3567513"/>
                      <a:gd name="connsiteY3812" fmla="*/ 197187 h 832404"/>
                      <a:gd name="connsiteX3813" fmla="*/ 751611 w 3567513"/>
                      <a:gd name="connsiteY3813" fmla="*/ 268116 h 832404"/>
                      <a:gd name="connsiteX3814" fmla="*/ 768634 w 3567513"/>
                      <a:gd name="connsiteY3814" fmla="*/ 262442 h 832404"/>
                      <a:gd name="connsiteX3815" fmla="*/ 780958 w 3567513"/>
                      <a:gd name="connsiteY3815" fmla="*/ 263683 h 832404"/>
                      <a:gd name="connsiteX3816" fmla="*/ 782864 w 3567513"/>
                      <a:gd name="connsiteY3816" fmla="*/ 269889 h 832404"/>
                      <a:gd name="connsiteX3817" fmla="*/ 791198 w 3567513"/>
                      <a:gd name="connsiteY3817" fmla="*/ 289439 h 832404"/>
                      <a:gd name="connsiteX3818" fmla="*/ 799577 w 3567513"/>
                      <a:gd name="connsiteY3818" fmla="*/ 299103 h 832404"/>
                      <a:gd name="connsiteX3819" fmla="*/ 788893 w 3567513"/>
                      <a:gd name="connsiteY3819" fmla="*/ 301409 h 832404"/>
                      <a:gd name="connsiteX3820" fmla="*/ 777145 w 3567513"/>
                      <a:gd name="connsiteY3820" fmla="*/ 299547 h 832404"/>
                      <a:gd name="connsiteX3821" fmla="*/ 771781 w 3567513"/>
                      <a:gd name="connsiteY3821" fmla="*/ 313156 h 832404"/>
                      <a:gd name="connsiteX3822" fmla="*/ 766195 w 3567513"/>
                      <a:gd name="connsiteY3822" fmla="*/ 318165 h 832404"/>
                      <a:gd name="connsiteX3823" fmla="*/ 744163 w 3567513"/>
                      <a:gd name="connsiteY3823" fmla="*/ 320338 h 832404"/>
                      <a:gd name="connsiteX3824" fmla="*/ 716678 w 3567513"/>
                      <a:gd name="connsiteY3824" fmla="*/ 310629 h 832404"/>
                      <a:gd name="connsiteX3825" fmla="*/ 702270 w 3567513"/>
                      <a:gd name="connsiteY3825" fmla="*/ 309610 h 832404"/>
                      <a:gd name="connsiteX3826" fmla="*/ 701472 w 3567513"/>
                      <a:gd name="connsiteY3826" fmla="*/ 301896 h 832404"/>
                      <a:gd name="connsiteX3827" fmla="*/ 724923 w 3567513"/>
                      <a:gd name="connsiteY3827" fmla="*/ 280352 h 832404"/>
                      <a:gd name="connsiteX3828" fmla="*/ 735873 w 3567513"/>
                      <a:gd name="connsiteY3828" fmla="*/ 265545 h 832404"/>
                      <a:gd name="connsiteX3829" fmla="*/ 751611 w 3567513"/>
                      <a:gd name="connsiteY3829" fmla="*/ 268116 h 832404"/>
                      <a:gd name="connsiteX3830" fmla="*/ 694645 w 3567513"/>
                      <a:gd name="connsiteY3830" fmla="*/ 231720 h 832404"/>
                      <a:gd name="connsiteX3831" fmla="*/ 710915 w 3567513"/>
                      <a:gd name="connsiteY3831" fmla="*/ 234424 h 832404"/>
                      <a:gd name="connsiteX3832" fmla="*/ 723416 w 3567513"/>
                      <a:gd name="connsiteY3832" fmla="*/ 244665 h 832404"/>
                      <a:gd name="connsiteX3833" fmla="*/ 730376 w 3567513"/>
                      <a:gd name="connsiteY3833" fmla="*/ 253841 h 832404"/>
                      <a:gd name="connsiteX3834" fmla="*/ 735917 w 3567513"/>
                      <a:gd name="connsiteY3834" fmla="*/ 255083 h 832404"/>
                      <a:gd name="connsiteX3835" fmla="*/ 725766 w 3567513"/>
                      <a:gd name="connsiteY3835" fmla="*/ 259560 h 832404"/>
                      <a:gd name="connsiteX3836" fmla="*/ 719160 w 3567513"/>
                      <a:gd name="connsiteY3836" fmla="*/ 269047 h 832404"/>
                      <a:gd name="connsiteX3837" fmla="*/ 703955 w 3567513"/>
                      <a:gd name="connsiteY3837" fmla="*/ 281238 h 832404"/>
                      <a:gd name="connsiteX3838" fmla="*/ 717919 w 3567513"/>
                      <a:gd name="connsiteY3838" fmla="*/ 267008 h 832404"/>
                      <a:gd name="connsiteX3839" fmla="*/ 719914 w 3567513"/>
                      <a:gd name="connsiteY3839" fmla="*/ 247680 h 832404"/>
                      <a:gd name="connsiteX3840" fmla="*/ 701029 w 3567513"/>
                      <a:gd name="connsiteY3840" fmla="*/ 234159 h 832404"/>
                      <a:gd name="connsiteX3841" fmla="*/ 681523 w 3567513"/>
                      <a:gd name="connsiteY3841" fmla="*/ 235222 h 832404"/>
                      <a:gd name="connsiteX3842" fmla="*/ 694645 w 3567513"/>
                      <a:gd name="connsiteY3842" fmla="*/ 231720 h 832404"/>
                      <a:gd name="connsiteX3843" fmla="*/ 666539 w 3567513"/>
                      <a:gd name="connsiteY3843" fmla="*/ 268914 h 832404"/>
                      <a:gd name="connsiteX3844" fmla="*/ 664234 w 3567513"/>
                      <a:gd name="connsiteY3844" fmla="*/ 268116 h 832404"/>
                      <a:gd name="connsiteX3845" fmla="*/ 664367 w 3567513"/>
                      <a:gd name="connsiteY3845" fmla="*/ 260181 h 832404"/>
                      <a:gd name="connsiteX3846" fmla="*/ 693759 w 3567513"/>
                      <a:gd name="connsiteY3846" fmla="*/ 250783 h 832404"/>
                      <a:gd name="connsiteX3847" fmla="*/ 666539 w 3567513"/>
                      <a:gd name="connsiteY3847" fmla="*/ 268914 h 832404"/>
                      <a:gd name="connsiteX3848" fmla="*/ 671194 w 3567513"/>
                      <a:gd name="connsiteY3848" fmla="*/ 363073 h 832404"/>
                      <a:gd name="connsiteX3849" fmla="*/ 677977 w 3567513"/>
                      <a:gd name="connsiteY3849" fmla="*/ 355936 h 832404"/>
                      <a:gd name="connsiteX3850" fmla="*/ 663569 w 3567513"/>
                      <a:gd name="connsiteY3850" fmla="*/ 374865 h 832404"/>
                      <a:gd name="connsiteX3851" fmla="*/ 656077 w 3567513"/>
                      <a:gd name="connsiteY3851" fmla="*/ 383687 h 832404"/>
                      <a:gd name="connsiteX3852" fmla="*/ 657363 w 3567513"/>
                      <a:gd name="connsiteY3852" fmla="*/ 393351 h 832404"/>
                      <a:gd name="connsiteX3853" fmla="*/ 647965 w 3567513"/>
                      <a:gd name="connsiteY3853" fmla="*/ 388342 h 832404"/>
                      <a:gd name="connsiteX3854" fmla="*/ 632759 w 3567513"/>
                      <a:gd name="connsiteY3854" fmla="*/ 394415 h 832404"/>
                      <a:gd name="connsiteX3855" fmla="*/ 604166 w 3567513"/>
                      <a:gd name="connsiteY3855" fmla="*/ 399069 h 832404"/>
                      <a:gd name="connsiteX3856" fmla="*/ 620878 w 3567513"/>
                      <a:gd name="connsiteY3856" fmla="*/ 395745 h 832404"/>
                      <a:gd name="connsiteX3857" fmla="*/ 638035 w 3567513"/>
                      <a:gd name="connsiteY3857" fmla="*/ 386702 h 832404"/>
                      <a:gd name="connsiteX3858" fmla="*/ 660909 w 3567513"/>
                      <a:gd name="connsiteY3858" fmla="*/ 372116 h 832404"/>
                      <a:gd name="connsiteX3859" fmla="*/ 671194 w 3567513"/>
                      <a:gd name="connsiteY3859" fmla="*/ 363073 h 832404"/>
                      <a:gd name="connsiteX3860" fmla="*/ 651290 w 3567513"/>
                      <a:gd name="connsiteY3860" fmla="*/ 317900 h 832404"/>
                      <a:gd name="connsiteX3861" fmla="*/ 655191 w 3567513"/>
                      <a:gd name="connsiteY3861" fmla="*/ 321712 h 832404"/>
                      <a:gd name="connsiteX3862" fmla="*/ 651378 w 3567513"/>
                      <a:gd name="connsiteY3862" fmla="*/ 325613 h 832404"/>
                      <a:gd name="connsiteX3863" fmla="*/ 647477 w 3567513"/>
                      <a:gd name="connsiteY3863" fmla="*/ 321801 h 832404"/>
                      <a:gd name="connsiteX3864" fmla="*/ 651290 w 3567513"/>
                      <a:gd name="connsiteY3864" fmla="*/ 317900 h 832404"/>
                      <a:gd name="connsiteX3865" fmla="*/ 586832 w 3567513"/>
                      <a:gd name="connsiteY3865" fmla="*/ 306418 h 832404"/>
                      <a:gd name="connsiteX3866" fmla="*/ 611746 w 3567513"/>
                      <a:gd name="connsiteY3866" fmla="*/ 282923 h 832404"/>
                      <a:gd name="connsiteX3867" fmla="*/ 638744 w 3567513"/>
                      <a:gd name="connsiteY3867" fmla="*/ 281504 h 832404"/>
                      <a:gd name="connsiteX3868" fmla="*/ 641891 w 3567513"/>
                      <a:gd name="connsiteY3868" fmla="*/ 293207 h 832404"/>
                      <a:gd name="connsiteX3869" fmla="*/ 640118 w 3567513"/>
                      <a:gd name="connsiteY3869" fmla="*/ 305487 h 832404"/>
                      <a:gd name="connsiteX3870" fmla="*/ 640694 w 3567513"/>
                      <a:gd name="connsiteY3870" fmla="*/ 308235 h 832404"/>
                      <a:gd name="connsiteX3871" fmla="*/ 639453 w 3567513"/>
                      <a:gd name="connsiteY3871" fmla="*/ 312492 h 832404"/>
                      <a:gd name="connsiteX3872" fmla="*/ 638301 w 3567513"/>
                      <a:gd name="connsiteY3872" fmla="*/ 342326 h 832404"/>
                      <a:gd name="connsiteX3873" fmla="*/ 636660 w 3567513"/>
                      <a:gd name="connsiteY3873" fmla="*/ 354295 h 832404"/>
                      <a:gd name="connsiteX3874" fmla="*/ 621455 w 3567513"/>
                      <a:gd name="connsiteY3874" fmla="*/ 364092 h 832404"/>
                      <a:gd name="connsiteX3875" fmla="*/ 612190 w 3567513"/>
                      <a:gd name="connsiteY3875" fmla="*/ 365689 h 832404"/>
                      <a:gd name="connsiteX3876" fmla="*/ 599378 w 3567513"/>
                      <a:gd name="connsiteY3876" fmla="*/ 357399 h 832404"/>
                      <a:gd name="connsiteX3877" fmla="*/ 585990 w 3567513"/>
                      <a:gd name="connsiteY3877" fmla="*/ 340110 h 832404"/>
                      <a:gd name="connsiteX3878" fmla="*/ 586832 w 3567513"/>
                      <a:gd name="connsiteY3878" fmla="*/ 306418 h 832404"/>
                      <a:gd name="connsiteX3879" fmla="*/ 620923 w 3567513"/>
                      <a:gd name="connsiteY3879" fmla="*/ 405276 h 832404"/>
                      <a:gd name="connsiteX3880" fmla="*/ 629080 w 3567513"/>
                      <a:gd name="connsiteY3880" fmla="*/ 410374 h 832404"/>
                      <a:gd name="connsiteX3881" fmla="*/ 640473 w 3567513"/>
                      <a:gd name="connsiteY3881" fmla="*/ 413433 h 832404"/>
                      <a:gd name="connsiteX3882" fmla="*/ 612722 w 3567513"/>
                      <a:gd name="connsiteY3882" fmla="*/ 435022 h 832404"/>
                      <a:gd name="connsiteX3883" fmla="*/ 592507 w 3567513"/>
                      <a:gd name="connsiteY3883" fmla="*/ 461355 h 832404"/>
                      <a:gd name="connsiteX3884" fmla="*/ 550570 w 3567513"/>
                      <a:gd name="connsiteY3884" fmla="*/ 484983 h 832404"/>
                      <a:gd name="connsiteX3885" fmla="*/ 536783 w 3567513"/>
                      <a:gd name="connsiteY3885" fmla="*/ 479087 h 832404"/>
                      <a:gd name="connsiteX3886" fmla="*/ 543477 w 3567513"/>
                      <a:gd name="connsiteY3886" fmla="*/ 467074 h 832404"/>
                      <a:gd name="connsiteX3887" fmla="*/ 570164 w 3567513"/>
                      <a:gd name="connsiteY3887" fmla="*/ 434091 h 832404"/>
                      <a:gd name="connsiteX3888" fmla="*/ 620923 w 3567513"/>
                      <a:gd name="connsiteY3888" fmla="*/ 405276 h 832404"/>
                      <a:gd name="connsiteX3889" fmla="*/ 529911 w 3567513"/>
                      <a:gd name="connsiteY3889" fmla="*/ 380096 h 832404"/>
                      <a:gd name="connsiteX3890" fmla="*/ 532704 w 3567513"/>
                      <a:gd name="connsiteY3890" fmla="*/ 377081 h 832404"/>
                      <a:gd name="connsiteX3891" fmla="*/ 539132 w 3567513"/>
                      <a:gd name="connsiteY3891" fmla="*/ 365866 h 832404"/>
                      <a:gd name="connsiteX3892" fmla="*/ 534477 w 3567513"/>
                      <a:gd name="connsiteY3892" fmla="*/ 374732 h 832404"/>
                      <a:gd name="connsiteX3893" fmla="*/ 532660 w 3567513"/>
                      <a:gd name="connsiteY3893" fmla="*/ 377037 h 832404"/>
                      <a:gd name="connsiteX3894" fmla="*/ 531995 w 3567513"/>
                      <a:gd name="connsiteY3894" fmla="*/ 378810 h 832404"/>
                      <a:gd name="connsiteX3895" fmla="*/ 530754 w 3567513"/>
                      <a:gd name="connsiteY3895" fmla="*/ 383642 h 832404"/>
                      <a:gd name="connsiteX3896" fmla="*/ 537403 w 3567513"/>
                      <a:gd name="connsiteY3896" fmla="*/ 393661 h 832404"/>
                      <a:gd name="connsiteX3897" fmla="*/ 527739 w 3567513"/>
                      <a:gd name="connsiteY3897" fmla="*/ 387410 h 832404"/>
                      <a:gd name="connsiteX3898" fmla="*/ 517632 w 3567513"/>
                      <a:gd name="connsiteY3898" fmla="*/ 391932 h 832404"/>
                      <a:gd name="connsiteX3899" fmla="*/ 529911 w 3567513"/>
                      <a:gd name="connsiteY3899" fmla="*/ 380096 h 832404"/>
                      <a:gd name="connsiteX3900" fmla="*/ 443244 w 3567513"/>
                      <a:gd name="connsiteY3900" fmla="*/ 443223 h 832404"/>
                      <a:gd name="connsiteX3901" fmla="*/ 460888 w 3567513"/>
                      <a:gd name="connsiteY3901" fmla="*/ 427885 h 832404"/>
                      <a:gd name="connsiteX3902" fmla="*/ 483364 w 3567513"/>
                      <a:gd name="connsiteY3902" fmla="*/ 418398 h 832404"/>
                      <a:gd name="connsiteX3903" fmla="*/ 529424 w 3567513"/>
                      <a:gd name="connsiteY3903" fmla="*/ 410773 h 832404"/>
                      <a:gd name="connsiteX3904" fmla="*/ 520779 w 3567513"/>
                      <a:gd name="connsiteY3904" fmla="*/ 433648 h 832404"/>
                      <a:gd name="connsiteX3905" fmla="*/ 521932 w 3567513"/>
                      <a:gd name="connsiteY3905" fmla="*/ 437106 h 832404"/>
                      <a:gd name="connsiteX3906" fmla="*/ 515459 w 3567513"/>
                      <a:gd name="connsiteY3906" fmla="*/ 440696 h 832404"/>
                      <a:gd name="connsiteX3907" fmla="*/ 514617 w 3567513"/>
                      <a:gd name="connsiteY3907" fmla="*/ 440519 h 832404"/>
                      <a:gd name="connsiteX3908" fmla="*/ 510539 w 3567513"/>
                      <a:gd name="connsiteY3908" fmla="*/ 444553 h 832404"/>
                      <a:gd name="connsiteX3909" fmla="*/ 469887 w 3567513"/>
                      <a:gd name="connsiteY3909" fmla="*/ 465921 h 832404"/>
                      <a:gd name="connsiteX3910" fmla="*/ 451268 w 3567513"/>
                      <a:gd name="connsiteY3910" fmla="*/ 464945 h 832404"/>
                      <a:gd name="connsiteX3911" fmla="*/ 443244 w 3567513"/>
                      <a:gd name="connsiteY3911" fmla="*/ 443223 h 832404"/>
                      <a:gd name="connsiteX3912" fmla="*/ 465055 w 3567513"/>
                      <a:gd name="connsiteY3912" fmla="*/ 480284 h 832404"/>
                      <a:gd name="connsiteX3913" fmla="*/ 512356 w 3567513"/>
                      <a:gd name="connsiteY3913" fmla="*/ 467827 h 832404"/>
                      <a:gd name="connsiteX3914" fmla="*/ 524858 w 3567513"/>
                      <a:gd name="connsiteY3914" fmla="*/ 459936 h 832404"/>
                      <a:gd name="connsiteX3915" fmla="*/ 544496 w 3567513"/>
                      <a:gd name="connsiteY3915" fmla="*/ 428328 h 832404"/>
                      <a:gd name="connsiteX3916" fmla="*/ 543432 w 3567513"/>
                      <a:gd name="connsiteY3916" fmla="*/ 443356 h 832404"/>
                      <a:gd name="connsiteX3917" fmla="*/ 532039 w 3567513"/>
                      <a:gd name="connsiteY3917" fmla="*/ 460690 h 832404"/>
                      <a:gd name="connsiteX3918" fmla="*/ 513997 w 3567513"/>
                      <a:gd name="connsiteY3918" fmla="*/ 476604 h 832404"/>
                      <a:gd name="connsiteX3919" fmla="*/ 512489 w 3567513"/>
                      <a:gd name="connsiteY3919" fmla="*/ 485160 h 832404"/>
                      <a:gd name="connsiteX3920" fmla="*/ 513553 w 3567513"/>
                      <a:gd name="connsiteY3920" fmla="*/ 502139 h 832404"/>
                      <a:gd name="connsiteX3921" fmla="*/ 503135 w 3567513"/>
                      <a:gd name="connsiteY3921" fmla="*/ 485205 h 832404"/>
                      <a:gd name="connsiteX3922" fmla="*/ 498968 w 3567513"/>
                      <a:gd name="connsiteY3922" fmla="*/ 480993 h 832404"/>
                      <a:gd name="connsiteX3923" fmla="*/ 482167 w 3567513"/>
                      <a:gd name="connsiteY3923" fmla="*/ 482412 h 832404"/>
                      <a:gd name="connsiteX3924" fmla="*/ 429191 w 3567513"/>
                      <a:gd name="connsiteY3924" fmla="*/ 471905 h 832404"/>
                      <a:gd name="connsiteX3925" fmla="*/ 465055 w 3567513"/>
                      <a:gd name="connsiteY3925" fmla="*/ 480284 h 832404"/>
                      <a:gd name="connsiteX3926" fmla="*/ 398337 w 3567513"/>
                      <a:gd name="connsiteY3926" fmla="*/ 493805 h 832404"/>
                      <a:gd name="connsiteX3927" fmla="*/ 419971 w 3567513"/>
                      <a:gd name="connsiteY3927" fmla="*/ 488707 h 832404"/>
                      <a:gd name="connsiteX3928" fmla="*/ 432339 w 3567513"/>
                      <a:gd name="connsiteY3928" fmla="*/ 489992 h 832404"/>
                      <a:gd name="connsiteX3929" fmla="*/ 430566 w 3567513"/>
                      <a:gd name="connsiteY3929" fmla="*/ 495756 h 832404"/>
                      <a:gd name="connsiteX3930" fmla="*/ 427418 w 3567513"/>
                      <a:gd name="connsiteY3930" fmla="*/ 514064 h 832404"/>
                      <a:gd name="connsiteX3931" fmla="*/ 430388 w 3567513"/>
                      <a:gd name="connsiteY3931" fmla="*/ 523152 h 832404"/>
                      <a:gd name="connsiteX3932" fmla="*/ 417621 w 3567513"/>
                      <a:gd name="connsiteY3932" fmla="*/ 525191 h 832404"/>
                      <a:gd name="connsiteX3933" fmla="*/ 406228 w 3567513"/>
                      <a:gd name="connsiteY3933" fmla="*/ 523329 h 832404"/>
                      <a:gd name="connsiteX3934" fmla="*/ 392131 w 3567513"/>
                      <a:gd name="connsiteY3934" fmla="*/ 535964 h 832404"/>
                      <a:gd name="connsiteX3935" fmla="*/ 383087 w 3567513"/>
                      <a:gd name="connsiteY3935" fmla="*/ 540574 h 832404"/>
                      <a:gd name="connsiteX3936" fmla="*/ 358262 w 3567513"/>
                      <a:gd name="connsiteY3936" fmla="*/ 542392 h 832404"/>
                      <a:gd name="connsiteX3937" fmla="*/ 334899 w 3567513"/>
                      <a:gd name="connsiteY3937" fmla="*/ 533038 h 832404"/>
                      <a:gd name="connsiteX3938" fmla="*/ 320182 w 3567513"/>
                      <a:gd name="connsiteY3938" fmla="*/ 531930 h 832404"/>
                      <a:gd name="connsiteX3939" fmla="*/ 324083 w 3567513"/>
                      <a:gd name="connsiteY3939" fmla="*/ 524748 h 832404"/>
                      <a:gd name="connsiteX3940" fmla="*/ 362385 w 3567513"/>
                      <a:gd name="connsiteY3940" fmla="*/ 504932 h 832404"/>
                      <a:gd name="connsiteX3941" fmla="*/ 383176 w 3567513"/>
                      <a:gd name="connsiteY3941" fmla="*/ 491278 h 832404"/>
                      <a:gd name="connsiteX3942" fmla="*/ 398337 w 3567513"/>
                      <a:gd name="connsiteY3942" fmla="*/ 493805 h 832404"/>
                      <a:gd name="connsiteX3943" fmla="*/ 360079 w 3567513"/>
                      <a:gd name="connsiteY3943" fmla="*/ 459227 h 832404"/>
                      <a:gd name="connsiteX3944" fmla="*/ 375773 w 3567513"/>
                      <a:gd name="connsiteY3944" fmla="*/ 461931 h 832404"/>
                      <a:gd name="connsiteX3945" fmla="*/ 382777 w 3567513"/>
                      <a:gd name="connsiteY3945" fmla="*/ 471595 h 832404"/>
                      <a:gd name="connsiteX3946" fmla="*/ 384550 w 3567513"/>
                      <a:gd name="connsiteY3946" fmla="*/ 480240 h 832404"/>
                      <a:gd name="connsiteX3947" fmla="*/ 389693 w 3567513"/>
                      <a:gd name="connsiteY3947" fmla="*/ 481481 h 832404"/>
                      <a:gd name="connsiteX3948" fmla="*/ 376083 w 3567513"/>
                      <a:gd name="connsiteY3948" fmla="*/ 485559 h 832404"/>
                      <a:gd name="connsiteX3949" fmla="*/ 363183 w 3567513"/>
                      <a:gd name="connsiteY3949" fmla="*/ 494292 h 832404"/>
                      <a:gd name="connsiteX3950" fmla="*/ 339466 w 3567513"/>
                      <a:gd name="connsiteY3950" fmla="*/ 505464 h 832404"/>
                      <a:gd name="connsiteX3951" fmla="*/ 363094 w 3567513"/>
                      <a:gd name="connsiteY3951" fmla="*/ 492342 h 832404"/>
                      <a:gd name="connsiteX3952" fmla="*/ 377147 w 3567513"/>
                      <a:gd name="connsiteY3952" fmla="*/ 474343 h 832404"/>
                      <a:gd name="connsiteX3953" fmla="*/ 365355 w 3567513"/>
                      <a:gd name="connsiteY3953" fmla="*/ 461532 h 832404"/>
                      <a:gd name="connsiteX3954" fmla="*/ 343899 w 3567513"/>
                      <a:gd name="connsiteY3954" fmla="*/ 462330 h 832404"/>
                      <a:gd name="connsiteX3955" fmla="*/ 360079 w 3567513"/>
                      <a:gd name="connsiteY3955" fmla="*/ 459227 h 832404"/>
                      <a:gd name="connsiteX3956" fmla="*/ 347401 w 3567513"/>
                      <a:gd name="connsiteY3956" fmla="*/ 476959 h 832404"/>
                      <a:gd name="connsiteX3957" fmla="*/ 307237 w 3567513"/>
                      <a:gd name="connsiteY3957" fmla="*/ 493583 h 832404"/>
                      <a:gd name="connsiteX3958" fmla="*/ 305286 w 3567513"/>
                      <a:gd name="connsiteY3958" fmla="*/ 492830 h 832404"/>
                      <a:gd name="connsiteX3959" fmla="*/ 310340 w 3567513"/>
                      <a:gd name="connsiteY3959" fmla="*/ 485426 h 832404"/>
                      <a:gd name="connsiteX3960" fmla="*/ 347401 w 3567513"/>
                      <a:gd name="connsiteY3960" fmla="*/ 476959 h 832404"/>
                      <a:gd name="connsiteX3961" fmla="*/ 262950 w 3567513"/>
                      <a:gd name="connsiteY3961" fmla="*/ 494559 h 832404"/>
                      <a:gd name="connsiteX3962" fmla="*/ 244287 w 3567513"/>
                      <a:gd name="connsiteY3962" fmla="*/ 493583 h 832404"/>
                      <a:gd name="connsiteX3963" fmla="*/ 244420 w 3567513"/>
                      <a:gd name="connsiteY3963" fmla="*/ 491322 h 832404"/>
                      <a:gd name="connsiteX3964" fmla="*/ 271595 w 3567513"/>
                      <a:gd name="connsiteY3964" fmla="*/ 490259 h 832404"/>
                      <a:gd name="connsiteX3965" fmla="*/ 323595 w 3567513"/>
                      <a:gd name="connsiteY3965" fmla="*/ 467561 h 832404"/>
                      <a:gd name="connsiteX3966" fmla="*/ 298592 w 3567513"/>
                      <a:gd name="connsiteY3966" fmla="*/ 485781 h 832404"/>
                      <a:gd name="connsiteX3967" fmla="*/ 289239 w 3567513"/>
                      <a:gd name="connsiteY3967" fmla="*/ 489327 h 832404"/>
                      <a:gd name="connsiteX3968" fmla="*/ 300055 w 3567513"/>
                      <a:gd name="connsiteY3968" fmla="*/ 498725 h 832404"/>
                      <a:gd name="connsiteX3969" fmla="*/ 305065 w 3567513"/>
                      <a:gd name="connsiteY3969" fmla="*/ 515261 h 832404"/>
                      <a:gd name="connsiteX3970" fmla="*/ 290303 w 3567513"/>
                      <a:gd name="connsiteY3970" fmla="*/ 497839 h 832404"/>
                      <a:gd name="connsiteX3971" fmla="*/ 279220 w 3567513"/>
                      <a:gd name="connsiteY3971" fmla="*/ 492918 h 832404"/>
                      <a:gd name="connsiteX3972" fmla="*/ 280062 w 3567513"/>
                      <a:gd name="connsiteY3972" fmla="*/ 491721 h 832404"/>
                      <a:gd name="connsiteX3973" fmla="*/ 262950 w 3567513"/>
                      <a:gd name="connsiteY3973" fmla="*/ 494559 h 832404"/>
                      <a:gd name="connsiteX3974" fmla="*/ 271240 w 3567513"/>
                      <a:gd name="connsiteY3974" fmla="*/ 574487 h 832404"/>
                      <a:gd name="connsiteX3975" fmla="*/ 284495 w 3567513"/>
                      <a:gd name="connsiteY3975" fmla="*/ 560169 h 832404"/>
                      <a:gd name="connsiteX3976" fmla="*/ 293095 w 3567513"/>
                      <a:gd name="connsiteY3976" fmla="*/ 545450 h 832404"/>
                      <a:gd name="connsiteX3977" fmla="*/ 284539 w 3567513"/>
                      <a:gd name="connsiteY3977" fmla="*/ 560124 h 832404"/>
                      <a:gd name="connsiteX3978" fmla="*/ 284495 w 3567513"/>
                      <a:gd name="connsiteY3978" fmla="*/ 560169 h 832404"/>
                      <a:gd name="connsiteX3979" fmla="*/ 281702 w 3567513"/>
                      <a:gd name="connsiteY3979" fmla="*/ 565887 h 832404"/>
                      <a:gd name="connsiteX3980" fmla="*/ 277535 w 3567513"/>
                      <a:gd name="connsiteY3980" fmla="*/ 577325 h 832404"/>
                      <a:gd name="connsiteX3981" fmla="*/ 281037 w 3567513"/>
                      <a:gd name="connsiteY3981" fmla="*/ 585570 h 832404"/>
                      <a:gd name="connsiteX3982" fmla="*/ 271240 w 3567513"/>
                      <a:gd name="connsiteY3982" fmla="*/ 574487 h 832404"/>
                      <a:gd name="connsiteX3983" fmla="*/ 268093 w 3567513"/>
                      <a:gd name="connsiteY3983" fmla="*/ 627596 h 832404"/>
                      <a:gd name="connsiteX3984" fmla="*/ 268802 w 3567513"/>
                      <a:gd name="connsiteY3984" fmla="*/ 624625 h 832404"/>
                      <a:gd name="connsiteX3985" fmla="*/ 267428 w 3567513"/>
                      <a:gd name="connsiteY3985" fmla="*/ 613676 h 832404"/>
                      <a:gd name="connsiteX3986" fmla="*/ 268979 w 3567513"/>
                      <a:gd name="connsiteY3986" fmla="*/ 622365 h 832404"/>
                      <a:gd name="connsiteX3987" fmla="*/ 268758 w 3567513"/>
                      <a:gd name="connsiteY3987" fmla="*/ 624625 h 832404"/>
                      <a:gd name="connsiteX3988" fmla="*/ 269334 w 3567513"/>
                      <a:gd name="connsiteY3988" fmla="*/ 626354 h 832404"/>
                      <a:gd name="connsiteX3989" fmla="*/ 271506 w 3567513"/>
                      <a:gd name="connsiteY3989" fmla="*/ 631054 h 832404"/>
                      <a:gd name="connsiteX3990" fmla="*/ 285382 w 3567513"/>
                      <a:gd name="connsiteY3990" fmla="*/ 640806 h 832404"/>
                      <a:gd name="connsiteX3991" fmla="*/ 271063 w 3567513"/>
                      <a:gd name="connsiteY3991" fmla="*/ 634733 h 832404"/>
                      <a:gd name="connsiteX3992" fmla="*/ 263926 w 3567513"/>
                      <a:gd name="connsiteY3992" fmla="*/ 639166 h 832404"/>
                      <a:gd name="connsiteX3993" fmla="*/ 268093 w 3567513"/>
                      <a:gd name="connsiteY3993" fmla="*/ 627596 h 832404"/>
                      <a:gd name="connsiteX3994" fmla="*/ 254261 w 3567513"/>
                      <a:gd name="connsiteY3994" fmla="*/ 542702 h 832404"/>
                      <a:gd name="connsiteX3995" fmla="*/ 260734 w 3567513"/>
                      <a:gd name="connsiteY3995" fmla="*/ 539111 h 832404"/>
                      <a:gd name="connsiteX3996" fmla="*/ 262551 w 3567513"/>
                      <a:gd name="connsiteY3996" fmla="*/ 542702 h 832404"/>
                      <a:gd name="connsiteX3997" fmla="*/ 256079 w 3567513"/>
                      <a:gd name="connsiteY3997" fmla="*/ 546293 h 832404"/>
                      <a:gd name="connsiteX3998" fmla="*/ 254261 w 3567513"/>
                      <a:gd name="connsiteY3998" fmla="*/ 542702 h 832404"/>
                      <a:gd name="connsiteX3999" fmla="*/ 80041 w 3567513"/>
                      <a:gd name="connsiteY3999" fmla="*/ 688595 h 832404"/>
                      <a:gd name="connsiteX4000" fmla="*/ 75874 w 3567513"/>
                      <a:gd name="connsiteY4000" fmla="*/ 693649 h 832404"/>
                      <a:gd name="connsiteX4001" fmla="*/ 62663 w 3567513"/>
                      <a:gd name="connsiteY4001" fmla="*/ 707303 h 832404"/>
                      <a:gd name="connsiteX4002" fmla="*/ 41606 w 3567513"/>
                      <a:gd name="connsiteY4002" fmla="*/ 704554 h 832404"/>
                      <a:gd name="connsiteX4003" fmla="*/ 34779 w 3567513"/>
                      <a:gd name="connsiteY4003" fmla="*/ 697417 h 832404"/>
                      <a:gd name="connsiteX4004" fmla="*/ 36419 w 3567513"/>
                      <a:gd name="connsiteY4004" fmla="*/ 690191 h 832404"/>
                      <a:gd name="connsiteX4005" fmla="*/ 48167 w 3567513"/>
                      <a:gd name="connsiteY4005" fmla="*/ 677468 h 832404"/>
                      <a:gd name="connsiteX4006" fmla="*/ 68382 w 3567513"/>
                      <a:gd name="connsiteY4006" fmla="*/ 673966 h 832404"/>
                      <a:gd name="connsiteX4007" fmla="*/ 80041 w 3567513"/>
                      <a:gd name="connsiteY4007" fmla="*/ 688595 h 832404"/>
                      <a:gd name="connsiteX4008" fmla="*/ 150350 w 3567513"/>
                      <a:gd name="connsiteY4008" fmla="*/ 722863 h 832404"/>
                      <a:gd name="connsiteX4009" fmla="*/ 121091 w 3567513"/>
                      <a:gd name="connsiteY4009" fmla="*/ 739221 h 832404"/>
                      <a:gd name="connsiteX4010" fmla="*/ 118520 w 3567513"/>
                      <a:gd name="connsiteY4010" fmla="*/ 738468 h 832404"/>
                      <a:gd name="connsiteX4011" fmla="*/ 118431 w 3567513"/>
                      <a:gd name="connsiteY4011" fmla="*/ 731242 h 832404"/>
                      <a:gd name="connsiteX4012" fmla="*/ 150350 w 3567513"/>
                      <a:gd name="connsiteY4012" fmla="*/ 722863 h 832404"/>
                      <a:gd name="connsiteX4013" fmla="*/ 133415 w 3567513"/>
                      <a:gd name="connsiteY4013" fmla="*/ 664790 h 832404"/>
                      <a:gd name="connsiteX4014" fmla="*/ 126411 w 3567513"/>
                      <a:gd name="connsiteY4014" fmla="*/ 693915 h 832404"/>
                      <a:gd name="connsiteX4015" fmla="*/ 113599 w 3567513"/>
                      <a:gd name="connsiteY4015" fmla="*/ 669533 h 832404"/>
                      <a:gd name="connsiteX4016" fmla="*/ 100610 w 3567513"/>
                      <a:gd name="connsiteY4016" fmla="*/ 665676 h 832404"/>
                      <a:gd name="connsiteX4017" fmla="*/ 82080 w 3567513"/>
                      <a:gd name="connsiteY4017" fmla="*/ 664080 h 832404"/>
                      <a:gd name="connsiteX4018" fmla="*/ 64215 w 3567513"/>
                      <a:gd name="connsiteY4018" fmla="*/ 662750 h 832404"/>
                      <a:gd name="connsiteX4019" fmla="*/ 53752 w 3567513"/>
                      <a:gd name="connsiteY4019" fmla="*/ 656189 h 832404"/>
                      <a:gd name="connsiteX4020" fmla="*/ 73834 w 3567513"/>
                      <a:gd name="connsiteY4020" fmla="*/ 662174 h 832404"/>
                      <a:gd name="connsiteX4021" fmla="*/ 103846 w 3567513"/>
                      <a:gd name="connsiteY4021" fmla="*/ 662972 h 832404"/>
                      <a:gd name="connsiteX4022" fmla="*/ 125657 w 3567513"/>
                      <a:gd name="connsiteY4022" fmla="*/ 661243 h 832404"/>
                      <a:gd name="connsiteX4023" fmla="*/ 143877 w 3567513"/>
                      <a:gd name="connsiteY4023" fmla="*/ 654948 h 832404"/>
                      <a:gd name="connsiteX4024" fmla="*/ 147645 w 3567513"/>
                      <a:gd name="connsiteY4024" fmla="*/ 653219 h 832404"/>
                      <a:gd name="connsiteX4025" fmla="*/ 154162 w 3567513"/>
                      <a:gd name="connsiteY4025" fmla="*/ 646259 h 832404"/>
                      <a:gd name="connsiteX4026" fmla="*/ 147645 w 3567513"/>
                      <a:gd name="connsiteY4026" fmla="*/ 653219 h 832404"/>
                      <a:gd name="connsiteX4027" fmla="*/ 133415 w 3567513"/>
                      <a:gd name="connsiteY4027" fmla="*/ 664790 h 832404"/>
                      <a:gd name="connsiteX4028" fmla="*/ 169057 w 3567513"/>
                      <a:gd name="connsiteY4028" fmla="*/ 676271 h 832404"/>
                      <a:gd name="connsiteX4029" fmla="*/ 170786 w 3567513"/>
                      <a:gd name="connsiteY4029" fmla="*/ 693250 h 832404"/>
                      <a:gd name="connsiteX4030" fmla="*/ 159083 w 3567513"/>
                      <a:gd name="connsiteY4030" fmla="*/ 696752 h 832404"/>
                      <a:gd name="connsiteX4031" fmla="*/ 148532 w 3567513"/>
                      <a:gd name="connsiteY4031" fmla="*/ 693605 h 832404"/>
                      <a:gd name="connsiteX4032" fmla="*/ 147601 w 3567513"/>
                      <a:gd name="connsiteY4032" fmla="*/ 692807 h 832404"/>
                      <a:gd name="connsiteX4033" fmla="*/ 144454 w 3567513"/>
                      <a:gd name="connsiteY4033" fmla="*/ 687398 h 832404"/>
                      <a:gd name="connsiteX4034" fmla="*/ 146670 w 3567513"/>
                      <a:gd name="connsiteY4034" fmla="*/ 669932 h 832404"/>
                      <a:gd name="connsiteX4035" fmla="*/ 181514 w 3567513"/>
                      <a:gd name="connsiteY4035" fmla="*/ 655391 h 832404"/>
                      <a:gd name="connsiteX4036" fmla="*/ 169057 w 3567513"/>
                      <a:gd name="connsiteY4036" fmla="*/ 676271 h 832404"/>
                      <a:gd name="connsiteX4037" fmla="*/ 211172 w 3567513"/>
                      <a:gd name="connsiteY4037" fmla="*/ 671528 h 832404"/>
                      <a:gd name="connsiteX4038" fmla="*/ 210728 w 3567513"/>
                      <a:gd name="connsiteY4038" fmla="*/ 682034 h 832404"/>
                      <a:gd name="connsiteX4039" fmla="*/ 197695 w 3567513"/>
                      <a:gd name="connsiteY4039" fmla="*/ 701451 h 832404"/>
                      <a:gd name="connsiteX4040" fmla="*/ 194503 w 3567513"/>
                      <a:gd name="connsiteY4040" fmla="*/ 703402 h 832404"/>
                      <a:gd name="connsiteX4041" fmla="*/ 197695 w 3567513"/>
                      <a:gd name="connsiteY4041" fmla="*/ 701451 h 832404"/>
                      <a:gd name="connsiteX4042" fmla="*/ 201995 w 3567513"/>
                      <a:gd name="connsiteY4042" fmla="*/ 696531 h 832404"/>
                      <a:gd name="connsiteX4043" fmla="*/ 207005 w 3567513"/>
                      <a:gd name="connsiteY4043" fmla="*/ 673523 h 832404"/>
                      <a:gd name="connsiteX4044" fmla="*/ 200931 w 3567513"/>
                      <a:gd name="connsiteY4044" fmla="*/ 664701 h 832404"/>
                      <a:gd name="connsiteX4045" fmla="*/ 200577 w 3567513"/>
                      <a:gd name="connsiteY4045" fmla="*/ 665011 h 832404"/>
                      <a:gd name="connsiteX4046" fmla="*/ 199513 w 3567513"/>
                      <a:gd name="connsiteY4046" fmla="*/ 664213 h 832404"/>
                      <a:gd name="connsiteX4047" fmla="*/ 177347 w 3567513"/>
                      <a:gd name="connsiteY4047" fmla="*/ 649362 h 832404"/>
                      <a:gd name="connsiteX4048" fmla="*/ 170653 w 3567513"/>
                      <a:gd name="connsiteY4048" fmla="*/ 638412 h 832404"/>
                      <a:gd name="connsiteX4049" fmla="*/ 167727 w 3567513"/>
                      <a:gd name="connsiteY4049" fmla="*/ 632516 h 832404"/>
                      <a:gd name="connsiteX4050" fmla="*/ 170653 w 3567513"/>
                      <a:gd name="connsiteY4050" fmla="*/ 638412 h 832404"/>
                      <a:gd name="connsiteX4051" fmla="*/ 203281 w 3567513"/>
                      <a:gd name="connsiteY4051" fmla="*/ 661022 h 832404"/>
                      <a:gd name="connsiteX4052" fmla="*/ 257453 w 3567513"/>
                      <a:gd name="connsiteY4052" fmla="*/ 644708 h 832404"/>
                      <a:gd name="connsiteX4053" fmla="*/ 241139 w 3567513"/>
                      <a:gd name="connsiteY4053" fmla="*/ 660356 h 832404"/>
                      <a:gd name="connsiteX4054" fmla="*/ 217023 w 3567513"/>
                      <a:gd name="connsiteY4054" fmla="*/ 665233 h 832404"/>
                      <a:gd name="connsiteX4055" fmla="*/ 211172 w 3567513"/>
                      <a:gd name="connsiteY4055" fmla="*/ 671528 h 832404"/>
                      <a:gd name="connsiteX4056" fmla="*/ 224294 w 3567513"/>
                      <a:gd name="connsiteY4056" fmla="*/ 689570 h 832404"/>
                      <a:gd name="connsiteX4057" fmla="*/ 231431 w 3567513"/>
                      <a:gd name="connsiteY4057" fmla="*/ 674498 h 832404"/>
                      <a:gd name="connsiteX4058" fmla="*/ 247656 w 3567513"/>
                      <a:gd name="connsiteY4058" fmla="*/ 665144 h 832404"/>
                      <a:gd name="connsiteX4059" fmla="*/ 289283 w 3567513"/>
                      <a:gd name="connsiteY4059" fmla="*/ 657564 h 832404"/>
                      <a:gd name="connsiteX4060" fmla="*/ 296642 w 3567513"/>
                      <a:gd name="connsiteY4060" fmla="*/ 679907 h 832404"/>
                      <a:gd name="connsiteX4061" fmla="*/ 300277 w 3567513"/>
                      <a:gd name="connsiteY4061" fmla="*/ 683275 h 832404"/>
                      <a:gd name="connsiteX4062" fmla="*/ 296198 w 3567513"/>
                      <a:gd name="connsiteY4062" fmla="*/ 686822 h 832404"/>
                      <a:gd name="connsiteX4063" fmla="*/ 295223 w 3567513"/>
                      <a:gd name="connsiteY4063" fmla="*/ 686644 h 832404"/>
                      <a:gd name="connsiteX4064" fmla="*/ 293938 w 3567513"/>
                      <a:gd name="connsiteY4064" fmla="*/ 690590 h 832404"/>
                      <a:gd name="connsiteX4065" fmla="*/ 267561 w 3567513"/>
                      <a:gd name="connsiteY4065" fmla="*/ 711603 h 832404"/>
                      <a:gd name="connsiteX4066" fmla="*/ 247878 w 3567513"/>
                      <a:gd name="connsiteY4066" fmla="*/ 710716 h 832404"/>
                      <a:gd name="connsiteX4067" fmla="*/ 224294 w 3567513"/>
                      <a:gd name="connsiteY4067" fmla="*/ 689570 h 832404"/>
                      <a:gd name="connsiteX4068" fmla="*/ 230367 w 3567513"/>
                      <a:gd name="connsiteY4068" fmla="*/ 717632 h 832404"/>
                      <a:gd name="connsiteX4069" fmla="*/ 272880 w 3567513"/>
                      <a:gd name="connsiteY4069" fmla="*/ 725656 h 832404"/>
                      <a:gd name="connsiteX4070" fmla="*/ 312379 w 3567513"/>
                      <a:gd name="connsiteY4070" fmla="*/ 713332 h 832404"/>
                      <a:gd name="connsiteX4071" fmla="*/ 319561 w 3567513"/>
                      <a:gd name="connsiteY4071" fmla="*/ 705574 h 832404"/>
                      <a:gd name="connsiteX4072" fmla="*/ 317211 w 3567513"/>
                      <a:gd name="connsiteY4072" fmla="*/ 674631 h 832404"/>
                      <a:gd name="connsiteX4073" fmla="*/ 326787 w 3567513"/>
                      <a:gd name="connsiteY4073" fmla="*/ 689305 h 832404"/>
                      <a:gd name="connsiteX4074" fmla="*/ 327452 w 3567513"/>
                      <a:gd name="connsiteY4074" fmla="*/ 706283 h 832404"/>
                      <a:gd name="connsiteX4075" fmla="*/ 320315 w 3567513"/>
                      <a:gd name="connsiteY4075" fmla="*/ 721888 h 832404"/>
                      <a:gd name="connsiteX4076" fmla="*/ 324836 w 3567513"/>
                      <a:gd name="connsiteY4076" fmla="*/ 730266 h 832404"/>
                      <a:gd name="connsiteX4077" fmla="*/ 337914 w 3567513"/>
                      <a:gd name="connsiteY4077" fmla="*/ 746846 h 832404"/>
                      <a:gd name="connsiteX4078" fmla="*/ 315305 w 3567513"/>
                      <a:gd name="connsiteY4078" fmla="*/ 730355 h 832404"/>
                      <a:gd name="connsiteX4079" fmla="*/ 308079 w 3567513"/>
                      <a:gd name="connsiteY4079" fmla="*/ 726277 h 832404"/>
                      <a:gd name="connsiteX4080" fmla="*/ 291898 w 3567513"/>
                      <a:gd name="connsiteY4080" fmla="*/ 727695 h 832404"/>
                      <a:gd name="connsiteX4081" fmla="*/ 230367 w 3567513"/>
                      <a:gd name="connsiteY4081" fmla="*/ 717632 h 832404"/>
                      <a:gd name="connsiteX4082" fmla="*/ 318408 w 3567513"/>
                      <a:gd name="connsiteY4082" fmla="*/ 755180 h 832404"/>
                      <a:gd name="connsiteX4083" fmla="*/ 307769 w 3567513"/>
                      <a:gd name="connsiteY4083" fmla="*/ 744718 h 832404"/>
                      <a:gd name="connsiteX4084" fmla="*/ 292386 w 3567513"/>
                      <a:gd name="connsiteY4084" fmla="*/ 741127 h 832404"/>
                      <a:gd name="connsiteX4085" fmla="*/ 278555 w 3567513"/>
                      <a:gd name="connsiteY4085" fmla="*/ 738955 h 832404"/>
                      <a:gd name="connsiteX4086" fmla="*/ 297927 w 3567513"/>
                      <a:gd name="connsiteY4086" fmla="*/ 732128 h 832404"/>
                      <a:gd name="connsiteX4087" fmla="*/ 303956 w 3567513"/>
                      <a:gd name="connsiteY4087" fmla="*/ 731552 h 832404"/>
                      <a:gd name="connsiteX4088" fmla="*/ 308478 w 3567513"/>
                      <a:gd name="connsiteY4088" fmla="*/ 733059 h 832404"/>
                      <a:gd name="connsiteX4089" fmla="*/ 336318 w 3567513"/>
                      <a:gd name="connsiteY4089" fmla="*/ 752565 h 832404"/>
                      <a:gd name="connsiteX4090" fmla="*/ 340707 w 3567513"/>
                      <a:gd name="connsiteY4090" fmla="*/ 760012 h 832404"/>
                      <a:gd name="connsiteX4091" fmla="*/ 340086 w 3567513"/>
                      <a:gd name="connsiteY4091" fmla="*/ 763204 h 832404"/>
                      <a:gd name="connsiteX4092" fmla="*/ 327496 w 3567513"/>
                      <a:gd name="connsiteY4092" fmla="*/ 764711 h 832404"/>
                      <a:gd name="connsiteX4093" fmla="*/ 318408 w 3567513"/>
                      <a:gd name="connsiteY4093" fmla="*/ 755180 h 832404"/>
                      <a:gd name="connsiteX4094" fmla="*/ 348952 w 3567513"/>
                      <a:gd name="connsiteY4094" fmla="*/ 778676 h 832404"/>
                      <a:gd name="connsiteX4095" fmla="*/ 332550 w 3567513"/>
                      <a:gd name="connsiteY4095" fmla="*/ 787719 h 832404"/>
                      <a:gd name="connsiteX4096" fmla="*/ 347223 w 3567513"/>
                      <a:gd name="connsiteY4096" fmla="*/ 771494 h 832404"/>
                      <a:gd name="connsiteX4097" fmla="*/ 356178 w 3567513"/>
                      <a:gd name="connsiteY4097" fmla="*/ 783508 h 832404"/>
                      <a:gd name="connsiteX4098" fmla="*/ 370675 w 3567513"/>
                      <a:gd name="connsiteY4098" fmla="*/ 790246 h 832404"/>
                      <a:gd name="connsiteX4099" fmla="*/ 348952 w 3567513"/>
                      <a:gd name="connsiteY4099" fmla="*/ 778676 h 832404"/>
                      <a:gd name="connsiteX4100" fmla="*/ 458716 w 3567513"/>
                      <a:gd name="connsiteY4100" fmla="*/ 788783 h 832404"/>
                      <a:gd name="connsiteX4101" fmla="*/ 447500 w 3567513"/>
                      <a:gd name="connsiteY4101" fmla="*/ 799822 h 832404"/>
                      <a:gd name="connsiteX4102" fmla="*/ 428571 w 3567513"/>
                      <a:gd name="connsiteY4102" fmla="*/ 798004 h 832404"/>
                      <a:gd name="connsiteX4103" fmla="*/ 394746 w 3567513"/>
                      <a:gd name="connsiteY4103" fmla="*/ 786433 h 832404"/>
                      <a:gd name="connsiteX4104" fmla="*/ 387831 w 3567513"/>
                      <a:gd name="connsiteY4104" fmla="*/ 789891 h 832404"/>
                      <a:gd name="connsiteX4105" fmla="*/ 382378 w 3567513"/>
                      <a:gd name="connsiteY4105" fmla="*/ 791798 h 832404"/>
                      <a:gd name="connsiteX4106" fmla="*/ 372403 w 3567513"/>
                      <a:gd name="connsiteY4106" fmla="*/ 784705 h 832404"/>
                      <a:gd name="connsiteX4107" fmla="*/ 373556 w 3567513"/>
                      <a:gd name="connsiteY4107" fmla="*/ 777700 h 832404"/>
                      <a:gd name="connsiteX4108" fmla="*/ 367172 w 3567513"/>
                      <a:gd name="connsiteY4108" fmla="*/ 773888 h 832404"/>
                      <a:gd name="connsiteX4109" fmla="*/ 360833 w 3567513"/>
                      <a:gd name="connsiteY4109" fmla="*/ 762938 h 832404"/>
                      <a:gd name="connsiteX4110" fmla="*/ 373866 w 3567513"/>
                      <a:gd name="connsiteY4110" fmla="*/ 750969 h 832404"/>
                      <a:gd name="connsiteX4111" fmla="*/ 394702 w 3567513"/>
                      <a:gd name="connsiteY4111" fmla="*/ 749683 h 832404"/>
                      <a:gd name="connsiteX4112" fmla="*/ 438545 w 3567513"/>
                      <a:gd name="connsiteY4112" fmla="*/ 752875 h 832404"/>
                      <a:gd name="connsiteX4113" fmla="*/ 445815 w 3567513"/>
                      <a:gd name="connsiteY4113" fmla="*/ 771494 h 832404"/>
                      <a:gd name="connsiteX4114" fmla="*/ 450559 w 3567513"/>
                      <a:gd name="connsiteY4114" fmla="*/ 777080 h 832404"/>
                      <a:gd name="connsiteX4115" fmla="*/ 450204 w 3567513"/>
                      <a:gd name="connsiteY4115" fmla="*/ 775927 h 832404"/>
                      <a:gd name="connsiteX4116" fmla="*/ 454283 w 3567513"/>
                      <a:gd name="connsiteY4116" fmla="*/ 772381 h 832404"/>
                      <a:gd name="connsiteX4117" fmla="*/ 458716 w 3567513"/>
                      <a:gd name="connsiteY4117" fmla="*/ 775883 h 832404"/>
                      <a:gd name="connsiteX4118" fmla="*/ 454637 w 3567513"/>
                      <a:gd name="connsiteY4118" fmla="*/ 779429 h 832404"/>
                      <a:gd name="connsiteX4119" fmla="*/ 452244 w 3567513"/>
                      <a:gd name="connsiteY4119" fmla="*/ 778764 h 832404"/>
                      <a:gd name="connsiteX4120" fmla="*/ 458716 w 3567513"/>
                      <a:gd name="connsiteY4120" fmla="*/ 788783 h 832404"/>
                      <a:gd name="connsiteX4121" fmla="*/ 498835 w 3567513"/>
                      <a:gd name="connsiteY4121" fmla="*/ 736429 h 832404"/>
                      <a:gd name="connsiteX4122" fmla="*/ 499279 w 3567513"/>
                      <a:gd name="connsiteY4122" fmla="*/ 744009 h 832404"/>
                      <a:gd name="connsiteX4123" fmla="*/ 493649 w 3567513"/>
                      <a:gd name="connsiteY4123" fmla="*/ 771184 h 832404"/>
                      <a:gd name="connsiteX4124" fmla="*/ 491875 w 3567513"/>
                      <a:gd name="connsiteY4124" fmla="*/ 739886 h 832404"/>
                      <a:gd name="connsiteX4125" fmla="*/ 466607 w 3567513"/>
                      <a:gd name="connsiteY4125" fmla="*/ 716701 h 832404"/>
                      <a:gd name="connsiteX4126" fmla="*/ 459913 w 3567513"/>
                      <a:gd name="connsiteY4126" fmla="*/ 716435 h 832404"/>
                      <a:gd name="connsiteX4127" fmla="*/ 457696 w 3567513"/>
                      <a:gd name="connsiteY4127" fmla="*/ 718873 h 832404"/>
                      <a:gd name="connsiteX4128" fmla="*/ 391909 w 3567513"/>
                      <a:gd name="connsiteY4128" fmla="*/ 745383 h 832404"/>
                      <a:gd name="connsiteX4129" fmla="*/ 358794 w 3567513"/>
                      <a:gd name="connsiteY4129" fmla="*/ 741526 h 832404"/>
                      <a:gd name="connsiteX4130" fmla="*/ 380738 w 3567513"/>
                      <a:gd name="connsiteY4130" fmla="*/ 742723 h 832404"/>
                      <a:gd name="connsiteX4131" fmla="*/ 425024 w 3567513"/>
                      <a:gd name="connsiteY4131" fmla="*/ 738822 h 832404"/>
                      <a:gd name="connsiteX4132" fmla="*/ 453839 w 3567513"/>
                      <a:gd name="connsiteY4132" fmla="*/ 712490 h 832404"/>
                      <a:gd name="connsiteX4133" fmla="*/ 454549 w 3567513"/>
                      <a:gd name="connsiteY4133" fmla="*/ 697772 h 832404"/>
                      <a:gd name="connsiteX4134" fmla="*/ 445195 w 3567513"/>
                      <a:gd name="connsiteY4134" fmla="*/ 672636 h 832404"/>
                      <a:gd name="connsiteX4135" fmla="*/ 436063 w 3567513"/>
                      <a:gd name="connsiteY4135" fmla="*/ 661908 h 832404"/>
                      <a:gd name="connsiteX4136" fmla="*/ 426266 w 3567513"/>
                      <a:gd name="connsiteY4136" fmla="*/ 653352 h 832404"/>
                      <a:gd name="connsiteX4137" fmla="*/ 434777 w 3567513"/>
                      <a:gd name="connsiteY4137" fmla="*/ 656677 h 832404"/>
                      <a:gd name="connsiteX4138" fmla="*/ 445949 w 3567513"/>
                      <a:gd name="connsiteY4138" fmla="*/ 668424 h 832404"/>
                      <a:gd name="connsiteX4139" fmla="*/ 460578 w 3567513"/>
                      <a:gd name="connsiteY4139" fmla="*/ 712490 h 832404"/>
                      <a:gd name="connsiteX4140" fmla="*/ 486866 w 3567513"/>
                      <a:gd name="connsiteY4140" fmla="*/ 724238 h 832404"/>
                      <a:gd name="connsiteX4141" fmla="*/ 496752 w 3567513"/>
                      <a:gd name="connsiteY4141" fmla="*/ 724149 h 832404"/>
                      <a:gd name="connsiteX4142" fmla="*/ 508145 w 3567513"/>
                      <a:gd name="connsiteY4142" fmla="*/ 717277 h 832404"/>
                      <a:gd name="connsiteX4143" fmla="*/ 518696 w 3567513"/>
                      <a:gd name="connsiteY4143" fmla="*/ 699856 h 832404"/>
                      <a:gd name="connsiteX4144" fmla="*/ 511869 w 3567513"/>
                      <a:gd name="connsiteY4144" fmla="*/ 719361 h 832404"/>
                      <a:gd name="connsiteX4145" fmla="*/ 493427 w 3567513"/>
                      <a:gd name="connsiteY4145" fmla="*/ 729335 h 832404"/>
                      <a:gd name="connsiteX4146" fmla="*/ 498835 w 3567513"/>
                      <a:gd name="connsiteY4146" fmla="*/ 736429 h 832404"/>
                      <a:gd name="connsiteX4147" fmla="*/ 564046 w 3567513"/>
                      <a:gd name="connsiteY4147" fmla="*/ 805585 h 832404"/>
                      <a:gd name="connsiteX4148" fmla="*/ 551678 w 3567513"/>
                      <a:gd name="connsiteY4148" fmla="*/ 806382 h 832404"/>
                      <a:gd name="connsiteX4149" fmla="*/ 527562 w 3567513"/>
                      <a:gd name="connsiteY4149" fmla="*/ 803058 h 832404"/>
                      <a:gd name="connsiteX4150" fmla="*/ 513997 w 3567513"/>
                      <a:gd name="connsiteY4150" fmla="*/ 799777 h 832404"/>
                      <a:gd name="connsiteX4151" fmla="*/ 501805 w 3567513"/>
                      <a:gd name="connsiteY4151" fmla="*/ 781513 h 832404"/>
                      <a:gd name="connsiteX4152" fmla="*/ 505840 w 3567513"/>
                      <a:gd name="connsiteY4152" fmla="*/ 760500 h 832404"/>
                      <a:gd name="connsiteX4153" fmla="*/ 563958 w 3567513"/>
                      <a:gd name="connsiteY4153" fmla="*/ 729690 h 832404"/>
                      <a:gd name="connsiteX4154" fmla="*/ 574597 w 3567513"/>
                      <a:gd name="connsiteY4154" fmla="*/ 748797 h 832404"/>
                      <a:gd name="connsiteX4155" fmla="*/ 577656 w 3567513"/>
                      <a:gd name="connsiteY4155" fmla="*/ 753895 h 832404"/>
                      <a:gd name="connsiteX4156" fmla="*/ 574597 w 3567513"/>
                      <a:gd name="connsiteY4156" fmla="*/ 759392 h 832404"/>
                      <a:gd name="connsiteX4157" fmla="*/ 569322 w 3567513"/>
                      <a:gd name="connsiteY4157" fmla="*/ 793039 h 832404"/>
                      <a:gd name="connsiteX4158" fmla="*/ 564046 w 3567513"/>
                      <a:gd name="connsiteY4158" fmla="*/ 805585 h 832404"/>
                      <a:gd name="connsiteX4159" fmla="*/ 623228 w 3567513"/>
                      <a:gd name="connsiteY4159" fmla="*/ 811037 h 832404"/>
                      <a:gd name="connsiteX4160" fmla="*/ 618972 w 3567513"/>
                      <a:gd name="connsiteY4160" fmla="*/ 807624 h 832404"/>
                      <a:gd name="connsiteX4161" fmla="*/ 614007 w 3567513"/>
                      <a:gd name="connsiteY4161" fmla="*/ 808776 h 832404"/>
                      <a:gd name="connsiteX4162" fmla="*/ 568125 w 3567513"/>
                      <a:gd name="connsiteY4162" fmla="*/ 818219 h 832404"/>
                      <a:gd name="connsiteX4163" fmla="*/ 600575 w 3567513"/>
                      <a:gd name="connsiteY4163" fmla="*/ 808865 h 832404"/>
                      <a:gd name="connsiteX4164" fmla="*/ 624292 w 3567513"/>
                      <a:gd name="connsiteY4164" fmla="*/ 789182 h 832404"/>
                      <a:gd name="connsiteX4165" fmla="*/ 627705 w 3567513"/>
                      <a:gd name="connsiteY4165" fmla="*/ 805407 h 832404"/>
                      <a:gd name="connsiteX4166" fmla="*/ 657673 w 3567513"/>
                      <a:gd name="connsiteY4166" fmla="*/ 822918 h 832404"/>
                      <a:gd name="connsiteX4167" fmla="*/ 623228 w 3567513"/>
                      <a:gd name="connsiteY4167" fmla="*/ 811037 h 832404"/>
                      <a:gd name="connsiteX4168" fmla="*/ 666229 w 3567513"/>
                      <a:gd name="connsiteY4168" fmla="*/ 819505 h 832404"/>
                      <a:gd name="connsiteX4169" fmla="*/ 650359 w 3567513"/>
                      <a:gd name="connsiteY4169" fmla="*/ 810816 h 832404"/>
                      <a:gd name="connsiteX4170" fmla="*/ 641537 w 3567513"/>
                      <a:gd name="connsiteY4170" fmla="*/ 801063 h 832404"/>
                      <a:gd name="connsiteX4171" fmla="*/ 640783 w 3567513"/>
                      <a:gd name="connsiteY4171" fmla="*/ 793394 h 832404"/>
                      <a:gd name="connsiteX4172" fmla="*/ 639630 w 3567513"/>
                      <a:gd name="connsiteY4172" fmla="*/ 792773 h 832404"/>
                      <a:gd name="connsiteX4173" fmla="*/ 632804 w 3567513"/>
                      <a:gd name="connsiteY4173" fmla="*/ 785636 h 832404"/>
                      <a:gd name="connsiteX4174" fmla="*/ 634444 w 3567513"/>
                      <a:gd name="connsiteY4174" fmla="*/ 778410 h 832404"/>
                      <a:gd name="connsiteX4175" fmla="*/ 646191 w 3567513"/>
                      <a:gd name="connsiteY4175" fmla="*/ 765687 h 832404"/>
                      <a:gd name="connsiteX4176" fmla="*/ 666406 w 3567513"/>
                      <a:gd name="connsiteY4176" fmla="*/ 762185 h 832404"/>
                      <a:gd name="connsiteX4177" fmla="*/ 677400 w 3567513"/>
                      <a:gd name="connsiteY4177" fmla="*/ 770563 h 832404"/>
                      <a:gd name="connsiteX4178" fmla="*/ 685424 w 3567513"/>
                      <a:gd name="connsiteY4178" fmla="*/ 775706 h 832404"/>
                      <a:gd name="connsiteX4179" fmla="*/ 666229 w 3567513"/>
                      <a:gd name="connsiteY4179" fmla="*/ 819505 h 832404"/>
                      <a:gd name="connsiteX4180" fmla="*/ 729489 w 3567513"/>
                      <a:gd name="connsiteY4180" fmla="*/ 786433 h 832404"/>
                      <a:gd name="connsiteX4181" fmla="*/ 726475 w 3567513"/>
                      <a:gd name="connsiteY4181" fmla="*/ 797073 h 832404"/>
                      <a:gd name="connsiteX4182" fmla="*/ 725500 w 3567513"/>
                      <a:gd name="connsiteY4182" fmla="*/ 804698 h 832404"/>
                      <a:gd name="connsiteX4183" fmla="*/ 726475 w 3567513"/>
                      <a:gd name="connsiteY4183" fmla="*/ 797073 h 832404"/>
                      <a:gd name="connsiteX4184" fmla="*/ 726386 w 3567513"/>
                      <a:gd name="connsiteY4184" fmla="*/ 789758 h 832404"/>
                      <a:gd name="connsiteX4185" fmla="*/ 723638 w 3567513"/>
                      <a:gd name="connsiteY4185" fmla="*/ 780183 h 832404"/>
                      <a:gd name="connsiteX4186" fmla="*/ 716988 w 3567513"/>
                      <a:gd name="connsiteY4186" fmla="*/ 773577 h 832404"/>
                      <a:gd name="connsiteX4187" fmla="*/ 691187 w 3567513"/>
                      <a:gd name="connsiteY4187" fmla="*/ 760057 h 832404"/>
                      <a:gd name="connsiteX4188" fmla="*/ 706703 w 3567513"/>
                      <a:gd name="connsiteY4188" fmla="*/ 764401 h 832404"/>
                      <a:gd name="connsiteX4189" fmla="*/ 714195 w 3567513"/>
                      <a:gd name="connsiteY4189" fmla="*/ 767637 h 832404"/>
                      <a:gd name="connsiteX4190" fmla="*/ 722042 w 3567513"/>
                      <a:gd name="connsiteY4190" fmla="*/ 766618 h 832404"/>
                      <a:gd name="connsiteX4191" fmla="*/ 724081 w 3567513"/>
                      <a:gd name="connsiteY4191" fmla="*/ 763736 h 832404"/>
                      <a:gd name="connsiteX4192" fmla="*/ 730154 w 3567513"/>
                      <a:gd name="connsiteY4192" fmla="*/ 741260 h 832404"/>
                      <a:gd name="connsiteX4193" fmla="*/ 724790 w 3567513"/>
                      <a:gd name="connsiteY4193" fmla="*/ 761741 h 832404"/>
                      <a:gd name="connsiteX4194" fmla="*/ 724081 w 3567513"/>
                      <a:gd name="connsiteY4194" fmla="*/ 763736 h 832404"/>
                      <a:gd name="connsiteX4195" fmla="*/ 724436 w 3567513"/>
                      <a:gd name="connsiteY4195" fmla="*/ 766706 h 832404"/>
                      <a:gd name="connsiteX4196" fmla="*/ 736981 w 3567513"/>
                      <a:gd name="connsiteY4196" fmla="*/ 791177 h 832404"/>
                      <a:gd name="connsiteX4197" fmla="*/ 729489 w 3567513"/>
                      <a:gd name="connsiteY4197" fmla="*/ 786433 h 832404"/>
                      <a:gd name="connsiteX4198" fmla="*/ 807468 w 3567513"/>
                      <a:gd name="connsiteY4198" fmla="*/ 741127 h 832404"/>
                      <a:gd name="connsiteX4199" fmla="*/ 800463 w 3567513"/>
                      <a:gd name="connsiteY4199" fmla="*/ 777656 h 832404"/>
                      <a:gd name="connsiteX4200" fmla="*/ 799222 w 3567513"/>
                      <a:gd name="connsiteY4200" fmla="*/ 790778 h 832404"/>
                      <a:gd name="connsiteX4201" fmla="*/ 775461 w 3567513"/>
                      <a:gd name="connsiteY4201" fmla="*/ 800797 h 832404"/>
                      <a:gd name="connsiteX4202" fmla="*/ 761142 w 3567513"/>
                      <a:gd name="connsiteY4202" fmla="*/ 798624 h 832404"/>
                      <a:gd name="connsiteX4203" fmla="*/ 752719 w 3567513"/>
                      <a:gd name="connsiteY4203" fmla="*/ 791177 h 832404"/>
                      <a:gd name="connsiteX4204" fmla="*/ 745094 w 3567513"/>
                      <a:gd name="connsiteY4204" fmla="*/ 763958 h 832404"/>
                      <a:gd name="connsiteX4205" fmla="*/ 739109 w 3567513"/>
                      <a:gd name="connsiteY4205" fmla="*/ 757308 h 832404"/>
                      <a:gd name="connsiteX4206" fmla="*/ 740749 w 3567513"/>
                      <a:gd name="connsiteY4206" fmla="*/ 750082 h 832404"/>
                      <a:gd name="connsiteX4207" fmla="*/ 752497 w 3567513"/>
                      <a:gd name="connsiteY4207" fmla="*/ 737359 h 832404"/>
                      <a:gd name="connsiteX4208" fmla="*/ 759235 w 3567513"/>
                      <a:gd name="connsiteY4208" fmla="*/ 734123 h 832404"/>
                      <a:gd name="connsiteX4209" fmla="*/ 803034 w 3567513"/>
                      <a:gd name="connsiteY4209" fmla="*/ 715770 h 832404"/>
                      <a:gd name="connsiteX4210" fmla="*/ 810704 w 3567513"/>
                      <a:gd name="connsiteY4210" fmla="*/ 726188 h 832404"/>
                      <a:gd name="connsiteX4211" fmla="*/ 812078 w 3567513"/>
                      <a:gd name="connsiteY4211" fmla="*/ 729735 h 832404"/>
                      <a:gd name="connsiteX4212" fmla="*/ 809950 w 3567513"/>
                      <a:gd name="connsiteY4212" fmla="*/ 734566 h 832404"/>
                      <a:gd name="connsiteX4213" fmla="*/ 807468 w 3567513"/>
                      <a:gd name="connsiteY4213" fmla="*/ 741127 h 832404"/>
                      <a:gd name="connsiteX4214" fmla="*/ 775106 w 3567513"/>
                      <a:gd name="connsiteY4214" fmla="*/ 691920 h 832404"/>
                      <a:gd name="connsiteX4215" fmla="*/ 760565 w 3567513"/>
                      <a:gd name="connsiteY4215" fmla="*/ 685980 h 832404"/>
                      <a:gd name="connsiteX4216" fmla="*/ 773554 w 3567513"/>
                      <a:gd name="connsiteY4216" fmla="*/ 648342 h 832404"/>
                      <a:gd name="connsiteX4217" fmla="*/ 805162 w 3567513"/>
                      <a:gd name="connsiteY4217" fmla="*/ 646880 h 832404"/>
                      <a:gd name="connsiteX4218" fmla="*/ 806536 w 3567513"/>
                      <a:gd name="connsiteY4218" fmla="*/ 647944 h 832404"/>
                      <a:gd name="connsiteX4219" fmla="*/ 822052 w 3567513"/>
                      <a:gd name="connsiteY4219" fmla="*/ 650382 h 832404"/>
                      <a:gd name="connsiteX4220" fmla="*/ 820235 w 3567513"/>
                      <a:gd name="connsiteY4220" fmla="*/ 664169 h 832404"/>
                      <a:gd name="connsiteX4221" fmla="*/ 819127 w 3567513"/>
                      <a:gd name="connsiteY4221" fmla="*/ 665720 h 832404"/>
                      <a:gd name="connsiteX4222" fmla="*/ 819304 w 3567513"/>
                      <a:gd name="connsiteY4222" fmla="*/ 678488 h 832404"/>
                      <a:gd name="connsiteX4223" fmla="*/ 775106 w 3567513"/>
                      <a:gd name="connsiteY4223" fmla="*/ 691920 h 832404"/>
                      <a:gd name="connsiteX4224" fmla="*/ 824313 w 3567513"/>
                      <a:gd name="connsiteY4224" fmla="*/ 745694 h 832404"/>
                      <a:gd name="connsiteX4225" fmla="*/ 819880 w 3567513"/>
                      <a:gd name="connsiteY4225" fmla="*/ 742191 h 832404"/>
                      <a:gd name="connsiteX4226" fmla="*/ 823959 w 3567513"/>
                      <a:gd name="connsiteY4226" fmla="*/ 738645 h 832404"/>
                      <a:gd name="connsiteX4227" fmla="*/ 828392 w 3567513"/>
                      <a:gd name="connsiteY4227" fmla="*/ 742147 h 832404"/>
                      <a:gd name="connsiteX4228" fmla="*/ 824313 w 3567513"/>
                      <a:gd name="connsiteY4228" fmla="*/ 745694 h 832404"/>
                      <a:gd name="connsiteX4229" fmla="*/ 833091 w 3567513"/>
                      <a:gd name="connsiteY4229" fmla="*/ 677202 h 832404"/>
                      <a:gd name="connsiteX4230" fmla="*/ 828658 w 3567513"/>
                      <a:gd name="connsiteY4230" fmla="*/ 673700 h 832404"/>
                      <a:gd name="connsiteX4231" fmla="*/ 832736 w 3567513"/>
                      <a:gd name="connsiteY4231" fmla="*/ 670153 h 832404"/>
                      <a:gd name="connsiteX4232" fmla="*/ 837169 w 3567513"/>
                      <a:gd name="connsiteY4232" fmla="*/ 673656 h 832404"/>
                      <a:gd name="connsiteX4233" fmla="*/ 833091 w 3567513"/>
                      <a:gd name="connsiteY4233" fmla="*/ 677202 h 832404"/>
                      <a:gd name="connsiteX4234" fmla="*/ 857694 w 3567513"/>
                      <a:gd name="connsiteY4234" fmla="*/ 817643 h 832404"/>
                      <a:gd name="connsiteX4235" fmla="*/ 854547 w 3567513"/>
                      <a:gd name="connsiteY4235" fmla="*/ 817022 h 832404"/>
                      <a:gd name="connsiteX4236" fmla="*/ 852951 w 3567513"/>
                      <a:gd name="connsiteY4236" fmla="*/ 816268 h 832404"/>
                      <a:gd name="connsiteX4237" fmla="*/ 862571 w 3567513"/>
                      <a:gd name="connsiteY4237" fmla="*/ 808688 h 832404"/>
                      <a:gd name="connsiteX4238" fmla="*/ 857694 w 3567513"/>
                      <a:gd name="connsiteY4238" fmla="*/ 817643 h 832404"/>
                      <a:gd name="connsiteX4239" fmla="*/ 891608 w 3567513"/>
                      <a:gd name="connsiteY4239" fmla="*/ 733946 h 832404"/>
                      <a:gd name="connsiteX4240" fmla="*/ 885623 w 3567513"/>
                      <a:gd name="connsiteY4240" fmla="*/ 758328 h 832404"/>
                      <a:gd name="connsiteX4241" fmla="*/ 883717 w 3567513"/>
                      <a:gd name="connsiteY4241" fmla="*/ 799511 h 832404"/>
                      <a:gd name="connsiteX4242" fmla="*/ 879904 w 3567513"/>
                      <a:gd name="connsiteY4242" fmla="*/ 758239 h 832404"/>
                      <a:gd name="connsiteX4243" fmla="*/ 841558 w 3567513"/>
                      <a:gd name="connsiteY4243" fmla="*/ 803191 h 832404"/>
                      <a:gd name="connsiteX4244" fmla="*/ 862482 w 3567513"/>
                      <a:gd name="connsiteY4244" fmla="*/ 774287 h 832404"/>
                      <a:gd name="connsiteX4245" fmla="*/ 877422 w 3567513"/>
                      <a:gd name="connsiteY4245" fmla="*/ 746846 h 832404"/>
                      <a:gd name="connsiteX4246" fmla="*/ 868777 w 3567513"/>
                      <a:gd name="connsiteY4246" fmla="*/ 712223 h 832404"/>
                      <a:gd name="connsiteX4247" fmla="*/ 840627 w 3567513"/>
                      <a:gd name="connsiteY4247" fmla="*/ 693782 h 832404"/>
                      <a:gd name="connsiteX4248" fmla="*/ 865364 w 3567513"/>
                      <a:gd name="connsiteY4248" fmla="*/ 700166 h 832404"/>
                      <a:gd name="connsiteX4249" fmla="*/ 882032 w 3567513"/>
                      <a:gd name="connsiteY4249" fmla="*/ 724238 h 832404"/>
                      <a:gd name="connsiteX4250" fmla="*/ 885845 w 3567513"/>
                      <a:gd name="connsiteY4250" fmla="*/ 727784 h 832404"/>
                      <a:gd name="connsiteX4251" fmla="*/ 891164 w 3567513"/>
                      <a:gd name="connsiteY4251" fmla="*/ 727518 h 832404"/>
                      <a:gd name="connsiteX4252" fmla="*/ 904020 w 3567513"/>
                      <a:gd name="connsiteY4252" fmla="*/ 724459 h 832404"/>
                      <a:gd name="connsiteX4253" fmla="*/ 914926 w 3567513"/>
                      <a:gd name="connsiteY4253" fmla="*/ 721888 h 832404"/>
                      <a:gd name="connsiteX4254" fmla="*/ 904020 w 3567513"/>
                      <a:gd name="connsiteY4254" fmla="*/ 724459 h 832404"/>
                      <a:gd name="connsiteX4255" fmla="*/ 891608 w 3567513"/>
                      <a:gd name="connsiteY4255" fmla="*/ 733946 h 832404"/>
                      <a:gd name="connsiteX4256" fmla="*/ 960188 w 3567513"/>
                      <a:gd name="connsiteY4256" fmla="*/ 756599 h 832404"/>
                      <a:gd name="connsiteX4257" fmla="*/ 957351 w 3567513"/>
                      <a:gd name="connsiteY4257" fmla="*/ 756156 h 832404"/>
                      <a:gd name="connsiteX4258" fmla="*/ 945470 w 3567513"/>
                      <a:gd name="connsiteY4258" fmla="*/ 763426 h 832404"/>
                      <a:gd name="connsiteX4259" fmla="*/ 947819 w 3567513"/>
                      <a:gd name="connsiteY4259" fmla="*/ 797029 h 832404"/>
                      <a:gd name="connsiteX4260" fmla="*/ 924812 w 3567513"/>
                      <a:gd name="connsiteY4260" fmla="*/ 814672 h 832404"/>
                      <a:gd name="connsiteX4261" fmla="*/ 908808 w 3567513"/>
                      <a:gd name="connsiteY4261" fmla="*/ 815337 h 832404"/>
                      <a:gd name="connsiteX4262" fmla="*/ 897814 w 3567513"/>
                      <a:gd name="connsiteY4262" fmla="*/ 805363 h 832404"/>
                      <a:gd name="connsiteX4263" fmla="*/ 900297 w 3567513"/>
                      <a:gd name="connsiteY4263" fmla="*/ 752121 h 832404"/>
                      <a:gd name="connsiteX4264" fmla="*/ 923083 w 3567513"/>
                      <a:gd name="connsiteY4264" fmla="*/ 727651 h 832404"/>
                      <a:gd name="connsiteX4265" fmla="*/ 943165 w 3567513"/>
                      <a:gd name="connsiteY4265" fmla="*/ 739487 h 832404"/>
                      <a:gd name="connsiteX4266" fmla="*/ 960675 w 3567513"/>
                      <a:gd name="connsiteY4266" fmla="*/ 741127 h 832404"/>
                      <a:gd name="connsiteX4267" fmla="*/ 962759 w 3567513"/>
                      <a:gd name="connsiteY4267" fmla="*/ 743300 h 832404"/>
                      <a:gd name="connsiteX4268" fmla="*/ 968167 w 3567513"/>
                      <a:gd name="connsiteY4268" fmla="*/ 749639 h 832404"/>
                      <a:gd name="connsiteX4269" fmla="*/ 960188 w 3567513"/>
                      <a:gd name="connsiteY4269" fmla="*/ 756599 h 832404"/>
                      <a:gd name="connsiteX4270" fmla="*/ 980447 w 3567513"/>
                      <a:gd name="connsiteY4270" fmla="*/ 765598 h 832404"/>
                      <a:gd name="connsiteX4271" fmla="*/ 976014 w 3567513"/>
                      <a:gd name="connsiteY4271" fmla="*/ 762096 h 832404"/>
                      <a:gd name="connsiteX4272" fmla="*/ 980092 w 3567513"/>
                      <a:gd name="connsiteY4272" fmla="*/ 758550 h 832404"/>
                      <a:gd name="connsiteX4273" fmla="*/ 984525 w 3567513"/>
                      <a:gd name="connsiteY4273" fmla="*/ 762051 h 832404"/>
                      <a:gd name="connsiteX4274" fmla="*/ 980447 w 3567513"/>
                      <a:gd name="connsiteY4274" fmla="*/ 765598 h 832404"/>
                      <a:gd name="connsiteX4275" fmla="*/ 988870 w 3567513"/>
                      <a:gd name="connsiteY4275" fmla="*/ 812234 h 832404"/>
                      <a:gd name="connsiteX4276" fmla="*/ 998091 w 3567513"/>
                      <a:gd name="connsiteY4276" fmla="*/ 803590 h 832404"/>
                      <a:gd name="connsiteX4277" fmla="*/ 1009883 w 3567513"/>
                      <a:gd name="connsiteY4277" fmla="*/ 786611 h 832404"/>
                      <a:gd name="connsiteX4278" fmla="*/ 1013784 w 3567513"/>
                      <a:gd name="connsiteY4278" fmla="*/ 771627 h 832404"/>
                      <a:gd name="connsiteX4279" fmla="*/ 1002258 w 3567513"/>
                      <a:gd name="connsiteY4279" fmla="*/ 749284 h 832404"/>
                      <a:gd name="connsiteX4280" fmla="*/ 979649 w 3567513"/>
                      <a:gd name="connsiteY4280" fmla="*/ 733015 h 832404"/>
                      <a:gd name="connsiteX4281" fmla="*/ 970206 w 3567513"/>
                      <a:gd name="connsiteY4281" fmla="*/ 722863 h 832404"/>
                      <a:gd name="connsiteX4282" fmla="*/ 995874 w 3567513"/>
                      <a:gd name="connsiteY4282" fmla="*/ 737803 h 832404"/>
                      <a:gd name="connsiteX4283" fmla="*/ 1017375 w 3567513"/>
                      <a:gd name="connsiteY4283" fmla="*/ 759170 h 832404"/>
                      <a:gd name="connsiteX4284" fmla="*/ 1022561 w 3567513"/>
                      <a:gd name="connsiteY4284" fmla="*/ 761919 h 832404"/>
                      <a:gd name="connsiteX4285" fmla="*/ 1027305 w 3567513"/>
                      <a:gd name="connsiteY4285" fmla="*/ 761254 h 832404"/>
                      <a:gd name="connsiteX4286" fmla="*/ 1059267 w 3567513"/>
                      <a:gd name="connsiteY4286" fmla="*/ 752166 h 832404"/>
                      <a:gd name="connsiteX4287" fmla="*/ 1030718 w 3567513"/>
                      <a:gd name="connsiteY4287" fmla="*/ 763160 h 832404"/>
                      <a:gd name="connsiteX4288" fmla="*/ 1019192 w 3567513"/>
                      <a:gd name="connsiteY4288" fmla="*/ 771494 h 832404"/>
                      <a:gd name="connsiteX4289" fmla="*/ 1018439 w 3567513"/>
                      <a:gd name="connsiteY4289" fmla="*/ 777789 h 832404"/>
                      <a:gd name="connsiteX4290" fmla="*/ 1011700 w 3567513"/>
                      <a:gd name="connsiteY4290" fmla="*/ 789359 h 832404"/>
                      <a:gd name="connsiteX4291" fmla="*/ 998046 w 3567513"/>
                      <a:gd name="connsiteY4291" fmla="*/ 803545 h 832404"/>
                      <a:gd name="connsiteX4292" fmla="*/ 988870 w 3567513"/>
                      <a:gd name="connsiteY4292" fmla="*/ 812234 h 832404"/>
                      <a:gd name="connsiteX4293" fmla="*/ 1065562 w 3567513"/>
                      <a:gd name="connsiteY4293" fmla="*/ 814229 h 832404"/>
                      <a:gd name="connsiteX4294" fmla="*/ 1046722 w 3567513"/>
                      <a:gd name="connsiteY4294" fmla="*/ 815515 h 832404"/>
                      <a:gd name="connsiteX4295" fmla="*/ 1012808 w 3567513"/>
                      <a:gd name="connsiteY4295" fmla="*/ 814584 h 832404"/>
                      <a:gd name="connsiteX4296" fmla="*/ 1005627 w 3567513"/>
                      <a:gd name="connsiteY4296" fmla="*/ 810949 h 832404"/>
                      <a:gd name="connsiteX4297" fmla="*/ 1007533 w 3567513"/>
                      <a:gd name="connsiteY4297" fmla="*/ 807978 h 832404"/>
                      <a:gd name="connsiteX4298" fmla="*/ 1039806 w 3567513"/>
                      <a:gd name="connsiteY4298" fmla="*/ 778277 h 832404"/>
                      <a:gd name="connsiteX4299" fmla="*/ 1055765 w 3567513"/>
                      <a:gd name="connsiteY4299" fmla="*/ 767416 h 832404"/>
                      <a:gd name="connsiteX4300" fmla="*/ 1072301 w 3567513"/>
                      <a:gd name="connsiteY4300" fmla="*/ 765509 h 832404"/>
                      <a:gd name="connsiteX4301" fmla="*/ 1088614 w 3567513"/>
                      <a:gd name="connsiteY4301" fmla="*/ 765864 h 832404"/>
                      <a:gd name="connsiteX4302" fmla="*/ 1090033 w 3567513"/>
                      <a:gd name="connsiteY4302" fmla="*/ 778321 h 832404"/>
                      <a:gd name="connsiteX4303" fmla="*/ 1065562 w 3567513"/>
                      <a:gd name="connsiteY4303" fmla="*/ 814229 h 832404"/>
                      <a:gd name="connsiteX4304" fmla="*/ 1122838 w 3567513"/>
                      <a:gd name="connsiteY4304" fmla="*/ 772558 h 832404"/>
                      <a:gd name="connsiteX4305" fmla="*/ 1117651 w 3567513"/>
                      <a:gd name="connsiteY4305" fmla="*/ 742590 h 832404"/>
                      <a:gd name="connsiteX4306" fmla="*/ 1092782 w 3567513"/>
                      <a:gd name="connsiteY4306" fmla="*/ 760322 h 832404"/>
                      <a:gd name="connsiteX4307" fmla="*/ 1109539 w 3567513"/>
                      <a:gd name="connsiteY4307" fmla="*/ 744851 h 832404"/>
                      <a:gd name="connsiteX4308" fmla="*/ 1114504 w 3567513"/>
                      <a:gd name="connsiteY4308" fmla="*/ 729025 h 832404"/>
                      <a:gd name="connsiteX4309" fmla="*/ 1105771 w 3567513"/>
                      <a:gd name="connsiteY4309" fmla="*/ 719893 h 832404"/>
                      <a:gd name="connsiteX4310" fmla="*/ 1099476 w 3567513"/>
                      <a:gd name="connsiteY4310" fmla="*/ 710850 h 832404"/>
                      <a:gd name="connsiteX4311" fmla="*/ 1150722 w 3567513"/>
                      <a:gd name="connsiteY4311" fmla="*/ 706239 h 832404"/>
                      <a:gd name="connsiteX4312" fmla="*/ 1135650 w 3567513"/>
                      <a:gd name="connsiteY4312" fmla="*/ 719449 h 832404"/>
                      <a:gd name="connsiteX4313" fmla="*/ 1128690 w 3567513"/>
                      <a:gd name="connsiteY4313" fmla="*/ 722686 h 832404"/>
                      <a:gd name="connsiteX4314" fmla="*/ 1122794 w 3567513"/>
                      <a:gd name="connsiteY4314" fmla="*/ 734921 h 832404"/>
                      <a:gd name="connsiteX4315" fmla="*/ 1121419 w 3567513"/>
                      <a:gd name="connsiteY4315" fmla="*/ 763115 h 832404"/>
                      <a:gd name="connsiteX4316" fmla="*/ 1122838 w 3567513"/>
                      <a:gd name="connsiteY4316" fmla="*/ 772558 h 832404"/>
                      <a:gd name="connsiteX4317" fmla="*/ 1131438 w 3567513"/>
                      <a:gd name="connsiteY4317" fmla="*/ 784040 h 832404"/>
                      <a:gd name="connsiteX4318" fmla="*/ 1122838 w 3567513"/>
                      <a:gd name="connsiteY4318" fmla="*/ 772558 h 832404"/>
                      <a:gd name="connsiteX4319" fmla="*/ 1198821 w 3567513"/>
                      <a:gd name="connsiteY4319" fmla="*/ 801728 h 832404"/>
                      <a:gd name="connsiteX4320" fmla="*/ 1192659 w 3567513"/>
                      <a:gd name="connsiteY4320" fmla="*/ 809175 h 832404"/>
                      <a:gd name="connsiteX4321" fmla="*/ 1183261 w 3567513"/>
                      <a:gd name="connsiteY4321" fmla="*/ 812146 h 832404"/>
                      <a:gd name="connsiteX4322" fmla="*/ 1145048 w 3567513"/>
                      <a:gd name="connsiteY4322" fmla="*/ 792773 h 832404"/>
                      <a:gd name="connsiteX4323" fmla="*/ 1138886 w 3567513"/>
                      <a:gd name="connsiteY4323" fmla="*/ 759170 h 832404"/>
                      <a:gd name="connsiteX4324" fmla="*/ 1132236 w 3567513"/>
                      <a:gd name="connsiteY4324" fmla="*/ 752121 h 832404"/>
                      <a:gd name="connsiteX4325" fmla="*/ 1133876 w 3567513"/>
                      <a:gd name="connsiteY4325" fmla="*/ 744895 h 832404"/>
                      <a:gd name="connsiteX4326" fmla="*/ 1145624 w 3567513"/>
                      <a:gd name="connsiteY4326" fmla="*/ 732172 h 832404"/>
                      <a:gd name="connsiteX4327" fmla="*/ 1145979 w 3567513"/>
                      <a:gd name="connsiteY4327" fmla="*/ 731951 h 832404"/>
                      <a:gd name="connsiteX4328" fmla="*/ 1154180 w 3567513"/>
                      <a:gd name="connsiteY4328" fmla="*/ 719804 h 832404"/>
                      <a:gd name="connsiteX4329" fmla="*/ 1192881 w 3567513"/>
                      <a:gd name="connsiteY4329" fmla="*/ 705529 h 832404"/>
                      <a:gd name="connsiteX4330" fmla="*/ 1194166 w 3567513"/>
                      <a:gd name="connsiteY4330" fmla="*/ 717189 h 832404"/>
                      <a:gd name="connsiteX4331" fmla="*/ 1195363 w 3567513"/>
                      <a:gd name="connsiteY4331" fmla="*/ 716967 h 832404"/>
                      <a:gd name="connsiteX4332" fmla="*/ 1195851 w 3567513"/>
                      <a:gd name="connsiteY4332" fmla="*/ 719361 h 832404"/>
                      <a:gd name="connsiteX4333" fmla="*/ 1195452 w 3567513"/>
                      <a:gd name="connsiteY4333" fmla="*/ 720913 h 832404"/>
                      <a:gd name="connsiteX4334" fmla="*/ 1196206 w 3567513"/>
                      <a:gd name="connsiteY4334" fmla="*/ 723528 h 832404"/>
                      <a:gd name="connsiteX4335" fmla="*/ 1193502 w 3567513"/>
                      <a:gd name="connsiteY4335" fmla="*/ 728759 h 832404"/>
                      <a:gd name="connsiteX4336" fmla="*/ 1191817 w 3567513"/>
                      <a:gd name="connsiteY4336" fmla="*/ 758283 h 832404"/>
                      <a:gd name="connsiteX4337" fmla="*/ 1198821 w 3567513"/>
                      <a:gd name="connsiteY4337" fmla="*/ 801728 h 832404"/>
                      <a:gd name="connsiteX4338" fmla="*/ 1208574 w 3567513"/>
                      <a:gd name="connsiteY4338" fmla="*/ 739443 h 832404"/>
                      <a:gd name="connsiteX4339" fmla="*/ 1204141 w 3567513"/>
                      <a:gd name="connsiteY4339" fmla="*/ 735940 h 832404"/>
                      <a:gd name="connsiteX4340" fmla="*/ 1208219 w 3567513"/>
                      <a:gd name="connsiteY4340" fmla="*/ 732394 h 832404"/>
                      <a:gd name="connsiteX4341" fmla="*/ 1212653 w 3567513"/>
                      <a:gd name="connsiteY4341" fmla="*/ 735896 h 832404"/>
                      <a:gd name="connsiteX4342" fmla="*/ 1208574 w 3567513"/>
                      <a:gd name="connsiteY4342" fmla="*/ 739443 h 832404"/>
                      <a:gd name="connsiteX4343" fmla="*/ 1159721 w 3567513"/>
                      <a:gd name="connsiteY4343" fmla="*/ 683408 h 832404"/>
                      <a:gd name="connsiteX4344" fmla="*/ 1152362 w 3567513"/>
                      <a:gd name="connsiteY4344" fmla="*/ 679907 h 832404"/>
                      <a:gd name="connsiteX4345" fmla="*/ 1150367 w 3567513"/>
                      <a:gd name="connsiteY4345" fmla="*/ 670685 h 832404"/>
                      <a:gd name="connsiteX4346" fmla="*/ 1153072 w 3567513"/>
                      <a:gd name="connsiteY4346" fmla="*/ 653308 h 832404"/>
                      <a:gd name="connsiteX4347" fmla="*/ 1177587 w 3567513"/>
                      <a:gd name="connsiteY4347" fmla="*/ 619350 h 832404"/>
                      <a:gd name="connsiteX4348" fmla="*/ 1215623 w 3567513"/>
                      <a:gd name="connsiteY4348" fmla="*/ 623030 h 832404"/>
                      <a:gd name="connsiteX4349" fmla="*/ 1218371 w 3567513"/>
                      <a:gd name="connsiteY4349" fmla="*/ 633447 h 832404"/>
                      <a:gd name="connsiteX4350" fmla="*/ 1228434 w 3567513"/>
                      <a:gd name="connsiteY4350" fmla="*/ 648963 h 832404"/>
                      <a:gd name="connsiteX4351" fmla="*/ 1228833 w 3567513"/>
                      <a:gd name="connsiteY4351" fmla="*/ 648875 h 832404"/>
                      <a:gd name="connsiteX4352" fmla="*/ 1233266 w 3567513"/>
                      <a:gd name="connsiteY4352" fmla="*/ 652377 h 832404"/>
                      <a:gd name="connsiteX4353" fmla="*/ 1232424 w 3567513"/>
                      <a:gd name="connsiteY4353" fmla="*/ 654504 h 832404"/>
                      <a:gd name="connsiteX4354" fmla="*/ 1236769 w 3567513"/>
                      <a:gd name="connsiteY4354" fmla="*/ 660622 h 832404"/>
                      <a:gd name="connsiteX4355" fmla="*/ 1249359 w 3567513"/>
                      <a:gd name="connsiteY4355" fmla="*/ 683940 h 832404"/>
                      <a:gd name="connsiteX4356" fmla="*/ 1234907 w 3567513"/>
                      <a:gd name="connsiteY4356" fmla="*/ 703269 h 832404"/>
                      <a:gd name="connsiteX4357" fmla="*/ 1220499 w 3567513"/>
                      <a:gd name="connsiteY4357" fmla="*/ 701096 h 832404"/>
                      <a:gd name="connsiteX4358" fmla="*/ 1159721 w 3567513"/>
                      <a:gd name="connsiteY4358" fmla="*/ 683408 h 832404"/>
                      <a:gd name="connsiteX4359" fmla="*/ 1244925 w 3567513"/>
                      <a:gd name="connsiteY4359" fmla="*/ 797162 h 832404"/>
                      <a:gd name="connsiteX4360" fmla="*/ 1258801 w 3567513"/>
                      <a:gd name="connsiteY4360" fmla="*/ 747112 h 832404"/>
                      <a:gd name="connsiteX4361" fmla="*/ 1221563 w 3567513"/>
                      <a:gd name="connsiteY4361" fmla="*/ 705929 h 832404"/>
                      <a:gd name="connsiteX4362" fmla="*/ 1247452 w 3567513"/>
                      <a:gd name="connsiteY4362" fmla="*/ 718208 h 832404"/>
                      <a:gd name="connsiteX4363" fmla="*/ 1253260 w 3567513"/>
                      <a:gd name="connsiteY4363" fmla="*/ 719051 h 832404"/>
                      <a:gd name="connsiteX4364" fmla="*/ 1254989 w 3567513"/>
                      <a:gd name="connsiteY4364" fmla="*/ 716923 h 832404"/>
                      <a:gd name="connsiteX4365" fmla="*/ 1265318 w 3567513"/>
                      <a:gd name="connsiteY4365" fmla="*/ 696264 h 832404"/>
                      <a:gd name="connsiteX4366" fmla="*/ 1271790 w 3567513"/>
                      <a:gd name="connsiteY4366" fmla="*/ 683320 h 832404"/>
                      <a:gd name="connsiteX4367" fmla="*/ 1265318 w 3567513"/>
                      <a:gd name="connsiteY4367" fmla="*/ 696264 h 832404"/>
                      <a:gd name="connsiteX4368" fmla="*/ 1262392 w 3567513"/>
                      <a:gd name="connsiteY4368" fmla="*/ 730975 h 832404"/>
                      <a:gd name="connsiteX4369" fmla="*/ 1263810 w 3567513"/>
                      <a:gd name="connsiteY4369" fmla="*/ 735276 h 832404"/>
                      <a:gd name="connsiteX4370" fmla="*/ 1267933 w 3567513"/>
                      <a:gd name="connsiteY4370" fmla="*/ 739753 h 832404"/>
                      <a:gd name="connsiteX4371" fmla="*/ 1283227 w 3567513"/>
                      <a:gd name="connsiteY4371" fmla="*/ 751102 h 832404"/>
                      <a:gd name="connsiteX4372" fmla="*/ 1320510 w 3567513"/>
                      <a:gd name="connsiteY4372" fmla="*/ 756998 h 832404"/>
                      <a:gd name="connsiteX4373" fmla="*/ 1266736 w 3567513"/>
                      <a:gd name="connsiteY4373" fmla="*/ 747068 h 832404"/>
                      <a:gd name="connsiteX4374" fmla="*/ 1244925 w 3567513"/>
                      <a:gd name="connsiteY4374" fmla="*/ 797162 h 832404"/>
                      <a:gd name="connsiteX4375" fmla="*/ 1262702 w 3567513"/>
                      <a:gd name="connsiteY4375" fmla="*/ 783996 h 832404"/>
                      <a:gd name="connsiteX4376" fmla="*/ 1282075 w 3567513"/>
                      <a:gd name="connsiteY4376" fmla="*/ 762229 h 832404"/>
                      <a:gd name="connsiteX4377" fmla="*/ 1291783 w 3567513"/>
                      <a:gd name="connsiteY4377" fmla="*/ 774774 h 832404"/>
                      <a:gd name="connsiteX4378" fmla="*/ 1281188 w 3567513"/>
                      <a:gd name="connsiteY4378" fmla="*/ 794812 h 832404"/>
                      <a:gd name="connsiteX4379" fmla="*/ 1262702 w 3567513"/>
                      <a:gd name="connsiteY4379" fmla="*/ 783996 h 832404"/>
                      <a:gd name="connsiteX4380" fmla="*/ 1306102 w 3567513"/>
                      <a:gd name="connsiteY4380" fmla="*/ 812811 h 832404"/>
                      <a:gd name="connsiteX4381" fmla="*/ 1311599 w 3567513"/>
                      <a:gd name="connsiteY4381" fmla="*/ 817908 h 832404"/>
                      <a:gd name="connsiteX4382" fmla="*/ 1288547 w 3567513"/>
                      <a:gd name="connsiteY4382" fmla="*/ 806028 h 832404"/>
                      <a:gd name="connsiteX4383" fmla="*/ 1281942 w 3567513"/>
                      <a:gd name="connsiteY4383" fmla="*/ 805407 h 832404"/>
                      <a:gd name="connsiteX4384" fmla="*/ 1288547 w 3567513"/>
                      <a:gd name="connsiteY4384" fmla="*/ 806028 h 832404"/>
                      <a:gd name="connsiteX4385" fmla="*/ 1304506 w 3567513"/>
                      <a:gd name="connsiteY4385" fmla="*/ 801373 h 832404"/>
                      <a:gd name="connsiteX4386" fmla="*/ 1318648 w 3567513"/>
                      <a:gd name="connsiteY4386" fmla="*/ 785857 h 832404"/>
                      <a:gd name="connsiteX4387" fmla="*/ 1321662 w 3567513"/>
                      <a:gd name="connsiteY4387" fmla="*/ 766263 h 832404"/>
                      <a:gd name="connsiteX4388" fmla="*/ 1321751 w 3567513"/>
                      <a:gd name="connsiteY4388" fmla="*/ 785591 h 832404"/>
                      <a:gd name="connsiteX4389" fmla="*/ 1305393 w 3567513"/>
                      <a:gd name="connsiteY4389" fmla="*/ 804875 h 832404"/>
                      <a:gd name="connsiteX4390" fmla="*/ 1303132 w 3567513"/>
                      <a:gd name="connsiteY4390" fmla="*/ 806870 h 832404"/>
                      <a:gd name="connsiteX4391" fmla="*/ 1306102 w 3567513"/>
                      <a:gd name="connsiteY4391" fmla="*/ 812811 h 832404"/>
                      <a:gd name="connsiteX4392" fmla="*/ 1433509 w 3567513"/>
                      <a:gd name="connsiteY4392" fmla="*/ 760012 h 832404"/>
                      <a:gd name="connsiteX4393" fmla="*/ 1429520 w 3567513"/>
                      <a:gd name="connsiteY4393" fmla="*/ 763958 h 832404"/>
                      <a:gd name="connsiteX4394" fmla="*/ 1429564 w 3567513"/>
                      <a:gd name="connsiteY4394" fmla="*/ 764091 h 832404"/>
                      <a:gd name="connsiteX4395" fmla="*/ 1425929 w 3567513"/>
                      <a:gd name="connsiteY4395" fmla="*/ 767548 h 832404"/>
                      <a:gd name="connsiteX4396" fmla="*/ 1407930 w 3567513"/>
                      <a:gd name="connsiteY4396" fmla="*/ 785414 h 832404"/>
                      <a:gd name="connsiteX4397" fmla="*/ 1351985 w 3567513"/>
                      <a:gd name="connsiteY4397" fmla="*/ 809663 h 832404"/>
                      <a:gd name="connsiteX4398" fmla="*/ 1337400 w 3567513"/>
                      <a:gd name="connsiteY4398" fmla="*/ 812279 h 832404"/>
                      <a:gd name="connsiteX4399" fmla="*/ 1324189 w 3567513"/>
                      <a:gd name="connsiteY4399" fmla="*/ 806959 h 832404"/>
                      <a:gd name="connsiteX4400" fmla="*/ 1323835 w 3567513"/>
                      <a:gd name="connsiteY4400" fmla="*/ 792507 h 832404"/>
                      <a:gd name="connsiteX4401" fmla="*/ 1367235 w 3567513"/>
                      <a:gd name="connsiteY4401" fmla="*/ 749639 h 832404"/>
                      <a:gd name="connsiteX4402" fmla="*/ 1370249 w 3567513"/>
                      <a:gd name="connsiteY4402" fmla="*/ 744851 h 832404"/>
                      <a:gd name="connsiteX4403" fmla="*/ 1382750 w 3567513"/>
                      <a:gd name="connsiteY4403" fmla="*/ 735808 h 832404"/>
                      <a:gd name="connsiteX4404" fmla="*/ 1406866 w 3567513"/>
                      <a:gd name="connsiteY4404" fmla="*/ 733547 h 832404"/>
                      <a:gd name="connsiteX4405" fmla="*/ 1407620 w 3567513"/>
                      <a:gd name="connsiteY4405" fmla="*/ 734123 h 832404"/>
                      <a:gd name="connsiteX4406" fmla="*/ 1434573 w 3567513"/>
                      <a:gd name="connsiteY4406" fmla="*/ 740595 h 832404"/>
                      <a:gd name="connsiteX4407" fmla="*/ 1433509 w 3567513"/>
                      <a:gd name="connsiteY4407" fmla="*/ 760012 h 832404"/>
                      <a:gd name="connsiteX4408" fmla="*/ 1501868 w 3567513"/>
                      <a:gd name="connsiteY4408" fmla="*/ 789980 h 832404"/>
                      <a:gd name="connsiteX4409" fmla="*/ 1478816 w 3567513"/>
                      <a:gd name="connsiteY4409" fmla="*/ 765598 h 832404"/>
                      <a:gd name="connsiteX4410" fmla="*/ 1456384 w 3567513"/>
                      <a:gd name="connsiteY4410" fmla="*/ 803368 h 832404"/>
                      <a:gd name="connsiteX4411" fmla="*/ 1474338 w 3567513"/>
                      <a:gd name="connsiteY4411" fmla="*/ 753363 h 832404"/>
                      <a:gd name="connsiteX4412" fmla="*/ 1465383 w 3567513"/>
                      <a:gd name="connsiteY4412" fmla="*/ 732394 h 832404"/>
                      <a:gd name="connsiteX4413" fmla="*/ 1457670 w 3567513"/>
                      <a:gd name="connsiteY4413" fmla="*/ 726498 h 832404"/>
                      <a:gd name="connsiteX4414" fmla="*/ 1448183 w 3567513"/>
                      <a:gd name="connsiteY4414" fmla="*/ 722242 h 832404"/>
                      <a:gd name="connsiteX4415" fmla="*/ 1457670 w 3567513"/>
                      <a:gd name="connsiteY4415" fmla="*/ 726498 h 832404"/>
                      <a:gd name="connsiteX4416" fmla="*/ 1476244 w 3567513"/>
                      <a:gd name="connsiteY4416" fmla="*/ 733369 h 832404"/>
                      <a:gd name="connsiteX4417" fmla="*/ 1478417 w 3567513"/>
                      <a:gd name="connsiteY4417" fmla="*/ 735808 h 832404"/>
                      <a:gd name="connsiteX4418" fmla="*/ 1483204 w 3567513"/>
                      <a:gd name="connsiteY4418" fmla="*/ 734965 h 832404"/>
                      <a:gd name="connsiteX4419" fmla="*/ 1510113 w 3567513"/>
                      <a:gd name="connsiteY4419" fmla="*/ 726809 h 832404"/>
                      <a:gd name="connsiteX4420" fmla="*/ 1483692 w 3567513"/>
                      <a:gd name="connsiteY4420" fmla="*/ 740551 h 832404"/>
                      <a:gd name="connsiteX4421" fmla="*/ 1480057 w 3567513"/>
                      <a:gd name="connsiteY4421" fmla="*/ 743166 h 832404"/>
                      <a:gd name="connsiteX4422" fmla="*/ 1485510 w 3567513"/>
                      <a:gd name="connsiteY4422" fmla="*/ 756289 h 832404"/>
                      <a:gd name="connsiteX4423" fmla="*/ 1489455 w 3567513"/>
                      <a:gd name="connsiteY4423" fmla="*/ 772735 h 832404"/>
                      <a:gd name="connsiteX4424" fmla="*/ 1507010 w 3567513"/>
                      <a:gd name="connsiteY4424" fmla="*/ 787497 h 832404"/>
                      <a:gd name="connsiteX4425" fmla="*/ 1537510 w 3567513"/>
                      <a:gd name="connsiteY4425" fmla="*/ 799822 h 832404"/>
                      <a:gd name="connsiteX4426" fmla="*/ 1501868 w 3567513"/>
                      <a:gd name="connsiteY4426" fmla="*/ 789980 h 832404"/>
                      <a:gd name="connsiteX4427" fmla="*/ 1561670 w 3567513"/>
                      <a:gd name="connsiteY4427" fmla="*/ 769942 h 832404"/>
                      <a:gd name="connsiteX4428" fmla="*/ 1553735 w 3567513"/>
                      <a:gd name="connsiteY4428" fmla="*/ 776858 h 832404"/>
                      <a:gd name="connsiteX4429" fmla="*/ 1546819 w 3567513"/>
                      <a:gd name="connsiteY4429" fmla="*/ 773932 h 832404"/>
                      <a:gd name="connsiteX4430" fmla="*/ 1546775 w 3567513"/>
                      <a:gd name="connsiteY4430" fmla="*/ 773977 h 832404"/>
                      <a:gd name="connsiteX4431" fmla="*/ 1533564 w 3567513"/>
                      <a:gd name="connsiteY4431" fmla="*/ 787630 h 832404"/>
                      <a:gd name="connsiteX4432" fmla="*/ 1512507 w 3567513"/>
                      <a:gd name="connsiteY4432" fmla="*/ 784882 h 832404"/>
                      <a:gd name="connsiteX4433" fmla="*/ 1505680 w 3567513"/>
                      <a:gd name="connsiteY4433" fmla="*/ 777745 h 832404"/>
                      <a:gd name="connsiteX4434" fmla="*/ 1506921 w 3567513"/>
                      <a:gd name="connsiteY4434" fmla="*/ 771361 h 832404"/>
                      <a:gd name="connsiteX4435" fmla="*/ 1495706 w 3567513"/>
                      <a:gd name="connsiteY4435" fmla="*/ 763160 h 832404"/>
                      <a:gd name="connsiteX4436" fmla="*/ 1495351 w 3567513"/>
                      <a:gd name="connsiteY4436" fmla="*/ 752609 h 832404"/>
                      <a:gd name="connsiteX4437" fmla="*/ 1500360 w 3567513"/>
                      <a:gd name="connsiteY4437" fmla="*/ 743787 h 832404"/>
                      <a:gd name="connsiteX4438" fmla="*/ 1517561 w 3567513"/>
                      <a:gd name="connsiteY4438" fmla="*/ 737936 h 832404"/>
                      <a:gd name="connsiteX4439" fmla="*/ 1565438 w 3567513"/>
                      <a:gd name="connsiteY4439" fmla="*/ 749994 h 832404"/>
                      <a:gd name="connsiteX4440" fmla="*/ 1560119 w 3567513"/>
                      <a:gd name="connsiteY4440" fmla="*/ 766130 h 832404"/>
                      <a:gd name="connsiteX4441" fmla="*/ 1561670 w 3567513"/>
                      <a:gd name="connsiteY4441" fmla="*/ 769942 h 832404"/>
                      <a:gd name="connsiteX4442" fmla="*/ 1573994 w 3567513"/>
                      <a:gd name="connsiteY4442" fmla="*/ 785857 h 832404"/>
                      <a:gd name="connsiteX4443" fmla="*/ 1569561 w 3567513"/>
                      <a:gd name="connsiteY4443" fmla="*/ 782355 h 832404"/>
                      <a:gd name="connsiteX4444" fmla="*/ 1573640 w 3567513"/>
                      <a:gd name="connsiteY4444" fmla="*/ 778809 h 832404"/>
                      <a:gd name="connsiteX4445" fmla="*/ 1578073 w 3567513"/>
                      <a:gd name="connsiteY4445" fmla="*/ 782311 h 832404"/>
                      <a:gd name="connsiteX4446" fmla="*/ 1573994 w 3567513"/>
                      <a:gd name="connsiteY4446" fmla="*/ 785857 h 832404"/>
                      <a:gd name="connsiteX4447" fmla="*/ 1601967 w 3567513"/>
                      <a:gd name="connsiteY4447" fmla="*/ 753585 h 832404"/>
                      <a:gd name="connsiteX4448" fmla="*/ 1583259 w 3567513"/>
                      <a:gd name="connsiteY4448" fmla="*/ 731064 h 832404"/>
                      <a:gd name="connsiteX4449" fmla="*/ 1559986 w 3567513"/>
                      <a:gd name="connsiteY4449" fmla="*/ 723129 h 832404"/>
                      <a:gd name="connsiteX4450" fmla="*/ 1586939 w 3567513"/>
                      <a:gd name="connsiteY4450" fmla="*/ 730975 h 832404"/>
                      <a:gd name="connsiteX4451" fmla="*/ 1608040 w 3567513"/>
                      <a:gd name="connsiteY4451" fmla="*/ 750260 h 832404"/>
                      <a:gd name="connsiteX4452" fmla="*/ 1641510 w 3567513"/>
                      <a:gd name="connsiteY4452" fmla="*/ 737936 h 832404"/>
                      <a:gd name="connsiteX4453" fmla="*/ 1610700 w 3567513"/>
                      <a:gd name="connsiteY4453" fmla="*/ 754072 h 832404"/>
                      <a:gd name="connsiteX4454" fmla="*/ 1597667 w 3567513"/>
                      <a:gd name="connsiteY4454" fmla="*/ 771716 h 832404"/>
                      <a:gd name="connsiteX4455" fmla="*/ 1593234 w 3567513"/>
                      <a:gd name="connsiteY4455" fmla="*/ 780760 h 832404"/>
                      <a:gd name="connsiteX4456" fmla="*/ 1597667 w 3567513"/>
                      <a:gd name="connsiteY4456" fmla="*/ 771716 h 832404"/>
                      <a:gd name="connsiteX4457" fmla="*/ 1600282 w 3567513"/>
                      <a:gd name="connsiteY4457" fmla="*/ 764667 h 832404"/>
                      <a:gd name="connsiteX4458" fmla="*/ 1601967 w 3567513"/>
                      <a:gd name="connsiteY4458" fmla="*/ 753585 h 832404"/>
                      <a:gd name="connsiteX4459" fmla="*/ 1659110 w 3567513"/>
                      <a:gd name="connsiteY4459" fmla="*/ 782577 h 832404"/>
                      <a:gd name="connsiteX4460" fmla="*/ 1639072 w 3567513"/>
                      <a:gd name="connsiteY4460" fmla="*/ 804875 h 832404"/>
                      <a:gd name="connsiteX4461" fmla="*/ 1625817 w 3567513"/>
                      <a:gd name="connsiteY4461" fmla="*/ 812411 h 832404"/>
                      <a:gd name="connsiteX4462" fmla="*/ 1609991 w 3567513"/>
                      <a:gd name="connsiteY4462" fmla="*/ 811569 h 832404"/>
                      <a:gd name="connsiteX4463" fmla="*/ 1603341 w 3567513"/>
                      <a:gd name="connsiteY4463" fmla="*/ 794768 h 832404"/>
                      <a:gd name="connsiteX4464" fmla="*/ 1613005 w 3567513"/>
                      <a:gd name="connsiteY4464" fmla="*/ 778321 h 832404"/>
                      <a:gd name="connsiteX4465" fmla="*/ 1617084 w 3567513"/>
                      <a:gd name="connsiteY4465" fmla="*/ 772513 h 832404"/>
                      <a:gd name="connsiteX4466" fmla="*/ 1615710 w 3567513"/>
                      <a:gd name="connsiteY4466" fmla="*/ 769854 h 832404"/>
                      <a:gd name="connsiteX4467" fmla="*/ 1617350 w 3567513"/>
                      <a:gd name="connsiteY4467" fmla="*/ 762628 h 832404"/>
                      <a:gd name="connsiteX4468" fmla="*/ 1629098 w 3567513"/>
                      <a:gd name="connsiteY4468" fmla="*/ 749905 h 832404"/>
                      <a:gd name="connsiteX4469" fmla="*/ 1649312 w 3567513"/>
                      <a:gd name="connsiteY4469" fmla="*/ 746403 h 832404"/>
                      <a:gd name="connsiteX4470" fmla="*/ 1656583 w 3567513"/>
                      <a:gd name="connsiteY4470" fmla="*/ 750792 h 832404"/>
                      <a:gd name="connsiteX4471" fmla="*/ 1663764 w 3567513"/>
                      <a:gd name="connsiteY4471" fmla="*/ 747999 h 832404"/>
                      <a:gd name="connsiteX4472" fmla="*/ 1669660 w 3567513"/>
                      <a:gd name="connsiteY4472" fmla="*/ 757308 h 832404"/>
                      <a:gd name="connsiteX4473" fmla="*/ 1659110 w 3567513"/>
                      <a:gd name="connsiteY4473" fmla="*/ 782577 h 832404"/>
                      <a:gd name="connsiteX4474" fmla="*/ 1659553 w 3567513"/>
                      <a:gd name="connsiteY4474" fmla="*/ 714839 h 832404"/>
                      <a:gd name="connsiteX4475" fmla="*/ 1654100 w 3567513"/>
                      <a:gd name="connsiteY4475" fmla="*/ 716745 h 832404"/>
                      <a:gd name="connsiteX4476" fmla="*/ 1649490 w 3567513"/>
                      <a:gd name="connsiteY4476" fmla="*/ 715903 h 832404"/>
                      <a:gd name="connsiteX4477" fmla="*/ 1624443 w 3567513"/>
                      <a:gd name="connsiteY4477" fmla="*/ 723572 h 832404"/>
                      <a:gd name="connsiteX4478" fmla="*/ 1608129 w 3567513"/>
                      <a:gd name="connsiteY4478" fmla="*/ 715770 h 832404"/>
                      <a:gd name="connsiteX4479" fmla="*/ 1613005 w 3567513"/>
                      <a:gd name="connsiteY4479" fmla="*/ 703313 h 832404"/>
                      <a:gd name="connsiteX4480" fmla="*/ 1666336 w 3567513"/>
                      <a:gd name="connsiteY4480" fmla="*/ 687443 h 832404"/>
                      <a:gd name="connsiteX4481" fmla="*/ 1684556 w 3567513"/>
                      <a:gd name="connsiteY4481" fmla="*/ 687265 h 832404"/>
                      <a:gd name="connsiteX4482" fmla="*/ 1688989 w 3567513"/>
                      <a:gd name="connsiteY4482" fmla="*/ 696841 h 832404"/>
                      <a:gd name="connsiteX4483" fmla="*/ 1680211 w 3567513"/>
                      <a:gd name="connsiteY4483" fmla="*/ 704421 h 832404"/>
                      <a:gd name="connsiteX4484" fmla="*/ 1659553 w 3567513"/>
                      <a:gd name="connsiteY4484" fmla="*/ 714839 h 832404"/>
                      <a:gd name="connsiteX4485" fmla="*/ 1694131 w 3567513"/>
                      <a:gd name="connsiteY4485" fmla="*/ 736827 h 832404"/>
                      <a:gd name="connsiteX4486" fmla="*/ 1716873 w 3567513"/>
                      <a:gd name="connsiteY4486" fmla="*/ 718252 h 832404"/>
                      <a:gd name="connsiteX4487" fmla="*/ 1747949 w 3567513"/>
                      <a:gd name="connsiteY4487" fmla="*/ 713775 h 832404"/>
                      <a:gd name="connsiteX4488" fmla="*/ 1771045 w 3567513"/>
                      <a:gd name="connsiteY4488" fmla="*/ 716347 h 832404"/>
                      <a:gd name="connsiteX4489" fmla="*/ 1740679 w 3567513"/>
                      <a:gd name="connsiteY4489" fmla="*/ 717366 h 832404"/>
                      <a:gd name="connsiteX4490" fmla="*/ 1713105 w 3567513"/>
                      <a:gd name="connsiteY4490" fmla="*/ 723749 h 832404"/>
                      <a:gd name="connsiteX4491" fmla="*/ 1685043 w 3567513"/>
                      <a:gd name="connsiteY4491" fmla="*/ 762805 h 832404"/>
                      <a:gd name="connsiteX4492" fmla="*/ 1694131 w 3567513"/>
                      <a:gd name="connsiteY4492" fmla="*/ 736827 h 832404"/>
                      <a:gd name="connsiteX4493" fmla="*/ 1771178 w 3567513"/>
                      <a:gd name="connsiteY4493" fmla="*/ 754914 h 832404"/>
                      <a:gd name="connsiteX4494" fmla="*/ 1764795 w 3567513"/>
                      <a:gd name="connsiteY4494" fmla="*/ 758904 h 832404"/>
                      <a:gd name="connsiteX4495" fmla="*/ 1764263 w 3567513"/>
                      <a:gd name="connsiteY4495" fmla="*/ 759170 h 832404"/>
                      <a:gd name="connsiteX4496" fmla="*/ 1711464 w 3567513"/>
                      <a:gd name="connsiteY4496" fmla="*/ 808023 h 832404"/>
                      <a:gd name="connsiteX4497" fmla="*/ 1701091 w 3567513"/>
                      <a:gd name="connsiteY4497" fmla="*/ 808599 h 832404"/>
                      <a:gd name="connsiteX4498" fmla="*/ 1691250 w 3567513"/>
                      <a:gd name="connsiteY4498" fmla="*/ 800309 h 832404"/>
                      <a:gd name="connsiteX4499" fmla="*/ 1690452 w 3567513"/>
                      <a:gd name="connsiteY4499" fmla="*/ 788473 h 832404"/>
                      <a:gd name="connsiteX4500" fmla="*/ 1711287 w 3567513"/>
                      <a:gd name="connsiteY4500" fmla="*/ 750038 h 832404"/>
                      <a:gd name="connsiteX4501" fmla="*/ 1749013 w 3567513"/>
                      <a:gd name="connsiteY4501" fmla="*/ 731419 h 832404"/>
                      <a:gd name="connsiteX4502" fmla="*/ 1763332 w 3567513"/>
                      <a:gd name="connsiteY4502" fmla="*/ 740108 h 832404"/>
                      <a:gd name="connsiteX4503" fmla="*/ 1768208 w 3567513"/>
                      <a:gd name="connsiteY4503" fmla="*/ 741349 h 832404"/>
                      <a:gd name="connsiteX4504" fmla="*/ 1769272 w 3567513"/>
                      <a:gd name="connsiteY4504" fmla="*/ 741260 h 832404"/>
                      <a:gd name="connsiteX4505" fmla="*/ 1777917 w 3567513"/>
                      <a:gd name="connsiteY4505" fmla="*/ 748131 h 832404"/>
                      <a:gd name="connsiteX4506" fmla="*/ 1771178 w 3567513"/>
                      <a:gd name="connsiteY4506" fmla="*/ 754914 h 832404"/>
                      <a:gd name="connsiteX4507" fmla="*/ 1767676 w 3567513"/>
                      <a:gd name="connsiteY4507" fmla="*/ 674143 h 832404"/>
                      <a:gd name="connsiteX4508" fmla="*/ 1762578 w 3567513"/>
                      <a:gd name="connsiteY4508" fmla="*/ 683630 h 832404"/>
                      <a:gd name="connsiteX4509" fmla="*/ 1751495 w 3567513"/>
                      <a:gd name="connsiteY4509" fmla="*/ 687265 h 832404"/>
                      <a:gd name="connsiteX4510" fmla="*/ 1743870 w 3567513"/>
                      <a:gd name="connsiteY4510" fmla="*/ 682079 h 832404"/>
                      <a:gd name="connsiteX4511" fmla="*/ 1736378 w 3567513"/>
                      <a:gd name="connsiteY4511" fmla="*/ 658317 h 832404"/>
                      <a:gd name="connsiteX4512" fmla="*/ 1737531 w 3567513"/>
                      <a:gd name="connsiteY4512" fmla="*/ 623340 h 832404"/>
                      <a:gd name="connsiteX4513" fmla="*/ 1757524 w 3567513"/>
                      <a:gd name="connsiteY4513" fmla="*/ 590402 h 832404"/>
                      <a:gd name="connsiteX4514" fmla="*/ 1786561 w 3567513"/>
                      <a:gd name="connsiteY4514" fmla="*/ 595633 h 832404"/>
                      <a:gd name="connsiteX4515" fmla="*/ 1801722 w 3567513"/>
                      <a:gd name="connsiteY4515" fmla="*/ 596298 h 832404"/>
                      <a:gd name="connsiteX4516" fmla="*/ 1806155 w 3567513"/>
                      <a:gd name="connsiteY4516" fmla="*/ 605874 h 832404"/>
                      <a:gd name="connsiteX4517" fmla="*/ 1797378 w 3567513"/>
                      <a:gd name="connsiteY4517" fmla="*/ 613454 h 832404"/>
                      <a:gd name="connsiteX4518" fmla="*/ 1792945 w 3567513"/>
                      <a:gd name="connsiteY4518" fmla="*/ 615671 h 832404"/>
                      <a:gd name="connsiteX4519" fmla="*/ 1787714 w 3567513"/>
                      <a:gd name="connsiteY4519" fmla="*/ 618286 h 832404"/>
                      <a:gd name="connsiteX4520" fmla="*/ 1787403 w 3567513"/>
                      <a:gd name="connsiteY4520" fmla="*/ 618463 h 832404"/>
                      <a:gd name="connsiteX4521" fmla="*/ 1784965 w 3567513"/>
                      <a:gd name="connsiteY4521" fmla="*/ 626709 h 832404"/>
                      <a:gd name="connsiteX4522" fmla="*/ 1767676 w 3567513"/>
                      <a:gd name="connsiteY4522" fmla="*/ 674143 h 832404"/>
                      <a:gd name="connsiteX4523" fmla="*/ 1790241 w 3567513"/>
                      <a:gd name="connsiteY4523" fmla="*/ 764002 h 832404"/>
                      <a:gd name="connsiteX4524" fmla="*/ 1785808 w 3567513"/>
                      <a:gd name="connsiteY4524" fmla="*/ 760500 h 832404"/>
                      <a:gd name="connsiteX4525" fmla="*/ 1789886 w 3567513"/>
                      <a:gd name="connsiteY4525" fmla="*/ 756953 h 832404"/>
                      <a:gd name="connsiteX4526" fmla="*/ 1794319 w 3567513"/>
                      <a:gd name="connsiteY4526" fmla="*/ 760456 h 832404"/>
                      <a:gd name="connsiteX4527" fmla="*/ 1790241 w 3567513"/>
                      <a:gd name="connsiteY4527" fmla="*/ 764002 h 832404"/>
                      <a:gd name="connsiteX4528" fmla="*/ 1813825 w 3567513"/>
                      <a:gd name="connsiteY4528" fmla="*/ 812146 h 832404"/>
                      <a:gd name="connsiteX4529" fmla="*/ 1798043 w 3567513"/>
                      <a:gd name="connsiteY4529" fmla="*/ 813875 h 832404"/>
                      <a:gd name="connsiteX4530" fmla="*/ 1813825 w 3567513"/>
                      <a:gd name="connsiteY4530" fmla="*/ 812146 h 832404"/>
                      <a:gd name="connsiteX4531" fmla="*/ 1815243 w 3567513"/>
                      <a:gd name="connsiteY4531" fmla="*/ 811347 h 832404"/>
                      <a:gd name="connsiteX4532" fmla="*/ 1822248 w 3567513"/>
                      <a:gd name="connsiteY4532" fmla="*/ 795566 h 832404"/>
                      <a:gd name="connsiteX4533" fmla="*/ 1826193 w 3567513"/>
                      <a:gd name="connsiteY4533" fmla="*/ 776415 h 832404"/>
                      <a:gd name="connsiteX4534" fmla="*/ 1832887 w 3567513"/>
                      <a:gd name="connsiteY4534" fmla="*/ 773400 h 832404"/>
                      <a:gd name="connsiteX4535" fmla="*/ 1829695 w 3567513"/>
                      <a:gd name="connsiteY4535" fmla="*/ 790158 h 832404"/>
                      <a:gd name="connsiteX4536" fmla="*/ 1834306 w 3567513"/>
                      <a:gd name="connsiteY4536" fmla="*/ 807003 h 832404"/>
                      <a:gd name="connsiteX4537" fmla="*/ 1840157 w 3567513"/>
                      <a:gd name="connsiteY4537" fmla="*/ 817421 h 832404"/>
                      <a:gd name="connsiteX4538" fmla="*/ 1813825 w 3567513"/>
                      <a:gd name="connsiteY4538" fmla="*/ 812146 h 832404"/>
                      <a:gd name="connsiteX4539" fmla="*/ 1874203 w 3567513"/>
                      <a:gd name="connsiteY4539" fmla="*/ 811924 h 832404"/>
                      <a:gd name="connsiteX4540" fmla="*/ 1872120 w 3567513"/>
                      <a:gd name="connsiteY4540" fmla="*/ 813608 h 832404"/>
                      <a:gd name="connsiteX4541" fmla="*/ 1868839 w 3567513"/>
                      <a:gd name="connsiteY4541" fmla="*/ 813608 h 832404"/>
                      <a:gd name="connsiteX4542" fmla="*/ 1855983 w 3567513"/>
                      <a:gd name="connsiteY4542" fmla="*/ 806516 h 832404"/>
                      <a:gd name="connsiteX4543" fmla="*/ 1847605 w 3567513"/>
                      <a:gd name="connsiteY4543" fmla="*/ 796408 h 832404"/>
                      <a:gd name="connsiteX4544" fmla="*/ 1848979 w 3567513"/>
                      <a:gd name="connsiteY4544" fmla="*/ 779429 h 832404"/>
                      <a:gd name="connsiteX4545" fmla="*/ 1860239 w 3567513"/>
                      <a:gd name="connsiteY4545" fmla="*/ 765731 h 832404"/>
                      <a:gd name="connsiteX4546" fmla="*/ 1876996 w 3567513"/>
                      <a:gd name="connsiteY4546" fmla="*/ 769854 h 832404"/>
                      <a:gd name="connsiteX4547" fmla="*/ 1874203 w 3567513"/>
                      <a:gd name="connsiteY4547" fmla="*/ 811924 h 832404"/>
                      <a:gd name="connsiteX4548" fmla="*/ 1888611 w 3567513"/>
                      <a:gd name="connsiteY4548" fmla="*/ 680837 h 832404"/>
                      <a:gd name="connsiteX4549" fmla="*/ 1884444 w 3567513"/>
                      <a:gd name="connsiteY4549" fmla="*/ 685891 h 832404"/>
                      <a:gd name="connsiteX4550" fmla="*/ 1871233 w 3567513"/>
                      <a:gd name="connsiteY4550" fmla="*/ 699545 h 832404"/>
                      <a:gd name="connsiteX4551" fmla="*/ 1861658 w 3567513"/>
                      <a:gd name="connsiteY4551" fmla="*/ 700698 h 832404"/>
                      <a:gd name="connsiteX4552" fmla="*/ 1850265 w 3567513"/>
                      <a:gd name="connsiteY4552" fmla="*/ 720646 h 832404"/>
                      <a:gd name="connsiteX4553" fmla="*/ 1820208 w 3567513"/>
                      <a:gd name="connsiteY4553" fmla="*/ 728759 h 832404"/>
                      <a:gd name="connsiteX4554" fmla="*/ 1805934 w 3567513"/>
                      <a:gd name="connsiteY4554" fmla="*/ 718873 h 832404"/>
                      <a:gd name="connsiteX4555" fmla="*/ 1797999 w 3567513"/>
                      <a:gd name="connsiteY4555" fmla="*/ 707258 h 832404"/>
                      <a:gd name="connsiteX4556" fmla="*/ 1813381 w 3567513"/>
                      <a:gd name="connsiteY4556" fmla="*/ 671262 h 832404"/>
                      <a:gd name="connsiteX4557" fmla="*/ 1859397 w 3567513"/>
                      <a:gd name="connsiteY4557" fmla="*/ 645683 h 832404"/>
                      <a:gd name="connsiteX4558" fmla="*/ 1859042 w 3567513"/>
                      <a:gd name="connsiteY4558" fmla="*/ 645550 h 832404"/>
                      <a:gd name="connsiteX4559" fmla="*/ 1859840 w 3567513"/>
                      <a:gd name="connsiteY4559" fmla="*/ 645550 h 832404"/>
                      <a:gd name="connsiteX4560" fmla="*/ 1859397 w 3567513"/>
                      <a:gd name="connsiteY4560" fmla="*/ 645727 h 832404"/>
                      <a:gd name="connsiteX4561" fmla="*/ 1877484 w 3567513"/>
                      <a:gd name="connsiteY4561" fmla="*/ 653175 h 832404"/>
                      <a:gd name="connsiteX4562" fmla="*/ 1877085 w 3567513"/>
                      <a:gd name="connsiteY4562" fmla="*/ 654416 h 832404"/>
                      <a:gd name="connsiteX4563" fmla="*/ 1879302 w 3567513"/>
                      <a:gd name="connsiteY4563" fmla="*/ 658849 h 832404"/>
                      <a:gd name="connsiteX4564" fmla="*/ 1874203 w 3567513"/>
                      <a:gd name="connsiteY4564" fmla="*/ 665322 h 832404"/>
                      <a:gd name="connsiteX4565" fmla="*/ 1876908 w 3567513"/>
                      <a:gd name="connsiteY4565" fmla="*/ 666164 h 832404"/>
                      <a:gd name="connsiteX4566" fmla="*/ 1888611 w 3567513"/>
                      <a:gd name="connsiteY4566" fmla="*/ 680837 h 832404"/>
                      <a:gd name="connsiteX4567" fmla="*/ 1887192 w 3567513"/>
                      <a:gd name="connsiteY4567" fmla="*/ 671262 h 832404"/>
                      <a:gd name="connsiteX4568" fmla="*/ 1891271 w 3567513"/>
                      <a:gd name="connsiteY4568" fmla="*/ 667716 h 832404"/>
                      <a:gd name="connsiteX4569" fmla="*/ 1895704 w 3567513"/>
                      <a:gd name="connsiteY4569" fmla="*/ 671217 h 832404"/>
                      <a:gd name="connsiteX4570" fmla="*/ 1891626 w 3567513"/>
                      <a:gd name="connsiteY4570" fmla="*/ 674764 h 832404"/>
                      <a:gd name="connsiteX4571" fmla="*/ 1887192 w 3567513"/>
                      <a:gd name="connsiteY4571" fmla="*/ 671262 h 832404"/>
                      <a:gd name="connsiteX4572" fmla="*/ 1916052 w 3567513"/>
                      <a:gd name="connsiteY4572" fmla="*/ 760633 h 832404"/>
                      <a:gd name="connsiteX4573" fmla="*/ 1925627 w 3567513"/>
                      <a:gd name="connsiteY4573" fmla="*/ 778676 h 832404"/>
                      <a:gd name="connsiteX4574" fmla="*/ 1932587 w 3567513"/>
                      <a:gd name="connsiteY4574" fmla="*/ 797339 h 832404"/>
                      <a:gd name="connsiteX4575" fmla="*/ 1934893 w 3567513"/>
                      <a:gd name="connsiteY4575" fmla="*/ 799334 h 832404"/>
                      <a:gd name="connsiteX4576" fmla="*/ 1932587 w 3567513"/>
                      <a:gd name="connsiteY4576" fmla="*/ 797339 h 832404"/>
                      <a:gd name="connsiteX4577" fmla="*/ 1922436 w 3567513"/>
                      <a:gd name="connsiteY4577" fmla="*/ 782710 h 832404"/>
                      <a:gd name="connsiteX4578" fmla="*/ 1912417 w 3567513"/>
                      <a:gd name="connsiteY4578" fmla="*/ 764844 h 832404"/>
                      <a:gd name="connsiteX4579" fmla="*/ 1896945 w 3567513"/>
                      <a:gd name="connsiteY4579" fmla="*/ 755845 h 832404"/>
                      <a:gd name="connsiteX4580" fmla="*/ 1892601 w 3567513"/>
                      <a:gd name="connsiteY4580" fmla="*/ 755535 h 832404"/>
                      <a:gd name="connsiteX4581" fmla="*/ 1896945 w 3567513"/>
                      <a:gd name="connsiteY4581" fmla="*/ 755845 h 832404"/>
                      <a:gd name="connsiteX4582" fmla="*/ 1918401 w 3567513"/>
                      <a:gd name="connsiteY4582" fmla="*/ 747378 h 832404"/>
                      <a:gd name="connsiteX4583" fmla="*/ 1944778 w 3567513"/>
                      <a:gd name="connsiteY4583" fmla="*/ 716391 h 832404"/>
                      <a:gd name="connsiteX4584" fmla="*/ 1946197 w 3567513"/>
                      <a:gd name="connsiteY4584" fmla="*/ 686379 h 832404"/>
                      <a:gd name="connsiteX4585" fmla="*/ 1954265 w 3567513"/>
                      <a:gd name="connsiteY4585" fmla="*/ 704200 h 832404"/>
                      <a:gd name="connsiteX4586" fmla="*/ 1950054 w 3567513"/>
                      <a:gd name="connsiteY4586" fmla="*/ 727917 h 832404"/>
                      <a:gd name="connsiteX4587" fmla="*/ 1936932 w 3567513"/>
                      <a:gd name="connsiteY4587" fmla="*/ 740595 h 832404"/>
                      <a:gd name="connsiteX4588" fmla="*/ 1918091 w 3567513"/>
                      <a:gd name="connsiteY4588" fmla="*/ 755535 h 832404"/>
                      <a:gd name="connsiteX4589" fmla="*/ 1915830 w 3567513"/>
                      <a:gd name="connsiteY4589" fmla="*/ 758239 h 832404"/>
                      <a:gd name="connsiteX4590" fmla="*/ 1916052 w 3567513"/>
                      <a:gd name="connsiteY4590" fmla="*/ 760633 h 832404"/>
                      <a:gd name="connsiteX4591" fmla="*/ 2008881 w 3567513"/>
                      <a:gd name="connsiteY4591" fmla="*/ 742014 h 832404"/>
                      <a:gd name="connsiteX4592" fmla="*/ 1997532 w 3567513"/>
                      <a:gd name="connsiteY4592" fmla="*/ 754515 h 832404"/>
                      <a:gd name="connsiteX4593" fmla="*/ 1978780 w 3567513"/>
                      <a:gd name="connsiteY4593" fmla="*/ 769544 h 832404"/>
                      <a:gd name="connsiteX4594" fmla="*/ 1963885 w 3567513"/>
                      <a:gd name="connsiteY4594" fmla="*/ 777612 h 832404"/>
                      <a:gd name="connsiteX4595" fmla="*/ 1946862 w 3567513"/>
                      <a:gd name="connsiteY4595" fmla="*/ 774863 h 832404"/>
                      <a:gd name="connsiteX4596" fmla="*/ 1945532 w 3567513"/>
                      <a:gd name="connsiteY4596" fmla="*/ 757086 h 832404"/>
                      <a:gd name="connsiteX4597" fmla="*/ 1958876 w 3567513"/>
                      <a:gd name="connsiteY4597" fmla="*/ 742058 h 832404"/>
                      <a:gd name="connsiteX4598" fmla="*/ 1975367 w 3567513"/>
                      <a:gd name="connsiteY4598" fmla="*/ 710096 h 832404"/>
                      <a:gd name="connsiteX4599" fmla="*/ 1972618 w 3567513"/>
                      <a:gd name="connsiteY4599" fmla="*/ 705884 h 832404"/>
                      <a:gd name="connsiteX4600" fmla="*/ 1974259 w 3567513"/>
                      <a:gd name="connsiteY4600" fmla="*/ 698658 h 832404"/>
                      <a:gd name="connsiteX4601" fmla="*/ 1986006 w 3567513"/>
                      <a:gd name="connsiteY4601" fmla="*/ 685936 h 832404"/>
                      <a:gd name="connsiteX4602" fmla="*/ 2006221 w 3567513"/>
                      <a:gd name="connsiteY4602" fmla="*/ 682433 h 832404"/>
                      <a:gd name="connsiteX4603" fmla="*/ 2017703 w 3567513"/>
                      <a:gd name="connsiteY4603" fmla="*/ 691743 h 832404"/>
                      <a:gd name="connsiteX4604" fmla="*/ 2022934 w 3567513"/>
                      <a:gd name="connsiteY4604" fmla="*/ 692230 h 832404"/>
                      <a:gd name="connsiteX4605" fmla="*/ 2039514 w 3567513"/>
                      <a:gd name="connsiteY4605" fmla="*/ 695555 h 832404"/>
                      <a:gd name="connsiteX4606" fmla="*/ 2039957 w 3567513"/>
                      <a:gd name="connsiteY4606" fmla="*/ 694669 h 832404"/>
                      <a:gd name="connsiteX4607" fmla="*/ 2041198 w 3567513"/>
                      <a:gd name="connsiteY4607" fmla="*/ 696575 h 832404"/>
                      <a:gd name="connsiteX4608" fmla="*/ 2040932 w 3567513"/>
                      <a:gd name="connsiteY4608" fmla="*/ 709475 h 832404"/>
                      <a:gd name="connsiteX4609" fmla="*/ 2038317 w 3567513"/>
                      <a:gd name="connsiteY4609" fmla="*/ 717322 h 832404"/>
                      <a:gd name="connsiteX4610" fmla="*/ 2022757 w 3567513"/>
                      <a:gd name="connsiteY4610" fmla="*/ 724281 h 832404"/>
                      <a:gd name="connsiteX4611" fmla="*/ 2016949 w 3567513"/>
                      <a:gd name="connsiteY4611" fmla="*/ 727651 h 832404"/>
                      <a:gd name="connsiteX4612" fmla="*/ 2008881 w 3567513"/>
                      <a:gd name="connsiteY4612" fmla="*/ 742014 h 832404"/>
                      <a:gd name="connsiteX4613" fmla="*/ 2036100 w 3567513"/>
                      <a:gd name="connsiteY4613" fmla="*/ 736650 h 832404"/>
                      <a:gd name="connsiteX4614" fmla="*/ 2031667 w 3567513"/>
                      <a:gd name="connsiteY4614" fmla="*/ 733148 h 832404"/>
                      <a:gd name="connsiteX4615" fmla="*/ 2035746 w 3567513"/>
                      <a:gd name="connsiteY4615" fmla="*/ 729601 h 832404"/>
                      <a:gd name="connsiteX4616" fmla="*/ 2040179 w 3567513"/>
                      <a:gd name="connsiteY4616" fmla="*/ 733104 h 832404"/>
                      <a:gd name="connsiteX4617" fmla="*/ 2036100 w 3567513"/>
                      <a:gd name="connsiteY4617" fmla="*/ 736650 h 832404"/>
                      <a:gd name="connsiteX4618" fmla="*/ 2073781 w 3567513"/>
                      <a:gd name="connsiteY4618" fmla="*/ 780892 h 832404"/>
                      <a:gd name="connsiteX4619" fmla="*/ 2072806 w 3567513"/>
                      <a:gd name="connsiteY4619" fmla="*/ 748220 h 832404"/>
                      <a:gd name="connsiteX4620" fmla="*/ 2039735 w 3567513"/>
                      <a:gd name="connsiteY4620" fmla="*/ 792906 h 832404"/>
                      <a:gd name="connsiteX4621" fmla="*/ 2065491 w 3567513"/>
                      <a:gd name="connsiteY4621" fmla="*/ 718474 h 832404"/>
                      <a:gd name="connsiteX4622" fmla="*/ 2055606 w 3567513"/>
                      <a:gd name="connsiteY4622" fmla="*/ 696841 h 832404"/>
                      <a:gd name="connsiteX4623" fmla="*/ 2041996 w 3567513"/>
                      <a:gd name="connsiteY4623" fmla="*/ 687664 h 832404"/>
                      <a:gd name="connsiteX4624" fmla="*/ 2059241 w 3567513"/>
                      <a:gd name="connsiteY4624" fmla="*/ 692319 h 832404"/>
                      <a:gd name="connsiteX4625" fmla="*/ 2067797 w 3567513"/>
                      <a:gd name="connsiteY4625" fmla="*/ 700032 h 832404"/>
                      <a:gd name="connsiteX4626" fmla="*/ 2074579 w 3567513"/>
                      <a:gd name="connsiteY4626" fmla="*/ 725567 h 832404"/>
                      <a:gd name="connsiteX4627" fmla="*/ 2082515 w 3567513"/>
                      <a:gd name="connsiteY4627" fmla="*/ 722907 h 832404"/>
                      <a:gd name="connsiteX4628" fmla="*/ 2106276 w 3567513"/>
                      <a:gd name="connsiteY4628" fmla="*/ 717144 h 832404"/>
                      <a:gd name="connsiteX4629" fmla="*/ 2088854 w 3567513"/>
                      <a:gd name="connsiteY4629" fmla="*/ 722641 h 832404"/>
                      <a:gd name="connsiteX4630" fmla="*/ 2082692 w 3567513"/>
                      <a:gd name="connsiteY4630" fmla="*/ 725700 h 832404"/>
                      <a:gd name="connsiteX4631" fmla="*/ 2080431 w 3567513"/>
                      <a:gd name="connsiteY4631" fmla="*/ 730975 h 832404"/>
                      <a:gd name="connsiteX4632" fmla="*/ 2073781 w 3567513"/>
                      <a:gd name="connsiteY4632" fmla="*/ 780892 h 832404"/>
                      <a:gd name="connsiteX4633" fmla="*/ 2145066 w 3567513"/>
                      <a:gd name="connsiteY4633" fmla="*/ 748486 h 832404"/>
                      <a:gd name="connsiteX4634" fmla="*/ 2112793 w 3567513"/>
                      <a:gd name="connsiteY4634" fmla="*/ 807668 h 832404"/>
                      <a:gd name="connsiteX4635" fmla="*/ 2100690 w 3567513"/>
                      <a:gd name="connsiteY4635" fmla="*/ 810860 h 832404"/>
                      <a:gd name="connsiteX4636" fmla="*/ 2095282 w 3567513"/>
                      <a:gd name="connsiteY4636" fmla="*/ 803900 h 832404"/>
                      <a:gd name="connsiteX4637" fmla="*/ 2097410 w 3567513"/>
                      <a:gd name="connsiteY4637" fmla="*/ 757042 h 832404"/>
                      <a:gd name="connsiteX4638" fmla="*/ 2092489 w 3567513"/>
                      <a:gd name="connsiteY4638" fmla="*/ 758727 h 832404"/>
                      <a:gd name="connsiteX4639" fmla="*/ 2082515 w 3567513"/>
                      <a:gd name="connsiteY4639" fmla="*/ 751634 h 832404"/>
                      <a:gd name="connsiteX4640" fmla="*/ 2086327 w 3567513"/>
                      <a:gd name="connsiteY4640" fmla="*/ 740595 h 832404"/>
                      <a:gd name="connsiteX4641" fmla="*/ 2098828 w 3567513"/>
                      <a:gd name="connsiteY4641" fmla="*/ 731552 h 832404"/>
                      <a:gd name="connsiteX4642" fmla="*/ 2120728 w 3567513"/>
                      <a:gd name="connsiteY4642" fmla="*/ 728360 h 832404"/>
                      <a:gd name="connsiteX4643" fmla="*/ 2127599 w 3567513"/>
                      <a:gd name="connsiteY4643" fmla="*/ 727474 h 832404"/>
                      <a:gd name="connsiteX4644" fmla="*/ 2151139 w 3567513"/>
                      <a:gd name="connsiteY4644" fmla="*/ 732837 h 832404"/>
                      <a:gd name="connsiteX4645" fmla="*/ 2145066 w 3567513"/>
                      <a:gd name="connsiteY4645" fmla="*/ 748486 h 832404"/>
                      <a:gd name="connsiteX4646" fmla="*/ 2144090 w 3567513"/>
                      <a:gd name="connsiteY4646" fmla="*/ 675340 h 832404"/>
                      <a:gd name="connsiteX4647" fmla="*/ 2145775 w 3567513"/>
                      <a:gd name="connsiteY4647" fmla="*/ 676049 h 832404"/>
                      <a:gd name="connsiteX4648" fmla="*/ 2150208 w 3567513"/>
                      <a:gd name="connsiteY4648" fmla="*/ 685625 h 832404"/>
                      <a:gd name="connsiteX4649" fmla="*/ 2141430 w 3567513"/>
                      <a:gd name="connsiteY4649" fmla="*/ 693206 h 832404"/>
                      <a:gd name="connsiteX4650" fmla="*/ 2120728 w 3567513"/>
                      <a:gd name="connsiteY4650" fmla="*/ 703535 h 832404"/>
                      <a:gd name="connsiteX4651" fmla="*/ 2115275 w 3567513"/>
                      <a:gd name="connsiteY4651" fmla="*/ 705441 h 832404"/>
                      <a:gd name="connsiteX4652" fmla="*/ 2105434 w 3567513"/>
                      <a:gd name="connsiteY4652" fmla="*/ 698747 h 832404"/>
                      <a:gd name="connsiteX4653" fmla="*/ 2104991 w 3567513"/>
                      <a:gd name="connsiteY4653" fmla="*/ 698924 h 832404"/>
                      <a:gd name="connsiteX4654" fmla="*/ 2090007 w 3567513"/>
                      <a:gd name="connsiteY4654" fmla="*/ 703092 h 832404"/>
                      <a:gd name="connsiteX4655" fmla="*/ 2084642 w 3567513"/>
                      <a:gd name="connsiteY4655" fmla="*/ 701673 h 832404"/>
                      <a:gd name="connsiteX4656" fmla="*/ 2083667 w 3567513"/>
                      <a:gd name="connsiteY4656" fmla="*/ 699456 h 832404"/>
                      <a:gd name="connsiteX4657" fmla="*/ 2090494 w 3567513"/>
                      <a:gd name="connsiteY4657" fmla="*/ 683098 h 832404"/>
                      <a:gd name="connsiteX4658" fmla="*/ 2106764 w 3567513"/>
                      <a:gd name="connsiteY4658" fmla="*/ 671616 h 832404"/>
                      <a:gd name="connsiteX4659" fmla="*/ 2119930 w 3567513"/>
                      <a:gd name="connsiteY4659" fmla="*/ 664213 h 832404"/>
                      <a:gd name="connsiteX4660" fmla="*/ 2153799 w 3567513"/>
                      <a:gd name="connsiteY4660" fmla="*/ 665277 h 832404"/>
                      <a:gd name="connsiteX4661" fmla="*/ 2144090 w 3567513"/>
                      <a:gd name="connsiteY4661" fmla="*/ 675340 h 832404"/>
                      <a:gd name="connsiteX4662" fmla="*/ 2144489 w 3567513"/>
                      <a:gd name="connsiteY4662" fmla="*/ 646436 h 832404"/>
                      <a:gd name="connsiteX4663" fmla="*/ 2124496 w 3567513"/>
                      <a:gd name="connsiteY4663" fmla="*/ 647767 h 832404"/>
                      <a:gd name="connsiteX4664" fmla="*/ 2114655 w 3567513"/>
                      <a:gd name="connsiteY4664" fmla="*/ 652155 h 832404"/>
                      <a:gd name="connsiteX4665" fmla="*/ 2124496 w 3567513"/>
                      <a:gd name="connsiteY4665" fmla="*/ 647767 h 832404"/>
                      <a:gd name="connsiteX4666" fmla="*/ 2138593 w 3567513"/>
                      <a:gd name="connsiteY4666" fmla="*/ 633580 h 832404"/>
                      <a:gd name="connsiteX4667" fmla="*/ 2140987 w 3567513"/>
                      <a:gd name="connsiteY4667" fmla="*/ 608888 h 832404"/>
                      <a:gd name="connsiteX4668" fmla="*/ 2143204 w 3567513"/>
                      <a:gd name="connsiteY4668" fmla="*/ 635708 h 832404"/>
                      <a:gd name="connsiteX4669" fmla="*/ 2144002 w 3567513"/>
                      <a:gd name="connsiteY4669" fmla="*/ 641073 h 832404"/>
                      <a:gd name="connsiteX4670" fmla="*/ 2147238 w 3567513"/>
                      <a:gd name="connsiteY4670" fmla="*/ 642491 h 832404"/>
                      <a:gd name="connsiteX4671" fmla="*/ 2158720 w 3567513"/>
                      <a:gd name="connsiteY4671" fmla="*/ 650692 h 832404"/>
                      <a:gd name="connsiteX4672" fmla="*/ 2184875 w 3567513"/>
                      <a:gd name="connsiteY4672" fmla="*/ 666341 h 832404"/>
                      <a:gd name="connsiteX4673" fmla="*/ 2154153 w 3567513"/>
                      <a:gd name="connsiteY4673" fmla="*/ 651667 h 832404"/>
                      <a:gd name="connsiteX4674" fmla="*/ 2144489 w 3567513"/>
                      <a:gd name="connsiteY4674" fmla="*/ 646436 h 832404"/>
                      <a:gd name="connsiteX4675" fmla="*/ 2210764 w 3567513"/>
                      <a:gd name="connsiteY4675" fmla="*/ 803324 h 832404"/>
                      <a:gd name="connsiteX4676" fmla="*/ 2204514 w 3567513"/>
                      <a:gd name="connsiteY4676" fmla="*/ 782976 h 832404"/>
                      <a:gd name="connsiteX4677" fmla="*/ 2203982 w 3567513"/>
                      <a:gd name="connsiteY4677" fmla="*/ 783109 h 832404"/>
                      <a:gd name="connsiteX4678" fmla="*/ 2202430 w 3567513"/>
                      <a:gd name="connsiteY4678" fmla="*/ 784394 h 832404"/>
                      <a:gd name="connsiteX4679" fmla="*/ 2187756 w 3567513"/>
                      <a:gd name="connsiteY4679" fmla="*/ 800708 h 832404"/>
                      <a:gd name="connsiteX4680" fmla="*/ 2177206 w 3567513"/>
                      <a:gd name="connsiteY4680" fmla="*/ 804920 h 832404"/>
                      <a:gd name="connsiteX4681" fmla="*/ 2196578 w 3567513"/>
                      <a:gd name="connsiteY4681" fmla="*/ 785059 h 832404"/>
                      <a:gd name="connsiteX4682" fmla="*/ 2200479 w 3567513"/>
                      <a:gd name="connsiteY4682" fmla="*/ 770253 h 832404"/>
                      <a:gd name="connsiteX4683" fmla="*/ 2194938 w 3567513"/>
                      <a:gd name="connsiteY4683" fmla="*/ 775351 h 832404"/>
                      <a:gd name="connsiteX4684" fmla="*/ 2156813 w 3567513"/>
                      <a:gd name="connsiteY4684" fmla="*/ 810239 h 832404"/>
                      <a:gd name="connsiteX4685" fmla="*/ 2188466 w 3567513"/>
                      <a:gd name="connsiteY4685" fmla="*/ 773622 h 832404"/>
                      <a:gd name="connsiteX4686" fmla="*/ 2194229 w 3567513"/>
                      <a:gd name="connsiteY4686" fmla="*/ 758638 h 832404"/>
                      <a:gd name="connsiteX4687" fmla="*/ 2186737 w 3567513"/>
                      <a:gd name="connsiteY4687" fmla="*/ 747378 h 832404"/>
                      <a:gd name="connsiteX4688" fmla="*/ 2217680 w 3567513"/>
                      <a:gd name="connsiteY4688" fmla="*/ 749506 h 832404"/>
                      <a:gd name="connsiteX4689" fmla="*/ 2236166 w 3567513"/>
                      <a:gd name="connsiteY4689" fmla="*/ 735896 h 832404"/>
                      <a:gd name="connsiteX4690" fmla="*/ 2224507 w 3567513"/>
                      <a:gd name="connsiteY4690" fmla="*/ 752388 h 832404"/>
                      <a:gd name="connsiteX4691" fmla="*/ 2209213 w 3567513"/>
                      <a:gd name="connsiteY4691" fmla="*/ 764800 h 832404"/>
                      <a:gd name="connsiteX4692" fmla="*/ 2211030 w 3567513"/>
                      <a:gd name="connsiteY4692" fmla="*/ 773844 h 832404"/>
                      <a:gd name="connsiteX4693" fmla="*/ 2213069 w 3567513"/>
                      <a:gd name="connsiteY4693" fmla="*/ 787409 h 832404"/>
                      <a:gd name="connsiteX4694" fmla="*/ 2209035 w 3567513"/>
                      <a:gd name="connsiteY4694" fmla="*/ 784173 h 832404"/>
                      <a:gd name="connsiteX4695" fmla="*/ 2208725 w 3567513"/>
                      <a:gd name="connsiteY4695" fmla="*/ 783996 h 832404"/>
                      <a:gd name="connsiteX4696" fmla="*/ 2210764 w 3567513"/>
                      <a:gd name="connsiteY4696" fmla="*/ 803324 h 832404"/>
                      <a:gd name="connsiteX4697" fmla="*/ 2256558 w 3567513"/>
                      <a:gd name="connsiteY4697" fmla="*/ 799910 h 832404"/>
                      <a:gd name="connsiteX4698" fmla="*/ 2227034 w 3567513"/>
                      <a:gd name="connsiteY4698" fmla="*/ 801817 h 832404"/>
                      <a:gd name="connsiteX4699" fmla="*/ 2221980 w 3567513"/>
                      <a:gd name="connsiteY4699" fmla="*/ 795920 h 832404"/>
                      <a:gd name="connsiteX4700" fmla="*/ 2219453 w 3567513"/>
                      <a:gd name="connsiteY4700" fmla="*/ 772337 h 832404"/>
                      <a:gd name="connsiteX4701" fmla="*/ 2232309 w 3567513"/>
                      <a:gd name="connsiteY4701" fmla="*/ 757840 h 832404"/>
                      <a:gd name="connsiteX4702" fmla="*/ 2246229 w 3567513"/>
                      <a:gd name="connsiteY4702" fmla="*/ 744363 h 832404"/>
                      <a:gd name="connsiteX4703" fmla="*/ 2244810 w 3567513"/>
                      <a:gd name="connsiteY4703" fmla="*/ 741305 h 832404"/>
                      <a:gd name="connsiteX4704" fmla="*/ 2248623 w 3567513"/>
                      <a:gd name="connsiteY4704" fmla="*/ 730266 h 832404"/>
                      <a:gd name="connsiteX4705" fmla="*/ 2261124 w 3567513"/>
                      <a:gd name="connsiteY4705" fmla="*/ 721223 h 832404"/>
                      <a:gd name="connsiteX4706" fmla="*/ 2285240 w 3567513"/>
                      <a:gd name="connsiteY4706" fmla="*/ 718962 h 832404"/>
                      <a:gd name="connsiteX4707" fmla="*/ 2289673 w 3567513"/>
                      <a:gd name="connsiteY4707" fmla="*/ 728538 h 832404"/>
                      <a:gd name="connsiteX4708" fmla="*/ 2287590 w 3567513"/>
                      <a:gd name="connsiteY4708" fmla="*/ 731862 h 832404"/>
                      <a:gd name="connsiteX4709" fmla="*/ 2290471 w 3567513"/>
                      <a:gd name="connsiteY4709" fmla="*/ 737137 h 832404"/>
                      <a:gd name="connsiteX4710" fmla="*/ 2291890 w 3567513"/>
                      <a:gd name="connsiteY4710" fmla="*/ 743034 h 832404"/>
                      <a:gd name="connsiteX4711" fmla="*/ 2295436 w 3567513"/>
                      <a:gd name="connsiteY4711" fmla="*/ 741216 h 832404"/>
                      <a:gd name="connsiteX4712" fmla="*/ 2299869 w 3567513"/>
                      <a:gd name="connsiteY4712" fmla="*/ 744718 h 832404"/>
                      <a:gd name="connsiteX4713" fmla="*/ 2295791 w 3567513"/>
                      <a:gd name="connsiteY4713" fmla="*/ 748265 h 832404"/>
                      <a:gd name="connsiteX4714" fmla="*/ 2291934 w 3567513"/>
                      <a:gd name="connsiteY4714" fmla="*/ 746314 h 832404"/>
                      <a:gd name="connsiteX4715" fmla="*/ 2281383 w 3567513"/>
                      <a:gd name="connsiteY4715" fmla="*/ 770962 h 832404"/>
                      <a:gd name="connsiteX4716" fmla="*/ 2256558 w 3567513"/>
                      <a:gd name="connsiteY4716" fmla="*/ 799910 h 832404"/>
                      <a:gd name="connsiteX4717" fmla="*/ 2322345 w 3567513"/>
                      <a:gd name="connsiteY4717" fmla="*/ 791487 h 832404"/>
                      <a:gd name="connsiteX4718" fmla="*/ 2316139 w 3567513"/>
                      <a:gd name="connsiteY4718" fmla="*/ 790867 h 832404"/>
                      <a:gd name="connsiteX4719" fmla="*/ 2301820 w 3567513"/>
                      <a:gd name="connsiteY4719" fmla="*/ 802792 h 832404"/>
                      <a:gd name="connsiteX4720" fmla="*/ 2283600 w 3567513"/>
                      <a:gd name="connsiteY4720" fmla="*/ 814185 h 832404"/>
                      <a:gd name="connsiteX4721" fmla="*/ 2306342 w 3567513"/>
                      <a:gd name="connsiteY4721" fmla="*/ 794236 h 832404"/>
                      <a:gd name="connsiteX4722" fmla="*/ 2312991 w 3567513"/>
                      <a:gd name="connsiteY4722" fmla="*/ 776459 h 832404"/>
                      <a:gd name="connsiteX4723" fmla="*/ 2321281 w 3567513"/>
                      <a:gd name="connsiteY4723" fmla="*/ 784882 h 832404"/>
                      <a:gd name="connsiteX4724" fmla="*/ 2334580 w 3567513"/>
                      <a:gd name="connsiteY4724" fmla="*/ 791576 h 832404"/>
                      <a:gd name="connsiteX4725" fmla="*/ 2359228 w 3567513"/>
                      <a:gd name="connsiteY4725" fmla="*/ 798492 h 832404"/>
                      <a:gd name="connsiteX4726" fmla="*/ 2322345 w 3567513"/>
                      <a:gd name="connsiteY4726" fmla="*/ 791487 h 832404"/>
                      <a:gd name="connsiteX4727" fmla="*/ 2413800 w 3567513"/>
                      <a:gd name="connsiteY4727" fmla="*/ 722065 h 832404"/>
                      <a:gd name="connsiteX4728" fmla="*/ 2405022 w 3567513"/>
                      <a:gd name="connsiteY4728" fmla="*/ 729646 h 832404"/>
                      <a:gd name="connsiteX4729" fmla="*/ 2413667 w 3567513"/>
                      <a:gd name="connsiteY4729" fmla="*/ 736517 h 832404"/>
                      <a:gd name="connsiteX4730" fmla="*/ 2405732 w 3567513"/>
                      <a:gd name="connsiteY4730" fmla="*/ 743433 h 832404"/>
                      <a:gd name="connsiteX4731" fmla="*/ 2397087 w 3567513"/>
                      <a:gd name="connsiteY4731" fmla="*/ 736561 h 832404"/>
                      <a:gd name="connsiteX4732" fmla="*/ 2398062 w 3567513"/>
                      <a:gd name="connsiteY4732" fmla="*/ 733104 h 832404"/>
                      <a:gd name="connsiteX4733" fmla="*/ 2395358 w 3567513"/>
                      <a:gd name="connsiteY4733" fmla="*/ 734478 h 832404"/>
                      <a:gd name="connsiteX4734" fmla="*/ 2397220 w 3567513"/>
                      <a:gd name="connsiteY4734" fmla="*/ 756466 h 832404"/>
                      <a:gd name="connsiteX4735" fmla="*/ 2395890 w 3567513"/>
                      <a:gd name="connsiteY4735" fmla="*/ 770120 h 832404"/>
                      <a:gd name="connsiteX4736" fmla="*/ 2381438 w 3567513"/>
                      <a:gd name="connsiteY4736" fmla="*/ 781823 h 832404"/>
                      <a:gd name="connsiteX4737" fmla="*/ 2357943 w 3567513"/>
                      <a:gd name="connsiteY4737" fmla="*/ 787719 h 832404"/>
                      <a:gd name="connsiteX4738" fmla="*/ 2339102 w 3567513"/>
                      <a:gd name="connsiteY4738" fmla="*/ 768569 h 832404"/>
                      <a:gd name="connsiteX4739" fmla="*/ 2347481 w 3567513"/>
                      <a:gd name="connsiteY4739" fmla="*/ 723927 h 832404"/>
                      <a:gd name="connsiteX4740" fmla="*/ 2389063 w 3567513"/>
                      <a:gd name="connsiteY4740" fmla="*/ 709209 h 832404"/>
                      <a:gd name="connsiteX4741" fmla="*/ 2391989 w 3567513"/>
                      <a:gd name="connsiteY4741" fmla="*/ 712357 h 832404"/>
                      <a:gd name="connsiteX4742" fmla="*/ 2409367 w 3567513"/>
                      <a:gd name="connsiteY4742" fmla="*/ 712445 h 832404"/>
                      <a:gd name="connsiteX4743" fmla="*/ 2413800 w 3567513"/>
                      <a:gd name="connsiteY4743" fmla="*/ 722065 h 832404"/>
                      <a:gd name="connsiteX4744" fmla="*/ 2417923 w 3567513"/>
                      <a:gd name="connsiteY4744" fmla="*/ 811924 h 832404"/>
                      <a:gd name="connsiteX4745" fmla="*/ 2443901 w 3567513"/>
                      <a:gd name="connsiteY4745" fmla="*/ 804831 h 832404"/>
                      <a:gd name="connsiteX4746" fmla="*/ 2461456 w 3567513"/>
                      <a:gd name="connsiteY4746" fmla="*/ 792462 h 832404"/>
                      <a:gd name="connsiteX4747" fmla="*/ 2417923 w 3567513"/>
                      <a:gd name="connsiteY4747" fmla="*/ 811924 h 832404"/>
                      <a:gd name="connsiteX4748" fmla="*/ 2465490 w 3567513"/>
                      <a:gd name="connsiteY4748" fmla="*/ 732571 h 832404"/>
                      <a:gd name="connsiteX4749" fmla="*/ 2453210 w 3567513"/>
                      <a:gd name="connsiteY4749" fmla="*/ 701496 h 832404"/>
                      <a:gd name="connsiteX4750" fmla="*/ 2452146 w 3567513"/>
                      <a:gd name="connsiteY4750" fmla="*/ 697993 h 832404"/>
                      <a:gd name="connsiteX4751" fmla="*/ 2448733 w 3567513"/>
                      <a:gd name="connsiteY4751" fmla="*/ 697063 h 832404"/>
                      <a:gd name="connsiteX4752" fmla="*/ 2430247 w 3567513"/>
                      <a:gd name="connsiteY4752" fmla="*/ 695201 h 832404"/>
                      <a:gd name="connsiteX4753" fmla="*/ 2457555 w 3567513"/>
                      <a:gd name="connsiteY4753" fmla="*/ 689526 h 832404"/>
                      <a:gd name="connsiteX4754" fmla="*/ 2471519 w 3567513"/>
                      <a:gd name="connsiteY4754" fmla="*/ 681103 h 832404"/>
                      <a:gd name="connsiteX4755" fmla="*/ 2460791 w 3567513"/>
                      <a:gd name="connsiteY4755" fmla="*/ 705796 h 832404"/>
                      <a:gd name="connsiteX4756" fmla="*/ 2465490 w 3567513"/>
                      <a:gd name="connsiteY4756" fmla="*/ 732571 h 832404"/>
                      <a:gd name="connsiteX4757" fmla="*/ 2512215 w 3567513"/>
                      <a:gd name="connsiteY4757" fmla="*/ 693472 h 832404"/>
                      <a:gd name="connsiteX4758" fmla="*/ 2512259 w 3567513"/>
                      <a:gd name="connsiteY4758" fmla="*/ 708677 h 832404"/>
                      <a:gd name="connsiteX4759" fmla="*/ 2503570 w 3567513"/>
                      <a:gd name="connsiteY4759" fmla="*/ 749328 h 832404"/>
                      <a:gd name="connsiteX4760" fmla="*/ 2498073 w 3567513"/>
                      <a:gd name="connsiteY4760" fmla="*/ 754427 h 832404"/>
                      <a:gd name="connsiteX4761" fmla="*/ 2483533 w 3567513"/>
                      <a:gd name="connsiteY4761" fmla="*/ 753230 h 832404"/>
                      <a:gd name="connsiteX4762" fmla="*/ 2477237 w 3567513"/>
                      <a:gd name="connsiteY4762" fmla="*/ 748663 h 832404"/>
                      <a:gd name="connsiteX4763" fmla="*/ 2475021 w 3567513"/>
                      <a:gd name="connsiteY4763" fmla="*/ 742413 h 832404"/>
                      <a:gd name="connsiteX4764" fmla="*/ 2505255 w 3567513"/>
                      <a:gd name="connsiteY4764" fmla="*/ 680482 h 832404"/>
                      <a:gd name="connsiteX4765" fmla="*/ 2505654 w 3567513"/>
                      <a:gd name="connsiteY4765" fmla="*/ 680837 h 832404"/>
                      <a:gd name="connsiteX4766" fmla="*/ 2507294 w 3567513"/>
                      <a:gd name="connsiteY4766" fmla="*/ 680704 h 832404"/>
                      <a:gd name="connsiteX4767" fmla="*/ 2515939 w 3567513"/>
                      <a:gd name="connsiteY4767" fmla="*/ 687576 h 832404"/>
                      <a:gd name="connsiteX4768" fmla="*/ 2512215 w 3567513"/>
                      <a:gd name="connsiteY4768" fmla="*/ 693472 h 832404"/>
                      <a:gd name="connsiteX4769" fmla="*/ 2528262 w 3567513"/>
                      <a:gd name="connsiteY4769" fmla="*/ 703446 h 832404"/>
                      <a:gd name="connsiteX4770" fmla="*/ 2523829 w 3567513"/>
                      <a:gd name="connsiteY4770" fmla="*/ 699944 h 832404"/>
                      <a:gd name="connsiteX4771" fmla="*/ 2527908 w 3567513"/>
                      <a:gd name="connsiteY4771" fmla="*/ 696398 h 832404"/>
                      <a:gd name="connsiteX4772" fmla="*/ 2532341 w 3567513"/>
                      <a:gd name="connsiteY4772" fmla="*/ 699899 h 832404"/>
                      <a:gd name="connsiteX4773" fmla="*/ 2528262 w 3567513"/>
                      <a:gd name="connsiteY4773" fmla="*/ 703446 h 832404"/>
                      <a:gd name="connsiteX4774" fmla="*/ 2542360 w 3567513"/>
                      <a:gd name="connsiteY4774" fmla="*/ 763780 h 832404"/>
                      <a:gd name="connsiteX4775" fmla="*/ 2546305 w 3567513"/>
                      <a:gd name="connsiteY4775" fmla="*/ 791620 h 832404"/>
                      <a:gd name="connsiteX4776" fmla="*/ 2533095 w 3567513"/>
                      <a:gd name="connsiteY4776" fmla="*/ 755092 h 832404"/>
                      <a:gd name="connsiteX4777" fmla="*/ 2554861 w 3567513"/>
                      <a:gd name="connsiteY4777" fmla="*/ 722597 h 832404"/>
                      <a:gd name="connsiteX4778" fmla="*/ 2574633 w 3567513"/>
                      <a:gd name="connsiteY4778" fmla="*/ 709519 h 832404"/>
                      <a:gd name="connsiteX4779" fmla="*/ 2573170 w 3567513"/>
                      <a:gd name="connsiteY4779" fmla="*/ 682699 h 832404"/>
                      <a:gd name="connsiteX4780" fmla="*/ 2587134 w 3567513"/>
                      <a:gd name="connsiteY4780" fmla="*/ 700742 h 832404"/>
                      <a:gd name="connsiteX4781" fmla="*/ 2620471 w 3567513"/>
                      <a:gd name="connsiteY4781" fmla="*/ 706328 h 832404"/>
                      <a:gd name="connsiteX4782" fmla="*/ 2556945 w 3567513"/>
                      <a:gd name="connsiteY4782" fmla="*/ 725523 h 832404"/>
                      <a:gd name="connsiteX4783" fmla="*/ 2543468 w 3567513"/>
                      <a:gd name="connsiteY4783" fmla="*/ 740418 h 832404"/>
                      <a:gd name="connsiteX4784" fmla="*/ 2542360 w 3567513"/>
                      <a:gd name="connsiteY4784" fmla="*/ 763780 h 832404"/>
                      <a:gd name="connsiteX4785" fmla="*/ 2626367 w 3567513"/>
                      <a:gd name="connsiteY4785" fmla="*/ 730089 h 832404"/>
                      <a:gd name="connsiteX4786" fmla="*/ 2625347 w 3567513"/>
                      <a:gd name="connsiteY4786" fmla="*/ 733591 h 832404"/>
                      <a:gd name="connsiteX4787" fmla="*/ 2617456 w 3567513"/>
                      <a:gd name="connsiteY4787" fmla="*/ 774066 h 832404"/>
                      <a:gd name="connsiteX4788" fmla="*/ 2613821 w 3567513"/>
                      <a:gd name="connsiteY4788" fmla="*/ 784793 h 832404"/>
                      <a:gd name="connsiteX4789" fmla="*/ 2602251 w 3567513"/>
                      <a:gd name="connsiteY4789" fmla="*/ 793526 h 832404"/>
                      <a:gd name="connsiteX4790" fmla="*/ 2571086 w 3567513"/>
                      <a:gd name="connsiteY4790" fmla="*/ 794369 h 832404"/>
                      <a:gd name="connsiteX4791" fmla="*/ 2561644 w 3567513"/>
                      <a:gd name="connsiteY4791" fmla="*/ 785325 h 832404"/>
                      <a:gd name="connsiteX4792" fmla="*/ 2560092 w 3567513"/>
                      <a:gd name="connsiteY4792" fmla="*/ 748398 h 832404"/>
                      <a:gd name="connsiteX4793" fmla="*/ 2591168 w 3567513"/>
                      <a:gd name="connsiteY4793" fmla="*/ 722198 h 832404"/>
                      <a:gd name="connsiteX4794" fmla="*/ 2628229 w 3567513"/>
                      <a:gd name="connsiteY4794" fmla="*/ 720957 h 832404"/>
                      <a:gd name="connsiteX4795" fmla="*/ 2626234 w 3567513"/>
                      <a:gd name="connsiteY4795" fmla="*/ 729468 h 832404"/>
                      <a:gd name="connsiteX4796" fmla="*/ 2626367 w 3567513"/>
                      <a:gd name="connsiteY4796" fmla="*/ 730089 h 832404"/>
                      <a:gd name="connsiteX4797" fmla="*/ 2638647 w 3567513"/>
                      <a:gd name="connsiteY4797" fmla="*/ 746004 h 832404"/>
                      <a:gd name="connsiteX4798" fmla="*/ 2634214 w 3567513"/>
                      <a:gd name="connsiteY4798" fmla="*/ 742502 h 832404"/>
                      <a:gd name="connsiteX4799" fmla="*/ 2638292 w 3567513"/>
                      <a:gd name="connsiteY4799" fmla="*/ 738955 h 832404"/>
                      <a:gd name="connsiteX4800" fmla="*/ 2642725 w 3567513"/>
                      <a:gd name="connsiteY4800" fmla="*/ 742458 h 832404"/>
                      <a:gd name="connsiteX4801" fmla="*/ 2638647 w 3567513"/>
                      <a:gd name="connsiteY4801" fmla="*/ 746004 h 832404"/>
                      <a:gd name="connsiteX4802" fmla="*/ 2652965 w 3567513"/>
                      <a:gd name="connsiteY4802" fmla="*/ 662041 h 832404"/>
                      <a:gd name="connsiteX4803" fmla="*/ 2652788 w 3567513"/>
                      <a:gd name="connsiteY4803" fmla="*/ 662440 h 832404"/>
                      <a:gd name="connsiteX4804" fmla="*/ 2645695 w 3567513"/>
                      <a:gd name="connsiteY4804" fmla="*/ 668868 h 832404"/>
                      <a:gd name="connsiteX4805" fmla="*/ 2644232 w 3567513"/>
                      <a:gd name="connsiteY4805" fmla="*/ 669621 h 832404"/>
                      <a:gd name="connsiteX4806" fmla="*/ 2623530 w 3567513"/>
                      <a:gd name="connsiteY4806" fmla="*/ 679950 h 832404"/>
                      <a:gd name="connsiteX4807" fmla="*/ 2619141 w 3567513"/>
                      <a:gd name="connsiteY4807" fmla="*/ 681591 h 832404"/>
                      <a:gd name="connsiteX4808" fmla="*/ 2611427 w 3567513"/>
                      <a:gd name="connsiteY4808" fmla="*/ 687221 h 832404"/>
                      <a:gd name="connsiteX4809" fmla="*/ 2595823 w 3567513"/>
                      <a:gd name="connsiteY4809" fmla="*/ 690634 h 832404"/>
                      <a:gd name="connsiteX4810" fmla="*/ 2590149 w 3567513"/>
                      <a:gd name="connsiteY4810" fmla="*/ 684384 h 832404"/>
                      <a:gd name="connsiteX4811" fmla="*/ 2588420 w 3567513"/>
                      <a:gd name="connsiteY4811" fmla="*/ 670552 h 832404"/>
                      <a:gd name="connsiteX4812" fmla="*/ 2591656 w 3567513"/>
                      <a:gd name="connsiteY4812" fmla="*/ 656322 h 832404"/>
                      <a:gd name="connsiteX4813" fmla="*/ 2631731 w 3567513"/>
                      <a:gd name="connsiteY4813" fmla="*/ 649318 h 832404"/>
                      <a:gd name="connsiteX4814" fmla="*/ 2631110 w 3567513"/>
                      <a:gd name="connsiteY4814" fmla="*/ 652377 h 832404"/>
                      <a:gd name="connsiteX4815" fmla="*/ 2648532 w 3567513"/>
                      <a:gd name="connsiteY4815" fmla="*/ 652421 h 832404"/>
                      <a:gd name="connsiteX4816" fmla="*/ 2652965 w 3567513"/>
                      <a:gd name="connsiteY4816" fmla="*/ 662041 h 832404"/>
                      <a:gd name="connsiteX4817" fmla="*/ 2696676 w 3567513"/>
                      <a:gd name="connsiteY4817" fmla="*/ 731774 h 832404"/>
                      <a:gd name="connsiteX4818" fmla="*/ 2681027 w 3567513"/>
                      <a:gd name="connsiteY4818" fmla="*/ 737891 h 832404"/>
                      <a:gd name="connsiteX4819" fmla="*/ 2671806 w 3567513"/>
                      <a:gd name="connsiteY4819" fmla="*/ 739000 h 832404"/>
                      <a:gd name="connsiteX4820" fmla="*/ 2669146 w 3567513"/>
                      <a:gd name="connsiteY4820" fmla="*/ 745605 h 832404"/>
                      <a:gd name="connsiteX4821" fmla="*/ 2669944 w 3567513"/>
                      <a:gd name="connsiteY4821" fmla="*/ 772957 h 832404"/>
                      <a:gd name="connsiteX4822" fmla="*/ 2683820 w 3567513"/>
                      <a:gd name="connsiteY4822" fmla="*/ 797694 h 832404"/>
                      <a:gd name="connsiteX4823" fmla="*/ 2672870 w 3567513"/>
                      <a:gd name="connsiteY4823" fmla="*/ 787143 h 832404"/>
                      <a:gd name="connsiteX4824" fmla="*/ 2666176 w 3567513"/>
                      <a:gd name="connsiteY4824" fmla="*/ 771228 h 832404"/>
                      <a:gd name="connsiteX4825" fmla="*/ 2658019 w 3567513"/>
                      <a:gd name="connsiteY4825" fmla="*/ 732039 h 832404"/>
                      <a:gd name="connsiteX4826" fmla="*/ 2676018 w 3567513"/>
                      <a:gd name="connsiteY4826" fmla="*/ 733813 h 832404"/>
                      <a:gd name="connsiteX4827" fmla="*/ 2696676 w 3567513"/>
                      <a:gd name="connsiteY4827" fmla="*/ 731774 h 832404"/>
                      <a:gd name="connsiteX4828" fmla="*/ 2697518 w 3567513"/>
                      <a:gd name="connsiteY4828" fmla="*/ 730931 h 832404"/>
                      <a:gd name="connsiteX4829" fmla="*/ 2696676 w 3567513"/>
                      <a:gd name="connsiteY4829" fmla="*/ 731774 h 832404"/>
                      <a:gd name="connsiteX4830" fmla="*/ 2744642 w 3567513"/>
                      <a:gd name="connsiteY4830" fmla="*/ 757264 h 832404"/>
                      <a:gd name="connsiteX4831" fmla="*/ 2735997 w 3567513"/>
                      <a:gd name="connsiteY4831" fmla="*/ 750392 h 832404"/>
                      <a:gd name="connsiteX4832" fmla="*/ 2743933 w 3567513"/>
                      <a:gd name="connsiteY4832" fmla="*/ 743477 h 832404"/>
                      <a:gd name="connsiteX4833" fmla="*/ 2752577 w 3567513"/>
                      <a:gd name="connsiteY4833" fmla="*/ 750348 h 832404"/>
                      <a:gd name="connsiteX4834" fmla="*/ 2744642 w 3567513"/>
                      <a:gd name="connsiteY4834" fmla="*/ 757264 h 832404"/>
                      <a:gd name="connsiteX4835" fmla="*/ 2764901 w 3567513"/>
                      <a:gd name="connsiteY4835" fmla="*/ 766263 h 832404"/>
                      <a:gd name="connsiteX4836" fmla="*/ 2760468 w 3567513"/>
                      <a:gd name="connsiteY4836" fmla="*/ 762761 h 832404"/>
                      <a:gd name="connsiteX4837" fmla="*/ 2764546 w 3567513"/>
                      <a:gd name="connsiteY4837" fmla="*/ 759214 h 832404"/>
                      <a:gd name="connsiteX4838" fmla="*/ 2768980 w 3567513"/>
                      <a:gd name="connsiteY4838" fmla="*/ 762717 h 832404"/>
                      <a:gd name="connsiteX4839" fmla="*/ 2764901 w 3567513"/>
                      <a:gd name="connsiteY4839" fmla="*/ 766263 h 832404"/>
                      <a:gd name="connsiteX4840" fmla="*/ 2759803 w 3567513"/>
                      <a:gd name="connsiteY4840" fmla="*/ 703003 h 832404"/>
                      <a:gd name="connsiteX4841" fmla="*/ 2762463 w 3567513"/>
                      <a:gd name="connsiteY4841" fmla="*/ 730621 h 832404"/>
                      <a:gd name="connsiteX4842" fmla="*/ 2756168 w 3567513"/>
                      <a:gd name="connsiteY4842" fmla="*/ 716834 h 832404"/>
                      <a:gd name="connsiteX4843" fmla="*/ 2754483 w 3567513"/>
                      <a:gd name="connsiteY4843" fmla="*/ 709874 h 832404"/>
                      <a:gd name="connsiteX4844" fmla="*/ 2740829 w 3567513"/>
                      <a:gd name="connsiteY4844" fmla="*/ 708544 h 832404"/>
                      <a:gd name="connsiteX4845" fmla="*/ 2720260 w 3567513"/>
                      <a:gd name="connsiteY4845" fmla="*/ 713819 h 832404"/>
                      <a:gd name="connsiteX4846" fmla="*/ 2699823 w 3567513"/>
                      <a:gd name="connsiteY4846" fmla="*/ 723395 h 832404"/>
                      <a:gd name="connsiteX4847" fmla="*/ 2709044 w 3567513"/>
                      <a:gd name="connsiteY4847" fmla="*/ 714174 h 832404"/>
                      <a:gd name="connsiteX4848" fmla="*/ 2711660 w 3567513"/>
                      <a:gd name="connsiteY4848" fmla="*/ 703003 h 832404"/>
                      <a:gd name="connsiteX4849" fmla="*/ 2745263 w 3567513"/>
                      <a:gd name="connsiteY4849" fmla="*/ 696663 h 832404"/>
                      <a:gd name="connsiteX4850" fmla="*/ 2769201 w 3567513"/>
                      <a:gd name="connsiteY4850" fmla="*/ 681369 h 832404"/>
                      <a:gd name="connsiteX4851" fmla="*/ 2759803 w 3567513"/>
                      <a:gd name="connsiteY4851" fmla="*/ 703003 h 832404"/>
                      <a:gd name="connsiteX4852" fmla="*/ 2863405 w 3567513"/>
                      <a:gd name="connsiteY4852" fmla="*/ 697639 h 832404"/>
                      <a:gd name="connsiteX4853" fmla="*/ 2858972 w 3567513"/>
                      <a:gd name="connsiteY4853" fmla="*/ 694137 h 832404"/>
                      <a:gd name="connsiteX4854" fmla="*/ 2863050 w 3567513"/>
                      <a:gd name="connsiteY4854" fmla="*/ 690590 h 832404"/>
                      <a:gd name="connsiteX4855" fmla="*/ 2867483 w 3567513"/>
                      <a:gd name="connsiteY4855" fmla="*/ 694092 h 832404"/>
                      <a:gd name="connsiteX4856" fmla="*/ 2863405 w 3567513"/>
                      <a:gd name="connsiteY4856" fmla="*/ 697639 h 832404"/>
                      <a:gd name="connsiteX4857" fmla="*/ 2836141 w 3567513"/>
                      <a:gd name="connsiteY4857" fmla="*/ 604898 h 832404"/>
                      <a:gd name="connsiteX4858" fmla="*/ 2766541 w 3567513"/>
                      <a:gd name="connsiteY4858" fmla="*/ 630743 h 832404"/>
                      <a:gd name="connsiteX4859" fmla="*/ 2759315 w 3567513"/>
                      <a:gd name="connsiteY4859" fmla="*/ 630743 h 832404"/>
                      <a:gd name="connsiteX4860" fmla="*/ 2766541 w 3567513"/>
                      <a:gd name="connsiteY4860" fmla="*/ 630743 h 832404"/>
                      <a:gd name="connsiteX4861" fmla="*/ 2786091 w 3567513"/>
                      <a:gd name="connsiteY4861" fmla="*/ 624537 h 832404"/>
                      <a:gd name="connsiteX4862" fmla="*/ 2811670 w 3567513"/>
                      <a:gd name="connsiteY4862" fmla="*/ 612745 h 832404"/>
                      <a:gd name="connsiteX4863" fmla="*/ 2829669 w 3567513"/>
                      <a:gd name="connsiteY4863" fmla="*/ 601574 h 832404"/>
                      <a:gd name="connsiteX4864" fmla="*/ 2837294 w 3567513"/>
                      <a:gd name="connsiteY4864" fmla="*/ 587299 h 832404"/>
                      <a:gd name="connsiteX4865" fmla="*/ 2841948 w 3567513"/>
                      <a:gd name="connsiteY4865" fmla="*/ 601175 h 832404"/>
                      <a:gd name="connsiteX4866" fmla="*/ 2854095 w 3567513"/>
                      <a:gd name="connsiteY4866" fmla="*/ 629945 h 832404"/>
                      <a:gd name="connsiteX4867" fmla="*/ 2891821 w 3567513"/>
                      <a:gd name="connsiteY4867" fmla="*/ 663504 h 832404"/>
                      <a:gd name="connsiteX4868" fmla="*/ 2836141 w 3567513"/>
                      <a:gd name="connsiteY4868" fmla="*/ 604898 h 832404"/>
                      <a:gd name="connsiteX4869" fmla="*/ 2948742 w 3567513"/>
                      <a:gd name="connsiteY4869" fmla="*/ 649584 h 832404"/>
                      <a:gd name="connsiteX4870" fmla="*/ 2915892 w 3567513"/>
                      <a:gd name="connsiteY4870" fmla="*/ 653352 h 832404"/>
                      <a:gd name="connsiteX4871" fmla="*/ 2884240 w 3567513"/>
                      <a:gd name="connsiteY4871" fmla="*/ 640319 h 832404"/>
                      <a:gd name="connsiteX4872" fmla="*/ 2862872 w 3567513"/>
                      <a:gd name="connsiteY4872" fmla="*/ 616247 h 832404"/>
                      <a:gd name="connsiteX4873" fmla="*/ 2853652 w 3567513"/>
                      <a:gd name="connsiteY4873" fmla="*/ 593106 h 832404"/>
                      <a:gd name="connsiteX4874" fmla="*/ 2859282 w 3567513"/>
                      <a:gd name="connsiteY4874" fmla="*/ 570143 h 832404"/>
                      <a:gd name="connsiteX4875" fmla="*/ 2889338 w 3567513"/>
                      <a:gd name="connsiteY4875" fmla="*/ 559858 h 832404"/>
                      <a:gd name="connsiteX4876" fmla="*/ 2901574 w 3567513"/>
                      <a:gd name="connsiteY4876" fmla="*/ 578610 h 832404"/>
                      <a:gd name="connsiteX4877" fmla="*/ 2946880 w 3567513"/>
                      <a:gd name="connsiteY4877" fmla="*/ 624759 h 832404"/>
                      <a:gd name="connsiteX4878" fmla="*/ 2948742 w 3567513"/>
                      <a:gd name="connsiteY4878" fmla="*/ 649584 h 832404"/>
                      <a:gd name="connsiteX4879" fmla="*/ 3049462 w 3567513"/>
                      <a:gd name="connsiteY4879" fmla="*/ 607469 h 832404"/>
                      <a:gd name="connsiteX4880" fmla="*/ 3024636 w 3567513"/>
                      <a:gd name="connsiteY4880" fmla="*/ 614385 h 832404"/>
                      <a:gd name="connsiteX4881" fmla="*/ 3010628 w 3567513"/>
                      <a:gd name="connsiteY4881" fmla="*/ 630167 h 832404"/>
                      <a:gd name="connsiteX4882" fmla="*/ 2981236 w 3567513"/>
                      <a:gd name="connsiteY4882" fmla="*/ 659913 h 832404"/>
                      <a:gd name="connsiteX4883" fmla="*/ 2958362 w 3567513"/>
                      <a:gd name="connsiteY4883" fmla="*/ 670774 h 832404"/>
                      <a:gd name="connsiteX4884" fmla="*/ 2991698 w 3567513"/>
                      <a:gd name="connsiteY4884" fmla="*/ 647589 h 832404"/>
                      <a:gd name="connsiteX4885" fmla="*/ 3001673 w 3567513"/>
                      <a:gd name="connsiteY4885" fmla="*/ 633802 h 832404"/>
                      <a:gd name="connsiteX4886" fmla="*/ 3002471 w 3567513"/>
                      <a:gd name="connsiteY4886" fmla="*/ 616513 h 832404"/>
                      <a:gd name="connsiteX4887" fmla="*/ 2989127 w 3567513"/>
                      <a:gd name="connsiteY4887" fmla="*/ 583087 h 832404"/>
                      <a:gd name="connsiteX4888" fmla="*/ 2999501 w 3567513"/>
                      <a:gd name="connsiteY4888" fmla="*/ 594569 h 832404"/>
                      <a:gd name="connsiteX4889" fmla="*/ 3011958 w 3567513"/>
                      <a:gd name="connsiteY4889" fmla="*/ 613277 h 832404"/>
                      <a:gd name="connsiteX4890" fmla="*/ 3049462 w 3567513"/>
                      <a:gd name="connsiteY4890" fmla="*/ 607469 h 832404"/>
                      <a:gd name="connsiteX4891" fmla="*/ 3016479 w 3567513"/>
                      <a:gd name="connsiteY4891" fmla="*/ 550371 h 832404"/>
                      <a:gd name="connsiteX4892" fmla="*/ 3011027 w 3567513"/>
                      <a:gd name="connsiteY4892" fmla="*/ 560346 h 832404"/>
                      <a:gd name="connsiteX4893" fmla="*/ 3015016 w 3567513"/>
                      <a:gd name="connsiteY4893" fmla="*/ 576393 h 832404"/>
                      <a:gd name="connsiteX4894" fmla="*/ 3003668 w 3567513"/>
                      <a:gd name="connsiteY4894" fmla="*/ 568370 h 832404"/>
                      <a:gd name="connsiteX4895" fmla="*/ 3003668 w 3567513"/>
                      <a:gd name="connsiteY4895" fmla="*/ 564513 h 832404"/>
                      <a:gd name="connsiteX4896" fmla="*/ 2997151 w 3567513"/>
                      <a:gd name="connsiteY4896" fmla="*/ 563094 h 832404"/>
                      <a:gd name="connsiteX4897" fmla="*/ 2988063 w 3567513"/>
                      <a:gd name="connsiteY4897" fmla="*/ 566020 h 832404"/>
                      <a:gd name="connsiteX4898" fmla="*/ 2956633 w 3567513"/>
                      <a:gd name="connsiteY4898" fmla="*/ 571029 h 832404"/>
                      <a:gd name="connsiteX4899" fmla="*/ 2976360 w 3567513"/>
                      <a:gd name="connsiteY4899" fmla="*/ 563405 h 832404"/>
                      <a:gd name="connsiteX4900" fmla="*/ 3033901 w 3567513"/>
                      <a:gd name="connsiteY4900" fmla="*/ 527053 h 832404"/>
                      <a:gd name="connsiteX4901" fmla="*/ 3016479 w 3567513"/>
                      <a:gd name="connsiteY4901" fmla="*/ 550371 h 832404"/>
                      <a:gd name="connsiteX4902" fmla="*/ 3080360 w 3567513"/>
                      <a:gd name="connsiteY4902" fmla="*/ 489106 h 832404"/>
                      <a:gd name="connsiteX4903" fmla="*/ 3072159 w 3567513"/>
                      <a:gd name="connsiteY4903" fmla="*/ 484628 h 832404"/>
                      <a:gd name="connsiteX4904" fmla="*/ 3055136 w 3567513"/>
                      <a:gd name="connsiteY4904" fmla="*/ 491411 h 832404"/>
                      <a:gd name="connsiteX4905" fmla="*/ 3039886 w 3567513"/>
                      <a:gd name="connsiteY4905" fmla="*/ 503735 h 832404"/>
                      <a:gd name="connsiteX4906" fmla="*/ 3065598 w 3567513"/>
                      <a:gd name="connsiteY4906" fmla="*/ 478378 h 832404"/>
                      <a:gd name="connsiteX4907" fmla="*/ 3069544 w 3567513"/>
                      <a:gd name="connsiteY4907" fmla="*/ 475984 h 832404"/>
                      <a:gd name="connsiteX4908" fmla="*/ 3072602 w 3567513"/>
                      <a:gd name="connsiteY4908" fmla="*/ 473014 h 832404"/>
                      <a:gd name="connsiteX4909" fmla="*/ 3086833 w 3567513"/>
                      <a:gd name="connsiteY4909" fmla="*/ 459404 h 832404"/>
                      <a:gd name="connsiteX4910" fmla="*/ 3080538 w 3567513"/>
                      <a:gd name="connsiteY4910" fmla="*/ 476826 h 832404"/>
                      <a:gd name="connsiteX4911" fmla="*/ 3092862 w 3567513"/>
                      <a:gd name="connsiteY4911" fmla="*/ 494381 h 832404"/>
                      <a:gd name="connsiteX4912" fmla="*/ 3080360 w 3567513"/>
                      <a:gd name="connsiteY4912" fmla="*/ 489106 h 832404"/>
                      <a:gd name="connsiteX4913" fmla="*/ 3097561 w 3567513"/>
                      <a:gd name="connsiteY4913" fmla="*/ 416004 h 832404"/>
                      <a:gd name="connsiteX4914" fmla="*/ 3075883 w 3567513"/>
                      <a:gd name="connsiteY4914" fmla="*/ 402572 h 832404"/>
                      <a:gd name="connsiteX4915" fmla="*/ 3072115 w 3567513"/>
                      <a:gd name="connsiteY4915" fmla="*/ 377880 h 832404"/>
                      <a:gd name="connsiteX4916" fmla="*/ 3079518 w 3567513"/>
                      <a:gd name="connsiteY4916" fmla="*/ 354207 h 832404"/>
                      <a:gd name="connsiteX4917" fmla="*/ 3101284 w 3567513"/>
                      <a:gd name="connsiteY4917" fmla="*/ 330800 h 832404"/>
                      <a:gd name="connsiteX4918" fmla="*/ 3137946 w 3567513"/>
                      <a:gd name="connsiteY4918" fmla="*/ 320382 h 832404"/>
                      <a:gd name="connsiteX4919" fmla="*/ 3136616 w 3567513"/>
                      <a:gd name="connsiteY4919" fmla="*/ 339578 h 832404"/>
                      <a:gd name="connsiteX4920" fmla="*/ 3148142 w 3567513"/>
                      <a:gd name="connsiteY4920" fmla="*/ 386834 h 832404"/>
                      <a:gd name="connsiteX4921" fmla="*/ 3132405 w 3567513"/>
                      <a:gd name="connsiteY4921" fmla="*/ 412236 h 832404"/>
                      <a:gd name="connsiteX4922" fmla="*/ 3097561 w 3567513"/>
                      <a:gd name="connsiteY4922" fmla="*/ 416004 h 832404"/>
                      <a:gd name="connsiteX4923" fmla="*/ 3231352 w 3567513"/>
                      <a:gd name="connsiteY4923" fmla="*/ 376594 h 832404"/>
                      <a:gd name="connsiteX4924" fmla="*/ 3206482 w 3567513"/>
                      <a:gd name="connsiteY4924" fmla="*/ 392642 h 832404"/>
                      <a:gd name="connsiteX4925" fmla="*/ 3156698 w 3567513"/>
                      <a:gd name="connsiteY4925" fmla="*/ 422920 h 832404"/>
                      <a:gd name="connsiteX4926" fmla="*/ 3126642 w 3567513"/>
                      <a:gd name="connsiteY4926" fmla="*/ 433914 h 832404"/>
                      <a:gd name="connsiteX4927" fmla="*/ 3175628 w 3567513"/>
                      <a:gd name="connsiteY4927" fmla="*/ 410374 h 832404"/>
                      <a:gd name="connsiteX4928" fmla="*/ 3195133 w 3567513"/>
                      <a:gd name="connsiteY4928" fmla="*/ 396321 h 832404"/>
                      <a:gd name="connsiteX4929" fmla="*/ 3208166 w 3567513"/>
                      <a:gd name="connsiteY4929" fmla="*/ 378633 h 832404"/>
                      <a:gd name="connsiteX4930" fmla="*/ 3218806 w 3567513"/>
                      <a:gd name="connsiteY4930" fmla="*/ 344454 h 832404"/>
                      <a:gd name="connsiteX4931" fmla="*/ 3220801 w 3567513"/>
                      <a:gd name="connsiteY4931" fmla="*/ 356246 h 832404"/>
                      <a:gd name="connsiteX4932" fmla="*/ 3219737 w 3567513"/>
                      <a:gd name="connsiteY4932" fmla="*/ 375397 h 832404"/>
                      <a:gd name="connsiteX4933" fmla="*/ 3260477 w 3567513"/>
                      <a:gd name="connsiteY4933" fmla="*/ 369634 h 832404"/>
                      <a:gd name="connsiteX4934" fmla="*/ 3231352 w 3567513"/>
                      <a:gd name="connsiteY4934" fmla="*/ 376594 h 832404"/>
                      <a:gd name="connsiteX4935" fmla="*/ 3340273 w 3567513"/>
                      <a:gd name="connsiteY4935" fmla="*/ 320914 h 832404"/>
                      <a:gd name="connsiteX4936" fmla="*/ 3287563 w 3567513"/>
                      <a:gd name="connsiteY4936" fmla="*/ 329913 h 832404"/>
                      <a:gd name="connsiteX4937" fmla="*/ 3260255 w 3567513"/>
                      <a:gd name="connsiteY4937" fmla="*/ 327254 h 832404"/>
                      <a:gd name="connsiteX4938" fmla="*/ 3240750 w 3567513"/>
                      <a:gd name="connsiteY4938" fmla="*/ 309344 h 832404"/>
                      <a:gd name="connsiteX4939" fmla="*/ 3239065 w 3567513"/>
                      <a:gd name="connsiteY4939" fmla="*/ 278356 h 832404"/>
                      <a:gd name="connsiteX4940" fmla="*/ 3235341 w 3567513"/>
                      <a:gd name="connsiteY4940" fmla="*/ 267052 h 832404"/>
                      <a:gd name="connsiteX4941" fmla="*/ 3268058 w 3567513"/>
                      <a:gd name="connsiteY4941" fmla="*/ 256546 h 832404"/>
                      <a:gd name="connsiteX4942" fmla="*/ 3276170 w 3567513"/>
                      <a:gd name="connsiteY4942" fmla="*/ 266476 h 832404"/>
                      <a:gd name="connsiteX4943" fmla="*/ 3286765 w 3567513"/>
                      <a:gd name="connsiteY4943" fmla="*/ 264658 h 832404"/>
                      <a:gd name="connsiteX4944" fmla="*/ 3294169 w 3567513"/>
                      <a:gd name="connsiteY4944" fmla="*/ 257787 h 832404"/>
                      <a:gd name="connsiteX4945" fmla="*/ 3301838 w 3567513"/>
                      <a:gd name="connsiteY4945" fmla="*/ 265235 h 832404"/>
                      <a:gd name="connsiteX4946" fmla="*/ 3295809 w 3567513"/>
                      <a:gd name="connsiteY4946" fmla="*/ 272726 h 832404"/>
                      <a:gd name="connsiteX4947" fmla="*/ 3295853 w 3567513"/>
                      <a:gd name="connsiteY4947" fmla="*/ 276894 h 832404"/>
                      <a:gd name="connsiteX4948" fmla="*/ 3287607 w 3567513"/>
                      <a:gd name="connsiteY4948" fmla="*/ 285272 h 832404"/>
                      <a:gd name="connsiteX4949" fmla="*/ 3278697 w 3567513"/>
                      <a:gd name="connsiteY4949" fmla="*/ 290592 h 832404"/>
                      <a:gd name="connsiteX4950" fmla="*/ 3304320 w 3567513"/>
                      <a:gd name="connsiteY4950" fmla="*/ 297773 h 832404"/>
                      <a:gd name="connsiteX4951" fmla="*/ 3343243 w 3567513"/>
                      <a:gd name="connsiteY4951" fmla="*/ 310541 h 832404"/>
                      <a:gd name="connsiteX4952" fmla="*/ 3345326 w 3567513"/>
                      <a:gd name="connsiteY4952" fmla="*/ 312713 h 832404"/>
                      <a:gd name="connsiteX4953" fmla="*/ 3340273 w 3567513"/>
                      <a:gd name="connsiteY4953" fmla="*/ 320914 h 832404"/>
                      <a:gd name="connsiteX4954" fmla="*/ 3412576 w 3567513"/>
                      <a:gd name="connsiteY4954" fmla="*/ 194083 h 832404"/>
                      <a:gd name="connsiteX4955" fmla="*/ 3392761 w 3567513"/>
                      <a:gd name="connsiteY4955" fmla="*/ 208269 h 832404"/>
                      <a:gd name="connsiteX4956" fmla="*/ 3369708 w 3567513"/>
                      <a:gd name="connsiteY4956" fmla="*/ 213589 h 832404"/>
                      <a:gd name="connsiteX4957" fmla="*/ 3351799 w 3567513"/>
                      <a:gd name="connsiteY4957" fmla="*/ 216072 h 832404"/>
                      <a:gd name="connsiteX4958" fmla="*/ 3327018 w 3567513"/>
                      <a:gd name="connsiteY4958" fmla="*/ 217534 h 832404"/>
                      <a:gd name="connsiteX4959" fmla="*/ 3345637 w 3567513"/>
                      <a:gd name="connsiteY4959" fmla="*/ 216914 h 832404"/>
                      <a:gd name="connsiteX4960" fmla="*/ 3351799 w 3567513"/>
                      <a:gd name="connsiteY4960" fmla="*/ 216072 h 832404"/>
                      <a:gd name="connsiteX4961" fmla="*/ 3359645 w 3567513"/>
                      <a:gd name="connsiteY4961" fmla="*/ 213811 h 832404"/>
                      <a:gd name="connsiteX4962" fmla="*/ 3402912 w 3567513"/>
                      <a:gd name="connsiteY4962" fmla="*/ 194261 h 832404"/>
                      <a:gd name="connsiteX4963" fmla="*/ 3416788 w 3567513"/>
                      <a:gd name="connsiteY4963" fmla="*/ 180341 h 832404"/>
                      <a:gd name="connsiteX4964" fmla="*/ 3425521 w 3567513"/>
                      <a:gd name="connsiteY4964" fmla="*/ 163451 h 832404"/>
                      <a:gd name="connsiteX4965" fmla="*/ 3412576 w 3567513"/>
                      <a:gd name="connsiteY4965" fmla="*/ 194083 h 832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  <a:cxn ang="0">
                        <a:pos x="connsiteX2206" y="connsiteY2206"/>
                      </a:cxn>
                      <a:cxn ang="0">
                        <a:pos x="connsiteX2207" y="connsiteY2207"/>
                      </a:cxn>
                      <a:cxn ang="0">
                        <a:pos x="connsiteX2208" y="connsiteY2208"/>
                      </a:cxn>
                      <a:cxn ang="0">
                        <a:pos x="connsiteX2209" y="connsiteY2209"/>
                      </a:cxn>
                      <a:cxn ang="0">
                        <a:pos x="connsiteX2210" y="connsiteY2210"/>
                      </a:cxn>
                      <a:cxn ang="0">
                        <a:pos x="connsiteX2211" y="connsiteY2211"/>
                      </a:cxn>
                      <a:cxn ang="0">
                        <a:pos x="connsiteX2212" y="connsiteY2212"/>
                      </a:cxn>
                      <a:cxn ang="0">
                        <a:pos x="connsiteX2213" y="connsiteY2213"/>
                      </a:cxn>
                      <a:cxn ang="0">
                        <a:pos x="connsiteX2214" y="connsiteY2214"/>
                      </a:cxn>
                      <a:cxn ang="0">
                        <a:pos x="connsiteX2215" y="connsiteY2215"/>
                      </a:cxn>
                      <a:cxn ang="0">
                        <a:pos x="connsiteX2216" y="connsiteY2216"/>
                      </a:cxn>
                      <a:cxn ang="0">
                        <a:pos x="connsiteX2217" y="connsiteY2217"/>
                      </a:cxn>
                      <a:cxn ang="0">
                        <a:pos x="connsiteX2218" y="connsiteY2218"/>
                      </a:cxn>
                      <a:cxn ang="0">
                        <a:pos x="connsiteX2219" y="connsiteY2219"/>
                      </a:cxn>
                      <a:cxn ang="0">
                        <a:pos x="connsiteX2220" y="connsiteY2220"/>
                      </a:cxn>
                      <a:cxn ang="0">
                        <a:pos x="connsiteX2221" y="connsiteY2221"/>
                      </a:cxn>
                      <a:cxn ang="0">
                        <a:pos x="connsiteX2222" y="connsiteY2222"/>
                      </a:cxn>
                      <a:cxn ang="0">
                        <a:pos x="connsiteX2223" y="connsiteY2223"/>
                      </a:cxn>
                      <a:cxn ang="0">
                        <a:pos x="connsiteX2224" y="connsiteY2224"/>
                      </a:cxn>
                      <a:cxn ang="0">
                        <a:pos x="connsiteX2225" y="connsiteY2225"/>
                      </a:cxn>
                      <a:cxn ang="0">
                        <a:pos x="connsiteX2226" y="connsiteY2226"/>
                      </a:cxn>
                      <a:cxn ang="0">
                        <a:pos x="connsiteX2227" y="connsiteY2227"/>
                      </a:cxn>
                      <a:cxn ang="0">
                        <a:pos x="connsiteX2228" y="connsiteY2228"/>
                      </a:cxn>
                      <a:cxn ang="0">
                        <a:pos x="connsiteX2229" y="connsiteY2229"/>
                      </a:cxn>
                      <a:cxn ang="0">
                        <a:pos x="connsiteX2230" y="connsiteY2230"/>
                      </a:cxn>
                      <a:cxn ang="0">
                        <a:pos x="connsiteX2231" y="connsiteY2231"/>
                      </a:cxn>
                      <a:cxn ang="0">
                        <a:pos x="connsiteX2232" y="connsiteY2232"/>
                      </a:cxn>
                      <a:cxn ang="0">
                        <a:pos x="connsiteX2233" y="connsiteY2233"/>
                      </a:cxn>
                      <a:cxn ang="0">
                        <a:pos x="connsiteX2234" y="connsiteY2234"/>
                      </a:cxn>
                      <a:cxn ang="0">
                        <a:pos x="connsiteX2235" y="connsiteY2235"/>
                      </a:cxn>
                      <a:cxn ang="0">
                        <a:pos x="connsiteX2236" y="connsiteY2236"/>
                      </a:cxn>
                      <a:cxn ang="0">
                        <a:pos x="connsiteX2237" y="connsiteY2237"/>
                      </a:cxn>
                      <a:cxn ang="0">
                        <a:pos x="connsiteX2238" y="connsiteY2238"/>
                      </a:cxn>
                      <a:cxn ang="0">
                        <a:pos x="connsiteX2239" y="connsiteY2239"/>
                      </a:cxn>
                      <a:cxn ang="0">
                        <a:pos x="connsiteX2240" y="connsiteY2240"/>
                      </a:cxn>
                      <a:cxn ang="0">
                        <a:pos x="connsiteX2241" y="connsiteY2241"/>
                      </a:cxn>
                      <a:cxn ang="0">
                        <a:pos x="connsiteX2242" y="connsiteY2242"/>
                      </a:cxn>
                      <a:cxn ang="0">
                        <a:pos x="connsiteX2243" y="connsiteY2243"/>
                      </a:cxn>
                      <a:cxn ang="0">
                        <a:pos x="connsiteX2244" y="connsiteY2244"/>
                      </a:cxn>
                      <a:cxn ang="0">
                        <a:pos x="connsiteX2245" y="connsiteY2245"/>
                      </a:cxn>
                      <a:cxn ang="0">
                        <a:pos x="connsiteX2246" y="connsiteY2246"/>
                      </a:cxn>
                      <a:cxn ang="0">
                        <a:pos x="connsiteX2247" y="connsiteY2247"/>
                      </a:cxn>
                      <a:cxn ang="0">
                        <a:pos x="connsiteX2248" y="connsiteY2248"/>
                      </a:cxn>
                      <a:cxn ang="0">
                        <a:pos x="connsiteX2249" y="connsiteY2249"/>
                      </a:cxn>
                      <a:cxn ang="0">
                        <a:pos x="connsiteX2250" y="connsiteY2250"/>
                      </a:cxn>
                      <a:cxn ang="0">
                        <a:pos x="connsiteX2251" y="connsiteY2251"/>
                      </a:cxn>
                      <a:cxn ang="0">
                        <a:pos x="connsiteX2252" y="connsiteY2252"/>
                      </a:cxn>
                      <a:cxn ang="0">
                        <a:pos x="connsiteX2253" y="connsiteY2253"/>
                      </a:cxn>
                      <a:cxn ang="0">
                        <a:pos x="connsiteX2254" y="connsiteY2254"/>
                      </a:cxn>
                      <a:cxn ang="0">
                        <a:pos x="connsiteX2255" y="connsiteY2255"/>
                      </a:cxn>
                      <a:cxn ang="0">
                        <a:pos x="connsiteX2256" y="connsiteY2256"/>
                      </a:cxn>
                      <a:cxn ang="0">
                        <a:pos x="connsiteX2257" y="connsiteY2257"/>
                      </a:cxn>
                      <a:cxn ang="0">
                        <a:pos x="connsiteX2258" y="connsiteY2258"/>
                      </a:cxn>
                      <a:cxn ang="0">
                        <a:pos x="connsiteX2259" y="connsiteY2259"/>
                      </a:cxn>
                      <a:cxn ang="0">
                        <a:pos x="connsiteX2260" y="connsiteY2260"/>
                      </a:cxn>
                      <a:cxn ang="0">
                        <a:pos x="connsiteX2261" y="connsiteY2261"/>
                      </a:cxn>
                      <a:cxn ang="0">
                        <a:pos x="connsiteX2262" y="connsiteY2262"/>
                      </a:cxn>
                      <a:cxn ang="0">
                        <a:pos x="connsiteX2263" y="connsiteY2263"/>
                      </a:cxn>
                      <a:cxn ang="0">
                        <a:pos x="connsiteX2264" y="connsiteY2264"/>
                      </a:cxn>
                      <a:cxn ang="0">
                        <a:pos x="connsiteX2265" y="connsiteY2265"/>
                      </a:cxn>
                      <a:cxn ang="0">
                        <a:pos x="connsiteX2266" y="connsiteY2266"/>
                      </a:cxn>
                      <a:cxn ang="0">
                        <a:pos x="connsiteX2267" y="connsiteY2267"/>
                      </a:cxn>
                      <a:cxn ang="0">
                        <a:pos x="connsiteX2268" y="connsiteY2268"/>
                      </a:cxn>
                      <a:cxn ang="0">
                        <a:pos x="connsiteX2269" y="connsiteY2269"/>
                      </a:cxn>
                      <a:cxn ang="0">
                        <a:pos x="connsiteX2270" y="connsiteY2270"/>
                      </a:cxn>
                      <a:cxn ang="0">
                        <a:pos x="connsiteX2271" y="connsiteY2271"/>
                      </a:cxn>
                      <a:cxn ang="0">
                        <a:pos x="connsiteX2272" y="connsiteY2272"/>
                      </a:cxn>
                      <a:cxn ang="0">
                        <a:pos x="connsiteX2273" y="connsiteY2273"/>
                      </a:cxn>
                      <a:cxn ang="0">
                        <a:pos x="connsiteX2274" y="connsiteY2274"/>
                      </a:cxn>
                      <a:cxn ang="0">
                        <a:pos x="connsiteX2275" y="connsiteY2275"/>
                      </a:cxn>
                      <a:cxn ang="0">
                        <a:pos x="connsiteX2276" y="connsiteY2276"/>
                      </a:cxn>
                      <a:cxn ang="0">
                        <a:pos x="connsiteX2277" y="connsiteY2277"/>
                      </a:cxn>
                      <a:cxn ang="0">
                        <a:pos x="connsiteX2278" y="connsiteY2278"/>
                      </a:cxn>
                      <a:cxn ang="0">
                        <a:pos x="connsiteX2279" y="connsiteY2279"/>
                      </a:cxn>
                      <a:cxn ang="0">
                        <a:pos x="connsiteX2280" y="connsiteY2280"/>
                      </a:cxn>
                      <a:cxn ang="0">
                        <a:pos x="connsiteX2281" y="connsiteY2281"/>
                      </a:cxn>
                      <a:cxn ang="0">
                        <a:pos x="connsiteX2282" y="connsiteY2282"/>
                      </a:cxn>
                      <a:cxn ang="0">
                        <a:pos x="connsiteX2283" y="connsiteY2283"/>
                      </a:cxn>
                      <a:cxn ang="0">
                        <a:pos x="connsiteX2284" y="connsiteY2284"/>
                      </a:cxn>
                      <a:cxn ang="0">
                        <a:pos x="connsiteX2285" y="connsiteY2285"/>
                      </a:cxn>
                      <a:cxn ang="0">
                        <a:pos x="connsiteX2286" y="connsiteY2286"/>
                      </a:cxn>
                      <a:cxn ang="0">
                        <a:pos x="connsiteX2287" y="connsiteY2287"/>
                      </a:cxn>
                      <a:cxn ang="0">
                        <a:pos x="connsiteX2288" y="connsiteY2288"/>
                      </a:cxn>
                      <a:cxn ang="0">
                        <a:pos x="connsiteX2289" y="connsiteY2289"/>
                      </a:cxn>
                      <a:cxn ang="0">
                        <a:pos x="connsiteX2290" y="connsiteY2290"/>
                      </a:cxn>
                      <a:cxn ang="0">
                        <a:pos x="connsiteX2291" y="connsiteY2291"/>
                      </a:cxn>
                      <a:cxn ang="0">
                        <a:pos x="connsiteX2292" y="connsiteY2292"/>
                      </a:cxn>
                      <a:cxn ang="0">
                        <a:pos x="connsiteX2293" y="connsiteY2293"/>
                      </a:cxn>
                      <a:cxn ang="0">
                        <a:pos x="connsiteX2294" y="connsiteY2294"/>
                      </a:cxn>
                      <a:cxn ang="0">
                        <a:pos x="connsiteX2295" y="connsiteY2295"/>
                      </a:cxn>
                      <a:cxn ang="0">
                        <a:pos x="connsiteX2296" y="connsiteY2296"/>
                      </a:cxn>
                      <a:cxn ang="0">
                        <a:pos x="connsiteX2297" y="connsiteY2297"/>
                      </a:cxn>
                      <a:cxn ang="0">
                        <a:pos x="connsiteX2298" y="connsiteY2298"/>
                      </a:cxn>
                      <a:cxn ang="0">
                        <a:pos x="connsiteX2299" y="connsiteY2299"/>
                      </a:cxn>
                      <a:cxn ang="0">
                        <a:pos x="connsiteX2300" y="connsiteY2300"/>
                      </a:cxn>
                      <a:cxn ang="0">
                        <a:pos x="connsiteX2301" y="connsiteY2301"/>
                      </a:cxn>
                      <a:cxn ang="0">
                        <a:pos x="connsiteX2302" y="connsiteY2302"/>
                      </a:cxn>
                      <a:cxn ang="0">
                        <a:pos x="connsiteX2303" y="connsiteY2303"/>
                      </a:cxn>
                      <a:cxn ang="0">
                        <a:pos x="connsiteX2304" y="connsiteY2304"/>
                      </a:cxn>
                      <a:cxn ang="0">
                        <a:pos x="connsiteX2305" y="connsiteY2305"/>
                      </a:cxn>
                      <a:cxn ang="0">
                        <a:pos x="connsiteX2306" y="connsiteY2306"/>
                      </a:cxn>
                      <a:cxn ang="0">
                        <a:pos x="connsiteX2307" y="connsiteY2307"/>
                      </a:cxn>
                      <a:cxn ang="0">
                        <a:pos x="connsiteX2308" y="connsiteY2308"/>
                      </a:cxn>
                      <a:cxn ang="0">
                        <a:pos x="connsiteX2309" y="connsiteY2309"/>
                      </a:cxn>
                      <a:cxn ang="0">
                        <a:pos x="connsiteX2310" y="connsiteY2310"/>
                      </a:cxn>
                      <a:cxn ang="0">
                        <a:pos x="connsiteX2311" y="connsiteY2311"/>
                      </a:cxn>
                      <a:cxn ang="0">
                        <a:pos x="connsiteX2312" y="connsiteY2312"/>
                      </a:cxn>
                      <a:cxn ang="0">
                        <a:pos x="connsiteX2313" y="connsiteY2313"/>
                      </a:cxn>
                      <a:cxn ang="0">
                        <a:pos x="connsiteX2314" y="connsiteY2314"/>
                      </a:cxn>
                      <a:cxn ang="0">
                        <a:pos x="connsiteX2315" y="connsiteY2315"/>
                      </a:cxn>
                      <a:cxn ang="0">
                        <a:pos x="connsiteX2316" y="connsiteY2316"/>
                      </a:cxn>
                      <a:cxn ang="0">
                        <a:pos x="connsiteX2317" y="connsiteY2317"/>
                      </a:cxn>
                      <a:cxn ang="0">
                        <a:pos x="connsiteX2318" y="connsiteY2318"/>
                      </a:cxn>
                      <a:cxn ang="0">
                        <a:pos x="connsiteX2319" y="connsiteY2319"/>
                      </a:cxn>
                      <a:cxn ang="0">
                        <a:pos x="connsiteX2320" y="connsiteY2320"/>
                      </a:cxn>
                      <a:cxn ang="0">
                        <a:pos x="connsiteX2321" y="connsiteY2321"/>
                      </a:cxn>
                      <a:cxn ang="0">
                        <a:pos x="connsiteX2322" y="connsiteY2322"/>
                      </a:cxn>
                      <a:cxn ang="0">
                        <a:pos x="connsiteX2323" y="connsiteY2323"/>
                      </a:cxn>
                      <a:cxn ang="0">
                        <a:pos x="connsiteX2324" y="connsiteY2324"/>
                      </a:cxn>
                      <a:cxn ang="0">
                        <a:pos x="connsiteX2325" y="connsiteY2325"/>
                      </a:cxn>
                      <a:cxn ang="0">
                        <a:pos x="connsiteX2326" y="connsiteY2326"/>
                      </a:cxn>
                      <a:cxn ang="0">
                        <a:pos x="connsiteX2327" y="connsiteY2327"/>
                      </a:cxn>
                      <a:cxn ang="0">
                        <a:pos x="connsiteX2328" y="connsiteY2328"/>
                      </a:cxn>
                      <a:cxn ang="0">
                        <a:pos x="connsiteX2329" y="connsiteY2329"/>
                      </a:cxn>
                      <a:cxn ang="0">
                        <a:pos x="connsiteX2330" y="connsiteY2330"/>
                      </a:cxn>
                      <a:cxn ang="0">
                        <a:pos x="connsiteX2331" y="connsiteY2331"/>
                      </a:cxn>
                      <a:cxn ang="0">
                        <a:pos x="connsiteX2332" y="connsiteY2332"/>
                      </a:cxn>
                      <a:cxn ang="0">
                        <a:pos x="connsiteX2333" y="connsiteY2333"/>
                      </a:cxn>
                      <a:cxn ang="0">
                        <a:pos x="connsiteX2334" y="connsiteY2334"/>
                      </a:cxn>
                      <a:cxn ang="0">
                        <a:pos x="connsiteX2335" y="connsiteY2335"/>
                      </a:cxn>
                      <a:cxn ang="0">
                        <a:pos x="connsiteX2336" y="connsiteY2336"/>
                      </a:cxn>
                      <a:cxn ang="0">
                        <a:pos x="connsiteX2337" y="connsiteY2337"/>
                      </a:cxn>
                      <a:cxn ang="0">
                        <a:pos x="connsiteX2338" y="connsiteY2338"/>
                      </a:cxn>
                      <a:cxn ang="0">
                        <a:pos x="connsiteX2339" y="connsiteY2339"/>
                      </a:cxn>
                      <a:cxn ang="0">
                        <a:pos x="connsiteX2340" y="connsiteY2340"/>
                      </a:cxn>
                      <a:cxn ang="0">
                        <a:pos x="connsiteX2341" y="connsiteY2341"/>
                      </a:cxn>
                      <a:cxn ang="0">
                        <a:pos x="connsiteX2342" y="connsiteY2342"/>
                      </a:cxn>
                      <a:cxn ang="0">
                        <a:pos x="connsiteX2343" y="connsiteY2343"/>
                      </a:cxn>
                      <a:cxn ang="0">
                        <a:pos x="connsiteX2344" y="connsiteY2344"/>
                      </a:cxn>
                      <a:cxn ang="0">
                        <a:pos x="connsiteX2345" y="connsiteY2345"/>
                      </a:cxn>
                      <a:cxn ang="0">
                        <a:pos x="connsiteX2346" y="connsiteY2346"/>
                      </a:cxn>
                      <a:cxn ang="0">
                        <a:pos x="connsiteX2347" y="connsiteY2347"/>
                      </a:cxn>
                      <a:cxn ang="0">
                        <a:pos x="connsiteX2348" y="connsiteY2348"/>
                      </a:cxn>
                      <a:cxn ang="0">
                        <a:pos x="connsiteX2349" y="connsiteY2349"/>
                      </a:cxn>
                      <a:cxn ang="0">
                        <a:pos x="connsiteX2350" y="connsiteY2350"/>
                      </a:cxn>
                      <a:cxn ang="0">
                        <a:pos x="connsiteX2351" y="connsiteY2351"/>
                      </a:cxn>
                      <a:cxn ang="0">
                        <a:pos x="connsiteX2352" y="connsiteY2352"/>
                      </a:cxn>
                      <a:cxn ang="0">
                        <a:pos x="connsiteX2353" y="connsiteY2353"/>
                      </a:cxn>
                      <a:cxn ang="0">
                        <a:pos x="connsiteX2354" y="connsiteY2354"/>
                      </a:cxn>
                      <a:cxn ang="0">
                        <a:pos x="connsiteX2355" y="connsiteY2355"/>
                      </a:cxn>
                      <a:cxn ang="0">
                        <a:pos x="connsiteX2356" y="connsiteY2356"/>
                      </a:cxn>
                      <a:cxn ang="0">
                        <a:pos x="connsiteX2357" y="connsiteY2357"/>
                      </a:cxn>
                      <a:cxn ang="0">
                        <a:pos x="connsiteX2358" y="connsiteY2358"/>
                      </a:cxn>
                      <a:cxn ang="0">
                        <a:pos x="connsiteX2359" y="connsiteY2359"/>
                      </a:cxn>
                      <a:cxn ang="0">
                        <a:pos x="connsiteX2360" y="connsiteY2360"/>
                      </a:cxn>
                      <a:cxn ang="0">
                        <a:pos x="connsiteX2361" y="connsiteY2361"/>
                      </a:cxn>
                      <a:cxn ang="0">
                        <a:pos x="connsiteX2362" y="connsiteY2362"/>
                      </a:cxn>
                      <a:cxn ang="0">
                        <a:pos x="connsiteX2363" y="connsiteY2363"/>
                      </a:cxn>
                      <a:cxn ang="0">
                        <a:pos x="connsiteX2364" y="connsiteY2364"/>
                      </a:cxn>
                      <a:cxn ang="0">
                        <a:pos x="connsiteX2365" y="connsiteY2365"/>
                      </a:cxn>
                      <a:cxn ang="0">
                        <a:pos x="connsiteX2366" y="connsiteY2366"/>
                      </a:cxn>
                      <a:cxn ang="0">
                        <a:pos x="connsiteX2367" y="connsiteY2367"/>
                      </a:cxn>
                      <a:cxn ang="0">
                        <a:pos x="connsiteX2368" y="connsiteY2368"/>
                      </a:cxn>
                      <a:cxn ang="0">
                        <a:pos x="connsiteX2369" y="connsiteY2369"/>
                      </a:cxn>
                      <a:cxn ang="0">
                        <a:pos x="connsiteX2370" y="connsiteY2370"/>
                      </a:cxn>
                      <a:cxn ang="0">
                        <a:pos x="connsiteX2371" y="connsiteY2371"/>
                      </a:cxn>
                      <a:cxn ang="0">
                        <a:pos x="connsiteX2372" y="connsiteY2372"/>
                      </a:cxn>
                      <a:cxn ang="0">
                        <a:pos x="connsiteX2373" y="connsiteY2373"/>
                      </a:cxn>
                      <a:cxn ang="0">
                        <a:pos x="connsiteX2374" y="connsiteY2374"/>
                      </a:cxn>
                      <a:cxn ang="0">
                        <a:pos x="connsiteX2375" y="connsiteY2375"/>
                      </a:cxn>
                      <a:cxn ang="0">
                        <a:pos x="connsiteX2376" y="connsiteY2376"/>
                      </a:cxn>
                      <a:cxn ang="0">
                        <a:pos x="connsiteX2377" y="connsiteY2377"/>
                      </a:cxn>
                      <a:cxn ang="0">
                        <a:pos x="connsiteX2378" y="connsiteY2378"/>
                      </a:cxn>
                      <a:cxn ang="0">
                        <a:pos x="connsiteX2379" y="connsiteY2379"/>
                      </a:cxn>
                      <a:cxn ang="0">
                        <a:pos x="connsiteX2380" y="connsiteY2380"/>
                      </a:cxn>
                      <a:cxn ang="0">
                        <a:pos x="connsiteX2381" y="connsiteY2381"/>
                      </a:cxn>
                      <a:cxn ang="0">
                        <a:pos x="connsiteX2382" y="connsiteY2382"/>
                      </a:cxn>
                      <a:cxn ang="0">
                        <a:pos x="connsiteX2383" y="connsiteY2383"/>
                      </a:cxn>
                      <a:cxn ang="0">
                        <a:pos x="connsiteX2384" y="connsiteY2384"/>
                      </a:cxn>
                      <a:cxn ang="0">
                        <a:pos x="connsiteX2385" y="connsiteY2385"/>
                      </a:cxn>
                      <a:cxn ang="0">
                        <a:pos x="connsiteX2386" y="connsiteY2386"/>
                      </a:cxn>
                      <a:cxn ang="0">
                        <a:pos x="connsiteX2387" y="connsiteY2387"/>
                      </a:cxn>
                      <a:cxn ang="0">
                        <a:pos x="connsiteX2388" y="connsiteY2388"/>
                      </a:cxn>
                      <a:cxn ang="0">
                        <a:pos x="connsiteX2389" y="connsiteY2389"/>
                      </a:cxn>
                      <a:cxn ang="0">
                        <a:pos x="connsiteX2390" y="connsiteY2390"/>
                      </a:cxn>
                      <a:cxn ang="0">
                        <a:pos x="connsiteX2391" y="connsiteY2391"/>
                      </a:cxn>
                      <a:cxn ang="0">
                        <a:pos x="connsiteX2392" y="connsiteY2392"/>
                      </a:cxn>
                      <a:cxn ang="0">
                        <a:pos x="connsiteX2393" y="connsiteY2393"/>
                      </a:cxn>
                      <a:cxn ang="0">
                        <a:pos x="connsiteX2394" y="connsiteY2394"/>
                      </a:cxn>
                      <a:cxn ang="0">
                        <a:pos x="connsiteX2395" y="connsiteY2395"/>
                      </a:cxn>
                      <a:cxn ang="0">
                        <a:pos x="connsiteX2396" y="connsiteY2396"/>
                      </a:cxn>
                      <a:cxn ang="0">
                        <a:pos x="connsiteX2397" y="connsiteY2397"/>
                      </a:cxn>
                      <a:cxn ang="0">
                        <a:pos x="connsiteX2398" y="connsiteY2398"/>
                      </a:cxn>
                      <a:cxn ang="0">
                        <a:pos x="connsiteX2399" y="connsiteY2399"/>
                      </a:cxn>
                      <a:cxn ang="0">
                        <a:pos x="connsiteX2400" y="connsiteY2400"/>
                      </a:cxn>
                      <a:cxn ang="0">
                        <a:pos x="connsiteX2401" y="connsiteY2401"/>
                      </a:cxn>
                      <a:cxn ang="0">
                        <a:pos x="connsiteX2402" y="connsiteY2402"/>
                      </a:cxn>
                      <a:cxn ang="0">
                        <a:pos x="connsiteX2403" y="connsiteY2403"/>
                      </a:cxn>
                      <a:cxn ang="0">
                        <a:pos x="connsiteX2404" y="connsiteY2404"/>
                      </a:cxn>
                      <a:cxn ang="0">
                        <a:pos x="connsiteX2405" y="connsiteY2405"/>
                      </a:cxn>
                      <a:cxn ang="0">
                        <a:pos x="connsiteX2406" y="connsiteY2406"/>
                      </a:cxn>
                      <a:cxn ang="0">
                        <a:pos x="connsiteX2407" y="connsiteY2407"/>
                      </a:cxn>
                      <a:cxn ang="0">
                        <a:pos x="connsiteX2408" y="connsiteY2408"/>
                      </a:cxn>
                      <a:cxn ang="0">
                        <a:pos x="connsiteX2409" y="connsiteY2409"/>
                      </a:cxn>
                      <a:cxn ang="0">
                        <a:pos x="connsiteX2410" y="connsiteY2410"/>
                      </a:cxn>
                      <a:cxn ang="0">
                        <a:pos x="connsiteX2411" y="connsiteY2411"/>
                      </a:cxn>
                      <a:cxn ang="0">
                        <a:pos x="connsiteX2412" y="connsiteY2412"/>
                      </a:cxn>
                      <a:cxn ang="0">
                        <a:pos x="connsiteX2413" y="connsiteY2413"/>
                      </a:cxn>
                      <a:cxn ang="0">
                        <a:pos x="connsiteX2414" y="connsiteY2414"/>
                      </a:cxn>
                      <a:cxn ang="0">
                        <a:pos x="connsiteX2415" y="connsiteY2415"/>
                      </a:cxn>
                      <a:cxn ang="0">
                        <a:pos x="connsiteX2416" y="connsiteY2416"/>
                      </a:cxn>
                      <a:cxn ang="0">
                        <a:pos x="connsiteX2417" y="connsiteY2417"/>
                      </a:cxn>
                      <a:cxn ang="0">
                        <a:pos x="connsiteX2418" y="connsiteY2418"/>
                      </a:cxn>
                      <a:cxn ang="0">
                        <a:pos x="connsiteX2419" y="connsiteY2419"/>
                      </a:cxn>
                      <a:cxn ang="0">
                        <a:pos x="connsiteX2420" y="connsiteY2420"/>
                      </a:cxn>
                      <a:cxn ang="0">
                        <a:pos x="connsiteX2421" y="connsiteY2421"/>
                      </a:cxn>
                      <a:cxn ang="0">
                        <a:pos x="connsiteX2422" y="connsiteY2422"/>
                      </a:cxn>
                      <a:cxn ang="0">
                        <a:pos x="connsiteX2423" y="connsiteY2423"/>
                      </a:cxn>
                      <a:cxn ang="0">
                        <a:pos x="connsiteX2424" y="connsiteY2424"/>
                      </a:cxn>
                      <a:cxn ang="0">
                        <a:pos x="connsiteX2425" y="connsiteY2425"/>
                      </a:cxn>
                      <a:cxn ang="0">
                        <a:pos x="connsiteX2426" y="connsiteY2426"/>
                      </a:cxn>
                      <a:cxn ang="0">
                        <a:pos x="connsiteX2427" y="connsiteY2427"/>
                      </a:cxn>
                      <a:cxn ang="0">
                        <a:pos x="connsiteX2428" y="connsiteY2428"/>
                      </a:cxn>
                      <a:cxn ang="0">
                        <a:pos x="connsiteX2429" y="connsiteY2429"/>
                      </a:cxn>
                      <a:cxn ang="0">
                        <a:pos x="connsiteX2430" y="connsiteY2430"/>
                      </a:cxn>
                      <a:cxn ang="0">
                        <a:pos x="connsiteX2431" y="connsiteY2431"/>
                      </a:cxn>
                      <a:cxn ang="0">
                        <a:pos x="connsiteX2432" y="connsiteY2432"/>
                      </a:cxn>
                      <a:cxn ang="0">
                        <a:pos x="connsiteX2433" y="connsiteY2433"/>
                      </a:cxn>
                      <a:cxn ang="0">
                        <a:pos x="connsiteX2434" y="connsiteY2434"/>
                      </a:cxn>
                      <a:cxn ang="0">
                        <a:pos x="connsiteX2435" y="connsiteY2435"/>
                      </a:cxn>
                      <a:cxn ang="0">
                        <a:pos x="connsiteX2436" y="connsiteY2436"/>
                      </a:cxn>
                      <a:cxn ang="0">
                        <a:pos x="connsiteX2437" y="connsiteY2437"/>
                      </a:cxn>
                      <a:cxn ang="0">
                        <a:pos x="connsiteX2438" y="connsiteY2438"/>
                      </a:cxn>
                      <a:cxn ang="0">
                        <a:pos x="connsiteX2439" y="connsiteY2439"/>
                      </a:cxn>
                      <a:cxn ang="0">
                        <a:pos x="connsiteX2440" y="connsiteY2440"/>
                      </a:cxn>
                      <a:cxn ang="0">
                        <a:pos x="connsiteX2441" y="connsiteY2441"/>
                      </a:cxn>
                      <a:cxn ang="0">
                        <a:pos x="connsiteX2442" y="connsiteY2442"/>
                      </a:cxn>
                      <a:cxn ang="0">
                        <a:pos x="connsiteX2443" y="connsiteY2443"/>
                      </a:cxn>
                      <a:cxn ang="0">
                        <a:pos x="connsiteX2444" y="connsiteY2444"/>
                      </a:cxn>
                      <a:cxn ang="0">
                        <a:pos x="connsiteX2445" y="connsiteY2445"/>
                      </a:cxn>
                      <a:cxn ang="0">
                        <a:pos x="connsiteX2446" y="connsiteY2446"/>
                      </a:cxn>
                      <a:cxn ang="0">
                        <a:pos x="connsiteX2447" y="connsiteY2447"/>
                      </a:cxn>
                      <a:cxn ang="0">
                        <a:pos x="connsiteX2448" y="connsiteY2448"/>
                      </a:cxn>
                      <a:cxn ang="0">
                        <a:pos x="connsiteX2449" y="connsiteY2449"/>
                      </a:cxn>
                      <a:cxn ang="0">
                        <a:pos x="connsiteX2450" y="connsiteY2450"/>
                      </a:cxn>
                      <a:cxn ang="0">
                        <a:pos x="connsiteX2451" y="connsiteY2451"/>
                      </a:cxn>
                      <a:cxn ang="0">
                        <a:pos x="connsiteX2452" y="connsiteY2452"/>
                      </a:cxn>
                      <a:cxn ang="0">
                        <a:pos x="connsiteX2453" y="connsiteY2453"/>
                      </a:cxn>
                      <a:cxn ang="0">
                        <a:pos x="connsiteX2454" y="connsiteY2454"/>
                      </a:cxn>
                      <a:cxn ang="0">
                        <a:pos x="connsiteX2455" y="connsiteY2455"/>
                      </a:cxn>
                      <a:cxn ang="0">
                        <a:pos x="connsiteX2456" y="connsiteY2456"/>
                      </a:cxn>
                      <a:cxn ang="0">
                        <a:pos x="connsiteX2457" y="connsiteY2457"/>
                      </a:cxn>
                      <a:cxn ang="0">
                        <a:pos x="connsiteX2458" y="connsiteY2458"/>
                      </a:cxn>
                      <a:cxn ang="0">
                        <a:pos x="connsiteX2459" y="connsiteY2459"/>
                      </a:cxn>
                      <a:cxn ang="0">
                        <a:pos x="connsiteX2460" y="connsiteY2460"/>
                      </a:cxn>
                      <a:cxn ang="0">
                        <a:pos x="connsiteX2461" y="connsiteY2461"/>
                      </a:cxn>
                      <a:cxn ang="0">
                        <a:pos x="connsiteX2462" y="connsiteY2462"/>
                      </a:cxn>
                      <a:cxn ang="0">
                        <a:pos x="connsiteX2463" y="connsiteY2463"/>
                      </a:cxn>
                      <a:cxn ang="0">
                        <a:pos x="connsiteX2464" y="connsiteY2464"/>
                      </a:cxn>
                      <a:cxn ang="0">
                        <a:pos x="connsiteX2465" y="connsiteY2465"/>
                      </a:cxn>
                      <a:cxn ang="0">
                        <a:pos x="connsiteX2466" y="connsiteY2466"/>
                      </a:cxn>
                      <a:cxn ang="0">
                        <a:pos x="connsiteX2467" y="connsiteY2467"/>
                      </a:cxn>
                      <a:cxn ang="0">
                        <a:pos x="connsiteX2468" y="connsiteY2468"/>
                      </a:cxn>
                      <a:cxn ang="0">
                        <a:pos x="connsiteX2469" y="connsiteY2469"/>
                      </a:cxn>
                      <a:cxn ang="0">
                        <a:pos x="connsiteX2470" y="connsiteY2470"/>
                      </a:cxn>
                      <a:cxn ang="0">
                        <a:pos x="connsiteX2471" y="connsiteY2471"/>
                      </a:cxn>
                      <a:cxn ang="0">
                        <a:pos x="connsiteX2472" y="connsiteY2472"/>
                      </a:cxn>
                      <a:cxn ang="0">
                        <a:pos x="connsiteX2473" y="connsiteY2473"/>
                      </a:cxn>
                      <a:cxn ang="0">
                        <a:pos x="connsiteX2474" y="connsiteY2474"/>
                      </a:cxn>
                      <a:cxn ang="0">
                        <a:pos x="connsiteX2475" y="connsiteY2475"/>
                      </a:cxn>
                      <a:cxn ang="0">
                        <a:pos x="connsiteX2476" y="connsiteY2476"/>
                      </a:cxn>
                      <a:cxn ang="0">
                        <a:pos x="connsiteX2477" y="connsiteY2477"/>
                      </a:cxn>
                      <a:cxn ang="0">
                        <a:pos x="connsiteX2478" y="connsiteY2478"/>
                      </a:cxn>
                      <a:cxn ang="0">
                        <a:pos x="connsiteX2479" y="connsiteY2479"/>
                      </a:cxn>
                      <a:cxn ang="0">
                        <a:pos x="connsiteX2480" y="connsiteY2480"/>
                      </a:cxn>
                      <a:cxn ang="0">
                        <a:pos x="connsiteX2481" y="connsiteY2481"/>
                      </a:cxn>
                      <a:cxn ang="0">
                        <a:pos x="connsiteX2482" y="connsiteY2482"/>
                      </a:cxn>
                      <a:cxn ang="0">
                        <a:pos x="connsiteX2483" y="connsiteY2483"/>
                      </a:cxn>
                      <a:cxn ang="0">
                        <a:pos x="connsiteX2484" y="connsiteY2484"/>
                      </a:cxn>
                      <a:cxn ang="0">
                        <a:pos x="connsiteX2485" y="connsiteY2485"/>
                      </a:cxn>
                      <a:cxn ang="0">
                        <a:pos x="connsiteX2486" y="connsiteY2486"/>
                      </a:cxn>
                      <a:cxn ang="0">
                        <a:pos x="connsiteX2487" y="connsiteY2487"/>
                      </a:cxn>
                      <a:cxn ang="0">
                        <a:pos x="connsiteX2488" y="connsiteY2488"/>
                      </a:cxn>
                      <a:cxn ang="0">
                        <a:pos x="connsiteX2489" y="connsiteY2489"/>
                      </a:cxn>
                      <a:cxn ang="0">
                        <a:pos x="connsiteX2490" y="connsiteY2490"/>
                      </a:cxn>
                      <a:cxn ang="0">
                        <a:pos x="connsiteX2491" y="connsiteY2491"/>
                      </a:cxn>
                      <a:cxn ang="0">
                        <a:pos x="connsiteX2492" y="connsiteY2492"/>
                      </a:cxn>
                      <a:cxn ang="0">
                        <a:pos x="connsiteX2493" y="connsiteY2493"/>
                      </a:cxn>
                      <a:cxn ang="0">
                        <a:pos x="connsiteX2494" y="connsiteY2494"/>
                      </a:cxn>
                      <a:cxn ang="0">
                        <a:pos x="connsiteX2495" y="connsiteY2495"/>
                      </a:cxn>
                      <a:cxn ang="0">
                        <a:pos x="connsiteX2496" y="connsiteY2496"/>
                      </a:cxn>
                      <a:cxn ang="0">
                        <a:pos x="connsiteX2497" y="connsiteY2497"/>
                      </a:cxn>
                      <a:cxn ang="0">
                        <a:pos x="connsiteX2498" y="connsiteY2498"/>
                      </a:cxn>
                      <a:cxn ang="0">
                        <a:pos x="connsiteX2499" y="connsiteY2499"/>
                      </a:cxn>
                      <a:cxn ang="0">
                        <a:pos x="connsiteX2500" y="connsiteY2500"/>
                      </a:cxn>
                      <a:cxn ang="0">
                        <a:pos x="connsiteX2501" y="connsiteY2501"/>
                      </a:cxn>
                      <a:cxn ang="0">
                        <a:pos x="connsiteX2502" y="connsiteY2502"/>
                      </a:cxn>
                      <a:cxn ang="0">
                        <a:pos x="connsiteX2503" y="connsiteY2503"/>
                      </a:cxn>
                      <a:cxn ang="0">
                        <a:pos x="connsiteX2504" y="connsiteY2504"/>
                      </a:cxn>
                      <a:cxn ang="0">
                        <a:pos x="connsiteX2505" y="connsiteY2505"/>
                      </a:cxn>
                      <a:cxn ang="0">
                        <a:pos x="connsiteX2506" y="connsiteY2506"/>
                      </a:cxn>
                      <a:cxn ang="0">
                        <a:pos x="connsiteX2507" y="connsiteY2507"/>
                      </a:cxn>
                      <a:cxn ang="0">
                        <a:pos x="connsiteX2508" y="connsiteY2508"/>
                      </a:cxn>
                      <a:cxn ang="0">
                        <a:pos x="connsiteX2509" y="connsiteY2509"/>
                      </a:cxn>
                      <a:cxn ang="0">
                        <a:pos x="connsiteX2510" y="connsiteY2510"/>
                      </a:cxn>
                      <a:cxn ang="0">
                        <a:pos x="connsiteX2511" y="connsiteY2511"/>
                      </a:cxn>
                      <a:cxn ang="0">
                        <a:pos x="connsiteX2512" y="connsiteY2512"/>
                      </a:cxn>
                      <a:cxn ang="0">
                        <a:pos x="connsiteX2513" y="connsiteY2513"/>
                      </a:cxn>
                      <a:cxn ang="0">
                        <a:pos x="connsiteX2514" y="connsiteY2514"/>
                      </a:cxn>
                      <a:cxn ang="0">
                        <a:pos x="connsiteX2515" y="connsiteY2515"/>
                      </a:cxn>
                      <a:cxn ang="0">
                        <a:pos x="connsiteX2516" y="connsiteY2516"/>
                      </a:cxn>
                      <a:cxn ang="0">
                        <a:pos x="connsiteX2517" y="connsiteY2517"/>
                      </a:cxn>
                      <a:cxn ang="0">
                        <a:pos x="connsiteX2518" y="connsiteY2518"/>
                      </a:cxn>
                      <a:cxn ang="0">
                        <a:pos x="connsiteX2519" y="connsiteY2519"/>
                      </a:cxn>
                      <a:cxn ang="0">
                        <a:pos x="connsiteX2520" y="connsiteY2520"/>
                      </a:cxn>
                      <a:cxn ang="0">
                        <a:pos x="connsiteX2521" y="connsiteY2521"/>
                      </a:cxn>
                      <a:cxn ang="0">
                        <a:pos x="connsiteX2522" y="connsiteY2522"/>
                      </a:cxn>
                      <a:cxn ang="0">
                        <a:pos x="connsiteX2523" y="connsiteY2523"/>
                      </a:cxn>
                      <a:cxn ang="0">
                        <a:pos x="connsiteX2524" y="connsiteY2524"/>
                      </a:cxn>
                      <a:cxn ang="0">
                        <a:pos x="connsiteX2525" y="connsiteY2525"/>
                      </a:cxn>
                      <a:cxn ang="0">
                        <a:pos x="connsiteX2526" y="connsiteY2526"/>
                      </a:cxn>
                      <a:cxn ang="0">
                        <a:pos x="connsiteX2527" y="connsiteY2527"/>
                      </a:cxn>
                      <a:cxn ang="0">
                        <a:pos x="connsiteX2528" y="connsiteY2528"/>
                      </a:cxn>
                      <a:cxn ang="0">
                        <a:pos x="connsiteX2529" y="connsiteY2529"/>
                      </a:cxn>
                      <a:cxn ang="0">
                        <a:pos x="connsiteX2530" y="connsiteY2530"/>
                      </a:cxn>
                      <a:cxn ang="0">
                        <a:pos x="connsiteX2531" y="connsiteY2531"/>
                      </a:cxn>
                      <a:cxn ang="0">
                        <a:pos x="connsiteX2532" y="connsiteY2532"/>
                      </a:cxn>
                      <a:cxn ang="0">
                        <a:pos x="connsiteX2533" y="connsiteY2533"/>
                      </a:cxn>
                      <a:cxn ang="0">
                        <a:pos x="connsiteX2534" y="connsiteY2534"/>
                      </a:cxn>
                      <a:cxn ang="0">
                        <a:pos x="connsiteX2535" y="connsiteY2535"/>
                      </a:cxn>
                      <a:cxn ang="0">
                        <a:pos x="connsiteX2536" y="connsiteY2536"/>
                      </a:cxn>
                      <a:cxn ang="0">
                        <a:pos x="connsiteX2537" y="connsiteY2537"/>
                      </a:cxn>
                      <a:cxn ang="0">
                        <a:pos x="connsiteX2538" y="connsiteY2538"/>
                      </a:cxn>
                      <a:cxn ang="0">
                        <a:pos x="connsiteX2539" y="connsiteY2539"/>
                      </a:cxn>
                      <a:cxn ang="0">
                        <a:pos x="connsiteX2540" y="connsiteY2540"/>
                      </a:cxn>
                      <a:cxn ang="0">
                        <a:pos x="connsiteX2541" y="connsiteY2541"/>
                      </a:cxn>
                      <a:cxn ang="0">
                        <a:pos x="connsiteX2542" y="connsiteY2542"/>
                      </a:cxn>
                      <a:cxn ang="0">
                        <a:pos x="connsiteX2543" y="connsiteY2543"/>
                      </a:cxn>
                      <a:cxn ang="0">
                        <a:pos x="connsiteX2544" y="connsiteY2544"/>
                      </a:cxn>
                      <a:cxn ang="0">
                        <a:pos x="connsiteX2545" y="connsiteY2545"/>
                      </a:cxn>
                      <a:cxn ang="0">
                        <a:pos x="connsiteX2546" y="connsiteY2546"/>
                      </a:cxn>
                      <a:cxn ang="0">
                        <a:pos x="connsiteX2547" y="connsiteY2547"/>
                      </a:cxn>
                      <a:cxn ang="0">
                        <a:pos x="connsiteX2548" y="connsiteY2548"/>
                      </a:cxn>
                      <a:cxn ang="0">
                        <a:pos x="connsiteX2549" y="connsiteY2549"/>
                      </a:cxn>
                      <a:cxn ang="0">
                        <a:pos x="connsiteX2550" y="connsiteY2550"/>
                      </a:cxn>
                      <a:cxn ang="0">
                        <a:pos x="connsiteX2551" y="connsiteY2551"/>
                      </a:cxn>
                      <a:cxn ang="0">
                        <a:pos x="connsiteX2552" y="connsiteY2552"/>
                      </a:cxn>
                      <a:cxn ang="0">
                        <a:pos x="connsiteX2553" y="connsiteY2553"/>
                      </a:cxn>
                      <a:cxn ang="0">
                        <a:pos x="connsiteX2554" y="connsiteY2554"/>
                      </a:cxn>
                      <a:cxn ang="0">
                        <a:pos x="connsiteX2555" y="connsiteY2555"/>
                      </a:cxn>
                      <a:cxn ang="0">
                        <a:pos x="connsiteX2556" y="connsiteY2556"/>
                      </a:cxn>
                      <a:cxn ang="0">
                        <a:pos x="connsiteX2557" y="connsiteY2557"/>
                      </a:cxn>
                      <a:cxn ang="0">
                        <a:pos x="connsiteX2558" y="connsiteY2558"/>
                      </a:cxn>
                      <a:cxn ang="0">
                        <a:pos x="connsiteX2559" y="connsiteY2559"/>
                      </a:cxn>
                      <a:cxn ang="0">
                        <a:pos x="connsiteX2560" y="connsiteY2560"/>
                      </a:cxn>
                      <a:cxn ang="0">
                        <a:pos x="connsiteX2561" y="connsiteY2561"/>
                      </a:cxn>
                      <a:cxn ang="0">
                        <a:pos x="connsiteX2562" y="connsiteY2562"/>
                      </a:cxn>
                      <a:cxn ang="0">
                        <a:pos x="connsiteX2563" y="connsiteY2563"/>
                      </a:cxn>
                      <a:cxn ang="0">
                        <a:pos x="connsiteX2564" y="connsiteY2564"/>
                      </a:cxn>
                      <a:cxn ang="0">
                        <a:pos x="connsiteX2565" y="connsiteY2565"/>
                      </a:cxn>
                      <a:cxn ang="0">
                        <a:pos x="connsiteX2566" y="connsiteY2566"/>
                      </a:cxn>
                      <a:cxn ang="0">
                        <a:pos x="connsiteX2567" y="connsiteY2567"/>
                      </a:cxn>
                      <a:cxn ang="0">
                        <a:pos x="connsiteX2568" y="connsiteY2568"/>
                      </a:cxn>
                      <a:cxn ang="0">
                        <a:pos x="connsiteX2569" y="connsiteY2569"/>
                      </a:cxn>
                      <a:cxn ang="0">
                        <a:pos x="connsiteX2570" y="connsiteY2570"/>
                      </a:cxn>
                      <a:cxn ang="0">
                        <a:pos x="connsiteX2571" y="connsiteY2571"/>
                      </a:cxn>
                      <a:cxn ang="0">
                        <a:pos x="connsiteX2572" y="connsiteY2572"/>
                      </a:cxn>
                      <a:cxn ang="0">
                        <a:pos x="connsiteX2573" y="connsiteY2573"/>
                      </a:cxn>
                      <a:cxn ang="0">
                        <a:pos x="connsiteX2574" y="connsiteY2574"/>
                      </a:cxn>
                      <a:cxn ang="0">
                        <a:pos x="connsiteX2575" y="connsiteY2575"/>
                      </a:cxn>
                      <a:cxn ang="0">
                        <a:pos x="connsiteX2576" y="connsiteY2576"/>
                      </a:cxn>
                      <a:cxn ang="0">
                        <a:pos x="connsiteX2577" y="connsiteY2577"/>
                      </a:cxn>
                      <a:cxn ang="0">
                        <a:pos x="connsiteX2578" y="connsiteY2578"/>
                      </a:cxn>
                      <a:cxn ang="0">
                        <a:pos x="connsiteX2579" y="connsiteY2579"/>
                      </a:cxn>
                      <a:cxn ang="0">
                        <a:pos x="connsiteX2580" y="connsiteY2580"/>
                      </a:cxn>
                      <a:cxn ang="0">
                        <a:pos x="connsiteX2581" y="connsiteY2581"/>
                      </a:cxn>
                      <a:cxn ang="0">
                        <a:pos x="connsiteX2582" y="connsiteY2582"/>
                      </a:cxn>
                      <a:cxn ang="0">
                        <a:pos x="connsiteX2583" y="connsiteY2583"/>
                      </a:cxn>
                      <a:cxn ang="0">
                        <a:pos x="connsiteX2584" y="connsiteY2584"/>
                      </a:cxn>
                      <a:cxn ang="0">
                        <a:pos x="connsiteX2585" y="connsiteY2585"/>
                      </a:cxn>
                      <a:cxn ang="0">
                        <a:pos x="connsiteX2586" y="connsiteY2586"/>
                      </a:cxn>
                      <a:cxn ang="0">
                        <a:pos x="connsiteX2587" y="connsiteY2587"/>
                      </a:cxn>
                      <a:cxn ang="0">
                        <a:pos x="connsiteX2588" y="connsiteY2588"/>
                      </a:cxn>
                      <a:cxn ang="0">
                        <a:pos x="connsiteX2589" y="connsiteY2589"/>
                      </a:cxn>
                      <a:cxn ang="0">
                        <a:pos x="connsiteX2590" y="connsiteY2590"/>
                      </a:cxn>
                      <a:cxn ang="0">
                        <a:pos x="connsiteX2591" y="connsiteY2591"/>
                      </a:cxn>
                      <a:cxn ang="0">
                        <a:pos x="connsiteX2592" y="connsiteY2592"/>
                      </a:cxn>
                      <a:cxn ang="0">
                        <a:pos x="connsiteX2593" y="connsiteY2593"/>
                      </a:cxn>
                      <a:cxn ang="0">
                        <a:pos x="connsiteX2594" y="connsiteY2594"/>
                      </a:cxn>
                      <a:cxn ang="0">
                        <a:pos x="connsiteX2595" y="connsiteY2595"/>
                      </a:cxn>
                      <a:cxn ang="0">
                        <a:pos x="connsiteX2596" y="connsiteY2596"/>
                      </a:cxn>
                      <a:cxn ang="0">
                        <a:pos x="connsiteX2597" y="connsiteY2597"/>
                      </a:cxn>
                      <a:cxn ang="0">
                        <a:pos x="connsiteX2598" y="connsiteY2598"/>
                      </a:cxn>
                      <a:cxn ang="0">
                        <a:pos x="connsiteX2599" y="connsiteY2599"/>
                      </a:cxn>
                      <a:cxn ang="0">
                        <a:pos x="connsiteX2600" y="connsiteY2600"/>
                      </a:cxn>
                      <a:cxn ang="0">
                        <a:pos x="connsiteX2601" y="connsiteY2601"/>
                      </a:cxn>
                      <a:cxn ang="0">
                        <a:pos x="connsiteX2602" y="connsiteY2602"/>
                      </a:cxn>
                      <a:cxn ang="0">
                        <a:pos x="connsiteX2603" y="connsiteY2603"/>
                      </a:cxn>
                      <a:cxn ang="0">
                        <a:pos x="connsiteX2604" y="connsiteY2604"/>
                      </a:cxn>
                      <a:cxn ang="0">
                        <a:pos x="connsiteX2605" y="connsiteY2605"/>
                      </a:cxn>
                      <a:cxn ang="0">
                        <a:pos x="connsiteX2606" y="connsiteY2606"/>
                      </a:cxn>
                      <a:cxn ang="0">
                        <a:pos x="connsiteX2607" y="connsiteY2607"/>
                      </a:cxn>
                      <a:cxn ang="0">
                        <a:pos x="connsiteX2608" y="connsiteY2608"/>
                      </a:cxn>
                      <a:cxn ang="0">
                        <a:pos x="connsiteX2609" y="connsiteY2609"/>
                      </a:cxn>
                      <a:cxn ang="0">
                        <a:pos x="connsiteX2610" y="connsiteY2610"/>
                      </a:cxn>
                      <a:cxn ang="0">
                        <a:pos x="connsiteX2611" y="connsiteY2611"/>
                      </a:cxn>
                      <a:cxn ang="0">
                        <a:pos x="connsiteX2612" y="connsiteY2612"/>
                      </a:cxn>
                      <a:cxn ang="0">
                        <a:pos x="connsiteX2613" y="connsiteY2613"/>
                      </a:cxn>
                      <a:cxn ang="0">
                        <a:pos x="connsiteX2614" y="connsiteY2614"/>
                      </a:cxn>
                      <a:cxn ang="0">
                        <a:pos x="connsiteX2615" y="connsiteY2615"/>
                      </a:cxn>
                      <a:cxn ang="0">
                        <a:pos x="connsiteX2616" y="connsiteY2616"/>
                      </a:cxn>
                      <a:cxn ang="0">
                        <a:pos x="connsiteX2617" y="connsiteY2617"/>
                      </a:cxn>
                      <a:cxn ang="0">
                        <a:pos x="connsiteX2618" y="connsiteY2618"/>
                      </a:cxn>
                      <a:cxn ang="0">
                        <a:pos x="connsiteX2619" y="connsiteY2619"/>
                      </a:cxn>
                      <a:cxn ang="0">
                        <a:pos x="connsiteX2620" y="connsiteY2620"/>
                      </a:cxn>
                      <a:cxn ang="0">
                        <a:pos x="connsiteX2621" y="connsiteY2621"/>
                      </a:cxn>
                      <a:cxn ang="0">
                        <a:pos x="connsiteX2622" y="connsiteY2622"/>
                      </a:cxn>
                      <a:cxn ang="0">
                        <a:pos x="connsiteX2623" y="connsiteY2623"/>
                      </a:cxn>
                      <a:cxn ang="0">
                        <a:pos x="connsiteX2624" y="connsiteY2624"/>
                      </a:cxn>
                      <a:cxn ang="0">
                        <a:pos x="connsiteX2625" y="connsiteY2625"/>
                      </a:cxn>
                      <a:cxn ang="0">
                        <a:pos x="connsiteX2626" y="connsiteY2626"/>
                      </a:cxn>
                      <a:cxn ang="0">
                        <a:pos x="connsiteX2627" y="connsiteY2627"/>
                      </a:cxn>
                      <a:cxn ang="0">
                        <a:pos x="connsiteX2628" y="connsiteY2628"/>
                      </a:cxn>
                      <a:cxn ang="0">
                        <a:pos x="connsiteX2629" y="connsiteY2629"/>
                      </a:cxn>
                      <a:cxn ang="0">
                        <a:pos x="connsiteX2630" y="connsiteY2630"/>
                      </a:cxn>
                      <a:cxn ang="0">
                        <a:pos x="connsiteX2631" y="connsiteY2631"/>
                      </a:cxn>
                      <a:cxn ang="0">
                        <a:pos x="connsiteX2632" y="connsiteY2632"/>
                      </a:cxn>
                      <a:cxn ang="0">
                        <a:pos x="connsiteX2633" y="connsiteY2633"/>
                      </a:cxn>
                      <a:cxn ang="0">
                        <a:pos x="connsiteX2634" y="connsiteY2634"/>
                      </a:cxn>
                      <a:cxn ang="0">
                        <a:pos x="connsiteX2635" y="connsiteY2635"/>
                      </a:cxn>
                      <a:cxn ang="0">
                        <a:pos x="connsiteX2636" y="connsiteY2636"/>
                      </a:cxn>
                      <a:cxn ang="0">
                        <a:pos x="connsiteX2637" y="connsiteY2637"/>
                      </a:cxn>
                      <a:cxn ang="0">
                        <a:pos x="connsiteX2638" y="connsiteY2638"/>
                      </a:cxn>
                      <a:cxn ang="0">
                        <a:pos x="connsiteX2639" y="connsiteY2639"/>
                      </a:cxn>
                      <a:cxn ang="0">
                        <a:pos x="connsiteX2640" y="connsiteY2640"/>
                      </a:cxn>
                      <a:cxn ang="0">
                        <a:pos x="connsiteX2641" y="connsiteY2641"/>
                      </a:cxn>
                      <a:cxn ang="0">
                        <a:pos x="connsiteX2642" y="connsiteY2642"/>
                      </a:cxn>
                      <a:cxn ang="0">
                        <a:pos x="connsiteX2643" y="connsiteY2643"/>
                      </a:cxn>
                      <a:cxn ang="0">
                        <a:pos x="connsiteX2644" y="connsiteY2644"/>
                      </a:cxn>
                      <a:cxn ang="0">
                        <a:pos x="connsiteX2645" y="connsiteY2645"/>
                      </a:cxn>
                      <a:cxn ang="0">
                        <a:pos x="connsiteX2646" y="connsiteY2646"/>
                      </a:cxn>
                      <a:cxn ang="0">
                        <a:pos x="connsiteX2647" y="connsiteY2647"/>
                      </a:cxn>
                      <a:cxn ang="0">
                        <a:pos x="connsiteX2648" y="connsiteY2648"/>
                      </a:cxn>
                      <a:cxn ang="0">
                        <a:pos x="connsiteX2649" y="connsiteY2649"/>
                      </a:cxn>
                      <a:cxn ang="0">
                        <a:pos x="connsiteX2650" y="connsiteY2650"/>
                      </a:cxn>
                      <a:cxn ang="0">
                        <a:pos x="connsiteX2651" y="connsiteY2651"/>
                      </a:cxn>
                      <a:cxn ang="0">
                        <a:pos x="connsiteX2652" y="connsiteY2652"/>
                      </a:cxn>
                      <a:cxn ang="0">
                        <a:pos x="connsiteX2653" y="connsiteY2653"/>
                      </a:cxn>
                      <a:cxn ang="0">
                        <a:pos x="connsiteX2654" y="connsiteY2654"/>
                      </a:cxn>
                      <a:cxn ang="0">
                        <a:pos x="connsiteX2655" y="connsiteY2655"/>
                      </a:cxn>
                      <a:cxn ang="0">
                        <a:pos x="connsiteX2656" y="connsiteY2656"/>
                      </a:cxn>
                      <a:cxn ang="0">
                        <a:pos x="connsiteX2657" y="connsiteY2657"/>
                      </a:cxn>
                      <a:cxn ang="0">
                        <a:pos x="connsiteX2658" y="connsiteY2658"/>
                      </a:cxn>
                      <a:cxn ang="0">
                        <a:pos x="connsiteX2659" y="connsiteY2659"/>
                      </a:cxn>
                      <a:cxn ang="0">
                        <a:pos x="connsiteX2660" y="connsiteY2660"/>
                      </a:cxn>
                      <a:cxn ang="0">
                        <a:pos x="connsiteX2661" y="connsiteY2661"/>
                      </a:cxn>
                      <a:cxn ang="0">
                        <a:pos x="connsiteX2662" y="connsiteY2662"/>
                      </a:cxn>
                      <a:cxn ang="0">
                        <a:pos x="connsiteX2663" y="connsiteY2663"/>
                      </a:cxn>
                      <a:cxn ang="0">
                        <a:pos x="connsiteX2664" y="connsiteY2664"/>
                      </a:cxn>
                      <a:cxn ang="0">
                        <a:pos x="connsiteX2665" y="connsiteY2665"/>
                      </a:cxn>
                      <a:cxn ang="0">
                        <a:pos x="connsiteX2666" y="connsiteY2666"/>
                      </a:cxn>
                      <a:cxn ang="0">
                        <a:pos x="connsiteX2667" y="connsiteY2667"/>
                      </a:cxn>
                      <a:cxn ang="0">
                        <a:pos x="connsiteX2668" y="connsiteY2668"/>
                      </a:cxn>
                      <a:cxn ang="0">
                        <a:pos x="connsiteX2669" y="connsiteY2669"/>
                      </a:cxn>
                      <a:cxn ang="0">
                        <a:pos x="connsiteX2670" y="connsiteY2670"/>
                      </a:cxn>
                      <a:cxn ang="0">
                        <a:pos x="connsiteX2671" y="connsiteY2671"/>
                      </a:cxn>
                      <a:cxn ang="0">
                        <a:pos x="connsiteX2672" y="connsiteY2672"/>
                      </a:cxn>
                      <a:cxn ang="0">
                        <a:pos x="connsiteX2673" y="connsiteY2673"/>
                      </a:cxn>
                      <a:cxn ang="0">
                        <a:pos x="connsiteX2674" y="connsiteY2674"/>
                      </a:cxn>
                      <a:cxn ang="0">
                        <a:pos x="connsiteX2675" y="connsiteY2675"/>
                      </a:cxn>
                      <a:cxn ang="0">
                        <a:pos x="connsiteX2676" y="connsiteY2676"/>
                      </a:cxn>
                      <a:cxn ang="0">
                        <a:pos x="connsiteX2677" y="connsiteY2677"/>
                      </a:cxn>
                      <a:cxn ang="0">
                        <a:pos x="connsiteX2678" y="connsiteY2678"/>
                      </a:cxn>
                      <a:cxn ang="0">
                        <a:pos x="connsiteX2679" y="connsiteY2679"/>
                      </a:cxn>
                      <a:cxn ang="0">
                        <a:pos x="connsiteX2680" y="connsiteY2680"/>
                      </a:cxn>
                      <a:cxn ang="0">
                        <a:pos x="connsiteX2681" y="connsiteY2681"/>
                      </a:cxn>
                      <a:cxn ang="0">
                        <a:pos x="connsiteX2682" y="connsiteY2682"/>
                      </a:cxn>
                      <a:cxn ang="0">
                        <a:pos x="connsiteX2683" y="connsiteY2683"/>
                      </a:cxn>
                      <a:cxn ang="0">
                        <a:pos x="connsiteX2684" y="connsiteY2684"/>
                      </a:cxn>
                      <a:cxn ang="0">
                        <a:pos x="connsiteX2685" y="connsiteY2685"/>
                      </a:cxn>
                      <a:cxn ang="0">
                        <a:pos x="connsiteX2686" y="connsiteY2686"/>
                      </a:cxn>
                      <a:cxn ang="0">
                        <a:pos x="connsiteX2687" y="connsiteY2687"/>
                      </a:cxn>
                      <a:cxn ang="0">
                        <a:pos x="connsiteX2688" y="connsiteY2688"/>
                      </a:cxn>
                      <a:cxn ang="0">
                        <a:pos x="connsiteX2689" y="connsiteY2689"/>
                      </a:cxn>
                      <a:cxn ang="0">
                        <a:pos x="connsiteX2690" y="connsiteY2690"/>
                      </a:cxn>
                      <a:cxn ang="0">
                        <a:pos x="connsiteX2691" y="connsiteY2691"/>
                      </a:cxn>
                      <a:cxn ang="0">
                        <a:pos x="connsiteX2692" y="connsiteY2692"/>
                      </a:cxn>
                      <a:cxn ang="0">
                        <a:pos x="connsiteX2693" y="connsiteY2693"/>
                      </a:cxn>
                      <a:cxn ang="0">
                        <a:pos x="connsiteX2694" y="connsiteY2694"/>
                      </a:cxn>
                      <a:cxn ang="0">
                        <a:pos x="connsiteX2695" y="connsiteY2695"/>
                      </a:cxn>
                      <a:cxn ang="0">
                        <a:pos x="connsiteX2696" y="connsiteY2696"/>
                      </a:cxn>
                      <a:cxn ang="0">
                        <a:pos x="connsiteX2697" y="connsiteY2697"/>
                      </a:cxn>
                      <a:cxn ang="0">
                        <a:pos x="connsiteX2698" y="connsiteY2698"/>
                      </a:cxn>
                      <a:cxn ang="0">
                        <a:pos x="connsiteX2699" y="connsiteY2699"/>
                      </a:cxn>
                      <a:cxn ang="0">
                        <a:pos x="connsiteX2700" y="connsiteY2700"/>
                      </a:cxn>
                      <a:cxn ang="0">
                        <a:pos x="connsiteX2701" y="connsiteY2701"/>
                      </a:cxn>
                      <a:cxn ang="0">
                        <a:pos x="connsiteX2702" y="connsiteY2702"/>
                      </a:cxn>
                      <a:cxn ang="0">
                        <a:pos x="connsiteX2703" y="connsiteY2703"/>
                      </a:cxn>
                      <a:cxn ang="0">
                        <a:pos x="connsiteX2704" y="connsiteY2704"/>
                      </a:cxn>
                      <a:cxn ang="0">
                        <a:pos x="connsiteX2705" y="connsiteY2705"/>
                      </a:cxn>
                      <a:cxn ang="0">
                        <a:pos x="connsiteX2706" y="connsiteY2706"/>
                      </a:cxn>
                      <a:cxn ang="0">
                        <a:pos x="connsiteX2707" y="connsiteY2707"/>
                      </a:cxn>
                      <a:cxn ang="0">
                        <a:pos x="connsiteX2708" y="connsiteY2708"/>
                      </a:cxn>
                      <a:cxn ang="0">
                        <a:pos x="connsiteX2709" y="connsiteY2709"/>
                      </a:cxn>
                      <a:cxn ang="0">
                        <a:pos x="connsiteX2710" y="connsiteY2710"/>
                      </a:cxn>
                      <a:cxn ang="0">
                        <a:pos x="connsiteX2711" y="connsiteY2711"/>
                      </a:cxn>
                      <a:cxn ang="0">
                        <a:pos x="connsiteX2712" y="connsiteY2712"/>
                      </a:cxn>
                      <a:cxn ang="0">
                        <a:pos x="connsiteX2713" y="connsiteY2713"/>
                      </a:cxn>
                      <a:cxn ang="0">
                        <a:pos x="connsiteX2714" y="connsiteY2714"/>
                      </a:cxn>
                      <a:cxn ang="0">
                        <a:pos x="connsiteX2715" y="connsiteY2715"/>
                      </a:cxn>
                      <a:cxn ang="0">
                        <a:pos x="connsiteX2716" y="connsiteY2716"/>
                      </a:cxn>
                      <a:cxn ang="0">
                        <a:pos x="connsiteX2717" y="connsiteY2717"/>
                      </a:cxn>
                      <a:cxn ang="0">
                        <a:pos x="connsiteX2718" y="connsiteY2718"/>
                      </a:cxn>
                      <a:cxn ang="0">
                        <a:pos x="connsiteX2719" y="connsiteY2719"/>
                      </a:cxn>
                      <a:cxn ang="0">
                        <a:pos x="connsiteX2720" y="connsiteY2720"/>
                      </a:cxn>
                      <a:cxn ang="0">
                        <a:pos x="connsiteX2721" y="connsiteY2721"/>
                      </a:cxn>
                      <a:cxn ang="0">
                        <a:pos x="connsiteX2722" y="connsiteY2722"/>
                      </a:cxn>
                      <a:cxn ang="0">
                        <a:pos x="connsiteX2723" y="connsiteY2723"/>
                      </a:cxn>
                      <a:cxn ang="0">
                        <a:pos x="connsiteX2724" y="connsiteY2724"/>
                      </a:cxn>
                      <a:cxn ang="0">
                        <a:pos x="connsiteX2725" y="connsiteY2725"/>
                      </a:cxn>
                      <a:cxn ang="0">
                        <a:pos x="connsiteX2726" y="connsiteY2726"/>
                      </a:cxn>
                      <a:cxn ang="0">
                        <a:pos x="connsiteX2727" y="connsiteY2727"/>
                      </a:cxn>
                      <a:cxn ang="0">
                        <a:pos x="connsiteX2728" y="connsiteY2728"/>
                      </a:cxn>
                      <a:cxn ang="0">
                        <a:pos x="connsiteX2729" y="connsiteY2729"/>
                      </a:cxn>
                      <a:cxn ang="0">
                        <a:pos x="connsiteX2730" y="connsiteY2730"/>
                      </a:cxn>
                      <a:cxn ang="0">
                        <a:pos x="connsiteX2731" y="connsiteY2731"/>
                      </a:cxn>
                      <a:cxn ang="0">
                        <a:pos x="connsiteX2732" y="connsiteY2732"/>
                      </a:cxn>
                      <a:cxn ang="0">
                        <a:pos x="connsiteX2733" y="connsiteY2733"/>
                      </a:cxn>
                      <a:cxn ang="0">
                        <a:pos x="connsiteX2734" y="connsiteY2734"/>
                      </a:cxn>
                      <a:cxn ang="0">
                        <a:pos x="connsiteX2735" y="connsiteY2735"/>
                      </a:cxn>
                      <a:cxn ang="0">
                        <a:pos x="connsiteX2736" y="connsiteY2736"/>
                      </a:cxn>
                      <a:cxn ang="0">
                        <a:pos x="connsiteX2737" y="connsiteY2737"/>
                      </a:cxn>
                      <a:cxn ang="0">
                        <a:pos x="connsiteX2738" y="connsiteY2738"/>
                      </a:cxn>
                      <a:cxn ang="0">
                        <a:pos x="connsiteX2739" y="connsiteY2739"/>
                      </a:cxn>
                      <a:cxn ang="0">
                        <a:pos x="connsiteX2740" y="connsiteY2740"/>
                      </a:cxn>
                      <a:cxn ang="0">
                        <a:pos x="connsiteX2741" y="connsiteY2741"/>
                      </a:cxn>
                      <a:cxn ang="0">
                        <a:pos x="connsiteX2742" y="connsiteY2742"/>
                      </a:cxn>
                      <a:cxn ang="0">
                        <a:pos x="connsiteX2743" y="connsiteY2743"/>
                      </a:cxn>
                      <a:cxn ang="0">
                        <a:pos x="connsiteX2744" y="connsiteY2744"/>
                      </a:cxn>
                      <a:cxn ang="0">
                        <a:pos x="connsiteX2745" y="connsiteY2745"/>
                      </a:cxn>
                      <a:cxn ang="0">
                        <a:pos x="connsiteX2746" y="connsiteY2746"/>
                      </a:cxn>
                      <a:cxn ang="0">
                        <a:pos x="connsiteX2747" y="connsiteY2747"/>
                      </a:cxn>
                      <a:cxn ang="0">
                        <a:pos x="connsiteX2748" y="connsiteY2748"/>
                      </a:cxn>
                      <a:cxn ang="0">
                        <a:pos x="connsiteX2749" y="connsiteY2749"/>
                      </a:cxn>
                      <a:cxn ang="0">
                        <a:pos x="connsiteX2750" y="connsiteY2750"/>
                      </a:cxn>
                      <a:cxn ang="0">
                        <a:pos x="connsiteX2751" y="connsiteY2751"/>
                      </a:cxn>
                      <a:cxn ang="0">
                        <a:pos x="connsiteX2752" y="connsiteY2752"/>
                      </a:cxn>
                      <a:cxn ang="0">
                        <a:pos x="connsiteX2753" y="connsiteY2753"/>
                      </a:cxn>
                      <a:cxn ang="0">
                        <a:pos x="connsiteX2754" y="connsiteY2754"/>
                      </a:cxn>
                      <a:cxn ang="0">
                        <a:pos x="connsiteX2755" y="connsiteY2755"/>
                      </a:cxn>
                      <a:cxn ang="0">
                        <a:pos x="connsiteX2756" y="connsiteY2756"/>
                      </a:cxn>
                      <a:cxn ang="0">
                        <a:pos x="connsiteX2757" y="connsiteY2757"/>
                      </a:cxn>
                      <a:cxn ang="0">
                        <a:pos x="connsiteX2758" y="connsiteY2758"/>
                      </a:cxn>
                      <a:cxn ang="0">
                        <a:pos x="connsiteX2759" y="connsiteY2759"/>
                      </a:cxn>
                      <a:cxn ang="0">
                        <a:pos x="connsiteX2760" y="connsiteY2760"/>
                      </a:cxn>
                      <a:cxn ang="0">
                        <a:pos x="connsiteX2761" y="connsiteY2761"/>
                      </a:cxn>
                      <a:cxn ang="0">
                        <a:pos x="connsiteX2762" y="connsiteY2762"/>
                      </a:cxn>
                      <a:cxn ang="0">
                        <a:pos x="connsiteX2763" y="connsiteY2763"/>
                      </a:cxn>
                      <a:cxn ang="0">
                        <a:pos x="connsiteX2764" y="connsiteY2764"/>
                      </a:cxn>
                      <a:cxn ang="0">
                        <a:pos x="connsiteX2765" y="connsiteY2765"/>
                      </a:cxn>
                      <a:cxn ang="0">
                        <a:pos x="connsiteX2766" y="connsiteY2766"/>
                      </a:cxn>
                      <a:cxn ang="0">
                        <a:pos x="connsiteX2767" y="connsiteY2767"/>
                      </a:cxn>
                      <a:cxn ang="0">
                        <a:pos x="connsiteX2768" y="connsiteY2768"/>
                      </a:cxn>
                      <a:cxn ang="0">
                        <a:pos x="connsiteX2769" y="connsiteY2769"/>
                      </a:cxn>
                      <a:cxn ang="0">
                        <a:pos x="connsiteX2770" y="connsiteY2770"/>
                      </a:cxn>
                      <a:cxn ang="0">
                        <a:pos x="connsiteX2771" y="connsiteY2771"/>
                      </a:cxn>
                      <a:cxn ang="0">
                        <a:pos x="connsiteX2772" y="connsiteY2772"/>
                      </a:cxn>
                      <a:cxn ang="0">
                        <a:pos x="connsiteX2773" y="connsiteY2773"/>
                      </a:cxn>
                      <a:cxn ang="0">
                        <a:pos x="connsiteX2774" y="connsiteY2774"/>
                      </a:cxn>
                      <a:cxn ang="0">
                        <a:pos x="connsiteX2775" y="connsiteY2775"/>
                      </a:cxn>
                      <a:cxn ang="0">
                        <a:pos x="connsiteX2776" y="connsiteY2776"/>
                      </a:cxn>
                      <a:cxn ang="0">
                        <a:pos x="connsiteX2777" y="connsiteY2777"/>
                      </a:cxn>
                      <a:cxn ang="0">
                        <a:pos x="connsiteX2778" y="connsiteY2778"/>
                      </a:cxn>
                      <a:cxn ang="0">
                        <a:pos x="connsiteX2779" y="connsiteY2779"/>
                      </a:cxn>
                      <a:cxn ang="0">
                        <a:pos x="connsiteX2780" y="connsiteY2780"/>
                      </a:cxn>
                      <a:cxn ang="0">
                        <a:pos x="connsiteX2781" y="connsiteY2781"/>
                      </a:cxn>
                      <a:cxn ang="0">
                        <a:pos x="connsiteX2782" y="connsiteY2782"/>
                      </a:cxn>
                      <a:cxn ang="0">
                        <a:pos x="connsiteX2783" y="connsiteY2783"/>
                      </a:cxn>
                      <a:cxn ang="0">
                        <a:pos x="connsiteX2784" y="connsiteY2784"/>
                      </a:cxn>
                      <a:cxn ang="0">
                        <a:pos x="connsiteX2785" y="connsiteY2785"/>
                      </a:cxn>
                      <a:cxn ang="0">
                        <a:pos x="connsiteX2786" y="connsiteY2786"/>
                      </a:cxn>
                      <a:cxn ang="0">
                        <a:pos x="connsiteX2787" y="connsiteY2787"/>
                      </a:cxn>
                      <a:cxn ang="0">
                        <a:pos x="connsiteX2788" y="connsiteY2788"/>
                      </a:cxn>
                      <a:cxn ang="0">
                        <a:pos x="connsiteX2789" y="connsiteY2789"/>
                      </a:cxn>
                      <a:cxn ang="0">
                        <a:pos x="connsiteX2790" y="connsiteY2790"/>
                      </a:cxn>
                      <a:cxn ang="0">
                        <a:pos x="connsiteX2791" y="connsiteY2791"/>
                      </a:cxn>
                      <a:cxn ang="0">
                        <a:pos x="connsiteX2792" y="connsiteY2792"/>
                      </a:cxn>
                      <a:cxn ang="0">
                        <a:pos x="connsiteX2793" y="connsiteY2793"/>
                      </a:cxn>
                      <a:cxn ang="0">
                        <a:pos x="connsiteX2794" y="connsiteY2794"/>
                      </a:cxn>
                      <a:cxn ang="0">
                        <a:pos x="connsiteX2795" y="connsiteY2795"/>
                      </a:cxn>
                      <a:cxn ang="0">
                        <a:pos x="connsiteX2796" y="connsiteY2796"/>
                      </a:cxn>
                      <a:cxn ang="0">
                        <a:pos x="connsiteX2797" y="connsiteY2797"/>
                      </a:cxn>
                      <a:cxn ang="0">
                        <a:pos x="connsiteX2798" y="connsiteY2798"/>
                      </a:cxn>
                      <a:cxn ang="0">
                        <a:pos x="connsiteX2799" y="connsiteY2799"/>
                      </a:cxn>
                      <a:cxn ang="0">
                        <a:pos x="connsiteX2800" y="connsiteY2800"/>
                      </a:cxn>
                      <a:cxn ang="0">
                        <a:pos x="connsiteX2801" y="connsiteY2801"/>
                      </a:cxn>
                      <a:cxn ang="0">
                        <a:pos x="connsiteX2802" y="connsiteY2802"/>
                      </a:cxn>
                      <a:cxn ang="0">
                        <a:pos x="connsiteX2803" y="connsiteY2803"/>
                      </a:cxn>
                      <a:cxn ang="0">
                        <a:pos x="connsiteX2804" y="connsiteY2804"/>
                      </a:cxn>
                      <a:cxn ang="0">
                        <a:pos x="connsiteX2805" y="connsiteY2805"/>
                      </a:cxn>
                      <a:cxn ang="0">
                        <a:pos x="connsiteX2806" y="connsiteY2806"/>
                      </a:cxn>
                      <a:cxn ang="0">
                        <a:pos x="connsiteX2807" y="connsiteY2807"/>
                      </a:cxn>
                      <a:cxn ang="0">
                        <a:pos x="connsiteX2808" y="connsiteY2808"/>
                      </a:cxn>
                      <a:cxn ang="0">
                        <a:pos x="connsiteX2809" y="connsiteY2809"/>
                      </a:cxn>
                      <a:cxn ang="0">
                        <a:pos x="connsiteX2810" y="connsiteY2810"/>
                      </a:cxn>
                      <a:cxn ang="0">
                        <a:pos x="connsiteX2811" y="connsiteY2811"/>
                      </a:cxn>
                      <a:cxn ang="0">
                        <a:pos x="connsiteX2812" y="connsiteY2812"/>
                      </a:cxn>
                      <a:cxn ang="0">
                        <a:pos x="connsiteX2813" y="connsiteY2813"/>
                      </a:cxn>
                      <a:cxn ang="0">
                        <a:pos x="connsiteX2814" y="connsiteY2814"/>
                      </a:cxn>
                      <a:cxn ang="0">
                        <a:pos x="connsiteX2815" y="connsiteY2815"/>
                      </a:cxn>
                      <a:cxn ang="0">
                        <a:pos x="connsiteX2816" y="connsiteY2816"/>
                      </a:cxn>
                      <a:cxn ang="0">
                        <a:pos x="connsiteX2817" y="connsiteY2817"/>
                      </a:cxn>
                      <a:cxn ang="0">
                        <a:pos x="connsiteX2818" y="connsiteY2818"/>
                      </a:cxn>
                      <a:cxn ang="0">
                        <a:pos x="connsiteX2819" y="connsiteY2819"/>
                      </a:cxn>
                      <a:cxn ang="0">
                        <a:pos x="connsiteX2820" y="connsiteY2820"/>
                      </a:cxn>
                      <a:cxn ang="0">
                        <a:pos x="connsiteX2821" y="connsiteY2821"/>
                      </a:cxn>
                      <a:cxn ang="0">
                        <a:pos x="connsiteX2822" y="connsiteY2822"/>
                      </a:cxn>
                      <a:cxn ang="0">
                        <a:pos x="connsiteX2823" y="connsiteY2823"/>
                      </a:cxn>
                      <a:cxn ang="0">
                        <a:pos x="connsiteX2824" y="connsiteY2824"/>
                      </a:cxn>
                      <a:cxn ang="0">
                        <a:pos x="connsiteX2825" y="connsiteY2825"/>
                      </a:cxn>
                      <a:cxn ang="0">
                        <a:pos x="connsiteX2826" y="connsiteY2826"/>
                      </a:cxn>
                      <a:cxn ang="0">
                        <a:pos x="connsiteX2827" y="connsiteY2827"/>
                      </a:cxn>
                      <a:cxn ang="0">
                        <a:pos x="connsiteX2828" y="connsiteY2828"/>
                      </a:cxn>
                      <a:cxn ang="0">
                        <a:pos x="connsiteX2829" y="connsiteY2829"/>
                      </a:cxn>
                      <a:cxn ang="0">
                        <a:pos x="connsiteX2830" y="connsiteY2830"/>
                      </a:cxn>
                      <a:cxn ang="0">
                        <a:pos x="connsiteX2831" y="connsiteY2831"/>
                      </a:cxn>
                      <a:cxn ang="0">
                        <a:pos x="connsiteX2832" y="connsiteY2832"/>
                      </a:cxn>
                      <a:cxn ang="0">
                        <a:pos x="connsiteX2833" y="connsiteY2833"/>
                      </a:cxn>
                      <a:cxn ang="0">
                        <a:pos x="connsiteX2834" y="connsiteY2834"/>
                      </a:cxn>
                      <a:cxn ang="0">
                        <a:pos x="connsiteX2835" y="connsiteY2835"/>
                      </a:cxn>
                      <a:cxn ang="0">
                        <a:pos x="connsiteX2836" y="connsiteY2836"/>
                      </a:cxn>
                      <a:cxn ang="0">
                        <a:pos x="connsiteX2837" y="connsiteY2837"/>
                      </a:cxn>
                      <a:cxn ang="0">
                        <a:pos x="connsiteX2838" y="connsiteY2838"/>
                      </a:cxn>
                      <a:cxn ang="0">
                        <a:pos x="connsiteX2839" y="connsiteY2839"/>
                      </a:cxn>
                      <a:cxn ang="0">
                        <a:pos x="connsiteX2840" y="connsiteY2840"/>
                      </a:cxn>
                      <a:cxn ang="0">
                        <a:pos x="connsiteX2841" y="connsiteY2841"/>
                      </a:cxn>
                      <a:cxn ang="0">
                        <a:pos x="connsiteX2842" y="connsiteY2842"/>
                      </a:cxn>
                      <a:cxn ang="0">
                        <a:pos x="connsiteX2843" y="connsiteY2843"/>
                      </a:cxn>
                      <a:cxn ang="0">
                        <a:pos x="connsiteX2844" y="connsiteY2844"/>
                      </a:cxn>
                      <a:cxn ang="0">
                        <a:pos x="connsiteX2845" y="connsiteY2845"/>
                      </a:cxn>
                      <a:cxn ang="0">
                        <a:pos x="connsiteX2846" y="connsiteY2846"/>
                      </a:cxn>
                      <a:cxn ang="0">
                        <a:pos x="connsiteX2847" y="connsiteY2847"/>
                      </a:cxn>
                      <a:cxn ang="0">
                        <a:pos x="connsiteX2848" y="connsiteY2848"/>
                      </a:cxn>
                      <a:cxn ang="0">
                        <a:pos x="connsiteX2849" y="connsiteY2849"/>
                      </a:cxn>
                      <a:cxn ang="0">
                        <a:pos x="connsiteX2850" y="connsiteY2850"/>
                      </a:cxn>
                      <a:cxn ang="0">
                        <a:pos x="connsiteX2851" y="connsiteY2851"/>
                      </a:cxn>
                      <a:cxn ang="0">
                        <a:pos x="connsiteX2852" y="connsiteY2852"/>
                      </a:cxn>
                      <a:cxn ang="0">
                        <a:pos x="connsiteX2853" y="connsiteY2853"/>
                      </a:cxn>
                      <a:cxn ang="0">
                        <a:pos x="connsiteX2854" y="connsiteY2854"/>
                      </a:cxn>
                      <a:cxn ang="0">
                        <a:pos x="connsiteX2855" y="connsiteY2855"/>
                      </a:cxn>
                      <a:cxn ang="0">
                        <a:pos x="connsiteX2856" y="connsiteY2856"/>
                      </a:cxn>
                      <a:cxn ang="0">
                        <a:pos x="connsiteX2857" y="connsiteY2857"/>
                      </a:cxn>
                      <a:cxn ang="0">
                        <a:pos x="connsiteX2858" y="connsiteY2858"/>
                      </a:cxn>
                      <a:cxn ang="0">
                        <a:pos x="connsiteX2859" y="connsiteY2859"/>
                      </a:cxn>
                      <a:cxn ang="0">
                        <a:pos x="connsiteX2860" y="connsiteY2860"/>
                      </a:cxn>
                      <a:cxn ang="0">
                        <a:pos x="connsiteX2861" y="connsiteY2861"/>
                      </a:cxn>
                      <a:cxn ang="0">
                        <a:pos x="connsiteX2862" y="connsiteY2862"/>
                      </a:cxn>
                      <a:cxn ang="0">
                        <a:pos x="connsiteX2863" y="connsiteY2863"/>
                      </a:cxn>
                      <a:cxn ang="0">
                        <a:pos x="connsiteX2864" y="connsiteY2864"/>
                      </a:cxn>
                      <a:cxn ang="0">
                        <a:pos x="connsiteX2865" y="connsiteY2865"/>
                      </a:cxn>
                      <a:cxn ang="0">
                        <a:pos x="connsiteX2866" y="connsiteY2866"/>
                      </a:cxn>
                      <a:cxn ang="0">
                        <a:pos x="connsiteX2867" y="connsiteY2867"/>
                      </a:cxn>
                      <a:cxn ang="0">
                        <a:pos x="connsiteX2868" y="connsiteY2868"/>
                      </a:cxn>
                      <a:cxn ang="0">
                        <a:pos x="connsiteX2869" y="connsiteY2869"/>
                      </a:cxn>
                      <a:cxn ang="0">
                        <a:pos x="connsiteX2870" y="connsiteY2870"/>
                      </a:cxn>
                      <a:cxn ang="0">
                        <a:pos x="connsiteX2871" y="connsiteY2871"/>
                      </a:cxn>
                      <a:cxn ang="0">
                        <a:pos x="connsiteX2872" y="connsiteY2872"/>
                      </a:cxn>
                      <a:cxn ang="0">
                        <a:pos x="connsiteX2873" y="connsiteY2873"/>
                      </a:cxn>
                      <a:cxn ang="0">
                        <a:pos x="connsiteX2874" y="connsiteY2874"/>
                      </a:cxn>
                      <a:cxn ang="0">
                        <a:pos x="connsiteX2875" y="connsiteY2875"/>
                      </a:cxn>
                      <a:cxn ang="0">
                        <a:pos x="connsiteX2876" y="connsiteY2876"/>
                      </a:cxn>
                      <a:cxn ang="0">
                        <a:pos x="connsiteX2877" y="connsiteY2877"/>
                      </a:cxn>
                      <a:cxn ang="0">
                        <a:pos x="connsiteX2878" y="connsiteY2878"/>
                      </a:cxn>
                      <a:cxn ang="0">
                        <a:pos x="connsiteX2879" y="connsiteY2879"/>
                      </a:cxn>
                      <a:cxn ang="0">
                        <a:pos x="connsiteX2880" y="connsiteY2880"/>
                      </a:cxn>
                      <a:cxn ang="0">
                        <a:pos x="connsiteX2881" y="connsiteY2881"/>
                      </a:cxn>
                      <a:cxn ang="0">
                        <a:pos x="connsiteX2882" y="connsiteY2882"/>
                      </a:cxn>
                      <a:cxn ang="0">
                        <a:pos x="connsiteX2883" y="connsiteY2883"/>
                      </a:cxn>
                      <a:cxn ang="0">
                        <a:pos x="connsiteX2884" y="connsiteY2884"/>
                      </a:cxn>
                      <a:cxn ang="0">
                        <a:pos x="connsiteX2885" y="connsiteY2885"/>
                      </a:cxn>
                      <a:cxn ang="0">
                        <a:pos x="connsiteX2886" y="connsiteY2886"/>
                      </a:cxn>
                      <a:cxn ang="0">
                        <a:pos x="connsiteX2887" y="connsiteY2887"/>
                      </a:cxn>
                      <a:cxn ang="0">
                        <a:pos x="connsiteX2888" y="connsiteY2888"/>
                      </a:cxn>
                      <a:cxn ang="0">
                        <a:pos x="connsiteX2889" y="connsiteY2889"/>
                      </a:cxn>
                      <a:cxn ang="0">
                        <a:pos x="connsiteX2890" y="connsiteY2890"/>
                      </a:cxn>
                      <a:cxn ang="0">
                        <a:pos x="connsiteX2891" y="connsiteY2891"/>
                      </a:cxn>
                      <a:cxn ang="0">
                        <a:pos x="connsiteX2892" y="connsiteY2892"/>
                      </a:cxn>
                      <a:cxn ang="0">
                        <a:pos x="connsiteX2893" y="connsiteY2893"/>
                      </a:cxn>
                      <a:cxn ang="0">
                        <a:pos x="connsiteX2894" y="connsiteY2894"/>
                      </a:cxn>
                      <a:cxn ang="0">
                        <a:pos x="connsiteX2895" y="connsiteY2895"/>
                      </a:cxn>
                      <a:cxn ang="0">
                        <a:pos x="connsiteX2896" y="connsiteY2896"/>
                      </a:cxn>
                      <a:cxn ang="0">
                        <a:pos x="connsiteX2897" y="connsiteY2897"/>
                      </a:cxn>
                      <a:cxn ang="0">
                        <a:pos x="connsiteX2898" y="connsiteY2898"/>
                      </a:cxn>
                      <a:cxn ang="0">
                        <a:pos x="connsiteX2899" y="connsiteY2899"/>
                      </a:cxn>
                      <a:cxn ang="0">
                        <a:pos x="connsiteX2900" y="connsiteY2900"/>
                      </a:cxn>
                      <a:cxn ang="0">
                        <a:pos x="connsiteX2901" y="connsiteY2901"/>
                      </a:cxn>
                      <a:cxn ang="0">
                        <a:pos x="connsiteX2902" y="connsiteY2902"/>
                      </a:cxn>
                      <a:cxn ang="0">
                        <a:pos x="connsiteX2903" y="connsiteY2903"/>
                      </a:cxn>
                      <a:cxn ang="0">
                        <a:pos x="connsiteX2904" y="connsiteY2904"/>
                      </a:cxn>
                      <a:cxn ang="0">
                        <a:pos x="connsiteX2905" y="connsiteY2905"/>
                      </a:cxn>
                      <a:cxn ang="0">
                        <a:pos x="connsiteX2906" y="connsiteY2906"/>
                      </a:cxn>
                      <a:cxn ang="0">
                        <a:pos x="connsiteX2907" y="connsiteY2907"/>
                      </a:cxn>
                      <a:cxn ang="0">
                        <a:pos x="connsiteX2908" y="connsiteY2908"/>
                      </a:cxn>
                      <a:cxn ang="0">
                        <a:pos x="connsiteX2909" y="connsiteY2909"/>
                      </a:cxn>
                      <a:cxn ang="0">
                        <a:pos x="connsiteX2910" y="connsiteY2910"/>
                      </a:cxn>
                      <a:cxn ang="0">
                        <a:pos x="connsiteX2911" y="connsiteY2911"/>
                      </a:cxn>
                      <a:cxn ang="0">
                        <a:pos x="connsiteX2912" y="connsiteY2912"/>
                      </a:cxn>
                      <a:cxn ang="0">
                        <a:pos x="connsiteX2913" y="connsiteY2913"/>
                      </a:cxn>
                      <a:cxn ang="0">
                        <a:pos x="connsiteX2914" y="connsiteY2914"/>
                      </a:cxn>
                      <a:cxn ang="0">
                        <a:pos x="connsiteX2915" y="connsiteY2915"/>
                      </a:cxn>
                      <a:cxn ang="0">
                        <a:pos x="connsiteX2916" y="connsiteY2916"/>
                      </a:cxn>
                      <a:cxn ang="0">
                        <a:pos x="connsiteX2917" y="connsiteY2917"/>
                      </a:cxn>
                      <a:cxn ang="0">
                        <a:pos x="connsiteX2918" y="connsiteY2918"/>
                      </a:cxn>
                      <a:cxn ang="0">
                        <a:pos x="connsiteX2919" y="connsiteY2919"/>
                      </a:cxn>
                      <a:cxn ang="0">
                        <a:pos x="connsiteX2920" y="connsiteY2920"/>
                      </a:cxn>
                      <a:cxn ang="0">
                        <a:pos x="connsiteX2921" y="connsiteY2921"/>
                      </a:cxn>
                      <a:cxn ang="0">
                        <a:pos x="connsiteX2922" y="connsiteY2922"/>
                      </a:cxn>
                      <a:cxn ang="0">
                        <a:pos x="connsiteX2923" y="connsiteY2923"/>
                      </a:cxn>
                      <a:cxn ang="0">
                        <a:pos x="connsiteX2924" y="connsiteY2924"/>
                      </a:cxn>
                      <a:cxn ang="0">
                        <a:pos x="connsiteX2925" y="connsiteY2925"/>
                      </a:cxn>
                      <a:cxn ang="0">
                        <a:pos x="connsiteX2926" y="connsiteY2926"/>
                      </a:cxn>
                      <a:cxn ang="0">
                        <a:pos x="connsiteX2927" y="connsiteY2927"/>
                      </a:cxn>
                      <a:cxn ang="0">
                        <a:pos x="connsiteX2928" y="connsiteY2928"/>
                      </a:cxn>
                      <a:cxn ang="0">
                        <a:pos x="connsiteX2929" y="connsiteY2929"/>
                      </a:cxn>
                      <a:cxn ang="0">
                        <a:pos x="connsiteX2930" y="connsiteY2930"/>
                      </a:cxn>
                      <a:cxn ang="0">
                        <a:pos x="connsiteX2931" y="connsiteY2931"/>
                      </a:cxn>
                      <a:cxn ang="0">
                        <a:pos x="connsiteX2932" y="connsiteY2932"/>
                      </a:cxn>
                      <a:cxn ang="0">
                        <a:pos x="connsiteX2933" y="connsiteY2933"/>
                      </a:cxn>
                      <a:cxn ang="0">
                        <a:pos x="connsiteX2934" y="connsiteY2934"/>
                      </a:cxn>
                      <a:cxn ang="0">
                        <a:pos x="connsiteX2935" y="connsiteY2935"/>
                      </a:cxn>
                      <a:cxn ang="0">
                        <a:pos x="connsiteX2936" y="connsiteY2936"/>
                      </a:cxn>
                      <a:cxn ang="0">
                        <a:pos x="connsiteX2937" y="connsiteY2937"/>
                      </a:cxn>
                      <a:cxn ang="0">
                        <a:pos x="connsiteX2938" y="connsiteY2938"/>
                      </a:cxn>
                      <a:cxn ang="0">
                        <a:pos x="connsiteX2939" y="connsiteY2939"/>
                      </a:cxn>
                      <a:cxn ang="0">
                        <a:pos x="connsiteX2940" y="connsiteY2940"/>
                      </a:cxn>
                      <a:cxn ang="0">
                        <a:pos x="connsiteX2941" y="connsiteY2941"/>
                      </a:cxn>
                      <a:cxn ang="0">
                        <a:pos x="connsiteX2942" y="connsiteY2942"/>
                      </a:cxn>
                      <a:cxn ang="0">
                        <a:pos x="connsiteX2943" y="connsiteY2943"/>
                      </a:cxn>
                      <a:cxn ang="0">
                        <a:pos x="connsiteX2944" y="connsiteY2944"/>
                      </a:cxn>
                      <a:cxn ang="0">
                        <a:pos x="connsiteX2945" y="connsiteY2945"/>
                      </a:cxn>
                      <a:cxn ang="0">
                        <a:pos x="connsiteX2946" y="connsiteY2946"/>
                      </a:cxn>
                      <a:cxn ang="0">
                        <a:pos x="connsiteX2947" y="connsiteY2947"/>
                      </a:cxn>
                      <a:cxn ang="0">
                        <a:pos x="connsiteX2948" y="connsiteY2948"/>
                      </a:cxn>
                      <a:cxn ang="0">
                        <a:pos x="connsiteX2949" y="connsiteY2949"/>
                      </a:cxn>
                      <a:cxn ang="0">
                        <a:pos x="connsiteX2950" y="connsiteY2950"/>
                      </a:cxn>
                      <a:cxn ang="0">
                        <a:pos x="connsiteX2951" y="connsiteY2951"/>
                      </a:cxn>
                      <a:cxn ang="0">
                        <a:pos x="connsiteX2952" y="connsiteY2952"/>
                      </a:cxn>
                      <a:cxn ang="0">
                        <a:pos x="connsiteX2953" y="connsiteY2953"/>
                      </a:cxn>
                      <a:cxn ang="0">
                        <a:pos x="connsiteX2954" y="connsiteY2954"/>
                      </a:cxn>
                      <a:cxn ang="0">
                        <a:pos x="connsiteX2955" y="connsiteY2955"/>
                      </a:cxn>
                      <a:cxn ang="0">
                        <a:pos x="connsiteX2956" y="connsiteY2956"/>
                      </a:cxn>
                      <a:cxn ang="0">
                        <a:pos x="connsiteX2957" y="connsiteY2957"/>
                      </a:cxn>
                      <a:cxn ang="0">
                        <a:pos x="connsiteX2958" y="connsiteY2958"/>
                      </a:cxn>
                      <a:cxn ang="0">
                        <a:pos x="connsiteX2959" y="connsiteY2959"/>
                      </a:cxn>
                      <a:cxn ang="0">
                        <a:pos x="connsiteX2960" y="connsiteY2960"/>
                      </a:cxn>
                      <a:cxn ang="0">
                        <a:pos x="connsiteX2961" y="connsiteY2961"/>
                      </a:cxn>
                      <a:cxn ang="0">
                        <a:pos x="connsiteX2962" y="connsiteY2962"/>
                      </a:cxn>
                      <a:cxn ang="0">
                        <a:pos x="connsiteX2963" y="connsiteY2963"/>
                      </a:cxn>
                      <a:cxn ang="0">
                        <a:pos x="connsiteX2964" y="connsiteY2964"/>
                      </a:cxn>
                      <a:cxn ang="0">
                        <a:pos x="connsiteX2965" y="connsiteY2965"/>
                      </a:cxn>
                      <a:cxn ang="0">
                        <a:pos x="connsiteX2966" y="connsiteY2966"/>
                      </a:cxn>
                      <a:cxn ang="0">
                        <a:pos x="connsiteX2967" y="connsiteY2967"/>
                      </a:cxn>
                      <a:cxn ang="0">
                        <a:pos x="connsiteX2968" y="connsiteY2968"/>
                      </a:cxn>
                      <a:cxn ang="0">
                        <a:pos x="connsiteX2969" y="connsiteY2969"/>
                      </a:cxn>
                      <a:cxn ang="0">
                        <a:pos x="connsiteX2970" y="connsiteY2970"/>
                      </a:cxn>
                      <a:cxn ang="0">
                        <a:pos x="connsiteX2971" y="connsiteY2971"/>
                      </a:cxn>
                      <a:cxn ang="0">
                        <a:pos x="connsiteX2972" y="connsiteY2972"/>
                      </a:cxn>
                      <a:cxn ang="0">
                        <a:pos x="connsiteX2973" y="connsiteY2973"/>
                      </a:cxn>
                      <a:cxn ang="0">
                        <a:pos x="connsiteX2974" y="connsiteY2974"/>
                      </a:cxn>
                      <a:cxn ang="0">
                        <a:pos x="connsiteX2975" y="connsiteY2975"/>
                      </a:cxn>
                      <a:cxn ang="0">
                        <a:pos x="connsiteX2976" y="connsiteY2976"/>
                      </a:cxn>
                      <a:cxn ang="0">
                        <a:pos x="connsiteX2977" y="connsiteY2977"/>
                      </a:cxn>
                      <a:cxn ang="0">
                        <a:pos x="connsiteX2978" y="connsiteY2978"/>
                      </a:cxn>
                      <a:cxn ang="0">
                        <a:pos x="connsiteX2979" y="connsiteY2979"/>
                      </a:cxn>
                      <a:cxn ang="0">
                        <a:pos x="connsiteX2980" y="connsiteY2980"/>
                      </a:cxn>
                      <a:cxn ang="0">
                        <a:pos x="connsiteX2981" y="connsiteY2981"/>
                      </a:cxn>
                      <a:cxn ang="0">
                        <a:pos x="connsiteX2982" y="connsiteY2982"/>
                      </a:cxn>
                      <a:cxn ang="0">
                        <a:pos x="connsiteX2983" y="connsiteY2983"/>
                      </a:cxn>
                      <a:cxn ang="0">
                        <a:pos x="connsiteX2984" y="connsiteY2984"/>
                      </a:cxn>
                      <a:cxn ang="0">
                        <a:pos x="connsiteX2985" y="connsiteY2985"/>
                      </a:cxn>
                      <a:cxn ang="0">
                        <a:pos x="connsiteX2986" y="connsiteY2986"/>
                      </a:cxn>
                      <a:cxn ang="0">
                        <a:pos x="connsiteX2987" y="connsiteY2987"/>
                      </a:cxn>
                      <a:cxn ang="0">
                        <a:pos x="connsiteX2988" y="connsiteY2988"/>
                      </a:cxn>
                      <a:cxn ang="0">
                        <a:pos x="connsiteX2989" y="connsiteY2989"/>
                      </a:cxn>
                      <a:cxn ang="0">
                        <a:pos x="connsiteX2990" y="connsiteY2990"/>
                      </a:cxn>
                      <a:cxn ang="0">
                        <a:pos x="connsiteX2991" y="connsiteY2991"/>
                      </a:cxn>
                      <a:cxn ang="0">
                        <a:pos x="connsiteX2992" y="connsiteY2992"/>
                      </a:cxn>
                      <a:cxn ang="0">
                        <a:pos x="connsiteX2993" y="connsiteY2993"/>
                      </a:cxn>
                      <a:cxn ang="0">
                        <a:pos x="connsiteX2994" y="connsiteY2994"/>
                      </a:cxn>
                      <a:cxn ang="0">
                        <a:pos x="connsiteX2995" y="connsiteY2995"/>
                      </a:cxn>
                      <a:cxn ang="0">
                        <a:pos x="connsiteX2996" y="connsiteY2996"/>
                      </a:cxn>
                      <a:cxn ang="0">
                        <a:pos x="connsiteX2997" y="connsiteY2997"/>
                      </a:cxn>
                      <a:cxn ang="0">
                        <a:pos x="connsiteX2998" y="connsiteY2998"/>
                      </a:cxn>
                      <a:cxn ang="0">
                        <a:pos x="connsiteX2999" y="connsiteY2999"/>
                      </a:cxn>
                      <a:cxn ang="0">
                        <a:pos x="connsiteX3000" y="connsiteY3000"/>
                      </a:cxn>
                      <a:cxn ang="0">
                        <a:pos x="connsiteX3001" y="connsiteY3001"/>
                      </a:cxn>
                      <a:cxn ang="0">
                        <a:pos x="connsiteX3002" y="connsiteY3002"/>
                      </a:cxn>
                      <a:cxn ang="0">
                        <a:pos x="connsiteX3003" y="connsiteY3003"/>
                      </a:cxn>
                      <a:cxn ang="0">
                        <a:pos x="connsiteX3004" y="connsiteY3004"/>
                      </a:cxn>
                      <a:cxn ang="0">
                        <a:pos x="connsiteX3005" y="connsiteY3005"/>
                      </a:cxn>
                      <a:cxn ang="0">
                        <a:pos x="connsiteX3006" y="connsiteY3006"/>
                      </a:cxn>
                      <a:cxn ang="0">
                        <a:pos x="connsiteX3007" y="connsiteY3007"/>
                      </a:cxn>
                      <a:cxn ang="0">
                        <a:pos x="connsiteX3008" y="connsiteY3008"/>
                      </a:cxn>
                      <a:cxn ang="0">
                        <a:pos x="connsiteX3009" y="connsiteY3009"/>
                      </a:cxn>
                      <a:cxn ang="0">
                        <a:pos x="connsiteX3010" y="connsiteY3010"/>
                      </a:cxn>
                      <a:cxn ang="0">
                        <a:pos x="connsiteX3011" y="connsiteY3011"/>
                      </a:cxn>
                      <a:cxn ang="0">
                        <a:pos x="connsiteX3012" y="connsiteY3012"/>
                      </a:cxn>
                      <a:cxn ang="0">
                        <a:pos x="connsiteX3013" y="connsiteY3013"/>
                      </a:cxn>
                      <a:cxn ang="0">
                        <a:pos x="connsiteX3014" y="connsiteY3014"/>
                      </a:cxn>
                      <a:cxn ang="0">
                        <a:pos x="connsiteX3015" y="connsiteY3015"/>
                      </a:cxn>
                      <a:cxn ang="0">
                        <a:pos x="connsiteX3016" y="connsiteY3016"/>
                      </a:cxn>
                      <a:cxn ang="0">
                        <a:pos x="connsiteX3017" y="connsiteY3017"/>
                      </a:cxn>
                      <a:cxn ang="0">
                        <a:pos x="connsiteX3018" y="connsiteY3018"/>
                      </a:cxn>
                      <a:cxn ang="0">
                        <a:pos x="connsiteX3019" y="connsiteY3019"/>
                      </a:cxn>
                      <a:cxn ang="0">
                        <a:pos x="connsiteX3020" y="connsiteY3020"/>
                      </a:cxn>
                      <a:cxn ang="0">
                        <a:pos x="connsiteX3021" y="connsiteY3021"/>
                      </a:cxn>
                      <a:cxn ang="0">
                        <a:pos x="connsiteX3022" y="connsiteY3022"/>
                      </a:cxn>
                      <a:cxn ang="0">
                        <a:pos x="connsiteX3023" y="connsiteY3023"/>
                      </a:cxn>
                      <a:cxn ang="0">
                        <a:pos x="connsiteX3024" y="connsiteY3024"/>
                      </a:cxn>
                      <a:cxn ang="0">
                        <a:pos x="connsiteX3025" y="connsiteY3025"/>
                      </a:cxn>
                      <a:cxn ang="0">
                        <a:pos x="connsiteX3026" y="connsiteY3026"/>
                      </a:cxn>
                      <a:cxn ang="0">
                        <a:pos x="connsiteX3027" y="connsiteY3027"/>
                      </a:cxn>
                      <a:cxn ang="0">
                        <a:pos x="connsiteX3028" y="connsiteY3028"/>
                      </a:cxn>
                      <a:cxn ang="0">
                        <a:pos x="connsiteX3029" y="connsiteY3029"/>
                      </a:cxn>
                      <a:cxn ang="0">
                        <a:pos x="connsiteX3030" y="connsiteY3030"/>
                      </a:cxn>
                      <a:cxn ang="0">
                        <a:pos x="connsiteX3031" y="connsiteY3031"/>
                      </a:cxn>
                      <a:cxn ang="0">
                        <a:pos x="connsiteX3032" y="connsiteY3032"/>
                      </a:cxn>
                      <a:cxn ang="0">
                        <a:pos x="connsiteX3033" y="connsiteY3033"/>
                      </a:cxn>
                      <a:cxn ang="0">
                        <a:pos x="connsiteX3034" y="connsiteY3034"/>
                      </a:cxn>
                      <a:cxn ang="0">
                        <a:pos x="connsiteX3035" y="connsiteY3035"/>
                      </a:cxn>
                      <a:cxn ang="0">
                        <a:pos x="connsiteX3036" y="connsiteY3036"/>
                      </a:cxn>
                      <a:cxn ang="0">
                        <a:pos x="connsiteX3037" y="connsiteY3037"/>
                      </a:cxn>
                      <a:cxn ang="0">
                        <a:pos x="connsiteX3038" y="connsiteY3038"/>
                      </a:cxn>
                      <a:cxn ang="0">
                        <a:pos x="connsiteX3039" y="connsiteY3039"/>
                      </a:cxn>
                      <a:cxn ang="0">
                        <a:pos x="connsiteX3040" y="connsiteY3040"/>
                      </a:cxn>
                      <a:cxn ang="0">
                        <a:pos x="connsiteX3041" y="connsiteY3041"/>
                      </a:cxn>
                      <a:cxn ang="0">
                        <a:pos x="connsiteX3042" y="connsiteY3042"/>
                      </a:cxn>
                      <a:cxn ang="0">
                        <a:pos x="connsiteX3043" y="connsiteY3043"/>
                      </a:cxn>
                      <a:cxn ang="0">
                        <a:pos x="connsiteX3044" y="connsiteY3044"/>
                      </a:cxn>
                      <a:cxn ang="0">
                        <a:pos x="connsiteX3045" y="connsiteY3045"/>
                      </a:cxn>
                      <a:cxn ang="0">
                        <a:pos x="connsiteX3046" y="connsiteY3046"/>
                      </a:cxn>
                      <a:cxn ang="0">
                        <a:pos x="connsiteX3047" y="connsiteY3047"/>
                      </a:cxn>
                      <a:cxn ang="0">
                        <a:pos x="connsiteX3048" y="connsiteY3048"/>
                      </a:cxn>
                      <a:cxn ang="0">
                        <a:pos x="connsiteX3049" y="connsiteY3049"/>
                      </a:cxn>
                      <a:cxn ang="0">
                        <a:pos x="connsiteX3050" y="connsiteY3050"/>
                      </a:cxn>
                      <a:cxn ang="0">
                        <a:pos x="connsiteX3051" y="connsiteY3051"/>
                      </a:cxn>
                      <a:cxn ang="0">
                        <a:pos x="connsiteX3052" y="connsiteY3052"/>
                      </a:cxn>
                      <a:cxn ang="0">
                        <a:pos x="connsiteX3053" y="connsiteY3053"/>
                      </a:cxn>
                      <a:cxn ang="0">
                        <a:pos x="connsiteX3054" y="connsiteY3054"/>
                      </a:cxn>
                      <a:cxn ang="0">
                        <a:pos x="connsiteX3055" y="connsiteY3055"/>
                      </a:cxn>
                      <a:cxn ang="0">
                        <a:pos x="connsiteX3056" y="connsiteY3056"/>
                      </a:cxn>
                      <a:cxn ang="0">
                        <a:pos x="connsiteX3057" y="connsiteY3057"/>
                      </a:cxn>
                      <a:cxn ang="0">
                        <a:pos x="connsiteX3058" y="connsiteY3058"/>
                      </a:cxn>
                      <a:cxn ang="0">
                        <a:pos x="connsiteX3059" y="connsiteY3059"/>
                      </a:cxn>
                      <a:cxn ang="0">
                        <a:pos x="connsiteX3060" y="connsiteY3060"/>
                      </a:cxn>
                      <a:cxn ang="0">
                        <a:pos x="connsiteX3061" y="connsiteY3061"/>
                      </a:cxn>
                      <a:cxn ang="0">
                        <a:pos x="connsiteX3062" y="connsiteY3062"/>
                      </a:cxn>
                      <a:cxn ang="0">
                        <a:pos x="connsiteX3063" y="connsiteY3063"/>
                      </a:cxn>
                      <a:cxn ang="0">
                        <a:pos x="connsiteX3064" y="connsiteY3064"/>
                      </a:cxn>
                      <a:cxn ang="0">
                        <a:pos x="connsiteX3065" y="connsiteY3065"/>
                      </a:cxn>
                      <a:cxn ang="0">
                        <a:pos x="connsiteX3066" y="connsiteY3066"/>
                      </a:cxn>
                      <a:cxn ang="0">
                        <a:pos x="connsiteX3067" y="connsiteY3067"/>
                      </a:cxn>
                      <a:cxn ang="0">
                        <a:pos x="connsiteX3068" y="connsiteY3068"/>
                      </a:cxn>
                      <a:cxn ang="0">
                        <a:pos x="connsiteX3069" y="connsiteY3069"/>
                      </a:cxn>
                      <a:cxn ang="0">
                        <a:pos x="connsiteX3070" y="connsiteY3070"/>
                      </a:cxn>
                      <a:cxn ang="0">
                        <a:pos x="connsiteX3071" y="connsiteY3071"/>
                      </a:cxn>
                      <a:cxn ang="0">
                        <a:pos x="connsiteX3072" y="connsiteY3072"/>
                      </a:cxn>
                      <a:cxn ang="0">
                        <a:pos x="connsiteX3073" y="connsiteY3073"/>
                      </a:cxn>
                      <a:cxn ang="0">
                        <a:pos x="connsiteX3074" y="connsiteY3074"/>
                      </a:cxn>
                      <a:cxn ang="0">
                        <a:pos x="connsiteX3075" y="connsiteY3075"/>
                      </a:cxn>
                      <a:cxn ang="0">
                        <a:pos x="connsiteX3076" y="connsiteY3076"/>
                      </a:cxn>
                      <a:cxn ang="0">
                        <a:pos x="connsiteX3077" y="connsiteY3077"/>
                      </a:cxn>
                      <a:cxn ang="0">
                        <a:pos x="connsiteX3078" y="connsiteY3078"/>
                      </a:cxn>
                      <a:cxn ang="0">
                        <a:pos x="connsiteX3079" y="connsiteY3079"/>
                      </a:cxn>
                      <a:cxn ang="0">
                        <a:pos x="connsiteX3080" y="connsiteY3080"/>
                      </a:cxn>
                      <a:cxn ang="0">
                        <a:pos x="connsiteX3081" y="connsiteY3081"/>
                      </a:cxn>
                      <a:cxn ang="0">
                        <a:pos x="connsiteX3082" y="connsiteY3082"/>
                      </a:cxn>
                      <a:cxn ang="0">
                        <a:pos x="connsiteX3083" y="connsiteY3083"/>
                      </a:cxn>
                      <a:cxn ang="0">
                        <a:pos x="connsiteX3084" y="connsiteY3084"/>
                      </a:cxn>
                      <a:cxn ang="0">
                        <a:pos x="connsiteX3085" y="connsiteY3085"/>
                      </a:cxn>
                      <a:cxn ang="0">
                        <a:pos x="connsiteX3086" y="connsiteY3086"/>
                      </a:cxn>
                      <a:cxn ang="0">
                        <a:pos x="connsiteX3087" y="connsiteY3087"/>
                      </a:cxn>
                      <a:cxn ang="0">
                        <a:pos x="connsiteX3088" y="connsiteY3088"/>
                      </a:cxn>
                      <a:cxn ang="0">
                        <a:pos x="connsiteX3089" y="connsiteY3089"/>
                      </a:cxn>
                      <a:cxn ang="0">
                        <a:pos x="connsiteX3090" y="connsiteY3090"/>
                      </a:cxn>
                      <a:cxn ang="0">
                        <a:pos x="connsiteX3091" y="connsiteY3091"/>
                      </a:cxn>
                      <a:cxn ang="0">
                        <a:pos x="connsiteX3092" y="connsiteY3092"/>
                      </a:cxn>
                      <a:cxn ang="0">
                        <a:pos x="connsiteX3093" y="connsiteY3093"/>
                      </a:cxn>
                      <a:cxn ang="0">
                        <a:pos x="connsiteX3094" y="connsiteY3094"/>
                      </a:cxn>
                      <a:cxn ang="0">
                        <a:pos x="connsiteX3095" y="connsiteY3095"/>
                      </a:cxn>
                      <a:cxn ang="0">
                        <a:pos x="connsiteX3096" y="connsiteY3096"/>
                      </a:cxn>
                      <a:cxn ang="0">
                        <a:pos x="connsiteX3097" y="connsiteY3097"/>
                      </a:cxn>
                      <a:cxn ang="0">
                        <a:pos x="connsiteX3098" y="connsiteY3098"/>
                      </a:cxn>
                      <a:cxn ang="0">
                        <a:pos x="connsiteX3099" y="connsiteY3099"/>
                      </a:cxn>
                      <a:cxn ang="0">
                        <a:pos x="connsiteX3100" y="connsiteY3100"/>
                      </a:cxn>
                      <a:cxn ang="0">
                        <a:pos x="connsiteX3101" y="connsiteY3101"/>
                      </a:cxn>
                      <a:cxn ang="0">
                        <a:pos x="connsiteX3102" y="connsiteY3102"/>
                      </a:cxn>
                      <a:cxn ang="0">
                        <a:pos x="connsiteX3103" y="connsiteY3103"/>
                      </a:cxn>
                      <a:cxn ang="0">
                        <a:pos x="connsiteX3104" y="connsiteY3104"/>
                      </a:cxn>
                      <a:cxn ang="0">
                        <a:pos x="connsiteX3105" y="connsiteY3105"/>
                      </a:cxn>
                      <a:cxn ang="0">
                        <a:pos x="connsiteX3106" y="connsiteY3106"/>
                      </a:cxn>
                      <a:cxn ang="0">
                        <a:pos x="connsiteX3107" y="connsiteY3107"/>
                      </a:cxn>
                      <a:cxn ang="0">
                        <a:pos x="connsiteX3108" y="connsiteY3108"/>
                      </a:cxn>
                      <a:cxn ang="0">
                        <a:pos x="connsiteX3109" y="connsiteY3109"/>
                      </a:cxn>
                      <a:cxn ang="0">
                        <a:pos x="connsiteX3110" y="connsiteY3110"/>
                      </a:cxn>
                      <a:cxn ang="0">
                        <a:pos x="connsiteX3111" y="connsiteY3111"/>
                      </a:cxn>
                      <a:cxn ang="0">
                        <a:pos x="connsiteX3112" y="connsiteY3112"/>
                      </a:cxn>
                      <a:cxn ang="0">
                        <a:pos x="connsiteX3113" y="connsiteY3113"/>
                      </a:cxn>
                      <a:cxn ang="0">
                        <a:pos x="connsiteX3114" y="connsiteY3114"/>
                      </a:cxn>
                      <a:cxn ang="0">
                        <a:pos x="connsiteX3115" y="connsiteY3115"/>
                      </a:cxn>
                      <a:cxn ang="0">
                        <a:pos x="connsiteX3116" y="connsiteY3116"/>
                      </a:cxn>
                      <a:cxn ang="0">
                        <a:pos x="connsiteX3117" y="connsiteY3117"/>
                      </a:cxn>
                      <a:cxn ang="0">
                        <a:pos x="connsiteX3118" y="connsiteY3118"/>
                      </a:cxn>
                      <a:cxn ang="0">
                        <a:pos x="connsiteX3119" y="connsiteY3119"/>
                      </a:cxn>
                      <a:cxn ang="0">
                        <a:pos x="connsiteX3120" y="connsiteY3120"/>
                      </a:cxn>
                      <a:cxn ang="0">
                        <a:pos x="connsiteX3121" y="connsiteY3121"/>
                      </a:cxn>
                      <a:cxn ang="0">
                        <a:pos x="connsiteX3122" y="connsiteY3122"/>
                      </a:cxn>
                      <a:cxn ang="0">
                        <a:pos x="connsiteX3123" y="connsiteY3123"/>
                      </a:cxn>
                      <a:cxn ang="0">
                        <a:pos x="connsiteX3124" y="connsiteY3124"/>
                      </a:cxn>
                      <a:cxn ang="0">
                        <a:pos x="connsiteX3125" y="connsiteY3125"/>
                      </a:cxn>
                      <a:cxn ang="0">
                        <a:pos x="connsiteX3126" y="connsiteY3126"/>
                      </a:cxn>
                      <a:cxn ang="0">
                        <a:pos x="connsiteX3127" y="connsiteY3127"/>
                      </a:cxn>
                      <a:cxn ang="0">
                        <a:pos x="connsiteX3128" y="connsiteY3128"/>
                      </a:cxn>
                      <a:cxn ang="0">
                        <a:pos x="connsiteX3129" y="connsiteY3129"/>
                      </a:cxn>
                      <a:cxn ang="0">
                        <a:pos x="connsiteX3130" y="connsiteY3130"/>
                      </a:cxn>
                      <a:cxn ang="0">
                        <a:pos x="connsiteX3131" y="connsiteY3131"/>
                      </a:cxn>
                      <a:cxn ang="0">
                        <a:pos x="connsiteX3132" y="connsiteY3132"/>
                      </a:cxn>
                      <a:cxn ang="0">
                        <a:pos x="connsiteX3133" y="connsiteY3133"/>
                      </a:cxn>
                      <a:cxn ang="0">
                        <a:pos x="connsiteX3134" y="connsiteY3134"/>
                      </a:cxn>
                      <a:cxn ang="0">
                        <a:pos x="connsiteX3135" y="connsiteY3135"/>
                      </a:cxn>
                      <a:cxn ang="0">
                        <a:pos x="connsiteX3136" y="connsiteY3136"/>
                      </a:cxn>
                      <a:cxn ang="0">
                        <a:pos x="connsiteX3137" y="connsiteY3137"/>
                      </a:cxn>
                      <a:cxn ang="0">
                        <a:pos x="connsiteX3138" y="connsiteY3138"/>
                      </a:cxn>
                      <a:cxn ang="0">
                        <a:pos x="connsiteX3139" y="connsiteY3139"/>
                      </a:cxn>
                      <a:cxn ang="0">
                        <a:pos x="connsiteX3140" y="connsiteY3140"/>
                      </a:cxn>
                      <a:cxn ang="0">
                        <a:pos x="connsiteX3141" y="connsiteY3141"/>
                      </a:cxn>
                      <a:cxn ang="0">
                        <a:pos x="connsiteX3142" y="connsiteY3142"/>
                      </a:cxn>
                      <a:cxn ang="0">
                        <a:pos x="connsiteX3143" y="connsiteY3143"/>
                      </a:cxn>
                      <a:cxn ang="0">
                        <a:pos x="connsiteX3144" y="connsiteY3144"/>
                      </a:cxn>
                      <a:cxn ang="0">
                        <a:pos x="connsiteX3145" y="connsiteY3145"/>
                      </a:cxn>
                      <a:cxn ang="0">
                        <a:pos x="connsiteX3146" y="connsiteY3146"/>
                      </a:cxn>
                      <a:cxn ang="0">
                        <a:pos x="connsiteX3147" y="connsiteY3147"/>
                      </a:cxn>
                      <a:cxn ang="0">
                        <a:pos x="connsiteX3148" y="connsiteY3148"/>
                      </a:cxn>
                      <a:cxn ang="0">
                        <a:pos x="connsiteX3149" y="connsiteY3149"/>
                      </a:cxn>
                      <a:cxn ang="0">
                        <a:pos x="connsiteX3150" y="connsiteY3150"/>
                      </a:cxn>
                      <a:cxn ang="0">
                        <a:pos x="connsiteX3151" y="connsiteY3151"/>
                      </a:cxn>
                      <a:cxn ang="0">
                        <a:pos x="connsiteX3152" y="connsiteY3152"/>
                      </a:cxn>
                      <a:cxn ang="0">
                        <a:pos x="connsiteX3153" y="connsiteY3153"/>
                      </a:cxn>
                      <a:cxn ang="0">
                        <a:pos x="connsiteX3154" y="connsiteY3154"/>
                      </a:cxn>
                      <a:cxn ang="0">
                        <a:pos x="connsiteX3155" y="connsiteY3155"/>
                      </a:cxn>
                      <a:cxn ang="0">
                        <a:pos x="connsiteX3156" y="connsiteY3156"/>
                      </a:cxn>
                      <a:cxn ang="0">
                        <a:pos x="connsiteX3157" y="connsiteY3157"/>
                      </a:cxn>
                      <a:cxn ang="0">
                        <a:pos x="connsiteX3158" y="connsiteY3158"/>
                      </a:cxn>
                      <a:cxn ang="0">
                        <a:pos x="connsiteX3159" y="connsiteY3159"/>
                      </a:cxn>
                      <a:cxn ang="0">
                        <a:pos x="connsiteX3160" y="connsiteY3160"/>
                      </a:cxn>
                      <a:cxn ang="0">
                        <a:pos x="connsiteX3161" y="connsiteY3161"/>
                      </a:cxn>
                      <a:cxn ang="0">
                        <a:pos x="connsiteX3162" y="connsiteY3162"/>
                      </a:cxn>
                      <a:cxn ang="0">
                        <a:pos x="connsiteX3163" y="connsiteY3163"/>
                      </a:cxn>
                      <a:cxn ang="0">
                        <a:pos x="connsiteX3164" y="connsiteY3164"/>
                      </a:cxn>
                      <a:cxn ang="0">
                        <a:pos x="connsiteX3165" y="connsiteY3165"/>
                      </a:cxn>
                      <a:cxn ang="0">
                        <a:pos x="connsiteX3166" y="connsiteY3166"/>
                      </a:cxn>
                      <a:cxn ang="0">
                        <a:pos x="connsiteX3167" y="connsiteY3167"/>
                      </a:cxn>
                      <a:cxn ang="0">
                        <a:pos x="connsiteX3168" y="connsiteY3168"/>
                      </a:cxn>
                      <a:cxn ang="0">
                        <a:pos x="connsiteX3169" y="connsiteY3169"/>
                      </a:cxn>
                      <a:cxn ang="0">
                        <a:pos x="connsiteX3170" y="connsiteY3170"/>
                      </a:cxn>
                      <a:cxn ang="0">
                        <a:pos x="connsiteX3171" y="connsiteY3171"/>
                      </a:cxn>
                      <a:cxn ang="0">
                        <a:pos x="connsiteX3172" y="connsiteY3172"/>
                      </a:cxn>
                      <a:cxn ang="0">
                        <a:pos x="connsiteX3173" y="connsiteY3173"/>
                      </a:cxn>
                      <a:cxn ang="0">
                        <a:pos x="connsiteX3174" y="connsiteY3174"/>
                      </a:cxn>
                      <a:cxn ang="0">
                        <a:pos x="connsiteX3175" y="connsiteY3175"/>
                      </a:cxn>
                      <a:cxn ang="0">
                        <a:pos x="connsiteX3176" y="connsiteY3176"/>
                      </a:cxn>
                      <a:cxn ang="0">
                        <a:pos x="connsiteX3177" y="connsiteY3177"/>
                      </a:cxn>
                      <a:cxn ang="0">
                        <a:pos x="connsiteX3178" y="connsiteY3178"/>
                      </a:cxn>
                      <a:cxn ang="0">
                        <a:pos x="connsiteX3179" y="connsiteY3179"/>
                      </a:cxn>
                      <a:cxn ang="0">
                        <a:pos x="connsiteX3180" y="connsiteY3180"/>
                      </a:cxn>
                      <a:cxn ang="0">
                        <a:pos x="connsiteX3181" y="connsiteY3181"/>
                      </a:cxn>
                      <a:cxn ang="0">
                        <a:pos x="connsiteX3182" y="connsiteY3182"/>
                      </a:cxn>
                      <a:cxn ang="0">
                        <a:pos x="connsiteX3183" y="connsiteY3183"/>
                      </a:cxn>
                      <a:cxn ang="0">
                        <a:pos x="connsiteX3184" y="connsiteY3184"/>
                      </a:cxn>
                      <a:cxn ang="0">
                        <a:pos x="connsiteX3185" y="connsiteY3185"/>
                      </a:cxn>
                      <a:cxn ang="0">
                        <a:pos x="connsiteX3186" y="connsiteY3186"/>
                      </a:cxn>
                      <a:cxn ang="0">
                        <a:pos x="connsiteX3187" y="connsiteY3187"/>
                      </a:cxn>
                      <a:cxn ang="0">
                        <a:pos x="connsiteX3188" y="connsiteY3188"/>
                      </a:cxn>
                      <a:cxn ang="0">
                        <a:pos x="connsiteX3189" y="connsiteY3189"/>
                      </a:cxn>
                      <a:cxn ang="0">
                        <a:pos x="connsiteX3190" y="connsiteY3190"/>
                      </a:cxn>
                      <a:cxn ang="0">
                        <a:pos x="connsiteX3191" y="connsiteY3191"/>
                      </a:cxn>
                      <a:cxn ang="0">
                        <a:pos x="connsiteX3192" y="connsiteY3192"/>
                      </a:cxn>
                      <a:cxn ang="0">
                        <a:pos x="connsiteX3193" y="connsiteY3193"/>
                      </a:cxn>
                      <a:cxn ang="0">
                        <a:pos x="connsiteX3194" y="connsiteY3194"/>
                      </a:cxn>
                      <a:cxn ang="0">
                        <a:pos x="connsiteX3195" y="connsiteY3195"/>
                      </a:cxn>
                      <a:cxn ang="0">
                        <a:pos x="connsiteX3196" y="connsiteY3196"/>
                      </a:cxn>
                      <a:cxn ang="0">
                        <a:pos x="connsiteX3197" y="connsiteY3197"/>
                      </a:cxn>
                      <a:cxn ang="0">
                        <a:pos x="connsiteX3198" y="connsiteY3198"/>
                      </a:cxn>
                      <a:cxn ang="0">
                        <a:pos x="connsiteX3199" y="connsiteY3199"/>
                      </a:cxn>
                      <a:cxn ang="0">
                        <a:pos x="connsiteX3200" y="connsiteY3200"/>
                      </a:cxn>
                      <a:cxn ang="0">
                        <a:pos x="connsiteX3201" y="connsiteY3201"/>
                      </a:cxn>
                      <a:cxn ang="0">
                        <a:pos x="connsiteX3202" y="connsiteY3202"/>
                      </a:cxn>
                      <a:cxn ang="0">
                        <a:pos x="connsiteX3203" y="connsiteY3203"/>
                      </a:cxn>
                      <a:cxn ang="0">
                        <a:pos x="connsiteX3204" y="connsiteY3204"/>
                      </a:cxn>
                      <a:cxn ang="0">
                        <a:pos x="connsiteX3205" y="connsiteY3205"/>
                      </a:cxn>
                      <a:cxn ang="0">
                        <a:pos x="connsiteX3206" y="connsiteY3206"/>
                      </a:cxn>
                      <a:cxn ang="0">
                        <a:pos x="connsiteX3207" y="connsiteY3207"/>
                      </a:cxn>
                      <a:cxn ang="0">
                        <a:pos x="connsiteX3208" y="connsiteY3208"/>
                      </a:cxn>
                      <a:cxn ang="0">
                        <a:pos x="connsiteX3209" y="connsiteY3209"/>
                      </a:cxn>
                      <a:cxn ang="0">
                        <a:pos x="connsiteX3210" y="connsiteY3210"/>
                      </a:cxn>
                      <a:cxn ang="0">
                        <a:pos x="connsiteX3211" y="connsiteY3211"/>
                      </a:cxn>
                      <a:cxn ang="0">
                        <a:pos x="connsiteX3212" y="connsiteY3212"/>
                      </a:cxn>
                      <a:cxn ang="0">
                        <a:pos x="connsiteX3213" y="connsiteY3213"/>
                      </a:cxn>
                      <a:cxn ang="0">
                        <a:pos x="connsiteX3214" y="connsiteY3214"/>
                      </a:cxn>
                      <a:cxn ang="0">
                        <a:pos x="connsiteX3215" y="connsiteY3215"/>
                      </a:cxn>
                      <a:cxn ang="0">
                        <a:pos x="connsiteX3216" y="connsiteY3216"/>
                      </a:cxn>
                      <a:cxn ang="0">
                        <a:pos x="connsiteX3217" y="connsiteY3217"/>
                      </a:cxn>
                      <a:cxn ang="0">
                        <a:pos x="connsiteX3218" y="connsiteY3218"/>
                      </a:cxn>
                      <a:cxn ang="0">
                        <a:pos x="connsiteX3219" y="connsiteY3219"/>
                      </a:cxn>
                      <a:cxn ang="0">
                        <a:pos x="connsiteX3220" y="connsiteY3220"/>
                      </a:cxn>
                      <a:cxn ang="0">
                        <a:pos x="connsiteX3221" y="connsiteY3221"/>
                      </a:cxn>
                      <a:cxn ang="0">
                        <a:pos x="connsiteX3222" y="connsiteY3222"/>
                      </a:cxn>
                      <a:cxn ang="0">
                        <a:pos x="connsiteX3223" y="connsiteY3223"/>
                      </a:cxn>
                      <a:cxn ang="0">
                        <a:pos x="connsiteX3224" y="connsiteY3224"/>
                      </a:cxn>
                      <a:cxn ang="0">
                        <a:pos x="connsiteX3225" y="connsiteY3225"/>
                      </a:cxn>
                      <a:cxn ang="0">
                        <a:pos x="connsiteX3226" y="connsiteY3226"/>
                      </a:cxn>
                      <a:cxn ang="0">
                        <a:pos x="connsiteX3227" y="connsiteY3227"/>
                      </a:cxn>
                      <a:cxn ang="0">
                        <a:pos x="connsiteX3228" y="connsiteY3228"/>
                      </a:cxn>
                      <a:cxn ang="0">
                        <a:pos x="connsiteX3229" y="connsiteY3229"/>
                      </a:cxn>
                      <a:cxn ang="0">
                        <a:pos x="connsiteX3230" y="connsiteY3230"/>
                      </a:cxn>
                      <a:cxn ang="0">
                        <a:pos x="connsiteX3231" y="connsiteY3231"/>
                      </a:cxn>
                      <a:cxn ang="0">
                        <a:pos x="connsiteX3232" y="connsiteY3232"/>
                      </a:cxn>
                      <a:cxn ang="0">
                        <a:pos x="connsiteX3233" y="connsiteY3233"/>
                      </a:cxn>
                      <a:cxn ang="0">
                        <a:pos x="connsiteX3234" y="connsiteY3234"/>
                      </a:cxn>
                      <a:cxn ang="0">
                        <a:pos x="connsiteX3235" y="connsiteY3235"/>
                      </a:cxn>
                      <a:cxn ang="0">
                        <a:pos x="connsiteX3236" y="connsiteY3236"/>
                      </a:cxn>
                      <a:cxn ang="0">
                        <a:pos x="connsiteX3237" y="connsiteY3237"/>
                      </a:cxn>
                      <a:cxn ang="0">
                        <a:pos x="connsiteX3238" y="connsiteY3238"/>
                      </a:cxn>
                      <a:cxn ang="0">
                        <a:pos x="connsiteX3239" y="connsiteY3239"/>
                      </a:cxn>
                      <a:cxn ang="0">
                        <a:pos x="connsiteX3240" y="connsiteY3240"/>
                      </a:cxn>
                      <a:cxn ang="0">
                        <a:pos x="connsiteX3241" y="connsiteY3241"/>
                      </a:cxn>
                      <a:cxn ang="0">
                        <a:pos x="connsiteX3242" y="connsiteY3242"/>
                      </a:cxn>
                      <a:cxn ang="0">
                        <a:pos x="connsiteX3243" y="connsiteY3243"/>
                      </a:cxn>
                      <a:cxn ang="0">
                        <a:pos x="connsiteX3244" y="connsiteY3244"/>
                      </a:cxn>
                      <a:cxn ang="0">
                        <a:pos x="connsiteX3245" y="connsiteY3245"/>
                      </a:cxn>
                      <a:cxn ang="0">
                        <a:pos x="connsiteX3246" y="connsiteY3246"/>
                      </a:cxn>
                      <a:cxn ang="0">
                        <a:pos x="connsiteX3247" y="connsiteY3247"/>
                      </a:cxn>
                      <a:cxn ang="0">
                        <a:pos x="connsiteX3248" y="connsiteY3248"/>
                      </a:cxn>
                      <a:cxn ang="0">
                        <a:pos x="connsiteX3249" y="connsiteY3249"/>
                      </a:cxn>
                      <a:cxn ang="0">
                        <a:pos x="connsiteX3250" y="connsiteY3250"/>
                      </a:cxn>
                      <a:cxn ang="0">
                        <a:pos x="connsiteX3251" y="connsiteY3251"/>
                      </a:cxn>
                      <a:cxn ang="0">
                        <a:pos x="connsiteX3252" y="connsiteY3252"/>
                      </a:cxn>
                      <a:cxn ang="0">
                        <a:pos x="connsiteX3253" y="connsiteY3253"/>
                      </a:cxn>
                      <a:cxn ang="0">
                        <a:pos x="connsiteX3254" y="connsiteY3254"/>
                      </a:cxn>
                      <a:cxn ang="0">
                        <a:pos x="connsiteX3255" y="connsiteY3255"/>
                      </a:cxn>
                      <a:cxn ang="0">
                        <a:pos x="connsiteX3256" y="connsiteY3256"/>
                      </a:cxn>
                      <a:cxn ang="0">
                        <a:pos x="connsiteX3257" y="connsiteY3257"/>
                      </a:cxn>
                      <a:cxn ang="0">
                        <a:pos x="connsiteX3258" y="connsiteY3258"/>
                      </a:cxn>
                      <a:cxn ang="0">
                        <a:pos x="connsiteX3259" y="connsiteY3259"/>
                      </a:cxn>
                      <a:cxn ang="0">
                        <a:pos x="connsiteX3260" y="connsiteY3260"/>
                      </a:cxn>
                      <a:cxn ang="0">
                        <a:pos x="connsiteX3261" y="connsiteY3261"/>
                      </a:cxn>
                      <a:cxn ang="0">
                        <a:pos x="connsiteX3262" y="connsiteY3262"/>
                      </a:cxn>
                      <a:cxn ang="0">
                        <a:pos x="connsiteX3263" y="connsiteY3263"/>
                      </a:cxn>
                      <a:cxn ang="0">
                        <a:pos x="connsiteX3264" y="connsiteY3264"/>
                      </a:cxn>
                      <a:cxn ang="0">
                        <a:pos x="connsiteX3265" y="connsiteY3265"/>
                      </a:cxn>
                      <a:cxn ang="0">
                        <a:pos x="connsiteX3266" y="connsiteY3266"/>
                      </a:cxn>
                      <a:cxn ang="0">
                        <a:pos x="connsiteX3267" y="connsiteY3267"/>
                      </a:cxn>
                      <a:cxn ang="0">
                        <a:pos x="connsiteX3268" y="connsiteY3268"/>
                      </a:cxn>
                      <a:cxn ang="0">
                        <a:pos x="connsiteX3269" y="connsiteY3269"/>
                      </a:cxn>
                      <a:cxn ang="0">
                        <a:pos x="connsiteX3270" y="connsiteY3270"/>
                      </a:cxn>
                      <a:cxn ang="0">
                        <a:pos x="connsiteX3271" y="connsiteY3271"/>
                      </a:cxn>
                      <a:cxn ang="0">
                        <a:pos x="connsiteX3272" y="connsiteY3272"/>
                      </a:cxn>
                      <a:cxn ang="0">
                        <a:pos x="connsiteX3273" y="connsiteY3273"/>
                      </a:cxn>
                      <a:cxn ang="0">
                        <a:pos x="connsiteX3274" y="connsiteY3274"/>
                      </a:cxn>
                      <a:cxn ang="0">
                        <a:pos x="connsiteX3275" y="connsiteY3275"/>
                      </a:cxn>
                      <a:cxn ang="0">
                        <a:pos x="connsiteX3276" y="connsiteY3276"/>
                      </a:cxn>
                      <a:cxn ang="0">
                        <a:pos x="connsiteX3277" y="connsiteY3277"/>
                      </a:cxn>
                      <a:cxn ang="0">
                        <a:pos x="connsiteX3278" y="connsiteY3278"/>
                      </a:cxn>
                      <a:cxn ang="0">
                        <a:pos x="connsiteX3279" y="connsiteY3279"/>
                      </a:cxn>
                      <a:cxn ang="0">
                        <a:pos x="connsiteX3280" y="connsiteY3280"/>
                      </a:cxn>
                      <a:cxn ang="0">
                        <a:pos x="connsiteX3281" y="connsiteY3281"/>
                      </a:cxn>
                      <a:cxn ang="0">
                        <a:pos x="connsiteX3282" y="connsiteY3282"/>
                      </a:cxn>
                      <a:cxn ang="0">
                        <a:pos x="connsiteX3283" y="connsiteY3283"/>
                      </a:cxn>
                      <a:cxn ang="0">
                        <a:pos x="connsiteX3284" y="connsiteY3284"/>
                      </a:cxn>
                      <a:cxn ang="0">
                        <a:pos x="connsiteX3285" y="connsiteY3285"/>
                      </a:cxn>
                      <a:cxn ang="0">
                        <a:pos x="connsiteX3286" y="connsiteY3286"/>
                      </a:cxn>
                      <a:cxn ang="0">
                        <a:pos x="connsiteX3287" y="connsiteY3287"/>
                      </a:cxn>
                      <a:cxn ang="0">
                        <a:pos x="connsiteX3288" y="connsiteY3288"/>
                      </a:cxn>
                      <a:cxn ang="0">
                        <a:pos x="connsiteX3289" y="connsiteY3289"/>
                      </a:cxn>
                      <a:cxn ang="0">
                        <a:pos x="connsiteX3290" y="connsiteY3290"/>
                      </a:cxn>
                      <a:cxn ang="0">
                        <a:pos x="connsiteX3291" y="connsiteY3291"/>
                      </a:cxn>
                      <a:cxn ang="0">
                        <a:pos x="connsiteX3292" y="connsiteY3292"/>
                      </a:cxn>
                      <a:cxn ang="0">
                        <a:pos x="connsiteX3293" y="connsiteY3293"/>
                      </a:cxn>
                      <a:cxn ang="0">
                        <a:pos x="connsiteX3294" y="connsiteY3294"/>
                      </a:cxn>
                      <a:cxn ang="0">
                        <a:pos x="connsiteX3295" y="connsiteY3295"/>
                      </a:cxn>
                      <a:cxn ang="0">
                        <a:pos x="connsiteX3296" y="connsiteY3296"/>
                      </a:cxn>
                      <a:cxn ang="0">
                        <a:pos x="connsiteX3297" y="connsiteY3297"/>
                      </a:cxn>
                      <a:cxn ang="0">
                        <a:pos x="connsiteX3298" y="connsiteY3298"/>
                      </a:cxn>
                      <a:cxn ang="0">
                        <a:pos x="connsiteX3299" y="connsiteY3299"/>
                      </a:cxn>
                      <a:cxn ang="0">
                        <a:pos x="connsiteX3300" y="connsiteY3300"/>
                      </a:cxn>
                      <a:cxn ang="0">
                        <a:pos x="connsiteX3301" y="connsiteY3301"/>
                      </a:cxn>
                      <a:cxn ang="0">
                        <a:pos x="connsiteX3302" y="connsiteY3302"/>
                      </a:cxn>
                      <a:cxn ang="0">
                        <a:pos x="connsiteX3303" y="connsiteY3303"/>
                      </a:cxn>
                      <a:cxn ang="0">
                        <a:pos x="connsiteX3304" y="connsiteY3304"/>
                      </a:cxn>
                      <a:cxn ang="0">
                        <a:pos x="connsiteX3305" y="connsiteY3305"/>
                      </a:cxn>
                      <a:cxn ang="0">
                        <a:pos x="connsiteX3306" y="connsiteY3306"/>
                      </a:cxn>
                      <a:cxn ang="0">
                        <a:pos x="connsiteX3307" y="connsiteY3307"/>
                      </a:cxn>
                      <a:cxn ang="0">
                        <a:pos x="connsiteX3308" y="connsiteY3308"/>
                      </a:cxn>
                      <a:cxn ang="0">
                        <a:pos x="connsiteX3309" y="connsiteY3309"/>
                      </a:cxn>
                      <a:cxn ang="0">
                        <a:pos x="connsiteX3310" y="connsiteY3310"/>
                      </a:cxn>
                      <a:cxn ang="0">
                        <a:pos x="connsiteX3311" y="connsiteY3311"/>
                      </a:cxn>
                      <a:cxn ang="0">
                        <a:pos x="connsiteX3312" y="connsiteY3312"/>
                      </a:cxn>
                      <a:cxn ang="0">
                        <a:pos x="connsiteX3313" y="connsiteY3313"/>
                      </a:cxn>
                      <a:cxn ang="0">
                        <a:pos x="connsiteX3314" y="connsiteY3314"/>
                      </a:cxn>
                      <a:cxn ang="0">
                        <a:pos x="connsiteX3315" y="connsiteY3315"/>
                      </a:cxn>
                      <a:cxn ang="0">
                        <a:pos x="connsiteX3316" y="connsiteY3316"/>
                      </a:cxn>
                      <a:cxn ang="0">
                        <a:pos x="connsiteX3317" y="connsiteY3317"/>
                      </a:cxn>
                      <a:cxn ang="0">
                        <a:pos x="connsiteX3318" y="connsiteY3318"/>
                      </a:cxn>
                      <a:cxn ang="0">
                        <a:pos x="connsiteX3319" y="connsiteY3319"/>
                      </a:cxn>
                      <a:cxn ang="0">
                        <a:pos x="connsiteX3320" y="connsiteY3320"/>
                      </a:cxn>
                      <a:cxn ang="0">
                        <a:pos x="connsiteX3321" y="connsiteY3321"/>
                      </a:cxn>
                      <a:cxn ang="0">
                        <a:pos x="connsiteX3322" y="connsiteY3322"/>
                      </a:cxn>
                      <a:cxn ang="0">
                        <a:pos x="connsiteX3323" y="connsiteY3323"/>
                      </a:cxn>
                      <a:cxn ang="0">
                        <a:pos x="connsiteX3324" y="connsiteY3324"/>
                      </a:cxn>
                      <a:cxn ang="0">
                        <a:pos x="connsiteX3325" y="connsiteY3325"/>
                      </a:cxn>
                      <a:cxn ang="0">
                        <a:pos x="connsiteX3326" y="connsiteY3326"/>
                      </a:cxn>
                      <a:cxn ang="0">
                        <a:pos x="connsiteX3327" y="connsiteY3327"/>
                      </a:cxn>
                      <a:cxn ang="0">
                        <a:pos x="connsiteX3328" y="connsiteY3328"/>
                      </a:cxn>
                      <a:cxn ang="0">
                        <a:pos x="connsiteX3329" y="connsiteY3329"/>
                      </a:cxn>
                      <a:cxn ang="0">
                        <a:pos x="connsiteX3330" y="connsiteY3330"/>
                      </a:cxn>
                      <a:cxn ang="0">
                        <a:pos x="connsiteX3331" y="connsiteY3331"/>
                      </a:cxn>
                      <a:cxn ang="0">
                        <a:pos x="connsiteX3332" y="connsiteY3332"/>
                      </a:cxn>
                      <a:cxn ang="0">
                        <a:pos x="connsiteX3333" y="connsiteY3333"/>
                      </a:cxn>
                      <a:cxn ang="0">
                        <a:pos x="connsiteX3334" y="connsiteY3334"/>
                      </a:cxn>
                      <a:cxn ang="0">
                        <a:pos x="connsiteX3335" y="connsiteY3335"/>
                      </a:cxn>
                      <a:cxn ang="0">
                        <a:pos x="connsiteX3336" y="connsiteY3336"/>
                      </a:cxn>
                      <a:cxn ang="0">
                        <a:pos x="connsiteX3337" y="connsiteY3337"/>
                      </a:cxn>
                      <a:cxn ang="0">
                        <a:pos x="connsiteX3338" y="connsiteY3338"/>
                      </a:cxn>
                      <a:cxn ang="0">
                        <a:pos x="connsiteX3339" y="connsiteY3339"/>
                      </a:cxn>
                      <a:cxn ang="0">
                        <a:pos x="connsiteX3340" y="connsiteY3340"/>
                      </a:cxn>
                      <a:cxn ang="0">
                        <a:pos x="connsiteX3341" y="connsiteY3341"/>
                      </a:cxn>
                      <a:cxn ang="0">
                        <a:pos x="connsiteX3342" y="connsiteY3342"/>
                      </a:cxn>
                      <a:cxn ang="0">
                        <a:pos x="connsiteX3343" y="connsiteY3343"/>
                      </a:cxn>
                      <a:cxn ang="0">
                        <a:pos x="connsiteX3344" y="connsiteY3344"/>
                      </a:cxn>
                      <a:cxn ang="0">
                        <a:pos x="connsiteX3345" y="connsiteY3345"/>
                      </a:cxn>
                      <a:cxn ang="0">
                        <a:pos x="connsiteX3346" y="connsiteY3346"/>
                      </a:cxn>
                      <a:cxn ang="0">
                        <a:pos x="connsiteX3347" y="connsiteY3347"/>
                      </a:cxn>
                      <a:cxn ang="0">
                        <a:pos x="connsiteX3348" y="connsiteY3348"/>
                      </a:cxn>
                      <a:cxn ang="0">
                        <a:pos x="connsiteX3349" y="connsiteY3349"/>
                      </a:cxn>
                      <a:cxn ang="0">
                        <a:pos x="connsiteX3350" y="connsiteY3350"/>
                      </a:cxn>
                      <a:cxn ang="0">
                        <a:pos x="connsiteX3351" y="connsiteY3351"/>
                      </a:cxn>
                      <a:cxn ang="0">
                        <a:pos x="connsiteX3352" y="connsiteY3352"/>
                      </a:cxn>
                      <a:cxn ang="0">
                        <a:pos x="connsiteX3353" y="connsiteY3353"/>
                      </a:cxn>
                      <a:cxn ang="0">
                        <a:pos x="connsiteX3354" y="connsiteY3354"/>
                      </a:cxn>
                      <a:cxn ang="0">
                        <a:pos x="connsiteX3355" y="connsiteY3355"/>
                      </a:cxn>
                      <a:cxn ang="0">
                        <a:pos x="connsiteX3356" y="connsiteY3356"/>
                      </a:cxn>
                      <a:cxn ang="0">
                        <a:pos x="connsiteX3357" y="connsiteY3357"/>
                      </a:cxn>
                      <a:cxn ang="0">
                        <a:pos x="connsiteX3358" y="connsiteY3358"/>
                      </a:cxn>
                      <a:cxn ang="0">
                        <a:pos x="connsiteX3359" y="connsiteY3359"/>
                      </a:cxn>
                      <a:cxn ang="0">
                        <a:pos x="connsiteX3360" y="connsiteY3360"/>
                      </a:cxn>
                      <a:cxn ang="0">
                        <a:pos x="connsiteX3361" y="connsiteY3361"/>
                      </a:cxn>
                      <a:cxn ang="0">
                        <a:pos x="connsiteX3362" y="connsiteY3362"/>
                      </a:cxn>
                      <a:cxn ang="0">
                        <a:pos x="connsiteX3363" y="connsiteY3363"/>
                      </a:cxn>
                      <a:cxn ang="0">
                        <a:pos x="connsiteX3364" y="connsiteY3364"/>
                      </a:cxn>
                      <a:cxn ang="0">
                        <a:pos x="connsiteX3365" y="connsiteY3365"/>
                      </a:cxn>
                      <a:cxn ang="0">
                        <a:pos x="connsiteX3366" y="connsiteY3366"/>
                      </a:cxn>
                      <a:cxn ang="0">
                        <a:pos x="connsiteX3367" y="connsiteY3367"/>
                      </a:cxn>
                      <a:cxn ang="0">
                        <a:pos x="connsiteX3368" y="connsiteY3368"/>
                      </a:cxn>
                      <a:cxn ang="0">
                        <a:pos x="connsiteX3369" y="connsiteY3369"/>
                      </a:cxn>
                      <a:cxn ang="0">
                        <a:pos x="connsiteX3370" y="connsiteY3370"/>
                      </a:cxn>
                      <a:cxn ang="0">
                        <a:pos x="connsiteX3371" y="connsiteY3371"/>
                      </a:cxn>
                      <a:cxn ang="0">
                        <a:pos x="connsiteX3372" y="connsiteY3372"/>
                      </a:cxn>
                      <a:cxn ang="0">
                        <a:pos x="connsiteX3373" y="connsiteY3373"/>
                      </a:cxn>
                      <a:cxn ang="0">
                        <a:pos x="connsiteX3374" y="connsiteY3374"/>
                      </a:cxn>
                      <a:cxn ang="0">
                        <a:pos x="connsiteX3375" y="connsiteY3375"/>
                      </a:cxn>
                      <a:cxn ang="0">
                        <a:pos x="connsiteX3376" y="connsiteY3376"/>
                      </a:cxn>
                      <a:cxn ang="0">
                        <a:pos x="connsiteX3377" y="connsiteY3377"/>
                      </a:cxn>
                      <a:cxn ang="0">
                        <a:pos x="connsiteX3378" y="connsiteY3378"/>
                      </a:cxn>
                      <a:cxn ang="0">
                        <a:pos x="connsiteX3379" y="connsiteY3379"/>
                      </a:cxn>
                      <a:cxn ang="0">
                        <a:pos x="connsiteX3380" y="connsiteY3380"/>
                      </a:cxn>
                      <a:cxn ang="0">
                        <a:pos x="connsiteX3381" y="connsiteY3381"/>
                      </a:cxn>
                      <a:cxn ang="0">
                        <a:pos x="connsiteX3382" y="connsiteY3382"/>
                      </a:cxn>
                      <a:cxn ang="0">
                        <a:pos x="connsiteX3383" y="connsiteY3383"/>
                      </a:cxn>
                      <a:cxn ang="0">
                        <a:pos x="connsiteX3384" y="connsiteY3384"/>
                      </a:cxn>
                      <a:cxn ang="0">
                        <a:pos x="connsiteX3385" y="connsiteY3385"/>
                      </a:cxn>
                      <a:cxn ang="0">
                        <a:pos x="connsiteX3386" y="connsiteY3386"/>
                      </a:cxn>
                      <a:cxn ang="0">
                        <a:pos x="connsiteX3387" y="connsiteY3387"/>
                      </a:cxn>
                      <a:cxn ang="0">
                        <a:pos x="connsiteX3388" y="connsiteY3388"/>
                      </a:cxn>
                      <a:cxn ang="0">
                        <a:pos x="connsiteX3389" y="connsiteY3389"/>
                      </a:cxn>
                      <a:cxn ang="0">
                        <a:pos x="connsiteX3390" y="connsiteY3390"/>
                      </a:cxn>
                      <a:cxn ang="0">
                        <a:pos x="connsiteX3391" y="connsiteY3391"/>
                      </a:cxn>
                      <a:cxn ang="0">
                        <a:pos x="connsiteX3392" y="connsiteY3392"/>
                      </a:cxn>
                      <a:cxn ang="0">
                        <a:pos x="connsiteX3393" y="connsiteY3393"/>
                      </a:cxn>
                      <a:cxn ang="0">
                        <a:pos x="connsiteX3394" y="connsiteY3394"/>
                      </a:cxn>
                      <a:cxn ang="0">
                        <a:pos x="connsiteX3395" y="connsiteY3395"/>
                      </a:cxn>
                      <a:cxn ang="0">
                        <a:pos x="connsiteX3396" y="connsiteY3396"/>
                      </a:cxn>
                      <a:cxn ang="0">
                        <a:pos x="connsiteX3397" y="connsiteY3397"/>
                      </a:cxn>
                      <a:cxn ang="0">
                        <a:pos x="connsiteX3398" y="connsiteY3398"/>
                      </a:cxn>
                      <a:cxn ang="0">
                        <a:pos x="connsiteX3399" y="connsiteY3399"/>
                      </a:cxn>
                      <a:cxn ang="0">
                        <a:pos x="connsiteX3400" y="connsiteY3400"/>
                      </a:cxn>
                      <a:cxn ang="0">
                        <a:pos x="connsiteX3401" y="connsiteY3401"/>
                      </a:cxn>
                      <a:cxn ang="0">
                        <a:pos x="connsiteX3402" y="connsiteY3402"/>
                      </a:cxn>
                      <a:cxn ang="0">
                        <a:pos x="connsiteX3403" y="connsiteY3403"/>
                      </a:cxn>
                      <a:cxn ang="0">
                        <a:pos x="connsiteX3404" y="connsiteY3404"/>
                      </a:cxn>
                      <a:cxn ang="0">
                        <a:pos x="connsiteX3405" y="connsiteY3405"/>
                      </a:cxn>
                      <a:cxn ang="0">
                        <a:pos x="connsiteX3406" y="connsiteY3406"/>
                      </a:cxn>
                      <a:cxn ang="0">
                        <a:pos x="connsiteX3407" y="connsiteY3407"/>
                      </a:cxn>
                      <a:cxn ang="0">
                        <a:pos x="connsiteX3408" y="connsiteY3408"/>
                      </a:cxn>
                      <a:cxn ang="0">
                        <a:pos x="connsiteX3409" y="connsiteY3409"/>
                      </a:cxn>
                      <a:cxn ang="0">
                        <a:pos x="connsiteX3410" y="connsiteY3410"/>
                      </a:cxn>
                      <a:cxn ang="0">
                        <a:pos x="connsiteX3411" y="connsiteY3411"/>
                      </a:cxn>
                      <a:cxn ang="0">
                        <a:pos x="connsiteX3412" y="connsiteY3412"/>
                      </a:cxn>
                      <a:cxn ang="0">
                        <a:pos x="connsiteX3413" y="connsiteY3413"/>
                      </a:cxn>
                      <a:cxn ang="0">
                        <a:pos x="connsiteX3414" y="connsiteY3414"/>
                      </a:cxn>
                      <a:cxn ang="0">
                        <a:pos x="connsiteX3415" y="connsiteY3415"/>
                      </a:cxn>
                      <a:cxn ang="0">
                        <a:pos x="connsiteX3416" y="connsiteY3416"/>
                      </a:cxn>
                      <a:cxn ang="0">
                        <a:pos x="connsiteX3417" y="connsiteY3417"/>
                      </a:cxn>
                      <a:cxn ang="0">
                        <a:pos x="connsiteX3418" y="connsiteY3418"/>
                      </a:cxn>
                      <a:cxn ang="0">
                        <a:pos x="connsiteX3419" y="connsiteY3419"/>
                      </a:cxn>
                      <a:cxn ang="0">
                        <a:pos x="connsiteX3420" y="connsiteY3420"/>
                      </a:cxn>
                      <a:cxn ang="0">
                        <a:pos x="connsiteX3421" y="connsiteY3421"/>
                      </a:cxn>
                      <a:cxn ang="0">
                        <a:pos x="connsiteX3422" y="connsiteY3422"/>
                      </a:cxn>
                      <a:cxn ang="0">
                        <a:pos x="connsiteX3423" y="connsiteY3423"/>
                      </a:cxn>
                      <a:cxn ang="0">
                        <a:pos x="connsiteX3424" y="connsiteY3424"/>
                      </a:cxn>
                      <a:cxn ang="0">
                        <a:pos x="connsiteX3425" y="connsiteY3425"/>
                      </a:cxn>
                      <a:cxn ang="0">
                        <a:pos x="connsiteX3426" y="connsiteY3426"/>
                      </a:cxn>
                      <a:cxn ang="0">
                        <a:pos x="connsiteX3427" y="connsiteY3427"/>
                      </a:cxn>
                      <a:cxn ang="0">
                        <a:pos x="connsiteX3428" y="connsiteY3428"/>
                      </a:cxn>
                      <a:cxn ang="0">
                        <a:pos x="connsiteX3429" y="connsiteY3429"/>
                      </a:cxn>
                      <a:cxn ang="0">
                        <a:pos x="connsiteX3430" y="connsiteY3430"/>
                      </a:cxn>
                      <a:cxn ang="0">
                        <a:pos x="connsiteX3431" y="connsiteY3431"/>
                      </a:cxn>
                      <a:cxn ang="0">
                        <a:pos x="connsiteX3432" y="connsiteY3432"/>
                      </a:cxn>
                      <a:cxn ang="0">
                        <a:pos x="connsiteX3433" y="connsiteY3433"/>
                      </a:cxn>
                      <a:cxn ang="0">
                        <a:pos x="connsiteX3434" y="connsiteY3434"/>
                      </a:cxn>
                      <a:cxn ang="0">
                        <a:pos x="connsiteX3435" y="connsiteY3435"/>
                      </a:cxn>
                      <a:cxn ang="0">
                        <a:pos x="connsiteX3436" y="connsiteY3436"/>
                      </a:cxn>
                      <a:cxn ang="0">
                        <a:pos x="connsiteX3437" y="connsiteY3437"/>
                      </a:cxn>
                      <a:cxn ang="0">
                        <a:pos x="connsiteX3438" y="connsiteY3438"/>
                      </a:cxn>
                      <a:cxn ang="0">
                        <a:pos x="connsiteX3439" y="connsiteY3439"/>
                      </a:cxn>
                      <a:cxn ang="0">
                        <a:pos x="connsiteX3440" y="connsiteY3440"/>
                      </a:cxn>
                      <a:cxn ang="0">
                        <a:pos x="connsiteX3441" y="connsiteY3441"/>
                      </a:cxn>
                      <a:cxn ang="0">
                        <a:pos x="connsiteX3442" y="connsiteY3442"/>
                      </a:cxn>
                      <a:cxn ang="0">
                        <a:pos x="connsiteX3443" y="connsiteY3443"/>
                      </a:cxn>
                      <a:cxn ang="0">
                        <a:pos x="connsiteX3444" y="connsiteY3444"/>
                      </a:cxn>
                      <a:cxn ang="0">
                        <a:pos x="connsiteX3445" y="connsiteY3445"/>
                      </a:cxn>
                      <a:cxn ang="0">
                        <a:pos x="connsiteX3446" y="connsiteY3446"/>
                      </a:cxn>
                      <a:cxn ang="0">
                        <a:pos x="connsiteX3447" y="connsiteY3447"/>
                      </a:cxn>
                      <a:cxn ang="0">
                        <a:pos x="connsiteX3448" y="connsiteY3448"/>
                      </a:cxn>
                      <a:cxn ang="0">
                        <a:pos x="connsiteX3449" y="connsiteY3449"/>
                      </a:cxn>
                      <a:cxn ang="0">
                        <a:pos x="connsiteX3450" y="connsiteY3450"/>
                      </a:cxn>
                      <a:cxn ang="0">
                        <a:pos x="connsiteX3451" y="connsiteY3451"/>
                      </a:cxn>
                      <a:cxn ang="0">
                        <a:pos x="connsiteX3452" y="connsiteY3452"/>
                      </a:cxn>
                      <a:cxn ang="0">
                        <a:pos x="connsiteX3453" y="connsiteY3453"/>
                      </a:cxn>
                      <a:cxn ang="0">
                        <a:pos x="connsiteX3454" y="connsiteY3454"/>
                      </a:cxn>
                      <a:cxn ang="0">
                        <a:pos x="connsiteX3455" y="connsiteY3455"/>
                      </a:cxn>
                      <a:cxn ang="0">
                        <a:pos x="connsiteX3456" y="connsiteY3456"/>
                      </a:cxn>
                      <a:cxn ang="0">
                        <a:pos x="connsiteX3457" y="connsiteY3457"/>
                      </a:cxn>
                      <a:cxn ang="0">
                        <a:pos x="connsiteX3458" y="connsiteY3458"/>
                      </a:cxn>
                      <a:cxn ang="0">
                        <a:pos x="connsiteX3459" y="connsiteY3459"/>
                      </a:cxn>
                      <a:cxn ang="0">
                        <a:pos x="connsiteX3460" y="connsiteY3460"/>
                      </a:cxn>
                      <a:cxn ang="0">
                        <a:pos x="connsiteX3461" y="connsiteY3461"/>
                      </a:cxn>
                      <a:cxn ang="0">
                        <a:pos x="connsiteX3462" y="connsiteY3462"/>
                      </a:cxn>
                      <a:cxn ang="0">
                        <a:pos x="connsiteX3463" y="connsiteY3463"/>
                      </a:cxn>
                      <a:cxn ang="0">
                        <a:pos x="connsiteX3464" y="connsiteY3464"/>
                      </a:cxn>
                      <a:cxn ang="0">
                        <a:pos x="connsiteX3465" y="connsiteY3465"/>
                      </a:cxn>
                      <a:cxn ang="0">
                        <a:pos x="connsiteX3466" y="connsiteY3466"/>
                      </a:cxn>
                      <a:cxn ang="0">
                        <a:pos x="connsiteX3467" y="connsiteY3467"/>
                      </a:cxn>
                      <a:cxn ang="0">
                        <a:pos x="connsiteX3468" y="connsiteY3468"/>
                      </a:cxn>
                      <a:cxn ang="0">
                        <a:pos x="connsiteX3469" y="connsiteY3469"/>
                      </a:cxn>
                      <a:cxn ang="0">
                        <a:pos x="connsiteX3470" y="connsiteY3470"/>
                      </a:cxn>
                      <a:cxn ang="0">
                        <a:pos x="connsiteX3471" y="connsiteY3471"/>
                      </a:cxn>
                      <a:cxn ang="0">
                        <a:pos x="connsiteX3472" y="connsiteY3472"/>
                      </a:cxn>
                      <a:cxn ang="0">
                        <a:pos x="connsiteX3473" y="connsiteY3473"/>
                      </a:cxn>
                      <a:cxn ang="0">
                        <a:pos x="connsiteX3474" y="connsiteY3474"/>
                      </a:cxn>
                      <a:cxn ang="0">
                        <a:pos x="connsiteX3475" y="connsiteY3475"/>
                      </a:cxn>
                      <a:cxn ang="0">
                        <a:pos x="connsiteX3476" y="connsiteY3476"/>
                      </a:cxn>
                      <a:cxn ang="0">
                        <a:pos x="connsiteX3477" y="connsiteY3477"/>
                      </a:cxn>
                      <a:cxn ang="0">
                        <a:pos x="connsiteX3478" y="connsiteY3478"/>
                      </a:cxn>
                      <a:cxn ang="0">
                        <a:pos x="connsiteX3479" y="connsiteY3479"/>
                      </a:cxn>
                      <a:cxn ang="0">
                        <a:pos x="connsiteX3480" y="connsiteY3480"/>
                      </a:cxn>
                      <a:cxn ang="0">
                        <a:pos x="connsiteX3481" y="connsiteY3481"/>
                      </a:cxn>
                      <a:cxn ang="0">
                        <a:pos x="connsiteX3482" y="connsiteY3482"/>
                      </a:cxn>
                      <a:cxn ang="0">
                        <a:pos x="connsiteX3483" y="connsiteY3483"/>
                      </a:cxn>
                      <a:cxn ang="0">
                        <a:pos x="connsiteX3484" y="connsiteY3484"/>
                      </a:cxn>
                      <a:cxn ang="0">
                        <a:pos x="connsiteX3485" y="connsiteY3485"/>
                      </a:cxn>
                      <a:cxn ang="0">
                        <a:pos x="connsiteX3486" y="connsiteY3486"/>
                      </a:cxn>
                      <a:cxn ang="0">
                        <a:pos x="connsiteX3487" y="connsiteY3487"/>
                      </a:cxn>
                      <a:cxn ang="0">
                        <a:pos x="connsiteX3488" y="connsiteY3488"/>
                      </a:cxn>
                      <a:cxn ang="0">
                        <a:pos x="connsiteX3489" y="connsiteY3489"/>
                      </a:cxn>
                      <a:cxn ang="0">
                        <a:pos x="connsiteX3490" y="connsiteY3490"/>
                      </a:cxn>
                      <a:cxn ang="0">
                        <a:pos x="connsiteX3491" y="connsiteY3491"/>
                      </a:cxn>
                      <a:cxn ang="0">
                        <a:pos x="connsiteX3492" y="connsiteY3492"/>
                      </a:cxn>
                      <a:cxn ang="0">
                        <a:pos x="connsiteX3493" y="connsiteY3493"/>
                      </a:cxn>
                      <a:cxn ang="0">
                        <a:pos x="connsiteX3494" y="connsiteY3494"/>
                      </a:cxn>
                      <a:cxn ang="0">
                        <a:pos x="connsiteX3495" y="connsiteY3495"/>
                      </a:cxn>
                      <a:cxn ang="0">
                        <a:pos x="connsiteX3496" y="connsiteY3496"/>
                      </a:cxn>
                      <a:cxn ang="0">
                        <a:pos x="connsiteX3497" y="connsiteY3497"/>
                      </a:cxn>
                      <a:cxn ang="0">
                        <a:pos x="connsiteX3498" y="connsiteY3498"/>
                      </a:cxn>
                      <a:cxn ang="0">
                        <a:pos x="connsiteX3499" y="connsiteY3499"/>
                      </a:cxn>
                      <a:cxn ang="0">
                        <a:pos x="connsiteX3500" y="connsiteY3500"/>
                      </a:cxn>
                      <a:cxn ang="0">
                        <a:pos x="connsiteX3501" y="connsiteY3501"/>
                      </a:cxn>
                      <a:cxn ang="0">
                        <a:pos x="connsiteX3502" y="connsiteY3502"/>
                      </a:cxn>
                      <a:cxn ang="0">
                        <a:pos x="connsiteX3503" y="connsiteY3503"/>
                      </a:cxn>
                      <a:cxn ang="0">
                        <a:pos x="connsiteX3504" y="connsiteY3504"/>
                      </a:cxn>
                      <a:cxn ang="0">
                        <a:pos x="connsiteX3505" y="connsiteY3505"/>
                      </a:cxn>
                      <a:cxn ang="0">
                        <a:pos x="connsiteX3506" y="connsiteY3506"/>
                      </a:cxn>
                      <a:cxn ang="0">
                        <a:pos x="connsiteX3507" y="connsiteY3507"/>
                      </a:cxn>
                      <a:cxn ang="0">
                        <a:pos x="connsiteX3508" y="connsiteY3508"/>
                      </a:cxn>
                      <a:cxn ang="0">
                        <a:pos x="connsiteX3509" y="connsiteY3509"/>
                      </a:cxn>
                      <a:cxn ang="0">
                        <a:pos x="connsiteX3510" y="connsiteY3510"/>
                      </a:cxn>
                      <a:cxn ang="0">
                        <a:pos x="connsiteX3511" y="connsiteY3511"/>
                      </a:cxn>
                      <a:cxn ang="0">
                        <a:pos x="connsiteX3512" y="connsiteY3512"/>
                      </a:cxn>
                      <a:cxn ang="0">
                        <a:pos x="connsiteX3513" y="connsiteY3513"/>
                      </a:cxn>
                      <a:cxn ang="0">
                        <a:pos x="connsiteX3514" y="connsiteY3514"/>
                      </a:cxn>
                      <a:cxn ang="0">
                        <a:pos x="connsiteX3515" y="connsiteY3515"/>
                      </a:cxn>
                      <a:cxn ang="0">
                        <a:pos x="connsiteX3516" y="connsiteY3516"/>
                      </a:cxn>
                      <a:cxn ang="0">
                        <a:pos x="connsiteX3517" y="connsiteY3517"/>
                      </a:cxn>
                      <a:cxn ang="0">
                        <a:pos x="connsiteX3518" y="connsiteY3518"/>
                      </a:cxn>
                      <a:cxn ang="0">
                        <a:pos x="connsiteX3519" y="connsiteY3519"/>
                      </a:cxn>
                      <a:cxn ang="0">
                        <a:pos x="connsiteX3520" y="connsiteY3520"/>
                      </a:cxn>
                      <a:cxn ang="0">
                        <a:pos x="connsiteX3521" y="connsiteY3521"/>
                      </a:cxn>
                      <a:cxn ang="0">
                        <a:pos x="connsiteX3522" y="connsiteY3522"/>
                      </a:cxn>
                      <a:cxn ang="0">
                        <a:pos x="connsiteX3523" y="connsiteY3523"/>
                      </a:cxn>
                      <a:cxn ang="0">
                        <a:pos x="connsiteX3524" y="connsiteY3524"/>
                      </a:cxn>
                      <a:cxn ang="0">
                        <a:pos x="connsiteX3525" y="connsiteY3525"/>
                      </a:cxn>
                      <a:cxn ang="0">
                        <a:pos x="connsiteX3526" y="connsiteY3526"/>
                      </a:cxn>
                      <a:cxn ang="0">
                        <a:pos x="connsiteX3527" y="connsiteY3527"/>
                      </a:cxn>
                      <a:cxn ang="0">
                        <a:pos x="connsiteX3528" y="connsiteY3528"/>
                      </a:cxn>
                      <a:cxn ang="0">
                        <a:pos x="connsiteX3529" y="connsiteY3529"/>
                      </a:cxn>
                      <a:cxn ang="0">
                        <a:pos x="connsiteX3530" y="connsiteY3530"/>
                      </a:cxn>
                      <a:cxn ang="0">
                        <a:pos x="connsiteX3531" y="connsiteY3531"/>
                      </a:cxn>
                      <a:cxn ang="0">
                        <a:pos x="connsiteX3532" y="connsiteY3532"/>
                      </a:cxn>
                      <a:cxn ang="0">
                        <a:pos x="connsiteX3533" y="connsiteY3533"/>
                      </a:cxn>
                      <a:cxn ang="0">
                        <a:pos x="connsiteX3534" y="connsiteY3534"/>
                      </a:cxn>
                      <a:cxn ang="0">
                        <a:pos x="connsiteX3535" y="connsiteY3535"/>
                      </a:cxn>
                      <a:cxn ang="0">
                        <a:pos x="connsiteX3536" y="connsiteY3536"/>
                      </a:cxn>
                      <a:cxn ang="0">
                        <a:pos x="connsiteX3537" y="connsiteY3537"/>
                      </a:cxn>
                      <a:cxn ang="0">
                        <a:pos x="connsiteX3538" y="connsiteY3538"/>
                      </a:cxn>
                      <a:cxn ang="0">
                        <a:pos x="connsiteX3539" y="connsiteY3539"/>
                      </a:cxn>
                      <a:cxn ang="0">
                        <a:pos x="connsiteX3540" y="connsiteY3540"/>
                      </a:cxn>
                      <a:cxn ang="0">
                        <a:pos x="connsiteX3541" y="connsiteY3541"/>
                      </a:cxn>
                      <a:cxn ang="0">
                        <a:pos x="connsiteX3542" y="connsiteY3542"/>
                      </a:cxn>
                      <a:cxn ang="0">
                        <a:pos x="connsiteX3543" y="connsiteY3543"/>
                      </a:cxn>
                      <a:cxn ang="0">
                        <a:pos x="connsiteX3544" y="connsiteY3544"/>
                      </a:cxn>
                      <a:cxn ang="0">
                        <a:pos x="connsiteX3545" y="connsiteY3545"/>
                      </a:cxn>
                      <a:cxn ang="0">
                        <a:pos x="connsiteX3546" y="connsiteY3546"/>
                      </a:cxn>
                      <a:cxn ang="0">
                        <a:pos x="connsiteX3547" y="connsiteY3547"/>
                      </a:cxn>
                      <a:cxn ang="0">
                        <a:pos x="connsiteX3548" y="connsiteY3548"/>
                      </a:cxn>
                      <a:cxn ang="0">
                        <a:pos x="connsiteX3549" y="connsiteY3549"/>
                      </a:cxn>
                      <a:cxn ang="0">
                        <a:pos x="connsiteX3550" y="connsiteY3550"/>
                      </a:cxn>
                      <a:cxn ang="0">
                        <a:pos x="connsiteX3551" y="connsiteY3551"/>
                      </a:cxn>
                      <a:cxn ang="0">
                        <a:pos x="connsiteX3552" y="connsiteY3552"/>
                      </a:cxn>
                      <a:cxn ang="0">
                        <a:pos x="connsiteX3553" y="connsiteY3553"/>
                      </a:cxn>
                      <a:cxn ang="0">
                        <a:pos x="connsiteX3554" y="connsiteY3554"/>
                      </a:cxn>
                      <a:cxn ang="0">
                        <a:pos x="connsiteX3555" y="connsiteY3555"/>
                      </a:cxn>
                      <a:cxn ang="0">
                        <a:pos x="connsiteX3556" y="connsiteY3556"/>
                      </a:cxn>
                      <a:cxn ang="0">
                        <a:pos x="connsiteX3557" y="connsiteY3557"/>
                      </a:cxn>
                      <a:cxn ang="0">
                        <a:pos x="connsiteX3558" y="connsiteY3558"/>
                      </a:cxn>
                      <a:cxn ang="0">
                        <a:pos x="connsiteX3559" y="connsiteY3559"/>
                      </a:cxn>
                      <a:cxn ang="0">
                        <a:pos x="connsiteX3560" y="connsiteY3560"/>
                      </a:cxn>
                      <a:cxn ang="0">
                        <a:pos x="connsiteX3561" y="connsiteY3561"/>
                      </a:cxn>
                      <a:cxn ang="0">
                        <a:pos x="connsiteX3562" y="connsiteY3562"/>
                      </a:cxn>
                      <a:cxn ang="0">
                        <a:pos x="connsiteX3563" y="connsiteY3563"/>
                      </a:cxn>
                      <a:cxn ang="0">
                        <a:pos x="connsiteX3564" y="connsiteY3564"/>
                      </a:cxn>
                      <a:cxn ang="0">
                        <a:pos x="connsiteX3565" y="connsiteY3565"/>
                      </a:cxn>
                      <a:cxn ang="0">
                        <a:pos x="connsiteX3566" y="connsiteY3566"/>
                      </a:cxn>
                      <a:cxn ang="0">
                        <a:pos x="connsiteX3567" y="connsiteY3567"/>
                      </a:cxn>
                      <a:cxn ang="0">
                        <a:pos x="connsiteX3568" y="connsiteY3568"/>
                      </a:cxn>
                      <a:cxn ang="0">
                        <a:pos x="connsiteX3569" y="connsiteY3569"/>
                      </a:cxn>
                      <a:cxn ang="0">
                        <a:pos x="connsiteX3570" y="connsiteY3570"/>
                      </a:cxn>
                      <a:cxn ang="0">
                        <a:pos x="connsiteX3571" y="connsiteY3571"/>
                      </a:cxn>
                      <a:cxn ang="0">
                        <a:pos x="connsiteX3572" y="connsiteY3572"/>
                      </a:cxn>
                      <a:cxn ang="0">
                        <a:pos x="connsiteX3573" y="connsiteY3573"/>
                      </a:cxn>
                      <a:cxn ang="0">
                        <a:pos x="connsiteX3574" y="connsiteY3574"/>
                      </a:cxn>
                      <a:cxn ang="0">
                        <a:pos x="connsiteX3575" y="connsiteY3575"/>
                      </a:cxn>
                      <a:cxn ang="0">
                        <a:pos x="connsiteX3576" y="connsiteY3576"/>
                      </a:cxn>
                      <a:cxn ang="0">
                        <a:pos x="connsiteX3577" y="connsiteY3577"/>
                      </a:cxn>
                      <a:cxn ang="0">
                        <a:pos x="connsiteX3578" y="connsiteY3578"/>
                      </a:cxn>
                      <a:cxn ang="0">
                        <a:pos x="connsiteX3579" y="connsiteY3579"/>
                      </a:cxn>
                      <a:cxn ang="0">
                        <a:pos x="connsiteX3580" y="connsiteY3580"/>
                      </a:cxn>
                      <a:cxn ang="0">
                        <a:pos x="connsiteX3581" y="connsiteY3581"/>
                      </a:cxn>
                      <a:cxn ang="0">
                        <a:pos x="connsiteX3582" y="connsiteY3582"/>
                      </a:cxn>
                      <a:cxn ang="0">
                        <a:pos x="connsiteX3583" y="connsiteY3583"/>
                      </a:cxn>
                      <a:cxn ang="0">
                        <a:pos x="connsiteX3584" y="connsiteY3584"/>
                      </a:cxn>
                      <a:cxn ang="0">
                        <a:pos x="connsiteX3585" y="connsiteY3585"/>
                      </a:cxn>
                      <a:cxn ang="0">
                        <a:pos x="connsiteX3586" y="connsiteY3586"/>
                      </a:cxn>
                      <a:cxn ang="0">
                        <a:pos x="connsiteX3587" y="connsiteY3587"/>
                      </a:cxn>
                      <a:cxn ang="0">
                        <a:pos x="connsiteX3588" y="connsiteY3588"/>
                      </a:cxn>
                      <a:cxn ang="0">
                        <a:pos x="connsiteX3589" y="connsiteY3589"/>
                      </a:cxn>
                      <a:cxn ang="0">
                        <a:pos x="connsiteX3590" y="connsiteY3590"/>
                      </a:cxn>
                      <a:cxn ang="0">
                        <a:pos x="connsiteX3591" y="connsiteY3591"/>
                      </a:cxn>
                      <a:cxn ang="0">
                        <a:pos x="connsiteX3592" y="connsiteY3592"/>
                      </a:cxn>
                      <a:cxn ang="0">
                        <a:pos x="connsiteX3593" y="connsiteY3593"/>
                      </a:cxn>
                      <a:cxn ang="0">
                        <a:pos x="connsiteX3594" y="connsiteY3594"/>
                      </a:cxn>
                      <a:cxn ang="0">
                        <a:pos x="connsiteX3595" y="connsiteY3595"/>
                      </a:cxn>
                      <a:cxn ang="0">
                        <a:pos x="connsiteX3596" y="connsiteY3596"/>
                      </a:cxn>
                      <a:cxn ang="0">
                        <a:pos x="connsiteX3597" y="connsiteY3597"/>
                      </a:cxn>
                      <a:cxn ang="0">
                        <a:pos x="connsiteX3598" y="connsiteY3598"/>
                      </a:cxn>
                      <a:cxn ang="0">
                        <a:pos x="connsiteX3599" y="connsiteY3599"/>
                      </a:cxn>
                      <a:cxn ang="0">
                        <a:pos x="connsiteX3600" y="connsiteY3600"/>
                      </a:cxn>
                      <a:cxn ang="0">
                        <a:pos x="connsiteX3601" y="connsiteY3601"/>
                      </a:cxn>
                      <a:cxn ang="0">
                        <a:pos x="connsiteX3602" y="connsiteY3602"/>
                      </a:cxn>
                      <a:cxn ang="0">
                        <a:pos x="connsiteX3603" y="connsiteY3603"/>
                      </a:cxn>
                      <a:cxn ang="0">
                        <a:pos x="connsiteX3604" y="connsiteY3604"/>
                      </a:cxn>
                      <a:cxn ang="0">
                        <a:pos x="connsiteX3605" y="connsiteY3605"/>
                      </a:cxn>
                      <a:cxn ang="0">
                        <a:pos x="connsiteX3606" y="connsiteY3606"/>
                      </a:cxn>
                      <a:cxn ang="0">
                        <a:pos x="connsiteX3607" y="connsiteY3607"/>
                      </a:cxn>
                      <a:cxn ang="0">
                        <a:pos x="connsiteX3608" y="connsiteY3608"/>
                      </a:cxn>
                      <a:cxn ang="0">
                        <a:pos x="connsiteX3609" y="connsiteY3609"/>
                      </a:cxn>
                      <a:cxn ang="0">
                        <a:pos x="connsiteX3610" y="connsiteY3610"/>
                      </a:cxn>
                      <a:cxn ang="0">
                        <a:pos x="connsiteX3611" y="connsiteY3611"/>
                      </a:cxn>
                      <a:cxn ang="0">
                        <a:pos x="connsiteX3612" y="connsiteY3612"/>
                      </a:cxn>
                      <a:cxn ang="0">
                        <a:pos x="connsiteX3613" y="connsiteY3613"/>
                      </a:cxn>
                      <a:cxn ang="0">
                        <a:pos x="connsiteX3614" y="connsiteY3614"/>
                      </a:cxn>
                      <a:cxn ang="0">
                        <a:pos x="connsiteX3615" y="connsiteY3615"/>
                      </a:cxn>
                      <a:cxn ang="0">
                        <a:pos x="connsiteX3616" y="connsiteY3616"/>
                      </a:cxn>
                      <a:cxn ang="0">
                        <a:pos x="connsiteX3617" y="connsiteY3617"/>
                      </a:cxn>
                      <a:cxn ang="0">
                        <a:pos x="connsiteX3618" y="connsiteY3618"/>
                      </a:cxn>
                      <a:cxn ang="0">
                        <a:pos x="connsiteX3619" y="connsiteY3619"/>
                      </a:cxn>
                      <a:cxn ang="0">
                        <a:pos x="connsiteX3620" y="connsiteY3620"/>
                      </a:cxn>
                      <a:cxn ang="0">
                        <a:pos x="connsiteX3621" y="connsiteY3621"/>
                      </a:cxn>
                      <a:cxn ang="0">
                        <a:pos x="connsiteX3622" y="connsiteY3622"/>
                      </a:cxn>
                      <a:cxn ang="0">
                        <a:pos x="connsiteX3623" y="connsiteY3623"/>
                      </a:cxn>
                      <a:cxn ang="0">
                        <a:pos x="connsiteX3624" y="connsiteY3624"/>
                      </a:cxn>
                      <a:cxn ang="0">
                        <a:pos x="connsiteX3625" y="connsiteY3625"/>
                      </a:cxn>
                      <a:cxn ang="0">
                        <a:pos x="connsiteX3626" y="connsiteY3626"/>
                      </a:cxn>
                      <a:cxn ang="0">
                        <a:pos x="connsiteX3627" y="connsiteY3627"/>
                      </a:cxn>
                      <a:cxn ang="0">
                        <a:pos x="connsiteX3628" y="connsiteY3628"/>
                      </a:cxn>
                      <a:cxn ang="0">
                        <a:pos x="connsiteX3629" y="connsiteY3629"/>
                      </a:cxn>
                      <a:cxn ang="0">
                        <a:pos x="connsiteX3630" y="connsiteY3630"/>
                      </a:cxn>
                      <a:cxn ang="0">
                        <a:pos x="connsiteX3631" y="connsiteY3631"/>
                      </a:cxn>
                      <a:cxn ang="0">
                        <a:pos x="connsiteX3632" y="connsiteY3632"/>
                      </a:cxn>
                      <a:cxn ang="0">
                        <a:pos x="connsiteX3633" y="connsiteY3633"/>
                      </a:cxn>
                      <a:cxn ang="0">
                        <a:pos x="connsiteX3634" y="connsiteY3634"/>
                      </a:cxn>
                      <a:cxn ang="0">
                        <a:pos x="connsiteX3635" y="connsiteY3635"/>
                      </a:cxn>
                      <a:cxn ang="0">
                        <a:pos x="connsiteX3636" y="connsiteY3636"/>
                      </a:cxn>
                      <a:cxn ang="0">
                        <a:pos x="connsiteX3637" y="connsiteY3637"/>
                      </a:cxn>
                      <a:cxn ang="0">
                        <a:pos x="connsiteX3638" y="connsiteY3638"/>
                      </a:cxn>
                      <a:cxn ang="0">
                        <a:pos x="connsiteX3639" y="connsiteY3639"/>
                      </a:cxn>
                      <a:cxn ang="0">
                        <a:pos x="connsiteX3640" y="connsiteY3640"/>
                      </a:cxn>
                      <a:cxn ang="0">
                        <a:pos x="connsiteX3641" y="connsiteY3641"/>
                      </a:cxn>
                      <a:cxn ang="0">
                        <a:pos x="connsiteX3642" y="connsiteY3642"/>
                      </a:cxn>
                      <a:cxn ang="0">
                        <a:pos x="connsiteX3643" y="connsiteY3643"/>
                      </a:cxn>
                      <a:cxn ang="0">
                        <a:pos x="connsiteX3644" y="connsiteY3644"/>
                      </a:cxn>
                      <a:cxn ang="0">
                        <a:pos x="connsiteX3645" y="connsiteY3645"/>
                      </a:cxn>
                      <a:cxn ang="0">
                        <a:pos x="connsiteX3646" y="connsiteY3646"/>
                      </a:cxn>
                      <a:cxn ang="0">
                        <a:pos x="connsiteX3647" y="connsiteY3647"/>
                      </a:cxn>
                      <a:cxn ang="0">
                        <a:pos x="connsiteX3648" y="connsiteY3648"/>
                      </a:cxn>
                      <a:cxn ang="0">
                        <a:pos x="connsiteX3649" y="connsiteY3649"/>
                      </a:cxn>
                      <a:cxn ang="0">
                        <a:pos x="connsiteX3650" y="connsiteY3650"/>
                      </a:cxn>
                      <a:cxn ang="0">
                        <a:pos x="connsiteX3651" y="connsiteY3651"/>
                      </a:cxn>
                      <a:cxn ang="0">
                        <a:pos x="connsiteX3652" y="connsiteY3652"/>
                      </a:cxn>
                      <a:cxn ang="0">
                        <a:pos x="connsiteX3653" y="connsiteY3653"/>
                      </a:cxn>
                      <a:cxn ang="0">
                        <a:pos x="connsiteX3654" y="connsiteY3654"/>
                      </a:cxn>
                      <a:cxn ang="0">
                        <a:pos x="connsiteX3655" y="connsiteY3655"/>
                      </a:cxn>
                      <a:cxn ang="0">
                        <a:pos x="connsiteX3656" y="connsiteY3656"/>
                      </a:cxn>
                      <a:cxn ang="0">
                        <a:pos x="connsiteX3657" y="connsiteY3657"/>
                      </a:cxn>
                      <a:cxn ang="0">
                        <a:pos x="connsiteX3658" y="connsiteY3658"/>
                      </a:cxn>
                      <a:cxn ang="0">
                        <a:pos x="connsiteX3659" y="connsiteY3659"/>
                      </a:cxn>
                      <a:cxn ang="0">
                        <a:pos x="connsiteX3660" y="connsiteY3660"/>
                      </a:cxn>
                      <a:cxn ang="0">
                        <a:pos x="connsiteX3661" y="connsiteY3661"/>
                      </a:cxn>
                      <a:cxn ang="0">
                        <a:pos x="connsiteX3662" y="connsiteY3662"/>
                      </a:cxn>
                      <a:cxn ang="0">
                        <a:pos x="connsiteX3663" y="connsiteY3663"/>
                      </a:cxn>
                      <a:cxn ang="0">
                        <a:pos x="connsiteX3664" y="connsiteY3664"/>
                      </a:cxn>
                      <a:cxn ang="0">
                        <a:pos x="connsiteX3665" y="connsiteY3665"/>
                      </a:cxn>
                      <a:cxn ang="0">
                        <a:pos x="connsiteX3666" y="connsiteY3666"/>
                      </a:cxn>
                      <a:cxn ang="0">
                        <a:pos x="connsiteX3667" y="connsiteY3667"/>
                      </a:cxn>
                      <a:cxn ang="0">
                        <a:pos x="connsiteX3668" y="connsiteY3668"/>
                      </a:cxn>
                      <a:cxn ang="0">
                        <a:pos x="connsiteX3669" y="connsiteY3669"/>
                      </a:cxn>
                      <a:cxn ang="0">
                        <a:pos x="connsiteX3670" y="connsiteY3670"/>
                      </a:cxn>
                      <a:cxn ang="0">
                        <a:pos x="connsiteX3671" y="connsiteY3671"/>
                      </a:cxn>
                      <a:cxn ang="0">
                        <a:pos x="connsiteX3672" y="connsiteY3672"/>
                      </a:cxn>
                      <a:cxn ang="0">
                        <a:pos x="connsiteX3673" y="connsiteY3673"/>
                      </a:cxn>
                      <a:cxn ang="0">
                        <a:pos x="connsiteX3674" y="connsiteY3674"/>
                      </a:cxn>
                      <a:cxn ang="0">
                        <a:pos x="connsiteX3675" y="connsiteY3675"/>
                      </a:cxn>
                      <a:cxn ang="0">
                        <a:pos x="connsiteX3676" y="connsiteY3676"/>
                      </a:cxn>
                      <a:cxn ang="0">
                        <a:pos x="connsiteX3677" y="connsiteY3677"/>
                      </a:cxn>
                      <a:cxn ang="0">
                        <a:pos x="connsiteX3678" y="connsiteY3678"/>
                      </a:cxn>
                      <a:cxn ang="0">
                        <a:pos x="connsiteX3679" y="connsiteY3679"/>
                      </a:cxn>
                      <a:cxn ang="0">
                        <a:pos x="connsiteX3680" y="connsiteY3680"/>
                      </a:cxn>
                      <a:cxn ang="0">
                        <a:pos x="connsiteX3681" y="connsiteY3681"/>
                      </a:cxn>
                      <a:cxn ang="0">
                        <a:pos x="connsiteX3682" y="connsiteY3682"/>
                      </a:cxn>
                      <a:cxn ang="0">
                        <a:pos x="connsiteX3683" y="connsiteY3683"/>
                      </a:cxn>
                      <a:cxn ang="0">
                        <a:pos x="connsiteX3684" y="connsiteY3684"/>
                      </a:cxn>
                      <a:cxn ang="0">
                        <a:pos x="connsiteX3685" y="connsiteY3685"/>
                      </a:cxn>
                      <a:cxn ang="0">
                        <a:pos x="connsiteX3686" y="connsiteY3686"/>
                      </a:cxn>
                      <a:cxn ang="0">
                        <a:pos x="connsiteX3687" y="connsiteY3687"/>
                      </a:cxn>
                      <a:cxn ang="0">
                        <a:pos x="connsiteX3688" y="connsiteY3688"/>
                      </a:cxn>
                      <a:cxn ang="0">
                        <a:pos x="connsiteX3689" y="connsiteY3689"/>
                      </a:cxn>
                      <a:cxn ang="0">
                        <a:pos x="connsiteX3690" y="connsiteY3690"/>
                      </a:cxn>
                      <a:cxn ang="0">
                        <a:pos x="connsiteX3691" y="connsiteY3691"/>
                      </a:cxn>
                      <a:cxn ang="0">
                        <a:pos x="connsiteX3692" y="connsiteY3692"/>
                      </a:cxn>
                      <a:cxn ang="0">
                        <a:pos x="connsiteX3693" y="connsiteY3693"/>
                      </a:cxn>
                      <a:cxn ang="0">
                        <a:pos x="connsiteX3694" y="connsiteY3694"/>
                      </a:cxn>
                      <a:cxn ang="0">
                        <a:pos x="connsiteX3695" y="connsiteY3695"/>
                      </a:cxn>
                      <a:cxn ang="0">
                        <a:pos x="connsiteX3696" y="connsiteY3696"/>
                      </a:cxn>
                      <a:cxn ang="0">
                        <a:pos x="connsiteX3697" y="connsiteY3697"/>
                      </a:cxn>
                      <a:cxn ang="0">
                        <a:pos x="connsiteX3698" y="connsiteY3698"/>
                      </a:cxn>
                      <a:cxn ang="0">
                        <a:pos x="connsiteX3699" y="connsiteY3699"/>
                      </a:cxn>
                      <a:cxn ang="0">
                        <a:pos x="connsiteX3700" y="connsiteY3700"/>
                      </a:cxn>
                      <a:cxn ang="0">
                        <a:pos x="connsiteX3701" y="connsiteY3701"/>
                      </a:cxn>
                      <a:cxn ang="0">
                        <a:pos x="connsiteX3702" y="connsiteY3702"/>
                      </a:cxn>
                      <a:cxn ang="0">
                        <a:pos x="connsiteX3703" y="connsiteY3703"/>
                      </a:cxn>
                      <a:cxn ang="0">
                        <a:pos x="connsiteX3704" y="connsiteY3704"/>
                      </a:cxn>
                      <a:cxn ang="0">
                        <a:pos x="connsiteX3705" y="connsiteY3705"/>
                      </a:cxn>
                      <a:cxn ang="0">
                        <a:pos x="connsiteX3706" y="connsiteY3706"/>
                      </a:cxn>
                      <a:cxn ang="0">
                        <a:pos x="connsiteX3707" y="connsiteY3707"/>
                      </a:cxn>
                      <a:cxn ang="0">
                        <a:pos x="connsiteX3708" y="connsiteY3708"/>
                      </a:cxn>
                      <a:cxn ang="0">
                        <a:pos x="connsiteX3709" y="connsiteY3709"/>
                      </a:cxn>
                      <a:cxn ang="0">
                        <a:pos x="connsiteX3710" y="connsiteY3710"/>
                      </a:cxn>
                      <a:cxn ang="0">
                        <a:pos x="connsiteX3711" y="connsiteY3711"/>
                      </a:cxn>
                      <a:cxn ang="0">
                        <a:pos x="connsiteX3712" y="connsiteY3712"/>
                      </a:cxn>
                      <a:cxn ang="0">
                        <a:pos x="connsiteX3713" y="connsiteY3713"/>
                      </a:cxn>
                      <a:cxn ang="0">
                        <a:pos x="connsiteX3714" y="connsiteY3714"/>
                      </a:cxn>
                      <a:cxn ang="0">
                        <a:pos x="connsiteX3715" y="connsiteY3715"/>
                      </a:cxn>
                      <a:cxn ang="0">
                        <a:pos x="connsiteX3716" y="connsiteY3716"/>
                      </a:cxn>
                      <a:cxn ang="0">
                        <a:pos x="connsiteX3717" y="connsiteY3717"/>
                      </a:cxn>
                      <a:cxn ang="0">
                        <a:pos x="connsiteX3718" y="connsiteY3718"/>
                      </a:cxn>
                      <a:cxn ang="0">
                        <a:pos x="connsiteX3719" y="connsiteY3719"/>
                      </a:cxn>
                      <a:cxn ang="0">
                        <a:pos x="connsiteX3720" y="connsiteY3720"/>
                      </a:cxn>
                      <a:cxn ang="0">
                        <a:pos x="connsiteX3721" y="connsiteY3721"/>
                      </a:cxn>
                      <a:cxn ang="0">
                        <a:pos x="connsiteX3722" y="connsiteY3722"/>
                      </a:cxn>
                      <a:cxn ang="0">
                        <a:pos x="connsiteX3723" y="connsiteY3723"/>
                      </a:cxn>
                      <a:cxn ang="0">
                        <a:pos x="connsiteX3724" y="connsiteY3724"/>
                      </a:cxn>
                      <a:cxn ang="0">
                        <a:pos x="connsiteX3725" y="connsiteY3725"/>
                      </a:cxn>
                      <a:cxn ang="0">
                        <a:pos x="connsiteX3726" y="connsiteY3726"/>
                      </a:cxn>
                      <a:cxn ang="0">
                        <a:pos x="connsiteX3727" y="connsiteY3727"/>
                      </a:cxn>
                      <a:cxn ang="0">
                        <a:pos x="connsiteX3728" y="connsiteY3728"/>
                      </a:cxn>
                      <a:cxn ang="0">
                        <a:pos x="connsiteX3729" y="connsiteY3729"/>
                      </a:cxn>
                      <a:cxn ang="0">
                        <a:pos x="connsiteX3730" y="connsiteY3730"/>
                      </a:cxn>
                      <a:cxn ang="0">
                        <a:pos x="connsiteX3731" y="connsiteY3731"/>
                      </a:cxn>
                      <a:cxn ang="0">
                        <a:pos x="connsiteX3732" y="connsiteY3732"/>
                      </a:cxn>
                      <a:cxn ang="0">
                        <a:pos x="connsiteX3733" y="connsiteY3733"/>
                      </a:cxn>
                      <a:cxn ang="0">
                        <a:pos x="connsiteX3734" y="connsiteY3734"/>
                      </a:cxn>
                      <a:cxn ang="0">
                        <a:pos x="connsiteX3735" y="connsiteY3735"/>
                      </a:cxn>
                      <a:cxn ang="0">
                        <a:pos x="connsiteX3736" y="connsiteY3736"/>
                      </a:cxn>
                      <a:cxn ang="0">
                        <a:pos x="connsiteX3737" y="connsiteY3737"/>
                      </a:cxn>
                      <a:cxn ang="0">
                        <a:pos x="connsiteX3738" y="connsiteY3738"/>
                      </a:cxn>
                      <a:cxn ang="0">
                        <a:pos x="connsiteX3739" y="connsiteY3739"/>
                      </a:cxn>
                      <a:cxn ang="0">
                        <a:pos x="connsiteX3740" y="connsiteY3740"/>
                      </a:cxn>
                      <a:cxn ang="0">
                        <a:pos x="connsiteX3741" y="connsiteY3741"/>
                      </a:cxn>
                      <a:cxn ang="0">
                        <a:pos x="connsiteX3742" y="connsiteY3742"/>
                      </a:cxn>
                      <a:cxn ang="0">
                        <a:pos x="connsiteX3743" y="connsiteY3743"/>
                      </a:cxn>
                      <a:cxn ang="0">
                        <a:pos x="connsiteX3744" y="connsiteY3744"/>
                      </a:cxn>
                      <a:cxn ang="0">
                        <a:pos x="connsiteX3745" y="connsiteY3745"/>
                      </a:cxn>
                      <a:cxn ang="0">
                        <a:pos x="connsiteX3746" y="connsiteY3746"/>
                      </a:cxn>
                      <a:cxn ang="0">
                        <a:pos x="connsiteX3747" y="connsiteY3747"/>
                      </a:cxn>
                      <a:cxn ang="0">
                        <a:pos x="connsiteX3748" y="connsiteY3748"/>
                      </a:cxn>
                      <a:cxn ang="0">
                        <a:pos x="connsiteX3749" y="connsiteY3749"/>
                      </a:cxn>
                      <a:cxn ang="0">
                        <a:pos x="connsiteX3750" y="connsiteY3750"/>
                      </a:cxn>
                      <a:cxn ang="0">
                        <a:pos x="connsiteX3751" y="connsiteY3751"/>
                      </a:cxn>
                      <a:cxn ang="0">
                        <a:pos x="connsiteX3752" y="connsiteY3752"/>
                      </a:cxn>
                      <a:cxn ang="0">
                        <a:pos x="connsiteX3753" y="connsiteY3753"/>
                      </a:cxn>
                      <a:cxn ang="0">
                        <a:pos x="connsiteX3754" y="connsiteY3754"/>
                      </a:cxn>
                      <a:cxn ang="0">
                        <a:pos x="connsiteX3755" y="connsiteY3755"/>
                      </a:cxn>
                      <a:cxn ang="0">
                        <a:pos x="connsiteX3756" y="connsiteY3756"/>
                      </a:cxn>
                      <a:cxn ang="0">
                        <a:pos x="connsiteX3757" y="connsiteY3757"/>
                      </a:cxn>
                      <a:cxn ang="0">
                        <a:pos x="connsiteX3758" y="connsiteY3758"/>
                      </a:cxn>
                      <a:cxn ang="0">
                        <a:pos x="connsiteX3759" y="connsiteY3759"/>
                      </a:cxn>
                      <a:cxn ang="0">
                        <a:pos x="connsiteX3760" y="connsiteY3760"/>
                      </a:cxn>
                      <a:cxn ang="0">
                        <a:pos x="connsiteX3761" y="connsiteY3761"/>
                      </a:cxn>
                      <a:cxn ang="0">
                        <a:pos x="connsiteX3762" y="connsiteY3762"/>
                      </a:cxn>
                      <a:cxn ang="0">
                        <a:pos x="connsiteX3763" y="connsiteY3763"/>
                      </a:cxn>
                      <a:cxn ang="0">
                        <a:pos x="connsiteX3764" y="connsiteY3764"/>
                      </a:cxn>
                      <a:cxn ang="0">
                        <a:pos x="connsiteX3765" y="connsiteY3765"/>
                      </a:cxn>
                      <a:cxn ang="0">
                        <a:pos x="connsiteX3766" y="connsiteY3766"/>
                      </a:cxn>
                      <a:cxn ang="0">
                        <a:pos x="connsiteX3767" y="connsiteY3767"/>
                      </a:cxn>
                      <a:cxn ang="0">
                        <a:pos x="connsiteX3768" y="connsiteY3768"/>
                      </a:cxn>
                      <a:cxn ang="0">
                        <a:pos x="connsiteX3769" y="connsiteY3769"/>
                      </a:cxn>
                      <a:cxn ang="0">
                        <a:pos x="connsiteX3770" y="connsiteY3770"/>
                      </a:cxn>
                      <a:cxn ang="0">
                        <a:pos x="connsiteX3771" y="connsiteY3771"/>
                      </a:cxn>
                      <a:cxn ang="0">
                        <a:pos x="connsiteX3772" y="connsiteY3772"/>
                      </a:cxn>
                      <a:cxn ang="0">
                        <a:pos x="connsiteX3773" y="connsiteY3773"/>
                      </a:cxn>
                      <a:cxn ang="0">
                        <a:pos x="connsiteX3774" y="connsiteY3774"/>
                      </a:cxn>
                      <a:cxn ang="0">
                        <a:pos x="connsiteX3775" y="connsiteY3775"/>
                      </a:cxn>
                      <a:cxn ang="0">
                        <a:pos x="connsiteX3776" y="connsiteY3776"/>
                      </a:cxn>
                      <a:cxn ang="0">
                        <a:pos x="connsiteX3777" y="connsiteY3777"/>
                      </a:cxn>
                      <a:cxn ang="0">
                        <a:pos x="connsiteX3778" y="connsiteY3778"/>
                      </a:cxn>
                      <a:cxn ang="0">
                        <a:pos x="connsiteX3779" y="connsiteY3779"/>
                      </a:cxn>
                      <a:cxn ang="0">
                        <a:pos x="connsiteX3780" y="connsiteY3780"/>
                      </a:cxn>
                      <a:cxn ang="0">
                        <a:pos x="connsiteX3781" y="connsiteY3781"/>
                      </a:cxn>
                      <a:cxn ang="0">
                        <a:pos x="connsiteX3782" y="connsiteY3782"/>
                      </a:cxn>
                      <a:cxn ang="0">
                        <a:pos x="connsiteX3783" y="connsiteY3783"/>
                      </a:cxn>
                      <a:cxn ang="0">
                        <a:pos x="connsiteX3784" y="connsiteY3784"/>
                      </a:cxn>
                      <a:cxn ang="0">
                        <a:pos x="connsiteX3785" y="connsiteY3785"/>
                      </a:cxn>
                      <a:cxn ang="0">
                        <a:pos x="connsiteX3786" y="connsiteY3786"/>
                      </a:cxn>
                      <a:cxn ang="0">
                        <a:pos x="connsiteX3787" y="connsiteY3787"/>
                      </a:cxn>
                      <a:cxn ang="0">
                        <a:pos x="connsiteX3788" y="connsiteY3788"/>
                      </a:cxn>
                      <a:cxn ang="0">
                        <a:pos x="connsiteX3789" y="connsiteY3789"/>
                      </a:cxn>
                      <a:cxn ang="0">
                        <a:pos x="connsiteX3790" y="connsiteY3790"/>
                      </a:cxn>
                      <a:cxn ang="0">
                        <a:pos x="connsiteX3791" y="connsiteY3791"/>
                      </a:cxn>
                      <a:cxn ang="0">
                        <a:pos x="connsiteX3792" y="connsiteY3792"/>
                      </a:cxn>
                      <a:cxn ang="0">
                        <a:pos x="connsiteX3793" y="connsiteY3793"/>
                      </a:cxn>
                      <a:cxn ang="0">
                        <a:pos x="connsiteX3794" y="connsiteY3794"/>
                      </a:cxn>
                      <a:cxn ang="0">
                        <a:pos x="connsiteX3795" y="connsiteY3795"/>
                      </a:cxn>
                      <a:cxn ang="0">
                        <a:pos x="connsiteX3796" y="connsiteY3796"/>
                      </a:cxn>
                      <a:cxn ang="0">
                        <a:pos x="connsiteX3797" y="connsiteY3797"/>
                      </a:cxn>
                      <a:cxn ang="0">
                        <a:pos x="connsiteX3798" y="connsiteY3798"/>
                      </a:cxn>
                      <a:cxn ang="0">
                        <a:pos x="connsiteX3799" y="connsiteY3799"/>
                      </a:cxn>
                      <a:cxn ang="0">
                        <a:pos x="connsiteX3800" y="connsiteY3800"/>
                      </a:cxn>
                      <a:cxn ang="0">
                        <a:pos x="connsiteX3801" y="connsiteY3801"/>
                      </a:cxn>
                      <a:cxn ang="0">
                        <a:pos x="connsiteX3802" y="connsiteY3802"/>
                      </a:cxn>
                      <a:cxn ang="0">
                        <a:pos x="connsiteX3803" y="connsiteY3803"/>
                      </a:cxn>
                      <a:cxn ang="0">
                        <a:pos x="connsiteX3804" y="connsiteY3804"/>
                      </a:cxn>
                      <a:cxn ang="0">
                        <a:pos x="connsiteX3805" y="connsiteY3805"/>
                      </a:cxn>
                      <a:cxn ang="0">
                        <a:pos x="connsiteX3806" y="connsiteY3806"/>
                      </a:cxn>
                      <a:cxn ang="0">
                        <a:pos x="connsiteX3807" y="connsiteY3807"/>
                      </a:cxn>
                      <a:cxn ang="0">
                        <a:pos x="connsiteX3808" y="connsiteY3808"/>
                      </a:cxn>
                      <a:cxn ang="0">
                        <a:pos x="connsiteX3809" y="connsiteY3809"/>
                      </a:cxn>
                      <a:cxn ang="0">
                        <a:pos x="connsiteX3810" y="connsiteY3810"/>
                      </a:cxn>
                      <a:cxn ang="0">
                        <a:pos x="connsiteX3811" y="connsiteY3811"/>
                      </a:cxn>
                      <a:cxn ang="0">
                        <a:pos x="connsiteX3812" y="connsiteY3812"/>
                      </a:cxn>
                      <a:cxn ang="0">
                        <a:pos x="connsiteX3813" y="connsiteY3813"/>
                      </a:cxn>
                      <a:cxn ang="0">
                        <a:pos x="connsiteX3814" y="connsiteY3814"/>
                      </a:cxn>
                      <a:cxn ang="0">
                        <a:pos x="connsiteX3815" y="connsiteY3815"/>
                      </a:cxn>
                      <a:cxn ang="0">
                        <a:pos x="connsiteX3816" y="connsiteY3816"/>
                      </a:cxn>
                      <a:cxn ang="0">
                        <a:pos x="connsiteX3817" y="connsiteY3817"/>
                      </a:cxn>
                      <a:cxn ang="0">
                        <a:pos x="connsiteX3818" y="connsiteY3818"/>
                      </a:cxn>
                      <a:cxn ang="0">
                        <a:pos x="connsiteX3819" y="connsiteY3819"/>
                      </a:cxn>
                      <a:cxn ang="0">
                        <a:pos x="connsiteX3820" y="connsiteY3820"/>
                      </a:cxn>
                      <a:cxn ang="0">
                        <a:pos x="connsiteX3821" y="connsiteY3821"/>
                      </a:cxn>
                      <a:cxn ang="0">
                        <a:pos x="connsiteX3822" y="connsiteY3822"/>
                      </a:cxn>
                      <a:cxn ang="0">
                        <a:pos x="connsiteX3823" y="connsiteY3823"/>
                      </a:cxn>
                      <a:cxn ang="0">
                        <a:pos x="connsiteX3824" y="connsiteY3824"/>
                      </a:cxn>
                      <a:cxn ang="0">
                        <a:pos x="connsiteX3825" y="connsiteY3825"/>
                      </a:cxn>
                      <a:cxn ang="0">
                        <a:pos x="connsiteX3826" y="connsiteY3826"/>
                      </a:cxn>
                      <a:cxn ang="0">
                        <a:pos x="connsiteX3827" y="connsiteY3827"/>
                      </a:cxn>
                      <a:cxn ang="0">
                        <a:pos x="connsiteX3828" y="connsiteY3828"/>
                      </a:cxn>
                      <a:cxn ang="0">
                        <a:pos x="connsiteX3829" y="connsiteY3829"/>
                      </a:cxn>
                      <a:cxn ang="0">
                        <a:pos x="connsiteX3830" y="connsiteY3830"/>
                      </a:cxn>
                      <a:cxn ang="0">
                        <a:pos x="connsiteX3831" y="connsiteY3831"/>
                      </a:cxn>
                      <a:cxn ang="0">
                        <a:pos x="connsiteX3832" y="connsiteY3832"/>
                      </a:cxn>
                      <a:cxn ang="0">
                        <a:pos x="connsiteX3833" y="connsiteY3833"/>
                      </a:cxn>
                      <a:cxn ang="0">
                        <a:pos x="connsiteX3834" y="connsiteY3834"/>
                      </a:cxn>
                      <a:cxn ang="0">
                        <a:pos x="connsiteX3835" y="connsiteY3835"/>
                      </a:cxn>
                      <a:cxn ang="0">
                        <a:pos x="connsiteX3836" y="connsiteY3836"/>
                      </a:cxn>
                      <a:cxn ang="0">
                        <a:pos x="connsiteX3837" y="connsiteY3837"/>
                      </a:cxn>
                      <a:cxn ang="0">
                        <a:pos x="connsiteX3838" y="connsiteY3838"/>
                      </a:cxn>
                      <a:cxn ang="0">
                        <a:pos x="connsiteX3839" y="connsiteY3839"/>
                      </a:cxn>
                      <a:cxn ang="0">
                        <a:pos x="connsiteX3840" y="connsiteY3840"/>
                      </a:cxn>
                      <a:cxn ang="0">
                        <a:pos x="connsiteX3841" y="connsiteY3841"/>
                      </a:cxn>
                      <a:cxn ang="0">
                        <a:pos x="connsiteX3842" y="connsiteY3842"/>
                      </a:cxn>
                      <a:cxn ang="0">
                        <a:pos x="connsiteX3843" y="connsiteY3843"/>
                      </a:cxn>
                      <a:cxn ang="0">
                        <a:pos x="connsiteX3844" y="connsiteY3844"/>
                      </a:cxn>
                      <a:cxn ang="0">
                        <a:pos x="connsiteX3845" y="connsiteY3845"/>
                      </a:cxn>
                      <a:cxn ang="0">
                        <a:pos x="connsiteX3846" y="connsiteY3846"/>
                      </a:cxn>
                      <a:cxn ang="0">
                        <a:pos x="connsiteX3847" y="connsiteY3847"/>
                      </a:cxn>
                      <a:cxn ang="0">
                        <a:pos x="connsiteX3848" y="connsiteY3848"/>
                      </a:cxn>
                      <a:cxn ang="0">
                        <a:pos x="connsiteX3849" y="connsiteY3849"/>
                      </a:cxn>
                      <a:cxn ang="0">
                        <a:pos x="connsiteX3850" y="connsiteY3850"/>
                      </a:cxn>
                      <a:cxn ang="0">
                        <a:pos x="connsiteX3851" y="connsiteY3851"/>
                      </a:cxn>
                      <a:cxn ang="0">
                        <a:pos x="connsiteX3852" y="connsiteY3852"/>
                      </a:cxn>
                      <a:cxn ang="0">
                        <a:pos x="connsiteX3853" y="connsiteY3853"/>
                      </a:cxn>
                      <a:cxn ang="0">
                        <a:pos x="connsiteX3854" y="connsiteY3854"/>
                      </a:cxn>
                      <a:cxn ang="0">
                        <a:pos x="connsiteX3855" y="connsiteY3855"/>
                      </a:cxn>
                      <a:cxn ang="0">
                        <a:pos x="connsiteX3856" y="connsiteY3856"/>
                      </a:cxn>
                      <a:cxn ang="0">
                        <a:pos x="connsiteX3857" y="connsiteY3857"/>
                      </a:cxn>
                      <a:cxn ang="0">
                        <a:pos x="connsiteX3858" y="connsiteY3858"/>
                      </a:cxn>
                      <a:cxn ang="0">
                        <a:pos x="connsiteX3859" y="connsiteY3859"/>
                      </a:cxn>
                      <a:cxn ang="0">
                        <a:pos x="connsiteX3860" y="connsiteY3860"/>
                      </a:cxn>
                      <a:cxn ang="0">
                        <a:pos x="connsiteX3861" y="connsiteY3861"/>
                      </a:cxn>
                      <a:cxn ang="0">
                        <a:pos x="connsiteX3862" y="connsiteY3862"/>
                      </a:cxn>
                      <a:cxn ang="0">
                        <a:pos x="connsiteX3863" y="connsiteY3863"/>
                      </a:cxn>
                      <a:cxn ang="0">
                        <a:pos x="connsiteX3864" y="connsiteY3864"/>
                      </a:cxn>
                      <a:cxn ang="0">
                        <a:pos x="connsiteX3865" y="connsiteY3865"/>
                      </a:cxn>
                      <a:cxn ang="0">
                        <a:pos x="connsiteX3866" y="connsiteY3866"/>
                      </a:cxn>
                      <a:cxn ang="0">
                        <a:pos x="connsiteX3867" y="connsiteY3867"/>
                      </a:cxn>
                      <a:cxn ang="0">
                        <a:pos x="connsiteX3868" y="connsiteY3868"/>
                      </a:cxn>
                      <a:cxn ang="0">
                        <a:pos x="connsiteX3869" y="connsiteY3869"/>
                      </a:cxn>
                      <a:cxn ang="0">
                        <a:pos x="connsiteX3870" y="connsiteY3870"/>
                      </a:cxn>
                      <a:cxn ang="0">
                        <a:pos x="connsiteX3871" y="connsiteY3871"/>
                      </a:cxn>
                      <a:cxn ang="0">
                        <a:pos x="connsiteX3872" y="connsiteY3872"/>
                      </a:cxn>
                      <a:cxn ang="0">
                        <a:pos x="connsiteX3873" y="connsiteY3873"/>
                      </a:cxn>
                      <a:cxn ang="0">
                        <a:pos x="connsiteX3874" y="connsiteY3874"/>
                      </a:cxn>
                      <a:cxn ang="0">
                        <a:pos x="connsiteX3875" y="connsiteY3875"/>
                      </a:cxn>
                      <a:cxn ang="0">
                        <a:pos x="connsiteX3876" y="connsiteY3876"/>
                      </a:cxn>
                      <a:cxn ang="0">
                        <a:pos x="connsiteX3877" y="connsiteY3877"/>
                      </a:cxn>
                      <a:cxn ang="0">
                        <a:pos x="connsiteX3878" y="connsiteY3878"/>
                      </a:cxn>
                      <a:cxn ang="0">
                        <a:pos x="connsiteX3879" y="connsiteY3879"/>
                      </a:cxn>
                      <a:cxn ang="0">
                        <a:pos x="connsiteX3880" y="connsiteY3880"/>
                      </a:cxn>
                      <a:cxn ang="0">
                        <a:pos x="connsiteX3881" y="connsiteY3881"/>
                      </a:cxn>
                      <a:cxn ang="0">
                        <a:pos x="connsiteX3882" y="connsiteY3882"/>
                      </a:cxn>
                      <a:cxn ang="0">
                        <a:pos x="connsiteX3883" y="connsiteY3883"/>
                      </a:cxn>
                      <a:cxn ang="0">
                        <a:pos x="connsiteX3884" y="connsiteY3884"/>
                      </a:cxn>
                      <a:cxn ang="0">
                        <a:pos x="connsiteX3885" y="connsiteY3885"/>
                      </a:cxn>
                      <a:cxn ang="0">
                        <a:pos x="connsiteX3886" y="connsiteY3886"/>
                      </a:cxn>
                      <a:cxn ang="0">
                        <a:pos x="connsiteX3887" y="connsiteY3887"/>
                      </a:cxn>
                      <a:cxn ang="0">
                        <a:pos x="connsiteX3888" y="connsiteY3888"/>
                      </a:cxn>
                      <a:cxn ang="0">
                        <a:pos x="connsiteX3889" y="connsiteY3889"/>
                      </a:cxn>
                      <a:cxn ang="0">
                        <a:pos x="connsiteX3890" y="connsiteY3890"/>
                      </a:cxn>
                      <a:cxn ang="0">
                        <a:pos x="connsiteX3891" y="connsiteY3891"/>
                      </a:cxn>
                      <a:cxn ang="0">
                        <a:pos x="connsiteX3892" y="connsiteY3892"/>
                      </a:cxn>
                      <a:cxn ang="0">
                        <a:pos x="connsiteX3893" y="connsiteY3893"/>
                      </a:cxn>
                      <a:cxn ang="0">
                        <a:pos x="connsiteX3894" y="connsiteY3894"/>
                      </a:cxn>
                      <a:cxn ang="0">
                        <a:pos x="connsiteX3895" y="connsiteY3895"/>
                      </a:cxn>
                      <a:cxn ang="0">
                        <a:pos x="connsiteX3896" y="connsiteY3896"/>
                      </a:cxn>
                      <a:cxn ang="0">
                        <a:pos x="connsiteX3897" y="connsiteY3897"/>
                      </a:cxn>
                      <a:cxn ang="0">
                        <a:pos x="connsiteX3898" y="connsiteY3898"/>
                      </a:cxn>
                      <a:cxn ang="0">
                        <a:pos x="connsiteX3899" y="connsiteY3899"/>
                      </a:cxn>
                      <a:cxn ang="0">
                        <a:pos x="connsiteX3900" y="connsiteY3900"/>
                      </a:cxn>
                      <a:cxn ang="0">
                        <a:pos x="connsiteX3901" y="connsiteY3901"/>
                      </a:cxn>
                      <a:cxn ang="0">
                        <a:pos x="connsiteX3902" y="connsiteY3902"/>
                      </a:cxn>
                      <a:cxn ang="0">
                        <a:pos x="connsiteX3903" y="connsiteY3903"/>
                      </a:cxn>
                      <a:cxn ang="0">
                        <a:pos x="connsiteX3904" y="connsiteY3904"/>
                      </a:cxn>
                      <a:cxn ang="0">
                        <a:pos x="connsiteX3905" y="connsiteY3905"/>
                      </a:cxn>
                      <a:cxn ang="0">
                        <a:pos x="connsiteX3906" y="connsiteY3906"/>
                      </a:cxn>
                      <a:cxn ang="0">
                        <a:pos x="connsiteX3907" y="connsiteY3907"/>
                      </a:cxn>
                      <a:cxn ang="0">
                        <a:pos x="connsiteX3908" y="connsiteY3908"/>
                      </a:cxn>
                      <a:cxn ang="0">
                        <a:pos x="connsiteX3909" y="connsiteY3909"/>
                      </a:cxn>
                      <a:cxn ang="0">
                        <a:pos x="connsiteX3910" y="connsiteY3910"/>
                      </a:cxn>
                      <a:cxn ang="0">
                        <a:pos x="connsiteX3911" y="connsiteY3911"/>
                      </a:cxn>
                      <a:cxn ang="0">
                        <a:pos x="connsiteX3912" y="connsiteY3912"/>
                      </a:cxn>
                      <a:cxn ang="0">
                        <a:pos x="connsiteX3913" y="connsiteY3913"/>
                      </a:cxn>
                      <a:cxn ang="0">
                        <a:pos x="connsiteX3914" y="connsiteY3914"/>
                      </a:cxn>
                      <a:cxn ang="0">
                        <a:pos x="connsiteX3915" y="connsiteY3915"/>
                      </a:cxn>
                      <a:cxn ang="0">
                        <a:pos x="connsiteX3916" y="connsiteY3916"/>
                      </a:cxn>
                      <a:cxn ang="0">
                        <a:pos x="connsiteX3917" y="connsiteY3917"/>
                      </a:cxn>
                      <a:cxn ang="0">
                        <a:pos x="connsiteX3918" y="connsiteY3918"/>
                      </a:cxn>
                      <a:cxn ang="0">
                        <a:pos x="connsiteX3919" y="connsiteY3919"/>
                      </a:cxn>
                      <a:cxn ang="0">
                        <a:pos x="connsiteX3920" y="connsiteY3920"/>
                      </a:cxn>
                      <a:cxn ang="0">
                        <a:pos x="connsiteX3921" y="connsiteY3921"/>
                      </a:cxn>
                      <a:cxn ang="0">
                        <a:pos x="connsiteX3922" y="connsiteY3922"/>
                      </a:cxn>
                      <a:cxn ang="0">
                        <a:pos x="connsiteX3923" y="connsiteY3923"/>
                      </a:cxn>
                      <a:cxn ang="0">
                        <a:pos x="connsiteX3924" y="connsiteY3924"/>
                      </a:cxn>
                      <a:cxn ang="0">
                        <a:pos x="connsiteX3925" y="connsiteY3925"/>
                      </a:cxn>
                      <a:cxn ang="0">
                        <a:pos x="connsiteX3926" y="connsiteY3926"/>
                      </a:cxn>
                      <a:cxn ang="0">
                        <a:pos x="connsiteX3927" y="connsiteY3927"/>
                      </a:cxn>
                      <a:cxn ang="0">
                        <a:pos x="connsiteX3928" y="connsiteY3928"/>
                      </a:cxn>
                      <a:cxn ang="0">
                        <a:pos x="connsiteX3929" y="connsiteY3929"/>
                      </a:cxn>
                      <a:cxn ang="0">
                        <a:pos x="connsiteX3930" y="connsiteY3930"/>
                      </a:cxn>
                      <a:cxn ang="0">
                        <a:pos x="connsiteX3931" y="connsiteY3931"/>
                      </a:cxn>
                      <a:cxn ang="0">
                        <a:pos x="connsiteX3932" y="connsiteY3932"/>
                      </a:cxn>
                      <a:cxn ang="0">
                        <a:pos x="connsiteX3933" y="connsiteY3933"/>
                      </a:cxn>
                      <a:cxn ang="0">
                        <a:pos x="connsiteX3934" y="connsiteY3934"/>
                      </a:cxn>
                      <a:cxn ang="0">
                        <a:pos x="connsiteX3935" y="connsiteY3935"/>
                      </a:cxn>
                      <a:cxn ang="0">
                        <a:pos x="connsiteX3936" y="connsiteY3936"/>
                      </a:cxn>
                      <a:cxn ang="0">
                        <a:pos x="connsiteX3937" y="connsiteY3937"/>
                      </a:cxn>
                      <a:cxn ang="0">
                        <a:pos x="connsiteX3938" y="connsiteY3938"/>
                      </a:cxn>
                      <a:cxn ang="0">
                        <a:pos x="connsiteX3939" y="connsiteY3939"/>
                      </a:cxn>
                      <a:cxn ang="0">
                        <a:pos x="connsiteX3940" y="connsiteY3940"/>
                      </a:cxn>
                      <a:cxn ang="0">
                        <a:pos x="connsiteX3941" y="connsiteY3941"/>
                      </a:cxn>
                      <a:cxn ang="0">
                        <a:pos x="connsiteX3942" y="connsiteY3942"/>
                      </a:cxn>
                      <a:cxn ang="0">
                        <a:pos x="connsiteX3943" y="connsiteY3943"/>
                      </a:cxn>
                      <a:cxn ang="0">
                        <a:pos x="connsiteX3944" y="connsiteY3944"/>
                      </a:cxn>
                      <a:cxn ang="0">
                        <a:pos x="connsiteX3945" y="connsiteY3945"/>
                      </a:cxn>
                      <a:cxn ang="0">
                        <a:pos x="connsiteX3946" y="connsiteY3946"/>
                      </a:cxn>
                      <a:cxn ang="0">
                        <a:pos x="connsiteX3947" y="connsiteY3947"/>
                      </a:cxn>
                      <a:cxn ang="0">
                        <a:pos x="connsiteX3948" y="connsiteY3948"/>
                      </a:cxn>
                      <a:cxn ang="0">
                        <a:pos x="connsiteX3949" y="connsiteY3949"/>
                      </a:cxn>
                      <a:cxn ang="0">
                        <a:pos x="connsiteX3950" y="connsiteY3950"/>
                      </a:cxn>
                      <a:cxn ang="0">
                        <a:pos x="connsiteX3951" y="connsiteY3951"/>
                      </a:cxn>
                      <a:cxn ang="0">
                        <a:pos x="connsiteX3952" y="connsiteY3952"/>
                      </a:cxn>
                      <a:cxn ang="0">
                        <a:pos x="connsiteX3953" y="connsiteY3953"/>
                      </a:cxn>
                      <a:cxn ang="0">
                        <a:pos x="connsiteX3954" y="connsiteY3954"/>
                      </a:cxn>
                      <a:cxn ang="0">
                        <a:pos x="connsiteX3955" y="connsiteY3955"/>
                      </a:cxn>
                      <a:cxn ang="0">
                        <a:pos x="connsiteX3956" y="connsiteY3956"/>
                      </a:cxn>
                      <a:cxn ang="0">
                        <a:pos x="connsiteX3957" y="connsiteY3957"/>
                      </a:cxn>
                      <a:cxn ang="0">
                        <a:pos x="connsiteX3958" y="connsiteY3958"/>
                      </a:cxn>
                      <a:cxn ang="0">
                        <a:pos x="connsiteX3959" y="connsiteY3959"/>
                      </a:cxn>
                      <a:cxn ang="0">
                        <a:pos x="connsiteX3960" y="connsiteY3960"/>
                      </a:cxn>
                      <a:cxn ang="0">
                        <a:pos x="connsiteX3961" y="connsiteY3961"/>
                      </a:cxn>
                      <a:cxn ang="0">
                        <a:pos x="connsiteX3962" y="connsiteY3962"/>
                      </a:cxn>
                      <a:cxn ang="0">
                        <a:pos x="connsiteX3963" y="connsiteY3963"/>
                      </a:cxn>
                      <a:cxn ang="0">
                        <a:pos x="connsiteX3964" y="connsiteY3964"/>
                      </a:cxn>
                      <a:cxn ang="0">
                        <a:pos x="connsiteX3965" y="connsiteY3965"/>
                      </a:cxn>
                      <a:cxn ang="0">
                        <a:pos x="connsiteX3966" y="connsiteY3966"/>
                      </a:cxn>
                      <a:cxn ang="0">
                        <a:pos x="connsiteX3967" y="connsiteY3967"/>
                      </a:cxn>
                      <a:cxn ang="0">
                        <a:pos x="connsiteX3968" y="connsiteY3968"/>
                      </a:cxn>
                      <a:cxn ang="0">
                        <a:pos x="connsiteX3969" y="connsiteY3969"/>
                      </a:cxn>
                      <a:cxn ang="0">
                        <a:pos x="connsiteX3970" y="connsiteY3970"/>
                      </a:cxn>
                      <a:cxn ang="0">
                        <a:pos x="connsiteX3971" y="connsiteY3971"/>
                      </a:cxn>
                      <a:cxn ang="0">
                        <a:pos x="connsiteX3972" y="connsiteY3972"/>
                      </a:cxn>
                      <a:cxn ang="0">
                        <a:pos x="connsiteX3973" y="connsiteY3973"/>
                      </a:cxn>
                      <a:cxn ang="0">
                        <a:pos x="connsiteX3974" y="connsiteY3974"/>
                      </a:cxn>
                      <a:cxn ang="0">
                        <a:pos x="connsiteX3975" y="connsiteY3975"/>
                      </a:cxn>
                      <a:cxn ang="0">
                        <a:pos x="connsiteX3976" y="connsiteY3976"/>
                      </a:cxn>
                      <a:cxn ang="0">
                        <a:pos x="connsiteX3977" y="connsiteY3977"/>
                      </a:cxn>
                      <a:cxn ang="0">
                        <a:pos x="connsiteX3978" y="connsiteY3978"/>
                      </a:cxn>
                      <a:cxn ang="0">
                        <a:pos x="connsiteX3979" y="connsiteY3979"/>
                      </a:cxn>
                      <a:cxn ang="0">
                        <a:pos x="connsiteX3980" y="connsiteY3980"/>
                      </a:cxn>
                      <a:cxn ang="0">
                        <a:pos x="connsiteX3981" y="connsiteY3981"/>
                      </a:cxn>
                      <a:cxn ang="0">
                        <a:pos x="connsiteX3982" y="connsiteY3982"/>
                      </a:cxn>
                      <a:cxn ang="0">
                        <a:pos x="connsiteX3983" y="connsiteY3983"/>
                      </a:cxn>
                      <a:cxn ang="0">
                        <a:pos x="connsiteX3984" y="connsiteY3984"/>
                      </a:cxn>
                      <a:cxn ang="0">
                        <a:pos x="connsiteX3985" y="connsiteY3985"/>
                      </a:cxn>
                      <a:cxn ang="0">
                        <a:pos x="connsiteX3986" y="connsiteY3986"/>
                      </a:cxn>
                      <a:cxn ang="0">
                        <a:pos x="connsiteX3987" y="connsiteY3987"/>
                      </a:cxn>
                      <a:cxn ang="0">
                        <a:pos x="connsiteX3988" y="connsiteY3988"/>
                      </a:cxn>
                      <a:cxn ang="0">
                        <a:pos x="connsiteX3989" y="connsiteY3989"/>
                      </a:cxn>
                      <a:cxn ang="0">
                        <a:pos x="connsiteX3990" y="connsiteY3990"/>
                      </a:cxn>
                      <a:cxn ang="0">
                        <a:pos x="connsiteX3991" y="connsiteY3991"/>
                      </a:cxn>
                      <a:cxn ang="0">
                        <a:pos x="connsiteX3992" y="connsiteY3992"/>
                      </a:cxn>
                      <a:cxn ang="0">
                        <a:pos x="connsiteX3993" y="connsiteY3993"/>
                      </a:cxn>
                      <a:cxn ang="0">
                        <a:pos x="connsiteX3994" y="connsiteY3994"/>
                      </a:cxn>
                      <a:cxn ang="0">
                        <a:pos x="connsiteX3995" y="connsiteY3995"/>
                      </a:cxn>
                      <a:cxn ang="0">
                        <a:pos x="connsiteX3996" y="connsiteY3996"/>
                      </a:cxn>
                      <a:cxn ang="0">
                        <a:pos x="connsiteX3997" y="connsiteY3997"/>
                      </a:cxn>
                      <a:cxn ang="0">
                        <a:pos x="connsiteX3998" y="connsiteY3998"/>
                      </a:cxn>
                      <a:cxn ang="0">
                        <a:pos x="connsiteX3999" y="connsiteY3999"/>
                      </a:cxn>
                      <a:cxn ang="0">
                        <a:pos x="connsiteX4000" y="connsiteY4000"/>
                      </a:cxn>
                      <a:cxn ang="0">
                        <a:pos x="connsiteX4001" y="connsiteY4001"/>
                      </a:cxn>
                      <a:cxn ang="0">
                        <a:pos x="connsiteX4002" y="connsiteY4002"/>
                      </a:cxn>
                      <a:cxn ang="0">
                        <a:pos x="connsiteX4003" y="connsiteY4003"/>
                      </a:cxn>
                      <a:cxn ang="0">
                        <a:pos x="connsiteX4004" y="connsiteY4004"/>
                      </a:cxn>
                      <a:cxn ang="0">
                        <a:pos x="connsiteX4005" y="connsiteY4005"/>
                      </a:cxn>
                      <a:cxn ang="0">
                        <a:pos x="connsiteX4006" y="connsiteY4006"/>
                      </a:cxn>
                      <a:cxn ang="0">
                        <a:pos x="connsiteX4007" y="connsiteY4007"/>
                      </a:cxn>
                      <a:cxn ang="0">
                        <a:pos x="connsiteX4008" y="connsiteY4008"/>
                      </a:cxn>
                      <a:cxn ang="0">
                        <a:pos x="connsiteX4009" y="connsiteY4009"/>
                      </a:cxn>
                      <a:cxn ang="0">
                        <a:pos x="connsiteX4010" y="connsiteY4010"/>
                      </a:cxn>
                      <a:cxn ang="0">
                        <a:pos x="connsiteX4011" y="connsiteY4011"/>
                      </a:cxn>
                      <a:cxn ang="0">
                        <a:pos x="connsiteX4012" y="connsiteY4012"/>
                      </a:cxn>
                      <a:cxn ang="0">
                        <a:pos x="connsiteX4013" y="connsiteY4013"/>
                      </a:cxn>
                      <a:cxn ang="0">
                        <a:pos x="connsiteX4014" y="connsiteY4014"/>
                      </a:cxn>
                      <a:cxn ang="0">
                        <a:pos x="connsiteX4015" y="connsiteY4015"/>
                      </a:cxn>
                      <a:cxn ang="0">
                        <a:pos x="connsiteX4016" y="connsiteY4016"/>
                      </a:cxn>
                      <a:cxn ang="0">
                        <a:pos x="connsiteX4017" y="connsiteY4017"/>
                      </a:cxn>
                      <a:cxn ang="0">
                        <a:pos x="connsiteX4018" y="connsiteY4018"/>
                      </a:cxn>
                      <a:cxn ang="0">
                        <a:pos x="connsiteX4019" y="connsiteY4019"/>
                      </a:cxn>
                      <a:cxn ang="0">
                        <a:pos x="connsiteX4020" y="connsiteY4020"/>
                      </a:cxn>
                      <a:cxn ang="0">
                        <a:pos x="connsiteX4021" y="connsiteY4021"/>
                      </a:cxn>
                      <a:cxn ang="0">
                        <a:pos x="connsiteX4022" y="connsiteY4022"/>
                      </a:cxn>
                      <a:cxn ang="0">
                        <a:pos x="connsiteX4023" y="connsiteY4023"/>
                      </a:cxn>
                      <a:cxn ang="0">
                        <a:pos x="connsiteX4024" y="connsiteY4024"/>
                      </a:cxn>
                      <a:cxn ang="0">
                        <a:pos x="connsiteX4025" y="connsiteY4025"/>
                      </a:cxn>
                      <a:cxn ang="0">
                        <a:pos x="connsiteX4026" y="connsiteY4026"/>
                      </a:cxn>
                      <a:cxn ang="0">
                        <a:pos x="connsiteX4027" y="connsiteY4027"/>
                      </a:cxn>
                      <a:cxn ang="0">
                        <a:pos x="connsiteX4028" y="connsiteY4028"/>
                      </a:cxn>
                      <a:cxn ang="0">
                        <a:pos x="connsiteX4029" y="connsiteY4029"/>
                      </a:cxn>
                      <a:cxn ang="0">
                        <a:pos x="connsiteX4030" y="connsiteY4030"/>
                      </a:cxn>
                      <a:cxn ang="0">
                        <a:pos x="connsiteX4031" y="connsiteY4031"/>
                      </a:cxn>
                      <a:cxn ang="0">
                        <a:pos x="connsiteX4032" y="connsiteY4032"/>
                      </a:cxn>
                      <a:cxn ang="0">
                        <a:pos x="connsiteX4033" y="connsiteY4033"/>
                      </a:cxn>
                      <a:cxn ang="0">
                        <a:pos x="connsiteX4034" y="connsiteY4034"/>
                      </a:cxn>
                      <a:cxn ang="0">
                        <a:pos x="connsiteX4035" y="connsiteY4035"/>
                      </a:cxn>
                      <a:cxn ang="0">
                        <a:pos x="connsiteX4036" y="connsiteY4036"/>
                      </a:cxn>
                      <a:cxn ang="0">
                        <a:pos x="connsiteX4037" y="connsiteY4037"/>
                      </a:cxn>
                      <a:cxn ang="0">
                        <a:pos x="connsiteX4038" y="connsiteY4038"/>
                      </a:cxn>
                      <a:cxn ang="0">
                        <a:pos x="connsiteX4039" y="connsiteY4039"/>
                      </a:cxn>
                      <a:cxn ang="0">
                        <a:pos x="connsiteX4040" y="connsiteY4040"/>
                      </a:cxn>
                      <a:cxn ang="0">
                        <a:pos x="connsiteX4041" y="connsiteY4041"/>
                      </a:cxn>
                      <a:cxn ang="0">
                        <a:pos x="connsiteX4042" y="connsiteY4042"/>
                      </a:cxn>
                      <a:cxn ang="0">
                        <a:pos x="connsiteX4043" y="connsiteY4043"/>
                      </a:cxn>
                      <a:cxn ang="0">
                        <a:pos x="connsiteX4044" y="connsiteY4044"/>
                      </a:cxn>
                      <a:cxn ang="0">
                        <a:pos x="connsiteX4045" y="connsiteY4045"/>
                      </a:cxn>
                      <a:cxn ang="0">
                        <a:pos x="connsiteX4046" y="connsiteY4046"/>
                      </a:cxn>
                      <a:cxn ang="0">
                        <a:pos x="connsiteX4047" y="connsiteY4047"/>
                      </a:cxn>
                      <a:cxn ang="0">
                        <a:pos x="connsiteX4048" y="connsiteY4048"/>
                      </a:cxn>
                      <a:cxn ang="0">
                        <a:pos x="connsiteX4049" y="connsiteY4049"/>
                      </a:cxn>
                      <a:cxn ang="0">
                        <a:pos x="connsiteX4050" y="connsiteY4050"/>
                      </a:cxn>
                      <a:cxn ang="0">
                        <a:pos x="connsiteX4051" y="connsiteY4051"/>
                      </a:cxn>
                      <a:cxn ang="0">
                        <a:pos x="connsiteX4052" y="connsiteY4052"/>
                      </a:cxn>
                      <a:cxn ang="0">
                        <a:pos x="connsiteX4053" y="connsiteY4053"/>
                      </a:cxn>
                      <a:cxn ang="0">
                        <a:pos x="connsiteX4054" y="connsiteY4054"/>
                      </a:cxn>
                      <a:cxn ang="0">
                        <a:pos x="connsiteX4055" y="connsiteY4055"/>
                      </a:cxn>
                      <a:cxn ang="0">
                        <a:pos x="connsiteX4056" y="connsiteY4056"/>
                      </a:cxn>
                      <a:cxn ang="0">
                        <a:pos x="connsiteX4057" y="connsiteY4057"/>
                      </a:cxn>
                      <a:cxn ang="0">
                        <a:pos x="connsiteX4058" y="connsiteY4058"/>
                      </a:cxn>
                      <a:cxn ang="0">
                        <a:pos x="connsiteX4059" y="connsiteY4059"/>
                      </a:cxn>
                      <a:cxn ang="0">
                        <a:pos x="connsiteX4060" y="connsiteY4060"/>
                      </a:cxn>
                      <a:cxn ang="0">
                        <a:pos x="connsiteX4061" y="connsiteY4061"/>
                      </a:cxn>
                      <a:cxn ang="0">
                        <a:pos x="connsiteX4062" y="connsiteY4062"/>
                      </a:cxn>
                      <a:cxn ang="0">
                        <a:pos x="connsiteX4063" y="connsiteY4063"/>
                      </a:cxn>
                      <a:cxn ang="0">
                        <a:pos x="connsiteX4064" y="connsiteY4064"/>
                      </a:cxn>
                      <a:cxn ang="0">
                        <a:pos x="connsiteX4065" y="connsiteY4065"/>
                      </a:cxn>
                      <a:cxn ang="0">
                        <a:pos x="connsiteX4066" y="connsiteY4066"/>
                      </a:cxn>
                      <a:cxn ang="0">
                        <a:pos x="connsiteX4067" y="connsiteY4067"/>
                      </a:cxn>
                      <a:cxn ang="0">
                        <a:pos x="connsiteX4068" y="connsiteY4068"/>
                      </a:cxn>
                      <a:cxn ang="0">
                        <a:pos x="connsiteX4069" y="connsiteY4069"/>
                      </a:cxn>
                      <a:cxn ang="0">
                        <a:pos x="connsiteX4070" y="connsiteY4070"/>
                      </a:cxn>
                      <a:cxn ang="0">
                        <a:pos x="connsiteX4071" y="connsiteY4071"/>
                      </a:cxn>
                      <a:cxn ang="0">
                        <a:pos x="connsiteX4072" y="connsiteY4072"/>
                      </a:cxn>
                      <a:cxn ang="0">
                        <a:pos x="connsiteX4073" y="connsiteY4073"/>
                      </a:cxn>
                      <a:cxn ang="0">
                        <a:pos x="connsiteX4074" y="connsiteY4074"/>
                      </a:cxn>
                      <a:cxn ang="0">
                        <a:pos x="connsiteX4075" y="connsiteY4075"/>
                      </a:cxn>
                      <a:cxn ang="0">
                        <a:pos x="connsiteX4076" y="connsiteY4076"/>
                      </a:cxn>
                      <a:cxn ang="0">
                        <a:pos x="connsiteX4077" y="connsiteY4077"/>
                      </a:cxn>
                      <a:cxn ang="0">
                        <a:pos x="connsiteX4078" y="connsiteY4078"/>
                      </a:cxn>
                      <a:cxn ang="0">
                        <a:pos x="connsiteX4079" y="connsiteY4079"/>
                      </a:cxn>
                      <a:cxn ang="0">
                        <a:pos x="connsiteX4080" y="connsiteY4080"/>
                      </a:cxn>
                      <a:cxn ang="0">
                        <a:pos x="connsiteX4081" y="connsiteY4081"/>
                      </a:cxn>
                      <a:cxn ang="0">
                        <a:pos x="connsiteX4082" y="connsiteY4082"/>
                      </a:cxn>
                      <a:cxn ang="0">
                        <a:pos x="connsiteX4083" y="connsiteY4083"/>
                      </a:cxn>
                      <a:cxn ang="0">
                        <a:pos x="connsiteX4084" y="connsiteY4084"/>
                      </a:cxn>
                      <a:cxn ang="0">
                        <a:pos x="connsiteX4085" y="connsiteY4085"/>
                      </a:cxn>
                      <a:cxn ang="0">
                        <a:pos x="connsiteX4086" y="connsiteY4086"/>
                      </a:cxn>
                      <a:cxn ang="0">
                        <a:pos x="connsiteX4087" y="connsiteY4087"/>
                      </a:cxn>
                      <a:cxn ang="0">
                        <a:pos x="connsiteX4088" y="connsiteY4088"/>
                      </a:cxn>
                      <a:cxn ang="0">
                        <a:pos x="connsiteX4089" y="connsiteY4089"/>
                      </a:cxn>
                      <a:cxn ang="0">
                        <a:pos x="connsiteX4090" y="connsiteY4090"/>
                      </a:cxn>
                      <a:cxn ang="0">
                        <a:pos x="connsiteX4091" y="connsiteY4091"/>
                      </a:cxn>
                      <a:cxn ang="0">
                        <a:pos x="connsiteX4092" y="connsiteY4092"/>
                      </a:cxn>
                      <a:cxn ang="0">
                        <a:pos x="connsiteX4093" y="connsiteY4093"/>
                      </a:cxn>
                      <a:cxn ang="0">
                        <a:pos x="connsiteX4094" y="connsiteY4094"/>
                      </a:cxn>
                      <a:cxn ang="0">
                        <a:pos x="connsiteX4095" y="connsiteY4095"/>
                      </a:cxn>
                      <a:cxn ang="0">
                        <a:pos x="connsiteX4096" y="connsiteY4096"/>
                      </a:cxn>
                      <a:cxn ang="0">
                        <a:pos x="connsiteX4097" y="connsiteY4097"/>
                      </a:cxn>
                      <a:cxn ang="0">
                        <a:pos x="connsiteX4098" y="connsiteY4098"/>
                      </a:cxn>
                      <a:cxn ang="0">
                        <a:pos x="connsiteX4099" y="connsiteY4099"/>
                      </a:cxn>
                      <a:cxn ang="0">
                        <a:pos x="connsiteX4100" y="connsiteY4100"/>
                      </a:cxn>
                      <a:cxn ang="0">
                        <a:pos x="connsiteX4101" y="connsiteY4101"/>
                      </a:cxn>
                      <a:cxn ang="0">
                        <a:pos x="connsiteX4102" y="connsiteY4102"/>
                      </a:cxn>
                      <a:cxn ang="0">
                        <a:pos x="connsiteX4103" y="connsiteY4103"/>
                      </a:cxn>
                      <a:cxn ang="0">
                        <a:pos x="connsiteX4104" y="connsiteY4104"/>
                      </a:cxn>
                      <a:cxn ang="0">
                        <a:pos x="connsiteX4105" y="connsiteY4105"/>
                      </a:cxn>
                      <a:cxn ang="0">
                        <a:pos x="connsiteX4106" y="connsiteY4106"/>
                      </a:cxn>
                      <a:cxn ang="0">
                        <a:pos x="connsiteX4107" y="connsiteY4107"/>
                      </a:cxn>
                      <a:cxn ang="0">
                        <a:pos x="connsiteX4108" y="connsiteY4108"/>
                      </a:cxn>
                      <a:cxn ang="0">
                        <a:pos x="connsiteX4109" y="connsiteY4109"/>
                      </a:cxn>
                      <a:cxn ang="0">
                        <a:pos x="connsiteX4110" y="connsiteY4110"/>
                      </a:cxn>
                      <a:cxn ang="0">
                        <a:pos x="connsiteX4111" y="connsiteY4111"/>
                      </a:cxn>
                      <a:cxn ang="0">
                        <a:pos x="connsiteX4112" y="connsiteY4112"/>
                      </a:cxn>
                      <a:cxn ang="0">
                        <a:pos x="connsiteX4113" y="connsiteY4113"/>
                      </a:cxn>
                      <a:cxn ang="0">
                        <a:pos x="connsiteX4114" y="connsiteY4114"/>
                      </a:cxn>
                      <a:cxn ang="0">
                        <a:pos x="connsiteX4115" y="connsiteY4115"/>
                      </a:cxn>
                      <a:cxn ang="0">
                        <a:pos x="connsiteX4116" y="connsiteY4116"/>
                      </a:cxn>
                      <a:cxn ang="0">
                        <a:pos x="connsiteX4117" y="connsiteY4117"/>
                      </a:cxn>
                      <a:cxn ang="0">
                        <a:pos x="connsiteX4118" y="connsiteY4118"/>
                      </a:cxn>
                      <a:cxn ang="0">
                        <a:pos x="connsiteX4119" y="connsiteY4119"/>
                      </a:cxn>
                      <a:cxn ang="0">
                        <a:pos x="connsiteX4120" y="connsiteY4120"/>
                      </a:cxn>
                      <a:cxn ang="0">
                        <a:pos x="connsiteX4121" y="connsiteY4121"/>
                      </a:cxn>
                      <a:cxn ang="0">
                        <a:pos x="connsiteX4122" y="connsiteY4122"/>
                      </a:cxn>
                      <a:cxn ang="0">
                        <a:pos x="connsiteX4123" y="connsiteY4123"/>
                      </a:cxn>
                      <a:cxn ang="0">
                        <a:pos x="connsiteX4124" y="connsiteY4124"/>
                      </a:cxn>
                      <a:cxn ang="0">
                        <a:pos x="connsiteX4125" y="connsiteY4125"/>
                      </a:cxn>
                      <a:cxn ang="0">
                        <a:pos x="connsiteX4126" y="connsiteY4126"/>
                      </a:cxn>
                      <a:cxn ang="0">
                        <a:pos x="connsiteX4127" y="connsiteY4127"/>
                      </a:cxn>
                      <a:cxn ang="0">
                        <a:pos x="connsiteX4128" y="connsiteY4128"/>
                      </a:cxn>
                      <a:cxn ang="0">
                        <a:pos x="connsiteX4129" y="connsiteY4129"/>
                      </a:cxn>
                      <a:cxn ang="0">
                        <a:pos x="connsiteX4130" y="connsiteY4130"/>
                      </a:cxn>
                      <a:cxn ang="0">
                        <a:pos x="connsiteX4131" y="connsiteY4131"/>
                      </a:cxn>
                      <a:cxn ang="0">
                        <a:pos x="connsiteX4132" y="connsiteY4132"/>
                      </a:cxn>
                      <a:cxn ang="0">
                        <a:pos x="connsiteX4133" y="connsiteY4133"/>
                      </a:cxn>
                      <a:cxn ang="0">
                        <a:pos x="connsiteX4134" y="connsiteY4134"/>
                      </a:cxn>
                      <a:cxn ang="0">
                        <a:pos x="connsiteX4135" y="connsiteY4135"/>
                      </a:cxn>
                      <a:cxn ang="0">
                        <a:pos x="connsiteX4136" y="connsiteY4136"/>
                      </a:cxn>
                      <a:cxn ang="0">
                        <a:pos x="connsiteX4137" y="connsiteY4137"/>
                      </a:cxn>
                      <a:cxn ang="0">
                        <a:pos x="connsiteX4138" y="connsiteY4138"/>
                      </a:cxn>
                      <a:cxn ang="0">
                        <a:pos x="connsiteX4139" y="connsiteY4139"/>
                      </a:cxn>
                      <a:cxn ang="0">
                        <a:pos x="connsiteX4140" y="connsiteY4140"/>
                      </a:cxn>
                      <a:cxn ang="0">
                        <a:pos x="connsiteX4141" y="connsiteY4141"/>
                      </a:cxn>
                      <a:cxn ang="0">
                        <a:pos x="connsiteX4142" y="connsiteY4142"/>
                      </a:cxn>
                      <a:cxn ang="0">
                        <a:pos x="connsiteX4143" y="connsiteY4143"/>
                      </a:cxn>
                      <a:cxn ang="0">
                        <a:pos x="connsiteX4144" y="connsiteY4144"/>
                      </a:cxn>
                      <a:cxn ang="0">
                        <a:pos x="connsiteX4145" y="connsiteY4145"/>
                      </a:cxn>
                      <a:cxn ang="0">
                        <a:pos x="connsiteX4146" y="connsiteY4146"/>
                      </a:cxn>
                      <a:cxn ang="0">
                        <a:pos x="connsiteX4147" y="connsiteY4147"/>
                      </a:cxn>
                      <a:cxn ang="0">
                        <a:pos x="connsiteX4148" y="connsiteY4148"/>
                      </a:cxn>
                      <a:cxn ang="0">
                        <a:pos x="connsiteX4149" y="connsiteY4149"/>
                      </a:cxn>
                      <a:cxn ang="0">
                        <a:pos x="connsiteX4150" y="connsiteY4150"/>
                      </a:cxn>
                      <a:cxn ang="0">
                        <a:pos x="connsiteX4151" y="connsiteY4151"/>
                      </a:cxn>
                      <a:cxn ang="0">
                        <a:pos x="connsiteX4152" y="connsiteY4152"/>
                      </a:cxn>
                      <a:cxn ang="0">
                        <a:pos x="connsiteX4153" y="connsiteY4153"/>
                      </a:cxn>
                      <a:cxn ang="0">
                        <a:pos x="connsiteX4154" y="connsiteY4154"/>
                      </a:cxn>
                      <a:cxn ang="0">
                        <a:pos x="connsiteX4155" y="connsiteY4155"/>
                      </a:cxn>
                      <a:cxn ang="0">
                        <a:pos x="connsiteX4156" y="connsiteY4156"/>
                      </a:cxn>
                      <a:cxn ang="0">
                        <a:pos x="connsiteX4157" y="connsiteY4157"/>
                      </a:cxn>
                      <a:cxn ang="0">
                        <a:pos x="connsiteX4158" y="connsiteY4158"/>
                      </a:cxn>
                      <a:cxn ang="0">
                        <a:pos x="connsiteX4159" y="connsiteY4159"/>
                      </a:cxn>
                      <a:cxn ang="0">
                        <a:pos x="connsiteX4160" y="connsiteY4160"/>
                      </a:cxn>
                      <a:cxn ang="0">
                        <a:pos x="connsiteX4161" y="connsiteY4161"/>
                      </a:cxn>
                      <a:cxn ang="0">
                        <a:pos x="connsiteX4162" y="connsiteY4162"/>
                      </a:cxn>
                      <a:cxn ang="0">
                        <a:pos x="connsiteX4163" y="connsiteY4163"/>
                      </a:cxn>
                      <a:cxn ang="0">
                        <a:pos x="connsiteX4164" y="connsiteY4164"/>
                      </a:cxn>
                      <a:cxn ang="0">
                        <a:pos x="connsiteX4165" y="connsiteY4165"/>
                      </a:cxn>
                      <a:cxn ang="0">
                        <a:pos x="connsiteX4166" y="connsiteY4166"/>
                      </a:cxn>
                      <a:cxn ang="0">
                        <a:pos x="connsiteX4167" y="connsiteY4167"/>
                      </a:cxn>
                      <a:cxn ang="0">
                        <a:pos x="connsiteX4168" y="connsiteY4168"/>
                      </a:cxn>
                      <a:cxn ang="0">
                        <a:pos x="connsiteX4169" y="connsiteY4169"/>
                      </a:cxn>
                      <a:cxn ang="0">
                        <a:pos x="connsiteX4170" y="connsiteY4170"/>
                      </a:cxn>
                      <a:cxn ang="0">
                        <a:pos x="connsiteX4171" y="connsiteY4171"/>
                      </a:cxn>
                      <a:cxn ang="0">
                        <a:pos x="connsiteX4172" y="connsiteY4172"/>
                      </a:cxn>
                      <a:cxn ang="0">
                        <a:pos x="connsiteX4173" y="connsiteY4173"/>
                      </a:cxn>
                      <a:cxn ang="0">
                        <a:pos x="connsiteX4174" y="connsiteY4174"/>
                      </a:cxn>
                      <a:cxn ang="0">
                        <a:pos x="connsiteX4175" y="connsiteY4175"/>
                      </a:cxn>
                      <a:cxn ang="0">
                        <a:pos x="connsiteX4176" y="connsiteY4176"/>
                      </a:cxn>
                      <a:cxn ang="0">
                        <a:pos x="connsiteX4177" y="connsiteY4177"/>
                      </a:cxn>
                      <a:cxn ang="0">
                        <a:pos x="connsiteX4178" y="connsiteY4178"/>
                      </a:cxn>
                      <a:cxn ang="0">
                        <a:pos x="connsiteX4179" y="connsiteY4179"/>
                      </a:cxn>
                      <a:cxn ang="0">
                        <a:pos x="connsiteX4180" y="connsiteY4180"/>
                      </a:cxn>
                      <a:cxn ang="0">
                        <a:pos x="connsiteX4181" y="connsiteY4181"/>
                      </a:cxn>
                      <a:cxn ang="0">
                        <a:pos x="connsiteX4182" y="connsiteY4182"/>
                      </a:cxn>
                      <a:cxn ang="0">
                        <a:pos x="connsiteX4183" y="connsiteY4183"/>
                      </a:cxn>
                      <a:cxn ang="0">
                        <a:pos x="connsiteX4184" y="connsiteY4184"/>
                      </a:cxn>
                      <a:cxn ang="0">
                        <a:pos x="connsiteX4185" y="connsiteY4185"/>
                      </a:cxn>
                      <a:cxn ang="0">
                        <a:pos x="connsiteX4186" y="connsiteY4186"/>
                      </a:cxn>
                      <a:cxn ang="0">
                        <a:pos x="connsiteX4187" y="connsiteY4187"/>
                      </a:cxn>
                      <a:cxn ang="0">
                        <a:pos x="connsiteX4188" y="connsiteY4188"/>
                      </a:cxn>
                      <a:cxn ang="0">
                        <a:pos x="connsiteX4189" y="connsiteY4189"/>
                      </a:cxn>
                      <a:cxn ang="0">
                        <a:pos x="connsiteX4190" y="connsiteY4190"/>
                      </a:cxn>
                      <a:cxn ang="0">
                        <a:pos x="connsiteX4191" y="connsiteY4191"/>
                      </a:cxn>
                      <a:cxn ang="0">
                        <a:pos x="connsiteX4192" y="connsiteY4192"/>
                      </a:cxn>
                      <a:cxn ang="0">
                        <a:pos x="connsiteX4193" y="connsiteY4193"/>
                      </a:cxn>
                      <a:cxn ang="0">
                        <a:pos x="connsiteX4194" y="connsiteY4194"/>
                      </a:cxn>
                      <a:cxn ang="0">
                        <a:pos x="connsiteX4195" y="connsiteY4195"/>
                      </a:cxn>
                      <a:cxn ang="0">
                        <a:pos x="connsiteX4196" y="connsiteY4196"/>
                      </a:cxn>
                      <a:cxn ang="0">
                        <a:pos x="connsiteX4197" y="connsiteY4197"/>
                      </a:cxn>
                      <a:cxn ang="0">
                        <a:pos x="connsiteX4198" y="connsiteY4198"/>
                      </a:cxn>
                      <a:cxn ang="0">
                        <a:pos x="connsiteX4199" y="connsiteY4199"/>
                      </a:cxn>
                      <a:cxn ang="0">
                        <a:pos x="connsiteX4200" y="connsiteY4200"/>
                      </a:cxn>
                      <a:cxn ang="0">
                        <a:pos x="connsiteX4201" y="connsiteY4201"/>
                      </a:cxn>
                      <a:cxn ang="0">
                        <a:pos x="connsiteX4202" y="connsiteY4202"/>
                      </a:cxn>
                      <a:cxn ang="0">
                        <a:pos x="connsiteX4203" y="connsiteY4203"/>
                      </a:cxn>
                      <a:cxn ang="0">
                        <a:pos x="connsiteX4204" y="connsiteY4204"/>
                      </a:cxn>
                      <a:cxn ang="0">
                        <a:pos x="connsiteX4205" y="connsiteY4205"/>
                      </a:cxn>
                      <a:cxn ang="0">
                        <a:pos x="connsiteX4206" y="connsiteY4206"/>
                      </a:cxn>
                      <a:cxn ang="0">
                        <a:pos x="connsiteX4207" y="connsiteY4207"/>
                      </a:cxn>
                      <a:cxn ang="0">
                        <a:pos x="connsiteX4208" y="connsiteY4208"/>
                      </a:cxn>
                      <a:cxn ang="0">
                        <a:pos x="connsiteX4209" y="connsiteY4209"/>
                      </a:cxn>
                      <a:cxn ang="0">
                        <a:pos x="connsiteX4210" y="connsiteY4210"/>
                      </a:cxn>
                      <a:cxn ang="0">
                        <a:pos x="connsiteX4211" y="connsiteY4211"/>
                      </a:cxn>
                      <a:cxn ang="0">
                        <a:pos x="connsiteX4212" y="connsiteY4212"/>
                      </a:cxn>
                      <a:cxn ang="0">
                        <a:pos x="connsiteX4213" y="connsiteY4213"/>
                      </a:cxn>
                      <a:cxn ang="0">
                        <a:pos x="connsiteX4214" y="connsiteY4214"/>
                      </a:cxn>
                      <a:cxn ang="0">
                        <a:pos x="connsiteX4215" y="connsiteY4215"/>
                      </a:cxn>
                      <a:cxn ang="0">
                        <a:pos x="connsiteX4216" y="connsiteY4216"/>
                      </a:cxn>
                      <a:cxn ang="0">
                        <a:pos x="connsiteX4217" y="connsiteY4217"/>
                      </a:cxn>
                      <a:cxn ang="0">
                        <a:pos x="connsiteX4218" y="connsiteY4218"/>
                      </a:cxn>
                      <a:cxn ang="0">
                        <a:pos x="connsiteX4219" y="connsiteY4219"/>
                      </a:cxn>
                      <a:cxn ang="0">
                        <a:pos x="connsiteX4220" y="connsiteY4220"/>
                      </a:cxn>
                      <a:cxn ang="0">
                        <a:pos x="connsiteX4221" y="connsiteY4221"/>
                      </a:cxn>
                      <a:cxn ang="0">
                        <a:pos x="connsiteX4222" y="connsiteY4222"/>
                      </a:cxn>
                      <a:cxn ang="0">
                        <a:pos x="connsiteX4223" y="connsiteY4223"/>
                      </a:cxn>
                      <a:cxn ang="0">
                        <a:pos x="connsiteX4224" y="connsiteY4224"/>
                      </a:cxn>
                      <a:cxn ang="0">
                        <a:pos x="connsiteX4225" y="connsiteY4225"/>
                      </a:cxn>
                      <a:cxn ang="0">
                        <a:pos x="connsiteX4226" y="connsiteY4226"/>
                      </a:cxn>
                      <a:cxn ang="0">
                        <a:pos x="connsiteX4227" y="connsiteY4227"/>
                      </a:cxn>
                      <a:cxn ang="0">
                        <a:pos x="connsiteX4228" y="connsiteY4228"/>
                      </a:cxn>
                      <a:cxn ang="0">
                        <a:pos x="connsiteX4229" y="connsiteY4229"/>
                      </a:cxn>
                      <a:cxn ang="0">
                        <a:pos x="connsiteX4230" y="connsiteY4230"/>
                      </a:cxn>
                      <a:cxn ang="0">
                        <a:pos x="connsiteX4231" y="connsiteY4231"/>
                      </a:cxn>
                      <a:cxn ang="0">
                        <a:pos x="connsiteX4232" y="connsiteY4232"/>
                      </a:cxn>
                      <a:cxn ang="0">
                        <a:pos x="connsiteX4233" y="connsiteY4233"/>
                      </a:cxn>
                      <a:cxn ang="0">
                        <a:pos x="connsiteX4234" y="connsiteY4234"/>
                      </a:cxn>
                      <a:cxn ang="0">
                        <a:pos x="connsiteX4235" y="connsiteY4235"/>
                      </a:cxn>
                      <a:cxn ang="0">
                        <a:pos x="connsiteX4236" y="connsiteY4236"/>
                      </a:cxn>
                      <a:cxn ang="0">
                        <a:pos x="connsiteX4237" y="connsiteY4237"/>
                      </a:cxn>
                      <a:cxn ang="0">
                        <a:pos x="connsiteX4238" y="connsiteY4238"/>
                      </a:cxn>
                      <a:cxn ang="0">
                        <a:pos x="connsiteX4239" y="connsiteY4239"/>
                      </a:cxn>
                      <a:cxn ang="0">
                        <a:pos x="connsiteX4240" y="connsiteY4240"/>
                      </a:cxn>
                      <a:cxn ang="0">
                        <a:pos x="connsiteX4241" y="connsiteY4241"/>
                      </a:cxn>
                      <a:cxn ang="0">
                        <a:pos x="connsiteX4242" y="connsiteY4242"/>
                      </a:cxn>
                      <a:cxn ang="0">
                        <a:pos x="connsiteX4243" y="connsiteY4243"/>
                      </a:cxn>
                      <a:cxn ang="0">
                        <a:pos x="connsiteX4244" y="connsiteY4244"/>
                      </a:cxn>
                      <a:cxn ang="0">
                        <a:pos x="connsiteX4245" y="connsiteY4245"/>
                      </a:cxn>
                      <a:cxn ang="0">
                        <a:pos x="connsiteX4246" y="connsiteY4246"/>
                      </a:cxn>
                      <a:cxn ang="0">
                        <a:pos x="connsiteX4247" y="connsiteY4247"/>
                      </a:cxn>
                      <a:cxn ang="0">
                        <a:pos x="connsiteX4248" y="connsiteY4248"/>
                      </a:cxn>
                      <a:cxn ang="0">
                        <a:pos x="connsiteX4249" y="connsiteY4249"/>
                      </a:cxn>
                      <a:cxn ang="0">
                        <a:pos x="connsiteX4250" y="connsiteY4250"/>
                      </a:cxn>
                      <a:cxn ang="0">
                        <a:pos x="connsiteX4251" y="connsiteY4251"/>
                      </a:cxn>
                      <a:cxn ang="0">
                        <a:pos x="connsiteX4252" y="connsiteY4252"/>
                      </a:cxn>
                      <a:cxn ang="0">
                        <a:pos x="connsiteX4253" y="connsiteY4253"/>
                      </a:cxn>
                      <a:cxn ang="0">
                        <a:pos x="connsiteX4254" y="connsiteY4254"/>
                      </a:cxn>
                      <a:cxn ang="0">
                        <a:pos x="connsiteX4255" y="connsiteY4255"/>
                      </a:cxn>
                      <a:cxn ang="0">
                        <a:pos x="connsiteX4256" y="connsiteY4256"/>
                      </a:cxn>
                      <a:cxn ang="0">
                        <a:pos x="connsiteX4257" y="connsiteY4257"/>
                      </a:cxn>
                      <a:cxn ang="0">
                        <a:pos x="connsiteX4258" y="connsiteY4258"/>
                      </a:cxn>
                      <a:cxn ang="0">
                        <a:pos x="connsiteX4259" y="connsiteY4259"/>
                      </a:cxn>
                      <a:cxn ang="0">
                        <a:pos x="connsiteX4260" y="connsiteY4260"/>
                      </a:cxn>
                      <a:cxn ang="0">
                        <a:pos x="connsiteX4261" y="connsiteY4261"/>
                      </a:cxn>
                      <a:cxn ang="0">
                        <a:pos x="connsiteX4262" y="connsiteY4262"/>
                      </a:cxn>
                      <a:cxn ang="0">
                        <a:pos x="connsiteX4263" y="connsiteY4263"/>
                      </a:cxn>
                      <a:cxn ang="0">
                        <a:pos x="connsiteX4264" y="connsiteY4264"/>
                      </a:cxn>
                      <a:cxn ang="0">
                        <a:pos x="connsiteX4265" y="connsiteY4265"/>
                      </a:cxn>
                      <a:cxn ang="0">
                        <a:pos x="connsiteX4266" y="connsiteY4266"/>
                      </a:cxn>
                      <a:cxn ang="0">
                        <a:pos x="connsiteX4267" y="connsiteY4267"/>
                      </a:cxn>
                      <a:cxn ang="0">
                        <a:pos x="connsiteX4268" y="connsiteY4268"/>
                      </a:cxn>
                      <a:cxn ang="0">
                        <a:pos x="connsiteX4269" y="connsiteY4269"/>
                      </a:cxn>
                      <a:cxn ang="0">
                        <a:pos x="connsiteX4270" y="connsiteY4270"/>
                      </a:cxn>
                      <a:cxn ang="0">
                        <a:pos x="connsiteX4271" y="connsiteY4271"/>
                      </a:cxn>
                      <a:cxn ang="0">
                        <a:pos x="connsiteX4272" y="connsiteY4272"/>
                      </a:cxn>
                      <a:cxn ang="0">
                        <a:pos x="connsiteX4273" y="connsiteY4273"/>
                      </a:cxn>
                      <a:cxn ang="0">
                        <a:pos x="connsiteX4274" y="connsiteY4274"/>
                      </a:cxn>
                      <a:cxn ang="0">
                        <a:pos x="connsiteX4275" y="connsiteY4275"/>
                      </a:cxn>
                      <a:cxn ang="0">
                        <a:pos x="connsiteX4276" y="connsiteY4276"/>
                      </a:cxn>
                      <a:cxn ang="0">
                        <a:pos x="connsiteX4277" y="connsiteY4277"/>
                      </a:cxn>
                      <a:cxn ang="0">
                        <a:pos x="connsiteX4278" y="connsiteY4278"/>
                      </a:cxn>
                      <a:cxn ang="0">
                        <a:pos x="connsiteX4279" y="connsiteY4279"/>
                      </a:cxn>
                      <a:cxn ang="0">
                        <a:pos x="connsiteX4280" y="connsiteY4280"/>
                      </a:cxn>
                      <a:cxn ang="0">
                        <a:pos x="connsiteX4281" y="connsiteY4281"/>
                      </a:cxn>
                      <a:cxn ang="0">
                        <a:pos x="connsiteX4282" y="connsiteY4282"/>
                      </a:cxn>
                      <a:cxn ang="0">
                        <a:pos x="connsiteX4283" y="connsiteY4283"/>
                      </a:cxn>
                      <a:cxn ang="0">
                        <a:pos x="connsiteX4284" y="connsiteY4284"/>
                      </a:cxn>
                      <a:cxn ang="0">
                        <a:pos x="connsiteX4285" y="connsiteY4285"/>
                      </a:cxn>
                      <a:cxn ang="0">
                        <a:pos x="connsiteX4286" y="connsiteY4286"/>
                      </a:cxn>
                      <a:cxn ang="0">
                        <a:pos x="connsiteX4287" y="connsiteY4287"/>
                      </a:cxn>
                      <a:cxn ang="0">
                        <a:pos x="connsiteX4288" y="connsiteY4288"/>
                      </a:cxn>
                      <a:cxn ang="0">
                        <a:pos x="connsiteX4289" y="connsiteY4289"/>
                      </a:cxn>
                      <a:cxn ang="0">
                        <a:pos x="connsiteX4290" y="connsiteY4290"/>
                      </a:cxn>
                      <a:cxn ang="0">
                        <a:pos x="connsiteX4291" y="connsiteY4291"/>
                      </a:cxn>
                      <a:cxn ang="0">
                        <a:pos x="connsiteX4292" y="connsiteY4292"/>
                      </a:cxn>
                      <a:cxn ang="0">
                        <a:pos x="connsiteX4293" y="connsiteY4293"/>
                      </a:cxn>
                      <a:cxn ang="0">
                        <a:pos x="connsiteX4294" y="connsiteY4294"/>
                      </a:cxn>
                      <a:cxn ang="0">
                        <a:pos x="connsiteX4295" y="connsiteY4295"/>
                      </a:cxn>
                      <a:cxn ang="0">
                        <a:pos x="connsiteX4296" y="connsiteY4296"/>
                      </a:cxn>
                      <a:cxn ang="0">
                        <a:pos x="connsiteX4297" y="connsiteY4297"/>
                      </a:cxn>
                      <a:cxn ang="0">
                        <a:pos x="connsiteX4298" y="connsiteY4298"/>
                      </a:cxn>
                      <a:cxn ang="0">
                        <a:pos x="connsiteX4299" y="connsiteY4299"/>
                      </a:cxn>
                      <a:cxn ang="0">
                        <a:pos x="connsiteX4300" y="connsiteY4300"/>
                      </a:cxn>
                      <a:cxn ang="0">
                        <a:pos x="connsiteX4301" y="connsiteY4301"/>
                      </a:cxn>
                      <a:cxn ang="0">
                        <a:pos x="connsiteX4302" y="connsiteY4302"/>
                      </a:cxn>
                      <a:cxn ang="0">
                        <a:pos x="connsiteX4303" y="connsiteY4303"/>
                      </a:cxn>
                      <a:cxn ang="0">
                        <a:pos x="connsiteX4304" y="connsiteY4304"/>
                      </a:cxn>
                      <a:cxn ang="0">
                        <a:pos x="connsiteX4305" y="connsiteY4305"/>
                      </a:cxn>
                      <a:cxn ang="0">
                        <a:pos x="connsiteX4306" y="connsiteY4306"/>
                      </a:cxn>
                      <a:cxn ang="0">
                        <a:pos x="connsiteX4307" y="connsiteY4307"/>
                      </a:cxn>
                      <a:cxn ang="0">
                        <a:pos x="connsiteX4308" y="connsiteY4308"/>
                      </a:cxn>
                      <a:cxn ang="0">
                        <a:pos x="connsiteX4309" y="connsiteY4309"/>
                      </a:cxn>
                      <a:cxn ang="0">
                        <a:pos x="connsiteX4310" y="connsiteY4310"/>
                      </a:cxn>
                      <a:cxn ang="0">
                        <a:pos x="connsiteX4311" y="connsiteY4311"/>
                      </a:cxn>
                      <a:cxn ang="0">
                        <a:pos x="connsiteX4312" y="connsiteY4312"/>
                      </a:cxn>
                      <a:cxn ang="0">
                        <a:pos x="connsiteX4313" y="connsiteY4313"/>
                      </a:cxn>
                      <a:cxn ang="0">
                        <a:pos x="connsiteX4314" y="connsiteY4314"/>
                      </a:cxn>
                      <a:cxn ang="0">
                        <a:pos x="connsiteX4315" y="connsiteY4315"/>
                      </a:cxn>
                      <a:cxn ang="0">
                        <a:pos x="connsiteX4316" y="connsiteY4316"/>
                      </a:cxn>
                      <a:cxn ang="0">
                        <a:pos x="connsiteX4317" y="connsiteY4317"/>
                      </a:cxn>
                      <a:cxn ang="0">
                        <a:pos x="connsiteX4318" y="connsiteY4318"/>
                      </a:cxn>
                      <a:cxn ang="0">
                        <a:pos x="connsiteX4319" y="connsiteY4319"/>
                      </a:cxn>
                      <a:cxn ang="0">
                        <a:pos x="connsiteX4320" y="connsiteY4320"/>
                      </a:cxn>
                      <a:cxn ang="0">
                        <a:pos x="connsiteX4321" y="connsiteY4321"/>
                      </a:cxn>
                      <a:cxn ang="0">
                        <a:pos x="connsiteX4322" y="connsiteY4322"/>
                      </a:cxn>
                      <a:cxn ang="0">
                        <a:pos x="connsiteX4323" y="connsiteY4323"/>
                      </a:cxn>
                      <a:cxn ang="0">
                        <a:pos x="connsiteX4324" y="connsiteY4324"/>
                      </a:cxn>
                      <a:cxn ang="0">
                        <a:pos x="connsiteX4325" y="connsiteY4325"/>
                      </a:cxn>
                      <a:cxn ang="0">
                        <a:pos x="connsiteX4326" y="connsiteY4326"/>
                      </a:cxn>
                      <a:cxn ang="0">
                        <a:pos x="connsiteX4327" y="connsiteY4327"/>
                      </a:cxn>
                      <a:cxn ang="0">
                        <a:pos x="connsiteX4328" y="connsiteY4328"/>
                      </a:cxn>
                      <a:cxn ang="0">
                        <a:pos x="connsiteX4329" y="connsiteY4329"/>
                      </a:cxn>
                      <a:cxn ang="0">
                        <a:pos x="connsiteX4330" y="connsiteY4330"/>
                      </a:cxn>
                      <a:cxn ang="0">
                        <a:pos x="connsiteX4331" y="connsiteY4331"/>
                      </a:cxn>
                      <a:cxn ang="0">
                        <a:pos x="connsiteX4332" y="connsiteY4332"/>
                      </a:cxn>
                      <a:cxn ang="0">
                        <a:pos x="connsiteX4333" y="connsiteY4333"/>
                      </a:cxn>
                      <a:cxn ang="0">
                        <a:pos x="connsiteX4334" y="connsiteY4334"/>
                      </a:cxn>
                      <a:cxn ang="0">
                        <a:pos x="connsiteX4335" y="connsiteY4335"/>
                      </a:cxn>
                      <a:cxn ang="0">
                        <a:pos x="connsiteX4336" y="connsiteY4336"/>
                      </a:cxn>
                      <a:cxn ang="0">
                        <a:pos x="connsiteX4337" y="connsiteY4337"/>
                      </a:cxn>
                      <a:cxn ang="0">
                        <a:pos x="connsiteX4338" y="connsiteY4338"/>
                      </a:cxn>
                      <a:cxn ang="0">
                        <a:pos x="connsiteX4339" y="connsiteY4339"/>
                      </a:cxn>
                      <a:cxn ang="0">
                        <a:pos x="connsiteX4340" y="connsiteY4340"/>
                      </a:cxn>
                      <a:cxn ang="0">
                        <a:pos x="connsiteX4341" y="connsiteY4341"/>
                      </a:cxn>
                      <a:cxn ang="0">
                        <a:pos x="connsiteX4342" y="connsiteY4342"/>
                      </a:cxn>
                      <a:cxn ang="0">
                        <a:pos x="connsiteX4343" y="connsiteY4343"/>
                      </a:cxn>
                      <a:cxn ang="0">
                        <a:pos x="connsiteX4344" y="connsiteY4344"/>
                      </a:cxn>
                      <a:cxn ang="0">
                        <a:pos x="connsiteX4345" y="connsiteY4345"/>
                      </a:cxn>
                      <a:cxn ang="0">
                        <a:pos x="connsiteX4346" y="connsiteY4346"/>
                      </a:cxn>
                      <a:cxn ang="0">
                        <a:pos x="connsiteX4347" y="connsiteY4347"/>
                      </a:cxn>
                      <a:cxn ang="0">
                        <a:pos x="connsiteX4348" y="connsiteY4348"/>
                      </a:cxn>
                      <a:cxn ang="0">
                        <a:pos x="connsiteX4349" y="connsiteY4349"/>
                      </a:cxn>
                      <a:cxn ang="0">
                        <a:pos x="connsiteX4350" y="connsiteY4350"/>
                      </a:cxn>
                      <a:cxn ang="0">
                        <a:pos x="connsiteX4351" y="connsiteY4351"/>
                      </a:cxn>
                      <a:cxn ang="0">
                        <a:pos x="connsiteX4352" y="connsiteY4352"/>
                      </a:cxn>
                      <a:cxn ang="0">
                        <a:pos x="connsiteX4353" y="connsiteY4353"/>
                      </a:cxn>
                      <a:cxn ang="0">
                        <a:pos x="connsiteX4354" y="connsiteY4354"/>
                      </a:cxn>
                      <a:cxn ang="0">
                        <a:pos x="connsiteX4355" y="connsiteY4355"/>
                      </a:cxn>
                      <a:cxn ang="0">
                        <a:pos x="connsiteX4356" y="connsiteY4356"/>
                      </a:cxn>
                      <a:cxn ang="0">
                        <a:pos x="connsiteX4357" y="connsiteY4357"/>
                      </a:cxn>
                      <a:cxn ang="0">
                        <a:pos x="connsiteX4358" y="connsiteY4358"/>
                      </a:cxn>
                      <a:cxn ang="0">
                        <a:pos x="connsiteX4359" y="connsiteY4359"/>
                      </a:cxn>
                      <a:cxn ang="0">
                        <a:pos x="connsiteX4360" y="connsiteY4360"/>
                      </a:cxn>
                      <a:cxn ang="0">
                        <a:pos x="connsiteX4361" y="connsiteY4361"/>
                      </a:cxn>
                      <a:cxn ang="0">
                        <a:pos x="connsiteX4362" y="connsiteY4362"/>
                      </a:cxn>
                      <a:cxn ang="0">
                        <a:pos x="connsiteX4363" y="connsiteY4363"/>
                      </a:cxn>
                      <a:cxn ang="0">
                        <a:pos x="connsiteX4364" y="connsiteY4364"/>
                      </a:cxn>
                      <a:cxn ang="0">
                        <a:pos x="connsiteX4365" y="connsiteY4365"/>
                      </a:cxn>
                      <a:cxn ang="0">
                        <a:pos x="connsiteX4366" y="connsiteY4366"/>
                      </a:cxn>
                      <a:cxn ang="0">
                        <a:pos x="connsiteX4367" y="connsiteY4367"/>
                      </a:cxn>
                      <a:cxn ang="0">
                        <a:pos x="connsiteX4368" y="connsiteY4368"/>
                      </a:cxn>
                      <a:cxn ang="0">
                        <a:pos x="connsiteX4369" y="connsiteY4369"/>
                      </a:cxn>
                      <a:cxn ang="0">
                        <a:pos x="connsiteX4370" y="connsiteY4370"/>
                      </a:cxn>
                      <a:cxn ang="0">
                        <a:pos x="connsiteX4371" y="connsiteY4371"/>
                      </a:cxn>
                      <a:cxn ang="0">
                        <a:pos x="connsiteX4372" y="connsiteY4372"/>
                      </a:cxn>
                      <a:cxn ang="0">
                        <a:pos x="connsiteX4373" y="connsiteY4373"/>
                      </a:cxn>
                      <a:cxn ang="0">
                        <a:pos x="connsiteX4374" y="connsiteY4374"/>
                      </a:cxn>
                      <a:cxn ang="0">
                        <a:pos x="connsiteX4375" y="connsiteY4375"/>
                      </a:cxn>
                      <a:cxn ang="0">
                        <a:pos x="connsiteX4376" y="connsiteY4376"/>
                      </a:cxn>
                      <a:cxn ang="0">
                        <a:pos x="connsiteX4377" y="connsiteY4377"/>
                      </a:cxn>
                      <a:cxn ang="0">
                        <a:pos x="connsiteX4378" y="connsiteY4378"/>
                      </a:cxn>
                      <a:cxn ang="0">
                        <a:pos x="connsiteX4379" y="connsiteY4379"/>
                      </a:cxn>
                      <a:cxn ang="0">
                        <a:pos x="connsiteX4380" y="connsiteY4380"/>
                      </a:cxn>
                      <a:cxn ang="0">
                        <a:pos x="connsiteX4381" y="connsiteY4381"/>
                      </a:cxn>
                      <a:cxn ang="0">
                        <a:pos x="connsiteX4382" y="connsiteY4382"/>
                      </a:cxn>
                      <a:cxn ang="0">
                        <a:pos x="connsiteX4383" y="connsiteY4383"/>
                      </a:cxn>
                      <a:cxn ang="0">
                        <a:pos x="connsiteX4384" y="connsiteY4384"/>
                      </a:cxn>
                      <a:cxn ang="0">
                        <a:pos x="connsiteX4385" y="connsiteY4385"/>
                      </a:cxn>
                      <a:cxn ang="0">
                        <a:pos x="connsiteX4386" y="connsiteY4386"/>
                      </a:cxn>
                      <a:cxn ang="0">
                        <a:pos x="connsiteX4387" y="connsiteY4387"/>
                      </a:cxn>
                      <a:cxn ang="0">
                        <a:pos x="connsiteX4388" y="connsiteY4388"/>
                      </a:cxn>
                      <a:cxn ang="0">
                        <a:pos x="connsiteX4389" y="connsiteY4389"/>
                      </a:cxn>
                      <a:cxn ang="0">
                        <a:pos x="connsiteX4390" y="connsiteY4390"/>
                      </a:cxn>
                      <a:cxn ang="0">
                        <a:pos x="connsiteX4391" y="connsiteY4391"/>
                      </a:cxn>
                      <a:cxn ang="0">
                        <a:pos x="connsiteX4392" y="connsiteY4392"/>
                      </a:cxn>
                      <a:cxn ang="0">
                        <a:pos x="connsiteX4393" y="connsiteY4393"/>
                      </a:cxn>
                      <a:cxn ang="0">
                        <a:pos x="connsiteX4394" y="connsiteY4394"/>
                      </a:cxn>
                      <a:cxn ang="0">
                        <a:pos x="connsiteX4395" y="connsiteY4395"/>
                      </a:cxn>
                      <a:cxn ang="0">
                        <a:pos x="connsiteX4396" y="connsiteY4396"/>
                      </a:cxn>
                      <a:cxn ang="0">
                        <a:pos x="connsiteX4397" y="connsiteY4397"/>
                      </a:cxn>
                      <a:cxn ang="0">
                        <a:pos x="connsiteX4398" y="connsiteY4398"/>
                      </a:cxn>
                      <a:cxn ang="0">
                        <a:pos x="connsiteX4399" y="connsiteY4399"/>
                      </a:cxn>
                      <a:cxn ang="0">
                        <a:pos x="connsiteX4400" y="connsiteY4400"/>
                      </a:cxn>
                      <a:cxn ang="0">
                        <a:pos x="connsiteX4401" y="connsiteY4401"/>
                      </a:cxn>
                      <a:cxn ang="0">
                        <a:pos x="connsiteX4402" y="connsiteY4402"/>
                      </a:cxn>
                      <a:cxn ang="0">
                        <a:pos x="connsiteX4403" y="connsiteY4403"/>
                      </a:cxn>
                      <a:cxn ang="0">
                        <a:pos x="connsiteX4404" y="connsiteY4404"/>
                      </a:cxn>
                      <a:cxn ang="0">
                        <a:pos x="connsiteX4405" y="connsiteY4405"/>
                      </a:cxn>
                      <a:cxn ang="0">
                        <a:pos x="connsiteX4406" y="connsiteY4406"/>
                      </a:cxn>
                      <a:cxn ang="0">
                        <a:pos x="connsiteX4407" y="connsiteY4407"/>
                      </a:cxn>
                      <a:cxn ang="0">
                        <a:pos x="connsiteX4408" y="connsiteY4408"/>
                      </a:cxn>
                      <a:cxn ang="0">
                        <a:pos x="connsiteX4409" y="connsiteY4409"/>
                      </a:cxn>
                      <a:cxn ang="0">
                        <a:pos x="connsiteX4410" y="connsiteY4410"/>
                      </a:cxn>
                      <a:cxn ang="0">
                        <a:pos x="connsiteX4411" y="connsiteY4411"/>
                      </a:cxn>
                      <a:cxn ang="0">
                        <a:pos x="connsiteX4412" y="connsiteY4412"/>
                      </a:cxn>
                      <a:cxn ang="0">
                        <a:pos x="connsiteX4413" y="connsiteY4413"/>
                      </a:cxn>
                      <a:cxn ang="0">
                        <a:pos x="connsiteX4414" y="connsiteY4414"/>
                      </a:cxn>
                      <a:cxn ang="0">
                        <a:pos x="connsiteX4415" y="connsiteY4415"/>
                      </a:cxn>
                      <a:cxn ang="0">
                        <a:pos x="connsiteX4416" y="connsiteY4416"/>
                      </a:cxn>
                      <a:cxn ang="0">
                        <a:pos x="connsiteX4417" y="connsiteY4417"/>
                      </a:cxn>
                      <a:cxn ang="0">
                        <a:pos x="connsiteX4418" y="connsiteY4418"/>
                      </a:cxn>
                      <a:cxn ang="0">
                        <a:pos x="connsiteX4419" y="connsiteY4419"/>
                      </a:cxn>
                      <a:cxn ang="0">
                        <a:pos x="connsiteX4420" y="connsiteY4420"/>
                      </a:cxn>
                      <a:cxn ang="0">
                        <a:pos x="connsiteX4421" y="connsiteY4421"/>
                      </a:cxn>
                      <a:cxn ang="0">
                        <a:pos x="connsiteX4422" y="connsiteY4422"/>
                      </a:cxn>
                      <a:cxn ang="0">
                        <a:pos x="connsiteX4423" y="connsiteY4423"/>
                      </a:cxn>
                      <a:cxn ang="0">
                        <a:pos x="connsiteX4424" y="connsiteY4424"/>
                      </a:cxn>
                      <a:cxn ang="0">
                        <a:pos x="connsiteX4425" y="connsiteY4425"/>
                      </a:cxn>
                      <a:cxn ang="0">
                        <a:pos x="connsiteX4426" y="connsiteY4426"/>
                      </a:cxn>
                      <a:cxn ang="0">
                        <a:pos x="connsiteX4427" y="connsiteY4427"/>
                      </a:cxn>
                      <a:cxn ang="0">
                        <a:pos x="connsiteX4428" y="connsiteY4428"/>
                      </a:cxn>
                      <a:cxn ang="0">
                        <a:pos x="connsiteX4429" y="connsiteY4429"/>
                      </a:cxn>
                      <a:cxn ang="0">
                        <a:pos x="connsiteX4430" y="connsiteY4430"/>
                      </a:cxn>
                      <a:cxn ang="0">
                        <a:pos x="connsiteX4431" y="connsiteY4431"/>
                      </a:cxn>
                      <a:cxn ang="0">
                        <a:pos x="connsiteX4432" y="connsiteY4432"/>
                      </a:cxn>
                      <a:cxn ang="0">
                        <a:pos x="connsiteX4433" y="connsiteY4433"/>
                      </a:cxn>
                      <a:cxn ang="0">
                        <a:pos x="connsiteX4434" y="connsiteY4434"/>
                      </a:cxn>
                      <a:cxn ang="0">
                        <a:pos x="connsiteX4435" y="connsiteY4435"/>
                      </a:cxn>
                      <a:cxn ang="0">
                        <a:pos x="connsiteX4436" y="connsiteY4436"/>
                      </a:cxn>
                      <a:cxn ang="0">
                        <a:pos x="connsiteX4437" y="connsiteY4437"/>
                      </a:cxn>
                      <a:cxn ang="0">
                        <a:pos x="connsiteX4438" y="connsiteY4438"/>
                      </a:cxn>
                      <a:cxn ang="0">
                        <a:pos x="connsiteX4439" y="connsiteY4439"/>
                      </a:cxn>
                      <a:cxn ang="0">
                        <a:pos x="connsiteX4440" y="connsiteY4440"/>
                      </a:cxn>
                      <a:cxn ang="0">
                        <a:pos x="connsiteX4441" y="connsiteY4441"/>
                      </a:cxn>
                      <a:cxn ang="0">
                        <a:pos x="connsiteX4442" y="connsiteY4442"/>
                      </a:cxn>
                      <a:cxn ang="0">
                        <a:pos x="connsiteX4443" y="connsiteY4443"/>
                      </a:cxn>
                      <a:cxn ang="0">
                        <a:pos x="connsiteX4444" y="connsiteY4444"/>
                      </a:cxn>
                      <a:cxn ang="0">
                        <a:pos x="connsiteX4445" y="connsiteY4445"/>
                      </a:cxn>
                      <a:cxn ang="0">
                        <a:pos x="connsiteX4446" y="connsiteY4446"/>
                      </a:cxn>
                      <a:cxn ang="0">
                        <a:pos x="connsiteX4447" y="connsiteY4447"/>
                      </a:cxn>
                      <a:cxn ang="0">
                        <a:pos x="connsiteX4448" y="connsiteY4448"/>
                      </a:cxn>
                      <a:cxn ang="0">
                        <a:pos x="connsiteX4449" y="connsiteY4449"/>
                      </a:cxn>
                      <a:cxn ang="0">
                        <a:pos x="connsiteX4450" y="connsiteY4450"/>
                      </a:cxn>
                      <a:cxn ang="0">
                        <a:pos x="connsiteX4451" y="connsiteY4451"/>
                      </a:cxn>
                      <a:cxn ang="0">
                        <a:pos x="connsiteX4452" y="connsiteY4452"/>
                      </a:cxn>
                      <a:cxn ang="0">
                        <a:pos x="connsiteX4453" y="connsiteY4453"/>
                      </a:cxn>
                      <a:cxn ang="0">
                        <a:pos x="connsiteX4454" y="connsiteY4454"/>
                      </a:cxn>
                      <a:cxn ang="0">
                        <a:pos x="connsiteX4455" y="connsiteY4455"/>
                      </a:cxn>
                      <a:cxn ang="0">
                        <a:pos x="connsiteX4456" y="connsiteY4456"/>
                      </a:cxn>
                      <a:cxn ang="0">
                        <a:pos x="connsiteX4457" y="connsiteY4457"/>
                      </a:cxn>
                      <a:cxn ang="0">
                        <a:pos x="connsiteX4458" y="connsiteY4458"/>
                      </a:cxn>
                      <a:cxn ang="0">
                        <a:pos x="connsiteX4459" y="connsiteY4459"/>
                      </a:cxn>
                      <a:cxn ang="0">
                        <a:pos x="connsiteX4460" y="connsiteY4460"/>
                      </a:cxn>
                      <a:cxn ang="0">
                        <a:pos x="connsiteX4461" y="connsiteY4461"/>
                      </a:cxn>
                      <a:cxn ang="0">
                        <a:pos x="connsiteX4462" y="connsiteY4462"/>
                      </a:cxn>
                      <a:cxn ang="0">
                        <a:pos x="connsiteX4463" y="connsiteY4463"/>
                      </a:cxn>
                      <a:cxn ang="0">
                        <a:pos x="connsiteX4464" y="connsiteY4464"/>
                      </a:cxn>
                      <a:cxn ang="0">
                        <a:pos x="connsiteX4465" y="connsiteY4465"/>
                      </a:cxn>
                      <a:cxn ang="0">
                        <a:pos x="connsiteX4466" y="connsiteY4466"/>
                      </a:cxn>
                      <a:cxn ang="0">
                        <a:pos x="connsiteX4467" y="connsiteY4467"/>
                      </a:cxn>
                      <a:cxn ang="0">
                        <a:pos x="connsiteX4468" y="connsiteY4468"/>
                      </a:cxn>
                      <a:cxn ang="0">
                        <a:pos x="connsiteX4469" y="connsiteY4469"/>
                      </a:cxn>
                      <a:cxn ang="0">
                        <a:pos x="connsiteX4470" y="connsiteY4470"/>
                      </a:cxn>
                      <a:cxn ang="0">
                        <a:pos x="connsiteX4471" y="connsiteY4471"/>
                      </a:cxn>
                      <a:cxn ang="0">
                        <a:pos x="connsiteX4472" y="connsiteY4472"/>
                      </a:cxn>
                      <a:cxn ang="0">
                        <a:pos x="connsiteX4473" y="connsiteY4473"/>
                      </a:cxn>
                      <a:cxn ang="0">
                        <a:pos x="connsiteX4474" y="connsiteY4474"/>
                      </a:cxn>
                      <a:cxn ang="0">
                        <a:pos x="connsiteX4475" y="connsiteY4475"/>
                      </a:cxn>
                      <a:cxn ang="0">
                        <a:pos x="connsiteX4476" y="connsiteY4476"/>
                      </a:cxn>
                      <a:cxn ang="0">
                        <a:pos x="connsiteX4477" y="connsiteY4477"/>
                      </a:cxn>
                      <a:cxn ang="0">
                        <a:pos x="connsiteX4478" y="connsiteY4478"/>
                      </a:cxn>
                      <a:cxn ang="0">
                        <a:pos x="connsiteX4479" y="connsiteY4479"/>
                      </a:cxn>
                      <a:cxn ang="0">
                        <a:pos x="connsiteX4480" y="connsiteY4480"/>
                      </a:cxn>
                      <a:cxn ang="0">
                        <a:pos x="connsiteX4481" y="connsiteY4481"/>
                      </a:cxn>
                      <a:cxn ang="0">
                        <a:pos x="connsiteX4482" y="connsiteY4482"/>
                      </a:cxn>
                      <a:cxn ang="0">
                        <a:pos x="connsiteX4483" y="connsiteY4483"/>
                      </a:cxn>
                      <a:cxn ang="0">
                        <a:pos x="connsiteX4484" y="connsiteY4484"/>
                      </a:cxn>
                      <a:cxn ang="0">
                        <a:pos x="connsiteX4485" y="connsiteY4485"/>
                      </a:cxn>
                      <a:cxn ang="0">
                        <a:pos x="connsiteX4486" y="connsiteY4486"/>
                      </a:cxn>
                      <a:cxn ang="0">
                        <a:pos x="connsiteX4487" y="connsiteY4487"/>
                      </a:cxn>
                      <a:cxn ang="0">
                        <a:pos x="connsiteX4488" y="connsiteY4488"/>
                      </a:cxn>
                      <a:cxn ang="0">
                        <a:pos x="connsiteX4489" y="connsiteY4489"/>
                      </a:cxn>
                      <a:cxn ang="0">
                        <a:pos x="connsiteX4490" y="connsiteY4490"/>
                      </a:cxn>
                      <a:cxn ang="0">
                        <a:pos x="connsiteX4491" y="connsiteY4491"/>
                      </a:cxn>
                      <a:cxn ang="0">
                        <a:pos x="connsiteX4492" y="connsiteY4492"/>
                      </a:cxn>
                      <a:cxn ang="0">
                        <a:pos x="connsiteX4493" y="connsiteY4493"/>
                      </a:cxn>
                      <a:cxn ang="0">
                        <a:pos x="connsiteX4494" y="connsiteY4494"/>
                      </a:cxn>
                      <a:cxn ang="0">
                        <a:pos x="connsiteX4495" y="connsiteY4495"/>
                      </a:cxn>
                      <a:cxn ang="0">
                        <a:pos x="connsiteX4496" y="connsiteY4496"/>
                      </a:cxn>
                      <a:cxn ang="0">
                        <a:pos x="connsiteX4497" y="connsiteY4497"/>
                      </a:cxn>
                      <a:cxn ang="0">
                        <a:pos x="connsiteX4498" y="connsiteY4498"/>
                      </a:cxn>
                      <a:cxn ang="0">
                        <a:pos x="connsiteX4499" y="connsiteY4499"/>
                      </a:cxn>
                      <a:cxn ang="0">
                        <a:pos x="connsiteX4500" y="connsiteY4500"/>
                      </a:cxn>
                      <a:cxn ang="0">
                        <a:pos x="connsiteX4501" y="connsiteY4501"/>
                      </a:cxn>
                      <a:cxn ang="0">
                        <a:pos x="connsiteX4502" y="connsiteY4502"/>
                      </a:cxn>
                      <a:cxn ang="0">
                        <a:pos x="connsiteX4503" y="connsiteY4503"/>
                      </a:cxn>
                      <a:cxn ang="0">
                        <a:pos x="connsiteX4504" y="connsiteY4504"/>
                      </a:cxn>
                      <a:cxn ang="0">
                        <a:pos x="connsiteX4505" y="connsiteY4505"/>
                      </a:cxn>
                      <a:cxn ang="0">
                        <a:pos x="connsiteX4506" y="connsiteY4506"/>
                      </a:cxn>
                      <a:cxn ang="0">
                        <a:pos x="connsiteX4507" y="connsiteY4507"/>
                      </a:cxn>
                      <a:cxn ang="0">
                        <a:pos x="connsiteX4508" y="connsiteY4508"/>
                      </a:cxn>
                      <a:cxn ang="0">
                        <a:pos x="connsiteX4509" y="connsiteY4509"/>
                      </a:cxn>
                      <a:cxn ang="0">
                        <a:pos x="connsiteX4510" y="connsiteY4510"/>
                      </a:cxn>
                      <a:cxn ang="0">
                        <a:pos x="connsiteX4511" y="connsiteY4511"/>
                      </a:cxn>
                      <a:cxn ang="0">
                        <a:pos x="connsiteX4512" y="connsiteY4512"/>
                      </a:cxn>
                      <a:cxn ang="0">
                        <a:pos x="connsiteX4513" y="connsiteY4513"/>
                      </a:cxn>
                      <a:cxn ang="0">
                        <a:pos x="connsiteX4514" y="connsiteY4514"/>
                      </a:cxn>
                      <a:cxn ang="0">
                        <a:pos x="connsiteX4515" y="connsiteY4515"/>
                      </a:cxn>
                      <a:cxn ang="0">
                        <a:pos x="connsiteX4516" y="connsiteY4516"/>
                      </a:cxn>
                      <a:cxn ang="0">
                        <a:pos x="connsiteX4517" y="connsiteY4517"/>
                      </a:cxn>
                      <a:cxn ang="0">
                        <a:pos x="connsiteX4518" y="connsiteY4518"/>
                      </a:cxn>
                      <a:cxn ang="0">
                        <a:pos x="connsiteX4519" y="connsiteY4519"/>
                      </a:cxn>
                      <a:cxn ang="0">
                        <a:pos x="connsiteX4520" y="connsiteY4520"/>
                      </a:cxn>
                      <a:cxn ang="0">
                        <a:pos x="connsiteX4521" y="connsiteY4521"/>
                      </a:cxn>
                      <a:cxn ang="0">
                        <a:pos x="connsiteX4522" y="connsiteY4522"/>
                      </a:cxn>
                      <a:cxn ang="0">
                        <a:pos x="connsiteX4523" y="connsiteY4523"/>
                      </a:cxn>
                      <a:cxn ang="0">
                        <a:pos x="connsiteX4524" y="connsiteY4524"/>
                      </a:cxn>
                      <a:cxn ang="0">
                        <a:pos x="connsiteX4525" y="connsiteY4525"/>
                      </a:cxn>
                      <a:cxn ang="0">
                        <a:pos x="connsiteX4526" y="connsiteY4526"/>
                      </a:cxn>
                      <a:cxn ang="0">
                        <a:pos x="connsiteX4527" y="connsiteY4527"/>
                      </a:cxn>
                      <a:cxn ang="0">
                        <a:pos x="connsiteX4528" y="connsiteY4528"/>
                      </a:cxn>
                      <a:cxn ang="0">
                        <a:pos x="connsiteX4529" y="connsiteY4529"/>
                      </a:cxn>
                      <a:cxn ang="0">
                        <a:pos x="connsiteX4530" y="connsiteY4530"/>
                      </a:cxn>
                      <a:cxn ang="0">
                        <a:pos x="connsiteX4531" y="connsiteY4531"/>
                      </a:cxn>
                      <a:cxn ang="0">
                        <a:pos x="connsiteX4532" y="connsiteY4532"/>
                      </a:cxn>
                      <a:cxn ang="0">
                        <a:pos x="connsiteX4533" y="connsiteY4533"/>
                      </a:cxn>
                      <a:cxn ang="0">
                        <a:pos x="connsiteX4534" y="connsiteY4534"/>
                      </a:cxn>
                      <a:cxn ang="0">
                        <a:pos x="connsiteX4535" y="connsiteY4535"/>
                      </a:cxn>
                      <a:cxn ang="0">
                        <a:pos x="connsiteX4536" y="connsiteY4536"/>
                      </a:cxn>
                      <a:cxn ang="0">
                        <a:pos x="connsiteX4537" y="connsiteY4537"/>
                      </a:cxn>
                      <a:cxn ang="0">
                        <a:pos x="connsiteX4538" y="connsiteY4538"/>
                      </a:cxn>
                      <a:cxn ang="0">
                        <a:pos x="connsiteX4539" y="connsiteY4539"/>
                      </a:cxn>
                      <a:cxn ang="0">
                        <a:pos x="connsiteX4540" y="connsiteY4540"/>
                      </a:cxn>
                      <a:cxn ang="0">
                        <a:pos x="connsiteX4541" y="connsiteY4541"/>
                      </a:cxn>
                      <a:cxn ang="0">
                        <a:pos x="connsiteX4542" y="connsiteY4542"/>
                      </a:cxn>
                      <a:cxn ang="0">
                        <a:pos x="connsiteX4543" y="connsiteY4543"/>
                      </a:cxn>
                      <a:cxn ang="0">
                        <a:pos x="connsiteX4544" y="connsiteY4544"/>
                      </a:cxn>
                      <a:cxn ang="0">
                        <a:pos x="connsiteX4545" y="connsiteY4545"/>
                      </a:cxn>
                      <a:cxn ang="0">
                        <a:pos x="connsiteX4546" y="connsiteY4546"/>
                      </a:cxn>
                      <a:cxn ang="0">
                        <a:pos x="connsiteX4547" y="connsiteY4547"/>
                      </a:cxn>
                      <a:cxn ang="0">
                        <a:pos x="connsiteX4548" y="connsiteY4548"/>
                      </a:cxn>
                      <a:cxn ang="0">
                        <a:pos x="connsiteX4549" y="connsiteY4549"/>
                      </a:cxn>
                      <a:cxn ang="0">
                        <a:pos x="connsiteX4550" y="connsiteY4550"/>
                      </a:cxn>
                      <a:cxn ang="0">
                        <a:pos x="connsiteX4551" y="connsiteY4551"/>
                      </a:cxn>
                      <a:cxn ang="0">
                        <a:pos x="connsiteX4552" y="connsiteY4552"/>
                      </a:cxn>
                      <a:cxn ang="0">
                        <a:pos x="connsiteX4553" y="connsiteY4553"/>
                      </a:cxn>
                      <a:cxn ang="0">
                        <a:pos x="connsiteX4554" y="connsiteY4554"/>
                      </a:cxn>
                      <a:cxn ang="0">
                        <a:pos x="connsiteX4555" y="connsiteY4555"/>
                      </a:cxn>
                      <a:cxn ang="0">
                        <a:pos x="connsiteX4556" y="connsiteY4556"/>
                      </a:cxn>
                      <a:cxn ang="0">
                        <a:pos x="connsiteX4557" y="connsiteY4557"/>
                      </a:cxn>
                      <a:cxn ang="0">
                        <a:pos x="connsiteX4558" y="connsiteY4558"/>
                      </a:cxn>
                      <a:cxn ang="0">
                        <a:pos x="connsiteX4559" y="connsiteY4559"/>
                      </a:cxn>
                      <a:cxn ang="0">
                        <a:pos x="connsiteX4560" y="connsiteY4560"/>
                      </a:cxn>
                      <a:cxn ang="0">
                        <a:pos x="connsiteX4561" y="connsiteY4561"/>
                      </a:cxn>
                      <a:cxn ang="0">
                        <a:pos x="connsiteX4562" y="connsiteY4562"/>
                      </a:cxn>
                      <a:cxn ang="0">
                        <a:pos x="connsiteX4563" y="connsiteY4563"/>
                      </a:cxn>
                      <a:cxn ang="0">
                        <a:pos x="connsiteX4564" y="connsiteY4564"/>
                      </a:cxn>
                      <a:cxn ang="0">
                        <a:pos x="connsiteX4565" y="connsiteY4565"/>
                      </a:cxn>
                      <a:cxn ang="0">
                        <a:pos x="connsiteX4566" y="connsiteY4566"/>
                      </a:cxn>
                      <a:cxn ang="0">
                        <a:pos x="connsiteX4567" y="connsiteY4567"/>
                      </a:cxn>
                      <a:cxn ang="0">
                        <a:pos x="connsiteX4568" y="connsiteY4568"/>
                      </a:cxn>
                      <a:cxn ang="0">
                        <a:pos x="connsiteX4569" y="connsiteY4569"/>
                      </a:cxn>
                      <a:cxn ang="0">
                        <a:pos x="connsiteX4570" y="connsiteY4570"/>
                      </a:cxn>
                      <a:cxn ang="0">
                        <a:pos x="connsiteX4571" y="connsiteY4571"/>
                      </a:cxn>
                      <a:cxn ang="0">
                        <a:pos x="connsiteX4572" y="connsiteY4572"/>
                      </a:cxn>
                      <a:cxn ang="0">
                        <a:pos x="connsiteX4573" y="connsiteY4573"/>
                      </a:cxn>
                      <a:cxn ang="0">
                        <a:pos x="connsiteX4574" y="connsiteY4574"/>
                      </a:cxn>
                      <a:cxn ang="0">
                        <a:pos x="connsiteX4575" y="connsiteY4575"/>
                      </a:cxn>
                      <a:cxn ang="0">
                        <a:pos x="connsiteX4576" y="connsiteY4576"/>
                      </a:cxn>
                      <a:cxn ang="0">
                        <a:pos x="connsiteX4577" y="connsiteY4577"/>
                      </a:cxn>
                      <a:cxn ang="0">
                        <a:pos x="connsiteX4578" y="connsiteY4578"/>
                      </a:cxn>
                      <a:cxn ang="0">
                        <a:pos x="connsiteX4579" y="connsiteY4579"/>
                      </a:cxn>
                      <a:cxn ang="0">
                        <a:pos x="connsiteX4580" y="connsiteY4580"/>
                      </a:cxn>
                      <a:cxn ang="0">
                        <a:pos x="connsiteX4581" y="connsiteY4581"/>
                      </a:cxn>
                      <a:cxn ang="0">
                        <a:pos x="connsiteX4582" y="connsiteY4582"/>
                      </a:cxn>
                      <a:cxn ang="0">
                        <a:pos x="connsiteX4583" y="connsiteY4583"/>
                      </a:cxn>
                      <a:cxn ang="0">
                        <a:pos x="connsiteX4584" y="connsiteY4584"/>
                      </a:cxn>
                      <a:cxn ang="0">
                        <a:pos x="connsiteX4585" y="connsiteY4585"/>
                      </a:cxn>
                      <a:cxn ang="0">
                        <a:pos x="connsiteX4586" y="connsiteY4586"/>
                      </a:cxn>
                      <a:cxn ang="0">
                        <a:pos x="connsiteX4587" y="connsiteY4587"/>
                      </a:cxn>
                      <a:cxn ang="0">
                        <a:pos x="connsiteX4588" y="connsiteY4588"/>
                      </a:cxn>
                      <a:cxn ang="0">
                        <a:pos x="connsiteX4589" y="connsiteY4589"/>
                      </a:cxn>
                      <a:cxn ang="0">
                        <a:pos x="connsiteX4590" y="connsiteY4590"/>
                      </a:cxn>
                      <a:cxn ang="0">
                        <a:pos x="connsiteX4591" y="connsiteY4591"/>
                      </a:cxn>
                      <a:cxn ang="0">
                        <a:pos x="connsiteX4592" y="connsiteY4592"/>
                      </a:cxn>
                      <a:cxn ang="0">
                        <a:pos x="connsiteX4593" y="connsiteY4593"/>
                      </a:cxn>
                      <a:cxn ang="0">
                        <a:pos x="connsiteX4594" y="connsiteY4594"/>
                      </a:cxn>
                      <a:cxn ang="0">
                        <a:pos x="connsiteX4595" y="connsiteY4595"/>
                      </a:cxn>
                      <a:cxn ang="0">
                        <a:pos x="connsiteX4596" y="connsiteY4596"/>
                      </a:cxn>
                      <a:cxn ang="0">
                        <a:pos x="connsiteX4597" y="connsiteY4597"/>
                      </a:cxn>
                      <a:cxn ang="0">
                        <a:pos x="connsiteX4598" y="connsiteY4598"/>
                      </a:cxn>
                      <a:cxn ang="0">
                        <a:pos x="connsiteX4599" y="connsiteY4599"/>
                      </a:cxn>
                      <a:cxn ang="0">
                        <a:pos x="connsiteX4600" y="connsiteY4600"/>
                      </a:cxn>
                      <a:cxn ang="0">
                        <a:pos x="connsiteX4601" y="connsiteY4601"/>
                      </a:cxn>
                      <a:cxn ang="0">
                        <a:pos x="connsiteX4602" y="connsiteY4602"/>
                      </a:cxn>
                      <a:cxn ang="0">
                        <a:pos x="connsiteX4603" y="connsiteY4603"/>
                      </a:cxn>
                      <a:cxn ang="0">
                        <a:pos x="connsiteX4604" y="connsiteY4604"/>
                      </a:cxn>
                      <a:cxn ang="0">
                        <a:pos x="connsiteX4605" y="connsiteY4605"/>
                      </a:cxn>
                      <a:cxn ang="0">
                        <a:pos x="connsiteX4606" y="connsiteY4606"/>
                      </a:cxn>
                      <a:cxn ang="0">
                        <a:pos x="connsiteX4607" y="connsiteY4607"/>
                      </a:cxn>
                      <a:cxn ang="0">
                        <a:pos x="connsiteX4608" y="connsiteY4608"/>
                      </a:cxn>
                      <a:cxn ang="0">
                        <a:pos x="connsiteX4609" y="connsiteY4609"/>
                      </a:cxn>
                      <a:cxn ang="0">
                        <a:pos x="connsiteX4610" y="connsiteY4610"/>
                      </a:cxn>
                      <a:cxn ang="0">
                        <a:pos x="connsiteX4611" y="connsiteY4611"/>
                      </a:cxn>
                      <a:cxn ang="0">
                        <a:pos x="connsiteX4612" y="connsiteY4612"/>
                      </a:cxn>
                      <a:cxn ang="0">
                        <a:pos x="connsiteX4613" y="connsiteY4613"/>
                      </a:cxn>
                      <a:cxn ang="0">
                        <a:pos x="connsiteX4614" y="connsiteY4614"/>
                      </a:cxn>
                      <a:cxn ang="0">
                        <a:pos x="connsiteX4615" y="connsiteY4615"/>
                      </a:cxn>
                      <a:cxn ang="0">
                        <a:pos x="connsiteX4616" y="connsiteY4616"/>
                      </a:cxn>
                      <a:cxn ang="0">
                        <a:pos x="connsiteX4617" y="connsiteY4617"/>
                      </a:cxn>
                      <a:cxn ang="0">
                        <a:pos x="connsiteX4618" y="connsiteY4618"/>
                      </a:cxn>
                      <a:cxn ang="0">
                        <a:pos x="connsiteX4619" y="connsiteY4619"/>
                      </a:cxn>
                      <a:cxn ang="0">
                        <a:pos x="connsiteX4620" y="connsiteY4620"/>
                      </a:cxn>
                      <a:cxn ang="0">
                        <a:pos x="connsiteX4621" y="connsiteY4621"/>
                      </a:cxn>
                      <a:cxn ang="0">
                        <a:pos x="connsiteX4622" y="connsiteY4622"/>
                      </a:cxn>
                      <a:cxn ang="0">
                        <a:pos x="connsiteX4623" y="connsiteY4623"/>
                      </a:cxn>
                      <a:cxn ang="0">
                        <a:pos x="connsiteX4624" y="connsiteY4624"/>
                      </a:cxn>
                      <a:cxn ang="0">
                        <a:pos x="connsiteX4625" y="connsiteY4625"/>
                      </a:cxn>
                      <a:cxn ang="0">
                        <a:pos x="connsiteX4626" y="connsiteY4626"/>
                      </a:cxn>
                      <a:cxn ang="0">
                        <a:pos x="connsiteX4627" y="connsiteY4627"/>
                      </a:cxn>
                      <a:cxn ang="0">
                        <a:pos x="connsiteX4628" y="connsiteY4628"/>
                      </a:cxn>
                      <a:cxn ang="0">
                        <a:pos x="connsiteX4629" y="connsiteY4629"/>
                      </a:cxn>
                      <a:cxn ang="0">
                        <a:pos x="connsiteX4630" y="connsiteY4630"/>
                      </a:cxn>
                      <a:cxn ang="0">
                        <a:pos x="connsiteX4631" y="connsiteY4631"/>
                      </a:cxn>
                      <a:cxn ang="0">
                        <a:pos x="connsiteX4632" y="connsiteY4632"/>
                      </a:cxn>
                      <a:cxn ang="0">
                        <a:pos x="connsiteX4633" y="connsiteY4633"/>
                      </a:cxn>
                      <a:cxn ang="0">
                        <a:pos x="connsiteX4634" y="connsiteY4634"/>
                      </a:cxn>
                      <a:cxn ang="0">
                        <a:pos x="connsiteX4635" y="connsiteY4635"/>
                      </a:cxn>
                      <a:cxn ang="0">
                        <a:pos x="connsiteX4636" y="connsiteY4636"/>
                      </a:cxn>
                      <a:cxn ang="0">
                        <a:pos x="connsiteX4637" y="connsiteY4637"/>
                      </a:cxn>
                      <a:cxn ang="0">
                        <a:pos x="connsiteX4638" y="connsiteY4638"/>
                      </a:cxn>
                      <a:cxn ang="0">
                        <a:pos x="connsiteX4639" y="connsiteY4639"/>
                      </a:cxn>
                      <a:cxn ang="0">
                        <a:pos x="connsiteX4640" y="connsiteY4640"/>
                      </a:cxn>
                      <a:cxn ang="0">
                        <a:pos x="connsiteX4641" y="connsiteY4641"/>
                      </a:cxn>
                      <a:cxn ang="0">
                        <a:pos x="connsiteX4642" y="connsiteY4642"/>
                      </a:cxn>
                      <a:cxn ang="0">
                        <a:pos x="connsiteX4643" y="connsiteY4643"/>
                      </a:cxn>
                      <a:cxn ang="0">
                        <a:pos x="connsiteX4644" y="connsiteY4644"/>
                      </a:cxn>
                      <a:cxn ang="0">
                        <a:pos x="connsiteX4645" y="connsiteY4645"/>
                      </a:cxn>
                      <a:cxn ang="0">
                        <a:pos x="connsiteX4646" y="connsiteY4646"/>
                      </a:cxn>
                      <a:cxn ang="0">
                        <a:pos x="connsiteX4647" y="connsiteY4647"/>
                      </a:cxn>
                      <a:cxn ang="0">
                        <a:pos x="connsiteX4648" y="connsiteY4648"/>
                      </a:cxn>
                      <a:cxn ang="0">
                        <a:pos x="connsiteX4649" y="connsiteY4649"/>
                      </a:cxn>
                      <a:cxn ang="0">
                        <a:pos x="connsiteX4650" y="connsiteY4650"/>
                      </a:cxn>
                      <a:cxn ang="0">
                        <a:pos x="connsiteX4651" y="connsiteY4651"/>
                      </a:cxn>
                      <a:cxn ang="0">
                        <a:pos x="connsiteX4652" y="connsiteY4652"/>
                      </a:cxn>
                      <a:cxn ang="0">
                        <a:pos x="connsiteX4653" y="connsiteY4653"/>
                      </a:cxn>
                      <a:cxn ang="0">
                        <a:pos x="connsiteX4654" y="connsiteY4654"/>
                      </a:cxn>
                      <a:cxn ang="0">
                        <a:pos x="connsiteX4655" y="connsiteY4655"/>
                      </a:cxn>
                      <a:cxn ang="0">
                        <a:pos x="connsiteX4656" y="connsiteY4656"/>
                      </a:cxn>
                      <a:cxn ang="0">
                        <a:pos x="connsiteX4657" y="connsiteY4657"/>
                      </a:cxn>
                      <a:cxn ang="0">
                        <a:pos x="connsiteX4658" y="connsiteY4658"/>
                      </a:cxn>
                      <a:cxn ang="0">
                        <a:pos x="connsiteX4659" y="connsiteY4659"/>
                      </a:cxn>
                      <a:cxn ang="0">
                        <a:pos x="connsiteX4660" y="connsiteY4660"/>
                      </a:cxn>
                      <a:cxn ang="0">
                        <a:pos x="connsiteX4661" y="connsiteY4661"/>
                      </a:cxn>
                      <a:cxn ang="0">
                        <a:pos x="connsiteX4662" y="connsiteY4662"/>
                      </a:cxn>
                      <a:cxn ang="0">
                        <a:pos x="connsiteX4663" y="connsiteY4663"/>
                      </a:cxn>
                      <a:cxn ang="0">
                        <a:pos x="connsiteX4664" y="connsiteY4664"/>
                      </a:cxn>
                      <a:cxn ang="0">
                        <a:pos x="connsiteX4665" y="connsiteY4665"/>
                      </a:cxn>
                      <a:cxn ang="0">
                        <a:pos x="connsiteX4666" y="connsiteY4666"/>
                      </a:cxn>
                      <a:cxn ang="0">
                        <a:pos x="connsiteX4667" y="connsiteY4667"/>
                      </a:cxn>
                      <a:cxn ang="0">
                        <a:pos x="connsiteX4668" y="connsiteY4668"/>
                      </a:cxn>
                      <a:cxn ang="0">
                        <a:pos x="connsiteX4669" y="connsiteY4669"/>
                      </a:cxn>
                      <a:cxn ang="0">
                        <a:pos x="connsiteX4670" y="connsiteY4670"/>
                      </a:cxn>
                      <a:cxn ang="0">
                        <a:pos x="connsiteX4671" y="connsiteY4671"/>
                      </a:cxn>
                      <a:cxn ang="0">
                        <a:pos x="connsiteX4672" y="connsiteY4672"/>
                      </a:cxn>
                      <a:cxn ang="0">
                        <a:pos x="connsiteX4673" y="connsiteY4673"/>
                      </a:cxn>
                      <a:cxn ang="0">
                        <a:pos x="connsiteX4674" y="connsiteY4674"/>
                      </a:cxn>
                      <a:cxn ang="0">
                        <a:pos x="connsiteX4675" y="connsiteY4675"/>
                      </a:cxn>
                      <a:cxn ang="0">
                        <a:pos x="connsiteX4676" y="connsiteY4676"/>
                      </a:cxn>
                      <a:cxn ang="0">
                        <a:pos x="connsiteX4677" y="connsiteY4677"/>
                      </a:cxn>
                      <a:cxn ang="0">
                        <a:pos x="connsiteX4678" y="connsiteY4678"/>
                      </a:cxn>
                      <a:cxn ang="0">
                        <a:pos x="connsiteX4679" y="connsiteY4679"/>
                      </a:cxn>
                      <a:cxn ang="0">
                        <a:pos x="connsiteX4680" y="connsiteY4680"/>
                      </a:cxn>
                      <a:cxn ang="0">
                        <a:pos x="connsiteX4681" y="connsiteY4681"/>
                      </a:cxn>
                      <a:cxn ang="0">
                        <a:pos x="connsiteX4682" y="connsiteY4682"/>
                      </a:cxn>
                      <a:cxn ang="0">
                        <a:pos x="connsiteX4683" y="connsiteY4683"/>
                      </a:cxn>
                      <a:cxn ang="0">
                        <a:pos x="connsiteX4684" y="connsiteY4684"/>
                      </a:cxn>
                      <a:cxn ang="0">
                        <a:pos x="connsiteX4685" y="connsiteY4685"/>
                      </a:cxn>
                      <a:cxn ang="0">
                        <a:pos x="connsiteX4686" y="connsiteY4686"/>
                      </a:cxn>
                      <a:cxn ang="0">
                        <a:pos x="connsiteX4687" y="connsiteY4687"/>
                      </a:cxn>
                      <a:cxn ang="0">
                        <a:pos x="connsiteX4688" y="connsiteY4688"/>
                      </a:cxn>
                      <a:cxn ang="0">
                        <a:pos x="connsiteX4689" y="connsiteY4689"/>
                      </a:cxn>
                      <a:cxn ang="0">
                        <a:pos x="connsiteX4690" y="connsiteY4690"/>
                      </a:cxn>
                      <a:cxn ang="0">
                        <a:pos x="connsiteX4691" y="connsiteY4691"/>
                      </a:cxn>
                      <a:cxn ang="0">
                        <a:pos x="connsiteX4692" y="connsiteY4692"/>
                      </a:cxn>
                      <a:cxn ang="0">
                        <a:pos x="connsiteX4693" y="connsiteY4693"/>
                      </a:cxn>
                      <a:cxn ang="0">
                        <a:pos x="connsiteX4694" y="connsiteY4694"/>
                      </a:cxn>
                      <a:cxn ang="0">
                        <a:pos x="connsiteX4695" y="connsiteY4695"/>
                      </a:cxn>
                      <a:cxn ang="0">
                        <a:pos x="connsiteX4696" y="connsiteY4696"/>
                      </a:cxn>
                      <a:cxn ang="0">
                        <a:pos x="connsiteX4697" y="connsiteY4697"/>
                      </a:cxn>
                      <a:cxn ang="0">
                        <a:pos x="connsiteX4698" y="connsiteY4698"/>
                      </a:cxn>
                      <a:cxn ang="0">
                        <a:pos x="connsiteX4699" y="connsiteY4699"/>
                      </a:cxn>
                      <a:cxn ang="0">
                        <a:pos x="connsiteX4700" y="connsiteY4700"/>
                      </a:cxn>
                      <a:cxn ang="0">
                        <a:pos x="connsiteX4701" y="connsiteY4701"/>
                      </a:cxn>
                      <a:cxn ang="0">
                        <a:pos x="connsiteX4702" y="connsiteY4702"/>
                      </a:cxn>
                      <a:cxn ang="0">
                        <a:pos x="connsiteX4703" y="connsiteY4703"/>
                      </a:cxn>
                      <a:cxn ang="0">
                        <a:pos x="connsiteX4704" y="connsiteY4704"/>
                      </a:cxn>
                      <a:cxn ang="0">
                        <a:pos x="connsiteX4705" y="connsiteY4705"/>
                      </a:cxn>
                      <a:cxn ang="0">
                        <a:pos x="connsiteX4706" y="connsiteY4706"/>
                      </a:cxn>
                      <a:cxn ang="0">
                        <a:pos x="connsiteX4707" y="connsiteY4707"/>
                      </a:cxn>
                      <a:cxn ang="0">
                        <a:pos x="connsiteX4708" y="connsiteY4708"/>
                      </a:cxn>
                      <a:cxn ang="0">
                        <a:pos x="connsiteX4709" y="connsiteY4709"/>
                      </a:cxn>
                      <a:cxn ang="0">
                        <a:pos x="connsiteX4710" y="connsiteY4710"/>
                      </a:cxn>
                      <a:cxn ang="0">
                        <a:pos x="connsiteX4711" y="connsiteY4711"/>
                      </a:cxn>
                      <a:cxn ang="0">
                        <a:pos x="connsiteX4712" y="connsiteY4712"/>
                      </a:cxn>
                      <a:cxn ang="0">
                        <a:pos x="connsiteX4713" y="connsiteY4713"/>
                      </a:cxn>
                      <a:cxn ang="0">
                        <a:pos x="connsiteX4714" y="connsiteY4714"/>
                      </a:cxn>
                      <a:cxn ang="0">
                        <a:pos x="connsiteX4715" y="connsiteY4715"/>
                      </a:cxn>
                      <a:cxn ang="0">
                        <a:pos x="connsiteX4716" y="connsiteY4716"/>
                      </a:cxn>
                      <a:cxn ang="0">
                        <a:pos x="connsiteX4717" y="connsiteY4717"/>
                      </a:cxn>
                      <a:cxn ang="0">
                        <a:pos x="connsiteX4718" y="connsiteY4718"/>
                      </a:cxn>
                      <a:cxn ang="0">
                        <a:pos x="connsiteX4719" y="connsiteY4719"/>
                      </a:cxn>
                      <a:cxn ang="0">
                        <a:pos x="connsiteX4720" y="connsiteY4720"/>
                      </a:cxn>
                      <a:cxn ang="0">
                        <a:pos x="connsiteX4721" y="connsiteY4721"/>
                      </a:cxn>
                      <a:cxn ang="0">
                        <a:pos x="connsiteX4722" y="connsiteY4722"/>
                      </a:cxn>
                      <a:cxn ang="0">
                        <a:pos x="connsiteX4723" y="connsiteY4723"/>
                      </a:cxn>
                      <a:cxn ang="0">
                        <a:pos x="connsiteX4724" y="connsiteY4724"/>
                      </a:cxn>
                      <a:cxn ang="0">
                        <a:pos x="connsiteX4725" y="connsiteY4725"/>
                      </a:cxn>
                      <a:cxn ang="0">
                        <a:pos x="connsiteX4726" y="connsiteY4726"/>
                      </a:cxn>
                      <a:cxn ang="0">
                        <a:pos x="connsiteX4727" y="connsiteY4727"/>
                      </a:cxn>
                      <a:cxn ang="0">
                        <a:pos x="connsiteX4728" y="connsiteY4728"/>
                      </a:cxn>
                      <a:cxn ang="0">
                        <a:pos x="connsiteX4729" y="connsiteY4729"/>
                      </a:cxn>
                      <a:cxn ang="0">
                        <a:pos x="connsiteX4730" y="connsiteY4730"/>
                      </a:cxn>
                      <a:cxn ang="0">
                        <a:pos x="connsiteX4731" y="connsiteY4731"/>
                      </a:cxn>
                      <a:cxn ang="0">
                        <a:pos x="connsiteX4732" y="connsiteY4732"/>
                      </a:cxn>
                      <a:cxn ang="0">
                        <a:pos x="connsiteX4733" y="connsiteY4733"/>
                      </a:cxn>
                      <a:cxn ang="0">
                        <a:pos x="connsiteX4734" y="connsiteY4734"/>
                      </a:cxn>
                      <a:cxn ang="0">
                        <a:pos x="connsiteX4735" y="connsiteY4735"/>
                      </a:cxn>
                      <a:cxn ang="0">
                        <a:pos x="connsiteX4736" y="connsiteY4736"/>
                      </a:cxn>
                      <a:cxn ang="0">
                        <a:pos x="connsiteX4737" y="connsiteY4737"/>
                      </a:cxn>
                      <a:cxn ang="0">
                        <a:pos x="connsiteX4738" y="connsiteY4738"/>
                      </a:cxn>
                      <a:cxn ang="0">
                        <a:pos x="connsiteX4739" y="connsiteY4739"/>
                      </a:cxn>
                      <a:cxn ang="0">
                        <a:pos x="connsiteX4740" y="connsiteY4740"/>
                      </a:cxn>
                      <a:cxn ang="0">
                        <a:pos x="connsiteX4741" y="connsiteY4741"/>
                      </a:cxn>
                      <a:cxn ang="0">
                        <a:pos x="connsiteX4742" y="connsiteY4742"/>
                      </a:cxn>
                      <a:cxn ang="0">
                        <a:pos x="connsiteX4743" y="connsiteY4743"/>
                      </a:cxn>
                      <a:cxn ang="0">
                        <a:pos x="connsiteX4744" y="connsiteY4744"/>
                      </a:cxn>
                      <a:cxn ang="0">
                        <a:pos x="connsiteX4745" y="connsiteY4745"/>
                      </a:cxn>
                      <a:cxn ang="0">
                        <a:pos x="connsiteX4746" y="connsiteY4746"/>
                      </a:cxn>
                      <a:cxn ang="0">
                        <a:pos x="connsiteX4747" y="connsiteY4747"/>
                      </a:cxn>
                      <a:cxn ang="0">
                        <a:pos x="connsiteX4748" y="connsiteY4748"/>
                      </a:cxn>
                      <a:cxn ang="0">
                        <a:pos x="connsiteX4749" y="connsiteY4749"/>
                      </a:cxn>
                      <a:cxn ang="0">
                        <a:pos x="connsiteX4750" y="connsiteY4750"/>
                      </a:cxn>
                      <a:cxn ang="0">
                        <a:pos x="connsiteX4751" y="connsiteY4751"/>
                      </a:cxn>
                      <a:cxn ang="0">
                        <a:pos x="connsiteX4752" y="connsiteY4752"/>
                      </a:cxn>
                      <a:cxn ang="0">
                        <a:pos x="connsiteX4753" y="connsiteY4753"/>
                      </a:cxn>
                      <a:cxn ang="0">
                        <a:pos x="connsiteX4754" y="connsiteY4754"/>
                      </a:cxn>
                      <a:cxn ang="0">
                        <a:pos x="connsiteX4755" y="connsiteY4755"/>
                      </a:cxn>
                      <a:cxn ang="0">
                        <a:pos x="connsiteX4756" y="connsiteY4756"/>
                      </a:cxn>
                      <a:cxn ang="0">
                        <a:pos x="connsiteX4757" y="connsiteY4757"/>
                      </a:cxn>
                      <a:cxn ang="0">
                        <a:pos x="connsiteX4758" y="connsiteY4758"/>
                      </a:cxn>
                      <a:cxn ang="0">
                        <a:pos x="connsiteX4759" y="connsiteY4759"/>
                      </a:cxn>
                      <a:cxn ang="0">
                        <a:pos x="connsiteX4760" y="connsiteY4760"/>
                      </a:cxn>
                      <a:cxn ang="0">
                        <a:pos x="connsiteX4761" y="connsiteY4761"/>
                      </a:cxn>
                      <a:cxn ang="0">
                        <a:pos x="connsiteX4762" y="connsiteY4762"/>
                      </a:cxn>
                      <a:cxn ang="0">
                        <a:pos x="connsiteX4763" y="connsiteY4763"/>
                      </a:cxn>
                      <a:cxn ang="0">
                        <a:pos x="connsiteX4764" y="connsiteY4764"/>
                      </a:cxn>
                      <a:cxn ang="0">
                        <a:pos x="connsiteX4765" y="connsiteY4765"/>
                      </a:cxn>
                      <a:cxn ang="0">
                        <a:pos x="connsiteX4766" y="connsiteY4766"/>
                      </a:cxn>
                      <a:cxn ang="0">
                        <a:pos x="connsiteX4767" y="connsiteY4767"/>
                      </a:cxn>
                      <a:cxn ang="0">
                        <a:pos x="connsiteX4768" y="connsiteY4768"/>
                      </a:cxn>
                      <a:cxn ang="0">
                        <a:pos x="connsiteX4769" y="connsiteY4769"/>
                      </a:cxn>
                      <a:cxn ang="0">
                        <a:pos x="connsiteX4770" y="connsiteY4770"/>
                      </a:cxn>
                      <a:cxn ang="0">
                        <a:pos x="connsiteX4771" y="connsiteY4771"/>
                      </a:cxn>
                      <a:cxn ang="0">
                        <a:pos x="connsiteX4772" y="connsiteY4772"/>
                      </a:cxn>
                      <a:cxn ang="0">
                        <a:pos x="connsiteX4773" y="connsiteY4773"/>
                      </a:cxn>
                      <a:cxn ang="0">
                        <a:pos x="connsiteX4774" y="connsiteY4774"/>
                      </a:cxn>
                      <a:cxn ang="0">
                        <a:pos x="connsiteX4775" y="connsiteY4775"/>
                      </a:cxn>
                      <a:cxn ang="0">
                        <a:pos x="connsiteX4776" y="connsiteY4776"/>
                      </a:cxn>
                      <a:cxn ang="0">
                        <a:pos x="connsiteX4777" y="connsiteY4777"/>
                      </a:cxn>
                      <a:cxn ang="0">
                        <a:pos x="connsiteX4778" y="connsiteY4778"/>
                      </a:cxn>
                      <a:cxn ang="0">
                        <a:pos x="connsiteX4779" y="connsiteY4779"/>
                      </a:cxn>
                      <a:cxn ang="0">
                        <a:pos x="connsiteX4780" y="connsiteY4780"/>
                      </a:cxn>
                      <a:cxn ang="0">
                        <a:pos x="connsiteX4781" y="connsiteY4781"/>
                      </a:cxn>
                      <a:cxn ang="0">
                        <a:pos x="connsiteX4782" y="connsiteY4782"/>
                      </a:cxn>
                      <a:cxn ang="0">
                        <a:pos x="connsiteX4783" y="connsiteY4783"/>
                      </a:cxn>
                      <a:cxn ang="0">
                        <a:pos x="connsiteX4784" y="connsiteY4784"/>
                      </a:cxn>
                      <a:cxn ang="0">
                        <a:pos x="connsiteX4785" y="connsiteY4785"/>
                      </a:cxn>
                      <a:cxn ang="0">
                        <a:pos x="connsiteX4786" y="connsiteY4786"/>
                      </a:cxn>
                      <a:cxn ang="0">
                        <a:pos x="connsiteX4787" y="connsiteY4787"/>
                      </a:cxn>
                      <a:cxn ang="0">
                        <a:pos x="connsiteX4788" y="connsiteY4788"/>
                      </a:cxn>
                      <a:cxn ang="0">
                        <a:pos x="connsiteX4789" y="connsiteY4789"/>
                      </a:cxn>
                      <a:cxn ang="0">
                        <a:pos x="connsiteX4790" y="connsiteY4790"/>
                      </a:cxn>
                      <a:cxn ang="0">
                        <a:pos x="connsiteX4791" y="connsiteY4791"/>
                      </a:cxn>
                      <a:cxn ang="0">
                        <a:pos x="connsiteX4792" y="connsiteY4792"/>
                      </a:cxn>
                      <a:cxn ang="0">
                        <a:pos x="connsiteX4793" y="connsiteY4793"/>
                      </a:cxn>
                      <a:cxn ang="0">
                        <a:pos x="connsiteX4794" y="connsiteY4794"/>
                      </a:cxn>
                      <a:cxn ang="0">
                        <a:pos x="connsiteX4795" y="connsiteY4795"/>
                      </a:cxn>
                      <a:cxn ang="0">
                        <a:pos x="connsiteX4796" y="connsiteY4796"/>
                      </a:cxn>
                      <a:cxn ang="0">
                        <a:pos x="connsiteX4797" y="connsiteY4797"/>
                      </a:cxn>
                      <a:cxn ang="0">
                        <a:pos x="connsiteX4798" y="connsiteY4798"/>
                      </a:cxn>
                      <a:cxn ang="0">
                        <a:pos x="connsiteX4799" y="connsiteY4799"/>
                      </a:cxn>
                      <a:cxn ang="0">
                        <a:pos x="connsiteX4800" y="connsiteY4800"/>
                      </a:cxn>
                      <a:cxn ang="0">
                        <a:pos x="connsiteX4801" y="connsiteY4801"/>
                      </a:cxn>
                      <a:cxn ang="0">
                        <a:pos x="connsiteX4802" y="connsiteY4802"/>
                      </a:cxn>
                      <a:cxn ang="0">
                        <a:pos x="connsiteX4803" y="connsiteY4803"/>
                      </a:cxn>
                      <a:cxn ang="0">
                        <a:pos x="connsiteX4804" y="connsiteY4804"/>
                      </a:cxn>
                      <a:cxn ang="0">
                        <a:pos x="connsiteX4805" y="connsiteY4805"/>
                      </a:cxn>
                      <a:cxn ang="0">
                        <a:pos x="connsiteX4806" y="connsiteY4806"/>
                      </a:cxn>
                      <a:cxn ang="0">
                        <a:pos x="connsiteX4807" y="connsiteY4807"/>
                      </a:cxn>
                      <a:cxn ang="0">
                        <a:pos x="connsiteX4808" y="connsiteY4808"/>
                      </a:cxn>
                      <a:cxn ang="0">
                        <a:pos x="connsiteX4809" y="connsiteY4809"/>
                      </a:cxn>
                      <a:cxn ang="0">
                        <a:pos x="connsiteX4810" y="connsiteY4810"/>
                      </a:cxn>
                      <a:cxn ang="0">
                        <a:pos x="connsiteX4811" y="connsiteY4811"/>
                      </a:cxn>
                      <a:cxn ang="0">
                        <a:pos x="connsiteX4812" y="connsiteY4812"/>
                      </a:cxn>
                      <a:cxn ang="0">
                        <a:pos x="connsiteX4813" y="connsiteY4813"/>
                      </a:cxn>
                      <a:cxn ang="0">
                        <a:pos x="connsiteX4814" y="connsiteY4814"/>
                      </a:cxn>
                      <a:cxn ang="0">
                        <a:pos x="connsiteX4815" y="connsiteY4815"/>
                      </a:cxn>
                      <a:cxn ang="0">
                        <a:pos x="connsiteX4816" y="connsiteY4816"/>
                      </a:cxn>
                      <a:cxn ang="0">
                        <a:pos x="connsiteX4817" y="connsiteY4817"/>
                      </a:cxn>
                      <a:cxn ang="0">
                        <a:pos x="connsiteX4818" y="connsiteY4818"/>
                      </a:cxn>
                      <a:cxn ang="0">
                        <a:pos x="connsiteX4819" y="connsiteY4819"/>
                      </a:cxn>
                      <a:cxn ang="0">
                        <a:pos x="connsiteX4820" y="connsiteY4820"/>
                      </a:cxn>
                      <a:cxn ang="0">
                        <a:pos x="connsiteX4821" y="connsiteY4821"/>
                      </a:cxn>
                      <a:cxn ang="0">
                        <a:pos x="connsiteX4822" y="connsiteY4822"/>
                      </a:cxn>
                      <a:cxn ang="0">
                        <a:pos x="connsiteX4823" y="connsiteY4823"/>
                      </a:cxn>
                      <a:cxn ang="0">
                        <a:pos x="connsiteX4824" y="connsiteY4824"/>
                      </a:cxn>
                      <a:cxn ang="0">
                        <a:pos x="connsiteX4825" y="connsiteY4825"/>
                      </a:cxn>
                      <a:cxn ang="0">
                        <a:pos x="connsiteX4826" y="connsiteY4826"/>
                      </a:cxn>
                      <a:cxn ang="0">
                        <a:pos x="connsiteX4827" y="connsiteY4827"/>
                      </a:cxn>
                      <a:cxn ang="0">
                        <a:pos x="connsiteX4828" y="connsiteY4828"/>
                      </a:cxn>
                      <a:cxn ang="0">
                        <a:pos x="connsiteX4829" y="connsiteY4829"/>
                      </a:cxn>
                      <a:cxn ang="0">
                        <a:pos x="connsiteX4830" y="connsiteY4830"/>
                      </a:cxn>
                      <a:cxn ang="0">
                        <a:pos x="connsiteX4831" y="connsiteY4831"/>
                      </a:cxn>
                      <a:cxn ang="0">
                        <a:pos x="connsiteX4832" y="connsiteY4832"/>
                      </a:cxn>
                      <a:cxn ang="0">
                        <a:pos x="connsiteX4833" y="connsiteY4833"/>
                      </a:cxn>
                      <a:cxn ang="0">
                        <a:pos x="connsiteX4834" y="connsiteY4834"/>
                      </a:cxn>
                      <a:cxn ang="0">
                        <a:pos x="connsiteX4835" y="connsiteY4835"/>
                      </a:cxn>
                      <a:cxn ang="0">
                        <a:pos x="connsiteX4836" y="connsiteY4836"/>
                      </a:cxn>
                      <a:cxn ang="0">
                        <a:pos x="connsiteX4837" y="connsiteY4837"/>
                      </a:cxn>
                      <a:cxn ang="0">
                        <a:pos x="connsiteX4838" y="connsiteY4838"/>
                      </a:cxn>
                      <a:cxn ang="0">
                        <a:pos x="connsiteX4839" y="connsiteY4839"/>
                      </a:cxn>
                      <a:cxn ang="0">
                        <a:pos x="connsiteX4840" y="connsiteY4840"/>
                      </a:cxn>
                      <a:cxn ang="0">
                        <a:pos x="connsiteX4841" y="connsiteY4841"/>
                      </a:cxn>
                      <a:cxn ang="0">
                        <a:pos x="connsiteX4842" y="connsiteY4842"/>
                      </a:cxn>
                      <a:cxn ang="0">
                        <a:pos x="connsiteX4843" y="connsiteY4843"/>
                      </a:cxn>
                      <a:cxn ang="0">
                        <a:pos x="connsiteX4844" y="connsiteY4844"/>
                      </a:cxn>
                      <a:cxn ang="0">
                        <a:pos x="connsiteX4845" y="connsiteY4845"/>
                      </a:cxn>
                      <a:cxn ang="0">
                        <a:pos x="connsiteX4846" y="connsiteY4846"/>
                      </a:cxn>
                      <a:cxn ang="0">
                        <a:pos x="connsiteX4847" y="connsiteY4847"/>
                      </a:cxn>
                      <a:cxn ang="0">
                        <a:pos x="connsiteX4848" y="connsiteY4848"/>
                      </a:cxn>
                      <a:cxn ang="0">
                        <a:pos x="connsiteX4849" y="connsiteY4849"/>
                      </a:cxn>
                      <a:cxn ang="0">
                        <a:pos x="connsiteX4850" y="connsiteY4850"/>
                      </a:cxn>
                      <a:cxn ang="0">
                        <a:pos x="connsiteX4851" y="connsiteY4851"/>
                      </a:cxn>
                      <a:cxn ang="0">
                        <a:pos x="connsiteX4852" y="connsiteY4852"/>
                      </a:cxn>
                      <a:cxn ang="0">
                        <a:pos x="connsiteX4853" y="connsiteY4853"/>
                      </a:cxn>
                      <a:cxn ang="0">
                        <a:pos x="connsiteX4854" y="connsiteY4854"/>
                      </a:cxn>
                      <a:cxn ang="0">
                        <a:pos x="connsiteX4855" y="connsiteY4855"/>
                      </a:cxn>
                      <a:cxn ang="0">
                        <a:pos x="connsiteX4856" y="connsiteY4856"/>
                      </a:cxn>
                      <a:cxn ang="0">
                        <a:pos x="connsiteX4857" y="connsiteY4857"/>
                      </a:cxn>
                      <a:cxn ang="0">
                        <a:pos x="connsiteX4858" y="connsiteY4858"/>
                      </a:cxn>
                      <a:cxn ang="0">
                        <a:pos x="connsiteX4859" y="connsiteY4859"/>
                      </a:cxn>
                      <a:cxn ang="0">
                        <a:pos x="connsiteX4860" y="connsiteY4860"/>
                      </a:cxn>
                      <a:cxn ang="0">
                        <a:pos x="connsiteX4861" y="connsiteY4861"/>
                      </a:cxn>
                      <a:cxn ang="0">
                        <a:pos x="connsiteX4862" y="connsiteY4862"/>
                      </a:cxn>
                      <a:cxn ang="0">
                        <a:pos x="connsiteX4863" y="connsiteY4863"/>
                      </a:cxn>
                      <a:cxn ang="0">
                        <a:pos x="connsiteX4864" y="connsiteY4864"/>
                      </a:cxn>
                      <a:cxn ang="0">
                        <a:pos x="connsiteX4865" y="connsiteY4865"/>
                      </a:cxn>
                      <a:cxn ang="0">
                        <a:pos x="connsiteX4866" y="connsiteY4866"/>
                      </a:cxn>
                      <a:cxn ang="0">
                        <a:pos x="connsiteX4867" y="connsiteY4867"/>
                      </a:cxn>
                      <a:cxn ang="0">
                        <a:pos x="connsiteX4868" y="connsiteY4868"/>
                      </a:cxn>
                      <a:cxn ang="0">
                        <a:pos x="connsiteX4869" y="connsiteY4869"/>
                      </a:cxn>
                      <a:cxn ang="0">
                        <a:pos x="connsiteX4870" y="connsiteY4870"/>
                      </a:cxn>
                      <a:cxn ang="0">
                        <a:pos x="connsiteX4871" y="connsiteY4871"/>
                      </a:cxn>
                      <a:cxn ang="0">
                        <a:pos x="connsiteX4872" y="connsiteY4872"/>
                      </a:cxn>
                      <a:cxn ang="0">
                        <a:pos x="connsiteX4873" y="connsiteY4873"/>
                      </a:cxn>
                      <a:cxn ang="0">
                        <a:pos x="connsiteX4874" y="connsiteY4874"/>
                      </a:cxn>
                      <a:cxn ang="0">
                        <a:pos x="connsiteX4875" y="connsiteY4875"/>
                      </a:cxn>
                      <a:cxn ang="0">
                        <a:pos x="connsiteX4876" y="connsiteY4876"/>
                      </a:cxn>
                      <a:cxn ang="0">
                        <a:pos x="connsiteX4877" y="connsiteY4877"/>
                      </a:cxn>
                      <a:cxn ang="0">
                        <a:pos x="connsiteX4878" y="connsiteY4878"/>
                      </a:cxn>
                      <a:cxn ang="0">
                        <a:pos x="connsiteX4879" y="connsiteY4879"/>
                      </a:cxn>
                      <a:cxn ang="0">
                        <a:pos x="connsiteX4880" y="connsiteY4880"/>
                      </a:cxn>
                      <a:cxn ang="0">
                        <a:pos x="connsiteX4881" y="connsiteY4881"/>
                      </a:cxn>
                      <a:cxn ang="0">
                        <a:pos x="connsiteX4882" y="connsiteY4882"/>
                      </a:cxn>
                      <a:cxn ang="0">
                        <a:pos x="connsiteX4883" y="connsiteY4883"/>
                      </a:cxn>
                      <a:cxn ang="0">
                        <a:pos x="connsiteX4884" y="connsiteY4884"/>
                      </a:cxn>
                      <a:cxn ang="0">
                        <a:pos x="connsiteX4885" y="connsiteY4885"/>
                      </a:cxn>
                      <a:cxn ang="0">
                        <a:pos x="connsiteX4886" y="connsiteY4886"/>
                      </a:cxn>
                      <a:cxn ang="0">
                        <a:pos x="connsiteX4887" y="connsiteY4887"/>
                      </a:cxn>
                      <a:cxn ang="0">
                        <a:pos x="connsiteX4888" y="connsiteY4888"/>
                      </a:cxn>
                      <a:cxn ang="0">
                        <a:pos x="connsiteX4889" y="connsiteY4889"/>
                      </a:cxn>
                      <a:cxn ang="0">
                        <a:pos x="connsiteX4890" y="connsiteY4890"/>
                      </a:cxn>
                      <a:cxn ang="0">
                        <a:pos x="connsiteX4891" y="connsiteY4891"/>
                      </a:cxn>
                      <a:cxn ang="0">
                        <a:pos x="connsiteX4892" y="connsiteY4892"/>
                      </a:cxn>
                      <a:cxn ang="0">
                        <a:pos x="connsiteX4893" y="connsiteY4893"/>
                      </a:cxn>
                      <a:cxn ang="0">
                        <a:pos x="connsiteX4894" y="connsiteY4894"/>
                      </a:cxn>
                      <a:cxn ang="0">
                        <a:pos x="connsiteX4895" y="connsiteY4895"/>
                      </a:cxn>
                      <a:cxn ang="0">
                        <a:pos x="connsiteX4896" y="connsiteY4896"/>
                      </a:cxn>
                      <a:cxn ang="0">
                        <a:pos x="connsiteX4897" y="connsiteY4897"/>
                      </a:cxn>
                      <a:cxn ang="0">
                        <a:pos x="connsiteX4898" y="connsiteY4898"/>
                      </a:cxn>
                      <a:cxn ang="0">
                        <a:pos x="connsiteX4899" y="connsiteY4899"/>
                      </a:cxn>
                      <a:cxn ang="0">
                        <a:pos x="connsiteX4900" y="connsiteY4900"/>
                      </a:cxn>
                      <a:cxn ang="0">
                        <a:pos x="connsiteX4901" y="connsiteY4901"/>
                      </a:cxn>
                      <a:cxn ang="0">
                        <a:pos x="connsiteX4902" y="connsiteY4902"/>
                      </a:cxn>
                      <a:cxn ang="0">
                        <a:pos x="connsiteX4903" y="connsiteY4903"/>
                      </a:cxn>
                      <a:cxn ang="0">
                        <a:pos x="connsiteX4904" y="connsiteY4904"/>
                      </a:cxn>
                      <a:cxn ang="0">
                        <a:pos x="connsiteX4905" y="connsiteY4905"/>
                      </a:cxn>
                      <a:cxn ang="0">
                        <a:pos x="connsiteX4906" y="connsiteY4906"/>
                      </a:cxn>
                      <a:cxn ang="0">
                        <a:pos x="connsiteX4907" y="connsiteY4907"/>
                      </a:cxn>
                      <a:cxn ang="0">
                        <a:pos x="connsiteX4908" y="connsiteY4908"/>
                      </a:cxn>
                      <a:cxn ang="0">
                        <a:pos x="connsiteX4909" y="connsiteY4909"/>
                      </a:cxn>
                      <a:cxn ang="0">
                        <a:pos x="connsiteX4910" y="connsiteY4910"/>
                      </a:cxn>
                      <a:cxn ang="0">
                        <a:pos x="connsiteX4911" y="connsiteY4911"/>
                      </a:cxn>
                      <a:cxn ang="0">
                        <a:pos x="connsiteX4912" y="connsiteY4912"/>
                      </a:cxn>
                      <a:cxn ang="0">
                        <a:pos x="connsiteX4913" y="connsiteY4913"/>
                      </a:cxn>
                      <a:cxn ang="0">
                        <a:pos x="connsiteX4914" y="connsiteY4914"/>
                      </a:cxn>
                      <a:cxn ang="0">
                        <a:pos x="connsiteX4915" y="connsiteY4915"/>
                      </a:cxn>
                      <a:cxn ang="0">
                        <a:pos x="connsiteX4916" y="connsiteY4916"/>
                      </a:cxn>
                      <a:cxn ang="0">
                        <a:pos x="connsiteX4917" y="connsiteY4917"/>
                      </a:cxn>
                      <a:cxn ang="0">
                        <a:pos x="connsiteX4918" y="connsiteY4918"/>
                      </a:cxn>
                      <a:cxn ang="0">
                        <a:pos x="connsiteX4919" y="connsiteY4919"/>
                      </a:cxn>
                      <a:cxn ang="0">
                        <a:pos x="connsiteX4920" y="connsiteY4920"/>
                      </a:cxn>
                      <a:cxn ang="0">
                        <a:pos x="connsiteX4921" y="connsiteY4921"/>
                      </a:cxn>
                      <a:cxn ang="0">
                        <a:pos x="connsiteX4922" y="connsiteY4922"/>
                      </a:cxn>
                      <a:cxn ang="0">
                        <a:pos x="connsiteX4923" y="connsiteY4923"/>
                      </a:cxn>
                      <a:cxn ang="0">
                        <a:pos x="connsiteX4924" y="connsiteY4924"/>
                      </a:cxn>
                      <a:cxn ang="0">
                        <a:pos x="connsiteX4925" y="connsiteY4925"/>
                      </a:cxn>
                      <a:cxn ang="0">
                        <a:pos x="connsiteX4926" y="connsiteY4926"/>
                      </a:cxn>
                      <a:cxn ang="0">
                        <a:pos x="connsiteX4927" y="connsiteY4927"/>
                      </a:cxn>
                      <a:cxn ang="0">
                        <a:pos x="connsiteX4928" y="connsiteY4928"/>
                      </a:cxn>
                      <a:cxn ang="0">
                        <a:pos x="connsiteX4929" y="connsiteY4929"/>
                      </a:cxn>
                      <a:cxn ang="0">
                        <a:pos x="connsiteX4930" y="connsiteY4930"/>
                      </a:cxn>
                      <a:cxn ang="0">
                        <a:pos x="connsiteX4931" y="connsiteY4931"/>
                      </a:cxn>
                      <a:cxn ang="0">
                        <a:pos x="connsiteX4932" y="connsiteY4932"/>
                      </a:cxn>
                      <a:cxn ang="0">
                        <a:pos x="connsiteX4933" y="connsiteY4933"/>
                      </a:cxn>
                      <a:cxn ang="0">
                        <a:pos x="connsiteX4934" y="connsiteY4934"/>
                      </a:cxn>
                      <a:cxn ang="0">
                        <a:pos x="connsiteX4935" y="connsiteY4935"/>
                      </a:cxn>
                      <a:cxn ang="0">
                        <a:pos x="connsiteX4936" y="connsiteY4936"/>
                      </a:cxn>
                      <a:cxn ang="0">
                        <a:pos x="connsiteX4937" y="connsiteY4937"/>
                      </a:cxn>
                      <a:cxn ang="0">
                        <a:pos x="connsiteX4938" y="connsiteY4938"/>
                      </a:cxn>
                      <a:cxn ang="0">
                        <a:pos x="connsiteX4939" y="connsiteY4939"/>
                      </a:cxn>
                      <a:cxn ang="0">
                        <a:pos x="connsiteX4940" y="connsiteY4940"/>
                      </a:cxn>
                      <a:cxn ang="0">
                        <a:pos x="connsiteX4941" y="connsiteY4941"/>
                      </a:cxn>
                      <a:cxn ang="0">
                        <a:pos x="connsiteX4942" y="connsiteY4942"/>
                      </a:cxn>
                      <a:cxn ang="0">
                        <a:pos x="connsiteX4943" y="connsiteY4943"/>
                      </a:cxn>
                      <a:cxn ang="0">
                        <a:pos x="connsiteX4944" y="connsiteY4944"/>
                      </a:cxn>
                      <a:cxn ang="0">
                        <a:pos x="connsiteX4945" y="connsiteY4945"/>
                      </a:cxn>
                      <a:cxn ang="0">
                        <a:pos x="connsiteX4946" y="connsiteY4946"/>
                      </a:cxn>
                      <a:cxn ang="0">
                        <a:pos x="connsiteX4947" y="connsiteY4947"/>
                      </a:cxn>
                      <a:cxn ang="0">
                        <a:pos x="connsiteX4948" y="connsiteY4948"/>
                      </a:cxn>
                      <a:cxn ang="0">
                        <a:pos x="connsiteX4949" y="connsiteY4949"/>
                      </a:cxn>
                      <a:cxn ang="0">
                        <a:pos x="connsiteX4950" y="connsiteY4950"/>
                      </a:cxn>
                      <a:cxn ang="0">
                        <a:pos x="connsiteX4951" y="connsiteY4951"/>
                      </a:cxn>
                      <a:cxn ang="0">
                        <a:pos x="connsiteX4952" y="connsiteY4952"/>
                      </a:cxn>
                      <a:cxn ang="0">
                        <a:pos x="connsiteX4953" y="connsiteY4953"/>
                      </a:cxn>
                      <a:cxn ang="0">
                        <a:pos x="connsiteX4954" y="connsiteY4954"/>
                      </a:cxn>
                      <a:cxn ang="0">
                        <a:pos x="connsiteX4955" y="connsiteY4955"/>
                      </a:cxn>
                      <a:cxn ang="0">
                        <a:pos x="connsiteX4956" y="connsiteY4956"/>
                      </a:cxn>
                      <a:cxn ang="0">
                        <a:pos x="connsiteX4957" y="connsiteY4957"/>
                      </a:cxn>
                      <a:cxn ang="0">
                        <a:pos x="connsiteX4958" y="connsiteY4958"/>
                      </a:cxn>
                      <a:cxn ang="0">
                        <a:pos x="connsiteX4959" y="connsiteY4959"/>
                      </a:cxn>
                      <a:cxn ang="0">
                        <a:pos x="connsiteX4960" y="connsiteY4960"/>
                      </a:cxn>
                      <a:cxn ang="0">
                        <a:pos x="connsiteX4961" y="connsiteY4961"/>
                      </a:cxn>
                      <a:cxn ang="0">
                        <a:pos x="connsiteX4962" y="connsiteY4962"/>
                      </a:cxn>
                      <a:cxn ang="0">
                        <a:pos x="connsiteX4963" y="connsiteY4963"/>
                      </a:cxn>
                      <a:cxn ang="0">
                        <a:pos x="connsiteX4964" y="connsiteY4964"/>
                      </a:cxn>
                      <a:cxn ang="0">
                        <a:pos x="connsiteX4965" y="connsiteY4965"/>
                      </a:cxn>
                    </a:cxnLst>
                    <a:rect l="l" t="t" r="r" b="b"/>
                    <a:pathLst>
                      <a:path w="3567513" h="832404">
                        <a:moveTo>
                          <a:pt x="3567513" y="45176"/>
                        </a:moveTo>
                        <a:cubicBezTo>
                          <a:pt x="3567513" y="22921"/>
                          <a:pt x="3548141" y="4879"/>
                          <a:pt x="3524290" y="4879"/>
                        </a:cubicBezTo>
                        <a:cubicBezTo>
                          <a:pt x="3510149" y="4879"/>
                          <a:pt x="3497647" y="11218"/>
                          <a:pt x="3489757" y="20971"/>
                        </a:cubicBezTo>
                        <a:cubicBezTo>
                          <a:pt x="3473221" y="8026"/>
                          <a:pt x="3452208" y="578"/>
                          <a:pt x="3429555" y="1332"/>
                        </a:cubicBezTo>
                        <a:cubicBezTo>
                          <a:pt x="3392938" y="2529"/>
                          <a:pt x="3362039" y="24828"/>
                          <a:pt x="3347942" y="56170"/>
                        </a:cubicBezTo>
                        <a:cubicBezTo>
                          <a:pt x="3336948" y="22567"/>
                          <a:pt x="3304897" y="-1194"/>
                          <a:pt x="3267792" y="46"/>
                        </a:cubicBezTo>
                        <a:cubicBezTo>
                          <a:pt x="3233878" y="1155"/>
                          <a:pt x="3205551" y="22877"/>
                          <a:pt x="3194246" y="52756"/>
                        </a:cubicBezTo>
                        <a:cubicBezTo>
                          <a:pt x="3195443" y="52845"/>
                          <a:pt x="3196596" y="53022"/>
                          <a:pt x="3197660" y="53421"/>
                        </a:cubicBezTo>
                        <a:cubicBezTo>
                          <a:pt x="3205595" y="56170"/>
                          <a:pt x="3206083" y="67031"/>
                          <a:pt x="3208255" y="73902"/>
                        </a:cubicBezTo>
                        <a:cubicBezTo>
                          <a:pt x="3214772" y="94915"/>
                          <a:pt x="3228825" y="113357"/>
                          <a:pt x="3248153" y="124173"/>
                        </a:cubicBezTo>
                        <a:cubicBezTo>
                          <a:pt x="3257418" y="129360"/>
                          <a:pt x="3257019" y="144300"/>
                          <a:pt x="3249128" y="151437"/>
                        </a:cubicBezTo>
                        <a:cubicBezTo>
                          <a:pt x="3241237" y="158530"/>
                          <a:pt x="3229179" y="158929"/>
                          <a:pt x="3219028" y="155781"/>
                        </a:cubicBezTo>
                        <a:cubicBezTo>
                          <a:pt x="3208876" y="152634"/>
                          <a:pt x="3199965" y="146560"/>
                          <a:pt x="3190523" y="141684"/>
                        </a:cubicBezTo>
                        <a:cubicBezTo>
                          <a:pt x="3180726" y="136675"/>
                          <a:pt x="3175894" y="125636"/>
                          <a:pt x="3171815" y="115440"/>
                        </a:cubicBezTo>
                        <a:cubicBezTo>
                          <a:pt x="3168490" y="107239"/>
                          <a:pt x="3165165" y="98905"/>
                          <a:pt x="3164101" y="90127"/>
                        </a:cubicBezTo>
                        <a:cubicBezTo>
                          <a:pt x="3163037" y="81350"/>
                          <a:pt x="3164500" y="71907"/>
                          <a:pt x="3169953" y="64947"/>
                        </a:cubicBezTo>
                        <a:cubicBezTo>
                          <a:pt x="3172835" y="61268"/>
                          <a:pt x="3178287" y="57233"/>
                          <a:pt x="3184139" y="54840"/>
                        </a:cubicBezTo>
                        <a:cubicBezTo>
                          <a:pt x="3176160" y="49609"/>
                          <a:pt x="3166584" y="46727"/>
                          <a:pt x="3156299" y="47038"/>
                        </a:cubicBezTo>
                        <a:cubicBezTo>
                          <a:pt x="3138966" y="47614"/>
                          <a:pt x="3124159" y="57278"/>
                          <a:pt x="3116135" y="71287"/>
                        </a:cubicBezTo>
                        <a:cubicBezTo>
                          <a:pt x="3100265" y="46905"/>
                          <a:pt x="3072469" y="31122"/>
                          <a:pt x="3041260" y="32142"/>
                        </a:cubicBezTo>
                        <a:cubicBezTo>
                          <a:pt x="3010096" y="33162"/>
                          <a:pt x="2983408" y="50717"/>
                          <a:pt x="2969178" y="76074"/>
                        </a:cubicBezTo>
                        <a:cubicBezTo>
                          <a:pt x="2965322" y="45176"/>
                          <a:pt x="2938457" y="21769"/>
                          <a:pt x="2906760" y="22788"/>
                        </a:cubicBezTo>
                        <a:cubicBezTo>
                          <a:pt x="2880605" y="23631"/>
                          <a:pt x="2858883" y="40920"/>
                          <a:pt x="2851036" y="64371"/>
                        </a:cubicBezTo>
                        <a:cubicBezTo>
                          <a:pt x="2835077" y="47215"/>
                          <a:pt x="2812069" y="36708"/>
                          <a:pt x="2786801" y="37551"/>
                        </a:cubicBezTo>
                        <a:cubicBezTo>
                          <a:pt x="2749917" y="38748"/>
                          <a:pt x="2719418" y="63617"/>
                          <a:pt x="2709221" y="97087"/>
                        </a:cubicBezTo>
                        <a:cubicBezTo>
                          <a:pt x="2697784" y="82059"/>
                          <a:pt x="2679475" y="72572"/>
                          <a:pt x="2659128" y="73237"/>
                        </a:cubicBezTo>
                        <a:cubicBezTo>
                          <a:pt x="2648178" y="73592"/>
                          <a:pt x="2638026" y="76917"/>
                          <a:pt x="2629293" y="82281"/>
                        </a:cubicBezTo>
                        <a:cubicBezTo>
                          <a:pt x="2620560" y="65568"/>
                          <a:pt x="2602872" y="54396"/>
                          <a:pt x="2582789" y="55061"/>
                        </a:cubicBezTo>
                        <a:cubicBezTo>
                          <a:pt x="2568515" y="55549"/>
                          <a:pt x="2555792" y="61888"/>
                          <a:pt x="2546926" y="71730"/>
                        </a:cubicBezTo>
                        <a:cubicBezTo>
                          <a:pt x="2547192" y="69868"/>
                          <a:pt x="2547325" y="68006"/>
                          <a:pt x="2547280" y="66055"/>
                        </a:cubicBezTo>
                        <a:cubicBezTo>
                          <a:pt x="2546704" y="48146"/>
                          <a:pt x="2531720" y="34137"/>
                          <a:pt x="2513811" y="34714"/>
                        </a:cubicBezTo>
                        <a:cubicBezTo>
                          <a:pt x="2495901" y="35290"/>
                          <a:pt x="2481892" y="50274"/>
                          <a:pt x="2482468" y="68183"/>
                        </a:cubicBezTo>
                        <a:cubicBezTo>
                          <a:pt x="2482513" y="69823"/>
                          <a:pt x="2482734" y="71464"/>
                          <a:pt x="2483045" y="73060"/>
                        </a:cubicBezTo>
                        <a:cubicBezTo>
                          <a:pt x="2475597" y="65479"/>
                          <a:pt x="2465180" y="60913"/>
                          <a:pt x="2453742" y="61268"/>
                        </a:cubicBezTo>
                        <a:cubicBezTo>
                          <a:pt x="2437606" y="61800"/>
                          <a:pt x="2424085" y="71996"/>
                          <a:pt x="2418499" y="86049"/>
                        </a:cubicBezTo>
                        <a:cubicBezTo>
                          <a:pt x="2407549" y="70400"/>
                          <a:pt x="2389196" y="60425"/>
                          <a:pt x="2368671" y="61090"/>
                        </a:cubicBezTo>
                        <a:cubicBezTo>
                          <a:pt x="2348589" y="61755"/>
                          <a:pt x="2331211" y="72484"/>
                          <a:pt x="2321237" y="88310"/>
                        </a:cubicBezTo>
                        <a:cubicBezTo>
                          <a:pt x="2321547" y="88221"/>
                          <a:pt x="2321902" y="88132"/>
                          <a:pt x="2322212" y="88044"/>
                        </a:cubicBezTo>
                        <a:cubicBezTo>
                          <a:pt x="2324961" y="87246"/>
                          <a:pt x="2328286" y="86625"/>
                          <a:pt x="2330369" y="88531"/>
                        </a:cubicBezTo>
                        <a:cubicBezTo>
                          <a:pt x="2330635" y="85872"/>
                          <a:pt x="2343491" y="96289"/>
                          <a:pt x="2343757" y="93630"/>
                        </a:cubicBezTo>
                        <a:cubicBezTo>
                          <a:pt x="2348057" y="102008"/>
                          <a:pt x="2352446" y="110918"/>
                          <a:pt x="2352003" y="120316"/>
                        </a:cubicBezTo>
                        <a:cubicBezTo>
                          <a:pt x="2351559" y="129714"/>
                          <a:pt x="2344378" y="139556"/>
                          <a:pt x="2334980" y="139290"/>
                        </a:cubicBezTo>
                        <a:cubicBezTo>
                          <a:pt x="2332054" y="139201"/>
                          <a:pt x="2329349" y="138226"/>
                          <a:pt x="2326778" y="136896"/>
                        </a:cubicBezTo>
                        <a:cubicBezTo>
                          <a:pt x="2325005" y="137961"/>
                          <a:pt x="2323187" y="139024"/>
                          <a:pt x="2321414" y="140088"/>
                        </a:cubicBezTo>
                        <a:cubicBezTo>
                          <a:pt x="2319818" y="141019"/>
                          <a:pt x="2318222" y="141994"/>
                          <a:pt x="2316361" y="142216"/>
                        </a:cubicBezTo>
                        <a:cubicBezTo>
                          <a:pt x="2312060" y="142748"/>
                          <a:pt x="2308115" y="138803"/>
                          <a:pt x="2307494" y="134503"/>
                        </a:cubicBezTo>
                        <a:cubicBezTo>
                          <a:pt x="2307184" y="132463"/>
                          <a:pt x="2307494" y="130424"/>
                          <a:pt x="2308159" y="128429"/>
                        </a:cubicBezTo>
                        <a:cubicBezTo>
                          <a:pt x="2298584" y="126567"/>
                          <a:pt x="2288166" y="127321"/>
                          <a:pt x="2280142" y="121868"/>
                        </a:cubicBezTo>
                        <a:cubicBezTo>
                          <a:pt x="2279300" y="121292"/>
                          <a:pt x="2278458" y="120583"/>
                          <a:pt x="2278369" y="119563"/>
                        </a:cubicBezTo>
                        <a:cubicBezTo>
                          <a:pt x="2278280" y="118721"/>
                          <a:pt x="2278768" y="117923"/>
                          <a:pt x="2279256" y="117169"/>
                        </a:cubicBezTo>
                        <a:cubicBezTo>
                          <a:pt x="2281472" y="113755"/>
                          <a:pt x="2283733" y="110298"/>
                          <a:pt x="2285950" y="106884"/>
                        </a:cubicBezTo>
                        <a:cubicBezTo>
                          <a:pt x="2288255" y="103338"/>
                          <a:pt x="2290604" y="99747"/>
                          <a:pt x="2294062" y="97309"/>
                        </a:cubicBezTo>
                        <a:cubicBezTo>
                          <a:pt x="2297121" y="95181"/>
                          <a:pt x="2300756" y="94117"/>
                          <a:pt x="2304347" y="93097"/>
                        </a:cubicBezTo>
                        <a:cubicBezTo>
                          <a:pt x="2307982" y="92078"/>
                          <a:pt x="2311617" y="91014"/>
                          <a:pt x="2315252" y="89994"/>
                        </a:cubicBezTo>
                        <a:cubicBezTo>
                          <a:pt x="2308292" y="78158"/>
                          <a:pt x="2295259" y="70356"/>
                          <a:pt x="2280585" y="70843"/>
                        </a:cubicBezTo>
                        <a:cubicBezTo>
                          <a:pt x="2273182" y="71065"/>
                          <a:pt x="2266355" y="73414"/>
                          <a:pt x="2260592" y="77227"/>
                        </a:cubicBezTo>
                        <a:cubicBezTo>
                          <a:pt x="2259395" y="59361"/>
                          <a:pt x="2244234" y="45486"/>
                          <a:pt x="2226191" y="46106"/>
                        </a:cubicBezTo>
                        <a:cubicBezTo>
                          <a:pt x="2212138" y="46550"/>
                          <a:pt x="2200435" y="55638"/>
                          <a:pt x="2195913" y="68051"/>
                        </a:cubicBezTo>
                        <a:cubicBezTo>
                          <a:pt x="2185495" y="59628"/>
                          <a:pt x="2172108" y="54751"/>
                          <a:pt x="2157656" y="55239"/>
                        </a:cubicBezTo>
                        <a:cubicBezTo>
                          <a:pt x="2136643" y="55948"/>
                          <a:pt x="2118645" y="67784"/>
                          <a:pt x="2109025" y="84852"/>
                        </a:cubicBezTo>
                        <a:cubicBezTo>
                          <a:pt x="2097676" y="76296"/>
                          <a:pt x="2083490" y="71420"/>
                          <a:pt x="2068240" y="71907"/>
                        </a:cubicBezTo>
                        <a:cubicBezTo>
                          <a:pt x="2057468" y="72262"/>
                          <a:pt x="2047493" y="75321"/>
                          <a:pt x="2038760" y="80286"/>
                        </a:cubicBezTo>
                        <a:cubicBezTo>
                          <a:pt x="2046252" y="82281"/>
                          <a:pt x="2053700" y="84275"/>
                          <a:pt x="2061191" y="86270"/>
                        </a:cubicBezTo>
                        <a:lnTo>
                          <a:pt x="2070501" y="97486"/>
                        </a:lnTo>
                        <a:cubicBezTo>
                          <a:pt x="2072363" y="102850"/>
                          <a:pt x="2073959" y="108303"/>
                          <a:pt x="2075289" y="113800"/>
                        </a:cubicBezTo>
                        <a:cubicBezTo>
                          <a:pt x="2077106" y="121248"/>
                          <a:pt x="2078392" y="129094"/>
                          <a:pt x="2076574" y="136497"/>
                        </a:cubicBezTo>
                        <a:cubicBezTo>
                          <a:pt x="2074579" y="144521"/>
                          <a:pt x="2069082" y="151304"/>
                          <a:pt x="2062610" y="156402"/>
                        </a:cubicBezTo>
                        <a:cubicBezTo>
                          <a:pt x="2056670" y="161057"/>
                          <a:pt x="2049532" y="164603"/>
                          <a:pt x="2041996" y="164736"/>
                        </a:cubicBezTo>
                        <a:cubicBezTo>
                          <a:pt x="2034460" y="164869"/>
                          <a:pt x="2026569" y="161012"/>
                          <a:pt x="2023333" y="154185"/>
                        </a:cubicBezTo>
                        <a:cubicBezTo>
                          <a:pt x="2021249" y="149708"/>
                          <a:pt x="2021294" y="144610"/>
                          <a:pt x="2021426" y="139689"/>
                        </a:cubicBezTo>
                        <a:cubicBezTo>
                          <a:pt x="2021914" y="123420"/>
                          <a:pt x="2023067" y="107150"/>
                          <a:pt x="2024796" y="90969"/>
                        </a:cubicBezTo>
                        <a:cubicBezTo>
                          <a:pt x="2023998" y="91812"/>
                          <a:pt x="2023111" y="92565"/>
                          <a:pt x="2022357" y="93452"/>
                        </a:cubicBezTo>
                        <a:cubicBezTo>
                          <a:pt x="2011629" y="75985"/>
                          <a:pt x="1992124" y="64593"/>
                          <a:pt x="1970180" y="65302"/>
                        </a:cubicBezTo>
                        <a:cubicBezTo>
                          <a:pt x="1951295" y="65923"/>
                          <a:pt x="1934848" y="75365"/>
                          <a:pt x="1924475" y="89551"/>
                        </a:cubicBezTo>
                        <a:cubicBezTo>
                          <a:pt x="1918623" y="66632"/>
                          <a:pt x="1897477" y="50008"/>
                          <a:pt x="1872829" y="50806"/>
                        </a:cubicBezTo>
                        <a:cubicBezTo>
                          <a:pt x="1847339" y="51648"/>
                          <a:pt x="1826858" y="70843"/>
                          <a:pt x="1823489" y="95270"/>
                        </a:cubicBezTo>
                        <a:cubicBezTo>
                          <a:pt x="1815022" y="79488"/>
                          <a:pt x="1798176" y="69026"/>
                          <a:pt x="1779069" y="69646"/>
                        </a:cubicBezTo>
                        <a:cubicBezTo>
                          <a:pt x="1761470" y="70223"/>
                          <a:pt x="1746442" y="80064"/>
                          <a:pt x="1738373" y="94338"/>
                        </a:cubicBezTo>
                        <a:cubicBezTo>
                          <a:pt x="1741698" y="92654"/>
                          <a:pt x="1745378" y="91590"/>
                          <a:pt x="1749013" y="90748"/>
                        </a:cubicBezTo>
                        <a:cubicBezTo>
                          <a:pt x="1763686" y="87246"/>
                          <a:pt x="1778626" y="84719"/>
                          <a:pt x="1793654" y="83256"/>
                        </a:cubicBezTo>
                        <a:lnTo>
                          <a:pt x="1795472" y="94826"/>
                        </a:lnTo>
                        <a:cubicBezTo>
                          <a:pt x="1795560" y="94073"/>
                          <a:pt x="1796802" y="93851"/>
                          <a:pt x="1797112" y="94560"/>
                        </a:cubicBezTo>
                        <a:cubicBezTo>
                          <a:pt x="1794585" y="106884"/>
                          <a:pt x="1792014" y="119164"/>
                          <a:pt x="1789487" y="131488"/>
                        </a:cubicBezTo>
                        <a:cubicBezTo>
                          <a:pt x="1787669" y="140354"/>
                          <a:pt x="1785320" y="150018"/>
                          <a:pt x="1778094" y="155471"/>
                        </a:cubicBezTo>
                        <a:cubicBezTo>
                          <a:pt x="1774902" y="157909"/>
                          <a:pt x="1770957" y="159239"/>
                          <a:pt x="1767056" y="160126"/>
                        </a:cubicBezTo>
                        <a:cubicBezTo>
                          <a:pt x="1751141" y="163717"/>
                          <a:pt x="1733763" y="160214"/>
                          <a:pt x="1720508" y="150683"/>
                        </a:cubicBezTo>
                        <a:cubicBezTo>
                          <a:pt x="1718868" y="149531"/>
                          <a:pt x="1717272" y="148201"/>
                          <a:pt x="1716429" y="146383"/>
                        </a:cubicBezTo>
                        <a:cubicBezTo>
                          <a:pt x="1715233" y="143768"/>
                          <a:pt x="1715942" y="140753"/>
                          <a:pt x="1716695" y="138004"/>
                        </a:cubicBezTo>
                        <a:cubicBezTo>
                          <a:pt x="1719267" y="128429"/>
                          <a:pt x="1722459" y="119031"/>
                          <a:pt x="1726138" y="109810"/>
                        </a:cubicBezTo>
                        <a:cubicBezTo>
                          <a:pt x="1727911" y="105421"/>
                          <a:pt x="1729906" y="100944"/>
                          <a:pt x="1733320" y="97708"/>
                        </a:cubicBezTo>
                        <a:cubicBezTo>
                          <a:pt x="1733320" y="97708"/>
                          <a:pt x="1733364" y="97663"/>
                          <a:pt x="1733364" y="97663"/>
                        </a:cubicBezTo>
                        <a:cubicBezTo>
                          <a:pt x="1720818" y="84852"/>
                          <a:pt x="1703219" y="77094"/>
                          <a:pt x="1683891" y="77714"/>
                        </a:cubicBezTo>
                        <a:cubicBezTo>
                          <a:pt x="1657292" y="78601"/>
                          <a:pt x="1634905" y="95048"/>
                          <a:pt x="1625108" y="118055"/>
                        </a:cubicBezTo>
                        <a:cubicBezTo>
                          <a:pt x="1611676" y="93984"/>
                          <a:pt x="1585609" y="78025"/>
                          <a:pt x="1556129" y="79000"/>
                        </a:cubicBezTo>
                        <a:cubicBezTo>
                          <a:pt x="1534318" y="79710"/>
                          <a:pt x="1514990" y="89595"/>
                          <a:pt x="1501602" y="104756"/>
                        </a:cubicBezTo>
                        <a:cubicBezTo>
                          <a:pt x="1502400" y="110874"/>
                          <a:pt x="1503109" y="116992"/>
                          <a:pt x="1505060" y="122622"/>
                        </a:cubicBezTo>
                        <a:cubicBezTo>
                          <a:pt x="1510911" y="139822"/>
                          <a:pt x="1512108" y="152944"/>
                          <a:pt x="1508872" y="171031"/>
                        </a:cubicBezTo>
                        <a:cubicBezTo>
                          <a:pt x="1508340" y="174045"/>
                          <a:pt x="1507586" y="177415"/>
                          <a:pt x="1505015" y="179144"/>
                        </a:cubicBezTo>
                        <a:cubicBezTo>
                          <a:pt x="1503065" y="180429"/>
                          <a:pt x="1500582" y="180474"/>
                          <a:pt x="1498277" y="180429"/>
                        </a:cubicBezTo>
                        <a:cubicBezTo>
                          <a:pt x="1485997" y="180252"/>
                          <a:pt x="1473496" y="180075"/>
                          <a:pt x="1461926" y="175908"/>
                        </a:cubicBezTo>
                        <a:cubicBezTo>
                          <a:pt x="1450399" y="171785"/>
                          <a:pt x="1439804" y="162875"/>
                          <a:pt x="1436967" y="150949"/>
                        </a:cubicBezTo>
                        <a:cubicBezTo>
                          <a:pt x="1435637" y="145275"/>
                          <a:pt x="1436125" y="139335"/>
                          <a:pt x="1436612" y="133483"/>
                        </a:cubicBezTo>
                        <a:cubicBezTo>
                          <a:pt x="1437410" y="123907"/>
                          <a:pt x="1438253" y="114243"/>
                          <a:pt x="1441267" y="105111"/>
                        </a:cubicBezTo>
                        <a:cubicBezTo>
                          <a:pt x="1446188" y="90305"/>
                          <a:pt x="1456295" y="80862"/>
                          <a:pt x="1471457" y="77360"/>
                        </a:cubicBezTo>
                        <a:cubicBezTo>
                          <a:pt x="1472654" y="77094"/>
                          <a:pt x="1473895" y="76828"/>
                          <a:pt x="1475047" y="76606"/>
                        </a:cubicBezTo>
                        <a:cubicBezTo>
                          <a:pt x="1462856" y="66100"/>
                          <a:pt x="1446897" y="59938"/>
                          <a:pt x="1429564" y="60514"/>
                        </a:cubicBezTo>
                        <a:cubicBezTo>
                          <a:pt x="1398222" y="61533"/>
                          <a:pt x="1372776" y="84143"/>
                          <a:pt x="1366791" y="113578"/>
                        </a:cubicBezTo>
                        <a:cubicBezTo>
                          <a:pt x="1362846" y="109234"/>
                          <a:pt x="1358368" y="105377"/>
                          <a:pt x="1353536" y="102052"/>
                        </a:cubicBezTo>
                        <a:cubicBezTo>
                          <a:pt x="1353359" y="104801"/>
                          <a:pt x="1353315" y="107416"/>
                          <a:pt x="1353669" y="109677"/>
                        </a:cubicBezTo>
                        <a:cubicBezTo>
                          <a:pt x="1355354" y="120981"/>
                          <a:pt x="1370338" y="135256"/>
                          <a:pt x="1365772" y="146472"/>
                        </a:cubicBezTo>
                        <a:cubicBezTo>
                          <a:pt x="1364309" y="150063"/>
                          <a:pt x="1360895" y="152545"/>
                          <a:pt x="1357260" y="153875"/>
                        </a:cubicBezTo>
                        <a:cubicBezTo>
                          <a:pt x="1351009" y="156092"/>
                          <a:pt x="1344005" y="155294"/>
                          <a:pt x="1337843" y="152811"/>
                        </a:cubicBezTo>
                        <a:cubicBezTo>
                          <a:pt x="1331681" y="150373"/>
                          <a:pt x="1326273" y="146383"/>
                          <a:pt x="1321175" y="142216"/>
                        </a:cubicBezTo>
                        <a:cubicBezTo>
                          <a:pt x="1317717" y="139379"/>
                          <a:pt x="1314215" y="136320"/>
                          <a:pt x="1312442" y="132197"/>
                        </a:cubicBezTo>
                        <a:cubicBezTo>
                          <a:pt x="1310801" y="128341"/>
                          <a:pt x="1310846" y="123996"/>
                          <a:pt x="1311067" y="119784"/>
                        </a:cubicBezTo>
                        <a:cubicBezTo>
                          <a:pt x="1311644" y="109145"/>
                          <a:pt x="1313594" y="97885"/>
                          <a:pt x="1319534" y="88930"/>
                        </a:cubicBezTo>
                        <a:cubicBezTo>
                          <a:pt x="1315323" y="88354"/>
                          <a:pt x="1311023" y="88044"/>
                          <a:pt x="1306590" y="88176"/>
                        </a:cubicBezTo>
                        <a:cubicBezTo>
                          <a:pt x="1272012" y="89329"/>
                          <a:pt x="1243418" y="112780"/>
                          <a:pt x="1234197" y="144300"/>
                        </a:cubicBezTo>
                        <a:cubicBezTo>
                          <a:pt x="1222317" y="123819"/>
                          <a:pt x="1199885" y="110342"/>
                          <a:pt x="1174572" y="111184"/>
                        </a:cubicBezTo>
                        <a:cubicBezTo>
                          <a:pt x="1155244" y="111805"/>
                          <a:pt x="1138221" y="120716"/>
                          <a:pt x="1126518" y="134281"/>
                        </a:cubicBezTo>
                        <a:cubicBezTo>
                          <a:pt x="1123991" y="98905"/>
                          <a:pt x="1093979" y="71552"/>
                          <a:pt x="1058248" y="72749"/>
                        </a:cubicBezTo>
                        <a:cubicBezTo>
                          <a:pt x="1023182" y="73902"/>
                          <a:pt x="995475" y="102052"/>
                          <a:pt x="994190" y="136586"/>
                        </a:cubicBezTo>
                        <a:cubicBezTo>
                          <a:pt x="990732" y="131399"/>
                          <a:pt x="986343" y="126878"/>
                          <a:pt x="981334" y="123242"/>
                        </a:cubicBezTo>
                        <a:cubicBezTo>
                          <a:pt x="981289" y="124262"/>
                          <a:pt x="981289" y="125237"/>
                          <a:pt x="981289" y="126168"/>
                        </a:cubicBezTo>
                        <a:cubicBezTo>
                          <a:pt x="981467" y="138492"/>
                          <a:pt x="987540" y="147137"/>
                          <a:pt x="989535" y="158574"/>
                        </a:cubicBezTo>
                        <a:cubicBezTo>
                          <a:pt x="990022" y="161278"/>
                          <a:pt x="989313" y="164382"/>
                          <a:pt x="987052" y="165933"/>
                        </a:cubicBezTo>
                        <a:cubicBezTo>
                          <a:pt x="985589" y="166953"/>
                          <a:pt x="983727" y="167130"/>
                          <a:pt x="981954" y="167219"/>
                        </a:cubicBezTo>
                        <a:cubicBezTo>
                          <a:pt x="968610" y="167795"/>
                          <a:pt x="955134" y="162741"/>
                          <a:pt x="945381" y="153609"/>
                        </a:cubicBezTo>
                        <a:cubicBezTo>
                          <a:pt x="942899" y="151304"/>
                          <a:pt x="940593" y="148600"/>
                          <a:pt x="939662" y="145363"/>
                        </a:cubicBezTo>
                        <a:cubicBezTo>
                          <a:pt x="938997" y="143058"/>
                          <a:pt x="939042" y="140665"/>
                          <a:pt x="939086" y="138271"/>
                        </a:cubicBezTo>
                        <a:cubicBezTo>
                          <a:pt x="939263" y="130912"/>
                          <a:pt x="939441" y="123464"/>
                          <a:pt x="941436" y="116371"/>
                        </a:cubicBezTo>
                        <a:cubicBezTo>
                          <a:pt x="941613" y="115795"/>
                          <a:pt x="941835" y="115219"/>
                          <a:pt x="942056" y="114642"/>
                        </a:cubicBezTo>
                        <a:cubicBezTo>
                          <a:pt x="936870" y="115618"/>
                          <a:pt x="931949" y="117347"/>
                          <a:pt x="927471" y="119740"/>
                        </a:cubicBezTo>
                        <a:cubicBezTo>
                          <a:pt x="928269" y="125725"/>
                          <a:pt x="926895" y="132818"/>
                          <a:pt x="925477" y="138492"/>
                        </a:cubicBezTo>
                        <a:cubicBezTo>
                          <a:pt x="924723" y="141640"/>
                          <a:pt x="923703" y="144787"/>
                          <a:pt x="923925" y="147979"/>
                        </a:cubicBezTo>
                        <a:cubicBezTo>
                          <a:pt x="924280" y="152368"/>
                          <a:pt x="927117" y="156446"/>
                          <a:pt x="931107" y="158264"/>
                        </a:cubicBezTo>
                        <a:cubicBezTo>
                          <a:pt x="926762" y="157688"/>
                          <a:pt x="923615" y="153166"/>
                          <a:pt x="919270" y="152988"/>
                        </a:cubicBezTo>
                        <a:cubicBezTo>
                          <a:pt x="915014" y="152856"/>
                          <a:pt x="912000" y="156801"/>
                          <a:pt x="908852" y="159638"/>
                        </a:cubicBezTo>
                        <a:cubicBezTo>
                          <a:pt x="902557" y="165357"/>
                          <a:pt x="893204" y="167440"/>
                          <a:pt x="885091" y="164914"/>
                        </a:cubicBezTo>
                        <a:cubicBezTo>
                          <a:pt x="889834" y="165579"/>
                          <a:pt x="894666" y="163850"/>
                          <a:pt x="898612" y="161190"/>
                        </a:cubicBezTo>
                        <a:cubicBezTo>
                          <a:pt x="902557" y="158530"/>
                          <a:pt x="905838" y="154939"/>
                          <a:pt x="909030" y="151392"/>
                        </a:cubicBezTo>
                        <a:cubicBezTo>
                          <a:pt x="913507" y="146427"/>
                          <a:pt x="918029" y="141418"/>
                          <a:pt x="921354" y="135611"/>
                        </a:cubicBezTo>
                        <a:cubicBezTo>
                          <a:pt x="923083" y="132552"/>
                          <a:pt x="924501" y="129227"/>
                          <a:pt x="925299" y="125813"/>
                        </a:cubicBezTo>
                        <a:cubicBezTo>
                          <a:pt x="925698" y="124129"/>
                          <a:pt x="925698" y="122178"/>
                          <a:pt x="926141" y="120449"/>
                        </a:cubicBezTo>
                        <a:cubicBezTo>
                          <a:pt x="919802" y="124085"/>
                          <a:pt x="914349" y="129006"/>
                          <a:pt x="910094" y="134901"/>
                        </a:cubicBezTo>
                        <a:cubicBezTo>
                          <a:pt x="899942" y="109810"/>
                          <a:pt x="875072" y="92477"/>
                          <a:pt x="846479" y="93408"/>
                        </a:cubicBezTo>
                        <a:cubicBezTo>
                          <a:pt x="816378" y="94383"/>
                          <a:pt x="791686" y="115263"/>
                          <a:pt x="784504" y="143014"/>
                        </a:cubicBezTo>
                        <a:cubicBezTo>
                          <a:pt x="780115" y="143014"/>
                          <a:pt x="775815" y="143723"/>
                          <a:pt x="771737" y="144920"/>
                        </a:cubicBezTo>
                        <a:cubicBezTo>
                          <a:pt x="772668" y="147846"/>
                          <a:pt x="772269" y="151038"/>
                          <a:pt x="771781" y="154097"/>
                        </a:cubicBezTo>
                        <a:cubicBezTo>
                          <a:pt x="771027" y="158618"/>
                          <a:pt x="770185" y="163362"/>
                          <a:pt x="767437" y="167041"/>
                        </a:cubicBezTo>
                        <a:cubicBezTo>
                          <a:pt x="764599" y="170854"/>
                          <a:pt x="759900" y="173115"/>
                          <a:pt x="755157" y="173602"/>
                        </a:cubicBezTo>
                        <a:cubicBezTo>
                          <a:pt x="750813" y="174045"/>
                          <a:pt x="746468" y="173070"/>
                          <a:pt x="742434" y="171386"/>
                        </a:cubicBezTo>
                        <a:cubicBezTo>
                          <a:pt x="741326" y="174090"/>
                          <a:pt x="740439" y="176971"/>
                          <a:pt x="739863" y="179942"/>
                        </a:cubicBezTo>
                        <a:cubicBezTo>
                          <a:pt x="739774" y="180341"/>
                          <a:pt x="739774" y="180784"/>
                          <a:pt x="739685" y="181183"/>
                        </a:cubicBezTo>
                        <a:cubicBezTo>
                          <a:pt x="739685" y="181183"/>
                          <a:pt x="739641" y="181183"/>
                          <a:pt x="739641" y="181183"/>
                        </a:cubicBezTo>
                        <a:cubicBezTo>
                          <a:pt x="741060" y="181715"/>
                          <a:pt x="742478" y="182247"/>
                          <a:pt x="743897" y="182646"/>
                        </a:cubicBezTo>
                        <a:cubicBezTo>
                          <a:pt x="762117" y="187478"/>
                          <a:pt x="782864" y="179720"/>
                          <a:pt x="793814" y="164382"/>
                        </a:cubicBezTo>
                        <a:cubicBezTo>
                          <a:pt x="791553" y="171962"/>
                          <a:pt x="785479" y="178035"/>
                          <a:pt x="778431" y="181626"/>
                        </a:cubicBezTo>
                        <a:cubicBezTo>
                          <a:pt x="771604" y="185128"/>
                          <a:pt x="763890" y="186503"/>
                          <a:pt x="756265" y="187123"/>
                        </a:cubicBezTo>
                        <a:cubicBezTo>
                          <a:pt x="753561" y="188187"/>
                          <a:pt x="751522" y="191113"/>
                          <a:pt x="750813" y="194083"/>
                        </a:cubicBezTo>
                        <a:cubicBezTo>
                          <a:pt x="749926" y="197851"/>
                          <a:pt x="750414" y="201752"/>
                          <a:pt x="750103" y="205609"/>
                        </a:cubicBezTo>
                        <a:cubicBezTo>
                          <a:pt x="749350" y="214076"/>
                          <a:pt x="744252" y="221657"/>
                          <a:pt x="737602" y="227021"/>
                        </a:cubicBezTo>
                        <a:cubicBezTo>
                          <a:pt x="736715" y="227863"/>
                          <a:pt x="735784" y="228662"/>
                          <a:pt x="734632" y="229193"/>
                        </a:cubicBezTo>
                        <a:cubicBezTo>
                          <a:pt x="735651" y="228528"/>
                          <a:pt x="736627" y="227819"/>
                          <a:pt x="737602" y="227021"/>
                        </a:cubicBezTo>
                        <a:cubicBezTo>
                          <a:pt x="739242" y="225470"/>
                          <a:pt x="740572" y="223563"/>
                          <a:pt x="741680" y="221613"/>
                        </a:cubicBezTo>
                        <a:cubicBezTo>
                          <a:pt x="746113" y="213988"/>
                          <a:pt x="749128" y="204900"/>
                          <a:pt x="746956" y="196344"/>
                        </a:cubicBezTo>
                        <a:cubicBezTo>
                          <a:pt x="746025" y="192754"/>
                          <a:pt x="744163" y="189429"/>
                          <a:pt x="741680" y="186725"/>
                        </a:cubicBezTo>
                        <a:cubicBezTo>
                          <a:pt x="741592" y="186857"/>
                          <a:pt x="741414" y="186902"/>
                          <a:pt x="741326" y="187079"/>
                        </a:cubicBezTo>
                        <a:lnTo>
                          <a:pt x="740350" y="186236"/>
                        </a:lnTo>
                        <a:cubicBezTo>
                          <a:pt x="736937" y="185217"/>
                          <a:pt x="733789" y="183577"/>
                          <a:pt x="730952" y="181449"/>
                        </a:cubicBezTo>
                        <a:cubicBezTo>
                          <a:pt x="729578" y="181582"/>
                          <a:pt x="728248" y="181803"/>
                          <a:pt x="726918" y="182025"/>
                        </a:cubicBezTo>
                        <a:cubicBezTo>
                          <a:pt x="727317" y="188232"/>
                          <a:pt x="719648" y="194837"/>
                          <a:pt x="712245" y="199580"/>
                        </a:cubicBezTo>
                        <a:cubicBezTo>
                          <a:pt x="718008" y="205477"/>
                          <a:pt x="720623" y="213279"/>
                          <a:pt x="713264" y="218199"/>
                        </a:cubicBezTo>
                        <a:cubicBezTo>
                          <a:pt x="710028" y="220372"/>
                          <a:pt x="706349" y="221923"/>
                          <a:pt x="702492" y="222101"/>
                        </a:cubicBezTo>
                        <a:cubicBezTo>
                          <a:pt x="699034" y="222233"/>
                          <a:pt x="695443" y="221125"/>
                          <a:pt x="692961" y="218731"/>
                        </a:cubicBezTo>
                        <a:cubicBezTo>
                          <a:pt x="692695" y="218465"/>
                          <a:pt x="692384" y="218155"/>
                          <a:pt x="692163" y="217844"/>
                        </a:cubicBezTo>
                        <a:cubicBezTo>
                          <a:pt x="690788" y="216160"/>
                          <a:pt x="689990" y="214076"/>
                          <a:pt x="689458" y="211949"/>
                        </a:cubicBezTo>
                        <a:cubicBezTo>
                          <a:pt x="689370" y="211505"/>
                          <a:pt x="689281" y="211150"/>
                          <a:pt x="689193" y="210707"/>
                        </a:cubicBezTo>
                        <a:cubicBezTo>
                          <a:pt x="687508" y="214121"/>
                          <a:pt x="686178" y="217756"/>
                          <a:pt x="685247" y="221569"/>
                        </a:cubicBezTo>
                        <a:cubicBezTo>
                          <a:pt x="669554" y="220992"/>
                          <a:pt x="655324" y="231853"/>
                          <a:pt x="652220" y="247723"/>
                        </a:cubicBezTo>
                        <a:cubicBezTo>
                          <a:pt x="651688" y="250561"/>
                          <a:pt x="651555" y="253354"/>
                          <a:pt x="651733" y="256102"/>
                        </a:cubicBezTo>
                        <a:cubicBezTo>
                          <a:pt x="657097" y="251935"/>
                          <a:pt x="661752" y="246837"/>
                          <a:pt x="665741" y="241074"/>
                        </a:cubicBezTo>
                        <a:cubicBezTo>
                          <a:pt x="668534" y="246793"/>
                          <a:pt x="657939" y="257521"/>
                          <a:pt x="653683" y="260801"/>
                        </a:cubicBezTo>
                        <a:cubicBezTo>
                          <a:pt x="651644" y="262353"/>
                          <a:pt x="649428" y="263639"/>
                          <a:pt x="647167" y="264703"/>
                        </a:cubicBezTo>
                        <a:cubicBezTo>
                          <a:pt x="648231" y="270333"/>
                          <a:pt x="659047" y="272194"/>
                          <a:pt x="663037" y="274633"/>
                        </a:cubicBezTo>
                        <a:cubicBezTo>
                          <a:pt x="669731" y="278667"/>
                          <a:pt x="675051" y="284917"/>
                          <a:pt x="677888" y="292188"/>
                        </a:cubicBezTo>
                        <a:cubicBezTo>
                          <a:pt x="674430" y="283321"/>
                          <a:pt x="661707" y="276761"/>
                          <a:pt x="653417" y="273790"/>
                        </a:cubicBezTo>
                        <a:cubicBezTo>
                          <a:pt x="650359" y="272682"/>
                          <a:pt x="640827" y="272106"/>
                          <a:pt x="640074" y="268648"/>
                        </a:cubicBezTo>
                        <a:cubicBezTo>
                          <a:pt x="639985" y="268204"/>
                          <a:pt x="639985" y="267806"/>
                          <a:pt x="640118" y="267362"/>
                        </a:cubicBezTo>
                        <a:cubicBezTo>
                          <a:pt x="635508" y="268737"/>
                          <a:pt x="630676" y="269668"/>
                          <a:pt x="625932" y="270510"/>
                        </a:cubicBezTo>
                        <a:cubicBezTo>
                          <a:pt x="623583" y="270953"/>
                          <a:pt x="621100" y="271352"/>
                          <a:pt x="618706" y="271529"/>
                        </a:cubicBezTo>
                        <a:cubicBezTo>
                          <a:pt x="617687" y="272771"/>
                          <a:pt x="616711" y="274101"/>
                          <a:pt x="615869" y="275475"/>
                        </a:cubicBezTo>
                        <a:cubicBezTo>
                          <a:pt x="609574" y="272150"/>
                          <a:pt x="602703" y="269668"/>
                          <a:pt x="595388" y="268204"/>
                        </a:cubicBezTo>
                        <a:cubicBezTo>
                          <a:pt x="555224" y="260358"/>
                          <a:pt x="516346" y="286557"/>
                          <a:pt x="508500" y="326722"/>
                        </a:cubicBezTo>
                        <a:cubicBezTo>
                          <a:pt x="508366" y="327519"/>
                          <a:pt x="508278" y="328273"/>
                          <a:pt x="508145" y="329071"/>
                        </a:cubicBezTo>
                        <a:cubicBezTo>
                          <a:pt x="509253" y="330224"/>
                          <a:pt x="508677" y="332130"/>
                          <a:pt x="507480" y="334125"/>
                        </a:cubicBezTo>
                        <a:cubicBezTo>
                          <a:pt x="507303" y="336297"/>
                          <a:pt x="507170" y="338425"/>
                          <a:pt x="507170" y="340553"/>
                        </a:cubicBezTo>
                        <a:cubicBezTo>
                          <a:pt x="506061" y="339977"/>
                          <a:pt x="504820" y="339578"/>
                          <a:pt x="503667" y="339090"/>
                        </a:cubicBezTo>
                        <a:cubicBezTo>
                          <a:pt x="498968" y="344454"/>
                          <a:pt x="494580" y="349773"/>
                          <a:pt x="490811" y="355270"/>
                        </a:cubicBezTo>
                        <a:cubicBezTo>
                          <a:pt x="489659" y="356955"/>
                          <a:pt x="488506" y="358728"/>
                          <a:pt x="488196" y="360324"/>
                        </a:cubicBezTo>
                        <a:cubicBezTo>
                          <a:pt x="487797" y="362319"/>
                          <a:pt x="488728" y="363827"/>
                          <a:pt x="489614" y="365245"/>
                        </a:cubicBezTo>
                        <a:cubicBezTo>
                          <a:pt x="491210" y="367772"/>
                          <a:pt x="492762" y="370254"/>
                          <a:pt x="494358" y="372782"/>
                        </a:cubicBezTo>
                        <a:cubicBezTo>
                          <a:pt x="495422" y="374422"/>
                          <a:pt x="496441" y="376195"/>
                          <a:pt x="496087" y="378456"/>
                        </a:cubicBezTo>
                        <a:cubicBezTo>
                          <a:pt x="495599" y="381381"/>
                          <a:pt x="492851" y="384706"/>
                          <a:pt x="490191" y="387810"/>
                        </a:cubicBezTo>
                        <a:cubicBezTo>
                          <a:pt x="486600" y="392021"/>
                          <a:pt x="482788" y="396410"/>
                          <a:pt x="477601" y="399823"/>
                        </a:cubicBezTo>
                        <a:cubicBezTo>
                          <a:pt x="472192" y="403370"/>
                          <a:pt x="465853" y="405409"/>
                          <a:pt x="460489" y="405808"/>
                        </a:cubicBezTo>
                        <a:cubicBezTo>
                          <a:pt x="455125" y="406207"/>
                          <a:pt x="450736" y="405055"/>
                          <a:pt x="447323" y="403148"/>
                        </a:cubicBezTo>
                        <a:cubicBezTo>
                          <a:pt x="443998" y="401286"/>
                          <a:pt x="441648" y="398626"/>
                          <a:pt x="440274" y="395435"/>
                        </a:cubicBezTo>
                        <a:cubicBezTo>
                          <a:pt x="436063" y="397429"/>
                          <a:pt x="432383" y="400444"/>
                          <a:pt x="429546" y="404168"/>
                        </a:cubicBezTo>
                        <a:cubicBezTo>
                          <a:pt x="432206" y="408778"/>
                          <a:pt x="436683" y="412324"/>
                          <a:pt x="442890" y="414098"/>
                        </a:cubicBezTo>
                        <a:cubicBezTo>
                          <a:pt x="459336" y="418797"/>
                          <a:pt x="486245" y="411792"/>
                          <a:pt x="507391" y="397607"/>
                        </a:cubicBezTo>
                        <a:cubicBezTo>
                          <a:pt x="500298" y="404655"/>
                          <a:pt x="490102" y="410241"/>
                          <a:pt x="480349" y="413521"/>
                        </a:cubicBezTo>
                        <a:cubicBezTo>
                          <a:pt x="470907" y="416713"/>
                          <a:pt x="461863" y="417910"/>
                          <a:pt x="453307" y="418398"/>
                        </a:cubicBezTo>
                        <a:cubicBezTo>
                          <a:pt x="449761" y="419373"/>
                          <a:pt x="445815" y="422078"/>
                          <a:pt x="443200" y="424826"/>
                        </a:cubicBezTo>
                        <a:cubicBezTo>
                          <a:pt x="439920" y="428328"/>
                          <a:pt x="438058" y="431963"/>
                          <a:pt x="435309" y="435554"/>
                        </a:cubicBezTo>
                        <a:cubicBezTo>
                          <a:pt x="429280" y="443445"/>
                          <a:pt x="419217" y="450449"/>
                          <a:pt x="408799" y="455370"/>
                        </a:cubicBezTo>
                        <a:cubicBezTo>
                          <a:pt x="407336" y="456168"/>
                          <a:pt x="405829" y="456877"/>
                          <a:pt x="404322" y="457365"/>
                        </a:cubicBezTo>
                        <a:cubicBezTo>
                          <a:pt x="405829" y="456744"/>
                          <a:pt x="407292" y="456079"/>
                          <a:pt x="408799" y="455370"/>
                        </a:cubicBezTo>
                        <a:cubicBezTo>
                          <a:pt x="411503" y="453951"/>
                          <a:pt x="414075" y="452178"/>
                          <a:pt x="416513" y="450361"/>
                        </a:cubicBezTo>
                        <a:cubicBezTo>
                          <a:pt x="425955" y="443312"/>
                          <a:pt x="434777" y="434889"/>
                          <a:pt x="437703" y="426865"/>
                        </a:cubicBezTo>
                        <a:cubicBezTo>
                          <a:pt x="438944" y="423496"/>
                          <a:pt x="438989" y="420393"/>
                          <a:pt x="438013" y="417821"/>
                        </a:cubicBezTo>
                        <a:cubicBezTo>
                          <a:pt x="437836" y="417955"/>
                          <a:pt x="437614" y="417999"/>
                          <a:pt x="437437" y="418132"/>
                        </a:cubicBezTo>
                        <a:lnTo>
                          <a:pt x="436949" y="417334"/>
                        </a:lnTo>
                        <a:cubicBezTo>
                          <a:pt x="431807" y="415694"/>
                          <a:pt x="428615" y="412236"/>
                          <a:pt x="427063" y="407980"/>
                        </a:cubicBezTo>
                        <a:cubicBezTo>
                          <a:pt x="426709" y="408601"/>
                          <a:pt x="426399" y="409266"/>
                          <a:pt x="426133" y="409887"/>
                        </a:cubicBezTo>
                        <a:cubicBezTo>
                          <a:pt x="426798" y="416536"/>
                          <a:pt x="411725" y="424250"/>
                          <a:pt x="398736" y="429480"/>
                        </a:cubicBezTo>
                        <a:cubicBezTo>
                          <a:pt x="401219" y="435022"/>
                          <a:pt x="399179" y="442337"/>
                          <a:pt x="388363" y="446858"/>
                        </a:cubicBezTo>
                        <a:cubicBezTo>
                          <a:pt x="383619" y="448809"/>
                          <a:pt x="378698" y="450272"/>
                          <a:pt x="374487" y="450361"/>
                        </a:cubicBezTo>
                        <a:cubicBezTo>
                          <a:pt x="370719" y="450449"/>
                          <a:pt x="367571" y="449386"/>
                          <a:pt x="366419" y="447125"/>
                        </a:cubicBezTo>
                        <a:cubicBezTo>
                          <a:pt x="366286" y="446858"/>
                          <a:pt x="366197" y="446593"/>
                          <a:pt x="366108" y="446282"/>
                        </a:cubicBezTo>
                        <a:cubicBezTo>
                          <a:pt x="365665" y="444686"/>
                          <a:pt x="366108" y="442736"/>
                          <a:pt x="366862" y="440741"/>
                        </a:cubicBezTo>
                        <a:cubicBezTo>
                          <a:pt x="370763" y="430367"/>
                          <a:pt x="376127" y="425004"/>
                          <a:pt x="381403" y="422920"/>
                        </a:cubicBezTo>
                        <a:cubicBezTo>
                          <a:pt x="387653" y="417955"/>
                          <a:pt x="397362" y="411615"/>
                          <a:pt x="406228" y="407847"/>
                        </a:cubicBezTo>
                        <a:cubicBezTo>
                          <a:pt x="401174" y="407138"/>
                          <a:pt x="396209" y="407005"/>
                          <a:pt x="391288" y="407448"/>
                        </a:cubicBezTo>
                        <a:cubicBezTo>
                          <a:pt x="384816" y="410684"/>
                          <a:pt x="378122" y="413699"/>
                          <a:pt x="372137" y="417644"/>
                        </a:cubicBezTo>
                        <a:cubicBezTo>
                          <a:pt x="359547" y="425890"/>
                          <a:pt x="351745" y="437017"/>
                          <a:pt x="344697" y="447346"/>
                        </a:cubicBezTo>
                        <a:cubicBezTo>
                          <a:pt x="348908" y="439632"/>
                          <a:pt x="353031" y="431121"/>
                          <a:pt x="351169" y="425447"/>
                        </a:cubicBezTo>
                        <a:cubicBezTo>
                          <a:pt x="341283" y="434756"/>
                          <a:pt x="334057" y="447036"/>
                          <a:pt x="331264" y="461355"/>
                        </a:cubicBezTo>
                        <a:cubicBezTo>
                          <a:pt x="331043" y="462463"/>
                          <a:pt x="330954" y="463527"/>
                          <a:pt x="330777" y="464635"/>
                        </a:cubicBezTo>
                        <a:cubicBezTo>
                          <a:pt x="325546" y="459138"/>
                          <a:pt x="318630" y="455148"/>
                          <a:pt x="310606" y="453552"/>
                        </a:cubicBezTo>
                        <a:cubicBezTo>
                          <a:pt x="291233" y="449784"/>
                          <a:pt x="272437" y="461443"/>
                          <a:pt x="266940" y="479973"/>
                        </a:cubicBezTo>
                        <a:cubicBezTo>
                          <a:pt x="262330" y="477890"/>
                          <a:pt x="257453" y="476205"/>
                          <a:pt x="252311" y="475186"/>
                        </a:cubicBezTo>
                        <a:cubicBezTo>
                          <a:pt x="216935" y="468270"/>
                          <a:pt x="182667" y="491367"/>
                          <a:pt x="175796" y="526699"/>
                        </a:cubicBezTo>
                        <a:cubicBezTo>
                          <a:pt x="173623" y="537781"/>
                          <a:pt x="174466" y="548686"/>
                          <a:pt x="177613" y="558750"/>
                        </a:cubicBezTo>
                        <a:cubicBezTo>
                          <a:pt x="178899" y="548997"/>
                          <a:pt x="187455" y="537249"/>
                          <a:pt x="199202" y="527674"/>
                        </a:cubicBezTo>
                        <a:cubicBezTo>
                          <a:pt x="211083" y="518010"/>
                          <a:pt x="225934" y="510518"/>
                          <a:pt x="240209" y="506040"/>
                        </a:cubicBezTo>
                        <a:cubicBezTo>
                          <a:pt x="251690" y="502450"/>
                          <a:pt x="263793" y="500809"/>
                          <a:pt x="269866" y="505021"/>
                        </a:cubicBezTo>
                        <a:lnTo>
                          <a:pt x="266009" y="515926"/>
                        </a:lnTo>
                        <a:cubicBezTo>
                          <a:pt x="262773" y="519739"/>
                          <a:pt x="259625" y="523551"/>
                          <a:pt x="256567" y="527364"/>
                        </a:cubicBezTo>
                        <a:cubicBezTo>
                          <a:pt x="256434" y="528161"/>
                          <a:pt x="256079" y="529048"/>
                          <a:pt x="255458" y="529935"/>
                        </a:cubicBezTo>
                        <a:cubicBezTo>
                          <a:pt x="254527" y="531398"/>
                          <a:pt x="253109" y="532772"/>
                          <a:pt x="251513" y="533880"/>
                        </a:cubicBezTo>
                        <a:cubicBezTo>
                          <a:pt x="244420" y="543101"/>
                          <a:pt x="237859" y="552366"/>
                          <a:pt x="231919" y="561631"/>
                        </a:cubicBezTo>
                        <a:cubicBezTo>
                          <a:pt x="229480" y="565444"/>
                          <a:pt x="226998" y="569434"/>
                          <a:pt x="222786" y="572758"/>
                        </a:cubicBezTo>
                        <a:cubicBezTo>
                          <a:pt x="219329" y="575507"/>
                          <a:pt x="215250" y="577413"/>
                          <a:pt x="211083" y="578832"/>
                        </a:cubicBezTo>
                        <a:cubicBezTo>
                          <a:pt x="212901" y="581004"/>
                          <a:pt x="212723" y="584329"/>
                          <a:pt x="212236" y="586855"/>
                        </a:cubicBezTo>
                        <a:cubicBezTo>
                          <a:pt x="211172" y="592309"/>
                          <a:pt x="210418" y="597717"/>
                          <a:pt x="210462" y="603258"/>
                        </a:cubicBezTo>
                        <a:cubicBezTo>
                          <a:pt x="210462" y="604943"/>
                          <a:pt x="210551" y="606627"/>
                          <a:pt x="211349" y="608179"/>
                        </a:cubicBezTo>
                        <a:cubicBezTo>
                          <a:pt x="212369" y="610129"/>
                          <a:pt x="214364" y="611592"/>
                          <a:pt x="216314" y="613011"/>
                        </a:cubicBezTo>
                        <a:cubicBezTo>
                          <a:pt x="219728" y="615449"/>
                          <a:pt x="223097" y="617887"/>
                          <a:pt x="226510" y="620370"/>
                        </a:cubicBezTo>
                        <a:cubicBezTo>
                          <a:pt x="228771" y="621966"/>
                          <a:pt x="231076" y="623695"/>
                          <a:pt x="232273" y="625911"/>
                        </a:cubicBezTo>
                        <a:cubicBezTo>
                          <a:pt x="233869" y="628748"/>
                          <a:pt x="233382" y="632029"/>
                          <a:pt x="232894" y="635088"/>
                        </a:cubicBezTo>
                        <a:cubicBezTo>
                          <a:pt x="232229" y="639211"/>
                          <a:pt x="231431" y="643510"/>
                          <a:pt x="228549" y="646880"/>
                        </a:cubicBezTo>
                        <a:cubicBezTo>
                          <a:pt x="225535" y="650338"/>
                          <a:pt x="220481" y="652377"/>
                          <a:pt x="215294" y="652776"/>
                        </a:cubicBezTo>
                        <a:cubicBezTo>
                          <a:pt x="210108" y="653175"/>
                          <a:pt x="204788" y="652067"/>
                          <a:pt x="200000" y="650249"/>
                        </a:cubicBezTo>
                        <a:cubicBezTo>
                          <a:pt x="186923" y="645195"/>
                          <a:pt x="177347" y="634467"/>
                          <a:pt x="174333" y="622852"/>
                        </a:cubicBezTo>
                        <a:cubicBezTo>
                          <a:pt x="171363" y="611194"/>
                          <a:pt x="174687" y="598869"/>
                          <a:pt x="182401" y="589205"/>
                        </a:cubicBezTo>
                        <a:cubicBezTo>
                          <a:pt x="184263" y="586900"/>
                          <a:pt x="186435" y="584816"/>
                          <a:pt x="188918" y="583043"/>
                        </a:cubicBezTo>
                        <a:cubicBezTo>
                          <a:pt x="184307" y="582201"/>
                          <a:pt x="182534" y="578699"/>
                          <a:pt x="181071" y="575329"/>
                        </a:cubicBezTo>
                        <a:cubicBezTo>
                          <a:pt x="179298" y="571207"/>
                          <a:pt x="177525" y="566995"/>
                          <a:pt x="177392" y="562163"/>
                        </a:cubicBezTo>
                        <a:cubicBezTo>
                          <a:pt x="170786" y="556976"/>
                          <a:pt x="162940" y="553075"/>
                          <a:pt x="154029" y="551347"/>
                        </a:cubicBezTo>
                        <a:cubicBezTo>
                          <a:pt x="127918" y="546249"/>
                          <a:pt x="102783" y="560346"/>
                          <a:pt x="94670" y="583398"/>
                        </a:cubicBezTo>
                        <a:cubicBezTo>
                          <a:pt x="95113" y="587520"/>
                          <a:pt x="95069" y="591777"/>
                          <a:pt x="95424" y="595855"/>
                        </a:cubicBezTo>
                        <a:cubicBezTo>
                          <a:pt x="95956" y="602283"/>
                          <a:pt x="97773" y="608888"/>
                          <a:pt x="102251" y="614297"/>
                        </a:cubicBezTo>
                        <a:cubicBezTo>
                          <a:pt x="105176" y="617843"/>
                          <a:pt x="109211" y="620680"/>
                          <a:pt x="113644" y="622852"/>
                        </a:cubicBezTo>
                        <a:cubicBezTo>
                          <a:pt x="117899" y="624936"/>
                          <a:pt x="122598" y="626354"/>
                          <a:pt x="126721" y="628615"/>
                        </a:cubicBezTo>
                        <a:cubicBezTo>
                          <a:pt x="130844" y="630876"/>
                          <a:pt x="134568" y="634245"/>
                          <a:pt x="135233" y="638235"/>
                        </a:cubicBezTo>
                        <a:cubicBezTo>
                          <a:pt x="135765" y="641427"/>
                          <a:pt x="134258" y="644619"/>
                          <a:pt x="131775" y="646968"/>
                        </a:cubicBezTo>
                        <a:cubicBezTo>
                          <a:pt x="129470" y="649096"/>
                          <a:pt x="126411" y="650559"/>
                          <a:pt x="123175" y="651490"/>
                        </a:cubicBezTo>
                        <a:cubicBezTo>
                          <a:pt x="117234" y="653219"/>
                          <a:pt x="110718" y="653308"/>
                          <a:pt x="104378" y="653352"/>
                        </a:cubicBezTo>
                        <a:cubicBezTo>
                          <a:pt x="98261" y="653396"/>
                          <a:pt x="92054" y="653441"/>
                          <a:pt x="86025" y="652421"/>
                        </a:cubicBezTo>
                        <a:cubicBezTo>
                          <a:pt x="78932" y="651180"/>
                          <a:pt x="72239" y="648431"/>
                          <a:pt x="66032" y="645195"/>
                        </a:cubicBezTo>
                        <a:cubicBezTo>
                          <a:pt x="61821" y="642979"/>
                          <a:pt x="57742" y="640496"/>
                          <a:pt x="54417" y="637437"/>
                        </a:cubicBezTo>
                        <a:cubicBezTo>
                          <a:pt x="51226" y="634511"/>
                          <a:pt x="48787" y="631098"/>
                          <a:pt x="46704" y="627551"/>
                        </a:cubicBezTo>
                        <a:cubicBezTo>
                          <a:pt x="43512" y="622232"/>
                          <a:pt x="41162" y="616557"/>
                          <a:pt x="39788" y="610750"/>
                        </a:cubicBezTo>
                        <a:cubicBezTo>
                          <a:pt x="20948" y="621345"/>
                          <a:pt x="6318" y="640806"/>
                          <a:pt x="1575" y="665011"/>
                        </a:cubicBezTo>
                        <a:cubicBezTo>
                          <a:pt x="-6538" y="706549"/>
                          <a:pt x="17490" y="746226"/>
                          <a:pt x="55260" y="753585"/>
                        </a:cubicBezTo>
                        <a:cubicBezTo>
                          <a:pt x="55747" y="753673"/>
                          <a:pt x="56191" y="753673"/>
                          <a:pt x="56678" y="753762"/>
                        </a:cubicBezTo>
                        <a:cubicBezTo>
                          <a:pt x="58274" y="753008"/>
                          <a:pt x="59914" y="752254"/>
                          <a:pt x="61555" y="751634"/>
                        </a:cubicBezTo>
                        <a:cubicBezTo>
                          <a:pt x="70554" y="748131"/>
                          <a:pt x="81548" y="746536"/>
                          <a:pt x="90636" y="750348"/>
                        </a:cubicBezTo>
                        <a:cubicBezTo>
                          <a:pt x="95601" y="748442"/>
                          <a:pt x="100389" y="746004"/>
                          <a:pt x="104866" y="742989"/>
                        </a:cubicBezTo>
                        <a:cubicBezTo>
                          <a:pt x="100477" y="742191"/>
                          <a:pt x="92941" y="741349"/>
                          <a:pt x="92143" y="738689"/>
                        </a:cubicBezTo>
                        <a:cubicBezTo>
                          <a:pt x="92010" y="738290"/>
                          <a:pt x="92054" y="737891"/>
                          <a:pt x="92143" y="737537"/>
                        </a:cubicBezTo>
                        <a:cubicBezTo>
                          <a:pt x="87134" y="738778"/>
                          <a:pt x="81858" y="739576"/>
                          <a:pt x="76672" y="740329"/>
                        </a:cubicBezTo>
                        <a:cubicBezTo>
                          <a:pt x="70111" y="741260"/>
                          <a:pt x="62929" y="742147"/>
                          <a:pt x="56900" y="739443"/>
                        </a:cubicBezTo>
                        <a:cubicBezTo>
                          <a:pt x="55880" y="739000"/>
                          <a:pt x="54816" y="737980"/>
                          <a:pt x="55393" y="737226"/>
                        </a:cubicBezTo>
                        <a:cubicBezTo>
                          <a:pt x="64436" y="737448"/>
                          <a:pt x="73613" y="737625"/>
                          <a:pt x="82435" y="736118"/>
                        </a:cubicBezTo>
                        <a:cubicBezTo>
                          <a:pt x="98571" y="733281"/>
                          <a:pt x="110585" y="724813"/>
                          <a:pt x="119451" y="713775"/>
                        </a:cubicBezTo>
                        <a:cubicBezTo>
                          <a:pt x="122687" y="719006"/>
                          <a:pt x="111427" y="728714"/>
                          <a:pt x="106817" y="731685"/>
                        </a:cubicBezTo>
                        <a:cubicBezTo>
                          <a:pt x="104644" y="733104"/>
                          <a:pt x="102251" y="734256"/>
                          <a:pt x="99768" y="735187"/>
                        </a:cubicBezTo>
                        <a:cubicBezTo>
                          <a:pt x="100433" y="737803"/>
                          <a:pt x="103891" y="739576"/>
                          <a:pt x="107703" y="740950"/>
                        </a:cubicBezTo>
                        <a:cubicBezTo>
                          <a:pt x="109033" y="739930"/>
                          <a:pt x="110407" y="738955"/>
                          <a:pt x="111693" y="737847"/>
                        </a:cubicBezTo>
                        <a:lnTo>
                          <a:pt x="162718" y="750614"/>
                        </a:lnTo>
                        <a:cubicBezTo>
                          <a:pt x="168570" y="747201"/>
                          <a:pt x="174022" y="743078"/>
                          <a:pt x="177392" y="737803"/>
                        </a:cubicBezTo>
                        <a:cubicBezTo>
                          <a:pt x="180805" y="732483"/>
                          <a:pt x="181913" y="725878"/>
                          <a:pt x="178987" y="720159"/>
                        </a:cubicBezTo>
                        <a:cubicBezTo>
                          <a:pt x="175441" y="713287"/>
                          <a:pt x="166708" y="708899"/>
                          <a:pt x="157886" y="707702"/>
                        </a:cubicBezTo>
                        <a:cubicBezTo>
                          <a:pt x="150438" y="706682"/>
                          <a:pt x="143611" y="708810"/>
                          <a:pt x="136518" y="708544"/>
                        </a:cubicBezTo>
                        <a:cubicBezTo>
                          <a:pt x="135898" y="704200"/>
                          <a:pt x="147690" y="705308"/>
                          <a:pt x="150793" y="705485"/>
                        </a:cubicBezTo>
                        <a:cubicBezTo>
                          <a:pt x="156866" y="705840"/>
                          <a:pt x="162984" y="706328"/>
                          <a:pt x="168747" y="708057"/>
                        </a:cubicBezTo>
                        <a:cubicBezTo>
                          <a:pt x="174510" y="709786"/>
                          <a:pt x="179918" y="712977"/>
                          <a:pt x="182756" y="717499"/>
                        </a:cubicBezTo>
                        <a:cubicBezTo>
                          <a:pt x="184839" y="720780"/>
                          <a:pt x="186302" y="725257"/>
                          <a:pt x="190691" y="725922"/>
                        </a:cubicBezTo>
                        <a:cubicBezTo>
                          <a:pt x="192819" y="726232"/>
                          <a:pt x="195523" y="725612"/>
                          <a:pt x="196809" y="727119"/>
                        </a:cubicBezTo>
                        <a:cubicBezTo>
                          <a:pt x="192597" y="726587"/>
                          <a:pt x="188563" y="728538"/>
                          <a:pt x="185814" y="731153"/>
                        </a:cubicBezTo>
                        <a:cubicBezTo>
                          <a:pt x="183066" y="733724"/>
                          <a:pt x="181248" y="736916"/>
                          <a:pt x="178854" y="739753"/>
                        </a:cubicBezTo>
                        <a:cubicBezTo>
                          <a:pt x="174865" y="744541"/>
                          <a:pt x="169235" y="748353"/>
                          <a:pt x="162762" y="750659"/>
                        </a:cubicBezTo>
                        <a:lnTo>
                          <a:pt x="179741" y="754914"/>
                        </a:lnTo>
                        <a:cubicBezTo>
                          <a:pt x="181913" y="753496"/>
                          <a:pt x="183908" y="751944"/>
                          <a:pt x="185460" y="750082"/>
                        </a:cubicBezTo>
                        <a:cubicBezTo>
                          <a:pt x="189272" y="745427"/>
                          <a:pt x="190647" y="738601"/>
                          <a:pt x="197030" y="736650"/>
                        </a:cubicBezTo>
                        <a:cubicBezTo>
                          <a:pt x="203103" y="734832"/>
                          <a:pt x="208335" y="739221"/>
                          <a:pt x="214364" y="739133"/>
                        </a:cubicBezTo>
                        <a:cubicBezTo>
                          <a:pt x="220215" y="739044"/>
                          <a:pt x="227308" y="735497"/>
                          <a:pt x="232850" y="734079"/>
                        </a:cubicBezTo>
                        <a:cubicBezTo>
                          <a:pt x="237416" y="732926"/>
                          <a:pt x="243267" y="732172"/>
                          <a:pt x="246371" y="735276"/>
                        </a:cubicBezTo>
                        <a:cubicBezTo>
                          <a:pt x="247922" y="736827"/>
                          <a:pt x="248277" y="738955"/>
                          <a:pt x="248631" y="740950"/>
                        </a:cubicBezTo>
                        <a:cubicBezTo>
                          <a:pt x="249740" y="747555"/>
                          <a:pt x="251779" y="754870"/>
                          <a:pt x="258384" y="758815"/>
                        </a:cubicBezTo>
                        <a:cubicBezTo>
                          <a:pt x="262551" y="761298"/>
                          <a:pt x="269024" y="763647"/>
                          <a:pt x="267871" y="767682"/>
                        </a:cubicBezTo>
                        <a:cubicBezTo>
                          <a:pt x="266807" y="771317"/>
                          <a:pt x="260468" y="771228"/>
                          <a:pt x="256256" y="769677"/>
                        </a:cubicBezTo>
                        <a:cubicBezTo>
                          <a:pt x="252045" y="768125"/>
                          <a:pt x="247124" y="765908"/>
                          <a:pt x="243312" y="767903"/>
                        </a:cubicBezTo>
                        <a:cubicBezTo>
                          <a:pt x="242203" y="768480"/>
                          <a:pt x="241450" y="769277"/>
                          <a:pt x="240918" y="770209"/>
                        </a:cubicBezTo>
                        <a:lnTo>
                          <a:pt x="287155" y="781779"/>
                        </a:lnTo>
                        <a:cubicBezTo>
                          <a:pt x="289061" y="781158"/>
                          <a:pt x="290967" y="780449"/>
                          <a:pt x="292829" y="779784"/>
                        </a:cubicBezTo>
                        <a:cubicBezTo>
                          <a:pt x="292785" y="780892"/>
                          <a:pt x="292297" y="781956"/>
                          <a:pt x="291588" y="782887"/>
                        </a:cubicBezTo>
                        <a:lnTo>
                          <a:pt x="338003" y="794502"/>
                        </a:lnTo>
                        <a:cubicBezTo>
                          <a:pt x="346292" y="791886"/>
                          <a:pt x="356001" y="793482"/>
                          <a:pt x="363936" y="798846"/>
                        </a:cubicBezTo>
                        <a:cubicBezTo>
                          <a:pt x="365355" y="799822"/>
                          <a:pt x="367039" y="800974"/>
                          <a:pt x="368768" y="802216"/>
                        </a:cubicBezTo>
                        <a:lnTo>
                          <a:pt x="434999" y="818795"/>
                        </a:lnTo>
                        <a:cubicBezTo>
                          <a:pt x="435176" y="817244"/>
                          <a:pt x="435398" y="815736"/>
                          <a:pt x="435797" y="814229"/>
                        </a:cubicBezTo>
                        <a:cubicBezTo>
                          <a:pt x="419261" y="811658"/>
                          <a:pt x="403169" y="806914"/>
                          <a:pt x="388318" y="800132"/>
                        </a:cubicBezTo>
                        <a:cubicBezTo>
                          <a:pt x="398160" y="801861"/>
                          <a:pt x="408046" y="803545"/>
                          <a:pt x="417577" y="806338"/>
                        </a:cubicBezTo>
                        <a:cubicBezTo>
                          <a:pt x="421567" y="807491"/>
                          <a:pt x="425556" y="808865"/>
                          <a:pt x="429768" y="809308"/>
                        </a:cubicBezTo>
                        <a:cubicBezTo>
                          <a:pt x="435531" y="809929"/>
                          <a:pt x="441249" y="808732"/>
                          <a:pt x="446791" y="807579"/>
                        </a:cubicBezTo>
                        <a:cubicBezTo>
                          <a:pt x="452465" y="806382"/>
                          <a:pt x="458184" y="805185"/>
                          <a:pt x="463592" y="803368"/>
                        </a:cubicBezTo>
                        <a:cubicBezTo>
                          <a:pt x="467006" y="802216"/>
                          <a:pt x="471749" y="798891"/>
                          <a:pt x="475473" y="799334"/>
                        </a:cubicBezTo>
                        <a:cubicBezTo>
                          <a:pt x="470020" y="806250"/>
                          <a:pt x="458006" y="810150"/>
                          <a:pt x="448254" y="810417"/>
                        </a:cubicBezTo>
                        <a:cubicBezTo>
                          <a:pt x="446835" y="810461"/>
                          <a:pt x="445284" y="810461"/>
                          <a:pt x="444087" y="811037"/>
                        </a:cubicBezTo>
                        <a:cubicBezTo>
                          <a:pt x="442890" y="811614"/>
                          <a:pt x="442180" y="812678"/>
                          <a:pt x="441515" y="813697"/>
                        </a:cubicBezTo>
                        <a:cubicBezTo>
                          <a:pt x="440318" y="815604"/>
                          <a:pt x="439255" y="817598"/>
                          <a:pt x="438235" y="819593"/>
                        </a:cubicBezTo>
                        <a:lnTo>
                          <a:pt x="452199" y="823095"/>
                        </a:lnTo>
                        <a:cubicBezTo>
                          <a:pt x="452687" y="819372"/>
                          <a:pt x="457696" y="816889"/>
                          <a:pt x="462041" y="815337"/>
                        </a:cubicBezTo>
                        <a:cubicBezTo>
                          <a:pt x="469887" y="812544"/>
                          <a:pt x="501540" y="799733"/>
                          <a:pt x="501805" y="815604"/>
                        </a:cubicBezTo>
                        <a:cubicBezTo>
                          <a:pt x="501938" y="823805"/>
                          <a:pt x="484605" y="827085"/>
                          <a:pt x="470641" y="827706"/>
                        </a:cubicBezTo>
                        <a:lnTo>
                          <a:pt x="489437" y="832405"/>
                        </a:lnTo>
                        <a:lnTo>
                          <a:pt x="2635854" y="817643"/>
                        </a:lnTo>
                        <a:lnTo>
                          <a:pt x="2704567" y="798004"/>
                        </a:lnTo>
                        <a:cubicBezTo>
                          <a:pt x="2701818" y="795566"/>
                          <a:pt x="2699158" y="792994"/>
                          <a:pt x="2696454" y="790512"/>
                        </a:cubicBezTo>
                        <a:cubicBezTo>
                          <a:pt x="2691223" y="785725"/>
                          <a:pt x="2685460" y="780981"/>
                          <a:pt x="2683066" y="774863"/>
                        </a:cubicBezTo>
                        <a:cubicBezTo>
                          <a:pt x="2679121" y="764844"/>
                          <a:pt x="2685549" y="754205"/>
                          <a:pt x="2694193" y="746979"/>
                        </a:cubicBezTo>
                        <a:cubicBezTo>
                          <a:pt x="2703990" y="738778"/>
                          <a:pt x="2729304" y="721710"/>
                          <a:pt x="2734091" y="742546"/>
                        </a:cubicBezTo>
                        <a:cubicBezTo>
                          <a:pt x="2736086" y="751279"/>
                          <a:pt x="2733204" y="760544"/>
                          <a:pt x="2734357" y="769455"/>
                        </a:cubicBezTo>
                        <a:cubicBezTo>
                          <a:pt x="2735199" y="775750"/>
                          <a:pt x="2736884" y="782000"/>
                          <a:pt x="2739322" y="788029"/>
                        </a:cubicBezTo>
                        <a:lnTo>
                          <a:pt x="2794159" y="772337"/>
                        </a:lnTo>
                        <a:cubicBezTo>
                          <a:pt x="2787865" y="766485"/>
                          <a:pt x="2782811" y="759835"/>
                          <a:pt x="2779796" y="752476"/>
                        </a:cubicBezTo>
                        <a:cubicBezTo>
                          <a:pt x="2773812" y="737714"/>
                          <a:pt x="2776205" y="721843"/>
                          <a:pt x="2778688" y="706638"/>
                        </a:cubicBezTo>
                        <a:cubicBezTo>
                          <a:pt x="2780151" y="697639"/>
                          <a:pt x="2781702" y="688462"/>
                          <a:pt x="2786712" y="680482"/>
                        </a:cubicBezTo>
                        <a:cubicBezTo>
                          <a:pt x="2792475" y="671262"/>
                          <a:pt x="2809099" y="650515"/>
                          <a:pt x="2823906" y="660445"/>
                        </a:cubicBezTo>
                        <a:cubicBezTo>
                          <a:pt x="2829137" y="663947"/>
                          <a:pt x="2831043" y="668868"/>
                          <a:pt x="2829447" y="673745"/>
                        </a:cubicBezTo>
                        <a:cubicBezTo>
                          <a:pt x="2834235" y="672858"/>
                          <a:pt x="2839156" y="672813"/>
                          <a:pt x="2842480" y="674853"/>
                        </a:cubicBezTo>
                        <a:cubicBezTo>
                          <a:pt x="2847047" y="674853"/>
                          <a:pt x="2850903" y="677911"/>
                          <a:pt x="2851125" y="681724"/>
                        </a:cubicBezTo>
                        <a:cubicBezTo>
                          <a:pt x="2851302" y="685315"/>
                          <a:pt x="2848155" y="688240"/>
                          <a:pt x="2843943" y="688595"/>
                        </a:cubicBezTo>
                        <a:cubicBezTo>
                          <a:pt x="2842214" y="689969"/>
                          <a:pt x="2840131" y="691122"/>
                          <a:pt x="2838180" y="692098"/>
                        </a:cubicBezTo>
                        <a:cubicBezTo>
                          <a:pt x="2834013" y="694181"/>
                          <a:pt x="2829890" y="696220"/>
                          <a:pt x="2825723" y="698303"/>
                        </a:cubicBezTo>
                        <a:cubicBezTo>
                          <a:pt x="2825856" y="698570"/>
                          <a:pt x="2825945" y="698791"/>
                          <a:pt x="2826122" y="699057"/>
                        </a:cubicBezTo>
                        <a:cubicBezTo>
                          <a:pt x="2833880" y="712755"/>
                          <a:pt x="2841771" y="726631"/>
                          <a:pt x="2853607" y="738246"/>
                        </a:cubicBezTo>
                        <a:cubicBezTo>
                          <a:pt x="2858041" y="742590"/>
                          <a:pt x="2863138" y="746935"/>
                          <a:pt x="2866463" y="751767"/>
                        </a:cubicBezTo>
                        <a:lnTo>
                          <a:pt x="2919306" y="736650"/>
                        </a:lnTo>
                        <a:cubicBezTo>
                          <a:pt x="2919794" y="728582"/>
                          <a:pt x="2921035" y="720159"/>
                          <a:pt x="2927418" y="714396"/>
                        </a:cubicBezTo>
                        <a:cubicBezTo>
                          <a:pt x="2928261" y="713642"/>
                          <a:pt x="2929192" y="712933"/>
                          <a:pt x="2929768" y="712047"/>
                        </a:cubicBezTo>
                        <a:cubicBezTo>
                          <a:pt x="2930344" y="711160"/>
                          <a:pt x="2930566" y="710140"/>
                          <a:pt x="2930788" y="709121"/>
                        </a:cubicBezTo>
                        <a:cubicBezTo>
                          <a:pt x="2931630" y="705131"/>
                          <a:pt x="2931231" y="697816"/>
                          <a:pt x="2935708" y="695777"/>
                        </a:cubicBezTo>
                        <a:cubicBezTo>
                          <a:pt x="2936240" y="701761"/>
                          <a:pt x="2937792" y="707525"/>
                          <a:pt x="2941649" y="712800"/>
                        </a:cubicBezTo>
                        <a:cubicBezTo>
                          <a:pt x="2945505" y="718075"/>
                          <a:pt x="2950958" y="722464"/>
                          <a:pt x="2957209" y="725789"/>
                        </a:cubicBezTo>
                        <a:lnTo>
                          <a:pt x="2986689" y="717366"/>
                        </a:lnTo>
                        <a:lnTo>
                          <a:pt x="2992762" y="710628"/>
                        </a:lnTo>
                        <a:cubicBezTo>
                          <a:pt x="2985004" y="712312"/>
                          <a:pt x="2976803" y="712711"/>
                          <a:pt x="2969400" y="710007"/>
                        </a:cubicBezTo>
                        <a:cubicBezTo>
                          <a:pt x="2966252" y="708854"/>
                          <a:pt x="2963238" y="707081"/>
                          <a:pt x="2961775" y="704510"/>
                        </a:cubicBezTo>
                        <a:cubicBezTo>
                          <a:pt x="2960622" y="702471"/>
                          <a:pt x="2960489" y="700166"/>
                          <a:pt x="2960755" y="697993"/>
                        </a:cubicBezTo>
                        <a:cubicBezTo>
                          <a:pt x="2962130" y="686334"/>
                          <a:pt x="2973035" y="677291"/>
                          <a:pt x="2984384" y="670641"/>
                        </a:cubicBezTo>
                        <a:cubicBezTo>
                          <a:pt x="2995732" y="663947"/>
                          <a:pt x="3008500" y="658361"/>
                          <a:pt x="3016790" y="649052"/>
                        </a:cubicBezTo>
                        <a:cubicBezTo>
                          <a:pt x="3025700" y="638989"/>
                          <a:pt x="3030710" y="621744"/>
                          <a:pt x="3048309" y="619660"/>
                        </a:cubicBezTo>
                        <a:cubicBezTo>
                          <a:pt x="3055712" y="618774"/>
                          <a:pt x="3061830" y="621611"/>
                          <a:pt x="3066751" y="625778"/>
                        </a:cubicBezTo>
                        <a:cubicBezTo>
                          <a:pt x="3068081" y="624980"/>
                          <a:pt x="3069632" y="624271"/>
                          <a:pt x="3071228" y="623606"/>
                        </a:cubicBezTo>
                        <a:lnTo>
                          <a:pt x="3116047" y="573911"/>
                        </a:lnTo>
                        <a:cubicBezTo>
                          <a:pt x="3097383" y="578743"/>
                          <a:pt x="3080006" y="579054"/>
                          <a:pt x="3063337" y="579054"/>
                        </a:cubicBezTo>
                        <a:cubicBezTo>
                          <a:pt x="3053451" y="579054"/>
                          <a:pt x="3043433" y="579009"/>
                          <a:pt x="3035852" y="576305"/>
                        </a:cubicBezTo>
                        <a:cubicBezTo>
                          <a:pt x="3028271" y="573556"/>
                          <a:pt x="3023484" y="567616"/>
                          <a:pt x="3026099" y="559370"/>
                        </a:cubicBezTo>
                        <a:cubicBezTo>
                          <a:pt x="3029069" y="550061"/>
                          <a:pt x="3040684" y="539732"/>
                          <a:pt x="3043388" y="530467"/>
                        </a:cubicBezTo>
                        <a:cubicBezTo>
                          <a:pt x="3044452" y="526920"/>
                          <a:pt x="3044142" y="523596"/>
                          <a:pt x="3046403" y="519871"/>
                        </a:cubicBezTo>
                        <a:cubicBezTo>
                          <a:pt x="3056111" y="503912"/>
                          <a:pt x="3079961" y="506262"/>
                          <a:pt x="3087719" y="510429"/>
                        </a:cubicBezTo>
                        <a:cubicBezTo>
                          <a:pt x="3092773" y="513133"/>
                          <a:pt x="3092551" y="516103"/>
                          <a:pt x="3090246" y="519739"/>
                        </a:cubicBezTo>
                        <a:cubicBezTo>
                          <a:pt x="3094590" y="518674"/>
                          <a:pt x="3099201" y="517921"/>
                          <a:pt x="3102659" y="518187"/>
                        </a:cubicBezTo>
                        <a:cubicBezTo>
                          <a:pt x="3105363" y="514641"/>
                          <a:pt x="3110550" y="511892"/>
                          <a:pt x="3114761" y="511892"/>
                        </a:cubicBezTo>
                        <a:cubicBezTo>
                          <a:pt x="3119238" y="511892"/>
                          <a:pt x="3120834" y="515039"/>
                          <a:pt x="3118308" y="518941"/>
                        </a:cubicBezTo>
                        <a:cubicBezTo>
                          <a:pt x="3116091" y="522354"/>
                          <a:pt x="3111392" y="525236"/>
                          <a:pt x="3107269" y="525856"/>
                        </a:cubicBezTo>
                        <a:cubicBezTo>
                          <a:pt x="3106693" y="527230"/>
                          <a:pt x="3105850" y="528561"/>
                          <a:pt x="3104742" y="529713"/>
                        </a:cubicBezTo>
                        <a:cubicBezTo>
                          <a:pt x="3101240" y="533348"/>
                          <a:pt x="3095477" y="535653"/>
                          <a:pt x="3090822" y="537427"/>
                        </a:cubicBezTo>
                        <a:cubicBezTo>
                          <a:pt x="3086567" y="539067"/>
                          <a:pt x="3082311" y="540663"/>
                          <a:pt x="3078055" y="542303"/>
                        </a:cubicBezTo>
                        <a:cubicBezTo>
                          <a:pt x="3080316" y="547889"/>
                          <a:pt x="3091886" y="547978"/>
                          <a:pt x="3100930" y="549307"/>
                        </a:cubicBezTo>
                        <a:cubicBezTo>
                          <a:pt x="3111880" y="550903"/>
                          <a:pt x="3123007" y="552854"/>
                          <a:pt x="3130366" y="557996"/>
                        </a:cubicBezTo>
                        <a:lnTo>
                          <a:pt x="3172835" y="510916"/>
                        </a:lnTo>
                        <a:cubicBezTo>
                          <a:pt x="3172746" y="510606"/>
                          <a:pt x="3172657" y="510252"/>
                          <a:pt x="3172657" y="509897"/>
                        </a:cubicBezTo>
                        <a:cubicBezTo>
                          <a:pt x="3173234" y="509587"/>
                          <a:pt x="3173854" y="509365"/>
                          <a:pt x="3174475" y="509099"/>
                        </a:cubicBezTo>
                        <a:lnTo>
                          <a:pt x="3206881" y="473147"/>
                        </a:lnTo>
                        <a:cubicBezTo>
                          <a:pt x="3205241" y="473324"/>
                          <a:pt x="3203556" y="473501"/>
                          <a:pt x="3201916" y="473634"/>
                        </a:cubicBezTo>
                        <a:cubicBezTo>
                          <a:pt x="3191853" y="475540"/>
                          <a:pt x="3182100" y="476604"/>
                          <a:pt x="3174608" y="474743"/>
                        </a:cubicBezTo>
                        <a:cubicBezTo>
                          <a:pt x="3180504" y="475807"/>
                          <a:pt x="3187730" y="475097"/>
                          <a:pt x="3194823" y="474388"/>
                        </a:cubicBezTo>
                        <a:cubicBezTo>
                          <a:pt x="3197172" y="474166"/>
                          <a:pt x="3199566" y="473900"/>
                          <a:pt x="3201916" y="473679"/>
                        </a:cubicBezTo>
                        <a:cubicBezTo>
                          <a:pt x="3203733" y="473324"/>
                          <a:pt x="3205595" y="472969"/>
                          <a:pt x="3207413" y="472571"/>
                        </a:cubicBezTo>
                        <a:lnTo>
                          <a:pt x="3226785" y="451114"/>
                        </a:lnTo>
                        <a:cubicBezTo>
                          <a:pt x="3218762" y="455547"/>
                          <a:pt x="3209674" y="458916"/>
                          <a:pt x="3199744" y="460557"/>
                        </a:cubicBezTo>
                        <a:cubicBezTo>
                          <a:pt x="3191675" y="461887"/>
                          <a:pt x="3184316" y="461754"/>
                          <a:pt x="3176292" y="463039"/>
                        </a:cubicBezTo>
                        <a:cubicBezTo>
                          <a:pt x="3164899" y="464857"/>
                          <a:pt x="3152708" y="469423"/>
                          <a:pt x="3140872" y="472703"/>
                        </a:cubicBezTo>
                        <a:cubicBezTo>
                          <a:pt x="3129036" y="475940"/>
                          <a:pt x="3116667" y="477801"/>
                          <a:pt x="3109574" y="474078"/>
                        </a:cubicBezTo>
                        <a:cubicBezTo>
                          <a:pt x="3107313" y="472881"/>
                          <a:pt x="3105629" y="471063"/>
                          <a:pt x="3106028" y="468403"/>
                        </a:cubicBezTo>
                        <a:cubicBezTo>
                          <a:pt x="3106338" y="466320"/>
                          <a:pt x="3107845" y="463970"/>
                          <a:pt x="3109663" y="461754"/>
                        </a:cubicBezTo>
                        <a:cubicBezTo>
                          <a:pt x="3119283" y="449829"/>
                          <a:pt x="3136306" y="440696"/>
                          <a:pt x="3152132" y="433914"/>
                        </a:cubicBezTo>
                        <a:cubicBezTo>
                          <a:pt x="3167958" y="427131"/>
                          <a:pt x="3184405" y="421457"/>
                          <a:pt x="3199079" y="411970"/>
                        </a:cubicBezTo>
                        <a:cubicBezTo>
                          <a:pt x="3214949" y="401730"/>
                          <a:pt x="3232016" y="384130"/>
                          <a:pt x="3250724" y="382091"/>
                        </a:cubicBezTo>
                        <a:cubicBezTo>
                          <a:pt x="3258571" y="381205"/>
                          <a:pt x="3262561" y="384130"/>
                          <a:pt x="3264378" y="388430"/>
                        </a:cubicBezTo>
                        <a:cubicBezTo>
                          <a:pt x="3271604" y="385371"/>
                          <a:pt x="3281268" y="382623"/>
                          <a:pt x="3285169" y="385504"/>
                        </a:cubicBezTo>
                        <a:cubicBezTo>
                          <a:pt x="3285302" y="385593"/>
                          <a:pt x="3285480" y="385726"/>
                          <a:pt x="3285613" y="385859"/>
                        </a:cubicBezTo>
                        <a:lnTo>
                          <a:pt x="3369531" y="292808"/>
                        </a:lnTo>
                        <a:cubicBezTo>
                          <a:pt x="3368245" y="284696"/>
                          <a:pt x="3367802" y="276184"/>
                          <a:pt x="3363103" y="269623"/>
                        </a:cubicBezTo>
                        <a:cubicBezTo>
                          <a:pt x="3358803" y="263594"/>
                          <a:pt x="3350380" y="260979"/>
                          <a:pt x="3346789" y="255038"/>
                        </a:cubicBezTo>
                        <a:cubicBezTo>
                          <a:pt x="3351267" y="250251"/>
                          <a:pt x="3364300" y="252290"/>
                          <a:pt x="3370639" y="251713"/>
                        </a:cubicBezTo>
                        <a:cubicBezTo>
                          <a:pt x="3368157" y="252068"/>
                          <a:pt x="3366295" y="254285"/>
                          <a:pt x="3365586" y="256678"/>
                        </a:cubicBezTo>
                        <a:cubicBezTo>
                          <a:pt x="3364876" y="259072"/>
                          <a:pt x="3365142" y="261643"/>
                          <a:pt x="3365497" y="264082"/>
                        </a:cubicBezTo>
                        <a:cubicBezTo>
                          <a:pt x="3366384" y="270377"/>
                          <a:pt x="3367758" y="276583"/>
                          <a:pt x="3369132" y="282789"/>
                        </a:cubicBezTo>
                        <a:cubicBezTo>
                          <a:pt x="3369753" y="285582"/>
                          <a:pt x="3370373" y="288420"/>
                          <a:pt x="3370994" y="291212"/>
                        </a:cubicBezTo>
                        <a:lnTo>
                          <a:pt x="3379417" y="281859"/>
                        </a:lnTo>
                        <a:cubicBezTo>
                          <a:pt x="3379683" y="281194"/>
                          <a:pt x="3379904" y="280573"/>
                          <a:pt x="3380215" y="279908"/>
                        </a:cubicBezTo>
                        <a:cubicBezTo>
                          <a:pt x="3384515" y="270643"/>
                          <a:pt x="3391963" y="262442"/>
                          <a:pt x="3400962" y="257920"/>
                        </a:cubicBezTo>
                        <a:lnTo>
                          <a:pt x="3420068" y="236730"/>
                        </a:lnTo>
                        <a:lnTo>
                          <a:pt x="3473797" y="177193"/>
                        </a:lnTo>
                        <a:cubicBezTo>
                          <a:pt x="3494855" y="166731"/>
                          <a:pt x="3511346" y="148555"/>
                          <a:pt x="3519591" y="126434"/>
                        </a:cubicBezTo>
                        <a:lnTo>
                          <a:pt x="3529167" y="115795"/>
                        </a:lnTo>
                        <a:lnTo>
                          <a:pt x="3522961" y="114952"/>
                        </a:lnTo>
                        <a:cubicBezTo>
                          <a:pt x="3524734" y="107239"/>
                          <a:pt x="3525665" y="99215"/>
                          <a:pt x="3525399" y="90925"/>
                        </a:cubicBezTo>
                        <a:cubicBezTo>
                          <a:pt x="3525354" y="89019"/>
                          <a:pt x="3525088" y="87157"/>
                          <a:pt x="3524911" y="85251"/>
                        </a:cubicBezTo>
                        <a:cubicBezTo>
                          <a:pt x="3548495" y="85073"/>
                          <a:pt x="3567513" y="67208"/>
                          <a:pt x="3567513" y="45176"/>
                        </a:cubicBezTo>
                        <a:close/>
                        <a:moveTo>
                          <a:pt x="3123716" y="528073"/>
                        </a:moveTo>
                        <a:cubicBezTo>
                          <a:pt x="3126021" y="528073"/>
                          <a:pt x="3126819" y="529669"/>
                          <a:pt x="3125533" y="531664"/>
                        </a:cubicBezTo>
                        <a:cubicBezTo>
                          <a:pt x="3124248" y="533658"/>
                          <a:pt x="3121322" y="535255"/>
                          <a:pt x="3119061" y="535255"/>
                        </a:cubicBezTo>
                        <a:cubicBezTo>
                          <a:pt x="3116800" y="535255"/>
                          <a:pt x="3115958" y="533658"/>
                          <a:pt x="3117244" y="531664"/>
                        </a:cubicBezTo>
                        <a:cubicBezTo>
                          <a:pt x="3118529" y="529713"/>
                          <a:pt x="3121455" y="528073"/>
                          <a:pt x="3123716" y="528073"/>
                        </a:cubicBezTo>
                        <a:close/>
                        <a:moveTo>
                          <a:pt x="3389081" y="150240"/>
                        </a:moveTo>
                        <a:cubicBezTo>
                          <a:pt x="3391209" y="150195"/>
                          <a:pt x="3392982" y="151924"/>
                          <a:pt x="3392982" y="154052"/>
                        </a:cubicBezTo>
                        <a:cubicBezTo>
                          <a:pt x="3392982" y="156180"/>
                          <a:pt x="3391298" y="157953"/>
                          <a:pt x="3389170" y="157953"/>
                        </a:cubicBezTo>
                        <a:cubicBezTo>
                          <a:pt x="3387042" y="157998"/>
                          <a:pt x="3385269" y="156269"/>
                          <a:pt x="3385269" y="154141"/>
                        </a:cubicBezTo>
                        <a:cubicBezTo>
                          <a:pt x="3385269" y="152013"/>
                          <a:pt x="3386953" y="150240"/>
                          <a:pt x="3389081" y="150240"/>
                        </a:cubicBezTo>
                        <a:close/>
                        <a:moveTo>
                          <a:pt x="3357473" y="124484"/>
                        </a:moveTo>
                        <a:cubicBezTo>
                          <a:pt x="3362305" y="121159"/>
                          <a:pt x="3369620" y="118144"/>
                          <a:pt x="3375073" y="121159"/>
                        </a:cubicBezTo>
                        <a:cubicBezTo>
                          <a:pt x="3380436" y="124129"/>
                          <a:pt x="3387928" y="130203"/>
                          <a:pt x="3385269" y="137162"/>
                        </a:cubicBezTo>
                        <a:cubicBezTo>
                          <a:pt x="3384426" y="139290"/>
                          <a:pt x="3382742" y="140930"/>
                          <a:pt x="3381279" y="142704"/>
                        </a:cubicBezTo>
                        <a:cubicBezTo>
                          <a:pt x="3377821" y="146959"/>
                          <a:pt x="3375471" y="152456"/>
                          <a:pt x="3371393" y="155914"/>
                        </a:cubicBezTo>
                        <a:cubicBezTo>
                          <a:pt x="3374053" y="176395"/>
                          <a:pt x="3365541" y="196610"/>
                          <a:pt x="3341647" y="202063"/>
                        </a:cubicBezTo>
                        <a:cubicBezTo>
                          <a:pt x="3334997" y="203570"/>
                          <a:pt x="3328037" y="203526"/>
                          <a:pt x="3321343" y="204989"/>
                        </a:cubicBezTo>
                        <a:cubicBezTo>
                          <a:pt x="3311857" y="207072"/>
                          <a:pt x="3303301" y="212082"/>
                          <a:pt x="3294301" y="215672"/>
                        </a:cubicBezTo>
                        <a:cubicBezTo>
                          <a:pt x="3285258" y="219263"/>
                          <a:pt x="3274884" y="221347"/>
                          <a:pt x="3266018" y="217490"/>
                        </a:cubicBezTo>
                        <a:cubicBezTo>
                          <a:pt x="3263181" y="216249"/>
                          <a:pt x="3260477" y="214298"/>
                          <a:pt x="3259236" y="211505"/>
                        </a:cubicBezTo>
                        <a:cubicBezTo>
                          <a:pt x="3258216" y="209289"/>
                          <a:pt x="3258216" y="206762"/>
                          <a:pt x="3258482" y="204368"/>
                        </a:cubicBezTo>
                        <a:cubicBezTo>
                          <a:pt x="3260078" y="191557"/>
                          <a:pt x="3270318" y="181626"/>
                          <a:pt x="3280914" y="174223"/>
                        </a:cubicBezTo>
                        <a:cubicBezTo>
                          <a:pt x="3291509" y="166819"/>
                          <a:pt x="3303301" y="160569"/>
                          <a:pt x="3311147" y="150329"/>
                        </a:cubicBezTo>
                        <a:cubicBezTo>
                          <a:pt x="3319614" y="139246"/>
                          <a:pt x="3324713" y="120316"/>
                          <a:pt x="3340849" y="117878"/>
                        </a:cubicBezTo>
                        <a:cubicBezTo>
                          <a:pt x="3347587" y="116859"/>
                          <a:pt x="3353084" y="119918"/>
                          <a:pt x="3357473" y="124484"/>
                        </a:cubicBezTo>
                        <a:close/>
                        <a:moveTo>
                          <a:pt x="3316334" y="278711"/>
                        </a:moveTo>
                        <a:cubicBezTo>
                          <a:pt x="3316378" y="280839"/>
                          <a:pt x="3314649" y="282612"/>
                          <a:pt x="3312522" y="282612"/>
                        </a:cubicBezTo>
                        <a:cubicBezTo>
                          <a:pt x="3310394" y="282656"/>
                          <a:pt x="3308620" y="280928"/>
                          <a:pt x="3308620" y="278800"/>
                        </a:cubicBezTo>
                        <a:cubicBezTo>
                          <a:pt x="3308620" y="276672"/>
                          <a:pt x="3310305" y="274898"/>
                          <a:pt x="3312433" y="274898"/>
                        </a:cubicBezTo>
                        <a:cubicBezTo>
                          <a:pt x="3314561" y="274854"/>
                          <a:pt x="3316290" y="276583"/>
                          <a:pt x="3316334" y="278711"/>
                        </a:cubicBezTo>
                        <a:close/>
                        <a:moveTo>
                          <a:pt x="3288272" y="148821"/>
                        </a:moveTo>
                        <a:cubicBezTo>
                          <a:pt x="3292218" y="144300"/>
                          <a:pt x="3295898" y="139335"/>
                          <a:pt x="3297804" y="133660"/>
                        </a:cubicBezTo>
                        <a:cubicBezTo>
                          <a:pt x="3299843" y="127587"/>
                          <a:pt x="3299754" y="121026"/>
                          <a:pt x="3299045" y="114687"/>
                        </a:cubicBezTo>
                        <a:cubicBezTo>
                          <a:pt x="3297582" y="101476"/>
                          <a:pt x="3292484" y="90305"/>
                          <a:pt x="3287918" y="78158"/>
                        </a:cubicBezTo>
                        <a:cubicBezTo>
                          <a:pt x="3292528" y="78424"/>
                          <a:pt x="3295632" y="86536"/>
                          <a:pt x="3297050" y="90704"/>
                        </a:cubicBezTo>
                        <a:cubicBezTo>
                          <a:pt x="3299577" y="98240"/>
                          <a:pt x="3300597" y="107860"/>
                          <a:pt x="3307867" y="111140"/>
                        </a:cubicBezTo>
                        <a:cubicBezTo>
                          <a:pt x="3318861" y="116105"/>
                          <a:pt x="3330830" y="100678"/>
                          <a:pt x="3342268" y="104535"/>
                        </a:cubicBezTo>
                        <a:cubicBezTo>
                          <a:pt x="3334022" y="104047"/>
                          <a:pt x="3325643" y="106884"/>
                          <a:pt x="3319393" y="112293"/>
                        </a:cubicBezTo>
                        <a:cubicBezTo>
                          <a:pt x="3313852" y="117080"/>
                          <a:pt x="3310128" y="123553"/>
                          <a:pt x="3306094" y="129670"/>
                        </a:cubicBezTo>
                        <a:cubicBezTo>
                          <a:pt x="3298203" y="141684"/>
                          <a:pt x="3288893" y="152723"/>
                          <a:pt x="3278387" y="162475"/>
                        </a:cubicBezTo>
                        <a:cubicBezTo>
                          <a:pt x="3272313" y="168105"/>
                          <a:pt x="3265398" y="173514"/>
                          <a:pt x="3257152" y="174534"/>
                        </a:cubicBezTo>
                        <a:cubicBezTo>
                          <a:pt x="3268855" y="167706"/>
                          <a:pt x="3279406" y="159018"/>
                          <a:pt x="3288272" y="148821"/>
                        </a:cubicBezTo>
                        <a:close/>
                        <a:moveTo>
                          <a:pt x="3227628" y="222544"/>
                        </a:moveTo>
                        <a:cubicBezTo>
                          <a:pt x="3228426" y="221701"/>
                          <a:pt x="3229268" y="220948"/>
                          <a:pt x="3229844" y="219928"/>
                        </a:cubicBezTo>
                        <a:cubicBezTo>
                          <a:pt x="3230421" y="218953"/>
                          <a:pt x="3230642" y="217800"/>
                          <a:pt x="3230864" y="216692"/>
                        </a:cubicBezTo>
                        <a:cubicBezTo>
                          <a:pt x="3231750" y="212347"/>
                          <a:pt x="3231618" y="204324"/>
                          <a:pt x="3235740" y="202019"/>
                        </a:cubicBezTo>
                        <a:cubicBezTo>
                          <a:pt x="3236051" y="208579"/>
                          <a:pt x="3237292" y="214919"/>
                          <a:pt x="3240617" y="220682"/>
                        </a:cubicBezTo>
                        <a:cubicBezTo>
                          <a:pt x="3245537" y="229193"/>
                          <a:pt x="3253783" y="235577"/>
                          <a:pt x="3262915" y="239257"/>
                        </a:cubicBezTo>
                        <a:cubicBezTo>
                          <a:pt x="3257640" y="238414"/>
                          <a:pt x="3252542" y="236553"/>
                          <a:pt x="3248020" y="233760"/>
                        </a:cubicBezTo>
                        <a:cubicBezTo>
                          <a:pt x="3244739" y="231764"/>
                          <a:pt x="3241459" y="229238"/>
                          <a:pt x="3237647" y="229105"/>
                        </a:cubicBezTo>
                        <a:cubicBezTo>
                          <a:pt x="3232859" y="228927"/>
                          <a:pt x="3228780" y="232651"/>
                          <a:pt x="3225943" y="236508"/>
                        </a:cubicBezTo>
                        <a:cubicBezTo>
                          <a:pt x="3223017" y="240542"/>
                          <a:pt x="3220756" y="245064"/>
                          <a:pt x="3219338" y="249852"/>
                        </a:cubicBezTo>
                        <a:cubicBezTo>
                          <a:pt x="3219914" y="240187"/>
                          <a:pt x="3220934" y="229592"/>
                          <a:pt x="3227628" y="222544"/>
                        </a:cubicBezTo>
                        <a:close/>
                        <a:moveTo>
                          <a:pt x="3228115" y="274810"/>
                        </a:moveTo>
                        <a:cubicBezTo>
                          <a:pt x="3226919" y="283100"/>
                          <a:pt x="3226298" y="291478"/>
                          <a:pt x="3226209" y="299857"/>
                        </a:cubicBezTo>
                        <a:cubicBezTo>
                          <a:pt x="3226165" y="303448"/>
                          <a:pt x="3226253" y="307127"/>
                          <a:pt x="3227273" y="310541"/>
                        </a:cubicBezTo>
                        <a:cubicBezTo>
                          <a:pt x="3229401" y="317589"/>
                          <a:pt x="3235297" y="322820"/>
                          <a:pt x="3240883" y="327608"/>
                        </a:cubicBezTo>
                        <a:cubicBezTo>
                          <a:pt x="3234676" y="328273"/>
                          <a:pt x="3228204" y="324771"/>
                          <a:pt x="3225367" y="319185"/>
                        </a:cubicBezTo>
                        <a:cubicBezTo>
                          <a:pt x="3224658" y="317767"/>
                          <a:pt x="3224126" y="316215"/>
                          <a:pt x="3223017" y="315063"/>
                        </a:cubicBezTo>
                        <a:cubicBezTo>
                          <a:pt x="3221288" y="313289"/>
                          <a:pt x="3218451" y="312979"/>
                          <a:pt x="3216057" y="313600"/>
                        </a:cubicBezTo>
                        <a:cubicBezTo>
                          <a:pt x="3213663" y="314220"/>
                          <a:pt x="3211536" y="315594"/>
                          <a:pt x="3209408" y="316836"/>
                        </a:cubicBezTo>
                        <a:cubicBezTo>
                          <a:pt x="3204044" y="319894"/>
                          <a:pt x="3188129" y="328406"/>
                          <a:pt x="3183208" y="322510"/>
                        </a:cubicBezTo>
                        <a:cubicBezTo>
                          <a:pt x="3188129" y="320205"/>
                          <a:pt x="3192695" y="317589"/>
                          <a:pt x="3196906" y="314176"/>
                        </a:cubicBezTo>
                        <a:cubicBezTo>
                          <a:pt x="3210073" y="303625"/>
                          <a:pt x="3220845" y="290060"/>
                          <a:pt x="3228115" y="274810"/>
                        </a:cubicBezTo>
                        <a:close/>
                        <a:moveTo>
                          <a:pt x="3125135" y="111894"/>
                        </a:moveTo>
                        <a:cubicBezTo>
                          <a:pt x="3131208" y="108392"/>
                          <a:pt x="3137326" y="104756"/>
                          <a:pt x="3141892" y="99525"/>
                        </a:cubicBezTo>
                        <a:cubicBezTo>
                          <a:pt x="3146059" y="94738"/>
                          <a:pt x="3146945" y="89240"/>
                          <a:pt x="3149295" y="83788"/>
                        </a:cubicBezTo>
                        <a:cubicBezTo>
                          <a:pt x="3150980" y="88620"/>
                          <a:pt x="3151910" y="93940"/>
                          <a:pt x="3153107" y="98993"/>
                        </a:cubicBezTo>
                        <a:cubicBezTo>
                          <a:pt x="3155590" y="109766"/>
                          <a:pt x="3158117" y="120671"/>
                          <a:pt x="3163259" y="130468"/>
                        </a:cubicBezTo>
                        <a:cubicBezTo>
                          <a:pt x="3170973" y="145142"/>
                          <a:pt x="3183962" y="156269"/>
                          <a:pt x="3196596" y="166997"/>
                        </a:cubicBezTo>
                        <a:cubicBezTo>
                          <a:pt x="3171106" y="155560"/>
                          <a:pt x="3152088" y="130735"/>
                          <a:pt x="3147699" y="103160"/>
                        </a:cubicBezTo>
                        <a:cubicBezTo>
                          <a:pt x="3129169" y="118233"/>
                          <a:pt x="3107003" y="130778"/>
                          <a:pt x="3083419" y="131931"/>
                        </a:cubicBezTo>
                        <a:cubicBezTo>
                          <a:pt x="3081247" y="132242"/>
                          <a:pt x="3079075" y="132286"/>
                          <a:pt x="3076858" y="132020"/>
                        </a:cubicBezTo>
                        <a:cubicBezTo>
                          <a:pt x="3079075" y="132109"/>
                          <a:pt x="3081247" y="132064"/>
                          <a:pt x="3083419" y="131931"/>
                        </a:cubicBezTo>
                        <a:cubicBezTo>
                          <a:pt x="3089670" y="131045"/>
                          <a:pt x="3095743" y="128030"/>
                          <a:pt x="3101417" y="125016"/>
                        </a:cubicBezTo>
                        <a:cubicBezTo>
                          <a:pt x="3109397" y="120760"/>
                          <a:pt x="3117332" y="116371"/>
                          <a:pt x="3125135" y="111894"/>
                        </a:cubicBezTo>
                        <a:close/>
                        <a:moveTo>
                          <a:pt x="3151334" y="179764"/>
                        </a:moveTo>
                        <a:cubicBezTo>
                          <a:pt x="3155501" y="179720"/>
                          <a:pt x="3158915" y="183045"/>
                          <a:pt x="3159003" y="187212"/>
                        </a:cubicBezTo>
                        <a:cubicBezTo>
                          <a:pt x="3159048" y="191158"/>
                          <a:pt x="3156077" y="194394"/>
                          <a:pt x="3152265" y="194793"/>
                        </a:cubicBezTo>
                        <a:cubicBezTo>
                          <a:pt x="3150669" y="196344"/>
                          <a:pt x="3148674" y="197585"/>
                          <a:pt x="3146901" y="198649"/>
                        </a:cubicBezTo>
                        <a:cubicBezTo>
                          <a:pt x="3143044" y="200955"/>
                          <a:pt x="3139187" y="203260"/>
                          <a:pt x="3135375" y="205565"/>
                        </a:cubicBezTo>
                        <a:cubicBezTo>
                          <a:pt x="3135508" y="205875"/>
                          <a:pt x="3135552" y="206097"/>
                          <a:pt x="3135685" y="206407"/>
                        </a:cubicBezTo>
                        <a:cubicBezTo>
                          <a:pt x="3142335" y="221391"/>
                          <a:pt x="3149118" y="236553"/>
                          <a:pt x="3159535" y="249187"/>
                        </a:cubicBezTo>
                        <a:cubicBezTo>
                          <a:pt x="3165564" y="256546"/>
                          <a:pt x="3173145" y="263771"/>
                          <a:pt x="3173854" y="273258"/>
                        </a:cubicBezTo>
                        <a:cubicBezTo>
                          <a:pt x="3174652" y="284607"/>
                          <a:pt x="3165343" y="293828"/>
                          <a:pt x="3156787" y="301320"/>
                        </a:cubicBezTo>
                        <a:cubicBezTo>
                          <a:pt x="3153063" y="304600"/>
                          <a:pt x="3149073" y="308014"/>
                          <a:pt x="3144197" y="308989"/>
                        </a:cubicBezTo>
                        <a:cubicBezTo>
                          <a:pt x="3138611" y="310142"/>
                          <a:pt x="3132937" y="307925"/>
                          <a:pt x="3127883" y="305310"/>
                        </a:cubicBezTo>
                        <a:cubicBezTo>
                          <a:pt x="3111525" y="296843"/>
                          <a:pt x="3097295" y="282923"/>
                          <a:pt x="3091798" y="265323"/>
                        </a:cubicBezTo>
                        <a:cubicBezTo>
                          <a:pt x="3086788" y="249187"/>
                          <a:pt x="3089493" y="231764"/>
                          <a:pt x="3092241" y="215052"/>
                        </a:cubicBezTo>
                        <a:cubicBezTo>
                          <a:pt x="3093881" y="205166"/>
                          <a:pt x="3095566" y="195103"/>
                          <a:pt x="3100353" y="186325"/>
                        </a:cubicBezTo>
                        <a:cubicBezTo>
                          <a:pt x="3105939" y="176174"/>
                          <a:pt x="3121721" y="153343"/>
                          <a:pt x="3134932" y="164071"/>
                        </a:cubicBezTo>
                        <a:cubicBezTo>
                          <a:pt x="3139587" y="167884"/>
                          <a:pt x="3141182" y="173248"/>
                          <a:pt x="3139587" y="178612"/>
                        </a:cubicBezTo>
                        <a:cubicBezTo>
                          <a:pt x="3143886" y="177681"/>
                          <a:pt x="3148364" y="177548"/>
                          <a:pt x="3151334" y="179764"/>
                        </a:cubicBezTo>
                        <a:close/>
                        <a:moveTo>
                          <a:pt x="3165786" y="200777"/>
                        </a:moveTo>
                        <a:cubicBezTo>
                          <a:pt x="3165742" y="198649"/>
                          <a:pt x="3167471" y="196876"/>
                          <a:pt x="3169598" y="196876"/>
                        </a:cubicBezTo>
                        <a:cubicBezTo>
                          <a:pt x="3171726" y="196832"/>
                          <a:pt x="3173500" y="198561"/>
                          <a:pt x="3173500" y="200688"/>
                        </a:cubicBezTo>
                        <a:cubicBezTo>
                          <a:pt x="3173500" y="202816"/>
                          <a:pt x="3171815" y="204590"/>
                          <a:pt x="3169687" y="204590"/>
                        </a:cubicBezTo>
                        <a:cubicBezTo>
                          <a:pt x="3167559" y="204634"/>
                          <a:pt x="3165830" y="202905"/>
                          <a:pt x="3165786" y="200777"/>
                        </a:cubicBezTo>
                        <a:close/>
                        <a:moveTo>
                          <a:pt x="3075041" y="211195"/>
                        </a:moveTo>
                        <a:cubicBezTo>
                          <a:pt x="3074509" y="221347"/>
                          <a:pt x="3078277" y="231321"/>
                          <a:pt x="3076592" y="241473"/>
                        </a:cubicBezTo>
                        <a:cubicBezTo>
                          <a:pt x="3073312" y="237173"/>
                          <a:pt x="3071405" y="231809"/>
                          <a:pt x="3071272" y="226401"/>
                        </a:cubicBezTo>
                        <a:cubicBezTo>
                          <a:pt x="3071228" y="223785"/>
                          <a:pt x="3071494" y="220904"/>
                          <a:pt x="3069987" y="218776"/>
                        </a:cubicBezTo>
                        <a:cubicBezTo>
                          <a:pt x="3067416" y="215096"/>
                          <a:pt x="3061830" y="216072"/>
                          <a:pt x="3057574" y="217401"/>
                        </a:cubicBezTo>
                        <a:cubicBezTo>
                          <a:pt x="3051279" y="219396"/>
                          <a:pt x="3044940" y="221347"/>
                          <a:pt x="3038645" y="223341"/>
                        </a:cubicBezTo>
                        <a:cubicBezTo>
                          <a:pt x="3031596" y="225558"/>
                          <a:pt x="3024104" y="228085"/>
                          <a:pt x="3019715" y="233981"/>
                        </a:cubicBezTo>
                        <a:cubicBezTo>
                          <a:pt x="3021710" y="229947"/>
                          <a:pt x="3025523" y="227198"/>
                          <a:pt x="3028404" y="223830"/>
                        </a:cubicBezTo>
                        <a:cubicBezTo>
                          <a:pt x="3031330" y="220416"/>
                          <a:pt x="3033369" y="215407"/>
                          <a:pt x="3031109" y="211550"/>
                        </a:cubicBezTo>
                        <a:cubicBezTo>
                          <a:pt x="3036029" y="219973"/>
                          <a:pt x="3057441" y="207471"/>
                          <a:pt x="3061963" y="204368"/>
                        </a:cubicBezTo>
                        <a:cubicBezTo>
                          <a:pt x="3068435" y="199891"/>
                          <a:pt x="3076237" y="187833"/>
                          <a:pt x="3084306" y="187433"/>
                        </a:cubicBezTo>
                        <a:cubicBezTo>
                          <a:pt x="3084306" y="195369"/>
                          <a:pt x="3075484" y="202063"/>
                          <a:pt x="3075041" y="211195"/>
                        </a:cubicBezTo>
                        <a:close/>
                        <a:moveTo>
                          <a:pt x="3081513" y="276583"/>
                        </a:moveTo>
                        <a:cubicBezTo>
                          <a:pt x="3081557" y="278711"/>
                          <a:pt x="3079828" y="280484"/>
                          <a:pt x="3077700" y="280484"/>
                        </a:cubicBezTo>
                        <a:cubicBezTo>
                          <a:pt x="3075573" y="280529"/>
                          <a:pt x="3073799" y="278800"/>
                          <a:pt x="3073799" y="276672"/>
                        </a:cubicBezTo>
                        <a:cubicBezTo>
                          <a:pt x="3073799" y="274544"/>
                          <a:pt x="3075484" y="272771"/>
                          <a:pt x="3077612" y="272771"/>
                        </a:cubicBezTo>
                        <a:cubicBezTo>
                          <a:pt x="3079740" y="272771"/>
                          <a:pt x="3081468" y="274455"/>
                          <a:pt x="3081513" y="276583"/>
                        </a:cubicBezTo>
                        <a:close/>
                        <a:moveTo>
                          <a:pt x="3066839" y="426244"/>
                        </a:moveTo>
                        <a:cubicBezTo>
                          <a:pt x="3046713" y="415295"/>
                          <a:pt x="3041748" y="391977"/>
                          <a:pt x="3054072" y="366221"/>
                        </a:cubicBezTo>
                        <a:cubicBezTo>
                          <a:pt x="3025035" y="380052"/>
                          <a:pt x="2993693" y="391489"/>
                          <a:pt x="2967804" y="392331"/>
                        </a:cubicBezTo>
                        <a:cubicBezTo>
                          <a:pt x="2965322" y="392597"/>
                          <a:pt x="2962927" y="392642"/>
                          <a:pt x="2960755" y="392331"/>
                        </a:cubicBezTo>
                        <a:cubicBezTo>
                          <a:pt x="2963061" y="392420"/>
                          <a:pt x="2965410" y="392420"/>
                          <a:pt x="2967804" y="392331"/>
                        </a:cubicBezTo>
                        <a:cubicBezTo>
                          <a:pt x="2975030" y="391578"/>
                          <a:pt x="2983364" y="388829"/>
                          <a:pt x="2991255" y="386081"/>
                        </a:cubicBezTo>
                        <a:cubicBezTo>
                          <a:pt x="3002382" y="382224"/>
                          <a:pt x="3013465" y="378234"/>
                          <a:pt x="3024592" y="374111"/>
                        </a:cubicBezTo>
                        <a:cubicBezTo>
                          <a:pt x="3033192" y="370919"/>
                          <a:pt x="3041970" y="367595"/>
                          <a:pt x="3050082" y="362763"/>
                        </a:cubicBezTo>
                        <a:cubicBezTo>
                          <a:pt x="3057441" y="358374"/>
                          <a:pt x="3061830" y="353231"/>
                          <a:pt x="3067637" y="348178"/>
                        </a:cubicBezTo>
                        <a:cubicBezTo>
                          <a:pt x="3066485" y="352699"/>
                          <a:pt x="3064180" y="357665"/>
                          <a:pt x="3062318" y="362364"/>
                        </a:cubicBezTo>
                        <a:cubicBezTo>
                          <a:pt x="3058328" y="372427"/>
                          <a:pt x="3054338" y="382623"/>
                          <a:pt x="3053762" y="391799"/>
                        </a:cubicBezTo>
                        <a:cubicBezTo>
                          <a:pt x="3052920" y="405630"/>
                          <a:pt x="3059924" y="416137"/>
                          <a:pt x="3066839" y="426244"/>
                        </a:cubicBezTo>
                        <a:close/>
                        <a:moveTo>
                          <a:pt x="2976581" y="502494"/>
                        </a:moveTo>
                        <a:cubicBezTo>
                          <a:pt x="2978488" y="509409"/>
                          <a:pt x="2982123" y="516236"/>
                          <a:pt x="2976981" y="525103"/>
                        </a:cubicBezTo>
                        <a:cubicBezTo>
                          <a:pt x="2970863" y="535698"/>
                          <a:pt x="2955258" y="544165"/>
                          <a:pt x="2941516" y="551081"/>
                        </a:cubicBezTo>
                        <a:cubicBezTo>
                          <a:pt x="2935487" y="554095"/>
                          <a:pt x="2929192" y="557198"/>
                          <a:pt x="2923340" y="558085"/>
                        </a:cubicBezTo>
                        <a:cubicBezTo>
                          <a:pt x="2916690" y="559105"/>
                          <a:pt x="2911991" y="556976"/>
                          <a:pt x="2908179" y="554494"/>
                        </a:cubicBezTo>
                        <a:cubicBezTo>
                          <a:pt x="2895943" y="546426"/>
                          <a:pt x="2889338" y="533304"/>
                          <a:pt x="2894348" y="516857"/>
                        </a:cubicBezTo>
                        <a:cubicBezTo>
                          <a:pt x="2898958" y="501740"/>
                          <a:pt x="2912568" y="485559"/>
                          <a:pt x="2925778" y="470043"/>
                        </a:cubicBezTo>
                        <a:cubicBezTo>
                          <a:pt x="2933580" y="460867"/>
                          <a:pt x="2941604" y="451469"/>
                          <a:pt x="2952155" y="443356"/>
                        </a:cubicBezTo>
                        <a:cubicBezTo>
                          <a:pt x="2964346" y="433958"/>
                          <a:pt x="2995245" y="412856"/>
                          <a:pt x="3002692" y="423008"/>
                        </a:cubicBezTo>
                        <a:cubicBezTo>
                          <a:pt x="3005308" y="426599"/>
                          <a:pt x="3003712" y="431609"/>
                          <a:pt x="2998658" y="436618"/>
                        </a:cubicBezTo>
                        <a:cubicBezTo>
                          <a:pt x="3003934" y="435731"/>
                          <a:pt x="3008810" y="435687"/>
                          <a:pt x="3010583" y="437815"/>
                        </a:cubicBezTo>
                        <a:cubicBezTo>
                          <a:pt x="3015061" y="437815"/>
                          <a:pt x="3016657" y="440963"/>
                          <a:pt x="3014130" y="444864"/>
                        </a:cubicBezTo>
                        <a:cubicBezTo>
                          <a:pt x="3011736" y="448543"/>
                          <a:pt x="3006549" y="451513"/>
                          <a:pt x="3002205" y="451868"/>
                        </a:cubicBezTo>
                        <a:cubicBezTo>
                          <a:pt x="2999545" y="453286"/>
                          <a:pt x="2996708" y="454439"/>
                          <a:pt x="2994181" y="455415"/>
                        </a:cubicBezTo>
                        <a:cubicBezTo>
                          <a:pt x="2988684" y="457498"/>
                          <a:pt x="2983142" y="459626"/>
                          <a:pt x="2977645" y="461709"/>
                        </a:cubicBezTo>
                        <a:cubicBezTo>
                          <a:pt x="2977601" y="461975"/>
                          <a:pt x="2977513" y="462197"/>
                          <a:pt x="2977468" y="462463"/>
                        </a:cubicBezTo>
                        <a:cubicBezTo>
                          <a:pt x="2975384" y="476339"/>
                          <a:pt x="2973257" y="490569"/>
                          <a:pt x="2976581" y="502494"/>
                        </a:cubicBezTo>
                        <a:close/>
                        <a:moveTo>
                          <a:pt x="2887520" y="471728"/>
                        </a:moveTo>
                        <a:cubicBezTo>
                          <a:pt x="2879585" y="473501"/>
                          <a:pt x="2871650" y="475275"/>
                          <a:pt x="2863671" y="477048"/>
                        </a:cubicBezTo>
                        <a:cubicBezTo>
                          <a:pt x="2854804" y="479043"/>
                          <a:pt x="2845273" y="481304"/>
                          <a:pt x="2836939" y="486756"/>
                        </a:cubicBezTo>
                        <a:cubicBezTo>
                          <a:pt x="2841549" y="483033"/>
                          <a:pt x="2847268" y="480505"/>
                          <a:pt x="2852499" y="477358"/>
                        </a:cubicBezTo>
                        <a:cubicBezTo>
                          <a:pt x="2857686" y="474211"/>
                          <a:pt x="2863006" y="469556"/>
                          <a:pt x="2862961" y="465921"/>
                        </a:cubicBezTo>
                        <a:cubicBezTo>
                          <a:pt x="2863006" y="473811"/>
                          <a:pt x="2893550" y="462419"/>
                          <a:pt x="2900288" y="459581"/>
                        </a:cubicBezTo>
                        <a:cubicBezTo>
                          <a:pt x="2909952" y="455459"/>
                          <a:pt x="2925690" y="444332"/>
                          <a:pt x="2934511" y="444021"/>
                        </a:cubicBezTo>
                        <a:cubicBezTo>
                          <a:pt x="2929591" y="451469"/>
                          <a:pt x="2916070" y="457631"/>
                          <a:pt x="2909952" y="466098"/>
                        </a:cubicBezTo>
                        <a:cubicBezTo>
                          <a:pt x="2903125" y="475540"/>
                          <a:pt x="2901042" y="484894"/>
                          <a:pt x="2892973" y="494337"/>
                        </a:cubicBezTo>
                        <a:cubicBezTo>
                          <a:pt x="2892131" y="490303"/>
                          <a:pt x="2893417" y="485294"/>
                          <a:pt x="2896609" y="480240"/>
                        </a:cubicBezTo>
                        <a:cubicBezTo>
                          <a:pt x="2898160" y="477801"/>
                          <a:pt x="2900199" y="475142"/>
                          <a:pt x="2899933" y="473147"/>
                        </a:cubicBezTo>
                        <a:cubicBezTo>
                          <a:pt x="2899401" y="469733"/>
                          <a:pt x="2892885" y="470531"/>
                          <a:pt x="2887520" y="471728"/>
                        </a:cubicBezTo>
                        <a:close/>
                        <a:moveTo>
                          <a:pt x="2753242" y="615006"/>
                        </a:moveTo>
                        <a:cubicBezTo>
                          <a:pt x="2738613" y="622852"/>
                          <a:pt x="2718886" y="623872"/>
                          <a:pt x="2702616" y="617621"/>
                        </a:cubicBezTo>
                        <a:cubicBezTo>
                          <a:pt x="2700577" y="616868"/>
                          <a:pt x="2698493" y="615848"/>
                          <a:pt x="2697474" y="614208"/>
                        </a:cubicBezTo>
                        <a:cubicBezTo>
                          <a:pt x="2696676" y="612878"/>
                          <a:pt x="2696676" y="611326"/>
                          <a:pt x="2696720" y="609863"/>
                        </a:cubicBezTo>
                        <a:cubicBezTo>
                          <a:pt x="2696986" y="602194"/>
                          <a:pt x="2697740" y="594525"/>
                          <a:pt x="2698981" y="586944"/>
                        </a:cubicBezTo>
                        <a:cubicBezTo>
                          <a:pt x="2699557" y="583176"/>
                          <a:pt x="2700311" y="579364"/>
                          <a:pt x="2702661" y="576128"/>
                        </a:cubicBezTo>
                        <a:cubicBezTo>
                          <a:pt x="2704744" y="573246"/>
                          <a:pt x="2707936" y="571074"/>
                          <a:pt x="2711305" y="569167"/>
                        </a:cubicBezTo>
                        <a:cubicBezTo>
                          <a:pt x="2725890" y="561011"/>
                          <a:pt x="2744465" y="557775"/>
                          <a:pt x="2762153" y="560390"/>
                        </a:cubicBezTo>
                        <a:lnTo>
                          <a:pt x="2776427" y="577989"/>
                        </a:lnTo>
                        <a:cubicBezTo>
                          <a:pt x="2776871" y="592752"/>
                          <a:pt x="2767871" y="607204"/>
                          <a:pt x="2753242" y="615006"/>
                        </a:cubicBezTo>
                        <a:close/>
                        <a:moveTo>
                          <a:pt x="2756700" y="654460"/>
                        </a:moveTo>
                        <a:cubicBezTo>
                          <a:pt x="2756789" y="656411"/>
                          <a:pt x="2754971" y="658007"/>
                          <a:pt x="2752621" y="658007"/>
                        </a:cubicBezTo>
                        <a:cubicBezTo>
                          <a:pt x="2750272" y="658007"/>
                          <a:pt x="2748321" y="656455"/>
                          <a:pt x="2748188" y="654504"/>
                        </a:cubicBezTo>
                        <a:cubicBezTo>
                          <a:pt x="2748055" y="652554"/>
                          <a:pt x="2749917" y="650958"/>
                          <a:pt x="2752267" y="650958"/>
                        </a:cubicBezTo>
                        <a:cubicBezTo>
                          <a:pt x="2754616" y="650958"/>
                          <a:pt x="2756611" y="652510"/>
                          <a:pt x="2756700" y="654460"/>
                        </a:cubicBezTo>
                        <a:close/>
                        <a:moveTo>
                          <a:pt x="2660103" y="637748"/>
                        </a:moveTo>
                        <a:cubicBezTo>
                          <a:pt x="2657709" y="636063"/>
                          <a:pt x="2654827" y="635221"/>
                          <a:pt x="2651768" y="634866"/>
                        </a:cubicBezTo>
                        <a:cubicBezTo>
                          <a:pt x="2647601" y="635974"/>
                          <a:pt x="2643257" y="636329"/>
                          <a:pt x="2638913" y="635265"/>
                        </a:cubicBezTo>
                        <a:cubicBezTo>
                          <a:pt x="2643080" y="634777"/>
                          <a:pt x="2647601" y="634379"/>
                          <a:pt x="2651768" y="634866"/>
                        </a:cubicBezTo>
                        <a:cubicBezTo>
                          <a:pt x="2656955" y="633492"/>
                          <a:pt x="2661876" y="630965"/>
                          <a:pt x="2666132" y="628172"/>
                        </a:cubicBezTo>
                        <a:cubicBezTo>
                          <a:pt x="2668925" y="626310"/>
                          <a:pt x="2671629" y="624315"/>
                          <a:pt x="2673712" y="621921"/>
                        </a:cubicBezTo>
                        <a:cubicBezTo>
                          <a:pt x="2680318" y="614119"/>
                          <a:pt x="2678013" y="605032"/>
                          <a:pt x="2677126" y="596121"/>
                        </a:cubicBezTo>
                        <a:cubicBezTo>
                          <a:pt x="2692021" y="596742"/>
                          <a:pt x="2673712" y="628837"/>
                          <a:pt x="2668570" y="632871"/>
                        </a:cubicBezTo>
                        <a:cubicBezTo>
                          <a:pt x="2667284" y="633891"/>
                          <a:pt x="2665822" y="634955"/>
                          <a:pt x="2665467" y="636373"/>
                        </a:cubicBezTo>
                        <a:cubicBezTo>
                          <a:pt x="2665156" y="637570"/>
                          <a:pt x="2665644" y="638812"/>
                          <a:pt x="2666176" y="640009"/>
                        </a:cubicBezTo>
                        <a:cubicBezTo>
                          <a:pt x="2670653" y="650293"/>
                          <a:pt x="2677347" y="660001"/>
                          <a:pt x="2685815" y="668469"/>
                        </a:cubicBezTo>
                        <a:cubicBezTo>
                          <a:pt x="2679919" y="665055"/>
                          <a:pt x="2673845" y="661420"/>
                          <a:pt x="2670432" y="656189"/>
                        </a:cubicBezTo>
                        <a:cubicBezTo>
                          <a:pt x="2666486" y="650116"/>
                          <a:pt x="2666398" y="642181"/>
                          <a:pt x="2660103" y="637748"/>
                        </a:cubicBezTo>
                        <a:close/>
                        <a:moveTo>
                          <a:pt x="2669235" y="674409"/>
                        </a:moveTo>
                        <a:cubicBezTo>
                          <a:pt x="2669324" y="676360"/>
                          <a:pt x="2667506" y="677956"/>
                          <a:pt x="2665156" y="677956"/>
                        </a:cubicBezTo>
                        <a:cubicBezTo>
                          <a:pt x="2662807" y="677956"/>
                          <a:pt x="2660857" y="676404"/>
                          <a:pt x="2660723" y="674453"/>
                        </a:cubicBezTo>
                        <a:cubicBezTo>
                          <a:pt x="2660591" y="672503"/>
                          <a:pt x="2662452" y="670907"/>
                          <a:pt x="2664802" y="670907"/>
                        </a:cubicBezTo>
                        <a:cubicBezTo>
                          <a:pt x="2667151" y="670863"/>
                          <a:pt x="2669102" y="672459"/>
                          <a:pt x="2669235" y="674409"/>
                        </a:cubicBezTo>
                        <a:close/>
                        <a:moveTo>
                          <a:pt x="2209745" y="570187"/>
                        </a:moveTo>
                        <a:cubicBezTo>
                          <a:pt x="2214045" y="578433"/>
                          <a:pt x="2211606" y="587432"/>
                          <a:pt x="2211562" y="595899"/>
                        </a:cubicBezTo>
                        <a:cubicBezTo>
                          <a:pt x="2211562" y="607780"/>
                          <a:pt x="2215862" y="619616"/>
                          <a:pt x="2214399" y="631497"/>
                        </a:cubicBezTo>
                        <a:cubicBezTo>
                          <a:pt x="2212981" y="643289"/>
                          <a:pt x="2203272" y="655613"/>
                          <a:pt x="2188998" y="655657"/>
                        </a:cubicBezTo>
                        <a:cubicBezTo>
                          <a:pt x="2179910" y="655657"/>
                          <a:pt x="2171575" y="650648"/>
                          <a:pt x="2165990" y="644530"/>
                        </a:cubicBezTo>
                        <a:cubicBezTo>
                          <a:pt x="2150430" y="627596"/>
                          <a:pt x="2152691" y="602992"/>
                          <a:pt x="2165901" y="585570"/>
                        </a:cubicBezTo>
                        <a:cubicBezTo>
                          <a:pt x="2169802" y="580428"/>
                          <a:pt x="2180043" y="569921"/>
                          <a:pt x="2190062" y="565311"/>
                        </a:cubicBezTo>
                        <a:cubicBezTo>
                          <a:pt x="2196312" y="549972"/>
                          <a:pt x="2209700" y="534102"/>
                          <a:pt x="2224728" y="518896"/>
                        </a:cubicBezTo>
                        <a:cubicBezTo>
                          <a:pt x="2222689" y="519650"/>
                          <a:pt x="2220606" y="520403"/>
                          <a:pt x="2218744" y="520581"/>
                        </a:cubicBezTo>
                        <a:cubicBezTo>
                          <a:pt x="2213823" y="521068"/>
                          <a:pt x="2212094" y="517300"/>
                          <a:pt x="2214045" y="513310"/>
                        </a:cubicBezTo>
                        <a:cubicBezTo>
                          <a:pt x="2215995" y="509321"/>
                          <a:pt x="2220694" y="505331"/>
                          <a:pt x="2225615" y="502050"/>
                        </a:cubicBezTo>
                        <a:cubicBezTo>
                          <a:pt x="2231422" y="498193"/>
                          <a:pt x="2237850" y="495046"/>
                          <a:pt x="2244234" y="492874"/>
                        </a:cubicBezTo>
                        <a:cubicBezTo>
                          <a:pt x="2250839" y="490613"/>
                          <a:pt x="2263119" y="487421"/>
                          <a:pt x="2267995" y="489638"/>
                        </a:cubicBezTo>
                        <a:cubicBezTo>
                          <a:pt x="2270522" y="489150"/>
                          <a:pt x="2272961" y="488840"/>
                          <a:pt x="2275221" y="488795"/>
                        </a:cubicBezTo>
                        <a:cubicBezTo>
                          <a:pt x="2283334" y="488574"/>
                          <a:pt x="2289718" y="490879"/>
                          <a:pt x="2294372" y="494381"/>
                        </a:cubicBezTo>
                        <a:lnTo>
                          <a:pt x="2277305" y="510384"/>
                        </a:lnTo>
                        <a:cubicBezTo>
                          <a:pt x="2261878" y="532196"/>
                          <a:pt x="2236609" y="553430"/>
                          <a:pt x="2208548" y="568281"/>
                        </a:cubicBezTo>
                        <a:cubicBezTo>
                          <a:pt x="2208991" y="568857"/>
                          <a:pt x="2209390" y="569478"/>
                          <a:pt x="2209745" y="570187"/>
                        </a:cubicBezTo>
                        <a:close/>
                        <a:moveTo>
                          <a:pt x="2087657" y="612612"/>
                        </a:moveTo>
                        <a:cubicBezTo>
                          <a:pt x="2086682" y="616202"/>
                          <a:pt x="2082426" y="618463"/>
                          <a:pt x="2078879" y="620192"/>
                        </a:cubicBezTo>
                        <a:cubicBezTo>
                          <a:pt x="2075111" y="622099"/>
                          <a:pt x="2071299" y="623960"/>
                          <a:pt x="2067531" y="625867"/>
                        </a:cubicBezTo>
                        <a:cubicBezTo>
                          <a:pt x="2066910" y="629768"/>
                          <a:pt x="2067354" y="633891"/>
                          <a:pt x="2067088" y="637880"/>
                        </a:cubicBezTo>
                        <a:cubicBezTo>
                          <a:pt x="2066644" y="644752"/>
                          <a:pt x="2063984" y="651446"/>
                          <a:pt x="2059507" y="657076"/>
                        </a:cubicBezTo>
                        <a:cubicBezTo>
                          <a:pt x="2055783" y="661775"/>
                          <a:pt x="2050330" y="665942"/>
                          <a:pt x="2043548" y="666740"/>
                        </a:cubicBezTo>
                        <a:cubicBezTo>
                          <a:pt x="2036632" y="667538"/>
                          <a:pt x="2029495" y="664523"/>
                          <a:pt x="2024707" y="660135"/>
                        </a:cubicBezTo>
                        <a:cubicBezTo>
                          <a:pt x="2014954" y="651091"/>
                          <a:pt x="2014644" y="637127"/>
                          <a:pt x="2020363" y="626354"/>
                        </a:cubicBezTo>
                        <a:cubicBezTo>
                          <a:pt x="2026081" y="615582"/>
                          <a:pt x="2036765" y="607336"/>
                          <a:pt x="2047537" y="599711"/>
                        </a:cubicBezTo>
                        <a:cubicBezTo>
                          <a:pt x="2051971" y="596564"/>
                          <a:pt x="2056581" y="593417"/>
                          <a:pt x="2062211" y="591998"/>
                        </a:cubicBezTo>
                        <a:cubicBezTo>
                          <a:pt x="2070013" y="590003"/>
                          <a:pt x="2096124" y="590269"/>
                          <a:pt x="2101533" y="596032"/>
                        </a:cubicBezTo>
                        <a:cubicBezTo>
                          <a:pt x="2097853" y="599889"/>
                          <a:pt x="2091868" y="602992"/>
                          <a:pt x="2086283" y="606184"/>
                        </a:cubicBezTo>
                        <a:cubicBezTo>
                          <a:pt x="2087568" y="608268"/>
                          <a:pt x="2088189" y="610705"/>
                          <a:pt x="2087657" y="612612"/>
                        </a:cubicBezTo>
                        <a:close/>
                        <a:moveTo>
                          <a:pt x="2010566" y="650515"/>
                        </a:moveTo>
                        <a:cubicBezTo>
                          <a:pt x="2008039" y="647279"/>
                          <a:pt x="2009280" y="642979"/>
                          <a:pt x="2007640" y="639388"/>
                        </a:cubicBezTo>
                        <a:cubicBezTo>
                          <a:pt x="2006088" y="635930"/>
                          <a:pt x="2002276" y="633625"/>
                          <a:pt x="1998862" y="631275"/>
                        </a:cubicBezTo>
                        <a:cubicBezTo>
                          <a:pt x="1979888" y="618286"/>
                          <a:pt x="1967697" y="598648"/>
                          <a:pt x="1966101" y="578610"/>
                        </a:cubicBezTo>
                        <a:cubicBezTo>
                          <a:pt x="1973106" y="587698"/>
                          <a:pt x="1973904" y="599180"/>
                          <a:pt x="1980598" y="608445"/>
                        </a:cubicBezTo>
                        <a:cubicBezTo>
                          <a:pt x="1984632" y="613986"/>
                          <a:pt x="1990572" y="618419"/>
                          <a:pt x="1996380" y="622764"/>
                        </a:cubicBezTo>
                        <a:cubicBezTo>
                          <a:pt x="1997444" y="623562"/>
                          <a:pt x="1998596" y="624360"/>
                          <a:pt x="2000015" y="624360"/>
                        </a:cubicBezTo>
                        <a:cubicBezTo>
                          <a:pt x="2001832" y="624360"/>
                          <a:pt x="2003118" y="622985"/>
                          <a:pt x="2004138" y="621788"/>
                        </a:cubicBezTo>
                        <a:cubicBezTo>
                          <a:pt x="2009945" y="614828"/>
                          <a:pt x="2017082" y="609287"/>
                          <a:pt x="2024175" y="603613"/>
                        </a:cubicBezTo>
                        <a:cubicBezTo>
                          <a:pt x="2027057" y="600598"/>
                          <a:pt x="2030293" y="597850"/>
                          <a:pt x="2033928" y="595500"/>
                        </a:cubicBezTo>
                        <a:cubicBezTo>
                          <a:pt x="2030780" y="598337"/>
                          <a:pt x="2027456" y="600997"/>
                          <a:pt x="2024175" y="603613"/>
                        </a:cubicBezTo>
                        <a:cubicBezTo>
                          <a:pt x="2011984" y="616336"/>
                          <a:pt x="2006753" y="634245"/>
                          <a:pt x="2010566" y="650515"/>
                        </a:cubicBezTo>
                        <a:close/>
                        <a:moveTo>
                          <a:pt x="1586185" y="675340"/>
                        </a:moveTo>
                        <a:cubicBezTo>
                          <a:pt x="1584634" y="667227"/>
                          <a:pt x="1581176" y="659470"/>
                          <a:pt x="1576787" y="652022"/>
                        </a:cubicBezTo>
                        <a:cubicBezTo>
                          <a:pt x="1573241" y="646835"/>
                          <a:pt x="1569694" y="641649"/>
                          <a:pt x="1566148" y="636418"/>
                        </a:cubicBezTo>
                        <a:cubicBezTo>
                          <a:pt x="1569960" y="641471"/>
                          <a:pt x="1573595" y="646658"/>
                          <a:pt x="1576787" y="652022"/>
                        </a:cubicBezTo>
                        <a:cubicBezTo>
                          <a:pt x="1578117" y="653973"/>
                          <a:pt x="1579447" y="655923"/>
                          <a:pt x="1580777" y="657874"/>
                        </a:cubicBezTo>
                        <a:cubicBezTo>
                          <a:pt x="1585786" y="665188"/>
                          <a:pt x="1590840" y="672636"/>
                          <a:pt x="1593367" y="680749"/>
                        </a:cubicBezTo>
                        <a:cubicBezTo>
                          <a:pt x="1595894" y="688861"/>
                          <a:pt x="1595716" y="697816"/>
                          <a:pt x="1590574" y="704776"/>
                        </a:cubicBezTo>
                        <a:cubicBezTo>
                          <a:pt x="1586717" y="710007"/>
                          <a:pt x="1580378" y="713819"/>
                          <a:pt x="1573861" y="716612"/>
                        </a:cubicBezTo>
                        <a:cubicBezTo>
                          <a:pt x="1572221" y="713376"/>
                          <a:pt x="1583038" y="702604"/>
                          <a:pt x="1584589" y="698348"/>
                        </a:cubicBezTo>
                        <a:cubicBezTo>
                          <a:pt x="1587249" y="691033"/>
                          <a:pt x="1587648" y="683054"/>
                          <a:pt x="1586185" y="675340"/>
                        </a:cubicBezTo>
                        <a:close/>
                        <a:moveTo>
                          <a:pt x="1565882" y="563937"/>
                        </a:moveTo>
                        <a:cubicBezTo>
                          <a:pt x="1589599" y="551081"/>
                          <a:pt x="1608306" y="531442"/>
                          <a:pt x="1618857" y="512912"/>
                        </a:cubicBezTo>
                        <a:cubicBezTo>
                          <a:pt x="1623201" y="505331"/>
                          <a:pt x="1626393" y="497485"/>
                          <a:pt x="1624975" y="491456"/>
                        </a:cubicBezTo>
                        <a:cubicBezTo>
                          <a:pt x="1624443" y="489195"/>
                          <a:pt x="1623246" y="487155"/>
                          <a:pt x="1621606" y="485382"/>
                        </a:cubicBezTo>
                        <a:cubicBezTo>
                          <a:pt x="1618281" y="484717"/>
                          <a:pt x="1615577" y="483653"/>
                          <a:pt x="1615355" y="480993"/>
                        </a:cubicBezTo>
                        <a:cubicBezTo>
                          <a:pt x="1617793" y="482101"/>
                          <a:pt x="1619921" y="483609"/>
                          <a:pt x="1621606" y="485382"/>
                        </a:cubicBezTo>
                        <a:cubicBezTo>
                          <a:pt x="1627457" y="486579"/>
                          <a:pt x="1635260" y="486579"/>
                          <a:pt x="1634861" y="492475"/>
                        </a:cubicBezTo>
                        <a:cubicBezTo>
                          <a:pt x="1634816" y="493406"/>
                          <a:pt x="1634550" y="494470"/>
                          <a:pt x="1635260" y="494957"/>
                        </a:cubicBezTo>
                        <a:cubicBezTo>
                          <a:pt x="1636279" y="495667"/>
                          <a:pt x="1638584" y="494869"/>
                          <a:pt x="1640491" y="494115"/>
                        </a:cubicBezTo>
                        <a:cubicBezTo>
                          <a:pt x="1651396" y="489948"/>
                          <a:pt x="1662346" y="487155"/>
                          <a:pt x="1672542" y="485914"/>
                        </a:cubicBezTo>
                        <a:cubicBezTo>
                          <a:pt x="1660706" y="490569"/>
                          <a:pt x="1648869" y="495179"/>
                          <a:pt x="1636988" y="499834"/>
                        </a:cubicBezTo>
                        <a:cubicBezTo>
                          <a:pt x="1635127" y="500543"/>
                          <a:pt x="1633220" y="501341"/>
                          <a:pt x="1631580" y="502494"/>
                        </a:cubicBezTo>
                        <a:cubicBezTo>
                          <a:pt x="1625773" y="506661"/>
                          <a:pt x="1628167" y="511405"/>
                          <a:pt x="1627635" y="515926"/>
                        </a:cubicBezTo>
                        <a:cubicBezTo>
                          <a:pt x="1627014" y="521113"/>
                          <a:pt x="1621517" y="527275"/>
                          <a:pt x="1619832" y="532727"/>
                        </a:cubicBezTo>
                        <a:cubicBezTo>
                          <a:pt x="1617749" y="539555"/>
                          <a:pt x="1621916" y="544165"/>
                          <a:pt x="1626482" y="547889"/>
                        </a:cubicBezTo>
                        <a:cubicBezTo>
                          <a:pt x="1632600" y="552854"/>
                          <a:pt x="1639648" y="557109"/>
                          <a:pt x="1647539" y="560612"/>
                        </a:cubicBezTo>
                        <a:cubicBezTo>
                          <a:pt x="1636235" y="559326"/>
                          <a:pt x="1626127" y="556267"/>
                          <a:pt x="1619699" y="550460"/>
                        </a:cubicBezTo>
                        <a:cubicBezTo>
                          <a:pt x="1613271" y="544608"/>
                          <a:pt x="1610744" y="535787"/>
                          <a:pt x="1614513" y="525457"/>
                        </a:cubicBezTo>
                        <a:cubicBezTo>
                          <a:pt x="1600814" y="539820"/>
                          <a:pt x="1585432" y="555336"/>
                          <a:pt x="1565882" y="563937"/>
                        </a:cubicBezTo>
                        <a:close/>
                        <a:moveTo>
                          <a:pt x="1383992" y="686600"/>
                        </a:moveTo>
                        <a:cubicBezTo>
                          <a:pt x="1386430" y="696841"/>
                          <a:pt x="1383992" y="707303"/>
                          <a:pt x="1381598" y="717410"/>
                        </a:cubicBezTo>
                        <a:cubicBezTo>
                          <a:pt x="1383504" y="707924"/>
                          <a:pt x="1383726" y="697993"/>
                          <a:pt x="1380179" y="688684"/>
                        </a:cubicBezTo>
                        <a:cubicBezTo>
                          <a:pt x="1376677" y="679374"/>
                          <a:pt x="1369052" y="670774"/>
                          <a:pt x="1358501" y="666474"/>
                        </a:cubicBezTo>
                        <a:cubicBezTo>
                          <a:pt x="1353093" y="664302"/>
                          <a:pt x="1347330" y="663371"/>
                          <a:pt x="1341478" y="663149"/>
                        </a:cubicBezTo>
                        <a:cubicBezTo>
                          <a:pt x="1333144" y="665188"/>
                          <a:pt x="1324322" y="666031"/>
                          <a:pt x="1315589" y="665410"/>
                        </a:cubicBezTo>
                        <a:cubicBezTo>
                          <a:pt x="1324056" y="664080"/>
                          <a:pt x="1332922" y="662839"/>
                          <a:pt x="1341478" y="663149"/>
                        </a:cubicBezTo>
                        <a:cubicBezTo>
                          <a:pt x="1355398" y="659691"/>
                          <a:pt x="1367988" y="652776"/>
                          <a:pt x="1376810" y="643289"/>
                        </a:cubicBezTo>
                        <a:cubicBezTo>
                          <a:pt x="1387538" y="631674"/>
                          <a:pt x="1391262" y="617621"/>
                          <a:pt x="1390907" y="602948"/>
                        </a:cubicBezTo>
                        <a:cubicBezTo>
                          <a:pt x="1395606" y="609775"/>
                          <a:pt x="1390021" y="623872"/>
                          <a:pt x="1387538" y="630876"/>
                        </a:cubicBezTo>
                        <a:cubicBezTo>
                          <a:pt x="1382928" y="643821"/>
                          <a:pt x="1374150" y="655968"/>
                          <a:pt x="1360940" y="663637"/>
                        </a:cubicBezTo>
                        <a:cubicBezTo>
                          <a:pt x="1373131" y="666208"/>
                          <a:pt x="1381554" y="676360"/>
                          <a:pt x="1383992" y="686600"/>
                        </a:cubicBezTo>
                        <a:close/>
                        <a:moveTo>
                          <a:pt x="1262170" y="543013"/>
                        </a:moveTo>
                        <a:cubicBezTo>
                          <a:pt x="1259466" y="540441"/>
                          <a:pt x="1259909" y="536319"/>
                          <a:pt x="1261727" y="531752"/>
                        </a:cubicBezTo>
                        <a:cubicBezTo>
                          <a:pt x="1263633" y="522177"/>
                          <a:pt x="1270327" y="511050"/>
                          <a:pt x="1278085" y="500632"/>
                        </a:cubicBezTo>
                        <a:cubicBezTo>
                          <a:pt x="1269396" y="510695"/>
                          <a:pt x="1252994" y="518719"/>
                          <a:pt x="1241202" y="518674"/>
                        </a:cubicBezTo>
                        <a:cubicBezTo>
                          <a:pt x="1250600" y="514064"/>
                          <a:pt x="1259776" y="508744"/>
                          <a:pt x="1268510" y="502937"/>
                        </a:cubicBezTo>
                        <a:cubicBezTo>
                          <a:pt x="1275558" y="498238"/>
                          <a:pt x="1283050" y="492342"/>
                          <a:pt x="1284557" y="486801"/>
                        </a:cubicBezTo>
                        <a:cubicBezTo>
                          <a:pt x="1285577" y="483033"/>
                          <a:pt x="1283626" y="480373"/>
                          <a:pt x="1282518" y="477447"/>
                        </a:cubicBezTo>
                        <a:cubicBezTo>
                          <a:pt x="1281499" y="474787"/>
                          <a:pt x="1280390" y="471639"/>
                          <a:pt x="1282740" y="468182"/>
                        </a:cubicBezTo>
                        <a:cubicBezTo>
                          <a:pt x="1296394" y="473811"/>
                          <a:pt x="1312708" y="477092"/>
                          <a:pt x="1336070" y="463660"/>
                        </a:cubicBezTo>
                        <a:cubicBezTo>
                          <a:pt x="1328401" y="468802"/>
                          <a:pt x="1320421" y="474078"/>
                          <a:pt x="1311998" y="477092"/>
                        </a:cubicBezTo>
                        <a:cubicBezTo>
                          <a:pt x="1308984" y="478156"/>
                          <a:pt x="1305925" y="478954"/>
                          <a:pt x="1302910" y="480373"/>
                        </a:cubicBezTo>
                        <a:cubicBezTo>
                          <a:pt x="1296837" y="483298"/>
                          <a:pt x="1292315" y="488219"/>
                          <a:pt x="1288458" y="492830"/>
                        </a:cubicBezTo>
                        <a:cubicBezTo>
                          <a:pt x="1280523" y="502361"/>
                          <a:pt x="1273386" y="511981"/>
                          <a:pt x="1267180" y="521600"/>
                        </a:cubicBezTo>
                        <a:cubicBezTo>
                          <a:pt x="1265007" y="524925"/>
                          <a:pt x="1263012" y="528427"/>
                          <a:pt x="1261683" y="531752"/>
                        </a:cubicBezTo>
                        <a:cubicBezTo>
                          <a:pt x="1260929" y="535875"/>
                          <a:pt x="1260973" y="539643"/>
                          <a:pt x="1262170" y="543013"/>
                        </a:cubicBezTo>
                        <a:close/>
                        <a:moveTo>
                          <a:pt x="1135295" y="685714"/>
                        </a:moveTo>
                        <a:cubicBezTo>
                          <a:pt x="1137423" y="692230"/>
                          <a:pt x="1139728" y="699634"/>
                          <a:pt x="1135428" y="705175"/>
                        </a:cubicBezTo>
                        <a:cubicBezTo>
                          <a:pt x="1131438" y="710318"/>
                          <a:pt x="1123148" y="711869"/>
                          <a:pt x="1115656" y="711558"/>
                        </a:cubicBezTo>
                        <a:cubicBezTo>
                          <a:pt x="1107987" y="711248"/>
                          <a:pt x="1100229" y="709431"/>
                          <a:pt x="1093979" y="705529"/>
                        </a:cubicBezTo>
                        <a:cubicBezTo>
                          <a:pt x="1087772" y="701628"/>
                          <a:pt x="1083339" y="695466"/>
                          <a:pt x="1083206" y="689127"/>
                        </a:cubicBezTo>
                        <a:cubicBezTo>
                          <a:pt x="1083029" y="678887"/>
                          <a:pt x="1093314" y="671040"/>
                          <a:pt x="1096683" y="661287"/>
                        </a:cubicBezTo>
                        <a:cubicBezTo>
                          <a:pt x="1098722" y="655436"/>
                          <a:pt x="1098190" y="649052"/>
                          <a:pt x="1100141" y="643200"/>
                        </a:cubicBezTo>
                        <a:cubicBezTo>
                          <a:pt x="1103377" y="633359"/>
                          <a:pt x="1136492" y="612257"/>
                          <a:pt x="1141679" y="631586"/>
                        </a:cubicBezTo>
                        <a:cubicBezTo>
                          <a:pt x="1143629" y="638856"/>
                          <a:pt x="1132192" y="648963"/>
                          <a:pt x="1131039" y="656854"/>
                        </a:cubicBezTo>
                        <a:cubicBezTo>
                          <a:pt x="1129665" y="666474"/>
                          <a:pt x="1132236" y="676404"/>
                          <a:pt x="1135295" y="685714"/>
                        </a:cubicBezTo>
                        <a:close/>
                        <a:moveTo>
                          <a:pt x="1043752" y="747068"/>
                        </a:moveTo>
                        <a:cubicBezTo>
                          <a:pt x="1041668" y="750747"/>
                          <a:pt x="1035816" y="751944"/>
                          <a:pt x="1030984" y="750880"/>
                        </a:cubicBezTo>
                        <a:cubicBezTo>
                          <a:pt x="1026152" y="749816"/>
                          <a:pt x="1022118" y="747023"/>
                          <a:pt x="1018306" y="744275"/>
                        </a:cubicBezTo>
                        <a:cubicBezTo>
                          <a:pt x="1003809" y="734035"/>
                          <a:pt x="989313" y="723794"/>
                          <a:pt x="974817" y="713554"/>
                        </a:cubicBezTo>
                        <a:cubicBezTo>
                          <a:pt x="971935" y="711514"/>
                          <a:pt x="968921" y="709297"/>
                          <a:pt x="968034" y="706283"/>
                        </a:cubicBezTo>
                        <a:cubicBezTo>
                          <a:pt x="966793" y="702160"/>
                          <a:pt x="970206" y="697993"/>
                          <a:pt x="974640" y="696131"/>
                        </a:cubicBezTo>
                        <a:cubicBezTo>
                          <a:pt x="979073" y="694270"/>
                          <a:pt x="984304" y="694092"/>
                          <a:pt x="989357" y="694004"/>
                        </a:cubicBezTo>
                        <a:cubicBezTo>
                          <a:pt x="1002169" y="693738"/>
                          <a:pt x="1014981" y="693472"/>
                          <a:pt x="1027792" y="693250"/>
                        </a:cubicBezTo>
                        <a:cubicBezTo>
                          <a:pt x="1039274" y="693028"/>
                          <a:pt x="1051066" y="692718"/>
                          <a:pt x="1061351" y="688728"/>
                        </a:cubicBezTo>
                        <a:lnTo>
                          <a:pt x="1062725" y="701185"/>
                        </a:lnTo>
                        <a:cubicBezTo>
                          <a:pt x="1062459" y="701628"/>
                          <a:pt x="1062149" y="702028"/>
                          <a:pt x="1061883" y="702471"/>
                        </a:cubicBezTo>
                        <a:cubicBezTo>
                          <a:pt x="1062149" y="702604"/>
                          <a:pt x="1062459" y="702648"/>
                          <a:pt x="1062681" y="702825"/>
                        </a:cubicBezTo>
                        <a:cubicBezTo>
                          <a:pt x="1065873" y="704821"/>
                          <a:pt x="1068001" y="709342"/>
                          <a:pt x="1067114" y="712401"/>
                        </a:cubicBezTo>
                        <a:cubicBezTo>
                          <a:pt x="1066139" y="715992"/>
                          <a:pt x="1061883" y="718252"/>
                          <a:pt x="1058336" y="719981"/>
                        </a:cubicBezTo>
                        <a:cubicBezTo>
                          <a:pt x="1054480" y="721932"/>
                          <a:pt x="1050623" y="723838"/>
                          <a:pt x="1046766" y="725789"/>
                        </a:cubicBezTo>
                        <a:cubicBezTo>
                          <a:pt x="1044948" y="729203"/>
                          <a:pt x="1043707" y="732749"/>
                          <a:pt x="1043884" y="736517"/>
                        </a:cubicBezTo>
                        <a:cubicBezTo>
                          <a:pt x="1044106" y="740108"/>
                          <a:pt x="1045569" y="743920"/>
                          <a:pt x="1043752" y="747068"/>
                        </a:cubicBezTo>
                        <a:close/>
                        <a:moveTo>
                          <a:pt x="749571" y="686290"/>
                        </a:moveTo>
                        <a:cubicBezTo>
                          <a:pt x="755600" y="687886"/>
                          <a:pt x="759590" y="694270"/>
                          <a:pt x="759812" y="699412"/>
                        </a:cubicBezTo>
                        <a:cubicBezTo>
                          <a:pt x="759856" y="700387"/>
                          <a:pt x="759856" y="701496"/>
                          <a:pt x="760743" y="702116"/>
                        </a:cubicBezTo>
                        <a:cubicBezTo>
                          <a:pt x="761452" y="702648"/>
                          <a:pt x="762516" y="702604"/>
                          <a:pt x="763447" y="702560"/>
                        </a:cubicBezTo>
                        <a:cubicBezTo>
                          <a:pt x="771338" y="702205"/>
                          <a:pt x="779273" y="701850"/>
                          <a:pt x="787164" y="701496"/>
                        </a:cubicBezTo>
                        <a:cubicBezTo>
                          <a:pt x="774352" y="704510"/>
                          <a:pt x="761319" y="708810"/>
                          <a:pt x="752142" y="716435"/>
                        </a:cubicBezTo>
                        <a:cubicBezTo>
                          <a:pt x="750680" y="718519"/>
                          <a:pt x="748862" y="720425"/>
                          <a:pt x="746601" y="721932"/>
                        </a:cubicBezTo>
                        <a:cubicBezTo>
                          <a:pt x="748197" y="719893"/>
                          <a:pt x="750103" y="718120"/>
                          <a:pt x="752142" y="716435"/>
                        </a:cubicBezTo>
                        <a:cubicBezTo>
                          <a:pt x="754581" y="712889"/>
                          <a:pt x="755866" y="708722"/>
                          <a:pt x="755911" y="704510"/>
                        </a:cubicBezTo>
                        <a:cubicBezTo>
                          <a:pt x="755955" y="697860"/>
                          <a:pt x="752586" y="692275"/>
                          <a:pt x="749571" y="686290"/>
                        </a:cubicBezTo>
                        <a:close/>
                        <a:moveTo>
                          <a:pt x="750325" y="649673"/>
                        </a:moveTo>
                        <a:cubicBezTo>
                          <a:pt x="743631" y="653441"/>
                          <a:pt x="737558" y="659869"/>
                          <a:pt x="739951" y="666474"/>
                        </a:cubicBezTo>
                        <a:cubicBezTo>
                          <a:pt x="728824" y="652465"/>
                          <a:pt x="714683" y="644131"/>
                          <a:pt x="695931" y="639211"/>
                        </a:cubicBezTo>
                        <a:cubicBezTo>
                          <a:pt x="702181" y="636772"/>
                          <a:pt x="711136" y="639299"/>
                          <a:pt x="716899" y="642137"/>
                        </a:cubicBezTo>
                        <a:cubicBezTo>
                          <a:pt x="719116" y="643245"/>
                          <a:pt x="721199" y="644619"/>
                          <a:pt x="723638" y="645373"/>
                        </a:cubicBezTo>
                        <a:cubicBezTo>
                          <a:pt x="726032" y="646126"/>
                          <a:pt x="728558" y="646259"/>
                          <a:pt x="731085" y="646259"/>
                        </a:cubicBezTo>
                        <a:cubicBezTo>
                          <a:pt x="744606" y="646303"/>
                          <a:pt x="758038" y="643289"/>
                          <a:pt x="769476" y="637570"/>
                        </a:cubicBezTo>
                        <a:cubicBezTo>
                          <a:pt x="765043" y="643156"/>
                          <a:pt x="757063" y="645905"/>
                          <a:pt x="750325" y="649673"/>
                        </a:cubicBezTo>
                        <a:close/>
                        <a:moveTo>
                          <a:pt x="728026" y="688507"/>
                        </a:moveTo>
                        <a:cubicBezTo>
                          <a:pt x="728115" y="690457"/>
                          <a:pt x="726297" y="692053"/>
                          <a:pt x="723948" y="692053"/>
                        </a:cubicBezTo>
                        <a:cubicBezTo>
                          <a:pt x="721598" y="692053"/>
                          <a:pt x="719648" y="690501"/>
                          <a:pt x="719515" y="688551"/>
                        </a:cubicBezTo>
                        <a:cubicBezTo>
                          <a:pt x="719426" y="686600"/>
                          <a:pt x="721244" y="685004"/>
                          <a:pt x="723593" y="685004"/>
                        </a:cubicBezTo>
                        <a:cubicBezTo>
                          <a:pt x="725943" y="685004"/>
                          <a:pt x="727938" y="686556"/>
                          <a:pt x="728026" y="688507"/>
                        </a:cubicBezTo>
                        <a:close/>
                        <a:moveTo>
                          <a:pt x="582843" y="721888"/>
                        </a:moveTo>
                        <a:cubicBezTo>
                          <a:pt x="579340" y="720913"/>
                          <a:pt x="575838" y="720203"/>
                          <a:pt x="572912" y="718430"/>
                        </a:cubicBezTo>
                        <a:cubicBezTo>
                          <a:pt x="577833" y="718120"/>
                          <a:pt x="582931" y="718075"/>
                          <a:pt x="587763" y="716967"/>
                        </a:cubicBezTo>
                        <a:cubicBezTo>
                          <a:pt x="594280" y="715460"/>
                          <a:pt x="600398" y="712002"/>
                          <a:pt x="602747" y="706726"/>
                        </a:cubicBezTo>
                        <a:cubicBezTo>
                          <a:pt x="600930" y="715238"/>
                          <a:pt x="604077" y="724592"/>
                          <a:pt x="611081" y="731286"/>
                        </a:cubicBezTo>
                        <a:cubicBezTo>
                          <a:pt x="613608" y="733724"/>
                          <a:pt x="616623" y="735808"/>
                          <a:pt x="619283" y="738113"/>
                        </a:cubicBezTo>
                        <a:cubicBezTo>
                          <a:pt x="627927" y="745560"/>
                          <a:pt x="633424" y="755535"/>
                          <a:pt x="634399" y="765687"/>
                        </a:cubicBezTo>
                        <a:cubicBezTo>
                          <a:pt x="622873" y="752432"/>
                          <a:pt x="615470" y="735630"/>
                          <a:pt x="598580" y="727340"/>
                        </a:cubicBezTo>
                        <a:cubicBezTo>
                          <a:pt x="593704" y="724946"/>
                          <a:pt x="588251" y="723395"/>
                          <a:pt x="582843" y="721888"/>
                        </a:cubicBezTo>
                        <a:close/>
                        <a:moveTo>
                          <a:pt x="594014" y="766263"/>
                        </a:moveTo>
                        <a:cubicBezTo>
                          <a:pt x="594103" y="768214"/>
                          <a:pt x="592285" y="769809"/>
                          <a:pt x="589935" y="769809"/>
                        </a:cubicBezTo>
                        <a:cubicBezTo>
                          <a:pt x="587586" y="769809"/>
                          <a:pt x="585635" y="768258"/>
                          <a:pt x="585502" y="766308"/>
                        </a:cubicBezTo>
                        <a:cubicBezTo>
                          <a:pt x="585414" y="764357"/>
                          <a:pt x="587231" y="762761"/>
                          <a:pt x="589581" y="762761"/>
                        </a:cubicBezTo>
                        <a:cubicBezTo>
                          <a:pt x="591930" y="762761"/>
                          <a:pt x="593925" y="764312"/>
                          <a:pt x="594014" y="766263"/>
                        </a:cubicBezTo>
                        <a:close/>
                        <a:moveTo>
                          <a:pt x="524991" y="556755"/>
                        </a:moveTo>
                        <a:cubicBezTo>
                          <a:pt x="533414" y="558528"/>
                          <a:pt x="541836" y="560301"/>
                          <a:pt x="549195" y="563183"/>
                        </a:cubicBezTo>
                        <a:cubicBezTo>
                          <a:pt x="552298" y="564380"/>
                          <a:pt x="555224" y="565798"/>
                          <a:pt x="558992" y="566242"/>
                        </a:cubicBezTo>
                        <a:cubicBezTo>
                          <a:pt x="564179" y="566863"/>
                          <a:pt x="570607" y="565710"/>
                          <a:pt x="576858" y="564513"/>
                        </a:cubicBezTo>
                        <a:cubicBezTo>
                          <a:pt x="583241" y="563316"/>
                          <a:pt x="589714" y="562075"/>
                          <a:pt x="596275" y="560257"/>
                        </a:cubicBezTo>
                        <a:cubicBezTo>
                          <a:pt x="600442" y="559105"/>
                          <a:pt x="607402" y="555736"/>
                          <a:pt x="610727" y="556179"/>
                        </a:cubicBezTo>
                        <a:cubicBezTo>
                          <a:pt x="600531" y="563183"/>
                          <a:pt x="585990" y="567173"/>
                          <a:pt x="576282" y="567395"/>
                        </a:cubicBezTo>
                        <a:cubicBezTo>
                          <a:pt x="574863" y="567438"/>
                          <a:pt x="573356" y="567395"/>
                          <a:pt x="571760" y="568015"/>
                        </a:cubicBezTo>
                        <a:cubicBezTo>
                          <a:pt x="570430" y="568503"/>
                          <a:pt x="569189" y="569389"/>
                          <a:pt x="568036" y="570231"/>
                        </a:cubicBezTo>
                        <a:cubicBezTo>
                          <a:pt x="570962" y="569966"/>
                          <a:pt x="573888" y="570498"/>
                          <a:pt x="576725" y="572182"/>
                        </a:cubicBezTo>
                        <a:cubicBezTo>
                          <a:pt x="577833" y="572847"/>
                          <a:pt x="578764" y="573778"/>
                          <a:pt x="579606" y="574797"/>
                        </a:cubicBezTo>
                        <a:cubicBezTo>
                          <a:pt x="581823" y="573867"/>
                          <a:pt x="584128" y="573113"/>
                          <a:pt x="586256" y="572492"/>
                        </a:cubicBezTo>
                        <a:cubicBezTo>
                          <a:pt x="595876" y="569655"/>
                          <a:pt x="635907" y="556666"/>
                          <a:pt x="624913" y="572892"/>
                        </a:cubicBezTo>
                        <a:cubicBezTo>
                          <a:pt x="618972" y="581625"/>
                          <a:pt x="598403" y="584772"/>
                          <a:pt x="584217" y="585215"/>
                        </a:cubicBezTo>
                        <a:cubicBezTo>
                          <a:pt x="585148" y="588984"/>
                          <a:pt x="585724" y="592752"/>
                          <a:pt x="586389" y="595456"/>
                        </a:cubicBezTo>
                        <a:cubicBezTo>
                          <a:pt x="589315" y="607026"/>
                          <a:pt x="592374" y="619128"/>
                          <a:pt x="600220" y="629369"/>
                        </a:cubicBezTo>
                        <a:cubicBezTo>
                          <a:pt x="603545" y="633714"/>
                          <a:pt x="607978" y="638545"/>
                          <a:pt x="606338" y="643422"/>
                        </a:cubicBezTo>
                        <a:cubicBezTo>
                          <a:pt x="605052" y="647279"/>
                          <a:pt x="600087" y="649584"/>
                          <a:pt x="595255" y="649939"/>
                        </a:cubicBezTo>
                        <a:cubicBezTo>
                          <a:pt x="590423" y="650338"/>
                          <a:pt x="585547" y="649229"/>
                          <a:pt x="580715" y="648431"/>
                        </a:cubicBezTo>
                        <a:cubicBezTo>
                          <a:pt x="571760" y="646968"/>
                          <a:pt x="562362" y="646481"/>
                          <a:pt x="554160" y="643023"/>
                        </a:cubicBezTo>
                        <a:cubicBezTo>
                          <a:pt x="540019" y="637038"/>
                          <a:pt x="532350" y="622852"/>
                          <a:pt x="533724" y="609952"/>
                        </a:cubicBezTo>
                        <a:cubicBezTo>
                          <a:pt x="534566" y="602150"/>
                          <a:pt x="546314" y="581048"/>
                          <a:pt x="559746" y="573246"/>
                        </a:cubicBezTo>
                        <a:cubicBezTo>
                          <a:pt x="560322" y="572625"/>
                          <a:pt x="560854" y="571960"/>
                          <a:pt x="561431" y="571340"/>
                        </a:cubicBezTo>
                        <a:cubicBezTo>
                          <a:pt x="547067" y="568635"/>
                          <a:pt x="534743" y="563670"/>
                          <a:pt x="524991" y="556755"/>
                        </a:cubicBezTo>
                        <a:close/>
                        <a:moveTo>
                          <a:pt x="509430" y="660533"/>
                        </a:moveTo>
                        <a:cubicBezTo>
                          <a:pt x="507258" y="659115"/>
                          <a:pt x="504997" y="657697"/>
                          <a:pt x="502382" y="657076"/>
                        </a:cubicBezTo>
                        <a:cubicBezTo>
                          <a:pt x="497417" y="655879"/>
                          <a:pt x="492319" y="657697"/>
                          <a:pt x="487442" y="658982"/>
                        </a:cubicBezTo>
                        <a:cubicBezTo>
                          <a:pt x="478975" y="661199"/>
                          <a:pt x="469843" y="661775"/>
                          <a:pt x="460932" y="660667"/>
                        </a:cubicBezTo>
                        <a:cubicBezTo>
                          <a:pt x="475606" y="660090"/>
                          <a:pt x="490324" y="656899"/>
                          <a:pt x="501983" y="649761"/>
                        </a:cubicBezTo>
                        <a:cubicBezTo>
                          <a:pt x="510406" y="644619"/>
                          <a:pt x="515326" y="637925"/>
                          <a:pt x="519848" y="630256"/>
                        </a:cubicBezTo>
                        <a:cubicBezTo>
                          <a:pt x="522774" y="636462"/>
                          <a:pt x="509918" y="645106"/>
                          <a:pt x="507702" y="650825"/>
                        </a:cubicBezTo>
                        <a:cubicBezTo>
                          <a:pt x="507436" y="651535"/>
                          <a:pt x="507214" y="652244"/>
                          <a:pt x="507303" y="652997"/>
                        </a:cubicBezTo>
                        <a:cubicBezTo>
                          <a:pt x="507613" y="655347"/>
                          <a:pt x="510716" y="656633"/>
                          <a:pt x="513154" y="657918"/>
                        </a:cubicBezTo>
                        <a:cubicBezTo>
                          <a:pt x="521267" y="662174"/>
                          <a:pt x="525257" y="671306"/>
                          <a:pt x="522198" y="678621"/>
                        </a:cubicBezTo>
                        <a:cubicBezTo>
                          <a:pt x="523483" y="671484"/>
                          <a:pt x="516390" y="665100"/>
                          <a:pt x="509430" y="660533"/>
                        </a:cubicBezTo>
                        <a:close/>
                        <a:moveTo>
                          <a:pt x="511691" y="692230"/>
                        </a:moveTo>
                        <a:cubicBezTo>
                          <a:pt x="511780" y="694181"/>
                          <a:pt x="509962" y="695777"/>
                          <a:pt x="507613" y="695777"/>
                        </a:cubicBezTo>
                        <a:cubicBezTo>
                          <a:pt x="505263" y="695777"/>
                          <a:pt x="503313" y="694225"/>
                          <a:pt x="503180" y="692275"/>
                        </a:cubicBezTo>
                        <a:cubicBezTo>
                          <a:pt x="503091" y="690324"/>
                          <a:pt x="504909" y="688728"/>
                          <a:pt x="507258" y="688728"/>
                        </a:cubicBezTo>
                        <a:cubicBezTo>
                          <a:pt x="509608" y="688684"/>
                          <a:pt x="511603" y="690280"/>
                          <a:pt x="511691" y="692230"/>
                        </a:cubicBezTo>
                        <a:close/>
                        <a:moveTo>
                          <a:pt x="389604" y="706726"/>
                        </a:moveTo>
                        <a:cubicBezTo>
                          <a:pt x="391067" y="720425"/>
                          <a:pt x="379585" y="728936"/>
                          <a:pt x="363493" y="729956"/>
                        </a:cubicBezTo>
                        <a:cubicBezTo>
                          <a:pt x="356755" y="730399"/>
                          <a:pt x="348819" y="729158"/>
                          <a:pt x="345229" y="724238"/>
                        </a:cubicBezTo>
                        <a:cubicBezTo>
                          <a:pt x="342702" y="720780"/>
                          <a:pt x="343101" y="716480"/>
                          <a:pt x="343544" y="712490"/>
                        </a:cubicBezTo>
                        <a:cubicBezTo>
                          <a:pt x="344830" y="701717"/>
                          <a:pt x="346159" y="690945"/>
                          <a:pt x="347445" y="680172"/>
                        </a:cubicBezTo>
                        <a:cubicBezTo>
                          <a:pt x="349130" y="666252"/>
                          <a:pt x="361232" y="654150"/>
                          <a:pt x="378876" y="651889"/>
                        </a:cubicBezTo>
                        <a:cubicBezTo>
                          <a:pt x="385392" y="651047"/>
                          <a:pt x="388939" y="653308"/>
                          <a:pt x="390845" y="656810"/>
                        </a:cubicBezTo>
                        <a:cubicBezTo>
                          <a:pt x="395411" y="655702"/>
                          <a:pt x="400199" y="656278"/>
                          <a:pt x="404676" y="659736"/>
                        </a:cubicBezTo>
                        <a:cubicBezTo>
                          <a:pt x="413676" y="666695"/>
                          <a:pt x="402194" y="675340"/>
                          <a:pt x="391643" y="680926"/>
                        </a:cubicBezTo>
                        <a:cubicBezTo>
                          <a:pt x="390313" y="689349"/>
                          <a:pt x="388629" y="697506"/>
                          <a:pt x="389604" y="706726"/>
                        </a:cubicBezTo>
                        <a:close/>
                        <a:moveTo>
                          <a:pt x="335343" y="572271"/>
                        </a:moveTo>
                        <a:cubicBezTo>
                          <a:pt x="322531" y="578078"/>
                          <a:pt x="309187" y="580915"/>
                          <a:pt x="298504" y="580118"/>
                        </a:cubicBezTo>
                        <a:cubicBezTo>
                          <a:pt x="293938" y="579763"/>
                          <a:pt x="289593" y="578610"/>
                          <a:pt x="288662" y="575374"/>
                        </a:cubicBezTo>
                        <a:cubicBezTo>
                          <a:pt x="287510" y="571428"/>
                          <a:pt x="291677" y="565710"/>
                          <a:pt x="295667" y="560612"/>
                        </a:cubicBezTo>
                        <a:cubicBezTo>
                          <a:pt x="298060" y="557553"/>
                          <a:pt x="300676" y="554272"/>
                          <a:pt x="304444" y="551834"/>
                        </a:cubicBezTo>
                        <a:cubicBezTo>
                          <a:pt x="310163" y="548110"/>
                          <a:pt x="316768" y="547446"/>
                          <a:pt x="321777" y="548022"/>
                        </a:cubicBezTo>
                        <a:cubicBezTo>
                          <a:pt x="328117" y="548775"/>
                          <a:pt x="333259" y="551081"/>
                          <a:pt x="336407" y="554672"/>
                        </a:cubicBezTo>
                        <a:cubicBezTo>
                          <a:pt x="338402" y="556888"/>
                          <a:pt x="339953" y="559769"/>
                          <a:pt x="344209" y="559814"/>
                        </a:cubicBezTo>
                        <a:lnTo>
                          <a:pt x="335343" y="572271"/>
                        </a:lnTo>
                        <a:close/>
                        <a:moveTo>
                          <a:pt x="419040" y="541150"/>
                        </a:moveTo>
                        <a:cubicBezTo>
                          <a:pt x="427196" y="541195"/>
                          <a:pt x="436816" y="538402"/>
                          <a:pt x="446170" y="535653"/>
                        </a:cubicBezTo>
                        <a:cubicBezTo>
                          <a:pt x="444308" y="538269"/>
                          <a:pt x="440584" y="540485"/>
                          <a:pt x="437127" y="541682"/>
                        </a:cubicBezTo>
                        <a:cubicBezTo>
                          <a:pt x="433669" y="542879"/>
                          <a:pt x="430388" y="543234"/>
                          <a:pt x="427196" y="543589"/>
                        </a:cubicBezTo>
                        <a:cubicBezTo>
                          <a:pt x="417178" y="544697"/>
                          <a:pt x="405785" y="545273"/>
                          <a:pt x="403657" y="539111"/>
                        </a:cubicBezTo>
                        <a:cubicBezTo>
                          <a:pt x="400775" y="542791"/>
                          <a:pt x="395722" y="545894"/>
                          <a:pt x="390801" y="547800"/>
                        </a:cubicBezTo>
                        <a:cubicBezTo>
                          <a:pt x="387077" y="549263"/>
                          <a:pt x="383442" y="550105"/>
                          <a:pt x="379807" y="550859"/>
                        </a:cubicBezTo>
                        <a:cubicBezTo>
                          <a:pt x="377546" y="551701"/>
                          <a:pt x="375241" y="552455"/>
                          <a:pt x="373024" y="552943"/>
                        </a:cubicBezTo>
                        <a:cubicBezTo>
                          <a:pt x="368857" y="553829"/>
                          <a:pt x="365266" y="553962"/>
                          <a:pt x="362030" y="553607"/>
                        </a:cubicBezTo>
                        <a:cubicBezTo>
                          <a:pt x="360567" y="553696"/>
                          <a:pt x="359104" y="553740"/>
                          <a:pt x="357730" y="553652"/>
                        </a:cubicBezTo>
                        <a:cubicBezTo>
                          <a:pt x="354582" y="553475"/>
                          <a:pt x="348154" y="552987"/>
                          <a:pt x="350371" y="549396"/>
                        </a:cubicBezTo>
                        <a:cubicBezTo>
                          <a:pt x="353607" y="551479"/>
                          <a:pt x="357375" y="553075"/>
                          <a:pt x="362030" y="553607"/>
                        </a:cubicBezTo>
                        <a:cubicBezTo>
                          <a:pt x="366596" y="553341"/>
                          <a:pt x="371517" y="552411"/>
                          <a:pt x="376393" y="551524"/>
                        </a:cubicBezTo>
                        <a:cubicBezTo>
                          <a:pt x="377502" y="551302"/>
                          <a:pt x="378654" y="551081"/>
                          <a:pt x="379807" y="550859"/>
                        </a:cubicBezTo>
                        <a:cubicBezTo>
                          <a:pt x="390579" y="546825"/>
                          <a:pt x="401352" y="538978"/>
                          <a:pt x="405829" y="530865"/>
                        </a:cubicBezTo>
                        <a:cubicBezTo>
                          <a:pt x="404455" y="537515"/>
                          <a:pt x="410883" y="541106"/>
                          <a:pt x="419040" y="541150"/>
                        </a:cubicBezTo>
                        <a:close/>
                        <a:moveTo>
                          <a:pt x="399490" y="630610"/>
                        </a:moveTo>
                        <a:cubicBezTo>
                          <a:pt x="399977" y="634600"/>
                          <a:pt x="403258" y="638368"/>
                          <a:pt x="407691" y="640053"/>
                        </a:cubicBezTo>
                        <a:cubicBezTo>
                          <a:pt x="402903" y="639521"/>
                          <a:pt x="399312" y="635354"/>
                          <a:pt x="394525" y="635176"/>
                        </a:cubicBezTo>
                        <a:cubicBezTo>
                          <a:pt x="389870" y="635043"/>
                          <a:pt x="386678" y="638590"/>
                          <a:pt x="383309" y="641161"/>
                        </a:cubicBezTo>
                        <a:cubicBezTo>
                          <a:pt x="376615" y="646303"/>
                          <a:pt x="366419" y="648165"/>
                          <a:pt x="357420" y="645816"/>
                        </a:cubicBezTo>
                        <a:cubicBezTo>
                          <a:pt x="362651" y="646436"/>
                          <a:pt x="367882" y="644929"/>
                          <a:pt x="372137" y="642491"/>
                        </a:cubicBezTo>
                        <a:cubicBezTo>
                          <a:pt x="376393" y="640053"/>
                          <a:pt x="379851" y="636816"/>
                          <a:pt x="383220" y="633625"/>
                        </a:cubicBezTo>
                        <a:cubicBezTo>
                          <a:pt x="387964" y="629103"/>
                          <a:pt x="392751" y="624581"/>
                          <a:pt x="396209" y="619306"/>
                        </a:cubicBezTo>
                        <a:cubicBezTo>
                          <a:pt x="398027" y="616513"/>
                          <a:pt x="399490" y="613498"/>
                          <a:pt x="400243" y="610395"/>
                        </a:cubicBezTo>
                        <a:cubicBezTo>
                          <a:pt x="400820" y="608134"/>
                          <a:pt x="400332" y="605253"/>
                          <a:pt x="402105" y="603391"/>
                        </a:cubicBezTo>
                        <a:cubicBezTo>
                          <a:pt x="403745" y="609110"/>
                          <a:pt x="402327" y="616291"/>
                          <a:pt x="400820" y="621921"/>
                        </a:cubicBezTo>
                        <a:cubicBezTo>
                          <a:pt x="400110" y="624803"/>
                          <a:pt x="399135" y="627685"/>
                          <a:pt x="399490" y="630610"/>
                        </a:cubicBezTo>
                        <a:close/>
                        <a:moveTo>
                          <a:pt x="365045" y="574931"/>
                        </a:moveTo>
                        <a:cubicBezTo>
                          <a:pt x="360434" y="574931"/>
                          <a:pt x="355602" y="574797"/>
                          <a:pt x="353252" y="572581"/>
                        </a:cubicBezTo>
                        <a:cubicBezTo>
                          <a:pt x="352632" y="572005"/>
                          <a:pt x="352189" y="571207"/>
                          <a:pt x="352676" y="570143"/>
                        </a:cubicBezTo>
                        <a:cubicBezTo>
                          <a:pt x="353563" y="568148"/>
                          <a:pt x="356932" y="566641"/>
                          <a:pt x="359592" y="565754"/>
                        </a:cubicBezTo>
                        <a:cubicBezTo>
                          <a:pt x="377546" y="559592"/>
                          <a:pt x="412656" y="544697"/>
                          <a:pt x="414075" y="560878"/>
                        </a:cubicBezTo>
                        <a:cubicBezTo>
                          <a:pt x="415626" y="579186"/>
                          <a:pt x="375108" y="574975"/>
                          <a:pt x="365045" y="574931"/>
                        </a:cubicBezTo>
                        <a:close/>
                        <a:moveTo>
                          <a:pt x="415892" y="677424"/>
                        </a:moveTo>
                        <a:cubicBezTo>
                          <a:pt x="418242" y="677424"/>
                          <a:pt x="420192" y="678975"/>
                          <a:pt x="420325" y="680926"/>
                        </a:cubicBezTo>
                        <a:cubicBezTo>
                          <a:pt x="420414" y="682876"/>
                          <a:pt x="418596" y="684472"/>
                          <a:pt x="416247" y="684472"/>
                        </a:cubicBezTo>
                        <a:cubicBezTo>
                          <a:pt x="413897" y="684472"/>
                          <a:pt x="411947" y="682921"/>
                          <a:pt x="411814" y="680970"/>
                        </a:cubicBezTo>
                        <a:cubicBezTo>
                          <a:pt x="411725" y="679020"/>
                          <a:pt x="413543" y="677424"/>
                          <a:pt x="415892" y="677424"/>
                        </a:cubicBezTo>
                        <a:close/>
                        <a:moveTo>
                          <a:pt x="416601" y="628350"/>
                        </a:moveTo>
                        <a:cubicBezTo>
                          <a:pt x="415803" y="626266"/>
                          <a:pt x="415759" y="624049"/>
                          <a:pt x="415759" y="621877"/>
                        </a:cubicBezTo>
                        <a:cubicBezTo>
                          <a:pt x="415715" y="615139"/>
                          <a:pt x="415715" y="608356"/>
                          <a:pt x="417621" y="601884"/>
                        </a:cubicBezTo>
                        <a:cubicBezTo>
                          <a:pt x="419306" y="596254"/>
                          <a:pt x="426044" y="589205"/>
                          <a:pt x="433846" y="584994"/>
                        </a:cubicBezTo>
                        <a:cubicBezTo>
                          <a:pt x="433624" y="584994"/>
                          <a:pt x="433403" y="584994"/>
                          <a:pt x="433181" y="584994"/>
                        </a:cubicBezTo>
                        <a:cubicBezTo>
                          <a:pt x="429147" y="584905"/>
                          <a:pt x="418153" y="586279"/>
                          <a:pt x="417399" y="583265"/>
                        </a:cubicBezTo>
                        <a:cubicBezTo>
                          <a:pt x="426266" y="580516"/>
                          <a:pt x="433447" y="579364"/>
                          <a:pt x="439520" y="571650"/>
                        </a:cubicBezTo>
                        <a:cubicBezTo>
                          <a:pt x="437393" y="574354"/>
                          <a:pt x="435176" y="577369"/>
                          <a:pt x="435752" y="579497"/>
                        </a:cubicBezTo>
                        <a:cubicBezTo>
                          <a:pt x="436196" y="581226"/>
                          <a:pt x="438368" y="581846"/>
                          <a:pt x="440762" y="582201"/>
                        </a:cubicBezTo>
                        <a:cubicBezTo>
                          <a:pt x="447943" y="580206"/>
                          <a:pt x="455081" y="581403"/>
                          <a:pt x="459336" y="588895"/>
                        </a:cubicBezTo>
                        <a:cubicBezTo>
                          <a:pt x="463016" y="595412"/>
                          <a:pt x="461287" y="604278"/>
                          <a:pt x="461642" y="611149"/>
                        </a:cubicBezTo>
                        <a:cubicBezTo>
                          <a:pt x="462218" y="622365"/>
                          <a:pt x="469134" y="630300"/>
                          <a:pt x="471660" y="640762"/>
                        </a:cubicBezTo>
                        <a:cubicBezTo>
                          <a:pt x="472237" y="643245"/>
                          <a:pt x="471616" y="646082"/>
                          <a:pt x="469178" y="647456"/>
                        </a:cubicBezTo>
                        <a:cubicBezTo>
                          <a:pt x="467582" y="648387"/>
                          <a:pt x="465543" y="648520"/>
                          <a:pt x="463592" y="648609"/>
                        </a:cubicBezTo>
                        <a:cubicBezTo>
                          <a:pt x="449007" y="649007"/>
                          <a:pt x="434068" y="644353"/>
                          <a:pt x="423074" y="635974"/>
                        </a:cubicBezTo>
                        <a:cubicBezTo>
                          <a:pt x="420370" y="633802"/>
                          <a:pt x="417754" y="631319"/>
                          <a:pt x="416601" y="628350"/>
                        </a:cubicBezTo>
                        <a:close/>
                        <a:moveTo>
                          <a:pt x="479374" y="543855"/>
                        </a:moveTo>
                        <a:cubicBezTo>
                          <a:pt x="488861" y="540264"/>
                          <a:pt x="499811" y="535298"/>
                          <a:pt x="505219" y="527319"/>
                        </a:cubicBezTo>
                        <a:cubicBezTo>
                          <a:pt x="504731" y="531619"/>
                          <a:pt x="504288" y="536008"/>
                          <a:pt x="505441" y="539643"/>
                        </a:cubicBezTo>
                        <a:cubicBezTo>
                          <a:pt x="506593" y="543278"/>
                          <a:pt x="509608" y="546160"/>
                          <a:pt x="514839" y="546603"/>
                        </a:cubicBezTo>
                        <a:cubicBezTo>
                          <a:pt x="505175" y="547623"/>
                          <a:pt x="499323" y="542259"/>
                          <a:pt x="501805" y="534678"/>
                        </a:cubicBezTo>
                        <a:cubicBezTo>
                          <a:pt x="500697" y="538136"/>
                          <a:pt x="482610" y="543278"/>
                          <a:pt x="479374" y="543855"/>
                        </a:cubicBezTo>
                        <a:close/>
                        <a:moveTo>
                          <a:pt x="506948" y="515616"/>
                        </a:moveTo>
                        <a:cubicBezTo>
                          <a:pt x="506283" y="516724"/>
                          <a:pt x="505308" y="517877"/>
                          <a:pt x="504066" y="518852"/>
                        </a:cubicBezTo>
                        <a:cubicBezTo>
                          <a:pt x="499500" y="522487"/>
                          <a:pt x="493117" y="522664"/>
                          <a:pt x="490678" y="520359"/>
                        </a:cubicBezTo>
                        <a:cubicBezTo>
                          <a:pt x="488240" y="518054"/>
                          <a:pt x="488595" y="514197"/>
                          <a:pt x="488551" y="510606"/>
                        </a:cubicBezTo>
                        <a:cubicBezTo>
                          <a:pt x="488506" y="506616"/>
                          <a:pt x="487930" y="502715"/>
                          <a:pt x="485580" y="499878"/>
                        </a:cubicBezTo>
                        <a:cubicBezTo>
                          <a:pt x="483231" y="497041"/>
                          <a:pt x="478886" y="495357"/>
                          <a:pt x="473123" y="496154"/>
                        </a:cubicBezTo>
                        <a:lnTo>
                          <a:pt x="461154" y="493893"/>
                        </a:lnTo>
                        <a:cubicBezTo>
                          <a:pt x="469178" y="490924"/>
                          <a:pt x="477157" y="488574"/>
                          <a:pt x="484960" y="486978"/>
                        </a:cubicBezTo>
                        <a:cubicBezTo>
                          <a:pt x="487176" y="486534"/>
                          <a:pt x="489481" y="486136"/>
                          <a:pt x="491255" y="486402"/>
                        </a:cubicBezTo>
                        <a:cubicBezTo>
                          <a:pt x="492673" y="486623"/>
                          <a:pt x="493693" y="487288"/>
                          <a:pt x="494624" y="487953"/>
                        </a:cubicBezTo>
                        <a:cubicBezTo>
                          <a:pt x="501673" y="492918"/>
                          <a:pt x="506239" y="499790"/>
                          <a:pt x="507968" y="507991"/>
                        </a:cubicBezTo>
                        <a:cubicBezTo>
                          <a:pt x="508455" y="510252"/>
                          <a:pt x="508677" y="512779"/>
                          <a:pt x="506948" y="515616"/>
                        </a:cubicBezTo>
                        <a:close/>
                        <a:moveTo>
                          <a:pt x="465897" y="556888"/>
                        </a:moveTo>
                        <a:cubicBezTo>
                          <a:pt x="481724" y="547135"/>
                          <a:pt x="496397" y="547401"/>
                          <a:pt x="502160" y="555292"/>
                        </a:cubicBezTo>
                        <a:cubicBezTo>
                          <a:pt x="506859" y="561764"/>
                          <a:pt x="515858" y="576482"/>
                          <a:pt x="492141" y="577413"/>
                        </a:cubicBezTo>
                        <a:cubicBezTo>
                          <a:pt x="486467" y="577635"/>
                          <a:pt x="480704" y="577989"/>
                          <a:pt x="474897" y="578477"/>
                        </a:cubicBezTo>
                        <a:cubicBezTo>
                          <a:pt x="468823" y="579009"/>
                          <a:pt x="462528" y="579674"/>
                          <a:pt x="457785" y="578344"/>
                        </a:cubicBezTo>
                        <a:cubicBezTo>
                          <a:pt x="453041" y="577058"/>
                          <a:pt x="450249" y="573290"/>
                          <a:pt x="452864" y="568281"/>
                        </a:cubicBezTo>
                        <a:cubicBezTo>
                          <a:pt x="455081" y="564114"/>
                          <a:pt x="460578" y="560124"/>
                          <a:pt x="465897" y="556888"/>
                        </a:cubicBezTo>
                        <a:close/>
                        <a:moveTo>
                          <a:pt x="495333" y="708012"/>
                        </a:moveTo>
                        <a:cubicBezTo>
                          <a:pt x="491787" y="715770"/>
                          <a:pt x="479551" y="716258"/>
                          <a:pt x="472059" y="711470"/>
                        </a:cubicBezTo>
                        <a:cubicBezTo>
                          <a:pt x="465365" y="707170"/>
                          <a:pt x="462085" y="700210"/>
                          <a:pt x="459913" y="693472"/>
                        </a:cubicBezTo>
                        <a:cubicBezTo>
                          <a:pt x="454770" y="677690"/>
                          <a:pt x="472591" y="663770"/>
                          <a:pt x="483408" y="673567"/>
                        </a:cubicBezTo>
                        <a:cubicBezTo>
                          <a:pt x="484383" y="673213"/>
                          <a:pt x="485492" y="672991"/>
                          <a:pt x="486689" y="672991"/>
                        </a:cubicBezTo>
                        <a:cubicBezTo>
                          <a:pt x="491255" y="672991"/>
                          <a:pt x="495112" y="676049"/>
                          <a:pt x="495333" y="679862"/>
                        </a:cubicBezTo>
                        <a:cubicBezTo>
                          <a:pt x="495466" y="682699"/>
                          <a:pt x="493516" y="685137"/>
                          <a:pt x="490634" y="686201"/>
                        </a:cubicBezTo>
                        <a:cubicBezTo>
                          <a:pt x="493915" y="693294"/>
                          <a:pt x="498082" y="702028"/>
                          <a:pt x="495333" y="708012"/>
                        </a:cubicBezTo>
                        <a:close/>
                        <a:moveTo>
                          <a:pt x="520424" y="540929"/>
                        </a:moveTo>
                        <a:cubicBezTo>
                          <a:pt x="521621" y="538491"/>
                          <a:pt x="523838" y="536052"/>
                          <a:pt x="526542" y="533747"/>
                        </a:cubicBezTo>
                        <a:cubicBezTo>
                          <a:pt x="525079" y="532639"/>
                          <a:pt x="523838" y="531353"/>
                          <a:pt x="522996" y="529846"/>
                        </a:cubicBezTo>
                        <a:cubicBezTo>
                          <a:pt x="521400" y="526920"/>
                          <a:pt x="521488" y="522842"/>
                          <a:pt x="524592" y="518630"/>
                        </a:cubicBezTo>
                        <a:cubicBezTo>
                          <a:pt x="528980" y="512690"/>
                          <a:pt x="538157" y="508124"/>
                          <a:pt x="545826" y="506439"/>
                        </a:cubicBezTo>
                        <a:cubicBezTo>
                          <a:pt x="553495" y="504755"/>
                          <a:pt x="560189" y="505242"/>
                          <a:pt x="567061" y="505198"/>
                        </a:cubicBezTo>
                        <a:cubicBezTo>
                          <a:pt x="580537" y="505154"/>
                          <a:pt x="608776" y="495401"/>
                          <a:pt x="607579" y="508612"/>
                        </a:cubicBezTo>
                        <a:cubicBezTo>
                          <a:pt x="607047" y="514552"/>
                          <a:pt x="602215" y="521645"/>
                          <a:pt x="601506" y="527629"/>
                        </a:cubicBezTo>
                        <a:cubicBezTo>
                          <a:pt x="601284" y="529580"/>
                          <a:pt x="601683" y="531486"/>
                          <a:pt x="602171" y="533348"/>
                        </a:cubicBezTo>
                        <a:cubicBezTo>
                          <a:pt x="602259" y="532994"/>
                          <a:pt x="602392" y="532594"/>
                          <a:pt x="602658" y="532151"/>
                        </a:cubicBezTo>
                        <a:cubicBezTo>
                          <a:pt x="603944" y="530156"/>
                          <a:pt x="606870" y="528561"/>
                          <a:pt x="609131" y="528561"/>
                        </a:cubicBezTo>
                        <a:cubicBezTo>
                          <a:pt x="611436" y="528561"/>
                          <a:pt x="612234" y="530156"/>
                          <a:pt x="610948" y="532151"/>
                        </a:cubicBezTo>
                        <a:cubicBezTo>
                          <a:pt x="609663" y="534146"/>
                          <a:pt x="606737" y="535742"/>
                          <a:pt x="604476" y="535742"/>
                        </a:cubicBezTo>
                        <a:cubicBezTo>
                          <a:pt x="603589" y="535742"/>
                          <a:pt x="603013" y="535476"/>
                          <a:pt x="602614" y="535033"/>
                        </a:cubicBezTo>
                        <a:cubicBezTo>
                          <a:pt x="603456" y="538224"/>
                          <a:pt x="604077" y="541461"/>
                          <a:pt x="601772" y="545317"/>
                        </a:cubicBezTo>
                        <a:cubicBezTo>
                          <a:pt x="598536" y="550770"/>
                          <a:pt x="589891" y="555381"/>
                          <a:pt x="582975" y="556578"/>
                        </a:cubicBezTo>
                        <a:cubicBezTo>
                          <a:pt x="576060" y="557775"/>
                          <a:pt x="570651" y="556356"/>
                          <a:pt x="565775" y="554627"/>
                        </a:cubicBezTo>
                        <a:cubicBezTo>
                          <a:pt x="556643" y="551435"/>
                          <a:pt x="548619" y="547179"/>
                          <a:pt x="540950" y="542702"/>
                        </a:cubicBezTo>
                        <a:cubicBezTo>
                          <a:pt x="537891" y="543855"/>
                          <a:pt x="534832" y="545052"/>
                          <a:pt x="531729" y="546204"/>
                        </a:cubicBezTo>
                        <a:cubicBezTo>
                          <a:pt x="529468" y="547046"/>
                          <a:pt x="527119" y="547933"/>
                          <a:pt x="525035" y="548155"/>
                        </a:cubicBezTo>
                        <a:cubicBezTo>
                          <a:pt x="520203" y="548686"/>
                          <a:pt x="518474" y="544963"/>
                          <a:pt x="520424" y="540929"/>
                        </a:cubicBezTo>
                        <a:close/>
                        <a:moveTo>
                          <a:pt x="651024" y="467428"/>
                        </a:moveTo>
                        <a:cubicBezTo>
                          <a:pt x="655678" y="462552"/>
                          <a:pt x="659225" y="457454"/>
                          <a:pt x="662151" y="452400"/>
                        </a:cubicBezTo>
                        <a:cubicBezTo>
                          <a:pt x="667293" y="443489"/>
                          <a:pt x="670396" y="434623"/>
                          <a:pt x="670839" y="426688"/>
                        </a:cubicBezTo>
                        <a:cubicBezTo>
                          <a:pt x="671061" y="422743"/>
                          <a:pt x="670662" y="419063"/>
                          <a:pt x="669510" y="415694"/>
                        </a:cubicBezTo>
                        <a:cubicBezTo>
                          <a:pt x="668623" y="413123"/>
                          <a:pt x="664633" y="410152"/>
                          <a:pt x="665963" y="406961"/>
                        </a:cubicBezTo>
                        <a:cubicBezTo>
                          <a:pt x="668667" y="407404"/>
                          <a:pt x="670618" y="408734"/>
                          <a:pt x="671903" y="410418"/>
                        </a:cubicBezTo>
                        <a:cubicBezTo>
                          <a:pt x="674430" y="413566"/>
                          <a:pt x="674741" y="417955"/>
                          <a:pt x="674519" y="422432"/>
                        </a:cubicBezTo>
                        <a:cubicBezTo>
                          <a:pt x="673810" y="436263"/>
                          <a:pt x="667914" y="451912"/>
                          <a:pt x="657540" y="467517"/>
                        </a:cubicBezTo>
                        <a:cubicBezTo>
                          <a:pt x="665254" y="469955"/>
                          <a:pt x="671194" y="474166"/>
                          <a:pt x="674962" y="479663"/>
                        </a:cubicBezTo>
                        <a:cubicBezTo>
                          <a:pt x="677489" y="480505"/>
                          <a:pt x="680991" y="480417"/>
                          <a:pt x="684626" y="479530"/>
                        </a:cubicBezTo>
                        <a:cubicBezTo>
                          <a:pt x="689946" y="478289"/>
                          <a:pt x="695443" y="475585"/>
                          <a:pt x="700586" y="472571"/>
                        </a:cubicBezTo>
                        <a:cubicBezTo>
                          <a:pt x="709141" y="467517"/>
                          <a:pt x="716988" y="461399"/>
                          <a:pt x="723283" y="454794"/>
                        </a:cubicBezTo>
                        <a:cubicBezTo>
                          <a:pt x="718983" y="461931"/>
                          <a:pt x="711535" y="469157"/>
                          <a:pt x="702802" y="474698"/>
                        </a:cubicBezTo>
                        <a:cubicBezTo>
                          <a:pt x="694867" y="479708"/>
                          <a:pt x="685956" y="483254"/>
                          <a:pt x="677711" y="484806"/>
                        </a:cubicBezTo>
                        <a:cubicBezTo>
                          <a:pt x="678509" y="486934"/>
                          <a:pt x="679085" y="489283"/>
                          <a:pt x="678110" y="492032"/>
                        </a:cubicBezTo>
                        <a:cubicBezTo>
                          <a:pt x="677223" y="494559"/>
                          <a:pt x="675228" y="497174"/>
                          <a:pt x="673145" y="499790"/>
                        </a:cubicBezTo>
                        <a:cubicBezTo>
                          <a:pt x="665653" y="509188"/>
                          <a:pt x="657363" y="518453"/>
                          <a:pt x="648364" y="527497"/>
                        </a:cubicBezTo>
                        <a:cubicBezTo>
                          <a:pt x="658250" y="517034"/>
                          <a:pt x="665963" y="505819"/>
                          <a:pt x="668800" y="495534"/>
                        </a:cubicBezTo>
                        <a:cubicBezTo>
                          <a:pt x="671593" y="485249"/>
                          <a:pt x="669111" y="476072"/>
                          <a:pt x="660555" y="471728"/>
                        </a:cubicBezTo>
                        <a:cubicBezTo>
                          <a:pt x="658959" y="470930"/>
                          <a:pt x="656831" y="470310"/>
                          <a:pt x="654215" y="471418"/>
                        </a:cubicBezTo>
                        <a:cubicBezTo>
                          <a:pt x="652797" y="471994"/>
                          <a:pt x="651555" y="472969"/>
                          <a:pt x="650314" y="473900"/>
                        </a:cubicBezTo>
                        <a:cubicBezTo>
                          <a:pt x="625001" y="492918"/>
                          <a:pt x="591664" y="502316"/>
                          <a:pt x="567238" y="500765"/>
                        </a:cubicBezTo>
                        <a:cubicBezTo>
                          <a:pt x="556820" y="500100"/>
                          <a:pt x="547777" y="497750"/>
                          <a:pt x="537669" y="496686"/>
                        </a:cubicBezTo>
                        <a:cubicBezTo>
                          <a:pt x="545117" y="496243"/>
                          <a:pt x="551545" y="497307"/>
                          <a:pt x="558239" y="497972"/>
                        </a:cubicBezTo>
                        <a:cubicBezTo>
                          <a:pt x="571981" y="499346"/>
                          <a:pt x="587497" y="498903"/>
                          <a:pt x="604254" y="494115"/>
                        </a:cubicBezTo>
                        <a:cubicBezTo>
                          <a:pt x="621011" y="489416"/>
                          <a:pt x="639187" y="479797"/>
                          <a:pt x="651024" y="467428"/>
                        </a:cubicBezTo>
                        <a:close/>
                        <a:moveTo>
                          <a:pt x="632449" y="435111"/>
                        </a:moveTo>
                        <a:cubicBezTo>
                          <a:pt x="633734" y="433116"/>
                          <a:pt x="636660" y="431520"/>
                          <a:pt x="638921" y="431520"/>
                        </a:cubicBezTo>
                        <a:cubicBezTo>
                          <a:pt x="641226" y="431520"/>
                          <a:pt x="642024" y="433116"/>
                          <a:pt x="640739" y="435111"/>
                        </a:cubicBezTo>
                        <a:cubicBezTo>
                          <a:pt x="639453" y="437106"/>
                          <a:pt x="636527" y="438702"/>
                          <a:pt x="634266" y="438702"/>
                        </a:cubicBezTo>
                        <a:cubicBezTo>
                          <a:pt x="631961" y="438746"/>
                          <a:pt x="631163" y="437106"/>
                          <a:pt x="632449" y="435111"/>
                        </a:cubicBezTo>
                        <a:close/>
                        <a:moveTo>
                          <a:pt x="682853" y="355537"/>
                        </a:moveTo>
                        <a:cubicBezTo>
                          <a:pt x="683917" y="350305"/>
                          <a:pt x="685956" y="345607"/>
                          <a:pt x="686400" y="340154"/>
                        </a:cubicBezTo>
                        <a:cubicBezTo>
                          <a:pt x="685690" y="334923"/>
                          <a:pt x="685158" y="329648"/>
                          <a:pt x="685336" y="324372"/>
                        </a:cubicBezTo>
                        <a:cubicBezTo>
                          <a:pt x="685158" y="329559"/>
                          <a:pt x="686799" y="334790"/>
                          <a:pt x="686400" y="340110"/>
                        </a:cubicBezTo>
                        <a:cubicBezTo>
                          <a:pt x="686400" y="340110"/>
                          <a:pt x="686400" y="340110"/>
                          <a:pt x="686400" y="340154"/>
                        </a:cubicBezTo>
                        <a:cubicBezTo>
                          <a:pt x="686666" y="342193"/>
                          <a:pt x="686976" y="344232"/>
                          <a:pt x="687331" y="346272"/>
                        </a:cubicBezTo>
                        <a:cubicBezTo>
                          <a:pt x="687996" y="350439"/>
                          <a:pt x="688705" y="354650"/>
                          <a:pt x="690478" y="358507"/>
                        </a:cubicBezTo>
                        <a:cubicBezTo>
                          <a:pt x="691675" y="357133"/>
                          <a:pt x="692872" y="355758"/>
                          <a:pt x="694202" y="354428"/>
                        </a:cubicBezTo>
                        <a:cubicBezTo>
                          <a:pt x="695089" y="353498"/>
                          <a:pt x="696197" y="352522"/>
                          <a:pt x="697349" y="351547"/>
                        </a:cubicBezTo>
                        <a:cubicBezTo>
                          <a:pt x="696463" y="348089"/>
                          <a:pt x="696729" y="344143"/>
                          <a:pt x="697083" y="340508"/>
                        </a:cubicBezTo>
                        <a:cubicBezTo>
                          <a:pt x="697438" y="337184"/>
                          <a:pt x="697837" y="333726"/>
                          <a:pt x="699832" y="331066"/>
                        </a:cubicBezTo>
                        <a:cubicBezTo>
                          <a:pt x="702891" y="327032"/>
                          <a:pt x="708609" y="326234"/>
                          <a:pt x="713619" y="326810"/>
                        </a:cubicBezTo>
                        <a:cubicBezTo>
                          <a:pt x="720003" y="327519"/>
                          <a:pt x="726165" y="329913"/>
                          <a:pt x="731351" y="333726"/>
                        </a:cubicBezTo>
                        <a:cubicBezTo>
                          <a:pt x="731484" y="333814"/>
                          <a:pt x="731662" y="333948"/>
                          <a:pt x="731795" y="334036"/>
                        </a:cubicBezTo>
                        <a:cubicBezTo>
                          <a:pt x="739685" y="332396"/>
                          <a:pt x="745183" y="333859"/>
                          <a:pt x="744074" y="341218"/>
                        </a:cubicBezTo>
                        <a:cubicBezTo>
                          <a:pt x="743764" y="343301"/>
                          <a:pt x="742744" y="345607"/>
                          <a:pt x="741370" y="348000"/>
                        </a:cubicBezTo>
                        <a:lnTo>
                          <a:pt x="741193" y="352433"/>
                        </a:lnTo>
                        <a:cubicBezTo>
                          <a:pt x="739730" y="353541"/>
                          <a:pt x="738134" y="354517"/>
                          <a:pt x="736538" y="355448"/>
                        </a:cubicBezTo>
                        <a:cubicBezTo>
                          <a:pt x="734410" y="358418"/>
                          <a:pt x="732238" y="361344"/>
                          <a:pt x="730553" y="363960"/>
                        </a:cubicBezTo>
                        <a:cubicBezTo>
                          <a:pt x="723150" y="375441"/>
                          <a:pt x="724303" y="383554"/>
                          <a:pt x="719338" y="394238"/>
                        </a:cubicBezTo>
                        <a:cubicBezTo>
                          <a:pt x="718185" y="396764"/>
                          <a:pt x="715525" y="399646"/>
                          <a:pt x="712156" y="401065"/>
                        </a:cubicBezTo>
                        <a:cubicBezTo>
                          <a:pt x="709984" y="401995"/>
                          <a:pt x="707856" y="402173"/>
                          <a:pt x="705905" y="402217"/>
                        </a:cubicBezTo>
                        <a:cubicBezTo>
                          <a:pt x="691365" y="402572"/>
                          <a:pt x="680060" y="397784"/>
                          <a:pt x="675317" y="389139"/>
                        </a:cubicBezTo>
                        <a:cubicBezTo>
                          <a:pt x="674120" y="386967"/>
                          <a:pt x="673322" y="384441"/>
                          <a:pt x="674297" y="381381"/>
                        </a:cubicBezTo>
                        <a:cubicBezTo>
                          <a:pt x="675007" y="379254"/>
                          <a:pt x="676558" y="376993"/>
                          <a:pt x="678065" y="374776"/>
                        </a:cubicBezTo>
                        <a:cubicBezTo>
                          <a:pt x="680504" y="371230"/>
                          <a:pt x="682986" y="367639"/>
                          <a:pt x="685690" y="364092"/>
                        </a:cubicBezTo>
                        <a:cubicBezTo>
                          <a:pt x="683385" y="362496"/>
                          <a:pt x="682011" y="359925"/>
                          <a:pt x="682853" y="355537"/>
                        </a:cubicBezTo>
                        <a:close/>
                        <a:moveTo>
                          <a:pt x="965729" y="306861"/>
                        </a:moveTo>
                        <a:cubicBezTo>
                          <a:pt x="965685" y="304734"/>
                          <a:pt x="967414" y="302960"/>
                          <a:pt x="969542" y="302960"/>
                        </a:cubicBezTo>
                        <a:cubicBezTo>
                          <a:pt x="971669" y="302960"/>
                          <a:pt x="973443" y="304645"/>
                          <a:pt x="973443" y="306773"/>
                        </a:cubicBezTo>
                        <a:cubicBezTo>
                          <a:pt x="973487" y="308900"/>
                          <a:pt x="971758" y="310674"/>
                          <a:pt x="969630" y="310674"/>
                        </a:cubicBezTo>
                        <a:cubicBezTo>
                          <a:pt x="968832" y="310674"/>
                          <a:pt x="968079" y="310363"/>
                          <a:pt x="967458" y="309964"/>
                        </a:cubicBezTo>
                        <a:cubicBezTo>
                          <a:pt x="970206" y="313334"/>
                          <a:pt x="972778" y="316791"/>
                          <a:pt x="973044" y="320958"/>
                        </a:cubicBezTo>
                        <a:cubicBezTo>
                          <a:pt x="973398" y="326810"/>
                          <a:pt x="968167" y="331820"/>
                          <a:pt x="962449" y="333149"/>
                        </a:cubicBezTo>
                        <a:cubicBezTo>
                          <a:pt x="956774" y="334480"/>
                          <a:pt x="950789" y="333017"/>
                          <a:pt x="945248" y="331243"/>
                        </a:cubicBezTo>
                        <a:cubicBezTo>
                          <a:pt x="934786" y="327919"/>
                          <a:pt x="924679" y="323486"/>
                          <a:pt x="914748" y="318786"/>
                        </a:cubicBezTo>
                        <a:cubicBezTo>
                          <a:pt x="912621" y="320072"/>
                          <a:pt x="910448" y="321358"/>
                          <a:pt x="908320" y="322643"/>
                        </a:cubicBezTo>
                        <a:cubicBezTo>
                          <a:pt x="906724" y="323574"/>
                          <a:pt x="905129" y="324549"/>
                          <a:pt x="903267" y="324771"/>
                        </a:cubicBezTo>
                        <a:cubicBezTo>
                          <a:pt x="898967" y="325303"/>
                          <a:pt x="895021" y="321358"/>
                          <a:pt x="894400" y="317057"/>
                        </a:cubicBezTo>
                        <a:cubicBezTo>
                          <a:pt x="894002" y="314442"/>
                          <a:pt x="894622" y="311826"/>
                          <a:pt x="895731" y="309388"/>
                        </a:cubicBezTo>
                        <a:cubicBezTo>
                          <a:pt x="893691" y="308191"/>
                          <a:pt x="891696" y="306861"/>
                          <a:pt x="889967" y="305266"/>
                        </a:cubicBezTo>
                        <a:cubicBezTo>
                          <a:pt x="886643" y="302162"/>
                          <a:pt x="884249" y="297818"/>
                          <a:pt x="884559" y="293296"/>
                        </a:cubicBezTo>
                        <a:cubicBezTo>
                          <a:pt x="885002" y="286912"/>
                          <a:pt x="890721" y="281947"/>
                          <a:pt x="896839" y="280085"/>
                        </a:cubicBezTo>
                        <a:cubicBezTo>
                          <a:pt x="902956" y="278223"/>
                          <a:pt x="909517" y="278667"/>
                          <a:pt x="915901" y="278534"/>
                        </a:cubicBezTo>
                        <a:cubicBezTo>
                          <a:pt x="928402" y="278312"/>
                          <a:pt x="948750" y="267629"/>
                          <a:pt x="955799" y="281726"/>
                        </a:cubicBezTo>
                        <a:cubicBezTo>
                          <a:pt x="958946" y="288065"/>
                          <a:pt x="958813" y="295646"/>
                          <a:pt x="961872" y="302073"/>
                        </a:cubicBezTo>
                        <a:cubicBezTo>
                          <a:pt x="962892" y="304157"/>
                          <a:pt x="964399" y="306152"/>
                          <a:pt x="966039" y="308147"/>
                        </a:cubicBezTo>
                        <a:cubicBezTo>
                          <a:pt x="965862" y="307748"/>
                          <a:pt x="965729" y="307305"/>
                          <a:pt x="965729" y="306861"/>
                        </a:cubicBezTo>
                        <a:close/>
                        <a:moveTo>
                          <a:pt x="1113839" y="256856"/>
                        </a:moveTo>
                        <a:cubicBezTo>
                          <a:pt x="1116100" y="259516"/>
                          <a:pt x="1118760" y="261777"/>
                          <a:pt x="1121109" y="264304"/>
                        </a:cubicBezTo>
                        <a:cubicBezTo>
                          <a:pt x="1128778" y="272416"/>
                          <a:pt x="1133477" y="283321"/>
                          <a:pt x="1134054" y="294449"/>
                        </a:cubicBezTo>
                        <a:cubicBezTo>
                          <a:pt x="1123946" y="279997"/>
                          <a:pt x="1117740" y="261643"/>
                          <a:pt x="1102579" y="252645"/>
                        </a:cubicBezTo>
                        <a:cubicBezTo>
                          <a:pt x="1098146" y="250029"/>
                          <a:pt x="1093225" y="248389"/>
                          <a:pt x="1088348" y="246748"/>
                        </a:cubicBezTo>
                        <a:cubicBezTo>
                          <a:pt x="1085201" y="245684"/>
                          <a:pt x="1082009" y="244931"/>
                          <a:pt x="1079394" y="243025"/>
                        </a:cubicBezTo>
                        <a:cubicBezTo>
                          <a:pt x="1083871" y="242670"/>
                          <a:pt x="1088570" y="242581"/>
                          <a:pt x="1093003" y="241340"/>
                        </a:cubicBezTo>
                        <a:cubicBezTo>
                          <a:pt x="1098988" y="239656"/>
                          <a:pt x="1104662" y="235799"/>
                          <a:pt x="1107012" y="230035"/>
                        </a:cubicBezTo>
                        <a:cubicBezTo>
                          <a:pt x="1105061" y="239389"/>
                          <a:pt x="1107632" y="249586"/>
                          <a:pt x="1113839" y="256856"/>
                        </a:cubicBezTo>
                        <a:close/>
                        <a:moveTo>
                          <a:pt x="1215844" y="291611"/>
                        </a:moveTo>
                        <a:cubicBezTo>
                          <a:pt x="1215445" y="282967"/>
                          <a:pt x="1217440" y="274234"/>
                          <a:pt x="1222051" y="266964"/>
                        </a:cubicBezTo>
                        <a:cubicBezTo>
                          <a:pt x="1220410" y="274500"/>
                          <a:pt x="1218593" y="281992"/>
                          <a:pt x="1216509" y="289439"/>
                        </a:cubicBezTo>
                        <a:cubicBezTo>
                          <a:pt x="1216332" y="290193"/>
                          <a:pt x="1216110" y="290902"/>
                          <a:pt x="1215844" y="291611"/>
                        </a:cubicBezTo>
                        <a:cubicBezTo>
                          <a:pt x="1215889" y="292675"/>
                          <a:pt x="1215977" y="293783"/>
                          <a:pt x="1216110" y="294847"/>
                        </a:cubicBezTo>
                        <a:cubicBezTo>
                          <a:pt x="1217219" y="304467"/>
                          <a:pt x="1221208" y="313644"/>
                          <a:pt x="1226794" y="321579"/>
                        </a:cubicBezTo>
                        <a:cubicBezTo>
                          <a:pt x="1225021" y="319362"/>
                          <a:pt x="1222716" y="317589"/>
                          <a:pt x="1220100" y="316481"/>
                        </a:cubicBezTo>
                        <a:cubicBezTo>
                          <a:pt x="1218770" y="320293"/>
                          <a:pt x="1217751" y="324239"/>
                          <a:pt x="1216997" y="328229"/>
                        </a:cubicBezTo>
                        <a:cubicBezTo>
                          <a:pt x="1216775" y="331022"/>
                          <a:pt x="1216421" y="333814"/>
                          <a:pt x="1215844" y="336519"/>
                        </a:cubicBezTo>
                        <a:cubicBezTo>
                          <a:pt x="1216066" y="333726"/>
                          <a:pt x="1216465" y="330977"/>
                          <a:pt x="1216997" y="328229"/>
                        </a:cubicBezTo>
                        <a:cubicBezTo>
                          <a:pt x="1217219" y="325569"/>
                          <a:pt x="1217263" y="322865"/>
                          <a:pt x="1217130" y="320161"/>
                        </a:cubicBezTo>
                        <a:cubicBezTo>
                          <a:pt x="1216997" y="316570"/>
                          <a:pt x="1216509" y="312890"/>
                          <a:pt x="1214913" y="309699"/>
                        </a:cubicBezTo>
                        <a:cubicBezTo>
                          <a:pt x="1213539" y="306906"/>
                          <a:pt x="1211323" y="304600"/>
                          <a:pt x="1209062" y="302517"/>
                        </a:cubicBezTo>
                        <a:cubicBezTo>
                          <a:pt x="1202146" y="296133"/>
                          <a:pt x="1194299" y="291922"/>
                          <a:pt x="1185921" y="287843"/>
                        </a:cubicBezTo>
                        <a:cubicBezTo>
                          <a:pt x="1190354" y="285893"/>
                          <a:pt x="1195984" y="290060"/>
                          <a:pt x="1199930" y="292498"/>
                        </a:cubicBezTo>
                        <a:cubicBezTo>
                          <a:pt x="1202102" y="293828"/>
                          <a:pt x="1204230" y="295291"/>
                          <a:pt x="1206668" y="296000"/>
                        </a:cubicBezTo>
                        <a:cubicBezTo>
                          <a:pt x="1209106" y="296709"/>
                          <a:pt x="1211988" y="296532"/>
                          <a:pt x="1213849" y="294803"/>
                        </a:cubicBezTo>
                        <a:cubicBezTo>
                          <a:pt x="1214825" y="293961"/>
                          <a:pt x="1215401" y="292808"/>
                          <a:pt x="1215844" y="291611"/>
                        </a:cubicBezTo>
                        <a:close/>
                        <a:moveTo>
                          <a:pt x="1214115" y="209245"/>
                        </a:moveTo>
                        <a:cubicBezTo>
                          <a:pt x="1214071" y="207117"/>
                          <a:pt x="1215800" y="205343"/>
                          <a:pt x="1217928" y="205343"/>
                        </a:cubicBezTo>
                        <a:cubicBezTo>
                          <a:pt x="1220056" y="205299"/>
                          <a:pt x="1221829" y="207028"/>
                          <a:pt x="1221829" y="209156"/>
                        </a:cubicBezTo>
                        <a:cubicBezTo>
                          <a:pt x="1221829" y="211284"/>
                          <a:pt x="1220144" y="213057"/>
                          <a:pt x="1218017" y="213057"/>
                        </a:cubicBezTo>
                        <a:cubicBezTo>
                          <a:pt x="1215889" y="213101"/>
                          <a:pt x="1214115" y="211417"/>
                          <a:pt x="1214115" y="209245"/>
                        </a:cubicBezTo>
                        <a:close/>
                        <a:moveTo>
                          <a:pt x="1248605" y="329648"/>
                        </a:moveTo>
                        <a:cubicBezTo>
                          <a:pt x="1245369" y="327785"/>
                          <a:pt x="1243019" y="324771"/>
                          <a:pt x="1241157" y="321535"/>
                        </a:cubicBezTo>
                        <a:cubicBezTo>
                          <a:pt x="1235926" y="312624"/>
                          <a:pt x="1234064" y="302073"/>
                          <a:pt x="1235040" y="291744"/>
                        </a:cubicBezTo>
                        <a:cubicBezTo>
                          <a:pt x="1232557" y="289882"/>
                          <a:pt x="1230296" y="287533"/>
                          <a:pt x="1229764" y="284518"/>
                        </a:cubicBezTo>
                        <a:cubicBezTo>
                          <a:pt x="1229277" y="281814"/>
                          <a:pt x="1230296" y="279066"/>
                          <a:pt x="1231493" y="276583"/>
                        </a:cubicBezTo>
                        <a:cubicBezTo>
                          <a:pt x="1234109" y="271130"/>
                          <a:pt x="1237744" y="266121"/>
                          <a:pt x="1242576" y="262530"/>
                        </a:cubicBezTo>
                        <a:cubicBezTo>
                          <a:pt x="1244305" y="261245"/>
                          <a:pt x="1246477" y="259915"/>
                          <a:pt x="1248827" y="258939"/>
                        </a:cubicBezTo>
                        <a:cubicBezTo>
                          <a:pt x="1259821" y="244000"/>
                          <a:pt x="1276533" y="229238"/>
                          <a:pt x="1289389" y="238547"/>
                        </a:cubicBezTo>
                        <a:cubicBezTo>
                          <a:pt x="1293778" y="241695"/>
                          <a:pt x="1295640" y="245684"/>
                          <a:pt x="1296039" y="249940"/>
                        </a:cubicBezTo>
                        <a:cubicBezTo>
                          <a:pt x="1296748" y="251048"/>
                          <a:pt x="1297192" y="252378"/>
                          <a:pt x="1297192" y="253797"/>
                        </a:cubicBezTo>
                        <a:cubicBezTo>
                          <a:pt x="1297236" y="255836"/>
                          <a:pt x="1296394" y="257742"/>
                          <a:pt x="1295108" y="259117"/>
                        </a:cubicBezTo>
                        <a:cubicBezTo>
                          <a:pt x="1294487" y="261555"/>
                          <a:pt x="1293645" y="263949"/>
                          <a:pt x="1292714" y="266254"/>
                        </a:cubicBezTo>
                        <a:cubicBezTo>
                          <a:pt x="1287660" y="279066"/>
                          <a:pt x="1284912" y="292543"/>
                          <a:pt x="1285178" y="306329"/>
                        </a:cubicBezTo>
                        <a:cubicBezTo>
                          <a:pt x="1285267" y="311206"/>
                          <a:pt x="1285666" y="316304"/>
                          <a:pt x="1283626" y="320737"/>
                        </a:cubicBezTo>
                        <a:cubicBezTo>
                          <a:pt x="1283050" y="322022"/>
                          <a:pt x="1282252" y="323131"/>
                          <a:pt x="1281366" y="324194"/>
                        </a:cubicBezTo>
                        <a:cubicBezTo>
                          <a:pt x="1281942" y="324062"/>
                          <a:pt x="1282518" y="323929"/>
                          <a:pt x="1283139" y="323840"/>
                        </a:cubicBezTo>
                        <a:cubicBezTo>
                          <a:pt x="1296039" y="321668"/>
                          <a:pt x="1306767" y="321313"/>
                          <a:pt x="1305393" y="331642"/>
                        </a:cubicBezTo>
                        <a:cubicBezTo>
                          <a:pt x="1303974" y="342237"/>
                          <a:pt x="1294044" y="355315"/>
                          <a:pt x="1291030" y="366398"/>
                        </a:cubicBezTo>
                        <a:cubicBezTo>
                          <a:pt x="1286685" y="382490"/>
                          <a:pt x="1279814" y="394770"/>
                          <a:pt x="1265273" y="411571"/>
                        </a:cubicBezTo>
                        <a:cubicBezTo>
                          <a:pt x="1262835" y="414408"/>
                          <a:pt x="1259954" y="417511"/>
                          <a:pt x="1256186" y="419063"/>
                        </a:cubicBezTo>
                        <a:cubicBezTo>
                          <a:pt x="1253304" y="420260"/>
                          <a:pt x="1250644" y="420215"/>
                          <a:pt x="1248206" y="420171"/>
                        </a:cubicBezTo>
                        <a:cubicBezTo>
                          <a:pt x="1235217" y="419905"/>
                          <a:pt x="1222006" y="419550"/>
                          <a:pt x="1212254" y="415561"/>
                        </a:cubicBezTo>
                        <a:cubicBezTo>
                          <a:pt x="1202501" y="411571"/>
                          <a:pt x="1196693" y="403192"/>
                          <a:pt x="1201038" y="392021"/>
                        </a:cubicBezTo>
                        <a:cubicBezTo>
                          <a:pt x="1203121" y="386702"/>
                          <a:pt x="1207289" y="381160"/>
                          <a:pt x="1211411" y="375751"/>
                        </a:cubicBezTo>
                        <a:cubicBezTo>
                          <a:pt x="1218194" y="366841"/>
                          <a:pt x="1225021" y="357842"/>
                          <a:pt x="1233843" y="349375"/>
                        </a:cubicBezTo>
                        <a:cubicBezTo>
                          <a:pt x="1241423" y="342104"/>
                          <a:pt x="1249625" y="336342"/>
                          <a:pt x="1258358" y="331952"/>
                        </a:cubicBezTo>
                        <a:cubicBezTo>
                          <a:pt x="1254900" y="331864"/>
                          <a:pt x="1251531" y="331332"/>
                          <a:pt x="1248605" y="329648"/>
                        </a:cubicBezTo>
                        <a:close/>
                        <a:moveTo>
                          <a:pt x="1241556" y="206585"/>
                        </a:moveTo>
                        <a:cubicBezTo>
                          <a:pt x="1247009" y="208269"/>
                          <a:pt x="1250467" y="215229"/>
                          <a:pt x="1250467" y="220904"/>
                        </a:cubicBezTo>
                        <a:cubicBezTo>
                          <a:pt x="1250467" y="221967"/>
                          <a:pt x="1250422" y="223209"/>
                          <a:pt x="1251265" y="223873"/>
                        </a:cubicBezTo>
                        <a:cubicBezTo>
                          <a:pt x="1251930" y="224450"/>
                          <a:pt x="1252861" y="224406"/>
                          <a:pt x="1253703" y="224362"/>
                        </a:cubicBezTo>
                        <a:cubicBezTo>
                          <a:pt x="1260929" y="223918"/>
                          <a:pt x="1268155" y="223475"/>
                          <a:pt x="1275381" y="223031"/>
                        </a:cubicBezTo>
                        <a:cubicBezTo>
                          <a:pt x="1263589" y="226401"/>
                          <a:pt x="1251575" y="231233"/>
                          <a:pt x="1242931" y="239656"/>
                        </a:cubicBezTo>
                        <a:cubicBezTo>
                          <a:pt x="1241556" y="241961"/>
                          <a:pt x="1239783" y="244044"/>
                          <a:pt x="1237699" y="245729"/>
                        </a:cubicBezTo>
                        <a:cubicBezTo>
                          <a:pt x="1239207" y="243468"/>
                          <a:pt x="1241024" y="241518"/>
                          <a:pt x="1242931" y="239656"/>
                        </a:cubicBezTo>
                        <a:cubicBezTo>
                          <a:pt x="1245280" y="235754"/>
                          <a:pt x="1246566" y="231144"/>
                          <a:pt x="1246743" y="226578"/>
                        </a:cubicBezTo>
                        <a:cubicBezTo>
                          <a:pt x="1247009" y="219219"/>
                          <a:pt x="1244128" y="213101"/>
                          <a:pt x="1241556" y="206585"/>
                        </a:cubicBezTo>
                        <a:close/>
                        <a:moveTo>
                          <a:pt x="1184325" y="407138"/>
                        </a:moveTo>
                        <a:cubicBezTo>
                          <a:pt x="1177720" y="402838"/>
                          <a:pt x="1165484" y="403769"/>
                          <a:pt x="1153426" y="407404"/>
                        </a:cubicBezTo>
                        <a:cubicBezTo>
                          <a:pt x="1141368" y="411039"/>
                          <a:pt x="1129177" y="417024"/>
                          <a:pt x="1117252" y="422920"/>
                        </a:cubicBezTo>
                        <a:cubicBezTo>
                          <a:pt x="1125143" y="417334"/>
                          <a:pt x="1133788" y="412413"/>
                          <a:pt x="1142565" y="408468"/>
                        </a:cubicBezTo>
                        <a:cubicBezTo>
                          <a:pt x="1149525" y="405365"/>
                          <a:pt x="1156618" y="402838"/>
                          <a:pt x="1163490" y="399380"/>
                        </a:cubicBezTo>
                        <a:cubicBezTo>
                          <a:pt x="1180202" y="391001"/>
                          <a:pt x="1192216" y="379298"/>
                          <a:pt x="1203299" y="367196"/>
                        </a:cubicBezTo>
                        <a:cubicBezTo>
                          <a:pt x="1199087" y="375219"/>
                          <a:pt x="1193413" y="383465"/>
                          <a:pt x="1188403" y="391578"/>
                        </a:cubicBezTo>
                        <a:cubicBezTo>
                          <a:pt x="1184857" y="397252"/>
                          <a:pt x="1181266" y="403769"/>
                          <a:pt x="1184325" y="407138"/>
                        </a:cubicBezTo>
                        <a:close/>
                        <a:moveTo>
                          <a:pt x="1141679" y="545185"/>
                        </a:moveTo>
                        <a:cubicBezTo>
                          <a:pt x="1147264" y="540352"/>
                          <a:pt x="1152540" y="535210"/>
                          <a:pt x="1156086" y="529890"/>
                        </a:cubicBezTo>
                        <a:cubicBezTo>
                          <a:pt x="1161672" y="521556"/>
                          <a:pt x="1162514" y="513532"/>
                          <a:pt x="1160652" y="507060"/>
                        </a:cubicBezTo>
                        <a:cubicBezTo>
                          <a:pt x="1158790" y="500587"/>
                          <a:pt x="1154446" y="495445"/>
                          <a:pt x="1150101" y="490347"/>
                        </a:cubicBezTo>
                        <a:cubicBezTo>
                          <a:pt x="1147885" y="487776"/>
                          <a:pt x="1143319" y="484806"/>
                          <a:pt x="1148107" y="479929"/>
                        </a:cubicBezTo>
                        <a:cubicBezTo>
                          <a:pt x="1157017" y="481037"/>
                          <a:pt x="1160608" y="489017"/>
                          <a:pt x="1162603" y="495268"/>
                        </a:cubicBezTo>
                        <a:cubicBezTo>
                          <a:pt x="1164864" y="502450"/>
                          <a:pt x="1165440" y="510429"/>
                          <a:pt x="1168455" y="517167"/>
                        </a:cubicBezTo>
                        <a:cubicBezTo>
                          <a:pt x="1169031" y="518453"/>
                          <a:pt x="1169784" y="519694"/>
                          <a:pt x="1171602" y="520004"/>
                        </a:cubicBezTo>
                        <a:cubicBezTo>
                          <a:pt x="1173021" y="520226"/>
                          <a:pt x="1174883" y="519783"/>
                          <a:pt x="1176700" y="519339"/>
                        </a:cubicBezTo>
                        <a:cubicBezTo>
                          <a:pt x="1189246" y="516281"/>
                          <a:pt x="1201791" y="513222"/>
                          <a:pt x="1214337" y="510163"/>
                        </a:cubicBezTo>
                        <a:cubicBezTo>
                          <a:pt x="1202456" y="513887"/>
                          <a:pt x="1190531" y="517610"/>
                          <a:pt x="1178651" y="521290"/>
                        </a:cubicBezTo>
                        <a:cubicBezTo>
                          <a:pt x="1172666" y="523152"/>
                          <a:pt x="1165928" y="525457"/>
                          <a:pt x="1161495" y="529757"/>
                        </a:cubicBezTo>
                        <a:cubicBezTo>
                          <a:pt x="1159367" y="531797"/>
                          <a:pt x="1158081" y="534058"/>
                          <a:pt x="1156308" y="536185"/>
                        </a:cubicBezTo>
                        <a:cubicBezTo>
                          <a:pt x="1152628" y="540618"/>
                          <a:pt x="1146998" y="544431"/>
                          <a:pt x="1141546" y="547978"/>
                        </a:cubicBezTo>
                        <a:cubicBezTo>
                          <a:pt x="1133876" y="552943"/>
                          <a:pt x="1126030" y="557730"/>
                          <a:pt x="1118139" y="562430"/>
                        </a:cubicBezTo>
                        <a:cubicBezTo>
                          <a:pt x="1113218" y="565532"/>
                          <a:pt x="1108164" y="568547"/>
                          <a:pt x="1103022" y="571207"/>
                        </a:cubicBezTo>
                        <a:cubicBezTo>
                          <a:pt x="1108120" y="568370"/>
                          <a:pt x="1113129" y="565399"/>
                          <a:pt x="1118139" y="562430"/>
                        </a:cubicBezTo>
                        <a:cubicBezTo>
                          <a:pt x="1126473" y="557198"/>
                          <a:pt x="1134453" y="551391"/>
                          <a:pt x="1141679" y="545185"/>
                        </a:cubicBezTo>
                        <a:close/>
                        <a:moveTo>
                          <a:pt x="1125941" y="520004"/>
                        </a:moveTo>
                        <a:cubicBezTo>
                          <a:pt x="1127227" y="518010"/>
                          <a:pt x="1130153" y="516414"/>
                          <a:pt x="1132413" y="516414"/>
                        </a:cubicBezTo>
                        <a:cubicBezTo>
                          <a:pt x="1134719" y="516414"/>
                          <a:pt x="1135517" y="518010"/>
                          <a:pt x="1134231" y="520004"/>
                        </a:cubicBezTo>
                        <a:cubicBezTo>
                          <a:pt x="1132945" y="521999"/>
                          <a:pt x="1130020" y="523596"/>
                          <a:pt x="1127759" y="523596"/>
                        </a:cubicBezTo>
                        <a:cubicBezTo>
                          <a:pt x="1125498" y="523596"/>
                          <a:pt x="1124656" y="521999"/>
                          <a:pt x="1125941" y="520004"/>
                        </a:cubicBezTo>
                        <a:close/>
                        <a:moveTo>
                          <a:pt x="1134852" y="448410"/>
                        </a:moveTo>
                        <a:cubicBezTo>
                          <a:pt x="1118316" y="457099"/>
                          <a:pt x="1103687" y="467960"/>
                          <a:pt x="1086265" y="470753"/>
                        </a:cubicBezTo>
                        <a:cubicBezTo>
                          <a:pt x="1079261" y="471861"/>
                          <a:pt x="1071902" y="470797"/>
                          <a:pt x="1073143" y="465566"/>
                        </a:cubicBezTo>
                        <a:cubicBezTo>
                          <a:pt x="1073498" y="464014"/>
                          <a:pt x="1074650" y="462285"/>
                          <a:pt x="1075758" y="460601"/>
                        </a:cubicBezTo>
                        <a:cubicBezTo>
                          <a:pt x="1077665" y="457719"/>
                          <a:pt x="1079571" y="454883"/>
                          <a:pt x="1081477" y="452001"/>
                        </a:cubicBezTo>
                        <a:cubicBezTo>
                          <a:pt x="1082763" y="450094"/>
                          <a:pt x="1084048" y="448100"/>
                          <a:pt x="1086088" y="446371"/>
                        </a:cubicBezTo>
                        <a:cubicBezTo>
                          <a:pt x="1088969" y="443888"/>
                          <a:pt x="1092782" y="442248"/>
                          <a:pt x="1096284" y="440519"/>
                        </a:cubicBezTo>
                        <a:cubicBezTo>
                          <a:pt x="1112243" y="432717"/>
                          <a:pt x="1159012" y="402971"/>
                          <a:pt x="1158613" y="421811"/>
                        </a:cubicBezTo>
                        <a:cubicBezTo>
                          <a:pt x="1164952" y="420482"/>
                          <a:pt x="1171380" y="419950"/>
                          <a:pt x="1173508" y="422432"/>
                        </a:cubicBezTo>
                        <a:cubicBezTo>
                          <a:pt x="1175237" y="424471"/>
                          <a:pt x="1174085" y="429126"/>
                          <a:pt x="1171070" y="432229"/>
                        </a:cubicBezTo>
                        <a:cubicBezTo>
                          <a:pt x="1167568" y="435864"/>
                          <a:pt x="1161805" y="438170"/>
                          <a:pt x="1157150" y="439943"/>
                        </a:cubicBezTo>
                        <a:cubicBezTo>
                          <a:pt x="1149614" y="442780"/>
                          <a:pt x="1142255" y="445573"/>
                          <a:pt x="1134852" y="448410"/>
                        </a:cubicBezTo>
                        <a:close/>
                        <a:moveTo>
                          <a:pt x="965507" y="561498"/>
                        </a:moveTo>
                        <a:cubicBezTo>
                          <a:pt x="979161" y="551701"/>
                          <a:pt x="992815" y="541860"/>
                          <a:pt x="1006425" y="532062"/>
                        </a:cubicBezTo>
                        <a:cubicBezTo>
                          <a:pt x="1018616" y="523285"/>
                          <a:pt x="1031117" y="514286"/>
                          <a:pt x="1040471" y="504090"/>
                        </a:cubicBezTo>
                        <a:cubicBezTo>
                          <a:pt x="1051465" y="492120"/>
                          <a:pt x="1057406" y="479087"/>
                          <a:pt x="1056563" y="468714"/>
                        </a:cubicBezTo>
                        <a:cubicBezTo>
                          <a:pt x="1055810" y="459537"/>
                          <a:pt x="1049426" y="454838"/>
                          <a:pt x="1042156" y="449784"/>
                        </a:cubicBezTo>
                        <a:cubicBezTo>
                          <a:pt x="1049869" y="444996"/>
                          <a:pt x="1059799" y="452932"/>
                          <a:pt x="1061794" y="456390"/>
                        </a:cubicBezTo>
                        <a:cubicBezTo>
                          <a:pt x="1065518" y="462817"/>
                          <a:pt x="1061794" y="472571"/>
                          <a:pt x="1061041" y="480993"/>
                        </a:cubicBezTo>
                        <a:cubicBezTo>
                          <a:pt x="1060908" y="482456"/>
                          <a:pt x="1060908" y="484008"/>
                          <a:pt x="1062282" y="484628"/>
                        </a:cubicBezTo>
                        <a:cubicBezTo>
                          <a:pt x="1063567" y="485205"/>
                          <a:pt x="1065695" y="484806"/>
                          <a:pt x="1067646" y="484407"/>
                        </a:cubicBezTo>
                        <a:cubicBezTo>
                          <a:pt x="1072567" y="483387"/>
                          <a:pt x="1077487" y="482368"/>
                          <a:pt x="1082364" y="481348"/>
                        </a:cubicBezTo>
                        <a:cubicBezTo>
                          <a:pt x="1086664" y="479929"/>
                          <a:pt x="1090920" y="478998"/>
                          <a:pt x="1094821" y="478733"/>
                        </a:cubicBezTo>
                        <a:cubicBezTo>
                          <a:pt x="1090654" y="479619"/>
                          <a:pt x="1086487" y="480461"/>
                          <a:pt x="1082364" y="481348"/>
                        </a:cubicBezTo>
                        <a:cubicBezTo>
                          <a:pt x="1075847" y="483520"/>
                          <a:pt x="1069242" y="486845"/>
                          <a:pt x="1063479" y="491012"/>
                        </a:cubicBezTo>
                        <a:cubicBezTo>
                          <a:pt x="1053416" y="498282"/>
                          <a:pt x="1046677" y="507282"/>
                          <a:pt x="1040338" y="515882"/>
                        </a:cubicBezTo>
                        <a:cubicBezTo>
                          <a:pt x="1030009" y="529890"/>
                          <a:pt x="1019635" y="543899"/>
                          <a:pt x="1009306" y="557908"/>
                        </a:cubicBezTo>
                        <a:cubicBezTo>
                          <a:pt x="1010858" y="544785"/>
                          <a:pt x="1020256" y="529270"/>
                          <a:pt x="1034841" y="515749"/>
                        </a:cubicBezTo>
                        <a:cubicBezTo>
                          <a:pt x="1011700" y="530998"/>
                          <a:pt x="988604" y="546249"/>
                          <a:pt x="965507" y="561498"/>
                        </a:cubicBezTo>
                        <a:close/>
                        <a:moveTo>
                          <a:pt x="971049" y="576305"/>
                        </a:moveTo>
                        <a:cubicBezTo>
                          <a:pt x="970073" y="576172"/>
                          <a:pt x="969143" y="576039"/>
                          <a:pt x="968389" y="575684"/>
                        </a:cubicBezTo>
                        <a:cubicBezTo>
                          <a:pt x="967990" y="575507"/>
                          <a:pt x="967635" y="575241"/>
                          <a:pt x="967369" y="574886"/>
                        </a:cubicBezTo>
                        <a:cubicBezTo>
                          <a:pt x="963025" y="569035"/>
                          <a:pt x="977521" y="562430"/>
                          <a:pt x="982131" y="567173"/>
                        </a:cubicBezTo>
                        <a:cubicBezTo>
                          <a:pt x="987318" y="572581"/>
                          <a:pt x="981023" y="577457"/>
                          <a:pt x="971049" y="576305"/>
                        </a:cubicBezTo>
                        <a:close/>
                        <a:moveTo>
                          <a:pt x="987584" y="499125"/>
                        </a:moveTo>
                        <a:cubicBezTo>
                          <a:pt x="988870" y="497130"/>
                          <a:pt x="991796" y="495534"/>
                          <a:pt x="994057" y="495534"/>
                        </a:cubicBezTo>
                        <a:cubicBezTo>
                          <a:pt x="996317" y="495534"/>
                          <a:pt x="997160" y="497130"/>
                          <a:pt x="995874" y="499125"/>
                        </a:cubicBezTo>
                        <a:cubicBezTo>
                          <a:pt x="994588" y="501119"/>
                          <a:pt x="991663" y="502715"/>
                          <a:pt x="989402" y="502715"/>
                        </a:cubicBezTo>
                        <a:cubicBezTo>
                          <a:pt x="987141" y="502715"/>
                          <a:pt x="986299" y="501119"/>
                          <a:pt x="987584" y="499125"/>
                        </a:cubicBezTo>
                        <a:close/>
                        <a:moveTo>
                          <a:pt x="1044682" y="429215"/>
                        </a:moveTo>
                        <a:cubicBezTo>
                          <a:pt x="1045968" y="427220"/>
                          <a:pt x="1048894" y="425624"/>
                          <a:pt x="1051155" y="425624"/>
                        </a:cubicBezTo>
                        <a:cubicBezTo>
                          <a:pt x="1053460" y="425624"/>
                          <a:pt x="1054258" y="427220"/>
                          <a:pt x="1052972" y="429215"/>
                        </a:cubicBezTo>
                        <a:cubicBezTo>
                          <a:pt x="1051687" y="431209"/>
                          <a:pt x="1048761" y="432805"/>
                          <a:pt x="1046500" y="432805"/>
                        </a:cubicBezTo>
                        <a:cubicBezTo>
                          <a:pt x="1044239" y="432805"/>
                          <a:pt x="1043397" y="431209"/>
                          <a:pt x="1044682" y="429215"/>
                        </a:cubicBezTo>
                        <a:close/>
                        <a:moveTo>
                          <a:pt x="1161406" y="353187"/>
                        </a:moveTo>
                        <a:cubicBezTo>
                          <a:pt x="1155820" y="351813"/>
                          <a:pt x="1151343" y="347734"/>
                          <a:pt x="1147176" y="343789"/>
                        </a:cubicBezTo>
                        <a:cubicBezTo>
                          <a:pt x="1146466" y="343124"/>
                          <a:pt x="1145801" y="342459"/>
                          <a:pt x="1145092" y="341750"/>
                        </a:cubicBezTo>
                        <a:cubicBezTo>
                          <a:pt x="1143496" y="343833"/>
                          <a:pt x="1141945" y="345872"/>
                          <a:pt x="1140615" y="347779"/>
                        </a:cubicBezTo>
                        <a:cubicBezTo>
                          <a:pt x="1145624" y="350084"/>
                          <a:pt x="1150545" y="352478"/>
                          <a:pt x="1153515" y="356955"/>
                        </a:cubicBezTo>
                        <a:cubicBezTo>
                          <a:pt x="1147885" y="358241"/>
                          <a:pt x="1141945" y="357620"/>
                          <a:pt x="1136581" y="355492"/>
                        </a:cubicBezTo>
                        <a:cubicBezTo>
                          <a:pt x="1133655" y="365556"/>
                          <a:pt x="1138620" y="377569"/>
                          <a:pt x="1127892" y="387056"/>
                        </a:cubicBezTo>
                        <a:cubicBezTo>
                          <a:pt x="1124124" y="390381"/>
                          <a:pt x="1118937" y="392686"/>
                          <a:pt x="1114238" y="393839"/>
                        </a:cubicBezTo>
                        <a:cubicBezTo>
                          <a:pt x="1106214" y="395833"/>
                          <a:pt x="1099254" y="394991"/>
                          <a:pt x="1094200" y="392642"/>
                        </a:cubicBezTo>
                        <a:cubicBezTo>
                          <a:pt x="1089146" y="390292"/>
                          <a:pt x="1085866" y="386524"/>
                          <a:pt x="1082940" y="382578"/>
                        </a:cubicBezTo>
                        <a:cubicBezTo>
                          <a:pt x="1080990" y="379919"/>
                          <a:pt x="1079128" y="376993"/>
                          <a:pt x="1079793" y="373180"/>
                        </a:cubicBezTo>
                        <a:cubicBezTo>
                          <a:pt x="1080413" y="369545"/>
                          <a:pt x="1083162" y="365511"/>
                          <a:pt x="1085999" y="361610"/>
                        </a:cubicBezTo>
                        <a:cubicBezTo>
                          <a:pt x="1088570" y="358019"/>
                          <a:pt x="1091452" y="354384"/>
                          <a:pt x="1094555" y="350793"/>
                        </a:cubicBezTo>
                        <a:cubicBezTo>
                          <a:pt x="1085955" y="353852"/>
                          <a:pt x="1077044" y="355581"/>
                          <a:pt x="1071946" y="352389"/>
                        </a:cubicBezTo>
                        <a:cubicBezTo>
                          <a:pt x="1082586" y="350660"/>
                          <a:pt x="1092604" y="347601"/>
                          <a:pt x="1101869" y="341927"/>
                        </a:cubicBezTo>
                        <a:cubicBezTo>
                          <a:pt x="1102845" y="341307"/>
                          <a:pt x="1104175" y="340464"/>
                          <a:pt x="1105682" y="339489"/>
                        </a:cubicBezTo>
                        <a:cubicBezTo>
                          <a:pt x="1108918" y="336607"/>
                          <a:pt x="1112465" y="333903"/>
                          <a:pt x="1116233" y="331465"/>
                        </a:cubicBezTo>
                        <a:cubicBezTo>
                          <a:pt x="1120444" y="327697"/>
                          <a:pt x="1123902" y="323662"/>
                          <a:pt x="1124124" y="320205"/>
                        </a:cubicBezTo>
                        <a:cubicBezTo>
                          <a:pt x="1123991" y="322422"/>
                          <a:pt x="1123858" y="324726"/>
                          <a:pt x="1123902" y="326943"/>
                        </a:cubicBezTo>
                        <a:cubicBezTo>
                          <a:pt x="1127049" y="325347"/>
                          <a:pt x="1131128" y="323486"/>
                          <a:pt x="1135295" y="321890"/>
                        </a:cubicBezTo>
                        <a:cubicBezTo>
                          <a:pt x="1133610" y="320293"/>
                          <a:pt x="1132280" y="318432"/>
                          <a:pt x="1131882" y="316215"/>
                        </a:cubicBezTo>
                        <a:cubicBezTo>
                          <a:pt x="1131394" y="313511"/>
                          <a:pt x="1132413" y="310763"/>
                          <a:pt x="1133610" y="308280"/>
                        </a:cubicBezTo>
                        <a:cubicBezTo>
                          <a:pt x="1136226" y="302827"/>
                          <a:pt x="1139861" y="297818"/>
                          <a:pt x="1144693" y="294227"/>
                        </a:cubicBezTo>
                        <a:cubicBezTo>
                          <a:pt x="1149481" y="290636"/>
                          <a:pt x="1157460" y="287001"/>
                          <a:pt x="1163224" y="290237"/>
                        </a:cubicBezTo>
                        <a:cubicBezTo>
                          <a:pt x="1166681" y="292188"/>
                          <a:pt x="1171026" y="295424"/>
                          <a:pt x="1172932" y="299325"/>
                        </a:cubicBezTo>
                        <a:cubicBezTo>
                          <a:pt x="1175459" y="300477"/>
                          <a:pt x="1177897" y="302295"/>
                          <a:pt x="1180114" y="304955"/>
                        </a:cubicBezTo>
                        <a:cubicBezTo>
                          <a:pt x="1193590" y="321047"/>
                          <a:pt x="1189113" y="360014"/>
                          <a:pt x="1161406" y="353187"/>
                        </a:cubicBezTo>
                        <a:close/>
                        <a:moveTo>
                          <a:pt x="1089412" y="295424"/>
                        </a:moveTo>
                        <a:cubicBezTo>
                          <a:pt x="1089368" y="293296"/>
                          <a:pt x="1091097" y="291523"/>
                          <a:pt x="1093225" y="291523"/>
                        </a:cubicBezTo>
                        <a:cubicBezTo>
                          <a:pt x="1095353" y="291478"/>
                          <a:pt x="1097126" y="293207"/>
                          <a:pt x="1097126" y="295335"/>
                        </a:cubicBezTo>
                        <a:cubicBezTo>
                          <a:pt x="1097126" y="297463"/>
                          <a:pt x="1095441" y="299236"/>
                          <a:pt x="1093314" y="299236"/>
                        </a:cubicBezTo>
                        <a:cubicBezTo>
                          <a:pt x="1091186" y="299280"/>
                          <a:pt x="1089457" y="297552"/>
                          <a:pt x="1089412" y="295424"/>
                        </a:cubicBezTo>
                        <a:close/>
                        <a:moveTo>
                          <a:pt x="1082586" y="281859"/>
                        </a:moveTo>
                        <a:cubicBezTo>
                          <a:pt x="1082630" y="284341"/>
                          <a:pt x="1081433" y="286513"/>
                          <a:pt x="1079615" y="287932"/>
                        </a:cubicBezTo>
                        <a:cubicBezTo>
                          <a:pt x="1078285" y="301497"/>
                          <a:pt x="1074340" y="315728"/>
                          <a:pt x="1073764" y="324859"/>
                        </a:cubicBezTo>
                        <a:cubicBezTo>
                          <a:pt x="1073453" y="329958"/>
                          <a:pt x="1072833" y="335853"/>
                          <a:pt x="1068533" y="338602"/>
                        </a:cubicBezTo>
                        <a:cubicBezTo>
                          <a:pt x="1065296" y="340730"/>
                          <a:pt x="1061041" y="340198"/>
                          <a:pt x="1057228" y="339578"/>
                        </a:cubicBezTo>
                        <a:cubicBezTo>
                          <a:pt x="1049914" y="338425"/>
                          <a:pt x="1042643" y="337272"/>
                          <a:pt x="1035329" y="336120"/>
                        </a:cubicBezTo>
                        <a:cubicBezTo>
                          <a:pt x="1031117" y="335455"/>
                          <a:pt x="1026773" y="334745"/>
                          <a:pt x="1023049" y="332617"/>
                        </a:cubicBezTo>
                        <a:cubicBezTo>
                          <a:pt x="1016222" y="328672"/>
                          <a:pt x="1012808" y="320515"/>
                          <a:pt x="1012498" y="312668"/>
                        </a:cubicBezTo>
                        <a:cubicBezTo>
                          <a:pt x="1012188" y="304822"/>
                          <a:pt x="1014537" y="297108"/>
                          <a:pt x="1016843" y="289617"/>
                        </a:cubicBezTo>
                        <a:cubicBezTo>
                          <a:pt x="1023315" y="268737"/>
                          <a:pt x="1044682" y="235754"/>
                          <a:pt x="1070838" y="255438"/>
                        </a:cubicBezTo>
                        <a:cubicBezTo>
                          <a:pt x="1077088" y="260136"/>
                          <a:pt x="1079482" y="267717"/>
                          <a:pt x="1079970" y="276317"/>
                        </a:cubicBezTo>
                        <a:cubicBezTo>
                          <a:pt x="1081566" y="277647"/>
                          <a:pt x="1082586" y="279642"/>
                          <a:pt x="1082586" y="281859"/>
                        </a:cubicBezTo>
                        <a:close/>
                        <a:moveTo>
                          <a:pt x="1040737" y="401730"/>
                        </a:moveTo>
                        <a:cubicBezTo>
                          <a:pt x="1040959" y="402040"/>
                          <a:pt x="1041047" y="402483"/>
                          <a:pt x="1041269" y="402838"/>
                        </a:cubicBezTo>
                        <a:cubicBezTo>
                          <a:pt x="1047475" y="401109"/>
                          <a:pt x="1052618" y="401330"/>
                          <a:pt x="1054790" y="405365"/>
                        </a:cubicBezTo>
                        <a:cubicBezTo>
                          <a:pt x="1057184" y="409798"/>
                          <a:pt x="1051376" y="414896"/>
                          <a:pt x="1043220" y="419462"/>
                        </a:cubicBezTo>
                        <a:cubicBezTo>
                          <a:pt x="1042555" y="420038"/>
                          <a:pt x="1041801" y="420570"/>
                          <a:pt x="1041003" y="421058"/>
                        </a:cubicBezTo>
                        <a:cubicBezTo>
                          <a:pt x="1039274" y="425624"/>
                          <a:pt x="1036348" y="430234"/>
                          <a:pt x="1032137" y="434091"/>
                        </a:cubicBezTo>
                        <a:cubicBezTo>
                          <a:pt x="1018749" y="446238"/>
                          <a:pt x="991131" y="449297"/>
                          <a:pt x="979560" y="447657"/>
                        </a:cubicBezTo>
                        <a:cubicBezTo>
                          <a:pt x="974728" y="446992"/>
                          <a:pt x="970472" y="445174"/>
                          <a:pt x="969542" y="441539"/>
                        </a:cubicBezTo>
                        <a:cubicBezTo>
                          <a:pt x="966527" y="429880"/>
                          <a:pt x="994101" y="411438"/>
                          <a:pt x="1008907" y="403148"/>
                        </a:cubicBezTo>
                        <a:cubicBezTo>
                          <a:pt x="1023359" y="394947"/>
                          <a:pt x="1035683" y="393972"/>
                          <a:pt x="1040737" y="401730"/>
                        </a:cubicBezTo>
                        <a:close/>
                        <a:moveTo>
                          <a:pt x="871880" y="548820"/>
                        </a:moveTo>
                        <a:cubicBezTo>
                          <a:pt x="871348" y="546736"/>
                          <a:pt x="869974" y="545052"/>
                          <a:pt x="867891" y="543988"/>
                        </a:cubicBezTo>
                        <a:cubicBezTo>
                          <a:pt x="864123" y="547534"/>
                          <a:pt x="860620" y="551169"/>
                          <a:pt x="857384" y="554849"/>
                        </a:cubicBezTo>
                        <a:cubicBezTo>
                          <a:pt x="855434" y="557464"/>
                          <a:pt x="853306" y="560035"/>
                          <a:pt x="851000" y="562606"/>
                        </a:cubicBezTo>
                        <a:cubicBezTo>
                          <a:pt x="852951" y="559991"/>
                          <a:pt x="855123" y="557420"/>
                          <a:pt x="857384" y="554849"/>
                        </a:cubicBezTo>
                        <a:cubicBezTo>
                          <a:pt x="859246" y="552366"/>
                          <a:pt x="860931" y="549884"/>
                          <a:pt x="862482" y="547357"/>
                        </a:cubicBezTo>
                        <a:cubicBezTo>
                          <a:pt x="864521" y="544032"/>
                          <a:pt x="866295" y="540574"/>
                          <a:pt x="866561" y="537604"/>
                        </a:cubicBezTo>
                        <a:cubicBezTo>
                          <a:pt x="866782" y="534988"/>
                          <a:pt x="865896" y="532816"/>
                          <a:pt x="864743" y="530822"/>
                        </a:cubicBezTo>
                        <a:cubicBezTo>
                          <a:pt x="861330" y="524792"/>
                          <a:pt x="855522" y="520803"/>
                          <a:pt x="849139" y="516902"/>
                        </a:cubicBezTo>
                        <a:cubicBezTo>
                          <a:pt x="855079" y="515128"/>
                          <a:pt x="858492" y="519074"/>
                          <a:pt x="861197" y="521379"/>
                        </a:cubicBezTo>
                        <a:cubicBezTo>
                          <a:pt x="862704" y="522620"/>
                          <a:pt x="864078" y="524039"/>
                          <a:pt x="866206" y="524704"/>
                        </a:cubicBezTo>
                        <a:cubicBezTo>
                          <a:pt x="868378" y="525413"/>
                          <a:pt x="871570" y="525236"/>
                          <a:pt x="874629" y="523684"/>
                        </a:cubicBezTo>
                        <a:cubicBezTo>
                          <a:pt x="876181" y="522886"/>
                          <a:pt x="877466" y="521822"/>
                          <a:pt x="878707" y="520670"/>
                        </a:cubicBezTo>
                        <a:cubicBezTo>
                          <a:pt x="883584" y="512645"/>
                          <a:pt x="891120" y="504533"/>
                          <a:pt x="900518" y="497839"/>
                        </a:cubicBezTo>
                        <a:cubicBezTo>
                          <a:pt x="894135" y="504843"/>
                          <a:pt x="887529" y="511803"/>
                          <a:pt x="880791" y="518719"/>
                        </a:cubicBezTo>
                        <a:cubicBezTo>
                          <a:pt x="880126" y="519384"/>
                          <a:pt x="879417" y="520049"/>
                          <a:pt x="878752" y="520670"/>
                        </a:cubicBezTo>
                        <a:cubicBezTo>
                          <a:pt x="878131" y="521689"/>
                          <a:pt x="877510" y="522709"/>
                          <a:pt x="876978" y="523728"/>
                        </a:cubicBezTo>
                        <a:cubicBezTo>
                          <a:pt x="872191" y="532772"/>
                          <a:pt x="870772" y="541372"/>
                          <a:pt x="871880" y="548820"/>
                        </a:cubicBezTo>
                        <a:close/>
                        <a:moveTo>
                          <a:pt x="890854" y="465965"/>
                        </a:moveTo>
                        <a:cubicBezTo>
                          <a:pt x="876136" y="477757"/>
                          <a:pt x="859689" y="488396"/>
                          <a:pt x="842533" y="497174"/>
                        </a:cubicBezTo>
                        <a:cubicBezTo>
                          <a:pt x="839120" y="498947"/>
                          <a:pt x="835440" y="500676"/>
                          <a:pt x="832204" y="501031"/>
                        </a:cubicBezTo>
                        <a:cubicBezTo>
                          <a:pt x="826441" y="501696"/>
                          <a:pt x="824269" y="497972"/>
                          <a:pt x="823072" y="494381"/>
                        </a:cubicBezTo>
                        <a:cubicBezTo>
                          <a:pt x="818595" y="480683"/>
                          <a:pt x="818417" y="464813"/>
                          <a:pt x="822540" y="447878"/>
                        </a:cubicBezTo>
                        <a:cubicBezTo>
                          <a:pt x="823382" y="444509"/>
                          <a:pt x="824491" y="440918"/>
                          <a:pt x="827682" y="437460"/>
                        </a:cubicBezTo>
                        <a:cubicBezTo>
                          <a:pt x="831362" y="433470"/>
                          <a:pt x="837081" y="430501"/>
                          <a:pt x="842400" y="427840"/>
                        </a:cubicBezTo>
                        <a:cubicBezTo>
                          <a:pt x="866295" y="415915"/>
                          <a:pt x="905217" y="398671"/>
                          <a:pt x="922107" y="407670"/>
                        </a:cubicBezTo>
                        <a:cubicBezTo>
                          <a:pt x="928580" y="411084"/>
                          <a:pt x="929200" y="417246"/>
                          <a:pt x="926452" y="424427"/>
                        </a:cubicBezTo>
                        <a:cubicBezTo>
                          <a:pt x="929865" y="425004"/>
                          <a:pt x="930929" y="427885"/>
                          <a:pt x="928668" y="431343"/>
                        </a:cubicBezTo>
                        <a:cubicBezTo>
                          <a:pt x="926585" y="434534"/>
                          <a:pt x="922373" y="437238"/>
                          <a:pt x="918472" y="438081"/>
                        </a:cubicBezTo>
                        <a:cubicBezTo>
                          <a:pt x="910803" y="448277"/>
                          <a:pt x="899853" y="458739"/>
                          <a:pt x="890854" y="465965"/>
                        </a:cubicBezTo>
                        <a:close/>
                        <a:moveTo>
                          <a:pt x="816467" y="415117"/>
                        </a:moveTo>
                        <a:cubicBezTo>
                          <a:pt x="813452" y="411704"/>
                          <a:pt x="801749" y="410152"/>
                          <a:pt x="801749" y="405897"/>
                        </a:cubicBezTo>
                        <a:cubicBezTo>
                          <a:pt x="808132" y="403813"/>
                          <a:pt x="810792" y="406207"/>
                          <a:pt x="813629" y="408423"/>
                        </a:cubicBezTo>
                        <a:cubicBezTo>
                          <a:pt x="821609" y="414674"/>
                          <a:pt x="836017" y="415694"/>
                          <a:pt x="851577" y="412724"/>
                        </a:cubicBezTo>
                        <a:cubicBezTo>
                          <a:pt x="867137" y="409753"/>
                          <a:pt x="883717" y="403059"/>
                          <a:pt x="899454" y="394947"/>
                        </a:cubicBezTo>
                        <a:cubicBezTo>
                          <a:pt x="879328" y="409266"/>
                          <a:pt x="854680" y="413167"/>
                          <a:pt x="832470" y="424338"/>
                        </a:cubicBezTo>
                        <a:cubicBezTo>
                          <a:pt x="827594" y="426776"/>
                          <a:pt x="822540" y="429835"/>
                          <a:pt x="819570" y="433559"/>
                        </a:cubicBezTo>
                        <a:cubicBezTo>
                          <a:pt x="821875" y="426200"/>
                          <a:pt x="820545" y="419728"/>
                          <a:pt x="816467" y="415117"/>
                        </a:cubicBezTo>
                        <a:close/>
                        <a:moveTo>
                          <a:pt x="791375" y="487288"/>
                        </a:moveTo>
                        <a:cubicBezTo>
                          <a:pt x="792129" y="489771"/>
                          <a:pt x="793592" y="491899"/>
                          <a:pt x="794567" y="494292"/>
                        </a:cubicBezTo>
                        <a:cubicBezTo>
                          <a:pt x="797759" y="501918"/>
                          <a:pt x="796030" y="512113"/>
                          <a:pt x="789779" y="522532"/>
                        </a:cubicBezTo>
                        <a:cubicBezTo>
                          <a:pt x="787918" y="508966"/>
                          <a:pt x="792572" y="491766"/>
                          <a:pt x="781977" y="483210"/>
                        </a:cubicBezTo>
                        <a:cubicBezTo>
                          <a:pt x="778874" y="480727"/>
                          <a:pt x="774663" y="479131"/>
                          <a:pt x="770451" y="477580"/>
                        </a:cubicBezTo>
                        <a:cubicBezTo>
                          <a:pt x="767747" y="476560"/>
                          <a:pt x="764821" y="475851"/>
                          <a:pt x="763181" y="473989"/>
                        </a:cubicBezTo>
                        <a:cubicBezTo>
                          <a:pt x="768190" y="473723"/>
                          <a:pt x="773244" y="473679"/>
                          <a:pt x="778697" y="472571"/>
                        </a:cubicBezTo>
                        <a:cubicBezTo>
                          <a:pt x="786100" y="471063"/>
                          <a:pt x="794567" y="467517"/>
                          <a:pt x="800596" y="462197"/>
                        </a:cubicBezTo>
                        <a:cubicBezTo>
                          <a:pt x="792794" y="470886"/>
                          <a:pt x="789292" y="480417"/>
                          <a:pt x="791375" y="487288"/>
                        </a:cubicBezTo>
                        <a:close/>
                        <a:moveTo>
                          <a:pt x="745183" y="462817"/>
                        </a:moveTo>
                        <a:cubicBezTo>
                          <a:pt x="742478" y="462773"/>
                          <a:pt x="739774" y="462596"/>
                          <a:pt x="738311" y="461310"/>
                        </a:cubicBezTo>
                        <a:cubicBezTo>
                          <a:pt x="736405" y="459626"/>
                          <a:pt x="737159" y="456390"/>
                          <a:pt x="739109" y="453331"/>
                        </a:cubicBezTo>
                        <a:cubicBezTo>
                          <a:pt x="745183" y="443932"/>
                          <a:pt x="769254" y="425934"/>
                          <a:pt x="780825" y="419285"/>
                        </a:cubicBezTo>
                        <a:cubicBezTo>
                          <a:pt x="790001" y="414053"/>
                          <a:pt x="793503" y="415339"/>
                          <a:pt x="794567" y="421235"/>
                        </a:cubicBezTo>
                        <a:cubicBezTo>
                          <a:pt x="794611" y="421412"/>
                          <a:pt x="794567" y="421634"/>
                          <a:pt x="794611" y="421811"/>
                        </a:cubicBezTo>
                        <a:cubicBezTo>
                          <a:pt x="802236" y="419018"/>
                          <a:pt x="808797" y="418575"/>
                          <a:pt x="811324" y="423275"/>
                        </a:cubicBezTo>
                        <a:cubicBezTo>
                          <a:pt x="815225" y="430545"/>
                          <a:pt x="797271" y="439499"/>
                          <a:pt x="782908" y="445129"/>
                        </a:cubicBezTo>
                        <a:cubicBezTo>
                          <a:pt x="772845" y="455015"/>
                          <a:pt x="758083" y="462995"/>
                          <a:pt x="745183" y="462817"/>
                        </a:cubicBezTo>
                        <a:close/>
                        <a:moveTo>
                          <a:pt x="648009" y="556844"/>
                        </a:moveTo>
                        <a:cubicBezTo>
                          <a:pt x="643177" y="553120"/>
                          <a:pt x="644551" y="545450"/>
                          <a:pt x="649029" y="538136"/>
                        </a:cubicBezTo>
                        <a:cubicBezTo>
                          <a:pt x="653550" y="530822"/>
                          <a:pt x="660776" y="523684"/>
                          <a:pt x="667869" y="516680"/>
                        </a:cubicBezTo>
                        <a:cubicBezTo>
                          <a:pt x="687597" y="497307"/>
                          <a:pt x="730731" y="466807"/>
                          <a:pt x="746468" y="485426"/>
                        </a:cubicBezTo>
                        <a:cubicBezTo>
                          <a:pt x="750236" y="489904"/>
                          <a:pt x="748197" y="496997"/>
                          <a:pt x="743321" y="505021"/>
                        </a:cubicBezTo>
                        <a:cubicBezTo>
                          <a:pt x="744119" y="506306"/>
                          <a:pt x="743986" y="508168"/>
                          <a:pt x="742656" y="510208"/>
                        </a:cubicBezTo>
                        <a:cubicBezTo>
                          <a:pt x="741148" y="512513"/>
                          <a:pt x="738577" y="514552"/>
                          <a:pt x="735784" y="515838"/>
                        </a:cubicBezTo>
                        <a:cubicBezTo>
                          <a:pt x="725987" y="528472"/>
                          <a:pt x="713043" y="541682"/>
                          <a:pt x="706792" y="550194"/>
                        </a:cubicBezTo>
                        <a:cubicBezTo>
                          <a:pt x="703334" y="554937"/>
                          <a:pt x="699034" y="560434"/>
                          <a:pt x="692739" y="562961"/>
                        </a:cubicBezTo>
                        <a:cubicBezTo>
                          <a:pt x="687951" y="564867"/>
                          <a:pt x="683784" y="564335"/>
                          <a:pt x="680060" y="563759"/>
                        </a:cubicBezTo>
                        <a:cubicBezTo>
                          <a:pt x="673012" y="562606"/>
                          <a:pt x="665919" y="561454"/>
                          <a:pt x="658870" y="560301"/>
                        </a:cubicBezTo>
                        <a:cubicBezTo>
                          <a:pt x="654836" y="559592"/>
                          <a:pt x="650669" y="558883"/>
                          <a:pt x="648009" y="556844"/>
                        </a:cubicBezTo>
                        <a:close/>
                        <a:moveTo>
                          <a:pt x="656033" y="640762"/>
                        </a:moveTo>
                        <a:cubicBezTo>
                          <a:pt x="645659" y="654815"/>
                          <a:pt x="623228" y="658716"/>
                          <a:pt x="608466" y="669710"/>
                        </a:cubicBezTo>
                        <a:cubicBezTo>
                          <a:pt x="605230" y="672104"/>
                          <a:pt x="602215" y="675118"/>
                          <a:pt x="601861" y="678798"/>
                        </a:cubicBezTo>
                        <a:cubicBezTo>
                          <a:pt x="598979" y="671572"/>
                          <a:pt x="592994" y="665233"/>
                          <a:pt x="585591" y="660755"/>
                        </a:cubicBezTo>
                        <a:cubicBezTo>
                          <a:pt x="580138" y="657430"/>
                          <a:pt x="567016" y="655923"/>
                          <a:pt x="564002" y="651800"/>
                        </a:cubicBezTo>
                        <a:cubicBezTo>
                          <a:pt x="569056" y="649717"/>
                          <a:pt x="573444" y="652067"/>
                          <a:pt x="577922" y="654239"/>
                        </a:cubicBezTo>
                        <a:cubicBezTo>
                          <a:pt x="590512" y="660356"/>
                          <a:pt x="605983" y="661287"/>
                          <a:pt x="619726" y="658317"/>
                        </a:cubicBezTo>
                        <a:cubicBezTo>
                          <a:pt x="633513" y="655347"/>
                          <a:pt x="645704" y="648742"/>
                          <a:pt x="656033" y="640762"/>
                        </a:cubicBezTo>
                        <a:close/>
                        <a:moveTo>
                          <a:pt x="713663" y="446992"/>
                        </a:moveTo>
                        <a:cubicBezTo>
                          <a:pt x="714949" y="444996"/>
                          <a:pt x="717875" y="443400"/>
                          <a:pt x="720135" y="443400"/>
                        </a:cubicBezTo>
                        <a:cubicBezTo>
                          <a:pt x="722396" y="443400"/>
                          <a:pt x="723239" y="444996"/>
                          <a:pt x="721953" y="446992"/>
                        </a:cubicBezTo>
                        <a:cubicBezTo>
                          <a:pt x="720667" y="448986"/>
                          <a:pt x="717742" y="450582"/>
                          <a:pt x="715481" y="450582"/>
                        </a:cubicBezTo>
                        <a:cubicBezTo>
                          <a:pt x="713220" y="450582"/>
                          <a:pt x="712378" y="448986"/>
                          <a:pt x="713663" y="446992"/>
                        </a:cubicBezTo>
                        <a:close/>
                        <a:moveTo>
                          <a:pt x="705684" y="440785"/>
                        </a:moveTo>
                        <a:cubicBezTo>
                          <a:pt x="703866" y="448055"/>
                          <a:pt x="701738" y="456966"/>
                          <a:pt x="694867" y="463084"/>
                        </a:cubicBezTo>
                        <a:cubicBezTo>
                          <a:pt x="685868" y="471019"/>
                          <a:pt x="673588" y="471462"/>
                          <a:pt x="669687" y="466542"/>
                        </a:cubicBezTo>
                        <a:cubicBezTo>
                          <a:pt x="666185" y="462152"/>
                          <a:pt x="667914" y="455015"/>
                          <a:pt x="670574" y="448144"/>
                        </a:cubicBezTo>
                        <a:cubicBezTo>
                          <a:pt x="676780" y="432008"/>
                          <a:pt x="704176" y="417733"/>
                          <a:pt x="707679" y="427885"/>
                        </a:cubicBezTo>
                        <a:cubicBezTo>
                          <a:pt x="708875" y="427530"/>
                          <a:pt x="710072" y="427308"/>
                          <a:pt x="711225" y="427308"/>
                        </a:cubicBezTo>
                        <a:cubicBezTo>
                          <a:pt x="715702" y="427308"/>
                          <a:pt x="717298" y="430456"/>
                          <a:pt x="714771" y="434357"/>
                        </a:cubicBezTo>
                        <a:cubicBezTo>
                          <a:pt x="712910" y="437195"/>
                          <a:pt x="709274" y="439677"/>
                          <a:pt x="705684" y="440785"/>
                        </a:cubicBezTo>
                        <a:close/>
                        <a:moveTo>
                          <a:pt x="721909" y="412945"/>
                        </a:moveTo>
                        <a:cubicBezTo>
                          <a:pt x="712067" y="415162"/>
                          <a:pt x="702713" y="415738"/>
                          <a:pt x="694778" y="414585"/>
                        </a:cubicBezTo>
                        <a:cubicBezTo>
                          <a:pt x="709540" y="414053"/>
                          <a:pt x="726165" y="410817"/>
                          <a:pt x="742611" y="403591"/>
                        </a:cubicBezTo>
                        <a:cubicBezTo>
                          <a:pt x="754492" y="398361"/>
                          <a:pt x="764067" y="391533"/>
                          <a:pt x="773865" y="383731"/>
                        </a:cubicBezTo>
                        <a:cubicBezTo>
                          <a:pt x="772313" y="390071"/>
                          <a:pt x="753650" y="398848"/>
                          <a:pt x="747443" y="404655"/>
                        </a:cubicBezTo>
                        <a:cubicBezTo>
                          <a:pt x="746690" y="405365"/>
                          <a:pt x="745980" y="406118"/>
                          <a:pt x="745537" y="406872"/>
                        </a:cubicBezTo>
                        <a:cubicBezTo>
                          <a:pt x="744163" y="409266"/>
                          <a:pt x="746291" y="410596"/>
                          <a:pt x="747754" y="411926"/>
                        </a:cubicBezTo>
                        <a:cubicBezTo>
                          <a:pt x="752674" y="416314"/>
                          <a:pt x="750103" y="425624"/>
                          <a:pt x="741902" y="433116"/>
                        </a:cubicBezTo>
                        <a:cubicBezTo>
                          <a:pt x="748241" y="425846"/>
                          <a:pt x="745803" y="419285"/>
                          <a:pt x="742257" y="414630"/>
                        </a:cubicBezTo>
                        <a:cubicBezTo>
                          <a:pt x="741148" y="413167"/>
                          <a:pt x="739907" y="411704"/>
                          <a:pt x="737824" y="411084"/>
                        </a:cubicBezTo>
                        <a:cubicBezTo>
                          <a:pt x="733789" y="409842"/>
                          <a:pt x="727539" y="411660"/>
                          <a:pt x="721909" y="412945"/>
                        </a:cubicBezTo>
                        <a:close/>
                        <a:moveTo>
                          <a:pt x="756044" y="349995"/>
                        </a:moveTo>
                        <a:cubicBezTo>
                          <a:pt x="755645" y="347868"/>
                          <a:pt x="757861" y="346227"/>
                          <a:pt x="759767" y="345208"/>
                        </a:cubicBezTo>
                        <a:cubicBezTo>
                          <a:pt x="772668" y="338425"/>
                          <a:pt x="796252" y="322155"/>
                          <a:pt x="807556" y="339400"/>
                        </a:cubicBezTo>
                        <a:cubicBezTo>
                          <a:pt x="820323" y="358862"/>
                          <a:pt x="779938" y="354872"/>
                          <a:pt x="770540" y="354916"/>
                        </a:cubicBezTo>
                        <a:cubicBezTo>
                          <a:pt x="766240" y="354960"/>
                          <a:pt x="761674" y="354872"/>
                          <a:pt x="758083" y="352522"/>
                        </a:cubicBezTo>
                        <a:cubicBezTo>
                          <a:pt x="757152" y="351990"/>
                          <a:pt x="756265" y="351104"/>
                          <a:pt x="756044" y="349995"/>
                        </a:cubicBezTo>
                        <a:close/>
                        <a:moveTo>
                          <a:pt x="741592" y="522930"/>
                        </a:moveTo>
                        <a:cubicBezTo>
                          <a:pt x="742877" y="520935"/>
                          <a:pt x="745803" y="519339"/>
                          <a:pt x="748064" y="519339"/>
                        </a:cubicBezTo>
                        <a:cubicBezTo>
                          <a:pt x="750325" y="519339"/>
                          <a:pt x="751167" y="520935"/>
                          <a:pt x="749882" y="522930"/>
                        </a:cubicBezTo>
                        <a:cubicBezTo>
                          <a:pt x="748596" y="524925"/>
                          <a:pt x="745670" y="526521"/>
                          <a:pt x="743409" y="526521"/>
                        </a:cubicBezTo>
                        <a:cubicBezTo>
                          <a:pt x="741148" y="526521"/>
                          <a:pt x="740306" y="524925"/>
                          <a:pt x="741592" y="522930"/>
                        </a:cubicBezTo>
                        <a:close/>
                        <a:moveTo>
                          <a:pt x="927604" y="444021"/>
                        </a:moveTo>
                        <a:cubicBezTo>
                          <a:pt x="928890" y="442026"/>
                          <a:pt x="931816" y="440431"/>
                          <a:pt x="934077" y="440431"/>
                        </a:cubicBezTo>
                        <a:cubicBezTo>
                          <a:pt x="936338" y="440431"/>
                          <a:pt x="937180" y="442026"/>
                          <a:pt x="935894" y="444021"/>
                        </a:cubicBezTo>
                        <a:cubicBezTo>
                          <a:pt x="934609" y="446016"/>
                          <a:pt x="931683" y="447612"/>
                          <a:pt x="929422" y="447612"/>
                        </a:cubicBezTo>
                        <a:cubicBezTo>
                          <a:pt x="927117" y="447612"/>
                          <a:pt x="926319" y="446016"/>
                          <a:pt x="927604" y="444021"/>
                        </a:cubicBezTo>
                        <a:close/>
                        <a:moveTo>
                          <a:pt x="939618" y="472615"/>
                        </a:moveTo>
                        <a:cubicBezTo>
                          <a:pt x="944539" y="468979"/>
                          <a:pt x="948750" y="464724"/>
                          <a:pt x="951765" y="460468"/>
                        </a:cubicBezTo>
                        <a:cubicBezTo>
                          <a:pt x="956553" y="453641"/>
                          <a:pt x="957262" y="447922"/>
                          <a:pt x="958503" y="441805"/>
                        </a:cubicBezTo>
                        <a:cubicBezTo>
                          <a:pt x="963246" y="443445"/>
                          <a:pt x="962670" y="449961"/>
                          <a:pt x="959168" y="455237"/>
                        </a:cubicBezTo>
                        <a:cubicBezTo>
                          <a:pt x="958503" y="456212"/>
                          <a:pt x="957749" y="457365"/>
                          <a:pt x="958148" y="458030"/>
                        </a:cubicBezTo>
                        <a:cubicBezTo>
                          <a:pt x="958503" y="458562"/>
                          <a:pt x="959523" y="458562"/>
                          <a:pt x="960454" y="458517"/>
                        </a:cubicBezTo>
                        <a:cubicBezTo>
                          <a:pt x="968433" y="458163"/>
                          <a:pt x="976413" y="457852"/>
                          <a:pt x="984392" y="457498"/>
                        </a:cubicBezTo>
                        <a:cubicBezTo>
                          <a:pt x="969807" y="460512"/>
                          <a:pt x="953981" y="464857"/>
                          <a:pt x="939618" y="472615"/>
                        </a:cubicBezTo>
                        <a:cubicBezTo>
                          <a:pt x="936737" y="474743"/>
                          <a:pt x="933589" y="476649"/>
                          <a:pt x="930309" y="478245"/>
                        </a:cubicBezTo>
                        <a:cubicBezTo>
                          <a:pt x="933323" y="476161"/>
                          <a:pt x="936471" y="474300"/>
                          <a:pt x="939618" y="472615"/>
                        </a:cubicBezTo>
                        <a:close/>
                        <a:moveTo>
                          <a:pt x="985235" y="404390"/>
                        </a:moveTo>
                        <a:cubicBezTo>
                          <a:pt x="976014" y="408202"/>
                          <a:pt x="965507" y="414763"/>
                          <a:pt x="963202" y="421501"/>
                        </a:cubicBezTo>
                        <a:cubicBezTo>
                          <a:pt x="962271" y="407138"/>
                          <a:pt x="954380" y="398582"/>
                          <a:pt x="939529" y="393484"/>
                        </a:cubicBezTo>
                        <a:cubicBezTo>
                          <a:pt x="947332" y="391046"/>
                          <a:pt x="954336" y="393617"/>
                          <a:pt x="957927" y="396543"/>
                        </a:cubicBezTo>
                        <a:cubicBezTo>
                          <a:pt x="959345" y="397651"/>
                          <a:pt x="960409" y="399069"/>
                          <a:pt x="962227" y="399868"/>
                        </a:cubicBezTo>
                        <a:cubicBezTo>
                          <a:pt x="964000" y="400621"/>
                          <a:pt x="966438" y="400798"/>
                          <a:pt x="968877" y="400798"/>
                        </a:cubicBezTo>
                        <a:cubicBezTo>
                          <a:pt x="982043" y="400887"/>
                          <a:pt x="997293" y="397872"/>
                          <a:pt x="1012498" y="392065"/>
                        </a:cubicBezTo>
                        <a:cubicBezTo>
                          <a:pt x="1004208" y="397829"/>
                          <a:pt x="994456" y="400577"/>
                          <a:pt x="985235" y="404390"/>
                        </a:cubicBezTo>
                        <a:close/>
                        <a:moveTo>
                          <a:pt x="969276" y="363073"/>
                        </a:moveTo>
                        <a:cubicBezTo>
                          <a:pt x="968300" y="362896"/>
                          <a:pt x="967281" y="362585"/>
                          <a:pt x="966616" y="361832"/>
                        </a:cubicBezTo>
                        <a:cubicBezTo>
                          <a:pt x="966172" y="361299"/>
                          <a:pt x="965951" y="360591"/>
                          <a:pt x="965906" y="359925"/>
                        </a:cubicBezTo>
                        <a:cubicBezTo>
                          <a:pt x="965463" y="355094"/>
                          <a:pt x="970738" y="351901"/>
                          <a:pt x="975216" y="349995"/>
                        </a:cubicBezTo>
                        <a:cubicBezTo>
                          <a:pt x="982442" y="346892"/>
                          <a:pt x="1011745" y="332617"/>
                          <a:pt x="1011479" y="349995"/>
                        </a:cubicBezTo>
                        <a:cubicBezTo>
                          <a:pt x="1011257" y="362940"/>
                          <a:pt x="978408" y="364890"/>
                          <a:pt x="969276" y="363073"/>
                        </a:cubicBezTo>
                        <a:close/>
                        <a:moveTo>
                          <a:pt x="962759" y="344675"/>
                        </a:moveTo>
                        <a:cubicBezTo>
                          <a:pt x="961429" y="344720"/>
                          <a:pt x="960055" y="344720"/>
                          <a:pt x="958902" y="345385"/>
                        </a:cubicBezTo>
                        <a:cubicBezTo>
                          <a:pt x="957794" y="346050"/>
                          <a:pt x="957085" y="347202"/>
                          <a:pt x="956508" y="348355"/>
                        </a:cubicBezTo>
                        <a:cubicBezTo>
                          <a:pt x="954026" y="352966"/>
                          <a:pt x="951898" y="357753"/>
                          <a:pt x="950125" y="362718"/>
                        </a:cubicBezTo>
                        <a:cubicBezTo>
                          <a:pt x="949814" y="358108"/>
                          <a:pt x="950213" y="353453"/>
                          <a:pt x="951277" y="348976"/>
                        </a:cubicBezTo>
                        <a:cubicBezTo>
                          <a:pt x="936293" y="346272"/>
                          <a:pt x="921753" y="341174"/>
                          <a:pt x="908365" y="333859"/>
                        </a:cubicBezTo>
                        <a:cubicBezTo>
                          <a:pt x="917320" y="335677"/>
                          <a:pt x="926274" y="337494"/>
                          <a:pt x="934875" y="340464"/>
                        </a:cubicBezTo>
                        <a:cubicBezTo>
                          <a:pt x="938510" y="341705"/>
                          <a:pt x="942101" y="343168"/>
                          <a:pt x="945869" y="343656"/>
                        </a:cubicBezTo>
                        <a:cubicBezTo>
                          <a:pt x="951100" y="344276"/>
                          <a:pt x="956331" y="342947"/>
                          <a:pt x="961429" y="341661"/>
                        </a:cubicBezTo>
                        <a:cubicBezTo>
                          <a:pt x="966660" y="340331"/>
                          <a:pt x="971891" y="338957"/>
                          <a:pt x="976900" y="336917"/>
                        </a:cubicBezTo>
                        <a:cubicBezTo>
                          <a:pt x="980048" y="335632"/>
                          <a:pt x="984481" y="331952"/>
                          <a:pt x="987850" y="332440"/>
                        </a:cubicBezTo>
                        <a:cubicBezTo>
                          <a:pt x="982796" y="339932"/>
                          <a:pt x="971669" y="344321"/>
                          <a:pt x="962759" y="344675"/>
                        </a:cubicBezTo>
                        <a:close/>
                        <a:moveTo>
                          <a:pt x="890544" y="356246"/>
                        </a:moveTo>
                        <a:cubicBezTo>
                          <a:pt x="885401" y="356556"/>
                          <a:pt x="880259" y="356999"/>
                          <a:pt x="875116" y="357576"/>
                        </a:cubicBezTo>
                        <a:cubicBezTo>
                          <a:pt x="869885" y="358196"/>
                          <a:pt x="864521" y="358906"/>
                          <a:pt x="859423" y="357709"/>
                        </a:cubicBezTo>
                        <a:cubicBezTo>
                          <a:pt x="858492" y="359881"/>
                          <a:pt x="857650" y="362009"/>
                          <a:pt x="856897" y="364137"/>
                        </a:cubicBezTo>
                        <a:cubicBezTo>
                          <a:pt x="857827" y="364447"/>
                          <a:pt x="858803" y="364669"/>
                          <a:pt x="859689" y="365068"/>
                        </a:cubicBezTo>
                        <a:cubicBezTo>
                          <a:pt x="858670" y="365068"/>
                          <a:pt x="857606" y="365068"/>
                          <a:pt x="856586" y="365024"/>
                        </a:cubicBezTo>
                        <a:cubicBezTo>
                          <a:pt x="854325" y="371318"/>
                          <a:pt x="852818" y="377480"/>
                          <a:pt x="852995" y="383066"/>
                        </a:cubicBezTo>
                        <a:cubicBezTo>
                          <a:pt x="853173" y="387544"/>
                          <a:pt x="854059" y="392464"/>
                          <a:pt x="849006" y="397429"/>
                        </a:cubicBezTo>
                        <a:cubicBezTo>
                          <a:pt x="844971" y="401375"/>
                          <a:pt x="838543" y="403680"/>
                          <a:pt x="833578" y="404079"/>
                        </a:cubicBezTo>
                        <a:cubicBezTo>
                          <a:pt x="828613" y="404478"/>
                          <a:pt x="824624" y="403326"/>
                          <a:pt x="820456" y="402483"/>
                        </a:cubicBezTo>
                        <a:cubicBezTo>
                          <a:pt x="812743" y="400932"/>
                          <a:pt x="803921" y="400400"/>
                          <a:pt x="798380" y="396853"/>
                        </a:cubicBezTo>
                        <a:cubicBezTo>
                          <a:pt x="788760" y="390691"/>
                          <a:pt x="791331" y="376195"/>
                          <a:pt x="801837" y="362984"/>
                        </a:cubicBezTo>
                        <a:cubicBezTo>
                          <a:pt x="810792" y="351724"/>
                          <a:pt x="860221" y="313200"/>
                          <a:pt x="870550" y="324683"/>
                        </a:cubicBezTo>
                        <a:cubicBezTo>
                          <a:pt x="871038" y="325214"/>
                          <a:pt x="871348" y="325879"/>
                          <a:pt x="871481" y="326633"/>
                        </a:cubicBezTo>
                        <a:cubicBezTo>
                          <a:pt x="876579" y="326943"/>
                          <a:pt x="881766" y="328894"/>
                          <a:pt x="886199" y="332529"/>
                        </a:cubicBezTo>
                        <a:cubicBezTo>
                          <a:pt x="894578" y="339400"/>
                          <a:pt x="912044" y="355005"/>
                          <a:pt x="890544" y="356246"/>
                        </a:cubicBezTo>
                        <a:close/>
                        <a:moveTo>
                          <a:pt x="817265" y="318697"/>
                        </a:moveTo>
                        <a:cubicBezTo>
                          <a:pt x="814782" y="320028"/>
                          <a:pt x="811945" y="320471"/>
                          <a:pt x="809196" y="320870"/>
                        </a:cubicBezTo>
                        <a:cubicBezTo>
                          <a:pt x="800552" y="322155"/>
                          <a:pt x="790311" y="322909"/>
                          <a:pt x="784504" y="316348"/>
                        </a:cubicBezTo>
                        <a:cubicBezTo>
                          <a:pt x="784105" y="320293"/>
                          <a:pt x="781268" y="323662"/>
                          <a:pt x="777899" y="325746"/>
                        </a:cubicBezTo>
                        <a:cubicBezTo>
                          <a:pt x="775328" y="327342"/>
                          <a:pt x="772446" y="328317"/>
                          <a:pt x="769520" y="329116"/>
                        </a:cubicBezTo>
                        <a:cubicBezTo>
                          <a:pt x="767924" y="330046"/>
                          <a:pt x="766240" y="330888"/>
                          <a:pt x="764466" y="331420"/>
                        </a:cubicBezTo>
                        <a:cubicBezTo>
                          <a:pt x="761142" y="332396"/>
                          <a:pt x="757861" y="332617"/>
                          <a:pt x="754625" y="332263"/>
                        </a:cubicBezTo>
                        <a:cubicBezTo>
                          <a:pt x="753295" y="332352"/>
                          <a:pt x="751965" y="332396"/>
                          <a:pt x="750635" y="332352"/>
                        </a:cubicBezTo>
                        <a:cubicBezTo>
                          <a:pt x="747621" y="332219"/>
                          <a:pt x="741326" y="331731"/>
                          <a:pt x="741193" y="327919"/>
                        </a:cubicBezTo>
                        <a:cubicBezTo>
                          <a:pt x="745493" y="330135"/>
                          <a:pt x="750015" y="331775"/>
                          <a:pt x="754625" y="332263"/>
                        </a:cubicBezTo>
                        <a:cubicBezTo>
                          <a:pt x="758703" y="331909"/>
                          <a:pt x="762738" y="330888"/>
                          <a:pt x="766727" y="329869"/>
                        </a:cubicBezTo>
                        <a:cubicBezTo>
                          <a:pt x="767658" y="329648"/>
                          <a:pt x="768589" y="329381"/>
                          <a:pt x="769476" y="329116"/>
                        </a:cubicBezTo>
                        <a:cubicBezTo>
                          <a:pt x="777012" y="324683"/>
                          <a:pt x="782243" y="316215"/>
                          <a:pt x="781445" y="307526"/>
                        </a:cubicBezTo>
                        <a:cubicBezTo>
                          <a:pt x="784238" y="314619"/>
                          <a:pt x="792439" y="318387"/>
                          <a:pt x="800064" y="318343"/>
                        </a:cubicBezTo>
                        <a:cubicBezTo>
                          <a:pt x="807689" y="318299"/>
                          <a:pt x="814915" y="315196"/>
                          <a:pt x="821919" y="312181"/>
                        </a:cubicBezTo>
                        <a:cubicBezTo>
                          <a:pt x="821786" y="314974"/>
                          <a:pt x="819747" y="317368"/>
                          <a:pt x="817265" y="318697"/>
                        </a:cubicBezTo>
                        <a:close/>
                        <a:moveTo>
                          <a:pt x="552121" y="664967"/>
                        </a:moveTo>
                        <a:cubicBezTo>
                          <a:pt x="557751" y="659825"/>
                          <a:pt x="562273" y="661066"/>
                          <a:pt x="567548" y="666829"/>
                        </a:cubicBezTo>
                        <a:cubicBezTo>
                          <a:pt x="567726" y="667006"/>
                          <a:pt x="567814" y="667183"/>
                          <a:pt x="567992" y="667361"/>
                        </a:cubicBezTo>
                        <a:cubicBezTo>
                          <a:pt x="573799" y="664612"/>
                          <a:pt x="580183" y="664169"/>
                          <a:pt x="586079" y="668735"/>
                        </a:cubicBezTo>
                        <a:cubicBezTo>
                          <a:pt x="595211" y="675828"/>
                          <a:pt x="583241" y="684605"/>
                          <a:pt x="572558" y="690147"/>
                        </a:cubicBezTo>
                        <a:cubicBezTo>
                          <a:pt x="569277" y="699811"/>
                          <a:pt x="559835" y="707657"/>
                          <a:pt x="546535" y="707525"/>
                        </a:cubicBezTo>
                        <a:cubicBezTo>
                          <a:pt x="543743" y="707480"/>
                          <a:pt x="540817" y="707347"/>
                          <a:pt x="538467" y="706106"/>
                        </a:cubicBezTo>
                        <a:cubicBezTo>
                          <a:pt x="535364" y="704510"/>
                          <a:pt x="533812" y="701318"/>
                          <a:pt x="533635" y="698303"/>
                        </a:cubicBezTo>
                        <a:cubicBezTo>
                          <a:pt x="533192" y="689172"/>
                          <a:pt x="544984" y="671528"/>
                          <a:pt x="552121" y="664967"/>
                        </a:cubicBezTo>
                        <a:close/>
                        <a:moveTo>
                          <a:pt x="615027" y="692718"/>
                        </a:moveTo>
                        <a:cubicBezTo>
                          <a:pt x="613475" y="689437"/>
                          <a:pt x="612057" y="685891"/>
                          <a:pt x="612855" y="682522"/>
                        </a:cubicBezTo>
                        <a:cubicBezTo>
                          <a:pt x="613786" y="678621"/>
                          <a:pt x="617509" y="675695"/>
                          <a:pt x="621056" y="673079"/>
                        </a:cubicBezTo>
                        <a:cubicBezTo>
                          <a:pt x="637015" y="661376"/>
                          <a:pt x="664545" y="644397"/>
                          <a:pt x="688129" y="653086"/>
                        </a:cubicBezTo>
                        <a:cubicBezTo>
                          <a:pt x="697128" y="656411"/>
                          <a:pt x="702093" y="662396"/>
                          <a:pt x="704354" y="669444"/>
                        </a:cubicBezTo>
                        <a:cubicBezTo>
                          <a:pt x="708299" y="669976"/>
                          <a:pt x="711402" y="672769"/>
                          <a:pt x="711580" y="676182"/>
                        </a:cubicBezTo>
                        <a:cubicBezTo>
                          <a:pt x="711757" y="679330"/>
                          <a:pt x="709319" y="681946"/>
                          <a:pt x="705905" y="682788"/>
                        </a:cubicBezTo>
                        <a:cubicBezTo>
                          <a:pt x="705329" y="692807"/>
                          <a:pt x="701605" y="703092"/>
                          <a:pt x="697527" y="710140"/>
                        </a:cubicBezTo>
                        <a:cubicBezTo>
                          <a:pt x="690877" y="721710"/>
                          <a:pt x="681568" y="732128"/>
                          <a:pt x="670263" y="740773"/>
                        </a:cubicBezTo>
                        <a:cubicBezTo>
                          <a:pt x="668002" y="742502"/>
                          <a:pt x="665520" y="744230"/>
                          <a:pt x="662461" y="744585"/>
                        </a:cubicBezTo>
                        <a:cubicBezTo>
                          <a:pt x="657053" y="745250"/>
                          <a:pt x="652176" y="741615"/>
                          <a:pt x="648452" y="738113"/>
                        </a:cubicBezTo>
                        <a:cubicBezTo>
                          <a:pt x="634222" y="724769"/>
                          <a:pt x="622785" y="709297"/>
                          <a:pt x="615027" y="692718"/>
                        </a:cubicBezTo>
                        <a:close/>
                        <a:moveTo>
                          <a:pt x="746734" y="568724"/>
                        </a:moveTo>
                        <a:cubicBezTo>
                          <a:pt x="746645" y="567306"/>
                          <a:pt x="746645" y="565621"/>
                          <a:pt x="745005" y="565222"/>
                        </a:cubicBezTo>
                        <a:cubicBezTo>
                          <a:pt x="743542" y="564867"/>
                          <a:pt x="741370" y="565666"/>
                          <a:pt x="739375" y="566375"/>
                        </a:cubicBezTo>
                        <a:cubicBezTo>
                          <a:pt x="727051" y="570896"/>
                          <a:pt x="694424" y="581669"/>
                          <a:pt x="687863" y="575861"/>
                        </a:cubicBezTo>
                        <a:cubicBezTo>
                          <a:pt x="700275" y="574354"/>
                          <a:pt x="712821" y="571650"/>
                          <a:pt x="726209" y="566419"/>
                        </a:cubicBezTo>
                        <a:cubicBezTo>
                          <a:pt x="734410" y="563227"/>
                          <a:pt x="758171" y="553430"/>
                          <a:pt x="763314" y="546426"/>
                        </a:cubicBezTo>
                        <a:cubicBezTo>
                          <a:pt x="759147" y="552100"/>
                          <a:pt x="754847" y="558173"/>
                          <a:pt x="755113" y="563005"/>
                        </a:cubicBezTo>
                        <a:cubicBezTo>
                          <a:pt x="755689" y="571828"/>
                          <a:pt x="771160" y="572271"/>
                          <a:pt x="772003" y="581004"/>
                        </a:cubicBezTo>
                        <a:cubicBezTo>
                          <a:pt x="757950" y="583309"/>
                          <a:pt x="747355" y="578167"/>
                          <a:pt x="746734" y="568724"/>
                        </a:cubicBezTo>
                        <a:close/>
                        <a:moveTo>
                          <a:pt x="771648" y="558617"/>
                        </a:moveTo>
                        <a:cubicBezTo>
                          <a:pt x="772535" y="556046"/>
                          <a:pt x="774175" y="553430"/>
                          <a:pt x="776347" y="550770"/>
                        </a:cubicBezTo>
                        <a:cubicBezTo>
                          <a:pt x="776126" y="550549"/>
                          <a:pt x="775860" y="550371"/>
                          <a:pt x="775638" y="550150"/>
                        </a:cubicBezTo>
                        <a:cubicBezTo>
                          <a:pt x="773865" y="548332"/>
                          <a:pt x="772579" y="545938"/>
                          <a:pt x="774042" y="542835"/>
                        </a:cubicBezTo>
                        <a:cubicBezTo>
                          <a:pt x="775195" y="540308"/>
                          <a:pt x="777987" y="537781"/>
                          <a:pt x="780736" y="535476"/>
                        </a:cubicBezTo>
                        <a:cubicBezTo>
                          <a:pt x="786854" y="530422"/>
                          <a:pt x="793858" y="525812"/>
                          <a:pt x="801217" y="522487"/>
                        </a:cubicBezTo>
                        <a:cubicBezTo>
                          <a:pt x="808531" y="519207"/>
                          <a:pt x="819260" y="515926"/>
                          <a:pt x="823471" y="518985"/>
                        </a:cubicBezTo>
                        <a:cubicBezTo>
                          <a:pt x="825998" y="520803"/>
                          <a:pt x="828658" y="523906"/>
                          <a:pt x="828259" y="527585"/>
                        </a:cubicBezTo>
                        <a:cubicBezTo>
                          <a:pt x="830254" y="528693"/>
                          <a:pt x="831717" y="530378"/>
                          <a:pt x="832426" y="532905"/>
                        </a:cubicBezTo>
                        <a:cubicBezTo>
                          <a:pt x="836859" y="547978"/>
                          <a:pt x="808088" y="584240"/>
                          <a:pt x="782731" y="577590"/>
                        </a:cubicBezTo>
                        <a:cubicBezTo>
                          <a:pt x="777633" y="576261"/>
                          <a:pt x="775416" y="572404"/>
                          <a:pt x="773377" y="568680"/>
                        </a:cubicBezTo>
                        <a:cubicBezTo>
                          <a:pt x="771781" y="565754"/>
                          <a:pt x="770185" y="562651"/>
                          <a:pt x="771648" y="558617"/>
                        </a:cubicBezTo>
                        <a:close/>
                        <a:moveTo>
                          <a:pt x="822895" y="607514"/>
                        </a:moveTo>
                        <a:cubicBezTo>
                          <a:pt x="823294" y="595412"/>
                          <a:pt x="825776" y="582422"/>
                          <a:pt x="836593" y="573867"/>
                        </a:cubicBezTo>
                        <a:cubicBezTo>
                          <a:pt x="843154" y="568680"/>
                          <a:pt x="858803" y="560301"/>
                          <a:pt x="866073" y="568813"/>
                        </a:cubicBezTo>
                        <a:cubicBezTo>
                          <a:pt x="872501" y="576261"/>
                          <a:pt x="867447" y="590225"/>
                          <a:pt x="869265" y="598603"/>
                        </a:cubicBezTo>
                        <a:cubicBezTo>
                          <a:pt x="871481" y="608933"/>
                          <a:pt x="888327" y="622054"/>
                          <a:pt x="883672" y="632251"/>
                        </a:cubicBezTo>
                        <a:cubicBezTo>
                          <a:pt x="882165" y="635531"/>
                          <a:pt x="878530" y="637792"/>
                          <a:pt x="874540" y="638944"/>
                        </a:cubicBezTo>
                        <a:cubicBezTo>
                          <a:pt x="867758" y="640939"/>
                          <a:pt x="860044" y="640141"/>
                          <a:pt x="853261" y="637880"/>
                        </a:cubicBezTo>
                        <a:cubicBezTo>
                          <a:pt x="846479" y="635619"/>
                          <a:pt x="840405" y="631940"/>
                          <a:pt x="834642" y="628083"/>
                        </a:cubicBezTo>
                        <a:cubicBezTo>
                          <a:pt x="830741" y="625468"/>
                          <a:pt x="826840" y="622675"/>
                          <a:pt x="824757" y="618907"/>
                        </a:cubicBezTo>
                        <a:cubicBezTo>
                          <a:pt x="822850" y="615316"/>
                          <a:pt x="822806" y="611326"/>
                          <a:pt x="822895" y="607514"/>
                        </a:cubicBezTo>
                        <a:close/>
                        <a:moveTo>
                          <a:pt x="883007" y="690280"/>
                        </a:moveTo>
                        <a:cubicBezTo>
                          <a:pt x="884160" y="687841"/>
                          <a:pt x="886909" y="686201"/>
                          <a:pt x="889302" y="684517"/>
                        </a:cubicBezTo>
                        <a:cubicBezTo>
                          <a:pt x="900075" y="676847"/>
                          <a:pt x="926762" y="647634"/>
                          <a:pt x="939662" y="666031"/>
                        </a:cubicBezTo>
                        <a:cubicBezTo>
                          <a:pt x="945159" y="664701"/>
                          <a:pt x="951366" y="664169"/>
                          <a:pt x="955311" y="666563"/>
                        </a:cubicBezTo>
                        <a:cubicBezTo>
                          <a:pt x="958503" y="668558"/>
                          <a:pt x="960631" y="673079"/>
                          <a:pt x="959744" y="676138"/>
                        </a:cubicBezTo>
                        <a:cubicBezTo>
                          <a:pt x="958769" y="679729"/>
                          <a:pt x="954513" y="681990"/>
                          <a:pt x="950967" y="683719"/>
                        </a:cubicBezTo>
                        <a:cubicBezTo>
                          <a:pt x="945425" y="686512"/>
                          <a:pt x="939840" y="689260"/>
                          <a:pt x="934298" y="692053"/>
                        </a:cubicBezTo>
                        <a:cubicBezTo>
                          <a:pt x="923570" y="700609"/>
                          <a:pt x="916300" y="711248"/>
                          <a:pt x="900518" y="714041"/>
                        </a:cubicBezTo>
                        <a:cubicBezTo>
                          <a:pt x="894179" y="715149"/>
                          <a:pt x="885845" y="714130"/>
                          <a:pt x="883406" y="708987"/>
                        </a:cubicBezTo>
                        <a:cubicBezTo>
                          <a:pt x="882653" y="707436"/>
                          <a:pt x="882608" y="705796"/>
                          <a:pt x="882564" y="704155"/>
                        </a:cubicBezTo>
                        <a:cubicBezTo>
                          <a:pt x="882475" y="701363"/>
                          <a:pt x="882387" y="698525"/>
                          <a:pt x="882298" y="695732"/>
                        </a:cubicBezTo>
                        <a:cubicBezTo>
                          <a:pt x="882254" y="693959"/>
                          <a:pt x="882209" y="692009"/>
                          <a:pt x="883007" y="690280"/>
                        </a:cubicBezTo>
                        <a:close/>
                        <a:moveTo>
                          <a:pt x="898257" y="667272"/>
                        </a:moveTo>
                        <a:cubicBezTo>
                          <a:pt x="902380" y="661775"/>
                          <a:pt x="907700" y="656943"/>
                          <a:pt x="913862" y="653086"/>
                        </a:cubicBezTo>
                        <a:cubicBezTo>
                          <a:pt x="918783" y="650027"/>
                          <a:pt x="924191" y="647500"/>
                          <a:pt x="928801" y="644176"/>
                        </a:cubicBezTo>
                        <a:cubicBezTo>
                          <a:pt x="939973" y="635930"/>
                          <a:pt x="943874" y="624449"/>
                          <a:pt x="946622" y="612612"/>
                        </a:cubicBezTo>
                        <a:cubicBezTo>
                          <a:pt x="947997" y="620459"/>
                          <a:pt x="948085" y="628571"/>
                          <a:pt x="948662" y="636462"/>
                        </a:cubicBezTo>
                        <a:cubicBezTo>
                          <a:pt x="949105" y="642003"/>
                          <a:pt x="950036" y="648387"/>
                          <a:pt x="955533" y="651667"/>
                        </a:cubicBezTo>
                        <a:cubicBezTo>
                          <a:pt x="945736" y="647500"/>
                          <a:pt x="933944" y="648476"/>
                          <a:pt x="924147" y="652022"/>
                        </a:cubicBezTo>
                        <a:cubicBezTo>
                          <a:pt x="914438" y="655568"/>
                          <a:pt x="906281" y="661465"/>
                          <a:pt x="898257" y="667272"/>
                        </a:cubicBezTo>
                        <a:close/>
                        <a:moveTo>
                          <a:pt x="943475" y="535255"/>
                        </a:moveTo>
                        <a:cubicBezTo>
                          <a:pt x="940549" y="539820"/>
                          <a:pt x="937845" y="544564"/>
                          <a:pt x="932968" y="548686"/>
                        </a:cubicBezTo>
                        <a:cubicBezTo>
                          <a:pt x="924280" y="556001"/>
                          <a:pt x="912133" y="558528"/>
                          <a:pt x="902646" y="558838"/>
                        </a:cubicBezTo>
                        <a:cubicBezTo>
                          <a:pt x="897770" y="558972"/>
                          <a:pt x="892938" y="558705"/>
                          <a:pt x="890189" y="556578"/>
                        </a:cubicBezTo>
                        <a:cubicBezTo>
                          <a:pt x="887884" y="554804"/>
                          <a:pt x="887263" y="551967"/>
                          <a:pt x="887219" y="548953"/>
                        </a:cubicBezTo>
                        <a:cubicBezTo>
                          <a:pt x="887130" y="540574"/>
                          <a:pt x="891652" y="530733"/>
                          <a:pt x="899055" y="521157"/>
                        </a:cubicBezTo>
                        <a:cubicBezTo>
                          <a:pt x="897548" y="519428"/>
                          <a:pt x="896617" y="517167"/>
                          <a:pt x="897903" y="514330"/>
                        </a:cubicBezTo>
                        <a:cubicBezTo>
                          <a:pt x="899055" y="511803"/>
                          <a:pt x="901848" y="509276"/>
                          <a:pt x="904597" y="506971"/>
                        </a:cubicBezTo>
                        <a:cubicBezTo>
                          <a:pt x="910714" y="501918"/>
                          <a:pt x="917719" y="497307"/>
                          <a:pt x="925078" y="494027"/>
                        </a:cubicBezTo>
                        <a:cubicBezTo>
                          <a:pt x="927737" y="492830"/>
                          <a:pt x="930841" y="491633"/>
                          <a:pt x="933944" y="490746"/>
                        </a:cubicBezTo>
                        <a:cubicBezTo>
                          <a:pt x="954868" y="476959"/>
                          <a:pt x="981733" y="463394"/>
                          <a:pt x="989712" y="472171"/>
                        </a:cubicBezTo>
                        <a:cubicBezTo>
                          <a:pt x="992416" y="475186"/>
                          <a:pt x="991973" y="478865"/>
                          <a:pt x="989801" y="482855"/>
                        </a:cubicBezTo>
                        <a:cubicBezTo>
                          <a:pt x="989845" y="483919"/>
                          <a:pt x="989490" y="485160"/>
                          <a:pt x="988648" y="486491"/>
                        </a:cubicBezTo>
                        <a:cubicBezTo>
                          <a:pt x="987407" y="488396"/>
                          <a:pt x="985412" y="490170"/>
                          <a:pt x="983151" y="491411"/>
                        </a:cubicBezTo>
                        <a:cubicBezTo>
                          <a:pt x="980979" y="493672"/>
                          <a:pt x="978585" y="495933"/>
                          <a:pt x="976191" y="498061"/>
                        </a:cubicBezTo>
                        <a:cubicBezTo>
                          <a:pt x="962936" y="509853"/>
                          <a:pt x="951720" y="522399"/>
                          <a:pt x="943475" y="535255"/>
                        </a:cubicBezTo>
                        <a:close/>
                        <a:moveTo>
                          <a:pt x="960986" y="620857"/>
                        </a:moveTo>
                        <a:cubicBezTo>
                          <a:pt x="961562" y="612124"/>
                          <a:pt x="962183" y="603303"/>
                          <a:pt x="965197" y="595013"/>
                        </a:cubicBezTo>
                        <a:cubicBezTo>
                          <a:pt x="970118" y="581536"/>
                          <a:pt x="980890" y="572980"/>
                          <a:pt x="997426" y="569921"/>
                        </a:cubicBezTo>
                        <a:cubicBezTo>
                          <a:pt x="1005671" y="568370"/>
                          <a:pt x="1013429" y="567838"/>
                          <a:pt x="1019369" y="571207"/>
                        </a:cubicBezTo>
                        <a:cubicBezTo>
                          <a:pt x="1018394" y="569212"/>
                          <a:pt x="1018306" y="566596"/>
                          <a:pt x="1018838" y="563981"/>
                        </a:cubicBezTo>
                        <a:cubicBezTo>
                          <a:pt x="1022118" y="546825"/>
                          <a:pt x="1043973" y="527851"/>
                          <a:pt x="1059001" y="509631"/>
                        </a:cubicBezTo>
                        <a:cubicBezTo>
                          <a:pt x="1069552" y="496819"/>
                          <a:pt x="1080502" y="484806"/>
                          <a:pt x="1098589" y="484717"/>
                        </a:cubicBezTo>
                        <a:cubicBezTo>
                          <a:pt x="1110026" y="484673"/>
                          <a:pt x="1111977" y="489859"/>
                          <a:pt x="1109805" y="496908"/>
                        </a:cubicBezTo>
                        <a:cubicBezTo>
                          <a:pt x="1117075" y="494381"/>
                          <a:pt x="1123326" y="494115"/>
                          <a:pt x="1125764" y="498637"/>
                        </a:cubicBezTo>
                        <a:cubicBezTo>
                          <a:pt x="1126163" y="499346"/>
                          <a:pt x="1126252" y="500100"/>
                          <a:pt x="1126252" y="500854"/>
                        </a:cubicBezTo>
                        <a:cubicBezTo>
                          <a:pt x="1128512" y="501918"/>
                          <a:pt x="1128956" y="504400"/>
                          <a:pt x="1127049" y="507326"/>
                        </a:cubicBezTo>
                        <a:cubicBezTo>
                          <a:pt x="1124523" y="511227"/>
                          <a:pt x="1118848" y="514374"/>
                          <a:pt x="1114371" y="514374"/>
                        </a:cubicBezTo>
                        <a:cubicBezTo>
                          <a:pt x="1113395" y="514374"/>
                          <a:pt x="1112598" y="514197"/>
                          <a:pt x="1111888" y="513931"/>
                        </a:cubicBezTo>
                        <a:cubicBezTo>
                          <a:pt x="1106524" y="516724"/>
                          <a:pt x="1100495" y="519295"/>
                          <a:pt x="1095131" y="521290"/>
                        </a:cubicBezTo>
                        <a:cubicBezTo>
                          <a:pt x="1087373" y="532462"/>
                          <a:pt x="1082453" y="544963"/>
                          <a:pt x="1073586" y="555602"/>
                        </a:cubicBezTo>
                        <a:cubicBezTo>
                          <a:pt x="1065075" y="565843"/>
                          <a:pt x="1050845" y="570852"/>
                          <a:pt x="1038565" y="573556"/>
                        </a:cubicBezTo>
                        <a:cubicBezTo>
                          <a:pt x="1033068" y="574753"/>
                          <a:pt x="1027349" y="575684"/>
                          <a:pt x="1023448" y="574487"/>
                        </a:cubicBezTo>
                        <a:cubicBezTo>
                          <a:pt x="1024202" y="575374"/>
                          <a:pt x="1024955" y="576305"/>
                          <a:pt x="1025620" y="577413"/>
                        </a:cubicBezTo>
                        <a:cubicBezTo>
                          <a:pt x="1031693" y="587787"/>
                          <a:pt x="1030807" y="600554"/>
                          <a:pt x="1035595" y="611371"/>
                        </a:cubicBezTo>
                        <a:cubicBezTo>
                          <a:pt x="1042555" y="627108"/>
                          <a:pt x="1044239" y="639122"/>
                          <a:pt x="1041313" y="655568"/>
                        </a:cubicBezTo>
                        <a:cubicBezTo>
                          <a:pt x="1040826" y="658317"/>
                          <a:pt x="1040072" y="661376"/>
                          <a:pt x="1037323" y="662927"/>
                        </a:cubicBezTo>
                        <a:cubicBezTo>
                          <a:pt x="1035240" y="664080"/>
                          <a:pt x="1032536" y="664080"/>
                          <a:pt x="1029965" y="664036"/>
                        </a:cubicBezTo>
                        <a:cubicBezTo>
                          <a:pt x="1016532" y="663814"/>
                          <a:pt x="1002790" y="663548"/>
                          <a:pt x="989978" y="659691"/>
                        </a:cubicBezTo>
                        <a:cubicBezTo>
                          <a:pt x="977211" y="655835"/>
                          <a:pt x="965330" y="647678"/>
                          <a:pt x="961872" y="636772"/>
                        </a:cubicBezTo>
                        <a:cubicBezTo>
                          <a:pt x="960276" y="631586"/>
                          <a:pt x="960631" y="626177"/>
                          <a:pt x="960986" y="620857"/>
                        </a:cubicBezTo>
                        <a:close/>
                        <a:moveTo>
                          <a:pt x="1029566" y="681990"/>
                        </a:moveTo>
                        <a:cubicBezTo>
                          <a:pt x="1046988" y="678532"/>
                          <a:pt x="1064321" y="672326"/>
                          <a:pt x="1075315" y="660755"/>
                        </a:cubicBezTo>
                        <a:cubicBezTo>
                          <a:pt x="1084181" y="651402"/>
                          <a:pt x="1088127" y="639166"/>
                          <a:pt x="1088260" y="627064"/>
                        </a:cubicBezTo>
                        <a:cubicBezTo>
                          <a:pt x="1088304" y="622631"/>
                          <a:pt x="1080812" y="599535"/>
                          <a:pt x="1082763" y="597451"/>
                        </a:cubicBezTo>
                        <a:cubicBezTo>
                          <a:pt x="1085866" y="594126"/>
                          <a:pt x="1095042" y="606849"/>
                          <a:pt x="1099520" y="608977"/>
                        </a:cubicBezTo>
                        <a:cubicBezTo>
                          <a:pt x="1109627" y="613765"/>
                          <a:pt x="1123547" y="612080"/>
                          <a:pt x="1131571" y="619128"/>
                        </a:cubicBezTo>
                        <a:cubicBezTo>
                          <a:pt x="1121464" y="614030"/>
                          <a:pt x="1108696" y="618331"/>
                          <a:pt x="1099520" y="624005"/>
                        </a:cubicBezTo>
                        <a:cubicBezTo>
                          <a:pt x="1094865" y="626886"/>
                          <a:pt x="1090343" y="630433"/>
                          <a:pt x="1088792" y="635132"/>
                        </a:cubicBezTo>
                        <a:cubicBezTo>
                          <a:pt x="1087905" y="637836"/>
                          <a:pt x="1088082" y="640762"/>
                          <a:pt x="1087905" y="643599"/>
                        </a:cubicBezTo>
                        <a:cubicBezTo>
                          <a:pt x="1087285" y="655391"/>
                          <a:pt x="1080369" y="666695"/>
                          <a:pt x="1069419" y="673877"/>
                        </a:cubicBezTo>
                        <a:cubicBezTo>
                          <a:pt x="1058514" y="681103"/>
                          <a:pt x="1043663" y="684118"/>
                          <a:pt x="1029566" y="681990"/>
                        </a:cubicBezTo>
                        <a:close/>
                        <a:moveTo>
                          <a:pt x="1124700" y="573734"/>
                        </a:moveTo>
                        <a:cubicBezTo>
                          <a:pt x="1121774" y="573600"/>
                          <a:pt x="1118449" y="572581"/>
                          <a:pt x="1120267" y="569966"/>
                        </a:cubicBezTo>
                        <a:cubicBezTo>
                          <a:pt x="1121109" y="568769"/>
                          <a:pt x="1122749" y="567793"/>
                          <a:pt x="1124257" y="566906"/>
                        </a:cubicBezTo>
                        <a:cubicBezTo>
                          <a:pt x="1141767" y="556844"/>
                          <a:pt x="1159322" y="546736"/>
                          <a:pt x="1176833" y="536673"/>
                        </a:cubicBezTo>
                        <a:cubicBezTo>
                          <a:pt x="1184414" y="532329"/>
                          <a:pt x="1192260" y="527851"/>
                          <a:pt x="1200107" y="525635"/>
                        </a:cubicBezTo>
                        <a:cubicBezTo>
                          <a:pt x="1206357" y="523906"/>
                          <a:pt x="1212076" y="523728"/>
                          <a:pt x="1217573" y="523773"/>
                        </a:cubicBezTo>
                        <a:cubicBezTo>
                          <a:pt x="1222893" y="523773"/>
                          <a:pt x="1228124" y="523906"/>
                          <a:pt x="1233222" y="524172"/>
                        </a:cubicBezTo>
                        <a:lnTo>
                          <a:pt x="1225774" y="536895"/>
                        </a:lnTo>
                        <a:cubicBezTo>
                          <a:pt x="1218194" y="552366"/>
                          <a:pt x="1196427" y="569389"/>
                          <a:pt x="1176434" y="573512"/>
                        </a:cubicBezTo>
                        <a:cubicBezTo>
                          <a:pt x="1169518" y="574931"/>
                          <a:pt x="1163268" y="574886"/>
                          <a:pt x="1157150" y="574753"/>
                        </a:cubicBezTo>
                        <a:cubicBezTo>
                          <a:pt x="1146245" y="574621"/>
                          <a:pt x="1135428" y="574221"/>
                          <a:pt x="1124700" y="573734"/>
                        </a:cubicBezTo>
                        <a:close/>
                        <a:moveTo>
                          <a:pt x="1210347" y="494204"/>
                        </a:moveTo>
                        <a:cubicBezTo>
                          <a:pt x="1207998" y="497839"/>
                          <a:pt x="1206756" y="501740"/>
                          <a:pt x="1202722" y="504976"/>
                        </a:cubicBezTo>
                        <a:cubicBezTo>
                          <a:pt x="1198068" y="508744"/>
                          <a:pt x="1191507" y="509941"/>
                          <a:pt x="1187561" y="508833"/>
                        </a:cubicBezTo>
                        <a:cubicBezTo>
                          <a:pt x="1183616" y="507725"/>
                          <a:pt x="1181665" y="504843"/>
                          <a:pt x="1179848" y="502050"/>
                        </a:cubicBezTo>
                        <a:cubicBezTo>
                          <a:pt x="1172932" y="491544"/>
                          <a:pt x="1166061" y="481037"/>
                          <a:pt x="1159145" y="470531"/>
                        </a:cubicBezTo>
                        <a:cubicBezTo>
                          <a:pt x="1157771" y="468448"/>
                          <a:pt x="1156397" y="466187"/>
                          <a:pt x="1157638" y="463084"/>
                        </a:cubicBezTo>
                        <a:cubicBezTo>
                          <a:pt x="1159367" y="458872"/>
                          <a:pt x="1165617" y="454616"/>
                          <a:pt x="1171292" y="452710"/>
                        </a:cubicBezTo>
                        <a:cubicBezTo>
                          <a:pt x="1176966" y="450804"/>
                          <a:pt x="1182197" y="450671"/>
                          <a:pt x="1187207" y="450582"/>
                        </a:cubicBezTo>
                        <a:cubicBezTo>
                          <a:pt x="1199885" y="450361"/>
                          <a:pt x="1212608" y="450139"/>
                          <a:pt x="1225287" y="449918"/>
                        </a:cubicBezTo>
                        <a:cubicBezTo>
                          <a:pt x="1236636" y="449740"/>
                          <a:pt x="1248428" y="449474"/>
                          <a:pt x="1261239" y="445440"/>
                        </a:cubicBezTo>
                        <a:lnTo>
                          <a:pt x="1253747" y="458207"/>
                        </a:lnTo>
                        <a:cubicBezTo>
                          <a:pt x="1253215" y="458606"/>
                          <a:pt x="1252639" y="459049"/>
                          <a:pt x="1252107" y="459448"/>
                        </a:cubicBezTo>
                        <a:cubicBezTo>
                          <a:pt x="1252284" y="459581"/>
                          <a:pt x="1252462" y="459714"/>
                          <a:pt x="1252595" y="459848"/>
                        </a:cubicBezTo>
                        <a:cubicBezTo>
                          <a:pt x="1254324" y="461887"/>
                          <a:pt x="1253171" y="466542"/>
                          <a:pt x="1250156" y="469645"/>
                        </a:cubicBezTo>
                        <a:cubicBezTo>
                          <a:pt x="1246654" y="473279"/>
                          <a:pt x="1240891" y="475585"/>
                          <a:pt x="1236237" y="477358"/>
                        </a:cubicBezTo>
                        <a:cubicBezTo>
                          <a:pt x="1231094" y="479309"/>
                          <a:pt x="1225952" y="481259"/>
                          <a:pt x="1220809" y="483210"/>
                        </a:cubicBezTo>
                        <a:cubicBezTo>
                          <a:pt x="1216598" y="486756"/>
                          <a:pt x="1212830" y="490347"/>
                          <a:pt x="1210347" y="494204"/>
                        </a:cubicBezTo>
                        <a:close/>
                        <a:moveTo>
                          <a:pt x="1599041" y="320604"/>
                        </a:moveTo>
                        <a:cubicBezTo>
                          <a:pt x="1593633" y="309299"/>
                          <a:pt x="1593101" y="296355"/>
                          <a:pt x="1594475" y="283809"/>
                        </a:cubicBezTo>
                        <a:cubicBezTo>
                          <a:pt x="1591771" y="281903"/>
                          <a:pt x="1589200" y="279376"/>
                          <a:pt x="1588623" y="276140"/>
                        </a:cubicBezTo>
                        <a:cubicBezTo>
                          <a:pt x="1588136" y="273436"/>
                          <a:pt x="1589155" y="270687"/>
                          <a:pt x="1590352" y="268204"/>
                        </a:cubicBezTo>
                        <a:cubicBezTo>
                          <a:pt x="1592968" y="262752"/>
                          <a:pt x="1596603" y="257742"/>
                          <a:pt x="1601435" y="254152"/>
                        </a:cubicBezTo>
                        <a:cubicBezTo>
                          <a:pt x="1601524" y="254063"/>
                          <a:pt x="1601657" y="253974"/>
                          <a:pt x="1601790" y="253930"/>
                        </a:cubicBezTo>
                        <a:cubicBezTo>
                          <a:pt x="1603873" y="249142"/>
                          <a:pt x="1606400" y="244665"/>
                          <a:pt x="1609636" y="240542"/>
                        </a:cubicBezTo>
                        <a:cubicBezTo>
                          <a:pt x="1618148" y="229814"/>
                          <a:pt x="1631890" y="222499"/>
                          <a:pt x="1645411" y="224627"/>
                        </a:cubicBezTo>
                        <a:lnTo>
                          <a:pt x="1646209" y="237395"/>
                        </a:lnTo>
                        <a:cubicBezTo>
                          <a:pt x="1646475" y="237085"/>
                          <a:pt x="1646963" y="236863"/>
                          <a:pt x="1647318" y="237129"/>
                        </a:cubicBezTo>
                        <a:cubicBezTo>
                          <a:pt x="1648071" y="237705"/>
                          <a:pt x="1647938" y="238857"/>
                          <a:pt x="1647717" y="239744"/>
                        </a:cubicBezTo>
                        <a:cubicBezTo>
                          <a:pt x="1647584" y="240321"/>
                          <a:pt x="1647451" y="240853"/>
                          <a:pt x="1647318" y="241429"/>
                        </a:cubicBezTo>
                        <a:cubicBezTo>
                          <a:pt x="1647672" y="242315"/>
                          <a:pt x="1647894" y="243247"/>
                          <a:pt x="1647938" y="244266"/>
                        </a:cubicBezTo>
                        <a:cubicBezTo>
                          <a:pt x="1647982" y="246571"/>
                          <a:pt x="1646919" y="248610"/>
                          <a:pt x="1645323" y="250029"/>
                        </a:cubicBezTo>
                        <a:cubicBezTo>
                          <a:pt x="1642973" y="260757"/>
                          <a:pt x="1641422" y="271618"/>
                          <a:pt x="1642840" y="282435"/>
                        </a:cubicBezTo>
                        <a:cubicBezTo>
                          <a:pt x="1645012" y="298483"/>
                          <a:pt x="1653701" y="314885"/>
                          <a:pt x="1647805" y="330002"/>
                        </a:cubicBezTo>
                        <a:cubicBezTo>
                          <a:pt x="1646564" y="333194"/>
                          <a:pt x="1644658" y="336164"/>
                          <a:pt x="1641954" y="338203"/>
                        </a:cubicBezTo>
                        <a:cubicBezTo>
                          <a:pt x="1639471" y="340065"/>
                          <a:pt x="1636368" y="341085"/>
                          <a:pt x="1633309" y="341528"/>
                        </a:cubicBezTo>
                        <a:cubicBezTo>
                          <a:pt x="1628566" y="342193"/>
                          <a:pt x="1623822" y="341484"/>
                          <a:pt x="1619433" y="339799"/>
                        </a:cubicBezTo>
                        <a:lnTo>
                          <a:pt x="1617572" y="343656"/>
                        </a:lnTo>
                        <a:cubicBezTo>
                          <a:pt x="1618103" y="342947"/>
                          <a:pt x="1619611" y="342769"/>
                          <a:pt x="1619522" y="343390"/>
                        </a:cubicBezTo>
                        <a:cubicBezTo>
                          <a:pt x="1609237" y="354827"/>
                          <a:pt x="1598908" y="366265"/>
                          <a:pt x="1588623" y="377702"/>
                        </a:cubicBezTo>
                        <a:cubicBezTo>
                          <a:pt x="1581220" y="385948"/>
                          <a:pt x="1572797" y="394903"/>
                          <a:pt x="1561714" y="399912"/>
                        </a:cubicBezTo>
                        <a:cubicBezTo>
                          <a:pt x="1556794" y="402129"/>
                          <a:pt x="1551829" y="403326"/>
                          <a:pt x="1547085" y="404123"/>
                        </a:cubicBezTo>
                        <a:cubicBezTo>
                          <a:pt x="1527934" y="407315"/>
                          <a:pt x="1511576" y="403813"/>
                          <a:pt x="1503286" y="394814"/>
                        </a:cubicBezTo>
                        <a:cubicBezTo>
                          <a:pt x="1502267" y="393706"/>
                          <a:pt x="1501336" y="392464"/>
                          <a:pt x="1501602" y="390780"/>
                        </a:cubicBezTo>
                        <a:cubicBezTo>
                          <a:pt x="1501956" y="388342"/>
                          <a:pt x="1504528" y="385549"/>
                          <a:pt x="1507010" y="382977"/>
                        </a:cubicBezTo>
                        <a:cubicBezTo>
                          <a:pt x="1515655" y="374067"/>
                          <a:pt x="1524831" y="365334"/>
                          <a:pt x="1534451" y="356822"/>
                        </a:cubicBezTo>
                        <a:cubicBezTo>
                          <a:pt x="1539061" y="352744"/>
                          <a:pt x="1543893" y="348621"/>
                          <a:pt x="1549612" y="345607"/>
                        </a:cubicBezTo>
                        <a:cubicBezTo>
                          <a:pt x="1556528" y="341971"/>
                          <a:pt x="1563754" y="340508"/>
                          <a:pt x="1570581" y="339311"/>
                        </a:cubicBezTo>
                        <a:cubicBezTo>
                          <a:pt x="1583791" y="337006"/>
                          <a:pt x="1596825" y="335189"/>
                          <a:pt x="1609592" y="333948"/>
                        </a:cubicBezTo>
                        <a:cubicBezTo>
                          <a:pt x="1605159" y="330401"/>
                          <a:pt x="1601524" y="325746"/>
                          <a:pt x="1599041" y="320604"/>
                        </a:cubicBezTo>
                        <a:close/>
                        <a:moveTo>
                          <a:pt x="1690629" y="335543"/>
                        </a:moveTo>
                        <a:cubicBezTo>
                          <a:pt x="1692934" y="333504"/>
                          <a:pt x="1695417" y="331376"/>
                          <a:pt x="1698343" y="330224"/>
                        </a:cubicBezTo>
                        <a:cubicBezTo>
                          <a:pt x="1700603" y="329293"/>
                          <a:pt x="1702776" y="329159"/>
                          <a:pt x="1704815" y="329071"/>
                        </a:cubicBezTo>
                        <a:cubicBezTo>
                          <a:pt x="1713991" y="328672"/>
                          <a:pt x="1722503" y="329381"/>
                          <a:pt x="1730039" y="331155"/>
                        </a:cubicBezTo>
                        <a:lnTo>
                          <a:pt x="1728886" y="334081"/>
                        </a:lnTo>
                        <a:cubicBezTo>
                          <a:pt x="1729108" y="334125"/>
                          <a:pt x="1729330" y="334169"/>
                          <a:pt x="1729552" y="334213"/>
                        </a:cubicBezTo>
                        <a:cubicBezTo>
                          <a:pt x="1734783" y="334036"/>
                          <a:pt x="1739969" y="332085"/>
                          <a:pt x="1744269" y="329027"/>
                        </a:cubicBezTo>
                        <a:cubicBezTo>
                          <a:pt x="1750210" y="324726"/>
                          <a:pt x="1754466" y="318520"/>
                          <a:pt x="1757657" y="311915"/>
                        </a:cubicBezTo>
                        <a:cubicBezTo>
                          <a:pt x="1761026" y="304911"/>
                          <a:pt x="1762534" y="298084"/>
                          <a:pt x="1761026" y="290414"/>
                        </a:cubicBezTo>
                        <a:cubicBezTo>
                          <a:pt x="1767056" y="289395"/>
                          <a:pt x="1761780" y="308324"/>
                          <a:pt x="1760539" y="311605"/>
                        </a:cubicBezTo>
                        <a:cubicBezTo>
                          <a:pt x="1757391" y="319894"/>
                          <a:pt x="1752027" y="327342"/>
                          <a:pt x="1745023" y="332839"/>
                        </a:cubicBezTo>
                        <a:cubicBezTo>
                          <a:pt x="1744225" y="333460"/>
                          <a:pt x="1743383" y="334125"/>
                          <a:pt x="1742895" y="335011"/>
                        </a:cubicBezTo>
                        <a:cubicBezTo>
                          <a:pt x="1741787" y="337228"/>
                          <a:pt x="1743471" y="339888"/>
                          <a:pt x="1745378" y="341484"/>
                        </a:cubicBezTo>
                        <a:cubicBezTo>
                          <a:pt x="1747284" y="343079"/>
                          <a:pt x="1749633" y="344587"/>
                          <a:pt x="1750210" y="347025"/>
                        </a:cubicBezTo>
                        <a:cubicBezTo>
                          <a:pt x="1745245" y="340331"/>
                          <a:pt x="1737664" y="335765"/>
                          <a:pt x="1729552" y="334169"/>
                        </a:cubicBezTo>
                        <a:cubicBezTo>
                          <a:pt x="1729330" y="334169"/>
                          <a:pt x="1729064" y="334213"/>
                          <a:pt x="1728842" y="334213"/>
                        </a:cubicBezTo>
                        <a:lnTo>
                          <a:pt x="1722991" y="349242"/>
                        </a:lnTo>
                        <a:cubicBezTo>
                          <a:pt x="1720286" y="359659"/>
                          <a:pt x="1706544" y="372205"/>
                          <a:pt x="1692047" y="377569"/>
                        </a:cubicBezTo>
                        <a:cubicBezTo>
                          <a:pt x="1686063" y="379786"/>
                          <a:pt x="1680211" y="380805"/>
                          <a:pt x="1674226" y="383066"/>
                        </a:cubicBezTo>
                        <a:cubicBezTo>
                          <a:pt x="1655829" y="389982"/>
                          <a:pt x="1641067" y="406340"/>
                          <a:pt x="1622803" y="414408"/>
                        </a:cubicBezTo>
                        <a:cubicBezTo>
                          <a:pt x="1619877" y="415694"/>
                          <a:pt x="1616774" y="416757"/>
                          <a:pt x="1614291" y="416669"/>
                        </a:cubicBezTo>
                        <a:cubicBezTo>
                          <a:pt x="1610434" y="416492"/>
                          <a:pt x="1609237" y="413433"/>
                          <a:pt x="1610434" y="410108"/>
                        </a:cubicBezTo>
                        <a:cubicBezTo>
                          <a:pt x="1611631" y="406783"/>
                          <a:pt x="1614734" y="403237"/>
                          <a:pt x="1618015" y="399956"/>
                        </a:cubicBezTo>
                        <a:cubicBezTo>
                          <a:pt x="1622936" y="394947"/>
                          <a:pt x="1628388" y="390159"/>
                          <a:pt x="1633841" y="385371"/>
                        </a:cubicBezTo>
                        <a:cubicBezTo>
                          <a:pt x="1652770" y="368792"/>
                          <a:pt x="1671700" y="352168"/>
                          <a:pt x="1690629" y="335543"/>
                        </a:cubicBezTo>
                        <a:close/>
                        <a:moveTo>
                          <a:pt x="1654765" y="257875"/>
                        </a:moveTo>
                        <a:cubicBezTo>
                          <a:pt x="1654721" y="255748"/>
                          <a:pt x="1656450" y="253974"/>
                          <a:pt x="1658578" y="253974"/>
                        </a:cubicBezTo>
                        <a:cubicBezTo>
                          <a:pt x="1660706" y="253930"/>
                          <a:pt x="1662479" y="255659"/>
                          <a:pt x="1662479" y="257787"/>
                        </a:cubicBezTo>
                        <a:cubicBezTo>
                          <a:pt x="1662479" y="259915"/>
                          <a:pt x="1660794" y="261688"/>
                          <a:pt x="1658666" y="261688"/>
                        </a:cubicBezTo>
                        <a:cubicBezTo>
                          <a:pt x="1656538" y="261732"/>
                          <a:pt x="1654765" y="260003"/>
                          <a:pt x="1654765" y="257875"/>
                        </a:cubicBezTo>
                        <a:close/>
                        <a:moveTo>
                          <a:pt x="1706677" y="310186"/>
                        </a:moveTo>
                        <a:cubicBezTo>
                          <a:pt x="1708184" y="302605"/>
                          <a:pt x="1715587" y="285715"/>
                          <a:pt x="1725030" y="286203"/>
                        </a:cubicBezTo>
                        <a:cubicBezTo>
                          <a:pt x="1732256" y="286557"/>
                          <a:pt x="1733719" y="293917"/>
                          <a:pt x="1733497" y="299901"/>
                        </a:cubicBezTo>
                        <a:cubicBezTo>
                          <a:pt x="1733231" y="307349"/>
                          <a:pt x="1729596" y="317589"/>
                          <a:pt x="1723168" y="321934"/>
                        </a:cubicBezTo>
                        <a:cubicBezTo>
                          <a:pt x="1713637" y="328362"/>
                          <a:pt x="1704460" y="321047"/>
                          <a:pt x="1706677" y="310186"/>
                        </a:cubicBezTo>
                        <a:close/>
                        <a:moveTo>
                          <a:pt x="1803052" y="271795"/>
                        </a:moveTo>
                        <a:cubicBezTo>
                          <a:pt x="1803762" y="269933"/>
                          <a:pt x="1804781" y="268161"/>
                          <a:pt x="1805934" y="266564"/>
                        </a:cubicBezTo>
                        <a:cubicBezTo>
                          <a:pt x="1808993" y="262353"/>
                          <a:pt x="1813027" y="258984"/>
                          <a:pt x="1817593" y="256546"/>
                        </a:cubicBezTo>
                        <a:cubicBezTo>
                          <a:pt x="1822913" y="253753"/>
                          <a:pt x="1834084" y="249674"/>
                          <a:pt x="1839625" y="253886"/>
                        </a:cubicBezTo>
                        <a:cubicBezTo>
                          <a:pt x="1839847" y="254063"/>
                          <a:pt x="1840069" y="254285"/>
                          <a:pt x="1840290" y="254506"/>
                        </a:cubicBezTo>
                        <a:cubicBezTo>
                          <a:pt x="1849289" y="253088"/>
                          <a:pt x="1857978" y="254462"/>
                          <a:pt x="1864672" y="261422"/>
                        </a:cubicBezTo>
                        <a:cubicBezTo>
                          <a:pt x="1871987" y="269003"/>
                          <a:pt x="1869549" y="275785"/>
                          <a:pt x="1863165" y="282745"/>
                        </a:cubicBezTo>
                        <a:cubicBezTo>
                          <a:pt x="1861879" y="284164"/>
                          <a:pt x="1860638" y="285627"/>
                          <a:pt x="1859397" y="287089"/>
                        </a:cubicBezTo>
                        <a:cubicBezTo>
                          <a:pt x="1859397" y="287134"/>
                          <a:pt x="1859441" y="287178"/>
                          <a:pt x="1859441" y="287267"/>
                        </a:cubicBezTo>
                        <a:cubicBezTo>
                          <a:pt x="1859486" y="289262"/>
                          <a:pt x="1857934" y="290858"/>
                          <a:pt x="1855983" y="291124"/>
                        </a:cubicBezTo>
                        <a:cubicBezTo>
                          <a:pt x="1850442" y="297818"/>
                          <a:pt x="1845122" y="304734"/>
                          <a:pt x="1839005" y="310851"/>
                        </a:cubicBezTo>
                        <a:cubicBezTo>
                          <a:pt x="1825085" y="324726"/>
                          <a:pt x="1805801" y="331509"/>
                          <a:pt x="1787226" y="337849"/>
                        </a:cubicBezTo>
                        <a:cubicBezTo>
                          <a:pt x="1782882" y="339311"/>
                          <a:pt x="1778404" y="340819"/>
                          <a:pt x="1773838" y="340819"/>
                        </a:cubicBezTo>
                        <a:cubicBezTo>
                          <a:pt x="1769228" y="340775"/>
                          <a:pt x="1764396" y="338957"/>
                          <a:pt x="1761957" y="335056"/>
                        </a:cubicBezTo>
                        <a:cubicBezTo>
                          <a:pt x="1759032" y="330445"/>
                          <a:pt x="1760184" y="324372"/>
                          <a:pt x="1762090" y="319229"/>
                        </a:cubicBezTo>
                        <a:cubicBezTo>
                          <a:pt x="1769361" y="299192"/>
                          <a:pt x="1785542" y="283809"/>
                          <a:pt x="1803052" y="271795"/>
                        </a:cubicBezTo>
                        <a:close/>
                        <a:moveTo>
                          <a:pt x="1790861" y="218643"/>
                        </a:moveTo>
                        <a:cubicBezTo>
                          <a:pt x="1790817" y="216515"/>
                          <a:pt x="1792546" y="214742"/>
                          <a:pt x="1794674" y="214742"/>
                        </a:cubicBezTo>
                        <a:cubicBezTo>
                          <a:pt x="1796802" y="214697"/>
                          <a:pt x="1798575" y="216426"/>
                          <a:pt x="1798575" y="218554"/>
                        </a:cubicBezTo>
                        <a:cubicBezTo>
                          <a:pt x="1798575" y="220682"/>
                          <a:pt x="1796890" y="222455"/>
                          <a:pt x="1794762" y="222455"/>
                        </a:cubicBezTo>
                        <a:cubicBezTo>
                          <a:pt x="1792679" y="222499"/>
                          <a:pt x="1790906" y="220815"/>
                          <a:pt x="1790861" y="218643"/>
                        </a:cubicBezTo>
                        <a:close/>
                        <a:moveTo>
                          <a:pt x="2010876" y="347513"/>
                        </a:moveTo>
                        <a:cubicBezTo>
                          <a:pt x="2024219" y="342858"/>
                          <a:pt x="2037430" y="342592"/>
                          <a:pt x="2035568" y="352921"/>
                        </a:cubicBezTo>
                        <a:cubicBezTo>
                          <a:pt x="2041730" y="351680"/>
                          <a:pt x="2047848" y="351237"/>
                          <a:pt x="2049887" y="353675"/>
                        </a:cubicBezTo>
                        <a:cubicBezTo>
                          <a:pt x="2051616" y="355714"/>
                          <a:pt x="2050463" y="360369"/>
                          <a:pt x="2047449" y="363472"/>
                        </a:cubicBezTo>
                        <a:cubicBezTo>
                          <a:pt x="2043947" y="367107"/>
                          <a:pt x="2038184" y="369412"/>
                          <a:pt x="2033529" y="371186"/>
                        </a:cubicBezTo>
                        <a:cubicBezTo>
                          <a:pt x="2031578" y="371939"/>
                          <a:pt x="2029583" y="372693"/>
                          <a:pt x="2027633" y="373447"/>
                        </a:cubicBezTo>
                        <a:cubicBezTo>
                          <a:pt x="2025461" y="374865"/>
                          <a:pt x="2022978" y="375840"/>
                          <a:pt x="2020673" y="376106"/>
                        </a:cubicBezTo>
                        <a:cubicBezTo>
                          <a:pt x="2020540" y="376151"/>
                          <a:pt x="2020407" y="376195"/>
                          <a:pt x="2020274" y="376283"/>
                        </a:cubicBezTo>
                        <a:cubicBezTo>
                          <a:pt x="2017525" y="379254"/>
                          <a:pt x="2014688" y="382091"/>
                          <a:pt x="2012073" y="384706"/>
                        </a:cubicBezTo>
                        <a:cubicBezTo>
                          <a:pt x="1995670" y="400976"/>
                          <a:pt x="1978381" y="416979"/>
                          <a:pt x="1961536" y="433072"/>
                        </a:cubicBezTo>
                        <a:cubicBezTo>
                          <a:pt x="1957989" y="436485"/>
                          <a:pt x="1954310" y="439987"/>
                          <a:pt x="1949832" y="442736"/>
                        </a:cubicBezTo>
                        <a:cubicBezTo>
                          <a:pt x="1945355" y="445484"/>
                          <a:pt x="1939858" y="447346"/>
                          <a:pt x="1936444" y="446415"/>
                        </a:cubicBezTo>
                        <a:cubicBezTo>
                          <a:pt x="1933784" y="445706"/>
                          <a:pt x="1932853" y="443489"/>
                          <a:pt x="1932632" y="441095"/>
                        </a:cubicBezTo>
                        <a:cubicBezTo>
                          <a:pt x="1932011" y="434002"/>
                          <a:pt x="1936888" y="425225"/>
                          <a:pt x="1942163" y="416802"/>
                        </a:cubicBezTo>
                        <a:cubicBezTo>
                          <a:pt x="1949699" y="404833"/>
                          <a:pt x="1958388" y="392864"/>
                          <a:pt x="1968096" y="381071"/>
                        </a:cubicBezTo>
                        <a:cubicBezTo>
                          <a:pt x="1978647" y="368260"/>
                          <a:pt x="1992390" y="353985"/>
                          <a:pt x="2010876" y="347513"/>
                        </a:cubicBezTo>
                        <a:close/>
                        <a:moveTo>
                          <a:pt x="1986671" y="306329"/>
                        </a:moveTo>
                        <a:cubicBezTo>
                          <a:pt x="1986627" y="304202"/>
                          <a:pt x="1988356" y="302428"/>
                          <a:pt x="1990484" y="302428"/>
                        </a:cubicBezTo>
                        <a:cubicBezTo>
                          <a:pt x="1992611" y="302384"/>
                          <a:pt x="1994385" y="304113"/>
                          <a:pt x="1994385" y="306241"/>
                        </a:cubicBezTo>
                        <a:cubicBezTo>
                          <a:pt x="1994385" y="308369"/>
                          <a:pt x="1992700" y="310142"/>
                          <a:pt x="1990572" y="310142"/>
                        </a:cubicBezTo>
                        <a:cubicBezTo>
                          <a:pt x="1988444" y="310142"/>
                          <a:pt x="1986715" y="308457"/>
                          <a:pt x="1986671" y="306329"/>
                        </a:cubicBezTo>
                        <a:close/>
                        <a:moveTo>
                          <a:pt x="2029184" y="292276"/>
                        </a:moveTo>
                        <a:cubicBezTo>
                          <a:pt x="2028697" y="289572"/>
                          <a:pt x="2029716" y="286824"/>
                          <a:pt x="2030913" y="284341"/>
                        </a:cubicBezTo>
                        <a:cubicBezTo>
                          <a:pt x="2033529" y="278888"/>
                          <a:pt x="2037164" y="273879"/>
                          <a:pt x="2041996" y="270288"/>
                        </a:cubicBezTo>
                        <a:cubicBezTo>
                          <a:pt x="2046784" y="266697"/>
                          <a:pt x="2054763" y="263062"/>
                          <a:pt x="2060526" y="266298"/>
                        </a:cubicBezTo>
                        <a:cubicBezTo>
                          <a:pt x="2062610" y="267451"/>
                          <a:pt x="2065004" y="269091"/>
                          <a:pt x="2067043" y="271086"/>
                        </a:cubicBezTo>
                        <a:cubicBezTo>
                          <a:pt x="2069348" y="270200"/>
                          <a:pt x="2071609" y="269224"/>
                          <a:pt x="2073693" y="267983"/>
                        </a:cubicBezTo>
                        <a:lnTo>
                          <a:pt x="2078791" y="278135"/>
                        </a:lnTo>
                        <a:cubicBezTo>
                          <a:pt x="2071698" y="285228"/>
                          <a:pt x="2071787" y="296532"/>
                          <a:pt x="2068373" y="305930"/>
                        </a:cubicBezTo>
                        <a:cubicBezTo>
                          <a:pt x="2064782" y="315772"/>
                          <a:pt x="2057202" y="323574"/>
                          <a:pt x="2049399" y="330534"/>
                        </a:cubicBezTo>
                        <a:cubicBezTo>
                          <a:pt x="2045676" y="333859"/>
                          <a:pt x="2041730" y="337095"/>
                          <a:pt x="2037075" y="338868"/>
                        </a:cubicBezTo>
                        <a:cubicBezTo>
                          <a:pt x="2032421" y="340642"/>
                          <a:pt x="2026835" y="340775"/>
                          <a:pt x="2022668" y="338026"/>
                        </a:cubicBezTo>
                        <a:cubicBezTo>
                          <a:pt x="2016949" y="334302"/>
                          <a:pt x="2015486" y="326278"/>
                          <a:pt x="2017126" y="319673"/>
                        </a:cubicBezTo>
                        <a:cubicBezTo>
                          <a:pt x="2018767" y="313068"/>
                          <a:pt x="2022889" y="307393"/>
                          <a:pt x="2026480" y="301586"/>
                        </a:cubicBezTo>
                        <a:cubicBezTo>
                          <a:pt x="2027810" y="299458"/>
                          <a:pt x="2029052" y="297330"/>
                          <a:pt x="2030381" y="295158"/>
                        </a:cubicBezTo>
                        <a:cubicBezTo>
                          <a:pt x="2029805" y="294271"/>
                          <a:pt x="2029362" y="293340"/>
                          <a:pt x="2029184" y="292276"/>
                        </a:cubicBezTo>
                        <a:close/>
                        <a:moveTo>
                          <a:pt x="2191702" y="343656"/>
                        </a:moveTo>
                        <a:cubicBezTo>
                          <a:pt x="2193652" y="341174"/>
                          <a:pt x="2200878" y="351059"/>
                          <a:pt x="2202829" y="348576"/>
                        </a:cubicBezTo>
                        <a:cubicBezTo>
                          <a:pt x="2202208" y="356423"/>
                          <a:pt x="2201455" y="364757"/>
                          <a:pt x="2195204" y="373535"/>
                        </a:cubicBezTo>
                        <a:cubicBezTo>
                          <a:pt x="2188953" y="382313"/>
                          <a:pt x="2175255" y="391356"/>
                          <a:pt x="2165369" y="391046"/>
                        </a:cubicBezTo>
                        <a:cubicBezTo>
                          <a:pt x="2162310" y="390957"/>
                          <a:pt x="2160050" y="389982"/>
                          <a:pt x="2158099" y="388696"/>
                        </a:cubicBezTo>
                        <a:cubicBezTo>
                          <a:pt x="2155528" y="389671"/>
                          <a:pt x="2152957" y="390647"/>
                          <a:pt x="2150385" y="391622"/>
                        </a:cubicBezTo>
                        <a:cubicBezTo>
                          <a:pt x="2148124" y="392464"/>
                          <a:pt x="2145775" y="393351"/>
                          <a:pt x="2143691" y="393572"/>
                        </a:cubicBezTo>
                        <a:cubicBezTo>
                          <a:pt x="2138771" y="394060"/>
                          <a:pt x="2137042" y="390292"/>
                          <a:pt x="2138992" y="386302"/>
                        </a:cubicBezTo>
                        <a:cubicBezTo>
                          <a:pt x="2139923" y="384396"/>
                          <a:pt x="2141519" y="382490"/>
                          <a:pt x="2143425" y="380673"/>
                        </a:cubicBezTo>
                        <a:cubicBezTo>
                          <a:pt x="2134382" y="378855"/>
                          <a:pt x="2122811" y="379387"/>
                          <a:pt x="2117625" y="374244"/>
                        </a:cubicBezTo>
                        <a:cubicBezTo>
                          <a:pt x="2117093" y="373712"/>
                          <a:pt x="2116650" y="373003"/>
                          <a:pt x="2117137" y="372072"/>
                        </a:cubicBezTo>
                        <a:cubicBezTo>
                          <a:pt x="2117580" y="371274"/>
                          <a:pt x="2118600" y="370521"/>
                          <a:pt x="2119531" y="369856"/>
                        </a:cubicBezTo>
                        <a:cubicBezTo>
                          <a:pt x="2124008" y="366664"/>
                          <a:pt x="2128530" y="363516"/>
                          <a:pt x="2133008" y="360324"/>
                        </a:cubicBezTo>
                        <a:cubicBezTo>
                          <a:pt x="2137618" y="357044"/>
                          <a:pt x="2142406" y="353719"/>
                          <a:pt x="2147548" y="351502"/>
                        </a:cubicBezTo>
                        <a:cubicBezTo>
                          <a:pt x="2152114" y="349552"/>
                          <a:pt x="2156680" y="348576"/>
                          <a:pt x="2161113" y="347690"/>
                        </a:cubicBezTo>
                        <a:cubicBezTo>
                          <a:pt x="2168517" y="346183"/>
                          <a:pt x="2175920" y="344631"/>
                          <a:pt x="2183368" y="343124"/>
                        </a:cubicBezTo>
                        <a:cubicBezTo>
                          <a:pt x="2186737" y="342415"/>
                          <a:pt x="2190682" y="341839"/>
                          <a:pt x="2191702" y="343656"/>
                        </a:cubicBezTo>
                        <a:close/>
                        <a:moveTo>
                          <a:pt x="2184653" y="280884"/>
                        </a:moveTo>
                        <a:cubicBezTo>
                          <a:pt x="2184609" y="278755"/>
                          <a:pt x="2186338" y="276982"/>
                          <a:pt x="2188466" y="276982"/>
                        </a:cubicBezTo>
                        <a:cubicBezTo>
                          <a:pt x="2190594" y="276938"/>
                          <a:pt x="2192367" y="278667"/>
                          <a:pt x="2192367" y="280795"/>
                        </a:cubicBezTo>
                        <a:cubicBezTo>
                          <a:pt x="2192367" y="282923"/>
                          <a:pt x="2190682" y="284696"/>
                          <a:pt x="2188554" y="284696"/>
                        </a:cubicBezTo>
                        <a:cubicBezTo>
                          <a:pt x="2186426" y="284740"/>
                          <a:pt x="2184653" y="283011"/>
                          <a:pt x="2184653" y="280884"/>
                        </a:cubicBezTo>
                        <a:close/>
                        <a:moveTo>
                          <a:pt x="2255051" y="154318"/>
                        </a:moveTo>
                        <a:cubicBezTo>
                          <a:pt x="2255317" y="154318"/>
                          <a:pt x="2255538" y="154318"/>
                          <a:pt x="2255804" y="154318"/>
                        </a:cubicBezTo>
                        <a:cubicBezTo>
                          <a:pt x="2255671" y="154363"/>
                          <a:pt x="2255538" y="154452"/>
                          <a:pt x="2255405" y="154496"/>
                        </a:cubicBezTo>
                        <a:lnTo>
                          <a:pt x="2271675" y="162520"/>
                        </a:lnTo>
                        <a:cubicBezTo>
                          <a:pt x="2271542" y="162963"/>
                          <a:pt x="2271409" y="163451"/>
                          <a:pt x="2271276" y="163894"/>
                        </a:cubicBezTo>
                        <a:cubicBezTo>
                          <a:pt x="2272428" y="165179"/>
                          <a:pt x="2273138" y="166864"/>
                          <a:pt x="2273182" y="168770"/>
                        </a:cubicBezTo>
                        <a:cubicBezTo>
                          <a:pt x="2273227" y="172006"/>
                          <a:pt x="2271187" y="174799"/>
                          <a:pt x="2268350" y="175908"/>
                        </a:cubicBezTo>
                        <a:cubicBezTo>
                          <a:pt x="2269192" y="176129"/>
                          <a:pt x="2270035" y="176395"/>
                          <a:pt x="2270788" y="176838"/>
                        </a:cubicBezTo>
                        <a:cubicBezTo>
                          <a:pt x="2276152" y="179809"/>
                          <a:pt x="2283644" y="185882"/>
                          <a:pt x="2280984" y="192842"/>
                        </a:cubicBezTo>
                        <a:cubicBezTo>
                          <a:pt x="2280142" y="194970"/>
                          <a:pt x="2278458" y="196610"/>
                          <a:pt x="2276995" y="198383"/>
                        </a:cubicBezTo>
                        <a:cubicBezTo>
                          <a:pt x="2272827" y="203481"/>
                          <a:pt x="2270345" y="210353"/>
                          <a:pt x="2264538" y="213411"/>
                        </a:cubicBezTo>
                        <a:cubicBezTo>
                          <a:pt x="2261833" y="214830"/>
                          <a:pt x="2258775" y="215140"/>
                          <a:pt x="2255760" y="214742"/>
                        </a:cubicBezTo>
                        <a:cubicBezTo>
                          <a:pt x="2253189" y="222633"/>
                          <a:pt x="2250086" y="230435"/>
                          <a:pt x="2244722" y="236685"/>
                        </a:cubicBezTo>
                        <a:cubicBezTo>
                          <a:pt x="2237983" y="244576"/>
                          <a:pt x="2226723" y="249541"/>
                          <a:pt x="2217059" y="245818"/>
                        </a:cubicBezTo>
                        <a:cubicBezTo>
                          <a:pt x="2211828" y="243779"/>
                          <a:pt x="2207750" y="239567"/>
                          <a:pt x="2204336" y="235089"/>
                        </a:cubicBezTo>
                        <a:cubicBezTo>
                          <a:pt x="2201410" y="231233"/>
                          <a:pt x="2198795" y="227066"/>
                          <a:pt x="2197465" y="222411"/>
                        </a:cubicBezTo>
                        <a:cubicBezTo>
                          <a:pt x="2193431" y="208136"/>
                          <a:pt x="2202297" y="193418"/>
                          <a:pt x="2212626" y="182823"/>
                        </a:cubicBezTo>
                        <a:cubicBezTo>
                          <a:pt x="2224684" y="170499"/>
                          <a:pt x="2239402" y="160879"/>
                          <a:pt x="2255405" y="154496"/>
                        </a:cubicBezTo>
                        <a:lnTo>
                          <a:pt x="2255051" y="154318"/>
                        </a:lnTo>
                        <a:close/>
                        <a:moveTo>
                          <a:pt x="2279920" y="182335"/>
                        </a:moveTo>
                        <a:cubicBezTo>
                          <a:pt x="2279876" y="180208"/>
                          <a:pt x="2281605" y="178434"/>
                          <a:pt x="2283733" y="178434"/>
                        </a:cubicBezTo>
                        <a:cubicBezTo>
                          <a:pt x="2285861" y="178434"/>
                          <a:pt x="2287634" y="180119"/>
                          <a:pt x="2287634" y="182247"/>
                        </a:cubicBezTo>
                        <a:cubicBezTo>
                          <a:pt x="2287634" y="184375"/>
                          <a:pt x="2285950" y="186148"/>
                          <a:pt x="2283821" y="186148"/>
                        </a:cubicBezTo>
                        <a:cubicBezTo>
                          <a:pt x="2281694" y="186192"/>
                          <a:pt x="2279965" y="184464"/>
                          <a:pt x="2279920" y="182335"/>
                        </a:cubicBezTo>
                        <a:close/>
                        <a:moveTo>
                          <a:pt x="2441064" y="232917"/>
                        </a:moveTo>
                        <a:cubicBezTo>
                          <a:pt x="2440088" y="224494"/>
                          <a:pt x="2437960" y="215894"/>
                          <a:pt x="2432729" y="209245"/>
                        </a:cubicBezTo>
                        <a:cubicBezTo>
                          <a:pt x="2429316" y="204945"/>
                          <a:pt x="2424617" y="202639"/>
                          <a:pt x="2420627" y="199270"/>
                        </a:cubicBezTo>
                        <a:cubicBezTo>
                          <a:pt x="2423730" y="194128"/>
                          <a:pt x="2433128" y="201974"/>
                          <a:pt x="2436187" y="204235"/>
                        </a:cubicBezTo>
                        <a:cubicBezTo>
                          <a:pt x="2439246" y="206496"/>
                          <a:pt x="2442127" y="209156"/>
                          <a:pt x="2443723" y="212614"/>
                        </a:cubicBezTo>
                        <a:cubicBezTo>
                          <a:pt x="2447846" y="221347"/>
                          <a:pt x="2442970" y="233139"/>
                          <a:pt x="2449132" y="240586"/>
                        </a:cubicBezTo>
                        <a:cubicBezTo>
                          <a:pt x="2451792" y="241340"/>
                          <a:pt x="2454274" y="239257"/>
                          <a:pt x="2456491" y="237616"/>
                        </a:cubicBezTo>
                        <a:cubicBezTo>
                          <a:pt x="2462697" y="232917"/>
                          <a:pt x="2470588" y="230567"/>
                          <a:pt x="2478346" y="231144"/>
                        </a:cubicBezTo>
                        <a:cubicBezTo>
                          <a:pt x="2472982" y="233183"/>
                          <a:pt x="2467618" y="235222"/>
                          <a:pt x="2462254" y="237261"/>
                        </a:cubicBezTo>
                        <a:cubicBezTo>
                          <a:pt x="2460170" y="238060"/>
                          <a:pt x="2457954" y="238902"/>
                          <a:pt x="2456535" y="240631"/>
                        </a:cubicBezTo>
                        <a:cubicBezTo>
                          <a:pt x="2455205" y="242227"/>
                          <a:pt x="2454718" y="244399"/>
                          <a:pt x="2454318" y="246438"/>
                        </a:cubicBezTo>
                        <a:cubicBezTo>
                          <a:pt x="2450639" y="264525"/>
                          <a:pt x="2448112" y="282834"/>
                          <a:pt x="2446694" y="301231"/>
                        </a:cubicBezTo>
                        <a:cubicBezTo>
                          <a:pt x="2442571" y="289882"/>
                          <a:pt x="2444654" y="277292"/>
                          <a:pt x="2446827" y="265412"/>
                        </a:cubicBezTo>
                        <a:cubicBezTo>
                          <a:pt x="2439512" y="283588"/>
                          <a:pt x="2428739" y="300389"/>
                          <a:pt x="2415263" y="314619"/>
                        </a:cubicBezTo>
                        <a:cubicBezTo>
                          <a:pt x="2434769" y="292675"/>
                          <a:pt x="2444433" y="262175"/>
                          <a:pt x="2441064" y="232917"/>
                        </a:cubicBezTo>
                        <a:close/>
                        <a:moveTo>
                          <a:pt x="2413711" y="252999"/>
                        </a:moveTo>
                        <a:cubicBezTo>
                          <a:pt x="2411583" y="253044"/>
                          <a:pt x="2409810" y="251315"/>
                          <a:pt x="2409810" y="249187"/>
                        </a:cubicBezTo>
                        <a:cubicBezTo>
                          <a:pt x="2409810" y="247059"/>
                          <a:pt x="2411495" y="245286"/>
                          <a:pt x="2413623" y="245286"/>
                        </a:cubicBezTo>
                        <a:cubicBezTo>
                          <a:pt x="2415750" y="245241"/>
                          <a:pt x="2417524" y="246970"/>
                          <a:pt x="2417524" y="249098"/>
                        </a:cubicBezTo>
                        <a:cubicBezTo>
                          <a:pt x="2417524" y="251226"/>
                          <a:pt x="2415839" y="252955"/>
                          <a:pt x="2413711" y="252999"/>
                        </a:cubicBezTo>
                        <a:close/>
                        <a:moveTo>
                          <a:pt x="2413135" y="344100"/>
                        </a:moveTo>
                        <a:cubicBezTo>
                          <a:pt x="2423996" y="336474"/>
                          <a:pt x="2455959" y="317368"/>
                          <a:pt x="2464825" y="321934"/>
                        </a:cubicBezTo>
                        <a:cubicBezTo>
                          <a:pt x="2462076" y="306374"/>
                          <a:pt x="2464692" y="290370"/>
                          <a:pt x="2469081" y="274943"/>
                        </a:cubicBezTo>
                        <a:cubicBezTo>
                          <a:pt x="2467662" y="275785"/>
                          <a:pt x="2466155" y="276583"/>
                          <a:pt x="2464515" y="276805"/>
                        </a:cubicBezTo>
                        <a:cubicBezTo>
                          <a:pt x="2460215" y="277337"/>
                          <a:pt x="2456269" y="273391"/>
                          <a:pt x="2455648" y="269091"/>
                        </a:cubicBezTo>
                        <a:cubicBezTo>
                          <a:pt x="2455028" y="264791"/>
                          <a:pt x="2456934" y="260491"/>
                          <a:pt x="2459461" y="256989"/>
                        </a:cubicBezTo>
                        <a:cubicBezTo>
                          <a:pt x="2462520" y="252777"/>
                          <a:pt x="2466554" y="249408"/>
                          <a:pt x="2471120" y="246970"/>
                        </a:cubicBezTo>
                        <a:cubicBezTo>
                          <a:pt x="2475863" y="244487"/>
                          <a:pt x="2485306" y="240986"/>
                          <a:pt x="2491202" y="243290"/>
                        </a:cubicBezTo>
                        <a:cubicBezTo>
                          <a:pt x="2493241" y="242714"/>
                          <a:pt x="2495369" y="242360"/>
                          <a:pt x="2497497" y="242271"/>
                        </a:cubicBezTo>
                        <a:cubicBezTo>
                          <a:pt x="2504944" y="241961"/>
                          <a:pt x="2512303" y="244355"/>
                          <a:pt x="2518776" y="248034"/>
                        </a:cubicBezTo>
                        <a:lnTo>
                          <a:pt x="2512747" y="265279"/>
                        </a:lnTo>
                        <a:cubicBezTo>
                          <a:pt x="2511771" y="290015"/>
                          <a:pt x="2500157" y="314132"/>
                          <a:pt x="2481449" y="330356"/>
                        </a:cubicBezTo>
                        <a:cubicBezTo>
                          <a:pt x="2478346" y="333061"/>
                          <a:pt x="2474046" y="335677"/>
                          <a:pt x="2470322" y="333903"/>
                        </a:cubicBezTo>
                        <a:cubicBezTo>
                          <a:pt x="2468504" y="333017"/>
                          <a:pt x="2467396" y="331332"/>
                          <a:pt x="2466598" y="329381"/>
                        </a:cubicBezTo>
                        <a:cubicBezTo>
                          <a:pt x="2464559" y="337582"/>
                          <a:pt x="2456225" y="346449"/>
                          <a:pt x="2450417" y="354783"/>
                        </a:cubicBezTo>
                        <a:cubicBezTo>
                          <a:pt x="2441950" y="366930"/>
                          <a:pt x="2437827" y="378988"/>
                          <a:pt x="2427986" y="391135"/>
                        </a:cubicBezTo>
                        <a:cubicBezTo>
                          <a:pt x="2418233" y="403148"/>
                          <a:pt x="2400013" y="415738"/>
                          <a:pt x="2386049" y="415694"/>
                        </a:cubicBezTo>
                        <a:cubicBezTo>
                          <a:pt x="2377182" y="415649"/>
                          <a:pt x="2372617" y="410507"/>
                          <a:pt x="2371464" y="404256"/>
                        </a:cubicBezTo>
                        <a:cubicBezTo>
                          <a:pt x="2368272" y="386967"/>
                          <a:pt x="2387911" y="361832"/>
                          <a:pt x="2413135" y="344100"/>
                        </a:cubicBezTo>
                        <a:close/>
                        <a:moveTo>
                          <a:pt x="2552866" y="411704"/>
                        </a:moveTo>
                        <a:cubicBezTo>
                          <a:pt x="2554595" y="413743"/>
                          <a:pt x="2553442" y="418398"/>
                          <a:pt x="2550428" y="421501"/>
                        </a:cubicBezTo>
                        <a:cubicBezTo>
                          <a:pt x="2546926" y="425136"/>
                          <a:pt x="2541163" y="427441"/>
                          <a:pt x="2536508" y="429215"/>
                        </a:cubicBezTo>
                        <a:cubicBezTo>
                          <a:pt x="2527553" y="432628"/>
                          <a:pt x="2518598" y="436042"/>
                          <a:pt x="2509643" y="439455"/>
                        </a:cubicBezTo>
                        <a:cubicBezTo>
                          <a:pt x="2503614" y="444110"/>
                          <a:pt x="2497364" y="448321"/>
                          <a:pt x="2491911" y="450538"/>
                        </a:cubicBezTo>
                        <a:cubicBezTo>
                          <a:pt x="2486857" y="452577"/>
                          <a:pt x="2482114" y="452754"/>
                          <a:pt x="2477637" y="452887"/>
                        </a:cubicBezTo>
                        <a:cubicBezTo>
                          <a:pt x="2472184" y="453065"/>
                          <a:pt x="2466775" y="453198"/>
                          <a:pt x="2461323" y="453375"/>
                        </a:cubicBezTo>
                        <a:cubicBezTo>
                          <a:pt x="2458220" y="453464"/>
                          <a:pt x="2454939" y="453508"/>
                          <a:pt x="2453033" y="452267"/>
                        </a:cubicBezTo>
                        <a:cubicBezTo>
                          <a:pt x="2450417" y="450494"/>
                          <a:pt x="2451171" y="446593"/>
                          <a:pt x="2453033" y="442868"/>
                        </a:cubicBezTo>
                        <a:cubicBezTo>
                          <a:pt x="2455959" y="436973"/>
                          <a:pt x="2461367" y="430855"/>
                          <a:pt x="2468150" y="425712"/>
                        </a:cubicBezTo>
                        <a:cubicBezTo>
                          <a:pt x="2476883" y="419107"/>
                          <a:pt x="2487301" y="414453"/>
                          <a:pt x="2496876" y="408645"/>
                        </a:cubicBezTo>
                        <a:cubicBezTo>
                          <a:pt x="2509289" y="401730"/>
                          <a:pt x="2519396" y="394238"/>
                          <a:pt x="2531986" y="394459"/>
                        </a:cubicBezTo>
                        <a:cubicBezTo>
                          <a:pt x="2539611" y="394592"/>
                          <a:pt x="2543778" y="397872"/>
                          <a:pt x="2542847" y="404123"/>
                        </a:cubicBezTo>
                        <a:cubicBezTo>
                          <a:pt x="2542537" y="406251"/>
                          <a:pt x="2541562" y="408423"/>
                          <a:pt x="2540276" y="410640"/>
                        </a:cubicBezTo>
                        <a:cubicBezTo>
                          <a:pt x="2545729" y="409665"/>
                          <a:pt x="2551004" y="409488"/>
                          <a:pt x="2552866" y="411704"/>
                        </a:cubicBezTo>
                        <a:close/>
                        <a:moveTo>
                          <a:pt x="2577337" y="395745"/>
                        </a:moveTo>
                        <a:cubicBezTo>
                          <a:pt x="2576761" y="394592"/>
                          <a:pt x="2575032" y="394238"/>
                          <a:pt x="2573436" y="393839"/>
                        </a:cubicBezTo>
                        <a:cubicBezTo>
                          <a:pt x="2567939" y="392553"/>
                          <a:pt x="2555836" y="390203"/>
                          <a:pt x="2556590" y="384706"/>
                        </a:cubicBezTo>
                        <a:cubicBezTo>
                          <a:pt x="2565101" y="390026"/>
                          <a:pt x="2577115" y="391711"/>
                          <a:pt x="2592321" y="388474"/>
                        </a:cubicBezTo>
                        <a:cubicBezTo>
                          <a:pt x="2611294" y="384441"/>
                          <a:pt x="2631332" y="374599"/>
                          <a:pt x="2650040" y="364004"/>
                        </a:cubicBezTo>
                        <a:cubicBezTo>
                          <a:pt x="2638336" y="371806"/>
                          <a:pt x="2625613" y="378412"/>
                          <a:pt x="2612846" y="383421"/>
                        </a:cubicBezTo>
                        <a:cubicBezTo>
                          <a:pt x="2601940" y="387677"/>
                          <a:pt x="2589705" y="391489"/>
                          <a:pt x="2581637" y="399336"/>
                        </a:cubicBezTo>
                        <a:cubicBezTo>
                          <a:pt x="2578268" y="402616"/>
                          <a:pt x="2576140" y="406207"/>
                          <a:pt x="2574145" y="409665"/>
                        </a:cubicBezTo>
                        <a:cubicBezTo>
                          <a:pt x="2570953" y="415117"/>
                          <a:pt x="2567806" y="420526"/>
                          <a:pt x="2564614" y="425979"/>
                        </a:cubicBezTo>
                        <a:cubicBezTo>
                          <a:pt x="2560004" y="433870"/>
                          <a:pt x="2555305" y="442780"/>
                          <a:pt x="2559339" y="447612"/>
                        </a:cubicBezTo>
                        <a:cubicBezTo>
                          <a:pt x="2563062" y="452090"/>
                          <a:pt x="2573524" y="451957"/>
                          <a:pt x="2574588" y="457897"/>
                        </a:cubicBezTo>
                        <a:cubicBezTo>
                          <a:pt x="2558585" y="452090"/>
                          <a:pt x="2534602" y="454129"/>
                          <a:pt x="2510619" y="463305"/>
                        </a:cubicBezTo>
                        <a:cubicBezTo>
                          <a:pt x="2522411" y="458828"/>
                          <a:pt x="2535178" y="453819"/>
                          <a:pt x="2544488" y="445573"/>
                        </a:cubicBezTo>
                        <a:cubicBezTo>
                          <a:pt x="2549630" y="441007"/>
                          <a:pt x="2553132" y="435953"/>
                          <a:pt x="2556501" y="431032"/>
                        </a:cubicBezTo>
                        <a:cubicBezTo>
                          <a:pt x="2563107" y="421235"/>
                          <a:pt x="2569446" y="411438"/>
                          <a:pt x="2575475" y="401641"/>
                        </a:cubicBezTo>
                        <a:cubicBezTo>
                          <a:pt x="2576761" y="399557"/>
                          <a:pt x="2578090" y="397252"/>
                          <a:pt x="2577337" y="395745"/>
                        </a:cubicBezTo>
                        <a:close/>
                        <a:moveTo>
                          <a:pt x="2658507" y="314353"/>
                        </a:moveTo>
                        <a:cubicBezTo>
                          <a:pt x="2662231" y="308058"/>
                          <a:pt x="2663073" y="301453"/>
                          <a:pt x="2665112" y="294803"/>
                        </a:cubicBezTo>
                        <a:cubicBezTo>
                          <a:pt x="2670077" y="295335"/>
                          <a:pt x="2669811" y="300655"/>
                          <a:pt x="2672427" y="303980"/>
                        </a:cubicBezTo>
                        <a:cubicBezTo>
                          <a:pt x="2675530" y="307970"/>
                          <a:pt x="2679653" y="309654"/>
                          <a:pt x="2684352" y="311206"/>
                        </a:cubicBezTo>
                        <a:cubicBezTo>
                          <a:pt x="2691799" y="313688"/>
                          <a:pt x="2699203" y="316171"/>
                          <a:pt x="2706650" y="318653"/>
                        </a:cubicBezTo>
                        <a:cubicBezTo>
                          <a:pt x="2695479" y="316171"/>
                          <a:pt x="2684352" y="313688"/>
                          <a:pt x="2673180" y="311206"/>
                        </a:cubicBezTo>
                        <a:cubicBezTo>
                          <a:pt x="2671319" y="310807"/>
                          <a:pt x="2669412" y="310363"/>
                          <a:pt x="2667550" y="310585"/>
                        </a:cubicBezTo>
                        <a:cubicBezTo>
                          <a:pt x="2661078" y="311294"/>
                          <a:pt x="2657842" y="318432"/>
                          <a:pt x="2654118" y="323751"/>
                        </a:cubicBezTo>
                        <a:cubicBezTo>
                          <a:pt x="2649995" y="329603"/>
                          <a:pt x="2643966" y="334125"/>
                          <a:pt x="2637139" y="336385"/>
                        </a:cubicBezTo>
                        <a:cubicBezTo>
                          <a:pt x="2645429" y="330224"/>
                          <a:pt x="2653231" y="323175"/>
                          <a:pt x="2658507" y="314353"/>
                        </a:cubicBezTo>
                        <a:close/>
                        <a:moveTo>
                          <a:pt x="2654650" y="220372"/>
                        </a:moveTo>
                        <a:cubicBezTo>
                          <a:pt x="2648532" y="217712"/>
                          <a:pt x="2642104" y="215672"/>
                          <a:pt x="2635455" y="215495"/>
                        </a:cubicBezTo>
                        <a:cubicBezTo>
                          <a:pt x="2630578" y="215362"/>
                          <a:pt x="2626012" y="216648"/>
                          <a:pt x="2621579" y="218244"/>
                        </a:cubicBezTo>
                        <a:cubicBezTo>
                          <a:pt x="2624150" y="212879"/>
                          <a:pt x="2633327" y="212658"/>
                          <a:pt x="2638647" y="212525"/>
                        </a:cubicBezTo>
                        <a:cubicBezTo>
                          <a:pt x="2643567" y="212392"/>
                          <a:pt x="2648532" y="212525"/>
                          <a:pt x="2653276" y="213899"/>
                        </a:cubicBezTo>
                        <a:cubicBezTo>
                          <a:pt x="2660502" y="215983"/>
                          <a:pt x="2666797" y="221081"/>
                          <a:pt x="2670299" y="227731"/>
                        </a:cubicBezTo>
                        <a:cubicBezTo>
                          <a:pt x="2673845" y="234336"/>
                          <a:pt x="2674555" y="242404"/>
                          <a:pt x="2672294" y="249586"/>
                        </a:cubicBezTo>
                        <a:cubicBezTo>
                          <a:pt x="2671939" y="242271"/>
                          <a:pt x="2671407" y="234424"/>
                          <a:pt x="2666841" y="228706"/>
                        </a:cubicBezTo>
                        <a:cubicBezTo>
                          <a:pt x="2663738" y="224760"/>
                          <a:pt x="2659216" y="222366"/>
                          <a:pt x="2654650" y="220372"/>
                        </a:cubicBezTo>
                        <a:close/>
                        <a:moveTo>
                          <a:pt x="2789372" y="394371"/>
                        </a:moveTo>
                        <a:cubicBezTo>
                          <a:pt x="2799036" y="384973"/>
                          <a:pt x="2803912" y="376018"/>
                          <a:pt x="2810606" y="366575"/>
                        </a:cubicBezTo>
                        <a:cubicBezTo>
                          <a:pt x="2815305" y="370387"/>
                          <a:pt x="2805686" y="383820"/>
                          <a:pt x="2801563" y="390203"/>
                        </a:cubicBezTo>
                        <a:cubicBezTo>
                          <a:pt x="2799834" y="392864"/>
                          <a:pt x="2797928" y="395568"/>
                          <a:pt x="2795401" y="398094"/>
                        </a:cubicBezTo>
                        <a:cubicBezTo>
                          <a:pt x="2792120" y="401375"/>
                          <a:pt x="2787909" y="404212"/>
                          <a:pt x="2783653" y="406827"/>
                        </a:cubicBezTo>
                        <a:cubicBezTo>
                          <a:pt x="2769645" y="415472"/>
                          <a:pt x="2754350" y="422254"/>
                          <a:pt x="2739500" y="426466"/>
                        </a:cubicBezTo>
                        <a:cubicBezTo>
                          <a:pt x="2757808" y="419107"/>
                          <a:pt x="2775807" y="407537"/>
                          <a:pt x="2789372" y="394371"/>
                        </a:cubicBezTo>
                        <a:close/>
                        <a:moveTo>
                          <a:pt x="2759714" y="332972"/>
                        </a:moveTo>
                        <a:cubicBezTo>
                          <a:pt x="2767960" y="331465"/>
                          <a:pt x="2776250" y="329116"/>
                          <a:pt x="2783653" y="325037"/>
                        </a:cubicBezTo>
                        <a:cubicBezTo>
                          <a:pt x="2790214" y="321402"/>
                          <a:pt x="2794470" y="315373"/>
                          <a:pt x="2800056" y="311339"/>
                        </a:cubicBezTo>
                        <a:cubicBezTo>
                          <a:pt x="2808213" y="327963"/>
                          <a:pt x="2767871" y="331465"/>
                          <a:pt x="2759714" y="332972"/>
                        </a:cubicBezTo>
                        <a:close/>
                        <a:moveTo>
                          <a:pt x="2975074" y="156535"/>
                        </a:moveTo>
                        <a:cubicBezTo>
                          <a:pt x="2977911" y="158663"/>
                          <a:pt x="2979729" y="163628"/>
                          <a:pt x="2978842" y="167041"/>
                        </a:cubicBezTo>
                        <a:cubicBezTo>
                          <a:pt x="2978798" y="167219"/>
                          <a:pt x="2978709" y="167351"/>
                          <a:pt x="2978665" y="167485"/>
                        </a:cubicBezTo>
                        <a:cubicBezTo>
                          <a:pt x="2978488" y="171209"/>
                          <a:pt x="2975650" y="174179"/>
                          <a:pt x="2971971" y="174577"/>
                        </a:cubicBezTo>
                        <a:cubicBezTo>
                          <a:pt x="2971528" y="174888"/>
                          <a:pt x="2971040" y="175154"/>
                          <a:pt x="2970597" y="175420"/>
                        </a:cubicBezTo>
                        <a:cubicBezTo>
                          <a:pt x="2964213" y="179232"/>
                          <a:pt x="2957785" y="183045"/>
                          <a:pt x="2951402" y="186902"/>
                        </a:cubicBezTo>
                        <a:cubicBezTo>
                          <a:pt x="2950072" y="187700"/>
                          <a:pt x="2948742" y="188453"/>
                          <a:pt x="2947234" y="188852"/>
                        </a:cubicBezTo>
                        <a:cubicBezTo>
                          <a:pt x="2945062" y="191069"/>
                          <a:pt x="2942580" y="193108"/>
                          <a:pt x="2940142" y="194970"/>
                        </a:cubicBezTo>
                        <a:cubicBezTo>
                          <a:pt x="2935974" y="198117"/>
                          <a:pt x="2930433" y="201220"/>
                          <a:pt x="2925778" y="198827"/>
                        </a:cubicBezTo>
                        <a:cubicBezTo>
                          <a:pt x="2923207" y="197497"/>
                          <a:pt x="2921655" y="194748"/>
                          <a:pt x="2920769" y="192000"/>
                        </a:cubicBezTo>
                        <a:cubicBezTo>
                          <a:pt x="2919262" y="187168"/>
                          <a:pt x="2919394" y="181937"/>
                          <a:pt x="2919616" y="176883"/>
                        </a:cubicBezTo>
                        <a:cubicBezTo>
                          <a:pt x="2919838" y="171474"/>
                          <a:pt x="2920193" y="165844"/>
                          <a:pt x="2923030" y="161278"/>
                        </a:cubicBezTo>
                        <a:cubicBezTo>
                          <a:pt x="2927640" y="153920"/>
                          <a:pt x="2958184" y="135478"/>
                          <a:pt x="2959825" y="153343"/>
                        </a:cubicBezTo>
                        <a:cubicBezTo>
                          <a:pt x="2959957" y="154717"/>
                          <a:pt x="2959647" y="155781"/>
                          <a:pt x="2959159" y="156668"/>
                        </a:cubicBezTo>
                        <a:cubicBezTo>
                          <a:pt x="2964612" y="154717"/>
                          <a:pt x="2971217" y="153609"/>
                          <a:pt x="2975074" y="156535"/>
                        </a:cubicBezTo>
                        <a:close/>
                        <a:moveTo>
                          <a:pt x="2997639" y="245551"/>
                        </a:moveTo>
                        <a:cubicBezTo>
                          <a:pt x="3000831" y="245906"/>
                          <a:pt x="3012933" y="246305"/>
                          <a:pt x="3016524" y="243202"/>
                        </a:cubicBezTo>
                        <a:cubicBezTo>
                          <a:pt x="3016790" y="242892"/>
                          <a:pt x="3017056" y="242581"/>
                          <a:pt x="3017322" y="242271"/>
                        </a:cubicBezTo>
                        <a:cubicBezTo>
                          <a:pt x="3017144" y="242626"/>
                          <a:pt x="3016878" y="242936"/>
                          <a:pt x="3016524" y="243202"/>
                        </a:cubicBezTo>
                        <a:cubicBezTo>
                          <a:pt x="3012977" y="247413"/>
                          <a:pt x="3007569" y="249984"/>
                          <a:pt x="3002072" y="250029"/>
                        </a:cubicBezTo>
                        <a:cubicBezTo>
                          <a:pt x="2999146" y="250029"/>
                          <a:pt x="2995910" y="249497"/>
                          <a:pt x="2993605" y="251315"/>
                        </a:cubicBezTo>
                        <a:cubicBezTo>
                          <a:pt x="2991521" y="252955"/>
                          <a:pt x="2991166" y="255925"/>
                          <a:pt x="2990989" y="258585"/>
                        </a:cubicBezTo>
                        <a:cubicBezTo>
                          <a:pt x="2990235" y="268559"/>
                          <a:pt x="2989526" y="278623"/>
                          <a:pt x="2990856" y="288553"/>
                        </a:cubicBezTo>
                        <a:cubicBezTo>
                          <a:pt x="2992186" y="298483"/>
                          <a:pt x="2995821" y="308369"/>
                          <a:pt x="3002737" y="315594"/>
                        </a:cubicBezTo>
                        <a:cubicBezTo>
                          <a:pt x="2998747" y="312492"/>
                          <a:pt x="2995422" y="308546"/>
                          <a:pt x="2993073" y="304113"/>
                        </a:cubicBezTo>
                        <a:cubicBezTo>
                          <a:pt x="2990235" y="298704"/>
                          <a:pt x="2988817" y="292675"/>
                          <a:pt x="2987443" y="286691"/>
                        </a:cubicBezTo>
                        <a:cubicBezTo>
                          <a:pt x="2985669" y="278977"/>
                          <a:pt x="2974143" y="250029"/>
                          <a:pt x="2981236" y="243779"/>
                        </a:cubicBezTo>
                        <a:cubicBezTo>
                          <a:pt x="2985448" y="240054"/>
                          <a:pt x="2992674" y="244975"/>
                          <a:pt x="2997639" y="245551"/>
                        </a:cubicBezTo>
                        <a:close/>
                        <a:moveTo>
                          <a:pt x="2985536" y="180563"/>
                        </a:moveTo>
                        <a:cubicBezTo>
                          <a:pt x="2985492" y="178434"/>
                          <a:pt x="2987221" y="176661"/>
                          <a:pt x="2989349" y="176661"/>
                        </a:cubicBezTo>
                        <a:cubicBezTo>
                          <a:pt x="2991477" y="176617"/>
                          <a:pt x="2993250" y="178346"/>
                          <a:pt x="2993250" y="180474"/>
                        </a:cubicBezTo>
                        <a:cubicBezTo>
                          <a:pt x="2993250" y="182602"/>
                          <a:pt x="2991565" y="184375"/>
                          <a:pt x="2989438" y="184375"/>
                        </a:cubicBezTo>
                        <a:cubicBezTo>
                          <a:pt x="2987309" y="184419"/>
                          <a:pt x="2985581" y="182690"/>
                          <a:pt x="2985536" y="180563"/>
                        </a:cubicBezTo>
                        <a:close/>
                        <a:moveTo>
                          <a:pt x="3049728" y="284253"/>
                        </a:moveTo>
                        <a:cubicBezTo>
                          <a:pt x="3050570" y="294537"/>
                          <a:pt x="3053052" y="304689"/>
                          <a:pt x="3057175" y="314176"/>
                        </a:cubicBezTo>
                        <a:cubicBezTo>
                          <a:pt x="3058549" y="317368"/>
                          <a:pt x="3060145" y="321091"/>
                          <a:pt x="3058549" y="324194"/>
                        </a:cubicBezTo>
                        <a:cubicBezTo>
                          <a:pt x="3057796" y="325658"/>
                          <a:pt x="3056466" y="326722"/>
                          <a:pt x="3055003" y="327519"/>
                        </a:cubicBezTo>
                        <a:cubicBezTo>
                          <a:pt x="3047821" y="331465"/>
                          <a:pt x="3038645" y="329426"/>
                          <a:pt x="3031818" y="324904"/>
                        </a:cubicBezTo>
                        <a:cubicBezTo>
                          <a:pt x="3024991" y="320382"/>
                          <a:pt x="3019937" y="313732"/>
                          <a:pt x="3014529" y="307615"/>
                        </a:cubicBezTo>
                        <a:cubicBezTo>
                          <a:pt x="3009918" y="302384"/>
                          <a:pt x="3004776" y="297241"/>
                          <a:pt x="3002781" y="290547"/>
                        </a:cubicBezTo>
                        <a:cubicBezTo>
                          <a:pt x="2999501" y="279598"/>
                          <a:pt x="3005663" y="267894"/>
                          <a:pt x="3013820" y="259871"/>
                        </a:cubicBezTo>
                        <a:cubicBezTo>
                          <a:pt x="3022996" y="250827"/>
                          <a:pt x="3046669" y="231898"/>
                          <a:pt x="3050348" y="254773"/>
                        </a:cubicBezTo>
                        <a:cubicBezTo>
                          <a:pt x="3051855" y="264304"/>
                          <a:pt x="3048930" y="274500"/>
                          <a:pt x="3049728" y="284253"/>
                        </a:cubicBezTo>
                        <a:close/>
                        <a:moveTo>
                          <a:pt x="3051855" y="263372"/>
                        </a:moveTo>
                        <a:cubicBezTo>
                          <a:pt x="3051811" y="259206"/>
                          <a:pt x="3055136" y="255792"/>
                          <a:pt x="3059303" y="255703"/>
                        </a:cubicBezTo>
                        <a:cubicBezTo>
                          <a:pt x="3063470" y="255659"/>
                          <a:pt x="3066884" y="258984"/>
                          <a:pt x="3066972" y="263151"/>
                        </a:cubicBezTo>
                        <a:cubicBezTo>
                          <a:pt x="3067061" y="267318"/>
                          <a:pt x="3063692" y="270732"/>
                          <a:pt x="3059525" y="270820"/>
                        </a:cubicBezTo>
                        <a:cubicBezTo>
                          <a:pt x="3055358" y="270865"/>
                          <a:pt x="3051900" y="267540"/>
                          <a:pt x="3051855" y="263372"/>
                        </a:cubicBezTo>
                        <a:close/>
                        <a:moveTo>
                          <a:pt x="2933004" y="416581"/>
                        </a:moveTo>
                        <a:cubicBezTo>
                          <a:pt x="2934290" y="414585"/>
                          <a:pt x="2937216" y="412989"/>
                          <a:pt x="2939476" y="412989"/>
                        </a:cubicBezTo>
                        <a:cubicBezTo>
                          <a:pt x="2941737" y="412989"/>
                          <a:pt x="2942580" y="414585"/>
                          <a:pt x="2941294" y="416581"/>
                        </a:cubicBezTo>
                        <a:cubicBezTo>
                          <a:pt x="2940008" y="418575"/>
                          <a:pt x="2937083" y="420171"/>
                          <a:pt x="2934822" y="420171"/>
                        </a:cubicBezTo>
                        <a:cubicBezTo>
                          <a:pt x="2932561" y="420171"/>
                          <a:pt x="2931719" y="418575"/>
                          <a:pt x="2933004" y="416581"/>
                        </a:cubicBezTo>
                        <a:close/>
                        <a:moveTo>
                          <a:pt x="2930876" y="410020"/>
                        </a:moveTo>
                        <a:cubicBezTo>
                          <a:pt x="2923074" y="422033"/>
                          <a:pt x="2903657" y="448809"/>
                          <a:pt x="2890225" y="438391"/>
                        </a:cubicBezTo>
                        <a:cubicBezTo>
                          <a:pt x="2881625" y="431741"/>
                          <a:pt x="2878921" y="420747"/>
                          <a:pt x="2882733" y="408246"/>
                        </a:cubicBezTo>
                        <a:cubicBezTo>
                          <a:pt x="2883708" y="405055"/>
                          <a:pt x="2885925" y="401020"/>
                          <a:pt x="2890269" y="399025"/>
                        </a:cubicBezTo>
                        <a:cubicBezTo>
                          <a:pt x="2892220" y="398139"/>
                          <a:pt x="2894170" y="397917"/>
                          <a:pt x="2896032" y="397696"/>
                        </a:cubicBezTo>
                        <a:cubicBezTo>
                          <a:pt x="2904898" y="396720"/>
                          <a:pt x="2919483" y="394903"/>
                          <a:pt x="2927596" y="397252"/>
                        </a:cubicBezTo>
                        <a:cubicBezTo>
                          <a:pt x="2928615" y="396986"/>
                          <a:pt x="2929591" y="396853"/>
                          <a:pt x="2930522" y="396809"/>
                        </a:cubicBezTo>
                        <a:cubicBezTo>
                          <a:pt x="2934999" y="396809"/>
                          <a:pt x="2936595" y="399956"/>
                          <a:pt x="2934068" y="403858"/>
                        </a:cubicBezTo>
                        <a:cubicBezTo>
                          <a:pt x="2933802" y="404256"/>
                          <a:pt x="2933536" y="404611"/>
                          <a:pt x="2933226" y="404966"/>
                        </a:cubicBezTo>
                        <a:cubicBezTo>
                          <a:pt x="2932871" y="406473"/>
                          <a:pt x="2932162" y="408113"/>
                          <a:pt x="2930876" y="410020"/>
                        </a:cubicBezTo>
                        <a:close/>
                        <a:moveTo>
                          <a:pt x="2914607" y="378766"/>
                        </a:moveTo>
                        <a:cubicBezTo>
                          <a:pt x="2913188" y="377968"/>
                          <a:pt x="2911858" y="376948"/>
                          <a:pt x="2912036" y="375264"/>
                        </a:cubicBezTo>
                        <a:cubicBezTo>
                          <a:pt x="2912169" y="373890"/>
                          <a:pt x="2913277" y="372338"/>
                          <a:pt x="2914385" y="370831"/>
                        </a:cubicBezTo>
                        <a:cubicBezTo>
                          <a:pt x="2920104" y="362984"/>
                          <a:pt x="2926266" y="355182"/>
                          <a:pt x="2932827" y="347424"/>
                        </a:cubicBezTo>
                        <a:cubicBezTo>
                          <a:pt x="2936063" y="343611"/>
                          <a:pt x="2939521" y="339666"/>
                          <a:pt x="2944042" y="336385"/>
                        </a:cubicBezTo>
                        <a:cubicBezTo>
                          <a:pt x="2948121" y="333460"/>
                          <a:pt x="2952776" y="331243"/>
                          <a:pt x="2957386" y="329337"/>
                        </a:cubicBezTo>
                        <a:cubicBezTo>
                          <a:pt x="2977379" y="321047"/>
                          <a:pt x="2997816" y="317855"/>
                          <a:pt x="3013288" y="320560"/>
                        </a:cubicBezTo>
                        <a:lnTo>
                          <a:pt x="3014750" y="338558"/>
                        </a:lnTo>
                        <a:cubicBezTo>
                          <a:pt x="3004820" y="353586"/>
                          <a:pt x="2985802" y="368260"/>
                          <a:pt x="2965942" y="376239"/>
                        </a:cubicBezTo>
                        <a:cubicBezTo>
                          <a:pt x="2946082" y="384219"/>
                          <a:pt x="2926044" y="385194"/>
                          <a:pt x="2914607" y="378766"/>
                        </a:cubicBezTo>
                        <a:close/>
                        <a:moveTo>
                          <a:pt x="2959248" y="255349"/>
                        </a:moveTo>
                        <a:cubicBezTo>
                          <a:pt x="2959204" y="253221"/>
                          <a:pt x="2960933" y="251448"/>
                          <a:pt x="2963061" y="251448"/>
                        </a:cubicBezTo>
                        <a:cubicBezTo>
                          <a:pt x="2965188" y="251403"/>
                          <a:pt x="2966962" y="253132"/>
                          <a:pt x="2966962" y="255260"/>
                        </a:cubicBezTo>
                        <a:cubicBezTo>
                          <a:pt x="2966962" y="257388"/>
                          <a:pt x="2965277" y="259161"/>
                          <a:pt x="2963149" y="259161"/>
                        </a:cubicBezTo>
                        <a:cubicBezTo>
                          <a:pt x="2961021" y="259206"/>
                          <a:pt x="2959248" y="257477"/>
                          <a:pt x="2959248" y="255349"/>
                        </a:cubicBezTo>
                        <a:close/>
                        <a:moveTo>
                          <a:pt x="2954416" y="231764"/>
                        </a:moveTo>
                        <a:lnTo>
                          <a:pt x="2952333" y="241118"/>
                        </a:lnTo>
                        <a:cubicBezTo>
                          <a:pt x="2952377" y="241340"/>
                          <a:pt x="2952421" y="241562"/>
                          <a:pt x="2952421" y="241783"/>
                        </a:cubicBezTo>
                        <a:cubicBezTo>
                          <a:pt x="2952421" y="243202"/>
                          <a:pt x="2952067" y="244487"/>
                          <a:pt x="2951402" y="245640"/>
                        </a:cubicBezTo>
                        <a:cubicBezTo>
                          <a:pt x="2948564" y="260446"/>
                          <a:pt x="2945771" y="275253"/>
                          <a:pt x="2942934" y="290104"/>
                        </a:cubicBezTo>
                        <a:cubicBezTo>
                          <a:pt x="2942181" y="294183"/>
                          <a:pt x="2941338" y="298305"/>
                          <a:pt x="2939255" y="301896"/>
                        </a:cubicBezTo>
                        <a:cubicBezTo>
                          <a:pt x="2936817" y="306108"/>
                          <a:pt x="2932738" y="309211"/>
                          <a:pt x="2928438" y="311516"/>
                        </a:cubicBezTo>
                        <a:cubicBezTo>
                          <a:pt x="2919660" y="316304"/>
                          <a:pt x="2908312" y="318165"/>
                          <a:pt x="2899978" y="312624"/>
                        </a:cubicBezTo>
                        <a:cubicBezTo>
                          <a:pt x="2896343" y="310231"/>
                          <a:pt x="2893683" y="306640"/>
                          <a:pt x="2891643" y="302783"/>
                        </a:cubicBezTo>
                        <a:cubicBezTo>
                          <a:pt x="2885171" y="290414"/>
                          <a:pt x="2885570" y="275032"/>
                          <a:pt x="2891378" y="262309"/>
                        </a:cubicBezTo>
                        <a:cubicBezTo>
                          <a:pt x="2897185" y="249586"/>
                          <a:pt x="2908046" y="239567"/>
                          <a:pt x="2920547" y="233360"/>
                        </a:cubicBezTo>
                        <a:cubicBezTo>
                          <a:pt x="2931142" y="228174"/>
                          <a:pt x="2944353" y="225691"/>
                          <a:pt x="2954416" y="231764"/>
                        </a:cubicBezTo>
                        <a:close/>
                        <a:moveTo>
                          <a:pt x="2904987" y="356645"/>
                        </a:moveTo>
                        <a:cubicBezTo>
                          <a:pt x="2919128" y="357310"/>
                          <a:pt x="2878477" y="390026"/>
                          <a:pt x="2870542" y="394149"/>
                        </a:cubicBezTo>
                        <a:cubicBezTo>
                          <a:pt x="2868547" y="395168"/>
                          <a:pt x="2866419" y="396232"/>
                          <a:pt x="2865001" y="397740"/>
                        </a:cubicBezTo>
                        <a:cubicBezTo>
                          <a:pt x="2863848" y="398981"/>
                          <a:pt x="2863449" y="400267"/>
                          <a:pt x="2863094" y="401464"/>
                        </a:cubicBezTo>
                        <a:cubicBezTo>
                          <a:pt x="2860168" y="412014"/>
                          <a:pt x="2859814" y="421900"/>
                          <a:pt x="2862119" y="430589"/>
                        </a:cubicBezTo>
                        <a:cubicBezTo>
                          <a:pt x="2858794" y="427087"/>
                          <a:pt x="2855381" y="423363"/>
                          <a:pt x="2855824" y="417999"/>
                        </a:cubicBezTo>
                        <a:cubicBezTo>
                          <a:pt x="2856312" y="411792"/>
                          <a:pt x="2861853" y="403724"/>
                          <a:pt x="2858794" y="399158"/>
                        </a:cubicBezTo>
                        <a:cubicBezTo>
                          <a:pt x="2857641" y="397429"/>
                          <a:pt x="2855425" y="396587"/>
                          <a:pt x="2852721" y="396188"/>
                        </a:cubicBezTo>
                        <a:cubicBezTo>
                          <a:pt x="2847844" y="397297"/>
                          <a:pt x="2843367" y="397651"/>
                          <a:pt x="2839909" y="396543"/>
                        </a:cubicBezTo>
                        <a:cubicBezTo>
                          <a:pt x="2844342" y="396055"/>
                          <a:pt x="2848997" y="395656"/>
                          <a:pt x="2852721" y="396188"/>
                        </a:cubicBezTo>
                        <a:cubicBezTo>
                          <a:pt x="2858750" y="394814"/>
                          <a:pt x="2865355" y="392243"/>
                          <a:pt x="2871473" y="389361"/>
                        </a:cubicBezTo>
                        <a:cubicBezTo>
                          <a:pt x="2875507" y="387499"/>
                          <a:pt x="2879585" y="385460"/>
                          <a:pt x="2883309" y="382977"/>
                        </a:cubicBezTo>
                        <a:cubicBezTo>
                          <a:pt x="2895323" y="375042"/>
                          <a:pt x="2899490" y="365777"/>
                          <a:pt x="2904987" y="356645"/>
                        </a:cubicBezTo>
                        <a:close/>
                        <a:moveTo>
                          <a:pt x="2841771" y="436618"/>
                        </a:moveTo>
                        <a:cubicBezTo>
                          <a:pt x="2840485" y="438613"/>
                          <a:pt x="2837560" y="440209"/>
                          <a:pt x="2835299" y="440209"/>
                        </a:cubicBezTo>
                        <a:cubicBezTo>
                          <a:pt x="2832993" y="440209"/>
                          <a:pt x="2832196" y="438613"/>
                          <a:pt x="2833481" y="436618"/>
                        </a:cubicBezTo>
                        <a:cubicBezTo>
                          <a:pt x="2834767" y="434623"/>
                          <a:pt x="2837693" y="433027"/>
                          <a:pt x="2839953" y="433027"/>
                        </a:cubicBezTo>
                        <a:cubicBezTo>
                          <a:pt x="2842214" y="433027"/>
                          <a:pt x="2843057" y="434623"/>
                          <a:pt x="2841771" y="436618"/>
                        </a:cubicBezTo>
                        <a:close/>
                        <a:moveTo>
                          <a:pt x="2869966" y="344942"/>
                        </a:moveTo>
                        <a:cubicBezTo>
                          <a:pt x="2864247" y="353630"/>
                          <a:pt x="2866552" y="361788"/>
                          <a:pt x="2859016" y="370254"/>
                        </a:cubicBezTo>
                        <a:cubicBezTo>
                          <a:pt x="2854538" y="375308"/>
                          <a:pt x="2847578" y="379209"/>
                          <a:pt x="2841017" y="382845"/>
                        </a:cubicBezTo>
                        <a:cubicBezTo>
                          <a:pt x="2835742" y="385770"/>
                          <a:pt x="2829757" y="388874"/>
                          <a:pt x="2825191" y="388607"/>
                        </a:cubicBezTo>
                        <a:cubicBezTo>
                          <a:pt x="2819827" y="388297"/>
                          <a:pt x="2819340" y="383377"/>
                          <a:pt x="2820182" y="378855"/>
                        </a:cubicBezTo>
                        <a:cubicBezTo>
                          <a:pt x="2822132" y="368659"/>
                          <a:pt x="2828605" y="356822"/>
                          <a:pt x="2840264" y="346804"/>
                        </a:cubicBezTo>
                        <a:cubicBezTo>
                          <a:pt x="2851967" y="336785"/>
                          <a:pt x="2869345" y="329381"/>
                          <a:pt x="2880738" y="331066"/>
                        </a:cubicBezTo>
                        <a:lnTo>
                          <a:pt x="2869966" y="344942"/>
                        </a:lnTo>
                        <a:close/>
                        <a:moveTo>
                          <a:pt x="2849440" y="202417"/>
                        </a:moveTo>
                        <a:cubicBezTo>
                          <a:pt x="2850061" y="208491"/>
                          <a:pt x="2849529" y="214875"/>
                          <a:pt x="2849041" y="219086"/>
                        </a:cubicBezTo>
                        <a:cubicBezTo>
                          <a:pt x="2847357" y="232828"/>
                          <a:pt x="2846692" y="251536"/>
                          <a:pt x="2839865" y="263683"/>
                        </a:cubicBezTo>
                        <a:cubicBezTo>
                          <a:pt x="2838579" y="265944"/>
                          <a:pt x="2836939" y="268072"/>
                          <a:pt x="2834678" y="269313"/>
                        </a:cubicBezTo>
                        <a:cubicBezTo>
                          <a:pt x="2830600" y="271529"/>
                          <a:pt x="2825501" y="270333"/>
                          <a:pt x="2821467" y="268072"/>
                        </a:cubicBezTo>
                        <a:cubicBezTo>
                          <a:pt x="2819251" y="266875"/>
                          <a:pt x="2817167" y="265279"/>
                          <a:pt x="2815882" y="263107"/>
                        </a:cubicBezTo>
                        <a:cubicBezTo>
                          <a:pt x="2814685" y="261067"/>
                          <a:pt x="2814330" y="258629"/>
                          <a:pt x="2814064" y="256280"/>
                        </a:cubicBezTo>
                        <a:cubicBezTo>
                          <a:pt x="2812912" y="245906"/>
                          <a:pt x="2819517" y="169169"/>
                          <a:pt x="2843589" y="188187"/>
                        </a:cubicBezTo>
                        <a:cubicBezTo>
                          <a:pt x="2843722" y="188320"/>
                          <a:pt x="2843810" y="188453"/>
                          <a:pt x="2843943" y="188586"/>
                        </a:cubicBezTo>
                        <a:cubicBezTo>
                          <a:pt x="2844431" y="188497"/>
                          <a:pt x="2844918" y="188409"/>
                          <a:pt x="2845450" y="188409"/>
                        </a:cubicBezTo>
                        <a:cubicBezTo>
                          <a:pt x="2849618" y="188365"/>
                          <a:pt x="2853031" y="191690"/>
                          <a:pt x="2853120" y="195856"/>
                        </a:cubicBezTo>
                        <a:cubicBezTo>
                          <a:pt x="2853075" y="198694"/>
                          <a:pt x="2851612" y="201088"/>
                          <a:pt x="2849440" y="202417"/>
                        </a:cubicBezTo>
                        <a:close/>
                        <a:moveTo>
                          <a:pt x="2822886" y="410906"/>
                        </a:moveTo>
                        <a:cubicBezTo>
                          <a:pt x="2822177" y="412192"/>
                          <a:pt x="2821246" y="413123"/>
                          <a:pt x="2820182" y="413965"/>
                        </a:cubicBezTo>
                        <a:cubicBezTo>
                          <a:pt x="2827142" y="412280"/>
                          <a:pt x="2834811" y="411349"/>
                          <a:pt x="2837161" y="414098"/>
                        </a:cubicBezTo>
                        <a:cubicBezTo>
                          <a:pt x="2838890" y="416137"/>
                          <a:pt x="2837737" y="420792"/>
                          <a:pt x="2834722" y="423895"/>
                        </a:cubicBezTo>
                        <a:cubicBezTo>
                          <a:pt x="2834634" y="424028"/>
                          <a:pt x="2834456" y="424072"/>
                          <a:pt x="2834368" y="424205"/>
                        </a:cubicBezTo>
                        <a:cubicBezTo>
                          <a:pt x="2831885" y="427708"/>
                          <a:pt x="2826920" y="430545"/>
                          <a:pt x="2822709" y="430855"/>
                        </a:cubicBezTo>
                        <a:cubicBezTo>
                          <a:pt x="2822044" y="431121"/>
                          <a:pt x="2821379" y="431387"/>
                          <a:pt x="2820758" y="431609"/>
                        </a:cubicBezTo>
                        <a:cubicBezTo>
                          <a:pt x="2811582" y="435111"/>
                          <a:pt x="2802405" y="438613"/>
                          <a:pt x="2793229" y="442071"/>
                        </a:cubicBezTo>
                        <a:cubicBezTo>
                          <a:pt x="2791322" y="442780"/>
                          <a:pt x="2789416" y="443489"/>
                          <a:pt x="2787599" y="443844"/>
                        </a:cubicBezTo>
                        <a:cubicBezTo>
                          <a:pt x="2783875" y="445883"/>
                          <a:pt x="2780018" y="447745"/>
                          <a:pt x="2776250" y="449429"/>
                        </a:cubicBezTo>
                        <a:cubicBezTo>
                          <a:pt x="2769866" y="452311"/>
                          <a:pt x="2762064" y="455148"/>
                          <a:pt x="2758562" y="452843"/>
                        </a:cubicBezTo>
                        <a:cubicBezTo>
                          <a:pt x="2756656" y="451558"/>
                          <a:pt x="2756656" y="449031"/>
                          <a:pt x="2757454" y="446415"/>
                        </a:cubicBezTo>
                        <a:cubicBezTo>
                          <a:pt x="2758828" y="441893"/>
                          <a:pt x="2762197" y="437017"/>
                          <a:pt x="2765522" y="432318"/>
                        </a:cubicBezTo>
                        <a:cubicBezTo>
                          <a:pt x="2769068" y="427308"/>
                          <a:pt x="2772925" y="422033"/>
                          <a:pt x="2778777" y="417821"/>
                        </a:cubicBezTo>
                        <a:cubicBezTo>
                          <a:pt x="2788219" y="411084"/>
                          <a:pt x="2832196" y="394193"/>
                          <a:pt x="2822886" y="410906"/>
                        </a:cubicBezTo>
                        <a:close/>
                        <a:moveTo>
                          <a:pt x="2643080" y="415605"/>
                        </a:moveTo>
                        <a:cubicBezTo>
                          <a:pt x="2646626" y="423230"/>
                          <a:pt x="2659128" y="424383"/>
                          <a:pt x="2668082" y="428195"/>
                        </a:cubicBezTo>
                        <a:cubicBezTo>
                          <a:pt x="2672338" y="429969"/>
                          <a:pt x="2675840" y="432406"/>
                          <a:pt x="2679342" y="434845"/>
                        </a:cubicBezTo>
                        <a:cubicBezTo>
                          <a:pt x="2660014" y="436130"/>
                          <a:pt x="2645075" y="429924"/>
                          <a:pt x="2639666" y="418354"/>
                        </a:cubicBezTo>
                        <a:cubicBezTo>
                          <a:pt x="2633903" y="406030"/>
                          <a:pt x="2640331" y="391267"/>
                          <a:pt x="2649995" y="374821"/>
                        </a:cubicBezTo>
                        <a:cubicBezTo>
                          <a:pt x="2644410" y="384973"/>
                          <a:pt x="2643346" y="394326"/>
                          <a:pt x="2642370" y="403414"/>
                        </a:cubicBezTo>
                        <a:cubicBezTo>
                          <a:pt x="2641927" y="407759"/>
                          <a:pt x="2641484" y="412147"/>
                          <a:pt x="2643080" y="415605"/>
                        </a:cubicBezTo>
                        <a:close/>
                        <a:moveTo>
                          <a:pt x="2720083" y="389361"/>
                        </a:moveTo>
                        <a:cubicBezTo>
                          <a:pt x="2720260" y="393839"/>
                          <a:pt x="2718442" y="399291"/>
                          <a:pt x="2713566" y="404256"/>
                        </a:cubicBezTo>
                        <a:cubicBezTo>
                          <a:pt x="2708690" y="409221"/>
                          <a:pt x="2700222" y="413388"/>
                          <a:pt x="2694814" y="412635"/>
                        </a:cubicBezTo>
                        <a:cubicBezTo>
                          <a:pt x="2691888" y="412236"/>
                          <a:pt x="2690204" y="410552"/>
                          <a:pt x="2688076" y="409310"/>
                        </a:cubicBezTo>
                        <a:cubicBezTo>
                          <a:pt x="2682933" y="406251"/>
                          <a:pt x="2674865" y="405675"/>
                          <a:pt x="2671008" y="401641"/>
                        </a:cubicBezTo>
                        <a:cubicBezTo>
                          <a:pt x="2668836" y="399380"/>
                          <a:pt x="2668171" y="396144"/>
                          <a:pt x="2668171" y="392730"/>
                        </a:cubicBezTo>
                        <a:cubicBezTo>
                          <a:pt x="2668127" y="384219"/>
                          <a:pt x="2679697" y="345607"/>
                          <a:pt x="2700488" y="349685"/>
                        </a:cubicBezTo>
                        <a:cubicBezTo>
                          <a:pt x="2704700" y="350527"/>
                          <a:pt x="2707404" y="352966"/>
                          <a:pt x="2709310" y="355980"/>
                        </a:cubicBezTo>
                        <a:cubicBezTo>
                          <a:pt x="2716314" y="353187"/>
                          <a:pt x="2725003" y="350970"/>
                          <a:pt x="2728683" y="353675"/>
                        </a:cubicBezTo>
                        <a:cubicBezTo>
                          <a:pt x="2732540" y="356512"/>
                          <a:pt x="2736840" y="362231"/>
                          <a:pt x="2729702" y="368703"/>
                        </a:cubicBezTo>
                        <a:cubicBezTo>
                          <a:pt x="2727530" y="370698"/>
                          <a:pt x="2724693" y="372205"/>
                          <a:pt x="2722033" y="373845"/>
                        </a:cubicBezTo>
                        <a:cubicBezTo>
                          <a:pt x="2720437" y="374821"/>
                          <a:pt x="2718886" y="375929"/>
                          <a:pt x="2717334" y="376993"/>
                        </a:cubicBezTo>
                        <a:cubicBezTo>
                          <a:pt x="2718753" y="380983"/>
                          <a:pt x="2719905" y="385061"/>
                          <a:pt x="2720083" y="389361"/>
                        </a:cubicBezTo>
                        <a:close/>
                        <a:moveTo>
                          <a:pt x="2689982" y="462152"/>
                        </a:moveTo>
                        <a:cubicBezTo>
                          <a:pt x="2688696" y="464148"/>
                          <a:pt x="2685770" y="465743"/>
                          <a:pt x="2683510" y="465743"/>
                        </a:cubicBezTo>
                        <a:cubicBezTo>
                          <a:pt x="2681249" y="465743"/>
                          <a:pt x="2680406" y="464148"/>
                          <a:pt x="2681692" y="462152"/>
                        </a:cubicBezTo>
                        <a:cubicBezTo>
                          <a:pt x="2682978" y="460158"/>
                          <a:pt x="2685903" y="458562"/>
                          <a:pt x="2688164" y="458562"/>
                        </a:cubicBezTo>
                        <a:cubicBezTo>
                          <a:pt x="2690425" y="458562"/>
                          <a:pt x="2691267" y="460202"/>
                          <a:pt x="2689982" y="462152"/>
                        </a:cubicBezTo>
                        <a:close/>
                        <a:moveTo>
                          <a:pt x="2677347" y="442203"/>
                        </a:moveTo>
                        <a:cubicBezTo>
                          <a:pt x="2677436" y="442337"/>
                          <a:pt x="2677481" y="442470"/>
                          <a:pt x="2677569" y="442558"/>
                        </a:cubicBezTo>
                        <a:cubicBezTo>
                          <a:pt x="2678145" y="442470"/>
                          <a:pt x="2678677" y="442425"/>
                          <a:pt x="2679209" y="442425"/>
                        </a:cubicBezTo>
                        <a:cubicBezTo>
                          <a:pt x="2683687" y="442425"/>
                          <a:pt x="2685283" y="445573"/>
                          <a:pt x="2682756" y="449474"/>
                        </a:cubicBezTo>
                        <a:cubicBezTo>
                          <a:pt x="2681116" y="452045"/>
                          <a:pt x="2678057" y="454262"/>
                          <a:pt x="2674909" y="455503"/>
                        </a:cubicBezTo>
                        <a:cubicBezTo>
                          <a:pt x="2671851" y="461133"/>
                          <a:pt x="2667329" y="467118"/>
                          <a:pt x="2664181" y="471019"/>
                        </a:cubicBezTo>
                        <a:cubicBezTo>
                          <a:pt x="2653897" y="483830"/>
                          <a:pt x="2641706" y="501208"/>
                          <a:pt x="2626899" y="512513"/>
                        </a:cubicBezTo>
                        <a:cubicBezTo>
                          <a:pt x="2624150" y="514596"/>
                          <a:pt x="2621091" y="516591"/>
                          <a:pt x="2617900" y="517699"/>
                        </a:cubicBezTo>
                        <a:cubicBezTo>
                          <a:pt x="2612225" y="519694"/>
                          <a:pt x="2607526" y="518542"/>
                          <a:pt x="2604556" y="516414"/>
                        </a:cubicBezTo>
                        <a:cubicBezTo>
                          <a:pt x="2602960" y="515261"/>
                          <a:pt x="2601675" y="513798"/>
                          <a:pt x="2601675" y="511715"/>
                        </a:cubicBezTo>
                        <a:cubicBezTo>
                          <a:pt x="2601675" y="509808"/>
                          <a:pt x="2602783" y="507548"/>
                          <a:pt x="2603980" y="505331"/>
                        </a:cubicBezTo>
                        <a:cubicBezTo>
                          <a:pt x="2609122" y="495667"/>
                          <a:pt x="2663472" y="424205"/>
                          <a:pt x="2677347" y="442203"/>
                        </a:cubicBezTo>
                        <a:close/>
                        <a:moveTo>
                          <a:pt x="2651591" y="518542"/>
                        </a:moveTo>
                        <a:cubicBezTo>
                          <a:pt x="2662231" y="505464"/>
                          <a:pt x="2678545" y="493273"/>
                          <a:pt x="2695878" y="485426"/>
                        </a:cubicBezTo>
                        <a:cubicBezTo>
                          <a:pt x="2705453" y="481082"/>
                          <a:pt x="2715561" y="477934"/>
                          <a:pt x="2724471" y="472127"/>
                        </a:cubicBezTo>
                        <a:cubicBezTo>
                          <a:pt x="2737372" y="463704"/>
                          <a:pt x="2742204" y="453242"/>
                          <a:pt x="2742071" y="444731"/>
                        </a:cubicBezTo>
                        <a:cubicBezTo>
                          <a:pt x="2747346" y="448233"/>
                          <a:pt x="2739987" y="458252"/>
                          <a:pt x="2742913" y="463217"/>
                        </a:cubicBezTo>
                        <a:cubicBezTo>
                          <a:pt x="2746858" y="469866"/>
                          <a:pt x="2764857" y="464236"/>
                          <a:pt x="2771506" y="469024"/>
                        </a:cubicBezTo>
                        <a:cubicBezTo>
                          <a:pt x="2751779" y="464546"/>
                          <a:pt x="2721856" y="475053"/>
                          <a:pt x="2695833" y="488396"/>
                        </a:cubicBezTo>
                        <a:cubicBezTo>
                          <a:pt x="2687411" y="492696"/>
                          <a:pt x="2678899" y="497529"/>
                          <a:pt x="2672116" y="503558"/>
                        </a:cubicBezTo>
                        <a:cubicBezTo>
                          <a:pt x="2663738" y="511005"/>
                          <a:pt x="2658950" y="519384"/>
                          <a:pt x="2654473" y="527452"/>
                        </a:cubicBezTo>
                        <a:cubicBezTo>
                          <a:pt x="2649197" y="536939"/>
                          <a:pt x="2643878" y="546426"/>
                          <a:pt x="2638602" y="555912"/>
                        </a:cubicBezTo>
                        <a:cubicBezTo>
                          <a:pt x="2636164" y="545406"/>
                          <a:pt x="2640952" y="531619"/>
                          <a:pt x="2651591" y="518542"/>
                        </a:cubicBezTo>
                        <a:close/>
                        <a:moveTo>
                          <a:pt x="2758783" y="234469"/>
                        </a:moveTo>
                        <a:cubicBezTo>
                          <a:pt x="2757764" y="238414"/>
                          <a:pt x="2753818" y="240897"/>
                          <a:pt x="2750538" y="242847"/>
                        </a:cubicBezTo>
                        <a:cubicBezTo>
                          <a:pt x="2754705" y="242803"/>
                          <a:pt x="2758119" y="246128"/>
                          <a:pt x="2758207" y="250295"/>
                        </a:cubicBezTo>
                        <a:cubicBezTo>
                          <a:pt x="2758296" y="254462"/>
                          <a:pt x="2754927" y="257875"/>
                          <a:pt x="2750760" y="257964"/>
                        </a:cubicBezTo>
                        <a:cubicBezTo>
                          <a:pt x="2746592" y="258009"/>
                          <a:pt x="2743179" y="254684"/>
                          <a:pt x="2743090" y="250516"/>
                        </a:cubicBezTo>
                        <a:cubicBezTo>
                          <a:pt x="2743090" y="249142"/>
                          <a:pt x="2743445" y="247857"/>
                          <a:pt x="2744110" y="246704"/>
                        </a:cubicBezTo>
                        <a:cubicBezTo>
                          <a:pt x="2743268" y="247192"/>
                          <a:pt x="2742425" y="247723"/>
                          <a:pt x="2741583" y="248212"/>
                        </a:cubicBezTo>
                        <a:cubicBezTo>
                          <a:pt x="2741849" y="256235"/>
                          <a:pt x="2742248" y="264259"/>
                          <a:pt x="2742603" y="272283"/>
                        </a:cubicBezTo>
                        <a:cubicBezTo>
                          <a:pt x="2742824" y="277337"/>
                          <a:pt x="2743002" y="282612"/>
                          <a:pt x="2740962" y="287267"/>
                        </a:cubicBezTo>
                        <a:cubicBezTo>
                          <a:pt x="2738391" y="293075"/>
                          <a:pt x="2732806" y="296843"/>
                          <a:pt x="2727441" y="300212"/>
                        </a:cubicBezTo>
                        <a:cubicBezTo>
                          <a:pt x="2720881" y="304334"/>
                          <a:pt x="2713389" y="308502"/>
                          <a:pt x="2705852" y="306861"/>
                        </a:cubicBezTo>
                        <a:cubicBezTo>
                          <a:pt x="2696676" y="304866"/>
                          <a:pt x="2691400" y="295158"/>
                          <a:pt x="2689273" y="286026"/>
                        </a:cubicBezTo>
                        <a:cubicBezTo>
                          <a:pt x="2685371" y="269357"/>
                          <a:pt x="2688209" y="250871"/>
                          <a:pt x="2698316" y="236996"/>
                        </a:cubicBezTo>
                        <a:cubicBezTo>
                          <a:pt x="2704877" y="227996"/>
                          <a:pt x="2725269" y="210353"/>
                          <a:pt x="2736707" y="220593"/>
                        </a:cubicBezTo>
                        <a:cubicBezTo>
                          <a:pt x="2737815" y="221569"/>
                          <a:pt x="2738613" y="222765"/>
                          <a:pt x="2739278" y="224007"/>
                        </a:cubicBezTo>
                        <a:cubicBezTo>
                          <a:pt x="2744731" y="222145"/>
                          <a:pt x="2751247" y="221037"/>
                          <a:pt x="2755104" y="223962"/>
                        </a:cubicBezTo>
                        <a:cubicBezTo>
                          <a:pt x="2757852" y="226134"/>
                          <a:pt x="2759626" y="231099"/>
                          <a:pt x="2758783" y="234469"/>
                        </a:cubicBezTo>
                        <a:close/>
                        <a:moveTo>
                          <a:pt x="2577736" y="440519"/>
                        </a:moveTo>
                        <a:cubicBezTo>
                          <a:pt x="2573879" y="440076"/>
                          <a:pt x="2570377" y="438967"/>
                          <a:pt x="2569180" y="436396"/>
                        </a:cubicBezTo>
                        <a:cubicBezTo>
                          <a:pt x="2564038" y="425092"/>
                          <a:pt x="2595778" y="389051"/>
                          <a:pt x="2610718" y="400577"/>
                        </a:cubicBezTo>
                        <a:cubicBezTo>
                          <a:pt x="2623751" y="410640"/>
                          <a:pt x="2605975" y="443711"/>
                          <a:pt x="2577736" y="440519"/>
                        </a:cubicBezTo>
                        <a:close/>
                        <a:moveTo>
                          <a:pt x="2464071" y="477934"/>
                        </a:moveTo>
                        <a:cubicBezTo>
                          <a:pt x="2463185" y="474300"/>
                          <a:pt x="2459815" y="471994"/>
                          <a:pt x="2456180" y="470088"/>
                        </a:cubicBezTo>
                        <a:cubicBezTo>
                          <a:pt x="2451304" y="467561"/>
                          <a:pt x="2445674" y="465566"/>
                          <a:pt x="2438714" y="465345"/>
                        </a:cubicBezTo>
                        <a:cubicBezTo>
                          <a:pt x="2433616" y="465167"/>
                          <a:pt x="2427941" y="466320"/>
                          <a:pt x="2422223" y="467738"/>
                        </a:cubicBezTo>
                        <a:cubicBezTo>
                          <a:pt x="2428252" y="462773"/>
                          <a:pt x="2438226" y="462640"/>
                          <a:pt x="2443945" y="462596"/>
                        </a:cubicBezTo>
                        <a:cubicBezTo>
                          <a:pt x="2449265" y="462552"/>
                          <a:pt x="2454496" y="462685"/>
                          <a:pt x="2458707" y="464014"/>
                        </a:cubicBezTo>
                        <a:cubicBezTo>
                          <a:pt x="2465091" y="466054"/>
                          <a:pt x="2468682" y="470842"/>
                          <a:pt x="2468371" y="477092"/>
                        </a:cubicBezTo>
                        <a:cubicBezTo>
                          <a:pt x="2468061" y="483298"/>
                          <a:pt x="2463850" y="490835"/>
                          <a:pt x="2457023" y="497485"/>
                        </a:cubicBezTo>
                        <a:cubicBezTo>
                          <a:pt x="2461145" y="490657"/>
                          <a:pt x="2465401" y="483343"/>
                          <a:pt x="2464071" y="477934"/>
                        </a:cubicBezTo>
                        <a:close/>
                        <a:moveTo>
                          <a:pt x="2379842" y="503425"/>
                        </a:moveTo>
                        <a:cubicBezTo>
                          <a:pt x="2381837" y="499435"/>
                          <a:pt x="2386492" y="495445"/>
                          <a:pt x="2391413" y="492165"/>
                        </a:cubicBezTo>
                        <a:cubicBezTo>
                          <a:pt x="2397220" y="488308"/>
                          <a:pt x="2403648" y="485160"/>
                          <a:pt x="2410032" y="482988"/>
                        </a:cubicBezTo>
                        <a:cubicBezTo>
                          <a:pt x="2417391" y="480461"/>
                          <a:pt x="2431843" y="476782"/>
                          <a:pt x="2435167" y="480727"/>
                        </a:cubicBezTo>
                        <a:cubicBezTo>
                          <a:pt x="2436896" y="482766"/>
                          <a:pt x="2435744" y="487421"/>
                          <a:pt x="2432729" y="490524"/>
                        </a:cubicBezTo>
                        <a:cubicBezTo>
                          <a:pt x="2431488" y="491810"/>
                          <a:pt x="2429981" y="492874"/>
                          <a:pt x="2428341" y="493849"/>
                        </a:cubicBezTo>
                        <a:cubicBezTo>
                          <a:pt x="2428341" y="495357"/>
                          <a:pt x="2428075" y="497130"/>
                          <a:pt x="2427454" y="499302"/>
                        </a:cubicBezTo>
                        <a:cubicBezTo>
                          <a:pt x="2426878" y="501297"/>
                          <a:pt x="2425902" y="503336"/>
                          <a:pt x="2424705" y="505331"/>
                        </a:cubicBezTo>
                        <a:cubicBezTo>
                          <a:pt x="2426124" y="504267"/>
                          <a:pt x="2427897" y="503469"/>
                          <a:pt x="2429449" y="503469"/>
                        </a:cubicBezTo>
                        <a:cubicBezTo>
                          <a:pt x="2431754" y="503469"/>
                          <a:pt x="2432552" y="505065"/>
                          <a:pt x="2431266" y="507060"/>
                        </a:cubicBezTo>
                        <a:cubicBezTo>
                          <a:pt x="2429981" y="509055"/>
                          <a:pt x="2427055" y="510651"/>
                          <a:pt x="2424794" y="510651"/>
                        </a:cubicBezTo>
                        <a:cubicBezTo>
                          <a:pt x="2423154" y="510651"/>
                          <a:pt x="2422356" y="509808"/>
                          <a:pt x="2422400" y="508656"/>
                        </a:cubicBezTo>
                        <a:cubicBezTo>
                          <a:pt x="2415662" y="517478"/>
                          <a:pt x="2404180" y="525989"/>
                          <a:pt x="2394605" y="533791"/>
                        </a:cubicBezTo>
                        <a:cubicBezTo>
                          <a:pt x="2381039" y="544830"/>
                          <a:pt x="2366322" y="555868"/>
                          <a:pt x="2349830" y="563272"/>
                        </a:cubicBezTo>
                        <a:cubicBezTo>
                          <a:pt x="2337817" y="568635"/>
                          <a:pt x="2323232" y="571384"/>
                          <a:pt x="2319641" y="565134"/>
                        </a:cubicBezTo>
                        <a:cubicBezTo>
                          <a:pt x="2318666" y="563449"/>
                          <a:pt x="2318621" y="561321"/>
                          <a:pt x="2318887" y="559105"/>
                        </a:cubicBezTo>
                        <a:cubicBezTo>
                          <a:pt x="2319774" y="551568"/>
                          <a:pt x="2324473" y="542658"/>
                          <a:pt x="2333117" y="535033"/>
                        </a:cubicBezTo>
                        <a:cubicBezTo>
                          <a:pt x="2339679" y="529225"/>
                          <a:pt x="2347924" y="524659"/>
                          <a:pt x="2355948" y="520271"/>
                        </a:cubicBezTo>
                        <a:cubicBezTo>
                          <a:pt x="2361223" y="517345"/>
                          <a:pt x="2369735" y="512069"/>
                          <a:pt x="2379089" y="506572"/>
                        </a:cubicBezTo>
                        <a:cubicBezTo>
                          <a:pt x="2379045" y="505553"/>
                          <a:pt x="2379311" y="504489"/>
                          <a:pt x="2379842" y="503425"/>
                        </a:cubicBezTo>
                        <a:close/>
                        <a:moveTo>
                          <a:pt x="2402407" y="557730"/>
                        </a:moveTo>
                        <a:cubicBezTo>
                          <a:pt x="2410253" y="551923"/>
                          <a:pt x="2415219" y="545761"/>
                          <a:pt x="2421513" y="539599"/>
                        </a:cubicBezTo>
                        <a:cubicBezTo>
                          <a:pt x="2426478" y="540131"/>
                          <a:pt x="2422932" y="545096"/>
                          <a:pt x="2423641" y="548243"/>
                        </a:cubicBezTo>
                        <a:cubicBezTo>
                          <a:pt x="2424528" y="551967"/>
                          <a:pt x="2427853" y="553607"/>
                          <a:pt x="2431887" y="555115"/>
                        </a:cubicBezTo>
                        <a:cubicBezTo>
                          <a:pt x="2438271" y="557508"/>
                          <a:pt x="2444654" y="559902"/>
                          <a:pt x="2451082" y="562296"/>
                        </a:cubicBezTo>
                        <a:cubicBezTo>
                          <a:pt x="2440709" y="559858"/>
                          <a:pt x="2430380" y="557420"/>
                          <a:pt x="2420006" y="554982"/>
                        </a:cubicBezTo>
                        <a:cubicBezTo>
                          <a:pt x="2418277" y="554583"/>
                          <a:pt x="2416504" y="554183"/>
                          <a:pt x="2414376" y="554361"/>
                        </a:cubicBezTo>
                        <a:cubicBezTo>
                          <a:pt x="2407062" y="554982"/>
                          <a:pt x="2399215" y="561587"/>
                          <a:pt x="2391945" y="566463"/>
                        </a:cubicBezTo>
                        <a:cubicBezTo>
                          <a:pt x="2383921" y="571872"/>
                          <a:pt x="2374744" y="575995"/>
                          <a:pt x="2366100" y="578034"/>
                        </a:cubicBezTo>
                        <a:cubicBezTo>
                          <a:pt x="2378690" y="572360"/>
                          <a:pt x="2391368" y="565887"/>
                          <a:pt x="2402407" y="557730"/>
                        </a:cubicBezTo>
                        <a:close/>
                        <a:moveTo>
                          <a:pt x="2486281" y="408379"/>
                        </a:moveTo>
                        <a:cubicBezTo>
                          <a:pt x="2475642" y="416137"/>
                          <a:pt x="2441241" y="439100"/>
                          <a:pt x="2435123" y="428683"/>
                        </a:cubicBezTo>
                        <a:cubicBezTo>
                          <a:pt x="2447580" y="423053"/>
                          <a:pt x="2459860" y="420526"/>
                          <a:pt x="2472849" y="413078"/>
                        </a:cubicBezTo>
                        <a:cubicBezTo>
                          <a:pt x="2494793" y="400533"/>
                          <a:pt x="2513190" y="383687"/>
                          <a:pt x="2528573" y="366753"/>
                        </a:cubicBezTo>
                        <a:cubicBezTo>
                          <a:pt x="2520682" y="381515"/>
                          <a:pt x="2503526" y="395833"/>
                          <a:pt x="2486281" y="408379"/>
                        </a:cubicBezTo>
                        <a:close/>
                        <a:moveTo>
                          <a:pt x="2355549" y="395168"/>
                        </a:moveTo>
                        <a:cubicBezTo>
                          <a:pt x="2353865" y="397030"/>
                          <a:pt x="2351914" y="399291"/>
                          <a:pt x="2352534" y="400665"/>
                        </a:cubicBezTo>
                        <a:cubicBezTo>
                          <a:pt x="2352845" y="401419"/>
                          <a:pt x="2353865" y="401730"/>
                          <a:pt x="2354663" y="402129"/>
                        </a:cubicBezTo>
                        <a:cubicBezTo>
                          <a:pt x="2358076" y="403769"/>
                          <a:pt x="2358785" y="407404"/>
                          <a:pt x="2360071" y="410552"/>
                        </a:cubicBezTo>
                        <a:cubicBezTo>
                          <a:pt x="2362819" y="417157"/>
                          <a:pt x="2368715" y="421944"/>
                          <a:pt x="2374523" y="426644"/>
                        </a:cubicBezTo>
                        <a:cubicBezTo>
                          <a:pt x="2366543" y="422743"/>
                          <a:pt x="2359938" y="417644"/>
                          <a:pt x="2354884" y="411527"/>
                        </a:cubicBezTo>
                        <a:cubicBezTo>
                          <a:pt x="2353244" y="409532"/>
                          <a:pt x="2351737" y="407404"/>
                          <a:pt x="2349077" y="406163"/>
                        </a:cubicBezTo>
                        <a:cubicBezTo>
                          <a:pt x="2344200" y="403902"/>
                          <a:pt x="2336620" y="405098"/>
                          <a:pt x="2328640" y="407448"/>
                        </a:cubicBezTo>
                        <a:cubicBezTo>
                          <a:pt x="2324429" y="409266"/>
                          <a:pt x="2320129" y="410773"/>
                          <a:pt x="2315961" y="411881"/>
                        </a:cubicBezTo>
                        <a:cubicBezTo>
                          <a:pt x="2320084" y="410285"/>
                          <a:pt x="2324429" y="408689"/>
                          <a:pt x="2328640" y="407448"/>
                        </a:cubicBezTo>
                        <a:cubicBezTo>
                          <a:pt x="2337152" y="403769"/>
                          <a:pt x="2345442" y="398804"/>
                          <a:pt x="2352490" y="392996"/>
                        </a:cubicBezTo>
                        <a:cubicBezTo>
                          <a:pt x="2362598" y="384662"/>
                          <a:pt x="2367341" y="376683"/>
                          <a:pt x="2372351" y="367772"/>
                        </a:cubicBezTo>
                        <a:cubicBezTo>
                          <a:pt x="2376473" y="370698"/>
                          <a:pt x="2360292" y="389982"/>
                          <a:pt x="2355549" y="395168"/>
                        </a:cubicBezTo>
                        <a:close/>
                        <a:moveTo>
                          <a:pt x="2329349" y="436396"/>
                        </a:moveTo>
                        <a:cubicBezTo>
                          <a:pt x="2331078" y="438435"/>
                          <a:pt x="2329926" y="443090"/>
                          <a:pt x="2326911" y="446193"/>
                        </a:cubicBezTo>
                        <a:cubicBezTo>
                          <a:pt x="2323409" y="449829"/>
                          <a:pt x="2317646" y="452134"/>
                          <a:pt x="2312991" y="453907"/>
                        </a:cubicBezTo>
                        <a:cubicBezTo>
                          <a:pt x="2303815" y="457409"/>
                          <a:pt x="2294638" y="460911"/>
                          <a:pt x="2285462" y="464369"/>
                        </a:cubicBezTo>
                        <a:cubicBezTo>
                          <a:pt x="2283201" y="465211"/>
                          <a:pt x="2280851" y="466098"/>
                          <a:pt x="2278768" y="466320"/>
                        </a:cubicBezTo>
                        <a:cubicBezTo>
                          <a:pt x="2274025" y="466763"/>
                          <a:pt x="2272251" y="463305"/>
                          <a:pt x="2273936" y="459448"/>
                        </a:cubicBezTo>
                        <a:cubicBezTo>
                          <a:pt x="2273759" y="459493"/>
                          <a:pt x="2273581" y="459581"/>
                          <a:pt x="2273404" y="459670"/>
                        </a:cubicBezTo>
                        <a:cubicBezTo>
                          <a:pt x="2267375" y="461709"/>
                          <a:pt x="2261257" y="463571"/>
                          <a:pt x="2255804" y="463881"/>
                        </a:cubicBezTo>
                        <a:cubicBezTo>
                          <a:pt x="2253854" y="463970"/>
                          <a:pt x="2251815" y="463749"/>
                          <a:pt x="2251549" y="462419"/>
                        </a:cubicBezTo>
                        <a:cubicBezTo>
                          <a:pt x="2251416" y="461754"/>
                          <a:pt x="2251770" y="460956"/>
                          <a:pt x="2252169" y="460158"/>
                        </a:cubicBezTo>
                        <a:cubicBezTo>
                          <a:pt x="2255272" y="454040"/>
                          <a:pt x="2262720" y="448011"/>
                          <a:pt x="2270434" y="443489"/>
                        </a:cubicBezTo>
                        <a:cubicBezTo>
                          <a:pt x="2278192" y="438967"/>
                          <a:pt x="2286393" y="435598"/>
                          <a:pt x="2294461" y="431830"/>
                        </a:cubicBezTo>
                        <a:cubicBezTo>
                          <a:pt x="2300490" y="428993"/>
                          <a:pt x="2306563" y="425890"/>
                          <a:pt x="2312592" y="424294"/>
                        </a:cubicBezTo>
                        <a:cubicBezTo>
                          <a:pt x="2324296" y="421191"/>
                          <a:pt x="2336398" y="423629"/>
                          <a:pt x="2344910" y="425535"/>
                        </a:cubicBezTo>
                        <a:cubicBezTo>
                          <a:pt x="2342870" y="428240"/>
                          <a:pt x="2335689" y="432096"/>
                          <a:pt x="2328418" y="435598"/>
                        </a:cubicBezTo>
                        <a:cubicBezTo>
                          <a:pt x="2328729" y="435820"/>
                          <a:pt x="2329083" y="436086"/>
                          <a:pt x="2329349" y="436396"/>
                        </a:cubicBezTo>
                        <a:close/>
                        <a:moveTo>
                          <a:pt x="2317558" y="371407"/>
                        </a:moveTo>
                        <a:cubicBezTo>
                          <a:pt x="2314055" y="375042"/>
                          <a:pt x="2308292" y="377348"/>
                          <a:pt x="2303638" y="379121"/>
                        </a:cubicBezTo>
                        <a:cubicBezTo>
                          <a:pt x="2298584" y="381027"/>
                          <a:pt x="2293574" y="382933"/>
                          <a:pt x="2288521" y="384884"/>
                        </a:cubicBezTo>
                        <a:cubicBezTo>
                          <a:pt x="2285152" y="388874"/>
                          <a:pt x="2282625" y="393085"/>
                          <a:pt x="2279522" y="397164"/>
                        </a:cubicBezTo>
                        <a:cubicBezTo>
                          <a:pt x="2274202" y="404168"/>
                          <a:pt x="2266887" y="410995"/>
                          <a:pt x="2258509" y="416757"/>
                        </a:cubicBezTo>
                        <a:cubicBezTo>
                          <a:pt x="2251549" y="421546"/>
                          <a:pt x="2243259" y="425801"/>
                          <a:pt x="2236077" y="426555"/>
                        </a:cubicBezTo>
                        <a:cubicBezTo>
                          <a:pt x="2228762" y="427353"/>
                          <a:pt x="2223886" y="424250"/>
                          <a:pt x="2222379" y="419728"/>
                        </a:cubicBezTo>
                        <a:cubicBezTo>
                          <a:pt x="2219276" y="410463"/>
                          <a:pt x="2228851" y="396188"/>
                          <a:pt x="2242106" y="385194"/>
                        </a:cubicBezTo>
                        <a:cubicBezTo>
                          <a:pt x="2255361" y="374200"/>
                          <a:pt x="2271630" y="365821"/>
                          <a:pt x="2287501" y="358063"/>
                        </a:cubicBezTo>
                        <a:cubicBezTo>
                          <a:pt x="2294062" y="354872"/>
                          <a:pt x="2300800" y="351680"/>
                          <a:pt x="2307273" y="350217"/>
                        </a:cubicBezTo>
                        <a:cubicBezTo>
                          <a:pt x="2316316" y="348178"/>
                          <a:pt x="2341629" y="348576"/>
                          <a:pt x="2342826" y="354473"/>
                        </a:cubicBezTo>
                        <a:cubicBezTo>
                          <a:pt x="2336487" y="358418"/>
                          <a:pt x="2328463" y="361566"/>
                          <a:pt x="2320749" y="364757"/>
                        </a:cubicBezTo>
                        <a:cubicBezTo>
                          <a:pt x="2320572" y="366974"/>
                          <a:pt x="2319419" y="369457"/>
                          <a:pt x="2317558" y="371407"/>
                        </a:cubicBezTo>
                        <a:close/>
                        <a:moveTo>
                          <a:pt x="2263695" y="336652"/>
                        </a:moveTo>
                        <a:cubicBezTo>
                          <a:pt x="2263163" y="337406"/>
                          <a:pt x="2262587" y="338159"/>
                          <a:pt x="2261745" y="338514"/>
                        </a:cubicBezTo>
                        <a:cubicBezTo>
                          <a:pt x="2260814" y="338913"/>
                          <a:pt x="2259750" y="338779"/>
                          <a:pt x="2258775" y="338514"/>
                        </a:cubicBezTo>
                        <a:cubicBezTo>
                          <a:pt x="2254253" y="337317"/>
                          <a:pt x="2250573" y="334125"/>
                          <a:pt x="2247248" y="330800"/>
                        </a:cubicBezTo>
                        <a:cubicBezTo>
                          <a:pt x="2244101" y="327608"/>
                          <a:pt x="2241087" y="324062"/>
                          <a:pt x="2239934" y="319761"/>
                        </a:cubicBezTo>
                        <a:cubicBezTo>
                          <a:pt x="2238338" y="313688"/>
                          <a:pt x="2240732" y="307349"/>
                          <a:pt x="2241707" y="301143"/>
                        </a:cubicBezTo>
                        <a:cubicBezTo>
                          <a:pt x="2242993" y="293030"/>
                          <a:pt x="2243702" y="288065"/>
                          <a:pt x="2252391" y="286070"/>
                        </a:cubicBezTo>
                        <a:cubicBezTo>
                          <a:pt x="2258730" y="284607"/>
                          <a:pt x="2264227" y="284873"/>
                          <a:pt x="2267552" y="290459"/>
                        </a:cubicBezTo>
                        <a:cubicBezTo>
                          <a:pt x="2275177" y="303226"/>
                          <a:pt x="2271852" y="325214"/>
                          <a:pt x="2263695" y="336652"/>
                        </a:cubicBezTo>
                        <a:close/>
                        <a:moveTo>
                          <a:pt x="2208592" y="337317"/>
                        </a:moveTo>
                        <a:cubicBezTo>
                          <a:pt x="2209035" y="337051"/>
                          <a:pt x="2209523" y="336785"/>
                          <a:pt x="2209922" y="336430"/>
                        </a:cubicBezTo>
                        <a:cubicBezTo>
                          <a:pt x="2214976" y="332529"/>
                          <a:pt x="2215906" y="325436"/>
                          <a:pt x="2216793" y="319097"/>
                        </a:cubicBezTo>
                        <a:cubicBezTo>
                          <a:pt x="2217769" y="312092"/>
                          <a:pt x="2218877" y="304822"/>
                          <a:pt x="2220960" y="298040"/>
                        </a:cubicBezTo>
                        <a:cubicBezTo>
                          <a:pt x="2222202" y="294005"/>
                          <a:pt x="2225083" y="287267"/>
                          <a:pt x="2227122" y="294670"/>
                        </a:cubicBezTo>
                        <a:cubicBezTo>
                          <a:pt x="2228142" y="298394"/>
                          <a:pt x="2223664" y="308413"/>
                          <a:pt x="2223709" y="313068"/>
                        </a:cubicBezTo>
                        <a:cubicBezTo>
                          <a:pt x="2223709" y="319362"/>
                          <a:pt x="2224906" y="325658"/>
                          <a:pt x="2227388" y="331465"/>
                        </a:cubicBezTo>
                        <a:cubicBezTo>
                          <a:pt x="2229028" y="335277"/>
                          <a:pt x="2231112" y="338913"/>
                          <a:pt x="2232442" y="342858"/>
                        </a:cubicBezTo>
                        <a:cubicBezTo>
                          <a:pt x="2229383" y="341307"/>
                          <a:pt x="2226147" y="340110"/>
                          <a:pt x="2222822" y="339178"/>
                        </a:cubicBezTo>
                        <a:cubicBezTo>
                          <a:pt x="2221847" y="347912"/>
                          <a:pt x="2215995" y="358196"/>
                          <a:pt x="2215995" y="366619"/>
                        </a:cubicBezTo>
                        <a:cubicBezTo>
                          <a:pt x="2215995" y="372294"/>
                          <a:pt x="2218655" y="376860"/>
                          <a:pt x="2221271" y="381293"/>
                        </a:cubicBezTo>
                        <a:cubicBezTo>
                          <a:pt x="2221758" y="382091"/>
                          <a:pt x="2222334" y="382933"/>
                          <a:pt x="2223664" y="382977"/>
                        </a:cubicBezTo>
                        <a:cubicBezTo>
                          <a:pt x="2225438" y="383022"/>
                          <a:pt x="2227654" y="381603"/>
                          <a:pt x="2229516" y="380362"/>
                        </a:cubicBezTo>
                        <a:cubicBezTo>
                          <a:pt x="2240156" y="373269"/>
                          <a:pt x="2251017" y="367639"/>
                          <a:pt x="2262011" y="361876"/>
                        </a:cubicBezTo>
                        <a:cubicBezTo>
                          <a:pt x="2266931" y="358817"/>
                          <a:pt x="2272074" y="356024"/>
                          <a:pt x="2277305" y="353630"/>
                        </a:cubicBezTo>
                        <a:cubicBezTo>
                          <a:pt x="2272207" y="356512"/>
                          <a:pt x="2267109" y="359216"/>
                          <a:pt x="2262011" y="361876"/>
                        </a:cubicBezTo>
                        <a:cubicBezTo>
                          <a:pt x="2240954" y="374954"/>
                          <a:pt x="2223177" y="393174"/>
                          <a:pt x="2215374" y="409798"/>
                        </a:cubicBezTo>
                        <a:cubicBezTo>
                          <a:pt x="2215242" y="406473"/>
                          <a:pt x="2219453" y="402084"/>
                          <a:pt x="2220428" y="398405"/>
                        </a:cubicBezTo>
                        <a:cubicBezTo>
                          <a:pt x="2221359" y="394903"/>
                          <a:pt x="2219276" y="392464"/>
                          <a:pt x="2217591" y="390071"/>
                        </a:cubicBezTo>
                        <a:cubicBezTo>
                          <a:pt x="2208681" y="377348"/>
                          <a:pt x="2210143" y="358418"/>
                          <a:pt x="2221359" y="338868"/>
                        </a:cubicBezTo>
                        <a:cubicBezTo>
                          <a:pt x="2217237" y="337849"/>
                          <a:pt x="2212892" y="337317"/>
                          <a:pt x="2208592" y="337317"/>
                        </a:cubicBezTo>
                        <a:cubicBezTo>
                          <a:pt x="2204425" y="339755"/>
                          <a:pt x="2199061" y="339622"/>
                          <a:pt x="2194140" y="339356"/>
                        </a:cubicBezTo>
                        <a:cubicBezTo>
                          <a:pt x="2198839" y="337982"/>
                          <a:pt x="2203715" y="337317"/>
                          <a:pt x="2208592" y="337317"/>
                        </a:cubicBezTo>
                        <a:close/>
                        <a:moveTo>
                          <a:pt x="2171487" y="274854"/>
                        </a:moveTo>
                        <a:cubicBezTo>
                          <a:pt x="2169802" y="276672"/>
                          <a:pt x="2167541" y="278091"/>
                          <a:pt x="2165547" y="279287"/>
                        </a:cubicBezTo>
                        <a:cubicBezTo>
                          <a:pt x="2165369" y="279376"/>
                          <a:pt x="2165236" y="279465"/>
                          <a:pt x="2165059" y="279598"/>
                        </a:cubicBezTo>
                        <a:cubicBezTo>
                          <a:pt x="2159429" y="304689"/>
                          <a:pt x="2140322" y="326500"/>
                          <a:pt x="2115364" y="333504"/>
                        </a:cubicBezTo>
                        <a:cubicBezTo>
                          <a:pt x="2112261" y="334346"/>
                          <a:pt x="2108980" y="335011"/>
                          <a:pt x="2105877" y="334213"/>
                        </a:cubicBezTo>
                        <a:cubicBezTo>
                          <a:pt x="2101666" y="333105"/>
                          <a:pt x="2098474" y="329337"/>
                          <a:pt x="2097144" y="325170"/>
                        </a:cubicBezTo>
                        <a:cubicBezTo>
                          <a:pt x="2095814" y="321003"/>
                          <a:pt x="2096036" y="316481"/>
                          <a:pt x="2096789" y="312181"/>
                        </a:cubicBezTo>
                        <a:cubicBezTo>
                          <a:pt x="2099494" y="296665"/>
                          <a:pt x="2108360" y="283056"/>
                          <a:pt x="2117004" y="269889"/>
                        </a:cubicBezTo>
                        <a:cubicBezTo>
                          <a:pt x="2124718" y="258230"/>
                          <a:pt x="2136776" y="247768"/>
                          <a:pt x="2151981" y="249231"/>
                        </a:cubicBezTo>
                        <a:cubicBezTo>
                          <a:pt x="2158764" y="249896"/>
                          <a:pt x="2162709" y="253664"/>
                          <a:pt x="2164793" y="258674"/>
                        </a:cubicBezTo>
                        <a:cubicBezTo>
                          <a:pt x="2166433" y="258806"/>
                          <a:pt x="2167941" y="259250"/>
                          <a:pt x="2169226" y="260003"/>
                        </a:cubicBezTo>
                        <a:cubicBezTo>
                          <a:pt x="2169536" y="259959"/>
                          <a:pt x="2169847" y="259915"/>
                          <a:pt x="2170201" y="259871"/>
                        </a:cubicBezTo>
                        <a:cubicBezTo>
                          <a:pt x="2174368" y="259826"/>
                          <a:pt x="2177782" y="263151"/>
                          <a:pt x="2177871" y="267318"/>
                        </a:cubicBezTo>
                        <a:cubicBezTo>
                          <a:pt x="2177871" y="271130"/>
                          <a:pt x="2175122" y="274278"/>
                          <a:pt x="2171487" y="274854"/>
                        </a:cubicBezTo>
                        <a:close/>
                        <a:moveTo>
                          <a:pt x="2144800" y="233848"/>
                        </a:moveTo>
                        <a:cubicBezTo>
                          <a:pt x="2135978" y="234779"/>
                          <a:pt x="2127067" y="236508"/>
                          <a:pt x="2119442" y="241030"/>
                        </a:cubicBezTo>
                        <a:cubicBezTo>
                          <a:pt x="2104591" y="249896"/>
                          <a:pt x="2097720" y="267495"/>
                          <a:pt x="2092622" y="284031"/>
                        </a:cubicBezTo>
                        <a:cubicBezTo>
                          <a:pt x="2094129" y="274145"/>
                          <a:pt x="2096833" y="264259"/>
                          <a:pt x="2101710" y="255526"/>
                        </a:cubicBezTo>
                        <a:cubicBezTo>
                          <a:pt x="2106631" y="246793"/>
                          <a:pt x="2113901" y="239168"/>
                          <a:pt x="2123033" y="235001"/>
                        </a:cubicBezTo>
                        <a:cubicBezTo>
                          <a:pt x="2131855" y="230967"/>
                          <a:pt x="2141830" y="230390"/>
                          <a:pt x="2151538" y="229859"/>
                        </a:cubicBezTo>
                        <a:cubicBezTo>
                          <a:pt x="2158099" y="229504"/>
                          <a:pt x="2166832" y="228662"/>
                          <a:pt x="2172506" y="232518"/>
                        </a:cubicBezTo>
                        <a:cubicBezTo>
                          <a:pt x="2164527" y="235089"/>
                          <a:pt x="2153311" y="232917"/>
                          <a:pt x="2144800" y="233848"/>
                        </a:cubicBezTo>
                        <a:close/>
                        <a:moveTo>
                          <a:pt x="2101267" y="356113"/>
                        </a:moveTo>
                        <a:cubicBezTo>
                          <a:pt x="2101976" y="362718"/>
                          <a:pt x="2095903" y="374244"/>
                          <a:pt x="2093376" y="382047"/>
                        </a:cubicBezTo>
                        <a:cubicBezTo>
                          <a:pt x="2093021" y="383110"/>
                          <a:pt x="2092711" y="384219"/>
                          <a:pt x="2093331" y="384839"/>
                        </a:cubicBezTo>
                        <a:cubicBezTo>
                          <a:pt x="2093908" y="385416"/>
                          <a:pt x="2095104" y="385416"/>
                          <a:pt x="2096257" y="385460"/>
                        </a:cubicBezTo>
                        <a:cubicBezTo>
                          <a:pt x="2109158" y="385681"/>
                          <a:pt x="2119753" y="389317"/>
                          <a:pt x="2126624" y="395568"/>
                        </a:cubicBezTo>
                        <a:cubicBezTo>
                          <a:pt x="2128885" y="397385"/>
                          <a:pt x="2130702" y="399557"/>
                          <a:pt x="2131899" y="402129"/>
                        </a:cubicBezTo>
                        <a:cubicBezTo>
                          <a:pt x="2130525" y="399690"/>
                          <a:pt x="2128752" y="397518"/>
                          <a:pt x="2126624" y="395568"/>
                        </a:cubicBezTo>
                        <a:cubicBezTo>
                          <a:pt x="2116960" y="387765"/>
                          <a:pt x="2098518" y="386480"/>
                          <a:pt x="2078968" y="390558"/>
                        </a:cubicBezTo>
                        <a:cubicBezTo>
                          <a:pt x="2070989" y="392243"/>
                          <a:pt x="2062876" y="394681"/>
                          <a:pt x="2054675" y="397696"/>
                        </a:cubicBezTo>
                        <a:cubicBezTo>
                          <a:pt x="2053212" y="398493"/>
                          <a:pt x="2051705" y="399336"/>
                          <a:pt x="2050153" y="400178"/>
                        </a:cubicBezTo>
                        <a:cubicBezTo>
                          <a:pt x="2044878" y="402439"/>
                          <a:pt x="2039336" y="404345"/>
                          <a:pt x="2033883" y="406295"/>
                        </a:cubicBezTo>
                        <a:cubicBezTo>
                          <a:pt x="2024264" y="410729"/>
                          <a:pt x="2014733" y="415694"/>
                          <a:pt x="2005423" y="420881"/>
                        </a:cubicBezTo>
                        <a:cubicBezTo>
                          <a:pt x="2013358" y="413876"/>
                          <a:pt x="2023555" y="409975"/>
                          <a:pt x="2033883" y="406295"/>
                        </a:cubicBezTo>
                        <a:cubicBezTo>
                          <a:pt x="2040799" y="403104"/>
                          <a:pt x="2047759" y="400222"/>
                          <a:pt x="2054675" y="397696"/>
                        </a:cubicBezTo>
                        <a:cubicBezTo>
                          <a:pt x="2064295" y="392375"/>
                          <a:pt x="2072673" y="387721"/>
                          <a:pt x="2081007" y="379963"/>
                        </a:cubicBezTo>
                        <a:cubicBezTo>
                          <a:pt x="2085396" y="375840"/>
                          <a:pt x="2089297" y="371540"/>
                          <a:pt x="2092400" y="367151"/>
                        </a:cubicBezTo>
                        <a:cubicBezTo>
                          <a:pt x="2094617" y="364004"/>
                          <a:pt x="2096390" y="357665"/>
                          <a:pt x="2101267" y="356113"/>
                        </a:cubicBezTo>
                        <a:close/>
                        <a:moveTo>
                          <a:pt x="2036012" y="561543"/>
                        </a:moveTo>
                        <a:cubicBezTo>
                          <a:pt x="2033174" y="557109"/>
                          <a:pt x="2034105" y="550770"/>
                          <a:pt x="2035657" y="544475"/>
                        </a:cubicBezTo>
                        <a:cubicBezTo>
                          <a:pt x="2037208" y="538224"/>
                          <a:pt x="2039248" y="531708"/>
                          <a:pt x="2038538" y="526211"/>
                        </a:cubicBezTo>
                        <a:cubicBezTo>
                          <a:pt x="2037962" y="521778"/>
                          <a:pt x="2035036" y="518054"/>
                          <a:pt x="2029805" y="516990"/>
                        </a:cubicBezTo>
                        <a:cubicBezTo>
                          <a:pt x="2028386" y="516990"/>
                          <a:pt x="2027012" y="516946"/>
                          <a:pt x="2025771" y="516635"/>
                        </a:cubicBezTo>
                        <a:cubicBezTo>
                          <a:pt x="2027278" y="516591"/>
                          <a:pt x="2028564" y="516724"/>
                          <a:pt x="2029805" y="516990"/>
                        </a:cubicBezTo>
                        <a:cubicBezTo>
                          <a:pt x="2037607" y="516946"/>
                          <a:pt x="2047715" y="512867"/>
                          <a:pt x="2056758" y="508434"/>
                        </a:cubicBezTo>
                        <a:cubicBezTo>
                          <a:pt x="2074047" y="499922"/>
                          <a:pt x="2090982" y="489327"/>
                          <a:pt x="2104459" y="476871"/>
                        </a:cubicBezTo>
                        <a:cubicBezTo>
                          <a:pt x="2115763" y="466453"/>
                          <a:pt x="2121216" y="456922"/>
                          <a:pt x="2127156" y="446238"/>
                        </a:cubicBezTo>
                        <a:cubicBezTo>
                          <a:pt x="2129949" y="449784"/>
                          <a:pt x="2125072" y="459227"/>
                          <a:pt x="2122368" y="464458"/>
                        </a:cubicBezTo>
                        <a:cubicBezTo>
                          <a:pt x="2118112" y="472748"/>
                          <a:pt x="2111064" y="481481"/>
                          <a:pt x="2101444" y="488663"/>
                        </a:cubicBezTo>
                        <a:cubicBezTo>
                          <a:pt x="2094750" y="493628"/>
                          <a:pt x="2087125" y="497661"/>
                          <a:pt x="2079633" y="501563"/>
                        </a:cubicBezTo>
                        <a:cubicBezTo>
                          <a:pt x="2069969" y="506616"/>
                          <a:pt x="2060305" y="511670"/>
                          <a:pt x="2050641" y="516768"/>
                        </a:cubicBezTo>
                        <a:cubicBezTo>
                          <a:pt x="2049133" y="517566"/>
                          <a:pt x="2047582" y="518409"/>
                          <a:pt x="2046518" y="519517"/>
                        </a:cubicBezTo>
                        <a:cubicBezTo>
                          <a:pt x="2045764" y="520315"/>
                          <a:pt x="2045410" y="521157"/>
                          <a:pt x="2045099" y="521955"/>
                        </a:cubicBezTo>
                        <a:cubicBezTo>
                          <a:pt x="2042661" y="528427"/>
                          <a:pt x="2043769" y="534013"/>
                          <a:pt x="2041641" y="540441"/>
                        </a:cubicBezTo>
                        <a:cubicBezTo>
                          <a:pt x="2039203" y="547711"/>
                          <a:pt x="2032642" y="556578"/>
                          <a:pt x="2036012" y="561543"/>
                        </a:cubicBezTo>
                        <a:close/>
                        <a:moveTo>
                          <a:pt x="2070989" y="404212"/>
                        </a:moveTo>
                        <a:cubicBezTo>
                          <a:pt x="2071255" y="404212"/>
                          <a:pt x="2071521" y="404212"/>
                          <a:pt x="2071787" y="404212"/>
                        </a:cubicBezTo>
                        <a:cubicBezTo>
                          <a:pt x="2071609" y="404256"/>
                          <a:pt x="2071432" y="404301"/>
                          <a:pt x="2071255" y="404390"/>
                        </a:cubicBezTo>
                        <a:lnTo>
                          <a:pt x="2083623" y="412059"/>
                        </a:lnTo>
                        <a:cubicBezTo>
                          <a:pt x="2083180" y="412502"/>
                          <a:pt x="2082781" y="412901"/>
                          <a:pt x="2082337" y="413344"/>
                        </a:cubicBezTo>
                        <a:cubicBezTo>
                          <a:pt x="2082736" y="414585"/>
                          <a:pt x="2082515" y="416137"/>
                          <a:pt x="2081362" y="417910"/>
                        </a:cubicBezTo>
                        <a:cubicBezTo>
                          <a:pt x="2079411" y="420925"/>
                          <a:pt x="2075555" y="423496"/>
                          <a:pt x="2071787" y="424515"/>
                        </a:cubicBezTo>
                        <a:cubicBezTo>
                          <a:pt x="2072540" y="424693"/>
                          <a:pt x="2073249" y="425004"/>
                          <a:pt x="2073826" y="425402"/>
                        </a:cubicBezTo>
                        <a:cubicBezTo>
                          <a:pt x="2077682" y="428240"/>
                          <a:pt x="2081983" y="433958"/>
                          <a:pt x="2074845" y="440431"/>
                        </a:cubicBezTo>
                        <a:cubicBezTo>
                          <a:pt x="2072673" y="442425"/>
                          <a:pt x="2069836" y="443932"/>
                          <a:pt x="2067176" y="445573"/>
                        </a:cubicBezTo>
                        <a:cubicBezTo>
                          <a:pt x="2059596" y="450272"/>
                          <a:pt x="2052724" y="456655"/>
                          <a:pt x="2044612" y="459448"/>
                        </a:cubicBezTo>
                        <a:cubicBezTo>
                          <a:pt x="2040843" y="460734"/>
                          <a:pt x="2037430" y="461000"/>
                          <a:pt x="2034460" y="460557"/>
                        </a:cubicBezTo>
                        <a:cubicBezTo>
                          <a:pt x="2026835" y="467916"/>
                          <a:pt x="2018767" y="475097"/>
                          <a:pt x="2009191" y="480905"/>
                        </a:cubicBezTo>
                        <a:cubicBezTo>
                          <a:pt x="1997178" y="488175"/>
                          <a:pt x="1982061" y="492696"/>
                          <a:pt x="1974081" y="489106"/>
                        </a:cubicBezTo>
                        <a:cubicBezTo>
                          <a:pt x="1969737" y="487155"/>
                          <a:pt x="1968008" y="483166"/>
                          <a:pt x="1967121" y="478954"/>
                        </a:cubicBezTo>
                        <a:cubicBezTo>
                          <a:pt x="1966367" y="475363"/>
                          <a:pt x="1966146" y="471418"/>
                          <a:pt x="1967609" y="467074"/>
                        </a:cubicBezTo>
                        <a:cubicBezTo>
                          <a:pt x="1972086" y="453730"/>
                          <a:pt x="1990617" y="440120"/>
                          <a:pt x="2008172" y="430367"/>
                        </a:cubicBezTo>
                        <a:cubicBezTo>
                          <a:pt x="2028608" y="419018"/>
                          <a:pt x="2050197" y="410241"/>
                          <a:pt x="2071255" y="404434"/>
                        </a:cubicBezTo>
                        <a:lnTo>
                          <a:pt x="2070989" y="404212"/>
                        </a:lnTo>
                        <a:close/>
                        <a:moveTo>
                          <a:pt x="2086726" y="426954"/>
                        </a:moveTo>
                        <a:cubicBezTo>
                          <a:pt x="2089031" y="426954"/>
                          <a:pt x="2089829" y="428550"/>
                          <a:pt x="2088544" y="430545"/>
                        </a:cubicBezTo>
                        <a:cubicBezTo>
                          <a:pt x="2087258" y="432540"/>
                          <a:pt x="2084332" y="434135"/>
                          <a:pt x="2082071" y="434135"/>
                        </a:cubicBezTo>
                        <a:cubicBezTo>
                          <a:pt x="2079766" y="434135"/>
                          <a:pt x="2078968" y="432540"/>
                          <a:pt x="2080254" y="430545"/>
                        </a:cubicBezTo>
                        <a:cubicBezTo>
                          <a:pt x="2081539" y="428550"/>
                          <a:pt x="2084421" y="426954"/>
                          <a:pt x="2086726" y="426954"/>
                        </a:cubicBezTo>
                        <a:close/>
                        <a:moveTo>
                          <a:pt x="2031002" y="381869"/>
                        </a:moveTo>
                        <a:cubicBezTo>
                          <a:pt x="2032288" y="379874"/>
                          <a:pt x="2035214" y="378279"/>
                          <a:pt x="2037474" y="378279"/>
                        </a:cubicBezTo>
                        <a:cubicBezTo>
                          <a:pt x="2039735" y="378279"/>
                          <a:pt x="2040577" y="379874"/>
                          <a:pt x="2039292" y="381869"/>
                        </a:cubicBezTo>
                        <a:cubicBezTo>
                          <a:pt x="2038006" y="383864"/>
                          <a:pt x="2035080" y="385460"/>
                          <a:pt x="2032820" y="385460"/>
                        </a:cubicBezTo>
                        <a:cubicBezTo>
                          <a:pt x="2030559" y="385460"/>
                          <a:pt x="2029716" y="383864"/>
                          <a:pt x="2031002" y="381869"/>
                        </a:cubicBezTo>
                        <a:close/>
                        <a:moveTo>
                          <a:pt x="1693510" y="526300"/>
                        </a:moveTo>
                        <a:cubicBezTo>
                          <a:pt x="1693643" y="527408"/>
                          <a:pt x="1693289" y="528738"/>
                          <a:pt x="1692358" y="530201"/>
                        </a:cubicBezTo>
                        <a:cubicBezTo>
                          <a:pt x="1689831" y="534102"/>
                          <a:pt x="1684157" y="537249"/>
                          <a:pt x="1679679" y="537249"/>
                        </a:cubicBezTo>
                        <a:cubicBezTo>
                          <a:pt x="1676931" y="537249"/>
                          <a:pt x="1675290" y="536052"/>
                          <a:pt x="1674980" y="534235"/>
                        </a:cubicBezTo>
                        <a:cubicBezTo>
                          <a:pt x="1674980" y="534235"/>
                          <a:pt x="1674936" y="534279"/>
                          <a:pt x="1674936" y="534279"/>
                        </a:cubicBezTo>
                        <a:cubicBezTo>
                          <a:pt x="1667355" y="538978"/>
                          <a:pt x="1660484" y="545362"/>
                          <a:pt x="1652371" y="548155"/>
                        </a:cubicBezTo>
                        <a:cubicBezTo>
                          <a:pt x="1644037" y="551036"/>
                          <a:pt x="1637343" y="548908"/>
                          <a:pt x="1633752" y="545273"/>
                        </a:cubicBezTo>
                        <a:cubicBezTo>
                          <a:pt x="1631979" y="543456"/>
                          <a:pt x="1630693" y="541062"/>
                          <a:pt x="1632156" y="537959"/>
                        </a:cubicBezTo>
                        <a:cubicBezTo>
                          <a:pt x="1633176" y="535742"/>
                          <a:pt x="1635437" y="533526"/>
                          <a:pt x="1637875" y="531442"/>
                        </a:cubicBezTo>
                        <a:cubicBezTo>
                          <a:pt x="1634196" y="529757"/>
                          <a:pt x="1631757" y="527142"/>
                          <a:pt x="1632688" y="523064"/>
                        </a:cubicBezTo>
                        <a:cubicBezTo>
                          <a:pt x="1633442" y="519650"/>
                          <a:pt x="1636457" y="515838"/>
                          <a:pt x="1639826" y="512291"/>
                        </a:cubicBezTo>
                        <a:cubicBezTo>
                          <a:pt x="1642973" y="509010"/>
                          <a:pt x="1646653" y="505730"/>
                          <a:pt x="1650997" y="503292"/>
                        </a:cubicBezTo>
                        <a:cubicBezTo>
                          <a:pt x="1657868" y="499390"/>
                          <a:pt x="1665227" y="498150"/>
                          <a:pt x="1671921" y="497396"/>
                        </a:cubicBezTo>
                        <a:cubicBezTo>
                          <a:pt x="1688501" y="495445"/>
                          <a:pt x="1719843" y="490746"/>
                          <a:pt x="1710135" y="509897"/>
                        </a:cubicBezTo>
                        <a:cubicBezTo>
                          <a:pt x="1706411" y="517212"/>
                          <a:pt x="1700470" y="522532"/>
                          <a:pt x="1693510" y="526300"/>
                        </a:cubicBezTo>
                        <a:close/>
                        <a:moveTo>
                          <a:pt x="1699584" y="542879"/>
                        </a:moveTo>
                        <a:cubicBezTo>
                          <a:pt x="1698298" y="544874"/>
                          <a:pt x="1695372" y="546470"/>
                          <a:pt x="1693111" y="546470"/>
                        </a:cubicBezTo>
                        <a:cubicBezTo>
                          <a:pt x="1690851" y="546470"/>
                          <a:pt x="1690008" y="544874"/>
                          <a:pt x="1691294" y="542879"/>
                        </a:cubicBezTo>
                        <a:cubicBezTo>
                          <a:pt x="1692580" y="540884"/>
                          <a:pt x="1695505" y="539288"/>
                          <a:pt x="1697766" y="539288"/>
                        </a:cubicBezTo>
                        <a:cubicBezTo>
                          <a:pt x="1700027" y="539288"/>
                          <a:pt x="1700869" y="540884"/>
                          <a:pt x="1699584" y="542879"/>
                        </a:cubicBezTo>
                        <a:close/>
                        <a:moveTo>
                          <a:pt x="1688767" y="465300"/>
                        </a:moveTo>
                        <a:cubicBezTo>
                          <a:pt x="1674182" y="471994"/>
                          <a:pt x="1659243" y="474432"/>
                          <a:pt x="1646697" y="473989"/>
                        </a:cubicBezTo>
                        <a:cubicBezTo>
                          <a:pt x="1634151" y="473546"/>
                          <a:pt x="1623600" y="470487"/>
                          <a:pt x="1613537" y="467118"/>
                        </a:cubicBezTo>
                        <a:cubicBezTo>
                          <a:pt x="1608040" y="465256"/>
                          <a:pt x="1602277" y="462862"/>
                          <a:pt x="1602632" y="457409"/>
                        </a:cubicBezTo>
                        <a:cubicBezTo>
                          <a:pt x="1603075" y="450937"/>
                          <a:pt x="1612385" y="442824"/>
                          <a:pt x="1621783" y="438170"/>
                        </a:cubicBezTo>
                        <a:cubicBezTo>
                          <a:pt x="1631181" y="433559"/>
                          <a:pt x="1640801" y="431476"/>
                          <a:pt x="1650243" y="428816"/>
                        </a:cubicBezTo>
                        <a:cubicBezTo>
                          <a:pt x="1677817" y="421146"/>
                          <a:pt x="1705790" y="408246"/>
                          <a:pt x="1733364" y="395523"/>
                        </a:cubicBezTo>
                        <a:lnTo>
                          <a:pt x="1738639" y="401330"/>
                        </a:lnTo>
                        <a:cubicBezTo>
                          <a:pt x="1745378" y="398804"/>
                          <a:pt x="1753224" y="397030"/>
                          <a:pt x="1756638" y="399513"/>
                        </a:cubicBezTo>
                        <a:cubicBezTo>
                          <a:pt x="1760494" y="402350"/>
                          <a:pt x="1764795" y="408069"/>
                          <a:pt x="1757657" y="414541"/>
                        </a:cubicBezTo>
                        <a:cubicBezTo>
                          <a:pt x="1755485" y="416536"/>
                          <a:pt x="1752648" y="418043"/>
                          <a:pt x="1749988" y="419683"/>
                        </a:cubicBezTo>
                        <a:cubicBezTo>
                          <a:pt x="1742851" y="424117"/>
                          <a:pt x="1736334" y="429969"/>
                          <a:pt x="1728886" y="432983"/>
                        </a:cubicBezTo>
                        <a:cubicBezTo>
                          <a:pt x="1727734" y="434534"/>
                          <a:pt x="1726537" y="436042"/>
                          <a:pt x="1725251" y="437549"/>
                        </a:cubicBezTo>
                        <a:cubicBezTo>
                          <a:pt x="1716119" y="448410"/>
                          <a:pt x="1703042" y="458739"/>
                          <a:pt x="1688767" y="465300"/>
                        </a:cubicBezTo>
                        <a:close/>
                        <a:moveTo>
                          <a:pt x="1577895" y="444420"/>
                        </a:moveTo>
                        <a:cubicBezTo>
                          <a:pt x="1572975" y="454883"/>
                          <a:pt x="1563266" y="465522"/>
                          <a:pt x="1553735" y="475851"/>
                        </a:cubicBezTo>
                        <a:cubicBezTo>
                          <a:pt x="1562291" y="466187"/>
                          <a:pt x="1569561" y="456035"/>
                          <a:pt x="1572709" y="446548"/>
                        </a:cubicBezTo>
                        <a:cubicBezTo>
                          <a:pt x="1575856" y="437061"/>
                          <a:pt x="1574570" y="428195"/>
                          <a:pt x="1567256" y="423807"/>
                        </a:cubicBezTo>
                        <a:cubicBezTo>
                          <a:pt x="1563532" y="421546"/>
                          <a:pt x="1558567" y="420614"/>
                          <a:pt x="1552981" y="420349"/>
                        </a:cubicBezTo>
                        <a:cubicBezTo>
                          <a:pt x="1543406" y="422432"/>
                          <a:pt x="1534229" y="423230"/>
                          <a:pt x="1526072" y="422521"/>
                        </a:cubicBezTo>
                        <a:cubicBezTo>
                          <a:pt x="1535249" y="421191"/>
                          <a:pt x="1544780" y="419994"/>
                          <a:pt x="1552981" y="420349"/>
                        </a:cubicBezTo>
                        <a:cubicBezTo>
                          <a:pt x="1569029" y="416891"/>
                          <a:pt x="1586229" y="409887"/>
                          <a:pt x="1601568" y="400178"/>
                        </a:cubicBezTo>
                        <a:cubicBezTo>
                          <a:pt x="1620276" y="388342"/>
                          <a:pt x="1633885" y="374023"/>
                          <a:pt x="1643904" y="359039"/>
                        </a:cubicBezTo>
                        <a:cubicBezTo>
                          <a:pt x="1643638" y="365999"/>
                          <a:pt x="1628211" y="380406"/>
                          <a:pt x="1620808" y="387544"/>
                        </a:cubicBezTo>
                        <a:cubicBezTo>
                          <a:pt x="1607109" y="400754"/>
                          <a:pt x="1589953" y="413123"/>
                          <a:pt x="1571600" y="420881"/>
                        </a:cubicBezTo>
                        <a:cubicBezTo>
                          <a:pt x="1581752" y="423540"/>
                          <a:pt x="1582816" y="433958"/>
                          <a:pt x="1577895" y="444420"/>
                        </a:cubicBezTo>
                        <a:close/>
                        <a:moveTo>
                          <a:pt x="1534052" y="450494"/>
                        </a:moveTo>
                        <a:cubicBezTo>
                          <a:pt x="1533476" y="450715"/>
                          <a:pt x="1532944" y="450937"/>
                          <a:pt x="1532367" y="451114"/>
                        </a:cubicBezTo>
                        <a:cubicBezTo>
                          <a:pt x="1530639" y="452134"/>
                          <a:pt x="1528732" y="452887"/>
                          <a:pt x="1526915" y="453198"/>
                        </a:cubicBezTo>
                        <a:cubicBezTo>
                          <a:pt x="1525053" y="453907"/>
                          <a:pt x="1523235" y="454616"/>
                          <a:pt x="1521373" y="455326"/>
                        </a:cubicBezTo>
                        <a:cubicBezTo>
                          <a:pt x="1520442" y="456345"/>
                          <a:pt x="1519467" y="457320"/>
                          <a:pt x="1518492" y="458252"/>
                        </a:cubicBezTo>
                        <a:cubicBezTo>
                          <a:pt x="1507764" y="468625"/>
                          <a:pt x="1501690" y="479131"/>
                          <a:pt x="1491494" y="489460"/>
                        </a:cubicBezTo>
                        <a:cubicBezTo>
                          <a:pt x="1478239" y="502893"/>
                          <a:pt x="1454434" y="511271"/>
                          <a:pt x="1441533" y="507326"/>
                        </a:cubicBezTo>
                        <a:cubicBezTo>
                          <a:pt x="1428633" y="503380"/>
                          <a:pt x="1428278" y="488175"/>
                          <a:pt x="1440292" y="474432"/>
                        </a:cubicBezTo>
                        <a:cubicBezTo>
                          <a:pt x="1445966" y="467960"/>
                          <a:pt x="1453680" y="462109"/>
                          <a:pt x="1461748" y="456922"/>
                        </a:cubicBezTo>
                        <a:cubicBezTo>
                          <a:pt x="1476333" y="447568"/>
                          <a:pt x="1518314" y="425934"/>
                          <a:pt x="1528777" y="434135"/>
                        </a:cubicBezTo>
                        <a:cubicBezTo>
                          <a:pt x="1536490" y="431830"/>
                          <a:pt x="1547573" y="429614"/>
                          <a:pt x="1550454" y="432983"/>
                        </a:cubicBezTo>
                        <a:cubicBezTo>
                          <a:pt x="1552183" y="435022"/>
                          <a:pt x="1551031" y="439677"/>
                          <a:pt x="1548016" y="442780"/>
                        </a:cubicBezTo>
                        <a:cubicBezTo>
                          <a:pt x="1544514" y="446415"/>
                          <a:pt x="1538751" y="448720"/>
                          <a:pt x="1534052" y="450494"/>
                        </a:cubicBezTo>
                        <a:close/>
                        <a:moveTo>
                          <a:pt x="1544913" y="459049"/>
                        </a:moveTo>
                        <a:cubicBezTo>
                          <a:pt x="1543627" y="461044"/>
                          <a:pt x="1540702" y="462640"/>
                          <a:pt x="1538441" y="462640"/>
                        </a:cubicBezTo>
                        <a:cubicBezTo>
                          <a:pt x="1536180" y="462640"/>
                          <a:pt x="1535338" y="461044"/>
                          <a:pt x="1536623" y="459049"/>
                        </a:cubicBezTo>
                        <a:cubicBezTo>
                          <a:pt x="1537909" y="457055"/>
                          <a:pt x="1540835" y="455459"/>
                          <a:pt x="1543096" y="455459"/>
                        </a:cubicBezTo>
                        <a:cubicBezTo>
                          <a:pt x="1545356" y="455459"/>
                          <a:pt x="1546199" y="457055"/>
                          <a:pt x="1544913" y="459049"/>
                        </a:cubicBezTo>
                        <a:close/>
                        <a:moveTo>
                          <a:pt x="1412363" y="573024"/>
                        </a:moveTo>
                        <a:cubicBezTo>
                          <a:pt x="1413383" y="574576"/>
                          <a:pt x="1414979" y="575995"/>
                          <a:pt x="1414092" y="578255"/>
                        </a:cubicBezTo>
                        <a:cubicBezTo>
                          <a:pt x="1412940" y="571960"/>
                          <a:pt x="1407664" y="567616"/>
                          <a:pt x="1399995" y="566064"/>
                        </a:cubicBezTo>
                        <a:cubicBezTo>
                          <a:pt x="1397779" y="566109"/>
                          <a:pt x="1395739" y="565887"/>
                          <a:pt x="1393966" y="565399"/>
                        </a:cubicBezTo>
                        <a:cubicBezTo>
                          <a:pt x="1396138" y="565444"/>
                          <a:pt x="1398089" y="565710"/>
                          <a:pt x="1399995" y="566064"/>
                        </a:cubicBezTo>
                        <a:cubicBezTo>
                          <a:pt x="1405670" y="565976"/>
                          <a:pt x="1412408" y="564202"/>
                          <a:pt x="1418880" y="561365"/>
                        </a:cubicBezTo>
                        <a:cubicBezTo>
                          <a:pt x="1427835" y="557420"/>
                          <a:pt x="1436214" y="551657"/>
                          <a:pt x="1443705" y="545584"/>
                        </a:cubicBezTo>
                        <a:cubicBezTo>
                          <a:pt x="1451641" y="539111"/>
                          <a:pt x="1457448" y="532727"/>
                          <a:pt x="1460551" y="525546"/>
                        </a:cubicBezTo>
                        <a:cubicBezTo>
                          <a:pt x="1467556" y="524704"/>
                          <a:pt x="1450311" y="542214"/>
                          <a:pt x="1446942" y="545317"/>
                        </a:cubicBezTo>
                        <a:cubicBezTo>
                          <a:pt x="1438474" y="552987"/>
                          <a:pt x="1428145" y="559902"/>
                          <a:pt x="1417328" y="564912"/>
                        </a:cubicBezTo>
                        <a:cubicBezTo>
                          <a:pt x="1416087" y="565488"/>
                          <a:pt x="1414757" y="566064"/>
                          <a:pt x="1413738" y="566906"/>
                        </a:cubicBezTo>
                        <a:cubicBezTo>
                          <a:pt x="1411167" y="568990"/>
                          <a:pt x="1411344" y="571473"/>
                          <a:pt x="1412363" y="573024"/>
                        </a:cubicBezTo>
                        <a:close/>
                        <a:moveTo>
                          <a:pt x="1390420" y="543456"/>
                        </a:moveTo>
                        <a:cubicBezTo>
                          <a:pt x="1396715" y="536407"/>
                          <a:pt x="1414979" y="520758"/>
                          <a:pt x="1424776" y="521290"/>
                        </a:cubicBezTo>
                        <a:cubicBezTo>
                          <a:pt x="1432268" y="521689"/>
                          <a:pt x="1429298" y="528561"/>
                          <a:pt x="1425397" y="534146"/>
                        </a:cubicBezTo>
                        <a:cubicBezTo>
                          <a:pt x="1420520" y="541062"/>
                          <a:pt x="1410369" y="550549"/>
                          <a:pt x="1400837" y="554538"/>
                        </a:cubicBezTo>
                        <a:cubicBezTo>
                          <a:pt x="1386652" y="560479"/>
                          <a:pt x="1381421" y="553519"/>
                          <a:pt x="1390420" y="543456"/>
                        </a:cubicBezTo>
                        <a:close/>
                        <a:moveTo>
                          <a:pt x="1420565" y="505641"/>
                        </a:moveTo>
                        <a:cubicBezTo>
                          <a:pt x="1404783" y="523994"/>
                          <a:pt x="1387494" y="543589"/>
                          <a:pt x="1363732" y="556799"/>
                        </a:cubicBezTo>
                        <a:cubicBezTo>
                          <a:pt x="1386740" y="543323"/>
                          <a:pt x="1405315" y="523684"/>
                          <a:pt x="1412762" y="505730"/>
                        </a:cubicBezTo>
                        <a:cubicBezTo>
                          <a:pt x="1420609" y="486534"/>
                          <a:pt x="1413959" y="475629"/>
                          <a:pt x="1405581" y="463527"/>
                        </a:cubicBezTo>
                        <a:cubicBezTo>
                          <a:pt x="1412319" y="466275"/>
                          <a:pt x="1416974" y="471994"/>
                          <a:pt x="1422205" y="476161"/>
                        </a:cubicBezTo>
                        <a:cubicBezTo>
                          <a:pt x="1423358" y="477092"/>
                          <a:pt x="1424953" y="477979"/>
                          <a:pt x="1427303" y="477048"/>
                        </a:cubicBezTo>
                        <a:cubicBezTo>
                          <a:pt x="1428500" y="476560"/>
                          <a:pt x="1429520" y="475718"/>
                          <a:pt x="1430495" y="474876"/>
                        </a:cubicBezTo>
                        <a:cubicBezTo>
                          <a:pt x="1438740" y="467827"/>
                          <a:pt x="1446986" y="460823"/>
                          <a:pt x="1455276" y="453774"/>
                        </a:cubicBezTo>
                        <a:cubicBezTo>
                          <a:pt x="1460108" y="449208"/>
                          <a:pt x="1465250" y="444775"/>
                          <a:pt x="1470792" y="440563"/>
                        </a:cubicBezTo>
                        <a:cubicBezTo>
                          <a:pt x="1465605" y="444952"/>
                          <a:pt x="1460463" y="449341"/>
                          <a:pt x="1455276" y="453774"/>
                        </a:cubicBezTo>
                        <a:cubicBezTo>
                          <a:pt x="1443351" y="465078"/>
                          <a:pt x="1433820" y="477314"/>
                          <a:pt x="1427835" y="489195"/>
                        </a:cubicBezTo>
                        <a:cubicBezTo>
                          <a:pt x="1427081" y="490702"/>
                          <a:pt x="1426372" y="492209"/>
                          <a:pt x="1426195" y="493583"/>
                        </a:cubicBezTo>
                        <a:cubicBezTo>
                          <a:pt x="1425929" y="495312"/>
                          <a:pt x="1426505" y="496775"/>
                          <a:pt x="1427037" y="498150"/>
                        </a:cubicBezTo>
                        <a:cubicBezTo>
                          <a:pt x="1428722" y="502405"/>
                          <a:pt x="1430406" y="506661"/>
                          <a:pt x="1433908" y="509764"/>
                        </a:cubicBezTo>
                        <a:cubicBezTo>
                          <a:pt x="1440602" y="515660"/>
                          <a:pt x="1453148" y="516724"/>
                          <a:pt x="1466093" y="515926"/>
                        </a:cubicBezTo>
                        <a:cubicBezTo>
                          <a:pt x="1443794" y="523817"/>
                          <a:pt x="1423358" y="519207"/>
                          <a:pt x="1420565" y="505641"/>
                        </a:cubicBezTo>
                        <a:close/>
                        <a:moveTo>
                          <a:pt x="1285577" y="510429"/>
                        </a:moveTo>
                        <a:cubicBezTo>
                          <a:pt x="1286730" y="507902"/>
                          <a:pt x="1289522" y="505375"/>
                          <a:pt x="1292271" y="503070"/>
                        </a:cubicBezTo>
                        <a:cubicBezTo>
                          <a:pt x="1298389" y="498016"/>
                          <a:pt x="1305393" y="493406"/>
                          <a:pt x="1312752" y="490081"/>
                        </a:cubicBezTo>
                        <a:cubicBezTo>
                          <a:pt x="1312929" y="489992"/>
                          <a:pt x="1313106" y="489948"/>
                          <a:pt x="1313284" y="489859"/>
                        </a:cubicBezTo>
                        <a:cubicBezTo>
                          <a:pt x="1318426" y="485426"/>
                          <a:pt x="1323923" y="481259"/>
                          <a:pt x="1329908" y="477491"/>
                        </a:cubicBezTo>
                        <a:cubicBezTo>
                          <a:pt x="1345557" y="467606"/>
                          <a:pt x="1364752" y="460956"/>
                          <a:pt x="1377830" y="463039"/>
                        </a:cubicBezTo>
                        <a:lnTo>
                          <a:pt x="1370825" y="474920"/>
                        </a:lnTo>
                        <a:cubicBezTo>
                          <a:pt x="1371313" y="474610"/>
                          <a:pt x="1371934" y="474432"/>
                          <a:pt x="1372155" y="474698"/>
                        </a:cubicBezTo>
                        <a:cubicBezTo>
                          <a:pt x="1372599" y="475230"/>
                          <a:pt x="1371756" y="476294"/>
                          <a:pt x="1370914" y="477136"/>
                        </a:cubicBezTo>
                        <a:cubicBezTo>
                          <a:pt x="1370426" y="477668"/>
                          <a:pt x="1369939" y="478201"/>
                          <a:pt x="1369451" y="478688"/>
                        </a:cubicBezTo>
                        <a:cubicBezTo>
                          <a:pt x="1369318" y="479530"/>
                          <a:pt x="1368964" y="480417"/>
                          <a:pt x="1368343" y="481348"/>
                        </a:cubicBezTo>
                        <a:cubicBezTo>
                          <a:pt x="1366969" y="483520"/>
                          <a:pt x="1364575" y="485382"/>
                          <a:pt x="1362004" y="486712"/>
                        </a:cubicBezTo>
                        <a:cubicBezTo>
                          <a:pt x="1352916" y="496686"/>
                          <a:pt x="1344537" y="506794"/>
                          <a:pt x="1339395" y="516902"/>
                        </a:cubicBezTo>
                        <a:cubicBezTo>
                          <a:pt x="1331814" y="531885"/>
                          <a:pt x="1330927" y="547268"/>
                          <a:pt x="1315412" y="561277"/>
                        </a:cubicBezTo>
                        <a:cubicBezTo>
                          <a:pt x="1312131" y="564202"/>
                          <a:pt x="1308274" y="566995"/>
                          <a:pt x="1304107" y="568857"/>
                        </a:cubicBezTo>
                        <a:cubicBezTo>
                          <a:pt x="1300295" y="570586"/>
                          <a:pt x="1296394" y="571473"/>
                          <a:pt x="1292803" y="571872"/>
                        </a:cubicBezTo>
                        <a:cubicBezTo>
                          <a:pt x="1276445" y="573600"/>
                          <a:pt x="1267844" y="564070"/>
                          <a:pt x="1269219" y="551967"/>
                        </a:cubicBezTo>
                        <a:cubicBezTo>
                          <a:pt x="1270416" y="541372"/>
                          <a:pt x="1277819" y="529314"/>
                          <a:pt x="1286995" y="517655"/>
                        </a:cubicBezTo>
                        <a:cubicBezTo>
                          <a:pt x="1285355" y="515838"/>
                          <a:pt x="1284203" y="513488"/>
                          <a:pt x="1285577" y="510429"/>
                        </a:cubicBezTo>
                        <a:close/>
                        <a:moveTo>
                          <a:pt x="1375613" y="494115"/>
                        </a:moveTo>
                        <a:cubicBezTo>
                          <a:pt x="1374328" y="496110"/>
                          <a:pt x="1371402" y="497706"/>
                          <a:pt x="1369141" y="497706"/>
                        </a:cubicBezTo>
                        <a:cubicBezTo>
                          <a:pt x="1366880" y="497706"/>
                          <a:pt x="1366038" y="496110"/>
                          <a:pt x="1367323" y="494115"/>
                        </a:cubicBezTo>
                        <a:cubicBezTo>
                          <a:pt x="1368609" y="492120"/>
                          <a:pt x="1371535" y="490524"/>
                          <a:pt x="1373796" y="490524"/>
                        </a:cubicBezTo>
                        <a:cubicBezTo>
                          <a:pt x="1376056" y="490524"/>
                          <a:pt x="1376899" y="492120"/>
                          <a:pt x="1375613" y="494115"/>
                        </a:cubicBezTo>
                        <a:close/>
                        <a:moveTo>
                          <a:pt x="1749988" y="372250"/>
                        </a:moveTo>
                        <a:cubicBezTo>
                          <a:pt x="1750520" y="373136"/>
                          <a:pt x="1751761" y="373535"/>
                          <a:pt x="1752958" y="373934"/>
                        </a:cubicBezTo>
                        <a:cubicBezTo>
                          <a:pt x="1756859" y="375131"/>
                          <a:pt x="1760760" y="376372"/>
                          <a:pt x="1764662" y="377569"/>
                        </a:cubicBezTo>
                        <a:cubicBezTo>
                          <a:pt x="1756106" y="377480"/>
                          <a:pt x="1747151" y="377480"/>
                          <a:pt x="1737309" y="380673"/>
                        </a:cubicBezTo>
                        <a:cubicBezTo>
                          <a:pt x="1728222" y="383598"/>
                          <a:pt x="1719355" y="388962"/>
                          <a:pt x="1710356" y="393396"/>
                        </a:cubicBezTo>
                        <a:cubicBezTo>
                          <a:pt x="1696880" y="400045"/>
                          <a:pt x="1682827" y="404788"/>
                          <a:pt x="1669705" y="407094"/>
                        </a:cubicBezTo>
                        <a:cubicBezTo>
                          <a:pt x="1685487" y="400178"/>
                          <a:pt x="1701268" y="393262"/>
                          <a:pt x="1717050" y="386347"/>
                        </a:cubicBezTo>
                        <a:cubicBezTo>
                          <a:pt x="1720863" y="384662"/>
                          <a:pt x="1724808" y="382933"/>
                          <a:pt x="1728177" y="380451"/>
                        </a:cubicBezTo>
                        <a:cubicBezTo>
                          <a:pt x="1732477" y="377303"/>
                          <a:pt x="1735359" y="373402"/>
                          <a:pt x="1737620" y="369722"/>
                        </a:cubicBezTo>
                        <a:cubicBezTo>
                          <a:pt x="1741876" y="362807"/>
                          <a:pt x="1743383" y="356467"/>
                          <a:pt x="1746309" y="349862"/>
                        </a:cubicBezTo>
                        <a:cubicBezTo>
                          <a:pt x="1756416" y="347690"/>
                          <a:pt x="1751939" y="362585"/>
                          <a:pt x="1750343" y="367993"/>
                        </a:cubicBezTo>
                        <a:cubicBezTo>
                          <a:pt x="1749899" y="369501"/>
                          <a:pt x="1749323" y="371186"/>
                          <a:pt x="1749988" y="372250"/>
                        </a:cubicBezTo>
                        <a:close/>
                        <a:moveTo>
                          <a:pt x="1765460" y="457143"/>
                        </a:moveTo>
                        <a:cubicBezTo>
                          <a:pt x="1773306" y="449651"/>
                          <a:pt x="1779335" y="441495"/>
                          <a:pt x="1783369" y="433648"/>
                        </a:cubicBezTo>
                        <a:cubicBezTo>
                          <a:pt x="1787581" y="425358"/>
                          <a:pt x="1789709" y="417423"/>
                          <a:pt x="1790728" y="409798"/>
                        </a:cubicBezTo>
                        <a:cubicBezTo>
                          <a:pt x="1790950" y="404478"/>
                          <a:pt x="1791172" y="399158"/>
                          <a:pt x="1791393" y="393839"/>
                        </a:cubicBezTo>
                        <a:cubicBezTo>
                          <a:pt x="1791571" y="398981"/>
                          <a:pt x="1791438" y="404301"/>
                          <a:pt x="1790728" y="409798"/>
                        </a:cubicBezTo>
                        <a:cubicBezTo>
                          <a:pt x="1790640" y="411792"/>
                          <a:pt x="1790551" y="413788"/>
                          <a:pt x="1790462" y="415782"/>
                        </a:cubicBezTo>
                        <a:cubicBezTo>
                          <a:pt x="1790152" y="423275"/>
                          <a:pt x="1789797" y="430899"/>
                          <a:pt x="1786561" y="439189"/>
                        </a:cubicBezTo>
                        <a:cubicBezTo>
                          <a:pt x="1783325" y="447479"/>
                          <a:pt x="1776764" y="456611"/>
                          <a:pt x="1766790" y="463704"/>
                        </a:cubicBezTo>
                        <a:cubicBezTo>
                          <a:pt x="1759298" y="469024"/>
                          <a:pt x="1750387" y="472925"/>
                          <a:pt x="1742097" y="475718"/>
                        </a:cubicBezTo>
                        <a:cubicBezTo>
                          <a:pt x="1742762" y="472437"/>
                          <a:pt x="1760938" y="461488"/>
                          <a:pt x="1765460" y="457143"/>
                        </a:cubicBezTo>
                        <a:close/>
                        <a:moveTo>
                          <a:pt x="1743782" y="433426"/>
                        </a:moveTo>
                        <a:cubicBezTo>
                          <a:pt x="1745067" y="431431"/>
                          <a:pt x="1747993" y="429835"/>
                          <a:pt x="1750254" y="429835"/>
                        </a:cubicBezTo>
                        <a:cubicBezTo>
                          <a:pt x="1752515" y="429835"/>
                          <a:pt x="1753357" y="431431"/>
                          <a:pt x="1752072" y="433426"/>
                        </a:cubicBezTo>
                        <a:cubicBezTo>
                          <a:pt x="1750786" y="435421"/>
                          <a:pt x="1747860" y="437017"/>
                          <a:pt x="1745599" y="437017"/>
                        </a:cubicBezTo>
                        <a:cubicBezTo>
                          <a:pt x="1743294" y="437017"/>
                          <a:pt x="1742496" y="435421"/>
                          <a:pt x="1743782" y="433426"/>
                        </a:cubicBezTo>
                        <a:close/>
                        <a:moveTo>
                          <a:pt x="1726005" y="532329"/>
                        </a:moveTo>
                        <a:cubicBezTo>
                          <a:pt x="1728709" y="529890"/>
                          <a:pt x="1731369" y="527408"/>
                          <a:pt x="1733852" y="524881"/>
                        </a:cubicBezTo>
                        <a:cubicBezTo>
                          <a:pt x="1737487" y="521202"/>
                          <a:pt x="1740945" y="517433"/>
                          <a:pt x="1743294" y="513577"/>
                        </a:cubicBezTo>
                        <a:cubicBezTo>
                          <a:pt x="1749146" y="504045"/>
                          <a:pt x="1747018" y="495578"/>
                          <a:pt x="1741033" y="490480"/>
                        </a:cubicBezTo>
                        <a:cubicBezTo>
                          <a:pt x="1736600" y="486712"/>
                          <a:pt x="1727911" y="485914"/>
                          <a:pt x="1723921" y="482279"/>
                        </a:cubicBezTo>
                        <a:cubicBezTo>
                          <a:pt x="1731458" y="477269"/>
                          <a:pt x="1742230" y="487687"/>
                          <a:pt x="1744668" y="490392"/>
                        </a:cubicBezTo>
                        <a:cubicBezTo>
                          <a:pt x="1745821" y="491677"/>
                          <a:pt x="1754643" y="509055"/>
                          <a:pt x="1751628" y="510163"/>
                        </a:cubicBezTo>
                        <a:cubicBezTo>
                          <a:pt x="1765548" y="505109"/>
                          <a:pt x="1779424" y="500898"/>
                          <a:pt x="1793033" y="497661"/>
                        </a:cubicBezTo>
                        <a:cubicBezTo>
                          <a:pt x="1779158" y="502006"/>
                          <a:pt x="1764883" y="506528"/>
                          <a:pt x="1751495" y="514064"/>
                        </a:cubicBezTo>
                        <a:cubicBezTo>
                          <a:pt x="1742230" y="519295"/>
                          <a:pt x="1733940" y="525679"/>
                          <a:pt x="1726005" y="532329"/>
                        </a:cubicBezTo>
                        <a:cubicBezTo>
                          <a:pt x="1722636" y="535387"/>
                          <a:pt x="1719178" y="538358"/>
                          <a:pt x="1715543" y="541284"/>
                        </a:cubicBezTo>
                        <a:cubicBezTo>
                          <a:pt x="1718956" y="538313"/>
                          <a:pt x="1722459" y="535298"/>
                          <a:pt x="1726005" y="532329"/>
                        </a:cubicBezTo>
                        <a:close/>
                        <a:moveTo>
                          <a:pt x="1786517" y="483077"/>
                        </a:moveTo>
                        <a:cubicBezTo>
                          <a:pt x="1780000" y="483077"/>
                          <a:pt x="1774193" y="480550"/>
                          <a:pt x="1776099" y="475053"/>
                        </a:cubicBezTo>
                        <a:cubicBezTo>
                          <a:pt x="1777695" y="470531"/>
                          <a:pt x="1783857" y="465921"/>
                          <a:pt x="1789664" y="462374"/>
                        </a:cubicBezTo>
                        <a:cubicBezTo>
                          <a:pt x="1803939" y="453641"/>
                          <a:pt x="1849068" y="432850"/>
                          <a:pt x="1853013" y="446326"/>
                        </a:cubicBezTo>
                        <a:cubicBezTo>
                          <a:pt x="1860195" y="444509"/>
                          <a:pt x="1868485" y="443356"/>
                          <a:pt x="1870923" y="446238"/>
                        </a:cubicBezTo>
                        <a:cubicBezTo>
                          <a:pt x="1872652" y="448277"/>
                          <a:pt x="1871499" y="452932"/>
                          <a:pt x="1868485" y="456035"/>
                        </a:cubicBezTo>
                        <a:cubicBezTo>
                          <a:pt x="1864983" y="459670"/>
                          <a:pt x="1859220" y="461975"/>
                          <a:pt x="1854565" y="463749"/>
                        </a:cubicBezTo>
                        <a:cubicBezTo>
                          <a:pt x="1845388" y="467251"/>
                          <a:pt x="1836212" y="470753"/>
                          <a:pt x="1827035" y="474211"/>
                        </a:cubicBezTo>
                        <a:cubicBezTo>
                          <a:pt x="1824774" y="475053"/>
                          <a:pt x="1822425" y="475940"/>
                          <a:pt x="1820341" y="476161"/>
                        </a:cubicBezTo>
                        <a:cubicBezTo>
                          <a:pt x="1818657" y="476339"/>
                          <a:pt x="1817371" y="475940"/>
                          <a:pt x="1816440" y="475275"/>
                        </a:cubicBezTo>
                        <a:cubicBezTo>
                          <a:pt x="1804205" y="479973"/>
                          <a:pt x="1792280" y="483033"/>
                          <a:pt x="1786517" y="483077"/>
                        </a:cubicBezTo>
                        <a:close/>
                        <a:moveTo>
                          <a:pt x="1900935" y="467517"/>
                        </a:moveTo>
                        <a:cubicBezTo>
                          <a:pt x="1895571" y="463571"/>
                          <a:pt x="1896724" y="455680"/>
                          <a:pt x="1899206" y="448055"/>
                        </a:cubicBezTo>
                        <a:cubicBezTo>
                          <a:pt x="1901689" y="440431"/>
                          <a:pt x="1905280" y="432406"/>
                          <a:pt x="1904393" y="425890"/>
                        </a:cubicBezTo>
                        <a:cubicBezTo>
                          <a:pt x="1904304" y="425225"/>
                          <a:pt x="1904127" y="424515"/>
                          <a:pt x="1903506" y="424205"/>
                        </a:cubicBezTo>
                        <a:cubicBezTo>
                          <a:pt x="1902708" y="423807"/>
                          <a:pt x="1901378" y="423983"/>
                          <a:pt x="1900093" y="424161"/>
                        </a:cubicBezTo>
                        <a:cubicBezTo>
                          <a:pt x="1889897" y="425668"/>
                          <a:pt x="1879700" y="427131"/>
                          <a:pt x="1869504" y="428638"/>
                        </a:cubicBezTo>
                        <a:cubicBezTo>
                          <a:pt x="1864584" y="429569"/>
                          <a:pt x="1859752" y="430323"/>
                          <a:pt x="1855052" y="430766"/>
                        </a:cubicBezTo>
                        <a:cubicBezTo>
                          <a:pt x="1859885" y="430057"/>
                          <a:pt x="1864672" y="429348"/>
                          <a:pt x="1869504" y="428638"/>
                        </a:cubicBezTo>
                        <a:cubicBezTo>
                          <a:pt x="1876243" y="427353"/>
                          <a:pt x="1883114" y="425624"/>
                          <a:pt x="1890074" y="423097"/>
                        </a:cubicBezTo>
                        <a:cubicBezTo>
                          <a:pt x="1902132" y="418753"/>
                          <a:pt x="1914456" y="412192"/>
                          <a:pt x="1924253" y="403902"/>
                        </a:cubicBezTo>
                        <a:cubicBezTo>
                          <a:pt x="1931169" y="398050"/>
                          <a:pt x="1936666" y="391578"/>
                          <a:pt x="1941453" y="385106"/>
                        </a:cubicBezTo>
                        <a:cubicBezTo>
                          <a:pt x="1944379" y="381205"/>
                          <a:pt x="1946818" y="377348"/>
                          <a:pt x="1949211" y="373447"/>
                        </a:cubicBezTo>
                        <a:cubicBezTo>
                          <a:pt x="1955551" y="377037"/>
                          <a:pt x="1940301" y="397030"/>
                          <a:pt x="1934228" y="403503"/>
                        </a:cubicBezTo>
                        <a:cubicBezTo>
                          <a:pt x="1929440" y="408601"/>
                          <a:pt x="1923810" y="413477"/>
                          <a:pt x="1919421" y="418664"/>
                        </a:cubicBezTo>
                        <a:cubicBezTo>
                          <a:pt x="1913215" y="426023"/>
                          <a:pt x="1910023" y="433515"/>
                          <a:pt x="1906920" y="440829"/>
                        </a:cubicBezTo>
                        <a:cubicBezTo>
                          <a:pt x="1902886" y="450228"/>
                          <a:pt x="1898852" y="460025"/>
                          <a:pt x="1900935" y="467517"/>
                        </a:cubicBezTo>
                        <a:close/>
                        <a:moveTo>
                          <a:pt x="1845211" y="496819"/>
                        </a:moveTo>
                        <a:cubicBezTo>
                          <a:pt x="1855806" y="488707"/>
                          <a:pt x="1868263" y="481702"/>
                          <a:pt x="1880543" y="477934"/>
                        </a:cubicBezTo>
                        <a:cubicBezTo>
                          <a:pt x="1892423" y="474300"/>
                          <a:pt x="1903417" y="473856"/>
                          <a:pt x="1914057" y="473457"/>
                        </a:cubicBezTo>
                        <a:cubicBezTo>
                          <a:pt x="1921239" y="473191"/>
                          <a:pt x="1931124" y="472482"/>
                          <a:pt x="1934759" y="476161"/>
                        </a:cubicBezTo>
                        <a:cubicBezTo>
                          <a:pt x="1924697" y="478422"/>
                          <a:pt x="1914057" y="476294"/>
                          <a:pt x="1904393" y="477092"/>
                        </a:cubicBezTo>
                        <a:cubicBezTo>
                          <a:pt x="1894418" y="477890"/>
                          <a:pt x="1883868" y="479353"/>
                          <a:pt x="1872962" y="483520"/>
                        </a:cubicBezTo>
                        <a:cubicBezTo>
                          <a:pt x="1851683" y="491633"/>
                          <a:pt x="1833508" y="507947"/>
                          <a:pt x="1817903" y="523285"/>
                        </a:cubicBezTo>
                        <a:cubicBezTo>
                          <a:pt x="1825661" y="514064"/>
                          <a:pt x="1834572" y="504932"/>
                          <a:pt x="1845211" y="496819"/>
                        </a:cubicBezTo>
                        <a:close/>
                        <a:moveTo>
                          <a:pt x="1924430" y="517744"/>
                        </a:moveTo>
                        <a:cubicBezTo>
                          <a:pt x="1926736" y="517744"/>
                          <a:pt x="1927534" y="519339"/>
                          <a:pt x="1926248" y="521335"/>
                        </a:cubicBezTo>
                        <a:cubicBezTo>
                          <a:pt x="1924963" y="523329"/>
                          <a:pt x="1922037" y="524925"/>
                          <a:pt x="1919776" y="524925"/>
                        </a:cubicBezTo>
                        <a:cubicBezTo>
                          <a:pt x="1917515" y="524925"/>
                          <a:pt x="1916672" y="523329"/>
                          <a:pt x="1917958" y="521335"/>
                        </a:cubicBezTo>
                        <a:cubicBezTo>
                          <a:pt x="1919244" y="519339"/>
                          <a:pt x="1922125" y="517744"/>
                          <a:pt x="1924430" y="517744"/>
                        </a:cubicBezTo>
                        <a:close/>
                        <a:moveTo>
                          <a:pt x="1928686" y="557331"/>
                        </a:moveTo>
                        <a:cubicBezTo>
                          <a:pt x="1934050" y="550814"/>
                          <a:pt x="1939725" y="544032"/>
                          <a:pt x="1946108" y="537781"/>
                        </a:cubicBezTo>
                        <a:cubicBezTo>
                          <a:pt x="1949921" y="534058"/>
                          <a:pt x="1957147" y="527762"/>
                          <a:pt x="1954753" y="534723"/>
                        </a:cubicBezTo>
                        <a:cubicBezTo>
                          <a:pt x="1953556" y="538224"/>
                          <a:pt x="1942606" y="547489"/>
                          <a:pt x="1939769" y="551834"/>
                        </a:cubicBezTo>
                        <a:cubicBezTo>
                          <a:pt x="1935912" y="557686"/>
                          <a:pt x="1933296" y="563582"/>
                          <a:pt x="1932366" y="569035"/>
                        </a:cubicBezTo>
                        <a:cubicBezTo>
                          <a:pt x="1931745" y="572625"/>
                          <a:pt x="1931745" y="575995"/>
                          <a:pt x="1930725" y="579674"/>
                        </a:cubicBezTo>
                        <a:cubicBezTo>
                          <a:pt x="1925184" y="576128"/>
                          <a:pt x="1917515" y="574266"/>
                          <a:pt x="1908737" y="574177"/>
                        </a:cubicBezTo>
                        <a:cubicBezTo>
                          <a:pt x="1902797" y="576393"/>
                          <a:pt x="1897167" y="576216"/>
                          <a:pt x="1892069" y="575906"/>
                        </a:cubicBezTo>
                        <a:cubicBezTo>
                          <a:pt x="1897920" y="574709"/>
                          <a:pt x="1903506" y="574132"/>
                          <a:pt x="1908737" y="574177"/>
                        </a:cubicBezTo>
                        <a:cubicBezTo>
                          <a:pt x="1909402" y="573955"/>
                          <a:pt x="1910023" y="573689"/>
                          <a:pt x="1910688" y="573379"/>
                        </a:cubicBezTo>
                        <a:cubicBezTo>
                          <a:pt x="1918490" y="569832"/>
                          <a:pt x="1923854" y="563227"/>
                          <a:pt x="1928686" y="557331"/>
                        </a:cubicBezTo>
                        <a:close/>
                        <a:moveTo>
                          <a:pt x="1978558" y="288597"/>
                        </a:moveTo>
                        <a:cubicBezTo>
                          <a:pt x="1979356" y="289794"/>
                          <a:pt x="1979844" y="291212"/>
                          <a:pt x="1979888" y="292764"/>
                        </a:cubicBezTo>
                        <a:cubicBezTo>
                          <a:pt x="1979933" y="296931"/>
                          <a:pt x="1976608" y="300344"/>
                          <a:pt x="1972441" y="300433"/>
                        </a:cubicBezTo>
                        <a:cubicBezTo>
                          <a:pt x="1969870" y="300477"/>
                          <a:pt x="1967609" y="299192"/>
                          <a:pt x="1966235" y="297286"/>
                        </a:cubicBezTo>
                        <a:cubicBezTo>
                          <a:pt x="1966235" y="297286"/>
                          <a:pt x="1966190" y="297330"/>
                          <a:pt x="1966190" y="297330"/>
                        </a:cubicBezTo>
                        <a:cubicBezTo>
                          <a:pt x="1962023" y="302428"/>
                          <a:pt x="1959541" y="309299"/>
                          <a:pt x="1953733" y="312358"/>
                        </a:cubicBezTo>
                        <a:cubicBezTo>
                          <a:pt x="1947748" y="315506"/>
                          <a:pt x="1940212" y="313334"/>
                          <a:pt x="1934627" y="309521"/>
                        </a:cubicBezTo>
                        <a:cubicBezTo>
                          <a:pt x="1931834" y="307615"/>
                          <a:pt x="1929174" y="305044"/>
                          <a:pt x="1928597" y="301719"/>
                        </a:cubicBezTo>
                        <a:cubicBezTo>
                          <a:pt x="1928199" y="299325"/>
                          <a:pt x="1928908" y="296931"/>
                          <a:pt x="1929928" y="294715"/>
                        </a:cubicBezTo>
                        <a:cubicBezTo>
                          <a:pt x="1925450" y="292986"/>
                          <a:pt x="1921593" y="290237"/>
                          <a:pt x="1919953" y="285804"/>
                        </a:cubicBezTo>
                        <a:cubicBezTo>
                          <a:pt x="1918579" y="282124"/>
                          <a:pt x="1919022" y="278046"/>
                          <a:pt x="1919953" y="274234"/>
                        </a:cubicBezTo>
                        <a:cubicBezTo>
                          <a:pt x="1920839" y="270687"/>
                          <a:pt x="1922258" y="267185"/>
                          <a:pt x="1924785" y="264525"/>
                        </a:cubicBezTo>
                        <a:cubicBezTo>
                          <a:pt x="1928775" y="260314"/>
                          <a:pt x="1934893" y="258895"/>
                          <a:pt x="1940656" y="258009"/>
                        </a:cubicBezTo>
                        <a:cubicBezTo>
                          <a:pt x="1954886" y="255748"/>
                          <a:pt x="1981174" y="250384"/>
                          <a:pt x="1983967" y="270909"/>
                        </a:cubicBezTo>
                        <a:cubicBezTo>
                          <a:pt x="1984942" y="278755"/>
                          <a:pt x="1982681" y="284518"/>
                          <a:pt x="1978558" y="288597"/>
                        </a:cubicBezTo>
                        <a:close/>
                        <a:moveTo>
                          <a:pt x="1909624" y="261067"/>
                        </a:moveTo>
                        <a:cubicBezTo>
                          <a:pt x="1908338" y="261865"/>
                          <a:pt x="1907008" y="262707"/>
                          <a:pt x="1906210" y="263949"/>
                        </a:cubicBezTo>
                        <a:cubicBezTo>
                          <a:pt x="1903373" y="268426"/>
                          <a:pt x="1908516" y="273480"/>
                          <a:pt x="1910777" y="278268"/>
                        </a:cubicBezTo>
                        <a:cubicBezTo>
                          <a:pt x="1913392" y="283809"/>
                          <a:pt x="1912062" y="290414"/>
                          <a:pt x="1913880" y="296266"/>
                        </a:cubicBezTo>
                        <a:cubicBezTo>
                          <a:pt x="1916140" y="303537"/>
                          <a:pt x="1922879" y="308457"/>
                          <a:pt x="1929440" y="312358"/>
                        </a:cubicBezTo>
                        <a:cubicBezTo>
                          <a:pt x="1938173" y="317589"/>
                          <a:pt x="1947394" y="322022"/>
                          <a:pt x="1956881" y="325658"/>
                        </a:cubicBezTo>
                        <a:cubicBezTo>
                          <a:pt x="1945532" y="324416"/>
                          <a:pt x="1934228" y="321269"/>
                          <a:pt x="1924652" y="315107"/>
                        </a:cubicBezTo>
                        <a:cubicBezTo>
                          <a:pt x="1915077" y="308945"/>
                          <a:pt x="1907274" y="299547"/>
                          <a:pt x="1904393" y="288508"/>
                        </a:cubicBezTo>
                        <a:cubicBezTo>
                          <a:pt x="1900447" y="303980"/>
                          <a:pt x="1895704" y="320737"/>
                          <a:pt x="1882759" y="330091"/>
                        </a:cubicBezTo>
                        <a:cubicBezTo>
                          <a:pt x="1896945" y="316126"/>
                          <a:pt x="1902265" y="294980"/>
                          <a:pt x="1900713" y="275120"/>
                        </a:cubicBezTo>
                        <a:cubicBezTo>
                          <a:pt x="1900093" y="266964"/>
                          <a:pt x="1898231" y="258585"/>
                          <a:pt x="1893177" y="252157"/>
                        </a:cubicBezTo>
                        <a:cubicBezTo>
                          <a:pt x="1891271" y="249719"/>
                          <a:pt x="1888921" y="247591"/>
                          <a:pt x="1886306" y="245729"/>
                        </a:cubicBezTo>
                        <a:cubicBezTo>
                          <a:pt x="1882804" y="245064"/>
                          <a:pt x="1879656" y="243955"/>
                          <a:pt x="1877794" y="241118"/>
                        </a:cubicBezTo>
                        <a:cubicBezTo>
                          <a:pt x="1880720" y="242271"/>
                          <a:pt x="1883646" y="243822"/>
                          <a:pt x="1886306" y="245729"/>
                        </a:cubicBezTo>
                        <a:cubicBezTo>
                          <a:pt x="1892512" y="246926"/>
                          <a:pt x="1899782" y="246881"/>
                          <a:pt x="1903063" y="253132"/>
                        </a:cubicBezTo>
                        <a:cubicBezTo>
                          <a:pt x="1903595" y="254107"/>
                          <a:pt x="1903994" y="255260"/>
                          <a:pt x="1904969" y="255792"/>
                        </a:cubicBezTo>
                        <a:cubicBezTo>
                          <a:pt x="1906343" y="256546"/>
                          <a:pt x="1908028" y="255659"/>
                          <a:pt x="1909358" y="254861"/>
                        </a:cubicBezTo>
                        <a:cubicBezTo>
                          <a:pt x="1916939" y="250295"/>
                          <a:pt x="1925406" y="247192"/>
                          <a:pt x="1934139" y="245773"/>
                        </a:cubicBezTo>
                        <a:cubicBezTo>
                          <a:pt x="1925982" y="250916"/>
                          <a:pt x="1917825" y="255970"/>
                          <a:pt x="1909624" y="261067"/>
                        </a:cubicBezTo>
                        <a:close/>
                        <a:moveTo>
                          <a:pt x="1877883" y="330534"/>
                        </a:moveTo>
                        <a:cubicBezTo>
                          <a:pt x="1887281" y="333238"/>
                          <a:pt x="1896679" y="335942"/>
                          <a:pt x="1906077" y="338646"/>
                        </a:cubicBezTo>
                        <a:lnTo>
                          <a:pt x="1909092" y="349197"/>
                        </a:lnTo>
                        <a:cubicBezTo>
                          <a:pt x="1907762" y="354207"/>
                          <a:pt x="1906122" y="359305"/>
                          <a:pt x="1904127" y="364447"/>
                        </a:cubicBezTo>
                        <a:cubicBezTo>
                          <a:pt x="1901467" y="371407"/>
                          <a:pt x="1898009" y="378722"/>
                          <a:pt x="1891493" y="385638"/>
                        </a:cubicBezTo>
                        <a:cubicBezTo>
                          <a:pt x="1884444" y="393085"/>
                          <a:pt x="1874425" y="399336"/>
                          <a:pt x="1864318" y="404035"/>
                        </a:cubicBezTo>
                        <a:cubicBezTo>
                          <a:pt x="1855097" y="408335"/>
                          <a:pt x="1845300" y="411527"/>
                          <a:pt x="1837187" y="411571"/>
                        </a:cubicBezTo>
                        <a:cubicBezTo>
                          <a:pt x="1829074" y="411615"/>
                          <a:pt x="1823001" y="407936"/>
                          <a:pt x="1823799" y="401552"/>
                        </a:cubicBezTo>
                        <a:cubicBezTo>
                          <a:pt x="1824331" y="397385"/>
                          <a:pt x="1827523" y="392597"/>
                          <a:pt x="1830715" y="387987"/>
                        </a:cubicBezTo>
                        <a:cubicBezTo>
                          <a:pt x="1843438" y="369722"/>
                          <a:pt x="1857092" y="351458"/>
                          <a:pt x="1871632" y="333327"/>
                        </a:cubicBezTo>
                        <a:cubicBezTo>
                          <a:pt x="1872519" y="332219"/>
                          <a:pt x="1873716" y="330888"/>
                          <a:pt x="1875179" y="330445"/>
                        </a:cubicBezTo>
                        <a:cubicBezTo>
                          <a:pt x="1876287" y="330091"/>
                          <a:pt x="1877129" y="330312"/>
                          <a:pt x="1877883" y="330534"/>
                        </a:cubicBezTo>
                        <a:close/>
                        <a:moveTo>
                          <a:pt x="1525895" y="344675"/>
                        </a:moveTo>
                        <a:cubicBezTo>
                          <a:pt x="1520354" y="346272"/>
                          <a:pt x="1514458" y="346272"/>
                          <a:pt x="1508695" y="346183"/>
                        </a:cubicBezTo>
                        <a:cubicBezTo>
                          <a:pt x="1498365" y="346050"/>
                          <a:pt x="1488081" y="345784"/>
                          <a:pt x="1477796" y="345385"/>
                        </a:cubicBezTo>
                        <a:cubicBezTo>
                          <a:pt x="1475003" y="345252"/>
                          <a:pt x="1471279" y="344232"/>
                          <a:pt x="1471368" y="341439"/>
                        </a:cubicBezTo>
                        <a:cubicBezTo>
                          <a:pt x="1471412" y="340154"/>
                          <a:pt x="1472343" y="339090"/>
                          <a:pt x="1473186" y="338159"/>
                        </a:cubicBezTo>
                        <a:cubicBezTo>
                          <a:pt x="1483293" y="327209"/>
                          <a:pt x="1493445" y="316304"/>
                          <a:pt x="1503552" y="305354"/>
                        </a:cubicBezTo>
                        <a:cubicBezTo>
                          <a:pt x="1507941" y="300655"/>
                          <a:pt x="1512507" y="295779"/>
                          <a:pt x="1518448" y="293340"/>
                        </a:cubicBezTo>
                        <a:cubicBezTo>
                          <a:pt x="1523191" y="291390"/>
                          <a:pt x="1528466" y="291212"/>
                          <a:pt x="1533609" y="291168"/>
                        </a:cubicBezTo>
                        <a:cubicBezTo>
                          <a:pt x="1538574" y="291124"/>
                          <a:pt x="1543539" y="291212"/>
                          <a:pt x="1548460" y="291434"/>
                        </a:cubicBezTo>
                        <a:lnTo>
                          <a:pt x="1549346" y="305088"/>
                        </a:lnTo>
                        <a:cubicBezTo>
                          <a:pt x="1551784" y="321668"/>
                          <a:pt x="1541943" y="340021"/>
                          <a:pt x="1525895" y="344675"/>
                        </a:cubicBezTo>
                        <a:close/>
                        <a:moveTo>
                          <a:pt x="1495661" y="288952"/>
                        </a:moveTo>
                        <a:cubicBezTo>
                          <a:pt x="1491228" y="290991"/>
                          <a:pt x="1486396" y="293518"/>
                          <a:pt x="1484889" y="298172"/>
                        </a:cubicBezTo>
                        <a:cubicBezTo>
                          <a:pt x="1484180" y="300389"/>
                          <a:pt x="1484357" y="302783"/>
                          <a:pt x="1484002" y="305088"/>
                        </a:cubicBezTo>
                        <a:cubicBezTo>
                          <a:pt x="1483293" y="309831"/>
                          <a:pt x="1480412" y="313954"/>
                          <a:pt x="1477530" y="317811"/>
                        </a:cubicBezTo>
                        <a:cubicBezTo>
                          <a:pt x="1473452" y="323219"/>
                          <a:pt x="1469107" y="328406"/>
                          <a:pt x="1464630" y="333460"/>
                        </a:cubicBezTo>
                        <a:cubicBezTo>
                          <a:pt x="1461970" y="336829"/>
                          <a:pt x="1459133" y="340065"/>
                          <a:pt x="1455941" y="342991"/>
                        </a:cubicBezTo>
                        <a:cubicBezTo>
                          <a:pt x="1458911" y="339888"/>
                          <a:pt x="1461792" y="336696"/>
                          <a:pt x="1464630" y="333460"/>
                        </a:cubicBezTo>
                        <a:cubicBezTo>
                          <a:pt x="1469151" y="327741"/>
                          <a:pt x="1473053" y="321490"/>
                          <a:pt x="1475934" y="314752"/>
                        </a:cubicBezTo>
                        <a:cubicBezTo>
                          <a:pt x="1478195" y="309521"/>
                          <a:pt x="1479880" y="303980"/>
                          <a:pt x="1479924" y="298305"/>
                        </a:cubicBezTo>
                        <a:cubicBezTo>
                          <a:pt x="1479968" y="289350"/>
                          <a:pt x="1475845" y="280795"/>
                          <a:pt x="1470082" y="273923"/>
                        </a:cubicBezTo>
                        <a:cubicBezTo>
                          <a:pt x="1464364" y="267052"/>
                          <a:pt x="1457138" y="261599"/>
                          <a:pt x="1449956" y="256235"/>
                        </a:cubicBezTo>
                        <a:cubicBezTo>
                          <a:pt x="1446321" y="253531"/>
                          <a:pt x="1440248" y="250428"/>
                          <a:pt x="1441666" y="245152"/>
                        </a:cubicBezTo>
                        <a:cubicBezTo>
                          <a:pt x="1450665" y="246261"/>
                          <a:pt x="1458955" y="254728"/>
                          <a:pt x="1464630" y="261333"/>
                        </a:cubicBezTo>
                        <a:cubicBezTo>
                          <a:pt x="1471146" y="268958"/>
                          <a:pt x="1476599" y="277470"/>
                          <a:pt x="1483603" y="284607"/>
                        </a:cubicBezTo>
                        <a:cubicBezTo>
                          <a:pt x="1484933" y="285937"/>
                          <a:pt x="1486396" y="287311"/>
                          <a:pt x="1488258" y="287578"/>
                        </a:cubicBezTo>
                        <a:cubicBezTo>
                          <a:pt x="1489721" y="287799"/>
                          <a:pt x="1491184" y="287311"/>
                          <a:pt x="1492603" y="286824"/>
                        </a:cubicBezTo>
                        <a:cubicBezTo>
                          <a:pt x="1502400" y="283410"/>
                          <a:pt x="1512241" y="280041"/>
                          <a:pt x="1522038" y="276627"/>
                        </a:cubicBezTo>
                        <a:cubicBezTo>
                          <a:pt x="1513261" y="280750"/>
                          <a:pt x="1504483" y="284873"/>
                          <a:pt x="1495661" y="288952"/>
                        </a:cubicBezTo>
                        <a:close/>
                        <a:moveTo>
                          <a:pt x="1453547" y="288021"/>
                        </a:moveTo>
                        <a:cubicBezTo>
                          <a:pt x="1453591" y="290149"/>
                          <a:pt x="1451862" y="291922"/>
                          <a:pt x="1449735" y="291922"/>
                        </a:cubicBezTo>
                        <a:cubicBezTo>
                          <a:pt x="1447607" y="291966"/>
                          <a:pt x="1445833" y="290237"/>
                          <a:pt x="1445833" y="288109"/>
                        </a:cubicBezTo>
                        <a:cubicBezTo>
                          <a:pt x="1445833" y="285981"/>
                          <a:pt x="1447518" y="284208"/>
                          <a:pt x="1449646" y="284208"/>
                        </a:cubicBezTo>
                        <a:cubicBezTo>
                          <a:pt x="1451729" y="284164"/>
                          <a:pt x="1453503" y="285893"/>
                          <a:pt x="1453547" y="288021"/>
                        </a:cubicBezTo>
                        <a:close/>
                        <a:moveTo>
                          <a:pt x="1458556" y="378855"/>
                        </a:moveTo>
                        <a:lnTo>
                          <a:pt x="1453857" y="389494"/>
                        </a:lnTo>
                        <a:cubicBezTo>
                          <a:pt x="1453237" y="394858"/>
                          <a:pt x="1452882" y="400133"/>
                          <a:pt x="1452705" y="405365"/>
                        </a:cubicBezTo>
                        <a:cubicBezTo>
                          <a:pt x="1452838" y="405365"/>
                          <a:pt x="1452971" y="405276"/>
                          <a:pt x="1453104" y="405276"/>
                        </a:cubicBezTo>
                        <a:cubicBezTo>
                          <a:pt x="1455409" y="405276"/>
                          <a:pt x="1456207" y="406872"/>
                          <a:pt x="1454921" y="408867"/>
                        </a:cubicBezTo>
                        <a:cubicBezTo>
                          <a:pt x="1454389" y="409709"/>
                          <a:pt x="1453547" y="410418"/>
                          <a:pt x="1452572" y="411039"/>
                        </a:cubicBezTo>
                        <a:cubicBezTo>
                          <a:pt x="1452527" y="413123"/>
                          <a:pt x="1452439" y="415250"/>
                          <a:pt x="1452483" y="417334"/>
                        </a:cubicBezTo>
                        <a:cubicBezTo>
                          <a:pt x="1452616" y="424826"/>
                          <a:pt x="1453104" y="432540"/>
                          <a:pt x="1448227" y="441228"/>
                        </a:cubicBezTo>
                        <a:cubicBezTo>
                          <a:pt x="1443351" y="449873"/>
                          <a:pt x="1431115" y="459670"/>
                          <a:pt x="1420432" y="460911"/>
                        </a:cubicBezTo>
                        <a:cubicBezTo>
                          <a:pt x="1415289" y="461488"/>
                          <a:pt x="1411521" y="460069"/>
                          <a:pt x="1407886" y="458651"/>
                        </a:cubicBezTo>
                        <a:cubicBezTo>
                          <a:pt x="1392282" y="452533"/>
                          <a:pt x="1376677" y="446415"/>
                          <a:pt x="1361073" y="440297"/>
                        </a:cubicBezTo>
                        <a:cubicBezTo>
                          <a:pt x="1358989" y="439499"/>
                          <a:pt x="1356817" y="438569"/>
                          <a:pt x="1356373" y="436662"/>
                        </a:cubicBezTo>
                        <a:cubicBezTo>
                          <a:pt x="1355753" y="434091"/>
                          <a:pt x="1358413" y="430456"/>
                          <a:pt x="1360984" y="427220"/>
                        </a:cubicBezTo>
                        <a:cubicBezTo>
                          <a:pt x="1365727" y="421279"/>
                          <a:pt x="1370737" y="415384"/>
                          <a:pt x="1375923" y="409488"/>
                        </a:cubicBezTo>
                        <a:cubicBezTo>
                          <a:pt x="1388425" y="395435"/>
                          <a:pt x="1405226" y="379874"/>
                          <a:pt x="1423934" y="374865"/>
                        </a:cubicBezTo>
                        <a:cubicBezTo>
                          <a:pt x="1438430" y="371097"/>
                          <a:pt x="1449202" y="374909"/>
                          <a:pt x="1458556" y="378855"/>
                        </a:cubicBezTo>
                        <a:close/>
                        <a:moveTo>
                          <a:pt x="1380224" y="387366"/>
                        </a:moveTo>
                        <a:cubicBezTo>
                          <a:pt x="1376987" y="394770"/>
                          <a:pt x="1358634" y="405098"/>
                          <a:pt x="1351940" y="413123"/>
                        </a:cubicBezTo>
                        <a:cubicBezTo>
                          <a:pt x="1343783" y="422920"/>
                          <a:pt x="1339262" y="433072"/>
                          <a:pt x="1335627" y="442603"/>
                        </a:cubicBezTo>
                        <a:cubicBezTo>
                          <a:pt x="1333100" y="449252"/>
                          <a:pt x="1330085" y="456833"/>
                          <a:pt x="1321973" y="462507"/>
                        </a:cubicBezTo>
                        <a:cubicBezTo>
                          <a:pt x="1314436" y="467782"/>
                          <a:pt x="1305216" y="469290"/>
                          <a:pt x="1298123" y="468935"/>
                        </a:cubicBezTo>
                        <a:cubicBezTo>
                          <a:pt x="1290852" y="468581"/>
                          <a:pt x="1284557" y="466674"/>
                          <a:pt x="1281233" y="462685"/>
                        </a:cubicBezTo>
                        <a:cubicBezTo>
                          <a:pt x="1277908" y="458695"/>
                          <a:pt x="1277952" y="452400"/>
                          <a:pt x="1282341" y="445883"/>
                        </a:cubicBezTo>
                        <a:cubicBezTo>
                          <a:pt x="1289434" y="435421"/>
                          <a:pt x="1305038" y="427441"/>
                          <a:pt x="1315234" y="417511"/>
                        </a:cubicBezTo>
                        <a:cubicBezTo>
                          <a:pt x="1321352" y="411527"/>
                          <a:pt x="1325386" y="405055"/>
                          <a:pt x="1331415" y="399025"/>
                        </a:cubicBezTo>
                        <a:cubicBezTo>
                          <a:pt x="1341567" y="389051"/>
                          <a:pt x="1388868" y="367595"/>
                          <a:pt x="1380224" y="387366"/>
                        </a:cubicBezTo>
                        <a:close/>
                        <a:moveTo>
                          <a:pt x="1268111" y="626931"/>
                        </a:moveTo>
                        <a:cubicBezTo>
                          <a:pt x="1270637" y="618198"/>
                          <a:pt x="1273829" y="609642"/>
                          <a:pt x="1277597" y="601263"/>
                        </a:cubicBezTo>
                        <a:cubicBezTo>
                          <a:pt x="1279415" y="597274"/>
                          <a:pt x="1281454" y="593195"/>
                          <a:pt x="1285134" y="590269"/>
                        </a:cubicBezTo>
                        <a:cubicBezTo>
                          <a:pt x="1289611" y="586678"/>
                          <a:pt x="1295950" y="585260"/>
                          <a:pt x="1302068" y="584063"/>
                        </a:cubicBezTo>
                        <a:cubicBezTo>
                          <a:pt x="1318072" y="580960"/>
                          <a:pt x="1334341" y="578787"/>
                          <a:pt x="1350788" y="577546"/>
                        </a:cubicBezTo>
                        <a:lnTo>
                          <a:pt x="1353137" y="588141"/>
                        </a:lnTo>
                        <a:cubicBezTo>
                          <a:pt x="1353182" y="587432"/>
                          <a:pt x="1354556" y="587255"/>
                          <a:pt x="1354955" y="587875"/>
                        </a:cubicBezTo>
                        <a:cubicBezTo>
                          <a:pt x="1352561" y="599091"/>
                          <a:pt x="1350167" y="610307"/>
                          <a:pt x="1347729" y="621523"/>
                        </a:cubicBezTo>
                        <a:cubicBezTo>
                          <a:pt x="1346000" y="629591"/>
                          <a:pt x="1343783" y="638412"/>
                          <a:pt x="1336026" y="643334"/>
                        </a:cubicBezTo>
                        <a:cubicBezTo>
                          <a:pt x="1332568" y="645506"/>
                          <a:pt x="1328356" y="646702"/>
                          <a:pt x="1324056" y="647500"/>
                        </a:cubicBezTo>
                        <a:cubicBezTo>
                          <a:pt x="1306723" y="650648"/>
                          <a:pt x="1287572" y="647323"/>
                          <a:pt x="1272765" y="638590"/>
                        </a:cubicBezTo>
                        <a:cubicBezTo>
                          <a:pt x="1270948" y="637526"/>
                          <a:pt x="1269130" y="636285"/>
                          <a:pt x="1268155" y="634644"/>
                        </a:cubicBezTo>
                        <a:cubicBezTo>
                          <a:pt x="1266736" y="632206"/>
                          <a:pt x="1267401" y="629458"/>
                          <a:pt x="1268111" y="626931"/>
                        </a:cubicBezTo>
                        <a:close/>
                        <a:moveTo>
                          <a:pt x="1274228" y="699235"/>
                        </a:moveTo>
                        <a:cubicBezTo>
                          <a:pt x="1282518" y="690058"/>
                          <a:pt x="1310048" y="668735"/>
                          <a:pt x="1326494" y="676714"/>
                        </a:cubicBezTo>
                        <a:cubicBezTo>
                          <a:pt x="1332745" y="674453"/>
                          <a:pt x="1342454" y="672192"/>
                          <a:pt x="1347818" y="675517"/>
                        </a:cubicBezTo>
                        <a:cubicBezTo>
                          <a:pt x="1351009" y="677513"/>
                          <a:pt x="1353137" y="682034"/>
                          <a:pt x="1352251" y="685093"/>
                        </a:cubicBezTo>
                        <a:cubicBezTo>
                          <a:pt x="1351275" y="688684"/>
                          <a:pt x="1347020" y="690945"/>
                          <a:pt x="1343473" y="692673"/>
                        </a:cubicBezTo>
                        <a:cubicBezTo>
                          <a:pt x="1343074" y="692895"/>
                          <a:pt x="1342631" y="693073"/>
                          <a:pt x="1342232" y="693294"/>
                        </a:cubicBezTo>
                        <a:cubicBezTo>
                          <a:pt x="1341168" y="694314"/>
                          <a:pt x="1339749" y="695023"/>
                          <a:pt x="1338109" y="695334"/>
                        </a:cubicBezTo>
                        <a:cubicBezTo>
                          <a:pt x="1336735" y="696043"/>
                          <a:pt x="1335316" y="696708"/>
                          <a:pt x="1333942" y="697417"/>
                        </a:cubicBezTo>
                        <a:cubicBezTo>
                          <a:pt x="1333676" y="698392"/>
                          <a:pt x="1333366" y="699367"/>
                          <a:pt x="1333055" y="700254"/>
                        </a:cubicBezTo>
                        <a:cubicBezTo>
                          <a:pt x="1329465" y="710450"/>
                          <a:pt x="1330662" y="720691"/>
                          <a:pt x="1327603" y="730843"/>
                        </a:cubicBezTo>
                        <a:cubicBezTo>
                          <a:pt x="1323613" y="744009"/>
                          <a:pt x="1305216" y="752299"/>
                          <a:pt x="1289212" y="748442"/>
                        </a:cubicBezTo>
                        <a:cubicBezTo>
                          <a:pt x="1273209" y="744630"/>
                          <a:pt x="1262082" y="729779"/>
                          <a:pt x="1264608" y="716302"/>
                        </a:cubicBezTo>
                        <a:cubicBezTo>
                          <a:pt x="1265894" y="710051"/>
                          <a:pt x="1269662" y="704289"/>
                          <a:pt x="1274228" y="699235"/>
                        </a:cubicBezTo>
                        <a:close/>
                        <a:moveTo>
                          <a:pt x="1356240" y="697506"/>
                        </a:moveTo>
                        <a:cubicBezTo>
                          <a:pt x="1358590" y="697506"/>
                          <a:pt x="1360541" y="699057"/>
                          <a:pt x="1360674" y="701008"/>
                        </a:cubicBezTo>
                        <a:cubicBezTo>
                          <a:pt x="1360807" y="702958"/>
                          <a:pt x="1358945" y="704554"/>
                          <a:pt x="1356595" y="704554"/>
                        </a:cubicBezTo>
                        <a:cubicBezTo>
                          <a:pt x="1354246" y="704554"/>
                          <a:pt x="1352295" y="703003"/>
                          <a:pt x="1352162" y="701052"/>
                        </a:cubicBezTo>
                        <a:cubicBezTo>
                          <a:pt x="1352029" y="699102"/>
                          <a:pt x="1353891" y="697506"/>
                          <a:pt x="1356240" y="697506"/>
                        </a:cubicBezTo>
                        <a:close/>
                        <a:moveTo>
                          <a:pt x="1393434" y="643023"/>
                        </a:moveTo>
                        <a:cubicBezTo>
                          <a:pt x="1394941" y="638147"/>
                          <a:pt x="1397114" y="633447"/>
                          <a:pt x="1399286" y="628748"/>
                        </a:cubicBezTo>
                        <a:cubicBezTo>
                          <a:pt x="1406822" y="612434"/>
                          <a:pt x="1414403" y="596165"/>
                          <a:pt x="1421939" y="579851"/>
                        </a:cubicBezTo>
                        <a:cubicBezTo>
                          <a:pt x="1422870" y="577857"/>
                          <a:pt x="1423890" y="575773"/>
                          <a:pt x="1426017" y="574621"/>
                        </a:cubicBezTo>
                        <a:cubicBezTo>
                          <a:pt x="1427702" y="573734"/>
                          <a:pt x="1429786" y="573556"/>
                          <a:pt x="1431780" y="573468"/>
                        </a:cubicBezTo>
                        <a:cubicBezTo>
                          <a:pt x="1440868" y="573024"/>
                          <a:pt x="1450045" y="573689"/>
                          <a:pt x="1459000" y="575418"/>
                        </a:cubicBezTo>
                        <a:lnTo>
                          <a:pt x="1464630" y="593106"/>
                        </a:lnTo>
                        <a:cubicBezTo>
                          <a:pt x="1469240" y="603303"/>
                          <a:pt x="1464142" y="615627"/>
                          <a:pt x="1453104" y="620902"/>
                        </a:cubicBezTo>
                        <a:cubicBezTo>
                          <a:pt x="1448582" y="623074"/>
                          <a:pt x="1443307" y="624138"/>
                          <a:pt x="1438785" y="626354"/>
                        </a:cubicBezTo>
                        <a:cubicBezTo>
                          <a:pt x="1424909" y="633182"/>
                          <a:pt x="1421451" y="649229"/>
                          <a:pt x="1408462" y="657165"/>
                        </a:cubicBezTo>
                        <a:cubicBezTo>
                          <a:pt x="1406423" y="658406"/>
                          <a:pt x="1403985" y="659470"/>
                          <a:pt x="1401369" y="659381"/>
                        </a:cubicBezTo>
                        <a:cubicBezTo>
                          <a:pt x="1397335" y="659248"/>
                          <a:pt x="1393922" y="656233"/>
                          <a:pt x="1392813" y="652997"/>
                        </a:cubicBezTo>
                        <a:cubicBezTo>
                          <a:pt x="1391794" y="649717"/>
                          <a:pt x="1392459" y="646259"/>
                          <a:pt x="1393434" y="643023"/>
                        </a:cubicBezTo>
                        <a:close/>
                        <a:moveTo>
                          <a:pt x="1494198" y="613100"/>
                        </a:moveTo>
                        <a:cubicBezTo>
                          <a:pt x="1493622" y="606317"/>
                          <a:pt x="1490696" y="600111"/>
                          <a:pt x="1488967" y="593638"/>
                        </a:cubicBezTo>
                        <a:cubicBezTo>
                          <a:pt x="1497745" y="591466"/>
                          <a:pt x="1503774" y="606051"/>
                          <a:pt x="1505902" y="611326"/>
                        </a:cubicBezTo>
                        <a:cubicBezTo>
                          <a:pt x="1506523" y="612834"/>
                          <a:pt x="1507143" y="614430"/>
                          <a:pt x="1508562" y="615538"/>
                        </a:cubicBezTo>
                        <a:cubicBezTo>
                          <a:pt x="1509759" y="616424"/>
                          <a:pt x="1511310" y="616823"/>
                          <a:pt x="1512817" y="617178"/>
                        </a:cubicBezTo>
                        <a:cubicBezTo>
                          <a:pt x="1517649" y="618331"/>
                          <a:pt x="1522482" y="619527"/>
                          <a:pt x="1527314" y="620680"/>
                        </a:cubicBezTo>
                        <a:cubicBezTo>
                          <a:pt x="1518492" y="620636"/>
                          <a:pt x="1509360" y="620636"/>
                          <a:pt x="1501557" y="623783"/>
                        </a:cubicBezTo>
                        <a:cubicBezTo>
                          <a:pt x="1494376" y="626709"/>
                          <a:pt x="1489100" y="631940"/>
                          <a:pt x="1483071" y="636329"/>
                        </a:cubicBezTo>
                        <a:cubicBezTo>
                          <a:pt x="1474028" y="642890"/>
                          <a:pt x="1463034" y="647545"/>
                          <a:pt x="1451286" y="649850"/>
                        </a:cubicBezTo>
                        <a:cubicBezTo>
                          <a:pt x="1462502" y="643023"/>
                          <a:pt x="1473717" y="636240"/>
                          <a:pt x="1484933" y="629414"/>
                        </a:cubicBezTo>
                        <a:cubicBezTo>
                          <a:pt x="1487637" y="627773"/>
                          <a:pt x="1490430" y="626044"/>
                          <a:pt x="1492159" y="623650"/>
                        </a:cubicBezTo>
                        <a:cubicBezTo>
                          <a:pt x="1494331" y="620547"/>
                          <a:pt x="1494509" y="616691"/>
                          <a:pt x="1494198" y="613100"/>
                        </a:cubicBezTo>
                        <a:close/>
                        <a:moveTo>
                          <a:pt x="1424466" y="680394"/>
                        </a:moveTo>
                        <a:cubicBezTo>
                          <a:pt x="1430805" y="675828"/>
                          <a:pt x="1439095" y="673789"/>
                          <a:pt x="1446897" y="671173"/>
                        </a:cubicBezTo>
                        <a:cubicBezTo>
                          <a:pt x="1469595" y="663593"/>
                          <a:pt x="1489056" y="650914"/>
                          <a:pt x="1508163" y="638368"/>
                        </a:cubicBezTo>
                        <a:lnTo>
                          <a:pt x="1517649" y="644042"/>
                        </a:lnTo>
                        <a:cubicBezTo>
                          <a:pt x="1522748" y="641560"/>
                          <a:pt x="1529486" y="639787"/>
                          <a:pt x="1534761" y="642225"/>
                        </a:cubicBezTo>
                        <a:cubicBezTo>
                          <a:pt x="1540702" y="644974"/>
                          <a:pt x="1549169" y="650559"/>
                          <a:pt x="1546420" y="656899"/>
                        </a:cubicBezTo>
                        <a:cubicBezTo>
                          <a:pt x="1545578" y="658849"/>
                          <a:pt x="1543760" y="660312"/>
                          <a:pt x="1542253" y="661952"/>
                        </a:cubicBezTo>
                        <a:cubicBezTo>
                          <a:pt x="1538130" y="666297"/>
                          <a:pt x="1535604" y="672060"/>
                          <a:pt x="1530106" y="675030"/>
                        </a:cubicBezTo>
                        <a:cubicBezTo>
                          <a:pt x="1530018" y="676537"/>
                          <a:pt x="1529885" y="678044"/>
                          <a:pt x="1529663" y="679507"/>
                        </a:cubicBezTo>
                        <a:cubicBezTo>
                          <a:pt x="1527979" y="690058"/>
                          <a:pt x="1521950" y="700166"/>
                          <a:pt x="1511975" y="706638"/>
                        </a:cubicBezTo>
                        <a:cubicBezTo>
                          <a:pt x="1501823" y="713243"/>
                          <a:pt x="1488302" y="715681"/>
                          <a:pt x="1475180" y="715283"/>
                        </a:cubicBezTo>
                        <a:cubicBezTo>
                          <a:pt x="1462059" y="714928"/>
                          <a:pt x="1449158" y="711958"/>
                          <a:pt x="1436480" y="708722"/>
                        </a:cubicBezTo>
                        <a:cubicBezTo>
                          <a:pt x="1429564" y="706948"/>
                          <a:pt x="1421939" y="704599"/>
                          <a:pt x="1418481" y="699279"/>
                        </a:cubicBezTo>
                        <a:cubicBezTo>
                          <a:pt x="1414403" y="692940"/>
                          <a:pt x="1418127" y="684960"/>
                          <a:pt x="1424466" y="680394"/>
                        </a:cubicBezTo>
                        <a:close/>
                        <a:moveTo>
                          <a:pt x="1549656" y="671705"/>
                        </a:moveTo>
                        <a:cubicBezTo>
                          <a:pt x="1552006" y="671705"/>
                          <a:pt x="1553957" y="673257"/>
                          <a:pt x="1554090" y="675207"/>
                        </a:cubicBezTo>
                        <a:cubicBezTo>
                          <a:pt x="1554178" y="677158"/>
                          <a:pt x="1552361" y="678754"/>
                          <a:pt x="1550011" y="678754"/>
                        </a:cubicBezTo>
                        <a:cubicBezTo>
                          <a:pt x="1547662" y="678754"/>
                          <a:pt x="1545711" y="677202"/>
                          <a:pt x="1545578" y="675252"/>
                        </a:cubicBezTo>
                        <a:cubicBezTo>
                          <a:pt x="1545445" y="673301"/>
                          <a:pt x="1547307" y="671749"/>
                          <a:pt x="1549656" y="671705"/>
                        </a:cubicBezTo>
                        <a:close/>
                        <a:moveTo>
                          <a:pt x="1531171" y="545450"/>
                        </a:moveTo>
                        <a:cubicBezTo>
                          <a:pt x="1507808" y="558218"/>
                          <a:pt x="1483071" y="564335"/>
                          <a:pt x="1459354" y="570010"/>
                        </a:cubicBezTo>
                        <a:cubicBezTo>
                          <a:pt x="1453813" y="571340"/>
                          <a:pt x="1448139" y="572670"/>
                          <a:pt x="1443262" y="572625"/>
                        </a:cubicBezTo>
                        <a:cubicBezTo>
                          <a:pt x="1438386" y="572581"/>
                          <a:pt x="1434352" y="570808"/>
                          <a:pt x="1434130" y="567128"/>
                        </a:cubicBezTo>
                        <a:cubicBezTo>
                          <a:pt x="1433864" y="562784"/>
                          <a:pt x="1438829" y="557154"/>
                          <a:pt x="1444016" y="552366"/>
                        </a:cubicBezTo>
                        <a:cubicBezTo>
                          <a:pt x="1464053" y="533880"/>
                          <a:pt x="1490741" y="519739"/>
                          <a:pt x="1516807" y="508700"/>
                        </a:cubicBezTo>
                        <a:cubicBezTo>
                          <a:pt x="1518714" y="506971"/>
                          <a:pt x="1520886" y="505331"/>
                          <a:pt x="1523147" y="503824"/>
                        </a:cubicBezTo>
                        <a:cubicBezTo>
                          <a:pt x="1528954" y="499967"/>
                          <a:pt x="1535382" y="496819"/>
                          <a:pt x="1541766" y="494647"/>
                        </a:cubicBezTo>
                        <a:cubicBezTo>
                          <a:pt x="1549124" y="492120"/>
                          <a:pt x="1563576" y="488441"/>
                          <a:pt x="1566901" y="492386"/>
                        </a:cubicBezTo>
                        <a:cubicBezTo>
                          <a:pt x="1567034" y="492564"/>
                          <a:pt x="1567123" y="492741"/>
                          <a:pt x="1567256" y="492963"/>
                        </a:cubicBezTo>
                        <a:cubicBezTo>
                          <a:pt x="1577718" y="491721"/>
                          <a:pt x="1586141" y="493140"/>
                          <a:pt x="1589022" y="499657"/>
                        </a:cubicBezTo>
                        <a:cubicBezTo>
                          <a:pt x="1592126" y="506794"/>
                          <a:pt x="1585387" y="513089"/>
                          <a:pt x="1574304" y="519517"/>
                        </a:cubicBezTo>
                        <a:cubicBezTo>
                          <a:pt x="1572044" y="520803"/>
                          <a:pt x="1569827" y="522177"/>
                          <a:pt x="1567611" y="523551"/>
                        </a:cubicBezTo>
                        <a:cubicBezTo>
                          <a:pt x="1567566" y="523596"/>
                          <a:pt x="1567566" y="523640"/>
                          <a:pt x="1567566" y="523684"/>
                        </a:cubicBezTo>
                        <a:cubicBezTo>
                          <a:pt x="1566369" y="525546"/>
                          <a:pt x="1563754" y="527053"/>
                          <a:pt x="1561537" y="527230"/>
                        </a:cubicBezTo>
                        <a:cubicBezTo>
                          <a:pt x="1551385" y="533437"/>
                          <a:pt x="1541455" y="539820"/>
                          <a:pt x="1531171" y="545450"/>
                        </a:cubicBezTo>
                        <a:close/>
                        <a:moveTo>
                          <a:pt x="1605336" y="577058"/>
                        </a:moveTo>
                        <a:cubicBezTo>
                          <a:pt x="1605469" y="575950"/>
                          <a:pt x="1605735" y="574664"/>
                          <a:pt x="1606932" y="574221"/>
                        </a:cubicBezTo>
                        <a:cubicBezTo>
                          <a:pt x="1607774" y="573911"/>
                          <a:pt x="1608750" y="574088"/>
                          <a:pt x="1609681" y="574310"/>
                        </a:cubicBezTo>
                        <a:cubicBezTo>
                          <a:pt x="1621207" y="576925"/>
                          <a:pt x="1632688" y="579541"/>
                          <a:pt x="1644214" y="582112"/>
                        </a:cubicBezTo>
                        <a:lnTo>
                          <a:pt x="1654765" y="592397"/>
                        </a:lnTo>
                        <a:cubicBezTo>
                          <a:pt x="1656982" y="597318"/>
                          <a:pt x="1658888" y="602283"/>
                          <a:pt x="1660528" y="607336"/>
                        </a:cubicBezTo>
                        <a:cubicBezTo>
                          <a:pt x="1662745" y="614119"/>
                          <a:pt x="1664385" y="621301"/>
                          <a:pt x="1662612" y="628083"/>
                        </a:cubicBezTo>
                        <a:cubicBezTo>
                          <a:pt x="1660706" y="635398"/>
                          <a:pt x="1654898" y="641560"/>
                          <a:pt x="1647938" y="646170"/>
                        </a:cubicBezTo>
                        <a:cubicBezTo>
                          <a:pt x="1641555" y="650382"/>
                          <a:pt x="1633841" y="653574"/>
                          <a:pt x="1625595" y="653618"/>
                        </a:cubicBezTo>
                        <a:cubicBezTo>
                          <a:pt x="1617306" y="653707"/>
                          <a:pt x="1608528" y="650116"/>
                          <a:pt x="1604804" y="643865"/>
                        </a:cubicBezTo>
                        <a:cubicBezTo>
                          <a:pt x="1602366" y="639787"/>
                          <a:pt x="1602277" y="635088"/>
                          <a:pt x="1602277" y="630610"/>
                        </a:cubicBezTo>
                        <a:cubicBezTo>
                          <a:pt x="1602277" y="612701"/>
                          <a:pt x="1603297" y="594835"/>
                          <a:pt x="1605336" y="577058"/>
                        </a:cubicBezTo>
                        <a:close/>
                        <a:moveTo>
                          <a:pt x="1670547" y="670109"/>
                        </a:moveTo>
                        <a:cubicBezTo>
                          <a:pt x="1676487" y="668824"/>
                          <a:pt x="1682295" y="667095"/>
                          <a:pt x="1687614" y="664612"/>
                        </a:cubicBezTo>
                        <a:cubicBezTo>
                          <a:pt x="1696835" y="660312"/>
                          <a:pt x="1704771" y="653884"/>
                          <a:pt x="1708893" y="645771"/>
                        </a:cubicBezTo>
                        <a:cubicBezTo>
                          <a:pt x="1711819" y="640009"/>
                          <a:pt x="1712794" y="633669"/>
                          <a:pt x="1713149" y="627374"/>
                        </a:cubicBezTo>
                        <a:cubicBezTo>
                          <a:pt x="1713371" y="623562"/>
                          <a:pt x="1713105" y="619794"/>
                          <a:pt x="1712839" y="615981"/>
                        </a:cubicBezTo>
                        <a:cubicBezTo>
                          <a:pt x="1721838" y="619439"/>
                          <a:pt x="1720464" y="639033"/>
                          <a:pt x="1718823" y="645417"/>
                        </a:cubicBezTo>
                        <a:cubicBezTo>
                          <a:pt x="1717538" y="650426"/>
                          <a:pt x="1715233" y="655214"/>
                          <a:pt x="1714435" y="660268"/>
                        </a:cubicBezTo>
                        <a:cubicBezTo>
                          <a:pt x="1713326" y="667494"/>
                          <a:pt x="1715366" y="674808"/>
                          <a:pt x="1717405" y="681990"/>
                        </a:cubicBezTo>
                        <a:cubicBezTo>
                          <a:pt x="1720020" y="691166"/>
                          <a:pt x="1722858" y="700742"/>
                          <a:pt x="1730261" y="708057"/>
                        </a:cubicBezTo>
                        <a:cubicBezTo>
                          <a:pt x="1722015" y="704244"/>
                          <a:pt x="1717582" y="696531"/>
                          <a:pt x="1714701" y="689083"/>
                        </a:cubicBezTo>
                        <a:cubicBezTo>
                          <a:pt x="1711819" y="681635"/>
                          <a:pt x="1709824" y="673745"/>
                          <a:pt x="1704283" y="667405"/>
                        </a:cubicBezTo>
                        <a:cubicBezTo>
                          <a:pt x="1703707" y="666740"/>
                          <a:pt x="1703042" y="666075"/>
                          <a:pt x="1702155" y="665765"/>
                        </a:cubicBezTo>
                        <a:cubicBezTo>
                          <a:pt x="1701047" y="665366"/>
                          <a:pt x="1699805" y="665543"/>
                          <a:pt x="1698653" y="665720"/>
                        </a:cubicBezTo>
                        <a:cubicBezTo>
                          <a:pt x="1689255" y="667095"/>
                          <a:pt x="1679901" y="668602"/>
                          <a:pt x="1670547" y="670109"/>
                        </a:cubicBezTo>
                        <a:cubicBezTo>
                          <a:pt x="1666203" y="671040"/>
                          <a:pt x="1661769" y="671749"/>
                          <a:pt x="1657292" y="672237"/>
                        </a:cubicBezTo>
                        <a:cubicBezTo>
                          <a:pt x="1661681" y="671528"/>
                          <a:pt x="1666114" y="670819"/>
                          <a:pt x="1670547" y="670109"/>
                        </a:cubicBezTo>
                        <a:close/>
                        <a:moveTo>
                          <a:pt x="1724897" y="573778"/>
                        </a:moveTo>
                        <a:cubicBezTo>
                          <a:pt x="1718823" y="575374"/>
                          <a:pt x="1712839" y="575463"/>
                          <a:pt x="1710046" y="572847"/>
                        </a:cubicBezTo>
                        <a:cubicBezTo>
                          <a:pt x="1706278" y="569301"/>
                          <a:pt x="1709603" y="561809"/>
                          <a:pt x="1715454" y="555691"/>
                        </a:cubicBezTo>
                        <a:cubicBezTo>
                          <a:pt x="1721306" y="549529"/>
                          <a:pt x="1729153" y="544298"/>
                          <a:pt x="1736556" y="538934"/>
                        </a:cubicBezTo>
                        <a:cubicBezTo>
                          <a:pt x="1739216" y="536983"/>
                          <a:pt x="1741920" y="535033"/>
                          <a:pt x="1744624" y="533038"/>
                        </a:cubicBezTo>
                        <a:cubicBezTo>
                          <a:pt x="1744624" y="532196"/>
                          <a:pt x="1744757" y="531265"/>
                          <a:pt x="1745245" y="530245"/>
                        </a:cubicBezTo>
                        <a:cubicBezTo>
                          <a:pt x="1746397" y="527718"/>
                          <a:pt x="1749190" y="525191"/>
                          <a:pt x="1751939" y="522886"/>
                        </a:cubicBezTo>
                        <a:cubicBezTo>
                          <a:pt x="1758056" y="517832"/>
                          <a:pt x="1765061" y="513222"/>
                          <a:pt x="1772420" y="509897"/>
                        </a:cubicBezTo>
                        <a:cubicBezTo>
                          <a:pt x="1779734" y="506616"/>
                          <a:pt x="1790462" y="503336"/>
                          <a:pt x="1794674" y="506395"/>
                        </a:cubicBezTo>
                        <a:cubicBezTo>
                          <a:pt x="1796181" y="507503"/>
                          <a:pt x="1797733" y="509055"/>
                          <a:pt x="1798664" y="510916"/>
                        </a:cubicBezTo>
                        <a:cubicBezTo>
                          <a:pt x="1801634" y="510119"/>
                          <a:pt x="1804648" y="509232"/>
                          <a:pt x="1807663" y="508080"/>
                        </a:cubicBezTo>
                        <a:lnTo>
                          <a:pt x="1806820" y="517610"/>
                        </a:lnTo>
                        <a:cubicBezTo>
                          <a:pt x="1794895" y="524127"/>
                          <a:pt x="1788024" y="534678"/>
                          <a:pt x="1778582" y="543411"/>
                        </a:cubicBezTo>
                        <a:cubicBezTo>
                          <a:pt x="1768696" y="552543"/>
                          <a:pt x="1755795" y="559725"/>
                          <a:pt x="1743161" y="566109"/>
                        </a:cubicBezTo>
                        <a:cubicBezTo>
                          <a:pt x="1737176" y="569212"/>
                          <a:pt x="1730970" y="572182"/>
                          <a:pt x="1724897" y="573778"/>
                        </a:cubicBezTo>
                        <a:close/>
                        <a:moveTo>
                          <a:pt x="1797422" y="561631"/>
                        </a:moveTo>
                        <a:cubicBezTo>
                          <a:pt x="1798531" y="557730"/>
                          <a:pt x="1801589" y="553563"/>
                          <a:pt x="1805047" y="549529"/>
                        </a:cubicBezTo>
                        <a:cubicBezTo>
                          <a:pt x="1817460" y="535122"/>
                          <a:pt x="1835325" y="522487"/>
                          <a:pt x="1852659" y="510341"/>
                        </a:cubicBezTo>
                        <a:cubicBezTo>
                          <a:pt x="1868041" y="499524"/>
                          <a:pt x="1887370" y="489948"/>
                          <a:pt x="1902664" y="491456"/>
                        </a:cubicBezTo>
                        <a:cubicBezTo>
                          <a:pt x="1909491" y="492120"/>
                          <a:pt x="1911486" y="495667"/>
                          <a:pt x="1910555" y="500366"/>
                        </a:cubicBezTo>
                        <a:cubicBezTo>
                          <a:pt x="1912239" y="500499"/>
                          <a:pt x="1913614" y="500898"/>
                          <a:pt x="1914500" y="501651"/>
                        </a:cubicBezTo>
                        <a:cubicBezTo>
                          <a:pt x="1914811" y="501607"/>
                          <a:pt x="1915165" y="501563"/>
                          <a:pt x="1915476" y="501563"/>
                        </a:cubicBezTo>
                        <a:cubicBezTo>
                          <a:pt x="1919953" y="501563"/>
                          <a:pt x="1921549" y="504711"/>
                          <a:pt x="1919022" y="508612"/>
                        </a:cubicBezTo>
                        <a:cubicBezTo>
                          <a:pt x="1916717" y="512202"/>
                          <a:pt x="1911752" y="515128"/>
                          <a:pt x="1907452" y="515571"/>
                        </a:cubicBezTo>
                        <a:cubicBezTo>
                          <a:pt x="1904570" y="517212"/>
                          <a:pt x="1901378" y="518542"/>
                          <a:pt x="1898541" y="519606"/>
                        </a:cubicBezTo>
                        <a:cubicBezTo>
                          <a:pt x="1898319" y="519694"/>
                          <a:pt x="1898053" y="519783"/>
                          <a:pt x="1897832" y="519871"/>
                        </a:cubicBezTo>
                        <a:cubicBezTo>
                          <a:pt x="1876331" y="543190"/>
                          <a:pt x="1842551" y="563316"/>
                          <a:pt x="1811652" y="569567"/>
                        </a:cubicBezTo>
                        <a:cubicBezTo>
                          <a:pt x="1807840" y="570320"/>
                          <a:pt x="1803939" y="570896"/>
                          <a:pt x="1801146" y="570099"/>
                        </a:cubicBezTo>
                        <a:cubicBezTo>
                          <a:pt x="1797333" y="569035"/>
                          <a:pt x="1796270" y="565532"/>
                          <a:pt x="1797422" y="561631"/>
                        </a:cubicBezTo>
                        <a:close/>
                        <a:moveTo>
                          <a:pt x="1810899" y="623828"/>
                        </a:moveTo>
                        <a:cubicBezTo>
                          <a:pt x="1810988" y="625778"/>
                          <a:pt x="1809170" y="627374"/>
                          <a:pt x="1806820" y="627374"/>
                        </a:cubicBezTo>
                        <a:cubicBezTo>
                          <a:pt x="1804471" y="627374"/>
                          <a:pt x="1802520" y="625822"/>
                          <a:pt x="1802387" y="623872"/>
                        </a:cubicBezTo>
                        <a:cubicBezTo>
                          <a:pt x="1802299" y="621921"/>
                          <a:pt x="1804116" y="620325"/>
                          <a:pt x="1806466" y="620325"/>
                        </a:cubicBezTo>
                        <a:cubicBezTo>
                          <a:pt x="1808815" y="620325"/>
                          <a:pt x="1810810" y="621877"/>
                          <a:pt x="1810899" y="623828"/>
                        </a:cubicBezTo>
                        <a:close/>
                        <a:moveTo>
                          <a:pt x="1822602" y="647722"/>
                        </a:moveTo>
                        <a:cubicBezTo>
                          <a:pt x="1827390" y="644574"/>
                          <a:pt x="1832444" y="641737"/>
                          <a:pt x="1837719" y="639211"/>
                        </a:cubicBezTo>
                        <a:cubicBezTo>
                          <a:pt x="1843792" y="633979"/>
                          <a:pt x="1849068" y="629414"/>
                          <a:pt x="1852038" y="621833"/>
                        </a:cubicBezTo>
                        <a:cubicBezTo>
                          <a:pt x="1853634" y="617799"/>
                          <a:pt x="1854521" y="613543"/>
                          <a:pt x="1854609" y="609287"/>
                        </a:cubicBezTo>
                        <a:cubicBezTo>
                          <a:pt x="1854654" y="606184"/>
                          <a:pt x="1852038" y="600022"/>
                          <a:pt x="1855895" y="598470"/>
                        </a:cubicBezTo>
                        <a:cubicBezTo>
                          <a:pt x="1861303" y="604898"/>
                          <a:pt x="1863254" y="616202"/>
                          <a:pt x="1866224" y="623828"/>
                        </a:cubicBezTo>
                        <a:cubicBezTo>
                          <a:pt x="1866623" y="624847"/>
                          <a:pt x="1867066" y="625956"/>
                          <a:pt x="1868174" y="626576"/>
                        </a:cubicBezTo>
                        <a:cubicBezTo>
                          <a:pt x="1869150" y="627153"/>
                          <a:pt x="1870435" y="627153"/>
                          <a:pt x="1871588" y="627153"/>
                        </a:cubicBezTo>
                        <a:cubicBezTo>
                          <a:pt x="1885685" y="627374"/>
                          <a:pt x="1899782" y="631275"/>
                          <a:pt x="1911574" y="637969"/>
                        </a:cubicBezTo>
                        <a:cubicBezTo>
                          <a:pt x="1912594" y="638501"/>
                          <a:pt x="1913569" y="639077"/>
                          <a:pt x="1914545" y="639698"/>
                        </a:cubicBezTo>
                        <a:cubicBezTo>
                          <a:pt x="1916362" y="640851"/>
                          <a:pt x="1918091" y="642048"/>
                          <a:pt x="1919776" y="643334"/>
                        </a:cubicBezTo>
                        <a:cubicBezTo>
                          <a:pt x="1918135" y="642003"/>
                          <a:pt x="1916362" y="640851"/>
                          <a:pt x="1914545" y="639698"/>
                        </a:cubicBezTo>
                        <a:cubicBezTo>
                          <a:pt x="1913569" y="639077"/>
                          <a:pt x="1912550" y="638545"/>
                          <a:pt x="1911574" y="637969"/>
                        </a:cubicBezTo>
                        <a:cubicBezTo>
                          <a:pt x="1895881" y="629502"/>
                          <a:pt x="1875267" y="627950"/>
                          <a:pt x="1857491" y="632206"/>
                        </a:cubicBezTo>
                        <a:cubicBezTo>
                          <a:pt x="1850531" y="633847"/>
                          <a:pt x="1843970" y="636329"/>
                          <a:pt x="1837763" y="639255"/>
                        </a:cubicBezTo>
                        <a:cubicBezTo>
                          <a:pt x="1836832" y="640053"/>
                          <a:pt x="1835901" y="640851"/>
                          <a:pt x="1834926" y="641693"/>
                        </a:cubicBezTo>
                        <a:cubicBezTo>
                          <a:pt x="1831114" y="643909"/>
                          <a:pt x="1826814" y="645771"/>
                          <a:pt x="1822602" y="647722"/>
                        </a:cubicBezTo>
                        <a:cubicBezTo>
                          <a:pt x="1815953" y="652111"/>
                          <a:pt x="1809702" y="656987"/>
                          <a:pt x="1803895" y="662085"/>
                        </a:cubicBezTo>
                        <a:cubicBezTo>
                          <a:pt x="1807042" y="655214"/>
                          <a:pt x="1814667" y="651357"/>
                          <a:pt x="1822602" y="647722"/>
                        </a:cubicBezTo>
                        <a:close/>
                        <a:moveTo>
                          <a:pt x="1915830" y="627773"/>
                        </a:moveTo>
                        <a:cubicBezTo>
                          <a:pt x="1915431" y="625911"/>
                          <a:pt x="1915697" y="624049"/>
                          <a:pt x="1916362" y="622232"/>
                        </a:cubicBezTo>
                        <a:cubicBezTo>
                          <a:pt x="1905811" y="620459"/>
                          <a:pt x="1894418" y="621079"/>
                          <a:pt x="1885463" y="616026"/>
                        </a:cubicBezTo>
                        <a:cubicBezTo>
                          <a:pt x="1884533" y="615494"/>
                          <a:pt x="1883602" y="614828"/>
                          <a:pt x="1883424" y="613898"/>
                        </a:cubicBezTo>
                        <a:cubicBezTo>
                          <a:pt x="1883291" y="613100"/>
                          <a:pt x="1883823" y="612390"/>
                          <a:pt x="1884311" y="611726"/>
                        </a:cubicBezTo>
                        <a:cubicBezTo>
                          <a:pt x="1886660" y="608622"/>
                          <a:pt x="1889010" y="605519"/>
                          <a:pt x="1891315" y="602371"/>
                        </a:cubicBezTo>
                        <a:cubicBezTo>
                          <a:pt x="1893709" y="599180"/>
                          <a:pt x="1896236" y="595899"/>
                          <a:pt x="1899915" y="593683"/>
                        </a:cubicBezTo>
                        <a:cubicBezTo>
                          <a:pt x="1903196" y="591732"/>
                          <a:pt x="1907141" y="590801"/>
                          <a:pt x="1911043" y="589915"/>
                        </a:cubicBezTo>
                        <a:cubicBezTo>
                          <a:pt x="1917515" y="588407"/>
                          <a:pt x="1924031" y="586900"/>
                          <a:pt x="1930548" y="585393"/>
                        </a:cubicBezTo>
                        <a:cubicBezTo>
                          <a:pt x="1933518" y="584683"/>
                          <a:pt x="1937154" y="584151"/>
                          <a:pt x="1939503" y="585925"/>
                        </a:cubicBezTo>
                        <a:cubicBezTo>
                          <a:pt x="1939725" y="583487"/>
                          <a:pt x="1954132" y="593106"/>
                          <a:pt x="1954354" y="590668"/>
                        </a:cubicBezTo>
                        <a:cubicBezTo>
                          <a:pt x="1959319" y="598337"/>
                          <a:pt x="1964417" y="606494"/>
                          <a:pt x="1964240" y="615050"/>
                        </a:cubicBezTo>
                        <a:cubicBezTo>
                          <a:pt x="1964062" y="623650"/>
                          <a:pt x="1956482" y="632561"/>
                          <a:pt x="1946153" y="632251"/>
                        </a:cubicBezTo>
                        <a:cubicBezTo>
                          <a:pt x="1942916" y="632162"/>
                          <a:pt x="1939946" y="631231"/>
                          <a:pt x="1937065" y="629990"/>
                        </a:cubicBezTo>
                        <a:cubicBezTo>
                          <a:pt x="1935114" y="630965"/>
                          <a:pt x="1933208" y="631940"/>
                          <a:pt x="1931257" y="632871"/>
                        </a:cubicBezTo>
                        <a:cubicBezTo>
                          <a:pt x="1929573" y="633714"/>
                          <a:pt x="1927799" y="634600"/>
                          <a:pt x="1925805" y="634777"/>
                        </a:cubicBezTo>
                        <a:cubicBezTo>
                          <a:pt x="1921061" y="635354"/>
                          <a:pt x="1916628" y="631674"/>
                          <a:pt x="1915830" y="627773"/>
                        </a:cubicBezTo>
                        <a:close/>
                        <a:moveTo>
                          <a:pt x="1961402" y="575861"/>
                        </a:moveTo>
                        <a:cubicBezTo>
                          <a:pt x="1957324" y="574709"/>
                          <a:pt x="1955329" y="571695"/>
                          <a:pt x="1953866" y="568547"/>
                        </a:cubicBezTo>
                        <a:cubicBezTo>
                          <a:pt x="1952492" y="565532"/>
                          <a:pt x="1951428" y="562208"/>
                          <a:pt x="1952891" y="558173"/>
                        </a:cubicBezTo>
                        <a:cubicBezTo>
                          <a:pt x="1954930" y="552499"/>
                          <a:pt x="1961402" y="546647"/>
                          <a:pt x="1966279" y="540840"/>
                        </a:cubicBezTo>
                        <a:cubicBezTo>
                          <a:pt x="1972618" y="533304"/>
                          <a:pt x="1976475" y="528649"/>
                          <a:pt x="1986981" y="526920"/>
                        </a:cubicBezTo>
                        <a:cubicBezTo>
                          <a:pt x="1994606" y="525635"/>
                          <a:pt x="2000369" y="525900"/>
                          <a:pt x="2000458" y="531176"/>
                        </a:cubicBezTo>
                        <a:cubicBezTo>
                          <a:pt x="2000680" y="543145"/>
                          <a:pt x="1983568" y="563626"/>
                          <a:pt x="1967875" y="574177"/>
                        </a:cubicBezTo>
                        <a:cubicBezTo>
                          <a:pt x="1966855" y="574886"/>
                          <a:pt x="1965747" y="575551"/>
                          <a:pt x="1964638" y="575906"/>
                        </a:cubicBezTo>
                        <a:cubicBezTo>
                          <a:pt x="1963353" y="576261"/>
                          <a:pt x="1962289" y="576128"/>
                          <a:pt x="1961402" y="575861"/>
                        </a:cubicBezTo>
                        <a:close/>
                        <a:moveTo>
                          <a:pt x="2099981" y="531265"/>
                        </a:moveTo>
                        <a:cubicBezTo>
                          <a:pt x="2093287" y="534590"/>
                          <a:pt x="2086371" y="537914"/>
                          <a:pt x="2079766" y="539421"/>
                        </a:cubicBezTo>
                        <a:cubicBezTo>
                          <a:pt x="2073116" y="540929"/>
                          <a:pt x="2066733" y="540308"/>
                          <a:pt x="2065093" y="536540"/>
                        </a:cubicBezTo>
                        <a:cubicBezTo>
                          <a:pt x="2063009" y="531841"/>
                          <a:pt x="2069038" y="524039"/>
                          <a:pt x="2076353" y="518409"/>
                        </a:cubicBezTo>
                        <a:cubicBezTo>
                          <a:pt x="2083667" y="512779"/>
                          <a:pt x="2092268" y="508390"/>
                          <a:pt x="2100025" y="503115"/>
                        </a:cubicBezTo>
                        <a:cubicBezTo>
                          <a:pt x="2114300" y="493406"/>
                          <a:pt x="2125649" y="480905"/>
                          <a:pt x="2138815" y="470575"/>
                        </a:cubicBezTo>
                        <a:cubicBezTo>
                          <a:pt x="2138372" y="469290"/>
                          <a:pt x="2138372" y="467827"/>
                          <a:pt x="2139125" y="466187"/>
                        </a:cubicBezTo>
                        <a:cubicBezTo>
                          <a:pt x="2140278" y="463660"/>
                          <a:pt x="2143071" y="461133"/>
                          <a:pt x="2145819" y="458828"/>
                        </a:cubicBezTo>
                        <a:cubicBezTo>
                          <a:pt x="2151937" y="453774"/>
                          <a:pt x="2158941" y="449164"/>
                          <a:pt x="2166300" y="445839"/>
                        </a:cubicBezTo>
                        <a:cubicBezTo>
                          <a:pt x="2173615" y="442558"/>
                          <a:pt x="2184343" y="439278"/>
                          <a:pt x="2188554" y="442337"/>
                        </a:cubicBezTo>
                        <a:cubicBezTo>
                          <a:pt x="2191258" y="444332"/>
                          <a:pt x="2194184" y="447745"/>
                          <a:pt x="2193209" y="451868"/>
                        </a:cubicBezTo>
                        <a:cubicBezTo>
                          <a:pt x="2194849" y="452001"/>
                          <a:pt x="2196445" y="452178"/>
                          <a:pt x="2197997" y="452400"/>
                        </a:cubicBezTo>
                        <a:lnTo>
                          <a:pt x="2211872" y="455858"/>
                        </a:lnTo>
                        <a:cubicBezTo>
                          <a:pt x="2211917" y="455503"/>
                          <a:pt x="2212404" y="454838"/>
                          <a:pt x="2212936" y="454927"/>
                        </a:cubicBezTo>
                        <a:cubicBezTo>
                          <a:pt x="2213734" y="455060"/>
                          <a:pt x="2213335" y="456079"/>
                          <a:pt x="2212803" y="456877"/>
                        </a:cubicBezTo>
                        <a:cubicBezTo>
                          <a:pt x="2210011" y="461266"/>
                          <a:pt x="2206863" y="465699"/>
                          <a:pt x="2203405" y="470043"/>
                        </a:cubicBezTo>
                        <a:cubicBezTo>
                          <a:pt x="2201189" y="472836"/>
                          <a:pt x="2198706" y="475762"/>
                          <a:pt x="2195293" y="478023"/>
                        </a:cubicBezTo>
                        <a:cubicBezTo>
                          <a:pt x="2189086" y="482190"/>
                          <a:pt x="2182082" y="482944"/>
                          <a:pt x="2175167" y="485072"/>
                        </a:cubicBezTo>
                        <a:cubicBezTo>
                          <a:pt x="2172772" y="486889"/>
                          <a:pt x="2169802" y="488175"/>
                          <a:pt x="2167098" y="488485"/>
                        </a:cubicBezTo>
                        <a:cubicBezTo>
                          <a:pt x="2160315" y="492431"/>
                          <a:pt x="2154996" y="498282"/>
                          <a:pt x="2148922" y="503203"/>
                        </a:cubicBezTo>
                        <a:cubicBezTo>
                          <a:pt x="2142893" y="508080"/>
                          <a:pt x="2135889" y="512113"/>
                          <a:pt x="2128973" y="515926"/>
                        </a:cubicBezTo>
                        <a:cubicBezTo>
                          <a:pt x="2119398" y="521290"/>
                          <a:pt x="2109734" y="526388"/>
                          <a:pt x="2099981" y="531265"/>
                        </a:cubicBezTo>
                        <a:close/>
                        <a:moveTo>
                          <a:pt x="2185761" y="494248"/>
                        </a:moveTo>
                        <a:cubicBezTo>
                          <a:pt x="2184476" y="496243"/>
                          <a:pt x="2181550" y="497839"/>
                          <a:pt x="2179289" y="497839"/>
                        </a:cubicBezTo>
                        <a:cubicBezTo>
                          <a:pt x="2177028" y="497839"/>
                          <a:pt x="2176186" y="496243"/>
                          <a:pt x="2177472" y="494248"/>
                        </a:cubicBezTo>
                        <a:cubicBezTo>
                          <a:pt x="2178757" y="492253"/>
                          <a:pt x="2181683" y="490657"/>
                          <a:pt x="2183944" y="490657"/>
                        </a:cubicBezTo>
                        <a:cubicBezTo>
                          <a:pt x="2186249" y="490657"/>
                          <a:pt x="2187091" y="492253"/>
                          <a:pt x="2185761" y="494248"/>
                        </a:cubicBezTo>
                        <a:close/>
                        <a:moveTo>
                          <a:pt x="2220827" y="479486"/>
                        </a:moveTo>
                        <a:cubicBezTo>
                          <a:pt x="2224994" y="471639"/>
                          <a:pt x="2228009" y="463616"/>
                          <a:pt x="2226502" y="457365"/>
                        </a:cubicBezTo>
                        <a:cubicBezTo>
                          <a:pt x="2225526" y="453286"/>
                          <a:pt x="2221936" y="451114"/>
                          <a:pt x="2219719" y="447922"/>
                        </a:cubicBezTo>
                        <a:cubicBezTo>
                          <a:pt x="2226191" y="443179"/>
                          <a:pt x="2231422" y="450582"/>
                          <a:pt x="2233240" y="452710"/>
                        </a:cubicBezTo>
                        <a:cubicBezTo>
                          <a:pt x="2235102" y="454883"/>
                          <a:pt x="2236520" y="457365"/>
                          <a:pt x="2236122" y="460601"/>
                        </a:cubicBezTo>
                        <a:cubicBezTo>
                          <a:pt x="2235102" y="468802"/>
                          <a:pt x="2222689" y="479708"/>
                          <a:pt x="2224640" y="486712"/>
                        </a:cubicBezTo>
                        <a:cubicBezTo>
                          <a:pt x="2226989" y="487421"/>
                          <a:pt x="2230935" y="485515"/>
                          <a:pt x="2234304" y="484008"/>
                        </a:cubicBezTo>
                        <a:cubicBezTo>
                          <a:pt x="2243791" y="479708"/>
                          <a:pt x="2253676" y="477624"/>
                          <a:pt x="2261612" y="478245"/>
                        </a:cubicBezTo>
                        <a:cubicBezTo>
                          <a:pt x="2254652" y="480107"/>
                          <a:pt x="2247692" y="481924"/>
                          <a:pt x="2240688" y="483786"/>
                        </a:cubicBezTo>
                        <a:cubicBezTo>
                          <a:pt x="2237983" y="484495"/>
                          <a:pt x="2235102" y="485294"/>
                          <a:pt x="2232531" y="486889"/>
                        </a:cubicBezTo>
                        <a:cubicBezTo>
                          <a:pt x="2230092" y="488396"/>
                          <a:pt x="2228275" y="490392"/>
                          <a:pt x="2226590" y="492298"/>
                        </a:cubicBezTo>
                        <a:cubicBezTo>
                          <a:pt x="2211518" y="509099"/>
                          <a:pt x="2197554" y="526122"/>
                          <a:pt x="2184698" y="543278"/>
                        </a:cubicBezTo>
                        <a:cubicBezTo>
                          <a:pt x="2187269" y="532639"/>
                          <a:pt x="2197288" y="520980"/>
                          <a:pt x="2206907" y="509897"/>
                        </a:cubicBezTo>
                        <a:cubicBezTo>
                          <a:pt x="2187889" y="526787"/>
                          <a:pt x="2166078" y="542303"/>
                          <a:pt x="2142938" y="555425"/>
                        </a:cubicBezTo>
                        <a:cubicBezTo>
                          <a:pt x="2177339" y="535077"/>
                          <a:pt x="2206375" y="506750"/>
                          <a:pt x="2220827" y="479486"/>
                        </a:cubicBezTo>
                        <a:close/>
                        <a:moveTo>
                          <a:pt x="2301864" y="536230"/>
                        </a:moveTo>
                        <a:cubicBezTo>
                          <a:pt x="2308204" y="531797"/>
                          <a:pt x="2315518" y="526565"/>
                          <a:pt x="2318089" y="520935"/>
                        </a:cubicBezTo>
                        <a:cubicBezTo>
                          <a:pt x="2319597" y="517655"/>
                          <a:pt x="2316006" y="512069"/>
                          <a:pt x="2318710" y="509409"/>
                        </a:cubicBezTo>
                        <a:cubicBezTo>
                          <a:pt x="2323764" y="504489"/>
                          <a:pt x="2340964" y="512557"/>
                          <a:pt x="2347437" y="511670"/>
                        </a:cubicBezTo>
                        <a:cubicBezTo>
                          <a:pt x="2356790" y="510384"/>
                          <a:pt x="2368183" y="505065"/>
                          <a:pt x="2375188" y="497839"/>
                        </a:cubicBezTo>
                        <a:cubicBezTo>
                          <a:pt x="2371641" y="504755"/>
                          <a:pt x="2361223" y="510606"/>
                          <a:pt x="2352091" y="514641"/>
                        </a:cubicBezTo>
                        <a:cubicBezTo>
                          <a:pt x="2343890" y="518231"/>
                          <a:pt x="2334980" y="521822"/>
                          <a:pt x="2328330" y="527275"/>
                        </a:cubicBezTo>
                        <a:cubicBezTo>
                          <a:pt x="2327665" y="530511"/>
                          <a:pt x="2326113" y="533836"/>
                          <a:pt x="2323675" y="536540"/>
                        </a:cubicBezTo>
                        <a:cubicBezTo>
                          <a:pt x="2319552" y="541150"/>
                          <a:pt x="2316848" y="546027"/>
                          <a:pt x="2316050" y="550415"/>
                        </a:cubicBezTo>
                        <a:cubicBezTo>
                          <a:pt x="2315075" y="549573"/>
                          <a:pt x="2315031" y="548199"/>
                          <a:pt x="2314410" y="547091"/>
                        </a:cubicBezTo>
                        <a:cubicBezTo>
                          <a:pt x="2314366" y="547002"/>
                          <a:pt x="2314321" y="546958"/>
                          <a:pt x="2314277" y="546914"/>
                        </a:cubicBezTo>
                        <a:cubicBezTo>
                          <a:pt x="2310376" y="553475"/>
                          <a:pt x="2306519" y="560080"/>
                          <a:pt x="2302618" y="566641"/>
                        </a:cubicBezTo>
                        <a:cubicBezTo>
                          <a:pt x="2304790" y="559814"/>
                          <a:pt x="2307583" y="552854"/>
                          <a:pt x="2310908" y="545849"/>
                        </a:cubicBezTo>
                        <a:cubicBezTo>
                          <a:pt x="2310686" y="545894"/>
                          <a:pt x="2310509" y="545894"/>
                          <a:pt x="2310287" y="545982"/>
                        </a:cubicBezTo>
                        <a:cubicBezTo>
                          <a:pt x="2309445" y="546293"/>
                          <a:pt x="2308647" y="546781"/>
                          <a:pt x="2307849" y="547313"/>
                        </a:cubicBezTo>
                        <a:cubicBezTo>
                          <a:pt x="2299204" y="552854"/>
                          <a:pt x="2290604" y="558395"/>
                          <a:pt x="2281960" y="563892"/>
                        </a:cubicBezTo>
                        <a:cubicBezTo>
                          <a:pt x="2277482" y="566774"/>
                          <a:pt x="2271187" y="569966"/>
                          <a:pt x="2268705" y="568148"/>
                        </a:cubicBezTo>
                        <a:cubicBezTo>
                          <a:pt x="2280541" y="565311"/>
                          <a:pt x="2292156" y="556400"/>
                          <a:pt x="2301687" y="547933"/>
                        </a:cubicBezTo>
                        <a:cubicBezTo>
                          <a:pt x="2307893" y="542481"/>
                          <a:pt x="2312459" y="537648"/>
                          <a:pt x="2316006" y="532816"/>
                        </a:cubicBezTo>
                        <a:cubicBezTo>
                          <a:pt x="2313257" y="533215"/>
                          <a:pt x="2309622" y="535787"/>
                          <a:pt x="2306962" y="538003"/>
                        </a:cubicBezTo>
                        <a:cubicBezTo>
                          <a:pt x="2288964" y="552987"/>
                          <a:pt x="2266931" y="565577"/>
                          <a:pt x="2244988" y="573512"/>
                        </a:cubicBezTo>
                        <a:cubicBezTo>
                          <a:pt x="2264715" y="562119"/>
                          <a:pt x="2283334" y="549130"/>
                          <a:pt x="2301864" y="536230"/>
                        </a:cubicBezTo>
                        <a:close/>
                        <a:moveTo>
                          <a:pt x="2275753" y="652732"/>
                        </a:moveTo>
                        <a:cubicBezTo>
                          <a:pt x="2289230" y="640408"/>
                          <a:pt x="2296146" y="623872"/>
                          <a:pt x="2299869" y="607292"/>
                        </a:cubicBezTo>
                        <a:cubicBezTo>
                          <a:pt x="2302263" y="621744"/>
                          <a:pt x="2294860" y="635753"/>
                          <a:pt x="2286171" y="648077"/>
                        </a:cubicBezTo>
                        <a:cubicBezTo>
                          <a:pt x="2280807" y="655702"/>
                          <a:pt x="2261966" y="678266"/>
                          <a:pt x="2248313" y="668114"/>
                        </a:cubicBezTo>
                        <a:cubicBezTo>
                          <a:pt x="2257090" y="662617"/>
                          <a:pt x="2267774" y="660046"/>
                          <a:pt x="2275753" y="652732"/>
                        </a:cubicBezTo>
                        <a:close/>
                        <a:moveTo>
                          <a:pt x="2281383" y="701229"/>
                        </a:moveTo>
                        <a:cubicBezTo>
                          <a:pt x="2286747" y="701141"/>
                          <a:pt x="2292244" y="701274"/>
                          <a:pt x="2297475" y="702560"/>
                        </a:cubicBezTo>
                        <a:cubicBezTo>
                          <a:pt x="2305455" y="704510"/>
                          <a:pt x="2312504" y="709209"/>
                          <a:pt x="2316582" y="715283"/>
                        </a:cubicBezTo>
                        <a:cubicBezTo>
                          <a:pt x="2320660" y="721356"/>
                          <a:pt x="2321725" y="728714"/>
                          <a:pt x="2319464" y="735232"/>
                        </a:cubicBezTo>
                        <a:cubicBezTo>
                          <a:pt x="2318843" y="728538"/>
                          <a:pt x="2318001" y="721400"/>
                          <a:pt x="2312858" y="716125"/>
                        </a:cubicBezTo>
                        <a:cubicBezTo>
                          <a:pt x="2309356" y="712578"/>
                          <a:pt x="2304302" y="710318"/>
                          <a:pt x="2299249" y="708500"/>
                        </a:cubicBezTo>
                        <a:cubicBezTo>
                          <a:pt x="2292466" y="706061"/>
                          <a:pt x="2285329" y="704111"/>
                          <a:pt x="2278059" y="703934"/>
                        </a:cubicBezTo>
                        <a:cubicBezTo>
                          <a:pt x="2272739" y="703800"/>
                          <a:pt x="2267774" y="704909"/>
                          <a:pt x="2262897" y="706328"/>
                        </a:cubicBezTo>
                        <a:cubicBezTo>
                          <a:pt x="2265513" y="701496"/>
                          <a:pt x="2275576" y="701318"/>
                          <a:pt x="2281383" y="701229"/>
                        </a:cubicBezTo>
                        <a:close/>
                        <a:moveTo>
                          <a:pt x="2308869" y="691609"/>
                        </a:moveTo>
                        <a:cubicBezTo>
                          <a:pt x="2303416" y="691787"/>
                          <a:pt x="2298007" y="691964"/>
                          <a:pt x="2292555" y="692141"/>
                        </a:cubicBezTo>
                        <a:cubicBezTo>
                          <a:pt x="2289452" y="692230"/>
                          <a:pt x="2286127" y="692319"/>
                          <a:pt x="2283334" y="691078"/>
                        </a:cubicBezTo>
                        <a:cubicBezTo>
                          <a:pt x="2279388" y="689349"/>
                          <a:pt x="2277394" y="685536"/>
                          <a:pt x="2276684" y="681901"/>
                        </a:cubicBezTo>
                        <a:cubicBezTo>
                          <a:pt x="2275487" y="676138"/>
                          <a:pt x="2276684" y="670153"/>
                          <a:pt x="2279965" y="665100"/>
                        </a:cubicBezTo>
                        <a:cubicBezTo>
                          <a:pt x="2284176" y="658583"/>
                          <a:pt x="2291535" y="654017"/>
                          <a:pt x="2297210" y="648342"/>
                        </a:cubicBezTo>
                        <a:cubicBezTo>
                          <a:pt x="2304967" y="641560"/>
                          <a:pt x="2309977" y="634157"/>
                          <a:pt x="2322966" y="634334"/>
                        </a:cubicBezTo>
                        <a:cubicBezTo>
                          <a:pt x="2330857" y="634423"/>
                          <a:pt x="2337462" y="637659"/>
                          <a:pt x="2340875" y="643732"/>
                        </a:cubicBezTo>
                        <a:cubicBezTo>
                          <a:pt x="2342072" y="645816"/>
                          <a:pt x="2342649" y="647988"/>
                          <a:pt x="2342870" y="650116"/>
                        </a:cubicBezTo>
                        <a:cubicBezTo>
                          <a:pt x="2347880" y="649096"/>
                          <a:pt x="2353111" y="648919"/>
                          <a:pt x="2356569" y="651047"/>
                        </a:cubicBezTo>
                        <a:cubicBezTo>
                          <a:pt x="2359760" y="653042"/>
                          <a:pt x="2361889" y="657564"/>
                          <a:pt x="2361002" y="660622"/>
                        </a:cubicBezTo>
                        <a:cubicBezTo>
                          <a:pt x="2360026" y="664213"/>
                          <a:pt x="2355771" y="666474"/>
                          <a:pt x="2352224" y="668203"/>
                        </a:cubicBezTo>
                        <a:cubicBezTo>
                          <a:pt x="2345486" y="671572"/>
                          <a:pt x="2338748" y="674941"/>
                          <a:pt x="2332009" y="678310"/>
                        </a:cubicBezTo>
                        <a:cubicBezTo>
                          <a:pt x="2329172" y="682876"/>
                          <a:pt x="2325803" y="687044"/>
                          <a:pt x="2321769" y="689216"/>
                        </a:cubicBezTo>
                        <a:cubicBezTo>
                          <a:pt x="2318045" y="691299"/>
                          <a:pt x="2313346" y="691477"/>
                          <a:pt x="2308869" y="691609"/>
                        </a:cubicBezTo>
                        <a:close/>
                        <a:moveTo>
                          <a:pt x="2371996" y="684251"/>
                        </a:moveTo>
                        <a:cubicBezTo>
                          <a:pt x="2374035" y="679773"/>
                          <a:pt x="2374035" y="674853"/>
                          <a:pt x="2373946" y="670020"/>
                        </a:cubicBezTo>
                        <a:cubicBezTo>
                          <a:pt x="2373769" y="660445"/>
                          <a:pt x="2373281" y="650825"/>
                          <a:pt x="2372528" y="641250"/>
                        </a:cubicBezTo>
                        <a:cubicBezTo>
                          <a:pt x="2372351" y="639211"/>
                          <a:pt x="2372085" y="636905"/>
                          <a:pt x="2370223" y="635487"/>
                        </a:cubicBezTo>
                        <a:cubicBezTo>
                          <a:pt x="2368804" y="634379"/>
                          <a:pt x="2366809" y="634024"/>
                          <a:pt x="2364903" y="633669"/>
                        </a:cubicBezTo>
                        <a:cubicBezTo>
                          <a:pt x="2358342" y="632428"/>
                          <a:pt x="2344333" y="630167"/>
                          <a:pt x="2341274" y="624803"/>
                        </a:cubicBezTo>
                        <a:cubicBezTo>
                          <a:pt x="2353731" y="629990"/>
                          <a:pt x="2367208" y="631586"/>
                          <a:pt x="2380463" y="628350"/>
                        </a:cubicBezTo>
                        <a:cubicBezTo>
                          <a:pt x="2396999" y="624360"/>
                          <a:pt x="2410475" y="614651"/>
                          <a:pt x="2422090" y="604233"/>
                        </a:cubicBezTo>
                        <a:cubicBezTo>
                          <a:pt x="2415662" y="611902"/>
                          <a:pt x="2407372" y="618419"/>
                          <a:pt x="2397841" y="623340"/>
                        </a:cubicBezTo>
                        <a:cubicBezTo>
                          <a:pt x="2389728" y="627507"/>
                          <a:pt x="2379931" y="631319"/>
                          <a:pt x="2377271" y="638989"/>
                        </a:cubicBezTo>
                        <a:cubicBezTo>
                          <a:pt x="2376163" y="642225"/>
                          <a:pt x="2376518" y="645683"/>
                          <a:pt x="2376916" y="649096"/>
                        </a:cubicBezTo>
                        <a:cubicBezTo>
                          <a:pt x="2377537" y="654416"/>
                          <a:pt x="2378114" y="659736"/>
                          <a:pt x="2378734" y="665055"/>
                        </a:cubicBezTo>
                        <a:cubicBezTo>
                          <a:pt x="2379621" y="672769"/>
                          <a:pt x="2381128" y="681502"/>
                          <a:pt x="2388664" y="686201"/>
                        </a:cubicBezTo>
                        <a:cubicBezTo>
                          <a:pt x="2395624" y="690590"/>
                          <a:pt x="2406264" y="690369"/>
                          <a:pt x="2411539" y="696176"/>
                        </a:cubicBezTo>
                        <a:cubicBezTo>
                          <a:pt x="2391058" y="690546"/>
                          <a:pt x="2368006" y="692630"/>
                          <a:pt x="2350052" y="701717"/>
                        </a:cubicBezTo>
                        <a:cubicBezTo>
                          <a:pt x="2358874" y="697284"/>
                          <a:pt x="2368316" y="692319"/>
                          <a:pt x="2371996" y="684251"/>
                        </a:cubicBezTo>
                        <a:close/>
                        <a:moveTo>
                          <a:pt x="2402363" y="679197"/>
                        </a:moveTo>
                        <a:cubicBezTo>
                          <a:pt x="2398107" y="678798"/>
                          <a:pt x="2393718" y="677734"/>
                          <a:pt x="2390659" y="675163"/>
                        </a:cubicBezTo>
                        <a:cubicBezTo>
                          <a:pt x="2377360" y="664124"/>
                          <a:pt x="2384276" y="628837"/>
                          <a:pt x="2407727" y="640053"/>
                        </a:cubicBezTo>
                        <a:cubicBezTo>
                          <a:pt x="2428163" y="649806"/>
                          <a:pt x="2433483" y="682167"/>
                          <a:pt x="2402363" y="679197"/>
                        </a:cubicBezTo>
                        <a:close/>
                        <a:moveTo>
                          <a:pt x="2425636" y="745383"/>
                        </a:moveTo>
                        <a:cubicBezTo>
                          <a:pt x="2427986" y="745383"/>
                          <a:pt x="2429936" y="746935"/>
                          <a:pt x="2430070" y="748885"/>
                        </a:cubicBezTo>
                        <a:cubicBezTo>
                          <a:pt x="2430202" y="750836"/>
                          <a:pt x="2428341" y="752432"/>
                          <a:pt x="2425991" y="752432"/>
                        </a:cubicBezTo>
                        <a:cubicBezTo>
                          <a:pt x="2423641" y="752432"/>
                          <a:pt x="2421691" y="750880"/>
                          <a:pt x="2421558" y="748930"/>
                        </a:cubicBezTo>
                        <a:cubicBezTo>
                          <a:pt x="2421425" y="746979"/>
                          <a:pt x="2423287" y="745383"/>
                          <a:pt x="2425636" y="745383"/>
                        </a:cubicBezTo>
                        <a:close/>
                        <a:moveTo>
                          <a:pt x="2429626" y="614740"/>
                        </a:moveTo>
                        <a:cubicBezTo>
                          <a:pt x="2431133" y="624670"/>
                          <a:pt x="2436630" y="633802"/>
                          <a:pt x="2442083" y="642713"/>
                        </a:cubicBezTo>
                        <a:cubicBezTo>
                          <a:pt x="2444699" y="646968"/>
                          <a:pt x="2447358" y="651268"/>
                          <a:pt x="2451437" y="654638"/>
                        </a:cubicBezTo>
                        <a:cubicBezTo>
                          <a:pt x="2460481" y="662041"/>
                          <a:pt x="2474090" y="663194"/>
                          <a:pt x="2485882" y="666829"/>
                        </a:cubicBezTo>
                        <a:cubicBezTo>
                          <a:pt x="2491512" y="668558"/>
                          <a:pt x="2496788" y="670907"/>
                          <a:pt x="2502107" y="673301"/>
                        </a:cubicBezTo>
                        <a:cubicBezTo>
                          <a:pt x="2483311" y="674631"/>
                          <a:pt x="2463628" y="668602"/>
                          <a:pt x="2449885" y="657342"/>
                        </a:cubicBezTo>
                        <a:cubicBezTo>
                          <a:pt x="2435301" y="645284"/>
                          <a:pt x="2431399" y="630832"/>
                          <a:pt x="2429626" y="614740"/>
                        </a:cubicBezTo>
                        <a:close/>
                        <a:moveTo>
                          <a:pt x="2492931" y="648299"/>
                        </a:moveTo>
                        <a:cubicBezTo>
                          <a:pt x="2485527" y="645328"/>
                          <a:pt x="2476839" y="644796"/>
                          <a:pt x="2470056" y="640851"/>
                        </a:cubicBezTo>
                        <a:cubicBezTo>
                          <a:pt x="2466199" y="638634"/>
                          <a:pt x="2463273" y="635487"/>
                          <a:pt x="2460835" y="632162"/>
                        </a:cubicBezTo>
                        <a:cubicBezTo>
                          <a:pt x="2454762" y="623828"/>
                          <a:pt x="2439202" y="586102"/>
                          <a:pt x="2463318" y="590003"/>
                        </a:cubicBezTo>
                        <a:cubicBezTo>
                          <a:pt x="2468238" y="590801"/>
                          <a:pt x="2472716" y="593195"/>
                          <a:pt x="2476750" y="596121"/>
                        </a:cubicBezTo>
                        <a:cubicBezTo>
                          <a:pt x="2481937" y="593372"/>
                          <a:pt x="2489251" y="591200"/>
                          <a:pt x="2494881" y="593816"/>
                        </a:cubicBezTo>
                        <a:cubicBezTo>
                          <a:pt x="2500822" y="596564"/>
                          <a:pt x="2509289" y="602150"/>
                          <a:pt x="2506540" y="608489"/>
                        </a:cubicBezTo>
                        <a:cubicBezTo>
                          <a:pt x="2505698" y="610440"/>
                          <a:pt x="2503880" y="611902"/>
                          <a:pt x="2502373" y="613543"/>
                        </a:cubicBezTo>
                        <a:cubicBezTo>
                          <a:pt x="2501442" y="614518"/>
                          <a:pt x="2500600" y="615582"/>
                          <a:pt x="2499802" y="616646"/>
                        </a:cubicBezTo>
                        <a:cubicBezTo>
                          <a:pt x="2504102" y="620547"/>
                          <a:pt x="2508181" y="624537"/>
                          <a:pt x="2511417" y="628748"/>
                        </a:cubicBezTo>
                        <a:cubicBezTo>
                          <a:pt x="2514786" y="633093"/>
                          <a:pt x="2516781" y="638457"/>
                          <a:pt x="2515318" y="643334"/>
                        </a:cubicBezTo>
                        <a:cubicBezTo>
                          <a:pt x="2513855" y="648210"/>
                          <a:pt x="2508181" y="652288"/>
                          <a:pt x="2502107" y="651579"/>
                        </a:cubicBezTo>
                        <a:cubicBezTo>
                          <a:pt x="2498871" y="651135"/>
                          <a:pt x="2495945" y="649495"/>
                          <a:pt x="2492931" y="648299"/>
                        </a:cubicBezTo>
                        <a:close/>
                        <a:moveTo>
                          <a:pt x="2498827" y="576172"/>
                        </a:moveTo>
                        <a:cubicBezTo>
                          <a:pt x="2508579" y="574886"/>
                          <a:pt x="2518820" y="572758"/>
                          <a:pt x="2529194" y="569035"/>
                        </a:cubicBezTo>
                        <a:cubicBezTo>
                          <a:pt x="2538414" y="565710"/>
                          <a:pt x="2546660" y="560169"/>
                          <a:pt x="2555127" y="556444"/>
                        </a:cubicBezTo>
                        <a:cubicBezTo>
                          <a:pt x="2553620" y="572005"/>
                          <a:pt x="2508402" y="574886"/>
                          <a:pt x="2498827" y="576172"/>
                        </a:cubicBezTo>
                        <a:close/>
                        <a:moveTo>
                          <a:pt x="2548876" y="515438"/>
                        </a:moveTo>
                        <a:cubicBezTo>
                          <a:pt x="2546571" y="515438"/>
                          <a:pt x="2545773" y="513842"/>
                          <a:pt x="2547059" y="511848"/>
                        </a:cubicBezTo>
                        <a:cubicBezTo>
                          <a:pt x="2548345" y="509853"/>
                          <a:pt x="2551270" y="508257"/>
                          <a:pt x="2553531" y="508257"/>
                        </a:cubicBezTo>
                        <a:cubicBezTo>
                          <a:pt x="2555792" y="508257"/>
                          <a:pt x="2556634" y="509853"/>
                          <a:pt x="2555349" y="511848"/>
                        </a:cubicBezTo>
                        <a:cubicBezTo>
                          <a:pt x="2554063" y="513842"/>
                          <a:pt x="2551181" y="515438"/>
                          <a:pt x="2548876" y="515438"/>
                        </a:cubicBezTo>
                        <a:close/>
                        <a:moveTo>
                          <a:pt x="2544576" y="492120"/>
                        </a:moveTo>
                        <a:cubicBezTo>
                          <a:pt x="2549054" y="492120"/>
                          <a:pt x="2550650" y="495268"/>
                          <a:pt x="2548123" y="499169"/>
                        </a:cubicBezTo>
                        <a:cubicBezTo>
                          <a:pt x="2545596" y="503070"/>
                          <a:pt x="2539922" y="506218"/>
                          <a:pt x="2535444" y="506218"/>
                        </a:cubicBezTo>
                        <a:cubicBezTo>
                          <a:pt x="2530967" y="506218"/>
                          <a:pt x="2529371" y="503070"/>
                          <a:pt x="2531898" y="499169"/>
                        </a:cubicBezTo>
                        <a:cubicBezTo>
                          <a:pt x="2532740" y="497883"/>
                          <a:pt x="2533937" y="496686"/>
                          <a:pt x="2535311" y="495622"/>
                        </a:cubicBezTo>
                        <a:cubicBezTo>
                          <a:pt x="2534114" y="496066"/>
                          <a:pt x="2532917" y="496553"/>
                          <a:pt x="2531720" y="496997"/>
                        </a:cubicBezTo>
                        <a:cubicBezTo>
                          <a:pt x="2527065" y="504489"/>
                          <a:pt x="2522499" y="511981"/>
                          <a:pt x="2517933" y="519473"/>
                        </a:cubicBezTo>
                        <a:cubicBezTo>
                          <a:pt x="2515052" y="524216"/>
                          <a:pt x="2511993" y="529137"/>
                          <a:pt x="2506939" y="533437"/>
                        </a:cubicBezTo>
                        <a:cubicBezTo>
                          <a:pt x="2500644" y="538801"/>
                          <a:pt x="2492354" y="542259"/>
                          <a:pt x="2484552" y="545362"/>
                        </a:cubicBezTo>
                        <a:cubicBezTo>
                          <a:pt x="2475021" y="549130"/>
                          <a:pt x="2464470" y="552943"/>
                          <a:pt x="2457422" y="551302"/>
                        </a:cubicBezTo>
                        <a:cubicBezTo>
                          <a:pt x="2448866" y="549352"/>
                          <a:pt x="2449220" y="540220"/>
                          <a:pt x="2452589" y="531708"/>
                        </a:cubicBezTo>
                        <a:cubicBezTo>
                          <a:pt x="2458707" y="516103"/>
                          <a:pt x="2473115" y="498903"/>
                          <a:pt x="2492399" y="486136"/>
                        </a:cubicBezTo>
                        <a:cubicBezTo>
                          <a:pt x="2504989" y="477801"/>
                          <a:pt x="2537528" y="461620"/>
                          <a:pt x="2543468" y="471240"/>
                        </a:cubicBezTo>
                        <a:cubicBezTo>
                          <a:pt x="2544044" y="472171"/>
                          <a:pt x="2544177" y="473279"/>
                          <a:pt x="2544089" y="474432"/>
                        </a:cubicBezTo>
                        <a:cubicBezTo>
                          <a:pt x="2551004" y="472748"/>
                          <a:pt x="2558673" y="471817"/>
                          <a:pt x="2560979" y="474610"/>
                        </a:cubicBezTo>
                        <a:cubicBezTo>
                          <a:pt x="2562708" y="476649"/>
                          <a:pt x="2561555" y="481304"/>
                          <a:pt x="2558541" y="484407"/>
                        </a:cubicBezTo>
                        <a:cubicBezTo>
                          <a:pt x="2554994" y="488042"/>
                          <a:pt x="2549275" y="490347"/>
                          <a:pt x="2544576" y="492120"/>
                        </a:cubicBezTo>
                        <a:close/>
                        <a:moveTo>
                          <a:pt x="2585804" y="633315"/>
                        </a:moveTo>
                        <a:cubicBezTo>
                          <a:pt x="2589040" y="624094"/>
                          <a:pt x="2587622" y="615316"/>
                          <a:pt x="2587799" y="606095"/>
                        </a:cubicBezTo>
                        <a:cubicBezTo>
                          <a:pt x="2595335" y="609819"/>
                          <a:pt x="2594980" y="622941"/>
                          <a:pt x="2595291" y="629192"/>
                        </a:cubicBezTo>
                        <a:cubicBezTo>
                          <a:pt x="2595424" y="631807"/>
                          <a:pt x="2595380" y="634423"/>
                          <a:pt x="2594582" y="636905"/>
                        </a:cubicBezTo>
                        <a:cubicBezTo>
                          <a:pt x="2593562" y="640097"/>
                          <a:pt x="2591257" y="642890"/>
                          <a:pt x="2588774" y="645461"/>
                        </a:cubicBezTo>
                        <a:cubicBezTo>
                          <a:pt x="2580573" y="653928"/>
                          <a:pt x="2569756" y="660667"/>
                          <a:pt x="2557610" y="664790"/>
                        </a:cubicBezTo>
                        <a:cubicBezTo>
                          <a:pt x="2571086" y="657608"/>
                          <a:pt x="2581238" y="646259"/>
                          <a:pt x="2585804" y="633315"/>
                        </a:cubicBezTo>
                        <a:close/>
                        <a:moveTo>
                          <a:pt x="2593606" y="457010"/>
                        </a:moveTo>
                        <a:cubicBezTo>
                          <a:pt x="2603270" y="456788"/>
                          <a:pt x="2613201" y="455547"/>
                          <a:pt x="2624328" y="451336"/>
                        </a:cubicBezTo>
                        <a:cubicBezTo>
                          <a:pt x="2630889" y="448853"/>
                          <a:pt x="2637405" y="445617"/>
                          <a:pt x="2643922" y="442780"/>
                        </a:cubicBezTo>
                        <a:cubicBezTo>
                          <a:pt x="2632440" y="449696"/>
                          <a:pt x="2622820" y="458784"/>
                          <a:pt x="2615905" y="467960"/>
                        </a:cubicBezTo>
                        <a:cubicBezTo>
                          <a:pt x="2608989" y="477136"/>
                          <a:pt x="2604645" y="486357"/>
                          <a:pt x="2601586" y="495268"/>
                        </a:cubicBezTo>
                        <a:cubicBezTo>
                          <a:pt x="2600123" y="486091"/>
                          <a:pt x="2603714" y="474698"/>
                          <a:pt x="2611605" y="463527"/>
                        </a:cubicBezTo>
                        <a:cubicBezTo>
                          <a:pt x="2612491" y="462285"/>
                          <a:pt x="2613467" y="460867"/>
                          <a:pt x="2613023" y="459936"/>
                        </a:cubicBezTo>
                        <a:cubicBezTo>
                          <a:pt x="2612669" y="459227"/>
                          <a:pt x="2611472" y="459094"/>
                          <a:pt x="2610319" y="459005"/>
                        </a:cubicBezTo>
                        <a:cubicBezTo>
                          <a:pt x="2604778" y="458562"/>
                          <a:pt x="2597729" y="458916"/>
                          <a:pt x="2593606" y="457010"/>
                        </a:cubicBezTo>
                        <a:close/>
                        <a:moveTo>
                          <a:pt x="2604024" y="586678"/>
                        </a:moveTo>
                        <a:cubicBezTo>
                          <a:pt x="2608856" y="576881"/>
                          <a:pt x="2621357" y="569567"/>
                          <a:pt x="2634214" y="571163"/>
                        </a:cubicBezTo>
                        <a:lnTo>
                          <a:pt x="2633017" y="584772"/>
                        </a:lnTo>
                        <a:cubicBezTo>
                          <a:pt x="2633327" y="593239"/>
                          <a:pt x="2641484" y="601219"/>
                          <a:pt x="2639755" y="609509"/>
                        </a:cubicBezTo>
                        <a:cubicBezTo>
                          <a:pt x="2638735" y="614430"/>
                          <a:pt x="2634435" y="618331"/>
                          <a:pt x="2630312" y="621877"/>
                        </a:cubicBezTo>
                        <a:cubicBezTo>
                          <a:pt x="2626988" y="624759"/>
                          <a:pt x="2623086" y="627818"/>
                          <a:pt x="2618210" y="627551"/>
                        </a:cubicBezTo>
                        <a:cubicBezTo>
                          <a:pt x="2612491" y="627241"/>
                          <a:pt x="2608546" y="622498"/>
                          <a:pt x="2606196" y="618065"/>
                        </a:cubicBezTo>
                        <a:cubicBezTo>
                          <a:pt x="2601010" y="608090"/>
                          <a:pt x="2599192" y="596520"/>
                          <a:pt x="2604024" y="586678"/>
                        </a:cubicBezTo>
                        <a:close/>
                        <a:moveTo>
                          <a:pt x="2660857" y="558794"/>
                        </a:moveTo>
                        <a:cubicBezTo>
                          <a:pt x="2658507" y="556533"/>
                          <a:pt x="2657842" y="553120"/>
                          <a:pt x="2658064" y="549529"/>
                        </a:cubicBezTo>
                        <a:cubicBezTo>
                          <a:pt x="2658817" y="537914"/>
                          <a:pt x="2668703" y="523596"/>
                          <a:pt x="2682712" y="511803"/>
                        </a:cubicBezTo>
                        <a:cubicBezTo>
                          <a:pt x="2696720" y="500011"/>
                          <a:pt x="2714497" y="490791"/>
                          <a:pt x="2731653" y="485160"/>
                        </a:cubicBezTo>
                        <a:cubicBezTo>
                          <a:pt x="2746149" y="480417"/>
                          <a:pt x="2761709" y="478245"/>
                          <a:pt x="2768714" y="484008"/>
                        </a:cubicBezTo>
                        <a:lnTo>
                          <a:pt x="2760734" y="492696"/>
                        </a:lnTo>
                        <a:cubicBezTo>
                          <a:pt x="2760601" y="492918"/>
                          <a:pt x="2760557" y="493096"/>
                          <a:pt x="2760379" y="493317"/>
                        </a:cubicBezTo>
                        <a:cubicBezTo>
                          <a:pt x="2759537" y="494647"/>
                          <a:pt x="2758296" y="495844"/>
                          <a:pt x="2756922" y="496908"/>
                        </a:cubicBezTo>
                        <a:cubicBezTo>
                          <a:pt x="2744775" y="510695"/>
                          <a:pt x="2732628" y="524482"/>
                          <a:pt x="2720526" y="538224"/>
                        </a:cubicBezTo>
                        <a:cubicBezTo>
                          <a:pt x="2717201" y="541992"/>
                          <a:pt x="2713788" y="545849"/>
                          <a:pt x="2709355" y="549174"/>
                        </a:cubicBezTo>
                        <a:cubicBezTo>
                          <a:pt x="2704123" y="553075"/>
                          <a:pt x="2697917" y="555912"/>
                          <a:pt x="2691888" y="558040"/>
                        </a:cubicBezTo>
                        <a:cubicBezTo>
                          <a:pt x="2679608" y="562385"/>
                          <a:pt x="2666309" y="564025"/>
                          <a:pt x="2660857" y="558794"/>
                        </a:cubicBezTo>
                        <a:close/>
                        <a:moveTo>
                          <a:pt x="2767650" y="505996"/>
                        </a:moveTo>
                        <a:cubicBezTo>
                          <a:pt x="2766364" y="507991"/>
                          <a:pt x="2763438" y="509587"/>
                          <a:pt x="2761177" y="509587"/>
                        </a:cubicBezTo>
                        <a:cubicBezTo>
                          <a:pt x="2758917" y="509587"/>
                          <a:pt x="2758074" y="507991"/>
                          <a:pt x="2759360" y="505996"/>
                        </a:cubicBezTo>
                        <a:cubicBezTo>
                          <a:pt x="2760645" y="504001"/>
                          <a:pt x="2763571" y="502405"/>
                          <a:pt x="2765832" y="502405"/>
                        </a:cubicBezTo>
                        <a:cubicBezTo>
                          <a:pt x="2768093" y="502405"/>
                          <a:pt x="2768935" y="504045"/>
                          <a:pt x="2767650" y="505996"/>
                        </a:cubicBezTo>
                        <a:close/>
                        <a:moveTo>
                          <a:pt x="2692154" y="637526"/>
                        </a:moveTo>
                        <a:cubicBezTo>
                          <a:pt x="2693528" y="636640"/>
                          <a:pt x="2695346" y="636418"/>
                          <a:pt x="2697075" y="636196"/>
                        </a:cubicBezTo>
                        <a:cubicBezTo>
                          <a:pt x="2705409" y="635221"/>
                          <a:pt x="2718974" y="633403"/>
                          <a:pt x="2728904" y="635664"/>
                        </a:cubicBezTo>
                        <a:cubicBezTo>
                          <a:pt x="2729747" y="635398"/>
                          <a:pt x="2730678" y="635221"/>
                          <a:pt x="2731653" y="635221"/>
                        </a:cubicBezTo>
                        <a:cubicBezTo>
                          <a:pt x="2736219" y="635221"/>
                          <a:pt x="2740076" y="638280"/>
                          <a:pt x="2740298" y="642092"/>
                        </a:cubicBezTo>
                        <a:cubicBezTo>
                          <a:pt x="2740298" y="642491"/>
                          <a:pt x="2740298" y="642934"/>
                          <a:pt x="2740209" y="643334"/>
                        </a:cubicBezTo>
                        <a:cubicBezTo>
                          <a:pt x="2740874" y="644708"/>
                          <a:pt x="2741317" y="646259"/>
                          <a:pt x="2741406" y="648121"/>
                        </a:cubicBezTo>
                        <a:cubicBezTo>
                          <a:pt x="2741938" y="659869"/>
                          <a:pt x="2741095" y="686112"/>
                          <a:pt x="2719994" y="676005"/>
                        </a:cubicBezTo>
                        <a:cubicBezTo>
                          <a:pt x="2706517" y="669533"/>
                          <a:pt x="2695922" y="658805"/>
                          <a:pt x="2691002" y="646614"/>
                        </a:cubicBezTo>
                        <a:cubicBezTo>
                          <a:pt x="2689760" y="643466"/>
                          <a:pt x="2689139" y="639521"/>
                          <a:pt x="2692154" y="637526"/>
                        </a:cubicBezTo>
                        <a:close/>
                        <a:moveTo>
                          <a:pt x="2772615" y="537249"/>
                        </a:moveTo>
                        <a:cubicBezTo>
                          <a:pt x="2767960" y="546514"/>
                          <a:pt x="2765699" y="555780"/>
                          <a:pt x="2768625" y="562606"/>
                        </a:cubicBezTo>
                        <a:cubicBezTo>
                          <a:pt x="2766275" y="559680"/>
                          <a:pt x="2765167" y="555957"/>
                          <a:pt x="2765433" y="551790"/>
                        </a:cubicBezTo>
                        <a:cubicBezTo>
                          <a:pt x="2765743" y="546736"/>
                          <a:pt x="2767960" y="541062"/>
                          <a:pt x="2770177" y="535520"/>
                        </a:cubicBezTo>
                        <a:cubicBezTo>
                          <a:pt x="2773058" y="528294"/>
                          <a:pt x="2778600" y="501208"/>
                          <a:pt x="2789992" y="495445"/>
                        </a:cubicBezTo>
                        <a:cubicBezTo>
                          <a:pt x="2796686" y="492076"/>
                          <a:pt x="2801385" y="496731"/>
                          <a:pt x="2806306" y="497307"/>
                        </a:cubicBezTo>
                        <a:cubicBezTo>
                          <a:pt x="2809454" y="497706"/>
                          <a:pt x="2822177" y="498150"/>
                          <a:pt x="2827896" y="495312"/>
                        </a:cubicBezTo>
                        <a:cubicBezTo>
                          <a:pt x="2828383" y="495002"/>
                          <a:pt x="2828871" y="494736"/>
                          <a:pt x="2829314" y="494425"/>
                        </a:cubicBezTo>
                        <a:cubicBezTo>
                          <a:pt x="2828915" y="494736"/>
                          <a:pt x="2828427" y="495046"/>
                          <a:pt x="2827896" y="495312"/>
                        </a:cubicBezTo>
                        <a:cubicBezTo>
                          <a:pt x="2821512" y="499169"/>
                          <a:pt x="2814153" y="501518"/>
                          <a:pt x="2808301" y="501518"/>
                        </a:cubicBezTo>
                        <a:cubicBezTo>
                          <a:pt x="2805198" y="501474"/>
                          <a:pt x="2802051" y="500942"/>
                          <a:pt x="2798504" y="502627"/>
                        </a:cubicBezTo>
                        <a:cubicBezTo>
                          <a:pt x="2795268" y="504134"/>
                          <a:pt x="2793051" y="506927"/>
                          <a:pt x="2791234" y="509365"/>
                        </a:cubicBezTo>
                        <a:cubicBezTo>
                          <a:pt x="2784274" y="518630"/>
                          <a:pt x="2777269" y="528029"/>
                          <a:pt x="2772615" y="537249"/>
                        </a:cubicBezTo>
                        <a:close/>
                        <a:moveTo>
                          <a:pt x="2784052" y="539288"/>
                        </a:moveTo>
                        <a:cubicBezTo>
                          <a:pt x="2787288" y="529048"/>
                          <a:pt x="2801075" y="518231"/>
                          <a:pt x="2814729" y="510828"/>
                        </a:cubicBezTo>
                        <a:cubicBezTo>
                          <a:pt x="2830112" y="502494"/>
                          <a:pt x="2866951" y="485116"/>
                          <a:pt x="2856799" y="506483"/>
                        </a:cubicBezTo>
                        <a:cubicBezTo>
                          <a:pt x="2852544" y="515394"/>
                          <a:pt x="2843145" y="524881"/>
                          <a:pt x="2837958" y="533969"/>
                        </a:cubicBezTo>
                        <a:cubicBezTo>
                          <a:pt x="2832506" y="543544"/>
                          <a:pt x="2828871" y="553075"/>
                          <a:pt x="2827452" y="561941"/>
                        </a:cubicBezTo>
                        <a:cubicBezTo>
                          <a:pt x="2826964" y="564956"/>
                          <a:pt x="2826344" y="568414"/>
                          <a:pt x="2822753" y="571296"/>
                        </a:cubicBezTo>
                        <a:cubicBezTo>
                          <a:pt x="2821068" y="572625"/>
                          <a:pt x="2818941" y="573600"/>
                          <a:pt x="2816946" y="574354"/>
                        </a:cubicBezTo>
                        <a:cubicBezTo>
                          <a:pt x="2806883" y="577945"/>
                          <a:pt x="2798327" y="575950"/>
                          <a:pt x="2793849" y="571650"/>
                        </a:cubicBezTo>
                        <a:cubicBezTo>
                          <a:pt x="2789372" y="567350"/>
                          <a:pt x="2788086" y="561099"/>
                          <a:pt x="2786091" y="555336"/>
                        </a:cubicBezTo>
                        <a:cubicBezTo>
                          <a:pt x="2784363" y="550371"/>
                          <a:pt x="2782102" y="545495"/>
                          <a:pt x="2784052" y="539288"/>
                        </a:cubicBezTo>
                        <a:close/>
                        <a:moveTo>
                          <a:pt x="2853120" y="514507"/>
                        </a:moveTo>
                        <a:cubicBezTo>
                          <a:pt x="2855647" y="510606"/>
                          <a:pt x="2861321" y="507459"/>
                          <a:pt x="2865798" y="507459"/>
                        </a:cubicBezTo>
                        <a:cubicBezTo>
                          <a:pt x="2870276" y="507459"/>
                          <a:pt x="2871872" y="510606"/>
                          <a:pt x="2869345" y="514507"/>
                        </a:cubicBezTo>
                        <a:cubicBezTo>
                          <a:pt x="2866818" y="518409"/>
                          <a:pt x="2861144" y="521556"/>
                          <a:pt x="2856666" y="521556"/>
                        </a:cubicBezTo>
                        <a:cubicBezTo>
                          <a:pt x="2852189" y="521556"/>
                          <a:pt x="2850593" y="518409"/>
                          <a:pt x="2853120" y="514507"/>
                        </a:cubicBezTo>
                        <a:close/>
                        <a:moveTo>
                          <a:pt x="2868237" y="527186"/>
                        </a:moveTo>
                        <a:cubicBezTo>
                          <a:pt x="2869522" y="525191"/>
                          <a:pt x="2872448" y="523596"/>
                          <a:pt x="2874709" y="523596"/>
                        </a:cubicBezTo>
                        <a:cubicBezTo>
                          <a:pt x="2876970" y="523596"/>
                          <a:pt x="2877812" y="525191"/>
                          <a:pt x="2876526" y="527186"/>
                        </a:cubicBezTo>
                        <a:cubicBezTo>
                          <a:pt x="2875241" y="529181"/>
                          <a:pt x="2872315" y="530777"/>
                          <a:pt x="2870054" y="530777"/>
                        </a:cubicBezTo>
                        <a:cubicBezTo>
                          <a:pt x="2867793" y="530777"/>
                          <a:pt x="2866951" y="529181"/>
                          <a:pt x="2868237" y="527186"/>
                        </a:cubicBezTo>
                        <a:close/>
                        <a:moveTo>
                          <a:pt x="3013110" y="457454"/>
                        </a:moveTo>
                        <a:cubicBezTo>
                          <a:pt x="3014396" y="455459"/>
                          <a:pt x="3017322" y="453862"/>
                          <a:pt x="3019583" y="453862"/>
                        </a:cubicBezTo>
                        <a:cubicBezTo>
                          <a:pt x="3021843" y="453862"/>
                          <a:pt x="3022686" y="455459"/>
                          <a:pt x="3021400" y="457454"/>
                        </a:cubicBezTo>
                        <a:cubicBezTo>
                          <a:pt x="3020115" y="459448"/>
                          <a:pt x="3017189" y="461044"/>
                          <a:pt x="3014928" y="461044"/>
                        </a:cubicBezTo>
                        <a:cubicBezTo>
                          <a:pt x="3012667" y="461044"/>
                          <a:pt x="3011825" y="459448"/>
                          <a:pt x="3013110" y="457454"/>
                        </a:cubicBezTo>
                        <a:close/>
                        <a:moveTo>
                          <a:pt x="3065953" y="158131"/>
                        </a:moveTo>
                        <a:cubicBezTo>
                          <a:pt x="3065908" y="156003"/>
                          <a:pt x="3067637" y="154230"/>
                          <a:pt x="3069765" y="154230"/>
                        </a:cubicBezTo>
                        <a:cubicBezTo>
                          <a:pt x="3071893" y="154185"/>
                          <a:pt x="3073666" y="155914"/>
                          <a:pt x="3073666" y="158042"/>
                        </a:cubicBezTo>
                        <a:cubicBezTo>
                          <a:pt x="3073666" y="160170"/>
                          <a:pt x="3071982" y="161943"/>
                          <a:pt x="3069854" y="161943"/>
                        </a:cubicBezTo>
                        <a:cubicBezTo>
                          <a:pt x="3067726" y="161988"/>
                          <a:pt x="3065997" y="160259"/>
                          <a:pt x="3065953" y="158131"/>
                        </a:cubicBezTo>
                        <a:close/>
                        <a:moveTo>
                          <a:pt x="3020380" y="109589"/>
                        </a:moveTo>
                        <a:cubicBezTo>
                          <a:pt x="3020868" y="101166"/>
                          <a:pt x="3021799" y="92787"/>
                          <a:pt x="3023129" y="84453"/>
                        </a:cubicBezTo>
                        <a:cubicBezTo>
                          <a:pt x="3023794" y="80330"/>
                          <a:pt x="3024592" y="76119"/>
                          <a:pt x="3026809" y="72572"/>
                        </a:cubicBezTo>
                        <a:cubicBezTo>
                          <a:pt x="3028803" y="69380"/>
                          <a:pt x="3031774" y="66987"/>
                          <a:pt x="3034921" y="64903"/>
                        </a:cubicBezTo>
                        <a:cubicBezTo>
                          <a:pt x="3048486" y="55859"/>
                          <a:pt x="3065509" y="52224"/>
                          <a:pt x="3081557" y="54928"/>
                        </a:cubicBezTo>
                        <a:lnTo>
                          <a:pt x="3094014" y="74124"/>
                        </a:lnTo>
                        <a:cubicBezTo>
                          <a:pt x="3094014" y="90260"/>
                          <a:pt x="3085325" y="106131"/>
                          <a:pt x="3071760" y="114819"/>
                        </a:cubicBezTo>
                        <a:cubicBezTo>
                          <a:pt x="3058195" y="123509"/>
                          <a:pt x="3040152" y="124749"/>
                          <a:pt x="3025479" y="118012"/>
                        </a:cubicBezTo>
                        <a:cubicBezTo>
                          <a:pt x="3023661" y="117169"/>
                          <a:pt x="3021799" y="116105"/>
                          <a:pt x="3020912" y="114332"/>
                        </a:cubicBezTo>
                        <a:cubicBezTo>
                          <a:pt x="3020247" y="112869"/>
                          <a:pt x="3020292" y="111184"/>
                          <a:pt x="3020380" y="109589"/>
                        </a:cubicBezTo>
                        <a:close/>
                        <a:moveTo>
                          <a:pt x="3015371" y="139911"/>
                        </a:moveTo>
                        <a:cubicBezTo>
                          <a:pt x="3016657" y="138936"/>
                          <a:pt x="3018297" y="138669"/>
                          <a:pt x="3019893" y="138448"/>
                        </a:cubicBezTo>
                        <a:cubicBezTo>
                          <a:pt x="3027518" y="137295"/>
                          <a:pt x="3039975" y="135256"/>
                          <a:pt x="3048930" y="137650"/>
                        </a:cubicBezTo>
                        <a:cubicBezTo>
                          <a:pt x="3049728" y="137340"/>
                          <a:pt x="3050570" y="137162"/>
                          <a:pt x="3051457" y="137162"/>
                        </a:cubicBezTo>
                        <a:cubicBezTo>
                          <a:pt x="3055624" y="137118"/>
                          <a:pt x="3059037" y="140443"/>
                          <a:pt x="3059126" y="144610"/>
                        </a:cubicBezTo>
                        <a:cubicBezTo>
                          <a:pt x="3059126" y="145053"/>
                          <a:pt x="3059081" y="145497"/>
                          <a:pt x="3058993" y="145940"/>
                        </a:cubicBezTo>
                        <a:cubicBezTo>
                          <a:pt x="3059525" y="147447"/>
                          <a:pt x="3059924" y="149176"/>
                          <a:pt x="3059924" y="151171"/>
                        </a:cubicBezTo>
                        <a:cubicBezTo>
                          <a:pt x="3060057" y="164071"/>
                          <a:pt x="3058461" y="192798"/>
                          <a:pt x="3039532" y="181892"/>
                        </a:cubicBezTo>
                        <a:cubicBezTo>
                          <a:pt x="3027429" y="174888"/>
                          <a:pt x="3018120" y="163229"/>
                          <a:pt x="3013997" y="149841"/>
                        </a:cubicBezTo>
                        <a:cubicBezTo>
                          <a:pt x="3012977" y="146427"/>
                          <a:pt x="3012534" y="142083"/>
                          <a:pt x="3015371" y="139911"/>
                        </a:cubicBezTo>
                        <a:close/>
                        <a:moveTo>
                          <a:pt x="2978576" y="137251"/>
                        </a:moveTo>
                        <a:cubicBezTo>
                          <a:pt x="2983364" y="135744"/>
                          <a:pt x="2987930" y="132907"/>
                          <a:pt x="2991876" y="129803"/>
                        </a:cubicBezTo>
                        <a:cubicBezTo>
                          <a:pt x="2994491" y="127764"/>
                          <a:pt x="2997018" y="125548"/>
                          <a:pt x="2998969" y="122888"/>
                        </a:cubicBezTo>
                        <a:cubicBezTo>
                          <a:pt x="3005219" y="114287"/>
                          <a:pt x="3003402" y="104357"/>
                          <a:pt x="3002870" y="94560"/>
                        </a:cubicBezTo>
                        <a:cubicBezTo>
                          <a:pt x="3016435" y="95137"/>
                          <a:pt x="2998747" y="130468"/>
                          <a:pt x="2993915" y="134901"/>
                        </a:cubicBezTo>
                        <a:cubicBezTo>
                          <a:pt x="2992718" y="136010"/>
                          <a:pt x="2991344" y="137162"/>
                          <a:pt x="2990989" y="138803"/>
                        </a:cubicBezTo>
                        <a:cubicBezTo>
                          <a:pt x="2990679" y="140133"/>
                          <a:pt x="2991078" y="141507"/>
                          <a:pt x="2991521" y="142792"/>
                        </a:cubicBezTo>
                        <a:cubicBezTo>
                          <a:pt x="2995289" y="154052"/>
                          <a:pt x="3001097" y="164647"/>
                          <a:pt x="3008544" y="173869"/>
                        </a:cubicBezTo>
                        <a:cubicBezTo>
                          <a:pt x="3003269" y="170189"/>
                          <a:pt x="2997816" y="166243"/>
                          <a:pt x="2994890" y="160525"/>
                        </a:cubicBezTo>
                        <a:cubicBezTo>
                          <a:pt x="2991521" y="153920"/>
                          <a:pt x="2991698" y="145230"/>
                          <a:pt x="2986068" y="140398"/>
                        </a:cubicBezTo>
                        <a:cubicBezTo>
                          <a:pt x="2983940" y="138492"/>
                          <a:pt x="2981369" y="137606"/>
                          <a:pt x="2978576" y="137251"/>
                        </a:cubicBezTo>
                        <a:cubicBezTo>
                          <a:pt x="2974720" y="138492"/>
                          <a:pt x="2970774" y="138891"/>
                          <a:pt x="2966873" y="137783"/>
                        </a:cubicBezTo>
                        <a:cubicBezTo>
                          <a:pt x="2970685" y="137162"/>
                          <a:pt x="2974808" y="136719"/>
                          <a:pt x="2978576" y="137251"/>
                        </a:cubicBezTo>
                        <a:close/>
                        <a:moveTo>
                          <a:pt x="2936506" y="84763"/>
                        </a:moveTo>
                        <a:cubicBezTo>
                          <a:pt x="2941205" y="73946"/>
                          <a:pt x="2952865" y="65878"/>
                          <a:pt x="2964524" y="67519"/>
                        </a:cubicBezTo>
                        <a:lnTo>
                          <a:pt x="2963016" y="82414"/>
                        </a:lnTo>
                        <a:cubicBezTo>
                          <a:pt x="2963061" y="91723"/>
                          <a:pt x="2970198" y="100367"/>
                          <a:pt x="2968380" y="109500"/>
                        </a:cubicBezTo>
                        <a:cubicBezTo>
                          <a:pt x="2967316" y="114908"/>
                          <a:pt x="2963238" y="119208"/>
                          <a:pt x="2959381" y="123154"/>
                        </a:cubicBezTo>
                        <a:cubicBezTo>
                          <a:pt x="2956278" y="126301"/>
                          <a:pt x="2952599" y="129714"/>
                          <a:pt x="2948165" y="129449"/>
                        </a:cubicBezTo>
                        <a:cubicBezTo>
                          <a:pt x="2942934" y="129138"/>
                          <a:pt x="2939476" y="123952"/>
                          <a:pt x="2937526" y="119120"/>
                        </a:cubicBezTo>
                        <a:cubicBezTo>
                          <a:pt x="2933093" y="108214"/>
                          <a:pt x="2931807" y="95535"/>
                          <a:pt x="2936506" y="84763"/>
                        </a:cubicBezTo>
                        <a:close/>
                        <a:moveTo>
                          <a:pt x="2918464" y="136010"/>
                        </a:moveTo>
                        <a:cubicBezTo>
                          <a:pt x="2921700" y="125902"/>
                          <a:pt x="2920680" y="116283"/>
                          <a:pt x="2921123" y="106175"/>
                        </a:cubicBezTo>
                        <a:cubicBezTo>
                          <a:pt x="2927862" y="110209"/>
                          <a:pt x="2927152" y="124617"/>
                          <a:pt x="2927241" y="131488"/>
                        </a:cubicBezTo>
                        <a:cubicBezTo>
                          <a:pt x="2927285" y="134325"/>
                          <a:pt x="2927152" y="137251"/>
                          <a:pt x="2926354" y="139955"/>
                        </a:cubicBezTo>
                        <a:cubicBezTo>
                          <a:pt x="2925291" y="143502"/>
                          <a:pt x="2923118" y="146560"/>
                          <a:pt x="2920769" y="149398"/>
                        </a:cubicBezTo>
                        <a:cubicBezTo>
                          <a:pt x="2913011" y="158751"/>
                          <a:pt x="2902948" y="166155"/>
                          <a:pt x="2891732" y="170809"/>
                        </a:cubicBezTo>
                        <a:cubicBezTo>
                          <a:pt x="2904278" y="162741"/>
                          <a:pt x="2913897" y="150195"/>
                          <a:pt x="2918464" y="136010"/>
                        </a:cubicBezTo>
                        <a:close/>
                        <a:moveTo>
                          <a:pt x="2887432" y="234114"/>
                        </a:moveTo>
                        <a:cubicBezTo>
                          <a:pt x="2893727" y="229371"/>
                          <a:pt x="2901174" y="225913"/>
                          <a:pt x="2905874" y="219662"/>
                        </a:cubicBezTo>
                        <a:cubicBezTo>
                          <a:pt x="2912701" y="210574"/>
                          <a:pt x="2910750" y="199314"/>
                          <a:pt x="2905386" y="190271"/>
                        </a:cubicBezTo>
                        <a:cubicBezTo>
                          <a:pt x="2912479" y="193950"/>
                          <a:pt x="2911770" y="204678"/>
                          <a:pt x="2917577" y="209954"/>
                        </a:cubicBezTo>
                        <a:cubicBezTo>
                          <a:pt x="2925335" y="217002"/>
                          <a:pt x="2938634" y="210796"/>
                          <a:pt x="2947811" y="215805"/>
                        </a:cubicBezTo>
                        <a:cubicBezTo>
                          <a:pt x="2926665" y="211239"/>
                          <a:pt x="2905253" y="222765"/>
                          <a:pt x="2889249" y="237306"/>
                        </a:cubicBezTo>
                        <a:cubicBezTo>
                          <a:pt x="2884063" y="242005"/>
                          <a:pt x="2879098" y="247236"/>
                          <a:pt x="2876482" y="253709"/>
                        </a:cubicBezTo>
                        <a:cubicBezTo>
                          <a:pt x="2873246" y="261732"/>
                          <a:pt x="2873955" y="270732"/>
                          <a:pt x="2874753" y="279332"/>
                        </a:cubicBezTo>
                        <a:cubicBezTo>
                          <a:pt x="2875684" y="289483"/>
                          <a:pt x="2876571" y="299680"/>
                          <a:pt x="2877502" y="309831"/>
                        </a:cubicBezTo>
                        <a:cubicBezTo>
                          <a:pt x="2868769" y="298660"/>
                          <a:pt x="2864735" y="283942"/>
                          <a:pt x="2866552" y="269889"/>
                        </a:cubicBezTo>
                        <a:cubicBezTo>
                          <a:pt x="2868414" y="255836"/>
                          <a:pt x="2876083" y="242626"/>
                          <a:pt x="2887432" y="234114"/>
                        </a:cubicBezTo>
                        <a:close/>
                        <a:moveTo>
                          <a:pt x="2863671" y="205565"/>
                        </a:moveTo>
                        <a:cubicBezTo>
                          <a:pt x="2865798" y="205521"/>
                          <a:pt x="2867572" y="207249"/>
                          <a:pt x="2867572" y="209378"/>
                        </a:cubicBezTo>
                        <a:cubicBezTo>
                          <a:pt x="2867572" y="211505"/>
                          <a:pt x="2865887" y="213279"/>
                          <a:pt x="2863759" y="213279"/>
                        </a:cubicBezTo>
                        <a:cubicBezTo>
                          <a:pt x="2861631" y="213323"/>
                          <a:pt x="2859858" y="211594"/>
                          <a:pt x="2859858" y="209466"/>
                        </a:cubicBezTo>
                        <a:cubicBezTo>
                          <a:pt x="2859858" y="207338"/>
                          <a:pt x="2861543" y="205565"/>
                          <a:pt x="2863671" y="205565"/>
                        </a:cubicBezTo>
                        <a:close/>
                        <a:moveTo>
                          <a:pt x="2808079" y="89373"/>
                        </a:moveTo>
                        <a:cubicBezTo>
                          <a:pt x="2812513" y="90216"/>
                          <a:pt x="2816591" y="92831"/>
                          <a:pt x="2820182" y="95979"/>
                        </a:cubicBezTo>
                        <a:cubicBezTo>
                          <a:pt x="2825014" y="92920"/>
                          <a:pt x="2831752" y="90482"/>
                          <a:pt x="2836806" y="93319"/>
                        </a:cubicBezTo>
                        <a:cubicBezTo>
                          <a:pt x="2842170" y="96289"/>
                          <a:pt x="2849662" y="102363"/>
                          <a:pt x="2847002" y="109322"/>
                        </a:cubicBezTo>
                        <a:cubicBezTo>
                          <a:pt x="2846160" y="111450"/>
                          <a:pt x="2844475" y="113090"/>
                          <a:pt x="2843012" y="114864"/>
                        </a:cubicBezTo>
                        <a:cubicBezTo>
                          <a:pt x="2842126" y="115928"/>
                          <a:pt x="2841328" y="117125"/>
                          <a:pt x="2840574" y="118277"/>
                        </a:cubicBezTo>
                        <a:cubicBezTo>
                          <a:pt x="2844342" y="122489"/>
                          <a:pt x="2847977" y="126833"/>
                          <a:pt x="2850815" y="131443"/>
                        </a:cubicBezTo>
                        <a:cubicBezTo>
                          <a:pt x="2853740" y="136187"/>
                          <a:pt x="2855425" y="142039"/>
                          <a:pt x="2853918" y="147403"/>
                        </a:cubicBezTo>
                        <a:cubicBezTo>
                          <a:pt x="2852455" y="152767"/>
                          <a:pt x="2847135" y="157289"/>
                          <a:pt x="2841594" y="156535"/>
                        </a:cubicBezTo>
                        <a:cubicBezTo>
                          <a:pt x="2838579" y="156136"/>
                          <a:pt x="2836008" y="154363"/>
                          <a:pt x="2833259" y="153033"/>
                        </a:cubicBezTo>
                        <a:cubicBezTo>
                          <a:pt x="2826565" y="149841"/>
                          <a:pt x="2818675" y="149265"/>
                          <a:pt x="2812646" y="145009"/>
                        </a:cubicBezTo>
                        <a:cubicBezTo>
                          <a:pt x="2809232" y="142615"/>
                          <a:pt x="2806616" y="139157"/>
                          <a:pt x="2804533" y="135566"/>
                        </a:cubicBezTo>
                        <a:cubicBezTo>
                          <a:pt x="2799213" y="126478"/>
                          <a:pt x="2786180" y="85207"/>
                          <a:pt x="2808079" y="89373"/>
                        </a:cubicBezTo>
                        <a:close/>
                        <a:moveTo>
                          <a:pt x="2787067" y="147226"/>
                        </a:moveTo>
                        <a:cubicBezTo>
                          <a:pt x="2789328" y="151836"/>
                          <a:pt x="2791633" y="156579"/>
                          <a:pt x="2795224" y="160214"/>
                        </a:cubicBezTo>
                        <a:cubicBezTo>
                          <a:pt x="2803203" y="168283"/>
                          <a:pt x="2815616" y="169435"/>
                          <a:pt x="2826299" y="173337"/>
                        </a:cubicBezTo>
                        <a:cubicBezTo>
                          <a:pt x="2831353" y="175198"/>
                          <a:pt x="2836141" y="177770"/>
                          <a:pt x="2840884" y="180296"/>
                        </a:cubicBezTo>
                        <a:cubicBezTo>
                          <a:pt x="2823684" y="181892"/>
                          <a:pt x="2805907" y="175420"/>
                          <a:pt x="2793761" y="163140"/>
                        </a:cubicBezTo>
                        <a:cubicBezTo>
                          <a:pt x="2780816" y="150063"/>
                          <a:pt x="2777668" y="134236"/>
                          <a:pt x="2776560" y="116637"/>
                        </a:cubicBezTo>
                        <a:cubicBezTo>
                          <a:pt x="2777624" y="127587"/>
                          <a:pt x="2782368" y="137517"/>
                          <a:pt x="2787067" y="147226"/>
                        </a:cubicBezTo>
                        <a:close/>
                        <a:moveTo>
                          <a:pt x="2799701" y="198516"/>
                        </a:moveTo>
                        <a:cubicBezTo>
                          <a:pt x="2804311" y="195812"/>
                          <a:pt x="2808345" y="192266"/>
                          <a:pt x="2812690" y="189162"/>
                        </a:cubicBezTo>
                        <a:cubicBezTo>
                          <a:pt x="2806262" y="196655"/>
                          <a:pt x="2802893" y="206496"/>
                          <a:pt x="2802139" y="216337"/>
                        </a:cubicBezTo>
                        <a:cubicBezTo>
                          <a:pt x="2801341" y="226179"/>
                          <a:pt x="2802982" y="236109"/>
                          <a:pt x="2805597" y="245596"/>
                        </a:cubicBezTo>
                        <a:cubicBezTo>
                          <a:pt x="2798593" y="235799"/>
                          <a:pt x="2794913" y="223652"/>
                          <a:pt x="2795356" y="211639"/>
                        </a:cubicBezTo>
                        <a:cubicBezTo>
                          <a:pt x="2795401" y="210308"/>
                          <a:pt x="2795445" y="208757"/>
                          <a:pt x="2794470" y="207826"/>
                        </a:cubicBezTo>
                        <a:cubicBezTo>
                          <a:pt x="2793672" y="207072"/>
                          <a:pt x="2792475" y="206939"/>
                          <a:pt x="2791411" y="206850"/>
                        </a:cubicBezTo>
                        <a:cubicBezTo>
                          <a:pt x="2786003" y="206452"/>
                          <a:pt x="2779619" y="206895"/>
                          <a:pt x="2774610" y="204900"/>
                        </a:cubicBezTo>
                        <a:cubicBezTo>
                          <a:pt x="2783476" y="204590"/>
                          <a:pt x="2791943" y="203171"/>
                          <a:pt x="2799701" y="198516"/>
                        </a:cubicBezTo>
                        <a:close/>
                        <a:moveTo>
                          <a:pt x="2772748" y="263771"/>
                        </a:moveTo>
                        <a:cubicBezTo>
                          <a:pt x="2772792" y="265900"/>
                          <a:pt x="2771063" y="267672"/>
                          <a:pt x="2768935" y="267672"/>
                        </a:cubicBezTo>
                        <a:cubicBezTo>
                          <a:pt x="2766807" y="267717"/>
                          <a:pt x="2765034" y="265988"/>
                          <a:pt x="2765034" y="263860"/>
                        </a:cubicBezTo>
                        <a:cubicBezTo>
                          <a:pt x="2765034" y="261732"/>
                          <a:pt x="2766719" y="259959"/>
                          <a:pt x="2768847" y="259959"/>
                        </a:cubicBezTo>
                        <a:cubicBezTo>
                          <a:pt x="2770974" y="259915"/>
                          <a:pt x="2772703" y="261643"/>
                          <a:pt x="2772748" y="263771"/>
                        </a:cubicBezTo>
                        <a:close/>
                        <a:moveTo>
                          <a:pt x="2749696" y="187522"/>
                        </a:moveTo>
                        <a:cubicBezTo>
                          <a:pt x="2745839" y="187123"/>
                          <a:pt x="2741893" y="185971"/>
                          <a:pt x="2739145" y="183222"/>
                        </a:cubicBezTo>
                        <a:cubicBezTo>
                          <a:pt x="2727353" y="171209"/>
                          <a:pt x="2734756" y="132463"/>
                          <a:pt x="2755813" y="144610"/>
                        </a:cubicBezTo>
                        <a:cubicBezTo>
                          <a:pt x="2774122" y="155160"/>
                          <a:pt x="2777934" y="190581"/>
                          <a:pt x="2749696" y="187522"/>
                        </a:cubicBezTo>
                        <a:close/>
                        <a:moveTo>
                          <a:pt x="2731210" y="131931"/>
                        </a:moveTo>
                        <a:cubicBezTo>
                          <a:pt x="2746415" y="127410"/>
                          <a:pt x="2759005" y="116726"/>
                          <a:pt x="2769911" y="105200"/>
                        </a:cubicBezTo>
                        <a:cubicBezTo>
                          <a:pt x="2763837" y="113622"/>
                          <a:pt x="2756035" y="120848"/>
                          <a:pt x="2747169" y="126301"/>
                        </a:cubicBezTo>
                        <a:cubicBezTo>
                          <a:pt x="2739632" y="130956"/>
                          <a:pt x="2730589" y="135168"/>
                          <a:pt x="2727929" y="143590"/>
                        </a:cubicBezTo>
                        <a:cubicBezTo>
                          <a:pt x="2726821" y="147137"/>
                          <a:pt x="2727043" y="150949"/>
                          <a:pt x="2727309" y="154673"/>
                        </a:cubicBezTo>
                        <a:cubicBezTo>
                          <a:pt x="2727707" y="160480"/>
                          <a:pt x="2728062" y="166332"/>
                          <a:pt x="2728461" y="172140"/>
                        </a:cubicBezTo>
                        <a:cubicBezTo>
                          <a:pt x="2729037" y="180607"/>
                          <a:pt x="2730146" y="190138"/>
                          <a:pt x="2736884" y="195280"/>
                        </a:cubicBezTo>
                        <a:cubicBezTo>
                          <a:pt x="2743135" y="200024"/>
                          <a:pt x="2752799" y="199758"/>
                          <a:pt x="2757454" y="206053"/>
                        </a:cubicBezTo>
                        <a:cubicBezTo>
                          <a:pt x="2738923" y="200024"/>
                          <a:pt x="2717866" y="202462"/>
                          <a:pt x="2701198" y="212525"/>
                        </a:cubicBezTo>
                        <a:cubicBezTo>
                          <a:pt x="2709443" y="207649"/>
                          <a:pt x="2718221" y="202152"/>
                          <a:pt x="2721812" y="193241"/>
                        </a:cubicBezTo>
                        <a:cubicBezTo>
                          <a:pt x="2723806" y="188320"/>
                          <a:pt x="2723984" y="182912"/>
                          <a:pt x="2724028" y="177592"/>
                        </a:cubicBezTo>
                        <a:cubicBezTo>
                          <a:pt x="2724161" y="167086"/>
                          <a:pt x="2724028" y="156579"/>
                          <a:pt x="2723629" y="146073"/>
                        </a:cubicBezTo>
                        <a:cubicBezTo>
                          <a:pt x="2723540" y="143812"/>
                          <a:pt x="2723319" y="141329"/>
                          <a:pt x="2721723" y="139733"/>
                        </a:cubicBezTo>
                        <a:cubicBezTo>
                          <a:pt x="2720481" y="138492"/>
                          <a:pt x="2718620" y="138137"/>
                          <a:pt x="2716935" y="137739"/>
                        </a:cubicBezTo>
                        <a:cubicBezTo>
                          <a:pt x="2710995" y="136409"/>
                          <a:pt x="2698316" y="134059"/>
                          <a:pt x="2695656" y="128207"/>
                        </a:cubicBezTo>
                        <a:cubicBezTo>
                          <a:pt x="2706828" y="133882"/>
                          <a:pt x="2719019" y="135522"/>
                          <a:pt x="2731210" y="131931"/>
                        </a:cubicBezTo>
                        <a:close/>
                        <a:moveTo>
                          <a:pt x="2678589" y="138936"/>
                        </a:moveTo>
                        <a:cubicBezTo>
                          <a:pt x="2685770" y="138980"/>
                          <a:pt x="2691711" y="142437"/>
                          <a:pt x="2694637" y="149131"/>
                        </a:cubicBezTo>
                        <a:cubicBezTo>
                          <a:pt x="2695656" y="151392"/>
                          <a:pt x="2696099" y="153786"/>
                          <a:pt x="2696233" y="156136"/>
                        </a:cubicBezTo>
                        <a:cubicBezTo>
                          <a:pt x="2700798" y="154983"/>
                          <a:pt x="2705631" y="154762"/>
                          <a:pt x="2708734" y="157067"/>
                        </a:cubicBezTo>
                        <a:cubicBezTo>
                          <a:pt x="2711571" y="159195"/>
                          <a:pt x="2713389" y="164160"/>
                          <a:pt x="2712502" y="167573"/>
                        </a:cubicBezTo>
                        <a:cubicBezTo>
                          <a:pt x="2711482" y="171519"/>
                          <a:pt x="2707537" y="174001"/>
                          <a:pt x="2704256" y="175952"/>
                        </a:cubicBezTo>
                        <a:cubicBezTo>
                          <a:pt x="2698006" y="179676"/>
                          <a:pt x="2691755" y="183400"/>
                          <a:pt x="2685505" y="187168"/>
                        </a:cubicBezTo>
                        <a:cubicBezTo>
                          <a:pt x="2682756" y="192177"/>
                          <a:pt x="2679564" y="196743"/>
                          <a:pt x="2675796" y="199181"/>
                        </a:cubicBezTo>
                        <a:cubicBezTo>
                          <a:pt x="2672338" y="201398"/>
                          <a:pt x="2668038" y="201664"/>
                          <a:pt x="2663915" y="201841"/>
                        </a:cubicBezTo>
                        <a:cubicBezTo>
                          <a:pt x="2658950" y="202063"/>
                          <a:pt x="2653985" y="202284"/>
                          <a:pt x="2649020" y="202506"/>
                        </a:cubicBezTo>
                        <a:cubicBezTo>
                          <a:pt x="2646183" y="202639"/>
                          <a:pt x="2643168" y="202728"/>
                          <a:pt x="2640642" y="201398"/>
                        </a:cubicBezTo>
                        <a:cubicBezTo>
                          <a:pt x="2637095" y="199536"/>
                          <a:pt x="2635410" y="195369"/>
                          <a:pt x="2634834" y="191379"/>
                        </a:cubicBezTo>
                        <a:cubicBezTo>
                          <a:pt x="2633948" y="185084"/>
                          <a:pt x="2635189" y="178479"/>
                          <a:pt x="2638336" y="172937"/>
                        </a:cubicBezTo>
                        <a:cubicBezTo>
                          <a:pt x="2642415" y="165800"/>
                          <a:pt x="2649242" y="160702"/>
                          <a:pt x="2654561" y="154452"/>
                        </a:cubicBezTo>
                        <a:cubicBezTo>
                          <a:pt x="2661920" y="146959"/>
                          <a:pt x="2666752" y="138847"/>
                          <a:pt x="2678589" y="138936"/>
                        </a:cubicBezTo>
                        <a:close/>
                        <a:moveTo>
                          <a:pt x="2635011" y="159417"/>
                        </a:moveTo>
                        <a:cubicBezTo>
                          <a:pt x="2647690" y="145807"/>
                          <a:pt x="2654517" y="127631"/>
                          <a:pt x="2658418" y="109455"/>
                        </a:cubicBezTo>
                        <a:cubicBezTo>
                          <a:pt x="2660147" y="125281"/>
                          <a:pt x="2652965" y="140709"/>
                          <a:pt x="2644631" y="154274"/>
                        </a:cubicBezTo>
                        <a:cubicBezTo>
                          <a:pt x="2639489" y="162653"/>
                          <a:pt x="2621623" y="187522"/>
                          <a:pt x="2609477" y="176484"/>
                        </a:cubicBezTo>
                        <a:cubicBezTo>
                          <a:pt x="2617634" y="170322"/>
                          <a:pt x="2627475" y="167485"/>
                          <a:pt x="2635011" y="159417"/>
                        </a:cubicBezTo>
                        <a:close/>
                        <a:moveTo>
                          <a:pt x="2607837" y="244576"/>
                        </a:moveTo>
                        <a:cubicBezTo>
                          <a:pt x="2610895" y="240365"/>
                          <a:pt x="2614929" y="236996"/>
                          <a:pt x="2619496" y="234557"/>
                        </a:cubicBezTo>
                        <a:cubicBezTo>
                          <a:pt x="2624815" y="231764"/>
                          <a:pt x="2635987" y="227686"/>
                          <a:pt x="2641528" y="231898"/>
                        </a:cubicBezTo>
                        <a:cubicBezTo>
                          <a:pt x="2644365" y="234025"/>
                          <a:pt x="2646183" y="238990"/>
                          <a:pt x="2645296" y="242404"/>
                        </a:cubicBezTo>
                        <a:cubicBezTo>
                          <a:pt x="2644942" y="243779"/>
                          <a:pt x="2644188" y="244975"/>
                          <a:pt x="2643301" y="246039"/>
                        </a:cubicBezTo>
                        <a:cubicBezTo>
                          <a:pt x="2644232" y="247635"/>
                          <a:pt x="2645030" y="249541"/>
                          <a:pt x="2645784" y="251802"/>
                        </a:cubicBezTo>
                        <a:cubicBezTo>
                          <a:pt x="2646493" y="253974"/>
                          <a:pt x="2646803" y="256102"/>
                          <a:pt x="2646892" y="258230"/>
                        </a:cubicBezTo>
                        <a:cubicBezTo>
                          <a:pt x="2647557" y="257078"/>
                          <a:pt x="2648754" y="256235"/>
                          <a:pt x="2650173" y="256191"/>
                        </a:cubicBezTo>
                        <a:cubicBezTo>
                          <a:pt x="2652300" y="256146"/>
                          <a:pt x="2654074" y="257875"/>
                          <a:pt x="2654074" y="260003"/>
                        </a:cubicBezTo>
                        <a:cubicBezTo>
                          <a:pt x="2654074" y="262131"/>
                          <a:pt x="2652389" y="263904"/>
                          <a:pt x="2650261" y="263904"/>
                        </a:cubicBezTo>
                        <a:cubicBezTo>
                          <a:pt x="2648754" y="263904"/>
                          <a:pt x="2647468" y="263062"/>
                          <a:pt x="2646803" y="261777"/>
                        </a:cubicBezTo>
                        <a:cubicBezTo>
                          <a:pt x="2645961" y="271264"/>
                          <a:pt x="2640508" y="280440"/>
                          <a:pt x="2636386" y="288863"/>
                        </a:cubicBezTo>
                        <a:cubicBezTo>
                          <a:pt x="2630578" y="300788"/>
                          <a:pt x="2623663" y="312713"/>
                          <a:pt x="2612846" y="320781"/>
                        </a:cubicBezTo>
                        <a:cubicBezTo>
                          <a:pt x="2604999" y="326633"/>
                          <a:pt x="2593074" y="329736"/>
                          <a:pt x="2585848" y="323086"/>
                        </a:cubicBezTo>
                        <a:cubicBezTo>
                          <a:pt x="2583942" y="321313"/>
                          <a:pt x="2582568" y="319008"/>
                          <a:pt x="2581460" y="316658"/>
                        </a:cubicBezTo>
                        <a:cubicBezTo>
                          <a:pt x="2577647" y="308635"/>
                          <a:pt x="2576495" y="299059"/>
                          <a:pt x="2579864" y="290814"/>
                        </a:cubicBezTo>
                        <a:cubicBezTo>
                          <a:pt x="2582435" y="284563"/>
                          <a:pt x="2587311" y="279598"/>
                          <a:pt x="2592055" y="274810"/>
                        </a:cubicBezTo>
                        <a:cubicBezTo>
                          <a:pt x="2595202" y="271662"/>
                          <a:pt x="2599857" y="265900"/>
                          <a:pt x="2605177" y="259959"/>
                        </a:cubicBezTo>
                        <a:cubicBezTo>
                          <a:pt x="2604556" y="258939"/>
                          <a:pt x="2604157" y="257787"/>
                          <a:pt x="2603980" y="256590"/>
                        </a:cubicBezTo>
                        <a:cubicBezTo>
                          <a:pt x="2603359" y="252423"/>
                          <a:pt x="2605265" y="248123"/>
                          <a:pt x="2607837" y="244576"/>
                        </a:cubicBezTo>
                        <a:close/>
                        <a:moveTo>
                          <a:pt x="2596266" y="250871"/>
                        </a:moveTo>
                        <a:cubicBezTo>
                          <a:pt x="2597241" y="258274"/>
                          <a:pt x="2591124" y="264614"/>
                          <a:pt x="2585095" y="269003"/>
                        </a:cubicBezTo>
                        <a:cubicBezTo>
                          <a:pt x="2579687" y="272948"/>
                          <a:pt x="2573569" y="276849"/>
                          <a:pt x="2570732" y="282701"/>
                        </a:cubicBezTo>
                        <a:cubicBezTo>
                          <a:pt x="2572106" y="286159"/>
                          <a:pt x="2572682" y="289705"/>
                          <a:pt x="2572106" y="292631"/>
                        </a:cubicBezTo>
                        <a:cubicBezTo>
                          <a:pt x="2571086" y="297596"/>
                          <a:pt x="2571574" y="302827"/>
                          <a:pt x="2573524" y="307526"/>
                        </a:cubicBezTo>
                        <a:cubicBezTo>
                          <a:pt x="2572106" y="306640"/>
                          <a:pt x="2571175" y="305132"/>
                          <a:pt x="2569978" y="304024"/>
                        </a:cubicBezTo>
                        <a:cubicBezTo>
                          <a:pt x="2569889" y="303935"/>
                          <a:pt x="2569801" y="303891"/>
                          <a:pt x="2569712" y="303847"/>
                        </a:cubicBezTo>
                        <a:cubicBezTo>
                          <a:pt x="2570155" y="310895"/>
                          <a:pt x="2570554" y="317944"/>
                          <a:pt x="2570998" y="324993"/>
                        </a:cubicBezTo>
                        <a:cubicBezTo>
                          <a:pt x="2568825" y="317722"/>
                          <a:pt x="2567141" y="310275"/>
                          <a:pt x="2565944" y="302738"/>
                        </a:cubicBezTo>
                        <a:cubicBezTo>
                          <a:pt x="2565767" y="302783"/>
                          <a:pt x="2565589" y="302783"/>
                          <a:pt x="2565456" y="302872"/>
                        </a:cubicBezTo>
                        <a:cubicBezTo>
                          <a:pt x="2564880" y="303182"/>
                          <a:pt x="2564437" y="303758"/>
                          <a:pt x="2563993" y="304290"/>
                        </a:cubicBezTo>
                        <a:cubicBezTo>
                          <a:pt x="2559383" y="310275"/>
                          <a:pt x="2554728" y="316260"/>
                          <a:pt x="2550118" y="322244"/>
                        </a:cubicBezTo>
                        <a:cubicBezTo>
                          <a:pt x="2547724" y="325347"/>
                          <a:pt x="2543823" y="328849"/>
                          <a:pt x="2540365" y="326899"/>
                        </a:cubicBezTo>
                        <a:cubicBezTo>
                          <a:pt x="2549674" y="323751"/>
                          <a:pt x="2554950" y="314087"/>
                          <a:pt x="2558673" y="304999"/>
                        </a:cubicBezTo>
                        <a:cubicBezTo>
                          <a:pt x="2561067" y="299103"/>
                          <a:pt x="2562353" y="293917"/>
                          <a:pt x="2562663" y="288730"/>
                        </a:cubicBezTo>
                        <a:cubicBezTo>
                          <a:pt x="2560358" y="289173"/>
                          <a:pt x="2558541" y="291966"/>
                          <a:pt x="2557432" y="294360"/>
                        </a:cubicBezTo>
                        <a:cubicBezTo>
                          <a:pt x="2549896" y="310541"/>
                          <a:pt x="2537129" y="324194"/>
                          <a:pt x="2521568" y="332884"/>
                        </a:cubicBezTo>
                        <a:cubicBezTo>
                          <a:pt x="2532917" y="320515"/>
                          <a:pt x="2542271" y="306462"/>
                          <a:pt x="2551581" y="292498"/>
                        </a:cubicBezTo>
                        <a:cubicBezTo>
                          <a:pt x="2554772" y="287710"/>
                          <a:pt x="2558319" y="282080"/>
                          <a:pt x="2557299" y="276051"/>
                        </a:cubicBezTo>
                        <a:cubicBezTo>
                          <a:pt x="2556679" y="272549"/>
                          <a:pt x="2549896" y="266653"/>
                          <a:pt x="2550783" y="263771"/>
                        </a:cubicBezTo>
                        <a:cubicBezTo>
                          <a:pt x="2552467" y="258452"/>
                          <a:pt x="2573480" y="266919"/>
                          <a:pt x="2578977" y="265900"/>
                        </a:cubicBezTo>
                        <a:cubicBezTo>
                          <a:pt x="2586868" y="264436"/>
                          <a:pt x="2594227" y="258674"/>
                          <a:pt x="2596266" y="250871"/>
                        </a:cubicBezTo>
                        <a:close/>
                        <a:moveTo>
                          <a:pt x="2536863" y="86536"/>
                        </a:moveTo>
                        <a:cubicBezTo>
                          <a:pt x="2543468" y="76473"/>
                          <a:pt x="2568648" y="47968"/>
                          <a:pt x="2577381" y="69380"/>
                        </a:cubicBezTo>
                        <a:cubicBezTo>
                          <a:pt x="2581061" y="78379"/>
                          <a:pt x="2578534" y="88265"/>
                          <a:pt x="2578268" y="97575"/>
                        </a:cubicBezTo>
                        <a:cubicBezTo>
                          <a:pt x="2577869" y="110608"/>
                          <a:pt x="2581460" y="123509"/>
                          <a:pt x="2579731" y="136586"/>
                        </a:cubicBezTo>
                        <a:cubicBezTo>
                          <a:pt x="2578046" y="149531"/>
                          <a:pt x="2568825" y="163140"/>
                          <a:pt x="2555792" y="163229"/>
                        </a:cubicBezTo>
                        <a:cubicBezTo>
                          <a:pt x="2547502" y="163318"/>
                          <a:pt x="2540055" y="157821"/>
                          <a:pt x="2535134" y="151171"/>
                        </a:cubicBezTo>
                        <a:cubicBezTo>
                          <a:pt x="2521436" y="132685"/>
                          <a:pt x="2524273" y="105687"/>
                          <a:pt x="2536863" y="86536"/>
                        </a:cubicBezTo>
                        <a:close/>
                        <a:moveTo>
                          <a:pt x="2497186" y="154983"/>
                        </a:moveTo>
                        <a:cubicBezTo>
                          <a:pt x="2502861" y="150994"/>
                          <a:pt x="2507516" y="145585"/>
                          <a:pt x="2510530" y="139335"/>
                        </a:cubicBezTo>
                        <a:cubicBezTo>
                          <a:pt x="2514830" y="130335"/>
                          <a:pt x="2514342" y="121780"/>
                          <a:pt x="2513500" y="112248"/>
                        </a:cubicBezTo>
                        <a:cubicBezTo>
                          <a:pt x="2519086" y="115307"/>
                          <a:pt x="2515894" y="136010"/>
                          <a:pt x="2514697" y="141640"/>
                        </a:cubicBezTo>
                        <a:cubicBezTo>
                          <a:pt x="2514254" y="143634"/>
                          <a:pt x="2513811" y="146029"/>
                          <a:pt x="2515274" y="147536"/>
                        </a:cubicBezTo>
                        <a:cubicBezTo>
                          <a:pt x="2516027" y="148334"/>
                          <a:pt x="2517135" y="148644"/>
                          <a:pt x="2518155" y="149043"/>
                        </a:cubicBezTo>
                        <a:cubicBezTo>
                          <a:pt x="2522366" y="150772"/>
                          <a:pt x="2525248" y="154628"/>
                          <a:pt x="2528396" y="157953"/>
                        </a:cubicBezTo>
                        <a:cubicBezTo>
                          <a:pt x="2535045" y="164958"/>
                          <a:pt x="2543468" y="170012"/>
                          <a:pt x="2551802" y="174932"/>
                        </a:cubicBezTo>
                        <a:cubicBezTo>
                          <a:pt x="2541961" y="170854"/>
                          <a:pt x="2532696" y="165490"/>
                          <a:pt x="2524228" y="159062"/>
                        </a:cubicBezTo>
                        <a:cubicBezTo>
                          <a:pt x="2521480" y="156978"/>
                          <a:pt x="2518731" y="154717"/>
                          <a:pt x="2515539" y="153432"/>
                        </a:cubicBezTo>
                        <a:cubicBezTo>
                          <a:pt x="2509511" y="151038"/>
                          <a:pt x="2503171" y="152368"/>
                          <a:pt x="2497186" y="154983"/>
                        </a:cubicBezTo>
                        <a:cubicBezTo>
                          <a:pt x="2494349" y="156978"/>
                          <a:pt x="2491335" y="158663"/>
                          <a:pt x="2488099" y="159860"/>
                        </a:cubicBezTo>
                        <a:cubicBezTo>
                          <a:pt x="2490936" y="158086"/>
                          <a:pt x="2493995" y="156357"/>
                          <a:pt x="2497186" y="154983"/>
                        </a:cubicBezTo>
                        <a:close/>
                        <a:moveTo>
                          <a:pt x="2492532" y="173115"/>
                        </a:moveTo>
                        <a:cubicBezTo>
                          <a:pt x="2501531" y="169657"/>
                          <a:pt x="2514298" y="172140"/>
                          <a:pt x="2523431" y="174090"/>
                        </a:cubicBezTo>
                        <a:cubicBezTo>
                          <a:pt x="2523209" y="177016"/>
                          <a:pt x="2518820" y="181227"/>
                          <a:pt x="2514210" y="185084"/>
                        </a:cubicBezTo>
                        <a:cubicBezTo>
                          <a:pt x="2514742" y="185306"/>
                          <a:pt x="2515274" y="185528"/>
                          <a:pt x="2515717" y="185838"/>
                        </a:cubicBezTo>
                        <a:cubicBezTo>
                          <a:pt x="2518554" y="187965"/>
                          <a:pt x="2520372" y="192930"/>
                          <a:pt x="2519485" y="196344"/>
                        </a:cubicBezTo>
                        <a:cubicBezTo>
                          <a:pt x="2518465" y="200290"/>
                          <a:pt x="2514520" y="202772"/>
                          <a:pt x="2511240" y="204723"/>
                        </a:cubicBezTo>
                        <a:cubicBezTo>
                          <a:pt x="2504856" y="208535"/>
                          <a:pt x="2498428" y="212347"/>
                          <a:pt x="2492044" y="216204"/>
                        </a:cubicBezTo>
                        <a:cubicBezTo>
                          <a:pt x="2490448" y="217136"/>
                          <a:pt x="2488852" y="218111"/>
                          <a:pt x="2486990" y="218332"/>
                        </a:cubicBezTo>
                        <a:cubicBezTo>
                          <a:pt x="2482823" y="218865"/>
                          <a:pt x="2479055" y="215185"/>
                          <a:pt x="2478257" y="211062"/>
                        </a:cubicBezTo>
                        <a:cubicBezTo>
                          <a:pt x="2478124" y="211150"/>
                          <a:pt x="2477991" y="211195"/>
                          <a:pt x="2477858" y="211284"/>
                        </a:cubicBezTo>
                        <a:cubicBezTo>
                          <a:pt x="2473514" y="213544"/>
                          <a:pt x="2468948" y="215584"/>
                          <a:pt x="2464071" y="215983"/>
                        </a:cubicBezTo>
                        <a:cubicBezTo>
                          <a:pt x="2462298" y="216116"/>
                          <a:pt x="2460259" y="215894"/>
                          <a:pt x="2459239" y="214475"/>
                        </a:cubicBezTo>
                        <a:cubicBezTo>
                          <a:pt x="2458707" y="213766"/>
                          <a:pt x="2458530" y="212924"/>
                          <a:pt x="2458397" y="212037"/>
                        </a:cubicBezTo>
                        <a:cubicBezTo>
                          <a:pt x="2457510" y="205477"/>
                          <a:pt x="2460746" y="198959"/>
                          <a:pt x="2465135" y="194039"/>
                        </a:cubicBezTo>
                        <a:cubicBezTo>
                          <a:pt x="2469524" y="189118"/>
                          <a:pt x="2475154" y="185439"/>
                          <a:pt x="2480341" y="181316"/>
                        </a:cubicBezTo>
                        <a:cubicBezTo>
                          <a:pt x="2484153" y="178257"/>
                          <a:pt x="2487921" y="174888"/>
                          <a:pt x="2492532" y="173115"/>
                        </a:cubicBezTo>
                        <a:close/>
                        <a:moveTo>
                          <a:pt x="2428429" y="102850"/>
                        </a:moveTo>
                        <a:cubicBezTo>
                          <a:pt x="2432552" y="99392"/>
                          <a:pt x="2436896" y="95890"/>
                          <a:pt x="2442039" y="94294"/>
                        </a:cubicBezTo>
                        <a:cubicBezTo>
                          <a:pt x="2449220" y="92033"/>
                          <a:pt x="2473026" y="92166"/>
                          <a:pt x="2477769" y="98417"/>
                        </a:cubicBezTo>
                        <a:cubicBezTo>
                          <a:pt x="2474312" y="102673"/>
                          <a:pt x="2468726" y="106131"/>
                          <a:pt x="2463539" y="109633"/>
                        </a:cubicBezTo>
                        <a:cubicBezTo>
                          <a:pt x="2464648" y="111894"/>
                          <a:pt x="2465135" y="114598"/>
                          <a:pt x="2464603" y="116681"/>
                        </a:cubicBezTo>
                        <a:cubicBezTo>
                          <a:pt x="2463584" y="120627"/>
                          <a:pt x="2459638" y="123109"/>
                          <a:pt x="2456358" y="125060"/>
                        </a:cubicBezTo>
                        <a:cubicBezTo>
                          <a:pt x="2452855" y="127143"/>
                          <a:pt x="2449353" y="129271"/>
                          <a:pt x="2445807" y="131355"/>
                        </a:cubicBezTo>
                        <a:cubicBezTo>
                          <a:pt x="2445098" y="135655"/>
                          <a:pt x="2445364" y="140177"/>
                          <a:pt x="2445009" y="144566"/>
                        </a:cubicBezTo>
                        <a:cubicBezTo>
                          <a:pt x="2444388" y="152102"/>
                          <a:pt x="2441773" y="159461"/>
                          <a:pt x="2437517" y="165667"/>
                        </a:cubicBezTo>
                        <a:cubicBezTo>
                          <a:pt x="2433970" y="170854"/>
                          <a:pt x="2428873" y="175464"/>
                          <a:pt x="2422666" y="176351"/>
                        </a:cubicBezTo>
                        <a:cubicBezTo>
                          <a:pt x="2416327" y="177238"/>
                          <a:pt x="2409899" y="174045"/>
                          <a:pt x="2405688" y="169214"/>
                        </a:cubicBezTo>
                        <a:cubicBezTo>
                          <a:pt x="2397043" y="159328"/>
                          <a:pt x="2397220" y="144034"/>
                          <a:pt x="2402806" y="132197"/>
                        </a:cubicBezTo>
                        <a:cubicBezTo>
                          <a:pt x="2408392" y="120361"/>
                          <a:pt x="2418410" y="111273"/>
                          <a:pt x="2428429" y="102850"/>
                        </a:cubicBezTo>
                        <a:close/>
                        <a:moveTo>
                          <a:pt x="2367120" y="112780"/>
                        </a:moveTo>
                        <a:cubicBezTo>
                          <a:pt x="2370622" y="118854"/>
                          <a:pt x="2375897" y="123641"/>
                          <a:pt x="2381084" y="128341"/>
                        </a:cubicBezTo>
                        <a:cubicBezTo>
                          <a:pt x="2382015" y="129183"/>
                          <a:pt x="2383079" y="130069"/>
                          <a:pt x="2384320" y="130069"/>
                        </a:cubicBezTo>
                        <a:cubicBezTo>
                          <a:pt x="2386005" y="130069"/>
                          <a:pt x="2387201" y="128562"/>
                          <a:pt x="2388177" y="127188"/>
                        </a:cubicBezTo>
                        <a:cubicBezTo>
                          <a:pt x="2393718" y="119519"/>
                          <a:pt x="2400368" y="113357"/>
                          <a:pt x="2407062" y="107106"/>
                        </a:cubicBezTo>
                        <a:cubicBezTo>
                          <a:pt x="2409766" y="103781"/>
                          <a:pt x="2412825" y="100767"/>
                          <a:pt x="2416194" y="98151"/>
                        </a:cubicBezTo>
                        <a:cubicBezTo>
                          <a:pt x="2413224" y="101299"/>
                          <a:pt x="2410121" y="104224"/>
                          <a:pt x="2407062" y="107106"/>
                        </a:cubicBezTo>
                        <a:cubicBezTo>
                          <a:pt x="2395491" y="121248"/>
                          <a:pt x="2390172" y="140886"/>
                          <a:pt x="2393142" y="158707"/>
                        </a:cubicBezTo>
                        <a:cubicBezTo>
                          <a:pt x="2390970" y="155160"/>
                          <a:pt x="2392166" y="150462"/>
                          <a:pt x="2390836" y="146516"/>
                        </a:cubicBezTo>
                        <a:cubicBezTo>
                          <a:pt x="2389551" y="142748"/>
                          <a:pt x="2386137" y="140221"/>
                          <a:pt x="2383079" y="137694"/>
                        </a:cubicBezTo>
                        <a:cubicBezTo>
                          <a:pt x="2366188" y="123597"/>
                          <a:pt x="2355638" y="102141"/>
                          <a:pt x="2354840" y="80153"/>
                        </a:cubicBezTo>
                        <a:cubicBezTo>
                          <a:pt x="2360913" y="90083"/>
                          <a:pt x="2361268" y="102673"/>
                          <a:pt x="2367120" y="112780"/>
                        </a:cubicBezTo>
                        <a:close/>
                        <a:moveTo>
                          <a:pt x="2359140" y="224317"/>
                        </a:moveTo>
                        <a:cubicBezTo>
                          <a:pt x="2357987" y="222987"/>
                          <a:pt x="2357056" y="221436"/>
                          <a:pt x="2356790" y="219707"/>
                        </a:cubicBezTo>
                        <a:cubicBezTo>
                          <a:pt x="2356303" y="217002"/>
                          <a:pt x="2357322" y="214254"/>
                          <a:pt x="2358519" y="211771"/>
                        </a:cubicBezTo>
                        <a:cubicBezTo>
                          <a:pt x="2361135" y="206319"/>
                          <a:pt x="2364770" y="201309"/>
                          <a:pt x="2369602" y="197719"/>
                        </a:cubicBezTo>
                        <a:cubicBezTo>
                          <a:pt x="2374390" y="194128"/>
                          <a:pt x="2382369" y="190493"/>
                          <a:pt x="2388132" y="193729"/>
                        </a:cubicBezTo>
                        <a:cubicBezTo>
                          <a:pt x="2391900" y="195812"/>
                          <a:pt x="2396644" y="199448"/>
                          <a:pt x="2398284" y="203836"/>
                        </a:cubicBezTo>
                        <a:cubicBezTo>
                          <a:pt x="2399924" y="203924"/>
                          <a:pt x="2401520" y="204102"/>
                          <a:pt x="2403116" y="204368"/>
                        </a:cubicBezTo>
                        <a:lnTo>
                          <a:pt x="2418145" y="207870"/>
                        </a:lnTo>
                        <a:cubicBezTo>
                          <a:pt x="2417967" y="207516"/>
                          <a:pt x="2418011" y="206806"/>
                          <a:pt x="2418588" y="206895"/>
                        </a:cubicBezTo>
                        <a:cubicBezTo>
                          <a:pt x="2419430" y="207028"/>
                          <a:pt x="2419652" y="208136"/>
                          <a:pt x="2419696" y="208978"/>
                        </a:cubicBezTo>
                        <a:cubicBezTo>
                          <a:pt x="2419785" y="213722"/>
                          <a:pt x="2419607" y="218421"/>
                          <a:pt x="2419075" y="223120"/>
                        </a:cubicBezTo>
                        <a:cubicBezTo>
                          <a:pt x="2418721" y="226134"/>
                          <a:pt x="2418233" y="229238"/>
                          <a:pt x="2416460" y="231720"/>
                        </a:cubicBezTo>
                        <a:cubicBezTo>
                          <a:pt x="2413224" y="236242"/>
                          <a:pt x="2407150" y="237129"/>
                          <a:pt x="2402052" y="239434"/>
                        </a:cubicBezTo>
                        <a:cubicBezTo>
                          <a:pt x="2400944" y="241384"/>
                          <a:pt x="2398993" y="242803"/>
                          <a:pt x="2396644" y="243202"/>
                        </a:cubicBezTo>
                        <a:cubicBezTo>
                          <a:pt x="2392743" y="247458"/>
                          <a:pt x="2391413" y="253797"/>
                          <a:pt x="2388753" y="259117"/>
                        </a:cubicBezTo>
                        <a:cubicBezTo>
                          <a:pt x="2386137" y="264348"/>
                          <a:pt x="2382103" y="268737"/>
                          <a:pt x="2377981" y="272904"/>
                        </a:cubicBezTo>
                        <a:cubicBezTo>
                          <a:pt x="2372351" y="278667"/>
                          <a:pt x="2366499" y="284208"/>
                          <a:pt x="2360426" y="289483"/>
                        </a:cubicBezTo>
                        <a:cubicBezTo>
                          <a:pt x="2356258" y="293119"/>
                          <a:pt x="2351870" y="296709"/>
                          <a:pt x="2346594" y="298394"/>
                        </a:cubicBezTo>
                        <a:cubicBezTo>
                          <a:pt x="2341319" y="300079"/>
                          <a:pt x="2334980" y="299458"/>
                          <a:pt x="2331123" y="295468"/>
                        </a:cubicBezTo>
                        <a:cubicBezTo>
                          <a:pt x="2326291" y="290459"/>
                          <a:pt x="2327133" y="282124"/>
                          <a:pt x="2330458" y="276007"/>
                        </a:cubicBezTo>
                        <a:cubicBezTo>
                          <a:pt x="2333783" y="269889"/>
                          <a:pt x="2339102" y="265146"/>
                          <a:pt x="2343092" y="259427"/>
                        </a:cubicBezTo>
                        <a:cubicBezTo>
                          <a:pt x="2350407" y="248965"/>
                          <a:pt x="2353244" y="235444"/>
                          <a:pt x="2359140" y="224317"/>
                        </a:cubicBezTo>
                        <a:close/>
                        <a:moveTo>
                          <a:pt x="2330990" y="231410"/>
                        </a:moveTo>
                        <a:cubicBezTo>
                          <a:pt x="2335112" y="220150"/>
                          <a:pt x="2334315" y="209998"/>
                          <a:pt x="2333251" y="198472"/>
                        </a:cubicBezTo>
                        <a:cubicBezTo>
                          <a:pt x="2338038" y="202196"/>
                          <a:pt x="2339324" y="212347"/>
                          <a:pt x="2340033" y="217978"/>
                        </a:cubicBezTo>
                        <a:cubicBezTo>
                          <a:pt x="2341186" y="226888"/>
                          <a:pt x="2339989" y="236286"/>
                          <a:pt x="2335423" y="244000"/>
                        </a:cubicBezTo>
                        <a:cubicBezTo>
                          <a:pt x="2332231" y="249408"/>
                          <a:pt x="2327620" y="253753"/>
                          <a:pt x="2323055" y="258009"/>
                        </a:cubicBezTo>
                        <a:cubicBezTo>
                          <a:pt x="2317158" y="263506"/>
                          <a:pt x="2311262" y="269003"/>
                          <a:pt x="2305367" y="274500"/>
                        </a:cubicBezTo>
                        <a:cubicBezTo>
                          <a:pt x="2304480" y="275342"/>
                          <a:pt x="2303504" y="276273"/>
                          <a:pt x="2303238" y="277470"/>
                        </a:cubicBezTo>
                        <a:cubicBezTo>
                          <a:pt x="2303017" y="278312"/>
                          <a:pt x="2303194" y="279243"/>
                          <a:pt x="2303416" y="280085"/>
                        </a:cubicBezTo>
                        <a:cubicBezTo>
                          <a:pt x="2305145" y="287001"/>
                          <a:pt x="2309622" y="292941"/>
                          <a:pt x="2311573" y="299812"/>
                        </a:cubicBezTo>
                        <a:cubicBezTo>
                          <a:pt x="2313523" y="306640"/>
                          <a:pt x="2313257" y="314796"/>
                          <a:pt x="2317336" y="320205"/>
                        </a:cubicBezTo>
                        <a:cubicBezTo>
                          <a:pt x="2318001" y="320958"/>
                          <a:pt x="2318621" y="321712"/>
                          <a:pt x="2319375" y="322377"/>
                        </a:cubicBezTo>
                        <a:cubicBezTo>
                          <a:pt x="2318577" y="321712"/>
                          <a:pt x="2317912" y="321003"/>
                          <a:pt x="2317336" y="320205"/>
                        </a:cubicBezTo>
                        <a:cubicBezTo>
                          <a:pt x="2313257" y="315728"/>
                          <a:pt x="2310642" y="309964"/>
                          <a:pt x="2308558" y="304202"/>
                        </a:cubicBezTo>
                        <a:cubicBezTo>
                          <a:pt x="2306120" y="297508"/>
                          <a:pt x="2304036" y="290547"/>
                          <a:pt x="2299958" y="284696"/>
                        </a:cubicBezTo>
                        <a:cubicBezTo>
                          <a:pt x="2296678" y="279952"/>
                          <a:pt x="2291668" y="276051"/>
                          <a:pt x="2286127" y="274943"/>
                        </a:cubicBezTo>
                        <a:cubicBezTo>
                          <a:pt x="2284797" y="274987"/>
                          <a:pt x="2283467" y="274898"/>
                          <a:pt x="2282137" y="274633"/>
                        </a:cubicBezTo>
                        <a:cubicBezTo>
                          <a:pt x="2283467" y="274544"/>
                          <a:pt x="2284797" y="274677"/>
                          <a:pt x="2286127" y="274943"/>
                        </a:cubicBezTo>
                        <a:cubicBezTo>
                          <a:pt x="2293353" y="274810"/>
                          <a:pt x="2300268" y="270377"/>
                          <a:pt x="2305943" y="265545"/>
                        </a:cubicBezTo>
                        <a:cubicBezTo>
                          <a:pt x="2316848" y="256324"/>
                          <a:pt x="2326113" y="244798"/>
                          <a:pt x="2330990" y="231410"/>
                        </a:cubicBezTo>
                        <a:close/>
                        <a:moveTo>
                          <a:pt x="2249421" y="128385"/>
                        </a:moveTo>
                        <a:cubicBezTo>
                          <a:pt x="2250972" y="123952"/>
                          <a:pt x="2251948" y="119297"/>
                          <a:pt x="2252125" y="114598"/>
                        </a:cubicBezTo>
                        <a:cubicBezTo>
                          <a:pt x="2252258" y="111229"/>
                          <a:pt x="2250041" y="104446"/>
                          <a:pt x="2253632" y="102717"/>
                        </a:cubicBezTo>
                        <a:cubicBezTo>
                          <a:pt x="2258376" y="109721"/>
                          <a:pt x="2259794" y="122090"/>
                          <a:pt x="2262232" y="130424"/>
                        </a:cubicBezTo>
                        <a:cubicBezTo>
                          <a:pt x="2262543" y="131532"/>
                          <a:pt x="2262942" y="132774"/>
                          <a:pt x="2263917" y="133439"/>
                        </a:cubicBezTo>
                        <a:cubicBezTo>
                          <a:pt x="2264804" y="134059"/>
                          <a:pt x="2265956" y="134059"/>
                          <a:pt x="2267020" y="134059"/>
                        </a:cubicBezTo>
                        <a:cubicBezTo>
                          <a:pt x="2279211" y="134192"/>
                          <a:pt x="2291313" y="137916"/>
                          <a:pt x="2301554" y="144521"/>
                        </a:cubicBezTo>
                        <a:cubicBezTo>
                          <a:pt x="2304790" y="146427"/>
                          <a:pt x="2307805" y="148733"/>
                          <a:pt x="2310509" y="151481"/>
                        </a:cubicBezTo>
                        <a:cubicBezTo>
                          <a:pt x="2307760" y="148910"/>
                          <a:pt x="2304746" y="146605"/>
                          <a:pt x="2301554" y="144521"/>
                        </a:cubicBezTo>
                        <a:cubicBezTo>
                          <a:pt x="2287723" y="136320"/>
                          <a:pt x="2269769" y="135123"/>
                          <a:pt x="2254031" y="139689"/>
                        </a:cubicBezTo>
                        <a:cubicBezTo>
                          <a:pt x="2247603" y="141551"/>
                          <a:pt x="2241574" y="144300"/>
                          <a:pt x="2235811" y="147536"/>
                        </a:cubicBezTo>
                        <a:cubicBezTo>
                          <a:pt x="2234925" y="148423"/>
                          <a:pt x="2234038" y="149309"/>
                          <a:pt x="2233151" y="150240"/>
                        </a:cubicBezTo>
                        <a:cubicBezTo>
                          <a:pt x="2229605" y="152723"/>
                          <a:pt x="2225659" y="154806"/>
                          <a:pt x="2221758" y="156934"/>
                        </a:cubicBezTo>
                        <a:cubicBezTo>
                          <a:pt x="2215552" y="161766"/>
                          <a:pt x="2209700" y="167174"/>
                          <a:pt x="2204203" y="172805"/>
                        </a:cubicBezTo>
                        <a:cubicBezTo>
                          <a:pt x="2207306" y="165268"/>
                          <a:pt x="2214355" y="160968"/>
                          <a:pt x="2221758" y="156934"/>
                        </a:cubicBezTo>
                        <a:cubicBezTo>
                          <a:pt x="2226236" y="153432"/>
                          <a:pt x="2230935" y="150284"/>
                          <a:pt x="2235811" y="147536"/>
                        </a:cubicBezTo>
                        <a:cubicBezTo>
                          <a:pt x="2241485" y="141773"/>
                          <a:pt x="2246451" y="136764"/>
                          <a:pt x="2249421" y="128385"/>
                        </a:cubicBezTo>
                        <a:close/>
                        <a:moveTo>
                          <a:pt x="2211784" y="130867"/>
                        </a:moveTo>
                        <a:cubicBezTo>
                          <a:pt x="2211828" y="132995"/>
                          <a:pt x="2210099" y="134768"/>
                          <a:pt x="2207971" y="134768"/>
                        </a:cubicBezTo>
                        <a:cubicBezTo>
                          <a:pt x="2205843" y="134813"/>
                          <a:pt x="2204070" y="133084"/>
                          <a:pt x="2204070" y="130956"/>
                        </a:cubicBezTo>
                        <a:cubicBezTo>
                          <a:pt x="2204070" y="128828"/>
                          <a:pt x="2205755" y="127055"/>
                          <a:pt x="2207883" y="127055"/>
                        </a:cubicBezTo>
                        <a:cubicBezTo>
                          <a:pt x="2210011" y="127010"/>
                          <a:pt x="2211784" y="128739"/>
                          <a:pt x="2211784" y="130867"/>
                        </a:cubicBezTo>
                        <a:close/>
                        <a:moveTo>
                          <a:pt x="2144888" y="130823"/>
                        </a:moveTo>
                        <a:cubicBezTo>
                          <a:pt x="2146883" y="117036"/>
                          <a:pt x="2150873" y="101653"/>
                          <a:pt x="2164172" y="94605"/>
                        </a:cubicBezTo>
                        <a:cubicBezTo>
                          <a:pt x="2173748" y="89507"/>
                          <a:pt x="2185895" y="89063"/>
                          <a:pt x="2190505" y="100102"/>
                        </a:cubicBezTo>
                        <a:cubicBezTo>
                          <a:pt x="2195470" y="98683"/>
                          <a:pt x="2200923" y="98151"/>
                          <a:pt x="2204292" y="100722"/>
                        </a:cubicBezTo>
                        <a:cubicBezTo>
                          <a:pt x="2207129" y="102850"/>
                          <a:pt x="2208947" y="107815"/>
                          <a:pt x="2208060" y="111229"/>
                        </a:cubicBezTo>
                        <a:cubicBezTo>
                          <a:pt x="2207040" y="115174"/>
                          <a:pt x="2203095" y="117657"/>
                          <a:pt x="2199815" y="119607"/>
                        </a:cubicBezTo>
                        <a:cubicBezTo>
                          <a:pt x="2198440" y="120405"/>
                          <a:pt x="2197066" y="121248"/>
                          <a:pt x="2195692" y="122045"/>
                        </a:cubicBezTo>
                        <a:cubicBezTo>
                          <a:pt x="2194539" y="123597"/>
                          <a:pt x="2192810" y="124661"/>
                          <a:pt x="2190815" y="124971"/>
                        </a:cubicBezTo>
                        <a:cubicBezTo>
                          <a:pt x="2190726" y="125016"/>
                          <a:pt x="2190638" y="125104"/>
                          <a:pt x="2190505" y="125149"/>
                        </a:cubicBezTo>
                        <a:cubicBezTo>
                          <a:pt x="2189751" y="128341"/>
                          <a:pt x="2188865" y="131399"/>
                          <a:pt x="2188022" y="134192"/>
                        </a:cubicBezTo>
                        <a:cubicBezTo>
                          <a:pt x="2182747" y="151703"/>
                          <a:pt x="2176496" y="168948"/>
                          <a:pt x="2170733" y="186325"/>
                        </a:cubicBezTo>
                        <a:cubicBezTo>
                          <a:pt x="2169536" y="190005"/>
                          <a:pt x="2168251" y="193773"/>
                          <a:pt x="2165768" y="196743"/>
                        </a:cubicBezTo>
                        <a:cubicBezTo>
                          <a:pt x="2163286" y="199713"/>
                          <a:pt x="2159296" y="201752"/>
                          <a:pt x="2155528" y="200822"/>
                        </a:cubicBezTo>
                        <a:cubicBezTo>
                          <a:pt x="2152602" y="200068"/>
                          <a:pt x="2150385" y="197719"/>
                          <a:pt x="2148745" y="195191"/>
                        </a:cubicBezTo>
                        <a:cubicBezTo>
                          <a:pt x="2143824" y="187655"/>
                          <a:pt x="2142893" y="178213"/>
                          <a:pt x="2142672" y="169214"/>
                        </a:cubicBezTo>
                        <a:cubicBezTo>
                          <a:pt x="2142361" y="156357"/>
                          <a:pt x="2143071" y="143546"/>
                          <a:pt x="2144888" y="130823"/>
                        </a:cubicBezTo>
                        <a:close/>
                        <a:moveTo>
                          <a:pt x="2082293" y="182557"/>
                        </a:moveTo>
                        <a:cubicBezTo>
                          <a:pt x="2087790" y="181094"/>
                          <a:pt x="2093110" y="179188"/>
                          <a:pt x="2098031" y="176440"/>
                        </a:cubicBezTo>
                        <a:cubicBezTo>
                          <a:pt x="2106586" y="171696"/>
                          <a:pt x="2113990" y="164559"/>
                          <a:pt x="2118024" y="155604"/>
                        </a:cubicBezTo>
                        <a:cubicBezTo>
                          <a:pt x="2120861" y="149309"/>
                          <a:pt x="2121969" y="142305"/>
                          <a:pt x="2122457" y="135389"/>
                        </a:cubicBezTo>
                        <a:cubicBezTo>
                          <a:pt x="2122767" y="131222"/>
                          <a:pt x="2122679" y="127055"/>
                          <a:pt x="2122501" y="122888"/>
                        </a:cubicBezTo>
                        <a:cubicBezTo>
                          <a:pt x="2130614" y="126656"/>
                          <a:pt x="2128707" y="148112"/>
                          <a:pt x="2127067" y="155117"/>
                        </a:cubicBezTo>
                        <a:cubicBezTo>
                          <a:pt x="2125737" y="160614"/>
                          <a:pt x="2123476" y="165844"/>
                          <a:pt x="2122634" y="171430"/>
                        </a:cubicBezTo>
                        <a:cubicBezTo>
                          <a:pt x="2121393" y="179321"/>
                          <a:pt x="2123033" y="187389"/>
                          <a:pt x="2124673" y="195191"/>
                        </a:cubicBezTo>
                        <a:cubicBezTo>
                          <a:pt x="2126757" y="205255"/>
                          <a:pt x="2129062" y="215717"/>
                          <a:pt x="2135579" y="223652"/>
                        </a:cubicBezTo>
                        <a:cubicBezTo>
                          <a:pt x="2128176" y="219529"/>
                          <a:pt x="2124363" y="211062"/>
                          <a:pt x="2121969" y="202949"/>
                        </a:cubicBezTo>
                        <a:cubicBezTo>
                          <a:pt x="2119575" y="194837"/>
                          <a:pt x="2117979" y="186192"/>
                          <a:pt x="2113147" y="179232"/>
                        </a:cubicBezTo>
                        <a:cubicBezTo>
                          <a:pt x="2112660" y="178523"/>
                          <a:pt x="2112083" y="177770"/>
                          <a:pt x="2111241" y="177415"/>
                        </a:cubicBezTo>
                        <a:cubicBezTo>
                          <a:pt x="2110266" y="176971"/>
                          <a:pt x="2109113" y="177193"/>
                          <a:pt x="2108049" y="177370"/>
                        </a:cubicBezTo>
                        <a:cubicBezTo>
                          <a:pt x="2099449" y="179144"/>
                          <a:pt x="2090893" y="180828"/>
                          <a:pt x="2082293" y="182557"/>
                        </a:cubicBezTo>
                        <a:cubicBezTo>
                          <a:pt x="2078303" y="183621"/>
                          <a:pt x="2074225" y="184419"/>
                          <a:pt x="2070146" y="184951"/>
                        </a:cubicBezTo>
                        <a:cubicBezTo>
                          <a:pt x="2074180" y="184153"/>
                          <a:pt x="2078259" y="183355"/>
                          <a:pt x="2082293" y="182557"/>
                        </a:cubicBezTo>
                        <a:close/>
                        <a:moveTo>
                          <a:pt x="2028786" y="219396"/>
                        </a:moveTo>
                        <a:cubicBezTo>
                          <a:pt x="2036721" y="209910"/>
                          <a:pt x="2065935" y="187300"/>
                          <a:pt x="2077948" y="201620"/>
                        </a:cubicBezTo>
                        <a:cubicBezTo>
                          <a:pt x="2083534" y="199625"/>
                          <a:pt x="2090494" y="198295"/>
                          <a:pt x="2094573" y="201309"/>
                        </a:cubicBezTo>
                        <a:cubicBezTo>
                          <a:pt x="2097410" y="203437"/>
                          <a:pt x="2099228" y="208402"/>
                          <a:pt x="2098341" y="211816"/>
                        </a:cubicBezTo>
                        <a:cubicBezTo>
                          <a:pt x="2097321" y="215761"/>
                          <a:pt x="2093376" y="218244"/>
                          <a:pt x="2090095" y="220194"/>
                        </a:cubicBezTo>
                        <a:cubicBezTo>
                          <a:pt x="2083712" y="224007"/>
                          <a:pt x="2077284" y="227819"/>
                          <a:pt x="2070900" y="231676"/>
                        </a:cubicBezTo>
                        <a:cubicBezTo>
                          <a:pt x="2069304" y="232607"/>
                          <a:pt x="2067708" y="233582"/>
                          <a:pt x="2065846" y="233804"/>
                        </a:cubicBezTo>
                        <a:cubicBezTo>
                          <a:pt x="2064383" y="233981"/>
                          <a:pt x="2062965" y="233627"/>
                          <a:pt x="2061679" y="232917"/>
                        </a:cubicBezTo>
                        <a:cubicBezTo>
                          <a:pt x="2053168" y="238015"/>
                          <a:pt x="2043902" y="241429"/>
                          <a:pt x="2038583" y="241473"/>
                        </a:cubicBezTo>
                        <a:cubicBezTo>
                          <a:pt x="2032509" y="241562"/>
                          <a:pt x="2025549" y="238902"/>
                          <a:pt x="2023953" y="233050"/>
                        </a:cubicBezTo>
                        <a:cubicBezTo>
                          <a:pt x="2022623" y="228218"/>
                          <a:pt x="2025549" y="223253"/>
                          <a:pt x="2028786" y="219396"/>
                        </a:cubicBezTo>
                        <a:close/>
                        <a:moveTo>
                          <a:pt x="2000768" y="169745"/>
                        </a:moveTo>
                        <a:cubicBezTo>
                          <a:pt x="2005113" y="177770"/>
                          <a:pt x="2009457" y="185882"/>
                          <a:pt x="2011541" y="194748"/>
                        </a:cubicBezTo>
                        <a:cubicBezTo>
                          <a:pt x="2013624" y="203614"/>
                          <a:pt x="2013137" y="213456"/>
                          <a:pt x="2008260" y="221125"/>
                        </a:cubicBezTo>
                        <a:cubicBezTo>
                          <a:pt x="2004581" y="226888"/>
                          <a:pt x="1998685" y="231144"/>
                          <a:pt x="1992656" y="234203"/>
                        </a:cubicBezTo>
                        <a:cubicBezTo>
                          <a:pt x="1991281" y="230656"/>
                          <a:pt x="2001433" y="218776"/>
                          <a:pt x="2002985" y="214121"/>
                        </a:cubicBezTo>
                        <a:cubicBezTo>
                          <a:pt x="2005645" y="206053"/>
                          <a:pt x="2006265" y="197275"/>
                          <a:pt x="2005157" y="188852"/>
                        </a:cubicBezTo>
                        <a:cubicBezTo>
                          <a:pt x="2004004" y="179986"/>
                          <a:pt x="2001079" y="171474"/>
                          <a:pt x="1997310" y="163362"/>
                        </a:cubicBezTo>
                        <a:cubicBezTo>
                          <a:pt x="1994252" y="157688"/>
                          <a:pt x="1991193" y="152013"/>
                          <a:pt x="1988090" y="146339"/>
                        </a:cubicBezTo>
                        <a:cubicBezTo>
                          <a:pt x="1991415" y="151836"/>
                          <a:pt x="1994562" y="157510"/>
                          <a:pt x="1997310" y="163362"/>
                        </a:cubicBezTo>
                        <a:cubicBezTo>
                          <a:pt x="1998463" y="165490"/>
                          <a:pt x="1999616" y="167618"/>
                          <a:pt x="2000768" y="169745"/>
                        </a:cubicBezTo>
                        <a:close/>
                        <a:moveTo>
                          <a:pt x="2004138" y="249807"/>
                        </a:moveTo>
                        <a:cubicBezTo>
                          <a:pt x="2005999" y="251137"/>
                          <a:pt x="2024929" y="269579"/>
                          <a:pt x="2022801" y="270776"/>
                        </a:cubicBezTo>
                        <a:cubicBezTo>
                          <a:pt x="2032642" y="265235"/>
                          <a:pt x="2043016" y="260624"/>
                          <a:pt x="2053700" y="257033"/>
                        </a:cubicBezTo>
                        <a:cubicBezTo>
                          <a:pt x="2043459" y="261821"/>
                          <a:pt x="2032953" y="266786"/>
                          <a:pt x="2025106" y="274943"/>
                        </a:cubicBezTo>
                        <a:cubicBezTo>
                          <a:pt x="2019742" y="280529"/>
                          <a:pt x="2015929" y="287311"/>
                          <a:pt x="2012649" y="294360"/>
                        </a:cubicBezTo>
                        <a:cubicBezTo>
                          <a:pt x="2011364" y="297729"/>
                          <a:pt x="2009945" y="301098"/>
                          <a:pt x="2008305" y="304290"/>
                        </a:cubicBezTo>
                        <a:cubicBezTo>
                          <a:pt x="2009679" y="300965"/>
                          <a:pt x="2011098" y="297640"/>
                          <a:pt x="2012649" y="294360"/>
                        </a:cubicBezTo>
                        <a:cubicBezTo>
                          <a:pt x="2013624" y="291833"/>
                          <a:pt x="2014511" y="289262"/>
                          <a:pt x="2015265" y="286646"/>
                        </a:cubicBezTo>
                        <a:cubicBezTo>
                          <a:pt x="2016417" y="282701"/>
                          <a:pt x="2017304" y="278623"/>
                          <a:pt x="2017126" y="274500"/>
                        </a:cubicBezTo>
                        <a:cubicBezTo>
                          <a:pt x="2016683" y="264259"/>
                          <a:pt x="2009501" y="255260"/>
                          <a:pt x="2000768" y="249940"/>
                        </a:cubicBezTo>
                        <a:cubicBezTo>
                          <a:pt x="1994340" y="245995"/>
                          <a:pt x="1985696" y="245197"/>
                          <a:pt x="1979800" y="241384"/>
                        </a:cubicBezTo>
                        <a:cubicBezTo>
                          <a:pt x="1983745" y="235976"/>
                          <a:pt x="2000192" y="247015"/>
                          <a:pt x="2004138" y="249807"/>
                        </a:cubicBezTo>
                        <a:close/>
                        <a:moveTo>
                          <a:pt x="1975899" y="188985"/>
                        </a:moveTo>
                        <a:cubicBezTo>
                          <a:pt x="1975943" y="191113"/>
                          <a:pt x="1974214" y="192886"/>
                          <a:pt x="1972086" y="192886"/>
                        </a:cubicBezTo>
                        <a:cubicBezTo>
                          <a:pt x="1969958" y="192930"/>
                          <a:pt x="1968185" y="191202"/>
                          <a:pt x="1968185" y="189074"/>
                        </a:cubicBezTo>
                        <a:cubicBezTo>
                          <a:pt x="1968141" y="186946"/>
                          <a:pt x="1969870" y="185173"/>
                          <a:pt x="1971998" y="185173"/>
                        </a:cubicBezTo>
                        <a:cubicBezTo>
                          <a:pt x="1974081" y="185128"/>
                          <a:pt x="1975854" y="186813"/>
                          <a:pt x="1975899" y="188985"/>
                        </a:cubicBezTo>
                        <a:close/>
                        <a:moveTo>
                          <a:pt x="1959319" y="152900"/>
                        </a:moveTo>
                        <a:cubicBezTo>
                          <a:pt x="1964683" y="155870"/>
                          <a:pt x="1972175" y="161943"/>
                          <a:pt x="1969515" y="168903"/>
                        </a:cubicBezTo>
                        <a:cubicBezTo>
                          <a:pt x="1968673" y="171031"/>
                          <a:pt x="1966988" y="172671"/>
                          <a:pt x="1965525" y="174445"/>
                        </a:cubicBezTo>
                        <a:cubicBezTo>
                          <a:pt x="1961624" y="179232"/>
                          <a:pt x="1959142" y="185572"/>
                          <a:pt x="1954044" y="188852"/>
                        </a:cubicBezTo>
                        <a:cubicBezTo>
                          <a:pt x="1953910" y="190493"/>
                          <a:pt x="1953733" y="192133"/>
                          <a:pt x="1953467" y="193773"/>
                        </a:cubicBezTo>
                        <a:cubicBezTo>
                          <a:pt x="1951605" y="205343"/>
                          <a:pt x="1945798" y="216470"/>
                          <a:pt x="1936488" y="223652"/>
                        </a:cubicBezTo>
                        <a:cubicBezTo>
                          <a:pt x="1927002" y="230967"/>
                          <a:pt x="1914633" y="233715"/>
                          <a:pt x="1902664" y="233405"/>
                        </a:cubicBezTo>
                        <a:cubicBezTo>
                          <a:pt x="1890694" y="233095"/>
                          <a:pt x="1878991" y="229947"/>
                          <a:pt x="1867554" y="226445"/>
                        </a:cubicBezTo>
                        <a:cubicBezTo>
                          <a:pt x="1861303" y="224538"/>
                          <a:pt x="1854432" y="222056"/>
                          <a:pt x="1851417" y="216204"/>
                        </a:cubicBezTo>
                        <a:cubicBezTo>
                          <a:pt x="1847871" y="209333"/>
                          <a:pt x="1851506" y="200511"/>
                          <a:pt x="1857402" y="195502"/>
                        </a:cubicBezTo>
                        <a:cubicBezTo>
                          <a:pt x="1863298" y="190493"/>
                          <a:pt x="1870967" y="188143"/>
                          <a:pt x="1878149" y="185261"/>
                        </a:cubicBezTo>
                        <a:cubicBezTo>
                          <a:pt x="1899117" y="176794"/>
                          <a:pt x="1917249" y="162741"/>
                          <a:pt x="1935070" y="148866"/>
                        </a:cubicBezTo>
                        <a:lnTo>
                          <a:pt x="1943537" y="154983"/>
                        </a:lnTo>
                        <a:cubicBezTo>
                          <a:pt x="1948369" y="152235"/>
                          <a:pt x="1954576" y="150240"/>
                          <a:pt x="1959319" y="152900"/>
                        </a:cubicBezTo>
                        <a:close/>
                        <a:moveTo>
                          <a:pt x="1914234" y="139201"/>
                        </a:moveTo>
                        <a:cubicBezTo>
                          <a:pt x="1916761" y="137384"/>
                          <a:pt x="1919377" y="135478"/>
                          <a:pt x="1921017" y="132818"/>
                        </a:cubicBezTo>
                        <a:cubicBezTo>
                          <a:pt x="1923100" y="129449"/>
                          <a:pt x="1923366" y="125237"/>
                          <a:pt x="1923189" y="121248"/>
                        </a:cubicBezTo>
                        <a:cubicBezTo>
                          <a:pt x="1922879" y="113800"/>
                          <a:pt x="1920396" y="107061"/>
                          <a:pt x="1919022" y="99969"/>
                        </a:cubicBezTo>
                        <a:cubicBezTo>
                          <a:pt x="1927135" y="97530"/>
                          <a:pt x="1932144" y="113490"/>
                          <a:pt x="1933917" y="119252"/>
                        </a:cubicBezTo>
                        <a:cubicBezTo>
                          <a:pt x="1934449" y="120893"/>
                          <a:pt x="1934937" y="122666"/>
                          <a:pt x="1936222" y="123819"/>
                        </a:cubicBezTo>
                        <a:cubicBezTo>
                          <a:pt x="1937286" y="124794"/>
                          <a:pt x="1938661" y="125193"/>
                          <a:pt x="1940035" y="125592"/>
                        </a:cubicBezTo>
                        <a:cubicBezTo>
                          <a:pt x="1944424" y="126833"/>
                          <a:pt x="1948768" y="128074"/>
                          <a:pt x="1953157" y="129316"/>
                        </a:cubicBezTo>
                        <a:cubicBezTo>
                          <a:pt x="1945133" y="129316"/>
                          <a:pt x="1936799" y="129404"/>
                          <a:pt x="1929573" y="132907"/>
                        </a:cubicBezTo>
                        <a:cubicBezTo>
                          <a:pt x="1922923" y="136143"/>
                          <a:pt x="1917914" y="141950"/>
                          <a:pt x="1912328" y="146782"/>
                        </a:cubicBezTo>
                        <a:cubicBezTo>
                          <a:pt x="1903905" y="154052"/>
                          <a:pt x="1893709" y="159239"/>
                          <a:pt x="1882892" y="161810"/>
                        </a:cubicBezTo>
                        <a:cubicBezTo>
                          <a:pt x="1893354" y="154274"/>
                          <a:pt x="1903817" y="146738"/>
                          <a:pt x="1914234" y="139201"/>
                        </a:cubicBezTo>
                        <a:close/>
                        <a:moveTo>
                          <a:pt x="1858333" y="85339"/>
                        </a:moveTo>
                        <a:cubicBezTo>
                          <a:pt x="1859220" y="83167"/>
                          <a:pt x="1860239" y="80862"/>
                          <a:pt x="1862234" y="79576"/>
                        </a:cubicBezTo>
                        <a:cubicBezTo>
                          <a:pt x="1863786" y="78601"/>
                          <a:pt x="1865692" y="78379"/>
                          <a:pt x="1867554" y="78246"/>
                        </a:cubicBezTo>
                        <a:cubicBezTo>
                          <a:pt x="1875844" y="77714"/>
                          <a:pt x="1884222" y="78379"/>
                          <a:pt x="1892335" y="80197"/>
                        </a:cubicBezTo>
                        <a:lnTo>
                          <a:pt x="1896945" y="99570"/>
                        </a:lnTo>
                        <a:cubicBezTo>
                          <a:pt x="1900846" y="110697"/>
                          <a:pt x="1895793" y="124262"/>
                          <a:pt x="1885552" y="130114"/>
                        </a:cubicBezTo>
                        <a:cubicBezTo>
                          <a:pt x="1881341" y="132507"/>
                          <a:pt x="1876509" y="133704"/>
                          <a:pt x="1872342" y="136187"/>
                        </a:cubicBezTo>
                        <a:cubicBezTo>
                          <a:pt x="1859486" y="143768"/>
                          <a:pt x="1855806" y="161367"/>
                          <a:pt x="1843748" y="170144"/>
                        </a:cubicBezTo>
                        <a:cubicBezTo>
                          <a:pt x="1841842" y="171519"/>
                          <a:pt x="1839581" y="172716"/>
                          <a:pt x="1837231" y="172627"/>
                        </a:cubicBezTo>
                        <a:cubicBezTo>
                          <a:pt x="1833552" y="172494"/>
                          <a:pt x="1830537" y="169258"/>
                          <a:pt x="1829606" y="165667"/>
                        </a:cubicBezTo>
                        <a:cubicBezTo>
                          <a:pt x="1828676" y="162076"/>
                          <a:pt x="1829385" y="158308"/>
                          <a:pt x="1830404" y="154762"/>
                        </a:cubicBezTo>
                        <a:cubicBezTo>
                          <a:pt x="1831912" y="149398"/>
                          <a:pt x="1834040" y="144211"/>
                          <a:pt x="1836167" y="139069"/>
                        </a:cubicBezTo>
                        <a:cubicBezTo>
                          <a:pt x="1843526" y="121159"/>
                          <a:pt x="1850930" y="103249"/>
                          <a:pt x="1858333" y="85339"/>
                        </a:cubicBezTo>
                        <a:close/>
                        <a:moveTo>
                          <a:pt x="1782305" y="177193"/>
                        </a:moveTo>
                        <a:cubicBezTo>
                          <a:pt x="1795117" y="173337"/>
                          <a:pt x="1806820" y="165667"/>
                          <a:pt x="1815155" y="155160"/>
                        </a:cubicBezTo>
                        <a:cubicBezTo>
                          <a:pt x="1825306" y="142349"/>
                          <a:pt x="1829163" y="126922"/>
                          <a:pt x="1829296" y="110829"/>
                        </a:cubicBezTo>
                        <a:cubicBezTo>
                          <a:pt x="1833375" y="118277"/>
                          <a:pt x="1827833" y="133793"/>
                          <a:pt x="1825351" y="141462"/>
                        </a:cubicBezTo>
                        <a:cubicBezTo>
                          <a:pt x="1820740" y="155693"/>
                          <a:pt x="1812362" y="169036"/>
                          <a:pt x="1800038" y="177548"/>
                        </a:cubicBezTo>
                        <a:cubicBezTo>
                          <a:pt x="1811120" y="180252"/>
                          <a:pt x="1818479" y="191335"/>
                          <a:pt x="1820386" y="202551"/>
                        </a:cubicBezTo>
                        <a:cubicBezTo>
                          <a:pt x="1822292" y="213766"/>
                          <a:pt x="1819765" y="225204"/>
                          <a:pt x="1817238" y="236331"/>
                        </a:cubicBezTo>
                        <a:cubicBezTo>
                          <a:pt x="1819277" y="225957"/>
                          <a:pt x="1819765" y="215052"/>
                          <a:pt x="1816839" y="204856"/>
                        </a:cubicBezTo>
                        <a:cubicBezTo>
                          <a:pt x="1813913" y="194659"/>
                          <a:pt x="1807264" y="185261"/>
                          <a:pt x="1797733" y="180651"/>
                        </a:cubicBezTo>
                        <a:cubicBezTo>
                          <a:pt x="1792856" y="178346"/>
                          <a:pt x="1787669" y="177415"/>
                          <a:pt x="1782305" y="177193"/>
                        </a:cubicBezTo>
                        <a:cubicBezTo>
                          <a:pt x="1774636" y="179499"/>
                          <a:pt x="1766568" y="180429"/>
                          <a:pt x="1758588" y="179809"/>
                        </a:cubicBezTo>
                        <a:cubicBezTo>
                          <a:pt x="1766346" y="178346"/>
                          <a:pt x="1774459" y="176927"/>
                          <a:pt x="1782305" y="177193"/>
                        </a:cubicBezTo>
                        <a:close/>
                        <a:moveTo>
                          <a:pt x="1768252" y="192133"/>
                        </a:moveTo>
                        <a:cubicBezTo>
                          <a:pt x="1774016" y="189606"/>
                          <a:pt x="1782970" y="187079"/>
                          <a:pt x="1787758" y="190670"/>
                        </a:cubicBezTo>
                        <a:cubicBezTo>
                          <a:pt x="1790595" y="192798"/>
                          <a:pt x="1792413" y="197763"/>
                          <a:pt x="1791526" y="201176"/>
                        </a:cubicBezTo>
                        <a:cubicBezTo>
                          <a:pt x="1790507" y="205122"/>
                          <a:pt x="1786561" y="207604"/>
                          <a:pt x="1783281" y="209555"/>
                        </a:cubicBezTo>
                        <a:cubicBezTo>
                          <a:pt x="1782882" y="209776"/>
                          <a:pt x="1782527" y="209998"/>
                          <a:pt x="1782128" y="210264"/>
                        </a:cubicBezTo>
                        <a:cubicBezTo>
                          <a:pt x="1781108" y="211372"/>
                          <a:pt x="1779823" y="212171"/>
                          <a:pt x="1778316" y="212525"/>
                        </a:cubicBezTo>
                        <a:cubicBezTo>
                          <a:pt x="1777030" y="213279"/>
                          <a:pt x="1775744" y="214076"/>
                          <a:pt x="1774459" y="214830"/>
                        </a:cubicBezTo>
                        <a:cubicBezTo>
                          <a:pt x="1774193" y="215894"/>
                          <a:pt x="1773883" y="216958"/>
                          <a:pt x="1773572" y="217978"/>
                        </a:cubicBezTo>
                        <a:cubicBezTo>
                          <a:pt x="1769981" y="229149"/>
                          <a:pt x="1770779" y="240409"/>
                          <a:pt x="1767632" y="251536"/>
                        </a:cubicBezTo>
                        <a:cubicBezTo>
                          <a:pt x="1763553" y="265988"/>
                          <a:pt x="1746530" y="275209"/>
                          <a:pt x="1732078" y="271130"/>
                        </a:cubicBezTo>
                        <a:cubicBezTo>
                          <a:pt x="1717627" y="267052"/>
                          <a:pt x="1707918" y="250827"/>
                          <a:pt x="1710667" y="236064"/>
                        </a:cubicBezTo>
                        <a:cubicBezTo>
                          <a:pt x="1711952" y="229105"/>
                          <a:pt x="1715543" y="222765"/>
                          <a:pt x="1719887" y="217180"/>
                        </a:cubicBezTo>
                        <a:cubicBezTo>
                          <a:pt x="1727690" y="207072"/>
                          <a:pt x="1753446" y="183488"/>
                          <a:pt x="1768252" y="192133"/>
                        </a:cubicBezTo>
                        <a:close/>
                        <a:moveTo>
                          <a:pt x="1700071" y="238990"/>
                        </a:moveTo>
                        <a:cubicBezTo>
                          <a:pt x="1700869" y="238458"/>
                          <a:pt x="1701313" y="237528"/>
                          <a:pt x="1701712" y="236641"/>
                        </a:cubicBezTo>
                        <a:cubicBezTo>
                          <a:pt x="1705081" y="229060"/>
                          <a:pt x="1708450" y="221480"/>
                          <a:pt x="1711819" y="213899"/>
                        </a:cubicBezTo>
                        <a:cubicBezTo>
                          <a:pt x="1713504" y="208978"/>
                          <a:pt x="1715543" y="204191"/>
                          <a:pt x="1718114" y="199669"/>
                        </a:cubicBezTo>
                        <a:cubicBezTo>
                          <a:pt x="1716031" y="204413"/>
                          <a:pt x="1713903" y="209156"/>
                          <a:pt x="1711819" y="213899"/>
                        </a:cubicBezTo>
                        <a:cubicBezTo>
                          <a:pt x="1707696" y="226090"/>
                          <a:pt x="1706322" y="239212"/>
                          <a:pt x="1708051" y="251980"/>
                        </a:cubicBezTo>
                        <a:cubicBezTo>
                          <a:pt x="1708273" y="253575"/>
                          <a:pt x="1708539" y="255216"/>
                          <a:pt x="1709204" y="256678"/>
                        </a:cubicBezTo>
                        <a:cubicBezTo>
                          <a:pt x="1710046" y="258541"/>
                          <a:pt x="1711464" y="260048"/>
                          <a:pt x="1712839" y="261555"/>
                        </a:cubicBezTo>
                        <a:cubicBezTo>
                          <a:pt x="1717006" y="266032"/>
                          <a:pt x="1721217" y="270598"/>
                          <a:pt x="1726404" y="273879"/>
                        </a:cubicBezTo>
                        <a:cubicBezTo>
                          <a:pt x="1736290" y="280085"/>
                          <a:pt x="1748569" y="281060"/>
                          <a:pt x="1760229" y="280130"/>
                        </a:cubicBezTo>
                        <a:cubicBezTo>
                          <a:pt x="1744314" y="288730"/>
                          <a:pt x="1722414" y="283986"/>
                          <a:pt x="1711464" y="269579"/>
                        </a:cubicBezTo>
                        <a:cubicBezTo>
                          <a:pt x="1708095" y="289350"/>
                          <a:pt x="1704061" y="310408"/>
                          <a:pt x="1690008" y="324726"/>
                        </a:cubicBezTo>
                        <a:cubicBezTo>
                          <a:pt x="1703130" y="310097"/>
                          <a:pt x="1708361" y="288952"/>
                          <a:pt x="1704238" y="269756"/>
                        </a:cubicBezTo>
                        <a:cubicBezTo>
                          <a:pt x="1699717" y="249187"/>
                          <a:pt x="1686816" y="237661"/>
                          <a:pt x="1671522" y="224849"/>
                        </a:cubicBezTo>
                        <a:cubicBezTo>
                          <a:pt x="1679502" y="227731"/>
                          <a:pt x="1687348" y="233760"/>
                          <a:pt x="1694796" y="238104"/>
                        </a:cubicBezTo>
                        <a:cubicBezTo>
                          <a:pt x="1696436" y="239079"/>
                          <a:pt x="1698520" y="240010"/>
                          <a:pt x="1700071" y="238990"/>
                        </a:cubicBezTo>
                        <a:close/>
                        <a:moveTo>
                          <a:pt x="1607686" y="186680"/>
                        </a:moveTo>
                        <a:cubicBezTo>
                          <a:pt x="1608439" y="180296"/>
                          <a:pt x="1609459" y="173957"/>
                          <a:pt x="1610700" y="167618"/>
                        </a:cubicBezTo>
                        <a:cubicBezTo>
                          <a:pt x="1613670" y="152545"/>
                          <a:pt x="1619744" y="135744"/>
                          <a:pt x="1634107" y="130203"/>
                        </a:cubicBezTo>
                        <a:cubicBezTo>
                          <a:pt x="1645190" y="125946"/>
                          <a:pt x="1657558" y="129892"/>
                          <a:pt x="1668685" y="133971"/>
                        </a:cubicBezTo>
                        <a:lnTo>
                          <a:pt x="1670902" y="145363"/>
                        </a:lnTo>
                        <a:cubicBezTo>
                          <a:pt x="1673650" y="151082"/>
                          <a:pt x="1676576" y="156712"/>
                          <a:pt x="1679590" y="162298"/>
                        </a:cubicBezTo>
                        <a:cubicBezTo>
                          <a:pt x="1679723" y="162298"/>
                          <a:pt x="1679812" y="162209"/>
                          <a:pt x="1679945" y="162209"/>
                        </a:cubicBezTo>
                        <a:cubicBezTo>
                          <a:pt x="1682073" y="162165"/>
                          <a:pt x="1683846" y="163894"/>
                          <a:pt x="1683846" y="166022"/>
                        </a:cubicBezTo>
                        <a:cubicBezTo>
                          <a:pt x="1683846" y="166908"/>
                          <a:pt x="1683536" y="167706"/>
                          <a:pt x="1683004" y="168372"/>
                        </a:cubicBezTo>
                        <a:cubicBezTo>
                          <a:pt x="1684290" y="170588"/>
                          <a:pt x="1685487" y="172849"/>
                          <a:pt x="1686772" y="175066"/>
                        </a:cubicBezTo>
                        <a:cubicBezTo>
                          <a:pt x="1691516" y="183045"/>
                          <a:pt x="1696747" y="191290"/>
                          <a:pt x="1697545" y="200556"/>
                        </a:cubicBezTo>
                        <a:cubicBezTo>
                          <a:pt x="1698343" y="209821"/>
                          <a:pt x="1692979" y="220416"/>
                          <a:pt x="1683758" y="221834"/>
                        </a:cubicBezTo>
                        <a:cubicBezTo>
                          <a:pt x="1679324" y="222499"/>
                          <a:pt x="1674936" y="221037"/>
                          <a:pt x="1670680" y="219573"/>
                        </a:cubicBezTo>
                        <a:cubicBezTo>
                          <a:pt x="1652371" y="213234"/>
                          <a:pt x="1634063" y="206895"/>
                          <a:pt x="1615754" y="200556"/>
                        </a:cubicBezTo>
                        <a:cubicBezTo>
                          <a:pt x="1613316" y="199713"/>
                          <a:pt x="1610744" y="198782"/>
                          <a:pt x="1609149" y="196743"/>
                        </a:cubicBezTo>
                        <a:cubicBezTo>
                          <a:pt x="1607021" y="194039"/>
                          <a:pt x="1607287" y="190138"/>
                          <a:pt x="1607686" y="186680"/>
                        </a:cubicBezTo>
                        <a:close/>
                        <a:moveTo>
                          <a:pt x="1592746" y="240321"/>
                        </a:moveTo>
                        <a:cubicBezTo>
                          <a:pt x="1590574" y="241518"/>
                          <a:pt x="1588224" y="242360"/>
                          <a:pt x="1586318" y="243911"/>
                        </a:cubicBezTo>
                        <a:cubicBezTo>
                          <a:pt x="1582461" y="247059"/>
                          <a:pt x="1581264" y="252423"/>
                          <a:pt x="1580555" y="257344"/>
                        </a:cubicBezTo>
                        <a:cubicBezTo>
                          <a:pt x="1579004" y="267584"/>
                          <a:pt x="1578339" y="277913"/>
                          <a:pt x="1578427" y="288242"/>
                        </a:cubicBezTo>
                        <a:cubicBezTo>
                          <a:pt x="1578472" y="291611"/>
                          <a:pt x="1578738" y="295202"/>
                          <a:pt x="1579447" y="298572"/>
                        </a:cubicBezTo>
                        <a:cubicBezTo>
                          <a:pt x="1581220" y="303137"/>
                          <a:pt x="1583614" y="307393"/>
                          <a:pt x="1586939" y="311073"/>
                        </a:cubicBezTo>
                        <a:cubicBezTo>
                          <a:pt x="1582683" y="308280"/>
                          <a:pt x="1580555" y="303625"/>
                          <a:pt x="1579447" y="298572"/>
                        </a:cubicBezTo>
                        <a:cubicBezTo>
                          <a:pt x="1575501" y="288464"/>
                          <a:pt x="1574836" y="276761"/>
                          <a:pt x="1575634" y="265767"/>
                        </a:cubicBezTo>
                        <a:cubicBezTo>
                          <a:pt x="1573728" y="276627"/>
                          <a:pt x="1563399" y="285317"/>
                          <a:pt x="1552405" y="285361"/>
                        </a:cubicBezTo>
                        <a:cubicBezTo>
                          <a:pt x="1558301" y="280307"/>
                          <a:pt x="1563621" y="274588"/>
                          <a:pt x="1568143" y="268293"/>
                        </a:cubicBezTo>
                        <a:cubicBezTo>
                          <a:pt x="1571822" y="263196"/>
                          <a:pt x="1575147" y="256856"/>
                          <a:pt x="1573152" y="250916"/>
                        </a:cubicBezTo>
                        <a:cubicBezTo>
                          <a:pt x="1571778" y="246926"/>
                          <a:pt x="1568320" y="244089"/>
                          <a:pt x="1565483" y="240941"/>
                        </a:cubicBezTo>
                        <a:cubicBezTo>
                          <a:pt x="1562867" y="238104"/>
                          <a:pt x="1559941" y="234779"/>
                          <a:pt x="1559986" y="231056"/>
                        </a:cubicBezTo>
                        <a:cubicBezTo>
                          <a:pt x="1576211" y="236907"/>
                          <a:pt x="1593411" y="240187"/>
                          <a:pt x="1606888" y="225647"/>
                        </a:cubicBezTo>
                        <a:cubicBezTo>
                          <a:pt x="1602898" y="231277"/>
                          <a:pt x="1598731" y="237040"/>
                          <a:pt x="1592746" y="240321"/>
                        </a:cubicBezTo>
                        <a:close/>
                        <a:moveTo>
                          <a:pt x="1600992" y="143945"/>
                        </a:moveTo>
                        <a:cubicBezTo>
                          <a:pt x="1602543" y="151880"/>
                          <a:pt x="1591771" y="163096"/>
                          <a:pt x="1590530" y="171741"/>
                        </a:cubicBezTo>
                        <a:cubicBezTo>
                          <a:pt x="1588978" y="182291"/>
                          <a:pt x="1591017" y="193108"/>
                          <a:pt x="1593500" y="203349"/>
                        </a:cubicBezTo>
                        <a:cubicBezTo>
                          <a:pt x="1595229" y="210486"/>
                          <a:pt x="1597091" y="218598"/>
                          <a:pt x="1593012" y="224716"/>
                        </a:cubicBezTo>
                        <a:cubicBezTo>
                          <a:pt x="1589244" y="230390"/>
                          <a:pt x="1581575" y="232119"/>
                          <a:pt x="1574748" y="231853"/>
                        </a:cubicBezTo>
                        <a:cubicBezTo>
                          <a:pt x="1567788" y="231588"/>
                          <a:pt x="1560739" y="229592"/>
                          <a:pt x="1555154" y="225381"/>
                        </a:cubicBezTo>
                        <a:cubicBezTo>
                          <a:pt x="1549568" y="221169"/>
                          <a:pt x="1545755" y="214431"/>
                          <a:pt x="1545844" y="207471"/>
                        </a:cubicBezTo>
                        <a:cubicBezTo>
                          <a:pt x="1546021" y="196255"/>
                          <a:pt x="1555597" y="187567"/>
                          <a:pt x="1559010" y="176883"/>
                        </a:cubicBezTo>
                        <a:cubicBezTo>
                          <a:pt x="1561050" y="170455"/>
                          <a:pt x="1560784" y="163495"/>
                          <a:pt x="1562734" y="157023"/>
                        </a:cubicBezTo>
                        <a:cubicBezTo>
                          <a:pt x="1565970" y="146162"/>
                          <a:pt x="1596869" y="122799"/>
                          <a:pt x="1600992" y="143945"/>
                        </a:cubicBezTo>
                        <a:close/>
                        <a:moveTo>
                          <a:pt x="1539549" y="176351"/>
                        </a:moveTo>
                        <a:cubicBezTo>
                          <a:pt x="1547928" y="166022"/>
                          <a:pt x="1551917" y="152589"/>
                          <a:pt x="1552405" y="139290"/>
                        </a:cubicBezTo>
                        <a:cubicBezTo>
                          <a:pt x="1552582" y="134458"/>
                          <a:pt x="1546465" y="109145"/>
                          <a:pt x="1548327" y="106884"/>
                        </a:cubicBezTo>
                        <a:cubicBezTo>
                          <a:pt x="1551252" y="103249"/>
                          <a:pt x="1559232" y="117125"/>
                          <a:pt x="1563266" y="119386"/>
                        </a:cubicBezTo>
                        <a:cubicBezTo>
                          <a:pt x="1572354" y="124572"/>
                          <a:pt x="1585121" y="122622"/>
                          <a:pt x="1592214" y="130291"/>
                        </a:cubicBezTo>
                        <a:cubicBezTo>
                          <a:pt x="1583171" y="124794"/>
                          <a:pt x="1571334" y="129582"/>
                          <a:pt x="1562823" y="135877"/>
                        </a:cubicBezTo>
                        <a:cubicBezTo>
                          <a:pt x="1558478" y="139069"/>
                          <a:pt x="1554267" y="142969"/>
                          <a:pt x="1552715" y="148112"/>
                        </a:cubicBezTo>
                        <a:cubicBezTo>
                          <a:pt x="1551829" y="151082"/>
                          <a:pt x="1551873" y="154274"/>
                          <a:pt x="1551651" y="157377"/>
                        </a:cubicBezTo>
                        <a:cubicBezTo>
                          <a:pt x="1550720" y="170322"/>
                          <a:pt x="1544071" y="182735"/>
                          <a:pt x="1533830" y="190714"/>
                        </a:cubicBezTo>
                        <a:cubicBezTo>
                          <a:pt x="1523590" y="198694"/>
                          <a:pt x="1509936" y="202107"/>
                          <a:pt x="1497169" y="199891"/>
                        </a:cubicBezTo>
                        <a:cubicBezTo>
                          <a:pt x="1513172" y="196034"/>
                          <a:pt x="1529176" y="189162"/>
                          <a:pt x="1539549" y="176351"/>
                        </a:cubicBezTo>
                        <a:close/>
                        <a:moveTo>
                          <a:pt x="1446587" y="215850"/>
                        </a:moveTo>
                        <a:cubicBezTo>
                          <a:pt x="1450710" y="213766"/>
                          <a:pt x="1455498" y="213544"/>
                          <a:pt x="1460108" y="213411"/>
                        </a:cubicBezTo>
                        <a:cubicBezTo>
                          <a:pt x="1471811" y="213057"/>
                          <a:pt x="1483515" y="212658"/>
                          <a:pt x="1495174" y="212303"/>
                        </a:cubicBezTo>
                        <a:cubicBezTo>
                          <a:pt x="1505636" y="211993"/>
                          <a:pt x="1516453" y="211550"/>
                          <a:pt x="1525939" y="207117"/>
                        </a:cubicBezTo>
                        <a:lnTo>
                          <a:pt x="1526782" y="220770"/>
                        </a:lnTo>
                        <a:cubicBezTo>
                          <a:pt x="1526516" y="221214"/>
                          <a:pt x="1526250" y="221701"/>
                          <a:pt x="1525984" y="222145"/>
                        </a:cubicBezTo>
                        <a:cubicBezTo>
                          <a:pt x="1526205" y="222278"/>
                          <a:pt x="1526516" y="222366"/>
                          <a:pt x="1526737" y="222544"/>
                        </a:cubicBezTo>
                        <a:cubicBezTo>
                          <a:pt x="1529575" y="224672"/>
                          <a:pt x="1531392" y="229637"/>
                          <a:pt x="1530505" y="233050"/>
                        </a:cubicBezTo>
                        <a:cubicBezTo>
                          <a:pt x="1529486" y="236996"/>
                          <a:pt x="1525540" y="239478"/>
                          <a:pt x="1522260" y="241429"/>
                        </a:cubicBezTo>
                        <a:cubicBezTo>
                          <a:pt x="1518669" y="243557"/>
                          <a:pt x="1515078" y="245729"/>
                          <a:pt x="1511488" y="247857"/>
                        </a:cubicBezTo>
                        <a:cubicBezTo>
                          <a:pt x="1509759" y="251625"/>
                          <a:pt x="1508473" y="255526"/>
                          <a:pt x="1508517" y="259649"/>
                        </a:cubicBezTo>
                        <a:cubicBezTo>
                          <a:pt x="1508562" y="263550"/>
                          <a:pt x="1509803" y="267717"/>
                          <a:pt x="1508074" y="271175"/>
                        </a:cubicBezTo>
                        <a:cubicBezTo>
                          <a:pt x="1506079" y="275209"/>
                          <a:pt x="1500671" y="276583"/>
                          <a:pt x="1496326" y="275430"/>
                        </a:cubicBezTo>
                        <a:cubicBezTo>
                          <a:pt x="1491938" y="274278"/>
                          <a:pt x="1488391" y="271264"/>
                          <a:pt x="1484933" y="268293"/>
                        </a:cubicBezTo>
                        <a:cubicBezTo>
                          <a:pt x="1472033" y="257166"/>
                          <a:pt x="1459133" y="246039"/>
                          <a:pt x="1446188" y="234912"/>
                        </a:cubicBezTo>
                        <a:cubicBezTo>
                          <a:pt x="1443661" y="232696"/>
                          <a:pt x="1440957" y="230302"/>
                          <a:pt x="1440203" y="227021"/>
                        </a:cubicBezTo>
                        <a:cubicBezTo>
                          <a:pt x="1439228" y="222544"/>
                          <a:pt x="1442464" y="217978"/>
                          <a:pt x="1446587" y="215850"/>
                        </a:cubicBezTo>
                        <a:close/>
                        <a:moveTo>
                          <a:pt x="1438962" y="274588"/>
                        </a:moveTo>
                        <a:cubicBezTo>
                          <a:pt x="1439006" y="278755"/>
                          <a:pt x="1435682" y="282169"/>
                          <a:pt x="1431514" y="282258"/>
                        </a:cubicBezTo>
                        <a:cubicBezTo>
                          <a:pt x="1430584" y="282258"/>
                          <a:pt x="1429741" y="282080"/>
                          <a:pt x="1428943" y="281814"/>
                        </a:cubicBezTo>
                        <a:cubicBezTo>
                          <a:pt x="1425663" y="284873"/>
                          <a:pt x="1421629" y="287666"/>
                          <a:pt x="1417905" y="289882"/>
                        </a:cubicBezTo>
                        <a:cubicBezTo>
                          <a:pt x="1417550" y="301896"/>
                          <a:pt x="1420653" y="315240"/>
                          <a:pt x="1418969" y="326722"/>
                        </a:cubicBezTo>
                        <a:cubicBezTo>
                          <a:pt x="1417373" y="337716"/>
                          <a:pt x="1407177" y="343213"/>
                          <a:pt x="1397424" y="346227"/>
                        </a:cubicBezTo>
                        <a:cubicBezTo>
                          <a:pt x="1392680" y="347690"/>
                          <a:pt x="1387449" y="348843"/>
                          <a:pt x="1382795" y="347069"/>
                        </a:cubicBezTo>
                        <a:cubicBezTo>
                          <a:pt x="1378140" y="345296"/>
                          <a:pt x="1374992" y="340863"/>
                          <a:pt x="1373086" y="336208"/>
                        </a:cubicBezTo>
                        <a:cubicBezTo>
                          <a:pt x="1365550" y="317900"/>
                          <a:pt x="1374283" y="297419"/>
                          <a:pt x="1377032" y="277824"/>
                        </a:cubicBezTo>
                        <a:cubicBezTo>
                          <a:pt x="1378982" y="264038"/>
                          <a:pt x="1381775" y="251137"/>
                          <a:pt x="1398577" y="250871"/>
                        </a:cubicBezTo>
                        <a:cubicBezTo>
                          <a:pt x="1409216" y="250694"/>
                          <a:pt x="1414225" y="256235"/>
                          <a:pt x="1416531" y="263727"/>
                        </a:cubicBezTo>
                        <a:cubicBezTo>
                          <a:pt x="1421762" y="260935"/>
                          <a:pt x="1427392" y="260580"/>
                          <a:pt x="1432445" y="265412"/>
                        </a:cubicBezTo>
                        <a:cubicBezTo>
                          <a:pt x="1433243" y="266165"/>
                          <a:pt x="1433820" y="266964"/>
                          <a:pt x="1434263" y="267761"/>
                        </a:cubicBezTo>
                        <a:cubicBezTo>
                          <a:pt x="1436967" y="268781"/>
                          <a:pt x="1438962" y="271441"/>
                          <a:pt x="1438962" y="274588"/>
                        </a:cubicBezTo>
                        <a:close/>
                        <a:moveTo>
                          <a:pt x="1392503" y="169036"/>
                        </a:moveTo>
                        <a:cubicBezTo>
                          <a:pt x="1397069" y="165623"/>
                          <a:pt x="1402123" y="162875"/>
                          <a:pt x="1406423" y="159150"/>
                        </a:cubicBezTo>
                        <a:cubicBezTo>
                          <a:pt x="1416841" y="150063"/>
                          <a:pt x="1420786" y="137428"/>
                          <a:pt x="1423668" y="124395"/>
                        </a:cubicBezTo>
                        <a:cubicBezTo>
                          <a:pt x="1424687" y="132995"/>
                          <a:pt x="1424510" y="141861"/>
                          <a:pt x="1424820" y="150506"/>
                        </a:cubicBezTo>
                        <a:cubicBezTo>
                          <a:pt x="1425042" y="156579"/>
                          <a:pt x="1425707" y="163539"/>
                          <a:pt x="1430628" y="167130"/>
                        </a:cubicBezTo>
                        <a:cubicBezTo>
                          <a:pt x="1421850" y="162653"/>
                          <a:pt x="1411034" y="163761"/>
                          <a:pt x="1401990" y="167751"/>
                        </a:cubicBezTo>
                        <a:cubicBezTo>
                          <a:pt x="1392946" y="171741"/>
                          <a:pt x="1385322" y="178257"/>
                          <a:pt x="1377830" y="184685"/>
                        </a:cubicBezTo>
                        <a:cubicBezTo>
                          <a:pt x="1381731" y="178700"/>
                          <a:pt x="1386740" y="173337"/>
                          <a:pt x="1392503" y="169036"/>
                        </a:cubicBezTo>
                        <a:close/>
                        <a:moveTo>
                          <a:pt x="1362358" y="216116"/>
                        </a:moveTo>
                        <a:cubicBezTo>
                          <a:pt x="1362358" y="214076"/>
                          <a:pt x="1362358" y="211949"/>
                          <a:pt x="1363200" y="210087"/>
                        </a:cubicBezTo>
                        <a:cubicBezTo>
                          <a:pt x="1364353" y="207382"/>
                          <a:pt x="1366880" y="205609"/>
                          <a:pt x="1369097" y="203703"/>
                        </a:cubicBezTo>
                        <a:cubicBezTo>
                          <a:pt x="1379160" y="195236"/>
                          <a:pt x="1404428" y="163007"/>
                          <a:pt x="1415644" y="183089"/>
                        </a:cubicBezTo>
                        <a:cubicBezTo>
                          <a:pt x="1420698" y="181582"/>
                          <a:pt x="1426416" y="180961"/>
                          <a:pt x="1429874" y="183577"/>
                        </a:cubicBezTo>
                        <a:cubicBezTo>
                          <a:pt x="1432711" y="185705"/>
                          <a:pt x="1434529" y="190670"/>
                          <a:pt x="1433642" y="194083"/>
                        </a:cubicBezTo>
                        <a:cubicBezTo>
                          <a:pt x="1432623" y="198029"/>
                          <a:pt x="1428677" y="200511"/>
                          <a:pt x="1425397" y="202462"/>
                        </a:cubicBezTo>
                        <a:cubicBezTo>
                          <a:pt x="1420254" y="205521"/>
                          <a:pt x="1415068" y="208624"/>
                          <a:pt x="1409925" y="211682"/>
                        </a:cubicBezTo>
                        <a:cubicBezTo>
                          <a:pt x="1399862" y="221125"/>
                          <a:pt x="1392946" y="232828"/>
                          <a:pt x="1378406" y="236021"/>
                        </a:cubicBezTo>
                        <a:cubicBezTo>
                          <a:pt x="1372599" y="237306"/>
                          <a:pt x="1365018" y="236198"/>
                          <a:pt x="1362934" y="230612"/>
                        </a:cubicBezTo>
                        <a:cubicBezTo>
                          <a:pt x="1362314" y="228927"/>
                          <a:pt x="1362314" y="227110"/>
                          <a:pt x="1362314" y="225292"/>
                        </a:cubicBezTo>
                        <a:cubicBezTo>
                          <a:pt x="1362358" y="222233"/>
                          <a:pt x="1362358" y="219175"/>
                          <a:pt x="1362358" y="216116"/>
                        </a:cubicBezTo>
                        <a:close/>
                        <a:moveTo>
                          <a:pt x="1346754" y="220992"/>
                        </a:moveTo>
                        <a:cubicBezTo>
                          <a:pt x="1354157" y="227819"/>
                          <a:pt x="1356728" y="238237"/>
                          <a:pt x="1361206" y="247236"/>
                        </a:cubicBezTo>
                        <a:cubicBezTo>
                          <a:pt x="1362004" y="248788"/>
                          <a:pt x="1362934" y="250428"/>
                          <a:pt x="1364575" y="251093"/>
                        </a:cubicBezTo>
                        <a:cubicBezTo>
                          <a:pt x="1366126" y="251713"/>
                          <a:pt x="1367855" y="251226"/>
                          <a:pt x="1369451" y="250783"/>
                        </a:cubicBezTo>
                        <a:cubicBezTo>
                          <a:pt x="1373397" y="249630"/>
                          <a:pt x="1377342" y="248477"/>
                          <a:pt x="1381288" y="247325"/>
                        </a:cubicBezTo>
                        <a:cubicBezTo>
                          <a:pt x="1384435" y="245773"/>
                          <a:pt x="1387804" y="244754"/>
                          <a:pt x="1391306" y="244399"/>
                        </a:cubicBezTo>
                        <a:cubicBezTo>
                          <a:pt x="1387981" y="245374"/>
                          <a:pt x="1384612" y="246350"/>
                          <a:pt x="1381288" y="247325"/>
                        </a:cubicBezTo>
                        <a:cubicBezTo>
                          <a:pt x="1376544" y="249674"/>
                          <a:pt x="1372421" y="253309"/>
                          <a:pt x="1369673" y="257831"/>
                        </a:cubicBezTo>
                        <a:cubicBezTo>
                          <a:pt x="1364796" y="265722"/>
                          <a:pt x="1364043" y="275342"/>
                          <a:pt x="1363422" y="284607"/>
                        </a:cubicBezTo>
                        <a:cubicBezTo>
                          <a:pt x="1362403" y="299635"/>
                          <a:pt x="1361383" y="314708"/>
                          <a:pt x="1360408" y="329736"/>
                        </a:cubicBezTo>
                        <a:cubicBezTo>
                          <a:pt x="1353758" y="315728"/>
                          <a:pt x="1352960" y="299103"/>
                          <a:pt x="1358235" y="284518"/>
                        </a:cubicBezTo>
                        <a:cubicBezTo>
                          <a:pt x="1346133" y="301054"/>
                          <a:pt x="1333986" y="317545"/>
                          <a:pt x="1321884" y="334081"/>
                        </a:cubicBezTo>
                        <a:cubicBezTo>
                          <a:pt x="1328534" y="323486"/>
                          <a:pt x="1335228" y="312846"/>
                          <a:pt x="1341877" y="302251"/>
                        </a:cubicBezTo>
                        <a:cubicBezTo>
                          <a:pt x="1347862" y="292764"/>
                          <a:pt x="1353891" y="283011"/>
                          <a:pt x="1356373" y="272062"/>
                        </a:cubicBezTo>
                        <a:cubicBezTo>
                          <a:pt x="1359255" y="259206"/>
                          <a:pt x="1356728" y="245197"/>
                          <a:pt x="1349547" y="234159"/>
                        </a:cubicBezTo>
                        <a:cubicBezTo>
                          <a:pt x="1343207" y="224406"/>
                          <a:pt x="1334341" y="219440"/>
                          <a:pt x="1324455" y="214165"/>
                        </a:cubicBezTo>
                        <a:cubicBezTo>
                          <a:pt x="1328622" y="208978"/>
                          <a:pt x="1342764" y="217313"/>
                          <a:pt x="1346754" y="220992"/>
                        </a:cubicBezTo>
                        <a:close/>
                        <a:moveTo>
                          <a:pt x="1336114" y="349818"/>
                        </a:moveTo>
                        <a:cubicBezTo>
                          <a:pt x="1335139" y="349729"/>
                          <a:pt x="1334164" y="349552"/>
                          <a:pt x="1333233" y="349197"/>
                        </a:cubicBezTo>
                        <a:cubicBezTo>
                          <a:pt x="1332701" y="348976"/>
                          <a:pt x="1332258" y="348710"/>
                          <a:pt x="1331814" y="348399"/>
                        </a:cubicBezTo>
                        <a:cubicBezTo>
                          <a:pt x="1324145" y="342237"/>
                          <a:pt x="1333587" y="335011"/>
                          <a:pt x="1340813" y="340021"/>
                        </a:cubicBezTo>
                        <a:cubicBezTo>
                          <a:pt x="1349015" y="345651"/>
                          <a:pt x="1346133" y="350926"/>
                          <a:pt x="1336114" y="349818"/>
                        </a:cubicBezTo>
                        <a:close/>
                        <a:moveTo>
                          <a:pt x="1317939" y="188320"/>
                        </a:moveTo>
                        <a:cubicBezTo>
                          <a:pt x="1320066" y="188276"/>
                          <a:pt x="1321840" y="190005"/>
                          <a:pt x="1321840" y="192133"/>
                        </a:cubicBezTo>
                        <a:cubicBezTo>
                          <a:pt x="1321840" y="194261"/>
                          <a:pt x="1320155" y="196034"/>
                          <a:pt x="1318027" y="196034"/>
                        </a:cubicBezTo>
                        <a:cubicBezTo>
                          <a:pt x="1315899" y="196078"/>
                          <a:pt x="1314126" y="194349"/>
                          <a:pt x="1314126" y="192222"/>
                        </a:cubicBezTo>
                        <a:cubicBezTo>
                          <a:pt x="1314082" y="190093"/>
                          <a:pt x="1315811" y="188320"/>
                          <a:pt x="1317939" y="188320"/>
                        </a:cubicBezTo>
                        <a:close/>
                        <a:moveTo>
                          <a:pt x="1331326" y="382534"/>
                        </a:moveTo>
                        <a:cubicBezTo>
                          <a:pt x="1334518" y="378012"/>
                          <a:pt x="1343606" y="354384"/>
                          <a:pt x="1346931" y="352301"/>
                        </a:cubicBezTo>
                        <a:cubicBezTo>
                          <a:pt x="1352339" y="348931"/>
                          <a:pt x="1352251" y="361964"/>
                          <a:pt x="1355132" y="364137"/>
                        </a:cubicBezTo>
                        <a:cubicBezTo>
                          <a:pt x="1361605" y="369057"/>
                          <a:pt x="1376411" y="367417"/>
                          <a:pt x="1379248" y="374599"/>
                        </a:cubicBezTo>
                        <a:cubicBezTo>
                          <a:pt x="1372998" y="369368"/>
                          <a:pt x="1357482" y="373712"/>
                          <a:pt x="1344493" y="379476"/>
                        </a:cubicBezTo>
                        <a:cubicBezTo>
                          <a:pt x="1337887" y="382401"/>
                          <a:pt x="1330972" y="385992"/>
                          <a:pt x="1326140" y="390780"/>
                        </a:cubicBezTo>
                        <a:cubicBezTo>
                          <a:pt x="1323347" y="393572"/>
                          <a:pt x="1321441" y="396498"/>
                          <a:pt x="1319313" y="399424"/>
                        </a:cubicBezTo>
                        <a:cubicBezTo>
                          <a:pt x="1310314" y="411482"/>
                          <a:pt x="1295596" y="422964"/>
                          <a:pt x="1279770" y="430279"/>
                        </a:cubicBezTo>
                        <a:cubicBezTo>
                          <a:pt x="1263943" y="437593"/>
                          <a:pt x="1247275" y="440652"/>
                          <a:pt x="1235040" y="438435"/>
                        </a:cubicBezTo>
                        <a:cubicBezTo>
                          <a:pt x="1254501" y="434978"/>
                          <a:pt x="1275824" y="428727"/>
                          <a:pt x="1294798" y="416891"/>
                        </a:cubicBezTo>
                        <a:cubicBezTo>
                          <a:pt x="1310092" y="407359"/>
                          <a:pt x="1322593" y="394903"/>
                          <a:pt x="1331326" y="382534"/>
                        </a:cubicBezTo>
                        <a:close/>
                        <a:moveTo>
                          <a:pt x="1307920" y="271175"/>
                        </a:moveTo>
                        <a:cubicBezTo>
                          <a:pt x="1305792" y="271219"/>
                          <a:pt x="1304019" y="269490"/>
                          <a:pt x="1304019" y="267362"/>
                        </a:cubicBezTo>
                        <a:cubicBezTo>
                          <a:pt x="1304019" y="265235"/>
                          <a:pt x="1305703" y="263461"/>
                          <a:pt x="1307831" y="263461"/>
                        </a:cubicBezTo>
                        <a:cubicBezTo>
                          <a:pt x="1309959" y="263417"/>
                          <a:pt x="1311732" y="265146"/>
                          <a:pt x="1311732" y="267274"/>
                        </a:cubicBezTo>
                        <a:cubicBezTo>
                          <a:pt x="1311732" y="269401"/>
                          <a:pt x="1310048" y="271175"/>
                          <a:pt x="1307920" y="271175"/>
                        </a:cubicBezTo>
                        <a:close/>
                        <a:moveTo>
                          <a:pt x="1293468" y="162963"/>
                        </a:moveTo>
                        <a:cubicBezTo>
                          <a:pt x="1293867" y="163318"/>
                          <a:pt x="1294266" y="163717"/>
                          <a:pt x="1294665" y="164115"/>
                        </a:cubicBezTo>
                        <a:cubicBezTo>
                          <a:pt x="1299364" y="162209"/>
                          <a:pt x="1304240" y="162431"/>
                          <a:pt x="1308718" y="166687"/>
                        </a:cubicBezTo>
                        <a:cubicBezTo>
                          <a:pt x="1313683" y="171386"/>
                          <a:pt x="1311378" y="176883"/>
                          <a:pt x="1306634" y="181848"/>
                        </a:cubicBezTo>
                        <a:cubicBezTo>
                          <a:pt x="1306368" y="182468"/>
                          <a:pt x="1305969" y="183045"/>
                          <a:pt x="1305570" y="183577"/>
                        </a:cubicBezTo>
                        <a:cubicBezTo>
                          <a:pt x="1306767" y="188497"/>
                          <a:pt x="1306900" y="193418"/>
                          <a:pt x="1305304" y="197585"/>
                        </a:cubicBezTo>
                        <a:cubicBezTo>
                          <a:pt x="1300339" y="210663"/>
                          <a:pt x="1276445" y="214254"/>
                          <a:pt x="1264653" y="212614"/>
                        </a:cubicBezTo>
                        <a:cubicBezTo>
                          <a:pt x="1259732" y="211949"/>
                          <a:pt x="1254678" y="210087"/>
                          <a:pt x="1251575" y="206230"/>
                        </a:cubicBezTo>
                        <a:cubicBezTo>
                          <a:pt x="1241601" y="193817"/>
                          <a:pt x="1255920" y="173913"/>
                          <a:pt x="1264608" y="164869"/>
                        </a:cubicBezTo>
                        <a:cubicBezTo>
                          <a:pt x="1273120" y="155914"/>
                          <a:pt x="1284025" y="154762"/>
                          <a:pt x="1293468" y="162963"/>
                        </a:cubicBezTo>
                        <a:close/>
                        <a:moveTo>
                          <a:pt x="1213140" y="158397"/>
                        </a:moveTo>
                        <a:cubicBezTo>
                          <a:pt x="1215135" y="159594"/>
                          <a:pt x="1216997" y="161057"/>
                          <a:pt x="1219169" y="161899"/>
                        </a:cubicBezTo>
                        <a:cubicBezTo>
                          <a:pt x="1221297" y="162697"/>
                          <a:pt x="1223647" y="162830"/>
                          <a:pt x="1225952" y="162830"/>
                        </a:cubicBezTo>
                        <a:cubicBezTo>
                          <a:pt x="1238320" y="162786"/>
                          <a:pt x="1250644" y="159372"/>
                          <a:pt x="1261239" y="153033"/>
                        </a:cubicBezTo>
                        <a:cubicBezTo>
                          <a:pt x="1257028" y="159239"/>
                          <a:pt x="1249625" y="162254"/>
                          <a:pt x="1243418" y="166421"/>
                        </a:cubicBezTo>
                        <a:cubicBezTo>
                          <a:pt x="1237212" y="170588"/>
                          <a:pt x="1231449" y="177681"/>
                          <a:pt x="1233444" y="184907"/>
                        </a:cubicBezTo>
                        <a:cubicBezTo>
                          <a:pt x="1223735" y="169612"/>
                          <a:pt x="1211101" y="160569"/>
                          <a:pt x="1194122" y="155294"/>
                        </a:cubicBezTo>
                        <a:cubicBezTo>
                          <a:pt x="1199885" y="152589"/>
                          <a:pt x="1207998" y="155294"/>
                          <a:pt x="1213140" y="158397"/>
                        </a:cubicBezTo>
                        <a:close/>
                        <a:moveTo>
                          <a:pt x="1186586" y="170544"/>
                        </a:moveTo>
                        <a:cubicBezTo>
                          <a:pt x="1194698" y="174134"/>
                          <a:pt x="1198999" y="180651"/>
                          <a:pt x="1200905" y="188365"/>
                        </a:cubicBezTo>
                        <a:cubicBezTo>
                          <a:pt x="1204496" y="188941"/>
                          <a:pt x="1207244" y="191955"/>
                          <a:pt x="1207289" y="195723"/>
                        </a:cubicBezTo>
                        <a:cubicBezTo>
                          <a:pt x="1207333" y="199181"/>
                          <a:pt x="1205028" y="202063"/>
                          <a:pt x="1201924" y="203038"/>
                        </a:cubicBezTo>
                        <a:cubicBezTo>
                          <a:pt x="1201082" y="214032"/>
                          <a:pt x="1197358" y="225292"/>
                          <a:pt x="1193413" y="233095"/>
                        </a:cubicBezTo>
                        <a:cubicBezTo>
                          <a:pt x="1186985" y="245818"/>
                          <a:pt x="1178163" y="257344"/>
                          <a:pt x="1167612" y="266875"/>
                        </a:cubicBezTo>
                        <a:cubicBezTo>
                          <a:pt x="1165484" y="268781"/>
                          <a:pt x="1163179" y="270687"/>
                          <a:pt x="1160386" y="271130"/>
                        </a:cubicBezTo>
                        <a:cubicBezTo>
                          <a:pt x="1155421" y="271884"/>
                          <a:pt x="1151077" y="267939"/>
                          <a:pt x="1147796" y="264126"/>
                        </a:cubicBezTo>
                        <a:cubicBezTo>
                          <a:pt x="1135162" y="249586"/>
                          <a:pt x="1125232" y="232696"/>
                          <a:pt x="1118671" y="214564"/>
                        </a:cubicBezTo>
                        <a:cubicBezTo>
                          <a:pt x="1117385" y="210973"/>
                          <a:pt x="1116188" y="207117"/>
                          <a:pt x="1117031" y="203393"/>
                        </a:cubicBezTo>
                        <a:cubicBezTo>
                          <a:pt x="1118006" y="199093"/>
                          <a:pt x="1121508" y="195856"/>
                          <a:pt x="1124833" y="192975"/>
                        </a:cubicBezTo>
                        <a:cubicBezTo>
                          <a:pt x="1139684" y="179986"/>
                          <a:pt x="1165307" y="161190"/>
                          <a:pt x="1186586" y="170544"/>
                        </a:cubicBezTo>
                        <a:close/>
                        <a:moveTo>
                          <a:pt x="1157638" y="157333"/>
                        </a:moveTo>
                        <a:cubicBezTo>
                          <a:pt x="1147708" y="172805"/>
                          <a:pt x="1127138" y="177282"/>
                          <a:pt x="1113307" y="189384"/>
                        </a:cubicBezTo>
                        <a:cubicBezTo>
                          <a:pt x="1110292" y="192044"/>
                          <a:pt x="1107455" y="195369"/>
                          <a:pt x="1107012" y="199359"/>
                        </a:cubicBezTo>
                        <a:cubicBezTo>
                          <a:pt x="1104574" y="191468"/>
                          <a:pt x="1099343" y="184552"/>
                          <a:pt x="1092737" y="179720"/>
                        </a:cubicBezTo>
                        <a:cubicBezTo>
                          <a:pt x="1087861" y="176129"/>
                          <a:pt x="1075936" y="174577"/>
                          <a:pt x="1073320" y="170012"/>
                        </a:cubicBezTo>
                        <a:cubicBezTo>
                          <a:pt x="1078019" y="167706"/>
                          <a:pt x="1081921" y="170233"/>
                          <a:pt x="1085955" y="172583"/>
                        </a:cubicBezTo>
                        <a:cubicBezTo>
                          <a:pt x="1097259" y="179188"/>
                          <a:pt x="1111312" y="180119"/>
                          <a:pt x="1123991" y="176750"/>
                        </a:cubicBezTo>
                        <a:cubicBezTo>
                          <a:pt x="1136625" y="173425"/>
                          <a:pt x="1147974" y="166111"/>
                          <a:pt x="1157638" y="157333"/>
                        </a:cubicBezTo>
                        <a:close/>
                        <a:moveTo>
                          <a:pt x="1046988" y="124306"/>
                        </a:moveTo>
                        <a:cubicBezTo>
                          <a:pt x="1048406" y="112204"/>
                          <a:pt x="1070705" y="70577"/>
                          <a:pt x="1087418" y="82724"/>
                        </a:cubicBezTo>
                        <a:cubicBezTo>
                          <a:pt x="1093890" y="87423"/>
                          <a:pt x="1094200" y="101121"/>
                          <a:pt x="1095486" y="108125"/>
                        </a:cubicBezTo>
                        <a:cubicBezTo>
                          <a:pt x="1097791" y="120804"/>
                          <a:pt x="1100229" y="134059"/>
                          <a:pt x="1107012" y="145230"/>
                        </a:cubicBezTo>
                        <a:cubicBezTo>
                          <a:pt x="1109938" y="149974"/>
                          <a:pt x="1113794" y="155249"/>
                          <a:pt x="1112154" y="160569"/>
                        </a:cubicBezTo>
                        <a:cubicBezTo>
                          <a:pt x="1110869" y="164825"/>
                          <a:pt x="1106258" y="167351"/>
                          <a:pt x="1101825" y="167795"/>
                        </a:cubicBezTo>
                        <a:cubicBezTo>
                          <a:pt x="1097392" y="168238"/>
                          <a:pt x="1093003" y="167086"/>
                          <a:pt x="1088614" y="166243"/>
                        </a:cubicBezTo>
                        <a:cubicBezTo>
                          <a:pt x="1080458" y="164692"/>
                          <a:pt x="1071946" y="164204"/>
                          <a:pt x="1064543" y="160480"/>
                        </a:cubicBezTo>
                        <a:cubicBezTo>
                          <a:pt x="1051864" y="153964"/>
                          <a:pt x="1045303" y="138448"/>
                          <a:pt x="1046988" y="124306"/>
                        </a:cubicBezTo>
                        <a:close/>
                        <a:moveTo>
                          <a:pt x="1062105" y="184552"/>
                        </a:moveTo>
                        <a:cubicBezTo>
                          <a:pt x="1067424" y="178878"/>
                          <a:pt x="1071458" y="180208"/>
                          <a:pt x="1076113" y="186503"/>
                        </a:cubicBezTo>
                        <a:cubicBezTo>
                          <a:pt x="1076246" y="186680"/>
                          <a:pt x="1076335" y="186902"/>
                          <a:pt x="1076512" y="187123"/>
                        </a:cubicBezTo>
                        <a:cubicBezTo>
                          <a:pt x="1081876" y="184064"/>
                          <a:pt x="1087728" y="183532"/>
                          <a:pt x="1092959" y="188497"/>
                        </a:cubicBezTo>
                        <a:cubicBezTo>
                          <a:pt x="1101071" y="196211"/>
                          <a:pt x="1089856" y="205920"/>
                          <a:pt x="1079970" y="212082"/>
                        </a:cubicBezTo>
                        <a:cubicBezTo>
                          <a:pt x="1076689" y="222721"/>
                          <a:pt x="1067823" y="231366"/>
                          <a:pt x="1055677" y="231321"/>
                        </a:cubicBezTo>
                        <a:cubicBezTo>
                          <a:pt x="1053150" y="231321"/>
                          <a:pt x="1050490" y="231144"/>
                          <a:pt x="1048362" y="229814"/>
                        </a:cubicBezTo>
                        <a:cubicBezTo>
                          <a:pt x="1045569" y="228041"/>
                          <a:pt x="1044239" y="224583"/>
                          <a:pt x="1044195" y="221302"/>
                        </a:cubicBezTo>
                        <a:cubicBezTo>
                          <a:pt x="1044062" y="211195"/>
                          <a:pt x="1055411" y="191733"/>
                          <a:pt x="1062105" y="184552"/>
                        </a:cubicBezTo>
                        <a:close/>
                        <a:moveTo>
                          <a:pt x="1016843" y="168194"/>
                        </a:moveTo>
                        <a:cubicBezTo>
                          <a:pt x="1024689" y="162475"/>
                          <a:pt x="1029388" y="155117"/>
                          <a:pt x="1033733" y="146694"/>
                        </a:cubicBezTo>
                        <a:cubicBezTo>
                          <a:pt x="1036215" y="153476"/>
                          <a:pt x="1024202" y="163051"/>
                          <a:pt x="1022029" y="169302"/>
                        </a:cubicBezTo>
                        <a:cubicBezTo>
                          <a:pt x="1021763" y="170056"/>
                          <a:pt x="1021542" y="170854"/>
                          <a:pt x="1021586" y="171652"/>
                        </a:cubicBezTo>
                        <a:cubicBezTo>
                          <a:pt x="1021808" y="174223"/>
                          <a:pt x="1024556" y="175597"/>
                          <a:pt x="1026773" y="177016"/>
                        </a:cubicBezTo>
                        <a:cubicBezTo>
                          <a:pt x="1034043" y="181626"/>
                          <a:pt x="1037412" y="191601"/>
                          <a:pt x="1034353" y="199669"/>
                        </a:cubicBezTo>
                        <a:cubicBezTo>
                          <a:pt x="1035772" y="191867"/>
                          <a:pt x="1029477" y="184907"/>
                          <a:pt x="1023271" y="179942"/>
                        </a:cubicBezTo>
                        <a:cubicBezTo>
                          <a:pt x="1021364" y="178390"/>
                          <a:pt x="1019325" y="176883"/>
                          <a:pt x="1016931" y="176218"/>
                        </a:cubicBezTo>
                        <a:cubicBezTo>
                          <a:pt x="1012409" y="174932"/>
                          <a:pt x="1007710" y="176971"/>
                          <a:pt x="1003277" y="178390"/>
                        </a:cubicBezTo>
                        <a:cubicBezTo>
                          <a:pt x="995475" y="180873"/>
                          <a:pt x="987141" y="181582"/>
                          <a:pt x="979028" y="180429"/>
                        </a:cubicBezTo>
                        <a:cubicBezTo>
                          <a:pt x="992416" y="179720"/>
                          <a:pt x="1005982" y="176085"/>
                          <a:pt x="1016843" y="168194"/>
                        </a:cubicBezTo>
                        <a:close/>
                        <a:moveTo>
                          <a:pt x="1024335" y="214697"/>
                        </a:moveTo>
                        <a:cubicBezTo>
                          <a:pt x="1024379" y="216825"/>
                          <a:pt x="1022650" y="218598"/>
                          <a:pt x="1020522" y="218598"/>
                        </a:cubicBezTo>
                        <a:cubicBezTo>
                          <a:pt x="1018394" y="218598"/>
                          <a:pt x="1016621" y="216914"/>
                          <a:pt x="1016621" y="214786"/>
                        </a:cubicBezTo>
                        <a:cubicBezTo>
                          <a:pt x="1016621" y="212658"/>
                          <a:pt x="1018306" y="210885"/>
                          <a:pt x="1020433" y="210885"/>
                        </a:cubicBezTo>
                        <a:cubicBezTo>
                          <a:pt x="1022561" y="210840"/>
                          <a:pt x="1024335" y="212569"/>
                          <a:pt x="1024335" y="214697"/>
                        </a:cubicBezTo>
                        <a:close/>
                        <a:moveTo>
                          <a:pt x="999110" y="194483"/>
                        </a:moveTo>
                        <a:cubicBezTo>
                          <a:pt x="1000041" y="194083"/>
                          <a:pt x="1001061" y="193817"/>
                          <a:pt x="1002125" y="193817"/>
                        </a:cubicBezTo>
                        <a:cubicBezTo>
                          <a:pt x="1006292" y="193773"/>
                          <a:pt x="1009705" y="197098"/>
                          <a:pt x="1009794" y="201265"/>
                        </a:cubicBezTo>
                        <a:cubicBezTo>
                          <a:pt x="1009838" y="204368"/>
                          <a:pt x="1007976" y="207072"/>
                          <a:pt x="1005317" y="208269"/>
                        </a:cubicBezTo>
                        <a:cubicBezTo>
                          <a:pt x="1008109" y="216027"/>
                          <a:pt x="1011656" y="225602"/>
                          <a:pt x="1008952" y="232164"/>
                        </a:cubicBezTo>
                        <a:cubicBezTo>
                          <a:pt x="1005450" y="240719"/>
                          <a:pt x="994278" y="241340"/>
                          <a:pt x="987584" y="236109"/>
                        </a:cubicBezTo>
                        <a:cubicBezTo>
                          <a:pt x="981600" y="231454"/>
                          <a:pt x="978851" y="223830"/>
                          <a:pt x="977078" y="216470"/>
                        </a:cubicBezTo>
                        <a:cubicBezTo>
                          <a:pt x="972911" y="199181"/>
                          <a:pt x="989579" y="183754"/>
                          <a:pt x="999110" y="194483"/>
                        </a:cubicBezTo>
                        <a:close/>
                        <a:moveTo>
                          <a:pt x="937402" y="199093"/>
                        </a:moveTo>
                        <a:cubicBezTo>
                          <a:pt x="939529" y="199048"/>
                          <a:pt x="941303" y="200777"/>
                          <a:pt x="941303" y="202905"/>
                        </a:cubicBezTo>
                        <a:cubicBezTo>
                          <a:pt x="941303" y="205033"/>
                          <a:pt x="939618" y="206806"/>
                          <a:pt x="937490" y="206806"/>
                        </a:cubicBezTo>
                        <a:cubicBezTo>
                          <a:pt x="935362" y="206850"/>
                          <a:pt x="933589" y="205122"/>
                          <a:pt x="933589" y="202994"/>
                        </a:cubicBezTo>
                        <a:cubicBezTo>
                          <a:pt x="933589" y="200866"/>
                          <a:pt x="935274" y="199137"/>
                          <a:pt x="937402" y="199093"/>
                        </a:cubicBezTo>
                        <a:close/>
                        <a:moveTo>
                          <a:pt x="943741" y="266298"/>
                        </a:moveTo>
                        <a:cubicBezTo>
                          <a:pt x="956419" y="261023"/>
                          <a:pt x="967414" y="250516"/>
                          <a:pt x="970827" y="237217"/>
                        </a:cubicBezTo>
                        <a:cubicBezTo>
                          <a:pt x="972157" y="231986"/>
                          <a:pt x="972334" y="226489"/>
                          <a:pt x="971935" y="221081"/>
                        </a:cubicBezTo>
                        <a:cubicBezTo>
                          <a:pt x="971226" y="211550"/>
                          <a:pt x="968655" y="202063"/>
                          <a:pt x="964222" y="193596"/>
                        </a:cubicBezTo>
                        <a:cubicBezTo>
                          <a:pt x="962005" y="189429"/>
                          <a:pt x="959345" y="185439"/>
                          <a:pt x="956242" y="181892"/>
                        </a:cubicBezTo>
                        <a:cubicBezTo>
                          <a:pt x="953804" y="179144"/>
                          <a:pt x="948263" y="176041"/>
                          <a:pt x="947553" y="172583"/>
                        </a:cubicBezTo>
                        <a:cubicBezTo>
                          <a:pt x="950346" y="173026"/>
                          <a:pt x="953006" y="174445"/>
                          <a:pt x="955223" y="176174"/>
                        </a:cubicBezTo>
                        <a:cubicBezTo>
                          <a:pt x="959523" y="179499"/>
                          <a:pt x="962537" y="184197"/>
                          <a:pt x="965064" y="188985"/>
                        </a:cubicBezTo>
                        <a:cubicBezTo>
                          <a:pt x="972911" y="203748"/>
                          <a:pt x="977078" y="220505"/>
                          <a:pt x="977033" y="237217"/>
                        </a:cubicBezTo>
                        <a:cubicBezTo>
                          <a:pt x="985678" y="239744"/>
                          <a:pt x="993791" y="244089"/>
                          <a:pt x="1000662" y="249896"/>
                        </a:cubicBezTo>
                        <a:cubicBezTo>
                          <a:pt x="1003543" y="250783"/>
                          <a:pt x="1006780" y="250738"/>
                          <a:pt x="1009705" y="249763"/>
                        </a:cubicBezTo>
                        <a:cubicBezTo>
                          <a:pt x="1013872" y="248344"/>
                          <a:pt x="1017375" y="245463"/>
                          <a:pt x="1020300" y="242182"/>
                        </a:cubicBezTo>
                        <a:cubicBezTo>
                          <a:pt x="1025177" y="236730"/>
                          <a:pt x="1028679" y="230080"/>
                          <a:pt x="1030497" y="222987"/>
                        </a:cubicBezTo>
                        <a:cubicBezTo>
                          <a:pt x="1030896" y="230656"/>
                          <a:pt x="1028413" y="238414"/>
                          <a:pt x="1023670" y="244443"/>
                        </a:cubicBezTo>
                        <a:cubicBezTo>
                          <a:pt x="1019369" y="249896"/>
                          <a:pt x="1013296" y="253841"/>
                          <a:pt x="1006602" y="255570"/>
                        </a:cubicBezTo>
                        <a:cubicBezTo>
                          <a:pt x="1008641" y="257787"/>
                          <a:pt x="1010548" y="260270"/>
                          <a:pt x="1011346" y="263151"/>
                        </a:cubicBezTo>
                        <a:cubicBezTo>
                          <a:pt x="1012099" y="265855"/>
                          <a:pt x="1011833" y="268693"/>
                          <a:pt x="1011479" y="271441"/>
                        </a:cubicBezTo>
                        <a:cubicBezTo>
                          <a:pt x="1010282" y="281504"/>
                          <a:pt x="1008287" y="291523"/>
                          <a:pt x="1005494" y="301276"/>
                        </a:cubicBezTo>
                        <a:cubicBezTo>
                          <a:pt x="1008242" y="290015"/>
                          <a:pt x="1008553" y="277958"/>
                          <a:pt x="1004829" y="267008"/>
                        </a:cubicBezTo>
                        <a:cubicBezTo>
                          <a:pt x="1001105" y="256013"/>
                          <a:pt x="993126" y="246261"/>
                          <a:pt x="982486" y="241739"/>
                        </a:cubicBezTo>
                        <a:cubicBezTo>
                          <a:pt x="980536" y="240897"/>
                          <a:pt x="978142" y="240276"/>
                          <a:pt x="976368" y="241473"/>
                        </a:cubicBezTo>
                        <a:cubicBezTo>
                          <a:pt x="975393" y="242094"/>
                          <a:pt x="974817" y="243158"/>
                          <a:pt x="974241" y="244177"/>
                        </a:cubicBezTo>
                        <a:cubicBezTo>
                          <a:pt x="962360" y="264747"/>
                          <a:pt x="937091" y="275076"/>
                          <a:pt x="913374" y="273702"/>
                        </a:cubicBezTo>
                        <a:cubicBezTo>
                          <a:pt x="903267" y="273126"/>
                          <a:pt x="893381" y="270687"/>
                          <a:pt x="883273" y="269668"/>
                        </a:cubicBezTo>
                        <a:cubicBezTo>
                          <a:pt x="889923" y="269091"/>
                          <a:pt x="896617" y="270200"/>
                          <a:pt x="903267" y="270820"/>
                        </a:cubicBezTo>
                        <a:cubicBezTo>
                          <a:pt x="916876" y="272239"/>
                          <a:pt x="931062" y="271618"/>
                          <a:pt x="943741" y="266298"/>
                        </a:cubicBezTo>
                        <a:close/>
                        <a:moveTo>
                          <a:pt x="870373" y="238060"/>
                        </a:moveTo>
                        <a:cubicBezTo>
                          <a:pt x="871880" y="226223"/>
                          <a:pt x="873432" y="214431"/>
                          <a:pt x="874939" y="202595"/>
                        </a:cubicBezTo>
                        <a:cubicBezTo>
                          <a:pt x="876890" y="187300"/>
                          <a:pt x="888327" y="173957"/>
                          <a:pt x="904464" y="171386"/>
                        </a:cubicBezTo>
                        <a:cubicBezTo>
                          <a:pt x="910448" y="170411"/>
                          <a:pt x="913596" y="172849"/>
                          <a:pt x="915236" y="176706"/>
                        </a:cubicBezTo>
                        <a:cubicBezTo>
                          <a:pt x="919447" y="175464"/>
                          <a:pt x="923748" y="176041"/>
                          <a:pt x="927737" y="179853"/>
                        </a:cubicBezTo>
                        <a:cubicBezTo>
                          <a:pt x="935717" y="187433"/>
                          <a:pt x="924989" y="197009"/>
                          <a:pt x="915192" y="203171"/>
                        </a:cubicBezTo>
                        <a:cubicBezTo>
                          <a:pt x="913729" y="212436"/>
                          <a:pt x="911956" y="221391"/>
                          <a:pt x="912576" y="231454"/>
                        </a:cubicBezTo>
                        <a:cubicBezTo>
                          <a:pt x="913507" y="246483"/>
                          <a:pt x="902735" y="255836"/>
                          <a:pt x="888061" y="257078"/>
                        </a:cubicBezTo>
                        <a:cubicBezTo>
                          <a:pt x="881899" y="257610"/>
                          <a:pt x="874718" y="256280"/>
                          <a:pt x="871570" y="250960"/>
                        </a:cubicBezTo>
                        <a:cubicBezTo>
                          <a:pt x="869309" y="247103"/>
                          <a:pt x="869797" y="242404"/>
                          <a:pt x="870373" y="238060"/>
                        </a:cubicBezTo>
                        <a:close/>
                        <a:moveTo>
                          <a:pt x="871880" y="302694"/>
                        </a:moveTo>
                        <a:cubicBezTo>
                          <a:pt x="874097" y="307305"/>
                          <a:pt x="876358" y="311960"/>
                          <a:pt x="879683" y="315816"/>
                        </a:cubicBezTo>
                        <a:cubicBezTo>
                          <a:pt x="883007" y="319673"/>
                          <a:pt x="887618" y="322732"/>
                          <a:pt x="892716" y="323131"/>
                        </a:cubicBezTo>
                        <a:cubicBezTo>
                          <a:pt x="884382" y="324328"/>
                          <a:pt x="875560" y="318653"/>
                          <a:pt x="873210" y="310585"/>
                        </a:cubicBezTo>
                        <a:cubicBezTo>
                          <a:pt x="874274" y="314264"/>
                          <a:pt x="860620" y="319983"/>
                          <a:pt x="857960" y="320604"/>
                        </a:cubicBezTo>
                        <a:cubicBezTo>
                          <a:pt x="864610" y="316658"/>
                          <a:pt x="871747" y="311250"/>
                          <a:pt x="871880" y="302694"/>
                        </a:cubicBezTo>
                        <a:close/>
                        <a:moveTo>
                          <a:pt x="865585" y="293651"/>
                        </a:moveTo>
                        <a:cubicBezTo>
                          <a:pt x="863591" y="297552"/>
                          <a:pt x="857694" y="297818"/>
                          <a:pt x="854015" y="295379"/>
                        </a:cubicBezTo>
                        <a:cubicBezTo>
                          <a:pt x="850336" y="292941"/>
                          <a:pt x="848252" y="288818"/>
                          <a:pt x="846035" y="285006"/>
                        </a:cubicBezTo>
                        <a:cubicBezTo>
                          <a:pt x="843553" y="280750"/>
                          <a:pt x="840583" y="276583"/>
                          <a:pt x="836637" y="273613"/>
                        </a:cubicBezTo>
                        <a:cubicBezTo>
                          <a:pt x="832692" y="270598"/>
                          <a:pt x="827594" y="268869"/>
                          <a:pt x="822717" y="269756"/>
                        </a:cubicBezTo>
                        <a:lnTo>
                          <a:pt x="810172" y="267451"/>
                        </a:lnTo>
                        <a:cubicBezTo>
                          <a:pt x="815802" y="264171"/>
                          <a:pt x="821831" y="261599"/>
                          <a:pt x="828081" y="259826"/>
                        </a:cubicBezTo>
                        <a:cubicBezTo>
                          <a:pt x="829855" y="259294"/>
                          <a:pt x="831761" y="258851"/>
                          <a:pt x="833578" y="259161"/>
                        </a:cubicBezTo>
                        <a:cubicBezTo>
                          <a:pt x="835041" y="259383"/>
                          <a:pt x="836371" y="260048"/>
                          <a:pt x="837657" y="260757"/>
                        </a:cubicBezTo>
                        <a:cubicBezTo>
                          <a:pt x="847277" y="265988"/>
                          <a:pt x="855788" y="273258"/>
                          <a:pt x="862438" y="281992"/>
                        </a:cubicBezTo>
                        <a:cubicBezTo>
                          <a:pt x="864300" y="284430"/>
                          <a:pt x="866029" y="287089"/>
                          <a:pt x="866206" y="290149"/>
                        </a:cubicBezTo>
                        <a:cubicBezTo>
                          <a:pt x="866295" y="291346"/>
                          <a:pt x="866117" y="292586"/>
                          <a:pt x="865585" y="293651"/>
                        </a:cubicBezTo>
                        <a:close/>
                        <a:moveTo>
                          <a:pt x="848651" y="230656"/>
                        </a:moveTo>
                        <a:cubicBezTo>
                          <a:pt x="854458" y="219308"/>
                          <a:pt x="849493" y="208181"/>
                          <a:pt x="847498" y="196743"/>
                        </a:cubicBezTo>
                        <a:cubicBezTo>
                          <a:pt x="851089" y="201309"/>
                          <a:pt x="853971" y="207205"/>
                          <a:pt x="855788" y="212747"/>
                        </a:cubicBezTo>
                        <a:cubicBezTo>
                          <a:pt x="857739" y="218776"/>
                          <a:pt x="858226" y="225470"/>
                          <a:pt x="855877" y="231366"/>
                        </a:cubicBezTo>
                        <a:cubicBezTo>
                          <a:pt x="853527" y="237173"/>
                          <a:pt x="848429" y="242271"/>
                          <a:pt x="848873" y="248522"/>
                        </a:cubicBezTo>
                        <a:cubicBezTo>
                          <a:pt x="849094" y="251847"/>
                          <a:pt x="850956" y="254861"/>
                          <a:pt x="852729" y="257698"/>
                        </a:cubicBezTo>
                        <a:cubicBezTo>
                          <a:pt x="856542" y="263727"/>
                          <a:pt x="860354" y="269756"/>
                          <a:pt x="864167" y="275785"/>
                        </a:cubicBezTo>
                        <a:cubicBezTo>
                          <a:pt x="857473" y="269801"/>
                          <a:pt x="850779" y="263860"/>
                          <a:pt x="844041" y="257875"/>
                        </a:cubicBezTo>
                        <a:cubicBezTo>
                          <a:pt x="842090" y="256146"/>
                          <a:pt x="840051" y="254329"/>
                          <a:pt x="837568" y="253442"/>
                        </a:cubicBezTo>
                        <a:cubicBezTo>
                          <a:pt x="832825" y="251758"/>
                          <a:pt x="827638" y="253709"/>
                          <a:pt x="822762" y="255127"/>
                        </a:cubicBezTo>
                        <a:cubicBezTo>
                          <a:pt x="803877" y="260535"/>
                          <a:pt x="782509" y="256457"/>
                          <a:pt x="766905" y="244487"/>
                        </a:cubicBezTo>
                        <a:cubicBezTo>
                          <a:pt x="779007" y="249896"/>
                          <a:pt x="792173" y="253398"/>
                          <a:pt x="805428" y="252999"/>
                        </a:cubicBezTo>
                        <a:cubicBezTo>
                          <a:pt x="818683" y="252645"/>
                          <a:pt x="832071" y="248167"/>
                          <a:pt x="841868" y="239212"/>
                        </a:cubicBezTo>
                        <a:cubicBezTo>
                          <a:pt x="844573" y="236730"/>
                          <a:pt x="846966" y="233937"/>
                          <a:pt x="848651" y="230656"/>
                        </a:cubicBezTo>
                        <a:close/>
                        <a:moveTo>
                          <a:pt x="804143" y="145497"/>
                        </a:moveTo>
                        <a:cubicBezTo>
                          <a:pt x="804409" y="144433"/>
                          <a:pt x="804675" y="143324"/>
                          <a:pt x="804852" y="142216"/>
                        </a:cubicBezTo>
                        <a:cubicBezTo>
                          <a:pt x="803832" y="138271"/>
                          <a:pt x="803123" y="134192"/>
                          <a:pt x="803965" y="130203"/>
                        </a:cubicBezTo>
                        <a:cubicBezTo>
                          <a:pt x="803699" y="133394"/>
                          <a:pt x="805074" y="136497"/>
                          <a:pt x="805118" y="139733"/>
                        </a:cubicBezTo>
                        <a:cubicBezTo>
                          <a:pt x="805118" y="140576"/>
                          <a:pt x="804985" y="141418"/>
                          <a:pt x="804852" y="142216"/>
                        </a:cubicBezTo>
                        <a:cubicBezTo>
                          <a:pt x="805029" y="142837"/>
                          <a:pt x="805162" y="143458"/>
                          <a:pt x="805340" y="144078"/>
                        </a:cubicBezTo>
                        <a:cubicBezTo>
                          <a:pt x="805827" y="145851"/>
                          <a:pt x="806359" y="147624"/>
                          <a:pt x="807157" y="149220"/>
                        </a:cubicBezTo>
                        <a:cubicBezTo>
                          <a:pt x="809684" y="154097"/>
                          <a:pt x="814738" y="157111"/>
                          <a:pt x="819526" y="159815"/>
                        </a:cubicBezTo>
                        <a:cubicBezTo>
                          <a:pt x="814605" y="159461"/>
                          <a:pt x="809861" y="157023"/>
                          <a:pt x="806669" y="153254"/>
                        </a:cubicBezTo>
                        <a:cubicBezTo>
                          <a:pt x="804719" y="154762"/>
                          <a:pt x="802414" y="157953"/>
                          <a:pt x="800020" y="158175"/>
                        </a:cubicBezTo>
                        <a:cubicBezTo>
                          <a:pt x="801616" y="154008"/>
                          <a:pt x="802990" y="149841"/>
                          <a:pt x="804143" y="145497"/>
                        </a:cubicBezTo>
                        <a:close/>
                        <a:moveTo>
                          <a:pt x="769254" y="197187"/>
                        </a:moveTo>
                        <a:cubicBezTo>
                          <a:pt x="773421" y="192709"/>
                          <a:pt x="778830" y="189473"/>
                          <a:pt x="784327" y="186813"/>
                        </a:cubicBezTo>
                        <a:cubicBezTo>
                          <a:pt x="792971" y="182602"/>
                          <a:pt x="812743" y="174577"/>
                          <a:pt x="822540" y="178213"/>
                        </a:cubicBezTo>
                        <a:cubicBezTo>
                          <a:pt x="829589" y="180828"/>
                          <a:pt x="829988" y="192665"/>
                          <a:pt x="828569" y="202684"/>
                        </a:cubicBezTo>
                        <a:cubicBezTo>
                          <a:pt x="830342" y="202994"/>
                          <a:pt x="831761" y="204501"/>
                          <a:pt x="831805" y="206363"/>
                        </a:cubicBezTo>
                        <a:cubicBezTo>
                          <a:pt x="831850" y="208491"/>
                          <a:pt x="830121" y="210264"/>
                          <a:pt x="827993" y="210264"/>
                        </a:cubicBezTo>
                        <a:cubicBezTo>
                          <a:pt x="827682" y="210264"/>
                          <a:pt x="827416" y="210175"/>
                          <a:pt x="827106" y="210087"/>
                        </a:cubicBezTo>
                        <a:cubicBezTo>
                          <a:pt x="826663" y="211771"/>
                          <a:pt x="826219" y="213234"/>
                          <a:pt x="825820" y="214431"/>
                        </a:cubicBezTo>
                        <a:cubicBezTo>
                          <a:pt x="821742" y="225470"/>
                          <a:pt x="812610" y="235001"/>
                          <a:pt x="801128" y="237661"/>
                        </a:cubicBezTo>
                        <a:cubicBezTo>
                          <a:pt x="795232" y="239035"/>
                          <a:pt x="788981" y="238547"/>
                          <a:pt x="783174" y="236863"/>
                        </a:cubicBezTo>
                        <a:cubicBezTo>
                          <a:pt x="772535" y="233715"/>
                          <a:pt x="762516" y="224849"/>
                          <a:pt x="762294" y="213766"/>
                        </a:cubicBezTo>
                        <a:cubicBezTo>
                          <a:pt x="762161" y="207560"/>
                          <a:pt x="765043" y="201664"/>
                          <a:pt x="769254" y="197187"/>
                        </a:cubicBezTo>
                        <a:close/>
                        <a:moveTo>
                          <a:pt x="751611" y="268116"/>
                        </a:moveTo>
                        <a:cubicBezTo>
                          <a:pt x="756975" y="267983"/>
                          <a:pt x="763536" y="264038"/>
                          <a:pt x="768634" y="262442"/>
                        </a:cubicBezTo>
                        <a:cubicBezTo>
                          <a:pt x="772845" y="261112"/>
                          <a:pt x="778209" y="260270"/>
                          <a:pt x="780958" y="263683"/>
                        </a:cubicBezTo>
                        <a:cubicBezTo>
                          <a:pt x="782332" y="265368"/>
                          <a:pt x="782598" y="267672"/>
                          <a:pt x="782864" y="269889"/>
                        </a:cubicBezTo>
                        <a:cubicBezTo>
                          <a:pt x="783706" y="277159"/>
                          <a:pt x="785302" y="285139"/>
                          <a:pt x="791198" y="289439"/>
                        </a:cubicBezTo>
                        <a:cubicBezTo>
                          <a:pt x="794922" y="292143"/>
                          <a:pt x="800774" y="294670"/>
                          <a:pt x="799577" y="299103"/>
                        </a:cubicBezTo>
                        <a:cubicBezTo>
                          <a:pt x="798513" y="303093"/>
                          <a:pt x="792705" y="303049"/>
                          <a:pt x="788893" y="301409"/>
                        </a:cubicBezTo>
                        <a:cubicBezTo>
                          <a:pt x="785080" y="299724"/>
                          <a:pt x="780647" y="297375"/>
                          <a:pt x="777145" y="299547"/>
                        </a:cubicBezTo>
                        <a:cubicBezTo>
                          <a:pt x="772889" y="302162"/>
                          <a:pt x="774175" y="308767"/>
                          <a:pt x="771781" y="313156"/>
                        </a:cubicBezTo>
                        <a:cubicBezTo>
                          <a:pt x="770584" y="315373"/>
                          <a:pt x="768412" y="316968"/>
                          <a:pt x="766195" y="318165"/>
                        </a:cubicBezTo>
                        <a:cubicBezTo>
                          <a:pt x="759501" y="321757"/>
                          <a:pt x="751389" y="322554"/>
                          <a:pt x="744163" y="320338"/>
                        </a:cubicBezTo>
                        <a:cubicBezTo>
                          <a:pt x="734765" y="317457"/>
                          <a:pt x="726475" y="309787"/>
                          <a:pt x="716678" y="310629"/>
                        </a:cubicBezTo>
                        <a:cubicBezTo>
                          <a:pt x="711668" y="311073"/>
                          <a:pt x="705551" y="313467"/>
                          <a:pt x="702270" y="309610"/>
                        </a:cubicBezTo>
                        <a:cubicBezTo>
                          <a:pt x="700497" y="307570"/>
                          <a:pt x="700586" y="304423"/>
                          <a:pt x="701472" y="301896"/>
                        </a:cubicBezTo>
                        <a:cubicBezTo>
                          <a:pt x="705152" y="291744"/>
                          <a:pt x="718717" y="289173"/>
                          <a:pt x="724923" y="280352"/>
                        </a:cubicBezTo>
                        <a:cubicBezTo>
                          <a:pt x="728558" y="275209"/>
                          <a:pt x="729977" y="267717"/>
                          <a:pt x="735873" y="265545"/>
                        </a:cubicBezTo>
                        <a:cubicBezTo>
                          <a:pt x="741414" y="263461"/>
                          <a:pt x="746069" y="268249"/>
                          <a:pt x="751611" y="268116"/>
                        </a:cubicBezTo>
                        <a:close/>
                        <a:moveTo>
                          <a:pt x="694645" y="231720"/>
                        </a:moveTo>
                        <a:cubicBezTo>
                          <a:pt x="700142" y="232075"/>
                          <a:pt x="705728" y="232563"/>
                          <a:pt x="710915" y="234424"/>
                        </a:cubicBezTo>
                        <a:cubicBezTo>
                          <a:pt x="716101" y="236286"/>
                          <a:pt x="720933" y="239744"/>
                          <a:pt x="723416" y="244665"/>
                        </a:cubicBezTo>
                        <a:cubicBezTo>
                          <a:pt x="725234" y="248255"/>
                          <a:pt x="726430" y="253177"/>
                          <a:pt x="730376" y="253841"/>
                        </a:cubicBezTo>
                        <a:cubicBezTo>
                          <a:pt x="732327" y="254196"/>
                          <a:pt x="734809" y="253487"/>
                          <a:pt x="735917" y="255083"/>
                        </a:cubicBezTo>
                        <a:cubicBezTo>
                          <a:pt x="732105" y="254506"/>
                          <a:pt x="728337" y="256723"/>
                          <a:pt x="725766" y="259560"/>
                        </a:cubicBezTo>
                        <a:cubicBezTo>
                          <a:pt x="723150" y="262397"/>
                          <a:pt x="721421" y="265900"/>
                          <a:pt x="719160" y="269047"/>
                        </a:cubicBezTo>
                        <a:cubicBezTo>
                          <a:pt x="715303" y="274366"/>
                          <a:pt x="709984" y="278623"/>
                          <a:pt x="703955" y="281238"/>
                        </a:cubicBezTo>
                        <a:cubicBezTo>
                          <a:pt x="709452" y="277426"/>
                          <a:pt x="714639" y="272859"/>
                          <a:pt x="717919" y="267008"/>
                        </a:cubicBezTo>
                        <a:cubicBezTo>
                          <a:pt x="721199" y="261156"/>
                          <a:pt x="722396" y="253886"/>
                          <a:pt x="719914" y="247680"/>
                        </a:cubicBezTo>
                        <a:cubicBezTo>
                          <a:pt x="716899" y="240143"/>
                          <a:pt x="709053" y="235400"/>
                          <a:pt x="701029" y="234159"/>
                        </a:cubicBezTo>
                        <a:cubicBezTo>
                          <a:pt x="694246" y="233095"/>
                          <a:pt x="687996" y="235489"/>
                          <a:pt x="681523" y="235222"/>
                        </a:cubicBezTo>
                        <a:cubicBezTo>
                          <a:pt x="681080" y="230435"/>
                          <a:pt x="691808" y="231543"/>
                          <a:pt x="694645" y="231720"/>
                        </a:cubicBezTo>
                        <a:close/>
                        <a:moveTo>
                          <a:pt x="666539" y="268914"/>
                        </a:moveTo>
                        <a:cubicBezTo>
                          <a:pt x="665741" y="268737"/>
                          <a:pt x="664899" y="268559"/>
                          <a:pt x="664234" y="268116"/>
                        </a:cubicBezTo>
                        <a:cubicBezTo>
                          <a:pt x="661707" y="266476"/>
                          <a:pt x="662328" y="262397"/>
                          <a:pt x="664367" y="260181"/>
                        </a:cubicBezTo>
                        <a:cubicBezTo>
                          <a:pt x="670308" y="253886"/>
                          <a:pt x="687641" y="236597"/>
                          <a:pt x="693759" y="250783"/>
                        </a:cubicBezTo>
                        <a:cubicBezTo>
                          <a:pt x="699876" y="264968"/>
                          <a:pt x="676292" y="270776"/>
                          <a:pt x="666539" y="268914"/>
                        </a:cubicBezTo>
                        <a:close/>
                        <a:moveTo>
                          <a:pt x="671194" y="363073"/>
                        </a:moveTo>
                        <a:cubicBezTo>
                          <a:pt x="673366" y="360767"/>
                          <a:pt x="674918" y="357842"/>
                          <a:pt x="677977" y="355936"/>
                        </a:cubicBezTo>
                        <a:cubicBezTo>
                          <a:pt x="675539" y="361788"/>
                          <a:pt x="669022" y="369102"/>
                          <a:pt x="663569" y="374865"/>
                        </a:cubicBezTo>
                        <a:cubicBezTo>
                          <a:pt x="660821" y="377791"/>
                          <a:pt x="657806" y="380716"/>
                          <a:pt x="656077" y="383687"/>
                        </a:cubicBezTo>
                        <a:cubicBezTo>
                          <a:pt x="653728" y="387765"/>
                          <a:pt x="654260" y="391622"/>
                          <a:pt x="657363" y="393351"/>
                        </a:cubicBezTo>
                        <a:cubicBezTo>
                          <a:pt x="653107" y="392775"/>
                          <a:pt x="652531" y="388519"/>
                          <a:pt x="647965" y="388342"/>
                        </a:cubicBezTo>
                        <a:cubicBezTo>
                          <a:pt x="643532" y="388164"/>
                          <a:pt x="637857" y="391799"/>
                          <a:pt x="632759" y="394415"/>
                        </a:cubicBezTo>
                        <a:cubicBezTo>
                          <a:pt x="622563" y="399646"/>
                          <a:pt x="611303" y="401508"/>
                          <a:pt x="604166" y="399069"/>
                        </a:cubicBezTo>
                        <a:cubicBezTo>
                          <a:pt x="608820" y="399735"/>
                          <a:pt x="614982" y="398183"/>
                          <a:pt x="620878" y="395745"/>
                        </a:cubicBezTo>
                        <a:cubicBezTo>
                          <a:pt x="626730" y="393307"/>
                          <a:pt x="632405" y="389982"/>
                          <a:pt x="638035" y="386702"/>
                        </a:cubicBezTo>
                        <a:cubicBezTo>
                          <a:pt x="645881" y="382135"/>
                          <a:pt x="653772" y="377480"/>
                          <a:pt x="660909" y="372116"/>
                        </a:cubicBezTo>
                        <a:cubicBezTo>
                          <a:pt x="664677" y="369324"/>
                          <a:pt x="668224" y="366265"/>
                          <a:pt x="671194" y="363073"/>
                        </a:cubicBezTo>
                        <a:close/>
                        <a:moveTo>
                          <a:pt x="651290" y="317900"/>
                        </a:moveTo>
                        <a:cubicBezTo>
                          <a:pt x="653417" y="317855"/>
                          <a:pt x="655191" y="319584"/>
                          <a:pt x="655191" y="321712"/>
                        </a:cubicBezTo>
                        <a:cubicBezTo>
                          <a:pt x="655235" y="323840"/>
                          <a:pt x="653506" y="325613"/>
                          <a:pt x="651378" y="325613"/>
                        </a:cubicBezTo>
                        <a:cubicBezTo>
                          <a:pt x="649250" y="325658"/>
                          <a:pt x="647477" y="323929"/>
                          <a:pt x="647477" y="321801"/>
                        </a:cubicBezTo>
                        <a:cubicBezTo>
                          <a:pt x="647433" y="319673"/>
                          <a:pt x="649162" y="317944"/>
                          <a:pt x="651290" y="317900"/>
                        </a:cubicBezTo>
                        <a:close/>
                        <a:moveTo>
                          <a:pt x="586832" y="306418"/>
                        </a:moveTo>
                        <a:cubicBezTo>
                          <a:pt x="591975" y="296000"/>
                          <a:pt x="601196" y="287843"/>
                          <a:pt x="611746" y="282923"/>
                        </a:cubicBezTo>
                        <a:cubicBezTo>
                          <a:pt x="620214" y="278977"/>
                          <a:pt x="630498" y="277115"/>
                          <a:pt x="638744" y="281504"/>
                        </a:cubicBezTo>
                        <a:lnTo>
                          <a:pt x="641891" y="293207"/>
                        </a:lnTo>
                        <a:cubicBezTo>
                          <a:pt x="641226" y="297286"/>
                          <a:pt x="640606" y="301364"/>
                          <a:pt x="640118" y="305487"/>
                        </a:cubicBezTo>
                        <a:cubicBezTo>
                          <a:pt x="640473" y="306329"/>
                          <a:pt x="640694" y="307260"/>
                          <a:pt x="640694" y="308235"/>
                        </a:cubicBezTo>
                        <a:cubicBezTo>
                          <a:pt x="640694" y="309831"/>
                          <a:pt x="640251" y="311294"/>
                          <a:pt x="639453" y="312492"/>
                        </a:cubicBezTo>
                        <a:cubicBezTo>
                          <a:pt x="638522" y="322422"/>
                          <a:pt x="638123" y="332352"/>
                          <a:pt x="638301" y="342326"/>
                        </a:cubicBezTo>
                        <a:cubicBezTo>
                          <a:pt x="638389" y="346404"/>
                          <a:pt x="638522" y="350660"/>
                          <a:pt x="636660" y="354295"/>
                        </a:cubicBezTo>
                        <a:cubicBezTo>
                          <a:pt x="633823" y="359792"/>
                          <a:pt x="627351" y="362186"/>
                          <a:pt x="621455" y="364092"/>
                        </a:cubicBezTo>
                        <a:cubicBezTo>
                          <a:pt x="618440" y="365068"/>
                          <a:pt x="615337" y="366043"/>
                          <a:pt x="612190" y="365689"/>
                        </a:cubicBezTo>
                        <a:cubicBezTo>
                          <a:pt x="607003" y="365112"/>
                          <a:pt x="602969" y="361122"/>
                          <a:pt x="599378" y="357399"/>
                        </a:cubicBezTo>
                        <a:cubicBezTo>
                          <a:pt x="594324" y="352123"/>
                          <a:pt x="589137" y="346715"/>
                          <a:pt x="585990" y="340110"/>
                        </a:cubicBezTo>
                        <a:cubicBezTo>
                          <a:pt x="580981" y="329648"/>
                          <a:pt x="581690" y="316880"/>
                          <a:pt x="586832" y="306418"/>
                        </a:cubicBezTo>
                        <a:close/>
                        <a:moveTo>
                          <a:pt x="620923" y="405276"/>
                        </a:moveTo>
                        <a:cubicBezTo>
                          <a:pt x="627883" y="404434"/>
                          <a:pt x="629745" y="406739"/>
                          <a:pt x="629080" y="410374"/>
                        </a:cubicBezTo>
                        <a:cubicBezTo>
                          <a:pt x="634311" y="409266"/>
                          <a:pt x="638567" y="409887"/>
                          <a:pt x="640473" y="413433"/>
                        </a:cubicBezTo>
                        <a:cubicBezTo>
                          <a:pt x="644285" y="420570"/>
                          <a:pt x="626952" y="429392"/>
                          <a:pt x="612722" y="435022"/>
                        </a:cubicBezTo>
                        <a:cubicBezTo>
                          <a:pt x="605496" y="443622"/>
                          <a:pt x="598048" y="451957"/>
                          <a:pt x="592507" y="461355"/>
                        </a:cubicBezTo>
                        <a:cubicBezTo>
                          <a:pt x="584261" y="475363"/>
                          <a:pt x="566972" y="483963"/>
                          <a:pt x="550570" y="484983"/>
                        </a:cubicBezTo>
                        <a:cubicBezTo>
                          <a:pt x="543654" y="485382"/>
                          <a:pt x="536827" y="484097"/>
                          <a:pt x="536783" y="479087"/>
                        </a:cubicBezTo>
                        <a:cubicBezTo>
                          <a:pt x="536783" y="475540"/>
                          <a:pt x="540196" y="471152"/>
                          <a:pt x="543477" y="467074"/>
                        </a:cubicBezTo>
                        <a:cubicBezTo>
                          <a:pt x="552387" y="456079"/>
                          <a:pt x="561298" y="445085"/>
                          <a:pt x="570164" y="434091"/>
                        </a:cubicBezTo>
                        <a:cubicBezTo>
                          <a:pt x="581690" y="419861"/>
                          <a:pt x="602082" y="407537"/>
                          <a:pt x="620923" y="405276"/>
                        </a:cubicBezTo>
                        <a:close/>
                        <a:moveTo>
                          <a:pt x="529911" y="380096"/>
                        </a:moveTo>
                        <a:cubicBezTo>
                          <a:pt x="530887" y="379076"/>
                          <a:pt x="531818" y="378101"/>
                          <a:pt x="532704" y="377081"/>
                        </a:cubicBezTo>
                        <a:cubicBezTo>
                          <a:pt x="534078" y="373402"/>
                          <a:pt x="535807" y="369590"/>
                          <a:pt x="539132" y="365866"/>
                        </a:cubicBezTo>
                        <a:cubicBezTo>
                          <a:pt x="536871" y="368836"/>
                          <a:pt x="536428" y="371762"/>
                          <a:pt x="534477" y="374732"/>
                        </a:cubicBezTo>
                        <a:cubicBezTo>
                          <a:pt x="533990" y="375530"/>
                          <a:pt x="533325" y="376283"/>
                          <a:pt x="532660" y="377037"/>
                        </a:cubicBezTo>
                        <a:cubicBezTo>
                          <a:pt x="532438" y="377613"/>
                          <a:pt x="532217" y="378190"/>
                          <a:pt x="531995" y="378810"/>
                        </a:cubicBezTo>
                        <a:cubicBezTo>
                          <a:pt x="531419" y="380451"/>
                          <a:pt x="530887" y="382135"/>
                          <a:pt x="530754" y="383642"/>
                        </a:cubicBezTo>
                        <a:cubicBezTo>
                          <a:pt x="530443" y="388253"/>
                          <a:pt x="533990" y="391046"/>
                          <a:pt x="537403" y="393661"/>
                        </a:cubicBezTo>
                        <a:cubicBezTo>
                          <a:pt x="532394" y="393262"/>
                          <a:pt x="528803" y="390957"/>
                          <a:pt x="527739" y="387410"/>
                        </a:cubicBezTo>
                        <a:cubicBezTo>
                          <a:pt x="524769" y="388785"/>
                          <a:pt x="520336" y="391755"/>
                          <a:pt x="517632" y="391932"/>
                        </a:cubicBezTo>
                        <a:cubicBezTo>
                          <a:pt x="521976" y="388031"/>
                          <a:pt x="526010" y="384130"/>
                          <a:pt x="529911" y="380096"/>
                        </a:cubicBezTo>
                        <a:close/>
                        <a:moveTo>
                          <a:pt x="443244" y="443223"/>
                        </a:moveTo>
                        <a:cubicBezTo>
                          <a:pt x="446924" y="437505"/>
                          <a:pt x="453662" y="432008"/>
                          <a:pt x="460888" y="427885"/>
                        </a:cubicBezTo>
                        <a:cubicBezTo>
                          <a:pt x="468114" y="423762"/>
                          <a:pt x="475828" y="420792"/>
                          <a:pt x="483364" y="418398"/>
                        </a:cubicBezTo>
                        <a:cubicBezTo>
                          <a:pt x="495200" y="414585"/>
                          <a:pt x="521178" y="407315"/>
                          <a:pt x="529424" y="410773"/>
                        </a:cubicBezTo>
                        <a:cubicBezTo>
                          <a:pt x="535364" y="413256"/>
                          <a:pt x="528448" y="424338"/>
                          <a:pt x="520779" y="433648"/>
                        </a:cubicBezTo>
                        <a:cubicBezTo>
                          <a:pt x="522508" y="433958"/>
                          <a:pt x="523084" y="435377"/>
                          <a:pt x="521932" y="437106"/>
                        </a:cubicBezTo>
                        <a:cubicBezTo>
                          <a:pt x="520646" y="439100"/>
                          <a:pt x="517720" y="440696"/>
                          <a:pt x="515459" y="440696"/>
                        </a:cubicBezTo>
                        <a:cubicBezTo>
                          <a:pt x="515149" y="440696"/>
                          <a:pt x="514883" y="440608"/>
                          <a:pt x="514617" y="440519"/>
                        </a:cubicBezTo>
                        <a:cubicBezTo>
                          <a:pt x="513110" y="442071"/>
                          <a:pt x="511736" y="443445"/>
                          <a:pt x="510539" y="444553"/>
                        </a:cubicBezTo>
                        <a:cubicBezTo>
                          <a:pt x="499367" y="454794"/>
                          <a:pt x="483763" y="463571"/>
                          <a:pt x="469887" y="465921"/>
                        </a:cubicBezTo>
                        <a:cubicBezTo>
                          <a:pt x="462750" y="467118"/>
                          <a:pt x="456411" y="466630"/>
                          <a:pt x="451268" y="464945"/>
                        </a:cubicBezTo>
                        <a:cubicBezTo>
                          <a:pt x="441826" y="461931"/>
                          <a:pt x="436595" y="453597"/>
                          <a:pt x="443244" y="443223"/>
                        </a:cubicBezTo>
                        <a:close/>
                        <a:moveTo>
                          <a:pt x="465055" y="480284"/>
                        </a:moveTo>
                        <a:cubicBezTo>
                          <a:pt x="479418" y="480062"/>
                          <a:pt x="496441" y="476072"/>
                          <a:pt x="512356" y="467827"/>
                        </a:cubicBezTo>
                        <a:cubicBezTo>
                          <a:pt x="516745" y="465566"/>
                          <a:pt x="521089" y="462951"/>
                          <a:pt x="524858" y="459936"/>
                        </a:cubicBezTo>
                        <a:cubicBezTo>
                          <a:pt x="538068" y="449429"/>
                          <a:pt x="539620" y="439012"/>
                          <a:pt x="544496" y="428328"/>
                        </a:cubicBezTo>
                        <a:cubicBezTo>
                          <a:pt x="545472" y="432628"/>
                          <a:pt x="544940" y="438170"/>
                          <a:pt x="543432" y="443356"/>
                        </a:cubicBezTo>
                        <a:cubicBezTo>
                          <a:pt x="541836" y="448986"/>
                          <a:pt x="538201" y="455237"/>
                          <a:pt x="532039" y="460690"/>
                        </a:cubicBezTo>
                        <a:cubicBezTo>
                          <a:pt x="525966" y="466054"/>
                          <a:pt x="517366" y="470753"/>
                          <a:pt x="513997" y="476604"/>
                        </a:cubicBezTo>
                        <a:cubicBezTo>
                          <a:pt x="512179" y="479708"/>
                          <a:pt x="512312" y="482501"/>
                          <a:pt x="512489" y="485160"/>
                        </a:cubicBezTo>
                        <a:cubicBezTo>
                          <a:pt x="512844" y="490835"/>
                          <a:pt x="513199" y="496465"/>
                          <a:pt x="513553" y="502139"/>
                        </a:cubicBezTo>
                        <a:cubicBezTo>
                          <a:pt x="510095" y="496509"/>
                          <a:pt x="506638" y="490879"/>
                          <a:pt x="503135" y="485205"/>
                        </a:cubicBezTo>
                        <a:cubicBezTo>
                          <a:pt x="502116" y="483565"/>
                          <a:pt x="501052" y="481880"/>
                          <a:pt x="498968" y="480993"/>
                        </a:cubicBezTo>
                        <a:cubicBezTo>
                          <a:pt x="494934" y="479353"/>
                          <a:pt x="488196" y="481126"/>
                          <a:pt x="482167" y="482412"/>
                        </a:cubicBezTo>
                        <a:cubicBezTo>
                          <a:pt x="458671" y="487244"/>
                          <a:pt x="438412" y="483210"/>
                          <a:pt x="429191" y="471905"/>
                        </a:cubicBezTo>
                        <a:cubicBezTo>
                          <a:pt x="438811" y="477092"/>
                          <a:pt x="450692" y="480505"/>
                          <a:pt x="465055" y="480284"/>
                        </a:cubicBezTo>
                        <a:close/>
                        <a:moveTo>
                          <a:pt x="398337" y="493805"/>
                        </a:moveTo>
                        <a:cubicBezTo>
                          <a:pt x="404144" y="493760"/>
                          <a:pt x="413543" y="490125"/>
                          <a:pt x="419971" y="488707"/>
                        </a:cubicBezTo>
                        <a:cubicBezTo>
                          <a:pt x="425246" y="487510"/>
                          <a:pt x="431497" y="486756"/>
                          <a:pt x="432339" y="489992"/>
                        </a:cubicBezTo>
                        <a:cubicBezTo>
                          <a:pt x="432738" y="491588"/>
                          <a:pt x="431630" y="493760"/>
                          <a:pt x="430566" y="495756"/>
                        </a:cubicBezTo>
                        <a:cubicBezTo>
                          <a:pt x="426975" y="502538"/>
                          <a:pt x="423783" y="509986"/>
                          <a:pt x="427418" y="514064"/>
                        </a:cubicBezTo>
                        <a:cubicBezTo>
                          <a:pt x="429723" y="516635"/>
                          <a:pt x="434378" y="519029"/>
                          <a:pt x="430388" y="523152"/>
                        </a:cubicBezTo>
                        <a:cubicBezTo>
                          <a:pt x="426798" y="526876"/>
                          <a:pt x="420636" y="526743"/>
                          <a:pt x="417621" y="525191"/>
                        </a:cubicBezTo>
                        <a:cubicBezTo>
                          <a:pt x="414607" y="523596"/>
                          <a:pt x="411326" y="521335"/>
                          <a:pt x="406228" y="523329"/>
                        </a:cubicBezTo>
                        <a:cubicBezTo>
                          <a:pt x="400066" y="525723"/>
                          <a:pt x="397362" y="531885"/>
                          <a:pt x="392131" y="535964"/>
                        </a:cubicBezTo>
                        <a:cubicBezTo>
                          <a:pt x="389471" y="538003"/>
                          <a:pt x="386235" y="539466"/>
                          <a:pt x="383087" y="540574"/>
                        </a:cubicBezTo>
                        <a:cubicBezTo>
                          <a:pt x="373778" y="543855"/>
                          <a:pt x="364601" y="544520"/>
                          <a:pt x="358262" y="542392"/>
                        </a:cubicBezTo>
                        <a:cubicBezTo>
                          <a:pt x="350016" y="539599"/>
                          <a:pt x="345894" y="532329"/>
                          <a:pt x="334899" y="533038"/>
                        </a:cubicBezTo>
                        <a:cubicBezTo>
                          <a:pt x="329269" y="533393"/>
                          <a:pt x="321290" y="535565"/>
                          <a:pt x="320182" y="531930"/>
                        </a:cubicBezTo>
                        <a:cubicBezTo>
                          <a:pt x="319561" y="529979"/>
                          <a:pt x="321556" y="527097"/>
                          <a:pt x="324083" y="524748"/>
                        </a:cubicBezTo>
                        <a:cubicBezTo>
                          <a:pt x="334234" y="515350"/>
                          <a:pt x="350327" y="513089"/>
                          <a:pt x="362385" y="504932"/>
                        </a:cubicBezTo>
                        <a:cubicBezTo>
                          <a:pt x="369389" y="500189"/>
                          <a:pt x="375595" y="493228"/>
                          <a:pt x="383176" y="491278"/>
                        </a:cubicBezTo>
                        <a:cubicBezTo>
                          <a:pt x="390357" y="489327"/>
                          <a:pt x="392397" y="493849"/>
                          <a:pt x="398337" y="493805"/>
                        </a:cubicBezTo>
                        <a:close/>
                        <a:moveTo>
                          <a:pt x="360079" y="459227"/>
                        </a:moveTo>
                        <a:cubicBezTo>
                          <a:pt x="365754" y="459626"/>
                          <a:pt x="371384" y="460113"/>
                          <a:pt x="375773" y="461931"/>
                        </a:cubicBezTo>
                        <a:cubicBezTo>
                          <a:pt x="380161" y="463749"/>
                          <a:pt x="383220" y="466985"/>
                          <a:pt x="382777" y="471595"/>
                        </a:cubicBezTo>
                        <a:cubicBezTo>
                          <a:pt x="382467" y="474964"/>
                          <a:pt x="380738" y="479530"/>
                          <a:pt x="384550" y="480240"/>
                        </a:cubicBezTo>
                        <a:cubicBezTo>
                          <a:pt x="386412" y="480594"/>
                          <a:pt x="389471" y="479929"/>
                          <a:pt x="389693" y="481481"/>
                        </a:cubicBezTo>
                        <a:cubicBezTo>
                          <a:pt x="385969" y="480905"/>
                          <a:pt x="380649" y="482899"/>
                          <a:pt x="376083" y="485559"/>
                        </a:cubicBezTo>
                        <a:cubicBezTo>
                          <a:pt x="371561" y="488175"/>
                          <a:pt x="367527" y="491411"/>
                          <a:pt x="363183" y="494292"/>
                        </a:cubicBezTo>
                        <a:cubicBezTo>
                          <a:pt x="355779" y="499214"/>
                          <a:pt x="347489" y="503115"/>
                          <a:pt x="339466" y="505464"/>
                        </a:cubicBezTo>
                        <a:cubicBezTo>
                          <a:pt x="347711" y="501962"/>
                          <a:pt x="356001" y="497750"/>
                          <a:pt x="363094" y="492342"/>
                        </a:cubicBezTo>
                        <a:cubicBezTo>
                          <a:pt x="370187" y="486934"/>
                          <a:pt x="375950" y="480151"/>
                          <a:pt x="377147" y="474343"/>
                        </a:cubicBezTo>
                        <a:cubicBezTo>
                          <a:pt x="378565" y="467295"/>
                          <a:pt x="373113" y="462817"/>
                          <a:pt x="365355" y="461532"/>
                        </a:cubicBezTo>
                        <a:cubicBezTo>
                          <a:pt x="358794" y="460468"/>
                          <a:pt x="350637" y="462596"/>
                          <a:pt x="343899" y="462330"/>
                        </a:cubicBezTo>
                        <a:cubicBezTo>
                          <a:pt x="346425" y="457897"/>
                          <a:pt x="357154" y="459049"/>
                          <a:pt x="360079" y="459227"/>
                        </a:cubicBezTo>
                        <a:close/>
                        <a:moveTo>
                          <a:pt x="347401" y="476959"/>
                        </a:moveTo>
                        <a:cubicBezTo>
                          <a:pt x="345140" y="490259"/>
                          <a:pt x="316458" y="495445"/>
                          <a:pt x="307237" y="493583"/>
                        </a:cubicBezTo>
                        <a:cubicBezTo>
                          <a:pt x="306483" y="493450"/>
                          <a:pt x="305730" y="493228"/>
                          <a:pt x="305286" y="492830"/>
                        </a:cubicBezTo>
                        <a:cubicBezTo>
                          <a:pt x="303602" y="491278"/>
                          <a:pt x="306794" y="487466"/>
                          <a:pt x="310340" y="485426"/>
                        </a:cubicBezTo>
                        <a:cubicBezTo>
                          <a:pt x="320492" y="479619"/>
                          <a:pt x="349617" y="463704"/>
                          <a:pt x="347401" y="476959"/>
                        </a:cubicBezTo>
                        <a:close/>
                        <a:moveTo>
                          <a:pt x="262950" y="494559"/>
                        </a:moveTo>
                        <a:cubicBezTo>
                          <a:pt x="255857" y="495489"/>
                          <a:pt x="248232" y="496376"/>
                          <a:pt x="244287" y="493583"/>
                        </a:cubicBezTo>
                        <a:cubicBezTo>
                          <a:pt x="243622" y="493096"/>
                          <a:pt x="243267" y="492120"/>
                          <a:pt x="244420" y="491322"/>
                        </a:cubicBezTo>
                        <a:cubicBezTo>
                          <a:pt x="253109" y="491588"/>
                          <a:pt x="261931" y="491810"/>
                          <a:pt x="271595" y="490259"/>
                        </a:cubicBezTo>
                        <a:cubicBezTo>
                          <a:pt x="289327" y="487421"/>
                          <a:pt x="307104" y="478821"/>
                          <a:pt x="323595" y="467561"/>
                        </a:cubicBezTo>
                        <a:cubicBezTo>
                          <a:pt x="323019" y="472925"/>
                          <a:pt x="305153" y="482811"/>
                          <a:pt x="298592" y="485781"/>
                        </a:cubicBezTo>
                        <a:cubicBezTo>
                          <a:pt x="295445" y="487199"/>
                          <a:pt x="292342" y="488352"/>
                          <a:pt x="289239" y="489327"/>
                        </a:cubicBezTo>
                        <a:cubicBezTo>
                          <a:pt x="286889" y="494559"/>
                          <a:pt x="297262" y="496421"/>
                          <a:pt x="300055" y="498725"/>
                        </a:cubicBezTo>
                        <a:cubicBezTo>
                          <a:pt x="304666" y="502538"/>
                          <a:pt x="306528" y="508434"/>
                          <a:pt x="305065" y="515261"/>
                        </a:cubicBezTo>
                        <a:cubicBezTo>
                          <a:pt x="306882" y="506927"/>
                          <a:pt x="297307" y="500721"/>
                          <a:pt x="290303" y="497839"/>
                        </a:cubicBezTo>
                        <a:cubicBezTo>
                          <a:pt x="287731" y="496775"/>
                          <a:pt x="277890" y="496154"/>
                          <a:pt x="279220" y="492918"/>
                        </a:cubicBezTo>
                        <a:cubicBezTo>
                          <a:pt x="279397" y="492519"/>
                          <a:pt x="279663" y="492120"/>
                          <a:pt x="280062" y="491721"/>
                        </a:cubicBezTo>
                        <a:cubicBezTo>
                          <a:pt x="274255" y="493007"/>
                          <a:pt x="268536" y="493805"/>
                          <a:pt x="262950" y="494559"/>
                        </a:cubicBezTo>
                        <a:close/>
                        <a:moveTo>
                          <a:pt x="271240" y="574487"/>
                        </a:moveTo>
                        <a:cubicBezTo>
                          <a:pt x="275585" y="569611"/>
                          <a:pt x="280683" y="565266"/>
                          <a:pt x="284495" y="560169"/>
                        </a:cubicBezTo>
                        <a:cubicBezTo>
                          <a:pt x="286933" y="555292"/>
                          <a:pt x="289638" y="550371"/>
                          <a:pt x="293095" y="545450"/>
                        </a:cubicBezTo>
                        <a:cubicBezTo>
                          <a:pt x="289726" y="550282"/>
                          <a:pt x="288263" y="555159"/>
                          <a:pt x="284539" y="560124"/>
                        </a:cubicBezTo>
                        <a:cubicBezTo>
                          <a:pt x="284539" y="560124"/>
                          <a:pt x="284539" y="560124"/>
                          <a:pt x="284495" y="560169"/>
                        </a:cubicBezTo>
                        <a:cubicBezTo>
                          <a:pt x="283520" y="562075"/>
                          <a:pt x="282633" y="563981"/>
                          <a:pt x="281702" y="565887"/>
                        </a:cubicBezTo>
                        <a:cubicBezTo>
                          <a:pt x="279840" y="569788"/>
                          <a:pt x="278023" y="573734"/>
                          <a:pt x="277535" y="577325"/>
                        </a:cubicBezTo>
                        <a:cubicBezTo>
                          <a:pt x="277048" y="580871"/>
                          <a:pt x="278023" y="583886"/>
                          <a:pt x="281037" y="585570"/>
                        </a:cubicBezTo>
                        <a:cubicBezTo>
                          <a:pt x="273368" y="584462"/>
                          <a:pt x="262684" y="584107"/>
                          <a:pt x="271240" y="574487"/>
                        </a:cubicBezTo>
                        <a:close/>
                        <a:moveTo>
                          <a:pt x="268093" y="627596"/>
                        </a:moveTo>
                        <a:cubicBezTo>
                          <a:pt x="268359" y="626621"/>
                          <a:pt x="268625" y="625645"/>
                          <a:pt x="268802" y="624625"/>
                        </a:cubicBezTo>
                        <a:cubicBezTo>
                          <a:pt x="267561" y="620991"/>
                          <a:pt x="266674" y="617267"/>
                          <a:pt x="267428" y="613676"/>
                        </a:cubicBezTo>
                        <a:cubicBezTo>
                          <a:pt x="267206" y="616602"/>
                          <a:pt x="268846" y="619439"/>
                          <a:pt x="268979" y="622365"/>
                        </a:cubicBezTo>
                        <a:cubicBezTo>
                          <a:pt x="269024" y="623118"/>
                          <a:pt x="268891" y="623872"/>
                          <a:pt x="268758" y="624625"/>
                        </a:cubicBezTo>
                        <a:cubicBezTo>
                          <a:pt x="268935" y="625202"/>
                          <a:pt x="269112" y="625778"/>
                          <a:pt x="269334" y="626354"/>
                        </a:cubicBezTo>
                        <a:cubicBezTo>
                          <a:pt x="269910" y="627950"/>
                          <a:pt x="270531" y="629591"/>
                          <a:pt x="271506" y="631054"/>
                        </a:cubicBezTo>
                        <a:cubicBezTo>
                          <a:pt x="274432" y="635531"/>
                          <a:pt x="280062" y="638280"/>
                          <a:pt x="285382" y="640806"/>
                        </a:cubicBezTo>
                        <a:cubicBezTo>
                          <a:pt x="279973" y="640452"/>
                          <a:pt x="274698" y="638191"/>
                          <a:pt x="271063" y="634733"/>
                        </a:cubicBezTo>
                        <a:cubicBezTo>
                          <a:pt x="268979" y="636063"/>
                          <a:pt x="266585" y="638989"/>
                          <a:pt x="263926" y="639166"/>
                        </a:cubicBezTo>
                        <a:cubicBezTo>
                          <a:pt x="265610" y="635354"/>
                          <a:pt x="266984" y="631541"/>
                          <a:pt x="268093" y="627596"/>
                        </a:cubicBezTo>
                        <a:close/>
                        <a:moveTo>
                          <a:pt x="254261" y="542702"/>
                        </a:moveTo>
                        <a:cubicBezTo>
                          <a:pt x="255547" y="540707"/>
                          <a:pt x="258473" y="539111"/>
                          <a:pt x="260734" y="539111"/>
                        </a:cubicBezTo>
                        <a:cubicBezTo>
                          <a:pt x="262995" y="539111"/>
                          <a:pt x="263837" y="540707"/>
                          <a:pt x="262551" y="542702"/>
                        </a:cubicBezTo>
                        <a:cubicBezTo>
                          <a:pt x="261266" y="544697"/>
                          <a:pt x="258340" y="546293"/>
                          <a:pt x="256079" y="546293"/>
                        </a:cubicBezTo>
                        <a:cubicBezTo>
                          <a:pt x="253818" y="546293"/>
                          <a:pt x="252976" y="544697"/>
                          <a:pt x="254261" y="542702"/>
                        </a:cubicBezTo>
                        <a:close/>
                        <a:moveTo>
                          <a:pt x="80041" y="688595"/>
                        </a:moveTo>
                        <a:cubicBezTo>
                          <a:pt x="79198" y="690546"/>
                          <a:pt x="77381" y="692009"/>
                          <a:pt x="75874" y="693649"/>
                        </a:cubicBezTo>
                        <a:cubicBezTo>
                          <a:pt x="71485" y="698259"/>
                          <a:pt x="68958" y="704554"/>
                          <a:pt x="62663" y="707303"/>
                        </a:cubicBezTo>
                        <a:cubicBezTo>
                          <a:pt x="56191" y="710140"/>
                          <a:pt x="47856" y="708101"/>
                          <a:pt x="41606" y="704554"/>
                        </a:cubicBezTo>
                        <a:cubicBezTo>
                          <a:pt x="38503" y="702781"/>
                          <a:pt x="35488" y="700431"/>
                          <a:pt x="34779" y="697417"/>
                        </a:cubicBezTo>
                        <a:cubicBezTo>
                          <a:pt x="34203" y="694934"/>
                          <a:pt x="35178" y="692452"/>
                          <a:pt x="36419" y="690191"/>
                        </a:cubicBezTo>
                        <a:cubicBezTo>
                          <a:pt x="39123" y="685270"/>
                          <a:pt x="42980" y="680704"/>
                          <a:pt x="48167" y="677468"/>
                        </a:cubicBezTo>
                        <a:cubicBezTo>
                          <a:pt x="53309" y="674232"/>
                          <a:pt x="61909" y="670996"/>
                          <a:pt x="68382" y="673966"/>
                        </a:cubicBezTo>
                        <a:cubicBezTo>
                          <a:pt x="74322" y="676670"/>
                          <a:pt x="82789" y="682256"/>
                          <a:pt x="80041" y="688595"/>
                        </a:cubicBezTo>
                        <a:close/>
                        <a:moveTo>
                          <a:pt x="150350" y="722863"/>
                        </a:moveTo>
                        <a:cubicBezTo>
                          <a:pt x="157487" y="735852"/>
                          <a:pt x="131819" y="740994"/>
                          <a:pt x="121091" y="739221"/>
                        </a:cubicBezTo>
                        <a:cubicBezTo>
                          <a:pt x="120205" y="739088"/>
                          <a:pt x="119318" y="738911"/>
                          <a:pt x="118520" y="738468"/>
                        </a:cubicBezTo>
                        <a:cubicBezTo>
                          <a:pt x="115683" y="736961"/>
                          <a:pt x="116215" y="733236"/>
                          <a:pt x="118431" y="731242"/>
                        </a:cubicBezTo>
                        <a:cubicBezTo>
                          <a:pt x="124771" y="725523"/>
                          <a:pt x="143257" y="709874"/>
                          <a:pt x="150350" y="722863"/>
                        </a:cubicBezTo>
                        <a:close/>
                        <a:moveTo>
                          <a:pt x="133415" y="664790"/>
                        </a:moveTo>
                        <a:cubicBezTo>
                          <a:pt x="126411" y="672902"/>
                          <a:pt x="126278" y="683763"/>
                          <a:pt x="126411" y="693915"/>
                        </a:cubicBezTo>
                        <a:cubicBezTo>
                          <a:pt x="124992" y="684915"/>
                          <a:pt x="122776" y="674720"/>
                          <a:pt x="113599" y="669533"/>
                        </a:cubicBezTo>
                        <a:cubicBezTo>
                          <a:pt x="109742" y="667361"/>
                          <a:pt x="105176" y="666385"/>
                          <a:pt x="100610" y="665676"/>
                        </a:cubicBezTo>
                        <a:cubicBezTo>
                          <a:pt x="94493" y="664745"/>
                          <a:pt x="88286" y="664213"/>
                          <a:pt x="82080" y="664080"/>
                        </a:cubicBezTo>
                        <a:cubicBezTo>
                          <a:pt x="76095" y="663947"/>
                          <a:pt x="69978" y="664213"/>
                          <a:pt x="64215" y="662750"/>
                        </a:cubicBezTo>
                        <a:cubicBezTo>
                          <a:pt x="60047" y="661686"/>
                          <a:pt x="55925" y="659425"/>
                          <a:pt x="53752" y="656189"/>
                        </a:cubicBezTo>
                        <a:cubicBezTo>
                          <a:pt x="59427" y="660533"/>
                          <a:pt x="66431" y="661775"/>
                          <a:pt x="73834" y="662174"/>
                        </a:cubicBezTo>
                        <a:cubicBezTo>
                          <a:pt x="83853" y="662750"/>
                          <a:pt x="93872" y="663016"/>
                          <a:pt x="103846" y="662972"/>
                        </a:cubicBezTo>
                        <a:cubicBezTo>
                          <a:pt x="111205" y="662972"/>
                          <a:pt x="118609" y="662794"/>
                          <a:pt x="125657" y="661243"/>
                        </a:cubicBezTo>
                        <a:cubicBezTo>
                          <a:pt x="132041" y="659869"/>
                          <a:pt x="137981" y="657386"/>
                          <a:pt x="143877" y="654948"/>
                        </a:cubicBezTo>
                        <a:cubicBezTo>
                          <a:pt x="145119" y="654416"/>
                          <a:pt x="146404" y="653840"/>
                          <a:pt x="147645" y="653219"/>
                        </a:cubicBezTo>
                        <a:cubicBezTo>
                          <a:pt x="150217" y="651180"/>
                          <a:pt x="152566" y="648963"/>
                          <a:pt x="154162" y="646259"/>
                        </a:cubicBezTo>
                        <a:cubicBezTo>
                          <a:pt x="153719" y="649362"/>
                          <a:pt x="150882" y="651535"/>
                          <a:pt x="147645" y="653219"/>
                        </a:cubicBezTo>
                        <a:cubicBezTo>
                          <a:pt x="142946" y="657076"/>
                          <a:pt x="137272" y="660312"/>
                          <a:pt x="133415" y="664790"/>
                        </a:cubicBezTo>
                        <a:close/>
                        <a:moveTo>
                          <a:pt x="169057" y="676271"/>
                        </a:moveTo>
                        <a:cubicBezTo>
                          <a:pt x="175530" y="681679"/>
                          <a:pt x="178677" y="688861"/>
                          <a:pt x="170786" y="693250"/>
                        </a:cubicBezTo>
                        <a:cubicBezTo>
                          <a:pt x="167328" y="695201"/>
                          <a:pt x="163339" y="696619"/>
                          <a:pt x="159083" y="696752"/>
                        </a:cubicBezTo>
                        <a:cubicBezTo>
                          <a:pt x="155270" y="696841"/>
                          <a:pt x="151325" y="695821"/>
                          <a:pt x="148532" y="693605"/>
                        </a:cubicBezTo>
                        <a:cubicBezTo>
                          <a:pt x="148222" y="693338"/>
                          <a:pt x="147911" y="693073"/>
                          <a:pt x="147601" y="692807"/>
                        </a:cubicBezTo>
                        <a:cubicBezTo>
                          <a:pt x="146050" y="691255"/>
                          <a:pt x="145074" y="689349"/>
                          <a:pt x="144454" y="687398"/>
                        </a:cubicBezTo>
                        <a:cubicBezTo>
                          <a:pt x="141084" y="677246"/>
                          <a:pt x="142769" y="671971"/>
                          <a:pt x="146670" y="669932"/>
                        </a:cubicBezTo>
                        <a:cubicBezTo>
                          <a:pt x="152345" y="660223"/>
                          <a:pt x="168215" y="645062"/>
                          <a:pt x="181514" y="655391"/>
                        </a:cubicBezTo>
                        <a:cubicBezTo>
                          <a:pt x="190292" y="662218"/>
                          <a:pt x="179431" y="670685"/>
                          <a:pt x="169057" y="676271"/>
                        </a:cubicBezTo>
                        <a:close/>
                        <a:moveTo>
                          <a:pt x="211172" y="671528"/>
                        </a:moveTo>
                        <a:cubicBezTo>
                          <a:pt x="210285" y="674941"/>
                          <a:pt x="210994" y="678532"/>
                          <a:pt x="210728" y="682034"/>
                        </a:cubicBezTo>
                        <a:cubicBezTo>
                          <a:pt x="210152" y="689748"/>
                          <a:pt x="204832" y="696619"/>
                          <a:pt x="197695" y="701451"/>
                        </a:cubicBezTo>
                        <a:cubicBezTo>
                          <a:pt x="196764" y="702205"/>
                          <a:pt x="195745" y="702914"/>
                          <a:pt x="194503" y="703402"/>
                        </a:cubicBezTo>
                        <a:cubicBezTo>
                          <a:pt x="195612" y="702781"/>
                          <a:pt x="196676" y="702160"/>
                          <a:pt x="197695" y="701451"/>
                        </a:cubicBezTo>
                        <a:cubicBezTo>
                          <a:pt x="199424" y="700032"/>
                          <a:pt x="200843" y="698303"/>
                          <a:pt x="201995" y="696531"/>
                        </a:cubicBezTo>
                        <a:cubicBezTo>
                          <a:pt x="206606" y="689615"/>
                          <a:pt x="209664" y="681325"/>
                          <a:pt x="207005" y="673523"/>
                        </a:cubicBezTo>
                        <a:cubicBezTo>
                          <a:pt x="205896" y="670242"/>
                          <a:pt x="203768" y="667183"/>
                          <a:pt x="200931" y="664701"/>
                        </a:cubicBezTo>
                        <a:cubicBezTo>
                          <a:pt x="200798" y="664834"/>
                          <a:pt x="200665" y="664878"/>
                          <a:pt x="200577" y="665011"/>
                        </a:cubicBezTo>
                        <a:lnTo>
                          <a:pt x="199513" y="664213"/>
                        </a:lnTo>
                        <a:cubicBezTo>
                          <a:pt x="190292" y="661908"/>
                          <a:pt x="182667" y="656100"/>
                          <a:pt x="177347" y="649362"/>
                        </a:cubicBezTo>
                        <a:cubicBezTo>
                          <a:pt x="174599" y="645905"/>
                          <a:pt x="172559" y="642181"/>
                          <a:pt x="170653" y="638412"/>
                        </a:cubicBezTo>
                        <a:cubicBezTo>
                          <a:pt x="169501" y="636506"/>
                          <a:pt x="168481" y="634556"/>
                          <a:pt x="167727" y="632516"/>
                        </a:cubicBezTo>
                        <a:cubicBezTo>
                          <a:pt x="168703" y="634467"/>
                          <a:pt x="169678" y="636462"/>
                          <a:pt x="170653" y="638412"/>
                        </a:cubicBezTo>
                        <a:cubicBezTo>
                          <a:pt x="177126" y="649185"/>
                          <a:pt x="189405" y="657874"/>
                          <a:pt x="203281" y="661022"/>
                        </a:cubicBezTo>
                        <a:cubicBezTo>
                          <a:pt x="223407" y="665543"/>
                          <a:pt x="245927" y="658628"/>
                          <a:pt x="257453" y="644708"/>
                        </a:cubicBezTo>
                        <a:cubicBezTo>
                          <a:pt x="255237" y="651623"/>
                          <a:pt x="248764" y="657120"/>
                          <a:pt x="241139" y="660356"/>
                        </a:cubicBezTo>
                        <a:cubicBezTo>
                          <a:pt x="233781" y="663504"/>
                          <a:pt x="225358" y="664701"/>
                          <a:pt x="217023" y="665233"/>
                        </a:cubicBezTo>
                        <a:cubicBezTo>
                          <a:pt x="213965" y="666208"/>
                          <a:pt x="211837" y="668824"/>
                          <a:pt x="211172" y="671528"/>
                        </a:cubicBezTo>
                        <a:close/>
                        <a:moveTo>
                          <a:pt x="224294" y="689570"/>
                        </a:moveTo>
                        <a:cubicBezTo>
                          <a:pt x="223983" y="683985"/>
                          <a:pt x="226998" y="678576"/>
                          <a:pt x="231431" y="674498"/>
                        </a:cubicBezTo>
                        <a:cubicBezTo>
                          <a:pt x="235864" y="670420"/>
                          <a:pt x="241671" y="667538"/>
                          <a:pt x="247656" y="665144"/>
                        </a:cubicBezTo>
                        <a:cubicBezTo>
                          <a:pt x="257010" y="661376"/>
                          <a:pt x="278422" y="654194"/>
                          <a:pt x="289283" y="657564"/>
                        </a:cubicBezTo>
                        <a:cubicBezTo>
                          <a:pt x="297129" y="660001"/>
                          <a:pt x="297927" y="670819"/>
                          <a:pt x="296642" y="679907"/>
                        </a:cubicBezTo>
                        <a:cubicBezTo>
                          <a:pt x="298637" y="680217"/>
                          <a:pt x="300188" y="681547"/>
                          <a:pt x="300277" y="683275"/>
                        </a:cubicBezTo>
                        <a:cubicBezTo>
                          <a:pt x="300366" y="685226"/>
                          <a:pt x="298548" y="686822"/>
                          <a:pt x="296198" y="686822"/>
                        </a:cubicBezTo>
                        <a:cubicBezTo>
                          <a:pt x="295844" y="686822"/>
                          <a:pt x="295534" y="686733"/>
                          <a:pt x="295223" y="686644"/>
                        </a:cubicBezTo>
                        <a:cubicBezTo>
                          <a:pt x="294824" y="688152"/>
                          <a:pt x="294381" y="689526"/>
                          <a:pt x="293938" y="690590"/>
                        </a:cubicBezTo>
                        <a:cubicBezTo>
                          <a:pt x="289815" y="700653"/>
                          <a:pt x="280062" y="709254"/>
                          <a:pt x="267561" y="711603"/>
                        </a:cubicBezTo>
                        <a:cubicBezTo>
                          <a:pt x="261133" y="712800"/>
                          <a:pt x="254306" y="712357"/>
                          <a:pt x="247878" y="710716"/>
                        </a:cubicBezTo>
                        <a:cubicBezTo>
                          <a:pt x="236130" y="707835"/>
                          <a:pt x="224870" y="699678"/>
                          <a:pt x="224294" y="689570"/>
                        </a:cubicBezTo>
                        <a:close/>
                        <a:moveTo>
                          <a:pt x="230367" y="717632"/>
                        </a:moveTo>
                        <a:cubicBezTo>
                          <a:pt x="243799" y="722641"/>
                          <a:pt x="258340" y="725922"/>
                          <a:pt x="272880" y="725656"/>
                        </a:cubicBezTo>
                        <a:cubicBezTo>
                          <a:pt x="287421" y="725390"/>
                          <a:pt x="301917" y="721400"/>
                          <a:pt x="312379" y="713332"/>
                        </a:cubicBezTo>
                        <a:cubicBezTo>
                          <a:pt x="315261" y="711115"/>
                          <a:pt x="317832" y="708544"/>
                          <a:pt x="319561" y="705574"/>
                        </a:cubicBezTo>
                        <a:cubicBezTo>
                          <a:pt x="325590" y="695245"/>
                          <a:pt x="319783" y="685049"/>
                          <a:pt x="317211" y="674631"/>
                        </a:cubicBezTo>
                        <a:cubicBezTo>
                          <a:pt x="321290" y="678842"/>
                          <a:pt x="324615" y="684251"/>
                          <a:pt x="326787" y="689305"/>
                        </a:cubicBezTo>
                        <a:cubicBezTo>
                          <a:pt x="329136" y="694802"/>
                          <a:pt x="329890" y="700919"/>
                          <a:pt x="327452" y="706283"/>
                        </a:cubicBezTo>
                        <a:cubicBezTo>
                          <a:pt x="325058" y="711558"/>
                          <a:pt x="319605" y="716169"/>
                          <a:pt x="320315" y="721888"/>
                        </a:cubicBezTo>
                        <a:cubicBezTo>
                          <a:pt x="320669" y="724946"/>
                          <a:pt x="322797" y="727651"/>
                          <a:pt x="324836" y="730266"/>
                        </a:cubicBezTo>
                        <a:cubicBezTo>
                          <a:pt x="329181" y="735808"/>
                          <a:pt x="333570" y="741305"/>
                          <a:pt x="337914" y="746846"/>
                        </a:cubicBezTo>
                        <a:cubicBezTo>
                          <a:pt x="330378" y="741349"/>
                          <a:pt x="322841" y="735852"/>
                          <a:pt x="315305" y="730355"/>
                        </a:cubicBezTo>
                        <a:cubicBezTo>
                          <a:pt x="313089" y="728759"/>
                          <a:pt x="310828" y="727119"/>
                          <a:pt x="308079" y="726277"/>
                        </a:cubicBezTo>
                        <a:cubicBezTo>
                          <a:pt x="302804" y="724681"/>
                          <a:pt x="297218" y="726454"/>
                          <a:pt x="291898" y="727695"/>
                        </a:cubicBezTo>
                        <a:cubicBezTo>
                          <a:pt x="271373" y="732527"/>
                          <a:pt x="247833" y="728671"/>
                          <a:pt x="230367" y="717632"/>
                        </a:cubicBezTo>
                        <a:close/>
                        <a:moveTo>
                          <a:pt x="318408" y="755180"/>
                        </a:moveTo>
                        <a:cubicBezTo>
                          <a:pt x="315527" y="751279"/>
                          <a:pt x="312202" y="747467"/>
                          <a:pt x="307769" y="744718"/>
                        </a:cubicBezTo>
                        <a:cubicBezTo>
                          <a:pt x="303336" y="741970"/>
                          <a:pt x="297706" y="740329"/>
                          <a:pt x="292386" y="741127"/>
                        </a:cubicBezTo>
                        <a:lnTo>
                          <a:pt x="278555" y="738955"/>
                        </a:lnTo>
                        <a:cubicBezTo>
                          <a:pt x="284628" y="736029"/>
                          <a:pt x="291145" y="733724"/>
                          <a:pt x="297927" y="732128"/>
                        </a:cubicBezTo>
                        <a:cubicBezTo>
                          <a:pt x="299878" y="731685"/>
                          <a:pt x="301917" y="731286"/>
                          <a:pt x="303956" y="731552"/>
                        </a:cubicBezTo>
                        <a:cubicBezTo>
                          <a:pt x="305552" y="731774"/>
                          <a:pt x="307060" y="732394"/>
                          <a:pt x="308478" y="733059"/>
                        </a:cubicBezTo>
                        <a:cubicBezTo>
                          <a:pt x="319206" y="737891"/>
                          <a:pt x="328737" y="744585"/>
                          <a:pt x="336318" y="752565"/>
                        </a:cubicBezTo>
                        <a:cubicBezTo>
                          <a:pt x="338402" y="754781"/>
                          <a:pt x="340441" y="757264"/>
                          <a:pt x="340707" y="760012"/>
                        </a:cubicBezTo>
                        <a:cubicBezTo>
                          <a:pt x="340795" y="761121"/>
                          <a:pt x="340618" y="762229"/>
                          <a:pt x="340086" y="763204"/>
                        </a:cubicBezTo>
                        <a:cubicBezTo>
                          <a:pt x="338003" y="766751"/>
                          <a:pt x="331575" y="766972"/>
                          <a:pt x="327496" y="764711"/>
                        </a:cubicBezTo>
                        <a:cubicBezTo>
                          <a:pt x="323373" y="762451"/>
                          <a:pt x="320935" y="758682"/>
                          <a:pt x="318408" y="755180"/>
                        </a:cubicBezTo>
                        <a:close/>
                        <a:moveTo>
                          <a:pt x="348952" y="778676"/>
                        </a:moveTo>
                        <a:cubicBezTo>
                          <a:pt x="350238" y="782045"/>
                          <a:pt x="335431" y="787143"/>
                          <a:pt x="332550" y="787719"/>
                        </a:cubicBezTo>
                        <a:cubicBezTo>
                          <a:pt x="339732" y="784173"/>
                          <a:pt x="347401" y="779296"/>
                          <a:pt x="347223" y="771494"/>
                        </a:cubicBezTo>
                        <a:cubicBezTo>
                          <a:pt x="349795" y="775706"/>
                          <a:pt x="352410" y="779961"/>
                          <a:pt x="356178" y="783508"/>
                        </a:cubicBezTo>
                        <a:cubicBezTo>
                          <a:pt x="359946" y="787054"/>
                          <a:pt x="365089" y="789891"/>
                          <a:pt x="370675" y="790246"/>
                        </a:cubicBezTo>
                        <a:cubicBezTo>
                          <a:pt x="361631" y="791310"/>
                          <a:pt x="351790" y="786079"/>
                          <a:pt x="348952" y="778676"/>
                        </a:cubicBezTo>
                        <a:close/>
                        <a:moveTo>
                          <a:pt x="458716" y="788783"/>
                        </a:moveTo>
                        <a:cubicBezTo>
                          <a:pt x="459248" y="794103"/>
                          <a:pt x="453706" y="798669"/>
                          <a:pt x="447500" y="799822"/>
                        </a:cubicBezTo>
                        <a:cubicBezTo>
                          <a:pt x="441294" y="801019"/>
                          <a:pt x="434733" y="799644"/>
                          <a:pt x="428571" y="798004"/>
                        </a:cubicBezTo>
                        <a:cubicBezTo>
                          <a:pt x="417000" y="794901"/>
                          <a:pt x="405785" y="790822"/>
                          <a:pt x="394746" y="786433"/>
                        </a:cubicBezTo>
                        <a:cubicBezTo>
                          <a:pt x="392441" y="787586"/>
                          <a:pt x="390136" y="788739"/>
                          <a:pt x="387831" y="789891"/>
                        </a:cubicBezTo>
                        <a:cubicBezTo>
                          <a:pt x="386146" y="790734"/>
                          <a:pt x="384373" y="791620"/>
                          <a:pt x="382378" y="791798"/>
                        </a:cubicBezTo>
                        <a:cubicBezTo>
                          <a:pt x="377679" y="792285"/>
                          <a:pt x="373246" y="788606"/>
                          <a:pt x="372403" y="784705"/>
                        </a:cubicBezTo>
                        <a:cubicBezTo>
                          <a:pt x="371916" y="782311"/>
                          <a:pt x="372448" y="779917"/>
                          <a:pt x="373556" y="777700"/>
                        </a:cubicBezTo>
                        <a:cubicBezTo>
                          <a:pt x="371295" y="776592"/>
                          <a:pt x="369123" y="775395"/>
                          <a:pt x="367172" y="773888"/>
                        </a:cubicBezTo>
                        <a:cubicBezTo>
                          <a:pt x="363449" y="771051"/>
                          <a:pt x="360656" y="767061"/>
                          <a:pt x="360833" y="762938"/>
                        </a:cubicBezTo>
                        <a:cubicBezTo>
                          <a:pt x="361099" y="757131"/>
                          <a:pt x="367261" y="752653"/>
                          <a:pt x="373866" y="750969"/>
                        </a:cubicBezTo>
                        <a:cubicBezTo>
                          <a:pt x="380516" y="749284"/>
                          <a:pt x="387698" y="749728"/>
                          <a:pt x="394702" y="749683"/>
                        </a:cubicBezTo>
                        <a:cubicBezTo>
                          <a:pt x="408445" y="749595"/>
                          <a:pt x="430388" y="739975"/>
                          <a:pt x="438545" y="752875"/>
                        </a:cubicBezTo>
                        <a:cubicBezTo>
                          <a:pt x="442225" y="758682"/>
                          <a:pt x="442269" y="765598"/>
                          <a:pt x="445815" y="771494"/>
                        </a:cubicBezTo>
                        <a:cubicBezTo>
                          <a:pt x="446968" y="773400"/>
                          <a:pt x="448741" y="775262"/>
                          <a:pt x="450559" y="777080"/>
                        </a:cubicBezTo>
                        <a:cubicBezTo>
                          <a:pt x="450382" y="776725"/>
                          <a:pt x="450249" y="776326"/>
                          <a:pt x="450204" y="775927"/>
                        </a:cubicBezTo>
                        <a:cubicBezTo>
                          <a:pt x="450116" y="773977"/>
                          <a:pt x="451933" y="772381"/>
                          <a:pt x="454283" y="772381"/>
                        </a:cubicBezTo>
                        <a:cubicBezTo>
                          <a:pt x="456632" y="772381"/>
                          <a:pt x="458583" y="773932"/>
                          <a:pt x="458716" y="775883"/>
                        </a:cubicBezTo>
                        <a:cubicBezTo>
                          <a:pt x="458804" y="777834"/>
                          <a:pt x="456987" y="779429"/>
                          <a:pt x="454637" y="779429"/>
                        </a:cubicBezTo>
                        <a:cubicBezTo>
                          <a:pt x="453751" y="779429"/>
                          <a:pt x="452953" y="779163"/>
                          <a:pt x="452244" y="778764"/>
                        </a:cubicBezTo>
                        <a:cubicBezTo>
                          <a:pt x="455391" y="781868"/>
                          <a:pt x="458361" y="785015"/>
                          <a:pt x="458716" y="788783"/>
                        </a:cubicBezTo>
                        <a:close/>
                        <a:moveTo>
                          <a:pt x="498835" y="736429"/>
                        </a:moveTo>
                        <a:cubicBezTo>
                          <a:pt x="499722" y="738866"/>
                          <a:pt x="499545" y="741482"/>
                          <a:pt x="499279" y="744009"/>
                        </a:cubicBezTo>
                        <a:cubicBezTo>
                          <a:pt x="498303" y="753185"/>
                          <a:pt x="496397" y="762273"/>
                          <a:pt x="493649" y="771184"/>
                        </a:cubicBezTo>
                        <a:cubicBezTo>
                          <a:pt x="496309" y="760943"/>
                          <a:pt x="496264" y="749949"/>
                          <a:pt x="491875" y="739886"/>
                        </a:cubicBezTo>
                        <a:cubicBezTo>
                          <a:pt x="487487" y="729823"/>
                          <a:pt x="478399" y="720868"/>
                          <a:pt x="466607" y="716701"/>
                        </a:cubicBezTo>
                        <a:cubicBezTo>
                          <a:pt x="464435" y="715947"/>
                          <a:pt x="461819" y="715371"/>
                          <a:pt x="459913" y="716435"/>
                        </a:cubicBezTo>
                        <a:cubicBezTo>
                          <a:pt x="458893" y="717012"/>
                          <a:pt x="458273" y="717987"/>
                          <a:pt x="457696" y="718873"/>
                        </a:cubicBezTo>
                        <a:cubicBezTo>
                          <a:pt x="445284" y="737537"/>
                          <a:pt x="417931" y="746846"/>
                          <a:pt x="391909" y="745383"/>
                        </a:cubicBezTo>
                        <a:cubicBezTo>
                          <a:pt x="380826" y="744762"/>
                          <a:pt x="369877" y="742502"/>
                          <a:pt x="358794" y="741526"/>
                        </a:cubicBezTo>
                        <a:cubicBezTo>
                          <a:pt x="366064" y="741039"/>
                          <a:pt x="373423" y="742103"/>
                          <a:pt x="380738" y="742723"/>
                        </a:cubicBezTo>
                        <a:cubicBezTo>
                          <a:pt x="395766" y="744009"/>
                          <a:pt x="411282" y="743521"/>
                          <a:pt x="425024" y="738822"/>
                        </a:cubicBezTo>
                        <a:cubicBezTo>
                          <a:pt x="438767" y="734079"/>
                          <a:pt x="450470" y="724592"/>
                          <a:pt x="453839" y="712490"/>
                        </a:cubicBezTo>
                        <a:cubicBezTo>
                          <a:pt x="455169" y="707702"/>
                          <a:pt x="455169" y="702737"/>
                          <a:pt x="454549" y="697772"/>
                        </a:cubicBezTo>
                        <a:cubicBezTo>
                          <a:pt x="453485" y="689083"/>
                          <a:pt x="450382" y="680394"/>
                          <a:pt x="445195" y="672636"/>
                        </a:cubicBezTo>
                        <a:cubicBezTo>
                          <a:pt x="442668" y="668824"/>
                          <a:pt x="439609" y="665188"/>
                          <a:pt x="436063" y="661908"/>
                        </a:cubicBezTo>
                        <a:cubicBezTo>
                          <a:pt x="433314" y="659381"/>
                          <a:pt x="427108" y="656500"/>
                          <a:pt x="426266" y="653352"/>
                        </a:cubicBezTo>
                        <a:cubicBezTo>
                          <a:pt x="429324" y="653796"/>
                          <a:pt x="432295" y="655081"/>
                          <a:pt x="434777" y="656677"/>
                        </a:cubicBezTo>
                        <a:cubicBezTo>
                          <a:pt x="439565" y="659736"/>
                          <a:pt x="443023" y="664036"/>
                          <a:pt x="445949" y="668424"/>
                        </a:cubicBezTo>
                        <a:cubicBezTo>
                          <a:pt x="455036" y="681946"/>
                          <a:pt x="460090" y="697240"/>
                          <a:pt x="460578" y="712490"/>
                        </a:cubicBezTo>
                        <a:cubicBezTo>
                          <a:pt x="470153" y="714839"/>
                          <a:pt x="479152" y="718873"/>
                          <a:pt x="486866" y="724238"/>
                        </a:cubicBezTo>
                        <a:cubicBezTo>
                          <a:pt x="490058" y="725080"/>
                          <a:pt x="493604" y="725035"/>
                          <a:pt x="496752" y="724149"/>
                        </a:cubicBezTo>
                        <a:cubicBezTo>
                          <a:pt x="501274" y="722907"/>
                          <a:pt x="505042" y="720248"/>
                          <a:pt x="508145" y="717277"/>
                        </a:cubicBezTo>
                        <a:cubicBezTo>
                          <a:pt x="513332" y="712312"/>
                          <a:pt x="516967" y="706283"/>
                          <a:pt x="518696" y="699856"/>
                        </a:cubicBezTo>
                        <a:cubicBezTo>
                          <a:pt x="519361" y="706860"/>
                          <a:pt x="516878" y="713908"/>
                          <a:pt x="511869" y="719361"/>
                        </a:cubicBezTo>
                        <a:cubicBezTo>
                          <a:pt x="507347" y="724281"/>
                          <a:pt x="500697" y="727784"/>
                          <a:pt x="493427" y="729335"/>
                        </a:cubicBezTo>
                        <a:cubicBezTo>
                          <a:pt x="495643" y="731419"/>
                          <a:pt x="497860" y="733724"/>
                          <a:pt x="498835" y="736429"/>
                        </a:cubicBezTo>
                        <a:close/>
                        <a:moveTo>
                          <a:pt x="564046" y="805585"/>
                        </a:moveTo>
                        <a:cubicBezTo>
                          <a:pt x="560544" y="807491"/>
                          <a:pt x="555889" y="806959"/>
                          <a:pt x="551678" y="806382"/>
                        </a:cubicBezTo>
                        <a:cubicBezTo>
                          <a:pt x="543654" y="805274"/>
                          <a:pt x="535630" y="804166"/>
                          <a:pt x="527562" y="803058"/>
                        </a:cubicBezTo>
                        <a:cubicBezTo>
                          <a:pt x="522907" y="802437"/>
                          <a:pt x="518119" y="801728"/>
                          <a:pt x="513997" y="799777"/>
                        </a:cubicBezTo>
                        <a:cubicBezTo>
                          <a:pt x="506416" y="796142"/>
                          <a:pt x="502382" y="788650"/>
                          <a:pt x="501805" y="781513"/>
                        </a:cubicBezTo>
                        <a:cubicBezTo>
                          <a:pt x="501229" y="774331"/>
                          <a:pt x="503534" y="767327"/>
                          <a:pt x="505840" y="760500"/>
                        </a:cubicBezTo>
                        <a:cubicBezTo>
                          <a:pt x="512268" y="741482"/>
                          <a:pt x="534699" y="711558"/>
                          <a:pt x="563958" y="729690"/>
                        </a:cubicBezTo>
                        <a:cubicBezTo>
                          <a:pt x="570962" y="734035"/>
                          <a:pt x="573843" y="740950"/>
                          <a:pt x="574597" y="748797"/>
                        </a:cubicBezTo>
                        <a:cubicBezTo>
                          <a:pt x="576370" y="750038"/>
                          <a:pt x="577567" y="751856"/>
                          <a:pt x="577656" y="753895"/>
                        </a:cubicBezTo>
                        <a:cubicBezTo>
                          <a:pt x="577789" y="756156"/>
                          <a:pt x="576548" y="758150"/>
                          <a:pt x="574597" y="759392"/>
                        </a:cubicBezTo>
                        <a:cubicBezTo>
                          <a:pt x="573533" y="771760"/>
                          <a:pt x="569676" y="784705"/>
                          <a:pt x="569322" y="793039"/>
                        </a:cubicBezTo>
                        <a:cubicBezTo>
                          <a:pt x="569144" y="797694"/>
                          <a:pt x="568657" y="803058"/>
                          <a:pt x="564046" y="805585"/>
                        </a:cubicBezTo>
                        <a:close/>
                        <a:moveTo>
                          <a:pt x="623228" y="811037"/>
                        </a:moveTo>
                        <a:cubicBezTo>
                          <a:pt x="622120" y="809618"/>
                          <a:pt x="620923" y="808023"/>
                          <a:pt x="618972" y="807624"/>
                        </a:cubicBezTo>
                        <a:cubicBezTo>
                          <a:pt x="617243" y="807269"/>
                          <a:pt x="615559" y="808067"/>
                          <a:pt x="614007" y="808776"/>
                        </a:cubicBezTo>
                        <a:cubicBezTo>
                          <a:pt x="604609" y="813210"/>
                          <a:pt x="578941" y="823893"/>
                          <a:pt x="568125" y="818219"/>
                        </a:cubicBezTo>
                        <a:cubicBezTo>
                          <a:pt x="579739" y="816712"/>
                          <a:pt x="590645" y="814008"/>
                          <a:pt x="600575" y="808865"/>
                        </a:cubicBezTo>
                        <a:cubicBezTo>
                          <a:pt x="606693" y="805717"/>
                          <a:pt x="623982" y="796053"/>
                          <a:pt x="624292" y="789182"/>
                        </a:cubicBezTo>
                        <a:cubicBezTo>
                          <a:pt x="624070" y="794723"/>
                          <a:pt x="623937" y="800708"/>
                          <a:pt x="627705" y="805407"/>
                        </a:cubicBezTo>
                        <a:cubicBezTo>
                          <a:pt x="634532" y="814008"/>
                          <a:pt x="650669" y="814407"/>
                          <a:pt x="657673" y="822918"/>
                        </a:cubicBezTo>
                        <a:cubicBezTo>
                          <a:pt x="645039" y="825223"/>
                          <a:pt x="630587" y="820258"/>
                          <a:pt x="623228" y="811037"/>
                        </a:cubicBezTo>
                        <a:close/>
                        <a:moveTo>
                          <a:pt x="666229" y="819505"/>
                        </a:moveTo>
                        <a:cubicBezTo>
                          <a:pt x="660067" y="818219"/>
                          <a:pt x="655058" y="814451"/>
                          <a:pt x="650359" y="810816"/>
                        </a:cubicBezTo>
                        <a:cubicBezTo>
                          <a:pt x="646723" y="808023"/>
                          <a:pt x="642911" y="805008"/>
                          <a:pt x="641537" y="801063"/>
                        </a:cubicBezTo>
                        <a:cubicBezTo>
                          <a:pt x="640650" y="798580"/>
                          <a:pt x="640428" y="795965"/>
                          <a:pt x="640783" y="793394"/>
                        </a:cubicBezTo>
                        <a:cubicBezTo>
                          <a:pt x="640384" y="793172"/>
                          <a:pt x="639985" y="792994"/>
                          <a:pt x="639630" y="792773"/>
                        </a:cubicBezTo>
                        <a:cubicBezTo>
                          <a:pt x="636527" y="791000"/>
                          <a:pt x="633513" y="788650"/>
                          <a:pt x="632804" y="785636"/>
                        </a:cubicBezTo>
                        <a:cubicBezTo>
                          <a:pt x="632227" y="783153"/>
                          <a:pt x="633202" y="780671"/>
                          <a:pt x="634444" y="778410"/>
                        </a:cubicBezTo>
                        <a:cubicBezTo>
                          <a:pt x="637148" y="773489"/>
                          <a:pt x="641005" y="768923"/>
                          <a:pt x="646191" y="765687"/>
                        </a:cubicBezTo>
                        <a:cubicBezTo>
                          <a:pt x="651334" y="762451"/>
                          <a:pt x="659934" y="759214"/>
                          <a:pt x="666406" y="762185"/>
                        </a:cubicBezTo>
                        <a:cubicBezTo>
                          <a:pt x="670263" y="763958"/>
                          <a:pt x="675184" y="766972"/>
                          <a:pt x="677400" y="770563"/>
                        </a:cubicBezTo>
                        <a:cubicBezTo>
                          <a:pt x="680193" y="771627"/>
                          <a:pt x="682898" y="773312"/>
                          <a:pt x="685424" y="775706"/>
                        </a:cubicBezTo>
                        <a:cubicBezTo>
                          <a:pt x="700541" y="790423"/>
                          <a:pt x="696862" y="825933"/>
                          <a:pt x="666229" y="819505"/>
                        </a:cubicBezTo>
                        <a:close/>
                        <a:moveTo>
                          <a:pt x="729489" y="786433"/>
                        </a:moveTo>
                        <a:cubicBezTo>
                          <a:pt x="728115" y="789891"/>
                          <a:pt x="727140" y="793482"/>
                          <a:pt x="726475" y="797073"/>
                        </a:cubicBezTo>
                        <a:cubicBezTo>
                          <a:pt x="726342" y="799644"/>
                          <a:pt x="725987" y="802171"/>
                          <a:pt x="725500" y="804698"/>
                        </a:cubicBezTo>
                        <a:cubicBezTo>
                          <a:pt x="725633" y="802127"/>
                          <a:pt x="726032" y="799600"/>
                          <a:pt x="726475" y="797073"/>
                        </a:cubicBezTo>
                        <a:cubicBezTo>
                          <a:pt x="726608" y="794635"/>
                          <a:pt x="726563" y="792197"/>
                          <a:pt x="726386" y="789758"/>
                        </a:cubicBezTo>
                        <a:cubicBezTo>
                          <a:pt x="726120" y="786478"/>
                          <a:pt x="725500" y="783153"/>
                          <a:pt x="723638" y="780183"/>
                        </a:cubicBezTo>
                        <a:cubicBezTo>
                          <a:pt x="722042" y="777656"/>
                          <a:pt x="719559" y="775528"/>
                          <a:pt x="716988" y="773577"/>
                        </a:cubicBezTo>
                        <a:cubicBezTo>
                          <a:pt x="709230" y="767726"/>
                          <a:pt x="700453" y="763825"/>
                          <a:pt x="691187" y="760057"/>
                        </a:cubicBezTo>
                        <a:cubicBezTo>
                          <a:pt x="696019" y="758328"/>
                          <a:pt x="702270" y="762140"/>
                          <a:pt x="706703" y="764401"/>
                        </a:cubicBezTo>
                        <a:cubicBezTo>
                          <a:pt x="709141" y="765643"/>
                          <a:pt x="711491" y="766972"/>
                          <a:pt x="714195" y="767637"/>
                        </a:cubicBezTo>
                        <a:cubicBezTo>
                          <a:pt x="716899" y="768302"/>
                          <a:pt x="720047" y="768169"/>
                          <a:pt x="722042" y="766618"/>
                        </a:cubicBezTo>
                        <a:cubicBezTo>
                          <a:pt x="723017" y="765864"/>
                          <a:pt x="723638" y="764844"/>
                          <a:pt x="724081" y="763736"/>
                        </a:cubicBezTo>
                        <a:cubicBezTo>
                          <a:pt x="723372" y="755845"/>
                          <a:pt x="725278" y="747866"/>
                          <a:pt x="730154" y="741260"/>
                        </a:cubicBezTo>
                        <a:cubicBezTo>
                          <a:pt x="728603" y="748131"/>
                          <a:pt x="726830" y="754959"/>
                          <a:pt x="724790" y="761741"/>
                        </a:cubicBezTo>
                        <a:cubicBezTo>
                          <a:pt x="724613" y="762406"/>
                          <a:pt x="724347" y="763071"/>
                          <a:pt x="724081" y="763736"/>
                        </a:cubicBezTo>
                        <a:cubicBezTo>
                          <a:pt x="724170" y="764711"/>
                          <a:pt x="724303" y="765687"/>
                          <a:pt x="724436" y="766706"/>
                        </a:cubicBezTo>
                        <a:cubicBezTo>
                          <a:pt x="725943" y="775484"/>
                          <a:pt x="730598" y="783907"/>
                          <a:pt x="736981" y="791177"/>
                        </a:cubicBezTo>
                        <a:cubicBezTo>
                          <a:pt x="734942" y="789093"/>
                          <a:pt x="732371" y="787453"/>
                          <a:pt x="729489" y="786433"/>
                        </a:cubicBezTo>
                        <a:close/>
                        <a:moveTo>
                          <a:pt x="807468" y="741127"/>
                        </a:moveTo>
                        <a:cubicBezTo>
                          <a:pt x="802325" y="752786"/>
                          <a:pt x="799754" y="765066"/>
                          <a:pt x="800463" y="777656"/>
                        </a:cubicBezTo>
                        <a:cubicBezTo>
                          <a:pt x="800729" y="782089"/>
                          <a:pt x="801305" y="786744"/>
                          <a:pt x="799222" y="790778"/>
                        </a:cubicBezTo>
                        <a:cubicBezTo>
                          <a:pt x="795543" y="797959"/>
                          <a:pt x="784903" y="800487"/>
                          <a:pt x="775461" y="800797"/>
                        </a:cubicBezTo>
                        <a:cubicBezTo>
                          <a:pt x="770584" y="800974"/>
                          <a:pt x="765442" y="800708"/>
                          <a:pt x="761142" y="798624"/>
                        </a:cubicBezTo>
                        <a:cubicBezTo>
                          <a:pt x="757551" y="796940"/>
                          <a:pt x="754847" y="794103"/>
                          <a:pt x="752719" y="791177"/>
                        </a:cubicBezTo>
                        <a:cubicBezTo>
                          <a:pt x="746690" y="783020"/>
                          <a:pt x="744340" y="773356"/>
                          <a:pt x="745094" y="763958"/>
                        </a:cubicBezTo>
                        <a:cubicBezTo>
                          <a:pt x="742301" y="762273"/>
                          <a:pt x="739774" y="760101"/>
                          <a:pt x="739109" y="757308"/>
                        </a:cubicBezTo>
                        <a:cubicBezTo>
                          <a:pt x="738533" y="754825"/>
                          <a:pt x="739508" y="752343"/>
                          <a:pt x="740749" y="750082"/>
                        </a:cubicBezTo>
                        <a:cubicBezTo>
                          <a:pt x="743454" y="745162"/>
                          <a:pt x="747310" y="740595"/>
                          <a:pt x="752497" y="737359"/>
                        </a:cubicBezTo>
                        <a:cubicBezTo>
                          <a:pt x="754359" y="736207"/>
                          <a:pt x="756709" y="735010"/>
                          <a:pt x="759235" y="734123"/>
                        </a:cubicBezTo>
                        <a:cubicBezTo>
                          <a:pt x="770806" y="720602"/>
                          <a:pt x="788671" y="707214"/>
                          <a:pt x="803034" y="715770"/>
                        </a:cubicBezTo>
                        <a:cubicBezTo>
                          <a:pt x="807955" y="718696"/>
                          <a:pt x="810127" y="722331"/>
                          <a:pt x="810704" y="726188"/>
                        </a:cubicBezTo>
                        <a:cubicBezTo>
                          <a:pt x="811502" y="727207"/>
                          <a:pt x="812034" y="728404"/>
                          <a:pt x="812078" y="729735"/>
                        </a:cubicBezTo>
                        <a:cubicBezTo>
                          <a:pt x="812167" y="731596"/>
                          <a:pt x="811369" y="733325"/>
                          <a:pt x="809950" y="734566"/>
                        </a:cubicBezTo>
                        <a:cubicBezTo>
                          <a:pt x="809241" y="736827"/>
                          <a:pt x="808398" y="739044"/>
                          <a:pt x="807468" y="741127"/>
                        </a:cubicBezTo>
                        <a:close/>
                        <a:moveTo>
                          <a:pt x="775106" y="691920"/>
                        </a:moveTo>
                        <a:cubicBezTo>
                          <a:pt x="769697" y="691255"/>
                          <a:pt x="764112" y="689526"/>
                          <a:pt x="760565" y="685980"/>
                        </a:cubicBezTo>
                        <a:cubicBezTo>
                          <a:pt x="749261" y="674587"/>
                          <a:pt x="764333" y="656500"/>
                          <a:pt x="773554" y="648342"/>
                        </a:cubicBezTo>
                        <a:cubicBezTo>
                          <a:pt x="782598" y="640319"/>
                          <a:pt x="794523" y="639344"/>
                          <a:pt x="805162" y="646880"/>
                        </a:cubicBezTo>
                        <a:cubicBezTo>
                          <a:pt x="805606" y="647190"/>
                          <a:pt x="806093" y="647545"/>
                          <a:pt x="806536" y="647944"/>
                        </a:cubicBezTo>
                        <a:cubicBezTo>
                          <a:pt x="811590" y="646215"/>
                          <a:pt x="816999" y="646481"/>
                          <a:pt x="822052" y="650382"/>
                        </a:cubicBezTo>
                        <a:cubicBezTo>
                          <a:pt x="827638" y="654726"/>
                          <a:pt x="825289" y="659691"/>
                          <a:pt x="820235" y="664169"/>
                        </a:cubicBezTo>
                        <a:cubicBezTo>
                          <a:pt x="819969" y="664745"/>
                          <a:pt x="819570" y="665233"/>
                          <a:pt x="819127" y="665720"/>
                        </a:cubicBezTo>
                        <a:cubicBezTo>
                          <a:pt x="820589" y="670198"/>
                          <a:pt x="820900" y="674675"/>
                          <a:pt x="819304" y="678488"/>
                        </a:cubicBezTo>
                        <a:cubicBezTo>
                          <a:pt x="814161" y="690369"/>
                          <a:pt x="788095" y="693472"/>
                          <a:pt x="775106" y="691920"/>
                        </a:cubicBezTo>
                        <a:close/>
                        <a:moveTo>
                          <a:pt x="824313" y="745694"/>
                        </a:moveTo>
                        <a:cubicBezTo>
                          <a:pt x="821964" y="745694"/>
                          <a:pt x="820013" y="744142"/>
                          <a:pt x="819880" y="742191"/>
                        </a:cubicBezTo>
                        <a:cubicBezTo>
                          <a:pt x="819792" y="740241"/>
                          <a:pt x="821609" y="738645"/>
                          <a:pt x="823959" y="738645"/>
                        </a:cubicBezTo>
                        <a:cubicBezTo>
                          <a:pt x="826308" y="738645"/>
                          <a:pt x="828259" y="740197"/>
                          <a:pt x="828392" y="742147"/>
                        </a:cubicBezTo>
                        <a:cubicBezTo>
                          <a:pt x="828480" y="744098"/>
                          <a:pt x="826663" y="745694"/>
                          <a:pt x="824313" y="745694"/>
                        </a:cubicBezTo>
                        <a:close/>
                        <a:moveTo>
                          <a:pt x="833091" y="677202"/>
                        </a:moveTo>
                        <a:cubicBezTo>
                          <a:pt x="830741" y="677202"/>
                          <a:pt x="828791" y="675650"/>
                          <a:pt x="828658" y="673700"/>
                        </a:cubicBezTo>
                        <a:cubicBezTo>
                          <a:pt x="828525" y="671749"/>
                          <a:pt x="830387" y="670153"/>
                          <a:pt x="832736" y="670153"/>
                        </a:cubicBezTo>
                        <a:cubicBezTo>
                          <a:pt x="835086" y="670153"/>
                          <a:pt x="837036" y="671705"/>
                          <a:pt x="837169" y="673656"/>
                        </a:cubicBezTo>
                        <a:cubicBezTo>
                          <a:pt x="837302" y="675606"/>
                          <a:pt x="835440" y="677202"/>
                          <a:pt x="833091" y="677202"/>
                        </a:cubicBezTo>
                        <a:close/>
                        <a:moveTo>
                          <a:pt x="857694" y="817643"/>
                        </a:moveTo>
                        <a:cubicBezTo>
                          <a:pt x="856631" y="817554"/>
                          <a:pt x="855522" y="817376"/>
                          <a:pt x="854547" y="817022"/>
                        </a:cubicBezTo>
                        <a:cubicBezTo>
                          <a:pt x="853971" y="816844"/>
                          <a:pt x="853439" y="816579"/>
                          <a:pt x="852951" y="816268"/>
                        </a:cubicBezTo>
                        <a:cubicBezTo>
                          <a:pt x="844395" y="810594"/>
                          <a:pt x="854503" y="804077"/>
                          <a:pt x="862571" y="808688"/>
                        </a:cubicBezTo>
                        <a:cubicBezTo>
                          <a:pt x="871703" y="813919"/>
                          <a:pt x="868689" y="818707"/>
                          <a:pt x="857694" y="817643"/>
                        </a:cubicBezTo>
                        <a:close/>
                        <a:moveTo>
                          <a:pt x="891608" y="733946"/>
                        </a:moveTo>
                        <a:cubicBezTo>
                          <a:pt x="886510" y="741083"/>
                          <a:pt x="885978" y="749905"/>
                          <a:pt x="885623" y="758328"/>
                        </a:cubicBezTo>
                        <a:cubicBezTo>
                          <a:pt x="885002" y="772070"/>
                          <a:pt x="884337" y="785768"/>
                          <a:pt x="883717" y="799511"/>
                        </a:cubicBezTo>
                        <a:cubicBezTo>
                          <a:pt x="876003" y="786700"/>
                          <a:pt x="874585" y="771494"/>
                          <a:pt x="879904" y="758239"/>
                        </a:cubicBezTo>
                        <a:cubicBezTo>
                          <a:pt x="867137" y="773223"/>
                          <a:pt x="854370" y="788207"/>
                          <a:pt x="841558" y="803191"/>
                        </a:cubicBezTo>
                        <a:cubicBezTo>
                          <a:pt x="848518" y="793571"/>
                          <a:pt x="855522" y="783907"/>
                          <a:pt x="862482" y="774287"/>
                        </a:cubicBezTo>
                        <a:cubicBezTo>
                          <a:pt x="868733" y="765687"/>
                          <a:pt x="875072" y="756821"/>
                          <a:pt x="877422" y="746846"/>
                        </a:cubicBezTo>
                        <a:cubicBezTo>
                          <a:pt x="880215" y="735143"/>
                          <a:pt x="876978" y="722331"/>
                          <a:pt x="868777" y="712223"/>
                        </a:cubicBezTo>
                        <a:cubicBezTo>
                          <a:pt x="861507" y="703269"/>
                          <a:pt x="851666" y="698703"/>
                          <a:pt x="840627" y="693782"/>
                        </a:cubicBezTo>
                        <a:cubicBezTo>
                          <a:pt x="845104" y="689083"/>
                          <a:pt x="860842" y="696796"/>
                          <a:pt x="865364" y="700166"/>
                        </a:cubicBezTo>
                        <a:cubicBezTo>
                          <a:pt x="873698" y="706416"/>
                          <a:pt x="876845" y="715947"/>
                          <a:pt x="882032" y="724238"/>
                        </a:cubicBezTo>
                        <a:cubicBezTo>
                          <a:pt x="882919" y="725656"/>
                          <a:pt x="884027" y="727163"/>
                          <a:pt x="885845" y="727784"/>
                        </a:cubicBezTo>
                        <a:cubicBezTo>
                          <a:pt x="887573" y="728360"/>
                          <a:pt x="889435" y="727917"/>
                          <a:pt x="891164" y="727518"/>
                        </a:cubicBezTo>
                        <a:cubicBezTo>
                          <a:pt x="895464" y="726498"/>
                          <a:pt x="899720" y="725478"/>
                          <a:pt x="904020" y="724459"/>
                        </a:cubicBezTo>
                        <a:cubicBezTo>
                          <a:pt x="907389" y="723041"/>
                          <a:pt x="911113" y="722154"/>
                          <a:pt x="914926" y="721888"/>
                        </a:cubicBezTo>
                        <a:cubicBezTo>
                          <a:pt x="911291" y="722730"/>
                          <a:pt x="907655" y="723617"/>
                          <a:pt x="904020" y="724459"/>
                        </a:cubicBezTo>
                        <a:cubicBezTo>
                          <a:pt x="898922" y="726542"/>
                          <a:pt x="894533" y="729823"/>
                          <a:pt x="891608" y="733946"/>
                        </a:cubicBezTo>
                        <a:close/>
                        <a:moveTo>
                          <a:pt x="960188" y="756599"/>
                        </a:moveTo>
                        <a:cubicBezTo>
                          <a:pt x="959212" y="756599"/>
                          <a:pt x="958237" y="756421"/>
                          <a:pt x="957351" y="756156"/>
                        </a:cubicBezTo>
                        <a:cubicBezTo>
                          <a:pt x="953848" y="758904"/>
                          <a:pt x="949504" y="761431"/>
                          <a:pt x="945470" y="763426"/>
                        </a:cubicBezTo>
                        <a:cubicBezTo>
                          <a:pt x="945470" y="774376"/>
                          <a:pt x="949282" y="786567"/>
                          <a:pt x="947819" y="797029"/>
                        </a:cubicBezTo>
                        <a:cubicBezTo>
                          <a:pt x="946401" y="807047"/>
                          <a:pt x="935407" y="812013"/>
                          <a:pt x="924812" y="814672"/>
                        </a:cubicBezTo>
                        <a:cubicBezTo>
                          <a:pt x="919625" y="815958"/>
                          <a:pt x="913950" y="816978"/>
                          <a:pt x="908808" y="815337"/>
                        </a:cubicBezTo>
                        <a:cubicBezTo>
                          <a:pt x="903666" y="813653"/>
                          <a:pt x="900031" y="809618"/>
                          <a:pt x="897814" y="805363"/>
                        </a:cubicBezTo>
                        <a:cubicBezTo>
                          <a:pt x="888992" y="788606"/>
                          <a:pt x="897903" y="769987"/>
                          <a:pt x="900297" y="752121"/>
                        </a:cubicBezTo>
                        <a:cubicBezTo>
                          <a:pt x="901981" y="739576"/>
                          <a:pt x="904641" y="727784"/>
                          <a:pt x="923083" y="727651"/>
                        </a:cubicBezTo>
                        <a:cubicBezTo>
                          <a:pt x="934742" y="727562"/>
                          <a:pt x="940416" y="732616"/>
                          <a:pt x="943165" y="739487"/>
                        </a:cubicBezTo>
                        <a:cubicBezTo>
                          <a:pt x="948795" y="737004"/>
                          <a:pt x="954957" y="736694"/>
                          <a:pt x="960675" y="741127"/>
                        </a:cubicBezTo>
                        <a:cubicBezTo>
                          <a:pt x="961562" y="741837"/>
                          <a:pt x="962227" y="742546"/>
                          <a:pt x="962759" y="743300"/>
                        </a:cubicBezTo>
                        <a:cubicBezTo>
                          <a:pt x="965818" y="744319"/>
                          <a:pt x="968034" y="746757"/>
                          <a:pt x="968167" y="749639"/>
                        </a:cubicBezTo>
                        <a:cubicBezTo>
                          <a:pt x="968300" y="753496"/>
                          <a:pt x="964754" y="756599"/>
                          <a:pt x="960188" y="756599"/>
                        </a:cubicBezTo>
                        <a:close/>
                        <a:moveTo>
                          <a:pt x="980447" y="765598"/>
                        </a:moveTo>
                        <a:cubicBezTo>
                          <a:pt x="978097" y="765598"/>
                          <a:pt x="976147" y="764047"/>
                          <a:pt x="976014" y="762096"/>
                        </a:cubicBezTo>
                        <a:cubicBezTo>
                          <a:pt x="975881" y="760146"/>
                          <a:pt x="977743" y="758550"/>
                          <a:pt x="980092" y="758550"/>
                        </a:cubicBezTo>
                        <a:cubicBezTo>
                          <a:pt x="982442" y="758550"/>
                          <a:pt x="984392" y="760101"/>
                          <a:pt x="984525" y="762051"/>
                        </a:cubicBezTo>
                        <a:cubicBezTo>
                          <a:pt x="984658" y="764002"/>
                          <a:pt x="982752" y="765598"/>
                          <a:pt x="980447" y="765598"/>
                        </a:cubicBezTo>
                        <a:close/>
                        <a:moveTo>
                          <a:pt x="988870" y="812234"/>
                        </a:moveTo>
                        <a:cubicBezTo>
                          <a:pt x="992062" y="809442"/>
                          <a:pt x="995076" y="806516"/>
                          <a:pt x="998091" y="803590"/>
                        </a:cubicBezTo>
                        <a:cubicBezTo>
                          <a:pt x="1002878" y="798403"/>
                          <a:pt x="1006957" y="792729"/>
                          <a:pt x="1009883" y="786611"/>
                        </a:cubicBezTo>
                        <a:cubicBezTo>
                          <a:pt x="1012188" y="781868"/>
                          <a:pt x="1013872" y="776814"/>
                          <a:pt x="1013784" y="771627"/>
                        </a:cubicBezTo>
                        <a:cubicBezTo>
                          <a:pt x="1013562" y="763470"/>
                          <a:pt x="1008730" y="755624"/>
                          <a:pt x="1002258" y="749284"/>
                        </a:cubicBezTo>
                        <a:cubicBezTo>
                          <a:pt x="995785" y="742989"/>
                          <a:pt x="987673" y="737980"/>
                          <a:pt x="979649" y="733015"/>
                        </a:cubicBezTo>
                        <a:cubicBezTo>
                          <a:pt x="975570" y="730488"/>
                          <a:pt x="968788" y="727651"/>
                          <a:pt x="970206" y="722863"/>
                        </a:cubicBezTo>
                        <a:cubicBezTo>
                          <a:pt x="980137" y="723927"/>
                          <a:pt x="989446" y="731685"/>
                          <a:pt x="995874" y="737803"/>
                        </a:cubicBezTo>
                        <a:cubicBezTo>
                          <a:pt x="1003233" y="744807"/>
                          <a:pt x="1009484" y="752609"/>
                          <a:pt x="1017375" y="759170"/>
                        </a:cubicBezTo>
                        <a:cubicBezTo>
                          <a:pt x="1018838" y="760411"/>
                          <a:pt x="1020522" y="761653"/>
                          <a:pt x="1022561" y="761919"/>
                        </a:cubicBezTo>
                        <a:cubicBezTo>
                          <a:pt x="1024157" y="762140"/>
                          <a:pt x="1025798" y="761697"/>
                          <a:pt x="1027305" y="761254"/>
                        </a:cubicBezTo>
                        <a:cubicBezTo>
                          <a:pt x="1037944" y="758239"/>
                          <a:pt x="1048628" y="755180"/>
                          <a:pt x="1059267" y="752166"/>
                        </a:cubicBezTo>
                        <a:cubicBezTo>
                          <a:pt x="1049736" y="755845"/>
                          <a:pt x="1040205" y="759525"/>
                          <a:pt x="1030718" y="763160"/>
                        </a:cubicBezTo>
                        <a:cubicBezTo>
                          <a:pt x="1025931" y="765022"/>
                          <a:pt x="1020699" y="767283"/>
                          <a:pt x="1019192" y="771494"/>
                        </a:cubicBezTo>
                        <a:cubicBezTo>
                          <a:pt x="1018483" y="773489"/>
                          <a:pt x="1018749" y="775706"/>
                          <a:pt x="1018439" y="777789"/>
                        </a:cubicBezTo>
                        <a:cubicBezTo>
                          <a:pt x="1017818" y="782134"/>
                          <a:pt x="1014759" y="785857"/>
                          <a:pt x="1011700" y="789359"/>
                        </a:cubicBezTo>
                        <a:cubicBezTo>
                          <a:pt x="1007400" y="794236"/>
                          <a:pt x="1002790" y="798979"/>
                          <a:pt x="998046" y="803545"/>
                        </a:cubicBezTo>
                        <a:cubicBezTo>
                          <a:pt x="995253" y="806649"/>
                          <a:pt x="992239" y="809575"/>
                          <a:pt x="988870" y="812234"/>
                        </a:cubicBezTo>
                        <a:close/>
                        <a:moveTo>
                          <a:pt x="1065562" y="814229"/>
                        </a:moveTo>
                        <a:cubicBezTo>
                          <a:pt x="1059533" y="815648"/>
                          <a:pt x="1053061" y="815604"/>
                          <a:pt x="1046722" y="815515"/>
                        </a:cubicBezTo>
                        <a:cubicBezTo>
                          <a:pt x="1035417" y="815337"/>
                          <a:pt x="1024113" y="815027"/>
                          <a:pt x="1012808" y="814584"/>
                        </a:cubicBezTo>
                        <a:cubicBezTo>
                          <a:pt x="1009750" y="814451"/>
                          <a:pt x="1005627" y="813475"/>
                          <a:pt x="1005627" y="810949"/>
                        </a:cubicBezTo>
                        <a:cubicBezTo>
                          <a:pt x="1005627" y="809796"/>
                          <a:pt x="1006602" y="808821"/>
                          <a:pt x="1007533" y="807978"/>
                        </a:cubicBezTo>
                        <a:cubicBezTo>
                          <a:pt x="1018306" y="798093"/>
                          <a:pt x="1029034" y="788162"/>
                          <a:pt x="1039806" y="778277"/>
                        </a:cubicBezTo>
                        <a:cubicBezTo>
                          <a:pt x="1044461" y="774021"/>
                          <a:pt x="1049293" y="769588"/>
                          <a:pt x="1055765" y="767416"/>
                        </a:cubicBezTo>
                        <a:cubicBezTo>
                          <a:pt x="1060908" y="765687"/>
                          <a:pt x="1066671" y="765509"/>
                          <a:pt x="1072301" y="765509"/>
                        </a:cubicBezTo>
                        <a:cubicBezTo>
                          <a:pt x="1077709" y="765509"/>
                          <a:pt x="1083162" y="765643"/>
                          <a:pt x="1088614" y="765864"/>
                        </a:cubicBezTo>
                        <a:lnTo>
                          <a:pt x="1090033" y="778321"/>
                        </a:lnTo>
                        <a:cubicBezTo>
                          <a:pt x="1093225" y="793394"/>
                          <a:pt x="1083073" y="810107"/>
                          <a:pt x="1065562" y="814229"/>
                        </a:cubicBezTo>
                        <a:close/>
                        <a:moveTo>
                          <a:pt x="1122838" y="772558"/>
                        </a:moveTo>
                        <a:cubicBezTo>
                          <a:pt x="1118183" y="763293"/>
                          <a:pt x="1117119" y="752653"/>
                          <a:pt x="1117651" y="742590"/>
                        </a:cubicBezTo>
                        <a:cubicBezTo>
                          <a:pt x="1115922" y="752476"/>
                          <a:pt x="1104840" y="760367"/>
                          <a:pt x="1092782" y="760322"/>
                        </a:cubicBezTo>
                        <a:cubicBezTo>
                          <a:pt x="1099077" y="755757"/>
                          <a:pt x="1104707" y="750570"/>
                          <a:pt x="1109539" y="744851"/>
                        </a:cubicBezTo>
                        <a:cubicBezTo>
                          <a:pt x="1113440" y="740241"/>
                          <a:pt x="1116853" y="734478"/>
                          <a:pt x="1114504" y="729025"/>
                        </a:cubicBezTo>
                        <a:cubicBezTo>
                          <a:pt x="1112908" y="725346"/>
                          <a:pt x="1109007" y="722730"/>
                          <a:pt x="1105771" y="719893"/>
                        </a:cubicBezTo>
                        <a:cubicBezTo>
                          <a:pt x="1102800" y="717277"/>
                          <a:pt x="1099476" y="714219"/>
                          <a:pt x="1099476" y="710850"/>
                        </a:cubicBezTo>
                        <a:cubicBezTo>
                          <a:pt x="1117430" y="716302"/>
                          <a:pt x="1136403" y="719405"/>
                          <a:pt x="1150722" y="706239"/>
                        </a:cubicBezTo>
                        <a:cubicBezTo>
                          <a:pt x="1146511" y="711293"/>
                          <a:pt x="1142122" y="716480"/>
                          <a:pt x="1135650" y="719449"/>
                        </a:cubicBezTo>
                        <a:cubicBezTo>
                          <a:pt x="1133300" y="720513"/>
                          <a:pt x="1130729" y="721267"/>
                          <a:pt x="1128690" y="722686"/>
                        </a:cubicBezTo>
                        <a:cubicBezTo>
                          <a:pt x="1124567" y="725567"/>
                          <a:pt x="1123459" y="730399"/>
                          <a:pt x="1122794" y="734921"/>
                        </a:cubicBezTo>
                        <a:cubicBezTo>
                          <a:pt x="1121419" y="744230"/>
                          <a:pt x="1120976" y="753673"/>
                          <a:pt x="1121419" y="763115"/>
                        </a:cubicBezTo>
                        <a:cubicBezTo>
                          <a:pt x="1121552" y="766219"/>
                          <a:pt x="1121951" y="769499"/>
                          <a:pt x="1122838" y="772558"/>
                        </a:cubicBezTo>
                        <a:cubicBezTo>
                          <a:pt x="1124922" y="776725"/>
                          <a:pt x="1127670" y="780626"/>
                          <a:pt x="1131438" y="784040"/>
                        </a:cubicBezTo>
                        <a:cubicBezTo>
                          <a:pt x="1126695" y="781468"/>
                          <a:pt x="1124212" y="777213"/>
                          <a:pt x="1122838" y="772558"/>
                        </a:cubicBezTo>
                        <a:close/>
                        <a:moveTo>
                          <a:pt x="1198821" y="801728"/>
                        </a:moveTo>
                        <a:cubicBezTo>
                          <a:pt x="1197580" y="804609"/>
                          <a:pt x="1195585" y="807314"/>
                          <a:pt x="1192659" y="809175"/>
                        </a:cubicBezTo>
                        <a:cubicBezTo>
                          <a:pt x="1189999" y="810860"/>
                          <a:pt x="1186630" y="811791"/>
                          <a:pt x="1183261" y="812146"/>
                        </a:cubicBezTo>
                        <a:cubicBezTo>
                          <a:pt x="1167790" y="813875"/>
                          <a:pt x="1152229" y="804609"/>
                          <a:pt x="1145048" y="792773"/>
                        </a:cubicBezTo>
                        <a:cubicBezTo>
                          <a:pt x="1138753" y="782400"/>
                          <a:pt x="1137777" y="770608"/>
                          <a:pt x="1138886" y="759170"/>
                        </a:cubicBezTo>
                        <a:cubicBezTo>
                          <a:pt x="1135871" y="757397"/>
                          <a:pt x="1132945" y="755092"/>
                          <a:pt x="1132236" y="752121"/>
                        </a:cubicBezTo>
                        <a:cubicBezTo>
                          <a:pt x="1131660" y="749639"/>
                          <a:pt x="1132635" y="747156"/>
                          <a:pt x="1133876" y="744895"/>
                        </a:cubicBezTo>
                        <a:cubicBezTo>
                          <a:pt x="1136581" y="739975"/>
                          <a:pt x="1140437" y="735408"/>
                          <a:pt x="1145624" y="732172"/>
                        </a:cubicBezTo>
                        <a:cubicBezTo>
                          <a:pt x="1145757" y="732084"/>
                          <a:pt x="1145890" y="732039"/>
                          <a:pt x="1145979" y="731951"/>
                        </a:cubicBezTo>
                        <a:cubicBezTo>
                          <a:pt x="1148107" y="727606"/>
                          <a:pt x="1150767" y="723528"/>
                          <a:pt x="1154180" y="719804"/>
                        </a:cubicBezTo>
                        <a:cubicBezTo>
                          <a:pt x="1163135" y="710096"/>
                          <a:pt x="1178030" y="703490"/>
                          <a:pt x="1192881" y="705529"/>
                        </a:cubicBezTo>
                        <a:lnTo>
                          <a:pt x="1194166" y="717189"/>
                        </a:lnTo>
                        <a:cubicBezTo>
                          <a:pt x="1194477" y="716878"/>
                          <a:pt x="1194965" y="716701"/>
                          <a:pt x="1195363" y="716967"/>
                        </a:cubicBezTo>
                        <a:cubicBezTo>
                          <a:pt x="1196206" y="717499"/>
                          <a:pt x="1196073" y="718519"/>
                          <a:pt x="1195851" y="719361"/>
                        </a:cubicBezTo>
                        <a:cubicBezTo>
                          <a:pt x="1195718" y="719893"/>
                          <a:pt x="1195585" y="720380"/>
                          <a:pt x="1195452" y="720913"/>
                        </a:cubicBezTo>
                        <a:cubicBezTo>
                          <a:pt x="1195895" y="721710"/>
                          <a:pt x="1196161" y="722597"/>
                          <a:pt x="1196206" y="723528"/>
                        </a:cubicBezTo>
                        <a:cubicBezTo>
                          <a:pt x="1196294" y="725656"/>
                          <a:pt x="1195230" y="727518"/>
                          <a:pt x="1193502" y="728759"/>
                        </a:cubicBezTo>
                        <a:cubicBezTo>
                          <a:pt x="1191285" y="738512"/>
                          <a:pt x="1189866" y="748442"/>
                          <a:pt x="1191817" y="758283"/>
                        </a:cubicBezTo>
                        <a:cubicBezTo>
                          <a:pt x="1194743" y="772957"/>
                          <a:pt x="1204762" y="787985"/>
                          <a:pt x="1198821" y="801728"/>
                        </a:cubicBezTo>
                        <a:close/>
                        <a:moveTo>
                          <a:pt x="1208574" y="739443"/>
                        </a:moveTo>
                        <a:cubicBezTo>
                          <a:pt x="1206224" y="739443"/>
                          <a:pt x="1204274" y="737891"/>
                          <a:pt x="1204141" y="735940"/>
                        </a:cubicBezTo>
                        <a:cubicBezTo>
                          <a:pt x="1204052" y="733990"/>
                          <a:pt x="1205870" y="732394"/>
                          <a:pt x="1208219" y="732394"/>
                        </a:cubicBezTo>
                        <a:cubicBezTo>
                          <a:pt x="1210569" y="732394"/>
                          <a:pt x="1212520" y="733946"/>
                          <a:pt x="1212653" y="735896"/>
                        </a:cubicBezTo>
                        <a:cubicBezTo>
                          <a:pt x="1212741" y="737803"/>
                          <a:pt x="1210924" y="739398"/>
                          <a:pt x="1208574" y="739443"/>
                        </a:cubicBezTo>
                        <a:close/>
                        <a:moveTo>
                          <a:pt x="1159721" y="683408"/>
                        </a:moveTo>
                        <a:cubicBezTo>
                          <a:pt x="1157017" y="682611"/>
                          <a:pt x="1154180" y="681724"/>
                          <a:pt x="1152362" y="679907"/>
                        </a:cubicBezTo>
                        <a:cubicBezTo>
                          <a:pt x="1149880" y="677379"/>
                          <a:pt x="1150013" y="673833"/>
                          <a:pt x="1150367" y="670685"/>
                        </a:cubicBezTo>
                        <a:cubicBezTo>
                          <a:pt x="1150988" y="664878"/>
                          <a:pt x="1151919" y="659071"/>
                          <a:pt x="1153072" y="653308"/>
                        </a:cubicBezTo>
                        <a:cubicBezTo>
                          <a:pt x="1155865" y="639565"/>
                          <a:pt x="1162027" y="624271"/>
                          <a:pt x="1177587" y="619350"/>
                        </a:cubicBezTo>
                        <a:cubicBezTo>
                          <a:pt x="1189600" y="615538"/>
                          <a:pt x="1203299" y="619217"/>
                          <a:pt x="1215623" y="623030"/>
                        </a:cubicBezTo>
                        <a:lnTo>
                          <a:pt x="1218371" y="633447"/>
                        </a:lnTo>
                        <a:cubicBezTo>
                          <a:pt x="1221563" y="638679"/>
                          <a:pt x="1224932" y="643865"/>
                          <a:pt x="1228434" y="648963"/>
                        </a:cubicBezTo>
                        <a:cubicBezTo>
                          <a:pt x="1228567" y="648963"/>
                          <a:pt x="1228700" y="648919"/>
                          <a:pt x="1228833" y="648875"/>
                        </a:cubicBezTo>
                        <a:cubicBezTo>
                          <a:pt x="1231183" y="648875"/>
                          <a:pt x="1233133" y="650426"/>
                          <a:pt x="1233266" y="652377"/>
                        </a:cubicBezTo>
                        <a:cubicBezTo>
                          <a:pt x="1233311" y="653175"/>
                          <a:pt x="1232956" y="653928"/>
                          <a:pt x="1232424" y="654504"/>
                        </a:cubicBezTo>
                        <a:cubicBezTo>
                          <a:pt x="1233887" y="656544"/>
                          <a:pt x="1235261" y="658628"/>
                          <a:pt x="1236769" y="660622"/>
                        </a:cubicBezTo>
                        <a:cubicBezTo>
                          <a:pt x="1242221" y="667937"/>
                          <a:pt x="1248206" y="675473"/>
                          <a:pt x="1249359" y="683940"/>
                        </a:cubicBezTo>
                        <a:cubicBezTo>
                          <a:pt x="1250511" y="692408"/>
                          <a:pt x="1244970" y="702028"/>
                          <a:pt x="1234907" y="703269"/>
                        </a:cubicBezTo>
                        <a:cubicBezTo>
                          <a:pt x="1230075" y="703845"/>
                          <a:pt x="1225198" y="702471"/>
                          <a:pt x="1220499" y="701096"/>
                        </a:cubicBezTo>
                        <a:cubicBezTo>
                          <a:pt x="1200240" y="695201"/>
                          <a:pt x="1179981" y="689305"/>
                          <a:pt x="1159721" y="683408"/>
                        </a:cubicBezTo>
                        <a:close/>
                        <a:moveTo>
                          <a:pt x="1244925" y="797162"/>
                        </a:moveTo>
                        <a:cubicBezTo>
                          <a:pt x="1258845" y="783907"/>
                          <a:pt x="1263899" y="764667"/>
                          <a:pt x="1258801" y="747112"/>
                        </a:cubicBezTo>
                        <a:cubicBezTo>
                          <a:pt x="1253215" y="728316"/>
                          <a:pt x="1238675" y="717720"/>
                          <a:pt x="1221563" y="705929"/>
                        </a:cubicBezTo>
                        <a:cubicBezTo>
                          <a:pt x="1230429" y="708589"/>
                          <a:pt x="1239207" y="714174"/>
                          <a:pt x="1247452" y="718208"/>
                        </a:cubicBezTo>
                        <a:cubicBezTo>
                          <a:pt x="1249270" y="719095"/>
                          <a:pt x="1251575" y="719981"/>
                          <a:pt x="1253260" y="719051"/>
                        </a:cubicBezTo>
                        <a:cubicBezTo>
                          <a:pt x="1254146" y="718563"/>
                          <a:pt x="1254590" y="717720"/>
                          <a:pt x="1254989" y="716923"/>
                        </a:cubicBezTo>
                        <a:cubicBezTo>
                          <a:pt x="1258446" y="710007"/>
                          <a:pt x="1261904" y="703136"/>
                          <a:pt x="1265318" y="696264"/>
                        </a:cubicBezTo>
                        <a:cubicBezTo>
                          <a:pt x="1267002" y="691787"/>
                          <a:pt x="1269130" y="687443"/>
                          <a:pt x="1271790" y="683320"/>
                        </a:cubicBezTo>
                        <a:cubicBezTo>
                          <a:pt x="1269618" y="687620"/>
                          <a:pt x="1267490" y="691964"/>
                          <a:pt x="1265318" y="696264"/>
                        </a:cubicBezTo>
                        <a:cubicBezTo>
                          <a:pt x="1261151" y="707347"/>
                          <a:pt x="1260087" y="719316"/>
                          <a:pt x="1262392" y="730975"/>
                        </a:cubicBezTo>
                        <a:cubicBezTo>
                          <a:pt x="1262702" y="732439"/>
                          <a:pt x="1263057" y="733946"/>
                          <a:pt x="1263810" y="735276"/>
                        </a:cubicBezTo>
                        <a:cubicBezTo>
                          <a:pt x="1264786" y="736961"/>
                          <a:pt x="1266382" y="738379"/>
                          <a:pt x="1267933" y="739753"/>
                        </a:cubicBezTo>
                        <a:cubicBezTo>
                          <a:pt x="1272632" y="743876"/>
                          <a:pt x="1277420" y="748087"/>
                          <a:pt x="1283227" y="751102"/>
                        </a:cubicBezTo>
                        <a:cubicBezTo>
                          <a:pt x="1294221" y="756865"/>
                          <a:pt x="1307787" y="757796"/>
                          <a:pt x="1320510" y="756998"/>
                        </a:cubicBezTo>
                        <a:cubicBezTo>
                          <a:pt x="1303309" y="764711"/>
                          <a:pt x="1279193" y="760278"/>
                          <a:pt x="1266736" y="747068"/>
                        </a:cubicBezTo>
                        <a:cubicBezTo>
                          <a:pt x="1263633" y="764977"/>
                          <a:pt x="1259865" y="784173"/>
                          <a:pt x="1244925" y="797162"/>
                        </a:cubicBezTo>
                        <a:close/>
                        <a:moveTo>
                          <a:pt x="1262702" y="783996"/>
                        </a:moveTo>
                        <a:cubicBezTo>
                          <a:pt x="1264121" y="777080"/>
                          <a:pt x="1271701" y="761741"/>
                          <a:pt x="1282075" y="762229"/>
                        </a:cubicBezTo>
                        <a:cubicBezTo>
                          <a:pt x="1290010" y="762583"/>
                          <a:pt x="1291828" y="769322"/>
                          <a:pt x="1291783" y="774774"/>
                        </a:cubicBezTo>
                        <a:cubicBezTo>
                          <a:pt x="1291739" y="781557"/>
                          <a:pt x="1288060" y="790867"/>
                          <a:pt x="1281188" y="794812"/>
                        </a:cubicBezTo>
                        <a:cubicBezTo>
                          <a:pt x="1270903" y="800620"/>
                          <a:pt x="1260663" y="793881"/>
                          <a:pt x="1262702" y="783996"/>
                        </a:cubicBezTo>
                        <a:close/>
                        <a:moveTo>
                          <a:pt x="1306102" y="812811"/>
                        </a:moveTo>
                        <a:cubicBezTo>
                          <a:pt x="1308230" y="814318"/>
                          <a:pt x="1310846" y="815692"/>
                          <a:pt x="1311599" y="817908"/>
                        </a:cubicBezTo>
                        <a:cubicBezTo>
                          <a:pt x="1305969" y="811791"/>
                          <a:pt x="1297502" y="807535"/>
                          <a:pt x="1288547" y="806028"/>
                        </a:cubicBezTo>
                        <a:cubicBezTo>
                          <a:pt x="1286331" y="806072"/>
                          <a:pt x="1284114" y="805895"/>
                          <a:pt x="1281942" y="805407"/>
                        </a:cubicBezTo>
                        <a:cubicBezTo>
                          <a:pt x="1284158" y="805407"/>
                          <a:pt x="1286375" y="805674"/>
                          <a:pt x="1288547" y="806028"/>
                        </a:cubicBezTo>
                        <a:cubicBezTo>
                          <a:pt x="1294266" y="805939"/>
                          <a:pt x="1299940" y="804166"/>
                          <a:pt x="1304506" y="801373"/>
                        </a:cubicBezTo>
                        <a:cubicBezTo>
                          <a:pt x="1310846" y="797516"/>
                          <a:pt x="1315367" y="791842"/>
                          <a:pt x="1318648" y="785857"/>
                        </a:cubicBezTo>
                        <a:cubicBezTo>
                          <a:pt x="1322150" y="779474"/>
                          <a:pt x="1323569" y="773267"/>
                          <a:pt x="1321662" y="766263"/>
                        </a:cubicBezTo>
                        <a:cubicBezTo>
                          <a:pt x="1328223" y="765376"/>
                          <a:pt x="1323037" y="782577"/>
                          <a:pt x="1321751" y="785591"/>
                        </a:cubicBezTo>
                        <a:cubicBezTo>
                          <a:pt x="1318559" y="793127"/>
                          <a:pt x="1312885" y="799910"/>
                          <a:pt x="1305393" y="804875"/>
                        </a:cubicBezTo>
                        <a:cubicBezTo>
                          <a:pt x="1304551" y="805452"/>
                          <a:pt x="1303620" y="806028"/>
                          <a:pt x="1303132" y="806870"/>
                        </a:cubicBezTo>
                        <a:cubicBezTo>
                          <a:pt x="1302024" y="808910"/>
                          <a:pt x="1303974" y="811303"/>
                          <a:pt x="1306102" y="812811"/>
                        </a:cubicBezTo>
                        <a:close/>
                        <a:moveTo>
                          <a:pt x="1433509" y="760012"/>
                        </a:moveTo>
                        <a:cubicBezTo>
                          <a:pt x="1432135" y="761298"/>
                          <a:pt x="1430850" y="762628"/>
                          <a:pt x="1429520" y="763958"/>
                        </a:cubicBezTo>
                        <a:cubicBezTo>
                          <a:pt x="1429520" y="764002"/>
                          <a:pt x="1429564" y="764047"/>
                          <a:pt x="1429564" y="764091"/>
                        </a:cubicBezTo>
                        <a:cubicBezTo>
                          <a:pt x="1429652" y="765908"/>
                          <a:pt x="1428057" y="767371"/>
                          <a:pt x="1425929" y="767548"/>
                        </a:cubicBezTo>
                        <a:cubicBezTo>
                          <a:pt x="1420077" y="773622"/>
                          <a:pt x="1414403" y="779917"/>
                          <a:pt x="1407930" y="785414"/>
                        </a:cubicBezTo>
                        <a:cubicBezTo>
                          <a:pt x="1393124" y="797959"/>
                          <a:pt x="1372155" y="804033"/>
                          <a:pt x="1351985" y="809663"/>
                        </a:cubicBezTo>
                        <a:cubicBezTo>
                          <a:pt x="1347241" y="810993"/>
                          <a:pt x="1342409" y="812323"/>
                          <a:pt x="1337400" y="812279"/>
                        </a:cubicBezTo>
                        <a:cubicBezTo>
                          <a:pt x="1332346" y="812234"/>
                          <a:pt x="1326982" y="810505"/>
                          <a:pt x="1324189" y="806959"/>
                        </a:cubicBezTo>
                        <a:cubicBezTo>
                          <a:pt x="1320820" y="802703"/>
                          <a:pt x="1321928" y="797206"/>
                          <a:pt x="1323835" y="792507"/>
                        </a:cubicBezTo>
                        <a:cubicBezTo>
                          <a:pt x="1331193" y="774376"/>
                          <a:pt x="1348438" y="760500"/>
                          <a:pt x="1367235" y="749639"/>
                        </a:cubicBezTo>
                        <a:cubicBezTo>
                          <a:pt x="1367944" y="747955"/>
                          <a:pt x="1369008" y="746314"/>
                          <a:pt x="1370249" y="744851"/>
                        </a:cubicBezTo>
                        <a:cubicBezTo>
                          <a:pt x="1373441" y="741039"/>
                          <a:pt x="1377785" y="737980"/>
                          <a:pt x="1382750" y="735808"/>
                        </a:cubicBezTo>
                        <a:cubicBezTo>
                          <a:pt x="1388469" y="733281"/>
                          <a:pt x="1400616" y="729690"/>
                          <a:pt x="1406866" y="733547"/>
                        </a:cubicBezTo>
                        <a:cubicBezTo>
                          <a:pt x="1407132" y="733724"/>
                          <a:pt x="1407354" y="733901"/>
                          <a:pt x="1407620" y="734123"/>
                        </a:cubicBezTo>
                        <a:cubicBezTo>
                          <a:pt x="1417417" y="732882"/>
                          <a:pt x="1427037" y="734212"/>
                          <a:pt x="1434573" y="740595"/>
                        </a:cubicBezTo>
                        <a:cubicBezTo>
                          <a:pt x="1442730" y="747511"/>
                          <a:pt x="1440292" y="753673"/>
                          <a:pt x="1433509" y="760012"/>
                        </a:cubicBezTo>
                        <a:close/>
                        <a:moveTo>
                          <a:pt x="1501868" y="789980"/>
                        </a:moveTo>
                        <a:cubicBezTo>
                          <a:pt x="1491140" y="784306"/>
                          <a:pt x="1482318" y="775661"/>
                          <a:pt x="1478816" y="765598"/>
                        </a:cubicBezTo>
                        <a:cubicBezTo>
                          <a:pt x="1475003" y="779695"/>
                          <a:pt x="1470260" y="794945"/>
                          <a:pt x="1456384" y="803368"/>
                        </a:cubicBezTo>
                        <a:cubicBezTo>
                          <a:pt x="1471501" y="790734"/>
                          <a:pt x="1476688" y="771450"/>
                          <a:pt x="1474338" y="753363"/>
                        </a:cubicBezTo>
                        <a:cubicBezTo>
                          <a:pt x="1473363" y="745915"/>
                          <a:pt x="1471102" y="738246"/>
                          <a:pt x="1465383" y="732394"/>
                        </a:cubicBezTo>
                        <a:cubicBezTo>
                          <a:pt x="1463211" y="730178"/>
                          <a:pt x="1460551" y="728183"/>
                          <a:pt x="1457670" y="726498"/>
                        </a:cubicBezTo>
                        <a:cubicBezTo>
                          <a:pt x="1453813" y="725833"/>
                          <a:pt x="1450311" y="724858"/>
                          <a:pt x="1448183" y="722242"/>
                        </a:cubicBezTo>
                        <a:cubicBezTo>
                          <a:pt x="1451419" y="723306"/>
                          <a:pt x="1454655" y="724769"/>
                          <a:pt x="1457670" y="726498"/>
                        </a:cubicBezTo>
                        <a:cubicBezTo>
                          <a:pt x="1464497" y="727651"/>
                          <a:pt x="1472476" y="727651"/>
                          <a:pt x="1476244" y="733369"/>
                        </a:cubicBezTo>
                        <a:cubicBezTo>
                          <a:pt x="1476821" y="734256"/>
                          <a:pt x="1477308" y="735320"/>
                          <a:pt x="1478417" y="735808"/>
                        </a:cubicBezTo>
                        <a:cubicBezTo>
                          <a:pt x="1479968" y="736517"/>
                          <a:pt x="1481741" y="735719"/>
                          <a:pt x="1483204" y="734965"/>
                        </a:cubicBezTo>
                        <a:cubicBezTo>
                          <a:pt x="1491361" y="730843"/>
                          <a:pt x="1500582" y="728050"/>
                          <a:pt x="1510113" y="726809"/>
                        </a:cubicBezTo>
                        <a:cubicBezTo>
                          <a:pt x="1501291" y="731375"/>
                          <a:pt x="1492514" y="735940"/>
                          <a:pt x="1483692" y="740551"/>
                        </a:cubicBezTo>
                        <a:cubicBezTo>
                          <a:pt x="1482318" y="741260"/>
                          <a:pt x="1480899" y="742014"/>
                          <a:pt x="1480057" y="743166"/>
                        </a:cubicBezTo>
                        <a:cubicBezTo>
                          <a:pt x="1477087" y="747245"/>
                          <a:pt x="1482894" y="751900"/>
                          <a:pt x="1485510" y="756289"/>
                        </a:cubicBezTo>
                        <a:cubicBezTo>
                          <a:pt x="1488568" y="761343"/>
                          <a:pt x="1487283" y="767371"/>
                          <a:pt x="1489455" y="772735"/>
                        </a:cubicBezTo>
                        <a:cubicBezTo>
                          <a:pt x="1492159" y="779385"/>
                          <a:pt x="1499695" y="783907"/>
                          <a:pt x="1507010" y="787497"/>
                        </a:cubicBezTo>
                        <a:cubicBezTo>
                          <a:pt x="1516763" y="792330"/>
                          <a:pt x="1527003" y="796452"/>
                          <a:pt x="1537510" y="799822"/>
                        </a:cubicBezTo>
                        <a:cubicBezTo>
                          <a:pt x="1525097" y="798624"/>
                          <a:pt x="1512596" y="795699"/>
                          <a:pt x="1501868" y="789980"/>
                        </a:cubicBezTo>
                        <a:close/>
                        <a:moveTo>
                          <a:pt x="1561670" y="769942"/>
                        </a:moveTo>
                        <a:cubicBezTo>
                          <a:pt x="1561847" y="773755"/>
                          <a:pt x="1558301" y="776858"/>
                          <a:pt x="1553735" y="776858"/>
                        </a:cubicBezTo>
                        <a:cubicBezTo>
                          <a:pt x="1550942" y="776858"/>
                          <a:pt x="1548415" y="775706"/>
                          <a:pt x="1546819" y="773932"/>
                        </a:cubicBezTo>
                        <a:cubicBezTo>
                          <a:pt x="1546819" y="773932"/>
                          <a:pt x="1546775" y="773977"/>
                          <a:pt x="1546775" y="773977"/>
                        </a:cubicBezTo>
                        <a:cubicBezTo>
                          <a:pt x="1542386" y="778587"/>
                          <a:pt x="1539859" y="784882"/>
                          <a:pt x="1533564" y="787630"/>
                        </a:cubicBezTo>
                        <a:cubicBezTo>
                          <a:pt x="1527092" y="790468"/>
                          <a:pt x="1518758" y="788429"/>
                          <a:pt x="1512507" y="784882"/>
                        </a:cubicBezTo>
                        <a:cubicBezTo>
                          <a:pt x="1509404" y="783109"/>
                          <a:pt x="1506390" y="780760"/>
                          <a:pt x="1505680" y="777745"/>
                        </a:cubicBezTo>
                        <a:cubicBezTo>
                          <a:pt x="1505148" y="775573"/>
                          <a:pt x="1505902" y="773400"/>
                          <a:pt x="1506921" y="771361"/>
                        </a:cubicBezTo>
                        <a:cubicBezTo>
                          <a:pt x="1501956" y="769721"/>
                          <a:pt x="1497656" y="767194"/>
                          <a:pt x="1495706" y="763160"/>
                        </a:cubicBezTo>
                        <a:cubicBezTo>
                          <a:pt x="1494066" y="759791"/>
                          <a:pt x="1494420" y="756067"/>
                          <a:pt x="1495351" y="752609"/>
                        </a:cubicBezTo>
                        <a:cubicBezTo>
                          <a:pt x="1496238" y="749373"/>
                          <a:pt x="1497656" y="746181"/>
                          <a:pt x="1500360" y="743787"/>
                        </a:cubicBezTo>
                        <a:cubicBezTo>
                          <a:pt x="1504616" y="739975"/>
                          <a:pt x="1511266" y="738733"/>
                          <a:pt x="1517561" y="737936"/>
                        </a:cubicBezTo>
                        <a:cubicBezTo>
                          <a:pt x="1533121" y="735985"/>
                          <a:pt x="1561759" y="731242"/>
                          <a:pt x="1565438" y="749994"/>
                        </a:cubicBezTo>
                        <a:cubicBezTo>
                          <a:pt x="1566857" y="757220"/>
                          <a:pt x="1564552" y="762406"/>
                          <a:pt x="1560119" y="766130"/>
                        </a:cubicBezTo>
                        <a:cubicBezTo>
                          <a:pt x="1561050" y="767238"/>
                          <a:pt x="1561626" y="768524"/>
                          <a:pt x="1561670" y="769942"/>
                        </a:cubicBezTo>
                        <a:close/>
                        <a:moveTo>
                          <a:pt x="1573994" y="785857"/>
                        </a:moveTo>
                        <a:cubicBezTo>
                          <a:pt x="1571645" y="785857"/>
                          <a:pt x="1569694" y="784306"/>
                          <a:pt x="1569561" y="782355"/>
                        </a:cubicBezTo>
                        <a:cubicBezTo>
                          <a:pt x="1569428" y="780405"/>
                          <a:pt x="1571290" y="778809"/>
                          <a:pt x="1573640" y="778809"/>
                        </a:cubicBezTo>
                        <a:cubicBezTo>
                          <a:pt x="1575989" y="778809"/>
                          <a:pt x="1577940" y="780360"/>
                          <a:pt x="1578073" y="782311"/>
                        </a:cubicBezTo>
                        <a:cubicBezTo>
                          <a:pt x="1578206" y="784261"/>
                          <a:pt x="1576344" y="785857"/>
                          <a:pt x="1573994" y="785857"/>
                        </a:cubicBezTo>
                        <a:close/>
                        <a:moveTo>
                          <a:pt x="1601967" y="753585"/>
                        </a:moveTo>
                        <a:cubicBezTo>
                          <a:pt x="1601169" y="744230"/>
                          <a:pt x="1593012" y="735985"/>
                          <a:pt x="1583259" y="731064"/>
                        </a:cubicBezTo>
                        <a:cubicBezTo>
                          <a:pt x="1576078" y="727429"/>
                          <a:pt x="1566591" y="726631"/>
                          <a:pt x="1559986" y="723129"/>
                        </a:cubicBezTo>
                        <a:cubicBezTo>
                          <a:pt x="1564153" y="718208"/>
                          <a:pt x="1582506" y="728360"/>
                          <a:pt x="1586939" y="730975"/>
                        </a:cubicBezTo>
                        <a:cubicBezTo>
                          <a:pt x="1589022" y="732217"/>
                          <a:pt x="1610346" y="749152"/>
                          <a:pt x="1608040" y="750260"/>
                        </a:cubicBezTo>
                        <a:cubicBezTo>
                          <a:pt x="1618635" y="745250"/>
                          <a:pt x="1629851" y="741127"/>
                          <a:pt x="1641510" y="737936"/>
                        </a:cubicBezTo>
                        <a:cubicBezTo>
                          <a:pt x="1630427" y="742236"/>
                          <a:pt x="1619034" y="746713"/>
                          <a:pt x="1610700" y="754072"/>
                        </a:cubicBezTo>
                        <a:cubicBezTo>
                          <a:pt x="1604982" y="759126"/>
                          <a:pt x="1601036" y="765288"/>
                          <a:pt x="1597667" y="771716"/>
                        </a:cubicBezTo>
                        <a:cubicBezTo>
                          <a:pt x="1596381" y="774774"/>
                          <a:pt x="1594918" y="777834"/>
                          <a:pt x="1593234" y="780760"/>
                        </a:cubicBezTo>
                        <a:cubicBezTo>
                          <a:pt x="1594652" y="777745"/>
                          <a:pt x="1596115" y="774686"/>
                          <a:pt x="1597667" y="771716"/>
                        </a:cubicBezTo>
                        <a:cubicBezTo>
                          <a:pt x="1598642" y="769411"/>
                          <a:pt x="1599573" y="767061"/>
                          <a:pt x="1600282" y="764667"/>
                        </a:cubicBezTo>
                        <a:cubicBezTo>
                          <a:pt x="1601435" y="761032"/>
                          <a:pt x="1602277" y="757308"/>
                          <a:pt x="1601967" y="753585"/>
                        </a:cubicBezTo>
                        <a:close/>
                        <a:moveTo>
                          <a:pt x="1659110" y="782577"/>
                        </a:moveTo>
                        <a:cubicBezTo>
                          <a:pt x="1655474" y="791532"/>
                          <a:pt x="1647406" y="798624"/>
                          <a:pt x="1639072" y="804875"/>
                        </a:cubicBezTo>
                        <a:cubicBezTo>
                          <a:pt x="1635082" y="807890"/>
                          <a:pt x="1630871" y="810816"/>
                          <a:pt x="1625817" y="812411"/>
                        </a:cubicBezTo>
                        <a:cubicBezTo>
                          <a:pt x="1620763" y="814008"/>
                          <a:pt x="1614646" y="814096"/>
                          <a:pt x="1609991" y="811569"/>
                        </a:cubicBezTo>
                        <a:cubicBezTo>
                          <a:pt x="1603607" y="808111"/>
                          <a:pt x="1601745" y="800797"/>
                          <a:pt x="1603341" y="794768"/>
                        </a:cubicBezTo>
                        <a:cubicBezTo>
                          <a:pt x="1604937" y="788739"/>
                          <a:pt x="1609282" y="783596"/>
                          <a:pt x="1613005" y="778321"/>
                        </a:cubicBezTo>
                        <a:cubicBezTo>
                          <a:pt x="1614380" y="776415"/>
                          <a:pt x="1615710" y="774420"/>
                          <a:pt x="1617084" y="772513"/>
                        </a:cubicBezTo>
                        <a:cubicBezTo>
                          <a:pt x="1616463" y="771671"/>
                          <a:pt x="1615931" y="770829"/>
                          <a:pt x="1615710" y="769854"/>
                        </a:cubicBezTo>
                        <a:cubicBezTo>
                          <a:pt x="1615133" y="767371"/>
                          <a:pt x="1616109" y="764889"/>
                          <a:pt x="1617350" y="762628"/>
                        </a:cubicBezTo>
                        <a:cubicBezTo>
                          <a:pt x="1620054" y="757707"/>
                          <a:pt x="1623911" y="753141"/>
                          <a:pt x="1629098" y="749905"/>
                        </a:cubicBezTo>
                        <a:cubicBezTo>
                          <a:pt x="1634240" y="746669"/>
                          <a:pt x="1642840" y="743433"/>
                          <a:pt x="1649312" y="746403"/>
                        </a:cubicBezTo>
                        <a:cubicBezTo>
                          <a:pt x="1651618" y="747467"/>
                          <a:pt x="1654322" y="748974"/>
                          <a:pt x="1656583" y="750792"/>
                        </a:cubicBezTo>
                        <a:cubicBezTo>
                          <a:pt x="1659065" y="749994"/>
                          <a:pt x="1661504" y="749107"/>
                          <a:pt x="1663764" y="747999"/>
                        </a:cubicBezTo>
                        <a:lnTo>
                          <a:pt x="1669660" y="757308"/>
                        </a:lnTo>
                        <a:cubicBezTo>
                          <a:pt x="1662124" y="763692"/>
                          <a:pt x="1662612" y="774021"/>
                          <a:pt x="1659110" y="782577"/>
                        </a:cubicBezTo>
                        <a:close/>
                        <a:moveTo>
                          <a:pt x="1659553" y="714839"/>
                        </a:moveTo>
                        <a:cubicBezTo>
                          <a:pt x="1657868" y="715681"/>
                          <a:pt x="1656095" y="716568"/>
                          <a:pt x="1654100" y="716745"/>
                        </a:cubicBezTo>
                        <a:cubicBezTo>
                          <a:pt x="1652504" y="716923"/>
                          <a:pt x="1650908" y="716568"/>
                          <a:pt x="1649490" y="715903"/>
                        </a:cubicBezTo>
                        <a:cubicBezTo>
                          <a:pt x="1640313" y="720513"/>
                          <a:pt x="1630294" y="723528"/>
                          <a:pt x="1624443" y="723572"/>
                        </a:cubicBezTo>
                        <a:cubicBezTo>
                          <a:pt x="1617793" y="723617"/>
                          <a:pt x="1610035" y="721134"/>
                          <a:pt x="1608129" y="715770"/>
                        </a:cubicBezTo>
                        <a:cubicBezTo>
                          <a:pt x="1606533" y="711337"/>
                          <a:pt x="1609592" y="706815"/>
                          <a:pt x="1613005" y="703313"/>
                        </a:cubicBezTo>
                        <a:cubicBezTo>
                          <a:pt x="1621384" y="694713"/>
                          <a:pt x="1652726" y="674321"/>
                          <a:pt x="1666336" y="687443"/>
                        </a:cubicBezTo>
                        <a:cubicBezTo>
                          <a:pt x="1672365" y="685625"/>
                          <a:pt x="1680034" y="684472"/>
                          <a:pt x="1684556" y="687265"/>
                        </a:cubicBezTo>
                        <a:cubicBezTo>
                          <a:pt x="1687747" y="689260"/>
                          <a:pt x="1689875" y="693782"/>
                          <a:pt x="1688989" y="696841"/>
                        </a:cubicBezTo>
                        <a:cubicBezTo>
                          <a:pt x="1688013" y="700431"/>
                          <a:pt x="1683758" y="702692"/>
                          <a:pt x="1680211" y="704421"/>
                        </a:cubicBezTo>
                        <a:cubicBezTo>
                          <a:pt x="1673384" y="707968"/>
                          <a:pt x="1666469" y="711426"/>
                          <a:pt x="1659553" y="714839"/>
                        </a:cubicBezTo>
                        <a:close/>
                        <a:moveTo>
                          <a:pt x="1694131" y="736827"/>
                        </a:moveTo>
                        <a:cubicBezTo>
                          <a:pt x="1699229" y="728892"/>
                          <a:pt x="1706987" y="721977"/>
                          <a:pt x="1716873" y="718252"/>
                        </a:cubicBezTo>
                        <a:cubicBezTo>
                          <a:pt x="1726448" y="714662"/>
                          <a:pt x="1737354" y="714174"/>
                          <a:pt x="1747949" y="713775"/>
                        </a:cubicBezTo>
                        <a:cubicBezTo>
                          <a:pt x="1755130" y="713509"/>
                          <a:pt x="1764706" y="712755"/>
                          <a:pt x="1771045" y="716347"/>
                        </a:cubicBezTo>
                        <a:cubicBezTo>
                          <a:pt x="1762356" y="718607"/>
                          <a:pt x="1749988" y="716568"/>
                          <a:pt x="1740679" y="717366"/>
                        </a:cubicBezTo>
                        <a:cubicBezTo>
                          <a:pt x="1731059" y="718164"/>
                          <a:pt x="1721306" y="719671"/>
                          <a:pt x="1713105" y="723749"/>
                        </a:cubicBezTo>
                        <a:cubicBezTo>
                          <a:pt x="1697101" y="731729"/>
                          <a:pt x="1690141" y="747733"/>
                          <a:pt x="1685043" y="762805"/>
                        </a:cubicBezTo>
                        <a:cubicBezTo>
                          <a:pt x="1686373" y="753717"/>
                          <a:pt x="1689033" y="744762"/>
                          <a:pt x="1694131" y="736827"/>
                        </a:cubicBezTo>
                        <a:close/>
                        <a:moveTo>
                          <a:pt x="1771178" y="754914"/>
                        </a:moveTo>
                        <a:cubicBezTo>
                          <a:pt x="1769405" y="756554"/>
                          <a:pt x="1766967" y="757840"/>
                          <a:pt x="1764795" y="758904"/>
                        </a:cubicBezTo>
                        <a:cubicBezTo>
                          <a:pt x="1764617" y="758993"/>
                          <a:pt x="1764440" y="759082"/>
                          <a:pt x="1764263" y="759170"/>
                        </a:cubicBezTo>
                        <a:cubicBezTo>
                          <a:pt x="1758854" y="782045"/>
                          <a:pt x="1738595" y="801817"/>
                          <a:pt x="1711464" y="808023"/>
                        </a:cubicBezTo>
                        <a:cubicBezTo>
                          <a:pt x="1708095" y="808776"/>
                          <a:pt x="1704504" y="809353"/>
                          <a:pt x="1701091" y="808599"/>
                        </a:cubicBezTo>
                        <a:cubicBezTo>
                          <a:pt x="1696436" y="807535"/>
                          <a:pt x="1692846" y="804121"/>
                          <a:pt x="1691250" y="800309"/>
                        </a:cubicBezTo>
                        <a:cubicBezTo>
                          <a:pt x="1689654" y="796497"/>
                          <a:pt x="1689787" y="792374"/>
                          <a:pt x="1690452" y="788473"/>
                        </a:cubicBezTo>
                        <a:cubicBezTo>
                          <a:pt x="1692934" y="774331"/>
                          <a:pt x="1702199" y="761963"/>
                          <a:pt x="1711287" y="750038"/>
                        </a:cubicBezTo>
                        <a:cubicBezTo>
                          <a:pt x="1719355" y="739443"/>
                          <a:pt x="1732256" y="730000"/>
                          <a:pt x="1749013" y="731419"/>
                        </a:cubicBezTo>
                        <a:cubicBezTo>
                          <a:pt x="1756460" y="732039"/>
                          <a:pt x="1760938" y="735542"/>
                          <a:pt x="1763332" y="740108"/>
                        </a:cubicBezTo>
                        <a:cubicBezTo>
                          <a:pt x="1765149" y="740241"/>
                          <a:pt x="1766790" y="740640"/>
                          <a:pt x="1768208" y="741349"/>
                        </a:cubicBezTo>
                        <a:cubicBezTo>
                          <a:pt x="1768563" y="741305"/>
                          <a:pt x="1768917" y="741260"/>
                          <a:pt x="1769272" y="741260"/>
                        </a:cubicBezTo>
                        <a:cubicBezTo>
                          <a:pt x="1773838" y="741260"/>
                          <a:pt x="1777695" y="744319"/>
                          <a:pt x="1777917" y="748131"/>
                        </a:cubicBezTo>
                        <a:cubicBezTo>
                          <a:pt x="1778094" y="751545"/>
                          <a:pt x="1775168" y="754427"/>
                          <a:pt x="1771178" y="754914"/>
                        </a:cubicBezTo>
                        <a:close/>
                        <a:moveTo>
                          <a:pt x="1767676" y="674143"/>
                        </a:moveTo>
                        <a:cubicBezTo>
                          <a:pt x="1766435" y="677468"/>
                          <a:pt x="1765194" y="680926"/>
                          <a:pt x="1762578" y="683630"/>
                        </a:cubicBezTo>
                        <a:cubicBezTo>
                          <a:pt x="1759963" y="686334"/>
                          <a:pt x="1755662" y="688152"/>
                          <a:pt x="1751495" y="687265"/>
                        </a:cubicBezTo>
                        <a:cubicBezTo>
                          <a:pt x="1748259" y="686556"/>
                          <a:pt x="1745732" y="684428"/>
                          <a:pt x="1743870" y="682079"/>
                        </a:cubicBezTo>
                        <a:cubicBezTo>
                          <a:pt x="1738240" y="675163"/>
                          <a:pt x="1736955" y="666563"/>
                          <a:pt x="1736378" y="658317"/>
                        </a:cubicBezTo>
                        <a:cubicBezTo>
                          <a:pt x="1735580" y="646614"/>
                          <a:pt x="1735979" y="634911"/>
                          <a:pt x="1737531" y="623340"/>
                        </a:cubicBezTo>
                        <a:cubicBezTo>
                          <a:pt x="1739304" y="610750"/>
                          <a:pt x="1743205" y="596786"/>
                          <a:pt x="1757524" y="590402"/>
                        </a:cubicBezTo>
                        <a:cubicBezTo>
                          <a:pt x="1767853" y="585791"/>
                          <a:pt x="1781153" y="585526"/>
                          <a:pt x="1786561" y="595633"/>
                        </a:cubicBezTo>
                        <a:cubicBezTo>
                          <a:pt x="1791969" y="594392"/>
                          <a:pt x="1797910" y="593949"/>
                          <a:pt x="1801722" y="596298"/>
                        </a:cubicBezTo>
                        <a:cubicBezTo>
                          <a:pt x="1804914" y="598293"/>
                          <a:pt x="1807042" y="602815"/>
                          <a:pt x="1806155" y="605874"/>
                        </a:cubicBezTo>
                        <a:cubicBezTo>
                          <a:pt x="1805180" y="609465"/>
                          <a:pt x="1800924" y="611726"/>
                          <a:pt x="1797378" y="613454"/>
                        </a:cubicBezTo>
                        <a:cubicBezTo>
                          <a:pt x="1795915" y="614208"/>
                          <a:pt x="1794408" y="614917"/>
                          <a:pt x="1792945" y="615671"/>
                        </a:cubicBezTo>
                        <a:cubicBezTo>
                          <a:pt x="1791704" y="617045"/>
                          <a:pt x="1789886" y="618020"/>
                          <a:pt x="1787714" y="618286"/>
                        </a:cubicBezTo>
                        <a:cubicBezTo>
                          <a:pt x="1787625" y="618331"/>
                          <a:pt x="1787492" y="618375"/>
                          <a:pt x="1787403" y="618463"/>
                        </a:cubicBezTo>
                        <a:cubicBezTo>
                          <a:pt x="1786694" y="621345"/>
                          <a:pt x="1785808" y="624138"/>
                          <a:pt x="1784965" y="626709"/>
                        </a:cubicBezTo>
                        <a:cubicBezTo>
                          <a:pt x="1779778" y="642624"/>
                          <a:pt x="1773439" y="658361"/>
                          <a:pt x="1767676" y="674143"/>
                        </a:cubicBezTo>
                        <a:close/>
                        <a:moveTo>
                          <a:pt x="1790241" y="764002"/>
                        </a:moveTo>
                        <a:cubicBezTo>
                          <a:pt x="1787891" y="764002"/>
                          <a:pt x="1785941" y="762451"/>
                          <a:pt x="1785808" y="760500"/>
                        </a:cubicBezTo>
                        <a:cubicBezTo>
                          <a:pt x="1785719" y="758550"/>
                          <a:pt x="1787536" y="756953"/>
                          <a:pt x="1789886" y="756953"/>
                        </a:cubicBezTo>
                        <a:cubicBezTo>
                          <a:pt x="1792235" y="756953"/>
                          <a:pt x="1794186" y="758505"/>
                          <a:pt x="1794319" y="760456"/>
                        </a:cubicBezTo>
                        <a:cubicBezTo>
                          <a:pt x="1794452" y="762406"/>
                          <a:pt x="1792546" y="764002"/>
                          <a:pt x="1790241" y="764002"/>
                        </a:cubicBezTo>
                        <a:close/>
                        <a:moveTo>
                          <a:pt x="1813825" y="812146"/>
                        </a:moveTo>
                        <a:cubicBezTo>
                          <a:pt x="1809303" y="814318"/>
                          <a:pt x="1803451" y="814185"/>
                          <a:pt x="1798043" y="813875"/>
                        </a:cubicBezTo>
                        <a:cubicBezTo>
                          <a:pt x="1803141" y="812678"/>
                          <a:pt x="1808461" y="812101"/>
                          <a:pt x="1813825" y="812146"/>
                        </a:cubicBezTo>
                        <a:cubicBezTo>
                          <a:pt x="1814312" y="811924"/>
                          <a:pt x="1814800" y="811658"/>
                          <a:pt x="1815243" y="811347"/>
                        </a:cubicBezTo>
                        <a:cubicBezTo>
                          <a:pt x="1820652" y="807801"/>
                          <a:pt x="1821494" y="801373"/>
                          <a:pt x="1822248" y="795566"/>
                        </a:cubicBezTo>
                        <a:cubicBezTo>
                          <a:pt x="1823090" y="789182"/>
                          <a:pt x="1824109" y="782577"/>
                          <a:pt x="1826193" y="776415"/>
                        </a:cubicBezTo>
                        <a:cubicBezTo>
                          <a:pt x="1827434" y="772735"/>
                          <a:pt x="1830404" y="766618"/>
                          <a:pt x="1832887" y="773400"/>
                        </a:cubicBezTo>
                        <a:cubicBezTo>
                          <a:pt x="1834128" y="776814"/>
                          <a:pt x="1829518" y="785946"/>
                          <a:pt x="1829695" y="790158"/>
                        </a:cubicBezTo>
                        <a:cubicBezTo>
                          <a:pt x="1829917" y="795920"/>
                          <a:pt x="1831424" y="801684"/>
                          <a:pt x="1834306" y="807003"/>
                        </a:cubicBezTo>
                        <a:cubicBezTo>
                          <a:pt x="1836212" y="810505"/>
                          <a:pt x="1838606" y="813830"/>
                          <a:pt x="1840157" y="817421"/>
                        </a:cubicBezTo>
                        <a:cubicBezTo>
                          <a:pt x="1831956" y="813963"/>
                          <a:pt x="1822868" y="812190"/>
                          <a:pt x="1813825" y="812146"/>
                        </a:cubicBezTo>
                        <a:close/>
                        <a:moveTo>
                          <a:pt x="1874203" y="811924"/>
                        </a:moveTo>
                        <a:cubicBezTo>
                          <a:pt x="1873627" y="812589"/>
                          <a:pt x="1873006" y="813298"/>
                          <a:pt x="1872120" y="813608"/>
                        </a:cubicBezTo>
                        <a:cubicBezTo>
                          <a:pt x="1871100" y="813963"/>
                          <a:pt x="1869948" y="813830"/>
                          <a:pt x="1868839" y="813608"/>
                        </a:cubicBezTo>
                        <a:cubicBezTo>
                          <a:pt x="1863830" y="812500"/>
                          <a:pt x="1859707" y="809530"/>
                          <a:pt x="1855983" y="806516"/>
                        </a:cubicBezTo>
                        <a:cubicBezTo>
                          <a:pt x="1852437" y="803590"/>
                          <a:pt x="1849023" y="800353"/>
                          <a:pt x="1847605" y="796408"/>
                        </a:cubicBezTo>
                        <a:cubicBezTo>
                          <a:pt x="1845654" y="790867"/>
                          <a:pt x="1848092" y="785104"/>
                          <a:pt x="1848979" y="779429"/>
                        </a:cubicBezTo>
                        <a:cubicBezTo>
                          <a:pt x="1850132" y="772026"/>
                          <a:pt x="1850752" y="767504"/>
                          <a:pt x="1860239" y="765731"/>
                        </a:cubicBezTo>
                        <a:cubicBezTo>
                          <a:pt x="1867111" y="764445"/>
                          <a:pt x="1873184" y="764711"/>
                          <a:pt x="1876996" y="769854"/>
                        </a:cubicBezTo>
                        <a:cubicBezTo>
                          <a:pt x="1885729" y="781513"/>
                          <a:pt x="1882804" y="801550"/>
                          <a:pt x="1874203" y="811924"/>
                        </a:cubicBezTo>
                        <a:close/>
                        <a:moveTo>
                          <a:pt x="1888611" y="680837"/>
                        </a:moveTo>
                        <a:cubicBezTo>
                          <a:pt x="1887769" y="682788"/>
                          <a:pt x="1885951" y="684251"/>
                          <a:pt x="1884444" y="685891"/>
                        </a:cubicBezTo>
                        <a:cubicBezTo>
                          <a:pt x="1880055" y="690501"/>
                          <a:pt x="1877528" y="696796"/>
                          <a:pt x="1871233" y="699545"/>
                        </a:cubicBezTo>
                        <a:cubicBezTo>
                          <a:pt x="1868307" y="700831"/>
                          <a:pt x="1864983" y="701096"/>
                          <a:pt x="1861658" y="700698"/>
                        </a:cubicBezTo>
                        <a:cubicBezTo>
                          <a:pt x="1859087" y="707879"/>
                          <a:pt x="1855939" y="714972"/>
                          <a:pt x="1850265" y="720646"/>
                        </a:cubicBezTo>
                        <a:cubicBezTo>
                          <a:pt x="1843127" y="727784"/>
                          <a:pt x="1830936" y="732261"/>
                          <a:pt x="1820208" y="728759"/>
                        </a:cubicBezTo>
                        <a:cubicBezTo>
                          <a:pt x="1814401" y="726897"/>
                          <a:pt x="1809790" y="722996"/>
                          <a:pt x="1805934" y="718873"/>
                        </a:cubicBezTo>
                        <a:cubicBezTo>
                          <a:pt x="1802609" y="715327"/>
                          <a:pt x="1799594" y="711514"/>
                          <a:pt x="1797999" y="707258"/>
                        </a:cubicBezTo>
                        <a:cubicBezTo>
                          <a:pt x="1793122" y="694225"/>
                          <a:pt x="1802387" y="680837"/>
                          <a:pt x="1813381" y="671262"/>
                        </a:cubicBezTo>
                        <a:cubicBezTo>
                          <a:pt x="1826193" y="660090"/>
                          <a:pt x="1842064" y="651446"/>
                          <a:pt x="1859397" y="645683"/>
                        </a:cubicBezTo>
                        <a:lnTo>
                          <a:pt x="1859042" y="645550"/>
                        </a:lnTo>
                        <a:cubicBezTo>
                          <a:pt x="1859308" y="645550"/>
                          <a:pt x="1859574" y="645550"/>
                          <a:pt x="1859840" y="645550"/>
                        </a:cubicBezTo>
                        <a:cubicBezTo>
                          <a:pt x="1859707" y="645594"/>
                          <a:pt x="1859530" y="645638"/>
                          <a:pt x="1859397" y="645727"/>
                        </a:cubicBezTo>
                        <a:lnTo>
                          <a:pt x="1877484" y="653175"/>
                        </a:lnTo>
                        <a:cubicBezTo>
                          <a:pt x="1877351" y="653574"/>
                          <a:pt x="1877218" y="654017"/>
                          <a:pt x="1877085" y="654416"/>
                        </a:cubicBezTo>
                        <a:cubicBezTo>
                          <a:pt x="1878370" y="655613"/>
                          <a:pt x="1879213" y="657165"/>
                          <a:pt x="1879302" y="658849"/>
                        </a:cubicBezTo>
                        <a:cubicBezTo>
                          <a:pt x="1879435" y="661819"/>
                          <a:pt x="1877307" y="664346"/>
                          <a:pt x="1874203" y="665322"/>
                        </a:cubicBezTo>
                        <a:cubicBezTo>
                          <a:pt x="1875134" y="665499"/>
                          <a:pt x="1876065" y="665765"/>
                          <a:pt x="1876908" y="666164"/>
                        </a:cubicBezTo>
                        <a:cubicBezTo>
                          <a:pt x="1882892" y="668912"/>
                          <a:pt x="1891315" y="674498"/>
                          <a:pt x="1888611" y="680837"/>
                        </a:cubicBezTo>
                        <a:close/>
                        <a:moveTo>
                          <a:pt x="1887192" y="671262"/>
                        </a:moveTo>
                        <a:cubicBezTo>
                          <a:pt x="1887104" y="669311"/>
                          <a:pt x="1888921" y="667716"/>
                          <a:pt x="1891271" y="667716"/>
                        </a:cubicBezTo>
                        <a:cubicBezTo>
                          <a:pt x="1893620" y="667716"/>
                          <a:pt x="1895571" y="669267"/>
                          <a:pt x="1895704" y="671217"/>
                        </a:cubicBezTo>
                        <a:cubicBezTo>
                          <a:pt x="1895793" y="673168"/>
                          <a:pt x="1893975" y="674764"/>
                          <a:pt x="1891626" y="674764"/>
                        </a:cubicBezTo>
                        <a:cubicBezTo>
                          <a:pt x="1889276" y="674764"/>
                          <a:pt x="1887281" y="673213"/>
                          <a:pt x="1887192" y="671262"/>
                        </a:cubicBezTo>
                        <a:close/>
                        <a:moveTo>
                          <a:pt x="1916052" y="760633"/>
                        </a:moveTo>
                        <a:cubicBezTo>
                          <a:pt x="1918135" y="766972"/>
                          <a:pt x="1923278" y="772425"/>
                          <a:pt x="1925627" y="778676"/>
                        </a:cubicBezTo>
                        <a:cubicBezTo>
                          <a:pt x="1927977" y="784926"/>
                          <a:pt x="1927977" y="792330"/>
                          <a:pt x="1932587" y="797339"/>
                        </a:cubicBezTo>
                        <a:cubicBezTo>
                          <a:pt x="1933341" y="798004"/>
                          <a:pt x="1934050" y="798758"/>
                          <a:pt x="1934893" y="799334"/>
                        </a:cubicBezTo>
                        <a:cubicBezTo>
                          <a:pt x="1934006" y="798713"/>
                          <a:pt x="1933252" y="798048"/>
                          <a:pt x="1932587" y="797339"/>
                        </a:cubicBezTo>
                        <a:cubicBezTo>
                          <a:pt x="1927977" y="793216"/>
                          <a:pt x="1924918" y="787941"/>
                          <a:pt x="1922436" y="782710"/>
                        </a:cubicBezTo>
                        <a:cubicBezTo>
                          <a:pt x="1919554" y="776592"/>
                          <a:pt x="1917071" y="770209"/>
                          <a:pt x="1912417" y="764844"/>
                        </a:cubicBezTo>
                        <a:cubicBezTo>
                          <a:pt x="1908648" y="760500"/>
                          <a:pt x="1903063" y="756909"/>
                          <a:pt x="1896945" y="755845"/>
                        </a:cubicBezTo>
                        <a:cubicBezTo>
                          <a:pt x="1895482" y="755845"/>
                          <a:pt x="1894064" y="755801"/>
                          <a:pt x="1892601" y="755535"/>
                        </a:cubicBezTo>
                        <a:cubicBezTo>
                          <a:pt x="1894064" y="755446"/>
                          <a:pt x="1895527" y="755624"/>
                          <a:pt x="1896945" y="755845"/>
                        </a:cubicBezTo>
                        <a:cubicBezTo>
                          <a:pt x="1904836" y="755757"/>
                          <a:pt x="1912328" y="751767"/>
                          <a:pt x="1918401" y="747378"/>
                        </a:cubicBezTo>
                        <a:cubicBezTo>
                          <a:pt x="1930016" y="739000"/>
                          <a:pt x="1939813" y="728582"/>
                          <a:pt x="1944778" y="716391"/>
                        </a:cubicBezTo>
                        <a:cubicBezTo>
                          <a:pt x="1948945" y="706150"/>
                          <a:pt x="1947793" y="696885"/>
                          <a:pt x="1946197" y="686379"/>
                        </a:cubicBezTo>
                        <a:cubicBezTo>
                          <a:pt x="1951561" y="689837"/>
                          <a:pt x="1953290" y="699057"/>
                          <a:pt x="1954265" y="704200"/>
                        </a:cubicBezTo>
                        <a:cubicBezTo>
                          <a:pt x="1955817" y="712312"/>
                          <a:pt x="1954797" y="720868"/>
                          <a:pt x="1950054" y="727917"/>
                        </a:cubicBezTo>
                        <a:cubicBezTo>
                          <a:pt x="1946729" y="732793"/>
                          <a:pt x="1941808" y="736739"/>
                          <a:pt x="1936932" y="740595"/>
                        </a:cubicBezTo>
                        <a:cubicBezTo>
                          <a:pt x="1930637" y="745560"/>
                          <a:pt x="1924342" y="750570"/>
                          <a:pt x="1918091" y="755535"/>
                        </a:cubicBezTo>
                        <a:cubicBezTo>
                          <a:pt x="1917116" y="756289"/>
                          <a:pt x="1916096" y="757131"/>
                          <a:pt x="1915830" y="758239"/>
                        </a:cubicBezTo>
                        <a:cubicBezTo>
                          <a:pt x="1915564" y="758993"/>
                          <a:pt x="1915786" y="759835"/>
                          <a:pt x="1916052" y="760633"/>
                        </a:cubicBezTo>
                        <a:close/>
                        <a:moveTo>
                          <a:pt x="2008881" y="742014"/>
                        </a:moveTo>
                        <a:cubicBezTo>
                          <a:pt x="2006177" y="746757"/>
                          <a:pt x="2001877" y="750747"/>
                          <a:pt x="1997532" y="754515"/>
                        </a:cubicBezTo>
                        <a:cubicBezTo>
                          <a:pt x="1991547" y="759746"/>
                          <a:pt x="1985253" y="764756"/>
                          <a:pt x="1978780" y="769544"/>
                        </a:cubicBezTo>
                        <a:cubicBezTo>
                          <a:pt x="1974347" y="772824"/>
                          <a:pt x="1969604" y="776105"/>
                          <a:pt x="1963885" y="777612"/>
                        </a:cubicBezTo>
                        <a:cubicBezTo>
                          <a:pt x="1958166" y="779119"/>
                          <a:pt x="1951162" y="778499"/>
                          <a:pt x="1946862" y="774863"/>
                        </a:cubicBezTo>
                        <a:cubicBezTo>
                          <a:pt x="1941409" y="770253"/>
                          <a:pt x="1942030" y="762628"/>
                          <a:pt x="1945532" y="757086"/>
                        </a:cubicBezTo>
                        <a:cubicBezTo>
                          <a:pt x="1948990" y="751545"/>
                          <a:pt x="1954664" y="747245"/>
                          <a:pt x="1958876" y="742058"/>
                        </a:cubicBezTo>
                        <a:cubicBezTo>
                          <a:pt x="1966589" y="732527"/>
                          <a:pt x="1969249" y="720203"/>
                          <a:pt x="1975367" y="710096"/>
                        </a:cubicBezTo>
                        <a:cubicBezTo>
                          <a:pt x="1974037" y="708854"/>
                          <a:pt x="1973017" y="707480"/>
                          <a:pt x="1972618" y="705884"/>
                        </a:cubicBezTo>
                        <a:cubicBezTo>
                          <a:pt x="1972042" y="703402"/>
                          <a:pt x="1973017" y="700919"/>
                          <a:pt x="1974259" y="698658"/>
                        </a:cubicBezTo>
                        <a:cubicBezTo>
                          <a:pt x="1976963" y="693738"/>
                          <a:pt x="1980819" y="689172"/>
                          <a:pt x="1986006" y="685936"/>
                        </a:cubicBezTo>
                        <a:cubicBezTo>
                          <a:pt x="1991149" y="682699"/>
                          <a:pt x="1999749" y="679463"/>
                          <a:pt x="2006221" y="682433"/>
                        </a:cubicBezTo>
                        <a:cubicBezTo>
                          <a:pt x="2010432" y="684384"/>
                          <a:pt x="2015797" y="687708"/>
                          <a:pt x="2017703" y="691743"/>
                        </a:cubicBezTo>
                        <a:cubicBezTo>
                          <a:pt x="2019476" y="691876"/>
                          <a:pt x="2021205" y="692009"/>
                          <a:pt x="2022934" y="692230"/>
                        </a:cubicBezTo>
                        <a:lnTo>
                          <a:pt x="2039514" y="695555"/>
                        </a:lnTo>
                        <a:cubicBezTo>
                          <a:pt x="2039336" y="695201"/>
                          <a:pt x="2039336" y="694580"/>
                          <a:pt x="2039957" y="694669"/>
                        </a:cubicBezTo>
                        <a:cubicBezTo>
                          <a:pt x="2040888" y="694802"/>
                          <a:pt x="2041154" y="695777"/>
                          <a:pt x="2041198" y="696575"/>
                        </a:cubicBezTo>
                        <a:cubicBezTo>
                          <a:pt x="2041464" y="700875"/>
                          <a:pt x="2041375" y="705219"/>
                          <a:pt x="2040932" y="709475"/>
                        </a:cubicBezTo>
                        <a:cubicBezTo>
                          <a:pt x="2040666" y="712223"/>
                          <a:pt x="2040179" y="715061"/>
                          <a:pt x="2038317" y="717322"/>
                        </a:cubicBezTo>
                        <a:cubicBezTo>
                          <a:pt x="2034948" y="721400"/>
                          <a:pt x="2028298" y="722154"/>
                          <a:pt x="2022757" y="724281"/>
                        </a:cubicBezTo>
                        <a:cubicBezTo>
                          <a:pt x="2021604" y="726055"/>
                          <a:pt x="2019520" y="727340"/>
                          <a:pt x="2016949" y="727651"/>
                        </a:cubicBezTo>
                        <a:cubicBezTo>
                          <a:pt x="2012871" y="731419"/>
                          <a:pt x="2011629" y="737182"/>
                          <a:pt x="2008881" y="742014"/>
                        </a:cubicBezTo>
                        <a:close/>
                        <a:moveTo>
                          <a:pt x="2036100" y="736650"/>
                        </a:moveTo>
                        <a:cubicBezTo>
                          <a:pt x="2033751" y="736650"/>
                          <a:pt x="2031800" y="735098"/>
                          <a:pt x="2031667" y="733148"/>
                        </a:cubicBezTo>
                        <a:cubicBezTo>
                          <a:pt x="2031578" y="731197"/>
                          <a:pt x="2033396" y="729601"/>
                          <a:pt x="2035746" y="729601"/>
                        </a:cubicBezTo>
                        <a:cubicBezTo>
                          <a:pt x="2038095" y="729601"/>
                          <a:pt x="2040046" y="731153"/>
                          <a:pt x="2040179" y="733104"/>
                        </a:cubicBezTo>
                        <a:cubicBezTo>
                          <a:pt x="2040267" y="735054"/>
                          <a:pt x="2038405" y="736606"/>
                          <a:pt x="2036100" y="736650"/>
                        </a:cubicBezTo>
                        <a:close/>
                        <a:moveTo>
                          <a:pt x="2073781" y="780892"/>
                        </a:moveTo>
                        <a:cubicBezTo>
                          <a:pt x="2068905" y="770519"/>
                          <a:pt x="2070811" y="759037"/>
                          <a:pt x="2072806" y="748220"/>
                        </a:cubicBezTo>
                        <a:cubicBezTo>
                          <a:pt x="2065359" y="764756"/>
                          <a:pt x="2054054" y="780006"/>
                          <a:pt x="2039735" y="792906"/>
                        </a:cubicBezTo>
                        <a:cubicBezTo>
                          <a:pt x="2060482" y="772957"/>
                          <a:pt x="2070058" y="745206"/>
                          <a:pt x="2065491" y="718474"/>
                        </a:cubicBezTo>
                        <a:cubicBezTo>
                          <a:pt x="2064162" y="710805"/>
                          <a:pt x="2061590" y="702914"/>
                          <a:pt x="2055606" y="696841"/>
                        </a:cubicBezTo>
                        <a:cubicBezTo>
                          <a:pt x="2051705" y="692895"/>
                          <a:pt x="2046518" y="690767"/>
                          <a:pt x="2041996" y="687664"/>
                        </a:cubicBezTo>
                        <a:cubicBezTo>
                          <a:pt x="2045232" y="683010"/>
                          <a:pt x="2055783" y="690191"/>
                          <a:pt x="2059241" y="692319"/>
                        </a:cubicBezTo>
                        <a:cubicBezTo>
                          <a:pt x="2062654" y="694402"/>
                          <a:pt x="2065891" y="696885"/>
                          <a:pt x="2067797" y="700032"/>
                        </a:cubicBezTo>
                        <a:cubicBezTo>
                          <a:pt x="2072585" y="708012"/>
                          <a:pt x="2067620" y="718740"/>
                          <a:pt x="2074579" y="725567"/>
                        </a:cubicBezTo>
                        <a:cubicBezTo>
                          <a:pt x="2077505" y="726277"/>
                          <a:pt x="2080165" y="724414"/>
                          <a:pt x="2082515" y="722907"/>
                        </a:cubicBezTo>
                        <a:cubicBezTo>
                          <a:pt x="2089164" y="718652"/>
                          <a:pt x="2097765" y="716568"/>
                          <a:pt x="2106276" y="717144"/>
                        </a:cubicBezTo>
                        <a:cubicBezTo>
                          <a:pt x="2100469" y="718962"/>
                          <a:pt x="2094661" y="720780"/>
                          <a:pt x="2088854" y="722641"/>
                        </a:cubicBezTo>
                        <a:cubicBezTo>
                          <a:pt x="2086593" y="723351"/>
                          <a:pt x="2084199" y="724149"/>
                          <a:pt x="2082692" y="725700"/>
                        </a:cubicBezTo>
                        <a:cubicBezTo>
                          <a:pt x="2081273" y="727163"/>
                          <a:pt x="2080830" y="729114"/>
                          <a:pt x="2080431" y="730975"/>
                        </a:cubicBezTo>
                        <a:cubicBezTo>
                          <a:pt x="2076929" y="747467"/>
                          <a:pt x="2074712" y="764135"/>
                          <a:pt x="2073781" y="780892"/>
                        </a:cubicBezTo>
                        <a:close/>
                        <a:moveTo>
                          <a:pt x="2145066" y="748486"/>
                        </a:moveTo>
                        <a:cubicBezTo>
                          <a:pt x="2144755" y="771051"/>
                          <a:pt x="2132786" y="792994"/>
                          <a:pt x="2112793" y="807668"/>
                        </a:cubicBezTo>
                        <a:cubicBezTo>
                          <a:pt x="2109468" y="810107"/>
                          <a:pt x="2104857" y="812500"/>
                          <a:pt x="2100690" y="810860"/>
                        </a:cubicBezTo>
                        <a:cubicBezTo>
                          <a:pt x="2097587" y="809618"/>
                          <a:pt x="2096169" y="806649"/>
                          <a:pt x="2095282" y="803900"/>
                        </a:cubicBezTo>
                        <a:cubicBezTo>
                          <a:pt x="2090228" y="788473"/>
                          <a:pt x="2092666" y="772425"/>
                          <a:pt x="2097410" y="757042"/>
                        </a:cubicBezTo>
                        <a:cubicBezTo>
                          <a:pt x="2095858" y="757796"/>
                          <a:pt x="2094262" y="758550"/>
                          <a:pt x="2092489" y="758727"/>
                        </a:cubicBezTo>
                        <a:cubicBezTo>
                          <a:pt x="2087790" y="759214"/>
                          <a:pt x="2083357" y="755535"/>
                          <a:pt x="2082515" y="751634"/>
                        </a:cubicBezTo>
                        <a:cubicBezTo>
                          <a:pt x="2081672" y="747688"/>
                          <a:pt x="2083667" y="743787"/>
                          <a:pt x="2086327" y="740595"/>
                        </a:cubicBezTo>
                        <a:cubicBezTo>
                          <a:pt x="2089519" y="736783"/>
                          <a:pt x="2093863" y="733724"/>
                          <a:pt x="2098828" y="731552"/>
                        </a:cubicBezTo>
                        <a:cubicBezTo>
                          <a:pt x="2103971" y="729291"/>
                          <a:pt x="2114167" y="726188"/>
                          <a:pt x="2120728" y="728360"/>
                        </a:cubicBezTo>
                        <a:cubicBezTo>
                          <a:pt x="2122945" y="727872"/>
                          <a:pt x="2125250" y="727562"/>
                          <a:pt x="2127599" y="727474"/>
                        </a:cubicBezTo>
                        <a:cubicBezTo>
                          <a:pt x="2135756" y="727252"/>
                          <a:pt x="2143913" y="729468"/>
                          <a:pt x="2151139" y="732837"/>
                        </a:cubicBezTo>
                        <a:lnTo>
                          <a:pt x="2145066" y="748486"/>
                        </a:lnTo>
                        <a:close/>
                        <a:moveTo>
                          <a:pt x="2144090" y="675340"/>
                        </a:moveTo>
                        <a:cubicBezTo>
                          <a:pt x="2144667" y="675562"/>
                          <a:pt x="2145243" y="675739"/>
                          <a:pt x="2145775" y="676049"/>
                        </a:cubicBezTo>
                        <a:cubicBezTo>
                          <a:pt x="2148967" y="678044"/>
                          <a:pt x="2151095" y="682566"/>
                          <a:pt x="2150208" y="685625"/>
                        </a:cubicBezTo>
                        <a:cubicBezTo>
                          <a:pt x="2149233" y="689216"/>
                          <a:pt x="2144977" y="691477"/>
                          <a:pt x="2141430" y="693206"/>
                        </a:cubicBezTo>
                        <a:cubicBezTo>
                          <a:pt x="2134515" y="696663"/>
                          <a:pt x="2127644" y="700077"/>
                          <a:pt x="2120728" y="703535"/>
                        </a:cubicBezTo>
                        <a:cubicBezTo>
                          <a:pt x="2119043" y="704377"/>
                          <a:pt x="2117270" y="705264"/>
                          <a:pt x="2115275" y="705441"/>
                        </a:cubicBezTo>
                        <a:cubicBezTo>
                          <a:pt x="2110754" y="705884"/>
                          <a:pt x="2106498" y="702515"/>
                          <a:pt x="2105434" y="698747"/>
                        </a:cubicBezTo>
                        <a:cubicBezTo>
                          <a:pt x="2105301" y="698791"/>
                          <a:pt x="2105168" y="698880"/>
                          <a:pt x="2104991" y="698924"/>
                        </a:cubicBezTo>
                        <a:cubicBezTo>
                          <a:pt x="2100291" y="700964"/>
                          <a:pt x="2095326" y="702781"/>
                          <a:pt x="2090007" y="703092"/>
                        </a:cubicBezTo>
                        <a:cubicBezTo>
                          <a:pt x="2088056" y="703180"/>
                          <a:pt x="2085839" y="703003"/>
                          <a:pt x="2084642" y="701673"/>
                        </a:cubicBezTo>
                        <a:cubicBezTo>
                          <a:pt x="2084066" y="701052"/>
                          <a:pt x="2083800" y="700254"/>
                          <a:pt x="2083667" y="699456"/>
                        </a:cubicBezTo>
                        <a:cubicBezTo>
                          <a:pt x="2082515" y="693472"/>
                          <a:pt x="2085795" y="687531"/>
                          <a:pt x="2090494" y="683098"/>
                        </a:cubicBezTo>
                        <a:cubicBezTo>
                          <a:pt x="2095193" y="678621"/>
                          <a:pt x="2101178" y="675340"/>
                          <a:pt x="2106764" y="671616"/>
                        </a:cubicBezTo>
                        <a:cubicBezTo>
                          <a:pt x="2110931" y="668824"/>
                          <a:pt x="2114921" y="665765"/>
                          <a:pt x="2119930" y="664213"/>
                        </a:cubicBezTo>
                        <a:cubicBezTo>
                          <a:pt x="2129683" y="661110"/>
                          <a:pt x="2143780" y="663459"/>
                          <a:pt x="2153799" y="665277"/>
                        </a:cubicBezTo>
                        <a:cubicBezTo>
                          <a:pt x="2153710" y="668026"/>
                          <a:pt x="2149056" y="671838"/>
                          <a:pt x="2144090" y="675340"/>
                        </a:cubicBezTo>
                        <a:close/>
                        <a:moveTo>
                          <a:pt x="2144489" y="646436"/>
                        </a:moveTo>
                        <a:cubicBezTo>
                          <a:pt x="2137928" y="644264"/>
                          <a:pt x="2131013" y="645417"/>
                          <a:pt x="2124496" y="647767"/>
                        </a:cubicBezTo>
                        <a:cubicBezTo>
                          <a:pt x="2121482" y="649584"/>
                          <a:pt x="2118157" y="651047"/>
                          <a:pt x="2114655" y="652155"/>
                        </a:cubicBezTo>
                        <a:cubicBezTo>
                          <a:pt x="2117758" y="650559"/>
                          <a:pt x="2121038" y="649007"/>
                          <a:pt x="2124496" y="647767"/>
                        </a:cubicBezTo>
                        <a:cubicBezTo>
                          <a:pt x="2130569" y="644176"/>
                          <a:pt x="2135535" y="639255"/>
                          <a:pt x="2138593" y="633580"/>
                        </a:cubicBezTo>
                        <a:cubicBezTo>
                          <a:pt x="2143027" y="625379"/>
                          <a:pt x="2142228" y="617577"/>
                          <a:pt x="2140987" y="608888"/>
                        </a:cubicBezTo>
                        <a:cubicBezTo>
                          <a:pt x="2147238" y="611681"/>
                          <a:pt x="2144356" y="630566"/>
                          <a:pt x="2143204" y="635708"/>
                        </a:cubicBezTo>
                        <a:cubicBezTo>
                          <a:pt x="2142805" y="637526"/>
                          <a:pt x="2142406" y="639742"/>
                          <a:pt x="2144002" y="641073"/>
                        </a:cubicBezTo>
                        <a:cubicBezTo>
                          <a:pt x="2144844" y="641782"/>
                          <a:pt x="2146085" y="642092"/>
                          <a:pt x="2147238" y="642491"/>
                        </a:cubicBezTo>
                        <a:cubicBezTo>
                          <a:pt x="2151893" y="644087"/>
                          <a:pt x="2155173" y="647634"/>
                          <a:pt x="2158720" y="650692"/>
                        </a:cubicBezTo>
                        <a:cubicBezTo>
                          <a:pt x="2166212" y="657120"/>
                          <a:pt x="2175610" y="661775"/>
                          <a:pt x="2184875" y="666341"/>
                        </a:cubicBezTo>
                        <a:cubicBezTo>
                          <a:pt x="2173969" y="662573"/>
                          <a:pt x="2163596" y="657608"/>
                          <a:pt x="2154153" y="651667"/>
                        </a:cubicBezTo>
                        <a:cubicBezTo>
                          <a:pt x="2151139" y="649717"/>
                          <a:pt x="2148080" y="647634"/>
                          <a:pt x="2144489" y="646436"/>
                        </a:cubicBezTo>
                        <a:close/>
                        <a:moveTo>
                          <a:pt x="2210764" y="803324"/>
                        </a:moveTo>
                        <a:cubicBezTo>
                          <a:pt x="2208148" y="796674"/>
                          <a:pt x="2206109" y="789847"/>
                          <a:pt x="2204514" y="782976"/>
                        </a:cubicBezTo>
                        <a:cubicBezTo>
                          <a:pt x="2204336" y="783020"/>
                          <a:pt x="2204114" y="783020"/>
                          <a:pt x="2203982" y="783109"/>
                        </a:cubicBezTo>
                        <a:cubicBezTo>
                          <a:pt x="2203317" y="783419"/>
                          <a:pt x="2202873" y="783907"/>
                          <a:pt x="2202430" y="784394"/>
                        </a:cubicBezTo>
                        <a:cubicBezTo>
                          <a:pt x="2197554" y="789847"/>
                          <a:pt x="2192633" y="795255"/>
                          <a:pt x="2187756" y="800708"/>
                        </a:cubicBezTo>
                        <a:cubicBezTo>
                          <a:pt x="2185229" y="803545"/>
                          <a:pt x="2181062" y="806693"/>
                          <a:pt x="2177206" y="804920"/>
                        </a:cubicBezTo>
                        <a:cubicBezTo>
                          <a:pt x="2187313" y="802082"/>
                          <a:pt x="2192810" y="793349"/>
                          <a:pt x="2196578" y="785059"/>
                        </a:cubicBezTo>
                        <a:cubicBezTo>
                          <a:pt x="2199016" y="779695"/>
                          <a:pt x="2200258" y="774952"/>
                          <a:pt x="2200479" y="770253"/>
                        </a:cubicBezTo>
                        <a:cubicBezTo>
                          <a:pt x="2197952" y="770652"/>
                          <a:pt x="2196091" y="773179"/>
                          <a:pt x="2194938" y="775351"/>
                        </a:cubicBezTo>
                        <a:cubicBezTo>
                          <a:pt x="2187180" y="790025"/>
                          <a:pt x="2173615" y="802437"/>
                          <a:pt x="2156813" y="810239"/>
                        </a:cubicBezTo>
                        <a:cubicBezTo>
                          <a:pt x="2168827" y="799024"/>
                          <a:pt x="2178669" y="786301"/>
                          <a:pt x="2188466" y="773622"/>
                        </a:cubicBezTo>
                        <a:cubicBezTo>
                          <a:pt x="2191835" y="769277"/>
                          <a:pt x="2195559" y="764135"/>
                          <a:pt x="2194229" y="758638"/>
                        </a:cubicBezTo>
                        <a:cubicBezTo>
                          <a:pt x="2193431" y="755402"/>
                          <a:pt x="2185806" y="749994"/>
                          <a:pt x="2186737" y="747378"/>
                        </a:cubicBezTo>
                        <a:cubicBezTo>
                          <a:pt x="2188421" y="742546"/>
                          <a:pt x="2211740" y="750392"/>
                          <a:pt x="2217680" y="749506"/>
                        </a:cubicBezTo>
                        <a:cubicBezTo>
                          <a:pt x="2226324" y="748220"/>
                          <a:pt x="2234171" y="742989"/>
                          <a:pt x="2236166" y="735896"/>
                        </a:cubicBezTo>
                        <a:cubicBezTo>
                          <a:pt x="2237451" y="742679"/>
                          <a:pt x="2230979" y="748398"/>
                          <a:pt x="2224507" y="752388"/>
                        </a:cubicBezTo>
                        <a:cubicBezTo>
                          <a:pt x="2218699" y="755934"/>
                          <a:pt x="2212094" y="759436"/>
                          <a:pt x="2209213" y="764800"/>
                        </a:cubicBezTo>
                        <a:cubicBezTo>
                          <a:pt x="2210809" y="767948"/>
                          <a:pt x="2211606" y="771184"/>
                          <a:pt x="2211030" y="773844"/>
                        </a:cubicBezTo>
                        <a:cubicBezTo>
                          <a:pt x="2210055" y="778365"/>
                          <a:pt x="2210809" y="783153"/>
                          <a:pt x="2213069" y="787409"/>
                        </a:cubicBezTo>
                        <a:cubicBezTo>
                          <a:pt x="2211473" y="786567"/>
                          <a:pt x="2210409" y="785236"/>
                          <a:pt x="2209035" y="784173"/>
                        </a:cubicBezTo>
                        <a:cubicBezTo>
                          <a:pt x="2208947" y="784084"/>
                          <a:pt x="2208858" y="784040"/>
                          <a:pt x="2208725" y="783996"/>
                        </a:cubicBezTo>
                        <a:cubicBezTo>
                          <a:pt x="2209390" y="790468"/>
                          <a:pt x="2210055" y="796896"/>
                          <a:pt x="2210764" y="803324"/>
                        </a:cubicBezTo>
                        <a:close/>
                        <a:moveTo>
                          <a:pt x="2256558" y="799910"/>
                        </a:moveTo>
                        <a:cubicBezTo>
                          <a:pt x="2248135" y="805230"/>
                          <a:pt x="2235146" y="807934"/>
                          <a:pt x="2227034" y="801817"/>
                        </a:cubicBezTo>
                        <a:cubicBezTo>
                          <a:pt x="2224861" y="800176"/>
                          <a:pt x="2223310" y="798093"/>
                          <a:pt x="2221980" y="795920"/>
                        </a:cubicBezTo>
                        <a:cubicBezTo>
                          <a:pt x="2217547" y="788561"/>
                          <a:pt x="2215995" y="779828"/>
                          <a:pt x="2219453" y="772337"/>
                        </a:cubicBezTo>
                        <a:cubicBezTo>
                          <a:pt x="2222068" y="766662"/>
                          <a:pt x="2227255" y="762140"/>
                          <a:pt x="2232309" y="757840"/>
                        </a:cubicBezTo>
                        <a:cubicBezTo>
                          <a:pt x="2235634" y="755003"/>
                          <a:pt x="2240555" y="749772"/>
                          <a:pt x="2246229" y="744363"/>
                        </a:cubicBezTo>
                        <a:cubicBezTo>
                          <a:pt x="2245520" y="743433"/>
                          <a:pt x="2245032" y="742369"/>
                          <a:pt x="2244810" y="741305"/>
                        </a:cubicBezTo>
                        <a:cubicBezTo>
                          <a:pt x="2243968" y="737359"/>
                          <a:pt x="2245963" y="733458"/>
                          <a:pt x="2248623" y="730266"/>
                        </a:cubicBezTo>
                        <a:cubicBezTo>
                          <a:pt x="2251815" y="726454"/>
                          <a:pt x="2256159" y="723395"/>
                          <a:pt x="2261124" y="721223"/>
                        </a:cubicBezTo>
                        <a:cubicBezTo>
                          <a:pt x="2266843" y="718696"/>
                          <a:pt x="2278990" y="715105"/>
                          <a:pt x="2285240" y="718962"/>
                        </a:cubicBezTo>
                        <a:cubicBezTo>
                          <a:pt x="2288432" y="720957"/>
                          <a:pt x="2290560" y="725478"/>
                          <a:pt x="2289673" y="728538"/>
                        </a:cubicBezTo>
                        <a:cubicBezTo>
                          <a:pt x="2289319" y="729779"/>
                          <a:pt x="2288565" y="730887"/>
                          <a:pt x="2287590" y="731862"/>
                        </a:cubicBezTo>
                        <a:cubicBezTo>
                          <a:pt x="2288654" y="733325"/>
                          <a:pt x="2289629" y="735054"/>
                          <a:pt x="2290471" y="737137"/>
                        </a:cubicBezTo>
                        <a:cubicBezTo>
                          <a:pt x="2291313" y="739088"/>
                          <a:pt x="2291757" y="741083"/>
                          <a:pt x="2291890" y="743034"/>
                        </a:cubicBezTo>
                        <a:cubicBezTo>
                          <a:pt x="2292555" y="741970"/>
                          <a:pt x="2293840" y="741216"/>
                          <a:pt x="2295436" y="741216"/>
                        </a:cubicBezTo>
                        <a:cubicBezTo>
                          <a:pt x="2297786" y="741216"/>
                          <a:pt x="2299736" y="742768"/>
                          <a:pt x="2299869" y="744718"/>
                        </a:cubicBezTo>
                        <a:cubicBezTo>
                          <a:pt x="2300002" y="746669"/>
                          <a:pt x="2298141" y="748265"/>
                          <a:pt x="2295791" y="748265"/>
                        </a:cubicBezTo>
                        <a:cubicBezTo>
                          <a:pt x="2294151" y="748265"/>
                          <a:pt x="2292688" y="747467"/>
                          <a:pt x="2291934" y="746314"/>
                        </a:cubicBezTo>
                        <a:cubicBezTo>
                          <a:pt x="2291313" y="754959"/>
                          <a:pt x="2285639" y="763293"/>
                          <a:pt x="2281383" y="770962"/>
                        </a:cubicBezTo>
                        <a:cubicBezTo>
                          <a:pt x="2275354" y="781779"/>
                          <a:pt x="2268173" y="792596"/>
                          <a:pt x="2256558" y="799910"/>
                        </a:cubicBezTo>
                        <a:close/>
                        <a:moveTo>
                          <a:pt x="2322345" y="791487"/>
                        </a:moveTo>
                        <a:cubicBezTo>
                          <a:pt x="2320306" y="791088"/>
                          <a:pt x="2318178" y="790690"/>
                          <a:pt x="2316139" y="790867"/>
                        </a:cubicBezTo>
                        <a:cubicBezTo>
                          <a:pt x="2309090" y="791487"/>
                          <a:pt x="2305765" y="797959"/>
                          <a:pt x="2301820" y="802792"/>
                        </a:cubicBezTo>
                        <a:cubicBezTo>
                          <a:pt x="2297475" y="808111"/>
                          <a:pt x="2291003" y="812190"/>
                          <a:pt x="2283600" y="814185"/>
                        </a:cubicBezTo>
                        <a:cubicBezTo>
                          <a:pt x="2292466" y="808643"/>
                          <a:pt x="2300845" y="802260"/>
                          <a:pt x="2306342" y="794236"/>
                        </a:cubicBezTo>
                        <a:cubicBezTo>
                          <a:pt x="2310243" y="788517"/>
                          <a:pt x="2310952" y="782488"/>
                          <a:pt x="2312991" y="776459"/>
                        </a:cubicBezTo>
                        <a:cubicBezTo>
                          <a:pt x="2318444" y="776991"/>
                          <a:pt x="2318311" y="781823"/>
                          <a:pt x="2321281" y="784882"/>
                        </a:cubicBezTo>
                        <a:cubicBezTo>
                          <a:pt x="2324828" y="788517"/>
                          <a:pt x="2329394" y="790113"/>
                          <a:pt x="2334580" y="791576"/>
                        </a:cubicBezTo>
                        <a:cubicBezTo>
                          <a:pt x="2342782" y="793881"/>
                          <a:pt x="2351027" y="796187"/>
                          <a:pt x="2359228" y="798492"/>
                        </a:cubicBezTo>
                        <a:cubicBezTo>
                          <a:pt x="2346993" y="796187"/>
                          <a:pt x="2334669" y="793837"/>
                          <a:pt x="2322345" y="791487"/>
                        </a:cubicBezTo>
                        <a:close/>
                        <a:moveTo>
                          <a:pt x="2413800" y="722065"/>
                        </a:moveTo>
                        <a:cubicBezTo>
                          <a:pt x="2412825" y="725656"/>
                          <a:pt x="2408569" y="727917"/>
                          <a:pt x="2405022" y="729646"/>
                        </a:cubicBezTo>
                        <a:cubicBezTo>
                          <a:pt x="2409588" y="729646"/>
                          <a:pt x="2413445" y="732704"/>
                          <a:pt x="2413667" y="736517"/>
                        </a:cubicBezTo>
                        <a:cubicBezTo>
                          <a:pt x="2413844" y="740329"/>
                          <a:pt x="2410298" y="743433"/>
                          <a:pt x="2405732" y="743433"/>
                        </a:cubicBezTo>
                        <a:cubicBezTo>
                          <a:pt x="2401166" y="743433"/>
                          <a:pt x="2397309" y="740374"/>
                          <a:pt x="2397087" y="736561"/>
                        </a:cubicBezTo>
                        <a:cubicBezTo>
                          <a:pt x="2397043" y="735276"/>
                          <a:pt x="2397397" y="734123"/>
                          <a:pt x="2398062" y="733104"/>
                        </a:cubicBezTo>
                        <a:cubicBezTo>
                          <a:pt x="2397176" y="733547"/>
                          <a:pt x="2396245" y="733990"/>
                          <a:pt x="2395358" y="734478"/>
                        </a:cubicBezTo>
                        <a:cubicBezTo>
                          <a:pt x="2395890" y="741792"/>
                          <a:pt x="2396555" y="749152"/>
                          <a:pt x="2397220" y="756466"/>
                        </a:cubicBezTo>
                        <a:cubicBezTo>
                          <a:pt x="2397619" y="761076"/>
                          <a:pt x="2397974" y="765908"/>
                          <a:pt x="2395890" y="770120"/>
                        </a:cubicBezTo>
                        <a:cubicBezTo>
                          <a:pt x="2393230" y="775395"/>
                          <a:pt x="2387246" y="778809"/>
                          <a:pt x="2381438" y="781823"/>
                        </a:cubicBezTo>
                        <a:cubicBezTo>
                          <a:pt x="2374390" y="785547"/>
                          <a:pt x="2366277" y="789271"/>
                          <a:pt x="2357943" y="787719"/>
                        </a:cubicBezTo>
                        <a:cubicBezTo>
                          <a:pt x="2347835" y="785813"/>
                          <a:pt x="2341718" y="776947"/>
                          <a:pt x="2339102" y="768569"/>
                        </a:cubicBezTo>
                        <a:cubicBezTo>
                          <a:pt x="2334270" y="753318"/>
                          <a:pt x="2336841" y="736472"/>
                          <a:pt x="2347481" y="723927"/>
                        </a:cubicBezTo>
                        <a:cubicBezTo>
                          <a:pt x="2354397" y="715726"/>
                          <a:pt x="2376163" y="699811"/>
                          <a:pt x="2389063" y="709209"/>
                        </a:cubicBezTo>
                        <a:cubicBezTo>
                          <a:pt x="2390305" y="710140"/>
                          <a:pt x="2391236" y="711204"/>
                          <a:pt x="2391989" y="712357"/>
                        </a:cubicBezTo>
                        <a:cubicBezTo>
                          <a:pt x="2397885" y="710716"/>
                          <a:pt x="2405022" y="709741"/>
                          <a:pt x="2409367" y="712445"/>
                        </a:cubicBezTo>
                        <a:cubicBezTo>
                          <a:pt x="2412559" y="714440"/>
                          <a:pt x="2414642" y="719006"/>
                          <a:pt x="2413800" y="722065"/>
                        </a:cubicBezTo>
                        <a:close/>
                        <a:moveTo>
                          <a:pt x="2417923" y="811924"/>
                        </a:moveTo>
                        <a:cubicBezTo>
                          <a:pt x="2426922" y="810639"/>
                          <a:pt x="2435921" y="808510"/>
                          <a:pt x="2443901" y="804831"/>
                        </a:cubicBezTo>
                        <a:cubicBezTo>
                          <a:pt x="2450994" y="801550"/>
                          <a:pt x="2455471" y="796098"/>
                          <a:pt x="2461456" y="792462"/>
                        </a:cubicBezTo>
                        <a:cubicBezTo>
                          <a:pt x="2470898" y="807668"/>
                          <a:pt x="2426789" y="810639"/>
                          <a:pt x="2417923" y="811924"/>
                        </a:cubicBezTo>
                        <a:close/>
                        <a:moveTo>
                          <a:pt x="2465490" y="732571"/>
                        </a:moveTo>
                        <a:cubicBezTo>
                          <a:pt x="2457510" y="723617"/>
                          <a:pt x="2453077" y="712490"/>
                          <a:pt x="2453210" y="701496"/>
                        </a:cubicBezTo>
                        <a:cubicBezTo>
                          <a:pt x="2453210" y="700254"/>
                          <a:pt x="2453210" y="698880"/>
                          <a:pt x="2452146" y="697993"/>
                        </a:cubicBezTo>
                        <a:cubicBezTo>
                          <a:pt x="2451260" y="697284"/>
                          <a:pt x="2449930" y="697151"/>
                          <a:pt x="2448733" y="697063"/>
                        </a:cubicBezTo>
                        <a:cubicBezTo>
                          <a:pt x="2442793" y="696663"/>
                          <a:pt x="2435833" y="697018"/>
                          <a:pt x="2430247" y="695201"/>
                        </a:cubicBezTo>
                        <a:cubicBezTo>
                          <a:pt x="2439955" y="694934"/>
                          <a:pt x="2449220" y="693693"/>
                          <a:pt x="2457555" y="689526"/>
                        </a:cubicBezTo>
                        <a:cubicBezTo>
                          <a:pt x="2462520" y="687088"/>
                          <a:pt x="2466864" y="683896"/>
                          <a:pt x="2471519" y="681103"/>
                        </a:cubicBezTo>
                        <a:cubicBezTo>
                          <a:pt x="2464692" y="687886"/>
                          <a:pt x="2461323" y="696841"/>
                          <a:pt x="2460791" y="705796"/>
                        </a:cubicBezTo>
                        <a:cubicBezTo>
                          <a:pt x="2460259" y="714751"/>
                          <a:pt x="2462342" y="723838"/>
                          <a:pt x="2465490" y="732571"/>
                        </a:cubicBezTo>
                        <a:close/>
                        <a:moveTo>
                          <a:pt x="2512215" y="693472"/>
                        </a:moveTo>
                        <a:cubicBezTo>
                          <a:pt x="2513057" y="699013"/>
                          <a:pt x="2512702" y="704821"/>
                          <a:pt x="2512259" y="708677"/>
                        </a:cubicBezTo>
                        <a:cubicBezTo>
                          <a:pt x="2510840" y="721223"/>
                          <a:pt x="2510707" y="738246"/>
                          <a:pt x="2503570" y="749328"/>
                        </a:cubicBezTo>
                        <a:cubicBezTo>
                          <a:pt x="2502240" y="751368"/>
                          <a:pt x="2500511" y="753318"/>
                          <a:pt x="2498073" y="754427"/>
                        </a:cubicBezTo>
                        <a:cubicBezTo>
                          <a:pt x="2493684" y="756421"/>
                          <a:pt x="2488054" y="755269"/>
                          <a:pt x="2483533" y="753230"/>
                        </a:cubicBezTo>
                        <a:cubicBezTo>
                          <a:pt x="2481094" y="752121"/>
                          <a:pt x="2478700" y="750659"/>
                          <a:pt x="2477237" y="748663"/>
                        </a:cubicBezTo>
                        <a:cubicBezTo>
                          <a:pt x="2475863" y="746802"/>
                          <a:pt x="2475420" y="744585"/>
                          <a:pt x="2475021" y="742413"/>
                        </a:cubicBezTo>
                        <a:cubicBezTo>
                          <a:pt x="2473469" y="732971"/>
                          <a:pt x="2478301" y="662972"/>
                          <a:pt x="2505255" y="680482"/>
                        </a:cubicBezTo>
                        <a:cubicBezTo>
                          <a:pt x="2505432" y="680571"/>
                          <a:pt x="2505521" y="680749"/>
                          <a:pt x="2505654" y="680837"/>
                        </a:cubicBezTo>
                        <a:cubicBezTo>
                          <a:pt x="2506186" y="680749"/>
                          <a:pt x="2506718" y="680704"/>
                          <a:pt x="2507294" y="680704"/>
                        </a:cubicBezTo>
                        <a:cubicBezTo>
                          <a:pt x="2511860" y="680704"/>
                          <a:pt x="2515717" y="683763"/>
                          <a:pt x="2515939" y="687576"/>
                        </a:cubicBezTo>
                        <a:cubicBezTo>
                          <a:pt x="2516071" y="690058"/>
                          <a:pt x="2514564" y="692230"/>
                          <a:pt x="2512215" y="693472"/>
                        </a:cubicBezTo>
                        <a:close/>
                        <a:moveTo>
                          <a:pt x="2528262" y="703446"/>
                        </a:moveTo>
                        <a:cubicBezTo>
                          <a:pt x="2525913" y="703446"/>
                          <a:pt x="2523962" y="701895"/>
                          <a:pt x="2523829" y="699944"/>
                        </a:cubicBezTo>
                        <a:cubicBezTo>
                          <a:pt x="2523741" y="697993"/>
                          <a:pt x="2525558" y="696398"/>
                          <a:pt x="2527908" y="696398"/>
                        </a:cubicBezTo>
                        <a:cubicBezTo>
                          <a:pt x="2530257" y="696398"/>
                          <a:pt x="2532208" y="697949"/>
                          <a:pt x="2532341" y="699899"/>
                        </a:cubicBezTo>
                        <a:cubicBezTo>
                          <a:pt x="2532474" y="701850"/>
                          <a:pt x="2530612" y="703446"/>
                          <a:pt x="2528262" y="703446"/>
                        </a:cubicBezTo>
                        <a:close/>
                        <a:moveTo>
                          <a:pt x="2542360" y="763780"/>
                        </a:moveTo>
                        <a:cubicBezTo>
                          <a:pt x="2543690" y="773045"/>
                          <a:pt x="2545020" y="782355"/>
                          <a:pt x="2546305" y="791620"/>
                        </a:cubicBezTo>
                        <a:cubicBezTo>
                          <a:pt x="2536375" y="781380"/>
                          <a:pt x="2531499" y="767903"/>
                          <a:pt x="2533095" y="755092"/>
                        </a:cubicBezTo>
                        <a:cubicBezTo>
                          <a:pt x="2534690" y="742280"/>
                          <a:pt x="2542714" y="730311"/>
                          <a:pt x="2554861" y="722597"/>
                        </a:cubicBezTo>
                        <a:cubicBezTo>
                          <a:pt x="2561599" y="718341"/>
                          <a:pt x="2569668" y="715194"/>
                          <a:pt x="2574633" y="709519"/>
                        </a:cubicBezTo>
                        <a:cubicBezTo>
                          <a:pt x="2581859" y="701274"/>
                          <a:pt x="2579332" y="690989"/>
                          <a:pt x="2573170" y="682699"/>
                        </a:cubicBezTo>
                        <a:cubicBezTo>
                          <a:pt x="2581061" y="686112"/>
                          <a:pt x="2580617" y="695910"/>
                          <a:pt x="2587134" y="700742"/>
                        </a:cubicBezTo>
                        <a:cubicBezTo>
                          <a:pt x="2595867" y="707214"/>
                          <a:pt x="2610230" y="701628"/>
                          <a:pt x="2620471" y="706328"/>
                        </a:cubicBezTo>
                        <a:cubicBezTo>
                          <a:pt x="2597153" y="702028"/>
                          <a:pt x="2574012" y="712401"/>
                          <a:pt x="2556945" y="725523"/>
                        </a:cubicBezTo>
                        <a:cubicBezTo>
                          <a:pt x="2551403" y="729779"/>
                          <a:pt x="2546128" y="734522"/>
                          <a:pt x="2543468" y="740418"/>
                        </a:cubicBezTo>
                        <a:cubicBezTo>
                          <a:pt x="2540143" y="747733"/>
                          <a:pt x="2541207" y="755934"/>
                          <a:pt x="2542360" y="763780"/>
                        </a:cubicBezTo>
                        <a:close/>
                        <a:moveTo>
                          <a:pt x="2626367" y="730089"/>
                        </a:moveTo>
                        <a:cubicBezTo>
                          <a:pt x="2626411" y="731375"/>
                          <a:pt x="2626057" y="732571"/>
                          <a:pt x="2625347" y="733591"/>
                        </a:cubicBezTo>
                        <a:cubicBezTo>
                          <a:pt x="2622732" y="747068"/>
                          <a:pt x="2620072" y="760589"/>
                          <a:pt x="2617456" y="774066"/>
                        </a:cubicBezTo>
                        <a:cubicBezTo>
                          <a:pt x="2616747" y="777789"/>
                          <a:pt x="2615993" y="781557"/>
                          <a:pt x="2613821" y="784793"/>
                        </a:cubicBezTo>
                        <a:cubicBezTo>
                          <a:pt x="2611250" y="788650"/>
                          <a:pt x="2606906" y="791399"/>
                          <a:pt x="2602251" y="793526"/>
                        </a:cubicBezTo>
                        <a:cubicBezTo>
                          <a:pt x="2592808" y="797827"/>
                          <a:pt x="2580396" y="799467"/>
                          <a:pt x="2571086" y="794369"/>
                        </a:cubicBezTo>
                        <a:cubicBezTo>
                          <a:pt x="2567052" y="792152"/>
                          <a:pt x="2563993" y="788872"/>
                          <a:pt x="2561644" y="785325"/>
                        </a:cubicBezTo>
                        <a:cubicBezTo>
                          <a:pt x="2554196" y="773977"/>
                          <a:pt x="2554107" y="759968"/>
                          <a:pt x="2560092" y="748398"/>
                        </a:cubicBezTo>
                        <a:cubicBezTo>
                          <a:pt x="2566077" y="736827"/>
                          <a:pt x="2577647" y="727739"/>
                          <a:pt x="2591168" y="722198"/>
                        </a:cubicBezTo>
                        <a:cubicBezTo>
                          <a:pt x="2602606" y="717499"/>
                          <a:pt x="2616969" y="715327"/>
                          <a:pt x="2628229" y="720957"/>
                        </a:cubicBezTo>
                        <a:lnTo>
                          <a:pt x="2626234" y="729468"/>
                        </a:lnTo>
                        <a:cubicBezTo>
                          <a:pt x="2626278" y="729690"/>
                          <a:pt x="2626323" y="729867"/>
                          <a:pt x="2626367" y="730089"/>
                        </a:cubicBezTo>
                        <a:close/>
                        <a:moveTo>
                          <a:pt x="2638647" y="746004"/>
                        </a:moveTo>
                        <a:cubicBezTo>
                          <a:pt x="2636297" y="746004"/>
                          <a:pt x="2634346" y="744452"/>
                          <a:pt x="2634214" y="742502"/>
                        </a:cubicBezTo>
                        <a:cubicBezTo>
                          <a:pt x="2634125" y="740551"/>
                          <a:pt x="2635942" y="738955"/>
                          <a:pt x="2638292" y="738955"/>
                        </a:cubicBezTo>
                        <a:cubicBezTo>
                          <a:pt x="2640642" y="738955"/>
                          <a:pt x="2642592" y="740507"/>
                          <a:pt x="2642725" y="742458"/>
                        </a:cubicBezTo>
                        <a:cubicBezTo>
                          <a:pt x="2642814" y="744408"/>
                          <a:pt x="2640996" y="746004"/>
                          <a:pt x="2638647" y="746004"/>
                        </a:cubicBezTo>
                        <a:close/>
                        <a:moveTo>
                          <a:pt x="2652965" y="662041"/>
                        </a:moveTo>
                        <a:cubicBezTo>
                          <a:pt x="2652921" y="662174"/>
                          <a:pt x="2652833" y="662307"/>
                          <a:pt x="2652788" y="662440"/>
                        </a:cubicBezTo>
                        <a:cubicBezTo>
                          <a:pt x="2652699" y="665809"/>
                          <a:pt x="2649685" y="668513"/>
                          <a:pt x="2645695" y="668868"/>
                        </a:cubicBezTo>
                        <a:cubicBezTo>
                          <a:pt x="2645208" y="669134"/>
                          <a:pt x="2644720" y="669400"/>
                          <a:pt x="2644232" y="669621"/>
                        </a:cubicBezTo>
                        <a:cubicBezTo>
                          <a:pt x="2637317" y="673079"/>
                          <a:pt x="2630445" y="676493"/>
                          <a:pt x="2623530" y="679950"/>
                        </a:cubicBezTo>
                        <a:cubicBezTo>
                          <a:pt x="2622155" y="680660"/>
                          <a:pt x="2620693" y="681236"/>
                          <a:pt x="2619141" y="681591"/>
                        </a:cubicBezTo>
                        <a:cubicBezTo>
                          <a:pt x="2616792" y="683675"/>
                          <a:pt x="2614087" y="685492"/>
                          <a:pt x="2611427" y="687221"/>
                        </a:cubicBezTo>
                        <a:cubicBezTo>
                          <a:pt x="2606950" y="690058"/>
                          <a:pt x="2600965" y="692851"/>
                          <a:pt x="2595823" y="690634"/>
                        </a:cubicBezTo>
                        <a:cubicBezTo>
                          <a:pt x="2592941" y="689393"/>
                          <a:pt x="2591168" y="686911"/>
                          <a:pt x="2590149" y="684384"/>
                        </a:cubicBezTo>
                        <a:cubicBezTo>
                          <a:pt x="2588331" y="679950"/>
                          <a:pt x="2588331" y="675207"/>
                          <a:pt x="2588420" y="670552"/>
                        </a:cubicBezTo>
                        <a:cubicBezTo>
                          <a:pt x="2588508" y="665632"/>
                          <a:pt x="2588686" y="660490"/>
                          <a:pt x="2591656" y="656322"/>
                        </a:cubicBezTo>
                        <a:cubicBezTo>
                          <a:pt x="2596443" y="649628"/>
                          <a:pt x="2629426" y="633004"/>
                          <a:pt x="2631731" y="649318"/>
                        </a:cubicBezTo>
                        <a:cubicBezTo>
                          <a:pt x="2631908" y="650559"/>
                          <a:pt x="2631598" y="651535"/>
                          <a:pt x="2631110" y="652377"/>
                        </a:cubicBezTo>
                        <a:cubicBezTo>
                          <a:pt x="2637006" y="650692"/>
                          <a:pt x="2644188" y="649717"/>
                          <a:pt x="2648532" y="652421"/>
                        </a:cubicBezTo>
                        <a:cubicBezTo>
                          <a:pt x="2651724" y="654416"/>
                          <a:pt x="2653852" y="658938"/>
                          <a:pt x="2652965" y="662041"/>
                        </a:cubicBezTo>
                        <a:close/>
                        <a:moveTo>
                          <a:pt x="2696676" y="731774"/>
                        </a:moveTo>
                        <a:cubicBezTo>
                          <a:pt x="2692908" y="735586"/>
                          <a:pt x="2687056" y="737891"/>
                          <a:pt x="2681027" y="737891"/>
                        </a:cubicBezTo>
                        <a:cubicBezTo>
                          <a:pt x="2677835" y="737891"/>
                          <a:pt x="2674244" y="737359"/>
                          <a:pt x="2671806" y="739000"/>
                        </a:cubicBezTo>
                        <a:cubicBezTo>
                          <a:pt x="2669590" y="740507"/>
                          <a:pt x="2669279" y="743211"/>
                          <a:pt x="2669146" y="745605"/>
                        </a:cubicBezTo>
                        <a:cubicBezTo>
                          <a:pt x="2668659" y="754693"/>
                          <a:pt x="2668171" y="763869"/>
                          <a:pt x="2669944" y="772957"/>
                        </a:cubicBezTo>
                        <a:cubicBezTo>
                          <a:pt x="2671717" y="782000"/>
                          <a:pt x="2676018" y="791044"/>
                          <a:pt x="2683820" y="797694"/>
                        </a:cubicBezTo>
                        <a:cubicBezTo>
                          <a:pt x="2679342" y="794856"/>
                          <a:pt x="2675574" y="791222"/>
                          <a:pt x="2672870" y="787143"/>
                        </a:cubicBezTo>
                        <a:cubicBezTo>
                          <a:pt x="2669590" y="782178"/>
                          <a:pt x="2667861" y="776681"/>
                          <a:pt x="2666176" y="771228"/>
                        </a:cubicBezTo>
                        <a:cubicBezTo>
                          <a:pt x="2664004" y="764179"/>
                          <a:pt x="2650439" y="737669"/>
                          <a:pt x="2658019" y="732039"/>
                        </a:cubicBezTo>
                        <a:cubicBezTo>
                          <a:pt x="2662452" y="728714"/>
                          <a:pt x="2670521" y="733236"/>
                          <a:pt x="2676018" y="733813"/>
                        </a:cubicBezTo>
                        <a:cubicBezTo>
                          <a:pt x="2679520" y="734168"/>
                          <a:pt x="2692863" y="734566"/>
                          <a:pt x="2696676" y="731774"/>
                        </a:cubicBezTo>
                        <a:cubicBezTo>
                          <a:pt x="2696942" y="731507"/>
                          <a:pt x="2697252" y="731197"/>
                          <a:pt x="2697518" y="730931"/>
                        </a:cubicBezTo>
                        <a:cubicBezTo>
                          <a:pt x="2697341" y="731242"/>
                          <a:pt x="2697030" y="731507"/>
                          <a:pt x="2696676" y="731774"/>
                        </a:cubicBezTo>
                        <a:close/>
                        <a:moveTo>
                          <a:pt x="2744642" y="757264"/>
                        </a:moveTo>
                        <a:cubicBezTo>
                          <a:pt x="2740076" y="757264"/>
                          <a:pt x="2736219" y="754205"/>
                          <a:pt x="2735997" y="750392"/>
                        </a:cubicBezTo>
                        <a:cubicBezTo>
                          <a:pt x="2735820" y="746580"/>
                          <a:pt x="2739366" y="743477"/>
                          <a:pt x="2743933" y="743477"/>
                        </a:cubicBezTo>
                        <a:cubicBezTo>
                          <a:pt x="2748499" y="743477"/>
                          <a:pt x="2752355" y="746536"/>
                          <a:pt x="2752577" y="750348"/>
                        </a:cubicBezTo>
                        <a:cubicBezTo>
                          <a:pt x="2752799" y="754161"/>
                          <a:pt x="2749208" y="757264"/>
                          <a:pt x="2744642" y="757264"/>
                        </a:cubicBezTo>
                        <a:close/>
                        <a:moveTo>
                          <a:pt x="2764901" y="766263"/>
                        </a:moveTo>
                        <a:cubicBezTo>
                          <a:pt x="2762552" y="766263"/>
                          <a:pt x="2760601" y="764711"/>
                          <a:pt x="2760468" y="762761"/>
                        </a:cubicBezTo>
                        <a:cubicBezTo>
                          <a:pt x="2760379" y="760811"/>
                          <a:pt x="2762197" y="759214"/>
                          <a:pt x="2764546" y="759214"/>
                        </a:cubicBezTo>
                        <a:cubicBezTo>
                          <a:pt x="2766896" y="759214"/>
                          <a:pt x="2768847" y="760766"/>
                          <a:pt x="2768980" y="762717"/>
                        </a:cubicBezTo>
                        <a:cubicBezTo>
                          <a:pt x="2769068" y="764667"/>
                          <a:pt x="2767251" y="766263"/>
                          <a:pt x="2764901" y="766263"/>
                        </a:cubicBezTo>
                        <a:close/>
                        <a:moveTo>
                          <a:pt x="2759803" y="703003"/>
                        </a:moveTo>
                        <a:cubicBezTo>
                          <a:pt x="2759537" y="712268"/>
                          <a:pt x="2763970" y="721356"/>
                          <a:pt x="2762463" y="730621"/>
                        </a:cubicBezTo>
                        <a:cubicBezTo>
                          <a:pt x="2758739" y="726675"/>
                          <a:pt x="2756478" y="721755"/>
                          <a:pt x="2756168" y="716834"/>
                        </a:cubicBezTo>
                        <a:cubicBezTo>
                          <a:pt x="2756035" y="714440"/>
                          <a:pt x="2756212" y="711825"/>
                          <a:pt x="2754483" y="709874"/>
                        </a:cubicBezTo>
                        <a:cubicBezTo>
                          <a:pt x="2751557" y="706505"/>
                          <a:pt x="2745440" y="707347"/>
                          <a:pt x="2740829" y="708544"/>
                        </a:cubicBezTo>
                        <a:cubicBezTo>
                          <a:pt x="2733958" y="710318"/>
                          <a:pt x="2727131" y="712047"/>
                          <a:pt x="2720260" y="713819"/>
                        </a:cubicBezTo>
                        <a:cubicBezTo>
                          <a:pt x="2712635" y="715770"/>
                          <a:pt x="2704478" y="718031"/>
                          <a:pt x="2699823" y="723395"/>
                        </a:cubicBezTo>
                        <a:cubicBezTo>
                          <a:pt x="2701863" y="719760"/>
                          <a:pt x="2705941" y="717277"/>
                          <a:pt x="2709044" y="714174"/>
                        </a:cubicBezTo>
                        <a:cubicBezTo>
                          <a:pt x="2712147" y="711115"/>
                          <a:pt x="2714231" y="706549"/>
                          <a:pt x="2711660" y="703003"/>
                        </a:cubicBezTo>
                        <a:cubicBezTo>
                          <a:pt x="2717290" y="710716"/>
                          <a:pt x="2740430" y="699501"/>
                          <a:pt x="2745263" y="696663"/>
                        </a:cubicBezTo>
                        <a:cubicBezTo>
                          <a:pt x="2752223" y="692630"/>
                          <a:pt x="2760379" y="681679"/>
                          <a:pt x="2769201" y="681369"/>
                        </a:cubicBezTo>
                        <a:cubicBezTo>
                          <a:pt x="2769467" y="688640"/>
                          <a:pt x="2760025" y="694669"/>
                          <a:pt x="2759803" y="703003"/>
                        </a:cubicBezTo>
                        <a:close/>
                        <a:moveTo>
                          <a:pt x="2863405" y="697639"/>
                        </a:moveTo>
                        <a:cubicBezTo>
                          <a:pt x="2861055" y="697639"/>
                          <a:pt x="2859104" y="696087"/>
                          <a:pt x="2858972" y="694137"/>
                        </a:cubicBezTo>
                        <a:cubicBezTo>
                          <a:pt x="2858883" y="692186"/>
                          <a:pt x="2860700" y="690590"/>
                          <a:pt x="2863050" y="690590"/>
                        </a:cubicBezTo>
                        <a:cubicBezTo>
                          <a:pt x="2865399" y="690590"/>
                          <a:pt x="2867350" y="692141"/>
                          <a:pt x="2867483" y="694092"/>
                        </a:cubicBezTo>
                        <a:cubicBezTo>
                          <a:pt x="2867616" y="696043"/>
                          <a:pt x="2865754" y="697639"/>
                          <a:pt x="2863405" y="697639"/>
                        </a:cubicBezTo>
                        <a:close/>
                        <a:moveTo>
                          <a:pt x="2836141" y="604898"/>
                        </a:moveTo>
                        <a:cubicBezTo>
                          <a:pt x="2816325" y="618552"/>
                          <a:pt x="2792386" y="629812"/>
                          <a:pt x="2766541" y="630743"/>
                        </a:cubicBezTo>
                        <a:cubicBezTo>
                          <a:pt x="2764192" y="631009"/>
                          <a:pt x="2761754" y="631054"/>
                          <a:pt x="2759315" y="630743"/>
                        </a:cubicBezTo>
                        <a:cubicBezTo>
                          <a:pt x="2761754" y="630832"/>
                          <a:pt x="2764148" y="630832"/>
                          <a:pt x="2766541" y="630743"/>
                        </a:cubicBezTo>
                        <a:cubicBezTo>
                          <a:pt x="2773368" y="629990"/>
                          <a:pt x="2779929" y="627285"/>
                          <a:pt x="2786091" y="624537"/>
                        </a:cubicBezTo>
                        <a:cubicBezTo>
                          <a:pt x="2794692" y="620724"/>
                          <a:pt x="2803203" y="616779"/>
                          <a:pt x="2811670" y="612745"/>
                        </a:cubicBezTo>
                        <a:cubicBezTo>
                          <a:pt x="2818187" y="609597"/>
                          <a:pt x="2824792" y="606317"/>
                          <a:pt x="2829669" y="601574"/>
                        </a:cubicBezTo>
                        <a:cubicBezTo>
                          <a:pt x="2834057" y="597229"/>
                          <a:pt x="2834900" y="592220"/>
                          <a:pt x="2837294" y="587299"/>
                        </a:cubicBezTo>
                        <a:cubicBezTo>
                          <a:pt x="2839333" y="591688"/>
                          <a:pt x="2840485" y="596564"/>
                          <a:pt x="2841948" y="601175"/>
                        </a:cubicBezTo>
                        <a:cubicBezTo>
                          <a:pt x="2845007" y="611016"/>
                          <a:pt x="2848155" y="620991"/>
                          <a:pt x="2854095" y="629945"/>
                        </a:cubicBezTo>
                        <a:cubicBezTo>
                          <a:pt x="2863006" y="643422"/>
                          <a:pt x="2877590" y="653618"/>
                          <a:pt x="2891821" y="663504"/>
                        </a:cubicBezTo>
                        <a:cubicBezTo>
                          <a:pt x="2863449" y="652864"/>
                          <a:pt x="2841815" y="630078"/>
                          <a:pt x="2836141" y="604898"/>
                        </a:cubicBezTo>
                        <a:close/>
                        <a:moveTo>
                          <a:pt x="2948742" y="649584"/>
                        </a:moveTo>
                        <a:cubicBezTo>
                          <a:pt x="2940319" y="656012"/>
                          <a:pt x="2927064" y="656278"/>
                          <a:pt x="2915892" y="653352"/>
                        </a:cubicBezTo>
                        <a:cubicBezTo>
                          <a:pt x="2904677" y="650426"/>
                          <a:pt x="2894702" y="644796"/>
                          <a:pt x="2884240" y="640319"/>
                        </a:cubicBezTo>
                        <a:cubicBezTo>
                          <a:pt x="2873335" y="635664"/>
                          <a:pt x="2867705" y="625557"/>
                          <a:pt x="2862872" y="616247"/>
                        </a:cubicBezTo>
                        <a:cubicBezTo>
                          <a:pt x="2859016" y="608755"/>
                          <a:pt x="2855070" y="601130"/>
                          <a:pt x="2853652" y="593106"/>
                        </a:cubicBezTo>
                        <a:cubicBezTo>
                          <a:pt x="2852189" y="585083"/>
                          <a:pt x="2853519" y="576482"/>
                          <a:pt x="2859282" y="570143"/>
                        </a:cubicBezTo>
                        <a:cubicBezTo>
                          <a:pt x="2864779" y="564114"/>
                          <a:pt x="2879541" y="556976"/>
                          <a:pt x="2889338" y="559858"/>
                        </a:cubicBezTo>
                        <a:cubicBezTo>
                          <a:pt x="2898160" y="562430"/>
                          <a:pt x="2899002" y="572315"/>
                          <a:pt x="2901574" y="578610"/>
                        </a:cubicBezTo>
                        <a:cubicBezTo>
                          <a:pt x="2909376" y="597806"/>
                          <a:pt x="2925379" y="614740"/>
                          <a:pt x="2946880" y="624759"/>
                        </a:cubicBezTo>
                        <a:cubicBezTo>
                          <a:pt x="2957120" y="629502"/>
                          <a:pt x="2957165" y="643156"/>
                          <a:pt x="2948742" y="649584"/>
                        </a:cubicBezTo>
                        <a:close/>
                        <a:moveTo>
                          <a:pt x="3049462" y="607469"/>
                        </a:moveTo>
                        <a:cubicBezTo>
                          <a:pt x="3040418" y="606982"/>
                          <a:pt x="3031286" y="609509"/>
                          <a:pt x="3024636" y="614385"/>
                        </a:cubicBezTo>
                        <a:cubicBezTo>
                          <a:pt x="3018696" y="618685"/>
                          <a:pt x="3014839" y="624581"/>
                          <a:pt x="3010628" y="630167"/>
                        </a:cubicBezTo>
                        <a:cubicBezTo>
                          <a:pt x="3002382" y="641073"/>
                          <a:pt x="2992496" y="651047"/>
                          <a:pt x="2981236" y="659913"/>
                        </a:cubicBezTo>
                        <a:cubicBezTo>
                          <a:pt x="2974764" y="665011"/>
                          <a:pt x="2967316" y="669888"/>
                          <a:pt x="2958362" y="670774"/>
                        </a:cubicBezTo>
                        <a:cubicBezTo>
                          <a:pt x="2970996" y="664701"/>
                          <a:pt x="2982300" y="656810"/>
                          <a:pt x="2991698" y="647589"/>
                        </a:cubicBezTo>
                        <a:cubicBezTo>
                          <a:pt x="2995865" y="643466"/>
                          <a:pt x="2999766" y="638989"/>
                          <a:pt x="3001673" y="633802"/>
                        </a:cubicBezTo>
                        <a:cubicBezTo>
                          <a:pt x="3003712" y="628305"/>
                          <a:pt x="3003446" y="622276"/>
                          <a:pt x="3002471" y="616513"/>
                        </a:cubicBezTo>
                        <a:cubicBezTo>
                          <a:pt x="3000432" y="604455"/>
                          <a:pt x="2994535" y="594214"/>
                          <a:pt x="2989127" y="583087"/>
                        </a:cubicBezTo>
                        <a:cubicBezTo>
                          <a:pt x="2994225" y="583354"/>
                          <a:pt x="2997860" y="590757"/>
                          <a:pt x="2999501" y="594569"/>
                        </a:cubicBezTo>
                        <a:cubicBezTo>
                          <a:pt x="3002515" y="601485"/>
                          <a:pt x="3003889" y="610218"/>
                          <a:pt x="3011958" y="613277"/>
                        </a:cubicBezTo>
                        <a:cubicBezTo>
                          <a:pt x="3024149" y="617843"/>
                          <a:pt x="3036783" y="603834"/>
                          <a:pt x="3049462" y="607469"/>
                        </a:cubicBezTo>
                        <a:close/>
                        <a:moveTo>
                          <a:pt x="3016479" y="550371"/>
                        </a:moveTo>
                        <a:cubicBezTo>
                          <a:pt x="3014218" y="553740"/>
                          <a:pt x="3012046" y="557109"/>
                          <a:pt x="3011027" y="560346"/>
                        </a:cubicBezTo>
                        <a:cubicBezTo>
                          <a:pt x="3008943" y="566951"/>
                          <a:pt x="3012002" y="571872"/>
                          <a:pt x="3015016" y="576393"/>
                        </a:cubicBezTo>
                        <a:cubicBezTo>
                          <a:pt x="3007968" y="576925"/>
                          <a:pt x="3003269" y="573600"/>
                          <a:pt x="3003668" y="568370"/>
                        </a:cubicBezTo>
                        <a:cubicBezTo>
                          <a:pt x="3003756" y="567040"/>
                          <a:pt x="3004155" y="565577"/>
                          <a:pt x="3003668" y="564513"/>
                        </a:cubicBezTo>
                        <a:cubicBezTo>
                          <a:pt x="3002914" y="562828"/>
                          <a:pt x="3000077" y="562562"/>
                          <a:pt x="2997151" y="563094"/>
                        </a:cubicBezTo>
                        <a:cubicBezTo>
                          <a:pt x="2994225" y="563626"/>
                          <a:pt x="2991122" y="564912"/>
                          <a:pt x="2988063" y="566020"/>
                        </a:cubicBezTo>
                        <a:cubicBezTo>
                          <a:pt x="2980438" y="568813"/>
                          <a:pt x="2958228" y="576571"/>
                          <a:pt x="2956633" y="571029"/>
                        </a:cubicBezTo>
                        <a:cubicBezTo>
                          <a:pt x="2963282" y="568946"/>
                          <a:pt x="2969755" y="566552"/>
                          <a:pt x="2976360" y="563405"/>
                        </a:cubicBezTo>
                        <a:cubicBezTo>
                          <a:pt x="2996930" y="553696"/>
                          <a:pt x="3016790" y="541195"/>
                          <a:pt x="3033901" y="527053"/>
                        </a:cubicBezTo>
                        <a:cubicBezTo>
                          <a:pt x="3027562" y="534811"/>
                          <a:pt x="3021710" y="542569"/>
                          <a:pt x="3016479" y="550371"/>
                        </a:cubicBezTo>
                        <a:close/>
                        <a:moveTo>
                          <a:pt x="3080360" y="489106"/>
                        </a:moveTo>
                        <a:cubicBezTo>
                          <a:pt x="3078099" y="487199"/>
                          <a:pt x="3076193" y="484806"/>
                          <a:pt x="3072159" y="484628"/>
                        </a:cubicBezTo>
                        <a:cubicBezTo>
                          <a:pt x="3067150" y="484407"/>
                          <a:pt x="3060544" y="487820"/>
                          <a:pt x="3055136" y="491411"/>
                        </a:cubicBezTo>
                        <a:cubicBezTo>
                          <a:pt x="3049550" y="495135"/>
                          <a:pt x="3044363" y="499346"/>
                          <a:pt x="3039886" y="503735"/>
                        </a:cubicBezTo>
                        <a:cubicBezTo>
                          <a:pt x="3046536" y="494692"/>
                          <a:pt x="3054116" y="484850"/>
                          <a:pt x="3065598" y="478378"/>
                        </a:cubicBezTo>
                        <a:cubicBezTo>
                          <a:pt x="3066928" y="477624"/>
                          <a:pt x="3068347" y="476915"/>
                          <a:pt x="3069544" y="475984"/>
                        </a:cubicBezTo>
                        <a:cubicBezTo>
                          <a:pt x="3070740" y="475097"/>
                          <a:pt x="3071671" y="474033"/>
                          <a:pt x="3072602" y="473014"/>
                        </a:cubicBezTo>
                        <a:cubicBezTo>
                          <a:pt x="3076237" y="468935"/>
                          <a:pt x="3081070" y="461488"/>
                          <a:pt x="3086833" y="459404"/>
                        </a:cubicBezTo>
                        <a:cubicBezTo>
                          <a:pt x="3083109" y="465522"/>
                          <a:pt x="3080538" y="471418"/>
                          <a:pt x="3080538" y="476826"/>
                        </a:cubicBezTo>
                        <a:cubicBezTo>
                          <a:pt x="3080538" y="484806"/>
                          <a:pt x="3085370" y="490835"/>
                          <a:pt x="3092862" y="494381"/>
                        </a:cubicBezTo>
                        <a:cubicBezTo>
                          <a:pt x="3087808" y="493539"/>
                          <a:pt x="3083552" y="491721"/>
                          <a:pt x="3080360" y="489106"/>
                        </a:cubicBezTo>
                        <a:close/>
                        <a:moveTo>
                          <a:pt x="3097561" y="416004"/>
                        </a:moveTo>
                        <a:cubicBezTo>
                          <a:pt x="3088694" y="412945"/>
                          <a:pt x="3082976" y="407182"/>
                          <a:pt x="3075883" y="402572"/>
                        </a:cubicBezTo>
                        <a:cubicBezTo>
                          <a:pt x="3068568" y="397784"/>
                          <a:pt x="3070208" y="387455"/>
                          <a:pt x="3072115" y="377880"/>
                        </a:cubicBezTo>
                        <a:cubicBezTo>
                          <a:pt x="3073666" y="370210"/>
                          <a:pt x="3075218" y="362408"/>
                          <a:pt x="3079518" y="354207"/>
                        </a:cubicBezTo>
                        <a:cubicBezTo>
                          <a:pt x="3083774" y="346005"/>
                          <a:pt x="3091177" y="337228"/>
                          <a:pt x="3101284" y="330800"/>
                        </a:cubicBezTo>
                        <a:cubicBezTo>
                          <a:pt x="3110904" y="324683"/>
                          <a:pt x="3130410" y="317412"/>
                          <a:pt x="3137946" y="320382"/>
                        </a:cubicBezTo>
                        <a:cubicBezTo>
                          <a:pt x="3144729" y="323042"/>
                          <a:pt x="3138567" y="333149"/>
                          <a:pt x="3136616" y="339578"/>
                        </a:cubicBezTo>
                        <a:cubicBezTo>
                          <a:pt x="3130632" y="359216"/>
                          <a:pt x="3134222" y="376594"/>
                          <a:pt x="3148142" y="386834"/>
                        </a:cubicBezTo>
                        <a:cubicBezTo>
                          <a:pt x="3154836" y="391755"/>
                          <a:pt x="3145172" y="405675"/>
                          <a:pt x="3132405" y="412236"/>
                        </a:cubicBezTo>
                        <a:cubicBezTo>
                          <a:pt x="3119638" y="418797"/>
                          <a:pt x="3106427" y="419063"/>
                          <a:pt x="3097561" y="416004"/>
                        </a:cubicBezTo>
                        <a:close/>
                        <a:moveTo>
                          <a:pt x="3231352" y="376594"/>
                        </a:moveTo>
                        <a:cubicBezTo>
                          <a:pt x="3222485" y="380983"/>
                          <a:pt x="3214550" y="386967"/>
                          <a:pt x="3206482" y="392642"/>
                        </a:cubicBezTo>
                        <a:cubicBezTo>
                          <a:pt x="3190700" y="403724"/>
                          <a:pt x="3173943" y="413921"/>
                          <a:pt x="3156698" y="422920"/>
                        </a:cubicBezTo>
                        <a:cubicBezTo>
                          <a:pt x="3146768" y="428106"/>
                          <a:pt x="3136040" y="433072"/>
                          <a:pt x="3126642" y="433914"/>
                        </a:cubicBezTo>
                        <a:cubicBezTo>
                          <a:pt x="3143266" y="427752"/>
                          <a:pt x="3159890" y="419772"/>
                          <a:pt x="3175628" y="410374"/>
                        </a:cubicBezTo>
                        <a:cubicBezTo>
                          <a:pt x="3182632" y="406207"/>
                          <a:pt x="3189592" y="401641"/>
                          <a:pt x="3195133" y="396321"/>
                        </a:cubicBezTo>
                        <a:cubicBezTo>
                          <a:pt x="3201029" y="390691"/>
                          <a:pt x="3205019" y="384573"/>
                          <a:pt x="3208166" y="378633"/>
                        </a:cubicBezTo>
                        <a:cubicBezTo>
                          <a:pt x="3214728" y="366309"/>
                          <a:pt x="3216235" y="355847"/>
                          <a:pt x="3218806" y="344454"/>
                        </a:cubicBezTo>
                        <a:cubicBezTo>
                          <a:pt x="3223594" y="344764"/>
                          <a:pt x="3221865" y="352345"/>
                          <a:pt x="3220801" y="356246"/>
                        </a:cubicBezTo>
                        <a:cubicBezTo>
                          <a:pt x="3218850" y="363295"/>
                          <a:pt x="3214018" y="372250"/>
                          <a:pt x="3219737" y="375397"/>
                        </a:cubicBezTo>
                        <a:cubicBezTo>
                          <a:pt x="3228381" y="380140"/>
                          <a:pt x="3250680" y="365910"/>
                          <a:pt x="3260477" y="369634"/>
                        </a:cubicBezTo>
                        <a:cubicBezTo>
                          <a:pt x="3252054" y="369102"/>
                          <a:pt x="3241370" y="371629"/>
                          <a:pt x="3231352" y="376594"/>
                        </a:cubicBezTo>
                        <a:close/>
                        <a:moveTo>
                          <a:pt x="3340273" y="320914"/>
                        </a:moveTo>
                        <a:cubicBezTo>
                          <a:pt x="3324269" y="329116"/>
                          <a:pt x="3305562" y="329692"/>
                          <a:pt x="3287563" y="329913"/>
                        </a:cubicBezTo>
                        <a:cubicBezTo>
                          <a:pt x="3278387" y="330046"/>
                          <a:pt x="3268989" y="330091"/>
                          <a:pt x="3260255" y="327254"/>
                        </a:cubicBezTo>
                        <a:cubicBezTo>
                          <a:pt x="3251522" y="324416"/>
                          <a:pt x="3243365" y="318121"/>
                          <a:pt x="3240750" y="309344"/>
                        </a:cubicBezTo>
                        <a:cubicBezTo>
                          <a:pt x="3237779" y="299369"/>
                          <a:pt x="3242213" y="288242"/>
                          <a:pt x="3239065" y="278356"/>
                        </a:cubicBezTo>
                        <a:cubicBezTo>
                          <a:pt x="3237868" y="274544"/>
                          <a:pt x="3235519" y="271042"/>
                          <a:pt x="3235341" y="267052"/>
                        </a:cubicBezTo>
                        <a:cubicBezTo>
                          <a:pt x="3234543" y="249940"/>
                          <a:pt x="3258260" y="252157"/>
                          <a:pt x="3268058" y="256546"/>
                        </a:cubicBezTo>
                        <a:cubicBezTo>
                          <a:pt x="3274441" y="259383"/>
                          <a:pt x="3276081" y="262575"/>
                          <a:pt x="3276170" y="266476"/>
                        </a:cubicBezTo>
                        <a:cubicBezTo>
                          <a:pt x="3279583" y="265323"/>
                          <a:pt x="3283396" y="264436"/>
                          <a:pt x="3286765" y="264658"/>
                        </a:cubicBezTo>
                        <a:cubicBezTo>
                          <a:pt x="3287120" y="260846"/>
                          <a:pt x="3290267" y="257831"/>
                          <a:pt x="3294169" y="257787"/>
                        </a:cubicBezTo>
                        <a:cubicBezTo>
                          <a:pt x="3298336" y="257742"/>
                          <a:pt x="3301749" y="261067"/>
                          <a:pt x="3301838" y="265235"/>
                        </a:cubicBezTo>
                        <a:cubicBezTo>
                          <a:pt x="3301882" y="268914"/>
                          <a:pt x="3299266" y="272017"/>
                          <a:pt x="3295809" y="272726"/>
                        </a:cubicBezTo>
                        <a:cubicBezTo>
                          <a:pt x="3296119" y="274190"/>
                          <a:pt x="3296163" y="275652"/>
                          <a:pt x="3295853" y="276894"/>
                        </a:cubicBezTo>
                        <a:cubicBezTo>
                          <a:pt x="3294833" y="280839"/>
                          <a:pt x="3290888" y="283321"/>
                          <a:pt x="3287607" y="285272"/>
                        </a:cubicBezTo>
                        <a:cubicBezTo>
                          <a:pt x="3284637" y="287045"/>
                          <a:pt x="3281667" y="288818"/>
                          <a:pt x="3278697" y="290592"/>
                        </a:cubicBezTo>
                        <a:cubicBezTo>
                          <a:pt x="3284238" y="296488"/>
                          <a:pt x="3295099" y="296488"/>
                          <a:pt x="3304320" y="297773"/>
                        </a:cubicBezTo>
                        <a:cubicBezTo>
                          <a:pt x="3317886" y="299680"/>
                          <a:pt x="3332027" y="302073"/>
                          <a:pt x="3343243" y="310541"/>
                        </a:cubicBezTo>
                        <a:cubicBezTo>
                          <a:pt x="3344041" y="311161"/>
                          <a:pt x="3344883" y="311826"/>
                          <a:pt x="3345326" y="312713"/>
                        </a:cubicBezTo>
                        <a:cubicBezTo>
                          <a:pt x="3346922" y="315949"/>
                          <a:pt x="3343420" y="319274"/>
                          <a:pt x="3340273" y="320914"/>
                        </a:cubicBezTo>
                        <a:close/>
                        <a:moveTo>
                          <a:pt x="3412576" y="194083"/>
                        </a:moveTo>
                        <a:cubicBezTo>
                          <a:pt x="3406769" y="199802"/>
                          <a:pt x="3400297" y="205033"/>
                          <a:pt x="3392761" y="208269"/>
                        </a:cubicBezTo>
                        <a:cubicBezTo>
                          <a:pt x="3385490" y="211372"/>
                          <a:pt x="3377555" y="212481"/>
                          <a:pt x="3369708" y="213589"/>
                        </a:cubicBezTo>
                        <a:cubicBezTo>
                          <a:pt x="3363724" y="214431"/>
                          <a:pt x="3357783" y="215229"/>
                          <a:pt x="3351799" y="216072"/>
                        </a:cubicBezTo>
                        <a:cubicBezTo>
                          <a:pt x="3343597" y="218199"/>
                          <a:pt x="3335175" y="219485"/>
                          <a:pt x="3327018" y="217534"/>
                        </a:cubicBezTo>
                        <a:cubicBezTo>
                          <a:pt x="3333180" y="218643"/>
                          <a:pt x="3339475" y="217756"/>
                          <a:pt x="3345637" y="216914"/>
                        </a:cubicBezTo>
                        <a:cubicBezTo>
                          <a:pt x="3347676" y="216648"/>
                          <a:pt x="3349759" y="216337"/>
                          <a:pt x="3351799" y="216072"/>
                        </a:cubicBezTo>
                        <a:cubicBezTo>
                          <a:pt x="3354459" y="215407"/>
                          <a:pt x="3357074" y="214608"/>
                          <a:pt x="3359645" y="213811"/>
                        </a:cubicBezTo>
                        <a:cubicBezTo>
                          <a:pt x="3374851" y="209111"/>
                          <a:pt x="3390145" y="203748"/>
                          <a:pt x="3402912" y="194261"/>
                        </a:cubicBezTo>
                        <a:cubicBezTo>
                          <a:pt x="3408188" y="190315"/>
                          <a:pt x="3412931" y="185660"/>
                          <a:pt x="3416788" y="180341"/>
                        </a:cubicBezTo>
                        <a:cubicBezTo>
                          <a:pt x="3418118" y="178479"/>
                          <a:pt x="3424413" y="163672"/>
                          <a:pt x="3425521" y="163451"/>
                        </a:cubicBezTo>
                        <a:cubicBezTo>
                          <a:pt x="3435850" y="161322"/>
                          <a:pt x="3415148" y="191557"/>
                          <a:pt x="3412576" y="194083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21" name="Forme libre : forme 19020">
                    <a:extLst>
                      <a:ext uri="{FF2B5EF4-FFF2-40B4-BE49-F238E27FC236}">
                        <a16:creationId xmlns:a16="http://schemas.microsoft.com/office/drawing/2014/main" id="{496D74E8-5CBF-49C1-A4A6-5ED6A47FE51B}"/>
                      </a:ext>
                    </a:extLst>
                  </p:cNvPr>
                  <p:cNvSpPr/>
                  <p:nvPr/>
                </p:nvSpPr>
                <p:spPr>
                  <a:xfrm>
                    <a:off x="4894099" y="5810796"/>
                    <a:ext cx="28416" cy="10523"/>
                  </a:xfrm>
                  <a:custGeom>
                    <a:avLst/>
                    <a:gdLst>
                      <a:gd name="connsiteX0" fmla="*/ 28416 w 28416"/>
                      <a:gd name="connsiteY0" fmla="*/ 17 h 10523"/>
                      <a:gd name="connsiteX1" fmla="*/ 0 w 28416"/>
                      <a:gd name="connsiteY1" fmla="*/ 10524 h 10523"/>
                      <a:gd name="connsiteX2" fmla="*/ 8379 w 28416"/>
                      <a:gd name="connsiteY2" fmla="*/ 9371 h 10523"/>
                      <a:gd name="connsiteX3" fmla="*/ 28416 w 28416"/>
                      <a:gd name="connsiteY3" fmla="*/ 17 h 10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416" h="10523">
                        <a:moveTo>
                          <a:pt x="28416" y="17"/>
                        </a:moveTo>
                        <a:cubicBezTo>
                          <a:pt x="17732" y="-293"/>
                          <a:pt x="7625" y="3608"/>
                          <a:pt x="0" y="10524"/>
                        </a:cubicBezTo>
                        <a:cubicBezTo>
                          <a:pt x="2793" y="10302"/>
                          <a:pt x="5586" y="9992"/>
                          <a:pt x="8379" y="9371"/>
                        </a:cubicBezTo>
                        <a:cubicBezTo>
                          <a:pt x="15959" y="7731"/>
                          <a:pt x="22609" y="4406"/>
                          <a:pt x="28416" y="17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22" name="Forme libre : forme 19021">
                    <a:extLst>
                      <a:ext uri="{FF2B5EF4-FFF2-40B4-BE49-F238E27FC236}">
                        <a16:creationId xmlns:a16="http://schemas.microsoft.com/office/drawing/2014/main" id="{18BAFC91-8D14-41F9-A5C2-6D7F53597408}"/>
                      </a:ext>
                    </a:extLst>
                  </p:cNvPr>
                  <p:cNvSpPr/>
                  <p:nvPr/>
                </p:nvSpPr>
                <p:spPr>
                  <a:xfrm>
                    <a:off x="4710253" y="5890166"/>
                    <a:ext cx="42252" cy="47256"/>
                  </a:xfrm>
                  <a:custGeom>
                    <a:avLst/>
                    <a:gdLst>
                      <a:gd name="connsiteX0" fmla="*/ 34273 w 42252"/>
                      <a:gd name="connsiteY0" fmla="*/ 4876 h 47256"/>
                      <a:gd name="connsiteX1" fmla="*/ 42253 w 42252"/>
                      <a:gd name="connsiteY1" fmla="*/ 0 h 47256"/>
                      <a:gd name="connsiteX2" fmla="*/ 803 w 42252"/>
                      <a:gd name="connsiteY2" fmla="*/ 37858 h 47256"/>
                      <a:gd name="connsiteX3" fmla="*/ 5 w 42252"/>
                      <a:gd name="connsiteY3" fmla="*/ 47256 h 47256"/>
                      <a:gd name="connsiteX4" fmla="*/ 2532 w 42252"/>
                      <a:gd name="connsiteY4" fmla="*/ 39188 h 47256"/>
                      <a:gd name="connsiteX5" fmla="*/ 34273 w 42252"/>
                      <a:gd name="connsiteY5" fmla="*/ 4876 h 47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252" h="47256">
                        <a:moveTo>
                          <a:pt x="34273" y="4876"/>
                        </a:moveTo>
                        <a:cubicBezTo>
                          <a:pt x="36844" y="3103"/>
                          <a:pt x="39549" y="1507"/>
                          <a:pt x="42253" y="0"/>
                        </a:cubicBezTo>
                        <a:cubicBezTo>
                          <a:pt x="22127" y="2083"/>
                          <a:pt x="4882" y="17023"/>
                          <a:pt x="803" y="37858"/>
                        </a:cubicBezTo>
                        <a:cubicBezTo>
                          <a:pt x="183" y="41006"/>
                          <a:pt x="-39" y="44153"/>
                          <a:pt x="5" y="47256"/>
                        </a:cubicBezTo>
                        <a:cubicBezTo>
                          <a:pt x="493" y="44641"/>
                          <a:pt x="1291" y="41937"/>
                          <a:pt x="2532" y="39188"/>
                        </a:cubicBezTo>
                        <a:cubicBezTo>
                          <a:pt x="7852" y="27352"/>
                          <a:pt x="19866" y="14762"/>
                          <a:pt x="34273" y="4876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23" name="Forme libre : forme 19022">
                    <a:extLst>
                      <a:ext uri="{FF2B5EF4-FFF2-40B4-BE49-F238E27FC236}">
                        <a16:creationId xmlns:a16="http://schemas.microsoft.com/office/drawing/2014/main" id="{096B8701-97F0-434B-8984-B21F51C3C129}"/>
                      </a:ext>
                    </a:extLst>
                  </p:cNvPr>
                  <p:cNvSpPr/>
                  <p:nvPr/>
                </p:nvSpPr>
                <p:spPr>
                  <a:xfrm>
                    <a:off x="5012728" y="5740904"/>
                    <a:ext cx="265" cy="177"/>
                  </a:xfrm>
                  <a:custGeom>
                    <a:avLst/>
                    <a:gdLst>
                      <a:gd name="connsiteX0" fmla="*/ 0 w 265"/>
                      <a:gd name="connsiteY0" fmla="*/ 0 h 177"/>
                      <a:gd name="connsiteX1" fmla="*/ 133 w 265"/>
                      <a:gd name="connsiteY1" fmla="*/ 177 h 177"/>
                      <a:gd name="connsiteX2" fmla="*/ 266 w 265"/>
                      <a:gd name="connsiteY2" fmla="*/ 44 h 177"/>
                      <a:gd name="connsiteX3" fmla="*/ 0 w 265"/>
                      <a:gd name="connsiteY3" fmla="*/ 0 h 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5" h="177">
                        <a:moveTo>
                          <a:pt x="0" y="0"/>
                        </a:moveTo>
                        <a:cubicBezTo>
                          <a:pt x="44" y="44"/>
                          <a:pt x="89" y="133"/>
                          <a:pt x="133" y="177"/>
                        </a:cubicBezTo>
                        <a:cubicBezTo>
                          <a:pt x="177" y="133"/>
                          <a:pt x="222" y="89"/>
                          <a:pt x="266" y="44"/>
                        </a:cubicBezTo>
                        <a:cubicBezTo>
                          <a:pt x="177" y="0"/>
                          <a:pt x="89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24" name="Forme libre : forme 19023">
                    <a:extLst>
                      <a:ext uri="{FF2B5EF4-FFF2-40B4-BE49-F238E27FC236}">
                        <a16:creationId xmlns:a16="http://schemas.microsoft.com/office/drawing/2014/main" id="{9EEC1913-85E2-4C1D-9287-EB2239831CA6}"/>
                      </a:ext>
                    </a:extLst>
                  </p:cNvPr>
                  <p:cNvSpPr/>
                  <p:nvPr/>
                </p:nvSpPr>
                <p:spPr>
                  <a:xfrm>
                    <a:off x="4709105" y="5972001"/>
                    <a:ext cx="266" cy="177"/>
                  </a:xfrm>
                  <a:custGeom>
                    <a:avLst/>
                    <a:gdLst>
                      <a:gd name="connsiteX0" fmla="*/ 0 w 266"/>
                      <a:gd name="connsiteY0" fmla="*/ 0 h 177"/>
                      <a:gd name="connsiteX1" fmla="*/ 44 w 266"/>
                      <a:gd name="connsiteY1" fmla="*/ 177 h 177"/>
                      <a:gd name="connsiteX2" fmla="*/ 266 w 266"/>
                      <a:gd name="connsiteY2" fmla="*/ 44 h 177"/>
                      <a:gd name="connsiteX3" fmla="*/ 0 w 266"/>
                      <a:gd name="connsiteY3" fmla="*/ 0 h 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6" h="177">
                        <a:moveTo>
                          <a:pt x="0" y="0"/>
                        </a:moveTo>
                        <a:cubicBezTo>
                          <a:pt x="0" y="44"/>
                          <a:pt x="44" y="89"/>
                          <a:pt x="44" y="177"/>
                        </a:cubicBezTo>
                        <a:cubicBezTo>
                          <a:pt x="133" y="133"/>
                          <a:pt x="177" y="89"/>
                          <a:pt x="266" y="44"/>
                        </a:cubicBezTo>
                        <a:cubicBezTo>
                          <a:pt x="177" y="44"/>
                          <a:pt x="89" y="4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25" name="Forme libre : forme 19024">
                    <a:extLst>
                      <a:ext uri="{FF2B5EF4-FFF2-40B4-BE49-F238E27FC236}">
                        <a16:creationId xmlns:a16="http://schemas.microsoft.com/office/drawing/2014/main" id="{17F46F37-0472-44C7-A8D4-A8897F182D7A}"/>
                      </a:ext>
                    </a:extLst>
                  </p:cNvPr>
                  <p:cNvSpPr/>
                  <p:nvPr/>
                </p:nvSpPr>
                <p:spPr>
                  <a:xfrm>
                    <a:off x="7191462" y="6274863"/>
                    <a:ext cx="34002" cy="15921"/>
                  </a:xfrm>
                  <a:custGeom>
                    <a:avLst/>
                    <a:gdLst>
                      <a:gd name="connsiteX0" fmla="*/ 18309 w 34002"/>
                      <a:gd name="connsiteY0" fmla="*/ 7 h 15921"/>
                      <a:gd name="connsiteX1" fmla="*/ 5719 w 34002"/>
                      <a:gd name="connsiteY1" fmla="*/ 6701 h 15921"/>
                      <a:gd name="connsiteX2" fmla="*/ 0 w 34002"/>
                      <a:gd name="connsiteY2" fmla="*/ 15922 h 15921"/>
                      <a:gd name="connsiteX3" fmla="*/ 34002 w 34002"/>
                      <a:gd name="connsiteY3" fmla="*/ 6213 h 15921"/>
                      <a:gd name="connsiteX4" fmla="*/ 29835 w 34002"/>
                      <a:gd name="connsiteY4" fmla="*/ 4351 h 15921"/>
                      <a:gd name="connsiteX5" fmla="*/ 18309 w 34002"/>
                      <a:gd name="connsiteY5" fmla="*/ 7 h 15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002" h="15921">
                        <a:moveTo>
                          <a:pt x="18309" y="7"/>
                        </a:moveTo>
                        <a:cubicBezTo>
                          <a:pt x="13033" y="-170"/>
                          <a:pt x="8689" y="3155"/>
                          <a:pt x="5719" y="6701"/>
                        </a:cubicBezTo>
                        <a:cubicBezTo>
                          <a:pt x="3325" y="9538"/>
                          <a:pt x="1419" y="12642"/>
                          <a:pt x="0" y="15922"/>
                        </a:cubicBezTo>
                        <a:lnTo>
                          <a:pt x="34002" y="6213"/>
                        </a:lnTo>
                        <a:cubicBezTo>
                          <a:pt x="32583" y="5637"/>
                          <a:pt x="31209" y="5061"/>
                          <a:pt x="29835" y="4351"/>
                        </a:cubicBezTo>
                        <a:cubicBezTo>
                          <a:pt x="26200" y="2490"/>
                          <a:pt x="22520" y="140"/>
                          <a:pt x="18309" y="7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26" name="Forme libre : forme 19025">
                    <a:extLst>
                      <a:ext uri="{FF2B5EF4-FFF2-40B4-BE49-F238E27FC236}">
                        <a16:creationId xmlns:a16="http://schemas.microsoft.com/office/drawing/2014/main" id="{7AC19A9F-9DE5-4AF9-B24D-DABAA3937289}"/>
                      </a:ext>
                    </a:extLst>
                  </p:cNvPr>
                  <p:cNvSpPr/>
                  <p:nvPr/>
                </p:nvSpPr>
                <p:spPr>
                  <a:xfrm>
                    <a:off x="4922515" y="5810459"/>
                    <a:ext cx="443" cy="354"/>
                  </a:xfrm>
                  <a:custGeom>
                    <a:avLst/>
                    <a:gdLst>
                      <a:gd name="connsiteX0" fmla="*/ 443 w 443"/>
                      <a:gd name="connsiteY0" fmla="*/ 0 h 354"/>
                      <a:gd name="connsiteX1" fmla="*/ 0 w 443"/>
                      <a:gd name="connsiteY1" fmla="*/ 355 h 354"/>
                      <a:gd name="connsiteX2" fmla="*/ 443 w 443"/>
                      <a:gd name="connsiteY2" fmla="*/ 355 h 354"/>
                      <a:gd name="connsiteX3" fmla="*/ 443 w 443"/>
                      <a:gd name="connsiteY3" fmla="*/ 0 h 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3" h="354">
                        <a:moveTo>
                          <a:pt x="443" y="0"/>
                        </a:moveTo>
                        <a:cubicBezTo>
                          <a:pt x="310" y="133"/>
                          <a:pt x="177" y="222"/>
                          <a:pt x="0" y="355"/>
                        </a:cubicBezTo>
                        <a:cubicBezTo>
                          <a:pt x="133" y="355"/>
                          <a:pt x="266" y="355"/>
                          <a:pt x="443" y="355"/>
                        </a:cubicBezTo>
                        <a:cubicBezTo>
                          <a:pt x="399" y="222"/>
                          <a:pt x="443" y="89"/>
                          <a:pt x="443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27" name="Forme libre : forme 19026">
                    <a:extLst>
                      <a:ext uri="{FF2B5EF4-FFF2-40B4-BE49-F238E27FC236}">
                        <a16:creationId xmlns:a16="http://schemas.microsoft.com/office/drawing/2014/main" id="{CADBFC18-A93E-479C-B7C3-DA07D57653DF}"/>
                      </a:ext>
                    </a:extLst>
                  </p:cNvPr>
                  <p:cNvSpPr/>
                  <p:nvPr/>
                </p:nvSpPr>
                <p:spPr>
                  <a:xfrm>
                    <a:off x="4889754" y="5795387"/>
                    <a:ext cx="47632" cy="30410"/>
                  </a:xfrm>
                  <a:custGeom>
                    <a:avLst/>
                    <a:gdLst>
                      <a:gd name="connsiteX0" fmla="*/ 21501 w 47632"/>
                      <a:gd name="connsiteY0" fmla="*/ 26288 h 30410"/>
                      <a:gd name="connsiteX1" fmla="*/ 28948 w 47632"/>
                      <a:gd name="connsiteY1" fmla="*/ 20437 h 30410"/>
                      <a:gd name="connsiteX2" fmla="*/ 28594 w 47632"/>
                      <a:gd name="connsiteY2" fmla="*/ 23628 h 30410"/>
                      <a:gd name="connsiteX3" fmla="*/ 35110 w 47632"/>
                      <a:gd name="connsiteY3" fmla="*/ 19727 h 30410"/>
                      <a:gd name="connsiteX4" fmla="*/ 47168 w 47632"/>
                      <a:gd name="connsiteY4" fmla="*/ 0 h 30410"/>
                      <a:gd name="connsiteX5" fmla="*/ 33160 w 47632"/>
                      <a:gd name="connsiteY5" fmla="*/ 15028 h 30410"/>
                      <a:gd name="connsiteX6" fmla="*/ 33160 w 47632"/>
                      <a:gd name="connsiteY6" fmla="*/ 15383 h 30410"/>
                      <a:gd name="connsiteX7" fmla="*/ 32716 w 47632"/>
                      <a:gd name="connsiteY7" fmla="*/ 15383 h 30410"/>
                      <a:gd name="connsiteX8" fmla="*/ 12679 w 47632"/>
                      <a:gd name="connsiteY8" fmla="*/ 24736 h 30410"/>
                      <a:gd name="connsiteX9" fmla="*/ 4300 w 47632"/>
                      <a:gd name="connsiteY9" fmla="*/ 25889 h 30410"/>
                      <a:gd name="connsiteX10" fmla="*/ 0 w 47632"/>
                      <a:gd name="connsiteY10" fmla="*/ 30411 h 30410"/>
                      <a:gd name="connsiteX11" fmla="*/ 7226 w 47632"/>
                      <a:gd name="connsiteY11" fmla="*/ 29391 h 30410"/>
                      <a:gd name="connsiteX12" fmla="*/ 21501 w 47632"/>
                      <a:gd name="connsiteY12" fmla="*/ 26288 h 30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7632" h="30410">
                        <a:moveTo>
                          <a:pt x="21501" y="26288"/>
                        </a:moveTo>
                        <a:cubicBezTo>
                          <a:pt x="22210" y="23451"/>
                          <a:pt x="26820" y="20791"/>
                          <a:pt x="28948" y="20437"/>
                        </a:cubicBezTo>
                        <a:cubicBezTo>
                          <a:pt x="28461" y="21634"/>
                          <a:pt x="28416" y="22697"/>
                          <a:pt x="28594" y="23628"/>
                        </a:cubicBezTo>
                        <a:cubicBezTo>
                          <a:pt x="30899" y="22564"/>
                          <a:pt x="33071" y="21279"/>
                          <a:pt x="35110" y="19727"/>
                        </a:cubicBezTo>
                        <a:cubicBezTo>
                          <a:pt x="39410" y="16447"/>
                          <a:pt x="49961" y="5763"/>
                          <a:pt x="47168" y="0"/>
                        </a:cubicBezTo>
                        <a:cubicBezTo>
                          <a:pt x="43178" y="5763"/>
                          <a:pt x="38524" y="10861"/>
                          <a:pt x="33160" y="15028"/>
                        </a:cubicBezTo>
                        <a:cubicBezTo>
                          <a:pt x="33160" y="15161"/>
                          <a:pt x="33160" y="15250"/>
                          <a:pt x="33160" y="15383"/>
                        </a:cubicBezTo>
                        <a:cubicBezTo>
                          <a:pt x="33027" y="15383"/>
                          <a:pt x="32894" y="15383"/>
                          <a:pt x="32716" y="15383"/>
                        </a:cubicBezTo>
                        <a:cubicBezTo>
                          <a:pt x="26909" y="19816"/>
                          <a:pt x="20259" y="23096"/>
                          <a:pt x="12679" y="24736"/>
                        </a:cubicBezTo>
                        <a:cubicBezTo>
                          <a:pt x="9930" y="25313"/>
                          <a:pt x="7137" y="25667"/>
                          <a:pt x="4300" y="25889"/>
                        </a:cubicBezTo>
                        <a:cubicBezTo>
                          <a:pt x="2749" y="27263"/>
                          <a:pt x="1330" y="28815"/>
                          <a:pt x="0" y="30411"/>
                        </a:cubicBezTo>
                        <a:cubicBezTo>
                          <a:pt x="2438" y="30233"/>
                          <a:pt x="4876" y="29835"/>
                          <a:pt x="7226" y="29391"/>
                        </a:cubicBezTo>
                        <a:cubicBezTo>
                          <a:pt x="12058" y="28593"/>
                          <a:pt x="16890" y="27662"/>
                          <a:pt x="21501" y="2628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28" name="Forme libre : forme 19027">
                    <a:extLst>
                      <a:ext uri="{FF2B5EF4-FFF2-40B4-BE49-F238E27FC236}">
                        <a16:creationId xmlns:a16="http://schemas.microsoft.com/office/drawing/2014/main" id="{C875A1F9-2BB8-4B8C-8FD7-C1F5EE09F83E}"/>
                      </a:ext>
                    </a:extLst>
                  </p:cNvPr>
                  <p:cNvSpPr/>
                  <p:nvPr/>
                </p:nvSpPr>
                <p:spPr>
                  <a:xfrm>
                    <a:off x="5002177" y="5718738"/>
                    <a:ext cx="62816" cy="22741"/>
                  </a:xfrm>
                  <a:custGeom>
                    <a:avLst/>
                    <a:gdLst>
                      <a:gd name="connsiteX0" fmla="*/ 4566 w 62816"/>
                      <a:gd name="connsiteY0" fmla="*/ 17555 h 22741"/>
                      <a:gd name="connsiteX1" fmla="*/ 10551 w 62816"/>
                      <a:gd name="connsiteY1" fmla="*/ 22165 h 22741"/>
                      <a:gd name="connsiteX2" fmla="*/ 10817 w 62816"/>
                      <a:gd name="connsiteY2" fmla="*/ 22210 h 22741"/>
                      <a:gd name="connsiteX3" fmla="*/ 15516 w 62816"/>
                      <a:gd name="connsiteY3" fmla="*/ 21190 h 22741"/>
                      <a:gd name="connsiteX4" fmla="*/ 27530 w 62816"/>
                      <a:gd name="connsiteY4" fmla="*/ 22299 h 22741"/>
                      <a:gd name="connsiteX5" fmla="*/ 25269 w 62816"/>
                      <a:gd name="connsiteY5" fmla="*/ 22742 h 22741"/>
                      <a:gd name="connsiteX6" fmla="*/ 47434 w 62816"/>
                      <a:gd name="connsiteY6" fmla="*/ 17245 h 22741"/>
                      <a:gd name="connsiteX7" fmla="*/ 62817 w 62816"/>
                      <a:gd name="connsiteY7" fmla="*/ 0 h 22741"/>
                      <a:gd name="connsiteX8" fmla="*/ 12900 w 62816"/>
                      <a:gd name="connsiteY8" fmla="*/ 18264 h 22741"/>
                      <a:gd name="connsiteX9" fmla="*/ 8645 w 62816"/>
                      <a:gd name="connsiteY9" fmla="*/ 16802 h 22741"/>
                      <a:gd name="connsiteX10" fmla="*/ 0 w 62816"/>
                      <a:gd name="connsiteY10" fmla="*/ 17023 h 22741"/>
                      <a:gd name="connsiteX11" fmla="*/ 9398 w 62816"/>
                      <a:gd name="connsiteY11" fmla="*/ 21811 h 22741"/>
                      <a:gd name="connsiteX12" fmla="*/ 4566 w 62816"/>
                      <a:gd name="connsiteY12" fmla="*/ 17555 h 22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2816" h="22741">
                        <a:moveTo>
                          <a:pt x="4566" y="17555"/>
                        </a:moveTo>
                        <a:cubicBezTo>
                          <a:pt x="6827" y="18708"/>
                          <a:pt x="8822" y="20303"/>
                          <a:pt x="10551" y="22165"/>
                        </a:cubicBezTo>
                        <a:cubicBezTo>
                          <a:pt x="10639" y="22210"/>
                          <a:pt x="10728" y="22210"/>
                          <a:pt x="10817" y="22210"/>
                        </a:cubicBezTo>
                        <a:cubicBezTo>
                          <a:pt x="11925" y="21102"/>
                          <a:pt x="13876" y="21013"/>
                          <a:pt x="15516" y="21190"/>
                        </a:cubicBezTo>
                        <a:cubicBezTo>
                          <a:pt x="19506" y="21545"/>
                          <a:pt x="23540" y="21944"/>
                          <a:pt x="27530" y="22299"/>
                        </a:cubicBezTo>
                        <a:cubicBezTo>
                          <a:pt x="26732" y="22299"/>
                          <a:pt x="25978" y="22476"/>
                          <a:pt x="25269" y="22742"/>
                        </a:cubicBezTo>
                        <a:cubicBezTo>
                          <a:pt x="32938" y="22121"/>
                          <a:pt x="40607" y="20703"/>
                          <a:pt x="47434" y="17245"/>
                        </a:cubicBezTo>
                        <a:cubicBezTo>
                          <a:pt x="54483" y="13654"/>
                          <a:pt x="60556" y="7580"/>
                          <a:pt x="62817" y="0"/>
                        </a:cubicBezTo>
                        <a:cubicBezTo>
                          <a:pt x="51867" y="15338"/>
                          <a:pt x="31120" y="23096"/>
                          <a:pt x="12900" y="18264"/>
                        </a:cubicBezTo>
                        <a:cubicBezTo>
                          <a:pt x="11437" y="17866"/>
                          <a:pt x="10019" y="17334"/>
                          <a:pt x="8645" y="16802"/>
                        </a:cubicBezTo>
                        <a:cubicBezTo>
                          <a:pt x="5719" y="16624"/>
                          <a:pt x="2837" y="16713"/>
                          <a:pt x="0" y="17023"/>
                        </a:cubicBezTo>
                        <a:cubicBezTo>
                          <a:pt x="2837" y="19151"/>
                          <a:pt x="5985" y="20791"/>
                          <a:pt x="9398" y="21811"/>
                        </a:cubicBezTo>
                        <a:lnTo>
                          <a:pt x="4566" y="17555"/>
                        </a:ln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29" name="Forme libre : forme 19028">
                    <a:extLst>
                      <a:ext uri="{FF2B5EF4-FFF2-40B4-BE49-F238E27FC236}">
                        <a16:creationId xmlns:a16="http://schemas.microsoft.com/office/drawing/2014/main" id="{384329A4-9D09-4A75-B65C-AD5DA59FC5BF}"/>
                      </a:ext>
                    </a:extLst>
                  </p:cNvPr>
                  <p:cNvSpPr/>
                  <p:nvPr/>
                </p:nvSpPr>
                <p:spPr>
                  <a:xfrm>
                    <a:off x="4911193" y="5819015"/>
                    <a:ext cx="37876" cy="27484"/>
                  </a:xfrm>
                  <a:custGeom>
                    <a:avLst/>
                    <a:gdLst>
                      <a:gd name="connsiteX0" fmla="*/ 62 w 37876"/>
                      <a:gd name="connsiteY0" fmla="*/ 3946 h 27484"/>
                      <a:gd name="connsiteX1" fmla="*/ 13405 w 37876"/>
                      <a:gd name="connsiteY1" fmla="*/ 9088 h 27484"/>
                      <a:gd name="connsiteX2" fmla="*/ 37876 w 37876"/>
                      <a:gd name="connsiteY2" fmla="*/ 27485 h 27484"/>
                      <a:gd name="connsiteX3" fmla="*/ 23025 w 37876"/>
                      <a:gd name="connsiteY3" fmla="*/ 9930 h 27484"/>
                      <a:gd name="connsiteX4" fmla="*/ 7155 w 37876"/>
                      <a:gd name="connsiteY4" fmla="*/ 0 h 27484"/>
                      <a:gd name="connsiteX5" fmla="*/ 106 w 37876"/>
                      <a:gd name="connsiteY5" fmla="*/ 2660 h 27484"/>
                      <a:gd name="connsiteX6" fmla="*/ 62 w 37876"/>
                      <a:gd name="connsiteY6" fmla="*/ 3946 h 27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876" h="27484">
                        <a:moveTo>
                          <a:pt x="62" y="3946"/>
                        </a:moveTo>
                        <a:cubicBezTo>
                          <a:pt x="815" y="7403"/>
                          <a:pt x="10347" y="7980"/>
                          <a:pt x="13405" y="9088"/>
                        </a:cubicBezTo>
                        <a:cubicBezTo>
                          <a:pt x="21695" y="12058"/>
                          <a:pt x="34418" y="18619"/>
                          <a:pt x="37876" y="27485"/>
                        </a:cubicBezTo>
                        <a:cubicBezTo>
                          <a:pt x="35039" y="20215"/>
                          <a:pt x="29719" y="13964"/>
                          <a:pt x="23025" y="9930"/>
                        </a:cubicBezTo>
                        <a:cubicBezTo>
                          <a:pt x="18991" y="7492"/>
                          <a:pt x="8174" y="5630"/>
                          <a:pt x="7155" y="0"/>
                        </a:cubicBezTo>
                        <a:cubicBezTo>
                          <a:pt x="4894" y="1064"/>
                          <a:pt x="2500" y="1906"/>
                          <a:pt x="106" y="2660"/>
                        </a:cubicBezTo>
                        <a:cubicBezTo>
                          <a:pt x="-27" y="3059"/>
                          <a:pt x="-27" y="3502"/>
                          <a:pt x="62" y="394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30" name="Forme libre : forme 19029">
                    <a:extLst>
                      <a:ext uri="{FF2B5EF4-FFF2-40B4-BE49-F238E27FC236}">
                        <a16:creationId xmlns:a16="http://schemas.microsoft.com/office/drawing/2014/main" id="{7B5E464D-789A-4315-9BA1-A0561E777982}"/>
                      </a:ext>
                    </a:extLst>
                  </p:cNvPr>
                  <p:cNvSpPr/>
                  <p:nvPr/>
                </p:nvSpPr>
                <p:spPr>
                  <a:xfrm>
                    <a:off x="4911255" y="5815823"/>
                    <a:ext cx="7447" cy="5851"/>
                  </a:xfrm>
                  <a:custGeom>
                    <a:avLst/>
                    <a:gdLst>
                      <a:gd name="connsiteX0" fmla="*/ 7448 w 7447"/>
                      <a:gd name="connsiteY0" fmla="*/ 0 h 5851"/>
                      <a:gd name="connsiteX1" fmla="*/ 0 w 7447"/>
                      <a:gd name="connsiteY1" fmla="*/ 5851 h 5851"/>
                      <a:gd name="connsiteX2" fmla="*/ 7049 w 7447"/>
                      <a:gd name="connsiteY2" fmla="*/ 3192 h 5851"/>
                      <a:gd name="connsiteX3" fmla="*/ 7448 w 7447"/>
                      <a:gd name="connsiteY3" fmla="*/ 0 h 5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447" h="5851">
                        <a:moveTo>
                          <a:pt x="7448" y="0"/>
                        </a:moveTo>
                        <a:cubicBezTo>
                          <a:pt x="5320" y="399"/>
                          <a:pt x="709" y="3014"/>
                          <a:pt x="0" y="5851"/>
                        </a:cubicBezTo>
                        <a:cubicBezTo>
                          <a:pt x="2438" y="5142"/>
                          <a:pt x="4788" y="4256"/>
                          <a:pt x="7049" y="3192"/>
                        </a:cubicBezTo>
                        <a:cubicBezTo>
                          <a:pt x="6916" y="2217"/>
                          <a:pt x="6960" y="1197"/>
                          <a:pt x="7448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31" name="Forme libre : forme 19030">
                    <a:extLst>
                      <a:ext uri="{FF2B5EF4-FFF2-40B4-BE49-F238E27FC236}">
                        <a16:creationId xmlns:a16="http://schemas.microsoft.com/office/drawing/2014/main" id="{009DF3B4-AED9-453C-9E88-164333080954}"/>
                      </a:ext>
                    </a:extLst>
                  </p:cNvPr>
                  <p:cNvSpPr/>
                  <p:nvPr/>
                </p:nvSpPr>
                <p:spPr>
                  <a:xfrm>
                    <a:off x="5156228" y="5674097"/>
                    <a:ext cx="46015" cy="46206"/>
                  </a:xfrm>
                  <a:custGeom>
                    <a:avLst/>
                    <a:gdLst>
                      <a:gd name="connsiteX0" fmla="*/ 36263 w 46015"/>
                      <a:gd name="connsiteY0" fmla="*/ 15871 h 46206"/>
                      <a:gd name="connsiteX1" fmla="*/ 23939 w 46015"/>
                      <a:gd name="connsiteY1" fmla="*/ 31652 h 46206"/>
                      <a:gd name="connsiteX2" fmla="*/ 13521 w 46015"/>
                      <a:gd name="connsiteY2" fmla="*/ 41450 h 46206"/>
                      <a:gd name="connsiteX3" fmla="*/ 0 w 46015"/>
                      <a:gd name="connsiteY3" fmla="*/ 45174 h 46206"/>
                      <a:gd name="connsiteX4" fmla="*/ 23761 w 46015"/>
                      <a:gd name="connsiteY4" fmla="*/ 39898 h 46206"/>
                      <a:gd name="connsiteX5" fmla="*/ 34179 w 46015"/>
                      <a:gd name="connsiteY5" fmla="*/ 33248 h 46206"/>
                      <a:gd name="connsiteX6" fmla="*/ 46016 w 46015"/>
                      <a:gd name="connsiteY6" fmla="*/ 38524 h 46206"/>
                      <a:gd name="connsiteX7" fmla="*/ 38834 w 46015"/>
                      <a:gd name="connsiteY7" fmla="*/ 28239 h 46206"/>
                      <a:gd name="connsiteX8" fmla="*/ 40385 w 46015"/>
                      <a:gd name="connsiteY8" fmla="*/ 18752 h 46206"/>
                      <a:gd name="connsiteX9" fmla="*/ 42380 w 46015"/>
                      <a:gd name="connsiteY9" fmla="*/ 0 h 46206"/>
                      <a:gd name="connsiteX10" fmla="*/ 41095 w 46015"/>
                      <a:gd name="connsiteY10" fmla="*/ 754 h 46206"/>
                      <a:gd name="connsiteX11" fmla="*/ 40252 w 46015"/>
                      <a:gd name="connsiteY11" fmla="*/ 6118 h 46206"/>
                      <a:gd name="connsiteX12" fmla="*/ 36263 w 46015"/>
                      <a:gd name="connsiteY12" fmla="*/ 15871 h 46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6015" h="46206">
                        <a:moveTo>
                          <a:pt x="36263" y="15871"/>
                        </a:moveTo>
                        <a:cubicBezTo>
                          <a:pt x="32938" y="21678"/>
                          <a:pt x="28416" y="26687"/>
                          <a:pt x="23939" y="31652"/>
                        </a:cubicBezTo>
                        <a:cubicBezTo>
                          <a:pt x="20747" y="35199"/>
                          <a:pt x="17511" y="38790"/>
                          <a:pt x="13521" y="41450"/>
                        </a:cubicBezTo>
                        <a:cubicBezTo>
                          <a:pt x="9576" y="44110"/>
                          <a:pt x="4743" y="45839"/>
                          <a:pt x="0" y="45174"/>
                        </a:cubicBezTo>
                        <a:cubicBezTo>
                          <a:pt x="8113" y="47656"/>
                          <a:pt x="17466" y="45572"/>
                          <a:pt x="23761" y="39898"/>
                        </a:cubicBezTo>
                        <a:cubicBezTo>
                          <a:pt x="26909" y="37061"/>
                          <a:pt x="29923" y="33116"/>
                          <a:pt x="34179" y="33248"/>
                        </a:cubicBezTo>
                        <a:cubicBezTo>
                          <a:pt x="38568" y="33381"/>
                          <a:pt x="41671" y="37948"/>
                          <a:pt x="46016" y="38524"/>
                        </a:cubicBezTo>
                        <a:cubicBezTo>
                          <a:pt x="42026" y="36706"/>
                          <a:pt x="39189" y="32584"/>
                          <a:pt x="38834" y="28239"/>
                        </a:cubicBezTo>
                        <a:cubicBezTo>
                          <a:pt x="38568" y="25003"/>
                          <a:pt x="39588" y="21855"/>
                          <a:pt x="40385" y="18752"/>
                        </a:cubicBezTo>
                        <a:cubicBezTo>
                          <a:pt x="41804" y="13078"/>
                          <a:pt x="43178" y="5941"/>
                          <a:pt x="42380" y="0"/>
                        </a:cubicBezTo>
                        <a:cubicBezTo>
                          <a:pt x="41937" y="222"/>
                          <a:pt x="41538" y="532"/>
                          <a:pt x="41095" y="754"/>
                        </a:cubicBezTo>
                        <a:cubicBezTo>
                          <a:pt x="40651" y="2483"/>
                          <a:pt x="40651" y="4433"/>
                          <a:pt x="40252" y="6118"/>
                        </a:cubicBezTo>
                        <a:cubicBezTo>
                          <a:pt x="39455" y="9531"/>
                          <a:pt x="38036" y="12812"/>
                          <a:pt x="36263" y="1587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32" name="Forme libre : forme 19031">
                    <a:extLst>
                      <a:ext uri="{FF2B5EF4-FFF2-40B4-BE49-F238E27FC236}">
                        <a16:creationId xmlns:a16="http://schemas.microsoft.com/office/drawing/2014/main" id="{92A83FF2-4F67-4192-BC46-BF87D7375086}"/>
                      </a:ext>
                    </a:extLst>
                  </p:cNvPr>
                  <p:cNvSpPr/>
                  <p:nvPr/>
                </p:nvSpPr>
                <p:spPr>
                  <a:xfrm>
                    <a:off x="5074757" y="5684603"/>
                    <a:ext cx="1497" cy="12013"/>
                  </a:xfrm>
                  <a:custGeom>
                    <a:avLst/>
                    <a:gdLst>
                      <a:gd name="connsiteX0" fmla="*/ 345 w 1497"/>
                      <a:gd name="connsiteY0" fmla="*/ 0 h 12013"/>
                      <a:gd name="connsiteX1" fmla="*/ 1231 w 1497"/>
                      <a:gd name="connsiteY1" fmla="*/ 12014 h 12013"/>
                      <a:gd name="connsiteX2" fmla="*/ 1497 w 1497"/>
                      <a:gd name="connsiteY2" fmla="*/ 9531 h 12013"/>
                      <a:gd name="connsiteX3" fmla="*/ 345 w 1497"/>
                      <a:gd name="connsiteY3" fmla="*/ 0 h 12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97" h="12013">
                        <a:moveTo>
                          <a:pt x="345" y="0"/>
                        </a:moveTo>
                        <a:cubicBezTo>
                          <a:pt x="-453" y="3989"/>
                          <a:pt x="256" y="8068"/>
                          <a:pt x="1231" y="12014"/>
                        </a:cubicBezTo>
                        <a:cubicBezTo>
                          <a:pt x="1364" y="11171"/>
                          <a:pt x="1497" y="10373"/>
                          <a:pt x="1497" y="9531"/>
                        </a:cubicBezTo>
                        <a:cubicBezTo>
                          <a:pt x="1497" y="6339"/>
                          <a:pt x="79" y="3192"/>
                          <a:pt x="345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33" name="Forme libre : forme 19032">
                    <a:extLst>
                      <a:ext uri="{FF2B5EF4-FFF2-40B4-BE49-F238E27FC236}">
                        <a16:creationId xmlns:a16="http://schemas.microsoft.com/office/drawing/2014/main" id="{8309B51F-F6A9-4B75-AB19-1FC6293BD340}"/>
                      </a:ext>
                    </a:extLst>
                  </p:cNvPr>
                  <p:cNvSpPr/>
                  <p:nvPr/>
                </p:nvSpPr>
                <p:spPr>
                  <a:xfrm>
                    <a:off x="5071201" y="5696661"/>
                    <a:ext cx="19505" cy="17599"/>
                  </a:xfrm>
                  <a:custGeom>
                    <a:avLst/>
                    <a:gdLst>
                      <a:gd name="connsiteX0" fmla="*/ 19506 w 19505"/>
                      <a:gd name="connsiteY0" fmla="*/ 17599 h 17599"/>
                      <a:gd name="connsiteX1" fmla="*/ 7137 w 19505"/>
                      <a:gd name="connsiteY1" fmla="*/ 7004 h 17599"/>
                      <a:gd name="connsiteX2" fmla="*/ 5320 w 19505"/>
                      <a:gd name="connsiteY2" fmla="*/ 1862 h 17599"/>
                      <a:gd name="connsiteX3" fmla="*/ 4832 w 19505"/>
                      <a:gd name="connsiteY3" fmla="*/ 0 h 17599"/>
                      <a:gd name="connsiteX4" fmla="*/ 4123 w 19505"/>
                      <a:gd name="connsiteY4" fmla="*/ 3280 h 17599"/>
                      <a:gd name="connsiteX5" fmla="*/ 0 w 19505"/>
                      <a:gd name="connsiteY5" fmla="*/ 16003 h 17599"/>
                      <a:gd name="connsiteX6" fmla="*/ 6650 w 19505"/>
                      <a:gd name="connsiteY6" fmla="*/ 11083 h 17599"/>
                      <a:gd name="connsiteX7" fmla="*/ 19506 w 19505"/>
                      <a:gd name="connsiteY7" fmla="*/ 17599 h 17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505" h="17599">
                        <a:moveTo>
                          <a:pt x="19506" y="17599"/>
                        </a:moveTo>
                        <a:cubicBezTo>
                          <a:pt x="14718" y="14895"/>
                          <a:pt x="9664" y="11925"/>
                          <a:pt x="7137" y="7004"/>
                        </a:cubicBezTo>
                        <a:cubicBezTo>
                          <a:pt x="6295" y="5364"/>
                          <a:pt x="5763" y="3591"/>
                          <a:pt x="5320" y="1862"/>
                        </a:cubicBezTo>
                        <a:cubicBezTo>
                          <a:pt x="5142" y="1241"/>
                          <a:pt x="5009" y="621"/>
                          <a:pt x="4832" y="0"/>
                        </a:cubicBezTo>
                        <a:cubicBezTo>
                          <a:pt x="4655" y="1108"/>
                          <a:pt x="4389" y="2172"/>
                          <a:pt x="4123" y="3280"/>
                        </a:cubicBezTo>
                        <a:cubicBezTo>
                          <a:pt x="2970" y="7625"/>
                          <a:pt x="1640" y="11836"/>
                          <a:pt x="0" y="16003"/>
                        </a:cubicBezTo>
                        <a:cubicBezTo>
                          <a:pt x="2394" y="15782"/>
                          <a:pt x="4699" y="12590"/>
                          <a:pt x="6650" y="11083"/>
                        </a:cubicBezTo>
                        <a:cubicBezTo>
                          <a:pt x="9797" y="14806"/>
                          <a:pt x="14585" y="17200"/>
                          <a:pt x="19506" y="1759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34" name="Forme libre : forme 19033">
                    <a:extLst>
                      <a:ext uri="{FF2B5EF4-FFF2-40B4-BE49-F238E27FC236}">
                        <a16:creationId xmlns:a16="http://schemas.microsoft.com/office/drawing/2014/main" id="{02689C25-2E35-4AA7-AAE3-808348F628FB}"/>
                      </a:ext>
                    </a:extLst>
                  </p:cNvPr>
                  <p:cNvSpPr/>
                  <p:nvPr/>
                </p:nvSpPr>
                <p:spPr>
                  <a:xfrm>
                    <a:off x="4952691" y="5785839"/>
                    <a:ext cx="54407" cy="49755"/>
                  </a:xfrm>
                  <a:custGeom>
                    <a:avLst/>
                    <a:gdLst>
                      <a:gd name="connsiteX0" fmla="*/ 19519 w 54407"/>
                      <a:gd name="connsiteY0" fmla="*/ 2676 h 49755"/>
                      <a:gd name="connsiteX1" fmla="*/ 38404 w 54407"/>
                      <a:gd name="connsiteY1" fmla="*/ 16197 h 49755"/>
                      <a:gd name="connsiteX2" fmla="*/ 36409 w 54407"/>
                      <a:gd name="connsiteY2" fmla="*/ 35525 h 49755"/>
                      <a:gd name="connsiteX3" fmla="*/ 22445 w 54407"/>
                      <a:gd name="connsiteY3" fmla="*/ 49755 h 49755"/>
                      <a:gd name="connsiteX4" fmla="*/ 37650 w 54407"/>
                      <a:gd name="connsiteY4" fmla="*/ 37564 h 49755"/>
                      <a:gd name="connsiteX5" fmla="*/ 44256 w 54407"/>
                      <a:gd name="connsiteY5" fmla="*/ 28077 h 49755"/>
                      <a:gd name="connsiteX6" fmla="*/ 54407 w 54407"/>
                      <a:gd name="connsiteY6" fmla="*/ 23600 h 49755"/>
                      <a:gd name="connsiteX7" fmla="*/ 48866 w 54407"/>
                      <a:gd name="connsiteY7" fmla="*/ 22358 h 49755"/>
                      <a:gd name="connsiteX8" fmla="*/ 41906 w 54407"/>
                      <a:gd name="connsiteY8" fmla="*/ 13182 h 49755"/>
                      <a:gd name="connsiteX9" fmla="*/ 29405 w 54407"/>
                      <a:gd name="connsiteY9" fmla="*/ 2942 h 49755"/>
                      <a:gd name="connsiteX10" fmla="*/ 13135 w 54407"/>
                      <a:gd name="connsiteY10" fmla="*/ 237 h 49755"/>
                      <a:gd name="connsiteX11" fmla="*/ 13 w 54407"/>
                      <a:gd name="connsiteY11" fmla="*/ 3695 h 49755"/>
                      <a:gd name="connsiteX12" fmla="*/ 19519 w 54407"/>
                      <a:gd name="connsiteY12" fmla="*/ 2676 h 49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4407" h="49755">
                        <a:moveTo>
                          <a:pt x="19519" y="2676"/>
                        </a:moveTo>
                        <a:cubicBezTo>
                          <a:pt x="27499" y="3961"/>
                          <a:pt x="35389" y="8705"/>
                          <a:pt x="38404" y="16197"/>
                        </a:cubicBezTo>
                        <a:cubicBezTo>
                          <a:pt x="40887" y="22403"/>
                          <a:pt x="39690" y="29717"/>
                          <a:pt x="36409" y="35525"/>
                        </a:cubicBezTo>
                        <a:cubicBezTo>
                          <a:pt x="33129" y="41332"/>
                          <a:pt x="27986" y="45943"/>
                          <a:pt x="22445" y="49755"/>
                        </a:cubicBezTo>
                        <a:cubicBezTo>
                          <a:pt x="28474" y="47184"/>
                          <a:pt x="33794" y="42928"/>
                          <a:pt x="37650" y="37564"/>
                        </a:cubicBezTo>
                        <a:cubicBezTo>
                          <a:pt x="39911" y="34417"/>
                          <a:pt x="41684" y="30959"/>
                          <a:pt x="44256" y="28077"/>
                        </a:cubicBezTo>
                        <a:cubicBezTo>
                          <a:pt x="46871" y="25240"/>
                          <a:pt x="50595" y="23023"/>
                          <a:pt x="54407" y="23600"/>
                        </a:cubicBezTo>
                        <a:cubicBezTo>
                          <a:pt x="53299" y="22004"/>
                          <a:pt x="50817" y="22713"/>
                          <a:pt x="48866" y="22358"/>
                        </a:cubicBezTo>
                        <a:cubicBezTo>
                          <a:pt x="44921" y="21649"/>
                          <a:pt x="43679" y="16773"/>
                          <a:pt x="41906" y="13182"/>
                        </a:cubicBezTo>
                        <a:cubicBezTo>
                          <a:pt x="39424" y="8261"/>
                          <a:pt x="34591" y="4803"/>
                          <a:pt x="29405" y="2942"/>
                        </a:cubicBezTo>
                        <a:cubicBezTo>
                          <a:pt x="24218" y="1080"/>
                          <a:pt x="18632" y="592"/>
                          <a:pt x="13135" y="237"/>
                        </a:cubicBezTo>
                        <a:cubicBezTo>
                          <a:pt x="10298" y="60"/>
                          <a:pt x="-430" y="-1048"/>
                          <a:pt x="13" y="3695"/>
                        </a:cubicBezTo>
                        <a:cubicBezTo>
                          <a:pt x="6486" y="3961"/>
                          <a:pt x="12781" y="1567"/>
                          <a:pt x="19519" y="267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35" name="Forme libre : forme 19034">
                    <a:extLst>
                      <a:ext uri="{FF2B5EF4-FFF2-40B4-BE49-F238E27FC236}">
                        <a16:creationId xmlns:a16="http://schemas.microsoft.com/office/drawing/2014/main" id="{DDFDD9F6-73C9-4490-8085-7027ADDC7936}"/>
                      </a:ext>
                    </a:extLst>
                  </p:cNvPr>
                  <p:cNvSpPr/>
                  <p:nvPr/>
                </p:nvSpPr>
                <p:spPr>
                  <a:xfrm>
                    <a:off x="5011576" y="5740549"/>
                    <a:ext cx="1329" cy="842"/>
                  </a:xfrm>
                  <a:custGeom>
                    <a:avLst/>
                    <a:gdLst>
                      <a:gd name="connsiteX0" fmla="*/ 842 w 1329"/>
                      <a:gd name="connsiteY0" fmla="*/ 266 h 842"/>
                      <a:gd name="connsiteX1" fmla="*/ 0 w 1329"/>
                      <a:gd name="connsiteY1" fmla="*/ 0 h 842"/>
                      <a:gd name="connsiteX2" fmla="*/ 975 w 1329"/>
                      <a:gd name="connsiteY2" fmla="*/ 842 h 842"/>
                      <a:gd name="connsiteX3" fmla="*/ 1330 w 1329"/>
                      <a:gd name="connsiteY3" fmla="*/ 488 h 842"/>
                      <a:gd name="connsiteX4" fmla="*/ 1197 w 1329"/>
                      <a:gd name="connsiteY4" fmla="*/ 310 h 842"/>
                      <a:gd name="connsiteX5" fmla="*/ 842 w 1329"/>
                      <a:gd name="connsiteY5" fmla="*/ 266 h 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9" h="842">
                        <a:moveTo>
                          <a:pt x="842" y="266"/>
                        </a:moveTo>
                        <a:cubicBezTo>
                          <a:pt x="532" y="177"/>
                          <a:pt x="266" y="88"/>
                          <a:pt x="0" y="0"/>
                        </a:cubicBezTo>
                        <a:lnTo>
                          <a:pt x="975" y="842"/>
                        </a:lnTo>
                        <a:cubicBezTo>
                          <a:pt x="1064" y="709"/>
                          <a:pt x="1197" y="620"/>
                          <a:pt x="1330" y="488"/>
                        </a:cubicBezTo>
                        <a:cubicBezTo>
                          <a:pt x="1286" y="443"/>
                          <a:pt x="1241" y="354"/>
                          <a:pt x="1197" y="310"/>
                        </a:cubicBezTo>
                        <a:cubicBezTo>
                          <a:pt x="1064" y="310"/>
                          <a:pt x="931" y="310"/>
                          <a:pt x="842" y="26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36" name="Forme libre : forme 19035">
                    <a:extLst>
                      <a:ext uri="{FF2B5EF4-FFF2-40B4-BE49-F238E27FC236}">
                        <a16:creationId xmlns:a16="http://schemas.microsoft.com/office/drawing/2014/main" id="{788B8C8E-FF81-40F8-BA2A-6B881A002F2D}"/>
                      </a:ext>
                    </a:extLst>
                  </p:cNvPr>
                  <p:cNvSpPr/>
                  <p:nvPr/>
                </p:nvSpPr>
                <p:spPr>
                  <a:xfrm>
                    <a:off x="5008783" y="5740948"/>
                    <a:ext cx="18663" cy="40429"/>
                  </a:xfrm>
                  <a:custGeom>
                    <a:avLst/>
                    <a:gdLst>
                      <a:gd name="connsiteX0" fmla="*/ 4211 w 18663"/>
                      <a:gd name="connsiteY0" fmla="*/ 0 h 40429"/>
                      <a:gd name="connsiteX1" fmla="*/ 4078 w 18663"/>
                      <a:gd name="connsiteY1" fmla="*/ 133 h 40429"/>
                      <a:gd name="connsiteX2" fmla="*/ 9354 w 18663"/>
                      <a:gd name="connsiteY2" fmla="*/ 9753 h 40429"/>
                      <a:gd name="connsiteX3" fmla="*/ 4078 w 18663"/>
                      <a:gd name="connsiteY3" fmla="*/ 35022 h 40429"/>
                      <a:gd name="connsiteX4" fmla="*/ 0 w 18663"/>
                      <a:gd name="connsiteY4" fmla="*/ 40430 h 40429"/>
                      <a:gd name="connsiteX5" fmla="*/ 12501 w 18663"/>
                      <a:gd name="connsiteY5" fmla="*/ 19018 h 40429"/>
                      <a:gd name="connsiteX6" fmla="*/ 13211 w 18663"/>
                      <a:gd name="connsiteY6" fmla="*/ 7492 h 40429"/>
                      <a:gd name="connsiteX7" fmla="*/ 18663 w 18663"/>
                      <a:gd name="connsiteY7" fmla="*/ 532 h 40429"/>
                      <a:gd name="connsiteX8" fmla="*/ 17910 w 18663"/>
                      <a:gd name="connsiteY8" fmla="*/ 621 h 40429"/>
                      <a:gd name="connsiteX9" fmla="*/ 4211 w 18663"/>
                      <a:gd name="connsiteY9" fmla="*/ 0 h 40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663" h="40429">
                        <a:moveTo>
                          <a:pt x="4211" y="0"/>
                        </a:moveTo>
                        <a:cubicBezTo>
                          <a:pt x="4167" y="44"/>
                          <a:pt x="4123" y="89"/>
                          <a:pt x="4078" y="133"/>
                        </a:cubicBezTo>
                        <a:cubicBezTo>
                          <a:pt x="6561" y="2882"/>
                          <a:pt x="8423" y="6162"/>
                          <a:pt x="9354" y="9753"/>
                        </a:cubicBezTo>
                        <a:cubicBezTo>
                          <a:pt x="11526" y="18309"/>
                          <a:pt x="8512" y="27396"/>
                          <a:pt x="4078" y="35022"/>
                        </a:cubicBezTo>
                        <a:cubicBezTo>
                          <a:pt x="2926" y="36972"/>
                          <a:pt x="1596" y="38878"/>
                          <a:pt x="0" y="40430"/>
                        </a:cubicBezTo>
                        <a:cubicBezTo>
                          <a:pt x="6694" y="35066"/>
                          <a:pt x="11748" y="27485"/>
                          <a:pt x="12501" y="19018"/>
                        </a:cubicBezTo>
                        <a:cubicBezTo>
                          <a:pt x="12856" y="15161"/>
                          <a:pt x="12324" y="11260"/>
                          <a:pt x="13211" y="7492"/>
                        </a:cubicBezTo>
                        <a:cubicBezTo>
                          <a:pt x="13920" y="4522"/>
                          <a:pt x="15959" y="1596"/>
                          <a:pt x="18663" y="532"/>
                        </a:cubicBezTo>
                        <a:cubicBezTo>
                          <a:pt x="18397" y="532"/>
                          <a:pt x="18176" y="576"/>
                          <a:pt x="17910" y="621"/>
                        </a:cubicBezTo>
                        <a:cubicBezTo>
                          <a:pt x="13344" y="975"/>
                          <a:pt x="8689" y="1020"/>
                          <a:pt x="4211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37" name="Forme libre : forme 19036">
                    <a:extLst>
                      <a:ext uri="{FF2B5EF4-FFF2-40B4-BE49-F238E27FC236}">
                        <a16:creationId xmlns:a16="http://schemas.microsoft.com/office/drawing/2014/main" id="{6E2C91EA-D602-47BD-AEFF-E9006E1C1D60}"/>
                      </a:ext>
                    </a:extLst>
                  </p:cNvPr>
                  <p:cNvSpPr/>
                  <p:nvPr/>
                </p:nvSpPr>
                <p:spPr>
                  <a:xfrm>
                    <a:off x="5005813" y="5781378"/>
                    <a:ext cx="2970" cy="2172"/>
                  </a:xfrm>
                  <a:custGeom>
                    <a:avLst/>
                    <a:gdLst>
                      <a:gd name="connsiteX0" fmla="*/ 2970 w 2970"/>
                      <a:gd name="connsiteY0" fmla="*/ 0 h 2172"/>
                      <a:gd name="connsiteX1" fmla="*/ 0 w 2970"/>
                      <a:gd name="connsiteY1" fmla="*/ 2172 h 2172"/>
                      <a:gd name="connsiteX2" fmla="*/ 2970 w 2970"/>
                      <a:gd name="connsiteY2" fmla="*/ 0 h 2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70" h="2172">
                        <a:moveTo>
                          <a:pt x="2970" y="0"/>
                        </a:moveTo>
                        <a:cubicBezTo>
                          <a:pt x="1995" y="754"/>
                          <a:pt x="1020" y="1507"/>
                          <a:pt x="0" y="2172"/>
                        </a:cubicBezTo>
                        <a:cubicBezTo>
                          <a:pt x="1108" y="1640"/>
                          <a:pt x="2084" y="842"/>
                          <a:pt x="297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38" name="Forme libre : forme 19037">
                    <a:extLst>
                      <a:ext uri="{FF2B5EF4-FFF2-40B4-BE49-F238E27FC236}">
                        <a16:creationId xmlns:a16="http://schemas.microsoft.com/office/drawing/2014/main" id="{445B1D8E-9BB8-4B16-AEDF-57A874962FBC}"/>
                      </a:ext>
                    </a:extLst>
                  </p:cNvPr>
                  <p:cNvSpPr/>
                  <p:nvPr/>
                </p:nvSpPr>
                <p:spPr>
                  <a:xfrm>
                    <a:off x="5012994" y="5739857"/>
                    <a:ext cx="16712" cy="1962"/>
                  </a:xfrm>
                  <a:custGeom>
                    <a:avLst/>
                    <a:gdLst>
                      <a:gd name="connsiteX0" fmla="*/ 4699 w 16712"/>
                      <a:gd name="connsiteY0" fmla="*/ 71 h 1962"/>
                      <a:gd name="connsiteX1" fmla="*/ 0 w 16712"/>
                      <a:gd name="connsiteY1" fmla="*/ 1091 h 1962"/>
                      <a:gd name="connsiteX2" fmla="*/ 13698 w 16712"/>
                      <a:gd name="connsiteY2" fmla="*/ 1756 h 1962"/>
                      <a:gd name="connsiteX3" fmla="*/ 14452 w 16712"/>
                      <a:gd name="connsiteY3" fmla="*/ 1667 h 1962"/>
                      <a:gd name="connsiteX4" fmla="*/ 16713 w 16712"/>
                      <a:gd name="connsiteY4" fmla="*/ 1224 h 1962"/>
                      <a:gd name="connsiteX5" fmla="*/ 4699 w 16712"/>
                      <a:gd name="connsiteY5" fmla="*/ 71 h 19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712" h="1962">
                        <a:moveTo>
                          <a:pt x="4699" y="71"/>
                        </a:moveTo>
                        <a:cubicBezTo>
                          <a:pt x="3059" y="-106"/>
                          <a:pt x="1108" y="-17"/>
                          <a:pt x="0" y="1091"/>
                        </a:cubicBezTo>
                        <a:cubicBezTo>
                          <a:pt x="4477" y="2155"/>
                          <a:pt x="9132" y="2066"/>
                          <a:pt x="13698" y="1756"/>
                        </a:cubicBezTo>
                        <a:cubicBezTo>
                          <a:pt x="13964" y="1756"/>
                          <a:pt x="14186" y="1712"/>
                          <a:pt x="14452" y="1667"/>
                        </a:cubicBezTo>
                        <a:cubicBezTo>
                          <a:pt x="15161" y="1401"/>
                          <a:pt x="15915" y="1180"/>
                          <a:pt x="16713" y="1224"/>
                        </a:cubicBezTo>
                        <a:cubicBezTo>
                          <a:pt x="12723" y="825"/>
                          <a:pt x="8733" y="426"/>
                          <a:pt x="4699" y="7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39" name="Forme libre : forme 19038">
                    <a:extLst>
                      <a:ext uri="{FF2B5EF4-FFF2-40B4-BE49-F238E27FC236}">
                        <a16:creationId xmlns:a16="http://schemas.microsoft.com/office/drawing/2014/main" id="{C6F6D750-6FE4-42D7-AFF2-439518140968}"/>
                      </a:ext>
                    </a:extLst>
                  </p:cNvPr>
                  <p:cNvSpPr/>
                  <p:nvPr/>
                </p:nvSpPr>
                <p:spPr>
                  <a:xfrm>
                    <a:off x="5006743" y="5736293"/>
                    <a:ext cx="5984" cy="4610"/>
                  </a:xfrm>
                  <a:custGeom>
                    <a:avLst/>
                    <a:gdLst>
                      <a:gd name="connsiteX0" fmla="*/ 5985 w 5984"/>
                      <a:gd name="connsiteY0" fmla="*/ 4611 h 4610"/>
                      <a:gd name="connsiteX1" fmla="*/ 0 w 5984"/>
                      <a:gd name="connsiteY1" fmla="*/ 0 h 4610"/>
                      <a:gd name="connsiteX2" fmla="*/ 4832 w 5984"/>
                      <a:gd name="connsiteY2" fmla="*/ 4256 h 4610"/>
                      <a:gd name="connsiteX3" fmla="*/ 5674 w 5984"/>
                      <a:gd name="connsiteY3" fmla="*/ 4522 h 4610"/>
                      <a:gd name="connsiteX4" fmla="*/ 5985 w 5984"/>
                      <a:gd name="connsiteY4" fmla="*/ 4611 h 4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4" h="4610">
                        <a:moveTo>
                          <a:pt x="5985" y="4611"/>
                        </a:moveTo>
                        <a:cubicBezTo>
                          <a:pt x="4256" y="2748"/>
                          <a:pt x="2261" y="1197"/>
                          <a:pt x="0" y="0"/>
                        </a:cubicBezTo>
                        <a:lnTo>
                          <a:pt x="4832" y="4256"/>
                        </a:lnTo>
                        <a:cubicBezTo>
                          <a:pt x="5098" y="4344"/>
                          <a:pt x="5408" y="4477"/>
                          <a:pt x="5674" y="4522"/>
                        </a:cubicBezTo>
                        <a:cubicBezTo>
                          <a:pt x="5763" y="4566"/>
                          <a:pt x="5896" y="4566"/>
                          <a:pt x="5985" y="461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40" name="Forme libre : forme 19039">
                    <a:extLst>
                      <a:ext uri="{FF2B5EF4-FFF2-40B4-BE49-F238E27FC236}">
                        <a16:creationId xmlns:a16="http://schemas.microsoft.com/office/drawing/2014/main" id="{568237ED-8D8F-4B3C-9013-D98CBC70F512}"/>
                      </a:ext>
                    </a:extLst>
                  </p:cNvPr>
                  <p:cNvSpPr/>
                  <p:nvPr/>
                </p:nvSpPr>
                <p:spPr>
                  <a:xfrm>
                    <a:off x="5013615" y="5699321"/>
                    <a:ext cx="29864" cy="28771"/>
                  </a:xfrm>
                  <a:custGeom>
                    <a:avLst/>
                    <a:gdLst>
                      <a:gd name="connsiteX0" fmla="*/ 12723 w 29864"/>
                      <a:gd name="connsiteY0" fmla="*/ 28682 h 28771"/>
                      <a:gd name="connsiteX1" fmla="*/ 25003 w 29864"/>
                      <a:gd name="connsiteY1" fmla="*/ 22121 h 28771"/>
                      <a:gd name="connsiteX2" fmla="*/ 29347 w 29864"/>
                      <a:gd name="connsiteY2" fmla="*/ 9176 h 28771"/>
                      <a:gd name="connsiteX3" fmla="*/ 29303 w 29864"/>
                      <a:gd name="connsiteY3" fmla="*/ 0 h 28771"/>
                      <a:gd name="connsiteX4" fmla="*/ 0 w 29864"/>
                      <a:gd name="connsiteY4" fmla="*/ 26465 h 28771"/>
                      <a:gd name="connsiteX5" fmla="*/ 12723 w 29864"/>
                      <a:gd name="connsiteY5" fmla="*/ 28682 h 28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864" h="28771">
                        <a:moveTo>
                          <a:pt x="12723" y="28682"/>
                        </a:moveTo>
                        <a:cubicBezTo>
                          <a:pt x="17466" y="28194"/>
                          <a:pt x="22121" y="25978"/>
                          <a:pt x="25003" y="22121"/>
                        </a:cubicBezTo>
                        <a:cubicBezTo>
                          <a:pt x="27751" y="18442"/>
                          <a:pt x="28594" y="13698"/>
                          <a:pt x="29347" y="9176"/>
                        </a:cubicBezTo>
                        <a:cubicBezTo>
                          <a:pt x="29835" y="6118"/>
                          <a:pt x="30234" y="2882"/>
                          <a:pt x="29303" y="0"/>
                        </a:cubicBezTo>
                        <a:cubicBezTo>
                          <a:pt x="16269" y="3857"/>
                          <a:pt x="5320" y="13477"/>
                          <a:pt x="0" y="26465"/>
                        </a:cubicBezTo>
                        <a:cubicBezTo>
                          <a:pt x="3990" y="28106"/>
                          <a:pt x="8379" y="29081"/>
                          <a:pt x="12723" y="2868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41" name="Forme libre : forme 19040">
                    <a:extLst>
                      <a:ext uri="{FF2B5EF4-FFF2-40B4-BE49-F238E27FC236}">
                        <a16:creationId xmlns:a16="http://schemas.microsoft.com/office/drawing/2014/main" id="{3F5409EE-FDC1-447C-840C-A3F18F662F0F}"/>
                      </a:ext>
                    </a:extLst>
                  </p:cNvPr>
                  <p:cNvSpPr/>
                  <p:nvPr/>
                </p:nvSpPr>
                <p:spPr>
                  <a:xfrm>
                    <a:off x="4953764" y="5894510"/>
                    <a:ext cx="7895" cy="23982"/>
                  </a:xfrm>
                  <a:custGeom>
                    <a:avLst/>
                    <a:gdLst>
                      <a:gd name="connsiteX0" fmla="*/ 4748 w 7895"/>
                      <a:gd name="connsiteY0" fmla="*/ 6118 h 23982"/>
                      <a:gd name="connsiteX1" fmla="*/ 3817 w 7895"/>
                      <a:gd name="connsiteY1" fmla="*/ 0 h 23982"/>
                      <a:gd name="connsiteX2" fmla="*/ 270 w 7895"/>
                      <a:gd name="connsiteY2" fmla="*/ 15383 h 23982"/>
                      <a:gd name="connsiteX3" fmla="*/ 3240 w 7895"/>
                      <a:gd name="connsiteY3" fmla="*/ 23983 h 23982"/>
                      <a:gd name="connsiteX4" fmla="*/ 7895 w 7895"/>
                      <a:gd name="connsiteY4" fmla="*/ 18353 h 23982"/>
                      <a:gd name="connsiteX5" fmla="*/ 4748 w 7895"/>
                      <a:gd name="connsiteY5" fmla="*/ 6118 h 2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95" h="23982">
                        <a:moveTo>
                          <a:pt x="4748" y="6118"/>
                        </a:moveTo>
                        <a:cubicBezTo>
                          <a:pt x="4437" y="4078"/>
                          <a:pt x="4127" y="2039"/>
                          <a:pt x="3817" y="0"/>
                        </a:cubicBezTo>
                        <a:cubicBezTo>
                          <a:pt x="3373" y="5497"/>
                          <a:pt x="1334" y="10151"/>
                          <a:pt x="270" y="15383"/>
                        </a:cubicBezTo>
                        <a:cubicBezTo>
                          <a:pt x="-616" y="19816"/>
                          <a:pt x="758" y="22387"/>
                          <a:pt x="3240" y="23983"/>
                        </a:cubicBezTo>
                        <a:cubicBezTo>
                          <a:pt x="4703" y="22077"/>
                          <a:pt x="6255" y="20215"/>
                          <a:pt x="7895" y="18353"/>
                        </a:cubicBezTo>
                        <a:cubicBezTo>
                          <a:pt x="6122" y="14496"/>
                          <a:pt x="5413" y="10285"/>
                          <a:pt x="4748" y="611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42" name="Forme libre : forme 19041">
                    <a:extLst>
                      <a:ext uri="{FF2B5EF4-FFF2-40B4-BE49-F238E27FC236}">
                        <a16:creationId xmlns:a16="http://schemas.microsoft.com/office/drawing/2014/main" id="{B684BBD2-71B9-4919-A7A8-47A545819D55}"/>
                      </a:ext>
                    </a:extLst>
                  </p:cNvPr>
                  <p:cNvSpPr/>
                  <p:nvPr/>
                </p:nvSpPr>
                <p:spPr>
                  <a:xfrm>
                    <a:off x="4956482" y="5878773"/>
                    <a:ext cx="1172" cy="15782"/>
                  </a:xfrm>
                  <a:custGeom>
                    <a:avLst/>
                    <a:gdLst>
                      <a:gd name="connsiteX0" fmla="*/ 34 w 1172"/>
                      <a:gd name="connsiteY0" fmla="*/ 0 h 15782"/>
                      <a:gd name="connsiteX1" fmla="*/ 1098 w 1172"/>
                      <a:gd name="connsiteY1" fmla="*/ 15782 h 15782"/>
                      <a:gd name="connsiteX2" fmla="*/ 1098 w 1172"/>
                      <a:gd name="connsiteY2" fmla="*/ 15738 h 15782"/>
                      <a:gd name="connsiteX3" fmla="*/ 34 w 1172"/>
                      <a:gd name="connsiteY3" fmla="*/ 0 h 15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2" h="15782">
                        <a:moveTo>
                          <a:pt x="34" y="0"/>
                        </a:moveTo>
                        <a:cubicBezTo>
                          <a:pt x="-143" y="5276"/>
                          <a:pt x="389" y="10551"/>
                          <a:pt x="1098" y="15782"/>
                        </a:cubicBezTo>
                        <a:cubicBezTo>
                          <a:pt x="1098" y="15782"/>
                          <a:pt x="1098" y="15782"/>
                          <a:pt x="1098" y="15738"/>
                        </a:cubicBezTo>
                        <a:cubicBezTo>
                          <a:pt x="1542" y="10373"/>
                          <a:pt x="-143" y="5143"/>
                          <a:pt x="34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43" name="Forme libre : forme 19042">
                    <a:extLst>
                      <a:ext uri="{FF2B5EF4-FFF2-40B4-BE49-F238E27FC236}">
                        <a16:creationId xmlns:a16="http://schemas.microsoft.com/office/drawing/2014/main" id="{7271679A-F067-4813-9986-88EB8D36E33D}"/>
                      </a:ext>
                    </a:extLst>
                  </p:cNvPr>
                  <p:cNvSpPr/>
                  <p:nvPr/>
                </p:nvSpPr>
                <p:spPr>
                  <a:xfrm>
                    <a:off x="5038085" y="5751144"/>
                    <a:ext cx="97262" cy="79042"/>
                  </a:xfrm>
                  <a:custGeom>
                    <a:avLst/>
                    <a:gdLst>
                      <a:gd name="connsiteX0" fmla="*/ 0 w 97262"/>
                      <a:gd name="connsiteY0" fmla="*/ 47745 h 79042"/>
                      <a:gd name="connsiteX1" fmla="*/ 55857 w 97262"/>
                      <a:gd name="connsiteY1" fmla="*/ 58384 h 79042"/>
                      <a:gd name="connsiteX2" fmla="*/ 70663 w 97262"/>
                      <a:gd name="connsiteY2" fmla="*/ 56699 h 79042"/>
                      <a:gd name="connsiteX3" fmla="*/ 77136 w 97262"/>
                      <a:gd name="connsiteY3" fmla="*/ 61133 h 79042"/>
                      <a:gd name="connsiteX4" fmla="*/ 97262 w 97262"/>
                      <a:gd name="connsiteY4" fmla="*/ 79042 h 79042"/>
                      <a:gd name="connsiteX5" fmla="*/ 85825 w 97262"/>
                      <a:gd name="connsiteY5" fmla="*/ 60955 h 79042"/>
                      <a:gd name="connsiteX6" fmla="*/ 81968 w 97262"/>
                      <a:gd name="connsiteY6" fmla="*/ 51779 h 79042"/>
                      <a:gd name="connsiteX7" fmla="*/ 88972 w 97262"/>
                      <a:gd name="connsiteY7" fmla="*/ 34623 h 79042"/>
                      <a:gd name="connsiteX8" fmla="*/ 88884 w 97262"/>
                      <a:gd name="connsiteY8" fmla="*/ 16004 h 79042"/>
                      <a:gd name="connsiteX9" fmla="*/ 80594 w 97262"/>
                      <a:gd name="connsiteY9" fmla="*/ 0 h 79042"/>
                      <a:gd name="connsiteX10" fmla="*/ 81746 w 97262"/>
                      <a:gd name="connsiteY10" fmla="*/ 33913 h 79042"/>
                      <a:gd name="connsiteX11" fmla="*/ 74964 w 97262"/>
                      <a:gd name="connsiteY11" fmla="*/ 42469 h 79042"/>
                      <a:gd name="connsiteX12" fmla="*/ 38524 w 97262"/>
                      <a:gd name="connsiteY12" fmla="*/ 56256 h 79042"/>
                      <a:gd name="connsiteX13" fmla="*/ 0 w 97262"/>
                      <a:gd name="connsiteY13" fmla="*/ 47745 h 790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7262" h="79042">
                        <a:moveTo>
                          <a:pt x="0" y="47745"/>
                        </a:moveTo>
                        <a:cubicBezTo>
                          <a:pt x="15605" y="59714"/>
                          <a:pt x="36972" y="63748"/>
                          <a:pt x="55857" y="58384"/>
                        </a:cubicBezTo>
                        <a:cubicBezTo>
                          <a:pt x="60733" y="57010"/>
                          <a:pt x="65876" y="55015"/>
                          <a:pt x="70663" y="56699"/>
                        </a:cubicBezTo>
                        <a:cubicBezTo>
                          <a:pt x="73146" y="57586"/>
                          <a:pt x="75185" y="59359"/>
                          <a:pt x="77136" y="61133"/>
                        </a:cubicBezTo>
                        <a:cubicBezTo>
                          <a:pt x="83830" y="67117"/>
                          <a:pt x="90524" y="73058"/>
                          <a:pt x="97262" y="79042"/>
                        </a:cubicBezTo>
                        <a:cubicBezTo>
                          <a:pt x="93450" y="73014"/>
                          <a:pt x="89637" y="66985"/>
                          <a:pt x="85825" y="60955"/>
                        </a:cubicBezTo>
                        <a:cubicBezTo>
                          <a:pt x="84052" y="58118"/>
                          <a:pt x="82190" y="55148"/>
                          <a:pt x="81968" y="51779"/>
                        </a:cubicBezTo>
                        <a:cubicBezTo>
                          <a:pt x="81525" y="45528"/>
                          <a:pt x="86623" y="40430"/>
                          <a:pt x="88972" y="34623"/>
                        </a:cubicBezTo>
                        <a:cubicBezTo>
                          <a:pt x="91366" y="28771"/>
                          <a:pt x="90834" y="22033"/>
                          <a:pt x="88884" y="16004"/>
                        </a:cubicBezTo>
                        <a:cubicBezTo>
                          <a:pt x="87066" y="10463"/>
                          <a:pt x="84185" y="4566"/>
                          <a:pt x="80594" y="0"/>
                        </a:cubicBezTo>
                        <a:cubicBezTo>
                          <a:pt x="82589" y="11438"/>
                          <a:pt x="87598" y="22565"/>
                          <a:pt x="81746" y="33913"/>
                        </a:cubicBezTo>
                        <a:cubicBezTo>
                          <a:pt x="80062" y="37149"/>
                          <a:pt x="77623" y="39987"/>
                          <a:pt x="74964" y="42469"/>
                        </a:cubicBezTo>
                        <a:cubicBezTo>
                          <a:pt x="65167" y="51424"/>
                          <a:pt x="51779" y="55902"/>
                          <a:pt x="38524" y="56256"/>
                        </a:cubicBezTo>
                        <a:cubicBezTo>
                          <a:pt x="25269" y="56655"/>
                          <a:pt x="12102" y="53153"/>
                          <a:pt x="0" y="4774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44" name="Forme libre : forme 19043">
                    <a:extLst>
                      <a:ext uri="{FF2B5EF4-FFF2-40B4-BE49-F238E27FC236}">
                        <a16:creationId xmlns:a16="http://schemas.microsoft.com/office/drawing/2014/main" id="{C6BF08B6-8327-467C-AF12-B1E2603F0A97}"/>
                      </a:ext>
                    </a:extLst>
                  </p:cNvPr>
                  <p:cNvSpPr/>
                  <p:nvPr/>
                </p:nvSpPr>
                <p:spPr>
                  <a:xfrm>
                    <a:off x="5040657" y="5861927"/>
                    <a:ext cx="52443" cy="21589"/>
                  </a:xfrm>
                  <a:custGeom>
                    <a:avLst/>
                    <a:gdLst>
                      <a:gd name="connsiteX0" fmla="*/ 11969 w 52443"/>
                      <a:gd name="connsiteY0" fmla="*/ 0 h 21589"/>
                      <a:gd name="connsiteX1" fmla="*/ 0 w 52443"/>
                      <a:gd name="connsiteY1" fmla="*/ 21589 h 21589"/>
                      <a:gd name="connsiteX2" fmla="*/ 8378 w 52443"/>
                      <a:gd name="connsiteY2" fmla="*/ 18220 h 21589"/>
                      <a:gd name="connsiteX3" fmla="*/ 14984 w 52443"/>
                      <a:gd name="connsiteY3" fmla="*/ 8822 h 21589"/>
                      <a:gd name="connsiteX4" fmla="*/ 39676 w 52443"/>
                      <a:gd name="connsiteY4" fmla="*/ 13343 h 21589"/>
                      <a:gd name="connsiteX5" fmla="*/ 47744 w 52443"/>
                      <a:gd name="connsiteY5" fmla="*/ 11171 h 21589"/>
                      <a:gd name="connsiteX6" fmla="*/ 52443 w 52443"/>
                      <a:gd name="connsiteY6" fmla="*/ 4654 h 21589"/>
                      <a:gd name="connsiteX7" fmla="*/ 30588 w 52443"/>
                      <a:gd name="connsiteY7" fmla="*/ 10816 h 21589"/>
                      <a:gd name="connsiteX8" fmla="*/ 11969 w 52443"/>
                      <a:gd name="connsiteY8" fmla="*/ 0 h 21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443" h="21589">
                        <a:moveTo>
                          <a:pt x="11969" y="0"/>
                        </a:moveTo>
                        <a:cubicBezTo>
                          <a:pt x="12812" y="8689"/>
                          <a:pt x="7581" y="17156"/>
                          <a:pt x="0" y="21589"/>
                        </a:cubicBezTo>
                        <a:cubicBezTo>
                          <a:pt x="2926" y="20791"/>
                          <a:pt x="5807" y="19816"/>
                          <a:pt x="8378" y="18220"/>
                        </a:cubicBezTo>
                        <a:cubicBezTo>
                          <a:pt x="11748" y="16136"/>
                          <a:pt x="14585" y="12767"/>
                          <a:pt x="14984" y="8822"/>
                        </a:cubicBezTo>
                        <a:cubicBezTo>
                          <a:pt x="20791" y="15383"/>
                          <a:pt x="31032" y="14629"/>
                          <a:pt x="39676" y="13343"/>
                        </a:cubicBezTo>
                        <a:cubicBezTo>
                          <a:pt x="42469" y="12944"/>
                          <a:pt x="45262" y="12501"/>
                          <a:pt x="47744" y="11171"/>
                        </a:cubicBezTo>
                        <a:cubicBezTo>
                          <a:pt x="50227" y="9841"/>
                          <a:pt x="52310" y="7447"/>
                          <a:pt x="52443" y="4654"/>
                        </a:cubicBezTo>
                        <a:cubicBezTo>
                          <a:pt x="45439" y="7669"/>
                          <a:pt x="38213" y="10772"/>
                          <a:pt x="30588" y="10816"/>
                        </a:cubicBezTo>
                        <a:cubicBezTo>
                          <a:pt x="22963" y="10905"/>
                          <a:pt x="14762" y="7137"/>
                          <a:pt x="11969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45" name="Forme libre : forme 19044">
                    <a:extLst>
                      <a:ext uri="{FF2B5EF4-FFF2-40B4-BE49-F238E27FC236}">
                        <a16:creationId xmlns:a16="http://schemas.microsoft.com/office/drawing/2014/main" id="{455A2926-B735-43D7-B872-B77D4CFE0D4B}"/>
                      </a:ext>
                    </a:extLst>
                  </p:cNvPr>
                  <p:cNvSpPr/>
                  <p:nvPr/>
                </p:nvSpPr>
                <p:spPr>
                  <a:xfrm>
                    <a:off x="5025850" y="5883517"/>
                    <a:ext cx="14895" cy="3314"/>
                  </a:xfrm>
                  <a:custGeom>
                    <a:avLst/>
                    <a:gdLst>
                      <a:gd name="connsiteX0" fmla="*/ 0 w 14895"/>
                      <a:gd name="connsiteY0" fmla="*/ 3147 h 3314"/>
                      <a:gd name="connsiteX1" fmla="*/ 9841 w 14895"/>
                      <a:gd name="connsiteY1" fmla="*/ 2305 h 3314"/>
                      <a:gd name="connsiteX2" fmla="*/ 14895 w 14895"/>
                      <a:gd name="connsiteY2" fmla="*/ 0 h 3314"/>
                      <a:gd name="connsiteX3" fmla="*/ 12147 w 14895"/>
                      <a:gd name="connsiteY3" fmla="*/ 753 h 3314"/>
                      <a:gd name="connsiteX4" fmla="*/ 0 w 14895"/>
                      <a:gd name="connsiteY4" fmla="*/ 3147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95" h="3314">
                        <a:moveTo>
                          <a:pt x="0" y="3147"/>
                        </a:moveTo>
                        <a:cubicBezTo>
                          <a:pt x="3192" y="3502"/>
                          <a:pt x="6472" y="3325"/>
                          <a:pt x="9841" y="2305"/>
                        </a:cubicBezTo>
                        <a:cubicBezTo>
                          <a:pt x="11615" y="1773"/>
                          <a:pt x="13255" y="975"/>
                          <a:pt x="14895" y="0"/>
                        </a:cubicBezTo>
                        <a:cubicBezTo>
                          <a:pt x="13964" y="266"/>
                          <a:pt x="13033" y="488"/>
                          <a:pt x="12147" y="753"/>
                        </a:cubicBezTo>
                        <a:cubicBezTo>
                          <a:pt x="8113" y="1773"/>
                          <a:pt x="4078" y="2793"/>
                          <a:pt x="0" y="314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46" name="Forme libre : forme 19045">
                    <a:extLst>
                      <a:ext uri="{FF2B5EF4-FFF2-40B4-BE49-F238E27FC236}">
                        <a16:creationId xmlns:a16="http://schemas.microsoft.com/office/drawing/2014/main" id="{77545559-F99E-40FB-AF36-EE2E6C30655A}"/>
                      </a:ext>
                    </a:extLst>
                  </p:cNvPr>
                  <p:cNvSpPr/>
                  <p:nvPr/>
                </p:nvSpPr>
                <p:spPr>
                  <a:xfrm>
                    <a:off x="5012418" y="5882319"/>
                    <a:ext cx="13432" cy="4450"/>
                  </a:xfrm>
                  <a:custGeom>
                    <a:avLst/>
                    <a:gdLst>
                      <a:gd name="connsiteX0" fmla="*/ 9442 w 13432"/>
                      <a:gd name="connsiteY0" fmla="*/ 4433 h 4450"/>
                      <a:gd name="connsiteX1" fmla="*/ 13432 w 13432"/>
                      <a:gd name="connsiteY1" fmla="*/ 4344 h 4450"/>
                      <a:gd name="connsiteX2" fmla="*/ 0 w 13432"/>
                      <a:gd name="connsiteY2" fmla="*/ 0 h 4450"/>
                      <a:gd name="connsiteX3" fmla="*/ 9442 w 13432"/>
                      <a:gd name="connsiteY3" fmla="*/ 4433 h 4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32" h="4450">
                        <a:moveTo>
                          <a:pt x="9442" y="4433"/>
                        </a:moveTo>
                        <a:cubicBezTo>
                          <a:pt x="10772" y="4477"/>
                          <a:pt x="12102" y="4433"/>
                          <a:pt x="13432" y="4344"/>
                        </a:cubicBezTo>
                        <a:cubicBezTo>
                          <a:pt x="8778" y="3857"/>
                          <a:pt x="4300" y="2217"/>
                          <a:pt x="0" y="0"/>
                        </a:cubicBezTo>
                        <a:cubicBezTo>
                          <a:pt x="89" y="3812"/>
                          <a:pt x="6384" y="4300"/>
                          <a:pt x="9442" y="443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47" name="Forme libre : forme 19046">
                    <a:extLst>
                      <a:ext uri="{FF2B5EF4-FFF2-40B4-BE49-F238E27FC236}">
                        <a16:creationId xmlns:a16="http://schemas.microsoft.com/office/drawing/2014/main" id="{9A1C3223-A543-4751-9308-F35963E567A1}"/>
                      </a:ext>
                    </a:extLst>
                  </p:cNvPr>
                  <p:cNvSpPr/>
                  <p:nvPr/>
                </p:nvSpPr>
                <p:spPr>
                  <a:xfrm>
                    <a:off x="5154410" y="5727117"/>
                    <a:ext cx="128522" cy="128648"/>
                  </a:xfrm>
                  <a:custGeom>
                    <a:avLst/>
                    <a:gdLst>
                      <a:gd name="connsiteX0" fmla="*/ 19993 w 128522"/>
                      <a:gd name="connsiteY0" fmla="*/ 98193 h 128648"/>
                      <a:gd name="connsiteX1" fmla="*/ 0 w 128522"/>
                      <a:gd name="connsiteY1" fmla="*/ 97041 h 128648"/>
                      <a:gd name="connsiteX2" fmla="*/ 30101 w 128522"/>
                      <a:gd name="connsiteY2" fmla="*/ 101074 h 128648"/>
                      <a:gd name="connsiteX3" fmla="*/ 90967 w 128522"/>
                      <a:gd name="connsiteY3" fmla="*/ 71550 h 128648"/>
                      <a:gd name="connsiteX4" fmla="*/ 93095 w 128522"/>
                      <a:gd name="connsiteY4" fmla="*/ 68846 h 128648"/>
                      <a:gd name="connsiteX5" fmla="*/ 99213 w 128522"/>
                      <a:gd name="connsiteY5" fmla="*/ 69112 h 128648"/>
                      <a:gd name="connsiteX6" fmla="*/ 121555 w 128522"/>
                      <a:gd name="connsiteY6" fmla="*/ 94380 h 128648"/>
                      <a:gd name="connsiteX7" fmla="*/ 122220 w 128522"/>
                      <a:gd name="connsiteY7" fmla="*/ 128649 h 128648"/>
                      <a:gd name="connsiteX8" fmla="*/ 128205 w 128522"/>
                      <a:gd name="connsiteY8" fmla="*/ 98813 h 128648"/>
                      <a:gd name="connsiteX9" fmla="*/ 128072 w 128522"/>
                      <a:gd name="connsiteY9" fmla="*/ 90523 h 128648"/>
                      <a:gd name="connsiteX10" fmla="*/ 123329 w 128522"/>
                      <a:gd name="connsiteY10" fmla="*/ 82943 h 128648"/>
                      <a:gd name="connsiteX11" fmla="*/ 121156 w 128522"/>
                      <a:gd name="connsiteY11" fmla="*/ 83475 h 128648"/>
                      <a:gd name="connsiteX12" fmla="*/ 121201 w 128522"/>
                      <a:gd name="connsiteY12" fmla="*/ 84495 h 128648"/>
                      <a:gd name="connsiteX13" fmla="*/ 113886 w 128522"/>
                      <a:gd name="connsiteY13" fmla="*/ 75584 h 128648"/>
                      <a:gd name="connsiteX14" fmla="*/ 117433 w 128522"/>
                      <a:gd name="connsiteY14" fmla="*/ 77313 h 128648"/>
                      <a:gd name="connsiteX15" fmla="*/ 93804 w 128522"/>
                      <a:gd name="connsiteY15" fmla="*/ 64634 h 128648"/>
                      <a:gd name="connsiteX16" fmla="*/ 81835 w 128522"/>
                      <a:gd name="connsiteY16" fmla="*/ 16402 h 128648"/>
                      <a:gd name="connsiteX17" fmla="*/ 71993 w 128522"/>
                      <a:gd name="connsiteY17" fmla="*/ 3591 h 128648"/>
                      <a:gd name="connsiteX18" fmla="*/ 64324 w 128522"/>
                      <a:gd name="connsiteY18" fmla="*/ 0 h 128648"/>
                      <a:gd name="connsiteX19" fmla="*/ 73013 w 128522"/>
                      <a:gd name="connsiteY19" fmla="*/ 9309 h 128648"/>
                      <a:gd name="connsiteX20" fmla="*/ 80993 w 128522"/>
                      <a:gd name="connsiteY20" fmla="*/ 21013 h 128648"/>
                      <a:gd name="connsiteX21" fmla="*/ 88706 w 128522"/>
                      <a:gd name="connsiteY21" fmla="*/ 48498 h 128648"/>
                      <a:gd name="connsiteX22" fmla="*/ 87598 w 128522"/>
                      <a:gd name="connsiteY22" fmla="*/ 64634 h 128648"/>
                      <a:gd name="connsiteX23" fmla="*/ 60512 w 128522"/>
                      <a:gd name="connsiteY23" fmla="*/ 93716 h 128648"/>
                      <a:gd name="connsiteX24" fmla="*/ 19993 w 128522"/>
                      <a:gd name="connsiteY24" fmla="*/ 98193 h 128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28522" h="128648">
                        <a:moveTo>
                          <a:pt x="19993" y="98193"/>
                        </a:moveTo>
                        <a:cubicBezTo>
                          <a:pt x="13344" y="97528"/>
                          <a:pt x="6694" y="96464"/>
                          <a:pt x="0" y="97041"/>
                        </a:cubicBezTo>
                        <a:cubicBezTo>
                          <a:pt x="10063" y="98060"/>
                          <a:pt x="19993" y="100454"/>
                          <a:pt x="30101" y="101074"/>
                        </a:cubicBezTo>
                        <a:cubicBezTo>
                          <a:pt x="53818" y="102449"/>
                          <a:pt x="79086" y="92076"/>
                          <a:pt x="90967" y="71550"/>
                        </a:cubicBezTo>
                        <a:cubicBezTo>
                          <a:pt x="91543" y="70575"/>
                          <a:pt x="92120" y="69511"/>
                          <a:pt x="93095" y="68846"/>
                        </a:cubicBezTo>
                        <a:cubicBezTo>
                          <a:pt x="94868" y="67649"/>
                          <a:pt x="97262" y="68270"/>
                          <a:pt x="99213" y="69112"/>
                        </a:cubicBezTo>
                        <a:cubicBezTo>
                          <a:pt x="109896" y="73634"/>
                          <a:pt x="117832" y="83386"/>
                          <a:pt x="121555" y="94380"/>
                        </a:cubicBezTo>
                        <a:cubicBezTo>
                          <a:pt x="125279" y="105375"/>
                          <a:pt x="124969" y="117433"/>
                          <a:pt x="122220" y="128649"/>
                        </a:cubicBezTo>
                        <a:cubicBezTo>
                          <a:pt x="125013" y="118895"/>
                          <a:pt x="127008" y="108921"/>
                          <a:pt x="128205" y="98813"/>
                        </a:cubicBezTo>
                        <a:cubicBezTo>
                          <a:pt x="128515" y="96065"/>
                          <a:pt x="128781" y="93184"/>
                          <a:pt x="128072" y="90523"/>
                        </a:cubicBezTo>
                        <a:cubicBezTo>
                          <a:pt x="127274" y="87598"/>
                          <a:pt x="125368" y="85160"/>
                          <a:pt x="123329" y="82943"/>
                        </a:cubicBezTo>
                        <a:cubicBezTo>
                          <a:pt x="122619" y="83121"/>
                          <a:pt x="121910" y="83298"/>
                          <a:pt x="121156" y="83475"/>
                        </a:cubicBezTo>
                        <a:cubicBezTo>
                          <a:pt x="121156" y="83830"/>
                          <a:pt x="121201" y="84140"/>
                          <a:pt x="121201" y="84495"/>
                        </a:cubicBezTo>
                        <a:lnTo>
                          <a:pt x="113886" y="75584"/>
                        </a:lnTo>
                        <a:cubicBezTo>
                          <a:pt x="114950" y="76382"/>
                          <a:pt x="116147" y="76914"/>
                          <a:pt x="117433" y="77313"/>
                        </a:cubicBezTo>
                        <a:cubicBezTo>
                          <a:pt x="110561" y="71506"/>
                          <a:pt x="102449" y="67117"/>
                          <a:pt x="93804" y="64634"/>
                        </a:cubicBezTo>
                        <a:cubicBezTo>
                          <a:pt x="93849" y="47921"/>
                          <a:pt x="89726" y="31165"/>
                          <a:pt x="81835" y="16402"/>
                        </a:cubicBezTo>
                        <a:cubicBezTo>
                          <a:pt x="79308" y="11615"/>
                          <a:pt x="76294" y="6915"/>
                          <a:pt x="71993" y="3591"/>
                        </a:cubicBezTo>
                        <a:cubicBezTo>
                          <a:pt x="69777" y="1862"/>
                          <a:pt x="67117" y="443"/>
                          <a:pt x="64324" y="0"/>
                        </a:cubicBezTo>
                        <a:cubicBezTo>
                          <a:pt x="65033" y="3414"/>
                          <a:pt x="70575" y="6561"/>
                          <a:pt x="73013" y="9309"/>
                        </a:cubicBezTo>
                        <a:cubicBezTo>
                          <a:pt x="76161" y="12856"/>
                          <a:pt x="78820" y="16801"/>
                          <a:pt x="80993" y="21013"/>
                        </a:cubicBezTo>
                        <a:cubicBezTo>
                          <a:pt x="85470" y="29480"/>
                          <a:pt x="88041" y="38967"/>
                          <a:pt x="88706" y="48498"/>
                        </a:cubicBezTo>
                        <a:cubicBezTo>
                          <a:pt x="89105" y="53907"/>
                          <a:pt x="88928" y="59359"/>
                          <a:pt x="87598" y="64634"/>
                        </a:cubicBezTo>
                        <a:cubicBezTo>
                          <a:pt x="84184" y="77934"/>
                          <a:pt x="73190" y="88440"/>
                          <a:pt x="60512" y="93716"/>
                        </a:cubicBezTo>
                        <a:cubicBezTo>
                          <a:pt x="47833" y="98902"/>
                          <a:pt x="33647" y="99523"/>
                          <a:pt x="19993" y="9819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48" name="Forme libre : forme 19047">
                    <a:extLst>
                      <a:ext uri="{FF2B5EF4-FFF2-40B4-BE49-F238E27FC236}">
                        <a16:creationId xmlns:a16="http://schemas.microsoft.com/office/drawing/2014/main" id="{54CF78DD-E43E-4688-A7E9-8207EC9E119A}"/>
                      </a:ext>
                    </a:extLst>
                  </p:cNvPr>
                  <p:cNvSpPr/>
                  <p:nvPr/>
                </p:nvSpPr>
                <p:spPr>
                  <a:xfrm>
                    <a:off x="5250209" y="5701094"/>
                    <a:ext cx="56434" cy="52975"/>
                  </a:xfrm>
                  <a:custGeom>
                    <a:avLst/>
                    <a:gdLst>
                      <a:gd name="connsiteX0" fmla="*/ 24249 w 56434"/>
                      <a:gd name="connsiteY0" fmla="*/ 31697 h 52975"/>
                      <a:gd name="connsiteX1" fmla="*/ 37903 w 56434"/>
                      <a:gd name="connsiteY1" fmla="*/ 29524 h 52975"/>
                      <a:gd name="connsiteX2" fmla="*/ 44242 w 56434"/>
                      <a:gd name="connsiteY2" fmla="*/ 33248 h 52975"/>
                      <a:gd name="connsiteX3" fmla="*/ 55325 w 56434"/>
                      <a:gd name="connsiteY3" fmla="*/ 52975 h 52975"/>
                      <a:gd name="connsiteX4" fmla="*/ 47745 w 56434"/>
                      <a:gd name="connsiteY4" fmla="*/ 30322 h 52975"/>
                      <a:gd name="connsiteX5" fmla="*/ 42558 w 56434"/>
                      <a:gd name="connsiteY5" fmla="*/ 24958 h 52975"/>
                      <a:gd name="connsiteX6" fmla="*/ 43001 w 56434"/>
                      <a:gd name="connsiteY6" fmla="*/ 22609 h 52975"/>
                      <a:gd name="connsiteX7" fmla="*/ 54704 w 56434"/>
                      <a:gd name="connsiteY7" fmla="*/ 0 h 52975"/>
                      <a:gd name="connsiteX8" fmla="*/ 37814 w 56434"/>
                      <a:gd name="connsiteY8" fmla="*/ 21500 h 52975"/>
                      <a:gd name="connsiteX9" fmla="*/ 0 w 56434"/>
                      <a:gd name="connsiteY9" fmla="*/ 33736 h 52975"/>
                      <a:gd name="connsiteX10" fmla="*/ 24249 w 56434"/>
                      <a:gd name="connsiteY10" fmla="*/ 31697 h 52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6434" h="52975">
                        <a:moveTo>
                          <a:pt x="24249" y="31697"/>
                        </a:moveTo>
                        <a:cubicBezTo>
                          <a:pt x="28727" y="30278"/>
                          <a:pt x="33426" y="28239"/>
                          <a:pt x="37903" y="29524"/>
                        </a:cubicBezTo>
                        <a:cubicBezTo>
                          <a:pt x="40297" y="30189"/>
                          <a:pt x="42292" y="31741"/>
                          <a:pt x="44242" y="33248"/>
                        </a:cubicBezTo>
                        <a:cubicBezTo>
                          <a:pt x="50449" y="38213"/>
                          <a:pt x="56744" y="45173"/>
                          <a:pt x="55325" y="52975"/>
                        </a:cubicBezTo>
                        <a:cubicBezTo>
                          <a:pt x="58340" y="44907"/>
                          <a:pt x="55015" y="34933"/>
                          <a:pt x="47745" y="30322"/>
                        </a:cubicBezTo>
                        <a:cubicBezTo>
                          <a:pt x="45572" y="28948"/>
                          <a:pt x="42779" y="27574"/>
                          <a:pt x="42558" y="24958"/>
                        </a:cubicBezTo>
                        <a:cubicBezTo>
                          <a:pt x="42513" y="24160"/>
                          <a:pt x="42735" y="23363"/>
                          <a:pt x="43001" y="22609"/>
                        </a:cubicBezTo>
                        <a:cubicBezTo>
                          <a:pt x="45173" y="16358"/>
                          <a:pt x="57187" y="6783"/>
                          <a:pt x="54704" y="0"/>
                        </a:cubicBezTo>
                        <a:cubicBezTo>
                          <a:pt x="50360" y="8423"/>
                          <a:pt x="45661" y="15782"/>
                          <a:pt x="37814" y="21500"/>
                        </a:cubicBezTo>
                        <a:cubicBezTo>
                          <a:pt x="26953" y="29391"/>
                          <a:pt x="13432" y="33026"/>
                          <a:pt x="0" y="33736"/>
                        </a:cubicBezTo>
                        <a:cubicBezTo>
                          <a:pt x="8113" y="34888"/>
                          <a:pt x="16447" y="34179"/>
                          <a:pt x="24249" y="3169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49" name="Forme libre : forme 19048">
                    <a:extLst>
                      <a:ext uri="{FF2B5EF4-FFF2-40B4-BE49-F238E27FC236}">
                        <a16:creationId xmlns:a16="http://schemas.microsoft.com/office/drawing/2014/main" id="{68386AD6-84BF-4E74-B068-A2F62212514E}"/>
                      </a:ext>
                    </a:extLst>
                  </p:cNvPr>
                  <p:cNvSpPr/>
                  <p:nvPr/>
                </p:nvSpPr>
                <p:spPr>
                  <a:xfrm>
                    <a:off x="5271754" y="5777432"/>
                    <a:ext cx="29876" cy="32583"/>
                  </a:xfrm>
                  <a:custGeom>
                    <a:avLst/>
                    <a:gdLst>
                      <a:gd name="connsiteX0" fmla="*/ 5807 w 29876"/>
                      <a:gd name="connsiteY0" fmla="*/ 32406 h 32583"/>
                      <a:gd name="connsiteX1" fmla="*/ 5940 w 29876"/>
                      <a:gd name="connsiteY1" fmla="*/ 32583 h 32583"/>
                      <a:gd name="connsiteX2" fmla="*/ 23008 w 29876"/>
                      <a:gd name="connsiteY2" fmla="*/ 21456 h 32583"/>
                      <a:gd name="connsiteX3" fmla="*/ 29835 w 29876"/>
                      <a:gd name="connsiteY3" fmla="*/ 0 h 32583"/>
                      <a:gd name="connsiteX4" fmla="*/ 19639 w 29876"/>
                      <a:gd name="connsiteY4" fmla="*/ 19195 h 32583"/>
                      <a:gd name="connsiteX5" fmla="*/ 9043 w 29876"/>
                      <a:gd name="connsiteY5" fmla="*/ 26776 h 32583"/>
                      <a:gd name="connsiteX6" fmla="*/ 0 w 29876"/>
                      <a:gd name="connsiteY6" fmla="*/ 26909 h 32583"/>
                      <a:gd name="connsiteX7" fmla="*/ 5807 w 29876"/>
                      <a:gd name="connsiteY7" fmla="*/ 32406 h 32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9876" h="32583">
                        <a:moveTo>
                          <a:pt x="5807" y="32406"/>
                        </a:moveTo>
                        <a:cubicBezTo>
                          <a:pt x="5852" y="32450"/>
                          <a:pt x="5896" y="32539"/>
                          <a:pt x="5940" y="32583"/>
                        </a:cubicBezTo>
                        <a:cubicBezTo>
                          <a:pt x="12634" y="30810"/>
                          <a:pt x="18752" y="26865"/>
                          <a:pt x="23008" y="21456"/>
                        </a:cubicBezTo>
                        <a:cubicBezTo>
                          <a:pt x="27751" y="15427"/>
                          <a:pt x="30234" y="7669"/>
                          <a:pt x="29835" y="0"/>
                        </a:cubicBezTo>
                        <a:cubicBezTo>
                          <a:pt x="28061" y="7093"/>
                          <a:pt x="24515" y="13742"/>
                          <a:pt x="19639" y="19195"/>
                        </a:cubicBezTo>
                        <a:cubicBezTo>
                          <a:pt x="16713" y="22476"/>
                          <a:pt x="13211" y="25402"/>
                          <a:pt x="9043" y="26776"/>
                        </a:cubicBezTo>
                        <a:cubicBezTo>
                          <a:pt x="6162" y="27751"/>
                          <a:pt x="2926" y="27840"/>
                          <a:pt x="0" y="26909"/>
                        </a:cubicBezTo>
                        <a:cubicBezTo>
                          <a:pt x="2039" y="28682"/>
                          <a:pt x="3990" y="30500"/>
                          <a:pt x="5807" y="3240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50" name="Forme libre : forme 19049">
                    <a:extLst>
                      <a:ext uri="{FF2B5EF4-FFF2-40B4-BE49-F238E27FC236}">
                        <a16:creationId xmlns:a16="http://schemas.microsoft.com/office/drawing/2014/main" id="{39CD3EED-CD07-4F5E-9F7D-9FCC70086E8D}"/>
                      </a:ext>
                    </a:extLst>
                  </p:cNvPr>
                  <p:cNvSpPr/>
                  <p:nvPr/>
                </p:nvSpPr>
                <p:spPr>
                  <a:xfrm>
                    <a:off x="5268252" y="5802656"/>
                    <a:ext cx="9442" cy="8910"/>
                  </a:xfrm>
                  <a:custGeom>
                    <a:avLst/>
                    <a:gdLst>
                      <a:gd name="connsiteX0" fmla="*/ 7315 w 9442"/>
                      <a:gd name="connsiteY0" fmla="*/ 8911 h 8910"/>
                      <a:gd name="connsiteX1" fmla="*/ 7270 w 9442"/>
                      <a:gd name="connsiteY1" fmla="*/ 7891 h 8910"/>
                      <a:gd name="connsiteX2" fmla="*/ 9443 w 9442"/>
                      <a:gd name="connsiteY2" fmla="*/ 7359 h 8910"/>
                      <a:gd name="connsiteX3" fmla="*/ 9310 w 9442"/>
                      <a:gd name="connsiteY3" fmla="*/ 7182 h 8910"/>
                      <a:gd name="connsiteX4" fmla="*/ 3546 w 9442"/>
                      <a:gd name="connsiteY4" fmla="*/ 1729 h 8910"/>
                      <a:gd name="connsiteX5" fmla="*/ 0 w 9442"/>
                      <a:gd name="connsiteY5" fmla="*/ 0 h 8910"/>
                      <a:gd name="connsiteX6" fmla="*/ 7315 w 9442"/>
                      <a:gd name="connsiteY6" fmla="*/ 8911 h 8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442" h="8910">
                        <a:moveTo>
                          <a:pt x="7315" y="8911"/>
                        </a:moveTo>
                        <a:cubicBezTo>
                          <a:pt x="7315" y="8556"/>
                          <a:pt x="7270" y="8246"/>
                          <a:pt x="7270" y="7891"/>
                        </a:cubicBezTo>
                        <a:cubicBezTo>
                          <a:pt x="7980" y="7758"/>
                          <a:pt x="8733" y="7581"/>
                          <a:pt x="9443" y="7359"/>
                        </a:cubicBezTo>
                        <a:cubicBezTo>
                          <a:pt x="9398" y="7315"/>
                          <a:pt x="9354" y="7226"/>
                          <a:pt x="9310" y="7182"/>
                        </a:cubicBezTo>
                        <a:cubicBezTo>
                          <a:pt x="7492" y="5231"/>
                          <a:pt x="5586" y="3414"/>
                          <a:pt x="3546" y="1729"/>
                        </a:cubicBezTo>
                        <a:cubicBezTo>
                          <a:pt x="2305" y="1330"/>
                          <a:pt x="1064" y="798"/>
                          <a:pt x="0" y="0"/>
                        </a:cubicBezTo>
                        <a:lnTo>
                          <a:pt x="7315" y="8911"/>
                        </a:ln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51" name="Forme libre : forme 19050">
                    <a:extLst>
                      <a:ext uri="{FF2B5EF4-FFF2-40B4-BE49-F238E27FC236}">
                        <a16:creationId xmlns:a16="http://schemas.microsoft.com/office/drawing/2014/main" id="{A0CF1129-51DB-4195-8B89-922752B5A1AE}"/>
                      </a:ext>
                    </a:extLst>
                  </p:cNvPr>
                  <p:cNvSpPr/>
                  <p:nvPr/>
                </p:nvSpPr>
                <p:spPr>
                  <a:xfrm>
                    <a:off x="5129141" y="5857095"/>
                    <a:ext cx="34755" cy="20607"/>
                  </a:xfrm>
                  <a:custGeom>
                    <a:avLst/>
                    <a:gdLst>
                      <a:gd name="connsiteX0" fmla="*/ 15250 w 34755"/>
                      <a:gd name="connsiteY0" fmla="*/ 7891 h 20607"/>
                      <a:gd name="connsiteX1" fmla="*/ 34755 w 34755"/>
                      <a:gd name="connsiteY1" fmla="*/ 20437 h 20607"/>
                      <a:gd name="connsiteX2" fmla="*/ 21722 w 34755"/>
                      <a:gd name="connsiteY2" fmla="*/ 13122 h 20607"/>
                      <a:gd name="connsiteX3" fmla="*/ 13920 w 34755"/>
                      <a:gd name="connsiteY3" fmla="*/ 0 h 20607"/>
                      <a:gd name="connsiteX4" fmla="*/ 0 w 34755"/>
                      <a:gd name="connsiteY4" fmla="*/ 17910 h 20607"/>
                      <a:gd name="connsiteX5" fmla="*/ 15250 w 34755"/>
                      <a:gd name="connsiteY5" fmla="*/ 7891 h 20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755" h="20607">
                        <a:moveTo>
                          <a:pt x="15250" y="7891"/>
                        </a:moveTo>
                        <a:cubicBezTo>
                          <a:pt x="17599" y="16003"/>
                          <a:pt x="26421" y="21678"/>
                          <a:pt x="34755" y="20437"/>
                        </a:cubicBezTo>
                        <a:cubicBezTo>
                          <a:pt x="29657" y="20038"/>
                          <a:pt x="25047" y="17023"/>
                          <a:pt x="21722" y="13122"/>
                        </a:cubicBezTo>
                        <a:cubicBezTo>
                          <a:pt x="18397" y="9266"/>
                          <a:pt x="16137" y="4611"/>
                          <a:pt x="13920" y="0"/>
                        </a:cubicBezTo>
                        <a:cubicBezTo>
                          <a:pt x="13787" y="8556"/>
                          <a:pt x="6650" y="13964"/>
                          <a:pt x="0" y="17910"/>
                        </a:cubicBezTo>
                        <a:cubicBezTo>
                          <a:pt x="2660" y="17245"/>
                          <a:pt x="16314" y="11570"/>
                          <a:pt x="15250" y="789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52" name="Forme libre : forme 19051">
                    <a:extLst>
                      <a:ext uri="{FF2B5EF4-FFF2-40B4-BE49-F238E27FC236}">
                        <a16:creationId xmlns:a16="http://schemas.microsoft.com/office/drawing/2014/main" id="{EE33B5AE-3E78-48F3-A9F6-BB03C900A295}"/>
                      </a:ext>
                    </a:extLst>
                  </p:cNvPr>
                  <p:cNvSpPr/>
                  <p:nvPr/>
                </p:nvSpPr>
                <p:spPr>
                  <a:xfrm>
                    <a:off x="5179634" y="5886627"/>
                    <a:ext cx="79573" cy="30403"/>
                  </a:xfrm>
                  <a:custGeom>
                    <a:avLst/>
                    <a:gdLst>
                      <a:gd name="connsiteX0" fmla="*/ 53064 w 79573"/>
                      <a:gd name="connsiteY0" fmla="*/ 9346 h 30403"/>
                      <a:gd name="connsiteX1" fmla="*/ 37504 w 79573"/>
                      <a:gd name="connsiteY1" fmla="*/ 11341 h 30403"/>
                      <a:gd name="connsiteX2" fmla="*/ 26510 w 79573"/>
                      <a:gd name="connsiteY2" fmla="*/ 8149 h 30403"/>
                      <a:gd name="connsiteX3" fmla="*/ 0 w 79573"/>
                      <a:gd name="connsiteY3" fmla="*/ 1544 h 30403"/>
                      <a:gd name="connsiteX4" fmla="*/ 42912 w 79573"/>
                      <a:gd name="connsiteY4" fmla="*/ 16661 h 30403"/>
                      <a:gd name="connsiteX5" fmla="*/ 41760 w 79573"/>
                      <a:gd name="connsiteY5" fmla="*/ 30403 h 30403"/>
                      <a:gd name="connsiteX6" fmla="*/ 48143 w 79573"/>
                      <a:gd name="connsiteY6" fmla="*/ 16040 h 30403"/>
                      <a:gd name="connsiteX7" fmla="*/ 50537 w 79573"/>
                      <a:gd name="connsiteY7" fmla="*/ 13070 h 30403"/>
                      <a:gd name="connsiteX8" fmla="*/ 54394 w 79573"/>
                      <a:gd name="connsiteY8" fmla="*/ 12361 h 30403"/>
                      <a:gd name="connsiteX9" fmla="*/ 79574 w 79573"/>
                      <a:gd name="connsiteY9" fmla="*/ 37 h 30403"/>
                      <a:gd name="connsiteX10" fmla="*/ 68624 w 79573"/>
                      <a:gd name="connsiteY10" fmla="*/ 4514 h 30403"/>
                      <a:gd name="connsiteX11" fmla="*/ 53064 w 79573"/>
                      <a:gd name="connsiteY11" fmla="*/ 9346 h 30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9573" h="30403">
                        <a:moveTo>
                          <a:pt x="53064" y="9346"/>
                        </a:moveTo>
                        <a:cubicBezTo>
                          <a:pt x="47966" y="10676"/>
                          <a:pt x="42735" y="12006"/>
                          <a:pt x="37504" y="11341"/>
                        </a:cubicBezTo>
                        <a:cubicBezTo>
                          <a:pt x="33692" y="10898"/>
                          <a:pt x="30101" y="9435"/>
                          <a:pt x="26510" y="8149"/>
                        </a:cubicBezTo>
                        <a:cubicBezTo>
                          <a:pt x="17910" y="5179"/>
                          <a:pt x="8910" y="3362"/>
                          <a:pt x="0" y="1544"/>
                        </a:cubicBezTo>
                        <a:cubicBezTo>
                          <a:pt x="13344" y="8859"/>
                          <a:pt x="27928" y="13957"/>
                          <a:pt x="42912" y="16661"/>
                        </a:cubicBezTo>
                        <a:cubicBezTo>
                          <a:pt x="41848" y="21138"/>
                          <a:pt x="41449" y="25793"/>
                          <a:pt x="41760" y="30403"/>
                        </a:cubicBezTo>
                        <a:cubicBezTo>
                          <a:pt x="43489" y="25438"/>
                          <a:pt x="45661" y="20651"/>
                          <a:pt x="48143" y="16040"/>
                        </a:cubicBezTo>
                        <a:cubicBezTo>
                          <a:pt x="48764" y="14888"/>
                          <a:pt x="49429" y="13735"/>
                          <a:pt x="50537" y="13070"/>
                        </a:cubicBezTo>
                        <a:cubicBezTo>
                          <a:pt x="51690" y="12405"/>
                          <a:pt x="53064" y="12405"/>
                          <a:pt x="54394" y="12361"/>
                        </a:cubicBezTo>
                        <a:cubicBezTo>
                          <a:pt x="63305" y="12006"/>
                          <a:pt x="74387" y="7617"/>
                          <a:pt x="79574" y="37"/>
                        </a:cubicBezTo>
                        <a:cubicBezTo>
                          <a:pt x="76161" y="-406"/>
                          <a:pt x="71772" y="3273"/>
                          <a:pt x="68624" y="4514"/>
                        </a:cubicBezTo>
                        <a:cubicBezTo>
                          <a:pt x="63526" y="6642"/>
                          <a:pt x="58295" y="8016"/>
                          <a:pt x="53064" y="934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53" name="Forme libre : forme 19052">
                    <a:extLst>
                      <a:ext uri="{FF2B5EF4-FFF2-40B4-BE49-F238E27FC236}">
                        <a16:creationId xmlns:a16="http://schemas.microsoft.com/office/drawing/2014/main" id="{DAFA9F53-A1A9-439E-8368-9E768FC97442}"/>
                      </a:ext>
                    </a:extLst>
                  </p:cNvPr>
                  <p:cNvSpPr/>
                  <p:nvPr/>
                </p:nvSpPr>
                <p:spPr>
                  <a:xfrm>
                    <a:off x="5127767" y="5918538"/>
                    <a:ext cx="3103" cy="931"/>
                  </a:xfrm>
                  <a:custGeom>
                    <a:avLst/>
                    <a:gdLst>
                      <a:gd name="connsiteX0" fmla="*/ 3103 w 3103"/>
                      <a:gd name="connsiteY0" fmla="*/ 931 h 931"/>
                      <a:gd name="connsiteX1" fmla="*/ 310 w 3103"/>
                      <a:gd name="connsiteY1" fmla="*/ 0 h 931"/>
                      <a:gd name="connsiteX2" fmla="*/ 0 w 3103"/>
                      <a:gd name="connsiteY2" fmla="*/ 887 h 931"/>
                      <a:gd name="connsiteX3" fmla="*/ 3103 w 3103"/>
                      <a:gd name="connsiteY3" fmla="*/ 931 h 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03" h="931">
                        <a:moveTo>
                          <a:pt x="3103" y="931"/>
                        </a:moveTo>
                        <a:cubicBezTo>
                          <a:pt x="2172" y="576"/>
                          <a:pt x="1241" y="311"/>
                          <a:pt x="310" y="0"/>
                        </a:cubicBezTo>
                        <a:cubicBezTo>
                          <a:pt x="222" y="311"/>
                          <a:pt x="89" y="576"/>
                          <a:pt x="0" y="887"/>
                        </a:cubicBezTo>
                        <a:cubicBezTo>
                          <a:pt x="1020" y="931"/>
                          <a:pt x="2039" y="931"/>
                          <a:pt x="3103" y="93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54" name="Forme libre : forme 19053">
                    <a:extLst>
                      <a:ext uri="{FF2B5EF4-FFF2-40B4-BE49-F238E27FC236}">
                        <a16:creationId xmlns:a16="http://schemas.microsoft.com/office/drawing/2014/main" id="{C1F6A08C-3D65-4D9F-9C07-770B2E90EE0A}"/>
                      </a:ext>
                    </a:extLst>
                  </p:cNvPr>
                  <p:cNvSpPr/>
                  <p:nvPr/>
                </p:nvSpPr>
                <p:spPr>
                  <a:xfrm>
                    <a:off x="5350574" y="5784348"/>
                    <a:ext cx="54660" cy="64456"/>
                  </a:xfrm>
                  <a:custGeom>
                    <a:avLst/>
                    <a:gdLst>
                      <a:gd name="connsiteX0" fmla="*/ 13610 w 54660"/>
                      <a:gd name="connsiteY0" fmla="*/ 11348 h 64456"/>
                      <a:gd name="connsiteX1" fmla="*/ 0 w 54660"/>
                      <a:gd name="connsiteY1" fmla="*/ 13033 h 64456"/>
                      <a:gd name="connsiteX2" fmla="*/ 8955 w 54660"/>
                      <a:gd name="connsiteY2" fmla="*/ 16757 h 64456"/>
                      <a:gd name="connsiteX3" fmla="*/ 23185 w 54660"/>
                      <a:gd name="connsiteY3" fmla="*/ 22653 h 64456"/>
                      <a:gd name="connsiteX4" fmla="*/ 54660 w 54660"/>
                      <a:gd name="connsiteY4" fmla="*/ 64457 h 64456"/>
                      <a:gd name="connsiteX5" fmla="*/ 41715 w 54660"/>
                      <a:gd name="connsiteY5" fmla="*/ 34312 h 64456"/>
                      <a:gd name="connsiteX6" fmla="*/ 34445 w 54660"/>
                      <a:gd name="connsiteY6" fmla="*/ 26864 h 64456"/>
                      <a:gd name="connsiteX7" fmla="*/ 27618 w 54660"/>
                      <a:gd name="connsiteY7" fmla="*/ 0 h 64456"/>
                      <a:gd name="connsiteX8" fmla="*/ 13610 w 54660"/>
                      <a:gd name="connsiteY8" fmla="*/ 11348 h 64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660" h="64456">
                        <a:moveTo>
                          <a:pt x="13610" y="11348"/>
                        </a:moveTo>
                        <a:cubicBezTo>
                          <a:pt x="9177" y="12590"/>
                          <a:pt x="4522" y="12679"/>
                          <a:pt x="0" y="13033"/>
                        </a:cubicBezTo>
                        <a:cubicBezTo>
                          <a:pt x="2616" y="14983"/>
                          <a:pt x="5807" y="15737"/>
                          <a:pt x="8955" y="16757"/>
                        </a:cubicBezTo>
                        <a:cubicBezTo>
                          <a:pt x="13831" y="18397"/>
                          <a:pt x="18752" y="19993"/>
                          <a:pt x="23185" y="22653"/>
                        </a:cubicBezTo>
                        <a:cubicBezTo>
                          <a:pt x="38346" y="31652"/>
                          <a:pt x="44553" y="50005"/>
                          <a:pt x="54660" y="64457"/>
                        </a:cubicBezTo>
                        <a:cubicBezTo>
                          <a:pt x="54039" y="53285"/>
                          <a:pt x="49385" y="42424"/>
                          <a:pt x="41715" y="34312"/>
                        </a:cubicBezTo>
                        <a:cubicBezTo>
                          <a:pt x="39322" y="31785"/>
                          <a:pt x="36662" y="29524"/>
                          <a:pt x="34445" y="26864"/>
                        </a:cubicBezTo>
                        <a:cubicBezTo>
                          <a:pt x="28283" y="19550"/>
                          <a:pt x="25668" y="9354"/>
                          <a:pt x="27618" y="0"/>
                        </a:cubicBezTo>
                        <a:cubicBezTo>
                          <a:pt x="25269" y="5807"/>
                          <a:pt x="19550" y="9664"/>
                          <a:pt x="13610" y="1134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55" name="Forme libre : forme 19054">
                    <a:extLst>
                      <a:ext uri="{FF2B5EF4-FFF2-40B4-BE49-F238E27FC236}">
                        <a16:creationId xmlns:a16="http://schemas.microsoft.com/office/drawing/2014/main" id="{97442635-630F-4269-A794-B02BD38845B1}"/>
                      </a:ext>
                    </a:extLst>
                  </p:cNvPr>
                  <p:cNvSpPr/>
                  <p:nvPr/>
                </p:nvSpPr>
                <p:spPr>
                  <a:xfrm>
                    <a:off x="5344501" y="5711734"/>
                    <a:ext cx="84317" cy="42025"/>
                  </a:xfrm>
                  <a:custGeom>
                    <a:avLst/>
                    <a:gdLst>
                      <a:gd name="connsiteX0" fmla="*/ 12634 w 84317"/>
                      <a:gd name="connsiteY0" fmla="*/ 15250 h 42025"/>
                      <a:gd name="connsiteX1" fmla="*/ 0 w 84317"/>
                      <a:gd name="connsiteY1" fmla="*/ 12679 h 42025"/>
                      <a:gd name="connsiteX2" fmla="*/ 19417 w 84317"/>
                      <a:gd name="connsiteY2" fmla="*/ 22387 h 42025"/>
                      <a:gd name="connsiteX3" fmla="*/ 33691 w 84317"/>
                      <a:gd name="connsiteY3" fmla="*/ 42026 h 42025"/>
                      <a:gd name="connsiteX4" fmla="*/ 39986 w 84317"/>
                      <a:gd name="connsiteY4" fmla="*/ 32051 h 42025"/>
                      <a:gd name="connsiteX5" fmla="*/ 84317 w 84317"/>
                      <a:gd name="connsiteY5" fmla="*/ 0 h 42025"/>
                      <a:gd name="connsiteX6" fmla="*/ 50670 w 84317"/>
                      <a:gd name="connsiteY6" fmla="*/ 19461 h 42025"/>
                      <a:gd name="connsiteX7" fmla="*/ 12634 w 84317"/>
                      <a:gd name="connsiteY7" fmla="*/ 15250 h 42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4317" h="42025">
                        <a:moveTo>
                          <a:pt x="12634" y="15250"/>
                        </a:moveTo>
                        <a:cubicBezTo>
                          <a:pt x="8600" y="12900"/>
                          <a:pt x="4699" y="10373"/>
                          <a:pt x="0" y="12679"/>
                        </a:cubicBezTo>
                        <a:cubicBezTo>
                          <a:pt x="2616" y="17200"/>
                          <a:pt x="14541" y="18796"/>
                          <a:pt x="19417" y="22387"/>
                        </a:cubicBezTo>
                        <a:cubicBezTo>
                          <a:pt x="26066" y="27263"/>
                          <a:pt x="31298" y="34135"/>
                          <a:pt x="33691" y="42026"/>
                        </a:cubicBezTo>
                        <a:cubicBezTo>
                          <a:pt x="34135" y="38036"/>
                          <a:pt x="36972" y="34711"/>
                          <a:pt x="39986" y="32051"/>
                        </a:cubicBezTo>
                        <a:cubicBezTo>
                          <a:pt x="53818" y="19949"/>
                          <a:pt x="74387" y="15516"/>
                          <a:pt x="84317" y="0"/>
                        </a:cubicBezTo>
                        <a:cubicBezTo>
                          <a:pt x="74653" y="8822"/>
                          <a:pt x="63305" y="16092"/>
                          <a:pt x="50670" y="19461"/>
                        </a:cubicBezTo>
                        <a:cubicBezTo>
                          <a:pt x="37992" y="22786"/>
                          <a:pt x="23939" y="21855"/>
                          <a:pt x="12634" y="1525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56" name="Forme libre : forme 19055">
                    <a:extLst>
                      <a:ext uri="{FF2B5EF4-FFF2-40B4-BE49-F238E27FC236}">
                        <a16:creationId xmlns:a16="http://schemas.microsoft.com/office/drawing/2014/main" id="{1E9498D2-B9A9-4149-BBA7-D0A40F09AB60}"/>
                      </a:ext>
                    </a:extLst>
                  </p:cNvPr>
                  <p:cNvSpPr/>
                  <p:nvPr/>
                </p:nvSpPr>
                <p:spPr>
                  <a:xfrm>
                    <a:off x="5343127" y="5893890"/>
                    <a:ext cx="33735" cy="14604"/>
                  </a:xfrm>
                  <a:custGeom>
                    <a:avLst/>
                    <a:gdLst>
                      <a:gd name="connsiteX0" fmla="*/ 33736 w 33735"/>
                      <a:gd name="connsiteY0" fmla="*/ 0 h 14604"/>
                      <a:gd name="connsiteX1" fmla="*/ 29923 w 33735"/>
                      <a:gd name="connsiteY1" fmla="*/ 2438 h 14604"/>
                      <a:gd name="connsiteX2" fmla="*/ 0 w 33735"/>
                      <a:gd name="connsiteY2" fmla="*/ 12900 h 14604"/>
                      <a:gd name="connsiteX3" fmla="*/ 22609 w 33735"/>
                      <a:gd name="connsiteY3" fmla="*/ 11304 h 14604"/>
                      <a:gd name="connsiteX4" fmla="*/ 33736 w 33735"/>
                      <a:gd name="connsiteY4" fmla="*/ 0 h 14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735" h="14604">
                        <a:moveTo>
                          <a:pt x="33736" y="0"/>
                        </a:moveTo>
                        <a:cubicBezTo>
                          <a:pt x="32229" y="975"/>
                          <a:pt x="30943" y="1862"/>
                          <a:pt x="29923" y="2438"/>
                        </a:cubicBezTo>
                        <a:cubicBezTo>
                          <a:pt x="20658" y="8157"/>
                          <a:pt x="10639" y="11171"/>
                          <a:pt x="0" y="12900"/>
                        </a:cubicBezTo>
                        <a:cubicBezTo>
                          <a:pt x="5054" y="16092"/>
                          <a:pt x="13964" y="14363"/>
                          <a:pt x="22609" y="11304"/>
                        </a:cubicBezTo>
                        <a:cubicBezTo>
                          <a:pt x="25934" y="7447"/>
                          <a:pt x="29613" y="3591"/>
                          <a:pt x="33736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57" name="Forme libre : forme 19056">
                    <a:extLst>
                      <a:ext uri="{FF2B5EF4-FFF2-40B4-BE49-F238E27FC236}">
                        <a16:creationId xmlns:a16="http://schemas.microsoft.com/office/drawing/2014/main" id="{0873CC62-825A-4E5D-AC54-F3FFF06C28BB}"/>
                      </a:ext>
                    </a:extLst>
                  </p:cNvPr>
                  <p:cNvSpPr/>
                  <p:nvPr/>
                </p:nvSpPr>
                <p:spPr>
                  <a:xfrm>
                    <a:off x="5387413" y="5874650"/>
                    <a:ext cx="7890" cy="11259"/>
                  </a:xfrm>
                  <a:custGeom>
                    <a:avLst/>
                    <a:gdLst>
                      <a:gd name="connsiteX0" fmla="*/ 7669 w 7890"/>
                      <a:gd name="connsiteY0" fmla="*/ 6738 h 11259"/>
                      <a:gd name="connsiteX1" fmla="*/ 7891 w 7890"/>
                      <a:gd name="connsiteY1" fmla="*/ 0 h 11259"/>
                      <a:gd name="connsiteX2" fmla="*/ 0 w 7890"/>
                      <a:gd name="connsiteY2" fmla="*/ 11260 h 11259"/>
                      <a:gd name="connsiteX3" fmla="*/ 7004 w 7890"/>
                      <a:gd name="connsiteY3" fmla="*/ 7093 h 11259"/>
                      <a:gd name="connsiteX4" fmla="*/ 7669 w 7890"/>
                      <a:gd name="connsiteY4" fmla="*/ 6738 h 1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90" h="11259">
                        <a:moveTo>
                          <a:pt x="7669" y="6738"/>
                        </a:moveTo>
                        <a:cubicBezTo>
                          <a:pt x="7625" y="4477"/>
                          <a:pt x="7758" y="2217"/>
                          <a:pt x="7891" y="0"/>
                        </a:cubicBezTo>
                        <a:cubicBezTo>
                          <a:pt x="7669" y="3413"/>
                          <a:pt x="4211" y="7492"/>
                          <a:pt x="0" y="11260"/>
                        </a:cubicBezTo>
                        <a:cubicBezTo>
                          <a:pt x="2261" y="9797"/>
                          <a:pt x="4566" y="8378"/>
                          <a:pt x="7004" y="7093"/>
                        </a:cubicBezTo>
                        <a:cubicBezTo>
                          <a:pt x="7226" y="6960"/>
                          <a:pt x="7448" y="6827"/>
                          <a:pt x="7669" y="673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58" name="Forme libre : forme 19057">
                    <a:extLst>
                      <a:ext uri="{FF2B5EF4-FFF2-40B4-BE49-F238E27FC236}">
                        <a16:creationId xmlns:a16="http://schemas.microsoft.com/office/drawing/2014/main" id="{F86231D1-651C-4D3E-8956-E7BDFA65703B}"/>
                      </a:ext>
                    </a:extLst>
                  </p:cNvPr>
                  <p:cNvSpPr/>
                  <p:nvPr/>
                </p:nvSpPr>
                <p:spPr>
                  <a:xfrm>
                    <a:off x="5407761" y="5902224"/>
                    <a:ext cx="16934" cy="9812"/>
                  </a:xfrm>
                  <a:custGeom>
                    <a:avLst/>
                    <a:gdLst>
                      <a:gd name="connsiteX0" fmla="*/ 0 w 16934"/>
                      <a:gd name="connsiteY0" fmla="*/ 7714 h 9812"/>
                      <a:gd name="connsiteX1" fmla="*/ 16934 w 16934"/>
                      <a:gd name="connsiteY1" fmla="*/ 9176 h 9812"/>
                      <a:gd name="connsiteX2" fmla="*/ 4034 w 16934"/>
                      <a:gd name="connsiteY2" fmla="*/ 0 h 9812"/>
                      <a:gd name="connsiteX3" fmla="*/ 1064 w 16934"/>
                      <a:gd name="connsiteY3" fmla="*/ 4876 h 9812"/>
                      <a:gd name="connsiteX4" fmla="*/ 0 w 16934"/>
                      <a:gd name="connsiteY4" fmla="*/ 7714 h 9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34" h="9812">
                        <a:moveTo>
                          <a:pt x="0" y="7714"/>
                        </a:moveTo>
                        <a:cubicBezTo>
                          <a:pt x="5364" y="9797"/>
                          <a:pt x="11304" y="10418"/>
                          <a:pt x="16934" y="9176"/>
                        </a:cubicBezTo>
                        <a:cubicBezTo>
                          <a:pt x="13964" y="4743"/>
                          <a:pt x="9044" y="2350"/>
                          <a:pt x="4034" y="0"/>
                        </a:cubicBezTo>
                        <a:cubicBezTo>
                          <a:pt x="2837" y="1729"/>
                          <a:pt x="1773" y="3414"/>
                          <a:pt x="1064" y="4876"/>
                        </a:cubicBezTo>
                        <a:cubicBezTo>
                          <a:pt x="621" y="5763"/>
                          <a:pt x="266" y="6738"/>
                          <a:pt x="0" y="771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59" name="Forme libre : forme 19058">
                    <a:extLst>
                      <a:ext uri="{FF2B5EF4-FFF2-40B4-BE49-F238E27FC236}">
                        <a16:creationId xmlns:a16="http://schemas.microsoft.com/office/drawing/2014/main" id="{1DA3798F-0755-4A9C-90CD-0B5C79BC781F}"/>
                      </a:ext>
                    </a:extLst>
                  </p:cNvPr>
                  <p:cNvSpPr/>
                  <p:nvPr/>
                </p:nvSpPr>
                <p:spPr>
                  <a:xfrm>
                    <a:off x="5487025" y="5882630"/>
                    <a:ext cx="1152" cy="8289"/>
                  </a:xfrm>
                  <a:custGeom>
                    <a:avLst/>
                    <a:gdLst>
                      <a:gd name="connsiteX0" fmla="*/ 1153 w 1152"/>
                      <a:gd name="connsiteY0" fmla="*/ 0 h 8289"/>
                      <a:gd name="connsiteX1" fmla="*/ 0 w 1152"/>
                      <a:gd name="connsiteY1" fmla="*/ 8290 h 8289"/>
                      <a:gd name="connsiteX2" fmla="*/ 1153 w 1152"/>
                      <a:gd name="connsiteY2" fmla="*/ 0 h 8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52" h="8289">
                        <a:moveTo>
                          <a:pt x="1153" y="0"/>
                        </a:moveTo>
                        <a:cubicBezTo>
                          <a:pt x="621" y="2748"/>
                          <a:pt x="222" y="5541"/>
                          <a:pt x="0" y="8290"/>
                        </a:cubicBezTo>
                        <a:cubicBezTo>
                          <a:pt x="576" y="5541"/>
                          <a:pt x="931" y="2793"/>
                          <a:pt x="1153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60" name="Forme libre : forme 19059">
                    <a:extLst>
                      <a:ext uri="{FF2B5EF4-FFF2-40B4-BE49-F238E27FC236}">
                        <a16:creationId xmlns:a16="http://schemas.microsoft.com/office/drawing/2014/main" id="{458D5824-2724-41E9-A056-62CCA8F08EEE}"/>
                      </a:ext>
                    </a:extLst>
                  </p:cNvPr>
                  <p:cNvSpPr/>
                  <p:nvPr/>
                </p:nvSpPr>
                <p:spPr>
                  <a:xfrm>
                    <a:off x="5486975" y="5821364"/>
                    <a:ext cx="6256" cy="24647"/>
                  </a:xfrm>
                  <a:custGeom>
                    <a:avLst/>
                    <a:gdLst>
                      <a:gd name="connsiteX0" fmla="*/ 6256 w 6256"/>
                      <a:gd name="connsiteY0" fmla="*/ 0 h 24647"/>
                      <a:gd name="connsiteX1" fmla="*/ 50 w 6256"/>
                      <a:gd name="connsiteY1" fmla="*/ 24648 h 24647"/>
                      <a:gd name="connsiteX2" fmla="*/ 759 w 6256"/>
                      <a:gd name="connsiteY2" fmla="*/ 22476 h 24647"/>
                      <a:gd name="connsiteX3" fmla="*/ 6256 w 6256"/>
                      <a:gd name="connsiteY3" fmla="*/ 0 h 24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56" h="24647">
                        <a:moveTo>
                          <a:pt x="6256" y="0"/>
                        </a:moveTo>
                        <a:cubicBezTo>
                          <a:pt x="1646" y="7270"/>
                          <a:pt x="-349" y="16048"/>
                          <a:pt x="50" y="24648"/>
                        </a:cubicBezTo>
                        <a:cubicBezTo>
                          <a:pt x="316" y="23939"/>
                          <a:pt x="537" y="23185"/>
                          <a:pt x="759" y="22476"/>
                        </a:cubicBezTo>
                        <a:cubicBezTo>
                          <a:pt x="2798" y="15028"/>
                          <a:pt x="4616" y="7536"/>
                          <a:pt x="6256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61" name="Forme libre : forme 19060">
                    <a:extLst>
                      <a:ext uri="{FF2B5EF4-FFF2-40B4-BE49-F238E27FC236}">
                        <a16:creationId xmlns:a16="http://schemas.microsoft.com/office/drawing/2014/main" id="{36AE35C7-30C8-4CD6-A643-7CAFD49EDCD0}"/>
                      </a:ext>
                    </a:extLst>
                  </p:cNvPr>
                  <p:cNvSpPr/>
                  <p:nvPr/>
                </p:nvSpPr>
                <p:spPr>
                  <a:xfrm>
                    <a:off x="5457102" y="5841759"/>
                    <a:ext cx="40873" cy="40870"/>
                  </a:xfrm>
                  <a:custGeom>
                    <a:avLst/>
                    <a:gdLst>
                      <a:gd name="connsiteX0" fmla="*/ 20747 w 40873"/>
                      <a:gd name="connsiteY0" fmla="*/ 8642 h 40870"/>
                      <a:gd name="connsiteX1" fmla="*/ 14009 w 40873"/>
                      <a:gd name="connsiteY1" fmla="*/ 5140 h 40870"/>
                      <a:gd name="connsiteX2" fmla="*/ 0 w 40873"/>
                      <a:gd name="connsiteY2" fmla="*/ 485 h 40870"/>
                      <a:gd name="connsiteX3" fmla="*/ 23141 w 40873"/>
                      <a:gd name="connsiteY3" fmla="*/ 15159 h 40870"/>
                      <a:gd name="connsiteX4" fmla="*/ 28992 w 40873"/>
                      <a:gd name="connsiteY4" fmla="*/ 22340 h 40870"/>
                      <a:gd name="connsiteX5" fmla="*/ 31209 w 40873"/>
                      <a:gd name="connsiteY5" fmla="*/ 32802 h 40870"/>
                      <a:gd name="connsiteX6" fmla="*/ 31076 w 40873"/>
                      <a:gd name="connsiteY6" fmla="*/ 40870 h 40870"/>
                      <a:gd name="connsiteX7" fmla="*/ 34179 w 40873"/>
                      <a:gd name="connsiteY7" fmla="*/ 29123 h 40870"/>
                      <a:gd name="connsiteX8" fmla="*/ 40873 w 40873"/>
                      <a:gd name="connsiteY8" fmla="*/ 34221 h 40870"/>
                      <a:gd name="connsiteX9" fmla="*/ 30189 w 40873"/>
                      <a:gd name="connsiteY9" fmla="*/ 7489 h 40870"/>
                      <a:gd name="connsiteX10" fmla="*/ 29923 w 40873"/>
                      <a:gd name="connsiteY10" fmla="*/ 4253 h 40870"/>
                      <a:gd name="connsiteX11" fmla="*/ 27973 w 40873"/>
                      <a:gd name="connsiteY11" fmla="*/ 7401 h 40870"/>
                      <a:gd name="connsiteX12" fmla="*/ 20747 w 40873"/>
                      <a:gd name="connsiteY12" fmla="*/ 8642 h 40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0873" h="40870">
                        <a:moveTo>
                          <a:pt x="20747" y="8642"/>
                        </a:moveTo>
                        <a:cubicBezTo>
                          <a:pt x="18309" y="7933"/>
                          <a:pt x="16181" y="6470"/>
                          <a:pt x="14009" y="5140"/>
                        </a:cubicBezTo>
                        <a:cubicBezTo>
                          <a:pt x="10063" y="2746"/>
                          <a:pt x="4433" y="-1421"/>
                          <a:pt x="0" y="485"/>
                        </a:cubicBezTo>
                        <a:cubicBezTo>
                          <a:pt x="8334" y="4564"/>
                          <a:pt x="16225" y="8775"/>
                          <a:pt x="23141" y="15159"/>
                        </a:cubicBezTo>
                        <a:cubicBezTo>
                          <a:pt x="25446" y="17287"/>
                          <a:pt x="27618" y="19592"/>
                          <a:pt x="28992" y="22340"/>
                        </a:cubicBezTo>
                        <a:cubicBezTo>
                          <a:pt x="30588" y="25532"/>
                          <a:pt x="31076" y="29211"/>
                          <a:pt x="31209" y="32802"/>
                        </a:cubicBezTo>
                        <a:cubicBezTo>
                          <a:pt x="31342" y="35507"/>
                          <a:pt x="31253" y="38166"/>
                          <a:pt x="31076" y="40870"/>
                        </a:cubicBezTo>
                        <a:cubicBezTo>
                          <a:pt x="31830" y="36881"/>
                          <a:pt x="32849" y="32979"/>
                          <a:pt x="34179" y="29123"/>
                        </a:cubicBezTo>
                        <a:cubicBezTo>
                          <a:pt x="36795" y="30231"/>
                          <a:pt x="39100" y="32004"/>
                          <a:pt x="40873" y="34221"/>
                        </a:cubicBezTo>
                        <a:cubicBezTo>
                          <a:pt x="35287" y="26330"/>
                          <a:pt x="31298" y="17109"/>
                          <a:pt x="30189" y="7489"/>
                        </a:cubicBezTo>
                        <a:cubicBezTo>
                          <a:pt x="30056" y="6425"/>
                          <a:pt x="30012" y="5317"/>
                          <a:pt x="29923" y="4253"/>
                        </a:cubicBezTo>
                        <a:cubicBezTo>
                          <a:pt x="29480" y="5450"/>
                          <a:pt x="28904" y="6558"/>
                          <a:pt x="27973" y="7401"/>
                        </a:cubicBezTo>
                        <a:cubicBezTo>
                          <a:pt x="26111" y="9174"/>
                          <a:pt x="23229" y="9351"/>
                          <a:pt x="20747" y="864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62" name="Forme libre : forme 19061">
                    <a:extLst>
                      <a:ext uri="{FF2B5EF4-FFF2-40B4-BE49-F238E27FC236}">
                        <a16:creationId xmlns:a16="http://schemas.microsoft.com/office/drawing/2014/main" id="{7408E97C-591F-4004-AC2F-42E4BFA9BDD6}"/>
                      </a:ext>
                    </a:extLst>
                  </p:cNvPr>
                  <p:cNvSpPr/>
                  <p:nvPr/>
                </p:nvSpPr>
                <p:spPr>
                  <a:xfrm>
                    <a:off x="5508925" y="5794012"/>
                    <a:ext cx="5231" cy="6073"/>
                  </a:xfrm>
                  <a:custGeom>
                    <a:avLst/>
                    <a:gdLst>
                      <a:gd name="connsiteX0" fmla="*/ 0 w 5231"/>
                      <a:gd name="connsiteY0" fmla="*/ 6073 h 6073"/>
                      <a:gd name="connsiteX1" fmla="*/ 5231 w 5231"/>
                      <a:gd name="connsiteY1" fmla="*/ 0 h 6073"/>
                      <a:gd name="connsiteX2" fmla="*/ 0 w 5231"/>
                      <a:gd name="connsiteY2" fmla="*/ 6073 h 6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231" h="6073">
                        <a:moveTo>
                          <a:pt x="0" y="6073"/>
                        </a:moveTo>
                        <a:cubicBezTo>
                          <a:pt x="2084" y="4389"/>
                          <a:pt x="3857" y="2305"/>
                          <a:pt x="5231" y="0"/>
                        </a:cubicBezTo>
                        <a:cubicBezTo>
                          <a:pt x="3280" y="1862"/>
                          <a:pt x="1507" y="3857"/>
                          <a:pt x="0" y="607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63" name="Forme libre : forme 19062">
                    <a:extLst>
                      <a:ext uri="{FF2B5EF4-FFF2-40B4-BE49-F238E27FC236}">
                        <a16:creationId xmlns:a16="http://schemas.microsoft.com/office/drawing/2014/main" id="{91EA9339-A86F-4B75-B0EB-7C4001D4AC17}"/>
                      </a:ext>
                    </a:extLst>
                  </p:cNvPr>
                  <p:cNvSpPr/>
                  <p:nvPr/>
                </p:nvSpPr>
                <p:spPr>
                  <a:xfrm>
                    <a:off x="5512737" y="5760941"/>
                    <a:ext cx="33824" cy="33026"/>
                  </a:xfrm>
                  <a:custGeom>
                    <a:avLst/>
                    <a:gdLst>
                      <a:gd name="connsiteX0" fmla="*/ 33825 w 33824"/>
                      <a:gd name="connsiteY0" fmla="*/ 16447 h 33026"/>
                      <a:gd name="connsiteX1" fmla="*/ 12147 w 33824"/>
                      <a:gd name="connsiteY1" fmla="*/ 17777 h 33026"/>
                      <a:gd name="connsiteX2" fmla="*/ 9708 w 33824"/>
                      <a:gd name="connsiteY2" fmla="*/ 17289 h 33026"/>
                      <a:gd name="connsiteX3" fmla="*/ 8911 w 33824"/>
                      <a:gd name="connsiteY3" fmla="*/ 14319 h 33026"/>
                      <a:gd name="connsiteX4" fmla="*/ 0 w 33824"/>
                      <a:gd name="connsiteY4" fmla="*/ 0 h 33026"/>
                      <a:gd name="connsiteX5" fmla="*/ 5187 w 33824"/>
                      <a:gd name="connsiteY5" fmla="*/ 19949 h 33026"/>
                      <a:gd name="connsiteX6" fmla="*/ 1374 w 33824"/>
                      <a:gd name="connsiteY6" fmla="*/ 33026 h 33026"/>
                      <a:gd name="connsiteX7" fmla="*/ 33825 w 33824"/>
                      <a:gd name="connsiteY7" fmla="*/ 16447 h 33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3824" h="33026">
                        <a:moveTo>
                          <a:pt x="33825" y="16447"/>
                        </a:moveTo>
                        <a:cubicBezTo>
                          <a:pt x="26599" y="16890"/>
                          <a:pt x="19373" y="17333"/>
                          <a:pt x="12147" y="17777"/>
                        </a:cubicBezTo>
                        <a:cubicBezTo>
                          <a:pt x="11304" y="17821"/>
                          <a:pt x="10329" y="17866"/>
                          <a:pt x="9708" y="17289"/>
                        </a:cubicBezTo>
                        <a:cubicBezTo>
                          <a:pt x="8911" y="16580"/>
                          <a:pt x="8911" y="15383"/>
                          <a:pt x="8911" y="14319"/>
                        </a:cubicBezTo>
                        <a:cubicBezTo>
                          <a:pt x="8911" y="8644"/>
                          <a:pt x="5453" y="1685"/>
                          <a:pt x="0" y="0"/>
                        </a:cubicBezTo>
                        <a:cubicBezTo>
                          <a:pt x="2571" y="6561"/>
                          <a:pt x="5453" y="12634"/>
                          <a:pt x="5187" y="19949"/>
                        </a:cubicBezTo>
                        <a:cubicBezTo>
                          <a:pt x="5009" y="24515"/>
                          <a:pt x="3724" y="29125"/>
                          <a:pt x="1374" y="33026"/>
                        </a:cubicBezTo>
                        <a:cubicBezTo>
                          <a:pt x="9974" y="24648"/>
                          <a:pt x="22032" y="19860"/>
                          <a:pt x="33825" y="1644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64" name="Forme libre : forme 19063">
                    <a:extLst>
                      <a:ext uri="{FF2B5EF4-FFF2-40B4-BE49-F238E27FC236}">
                        <a16:creationId xmlns:a16="http://schemas.microsoft.com/office/drawing/2014/main" id="{1B329310-A460-4585-B09E-F87C4C0E92DC}"/>
                      </a:ext>
                    </a:extLst>
                  </p:cNvPr>
                  <p:cNvSpPr/>
                  <p:nvPr/>
                </p:nvSpPr>
                <p:spPr>
                  <a:xfrm>
                    <a:off x="5465259" y="5707434"/>
                    <a:ext cx="67161" cy="31874"/>
                  </a:xfrm>
                  <a:custGeom>
                    <a:avLst/>
                    <a:gdLst>
                      <a:gd name="connsiteX0" fmla="*/ 39366 w 67161"/>
                      <a:gd name="connsiteY0" fmla="*/ 31874 h 31874"/>
                      <a:gd name="connsiteX1" fmla="*/ 49340 w 67161"/>
                      <a:gd name="connsiteY1" fmla="*/ 13388 h 31874"/>
                      <a:gd name="connsiteX2" fmla="*/ 67161 w 67161"/>
                      <a:gd name="connsiteY2" fmla="*/ 0 h 31874"/>
                      <a:gd name="connsiteX3" fmla="*/ 31874 w 67161"/>
                      <a:gd name="connsiteY3" fmla="*/ 9798 h 31874"/>
                      <a:gd name="connsiteX4" fmla="*/ 25091 w 67161"/>
                      <a:gd name="connsiteY4" fmla="*/ 8866 h 31874"/>
                      <a:gd name="connsiteX5" fmla="*/ 19062 w 67161"/>
                      <a:gd name="connsiteY5" fmla="*/ 5364 h 31874"/>
                      <a:gd name="connsiteX6" fmla="*/ 0 w 67161"/>
                      <a:gd name="connsiteY6" fmla="*/ 2305 h 31874"/>
                      <a:gd name="connsiteX7" fmla="*/ 39366 w 67161"/>
                      <a:gd name="connsiteY7" fmla="*/ 31874 h 31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7161" h="31874">
                        <a:moveTo>
                          <a:pt x="39366" y="31874"/>
                        </a:moveTo>
                        <a:cubicBezTo>
                          <a:pt x="37371" y="24648"/>
                          <a:pt x="43134" y="17555"/>
                          <a:pt x="49340" y="13388"/>
                        </a:cubicBezTo>
                        <a:cubicBezTo>
                          <a:pt x="55547" y="9221"/>
                          <a:pt x="62950" y="6162"/>
                          <a:pt x="67161" y="0"/>
                        </a:cubicBezTo>
                        <a:cubicBezTo>
                          <a:pt x="56566" y="6340"/>
                          <a:pt x="44242" y="9753"/>
                          <a:pt x="31874" y="9798"/>
                        </a:cubicBezTo>
                        <a:cubicBezTo>
                          <a:pt x="29569" y="9798"/>
                          <a:pt x="27264" y="9664"/>
                          <a:pt x="25091" y="8866"/>
                        </a:cubicBezTo>
                        <a:cubicBezTo>
                          <a:pt x="22919" y="8069"/>
                          <a:pt x="21057" y="6561"/>
                          <a:pt x="19062" y="5364"/>
                        </a:cubicBezTo>
                        <a:cubicBezTo>
                          <a:pt x="13876" y="2261"/>
                          <a:pt x="5763" y="-399"/>
                          <a:pt x="0" y="2305"/>
                        </a:cubicBezTo>
                        <a:cubicBezTo>
                          <a:pt x="16979" y="7537"/>
                          <a:pt x="29613" y="16580"/>
                          <a:pt x="39366" y="3187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65" name="Forme libre : forme 19064">
                    <a:extLst>
                      <a:ext uri="{FF2B5EF4-FFF2-40B4-BE49-F238E27FC236}">
                        <a16:creationId xmlns:a16="http://schemas.microsoft.com/office/drawing/2014/main" id="{3BF6B7EF-50B1-4E51-8EB1-D0C29BE9BA0F}"/>
                      </a:ext>
                    </a:extLst>
                  </p:cNvPr>
                  <p:cNvSpPr/>
                  <p:nvPr/>
                </p:nvSpPr>
                <p:spPr>
                  <a:xfrm>
                    <a:off x="5593020" y="5766956"/>
                    <a:ext cx="59403" cy="121570"/>
                  </a:xfrm>
                  <a:custGeom>
                    <a:avLst/>
                    <a:gdLst>
                      <a:gd name="connsiteX0" fmla="*/ 27662 w 59403"/>
                      <a:gd name="connsiteY0" fmla="*/ 21648 h 121570"/>
                      <a:gd name="connsiteX1" fmla="*/ 34489 w 59403"/>
                      <a:gd name="connsiteY1" fmla="*/ 59551 h 121570"/>
                      <a:gd name="connsiteX2" fmla="*/ 19993 w 59403"/>
                      <a:gd name="connsiteY2" fmla="*/ 89740 h 121570"/>
                      <a:gd name="connsiteX3" fmla="*/ 0 w 59403"/>
                      <a:gd name="connsiteY3" fmla="*/ 121570 h 121570"/>
                      <a:gd name="connsiteX4" fmla="*/ 36351 w 59403"/>
                      <a:gd name="connsiteY4" fmla="*/ 72008 h 121570"/>
                      <a:gd name="connsiteX5" fmla="*/ 38524 w 59403"/>
                      <a:gd name="connsiteY5" fmla="*/ 117225 h 121570"/>
                      <a:gd name="connsiteX6" fmla="*/ 41538 w 59403"/>
                      <a:gd name="connsiteY6" fmla="*/ 72097 h 121570"/>
                      <a:gd name="connsiteX7" fmla="*/ 47789 w 59403"/>
                      <a:gd name="connsiteY7" fmla="*/ 45321 h 121570"/>
                      <a:gd name="connsiteX8" fmla="*/ 59403 w 59403"/>
                      <a:gd name="connsiteY8" fmla="*/ 34814 h 121570"/>
                      <a:gd name="connsiteX9" fmla="*/ 47567 w 59403"/>
                      <a:gd name="connsiteY9" fmla="*/ 38272 h 121570"/>
                      <a:gd name="connsiteX10" fmla="*/ 42691 w 59403"/>
                      <a:gd name="connsiteY10" fmla="*/ 38582 h 121570"/>
                      <a:gd name="connsiteX11" fmla="*/ 39322 w 59403"/>
                      <a:gd name="connsiteY11" fmla="*/ 34725 h 121570"/>
                      <a:gd name="connsiteX12" fmla="*/ 24870 w 59403"/>
                      <a:gd name="connsiteY12" fmla="*/ 8482 h 121570"/>
                      <a:gd name="connsiteX13" fmla="*/ 2527 w 59403"/>
                      <a:gd name="connsiteY13" fmla="*/ 1655 h 121570"/>
                      <a:gd name="connsiteX14" fmla="*/ 27662 w 59403"/>
                      <a:gd name="connsiteY14" fmla="*/ 21648 h 121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9403" h="121570">
                        <a:moveTo>
                          <a:pt x="27662" y="21648"/>
                        </a:moveTo>
                        <a:cubicBezTo>
                          <a:pt x="34844" y="32686"/>
                          <a:pt x="37371" y="46695"/>
                          <a:pt x="34489" y="59551"/>
                        </a:cubicBezTo>
                        <a:cubicBezTo>
                          <a:pt x="32007" y="70501"/>
                          <a:pt x="25978" y="80209"/>
                          <a:pt x="19993" y="89740"/>
                        </a:cubicBezTo>
                        <a:cubicBezTo>
                          <a:pt x="13344" y="100335"/>
                          <a:pt x="6650" y="110975"/>
                          <a:pt x="0" y="121570"/>
                        </a:cubicBezTo>
                        <a:cubicBezTo>
                          <a:pt x="12102" y="105034"/>
                          <a:pt x="24249" y="88543"/>
                          <a:pt x="36351" y="72008"/>
                        </a:cubicBezTo>
                        <a:cubicBezTo>
                          <a:pt x="31076" y="86549"/>
                          <a:pt x="31874" y="103217"/>
                          <a:pt x="38524" y="117225"/>
                        </a:cubicBezTo>
                        <a:cubicBezTo>
                          <a:pt x="39543" y="102197"/>
                          <a:pt x="40563" y="87125"/>
                          <a:pt x="41538" y="72097"/>
                        </a:cubicBezTo>
                        <a:cubicBezTo>
                          <a:pt x="42159" y="62875"/>
                          <a:pt x="42912" y="53212"/>
                          <a:pt x="47789" y="45321"/>
                        </a:cubicBezTo>
                        <a:cubicBezTo>
                          <a:pt x="50582" y="40799"/>
                          <a:pt x="54704" y="37208"/>
                          <a:pt x="59403" y="34814"/>
                        </a:cubicBezTo>
                        <a:cubicBezTo>
                          <a:pt x="55458" y="35967"/>
                          <a:pt x="51513" y="37119"/>
                          <a:pt x="47567" y="38272"/>
                        </a:cubicBezTo>
                        <a:cubicBezTo>
                          <a:pt x="45971" y="38715"/>
                          <a:pt x="44242" y="39203"/>
                          <a:pt x="42691" y="38582"/>
                        </a:cubicBezTo>
                        <a:cubicBezTo>
                          <a:pt x="41050" y="37962"/>
                          <a:pt x="40075" y="36277"/>
                          <a:pt x="39322" y="34725"/>
                        </a:cubicBezTo>
                        <a:cubicBezTo>
                          <a:pt x="34844" y="25726"/>
                          <a:pt x="32273" y="15264"/>
                          <a:pt x="24870" y="8482"/>
                        </a:cubicBezTo>
                        <a:cubicBezTo>
                          <a:pt x="20880" y="4802"/>
                          <a:pt x="6738" y="-3532"/>
                          <a:pt x="2527" y="1655"/>
                        </a:cubicBezTo>
                        <a:cubicBezTo>
                          <a:pt x="12457" y="6885"/>
                          <a:pt x="21323" y="11895"/>
                          <a:pt x="27662" y="2164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66" name="Forme libre : forme 19065">
                    <a:extLst>
                      <a:ext uri="{FF2B5EF4-FFF2-40B4-BE49-F238E27FC236}">
                        <a16:creationId xmlns:a16="http://schemas.microsoft.com/office/drawing/2014/main" id="{36C2700B-60AC-4276-8EFF-FDEF93229B11}"/>
                      </a:ext>
                    </a:extLst>
                  </p:cNvPr>
                  <p:cNvSpPr/>
                  <p:nvPr/>
                </p:nvSpPr>
                <p:spPr>
                  <a:xfrm>
                    <a:off x="5652468" y="5798800"/>
                    <a:ext cx="10018" cy="2925"/>
                  </a:xfrm>
                  <a:custGeom>
                    <a:avLst/>
                    <a:gdLst>
                      <a:gd name="connsiteX0" fmla="*/ 0 w 10018"/>
                      <a:gd name="connsiteY0" fmla="*/ 2926 h 2925"/>
                      <a:gd name="connsiteX1" fmla="*/ 10019 w 10018"/>
                      <a:gd name="connsiteY1" fmla="*/ 0 h 2925"/>
                      <a:gd name="connsiteX2" fmla="*/ 0 w 10018"/>
                      <a:gd name="connsiteY2" fmla="*/ 2926 h 2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018" h="2925">
                        <a:moveTo>
                          <a:pt x="0" y="2926"/>
                        </a:moveTo>
                        <a:cubicBezTo>
                          <a:pt x="3325" y="1951"/>
                          <a:pt x="6694" y="976"/>
                          <a:pt x="10019" y="0"/>
                        </a:cubicBezTo>
                        <a:cubicBezTo>
                          <a:pt x="6517" y="355"/>
                          <a:pt x="3147" y="1375"/>
                          <a:pt x="0" y="292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67" name="Forme libre : forme 19066">
                    <a:extLst>
                      <a:ext uri="{FF2B5EF4-FFF2-40B4-BE49-F238E27FC236}">
                        <a16:creationId xmlns:a16="http://schemas.microsoft.com/office/drawing/2014/main" id="{11EBB80E-E263-4E49-8E52-434BB9E4E4ED}"/>
                      </a:ext>
                    </a:extLst>
                  </p:cNvPr>
                  <p:cNvSpPr/>
                  <p:nvPr/>
                </p:nvSpPr>
                <p:spPr>
                  <a:xfrm>
                    <a:off x="5648966" y="5678840"/>
                    <a:ext cx="52842" cy="60290"/>
                  </a:xfrm>
                  <a:custGeom>
                    <a:avLst/>
                    <a:gdLst>
                      <a:gd name="connsiteX0" fmla="*/ 52842 w 52842"/>
                      <a:gd name="connsiteY0" fmla="*/ 42735 h 60290"/>
                      <a:gd name="connsiteX1" fmla="*/ 47035 w 52842"/>
                      <a:gd name="connsiteY1" fmla="*/ 26111 h 60290"/>
                      <a:gd name="connsiteX2" fmla="*/ 45883 w 52842"/>
                      <a:gd name="connsiteY2" fmla="*/ 0 h 60290"/>
                      <a:gd name="connsiteX3" fmla="*/ 28638 w 52842"/>
                      <a:gd name="connsiteY3" fmla="*/ 34755 h 60290"/>
                      <a:gd name="connsiteX4" fmla="*/ 14718 w 52842"/>
                      <a:gd name="connsiteY4" fmla="*/ 44641 h 60290"/>
                      <a:gd name="connsiteX5" fmla="*/ 0 w 52842"/>
                      <a:gd name="connsiteY5" fmla="*/ 60290 h 60290"/>
                      <a:gd name="connsiteX6" fmla="*/ 24160 w 52842"/>
                      <a:gd name="connsiteY6" fmla="*/ 43356 h 60290"/>
                      <a:gd name="connsiteX7" fmla="*/ 52842 w 52842"/>
                      <a:gd name="connsiteY7" fmla="*/ 42735 h 60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2842" h="60290">
                        <a:moveTo>
                          <a:pt x="52842" y="42735"/>
                        </a:moveTo>
                        <a:cubicBezTo>
                          <a:pt x="47922" y="39144"/>
                          <a:pt x="47257" y="32184"/>
                          <a:pt x="47035" y="26111"/>
                        </a:cubicBezTo>
                        <a:cubicBezTo>
                          <a:pt x="46725" y="17466"/>
                          <a:pt x="46902" y="8600"/>
                          <a:pt x="45883" y="0"/>
                        </a:cubicBezTo>
                        <a:cubicBezTo>
                          <a:pt x="43001" y="13033"/>
                          <a:pt x="39056" y="25623"/>
                          <a:pt x="28638" y="34755"/>
                        </a:cubicBezTo>
                        <a:cubicBezTo>
                          <a:pt x="24338" y="38479"/>
                          <a:pt x="19284" y="41228"/>
                          <a:pt x="14718" y="44641"/>
                        </a:cubicBezTo>
                        <a:cubicBezTo>
                          <a:pt x="8955" y="48942"/>
                          <a:pt x="3945" y="54261"/>
                          <a:pt x="0" y="60290"/>
                        </a:cubicBezTo>
                        <a:cubicBezTo>
                          <a:pt x="7492" y="53862"/>
                          <a:pt x="15117" y="47345"/>
                          <a:pt x="24160" y="43356"/>
                        </a:cubicBezTo>
                        <a:cubicBezTo>
                          <a:pt x="33204" y="39366"/>
                          <a:pt x="44021" y="38258"/>
                          <a:pt x="52842" y="4273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68" name="Forme libre : forme 19067">
                    <a:extLst>
                      <a:ext uri="{FF2B5EF4-FFF2-40B4-BE49-F238E27FC236}">
                        <a16:creationId xmlns:a16="http://schemas.microsoft.com/office/drawing/2014/main" id="{F51EA1AA-6E30-40D7-984D-D7DF2AD1A0BD}"/>
                      </a:ext>
                    </a:extLst>
                  </p:cNvPr>
                  <p:cNvSpPr/>
                  <p:nvPr/>
                </p:nvSpPr>
                <p:spPr>
                  <a:xfrm>
                    <a:off x="5727122" y="5887861"/>
                    <a:ext cx="8688" cy="9531"/>
                  </a:xfrm>
                  <a:custGeom>
                    <a:avLst/>
                    <a:gdLst>
                      <a:gd name="connsiteX0" fmla="*/ 8689 w 8688"/>
                      <a:gd name="connsiteY0" fmla="*/ 0 h 9531"/>
                      <a:gd name="connsiteX1" fmla="*/ 0 w 8688"/>
                      <a:gd name="connsiteY1" fmla="*/ 9531 h 9531"/>
                      <a:gd name="connsiteX2" fmla="*/ 8689 w 8688"/>
                      <a:gd name="connsiteY2" fmla="*/ 0 h 9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688" h="9531">
                        <a:moveTo>
                          <a:pt x="8689" y="0"/>
                        </a:moveTo>
                        <a:cubicBezTo>
                          <a:pt x="5852" y="3236"/>
                          <a:pt x="3014" y="6428"/>
                          <a:pt x="0" y="9531"/>
                        </a:cubicBezTo>
                        <a:cubicBezTo>
                          <a:pt x="3192" y="6605"/>
                          <a:pt x="6029" y="3369"/>
                          <a:pt x="8689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69" name="Forme libre : forme 19068">
                    <a:extLst>
                      <a:ext uri="{FF2B5EF4-FFF2-40B4-BE49-F238E27FC236}">
                        <a16:creationId xmlns:a16="http://schemas.microsoft.com/office/drawing/2014/main" id="{5D19B99A-AFAD-487C-90D9-E3E89875F71C}"/>
                      </a:ext>
                    </a:extLst>
                  </p:cNvPr>
                  <p:cNvSpPr/>
                  <p:nvPr/>
                </p:nvSpPr>
                <p:spPr>
                  <a:xfrm>
                    <a:off x="5712681" y="5799598"/>
                    <a:ext cx="80627" cy="88307"/>
                  </a:xfrm>
                  <a:custGeom>
                    <a:avLst/>
                    <a:gdLst>
                      <a:gd name="connsiteX0" fmla="*/ 46803 w 80627"/>
                      <a:gd name="connsiteY0" fmla="*/ 42424 h 88307"/>
                      <a:gd name="connsiteX1" fmla="*/ 42148 w 80627"/>
                      <a:gd name="connsiteY1" fmla="*/ 39455 h 88307"/>
                      <a:gd name="connsiteX2" fmla="*/ 23174 w 80627"/>
                      <a:gd name="connsiteY2" fmla="*/ 16181 h 88307"/>
                      <a:gd name="connsiteX3" fmla="*/ 211 w 80627"/>
                      <a:gd name="connsiteY3" fmla="*/ 0 h 88307"/>
                      <a:gd name="connsiteX4" fmla="*/ 8501 w 80627"/>
                      <a:gd name="connsiteY4" fmla="*/ 11083 h 88307"/>
                      <a:gd name="connsiteX5" fmla="*/ 28627 w 80627"/>
                      <a:gd name="connsiteY5" fmla="*/ 28771 h 88307"/>
                      <a:gd name="connsiteX6" fmla="*/ 38468 w 80627"/>
                      <a:gd name="connsiteY6" fmla="*/ 53153 h 88307"/>
                      <a:gd name="connsiteX7" fmla="*/ 34479 w 80627"/>
                      <a:gd name="connsiteY7" fmla="*/ 69599 h 88307"/>
                      <a:gd name="connsiteX8" fmla="*/ 23174 w 80627"/>
                      <a:gd name="connsiteY8" fmla="*/ 88307 h 88307"/>
                      <a:gd name="connsiteX9" fmla="*/ 36075 w 80627"/>
                      <a:gd name="connsiteY9" fmla="*/ 72659 h 88307"/>
                      <a:gd name="connsiteX10" fmla="*/ 42547 w 80627"/>
                      <a:gd name="connsiteY10" fmla="*/ 59936 h 88307"/>
                      <a:gd name="connsiteX11" fmla="*/ 43433 w 80627"/>
                      <a:gd name="connsiteY11" fmla="*/ 53020 h 88307"/>
                      <a:gd name="connsiteX12" fmla="*/ 54206 w 80627"/>
                      <a:gd name="connsiteY12" fmla="*/ 43799 h 88307"/>
                      <a:gd name="connsiteX13" fmla="*/ 80627 w 80627"/>
                      <a:gd name="connsiteY13" fmla="*/ 31519 h 88307"/>
                      <a:gd name="connsiteX14" fmla="*/ 51191 w 80627"/>
                      <a:gd name="connsiteY14" fmla="*/ 41716 h 88307"/>
                      <a:gd name="connsiteX15" fmla="*/ 46803 w 80627"/>
                      <a:gd name="connsiteY15" fmla="*/ 42424 h 88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0627" h="88307">
                        <a:moveTo>
                          <a:pt x="46803" y="42424"/>
                        </a:moveTo>
                        <a:cubicBezTo>
                          <a:pt x="44941" y="42159"/>
                          <a:pt x="43433" y="40784"/>
                          <a:pt x="42148" y="39455"/>
                        </a:cubicBezTo>
                        <a:cubicBezTo>
                          <a:pt x="35144" y="32273"/>
                          <a:pt x="29691" y="23761"/>
                          <a:pt x="23174" y="16181"/>
                        </a:cubicBezTo>
                        <a:cubicBezTo>
                          <a:pt x="17500" y="9531"/>
                          <a:pt x="9210" y="1064"/>
                          <a:pt x="211" y="0"/>
                        </a:cubicBezTo>
                        <a:cubicBezTo>
                          <a:pt x="-1208" y="5275"/>
                          <a:pt x="4866" y="8379"/>
                          <a:pt x="8501" y="11083"/>
                        </a:cubicBezTo>
                        <a:cubicBezTo>
                          <a:pt x="15682" y="16447"/>
                          <a:pt x="22908" y="21899"/>
                          <a:pt x="28627" y="28771"/>
                        </a:cubicBezTo>
                        <a:cubicBezTo>
                          <a:pt x="34346" y="35642"/>
                          <a:pt x="38513" y="44198"/>
                          <a:pt x="38468" y="53153"/>
                        </a:cubicBezTo>
                        <a:cubicBezTo>
                          <a:pt x="38424" y="58827"/>
                          <a:pt x="36695" y="64369"/>
                          <a:pt x="34479" y="69599"/>
                        </a:cubicBezTo>
                        <a:cubicBezTo>
                          <a:pt x="31597" y="76338"/>
                          <a:pt x="27696" y="82589"/>
                          <a:pt x="23174" y="88307"/>
                        </a:cubicBezTo>
                        <a:cubicBezTo>
                          <a:pt x="27652" y="83209"/>
                          <a:pt x="31996" y="78022"/>
                          <a:pt x="36075" y="72659"/>
                        </a:cubicBezTo>
                        <a:cubicBezTo>
                          <a:pt x="38956" y="68802"/>
                          <a:pt x="41882" y="64679"/>
                          <a:pt x="42547" y="59936"/>
                        </a:cubicBezTo>
                        <a:cubicBezTo>
                          <a:pt x="42902" y="57630"/>
                          <a:pt x="42724" y="55236"/>
                          <a:pt x="43433" y="53020"/>
                        </a:cubicBezTo>
                        <a:cubicBezTo>
                          <a:pt x="44941" y="48365"/>
                          <a:pt x="49773" y="45838"/>
                          <a:pt x="54206" y="43799"/>
                        </a:cubicBezTo>
                        <a:cubicBezTo>
                          <a:pt x="63028" y="39720"/>
                          <a:pt x="71805" y="35642"/>
                          <a:pt x="80627" y="31519"/>
                        </a:cubicBezTo>
                        <a:cubicBezTo>
                          <a:pt x="70830" y="34933"/>
                          <a:pt x="60989" y="38302"/>
                          <a:pt x="51191" y="41716"/>
                        </a:cubicBezTo>
                        <a:cubicBezTo>
                          <a:pt x="49729" y="42159"/>
                          <a:pt x="48266" y="42646"/>
                          <a:pt x="46803" y="4242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70" name="Forme libre : forme 19069">
                    <a:extLst>
                      <a:ext uri="{FF2B5EF4-FFF2-40B4-BE49-F238E27FC236}">
                        <a16:creationId xmlns:a16="http://schemas.microsoft.com/office/drawing/2014/main" id="{F2ED1C29-0656-4501-ADE3-09E84404CDFB}"/>
                      </a:ext>
                    </a:extLst>
                  </p:cNvPr>
                  <p:cNvSpPr/>
                  <p:nvPr/>
                </p:nvSpPr>
                <p:spPr>
                  <a:xfrm>
                    <a:off x="5768305" y="5660712"/>
                    <a:ext cx="95089" cy="94326"/>
                  </a:xfrm>
                  <a:custGeom>
                    <a:avLst/>
                    <a:gdLst>
                      <a:gd name="connsiteX0" fmla="*/ 36706 w 95089"/>
                      <a:gd name="connsiteY0" fmla="*/ 84447 h 94326"/>
                      <a:gd name="connsiteX1" fmla="*/ 54527 w 95089"/>
                      <a:gd name="connsiteY1" fmla="*/ 51110 h 94326"/>
                      <a:gd name="connsiteX2" fmla="*/ 55591 w 95089"/>
                      <a:gd name="connsiteY2" fmla="*/ 41845 h 94326"/>
                      <a:gd name="connsiteX3" fmla="*/ 65699 w 95089"/>
                      <a:gd name="connsiteY3" fmla="*/ 29609 h 94326"/>
                      <a:gd name="connsiteX4" fmla="*/ 95090 w 95089"/>
                      <a:gd name="connsiteY4" fmla="*/ 24024 h 94326"/>
                      <a:gd name="connsiteX5" fmla="*/ 66142 w 95089"/>
                      <a:gd name="connsiteY5" fmla="*/ 13118 h 94326"/>
                      <a:gd name="connsiteX6" fmla="*/ 51202 w 95089"/>
                      <a:gd name="connsiteY6" fmla="*/ 617 h 94326"/>
                      <a:gd name="connsiteX7" fmla="*/ 55281 w 95089"/>
                      <a:gd name="connsiteY7" fmla="*/ 33023 h 94326"/>
                      <a:gd name="connsiteX8" fmla="*/ 42425 w 95089"/>
                      <a:gd name="connsiteY8" fmla="*/ 70084 h 94326"/>
                      <a:gd name="connsiteX9" fmla="*/ 0 w 95089"/>
                      <a:gd name="connsiteY9" fmla="*/ 93668 h 94326"/>
                      <a:gd name="connsiteX10" fmla="*/ 36706 w 95089"/>
                      <a:gd name="connsiteY10" fmla="*/ 84447 h 94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5089" h="94326">
                        <a:moveTo>
                          <a:pt x="36706" y="84447"/>
                        </a:moveTo>
                        <a:cubicBezTo>
                          <a:pt x="46947" y="76468"/>
                          <a:pt x="53552" y="64055"/>
                          <a:pt x="54527" y="51110"/>
                        </a:cubicBezTo>
                        <a:cubicBezTo>
                          <a:pt x="54749" y="48007"/>
                          <a:pt x="54660" y="44815"/>
                          <a:pt x="55591" y="41845"/>
                        </a:cubicBezTo>
                        <a:cubicBezTo>
                          <a:pt x="57143" y="36658"/>
                          <a:pt x="61398" y="32801"/>
                          <a:pt x="65699" y="29609"/>
                        </a:cubicBezTo>
                        <a:cubicBezTo>
                          <a:pt x="74210" y="23315"/>
                          <a:pt x="86002" y="18527"/>
                          <a:pt x="95090" y="24024"/>
                        </a:cubicBezTo>
                        <a:cubicBezTo>
                          <a:pt x="87997" y="16355"/>
                          <a:pt x="75230" y="18305"/>
                          <a:pt x="66142" y="13118"/>
                        </a:cubicBezTo>
                        <a:cubicBezTo>
                          <a:pt x="62152" y="10813"/>
                          <a:pt x="54172" y="-3062"/>
                          <a:pt x="51202" y="617"/>
                        </a:cubicBezTo>
                        <a:cubicBezTo>
                          <a:pt x="49385" y="2878"/>
                          <a:pt x="55502" y="28191"/>
                          <a:pt x="55281" y="33023"/>
                        </a:cubicBezTo>
                        <a:cubicBezTo>
                          <a:pt x="54793" y="46322"/>
                          <a:pt x="50803" y="59755"/>
                          <a:pt x="42425" y="70084"/>
                        </a:cubicBezTo>
                        <a:cubicBezTo>
                          <a:pt x="32051" y="82895"/>
                          <a:pt x="16004" y="89767"/>
                          <a:pt x="0" y="93668"/>
                        </a:cubicBezTo>
                        <a:cubicBezTo>
                          <a:pt x="12812" y="95885"/>
                          <a:pt x="26466" y="92427"/>
                          <a:pt x="36706" y="8444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71" name="Forme libre : forme 19070">
                    <a:extLst>
                      <a:ext uri="{FF2B5EF4-FFF2-40B4-BE49-F238E27FC236}">
                        <a16:creationId xmlns:a16="http://schemas.microsoft.com/office/drawing/2014/main" id="{1BA28530-7EC9-4F35-BE24-A91B90651072}"/>
                      </a:ext>
                    </a:extLst>
                  </p:cNvPr>
                  <p:cNvSpPr/>
                  <p:nvPr/>
                </p:nvSpPr>
                <p:spPr>
                  <a:xfrm>
                    <a:off x="5850583" y="5853017"/>
                    <a:ext cx="7491" cy="12501"/>
                  </a:xfrm>
                  <a:custGeom>
                    <a:avLst/>
                    <a:gdLst>
                      <a:gd name="connsiteX0" fmla="*/ 7492 w 7491"/>
                      <a:gd name="connsiteY0" fmla="*/ 12501 h 12501"/>
                      <a:gd name="connsiteX1" fmla="*/ 0 w 7491"/>
                      <a:gd name="connsiteY1" fmla="*/ 0 h 12501"/>
                      <a:gd name="connsiteX2" fmla="*/ 7492 w 7491"/>
                      <a:gd name="connsiteY2" fmla="*/ 12501 h 12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491" h="12501">
                        <a:moveTo>
                          <a:pt x="7492" y="12501"/>
                        </a:moveTo>
                        <a:cubicBezTo>
                          <a:pt x="4167" y="8822"/>
                          <a:pt x="1773" y="4521"/>
                          <a:pt x="0" y="0"/>
                        </a:cubicBezTo>
                        <a:cubicBezTo>
                          <a:pt x="1108" y="5098"/>
                          <a:pt x="3280" y="9708"/>
                          <a:pt x="7492" y="1250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72" name="Forme libre : forme 19071">
                    <a:extLst>
                      <a:ext uri="{FF2B5EF4-FFF2-40B4-BE49-F238E27FC236}">
                        <a16:creationId xmlns:a16="http://schemas.microsoft.com/office/drawing/2014/main" id="{E9117C38-C49B-4180-9E51-9420754F3C34}"/>
                      </a:ext>
                    </a:extLst>
                  </p:cNvPr>
                  <p:cNvSpPr/>
                  <p:nvPr/>
                </p:nvSpPr>
                <p:spPr>
                  <a:xfrm>
                    <a:off x="5823586" y="5780225"/>
                    <a:ext cx="54482" cy="72836"/>
                  </a:xfrm>
                  <a:custGeom>
                    <a:avLst/>
                    <a:gdLst>
                      <a:gd name="connsiteX0" fmla="*/ 7581 w 54482"/>
                      <a:gd name="connsiteY0" fmla="*/ 5319 h 72836"/>
                      <a:gd name="connsiteX1" fmla="*/ 13078 w 54482"/>
                      <a:gd name="connsiteY1" fmla="*/ 15206 h 72836"/>
                      <a:gd name="connsiteX2" fmla="*/ 20747 w 54482"/>
                      <a:gd name="connsiteY2" fmla="*/ 25180 h 72836"/>
                      <a:gd name="connsiteX3" fmla="*/ 15738 w 54482"/>
                      <a:gd name="connsiteY3" fmla="*/ 42558 h 72836"/>
                      <a:gd name="connsiteX4" fmla="*/ 0 w 54482"/>
                      <a:gd name="connsiteY4" fmla="*/ 59625 h 72836"/>
                      <a:gd name="connsiteX5" fmla="*/ 23230 w 54482"/>
                      <a:gd name="connsiteY5" fmla="*/ 40031 h 72836"/>
                      <a:gd name="connsiteX6" fmla="*/ 27042 w 54482"/>
                      <a:gd name="connsiteY6" fmla="*/ 72836 h 72836"/>
                      <a:gd name="connsiteX7" fmla="*/ 26022 w 54482"/>
                      <a:gd name="connsiteY7" fmla="*/ 62507 h 72836"/>
                      <a:gd name="connsiteX8" fmla="*/ 28150 w 54482"/>
                      <a:gd name="connsiteY8" fmla="*/ 31608 h 72836"/>
                      <a:gd name="connsiteX9" fmla="*/ 33913 w 54482"/>
                      <a:gd name="connsiteY9" fmla="*/ 18176 h 72836"/>
                      <a:gd name="connsiteX10" fmla="*/ 40341 w 54482"/>
                      <a:gd name="connsiteY10" fmla="*/ 14585 h 72836"/>
                      <a:gd name="connsiteX11" fmla="*/ 54483 w 54482"/>
                      <a:gd name="connsiteY11" fmla="*/ 0 h 72836"/>
                      <a:gd name="connsiteX12" fmla="*/ 7581 w 54482"/>
                      <a:gd name="connsiteY12" fmla="*/ 5319 h 72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4482" h="72836">
                        <a:moveTo>
                          <a:pt x="7581" y="5319"/>
                        </a:moveTo>
                        <a:cubicBezTo>
                          <a:pt x="7492" y="9044"/>
                          <a:pt x="10462" y="12324"/>
                          <a:pt x="13078" y="15206"/>
                        </a:cubicBezTo>
                        <a:cubicBezTo>
                          <a:pt x="15959" y="18309"/>
                          <a:pt x="19417" y="21146"/>
                          <a:pt x="20747" y="25180"/>
                        </a:cubicBezTo>
                        <a:cubicBezTo>
                          <a:pt x="22742" y="31120"/>
                          <a:pt x="19417" y="37504"/>
                          <a:pt x="15738" y="42558"/>
                        </a:cubicBezTo>
                        <a:cubicBezTo>
                          <a:pt x="11171" y="48853"/>
                          <a:pt x="5896" y="54571"/>
                          <a:pt x="0" y="59625"/>
                        </a:cubicBezTo>
                        <a:cubicBezTo>
                          <a:pt x="10994" y="59581"/>
                          <a:pt x="21323" y="50847"/>
                          <a:pt x="23230" y="40031"/>
                        </a:cubicBezTo>
                        <a:cubicBezTo>
                          <a:pt x="22431" y="51025"/>
                          <a:pt x="23052" y="62728"/>
                          <a:pt x="27042" y="72836"/>
                        </a:cubicBezTo>
                        <a:cubicBezTo>
                          <a:pt x="26333" y="69467"/>
                          <a:pt x="26067" y="65876"/>
                          <a:pt x="26022" y="62507"/>
                        </a:cubicBezTo>
                        <a:cubicBezTo>
                          <a:pt x="25889" y="52178"/>
                          <a:pt x="26599" y="41804"/>
                          <a:pt x="28150" y="31608"/>
                        </a:cubicBezTo>
                        <a:cubicBezTo>
                          <a:pt x="28904" y="26687"/>
                          <a:pt x="30056" y="21323"/>
                          <a:pt x="33913" y="18176"/>
                        </a:cubicBezTo>
                        <a:cubicBezTo>
                          <a:pt x="35819" y="16624"/>
                          <a:pt x="38169" y="15738"/>
                          <a:pt x="40341" y="14585"/>
                        </a:cubicBezTo>
                        <a:cubicBezTo>
                          <a:pt x="46326" y="11305"/>
                          <a:pt x="50493" y="5541"/>
                          <a:pt x="54483" y="0"/>
                        </a:cubicBezTo>
                        <a:cubicBezTo>
                          <a:pt x="41006" y="14496"/>
                          <a:pt x="23806" y="11171"/>
                          <a:pt x="7581" y="531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73" name="Forme libre : forme 19072">
                    <a:extLst>
                      <a:ext uri="{FF2B5EF4-FFF2-40B4-BE49-F238E27FC236}">
                        <a16:creationId xmlns:a16="http://schemas.microsoft.com/office/drawing/2014/main" id="{C2715B01-5B56-4B6B-B06F-F2AE9A822844}"/>
                      </a:ext>
                    </a:extLst>
                  </p:cNvPr>
                  <p:cNvSpPr/>
                  <p:nvPr/>
                </p:nvSpPr>
                <p:spPr>
                  <a:xfrm>
                    <a:off x="5982956" y="5754070"/>
                    <a:ext cx="6295" cy="14230"/>
                  </a:xfrm>
                  <a:custGeom>
                    <a:avLst/>
                    <a:gdLst>
                      <a:gd name="connsiteX0" fmla="*/ 0 w 6295"/>
                      <a:gd name="connsiteY0" fmla="*/ 14230 h 14230"/>
                      <a:gd name="connsiteX1" fmla="*/ 6295 w 6295"/>
                      <a:gd name="connsiteY1" fmla="*/ 0 h 14230"/>
                      <a:gd name="connsiteX2" fmla="*/ 0 w 6295"/>
                      <a:gd name="connsiteY2" fmla="*/ 14230 h 14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295" h="14230">
                        <a:moveTo>
                          <a:pt x="0" y="14230"/>
                        </a:moveTo>
                        <a:cubicBezTo>
                          <a:pt x="2084" y="9487"/>
                          <a:pt x="4211" y="4744"/>
                          <a:pt x="6295" y="0"/>
                        </a:cubicBezTo>
                        <a:cubicBezTo>
                          <a:pt x="3768" y="4522"/>
                          <a:pt x="1685" y="9309"/>
                          <a:pt x="0" y="1423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74" name="Forme libre : forme 19073">
                    <a:extLst>
                      <a:ext uri="{FF2B5EF4-FFF2-40B4-BE49-F238E27FC236}">
                        <a16:creationId xmlns:a16="http://schemas.microsoft.com/office/drawing/2014/main" id="{5C66E3D5-6088-4A73-A7F0-B674E418F373}"/>
                      </a:ext>
                    </a:extLst>
                  </p:cNvPr>
                  <p:cNvSpPr/>
                  <p:nvPr/>
                </p:nvSpPr>
                <p:spPr>
                  <a:xfrm>
                    <a:off x="5942703" y="5768300"/>
                    <a:ext cx="88706" cy="110827"/>
                  </a:xfrm>
                  <a:custGeom>
                    <a:avLst/>
                    <a:gdLst>
                      <a:gd name="connsiteX0" fmla="*/ 0 w 88706"/>
                      <a:gd name="connsiteY0" fmla="*/ 10950 h 110827"/>
                      <a:gd name="connsiteX1" fmla="*/ 32716 w 88706"/>
                      <a:gd name="connsiteY1" fmla="*/ 55857 h 110827"/>
                      <a:gd name="connsiteX2" fmla="*/ 18486 w 88706"/>
                      <a:gd name="connsiteY2" fmla="*/ 110827 h 110827"/>
                      <a:gd name="connsiteX3" fmla="*/ 39942 w 88706"/>
                      <a:gd name="connsiteY3" fmla="*/ 55680 h 110827"/>
                      <a:gd name="connsiteX4" fmla="*/ 88706 w 88706"/>
                      <a:gd name="connsiteY4" fmla="*/ 66231 h 110827"/>
                      <a:gd name="connsiteX5" fmla="*/ 54882 w 88706"/>
                      <a:gd name="connsiteY5" fmla="*/ 59980 h 110827"/>
                      <a:gd name="connsiteX6" fmla="*/ 41316 w 88706"/>
                      <a:gd name="connsiteY6" fmla="*/ 47656 h 110827"/>
                      <a:gd name="connsiteX7" fmla="*/ 37681 w 88706"/>
                      <a:gd name="connsiteY7" fmla="*/ 42779 h 110827"/>
                      <a:gd name="connsiteX8" fmla="*/ 36529 w 88706"/>
                      <a:gd name="connsiteY8" fmla="*/ 38081 h 110827"/>
                      <a:gd name="connsiteX9" fmla="*/ 40297 w 88706"/>
                      <a:gd name="connsiteY9" fmla="*/ 0 h 110827"/>
                      <a:gd name="connsiteX10" fmla="*/ 30189 w 88706"/>
                      <a:gd name="connsiteY10" fmla="*/ 22742 h 110827"/>
                      <a:gd name="connsiteX11" fmla="*/ 28549 w 88706"/>
                      <a:gd name="connsiteY11" fmla="*/ 25091 h 110827"/>
                      <a:gd name="connsiteX12" fmla="*/ 23274 w 88706"/>
                      <a:gd name="connsiteY12" fmla="*/ 24205 h 110827"/>
                      <a:gd name="connsiteX13" fmla="*/ 0 w 88706"/>
                      <a:gd name="connsiteY13" fmla="*/ 10950 h 110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8706" h="110827">
                        <a:moveTo>
                          <a:pt x="0" y="10950"/>
                        </a:moveTo>
                        <a:cubicBezTo>
                          <a:pt x="15250" y="23762"/>
                          <a:pt x="28194" y="35288"/>
                          <a:pt x="32716" y="55857"/>
                        </a:cubicBezTo>
                        <a:cubicBezTo>
                          <a:pt x="36839" y="75053"/>
                          <a:pt x="31608" y="96199"/>
                          <a:pt x="18486" y="110827"/>
                        </a:cubicBezTo>
                        <a:cubicBezTo>
                          <a:pt x="32539" y="96509"/>
                          <a:pt x="36573" y="75451"/>
                          <a:pt x="39942" y="55680"/>
                        </a:cubicBezTo>
                        <a:cubicBezTo>
                          <a:pt x="50892" y="70088"/>
                          <a:pt x="72791" y="74787"/>
                          <a:pt x="88706" y="66231"/>
                        </a:cubicBezTo>
                        <a:cubicBezTo>
                          <a:pt x="77091" y="67206"/>
                          <a:pt x="64767" y="66231"/>
                          <a:pt x="54882" y="59980"/>
                        </a:cubicBezTo>
                        <a:cubicBezTo>
                          <a:pt x="49695" y="56699"/>
                          <a:pt x="45483" y="52178"/>
                          <a:pt x="41316" y="47656"/>
                        </a:cubicBezTo>
                        <a:cubicBezTo>
                          <a:pt x="39942" y="46149"/>
                          <a:pt x="38523" y="44642"/>
                          <a:pt x="37681" y="42779"/>
                        </a:cubicBezTo>
                        <a:cubicBezTo>
                          <a:pt x="37016" y="41317"/>
                          <a:pt x="36750" y="39677"/>
                          <a:pt x="36529" y="38081"/>
                        </a:cubicBezTo>
                        <a:cubicBezTo>
                          <a:pt x="34755" y="25313"/>
                          <a:pt x="36130" y="12191"/>
                          <a:pt x="40297" y="0"/>
                        </a:cubicBezTo>
                        <a:cubicBezTo>
                          <a:pt x="36928" y="7581"/>
                          <a:pt x="33558" y="15161"/>
                          <a:pt x="30189" y="22742"/>
                        </a:cubicBezTo>
                        <a:cubicBezTo>
                          <a:pt x="29790" y="23629"/>
                          <a:pt x="29347" y="24560"/>
                          <a:pt x="28549" y="25091"/>
                        </a:cubicBezTo>
                        <a:cubicBezTo>
                          <a:pt x="26953" y="26111"/>
                          <a:pt x="24914" y="25180"/>
                          <a:pt x="23274" y="24205"/>
                        </a:cubicBezTo>
                        <a:cubicBezTo>
                          <a:pt x="15870" y="19861"/>
                          <a:pt x="8024" y="13787"/>
                          <a:pt x="0" y="1095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75" name="Forme libre : forme 19074">
                    <a:extLst>
                      <a:ext uri="{FF2B5EF4-FFF2-40B4-BE49-F238E27FC236}">
                        <a16:creationId xmlns:a16="http://schemas.microsoft.com/office/drawing/2014/main" id="{2D482169-3F4B-40E8-A058-F96DAEA49CA7}"/>
                      </a:ext>
                    </a:extLst>
                  </p:cNvPr>
                  <p:cNvSpPr/>
                  <p:nvPr/>
                </p:nvSpPr>
                <p:spPr>
                  <a:xfrm>
                    <a:off x="6029769" y="5731562"/>
                    <a:ext cx="23717" cy="2852"/>
                  </a:xfrm>
                  <a:custGeom>
                    <a:avLst/>
                    <a:gdLst>
                      <a:gd name="connsiteX0" fmla="*/ 23717 w 23717"/>
                      <a:gd name="connsiteY0" fmla="*/ 32 h 2852"/>
                      <a:gd name="connsiteX1" fmla="*/ 0 w 23717"/>
                      <a:gd name="connsiteY1" fmla="*/ 2648 h 2852"/>
                      <a:gd name="connsiteX2" fmla="*/ 23717 w 23717"/>
                      <a:gd name="connsiteY2" fmla="*/ 32 h 2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717" h="2852">
                        <a:moveTo>
                          <a:pt x="23717" y="32"/>
                        </a:moveTo>
                        <a:cubicBezTo>
                          <a:pt x="15871" y="-234"/>
                          <a:pt x="7758" y="1185"/>
                          <a:pt x="0" y="2648"/>
                        </a:cubicBezTo>
                        <a:cubicBezTo>
                          <a:pt x="7980" y="3313"/>
                          <a:pt x="16048" y="2338"/>
                          <a:pt x="23717" y="3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76" name="Forme libre : forme 19075">
                    <a:extLst>
                      <a:ext uri="{FF2B5EF4-FFF2-40B4-BE49-F238E27FC236}">
                        <a16:creationId xmlns:a16="http://schemas.microsoft.com/office/drawing/2014/main" id="{1DAF198A-D2C5-45AE-8B6A-B6EB27B6E8E0}"/>
                      </a:ext>
                    </a:extLst>
                  </p:cNvPr>
                  <p:cNvSpPr/>
                  <p:nvPr/>
                </p:nvSpPr>
                <p:spPr>
                  <a:xfrm>
                    <a:off x="6053486" y="5665275"/>
                    <a:ext cx="48444" cy="125501"/>
                  </a:xfrm>
                  <a:custGeom>
                    <a:avLst/>
                    <a:gdLst>
                      <a:gd name="connsiteX0" fmla="*/ 34534 w 48444"/>
                      <a:gd name="connsiteY0" fmla="*/ 94026 h 125501"/>
                      <a:gd name="connsiteX1" fmla="*/ 34933 w 48444"/>
                      <a:gd name="connsiteY1" fmla="*/ 125501 h 125501"/>
                      <a:gd name="connsiteX2" fmla="*/ 38080 w 48444"/>
                      <a:gd name="connsiteY2" fmla="*/ 91721 h 125501"/>
                      <a:gd name="connsiteX3" fmla="*/ 17732 w 48444"/>
                      <a:gd name="connsiteY3" fmla="*/ 66718 h 125501"/>
                      <a:gd name="connsiteX4" fmla="*/ 43045 w 48444"/>
                      <a:gd name="connsiteY4" fmla="*/ 30633 h 125501"/>
                      <a:gd name="connsiteX5" fmla="*/ 46991 w 48444"/>
                      <a:gd name="connsiteY5" fmla="*/ 0 h 125501"/>
                      <a:gd name="connsiteX6" fmla="*/ 32849 w 48444"/>
                      <a:gd name="connsiteY6" fmla="*/ 44331 h 125501"/>
                      <a:gd name="connsiteX7" fmla="*/ 0 w 48444"/>
                      <a:gd name="connsiteY7" fmla="*/ 66364 h 125501"/>
                      <a:gd name="connsiteX8" fmla="*/ 15427 w 48444"/>
                      <a:gd name="connsiteY8" fmla="*/ 69866 h 125501"/>
                      <a:gd name="connsiteX9" fmla="*/ 34534 w 48444"/>
                      <a:gd name="connsiteY9" fmla="*/ 94026 h 125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8444" h="125501">
                        <a:moveTo>
                          <a:pt x="34534" y="94026"/>
                        </a:moveTo>
                        <a:cubicBezTo>
                          <a:pt x="37460" y="104222"/>
                          <a:pt x="36972" y="115084"/>
                          <a:pt x="34933" y="125501"/>
                        </a:cubicBezTo>
                        <a:cubicBezTo>
                          <a:pt x="37460" y="114374"/>
                          <a:pt x="39942" y="102937"/>
                          <a:pt x="38080" y="91721"/>
                        </a:cubicBezTo>
                        <a:cubicBezTo>
                          <a:pt x="36174" y="80505"/>
                          <a:pt x="28771" y="69422"/>
                          <a:pt x="17732" y="66718"/>
                        </a:cubicBezTo>
                        <a:cubicBezTo>
                          <a:pt x="30056" y="58207"/>
                          <a:pt x="38391" y="44863"/>
                          <a:pt x="43045" y="30633"/>
                        </a:cubicBezTo>
                        <a:cubicBezTo>
                          <a:pt x="45528" y="22964"/>
                          <a:pt x="51069" y="7403"/>
                          <a:pt x="46991" y="0"/>
                        </a:cubicBezTo>
                        <a:cubicBezTo>
                          <a:pt x="46858" y="16048"/>
                          <a:pt x="43001" y="31520"/>
                          <a:pt x="32849" y="44331"/>
                        </a:cubicBezTo>
                        <a:cubicBezTo>
                          <a:pt x="24515" y="54837"/>
                          <a:pt x="12812" y="62507"/>
                          <a:pt x="0" y="66364"/>
                        </a:cubicBezTo>
                        <a:cubicBezTo>
                          <a:pt x="5364" y="66541"/>
                          <a:pt x="10551" y="67517"/>
                          <a:pt x="15427" y="69866"/>
                        </a:cubicBezTo>
                        <a:cubicBezTo>
                          <a:pt x="24958" y="74476"/>
                          <a:pt x="31608" y="83874"/>
                          <a:pt x="34534" y="9402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77" name="Forme libre : forme 19076">
                    <a:extLst>
                      <a:ext uri="{FF2B5EF4-FFF2-40B4-BE49-F238E27FC236}">
                        <a16:creationId xmlns:a16="http://schemas.microsoft.com/office/drawing/2014/main" id="{221FB072-D8CC-4E1A-8501-EFBC0577B2CF}"/>
                      </a:ext>
                    </a:extLst>
                  </p:cNvPr>
                  <p:cNvSpPr/>
                  <p:nvPr/>
                </p:nvSpPr>
                <p:spPr>
                  <a:xfrm>
                    <a:off x="6153940" y="5800174"/>
                    <a:ext cx="74121" cy="84361"/>
                  </a:xfrm>
                  <a:custGeom>
                    <a:avLst/>
                    <a:gdLst>
                      <a:gd name="connsiteX0" fmla="*/ 22210 w 74121"/>
                      <a:gd name="connsiteY0" fmla="*/ 10063 h 84361"/>
                      <a:gd name="connsiteX1" fmla="*/ 20304 w 74121"/>
                      <a:gd name="connsiteY1" fmla="*/ 7403 h 84361"/>
                      <a:gd name="connsiteX2" fmla="*/ 3546 w 74121"/>
                      <a:gd name="connsiteY2" fmla="*/ 0 h 84361"/>
                      <a:gd name="connsiteX3" fmla="*/ 10418 w 74121"/>
                      <a:gd name="connsiteY3" fmla="*/ 6428 h 84361"/>
                      <a:gd name="connsiteX4" fmla="*/ 17954 w 74121"/>
                      <a:gd name="connsiteY4" fmla="*/ 29391 h 84361"/>
                      <a:gd name="connsiteX5" fmla="*/ 0 w 74121"/>
                      <a:gd name="connsiteY5" fmla="*/ 84362 h 84361"/>
                      <a:gd name="connsiteX6" fmla="*/ 21634 w 74121"/>
                      <a:gd name="connsiteY6" fmla="*/ 42779 h 84361"/>
                      <a:gd name="connsiteX7" fmla="*/ 41893 w 74121"/>
                      <a:gd name="connsiteY7" fmla="*/ 69378 h 84361"/>
                      <a:gd name="connsiteX8" fmla="*/ 74121 w 74121"/>
                      <a:gd name="connsiteY8" fmla="*/ 79929 h 84361"/>
                      <a:gd name="connsiteX9" fmla="*/ 46680 w 74121"/>
                      <a:gd name="connsiteY9" fmla="*/ 66630 h 84361"/>
                      <a:gd name="connsiteX10" fmla="*/ 31120 w 74121"/>
                      <a:gd name="connsiteY10" fmla="*/ 50537 h 84361"/>
                      <a:gd name="connsiteX11" fmla="*/ 28017 w 74121"/>
                      <a:gd name="connsiteY11" fmla="*/ 32539 h 84361"/>
                      <a:gd name="connsiteX12" fmla="*/ 23451 w 74121"/>
                      <a:gd name="connsiteY12" fmla="*/ 18220 h 84361"/>
                      <a:gd name="connsiteX13" fmla="*/ 26865 w 74121"/>
                      <a:gd name="connsiteY13" fmla="*/ 15338 h 84361"/>
                      <a:gd name="connsiteX14" fmla="*/ 51424 w 74121"/>
                      <a:gd name="connsiteY14" fmla="*/ 89 h 84361"/>
                      <a:gd name="connsiteX15" fmla="*/ 26643 w 74121"/>
                      <a:gd name="connsiteY15" fmla="*/ 9176 h 84361"/>
                      <a:gd name="connsiteX16" fmla="*/ 22210 w 74121"/>
                      <a:gd name="connsiteY16" fmla="*/ 10063 h 84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4121" h="84361">
                        <a:moveTo>
                          <a:pt x="22210" y="10063"/>
                        </a:moveTo>
                        <a:cubicBezTo>
                          <a:pt x="21234" y="9531"/>
                          <a:pt x="20836" y="8379"/>
                          <a:pt x="20304" y="7403"/>
                        </a:cubicBezTo>
                        <a:cubicBezTo>
                          <a:pt x="17023" y="1153"/>
                          <a:pt x="9753" y="1197"/>
                          <a:pt x="3546" y="0"/>
                        </a:cubicBezTo>
                        <a:cubicBezTo>
                          <a:pt x="6162" y="1862"/>
                          <a:pt x="8511" y="4034"/>
                          <a:pt x="10418" y="6428"/>
                        </a:cubicBezTo>
                        <a:cubicBezTo>
                          <a:pt x="15471" y="12856"/>
                          <a:pt x="17289" y="21235"/>
                          <a:pt x="17954" y="29391"/>
                        </a:cubicBezTo>
                        <a:cubicBezTo>
                          <a:pt x="19506" y="49207"/>
                          <a:pt x="14186" y="70398"/>
                          <a:pt x="0" y="84362"/>
                        </a:cubicBezTo>
                        <a:cubicBezTo>
                          <a:pt x="12945" y="75008"/>
                          <a:pt x="17688" y="58251"/>
                          <a:pt x="21634" y="42779"/>
                        </a:cubicBezTo>
                        <a:cubicBezTo>
                          <a:pt x="24515" y="53818"/>
                          <a:pt x="32273" y="63216"/>
                          <a:pt x="41893" y="69378"/>
                        </a:cubicBezTo>
                        <a:cubicBezTo>
                          <a:pt x="51513" y="75540"/>
                          <a:pt x="62773" y="78687"/>
                          <a:pt x="74121" y="79929"/>
                        </a:cubicBezTo>
                        <a:cubicBezTo>
                          <a:pt x="64590" y="76293"/>
                          <a:pt x="55414" y="71816"/>
                          <a:pt x="46680" y="66630"/>
                        </a:cubicBezTo>
                        <a:cubicBezTo>
                          <a:pt x="40119" y="62728"/>
                          <a:pt x="33381" y="57852"/>
                          <a:pt x="31120" y="50537"/>
                        </a:cubicBezTo>
                        <a:cubicBezTo>
                          <a:pt x="29303" y="44685"/>
                          <a:pt x="30633" y="38080"/>
                          <a:pt x="28017" y="32539"/>
                        </a:cubicBezTo>
                        <a:cubicBezTo>
                          <a:pt x="25756" y="27751"/>
                          <a:pt x="20614" y="22697"/>
                          <a:pt x="23451" y="18220"/>
                        </a:cubicBezTo>
                        <a:cubicBezTo>
                          <a:pt x="24249" y="16934"/>
                          <a:pt x="25579" y="16137"/>
                          <a:pt x="26865" y="15338"/>
                        </a:cubicBezTo>
                        <a:cubicBezTo>
                          <a:pt x="35066" y="10240"/>
                          <a:pt x="43223" y="5187"/>
                          <a:pt x="51424" y="89"/>
                        </a:cubicBezTo>
                        <a:cubicBezTo>
                          <a:pt x="42691" y="1507"/>
                          <a:pt x="34223" y="4611"/>
                          <a:pt x="26643" y="9176"/>
                        </a:cubicBezTo>
                        <a:cubicBezTo>
                          <a:pt x="25269" y="9974"/>
                          <a:pt x="23584" y="10816"/>
                          <a:pt x="22210" y="1006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78" name="Forme libre : forme 19077">
                    <a:extLst>
                      <a:ext uri="{FF2B5EF4-FFF2-40B4-BE49-F238E27FC236}">
                        <a16:creationId xmlns:a16="http://schemas.microsoft.com/office/drawing/2014/main" id="{4C6B7A50-FE6F-4253-A95B-C63D5EE10F50}"/>
                      </a:ext>
                    </a:extLst>
                  </p:cNvPr>
                  <p:cNvSpPr/>
                  <p:nvPr/>
                </p:nvSpPr>
                <p:spPr>
                  <a:xfrm>
                    <a:off x="6149019" y="5795563"/>
                    <a:ext cx="8511" cy="4610"/>
                  </a:xfrm>
                  <a:custGeom>
                    <a:avLst/>
                    <a:gdLst>
                      <a:gd name="connsiteX0" fmla="*/ 8512 w 8511"/>
                      <a:gd name="connsiteY0" fmla="*/ 4611 h 4610"/>
                      <a:gd name="connsiteX1" fmla="*/ 0 w 8511"/>
                      <a:gd name="connsiteY1" fmla="*/ 0 h 4610"/>
                      <a:gd name="connsiteX2" fmla="*/ 8512 w 8511"/>
                      <a:gd name="connsiteY2" fmla="*/ 4611 h 4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511" h="4610">
                        <a:moveTo>
                          <a:pt x="8512" y="4611"/>
                        </a:moveTo>
                        <a:cubicBezTo>
                          <a:pt x="5852" y="2704"/>
                          <a:pt x="2926" y="1108"/>
                          <a:pt x="0" y="0"/>
                        </a:cubicBezTo>
                        <a:cubicBezTo>
                          <a:pt x="1862" y="2837"/>
                          <a:pt x="5009" y="3946"/>
                          <a:pt x="8512" y="461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79" name="Forme libre : forme 19078">
                    <a:extLst>
                      <a:ext uri="{FF2B5EF4-FFF2-40B4-BE49-F238E27FC236}">
                        <a16:creationId xmlns:a16="http://schemas.microsoft.com/office/drawing/2014/main" id="{48088C5B-5B70-4330-BBDC-AB691D798A00}"/>
                      </a:ext>
                    </a:extLst>
                  </p:cNvPr>
                  <p:cNvSpPr/>
                  <p:nvPr/>
                </p:nvSpPr>
                <p:spPr>
                  <a:xfrm>
                    <a:off x="6154073" y="5654082"/>
                    <a:ext cx="70264" cy="62085"/>
                  </a:xfrm>
                  <a:custGeom>
                    <a:avLst/>
                    <a:gdLst>
                      <a:gd name="connsiteX0" fmla="*/ 29436 w 70264"/>
                      <a:gd name="connsiteY0" fmla="*/ 47057 h 62085"/>
                      <a:gd name="connsiteX1" fmla="*/ 46680 w 70264"/>
                      <a:gd name="connsiteY1" fmla="*/ 33182 h 62085"/>
                      <a:gd name="connsiteX2" fmla="*/ 70265 w 70264"/>
                      <a:gd name="connsiteY2" fmla="*/ 29590 h 62085"/>
                      <a:gd name="connsiteX3" fmla="*/ 57143 w 70264"/>
                      <a:gd name="connsiteY3" fmla="*/ 25867 h 62085"/>
                      <a:gd name="connsiteX4" fmla="*/ 53330 w 70264"/>
                      <a:gd name="connsiteY4" fmla="*/ 24093 h 62085"/>
                      <a:gd name="connsiteX5" fmla="*/ 51025 w 70264"/>
                      <a:gd name="connsiteY5" fmla="*/ 19527 h 62085"/>
                      <a:gd name="connsiteX6" fmla="*/ 36130 w 70264"/>
                      <a:gd name="connsiteY6" fmla="*/ 243 h 62085"/>
                      <a:gd name="connsiteX7" fmla="*/ 40297 w 70264"/>
                      <a:gd name="connsiteY7" fmla="*/ 21522 h 62085"/>
                      <a:gd name="connsiteX8" fmla="*/ 38125 w 70264"/>
                      <a:gd name="connsiteY8" fmla="*/ 33093 h 62085"/>
                      <a:gd name="connsiteX9" fmla="*/ 31342 w 70264"/>
                      <a:gd name="connsiteY9" fmla="*/ 39476 h 62085"/>
                      <a:gd name="connsiteX10" fmla="*/ 0 w 70264"/>
                      <a:gd name="connsiteY10" fmla="*/ 62085 h 62085"/>
                      <a:gd name="connsiteX11" fmla="*/ 29436 w 70264"/>
                      <a:gd name="connsiteY11" fmla="*/ 47057 h 62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0264" h="62085">
                        <a:moveTo>
                          <a:pt x="29436" y="47057"/>
                        </a:moveTo>
                        <a:cubicBezTo>
                          <a:pt x="35066" y="42225"/>
                          <a:pt x="40031" y="36418"/>
                          <a:pt x="46680" y="33182"/>
                        </a:cubicBezTo>
                        <a:cubicBezTo>
                          <a:pt x="53906" y="29679"/>
                          <a:pt x="62241" y="29590"/>
                          <a:pt x="70265" y="29590"/>
                        </a:cubicBezTo>
                        <a:cubicBezTo>
                          <a:pt x="65876" y="28349"/>
                          <a:pt x="61531" y="27108"/>
                          <a:pt x="57143" y="25867"/>
                        </a:cubicBezTo>
                        <a:cubicBezTo>
                          <a:pt x="55768" y="25468"/>
                          <a:pt x="54350" y="25069"/>
                          <a:pt x="53330" y="24093"/>
                        </a:cubicBezTo>
                        <a:cubicBezTo>
                          <a:pt x="52045" y="22941"/>
                          <a:pt x="51557" y="21167"/>
                          <a:pt x="51025" y="19527"/>
                        </a:cubicBezTo>
                        <a:cubicBezTo>
                          <a:pt x="49207" y="13765"/>
                          <a:pt x="44198" y="-2151"/>
                          <a:pt x="36130" y="243"/>
                        </a:cubicBezTo>
                        <a:cubicBezTo>
                          <a:pt x="37504" y="7336"/>
                          <a:pt x="39942" y="14075"/>
                          <a:pt x="40297" y="21522"/>
                        </a:cubicBezTo>
                        <a:cubicBezTo>
                          <a:pt x="40474" y="25512"/>
                          <a:pt x="40208" y="29679"/>
                          <a:pt x="38125" y="33093"/>
                        </a:cubicBezTo>
                        <a:cubicBezTo>
                          <a:pt x="36484" y="35753"/>
                          <a:pt x="33869" y="37659"/>
                          <a:pt x="31342" y="39476"/>
                        </a:cubicBezTo>
                        <a:cubicBezTo>
                          <a:pt x="20880" y="47013"/>
                          <a:pt x="10462" y="54549"/>
                          <a:pt x="0" y="62085"/>
                        </a:cubicBezTo>
                        <a:cubicBezTo>
                          <a:pt x="10817" y="59514"/>
                          <a:pt x="21013" y="54328"/>
                          <a:pt x="29436" y="4705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80" name="Forme libre : forme 19079">
                    <a:extLst>
                      <a:ext uri="{FF2B5EF4-FFF2-40B4-BE49-F238E27FC236}">
                        <a16:creationId xmlns:a16="http://schemas.microsoft.com/office/drawing/2014/main" id="{7A93D598-559B-472E-84AA-969AE0EA1BFA}"/>
                      </a:ext>
                    </a:extLst>
                  </p:cNvPr>
                  <p:cNvSpPr/>
                  <p:nvPr/>
                </p:nvSpPr>
                <p:spPr>
                  <a:xfrm>
                    <a:off x="6000023" y="5888437"/>
                    <a:ext cx="709" cy="176"/>
                  </a:xfrm>
                  <a:custGeom>
                    <a:avLst/>
                    <a:gdLst>
                      <a:gd name="connsiteX0" fmla="*/ 709 w 709"/>
                      <a:gd name="connsiteY0" fmla="*/ 133 h 176"/>
                      <a:gd name="connsiteX1" fmla="*/ 44 w 709"/>
                      <a:gd name="connsiteY1" fmla="*/ 0 h 176"/>
                      <a:gd name="connsiteX2" fmla="*/ 0 w 709"/>
                      <a:gd name="connsiteY2" fmla="*/ 177 h 176"/>
                      <a:gd name="connsiteX3" fmla="*/ 709 w 709"/>
                      <a:gd name="connsiteY3" fmla="*/ 133 h 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09" h="176">
                        <a:moveTo>
                          <a:pt x="709" y="133"/>
                        </a:moveTo>
                        <a:cubicBezTo>
                          <a:pt x="488" y="89"/>
                          <a:pt x="266" y="44"/>
                          <a:pt x="44" y="0"/>
                        </a:cubicBezTo>
                        <a:lnTo>
                          <a:pt x="0" y="177"/>
                        </a:lnTo>
                        <a:cubicBezTo>
                          <a:pt x="222" y="177"/>
                          <a:pt x="443" y="133"/>
                          <a:pt x="709" y="13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81" name="Forme libre : forme 19080">
                    <a:extLst>
                      <a:ext uri="{FF2B5EF4-FFF2-40B4-BE49-F238E27FC236}">
                        <a16:creationId xmlns:a16="http://schemas.microsoft.com/office/drawing/2014/main" id="{13337336-EFA2-4C66-8744-B0897111DD2C}"/>
                      </a:ext>
                    </a:extLst>
                  </p:cNvPr>
                  <p:cNvSpPr/>
                  <p:nvPr/>
                </p:nvSpPr>
                <p:spPr>
                  <a:xfrm>
                    <a:off x="6000732" y="5844775"/>
                    <a:ext cx="34308" cy="56650"/>
                  </a:xfrm>
                  <a:custGeom>
                    <a:avLst/>
                    <a:gdLst>
                      <a:gd name="connsiteX0" fmla="*/ 20658 w 34308"/>
                      <a:gd name="connsiteY0" fmla="*/ 56651 h 56650"/>
                      <a:gd name="connsiteX1" fmla="*/ 15826 w 34308"/>
                      <a:gd name="connsiteY1" fmla="*/ 51109 h 56650"/>
                      <a:gd name="connsiteX2" fmla="*/ 13344 w 34308"/>
                      <a:gd name="connsiteY2" fmla="*/ 44637 h 56650"/>
                      <a:gd name="connsiteX3" fmla="*/ 15471 w 34308"/>
                      <a:gd name="connsiteY3" fmla="*/ 42465 h 56650"/>
                      <a:gd name="connsiteX4" fmla="*/ 30987 w 34308"/>
                      <a:gd name="connsiteY4" fmla="*/ 21230 h 56650"/>
                      <a:gd name="connsiteX5" fmla="*/ 31475 w 34308"/>
                      <a:gd name="connsiteY5" fmla="*/ 40 h 56650"/>
                      <a:gd name="connsiteX6" fmla="*/ 28106 w 34308"/>
                      <a:gd name="connsiteY6" fmla="*/ 21541 h 56650"/>
                      <a:gd name="connsiteX7" fmla="*/ 14718 w 34308"/>
                      <a:gd name="connsiteY7" fmla="*/ 38652 h 56650"/>
                      <a:gd name="connsiteX8" fmla="*/ 0 w 34308"/>
                      <a:gd name="connsiteY8" fmla="*/ 43839 h 56650"/>
                      <a:gd name="connsiteX9" fmla="*/ 20658 w 34308"/>
                      <a:gd name="connsiteY9" fmla="*/ 56651 h 56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308" h="56650">
                        <a:moveTo>
                          <a:pt x="20658" y="56651"/>
                        </a:moveTo>
                        <a:cubicBezTo>
                          <a:pt x="20038" y="54213"/>
                          <a:pt x="17732" y="52705"/>
                          <a:pt x="15826" y="51109"/>
                        </a:cubicBezTo>
                        <a:cubicBezTo>
                          <a:pt x="13920" y="49513"/>
                          <a:pt x="12191" y="46854"/>
                          <a:pt x="13344" y="44637"/>
                        </a:cubicBezTo>
                        <a:cubicBezTo>
                          <a:pt x="13787" y="43706"/>
                          <a:pt x="14674" y="43086"/>
                          <a:pt x="15471" y="42465"/>
                        </a:cubicBezTo>
                        <a:cubicBezTo>
                          <a:pt x="22476" y="37012"/>
                          <a:pt x="27840" y="29520"/>
                          <a:pt x="30987" y="21230"/>
                        </a:cubicBezTo>
                        <a:cubicBezTo>
                          <a:pt x="32229" y="17905"/>
                          <a:pt x="37504" y="-980"/>
                          <a:pt x="31475" y="40"/>
                        </a:cubicBezTo>
                        <a:cubicBezTo>
                          <a:pt x="32982" y="7709"/>
                          <a:pt x="31475" y="14580"/>
                          <a:pt x="28106" y="21541"/>
                        </a:cubicBezTo>
                        <a:cubicBezTo>
                          <a:pt x="24914" y="28102"/>
                          <a:pt x="20658" y="34352"/>
                          <a:pt x="14718" y="38652"/>
                        </a:cubicBezTo>
                        <a:cubicBezTo>
                          <a:pt x="10462" y="41755"/>
                          <a:pt x="5231" y="43706"/>
                          <a:pt x="0" y="43839"/>
                        </a:cubicBezTo>
                        <a:cubicBezTo>
                          <a:pt x="8113" y="45391"/>
                          <a:pt x="15693" y="49956"/>
                          <a:pt x="20658" y="5665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82" name="Forme libre : forme 19081">
                    <a:extLst>
                      <a:ext uri="{FF2B5EF4-FFF2-40B4-BE49-F238E27FC236}">
                        <a16:creationId xmlns:a16="http://schemas.microsoft.com/office/drawing/2014/main" id="{53A25775-5FEF-4FB9-859D-43A78C74A4CD}"/>
                      </a:ext>
                    </a:extLst>
                  </p:cNvPr>
                  <p:cNvSpPr/>
                  <p:nvPr/>
                </p:nvSpPr>
                <p:spPr>
                  <a:xfrm>
                    <a:off x="6250981" y="5794355"/>
                    <a:ext cx="73899" cy="54450"/>
                  </a:xfrm>
                  <a:custGeom>
                    <a:avLst/>
                    <a:gdLst>
                      <a:gd name="connsiteX0" fmla="*/ 37327 w 73899"/>
                      <a:gd name="connsiteY0" fmla="*/ 34590 h 54450"/>
                      <a:gd name="connsiteX1" fmla="*/ 35465 w 73899"/>
                      <a:gd name="connsiteY1" fmla="*/ 46737 h 54450"/>
                      <a:gd name="connsiteX2" fmla="*/ 32849 w 73899"/>
                      <a:gd name="connsiteY2" fmla="*/ 54450 h 54450"/>
                      <a:gd name="connsiteX3" fmla="*/ 45306 w 73899"/>
                      <a:gd name="connsiteY3" fmla="*/ 35033 h 54450"/>
                      <a:gd name="connsiteX4" fmla="*/ 73900 w 73899"/>
                      <a:gd name="connsiteY4" fmla="*/ 17124 h 54450"/>
                      <a:gd name="connsiteX5" fmla="*/ 43001 w 73899"/>
                      <a:gd name="connsiteY5" fmla="*/ 30866 h 54450"/>
                      <a:gd name="connsiteX6" fmla="*/ 24338 w 73899"/>
                      <a:gd name="connsiteY6" fmla="*/ 9898 h 54450"/>
                      <a:gd name="connsiteX7" fmla="*/ 0 w 73899"/>
                      <a:gd name="connsiteY7" fmla="*/ 1475 h 54450"/>
                      <a:gd name="connsiteX8" fmla="*/ 20968 w 73899"/>
                      <a:gd name="connsiteY8" fmla="*/ 10031 h 54450"/>
                      <a:gd name="connsiteX9" fmla="*/ 37327 w 73899"/>
                      <a:gd name="connsiteY9" fmla="*/ 34590 h 54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3899" h="54450">
                        <a:moveTo>
                          <a:pt x="37327" y="34590"/>
                        </a:moveTo>
                        <a:cubicBezTo>
                          <a:pt x="37504" y="38713"/>
                          <a:pt x="36617" y="42791"/>
                          <a:pt x="35465" y="46737"/>
                        </a:cubicBezTo>
                        <a:cubicBezTo>
                          <a:pt x="34711" y="49352"/>
                          <a:pt x="33780" y="51924"/>
                          <a:pt x="32849" y="54450"/>
                        </a:cubicBezTo>
                        <a:cubicBezTo>
                          <a:pt x="36130" y="47402"/>
                          <a:pt x="39942" y="40619"/>
                          <a:pt x="45306" y="35033"/>
                        </a:cubicBezTo>
                        <a:cubicBezTo>
                          <a:pt x="53153" y="26877"/>
                          <a:pt x="63659" y="21912"/>
                          <a:pt x="73900" y="17124"/>
                        </a:cubicBezTo>
                        <a:cubicBezTo>
                          <a:pt x="63172" y="20715"/>
                          <a:pt x="52842" y="25325"/>
                          <a:pt x="43001" y="30866"/>
                        </a:cubicBezTo>
                        <a:cubicBezTo>
                          <a:pt x="45129" y="29669"/>
                          <a:pt x="26199" y="11228"/>
                          <a:pt x="24338" y="9898"/>
                        </a:cubicBezTo>
                        <a:cubicBezTo>
                          <a:pt x="20392" y="7061"/>
                          <a:pt x="3945" y="-3933"/>
                          <a:pt x="0" y="1475"/>
                        </a:cubicBezTo>
                        <a:cubicBezTo>
                          <a:pt x="5940" y="5287"/>
                          <a:pt x="14540" y="6085"/>
                          <a:pt x="20968" y="10031"/>
                        </a:cubicBezTo>
                        <a:cubicBezTo>
                          <a:pt x="29702" y="15351"/>
                          <a:pt x="36883" y="24350"/>
                          <a:pt x="37327" y="3459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83" name="Forme libre : forme 19082">
                    <a:extLst>
                      <a:ext uri="{FF2B5EF4-FFF2-40B4-BE49-F238E27FC236}">
                        <a16:creationId xmlns:a16="http://schemas.microsoft.com/office/drawing/2014/main" id="{3AC92861-7F41-405E-A346-3BE9FB011EC6}"/>
                      </a:ext>
                    </a:extLst>
                  </p:cNvPr>
                  <p:cNvSpPr/>
                  <p:nvPr/>
                </p:nvSpPr>
                <p:spPr>
                  <a:xfrm>
                    <a:off x="6279485" y="5848805"/>
                    <a:ext cx="4344" cy="9930"/>
                  </a:xfrm>
                  <a:custGeom>
                    <a:avLst/>
                    <a:gdLst>
                      <a:gd name="connsiteX0" fmla="*/ 4344 w 4344"/>
                      <a:gd name="connsiteY0" fmla="*/ 0 h 9930"/>
                      <a:gd name="connsiteX1" fmla="*/ 0 w 4344"/>
                      <a:gd name="connsiteY1" fmla="*/ 9930 h 9930"/>
                      <a:gd name="connsiteX2" fmla="*/ 4344 w 4344"/>
                      <a:gd name="connsiteY2" fmla="*/ 0 h 9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44" h="9930">
                        <a:moveTo>
                          <a:pt x="4344" y="0"/>
                        </a:moveTo>
                        <a:cubicBezTo>
                          <a:pt x="2837" y="3280"/>
                          <a:pt x="1419" y="6605"/>
                          <a:pt x="0" y="9930"/>
                        </a:cubicBezTo>
                        <a:cubicBezTo>
                          <a:pt x="1640" y="6694"/>
                          <a:pt x="3059" y="3369"/>
                          <a:pt x="4344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84" name="Forme libre : forme 19083">
                    <a:extLst>
                      <a:ext uri="{FF2B5EF4-FFF2-40B4-BE49-F238E27FC236}">
                        <a16:creationId xmlns:a16="http://schemas.microsoft.com/office/drawing/2014/main" id="{FD98B243-7B72-43AF-92E8-D00FCC24FBB3}"/>
                      </a:ext>
                    </a:extLst>
                  </p:cNvPr>
                  <p:cNvSpPr/>
                  <p:nvPr/>
                </p:nvSpPr>
                <p:spPr>
                  <a:xfrm>
                    <a:off x="6263709" y="5717763"/>
                    <a:ext cx="20178" cy="70840"/>
                  </a:xfrm>
                  <a:custGeom>
                    <a:avLst/>
                    <a:gdLst>
                      <a:gd name="connsiteX0" fmla="*/ 10457 w 20178"/>
                      <a:gd name="connsiteY0" fmla="*/ 50759 h 70840"/>
                      <a:gd name="connsiteX1" fmla="*/ 128 w 20178"/>
                      <a:gd name="connsiteY1" fmla="*/ 70841 h 70840"/>
                      <a:gd name="connsiteX2" fmla="*/ 15732 w 20178"/>
                      <a:gd name="connsiteY2" fmla="*/ 57763 h 70840"/>
                      <a:gd name="connsiteX3" fmla="*/ 19013 w 20178"/>
                      <a:gd name="connsiteY3" fmla="*/ 31386 h 70840"/>
                      <a:gd name="connsiteX4" fmla="*/ 8240 w 20178"/>
                      <a:gd name="connsiteY4" fmla="*/ 6383 h 70840"/>
                      <a:gd name="connsiteX5" fmla="*/ 4782 w 20178"/>
                      <a:gd name="connsiteY5" fmla="*/ 0 h 70840"/>
                      <a:gd name="connsiteX6" fmla="*/ 12629 w 20178"/>
                      <a:gd name="connsiteY6" fmla="*/ 25490 h 70840"/>
                      <a:gd name="connsiteX7" fmla="*/ 10457 w 20178"/>
                      <a:gd name="connsiteY7" fmla="*/ 50759 h 708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178" h="70840">
                        <a:moveTo>
                          <a:pt x="10457" y="50759"/>
                        </a:moveTo>
                        <a:cubicBezTo>
                          <a:pt x="8905" y="55414"/>
                          <a:pt x="-1247" y="67294"/>
                          <a:pt x="128" y="70841"/>
                        </a:cubicBezTo>
                        <a:cubicBezTo>
                          <a:pt x="6156" y="67737"/>
                          <a:pt x="12053" y="63526"/>
                          <a:pt x="15732" y="57763"/>
                        </a:cubicBezTo>
                        <a:cubicBezTo>
                          <a:pt x="20608" y="50094"/>
                          <a:pt x="21096" y="40252"/>
                          <a:pt x="19013" y="31386"/>
                        </a:cubicBezTo>
                        <a:cubicBezTo>
                          <a:pt x="16929" y="22520"/>
                          <a:pt x="12585" y="14408"/>
                          <a:pt x="8240" y="6383"/>
                        </a:cubicBezTo>
                        <a:cubicBezTo>
                          <a:pt x="7088" y="4256"/>
                          <a:pt x="5935" y="2128"/>
                          <a:pt x="4782" y="0"/>
                        </a:cubicBezTo>
                        <a:cubicBezTo>
                          <a:pt x="8551" y="8157"/>
                          <a:pt x="11476" y="16624"/>
                          <a:pt x="12629" y="25490"/>
                        </a:cubicBezTo>
                        <a:cubicBezTo>
                          <a:pt x="13737" y="33913"/>
                          <a:pt x="13116" y="42691"/>
                          <a:pt x="10457" y="5075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85" name="Forme libre : forme 19084">
                    <a:extLst>
                      <a:ext uri="{FF2B5EF4-FFF2-40B4-BE49-F238E27FC236}">
                        <a16:creationId xmlns:a16="http://schemas.microsoft.com/office/drawing/2014/main" id="{5C8CF10A-7E67-40BF-B0AC-0F345C34191F}"/>
                      </a:ext>
                    </a:extLst>
                  </p:cNvPr>
                  <p:cNvSpPr/>
                  <p:nvPr/>
                </p:nvSpPr>
                <p:spPr>
                  <a:xfrm>
                    <a:off x="6259271" y="5700739"/>
                    <a:ext cx="9220" cy="17023"/>
                  </a:xfrm>
                  <a:custGeom>
                    <a:avLst/>
                    <a:gdLst>
                      <a:gd name="connsiteX0" fmla="*/ 9221 w 9220"/>
                      <a:gd name="connsiteY0" fmla="*/ 17023 h 17023"/>
                      <a:gd name="connsiteX1" fmla="*/ 0 w 9220"/>
                      <a:gd name="connsiteY1" fmla="*/ 0 h 17023"/>
                      <a:gd name="connsiteX2" fmla="*/ 9221 w 9220"/>
                      <a:gd name="connsiteY2" fmla="*/ 17023 h 17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220" h="17023">
                        <a:moveTo>
                          <a:pt x="9221" y="17023"/>
                        </a:moveTo>
                        <a:cubicBezTo>
                          <a:pt x="6517" y="11171"/>
                          <a:pt x="3369" y="5497"/>
                          <a:pt x="0" y="0"/>
                        </a:cubicBezTo>
                        <a:cubicBezTo>
                          <a:pt x="3103" y="5674"/>
                          <a:pt x="6162" y="11349"/>
                          <a:pt x="9221" y="1702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86" name="Forme libre : forme 19085">
                    <a:extLst>
                      <a:ext uri="{FF2B5EF4-FFF2-40B4-BE49-F238E27FC236}">
                        <a16:creationId xmlns:a16="http://schemas.microsoft.com/office/drawing/2014/main" id="{F8221734-0050-4113-916F-D25C687B1BC1}"/>
                      </a:ext>
                    </a:extLst>
                  </p:cNvPr>
                  <p:cNvSpPr/>
                  <p:nvPr/>
                </p:nvSpPr>
                <p:spPr>
                  <a:xfrm>
                    <a:off x="6341327" y="5736958"/>
                    <a:ext cx="12146" cy="2394"/>
                  </a:xfrm>
                  <a:custGeom>
                    <a:avLst/>
                    <a:gdLst>
                      <a:gd name="connsiteX0" fmla="*/ 0 w 12146"/>
                      <a:gd name="connsiteY0" fmla="*/ 2394 h 2394"/>
                      <a:gd name="connsiteX1" fmla="*/ 12147 w 12146"/>
                      <a:gd name="connsiteY1" fmla="*/ 0 h 2394"/>
                      <a:gd name="connsiteX2" fmla="*/ 0 w 12146"/>
                      <a:gd name="connsiteY2" fmla="*/ 2394 h 2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146" h="2394">
                        <a:moveTo>
                          <a:pt x="0" y="2394"/>
                        </a:moveTo>
                        <a:cubicBezTo>
                          <a:pt x="4078" y="1862"/>
                          <a:pt x="8157" y="1020"/>
                          <a:pt x="12147" y="0"/>
                        </a:cubicBezTo>
                        <a:cubicBezTo>
                          <a:pt x="8112" y="798"/>
                          <a:pt x="4034" y="1596"/>
                          <a:pt x="0" y="239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87" name="Forme libre : forme 19086">
                    <a:extLst>
                      <a:ext uri="{FF2B5EF4-FFF2-40B4-BE49-F238E27FC236}">
                        <a16:creationId xmlns:a16="http://schemas.microsoft.com/office/drawing/2014/main" id="{79C516AC-51D4-4AF6-84A0-60ADA44ABEA4}"/>
                      </a:ext>
                    </a:extLst>
                  </p:cNvPr>
                  <p:cNvSpPr/>
                  <p:nvPr/>
                </p:nvSpPr>
                <p:spPr>
                  <a:xfrm>
                    <a:off x="6353474" y="5677333"/>
                    <a:ext cx="53285" cy="100764"/>
                  </a:xfrm>
                  <a:custGeom>
                    <a:avLst/>
                    <a:gdLst>
                      <a:gd name="connsiteX0" fmla="*/ 28948 w 53285"/>
                      <a:gd name="connsiteY0" fmla="*/ 54527 h 100764"/>
                      <a:gd name="connsiteX1" fmla="*/ 30854 w 53285"/>
                      <a:gd name="connsiteY1" fmla="*/ 56344 h 100764"/>
                      <a:gd name="connsiteX2" fmla="*/ 39676 w 53285"/>
                      <a:gd name="connsiteY2" fmla="*/ 80061 h 100764"/>
                      <a:gd name="connsiteX3" fmla="*/ 53286 w 53285"/>
                      <a:gd name="connsiteY3" fmla="*/ 100764 h 100764"/>
                      <a:gd name="connsiteX4" fmla="*/ 42380 w 53285"/>
                      <a:gd name="connsiteY4" fmla="*/ 72304 h 100764"/>
                      <a:gd name="connsiteX5" fmla="*/ 40341 w 53285"/>
                      <a:gd name="connsiteY5" fmla="*/ 48542 h 100764"/>
                      <a:gd name="connsiteX6" fmla="*/ 44774 w 53285"/>
                      <a:gd name="connsiteY6" fmla="*/ 32228 h 100764"/>
                      <a:gd name="connsiteX7" fmla="*/ 40208 w 53285"/>
                      <a:gd name="connsiteY7" fmla="*/ 0 h 100764"/>
                      <a:gd name="connsiteX8" fmla="*/ 40164 w 53285"/>
                      <a:gd name="connsiteY8" fmla="*/ 12501 h 100764"/>
                      <a:gd name="connsiteX9" fmla="*/ 35731 w 53285"/>
                      <a:gd name="connsiteY9" fmla="*/ 32716 h 100764"/>
                      <a:gd name="connsiteX10" fmla="*/ 15737 w 53285"/>
                      <a:gd name="connsiteY10" fmla="*/ 53552 h 100764"/>
                      <a:gd name="connsiteX11" fmla="*/ 0 w 53285"/>
                      <a:gd name="connsiteY11" fmla="*/ 59669 h 100764"/>
                      <a:gd name="connsiteX12" fmla="*/ 25756 w 53285"/>
                      <a:gd name="connsiteY12" fmla="*/ 54571 h 100764"/>
                      <a:gd name="connsiteX13" fmla="*/ 28948 w 53285"/>
                      <a:gd name="connsiteY13" fmla="*/ 54527 h 100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3285" h="100764">
                        <a:moveTo>
                          <a:pt x="28948" y="54527"/>
                        </a:moveTo>
                        <a:cubicBezTo>
                          <a:pt x="29746" y="54882"/>
                          <a:pt x="30322" y="55591"/>
                          <a:pt x="30854" y="56344"/>
                        </a:cubicBezTo>
                        <a:cubicBezTo>
                          <a:pt x="35731" y="63304"/>
                          <a:pt x="37282" y="71905"/>
                          <a:pt x="39676" y="80061"/>
                        </a:cubicBezTo>
                        <a:cubicBezTo>
                          <a:pt x="42070" y="88174"/>
                          <a:pt x="45882" y="96641"/>
                          <a:pt x="53286" y="100764"/>
                        </a:cubicBezTo>
                        <a:cubicBezTo>
                          <a:pt x="46769" y="92829"/>
                          <a:pt x="44464" y="82367"/>
                          <a:pt x="42380" y="72304"/>
                        </a:cubicBezTo>
                        <a:cubicBezTo>
                          <a:pt x="40740" y="64457"/>
                          <a:pt x="39100" y="56433"/>
                          <a:pt x="40341" y="48542"/>
                        </a:cubicBezTo>
                        <a:cubicBezTo>
                          <a:pt x="41228" y="42956"/>
                          <a:pt x="43489" y="37726"/>
                          <a:pt x="44774" y="32228"/>
                        </a:cubicBezTo>
                        <a:cubicBezTo>
                          <a:pt x="46459" y="25224"/>
                          <a:pt x="48321" y="3768"/>
                          <a:pt x="40208" y="0"/>
                        </a:cubicBezTo>
                        <a:cubicBezTo>
                          <a:pt x="40341" y="4167"/>
                          <a:pt x="40474" y="8334"/>
                          <a:pt x="40164" y="12501"/>
                        </a:cubicBezTo>
                        <a:cubicBezTo>
                          <a:pt x="39676" y="19417"/>
                          <a:pt x="38568" y="26377"/>
                          <a:pt x="35731" y="32716"/>
                        </a:cubicBezTo>
                        <a:cubicBezTo>
                          <a:pt x="31696" y="41627"/>
                          <a:pt x="24293" y="48764"/>
                          <a:pt x="15737" y="53552"/>
                        </a:cubicBezTo>
                        <a:cubicBezTo>
                          <a:pt x="10772" y="56300"/>
                          <a:pt x="5453" y="58251"/>
                          <a:pt x="0" y="59669"/>
                        </a:cubicBezTo>
                        <a:cubicBezTo>
                          <a:pt x="8600" y="57985"/>
                          <a:pt x="17156" y="56256"/>
                          <a:pt x="25756" y="54571"/>
                        </a:cubicBezTo>
                        <a:cubicBezTo>
                          <a:pt x="26820" y="54305"/>
                          <a:pt x="27973" y="54084"/>
                          <a:pt x="28948" y="5452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88" name="Forme libre : forme 19087">
                    <a:extLst>
                      <a:ext uri="{FF2B5EF4-FFF2-40B4-BE49-F238E27FC236}">
                        <a16:creationId xmlns:a16="http://schemas.microsoft.com/office/drawing/2014/main" id="{93CC0918-3214-425D-A168-0BB45EDC08B8}"/>
                      </a:ext>
                    </a:extLst>
                  </p:cNvPr>
                  <p:cNvSpPr/>
                  <p:nvPr/>
                </p:nvSpPr>
                <p:spPr>
                  <a:xfrm>
                    <a:off x="6363803" y="5783963"/>
                    <a:ext cx="79884" cy="54513"/>
                  </a:xfrm>
                  <a:custGeom>
                    <a:avLst/>
                    <a:gdLst>
                      <a:gd name="connsiteX0" fmla="*/ 58916 w 79884"/>
                      <a:gd name="connsiteY0" fmla="*/ 341 h 54513"/>
                      <a:gd name="connsiteX1" fmla="*/ 30411 w 79884"/>
                      <a:gd name="connsiteY1" fmla="*/ 5483 h 54513"/>
                      <a:gd name="connsiteX2" fmla="*/ 9088 w 79884"/>
                      <a:gd name="connsiteY2" fmla="*/ 26008 h 54513"/>
                      <a:gd name="connsiteX3" fmla="*/ 0 w 79884"/>
                      <a:gd name="connsiteY3" fmla="*/ 54513 h 54513"/>
                      <a:gd name="connsiteX4" fmla="*/ 26820 w 79884"/>
                      <a:gd name="connsiteY4" fmla="*/ 11512 h 54513"/>
                      <a:gd name="connsiteX5" fmla="*/ 52178 w 79884"/>
                      <a:gd name="connsiteY5" fmla="*/ 4330 h 54513"/>
                      <a:gd name="connsiteX6" fmla="*/ 79884 w 79884"/>
                      <a:gd name="connsiteY6" fmla="*/ 3045 h 54513"/>
                      <a:gd name="connsiteX7" fmla="*/ 58916 w 79884"/>
                      <a:gd name="connsiteY7" fmla="*/ 341 h 54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9884" h="54513">
                        <a:moveTo>
                          <a:pt x="58916" y="341"/>
                        </a:moveTo>
                        <a:cubicBezTo>
                          <a:pt x="49208" y="873"/>
                          <a:pt x="39277" y="1449"/>
                          <a:pt x="30411" y="5483"/>
                        </a:cubicBezTo>
                        <a:cubicBezTo>
                          <a:pt x="21279" y="9650"/>
                          <a:pt x="14009" y="17231"/>
                          <a:pt x="9088" y="26008"/>
                        </a:cubicBezTo>
                        <a:cubicBezTo>
                          <a:pt x="4167" y="34742"/>
                          <a:pt x="1507" y="44583"/>
                          <a:pt x="0" y="54513"/>
                        </a:cubicBezTo>
                        <a:cubicBezTo>
                          <a:pt x="5098" y="37978"/>
                          <a:pt x="11969" y="20378"/>
                          <a:pt x="26820" y="11512"/>
                        </a:cubicBezTo>
                        <a:cubicBezTo>
                          <a:pt x="34401" y="6990"/>
                          <a:pt x="43356" y="5261"/>
                          <a:pt x="52178" y="4330"/>
                        </a:cubicBezTo>
                        <a:cubicBezTo>
                          <a:pt x="60689" y="3399"/>
                          <a:pt x="71905" y="5571"/>
                          <a:pt x="79884" y="3045"/>
                        </a:cubicBezTo>
                        <a:cubicBezTo>
                          <a:pt x="74210" y="-901"/>
                          <a:pt x="65433" y="-14"/>
                          <a:pt x="58916" y="34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89" name="Forme libre : forme 19088">
                    <a:extLst>
                      <a:ext uri="{FF2B5EF4-FFF2-40B4-BE49-F238E27FC236}">
                        <a16:creationId xmlns:a16="http://schemas.microsoft.com/office/drawing/2014/main" id="{0A66FF74-F656-4FC4-A7C7-4EF7BA5BB430}"/>
                      </a:ext>
                    </a:extLst>
                  </p:cNvPr>
                  <p:cNvSpPr/>
                  <p:nvPr/>
                </p:nvSpPr>
                <p:spPr>
                  <a:xfrm>
                    <a:off x="6492939" y="5701937"/>
                    <a:ext cx="14053" cy="9398"/>
                  </a:xfrm>
                  <a:custGeom>
                    <a:avLst/>
                    <a:gdLst>
                      <a:gd name="connsiteX0" fmla="*/ 11393 w 14053"/>
                      <a:gd name="connsiteY0" fmla="*/ 2704 h 9398"/>
                      <a:gd name="connsiteX1" fmla="*/ 14053 w 14053"/>
                      <a:gd name="connsiteY1" fmla="*/ 0 h 9398"/>
                      <a:gd name="connsiteX2" fmla="*/ 0 w 14053"/>
                      <a:gd name="connsiteY2" fmla="*/ 9398 h 9398"/>
                      <a:gd name="connsiteX3" fmla="*/ 11393 w 14053"/>
                      <a:gd name="connsiteY3" fmla="*/ 2704 h 9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053" h="9398">
                        <a:moveTo>
                          <a:pt x="11393" y="2704"/>
                        </a:moveTo>
                        <a:cubicBezTo>
                          <a:pt x="12280" y="1773"/>
                          <a:pt x="13166" y="887"/>
                          <a:pt x="14053" y="0"/>
                        </a:cubicBezTo>
                        <a:cubicBezTo>
                          <a:pt x="9177" y="2748"/>
                          <a:pt x="4477" y="5941"/>
                          <a:pt x="0" y="9398"/>
                        </a:cubicBezTo>
                        <a:cubicBezTo>
                          <a:pt x="3857" y="7270"/>
                          <a:pt x="7847" y="5187"/>
                          <a:pt x="11393" y="270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90" name="Forme libre : forme 19089">
                    <a:extLst>
                      <a:ext uri="{FF2B5EF4-FFF2-40B4-BE49-F238E27FC236}">
                        <a16:creationId xmlns:a16="http://schemas.microsoft.com/office/drawing/2014/main" id="{2915DD46-8A82-4BFE-8091-F195235ADD42}"/>
                      </a:ext>
                    </a:extLst>
                  </p:cNvPr>
                  <p:cNvSpPr/>
                  <p:nvPr/>
                </p:nvSpPr>
                <p:spPr>
                  <a:xfrm>
                    <a:off x="6506992" y="5657118"/>
                    <a:ext cx="65742" cy="44818"/>
                  </a:xfrm>
                  <a:custGeom>
                    <a:avLst/>
                    <a:gdLst>
                      <a:gd name="connsiteX0" fmla="*/ 65743 w 65742"/>
                      <a:gd name="connsiteY0" fmla="*/ 41804 h 44818"/>
                      <a:gd name="connsiteX1" fmla="*/ 31209 w 65742"/>
                      <a:gd name="connsiteY1" fmla="*/ 31342 h 44818"/>
                      <a:gd name="connsiteX2" fmla="*/ 28106 w 65742"/>
                      <a:gd name="connsiteY2" fmla="*/ 30722 h 44818"/>
                      <a:gd name="connsiteX3" fmla="*/ 26421 w 65742"/>
                      <a:gd name="connsiteY3" fmla="*/ 27707 h 44818"/>
                      <a:gd name="connsiteX4" fmla="*/ 17821 w 65742"/>
                      <a:gd name="connsiteY4" fmla="*/ 0 h 44818"/>
                      <a:gd name="connsiteX5" fmla="*/ 16314 w 65742"/>
                      <a:gd name="connsiteY5" fmla="*/ 11881 h 44818"/>
                      <a:gd name="connsiteX6" fmla="*/ 13610 w 65742"/>
                      <a:gd name="connsiteY6" fmla="*/ 25668 h 44818"/>
                      <a:gd name="connsiteX7" fmla="*/ 0 w 65742"/>
                      <a:gd name="connsiteY7" fmla="*/ 44819 h 44818"/>
                      <a:gd name="connsiteX8" fmla="*/ 18220 w 65742"/>
                      <a:gd name="connsiteY8" fmla="*/ 36972 h 44818"/>
                      <a:gd name="connsiteX9" fmla="*/ 65743 w 65742"/>
                      <a:gd name="connsiteY9" fmla="*/ 41804 h 44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5742" h="44818">
                        <a:moveTo>
                          <a:pt x="65743" y="41804"/>
                        </a:moveTo>
                        <a:cubicBezTo>
                          <a:pt x="55502" y="35199"/>
                          <a:pt x="43400" y="31475"/>
                          <a:pt x="31209" y="31342"/>
                        </a:cubicBezTo>
                        <a:cubicBezTo>
                          <a:pt x="30145" y="31342"/>
                          <a:pt x="28992" y="31342"/>
                          <a:pt x="28106" y="30722"/>
                        </a:cubicBezTo>
                        <a:cubicBezTo>
                          <a:pt x="27131" y="30057"/>
                          <a:pt x="26776" y="28860"/>
                          <a:pt x="26421" y="27707"/>
                        </a:cubicBezTo>
                        <a:cubicBezTo>
                          <a:pt x="23983" y="19373"/>
                          <a:pt x="22564" y="7004"/>
                          <a:pt x="17821" y="0"/>
                        </a:cubicBezTo>
                        <a:cubicBezTo>
                          <a:pt x="14274" y="1729"/>
                          <a:pt x="16491" y="8467"/>
                          <a:pt x="16314" y="11881"/>
                        </a:cubicBezTo>
                        <a:cubicBezTo>
                          <a:pt x="16092" y="16580"/>
                          <a:pt x="15161" y="21235"/>
                          <a:pt x="13610" y="25668"/>
                        </a:cubicBezTo>
                        <a:cubicBezTo>
                          <a:pt x="10639" y="34046"/>
                          <a:pt x="5719" y="39056"/>
                          <a:pt x="0" y="44819"/>
                        </a:cubicBezTo>
                        <a:cubicBezTo>
                          <a:pt x="5763" y="41538"/>
                          <a:pt x="11836" y="38834"/>
                          <a:pt x="18220" y="36972"/>
                        </a:cubicBezTo>
                        <a:cubicBezTo>
                          <a:pt x="33913" y="32406"/>
                          <a:pt x="51911" y="33603"/>
                          <a:pt x="65743" y="4180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91" name="Forme libre : forme 19090">
                    <a:extLst>
                      <a:ext uri="{FF2B5EF4-FFF2-40B4-BE49-F238E27FC236}">
                        <a16:creationId xmlns:a16="http://schemas.microsoft.com/office/drawing/2014/main" id="{9C625AED-C7DC-497A-8DA1-4FB6300BA9C3}"/>
                      </a:ext>
                    </a:extLst>
                  </p:cNvPr>
                  <p:cNvSpPr/>
                  <p:nvPr/>
                </p:nvSpPr>
                <p:spPr>
                  <a:xfrm>
                    <a:off x="6475384" y="5711379"/>
                    <a:ext cx="17554" cy="15870"/>
                  </a:xfrm>
                  <a:custGeom>
                    <a:avLst/>
                    <a:gdLst>
                      <a:gd name="connsiteX0" fmla="*/ 0 w 17554"/>
                      <a:gd name="connsiteY0" fmla="*/ 15871 h 15870"/>
                      <a:gd name="connsiteX1" fmla="*/ 17555 w 17554"/>
                      <a:gd name="connsiteY1" fmla="*/ 0 h 15870"/>
                      <a:gd name="connsiteX2" fmla="*/ 0 w 17554"/>
                      <a:gd name="connsiteY2" fmla="*/ 15871 h 15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54" h="15870">
                        <a:moveTo>
                          <a:pt x="0" y="15871"/>
                        </a:moveTo>
                        <a:cubicBezTo>
                          <a:pt x="5497" y="10241"/>
                          <a:pt x="11304" y="4832"/>
                          <a:pt x="17555" y="0"/>
                        </a:cubicBezTo>
                        <a:cubicBezTo>
                          <a:pt x="10152" y="4034"/>
                          <a:pt x="3103" y="8334"/>
                          <a:pt x="0" y="1587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92" name="Forme libre : forme 19091">
                    <a:extLst>
                      <a:ext uri="{FF2B5EF4-FFF2-40B4-BE49-F238E27FC236}">
                        <a16:creationId xmlns:a16="http://schemas.microsoft.com/office/drawing/2014/main" id="{949D4815-C24D-4112-85A4-729BE3A4A189}"/>
                      </a:ext>
                    </a:extLst>
                  </p:cNvPr>
                  <p:cNvSpPr/>
                  <p:nvPr/>
                </p:nvSpPr>
                <p:spPr>
                  <a:xfrm>
                    <a:off x="6572735" y="5698922"/>
                    <a:ext cx="8954" cy="6959"/>
                  </a:xfrm>
                  <a:custGeom>
                    <a:avLst/>
                    <a:gdLst>
                      <a:gd name="connsiteX0" fmla="*/ 0 w 8954"/>
                      <a:gd name="connsiteY0" fmla="*/ 0 h 6959"/>
                      <a:gd name="connsiteX1" fmla="*/ 8955 w 8954"/>
                      <a:gd name="connsiteY1" fmla="*/ 6960 h 6959"/>
                      <a:gd name="connsiteX2" fmla="*/ 0 w 8954"/>
                      <a:gd name="connsiteY2" fmla="*/ 0 h 6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954" h="6959">
                        <a:moveTo>
                          <a:pt x="0" y="0"/>
                        </a:moveTo>
                        <a:cubicBezTo>
                          <a:pt x="3192" y="2039"/>
                          <a:pt x="6206" y="4344"/>
                          <a:pt x="8955" y="6960"/>
                        </a:cubicBezTo>
                        <a:cubicBezTo>
                          <a:pt x="6251" y="4211"/>
                          <a:pt x="3236" y="190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93" name="Forme libre : forme 19092">
                    <a:extLst>
                      <a:ext uri="{FF2B5EF4-FFF2-40B4-BE49-F238E27FC236}">
                        <a16:creationId xmlns:a16="http://schemas.microsoft.com/office/drawing/2014/main" id="{8EB84723-93E1-4554-996A-33C72CE5A8A8}"/>
                      </a:ext>
                    </a:extLst>
                  </p:cNvPr>
                  <p:cNvSpPr/>
                  <p:nvPr/>
                </p:nvSpPr>
                <p:spPr>
                  <a:xfrm>
                    <a:off x="6553362" y="5829051"/>
                    <a:ext cx="3989" cy="348"/>
                  </a:xfrm>
                  <a:custGeom>
                    <a:avLst/>
                    <a:gdLst>
                      <a:gd name="connsiteX0" fmla="*/ 3990 w 3989"/>
                      <a:gd name="connsiteY0" fmla="*/ 337 h 348"/>
                      <a:gd name="connsiteX1" fmla="*/ 0 w 3989"/>
                      <a:gd name="connsiteY1" fmla="*/ 27 h 348"/>
                      <a:gd name="connsiteX2" fmla="*/ 3990 w 3989"/>
                      <a:gd name="connsiteY2" fmla="*/ 337 h 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9" h="348">
                        <a:moveTo>
                          <a:pt x="3990" y="337"/>
                        </a:moveTo>
                        <a:cubicBezTo>
                          <a:pt x="2704" y="72"/>
                          <a:pt x="1374" y="-61"/>
                          <a:pt x="0" y="27"/>
                        </a:cubicBezTo>
                        <a:cubicBezTo>
                          <a:pt x="1330" y="293"/>
                          <a:pt x="2660" y="382"/>
                          <a:pt x="3990" y="33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94" name="Forme libre : forme 19093">
                    <a:extLst>
                      <a:ext uri="{FF2B5EF4-FFF2-40B4-BE49-F238E27FC236}">
                        <a16:creationId xmlns:a16="http://schemas.microsoft.com/office/drawing/2014/main" id="{A96C880D-68C2-424E-9B12-0244A2AC4EDA}"/>
                      </a:ext>
                    </a:extLst>
                  </p:cNvPr>
                  <p:cNvSpPr/>
                  <p:nvPr/>
                </p:nvSpPr>
                <p:spPr>
                  <a:xfrm>
                    <a:off x="6557352" y="5752917"/>
                    <a:ext cx="54316" cy="121733"/>
                  </a:xfrm>
                  <a:custGeom>
                    <a:avLst/>
                    <a:gdLst>
                      <a:gd name="connsiteX0" fmla="*/ 0 w 54316"/>
                      <a:gd name="connsiteY0" fmla="*/ 76471 h 121733"/>
                      <a:gd name="connsiteX1" fmla="*/ 13831 w 54316"/>
                      <a:gd name="connsiteY1" fmla="*/ 86224 h 121733"/>
                      <a:gd name="connsiteX2" fmla="*/ 22431 w 54316"/>
                      <a:gd name="connsiteY2" fmla="*/ 105729 h 121733"/>
                      <a:gd name="connsiteX3" fmla="*/ 31209 w 54316"/>
                      <a:gd name="connsiteY3" fmla="*/ 121733 h 121733"/>
                      <a:gd name="connsiteX4" fmla="*/ 25446 w 54316"/>
                      <a:gd name="connsiteY4" fmla="*/ 101341 h 121733"/>
                      <a:gd name="connsiteX5" fmla="*/ 17289 w 54316"/>
                      <a:gd name="connsiteY5" fmla="*/ 81613 h 121733"/>
                      <a:gd name="connsiteX6" fmla="*/ 17112 w 54316"/>
                      <a:gd name="connsiteY6" fmla="*/ 78998 h 121733"/>
                      <a:gd name="connsiteX7" fmla="*/ 19239 w 54316"/>
                      <a:gd name="connsiteY7" fmla="*/ 76028 h 121733"/>
                      <a:gd name="connsiteX8" fmla="*/ 36928 w 54316"/>
                      <a:gd name="connsiteY8" fmla="*/ 59537 h 121733"/>
                      <a:gd name="connsiteX9" fmla="*/ 49296 w 54316"/>
                      <a:gd name="connsiteY9" fmla="*/ 45528 h 121733"/>
                      <a:gd name="connsiteX10" fmla="*/ 53906 w 54316"/>
                      <a:gd name="connsiteY10" fmla="*/ 19506 h 121733"/>
                      <a:gd name="connsiteX11" fmla="*/ 47124 w 54316"/>
                      <a:gd name="connsiteY11" fmla="*/ 0 h 121733"/>
                      <a:gd name="connsiteX12" fmla="*/ 44863 w 54316"/>
                      <a:gd name="connsiteY12" fmla="*/ 32938 h 121733"/>
                      <a:gd name="connsiteX13" fmla="*/ 19860 w 54316"/>
                      <a:gd name="connsiteY13" fmla="*/ 67117 h 121733"/>
                      <a:gd name="connsiteX14" fmla="*/ 0 w 54316"/>
                      <a:gd name="connsiteY14" fmla="*/ 76471 h 121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4316" h="121733">
                        <a:moveTo>
                          <a:pt x="0" y="76471"/>
                        </a:moveTo>
                        <a:cubicBezTo>
                          <a:pt x="5541" y="77579"/>
                          <a:pt x="10551" y="81480"/>
                          <a:pt x="13831" y="86224"/>
                        </a:cubicBezTo>
                        <a:cubicBezTo>
                          <a:pt x="17910" y="92076"/>
                          <a:pt x="19993" y="99036"/>
                          <a:pt x="22431" y="105729"/>
                        </a:cubicBezTo>
                        <a:cubicBezTo>
                          <a:pt x="24515" y="111492"/>
                          <a:pt x="27131" y="117211"/>
                          <a:pt x="31209" y="121733"/>
                        </a:cubicBezTo>
                        <a:cubicBezTo>
                          <a:pt x="27175" y="116280"/>
                          <a:pt x="27441" y="108168"/>
                          <a:pt x="25446" y="101341"/>
                        </a:cubicBezTo>
                        <a:cubicBezTo>
                          <a:pt x="23495" y="94470"/>
                          <a:pt x="18974" y="88529"/>
                          <a:pt x="17289" y="81613"/>
                        </a:cubicBezTo>
                        <a:cubicBezTo>
                          <a:pt x="17067" y="80771"/>
                          <a:pt x="16890" y="79840"/>
                          <a:pt x="17112" y="78998"/>
                        </a:cubicBezTo>
                        <a:cubicBezTo>
                          <a:pt x="17378" y="77801"/>
                          <a:pt x="18353" y="76870"/>
                          <a:pt x="19239" y="76028"/>
                        </a:cubicBezTo>
                        <a:cubicBezTo>
                          <a:pt x="25136" y="70531"/>
                          <a:pt x="31032" y="65034"/>
                          <a:pt x="36928" y="59537"/>
                        </a:cubicBezTo>
                        <a:cubicBezTo>
                          <a:pt x="41494" y="55281"/>
                          <a:pt x="46148" y="50936"/>
                          <a:pt x="49296" y="45528"/>
                        </a:cubicBezTo>
                        <a:cubicBezTo>
                          <a:pt x="53862" y="37814"/>
                          <a:pt x="55059" y="28416"/>
                          <a:pt x="53906" y="19506"/>
                        </a:cubicBezTo>
                        <a:cubicBezTo>
                          <a:pt x="53197" y="13876"/>
                          <a:pt x="51912" y="3768"/>
                          <a:pt x="47124" y="0"/>
                        </a:cubicBezTo>
                        <a:cubicBezTo>
                          <a:pt x="48232" y="11482"/>
                          <a:pt x="48986" y="21678"/>
                          <a:pt x="44863" y="32938"/>
                        </a:cubicBezTo>
                        <a:cubicBezTo>
                          <a:pt x="39942" y="46326"/>
                          <a:pt x="30721" y="57852"/>
                          <a:pt x="19860" y="67117"/>
                        </a:cubicBezTo>
                        <a:cubicBezTo>
                          <a:pt x="14142" y="71905"/>
                          <a:pt x="7226" y="76338"/>
                          <a:pt x="0" y="7647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95" name="Forme libre : forme 19094">
                    <a:extLst>
                      <a:ext uri="{FF2B5EF4-FFF2-40B4-BE49-F238E27FC236}">
                        <a16:creationId xmlns:a16="http://schemas.microsoft.com/office/drawing/2014/main" id="{C3B4BE5C-B039-4E3C-94C2-CFF5AEA63C27}"/>
                      </a:ext>
                    </a:extLst>
                  </p:cNvPr>
                  <p:cNvSpPr/>
                  <p:nvPr/>
                </p:nvSpPr>
                <p:spPr>
                  <a:xfrm>
                    <a:off x="6588561" y="5874650"/>
                    <a:ext cx="2039" cy="2172"/>
                  </a:xfrm>
                  <a:custGeom>
                    <a:avLst/>
                    <a:gdLst>
                      <a:gd name="connsiteX0" fmla="*/ 0 w 2039"/>
                      <a:gd name="connsiteY0" fmla="*/ 0 h 2172"/>
                      <a:gd name="connsiteX1" fmla="*/ 2039 w 2039"/>
                      <a:gd name="connsiteY1" fmla="*/ 2172 h 2172"/>
                      <a:gd name="connsiteX2" fmla="*/ 0 w 2039"/>
                      <a:gd name="connsiteY2" fmla="*/ 0 h 2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39" h="2172">
                        <a:moveTo>
                          <a:pt x="0" y="0"/>
                        </a:moveTo>
                        <a:cubicBezTo>
                          <a:pt x="576" y="798"/>
                          <a:pt x="1241" y="1507"/>
                          <a:pt x="2039" y="2172"/>
                        </a:cubicBezTo>
                        <a:cubicBezTo>
                          <a:pt x="1286" y="1507"/>
                          <a:pt x="665" y="75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96" name="Forme libre : forme 19095">
                    <a:extLst>
                      <a:ext uri="{FF2B5EF4-FFF2-40B4-BE49-F238E27FC236}">
                        <a16:creationId xmlns:a16="http://schemas.microsoft.com/office/drawing/2014/main" id="{FFBC6895-1817-49C6-A708-B514962AFCD9}"/>
                      </a:ext>
                    </a:extLst>
                  </p:cNvPr>
                  <p:cNvSpPr/>
                  <p:nvPr/>
                </p:nvSpPr>
                <p:spPr>
                  <a:xfrm>
                    <a:off x="6625932" y="5634598"/>
                    <a:ext cx="52266" cy="78509"/>
                  </a:xfrm>
                  <a:custGeom>
                    <a:avLst/>
                    <a:gdLst>
                      <a:gd name="connsiteX0" fmla="*/ 28283 w 52266"/>
                      <a:gd name="connsiteY0" fmla="*/ 57497 h 78509"/>
                      <a:gd name="connsiteX1" fmla="*/ 36041 w 52266"/>
                      <a:gd name="connsiteY1" fmla="*/ 66319 h 78509"/>
                      <a:gd name="connsiteX2" fmla="*/ 38346 w 52266"/>
                      <a:gd name="connsiteY2" fmla="*/ 78510 h 78509"/>
                      <a:gd name="connsiteX3" fmla="*/ 52266 w 52266"/>
                      <a:gd name="connsiteY3" fmla="*/ 26909 h 78509"/>
                      <a:gd name="connsiteX4" fmla="*/ 33381 w 52266"/>
                      <a:gd name="connsiteY4" fmla="*/ 46991 h 78509"/>
                      <a:gd name="connsiteX5" fmla="*/ 29525 w 52266"/>
                      <a:gd name="connsiteY5" fmla="*/ 49872 h 78509"/>
                      <a:gd name="connsiteX6" fmla="*/ 26288 w 52266"/>
                      <a:gd name="connsiteY6" fmla="*/ 48143 h 78509"/>
                      <a:gd name="connsiteX7" fmla="*/ 12324 w 52266"/>
                      <a:gd name="connsiteY7" fmla="*/ 32583 h 78509"/>
                      <a:gd name="connsiteX8" fmla="*/ 0 w 52266"/>
                      <a:gd name="connsiteY8" fmla="*/ 0 h 78509"/>
                      <a:gd name="connsiteX9" fmla="*/ 28283 w 52266"/>
                      <a:gd name="connsiteY9" fmla="*/ 57497 h 78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2266" h="78509">
                        <a:moveTo>
                          <a:pt x="28283" y="57497"/>
                        </a:moveTo>
                        <a:cubicBezTo>
                          <a:pt x="31342" y="60024"/>
                          <a:pt x="34756" y="62595"/>
                          <a:pt x="36041" y="66319"/>
                        </a:cubicBezTo>
                        <a:cubicBezTo>
                          <a:pt x="37415" y="70264"/>
                          <a:pt x="36174" y="74963"/>
                          <a:pt x="38346" y="78510"/>
                        </a:cubicBezTo>
                        <a:cubicBezTo>
                          <a:pt x="35376" y="60689"/>
                          <a:pt x="40696" y="41051"/>
                          <a:pt x="52266" y="26909"/>
                        </a:cubicBezTo>
                        <a:cubicBezTo>
                          <a:pt x="45617" y="33159"/>
                          <a:pt x="38923" y="39277"/>
                          <a:pt x="33381" y="46991"/>
                        </a:cubicBezTo>
                        <a:cubicBezTo>
                          <a:pt x="32406" y="48321"/>
                          <a:pt x="31209" y="49872"/>
                          <a:pt x="29525" y="49872"/>
                        </a:cubicBezTo>
                        <a:cubicBezTo>
                          <a:pt x="28283" y="49872"/>
                          <a:pt x="27219" y="48985"/>
                          <a:pt x="26288" y="48143"/>
                        </a:cubicBezTo>
                        <a:cubicBezTo>
                          <a:pt x="21102" y="43444"/>
                          <a:pt x="15826" y="38656"/>
                          <a:pt x="12324" y="32583"/>
                        </a:cubicBezTo>
                        <a:cubicBezTo>
                          <a:pt x="6472" y="22476"/>
                          <a:pt x="6118" y="9886"/>
                          <a:pt x="0" y="0"/>
                        </a:cubicBezTo>
                        <a:cubicBezTo>
                          <a:pt x="842" y="21944"/>
                          <a:pt x="11393" y="43400"/>
                          <a:pt x="28283" y="5749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97" name="Forme libre : forme 19096">
                    <a:extLst>
                      <a:ext uri="{FF2B5EF4-FFF2-40B4-BE49-F238E27FC236}">
                        <a16:creationId xmlns:a16="http://schemas.microsoft.com/office/drawing/2014/main" id="{FB8A415E-4734-421E-B1F3-E505BA138D04}"/>
                      </a:ext>
                    </a:extLst>
                  </p:cNvPr>
                  <p:cNvSpPr/>
                  <p:nvPr/>
                </p:nvSpPr>
                <p:spPr>
                  <a:xfrm>
                    <a:off x="6678242" y="5652596"/>
                    <a:ext cx="9132" cy="8954"/>
                  </a:xfrm>
                  <a:custGeom>
                    <a:avLst/>
                    <a:gdLst>
                      <a:gd name="connsiteX0" fmla="*/ 9132 w 9132"/>
                      <a:gd name="connsiteY0" fmla="*/ 0 h 8954"/>
                      <a:gd name="connsiteX1" fmla="*/ 0 w 9132"/>
                      <a:gd name="connsiteY1" fmla="*/ 8955 h 8954"/>
                      <a:gd name="connsiteX2" fmla="*/ 9132 w 9132"/>
                      <a:gd name="connsiteY2" fmla="*/ 0 h 8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132" h="8954">
                        <a:moveTo>
                          <a:pt x="9132" y="0"/>
                        </a:moveTo>
                        <a:cubicBezTo>
                          <a:pt x="5763" y="2616"/>
                          <a:pt x="2704" y="5630"/>
                          <a:pt x="0" y="8955"/>
                        </a:cubicBezTo>
                        <a:cubicBezTo>
                          <a:pt x="3059" y="6029"/>
                          <a:pt x="6162" y="3103"/>
                          <a:pt x="913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98" name="Forme libre : forme 19097">
                    <a:extLst>
                      <a:ext uri="{FF2B5EF4-FFF2-40B4-BE49-F238E27FC236}">
                        <a16:creationId xmlns:a16="http://schemas.microsoft.com/office/drawing/2014/main" id="{2C988614-99CA-4B1F-8FBD-EC2EDB245AFD}"/>
                      </a:ext>
                    </a:extLst>
                  </p:cNvPr>
                  <p:cNvSpPr/>
                  <p:nvPr/>
                </p:nvSpPr>
                <p:spPr>
                  <a:xfrm>
                    <a:off x="6686444" y="5751995"/>
                    <a:ext cx="63082" cy="117114"/>
                  </a:xfrm>
                  <a:custGeom>
                    <a:avLst/>
                    <a:gdLst>
                      <a:gd name="connsiteX0" fmla="*/ 31564 w 63082"/>
                      <a:gd name="connsiteY0" fmla="*/ 67862 h 117114"/>
                      <a:gd name="connsiteX1" fmla="*/ 31431 w 63082"/>
                      <a:gd name="connsiteY1" fmla="*/ 103682 h 117114"/>
                      <a:gd name="connsiteX2" fmla="*/ 39056 w 63082"/>
                      <a:gd name="connsiteY2" fmla="*/ 48889 h 117114"/>
                      <a:gd name="connsiteX3" fmla="*/ 41272 w 63082"/>
                      <a:gd name="connsiteY3" fmla="*/ 43081 h 117114"/>
                      <a:gd name="connsiteX4" fmla="*/ 46991 w 63082"/>
                      <a:gd name="connsiteY4" fmla="*/ 39712 h 117114"/>
                      <a:gd name="connsiteX5" fmla="*/ 63083 w 63082"/>
                      <a:gd name="connsiteY5" fmla="*/ 33594 h 117114"/>
                      <a:gd name="connsiteX6" fmla="*/ 41228 w 63082"/>
                      <a:gd name="connsiteY6" fmla="*/ 40067 h 117114"/>
                      <a:gd name="connsiteX7" fmla="*/ 33869 w 63082"/>
                      <a:gd name="connsiteY7" fmla="*/ 43037 h 117114"/>
                      <a:gd name="connsiteX8" fmla="*/ 28460 w 63082"/>
                      <a:gd name="connsiteY8" fmla="*/ 15064 h 117114"/>
                      <a:gd name="connsiteX9" fmla="*/ 20924 w 63082"/>
                      <a:gd name="connsiteY9" fmla="*/ 6686 h 117114"/>
                      <a:gd name="connsiteX10" fmla="*/ 5364 w 63082"/>
                      <a:gd name="connsiteY10" fmla="*/ 1721 h 117114"/>
                      <a:gd name="connsiteX11" fmla="*/ 17466 w 63082"/>
                      <a:gd name="connsiteY11" fmla="*/ 11695 h 117114"/>
                      <a:gd name="connsiteX12" fmla="*/ 25801 w 63082"/>
                      <a:gd name="connsiteY12" fmla="*/ 35368 h 117114"/>
                      <a:gd name="connsiteX13" fmla="*/ 0 w 63082"/>
                      <a:gd name="connsiteY13" fmla="*/ 117114 h 117114"/>
                      <a:gd name="connsiteX14" fmla="*/ 31564 w 63082"/>
                      <a:gd name="connsiteY14" fmla="*/ 67862 h 117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3082" h="117114">
                        <a:moveTo>
                          <a:pt x="31564" y="67862"/>
                        </a:moveTo>
                        <a:cubicBezTo>
                          <a:pt x="29436" y="79743"/>
                          <a:pt x="27308" y="92333"/>
                          <a:pt x="31431" y="103682"/>
                        </a:cubicBezTo>
                        <a:cubicBezTo>
                          <a:pt x="32849" y="85284"/>
                          <a:pt x="35376" y="66976"/>
                          <a:pt x="39056" y="48889"/>
                        </a:cubicBezTo>
                        <a:cubicBezTo>
                          <a:pt x="39455" y="46849"/>
                          <a:pt x="39942" y="44677"/>
                          <a:pt x="41272" y="43081"/>
                        </a:cubicBezTo>
                        <a:cubicBezTo>
                          <a:pt x="42691" y="41352"/>
                          <a:pt x="44907" y="40510"/>
                          <a:pt x="46991" y="39712"/>
                        </a:cubicBezTo>
                        <a:cubicBezTo>
                          <a:pt x="52355" y="37673"/>
                          <a:pt x="57719" y="35634"/>
                          <a:pt x="63083" y="33594"/>
                        </a:cubicBezTo>
                        <a:cubicBezTo>
                          <a:pt x="55325" y="33018"/>
                          <a:pt x="47390" y="35368"/>
                          <a:pt x="41228" y="40067"/>
                        </a:cubicBezTo>
                        <a:cubicBezTo>
                          <a:pt x="39056" y="41707"/>
                          <a:pt x="36529" y="43791"/>
                          <a:pt x="33869" y="43037"/>
                        </a:cubicBezTo>
                        <a:cubicBezTo>
                          <a:pt x="27707" y="35590"/>
                          <a:pt x="32583" y="23797"/>
                          <a:pt x="28460" y="15064"/>
                        </a:cubicBezTo>
                        <a:cubicBezTo>
                          <a:pt x="26865" y="11606"/>
                          <a:pt x="23939" y="8947"/>
                          <a:pt x="20924" y="6686"/>
                        </a:cubicBezTo>
                        <a:cubicBezTo>
                          <a:pt x="17865" y="4380"/>
                          <a:pt x="8467" y="-3422"/>
                          <a:pt x="5364" y="1721"/>
                        </a:cubicBezTo>
                        <a:cubicBezTo>
                          <a:pt x="9398" y="5090"/>
                          <a:pt x="14053" y="7395"/>
                          <a:pt x="17466" y="11695"/>
                        </a:cubicBezTo>
                        <a:cubicBezTo>
                          <a:pt x="22742" y="18345"/>
                          <a:pt x="24825" y="26945"/>
                          <a:pt x="25801" y="35368"/>
                        </a:cubicBezTo>
                        <a:cubicBezTo>
                          <a:pt x="29125" y="64626"/>
                          <a:pt x="19506" y="95081"/>
                          <a:pt x="0" y="117114"/>
                        </a:cubicBezTo>
                        <a:cubicBezTo>
                          <a:pt x="13477" y="102839"/>
                          <a:pt x="24249" y="86083"/>
                          <a:pt x="31564" y="6786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99" name="Forme libre : forme 19098">
                    <a:extLst>
                      <a:ext uri="{FF2B5EF4-FFF2-40B4-BE49-F238E27FC236}">
                        <a16:creationId xmlns:a16="http://schemas.microsoft.com/office/drawing/2014/main" id="{3E05B542-C264-41BB-83BD-70B5F2723C4D}"/>
                      </a:ext>
                    </a:extLst>
                  </p:cNvPr>
                  <p:cNvSpPr/>
                  <p:nvPr/>
                </p:nvSpPr>
                <p:spPr>
                  <a:xfrm>
                    <a:off x="6768279" y="5666605"/>
                    <a:ext cx="54615" cy="62684"/>
                  </a:xfrm>
                  <a:custGeom>
                    <a:avLst/>
                    <a:gdLst>
                      <a:gd name="connsiteX0" fmla="*/ 18353 w 54615"/>
                      <a:gd name="connsiteY0" fmla="*/ 41184 h 62684"/>
                      <a:gd name="connsiteX1" fmla="*/ 27042 w 54615"/>
                      <a:gd name="connsiteY1" fmla="*/ 46814 h 62684"/>
                      <a:gd name="connsiteX2" fmla="*/ 54616 w 54615"/>
                      <a:gd name="connsiteY2" fmla="*/ 62684 h 62684"/>
                      <a:gd name="connsiteX3" fmla="*/ 31209 w 54615"/>
                      <a:gd name="connsiteY3" fmla="*/ 45705 h 62684"/>
                      <a:gd name="connsiteX4" fmla="*/ 20968 w 54615"/>
                      <a:gd name="connsiteY4" fmla="*/ 36795 h 62684"/>
                      <a:gd name="connsiteX5" fmla="*/ 18087 w 54615"/>
                      <a:gd name="connsiteY5" fmla="*/ 35287 h 62684"/>
                      <a:gd name="connsiteX6" fmla="*/ 17511 w 54615"/>
                      <a:gd name="connsiteY6" fmla="*/ 29391 h 62684"/>
                      <a:gd name="connsiteX7" fmla="*/ 16314 w 54615"/>
                      <a:gd name="connsiteY7" fmla="*/ 0 h 62684"/>
                      <a:gd name="connsiteX8" fmla="*/ 13343 w 54615"/>
                      <a:gd name="connsiteY8" fmla="*/ 27086 h 62684"/>
                      <a:gd name="connsiteX9" fmla="*/ 0 w 54615"/>
                      <a:gd name="connsiteY9" fmla="*/ 42735 h 62684"/>
                      <a:gd name="connsiteX10" fmla="*/ 18353 w 54615"/>
                      <a:gd name="connsiteY10" fmla="*/ 41184 h 62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4615" h="62684">
                        <a:moveTo>
                          <a:pt x="18353" y="41184"/>
                        </a:moveTo>
                        <a:cubicBezTo>
                          <a:pt x="21589" y="42469"/>
                          <a:pt x="24293" y="44730"/>
                          <a:pt x="27042" y="46814"/>
                        </a:cubicBezTo>
                        <a:cubicBezTo>
                          <a:pt x="35509" y="53286"/>
                          <a:pt x="44819" y="58605"/>
                          <a:pt x="54616" y="62684"/>
                        </a:cubicBezTo>
                        <a:cubicBezTo>
                          <a:pt x="46326" y="57763"/>
                          <a:pt x="37859" y="52710"/>
                          <a:pt x="31209" y="45705"/>
                        </a:cubicBezTo>
                        <a:cubicBezTo>
                          <a:pt x="28061" y="42381"/>
                          <a:pt x="25180" y="38523"/>
                          <a:pt x="20968" y="36795"/>
                        </a:cubicBezTo>
                        <a:cubicBezTo>
                          <a:pt x="19949" y="36396"/>
                          <a:pt x="18841" y="36085"/>
                          <a:pt x="18087" y="35287"/>
                        </a:cubicBezTo>
                        <a:cubicBezTo>
                          <a:pt x="16668" y="33825"/>
                          <a:pt x="17067" y="31431"/>
                          <a:pt x="17511" y="29391"/>
                        </a:cubicBezTo>
                        <a:cubicBezTo>
                          <a:pt x="18708" y="23761"/>
                          <a:pt x="21900" y="3059"/>
                          <a:pt x="16314" y="0"/>
                        </a:cubicBezTo>
                        <a:cubicBezTo>
                          <a:pt x="17156" y="9531"/>
                          <a:pt x="17644" y="18087"/>
                          <a:pt x="13343" y="27086"/>
                        </a:cubicBezTo>
                        <a:cubicBezTo>
                          <a:pt x="10373" y="33337"/>
                          <a:pt x="5674" y="38745"/>
                          <a:pt x="0" y="42735"/>
                        </a:cubicBezTo>
                        <a:cubicBezTo>
                          <a:pt x="6073" y="40164"/>
                          <a:pt x="12413" y="38834"/>
                          <a:pt x="18353" y="4118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00" name="Forme libre : forme 19099">
                    <a:extLst>
                      <a:ext uri="{FF2B5EF4-FFF2-40B4-BE49-F238E27FC236}">
                        <a16:creationId xmlns:a16="http://schemas.microsoft.com/office/drawing/2014/main" id="{9B2A89F6-5EC4-4AE2-AFFE-C64D8994222E}"/>
                      </a:ext>
                    </a:extLst>
                  </p:cNvPr>
                  <p:cNvSpPr/>
                  <p:nvPr/>
                </p:nvSpPr>
                <p:spPr>
                  <a:xfrm>
                    <a:off x="6759235" y="5709384"/>
                    <a:ext cx="9087" cy="4876"/>
                  </a:xfrm>
                  <a:custGeom>
                    <a:avLst/>
                    <a:gdLst>
                      <a:gd name="connsiteX0" fmla="*/ 0 w 9087"/>
                      <a:gd name="connsiteY0" fmla="*/ 4876 h 4876"/>
                      <a:gd name="connsiteX1" fmla="*/ 9088 w 9087"/>
                      <a:gd name="connsiteY1" fmla="*/ 0 h 4876"/>
                      <a:gd name="connsiteX2" fmla="*/ 0 w 9087"/>
                      <a:gd name="connsiteY2" fmla="*/ 4876 h 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087" h="4876">
                        <a:moveTo>
                          <a:pt x="0" y="4876"/>
                        </a:moveTo>
                        <a:cubicBezTo>
                          <a:pt x="3236" y="3679"/>
                          <a:pt x="6295" y="1995"/>
                          <a:pt x="9088" y="0"/>
                        </a:cubicBezTo>
                        <a:cubicBezTo>
                          <a:pt x="5940" y="1374"/>
                          <a:pt x="2882" y="3103"/>
                          <a:pt x="0" y="487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01" name="Forme libre : forme 19100">
                    <a:extLst>
                      <a:ext uri="{FF2B5EF4-FFF2-40B4-BE49-F238E27FC236}">
                        <a16:creationId xmlns:a16="http://schemas.microsoft.com/office/drawing/2014/main" id="{E1B83BC1-C5C3-4D37-A533-CA43CD2EEDD2}"/>
                      </a:ext>
                    </a:extLst>
                  </p:cNvPr>
                  <p:cNvSpPr/>
                  <p:nvPr/>
                </p:nvSpPr>
                <p:spPr>
                  <a:xfrm>
                    <a:off x="6811501" y="5843073"/>
                    <a:ext cx="25578" cy="38773"/>
                  </a:xfrm>
                  <a:custGeom>
                    <a:avLst/>
                    <a:gdLst>
                      <a:gd name="connsiteX0" fmla="*/ 22298 w 25578"/>
                      <a:gd name="connsiteY0" fmla="*/ 58 h 38773"/>
                      <a:gd name="connsiteX1" fmla="*/ 18309 w 25578"/>
                      <a:gd name="connsiteY1" fmla="*/ 16328 h 38773"/>
                      <a:gd name="connsiteX2" fmla="*/ 0 w 25578"/>
                      <a:gd name="connsiteY2" fmla="*/ 38227 h 38773"/>
                      <a:gd name="connsiteX3" fmla="*/ 9753 w 25578"/>
                      <a:gd name="connsiteY3" fmla="*/ 33572 h 38773"/>
                      <a:gd name="connsiteX4" fmla="*/ 23628 w 25578"/>
                      <a:gd name="connsiteY4" fmla="*/ 15618 h 38773"/>
                      <a:gd name="connsiteX5" fmla="*/ 25091 w 25578"/>
                      <a:gd name="connsiteY5" fmla="*/ 14200 h 38773"/>
                      <a:gd name="connsiteX6" fmla="*/ 25579 w 25578"/>
                      <a:gd name="connsiteY6" fmla="*/ 14067 h 38773"/>
                      <a:gd name="connsiteX7" fmla="*/ 23806 w 25578"/>
                      <a:gd name="connsiteY7" fmla="*/ 147 h 38773"/>
                      <a:gd name="connsiteX8" fmla="*/ 22298 w 25578"/>
                      <a:gd name="connsiteY8" fmla="*/ 58 h 38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578" h="38773">
                        <a:moveTo>
                          <a:pt x="22298" y="58"/>
                        </a:moveTo>
                        <a:cubicBezTo>
                          <a:pt x="21988" y="5245"/>
                          <a:pt x="20702" y="10476"/>
                          <a:pt x="18309" y="16328"/>
                        </a:cubicBezTo>
                        <a:cubicBezTo>
                          <a:pt x="14629" y="25416"/>
                          <a:pt x="9309" y="35035"/>
                          <a:pt x="0" y="38227"/>
                        </a:cubicBezTo>
                        <a:cubicBezTo>
                          <a:pt x="3458" y="40133"/>
                          <a:pt x="7314" y="36675"/>
                          <a:pt x="9753" y="33572"/>
                        </a:cubicBezTo>
                        <a:cubicBezTo>
                          <a:pt x="14363" y="27588"/>
                          <a:pt x="19018" y="21603"/>
                          <a:pt x="23628" y="15618"/>
                        </a:cubicBezTo>
                        <a:cubicBezTo>
                          <a:pt x="24027" y="15086"/>
                          <a:pt x="24471" y="14510"/>
                          <a:pt x="25091" y="14200"/>
                        </a:cubicBezTo>
                        <a:cubicBezTo>
                          <a:pt x="25268" y="14111"/>
                          <a:pt x="25446" y="14111"/>
                          <a:pt x="25579" y="14067"/>
                        </a:cubicBezTo>
                        <a:cubicBezTo>
                          <a:pt x="24825" y="9456"/>
                          <a:pt x="24205" y="4802"/>
                          <a:pt x="23806" y="147"/>
                        </a:cubicBezTo>
                        <a:cubicBezTo>
                          <a:pt x="23318" y="-30"/>
                          <a:pt x="22830" y="-30"/>
                          <a:pt x="22298" y="58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02" name="Forme libre : forme 19101">
                    <a:extLst>
                      <a:ext uri="{FF2B5EF4-FFF2-40B4-BE49-F238E27FC236}">
                        <a16:creationId xmlns:a16="http://schemas.microsoft.com/office/drawing/2014/main" id="{46E7979F-C440-490D-9754-CBC7C44071E8}"/>
                      </a:ext>
                    </a:extLst>
                  </p:cNvPr>
                  <p:cNvSpPr/>
                  <p:nvPr/>
                </p:nvSpPr>
                <p:spPr>
                  <a:xfrm>
                    <a:off x="6840221" y="5837057"/>
                    <a:ext cx="4484" cy="24825"/>
                  </a:xfrm>
                  <a:custGeom>
                    <a:avLst/>
                    <a:gdLst>
                      <a:gd name="connsiteX0" fmla="*/ 184 w 4484"/>
                      <a:gd name="connsiteY0" fmla="*/ 12945 h 24825"/>
                      <a:gd name="connsiteX1" fmla="*/ 672 w 4484"/>
                      <a:gd name="connsiteY1" fmla="*/ 21146 h 24825"/>
                      <a:gd name="connsiteX2" fmla="*/ 938 w 4484"/>
                      <a:gd name="connsiteY2" fmla="*/ 21323 h 24825"/>
                      <a:gd name="connsiteX3" fmla="*/ 4484 w 4484"/>
                      <a:gd name="connsiteY3" fmla="*/ 24826 h 24825"/>
                      <a:gd name="connsiteX4" fmla="*/ 3066 w 4484"/>
                      <a:gd name="connsiteY4" fmla="*/ 9930 h 24825"/>
                      <a:gd name="connsiteX5" fmla="*/ 1691 w 4484"/>
                      <a:gd name="connsiteY5" fmla="*/ 0 h 24825"/>
                      <a:gd name="connsiteX6" fmla="*/ 805 w 4484"/>
                      <a:gd name="connsiteY6" fmla="*/ 2128 h 24825"/>
                      <a:gd name="connsiteX7" fmla="*/ 184 w 4484"/>
                      <a:gd name="connsiteY7" fmla="*/ 12945 h 24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84" h="24825">
                        <a:moveTo>
                          <a:pt x="184" y="12945"/>
                        </a:moveTo>
                        <a:cubicBezTo>
                          <a:pt x="362" y="15693"/>
                          <a:pt x="494" y="18397"/>
                          <a:pt x="672" y="21146"/>
                        </a:cubicBezTo>
                        <a:cubicBezTo>
                          <a:pt x="760" y="21235"/>
                          <a:pt x="849" y="21279"/>
                          <a:pt x="938" y="21323"/>
                        </a:cubicBezTo>
                        <a:cubicBezTo>
                          <a:pt x="2179" y="22476"/>
                          <a:pt x="3066" y="23939"/>
                          <a:pt x="4484" y="24826"/>
                        </a:cubicBezTo>
                        <a:cubicBezTo>
                          <a:pt x="2534" y="20171"/>
                          <a:pt x="2046" y="14896"/>
                          <a:pt x="3066" y="9930"/>
                        </a:cubicBezTo>
                        <a:cubicBezTo>
                          <a:pt x="3642" y="7005"/>
                          <a:pt x="3066" y="3458"/>
                          <a:pt x="1691" y="0"/>
                        </a:cubicBezTo>
                        <a:cubicBezTo>
                          <a:pt x="1381" y="709"/>
                          <a:pt x="1026" y="1375"/>
                          <a:pt x="805" y="2128"/>
                        </a:cubicBezTo>
                        <a:cubicBezTo>
                          <a:pt x="-259" y="5674"/>
                          <a:pt x="-38" y="9354"/>
                          <a:pt x="184" y="12945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03" name="Forme libre : forme 19102">
                    <a:extLst>
                      <a:ext uri="{FF2B5EF4-FFF2-40B4-BE49-F238E27FC236}">
                        <a16:creationId xmlns:a16="http://schemas.microsoft.com/office/drawing/2014/main" id="{6348EACE-B5DA-4BE2-9A3D-37AE50B5F805}"/>
                      </a:ext>
                    </a:extLst>
                  </p:cNvPr>
                  <p:cNvSpPr/>
                  <p:nvPr/>
                </p:nvSpPr>
                <p:spPr>
                  <a:xfrm>
                    <a:off x="6880658" y="5663856"/>
                    <a:ext cx="49200" cy="69802"/>
                  </a:xfrm>
                  <a:custGeom>
                    <a:avLst/>
                    <a:gdLst>
                      <a:gd name="connsiteX0" fmla="*/ 35154 w 49200"/>
                      <a:gd name="connsiteY0" fmla="*/ 44819 h 69802"/>
                      <a:gd name="connsiteX1" fmla="*/ 48941 w 49200"/>
                      <a:gd name="connsiteY1" fmla="*/ 0 h 69802"/>
                      <a:gd name="connsiteX2" fmla="*/ 25535 w 49200"/>
                      <a:gd name="connsiteY2" fmla="*/ 49961 h 69802"/>
                      <a:gd name="connsiteX3" fmla="*/ 0 w 49200"/>
                      <a:gd name="connsiteY3" fmla="*/ 67028 h 69802"/>
                      <a:gd name="connsiteX4" fmla="*/ 35154 w 49200"/>
                      <a:gd name="connsiteY4" fmla="*/ 44819 h 69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200" h="69802">
                        <a:moveTo>
                          <a:pt x="35154" y="44819"/>
                        </a:moveTo>
                        <a:cubicBezTo>
                          <a:pt x="43489" y="31254"/>
                          <a:pt x="50670" y="15826"/>
                          <a:pt x="48941" y="0"/>
                        </a:cubicBezTo>
                        <a:cubicBezTo>
                          <a:pt x="45040" y="18220"/>
                          <a:pt x="38213" y="36351"/>
                          <a:pt x="25535" y="49961"/>
                        </a:cubicBezTo>
                        <a:cubicBezTo>
                          <a:pt x="17998" y="58029"/>
                          <a:pt x="8157" y="60911"/>
                          <a:pt x="0" y="67028"/>
                        </a:cubicBezTo>
                        <a:cubicBezTo>
                          <a:pt x="12147" y="78067"/>
                          <a:pt x="30012" y="53153"/>
                          <a:pt x="35154" y="4481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04" name="Forme libre : forme 19103">
                    <a:extLst>
                      <a:ext uri="{FF2B5EF4-FFF2-40B4-BE49-F238E27FC236}">
                        <a16:creationId xmlns:a16="http://schemas.microsoft.com/office/drawing/2014/main" id="{67F6F09C-E7F7-4D9E-8C36-76CB2ABC2439}"/>
                      </a:ext>
                    </a:extLst>
                  </p:cNvPr>
                  <p:cNvSpPr/>
                  <p:nvPr/>
                </p:nvSpPr>
                <p:spPr>
                  <a:xfrm>
                    <a:off x="6792749" y="5805317"/>
                    <a:ext cx="74845" cy="82012"/>
                  </a:xfrm>
                  <a:custGeom>
                    <a:avLst/>
                    <a:gdLst>
                      <a:gd name="connsiteX0" fmla="*/ 29214 w 74845"/>
                      <a:gd name="connsiteY0" fmla="*/ 12900 h 82012"/>
                      <a:gd name="connsiteX1" fmla="*/ 35731 w 74845"/>
                      <a:gd name="connsiteY1" fmla="*/ 25180 h 82012"/>
                      <a:gd name="connsiteX2" fmla="*/ 30012 w 74845"/>
                      <a:gd name="connsiteY2" fmla="*/ 41627 h 82012"/>
                      <a:gd name="connsiteX3" fmla="*/ 0 w 74845"/>
                      <a:gd name="connsiteY3" fmla="*/ 82012 h 82012"/>
                      <a:gd name="connsiteX4" fmla="*/ 35864 w 74845"/>
                      <a:gd name="connsiteY4" fmla="*/ 43488 h 82012"/>
                      <a:gd name="connsiteX5" fmla="*/ 41095 w 74845"/>
                      <a:gd name="connsiteY5" fmla="*/ 37858 h 82012"/>
                      <a:gd name="connsiteX6" fmla="*/ 38568 w 74845"/>
                      <a:gd name="connsiteY6" fmla="*/ 19461 h 82012"/>
                      <a:gd name="connsiteX7" fmla="*/ 49208 w 74845"/>
                      <a:gd name="connsiteY7" fmla="*/ 31829 h 82012"/>
                      <a:gd name="connsiteX8" fmla="*/ 63571 w 74845"/>
                      <a:gd name="connsiteY8" fmla="*/ 18131 h 82012"/>
                      <a:gd name="connsiteX9" fmla="*/ 74742 w 74845"/>
                      <a:gd name="connsiteY9" fmla="*/ 0 h 82012"/>
                      <a:gd name="connsiteX10" fmla="*/ 57453 w 74845"/>
                      <a:gd name="connsiteY10" fmla="*/ 15072 h 82012"/>
                      <a:gd name="connsiteX11" fmla="*/ 29214 w 74845"/>
                      <a:gd name="connsiteY11" fmla="*/ 12900 h 82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4845" h="82012">
                        <a:moveTo>
                          <a:pt x="29214" y="12900"/>
                        </a:moveTo>
                        <a:cubicBezTo>
                          <a:pt x="28328" y="15782"/>
                          <a:pt x="35110" y="21678"/>
                          <a:pt x="35731" y="25180"/>
                        </a:cubicBezTo>
                        <a:cubicBezTo>
                          <a:pt x="36795" y="31209"/>
                          <a:pt x="33204" y="36839"/>
                          <a:pt x="30012" y="41627"/>
                        </a:cubicBezTo>
                        <a:cubicBezTo>
                          <a:pt x="20703" y="55591"/>
                          <a:pt x="11349" y="69599"/>
                          <a:pt x="0" y="82012"/>
                        </a:cubicBezTo>
                        <a:cubicBezTo>
                          <a:pt x="15560" y="73323"/>
                          <a:pt x="28328" y="59625"/>
                          <a:pt x="35864" y="43488"/>
                        </a:cubicBezTo>
                        <a:cubicBezTo>
                          <a:pt x="36972" y="41095"/>
                          <a:pt x="38745" y="38302"/>
                          <a:pt x="41095" y="37858"/>
                        </a:cubicBezTo>
                        <a:cubicBezTo>
                          <a:pt x="41450" y="32007"/>
                          <a:pt x="40607" y="26155"/>
                          <a:pt x="38568" y="19461"/>
                        </a:cubicBezTo>
                        <a:cubicBezTo>
                          <a:pt x="43045" y="21367"/>
                          <a:pt x="47079" y="26465"/>
                          <a:pt x="49208" y="31829"/>
                        </a:cubicBezTo>
                        <a:cubicBezTo>
                          <a:pt x="52045" y="25934"/>
                          <a:pt x="58162" y="22032"/>
                          <a:pt x="63571" y="18131"/>
                        </a:cubicBezTo>
                        <a:cubicBezTo>
                          <a:pt x="69600" y="13742"/>
                          <a:pt x="75717" y="7403"/>
                          <a:pt x="74742" y="0"/>
                        </a:cubicBezTo>
                        <a:cubicBezTo>
                          <a:pt x="72703" y="7802"/>
                          <a:pt x="65388" y="13565"/>
                          <a:pt x="57453" y="15072"/>
                        </a:cubicBezTo>
                        <a:cubicBezTo>
                          <a:pt x="51912" y="16048"/>
                          <a:pt x="30899" y="7580"/>
                          <a:pt x="29214" y="1290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05" name="Forme libre : forme 19104">
                    <a:extLst>
                      <a:ext uri="{FF2B5EF4-FFF2-40B4-BE49-F238E27FC236}">
                        <a16:creationId xmlns:a16="http://schemas.microsoft.com/office/drawing/2014/main" id="{8BACB7F3-93C8-4D02-B1B2-82EE9EDCEC1A}"/>
                      </a:ext>
                    </a:extLst>
                  </p:cNvPr>
                  <p:cNvSpPr/>
                  <p:nvPr/>
                </p:nvSpPr>
                <p:spPr>
                  <a:xfrm>
                    <a:off x="6837124" y="5856967"/>
                    <a:ext cx="5053" cy="22382"/>
                  </a:xfrm>
                  <a:custGeom>
                    <a:avLst/>
                    <a:gdLst>
                      <a:gd name="connsiteX0" fmla="*/ 0 w 5053"/>
                      <a:gd name="connsiteY0" fmla="*/ 128 h 22382"/>
                      <a:gd name="connsiteX1" fmla="*/ 5054 w 5053"/>
                      <a:gd name="connsiteY1" fmla="*/ 22382 h 22382"/>
                      <a:gd name="connsiteX2" fmla="*/ 3768 w 5053"/>
                      <a:gd name="connsiteY2" fmla="*/ 1237 h 22382"/>
                      <a:gd name="connsiteX3" fmla="*/ 0 w 5053"/>
                      <a:gd name="connsiteY3" fmla="*/ 128 h 2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53" h="22382">
                        <a:moveTo>
                          <a:pt x="0" y="128"/>
                        </a:moveTo>
                        <a:cubicBezTo>
                          <a:pt x="1241" y="7620"/>
                          <a:pt x="2882" y="15068"/>
                          <a:pt x="5054" y="22382"/>
                        </a:cubicBezTo>
                        <a:cubicBezTo>
                          <a:pt x="4610" y="15334"/>
                          <a:pt x="4211" y="8286"/>
                          <a:pt x="3768" y="1237"/>
                        </a:cubicBezTo>
                        <a:cubicBezTo>
                          <a:pt x="2704" y="306"/>
                          <a:pt x="1241" y="-271"/>
                          <a:pt x="0" y="12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06" name="Forme libre : forme 19105">
                    <a:extLst>
                      <a:ext uri="{FF2B5EF4-FFF2-40B4-BE49-F238E27FC236}">
                        <a16:creationId xmlns:a16="http://schemas.microsoft.com/office/drawing/2014/main" id="{70C6BB00-04B0-406F-B4B3-F5FA3537AB8E}"/>
                      </a:ext>
                    </a:extLst>
                  </p:cNvPr>
                  <p:cNvSpPr/>
                  <p:nvPr/>
                </p:nvSpPr>
                <p:spPr>
                  <a:xfrm>
                    <a:off x="6831273" y="5824734"/>
                    <a:ext cx="10683" cy="33469"/>
                  </a:xfrm>
                  <a:custGeom>
                    <a:avLst/>
                    <a:gdLst>
                      <a:gd name="connsiteX0" fmla="*/ 0 w 10683"/>
                      <a:gd name="connsiteY0" fmla="*/ 0 h 33469"/>
                      <a:gd name="connsiteX1" fmla="*/ 2527 w 10683"/>
                      <a:gd name="connsiteY1" fmla="*/ 18397 h 33469"/>
                      <a:gd name="connsiteX2" fmla="*/ 4079 w 10683"/>
                      <a:gd name="connsiteY2" fmla="*/ 18441 h 33469"/>
                      <a:gd name="connsiteX3" fmla="*/ 5852 w 10683"/>
                      <a:gd name="connsiteY3" fmla="*/ 32361 h 33469"/>
                      <a:gd name="connsiteX4" fmla="*/ 9620 w 10683"/>
                      <a:gd name="connsiteY4" fmla="*/ 33470 h 33469"/>
                      <a:gd name="connsiteX5" fmla="*/ 9132 w 10683"/>
                      <a:gd name="connsiteY5" fmla="*/ 25268 h 33469"/>
                      <a:gd name="connsiteX6" fmla="*/ 9797 w 10683"/>
                      <a:gd name="connsiteY6" fmla="*/ 14496 h 33469"/>
                      <a:gd name="connsiteX7" fmla="*/ 10684 w 10683"/>
                      <a:gd name="connsiteY7" fmla="*/ 12368 h 33469"/>
                      <a:gd name="connsiteX8" fmla="*/ 0 w 10683"/>
                      <a:gd name="connsiteY8" fmla="*/ 0 h 33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683" h="33469">
                        <a:moveTo>
                          <a:pt x="0" y="0"/>
                        </a:moveTo>
                        <a:cubicBezTo>
                          <a:pt x="2039" y="6694"/>
                          <a:pt x="2926" y="12545"/>
                          <a:pt x="2527" y="18397"/>
                        </a:cubicBezTo>
                        <a:cubicBezTo>
                          <a:pt x="3014" y="18309"/>
                          <a:pt x="3546" y="18264"/>
                          <a:pt x="4079" y="18441"/>
                        </a:cubicBezTo>
                        <a:cubicBezTo>
                          <a:pt x="4477" y="23096"/>
                          <a:pt x="5098" y="27751"/>
                          <a:pt x="5852" y="32361"/>
                        </a:cubicBezTo>
                        <a:cubicBezTo>
                          <a:pt x="7137" y="31962"/>
                          <a:pt x="8556" y="32539"/>
                          <a:pt x="9620" y="33470"/>
                        </a:cubicBezTo>
                        <a:cubicBezTo>
                          <a:pt x="9443" y="30721"/>
                          <a:pt x="9310" y="28017"/>
                          <a:pt x="9132" y="25268"/>
                        </a:cubicBezTo>
                        <a:cubicBezTo>
                          <a:pt x="8911" y="21678"/>
                          <a:pt x="8689" y="17954"/>
                          <a:pt x="9797" y="14496"/>
                        </a:cubicBezTo>
                        <a:cubicBezTo>
                          <a:pt x="10019" y="13742"/>
                          <a:pt x="10329" y="13033"/>
                          <a:pt x="10684" y="12368"/>
                        </a:cubicBezTo>
                        <a:cubicBezTo>
                          <a:pt x="8512" y="7004"/>
                          <a:pt x="4477" y="190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07" name="Forme libre : forme 19106">
                    <a:extLst>
                      <a:ext uri="{FF2B5EF4-FFF2-40B4-BE49-F238E27FC236}">
                        <a16:creationId xmlns:a16="http://schemas.microsoft.com/office/drawing/2014/main" id="{A80F6B80-8C73-4E69-B225-5DACD2BA0EB3}"/>
                      </a:ext>
                    </a:extLst>
                  </p:cNvPr>
                  <p:cNvSpPr/>
                  <p:nvPr/>
                </p:nvSpPr>
                <p:spPr>
                  <a:xfrm>
                    <a:off x="6892715" y="5766857"/>
                    <a:ext cx="52012" cy="37085"/>
                  </a:xfrm>
                  <a:custGeom>
                    <a:avLst/>
                    <a:gdLst>
                      <a:gd name="connsiteX0" fmla="*/ 45262 w 52012"/>
                      <a:gd name="connsiteY0" fmla="*/ 16205 h 37085"/>
                      <a:gd name="connsiteX1" fmla="*/ 50715 w 52012"/>
                      <a:gd name="connsiteY1" fmla="*/ 37085 h 37085"/>
                      <a:gd name="connsiteX2" fmla="*/ 48720 w 52012"/>
                      <a:gd name="connsiteY2" fmla="*/ 15230 h 37085"/>
                      <a:gd name="connsiteX3" fmla="*/ 31697 w 52012"/>
                      <a:gd name="connsiteY3" fmla="*/ 1399 h 37085"/>
                      <a:gd name="connsiteX4" fmla="*/ 17068 w 52012"/>
                      <a:gd name="connsiteY4" fmla="*/ 24 h 37085"/>
                      <a:gd name="connsiteX5" fmla="*/ 0 w 52012"/>
                      <a:gd name="connsiteY5" fmla="*/ 5743 h 37085"/>
                      <a:gd name="connsiteX6" fmla="*/ 13876 w 52012"/>
                      <a:gd name="connsiteY6" fmla="*/ 2995 h 37085"/>
                      <a:gd name="connsiteX7" fmla="*/ 33071 w 52012"/>
                      <a:gd name="connsiteY7" fmla="*/ 7871 h 37085"/>
                      <a:gd name="connsiteX8" fmla="*/ 45262 w 52012"/>
                      <a:gd name="connsiteY8" fmla="*/ 16205 h 37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012" h="37085">
                        <a:moveTo>
                          <a:pt x="45262" y="16205"/>
                        </a:moveTo>
                        <a:cubicBezTo>
                          <a:pt x="49828" y="21968"/>
                          <a:pt x="50360" y="29770"/>
                          <a:pt x="50715" y="37085"/>
                        </a:cubicBezTo>
                        <a:cubicBezTo>
                          <a:pt x="52976" y="29948"/>
                          <a:pt x="52266" y="21880"/>
                          <a:pt x="48720" y="15230"/>
                        </a:cubicBezTo>
                        <a:cubicBezTo>
                          <a:pt x="45173" y="8625"/>
                          <a:pt x="38878" y="3527"/>
                          <a:pt x="31697" y="1399"/>
                        </a:cubicBezTo>
                        <a:cubicBezTo>
                          <a:pt x="26953" y="24"/>
                          <a:pt x="21988" y="-64"/>
                          <a:pt x="17068" y="24"/>
                        </a:cubicBezTo>
                        <a:cubicBezTo>
                          <a:pt x="11792" y="158"/>
                          <a:pt x="2571" y="423"/>
                          <a:pt x="0" y="5743"/>
                        </a:cubicBezTo>
                        <a:cubicBezTo>
                          <a:pt x="4477" y="4147"/>
                          <a:pt x="9044" y="2862"/>
                          <a:pt x="13876" y="2995"/>
                        </a:cubicBezTo>
                        <a:cubicBezTo>
                          <a:pt x="20525" y="3172"/>
                          <a:pt x="26998" y="5211"/>
                          <a:pt x="33071" y="7871"/>
                        </a:cubicBezTo>
                        <a:cubicBezTo>
                          <a:pt x="37681" y="9910"/>
                          <a:pt x="42203" y="12304"/>
                          <a:pt x="45262" y="1620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08" name="Forme libre : forme 19107">
                    <a:extLst>
                      <a:ext uri="{FF2B5EF4-FFF2-40B4-BE49-F238E27FC236}">
                        <a16:creationId xmlns:a16="http://schemas.microsoft.com/office/drawing/2014/main" id="{A38049FD-F8F0-48CB-AC17-08C03C376E09}"/>
                      </a:ext>
                    </a:extLst>
                  </p:cNvPr>
                  <p:cNvSpPr/>
                  <p:nvPr/>
                </p:nvSpPr>
                <p:spPr>
                  <a:xfrm>
                    <a:off x="6908320" y="5849160"/>
                    <a:ext cx="69510" cy="41582"/>
                  </a:xfrm>
                  <a:custGeom>
                    <a:avLst/>
                    <a:gdLst>
                      <a:gd name="connsiteX0" fmla="*/ 0 w 69510"/>
                      <a:gd name="connsiteY0" fmla="*/ 41582 h 41582"/>
                      <a:gd name="connsiteX1" fmla="*/ 16979 w 69510"/>
                      <a:gd name="connsiteY1" fmla="*/ 28948 h 41582"/>
                      <a:gd name="connsiteX2" fmla="*/ 30411 w 69510"/>
                      <a:gd name="connsiteY2" fmla="*/ 15782 h 41582"/>
                      <a:gd name="connsiteX3" fmla="*/ 36041 w 69510"/>
                      <a:gd name="connsiteY3" fmla="*/ 16402 h 41582"/>
                      <a:gd name="connsiteX4" fmla="*/ 69511 w 69510"/>
                      <a:gd name="connsiteY4" fmla="*/ 23850 h 41582"/>
                      <a:gd name="connsiteX5" fmla="*/ 47213 w 69510"/>
                      <a:gd name="connsiteY5" fmla="*/ 16402 h 41582"/>
                      <a:gd name="connsiteX6" fmla="*/ 35288 w 69510"/>
                      <a:gd name="connsiteY6" fmla="*/ 9176 h 41582"/>
                      <a:gd name="connsiteX7" fmla="*/ 27973 w 69510"/>
                      <a:gd name="connsiteY7" fmla="*/ 0 h 41582"/>
                      <a:gd name="connsiteX8" fmla="*/ 21368 w 69510"/>
                      <a:gd name="connsiteY8" fmla="*/ 19550 h 41582"/>
                      <a:gd name="connsiteX9" fmla="*/ 0 w 69510"/>
                      <a:gd name="connsiteY9" fmla="*/ 41582 h 41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9510" h="41582">
                        <a:moveTo>
                          <a:pt x="0" y="41582"/>
                        </a:moveTo>
                        <a:cubicBezTo>
                          <a:pt x="6783" y="39322"/>
                          <a:pt x="12856" y="34800"/>
                          <a:pt x="16979" y="28948"/>
                        </a:cubicBezTo>
                        <a:cubicBezTo>
                          <a:pt x="20702" y="23628"/>
                          <a:pt x="23939" y="16535"/>
                          <a:pt x="30411" y="15782"/>
                        </a:cubicBezTo>
                        <a:cubicBezTo>
                          <a:pt x="32317" y="15560"/>
                          <a:pt x="34224" y="16003"/>
                          <a:pt x="36041" y="16402"/>
                        </a:cubicBezTo>
                        <a:cubicBezTo>
                          <a:pt x="47213" y="18884"/>
                          <a:pt x="58340" y="21367"/>
                          <a:pt x="69511" y="23850"/>
                        </a:cubicBezTo>
                        <a:cubicBezTo>
                          <a:pt x="62063" y="21367"/>
                          <a:pt x="54660" y="18884"/>
                          <a:pt x="47213" y="16402"/>
                        </a:cubicBezTo>
                        <a:cubicBezTo>
                          <a:pt x="42514" y="14851"/>
                          <a:pt x="38391" y="13166"/>
                          <a:pt x="35288" y="9176"/>
                        </a:cubicBezTo>
                        <a:cubicBezTo>
                          <a:pt x="32672" y="5851"/>
                          <a:pt x="32938" y="532"/>
                          <a:pt x="27973" y="0"/>
                        </a:cubicBezTo>
                        <a:cubicBezTo>
                          <a:pt x="25889" y="6605"/>
                          <a:pt x="25091" y="13255"/>
                          <a:pt x="21368" y="19550"/>
                        </a:cubicBezTo>
                        <a:cubicBezTo>
                          <a:pt x="16092" y="28416"/>
                          <a:pt x="8290" y="35465"/>
                          <a:pt x="0" y="4158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09" name="Forme libre : forme 19108">
                    <a:extLst>
                      <a:ext uri="{FF2B5EF4-FFF2-40B4-BE49-F238E27FC236}">
                        <a16:creationId xmlns:a16="http://schemas.microsoft.com/office/drawing/2014/main" id="{A5CA2707-D936-4987-98A1-357366701FFD}"/>
                      </a:ext>
                    </a:extLst>
                  </p:cNvPr>
                  <p:cNvSpPr/>
                  <p:nvPr/>
                </p:nvSpPr>
                <p:spPr>
                  <a:xfrm>
                    <a:off x="6966704" y="5659689"/>
                    <a:ext cx="74343" cy="107325"/>
                  </a:xfrm>
                  <a:custGeom>
                    <a:avLst/>
                    <a:gdLst>
                      <a:gd name="connsiteX0" fmla="*/ 21368 w 74343"/>
                      <a:gd name="connsiteY0" fmla="*/ 32539 h 107325"/>
                      <a:gd name="connsiteX1" fmla="*/ 26155 w 74343"/>
                      <a:gd name="connsiteY1" fmla="*/ 34534 h 107325"/>
                      <a:gd name="connsiteX2" fmla="*/ 28062 w 74343"/>
                      <a:gd name="connsiteY2" fmla="*/ 40874 h 107325"/>
                      <a:gd name="connsiteX3" fmla="*/ 28461 w 74343"/>
                      <a:gd name="connsiteY3" fmla="*/ 72393 h 107325"/>
                      <a:gd name="connsiteX4" fmla="*/ 26244 w 74343"/>
                      <a:gd name="connsiteY4" fmla="*/ 88042 h 107325"/>
                      <a:gd name="connsiteX5" fmla="*/ 5630 w 74343"/>
                      <a:gd name="connsiteY5" fmla="*/ 107326 h 107325"/>
                      <a:gd name="connsiteX6" fmla="*/ 61886 w 74343"/>
                      <a:gd name="connsiteY6" fmla="*/ 100853 h 107325"/>
                      <a:gd name="connsiteX7" fmla="*/ 41316 w 74343"/>
                      <a:gd name="connsiteY7" fmla="*/ 90081 h 107325"/>
                      <a:gd name="connsiteX8" fmla="*/ 32894 w 74343"/>
                      <a:gd name="connsiteY8" fmla="*/ 66940 h 107325"/>
                      <a:gd name="connsiteX9" fmla="*/ 31741 w 74343"/>
                      <a:gd name="connsiteY9" fmla="*/ 49474 h 107325"/>
                      <a:gd name="connsiteX10" fmla="*/ 32362 w 74343"/>
                      <a:gd name="connsiteY10" fmla="*/ 38391 h 107325"/>
                      <a:gd name="connsiteX11" fmla="*/ 51601 w 74343"/>
                      <a:gd name="connsiteY11" fmla="*/ 21102 h 107325"/>
                      <a:gd name="connsiteX12" fmla="*/ 74343 w 74343"/>
                      <a:gd name="connsiteY12" fmla="*/ 0 h 107325"/>
                      <a:gd name="connsiteX13" fmla="*/ 35642 w 74343"/>
                      <a:gd name="connsiteY13" fmla="*/ 26732 h 107325"/>
                      <a:gd name="connsiteX14" fmla="*/ 0 w 74343"/>
                      <a:gd name="connsiteY14" fmla="*/ 23097 h 107325"/>
                      <a:gd name="connsiteX15" fmla="*/ 21368 w 74343"/>
                      <a:gd name="connsiteY15" fmla="*/ 32539 h 107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4343" h="107325">
                        <a:moveTo>
                          <a:pt x="21368" y="32539"/>
                        </a:moveTo>
                        <a:cubicBezTo>
                          <a:pt x="23097" y="32938"/>
                          <a:pt x="24914" y="33293"/>
                          <a:pt x="26155" y="34534"/>
                        </a:cubicBezTo>
                        <a:cubicBezTo>
                          <a:pt x="27796" y="36130"/>
                          <a:pt x="27973" y="38613"/>
                          <a:pt x="28062" y="40874"/>
                        </a:cubicBezTo>
                        <a:cubicBezTo>
                          <a:pt x="28461" y="51380"/>
                          <a:pt x="28594" y="61886"/>
                          <a:pt x="28461" y="72393"/>
                        </a:cubicBezTo>
                        <a:cubicBezTo>
                          <a:pt x="28372" y="77668"/>
                          <a:pt x="28239" y="83121"/>
                          <a:pt x="26244" y="88042"/>
                        </a:cubicBezTo>
                        <a:cubicBezTo>
                          <a:pt x="22653" y="96952"/>
                          <a:pt x="13876" y="102449"/>
                          <a:pt x="5630" y="107326"/>
                        </a:cubicBezTo>
                        <a:cubicBezTo>
                          <a:pt x="22299" y="97262"/>
                          <a:pt x="43356" y="94824"/>
                          <a:pt x="61886" y="100853"/>
                        </a:cubicBezTo>
                        <a:cubicBezTo>
                          <a:pt x="57231" y="94558"/>
                          <a:pt x="47567" y="94824"/>
                          <a:pt x="41316" y="90081"/>
                        </a:cubicBezTo>
                        <a:cubicBezTo>
                          <a:pt x="34578" y="84938"/>
                          <a:pt x="33470" y="75407"/>
                          <a:pt x="32894" y="66940"/>
                        </a:cubicBezTo>
                        <a:cubicBezTo>
                          <a:pt x="32495" y="61133"/>
                          <a:pt x="32140" y="55281"/>
                          <a:pt x="31741" y="49474"/>
                        </a:cubicBezTo>
                        <a:cubicBezTo>
                          <a:pt x="31475" y="45750"/>
                          <a:pt x="31254" y="41937"/>
                          <a:pt x="32362" y="38391"/>
                        </a:cubicBezTo>
                        <a:cubicBezTo>
                          <a:pt x="35022" y="29968"/>
                          <a:pt x="44065" y="25712"/>
                          <a:pt x="51601" y="21102"/>
                        </a:cubicBezTo>
                        <a:cubicBezTo>
                          <a:pt x="60467" y="15649"/>
                          <a:pt x="68225" y="8423"/>
                          <a:pt x="74343" y="0"/>
                        </a:cubicBezTo>
                        <a:cubicBezTo>
                          <a:pt x="63438" y="11526"/>
                          <a:pt x="50848" y="22210"/>
                          <a:pt x="35642" y="26732"/>
                        </a:cubicBezTo>
                        <a:cubicBezTo>
                          <a:pt x="23451" y="30323"/>
                          <a:pt x="11216" y="28683"/>
                          <a:pt x="0" y="23097"/>
                        </a:cubicBezTo>
                        <a:cubicBezTo>
                          <a:pt x="2749" y="28860"/>
                          <a:pt x="15427" y="31209"/>
                          <a:pt x="21368" y="3253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10" name="Forme libre : forme 19109">
                    <a:extLst>
                      <a:ext uri="{FF2B5EF4-FFF2-40B4-BE49-F238E27FC236}">
                        <a16:creationId xmlns:a16="http://schemas.microsoft.com/office/drawing/2014/main" id="{1ABFC028-8EB5-440D-B4B2-90D313E46543}"/>
                      </a:ext>
                    </a:extLst>
                  </p:cNvPr>
                  <p:cNvSpPr/>
                  <p:nvPr/>
                </p:nvSpPr>
                <p:spPr>
                  <a:xfrm>
                    <a:off x="7047741" y="5671127"/>
                    <a:ext cx="64324" cy="63853"/>
                  </a:xfrm>
                  <a:custGeom>
                    <a:avLst/>
                    <a:gdLst>
                      <a:gd name="connsiteX0" fmla="*/ 64324 w 64324"/>
                      <a:gd name="connsiteY0" fmla="*/ 63615 h 63853"/>
                      <a:gd name="connsiteX1" fmla="*/ 49739 w 64324"/>
                      <a:gd name="connsiteY1" fmla="*/ 56655 h 63853"/>
                      <a:gd name="connsiteX2" fmla="*/ 18663 w 64324"/>
                      <a:gd name="connsiteY2" fmla="*/ 43533 h 63853"/>
                      <a:gd name="connsiteX3" fmla="*/ 10506 w 64324"/>
                      <a:gd name="connsiteY3" fmla="*/ 30544 h 63853"/>
                      <a:gd name="connsiteX4" fmla="*/ 0 w 64324"/>
                      <a:gd name="connsiteY4" fmla="*/ 0 h 63853"/>
                      <a:gd name="connsiteX5" fmla="*/ 17200 w 64324"/>
                      <a:gd name="connsiteY5" fmla="*/ 46503 h 63853"/>
                      <a:gd name="connsiteX6" fmla="*/ 64324 w 64324"/>
                      <a:gd name="connsiteY6" fmla="*/ 63615 h 63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324" h="63853">
                        <a:moveTo>
                          <a:pt x="64324" y="63615"/>
                        </a:moveTo>
                        <a:cubicBezTo>
                          <a:pt x="59581" y="61088"/>
                          <a:pt x="54793" y="58517"/>
                          <a:pt x="49739" y="56655"/>
                        </a:cubicBezTo>
                        <a:cubicBezTo>
                          <a:pt x="39056" y="52754"/>
                          <a:pt x="26687" y="51601"/>
                          <a:pt x="18663" y="43533"/>
                        </a:cubicBezTo>
                        <a:cubicBezTo>
                          <a:pt x="15028" y="39898"/>
                          <a:pt x="12723" y="35154"/>
                          <a:pt x="10506" y="30544"/>
                        </a:cubicBezTo>
                        <a:cubicBezTo>
                          <a:pt x="5807" y="20835"/>
                          <a:pt x="1064" y="10861"/>
                          <a:pt x="0" y="0"/>
                        </a:cubicBezTo>
                        <a:cubicBezTo>
                          <a:pt x="1108" y="17599"/>
                          <a:pt x="4256" y="33426"/>
                          <a:pt x="17200" y="46503"/>
                        </a:cubicBezTo>
                        <a:cubicBezTo>
                          <a:pt x="29347" y="58739"/>
                          <a:pt x="47124" y="65211"/>
                          <a:pt x="64324" y="6361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11" name="Forme libre : forme 19110">
                    <a:extLst>
                      <a:ext uri="{FF2B5EF4-FFF2-40B4-BE49-F238E27FC236}">
                        <a16:creationId xmlns:a16="http://schemas.microsoft.com/office/drawing/2014/main" id="{4F4EE56C-933C-4D6C-A175-6C853AB496B7}"/>
                      </a:ext>
                    </a:extLst>
                  </p:cNvPr>
                  <p:cNvSpPr/>
                  <p:nvPr/>
                </p:nvSpPr>
                <p:spPr>
                  <a:xfrm>
                    <a:off x="7045790" y="5743563"/>
                    <a:ext cx="38080" cy="56433"/>
                  </a:xfrm>
                  <a:custGeom>
                    <a:avLst/>
                    <a:gdLst>
                      <a:gd name="connsiteX0" fmla="*/ 19860 w 38080"/>
                      <a:gd name="connsiteY0" fmla="*/ 18663 h 56433"/>
                      <a:gd name="connsiteX1" fmla="*/ 20747 w 38080"/>
                      <a:gd name="connsiteY1" fmla="*/ 22476 h 56433"/>
                      <a:gd name="connsiteX2" fmla="*/ 30987 w 38080"/>
                      <a:gd name="connsiteY2" fmla="*/ 56433 h 56433"/>
                      <a:gd name="connsiteX3" fmla="*/ 27530 w 38080"/>
                      <a:gd name="connsiteY3" fmla="*/ 27175 h 56433"/>
                      <a:gd name="connsiteX4" fmla="*/ 38080 w 38080"/>
                      <a:gd name="connsiteY4" fmla="*/ 0 h 56433"/>
                      <a:gd name="connsiteX5" fmla="*/ 25091 w 38080"/>
                      <a:gd name="connsiteY5" fmla="*/ 9354 h 56433"/>
                      <a:gd name="connsiteX6" fmla="*/ 0 w 38080"/>
                      <a:gd name="connsiteY6" fmla="*/ 15738 h 56433"/>
                      <a:gd name="connsiteX7" fmla="*/ 16801 w 38080"/>
                      <a:gd name="connsiteY7" fmla="*/ 17688 h 56433"/>
                      <a:gd name="connsiteX8" fmla="*/ 19860 w 38080"/>
                      <a:gd name="connsiteY8" fmla="*/ 18663 h 56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080" h="56433">
                        <a:moveTo>
                          <a:pt x="19860" y="18663"/>
                        </a:moveTo>
                        <a:cubicBezTo>
                          <a:pt x="20836" y="19594"/>
                          <a:pt x="20791" y="21146"/>
                          <a:pt x="20747" y="22476"/>
                        </a:cubicBezTo>
                        <a:cubicBezTo>
                          <a:pt x="20304" y="34490"/>
                          <a:pt x="23983" y="46636"/>
                          <a:pt x="30987" y="56433"/>
                        </a:cubicBezTo>
                        <a:cubicBezTo>
                          <a:pt x="28372" y="46902"/>
                          <a:pt x="26732" y="37016"/>
                          <a:pt x="27530" y="27175"/>
                        </a:cubicBezTo>
                        <a:cubicBezTo>
                          <a:pt x="28328" y="17334"/>
                          <a:pt x="31652" y="7492"/>
                          <a:pt x="38080" y="0"/>
                        </a:cubicBezTo>
                        <a:cubicBezTo>
                          <a:pt x="33736" y="3103"/>
                          <a:pt x="29657" y="6605"/>
                          <a:pt x="25091" y="9354"/>
                        </a:cubicBezTo>
                        <a:cubicBezTo>
                          <a:pt x="17333" y="14009"/>
                          <a:pt x="8866" y="15427"/>
                          <a:pt x="0" y="15738"/>
                        </a:cubicBezTo>
                        <a:cubicBezTo>
                          <a:pt x="5009" y="17732"/>
                          <a:pt x="11393" y="17289"/>
                          <a:pt x="16801" y="17688"/>
                        </a:cubicBezTo>
                        <a:cubicBezTo>
                          <a:pt x="17910" y="17777"/>
                          <a:pt x="19107" y="17910"/>
                          <a:pt x="19860" y="1866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12" name="Forme libre : forme 19111">
                    <a:extLst>
                      <a:ext uri="{FF2B5EF4-FFF2-40B4-BE49-F238E27FC236}">
                        <a16:creationId xmlns:a16="http://schemas.microsoft.com/office/drawing/2014/main" id="{88336420-C698-4888-A571-E7F9E876A049}"/>
                      </a:ext>
                    </a:extLst>
                  </p:cNvPr>
                  <p:cNvSpPr/>
                  <p:nvPr/>
                </p:nvSpPr>
                <p:spPr>
                  <a:xfrm>
                    <a:off x="7162957" y="5660532"/>
                    <a:ext cx="35472" cy="64634"/>
                  </a:xfrm>
                  <a:custGeom>
                    <a:avLst/>
                    <a:gdLst>
                      <a:gd name="connsiteX0" fmla="*/ 28992 w 35472"/>
                      <a:gd name="connsiteY0" fmla="*/ 43223 h 64634"/>
                      <a:gd name="connsiteX1" fmla="*/ 34578 w 35472"/>
                      <a:gd name="connsiteY1" fmla="*/ 33780 h 64634"/>
                      <a:gd name="connsiteX2" fmla="*/ 35465 w 35472"/>
                      <a:gd name="connsiteY2" fmla="*/ 25313 h 64634"/>
                      <a:gd name="connsiteX3" fmla="*/ 29347 w 35472"/>
                      <a:gd name="connsiteY3" fmla="*/ 0 h 64634"/>
                      <a:gd name="connsiteX4" fmla="*/ 26687 w 35472"/>
                      <a:gd name="connsiteY4" fmla="*/ 29835 h 64634"/>
                      <a:gd name="connsiteX5" fmla="*/ 0 w 35472"/>
                      <a:gd name="connsiteY5" fmla="*/ 64634 h 64634"/>
                      <a:gd name="connsiteX6" fmla="*/ 28992 w 35472"/>
                      <a:gd name="connsiteY6" fmla="*/ 43223 h 64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472" h="64634">
                        <a:moveTo>
                          <a:pt x="28992" y="43223"/>
                        </a:moveTo>
                        <a:cubicBezTo>
                          <a:pt x="31342" y="40385"/>
                          <a:pt x="33514" y="37327"/>
                          <a:pt x="34578" y="33780"/>
                        </a:cubicBezTo>
                        <a:cubicBezTo>
                          <a:pt x="35376" y="31032"/>
                          <a:pt x="35509" y="28150"/>
                          <a:pt x="35465" y="25313"/>
                        </a:cubicBezTo>
                        <a:cubicBezTo>
                          <a:pt x="35376" y="18442"/>
                          <a:pt x="36085" y="4034"/>
                          <a:pt x="29347" y="0"/>
                        </a:cubicBezTo>
                        <a:cubicBezTo>
                          <a:pt x="28904" y="10108"/>
                          <a:pt x="29923" y="19727"/>
                          <a:pt x="26687" y="29835"/>
                        </a:cubicBezTo>
                        <a:cubicBezTo>
                          <a:pt x="22165" y="44021"/>
                          <a:pt x="12546" y="56566"/>
                          <a:pt x="0" y="64634"/>
                        </a:cubicBezTo>
                        <a:cubicBezTo>
                          <a:pt x="11216" y="60024"/>
                          <a:pt x="21279" y="52576"/>
                          <a:pt x="28992" y="4322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13" name="Forme libre : forme 19112">
                    <a:extLst>
                      <a:ext uri="{FF2B5EF4-FFF2-40B4-BE49-F238E27FC236}">
                        <a16:creationId xmlns:a16="http://schemas.microsoft.com/office/drawing/2014/main" id="{06404764-6476-4E1F-BBDA-CD54E62A6CD3}"/>
                      </a:ext>
                    </a:extLst>
                  </p:cNvPr>
                  <p:cNvSpPr/>
                  <p:nvPr/>
                </p:nvSpPr>
                <p:spPr>
                  <a:xfrm>
                    <a:off x="7137305" y="5744672"/>
                    <a:ext cx="81686" cy="119560"/>
                  </a:xfrm>
                  <a:custGeom>
                    <a:avLst/>
                    <a:gdLst>
                      <a:gd name="connsiteX0" fmla="*/ 11378 w 81686"/>
                      <a:gd name="connsiteY0" fmla="*/ 119560 h 119560"/>
                      <a:gd name="connsiteX1" fmla="*/ 8629 w 81686"/>
                      <a:gd name="connsiteY1" fmla="*/ 89061 h 119560"/>
                      <a:gd name="connsiteX2" fmla="*/ 10358 w 81686"/>
                      <a:gd name="connsiteY2" fmla="*/ 63438 h 119560"/>
                      <a:gd name="connsiteX3" fmla="*/ 23125 w 81686"/>
                      <a:gd name="connsiteY3" fmla="*/ 47035 h 119560"/>
                      <a:gd name="connsiteX4" fmla="*/ 81687 w 81686"/>
                      <a:gd name="connsiteY4" fmla="*/ 25535 h 119560"/>
                      <a:gd name="connsiteX5" fmla="*/ 51453 w 81686"/>
                      <a:gd name="connsiteY5" fmla="*/ 19683 h 119560"/>
                      <a:gd name="connsiteX6" fmla="*/ 39262 w 81686"/>
                      <a:gd name="connsiteY6" fmla="*/ 0 h 119560"/>
                      <a:gd name="connsiteX7" fmla="*/ 39749 w 81686"/>
                      <a:gd name="connsiteY7" fmla="*/ 29391 h 119560"/>
                      <a:gd name="connsiteX8" fmla="*/ 21308 w 81686"/>
                      <a:gd name="connsiteY8" fmla="*/ 43843 h 119560"/>
                      <a:gd name="connsiteX9" fmla="*/ 428 w 81686"/>
                      <a:gd name="connsiteY9" fmla="*/ 79618 h 119560"/>
                      <a:gd name="connsiteX10" fmla="*/ 11378 w 81686"/>
                      <a:gd name="connsiteY10" fmla="*/ 119560 h 119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1686" h="119560">
                        <a:moveTo>
                          <a:pt x="11378" y="119560"/>
                        </a:moveTo>
                        <a:cubicBezTo>
                          <a:pt x="10447" y="109409"/>
                          <a:pt x="9560" y="99213"/>
                          <a:pt x="8629" y="89061"/>
                        </a:cubicBezTo>
                        <a:cubicBezTo>
                          <a:pt x="7831" y="80461"/>
                          <a:pt x="7122" y="71461"/>
                          <a:pt x="10358" y="63438"/>
                        </a:cubicBezTo>
                        <a:cubicBezTo>
                          <a:pt x="12974" y="56965"/>
                          <a:pt x="17939" y="51734"/>
                          <a:pt x="23125" y="47035"/>
                        </a:cubicBezTo>
                        <a:cubicBezTo>
                          <a:pt x="39129" y="32494"/>
                          <a:pt x="60541" y="21013"/>
                          <a:pt x="81687" y="25535"/>
                        </a:cubicBezTo>
                        <a:cubicBezTo>
                          <a:pt x="72510" y="20481"/>
                          <a:pt x="59211" y="26687"/>
                          <a:pt x="51453" y="19683"/>
                        </a:cubicBezTo>
                        <a:cubicBezTo>
                          <a:pt x="45645" y="14408"/>
                          <a:pt x="46399" y="3679"/>
                          <a:pt x="39262" y="0"/>
                        </a:cubicBezTo>
                        <a:cubicBezTo>
                          <a:pt x="44626" y="9088"/>
                          <a:pt x="46576" y="20303"/>
                          <a:pt x="39749" y="29391"/>
                        </a:cubicBezTo>
                        <a:cubicBezTo>
                          <a:pt x="35050" y="35687"/>
                          <a:pt x="27558" y="39144"/>
                          <a:pt x="21308" y="43843"/>
                        </a:cubicBezTo>
                        <a:cubicBezTo>
                          <a:pt x="10003" y="52355"/>
                          <a:pt x="2290" y="65566"/>
                          <a:pt x="428" y="79618"/>
                        </a:cubicBezTo>
                        <a:cubicBezTo>
                          <a:pt x="-1390" y="93671"/>
                          <a:pt x="2644" y="108390"/>
                          <a:pt x="11378" y="11956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14" name="Forme libre : forme 19113">
                    <a:extLst>
                      <a:ext uri="{FF2B5EF4-FFF2-40B4-BE49-F238E27FC236}">
                        <a16:creationId xmlns:a16="http://schemas.microsoft.com/office/drawing/2014/main" id="{B74C111A-F4D4-4E65-A459-2C2A47D82C98}"/>
                      </a:ext>
                    </a:extLst>
                  </p:cNvPr>
                  <p:cNvSpPr/>
                  <p:nvPr/>
                </p:nvSpPr>
                <p:spPr>
                  <a:xfrm>
                    <a:off x="7238054" y="5691423"/>
                    <a:ext cx="11703" cy="1396"/>
                  </a:xfrm>
                  <a:custGeom>
                    <a:avLst/>
                    <a:gdLst>
                      <a:gd name="connsiteX0" fmla="*/ 11703 w 11703"/>
                      <a:gd name="connsiteY0" fmla="*/ 229 h 1396"/>
                      <a:gd name="connsiteX1" fmla="*/ 0 w 11703"/>
                      <a:gd name="connsiteY1" fmla="*/ 761 h 1396"/>
                      <a:gd name="connsiteX2" fmla="*/ 11703 w 11703"/>
                      <a:gd name="connsiteY2" fmla="*/ 229 h 1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703" h="1396">
                        <a:moveTo>
                          <a:pt x="11703" y="229"/>
                        </a:moveTo>
                        <a:cubicBezTo>
                          <a:pt x="7935" y="-303"/>
                          <a:pt x="3812" y="184"/>
                          <a:pt x="0" y="761"/>
                        </a:cubicBezTo>
                        <a:cubicBezTo>
                          <a:pt x="3901" y="1869"/>
                          <a:pt x="7847" y="1426"/>
                          <a:pt x="11703" y="22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15" name="Forme libre : forme 19114">
                    <a:extLst>
                      <a:ext uri="{FF2B5EF4-FFF2-40B4-BE49-F238E27FC236}">
                        <a16:creationId xmlns:a16="http://schemas.microsoft.com/office/drawing/2014/main" id="{63AD9EBE-DD79-42CB-8506-6AEE2270C6BF}"/>
                      </a:ext>
                    </a:extLst>
                  </p:cNvPr>
                  <p:cNvSpPr/>
                  <p:nvPr/>
                </p:nvSpPr>
                <p:spPr>
                  <a:xfrm>
                    <a:off x="7249801" y="5648872"/>
                    <a:ext cx="29967" cy="79308"/>
                  </a:xfrm>
                  <a:custGeom>
                    <a:avLst/>
                    <a:gdLst>
                      <a:gd name="connsiteX0" fmla="*/ 16314 w 29967"/>
                      <a:gd name="connsiteY0" fmla="*/ 65964 h 79308"/>
                      <a:gd name="connsiteX1" fmla="*/ 29968 w 29967"/>
                      <a:gd name="connsiteY1" fmla="*/ 79308 h 79308"/>
                      <a:gd name="connsiteX2" fmla="*/ 12945 w 29967"/>
                      <a:gd name="connsiteY2" fmla="*/ 48232 h 79308"/>
                      <a:gd name="connsiteX3" fmla="*/ 12413 w 29967"/>
                      <a:gd name="connsiteY3" fmla="*/ 44242 h 79308"/>
                      <a:gd name="connsiteX4" fmla="*/ 15338 w 29967"/>
                      <a:gd name="connsiteY4" fmla="*/ 40341 h 79308"/>
                      <a:gd name="connsiteX5" fmla="*/ 24293 w 29967"/>
                      <a:gd name="connsiteY5" fmla="*/ 0 h 79308"/>
                      <a:gd name="connsiteX6" fmla="*/ 20392 w 29967"/>
                      <a:gd name="connsiteY6" fmla="*/ 28328 h 79308"/>
                      <a:gd name="connsiteX7" fmla="*/ 13299 w 29967"/>
                      <a:gd name="connsiteY7" fmla="*/ 35243 h 79308"/>
                      <a:gd name="connsiteX8" fmla="*/ 0 w 29967"/>
                      <a:gd name="connsiteY8" fmla="*/ 42691 h 79308"/>
                      <a:gd name="connsiteX9" fmla="*/ 7492 w 29967"/>
                      <a:gd name="connsiteY9" fmla="*/ 45794 h 79308"/>
                      <a:gd name="connsiteX10" fmla="*/ 16314 w 29967"/>
                      <a:gd name="connsiteY10" fmla="*/ 65964 h 79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967" h="79308">
                        <a:moveTo>
                          <a:pt x="16314" y="65964"/>
                        </a:moveTo>
                        <a:cubicBezTo>
                          <a:pt x="19239" y="71683"/>
                          <a:pt x="24692" y="75629"/>
                          <a:pt x="29968" y="79308"/>
                        </a:cubicBezTo>
                        <a:cubicBezTo>
                          <a:pt x="22476" y="70088"/>
                          <a:pt x="16713" y="59492"/>
                          <a:pt x="12945" y="48232"/>
                        </a:cubicBezTo>
                        <a:cubicBezTo>
                          <a:pt x="12501" y="46946"/>
                          <a:pt x="12102" y="45572"/>
                          <a:pt x="12413" y="44242"/>
                        </a:cubicBezTo>
                        <a:cubicBezTo>
                          <a:pt x="12811" y="42646"/>
                          <a:pt x="14142" y="41494"/>
                          <a:pt x="15338" y="40341"/>
                        </a:cubicBezTo>
                        <a:cubicBezTo>
                          <a:pt x="20171" y="35864"/>
                          <a:pt x="37903" y="532"/>
                          <a:pt x="24293" y="0"/>
                        </a:cubicBezTo>
                        <a:cubicBezTo>
                          <a:pt x="24825" y="9797"/>
                          <a:pt x="26643" y="19727"/>
                          <a:pt x="20392" y="28328"/>
                        </a:cubicBezTo>
                        <a:cubicBezTo>
                          <a:pt x="18442" y="31032"/>
                          <a:pt x="15915" y="33204"/>
                          <a:pt x="13299" y="35243"/>
                        </a:cubicBezTo>
                        <a:cubicBezTo>
                          <a:pt x="9354" y="38346"/>
                          <a:pt x="4788" y="41184"/>
                          <a:pt x="0" y="42691"/>
                        </a:cubicBezTo>
                        <a:cubicBezTo>
                          <a:pt x="2748" y="43090"/>
                          <a:pt x="5364" y="43977"/>
                          <a:pt x="7492" y="45794"/>
                        </a:cubicBezTo>
                        <a:cubicBezTo>
                          <a:pt x="13077" y="50671"/>
                          <a:pt x="12945" y="59359"/>
                          <a:pt x="16314" y="6596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16" name="Forme libre : forme 19115">
                    <a:extLst>
                      <a:ext uri="{FF2B5EF4-FFF2-40B4-BE49-F238E27FC236}">
                        <a16:creationId xmlns:a16="http://schemas.microsoft.com/office/drawing/2014/main" id="{73C2BE50-00B3-4C37-9536-8E2B640A1815}"/>
                      </a:ext>
                    </a:extLst>
                  </p:cNvPr>
                  <p:cNvSpPr/>
                  <p:nvPr/>
                </p:nvSpPr>
                <p:spPr>
                  <a:xfrm>
                    <a:off x="7287704" y="5796627"/>
                    <a:ext cx="797" cy="931"/>
                  </a:xfrm>
                  <a:custGeom>
                    <a:avLst/>
                    <a:gdLst>
                      <a:gd name="connsiteX0" fmla="*/ 798 w 797"/>
                      <a:gd name="connsiteY0" fmla="*/ 0 h 931"/>
                      <a:gd name="connsiteX1" fmla="*/ 0 w 797"/>
                      <a:gd name="connsiteY1" fmla="*/ 931 h 931"/>
                      <a:gd name="connsiteX2" fmla="*/ 798 w 797"/>
                      <a:gd name="connsiteY2" fmla="*/ 0 h 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7" h="931">
                        <a:moveTo>
                          <a:pt x="798" y="0"/>
                        </a:moveTo>
                        <a:cubicBezTo>
                          <a:pt x="532" y="311"/>
                          <a:pt x="266" y="621"/>
                          <a:pt x="0" y="931"/>
                        </a:cubicBezTo>
                        <a:cubicBezTo>
                          <a:pt x="355" y="665"/>
                          <a:pt x="621" y="355"/>
                          <a:pt x="798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17" name="Forme libre : forme 19116">
                    <a:extLst>
                      <a:ext uri="{FF2B5EF4-FFF2-40B4-BE49-F238E27FC236}">
                        <a16:creationId xmlns:a16="http://schemas.microsoft.com/office/drawing/2014/main" id="{67803005-687B-477C-A32D-8A8CFAD9E94F}"/>
                      </a:ext>
                    </a:extLst>
                  </p:cNvPr>
                  <p:cNvSpPr/>
                  <p:nvPr/>
                </p:nvSpPr>
                <p:spPr>
                  <a:xfrm>
                    <a:off x="7250177" y="5796780"/>
                    <a:ext cx="37572" cy="73171"/>
                  </a:xfrm>
                  <a:custGeom>
                    <a:avLst/>
                    <a:gdLst>
                      <a:gd name="connsiteX0" fmla="*/ 2285 w 37572"/>
                      <a:gd name="connsiteY0" fmla="*/ 1355 h 73171"/>
                      <a:gd name="connsiteX1" fmla="*/ 8491 w 37572"/>
                      <a:gd name="connsiteY1" fmla="*/ 44268 h 73171"/>
                      <a:gd name="connsiteX2" fmla="*/ 14121 w 37572"/>
                      <a:gd name="connsiteY2" fmla="*/ 61690 h 73171"/>
                      <a:gd name="connsiteX3" fmla="*/ 23785 w 37572"/>
                      <a:gd name="connsiteY3" fmla="*/ 73171 h 73171"/>
                      <a:gd name="connsiteX4" fmla="*/ 11904 w 37572"/>
                      <a:gd name="connsiteY4" fmla="*/ 46130 h 73171"/>
                      <a:gd name="connsiteX5" fmla="*/ 12037 w 37572"/>
                      <a:gd name="connsiteY5" fmla="*/ 16162 h 73171"/>
                      <a:gd name="connsiteX6" fmla="*/ 14653 w 37572"/>
                      <a:gd name="connsiteY6" fmla="*/ 8891 h 73171"/>
                      <a:gd name="connsiteX7" fmla="*/ 23120 w 37572"/>
                      <a:gd name="connsiteY7" fmla="*/ 7606 h 73171"/>
                      <a:gd name="connsiteX8" fmla="*/ 37572 w 37572"/>
                      <a:gd name="connsiteY8" fmla="*/ 779 h 73171"/>
                      <a:gd name="connsiteX9" fmla="*/ 18687 w 37572"/>
                      <a:gd name="connsiteY9" fmla="*/ 3128 h 73171"/>
                      <a:gd name="connsiteX10" fmla="*/ 2285 w 37572"/>
                      <a:gd name="connsiteY10" fmla="*/ 1355 h 7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572" h="73171">
                        <a:moveTo>
                          <a:pt x="2285" y="1355"/>
                        </a:moveTo>
                        <a:cubicBezTo>
                          <a:pt x="-4808" y="7606"/>
                          <a:pt x="6718" y="36554"/>
                          <a:pt x="8491" y="44268"/>
                        </a:cubicBezTo>
                        <a:cubicBezTo>
                          <a:pt x="9865" y="50208"/>
                          <a:pt x="11239" y="56282"/>
                          <a:pt x="14121" y="61690"/>
                        </a:cubicBezTo>
                        <a:cubicBezTo>
                          <a:pt x="16470" y="66167"/>
                          <a:pt x="19795" y="70113"/>
                          <a:pt x="23785" y="73171"/>
                        </a:cubicBezTo>
                        <a:cubicBezTo>
                          <a:pt x="16869" y="65945"/>
                          <a:pt x="13279" y="56060"/>
                          <a:pt x="11904" y="46130"/>
                        </a:cubicBezTo>
                        <a:cubicBezTo>
                          <a:pt x="10574" y="36200"/>
                          <a:pt x="11284" y="26136"/>
                          <a:pt x="12037" y="16162"/>
                        </a:cubicBezTo>
                        <a:cubicBezTo>
                          <a:pt x="12215" y="13502"/>
                          <a:pt x="12569" y="10532"/>
                          <a:pt x="14653" y="8891"/>
                        </a:cubicBezTo>
                        <a:cubicBezTo>
                          <a:pt x="16914" y="7074"/>
                          <a:pt x="20194" y="7650"/>
                          <a:pt x="23120" y="7606"/>
                        </a:cubicBezTo>
                        <a:cubicBezTo>
                          <a:pt x="28617" y="7606"/>
                          <a:pt x="34026" y="4990"/>
                          <a:pt x="37572" y="779"/>
                        </a:cubicBezTo>
                        <a:cubicBezTo>
                          <a:pt x="33981" y="3882"/>
                          <a:pt x="21879" y="3483"/>
                          <a:pt x="18687" y="3128"/>
                        </a:cubicBezTo>
                        <a:cubicBezTo>
                          <a:pt x="13678" y="2596"/>
                          <a:pt x="6452" y="-2324"/>
                          <a:pt x="2285" y="135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18" name="Forme libre : forme 19117">
                    <a:extLst>
                      <a:ext uri="{FF2B5EF4-FFF2-40B4-BE49-F238E27FC236}">
                        <a16:creationId xmlns:a16="http://schemas.microsoft.com/office/drawing/2014/main" id="{234B2B39-B116-4BE9-AEF1-1C0B8FFB781E}"/>
                      </a:ext>
                    </a:extLst>
                  </p:cNvPr>
                  <p:cNvSpPr/>
                  <p:nvPr/>
                </p:nvSpPr>
                <p:spPr>
                  <a:xfrm>
                    <a:off x="7348039" y="5686288"/>
                    <a:ext cx="6560" cy="282"/>
                  </a:xfrm>
                  <a:custGeom>
                    <a:avLst/>
                    <a:gdLst>
                      <a:gd name="connsiteX0" fmla="*/ 0 w 6560"/>
                      <a:gd name="connsiteY0" fmla="*/ 89 h 282"/>
                      <a:gd name="connsiteX1" fmla="*/ 6561 w 6560"/>
                      <a:gd name="connsiteY1" fmla="*/ 0 h 282"/>
                      <a:gd name="connsiteX2" fmla="*/ 0 w 6560"/>
                      <a:gd name="connsiteY2" fmla="*/ 89 h 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560" h="282">
                        <a:moveTo>
                          <a:pt x="0" y="89"/>
                        </a:moveTo>
                        <a:cubicBezTo>
                          <a:pt x="2217" y="399"/>
                          <a:pt x="4389" y="311"/>
                          <a:pt x="6561" y="0"/>
                        </a:cubicBezTo>
                        <a:cubicBezTo>
                          <a:pt x="4389" y="133"/>
                          <a:pt x="2217" y="177"/>
                          <a:pt x="0" y="8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19" name="Forme libre : forme 19118">
                    <a:extLst>
                      <a:ext uri="{FF2B5EF4-FFF2-40B4-BE49-F238E27FC236}">
                        <a16:creationId xmlns:a16="http://schemas.microsoft.com/office/drawing/2014/main" id="{59502447-EB95-4893-92B8-183C78769674}"/>
                      </a:ext>
                    </a:extLst>
                  </p:cNvPr>
                  <p:cNvSpPr/>
                  <p:nvPr/>
                </p:nvSpPr>
                <p:spPr>
                  <a:xfrm>
                    <a:off x="7354688" y="5638144"/>
                    <a:ext cx="113132" cy="83209"/>
                  </a:xfrm>
                  <a:custGeom>
                    <a:avLst/>
                    <a:gdLst>
                      <a:gd name="connsiteX0" fmla="*/ 64236 w 113132"/>
                      <a:gd name="connsiteY0" fmla="*/ 19373 h 83209"/>
                      <a:gd name="connsiteX1" fmla="*/ 113133 w 113132"/>
                      <a:gd name="connsiteY1" fmla="*/ 83209 h 83209"/>
                      <a:gd name="connsiteX2" fmla="*/ 79796 w 113132"/>
                      <a:gd name="connsiteY2" fmla="*/ 46681 h 83209"/>
                      <a:gd name="connsiteX3" fmla="*/ 69644 w 113132"/>
                      <a:gd name="connsiteY3" fmla="*/ 15206 h 83209"/>
                      <a:gd name="connsiteX4" fmla="*/ 65832 w 113132"/>
                      <a:gd name="connsiteY4" fmla="*/ 0 h 83209"/>
                      <a:gd name="connsiteX5" fmla="*/ 58428 w 113132"/>
                      <a:gd name="connsiteY5" fmla="*/ 15738 h 83209"/>
                      <a:gd name="connsiteX6" fmla="*/ 41671 w 113132"/>
                      <a:gd name="connsiteY6" fmla="*/ 28106 h 83209"/>
                      <a:gd name="connsiteX7" fmla="*/ 17998 w 113132"/>
                      <a:gd name="connsiteY7" fmla="*/ 41228 h 83209"/>
                      <a:gd name="connsiteX8" fmla="*/ 0 w 113132"/>
                      <a:gd name="connsiteY8" fmla="*/ 48143 h 83209"/>
                      <a:gd name="connsiteX9" fmla="*/ 64236 w 113132"/>
                      <a:gd name="connsiteY9" fmla="*/ 19373 h 83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3132" h="83209">
                        <a:moveTo>
                          <a:pt x="64236" y="19373"/>
                        </a:moveTo>
                        <a:cubicBezTo>
                          <a:pt x="68624" y="46947"/>
                          <a:pt x="87642" y="71772"/>
                          <a:pt x="113133" y="83209"/>
                        </a:cubicBezTo>
                        <a:cubicBezTo>
                          <a:pt x="100454" y="72482"/>
                          <a:pt x="87509" y="61399"/>
                          <a:pt x="79796" y="46681"/>
                        </a:cubicBezTo>
                        <a:cubicBezTo>
                          <a:pt x="74653" y="36884"/>
                          <a:pt x="72127" y="25978"/>
                          <a:pt x="69644" y="15206"/>
                        </a:cubicBezTo>
                        <a:cubicBezTo>
                          <a:pt x="68491" y="10152"/>
                          <a:pt x="67560" y="4832"/>
                          <a:pt x="65832" y="0"/>
                        </a:cubicBezTo>
                        <a:cubicBezTo>
                          <a:pt x="63482" y="5453"/>
                          <a:pt x="62595" y="10950"/>
                          <a:pt x="58428" y="15738"/>
                        </a:cubicBezTo>
                        <a:cubicBezTo>
                          <a:pt x="53818" y="21013"/>
                          <a:pt x="47700" y="24648"/>
                          <a:pt x="41671" y="28106"/>
                        </a:cubicBezTo>
                        <a:cubicBezTo>
                          <a:pt x="33825" y="32584"/>
                          <a:pt x="25934" y="36972"/>
                          <a:pt x="17998" y="41228"/>
                        </a:cubicBezTo>
                        <a:cubicBezTo>
                          <a:pt x="12324" y="44243"/>
                          <a:pt x="6251" y="47257"/>
                          <a:pt x="0" y="48143"/>
                        </a:cubicBezTo>
                        <a:cubicBezTo>
                          <a:pt x="23540" y="46991"/>
                          <a:pt x="45705" y="34445"/>
                          <a:pt x="64236" y="1937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20" name="Forme libre : forme 19119">
                    <a:extLst>
                      <a:ext uri="{FF2B5EF4-FFF2-40B4-BE49-F238E27FC236}">
                        <a16:creationId xmlns:a16="http://schemas.microsoft.com/office/drawing/2014/main" id="{6B33EA5E-B174-40EA-B9E2-4F86F20F5525}"/>
                      </a:ext>
                    </a:extLst>
                  </p:cNvPr>
                  <p:cNvSpPr/>
                  <p:nvPr/>
                </p:nvSpPr>
                <p:spPr>
                  <a:xfrm>
                    <a:off x="7528289" y="5632515"/>
                    <a:ext cx="85159" cy="96331"/>
                  </a:xfrm>
                  <a:custGeom>
                    <a:avLst/>
                    <a:gdLst>
                      <a:gd name="connsiteX0" fmla="*/ 48986 w 85159"/>
                      <a:gd name="connsiteY0" fmla="*/ 51513 h 96331"/>
                      <a:gd name="connsiteX1" fmla="*/ 62285 w 85159"/>
                      <a:gd name="connsiteY1" fmla="*/ 34135 h 96331"/>
                      <a:gd name="connsiteX2" fmla="*/ 85160 w 85159"/>
                      <a:gd name="connsiteY2" fmla="*/ 26377 h 96331"/>
                      <a:gd name="connsiteX3" fmla="*/ 50759 w 85159"/>
                      <a:gd name="connsiteY3" fmla="*/ 32982 h 96331"/>
                      <a:gd name="connsiteX4" fmla="*/ 39942 w 85159"/>
                      <a:gd name="connsiteY4" fmla="*/ 12545 h 96331"/>
                      <a:gd name="connsiteX5" fmla="*/ 30810 w 85159"/>
                      <a:gd name="connsiteY5" fmla="*/ 0 h 96331"/>
                      <a:gd name="connsiteX6" fmla="*/ 41937 w 85159"/>
                      <a:gd name="connsiteY6" fmla="*/ 36529 h 96331"/>
                      <a:gd name="connsiteX7" fmla="*/ 40696 w 85159"/>
                      <a:gd name="connsiteY7" fmla="*/ 55502 h 96331"/>
                      <a:gd name="connsiteX8" fmla="*/ 31165 w 85159"/>
                      <a:gd name="connsiteY8" fmla="*/ 70663 h 96331"/>
                      <a:gd name="connsiteX9" fmla="*/ 0 w 85159"/>
                      <a:gd name="connsiteY9" fmla="*/ 96331 h 96331"/>
                      <a:gd name="connsiteX10" fmla="*/ 21234 w 85159"/>
                      <a:gd name="connsiteY10" fmla="*/ 84273 h 96331"/>
                      <a:gd name="connsiteX11" fmla="*/ 48986 w 85159"/>
                      <a:gd name="connsiteY11" fmla="*/ 51513 h 96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5159" h="96331">
                        <a:moveTo>
                          <a:pt x="48986" y="51513"/>
                        </a:moveTo>
                        <a:cubicBezTo>
                          <a:pt x="53020" y="45395"/>
                          <a:pt x="56744" y="38922"/>
                          <a:pt x="62285" y="34135"/>
                        </a:cubicBezTo>
                        <a:cubicBezTo>
                          <a:pt x="68535" y="28726"/>
                          <a:pt x="76914" y="25889"/>
                          <a:pt x="85160" y="26377"/>
                        </a:cubicBezTo>
                        <a:cubicBezTo>
                          <a:pt x="73722" y="22520"/>
                          <a:pt x="61753" y="37947"/>
                          <a:pt x="50759" y="32982"/>
                        </a:cubicBezTo>
                        <a:cubicBezTo>
                          <a:pt x="43489" y="29702"/>
                          <a:pt x="42513" y="20126"/>
                          <a:pt x="39942" y="12545"/>
                        </a:cubicBezTo>
                        <a:cubicBezTo>
                          <a:pt x="38568" y="8378"/>
                          <a:pt x="35465" y="266"/>
                          <a:pt x="30810" y="0"/>
                        </a:cubicBezTo>
                        <a:cubicBezTo>
                          <a:pt x="35376" y="12147"/>
                          <a:pt x="40474" y="23318"/>
                          <a:pt x="41937" y="36529"/>
                        </a:cubicBezTo>
                        <a:cubicBezTo>
                          <a:pt x="42646" y="42868"/>
                          <a:pt x="42735" y="49429"/>
                          <a:pt x="40696" y="55502"/>
                        </a:cubicBezTo>
                        <a:cubicBezTo>
                          <a:pt x="38790" y="61221"/>
                          <a:pt x="35110" y="66141"/>
                          <a:pt x="31165" y="70663"/>
                        </a:cubicBezTo>
                        <a:cubicBezTo>
                          <a:pt x="22298" y="80860"/>
                          <a:pt x="11703" y="89548"/>
                          <a:pt x="0" y="96331"/>
                        </a:cubicBezTo>
                        <a:cubicBezTo>
                          <a:pt x="8201" y="95312"/>
                          <a:pt x="15161" y="89903"/>
                          <a:pt x="21234" y="84273"/>
                        </a:cubicBezTo>
                        <a:cubicBezTo>
                          <a:pt x="31785" y="74520"/>
                          <a:pt x="41095" y="63482"/>
                          <a:pt x="48986" y="5151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21" name="Forme libre : forme 19120">
                    <a:extLst>
                      <a:ext uri="{FF2B5EF4-FFF2-40B4-BE49-F238E27FC236}">
                        <a16:creationId xmlns:a16="http://schemas.microsoft.com/office/drawing/2014/main" id="{B688425D-CE41-4EEF-B91F-6756228DE1B3}"/>
                      </a:ext>
                    </a:extLst>
                  </p:cNvPr>
                  <p:cNvSpPr/>
                  <p:nvPr/>
                </p:nvSpPr>
                <p:spPr>
                  <a:xfrm>
                    <a:off x="7598154" y="5770473"/>
                    <a:ext cx="24781" cy="2404"/>
                  </a:xfrm>
                  <a:custGeom>
                    <a:avLst/>
                    <a:gdLst>
                      <a:gd name="connsiteX0" fmla="*/ 0 w 24781"/>
                      <a:gd name="connsiteY0" fmla="*/ 1463 h 2404"/>
                      <a:gd name="connsiteX1" fmla="*/ 24781 w 24781"/>
                      <a:gd name="connsiteY1" fmla="*/ 0 h 2404"/>
                      <a:gd name="connsiteX2" fmla="*/ 18619 w 24781"/>
                      <a:gd name="connsiteY2" fmla="*/ 842 h 2404"/>
                      <a:gd name="connsiteX3" fmla="*/ 0 w 24781"/>
                      <a:gd name="connsiteY3" fmla="*/ 1463 h 2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781" h="2404">
                        <a:moveTo>
                          <a:pt x="0" y="1463"/>
                        </a:moveTo>
                        <a:cubicBezTo>
                          <a:pt x="8157" y="3369"/>
                          <a:pt x="16580" y="2128"/>
                          <a:pt x="24781" y="0"/>
                        </a:cubicBezTo>
                        <a:cubicBezTo>
                          <a:pt x="22742" y="266"/>
                          <a:pt x="20658" y="576"/>
                          <a:pt x="18619" y="842"/>
                        </a:cubicBezTo>
                        <a:cubicBezTo>
                          <a:pt x="12457" y="1685"/>
                          <a:pt x="6162" y="2527"/>
                          <a:pt x="0" y="146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22" name="Forme libre : forme 19121">
                    <a:extLst>
                      <a:ext uri="{FF2B5EF4-FFF2-40B4-BE49-F238E27FC236}">
                        <a16:creationId xmlns:a16="http://schemas.microsoft.com/office/drawing/2014/main" id="{2423625B-38B9-4674-900F-DB3B758F66BC}"/>
                      </a:ext>
                    </a:extLst>
                  </p:cNvPr>
                  <p:cNvSpPr/>
                  <p:nvPr/>
                </p:nvSpPr>
                <p:spPr>
                  <a:xfrm>
                    <a:off x="7622891" y="5717704"/>
                    <a:ext cx="76632" cy="52723"/>
                  </a:xfrm>
                  <a:custGeom>
                    <a:avLst/>
                    <a:gdLst>
                      <a:gd name="connsiteX0" fmla="*/ 73722 w 76632"/>
                      <a:gd name="connsiteY0" fmla="*/ 103 h 52723"/>
                      <a:gd name="connsiteX1" fmla="*/ 64989 w 76632"/>
                      <a:gd name="connsiteY1" fmla="*/ 16993 h 52723"/>
                      <a:gd name="connsiteX2" fmla="*/ 51114 w 76632"/>
                      <a:gd name="connsiteY2" fmla="*/ 30913 h 52723"/>
                      <a:gd name="connsiteX3" fmla="*/ 7847 w 76632"/>
                      <a:gd name="connsiteY3" fmla="*/ 50463 h 52723"/>
                      <a:gd name="connsiteX4" fmla="*/ 0 w 76632"/>
                      <a:gd name="connsiteY4" fmla="*/ 52724 h 52723"/>
                      <a:gd name="connsiteX5" fmla="*/ 17910 w 76632"/>
                      <a:gd name="connsiteY5" fmla="*/ 50241 h 52723"/>
                      <a:gd name="connsiteX6" fmla="*/ 40962 w 76632"/>
                      <a:gd name="connsiteY6" fmla="*/ 44921 h 52723"/>
                      <a:gd name="connsiteX7" fmla="*/ 60778 w 76632"/>
                      <a:gd name="connsiteY7" fmla="*/ 30735 h 52723"/>
                      <a:gd name="connsiteX8" fmla="*/ 73722 w 76632"/>
                      <a:gd name="connsiteY8" fmla="*/ 103 h 52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632" h="52723">
                        <a:moveTo>
                          <a:pt x="73722" y="103"/>
                        </a:moveTo>
                        <a:cubicBezTo>
                          <a:pt x="72614" y="324"/>
                          <a:pt x="66364" y="15131"/>
                          <a:pt x="64989" y="16993"/>
                        </a:cubicBezTo>
                        <a:cubicBezTo>
                          <a:pt x="61132" y="22313"/>
                          <a:pt x="56389" y="27012"/>
                          <a:pt x="51114" y="30913"/>
                        </a:cubicBezTo>
                        <a:cubicBezTo>
                          <a:pt x="38346" y="40444"/>
                          <a:pt x="23052" y="45808"/>
                          <a:pt x="7847" y="50463"/>
                        </a:cubicBezTo>
                        <a:cubicBezTo>
                          <a:pt x="5275" y="51260"/>
                          <a:pt x="2660" y="52014"/>
                          <a:pt x="0" y="52724"/>
                        </a:cubicBezTo>
                        <a:cubicBezTo>
                          <a:pt x="5985" y="51881"/>
                          <a:pt x="11925" y="51084"/>
                          <a:pt x="17910" y="50241"/>
                        </a:cubicBezTo>
                        <a:cubicBezTo>
                          <a:pt x="25756" y="49177"/>
                          <a:pt x="33692" y="48069"/>
                          <a:pt x="40962" y="44921"/>
                        </a:cubicBezTo>
                        <a:cubicBezTo>
                          <a:pt x="48454" y="41685"/>
                          <a:pt x="54971" y="36454"/>
                          <a:pt x="60778" y="30735"/>
                        </a:cubicBezTo>
                        <a:cubicBezTo>
                          <a:pt x="63438" y="28253"/>
                          <a:pt x="84140" y="-1981"/>
                          <a:pt x="73722" y="10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23" name="Forme libre : forme 19122">
                    <a:extLst>
                      <a:ext uri="{FF2B5EF4-FFF2-40B4-BE49-F238E27FC236}">
                        <a16:creationId xmlns:a16="http://schemas.microsoft.com/office/drawing/2014/main" id="{16D3A44E-B5B7-4394-A96E-2C7A82995FAE}"/>
                      </a:ext>
                    </a:extLst>
                  </p:cNvPr>
                  <p:cNvSpPr/>
                  <p:nvPr/>
                </p:nvSpPr>
                <p:spPr>
                  <a:xfrm>
                    <a:off x="7290896" y="5741746"/>
                    <a:ext cx="64590" cy="54084"/>
                  </a:xfrm>
                  <a:custGeom>
                    <a:avLst/>
                    <a:gdLst>
                      <a:gd name="connsiteX0" fmla="*/ 42248 w 64590"/>
                      <a:gd name="connsiteY0" fmla="*/ 16979 h 54084"/>
                      <a:gd name="connsiteX1" fmla="*/ 11393 w 64590"/>
                      <a:gd name="connsiteY1" fmla="*/ 24161 h 54084"/>
                      <a:gd name="connsiteX2" fmla="*/ 8689 w 64590"/>
                      <a:gd name="connsiteY2" fmla="*/ 36440 h 54084"/>
                      <a:gd name="connsiteX3" fmla="*/ 0 w 64590"/>
                      <a:gd name="connsiteY3" fmla="*/ 46592 h 54084"/>
                      <a:gd name="connsiteX4" fmla="*/ 18929 w 64590"/>
                      <a:gd name="connsiteY4" fmla="*/ 35953 h 54084"/>
                      <a:gd name="connsiteX5" fmla="*/ 37859 w 64590"/>
                      <a:gd name="connsiteY5" fmla="*/ 30012 h 54084"/>
                      <a:gd name="connsiteX6" fmla="*/ 50271 w 64590"/>
                      <a:gd name="connsiteY6" fmla="*/ 31387 h 54084"/>
                      <a:gd name="connsiteX7" fmla="*/ 51557 w 64590"/>
                      <a:gd name="connsiteY7" fmla="*/ 39011 h 54084"/>
                      <a:gd name="connsiteX8" fmla="*/ 56877 w 64590"/>
                      <a:gd name="connsiteY8" fmla="*/ 54084 h 54084"/>
                      <a:gd name="connsiteX9" fmla="*/ 55325 w 64590"/>
                      <a:gd name="connsiteY9" fmla="*/ 23806 h 54084"/>
                      <a:gd name="connsiteX10" fmla="*/ 64590 w 64590"/>
                      <a:gd name="connsiteY10" fmla="*/ 0 h 54084"/>
                      <a:gd name="connsiteX11" fmla="*/ 42248 w 64590"/>
                      <a:gd name="connsiteY11" fmla="*/ 16979 h 54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4590" h="54084">
                        <a:moveTo>
                          <a:pt x="42248" y="16979"/>
                        </a:moveTo>
                        <a:cubicBezTo>
                          <a:pt x="37726" y="20126"/>
                          <a:pt x="16270" y="32584"/>
                          <a:pt x="11393" y="24161"/>
                        </a:cubicBezTo>
                        <a:cubicBezTo>
                          <a:pt x="13654" y="28017"/>
                          <a:pt x="11571" y="33027"/>
                          <a:pt x="8689" y="36440"/>
                        </a:cubicBezTo>
                        <a:cubicBezTo>
                          <a:pt x="5763" y="39853"/>
                          <a:pt x="1951" y="42603"/>
                          <a:pt x="0" y="46592"/>
                        </a:cubicBezTo>
                        <a:cubicBezTo>
                          <a:pt x="4389" y="40696"/>
                          <a:pt x="11881" y="38125"/>
                          <a:pt x="18929" y="35953"/>
                        </a:cubicBezTo>
                        <a:cubicBezTo>
                          <a:pt x="25224" y="33958"/>
                          <a:pt x="31564" y="32007"/>
                          <a:pt x="37859" y="30012"/>
                        </a:cubicBezTo>
                        <a:cubicBezTo>
                          <a:pt x="42114" y="28683"/>
                          <a:pt x="47700" y="27751"/>
                          <a:pt x="50271" y="31387"/>
                        </a:cubicBezTo>
                        <a:cubicBezTo>
                          <a:pt x="51779" y="33514"/>
                          <a:pt x="51513" y="36396"/>
                          <a:pt x="51557" y="39011"/>
                        </a:cubicBezTo>
                        <a:cubicBezTo>
                          <a:pt x="51690" y="44420"/>
                          <a:pt x="53596" y="49784"/>
                          <a:pt x="56877" y="54084"/>
                        </a:cubicBezTo>
                        <a:cubicBezTo>
                          <a:pt x="58561" y="43932"/>
                          <a:pt x="54793" y="33958"/>
                          <a:pt x="55325" y="23806"/>
                        </a:cubicBezTo>
                        <a:cubicBezTo>
                          <a:pt x="55813" y="14674"/>
                          <a:pt x="64590" y="7980"/>
                          <a:pt x="64590" y="0"/>
                        </a:cubicBezTo>
                        <a:cubicBezTo>
                          <a:pt x="56522" y="444"/>
                          <a:pt x="48764" y="12502"/>
                          <a:pt x="42248" y="1697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24" name="Forme libre : forme 19123">
                    <a:extLst>
                      <a:ext uri="{FF2B5EF4-FFF2-40B4-BE49-F238E27FC236}">
                        <a16:creationId xmlns:a16="http://schemas.microsoft.com/office/drawing/2014/main" id="{80D166D2-16C5-415C-9B78-A258B3FE4DAA}"/>
                      </a:ext>
                    </a:extLst>
                  </p:cNvPr>
                  <p:cNvSpPr/>
                  <p:nvPr/>
                </p:nvSpPr>
                <p:spPr>
                  <a:xfrm>
                    <a:off x="7454344" y="5829211"/>
                    <a:ext cx="57674" cy="52878"/>
                  </a:xfrm>
                  <a:custGeom>
                    <a:avLst/>
                    <a:gdLst>
                      <a:gd name="connsiteX0" fmla="*/ 26200 w 57674"/>
                      <a:gd name="connsiteY0" fmla="*/ 42026 h 52878"/>
                      <a:gd name="connsiteX1" fmla="*/ 32849 w 57674"/>
                      <a:gd name="connsiteY1" fmla="*/ 38790 h 52878"/>
                      <a:gd name="connsiteX2" fmla="*/ 39809 w 57674"/>
                      <a:gd name="connsiteY2" fmla="*/ 40252 h 52878"/>
                      <a:gd name="connsiteX3" fmla="*/ 42159 w 57674"/>
                      <a:gd name="connsiteY3" fmla="*/ 44375 h 52878"/>
                      <a:gd name="connsiteX4" fmla="*/ 57675 w 57674"/>
                      <a:gd name="connsiteY4" fmla="*/ 52798 h 52878"/>
                      <a:gd name="connsiteX5" fmla="*/ 44065 w 57674"/>
                      <a:gd name="connsiteY5" fmla="*/ 35730 h 52878"/>
                      <a:gd name="connsiteX6" fmla="*/ 43001 w 57674"/>
                      <a:gd name="connsiteY6" fmla="*/ 25047 h 52878"/>
                      <a:gd name="connsiteX7" fmla="*/ 44907 w 57674"/>
                      <a:gd name="connsiteY7" fmla="*/ 0 h 52878"/>
                      <a:gd name="connsiteX8" fmla="*/ 13698 w 57674"/>
                      <a:gd name="connsiteY8" fmla="*/ 39410 h 52878"/>
                      <a:gd name="connsiteX9" fmla="*/ 0 w 57674"/>
                      <a:gd name="connsiteY9" fmla="*/ 47744 h 52878"/>
                      <a:gd name="connsiteX10" fmla="*/ 26200 w 57674"/>
                      <a:gd name="connsiteY10" fmla="*/ 42026 h 52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674" h="52878">
                        <a:moveTo>
                          <a:pt x="26200" y="42026"/>
                        </a:moveTo>
                        <a:cubicBezTo>
                          <a:pt x="28328" y="40784"/>
                          <a:pt x="30456" y="39410"/>
                          <a:pt x="32849" y="38790"/>
                        </a:cubicBezTo>
                        <a:cubicBezTo>
                          <a:pt x="35243" y="38169"/>
                          <a:pt x="38036" y="38479"/>
                          <a:pt x="39809" y="40252"/>
                        </a:cubicBezTo>
                        <a:cubicBezTo>
                          <a:pt x="40918" y="41405"/>
                          <a:pt x="41450" y="42956"/>
                          <a:pt x="42159" y="44375"/>
                        </a:cubicBezTo>
                        <a:cubicBezTo>
                          <a:pt x="44996" y="49961"/>
                          <a:pt x="51468" y="53463"/>
                          <a:pt x="57675" y="52798"/>
                        </a:cubicBezTo>
                        <a:cubicBezTo>
                          <a:pt x="52089" y="48010"/>
                          <a:pt x="46193" y="42779"/>
                          <a:pt x="44065" y="35730"/>
                        </a:cubicBezTo>
                        <a:cubicBezTo>
                          <a:pt x="43001" y="32273"/>
                          <a:pt x="42957" y="28638"/>
                          <a:pt x="43001" y="25047"/>
                        </a:cubicBezTo>
                        <a:cubicBezTo>
                          <a:pt x="43090" y="16668"/>
                          <a:pt x="43711" y="8290"/>
                          <a:pt x="44907" y="0"/>
                        </a:cubicBezTo>
                        <a:cubicBezTo>
                          <a:pt x="37637" y="15250"/>
                          <a:pt x="26865" y="28859"/>
                          <a:pt x="13698" y="39410"/>
                        </a:cubicBezTo>
                        <a:cubicBezTo>
                          <a:pt x="9443" y="42823"/>
                          <a:pt x="4877" y="45439"/>
                          <a:pt x="0" y="47744"/>
                        </a:cubicBezTo>
                        <a:cubicBezTo>
                          <a:pt x="4921" y="53596"/>
                          <a:pt x="20836" y="45084"/>
                          <a:pt x="26200" y="4202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25" name="Forme libre : forme 19124">
                    <a:extLst>
                      <a:ext uri="{FF2B5EF4-FFF2-40B4-BE49-F238E27FC236}">
                        <a16:creationId xmlns:a16="http://schemas.microsoft.com/office/drawing/2014/main" id="{5F0B9E72-1AA3-4DF3-9587-597924003391}"/>
                      </a:ext>
                    </a:extLst>
                  </p:cNvPr>
                  <p:cNvSpPr/>
                  <p:nvPr/>
                </p:nvSpPr>
                <p:spPr>
                  <a:xfrm>
                    <a:off x="7490430" y="5756464"/>
                    <a:ext cx="43621" cy="47833"/>
                  </a:xfrm>
                  <a:custGeom>
                    <a:avLst/>
                    <a:gdLst>
                      <a:gd name="connsiteX0" fmla="*/ 18353 w 43621"/>
                      <a:gd name="connsiteY0" fmla="*/ 27086 h 47833"/>
                      <a:gd name="connsiteX1" fmla="*/ 28727 w 43621"/>
                      <a:gd name="connsiteY1" fmla="*/ 31741 h 47833"/>
                      <a:gd name="connsiteX2" fmla="*/ 43622 w 43621"/>
                      <a:gd name="connsiteY2" fmla="*/ 37238 h 47833"/>
                      <a:gd name="connsiteX3" fmla="*/ 21323 w 43621"/>
                      <a:gd name="connsiteY3" fmla="*/ 18663 h 47833"/>
                      <a:gd name="connsiteX4" fmla="*/ 16447 w 43621"/>
                      <a:gd name="connsiteY4" fmla="*/ 0 h 47833"/>
                      <a:gd name="connsiteX5" fmla="*/ 11570 w 43621"/>
                      <a:gd name="connsiteY5" fmla="*/ 14673 h 47833"/>
                      <a:gd name="connsiteX6" fmla="*/ 10551 w 43621"/>
                      <a:gd name="connsiteY6" fmla="*/ 17910 h 47833"/>
                      <a:gd name="connsiteX7" fmla="*/ 8334 w 43621"/>
                      <a:gd name="connsiteY7" fmla="*/ 20525 h 47833"/>
                      <a:gd name="connsiteX8" fmla="*/ 0 w 43621"/>
                      <a:gd name="connsiteY8" fmla="*/ 47833 h 47833"/>
                      <a:gd name="connsiteX9" fmla="*/ 6605 w 43621"/>
                      <a:gd name="connsiteY9" fmla="*/ 34490 h 47833"/>
                      <a:gd name="connsiteX10" fmla="*/ 18353 w 43621"/>
                      <a:gd name="connsiteY10" fmla="*/ 27086 h 47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3621" h="47833">
                        <a:moveTo>
                          <a:pt x="18353" y="27086"/>
                        </a:moveTo>
                        <a:cubicBezTo>
                          <a:pt x="22210" y="27219"/>
                          <a:pt x="25446" y="29746"/>
                          <a:pt x="28727" y="31741"/>
                        </a:cubicBezTo>
                        <a:cubicBezTo>
                          <a:pt x="33293" y="34490"/>
                          <a:pt x="38391" y="36396"/>
                          <a:pt x="43622" y="37238"/>
                        </a:cubicBezTo>
                        <a:cubicBezTo>
                          <a:pt x="34490" y="33558"/>
                          <a:pt x="26244" y="27175"/>
                          <a:pt x="21323" y="18663"/>
                        </a:cubicBezTo>
                        <a:cubicBezTo>
                          <a:pt x="17998" y="12900"/>
                          <a:pt x="16757" y="6561"/>
                          <a:pt x="16447" y="0"/>
                        </a:cubicBezTo>
                        <a:cubicBezTo>
                          <a:pt x="12324" y="2261"/>
                          <a:pt x="12457" y="10285"/>
                          <a:pt x="11570" y="14673"/>
                        </a:cubicBezTo>
                        <a:cubicBezTo>
                          <a:pt x="11349" y="15782"/>
                          <a:pt x="11127" y="16890"/>
                          <a:pt x="10551" y="17910"/>
                        </a:cubicBezTo>
                        <a:cubicBezTo>
                          <a:pt x="9974" y="18885"/>
                          <a:pt x="9132" y="19683"/>
                          <a:pt x="8334" y="20525"/>
                        </a:cubicBezTo>
                        <a:cubicBezTo>
                          <a:pt x="1640" y="27574"/>
                          <a:pt x="665" y="38125"/>
                          <a:pt x="0" y="47833"/>
                        </a:cubicBezTo>
                        <a:cubicBezTo>
                          <a:pt x="1463" y="43045"/>
                          <a:pt x="3680" y="38523"/>
                          <a:pt x="6605" y="34490"/>
                        </a:cubicBezTo>
                        <a:cubicBezTo>
                          <a:pt x="9487" y="30588"/>
                          <a:pt x="13521" y="26909"/>
                          <a:pt x="18353" y="2708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26" name="Forme libre : forme 19125">
                    <a:extLst>
                      <a:ext uri="{FF2B5EF4-FFF2-40B4-BE49-F238E27FC236}">
                        <a16:creationId xmlns:a16="http://schemas.microsoft.com/office/drawing/2014/main" id="{83700830-CD00-432C-8F33-ADD4857B08C5}"/>
                      </a:ext>
                    </a:extLst>
                  </p:cNvPr>
                  <p:cNvSpPr/>
                  <p:nvPr/>
                </p:nvSpPr>
                <p:spPr>
                  <a:xfrm>
                    <a:off x="7618014" y="5806114"/>
                    <a:ext cx="24160" cy="41094"/>
                  </a:xfrm>
                  <a:custGeom>
                    <a:avLst/>
                    <a:gdLst>
                      <a:gd name="connsiteX0" fmla="*/ 18708 w 24160"/>
                      <a:gd name="connsiteY0" fmla="*/ 12369 h 41094"/>
                      <a:gd name="connsiteX1" fmla="*/ 18796 w 24160"/>
                      <a:gd name="connsiteY1" fmla="*/ 4965 h 41094"/>
                      <a:gd name="connsiteX2" fmla="*/ 23850 w 24160"/>
                      <a:gd name="connsiteY2" fmla="*/ 0 h 41094"/>
                      <a:gd name="connsiteX3" fmla="*/ 0 w 24160"/>
                      <a:gd name="connsiteY3" fmla="*/ 3325 h 41094"/>
                      <a:gd name="connsiteX4" fmla="*/ 16314 w 24160"/>
                      <a:gd name="connsiteY4" fmla="*/ 17910 h 41094"/>
                      <a:gd name="connsiteX5" fmla="*/ 22742 w 24160"/>
                      <a:gd name="connsiteY5" fmla="*/ 41095 h 41094"/>
                      <a:gd name="connsiteX6" fmla="*/ 24160 w 24160"/>
                      <a:gd name="connsiteY6" fmla="*/ 39499 h 41094"/>
                      <a:gd name="connsiteX7" fmla="*/ 22298 w 24160"/>
                      <a:gd name="connsiteY7" fmla="*/ 31076 h 41094"/>
                      <a:gd name="connsiteX8" fmla="*/ 18708 w 24160"/>
                      <a:gd name="connsiteY8" fmla="*/ 12369 h 41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160" h="41094">
                        <a:moveTo>
                          <a:pt x="18708" y="12369"/>
                        </a:moveTo>
                        <a:cubicBezTo>
                          <a:pt x="18353" y="9886"/>
                          <a:pt x="18087" y="7359"/>
                          <a:pt x="18796" y="4965"/>
                        </a:cubicBezTo>
                        <a:cubicBezTo>
                          <a:pt x="19505" y="2572"/>
                          <a:pt x="21368" y="355"/>
                          <a:pt x="23850" y="0"/>
                        </a:cubicBezTo>
                        <a:cubicBezTo>
                          <a:pt x="17511" y="532"/>
                          <a:pt x="4522" y="-1463"/>
                          <a:pt x="0" y="3325"/>
                        </a:cubicBezTo>
                        <a:cubicBezTo>
                          <a:pt x="3635" y="9266"/>
                          <a:pt x="12058" y="11925"/>
                          <a:pt x="16314" y="17910"/>
                        </a:cubicBezTo>
                        <a:cubicBezTo>
                          <a:pt x="21013" y="24515"/>
                          <a:pt x="21456" y="32983"/>
                          <a:pt x="22742" y="41095"/>
                        </a:cubicBezTo>
                        <a:lnTo>
                          <a:pt x="24160" y="39499"/>
                        </a:lnTo>
                        <a:cubicBezTo>
                          <a:pt x="23540" y="36706"/>
                          <a:pt x="22919" y="33869"/>
                          <a:pt x="22298" y="31076"/>
                        </a:cubicBezTo>
                        <a:cubicBezTo>
                          <a:pt x="20968" y="24870"/>
                          <a:pt x="19594" y="18664"/>
                          <a:pt x="18708" y="1236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27" name="Forme libre : forme 19126">
                    <a:extLst>
                      <a:ext uri="{FF2B5EF4-FFF2-40B4-BE49-F238E27FC236}">
                        <a16:creationId xmlns:a16="http://schemas.microsoft.com/office/drawing/2014/main" id="{4BFB2AE5-C5B5-4728-97FD-D14BA48A75DD}"/>
                      </a:ext>
                    </a:extLst>
                  </p:cNvPr>
                  <p:cNvSpPr/>
                  <p:nvPr/>
                </p:nvSpPr>
                <p:spPr>
                  <a:xfrm>
                    <a:off x="7030895" y="5865740"/>
                    <a:ext cx="41423" cy="21633"/>
                  </a:xfrm>
                  <a:custGeom>
                    <a:avLst/>
                    <a:gdLst>
                      <a:gd name="connsiteX0" fmla="*/ 40341 w 41423"/>
                      <a:gd name="connsiteY0" fmla="*/ 0 h 21633"/>
                      <a:gd name="connsiteX1" fmla="*/ 23939 w 41423"/>
                      <a:gd name="connsiteY1" fmla="*/ 13698 h 21633"/>
                      <a:gd name="connsiteX2" fmla="*/ 0 w 41423"/>
                      <a:gd name="connsiteY2" fmla="*/ 21634 h 21633"/>
                      <a:gd name="connsiteX3" fmla="*/ 40341 w 41423"/>
                      <a:gd name="connsiteY3" fmla="*/ 0 h 21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423" h="21633">
                        <a:moveTo>
                          <a:pt x="40341" y="0"/>
                        </a:moveTo>
                        <a:cubicBezTo>
                          <a:pt x="34755" y="4034"/>
                          <a:pt x="30500" y="10063"/>
                          <a:pt x="23939" y="13698"/>
                        </a:cubicBezTo>
                        <a:cubicBezTo>
                          <a:pt x="16535" y="17777"/>
                          <a:pt x="8290" y="20126"/>
                          <a:pt x="0" y="21634"/>
                        </a:cubicBezTo>
                        <a:cubicBezTo>
                          <a:pt x="8157" y="20126"/>
                          <a:pt x="48498" y="16624"/>
                          <a:pt x="40341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28" name="Forme libre : forme 19127">
                    <a:extLst>
                      <a:ext uri="{FF2B5EF4-FFF2-40B4-BE49-F238E27FC236}">
                        <a16:creationId xmlns:a16="http://schemas.microsoft.com/office/drawing/2014/main" id="{1420220A-510D-434E-AFC1-5C09231A3BE6}"/>
                      </a:ext>
                    </a:extLst>
                  </p:cNvPr>
                  <p:cNvSpPr/>
                  <p:nvPr/>
                </p:nvSpPr>
                <p:spPr>
                  <a:xfrm>
                    <a:off x="6465321" y="5891718"/>
                    <a:ext cx="14451" cy="2170"/>
                  </a:xfrm>
                  <a:custGeom>
                    <a:avLst/>
                    <a:gdLst>
                      <a:gd name="connsiteX0" fmla="*/ 14452 w 14451"/>
                      <a:gd name="connsiteY0" fmla="*/ 0 h 2170"/>
                      <a:gd name="connsiteX1" fmla="*/ 0 w 14451"/>
                      <a:gd name="connsiteY1" fmla="*/ 2039 h 2170"/>
                      <a:gd name="connsiteX2" fmla="*/ 14452 w 14451"/>
                      <a:gd name="connsiteY2" fmla="*/ 0 h 2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451" h="2170">
                        <a:moveTo>
                          <a:pt x="14452" y="0"/>
                        </a:moveTo>
                        <a:cubicBezTo>
                          <a:pt x="9575" y="0"/>
                          <a:pt x="4699" y="665"/>
                          <a:pt x="0" y="2039"/>
                        </a:cubicBezTo>
                        <a:cubicBezTo>
                          <a:pt x="4921" y="2305"/>
                          <a:pt x="10285" y="2394"/>
                          <a:pt x="1445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29" name="Forme libre : forme 19128">
                    <a:extLst>
                      <a:ext uri="{FF2B5EF4-FFF2-40B4-BE49-F238E27FC236}">
                        <a16:creationId xmlns:a16="http://schemas.microsoft.com/office/drawing/2014/main" id="{555CE6D9-7F0D-4280-B9CE-FCF717684B80}"/>
                      </a:ext>
                    </a:extLst>
                  </p:cNvPr>
                  <p:cNvSpPr/>
                  <p:nvPr/>
                </p:nvSpPr>
                <p:spPr>
                  <a:xfrm>
                    <a:off x="6479773" y="5845825"/>
                    <a:ext cx="23850" cy="51522"/>
                  </a:xfrm>
                  <a:custGeom>
                    <a:avLst/>
                    <a:gdLst>
                      <a:gd name="connsiteX0" fmla="*/ 12812 w 23850"/>
                      <a:gd name="connsiteY0" fmla="*/ 47489 h 51522"/>
                      <a:gd name="connsiteX1" fmla="*/ 14408 w 23850"/>
                      <a:gd name="connsiteY1" fmla="*/ 44785 h 51522"/>
                      <a:gd name="connsiteX2" fmla="*/ 14230 w 23850"/>
                      <a:gd name="connsiteY2" fmla="*/ 47843 h 51522"/>
                      <a:gd name="connsiteX3" fmla="*/ 23850 w 23850"/>
                      <a:gd name="connsiteY3" fmla="*/ 51523 h 51522"/>
                      <a:gd name="connsiteX4" fmla="*/ 18796 w 23850"/>
                      <a:gd name="connsiteY4" fmla="*/ 40130 h 51522"/>
                      <a:gd name="connsiteX5" fmla="*/ 15117 w 23850"/>
                      <a:gd name="connsiteY5" fmla="*/ 21732 h 51522"/>
                      <a:gd name="connsiteX6" fmla="*/ 18530 w 23850"/>
                      <a:gd name="connsiteY6" fmla="*/ 3335 h 51522"/>
                      <a:gd name="connsiteX7" fmla="*/ 12368 w 23850"/>
                      <a:gd name="connsiteY7" fmla="*/ 6704 h 51522"/>
                      <a:gd name="connsiteX8" fmla="*/ 8201 w 23850"/>
                      <a:gd name="connsiteY8" fmla="*/ 27761 h 51522"/>
                      <a:gd name="connsiteX9" fmla="*/ 1330 w 23850"/>
                      <a:gd name="connsiteY9" fmla="*/ 45095 h 51522"/>
                      <a:gd name="connsiteX10" fmla="*/ 0 w 23850"/>
                      <a:gd name="connsiteY10" fmla="*/ 45982 h 51522"/>
                      <a:gd name="connsiteX11" fmla="*/ 12812 w 23850"/>
                      <a:gd name="connsiteY11" fmla="*/ 47489 h 51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3850" h="51522">
                        <a:moveTo>
                          <a:pt x="12812" y="47489"/>
                        </a:moveTo>
                        <a:cubicBezTo>
                          <a:pt x="13344" y="46602"/>
                          <a:pt x="13831" y="45671"/>
                          <a:pt x="14408" y="44785"/>
                        </a:cubicBezTo>
                        <a:cubicBezTo>
                          <a:pt x="14452" y="45760"/>
                          <a:pt x="14363" y="46779"/>
                          <a:pt x="14230" y="47843"/>
                        </a:cubicBezTo>
                        <a:cubicBezTo>
                          <a:pt x="17555" y="48774"/>
                          <a:pt x="20747" y="49971"/>
                          <a:pt x="23850" y="51523"/>
                        </a:cubicBezTo>
                        <a:cubicBezTo>
                          <a:pt x="22564" y="47577"/>
                          <a:pt x="20437" y="43986"/>
                          <a:pt x="18796" y="40130"/>
                        </a:cubicBezTo>
                        <a:cubicBezTo>
                          <a:pt x="16314" y="34323"/>
                          <a:pt x="15117" y="28027"/>
                          <a:pt x="15117" y="21732"/>
                        </a:cubicBezTo>
                        <a:cubicBezTo>
                          <a:pt x="15117" y="17078"/>
                          <a:pt x="19594" y="7059"/>
                          <a:pt x="18530" y="3335"/>
                        </a:cubicBezTo>
                        <a:cubicBezTo>
                          <a:pt x="16491" y="-4113"/>
                          <a:pt x="13610" y="2670"/>
                          <a:pt x="12368" y="6704"/>
                        </a:cubicBezTo>
                        <a:cubicBezTo>
                          <a:pt x="10285" y="13487"/>
                          <a:pt x="9177" y="20757"/>
                          <a:pt x="8201" y="27761"/>
                        </a:cubicBezTo>
                        <a:cubicBezTo>
                          <a:pt x="7314" y="34101"/>
                          <a:pt x="6384" y="41193"/>
                          <a:pt x="1330" y="45095"/>
                        </a:cubicBezTo>
                        <a:cubicBezTo>
                          <a:pt x="887" y="45405"/>
                          <a:pt x="443" y="45715"/>
                          <a:pt x="0" y="45982"/>
                        </a:cubicBezTo>
                        <a:cubicBezTo>
                          <a:pt x="4300" y="45893"/>
                          <a:pt x="8645" y="46425"/>
                          <a:pt x="12812" y="4748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30" name="Forme libre : forme 19129">
                    <a:extLst>
                      <a:ext uri="{FF2B5EF4-FFF2-40B4-BE49-F238E27FC236}">
                        <a16:creationId xmlns:a16="http://schemas.microsoft.com/office/drawing/2014/main" id="{62EAF115-E2A7-4DB5-8EBC-02A8D828D2E5}"/>
                      </a:ext>
                    </a:extLst>
                  </p:cNvPr>
                  <p:cNvSpPr/>
                  <p:nvPr/>
                </p:nvSpPr>
                <p:spPr>
                  <a:xfrm>
                    <a:off x="4960373" y="5753937"/>
                    <a:ext cx="28542" cy="22538"/>
                  </a:xfrm>
                  <a:custGeom>
                    <a:avLst/>
                    <a:gdLst>
                      <a:gd name="connsiteX0" fmla="*/ 2970 w 28542"/>
                      <a:gd name="connsiteY0" fmla="*/ 18264 h 22538"/>
                      <a:gd name="connsiteX1" fmla="*/ 3768 w 28542"/>
                      <a:gd name="connsiteY1" fmla="*/ 19151 h 22538"/>
                      <a:gd name="connsiteX2" fmla="*/ 13299 w 28542"/>
                      <a:gd name="connsiteY2" fmla="*/ 22520 h 22538"/>
                      <a:gd name="connsiteX3" fmla="*/ 24072 w 28542"/>
                      <a:gd name="connsiteY3" fmla="*/ 18619 h 22538"/>
                      <a:gd name="connsiteX4" fmla="*/ 23052 w 28542"/>
                      <a:gd name="connsiteY4" fmla="*/ 0 h 22538"/>
                      <a:gd name="connsiteX5" fmla="*/ 12368 w 28542"/>
                      <a:gd name="connsiteY5" fmla="*/ 5852 h 22538"/>
                      <a:gd name="connsiteX6" fmla="*/ 2748 w 28542"/>
                      <a:gd name="connsiteY6" fmla="*/ 6162 h 22538"/>
                      <a:gd name="connsiteX7" fmla="*/ 0 w 28542"/>
                      <a:gd name="connsiteY7" fmla="*/ 11127 h 22538"/>
                      <a:gd name="connsiteX8" fmla="*/ 266 w 28542"/>
                      <a:gd name="connsiteY8" fmla="*/ 12369 h 22538"/>
                      <a:gd name="connsiteX9" fmla="*/ 2970 w 28542"/>
                      <a:gd name="connsiteY9" fmla="*/ 18264 h 22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542" h="22538">
                        <a:moveTo>
                          <a:pt x="2970" y="18264"/>
                        </a:moveTo>
                        <a:cubicBezTo>
                          <a:pt x="3236" y="18575"/>
                          <a:pt x="3502" y="18885"/>
                          <a:pt x="3768" y="19151"/>
                        </a:cubicBezTo>
                        <a:cubicBezTo>
                          <a:pt x="6251" y="21545"/>
                          <a:pt x="9841" y="22697"/>
                          <a:pt x="13299" y="22520"/>
                        </a:cubicBezTo>
                        <a:cubicBezTo>
                          <a:pt x="17156" y="22343"/>
                          <a:pt x="20880" y="20792"/>
                          <a:pt x="24072" y="18619"/>
                        </a:cubicBezTo>
                        <a:cubicBezTo>
                          <a:pt x="31386" y="13699"/>
                          <a:pt x="28771" y="5896"/>
                          <a:pt x="23052" y="0"/>
                        </a:cubicBezTo>
                        <a:cubicBezTo>
                          <a:pt x="18885" y="2660"/>
                          <a:pt x="14807" y="4744"/>
                          <a:pt x="12368" y="5852"/>
                        </a:cubicBezTo>
                        <a:cubicBezTo>
                          <a:pt x="9265" y="7182"/>
                          <a:pt x="5408" y="8157"/>
                          <a:pt x="2748" y="6162"/>
                        </a:cubicBezTo>
                        <a:cubicBezTo>
                          <a:pt x="1729" y="7758"/>
                          <a:pt x="842" y="9398"/>
                          <a:pt x="0" y="11127"/>
                        </a:cubicBezTo>
                        <a:cubicBezTo>
                          <a:pt x="89" y="11526"/>
                          <a:pt x="133" y="11925"/>
                          <a:pt x="266" y="12369"/>
                        </a:cubicBezTo>
                        <a:cubicBezTo>
                          <a:pt x="798" y="14452"/>
                          <a:pt x="1596" y="16536"/>
                          <a:pt x="2970" y="1826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31" name="Forme libre : forme 19130">
                    <a:extLst>
                      <a:ext uri="{FF2B5EF4-FFF2-40B4-BE49-F238E27FC236}">
                        <a16:creationId xmlns:a16="http://schemas.microsoft.com/office/drawing/2014/main" id="{148FA19E-F717-4C95-A795-647029CE5790}"/>
                      </a:ext>
                    </a:extLst>
                  </p:cNvPr>
                  <p:cNvSpPr/>
                  <p:nvPr/>
                </p:nvSpPr>
                <p:spPr>
                  <a:xfrm>
                    <a:off x="4933725" y="5799693"/>
                    <a:ext cx="32213" cy="23929"/>
                  </a:xfrm>
                  <a:custGeom>
                    <a:avLst/>
                    <a:gdLst>
                      <a:gd name="connsiteX0" fmla="*/ 31215 w 32213"/>
                      <a:gd name="connsiteY0" fmla="*/ 5446 h 23929"/>
                      <a:gd name="connsiteX1" fmla="*/ 1823 w 32213"/>
                      <a:gd name="connsiteY1" fmla="*/ 14844 h 23929"/>
                      <a:gd name="connsiteX2" fmla="*/ 1690 w 32213"/>
                      <a:gd name="connsiteY2" fmla="*/ 22779 h 23929"/>
                      <a:gd name="connsiteX3" fmla="*/ 3996 w 32213"/>
                      <a:gd name="connsiteY3" fmla="*/ 23577 h 23929"/>
                      <a:gd name="connsiteX4" fmla="*/ 31215 w 32213"/>
                      <a:gd name="connsiteY4" fmla="*/ 5446 h 23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13" h="23929">
                        <a:moveTo>
                          <a:pt x="31215" y="5446"/>
                        </a:moveTo>
                        <a:cubicBezTo>
                          <a:pt x="25097" y="-8740"/>
                          <a:pt x="7764" y="8549"/>
                          <a:pt x="1823" y="14844"/>
                        </a:cubicBezTo>
                        <a:cubicBezTo>
                          <a:pt x="-260" y="17061"/>
                          <a:pt x="-881" y="21139"/>
                          <a:pt x="1690" y="22779"/>
                        </a:cubicBezTo>
                        <a:cubicBezTo>
                          <a:pt x="2400" y="23223"/>
                          <a:pt x="3198" y="23445"/>
                          <a:pt x="3996" y="23577"/>
                        </a:cubicBezTo>
                        <a:cubicBezTo>
                          <a:pt x="13748" y="25484"/>
                          <a:pt x="37333" y="19676"/>
                          <a:pt x="31215" y="544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32" name="Forme libre : forme 19131">
                    <a:extLst>
                      <a:ext uri="{FF2B5EF4-FFF2-40B4-BE49-F238E27FC236}">
                        <a16:creationId xmlns:a16="http://schemas.microsoft.com/office/drawing/2014/main" id="{5F8417D2-AF9D-40A1-9E1A-1ACB4D4D1CCB}"/>
                      </a:ext>
                    </a:extLst>
                  </p:cNvPr>
                  <p:cNvSpPr/>
                  <p:nvPr/>
                </p:nvSpPr>
                <p:spPr>
                  <a:xfrm>
                    <a:off x="4853763" y="5833371"/>
                    <a:ext cx="59309" cy="86836"/>
                  </a:xfrm>
                  <a:custGeom>
                    <a:avLst/>
                    <a:gdLst>
                      <a:gd name="connsiteX0" fmla="*/ 16796 w 59309"/>
                      <a:gd name="connsiteY0" fmla="*/ 78472 h 86836"/>
                      <a:gd name="connsiteX1" fmla="*/ 29608 w 59309"/>
                      <a:gd name="connsiteY1" fmla="*/ 86762 h 86836"/>
                      <a:gd name="connsiteX2" fmla="*/ 38873 w 59309"/>
                      <a:gd name="connsiteY2" fmla="*/ 85166 h 86836"/>
                      <a:gd name="connsiteX3" fmla="*/ 54078 w 59309"/>
                      <a:gd name="connsiteY3" fmla="*/ 75369 h 86836"/>
                      <a:gd name="connsiteX4" fmla="*/ 55718 w 59309"/>
                      <a:gd name="connsiteY4" fmla="*/ 63400 h 86836"/>
                      <a:gd name="connsiteX5" fmla="*/ 56871 w 59309"/>
                      <a:gd name="connsiteY5" fmla="*/ 33565 h 86836"/>
                      <a:gd name="connsiteX6" fmla="*/ 50665 w 59309"/>
                      <a:gd name="connsiteY6" fmla="*/ 36934 h 86836"/>
                      <a:gd name="connsiteX7" fmla="*/ 42995 w 59309"/>
                      <a:gd name="connsiteY7" fmla="*/ 29487 h 86836"/>
                      <a:gd name="connsiteX8" fmla="*/ 50443 w 59309"/>
                      <a:gd name="connsiteY8" fmla="*/ 21818 h 86836"/>
                      <a:gd name="connsiteX9" fmla="*/ 57536 w 59309"/>
                      <a:gd name="connsiteY9" fmla="*/ 26516 h 86836"/>
                      <a:gd name="connsiteX10" fmla="*/ 59309 w 59309"/>
                      <a:gd name="connsiteY10" fmla="*/ 14237 h 86836"/>
                      <a:gd name="connsiteX11" fmla="*/ 56162 w 59309"/>
                      <a:gd name="connsiteY11" fmla="*/ 2533 h 86836"/>
                      <a:gd name="connsiteX12" fmla="*/ 29164 w 59309"/>
                      <a:gd name="connsiteY12" fmla="*/ 3952 h 86836"/>
                      <a:gd name="connsiteX13" fmla="*/ 4250 w 59309"/>
                      <a:gd name="connsiteY13" fmla="*/ 27448 h 86836"/>
                      <a:gd name="connsiteX14" fmla="*/ 3408 w 59309"/>
                      <a:gd name="connsiteY14" fmla="*/ 61139 h 86836"/>
                      <a:gd name="connsiteX15" fmla="*/ 16796 w 59309"/>
                      <a:gd name="connsiteY15" fmla="*/ 78472 h 86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309" h="86836">
                        <a:moveTo>
                          <a:pt x="16796" y="78472"/>
                        </a:moveTo>
                        <a:cubicBezTo>
                          <a:pt x="20387" y="82241"/>
                          <a:pt x="24421" y="86186"/>
                          <a:pt x="29608" y="86762"/>
                        </a:cubicBezTo>
                        <a:cubicBezTo>
                          <a:pt x="32755" y="87117"/>
                          <a:pt x="35858" y="86142"/>
                          <a:pt x="38873" y="85166"/>
                        </a:cubicBezTo>
                        <a:cubicBezTo>
                          <a:pt x="44769" y="83260"/>
                          <a:pt x="51241" y="80866"/>
                          <a:pt x="54078" y="75369"/>
                        </a:cubicBezTo>
                        <a:cubicBezTo>
                          <a:pt x="55940" y="71734"/>
                          <a:pt x="55807" y="67478"/>
                          <a:pt x="55718" y="63400"/>
                        </a:cubicBezTo>
                        <a:cubicBezTo>
                          <a:pt x="55497" y="53470"/>
                          <a:pt x="55940" y="43496"/>
                          <a:pt x="56871" y="33565"/>
                        </a:cubicBezTo>
                        <a:cubicBezTo>
                          <a:pt x="55541" y="35560"/>
                          <a:pt x="53280" y="36934"/>
                          <a:pt x="50665" y="36934"/>
                        </a:cubicBezTo>
                        <a:cubicBezTo>
                          <a:pt x="46498" y="36979"/>
                          <a:pt x="43084" y="33654"/>
                          <a:pt x="42995" y="29487"/>
                        </a:cubicBezTo>
                        <a:cubicBezTo>
                          <a:pt x="42951" y="25319"/>
                          <a:pt x="46276" y="21906"/>
                          <a:pt x="50443" y="21818"/>
                        </a:cubicBezTo>
                        <a:cubicBezTo>
                          <a:pt x="53635" y="21773"/>
                          <a:pt x="56383" y="23724"/>
                          <a:pt x="57536" y="26516"/>
                        </a:cubicBezTo>
                        <a:cubicBezTo>
                          <a:pt x="58024" y="22394"/>
                          <a:pt x="58600" y="18315"/>
                          <a:pt x="59309" y="14237"/>
                        </a:cubicBezTo>
                        <a:lnTo>
                          <a:pt x="56162" y="2533"/>
                        </a:lnTo>
                        <a:cubicBezTo>
                          <a:pt x="47916" y="-1855"/>
                          <a:pt x="37631" y="7"/>
                          <a:pt x="29164" y="3952"/>
                        </a:cubicBezTo>
                        <a:cubicBezTo>
                          <a:pt x="18613" y="8873"/>
                          <a:pt x="9393" y="16985"/>
                          <a:pt x="4250" y="27448"/>
                        </a:cubicBezTo>
                        <a:cubicBezTo>
                          <a:pt x="-892" y="37910"/>
                          <a:pt x="-1601" y="50677"/>
                          <a:pt x="3408" y="61139"/>
                        </a:cubicBezTo>
                        <a:cubicBezTo>
                          <a:pt x="6555" y="67789"/>
                          <a:pt x="11698" y="73197"/>
                          <a:pt x="16796" y="7847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33" name="Forme libre : forme 19132">
                    <a:extLst>
                      <a:ext uri="{FF2B5EF4-FFF2-40B4-BE49-F238E27FC236}">
                        <a16:creationId xmlns:a16="http://schemas.microsoft.com/office/drawing/2014/main" id="{8763C225-DF86-4392-90E8-1B4F2A4C5F43}"/>
                      </a:ext>
                    </a:extLst>
                  </p:cNvPr>
                  <p:cNvSpPr/>
                  <p:nvPr/>
                </p:nvSpPr>
                <p:spPr>
                  <a:xfrm>
                    <a:off x="5033426" y="5731668"/>
                    <a:ext cx="66964" cy="61159"/>
                  </a:xfrm>
                  <a:custGeom>
                    <a:avLst/>
                    <a:gdLst>
                      <a:gd name="connsiteX0" fmla="*/ 20884 w 66964"/>
                      <a:gd name="connsiteY0" fmla="*/ 59551 h 61159"/>
                      <a:gd name="connsiteX1" fmla="*/ 38838 w 66964"/>
                      <a:gd name="connsiteY1" fmla="*/ 60349 h 61159"/>
                      <a:gd name="connsiteX2" fmla="*/ 63531 w 66964"/>
                      <a:gd name="connsiteY2" fmla="*/ 37120 h 61159"/>
                      <a:gd name="connsiteX3" fmla="*/ 64816 w 66964"/>
                      <a:gd name="connsiteY3" fmla="*/ 32775 h 61159"/>
                      <a:gd name="connsiteX4" fmla="*/ 61757 w 66964"/>
                      <a:gd name="connsiteY4" fmla="*/ 29140 h 61159"/>
                      <a:gd name="connsiteX5" fmla="*/ 65570 w 66964"/>
                      <a:gd name="connsiteY5" fmla="*/ 25239 h 61159"/>
                      <a:gd name="connsiteX6" fmla="*/ 66279 w 66964"/>
                      <a:gd name="connsiteY6" fmla="*/ 25372 h 61159"/>
                      <a:gd name="connsiteX7" fmla="*/ 60250 w 66964"/>
                      <a:gd name="connsiteY7" fmla="*/ 901 h 61159"/>
                      <a:gd name="connsiteX8" fmla="*/ 22037 w 66964"/>
                      <a:gd name="connsiteY8" fmla="*/ 9501 h 61159"/>
                      <a:gd name="connsiteX9" fmla="*/ 6964 w 66964"/>
                      <a:gd name="connsiteY9" fmla="*/ 19875 h 61159"/>
                      <a:gd name="connsiteX10" fmla="*/ 4 w 66964"/>
                      <a:gd name="connsiteY10" fmla="*/ 36410 h 61159"/>
                      <a:gd name="connsiteX11" fmla="*/ 20884 w 66964"/>
                      <a:gd name="connsiteY11" fmla="*/ 59551 h 61159"/>
                      <a:gd name="connsiteX12" fmla="*/ 19599 w 66964"/>
                      <a:gd name="connsiteY12" fmla="*/ 19121 h 61159"/>
                      <a:gd name="connsiteX13" fmla="*/ 31258 w 66964"/>
                      <a:gd name="connsiteY13" fmla="*/ 9102 h 61159"/>
                      <a:gd name="connsiteX14" fmla="*/ 53290 w 66964"/>
                      <a:gd name="connsiteY14" fmla="*/ 6442 h 61159"/>
                      <a:gd name="connsiteX15" fmla="*/ 57058 w 66964"/>
                      <a:gd name="connsiteY15" fmla="*/ 16949 h 61159"/>
                      <a:gd name="connsiteX16" fmla="*/ 48813 w 66964"/>
                      <a:gd name="connsiteY16" fmla="*/ 25327 h 61159"/>
                      <a:gd name="connsiteX17" fmla="*/ 29617 w 66964"/>
                      <a:gd name="connsiteY17" fmla="*/ 36809 h 61159"/>
                      <a:gd name="connsiteX18" fmla="*/ 24564 w 66964"/>
                      <a:gd name="connsiteY18" fmla="*/ 38937 h 61159"/>
                      <a:gd name="connsiteX19" fmla="*/ 15698 w 66964"/>
                      <a:gd name="connsiteY19" fmla="*/ 31223 h 61159"/>
                      <a:gd name="connsiteX20" fmla="*/ 19599 w 66964"/>
                      <a:gd name="connsiteY20" fmla="*/ 19121 h 61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66964" h="61159">
                        <a:moveTo>
                          <a:pt x="20884" y="59551"/>
                        </a:moveTo>
                        <a:cubicBezTo>
                          <a:pt x="26692" y="61280"/>
                          <a:pt x="32942" y="61723"/>
                          <a:pt x="38838" y="60349"/>
                        </a:cubicBezTo>
                        <a:cubicBezTo>
                          <a:pt x="50320" y="57689"/>
                          <a:pt x="59452" y="48158"/>
                          <a:pt x="63531" y="37120"/>
                        </a:cubicBezTo>
                        <a:cubicBezTo>
                          <a:pt x="63974" y="35967"/>
                          <a:pt x="64417" y="34459"/>
                          <a:pt x="64816" y="32775"/>
                        </a:cubicBezTo>
                        <a:cubicBezTo>
                          <a:pt x="63087" y="32376"/>
                          <a:pt x="61802" y="30958"/>
                          <a:pt x="61757" y="29140"/>
                        </a:cubicBezTo>
                        <a:cubicBezTo>
                          <a:pt x="61713" y="27012"/>
                          <a:pt x="63442" y="25239"/>
                          <a:pt x="65570" y="25239"/>
                        </a:cubicBezTo>
                        <a:cubicBezTo>
                          <a:pt x="65836" y="25239"/>
                          <a:pt x="66013" y="25327"/>
                          <a:pt x="66279" y="25372"/>
                        </a:cubicBezTo>
                        <a:cubicBezTo>
                          <a:pt x="67742" y="15397"/>
                          <a:pt x="67343" y="3516"/>
                          <a:pt x="60250" y="901"/>
                        </a:cubicBezTo>
                        <a:cubicBezTo>
                          <a:pt x="50453" y="-2690"/>
                          <a:pt x="30681" y="5334"/>
                          <a:pt x="22037" y="9501"/>
                        </a:cubicBezTo>
                        <a:cubicBezTo>
                          <a:pt x="16495" y="12161"/>
                          <a:pt x="11131" y="15397"/>
                          <a:pt x="6964" y="19875"/>
                        </a:cubicBezTo>
                        <a:cubicBezTo>
                          <a:pt x="2797" y="24352"/>
                          <a:pt x="-129" y="30293"/>
                          <a:pt x="4" y="36410"/>
                        </a:cubicBezTo>
                        <a:cubicBezTo>
                          <a:pt x="226" y="47582"/>
                          <a:pt x="10245" y="56404"/>
                          <a:pt x="20884" y="59551"/>
                        </a:cubicBezTo>
                        <a:close/>
                        <a:moveTo>
                          <a:pt x="19599" y="19121"/>
                        </a:moveTo>
                        <a:cubicBezTo>
                          <a:pt x="22658" y="14910"/>
                          <a:pt x="26692" y="11541"/>
                          <a:pt x="31258" y="9102"/>
                        </a:cubicBezTo>
                        <a:cubicBezTo>
                          <a:pt x="36577" y="6309"/>
                          <a:pt x="47749" y="2231"/>
                          <a:pt x="53290" y="6442"/>
                        </a:cubicBezTo>
                        <a:cubicBezTo>
                          <a:pt x="56127" y="8570"/>
                          <a:pt x="57945" y="13535"/>
                          <a:pt x="57058" y="16949"/>
                        </a:cubicBezTo>
                        <a:cubicBezTo>
                          <a:pt x="56039" y="20894"/>
                          <a:pt x="52093" y="23377"/>
                          <a:pt x="48813" y="25327"/>
                        </a:cubicBezTo>
                        <a:cubicBezTo>
                          <a:pt x="42429" y="29140"/>
                          <a:pt x="36001" y="32952"/>
                          <a:pt x="29617" y="36809"/>
                        </a:cubicBezTo>
                        <a:cubicBezTo>
                          <a:pt x="28022" y="37740"/>
                          <a:pt x="26426" y="38716"/>
                          <a:pt x="24564" y="38937"/>
                        </a:cubicBezTo>
                        <a:cubicBezTo>
                          <a:pt x="20264" y="39469"/>
                          <a:pt x="16318" y="35523"/>
                          <a:pt x="15698" y="31223"/>
                        </a:cubicBezTo>
                        <a:cubicBezTo>
                          <a:pt x="15121" y="26923"/>
                          <a:pt x="17072" y="22623"/>
                          <a:pt x="19599" y="1912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34" name="Forme libre : forme 19133">
                    <a:extLst>
                      <a:ext uri="{FF2B5EF4-FFF2-40B4-BE49-F238E27FC236}">
                        <a16:creationId xmlns:a16="http://schemas.microsoft.com/office/drawing/2014/main" id="{4ACAE283-74F1-4E59-883D-7EE3389EB887}"/>
                      </a:ext>
                    </a:extLst>
                  </p:cNvPr>
                  <p:cNvSpPr/>
                  <p:nvPr/>
                </p:nvSpPr>
                <p:spPr>
                  <a:xfrm>
                    <a:off x="4971974" y="5815637"/>
                    <a:ext cx="98898" cy="60291"/>
                  </a:xfrm>
                  <a:custGeom>
                    <a:avLst/>
                    <a:gdLst>
                      <a:gd name="connsiteX0" fmla="*/ 24086 w 98898"/>
                      <a:gd name="connsiteY0" fmla="*/ 19071 h 60291"/>
                      <a:gd name="connsiteX1" fmla="*/ 635 w 98898"/>
                      <a:gd name="connsiteY1" fmla="*/ 40616 h 60291"/>
                      <a:gd name="connsiteX2" fmla="*/ 1433 w 98898"/>
                      <a:gd name="connsiteY2" fmla="*/ 48330 h 60291"/>
                      <a:gd name="connsiteX3" fmla="*/ 15841 w 98898"/>
                      <a:gd name="connsiteY3" fmla="*/ 49349 h 60291"/>
                      <a:gd name="connsiteX4" fmla="*/ 43326 w 98898"/>
                      <a:gd name="connsiteY4" fmla="*/ 59057 h 60291"/>
                      <a:gd name="connsiteX5" fmla="*/ 65358 w 98898"/>
                      <a:gd name="connsiteY5" fmla="*/ 56885 h 60291"/>
                      <a:gd name="connsiteX6" fmla="*/ 70944 w 98898"/>
                      <a:gd name="connsiteY6" fmla="*/ 51876 h 60291"/>
                      <a:gd name="connsiteX7" fmla="*/ 76308 w 98898"/>
                      <a:gd name="connsiteY7" fmla="*/ 38266 h 60291"/>
                      <a:gd name="connsiteX8" fmla="*/ 88056 w 98898"/>
                      <a:gd name="connsiteY8" fmla="*/ 40128 h 60291"/>
                      <a:gd name="connsiteX9" fmla="*/ 98740 w 98898"/>
                      <a:gd name="connsiteY9" fmla="*/ 37823 h 60291"/>
                      <a:gd name="connsiteX10" fmla="*/ 90361 w 98898"/>
                      <a:gd name="connsiteY10" fmla="*/ 28159 h 60291"/>
                      <a:gd name="connsiteX11" fmla="*/ 82027 w 98898"/>
                      <a:gd name="connsiteY11" fmla="*/ 8609 h 60291"/>
                      <a:gd name="connsiteX12" fmla="*/ 80120 w 98898"/>
                      <a:gd name="connsiteY12" fmla="*/ 2403 h 60291"/>
                      <a:gd name="connsiteX13" fmla="*/ 67796 w 98898"/>
                      <a:gd name="connsiteY13" fmla="*/ 1161 h 60291"/>
                      <a:gd name="connsiteX14" fmla="*/ 50773 w 98898"/>
                      <a:gd name="connsiteY14" fmla="*/ 6836 h 60291"/>
                      <a:gd name="connsiteX15" fmla="*/ 35036 w 98898"/>
                      <a:gd name="connsiteY15" fmla="*/ 4220 h 60291"/>
                      <a:gd name="connsiteX16" fmla="*/ 24086 w 98898"/>
                      <a:gd name="connsiteY16" fmla="*/ 19071 h 60291"/>
                      <a:gd name="connsiteX17" fmla="*/ 70102 w 98898"/>
                      <a:gd name="connsiteY17" fmla="*/ 34454 h 60291"/>
                      <a:gd name="connsiteX18" fmla="*/ 74003 w 98898"/>
                      <a:gd name="connsiteY18" fmla="*/ 38266 h 60291"/>
                      <a:gd name="connsiteX19" fmla="*/ 70190 w 98898"/>
                      <a:gd name="connsiteY19" fmla="*/ 42168 h 60291"/>
                      <a:gd name="connsiteX20" fmla="*/ 66289 w 98898"/>
                      <a:gd name="connsiteY20" fmla="*/ 38355 h 60291"/>
                      <a:gd name="connsiteX21" fmla="*/ 70102 w 98898"/>
                      <a:gd name="connsiteY21" fmla="*/ 34454 h 60291"/>
                      <a:gd name="connsiteX22" fmla="*/ 59551 w 98898"/>
                      <a:gd name="connsiteY22" fmla="*/ 20224 h 60291"/>
                      <a:gd name="connsiteX23" fmla="*/ 36853 w 98898"/>
                      <a:gd name="connsiteY23" fmla="*/ 48995 h 60291"/>
                      <a:gd name="connsiteX24" fmla="*/ 26968 w 98898"/>
                      <a:gd name="connsiteY24" fmla="*/ 49172 h 60291"/>
                      <a:gd name="connsiteX25" fmla="*/ 26347 w 98898"/>
                      <a:gd name="connsiteY25" fmla="*/ 38355 h 60291"/>
                      <a:gd name="connsiteX26" fmla="*/ 59551 w 98898"/>
                      <a:gd name="connsiteY26" fmla="*/ 20224 h 60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98898" h="60291">
                        <a:moveTo>
                          <a:pt x="24086" y="19071"/>
                        </a:moveTo>
                        <a:cubicBezTo>
                          <a:pt x="17880" y="27893"/>
                          <a:pt x="4270" y="30464"/>
                          <a:pt x="635" y="40616"/>
                        </a:cubicBezTo>
                        <a:cubicBezTo>
                          <a:pt x="-296" y="43143"/>
                          <a:pt x="-340" y="46291"/>
                          <a:pt x="1433" y="48330"/>
                        </a:cubicBezTo>
                        <a:cubicBezTo>
                          <a:pt x="4714" y="52186"/>
                          <a:pt x="10787" y="49792"/>
                          <a:pt x="15841" y="49349"/>
                        </a:cubicBezTo>
                        <a:cubicBezTo>
                          <a:pt x="25638" y="48463"/>
                          <a:pt x="33928" y="56176"/>
                          <a:pt x="43326" y="59057"/>
                        </a:cubicBezTo>
                        <a:cubicBezTo>
                          <a:pt x="50596" y="61274"/>
                          <a:pt x="58709" y="60476"/>
                          <a:pt x="65358" y="56885"/>
                        </a:cubicBezTo>
                        <a:cubicBezTo>
                          <a:pt x="67575" y="55689"/>
                          <a:pt x="69747" y="54092"/>
                          <a:pt x="70944" y="51876"/>
                        </a:cubicBezTo>
                        <a:cubicBezTo>
                          <a:pt x="73338" y="47487"/>
                          <a:pt x="72097" y="40926"/>
                          <a:pt x="76308" y="38266"/>
                        </a:cubicBezTo>
                        <a:cubicBezTo>
                          <a:pt x="79810" y="36094"/>
                          <a:pt x="84243" y="38444"/>
                          <a:pt x="88056" y="40128"/>
                        </a:cubicBezTo>
                        <a:cubicBezTo>
                          <a:pt x="91868" y="41813"/>
                          <a:pt x="97631" y="41857"/>
                          <a:pt x="98740" y="37823"/>
                        </a:cubicBezTo>
                        <a:cubicBezTo>
                          <a:pt x="99936" y="33390"/>
                          <a:pt x="94085" y="30863"/>
                          <a:pt x="90361" y="28159"/>
                        </a:cubicBezTo>
                        <a:cubicBezTo>
                          <a:pt x="84465" y="23859"/>
                          <a:pt x="82869" y="15879"/>
                          <a:pt x="82027" y="8609"/>
                        </a:cubicBezTo>
                        <a:cubicBezTo>
                          <a:pt x="81761" y="6437"/>
                          <a:pt x="81495" y="4132"/>
                          <a:pt x="80120" y="2403"/>
                        </a:cubicBezTo>
                        <a:cubicBezTo>
                          <a:pt x="77372" y="-1011"/>
                          <a:pt x="72008" y="-169"/>
                          <a:pt x="67796" y="1161"/>
                        </a:cubicBezTo>
                        <a:cubicBezTo>
                          <a:pt x="62698" y="2757"/>
                          <a:pt x="56137" y="6703"/>
                          <a:pt x="50773" y="6836"/>
                        </a:cubicBezTo>
                        <a:cubicBezTo>
                          <a:pt x="45276" y="6968"/>
                          <a:pt x="40622" y="2181"/>
                          <a:pt x="35036" y="4220"/>
                        </a:cubicBezTo>
                        <a:cubicBezTo>
                          <a:pt x="29140" y="6437"/>
                          <a:pt x="27721" y="13929"/>
                          <a:pt x="24086" y="19071"/>
                        </a:cubicBezTo>
                        <a:close/>
                        <a:moveTo>
                          <a:pt x="70102" y="34454"/>
                        </a:moveTo>
                        <a:cubicBezTo>
                          <a:pt x="72230" y="34410"/>
                          <a:pt x="74003" y="36139"/>
                          <a:pt x="74003" y="38266"/>
                        </a:cubicBezTo>
                        <a:cubicBezTo>
                          <a:pt x="74047" y="40394"/>
                          <a:pt x="72318" y="42168"/>
                          <a:pt x="70190" y="42168"/>
                        </a:cubicBezTo>
                        <a:cubicBezTo>
                          <a:pt x="68062" y="42212"/>
                          <a:pt x="66289" y="40483"/>
                          <a:pt x="66289" y="38355"/>
                        </a:cubicBezTo>
                        <a:cubicBezTo>
                          <a:pt x="66245" y="36227"/>
                          <a:pt x="67974" y="34498"/>
                          <a:pt x="70102" y="34454"/>
                        </a:cubicBezTo>
                        <a:close/>
                        <a:moveTo>
                          <a:pt x="59551" y="20224"/>
                        </a:moveTo>
                        <a:cubicBezTo>
                          <a:pt x="70767" y="30863"/>
                          <a:pt x="45055" y="45448"/>
                          <a:pt x="36853" y="48995"/>
                        </a:cubicBezTo>
                        <a:cubicBezTo>
                          <a:pt x="33662" y="50369"/>
                          <a:pt x="29628" y="51388"/>
                          <a:pt x="26968" y="49172"/>
                        </a:cubicBezTo>
                        <a:cubicBezTo>
                          <a:pt x="23998" y="46689"/>
                          <a:pt x="24795" y="41901"/>
                          <a:pt x="26347" y="38355"/>
                        </a:cubicBezTo>
                        <a:cubicBezTo>
                          <a:pt x="30869" y="27937"/>
                          <a:pt x="46961" y="8254"/>
                          <a:pt x="59551" y="2022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35" name="Forme libre : forme 19134">
                    <a:extLst>
                      <a:ext uri="{FF2B5EF4-FFF2-40B4-BE49-F238E27FC236}">
                        <a16:creationId xmlns:a16="http://schemas.microsoft.com/office/drawing/2014/main" id="{185943CC-4DAD-40A4-9C22-71B6DC83C7F3}"/>
                      </a:ext>
                    </a:extLst>
                  </p:cNvPr>
                  <p:cNvSpPr/>
                  <p:nvPr/>
                </p:nvSpPr>
                <p:spPr>
                  <a:xfrm>
                    <a:off x="5007807" y="5902401"/>
                    <a:ext cx="4832" cy="7447"/>
                  </a:xfrm>
                  <a:custGeom>
                    <a:avLst/>
                    <a:gdLst>
                      <a:gd name="connsiteX0" fmla="*/ 4655 w 4832"/>
                      <a:gd name="connsiteY0" fmla="*/ 4433 h 7447"/>
                      <a:gd name="connsiteX1" fmla="*/ 4832 w 4832"/>
                      <a:gd name="connsiteY1" fmla="*/ 0 h 7447"/>
                      <a:gd name="connsiteX2" fmla="*/ 0 w 4832"/>
                      <a:gd name="connsiteY2" fmla="*/ 7448 h 7447"/>
                      <a:gd name="connsiteX3" fmla="*/ 4655 w 4832"/>
                      <a:gd name="connsiteY3" fmla="*/ 4433 h 7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32" h="7447">
                        <a:moveTo>
                          <a:pt x="4655" y="4433"/>
                        </a:moveTo>
                        <a:lnTo>
                          <a:pt x="4832" y="0"/>
                        </a:lnTo>
                        <a:cubicBezTo>
                          <a:pt x="3458" y="2438"/>
                          <a:pt x="1773" y="4966"/>
                          <a:pt x="0" y="7448"/>
                        </a:cubicBezTo>
                        <a:cubicBezTo>
                          <a:pt x="1596" y="6561"/>
                          <a:pt x="3148" y="5586"/>
                          <a:pt x="4655" y="443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36" name="Forme libre : forme 19135">
                    <a:extLst>
                      <a:ext uri="{FF2B5EF4-FFF2-40B4-BE49-F238E27FC236}">
                        <a16:creationId xmlns:a16="http://schemas.microsoft.com/office/drawing/2014/main" id="{B50D7E7A-38BE-4BBE-9E43-9EA11231B61B}"/>
                      </a:ext>
                    </a:extLst>
                  </p:cNvPr>
                  <p:cNvSpPr/>
                  <p:nvPr/>
                </p:nvSpPr>
                <p:spPr>
                  <a:xfrm>
                    <a:off x="4967943" y="5881000"/>
                    <a:ext cx="35121" cy="24903"/>
                  </a:xfrm>
                  <a:custGeom>
                    <a:avLst/>
                    <a:gdLst>
                      <a:gd name="connsiteX0" fmla="*/ 34634 w 35121"/>
                      <a:gd name="connsiteY0" fmla="*/ 7082 h 24903"/>
                      <a:gd name="connsiteX1" fmla="*/ 16901 w 35121"/>
                      <a:gd name="connsiteY1" fmla="*/ 167 h 24903"/>
                      <a:gd name="connsiteX2" fmla="*/ 3114 w 35121"/>
                      <a:gd name="connsiteY2" fmla="*/ 4423 h 24903"/>
                      <a:gd name="connsiteX3" fmla="*/ 366 w 35121"/>
                      <a:gd name="connsiteY3" fmla="*/ 13865 h 24903"/>
                      <a:gd name="connsiteX4" fmla="*/ 632 w 35121"/>
                      <a:gd name="connsiteY4" fmla="*/ 24903 h 24903"/>
                      <a:gd name="connsiteX5" fmla="*/ 35121 w 35121"/>
                      <a:gd name="connsiteY5" fmla="*/ 7393 h 24903"/>
                      <a:gd name="connsiteX6" fmla="*/ 34634 w 35121"/>
                      <a:gd name="connsiteY6" fmla="*/ 7082 h 24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121" h="24903">
                        <a:moveTo>
                          <a:pt x="34634" y="7082"/>
                        </a:moveTo>
                        <a:cubicBezTo>
                          <a:pt x="29447" y="3270"/>
                          <a:pt x="23285" y="876"/>
                          <a:pt x="16901" y="167"/>
                        </a:cubicBezTo>
                        <a:cubicBezTo>
                          <a:pt x="11892" y="-409"/>
                          <a:pt x="6129" y="388"/>
                          <a:pt x="3114" y="4423"/>
                        </a:cubicBezTo>
                        <a:cubicBezTo>
                          <a:pt x="1119" y="7082"/>
                          <a:pt x="676" y="10540"/>
                          <a:pt x="366" y="13865"/>
                        </a:cubicBezTo>
                        <a:cubicBezTo>
                          <a:pt x="-33" y="17501"/>
                          <a:pt x="-299" y="21446"/>
                          <a:pt x="632" y="24903"/>
                        </a:cubicBezTo>
                        <a:cubicBezTo>
                          <a:pt x="9232" y="17811"/>
                          <a:pt x="24349" y="9654"/>
                          <a:pt x="35121" y="7393"/>
                        </a:cubicBezTo>
                        <a:cubicBezTo>
                          <a:pt x="34944" y="7304"/>
                          <a:pt x="34811" y="7215"/>
                          <a:pt x="34634" y="708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37" name="Forme libre : forme 19136">
                    <a:extLst>
                      <a:ext uri="{FF2B5EF4-FFF2-40B4-BE49-F238E27FC236}">
                        <a16:creationId xmlns:a16="http://schemas.microsoft.com/office/drawing/2014/main" id="{B2BCCAC0-3EA4-4DC1-8B13-EB4BD6DC80D7}"/>
                      </a:ext>
                    </a:extLst>
                  </p:cNvPr>
                  <p:cNvSpPr/>
                  <p:nvPr/>
                </p:nvSpPr>
                <p:spPr>
                  <a:xfrm>
                    <a:off x="5141023" y="5725527"/>
                    <a:ext cx="45349" cy="86015"/>
                  </a:xfrm>
                  <a:custGeom>
                    <a:avLst/>
                    <a:gdLst>
                      <a:gd name="connsiteX0" fmla="*/ 18174 w 45349"/>
                      <a:gd name="connsiteY0" fmla="*/ 85907 h 86015"/>
                      <a:gd name="connsiteX1" fmla="*/ 42689 w 45349"/>
                      <a:gd name="connsiteY1" fmla="*/ 60284 h 86015"/>
                      <a:gd name="connsiteX2" fmla="*/ 45305 w 45349"/>
                      <a:gd name="connsiteY2" fmla="*/ 32001 h 86015"/>
                      <a:gd name="connsiteX3" fmla="*/ 35198 w 45349"/>
                      <a:gd name="connsiteY3" fmla="*/ 37453 h 86015"/>
                      <a:gd name="connsiteX4" fmla="*/ 25312 w 45349"/>
                      <a:gd name="connsiteY4" fmla="*/ 37631 h 86015"/>
                      <a:gd name="connsiteX5" fmla="*/ 24691 w 45349"/>
                      <a:gd name="connsiteY5" fmla="*/ 26814 h 86015"/>
                      <a:gd name="connsiteX6" fmla="*/ 45349 w 45349"/>
                      <a:gd name="connsiteY6" fmla="*/ 5535 h 86015"/>
                      <a:gd name="connsiteX7" fmla="*/ 34577 w 45349"/>
                      <a:gd name="connsiteY7" fmla="*/ 215 h 86015"/>
                      <a:gd name="connsiteX8" fmla="*/ 5053 w 45349"/>
                      <a:gd name="connsiteY8" fmla="*/ 31424 h 86015"/>
                      <a:gd name="connsiteX9" fmla="*/ 486 w 45349"/>
                      <a:gd name="connsiteY9" fmla="*/ 66889 h 86015"/>
                      <a:gd name="connsiteX10" fmla="*/ 1639 w 45349"/>
                      <a:gd name="connsiteY10" fmla="*/ 79745 h 86015"/>
                      <a:gd name="connsiteX11" fmla="*/ 18174 w 45349"/>
                      <a:gd name="connsiteY11" fmla="*/ 85907 h 860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5349" h="86015">
                        <a:moveTo>
                          <a:pt x="18174" y="85907"/>
                        </a:moveTo>
                        <a:cubicBezTo>
                          <a:pt x="32848" y="84666"/>
                          <a:pt x="43621" y="75312"/>
                          <a:pt x="42689" y="60284"/>
                        </a:cubicBezTo>
                        <a:cubicBezTo>
                          <a:pt x="42069" y="50221"/>
                          <a:pt x="43887" y="41266"/>
                          <a:pt x="45305" y="32001"/>
                        </a:cubicBezTo>
                        <a:cubicBezTo>
                          <a:pt x="41360" y="34483"/>
                          <a:pt x="37547" y="36434"/>
                          <a:pt x="35198" y="37453"/>
                        </a:cubicBezTo>
                        <a:cubicBezTo>
                          <a:pt x="32006" y="38828"/>
                          <a:pt x="27972" y="39847"/>
                          <a:pt x="25312" y="37631"/>
                        </a:cubicBezTo>
                        <a:cubicBezTo>
                          <a:pt x="22342" y="35148"/>
                          <a:pt x="23140" y="30360"/>
                          <a:pt x="24691" y="26814"/>
                        </a:cubicBezTo>
                        <a:cubicBezTo>
                          <a:pt x="27750" y="19721"/>
                          <a:pt x="36262" y="8239"/>
                          <a:pt x="45349" y="5535"/>
                        </a:cubicBezTo>
                        <a:cubicBezTo>
                          <a:pt x="43709" y="1678"/>
                          <a:pt x="40562" y="-760"/>
                          <a:pt x="34577" y="215"/>
                        </a:cubicBezTo>
                        <a:cubicBezTo>
                          <a:pt x="18396" y="2787"/>
                          <a:pt x="7003" y="16130"/>
                          <a:pt x="5053" y="31424"/>
                        </a:cubicBezTo>
                        <a:cubicBezTo>
                          <a:pt x="3545" y="43261"/>
                          <a:pt x="1994" y="55053"/>
                          <a:pt x="486" y="66889"/>
                        </a:cubicBezTo>
                        <a:cubicBezTo>
                          <a:pt x="-90" y="71233"/>
                          <a:pt x="-577" y="75977"/>
                          <a:pt x="1639" y="79745"/>
                        </a:cubicBezTo>
                        <a:cubicBezTo>
                          <a:pt x="4831" y="85109"/>
                          <a:pt x="12013" y="86439"/>
                          <a:pt x="18174" y="8590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38" name="Forme libre : forme 19137">
                    <a:extLst>
                      <a:ext uri="{FF2B5EF4-FFF2-40B4-BE49-F238E27FC236}">
                        <a16:creationId xmlns:a16="http://schemas.microsoft.com/office/drawing/2014/main" id="{9F47D70C-B38B-4C33-BC99-FC40B500FB6C}"/>
                      </a:ext>
                    </a:extLst>
                  </p:cNvPr>
                  <p:cNvSpPr/>
                  <p:nvPr/>
                </p:nvSpPr>
                <p:spPr>
                  <a:xfrm>
                    <a:off x="5210200" y="5667993"/>
                    <a:ext cx="50600" cy="53620"/>
                  </a:xfrm>
                  <a:custGeom>
                    <a:avLst/>
                    <a:gdLst>
                      <a:gd name="connsiteX0" fmla="*/ 22 w 50600"/>
                      <a:gd name="connsiteY0" fmla="*/ 24634 h 53620"/>
                      <a:gd name="connsiteX1" fmla="*/ 599 w 50600"/>
                      <a:gd name="connsiteY1" fmla="*/ 31726 h 53620"/>
                      <a:gd name="connsiteX2" fmla="*/ 6317 w 50600"/>
                      <a:gd name="connsiteY2" fmla="*/ 39972 h 53620"/>
                      <a:gd name="connsiteX3" fmla="*/ 42890 w 50600"/>
                      <a:gd name="connsiteY3" fmla="*/ 53582 h 53620"/>
                      <a:gd name="connsiteX4" fmla="*/ 47988 w 50600"/>
                      <a:gd name="connsiteY4" fmla="*/ 52296 h 53620"/>
                      <a:gd name="connsiteX5" fmla="*/ 50471 w 50600"/>
                      <a:gd name="connsiteY5" fmla="*/ 44937 h 53620"/>
                      <a:gd name="connsiteX6" fmla="*/ 42225 w 50600"/>
                      <a:gd name="connsiteY6" fmla="*/ 12531 h 53620"/>
                      <a:gd name="connsiteX7" fmla="*/ 42270 w 50600"/>
                      <a:gd name="connsiteY7" fmla="*/ 9605 h 53620"/>
                      <a:gd name="connsiteX8" fmla="*/ 10883 w 50600"/>
                      <a:gd name="connsiteY8" fmla="*/ 30 h 53620"/>
                      <a:gd name="connsiteX9" fmla="*/ 2992 w 50600"/>
                      <a:gd name="connsiteY9" fmla="*/ 961 h 53620"/>
                      <a:gd name="connsiteX10" fmla="*/ 2372 w 50600"/>
                      <a:gd name="connsiteY10" fmla="*/ 2690 h 53620"/>
                      <a:gd name="connsiteX11" fmla="*/ 22 w 50600"/>
                      <a:gd name="connsiteY11" fmla="*/ 24634 h 53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0600" h="53620">
                        <a:moveTo>
                          <a:pt x="22" y="24634"/>
                        </a:moveTo>
                        <a:cubicBezTo>
                          <a:pt x="-22" y="27028"/>
                          <a:pt x="-66" y="29421"/>
                          <a:pt x="599" y="31726"/>
                        </a:cubicBezTo>
                        <a:cubicBezTo>
                          <a:pt x="1529" y="34963"/>
                          <a:pt x="3835" y="37667"/>
                          <a:pt x="6317" y="39972"/>
                        </a:cubicBezTo>
                        <a:cubicBezTo>
                          <a:pt x="16070" y="49104"/>
                          <a:pt x="29547" y="54114"/>
                          <a:pt x="42890" y="53582"/>
                        </a:cubicBezTo>
                        <a:cubicBezTo>
                          <a:pt x="44663" y="53493"/>
                          <a:pt x="46525" y="53316"/>
                          <a:pt x="47988" y="52296"/>
                        </a:cubicBezTo>
                        <a:cubicBezTo>
                          <a:pt x="50249" y="50745"/>
                          <a:pt x="50914" y="47642"/>
                          <a:pt x="50471" y="44937"/>
                        </a:cubicBezTo>
                        <a:cubicBezTo>
                          <a:pt x="48476" y="33500"/>
                          <a:pt x="42447" y="24856"/>
                          <a:pt x="42225" y="12531"/>
                        </a:cubicBezTo>
                        <a:cubicBezTo>
                          <a:pt x="42225" y="11601"/>
                          <a:pt x="42225" y="10625"/>
                          <a:pt x="42270" y="9605"/>
                        </a:cubicBezTo>
                        <a:cubicBezTo>
                          <a:pt x="33448" y="3266"/>
                          <a:pt x="22587" y="-369"/>
                          <a:pt x="10883" y="30"/>
                        </a:cubicBezTo>
                        <a:cubicBezTo>
                          <a:pt x="8179" y="118"/>
                          <a:pt x="5564" y="473"/>
                          <a:pt x="2992" y="961"/>
                        </a:cubicBezTo>
                        <a:cubicBezTo>
                          <a:pt x="2771" y="1537"/>
                          <a:pt x="2505" y="2158"/>
                          <a:pt x="2372" y="2690"/>
                        </a:cubicBezTo>
                        <a:cubicBezTo>
                          <a:pt x="377" y="9783"/>
                          <a:pt x="200" y="17230"/>
                          <a:pt x="22" y="2463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39" name="Forme libre : forme 19138">
                    <a:extLst>
                      <a:ext uri="{FF2B5EF4-FFF2-40B4-BE49-F238E27FC236}">
                        <a16:creationId xmlns:a16="http://schemas.microsoft.com/office/drawing/2014/main" id="{719E31C1-F538-4E91-AC02-0CD73FE47D4A}"/>
                      </a:ext>
                    </a:extLst>
                  </p:cNvPr>
                  <p:cNvSpPr/>
                  <p:nvPr/>
                </p:nvSpPr>
                <p:spPr>
                  <a:xfrm>
                    <a:off x="5317972" y="5634883"/>
                    <a:ext cx="65840" cy="87366"/>
                  </a:xfrm>
                  <a:custGeom>
                    <a:avLst/>
                    <a:gdLst>
                      <a:gd name="connsiteX0" fmla="*/ 17841 w 65840"/>
                      <a:gd name="connsiteY0" fmla="*/ 79954 h 87366"/>
                      <a:gd name="connsiteX1" fmla="*/ 41912 w 65840"/>
                      <a:gd name="connsiteY1" fmla="*/ 85717 h 87366"/>
                      <a:gd name="connsiteX2" fmla="*/ 55123 w 65840"/>
                      <a:gd name="connsiteY2" fmla="*/ 87268 h 87366"/>
                      <a:gd name="connsiteX3" fmla="*/ 65452 w 65840"/>
                      <a:gd name="connsiteY3" fmla="*/ 80042 h 87366"/>
                      <a:gd name="connsiteX4" fmla="*/ 60310 w 65840"/>
                      <a:gd name="connsiteY4" fmla="*/ 64704 h 87366"/>
                      <a:gd name="connsiteX5" fmla="*/ 48784 w 65840"/>
                      <a:gd name="connsiteY5" fmla="*/ 27599 h 87366"/>
                      <a:gd name="connsiteX6" fmla="*/ 40715 w 65840"/>
                      <a:gd name="connsiteY6" fmla="*/ 2197 h 87366"/>
                      <a:gd name="connsiteX7" fmla="*/ 286 w 65840"/>
                      <a:gd name="connsiteY7" fmla="*/ 43780 h 87366"/>
                      <a:gd name="connsiteX8" fmla="*/ 17841 w 65840"/>
                      <a:gd name="connsiteY8" fmla="*/ 79954 h 87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5840" h="87366">
                        <a:moveTo>
                          <a:pt x="17841" y="79954"/>
                        </a:moveTo>
                        <a:cubicBezTo>
                          <a:pt x="25244" y="83677"/>
                          <a:pt x="33755" y="84165"/>
                          <a:pt x="41912" y="85717"/>
                        </a:cubicBezTo>
                        <a:cubicBezTo>
                          <a:pt x="46301" y="86559"/>
                          <a:pt x="50690" y="87712"/>
                          <a:pt x="55123" y="87268"/>
                        </a:cubicBezTo>
                        <a:cubicBezTo>
                          <a:pt x="59556" y="86825"/>
                          <a:pt x="64122" y="84298"/>
                          <a:pt x="65452" y="80042"/>
                        </a:cubicBezTo>
                        <a:cubicBezTo>
                          <a:pt x="67092" y="74722"/>
                          <a:pt x="63191" y="69447"/>
                          <a:pt x="60310" y="64704"/>
                        </a:cubicBezTo>
                        <a:cubicBezTo>
                          <a:pt x="53527" y="53533"/>
                          <a:pt x="51089" y="40278"/>
                          <a:pt x="48784" y="27599"/>
                        </a:cubicBezTo>
                        <a:cubicBezTo>
                          <a:pt x="47498" y="20595"/>
                          <a:pt x="47188" y="6896"/>
                          <a:pt x="40715" y="2197"/>
                        </a:cubicBezTo>
                        <a:cubicBezTo>
                          <a:pt x="24003" y="-9950"/>
                          <a:pt x="1704" y="31677"/>
                          <a:pt x="286" y="43780"/>
                        </a:cubicBezTo>
                        <a:cubicBezTo>
                          <a:pt x="-1488" y="57966"/>
                          <a:pt x="5073" y="73482"/>
                          <a:pt x="17841" y="7995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40" name="Forme libre : forme 19139">
                    <a:extLst>
                      <a:ext uri="{FF2B5EF4-FFF2-40B4-BE49-F238E27FC236}">
                        <a16:creationId xmlns:a16="http://schemas.microsoft.com/office/drawing/2014/main" id="{0BE3383B-0232-4C44-8972-437711B5D6D7}"/>
                      </a:ext>
                    </a:extLst>
                  </p:cNvPr>
                  <p:cNvSpPr/>
                  <p:nvPr/>
                </p:nvSpPr>
                <p:spPr>
                  <a:xfrm>
                    <a:off x="5247634" y="5745354"/>
                    <a:ext cx="33490" cy="48432"/>
                  </a:xfrm>
                  <a:custGeom>
                    <a:avLst/>
                    <a:gdLst>
                      <a:gd name="connsiteX0" fmla="*/ 11176 w 33490"/>
                      <a:gd name="connsiteY0" fmla="*/ 45111 h 48432"/>
                      <a:gd name="connsiteX1" fmla="*/ 32543 w 33490"/>
                      <a:gd name="connsiteY1" fmla="*/ 41166 h 48432"/>
                      <a:gd name="connsiteX2" fmla="*/ 28908 w 33490"/>
                      <a:gd name="connsiteY2" fmla="*/ 17272 h 48432"/>
                      <a:gd name="connsiteX3" fmla="*/ 25938 w 33490"/>
                      <a:gd name="connsiteY3" fmla="*/ 17937 h 48432"/>
                      <a:gd name="connsiteX4" fmla="*/ 18269 w 33490"/>
                      <a:gd name="connsiteY4" fmla="*/ 10489 h 48432"/>
                      <a:gd name="connsiteX5" fmla="*/ 22702 w 33490"/>
                      <a:gd name="connsiteY5" fmla="*/ 3529 h 48432"/>
                      <a:gd name="connsiteX6" fmla="*/ 669 w 33490"/>
                      <a:gd name="connsiteY6" fmla="*/ 25517 h 48432"/>
                      <a:gd name="connsiteX7" fmla="*/ 11176 w 33490"/>
                      <a:gd name="connsiteY7" fmla="*/ 45111 h 48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3490" h="48432">
                        <a:moveTo>
                          <a:pt x="11176" y="45111"/>
                        </a:moveTo>
                        <a:cubicBezTo>
                          <a:pt x="17870" y="50298"/>
                          <a:pt x="29041" y="49722"/>
                          <a:pt x="32543" y="41166"/>
                        </a:cubicBezTo>
                        <a:cubicBezTo>
                          <a:pt x="35203" y="34605"/>
                          <a:pt x="31701" y="25030"/>
                          <a:pt x="28908" y="17272"/>
                        </a:cubicBezTo>
                        <a:cubicBezTo>
                          <a:pt x="27977" y="17670"/>
                          <a:pt x="27002" y="17892"/>
                          <a:pt x="25938" y="17937"/>
                        </a:cubicBezTo>
                        <a:cubicBezTo>
                          <a:pt x="21771" y="17981"/>
                          <a:pt x="18357" y="14656"/>
                          <a:pt x="18269" y="10489"/>
                        </a:cubicBezTo>
                        <a:cubicBezTo>
                          <a:pt x="18224" y="7386"/>
                          <a:pt x="20042" y="4726"/>
                          <a:pt x="22702" y="3529"/>
                        </a:cubicBezTo>
                        <a:cubicBezTo>
                          <a:pt x="13126" y="-7155"/>
                          <a:pt x="-3542" y="8228"/>
                          <a:pt x="669" y="25517"/>
                        </a:cubicBezTo>
                        <a:cubicBezTo>
                          <a:pt x="2398" y="32832"/>
                          <a:pt x="5191" y="40457"/>
                          <a:pt x="11176" y="4511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41" name="Forme libre : forme 19140">
                    <a:extLst>
                      <a:ext uri="{FF2B5EF4-FFF2-40B4-BE49-F238E27FC236}">
                        <a16:creationId xmlns:a16="http://schemas.microsoft.com/office/drawing/2014/main" id="{7D16330F-266D-4FAB-A2CF-609EBD4BC54F}"/>
                      </a:ext>
                    </a:extLst>
                  </p:cNvPr>
                  <p:cNvSpPr/>
                  <p:nvPr/>
                </p:nvSpPr>
                <p:spPr>
                  <a:xfrm>
                    <a:off x="5155713" y="5828849"/>
                    <a:ext cx="88480" cy="59217"/>
                  </a:xfrm>
                  <a:custGeom>
                    <a:avLst/>
                    <a:gdLst>
                      <a:gd name="connsiteX0" fmla="*/ 71267 w 88480"/>
                      <a:gd name="connsiteY0" fmla="*/ 7278 h 59217"/>
                      <a:gd name="connsiteX1" fmla="*/ 31369 w 88480"/>
                      <a:gd name="connsiteY1" fmla="*/ 4086 h 59217"/>
                      <a:gd name="connsiteX2" fmla="*/ 12306 w 88480"/>
                      <a:gd name="connsiteY2" fmla="*/ 5638 h 59217"/>
                      <a:gd name="connsiteX3" fmla="*/ 27 w 88480"/>
                      <a:gd name="connsiteY3" fmla="*/ 18848 h 59217"/>
                      <a:gd name="connsiteX4" fmla="*/ 5435 w 88480"/>
                      <a:gd name="connsiteY4" fmla="*/ 30818 h 59217"/>
                      <a:gd name="connsiteX5" fmla="*/ 11198 w 88480"/>
                      <a:gd name="connsiteY5" fmla="*/ 34940 h 59217"/>
                      <a:gd name="connsiteX6" fmla="*/ 13725 w 88480"/>
                      <a:gd name="connsiteY6" fmla="*/ 30507 h 59217"/>
                      <a:gd name="connsiteX7" fmla="*/ 25384 w 88480"/>
                      <a:gd name="connsiteY7" fmla="*/ 20488 h 59217"/>
                      <a:gd name="connsiteX8" fmla="*/ 47416 w 88480"/>
                      <a:gd name="connsiteY8" fmla="*/ 17829 h 59217"/>
                      <a:gd name="connsiteX9" fmla="*/ 51185 w 88480"/>
                      <a:gd name="connsiteY9" fmla="*/ 28335 h 59217"/>
                      <a:gd name="connsiteX10" fmla="*/ 42939 w 88480"/>
                      <a:gd name="connsiteY10" fmla="*/ 36714 h 59217"/>
                      <a:gd name="connsiteX11" fmla="*/ 30172 w 88480"/>
                      <a:gd name="connsiteY11" fmla="*/ 44338 h 59217"/>
                      <a:gd name="connsiteX12" fmla="*/ 60671 w 88480"/>
                      <a:gd name="connsiteY12" fmla="*/ 56796 h 59217"/>
                      <a:gd name="connsiteX13" fmla="*/ 77872 w 88480"/>
                      <a:gd name="connsiteY13" fmla="*/ 58702 h 59217"/>
                      <a:gd name="connsiteX14" fmla="*/ 88467 w 88480"/>
                      <a:gd name="connsiteY14" fmla="*/ 46511 h 59217"/>
                      <a:gd name="connsiteX15" fmla="*/ 82881 w 88480"/>
                      <a:gd name="connsiteY15" fmla="*/ 35517 h 59217"/>
                      <a:gd name="connsiteX16" fmla="*/ 81418 w 88480"/>
                      <a:gd name="connsiteY16" fmla="*/ 33699 h 59217"/>
                      <a:gd name="connsiteX17" fmla="*/ 77251 w 88480"/>
                      <a:gd name="connsiteY17" fmla="*/ 27626 h 59217"/>
                      <a:gd name="connsiteX18" fmla="*/ 71267 w 88480"/>
                      <a:gd name="connsiteY18" fmla="*/ 7278 h 59217"/>
                      <a:gd name="connsiteX19" fmla="*/ 66922 w 88480"/>
                      <a:gd name="connsiteY19" fmla="*/ 26517 h 59217"/>
                      <a:gd name="connsiteX20" fmla="*/ 59253 w 88480"/>
                      <a:gd name="connsiteY20" fmla="*/ 19070 h 59217"/>
                      <a:gd name="connsiteX21" fmla="*/ 66700 w 88480"/>
                      <a:gd name="connsiteY21" fmla="*/ 11401 h 59217"/>
                      <a:gd name="connsiteX22" fmla="*/ 74370 w 88480"/>
                      <a:gd name="connsiteY22" fmla="*/ 18848 h 59217"/>
                      <a:gd name="connsiteX23" fmla="*/ 66922 w 88480"/>
                      <a:gd name="connsiteY23" fmla="*/ 26517 h 59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88480" h="59217">
                        <a:moveTo>
                          <a:pt x="71267" y="7278"/>
                        </a:moveTo>
                        <a:cubicBezTo>
                          <a:pt x="64218" y="-6819"/>
                          <a:pt x="43914" y="3864"/>
                          <a:pt x="31369" y="4086"/>
                        </a:cubicBezTo>
                        <a:cubicBezTo>
                          <a:pt x="24985" y="4175"/>
                          <a:pt x="18424" y="3731"/>
                          <a:pt x="12306" y="5638"/>
                        </a:cubicBezTo>
                        <a:cubicBezTo>
                          <a:pt x="6189" y="7500"/>
                          <a:pt x="470" y="12465"/>
                          <a:pt x="27" y="18848"/>
                        </a:cubicBezTo>
                        <a:cubicBezTo>
                          <a:pt x="-284" y="23370"/>
                          <a:pt x="2155" y="27714"/>
                          <a:pt x="5435" y="30818"/>
                        </a:cubicBezTo>
                        <a:cubicBezTo>
                          <a:pt x="7164" y="32458"/>
                          <a:pt x="9115" y="33788"/>
                          <a:pt x="11198" y="34940"/>
                        </a:cubicBezTo>
                        <a:cubicBezTo>
                          <a:pt x="11907" y="33389"/>
                          <a:pt x="12705" y="31882"/>
                          <a:pt x="13725" y="30507"/>
                        </a:cubicBezTo>
                        <a:cubicBezTo>
                          <a:pt x="16784" y="26296"/>
                          <a:pt x="20818" y="22927"/>
                          <a:pt x="25384" y="20488"/>
                        </a:cubicBezTo>
                        <a:cubicBezTo>
                          <a:pt x="30704" y="17695"/>
                          <a:pt x="41875" y="13617"/>
                          <a:pt x="47416" y="17829"/>
                        </a:cubicBezTo>
                        <a:cubicBezTo>
                          <a:pt x="50254" y="19956"/>
                          <a:pt x="52071" y="24921"/>
                          <a:pt x="51185" y="28335"/>
                        </a:cubicBezTo>
                        <a:cubicBezTo>
                          <a:pt x="50165" y="32281"/>
                          <a:pt x="46220" y="34763"/>
                          <a:pt x="42939" y="36714"/>
                        </a:cubicBezTo>
                        <a:cubicBezTo>
                          <a:pt x="38683" y="39240"/>
                          <a:pt x="34428" y="41812"/>
                          <a:pt x="30172" y="44338"/>
                        </a:cubicBezTo>
                        <a:cubicBezTo>
                          <a:pt x="40102" y="49038"/>
                          <a:pt x="50165" y="53471"/>
                          <a:pt x="60671" y="56796"/>
                        </a:cubicBezTo>
                        <a:cubicBezTo>
                          <a:pt x="66257" y="58569"/>
                          <a:pt x="72197" y="60032"/>
                          <a:pt x="77872" y="58702"/>
                        </a:cubicBezTo>
                        <a:cubicBezTo>
                          <a:pt x="83546" y="57372"/>
                          <a:pt x="88777" y="52363"/>
                          <a:pt x="88467" y="46511"/>
                        </a:cubicBezTo>
                        <a:cubicBezTo>
                          <a:pt x="88245" y="42388"/>
                          <a:pt x="85630" y="38930"/>
                          <a:pt x="82881" y="35517"/>
                        </a:cubicBezTo>
                        <a:cubicBezTo>
                          <a:pt x="82216" y="35073"/>
                          <a:pt x="81684" y="34453"/>
                          <a:pt x="81418" y="33699"/>
                        </a:cubicBezTo>
                        <a:cubicBezTo>
                          <a:pt x="79822" y="31704"/>
                          <a:pt x="78271" y="29754"/>
                          <a:pt x="77251" y="27626"/>
                        </a:cubicBezTo>
                        <a:cubicBezTo>
                          <a:pt x="74281" y="21198"/>
                          <a:pt x="74414" y="13617"/>
                          <a:pt x="71267" y="7278"/>
                        </a:cubicBezTo>
                        <a:close/>
                        <a:moveTo>
                          <a:pt x="66922" y="26517"/>
                        </a:moveTo>
                        <a:cubicBezTo>
                          <a:pt x="62755" y="26562"/>
                          <a:pt x="59341" y="23237"/>
                          <a:pt x="59253" y="19070"/>
                        </a:cubicBezTo>
                        <a:cubicBezTo>
                          <a:pt x="59164" y="14903"/>
                          <a:pt x="62533" y="11489"/>
                          <a:pt x="66700" y="11401"/>
                        </a:cubicBezTo>
                        <a:cubicBezTo>
                          <a:pt x="70868" y="11356"/>
                          <a:pt x="74281" y="14681"/>
                          <a:pt x="74370" y="18848"/>
                        </a:cubicBezTo>
                        <a:cubicBezTo>
                          <a:pt x="74458" y="23016"/>
                          <a:pt x="71089" y="26473"/>
                          <a:pt x="66922" y="2651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42" name="Forme libre : forme 19141">
                    <a:extLst>
                      <a:ext uri="{FF2B5EF4-FFF2-40B4-BE49-F238E27FC236}">
                        <a16:creationId xmlns:a16="http://schemas.microsoft.com/office/drawing/2014/main" id="{4138C1B3-E6F2-4E84-B62C-F5294DEF1FDC}"/>
                      </a:ext>
                    </a:extLst>
                  </p:cNvPr>
                  <p:cNvSpPr/>
                  <p:nvPr/>
                </p:nvSpPr>
                <p:spPr>
                  <a:xfrm>
                    <a:off x="5130560" y="5881034"/>
                    <a:ext cx="41438" cy="31725"/>
                  </a:xfrm>
                  <a:custGeom>
                    <a:avLst/>
                    <a:gdLst>
                      <a:gd name="connsiteX0" fmla="*/ 12102 w 41438"/>
                      <a:gd name="connsiteY0" fmla="*/ 0 h 31725"/>
                      <a:gd name="connsiteX1" fmla="*/ 4123 w 41438"/>
                      <a:gd name="connsiteY1" fmla="*/ 21767 h 31725"/>
                      <a:gd name="connsiteX2" fmla="*/ 0 w 41438"/>
                      <a:gd name="connsiteY2" fmla="*/ 31076 h 31725"/>
                      <a:gd name="connsiteX3" fmla="*/ 15693 w 41438"/>
                      <a:gd name="connsiteY3" fmla="*/ 30943 h 31725"/>
                      <a:gd name="connsiteX4" fmla="*/ 31120 w 41438"/>
                      <a:gd name="connsiteY4" fmla="*/ 29613 h 31725"/>
                      <a:gd name="connsiteX5" fmla="*/ 26820 w 41438"/>
                      <a:gd name="connsiteY5" fmla="*/ 5896 h 31725"/>
                      <a:gd name="connsiteX6" fmla="*/ 12102 w 41438"/>
                      <a:gd name="connsiteY6" fmla="*/ 0 h 31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438" h="31725">
                        <a:moveTo>
                          <a:pt x="12102" y="0"/>
                        </a:moveTo>
                        <a:cubicBezTo>
                          <a:pt x="13255" y="5497"/>
                          <a:pt x="6694" y="16048"/>
                          <a:pt x="4123" y="21767"/>
                        </a:cubicBezTo>
                        <a:cubicBezTo>
                          <a:pt x="2748" y="24825"/>
                          <a:pt x="1330" y="27973"/>
                          <a:pt x="0" y="31076"/>
                        </a:cubicBezTo>
                        <a:cubicBezTo>
                          <a:pt x="5098" y="32273"/>
                          <a:pt x="10462" y="31564"/>
                          <a:pt x="15693" y="30943"/>
                        </a:cubicBezTo>
                        <a:cubicBezTo>
                          <a:pt x="20836" y="30367"/>
                          <a:pt x="25934" y="29923"/>
                          <a:pt x="31120" y="29613"/>
                        </a:cubicBezTo>
                        <a:cubicBezTo>
                          <a:pt x="52621" y="28372"/>
                          <a:pt x="35154" y="12767"/>
                          <a:pt x="26820" y="5896"/>
                        </a:cubicBezTo>
                        <a:cubicBezTo>
                          <a:pt x="22387" y="2261"/>
                          <a:pt x="17245" y="310"/>
                          <a:pt x="12102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43" name="Forme libre : forme 19142">
                    <a:extLst>
                      <a:ext uri="{FF2B5EF4-FFF2-40B4-BE49-F238E27FC236}">
                        <a16:creationId xmlns:a16="http://schemas.microsoft.com/office/drawing/2014/main" id="{FCBE4DF0-B5A6-4A6D-9515-295D2B96F9B5}"/>
                      </a:ext>
                    </a:extLst>
                  </p:cNvPr>
                  <p:cNvSpPr/>
                  <p:nvPr/>
                </p:nvSpPr>
                <p:spPr>
                  <a:xfrm>
                    <a:off x="5027177" y="5886175"/>
                    <a:ext cx="54031" cy="23494"/>
                  </a:xfrm>
                  <a:custGeom>
                    <a:avLst/>
                    <a:gdLst>
                      <a:gd name="connsiteX0" fmla="*/ 14543 w 54031"/>
                      <a:gd name="connsiteY0" fmla="*/ 23186 h 23494"/>
                      <a:gd name="connsiteX1" fmla="*/ 51560 w 54031"/>
                      <a:gd name="connsiteY1" fmla="*/ 7670 h 23494"/>
                      <a:gd name="connsiteX2" fmla="*/ 3771 w 54031"/>
                      <a:gd name="connsiteY2" fmla="*/ 13477 h 23494"/>
                      <a:gd name="connsiteX3" fmla="*/ 47 w 54031"/>
                      <a:gd name="connsiteY3" fmla="*/ 18265 h 23494"/>
                      <a:gd name="connsiteX4" fmla="*/ 2086 w 54031"/>
                      <a:gd name="connsiteY4" fmla="*/ 20836 h 23494"/>
                      <a:gd name="connsiteX5" fmla="*/ 14543 w 54031"/>
                      <a:gd name="connsiteY5" fmla="*/ 23186 h 23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031" h="23494">
                        <a:moveTo>
                          <a:pt x="14543" y="23186"/>
                        </a:moveTo>
                        <a:cubicBezTo>
                          <a:pt x="23941" y="23141"/>
                          <a:pt x="64327" y="27131"/>
                          <a:pt x="51560" y="7670"/>
                        </a:cubicBezTo>
                        <a:cubicBezTo>
                          <a:pt x="40255" y="-9575"/>
                          <a:pt x="16716" y="6695"/>
                          <a:pt x="3771" y="13477"/>
                        </a:cubicBezTo>
                        <a:cubicBezTo>
                          <a:pt x="1865" y="14497"/>
                          <a:pt x="-352" y="16093"/>
                          <a:pt x="47" y="18265"/>
                        </a:cubicBezTo>
                        <a:cubicBezTo>
                          <a:pt x="269" y="19373"/>
                          <a:pt x="1155" y="20215"/>
                          <a:pt x="2086" y="20836"/>
                        </a:cubicBezTo>
                        <a:cubicBezTo>
                          <a:pt x="5677" y="23186"/>
                          <a:pt x="10243" y="23230"/>
                          <a:pt x="14543" y="2318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44" name="Forme libre : forme 19143">
                    <a:extLst>
                      <a:ext uri="{FF2B5EF4-FFF2-40B4-BE49-F238E27FC236}">
                        <a16:creationId xmlns:a16="http://schemas.microsoft.com/office/drawing/2014/main" id="{354C5635-2A2A-41AA-857F-2AC257A78ED7}"/>
                      </a:ext>
                    </a:extLst>
                  </p:cNvPr>
                  <p:cNvSpPr/>
                  <p:nvPr/>
                </p:nvSpPr>
                <p:spPr>
                  <a:xfrm>
                    <a:off x="5081397" y="5813526"/>
                    <a:ext cx="56097" cy="37870"/>
                  </a:xfrm>
                  <a:custGeom>
                    <a:avLst/>
                    <a:gdLst>
                      <a:gd name="connsiteX0" fmla="*/ 27485 w 56097"/>
                      <a:gd name="connsiteY0" fmla="*/ 1676 h 37870"/>
                      <a:gd name="connsiteX1" fmla="*/ 23407 w 56097"/>
                      <a:gd name="connsiteY1" fmla="*/ 80 h 37870"/>
                      <a:gd name="connsiteX2" fmla="*/ 17910 w 56097"/>
                      <a:gd name="connsiteY2" fmla="*/ 745 h 37870"/>
                      <a:gd name="connsiteX3" fmla="*/ 0 w 56097"/>
                      <a:gd name="connsiteY3" fmla="*/ 8370 h 37870"/>
                      <a:gd name="connsiteX4" fmla="*/ 12546 w 56097"/>
                      <a:gd name="connsiteY4" fmla="*/ 10675 h 37870"/>
                      <a:gd name="connsiteX5" fmla="*/ 26466 w 56097"/>
                      <a:gd name="connsiteY5" fmla="*/ 14532 h 37870"/>
                      <a:gd name="connsiteX6" fmla="*/ 35864 w 56097"/>
                      <a:gd name="connsiteY6" fmla="*/ 25925 h 37870"/>
                      <a:gd name="connsiteX7" fmla="*/ 43843 w 56097"/>
                      <a:gd name="connsiteY7" fmla="*/ 36298 h 37870"/>
                      <a:gd name="connsiteX8" fmla="*/ 55414 w 56097"/>
                      <a:gd name="connsiteY8" fmla="*/ 34569 h 37870"/>
                      <a:gd name="connsiteX9" fmla="*/ 56079 w 56097"/>
                      <a:gd name="connsiteY9" fmla="*/ 31067 h 37870"/>
                      <a:gd name="connsiteX10" fmla="*/ 52310 w 56097"/>
                      <a:gd name="connsiteY10" fmla="*/ 22911 h 37870"/>
                      <a:gd name="connsiteX11" fmla="*/ 27485 w 56097"/>
                      <a:gd name="connsiteY11" fmla="*/ 1676 h 37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6097" h="37870">
                        <a:moveTo>
                          <a:pt x="27485" y="1676"/>
                        </a:moveTo>
                        <a:cubicBezTo>
                          <a:pt x="26200" y="966"/>
                          <a:pt x="24870" y="301"/>
                          <a:pt x="23407" y="80"/>
                        </a:cubicBezTo>
                        <a:cubicBezTo>
                          <a:pt x="21545" y="-186"/>
                          <a:pt x="19683" y="257"/>
                          <a:pt x="17910" y="745"/>
                        </a:cubicBezTo>
                        <a:cubicBezTo>
                          <a:pt x="11659" y="2562"/>
                          <a:pt x="5630" y="5089"/>
                          <a:pt x="0" y="8370"/>
                        </a:cubicBezTo>
                        <a:lnTo>
                          <a:pt x="12546" y="10675"/>
                        </a:lnTo>
                        <a:cubicBezTo>
                          <a:pt x="17422" y="9788"/>
                          <a:pt x="22520" y="11517"/>
                          <a:pt x="26466" y="14532"/>
                        </a:cubicBezTo>
                        <a:cubicBezTo>
                          <a:pt x="30411" y="17546"/>
                          <a:pt x="33337" y="21669"/>
                          <a:pt x="35864" y="25925"/>
                        </a:cubicBezTo>
                        <a:cubicBezTo>
                          <a:pt x="38080" y="29737"/>
                          <a:pt x="40164" y="33860"/>
                          <a:pt x="43843" y="36298"/>
                        </a:cubicBezTo>
                        <a:cubicBezTo>
                          <a:pt x="47523" y="38737"/>
                          <a:pt x="53375" y="38470"/>
                          <a:pt x="55414" y="34569"/>
                        </a:cubicBezTo>
                        <a:cubicBezTo>
                          <a:pt x="55946" y="33505"/>
                          <a:pt x="56167" y="32264"/>
                          <a:pt x="56079" y="31067"/>
                        </a:cubicBezTo>
                        <a:cubicBezTo>
                          <a:pt x="55901" y="28053"/>
                          <a:pt x="54172" y="25348"/>
                          <a:pt x="52310" y="22911"/>
                        </a:cubicBezTo>
                        <a:cubicBezTo>
                          <a:pt x="45617" y="14177"/>
                          <a:pt x="37105" y="6907"/>
                          <a:pt x="27485" y="167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45" name="Forme libre : forme 19144">
                    <a:extLst>
                      <a:ext uri="{FF2B5EF4-FFF2-40B4-BE49-F238E27FC236}">
                        <a16:creationId xmlns:a16="http://schemas.microsoft.com/office/drawing/2014/main" id="{02B5D84E-A51E-446A-88EA-D92F7B1E7D5F}"/>
                      </a:ext>
                    </a:extLst>
                  </p:cNvPr>
                  <p:cNvSpPr/>
                  <p:nvPr/>
                </p:nvSpPr>
                <p:spPr>
                  <a:xfrm>
                    <a:off x="5315374" y="5735312"/>
                    <a:ext cx="35776" cy="50366"/>
                  </a:xfrm>
                  <a:custGeom>
                    <a:avLst/>
                    <a:gdLst>
                      <a:gd name="connsiteX0" fmla="*/ 4168 w 35776"/>
                      <a:gd name="connsiteY0" fmla="*/ 48859 h 50366"/>
                      <a:gd name="connsiteX1" fmla="*/ 11483 w 35776"/>
                      <a:gd name="connsiteY1" fmla="*/ 50366 h 50366"/>
                      <a:gd name="connsiteX2" fmla="*/ 35776 w 35776"/>
                      <a:gd name="connsiteY2" fmla="*/ 31126 h 50366"/>
                      <a:gd name="connsiteX3" fmla="*/ 26112 w 35776"/>
                      <a:gd name="connsiteY3" fmla="*/ 36313 h 50366"/>
                      <a:gd name="connsiteX4" fmla="*/ 16226 w 35776"/>
                      <a:gd name="connsiteY4" fmla="*/ 36490 h 50366"/>
                      <a:gd name="connsiteX5" fmla="*/ 15606 w 35776"/>
                      <a:gd name="connsiteY5" fmla="*/ 25674 h 50366"/>
                      <a:gd name="connsiteX6" fmla="*/ 32318 w 35776"/>
                      <a:gd name="connsiteY6" fmla="*/ 6168 h 50366"/>
                      <a:gd name="connsiteX7" fmla="*/ 31919 w 35776"/>
                      <a:gd name="connsiteY7" fmla="*/ 5547 h 50366"/>
                      <a:gd name="connsiteX8" fmla="*/ 17911 w 35776"/>
                      <a:gd name="connsiteY8" fmla="*/ 3597 h 50366"/>
                      <a:gd name="connsiteX9" fmla="*/ 1 w 35776"/>
                      <a:gd name="connsiteY9" fmla="*/ 40347 h 50366"/>
                      <a:gd name="connsiteX10" fmla="*/ 4168 w 35776"/>
                      <a:gd name="connsiteY10" fmla="*/ 48859 h 50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5776" h="50366">
                        <a:moveTo>
                          <a:pt x="4168" y="48859"/>
                        </a:moveTo>
                        <a:cubicBezTo>
                          <a:pt x="6296" y="50188"/>
                          <a:pt x="8956" y="50366"/>
                          <a:pt x="11483" y="50366"/>
                        </a:cubicBezTo>
                        <a:cubicBezTo>
                          <a:pt x="23630" y="50410"/>
                          <a:pt x="32451" y="41722"/>
                          <a:pt x="35776" y="31126"/>
                        </a:cubicBezTo>
                        <a:cubicBezTo>
                          <a:pt x="31964" y="33476"/>
                          <a:pt x="28373" y="35338"/>
                          <a:pt x="26112" y="36313"/>
                        </a:cubicBezTo>
                        <a:cubicBezTo>
                          <a:pt x="22920" y="37687"/>
                          <a:pt x="18886" y="38707"/>
                          <a:pt x="16226" y="36490"/>
                        </a:cubicBezTo>
                        <a:cubicBezTo>
                          <a:pt x="13256" y="34008"/>
                          <a:pt x="14054" y="29220"/>
                          <a:pt x="15606" y="25674"/>
                        </a:cubicBezTo>
                        <a:cubicBezTo>
                          <a:pt x="18221" y="19601"/>
                          <a:pt x="24782" y="10424"/>
                          <a:pt x="32318" y="6168"/>
                        </a:cubicBezTo>
                        <a:cubicBezTo>
                          <a:pt x="32185" y="5991"/>
                          <a:pt x="32097" y="5769"/>
                          <a:pt x="31919" y="5547"/>
                        </a:cubicBezTo>
                        <a:cubicBezTo>
                          <a:pt x="27265" y="-748"/>
                          <a:pt x="23231" y="-2077"/>
                          <a:pt x="17911" y="3597"/>
                        </a:cubicBezTo>
                        <a:cubicBezTo>
                          <a:pt x="11217" y="10823"/>
                          <a:pt x="-132" y="30240"/>
                          <a:pt x="1" y="40347"/>
                        </a:cubicBezTo>
                        <a:cubicBezTo>
                          <a:pt x="46" y="43672"/>
                          <a:pt x="1375" y="47130"/>
                          <a:pt x="4168" y="4885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46" name="Forme libre : forme 19145">
                    <a:extLst>
                      <a:ext uri="{FF2B5EF4-FFF2-40B4-BE49-F238E27FC236}">
                        <a16:creationId xmlns:a16="http://schemas.microsoft.com/office/drawing/2014/main" id="{C9FE1BAC-C952-4E5E-A1D2-04E7D898E49E}"/>
                      </a:ext>
                    </a:extLst>
                  </p:cNvPr>
                  <p:cNvSpPr/>
                  <p:nvPr/>
                </p:nvSpPr>
                <p:spPr>
                  <a:xfrm>
                    <a:off x="5283696" y="5803758"/>
                    <a:ext cx="67455" cy="90726"/>
                  </a:xfrm>
                  <a:custGeom>
                    <a:avLst/>
                    <a:gdLst>
                      <a:gd name="connsiteX0" fmla="*/ 58367 w 67455"/>
                      <a:gd name="connsiteY0" fmla="*/ 6036 h 90726"/>
                      <a:gd name="connsiteX1" fmla="*/ 4372 w 67455"/>
                      <a:gd name="connsiteY1" fmla="*/ 40215 h 90726"/>
                      <a:gd name="connsiteX2" fmla="*/ 28 w 67455"/>
                      <a:gd name="connsiteY2" fmla="*/ 63267 h 90726"/>
                      <a:gd name="connsiteX3" fmla="*/ 10578 w 67455"/>
                      <a:gd name="connsiteY3" fmla="*/ 83216 h 90726"/>
                      <a:gd name="connsiteX4" fmla="*/ 22858 w 67455"/>
                      <a:gd name="connsiteY4" fmla="*/ 86718 h 90726"/>
                      <a:gd name="connsiteX5" fmla="*/ 44758 w 67455"/>
                      <a:gd name="connsiteY5" fmla="*/ 90176 h 90726"/>
                      <a:gd name="connsiteX6" fmla="*/ 56062 w 67455"/>
                      <a:gd name="connsiteY6" fmla="*/ 89201 h 90726"/>
                      <a:gd name="connsiteX7" fmla="*/ 61293 w 67455"/>
                      <a:gd name="connsiteY7" fmla="*/ 75458 h 90726"/>
                      <a:gd name="connsiteX8" fmla="*/ 67145 w 67455"/>
                      <a:gd name="connsiteY8" fmla="*/ 38530 h 90726"/>
                      <a:gd name="connsiteX9" fmla="*/ 62667 w 67455"/>
                      <a:gd name="connsiteY9" fmla="*/ 40126 h 90726"/>
                      <a:gd name="connsiteX10" fmla="*/ 54998 w 67455"/>
                      <a:gd name="connsiteY10" fmla="*/ 32679 h 90726"/>
                      <a:gd name="connsiteX11" fmla="*/ 62446 w 67455"/>
                      <a:gd name="connsiteY11" fmla="*/ 25009 h 90726"/>
                      <a:gd name="connsiteX12" fmla="*/ 67455 w 67455"/>
                      <a:gd name="connsiteY12" fmla="*/ 26871 h 90726"/>
                      <a:gd name="connsiteX13" fmla="*/ 58367 w 67455"/>
                      <a:gd name="connsiteY13" fmla="*/ 6036 h 90726"/>
                      <a:gd name="connsiteX14" fmla="*/ 53580 w 67455"/>
                      <a:gd name="connsiteY14" fmla="*/ 25187 h 90726"/>
                      <a:gd name="connsiteX15" fmla="*/ 45334 w 67455"/>
                      <a:gd name="connsiteY15" fmla="*/ 33565 h 90726"/>
                      <a:gd name="connsiteX16" fmla="*/ 26139 w 67455"/>
                      <a:gd name="connsiteY16" fmla="*/ 45047 h 90726"/>
                      <a:gd name="connsiteX17" fmla="*/ 21085 w 67455"/>
                      <a:gd name="connsiteY17" fmla="*/ 47175 h 90726"/>
                      <a:gd name="connsiteX18" fmla="*/ 12219 w 67455"/>
                      <a:gd name="connsiteY18" fmla="*/ 39461 h 90726"/>
                      <a:gd name="connsiteX19" fmla="*/ 16031 w 67455"/>
                      <a:gd name="connsiteY19" fmla="*/ 27359 h 90726"/>
                      <a:gd name="connsiteX20" fmla="*/ 27690 w 67455"/>
                      <a:gd name="connsiteY20" fmla="*/ 17340 h 90726"/>
                      <a:gd name="connsiteX21" fmla="*/ 49723 w 67455"/>
                      <a:gd name="connsiteY21" fmla="*/ 14680 h 90726"/>
                      <a:gd name="connsiteX22" fmla="*/ 53580 w 67455"/>
                      <a:gd name="connsiteY22" fmla="*/ 25187 h 90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67455" h="90726">
                        <a:moveTo>
                          <a:pt x="58367" y="6036"/>
                        </a:moveTo>
                        <a:cubicBezTo>
                          <a:pt x="32212" y="-13647"/>
                          <a:pt x="10844" y="19335"/>
                          <a:pt x="4372" y="40215"/>
                        </a:cubicBezTo>
                        <a:cubicBezTo>
                          <a:pt x="2067" y="47707"/>
                          <a:pt x="-283" y="55420"/>
                          <a:pt x="28" y="63267"/>
                        </a:cubicBezTo>
                        <a:cubicBezTo>
                          <a:pt x="338" y="71114"/>
                          <a:pt x="3796" y="79315"/>
                          <a:pt x="10578" y="83216"/>
                        </a:cubicBezTo>
                        <a:cubicBezTo>
                          <a:pt x="14302" y="85344"/>
                          <a:pt x="18602" y="86053"/>
                          <a:pt x="22858" y="86718"/>
                        </a:cubicBezTo>
                        <a:cubicBezTo>
                          <a:pt x="30173" y="87871"/>
                          <a:pt x="37443" y="89023"/>
                          <a:pt x="44758" y="90176"/>
                        </a:cubicBezTo>
                        <a:cubicBezTo>
                          <a:pt x="48570" y="90797"/>
                          <a:pt x="52826" y="91329"/>
                          <a:pt x="56062" y="89201"/>
                        </a:cubicBezTo>
                        <a:cubicBezTo>
                          <a:pt x="60362" y="86452"/>
                          <a:pt x="60939" y="80556"/>
                          <a:pt x="61293" y="75458"/>
                        </a:cubicBezTo>
                        <a:cubicBezTo>
                          <a:pt x="61869" y="66326"/>
                          <a:pt x="65771" y="52095"/>
                          <a:pt x="67145" y="38530"/>
                        </a:cubicBezTo>
                        <a:cubicBezTo>
                          <a:pt x="65904" y="39506"/>
                          <a:pt x="64352" y="40082"/>
                          <a:pt x="62667" y="40126"/>
                        </a:cubicBezTo>
                        <a:cubicBezTo>
                          <a:pt x="58500" y="40171"/>
                          <a:pt x="55087" y="36846"/>
                          <a:pt x="54998" y="32679"/>
                        </a:cubicBezTo>
                        <a:cubicBezTo>
                          <a:pt x="54954" y="28512"/>
                          <a:pt x="58279" y="25098"/>
                          <a:pt x="62446" y="25009"/>
                        </a:cubicBezTo>
                        <a:cubicBezTo>
                          <a:pt x="64352" y="24965"/>
                          <a:pt x="66125" y="25719"/>
                          <a:pt x="67455" y="26871"/>
                        </a:cubicBezTo>
                        <a:cubicBezTo>
                          <a:pt x="67012" y="18315"/>
                          <a:pt x="64618" y="10735"/>
                          <a:pt x="58367" y="6036"/>
                        </a:cubicBezTo>
                        <a:close/>
                        <a:moveTo>
                          <a:pt x="53580" y="25187"/>
                        </a:moveTo>
                        <a:cubicBezTo>
                          <a:pt x="52560" y="29132"/>
                          <a:pt x="48615" y="31614"/>
                          <a:pt x="45334" y="33565"/>
                        </a:cubicBezTo>
                        <a:cubicBezTo>
                          <a:pt x="38950" y="37378"/>
                          <a:pt x="32522" y="41190"/>
                          <a:pt x="26139" y="45047"/>
                        </a:cubicBezTo>
                        <a:cubicBezTo>
                          <a:pt x="24543" y="45978"/>
                          <a:pt x="22947" y="46953"/>
                          <a:pt x="21085" y="47175"/>
                        </a:cubicBezTo>
                        <a:cubicBezTo>
                          <a:pt x="16785" y="47707"/>
                          <a:pt x="12839" y="43762"/>
                          <a:pt x="12219" y="39461"/>
                        </a:cubicBezTo>
                        <a:cubicBezTo>
                          <a:pt x="11598" y="35161"/>
                          <a:pt x="13504" y="30861"/>
                          <a:pt x="16031" y="27359"/>
                        </a:cubicBezTo>
                        <a:cubicBezTo>
                          <a:pt x="19090" y="23148"/>
                          <a:pt x="23124" y="19778"/>
                          <a:pt x="27690" y="17340"/>
                        </a:cubicBezTo>
                        <a:cubicBezTo>
                          <a:pt x="33010" y="14547"/>
                          <a:pt x="44181" y="10469"/>
                          <a:pt x="49723" y="14680"/>
                        </a:cubicBezTo>
                        <a:cubicBezTo>
                          <a:pt x="52693" y="16808"/>
                          <a:pt x="54466" y="21773"/>
                          <a:pt x="53580" y="2518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47" name="Forme libre : forme 19146">
                    <a:extLst>
                      <a:ext uri="{FF2B5EF4-FFF2-40B4-BE49-F238E27FC236}">
                        <a16:creationId xmlns:a16="http://schemas.microsoft.com/office/drawing/2014/main" id="{99DDD26D-A265-4695-BC5A-5895BA319BDC}"/>
                      </a:ext>
                    </a:extLst>
                  </p:cNvPr>
                  <p:cNvSpPr/>
                  <p:nvPr/>
                </p:nvSpPr>
                <p:spPr>
                  <a:xfrm>
                    <a:off x="5237061" y="5895905"/>
                    <a:ext cx="45600" cy="22149"/>
                  </a:xfrm>
                  <a:custGeom>
                    <a:avLst/>
                    <a:gdLst>
                      <a:gd name="connsiteX0" fmla="*/ 9336 w 45600"/>
                      <a:gd name="connsiteY0" fmla="*/ 8491 h 22149"/>
                      <a:gd name="connsiteX1" fmla="*/ 26 w 45600"/>
                      <a:gd name="connsiteY1" fmla="*/ 18421 h 22149"/>
                      <a:gd name="connsiteX2" fmla="*/ 735 w 45600"/>
                      <a:gd name="connsiteY2" fmla="*/ 20328 h 22149"/>
                      <a:gd name="connsiteX3" fmla="*/ 3395 w 45600"/>
                      <a:gd name="connsiteY3" fmla="*/ 21569 h 22149"/>
                      <a:gd name="connsiteX4" fmla="*/ 45598 w 45600"/>
                      <a:gd name="connsiteY4" fmla="*/ 8491 h 22149"/>
                      <a:gd name="connsiteX5" fmla="*/ 9336 w 45600"/>
                      <a:gd name="connsiteY5" fmla="*/ 8491 h 22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5600" h="22149">
                        <a:moveTo>
                          <a:pt x="9336" y="8491"/>
                        </a:moveTo>
                        <a:cubicBezTo>
                          <a:pt x="4858" y="10442"/>
                          <a:pt x="-417" y="13589"/>
                          <a:pt x="26" y="18421"/>
                        </a:cubicBezTo>
                        <a:cubicBezTo>
                          <a:pt x="71" y="19131"/>
                          <a:pt x="292" y="19795"/>
                          <a:pt x="735" y="20328"/>
                        </a:cubicBezTo>
                        <a:cubicBezTo>
                          <a:pt x="1356" y="21081"/>
                          <a:pt x="2420" y="21347"/>
                          <a:pt x="3395" y="21569"/>
                        </a:cubicBezTo>
                        <a:cubicBezTo>
                          <a:pt x="12528" y="23386"/>
                          <a:pt x="45421" y="21436"/>
                          <a:pt x="45598" y="8491"/>
                        </a:cubicBezTo>
                        <a:cubicBezTo>
                          <a:pt x="45864" y="-8931"/>
                          <a:pt x="16562" y="5344"/>
                          <a:pt x="9336" y="849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48" name="Forme libre : forme 19147">
                    <a:extLst>
                      <a:ext uri="{FF2B5EF4-FFF2-40B4-BE49-F238E27FC236}">
                        <a16:creationId xmlns:a16="http://schemas.microsoft.com/office/drawing/2014/main" id="{5A59E8EB-F4EC-4927-8972-74D3156D0891}"/>
                      </a:ext>
                    </a:extLst>
                  </p:cNvPr>
                  <p:cNvSpPr/>
                  <p:nvPr/>
                </p:nvSpPr>
                <p:spPr>
                  <a:xfrm>
                    <a:off x="5387886" y="5722384"/>
                    <a:ext cx="85175" cy="103196"/>
                  </a:xfrm>
                  <a:custGeom>
                    <a:avLst/>
                    <a:gdLst>
                      <a:gd name="connsiteX0" fmla="*/ 281 w 85175"/>
                      <a:gd name="connsiteY0" fmla="*/ 35366 h 103196"/>
                      <a:gd name="connsiteX1" fmla="*/ 1922 w 85175"/>
                      <a:gd name="connsiteY1" fmla="*/ 46537 h 103196"/>
                      <a:gd name="connsiteX2" fmla="*/ 31047 w 85175"/>
                      <a:gd name="connsiteY2" fmla="*/ 96099 h 103196"/>
                      <a:gd name="connsiteX3" fmla="*/ 43637 w 85175"/>
                      <a:gd name="connsiteY3" fmla="*/ 103103 h 103196"/>
                      <a:gd name="connsiteX4" fmla="*/ 50863 w 85175"/>
                      <a:gd name="connsiteY4" fmla="*/ 98848 h 103196"/>
                      <a:gd name="connsiteX5" fmla="*/ 76664 w 85175"/>
                      <a:gd name="connsiteY5" fmla="*/ 65068 h 103196"/>
                      <a:gd name="connsiteX6" fmla="*/ 85175 w 85175"/>
                      <a:gd name="connsiteY6" fmla="*/ 35011 h 103196"/>
                      <a:gd name="connsiteX7" fmla="*/ 83092 w 85175"/>
                      <a:gd name="connsiteY7" fmla="*/ 35366 h 103196"/>
                      <a:gd name="connsiteX8" fmla="*/ 75422 w 85175"/>
                      <a:gd name="connsiteY8" fmla="*/ 27918 h 103196"/>
                      <a:gd name="connsiteX9" fmla="*/ 82870 w 85175"/>
                      <a:gd name="connsiteY9" fmla="*/ 20249 h 103196"/>
                      <a:gd name="connsiteX10" fmla="*/ 84111 w 85175"/>
                      <a:gd name="connsiteY10" fmla="*/ 20338 h 103196"/>
                      <a:gd name="connsiteX11" fmla="*/ 69792 w 85175"/>
                      <a:gd name="connsiteY11" fmla="*/ 2517 h 103196"/>
                      <a:gd name="connsiteX12" fmla="*/ 7951 w 85175"/>
                      <a:gd name="connsiteY12" fmla="*/ 24903 h 103196"/>
                      <a:gd name="connsiteX13" fmla="*/ 281 w 85175"/>
                      <a:gd name="connsiteY13" fmla="*/ 35366 h 103196"/>
                      <a:gd name="connsiteX14" fmla="*/ 11674 w 85175"/>
                      <a:gd name="connsiteY14" fmla="*/ 34213 h 103196"/>
                      <a:gd name="connsiteX15" fmla="*/ 44834 w 85175"/>
                      <a:gd name="connsiteY15" fmla="*/ 16082 h 103196"/>
                      <a:gd name="connsiteX16" fmla="*/ 22137 w 85175"/>
                      <a:gd name="connsiteY16" fmla="*/ 44852 h 103196"/>
                      <a:gd name="connsiteX17" fmla="*/ 12251 w 85175"/>
                      <a:gd name="connsiteY17" fmla="*/ 45030 h 103196"/>
                      <a:gd name="connsiteX18" fmla="*/ 11674 w 85175"/>
                      <a:gd name="connsiteY18" fmla="*/ 34213 h 1031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5175" h="103196">
                        <a:moveTo>
                          <a:pt x="281" y="35366"/>
                        </a:moveTo>
                        <a:cubicBezTo>
                          <a:pt x="-561" y="39090"/>
                          <a:pt x="636" y="42946"/>
                          <a:pt x="1922" y="46537"/>
                        </a:cubicBezTo>
                        <a:cubicBezTo>
                          <a:pt x="8483" y="64669"/>
                          <a:pt x="18413" y="81559"/>
                          <a:pt x="31047" y="96099"/>
                        </a:cubicBezTo>
                        <a:cubicBezTo>
                          <a:pt x="34328" y="99912"/>
                          <a:pt x="38672" y="103857"/>
                          <a:pt x="43637" y="103103"/>
                        </a:cubicBezTo>
                        <a:cubicBezTo>
                          <a:pt x="46430" y="102660"/>
                          <a:pt x="48779" y="100754"/>
                          <a:pt x="50863" y="98848"/>
                        </a:cubicBezTo>
                        <a:cubicBezTo>
                          <a:pt x="61458" y="89272"/>
                          <a:pt x="70236" y="77791"/>
                          <a:pt x="76664" y="65068"/>
                        </a:cubicBezTo>
                        <a:cubicBezTo>
                          <a:pt x="80609" y="57265"/>
                          <a:pt x="84333" y="46005"/>
                          <a:pt x="85175" y="35011"/>
                        </a:cubicBezTo>
                        <a:cubicBezTo>
                          <a:pt x="84510" y="35233"/>
                          <a:pt x="83845" y="35366"/>
                          <a:pt x="83092" y="35366"/>
                        </a:cubicBezTo>
                        <a:cubicBezTo>
                          <a:pt x="78924" y="35410"/>
                          <a:pt x="75511" y="32085"/>
                          <a:pt x="75422" y="27918"/>
                        </a:cubicBezTo>
                        <a:cubicBezTo>
                          <a:pt x="75378" y="23751"/>
                          <a:pt x="78703" y="20338"/>
                          <a:pt x="82870" y="20249"/>
                        </a:cubicBezTo>
                        <a:cubicBezTo>
                          <a:pt x="83313" y="20249"/>
                          <a:pt x="83712" y="20293"/>
                          <a:pt x="84111" y="20338"/>
                        </a:cubicBezTo>
                        <a:cubicBezTo>
                          <a:pt x="82249" y="12624"/>
                          <a:pt x="77905" y="6107"/>
                          <a:pt x="69792" y="2517"/>
                        </a:cubicBezTo>
                        <a:cubicBezTo>
                          <a:pt x="48558" y="-6837"/>
                          <a:pt x="22890" y="11959"/>
                          <a:pt x="7951" y="24903"/>
                        </a:cubicBezTo>
                        <a:cubicBezTo>
                          <a:pt x="4714" y="27829"/>
                          <a:pt x="1257" y="31066"/>
                          <a:pt x="281" y="35366"/>
                        </a:cubicBezTo>
                        <a:close/>
                        <a:moveTo>
                          <a:pt x="11674" y="34213"/>
                        </a:moveTo>
                        <a:cubicBezTo>
                          <a:pt x="16152" y="23840"/>
                          <a:pt x="32288" y="4113"/>
                          <a:pt x="44834" y="16082"/>
                        </a:cubicBezTo>
                        <a:cubicBezTo>
                          <a:pt x="56050" y="26721"/>
                          <a:pt x="30338" y="41306"/>
                          <a:pt x="22137" y="44852"/>
                        </a:cubicBezTo>
                        <a:cubicBezTo>
                          <a:pt x="18945" y="46227"/>
                          <a:pt x="14911" y="47246"/>
                          <a:pt x="12251" y="45030"/>
                        </a:cubicBezTo>
                        <a:cubicBezTo>
                          <a:pt x="9325" y="42548"/>
                          <a:pt x="10123" y="37760"/>
                          <a:pt x="11674" y="3421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49" name="Forme libre : forme 19148">
                    <a:extLst>
                      <a:ext uri="{FF2B5EF4-FFF2-40B4-BE49-F238E27FC236}">
                        <a16:creationId xmlns:a16="http://schemas.microsoft.com/office/drawing/2014/main" id="{7F54938B-DCAD-40DE-AEDD-FF3F74D36A4A}"/>
                      </a:ext>
                    </a:extLst>
                  </p:cNvPr>
                  <p:cNvSpPr/>
                  <p:nvPr/>
                </p:nvSpPr>
                <p:spPr>
                  <a:xfrm>
                    <a:off x="5519364" y="5711780"/>
                    <a:ext cx="58301" cy="55517"/>
                  </a:xfrm>
                  <a:custGeom>
                    <a:avLst/>
                    <a:gdLst>
                      <a:gd name="connsiteX0" fmla="*/ 3392 w 58301"/>
                      <a:gd name="connsiteY0" fmla="*/ 48762 h 55517"/>
                      <a:gd name="connsiteX1" fmla="*/ 16469 w 58301"/>
                      <a:gd name="connsiteY1" fmla="*/ 55146 h 55517"/>
                      <a:gd name="connsiteX2" fmla="*/ 57121 w 58301"/>
                      <a:gd name="connsiteY2" fmla="*/ 40118 h 55517"/>
                      <a:gd name="connsiteX3" fmla="*/ 57387 w 58301"/>
                      <a:gd name="connsiteY3" fmla="*/ 26109 h 55517"/>
                      <a:gd name="connsiteX4" fmla="*/ 53751 w 58301"/>
                      <a:gd name="connsiteY4" fmla="*/ 28548 h 55517"/>
                      <a:gd name="connsiteX5" fmla="*/ 37881 w 58301"/>
                      <a:gd name="connsiteY5" fmla="*/ 38035 h 55517"/>
                      <a:gd name="connsiteX6" fmla="*/ 27995 w 58301"/>
                      <a:gd name="connsiteY6" fmla="*/ 38212 h 55517"/>
                      <a:gd name="connsiteX7" fmla="*/ 27375 w 58301"/>
                      <a:gd name="connsiteY7" fmla="*/ 27395 h 55517"/>
                      <a:gd name="connsiteX8" fmla="*/ 46481 w 58301"/>
                      <a:gd name="connsiteY8" fmla="*/ 6692 h 55517"/>
                      <a:gd name="connsiteX9" fmla="*/ 45284 w 58301"/>
                      <a:gd name="connsiteY9" fmla="*/ 5540 h 55517"/>
                      <a:gd name="connsiteX10" fmla="*/ 16425 w 58301"/>
                      <a:gd name="connsiteY10" fmla="*/ 7357 h 55517"/>
                      <a:gd name="connsiteX11" fmla="*/ 3392 w 58301"/>
                      <a:gd name="connsiteY11" fmla="*/ 48762 h 55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8301" h="55517">
                        <a:moveTo>
                          <a:pt x="3392" y="48762"/>
                        </a:moveTo>
                        <a:cubicBezTo>
                          <a:pt x="6495" y="52620"/>
                          <a:pt x="11548" y="54481"/>
                          <a:pt x="16469" y="55146"/>
                        </a:cubicBezTo>
                        <a:cubicBezTo>
                          <a:pt x="28261" y="56787"/>
                          <a:pt x="52156" y="53195"/>
                          <a:pt x="57121" y="40118"/>
                        </a:cubicBezTo>
                        <a:cubicBezTo>
                          <a:pt x="58717" y="35951"/>
                          <a:pt x="58584" y="31030"/>
                          <a:pt x="57387" y="26109"/>
                        </a:cubicBezTo>
                        <a:cubicBezTo>
                          <a:pt x="56456" y="27262"/>
                          <a:pt x="55214" y="28105"/>
                          <a:pt x="53751" y="28548"/>
                        </a:cubicBezTo>
                        <a:cubicBezTo>
                          <a:pt x="48077" y="32936"/>
                          <a:pt x="41383" y="36528"/>
                          <a:pt x="37881" y="38035"/>
                        </a:cubicBezTo>
                        <a:cubicBezTo>
                          <a:pt x="34689" y="39409"/>
                          <a:pt x="30655" y="40429"/>
                          <a:pt x="27995" y="38212"/>
                        </a:cubicBezTo>
                        <a:cubicBezTo>
                          <a:pt x="25025" y="35729"/>
                          <a:pt x="25823" y="30942"/>
                          <a:pt x="27375" y="27395"/>
                        </a:cubicBezTo>
                        <a:cubicBezTo>
                          <a:pt x="30256" y="20701"/>
                          <a:pt x="38014" y="10150"/>
                          <a:pt x="46481" y="6692"/>
                        </a:cubicBezTo>
                        <a:cubicBezTo>
                          <a:pt x="46082" y="6294"/>
                          <a:pt x="45683" y="5895"/>
                          <a:pt x="45284" y="5540"/>
                        </a:cubicBezTo>
                        <a:cubicBezTo>
                          <a:pt x="35798" y="-2661"/>
                          <a:pt x="24892" y="-1509"/>
                          <a:pt x="16425" y="7357"/>
                        </a:cubicBezTo>
                        <a:cubicBezTo>
                          <a:pt x="7780" y="16445"/>
                          <a:pt x="-6583" y="36350"/>
                          <a:pt x="3392" y="4876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50" name="Forme libre : forme 19149">
                    <a:extLst>
                      <a:ext uri="{FF2B5EF4-FFF2-40B4-BE49-F238E27FC236}">
                        <a16:creationId xmlns:a16="http://schemas.microsoft.com/office/drawing/2014/main" id="{F7CE91B1-47AE-43C0-951F-EFA296FAABB3}"/>
                      </a:ext>
                    </a:extLst>
                  </p:cNvPr>
                  <p:cNvSpPr/>
                  <p:nvPr/>
                </p:nvSpPr>
                <p:spPr>
                  <a:xfrm>
                    <a:off x="5581980" y="5643242"/>
                    <a:ext cx="55703" cy="66230"/>
                  </a:xfrm>
                  <a:custGeom>
                    <a:avLst/>
                    <a:gdLst>
                      <a:gd name="connsiteX0" fmla="*/ 1510 w 55703"/>
                      <a:gd name="connsiteY0" fmla="*/ 43267 h 66230"/>
                      <a:gd name="connsiteX1" fmla="*/ 10243 w 55703"/>
                      <a:gd name="connsiteY1" fmla="*/ 53286 h 66230"/>
                      <a:gd name="connsiteX2" fmla="*/ 26911 w 55703"/>
                      <a:gd name="connsiteY2" fmla="*/ 63881 h 66230"/>
                      <a:gd name="connsiteX3" fmla="*/ 46328 w 55703"/>
                      <a:gd name="connsiteY3" fmla="*/ 64945 h 66230"/>
                      <a:gd name="connsiteX4" fmla="*/ 54840 w 55703"/>
                      <a:gd name="connsiteY4" fmla="*/ 57542 h 66230"/>
                      <a:gd name="connsiteX5" fmla="*/ 42738 w 55703"/>
                      <a:gd name="connsiteY5" fmla="*/ 20747 h 66230"/>
                      <a:gd name="connsiteX6" fmla="*/ 42605 w 55703"/>
                      <a:gd name="connsiteY6" fmla="*/ 13122 h 66230"/>
                      <a:gd name="connsiteX7" fmla="*/ 8558 w 55703"/>
                      <a:gd name="connsiteY7" fmla="*/ 0 h 66230"/>
                      <a:gd name="connsiteX8" fmla="*/ 91 w 55703"/>
                      <a:gd name="connsiteY8" fmla="*/ 30854 h 66230"/>
                      <a:gd name="connsiteX9" fmla="*/ 1510 w 55703"/>
                      <a:gd name="connsiteY9" fmla="*/ 43267 h 66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5703" h="66230">
                        <a:moveTo>
                          <a:pt x="1510" y="43267"/>
                        </a:moveTo>
                        <a:cubicBezTo>
                          <a:pt x="3283" y="47390"/>
                          <a:pt x="6785" y="50449"/>
                          <a:pt x="10243" y="53286"/>
                        </a:cubicBezTo>
                        <a:cubicBezTo>
                          <a:pt x="15385" y="57453"/>
                          <a:pt x="20794" y="61443"/>
                          <a:pt x="26911" y="63881"/>
                        </a:cubicBezTo>
                        <a:cubicBezTo>
                          <a:pt x="33073" y="66319"/>
                          <a:pt x="40078" y="67162"/>
                          <a:pt x="46328" y="64945"/>
                        </a:cubicBezTo>
                        <a:cubicBezTo>
                          <a:pt x="49963" y="63659"/>
                          <a:pt x="53377" y="61133"/>
                          <a:pt x="54840" y="57542"/>
                        </a:cubicBezTo>
                        <a:cubicBezTo>
                          <a:pt x="59406" y="46326"/>
                          <a:pt x="44466" y="32051"/>
                          <a:pt x="42738" y="20747"/>
                        </a:cubicBezTo>
                        <a:cubicBezTo>
                          <a:pt x="42383" y="18531"/>
                          <a:pt x="42472" y="15915"/>
                          <a:pt x="42605" y="13122"/>
                        </a:cubicBezTo>
                        <a:cubicBezTo>
                          <a:pt x="32674" y="6206"/>
                          <a:pt x="21060" y="1640"/>
                          <a:pt x="8558" y="0"/>
                        </a:cubicBezTo>
                        <a:cubicBezTo>
                          <a:pt x="2574" y="8911"/>
                          <a:pt x="667" y="20215"/>
                          <a:pt x="91" y="30854"/>
                        </a:cubicBezTo>
                        <a:cubicBezTo>
                          <a:pt x="-86" y="35066"/>
                          <a:pt x="-175" y="39410"/>
                          <a:pt x="1510" y="4326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51" name="Forme libre : forme 19150">
                    <a:extLst>
                      <a:ext uri="{FF2B5EF4-FFF2-40B4-BE49-F238E27FC236}">
                        <a16:creationId xmlns:a16="http://schemas.microsoft.com/office/drawing/2014/main" id="{1621934E-1E6C-4C40-8164-BC516CABE3E3}"/>
                      </a:ext>
                    </a:extLst>
                  </p:cNvPr>
                  <p:cNvSpPr/>
                  <p:nvPr/>
                </p:nvSpPr>
                <p:spPr>
                  <a:xfrm>
                    <a:off x="5505943" y="5790111"/>
                    <a:ext cx="61232" cy="96242"/>
                  </a:xfrm>
                  <a:custGeom>
                    <a:avLst/>
                    <a:gdLst>
                      <a:gd name="connsiteX0" fmla="*/ 48820 w 61232"/>
                      <a:gd name="connsiteY0" fmla="*/ 85071 h 96242"/>
                      <a:gd name="connsiteX1" fmla="*/ 50372 w 61232"/>
                      <a:gd name="connsiteY1" fmla="*/ 70664 h 96242"/>
                      <a:gd name="connsiteX2" fmla="*/ 57908 w 61232"/>
                      <a:gd name="connsiteY2" fmla="*/ 30588 h 96242"/>
                      <a:gd name="connsiteX3" fmla="*/ 60302 w 61232"/>
                      <a:gd name="connsiteY3" fmla="*/ 23451 h 96242"/>
                      <a:gd name="connsiteX4" fmla="*/ 54938 w 61232"/>
                      <a:gd name="connsiteY4" fmla="*/ 25801 h 96242"/>
                      <a:gd name="connsiteX5" fmla="*/ 47268 w 61232"/>
                      <a:gd name="connsiteY5" fmla="*/ 18353 h 96242"/>
                      <a:gd name="connsiteX6" fmla="*/ 54716 w 61232"/>
                      <a:gd name="connsiteY6" fmla="*/ 10684 h 96242"/>
                      <a:gd name="connsiteX7" fmla="*/ 61233 w 61232"/>
                      <a:gd name="connsiteY7" fmla="*/ 14274 h 96242"/>
                      <a:gd name="connsiteX8" fmla="*/ 54583 w 61232"/>
                      <a:gd name="connsiteY8" fmla="*/ 2882 h 96242"/>
                      <a:gd name="connsiteX9" fmla="*/ 14020 w 61232"/>
                      <a:gd name="connsiteY9" fmla="*/ 23274 h 96242"/>
                      <a:gd name="connsiteX10" fmla="*/ 26344 w 61232"/>
                      <a:gd name="connsiteY10" fmla="*/ 22875 h 96242"/>
                      <a:gd name="connsiteX11" fmla="*/ 36540 w 61232"/>
                      <a:gd name="connsiteY11" fmla="*/ 38878 h 96242"/>
                      <a:gd name="connsiteX12" fmla="*/ 32551 w 61232"/>
                      <a:gd name="connsiteY12" fmla="*/ 44420 h 96242"/>
                      <a:gd name="connsiteX13" fmla="*/ 20094 w 61232"/>
                      <a:gd name="connsiteY13" fmla="*/ 59448 h 96242"/>
                      <a:gd name="connsiteX14" fmla="*/ 987 w 61232"/>
                      <a:gd name="connsiteY14" fmla="*/ 56611 h 96242"/>
                      <a:gd name="connsiteX15" fmla="*/ 233 w 61232"/>
                      <a:gd name="connsiteY15" fmla="*/ 56034 h 96242"/>
                      <a:gd name="connsiteX16" fmla="*/ 6351 w 61232"/>
                      <a:gd name="connsiteY16" fmla="*/ 85825 h 96242"/>
                      <a:gd name="connsiteX17" fmla="*/ 13799 w 61232"/>
                      <a:gd name="connsiteY17" fmla="*/ 93937 h 96242"/>
                      <a:gd name="connsiteX18" fmla="*/ 23507 w 61232"/>
                      <a:gd name="connsiteY18" fmla="*/ 96242 h 96242"/>
                      <a:gd name="connsiteX19" fmla="*/ 46515 w 61232"/>
                      <a:gd name="connsiteY19" fmla="*/ 88484 h 96242"/>
                      <a:gd name="connsiteX20" fmla="*/ 48820 w 61232"/>
                      <a:gd name="connsiteY20" fmla="*/ 85071 h 96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61232" h="96242">
                        <a:moveTo>
                          <a:pt x="48820" y="85071"/>
                        </a:moveTo>
                        <a:cubicBezTo>
                          <a:pt x="50859" y="80638"/>
                          <a:pt x="50460" y="75540"/>
                          <a:pt x="50372" y="70664"/>
                        </a:cubicBezTo>
                        <a:cubicBezTo>
                          <a:pt x="50150" y="56876"/>
                          <a:pt x="52854" y="43400"/>
                          <a:pt x="57908" y="30588"/>
                        </a:cubicBezTo>
                        <a:cubicBezTo>
                          <a:pt x="58795" y="28283"/>
                          <a:pt x="59681" y="25889"/>
                          <a:pt x="60302" y="23451"/>
                        </a:cubicBezTo>
                        <a:cubicBezTo>
                          <a:pt x="58928" y="24869"/>
                          <a:pt x="57066" y="25756"/>
                          <a:pt x="54938" y="25801"/>
                        </a:cubicBezTo>
                        <a:cubicBezTo>
                          <a:pt x="50771" y="25845"/>
                          <a:pt x="47357" y="22520"/>
                          <a:pt x="47268" y="18353"/>
                        </a:cubicBezTo>
                        <a:cubicBezTo>
                          <a:pt x="47224" y="14186"/>
                          <a:pt x="50549" y="10773"/>
                          <a:pt x="54716" y="10684"/>
                        </a:cubicBezTo>
                        <a:cubicBezTo>
                          <a:pt x="57465" y="10639"/>
                          <a:pt x="59858" y="12102"/>
                          <a:pt x="61233" y="14274"/>
                        </a:cubicBezTo>
                        <a:cubicBezTo>
                          <a:pt x="60834" y="10019"/>
                          <a:pt x="58972" y="6073"/>
                          <a:pt x="54583" y="2882"/>
                        </a:cubicBezTo>
                        <a:cubicBezTo>
                          <a:pt x="41727" y="-6384"/>
                          <a:pt x="25014" y="8379"/>
                          <a:pt x="14020" y="23274"/>
                        </a:cubicBezTo>
                        <a:cubicBezTo>
                          <a:pt x="18099" y="21545"/>
                          <a:pt x="22620" y="20836"/>
                          <a:pt x="26344" y="22875"/>
                        </a:cubicBezTo>
                        <a:cubicBezTo>
                          <a:pt x="31708" y="25845"/>
                          <a:pt x="39200" y="31919"/>
                          <a:pt x="36540" y="38878"/>
                        </a:cubicBezTo>
                        <a:cubicBezTo>
                          <a:pt x="35698" y="41006"/>
                          <a:pt x="34014" y="42646"/>
                          <a:pt x="32551" y="44420"/>
                        </a:cubicBezTo>
                        <a:cubicBezTo>
                          <a:pt x="28383" y="49518"/>
                          <a:pt x="25901" y="56389"/>
                          <a:pt x="20094" y="59448"/>
                        </a:cubicBezTo>
                        <a:cubicBezTo>
                          <a:pt x="14109" y="62595"/>
                          <a:pt x="6573" y="60423"/>
                          <a:pt x="987" y="56611"/>
                        </a:cubicBezTo>
                        <a:cubicBezTo>
                          <a:pt x="721" y="56433"/>
                          <a:pt x="499" y="56212"/>
                          <a:pt x="233" y="56034"/>
                        </a:cubicBezTo>
                        <a:cubicBezTo>
                          <a:pt x="-698" y="66363"/>
                          <a:pt x="1120" y="76914"/>
                          <a:pt x="6351" y="85825"/>
                        </a:cubicBezTo>
                        <a:cubicBezTo>
                          <a:pt x="8213" y="89016"/>
                          <a:pt x="10607" y="92075"/>
                          <a:pt x="13799" y="93937"/>
                        </a:cubicBezTo>
                        <a:cubicBezTo>
                          <a:pt x="16725" y="95622"/>
                          <a:pt x="20094" y="96154"/>
                          <a:pt x="23507" y="96242"/>
                        </a:cubicBezTo>
                        <a:cubicBezTo>
                          <a:pt x="30822" y="92607"/>
                          <a:pt x="38491" y="89992"/>
                          <a:pt x="46515" y="88484"/>
                        </a:cubicBezTo>
                        <a:cubicBezTo>
                          <a:pt x="47446" y="87465"/>
                          <a:pt x="48244" y="86357"/>
                          <a:pt x="48820" y="8507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52" name="Forme libre : forme 19151">
                    <a:extLst>
                      <a:ext uri="{FF2B5EF4-FFF2-40B4-BE49-F238E27FC236}">
                        <a16:creationId xmlns:a16="http://schemas.microsoft.com/office/drawing/2014/main" id="{E78AFD2B-2F37-4E2E-822F-7D905B3DCB3C}"/>
                      </a:ext>
                    </a:extLst>
                  </p:cNvPr>
                  <p:cNvSpPr/>
                  <p:nvPr/>
                </p:nvSpPr>
                <p:spPr>
                  <a:xfrm>
                    <a:off x="5416229" y="5853814"/>
                    <a:ext cx="42384" cy="54568"/>
                  </a:xfrm>
                  <a:custGeom>
                    <a:avLst/>
                    <a:gdLst>
                      <a:gd name="connsiteX0" fmla="*/ 27928 w 42384"/>
                      <a:gd name="connsiteY0" fmla="*/ 0 h 54568"/>
                      <a:gd name="connsiteX1" fmla="*/ 28416 w 42384"/>
                      <a:gd name="connsiteY1" fmla="*/ 6916 h 54568"/>
                      <a:gd name="connsiteX2" fmla="*/ 24426 w 42384"/>
                      <a:gd name="connsiteY2" fmla="*/ 12457 h 54568"/>
                      <a:gd name="connsiteX3" fmla="*/ 11969 w 42384"/>
                      <a:gd name="connsiteY3" fmla="*/ 27486 h 54568"/>
                      <a:gd name="connsiteX4" fmla="*/ 9265 w 42384"/>
                      <a:gd name="connsiteY4" fmla="*/ 28505 h 54568"/>
                      <a:gd name="connsiteX5" fmla="*/ 0 w 42384"/>
                      <a:gd name="connsiteY5" fmla="*/ 42336 h 54568"/>
                      <a:gd name="connsiteX6" fmla="*/ 2084 w 42384"/>
                      <a:gd name="connsiteY6" fmla="*/ 44375 h 54568"/>
                      <a:gd name="connsiteX7" fmla="*/ 16314 w 42384"/>
                      <a:gd name="connsiteY7" fmla="*/ 53773 h 54568"/>
                      <a:gd name="connsiteX8" fmla="*/ 35110 w 42384"/>
                      <a:gd name="connsiteY8" fmla="*/ 5630 h 54568"/>
                      <a:gd name="connsiteX9" fmla="*/ 27928 w 42384"/>
                      <a:gd name="connsiteY9" fmla="*/ 0 h 54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384" h="54568">
                        <a:moveTo>
                          <a:pt x="27928" y="0"/>
                        </a:moveTo>
                        <a:cubicBezTo>
                          <a:pt x="28992" y="2128"/>
                          <a:pt x="29347" y="4477"/>
                          <a:pt x="28416" y="6916"/>
                        </a:cubicBezTo>
                        <a:cubicBezTo>
                          <a:pt x="27574" y="9044"/>
                          <a:pt x="25889" y="10684"/>
                          <a:pt x="24426" y="12457"/>
                        </a:cubicBezTo>
                        <a:cubicBezTo>
                          <a:pt x="20259" y="17555"/>
                          <a:pt x="17777" y="24426"/>
                          <a:pt x="11969" y="27486"/>
                        </a:cubicBezTo>
                        <a:cubicBezTo>
                          <a:pt x="11083" y="27929"/>
                          <a:pt x="10196" y="28239"/>
                          <a:pt x="9265" y="28505"/>
                        </a:cubicBezTo>
                        <a:cubicBezTo>
                          <a:pt x="7315" y="32716"/>
                          <a:pt x="3591" y="37637"/>
                          <a:pt x="0" y="42336"/>
                        </a:cubicBezTo>
                        <a:cubicBezTo>
                          <a:pt x="665" y="43045"/>
                          <a:pt x="1374" y="43710"/>
                          <a:pt x="2084" y="44375"/>
                        </a:cubicBezTo>
                        <a:cubicBezTo>
                          <a:pt x="6251" y="48321"/>
                          <a:pt x="10728" y="52444"/>
                          <a:pt x="16314" y="53773"/>
                        </a:cubicBezTo>
                        <a:cubicBezTo>
                          <a:pt x="44065" y="60601"/>
                          <a:pt x="48498" y="21634"/>
                          <a:pt x="35110" y="5630"/>
                        </a:cubicBezTo>
                        <a:cubicBezTo>
                          <a:pt x="32893" y="2970"/>
                          <a:pt x="30455" y="1153"/>
                          <a:pt x="27928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53" name="Forme libre : forme 19152">
                    <a:extLst>
                      <a:ext uri="{FF2B5EF4-FFF2-40B4-BE49-F238E27FC236}">
                        <a16:creationId xmlns:a16="http://schemas.microsoft.com/office/drawing/2014/main" id="{4D176D74-8351-41A8-9720-73995C2FC2E8}"/>
                      </a:ext>
                    </a:extLst>
                  </p:cNvPr>
                  <p:cNvSpPr/>
                  <p:nvPr/>
                </p:nvSpPr>
                <p:spPr>
                  <a:xfrm>
                    <a:off x="5600169" y="5892680"/>
                    <a:ext cx="16567" cy="11642"/>
                  </a:xfrm>
                  <a:custGeom>
                    <a:avLst/>
                    <a:gdLst>
                      <a:gd name="connsiteX0" fmla="*/ 2826 w 16567"/>
                      <a:gd name="connsiteY0" fmla="*/ 10076 h 11642"/>
                      <a:gd name="connsiteX1" fmla="*/ 4245 w 16567"/>
                      <a:gd name="connsiteY1" fmla="*/ 10873 h 11642"/>
                      <a:gd name="connsiteX2" fmla="*/ 7126 w 16567"/>
                      <a:gd name="connsiteY2" fmla="*/ 11494 h 11642"/>
                      <a:gd name="connsiteX3" fmla="*/ 11825 w 16567"/>
                      <a:gd name="connsiteY3" fmla="*/ 1653 h 11642"/>
                      <a:gd name="connsiteX4" fmla="*/ 2826 w 16567"/>
                      <a:gd name="connsiteY4" fmla="*/ 10076 h 11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7" h="11642">
                        <a:moveTo>
                          <a:pt x="2826" y="10076"/>
                        </a:moveTo>
                        <a:cubicBezTo>
                          <a:pt x="3269" y="10430"/>
                          <a:pt x="3757" y="10696"/>
                          <a:pt x="4245" y="10873"/>
                        </a:cubicBezTo>
                        <a:cubicBezTo>
                          <a:pt x="5131" y="11228"/>
                          <a:pt x="6151" y="11405"/>
                          <a:pt x="7126" y="11494"/>
                        </a:cubicBezTo>
                        <a:cubicBezTo>
                          <a:pt x="17101" y="12602"/>
                          <a:pt x="19982" y="7327"/>
                          <a:pt x="11825" y="1653"/>
                        </a:cubicBezTo>
                        <a:cubicBezTo>
                          <a:pt x="4644" y="-3312"/>
                          <a:pt x="-4799" y="3914"/>
                          <a:pt x="2826" y="1007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54" name="Forme libre : forme 19153">
                    <a:extLst>
                      <a:ext uri="{FF2B5EF4-FFF2-40B4-BE49-F238E27FC236}">
                        <a16:creationId xmlns:a16="http://schemas.microsoft.com/office/drawing/2014/main" id="{EC1B34B3-1701-4409-B397-86E590DD30D3}"/>
                      </a:ext>
                    </a:extLst>
                  </p:cNvPr>
                  <p:cNvSpPr/>
                  <p:nvPr/>
                </p:nvSpPr>
                <p:spPr>
                  <a:xfrm>
                    <a:off x="5641247" y="5805179"/>
                    <a:ext cx="49362" cy="97112"/>
                  </a:xfrm>
                  <a:custGeom>
                    <a:avLst/>
                    <a:gdLst>
                      <a:gd name="connsiteX0" fmla="*/ 29795 w 49362"/>
                      <a:gd name="connsiteY0" fmla="*/ 43493 h 97112"/>
                      <a:gd name="connsiteX1" fmla="*/ 29175 w 49362"/>
                      <a:gd name="connsiteY1" fmla="*/ 32676 h 97112"/>
                      <a:gd name="connsiteX2" fmla="*/ 46420 w 49362"/>
                      <a:gd name="connsiteY2" fmla="*/ 12860 h 97112"/>
                      <a:gd name="connsiteX3" fmla="*/ 28465 w 49362"/>
                      <a:gd name="connsiteY3" fmla="*/ 4 h 97112"/>
                      <a:gd name="connsiteX4" fmla="*/ 6921 w 49362"/>
                      <a:gd name="connsiteY4" fmla="*/ 26957 h 97112"/>
                      <a:gd name="connsiteX5" fmla="*/ 2975 w 49362"/>
                      <a:gd name="connsiteY5" fmla="*/ 85341 h 97112"/>
                      <a:gd name="connsiteX6" fmla="*/ 12684 w 49362"/>
                      <a:gd name="connsiteY6" fmla="*/ 96202 h 97112"/>
                      <a:gd name="connsiteX7" fmla="*/ 27313 w 49362"/>
                      <a:gd name="connsiteY7" fmla="*/ 95360 h 97112"/>
                      <a:gd name="connsiteX8" fmla="*/ 48858 w 49362"/>
                      <a:gd name="connsiteY8" fmla="*/ 75854 h 97112"/>
                      <a:gd name="connsiteX9" fmla="*/ 47794 w 49362"/>
                      <a:gd name="connsiteY9" fmla="*/ 39016 h 97112"/>
                      <a:gd name="connsiteX10" fmla="*/ 39637 w 49362"/>
                      <a:gd name="connsiteY10" fmla="*/ 43271 h 97112"/>
                      <a:gd name="connsiteX11" fmla="*/ 29795 w 49362"/>
                      <a:gd name="connsiteY11" fmla="*/ 43493 h 97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9362" h="97112">
                        <a:moveTo>
                          <a:pt x="29795" y="43493"/>
                        </a:moveTo>
                        <a:cubicBezTo>
                          <a:pt x="26825" y="41010"/>
                          <a:pt x="27623" y="36223"/>
                          <a:pt x="29175" y="32676"/>
                        </a:cubicBezTo>
                        <a:cubicBezTo>
                          <a:pt x="31835" y="26470"/>
                          <a:pt x="38662" y="16983"/>
                          <a:pt x="46420" y="12860"/>
                        </a:cubicBezTo>
                        <a:cubicBezTo>
                          <a:pt x="44159" y="5368"/>
                          <a:pt x="39105" y="-173"/>
                          <a:pt x="28465" y="4"/>
                        </a:cubicBezTo>
                        <a:cubicBezTo>
                          <a:pt x="11664" y="270"/>
                          <a:pt x="8871" y="13170"/>
                          <a:pt x="6921" y="26957"/>
                        </a:cubicBezTo>
                        <a:cubicBezTo>
                          <a:pt x="4172" y="46552"/>
                          <a:pt x="-4517" y="67033"/>
                          <a:pt x="2975" y="85341"/>
                        </a:cubicBezTo>
                        <a:cubicBezTo>
                          <a:pt x="4881" y="89952"/>
                          <a:pt x="8029" y="94385"/>
                          <a:pt x="12684" y="96202"/>
                        </a:cubicBezTo>
                        <a:cubicBezTo>
                          <a:pt x="17338" y="97975"/>
                          <a:pt x="22570" y="96867"/>
                          <a:pt x="27313" y="95360"/>
                        </a:cubicBezTo>
                        <a:cubicBezTo>
                          <a:pt x="37066" y="92345"/>
                          <a:pt x="47262" y="86848"/>
                          <a:pt x="48858" y="75854"/>
                        </a:cubicBezTo>
                        <a:cubicBezTo>
                          <a:pt x="50542" y="64373"/>
                          <a:pt x="47439" y="51029"/>
                          <a:pt x="47794" y="39016"/>
                        </a:cubicBezTo>
                        <a:cubicBezTo>
                          <a:pt x="44558" y="40922"/>
                          <a:pt x="41587" y="42429"/>
                          <a:pt x="39637" y="43271"/>
                        </a:cubicBezTo>
                        <a:cubicBezTo>
                          <a:pt x="36489" y="44690"/>
                          <a:pt x="32455" y="45709"/>
                          <a:pt x="29795" y="4349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55" name="Forme libre : forme 19154">
                    <a:extLst>
                      <a:ext uri="{FF2B5EF4-FFF2-40B4-BE49-F238E27FC236}">
                        <a16:creationId xmlns:a16="http://schemas.microsoft.com/office/drawing/2014/main" id="{379C59DD-CA0B-4F4A-A904-94DC52A6E3C9}"/>
                      </a:ext>
                    </a:extLst>
                  </p:cNvPr>
                  <p:cNvSpPr/>
                  <p:nvPr/>
                </p:nvSpPr>
                <p:spPr>
                  <a:xfrm>
                    <a:off x="5633450" y="5730965"/>
                    <a:ext cx="53285" cy="59939"/>
                  </a:xfrm>
                  <a:custGeom>
                    <a:avLst/>
                    <a:gdLst>
                      <a:gd name="connsiteX0" fmla="*/ 16136 w 53285"/>
                      <a:gd name="connsiteY0" fmla="*/ 59456 h 59939"/>
                      <a:gd name="connsiteX1" fmla="*/ 47656 w 53285"/>
                      <a:gd name="connsiteY1" fmla="*/ 35118 h 59939"/>
                      <a:gd name="connsiteX2" fmla="*/ 43932 w 53285"/>
                      <a:gd name="connsiteY2" fmla="*/ 37335 h 59939"/>
                      <a:gd name="connsiteX3" fmla="*/ 38878 w 53285"/>
                      <a:gd name="connsiteY3" fmla="*/ 39463 h 59939"/>
                      <a:gd name="connsiteX4" fmla="*/ 30012 w 53285"/>
                      <a:gd name="connsiteY4" fmla="*/ 31749 h 59939"/>
                      <a:gd name="connsiteX5" fmla="*/ 33825 w 53285"/>
                      <a:gd name="connsiteY5" fmla="*/ 19647 h 59939"/>
                      <a:gd name="connsiteX6" fmla="*/ 45484 w 53285"/>
                      <a:gd name="connsiteY6" fmla="*/ 9628 h 59939"/>
                      <a:gd name="connsiteX7" fmla="*/ 53286 w 53285"/>
                      <a:gd name="connsiteY7" fmla="*/ 6481 h 59939"/>
                      <a:gd name="connsiteX8" fmla="*/ 6738 w 53285"/>
                      <a:gd name="connsiteY8" fmla="*/ 27095 h 59939"/>
                      <a:gd name="connsiteX9" fmla="*/ 842 w 53285"/>
                      <a:gd name="connsiteY9" fmla="*/ 33478 h 59939"/>
                      <a:gd name="connsiteX10" fmla="*/ 0 w 53285"/>
                      <a:gd name="connsiteY10" fmla="*/ 39507 h 59939"/>
                      <a:gd name="connsiteX11" fmla="*/ 0 w 53285"/>
                      <a:gd name="connsiteY11" fmla="*/ 48728 h 59939"/>
                      <a:gd name="connsiteX12" fmla="*/ 621 w 53285"/>
                      <a:gd name="connsiteY12" fmla="*/ 54048 h 59939"/>
                      <a:gd name="connsiteX13" fmla="*/ 16136 w 53285"/>
                      <a:gd name="connsiteY13" fmla="*/ 59456 h 5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3285" h="59939">
                        <a:moveTo>
                          <a:pt x="16136" y="59456"/>
                        </a:moveTo>
                        <a:cubicBezTo>
                          <a:pt x="30677" y="56264"/>
                          <a:pt x="37593" y="44561"/>
                          <a:pt x="47656" y="35118"/>
                        </a:cubicBezTo>
                        <a:cubicBezTo>
                          <a:pt x="46415" y="35872"/>
                          <a:pt x="45173" y="36626"/>
                          <a:pt x="43932" y="37335"/>
                        </a:cubicBezTo>
                        <a:cubicBezTo>
                          <a:pt x="42336" y="38266"/>
                          <a:pt x="40740" y="39241"/>
                          <a:pt x="38878" y="39463"/>
                        </a:cubicBezTo>
                        <a:cubicBezTo>
                          <a:pt x="34578" y="39995"/>
                          <a:pt x="30633" y="36049"/>
                          <a:pt x="30012" y="31749"/>
                        </a:cubicBezTo>
                        <a:cubicBezTo>
                          <a:pt x="29391" y="27449"/>
                          <a:pt x="31298" y="23149"/>
                          <a:pt x="33825" y="19647"/>
                        </a:cubicBezTo>
                        <a:cubicBezTo>
                          <a:pt x="36883" y="15435"/>
                          <a:pt x="40918" y="12066"/>
                          <a:pt x="45484" y="9628"/>
                        </a:cubicBezTo>
                        <a:cubicBezTo>
                          <a:pt x="47478" y="8608"/>
                          <a:pt x="50271" y="7367"/>
                          <a:pt x="53286" y="6481"/>
                        </a:cubicBezTo>
                        <a:cubicBezTo>
                          <a:pt x="42070" y="-13602"/>
                          <a:pt x="16801" y="18627"/>
                          <a:pt x="6738" y="27095"/>
                        </a:cubicBezTo>
                        <a:cubicBezTo>
                          <a:pt x="4522" y="29001"/>
                          <a:pt x="1995" y="30774"/>
                          <a:pt x="842" y="33478"/>
                        </a:cubicBezTo>
                        <a:cubicBezTo>
                          <a:pt x="44" y="35384"/>
                          <a:pt x="44" y="37468"/>
                          <a:pt x="0" y="39507"/>
                        </a:cubicBezTo>
                        <a:cubicBezTo>
                          <a:pt x="0" y="42566"/>
                          <a:pt x="0" y="45669"/>
                          <a:pt x="0" y="48728"/>
                        </a:cubicBezTo>
                        <a:cubicBezTo>
                          <a:pt x="0" y="50501"/>
                          <a:pt x="0" y="52363"/>
                          <a:pt x="621" y="54048"/>
                        </a:cubicBezTo>
                        <a:cubicBezTo>
                          <a:pt x="2748" y="59633"/>
                          <a:pt x="10329" y="60742"/>
                          <a:pt x="16136" y="5945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56" name="Forme libre : forme 19155">
                    <a:extLst>
                      <a:ext uri="{FF2B5EF4-FFF2-40B4-BE49-F238E27FC236}">
                        <a16:creationId xmlns:a16="http://schemas.microsoft.com/office/drawing/2014/main" id="{E08F1AAB-B846-4BE7-8F85-A141A1D8F4EE}"/>
                      </a:ext>
                    </a:extLst>
                  </p:cNvPr>
                  <p:cNvSpPr/>
                  <p:nvPr/>
                </p:nvSpPr>
                <p:spPr>
                  <a:xfrm>
                    <a:off x="5707155" y="5631007"/>
                    <a:ext cx="74506" cy="103789"/>
                  </a:xfrm>
                  <a:custGeom>
                    <a:avLst/>
                    <a:gdLst>
                      <a:gd name="connsiteX0" fmla="*/ 5160 w 74506"/>
                      <a:gd name="connsiteY0" fmla="*/ 28461 h 103789"/>
                      <a:gd name="connsiteX1" fmla="*/ 505 w 74506"/>
                      <a:gd name="connsiteY1" fmla="*/ 56833 h 103789"/>
                      <a:gd name="connsiteX2" fmla="*/ 860 w 74506"/>
                      <a:gd name="connsiteY2" fmla="*/ 74299 h 103789"/>
                      <a:gd name="connsiteX3" fmla="*/ 25818 w 74506"/>
                      <a:gd name="connsiteY3" fmla="*/ 99257 h 103789"/>
                      <a:gd name="connsiteX4" fmla="*/ 62170 w 74506"/>
                      <a:gd name="connsiteY4" fmla="*/ 103779 h 103789"/>
                      <a:gd name="connsiteX5" fmla="*/ 68908 w 74506"/>
                      <a:gd name="connsiteY5" fmla="*/ 102493 h 103789"/>
                      <a:gd name="connsiteX6" fmla="*/ 72765 w 74506"/>
                      <a:gd name="connsiteY6" fmla="*/ 94381 h 103789"/>
                      <a:gd name="connsiteX7" fmla="*/ 68952 w 74506"/>
                      <a:gd name="connsiteY7" fmla="*/ 45971 h 103789"/>
                      <a:gd name="connsiteX8" fmla="*/ 65494 w 74506"/>
                      <a:gd name="connsiteY8" fmla="*/ 28106 h 103789"/>
                      <a:gd name="connsiteX9" fmla="*/ 60219 w 74506"/>
                      <a:gd name="connsiteY9" fmla="*/ 34756 h 103789"/>
                      <a:gd name="connsiteX10" fmla="*/ 38984 w 74506"/>
                      <a:gd name="connsiteY10" fmla="*/ 0 h 103789"/>
                      <a:gd name="connsiteX11" fmla="*/ 35394 w 74506"/>
                      <a:gd name="connsiteY11" fmla="*/ 754 h 103789"/>
                      <a:gd name="connsiteX12" fmla="*/ 5160 w 74506"/>
                      <a:gd name="connsiteY12" fmla="*/ 28461 h 103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506" h="103789">
                        <a:moveTo>
                          <a:pt x="5160" y="28461"/>
                        </a:moveTo>
                        <a:cubicBezTo>
                          <a:pt x="2145" y="37593"/>
                          <a:pt x="1303" y="47257"/>
                          <a:pt x="505" y="56833"/>
                        </a:cubicBezTo>
                        <a:cubicBezTo>
                          <a:pt x="18" y="62640"/>
                          <a:pt x="-470" y="68624"/>
                          <a:pt x="860" y="74299"/>
                        </a:cubicBezTo>
                        <a:cubicBezTo>
                          <a:pt x="3697" y="86224"/>
                          <a:pt x="14248" y="95090"/>
                          <a:pt x="25818" y="99257"/>
                        </a:cubicBezTo>
                        <a:cubicBezTo>
                          <a:pt x="37344" y="103380"/>
                          <a:pt x="49890" y="103601"/>
                          <a:pt x="62170" y="103779"/>
                        </a:cubicBezTo>
                        <a:cubicBezTo>
                          <a:pt x="64519" y="103823"/>
                          <a:pt x="67002" y="103779"/>
                          <a:pt x="68908" y="102493"/>
                        </a:cubicBezTo>
                        <a:cubicBezTo>
                          <a:pt x="71479" y="100764"/>
                          <a:pt x="72233" y="97439"/>
                          <a:pt x="72765" y="94381"/>
                        </a:cubicBezTo>
                        <a:cubicBezTo>
                          <a:pt x="75957" y="76294"/>
                          <a:pt x="74804" y="63172"/>
                          <a:pt x="68952" y="45971"/>
                        </a:cubicBezTo>
                        <a:cubicBezTo>
                          <a:pt x="67046" y="40341"/>
                          <a:pt x="66292" y="34180"/>
                          <a:pt x="65494" y="28106"/>
                        </a:cubicBezTo>
                        <a:cubicBezTo>
                          <a:pt x="63633" y="30234"/>
                          <a:pt x="61859" y="32451"/>
                          <a:pt x="60219" y="34756"/>
                        </a:cubicBezTo>
                        <a:cubicBezTo>
                          <a:pt x="56938" y="20968"/>
                          <a:pt x="49314" y="8911"/>
                          <a:pt x="38984" y="0"/>
                        </a:cubicBezTo>
                        <a:cubicBezTo>
                          <a:pt x="37787" y="222"/>
                          <a:pt x="36591" y="443"/>
                          <a:pt x="35394" y="754"/>
                        </a:cubicBezTo>
                        <a:cubicBezTo>
                          <a:pt x="20188" y="4167"/>
                          <a:pt x="10081" y="13610"/>
                          <a:pt x="5160" y="2846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57" name="Forme libre : forme 19156">
                    <a:extLst>
                      <a:ext uri="{FF2B5EF4-FFF2-40B4-BE49-F238E27FC236}">
                        <a16:creationId xmlns:a16="http://schemas.microsoft.com/office/drawing/2014/main" id="{E1D61E86-7242-424C-AD7C-BBCF11D002A1}"/>
                      </a:ext>
                    </a:extLst>
                  </p:cNvPr>
                  <p:cNvSpPr/>
                  <p:nvPr/>
                </p:nvSpPr>
                <p:spPr>
                  <a:xfrm>
                    <a:off x="5711150" y="5761562"/>
                    <a:ext cx="86723" cy="68706"/>
                  </a:xfrm>
                  <a:custGeom>
                    <a:avLst/>
                    <a:gdLst>
                      <a:gd name="connsiteX0" fmla="*/ 6218 w 86723"/>
                      <a:gd name="connsiteY0" fmla="*/ 27795 h 68706"/>
                      <a:gd name="connsiteX1" fmla="*/ 44964 w 86723"/>
                      <a:gd name="connsiteY1" fmla="*/ 61176 h 68706"/>
                      <a:gd name="connsiteX2" fmla="*/ 56357 w 86723"/>
                      <a:gd name="connsiteY2" fmla="*/ 68314 h 68706"/>
                      <a:gd name="connsiteX3" fmla="*/ 68104 w 86723"/>
                      <a:gd name="connsiteY3" fmla="*/ 64058 h 68706"/>
                      <a:gd name="connsiteX4" fmla="*/ 68548 w 86723"/>
                      <a:gd name="connsiteY4" fmla="*/ 52532 h 68706"/>
                      <a:gd name="connsiteX5" fmla="*/ 71518 w 86723"/>
                      <a:gd name="connsiteY5" fmla="*/ 40740 h 68706"/>
                      <a:gd name="connsiteX6" fmla="*/ 63051 w 86723"/>
                      <a:gd name="connsiteY6" fmla="*/ 45794 h 68706"/>
                      <a:gd name="connsiteX7" fmla="*/ 57997 w 86723"/>
                      <a:gd name="connsiteY7" fmla="*/ 47921 h 68706"/>
                      <a:gd name="connsiteX8" fmla="*/ 49131 w 86723"/>
                      <a:gd name="connsiteY8" fmla="*/ 40208 h 68706"/>
                      <a:gd name="connsiteX9" fmla="*/ 52943 w 86723"/>
                      <a:gd name="connsiteY9" fmla="*/ 28106 h 68706"/>
                      <a:gd name="connsiteX10" fmla="*/ 64602 w 86723"/>
                      <a:gd name="connsiteY10" fmla="*/ 18087 h 68706"/>
                      <a:gd name="connsiteX11" fmla="*/ 85926 w 86723"/>
                      <a:gd name="connsiteY11" fmla="*/ 15028 h 68706"/>
                      <a:gd name="connsiteX12" fmla="*/ 86723 w 86723"/>
                      <a:gd name="connsiteY12" fmla="*/ 13654 h 68706"/>
                      <a:gd name="connsiteX13" fmla="*/ 85881 w 86723"/>
                      <a:gd name="connsiteY13" fmla="*/ 0 h 68706"/>
                      <a:gd name="connsiteX14" fmla="*/ 55115 w 86723"/>
                      <a:gd name="connsiteY14" fmla="*/ 5186 h 68706"/>
                      <a:gd name="connsiteX15" fmla="*/ 62785 w 86723"/>
                      <a:gd name="connsiteY15" fmla="*/ 12634 h 68706"/>
                      <a:gd name="connsiteX16" fmla="*/ 55337 w 86723"/>
                      <a:gd name="connsiteY16" fmla="*/ 20303 h 68706"/>
                      <a:gd name="connsiteX17" fmla="*/ 47668 w 86723"/>
                      <a:gd name="connsiteY17" fmla="*/ 12856 h 68706"/>
                      <a:gd name="connsiteX18" fmla="*/ 55115 w 86723"/>
                      <a:gd name="connsiteY18" fmla="*/ 5186 h 68706"/>
                      <a:gd name="connsiteX19" fmla="*/ 20050 w 86723"/>
                      <a:gd name="connsiteY19" fmla="*/ 6295 h 68706"/>
                      <a:gd name="connsiteX20" fmla="*/ 6529 w 86723"/>
                      <a:gd name="connsiteY20" fmla="*/ 8733 h 68706"/>
                      <a:gd name="connsiteX21" fmla="*/ 189 w 86723"/>
                      <a:gd name="connsiteY21" fmla="*/ 19905 h 68706"/>
                      <a:gd name="connsiteX22" fmla="*/ 6218 w 86723"/>
                      <a:gd name="connsiteY22" fmla="*/ 27795 h 68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6723" h="68706">
                        <a:moveTo>
                          <a:pt x="6218" y="27795"/>
                        </a:moveTo>
                        <a:cubicBezTo>
                          <a:pt x="19119" y="38922"/>
                          <a:pt x="32019" y="50049"/>
                          <a:pt x="44964" y="61176"/>
                        </a:cubicBezTo>
                        <a:cubicBezTo>
                          <a:pt x="48377" y="64147"/>
                          <a:pt x="51968" y="67161"/>
                          <a:pt x="56357" y="68314"/>
                        </a:cubicBezTo>
                        <a:cubicBezTo>
                          <a:pt x="60746" y="69466"/>
                          <a:pt x="66110" y="68092"/>
                          <a:pt x="68104" y="64058"/>
                        </a:cubicBezTo>
                        <a:cubicBezTo>
                          <a:pt x="69833" y="60556"/>
                          <a:pt x="68636" y="56433"/>
                          <a:pt x="68548" y="52532"/>
                        </a:cubicBezTo>
                        <a:cubicBezTo>
                          <a:pt x="68504" y="48409"/>
                          <a:pt x="69745" y="44508"/>
                          <a:pt x="71518" y="40740"/>
                        </a:cubicBezTo>
                        <a:cubicBezTo>
                          <a:pt x="68681" y="42424"/>
                          <a:pt x="65888" y="44109"/>
                          <a:pt x="63051" y="45794"/>
                        </a:cubicBezTo>
                        <a:cubicBezTo>
                          <a:pt x="61455" y="46724"/>
                          <a:pt x="59859" y="47700"/>
                          <a:pt x="57997" y="47921"/>
                        </a:cubicBezTo>
                        <a:cubicBezTo>
                          <a:pt x="53697" y="48453"/>
                          <a:pt x="49751" y="44508"/>
                          <a:pt x="49131" y="40208"/>
                        </a:cubicBezTo>
                        <a:cubicBezTo>
                          <a:pt x="48510" y="35908"/>
                          <a:pt x="50416" y="31608"/>
                          <a:pt x="52943" y="28106"/>
                        </a:cubicBezTo>
                        <a:cubicBezTo>
                          <a:pt x="56002" y="23894"/>
                          <a:pt x="60036" y="20525"/>
                          <a:pt x="64602" y="18087"/>
                        </a:cubicBezTo>
                        <a:cubicBezTo>
                          <a:pt x="69700" y="15427"/>
                          <a:pt x="80162" y="11615"/>
                          <a:pt x="85926" y="15028"/>
                        </a:cubicBezTo>
                        <a:cubicBezTo>
                          <a:pt x="86192" y="14585"/>
                          <a:pt x="86457" y="14097"/>
                          <a:pt x="86723" y="13654"/>
                        </a:cubicBezTo>
                        <a:lnTo>
                          <a:pt x="85881" y="0"/>
                        </a:lnTo>
                        <a:cubicBezTo>
                          <a:pt x="76394" y="4433"/>
                          <a:pt x="65578" y="4832"/>
                          <a:pt x="55115" y="5186"/>
                        </a:cubicBezTo>
                        <a:cubicBezTo>
                          <a:pt x="59283" y="5142"/>
                          <a:pt x="62696" y="8467"/>
                          <a:pt x="62785" y="12634"/>
                        </a:cubicBezTo>
                        <a:cubicBezTo>
                          <a:pt x="62873" y="16801"/>
                          <a:pt x="59504" y="20215"/>
                          <a:pt x="55337" y="20303"/>
                        </a:cubicBezTo>
                        <a:cubicBezTo>
                          <a:pt x="51170" y="20348"/>
                          <a:pt x="47757" y="17023"/>
                          <a:pt x="47668" y="12856"/>
                        </a:cubicBezTo>
                        <a:cubicBezTo>
                          <a:pt x="47579" y="8689"/>
                          <a:pt x="50948" y="5275"/>
                          <a:pt x="55115" y="5186"/>
                        </a:cubicBezTo>
                        <a:cubicBezTo>
                          <a:pt x="43412" y="5541"/>
                          <a:pt x="31709" y="5940"/>
                          <a:pt x="20050" y="6295"/>
                        </a:cubicBezTo>
                        <a:cubicBezTo>
                          <a:pt x="15439" y="6428"/>
                          <a:pt x="10652" y="6650"/>
                          <a:pt x="6529" y="8733"/>
                        </a:cubicBezTo>
                        <a:cubicBezTo>
                          <a:pt x="2406" y="10816"/>
                          <a:pt x="-830" y="15427"/>
                          <a:pt x="189" y="19905"/>
                        </a:cubicBezTo>
                        <a:cubicBezTo>
                          <a:pt x="987" y="23185"/>
                          <a:pt x="3692" y="25623"/>
                          <a:pt x="6218" y="2779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58" name="Forme libre : forme 19157">
                    <a:extLst>
                      <a:ext uri="{FF2B5EF4-FFF2-40B4-BE49-F238E27FC236}">
                        <a16:creationId xmlns:a16="http://schemas.microsoft.com/office/drawing/2014/main" id="{E36857EB-8C48-44B7-A7B9-BB7D56296F2E}"/>
                      </a:ext>
                    </a:extLst>
                  </p:cNvPr>
                  <p:cNvSpPr/>
                  <p:nvPr/>
                </p:nvSpPr>
                <p:spPr>
                  <a:xfrm>
                    <a:off x="5817023" y="5689754"/>
                    <a:ext cx="55302" cy="96438"/>
                  </a:xfrm>
                  <a:custGeom>
                    <a:avLst/>
                    <a:gdLst>
                      <a:gd name="connsiteX0" fmla="*/ 16892 w 55302"/>
                      <a:gd name="connsiteY0" fmla="*/ 21581 h 96438"/>
                      <a:gd name="connsiteX1" fmla="*/ 13168 w 55302"/>
                      <a:gd name="connsiteY1" fmla="*/ 41441 h 96438"/>
                      <a:gd name="connsiteX2" fmla="*/ 2 w 55302"/>
                      <a:gd name="connsiteY2" fmla="*/ 72029 h 96438"/>
                      <a:gd name="connsiteX3" fmla="*/ 9311 w 55302"/>
                      <a:gd name="connsiteY3" fmla="*/ 89939 h 96438"/>
                      <a:gd name="connsiteX4" fmla="*/ 28905 w 55302"/>
                      <a:gd name="connsiteY4" fmla="*/ 96411 h 96438"/>
                      <a:gd name="connsiteX5" fmla="*/ 47170 w 55302"/>
                      <a:gd name="connsiteY5" fmla="*/ 89274 h 96438"/>
                      <a:gd name="connsiteX6" fmla="*/ 47657 w 55302"/>
                      <a:gd name="connsiteY6" fmla="*/ 67907 h 96438"/>
                      <a:gd name="connsiteX7" fmla="*/ 44687 w 55302"/>
                      <a:gd name="connsiteY7" fmla="*/ 36299 h 96438"/>
                      <a:gd name="connsiteX8" fmla="*/ 55149 w 55302"/>
                      <a:gd name="connsiteY8" fmla="*/ 8503 h 96438"/>
                      <a:gd name="connsiteX9" fmla="*/ 16892 w 55302"/>
                      <a:gd name="connsiteY9" fmla="*/ 21581 h 96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5302" h="96438">
                        <a:moveTo>
                          <a:pt x="16892" y="21581"/>
                        </a:moveTo>
                        <a:cubicBezTo>
                          <a:pt x="14941" y="28053"/>
                          <a:pt x="15207" y="35013"/>
                          <a:pt x="13168" y="41441"/>
                        </a:cubicBezTo>
                        <a:cubicBezTo>
                          <a:pt x="9799" y="52125"/>
                          <a:pt x="179" y="60814"/>
                          <a:pt x="2" y="72029"/>
                        </a:cubicBezTo>
                        <a:cubicBezTo>
                          <a:pt x="-87" y="78990"/>
                          <a:pt x="3770" y="85728"/>
                          <a:pt x="9311" y="89939"/>
                        </a:cubicBezTo>
                        <a:cubicBezTo>
                          <a:pt x="14852" y="94150"/>
                          <a:pt x="21901" y="96146"/>
                          <a:pt x="28905" y="96411"/>
                        </a:cubicBezTo>
                        <a:cubicBezTo>
                          <a:pt x="35732" y="96678"/>
                          <a:pt x="43357" y="94993"/>
                          <a:pt x="47170" y="89274"/>
                        </a:cubicBezTo>
                        <a:cubicBezTo>
                          <a:pt x="51248" y="83157"/>
                          <a:pt x="49386" y="75044"/>
                          <a:pt x="47657" y="67907"/>
                        </a:cubicBezTo>
                        <a:cubicBezTo>
                          <a:pt x="45130" y="57666"/>
                          <a:pt x="43091" y="46850"/>
                          <a:pt x="44687" y="36299"/>
                        </a:cubicBezTo>
                        <a:cubicBezTo>
                          <a:pt x="45973" y="27654"/>
                          <a:pt x="56701" y="16439"/>
                          <a:pt x="55149" y="8503"/>
                        </a:cubicBezTo>
                        <a:cubicBezTo>
                          <a:pt x="51026" y="-12554"/>
                          <a:pt x="20128" y="10809"/>
                          <a:pt x="16892" y="2158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59" name="Forme libre : forme 19158">
                    <a:extLst>
                      <a:ext uri="{FF2B5EF4-FFF2-40B4-BE49-F238E27FC236}">
                        <a16:creationId xmlns:a16="http://schemas.microsoft.com/office/drawing/2014/main" id="{C8FC49C7-E8F5-49A6-B780-74AFD885A2A8}"/>
                      </a:ext>
                    </a:extLst>
                  </p:cNvPr>
                  <p:cNvSpPr/>
                  <p:nvPr/>
                </p:nvSpPr>
                <p:spPr>
                  <a:xfrm>
                    <a:off x="5742503" y="5845558"/>
                    <a:ext cx="78318" cy="55056"/>
                  </a:xfrm>
                  <a:custGeom>
                    <a:avLst/>
                    <a:gdLst>
                      <a:gd name="connsiteX0" fmla="*/ 77093 w 78318"/>
                      <a:gd name="connsiteY0" fmla="*/ 277 h 55056"/>
                      <a:gd name="connsiteX1" fmla="*/ 62242 w 78318"/>
                      <a:gd name="connsiteY1" fmla="*/ 11 h 55056"/>
                      <a:gd name="connsiteX2" fmla="*/ 47081 w 78318"/>
                      <a:gd name="connsiteY2" fmla="*/ 2183 h 55056"/>
                      <a:gd name="connsiteX3" fmla="*/ 32186 w 78318"/>
                      <a:gd name="connsiteY3" fmla="*/ 14197 h 55056"/>
                      <a:gd name="connsiteX4" fmla="*/ 1819 w 78318"/>
                      <a:gd name="connsiteY4" fmla="*/ 47002 h 55056"/>
                      <a:gd name="connsiteX5" fmla="*/ 2 w 78318"/>
                      <a:gd name="connsiteY5" fmla="*/ 50282 h 55056"/>
                      <a:gd name="connsiteX6" fmla="*/ 6429 w 78318"/>
                      <a:gd name="connsiteY6" fmla="*/ 54228 h 55056"/>
                      <a:gd name="connsiteX7" fmla="*/ 37328 w 78318"/>
                      <a:gd name="connsiteY7" fmla="*/ 55026 h 55056"/>
                      <a:gd name="connsiteX8" fmla="*/ 54529 w 78318"/>
                      <a:gd name="connsiteY8" fmla="*/ 53518 h 55056"/>
                      <a:gd name="connsiteX9" fmla="*/ 77935 w 78318"/>
                      <a:gd name="connsiteY9" fmla="*/ 13931 h 55056"/>
                      <a:gd name="connsiteX10" fmla="*/ 77093 w 78318"/>
                      <a:gd name="connsiteY10" fmla="*/ 277 h 55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8318" h="55056">
                        <a:moveTo>
                          <a:pt x="77093" y="277"/>
                        </a:moveTo>
                        <a:cubicBezTo>
                          <a:pt x="72128" y="55"/>
                          <a:pt x="67207" y="-33"/>
                          <a:pt x="62242" y="11"/>
                        </a:cubicBezTo>
                        <a:cubicBezTo>
                          <a:pt x="57100" y="55"/>
                          <a:pt x="51869" y="277"/>
                          <a:pt x="47081" y="2183"/>
                        </a:cubicBezTo>
                        <a:cubicBezTo>
                          <a:pt x="41141" y="4622"/>
                          <a:pt x="36575" y="9454"/>
                          <a:pt x="32186" y="14197"/>
                        </a:cubicBezTo>
                        <a:cubicBezTo>
                          <a:pt x="22078" y="25147"/>
                          <a:pt x="11927" y="36052"/>
                          <a:pt x="1819" y="47002"/>
                        </a:cubicBezTo>
                        <a:cubicBezTo>
                          <a:pt x="932" y="47933"/>
                          <a:pt x="2" y="48997"/>
                          <a:pt x="2" y="50282"/>
                        </a:cubicBezTo>
                        <a:cubicBezTo>
                          <a:pt x="-87" y="53075"/>
                          <a:pt x="3637" y="54139"/>
                          <a:pt x="6429" y="54228"/>
                        </a:cubicBezTo>
                        <a:cubicBezTo>
                          <a:pt x="16714" y="54627"/>
                          <a:pt x="27043" y="54893"/>
                          <a:pt x="37328" y="55026"/>
                        </a:cubicBezTo>
                        <a:cubicBezTo>
                          <a:pt x="43091" y="55115"/>
                          <a:pt x="48987" y="55115"/>
                          <a:pt x="54529" y="53518"/>
                        </a:cubicBezTo>
                        <a:cubicBezTo>
                          <a:pt x="70621" y="48864"/>
                          <a:pt x="80418" y="30511"/>
                          <a:pt x="77935" y="13931"/>
                        </a:cubicBezTo>
                        <a:lnTo>
                          <a:pt x="77093" y="277"/>
                        </a:ln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60" name="Forme libre : forme 19159">
                    <a:extLst>
                      <a:ext uri="{FF2B5EF4-FFF2-40B4-BE49-F238E27FC236}">
                        <a16:creationId xmlns:a16="http://schemas.microsoft.com/office/drawing/2014/main" id="{381E2D8F-D803-427E-8F21-8E4B7DE5D7BD}"/>
                      </a:ext>
                    </a:extLst>
                  </p:cNvPr>
                  <p:cNvSpPr/>
                  <p:nvPr/>
                </p:nvSpPr>
                <p:spPr>
                  <a:xfrm>
                    <a:off x="5917174" y="5791840"/>
                    <a:ext cx="305" cy="930"/>
                  </a:xfrm>
                  <a:custGeom>
                    <a:avLst/>
                    <a:gdLst>
                      <a:gd name="connsiteX0" fmla="*/ 305 w 305"/>
                      <a:gd name="connsiteY0" fmla="*/ 931 h 930"/>
                      <a:gd name="connsiteX1" fmla="*/ 261 w 305"/>
                      <a:gd name="connsiteY1" fmla="*/ 0 h 930"/>
                      <a:gd name="connsiteX2" fmla="*/ 305 w 305"/>
                      <a:gd name="connsiteY2" fmla="*/ 931 h 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5" h="930">
                        <a:moveTo>
                          <a:pt x="305" y="931"/>
                        </a:moveTo>
                        <a:lnTo>
                          <a:pt x="261" y="0"/>
                        </a:lnTo>
                        <a:cubicBezTo>
                          <a:pt x="-50" y="310"/>
                          <a:pt x="-138" y="754"/>
                          <a:pt x="305" y="93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61" name="Forme libre : forme 19160">
                    <a:extLst>
                      <a:ext uri="{FF2B5EF4-FFF2-40B4-BE49-F238E27FC236}">
                        <a16:creationId xmlns:a16="http://schemas.microsoft.com/office/drawing/2014/main" id="{6A353812-E07B-4481-ADFC-06B0C737B472}"/>
                      </a:ext>
                    </a:extLst>
                  </p:cNvPr>
                  <p:cNvSpPr/>
                  <p:nvPr/>
                </p:nvSpPr>
                <p:spPr>
                  <a:xfrm>
                    <a:off x="5864969" y="5778659"/>
                    <a:ext cx="55965" cy="117561"/>
                  </a:xfrm>
                  <a:custGeom>
                    <a:avLst/>
                    <a:gdLst>
                      <a:gd name="connsiteX0" fmla="*/ 25601 w 55965"/>
                      <a:gd name="connsiteY0" fmla="*/ 115585 h 117561"/>
                      <a:gd name="connsiteX1" fmla="*/ 39476 w 55965"/>
                      <a:gd name="connsiteY1" fmla="*/ 117314 h 117561"/>
                      <a:gd name="connsiteX2" fmla="*/ 48121 w 55965"/>
                      <a:gd name="connsiteY2" fmla="*/ 113989 h 117561"/>
                      <a:gd name="connsiteX3" fmla="*/ 53972 w 55965"/>
                      <a:gd name="connsiteY3" fmla="*/ 105788 h 117561"/>
                      <a:gd name="connsiteX4" fmla="*/ 49007 w 55965"/>
                      <a:gd name="connsiteY4" fmla="*/ 58221 h 117561"/>
                      <a:gd name="connsiteX5" fmla="*/ 51490 w 55965"/>
                      <a:gd name="connsiteY5" fmla="*/ 25815 h 117561"/>
                      <a:gd name="connsiteX6" fmla="*/ 46658 w 55965"/>
                      <a:gd name="connsiteY6" fmla="*/ 27677 h 117561"/>
                      <a:gd name="connsiteX7" fmla="*/ 38989 w 55965"/>
                      <a:gd name="connsiteY7" fmla="*/ 20229 h 117561"/>
                      <a:gd name="connsiteX8" fmla="*/ 46436 w 55965"/>
                      <a:gd name="connsiteY8" fmla="*/ 12560 h 117561"/>
                      <a:gd name="connsiteX9" fmla="*/ 53485 w 55965"/>
                      <a:gd name="connsiteY9" fmla="*/ 17170 h 117561"/>
                      <a:gd name="connsiteX10" fmla="*/ 53884 w 55965"/>
                      <a:gd name="connsiteY10" fmla="*/ 15486 h 117561"/>
                      <a:gd name="connsiteX11" fmla="*/ 53485 w 55965"/>
                      <a:gd name="connsiteY11" fmla="*/ 12870 h 117561"/>
                      <a:gd name="connsiteX12" fmla="*/ 52377 w 55965"/>
                      <a:gd name="connsiteY12" fmla="*/ 13136 h 117561"/>
                      <a:gd name="connsiteX13" fmla="*/ 52421 w 55965"/>
                      <a:gd name="connsiteY13" fmla="*/ 14067 h 117561"/>
                      <a:gd name="connsiteX14" fmla="*/ 52377 w 55965"/>
                      <a:gd name="connsiteY14" fmla="*/ 13136 h 117561"/>
                      <a:gd name="connsiteX15" fmla="*/ 51579 w 55965"/>
                      <a:gd name="connsiteY15" fmla="*/ 369 h 117561"/>
                      <a:gd name="connsiteX16" fmla="*/ 15804 w 55965"/>
                      <a:gd name="connsiteY16" fmla="*/ 16283 h 117561"/>
                      <a:gd name="connsiteX17" fmla="*/ 7957 w 55965"/>
                      <a:gd name="connsiteY17" fmla="*/ 29671 h 117561"/>
                      <a:gd name="connsiteX18" fmla="*/ 26177 w 55965"/>
                      <a:gd name="connsiteY18" fmla="*/ 25903 h 117561"/>
                      <a:gd name="connsiteX19" fmla="*/ 36373 w 55965"/>
                      <a:gd name="connsiteY19" fmla="*/ 41907 h 117561"/>
                      <a:gd name="connsiteX20" fmla="*/ 32383 w 55965"/>
                      <a:gd name="connsiteY20" fmla="*/ 47448 h 117561"/>
                      <a:gd name="connsiteX21" fmla="*/ 19926 w 55965"/>
                      <a:gd name="connsiteY21" fmla="*/ 62476 h 117561"/>
                      <a:gd name="connsiteX22" fmla="*/ 820 w 55965"/>
                      <a:gd name="connsiteY22" fmla="*/ 59639 h 117561"/>
                      <a:gd name="connsiteX23" fmla="*/ 642 w 55965"/>
                      <a:gd name="connsiteY23" fmla="*/ 59506 h 117561"/>
                      <a:gd name="connsiteX24" fmla="*/ 5208 w 55965"/>
                      <a:gd name="connsiteY24" fmla="*/ 96301 h 117561"/>
                      <a:gd name="connsiteX25" fmla="*/ 15715 w 55965"/>
                      <a:gd name="connsiteY25" fmla="*/ 109689 h 117561"/>
                      <a:gd name="connsiteX26" fmla="*/ 28925 w 55965"/>
                      <a:gd name="connsiteY26" fmla="*/ 108581 h 117561"/>
                      <a:gd name="connsiteX27" fmla="*/ 25601 w 55965"/>
                      <a:gd name="connsiteY27" fmla="*/ 115585 h 117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5965" h="117561">
                        <a:moveTo>
                          <a:pt x="25601" y="115585"/>
                        </a:moveTo>
                        <a:cubicBezTo>
                          <a:pt x="30034" y="117269"/>
                          <a:pt x="34733" y="117979"/>
                          <a:pt x="39476" y="117314"/>
                        </a:cubicBezTo>
                        <a:cubicBezTo>
                          <a:pt x="42579" y="116871"/>
                          <a:pt x="45638" y="115851"/>
                          <a:pt x="48121" y="113989"/>
                        </a:cubicBezTo>
                        <a:cubicBezTo>
                          <a:pt x="50825" y="111950"/>
                          <a:pt x="52731" y="108935"/>
                          <a:pt x="53972" y="105788"/>
                        </a:cubicBezTo>
                        <a:cubicBezTo>
                          <a:pt x="59824" y="90715"/>
                          <a:pt x="51135" y="74269"/>
                          <a:pt x="49007" y="58221"/>
                        </a:cubicBezTo>
                        <a:cubicBezTo>
                          <a:pt x="47544" y="47404"/>
                          <a:pt x="49140" y="36543"/>
                          <a:pt x="51490" y="25815"/>
                        </a:cubicBezTo>
                        <a:cubicBezTo>
                          <a:pt x="50204" y="26967"/>
                          <a:pt x="48520" y="27677"/>
                          <a:pt x="46658" y="27677"/>
                        </a:cubicBezTo>
                        <a:cubicBezTo>
                          <a:pt x="42491" y="27721"/>
                          <a:pt x="39077" y="24396"/>
                          <a:pt x="38989" y="20229"/>
                        </a:cubicBezTo>
                        <a:cubicBezTo>
                          <a:pt x="38900" y="16062"/>
                          <a:pt x="42269" y="12649"/>
                          <a:pt x="46436" y="12560"/>
                        </a:cubicBezTo>
                        <a:cubicBezTo>
                          <a:pt x="49584" y="12515"/>
                          <a:pt x="52332" y="14422"/>
                          <a:pt x="53485" y="17170"/>
                        </a:cubicBezTo>
                        <a:cubicBezTo>
                          <a:pt x="53618" y="16594"/>
                          <a:pt x="53751" y="16018"/>
                          <a:pt x="53884" y="15486"/>
                        </a:cubicBezTo>
                        <a:cubicBezTo>
                          <a:pt x="54105" y="14555"/>
                          <a:pt x="54238" y="13402"/>
                          <a:pt x="53485" y="12870"/>
                        </a:cubicBezTo>
                        <a:cubicBezTo>
                          <a:pt x="53130" y="12604"/>
                          <a:pt x="52643" y="12826"/>
                          <a:pt x="52377" y="13136"/>
                        </a:cubicBezTo>
                        <a:lnTo>
                          <a:pt x="52421" y="14067"/>
                        </a:lnTo>
                        <a:cubicBezTo>
                          <a:pt x="51978" y="13934"/>
                          <a:pt x="52066" y="13447"/>
                          <a:pt x="52377" y="13136"/>
                        </a:cubicBezTo>
                        <a:lnTo>
                          <a:pt x="51579" y="369"/>
                        </a:lnTo>
                        <a:cubicBezTo>
                          <a:pt x="38058" y="-1759"/>
                          <a:pt x="24315" y="5556"/>
                          <a:pt x="15804" y="16283"/>
                        </a:cubicBezTo>
                        <a:cubicBezTo>
                          <a:pt x="12567" y="20362"/>
                          <a:pt x="9996" y="24884"/>
                          <a:pt x="7957" y="29671"/>
                        </a:cubicBezTo>
                        <a:cubicBezTo>
                          <a:pt x="12789" y="26170"/>
                          <a:pt x="20503" y="22756"/>
                          <a:pt x="26177" y="25903"/>
                        </a:cubicBezTo>
                        <a:cubicBezTo>
                          <a:pt x="31541" y="28874"/>
                          <a:pt x="39033" y="34947"/>
                          <a:pt x="36373" y="41907"/>
                        </a:cubicBezTo>
                        <a:cubicBezTo>
                          <a:pt x="35531" y="44035"/>
                          <a:pt x="33846" y="45675"/>
                          <a:pt x="32383" y="47448"/>
                        </a:cubicBezTo>
                        <a:cubicBezTo>
                          <a:pt x="28216" y="52546"/>
                          <a:pt x="25734" y="59418"/>
                          <a:pt x="19926" y="62476"/>
                        </a:cubicBezTo>
                        <a:cubicBezTo>
                          <a:pt x="13942" y="65624"/>
                          <a:pt x="6405" y="63452"/>
                          <a:pt x="820" y="59639"/>
                        </a:cubicBezTo>
                        <a:cubicBezTo>
                          <a:pt x="775" y="59595"/>
                          <a:pt x="687" y="59550"/>
                          <a:pt x="642" y="59506"/>
                        </a:cubicBezTo>
                        <a:cubicBezTo>
                          <a:pt x="-732" y="72052"/>
                          <a:pt x="-200" y="84996"/>
                          <a:pt x="5208" y="96301"/>
                        </a:cubicBezTo>
                        <a:cubicBezTo>
                          <a:pt x="7647" y="101399"/>
                          <a:pt x="11326" y="106054"/>
                          <a:pt x="15715" y="109689"/>
                        </a:cubicBezTo>
                        <a:cubicBezTo>
                          <a:pt x="20148" y="109246"/>
                          <a:pt x="24537" y="108891"/>
                          <a:pt x="28925" y="108581"/>
                        </a:cubicBezTo>
                        <a:lnTo>
                          <a:pt x="25601" y="115585"/>
                        </a:ln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62" name="Forme libre : forme 19161">
                    <a:extLst>
                      <a:ext uri="{FF2B5EF4-FFF2-40B4-BE49-F238E27FC236}">
                        <a16:creationId xmlns:a16="http://schemas.microsoft.com/office/drawing/2014/main" id="{0858BF37-B68B-40D3-84CB-FEC2D4B87C67}"/>
                      </a:ext>
                    </a:extLst>
                  </p:cNvPr>
                  <p:cNvSpPr/>
                  <p:nvPr/>
                </p:nvSpPr>
                <p:spPr>
                  <a:xfrm>
                    <a:off x="5878684" y="5682794"/>
                    <a:ext cx="90208" cy="93651"/>
                  </a:xfrm>
                  <a:custGeom>
                    <a:avLst/>
                    <a:gdLst>
                      <a:gd name="connsiteX0" fmla="*/ 8340 w 90208"/>
                      <a:gd name="connsiteY0" fmla="*/ 72207 h 93651"/>
                      <a:gd name="connsiteX1" fmla="*/ 63266 w 90208"/>
                      <a:gd name="connsiteY1" fmla="*/ 91225 h 93651"/>
                      <a:gd name="connsiteX2" fmla="*/ 76344 w 90208"/>
                      <a:gd name="connsiteY2" fmla="*/ 93486 h 93651"/>
                      <a:gd name="connsiteX3" fmla="*/ 90130 w 90208"/>
                      <a:gd name="connsiteY3" fmla="*/ 72207 h 93651"/>
                      <a:gd name="connsiteX4" fmla="*/ 79358 w 90208"/>
                      <a:gd name="connsiteY4" fmla="*/ 46717 h 93651"/>
                      <a:gd name="connsiteX5" fmla="*/ 75590 w 90208"/>
                      <a:gd name="connsiteY5" fmla="*/ 40023 h 93651"/>
                      <a:gd name="connsiteX6" fmla="*/ 72620 w 90208"/>
                      <a:gd name="connsiteY6" fmla="*/ 41619 h 93651"/>
                      <a:gd name="connsiteX7" fmla="*/ 68719 w 90208"/>
                      <a:gd name="connsiteY7" fmla="*/ 37807 h 93651"/>
                      <a:gd name="connsiteX8" fmla="*/ 72176 w 90208"/>
                      <a:gd name="connsiteY8" fmla="*/ 33950 h 93651"/>
                      <a:gd name="connsiteX9" fmla="*/ 63487 w 90208"/>
                      <a:gd name="connsiteY9" fmla="*/ 17015 h 93651"/>
                      <a:gd name="connsiteX10" fmla="*/ 61271 w 90208"/>
                      <a:gd name="connsiteY10" fmla="*/ 5622 h 93651"/>
                      <a:gd name="connsiteX11" fmla="*/ 26693 w 90208"/>
                      <a:gd name="connsiteY11" fmla="*/ 1854 h 93651"/>
                      <a:gd name="connsiteX12" fmla="*/ 3286 w 90208"/>
                      <a:gd name="connsiteY12" fmla="*/ 39269 h 93651"/>
                      <a:gd name="connsiteX13" fmla="*/ 272 w 90208"/>
                      <a:gd name="connsiteY13" fmla="*/ 58332 h 93651"/>
                      <a:gd name="connsiteX14" fmla="*/ 1779 w 90208"/>
                      <a:gd name="connsiteY14" fmla="*/ 68439 h 93651"/>
                      <a:gd name="connsiteX15" fmla="*/ 8340 w 90208"/>
                      <a:gd name="connsiteY15" fmla="*/ 72207 h 93651"/>
                      <a:gd name="connsiteX16" fmla="*/ 10955 w 90208"/>
                      <a:gd name="connsiteY16" fmla="*/ 33329 h 93651"/>
                      <a:gd name="connsiteX17" fmla="*/ 22038 w 90208"/>
                      <a:gd name="connsiteY17" fmla="*/ 19276 h 93651"/>
                      <a:gd name="connsiteX18" fmla="*/ 40568 w 90208"/>
                      <a:gd name="connsiteY18" fmla="*/ 15286 h 93651"/>
                      <a:gd name="connsiteX19" fmla="*/ 47661 w 90208"/>
                      <a:gd name="connsiteY19" fmla="*/ 20694 h 93651"/>
                      <a:gd name="connsiteX20" fmla="*/ 54134 w 90208"/>
                      <a:gd name="connsiteY20" fmla="*/ 16793 h 93651"/>
                      <a:gd name="connsiteX21" fmla="*/ 61803 w 90208"/>
                      <a:gd name="connsiteY21" fmla="*/ 24241 h 93651"/>
                      <a:gd name="connsiteX22" fmla="*/ 54355 w 90208"/>
                      <a:gd name="connsiteY22" fmla="*/ 31910 h 93651"/>
                      <a:gd name="connsiteX23" fmla="*/ 50809 w 90208"/>
                      <a:gd name="connsiteY23" fmla="*/ 31068 h 93651"/>
                      <a:gd name="connsiteX24" fmla="*/ 50765 w 90208"/>
                      <a:gd name="connsiteY24" fmla="*/ 31334 h 93651"/>
                      <a:gd name="connsiteX25" fmla="*/ 46775 w 90208"/>
                      <a:gd name="connsiteY25" fmla="*/ 36875 h 93651"/>
                      <a:gd name="connsiteX26" fmla="*/ 34318 w 90208"/>
                      <a:gd name="connsiteY26" fmla="*/ 51904 h 93651"/>
                      <a:gd name="connsiteX27" fmla="*/ 15211 w 90208"/>
                      <a:gd name="connsiteY27" fmla="*/ 49066 h 93651"/>
                      <a:gd name="connsiteX28" fmla="*/ 9182 w 90208"/>
                      <a:gd name="connsiteY28" fmla="*/ 41264 h 93651"/>
                      <a:gd name="connsiteX29" fmla="*/ 10955 w 90208"/>
                      <a:gd name="connsiteY29" fmla="*/ 33329 h 93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90208" h="93651">
                        <a:moveTo>
                          <a:pt x="8340" y="72207"/>
                        </a:moveTo>
                        <a:cubicBezTo>
                          <a:pt x="26648" y="78546"/>
                          <a:pt x="44957" y="84886"/>
                          <a:pt x="63266" y="91225"/>
                        </a:cubicBezTo>
                        <a:cubicBezTo>
                          <a:pt x="67477" y="92688"/>
                          <a:pt x="71910" y="94151"/>
                          <a:pt x="76344" y="93486"/>
                        </a:cubicBezTo>
                        <a:cubicBezTo>
                          <a:pt x="85564" y="92068"/>
                          <a:pt x="90928" y="81472"/>
                          <a:pt x="90130" y="72207"/>
                        </a:cubicBezTo>
                        <a:cubicBezTo>
                          <a:pt x="89333" y="62942"/>
                          <a:pt x="84146" y="54696"/>
                          <a:pt x="79358" y="46717"/>
                        </a:cubicBezTo>
                        <a:cubicBezTo>
                          <a:pt x="78028" y="44500"/>
                          <a:pt x="76831" y="42240"/>
                          <a:pt x="75590" y="40023"/>
                        </a:cubicBezTo>
                        <a:cubicBezTo>
                          <a:pt x="74881" y="40954"/>
                          <a:pt x="73861" y="41575"/>
                          <a:pt x="72620" y="41619"/>
                        </a:cubicBezTo>
                        <a:cubicBezTo>
                          <a:pt x="70492" y="41663"/>
                          <a:pt x="68719" y="39934"/>
                          <a:pt x="68719" y="37807"/>
                        </a:cubicBezTo>
                        <a:cubicBezTo>
                          <a:pt x="68674" y="35811"/>
                          <a:pt x="70226" y="34171"/>
                          <a:pt x="72176" y="33950"/>
                        </a:cubicBezTo>
                        <a:cubicBezTo>
                          <a:pt x="69162" y="28364"/>
                          <a:pt x="66236" y="22734"/>
                          <a:pt x="63487" y="17015"/>
                        </a:cubicBezTo>
                        <a:lnTo>
                          <a:pt x="61271" y="5622"/>
                        </a:lnTo>
                        <a:cubicBezTo>
                          <a:pt x="50144" y="1544"/>
                          <a:pt x="37776" y="-2446"/>
                          <a:pt x="26693" y="1854"/>
                        </a:cubicBezTo>
                        <a:cubicBezTo>
                          <a:pt x="12330" y="7395"/>
                          <a:pt x="6256" y="24197"/>
                          <a:pt x="3286" y="39269"/>
                        </a:cubicBezTo>
                        <a:cubicBezTo>
                          <a:pt x="2045" y="45564"/>
                          <a:pt x="1025" y="51948"/>
                          <a:pt x="272" y="58332"/>
                        </a:cubicBezTo>
                        <a:cubicBezTo>
                          <a:pt x="-127" y="61789"/>
                          <a:pt x="-393" y="65690"/>
                          <a:pt x="1779" y="68439"/>
                        </a:cubicBezTo>
                        <a:cubicBezTo>
                          <a:pt x="3330" y="70434"/>
                          <a:pt x="5902" y="71365"/>
                          <a:pt x="8340" y="72207"/>
                        </a:cubicBezTo>
                        <a:close/>
                        <a:moveTo>
                          <a:pt x="10955" y="33329"/>
                        </a:moveTo>
                        <a:cubicBezTo>
                          <a:pt x="13571" y="27876"/>
                          <a:pt x="17206" y="22867"/>
                          <a:pt x="22038" y="19276"/>
                        </a:cubicBezTo>
                        <a:cubicBezTo>
                          <a:pt x="26826" y="15685"/>
                          <a:pt x="34805" y="12050"/>
                          <a:pt x="40568" y="15286"/>
                        </a:cubicBezTo>
                        <a:cubicBezTo>
                          <a:pt x="42874" y="16572"/>
                          <a:pt x="45534" y="18434"/>
                          <a:pt x="47661" y="20694"/>
                        </a:cubicBezTo>
                        <a:cubicBezTo>
                          <a:pt x="48947" y="18390"/>
                          <a:pt x="51341" y="16838"/>
                          <a:pt x="54134" y="16793"/>
                        </a:cubicBezTo>
                        <a:cubicBezTo>
                          <a:pt x="58301" y="16749"/>
                          <a:pt x="61714" y="20074"/>
                          <a:pt x="61803" y="24241"/>
                        </a:cubicBezTo>
                        <a:cubicBezTo>
                          <a:pt x="61892" y="28408"/>
                          <a:pt x="58522" y="31821"/>
                          <a:pt x="54355" y="31910"/>
                        </a:cubicBezTo>
                        <a:cubicBezTo>
                          <a:pt x="53070" y="31910"/>
                          <a:pt x="51873" y="31600"/>
                          <a:pt x="50809" y="31068"/>
                        </a:cubicBezTo>
                        <a:cubicBezTo>
                          <a:pt x="50765" y="31157"/>
                          <a:pt x="50809" y="31245"/>
                          <a:pt x="50765" y="31334"/>
                        </a:cubicBezTo>
                        <a:cubicBezTo>
                          <a:pt x="49922" y="33462"/>
                          <a:pt x="48238" y="35102"/>
                          <a:pt x="46775" y="36875"/>
                        </a:cubicBezTo>
                        <a:cubicBezTo>
                          <a:pt x="42608" y="41973"/>
                          <a:pt x="40125" y="48845"/>
                          <a:pt x="34318" y="51904"/>
                        </a:cubicBezTo>
                        <a:cubicBezTo>
                          <a:pt x="28333" y="55051"/>
                          <a:pt x="20797" y="52879"/>
                          <a:pt x="15211" y="49066"/>
                        </a:cubicBezTo>
                        <a:cubicBezTo>
                          <a:pt x="12418" y="47160"/>
                          <a:pt x="9758" y="44589"/>
                          <a:pt x="9182" y="41264"/>
                        </a:cubicBezTo>
                        <a:cubicBezTo>
                          <a:pt x="8783" y="38515"/>
                          <a:pt x="9758" y="35811"/>
                          <a:pt x="10955" y="3332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63" name="Forme libre : forme 19162">
                    <a:extLst>
                      <a:ext uri="{FF2B5EF4-FFF2-40B4-BE49-F238E27FC236}">
                        <a16:creationId xmlns:a16="http://schemas.microsoft.com/office/drawing/2014/main" id="{6688C08C-F120-458A-BE79-C65EC73197F0}"/>
                      </a:ext>
                    </a:extLst>
                  </p:cNvPr>
                  <p:cNvSpPr/>
                  <p:nvPr/>
                </p:nvSpPr>
                <p:spPr>
                  <a:xfrm>
                    <a:off x="5986811" y="5637612"/>
                    <a:ext cx="81304" cy="78244"/>
                  </a:xfrm>
                  <a:custGeom>
                    <a:avLst/>
                    <a:gdLst>
                      <a:gd name="connsiteX0" fmla="*/ 10330 w 81304"/>
                      <a:gd name="connsiteY0" fmla="*/ 26554 h 78244"/>
                      <a:gd name="connsiteX1" fmla="*/ 888 w 81304"/>
                      <a:gd name="connsiteY1" fmla="*/ 54749 h 78244"/>
                      <a:gd name="connsiteX2" fmla="*/ 622 w 81304"/>
                      <a:gd name="connsiteY2" fmla="*/ 63127 h 78244"/>
                      <a:gd name="connsiteX3" fmla="*/ 4700 w 81304"/>
                      <a:gd name="connsiteY3" fmla="*/ 67428 h 78244"/>
                      <a:gd name="connsiteX4" fmla="*/ 51248 w 81304"/>
                      <a:gd name="connsiteY4" fmla="*/ 76870 h 78244"/>
                      <a:gd name="connsiteX5" fmla="*/ 62286 w 81304"/>
                      <a:gd name="connsiteY5" fmla="*/ 72215 h 78244"/>
                      <a:gd name="connsiteX6" fmla="*/ 73679 w 81304"/>
                      <a:gd name="connsiteY6" fmla="*/ 48232 h 78244"/>
                      <a:gd name="connsiteX7" fmla="*/ 81304 w 81304"/>
                      <a:gd name="connsiteY7" fmla="*/ 11305 h 78244"/>
                      <a:gd name="connsiteX8" fmla="*/ 79664 w 81304"/>
                      <a:gd name="connsiteY8" fmla="*/ 11570 h 78244"/>
                      <a:gd name="connsiteX9" fmla="*/ 77846 w 81304"/>
                      <a:gd name="connsiteY9" fmla="*/ 0 h 78244"/>
                      <a:gd name="connsiteX10" fmla="*/ 33205 w 81304"/>
                      <a:gd name="connsiteY10" fmla="*/ 7492 h 78244"/>
                      <a:gd name="connsiteX11" fmla="*/ 22566 w 81304"/>
                      <a:gd name="connsiteY11" fmla="*/ 11083 h 78244"/>
                      <a:gd name="connsiteX12" fmla="*/ 19861 w 81304"/>
                      <a:gd name="connsiteY12" fmla="*/ 16624 h 78244"/>
                      <a:gd name="connsiteX13" fmla="*/ 17645 w 81304"/>
                      <a:gd name="connsiteY13" fmla="*/ 14363 h 78244"/>
                      <a:gd name="connsiteX14" fmla="*/ 17600 w 81304"/>
                      <a:gd name="connsiteY14" fmla="*/ 14408 h 78244"/>
                      <a:gd name="connsiteX15" fmla="*/ 10330 w 81304"/>
                      <a:gd name="connsiteY15" fmla="*/ 26554 h 78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1304" h="78244">
                        <a:moveTo>
                          <a:pt x="10330" y="26554"/>
                        </a:moveTo>
                        <a:cubicBezTo>
                          <a:pt x="6606" y="35775"/>
                          <a:pt x="3459" y="45174"/>
                          <a:pt x="888" y="54749"/>
                        </a:cubicBezTo>
                        <a:cubicBezTo>
                          <a:pt x="134" y="57498"/>
                          <a:pt x="-531" y="60512"/>
                          <a:pt x="622" y="63127"/>
                        </a:cubicBezTo>
                        <a:cubicBezTo>
                          <a:pt x="1464" y="64945"/>
                          <a:pt x="3060" y="66275"/>
                          <a:pt x="4700" y="67428"/>
                        </a:cubicBezTo>
                        <a:cubicBezTo>
                          <a:pt x="17955" y="76915"/>
                          <a:pt x="35333" y="80461"/>
                          <a:pt x="51248" y="76870"/>
                        </a:cubicBezTo>
                        <a:cubicBezTo>
                          <a:pt x="55193" y="75983"/>
                          <a:pt x="59094" y="74654"/>
                          <a:pt x="62286" y="72215"/>
                        </a:cubicBezTo>
                        <a:cubicBezTo>
                          <a:pt x="69512" y="66763"/>
                          <a:pt x="71817" y="57098"/>
                          <a:pt x="73679" y="48232"/>
                        </a:cubicBezTo>
                        <a:cubicBezTo>
                          <a:pt x="76206" y="35909"/>
                          <a:pt x="78777" y="23629"/>
                          <a:pt x="81304" y="11305"/>
                        </a:cubicBezTo>
                        <a:cubicBezTo>
                          <a:pt x="80994" y="10595"/>
                          <a:pt x="79708" y="10817"/>
                          <a:pt x="79664" y="11570"/>
                        </a:cubicBezTo>
                        <a:lnTo>
                          <a:pt x="77846" y="0"/>
                        </a:lnTo>
                        <a:cubicBezTo>
                          <a:pt x="62818" y="1463"/>
                          <a:pt x="47879" y="3946"/>
                          <a:pt x="33205" y="7492"/>
                        </a:cubicBezTo>
                        <a:cubicBezTo>
                          <a:pt x="29570" y="8379"/>
                          <a:pt x="25890" y="9443"/>
                          <a:pt x="22566" y="11083"/>
                        </a:cubicBezTo>
                        <a:cubicBezTo>
                          <a:pt x="21546" y="12856"/>
                          <a:pt x="20659" y="14718"/>
                          <a:pt x="19861" y="16624"/>
                        </a:cubicBezTo>
                        <a:cubicBezTo>
                          <a:pt x="19152" y="15826"/>
                          <a:pt x="18354" y="15117"/>
                          <a:pt x="17645" y="14363"/>
                        </a:cubicBezTo>
                        <a:cubicBezTo>
                          <a:pt x="17645" y="14363"/>
                          <a:pt x="17600" y="14408"/>
                          <a:pt x="17600" y="14408"/>
                        </a:cubicBezTo>
                        <a:cubicBezTo>
                          <a:pt x="14054" y="17688"/>
                          <a:pt x="12103" y="22165"/>
                          <a:pt x="10330" y="2655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64" name="Forme libre : forme 19163">
                    <a:extLst>
                      <a:ext uri="{FF2B5EF4-FFF2-40B4-BE49-F238E27FC236}">
                        <a16:creationId xmlns:a16="http://schemas.microsoft.com/office/drawing/2014/main" id="{95014DD9-CF8D-4F7F-946A-608DBC43CD9E}"/>
                      </a:ext>
                    </a:extLst>
                  </p:cNvPr>
                  <p:cNvSpPr/>
                  <p:nvPr/>
                </p:nvSpPr>
                <p:spPr>
                  <a:xfrm>
                    <a:off x="5981274" y="5744665"/>
                    <a:ext cx="64321" cy="81838"/>
                  </a:xfrm>
                  <a:custGeom>
                    <a:avLst/>
                    <a:gdLst>
                      <a:gd name="connsiteX0" fmla="*/ 21941 w 64321"/>
                      <a:gd name="connsiteY0" fmla="*/ 80867 h 81838"/>
                      <a:gd name="connsiteX1" fmla="*/ 57494 w 64321"/>
                      <a:gd name="connsiteY1" fmla="*/ 61273 h 81838"/>
                      <a:gd name="connsiteX2" fmla="*/ 63435 w 64321"/>
                      <a:gd name="connsiteY2" fmla="*/ 27714 h 81838"/>
                      <a:gd name="connsiteX3" fmla="*/ 64321 w 64321"/>
                      <a:gd name="connsiteY3" fmla="*/ 24566 h 81838"/>
                      <a:gd name="connsiteX4" fmla="*/ 53948 w 64321"/>
                      <a:gd name="connsiteY4" fmla="*/ 30773 h 81838"/>
                      <a:gd name="connsiteX5" fmla="*/ 48894 w 64321"/>
                      <a:gd name="connsiteY5" fmla="*/ 32901 h 81838"/>
                      <a:gd name="connsiteX6" fmla="*/ 40028 w 64321"/>
                      <a:gd name="connsiteY6" fmla="*/ 25187 h 81838"/>
                      <a:gd name="connsiteX7" fmla="*/ 43841 w 64321"/>
                      <a:gd name="connsiteY7" fmla="*/ 13085 h 81838"/>
                      <a:gd name="connsiteX8" fmla="*/ 55500 w 64321"/>
                      <a:gd name="connsiteY8" fmla="*/ 3066 h 81838"/>
                      <a:gd name="connsiteX9" fmla="*/ 58071 w 64321"/>
                      <a:gd name="connsiteY9" fmla="*/ 1869 h 81838"/>
                      <a:gd name="connsiteX10" fmla="*/ 9661 w 64321"/>
                      <a:gd name="connsiteY10" fmla="*/ 26916 h 81838"/>
                      <a:gd name="connsiteX11" fmla="*/ 440 w 64321"/>
                      <a:gd name="connsiteY11" fmla="*/ 45801 h 81838"/>
                      <a:gd name="connsiteX12" fmla="*/ 21941 w 64321"/>
                      <a:gd name="connsiteY12" fmla="*/ 80867 h 81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4321" h="81838">
                        <a:moveTo>
                          <a:pt x="21941" y="80867"/>
                        </a:moveTo>
                        <a:cubicBezTo>
                          <a:pt x="36393" y="84945"/>
                          <a:pt x="53460" y="75768"/>
                          <a:pt x="57494" y="61273"/>
                        </a:cubicBezTo>
                        <a:cubicBezTo>
                          <a:pt x="60598" y="50145"/>
                          <a:pt x="59800" y="38885"/>
                          <a:pt x="63435" y="27714"/>
                        </a:cubicBezTo>
                        <a:cubicBezTo>
                          <a:pt x="63745" y="26694"/>
                          <a:pt x="64055" y="25675"/>
                          <a:pt x="64321" y="24566"/>
                        </a:cubicBezTo>
                        <a:cubicBezTo>
                          <a:pt x="60864" y="26650"/>
                          <a:pt x="57406" y="28689"/>
                          <a:pt x="53948" y="30773"/>
                        </a:cubicBezTo>
                        <a:cubicBezTo>
                          <a:pt x="52352" y="31704"/>
                          <a:pt x="50756" y="32679"/>
                          <a:pt x="48894" y="32901"/>
                        </a:cubicBezTo>
                        <a:cubicBezTo>
                          <a:pt x="44594" y="33433"/>
                          <a:pt x="40649" y="29487"/>
                          <a:pt x="40028" y="25187"/>
                        </a:cubicBezTo>
                        <a:cubicBezTo>
                          <a:pt x="39407" y="20887"/>
                          <a:pt x="41314" y="16587"/>
                          <a:pt x="43841" y="13085"/>
                        </a:cubicBezTo>
                        <a:cubicBezTo>
                          <a:pt x="46899" y="8873"/>
                          <a:pt x="50933" y="5504"/>
                          <a:pt x="55500" y="3066"/>
                        </a:cubicBezTo>
                        <a:cubicBezTo>
                          <a:pt x="56253" y="2667"/>
                          <a:pt x="57095" y="2268"/>
                          <a:pt x="58071" y="1869"/>
                        </a:cubicBezTo>
                        <a:cubicBezTo>
                          <a:pt x="43264" y="-6776"/>
                          <a:pt x="17508" y="16808"/>
                          <a:pt x="9661" y="26916"/>
                        </a:cubicBezTo>
                        <a:cubicBezTo>
                          <a:pt x="5317" y="32501"/>
                          <a:pt x="1726" y="38841"/>
                          <a:pt x="440" y="45801"/>
                        </a:cubicBezTo>
                        <a:cubicBezTo>
                          <a:pt x="-2219" y="60563"/>
                          <a:pt x="7445" y="76788"/>
                          <a:pt x="21941" y="8086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65" name="Forme libre : forme 19164">
                    <a:extLst>
                      <a:ext uri="{FF2B5EF4-FFF2-40B4-BE49-F238E27FC236}">
                        <a16:creationId xmlns:a16="http://schemas.microsoft.com/office/drawing/2014/main" id="{FABFFB15-6E6D-4CD0-B768-541E1C2E2A8D}"/>
                      </a:ext>
                    </a:extLst>
                  </p:cNvPr>
                  <p:cNvSpPr/>
                  <p:nvPr/>
                </p:nvSpPr>
                <p:spPr>
                  <a:xfrm>
                    <a:off x="6031376" y="5808361"/>
                    <a:ext cx="108964" cy="86770"/>
                  </a:xfrm>
                  <a:custGeom>
                    <a:avLst/>
                    <a:gdLst>
                      <a:gd name="connsiteX0" fmla="*/ 1895 w 108964"/>
                      <a:gd name="connsiteY0" fmla="*/ 65181 h 86770"/>
                      <a:gd name="connsiteX1" fmla="*/ 1762 w 108964"/>
                      <a:gd name="connsiteY1" fmla="*/ 81007 h 86770"/>
                      <a:gd name="connsiteX2" fmla="*/ 13643 w 108964"/>
                      <a:gd name="connsiteY2" fmla="*/ 86770 h 86770"/>
                      <a:gd name="connsiteX3" fmla="*/ 27031 w 108964"/>
                      <a:gd name="connsiteY3" fmla="*/ 83800 h 86770"/>
                      <a:gd name="connsiteX4" fmla="*/ 78810 w 108964"/>
                      <a:gd name="connsiteY4" fmla="*/ 56802 h 86770"/>
                      <a:gd name="connsiteX5" fmla="*/ 95788 w 108964"/>
                      <a:gd name="connsiteY5" fmla="*/ 37075 h 86770"/>
                      <a:gd name="connsiteX6" fmla="*/ 95389 w 108964"/>
                      <a:gd name="connsiteY6" fmla="*/ 37163 h 86770"/>
                      <a:gd name="connsiteX7" fmla="*/ 91488 w 108964"/>
                      <a:gd name="connsiteY7" fmla="*/ 33351 h 86770"/>
                      <a:gd name="connsiteX8" fmla="*/ 95301 w 108964"/>
                      <a:gd name="connsiteY8" fmla="*/ 29450 h 86770"/>
                      <a:gd name="connsiteX9" fmla="*/ 99202 w 108964"/>
                      <a:gd name="connsiteY9" fmla="*/ 33085 h 86770"/>
                      <a:gd name="connsiteX10" fmla="*/ 102970 w 108964"/>
                      <a:gd name="connsiteY10" fmla="*/ 28740 h 86770"/>
                      <a:gd name="connsiteX11" fmla="*/ 104477 w 108964"/>
                      <a:gd name="connsiteY11" fmla="*/ 7417 h 86770"/>
                      <a:gd name="connsiteX12" fmla="*/ 80095 w 108964"/>
                      <a:gd name="connsiteY12" fmla="*/ 502 h 86770"/>
                      <a:gd name="connsiteX13" fmla="*/ 83198 w 108964"/>
                      <a:gd name="connsiteY13" fmla="*/ 10387 h 86770"/>
                      <a:gd name="connsiteX14" fmla="*/ 81469 w 108964"/>
                      <a:gd name="connsiteY14" fmla="*/ 13712 h 86770"/>
                      <a:gd name="connsiteX15" fmla="*/ 84706 w 108964"/>
                      <a:gd name="connsiteY15" fmla="*/ 19785 h 86770"/>
                      <a:gd name="connsiteX16" fmla="*/ 77258 w 108964"/>
                      <a:gd name="connsiteY16" fmla="*/ 27455 h 86770"/>
                      <a:gd name="connsiteX17" fmla="*/ 69899 w 108964"/>
                      <a:gd name="connsiteY17" fmla="*/ 21825 h 86770"/>
                      <a:gd name="connsiteX18" fmla="*/ 55802 w 108964"/>
                      <a:gd name="connsiteY18" fmla="*/ 30248 h 86770"/>
                      <a:gd name="connsiteX19" fmla="*/ 50748 w 108964"/>
                      <a:gd name="connsiteY19" fmla="*/ 32376 h 86770"/>
                      <a:gd name="connsiteX20" fmla="*/ 41882 w 108964"/>
                      <a:gd name="connsiteY20" fmla="*/ 24662 h 86770"/>
                      <a:gd name="connsiteX21" fmla="*/ 42857 w 108964"/>
                      <a:gd name="connsiteY21" fmla="*/ 17791 h 86770"/>
                      <a:gd name="connsiteX22" fmla="*/ 1895 w 108964"/>
                      <a:gd name="connsiteY22" fmla="*/ 65181 h 86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08964" h="86770">
                        <a:moveTo>
                          <a:pt x="1895" y="65181"/>
                        </a:moveTo>
                        <a:cubicBezTo>
                          <a:pt x="34" y="70323"/>
                          <a:pt x="-1163" y="76396"/>
                          <a:pt x="1762" y="81007"/>
                        </a:cubicBezTo>
                        <a:cubicBezTo>
                          <a:pt x="4201" y="84908"/>
                          <a:pt x="9077" y="86726"/>
                          <a:pt x="13643" y="86770"/>
                        </a:cubicBezTo>
                        <a:cubicBezTo>
                          <a:pt x="18254" y="86814"/>
                          <a:pt x="22687" y="85307"/>
                          <a:pt x="27031" y="83800"/>
                        </a:cubicBezTo>
                        <a:cubicBezTo>
                          <a:pt x="45650" y="77460"/>
                          <a:pt x="64890" y="70678"/>
                          <a:pt x="78810" y="56802"/>
                        </a:cubicBezTo>
                        <a:cubicBezTo>
                          <a:pt x="84927" y="50729"/>
                          <a:pt x="90291" y="43813"/>
                          <a:pt x="95788" y="37075"/>
                        </a:cubicBezTo>
                        <a:cubicBezTo>
                          <a:pt x="95655" y="37075"/>
                          <a:pt x="95522" y="37163"/>
                          <a:pt x="95389" y="37163"/>
                        </a:cubicBezTo>
                        <a:cubicBezTo>
                          <a:pt x="93262" y="37208"/>
                          <a:pt x="91488" y="35479"/>
                          <a:pt x="91488" y="33351"/>
                        </a:cubicBezTo>
                        <a:cubicBezTo>
                          <a:pt x="91488" y="31223"/>
                          <a:pt x="93173" y="29450"/>
                          <a:pt x="95301" y="29450"/>
                        </a:cubicBezTo>
                        <a:cubicBezTo>
                          <a:pt x="97384" y="29405"/>
                          <a:pt x="99069" y="31046"/>
                          <a:pt x="99202" y="33085"/>
                        </a:cubicBezTo>
                        <a:cubicBezTo>
                          <a:pt x="100443" y="31622"/>
                          <a:pt x="101684" y="30159"/>
                          <a:pt x="102970" y="28740"/>
                        </a:cubicBezTo>
                        <a:cubicBezTo>
                          <a:pt x="109354" y="21781"/>
                          <a:pt x="111792" y="14998"/>
                          <a:pt x="104477" y="7417"/>
                        </a:cubicBezTo>
                        <a:cubicBezTo>
                          <a:pt x="97783" y="457"/>
                          <a:pt x="89094" y="-917"/>
                          <a:pt x="80095" y="502"/>
                        </a:cubicBezTo>
                        <a:cubicBezTo>
                          <a:pt x="82534" y="2851"/>
                          <a:pt x="83996" y="7284"/>
                          <a:pt x="83198" y="10387"/>
                        </a:cubicBezTo>
                        <a:cubicBezTo>
                          <a:pt x="82888" y="11629"/>
                          <a:pt x="82223" y="12693"/>
                          <a:pt x="81469" y="13712"/>
                        </a:cubicBezTo>
                        <a:cubicBezTo>
                          <a:pt x="83420" y="15042"/>
                          <a:pt x="84706" y="17259"/>
                          <a:pt x="84706" y="19785"/>
                        </a:cubicBezTo>
                        <a:cubicBezTo>
                          <a:pt x="84750" y="23953"/>
                          <a:pt x="81425" y="27366"/>
                          <a:pt x="77258" y="27455"/>
                        </a:cubicBezTo>
                        <a:cubicBezTo>
                          <a:pt x="73712" y="27500"/>
                          <a:pt x="70741" y="25105"/>
                          <a:pt x="69899" y="21825"/>
                        </a:cubicBezTo>
                        <a:cubicBezTo>
                          <a:pt x="65200" y="24618"/>
                          <a:pt x="60501" y="27455"/>
                          <a:pt x="55802" y="30248"/>
                        </a:cubicBezTo>
                        <a:cubicBezTo>
                          <a:pt x="54206" y="31179"/>
                          <a:pt x="52610" y="32154"/>
                          <a:pt x="50748" y="32376"/>
                        </a:cubicBezTo>
                        <a:cubicBezTo>
                          <a:pt x="46448" y="32908"/>
                          <a:pt x="42503" y="28962"/>
                          <a:pt x="41882" y="24662"/>
                        </a:cubicBezTo>
                        <a:cubicBezTo>
                          <a:pt x="41527" y="22313"/>
                          <a:pt x="41971" y="20007"/>
                          <a:pt x="42857" y="17791"/>
                        </a:cubicBezTo>
                        <a:cubicBezTo>
                          <a:pt x="25347" y="29849"/>
                          <a:pt x="9166" y="45232"/>
                          <a:pt x="1895" y="6518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66" name="Forme libre : forme 19165">
                    <a:extLst>
                      <a:ext uri="{FF2B5EF4-FFF2-40B4-BE49-F238E27FC236}">
                        <a16:creationId xmlns:a16="http://schemas.microsoft.com/office/drawing/2014/main" id="{30BFD241-CFC2-49F1-9A31-7EDEE8EDF627}"/>
                      </a:ext>
                    </a:extLst>
                  </p:cNvPr>
                  <p:cNvSpPr/>
                  <p:nvPr/>
                </p:nvSpPr>
                <p:spPr>
                  <a:xfrm>
                    <a:off x="5977555" y="5840551"/>
                    <a:ext cx="27187" cy="38171"/>
                  </a:xfrm>
                  <a:custGeom>
                    <a:avLst/>
                    <a:gdLst>
                      <a:gd name="connsiteX0" fmla="*/ 16838 w 27187"/>
                      <a:gd name="connsiteY0" fmla="*/ 35740 h 38171"/>
                      <a:gd name="connsiteX1" fmla="*/ 27167 w 27187"/>
                      <a:gd name="connsiteY1" fmla="*/ 13707 h 38171"/>
                      <a:gd name="connsiteX2" fmla="*/ 18700 w 27187"/>
                      <a:gd name="connsiteY2" fmla="*/ 9 h 38171"/>
                      <a:gd name="connsiteX3" fmla="*/ 347 w 27187"/>
                      <a:gd name="connsiteY3" fmla="*/ 23992 h 38171"/>
                      <a:gd name="connsiteX4" fmla="*/ 16838 w 27187"/>
                      <a:gd name="connsiteY4" fmla="*/ 35740 h 38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87" h="38171">
                        <a:moveTo>
                          <a:pt x="16838" y="35740"/>
                        </a:moveTo>
                        <a:cubicBezTo>
                          <a:pt x="23266" y="31395"/>
                          <a:pt x="26901" y="21155"/>
                          <a:pt x="27167" y="13707"/>
                        </a:cubicBezTo>
                        <a:cubicBezTo>
                          <a:pt x="27389" y="7722"/>
                          <a:pt x="25926" y="363"/>
                          <a:pt x="18700" y="9"/>
                        </a:cubicBezTo>
                        <a:cubicBezTo>
                          <a:pt x="9213" y="-435"/>
                          <a:pt x="1854" y="16455"/>
                          <a:pt x="347" y="23992"/>
                        </a:cubicBezTo>
                        <a:cubicBezTo>
                          <a:pt x="-1914" y="34897"/>
                          <a:pt x="7262" y="42212"/>
                          <a:pt x="16838" y="3574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67" name="Forme libre : forme 19166">
                    <a:extLst>
                      <a:ext uri="{FF2B5EF4-FFF2-40B4-BE49-F238E27FC236}">
                        <a16:creationId xmlns:a16="http://schemas.microsoft.com/office/drawing/2014/main" id="{802C240D-5E33-40D3-9E45-4415D6664FEA}"/>
                      </a:ext>
                    </a:extLst>
                  </p:cNvPr>
                  <p:cNvSpPr/>
                  <p:nvPr/>
                </p:nvSpPr>
                <p:spPr>
                  <a:xfrm>
                    <a:off x="6100273" y="5632469"/>
                    <a:ext cx="69080" cy="94563"/>
                  </a:xfrm>
                  <a:custGeom>
                    <a:avLst/>
                    <a:gdLst>
                      <a:gd name="connsiteX0" fmla="*/ 426 w 69080"/>
                      <a:gd name="connsiteY0" fmla="*/ 87599 h 94563"/>
                      <a:gd name="connsiteX1" fmla="*/ 8051 w 69080"/>
                      <a:gd name="connsiteY1" fmla="*/ 94559 h 94563"/>
                      <a:gd name="connsiteX2" fmla="*/ 14567 w 69080"/>
                      <a:gd name="connsiteY2" fmla="*/ 92076 h 94563"/>
                      <a:gd name="connsiteX3" fmla="*/ 43161 w 69080"/>
                      <a:gd name="connsiteY3" fmla="*/ 58119 h 94563"/>
                      <a:gd name="connsiteX4" fmla="*/ 56371 w 69080"/>
                      <a:gd name="connsiteY4" fmla="*/ 52045 h 94563"/>
                      <a:gd name="connsiteX5" fmla="*/ 67764 w 69080"/>
                      <a:gd name="connsiteY5" fmla="*/ 21501 h 94563"/>
                      <a:gd name="connsiteX6" fmla="*/ 63154 w 69080"/>
                      <a:gd name="connsiteY6" fmla="*/ 2129 h 94563"/>
                      <a:gd name="connsiteX7" fmla="*/ 38373 w 69080"/>
                      <a:gd name="connsiteY7" fmla="*/ 178 h 94563"/>
                      <a:gd name="connsiteX8" fmla="*/ 33053 w 69080"/>
                      <a:gd name="connsiteY8" fmla="*/ 1508 h 94563"/>
                      <a:gd name="connsiteX9" fmla="*/ 29152 w 69080"/>
                      <a:gd name="connsiteY9" fmla="*/ 7271 h 94563"/>
                      <a:gd name="connsiteX10" fmla="*/ 6942 w 69080"/>
                      <a:gd name="connsiteY10" fmla="*/ 61000 h 94563"/>
                      <a:gd name="connsiteX11" fmla="*/ 1179 w 69080"/>
                      <a:gd name="connsiteY11" fmla="*/ 76693 h 94563"/>
                      <a:gd name="connsiteX12" fmla="*/ 426 w 69080"/>
                      <a:gd name="connsiteY12" fmla="*/ 87599 h 94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080" h="94563">
                        <a:moveTo>
                          <a:pt x="426" y="87599"/>
                        </a:moveTo>
                        <a:cubicBezTo>
                          <a:pt x="1357" y="91189"/>
                          <a:pt x="4371" y="94425"/>
                          <a:pt x="8051" y="94559"/>
                        </a:cubicBezTo>
                        <a:cubicBezTo>
                          <a:pt x="10444" y="94647"/>
                          <a:pt x="12661" y="93450"/>
                          <a:pt x="14567" y="92076"/>
                        </a:cubicBezTo>
                        <a:cubicBezTo>
                          <a:pt x="26625" y="83298"/>
                          <a:pt x="30305" y="65699"/>
                          <a:pt x="43161" y="58119"/>
                        </a:cubicBezTo>
                        <a:cubicBezTo>
                          <a:pt x="47328" y="55636"/>
                          <a:pt x="52160" y="54483"/>
                          <a:pt x="56371" y="52045"/>
                        </a:cubicBezTo>
                        <a:cubicBezTo>
                          <a:pt x="66612" y="46193"/>
                          <a:pt x="71666" y="32628"/>
                          <a:pt x="67764" y="21501"/>
                        </a:cubicBezTo>
                        <a:lnTo>
                          <a:pt x="63154" y="2129"/>
                        </a:lnTo>
                        <a:cubicBezTo>
                          <a:pt x="55041" y="311"/>
                          <a:pt x="46663" y="-354"/>
                          <a:pt x="38373" y="178"/>
                        </a:cubicBezTo>
                        <a:cubicBezTo>
                          <a:pt x="36555" y="311"/>
                          <a:pt x="34605" y="488"/>
                          <a:pt x="33053" y="1508"/>
                        </a:cubicBezTo>
                        <a:cubicBezTo>
                          <a:pt x="31058" y="2794"/>
                          <a:pt x="30083" y="5098"/>
                          <a:pt x="29152" y="7271"/>
                        </a:cubicBezTo>
                        <a:cubicBezTo>
                          <a:pt x="21749" y="25181"/>
                          <a:pt x="14346" y="43090"/>
                          <a:pt x="6942" y="61000"/>
                        </a:cubicBezTo>
                        <a:cubicBezTo>
                          <a:pt x="4814" y="66142"/>
                          <a:pt x="2687" y="71329"/>
                          <a:pt x="1179" y="76693"/>
                        </a:cubicBezTo>
                        <a:cubicBezTo>
                          <a:pt x="248" y="80240"/>
                          <a:pt x="-505" y="84052"/>
                          <a:pt x="426" y="8759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68" name="Forme libre : forme 19167">
                    <a:extLst>
                      <a:ext uri="{FF2B5EF4-FFF2-40B4-BE49-F238E27FC236}">
                        <a16:creationId xmlns:a16="http://schemas.microsoft.com/office/drawing/2014/main" id="{BEE5C822-5753-4677-86FB-5B1F26274DE0}"/>
                      </a:ext>
                    </a:extLst>
                  </p:cNvPr>
                  <p:cNvSpPr/>
                  <p:nvPr/>
                </p:nvSpPr>
                <p:spPr>
                  <a:xfrm>
                    <a:off x="6121269" y="5703267"/>
                    <a:ext cx="104044" cy="84562"/>
                  </a:xfrm>
                  <a:custGeom>
                    <a:avLst/>
                    <a:gdLst>
                      <a:gd name="connsiteX0" fmla="*/ 83874 w 104044"/>
                      <a:gd name="connsiteY0" fmla="*/ 37770 h 84562"/>
                      <a:gd name="connsiteX1" fmla="*/ 77845 w 104044"/>
                      <a:gd name="connsiteY1" fmla="*/ 29968 h 84562"/>
                      <a:gd name="connsiteX2" fmla="*/ 79574 w 104044"/>
                      <a:gd name="connsiteY2" fmla="*/ 22032 h 84562"/>
                      <a:gd name="connsiteX3" fmla="*/ 90657 w 104044"/>
                      <a:gd name="connsiteY3" fmla="*/ 7979 h 84562"/>
                      <a:gd name="connsiteX4" fmla="*/ 93538 w 104044"/>
                      <a:gd name="connsiteY4" fmla="*/ 6118 h 84562"/>
                      <a:gd name="connsiteX5" fmla="*/ 85071 w 104044"/>
                      <a:gd name="connsiteY5" fmla="*/ 0 h 84562"/>
                      <a:gd name="connsiteX6" fmla="*/ 28150 w 104044"/>
                      <a:gd name="connsiteY6" fmla="*/ 36396 h 84562"/>
                      <a:gd name="connsiteX7" fmla="*/ 7403 w 104044"/>
                      <a:gd name="connsiteY7" fmla="*/ 46636 h 84562"/>
                      <a:gd name="connsiteX8" fmla="*/ 1418 w 104044"/>
                      <a:gd name="connsiteY8" fmla="*/ 67338 h 84562"/>
                      <a:gd name="connsiteX9" fmla="*/ 17555 w 104044"/>
                      <a:gd name="connsiteY9" fmla="*/ 77579 h 84562"/>
                      <a:gd name="connsiteX10" fmla="*/ 52665 w 104044"/>
                      <a:gd name="connsiteY10" fmla="*/ 84539 h 84562"/>
                      <a:gd name="connsiteX11" fmla="*/ 86489 w 104044"/>
                      <a:gd name="connsiteY11" fmla="*/ 74786 h 84562"/>
                      <a:gd name="connsiteX12" fmla="*/ 103468 w 104044"/>
                      <a:gd name="connsiteY12" fmla="*/ 44907 h 84562"/>
                      <a:gd name="connsiteX13" fmla="*/ 104044 w 104044"/>
                      <a:gd name="connsiteY13" fmla="*/ 39987 h 84562"/>
                      <a:gd name="connsiteX14" fmla="*/ 103069 w 104044"/>
                      <a:gd name="connsiteY14" fmla="*/ 40607 h 84562"/>
                      <a:gd name="connsiteX15" fmla="*/ 83874 w 104044"/>
                      <a:gd name="connsiteY15" fmla="*/ 37770 h 8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4044" h="84562">
                        <a:moveTo>
                          <a:pt x="83874" y="37770"/>
                        </a:moveTo>
                        <a:cubicBezTo>
                          <a:pt x="81081" y="35864"/>
                          <a:pt x="78421" y="33293"/>
                          <a:pt x="77845" y="29968"/>
                        </a:cubicBezTo>
                        <a:cubicBezTo>
                          <a:pt x="77357" y="27264"/>
                          <a:pt x="78377" y="24515"/>
                          <a:pt x="79574" y="22032"/>
                        </a:cubicBezTo>
                        <a:cubicBezTo>
                          <a:pt x="82189" y="16580"/>
                          <a:pt x="85824" y="11570"/>
                          <a:pt x="90657" y="7979"/>
                        </a:cubicBezTo>
                        <a:cubicBezTo>
                          <a:pt x="91499" y="7359"/>
                          <a:pt x="92518" y="6694"/>
                          <a:pt x="93538" y="6118"/>
                        </a:cubicBezTo>
                        <a:lnTo>
                          <a:pt x="85071" y="0"/>
                        </a:lnTo>
                        <a:cubicBezTo>
                          <a:pt x="67250" y="13876"/>
                          <a:pt x="49074" y="27928"/>
                          <a:pt x="28150" y="36396"/>
                        </a:cubicBezTo>
                        <a:cubicBezTo>
                          <a:pt x="20968" y="39322"/>
                          <a:pt x="13299" y="41627"/>
                          <a:pt x="7403" y="46636"/>
                        </a:cubicBezTo>
                        <a:cubicBezTo>
                          <a:pt x="1507" y="51646"/>
                          <a:pt x="-2173" y="60423"/>
                          <a:pt x="1418" y="67338"/>
                        </a:cubicBezTo>
                        <a:cubicBezTo>
                          <a:pt x="4433" y="73146"/>
                          <a:pt x="11304" y="75673"/>
                          <a:pt x="17555" y="77579"/>
                        </a:cubicBezTo>
                        <a:cubicBezTo>
                          <a:pt x="28992" y="81037"/>
                          <a:pt x="40695" y="84184"/>
                          <a:pt x="52665" y="84539"/>
                        </a:cubicBezTo>
                        <a:cubicBezTo>
                          <a:pt x="64634" y="84850"/>
                          <a:pt x="77003" y="82101"/>
                          <a:pt x="86489" y="74786"/>
                        </a:cubicBezTo>
                        <a:cubicBezTo>
                          <a:pt x="95754" y="67605"/>
                          <a:pt x="101606" y="56478"/>
                          <a:pt x="103468" y="44907"/>
                        </a:cubicBezTo>
                        <a:cubicBezTo>
                          <a:pt x="103734" y="43267"/>
                          <a:pt x="103911" y="41627"/>
                          <a:pt x="104044" y="39987"/>
                        </a:cubicBezTo>
                        <a:cubicBezTo>
                          <a:pt x="103734" y="40208"/>
                          <a:pt x="103424" y="40430"/>
                          <a:pt x="103069" y="40607"/>
                        </a:cubicBezTo>
                        <a:cubicBezTo>
                          <a:pt x="96996" y="43799"/>
                          <a:pt x="89460" y="41627"/>
                          <a:pt x="83874" y="3777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69" name="Forme libre : forme 19168">
                    <a:extLst>
                      <a:ext uri="{FF2B5EF4-FFF2-40B4-BE49-F238E27FC236}">
                        <a16:creationId xmlns:a16="http://schemas.microsoft.com/office/drawing/2014/main" id="{253A1B79-347A-470B-AC74-9843245379B8}"/>
                      </a:ext>
                    </a:extLst>
                  </p:cNvPr>
                  <p:cNvSpPr/>
                  <p:nvPr/>
                </p:nvSpPr>
                <p:spPr>
                  <a:xfrm>
                    <a:off x="6292332" y="5634687"/>
                    <a:ext cx="56079" cy="84453"/>
                  </a:xfrm>
                  <a:custGeom>
                    <a:avLst/>
                    <a:gdLst>
                      <a:gd name="connsiteX0" fmla="*/ 1959 w 56079"/>
                      <a:gd name="connsiteY0" fmla="*/ 73899 h 84453"/>
                      <a:gd name="connsiteX1" fmla="*/ 20623 w 56079"/>
                      <a:gd name="connsiteY1" fmla="*/ 84450 h 84453"/>
                      <a:gd name="connsiteX2" fmla="*/ 41237 w 56079"/>
                      <a:gd name="connsiteY2" fmla="*/ 76116 h 84453"/>
                      <a:gd name="connsiteX3" fmla="*/ 55201 w 56079"/>
                      <a:gd name="connsiteY3" fmla="*/ 56211 h 84453"/>
                      <a:gd name="connsiteX4" fmla="*/ 53915 w 56079"/>
                      <a:gd name="connsiteY4" fmla="*/ 33514 h 84453"/>
                      <a:gd name="connsiteX5" fmla="*/ 49128 w 56079"/>
                      <a:gd name="connsiteY5" fmla="*/ 17200 h 84453"/>
                      <a:gd name="connsiteX6" fmla="*/ 39818 w 56079"/>
                      <a:gd name="connsiteY6" fmla="*/ 5985 h 84453"/>
                      <a:gd name="connsiteX7" fmla="*/ 17387 w 56079"/>
                      <a:gd name="connsiteY7" fmla="*/ 0 h 84453"/>
                      <a:gd name="connsiteX8" fmla="*/ 3422 w 56079"/>
                      <a:gd name="connsiteY8" fmla="*/ 10683 h 84453"/>
                      <a:gd name="connsiteX9" fmla="*/ 53 w 56079"/>
                      <a:gd name="connsiteY9" fmla="*/ 59403 h 84453"/>
                      <a:gd name="connsiteX10" fmla="*/ 1959 w 56079"/>
                      <a:gd name="connsiteY10" fmla="*/ 73899 h 84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6079" h="84453">
                        <a:moveTo>
                          <a:pt x="1959" y="73899"/>
                        </a:moveTo>
                        <a:cubicBezTo>
                          <a:pt x="5151" y="80727"/>
                          <a:pt x="13042" y="84583"/>
                          <a:pt x="20623" y="84450"/>
                        </a:cubicBezTo>
                        <a:cubicBezTo>
                          <a:pt x="28159" y="84317"/>
                          <a:pt x="35296" y="80771"/>
                          <a:pt x="41237" y="76116"/>
                        </a:cubicBezTo>
                        <a:cubicBezTo>
                          <a:pt x="47709" y="71018"/>
                          <a:pt x="53206" y="64236"/>
                          <a:pt x="55201" y="56211"/>
                        </a:cubicBezTo>
                        <a:cubicBezTo>
                          <a:pt x="57019" y="48764"/>
                          <a:pt x="55733" y="40962"/>
                          <a:pt x="53915" y="33514"/>
                        </a:cubicBezTo>
                        <a:cubicBezTo>
                          <a:pt x="52586" y="28017"/>
                          <a:pt x="50989" y="22564"/>
                          <a:pt x="49128" y="17200"/>
                        </a:cubicBezTo>
                        <a:lnTo>
                          <a:pt x="39818" y="5985"/>
                        </a:lnTo>
                        <a:cubicBezTo>
                          <a:pt x="32326" y="3989"/>
                          <a:pt x="24879" y="1995"/>
                          <a:pt x="17387" y="0"/>
                        </a:cubicBezTo>
                        <a:cubicBezTo>
                          <a:pt x="12244" y="2925"/>
                          <a:pt x="7589" y="6517"/>
                          <a:pt x="3422" y="10683"/>
                        </a:cubicBezTo>
                        <a:cubicBezTo>
                          <a:pt x="1693" y="26864"/>
                          <a:pt x="541" y="43134"/>
                          <a:pt x="53" y="59403"/>
                        </a:cubicBezTo>
                        <a:cubicBezTo>
                          <a:pt x="-80" y="64324"/>
                          <a:pt x="-124" y="69466"/>
                          <a:pt x="1959" y="7389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70" name="Forme libre : forme 19169">
                    <a:extLst>
                      <a:ext uri="{FF2B5EF4-FFF2-40B4-BE49-F238E27FC236}">
                        <a16:creationId xmlns:a16="http://schemas.microsoft.com/office/drawing/2014/main" id="{0225A78E-AEBC-47D5-899B-35A611D94AC0}"/>
                      </a:ext>
                    </a:extLst>
                  </p:cNvPr>
                  <p:cNvSpPr/>
                  <p:nvPr/>
                </p:nvSpPr>
                <p:spPr>
                  <a:xfrm>
                    <a:off x="6190184" y="5810033"/>
                    <a:ext cx="65133" cy="39038"/>
                  </a:xfrm>
                  <a:custGeom>
                    <a:avLst/>
                    <a:gdLst>
                      <a:gd name="connsiteX0" fmla="*/ 21608 w 65133"/>
                      <a:gd name="connsiteY0" fmla="*/ 2332 h 39038"/>
                      <a:gd name="connsiteX1" fmla="*/ 5737 w 65133"/>
                      <a:gd name="connsiteY1" fmla="*/ 8848 h 39038"/>
                      <a:gd name="connsiteX2" fmla="*/ 905 w 65133"/>
                      <a:gd name="connsiteY2" fmla="*/ 18557 h 39038"/>
                      <a:gd name="connsiteX3" fmla="*/ 905 w 65133"/>
                      <a:gd name="connsiteY3" fmla="*/ 30128 h 39038"/>
                      <a:gd name="connsiteX4" fmla="*/ 10880 w 65133"/>
                      <a:gd name="connsiteY4" fmla="*/ 39038 h 39038"/>
                      <a:gd name="connsiteX5" fmla="*/ 11279 w 65133"/>
                      <a:gd name="connsiteY5" fmla="*/ 38107 h 39038"/>
                      <a:gd name="connsiteX6" fmla="*/ 22361 w 65133"/>
                      <a:gd name="connsiteY6" fmla="*/ 24054 h 39038"/>
                      <a:gd name="connsiteX7" fmla="*/ 40892 w 65133"/>
                      <a:gd name="connsiteY7" fmla="*/ 20064 h 39038"/>
                      <a:gd name="connsiteX8" fmla="*/ 50955 w 65133"/>
                      <a:gd name="connsiteY8" fmla="*/ 30039 h 39038"/>
                      <a:gd name="connsiteX9" fmla="*/ 53171 w 65133"/>
                      <a:gd name="connsiteY9" fmla="*/ 29640 h 39038"/>
                      <a:gd name="connsiteX10" fmla="*/ 59511 w 65133"/>
                      <a:gd name="connsiteY10" fmla="*/ 32920 h 39038"/>
                      <a:gd name="connsiteX11" fmla="*/ 64875 w 65133"/>
                      <a:gd name="connsiteY11" fmla="*/ 15188 h 39038"/>
                      <a:gd name="connsiteX12" fmla="*/ 21608 w 65133"/>
                      <a:gd name="connsiteY12" fmla="*/ 2332 h 39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5133" h="39038">
                        <a:moveTo>
                          <a:pt x="21608" y="2332"/>
                        </a:moveTo>
                        <a:cubicBezTo>
                          <a:pt x="15845" y="3218"/>
                          <a:pt x="9772" y="4637"/>
                          <a:pt x="5737" y="8848"/>
                        </a:cubicBezTo>
                        <a:cubicBezTo>
                          <a:pt x="3210" y="11508"/>
                          <a:pt x="1792" y="15010"/>
                          <a:pt x="905" y="18557"/>
                        </a:cubicBezTo>
                        <a:cubicBezTo>
                          <a:pt x="-70" y="22370"/>
                          <a:pt x="-513" y="26448"/>
                          <a:pt x="905" y="30128"/>
                        </a:cubicBezTo>
                        <a:cubicBezTo>
                          <a:pt x="2590" y="34516"/>
                          <a:pt x="6402" y="37265"/>
                          <a:pt x="10880" y="39038"/>
                        </a:cubicBezTo>
                        <a:cubicBezTo>
                          <a:pt x="11013" y="38727"/>
                          <a:pt x="11146" y="38417"/>
                          <a:pt x="11279" y="38107"/>
                        </a:cubicBezTo>
                        <a:cubicBezTo>
                          <a:pt x="13894" y="32654"/>
                          <a:pt x="17529" y="27645"/>
                          <a:pt x="22361" y="24054"/>
                        </a:cubicBezTo>
                        <a:cubicBezTo>
                          <a:pt x="27149" y="20463"/>
                          <a:pt x="35129" y="16828"/>
                          <a:pt x="40892" y="20064"/>
                        </a:cubicBezTo>
                        <a:cubicBezTo>
                          <a:pt x="44616" y="22148"/>
                          <a:pt x="49315" y="25694"/>
                          <a:pt x="50955" y="30039"/>
                        </a:cubicBezTo>
                        <a:cubicBezTo>
                          <a:pt x="51664" y="29817"/>
                          <a:pt x="52374" y="29640"/>
                          <a:pt x="53171" y="29640"/>
                        </a:cubicBezTo>
                        <a:cubicBezTo>
                          <a:pt x="55787" y="29596"/>
                          <a:pt x="58136" y="30925"/>
                          <a:pt x="59511" y="32920"/>
                        </a:cubicBezTo>
                        <a:cubicBezTo>
                          <a:pt x="63633" y="28842"/>
                          <a:pt x="65939" y="23079"/>
                          <a:pt x="64875" y="15188"/>
                        </a:cubicBezTo>
                        <a:cubicBezTo>
                          <a:pt x="62126" y="-5293"/>
                          <a:pt x="35838" y="115"/>
                          <a:pt x="21608" y="233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71" name="Forme libre : forme 19170">
                    <a:extLst>
                      <a:ext uri="{FF2B5EF4-FFF2-40B4-BE49-F238E27FC236}">
                        <a16:creationId xmlns:a16="http://schemas.microsoft.com/office/drawing/2014/main" id="{C67145F7-BB87-4BD4-A74D-35F517D64A96}"/>
                      </a:ext>
                    </a:extLst>
                  </p:cNvPr>
                  <p:cNvSpPr/>
                  <p:nvPr/>
                </p:nvSpPr>
                <p:spPr>
                  <a:xfrm>
                    <a:off x="6294761" y="5751436"/>
                    <a:ext cx="54323" cy="44484"/>
                  </a:xfrm>
                  <a:custGeom>
                    <a:avLst/>
                    <a:gdLst>
                      <a:gd name="connsiteX0" fmla="*/ 15002 w 54323"/>
                      <a:gd name="connsiteY0" fmla="*/ 44482 h 44484"/>
                      <a:gd name="connsiteX1" fmla="*/ 38099 w 54323"/>
                      <a:gd name="connsiteY1" fmla="*/ 35926 h 44484"/>
                      <a:gd name="connsiteX2" fmla="*/ 33400 w 54323"/>
                      <a:gd name="connsiteY2" fmla="*/ 29099 h 44484"/>
                      <a:gd name="connsiteX3" fmla="*/ 37212 w 54323"/>
                      <a:gd name="connsiteY3" fmla="*/ 16997 h 44484"/>
                      <a:gd name="connsiteX4" fmla="*/ 48871 w 54323"/>
                      <a:gd name="connsiteY4" fmla="*/ 6978 h 44484"/>
                      <a:gd name="connsiteX5" fmla="*/ 54324 w 54323"/>
                      <a:gd name="connsiteY5" fmla="*/ 4629 h 44484"/>
                      <a:gd name="connsiteX6" fmla="*/ 5161 w 54323"/>
                      <a:gd name="connsiteY6" fmla="*/ 22405 h 44484"/>
                      <a:gd name="connsiteX7" fmla="*/ 329 w 54323"/>
                      <a:gd name="connsiteY7" fmla="*/ 36059 h 44484"/>
                      <a:gd name="connsiteX8" fmla="*/ 15002 w 54323"/>
                      <a:gd name="connsiteY8" fmla="*/ 44482 h 4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323" h="44484">
                        <a:moveTo>
                          <a:pt x="15002" y="44482"/>
                        </a:moveTo>
                        <a:cubicBezTo>
                          <a:pt x="20322" y="44394"/>
                          <a:pt x="29587" y="41024"/>
                          <a:pt x="38099" y="35926"/>
                        </a:cubicBezTo>
                        <a:cubicBezTo>
                          <a:pt x="35661" y="34552"/>
                          <a:pt x="33843" y="31936"/>
                          <a:pt x="33400" y="29099"/>
                        </a:cubicBezTo>
                        <a:cubicBezTo>
                          <a:pt x="32779" y="24799"/>
                          <a:pt x="34685" y="20499"/>
                          <a:pt x="37212" y="16997"/>
                        </a:cubicBezTo>
                        <a:cubicBezTo>
                          <a:pt x="40271" y="12786"/>
                          <a:pt x="44305" y="9416"/>
                          <a:pt x="48871" y="6978"/>
                        </a:cubicBezTo>
                        <a:cubicBezTo>
                          <a:pt x="50334" y="6225"/>
                          <a:pt x="52240" y="5382"/>
                          <a:pt x="54324" y="4629"/>
                        </a:cubicBezTo>
                        <a:cubicBezTo>
                          <a:pt x="42355" y="-9691"/>
                          <a:pt x="13096" y="12919"/>
                          <a:pt x="5161" y="22405"/>
                        </a:cubicBezTo>
                        <a:cubicBezTo>
                          <a:pt x="1925" y="26262"/>
                          <a:pt x="-1001" y="31227"/>
                          <a:pt x="329" y="36059"/>
                        </a:cubicBezTo>
                        <a:cubicBezTo>
                          <a:pt x="1969" y="41911"/>
                          <a:pt x="8929" y="44570"/>
                          <a:pt x="15002" y="4448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72" name="Forme libre : forme 19171">
                    <a:extLst>
                      <a:ext uri="{FF2B5EF4-FFF2-40B4-BE49-F238E27FC236}">
                        <a16:creationId xmlns:a16="http://schemas.microsoft.com/office/drawing/2014/main" id="{2D931676-90AA-4BF3-906B-DAEA1EAEA5FA}"/>
                      </a:ext>
                    </a:extLst>
                  </p:cNvPr>
                  <p:cNvSpPr/>
                  <p:nvPr/>
                </p:nvSpPr>
                <p:spPr>
                  <a:xfrm>
                    <a:off x="6287677" y="5822428"/>
                    <a:ext cx="62294" cy="72170"/>
                  </a:xfrm>
                  <a:custGeom>
                    <a:avLst/>
                    <a:gdLst>
                      <a:gd name="connsiteX0" fmla="*/ 630 w 62294"/>
                      <a:gd name="connsiteY0" fmla="*/ 51690 h 72170"/>
                      <a:gd name="connsiteX1" fmla="*/ 6172 w 62294"/>
                      <a:gd name="connsiteY1" fmla="*/ 70043 h 72170"/>
                      <a:gd name="connsiteX2" fmla="*/ 20579 w 62294"/>
                      <a:gd name="connsiteY2" fmla="*/ 70885 h 72170"/>
                      <a:gd name="connsiteX3" fmla="*/ 32903 w 62294"/>
                      <a:gd name="connsiteY3" fmla="*/ 62551 h 72170"/>
                      <a:gd name="connsiteX4" fmla="*/ 51877 w 62294"/>
                      <a:gd name="connsiteY4" fmla="*/ 37947 h 72170"/>
                      <a:gd name="connsiteX5" fmla="*/ 62295 w 62294"/>
                      <a:gd name="connsiteY5" fmla="*/ 10151 h 72170"/>
                      <a:gd name="connsiteX6" fmla="*/ 57197 w 62294"/>
                      <a:gd name="connsiteY6" fmla="*/ 0 h 72170"/>
                      <a:gd name="connsiteX7" fmla="*/ 50547 w 62294"/>
                      <a:gd name="connsiteY7" fmla="*/ 3103 h 72170"/>
                      <a:gd name="connsiteX8" fmla="*/ 54226 w 62294"/>
                      <a:gd name="connsiteY8" fmla="*/ 14363 h 72170"/>
                      <a:gd name="connsiteX9" fmla="*/ 50237 w 62294"/>
                      <a:gd name="connsiteY9" fmla="*/ 19905 h 72170"/>
                      <a:gd name="connsiteX10" fmla="*/ 37780 w 62294"/>
                      <a:gd name="connsiteY10" fmla="*/ 34933 h 72170"/>
                      <a:gd name="connsiteX11" fmla="*/ 18673 w 62294"/>
                      <a:gd name="connsiteY11" fmla="*/ 32096 h 72170"/>
                      <a:gd name="connsiteX12" fmla="*/ 13841 w 62294"/>
                      <a:gd name="connsiteY12" fmla="*/ 27219 h 72170"/>
                      <a:gd name="connsiteX13" fmla="*/ 9940 w 62294"/>
                      <a:gd name="connsiteY13" fmla="*/ 33647 h 72170"/>
                      <a:gd name="connsiteX14" fmla="*/ 630 w 62294"/>
                      <a:gd name="connsiteY14" fmla="*/ 51690 h 72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2294" h="72170">
                        <a:moveTo>
                          <a:pt x="630" y="51690"/>
                        </a:moveTo>
                        <a:cubicBezTo>
                          <a:pt x="-1010" y="58295"/>
                          <a:pt x="453" y="66319"/>
                          <a:pt x="6172" y="70043"/>
                        </a:cubicBezTo>
                        <a:cubicBezTo>
                          <a:pt x="10339" y="72791"/>
                          <a:pt x="15925" y="72659"/>
                          <a:pt x="20579" y="70885"/>
                        </a:cubicBezTo>
                        <a:cubicBezTo>
                          <a:pt x="25234" y="69112"/>
                          <a:pt x="29180" y="65831"/>
                          <a:pt x="32903" y="62551"/>
                        </a:cubicBezTo>
                        <a:cubicBezTo>
                          <a:pt x="40750" y="55591"/>
                          <a:pt x="48286" y="47789"/>
                          <a:pt x="51877" y="37947"/>
                        </a:cubicBezTo>
                        <a:cubicBezTo>
                          <a:pt x="55335" y="28549"/>
                          <a:pt x="55202" y="17200"/>
                          <a:pt x="62295" y="10151"/>
                        </a:cubicBezTo>
                        <a:lnTo>
                          <a:pt x="57197" y="0"/>
                        </a:lnTo>
                        <a:cubicBezTo>
                          <a:pt x="55069" y="1241"/>
                          <a:pt x="52852" y="2217"/>
                          <a:pt x="50547" y="3103"/>
                        </a:cubicBezTo>
                        <a:cubicBezTo>
                          <a:pt x="53694" y="6206"/>
                          <a:pt x="55867" y="10108"/>
                          <a:pt x="54226" y="14363"/>
                        </a:cubicBezTo>
                        <a:cubicBezTo>
                          <a:pt x="53384" y="16491"/>
                          <a:pt x="51700" y="18131"/>
                          <a:pt x="50237" y="19905"/>
                        </a:cubicBezTo>
                        <a:cubicBezTo>
                          <a:pt x="46070" y="25003"/>
                          <a:pt x="43587" y="31874"/>
                          <a:pt x="37780" y="34933"/>
                        </a:cubicBezTo>
                        <a:cubicBezTo>
                          <a:pt x="31795" y="38080"/>
                          <a:pt x="24259" y="35908"/>
                          <a:pt x="18673" y="32096"/>
                        </a:cubicBezTo>
                        <a:cubicBezTo>
                          <a:pt x="16767" y="30810"/>
                          <a:pt x="14994" y="29170"/>
                          <a:pt x="13841" y="27219"/>
                        </a:cubicBezTo>
                        <a:cubicBezTo>
                          <a:pt x="12555" y="29347"/>
                          <a:pt x="11270" y="31519"/>
                          <a:pt x="9940" y="33647"/>
                        </a:cubicBezTo>
                        <a:cubicBezTo>
                          <a:pt x="6349" y="39366"/>
                          <a:pt x="2271" y="45040"/>
                          <a:pt x="630" y="5169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73" name="Forme libre : forme 19172">
                    <a:extLst>
                      <a:ext uri="{FF2B5EF4-FFF2-40B4-BE49-F238E27FC236}">
                        <a16:creationId xmlns:a16="http://schemas.microsoft.com/office/drawing/2014/main" id="{D1C468F2-3F47-47B3-9BFA-178D61E3E20E}"/>
                      </a:ext>
                    </a:extLst>
                  </p:cNvPr>
                  <p:cNvSpPr/>
                  <p:nvPr/>
                </p:nvSpPr>
                <p:spPr>
                  <a:xfrm>
                    <a:off x="6367321" y="5803495"/>
                    <a:ext cx="68874" cy="85507"/>
                  </a:xfrm>
                  <a:custGeom>
                    <a:avLst/>
                    <a:gdLst>
                      <a:gd name="connsiteX0" fmla="*/ 45158 w 68874"/>
                      <a:gd name="connsiteY0" fmla="*/ 43803 h 85507"/>
                      <a:gd name="connsiteX1" fmla="*/ 36291 w 68874"/>
                      <a:gd name="connsiteY1" fmla="*/ 36090 h 85507"/>
                      <a:gd name="connsiteX2" fmla="*/ 40104 w 68874"/>
                      <a:gd name="connsiteY2" fmla="*/ 23987 h 85507"/>
                      <a:gd name="connsiteX3" fmla="*/ 51763 w 68874"/>
                      <a:gd name="connsiteY3" fmla="*/ 13968 h 85507"/>
                      <a:gd name="connsiteX4" fmla="*/ 68609 w 68874"/>
                      <a:gd name="connsiteY4" fmla="*/ 9580 h 85507"/>
                      <a:gd name="connsiteX5" fmla="*/ 55797 w 68874"/>
                      <a:gd name="connsiteY5" fmla="*/ 137 h 85507"/>
                      <a:gd name="connsiteX6" fmla="*/ 20820 w 68874"/>
                      <a:gd name="connsiteY6" fmla="*/ 20795 h 85507"/>
                      <a:gd name="connsiteX7" fmla="*/ 605 w 68874"/>
                      <a:gd name="connsiteY7" fmla="*/ 63087 h 85507"/>
                      <a:gd name="connsiteX8" fmla="*/ 959 w 68874"/>
                      <a:gd name="connsiteY8" fmla="*/ 76076 h 85507"/>
                      <a:gd name="connsiteX9" fmla="*/ 9693 w 68874"/>
                      <a:gd name="connsiteY9" fmla="*/ 85119 h 85507"/>
                      <a:gd name="connsiteX10" fmla="*/ 19180 w 68874"/>
                      <a:gd name="connsiteY10" fmla="*/ 84410 h 85507"/>
                      <a:gd name="connsiteX11" fmla="*/ 68874 w 68874"/>
                      <a:gd name="connsiteY11" fmla="*/ 30504 h 85507"/>
                      <a:gd name="connsiteX12" fmla="*/ 50167 w 68874"/>
                      <a:gd name="connsiteY12" fmla="*/ 41675 h 85507"/>
                      <a:gd name="connsiteX13" fmla="*/ 45158 w 68874"/>
                      <a:gd name="connsiteY13" fmla="*/ 43803 h 85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8874" h="85507">
                        <a:moveTo>
                          <a:pt x="45158" y="43803"/>
                        </a:moveTo>
                        <a:cubicBezTo>
                          <a:pt x="40857" y="44335"/>
                          <a:pt x="36912" y="40390"/>
                          <a:pt x="36291" y="36090"/>
                        </a:cubicBezTo>
                        <a:cubicBezTo>
                          <a:pt x="35671" y="31790"/>
                          <a:pt x="37577" y="27489"/>
                          <a:pt x="40104" y="23987"/>
                        </a:cubicBezTo>
                        <a:cubicBezTo>
                          <a:pt x="43163" y="19820"/>
                          <a:pt x="47197" y="16406"/>
                          <a:pt x="51763" y="13968"/>
                        </a:cubicBezTo>
                        <a:cubicBezTo>
                          <a:pt x="55708" y="11885"/>
                          <a:pt x="62890" y="9136"/>
                          <a:pt x="68609" y="9580"/>
                        </a:cubicBezTo>
                        <a:cubicBezTo>
                          <a:pt x="66569" y="4570"/>
                          <a:pt x="62580" y="802"/>
                          <a:pt x="55797" y="137"/>
                        </a:cubicBezTo>
                        <a:cubicBezTo>
                          <a:pt x="40591" y="-1326"/>
                          <a:pt x="28489" y="9136"/>
                          <a:pt x="20820" y="20795"/>
                        </a:cubicBezTo>
                        <a:cubicBezTo>
                          <a:pt x="12175" y="33917"/>
                          <a:pt x="3309" y="47571"/>
                          <a:pt x="605" y="63087"/>
                        </a:cubicBezTo>
                        <a:cubicBezTo>
                          <a:pt x="-149" y="67387"/>
                          <a:pt x="-370" y="71909"/>
                          <a:pt x="959" y="76076"/>
                        </a:cubicBezTo>
                        <a:cubicBezTo>
                          <a:pt x="2289" y="80243"/>
                          <a:pt x="5481" y="83967"/>
                          <a:pt x="9693" y="85119"/>
                        </a:cubicBezTo>
                        <a:cubicBezTo>
                          <a:pt x="12796" y="85962"/>
                          <a:pt x="16076" y="85297"/>
                          <a:pt x="19180" y="84410"/>
                        </a:cubicBezTo>
                        <a:cubicBezTo>
                          <a:pt x="44138" y="77406"/>
                          <a:pt x="63244" y="55595"/>
                          <a:pt x="68874" y="30504"/>
                        </a:cubicBezTo>
                        <a:cubicBezTo>
                          <a:pt x="62624" y="34227"/>
                          <a:pt x="56417" y="37951"/>
                          <a:pt x="50167" y="41675"/>
                        </a:cubicBezTo>
                        <a:cubicBezTo>
                          <a:pt x="48615" y="42606"/>
                          <a:pt x="46975" y="43537"/>
                          <a:pt x="45158" y="4380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74" name="Forme libre : forme 19173">
                    <a:extLst>
                      <a:ext uri="{FF2B5EF4-FFF2-40B4-BE49-F238E27FC236}">
                        <a16:creationId xmlns:a16="http://schemas.microsoft.com/office/drawing/2014/main" id="{FC18A6E3-9444-4F04-80EC-24014ED6E35C}"/>
                      </a:ext>
                    </a:extLst>
                  </p:cNvPr>
                  <p:cNvSpPr/>
                  <p:nvPr/>
                </p:nvSpPr>
                <p:spPr>
                  <a:xfrm>
                    <a:off x="6413808" y="5645532"/>
                    <a:ext cx="47966" cy="109917"/>
                  </a:xfrm>
                  <a:custGeom>
                    <a:avLst/>
                    <a:gdLst>
                      <a:gd name="connsiteX0" fmla="*/ 6206 w 47966"/>
                      <a:gd name="connsiteY0" fmla="*/ 104060 h 109917"/>
                      <a:gd name="connsiteX1" fmla="*/ 12989 w 47966"/>
                      <a:gd name="connsiteY1" fmla="*/ 109690 h 109917"/>
                      <a:gd name="connsiteX2" fmla="*/ 23229 w 47966"/>
                      <a:gd name="connsiteY2" fmla="*/ 105612 h 109917"/>
                      <a:gd name="connsiteX3" fmla="*/ 28194 w 47966"/>
                      <a:gd name="connsiteY3" fmla="*/ 95194 h 109917"/>
                      <a:gd name="connsiteX4" fmla="*/ 45484 w 47966"/>
                      <a:gd name="connsiteY4" fmla="*/ 43061 h 109917"/>
                      <a:gd name="connsiteX5" fmla="*/ 47966 w 47966"/>
                      <a:gd name="connsiteY5" fmla="*/ 34017 h 109917"/>
                      <a:gd name="connsiteX6" fmla="*/ 38036 w 47966"/>
                      <a:gd name="connsiteY6" fmla="*/ 39958 h 109917"/>
                      <a:gd name="connsiteX7" fmla="*/ 32982 w 47966"/>
                      <a:gd name="connsiteY7" fmla="*/ 42085 h 109917"/>
                      <a:gd name="connsiteX8" fmla="*/ 24116 w 47966"/>
                      <a:gd name="connsiteY8" fmla="*/ 34372 h 109917"/>
                      <a:gd name="connsiteX9" fmla="*/ 27928 w 47966"/>
                      <a:gd name="connsiteY9" fmla="*/ 22270 h 109917"/>
                      <a:gd name="connsiteX10" fmla="*/ 39587 w 47966"/>
                      <a:gd name="connsiteY10" fmla="*/ 12251 h 109917"/>
                      <a:gd name="connsiteX11" fmla="*/ 47833 w 47966"/>
                      <a:gd name="connsiteY11" fmla="*/ 8970 h 109917"/>
                      <a:gd name="connsiteX12" fmla="*/ 21500 w 47966"/>
                      <a:gd name="connsiteY12" fmla="*/ 3473 h 109917"/>
                      <a:gd name="connsiteX13" fmla="*/ 2217 w 47966"/>
                      <a:gd name="connsiteY13" fmla="*/ 39691 h 109917"/>
                      <a:gd name="connsiteX14" fmla="*/ 89 w 47966"/>
                      <a:gd name="connsiteY14" fmla="*/ 78082 h 109917"/>
                      <a:gd name="connsiteX15" fmla="*/ 6206 w 47966"/>
                      <a:gd name="connsiteY15" fmla="*/ 104060 h 109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47966" h="109917">
                        <a:moveTo>
                          <a:pt x="6206" y="104060"/>
                        </a:moveTo>
                        <a:cubicBezTo>
                          <a:pt x="7847" y="106587"/>
                          <a:pt x="10107" y="108936"/>
                          <a:pt x="12989" y="109690"/>
                        </a:cubicBezTo>
                        <a:cubicBezTo>
                          <a:pt x="16757" y="110621"/>
                          <a:pt x="20747" y="108582"/>
                          <a:pt x="23229" y="105612"/>
                        </a:cubicBezTo>
                        <a:cubicBezTo>
                          <a:pt x="25712" y="102642"/>
                          <a:pt x="26953" y="98874"/>
                          <a:pt x="28194" y="95194"/>
                        </a:cubicBezTo>
                        <a:cubicBezTo>
                          <a:pt x="33957" y="77861"/>
                          <a:pt x="40208" y="60572"/>
                          <a:pt x="45484" y="43061"/>
                        </a:cubicBezTo>
                        <a:cubicBezTo>
                          <a:pt x="46326" y="40268"/>
                          <a:pt x="47213" y="37165"/>
                          <a:pt x="47966" y="34017"/>
                        </a:cubicBezTo>
                        <a:cubicBezTo>
                          <a:pt x="44641" y="36012"/>
                          <a:pt x="41361" y="37963"/>
                          <a:pt x="38036" y="39958"/>
                        </a:cubicBezTo>
                        <a:cubicBezTo>
                          <a:pt x="36440" y="40888"/>
                          <a:pt x="34844" y="41864"/>
                          <a:pt x="32982" y="42085"/>
                        </a:cubicBezTo>
                        <a:cubicBezTo>
                          <a:pt x="28682" y="42617"/>
                          <a:pt x="24737" y="38672"/>
                          <a:pt x="24116" y="34372"/>
                        </a:cubicBezTo>
                        <a:cubicBezTo>
                          <a:pt x="23495" y="30072"/>
                          <a:pt x="25402" y="25772"/>
                          <a:pt x="27928" y="22270"/>
                        </a:cubicBezTo>
                        <a:cubicBezTo>
                          <a:pt x="30987" y="18058"/>
                          <a:pt x="35022" y="14689"/>
                          <a:pt x="39587" y="12251"/>
                        </a:cubicBezTo>
                        <a:cubicBezTo>
                          <a:pt x="41671" y="11143"/>
                          <a:pt x="44641" y="9901"/>
                          <a:pt x="47833" y="8970"/>
                        </a:cubicBezTo>
                        <a:cubicBezTo>
                          <a:pt x="43223" y="-2068"/>
                          <a:pt x="31076" y="-1669"/>
                          <a:pt x="21500" y="3473"/>
                        </a:cubicBezTo>
                        <a:cubicBezTo>
                          <a:pt x="8201" y="10566"/>
                          <a:pt x="4211" y="25905"/>
                          <a:pt x="2217" y="39691"/>
                        </a:cubicBezTo>
                        <a:cubicBezTo>
                          <a:pt x="443" y="52414"/>
                          <a:pt x="-266" y="65226"/>
                          <a:pt x="89" y="78082"/>
                        </a:cubicBezTo>
                        <a:cubicBezTo>
                          <a:pt x="355" y="87082"/>
                          <a:pt x="1285" y="96524"/>
                          <a:pt x="6206" y="10406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75" name="Forme libre : forme 19174">
                    <a:extLst>
                      <a:ext uri="{FF2B5EF4-FFF2-40B4-BE49-F238E27FC236}">
                        <a16:creationId xmlns:a16="http://schemas.microsoft.com/office/drawing/2014/main" id="{DBFCE8FE-F43E-4EB7-8924-CD886251B0E9}"/>
                      </a:ext>
                    </a:extLst>
                  </p:cNvPr>
                  <p:cNvSpPr/>
                  <p:nvPr/>
                </p:nvSpPr>
                <p:spPr>
                  <a:xfrm>
                    <a:off x="6467606" y="5708897"/>
                    <a:ext cx="75161" cy="92582"/>
                  </a:xfrm>
                  <a:custGeom>
                    <a:avLst/>
                    <a:gdLst>
                      <a:gd name="connsiteX0" fmla="*/ 995 w 75161"/>
                      <a:gd name="connsiteY0" fmla="*/ 67915 h 92582"/>
                      <a:gd name="connsiteX1" fmla="*/ 7867 w 75161"/>
                      <a:gd name="connsiteY1" fmla="*/ 80593 h 92582"/>
                      <a:gd name="connsiteX2" fmla="*/ 20590 w 75161"/>
                      <a:gd name="connsiteY2" fmla="*/ 91322 h 92582"/>
                      <a:gd name="connsiteX3" fmla="*/ 48252 w 75161"/>
                      <a:gd name="connsiteY3" fmla="*/ 82189 h 92582"/>
                      <a:gd name="connsiteX4" fmla="*/ 59291 w 75161"/>
                      <a:gd name="connsiteY4" fmla="*/ 60246 h 92582"/>
                      <a:gd name="connsiteX5" fmla="*/ 48917 w 75161"/>
                      <a:gd name="connsiteY5" fmla="*/ 56078 h 92582"/>
                      <a:gd name="connsiteX6" fmla="*/ 42888 w 75161"/>
                      <a:gd name="connsiteY6" fmla="*/ 48276 h 92582"/>
                      <a:gd name="connsiteX7" fmla="*/ 44617 w 75161"/>
                      <a:gd name="connsiteY7" fmla="*/ 40341 h 92582"/>
                      <a:gd name="connsiteX8" fmla="*/ 55700 w 75161"/>
                      <a:gd name="connsiteY8" fmla="*/ 26288 h 92582"/>
                      <a:gd name="connsiteX9" fmla="*/ 66339 w 75161"/>
                      <a:gd name="connsiteY9" fmla="*/ 21367 h 92582"/>
                      <a:gd name="connsiteX10" fmla="*/ 61552 w 75161"/>
                      <a:gd name="connsiteY10" fmla="*/ 14452 h 92582"/>
                      <a:gd name="connsiteX11" fmla="*/ 68999 w 75161"/>
                      <a:gd name="connsiteY11" fmla="*/ 6782 h 92582"/>
                      <a:gd name="connsiteX12" fmla="*/ 74762 w 75161"/>
                      <a:gd name="connsiteY12" fmla="*/ 9398 h 92582"/>
                      <a:gd name="connsiteX13" fmla="*/ 75161 w 75161"/>
                      <a:gd name="connsiteY13" fmla="*/ 8024 h 92582"/>
                      <a:gd name="connsiteX14" fmla="*/ 58892 w 75161"/>
                      <a:gd name="connsiteY14" fmla="*/ 0 h 92582"/>
                      <a:gd name="connsiteX15" fmla="*/ 16112 w 75161"/>
                      <a:gd name="connsiteY15" fmla="*/ 28328 h 92582"/>
                      <a:gd name="connsiteX16" fmla="*/ 995 w 75161"/>
                      <a:gd name="connsiteY16" fmla="*/ 67915 h 92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5161" h="92582">
                        <a:moveTo>
                          <a:pt x="995" y="67915"/>
                        </a:moveTo>
                        <a:cubicBezTo>
                          <a:pt x="2325" y="72570"/>
                          <a:pt x="4941" y="76737"/>
                          <a:pt x="7867" y="80593"/>
                        </a:cubicBezTo>
                        <a:cubicBezTo>
                          <a:pt x="11280" y="85071"/>
                          <a:pt x="15359" y="89283"/>
                          <a:pt x="20590" y="91322"/>
                        </a:cubicBezTo>
                        <a:cubicBezTo>
                          <a:pt x="30254" y="95045"/>
                          <a:pt x="41558" y="90080"/>
                          <a:pt x="48252" y="82189"/>
                        </a:cubicBezTo>
                        <a:cubicBezTo>
                          <a:pt x="53616" y="75895"/>
                          <a:pt x="56719" y="68137"/>
                          <a:pt x="59291" y="60246"/>
                        </a:cubicBezTo>
                        <a:cubicBezTo>
                          <a:pt x="55655" y="59758"/>
                          <a:pt x="51976" y="58207"/>
                          <a:pt x="48917" y="56078"/>
                        </a:cubicBezTo>
                        <a:cubicBezTo>
                          <a:pt x="46124" y="54172"/>
                          <a:pt x="43464" y="51601"/>
                          <a:pt x="42888" y="48276"/>
                        </a:cubicBezTo>
                        <a:cubicBezTo>
                          <a:pt x="42401" y="45572"/>
                          <a:pt x="43420" y="42823"/>
                          <a:pt x="44617" y="40341"/>
                        </a:cubicBezTo>
                        <a:cubicBezTo>
                          <a:pt x="47232" y="34888"/>
                          <a:pt x="50868" y="29879"/>
                          <a:pt x="55700" y="26288"/>
                        </a:cubicBezTo>
                        <a:cubicBezTo>
                          <a:pt x="58537" y="24205"/>
                          <a:pt x="62438" y="22121"/>
                          <a:pt x="66339" y="21367"/>
                        </a:cubicBezTo>
                        <a:cubicBezTo>
                          <a:pt x="63591" y="20259"/>
                          <a:pt x="61596" y="17599"/>
                          <a:pt x="61552" y="14452"/>
                        </a:cubicBezTo>
                        <a:cubicBezTo>
                          <a:pt x="61507" y="10285"/>
                          <a:pt x="64832" y="6871"/>
                          <a:pt x="68999" y="6782"/>
                        </a:cubicBezTo>
                        <a:cubicBezTo>
                          <a:pt x="71304" y="6738"/>
                          <a:pt x="73343" y="7758"/>
                          <a:pt x="74762" y="9398"/>
                        </a:cubicBezTo>
                        <a:cubicBezTo>
                          <a:pt x="74895" y="8955"/>
                          <a:pt x="75028" y="8467"/>
                          <a:pt x="75161" y="8024"/>
                        </a:cubicBezTo>
                        <a:lnTo>
                          <a:pt x="58892" y="0"/>
                        </a:lnTo>
                        <a:cubicBezTo>
                          <a:pt x="42888" y="6428"/>
                          <a:pt x="28170" y="16003"/>
                          <a:pt x="16112" y="28328"/>
                        </a:cubicBezTo>
                        <a:cubicBezTo>
                          <a:pt x="5828" y="38967"/>
                          <a:pt x="-3039" y="53685"/>
                          <a:pt x="995" y="6791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76" name="Forme libre : forme 19175">
                    <a:extLst>
                      <a:ext uri="{FF2B5EF4-FFF2-40B4-BE49-F238E27FC236}">
                        <a16:creationId xmlns:a16="http://schemas.microsoft.com/office/drawing/2014/main" id="{C00E63CF-0DBA-4250-9806-AB6EC0D8C93E}"/>
                      </a:ext>
                    </a:extLst>
                  </p:cNvPr>
                  <p:cNvSpPr/>
                  <p:nvPr/>
                </p:nvSpPr>
                <p:spPr>
                  <a:xfrm>
                    <a:off x="6526231" y="5708719"/>
                    <a:ext cx="709" cy="177"/>
                  </a:xfrm>
                  <a:custGeom>
                    <a:avLst/>
                    <a:gdLst>
                      <a:gd name="connsiteX0" fmla="*/ 0 w 709"/>
                      <a:gd name="connsiteY0" fmla="*/ 0 h 177"/>
                      <a:gd name="connsiteX1" fmla="*/ 310 w 709"/>
                      <a:gd name="connsiteY1" fmla="*/ 177 h 177"/>
                      <a:gd name="connsiteX2" fmla="*/ 709 w 709"/>
                      <a:gd name="connsiteY2" fmla="*/ 0 h 177"/>
                      <a:gd name="connsiteX3" fmla="*/ 0 w 709"/>
                      <a:gd name="connsiteY3" fmla="*/ 0 h 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09" h="177">
                        <a:moveTo>
                          <a:pt x="0" y="0"/>
                        </a:moveTo>
                        <a:lnTo>
                          <a:pt x="310" y="177"/>
                        </a:lnTo>
                        <a:cubicBezTo>
                          <a:pt x="443" y="133"/>
                          <a:pt x="576" y="44"/>
                          <a:pt x="709" y="0"/>
                        </a:cubicBezTo>
                        <a:cubicBezTo>
                          <a:pt x="488" y="0"/>
                          <a:pt x="22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77" name="Forme libre : forme 19176">
                    <a:extLst>
                      <a:ext uri="{FF2B5EF4-FFF2-40B4-BE49-F238E27FC236}">
                        <a16:creationId xmlns:a16="http://schemas.microsoft.com/office/drawing/2014/main" id="{85091619-4A7D-4598-8F59-AA81D13B4AD4}"/>
                      </a:ext>
                    </a:extLst>
                  </p:cNvPr>
                  <p:cNvSpPr/>
                  <p:nvPr/>
                </p:nvSpPr>
                <p:spPr>
                  <a:xfrm>
                    <a:off x="6549406" y="5641568"/>
                    <a:ext cx="73630" cy="52039"/>
                  </a:xfrm>
                  <a:custGeom>
                    <a:avLst/>
                    <a:gdLst>
                      <a:gd name="connsiteX0" fmla="*/ 15704 w 73630"/>
                      <a:gd name="connsiteY0" fmla="*/ 10142 h 52039"/>
                      <a:gd name="connsiteX1" fmla="*/ 7591 w 73630"/>
                      <a:gd name="connsiteY1" fmla="*/ 19718 h 52039"/>
                      <a:gd name="connsiteX2" fmla="*/ 897 w 73630"/>
                      <a:gd name="connsiteY2" fmla="*/ 30002 h 52039"/>
                      <a:gd name="connsiteX3" fmla="*/ 11 w 73630"/>
                      <a:gd name="connsiteY3" fmla="*/ 32396 h 52039"/>
                      <a:gd name="connsiteX4" fmla="*/ 1784 w 73630"/>
                      <a:gd name="connsiteY4" fmla="*/ 34701 h 52039"/>
                      <a:gd name="connsiteX5" fmla="*/ 29801 w 73630"/>
                      <a:gd name="connsiteY5" fmla="*/ 41262 h 52039"/>
                      <a:gd name="connsiteX6" fmla="*/ 32993 w 73630"/>
                      <a:gd name="connsiteY6" fmla="*/ 35189 h 52039"/>
                      <a:gd name="connsiteX7" fmla="*/ 44652 w 73630"/>
                      <a:gd name="connsiteY7" fmla="*/ 25170 h 52039"/>
                      <a:gd name="connsiteX8" fmla="*/ 66684 w 73630"/>
                      <a:gd name="connsiteY8" fmla="*/ 22510 h 52039"/>
                      <a:gd name="connsiteX9" fmla="*/ 70452 w 73630"/>
                      <a:gd name="connsiteY9" fmla="*/ 33017 h 52039"/>
                      <a:gd name="connsiteX10" fmla="*/ 62207 w 73630"/>
                      <a:gd name="connsiteY10" fmla="*/ 41395 h 52039"/>
                      <a:gd name="connsiteX11" fmla="*/ 48375 w 73630"/>
                      <a:gd name="connsiteY11" fmla="*/ 49641 h 52039"/>
                      <a:gd name="connsiteX12" fmla="*/ 56577 w 73630"/>
                      <a:gd name="connsiteY12" fmla="*/ 52034 h 52039"/>
                      <a:gd name="connsiteX13" fmla="*/ 73600 w 73630"/>
                      <a:gd name="connsiteY13" fmla="*/ 33061 h 52039"/>
                      <a:gd name="connsiteX14" fmla="*/ 65354 w 73630"/>
                      <a:gd name="connsiteY14" fmla="*/ 6374 h 52039"/>
                      <a:gd name="connsiteX15" fmla="*/ 51966 w 73630"/>
                      <a:gd name="connsiteY15" fmla="*/ 1276 h 52039"/>
                      <a:gd name="connsiteX16" fmla="*/ 43809 w 73630"/>
                      <a:gd name="connsiteY16" fmla="*/ 788 h 52039"/>
                      <a:gd name="connsiteX17" fmla="*/ 42834 w 73630"/>
                      <a:gd name="connsiteY17" fmla="*/ 1054 h 52039"/>
                      <a:gd name="connsiteX18" fmla="*/ 39243 w 73630"/>
                      <a:gd name="connsiteY18" fmla="*/ 7615 h 52039"/>
                      <a:gd name="connsiteX19" fmla="*/ 36805 w 73630"/>
                      <a:gd name="connsiteY19" fmla="*/ 2783 h 52039"/>
                      <a:gd name="connsiteX20" fmla="*/ 25900 w 73630"/>
                      <a:gd name="connsiteY20" fmla="*/ 5886 h 52039"/>
                      <a:gd name="connsiteX21" fmla="*/ 15704 w 73630"/>
                      <a:gd name="connsiteY21" fmla="*/ 10142 h 52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73630" h="52039">
                        <a:moveTo>
                          <a:pt x="15704" y="10142"/>
                        </a:moveTo>
                        <a:cubicBezTo>
                          <a:pt x="12246" y="12580"/>
                          <a:pt x="9896" y="16171"/>
                          <a:pt x="7591" y="19718"/>
                        </a:cubicBezTo>
                        <a:cubicBezTo>
                          <a:pt x="5374" y="23131"/>
                          <a:pt x="3113" y="26589"/>
                          <a:pt x="897" y="30002"/>
                        </a:cubicBezTo>
                        <a:cubicBezTo>
                          <a:pt x="409" y="30712"/>
                          <a:pt x="-78" y="31509"/>
                          <a:pt x="11" y="32396"/>
                        </a:cubicBezTo>
                        <a:cubicBezTo>
                          <a:pt x="99" y="33371"/>
                          <a:pt x="986" y="34125"/>
                          <a:pt x="1784" y="34701"/>
                        </a:cubicBezTo>
                        <a:cubicBezTo>
                          <a:pt x="9807" y="40154"/>
                          <a:pt x="20225" y="39400"/>
                          <a:pt x="29801" y="41262"/>
                        </a:cubicBezTo>
                        <a:cubicBezTo>
                          <a:pt x="30510" y="39090"/>
                          <a:pt x="31663" y="37051"/>
                          <a:pt x="32993" y="35189"/>
                        </a:cubicBezTo>
                        <a:cubicBezTo>
                          <a:pt x="36051" y="30977"/>
                          <a:pt x="40086" y="27608"/>
                          <a:pt x="44652" y="25170"/>
                        </a:cubicBezTo>
                        <a:cubicBezTo>
                          <a:pt x="49971" y="22377"/>
                          <a:pt x="61143" y="18299"/>
                          <a:pt x="66684" y="22510"/>
                        </a:cubicBezTo>
                        <a:cubicBezTo>
                          <a:pt x="69521" y="24638"/>
                          <a:pt x="71339" y="29603"/>
                          <a:pt x="70452" y="33017"/>
                        </a:cubicBezTo>
                        <a:cubicBezTo>
                          <a:pt x="69433" y="36962"/>
                          <a:pt x="65487" y="39445"/>
                          <a:pt x="62207" y="41395"/>
                        </a:cubicBezTo>
                        <a:cubicBezTo>
                          <a:pt x="57596" y="44144"/>
                          <a:pt x="52986" y="46892"/>
                          <a:pt x="48375" y="49641"/>
                        </a:cubicBezTo>
                        <a:cubicBezTo>
                          <a:pt x="50991" y="50971"/>
                          <a:pt x="53651" y="51990"/>
                          <a:pt x="56577" y="52034"/>
                        </a:cubicBezTo>
                        <a:cubicBezTo>
                          <a:pt x="65975" y="52301"/>
                          <a:pt x="73201" y="42459"/>
                          <a:pt x="73600" y="33061"/>
                        </a:cubicBezTo>
                        <a:cubicBezTo>
                          <a:pt x="74043" y="23663"/>
                          <a:pt x="69610" y="14753"/>
                          <a:pt x="65354" y="6374"/>
                        </a:cubicBezTo>
                        <a:cubicBezTo>
                          <a:pt x="65088" y="9034"/>
                          <a:pt x="52232" y="-1384"/>
                          <a:pt x="51966" y="1276"/>
                        </a:cubicBezTo>
                        <a:cubicBezTo>
                          <a:pt x="49883" y="-675"/>
                          <a:pt x="46558" y="-10"/>
                          <a:pt x="43809" y="788"/>
                        </a:cubicBezTo>
                        <a:cubicBezTo>
                          <a:pt x="43499" y="877"/>
                          <a:pt x="43144" y="965"/>
                          <a:pt x="42834" y="1054"/>
                        </a:cubicBezTo>
                        <a:cubicBezTo>
                          <a:pt x="41504" y="3182"/>
                          <a:pt x="40307" y="5354"/>
                          <a:pt x="39243" y="7615"/>
                        </a:cubicBezTo>
                        <a:cubicBezTo>
                          <a:pt x="38534" y="5930"/>
                          <a:pt x="37692" y="4334"/>
                          <a:pt x="36805" y="2783"/>
                        </a:cubicBezTo>
                        <a:cubicBezTo>
                          <a:pt x="33170" y="3802"/>
                          <a:pt x="29535" y="4822"/>
                          <a:pt x="25900" y="5886"/>
                        </a:cubicBezTo>
                        <a:cubicBezTo>
                          <a:pt x="22398" y="6950"/>
                          <a:pt x="18718" y="7970"/>
                          <a:pt x="15704" y="1014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78" name="Forme libre : forme 19177">
                    <a:extLst>
                      <a:ext uri="{FF2B5EF4-FFF2-40B4-BE49-F238E27FC236}">
                        <a16:creationId xmlns:a16="http://schemas.microsoft.com/office/drawing/2014/main" id="{F36641B1-3B6B-4B52-99D8-85E7324886AD}"/>
                      </a:ext>
                    </a:extLst>
                  </p:cNvPr>
                  <p:cNvSpPr/>
                  <p:nvPr/>
                </p:nvSpPr>
                <p:spPr>
                  <a:xfrm>
                    <a:off x="6598933" y="5758237"/>
                    <a:ext cx="91980" cy="95434"/>
                  </a:xfrm>
                  <a:custGeom>
                    <a:avLst/>
                    <a:gdLst>
                      <a:gd name="connsiteX0" fmla="*/ 3370 w 91980"/>
                      <a:gd name="connsiteY0" fmla="*/ 91632 h 95434"/>
                      <a:gd name="connsiteX1" fmla="*/ 18842 w 91980"/>
                      <a:gd name="connsiteY1" fmla="*/ 94558 h 95434"/>
                      <a:gd name="connsiteX2" fmla="*/ 32673 w 91980"/>
                      <a:gd name="connsiteY2" fmla="*/ 85647 h 95434"/>
                      <a:gd name="connsiteX3" fmla="*/ 50228 w 91980"/>
                      <a:gd name="connsiteY3" fmla="*/ 69067 h 95434"/>
                      <a:gd name="connsiteX4" fmla="*/ 61000 w 91980"/>
                      <a:gd name="connsiteY4" fmla="*/ 55281 h 95434"/>
                      <a:gd name="connsiteX5" fmla="*/ 68891 w 91980"/>
                      <a:gd name="connsiteY5" fmla="*/ 39366 h 95434"/>
                      <a:gd name="connsiteX6" fmla="*/ 67827 w 91980"/>
                      <a:gd name="connsiteY6" fmla="*/ 39499 h 95434"/>
                      <a:gd name="connsiteX7" fmla="*/ 60158 w 91980"/>
                      <a:gd name="connsiteY7" fmla="*/ 32051 h 95434"/>
                      <a:gd name="connsiteX8" fmla="*/ 67606 w 91980"/>
                      <a:gd name="connsiteY8" fmla="*/ 24382 h 95434"/>
                      <a:gd name="connsiteX9" fmla="*/ 75275 w 91980"/>
                      <a:gd name="connsiteY9" fmla="*/ 31829 h 95434"/>
                      <a:gd name="connsiteX10" fmla="*/ 74300 w 91980"/>
                      <a:gd name="connsiteY10" fmla="*/ 35597 h 95434"/>
                      <a:gd name="connsiteX11" fmla="*/ 88707 w 91980"/>
                      <a:gd name="connsiteY11" fmla="*/ 27884 h 95434"/>
                      <a:gd name="connsiteX12" fmla="*/ 91323 w 91980"/>
                      <a:gd name="connsiteY12" fmla="*/ 19284 h 95434"/>
                      <a:gd name="connsiteX13" fmla="*/ 91943 w 91980"/>
                      <a:gd name="connsiteY13" fmla="*/ 5142 h 95434"/>
                      <a:gd name="connsiteX14" fmla="*/ 90835 w 91980"/>
                      <a:gd name="connsiteY14" fmla="*/ 3059 h 95434"/>
                      <a:gd name="connsiteX15" fmla="*/ 90392 w 91980"/>
                      <a:gd name="connsiteY15" fmla="*/ 4034 h 95434"/>
                      <a:gd name="connsiteX16" fmla="*/ 90835 w 91980"/>
                      <a:gd name="connsiteY16" fmla="*/ 4122 h 95434"/>
                      <a:gd name="connsiteX17" fmla="*/ 90392 w 91980"/>
                      <a:gd name="connsiteY17" fmla="*/ 4034 h 95434"/>
                      <a:gd name="connsiteX18" fmla="*/ 75363 w 91980"/>
                      <a:gd name="connsiteY18" fmla="*/ 532 h 95434"/>
                      <a:gd name="connsiteX19" fmla="*/ 70531 w 91980"/>
                      <a:gd name="connsiteY19" fmla="*/ 0 h 95434"/>
                      <a:gd name="connsiteX20" fmla="*/ 70620 w 91980"/>
                      <a:gd name="connsiteY20" fmla="*/ 5896 h 95434"/>
                      <a:gd name="connsiteX21" fmla="*/ 66630 w 91980"/>
                      <a:gd name="connsiteY21" fmla="*/ 11437 h 95434"/>
                      <a:gd name="connsiteX22" fmla="*/ 54173 w 91980"/>
                      <a:gd name="connsiteY22" fmla="*/ 26465 h 95434"/>
                      <a:gd name="connsiteX23" fmla="*/ 35067 w 91980"/>
                      <a:gd name="connsiteY23" fmla="*/ 23628 h 95434"/>
                      <a:gd name="connsiteX24" fmla="*/ 31431 w 91980"/>
                      <a:gd name="connsiteY24" fmla="*/ 20437 h 95434"/>
                      <a:gd name="connsiteX25" fmla="*/ 15384 w 91980"/>
                      <a:gd name="connsiteY25" fmla="*/ 55591 h 95434"/>
                      <a:gd name="connsiteX26" fmla="*/ 2749 w 91980"/>
                      <a:gd name="connsiteY26" fmla="*/ 72170 h 95434"/>
                      <a:gd name="connsiteX27" fmla="*/ 3370 w 91980"/>
                      <a:gd name="connsiteY27" fmla="*/ 91632 h 9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91980" h="95434">
                        <a:moveTo>
                          <a:pt x="3370" y="91632"/>
                        </a:moveTo>
                        <a:cubicBezTo>
                          <a:pt x="7227" y="95622"/>
                          <a:pt x="13566" y="96242"/>
                          <a:pt x="18842" y="94558"/>
                        </a:cubicBezTo>
                        <a:cubicBezTo>
                          <a:pt x="24117" y="92873"/>
                          <a:pt x="28506" y="89283"/>
                          <a:pt x="32673" y="85647"/>
                        </a:cubicBezTo>
                        <a:cubicBezTo>
                          <a:pt x="38746" y="80328"/>
                          <a:pt x="44598" y="74831"/>
                          <a:pt x="50228" y="69067"/>
                        </a:cubicBezTo>
                        <a:cubicBezTo>
                          <a:pt x="54306" y="64901"/>
                          <a:pt x="58385" y="60511"/>
                          <a:pt x="61000" y="55281"/>
                        </a:cubicBezTo>
                        <a:cubicBezTo>
                          <a:pt x="63660" y="49961"/>
                          <a:pt x="64990" y="43666"/>
                          <a:pt x="68891" y="39366"/>
                        </a:cubicBezTo>
                        <a:cubicBezTo>
                          <a:pt x="68536" y="39410"/>
                          <a:pt x="68182" y="39499"/>
                          <a:pt x="67827" y="39499"/>
                        </a:cubicBezTo>
                        <a:cubicBezTo>
                          <a:pt x="63660" y="39543"/>
                          <a:pt x="60246" y="36218"/>
                          <a:pt x="60158" y="32051"/>
                        </a:cubicBezTo>
                        <a:cubicBezTo>
                          <a:pt x="60069" y="27884"/>
                          <a:pt x="63438" y="24470"/>
                          <a:pt x="67606" y="24382"/>
                        </a:cubicBezTo>
                        <a:cubicBezTo>
                          <a:pt x="71773" y="24293"/>
                          <a:pt x="75186" y="27662"/>
                          <a:pt x="75275" y="31829"/>
                        </a:cubicBezTo>
                        <a:cubicBezTo>
                          <a:pt x="75275" y="33204"/>
                          <a:pt x="74920" y="34489"/>
                          <a:pt x="74300" y="35597"/>
                        </a:cubicBezTo>
                        <a:cubicBezTo>
                          <a:pt x="79397" y="33248"/>
                          <a:pt x="85471" y="32406"/>
                          <a:pt x="88707" y="27884"/>
                        </a:cubicBezTo>
                        <a:cubicBezTo>
                          <a:pt x="90480" y="25402"/>
                          <a:pt x="90968" y="22298"/>
                          <a:pt x="91323" y="19284"/>
                        </a:cubicBezTo>
                        <a:cubicBezTo>
                          <a:pt x="91854" y="14585"/>
                          <a:pt x="92076" y="9841"/>
                          <a:pt x="91943" y="5142"/>
                        </a:cubicBezTo>
                        <a:cubicBezTo>
                          <a:pt x="91943" y="4300"/>
                          <a:pt x="91677" y="3192"/>
                          <a:pt x="90835" y="3059"/>
                        </a:cubicBezTo>
                        <a:cubicBezTo>
                          <a:pt x="90303" y="2970"/>
                          <a:pt x="90259" y="3679"/>
                          <a:pt x="90392" y="4034"/>
                        </a:cubicBezTo>
                        <a:lnTo>
                          <a:pt x="90835" y="4122"/>
                        </a:lnTo>
                        <a:cubicBezTo>
                          <a:pt x="90613" y="4344"/>
                          <a:pt x="90480" y="4211"/>
                          <a:pt x="90392" y="4034"/>
                        </a:cubicBezTo>
                        <a:lnTo>
                          <a:pt x="75363" y="532"/>
                        </a:lnTo>
                        <a:cubicBezTo>
                          <a:pt x="73768" y="310"/>
                          <a:pt x="72172" y="133"/>
                          <a:pt x="70531" y="0"/>
                        </a:cubicBezTo>
                        <a:cubicBezTo>
                          <a:pt x="71196" y="1862"/>
                          <a:pt x="71374" y="3857"/>
                          <a:pt x="70620" y="5896"/>
                        </a:cubicBezTo>
                        <a:cubicBezTo>
                          <a:pt x="69778" y="8024"/>
                          <a:pt x="68093" y="9664"/>
                          <a:pt x="66630" y="11437"/>
                        </a:cubicBezTo>
                        <a:cubicBezTo>
                          <a:pt x="62463" y="16535"/>
                          <a:pt x="59980" y="23406"/>
                          <a:pt x="54173" y="26465"/>
                        </a:cubicBezTo>
                        <a:cubicBezTo>
                          <a:pt x="48189" y="29613"/>
                          <a:pt x="40652" y="27441"/>
                          <a:pt x="35067" y="23628"/>
                        </a:cubicBezTo>
                        <a:cubicBezTo>
                          <a:pt x="33737" y="22742"/>
                          <a:pt x="32451" y="21678"/>
                          <a:pt x="31431" y="20437"/>
                        </a:cubicBezTo>
                        <a:cubicBezTo>
                          <a:pt x="25536" y="31564"/>
                          <a:pt x="22698" y="45129"/>
                          <a:pt x="15384" y="55591"/>
                        </a:cubicBezTo>
                        <a:cubicBezTo>
                          <a:pt x="11394" y="61310"/>
                          <a:pt x="6074" y="66053"/>
                          <a:pt x="2749" y="72170"/>
                        </a:cubicBezTo>
                        <a:cubicBezTo>
                          <a:pt x="-575" y="78288"/>
                          <a:pt x="-1462" y="86667"/>
                          <a:pt x="3370" y="9163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79" name="Forme libre : forme 19178">
                    <a:extLst>
                      <a:ext uri="{FF2B5EF4-FFF2-40B4-BE49-F238E27FC236}">
                        <a16:creationId xmlns:a16="http://schemas.microsoft.com/office/drawing/2014/main" id="{CA66ACDD-3972-4503-8437-1BD32B0438C7}"/>
                      </a:ext>
                    </a:extLst>
                  </p:cNvPr>
                  <p:cNvSpPr/>
                  <p:nvPr/>
                </p:nvSpPr>
                <p:spPr>
                  <a:xfrm>
                    <a:off x="6689281" y="5762271"/>
                    <a:ext cx="443" cy="204"/>
                  </a:xfrm>
                  <a:custGeom>
                    <a:avLst/>
                    <a:gdLst>
                      <a:gd name="connsiteX0" fmla="*/ 443 w 443"/>
                      <a:gd name="connsiteY0" fmla="*/ 89 h 204"/>
                      <a:gd name="connsiteX1" fmla="*/ 0 w 443"/>
                      <a:gd name="connsiteY1" fmla="*/ 0 h 204"/>
                      <a:gd name="connsiteX2" fmla="*/ 443 w 443"/>
                      <a:gd name="connsiteY2" fmla="*/ 89 h 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43" h="204">
                        <a:moveTo>
                          <a:pt x="443" y="89"/>
                        </a:moveTo>
                        <a:lnTo>
                          <a:pt x="0" y="0"/>
                        </a:lnTo>
                        <a:cubicBezTo>
                          <a:pt x="88" y="177"/>
                          <a:pt x="266" y="311"/>
                          <a:pt x="443" y="8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80" name="Forme libre : forme 19179">
                    <a:extLst>
                      <a:ext uri="{FF2B5EF4-FFF2-40B4-BE49-F238E27FC236}">
                        <a16:creationId xmlns:a16="http://schemas.microsoft.com/office/drawing/2014/main" id="{256DBC96-A8F0-44C4-B3F9-3460C17049D1}"/>
                      </a:ext>
                    </a:extLst>
                  </p:cNvPr>
                  <p:cNvSpPr/>
                  <p:nvPr/>
                </p:nvSpPr>
                <p:spPr>
                  <a:xfrm>
                    <a:off x="6670087" y="5647357"/>
                    <a:ext cx="78819" cy="83586"/>
                  </a:xfrm>
                  <a:custGeom>
                    <a:avLst/>
                    <a:gdLst>
                      <a:gd name="connsiteX0" fmla="*/ 6825 w 78819"/>
                      <a:gd name="connsiteY0" fmla="*/ 76302 h 83586"/>
                      <a:gd name="connsiteX1" fmla="*/ 23804 w 78819"/>
                      <a:gd name="connsiteY1" fmla="*/ 83439 h 83586"/>
                      <a:gd name="connsiteX2" fmla="*/ 38655 w 78819"/>
                      <a:gd name="connsiteY2" fmla="*/ 72755 h 83586"/>
                      <a:gd name="connsiteX3" fmla="*/ 46147 w 78819"/>
                      <a:gd name="connsiteY3" fmla="*/ 51654 h 83586"/>
                      <a:gd name="connsiteX4" fmla="*/ 46945 w 78819"/>
                      <a:gd name="connsiteY4" fmla="*/ 38443 h 83586"/>
                      <a:gd name="connsiteX5" fmla="*/ 38301 w 78819"/>
                      <a:gd name="connsiteY5" fmla="*/ 43630 h 83586"/>
                      <a:gd name="connsiteX6" fmla="*/ 33247 w 78819"/>
                      <a:gd name="connsiteY6" fmla="*/ 45758 h 83586"/>
                      <a:gd name="connsiteX7" fmla="*/ 24381 w 78819"/>
                      <a:gd name="connsiteY7" fmla="*/ 38044 h 83586"/>
                      <a:gd name="connsiteX8" fmla="*/ 28193 w 78819"/>
                      <a:gd name="connsiteY8" fmla="*/ 25942 h 83586"/>
                      <a:gd name="connsiteX9" fmla="*/ 39852 w 78819"/>
                      <a:gd name="connsiteY9" fmla="*/ 15923 h 83586"/>
                      <a:gd name="connsiteX10" fmla="*/ 61885 w 78819"/>
                      <a:gd name="connsiteY10" fmla="*/ 13263 h 83586"/>
                      <a:gd name="connsiteX11" fmla="*/ 64589 w 78819"/>
                      <a:gd name="connsiteY11" fmla="*/ 16677 h 83586"/>
                      <a:gd name="connsiteX12" fmla="*/ 78819 w 78819"/>
                      <a:gd name="connsiteY12" fmla="*/ 5461 h 83586"/>
                      <a:gd name="connsiteX13" fmla="*/ 43088 w 78819"/>
                      <a:gd name="connsiteY13" fmla="*/ 1338 h 83586"/>
                      <a:gd name="connsiteX14" fmla="*/ 29479 w 78819"/>
                      <a:gd name="connsiteY14" fmla="*/ 9894 h 83586"/>
                      <a:gd name="connsiteX15" fmla="*/ 3855 w 78819"/>
                      <a:gd name="connsiteY15" fmla="*/ 39285 h 83586"/>
                      <a:gd name="connsiteX16" fmla="*/ 6825 w 78819"/>
                      <a:gd name="connsiteY16" fmla="*/ 76302 h 83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8819" h="83586">
                        <a:moveTo>
                          <a:pt x="6825" y="76302"/>
                        </a:moveTo>
                        <a:cubicBezTo>
                          <a:pt x="11037" y="81134"/>
                          <a:pt x="17465" y="84326"/>
                          <a:pt x="23804" y="83439"/>
                        </a:cubicBezTo>
                        <a:cubicBezTo>
                          <a:pt x="30011" y="82552"/>
                          <a:pt x="35109" y="77942"/>
                          <a:pt x="38655" y="72755"/>
                        </a:cubicBezTo>
                        <a:cubicBezTo>
                          <a:pt x="42911" y="66505"/>
                          <a:pt x="45527" y="59190"/>
                          <a:pt x="46147" y="51654"/>
                        </a:cubicBezTo>
                        <a:cubicBezTo>
                          <a:pt x="46502" y="47265"/>
                          <a:pt x="46236" y="42743"/>
                          <a:pt x="46945" y="38443"/>
                        </a:cubicBezTo>
                        <a:cubicBezTo>
                          <a:pt x="44064" y="40172"/>
                          <a:pt x="41182" y="41901"/>
                          <a:pt x="38301" y="43630"/>
                        </a:cubicBezTo>
                        <a:cubicBezTo>
                          <a:pt x="36705" y="44561"/>
                          <a:pt x="35109" y="45536"/>
                          <a:pt x="33247" y="45758"/>
                        </a:cubicBezTo>
                        <a:cubicBezTo>
                          <a:pt x="28947" y="46290"/>
                          <a:pt x="25001" y="42344"/>
                          <a:pt x="24381" y="38044"/>
                        </a:cubicBezTo>
                        <a:cubicBezTo>
                          <a:pt x="23760" y="33744"/>
                          <a:pt x="25666" y="29444"/>
                          <a:pt x="28193" y="25942"/>
                        </a:cubicBezTo>
                        <a:cubicBezTo>
                          <a:pt x="31252" y="21774"/>
                          <a:pt x="35286" y="18361"/>
                          <a:pt x="39852" y="15923"/>
                        </a:cubicBezTo>
                        <a:cubicBezTo>
                          <a:pt x="45172" y="13130"/>
                          <a:pt x="56343" y="9051"/>
                          <a:pt x="61885" y="13263"/>
                        </a:cubicBezTo>
                        <a:cubicBezTo>
                          <a:pt x="62949" y="14061"/>
                          <a:pt x="63879" y="15302"/>
                          <a:pt x="64589" y="16677"/>
                        </a:cubicBezTo>
                        <a:cubicBezTo>
                          <a:pt x="69775" y="13174"/>
                          <a:pt x="75361" y="9716"/>
                          <a:pt x="78819" y="5461"/>
                        </a:cubicBezTo>
                        <a:cubicBezTo>
                          <a:pt x="74076" y="-790"/>
                          <a:pt x="50226" y="-923"/>
                          <a:pt x="43088" y="1338"/>
                        </a:cubicBezTo>
                        <a:cubicBezTo>
                          <a:pt x="37946" y="2978"/>
                          <a:pt x="33602" y="6436"/>
                          <a:pt x="29479" y="9894"/>
                        </a:cubicBezTo>
                        <a:cubicBezTo>
                          <a:pt x="19416" y="18317"/>
                          <a:pt x="9441" y="27449"/>
                          <a:pt x="3855" y="39285"/>
                        </a:cubicBezTo>
                        <a:cubicBezTo>
                          <a:pt x="-1642" y="51166"/>
                          <a:pt x="-1775" y="66460"/>
                          <a:pt x="6825" y="7630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81" name="Forme libre : forme 19180">
                    <a:extLst>
                      <a:ext uri="{FF2B5EF4-FFF2-40B4-BE49-F238E27FC236}">
                        <a16:creationId xmlns:a16="http://schemas.microsoft.com/office/drawing/2014/main" id="{E1AABF96-A28A-4996-ABC8-AB4BE98B2357}"/>
                      </a:ext>
                    </a:extLst>
                  </p:cNvPr>
                  <p:cNvSpPr/>
                  <p:nvPr/>
                </p:nvSpPr>
                <p:spPr>
                  <a:xfrm>
                    <a:off x="6797203" y="5615983"/>
                    <a:ext cx="54121" cy="101603"/>
                  </a:xfrm>
                  <a:custGeom>
                    <a:avLst/>
                    <a:gdLst>
                      <a:gd name="connsiteX0" fmla="*/ 29726 w 54121"/>
                      <a:gd name="connsiteY0" fmla="*/ 101603 h 101603"/>
                      <a:gd name="connsiteX1" fmla="*/ 53665 w 54121"/>
                      <a:gd name="connsiteY1" fmla="*/ 74960 h 101603"/>
                      <a:gd name="connsiteX2" fmla="*/ 52202 w 54121"/>
                      <a:gd name="connsiteY2" fmla="*/ 35948 h 101603"/>
                      <a:gd name="connsiteX3" fmla="*/ 51315 w 54121"/>
                      <a:gd name="connsiteY3" fmla="*/ 7754 h 101603"/>
                      <a:gd name="connsiteX4" fmla="*/ 10796 w 54121"/>
                      <a:gd name="connsiteY4" fmla="*/ 24910 h 101603"/>
                      <a:gd name="connsiteX5" fmla="*/ 9067 w 54121"/>
                      <a:gd name="connsiteY5" fmla="*/ 89545 h 101603"/>
                      <a:gd name="connsiteX6" fmla="*/ 29726 w 54121"/>
                      <a:gd name="connsiteY6" fmla="*/ 101603 h 101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4121" h="101603">
                        <a:moveTo>
                          <a:pt x="29726" y="101603"/>
                        </a:moveTo>
                        <a:cubicBezTo>
                          <a:pt x="42759" y="101470"/>
                          <a:pt x="51980" y="87905"/>
                          <a:pt x="53665" y="74960"/>
                        </a:cubicBezTo>
                        <a:cubicBezTo>
                          <a:pt x="55349" y="61927"/>
                          <a:pt x="51802" y="48982"/>
                          <a:pt x="52202" y="35948"/>
                        </a:cubicBezTo>
                        <a:cubicBezTo>
                          <a:pt x="52467" y="26639"/>
                          <a:pt x="54994" y="16798"/>
                          <a:pt x="51315" y="7754"/>
                        </a:cubicBezTo>
                        <a:cubicBezTo>
                          <a:pt x="42626" y="-13613"/>
                          <a:pt x="17402" y="14891"/>
                          <a:pt x="10796" y="24910"/>
                        </a:cubicBezTo>
                        <a:cubicBezTo>
                          <a:pt x="-1794" y="44106"/>
                          <a:pt x="-4631" y="71103"/>
                          <a:pt x="9067" y="89545"/>
                        </a:cubicBezTo>
                        <a:cubicBezTo>
                          <a:pt x="13988" y="96239"/>
                          <a:pt x="21480" y="101692"/>
                          <a:pt x="29726" y="10160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82" name="Forme libre : forme 19181">
                    <a:extLst>
                      <a:ext uri="{FF2B5EF4-FFF2-40B4-BE49-F238E27FC236}">
                        <a16:creationId xmlns:a16="http://schemas.microsoft.com/office/drawing/2014/main" id="{5CF796A7-48E5-4339-8A62-10BAED716AAE}"/>
                      </a:ext>
                    </a:extLst>
                  </p:cNvPr>
                  <p:cNvSpPr/>
                  <p:nvPr/>
                </p:nvSpPr>
                <p:spPr>
                  <a:xfrm>
                    <a:off x="6729382" y="5725808"/>
                    <a:ext cx="65140" cy="44608"/>
                  </a:xfrm>
                  <a:custGeom>
                    <a:avLst/>
                    <a:gdLst>
                      <a:gd name="connsiteX0" fmla="*/ 152 w 65140"/>
                      <a:gd name="connsiteY0" fmla="*/ 40630 h 44608"/>
                      <a:gd name="connsiteX1" fmla="*/ 994 w 65140"/>
                      <a:gd name="connsiteY1" fmla="*/ 43068 h 44608"/>
                      <a:gd name="connsiteX2" fmla="*/ 5826 w 65140"/>
                      <a:gd name="connsiteY2" fmla="*/ 44576 h 44608"/>
                      <a:gd name="connsiteX3" fmla="*/ 19613 w 65140"/>
                      <a:gd name="connsiteY3" fmla="*/ 39876 h 44608"/>
                      <a:gd name="connsiteX4" fmla="*/ 20012 w 65140"/>
                      <a:gd name="connsiteY4" fmla="*/ 39655 h 44608"/>
                      <a:gd name="connsiteX5" fmla="*/ 19879 w 65140"/>
                      <a:gd name="connsiteY5" fmla="*/ 39211 h 44608"/>
                      <a:gd name="connsiteX6" fmla="*/ 23691 w 65140"/>
                      <a:gd name="connsiteY6" fmla="*/ 27109 h 44608"/>
                      <a:gd name="connsiteX7" fmla="*/ 35350 w 65140"/>
                      <a:gd name="connsiteY7" fmla="*/ 17090 h 44608"/>
                      <a:gd name="connsiteX8" fmla="*/ 55920 w 65140"/>
                      <a:gd name="connsiteY8" fmla="*/ 13676 h 44608"/>
                      <a:gd name="connsiteX9" fmla="*/ 65141 w 65140"/>
                      <a:gd name="connsiteY9" fmla="*/ 2682 h 44608"/>
                      <a:gd name="connsiteX10" fmla="*/ 34242 w 65140"/>
                      <a:gd name="connsiteY10" fmla="*/ 1707 h 44608"/>
                      <a:gd name="connsiteX11" fmla="*/ 22007 w 65140"/>
                      <a:gd name="connsiteY11" fmla="*/ 9953 h 44608"/>
                      <a:gd name="connsiteX12" fmla="*/ 6801 w 65140"/>
                      <a:gd name="connsiteY12" fmla="*/ 22676 h 44608"/>
                      <a:gd name="connsiteX13" fmla="*/ 152 w 65140"/>
                      <a:gd name="connsiteY13" fmla="*/ 40630 h 44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5140" h="44608">
                        <a:moveTo>
                          <a:pt x="152" y="40630"/>
                        </a:moveTo>
                        <a:cubicBezTo>
                          <a:pt x="285" y="41472"/>
                          <a:pt x="462" y="42359"/>
                          <a:pt x="994" y="43068"/>
                        </a:cubicBezTo>
                        <a:cubicBezTo>
                          <a:pt x="2058" y="44487"/>
                          <a:pt x="4097" y="44708"/>
                          <a:pt x="5826" y="44576"/>
                        </a:cubicBezTo>
                        <a:cubicBezTo>
                          <a:pt x="10702" y="44221"/>
                          <a:pt x="15313" y="42137"/>
                          <a:pt x="19613" y="39876"/>
                        </a:cubicBezTo>
                        <a:cubicBezTo>
                          <a:pt x="19746" y="39787"/>
                          <a:pt x="19879" y="39743"/>
                          <a:pt x="20012" y="39655"/>
                        </a:cubicBezTo>
                        <a:cubicBezTo>
                          <a:pt x="19968" y="39522"/>
                          <a:pt x="19923" y="39344"/>
                          <a:pt x="19879" y="39211"/>
                        </a:cubicBezTo>
                        <a:cubicBezTo>
                          <a:pt x="19258" y="34911"/>
                          <a:pt x="21165" y="30611"/>
                          <a:pt x="23691" y="27109"/>
                        </a:cubicBezTo>
                        <a:cubicBezTo>
                          <a:pt x="26750" y="22898"/>
                          <a:pt x="30784" y="19528"/>
                          <a:pt x="35350" y="17090"/>
                        </a:cubicBezTo>
                        <a:cubicBezTo>
                          <a:pt x="40227" y="14519"/>
                          <a:pt x="50024" y="10972"/>
                          <a:pt x="55920" y="13676"/>
                        </a:cubicBezTo>
                        <a:cubicBezTo>
                          <a:pt x="60531" y="9820"/>
                          <a:pt x="64919" y="5608"/>
                          <a:pt x="65141" y="2682"/>
                        </a:cubicBezTo>
                        <a:cubicBezTo>
                          <a:pt x="56009" y="732"/>
                          <a:pt x="43241" y="-1706"/>
                          <a:pt x="34242" y="1707"/>
                        </a:cubicBezTo>
                        <a:cubicBezTo>
                          <a:pt x="29632" y="3481"/>
                          <a:pt x="25864" y="6850"/>
                          <a:pt x="22007" y="9953"/>
                        </a:cubicBezTo>
                        <a:cubicBezTo>
                          <a:pt x="16820" y="14076"/>
                          <a:pt x="11234" y="17755"/>
                          <a:pt x="6801" y="22676"/>
                        </a:cubicBezTo>
                        <a:cubicBezTo>
                          <a:pt x="2368" y="27596"/>
                          <a:pt x="-735" y="34069"/>
                          <a:pt x="152" y="4063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83" name="Forme libre : forme 19182">
                    <a:extLst>
                      <a:ext uri="{FF2B5EF4-FFF2-40B4-BE49-F238E27FC236}">
                        <a16:creationId xmlns:a16="http://schemas.microsoft.com/office/drawing/2014/main" id="{FA43B646-0C1C-429D-951B-EB985F5D10EC}"/>
                      </a:ext>
                    </a:extLst>
                  </p:cNvPr>
                  <p:cNvSpPr/>
                  <p:nvPr/>
                </p:nvSpPr>
                <p:spPr>
                  <a:xfrm>
                    <a:off x="6734855" y="5796645"/>
                    <a:ext cx="55101" cy="92238"/>
                  </a:xfrm>
                  <a:custGeom>
                    <a:avLst/>
                    <a:gdLst>
                      <a:gd name="connsiteX0" fmla="*/ 3190 w 55101"/>
                      <a:gd name="connsiteY0" fmla="*/ 86295 h 92238"/>
                      <a:gd name="connsiteX1" fmla="*/ 2924 w 55101"/>
                      <a:gd name="connsiteY1" fmla="*/ 87137 h 92238"/>
                      <a:gd name="connsiteX2" fmla="*/ 6648 w 55101"/>
                      <a:gd name="connsiteY2" fmla="*/ 91659 h 92238"/>
                      <a:gd name="connsiteX3" fmla="*/ 17775 w 55101"/>
                      <a:gd name="connsiteY3" fmla="*/ 88113 h 92238"/>
                      <a:gd name="connsiteX4" fmla="*/ 49073 w 55101"/>
                      <a:gd name="connsiteY4" fmla="*/ 23035 h 92238"/>
                      <a:gd name="connsiteX5" fmla="*/ 55102 w 55101"/>
                      <a:gd name="connsiteY5" fmla="*/ 5790 h 92238"/>
                      <a:gd name="connsiteX6" fmla="*/ 33823 w 55101"/>
                      <a:gd name="connsiteY6" fmla="*/ 27 h 92238"/>
                      <a:gd name="connsiteX7" fmla="*/ 27528 w 55101"/>
                      <a:gd name="connsiteY7" fmla="*/ 1046 h 92238"/>
                      <a:gd name="connsiteX8" fmla="*/ 29479 w 55101"/>
                      <a:gd name="connsiteY8" fmla="*/ 2067 h 92238"/>
                      <a:gd name="connsiteX9" fmla="*/ 33247 w 55101"/>
                      <a:gd name="connsiteY9" fmla="*/ 12573 h 92238"/>
                      <a:gd name="connsiteX10" fmla="*/ 25001 w 55101"/>
                      <a:gd name="connsiteY10" fmla="*/ 20952 h 92238"/>
                      <a:gd name="connsiteX11" fmla="*/ 5806 w 55101"/>
                      <a:gd name="connsiteY11" fmla="*/ 32433 h 92238"/>
                      <a:gd name="connsiteX12" fmla="*/ 5363 w 55101"/>
                      <a:gd name="connsiteY12" fmla="*/ 32699 h 92238"/>
                      <a:gd name="connsiteX13" fmla="*/ 1107 w 55101"/>
                      <a:gd name="connsiteY13" fmla="*/ 79690 h 92238"/>
                      <a:gd name="connsiteX14" fmla="*/ 3190 w 55101"/>
                      <a:gd name="connsiteY14" fmla="*/ 86295 h 92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5101" h="92238">
                        <a:moveTo>
                          <a:pt x="3190" y="86295"/>
                        </a:moveTo>
                        <a:cubicBezTo>
                          <a:pt x="3146" y="86561"/>
                          <a:pt x="3013" y="86872"/>
                          <a:pt x="2924" y="87137"/>
                        </a:cubicBezTo>
                        <a:cubicBezTo>
                          <a:pt x="3722" y="89044"/>
                          <a:pt x="4831" y="90773"/>
                          <a:pt x="6648" y="91659"/>
                        </a:cubicBezTo>
                        <a:cubicBezTo>
                          <a:pt x="10372" y="93433"/>
                          <a:pt x="14672" y="90817"/>
                          <a:pt x="17775" y="88113"/>
                        </a:cubicBezTo>
                        <a:cubicBezTo>
                          <a:pt x="36483" y="71888"/>
                          <a:pt x="48053" y="47771"/>
                          <a:pt x="49073" y="23035"/>
                        </a:cubicBezTo>
                        <a:lnTo>
                          <a:pt x="55102" y="5790"/>
                        </a:lnTo>
                        <a:cubicBezTo>
                          <a:pt x="48630" y="2111"/>
                          <a:pt x="41271" y="-283"/>
                          <a:pt x="33823" y="27"/>
                        </a:cubicBezTo>
                        <a:cubicBezTo>
                          <a:pt x="31695" y="116"/>
                          <a:pt x="29611" y="470"/>
                          <a:pt x="27528" y="1046"/>
                        </a:cubicBezTo>
                        <a:cubicBezTo>
                          <a:pt x="28237" y="1313"/>
                          <a:pt x="28902" y="1623"/>
                          <a:pt x="29479" y="2067"/>
                        </a:cubicBezTo>
                        <a:cubicBezTo>
                          <a:pt x="32316" y="4194"/>
                          <a:pt x="34133" y="9159"/>
                          <a:pt x="33247" y="12573"/>
                        </a:cubicBezTo>
                        <a:cubicBezTo>
                          <a:pt x="32227" y="16518"/>
                          <a:pt x="28282" y="19001"/>
                          <a:pt x="25001" y="20952"/>
                        </a:cubicBezTo>
                        <a:cubicBezTo>
                          <a:pt x="18617" y="24764"/>
                          <a:pt x="12189" y="28576"/>
                          <a:pt x="5806" y="32433"/>
                        </a:cubicBezTo>
                        <a:cubicBezTo>
                          <a:pt x="5673" y="32522"/>
                          <a:pt x="5495" y="32610"/>
                          <a:pt x="5363" y="32699"/>
                        </a:cubicBezTo>
                        <a:cubicBezTo>
                          <a:pt x="974" y="48126"/>
                          <a:pt x="-1597" y="64174"/>
                          <a:pt x="1107" y="79690"/>
                        </a:cubicBezTo>
                        <a:cubicBezTo>
                          <a:pt x="3057" y="80665"/>
                          <a:pt x="3900" y="82749"/>
                          <a:pt x="3190" y="8629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84" name="Forme libre : forme 19183">
                    <a:extLst>
                      <a:ext uri="{FF2B5EF4-FFF2-40B4-BE49-F238E27FC236}">
                        <a16:creationId xmlns:a16="http://schemas.microsoft.com/office/drawing/2014/main" id="{4BA2102B-CE3B-4BC4-AE85-E1F628501E77}"/>
                      </a:ext>
                    </a:extLst>
                  </p:cNvPr>
                  <p:cNvSpPr/>
                  <p:nvPr/>
                </p:nvSpPr>
                <p:spPr>
                  <a:xfrm>
                    <a:off x="6849008" y="5800440"/>
                    <a:ext cx="68976" cy="80882"/>
                  </a:xfrm>
                  <a:custGeom>
                    <a:avLst/>
                    <a:gdLst>
                      <a:gd name="connsiteX0" fmla="*/ 61130 w 68976"/>
                      <a:gd name="connsiteY0" fmla="*/ 3635 h 80882"/>
                      <a:gd name="connsiteX1" fmla="*/ 54258 w 68976"/>
                      <a:gd name="connsiteY1" fmla="*/ 8246 h 80882"/>
                      <a:gd name="connsiteX2" fmla="*/ 53549 w 68976"/>
                      <a:gd name="connsiteY2" fmla="*/ 8202 h 80882"/>
                      <a:gd name="connsiteX3" fmla="*/ 40028 w 68976"/>
                      <a:gd name="connsiteY3" fmla="*/ 16270 h 80882"/>
                      <a:gd name="connsiteX4" fmla="*/ 34974 w 68976"/>
                      <a:gd name="connsiteY4" fmla="*/ 18397 h 80882"/>
                      <a:gd name="connsiteX5" fmla="*/ 27305 w 68976"/>
                      <a:gd name="connsiteY5" fmla="*/ 14009 h 80882"/>
                      <a:gd name="connsiteX6" fmla="*/ 14183 w 68976"/>
                      <a:gd name="connsiteY6" fmla="*/ 28860 h 80882"/>
                      <a:gd name="connsiteX7" fmla="*/ 1992 w 68976"/>
                      <a:gd name="connsiteY7" fmla="*/ 44863 h 80882"/>
                      <a:gd name="connsiteX8" fmla="*/ 3588 w 68976"/>
                      <a:gd name="connsiteY8" fmla="*/ 70708 h 80882"/>
                      <a:gd name="connsiteX9" fmla="*/ 7977 w 68976"/>
                      <a:gd name="connsiteY9" fmla="*/ 77136 h 80882"/>
                      <a:gd name="connsiteX10" fmla="*/ 34974 w 68976"/>
                      <a:gd name="connsiteY10" fmla="*/ 74831 h 80882"/>
                      <a:gd name="connsiteX11" fmla="*/ 58514 w 68976"/>
                      <a:gd name="connsiteY11" fmla="*/ 42913 h 80882"/>
                      <a:gd name="connsiteX12" fmla="*/ 68932 w 68976"/>
                      <a:gd name="connsiteY12" fmla="*/ 15826 h 80882"/>
                      <a:gd name="connsiteX13" fmla="*/ 68444 w 68976"/>
                      <a:gd name="connsiteY13" fmla="*/ 14097 h 80882"/>
                      <a:gd name="connsiteX14" fmla="*/ 68976 w 68976"/>
                      <a:gd name="connsiteY14" fmla="*/ 12191 h 80882"/>
                      <a:gd name="connsiteX15" fmla="*/ 67868 w 68976"/>
                      <a:gd name="connsiteY15" fmla="*/ 5763 h 80882"/>
                      <a:gd name="connsiteX16" fmla="*/ 65385 w 68976"/>
                      <a:gd name="connsiteY16" fmla="*/ 0 h 80882"/>
                      <a:gd name="connsiteX17" fmla="*/ 61130 w 68976"/>
                      <a:gd name="connsiteY17" fmla="*/ 3635 h 808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8976" h="80882">
                        <a:moveTo>
                          <a:pt x="61130" y="3635"/>
                        </a:moveTo>
                        <a:cubicBezTo>
                          <a:pt x="59977" y="6295"/>
                          <a:pt x="57362" y="8202"/>
                          <a:pt x="54258" y="8246"/>
                        </a:cubicBezTo>
                        <a:cubicBezTo>
                          <a:pt x="54037" y="8246"/>
                          <a:pt x="53815" y="8202"/>
                          <a:pt x="53549" y="8202"/>
                        </a:cubicBezTo>
                        <a:cubicBezTo>
                          <a:pt x="49027" y="10906"/>
                          <a:pt x="44550" y="13566"/>
                          <a:pt x="40028" y="16270"/>
                        </a:cubicBezTo>
                        <a:cubicBezTo>
                          <a:pt x="38432" y="17200"/>
                          <a:pt x="36836" y="18176"/>
                          <a:pt x="34974" y="18397"/>
                        </a:cubicBezTo>
                        <a:cubicBezTo>
                          <a:pt x="31827" y="18797"/>
                          <a:pt x="28946" y="16802"/>
                          <a:pt x="27305" y="14009"/>
                        </a:cubicBezTo>
                        <a:cubicBezTo>
                          <a:pt x="21986" y="19949"/>
                          <a:pt x="17286" y="25712"/>
                          <a:pt x="14183" y="28860"/>
                        </a:cubicBezTo>
                        <a:cubicBezTo>
                          <a:pt x="9440" y="33648"/>
                          <a:pt x="4563" y="38613"/>
                          <a:pt x="1992" y="44863"/>
                        </a:cubicBezTo>
                        <a:cubicBezTo>
                          <a:pt x="-1377" y="53065"/>
                          <a:pt x="-224" y="62684"/>
                          <a:pt x="3588" y="70708"/>
                        </a:cubicBezTo>
                        <a:cubicBezTo>
                          <a:pt x="4696" y="73058"/>
                          <a:pt x="6071" y="75363"/>
                          <a:pt x="7977" y="77136"/>
                        </a:cubicBezTo>
                        <a:cubicBezTo>
                          <a:pt x="15203" y="83786"/>
                          <a:pt x="27128" y="80683"/>
                          <a:pt x="34974" y="74831"/>
                        </a:cubicBezTo>
                        <a:cubicBezTo>
                          <a:pt x="45791" y="66763"/>
                          <a:pt x="52707" y="54838"/>
                          <a:pt x="58514" y="42913"/>
                        </a:cubicBezTo>
                        <a:cubicBezTo>
                          <a:pt x="62637" y="34490"/>
                          <a:pt x="68090" y="25313"/>
                          <a:pt x="68932" y="15826"/>
                        </a:cubicBezTo>
                        <a:cubicBezTo>
                          <a:pt x="68666" y="15295"/>
                          <a:pt x="68489" y="14763"/>
                          <a:pt x="68444" y="14097"/>
                        </a:cubicBezTo>
                        <a:cubicBezTo>
                          <a:pt x="68444" y="13388"/>
                          <a:pt x="68666" y="12767"/>
                          <a:pt x="68976" y="12191"/>
                        </a:cubicBezTo>
                        <a:cubicBezTo>
                          <a:pt x="68888" y="10063"/>
                          <a:pt x="68533" y="7891"/>
                          <a:pt x="67868" y="5763"/>
                        </a:cubicBezTo>
                        <a:cubicBezTo>
                          <a:pt x="67114" y="3502"/>
                          <a:pt x="66316" y="1596"/>
                          <a:pt x="65385" y="0"/>
                        </a:cubicBezTo>
                        <a:cubicBezTo>
                          <a:pt x="64277" y="1463"/>
                          <a:pt x="62726" y="2616"/>
                          <a:pt x="61130" y="363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85" name="Forme libre : forme 19184">
                    <a:extLst>
                      <a:ext uri="{FF2B5EF4-FFF2-40B4-BE49-F238E27FC236}">
                        <a16:creationId xmlns:a16="http://schemas.microsoft.com/office/drawing/2014/main" id="{85600853-04FC-42A2-8E27-D4111D5969EB}"/>
                      </a:ext>
                    </a:extLst>
                  </p:cNvPr>
                  <p:cNvSpPr/>
                  <p:nvPr/>
                </p:nvSpPr>
                <p:spPr>
                  <a:xfrm>
                    <a:off x="6905780" y="5693336"/>
                    <a:ext cx="61633" cy="63642"/>
                  </a:xfrm>
                  <a:custGeom>
                    <a:avLst/>
                    <a:gdLst>
                      <a:gd name="connsiteX0" fmla="*/ 3781 w 61633"/>
                      <a:gd name="connsiteY0" fmla="*/ 34002 h 63642"/>
                      <a:gd name="connsiteX1" fmla="*/ 279 w 61633"/>
                      <a:gd name="connsiteY1" fmla="*/ 52444 h 63642"/>
                      <a:gd name="connsiteX2" fmla="*/ 6086 w 61633"/>
                      <a:gd name="connsiteY2" fmla="*/ 62463 h 63642"/>
                      <a:gd name="connsiteX3" fmla="*/ 14465 w 61633"/>
                      <a:gd name="connsiteY3" fmla="*/ 63571 h 63642"/>
                      <a:gd name="connsiteX4" fmla="*/ 29360 w 61633"/>
                      <a:gd name="connsiteY4" fmla="*/ 62906 h 63642"/>
                      <a:gd name="connsiteX5" fmla="*/ 41241 w 61633"/>
                      <a:gd name="connsiteY5" fmla="*/ 60246 h 63642"/>
                      <a:gd name="connsiteX6" fmla="*/ 50949 w 61633"/>
                      <a:gd name="connsiteY6" fmla="*/ 48233 h 63642"/>
                      <a:gd name="connsiteX7" fmla="*/ 50506 w 61633"/>
                      <a:gd name="connsiteY7" fmla="*/ 48499 h 63642"/>
                      <a:gd name="connsiteX8" fmla="*/ 45452 w 61633"/>
                      <a:gd name="connsiteY8" fmla="*/ 50626 h 63642"/>
                      <a:gd name="connsiteX9" fmla="*/ 36586 w 61633"/>
                      <a:gd name="connsiteY9" fmla="*/ 42913 h 63642"/>
                      <a:gd name="connsiteX10" fmla="*/ 40399 w 61633"/>
                      <a:gd name="connsiteY10" fmla="*/ 30811 h 63642"/>
                      <a:gd name="connsiteX11" fmla="*/ 52058 w 61633"/>
                      <a:gd name="connsiteY11" fmla="*/ 20792 h 63642"/>
                      <a:gd name="connsiteX12" fmla="*/ 61633 w 61633"/>
                      <a:gd name="connsiteY12" fmla="*/ 17201 h 63642"/>
                      <a:gd name="connsiteX13" fmla="*/ 60037 w 61633"/>
                      <a:gd name="connsiteY13" fmla="*/ 10197 h 63642"/>
                      <a:gd name="connsiteX14" fmla="*/ 43990 w 61633"/>
                      <a:gd name="connsiteY14" fmla="*/ 1 h 63642"/>
                      <a:gd name="connsiteX15" fmla="*/ 20051 w 61633"/>
                      <a:gd name="connsiteY15" fmla="*/ 15517 h 63642"/>
                      <a:gd name="connsiteX16" fmla="*/ 3781 w 61633"/>
                      <a:gd name="connsiteY16" fmla="*/ 34002 h 63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1633" h="63642">
                        <a:moveTo>
                          <a:pt x="3781" y="34002"/>
                        </a:moveTo>
                        <a:cubicBezTo>
                          <a:pt x="634" y="39544"/>
                          <a:pt x="-607" y="46149"/>
                          <a:pt x="279" y="52444"/>
                        </a:cubicBezTo>
                        <a:cubicBezTo>
                          <a:pt x="855" y="56390"/>
                          <a:pt x="2540" y="60601"/>
                          <a:pt x="6086" y="62463"/>
                        </a:cubicBezTo>
                        <a:cubicBezTo>
                          <a:pt x="8613" y="63793"/>
                          <a:pt x="11628" y="63704"/>
                          <a:pt x="14465" y="63571"/>
                        </a:cubicBezTo>
                        <a:cubicBezTo>
                          <a:pt x="19430" y="63349"/>
                          <a:pt x="24395" y="63128"/>
                          <a:pt x="29360" y="62906"/>
                        </a:cubicBezTo>
                        <a:cubicBezTo>
                          <a:pt x="33439" y="62729"/>
                          <a:pt x="37783" y="62463"/>
                          <a:pt x="41241" y="60246"/>
                        </a:cubicBezTo>
                        <a:cubicBezTo>
                          <a:pt x="45009" y="57852"/>
                          <a:pt x="48201" y="53242"/>
                          <a:pt x="50949" y="48233"/>
                        </a:cubicBezTo>
                        <a:cubicBezTo>
                          <a:pt x="50816" y="48322"/>
                          <a:pt x="50639" y="48410"/>
                          <a:pt x="50506" y="48499"/>
                        </a:cubicBezTo>
                        <a:cubicBezTo>
                          <a:pt x="48910" y="49430"/>
                          <a:pt x="47314" y="50405"/>
                          <a:pt x="45452" y="50626"/>
                        </a:cubicBezTo>
                        <a:cubicBezTo>
                          <a:pt x="41152" y="51158"/>
                          <a:pt x="37207" y="47213"/>
                          <a:pt x="36586" y="42913"/>
                        </a:cubicBezTo>
                        <a:cubicBezTo>
                          <a:pt x="35966" y="38613"/>
                          <a:pt x="37872" y="34313"/>
                          <a:pt x="40399" y="30811"/>
                        </a:cubicBezTo>
                        <a:cubicBezTo>
                          <a:pt x="43457" y="26644"/>
                          <a:pt x="47492" y="23230"/>
                          <a:pt x="52058" y="20792"/>
                        </a:cubicBezTo>
                        <a:cubicBezTo>
                          <a:pt x="54407" y="19550"/>
                          <a:pt x="57954" y="18088"/>
                          <a:pt x="61633" y="17201"/>
                        </a:cubicBezTo>
                        <a:cubicBezTo>
                          <a:pt x="61500" y="14851"/>
                          <a:pt x="61057" y="12457"/>
                          <a:pt x="60037" y="10197"/>
                        </a:cubicBezTo>
                        <a:cubicBezTo>
                          <a:pt x="57067" y="3547"/>
                          <a:pt x="51171" y="89"/>
                          <a:pt x="43990" y="1"/>
                        </a:cubicBezTo>
                        <a:cubicBezTo>
                          <a:pt x="32153" y="-88"/>
                          <a:pt x="27321" y="8024"/>
                          <a:pt x="20051" y="15517"/>
                        </a:cubicBezTo>
                        <a:cubicBezTo>
                          <a:pt x="14687" y="21767"/>
                          <a:pt x="7860" y="26865"/>
                          <a:pt x="3781" y="3400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86" name="Forme libre : forme 19185">
                    <a:extLst>
                      <a:ext uri="{FF2B5EF4-FFF2-40B4-BE49-F238E27FC236}">
                        <a16:creationId xmlns:a16="http://schemas.microsoft.com/office/drawing/2014/main" id="{53D5548E-AA6A-4FCC-A14F-04D07175C976}"/>
                      </a:ext>
                    </a:extLst>
                  </p:cNvPr>
                  <p:cNvSpPr/>
                  <p:nvPr/>
                </p:nvSpPr>
                <p:spPr>
                  <a:xfrm>
                    <a:off x="6510562" y="5839706"/>
                    <a:ext cx="32458" cy="53460"/>
                  </a:xfrm>
                  <a:custGeom>
                    <a:avLst/>
                    <a:gdLst>
                      <a:gd name="connsiteX0" fmla="*/ 13010 w 32458"/>
                      <a:gd name="connsiteY0" fmla="*/ 765 h 53460"/>
                      <a:gd name="connsiteX1" fmla="*/ 2326 w 32458"/>
                      <a:gd name="connsiteY1" fmla="*/ 15837 h 53460"/>
                      <a:gd name="connsiteX2" fmla="*/ 553 w 32458"/>
                      <a:gd name="connsiteY2" fmla="*/ 34456 h 53460"/>
                      <a:gd name="connsiteX3" fmla="*/ 7867 w 32458"/>
                      <a:gd name="connsiteY3" fmla="*/ 45495 h 53460"/>
                      <a:gd name="connsiteX4" fmla="*/ 19393 w 32458"/>
                      <a:gd name="connsiteY4" fmla="*/ 53209 h 53460"/>
                      <a:gd name="connsiteX5" fmla="*/ 22364 w 32458"/>
                      <a:gd name="connsiteY5" fmla="*/ 53209 h 53460"/>
                      <a:gd name="connsiteX6" fmla="*/ 24314 w 32458"/>
                      <a:gd name="connsiteY6" fmla="*/ 51347 h 53460"/>
                      <a:gd name="connsiteX7" fmla="*/ 28171 w 32458"/>
                      <a:gd name="connsiteY7" fmla="*/ 5154 h 53460"/>
                      <a:gd name="connsiteX8" fmla="*/ 13010 w 32458"/>
                      <a:gd name="connsiteY8" fmla="*/ 765 h 53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458" h="53460">
                        <a:moveTo>
                          <a:pt x="13010" y="765"/>
                        </a:moveTo>
                        <a:cubicBezTo>
                          <a:pt x="4321" y="2760"/>
                          <a:pt x="3612" y="7725"/>
                          <a:pt x="2326" y="15837"/>
                        </a:cubicBezTo>
                        <a:cubicBezTo>
                          <a:pt x="1351" y="22044"/>
                          <a:pt x="-1087" y="28383"/>
                          <a:pt x="553" y="34456"/>
                        </a:cubicBezTo>
                        <a:cubicBezTo>
                          <a:pt x="1705" y="38757"/>
                          <a:pt x="4720" y="42347"/>
                          <a:pt x="7867" y="45495"/>
                        </a:cubicBezTo>
                        <a:cubicBezTo>
                          <a:pt x="11148" y="48820"/>
                          <a:pt x="14872" y="52012"/>
                          <a:pt x="19393" y="53209"/>
                        </a:cubicBezTo>
                        <a:cubicBezTo>
                          <a:pt x="20369" y="53474"/>
                          <a:pt x="21433" y="53608"/>
                          <a:pt x="22364" y="53209"/>
                        </a:cubicBezTo>
                        <a:cubicBezTo>
                          <a:pt x="23206" y="52854"/>
                          <a:pt x="23782" y="52100"/>
                          <a:pt x="24314" y="51347"/>
                        </a:cubicBezTo>
                        <a:cubicBezTo>
                          <a:pt x="32471" y="39909"/>
                          <a:pt x="35796" y="17921"/>
                          <a:pt x="28171" y="5154"/>
                        </a:cubicBezTo>
                        <a:cubicBezTo>
                          <a:pt x="24846" y="-477"/>
                          <a:pt x="19349" y="-698"/>
                          <a:pt x="13010" y="76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87" name="Forme libre : forme 19186">
                    <a:extLst>
                      <a:ext uri="{FF2B5EF4-FFF2-40B4-BE49-F238E27FC236}">
                        <a16:creationId xmlns:a16="http://schemas.microsoft.com/office/drawing/2014/main" id="{B60073FC-FDDF-43CE-96A1-591CB20CCD86}"/>
                      </a:ext>
                    </a:extLst>
                  </p:cNvPr>
                  <p:cNvSpPr/>
                  <p:nvPr/>
                </p:nvSpPr>
                <p:spPr>
                  <a:xfrm>
                    <a:off x="6958595" y="5771893"/>
                    <a:ext cx="55140" cy="89735"/>
                  </a:xfrm>
                  <a:custGeom>
                    <a:avLst/>
                    <a:gdLst>
                      <a:gd name="connsiteX0" fmla="*/ 38875 w 55140"/>
                      <a:gd name="connsiteY0" fmla="*/ 38965 h 89735"/>
                      <a:gd name="connsiteX1" fmla="*/ 30009 w 55140"/>
                      <a:gd name="connsiteY1" fmla="*/ 31252 h 89735"/>
                      <a:gd name="connsiteX2" fmla="*/ 33821 w 55140"/>
                      <a:gd name="connsiteY2" fmla="*/ 19149 h 89735"/>
                      <a:gd name="connsiteX3" fmla="*/ 45480 w 55140"/>
                      <a:gd name="connsiteY3" fmla="*/ 9131 h 89735"/>
                      <a:gd name="connsiteX4" fmla="*/ 51686 w 55140"/>
                      <a:gd name="connsiteY4" fmla="*/ 6515 h 89735"/>
                      <a:gd name="connsiteX5" fmla="*/ 49115 w 55140"/>
                      <a:gd name="connsiteY5" fmla="*/ 3101 h 89735"/>
                      <a:gd name="connsiteX6" fmla="*/ 10725 w 55140"/>
                      <a:gd name="connsiteY6" fmla="*/ 19504 h 89735"/>
                      <a:gd name="connsiteX7" fmla="*/ 1681 w 55140"/>
                      <a:gd name="connsiteY7" fmla="*/ 68534 h 89735"/>
                      <a:gd name="connsiteX8" fmla="*/ 18261 w 55140"/>
                      <a:gd name="connsiteY8" fmla="*/ 89370 h 89735"/>
                      <a:gd name="connsiteX9" fmla="*/ 39850 w 55140"/>
                      <a:gd name="connsiteY9" fmla="*/ 82720 h 89735"/>
                      <a:gd name="connsiteX10" fmla="*/ 53371 w 55140"/>
                      <a:gd name="connsiteY10" fmla="*/ 69775 h 89735"/>
                      <a:gd name="connsiteX11" fmla="*/ 55011 w 55140"/>
                      <a:gd name="connsiteY11" fmla="*/ 54791 h 89735"/>
                      <a:gd name="connsiteX12" fmla="*/ 53992 w 55140"/>
                      <a:gd name="connsiteY12" fmla="*/ 30720 h 89735"/>
                      <a:gd name="connsiteX13" fmla="*/ 43751 w 55140"/>
                      <a:gd name="connsiteY13" fmla="*/ 36838 h 89735"/>
                      <a:gd name="connsiteX14" fmla="*/ 38875 w 55140"/>
                      <a:gd name="connsiteY14" fmla="*/ 38965 h 89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5140" h="89735">
                        <a:moveTo>
                          <a:pt x="38875" y="38965"/>
                        </a:moveTo>
                        <a:cubicBezTo>
                          <a:pt x="34575" y="39497"/>
                          <a:pt x="30629" y="35552"/>
                          <a:pt x="30009" y="31252"/>
                        </a:cubicBezTo>
                        <a:cubicBezTo>
                          <a:pt x="29388" y="26951"/>
                          <a:pt x="31294" y="22651"/>
                          <a:pt x="33821" y="19149"/>
                        </a:cubicBezTo>
                        <a:cubicBezTo>
                          <a:pt x="36880" y="14938"/>
                          <a:pt x="40914" y="11569"/>
                          <a:pt x="45480" y="9131"/>
                        </a:cubicBezTo>
                        <a:cubicBezTo>
                          <a:pt x="47121" y="8288"/>
                          <a:pt x="49293" y="7313"/>
                          <a:pt x="51686" y="6515"/>
                        </a:cubicBezTo>
                        <a:cubicBezTo>
                          <a:pt x="51022" y="5273"/>
                          <a:pt x="50223" y="4077"/>
                          <a:pt x="49115" y="3101"/>
                        </a:cubicBezTo>
                        <a:cubicBezTo>
                          <a:pt x="37634" y="-7139"/>
                          <a:pt x="17286" y="10505"/>
                          <a:pt x="10725" y="19504"/>
                        </a:cubicBezTo>
                        <a:cubicBezTo>
                          <a:pt x="617" y="33335"/>
                          <a:pt x="-2220" y="51821"/>
                          <a:pt x="1681" y="68534"/>
                        </a:cubicBezTo>
                        <a:cubicBezTo>
                          <a:pt x="3809" y="77666"/>
                          <a:pt x="9129" y="87375"/>
                          <a:pt x="18261" y="89370"/>
                        </a:cubicBezTo>
                        <a:cubicBezTo>
                          <a:pt x="25841" y="91010"/>
                          <a:pt x="33333" y="86843"/>
                          <a:pt x="39850" y="82720"/>
                        </a:cubicBezTo>
                        <a:cubicBezTo>
                          <a:pt x="45214" y="79351"/>
                          <a:pt x="50800" y="75583"/>
                          <a:pt x="53371" y="69775"/>
                        </a:cubicBezTo>
                        <a:cubicBezTo>
                          <a:pt x="55410" y="65120"/>
                          <a:pt x="55233" y="59845"/>
                          <a:pt x="55011" y="54791"/>
                        </a:cubicBezTo>
                        <a:cubicBezTo>
                          <a:pt x="54657" y="46768"/>
                          <a:pt x="54258" y="38744"/>
                          <a:pt x="53992" y="30720"/>
                        </a:cubicBezTo>
                        <a:cubicBezTo>
                          <a:pt x="50578" y="32759"/>
                          <a:pt x="47165" y="34798"/>
                          <a:pt x="43751" y="36838"/>
                        </a:cubicBezTo>
                        <a:cubicBezTo>
                          <a:pt x="42333" y="37768"/>
                          <a:pt x="40737" y="38744"/>
                          <a:pt x="38875" y="3896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88" name="Forme libre : forme 19187">
                    <a:extLst>
                      <a:ext uri="{FF2B5EF4-FFF2-40B4-BE49-F238E27FC236}">
                        <a16:creationId xmlns:a16="http://schemas.microsoft.com/office/drawing/2014/main" id="{6676EA2E-7FD4-4390-948A-EBEEC63FBA60}"/>
                      </a:ext>
                    </a:extLst>
                  </p:cNvPr>
                  <p:cNvSpPr/>
                  <p:nvPr/>
                </p:nvSpPr>
                <p:spPr>
                  <a:xfrm>
                    <a:off x="7004740" y="5696684"/>
                    <a:ext cx="36661" cy="45425"/>
                  </a:xfrm>
                  <a:custGeom>
                    <a:avLst/>
                    <a:gdLst>
                      <a:gd name="connsiteX0" fmla="*/ 22254 w 36661"/>
                      <a:gd name="connsiteY0" fmla="*/ 2327 h 45425"/>
                      <a:gd name="connsiteX1" fmla="*/ 5586 w 36661"/>
                      <a:gd name="connsiteY1" fmla="*/ 40939 h 45425"/>
                      <a:gd name="connsiteX2" fmla="*/ 16137 w 36661"/>
                      <a:gd name="connsiteY2" fmla="*/ 45239 h 45425"/>
                      <a:gd name="connsiteX3" fmla="*/ 22254 w 36661"/>
                      <a:gd name="connsiteY3" fmla="*/ 2327 h 45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661" h="45425">
                        <a:moveTo>
                          <a:pt x="22254" y="2327"/>
                        </a:moveTo>
                        <a:cubicBezTo>
                          <a:pt x="1197" y="-9821"/>
                          <a:pt x="-6162" y="28969"/>
                          <a:pt x="5586" y="40939"/>
                        </a:cubicBezTo>
                        <a:cubicBezTo>
                          <a:pt x="8290" y="43687"/>
                          <a:pt x="12280" y="44840"/>
                          <a:pt x="16137" y="45239"/>
                        </a:cubicBezTo>
                        <a:cubicBezTo>
                          <a:pt x="44375" y="48298"/>
                          <a:pt x="40563" y="12877"/>
                          <a:pt x="22254" y="232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89" name="Forme libre : forme 19188">
                    <a:extLst>
                      <a:ext uri="{FF2B5EF4-FFF2-40B4-BE49-F238E27FC236}">
                        <a16:creationId xmlns:a16="http://schemas.microsoft.com/office/drawing/2014/main" id="{7BAA1D2C-1D53-4B70-AC74-71598F38F18A}"/>
                      </a:ext>
                    </a:extLst>
                  </p:cNvPr>
                  <p:cNvSpPr/>
                  <p:nvPr/>
                </p:nvSpPr>
                <p:spPr>
                  <a:xfrm>
                    <a:off x="7066946" y="5643486"/>
                    <a:ext cx="58690" cy="67577"/>
                  </a:xfrm>
                  <a:custGeom>
                    <a:avLst/>
                    <a:gdLst>
                      <a:gd name="connsiteX0" fmla="*/ 16881 w 58690"/>
                      <a:gd name="connsiteY0" fmla="*/ 55968 h 67577"/>
                      <a:gd name="connsiteX1" fmla="*/ 37494 w 58690"/>
                      <a:gd name="connsiteY1" fmla="*/ 63992 h 67577"/>
                      <a:gd name="connsiteX2" fmla="*/ 45829 w 58690"/>
                      <a:gd name="connsiteY2" fmla="*/ 67494 h 67577"/>
                      <a:gd name="connsiteX3" fmla="*/ 58153 w 58690"/>
                      <a:gd name="connsiteY3" fmla="*/ 58362 h 67577"/>
                      <a:gd name="connsiteX4" fmla="*/ 55050 w 58690"/>
                      <a:gd name="connsiteY4" fmla="*/ 42403 h 67577"/>
                      <a:gd name="connsiteX5" fmla="*/ 44809 w 58690"/>
                      <a:gd name="connsiteY5" fmla="*/ 29237 h 67577"/>
                      <a:gd name="connsiteX6" fmla="*/ 34790 w 58690"/>
                      <a:gd name="connsiteY6" fmla="*/ 40851 h 67577"/>
                      <a:gd name="connsiteX7" fmla="*/ 15684 w 58690"/>
                      <a:gd name="connsiteY7" fmla="*/ 38014 h 67577"/>
                      <a:gd name="connsiteX8" fmla="*/ 9655 w 58690"/>
                      <a:gd name="connsiteY8" fmla="*/ 30212 h 67577"/>
                      <a:gd name="connsiteX9" fmla="*/ 11384 w 58690"/>
                      <a:gd name="connsiteY9" fmla="*/ 22277 h 67577"/>
                      <a:gd name="connsiteX10" fmla="*/ 22466 w 58690"/>
                      <a:gd name="connsiteY10" fmla="*/ 8224 h 67577"/>
                      <a:gd name="connsiteX11" fmla="*/ 24373 w 58690"/>
                      <a:gd name="connsiteY11" fmla="*/ 6894 h 67577"/>
                      <a:gd name="connsiteX12" fmla="*/ 12270 w 58690"/>
                      <a:gd name="connsiteY12" fmla="*/ 289 h 67577"/>
                      <a:gd name="connsiteX13" fmla="*/ 8679 w 58690"/>
                      <a:gd name="connsiteY13" fmla="*/ 46526 h 67577"/>
                      <a:gd name="connsiteX14" fmla="*/ 16881 w 58690"/>
                      <a:gd name="connsiteY14" fmla="*/ 55968 h 67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8690" h="67577">
                        <a:moveTo>
                          <a:pt x="16881" y="55968"/>
                        </a:moveTo>
                        <a:cubicBezTo>
                          <a:pt x="22954" y="60224"/>
                          <a:pt x="30845" y="60756"/>
                          <a:pt x="37494" y="63992"/>
                        </a:cubicBezTo>
                        <a:cubicBezTo>
                          <a:pt x="40243" y="65278"/>
                          <a:pt x="42814" y="67051"/>
                          <a:pt x="45829" y="67494"/>
                        </a:cubicBezTo>
                        <a:cubicBezTo>
                          <a:pt x="51370" y="68248"/>
                          <a:pt x="56690" y="63771"/>
                          <a:pt x="58153" y="58362"/>
                        </a:cubicBezTo>
                        <a:cubicBezTo>
                          <a:pt x="59616" y="52998"/>
                          <a:pt x="57931" y="47147"/>
                          <a:pt x="55050" y="42403"/>
                        </a:cubicBezTo>
                        <a:cubicBezTo>
                          <a:pt x="52212" y="37793"/>
                          <a:pt x="48622" y="33448"/>
                          <a:pt x="44809" y="29237"/>
                        </a:cubicBezTo>
                        <a:cubicBezTo>
                          <a:pt x="41928" y="33670"/>
                          <a:pt x="39401" y="38457"/>
                          <a:pt x="34790" y="40851"/>
                        </a:cubicBezTo>
                        <a:cubicBezTo>
                          <a:pt x="28806" y="43999"/>
                          <a:pt x="21269" y="41827"/>
                          <a:pt x="15684" y="38014"/>
                        </a:cubicBezTo>
                        <a:cubicBezTo>
                          <a:pt x="12891" y="36108"/>
                          <a:pt x="10231" y="33537"/>
                          <a:pt x="9655" y="30212"/>
                        </a:cubicBezTo>
                        <a:cubicBezTo>
                          <a:pt x="9167" y="27508"/>
                          <a:pt x="10187" y="24759"/>
                          <a:pt x="11384" y="22277"/>
                        </a:cubicBezTo>
                        <a:cubicBezTo>
                          <a:pt x="13999" y="16824"/>
                          <a:pt x="17634" y="11814"/>
                          <a:pt x="22466" y="8224"/>
                        </a:cubicBezTo>
                        <a:cubicBezTo>
                          <a:pt x="23043" y="7781"/>
                          <a:pt x="23708" y="7337"/>
                          <a:pt x="24373" y="6894"/>
                        </a:cubicBezTo>
                        <a:cubicBezTo>
                          <a:pt x="20782" y="3746"/>
                          <a:pt x="16748" y="1131"/>
                          <a:pt x="12270" y="289"/>
                        </a:cubicBezTo>
                        <a:cubicBezTo>
                          <a:pt x="-9629" y="-3834"/>
                          <a:pt x="3404" y="37438"/>
                          <a:pt x="8679" y="46526"/>
                        </a:cubicBezTo>
                        <a:cubicBezTo>
                          <a:pt x="10852" y="50116"/>
                          <a:pt x="13423" y="53574"/>
                          <a:pt x="16881" y="5596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90" name="Forme libre : forme 19189">
                    <a:extLst>
                      <a:ext uri="{FF2B5EF4-FFF2-40B4-BE49-F238E27FC236}">
                        <a16:creationId xmlns:a16="http://schemas.microsoft.com/office/drawing/2014/main" id="{8ED6DB7E-103C-47F5-83D8-66A3BAE0BF55}"/>
                      </a:ext>
                    </a:extLst>
                  </p:cNvPr>
                  <p:cNvSpPr/>
                  <p:nvPr/>
                </p:nvSpPr>
                <p:spPr>
                  <a:xfrm>
                    <a:off x="7085085" y="5739617"/>
                    <a:ext cx="35782" cy="85287"/>
                  </a:xfrm>
                  <a:custGeom>
                    <a:avLst/>
                    <a:gdLst>
                      <a:gd name="connsiteX0" fmla="*/ 24055 w 35782"/>
                      <a:gd name="connsiteY0" fmla="*/ 10907 h 85287"/>
                      <a:gd name="connsiteX1" fmla="*/ 29995 w 35782"/>
                      <a:gd name="connsiteY1" fmla="*/ 3415 h 85287"/>
                      <a:gd name="connsiteX2" fmla="*/ 29640 w 35782"/>
                      <a:gd name="connsiteY2" fmla="*/ 3016 h 85287"/>
                      <a:gd name="connsiteX3" fmla="*/ 116 w 35782"/>
                      <a:gd name="connsiteY3" fmla="*/ 71108 h 85287"/>
                      <a:gd name="connsiteX4" fmla="*/ 1934 w 35782"/>
                      <a:gd name="connsiteY4" fmla="*/ 77935 h 85287"/>
                      <a:gd name="connsiteX5" fmla="*/ 7519 w 35782"/>
                      <a:gd name="connsiteY5" fmla="*/ 82900 h 85287"/>
                      <a:gd name="connsiteX6" fmla="*/ 20730 w 35782"/>
                      <a:gd name="connsiteY6" fmla="*/ 84141 h 85287"/>
                      <a:gd name="connsiteX7" fmla="*/ 25917 w 35782"/>
                      <a:gd name="connsiteY7" fmla="*/ 78512 h 85287"/>
                      <a:gd name="connsiteX8" fmla="*/ 35093 w 35782"/>
                      <a:gd name="connsiteY8" fmla="*/ 33914 h 85287"/>
                      <a:gd name="connsiteX9" fmla="*/ 35492 w 35782"/>
                      <a:gd name="connsiteY9" fmla="*/ 17246 h 85287"/>
                      <a:gd name="connsiteX10" fmla="*/ 31635 w 35782"/>
                      <a:gd name="connsiteY10" fmla="*/ 18399 h 85287"/>
                      <a:gd name="connsiteX11" fmla="*/ 24055 w 35782"/>
                      <a:gd name="connsiteY11" fmla="*/ 10907 h 85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5782" h="85287">
                        <a:moveTo>
                          <a:pt x="24055" y="10907"/>
                        </a:moveTo>
                        <a:cubicBezTo>
                          <a:pt x="24011" y="7227"/>
                          <a:pt x="26582" y="4169"/>
                          <a:pt x="29995" y="3415"/>
                        </a:cubicBezTo>
                        <a:cubicBezTo>
                          <a:pt x="29862" y="3282"/>
                          <a:pt x="29773" y="3105"/>
                          <a:pt x="29640" y="3016"/>
                        </a:cubicBezTo>
                        <a:cubicBezTo>
                          <a:pt x="5613" y="-16002"/>
                          <a:pt x="-992" y="60735"/>
                          <a:pt x="116" y="71108"/>
                        </a:cubicBezTo>
                        <a:cubicBezTo>
                          <a:pt x="382" y="73458"/>
                          <a:pt x="737" y="75896"/>
                          <a:pt x="1934" y="77935"/>
                        </a:cubicBezTo>
                        <a:cubicBezTo>
                          <a:pt x="3219" y="80108"/>
                          <a:pt x="5303" y="81659"/>
                          <a:pt x="7519" y="82900"/>
                        </a:cubicBezTo>
                        <a:cubicBezTo>
                          <a:pt x="11553" y="85117"/>
                          <a:pt x="16696" y="86313"/>
                          <a:pt x="20730" y="84141"/>
                        </a:cubicBezTo>
                        <a:cubicBezTo>
                          <a:pt x="22991" y="82900"/>
                          <a:pt x="24631" y="80772"/>
                          <a:pt x="25917" y="78512"/>
                        </a:cubicBezTo>
                        <a:cubicBezTo>
                          <a:pt x="32744" y="66321"/>
                          <a:pt x="33409" y="47657"/>
                          <a:pt x="35093" y="33914"/>
                        </a:cubicBezTo>
                        <a:cubicBezTo>
                          <a:pt x="35625" y="29703"/>
                          <a:pt x="36113" y="23319"/>
                          <a:pt x="35492" y="17246"/>
                        </a:cubicBezTo>
                        <a:cubicBezTo>
                          <a:pt x="34384" y="17955"/>
                          <a:pt x="33054" y="18354"/>
                          <a:pt x="31635" y="18399"/>
                        </a:cubicBezTo>
                        <a:cubicBezTo>
                          <a:pt x="27513" y="18399"/>
                          <a:pt x="24099" y="15074"/>
                          <a:pt x="24055" y="1090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91" name="Forme libre : forme 19190">
                    <a:extLst>
                      <a:ext uri="{FF2B5EF4-FFF2-40B4-BE49-F238E27FC236}">
                        <a16:creationId xmlns:a16="http://schemas.microsoft.com/office/drawing/2014/main" id="{48A90F45-B382-45D4-AA63-1EFDCE245534}"/>
                      </a:ext>
                    </a:extLst>
                  </p:cNvPr>
                  <p:cNvSpPr/>
                  <p:nvPr/>
                </p:nvSpPr>
                <p:spPr>
                  <a:xfrm>
                    <a:off x="7158130" y="5782619"/>
                    <a:ext cx="67510" cy="87834"/>
                  </a:xfrm>
                  <a:custGeom>
                    <a:avLst/>
                    <a:gdLst>
                      <a:gd name="connsiteX0" fmla="*/ 33642 w 67510"/>
                      <a:gd name="connsiteY0" fmla="*/ 5187 h 87834"/>
                      <a:gd name="connsiteX1" fmla="*/ 4472 w 67510"/>
                      <a:gd name="connsiteY1" fmla="*/ 34135 h 87834"/>
                      <a:gd name="connsiteX2" fmla="*/ 4738 w 67510"/>
                      <a:gd name="connsiteY2" fmla="*/ 74609 h 87834"/>
                      <a:gd name="connsiteX3" fmla="*/ 13072 w 67510"/>
                      <a:gd name="connsiteY3" fmla="*/ 84451 h 87834"/>
                      <a:gd name="connsiteX4" fmla="*/ 41533 w 67510"/>
                      <a:gd name="connsiteY4" fmla="*/ 83343 h 87834"/>
                      <a:gd name="connsiteX5" fmla="*/ 52350 w 67510"/>
                      <a:gd name="connsiteY5" fmla="*/ 73723 h 87834"/>
                      <a:gd name="connsiteX6" fmla="*/ 56029 w 67510"/>
                      <a:gd name="connsiteY6" fmla="*/ 61931 h 87834"/>
                      <a:gd name="connsiteX7" fmla="*/ 64496 w 67510"/>
                      <a:gd name="connsiteY7" fmla="*/ 17467 h 87834"/>
                      <a:gd name="connsiteX8" fmla="*/ 58068 w 67510"/>
                      <a:gd name="connsiteY8" fmla="*/ 21279 h 87834"/>
                      <a:gd name="connsiteX9" fmla="*/ 50399 w 67510"/>
                      <a:gd name="connsiteY9" fmla="*/ 13832 h 87834"/>
                      <a:gd name="connsiteX10" fmla="*/ 57847 w 67510"/>
                      <a:gd name="connsiteY10" fmla="*/ 6163 h 87834"/>
                      <a:gd name="connsiteX11" fmla="*/ 65427 w 67510"/>
                      <a:gd name="connsiteY11" fmla="*/ 12945 h 87834"/>
                      <a:gd name="connsiteX12" fmla="*/ 67511 w 67510"/>
                      <a:gd name="connsiteY12" fmla="*/ 3591 h 87834"/>
                      <a:gd name="connsiteX13" fmla="*/ 33642 w 67510"/>
                      <a:gd name="connsiteY13" fmla="*/ 5187 h 87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7510" h="87834">
                        <a:moveTo>
                          <a:pt x="33642" y="5187"/>
                        </a:moveTo>
                        <a:cubicBezTo>
                          <a:pt x="21140" y="11393"/>
                          <a:pt x="10279" y="21457"/>
                          <a:pt x="4472" y="34135"/>
                        </a:cubicBezTo>
                        <a:cubicBezTo>
                          <a:pt x="-1335" y="46814"/>
                          <a:pt x="-1734" y="62241"/>
                          <a:pt x="4738" y="74609"/>
                        </a:cubicBezTo>
                        <a:cubicBezTo>
                          <a:pt x="6733" y="78466"/>
                          <a:pt x="9437" y="82057"/>
                          <a:pt x="13072" y="84451"/>
                        </a:cubicBezTo>
                        <a:cubicBezTo>
                          <a:pt x="21362" y="89992"/>
                          <a:pt x="32755" y="88086"/>
                          <a:pt x="41533" y="83343"/>
                        </a:cubicBezTo>
                        <a:cubicBezTo>
                          <a:pt x="45833" y="80993"/>
                          <a:pt x="49867" y="77934"/>
                          <a:pt x="52350" y="73723"/>
                        </a:cubicBezTo>
                        <a:cubicBezTo>
                          <a:pt x="54433" y="70132"/>
                          <a:pt x="55231" y="66010"/>
                          <a:pt x="56029" y="61931"/>
                        </a:cubicBezTo>
                        <a:cubicBezTo>
                          <a:pt x="58866" y="47125"/>
                          <a:pt x="61659" y="32318"/>
                          <a:pt x="64496" y="17467"/>
                        </a:cubicBezTo>
                        <a:cubicBezTo>
                          <a:pt x="63210" y="19683"/>
                          <a:pt x="60817" y="21235"/>
                          <a:pt x="58068" y="21279"/>
                        </a:cubicBezTo>
                        <a:cubicBezTo>
                          <a:pt x="53901" y="21324"/>
                          <a:pt x="50488" y="17999"/>
                          <a:pt x="50399" y="13832"/>
                        </a:cubicBezTo>
                        <a:cubicBezTo>
                          <a:pt x="50355" y="9665"/>
                          <a:pt x="53679" y="6251"/>
                          <a:pt x="57847" y="6163"/>
                        </a:cubicBezTo>
                        <a:cubicBezTo>
                          <a:pt x="61792" y="6118"/>
                          <a:pt x="65028" y="9088"/>
                          <a:pt x="65427" y="12945"/>
                        </a:cubicBezTo>
                        <a:lnTo>
                          <a:pt x="67511" y="3591"/>
                        </a:lnTo>
                        <a:cubicBezTo>
                          <a:pt x="57403" y="-2527"/>
                          <a:pt x="44193" y="-44"/>
                          <a:pt x="33642" y="518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92" name="Forme libre : forme 19191">
                    <a:extLst>
                      <a:ext uri="{FF2B5EF4-FFF2-40B4-BE49-F238E27FC236}">
                        <a16:creationId xmlns:a16="http://schemas.microsoft.com/office/drawing/2014/main" id="{A6A12489-4CB5-498D-913B-A8433F75E43C}"/>
                      </a:ext>
                    </a:extLst>
                  </p:cNvPr>
                  <p:cNvSpPr/>
                  <p:nvPr/>
                </p:nvSpPr>
                <p:spPr>
                  <a:xfrm>
                    <a:off x="7190662" y="5700066"/>
                    <a:ext cx="40329" cy="53922"/>
                  </a:xfrm>
                  <a:custGeom>
                    <a:avLst/>
                    <a:gdLst>
                      <a:gd name="connsiteX0" fmla="*/ 3548 w 40329"/>
                      <a:gd name="connsiteY0" fmla="*/ 15525 h 53922"/>
                      <a:gd name="connsiteX1" fmla="*/ 135 w 40329"/>
                      <a:gd name="connsiteY1" fmla="*/ 31129 h 53922"/>
                      <a:gd name="connsiteX2" fmla="*/ 1287 w 40329"/>
                      <a:gd name="connsiteY2" fmla="*/ 46246 h 53922"/>
                      <a:gd name="connsiteX3" fmla="*/ 6297 w 40329"/>
                      <a:gd name="connsiteY3" fmla="*/ 53073 h 53922"/>
                      <a:gd name="connsiteX4" fmla="*/ 20660 w 40329"/>
                      <a:gd name="connsiteY4" fmla="*/ 49216 h 53922"/>
                      <a:gd name="connsiteX5" fmla="*/ 27753 w 40329"/>
                      <a:gd name="connsiteY5" fmla="*/ 43098 h 53922"/>
                      <a:gd name="connsiteX6" fmla="*/ 26866 w 40329"/>
                      <a:gd name="connsiteY6" fmla="*/ 43276 h 53922"/>
                      <a:gd name="connsiteX7" fmla="*/ 18000 w 40329"/>
                      <a:gd name="connsiteY7" fmla="*/ 35562 h 53922"/>
                      <a:gd name="connsiteX8" fmla="*/ 21813 w 40329"/>
                      <a:gd name="connsiteY8" fmla="*/ 23459 h 53922"/>
                      <a:gd name="connsiteX9" fmla="*/ 33472 w 40329"/>
                      <a:gd name="connsiteY9" fmla="*/ 13441 h 53922"/>
                      <a:gd name="connsiteX10" fmla="*/ 39634 w 40329"/>
                      <a:gd name="connsiteY10" fmla="*/ 10825 h 53922"/>
                      <a:gd name="connsiteX11" fmla="*/ 40299 w 40329"/>
                      <a:gd name="connsiteY11" fmla="*/ 7500 h 53922"/>
                      <a:gd name="connsiteX12" fmla="*/ 3548 w 40329"/>
                      <a:gd name="connsiteY12" fmla="*/ 15525 h 539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0329" h="53922">
                        <a:moveTo>
                          <a:pt x="3548" y="15525"/>
                        </a:moveTo>
                        <a:cubicBezTo>
                          <a:pt x="711" y="20090"/>
                          <a:pt x="356" y="25765"/>
                          <a:pt x="135" y="31129"/>
                        </a:cubicBezTo>
                        <a:cubicBezTo>
                          <a:pt x="-87" y="36227"/>
                          <a:pt x="-220" y="41414"/>
                          <a:pt x="1287" y="46246"/>
                        </a:cubicBezTo>
                        <a:cubicBezTo>
                          <a:pt x="2174" y="48994"/>
                          <a:pt x="3726" y="51743"/>
                          <a:pt x="6297" y="53073"/>
                        </a:cubicBezTo>
                        <a:cubicBezTo>
                          <a:pt x="10952" y="55467"/>
                          <a:pt x="16449" y="52363"/>
                          <a:pt x="20660" y="49216"/>
                        </a:cubicBezTo>
                        <a:cubicBezTo>
                          <a:pt x="23098" y="47354"/>
                          <a:pt x="25581" y="45359"/>
                          <a:pt x="27753" y="43098"/>
                        </a:cubicBezTo>
                        <a:cubicBezTo>
                          <a:pt x="27443" y="43187"/>
                          <a:pt x="27177" y="43276"/>
                          <a:pt x="26866" y="43276"/>
                        </a:cubicBezTo>
                        <a:cubicBezTo>
                          <a:pt x="22566" y="43808"/>
                          <a:pt x="18621" y="39862"/>
                          <a:pt x="18000" y="35562"/>
                        </a:cubicBezTo>
                        <a:cubicBezTo>
                          <a:pt x="17379" y="31262"/>
                          <a:pt x="19286" y="26962"/>
                          <a:pt x="21813" y="23459"/>
                        </a:cubicBezTo>
                        <a:cubicBezTo>
                          <a:pt x="24871" y="19293"/>
                          <a:pt x="28906" y="15879"/>
                          <a:pt x="33472" y="13441"/>
                        </a:cubicBezTo>
                        <a:cubicBezTo>
                          <a:pt x="35068" y="12599"/>
                          <a:pt x="37240" y="11668"/>
                          <a:pt x="39634" y="10825"/>
                        </a:cubicBezTo>
                        <a:cubicBezTo>
                          <a:pt x="40121" y="9894"/>
                          <a:pt x="40432" y="8875"/>
                          <a:pt x="40299" y="7500"/>
                        </a:cubicBezTo>
                        <a:cubicBezTo>
                          <a:pt x="38747" y="-10276"/>
                          <a:pt x="8159" y="8165"/>
                          <a:pt x="3548" y="1552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93" name="Forme libre : forme 19192">
                    <a:extLst>
                      <a:ext uri="{FF2B5EF4-FFF2-40B4-BE49-F238E27FC236}">
                        <a16:creationId xmlns:a16="http://schemas.microsoft.com/office/drawing/2014/main" id="{B6C68AA2-0755-466E-B479-CF5668C3A01E}"/>
                      </a:ext>
                    </a:extLst>
                  </p:cNvPr>
                  <p:cNvSpPr/>
                  <p:nvPr/>
                </p:nvSpPr>
                <p:spPr>
                  <a:xfrm>
                    <a:off x="7204763" y="5621707"/>
                    <a:ext cx="35137" cy="62157"/>
                  </a:xfrm>
                  <a:custGeom>
                    <a:avLst/>
                    <a:gdLst>
                      <a:gd name="connsiteX0" fmla="*/ 14628 w 35137"/>
                      <a:gd name="connsiteY0" fmla="*/ 62142 h 62157"/>
                      <a:gd name="connsiteX1" fmla="*/ 25843 w 35137"/>
                      <a:gd name="connsiteY1" fmla="*/ 55847 h 62157"/>
                      <a:gd name="connsiteX2" fmla="*/ 34842 w 35137"/>
                      <a:gd name="connsiteY2" fmla="*/ 42194 h 62157"/>
                      <a:gd name="connsiteX3" fmla="*/ 29479 w 35137"/>
                      <a:gd name="connsiteY3" fmla="*/ 15107 h 62157"/>
                      <a:gd name="connsiteX4" fmla="*/ 30986 w 35137"/>
                      <a:gd name="connsiteY4" fmla="*/ 212 h 62157"/>
                      <a:gd name="connsiteX5" fmla="*/ 2969 w 35137"/>
                      <a:gd name="connsiteY5" fmla="*/ 17457 h 62157"/>
                      <a:gd name="connsiteX6" fmla="*/ 3988 w 35137"/>
                      <a:gd name="connsiteY6" fmla="*/ 51857 h 62157"/>
                      <a:gd name="connsiteX7" fmla="*/ 14628 w 35137"/>
                      <a:gd name="connsiteY7" fmla="*/ 62142 h 62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137" h="62157">
                        <a:moveTo>
                          <a:pt x="14628" y="62142"/>
                        </a:moveTo>
                        <a:cubicBezTo>
                          <a:pt x="19061" y="62408"/>
                          <a:pt x="22740" y="58995"/>
                          <a:pt x="25843" y="55847"/>
                        </a:cubicBezTo>
                        <a:cubicBezTo>
                          <a:pt x="29700" y="51902"/>
                          <a:pt x="33779" y="47646"/>
                          <a:pt x="34842" y="42194"/>
                        </a:cubicBezTo>
                        <a:cubicBezTo>
                          <a:pt x="36660" y="33061"/>
                          <a:pt x="29479" y="24417"/>
                          <a:pt x="29479" y="15107"/>
                        </a:cubicBezTo>
                        <a:lnTo>
                          <a:pt x="30986" y="212"/>
                        </a:lnTo>
                        <a:cubicBezTo>
                          <a:pt x="19327" y="-1428"/>
                          <a:pt x="7668" y="6640"/>
                          <a:pt x="2969" y="17457"/>
                        </a:cubicBezTo>
                        <a:cubicBezTo>
                          <a:pt x="-1731" y="28274"/>
                          <a:pt x="-445" y="40952"/>
                          <a:pt x="3988" y="51857"/>
                        </a:cubicBezTo>
                        <a:cubicBezTo>
                          <a:pt x="5939" y="56690"/>
                          <a:pt x="9397" y="61876"/>
                          <a:pt x="14628" y="6214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94" name="Forme libre : forme 19193">
                    <a:extLst>
                      <a:ext uri="{FF2B5EF4-FFF2-40B4-BE49-F238E27FC236}">
                        <a16:creationId xmlns:a16="http://schemas.microsoft.com/office/drawing/2014/main" id="{1A0D0BBE-AB76-441D-AA59-7AE1CF34514C}"/>
                      </a:ext>
                    </a:extLst>
                  </p:cNvPr>
                  <p:cNvSpPr/>
                  <p:nvPr/>
                </p:nvSpPr>
                <p:spPr>
                  <a:xfrm>
                    <a:off x="7291546" y="5608455"/>
                    <a:ext cx="73692" cy="68266"/>
                  </a:xfrm>
                  <a:custGeom>
                    <a:avLst/>
                    <a:gdLst>
                      <a:gd name="connsiteX0" fmla="*/ 5157 w 73692"/>
                      <a:gd name="connsiteY0" fmla="*/ 63958 h 68266"/>
                      <a:gd name="connsiteX1" fmla="*/ 51439 w 73692"/>
                      <a:gd name="connsiteY1" fmla="*/ 60766 h 68266"/>
                      <a:gd name="connsiteX2" fmla="*/ 73693 w 73692"/>
                      <a:gd name="connsiteY2" fmla="*/ 20070 h 68266"/>
                      <a:gd name="connsiteX3" fmla="*/ 61236 w 73692"/>
                      <a:gd name="connsiteY3" fmla="*/ 874 h 68266"/>
                      <a:gd name="connsiteX4" fmla="*/ 14600 w 73692"/>
                      <a:gd name="connsiteY4" fmla="*/ 10849 h 68266"/>
                      <a:gd name="connsiteX5" fmla="*/ 6487 w 73692"/>
                      <a:gd name="connsiteY5" fmla="*/ 18519 h 68266"/>
                      <a:gd name="connsiteX6" fmla="*/ 2808 w 73692"/>
                      <a:gd name="connsiteY6" fmla="*/ 30399 h 68266"/>
                      <a:gd name="connsiteX7" fmla="*/ 59 w 73692"/>
                      <a:gd name="connsiteY7" fmla="*/ 55535 h 68266"/>
                      <a:gd name="connsiteX8" fmla="*/ 591 w 73692"/>
                      <a:gd name="connsiteY8" fmla="*/ 60278 h 68266"/>
                      <a:gd name="connsiteX9" fmla="*/ 5157 w 73692"/>
                      <a:gd name="connsiteY9" fmla="*/ 63958 h 68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3692" h="68266">
                        <a:moveTo>
                          <a:pt x="5157" y="63958"/>
                        </a:moveTo>
                        <a:cubicBezTo>
                          <a:pt x="19787" y="70696"/>
                          <a:pt x="37873" y="69455"/>
                          <a:pt x="51439" y="60766"/>
                        </a:cubicBezTo>
                        <a:cubicBezTo>
                          <a:pt x="65004" y="52077"/>
                          <a:pt x="73693" y="36207"/>
                          <a:pt x="73693" y="20070"/>
                        </a:cubicBezTo>
                        <a:lnTo>
                          <a:pt x="61236" y="874"/>
                        </a:lnTo>
                        <a:cubicBezTo>
                          <a:pt x="45188" y="-1830"/>
                          <a:pt x="28121" y="1806"/>
                          <a:pt x="14600" y="10849"/>
                        </a:cubicBezTo>
                        <a:cubicBezTo>
                          <a:pt x="11497" y="12933"/>
                          <a:pt x="8482" y="15326"/>
                          <a:pt x="6487" y="18519"/>
                        </a:cubicBezTo>
                        <a:cubicBezTo>
                          <a:pt x="4271" y="22065"/>
                          <a:pt x="3472" y="26276"/>
                          <a:pt x="2808" y="30399"/>
                        </a:cubicBezTo>
                        <a:cubicBezTo>
                          <a:pt x="1478" y="38733"/>
                          <a:pt x="547" y="47112"/>
                          <a:pt x="59" y="55535"/>
                        </a:cubicBezTo>
                        <a:cubicBezTo>
                          <a:pt x="-30" y="57131"/>
                          <a:pt x="-118" y="58815"/>
                          <a:pt x="591" y="60278"/>
                        </a:cubicBezTo>
                        <a:cubicBezTo>
                          <a:pt x="1433" y="62051"/>
                          <a:pt x="3340" y="63115"/>
                          <a:pt x="5157" y="6395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95" name="Forme libre : forme 19194">
                    <a:extLst>
                      <a:ext uri="{FF2B5EF4-FFF2-40B4-BE49-F238E27FC236}">
                        <a16:creationId xmlns:a16="http://schemas.microsoft.com/office/drawing/2014/main" id="{FF11E58A-8471-44F1-B1A2-5BF061B41BE8}"/>
                      </a:ext>
                    </a:extLst>
                  </p:cNvPr>
                  <p:cNvSpPr/>
                  <p:nvPr/>
                </p:nvSpPr>
                <p:spPr>
                  <a:xfrm>
                    <a:off x="7284404" y="5690903"/>
                    <a:ext cx="46751" cy="47781"/>
                  </a:xfrm>
                  <a:custGeom>
                    <a:avLst/>
                    <a:gdLst>
                      <a:gd name="connsiteX0" fmla="*/ 26352 w 46751"/>
                      <a:gd name="connsiteY0" fmla="*/ 45346 h 47781"/>
                      <a:gd name="connsiteX1" fmla="*/ 46744 w 46751"/>
                      <a:gd name="connsiteY1" fmla="*/ 14625 h 47781"/>
                      <a:gd name="connsiteX2" fmla="*/ 45813 w 46751"/>
                      <a:gd name="connsiteY2" fmla="*/ 9393 h 47781"/>
                      <a:gd name="connsiteX3" fmla="*/ 38454 w 46751"/>
                      <a:gd name="connsiteY3" fmla="*/ 15688 h 47781"/>
                      <a:gd name="connsiteX4" fmla="*/ 30785 w 46751"/>
                      <a:gd name="connsiteY4" fmla="*/ 8241 h 47781"/>
                      <a:gd name="connsiteX5" fmla="*/ 35706 w 46751"/>
                      <a:gd name="connsiteY5" fmla="*/ 1103 h 47781"/>
                      <a:gd name="connsiteX6" fmla="*/ 6669 w 46751"/>
                      <a:gd name="connsiteY6" fmla="*/ 1902 h 47781"/>
                      <a:gd name="connsiteX7" fmla="*/ 2147 w 46751"/>
                      <a:gd name="connsiteY7" fmla="*/ 3364 h 47781"/>
                      <a:gd name="connsiteX8" fmla="*/ 817 w 46751"/>
                      <a:gd name="connsiteY8" fmla="*/ 13294 h 47781"/>
                      <a:gd name="connsiteX9" fmla="*/ 26352 w 46751"/>
                      <a:gd name="connsiteY9" fmla="*/ 45346 h 47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6751" h="47781">
                        <a:moveTo>
                          <a:pt x="26352" y="45346"/>
                        </a:moveTo>
                        <a:cubicBezTo>
                          <a:pt x="45281" y="56296"/>
                          <a:pt x="46877" y="27525"/>
                          <a:pt x="46744" y="14625"/>
                        </a:cubicBezTo>
                        <a:cubicBezTo>
                          <a:pt x="46744" y="12629"/>
                          <a:pt x="46345" y="10900"/>
                          <a:pt x="45813" y="9393"/>
                        </a:cubicBezTo>
                        <a:cubicBezTo>
                          <a:pt x="45237" y="12940"/>
                          <a:pt x="42178" y="15644"/>
                          <a:pt x="38454" y="15688"/>
                        </a:cubicBezTo>
                        <a:cubicBezTo>
                          <a:pt x="34287" y="15733"/>
                          <a:pt x="30874" y="12408"/>
                          <a:pt x="30785" y="8241"/>
                        </a:cubicBezTo>
                        <a:cubicBezTo>
                          <a:pt x="30741" y="4960"/>
                          <a:pt x="32824" y="2167"/>
                          <a:pt x="35706" y="1103"/>
                        </a:cubicBezTo>
                        <a:cubicBezTo>
                          <a:pt x="26707" y="-1291"/>
                          <a:pt x="14294" y="793"/>
                          <a:pt x="6669" y="1902"/>
                        </a:cubicBezTo>
                        <a:cubicBezTo>
                          <a:pt x="5073" y="2123"/>
                          <a:pt x="3389" y="2389"/>
                          <a:pt x="2147" y="3364"/>
                        </a:cubicBezTo>
                        <a:cubicBezTo>
                          <a:pt x="-690" y="5537"/>
                          <a:pt x="-247" y="9881"/>
                          <a:pt x="817" y="13294"/>
                        </a:cubicBezTo>
                        <a:cubicBezTo>
                          <a:pt x="4940" y="26682"/>
                          <a:pt x="14250" y="38386"/>
                          <a:pt x="26352" y="4534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96" name="Forme libre : forme 19195">
                    <a:extLst>
                      <a:ext uri="{FF2B5EF4-FFF2-40B4-BE49-F238E27FC236}">
                        <a16:creationId xmlns:a16="http://schemas.microsoft.com/office/drawing/2014/main" id="{964E29DA-982D-424C-A2AC-2A7CA6469569}"/>
                      </a:ext>
                    </a:extLst>
                  </p:cNvPr>
                  <p:cNvSpPr/>
                  <p:nvPr/>
                </p:nvSpPr>
                <p:spPr>
                  <a:xfrm>
                    <a:off x="7273063" y="5798277"/>
                    <a:ext cx="57333" cy="85698"/>
                  </a:xfrm>
                  <a:custGeom>
                    <a:avLst/>
                    <a:gdLst>
                      <a:gd name="connsiteX0" fmla="*/ 48466 w 57333"/>
                      <a:gd name="connsiteY0" fmla="*/ 10852 h 85698"/>
                      <a:gd name="connsiteX1" fmla="*/ 11937 w 57333"/>
                      <a:gd name="connsiteY1" fmla="*/ 15950 h 85698"/>
                      <a:gd name="connsiteX2" fmla="*/ 898 w 57333"/>
                      <a:gd name="connsiteY2" fmla="*/ 46627 h 85698"/>
                      <a:gd name="connsiteX3" fmla="*/ 12646 w 57333"/>
                      <a:gd name="connsiteY3" fmla="*/ 63694 h 85698"/>
                      <a:gd name="connsiteX4" fmla="*/ 29935 w 57333"/>
                      <a:gd name="connsiteY4" fmla="*/ 80984 h 85698"/>
                      <a:gd name="connsiteX5" fmla="*/ 53120 w 57333"/>
                      <a:gd name="connsiteY5" fmla="*/ 83599 h 85698"/>
                      <a:gd name="connsiteX6" fmla="*/ 56667 w 57333"/>
                      <a:gd name="connsiteY6" fmla="*/ 80275 h 85698"/>
                      <a:gd name="connsiteX7" fmla="*/ 55293 w 57333"/>
                      <a:gd name="connsiteY7" fmla="*/ 70256 h 85698"/>
                      <a:gd name="connsiteX8" fmla="*/ 47845 w 57333"/>
                      <a:gd name="connsiteY8" fmla="*/ 40332 h 85698"/>
                      <a:gd name="connsiteX9" fmla="*/ 48466 w 57333"/>
                      <a:gd name="connsiteY9" fmla="*/ 10852 h 85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7333" h="85698">
                        <a:moveTo>
                          <a:pt x="48466" y="10852"/>
                        </a:moveTo>
                        <a:cubicBezTo>
                          <a:pt x="44786" y="-11978"/>
                          <a:pt x="21114" y="6907"/>
                          <a:pt x="11937" y="15950"/>
                        </a:cubicBezTo>
                        <a:cubicBezTo>
                          <a:pt x="3780" y="23974"/>
                          <a:pt x="-2382" y="35677"/>
                          <a:pt x="898" y="46627"/>
                        </a:cubicBezTo>
                        <a:cubicBezTo>
                          <a:pt x="2893" y="53277"/>
                          <a:pt x="8036" y="58464"/>
                          <a:pt x="12646" y="63694"/>
                        </a:cubicBezTo>
                        <a:cubicBezTo>
                          <a:pt x="18055" y="69812"/>
                          <a:pt x="23108" y="76462"/>
                          <a:pt x="29935" y="80984"/>
                        </a:cubicBezTo>
                        <a:cubicBezTo>
                          <a:pt x="36762" y="85505"/>
                          <a:pt x="45939" y="87544"/>
                          <a:pt x="53120" y="83599"/>
                        </a:cubicBezTo>
                        <a:cubicBezTo>
                          <a:pt x="54539" y="82801"/>
                          <a:pt x="55913" y="81737"/>
                          <a:pt x="56667" y="80275"/>
                        </a:cubicBezTo>
                        <a:cubicBezTo>
                          <a:pt x="58263" y="77171"/>
                          <a:pt x="56667" y="73448"/>
                          <a:pt x="55293" y="70256"/>
                        </a:cubicBezTo>
                        <a:cubicBezTo>
                          <a:pt x="51170" y="60769"/>
                          <a:pt x="48687" y="50617"/>
                          <a:pt x="47845" y="40332"/>
                        </a:cubicBezTo>
                        <a:cubicBezTo>
                          <a:pt x="47047" y="30624"/>
                          <a:pt x="49973" y="20428"/>
                          <a:pt x="48466" y="1085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97" name="Forme libre : forme 19196">
                    <a:extLst>
                      <a:ext uri="{FF2B5EF4-FFF2-40B4-BE49-F238E27FC236}">
                        <a16:creationId xmlns:a16="http://schemas.microsoft.com/office/drawing/2014/main" id="{C1F46D04-138C-406E-86D9-DE7DA88CB2B6}"/>
                      </a:ext>
                    </a:extLst>
                  </p:cNvPr>
                  <p:cNvSpPr/>
                  <p:nvPr/>
                </p:nvSpPr>
                <p:spPr>
                  <a:xfrm>
                    <a:off x="7434870" y="5607068"/>
                    <a:ext cx="91297" cy="104904"/>
                  </a:xfrm>
                  <a:custGeom>
                    <a:avLst/>
                    <a:gdLst>
                      <a:gd name="connsiteX0" fmla="*/ 6175 w 91297"/>
                      <a:gd name="connsiteY0" fmla="*/ 12191 h 104904"/>
                      <a:gd name="connsiteX1" fmla="*/ 324 w 91297"/>
                      <a:gd name="connsiteY1" fmla="*/ 37371 h 104904"/>
                      <a:gd name="connsiteX2" fmla="*/ 8037 w 91297"/>
                      <a:gd name="connsiteY2" fmla="*/ 62684 h 104904"/>
                      <a:gd name="connsiteX3" fmla="*/ 26745 w 91297"/>
                      <a:gd name="connsiteY3" fmla="*/ 88928 h 104904"/>
                      <a:gd name="connsiteX4" fmla="*/ 55249 w 91297"/>
                      <a:gd name="connsiteY4" fmla="*/ 103026 h 104904"/>
                      <a:gd name="connsiteX5" fmla="*/ 85350 w 91297"/>
                      <a:gd name="connsiteY5" fmla="*/ 98681 h 104904"/>
                      <a:gd name="connsiteX6" fmla="*/ 84375 w 91297"/>
                      <a:gd name="connsiteY6" fmla="*/ 71418 h 104904"/>
                      <a:gd name="connsiteX7" fmla="*/ 44477 w 91297"/>
                      <a:gd name="connsiteY7" fmla="*/ 21146 h 104904"/>
                      <a:gd name="connsiteX8" fmla="*/ 33882 w 91297"/>
                      <a:gd name="connsiteY8" fmla="*/ 665 h 104904"/>
                      <a:gd name="connsiteX9" fmla="*/ 30469 w 91297"/>
                      <a:gd name="connsiteY9" fmla="*/ 0 h 104904"/>
                      <a:gd name="connsiteX10" fmla="*/ 27809 w 91297"/>
                      <a:gd name="connsiteY10" fmla="*/ 8113 h 104904"/>
                      <a:gd name="connsiteX11" fmla="*/ 20272 w 91297"/>
                      <a:gd name="connsiteY11" fmla="*/ 2040 h 104904"/>
                      <a:gd name="connsiteX12" fmla="*/ 6175 w 91297"/>
                      <a:gd name="connsiteY12" fmla="*/ 12191 h 104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1297" h="104904">
                        <a:moveTo>
                          <a:pt x="6175" y="12191"/>
                        </a:moveTo>
                        <a:cubicBezTo>
                          <a:pt x="722" y="19151"/>
                          <a:pt x="-741" y="28594"/>
                          <a:pt x="324" y="37371"/>
                        </a:cubicBezTo>
                        <a:cubicBezTo>
                          <a:pt x="1387" y="46149"/>
                          <a:pt x="4712" y="54483"/>
                          <a:pt x="8037" y="62684"/>
                        </a:cubicBezTo>
                        <a:cubicBezTo>
                          <a:pt x="12160" y="72880"/>
                          <a:pt x="16992" y="83919"/>
                          <a:pt x="26745" y="88928"/>
                        </a:cubicBezTo>
                        <a:cubicBezTo>
                          <a:pt x="36187" y="93760"/>
                          <a:pt x="45098" y="99878"/>
                          <a:pt x="55249" y="103026"/>
                        </a:cubicBezTo>
                        <a:cubicBezTo>
                          <a:pt x="65401" y="106173"/>
                          <a:pt x="77459" y="105774"/>
                          <a:pt x="85350" y="98681"/>
                        </a:cubicBezTo>
                        <a:cubicBezTo>
                          <a:pt x="93241" y="91588"/>
                          <a:pt x="93640" y="76604"/>
                          <a:pt x="84375" y="71418"/>
                        </a:cubicBezTo>
                        <a:cubicBezTo>
                          <a:pt x="65091" y="60601"/>
                          <a:pt x="51038" y="42159"/>
                          <a:pt x="44477" y="21146"/>
                        </a:cubicBezTo>
                        <a:cubicBezTo>
                          <a:pt x="42349" y="14275"/>
                          <a:pt x="41862" y="3414"/>
                          <a:pt x="33882" y="665"/>
                        </a:cubicBezTo>
                        <a:cubicBezTo>
                          <a:pt x="32818" y="311"/>
                          <a:pt x="31665" y="89"/>
                          <a:pt x="30469" y="0"/>
                        </a:cubicBezTo>
                        <a:cubicBezTo>
                          <a:pt x="29449" y="2660"/>
                          <a:pt x="28562" y="5320"/>
                          <a:pt x="27809" y="8113"/>
                        </a:cubicBezTo>
                        <a:cubicBezTo>
                          <a:pt x="25504" y="5852"/>
                          <a:pt x="22977" y="3813"/>
                          <a:pt x="20272" y="2040"/>
                        </a:cubicBezTo>
                        <a:cubicBezTo>
                          <a:pt x="14554" y="4433"/>
                          <a:pt x="9057" y="8512"/>
                          <a:pt x="6175" y="1219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98" name="Forme libre : forme 19197">
                    <a:extLst>
                      <a:ext uri="{FF2B5EF4-FFF2-40B4-BE49-F238E27FC236}">
                        <a16:creationId xmlns:a16="http://schemas.microsoft.com/office/drawing/2014/main" id="{CEC41A09-B717-4281-83DF-4EAB8D26D808}"/>
                      </a:ext>
                    </a:extLst>
                  </p:cNvPr>
                  <p:cNvSpPr/>
                  <p:nvPr/>
                </p:nvSpPr>
                <p:spPr>
                  <a:xfrm>
                    <a:off x="7360089" y="5715711"/>
                    <a:ext cx="84904" cy="148035"/>
                  </a:xfrm>
                  <a:custGeom>
                    <a:avLst/>
                    <a:gdLst>
                      <a:gd name="connsiteX0" fmla="*/ 45934 w 84904"/>
                      <a:gd name="connsiteY0" fmla="*/ 2805 h 148035"/>
                      <a:gd name="connsiteX1" fmla="*/ 11356 w 84904"/>
                      <a:gd name="connsiteY1" fmla="*/ 25059 h 148035"/>
                      <a:gd name="connsiteX2" fmla="*/ 3244 w 84904"/>
                      <a:gd name="connsiteY2" fmla="*/ 53786 h 148035"/>
                      <a:gd name="connsiteX3" fmla="*/ 2800 w 84904"/>
                      <a:gd name="connsiteY3" fmla="*/ 104057 h 148035"/>
                      <a:gd name="connsiteX4" fmla="*/ 38886 w 84904"/>
                      <a:gd name="connsiteY4" fmla="*/ 144043 h 148035"/>
                      <a:gd name="connsiteX5" fmla="*/ 55199 w 84904"/>
                      <a:gd name="connsiteY5" fmla="*/ 147723 h 148035"/>
                      <a:gd name="connsiteX6" fmla="*/ 67789 w 84904"/>
                      <a:gd name="connsiteY6" fmla="*/ 140054 h 148035"/>
                      <a:gd name="connsiteX7" fmla="*/ 84857 w 84904"/>
                      <a:gd name="connsiteY7" fmla="*/ 111992 h 148035"/>
                      <a:gd name="connsiteX8" fmla="*/ 70538 w 84904"/>
                      <a:gd name="connsiteY8" fmla="*/ 87921 h 148035"/>
                      <a:gd name="connsiteX9" fmla="*/ 46688 w 84904"/>
                      <a:gd name="connsiteY9" fmla="*/ 45141 h 148035"/>
                      <a:gd name="connsiteX10" fmla="*/ 46377 w 84904"/>
                      <a:gd name="connsiteY10" fmla="*/ 44299 h 148035"/>
                      <a:gd name="connsiteX11" fmla="*/ 38708 w 84904"/>
                      <a:gd name="connsiteY11" fmla="*/ 48865 h 148035"/>
                      <a:gd name="connsiteX12" fmla="*/ 33655 w 84904"/>
                      <a:gd name="connsiteY12" fmla="*/ 50993 h 148035"/>
                      <a:gd name="connsiteX13" fmla="*/ 24788 w 84904"/>
                      <a:gd name="connsiteY13" fmla="*/ 43279 h 148035"/>
                      <a:gd name="connsiteX14" fmla="*/ 28601 w 84904"/>
                      <a:gd name="connsiteY14" fmla="*/ 31177 h 148035"/>
                      <a:gd name="connsiteX15" fmla="*/ 40260 w 84904"/>
                      <a:gd name="connsiteY15" fmla="*/ 21158 h 148035"/>
                      <a:gd name="connsiteX16" fmla="*/ 50456 w 84904"/>
                      <a:gd name="connsiteY16" fmla="*/ 17390 h 148035"/>
                      <a:gd name="connsiteX17" fmla="*/ 45934 w 84904"/>
                      <a:gd name="connsiteY17" fmla="*/ 2805 h 148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4904" h="148035">
                        <a:moveTo>
                          <a:pt x="45934" y="2805"/>
                        </a:moveTo>
                        <a:cubicBezTo>
                          <a:pt x="32724" y="-7923"/>
                          <a:pt x="16942" y="14863"/>
                          <a:pt x="11356" y="25059"/>
                        </a:cubicBezTo>
                        <a:cubicBezTo>
                          <a:pt x="6568" y="33837"/>
                          <a:pt x="4839" y="43944"/>
                          <a:pt x="3244" y="53786"/>
                        </a:cubicBezTo>
                        <a:cubicBezTo>
                          <a:pt x="495" y="70499"/>
                          <a:pt x="-2209" y="87876"/>
                          <a:pt x="2800" y="104057"/>
                        </a:cubicBezTo>
                        <a:cubicBezTo>
                          <a:pt x="8253" y="121657"/>
                          <a:pt x="22483" y="135577"/>
                          <a:pt x="38886" y="144043"/>
                        </a:cubicBezTo>
                        <a:cubicBezTo>
                          <a:pt x="43939" y="146659"/>
                          <a:pt x="49658" y="148876"/>
                          <a:pt x="55199" y="147723"/>
                        </a:cubicBezTo>
                        <a:cubicBezTo>
                          <a:pt x="60076" y="146704"/>
                          <a:pt x="64065" y="143335"/>
                          <a:pt x="67789" y="140054"/>
                        </a:cubicBezTo>
                        <a:cubicBezTo>
                          <a:pt x="76345" y="132562"/>
                          <a:pt x="85655" y="123341"/>
                          <a:pt x="84857" y="111992"/>
                        </a:cubicBezTo>
                        <a:cubicBezTo>
                          <a:pt x="84192" y="102505"/>
                          <a:pt x="76567" y="95236"/>
                          <a:pt x="70538" y="87921"/>
                        </a:cubicBezTo>
                        <a:cubicBezTo>
                          <a:pt x="60120" y="75287"/>
                          <a:pt x="53337" y="60081"/>
                          <a:pt x="46688" y="45141"/>
                        </a:cubicBezTo>
                        <a:cubicBezTo>
                          <a:pt x="46555" y="44831"/>
                          <a:pt x="46511" y="44609"/>
                          <a:pt x="46377" y="44299"/>
                        </a:cubicBezTo>
                        <a:cubicBezTo>
                          <a:pt x="43806" y="45806"/>
                          <a:pt x="41280" y="47358"/>
                          <a:pt x="38708" y="48865"/>
                        </a:cubicBezTo>
                        <a:cubicBezTo>
                          <a:pt x="37112" y="49796"/>
                          <a:pt x="35516" y="50771"/>
                          <a:pt x="33655" y="50993"/>
                        </a:cubicBezTo>
                        <a:cubicBezTo>
                          <a:pt x="29355" y="51525"/>
                          <a:pt x="25409" y="47580"/>
                          <a:pt x="24788" y="43279"/>
                        </a:cubicBezTo>
                        <a:cubicBezTo>
                          <a:pt x="24168" y="38979"/>
                          <a:pt x="26074" y="34679"/>
                          <a:pt x="28601" y="31177"/>
                        </a:cubicBezTo>
                        <a:cubicBezTo>
                          <a:pt x="31660" y="26966"/>
                          <a:pt x="35694" y="23597"/>
                          <a:pt x="40260" y="21158"/>
                        </a:cubicBezTo>
                        <a:cubicBezTo>
                          <a:pt x="42742" y="19829"/>
                          <a:pt x="46555" y="18277"/>
                          <a:pt x="50456" y="17390"/>
                        </a:cubicBezTo>
                        <a:cubicBezTo>
                          <a:pt x="52185" y="11982"/>
                          <a:pt x="50633" y="6617"/>
                          <a:pt x="45934" y="280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199" name="Forme libre : forme 19198">
                    <a:extLst>
                      <a:ext uri="{FF2B5EF4-FFF2-40B4-BE49-F238E27FC236}">
                        <a16:creationId xmlns:a16="http://schemas.microsoft.com/office/drawing/2014/main" id="{2F0D883E-6ACE-4167-A16A-4229C7581AE8}"/>
                      </a:ext>
                    </a:extLst>
                  </p:cNvPr>
                  <p:cNvSpPr/>
                  <p:nvPr/>
                </p:nvSpPr>
                <p:spPr>
                  <a:xfrm>
                    <a:off x="7506458" y="5807807"/>
                    <a:ext cx="110422" cy="76553"/>
                  </a:xfrm>
                  <a:custGeom>
                    <a:avLst/>
                    <a:gdLst>
                      <a:gd name="connsiteX0" fmla="*/ 107966 w 110422"/>
                      <a:gd name="connsiteY0" fmla="*/ 57179 h 76553"/>
                      <a:gd name="connsiteX1" fmla="*/ 69043 w 110422"/>
                      <a:gd name="connsiteY1" fmla="*/ 44411 h 76553"/>
                      <a:gd name="connsiteX2" fmla="*/ 43420 w 110422"/>
                      <a:gd name="connsiteY2" fmla="*/ 37230 h 76553"/>
                      <a:gd name="connsiteX3" fmla="*/ 33135 w 110422"/>
                      <a:gd name="connsiteY3" fmla="*/ 43392 h 76553"/>
                      <a:gd name="connsiteX4" fmla="*/ 28081 w 110422"/>
                      <a:gd name="connsiteY4" fmla="*/ 45520 h 76553"/>
                      <a:gd name="connsiteX5" fmla="*/ 19215 w 110422"/>
                      <a:gd name="connsiteY5" fmla="*/ 37806 h 76553"/>
                      <a:gd name="connsiteX6" fmla="*/ 23027 w 110422"/>
                      <a:gd name="connsiteY6" fmla="*/ 25704 h 76553"/>
                      <a:gd name="connsiteX7" fmla="*/ 34686 w 110422"/>
                      <a:gd name="connsiteY7" fmla="*/ 15685 h 76553"/>
                      <a:gd name="connsiteX8" fmla="*/ 40849 w 110422"/>
                      <a:gd name="connsiteY8" fmla="*/ 13069 h 76553"/>
                      <a:gd name="connsiteX9" fmla="*/ 32736 w 110422"/>
                      <a:gd name="connsiteY9" fmla="*/ 3139 h 76553"/>
                      <a:gd name="connsiteX10" fmla="*/ 20 w 110422"/>
                      <a:gd name="connsiteY10" fmla="*/ 13646 h 76553"/>
                      <a:gd name="connsiteX11" fmla="*/ 3744 w 110422"/>
                      <a:gd name="connsiteY11" fmla="*/ 24950 h 76553"/>
                      <a:gd name="connsiteX12" fmla="*/ 5428 w 110422"/>
                      <a:gd name="connsiteY12" fmla="*/ 55937 h 76553"/>
                      <a:gd name="connsiteX13" fmla="*/ 24934 w 110422"/>
                      <a:gd name="connsiteY13" fmla="*/ 73847 h 76553"/>
                      <a:gd name="connsiteX14" fmla="*/ 52242 w 110422"/>
                      <a:gd name="connsiteY14" fmla="*/ 76507 h 76553"/>
                      <a:gd name="connsiteX15" fmla="*/ 104951 w 110422"/>
                      <a:gd name="connsiteY15" fmla="*/ 67507 h 76553"/>
                      <a:gd name="connsiteX16" fmla="*/ 110005 w 110422"/>
                      <a:gd name="connsiteY16" fmla="*/ 59351 h 76553"/>
                      <a:gd name="connsiteX17" fmla="*/ 107966 w 110422"/>
                      <a:gd name="connsiteY17" fmla="*/ 57179 h 7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0422" h="76553">
                        <a:moveTo>
                          <a:pt x="107966" y="57179"/>
                        </a:moveTo>
                        <a:cubicBezTo>
                          <a:pt x="96750" y="48756"/>
                          <a:pt x="82608" y="46318"/>
                          <a:pt x="69043" y="44411"/>
                        </a:cubicBezTo>
                        <a:cubicBezTo>
                          <a:pt x="59822" y="43125"/>
                          <a:pt x="48961" y="43125"/>
                          <a:pt x="43420" y="37230"/>
                        </a:cubicBezTo>
                        <a:cubicBezTo>
                          <a:pt x="40006" y="39269"/>
                          <a:pt x="36548" y="41308"/>
                          <a:pt x="33135" y="43392"/>
                        </a:cubicBezTo>
                        <a:cubicBezTo>
                          <a:pt x="31539" y="44322"/>
                          <a:pt x="29943" y="45298"/>
                          <a:pt x="28081" y="45520"/>
                        </a:cubicBezTo>
                        <a:cubicBezTo>
                          <a:pt x="23781" y="46051"/>
                          <a:pt x="19836" y="42106"/>
                          <a:pt x="19215" y="37806"/>
                        </a:cubicBezTo>
                        <a:cubicBezTo>
                          <a:pt x="18594" y="33506"/>
                          <a:pt x="20501" y="29205"/>
                          <a:pt x="23027" y="25704"/>
                        </a:cubicBezTo>
                        <a:cubicBezTo>
                          <a:pt x="26086" y="21536"/>
                          <a:pt x="30121" y="18123"/>
                          <a:pt x="34686" y="15685"/>
                        </a:cubicBezTo>
                        <a:cubicBezTo>
                          <a:pt x="36282" y="14842"/>
                          <a:pt x="38499" y="13912"/>
                          <a:pt x="40849" y="13069"/>
                        </a:cubicBezTo>
                        <a:cubicBezTo>
                          <a:pt x="40760" y="9168"/>
                          <a:pt x="39120" y="5976"/>
                          <a:pt x="32736" y="3139"/>
                        </a:cubicBezTo>
                        <a:cubicBezTo>
                          <a:pt x="22939" y="-1250"/>
                          <a:pt x="-778" y="-3510"/>
                          <a:pt x="20" y="13646"/>
                        </a:cubicBezTo>
                        <a:cubicBezTo>
                          <a:pt x="197" y="17635"/>
                          <a:pt x="2502" y="21182"/>
                          <a:pt x="3744" y="24950"/>
                        </a:cubicBezTo>
                        <a:cubicBezTo>
                          <a:pt x="6891" y="34880"/>
                          <a:pt x="2458" y="45963"/>
                          <a:pt x="5428" y="55937"/>
                        </a:cubicBezTo>
                        <a:cubicBezTo>
                          <a:pt x="8088" y="64759"/>
                          <a:pt x="16201" y="71010"/>
                          <a:pt x="24934" y="73847"/>
                        </a:cubicBezTo>
                        <a:cubicBezTo>
                          <a:pt x="33667" y="76684"/>
                          <a:pt x="43065" y="76640"/>
                          <a:pt x="52242" y="76507"/>
                        </a:cubicBezTo>
                        <a:cubicBezTo>
                          <a:pt x="70240" y="76241"/>
                          <a:pt x="88903" y="75665"/>
                          <a:pt x="104951" y="67507"/>
                        </a:cubicBezTo>
                        <a:cubicBezTo>
                          <a:pt x="108143" y="65867"/>
                          <a:pt x="111645" y="62542"/>
                          <a:pt x="110005" y="59351"/>
                        </a:cubicBezTo>
                        <a:cubicBezTo>
                          <a:pt x="109606" y="58464"/>
                          <a:pt x="108764" y="57799"/>
                          <a:pt x="107966" y="5717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00" name="Forme libre : forme 19199">
                    <a:extLst>
                      <a:ext uri="{FF2B5EF4-FFF2-40B4-BE49-F238E27FC236}">
                        <a16:creationId xmlns:a16="http://schemas.microsoft.com/office/drawing/2014/main" id="{3BB56C20-8053-4080-BF01-DE8715F08D7F}"/>
                      </a:ext>
                    </a:extLst>
                  </p:cNvPr>
                  <p:cNvSpPr/>
                  <p:nvPr/>
                </p:nvSpPr>
                <p:spPr>
                  <a:xfrm>
                    <a:off x="7529494" y="5672038"/>
                    <a:ext cx="113534" cy="101919"/>
                  </a:xfrm>
                  <a:custGeom>
                    <a:avLst/>
                    <a:gdLst>
                      <a:gd name="connsiteX0" fmla="*/ 52834 w 113534"/>
                      <a:gd name="connsiteY0" fmla="*/ 32691 h 101919"/>
                      <a:gd name="connsiteX1" fmla="*/ 22601 w 113534"/>
                      <a:gd name="connsiteY1" fmla="*/ 56585 h 101919"/>
                      <a:gd name="connsiteX2" fmla="*/ 169 w 113534"/>
                      <a:gd name="connsiteY2" fmla="*/ 86731 h 101919"/>
                      <a:gd name="connsiteX3" fmla="*/ 923 w 113534"/>
                      <a:gd name="connsiteY3" fmla="*/ 93868 h 101919"/>
                      <a:gd name="connsiteX4" fmla="*/ 7705 w 113534"/>
                      <a:gd name="connsiteY4" fmla="*/ 99852 h 101919"/>
                      <a:gd name="connsiteX5" fmla="*/ 35988 w 113534"/>
                      <a:gd name="connsiteY5" fmla="*/ 98035 h 101919"/>
                      <a:gd name="connsiteX6" fmla="*/ 63030 w 113534"/>
                      <a:gd name="connsiteY6" fmla="*/ 87351 h 101919"/>
                      <a:gd name="connsiteX7" fmla="*/ 83334 w 113534"/>
                      <a:gd name="connsiteY7" fmla="*/ 84425 h 101919"/>
                      <a:gd name="connsiteX8" fmla="*/ 113080 w 113534"/>
                      <a:gd name="connsiteY8" fmla="*/ 38277 h 101919"/>
                      <a:gd name="connsiteX9" fmla="*/ 110509 w 113534"/>
                      <a:gd name="connsiteY9" fmla="*/ 40094 h 101919"/>
                      <a:gd name="connsiteX10" fmla="*/ 91402 w 113534"/>
                      <a:gd name="connsiteY10" fmla="*/ 37257 h 101919"/>
                      <a:gd name="connsiteX11" fmla="*/ 85373 w 113534"/>
                      <a:gd name="connsiteY11" fmla="*/ 29455 h 101919"/>
                      <a:gd name="connsiteX12" fmla="*/ 87102 w 113534"/>
                      <a:gd name="connsiteY12" fmla="*/ 21519 h 101919"/>
                      <a:gd name="connsiteX13" fmla="*/ 98185 w 113534"/>
                      <a:gd name="connsiteY13" fmla="*/ 7467 h 101919"/>
                      <a:gd name="connsiteX14" fmla="*/ 99160 w 113534"/>
                      <a:gd name="connsiteY14" fmla="*/ 6802 h 101919"/>
                      <a:gd name="connsiteX15" fmla="*/ 82536 w 113534"/>
                      <a:gd name="connsiteY15" fmla="*/ 197 h 101919"/>
                      <a:gd name="connsiteX16" fmla="*/ 52834 w 113534"/>
                      <a:gd name="connsiteY16" fmla="*/ 32691 h 101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13534" h="101919">
                        <a:moveTo>
                          <a:pt x="52834" y="32691"/>
                        </a:moveTo>
                        <a:cubicBezTo>
                          <a:pt x="44988" y="42932"/>
                          <a:pt x="33196" y="49182"/>
                          <a:pt x="22601" y="56585"/>
                        </a:cubicBezTo>
                        <a:cubicBezTo>
                          <a:pt x="12005" y="63989"/>
                          <a:pt x="1809" y="73919"/>
                          <a:pt x="169" y="86731"/>
                        </a:cubicBezTo>
                        <a:cubicBezTo>
                          <a:pt x="-141" y="89124"/>
                          <a:pt x="-97" y="91651"/>
                          <a:pt x="923" y="93868"/>
                        </a:cubicBezTo>
                        <a:cubicBezTo>
                          <a:pt x="2208" y="96661"/>
                          <a:pt x="4912" y="98611"/>
                          <a:pt x="7705" y="99852"/>
                        </a:cubicBezTo>
                        <a:cubicBezTo>
                          <a:pt x="16616" y="103709"/>
                          <a:pt x="26989" y="101626"/>
                          <a:pt x="35988" y="98035"/>
                        </a:cubicBezTo>
                        <a:cubicBezTo>
                          <a:pt x="45032" y="94444"/>
                          <a:pt x="53544" y="89435"/>
                          <a:pt x="63030" y="87351"/>
                        </a:cubicBezTo>
                        <a:cubicBezTo>
                          <a:pt x="69724" y="85888"/>
                          <a:pt x="76684" y="85977"/>
                          <a:pt x="83334" y="84425"/>
                        </a:cubicBezTo>
                        <a:cubicBezTo>
                          <a:pt x="107184" y="78973"/>
                          <a:pt x="115696" y="58758"/>
                          <a:pt x="113080" y="38277"/>
                        </a:cubicBezTo>
                        <a:cubicBezTo>
                          <a:pt x="112282" y="38942"/>
                          <a:pt x="111440" y="39607"/>
                          <a:pt x="110509" y="40094"/>
                        </a:cubicBezTo>
                        <a:cubicBezTo>
                          <a:pt x="104524" y="43242"/>
                          <a:pt x="96988" y="41070"/>
                          <a:pt x="91402" y="37257"/>
                        </a:cubicBezTo>
                        <a:cubicBezTo>
                          <a:pt x="88609" y="35351"/>
                          <a:pt x="85949" y="32780"/>
                          <a:pt x="85373" y="29455"/>
                        </a:cubicBezTo>
                        <a:cubicBezTo>
                          <a:pt x="84886" y="26751"/>
                          <a:pt x="85905" y="24002"/>
                          <a:pt x="87102" y="21519"/>
                        </a:cubicBezTo>
                        <a:cubicBezTo>
                          <a:pt x="89717" y="16067"/>
                          <a:pt x="93353" y="11057"/>
                          <a:pt x="98185" y="7467"/>
                        </a:cubicBezTo>
                        <a:cubicBezTo>
                          <a:pt x="98495" y="7245"/>
                          <a:pt x="98806" y="7024"/>
                          <a:pt x="99160" y="6802"/>
                        </a:cubicBezTo>
                        <a:cubicBezTo>
                          <a:pt x="94816" y="2236"/>
                          <a:pt x="89274" y="-823"/>
                          <a:pt x="82536" y="197"/>
                        </a:cubicBezTo>
                        <a:cubicBezTo>
                          <a:pt x="66355" y="2634"/>
                          <a:pt x="61257" y="21608"/>
                          <a:pt x="52834" y="3269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01" name="Forme libre : forme 19200">
                    <a:extLst>
                      <a:ext uri="{FF2B5EF4-FFF2-40B4-BE49-F238E27FC236}">
                        <a16:creationId xmlns:a16="http://schemas.microsoft.com/office/drawing/2014/main" id="{B01C6463-CAAA-47F6-A490-33AF5C0AD3C7}"/>
                      </a:ext>
                    </a:extLst>
                  </p:cNvPr>
                  <p:cNvSpPr/>
                  <p:nvPr/>
                </p:nvSpPr>
                <p:spPr>
                  <a:xfrm>
                    <a:off x="7650642" y="5812409"/>
                    <a:ext cx="21544" cy="23894"/>
                  </a:xfrm>
                  <a:custGeom>
                    <a:avLst/>
                    <a:gdLst>
                      <a:gd name="connsiteX0" fmla="*/ 798 w 21544"/>
                      <a:gd name="connsiteY0" fmla="*/ 21944 h 23894"/>
                      <a:gd name="connsiteX1" fmla="*/ 0 w 21544"/>
                      <a:gd name="connsiteY1" fmla="*/ 23894 h 23894"/>
                      <a:gd name="connsiteX2" fmla="*/ 21545 w 21544"/>
                      <a:gd name="connsiteY2" fmla="*/ 0 h 23894"/>
                      <a:gd name="connsiteX3" fmla="*/ 798 w 21544"/>
                      <a:gd name="connsiteY3" fmla="*/ 21944 h 23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44" h="23894">
                        <a:moveTo>
                          <a:pt x="798" y="21944"/>
                        </a:moveTo>
                        <a:cubicBezTo>
                          <a:pt x="488" y="22564"/>
                          <a:pt x="266" y="23229"/>
                          <a:pt x="0" y="23894"/>
                        </a:cubicBezTo>
                        <a:lnTo>
                          <a:pt x="21545" y="0"/>
                        </a:lnTo>
                        <a:cubicBezTo>
                          <a:pt x="12546" y="4433"/>
                          <a:pt x="5098" y="12679"/>
                          <a:pt x="798" y="2194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02" name="Forme libre : forme 19201">
                    <a:extLst>
                      <a:ext uri="{FF2B5EF4-FFF2-40B4-BE49-F238E27FC236}">
                        <a16:creationId xmlns:a16="http://schemas.microsoft.com/office/drawing/2014/main" id="{54500A3A-92B6-4D22-8861-082C52DDE43F}"/>
                      </a:ext>
                    </a:extLst>
                  </p:cNvPr>
                  <p:cNvSpPr/>
                  <p:nvPr/>
                </p:nvSpPr>
                <p:spPr>
                  <a:xfrm>
                    <a:off x="5186373" y="5730482"/>
                    <a:ext cx="15330" cy="27045"/>
                  </a:xfrm>
                  <a:custGeom>
                    <a:avLst/>
                    <a:gdLst>
                      <a:gd name="connsiteX0" fmla="*/ 3946 w 15330"/>
                      <a:gd name="connsiteY0" fmla="*/ 5944 h 27045"/>
                      <a:gd name="connsiteX1" fmla="*/ 11615 w 15330"/>
                      <a:gd name="connsiteY1" fmla="*/ 13392 h 27045"/>
                      <a:gd name="connsiteX2" fmla="*/ 4167 w 15330"/>
                      <a:gd name="connsiteY2" fmla="*/ 21061 h 27045"/>
                      <a:gd name="connsiteX3" fmla="*/ 931 w 15330"/>
                      <a:gd name="connsiteY3" fmla="*/ 20351 h 27045"/>
                      <a:gd name="connsiteX4" fmla="*/ 0 w 15330"/>
                      <a:gd name="connsiteY4" fmla="*/ 27045 h 27045"/>
                      <a:gd name="connsiteX5" fmla="*/ 12546 w 15330"/>
                      <a:gd name="connsiteY5" fmla="*/ 3727 h 27045"/>
                      <a:gd name="connsiteX6" fmla="*/ 44 w 15330"/>
                      <a:gd name="connsiteY6" fmla="*/ 580 h 27045"/>
                      <a:gd name="connsiteX7" fmla="*/ 1419 w 15330"/>
                      <a:gd name="connsiteY7" fmla="*/ 6431 h 27045"/>
                      <a:gd name="connsiteX8" fmla="*/ 3946 w 15330"/>
                      <a:gd name="connsiteY8" fmla="*/ 5944 h 27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330" h="27045">
                        <a:moveTo>
                          <a:pt x="3946" y="5944"/>
                        </a:moveTo>
                        <a:cubicBezTo>
                          <a:pt x="8113" y="5899"/>
                          <a:pt x="11526" y="9224"/>
                          <a:pt x="11615" y="13392"/>
                        </a:cubicBezTo>
                        <a:cubicBezTo>
                          <a:pt x="11703" y="17558"/>
                          <a:pt x="8334" y="20972"/>
                          <a:pt x="4167" y="21061"/>
                        </a:cubicBezTo>
                        <a:cubicBezTo>
                          <a:pt x="3014" y="21061"/>
                          <a:pt x="1906" y="20794"/>
                          <a:pt x="931" y="20351"/>
                        </a:cubicBezTo>
                        <a:cubicBezTo>
                          <a:pt x="665" y="22612"/>
                          <a:pt x="355" y="24829"/>
                          <a:pt x="0" y="27045"/>
                        </a:cubicBezTo>
                        <a:cubicBezTo>
                          <a:pt x="9797" y="20883"/>
                          <a:pt x="20525" y="11308"/>
                          <a:pt x="12546" y="3727"/>
                        </a:cubicBezTo>
                        <a:cubicBezTo>
                          <a:pt x="8556" y="-41"/>
                          <a:pt x="4256" y="-662"/>
                          <a:pt x="44" y="580"/>
                        </a:cubicBezTo>
                        <a:cubicBezTo>
                          <a:pt x="754" y="2309"/>
                          <a:pt x="1197" y="4303"/>
                          <a:pt x="1419" y="6431"/>
                        </a:cubicBezTo>
                        <a:cubicBezTo>
                          <a:pt x="2172" y="6166"/>
                          <a:pt x="3014" y="5944"/>
                          <a:pt x="3946" y="594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03" name="Forme libre : forme 19202">
                    <a:extLst>
                      <a:ext uri="{FF2B5EF4-FFF2-40B4-BE49-F238E27FC236}">
                        <a16:creationId xmlns:a16="http://schemas.microsoft.com/office/drawing/2014/main" id="{AD931365-C3A0-415A-8245-3DF2A5CC98E4}"/>
                      </a:ext>
                    </a:extLst>
                  </p:cNvPr>
                  <p:cNvSpPr/>
                  <p:nvPr/>
                </p:nvSpPr>
                <p:spPr>
                  <a:xfrm>
                    <a:off x="5164373" y="5731107"/>
                    <a:ext cx="23418" cy="33358"/>
                  </a:xfrm>
                  <a:custGeom>
                    <a:avLst/>
                    <a:gdLst>
                      <a:gd name="connsiteX0" fmla="*/ 1386 w 23418"/>
                      <a:gd name="connsiteY0" fmla="*/ 21234 h 33358"/>
                      <a:gd name="connsiteX1" fmla="*/ 2007 w 23418"/>
                      <a:gd name="connsiteY1" fmla="*/ 32051 h 33358"/>
                      <a:gd name="connsiteX2" fmla="*/ 11892 w 23418"/>
                      <a:gd name="connsiteY2" fmla="*/ 31874 h 33358"/>
                      <a:gd name="connsiteX3" fmla="*/ 22000 w 23418"/>
                      <a:gd name="connsiteY3" fmla="*/ 26421 h 33358"/>
                      <a:gd name="connsiteX4" fmla="*/ 22931 w 23418"/>
                      <a:gd name="connsiteY4" fmla="*/ 19727 h 33358"/>
                      <a:gd name="connsiteX5" fmla="*/ 18498 w 23418"/>
                      <a:gd name="connsiteY5" fmla="*/ 12989 h 33358"/>
                      <a:gd name="connsiteX6" fmla="*/ 23419 w 23418"/>
                      <a:gd name="connsiteY6" fmla="*/ 5851 h 33358"/>
                      <a:gd name="connsiteX7" fmla="*/ 22044 w 23418"/>
                      <a:gd name="connsiteY7" fmla="*/ 0 h 33358"/>
                      <a:gd name="connsiteX8" fmla="*/ 1386 w 23418"/>
                      <a:gd name="connsiteY8" fmla="*/ 21234 h 3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418" h="33358">
                        <a:moveTo>
                          <a:pt x="1386" y="21234"/>
                        </a:moveTo>
                        <a:cubicBezTo>
                          <a:pt x="-166" y="24781"/>
                          <a:pt x="-964" y="29568"/>
                          <a:pt x="2007" y="32051"/>
                        </a:cubicBezTo>
                        <a:cubicBezTo>
                          <a:pt x="4666" y="34268"/>
                          <a:pt x="8701" y="33293"/>
                          <a:pt x="11892" y="31874"/>
                        </a:cubicBezTo>
                        <a:cubicBezTo>
                          <a:pt x="14242" y="30854"/>
                          <a:pt x="18054" y="28903"/>
                          <a:pt x="22000" y="26421"/>
                        </a:cubicBezTo>
                        <a:cubicBezTo>
                          <a:pt x="22355" y="24205"/>
                          <a:pt x="22665" y="21988"/>
                          <a:pt x="22931" y="19727"/>
                        </a:cubicBezTo>
                        <a:cubicBezTo>
                          <a:pt x="20360" y="18530"/>
                          <a:pt x="18542" y="16003"/>
                          <a:pt x="18498" y="12989"/>
                        </a:cubicBezTo>
                        <a:cubicBezTo>
                          <a:pt x="18453" y="9708"/>
                          <a:pt x="20493" y="6915"/>
                          <a:pt x="23419" y="5851"/>
                        </a:cubicBezTo>
                        <a:cubicBezTo>
                          <a:pt x="23197" y="3724"/>
                          <a:pt x="22798" y="1728"/>
                          <a:pt x="22044" y="0"/>
                        </a:cubicBezTo>
                        <a:cubicBezTo>
                          <a:pt x="12956" y="2704"/>
                          <a:pt x="4445" y="14141"/>
                          <a:pt x="1386" y="2123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04" name="Forme libre : forme 19203">
                    <a:extLst>
                      <a:ext uri="{FF2B5EF4-FFF2-40B4-BE49-F238E27FC236}">
                        <a16:creationId xmlns:a16="http://schemas.microsoft.com/office/drawing/2014/main" id="{81F428C7-6D8E-47C1-A19D-86032125541B}"/>
                      </a:ext>
                    </a:extLst>
                  </p:cNvPr>
                  <p:cNvSpPr/>
                  <p:nvPr/>
                </p:nvSpPr>
                <p:spPr>
                  <a:xfrm>
                    <a:off x="5347693" y="5739150"/>
                    <a:ext cx="19239" cy="27288"/>
                  </a:xfrm>
                  <a:custGeom>
                    <a:avLst/>
                    <a:gdLst>
                      <a:gd name="connsiteX0" fmla="*/ 3458 w 19239"/>
                      <a:gd name="connsiteY0" fmla="*/ 27289 h 27288"/>
                      <a:gd name="connsiteX1" fmla="*/ 16447 w 19239"/>
                      <a:gd name="connsiteY1" fmla="*/ 3704 h 27288"/>
                      <a:gd name="connsiteX2" fmla="*/ 0 w 19239"/>
                      <a:gd name="connsiteY2" fmla="*/ 2330 h 27288"/>
                      <a:gd name="connsiteX3" fmla="*/ 3458 w 19239"/>
                      <a:gd name="connsiteY3" fmla="*/ 27289 h 27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39" h="27288">
                        <a:moveTo>
                          <a:pt x="3458" y="27289"/>
                        </a:moveTo>
                        <a:cubicBezTo>
                          <a:pt x="13388" y="21127"/>
                          <a:pt x="24559" y="11418"/>
                          <a:pt x="16447" y="3704"/>
                        </a:cubicBezTo>
                        <a:cubicBezTo>
                          <a:pt x="11216" y="-1261"/>
                          <a:pt x="5364" y="-729"/>
                          <a:pt x="0" y="2330"/>
                        </a:cubicBezTo>
                        <a:cubicBezTo>
                          <a:pt x="5187" y="9778"/>
                          <a:pt x="5985" y="19088"/>
                          <a:pt x="3458" y="2728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05" name="Forme libre : forme 19204">
                    <a:extLst>
                      <a:ext uri="{FF2B5EF4-FFF2-40B4-BE49-F238E27FC236}">
                        <a16:creationId xmlns:a16="http://schemas.microsoft.com/office/drawing/2014/main" id="{A391DFF0-29DC-4118-B497-5BE50B100E04}"/>
                      </a:ext>
                    </a:extLst>
                  </p:cNvPr>
                  <p:cNvSpPr/>
                  <p:nvPr/>
                </p:nvSpPr>
                <p:spPr>
                  <a:xfrm>
                    <a:off x="5329594" y="5741480"/>
                    <a:ext cx="22943" cy="31629"/>
                  </a:xfrm>
                  <a:custGeom>
                    <a:avLst/>
                    <a:gdLst>
                      <a:gd name="connsiteX0" fmla="*/ 1386 w 22943"/>
                      <a:gd name="connsiteY0" fmla="*/ 19506 h 31629"/>
                      <a:gd name="connsiteX1" fmla="*/ 2007 w 22943"/>
                      <a:gd name="connsiteY1" fmla="*/ 30322 h 31629"/>
                      <a:gd name="connsiteX2" fmla="*/ 11892 w 22943"/>
                      <a:gd name="connsiteY2" fmla="*/ 30145 h 31629"/>
                      <a:gd name="connsiteX3" fmla="*/ 21557 w 22943"/>
                      <a:gd name="connsiteY3" fmla="*/ 24958 h 31629"/>
                      <a:gd name="connsiteX4" fmla="*/ 18099 w 22943"/>
                      <a:gd name="connsiteY4" fmla="*/ 0 h 31629"/>
                      <a:gd name="connsiteX5" fmla="*/ 1386 w 22943"/>
                      <a:gd name="connsiteY5" fmla="*/ 19506 h 31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943" h="31629">
                        <a:moveTo>
                          <a:pt x="1386" y="19506"/>
                        </a:moveTo>
                        <a:cubicBezTo>
                          <a:pt x="-166" y="23052"/>
                          <a:pt x="-964" y="27840"/>
                          <a:pt x="2007" y="30322"/>
                        </a:cubicBezTo>
                        <a:cubicBezTo>
                          <a:pt x="4667" y="32539"/>
                          <a:pt x="8701" y="31564"/>
                          <a:pt x="11892" y="30145"/>
                        </a:cubicBezTo>
                        <a:cubicBezTo>
                          <a:pt x="14153" y="29170"/>
                          <a:pt x="17789" y="27308"/>
                          <a:pt x="21557" y="24958"/>
                        </a:cubicBezTo>
                        <a:cubicBezTo>
                          <a:pt x="24083" y="16757"/>
                          <a:pt x="23285" y="7403"/>
                          <a:pt x="18099" y="0"/>
                        </a:cubicBezTo>
                        <a:cubicBezTo>
                          <a:pt x="10563" y="4256"/>
                          <a:pt x="4002" y="13477"/>
                          <a:pt x="1386" y="1950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06" name="Forme libre : forme 19205">
                    <a:extLst>
                      <a:ext uri="{FF2B5EF4-FFF2-40B4-BE49-F238E27FC236}">
                        <a16:creationId xmlns:a16="http://schemas.microsoft.com/office/drawing/2014/main" id="{A8D3A287-3370-43F2-ACEC-BC28F50C9B46}"/>
                      </a:ext>
                    </a:extLst>
                  </p:cNvPr>
                  <p:cNvSpPr/>
                  <p:nvPr/>
                </p:nvSpPr>
                <p:spPr>
                  <a:xfrm>
                    <a:off x="4974205" y="5736382"/>
                    <a:ext cx="23909" cy="17554"/>
                  </a:xfrm>
                  <a:custGeom>
                    <a:avLst/>
                    <a:gdLst>
                      <a:gd name="connsiteX0" fmla="*/ 9221 w 23909"/>
                      <a:gd name="connsiteY0" fmla="*/ 17555 h 17554"/>
                      <a:gd name="connsiteX1" fmla="*/ 23894 w 23909"/>
                      <a:gd name="connsiteY1" fmla="*/ 0 h 17554"/>
                      <a:gd name="connsiteX2" fmla="*/ 0 w 23909"/>
                      <a:gd name="connsiteY2" fmla="*/ 11127 h 17554"/>
                      <a:gd name="connsiteX3" fmla="*/ 9221 w 23909"/>
                      <a:gd name="connsiteY3" fmla="*/ 17555 h 17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09" h="17554">
                        <a:moveTo>
                          <a:pt x="9221" y="17555"/>
                        </a:moveTo>
                        <a:cubicBezTo>
                          <a:pt x="16624" y="12812"/>
                          <a:pt x="24293" y="6206"/>
                          <a:pt x="23894" y="0"/>
                        </a:cubicBezTo>
                        <a:cubicBezTo>
                          <a:pt x="15028" y="1640"/>
                          <a:pt x="6827" y="5497"/>
                          <a:pt x="0" y="11127"/>
                        </a:cubicBezTo>
                        <a:cubicBezTo>
                          <a:pt x="3325" y="12545"/>
                          <a:pt x="6605" y="14851"/>
                          <a:pt x="9221" y="1755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07" name="Forme libre : forme 19206">
                    <a:extLst>
                      <a:ext uri="{FF2B5EF4-FFF2-40B4-BE49-F238E27FC236}">
                        <a16:creationId xmlns:a16="http://schemas.microsoft.com/office/drawing/2014/main" id="{D8069672-5DCF-4D70-80E6-EF3AB42FF5A3}"/>
                      </a:ext>
                    </a:extLst>
                  </p:cNvPr>
                  <p:cNvSpPr/>
                  <p:nvPr/>
                </p:nvSpPr>
                <p:spPr>
                  <a:xfrm>
                    <a:off x="4963122" y="5747509"/>
                    <a:ext cx="20303" cy="13726"/>
                  </a:xfrm>
                  <a:custGeom>
                    <a:avLst/>
                    <a:gdLst>
                      <a:gd name="connsiteX0" fmla="*/ 11083 w 20303"/>
                      <a:gd name="connsiteY0" fmla="*/ 0 h 13726"/>
                      <a:gd name="connsiteX1" fmla="*/ 0 w 20303"/>
                      <a:gd name="connsiteY1" fmla="*/ 12590 h 13726"/>
                      <a:gd name="connsiteX2" fmla="*/ 9620 w 20303"/>
                      <a:gd name="connsiteY2" fmla="*/ 12280 h 13726"/>
                      <a:gd name="connsiteX3" fmla="*/ 20304 w 20303"/>
                      <a:gd name="connsiteY3" fmla="*/ 6428 h 13726"/>
                      <a:gd name="connsiteX4" fmla="*/ 11083 w 20303"/>
                      <a:gd name="connsiteY4" fmla="*/ 0 h 13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303" h="13726">
                        <a:moveTo>
                          <a:pt x="11083" y="0"/>
                        </a:moveTo>
                        <a:cubicBezTo>
                          <a:pt x="6783" y="3547"/>
                          <a:pt x="3015" y="7802"/>
                          <a:pt x="0" y="12590"/>
                        </a:cubicBezTo>
                        <a:cubicBezTo>
                          <a:pt x="2660" y="14585"/>
                          <a:pt x="6517" y="13609"/>
                          <a:pt x="9620" y="12280"/>
                        </a:cubicBezTo>
                        <a:cubicBezTo>
                          <a:pt x="12102" y="11216"/>
                          <a:pt x="16136" y="9132"/>
                          <a:pt x="20304" y="6428"/>
                        </a:cubicBezTo>
                        <a:cubicBezTo>
                          <a:pt x="17688" y="3724"/>
                          <a:pt x="14408" y="1418"/>
                          <a:pt x="11083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08" name="Forme libre : forme 19207">
                    <a:extLst>
                      <a:ext uri="{FF2B5EF4-FFF2-40B4-BE49-F238E27FC236}">
                        <a16:creationId xmlns:a16="http://schemas.microsoft.com/office/drawing/2014/main" id="{3360DDF0-E871-4598-83B0-37B26265CAFE}"/>
                      </a:ext>
                    </a:extLst>
                  </p:cNvPr>
                  <p:cNvSpPr/>
                  <p:nvPr/>
                </p:nvSpPr>
                <p:spPr>
                  <a:xfrm>
                    <a:off x="5398218" y="5734731"/>
                    <a:ext cx="37329" cy="34008"/>
                  </a:xfrm>
                  <a:custGeom>
                    <a:avLst/>
                    <a:gdLst>
                      <a:gd name="connsiteX0" fmla="*/ 11848 w 37329"/>
                      <a:gd name="connsiteY0" fmla="*/ 32505 h 34008"/>
                      <a:gd name="connsiteX1" fmla="*/ 34546 w 37329"/>
                      <a:gd name="connsiteY1" fmla="*/ 3734 h 34008"/>
                      <a:gd name="connsiteX2" fmla="*/ 1386 w 37329"/>
                      <a:gd name="connsiteY2" fmla="*/ 21866 h 34008"/>
                      <a:gd name="connsiteX3" fmla="*/ 2007 w 37329"/>
                      <a:gd name="connsiteY3" fmla="*/ 32683 h 34008"/>
                      <a:gd name="connsiteX4" fmla="*/ 11848 w 37329"/>
                      <a:gd name="connsiteY4" fmla="*/ 32505 h 3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329" h="34008">
                        <a:moveTo>
                          <a:pt x="11848" y="32505"/>
                        </a:moveTo>
                        <a:cubicBezTo>
                          <a:pt x="20005" y="28959"/>
                          <a:pt x="45761" y="14374"/>
                          <a:pt x="34546" y="3734"/>
                        </a:cubicBezTo>
                        <a:cubicBezTo>
                          <a:pt x="21956" y="-8235"/>
                          <a:pt x="5863" y="11492"/>
                          <a:pt x="1386" y="21866"/>
                        </a:cubicBezTo>
                        <a:cubicBezTo>
                          <a:pt x="-166" y="25412"/>
                          <a:pt x="-964" y="30200"/>
                          <a:pt x="2007" y="32683"/>
                        </a:cubicBezTo>
                        <a:cubicBezTo>
                          <a:pt x="4622" y="34944"/>
                          <a:pt x="8656" y="33924"/>
                          <a:pt x="11848" y="3250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09" name="Forme libre : forme 19208">
                    <a:extLst>
                      <a:ext uri="{FF2B5EF4-FFF2-40B4-BE49-F238E27FC236}">
                        <a16:creationId xmlns:a16="http://schemas.microsoft.com/office/drawing/2014/main" id="{A702B825-2A96-42AC-8D5B-AFBE94C8F6BD}"/>
                      </a:ext>
                    </a:extLst>
                  </p:cNvPr>
                  <p:cNvSpPr/>
                  <p:nvPr/>
                </p:nvSpPr>
                <p:spPr>
                  <a:xfrm>
                    <a:off x="5565846" y="5717370"/>
                    <a:ext cx="16843" cy="18878"/>
                  </a:xfrm>
                  <a:custGeom>
                    <a:avLst/>
                    <a:gdLst>
                      <a:gd name="connsiteX0" fmla="*/ 5674 w 16843"/>
                      <a:gd name="connsiteY0" fmla="*/ 8328 h 18878"/>
                      <a:gd name="connsiteX1" fmla="*/ 12634 w 16843"/>
                      <a:gd name="connsiteY1" fmla="*/ 15732 h 18878"/>
                      <a:gd name="connsiteX2" fmla="*/ 11969 w 16843"/>
                      <a:gd name="connsiteY2" fmla="*/ 18879 h 18878"/>
                      <a:gd name="connsiteX3" fmla="*/ 14053 w 16843"/>
                      <a:gd name="connsiteY3" fmla="*/ 3718 h 18878"/>
                      <a:gd name="connsiteX4" fmla="*/ 0 w 16843"/>
                      <a:gd name="connsiteY4" fmla="*/ 1147 h 18878"/>
                      <a:gd name="connsiteX5" fmla="*/ 5674 w 16843"/>
                      <a:gd name="connsiteY5" fmla="*/ 8328 h 18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843" h="18878">
                        <a:moveTo>
                          <a:pt x="5674" y="8328"/>
                        </a:moveTo>
                        <a:cubicBezTo>
                          <a:pt x="9531" y="8639"/>
                          <a:pt x="12590" y="11786"/>
                          <a:pt x="12634" y="15732"/>
                        </a:cubicBezTo>
                        <a:cubicBezTo>
                          <a:pt x="12634" y="16840"/>
                          <a:pt x="12413" y="17904"/>
                          <a:pt x="11969" y="18879"/>
                        </a:cubicBezTo>
                        <a:cubicBezTo>
                          <a:pt x="16757" y="13914"/>
                          <a:pt x="19018" y="8461"/>
                          <a:pt x="14053" y="3718"/>
                        </a:cubicBezTo>
                        <a:cubicBezTo>
                          <a:pt x="9576" y="-538"/>
                          <a:pt x="4655" y="-759"/>
                          <a:pt x="0" y="1147"/>
                        </a:cubicBezTo>
                        <a:cubicBezTo>
                          <a:pt x="2039" y="3097"/>
                          <a:pt x="3990" y="5580"/>
                          <a:pt x="5674" y="832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10" name="Forme libre : forme 19209">
                    <a:extLst>
                      <a:ext uri="{FF2B5EF4-FFF2-40B4-BE49-F238E27FC236}">
                        <a16:creationId xmlns:a16="http://schemas.microsoft.com/office/drawing/2014/main" id="{CE6AEFF6-3121-4D2B-A4C6-506851F4E300}"/>
                      </a:ext>
                    </a:extLst>
                  </p:cNvPr>
                  <p:cNvSpPr/>
                  <p:nvPr/>
                </p:nvSpPr>
                <p:spPr>
                  <a:xfrm>
                    <a:off x="5545397" y="5718472"/>
                    <a:ext cx="27762" cy="32871"/>
                  </a:xfrm>
                  <a:custGeom>
                    <a:avLst/>
                    <a:gdLst>
                      <a:gd name="connsiteX0" fmla="*/ 1386 w 27762"/>
                      <a:gd name="connsiteY0" fmla="*/ 20747 h 32871"/>
                      <a:gd name="connsiteX1" fmla="*/ 2007 w 27762"/>
                      <a:gd name="connsiteY1" fmla="*/ 31564 h 32871"/>
                      <a:gd name="connsiteX2" fmla="*/ 11892 w 27762"/>
                      <a:gd name="connsiteY2" fmla="*/ 31387 h 32871"/>
                      <a:gd name="connsiteX3" fmla="*/ 27763 w 27762"/>
                      <a:gd name="connsiteY3" fmla="*/ 21900 h 32871"/>
                      <a:gd name="connsiteX4" fmla="*/ 25635 w 27762"/>
                      <a:gd name="connsiteY4" fmla="*/ 22254 h 32871"/>
                      <a:gd name="connsiteX5" fmla="*/ 17966 w 27762"/>
                      <a:gd name="connsiteY5" fmla="*/ 14807 h 32871"/>
                      <a:gd name="connsiteX6" fmla="*/ 25413 w 27762"/>
                      <a:gd name="connsiteY6" fmla="*/ 7138 h 32871"/>
                      <a:gd name="connsiteX7" fmla="*/ 26078 w 27762"/>
                      <a:gd name="connsiteY7" fmla="*/ 7182 h 32871"/>
                      <a:gd name="connsiteX8" fmla="*/ 20448 w 27762"/>
                      <a:gd name="connsiteY8" fmla="*/ 0 h 32871"/>
                      <a:gd name="connsiteX9" fmla="*/ 1386 w 27762"/>
                      <a:gd name="connsiteY9" fmla="*/ 20747 h 32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7762" h="32871">
                        <a:moveTo>
                          <a:pt x="1386" y="20747"/>
                        </a:moveTo>
                        <a:cubicBezTo>
                          <a:pt x="-166" y="24294"/>
                          <a:pt x="-964" y="29081"/>
                          <a:pt x="2007" y="31564"/>
                        </a:cubicBezTo>
                        <a:cubicBezTo>
                          <a:pt x="4667" y="33780"/>
                          <a:pt x="8701" y="32805"/>
                          <a:pt x="11892" y="31387"/>
                        </a:cubicBezTo>
                        <a:cubicBezTo>
                          <a:pt x="15395" y="29879"/>
                          <a:pt x="22133" y="26289"/>
                          <a:pt x="27763" y="21900"/>
                        </a:cubicBezTo>
                        <a:cubicBezTo>
                          <a:pt x="27098" y="22121"/>
                          <a:pt x="26389" y="22254"/>
                          <a:pt x="25635" y="22254"/>
                        </a:cubicBezTo>
                        <a:cubicBezTo>
                          <a:pt x="21468" y="22299"/>
                          <a:pt x="18054" y="18974"/>
                          <a:pt x="17966" y="14807"/>
                        </a:cubicBezTo>
                        <a:cubicBezTo>
                          <a:pt x="17921" y="10640"/>
                          <a:pt x="21246" y="7226"/>
                          <a:pt x="25413" y="7138"/>
                        </a:cubicBezTo>
                        <a:cubicBezTo>
                          <a:pt x="25635" y="7138"/>
                          <a:pt x="25857" y="7182"/>
                          <a:pt x="26078" y="7182"/>
                        </a:cubicBezTo>
                        <a:cubicBezTo>
                          <a:pt x="24394" y="4433"/>
                          <a:pt x="22443" y="1995"/>
                          <a:pt x="20448" y="0"/>
                        </a:cubicBezTo>
                        <a:cubicBezTo>
                          <a:pt x="11981" y="3502"/>
                          <a:pt x="4268" y="14009"/>
                          <a:pt x="1386" y="2074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11" name="Forme libre : forme 19210">
                    <a:extLst>
                      <a:ext uri="{FF2B5EF4-FFF2-40B4-BE49-F238E27FC236}">
                        <a16:creationId xmlns:a16="http://schemas.microsoft.com/office/drawing/2014/main" id="{CC0C8238-0E09-4C10-B432-B761A50D01DB}"/>
                      </a:ext>
                    </a:extLst>
                  </p:cNvPr>
                  <p:cNvSpPr/>
                  <p:nvPr/>
                </p:nvSpPr>
                <p:spPr>
                  <a:xfrm>
                    <a:off x="5687711" y="5815974"/>
                    <a:ext cx="17732" cy="28220"/>
                  </a:xfrm>
                  <a:custGeom>
                    <a:avLst/>
                    <a:gdLst>
                      <a:gd name="connsiteX0" fmla="*/ 7359 w 17732"/>
                      <a:gd name="connsiteY0" fmla="*/ 13193 h 28220"/>
                      <a:gd name="connsiteX1" fmla="*/ 14807 w 17732"/>
                      <a:gd name="connsiteY1" fmla="*/ 5523 h 28220"/>
                      <a:gd name="connsiteX2" fmla="*/ 17732 w 17732"/>
                      <a:gd name="connsiteY2" fmla="*/ 6055 h 28220"/>
                      <a:gd name="connsiteX3" fmla="*/ 15915 w 17732"/>
                      <a:gd name="connsiteY3" fmla="*/ 3706 h 28220"/>
                      <a:gd name="connsiteX4" fmla="*/ 0 w 17732"/>
                      <a:gd name="connsiteY4" fmla="*/ 2021 h 28220"/>
                      <a:gd name="connsiteX5" fmla="*/ 1419 w 17732"/>
                      <a:gd name="connsiteY5" fmla="*/ 26935 h 28220"/>
                      <a:gd name="connsiteX6" fmla="*/ 1419 w 17732"/>
                      <a:gd name="connsiteY6" fmla="*/ 28221 h 28220"/>
                      <a:gd name="connsiteX7" fmla="*/ 12457 w 17732"/>
                      <a:gd name="connsiteY7" fmla="*/ 20152 h 28220"/>
                      <a:gd name="connsiteX8" fmla="*/ 7359 w 17732"/>
                      <a:gd name="connsiteY8" fmla="*/ 13193 h 28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732" h="28220">
                        <a:moveTo>
                          <a:pt x="7359" y="13193"/>
                        </a:moveTo>
                        <a:cubicBezTo>
                          <a:pt x="7315" y="9025"/>
                          <a:pt x="10639" y="5612"/>
                          <a:pt x="14807" y="5523"/>
                        </a:cubicBezTo>
                        <a:cubicBezTo>
                          <a:pt x="15826" y="5523"/>
                          <a:pt x="16801" y="5700"/>
                          <a:pt x="17732" y="6055"/>
                        </a:cubicBezTo>
                        <a:cubicBezTo>
                          <a:pt x="17289" y="5257"/>
                          <a:pt x="16713" y="4459"/>
                          <a:pt x="15915" y="3706"/>
                        </a:cubicBezTo>
                        <a:cubicBezTo>
                          <a:pt x="10861" y="-1127"/>
                          <a:pt x="5231" y="-727"/>
                          <a:pt x="0" y="2021"/>
                        </a:cubicBezTo>
                        <a:cubicBezTo>
                          <a:pt x="2305" y="9557"/>
                          <a:pt x="1818" y="19133"/>
                          <a:pt x="1419" y="26935"/>
                        </a:cubicBezTo>
                        <a:cubicBezTo>
                          <a:pt x="1419" y="27334"/>
                          <a:pt x="1419" y="27777"/>
                          <a:pt x="1419" y="28221"/>
                        </a:cubicBezTo>
                        <a:cubicBezTo>
                          <a:pt x="5142" y="26004"/>
                          <a:pt x="9221" y="23212"/>
                          <a:pt x="12457" y="20152"/>
                        </a:cubicBezTo>
                        <a:cubicBezTo>
                          <a:pt x="9487" y="19177"/>
                          <a:pt x="7403" y="16473"/>
                          <a:pt x="7359" y="1319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12" name="Forme libre : forme 19211">
                    <a:extLst>
                      <a:ext uri="{FF2B5EF4-FFF2-40B4-BE49-F238E27FC236}">
                        <a16:creationId xmlns:a16="http://schemas.microsoft.com/office/drawing/2014/main" id="{87CB1F2E-2160-4916-8765-E78DD0E7CF2B}"/>
                      </a:ext>
                    </a:extLst>
                  </p:cNvPr>
                  <p:cNvSpPr/>
                  <p:nvPr/>
                </p:nvSpPr>
                <p:spPr>
                  <a:xfrm>
                    <a:off x="5669036" y="5818040"/>
                    <a:ext cx="20386" cy="31939"/>
                  </a:xfrm>
                  <a:custGeom>
                    <a:avLst/>
                    <a:gdLst>
                      <a:gd name="connsiteX0" fmla="*/ 18631 w 20386"/>
                      <a:gd name="connsiteY0" fmla="*/ 0 h 31939"/>
                      <a:gd name="connsiteX1" fmla="*/ 1386 w 20386"/>
                      <a:gd name="connsiteY1" fmla="*/ 19816 h 31939"/>
                      <a:gd name="connsiteX2" fmla="*/ 2007 w 20386"/>
                      <a:gd name="connsiteY2" fmla="*/ 30632 h 31939"/>
                      <a:gd name="connsiteX3" fmla="*/ 11892 w 20386"/>
                      <a:gd name="connsiteY3" fmla="*/ 30455 h 31939"/>
                      <a:gd name="connsiteX4" fmla="*/ 20049 w 20386"/>
                      <a:gd name="connsiteY4" fmla="*/ 26199 h 31939"/>
                      <a:gd name="connsiteX5" fmla="*/ 20049 w 20386"/>
                      <a:gd name="connsiteY5" fmla="*/ 24914 h 31939"/>
                      <a:gd name="connsiteX6" fmla="*/ 18631 w 20386"/>
                      <a:gd name="connsiteY6" fmla="*/ 0 h 3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386" h="31939">
                        <a:moveTo>
                          <a:pt x="18631" y="0"/>
                        </a:moveTo>
                        <a:cubicBezTo>
                          <a:pt x="10873" y="4122"/>
                          <a:pt x="4046" y="13609"/>
                          <a:pt x="1386" y="19816"/>
                        </a:cubicBezTo>
                        <a:cubicBezTo>
                          <a:pt x="-166" y="23363"/>
                          <a:pt x="-964" y="28150"/>
                          <a:pt x="2007" y="30632"/>
                        </a:cubicBezTo>
                        <a:cubicBezTo>
                          <a:pt x="4666" y="32849"/>
                          <a:pt x="8701" y="31874"/>
                          <a:pt x="11892" y="30455"/>
                        </a:cubicBezTo>
                        <a:cubicBezTo>
                          <a:pt x="13843" y="29613"/>
                          <a:pt x="16813" y="28106"/>
                          <a:pt x="20049" y="26199"/>
                        </a:cubicBezTo>
                        <a:cubicBezTo>
                          <a:pt x="20049" y="25756"/>
                          <a:pt x="20049" y="25357"/>
                          <a:pt x="20049" y="24914"/>
                        </a:cubicBezTo>
                        <a:cubicBezTo>
                          <a:pt x="20448" y="17067"/>
                          <a:pt x="20936" y="7536"/>
                          <a:pt x="18631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13" name="Forme libre : forme 19212">
                    <a:extLst>
                      <a:ext uri="{FF2B5EF4-FFF2-40B4-BE49-F238E27FC236}">
                        <a16:creationId xmlns:a16="http://schemas.microsoft.com/office/drawing/2014/main" id="{B02D011B-9BAF-4B0E-A1D3-4475642F714F}"/>
                      </a:ext>
                    </a:extLst>
                  </p:cNvPr>
                  <p:cNvSpPr/>
                  <p:nvPr/>
                </p:nvSpPr>
                <p:spPr>
                  <a:xfrm>
                    <a:off x="4996984" y="5832126"/>
                    <a:ext cx="37368" cy="33989"/>
                  </a:xfrm>
                  <a:custGeom>
                    <a:avLst/>
                    <a:gdLst>
                      <a:gd name="connsiteX0" fmla="*/ 2001 w 37368"/>
                      <a:gd name="connsiteY0" fmla="*/ 32682 h 33989"/>
                      <a:gd name="connsiteX1" fmla="*/ 11887 w 37368"/>
                      <a:gd name="connsiteY1" fmla="*/ 32505 h 33989"/>
                      <a:gd name="connsiteX2" fmla="*/ 34585 w 37368"/>
                      <a:gd name="connsiteY2" fmla="*/ 3735 h 33989"/>
                      <a:gd name="connsiteX3" fmla="*/ 1425 w 37368"/>
                      <a:gd name="connsiteY3" fmla="*/ 21866 h 33989"/>
                      <a:gd name="connsiteX4" fmla="*/ 2001 w 37368"/>
                      <a:gd name="connsiteY4" fmla="*/ 32682 h 33989"/>
                      <a:gd name="connsiteX5" fmla="*/ 26827 w 37368"/>
                      <a:gd name="connsiteY5" fmla="*/ 897 h 33989"/>
                      <a:gd name="connsiteX6" fmla="*/ 34496 w 37368"/>
                      <a:gd name="connsiteY6" fmla="*/ 8345 h 33989"/>
                      <a:gd name="connsiteX7" fmla="*/ 27048 w 37368"/>
                      <a:gd name="connsiteY7" fmla="*/ 16014 h 33989"/>
                      <a:gd name="connsiteX8" fmla="*/ 19379 w 37368"/>
                      <a:gd name="connsiteY8" fmla="*/ 8567 h 33989"/>
                      <a:gd name="connsiteX9" fmla="*/ 26827 w 37368"/>
                      <a:gd name="connsiteY9" fmla="*/ 897 h 33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368" h="33989">
                        <a:moveTo>
                          <a:pt x="2001" y="32682"/>
                        </a:moveTo>
                        <a:cubicBezTo>
                          <a:pt x="4661" y="34899"/>
                          <a:pt x="8695" y="33924"/>
                          <a:pt x="11887" y="32505"/>
                        </a:cubicBezTo>
                        <a:cubicBezTo>
                          <a:pt x="20044" y="28959"/>
                          <a:pt x="45800" y="14374"/>
                          <a:pt x="34585" y="3735"/>
                        </a:cubicBezTo>
                        <a:cubicBezTo>
                          <a:pt x="21995" y="-8235"/>
                          <a:pt x="5903" y="11493"/>
                          <a:pt x="1425" y="21866"/>
                        </a:cubicBezTo>
                        <a:cubicBezTo>
                          <a:pt x="-171" y="25412"/>
                          <a:pt x="-969" y="30156"/>
                          <a:pt x="2001" y="32682"/>
                        </a:cubicBezTo>
                        <a:close/>
                        <a:moveTo>
                          <a:pt x="26827" y="897"/>
                        </a:moveTo>
                        <a:cubicBezTo>
                          <a:pt x="30994" y="853"/>
                          <a:pt x="34407" y="4178"/>
                          <a:pt x="34496" y="8345"/>
                        </a:cubicBezTo>
                        <a:cubicBezTo>
                          <a:pt x="34585" y="12512"/>
                          <a:pt x="31216" y="15926"/>
                          <a:pt x="27048" y="16014"/>
                        </a:cubicBezTo>
                        <a:cubicBezTo>
                          <a:pt x="22881" y="16058"/>
                          <a:pt x="19468" y="12733"/>
                          <a:pt x="19379" y="8567"/>
                        </a:cubicBezTo>
                        <a:cubicBezTo>
                          <a:pt x="19291" y="4399"/>
                          <a:pt x="22660" y="942"/>
                          <a:pt x="26827" y="89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14" name="Forme libre : forme 19213">
                    <a:extLst>
                      <a:ext uri="{FF2B5EF4-FFF2-40B4-BE49-F238E27FC236}">
                        <a16:creationId xmlns:a16="http://schemas.microsoft.com/office/drawing/2014/main" id="{D6A48073-1023-4088-ACAB-10B18412702A}"/>
                      </a:ext>
                    </a:extLst>
                  </p:cNvPr>
                  <p:cNvSpPr/>
                  <p:nvPr/>
                </p:nvSpPr>
                <p:spPr>
                  <a:xfrm>
                    <a:off x="5859695" y="5808331"/>
                    <a:ext cx="13275" cy="29879"/>
                  </a:xfrm>
                  <a:custGeom>
                    <a:avLst/>
                    <a:gdLst>
                      <a:gd name="connsiteX0" fmla="*/ 13275 w 13275"/>
                      <a:gd name="connsiteY0" fmla="*/ 0 h 29879"/>
                      <a:gd name="connsiteX1" fmla="*/ 12921 w 13275"/>
                      <a:gd name="connsiteY1" fmla="*/ 222 h 29879"/>
                      <a:gd name="connsiteX2" fmla="*/ 1838 w 13275"/>
                      <a:gd name="connsiteY2" fmla="*/ 14274 h 29879"/>
                      <a:gd name="connsiteX3" fmla="*/ 109 w 13275"/>
                      <a:gd name="connsiteY3" fmla="*/ 22210 h 29879"/>
                      <a:gd name="connsiteX4" fmla="*/ 5961 w 13275"/>
                      <a:gd name="connsiteY4" fmla="*/ 29879 h 29879"/>
                      <a:gd name="connsiteX5" fmla="*/ 6670 w 13275"/>
                      <a:gd name="connsiteY5" fmla="*/ 24515 h 29879"/>
                      <a:gd name="connsiteX6" fmla="*/ 13275 w 13275"/>
                      <a:gd name="connsiteY6" fmla="*/ 0 h 29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75" h="29879">
                        <a:moveTo>
                          <a:pt x="13275" y="0"/>
                        </a:moveTo>
                        <a:cubicBezTo>
                          <a:pt x="13142" y="89"/>
                          <a:pt x="13054" y="177"/>
                          <a:pt x="12921" y="222"/>
                        </a:cubicBezTo>
                        <a:cubicBezTo>
                          <a:pt x="8089" y="3812"/>
                          <a:pt x="4409" y="8822"/>
                          <a:pt x="1838" y="14274"/>
                        </a:cubicBezTo>
                        <a:cubicBezTo>
                          <a:pt x="641" y="16757"/>
                          <a:pt x="-334" y="19506"/>
                          <a:pt x="109" y="22210"/>
                        </a:cubicBezTo>
                        <a:cubicBezTo>
                          <a:pt x="685" y="25446"/>
                          <a:pt x="3212" y="27973"/>
                          <a:pt x="5961" y="29879"/>
                        </a:cubicBezTo>
                        <a:cubicBezTo>
                          <a:pt x="6138" y="28106"/>
                          <a:pt x="6404" y="26289"/>
                          <a:pt x="6670" y="24515"/>
                        </a:cubicBezTo>
                        <a:cubicBezTo>
                          <a:pt x="7956" y="16181"/>
                          <a:pt x="9950" y="7758"/>
                          <a:pt x="13275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15" name="Forme libre : forme 19214">
                    <a:extLst>
                      <a:ext uri="{FF2B5EF4-FFF2-40B4-BE49-F238E27FC236}">
                        <a16:creationId xmlns:a16="http://schemas.microsoft.com/office/drawing/2014/main" id="{B30444B2-FAEB-4248-B810-F8FE8F17073B}"/>
                      </a:ext>
                    </a:extLst>
                  </p:cNvPr>
                  <p:cNvSpPr/>
                  <p:nvPr/>
                </p:nvSpPr>
                <p:spPr>
                  <a:xfrm>
                    <a:off x="5865656" y="5803409"/>
                    <a:ext cx="36284" cy="39328"/>
                  </a:xfrm>
                  <a:custGeom>
                    <a:avLst/>
                    <a:gdLst>
                      <a:gd name="connsiteX0" fmla="*/ 19284 w 36284"/>
                      <a:gd name="connsiteY0" fmla="*/ 37816 h 39328"/>
                      <a:gd name="connsiteX1" fmla="*/ 31741 w 36284"/>
                      <a:gd name="connsiteY1" fmla="*/ 22788 h 39328"/>
                      <a:gd name="connsiteX2" fmla="*/ 35731 w 36284"/>
                      <a:gd name="connsiteY2" fmla="*/ 17246 h 39328"/>
                      <a:gd name="connsiteX3" fmla="*/ 25535 w 36284"/>
                      <a:gd name="connsiteY3" fmla="*/ 1243 h 39328"/>
                      <a:gd name="connsiteX4" fmla="*/ 7315 w 36284"/>
                      <a:gd name="connsiteY4" fmla="*/ 5011 h 39328"/>
                      <a:gd name="connsiteX5" fmla="*/ 709 w 36284"/>
                      <a:gd name="connsiteY5" fmla="*/ 29526 h 39328"/>
                      <a:gd name="connsiteX6" fmla="*/ 0 w 36284"/>
                      <a:gd name="connsiteY6" fmla="*/ 34890 h 39328"/>
                      <a:gd name="connsiteX7" fmla="*/ 177 w 36284"/>
                      <a:gd name="connsiteY7" fmla="*/ 35023 h 39328"/>
                      <a:gd name="connsiteX8" fmla="*/ 19284 w 36284"/>
                      <a:gd name="connsiteY8" fmla="*/ 37816 h 39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6284" h="39328">
                        <a:moveTo>
                          <a:pt x="19284" y="37816"/>
                        </a:moveTo>
                        <a:cubicBezTo>
                          <a:pt x="25091" y="34757"/>
                          <a:pt x="27574" y="27886"/>
                          <a:pt x="31741" y="22788"/>
                        </a:cubicBezTo>
                        <a:cubicBezTo>
                          <a:pt x="33204" y="21014"/>
                          <a:pt x="34888" y="19374"/>
                          <a:pt x="35731" y="17246"/>
                        </a:cubicBezTo>
                        <a:cubicBezTo>
                          <a:pt x="38391" y="10287"/>
                          <a:pt x="30899" y="4213"/>
                          <a:pt x="25535" y="1243"/>
                        </a:cubicBezTo>
                        <a:cubicBezTo>
                          <a:pt x="19860" y="-1904"/>
                          <a:pt x="12147" y="1509"/>
                          <a:pt x="7315" y="5011"/>
                        </a:cubicBezTo>
                        <a:cubicBezTo>
                          <a:pt x="3945" y="12769"/>
                          <a:pt x="1951" y="21147"/>
                          <a:pt x="709" y="29526"/>
                        </a:cubicBezTo>
                        <a:cubicBezTo>
                          <a:pt x="443" y="31299"/>
                          <a:pt x="222" y="33072"/>
                          <a:pt x="0" y="34890"/>
                        </a:cubicBezTo>
                        <a:cubicBezTo>
                          <a:pt x="44" y="34934"/>
                          <a:pt x="133" y="34979"/>
                          <a:pt x="177" y="35023"/>
                        </a:cubicBezTo>
                        <a:cubicBezTo>
                          <a:pt x="5763" y="38791"/>
                          <a:pt x="13299" y="40963"/>
                          <a:pt x="19284" y="3781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16" name="Forme libre : forme 19215">
                    <a:extLst>
                      <a:ext uri="{FF2B5EF4-FFF2-40B4-BE49-F238E27FC236}">
                        <a16:creationId xmlns:a16="http://schemas.microsoft.com/office/drawing/2014/main" id="{477FAB3F-A2AE-4576-B0DC-20B3736B00F8}"/>
                      </a:ext>
                    </a:extLst>
                  </p:cNvPr>
                  <p:cNvSpPr/>
                  <p:nvPr/>
                </p:nvSpPr>
                <p:spPr>
                  <a:xfrm>
                    <a:off x="5887845" y="5696825"/>
                    <a:ext cx="41691" cy="39348"/>
                  </a:xfrm>
                  <a:custGeom>
                    <a:avLst/>
                    <a:gdLst>
                      <a:gd name="connsiteX0" fmla="*/ 6094 w 41691"/>
                      <a:gd name="connsiteY0" fmla="*/ 34991 h 39348"/>
                      <a:gd name="connsiteX1" fmla="*/ 25200 w 41691"/>
                      <a:gd name="connsiteY1" fmla="*/ 37828 h 39348"/>
                      <a:gd name="connsiteX2" fmla="*/ 37657 w 41691"/>
                      <a:gd name="connsiteY2" fmla="*/ 22800 h 39348"/>
                      <a:gd name="connsiteX3" fmla="*/ 41647 w 41691"/>
                      <a:gd name="connsiteY3" fmla="*/ 17258 h 39348"/>
                      <a:gd name="connsiteX4" fmla="*/ 41691 w 41691"/>
                      <a:gd name="connsiteY4" fmla="*/ 16992 h 39348"/>
                      <a:gd name="connsiteX5" fmla="*/ 37569 w 41691"/>
                      <a:gd name="connsiteY5" fmla="*/ 10387 h 39348"/>
                      <a:gd name="connsiteX6" fmla="*/ 38544 w 41691"/>
                      <a:gd name="connsiteY6" fmla="*/ 6663 h 39348"/>
                      <a:gd name="connsiteX7" fmla="*/ 31451 w 41691"/>
                      <a:gd name="connsiteY7" fmla="*/ 1255 h 39348"/>
                      <a:gd name="connsiteX8" fmla="*/ 12921 w 41691"/>
                      <a:gd name="connsiteY8" fmla="*/ 5245 h 39348"/>
                      <a:gd name="connsiteX9" fmla="*/ 1838 w 41691"/>
                      <a:gd name="connsiteY9" fmla="*/ 19298 h 39348"/>
                      <a:gd name="connsiteX10" fmla="*/ 109 w 41691"/>
                      <a:gd name="connsiteY10" fmla="*/ 27233 h 39348"/>
                      <a:gd name="connsiteX11" fmla="*/ 6094 w 41691"/>
                      <a:gd name="connsiteY11" fmla="*/ 34991 h 39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1691" h="39348">
                        <a:moveTo>
                          <a:pt x="6094" y="34991"/>
                        </a:moveTo>
                        <a:cubicBezTo>
                          <a:pt x="11679" y="38847"/>
                          <a:pt x="19216" y="40976"/>
                          <a:pt x="25200" y="37828"/>
                        </a:cubicBezTo>
                        <a:cubicBezTo>
                          <a:pt x="31008" y="34769"/>
                          <a:pt x="33490" y="27898"/>
                          <a:pt x="37657" y="22800"/>
                        </a:cubicBezTo>
                        <a:cubicBezTo>
                          <a:pt x="39120" y="21027"/>
                          <a:pt x="40805" y="19386"/>
                          <a:pt x="41647" y="17258"/>
                        </a:cubicBezTo>
                        <a:cubicBezTo>
                          <a:pt x="41691" y="17169"/>
                          <a:pt x="41691" y="17081"/>
                          <a:pt x="41691" y="16992"/>
                        </a:cubicBezTo>
                        <a:cubicBezTo>
                          <a:pt x="39298" y="15751"/>
                          <a:pt x="37613" y="13313"/>
                          <a:pt x="37569" y="10387"/>
                        </a:cubicBezTo>
                        <a:cubicBezTo>
                          <a:pt x="37569" y="9013"/>
                          <a:pt x="37923" y="7771"/>
                          <a:pt x="38544" y="6663"/>
                        </a:cubicBezTo>
                        <a:cubicBezTo>
                          <a:pt x="36416" y="4403"/>
                          <a:pt x="33756" y="2541"/>
                          <a:pt x="31451" y="1255"/>
                        </a:cubicBezTo>
                        <a:cubicBezTo>
                          <a:pt x="25644" y="-1981"/>
                          <a:pt x="17708" y="1654"/>
                          <a:pt x="12921" y="5245"/>
                        </a:cubicBezTo>
                        <a:cubicBezTo>
                          <a:pt x="8089" y="8836"/>
                          <a:pt x="4409" y="13845"/>
                          <a:pt x="1838" y="19298"/>
                        </a:cubicBezTo>
                        <a:cubicBezTo>
                          <a:pt x="641" y="21780"/>
                          <a:pt x="-334" y="24529"/>
                          <a:pt x="109" y="27233"/>
                        </a:cubicBezTo>
                        <a:cubicBezTo>
                          <a:pt x="641" y="30513"/>
                          <a:pt x="3301" y="33085"/>
                          <a:pt x="6094" y="3499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17" name="Forme libre : forme 19216">
                    <a:extLst>
                      <a:ext uri="{FF2B5EF4-FFF2-40B4-BE49-F238E27FC236}">
                        <a16:creationId xmlns:a16="http://schemas.microsoft.com/office/drawing/2014/main" id="{52178510-573D-4AB5-B81B-7F5FBE20FC96}"/>
                      </a:ext>
                    </a:extLst>
                  </p:cNvPr>
                  <p:cNvSpPr/>
                  <p:nvPr/>
                </p:nvSpPr>
                <p:spPr>
                  <a:xfrm>
                    <a:off x="5500836" y="5813385"/>
                    <a:ext cx="19171" cy="32805"/>
                  </a:xfrm>
                  <a:custGeom>
                    <a:avLst/>
                    <a:gdLst>
                      <a:gd name="connsiteX0" fmla="*/ 19171 w 19171"/>
                      <a:gd name="connsiteY0" fmla="*/ 0 h 32805"/>
                      <a:gd name="connsiteX1" fmla="*/ 12921 w 19171"/>
                      <a:gd name="connsiteY1" fmla="*/ 3591 h 32805"/>
                      <a:gd name="connsiteX2" fmla="*/ 1838 w 19171"/>
                      <a:gd name="connsiteY2" fmla="*/ 17644 h 32805"/>
                      <a:gd name="connsiteX3" fmla="*/ 109 w 19171"/>
                      <a:gd name="connsiteY3" fmla="*/ 25579 h 32805"/>
                      <a:gd name="connsiteX4" fmla="*/ 5384 w 19171"/>
                      <a:gd name="connsiteY4" fmla="*/ 32805 h 32805"/>
                      <a:gd name="connsiteX5" fmla="*/ 8532 w 19171"/>
                      <a:gd name="connsiteY5" fmla="*/ 18486 h 32805"/>
                      <a:gd name="connsiteX6" fmla="*/ 19171 w 19171"/>
                      <a:gd name="connsiteY6" fmla="*/ 0 h 32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171" h="32805">
                        <a:moveTo>
                          <a:pt x="19171" y="0"/>
                        </a:moveTo>
                        <a:cubicBezTo>
                          <a:pt x="16822" y="975"/>
                          <a:pt x="14694" y="2305"/>
                          <a:pt x="12921" y="3591"/>
                        </a:cubicBezTo>
                        <a:cubicBezTo>
                          <a:pt x="8089" y="7182"/>
                          <a:pt x="4409" y="12191"/>
                          <a:pt x="1838" y="17644"/>
                        </a:cubicBezTo>
                        <a:cubicBezTo>
                          <a:pt x="641" y="20126"/>
                          <a:pt x="-334" y="22875"/>
                          <a:pt x="109" y="25579"/>
                        </a:cubicBezTo>
                        <a:cubicBezTo>
                          <a:pt x="641" y="28594"/>
                          <a:pt x="2902" y="30987"/>
                          <a:pt x="5384" y="32805"/>
                        </a:cubicBezTo>
                        <a:cubicBezTo>
                          <a:pt x="5828" y="27929"/>
                          <a:pt x="6847" y="23096"/>
                          <a:pt x="8532" y="18486"/>
                        </a:cubicBezTo>
                        <a:cubicBezTo>
                          <a:pt x="10216" y="13876"/>
                          <a:pt x="14073" y="6916"/>
                          <a:pt x="19171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18" name="Forme libre : forme 19217">
                    <a:extLst>
                      <a:ext uri="{FF2B5EF4-FFF2-40B4-BE49-F238E27FC236}">
                        <a16:creationId xmlns:a16="http://schemas.microsoft.com/office/drawing/2014/main" id="{B8D82621-2EAA-43A0-81D5-B00D2D1C7D4D}"/>
                      </a:ext>
                    </a:extLst>
                  </p:cNvPr>
                  <p:cNvSpPr/>
                  <p:nvPr/>
                </p:nvSpPr>
                <p:spPr>
                  <a:xfrm>
                    <a:off x="5506220" y="5811742"/>
                    <a:ext cx="36861" cy="39338"/>
                  </a:xfrm>
                  <a:custGeom>
                    <a:avLst/>
                    <a:gdLst>
                      <a:gd name="connsiteX0" fmla="*/ 19860 w 36861"/>
                      <a:gd name="connsiteY0" fmla="*/ 37817 h 39338"/>
                      <a:gd name="connsiteX1" fmla="*/ 32317 w 36861"/>
                      <a:gd name="connsiteY1" fmla="*/ 22788 h 39338"/>
                      <a:gd name="connsiteX2" fmla="*/ 36307 w 36861"/>
                      <a:gd name="connsiteY2" fmla="*/ 17247 h 39338"/>
                      <a:gd name="connsiteX3" fmla="*/ 26111 w 36861"/>
                      <a:gd name="connsiteY3" fmla="*/ 1243 h 39338"/>
                      <a:gd name="connsiteX4" fmla="*/ 13787 w 36861"/>
                      <a:gd name="connsiteY4" fmla="*/ 1642 h 39338"/>
                      <a:gd name="connsiteX5" fmla="*/ 3148 w 36861"/>
                      <a:gd name="connsiteY5" fmla="*/ 20129 h 39338"/>
                      <a:gd name="connsiteX6" fmla="*/ 0 w 36861"/>
                      <a:gd name="connsiteY6" fmla="*/ 34447 h 39338"/>
                      <a:gd name="connsiteX7" fmla="*/ 754 w 36861"/>
                      <a:gd name="connsiteY7" fmla="*/ 35024 h 39338"/>
                      <a:gd name="connsiteX8" fmla="*/ 19860 w 36861"/>
                      <a:gd name="connsiteY8" fmla="*/ 37817 h 3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6861" h="39338">
                        <a:moveTo>
                          <a:pt x="19860" y="37817"/>
                        </a:moveTo>
                        <a:cubicBezTo>
                          <a:pt x="25668" y="34757"/>
                          <a:pt x="28150" y="27886"/>
                          <a:pt x="32317" y="22788"/>
                        </a:cubicBezTo>
                        <a:cubicBezTo>
                          <a:pt x="33780" y="21015"/>
                          <a:pt x="35465" y="19375"/>
                          <a:pt x="36307" y="17247"/>
                        </a:cubicBezTo>
                        <a:cubicBezTo>
                          <a:pt x="38967" y="10287"/>
                          <a:pt x="31475" y="4213"/>
                          <a:pt x="26111" y="1243"/>
                        </a:cubicBezTo>
                        <a:cubicBezTo>
                          <a:pt x="22431" y="-796"/>
                          <a:pt x="17865" y="-87"/>
                          <a:pt x="13787" y="1642"/>
                        </a:cubicBezTo>
                        <a:cubicBezTo>
                          <a:pt x="8689" y="8558"/>
                          <a:pt x="4832" y="15518"/>
                          <a:pt x="3148" y="20129"/>
                        </a:cubicBezTo>
                        <a:cubicBezTo>
                          <a:pt x="1463" y="24695"/>
                          <a:pt x="443" y="29527"/>
                          <a:pt x="0" y="34447"/>
                        </a:cubicBezTo>
                        <a:cubicBezTo>
                          <a:pt x="266" y="34625"/>
                          <a:pt x="488" y="34846"/>
                          <a:pt x="754" y="35024"/>
                        </a:cubicBezTo>
                        <a:cubicBezTo>
                          <a:pt x="6295" y="38836"/>
                          <a:pt x="13831" y="40964"/>
                          <a:pt x="19860" y="3781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19" name="Forme libre : forme 19218">
                    <a:extLst>
                      <a:ext uri="{FF2B5EF4-FFF2-40B4-BE49-F238E27FC236}">
                        <a16:creationId xmlns:a16="http://schemas.microsoft.com/office/drawing/2014/main" id="{CE00D046-362A-41D0-B919-B3366BD37B47}"/>
                      </a:ext>
                    </a:extLst>
                  </p:cNvPr>
                  <p:cNvSpPr/>
                  <p:nvPr/>
                </p:nvSpPr>
                <p:spPr>
                  <a:xfrm>
                    <a:off x="5402998" y="5843472"/>
                    <a:ext cx="41159" cy="32906"/>
                  </a:xfrm>
                  <a:custGeom>
                    <a:avLst/>
                    <a:gdLst>
                      <a:gd name="connsiteX0" fmla="*/ 41159 w 41159"/>
                      <a:gd name="connsiteY0" fmla="*/ 10343 h 32906"/>
                      <a:gd name="connsiteX1" fmla="*/ 31451 w 41159"/>
                      <a:gd name="connsiteY1" fmla="*/ 1255 h 32906"/>
                      <a:gd name="connsiteX2" fmla="*/ 12921 w 41159"/>
                      <a:gd name="connsiteY2" fmla="*/ 5244 h 32906"/>
                      <a:gd name="connsiteX3" fmla="*/ 1838 w 41159"/>
                      <a:gd name="connsiteY3" fmla="*/ 19297 h 32906"/>
                      <a:gd name="connsiteX4" fmla="*/ 109 w 41159"/>
                      <a:gd name="connsiteY4" fmla="*/ 27233 h 32906"/>
                      <a:gd name="connsiteX5" fmla="*/ 3522 w 41159"/>
                      <a:gd name="connsiteY5" fmla="*/ 32907 h 32906"/>
                      <a:gd name="connsiteX6" fmla="*/ 8133 w 41159"/>
                      <a:gd name="connsiteY6" fmla="*/ 31311 h 32906"/>
                      <a:gd name="connsiteX7" fmla="*/ 41159 w 41159"/>
                      <a:gd name="connsiteY7" fmla="*/ 10343 h 32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1159" h="32906">
                        <a:moveTo>
                          <a:pt x="41159" y="10343"/>
                        </a:moveTo>
                        <a:cubicBezTo>
                          <a:pt x="39253" y="6397"/>
                          <a:pt x="34909" y="3161"/>
                          <a:pt x="31451" y="1255"/>
                        </a:cubicBezTo>
                        <a:cubicBezTo>
                          <a:pt x="25644" y="-1982"/>
                          <a:pt x="17708" y="1654"/>
                          <a:pt x="12921" y="5244"/>
                        </a:cubicBezTo>
                        <a:cubicBezTo>
                          <a:pt x="8089" y="8835"/>
                          <a:pt x="4409" y="13845"/>
                          <a:pt x="1838" y="19297"/>
                        </a:cubicBezTo>
                        <a:cubicBezTo>
                          <a:pt x="641" y="21780"/>
                          <a:pt x="-334" y="24529"/>
                          <a:pt x="109" y="27233"/>
                        </a:cubicBezTo>
                        <a:cubicBezTo>
                          <a:pt x="508" y="29449"/>
                          <a:pt x="1838" y="31311"/>
                          <a:pt x="3522" y="32907"/>
                        </a:cubicBezTo>
                        <a:cubicBezTo>
                          <a:pt x="5074" y="32331"/>
                          <a:pt x="6581" y="31799"/>
                          <a:pt x="8133" y="31311"/>
                        </a:cubicBezTo>
                        <a:cubicBezTo>
                          <a:pt x="12433" y="16992"/>
                          <a:pt x="28170" y="4491"/>
                          <a:pt x="41159" y="1034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20" name="Forme libre : forme 19219">
                    <a:extLst>
                      <a:ext uri="{FF2B5EF4-FFF2-40B4-BE49-F238E27FC236}">
                        <a16:creationId xmlns:a16="http://schemas.microsoft.com/office/drawing/2014/main" id="{3961456C-7ABF-4ED7-A3EE-3604CAA42273}"/>
                      </a:ext>
                    </a:extLst>
                  </p:cNvPr>
                  <p:cNvSpPr/>
                  <p:nvPr/>
                </p:nvSpPr>
                <p:spPr>
                  <a:xfrm>
                    <a:off x="5411086" y="5852340"/>
                    <a:ext cx="34139" cy="29979"/>
                  </a:xfrm>
                  <a:custGeom>
                    <a:avLst/>
                    <a:gdLst>
                      <a:gd name="connsiteX0" fmla="*/ 0 w 34139"/>
                      <a:gd name="connsiteY0" fmla="*/ 22443 h 29979"/>
                      <a:gd name="connsiteX1" fmla="*/ 15737 w 34139"/>
                      <a:gd name="connsiteY1" fmla="*/ 24305 h 29979"/>
                      <a:gd name="connsiteX2" fmla="*/ 14452 w 34139"/>
                      <a:gd name="connsiteY2" fmla="*/ 29980 h 29979"/>
                      <a:gd name="connsiteX3" fmla="*/ 17156 w 34139"/>
                      <a:gd name="connsiteY3" fmla="*/ 28960 h 29979"/>
                      <a:gd name="connsiteX4" fmla="*/ 29613 w 34139"/>
                      <a:gd name="connsiteY4" fmla="*/ 13932 h 29979"/>
                      <a:gd name="connsiteX5" fmla="*/ 33603 w 34139"/>
                      <a:gd name="connsiteY5" fmla="*/ 8391 h 29979"/>
                      <a:gd name="connsiteX6" fmla="*/ 33115 w 34139"/>
                      <a:gd name="connsiteY6" fmla="*/ 1475 h 29979"/>
                      <a:gd name="connsiteX7" fmla="*/ 0 w 34139"/>
                      <a:gd name="connsiteY7" fmla="*/ 22443 h 29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139" h="29979">
                        <a:moveTo>
                          <a:pt x="0" y="22443"/>
                        </a:moveTo>
                        <a:cubicBezTo>
                          <a:pt x="7935" y="20005"/>
                          <a:pt x="15117" y="19340"/>
                          <a:pt x="15737" y="24305"/>
                        </a:cubicBezTo>
                        <a:cubicBezTo>
                          <a:pt x="15959" y="25945"/>
                          <a:pt x="15427" y="27896"/>
                          <a:pt x="14452" y="29980"/>
                        </a:cubicBezTo>
                        <a:cubicBezTo>
                          <a:pt x="15383" y="29713"/>
                          <a:pt x="16270" y="29403"/>
                          <a:pt x="17156" y="28960"/>
                        </a:cubicBezTo>
                        <a:cubicBezTo>
                          <a:pt x="22963" y="25901"/>
                          <a:pt x="25446" y="19030"/>
                          <a:pt x="29613" y="13932"/>
                        </a:cubicBezTo>
                        <a:cubicBezTo>
                          <a:pt x="31076" y="12159"/>
                          <a:pt x="32761" y="10518"/>
                          <a:pt x="33603" y="8391"/>
                        </a:cubicBezTo>
                        <a:cubicBezTo>
                          <a:pt x="34534" y="5952"/>
                          <a:pt x="34179" y="3602"/>
                          <a:pt x="33115" y="1475"/>
                        </a:cubicBezTo>
                        <a:cubicBezTo>
                          <a:pt x="20082" y="-4377"/>
                          <a:pt x="4344" y="8124"/>
                          <a:pt x="0" y="2244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21" name="Forme libre : forme 19220">
                    <a:extLst>
                      <a:ext uri="{FF2B5EF4-FFF2-40B4-BE49-F238E27FC236}">
                        <a16:creationId xmlns:a16="http://schemas.microsoft.com/office/drawing/2014/main" id="{DD162289-0CA9-4DCE-8405-23E25233FA1F}"/>
                      </a:ext>
                    </a:extLst>
                  </p:cNvPr>
                  <p:cNvSpPr/>
                  <p:nvPr/>
                </p:nvSpPr>
                <p:spPr>
                  <a:xfrm>
                    <a:off x="6214895" y="5706050"/>
                    <a:ext cx="26399" cy="37203"/>
                  </a:xfrm>
                  <a:custGeom>
                    <a:avLst/>
                    <a:gdLst>
                      <a:gd name="connsiteX0" fmla="*/ 5763 w 26399"/>
                      <a:gd name="connsiteY0" fmla="*/ 7546 h 37203"/>
                      <a:gd name="connsiteX1" fmla="*/ 8511 w 26399"/>
                      <a:gd name="connsiteY1" fmla="*/ 16590 h 37203"/>
                      <a:gd name="connsiteX2" fmla="*/ 10019 w 26399"/>
                      <a:gd name="connsiteY2" fmla="*/ 16412 h 37203"/>
                      <a:gd name="connsiteX3" fmla="*/ 17688 w 26399"/>
                      <a:gd name="connsiteY3" fmla="*/ 23860 h 37203"/>
                      <a:gd name="connsiteX4" fmla="*/ 10506 w 26399"/>
                      <a:gd name="connsiteY4" fmla="*/ 31485 h 37203"/>
                      <a:gd name="connsiteX5" fmla="*/ 10373 w 26399"/>
                      <a:gd name="connsiteY5" fmla="*/ 37204 h 37203"/>
                      <a:gd name="connsiteX6" fmla="*/ 21855 w 26399"/>
                      <a:gd name="connsiteY6" fmla="*/ 22796 h 37203"/>
                      <a:gd name="connsiteX7" fmla="*/ 25845 w 26399"/>
                      <a:gd name="connsiteY7" fmla="*/ 17255 h 37203"/>
                      <a:gd name="connsiteX8" fmla="*/ 15649 w 26399"/>
                      <a:gd name="connsiteY8" fmla="*/ 1251 h 37203"/>
                      <a:gd name="connsiteX9" fmla="*/ 0 w 26399"/>
                      <a:gd name="connsiteY9" fmla="*/ 3379 h 37203"/>
                      <a:gd name="connsiteX10" fmla="*/ 5763 w 26399"/>
                      <a:gd name="connsiteY10" fmla="*/ 7546 h 37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6399" h="37203">
                        <a:moveTo>
                          <a:pt x="5763" y="7546"/>
                        </a:moveTo>
                        <a:cubicBezTo>
                          <a:pt x="6827" y="10472"/>
                          <a:pt x="7758" y="13531"/>
                          <a:pt x="8511" y="16590"/>
                        </a:cubicBezTo>
                        <a:cubicBezTo>
                          <a:pt x="8999" y="16501"/>
                          <a:pt x="9487" y="16412"/>
                          <a:pt x="10019" y="16412"/>
                        </a:cubicBezTo>
                        <a:cubicBezTo>
                          <a:pt x="14186" y="16368"/>
                          <a:pt x="17599" y="19693"/>
                          <a:pt x="17688" y="23860"/>
                        </a:cubicBezTo>
                        <a:cubicBezTo>
                          <a:pt x="17732" y="27938"/>
                          <a:pt x="14540" y="31263"/>
                          <a:pt x="10506" y="31485"/>
                        </a:cubicBezTo>
                        <a:cubicBezTo>
                          <a:pt x="10551" y="33391"/>
                          <a:pt x="10506" y="35297"/>
                          <a:pt x="10373" y="37204"/>
                        </a:cubicBezTo>
                        <a:cubicBezTo>
                          <a:pt x="15471" y="33923"/>
                          <a:pt x="17954" y="27584"/>
                          <a:pt x="21855" y="22796"/>
                        </a:cubicBezTo>
                        <a:cubicBezTo>
                          <a:pt x="23318" y="21023"/>
                          <a:pt x="25003" y="19383"/>
                          <a:pt x="25845" y="17255"/>
                        </a:cubicBezTo>
                        <a:cubicBezTo>
                          <a:pt x="28505" y="10295"/>
                          <a:pt x="21013" y="4221"/>
                          <a:pt x="15649" y="1251"/>
                        </a:cubicBezTo>
                        <a:cubicBezTo>
                          <a:pt x="10906" y="-1409"/>
                          <a:pt x="4699" y="586"/>
                          <a:pt x="0" y="3379"/>
                        </a:cubicBezTo>
                        <a:lnTo>
                          <a:pt x="5763" y="7546"/>
                        </a:ln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22" name="Forme libre : forme 19221">
                    <a:extLst>
                      <a:ext uri="{FF2B5EF4-FFF2-40B4-BE49-F238E27FC236}">
                        <a16:creationId xmlns:a16="http://schemas.microsoft.com/office/drawing/2014/main" id="{9CD1FD2F-76C1-47FA-AF95-5698FDB384FE}"/>
                      </a:ext>
                    </a:extLst>
                  </p:cNvPr>
                  <p:cNvSpPr/>
                  <p:nvPr/>
                </p:nvSpPr>
                <p:spPr>
                  <a:xfrm>
                    <a:off x="6199004" y="5709384"/>
                    <a:ext cx="26369" cy="36010"/>
                  </a:xfrm>
                  <a:custGeom>
                    <a:avLst/>
                    <a:gdLst>
                      <a:gd name="connsiteX0" fmla="*/ 26353 w 26369"/>
                      <a:gd name="connsiteY0" fmla="*/ 28150 h 36010"/>
                      <a:gd name="connsiteX1" fmla="*/ 26043 w 26369"/>
                      <a:gd name="connsiteY1" fmla="*/ 28194 h 36010"/>
                      <a:gd name="connsiteX2" fmla="*/ 18373 w 26369"/>
                      <a:gd name="connsiteY2" fmla="*/ 20747 h 36010"/>
                      <a:gd name="connsiteX3" fmla="*/ 24358 w 26369"/>
                      <a:gd name="connsiteY3" fmla="*/ 13255 h 36010"/>
                      <a:gd name="connsiteX4" fmla="*/ 21609 w 26369"/>
                      <a:gd name="connsiteY4" fmla="*/ 4211 h 36010"/>
                      <a:gd name="connsiteX5" fmla="*/ 15802 w 26369"/>
                      <a:gd name="connsiteY5" fmla="*/ 0 h 36010"/>
                      <a:gd name="connsiteX6" fmla="*/ 12921 w 26369"/>
                      <a:gd name="connsiteY6" fmla="*/ 1862 h 36010"/>
                      <a:gd name="connsiteX7" fmla="*/ 1838 w 26369"/>
                      <a:gd name="connsiteY7" fmla="*/ 15915 h 36010"/>
                      <a:gd name="connsiteX8" fmla="*/ 109 w 26369"/>
                      <a:gd name="connsiteY8" fmla="*/ 23850 h 36010"/>
                      <a:gd name="connsiteX9" fmla="*/ 6138 w 26369"/>
                      <a:gd name="connsiteY9" fmla="*/ 31652 h 36010"/>
                      <a:gd name="connsiteX10" fmla="*/ 25245 w 26369"/>
                      <a:gd name="connsiteY10" fmla="*/ 34490 h 36010"/>
                      <a:gd name="connsiteX11" fmla="*/ 26220 w 26369"/>
                      <a:gd name="connsiteY11" fmla="*/ 33869 h 36010"/>
                      <a:gd name="connsiteX12" fmla="*/ 26353 w 26369"/>
                      <a:gd name="connsiteY12" fmla="*/ 28150 h 36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6369" h="36010">
                        <a:moveTo>
                          <a:pt x="26353" y="28150"/>
                        </a:moveTo>
                        <a:cubicBezTo>
                          <a:pt x="26264" y="28150"/>
                          <a:pt x="26176" y="28194"/>
                          <a:pt x="26043" y="28194"/>
                        </a:cubicBezTo>
                        <a:cubicBezTo>
                          <a:pt x="21875" y="28239"/>
                          <a:pt x="18462" y="24914"/>
                          <a:pt x="18373" y="20747"/>
                        </a:cubicBezTo>
                        <a:cubicBezTo>
                          <a:pt x="18329" y="17067"/>
                          <a:pt x="20900" y="14009"/>
                          <a:pt x="24358" y="13255"/>
                        </a:cubicBezTo>
                        <a:cubicBezTo>
                          <a:pt x="23604" y="10196"/>
                          <a:pt x="22718" y="7182"/>
                          <a:pt x="21609" y="4211"/>
                        </a:cubicBezTo>
                        <a:lnTo>
                          <a:pt x="15802" y="0"/>
                        </a:lnTo>
                        <a:cubicBezTo>
                          <a:pt x="14783" y="621"/>
                          <a:pt x="13763" y="1241"/>
                          <a:pt x="12921" y="1862"/>
                        </a:cubicBezTo>
                        <a:cubicBezTo>
                          <a:pt x="8089" y="5453"/>
                          <a:pt x="4409" y="10462"/>
                          <a:pt x="1838" y="15915"/>
                        </a:cubicBezTo>
                        <a:cubicBezTo>
                          <a:pt x="641" y="18397"/>
                          <a:pt x="-334" y="21146"/>
                          <a:pt x="109" y="23850"/>
                        </a:cubicBezTo>
                        <a:cubicBezTo>
                          <a:pt x="685" y="27175"/>
                          <a:pt x="3345" y="29746"/>
                          <a:pt x="6138" y="31652"/>
                        </a:cubicBezTo>
                        <a:cubicBezTo>
                          <a:pt x="11724" y="35509"/>
                          <a:pt x="19260" y="37637"/>
                          <a:pt x="25245" y="34490"/>
                        </a:cubicBezTo>
                        <a:cubicBezTo>
                          <a:pt x="25599" y="34312"/>
                          <a:pt x="25910" y="34046"/>
                          <a:pt x="26220" y="33869"/>
                        </a:cubicBezTo>
                        <a:cubicBezTo>
                          <a:pt x="26353" y="31962"/>
                          <a:pt x="26397" y="30057"/>
                          <a:pt x="26353" y="2815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23" name="Forme libre : forme 19222">
                    <a:extLst>
                      <a:ext uri="{FF2B5EF4-FFF2-40B4-BE49-F238E27FC236}">
                        <a16:creationId xmlns:a16="http://schemas.microsoft.com/office/drawing/2014/main" id="{00820A44-17B5-4066-A15E-04992F09878D}"/>
                      </a:ext>
                    </a:extLst>
                  </p:cNvPr>
                  <p:cNvSpPr/>
                  <p:nvPr/>
                </p:nvSpPr>
                <p:spPr>
                  <a:xfrm>
                    <a:off x="6199625" y="5849071"/>
                    <a:ext cx="37746" cy="19164"/>
                  </a:xfrm>
                  <a:custGeom>
                    <a:avLst/>
                    <a:gdLst>
                      <a:gd name="connsiteX0" fmla="*/ 11147 w 37746"/>
                      <a:gd name="connsiteY0" fmla="*/ 2349 h 19164"/>
                      <a:gd name="connsiteX1" fmla="*/ 1439 w 37746"/>
                      <a:gd name="connsiteY1" fmla="*/ 0 h 19164"/>
                      <a:gd name="connsiteX2" fmla="*/ 109 w 37746"/>
                      <a:gd name="connsiteY2" fmla="*/ 7004 h 19164"/>
                      <a:gd name="connsiteX3" fmla="*/ 6138 w 37746"/>
                      <a:gd name="connsiteY3" fmla="*/ 14806 h 19164"/>
                      <a:gd name="connsiteX4" fmla="*/ 25245 w 37746"/>
                      <a:gd name="connsiteY4" fmla="*/ 17644 h 19164"/>
                      <a:gd name="connsiteX5" fmla="*/ 37702 w 37746"/>
                      <a:gd name="connsiteY5" fmla="*/ 2615 h 19164"/>
                      <a:gd name="connsiteX6" fmla="*/ 37746 w 37746"/>
                      <a:gd name="connsiteY6" fmla="*/ 2571 h 19164"/>
                      <a:gd name="connsiteX7" fmla="*/ 36859 w 37746"/>
                      <a:gd name="connsiteY7" fmla="*/ 886 h 19164"/>
                      <a:gd name="connsiteX8" fmla="*/ 11147 w 37746"/>
                      <a:gd name="connsiteY8" fmla="*/ 2349 h 19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746" h="19164">
                        <a:moveTo>
                          <a:pt x="11147" y="2349"/>
                        </a:moveTo>
                        <a:cubicBezTo>
                          <a:pt x="7911" y="1950"/>
                          <a:pt x="4542" y="1197"/>
                          <a:pt x="1439" y="0"/>
                        </a:cubicBezTo>
                        <a:cubicBezTo>
                          <a:pt x="464" y="2217"/>
                          <a:pt x="-290" y="4610"/>
                          <a:pt x="109" y="7004"/>
                        </a:cubicBezTo>
                        <a:cubicBezTo>
                          <a:pt x="685" y="10329"/>
                          <a:pt x="3345" y="12900"/>
                          <a:pt x="6138" y="14806"/>
                        </a:cubicBezTo>
                        <a:cubicBezTo>
                          <a:pt x="11724" y="18663"/>
                          <a:pt x="19260" y="20791"/>
                          <a:pt x="25245" y="17644"/>
                        </a:cubicBezTo>
                        <a:cubicBezTo>
                          <a:pt x="31052" y="14585"/>
                          <a:pt x="33535" y="7714"/>
                          <a:pt x="37702" y="2615"/>
                        </a:cubicBezTo>
                        <a:cubicBezTo>
                          <a:pt x="37702" y="2615"/>
                          <a:pt x="37746" y="2571"/>
                          <a:pt x="37746" y="2571"/>
                        </a:cubicBezTo>
                        <a:cubicBezTo>
                          <a:pt x="37391" y="2083"/>
                          <a:pt x="37081" y="1507"/>
                          <a:pt x="36859" y="886"/>
                        </a:cubicBezTo>
                        <a:cubicBezTo>
                          <a:pt x="28436" y="3236"/>
                          <a:pt x="18728" y="3325"/>
                          <a:pt x="11147" y="234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24" name="Forme libre : forme 19223">
                    <a:extLst>
                      <a:ext uri="{FF2B5EF4-FFF2-40B4-BE49-F238E27FC236}">
                        <a16:creationId xmlns:a16="http://schemas.microsoft.com/office/drawing/2014/main" id="{B0CEC25B-DEFE-4ACB-8B75-53896CA88E5A}"/>
                      </a:ext>
                    </a:extLst>
                  </p:cNvPr>
                  <p:cNvSpPr/>
                  <p:nvPr/>
                </p:nvSpPr>
                <p:spPr>
                  <a:xfrm>
                    <a:off x="6201108" y="5828843"/>
                    <a:ext cx="40075" cy="23165"/>
                  </a:xfrm>
                  <a:custGeom>
                    <a:avLst/>
                    <a:gdLst>
                      <a:gd name="connsiteX0" fmla="*/ 35376 w 40075"/>
                      <a:gd name="connsiteY0" fmla="*/ 21159 h 23165"/>
                      <a:gd name="connsiteX1" fmla="*/ 34844 w 40075"/>
                      <a:gd name="connsiteY1" fmla="*/ 18500 h 23165"/>
                      <a:gd name="connsiteX2" fmla="*/ 40075 w 40075"/>
                      <a:gd name="connsiteY2" fmla="*/ 11229 h 23165"/>
                      <a:gd name="connsiteX3" fmla="*/ 30012 w 40075"/>
                      <a:gd name="connsiteY3" fmla="*/ 1255 h 23165"/>
                      <a:gd name="connsiteX4" fmla="*/ 11482 w 40075"/>
                      <a:gd name="connsiteY4" fmla="*/ 5245 h 23165"/>
                      <a:gd name="connsiteX5" fmla="*/ 399 w 40075"/>
                      <a:gd name="connsiteY5" fmla="*/ 19297 h 23165"/>
                      <a:gd name="connsiteX6" fmla="*/ 0 w 40075"/>
                      <a:gd name="connsiteY6" fmla="*/ 20229 h 23165"/>
                      <a:gd name="connsiteX7" fmla="*/ 9708 w 40075"/>
                      <a:gd name="connsiteY7" fmla="*/ 22578 h 23165"/>
                      <a:gd name="connsiteX8" fmla="*/ 35376 w 40075"/>
                      <a:gd name="connsiteY8" fmla="*/ 21159 h 23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075" h="23165">
                        <a:moveTo>
                          <a:pt x="35376" y="21159"/>
                        </a:moveTo>
                        <a:cubicBezTo>
                          <a:pt x="35066" y="20317"/>
                          <a:pt x="34844" y="19475"/>
                          <a:pt x="34844" y="18500"/>
                        </a:cubicBezTo>
                        <a:cubicBezTo>
                          <a:pt x="34800" y="15086"/>
                          <a:pt x="37016" y="12249"/>
                          <a:pt x="40075" y="11229"/>
                        </a:cubicBezTo>
                        <a:cubicBezTo>
                          <a:pt x="38390" y="6929"/>
                          <a:pt x="33736" y="3338"/>
                          <a:pt x="30012" y="1255"/>
                        </a:cubicBezTo>
                        <a:cubicBezTo>
                          <a:pt x="24205" y="-1981"/>
                          <a:pt x="16269" y="1654"/>
                          <a:pt x="11482" y="5245"/>
                        </a:cubicBezTo>
                        <a:cubicBezTo>
                          <a:pt x="6650" y="8835"/>
                          <a:pt x="2970" y="13845"/>
                          <a:pt x="399" y="19297"/>
                        </a:cubicBezTo>
                        <a:cubicBezTo>
                          <a:pt x="266" y="19608"/>
                          <a:pt x="133" y="19918"/>
                          <a:pt x="0" y="20229"/>
                        </a:cubicBezTo>
                        <a:cubicBezTo>
                          <a:pt x="3103" y="21426"/>
                          <a:pt x="6472" y="22179"/>
                          <a:pt x="9708" y="22578"/>
                        </a:cubicBezTo>
                        <a:cubicBezTo>
                          <a:pt x="17245" y="23553"/>
                          <a:pt x="26953" y="23465"/>
                          <a:pt x="35376" y="2115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25" name="Forme libre : forme 19224">
                    <a:extLst>
                      <a:ext uri="{FF2B5EF4-FFF2-40B4-BE49-F238E27FC236}">
                        <a16:creationId xmlns:a16="http://schemas.microsoft.com/office/drawing/2014/main" id="{E4B6AF69-7F12-4B00-9544-A992BE3D2064}"/>
                      </a:ext>
                    </a:extLst>
                  </p:cNvPr>
                  <p:cNvSpPr/>
                  <p:nvPr/>
                </p:nvSpPr>
                <p:spPr>
                  <a:xfrm>
                    <a:off x="6526852" y="5730353"/>
                    <a:ext cx="25778" cy="39001"/>
                  </a:xfrm>
                  <a:custGeom>
                    <a:avLst/>
                    <a:gdLst>
                      <a:gd name="connsiteX0" fmla="*/ 1906 w 25778"/>
                      <a:gd name="connsiteY0" fmla="*/ 32761 h 39001"/>
                      <a:gd name="connsiteX1" fmla="*/ 0 w 25778"/>
                      <a:gd name="connsiteY1" fmla="*/ 38834 h 39001"/>
                      <a:gd name="connsiteX2" fmla="*/ 8777 w 25778"/>
                      <a:gd name="connsiteY2" fmla="*/ 37504 h 39001"/>
                      <a:gd name="connsiteX3" fmla="*/ 21234 w 25778"/>
                      <a:gd name="connsiteY3" fmla="*/ 22476 h 39001"/>
                      <a:gd name="connsiteX4" fmla="*/ 25224 w 25778"/>
                      <a:gd name="connsiteY4" fmla="*/ 16934 h 39001"/>
                      <a:gd name="connsiteX5" fmla="*/ 15028 w 25778"/>
                      <a:gd name="connsiteY5" fmla="*/ 931 h 39001"/>
                      <a:gd name="connsiteX6" fmla="*/ 12590 w 25778"/>
                      <a:gd name="connsiteY6" fmla="*/ 0 h 39001"/>
                      <a:gd name="connsiteX7" fmla="*/ 11836 w 25778"/>
                      <a:gd name="connsiteY7" fmla="*/ 266 h 39001"/>
                      <a:gd name="connsiteX8" fmla="*/ 1906 w 25778"/>
                      <a:gd name="connsiteY8" fmla="*/ 32761 h 39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778" h="39001">
                        <a:moveTo>
                          <a:pt x="1906" y="32761"/>
                        </a:moveTo>
                        <a:cubicBezTo>
                          <a:pt x="1286" y="34755"/>
                          <a:pt x="665" y="36795"/>
                          <a:pt x="0" y="38834"/>
                        </a:cubicBezTo>
                        <a:cubicBezTo>
                          <a:pt x="3014" y="39233"/>
                          <a:pt x="6029" y="38967"/>
                          <a:pt x="8777" y="37504"/>
                        </a:cubicBezTo>
                        <a:cubicBezTo>
                          <a:pt x="14585" y="34445"/>
                          <a:pt x="17067" y="27574"/>
                          <a:pt x="21234" y="22476"/>
                        </a:cubicBezTo>
                        <a:cubicBezTo>
                          <a:pt x="22697" y="20703"/>
                          <a:pt x="24382" y="19063"/>
                          <a:pt x="25224" y="16934"/>
                        </a:cubicBezTo>
                        <a:cubicBezTo>
                          <a:pt x="27884" y="9974"/>
                          <a:pt x="20392" y="3901"/>
                          <a:pt x="15028" y="931"/>
                        </a:cubicBezTo>
                        <a:cubicBezTo>
                          <a:pt x="14230" y="488"/>
                          <a:pt x="13432" y="222"/>
                          <a:pt x="12590" y="0"/>
                        </a:cubicBezTo>
                        <a:cubicBezTo>
                          <a:pt x="12324" y="89"/>
                          <a:pt x="12102" y="177"/>
                          <a:pt x="11836" y="266"/>
                        </a:cubicBezTo>
                        <a:cubicBezTo>
                          <a:pt x="8511" y="11038"/>
                          <a:pt x="5231" y="21899"/>
                          <a:pt x="1906" y="3276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26" name="Forme libre : forme 19225">
                    <a:extLst>
                      <a:ext uri="{FF2B5EF4-FFF2-40B4-BE49-F238E27FC236}">
                        <a16:creationId xmlns:a16="http://schemas.microsoft.com/office/drawing/2014/main" id="{925033AE-6ACF-4061-806E-A31C5029FF4B}"/>
                      </a:ext>
                    </a:extLst>
                  </p:cNvPr>
                  <p:cNvSpPr/>
                  <p:nvPr/>
                </p:nvSpPr>
                <p:spPr>
                  <a:xfrm>
                    <a:off x="6510429" y="5730308"/>
                    <a:ext cx="28259" cy="38878"/>
                  </a:xfrm>
                  <a:custGeom>
                    <a:avLst/>
                    <a:gdLst>
                      <a:gd name="connsiteX0" fmla="*/ 28259 w 28259"/>
                      <a:gd name="connsiteY0" fmla="*/ 266 h 38878"/>
                      <a:gd name="connsiteX1" fmla="*/ 26442 w 28259"/>
                      <a:gd name="connsiteY1" fmla="*/ 532 h 38878"/>
                      <a:gd name="connsiteX2" fmla="*/ 23560 w 28259"/>
                      <a:gd name="connsiteY2" fmla="*/ 0 h 38878"/>
                      <a:gd name="connsiteX3" fmla="*/ 12921 w 28259"/>
                      <a:gd name="connsiteY3" fmla="*/ 4921 h 38878"/>
                      <a:gd name="connsiteX4" fmla="*/ 1838 w 28259"/>
                      <a:gd name="connsiteY4" fmla="*/ 18974 h 38878"/>
                      <a:gd name="connsiteX5" fmla="*/ 109 w 28259"/>
                      <a:gd name="connsiteY5" fmla="*/ 26909 h 38878"/>
                      <a:gd name="connsiteX6" fmla="*/ 6138 w 28259"/>
                      <a:gd name="connsiteY6" fmla="*/ 34711 h 38878"/>
                      <a:gd name="connsiteX7" fmla="*/ 16512 w 28259"/>
                      <a:gd name="connsiteY7" fmla="*/ 38878 h 38878"/>
                      <a:gd name="connsiteX8" fmla="*/ 18418 w 28259"/>
                      <a:gd name="connsiteY8" fmla="*/ 32805 h 38878"/>
                      <a:gd name="connsiteX9" fmla="*/ 28259 w 28259"/>
                      <a:gd name="connsiteY9" fmla="*/ 266 h 38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259" h="38878">
                        <a:moveTo>
                          <a:pt x="28259" y="266"/>
                        </a:moveTo>
                        <a:cubicBezTo>
                          <a:pt x="27683" y="443"/>
                          <a:pt x="27062" y="532"/>
                          <a:pt x="26442" y="532"/>
                        </a:cubicBezTo>
                        <a:cubicBezTo>
                          <a:pt x="25422" y="532"/>
                          <a:pt x="24447" y="354"/>
                          <a:pt x="23560" y="0"/>
                        </a:cubicBezTo>
                        <a:cubicBezTo>
                          <a:pt x="19659" y="754"/>
                          <a:pt x="15758" y="2837"/>
                          <a:pt x="12921" y="4921"/>
                        </a:cubicBezTo>
                        <a:cubicBezTo>
                          <a:pt x="8089" y="8512"/>
                          <a:pt x="4409" y="13521"/>
                          <a:pt x="1838" y="18974"/>
                        </a:cubicBezTo>
                        <a:cubicBezTo>
                          <a:pt x="641" y="21456"/>
                          <a:pt x="-334" y="24205"/>
                          <a:pt x="109" y="26909"/>
                        </a:cubicBezTo>
                        <a:cubicBezTo>
                          <a:pt x="685" y="30233"/>
                          <a:pt x="3345" y="32805"/>
                          <a:pt x="6138" y="34711"/>
                        </a:cubicBezTo>
                        <a:cubicBezTo>
                          <a:pt x="9197" y="36795"/>
                          <a:pt x="12832" y="38391"/>
                          <a:pt x="16512" y="38878"/>
                        </a:cubicBezTo>
                        <a:cubicBezTo>
                          <a:pt x="17176" y="36883"/>
                          <a:pt x="17797" y="34844"/>
                          <a:pt x="18418" y="32805"/>
                        </a:cubicBezTo>
                        <a:cubicBezTo>
                          <a:pt x="21654" y="21944"/>
                          <a:pt x="24934" y="11083"/>
                          <a:pt x="28259" y="26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27" name="Forme libre : forme 19226">
                    <a:extLst>
                      <a:ext uri="{FF2B5EF4-FFF2-40B4-BE49-F238E27FC236}">
                        <a16:creationId xmlns:a16="http://schemas.microsoft.com/office/drawing/2014/main" id="{CF716BB3-7CAE-49E1-8676-C03371997A57}"/>
                      </a:ext>
                    </a:extLst>
                  </p:cNvPr>
                  <p:cNvSpPr/>
                  <p:nvPr/>
                </p:nvSpPr>
                <p:spPr>
                  <a:xfrm>
                    <a:off x="6627862" y="5746875"/>
                    <a:ext cx="41602" cy="31843"/>
                  </a:xfrm>
                  <a:custGeom>
                    <a:avLst/>
                    <a:gdLst>
                      <a:gd name="connsiteX0" fmla="*/ 12078 w 41602"/>
                      <a:gd name="connsiteY0" fmla="*/ 19430 h 31843"/>
                      <a:gd name="connsiteX1" fmla="*/ 41603 w 41602"/>
                      <a:gd name="connsiteY1" fmla="*/ 11362 h 31843"/>
                      <a:gd name="connsiteX2" fmla="*/ 31451 w 41602"/>
                      <a:gd name="connsiteY2" fmla="*/ 1255 h 31843"/>
                      <a:gd name="connsiteX3" fmla="*/ 12921 w 41602"/>
                      <a:gd name="connsiteY3" fmla="*/ 5245 h 31843"/>
                      <a:gd name="connsiteX4" fmla="*/ 1838 w 41602"/>
                      <a:gd name="connsiteY4" fmla="*/ 19297 h 31843"/>
                      <a:gd name="connsiteX5" fmla="*/ 109 w 41602"/>
                      <a:gd name="connsiteY5" fmla="*/ 27233 h 31843"/>
                      <a:gd name="connsiteX6" fmla="*/ 2459 w 41602"/>
                      <a:gd name="connsiteY6" fmla="*/ 31843 h 31843"/>
                      <a:gd name="connsiteX7" fmla="*/ 12078 w 41602"/>
                      <a:gd name="connsiteY7" fmla="*/ 19430 h 31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1602" h="31843">
                        <a:moveTo>
                          <a:pt x="12078" y="19430"/>
                        </a:moveTo>
                        <a:cubicBezTo>
                          <a:pt x="20147" y="12736"/>
                          <a:pt x="31052" y="10609"/>
                          <a:pt x="41603" y="11362"/>
                        </a:cubicBezTo>
                        <a:cubicBezTo>
                          <a:pt x="40007" y="6974"/>
                          <a:pt x="35219" y="3338"/>
                          <a:pt x="31451" y="1255"/>
                        </a:cubicBezTo>
                        <a:cubicBezTo>
                          <a:pt x="25644" y="-1981"/>
                          <a:pt x="17708" y="1654"/>
                          <a:pt x="12921" y="5245"/>
                        </a:cubicBezTo>
                        <a:cubicBezTo>
                          <a:pt x="8088" y="8835"/>
                          <a:pt x="4409" y="13845"/>
                          <a:pt x="1838" y="19297"/>
                        </a:cubicBezTo>
                        <a:cubicBezTo>
                          <a:pt x="641" y="21780"/>
                          <a:pt x="-334" y="24529"/>
                          <a:pt x="109" y="27233"/>
                        </a:cubicBezTo>
                        <a:cubicBezTo>
                          <a:pt x="419" y="28962"/>
                          <a:pt x="1306" y="30513"/>
                          <a:pt x="2459" y="31843"/>
                        </a:cubicBezTo>
                        <a:cubicBezTo>
                          <a:pt x="4941" y="27144"/>
                          <a:pt x="7911" y="22888"/>
                          <a:pt x="12078" y="1943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28" name="Forme libre : forme 19227">
                    <a:extLst>
                      <a:ext uri="{FF2B5EF4-FFF2-40B4-BE49-F238E27FC236}">
                        <a16:creationId xmlns:a16="http://schemas.microsoft.com/office/drawing/2014/main" id="{E1883027-04A0-45F0-BCEF-A8A53081B305}"/>
                      </a:ext>
                    </a:extLst>
                  </p:cNvPr>
                  <p:cNvSpPr/>
                  <p:nvPr/>
                </p:nvSpPr>
                <p:spPr>
                  <a:xfrm>
                    <a:off x="6630276" y="5758106"/>
                    <a:ext cx="39758" cy="28117"/>
                  </a:xfrm>
                  <a:custGeom>
                    <a:avLst/>
                    <a:gdLst>
                      <a:gd name="connsiteX0" fmla="*/ 3679 w 39758"/>
                      <a:gd name="connsiteY0" fmla="*/ 23760 h 28117"/>
                      <a:gd name="connsiteX1" fmla="*/ 22786 w 39758"/>
                      <a:gd name="connsiteY1" fmla="*/ 26597 h 28117"/>
                      <a:gd name="connsiteX2" fmla="*/ 35243 w 39758"/>
                      <a:gd name="connsiteY2" fmla="*/ 11569 h 28117"/>
                      <a:gd name="connsiteX3" fmla="*/ 39233 w 39758"/>
                      <a:gd name="connsiteY3" fmla="*/ 6027 h 28117"/>
                      <a:gd name="connsiteX4" fmla="*/ 39144 w 39758"/>
                      <a:gd name="connsiteY4" fmla="*/ 132 h 28117"/>
                      <a:gd name="connsiteX5" fmla="*/ 9620 w 39758"/>
                      <a:gd name="connsiteY5" fmla="*/ 8200 h 28117"/>
                      <a:gd name="connsiteX6" fmla="*/ 0 w 39758"/>
                      <a:gd name="connsiteY6" fmla="*/ 20568 h 28117"/>
                      <a:gd name="connsiteX7" fmla="*/ 3679 w 39758"/>
                      <a:gd name="connsiteY7" fmla="*/ 23760 h 28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758" h="28117">
                        <a:moveTo>
                          <a:pt x="3679" y="23760"/>
                        </a:moveTo>
                        <a:cubicBezTo>
                          <a:pt x="9265" y="27617"/>
                          <a:pt x="16801" y="29744"/>
                          <a:pt x="22786" y="26597"/>
                        </a:cubicBezTo>
                        <a:cubicBezTo>
                          <a:pt x="28593" y="23538"/>
                          <a:pt x="31076" y="16667"/>
                          <a:pt x="35243" y="11569"/>
                        </a:cubicBezTo>
                        <a:cubicBezTo>
                          <a:pt x="36706" y="9795"/>
                          <a:pt x="38390" y="8155"/>
                          <a:pt x="39233" y="6027"/>
                        </a:cubicBezTo>
                        <a:cubicBezTo>
                          <a:pt x="40031" y="3944"/>
                          <a:pt x="39853" y="1993"/>
                          <a:pt x="39144" y="132"/>
                        </a:cubicBezTo>
                        <a:cubicBezTo>
                          <a:pt x="28593" y="-578"/>
                          <a:pt x="17688" y="1506"/>
                          <a:pt x="9620" y="8200"/>
                        </a:cubicBezTo>
                        <a:cubicBezTo>
                          <a:pt x="5497" y="11613"/>
                          <a:pt x="2483" y="15913"/>
                          <a:pt x="0" y="20568"/>
                        </a:cubicBezTo>
                        <a:cubicBezTo>
                          <a:pt x="1064" y="21810"/>
                          <a:pt x="2349" y="22873"/>
                          <a:pt x="3679" y="2376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29" name="Forme libre : forme 19228">
                    <a:extLst>
                      <a:ext uri="{FF2B5EF4-FFF2-40B4-BE49-F238E27FC236}">
                        <a16:creationId xmlns:a16="http://schemas.microsoft.com/office/drawing/2014/main" id="{AD41F37E-594E-4B05-BB47-0A32B9AF175E}"/>
                      </a:ext>
                    </a:extLst>
                  </p:cNvPr>
                  <p:cNvSpPr/>
                  <p:nvPr/>
                </p:nvSpPr>
                <p:spPr>
                  <a:xfrm>
                    <a:off x="6300301" y="5819445"/>
                    <a:ext cx="37967" cy="30158"/>
                  </a:xfrm>
                  <a:custGeom>
                    <a:avLst/>
                    <a:gdLst>
                      <a:gd name="connsiteX0" fmla="*/ 12522 w 37967"/>
                      <a:gd name="connsiteY0" fmla="*/ 16416 h 30158"/>
                      <a:gd name="connsiteX1" fmla="*/ 37968 w 37967"/>
                      <a:gd name="connsiteY1" fmla="*/ 6042 h 30158"/>
                      <a:gd name="connsiteX2" fmla="*/ 31451 w 37967"/>
                      <a:gd name="connsiteY2" fmla="*/ 1255 h 30158"/>
                      <a:gd name="connsiteX3" fmla="*/ 12921 w 37967"/>
                      <a:gd name="connsiteY3" fmla="*/ 5245 h 30158"/>
                      <a:gd name="connsiteX4" fmla="*/ 1838 w 37967"/>
                      <a:gd name="connsiteY4" fmla="*/ 19297 h 30158"/>
                      <a:gd name="connsiteX5" fmla="*/ 109 w 37967"/>
                      <a:gd name="connsiteY5" fmla="*/ 27233 h 30158"/>
                      <a:gd name="connsiteX6" fmla="*/ 1262 w 37967"/>
                      <a:gd name="connsiteY6" fmla="*/ 30159 h 30158"/>
                      <a:gd name="connsiteX7" fmla="*/ 12522 w 37967"/>
                      <a:gd name="connsiteY7" fmla="*/ 16416 h 30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967" h="30158">
                        <a:moveTo>
                          <a:pt x="12522" y="16416"/>
                        </a:moveTo>
                        <a:cubicBezTo>
                          <a:pt x="19836" y="10875"/>
                          <a:pt x="29323" y="9367"/>
                          <a:pt x="37968" y="6042"/>
                        </a:cubicBezTo>
                        <a:cubicBezTo>
                          <a:pt x="35973" y="4092"/>
                          <a:pt x="33535" y="2407"/>
                          <a:pt x="31451" y="1255"/>
                        </a:cubicBezTo>
                        <a:cubicBezTo>
                          <a:pt x="25644" y="-1981"/>
                          <a:pt x="17708" y="1654"/>
                          <a:pt x="12921" y="5245"/>
                        </a:cubicBezTo>
                        <a:cubicBezTo>
                          <a:pt x="8088" y="8835"/>
                          <a:pt x="4409" y="13845"/>
                          <a:pt x="1838" y="19297"/>
                        </a:cubicBezTo>
                        <a:cubicBezTo>
                          <a:pt x="641" y="21780"/>
                          <a:pt x="-334" y="24529"/>
                          <a:pt x="109" y="27233"/>
                        </a:cubicBezTo>
                        <a:cubicBezTo>
                          <a:pt x="286" y="28297"/>
                          <a:pt x="730" y="29227"/>
                          <a:pt x="1262" y="30159"/>
                        </a:cubicBezTo>
                        <a:cubicBezTo>
                          <a:pt x="4365" y="24972"/>
                          <a:pt x="7734" y="20007"/>
                          <a:pt x="12522" y="1641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30" name="Forme libre : forme 19229">
                    <a:extLst>
                      <a:ext uri="{FF2B5EF4-FFF2-40B4-BE49-F238E27FC236}">
                        <a16:creationId xmlns:a16="http://schemas.microsoft.com/office/drawing/2014/main" id="{321B2773-3088-4001-8D7B-BC35ECB1B689}"/>
                      </a:ext>
                    </a:extLst>
                  </p:cNvPr>
                  <p:cNvSpPr/>
                  <p:nvPr/>
                </p:nvSpPr>
                <p:spPr>
                  <a:xfrm>
                    <a:off x="6301518" y="5825487"/>
                    <a:ext cx="40991" cy="33350"/>
                  </a:xfrm>
                  <a:custGeom>
                    <a:avLst/>
                    <a:gdLst>
                      <a:gd name="connsiteX0" fmla="*/ 4877 w 40991"/>
                      <a:gd name="connsiteY0" fmla="*/ 28993 h 33350"/>
                      <a:gd name="connsiteX1" fmla="*/ 23983 w 40991"/>
                      <a:gd name="connsiteY1" fmla="*/ 31830 h 33350"/>
                      <a:gd name="connsiteX2" fmla="*/ 36440 w 40991"/>
                      <a:gd name="connsiteY2" fmla="*/ 16802 h 33350"/>
                      <a:gd name="connsiteX3" fmla="*/ 40430 w 40991"/>
                      <a:gd name="connsiteY3" fmla="*/ 11260 h 33350"/>
                      <a:gd name="connsiteX4" fmla="*/ 36751 w 40991"/>
                      <a:gd name="connsiteY4" fmla="*/ 0 h 33350"/>
                      <a:gd name="connsiteX5" fmla="*/ 11304 w 40991"/>
                      <a:gd name="connsiteY5" fmla="*/ 10374 h 33350"/>
                      <a:gd name="connsiteX6" fmla="*/ 0 w 40991"/>
                      <a:gd name="connsiteY6" fmla="*/ 24116 h 33350"/>
                      <a:gd name="connsiteX7" fmla="*/ 4877 w 40991"/>
                      <a:gd name="connsiteY7" fmla="*/ 28993 h 33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991" h="33350">
                        <a:moveTo>
                          <a:pt x="4877" y="28993"/>
                        </a:moveTo>
                        <a:cubicBezTo>
                          <a:pt x="10462" y="32849"/>
                          <a:pt x="17998" y="34977"/>
                          <a:pt x="23983" y="31830"/>
                        </a:cubicBezTo>
                        <a:cubicBezTo>
                          <a:pt x="29791" y="28771"/>
                          <a:pt x="32273" y="21900"/>
                          <a:pt x="36440" y="16802"/>
                        </a:cubicBezTo>
                        <a:cubicBezTo>
                          <a:pt x="37903" y="15028"/>
                          <a:pt x="39588" y="13388"/>
                          <a:pt x="40430" y="11260"/>
                        </a:cubicBezTo>
                        <a:cubicBezTo>
                          <a:pt x="42070" y="7005"/>
                          <a:pt x="39898" y="3103"/>
                          <a:pt x="36751" y="0"/>
                        </a:cubicBezTo>
                        <a:cubicBezTo>
                          <a:pt x="28150" y="3280"/>
                          <a:pt x="18663" y="4832"/>
                          <a:pt x="11304" y="10374"/>
                        </a:cubicBezTo>
                        <a:cubicBezTo>
                          <a:pt x="6517" y="13964"/>
                          <a:pt x="3148" y="18974"/>
                          <a:pt x="0" y="24116"/>
                        </a:cubicBezTo>
                        <a:cubicBezTo>
                          <a:pt x="1153" y="26022"/>
                          <a:pt x="2970" y="27662"/>
                          <a:pt x="4877" y="2899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31" name="Forme libre : forme 19230">
                    <a:extLst>
                      <a:ext uri="{FF2B5EF4-FFF2-40B4-BE49-F238E27FC236}">
                        <a16:creationId xmlns:a16="http://schemas.microsoft.com/office/drawing/2014/main" id="{9C569515-E36E-464A-8445-BB619AC8458A}"/>
                      </a:ext>
                    </a:extLst>
                  </p:cNvPr>
                  <p:cNvSpPr/>
                  <p:nvPr/>
                </p:nvSpPr>
                <p:spPr>
                  <a:xfrm>
                    <a:off x="7091363" y="5646463"/>
                    <a:ext cx="27374" cy="26214"/>
                  </a:xfrm>
                  <a:custGeom>
                    <a:avLst/>
                    <a:gdLst>
                      <a:gd name="connsiteX0" fmla="*/ 8068 w 27374"/>
                      <a:gd name="connsiteY0" fmla="*/ 12428 h 26214"/>
                      <a:gd name="connsiteX1" fmla="*/ 20392 w 27374"/>
                      <a:gd name="connsiteY1" fmla="*/ 26215 h 26214"/>
                      <a:gd name="connsiteX2" fmla="*/ 22830 w 27374"/>
                      <a:gd name="connsiteY2" fmla="*/ 22801 h 26214"/>
                      <a:gd name="connsiteX3" fmla="*/ 26820 w 27374"/>
                      <a:gd name="connsiteY3" fmla="*/ 17260 h 26214"/>
                      <a:gd name="connsiteX4" fmla="*/ 16624 w 27374"/>
                      <a:gd name="connsiteY4" fmla="*/ 1256 h 26214"/>
                      <a:gd name="connsiteX5" fmla="*/ 0 w 27374"/>
                      <a:gd name="connsiteY5" fmla="*/ 3916 h 26214"/>
                      <a:gd name="connsiteX6" fmla="*/ 8068 w 27374"/>
                      <a:gd name="connsiteY6" fmla="*/ 12428 h 26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374" h="26214">
                        <a:moveTo>
                          <a:pt x="8068" y="12428"/>
                        </a:moveTo>
                        <a:cubicBezTo>
                          <a:pt x="11881" y="17038"/>
                          <a:pt x="16225" y="21560"/>
                          <a:pt x="20392" y="26215"/>
                        </a:cubicBezTo>
                        <a:cubicBezTo>
                          <a:pt x="21146" y="25018"/>
                          <a:pt x="21944" y="23865"/>
                          <a:pt x="22830" y="22801"/>
                        </a:cubicBezTo>
                        <a:cubicBezTo>
                          <a:pt x="24293" y="21028"/>
                          <a:pt x="25978" y="19388"/>
                          <a:pt x="26820" y="17260"/>
                        </a:cubicBezTo>
                        <a:cubicBezTo>
                          <a:pt x="29480" y="10300"/>
                          <a:pt x="21988" y="4227"/>
                          <a:pt x="16624" y="1256"/>
                        </a:cubicBezTo>
                        <a:cubicBezTo>
                          <a:pt x="11570" y="-1581"/>
                          <a:pt x="4832" y="858"/>
                          <a:pt x="0" y="3916"/>
                        </a:cubicBezTo>
                        <a:cubicBezTo>
                          <a:pt x="3014" y="6576"/>
                          <a:pt x="5763" y="9635"/>
                          <a:pt x="8068" y="1242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32" name="Forme libre : forme 19231">
                    <a:extLst>
                      <a:ext uri="{FF2B5EF4-FFF2-40B4-BE49-F238E27FC236}">
                        <a16:creationId xmlns:a16="http://schemas.microsoft.com/office/drawing/2014/main" id="{B5FF62B8-2FA2-4460-868B-ACAE139483EF}"/>
                      </a:ext>
                    </a:extLst>
                  </p:cNvPr>
                  <p:cNvSpPr/>
                  <p:nvPr/>
                </p:nvSpPr>
                <p:spPr>
                  <a:xfrm>
                    <a:off x="7076491" y="5650335"/>
                    <a:ext cx="35263" cy="35478"/>
                  </a:xfrm>
                  <a:custGeom>
                    <a:avLst/>
                    <a:gdLst>
                      <a:gd name="connsiteX0" fmla="*/ 1838 w 35263"/>
                      <a:gd name="connsiteY0" fmla="*/ 15383 h 35478"/>
                      <a:gd name="connsiteX1" fmla="*/ 109 w 35263"/>
                      <a:gd name="connsiteY1" fmla="*/ 23318 h 35478"/>
                      <a:gd name="connsiteX2" fmla="*/ 6138 w 35263"/>
                      <a:gd name="connsiteY2" fmla="*/ 31120 h 35478"/>
                      <a:gd name="connsiteX3" fmla="*/ 25245 w 35263"/>
                      <a:gd name="connsiteY3" fmla="*/ 33958 h 35478"/>
                      <a:gd name="connsiteX4" fmla="*/ 35263 w 35263"/>
                      <a:gd name="connsiteY4" fmla="*/ 22343 h 35478"/>
                      <a:gd name="connsiteX5" fmla="*/ 22939 w 35263"/>
                      <a:gd name="connsiteY5" fmla="*/ 8556 h 35478"/>
                      <a:gd name="connsiteX6" fmla="*/ 14871 w 35263"/>
                      <a:gd name="connsiteY6" fmla="*/ 0 h 35478"/>
                      <a:gd name="connsiteX7" fmla="*/ 12965 w 35263"/>
                      <a:gd name="connsiteY7" fmla="*/ 1330 h 35478"/>
                      <a:gd name="connsiteX8" fmla="*/ 1838 w 35263"/>
                      <a:gd name="connsiteY8" fmla="*/ 15383 h 35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263" h="35478">
                        <a:moveTo>
                          <a:pt x="1838" y="15383"/>
                        </a:moveTo>
                        <a:cubicBezTo>
                          <a:pt x="641" y="17866"/>
                          <a:pt x="-334" y="20614"/>
                          <a:pt x="109" y="23318"/>
                        </a:cubicBezTo>
                        <a:cubicBezTo>
                          <a:pt x="685" y="26643"/>
                          <a:pt x="3345" y="29214"/>
                          <a:pt x="6138" y="31120"/>
                        </a:cubicBezTo>
                        <a:cubicBezTo>
                          <a:pt x="11724" y="34977"/>
                          <a:pt x="19260" y="37105"/>
                          <a:pt x="25245" y="33958"/>
                        </a:cubicBezTo>
                        <a:cubicBezTo>
                          <a:pt x="29855" y="31564"/>
                          <a:pt x="32382" y="26776"/>
                          <a:pt x="35263" y="22343"/>
                        </a:cubicBezTo>
                        <a:cubicBezTo>
                          <a:pt x="31096" y="17688"/>
                          <a:pt x="26708" y="13167"/>
                          <a:pt x="22939" y="8556"/>
                        </a:cubicBezTo>
                        <a:cubicBezTo>
                          <a:pt x="20634" y="5763"/>
                          <a:pt x="17930" y="2704"/>
                          <a:pt x="14871" y="0"/>
                        </a:cubicBezTo>
                        <a:cubicBezTo>
                          <a:pt x="14206" y="444"/>
                          <a:pt x="13541" y="887"/>
                          <a:pt x="12965" y="1330"/>
                        </a:cubicBezTo>
                        <a:cubicBezTo>
                          <a:pt x="8089" y="4921"/>
                          <a:pt x="4453" y="9930"/>
                          <a:pt x="1838" y="1538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33" name="Forme libre : forme 19232">
                    <a:extLst>
                      <a:ext uri="{FF2B5EF4-FFF2-40B4-BE49-F238E27FC236}">
                        <a16:creationId xmlns:a16="http://schemas.microsoft.com/office/drawing/2014/main" id="{76FD7A1D-DEDE-4A53-8D01-8057DDD1D9E7}"/>
                      </a:ext>
                    </a:extLst>
                  </p:cNvPr>
                  <p:cNvSpPr/>
                  <p:nvPr/>
                </p:nvSpPr>
                <p:spPr>
                  <a:xfrm>
                    <a:off x="7628698" y="5674363"/>
                    <a:ext cx="28349" cy="35996"/>
                  </a:xfrm>
                  <a:custGeom>
                    <a:avLst/>
                    <a:gdLst>
                      <a:gd name="connsiteX0" fmla="*/ 13299 w 28349"/>
                      <a:gd name="connsiteY0" fmla="*/ 13166 h 35996"/>
                      <a:gd name="connsiteX1" fmla="*/ 20968 w 28349"/>
                      <a:gd name="connsiteY1" fmla="*/ 20614 h 35996"/>
                      <a:gd name="connsiteX2" fmla="*/ 13521 w 28349"/>
                      <a:gd name="connsiteY2" fmla="*/ 28283 h 35996"/>
                      <a:gd name="connsiteX3" fmla="*/ 12324 w 28349"/>
                      <a:gd name="connsiteY3" fmla="*/ 28194 h 35996"/>
                      <a:gd name="connsiteX4" fmla="*/ 13920 w 28349"/>
                      <a:gd name="connsiteY4" fmla="*/ 35996 h 35996"/>
                      <a:gd name="connsiteX5" fmla="*/ 23806 w 28349"/>
                      <a:gd name="connsiteY5" fmla="*/ 22786 h 35996"/>
                      <a:gd name="connsiteX6" fmla="*/ 27796 w 28349"/>
                      <a:gd name="connsiteY6" fmla="*/ 17244 h 35996"/>
                      <a:gd name="connsiteX7" fmla="*/ 17600 w 28349"/>
                      <a:gd name="connsiteY7" fmla="*/ 1241 h 35996"/>
                      <a:gd name="connsiteX8" fmla="*/ 0 w 28349"/>
                      <a:gd name="connsiteY8" fmla="*/ 4566 h 35996"/>
                      <a:gd name="connsiteX9" fmla="*/ 7714 w 28349"/>
                      <a:gd name="connsiteY9" fmla="*/ 15914 h 35996"/>
                      <a:gd name="connsiteX10" fmla="*/ 13299 w 28349"/>
                      <a:gd name="connsiteY10" fmla="*/ 13166 h 35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349" h="35996">
                        <a:moveTo>
                          <a:pt x="13299" y="13166"/>
                        </a:moveTo>
                        <a:cubicBezTo>
                          <a:pt x="17466" y="13121"/>
                          <a:pt x="20880" y="16446"/>
                          <a:pt x="20968" y="20614"/>
                        </a:cubicBezTo>
                        <a:cubicBezTo>
                          <a:pt x="21013" y="24781"/>
                          <a:pt x="17688" y="28194"/>
                          <a:pt x="13521" y="28283"/>
                        </a:cubicBezTo>
                        <a:cubicBezTo>
                          <a:pt x="13122" y="28283"/>
                          <a:pt x="12723" y="28238"/>
                          <a:pt x="12324" y="28194"/>
                        </a:cubicBezTo>
                        <a:cubicBezTo>
                          <a:pt x="13033" y="30765"/>
                          <a:pt x="13565" y="33381"/>
                          <a:pt x="13920" y="35996"/>
                        </a:cubicBezTo>
                        <a:cubicBezTo>
                          <a:pt x="17998" y="32494"/>
                          <a:pt x="20304" y="27041"/>
                          <a:pt x="23806" y="22786"/>
                        </a:cubicBezTo>
                        <a:cubicBezTo>
                          <a:pt x="25269" y="21013"/>
                          <a:pt x="26953" y="19372"/>
                          <a:pt x="27796" y="17244"/>
                        </a:cubicBezTo>
                        <a:cubicBezTo>
                          <a:pt x="30455" y="10284"/>
                          <a:pt x="22963" y="4211"/>
                          <a:pt x="17600" y="1241"/>
                        </a:cubicBezTo>
                        <a:cubicBezTo>
                          <a:pt x="12147" y="-1774"/>
                          <a:pt x="4877" y="1241"/>
                          <a:pt x="0" y="4566"/>
                        </a:cubicBezTo>
                        <a:cubicBezTo>
                          <a:pt x="3192" y="7891"/>
                          <a:pt x="5719" y="12013"/>
                          <a:pt x="7714" y="15914"/>
                        </a:cubicBezTo>
                        <a:cubicBezTo>
                          <a:pt x="8999" y="14274"/>
                          <a:pt x="11038" y="13210"/>
                          <a:pt x="13299" y="1316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34" name="Forme libre : forme 19233">
                    <a:extLst>
                      <a:ext uri="{FF2B5EF4-FFF2-40B4-BE49-F238E27FC236}">
                        <a16:creationId xmlns:a16="http://schemas.microsoft.com/office/drawing/2014/main" id="{AB69B810-B586-41FB-BABF-7F705F731E4F}"/>
                      </a:ext>
                    </a:extLst>
                  </p:cNvPr>
                  <p:cNvSpPr/>
                  <p:nvPr/>
                </p:nvSpPr>
                <p:spPr>
                  <a:xfrm>
                    <a:off x="7614758" y="5678885"/>
                    <a:ext cx="27815" cy="34812"/>
                  </a:xfrm>
                  <a:custGeom>
                    <a:avLst/>
                    <a:gdLst>
                      <a:gd name="connsiteX0" fmla="*/ 1838 w 27815"/>
                      <a:gd name="connsiteY0" fmla="*/ 14718 h 34812"/>
                      <a:gd name="connsiteX1" fmla="*/ 109 w 27815"/>
                      <a:gd name="connsiteY1" fmla="*/ 22653 h 34812"/>
                      <a:gd name="connsiteX2" fmla="*/ 6138 w 27815"/>
                      <a:gd name="connsiteY2" fmla="*/ 30455 h 34812"/>
                      <a:gd name="connsiteX3" fmla="*/ 25245 w 27815"/>
                      <a:gd name="connsiteY3" fmla="*/ 33293 h 34812"/>
                      <a:gd name="connsiteX4" fmla="*/ 27816 w 27815"/>
                      <a:gd name="connsiteY4" fmla="*/ 31475 h 34812"/>
                      <a:gd name="connsiteX5" fmla="*/ 26220 w 27815"/>
                      <a:gd name="connsiteY5" fmla="*/ 23673 h 34812"/>
                      <a:gd name="connsiteX6" fmla="*/ 19748 w 27815"/>
                      <a:gd name="connsiteY6" fmla="*/ 16313 h 34812"/>
                      <a:gd name="connsiteX7" fmla="*/ 21565 w 27815"/>
                      <a:gd name="connsiteY7" fmla="*/ 11348 h 34812"/>
                      <a:gd name="connsiteX8" fmla="*/ 13851 w 27815"/>
                      <a:gd name="connsiteY8" fmla="*/ 0 h 34812"/>
                      <a:gd name="connsiteX9" fmla="*/ 12876 w 27815"/>
                      <a:gd name="connsiteY9" fmla="*/ 665 h 34812"/>
                      <a:gd name="connsiteX10" fmla="*/ 1838 w 27815"/>
                      <a:gd name="connsiteY10" fmla="*/ 14718 h 34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815" h="34812">
                        <a:moveTo>
                          <a:pt x="1838" y="14718"/>
                        </a:moveTo>
                        <a:cubicBezTo>
                          <a:pt x="641" y="17200"/>
                          <a:pt x="-334" y="19949"/>
                          <a:pt x="109" y="22653"/>
                        </a:cubicBezTo>
                        <a:cubicBezTo>
                          <a:pt x="685" y="25978"/>
                          <a:pt x="3345" y="28549"/>
                          <a:pt x="6138" y="30455"/>
                        </a:cubicBezTo>
                        <a:cubicBezTo>
                          <a:pt x="11724" y="34312"/>
                          <a:pt x="19260" y="36440"/>
                          <a:pt x="25245" y="33293"/>
                        </a:cubicBezTo>
                        <a:cubicBezTo>
                          <a:pt x="26220" y="32805"/>
                          <a:pt x="27018" y="32140"/>
                          <a:pt x="27816" y="31475"/>
                        </a:cubicBezTo>
                        <a:cubicBezTo>
                          <a:pt x="27461" y="28860"/>
                          <a:pt x="26929" y="26244"/>
                          <a:pt x="26220" y="23673"/>
                        </a:cubicBezTo>
                        <a:cubicBezTo>
                          <a:pt x="22629" y="23141"/>
                          <a:pt x="19836" y="20082"/>
                          <a:pt x="19748" y="16313"/>
                        </a:cubicBezTo>
                        <a:cubicBezTo>
                          <a:pt x="19703" y="14408"/>
                          <a:pt x="20413" y="12679"/>
                          <a:pt x="21565" y="11348"/>
                        </a:cubicBezTo>
                        <a:cubicBezTo>
                          <a:pt x="19570" y="7403"/>
                          <a:pt x="17043" y="3325"/>
                          <a:pt x="13851" y="0"/>
                        </a:cubicBezTo>
                        <a:cubicBezTo>
                          <a:pt x="13541" y="221"/>
                          <a:pt x="13187" y="443"/>
                          <a:pt x="12876" y="665"/>
                        </a:cubicBezTo>
                        <a:cubicBezTo>
                          <a:pt x="8088" y="4256"/>
                          <a:pt x="4409" y="9265"/>
                          <a:pt x="1838" y="1471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35" name="Forme libre : forme 19234">
                    <a:extLst>
                      <a:ext uri="{FF2B5EF4-FFF2-40B4-BE49-F238E27FC236}">
                        <a16:creationId xmlns:a16="http://schemas.microsoft.com/office/drawing/2014/main" id="{C2EFAE4F-4331-4829-BD13-3C2AA161F81B}"/>
                      </a:ext>
                    </a:extLst>
                  </p:cNvPr>
                  <p:cNvSpPr/>
                  <p:nvPr/>
                </p:nvSpPr>
                <p:spPr>
                  <a:xfrm>
                    <a:off x="5049123" y="5736299"/>
                    <a:ext cx="41631" cy="34354"/>
                  </a:xfrm>
                  <a:custGeom>
                    <a:avLst/>
                    <a:gdLst>
                      <a:gd name="connsiteX0" fmla="*/ 8911 w 41631"/>
                      <a:gd name="connsiteY0" fmla="*/ 34306 h 34354"/>
                      <a:gd name="connsiteX1" fmla="*/ 13965 w 41631"/>
                      <a:gd name="connsiteY1" fmla="*/ 32178 h 34354"/>
                      <a:gd name="connsiteX2" fmla="*/ 33160 w 41631"/>
                      <a:gd name="connsiteY2" fmla="*/ 20697 h 34354"/>
                      <a:gd name="connsiteX3" fmla="*/ 41406 w 41631"/>
                      <a:gd name="connsiteY3" fmla="*/ 12318 h 34354"/>
                      <a:gd name="connsiteX4" fmla="*/ 37637 w 41631"/>
                      <a:gd name="connsiteY4" fmla="*/ 1812 h 34354"/>
                      <a:gd name="connsiteX5" fmla="*/ 15605 w 41631"/>
                      <a:gd name="connsiteY5" fmla="*/ 4472 h 34354"/>
                      <a:gd name="connsiteX6" fmla="*/ 3946 w 41631"/>
                      <a:gd name="connsiteY6" fmla="*/ 14490 h 34354"/>
                      <a:gd name="connsiteX7" fmla="*/ 133 w 41631"/>
                      <a:gd name="connsiteY7" fmla="*/ 26593 h 34354"/>
                      <a:gd name="connsiteX8" fmla="*/ 8911 w 41631"/>
                      <a:gd name="connsiteY8" fmla="*/ 34306 h 34354"/>
                      <a:gd name="connsiteX9" fmla="*/ 31653 w 41631"/>
                      <a:gd name="connsiteY9" fmla="*/ 3541 h 34354"/>
                      <a:gd name="connsiteX10" fmla="*/ 39322 w 41631"/>
                      <a:gd name="connsiteY10" fmla="*/ 10988 h 34354"/>
                      <a:gd name="connsiteX11" fmla="*/ 31874 w 41631"/>
                      <a:gd name="connsiteY11" fmla="*/ 18658 h 34354"/>
                      <a:gd name="connsiteX12" fmla="*/ 24205 w 41631"/>
                      <a:gd name="connsiteY12" fmla="*/ 11210 h 34354"/>
                      <a:gd name="connsiteX13" fmla="*/ 31653 w 41631"/>
                      <a:gd name="connsiteY13" fmla="*/ 3541 h 34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1631" h="34354">
                        <a:moveTo>
                          <a:pt x="8911" y="34306"/>
                        </a:moveTo>
                        <a:cubicBezTo>
                          <a:pt x="10728" y="34085"/>
                          <a:pt x="12369" y="33109"/>
                          <a:pt x="13965" y="32178"/>
                        </a:cubicBezTo>
                        <a:cubicBezTo>
                          <a:pt x="20348" y="28366"/>
                          <a:pt x="26776" y="24554"/>
                          <a:pt x="33160" y="20697"/>
                        </a:cubicBezTo>
                        <a:cubicBezTo>
                          <a:pt x="36440" y="18746"/>
                          <a:pt x="40386" y="16219"/>
                          <a:pt x="41406" y="12318"/>
                        </a:cubicBezTo>
                        <a:cubicBezTo>
                          <a:pt x="42292" y="8949"/>
                          <a:pt x="40475" y="3984"/>
                          <a:pt x="37637" y="1812"/>
                        </a:cubicBezTo>
                        <a:cubicBezTo>
                          <a:pt x="32052" y="-2399"/>
                          <a:pt x="20880" y="1679"/>
                          <a:pt x="15605" y="4472"/>
                        </a:cubicBezTo>
                        <a:cubicBezTo>
                          <a:pt x="11039" y="6866"/>
                          <a:pt x="6960" y="10279"/>
                          <a:pt x="3946" y="14490"/>
                        </a:cubicBezTo>
                        <a:cubicBezTo>
                          <a:pt x="1375" y="17993"/>
                          <a:pt x="-532" y="22293"/>
                          <a:pt x="133" y="26593"/>
                        </a:cubicBezTo>
                        <a:cubicBezTo>
                          <a:pt x="710" y="30893"/>
                          <a:pt x="4611" y="34838"/>
                          <a:pt x="8911" y="34306"/>
                        </a:cubicBezTo>
                        <a:close/>
                        <a:moveTo>
                          <a:pt x="31653" y="3541"/>
                        </a:moveTo>
                        <a:cubicBezTo>
                          <a:pt x="35820" y="3496"/>
                          <a:pt x="39233" y="6821"/>
                          <a:pt x="39322" y="10988"/>
                        </a:cubicBezTo>
                        <a:cubicBezTo>
                          <a:pt x="39411" y="15156"/>
                          <a:pt x="36042" y="18569"/>
                          <a:pt x="31874" y="18658"/>
                        </a:cubicBezTo>
                        <a:cubicBezTo>
                          <a:pt x="27707" y="18702"/>
                          <a:pt x="24294" y="15377"/>
                          <a:pt x="24205" y="11210"/>
                        </a:cubicBezTo>
                        <a:cubicBezTo>
                          <a:pt x="24116" y="7043"/>
                          <a:pt x="27441" y="3585"/>
                          <a:pt x="31653" y="354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36" name="Forme libre : forme 19235">
                    <a:extLst>
                      <a:ext uri="{FF2B5EF4-FFF2-40B4-BE49-F238E27FC236}">
                        <a16:creationId xmlns:a16="http://schemas.microsoft.com/office/drawing/2014/main" id="{238F6650-26AD-40A3-AF9C-3AE66571B1DB}"/>
                      </a:ext>
                    </a:extLst>
                  </p:cNvPr>
                  <p:cNvSpPr/>
                  <p:nvPr/>
                </p:nvSpPr>
                <p:spPr>
                  <a:xfrm>
                    <a:off x="5295870" y="5816627"/>
                    <a:ext cx="41685" cy="34361"/>
                  </a:xfrm>
                  <a:custGeom>
                    <a:avLst/>
                    <a:gdLst>
                      <a:gd name="connsiteX0" fmla="*/ 37637 w 41685"/>
                      <a:gd name="connsiteY0" fmla="*/ 1812 h 34361"/>
                      <a:gd name="connsiteX1" fmla="*/ 15605 w 41685"/>
                      <a:gd name="connsiteY1" fmla="*/ 4472 h 34361"/>
                      <a:gd name="connsiteX2" fmla="*/ 3946 w 41685"/>
                      <a:gd name="connsiteY2" fmla="*/ 14490 h 34361"/>
                      <a:gd name="connsiteX3" fmla="*/ 133 w 41685"/>
                      <a:gd name="connsiteY3" fmla="*/ 26593 h 34361"/>
                      <a:gd name="connsiteX4" fmla="*/ 9000 w 41685"/>
                      <a:gd name="connsiteY4" fmla="*/ 34306 h 34361"/>
                      <a:gd name="connsiteX5" fmla="*/ 14053 w 41685"/>
                      <a:gd name="connsiteY5" fmla="*/ 32178 h 34361"/>
                      <a:gd name="connsiteX6" fmla="*/ 33249 w 41685"/>
                      <a:gd name="connsiteY6" fmla="*/ 20697 h 34361"/>
                      <a:gd name="connsiteX7" fmla="*/ 41494 w 41685"/>
                      <a:gd name="connsiteY7" fmla="*/ 12318 h 34361"/>
                      <a:gd name="connsiteX8" fmla="*/ 37637 w 41685"/>
                      <a:gd name="connsiteY8" fmla="*/ 1812 h 34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685" h="34361">
                        <a:moveTo>
                          <a:pt x="37637" y="1812"/>
                        </a:moveTo>
                        <a:cubicBezTo>
                          <a:pt x="32052" y="-2399"/>
                          <a:pt x="20880" y="1679"/>
                          <a:pt x="15605" y="4472"/>
                        </a:cubicBezTo>
                        <a:cubicBezTo>
                          <a:pt x="11039" y="6866"/>
                          <a:pt x="6960" y="10279"/>
                          <a:pt x="3946" y="14490"/>
                        </a:cubicBezTo>
                        <a:cubicBezTo>
                          <a:pt x="1375" y="17993"/>
                          <a:pt x="-532" y="22293"/>
                          <a:pt x="133" y="26593"/>
                        </a:cubicBezTo>
                        <a:cubicBezTo>
                          <a:pt x="754" y="30893"/>
                          <a:pt x="4700" y="34883"/>
                          <a:pt x="9000" y="34306"/>
                        </a:cubicBezTo>
                        <a:cubicBezTo>
                          <a:pt x="10817" y="34085"/>
                          <a:pt x="12457" y="33110"/>
                          <a:pt x="14053" y="32178"/>
                        </a:cubicBezTo>
                        <a:cubicBezTo>
                          <a:pt x="20437" y="28366"/>
                          <a:pt x="26865" y="24554"/>
                          <a:pt x="33249" y="20697"/>
                        </a:cubicBezTo>
                        <a:cubicBezTo>
                          <a:pt x="36529" y="18746"/>
                          <a:pt x="40475" y="16219"/>
                          <a:pt x="41494" y="12318"/>
                        </a:cubicBezTo>
                        <a:cubicBezTo>
                          <a:pt x="42292" y="8905"/>
                          <a:pt x="40519" y="3940"/>
                          <a:pt x="37637" y="181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37" name="Forme libre : forme 19236">
                    <a:extLst>
                      <a:ext uri="{FF2B5EF4-FFF2-40B4-BE49-F238E27FC236}">
                        <a16:creationId xmlns:a16="http://schemas.microsoft.com/office/drawing/2014/main" id="{C63C982A-6B18-4837-9E3D-EB979EAB651B}"/>
                      </a:ext>
                    </a:extLst>
                  </p:cNvPr>
                  <p:cNvSpPr/>
                  <p:nvPr/>
                </p:nvSpPr>
                <p:spPr>
                  <a:xfrm>
                    <a:off x="5165481" y="5863789"/>
                    <a:ext cx="20448" cy="15438"/>
                  </a:xfrm>
                  <a:custGeom>
                    <a:avLst/>
                    <a:gdLst>
                      <a:gd name="connsiteX0" fmla="*/ 1430 w 20448"/>
                      <a:gd name="connsiteY0" fmla="*/ 0 h 15438"/>
                      <a:gd name="connsiteX1" fmla="*/ 100 w 20448"/>
                      <a:gd name="connsiteY1" fmla="*/ 7669 h 15438"/>
                      <a:gd name="connsiteX2" fmla="*/ 8966 w 20448"/>
                      <a:gd name="connsiteY2" fmla="*/ 15383 h 15438"/>
                      <a:gd name="connsiteX3" fmla="*/ 14020 w 20448"/>
                      <a:gd name="connsiteY3" fmla="*/ 13255 h 15438"/>
                      <a:gd name="connsiteX4" fmla="*/ 20448 w 20448"/>
                      <a:gd name="connsiteY4" fmla="*/ 9398 h 15438"/>
                      <a:gd name="connsiteX5" fmla="*/ 7193 w 20448"/>
                      <a:gd name="connsiteY5" fmla="*/ 2970 h 15438"/>
                      <a:gd name="connsiteX6" fmla="*/ 1430 w 20448"/>
                      <a:gd name="connsiteY6" fmla="*/ 0 h 15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448" h="15438">
                        <a:moveTo>
                          <a:pt x="1430" y="0"/>
                        </a:moveTo>
                        <a:cubicBezTo>
                          <a:pt x="366" y="2438"/>
                          <a:pt x="-254" y="5054"/>
                          <a:pt x="100" y="7669"/>
                        </a:cubicBezTo>
                        <a:cubicBezTo>
                          <a:pt x="721" y="11970"/>
                          <a:pt x="4666" y="15959"/>
                          <a:pt x="8966" y="15383"/>
                        </a:cubicBezTo>
                        <a:cubicBezTo>
                          <a:pt x="10784" y="15161"/>
                          <a:pt x="12424" y="14186"/>
                          <a:pt x="14020" y="13255"/>
                        </a:cubicBezTo>
                        <a:cubicBezTo>
                          <a:pt x="16148" y="11970"/>
                          <a:pt x="18320" y="10684"/>
                          <a:pt x="20448" y="9398"/>
                        </a:cubicBezTo>
                        <a:cubicBezTo>
                          <a:pt x="16015" y="7315"/>
                          <a:pt x="11582" y="5143"/>
                          <a:pt x="7193" y="2970"/>
                        </a:cubicBezTo>
                        <a:cubicBezTo>
                          <a:pt x="5243" y="2039"/>
                          <a:pt x="3292" y="1064"/>
                          <a:pt x="1430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38" name="Forme libre : forme 19237">
                    <a:extLst>
                      <a:ext uri="{FF2B5EF4-FFF2-40B4-BE49-F238E27FC236}">
                        <a16:creationId xmlns:a16="http://schemas.microsoft.com/office/drawing/2014/main" id="{2C9030D3-8586-4DF5-B755-E0B26A556CF5}"/>
                      </a:ext>
                    </a:extLst>
                  </p:cNvPr>
                  <p:cNvSpPr/>
                  <p:nvPr/>
                </p:nvSpPr>
                <p:spPr>
                  <a:xfrm>
                    <a:off x="5166956" y="5844865"/>
                    <a:ext cx="40212" cy="28366"/>
                  </a:xfrm>
                  <a:custGeom>
                    <a:avLst/>
                    <a:gdLst>
                      <a:gd name="connsiteX0" fmla="*/ 39987 w 40212"/>
                      <a:gd name="connsiteY0" fmla="*/ 12318 h 28366"/>
                      <a:gd name="connsiteX1" fmla="*/ 36218 w 40212"/>
                      <a:gd name="connsiteY1" fmla="*/ 1812 h 28366"/>
                      <a:gd name="connsiteX2" fmla="*/ 14186 w 40212"/>
                      <a:gd name="connsiteY2" fmla="*/ 4472 h 28366"/>
                      <a:gd name="connsiteX3" fmla="*/ 2527 w 40212"/>
                      <a:gd name="connsiteY3" fmla="*/ 14490 h 28366"/>
                      <a:gd name="connsiteX4" fmla="*/ 0 w 40212"/>
                      <a:gd name="connsiteY4" fmla="*/ 18924 h 28366"/>
                      <a:gd name="connsiteX5" fmla="*/ 5763 w 40212"/>
                      <a:gd name="connsiteY5" fmla="*/ 21938 h 28366"/>
                      <a:gd name="connsiteX6" fmla="*/ 19018 w 40212"/>
                      <a:gd name="connsiteY6" fmla="*/ 28366 h 28366"/>
                      <a:gd name="connsiteX7" fmla="*/ 31785 w 40212"/>
                      <a:gd name="connsiteY7" fmla="*/ 20741 h 28366"/>
                      <a:gd name="connsiteX8" fmla="*/ 39987 w 40212"/>
                      <a:gd name="connsiteY8" fmla="*/ 12318 h 28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212" h="28366">
                        <a:moveTo>
                          <a:pt x="39987" y="12318"/>
                        </a:moveTo>
                        <a:cubicBezTo>
                          <a:pt x="40873" y="8949"/>
                          <a:pt x="39056" y="3984"/>
                          <a:pt x="36218" y="1812"/>
                        </a:cubicBezTo>
                        <a:cubicBezTo>
                          <a:pt x="30633" y="-2399"/>
                          <a:pt x="19461" y="1679"/>
                          <a:pt x="14186" y="4472"/>
                        </a:cubicBezTo>
                        <a:cubicBezTo>
                          <a:pt x="9620" y="6866"/>
                          <a:pt x="5541" y="10279"/>
                          <a:pt x="2527" y="14490"/>
                        </a:cubicBezTo>
                        <a:cubicBezTo>
                          <a:pt x="1552" y="15865"/>
                          <a:pt x="709" y="17372"/>
                          <a:pt x="0" y="18924"/>
                        </a:cubicBezTo>
                        <a:cubicBezTo>
                          <a:pt x="1862" y="19987"/>
                          <a:pt x="3813" y="20963"/>
                          <a:pt x="5763" y="21938"/>
                        </a:cubicBezTo>
                        <a:cubicBezTo>
                          <a:pt x="10152" y="24110"/>
                          <a:pt x="14585" y="26238"/>
                          <a:pt x="19018" y="28366"/>
                        </a:cubicBezTo>
                        <a:cubicBezTo>
                          <a:pt x="23274" y="25839"/>
                          <a:pt x="27530" y="23268"/>
                          <a:pt x="31785" y="20741"/>
                        </a:cubicBezTo>
                        <a:cubicBezTo>
                          <a:pt x="35021" y="18746"/>
                          <a:pt x="38967" y="16219"/>
                          <a:pt x="39987" y="1231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39" name="Forme libre : forme 19238">
                    <a:extLst>
                      <a:ext uri="{FF2B5EF4-FFF2-40B4-BE49-F238E27FC236}">
                        <a16:creationId xmlns:a16="http://schemas.microsoft.com/office/drawing/2014/main" id="{4860F473-DE75-4CDF-8016-98E3E6EFBBA8}"/>
                      </a:ext>
                    </a:extLst>
                  </p:cNvPr>
                  <p:cNvSpPr/>
                  <p:nvPr/>
                </p:nvSpPr>
                <p:spPr>
                  <a:xfrm>
                    <a:off x="5681150" y="5736187"/>
                    <a:ext cx="23943" cy="29895"/>
                  </a:xfrm>
                  <a:custGeom>
                    <a:avLst/>
                    <a:gdLst>
                      <a:gd name="connsiteX0" fmla="*/ 488 w 23943"/>
                      <a:gd name="connsiteY0" fmla="*/ 29408 h 29895"/>
                      <a:gd name="connsiteX1" fmla="*/ 0 w 23943"/>
                      <a:gd name="connsiteY1" fmla="*/ 29896 h 29895"/>
                      <a:gd name="connsiteX2" fmla="*/ 15471 w 23943"/>
                      <a:gd name="connsiteY2" fmla="*/ 20675 h 29895"/>
                      <a:gd name="connsiteX3" fmla="*/ 23717 w 23943"/>
                      <a:gd name="connsiteY3" fmla="*/ 12297 h 29895"/>
                      <a:gd name="connsiteX4" fmla="*/ 19949 w 23943"/>
                      <a:gd name="connsiteY4" fmla="*/ 1790 h 29895"/>
                      <a:gd name="connsiteX5" fmla="*/ 5719 w 23943"/>
                      <a:gd name="connsiteY5" fmla="*/ 1303 h 29895"/>
                      <a:gd name="connsiteX6" fmla="*/ 8245 w 23943"/>
                      <a:gd name="connsiteY6" fmla="*/ 7509 h 29895"/>
                      <a:gd name="connsiteX7" fmla="*/ 488 w 23943"/>
                      <a:gd name="connsiteY7" fmla="*/ 29408 h 29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943" h="29895">
                        <a:moveTo>
                          <a:pt x="488" y="29408"/>
                        </a:moveTo>
                        <a:cubicBezTo>
                          <a:pt x="310" y="29586"/>
                          <a:pt x="177" y="29719"/>
                          <a:pt x="0" y="29896"/>
                        </a:cubicBezTo>
                        <a:cubicBezTo>
                          <a:pt x="5142" y="26837"/>
                          <a:pt x="10329" y="23734"/>
                          <a:pt x="15471" y="20675"/>
                        </a:cubicBezTo>
                        <a:cubicBezTo>
                          <a:pt x="18752" y="18725"/>
                          <a:pt x="22697" y="16198"/>
                          <a:pt x="23717" y="12297"/>
                        </a:cubicBezTo>
                        <a:cubicBezTo>
                          <a:pt x="24604" y="8927"/>
                          <a:pt x="22786" y="3962"/>
                          <a:pt x="19949" y="1790"/>
                        </a:cubicBezTo>
                        <a:cubicBezTo>
                          <a:pt x="16447" y="-825"/>
                          <a:pt x="10772" y="-205"/>
                          <a:pt x="5719" y="1303"/>
                        </a:cubicBezTo>
                        <a:cubicBezTo>
                          <a:pt x="6650" y="2987"/>
                          <a:pt x="7536" y="5026"/>
                          <a:pt x="8245" y="7509"/>
                        </a:cubicBezTo>
                        <a:cubicBezTo>
                          <a:pt x="11038" y="17217"/>
                          <a:pt x="7226" y="23158"/>
                          <a:pt x="488" y="2940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40" name="Forme libre : forme 19239">
                    <a:extLst>
                      <a:ext uri="{FF2B5EF4-FFF2-40B4-BE49-F238E27FC236}">
                        <a16:creationId xmlns:a16="http://schemas.microsoft.com/office/drawing/2014/main" id="{F3A57FBB-52B5-4754-8B95-D76A0309CF37}"/>
                      </a:ext>
                    </a:extLst>
                  </p:cNvPr>
                  <p:cNvSpPr/>
                  <p:nvPr/>
                </p:nvSpPr>
                <p:spPr>
                  <a:xfrm>
                    <a:off x="5663373" y="5737446"/>
                    <a:ext cx="26949" cy="33038"/>
                  </a:xfrm>
                  <a:custGeom>
                    <a:avLst/>
                    <a:gdLst>
                      <a:gd name="connsiteX0" fmla="*/ 3946 w 26949"/>
                      <a:gd name="connsiteY0" fmla="*/ 13166 h 33038"/>
                      <a:gd name="connsiteX1" fmla="*/ 133 w 26949"/>
                      <a:gd name="connsiteY1" fmla="*/ 25269 h 33038"/>
                      <a:gd name="connsiteX2" fmla="*/ 9000 w 26949"/>
                      <a:gd name="connsiteY2" fmla="*/ 32983 h 33038"/>
                      <a:gd name="connsiteX3" fmla="*/ 14053 w 26949"/>
                      <a:gd name="connsiteY3" fmla="*/ 30854 h 33038"/>
                      <a:gd name="connsiteX4" fmla="*/ 17777 w 26949"/>
                      <a:gd name="connsiteY4" fmla="*/ 28638 h 33038"/>
                      <a:gd name="connsiteX5" fmla="*/ 18265 w 26949"/>
                      <a:gd name="connsiteY5" fmla="*/ 28150 h 33038"/>
                      <a:gd name="connsiteX6" fmla="*/ 25978 w 26949"/>
                      <a:gd name="connsiteY6" fmla="*/ 6206 h 33038"/>
                      <a:gd name="connsiteX7" fmla="*/ 23452 w 26949"/>
                      <a:gd name="connsiteY7" fmla="*/ 0 h 33038"/>
                      <a:gd name="connsiteX8" fmla="*/ 15649 w 26949"/>
                      <a:gd name="connsiteY8" fmla="*/ 3147 h 33038"/>
                      <a:gd name="connsiteX9" fmla="*/ 3946 w 26949"/>
                      <a:gd name="connsiteY9" fmla="*/ 13166 h 33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949" h="33038">
                        <a:moveTo>
                          <a:pt x="3946" y="13166"/>
                        </a:moveTo>
                        <a:cubicBezTo>
                          <a:pt x="1375" y="16668"/>
                          <a:pt x="-532" y="20968"/>
                          <a:pt x="133" y="25269"/>
                        </a:cubicBezTo>
                        <a:cubicBezTo>
                          <a:pt x="754" y="29569"/>
                          <a:pt x="4700" y="33559"/>
                          <a:pt x="9000" y="32983"/>
                        </a:cubicBezTo>
                        <a:cubicBezTo>
                          <a:pt x="10817" y="32761"/>
                          <a:pt x="12457" y="31785"/>
                          <a:pt x="14053" y="30854"/>
                        </a:cubicBezTo>
                        <a:cubicBezTo>
                          <a:pt x="15295" y="30101"/>
                          <a:pt x="16536" y="29347"/>
                          <a:pt x="17777" y="28638"/>
                        </a:cubicBezTo>
                        <a:cubicBezTo>
                          <a:pt x="17954" y="28461"/>
                          <a:pt x="18087" y="28283"/>
                          <a:pt x="18265" y="28150"/>
                        </a:cubicBezTo>
                        <a:cubicBezTo>
                          <a:pt x="25047" y="21900"/>
                          <a:pt x="28860" y="16003"/>
                          <a:pt x="25978" y="6206"/>
                        </a:cubicBezTo>
                        <a:cubicBezTo>
                          <a:pt x="25269" y="3724"/>
                          <a:pt x="24382" y="1685"/>
                          <a:pt x="23452" y="0"/>
                        </a:cubicBezTo>
                        <a:cubicBezTo>
                          <a:pt x="20437" y="887"/>
                          <a:pt x="17644" y="2128"/>
                          <a:pt x="15649" y="3147"/>
                        </a:cubicBezTo>
                        <a:cubicBezTo>
                          <a:pt x="11039" y="5586"/>
                          <a:pt x="7005" y="8999"/>
                          <a:pt x="3946" y="1316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41" name="Forme libre : forme 19240">
                    <a:extLst>
                      <a:ext uri="{FF2B5EF4-FFF2-40B4-BE49-F238E27FC236}">
                        <a16:creationId xmlns:a16="http://schemas.microsoft.com/office/drawing/2014/main" id="{8450BD73-EC3B-4523-8CB5-FBD06F3F400A}"/>
                      </a:ext>
                    </a:extLst>
                  </p:cNvPr>
                  <p:cNvSpPr/>
                  <p:nvPr/>
                </p:nvSpPr>
                <p:spPr>
                  <a:xfrm>
                    <a:off x="5782668" y="5776590"/>
                    <a:ext cx="19243" cy="25711"/>
                  </a:xfrm>
                  <a:custGeom>
                    <a:avLst/>
                    <a:gdLst>
                      <a:gd name="connsiteX0" fmla="*/ 0 w 19243"/>
                      <a:gd name="connsiteY0" fmla="*/ 25712 h 25711"/>
                      <a:gd name="connsiteX1" fmla="*/ 10772 w 19243"/>
                      <a:gd name="connsiteY1" fmla="*/ 19284 h 25711"/>
                      <a:gd name="connsiteX2" fmla="*/ 19018 w 19243"/>
                      <a:gd name="connsiteY2" fmla="*/ 10905 h 25711"/>
                      <a:gd name="connsiteX3" fmla="*/ 15250 w 19243"/>
                      <a:gd name="connsiteY3" fmla="*/ 399 h 25711"/>
                      <a:gd name="connsiteX4" fmla="*/ 14496 w 19243"/>
                      <a:gd name="connsiteY4" fmla="*/ 0 h 25711"/>
                      <a:gd name="connsiteX5" fmla="*/ 3812 w 19243"/>
                      <a:gd name="connsiteY5" fmla="*/ 18574 h 25711"/>
                      <a:gd name="connsiteX6" fmla="*/ 0 w 19243"/>
                      <a:gd name="connsiteY6" fmla="*/ 25712 h 25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243" h="25711">
                        <a:moveTo>
                          <a:pt x="0" y="25712"/>
                        </a:moveTo>
                        <a:cubicBezTo>
                          <a:pt x="3591" y="23584"/>
                          <a:pt x="7182" y="21412"/>
                          <a:pt x="10772" y="19284"/>
                        </a:cubicBezTo>
                        <a:cubicBezTo>
                          <a:pt x="14053" y="17333"/>
                          <a:pt x="17998" y="14806"/>
                          <a:pt x="19018" y="10905"/>
                        </a:cubicBezTo>
                        <a:cubicBezTo>
                          <a:pt x="19905" y="7536"/>
                          <a:pt x="18087" y="2571"/>
                          <a:pt x="15250" y="399"/>
                        </a:cubicBezTo>
                        <a:cubicBezTo>
                          <a:pt x="15028" y="221"/>
                          <a:pt x="14762" y="177"/>
                          <a:pt x="14496" y="0"/>
                        </a:cubicBezTo>
                        <a:cubicBezTo>
                          <a:pt x="10950" y="6206"/>
                          <a:pt x="7359" y="12368"/>
                          <a:pt x="3812" y="18574"/>
                        </a:cubicBezTo>
                        <a:cubicBezTo>
                          <a:pt x="2483" y="20880"/>
                          <a:pt x="1153" y="23274"/>
                          <a:pt x="0" y="2571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42" name="Forme libre : forme 19241">
                    <a:extLst>
                      <a:ext uri="{FF2B5EF4-FFF2-40B4-BE49-F238E27FC236}">
                        <a16:creationId xmlns:a16="http://schemas.microsoft.com/office/drawing/2014/main" id="{D2E449E3-66A6-42B8-A26B-9CECF31466C7}"/>
                      </a:ext>
                    </a:extLst>
                  </p:cNvPr>
                  <p:cNvSpPr/>
                  <p:nvPr/>
                </p:nvSpPr>
                <p:spPr>
                  <a:xfrm>
                    <a:off x="5760236" y="5775258"/>
                    <a:ext cx="37016" cy="34281"/>
                  </a:xfrm>
                  <a:custGeom>
                    <a:avLst/>
                    <a:gdLst>
                      <a:gd name="connsiteX0" fmla="*/ 15605 w 37016"/>
                      <a:gd name="connsiteY0" fmla="*/ 4391 h 34281"/>
                      <a:gd name="connsiteX1" fmla="*/ 3946 w 37016"/>
                      <a:gd name="connsiteY1" fmla="*/ 14410 h 34281"/>
                      <a:gd name="connsiteX2" fmla="*/ 133 w 37016"/>
                      <a:gd name="connsiteY2" fmla="*/ 26512 h 34281"/>
                      <a:gd name="connsiteX3" fmla="*/ 9000 w 37016"/>
                      <a:gd name="connsiteY3" fmla="*/ 34226 h 34281"/>
                      <a:gd name="connsiteX4" fmla="*/ 14053 w 37016"/>
                      <a:gd name="connsiteY4" fmla="*/ 32098 h 34281"/>
                      <a:gd name="connsiteX5" fmla="*/ 22521 w 37016"/>
                      <a:gd name="connsiteY5" fmla="*/ 27044 h 34281"/>
                      <a:gd name="connsiteX6" fmla="*/ 26333 w 37016"/>
                      <a:gd name="connsiteY6" fmla="*/ 19907 h 34281"/>
                      <a:gd name="connsiteX7" fmla="*/ 37017 w 37016"/>
                      <a:gd name="connsiteY7" fmla="*/ 1333 h 34281"/>
                      <a:gd name="connsiteX8" fmla="*/ 15605 w 37016"/>
                      <a:gd name="connsiteY8" fmla="*/ 4391 h 34281"/>
                      <a:gd name="connsiteX9" fmla="*/ 24515 w 37016"/>
                      <a:gd name="connsiteY9" fmla="*/ 16316 h 34281"/>
                      <a:gd name="connsiteX10" fmla="*/ 20614 w 37016"/>
                      <a:gd name="connsiteY10" fmla="*/ 12503 h 34281"/>
                      <a:gd name="connsiteX11" fmla="*/ 24427 w 37016"/>
                      <a:gd name="connsiteY11" fmla="*/ 8602 h 34281"/>
                      <a:gd name="connsiteX12" fmla="*/ 28328 w 37016"/>
                      <a:gd name="connsiteY12" fmla="*/ 12415 h 34281"/>
                      <a:gd name="connsiteX13" fmla="*/ 24515 w 37016"/>
                      <a:gd name="connsiteY13" fmla="*/ 16316 h 34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7016" h="34281">
                        <a:moveTo>
                          <a:pt x="15605" y="4391"/>
                        </a:moveTo>
                        <a:cubicBezTo>
                          <a:pt x="11039" y="6785"/>
                          <a:pt x="6960" y="10199"/>
                          <a:pt x="3946" y="14410"/>
                        </a:cubicBezTo>
                        <a:cubicBezTo>
                          <a:pt x="1375" y="17912"/>
                          <a:pt x="-532" y="22212"/>
                          <a:pt x="133" y="26512"/>
                        </a:cubicBezTo>
                        <a:cubicBezTo>
                          <a:pt x="754" y="30812"/>
                          <a:pt x="4700" y="34802"/>
                          <a:pt x="9000" y="34226"/>
                        </a:cubicBezTo>
                        <a:cubicBezTo>
                          <a:pt x="10817" y="34004"/>
                          <a:pt x="12457" y="33029"/>
                          <a:pt x="14053" y="32098"/>
                        </a:cubicBezTo>
                        <a:cubicBezTo>
                          <a:pt x="16891" y="30413"/>
                          <a:pt x="19683" y="28729"/>
                          <a:pt x="22521" y="27044"/>
                        </a:cubicBezTo>
                        <a:cubicBezTo>
                          <a:pt x="23673" y="24606"/>
                          <a:pt x="25003" y="22257"/>
                          <a:pt x="26333" y="19907"/>
                        </a:cubicBezTo>
                        <a:cubicBezTo>
                          <a:pt x="29879" y="13700"/>
                          <a:pt x="33470" y="7538"/>
                          <a:pt x="37017" y="1333"/>
                        </a:cubicBezTo>
                        <a:cubicBezTo>
                          <a:pt x="31165" y="-2037"/>
                          <a:pt x="20703" y="1731"/>
                          <a:pt x="15605" y="4391"/>
                        </a:cubicBezTo>
                        <a:close/>
                        <a:moveTo>
                          <a:pt x="24515" y="16316"/>
                        </a:moveTo>
                        <a:cubicBezTo>
                          <a:pt x="22388" y="16360"/>
                          <a:pt x="20614" y="14632"/>
                          <a:pt x="20614" y="12503"/>
                        </a:cubicBezTo>
                        <a:cubicBezTo>
                          <a:pt x="20614" y="10376"/>
                          <a:pt x="22299" y="8602"/>
                          <a:pt x="24427" y="8602"/>
                        </a:cubicBezTo>
                        <a:cubicBezTo>
                          <a:pt x="26555" y="8558"/>
                          <a:pt x="28328" y="10287"/>
                          <a:pt x="28328" y="12415"/>
                        </a:cubicBezTo>
                        <a:cubicBezTo>
                          <a:pt x="28328" y="14543"/>
                          <a:pt x="26643" y="16272"/>
                          <a:pt x="24515" y="1631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43" name="Forme libre : forme 19242">
                    <a:extLst>
                      <a:ext uri="{FF2B5EF4-FFF2-40B4-BE49-F238E27FC236}">
                        <a16:creationId xmlns:a16="http://schemas.microsoft.com/office/drawing/2014/main" id="{09B78A2A-FCA9-49C1-8499-DC9BC793868A}"/>
                      </a:ext>
                    </a:extLst>
                  </p:cNvPr>
                  <p:cNvSpPr/>
                  <p:nvPr/>
                </p:nvSpPr>
                <p:spPr>
                  <a:xfrm>
                    <a:off x="6045595" y="5766926"/>
                    <a:ext cx="3856" cy="2305"/>
                  </a:xfrm>
                  <a:custGeom>
                    <a:avLst/>
                    <a:gdLst>
                      <a:gd name="connsiteX0" fmla="*/ 488 w 3856"/>
                      <a:gd name="connsiteY0" fmla="*/ 44 h 2305"/>
                      <a:gd name="connsiteX1" fmla="*/ 0 w 3856"/>
                      <a:gd name="connsiteY1" fmla="*/ 2305 h 2305"/>
                      <a:gd name="connsiteX2" fmla="*/ 3857 w 3856"/>
                      <a:gd name="connsiteY2" fmla="*/ 0 h 2305"/>
                      <a:gd name="connsiteX3" fmla="*/ 2172 w 3856"/>
                      <a:gd name="connsiteY3" fmla="*/ 222 h 2305"/>
                      <a:gd name="connsiteX4" fmla="*/ 488 w 3856"/>
                      <a:gd name="connsiteY4" fmla="*/ 44 h 2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56" h="2305">
                        <a:moveTo>
                          <a:pt x="488" y="44"/>
                        </a:moveTo>
                        <a:cubicBezTo>
                          <a:pt x="355" y="798"/>
                          <a:pt x="177" y="1551"/>
                          <a:pt x="0" y="2305"/>
                        </a:cubicBezTo>
                        <a:cubicBezTo>
                          <a:pt x="1286" y="1551"/>
                          <a:pt x="2571" y="754"/>
                          <a:pt x="3857" y="0"/>
                        </a:cubicBezTo>
                        <a:cubicBezTo>
                          <a:pt x="3325" y="133"/>
                          <a:pt x="2748" y="222"/>
                          <a:pt x="2172" y="222"/>
                        </a:cubicBezTo>
                        <a:cubicBezTo>
                          <a:pt x="1596" y="266"/>
                          <a:pt x="1064" y="177"/>
                          <a:pt x="488" y="4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44" name="Forme libre : forme 19243">
                    <a:extLst>
                      <a:ext uri="{FF2B5EF4-FFF2-40B4-BE49-F238E27FC236}">
                        <a16:creationId xmlns:a16="http://schemas.microsoft.com/office/drawing/2014/main" id="{72FCEA58-8940-4C94-B7B8-8B16D2065FC4}"/>
                      </a:ext>
                    </a:extLst>
                  </p:cNvPr>
                  <p:cNvSpPr/>
                  <p:nvPr/>
                </p:nvSpPr>
                <p:spPr>
                  <a:xfrm>
                    <a:off x="6039433" y="5743275"/>
                    <a:ext cx="23499" cy="21390"/>
                  </a:xfrm>
                  <a:custGeom>
                    <a:avLst/>
                    <a:gdLst>
                      <a:gd name="connsiteX0" fmla="*/ 5497 w 23499"/>
                      <a:gd name="connsiteY0" fmla="*/ 9332 h 21390"/>
                      <a:gd name="connsiteX1" fmla="*/ 8157 w 23499"/>
                      <a:gd name="connsiteY1" fmla="*/ 8800 h 21390"/>
                      <a:gd name="connsiteX2" fmla="*/ 15826 w 23499"/>
                      <a:gd name="connsiteY2" fmla="*/ 16248 h 21390"/>
                      <a:gd name="connsiteX3" fmla="*/ 13876 w 23499"/>
                      <a:gd name="connsiteY3" fmla="*/ 21390 h 21390"/>
                      <a:gd name="connsiteX4" fmla="*/ 15028 w 23499"/>
                      <a:gd name="connsiteY4" fmla="*/ 20681 h 21390"/>
                      <a:gd name="connsiteX5" fmla="*/ 23274 w 23499"/>
                      <a:gd name="connsiteY5" fmla="*/ 12302 h 21390"/>
                      <a:gd name="connsiteX6" fmla="*/ 19506 w 23499"/>
                      <a:gd name="connsiteY6" fmla="*/ 1796 h 21390"/>
                      <a:gd name="connsiteX7" fmla="*/ 0 w 23499"/>
                      <a:gd name="connsiteY7" fmla="*/ 3259 h 21390"/>
                      <a:gd name="connsiteX8" fmla="*/ 2660 w 23499"/>
                      <a:gd name="connsiteY8" fmla="*/ 5254 h 21390"/>
                      <a:gd name="connsiteX9" fmla="*/ 5497 w 23499"/>
                      <a:gd name="connsiteY9" fmla="*/ 9332 h 21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499" h="21390">
                        <a:moveTo>
                          <a:pt x="5497" y="9332"/>
                        </a:moveTo>
                        <a:cubicBezTo>
                          <a:pt x="6339" y="9022"/>
                          <a:pt x="7226" y="8800"/>
                          <a:pt x="8157" y="8800"/>
                        </a:cubicBezTo>
                        <a:cubicBezTo>
                          <a:pt x="12324" y="8756"/>
                          <a:pt x="15738" y="12081"/>
                          <a:pt x="15826" y="16248"/>
                        </a:cubicBezTo>
                        <a:cubicBezTo>
                          <a:pt x="15871" y="18243"/>
                          <a:pt x="15073" y="20016"/>
                          <a:pt x="13876" y="21390"/>
                        </a:cubicBezTo>
                        <a:cubicBezTo>
                          <a:pt x="14275" y="21168"/>
                          <a:pt x="14629" y="20947"/>
                          <a:pt x="15028" y="20681"/>
                        </a:cubicBezTo>
                        <a:cubicBezTo>
                          <a:pt x="18309" y="18731"/>
                          <a:pt x="22254" y="16203"/>
                          <a:pt x="23274" y="12302"/>
                        </a:cubicBezTo>
                        <a:cubicBezTo>
                          <a:pt x="24160" y="8934"/>
                          <a:pt x="22343" y="3968"/>
                          <a:pt x="19506" y="1796"/>
                        </a:cubicBezTo>
                        <a:cubicBezTo>
                          <a:pt x="14718" y="-1795"/>
                          <a:pt x="5807" y="688"/>
                          <a:pt x="0" y="3259"/>
                        </a:cubicBezTo>
                        <a:cubicBezTo>
                          <a:pt x="931" y="3791"/>
                          <a:pt x="1818" y="4456"/>
                          <a:pt x="2660" y="5254"/>
                        </a:cubicBezTo>
                        <a:cubicBezTo>
                          <a:pt x="3901" y="6495"/>
                          <a:pt x="4788" y="7869"/>
                          <a:pt x="5497" y="933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45" name="Forme libre : forme 19244">
                    <a:extLst>
                      <a:ext uri="{FF2B5EF4-FFF2-40B4-BE49-F238E27FC236}">
                        <a16:creationId xmlns:a16="http://schemas.microsoft.com/office/drawing/2014/main" id="{673254FE-2CE7-44E4-AA85-520D560C175F}"/>
                      </a:ext>
                    </a:extLst>
                  </p:cNvPr>
                  <p:cNvSpPr/>
                  <p:nvPr/>
                </p:nvSpPr>
                <p:spPr>
                  <a:xfrm>
                    <a:off x="6021257" y="5746534"/>
                    <a:ext cx="24914" cy="31087"/>
                  </a:xfrm>
                  <a:custGeom>
                    <a:avLst/>
                    <a:gdLst>
                      <a:gd name="connsiteX0" fmla="*/ 3946 w 24914"/>
                      <a:gd name="connsiteY0" fmla="*/ 11216 h 31087"/>
                      <a:gd name="connsiteX1" fmla="*/ 133 w 24914"/>
                      <a:gd name="connsiteY1" fmla="*/ 23318 h 31087"/>
                      <a:gd name="connsiteX2" fmla="*/ 9000 w 24914"/>
                      <a:gd name="connsiteY2" fmla="*/ 31032 h 31087"/>
                      <a:gd name="connsiteX3" fmla="*/ 14053 w 24914"/>
                      <a:gd name="connsiteY3" fmla="*/ 28904 h 31087"/>
                      <a:gd name="connsiteX4" fmla="*/ 24427 w 24914"/>
                      <a:gd name="connsiteY4" fmla="*/ 22697 h 31087"/>
                      <a:gd name="connsiteX5" fmla="*/ 24914 w 24914"/>
                      <a:gd name="connsiteY5" fmla="*/ 20437 h 31087"/>
                      <a:gd name="connsiteX6" fmla="*/ 18974 w 24914"/>
                      <a:gd name="connsiteY6" fmla="*/ 13166 h 31087"/>
                      <a:gd name="connsiteX7" fmla="*/ 23762 w 24914"/>
                      <a:gd name="connsiteY7" fmla="*/ 6073 h 31087"/>
                      <a:gd name="connsiteX8" fmla="*/ 20880 w 24914"/>
                      <a:gd name="connsiteY8" fmla="*/ 1995 h 31087"/>
                      <a:gd name="connsiteX9" fmla="*/ 18220 w 24914"/>
                      <a:gd name="connsiteY9" fmla="*/ 0 h 31087"/>
                      <a:gd name="connsiteX10" fmla="*/ 15649 w 24914"/>
                      <a:gd name="connsiteY10" fmla="*/ 1197 h 31087"/>
                      <a:gd name="connsiteX11" fmla="*/ 3946 w 24914"/>
                      <a:gd name="connsiteY11" fmla="*/ 11216 h 31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4914" h="31087">
                        <a:moveTo>
                          <a:pt x="3946" y="11216"/>
                        </a:moveTo>
                        <a:cubicBezTo>
                          <a:pt x="1375" y="14718"/>
                          <a:pt x="-532" y="19018"/>
                          <a:pt x="133" y="23318"/>
                        </a:cubicBezTo>
                        <a:cubicBezTo>
                          <a:pt x="754" y="27618"/>
                          <a:pt x="4700" y="31608"/>
                          <a:pt x="9000" y="31032"/>
                        </a:cubicBezTo>
                        <a:cubicBezTo>
                          <a:pt x="10817" y="30810"/>
                          <a:pt x="12457" y="29835"/>
                          <a:pt x="14053" y="28904"/>
                        </a:cubicBezTo>
                        <a:cubicBezTo>
                          <a:pt x="17511" y="26820"/>
                          <a:pt x="20969" y="24781"/>
                          <a:pt x="24427" y="22697"/>
                        </a:cubicBezTo>
                        <a:cubicBezTo>
                          <a:pt x="24604" y="21944"/>
                          <a:pt x="24781" y="21190"/>
                          <a:pt x="24914" y="20437"/>
                        </a:cubicBezTo>
                        <a:cubicBezTo>
                          <a:pt x="21545" y="19727"/>
                          <a:pt x="19018" y="16757"/>
                          <a:pt x="18974" y="13166"/>
                        </a:cubicBezTo>
                        <a:cubicBezTo>
                          <a:pt x="18930" y="9930"/>
                          <a:pt x="20925" y="7182"/>
                          <a:pt x="23762" y="6073"/>
                        </a:cubicBezTo>
                        <a:cubicBezTo>
                          <a:pt x="23052" y="4610"/>
                          <a:pt x="22166" y="3236"/>
                          <a:pt x="20880" y="1995"/>
                        </a:cubicBezTo>
                        <a:cubicBezTo>
                          <a:pt x="20038" y="1197"/>
                          <a:pt x="19151" y="532"/>
                          <a:pt x="18220" y="0"/>
                        </a:cubicBezTo>
                        <a:cubicBezTo>
                          <a:pt x="17290" y="399"/>
                          <a:pt x="16403" y="842"/>
                          <a:pt x="15649" y="1197"/>
                        </a:cubicBezTo>
                        <a:cubicBezTo>
                          <a:pt x="11039" y="3591"/>
                          <a:pt x="6960" y="7004"/>
                          <a:pt x="3946" y="1121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46" name="Forme libre : forme 19245">
                    <a:extLst>
                      <a:ext uri="{FF2B5EF4-FFF2-40B4-BE49-F238E27FC236}">
                        <a16:creationId xmlns:a16="http://schemas.microsoft.com/office/drawing/2014/main" id="{604086E6-9980-4E69-BF7E-30F104F8FE25}"/>
                      </a:ext>
                    </a:extLst>
                  </p:cNvPr>
                  <p:cNvSpPr/>
                  <p:nvPr/>
                </p:nvSpPr>
                <p:spPr>
                  <a:xfrm>
                    <a:off x="6074277" y="5806475"/>
                    <a:ext cx="37237" cy="19721"/>
                  </a:xfrm>
                  <a:custGeom>
                    <a:avLst/>
                    <a:gdLst>
                      <a:gd name="connsiteX0" fmla="*/ 37238 w 37237"/>
                      <a:gd name="connsiteY0" fmla="*/ 2432 h 19721"/>
                      <a:gd name="connsiteX1" fmla="*/ 36573 w 37237"/>
                      <a:gd name="connsiteY1" fmla="*/ 1812 h 19721"/>
                      <a:gd name="connsiteX2" fmla="*/ 14541 w 37237"/>
                      <a:gd name="connsiteY2" fmla="*/ 4472 h 19721"/>
                      <a:gd name="connsiteX3" fmla="*/ 2881 w 37237"/>
                      <a:gd name="connsiteY3" fmla="*/ 14490 h 19721"/>
                      <a:gd name="connsiteX4" fmla="*/ 0 w 37237"/>
                      <a:gd name="connsiteY4" fmla="*/ 19722 h 19721"/>
                      <a:gd name="connsiteX5" fmla="*/ 1773 w 37237"/>
                      <a:gd name="connsiteY5" fmla="*/ 18480 h 19721"/>
                      <a:gd name="connsiteX6" fmla="*/ 37238 w 37237"/>
                      <a:gd name="connsiteY6" fmla="*/ 2432 h 19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237" h="19721">
                        <a:moveTo>
                          <a:pt x="37238" y="2432"/>
                        </a:moveTo>
                        <a:cubicBezTo>
                          <a:pt x="37016" y="2211"/>
                          <a:pt x="36795" y="1989"/>
                          <a:pt x="36573" y="1812"/>
                        </a:cubicBezTo>
                        <a:cubicBezTo>
                          <a:pt x="30987" y="-2399"/>
                          <a:pt x="19816" y="1679"/>
                          <a:pt x="14541" y="4472"/>
                        </a:cubicBezTo>
                        <a:cubicBezTo>
                          <a:pt x="9974" y="6866"/>
                          <a:pt x="5896" y="10279"/>
                          <a:pt x="2881" y="14490"/>
                        </a:cubicBezTo>
                        <a:cubicBezTo>
                          <a:pt x="1729" y="16087"/>
                          <a:pt x="709" y="17860"/>
                          <a:pt x="0" y="19722"/>
                        </a:cubicBezTo>
                        <a:cubicBezTo>
                          <a:pt x="576" y="19323"/>
                          <a:pt x="1153" y="18880"/>
                          <a:pt x="1773" y="18480"/>
                        </a:cubicBezTo>
                        <a:cubicBezTo>
                          <a:pt x="10772" y="12407"/>
                          <a:pt x="24293" y="4472"/>
                          <a:pt x="37238" y="243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47" name="Forme libre : forme 19246">
                    <a:extLst>
                      <a:ext uri="{FF2B5EF4-FFF2-40B4-BE49-F238E27FC236}">
                        <a16:creationId xmlns:a16="http://schemas.microsoft.com/office/drawing/2014/main" id="{E50B41AA-3F38-441D-A5A6-121784AE52BE}"/>
                      </a:ext>
                    </a:extLst>
                  </p:cNvPr>
                  <p:cNvSpPr/>
                  <p:nvPr/>
                </p:nvSpPr>
                <p:spPr>
                  <a:xfrm>
                    <a:off x="6073179" y="5808907"/>
                    <a:ext cx="41658" cy="31929"/>
                  </a:xfrm>
                  <a:custGeom>
                    <a:avLst/>
                    <a:gdLst>
                      <a:gd name="connsiteX0" fmla="*/ 123 w 41658"/>
                      <a:gd name="connsiteY0" fmla="*/ 24161 h 31929"/>
                      <a:gd name="connsiteX1" fmla="*/ 8989 w 41658"/>
                      <a:gd name="connsiteY1" fmla="*/ 31874 h 31929"/>
                      <a:gd name="connsiteX2" fmla="*/ 14043 w 41658"/>
                      <a:gd name="connsiteY2" fmla="*/ 29746 h 31929"/>
                      <a:gd name="connsiteX3" fmla="*/ 28140 w 41658"/>
                      <a:gd name="connsiteY3" fmla="*/ 21323 h 31929"/>
                      <a:gd name="connsiteX4" fmla="*/ 27874 w 41658"/>
                      <a:gd name="connsiteY4" fmla="*/ 19506 h 31929"/>
                      <a:gd name="connsiteX5" fmla="*/ 35322 w 41658"/>
                      <a:gd name="connsiteY5" fmla="*/ 11837 h 31929"/>
                      <a:gd name="connsiteX6" fmla="*/ 39711 w 41658"/>
                      <a:gd name="connsiteY6" fmla="*/ 13211 h 31929"/>
                      <a:gd name="connsiteX7" fmla="*/ 41440 w 41658"/>
                      <a:gd name="connsiteY7" fmla="*/ 9886 h 31929"/>
                      <a:gd name="connsiteX8" fmla="*/ 38336 w 41658"/>
                      <a:gd name="connsiteY8" fmla="*/ 0 h 31929"/>
                      <a:gd name="connsiteX9" fmla="*/ 2827 w 41658"/>
                      <a:gd name="connsiteY9" fmla="*/ 16048 h 31929"/>
                      <a:gd name="connsiteX10" fmla="*/ 1054 w 41658"/>
                      <a:gd name="connsiteY10" fmla="*/ 17289 h 31929"/>
                      <a:gd name="connsiteX11" fmla="*/ 123 w 41658"/>
                      <a:gd name="connsiteY11" fmla="*/ 24161 h 3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1658" h="31929">
                        <a:moveTo>
                          <a:pt x="123" y="24161"/>
                        </a:moveTo>
                        <a:cubicBezTo>
                          <a:pt x="744" y="28461"/>
                          <a:pt x="4689" y="32451"/>
                          <a:pt x="8989" y="31874"/>
                        </a:cubicBezTo>
                        <a:cubicBezTo>
                          <a:pt x="10807" y="31652"/>
                          <a:pt x="12447" y="30677"/>
                          <a:pt x="14043" y="29746"/>
                        </a:cubicBezTo>
                        <a:cubicBezTo>
                          <a:pt x="18742" y="26954"/>
                          <a:pt x="23441" y="24116"/>
                          <a:pt x="28140" y="21323"/>
                        </a:cubicBezTo>
                        <a:cubicBezTo>
                          <a:pt x="27963" y="20747"/>
                          <a:pt x="27874" y="20126"/>
                          <a:pt x="27874" y="19506"/>
                        </a:cubicBezTo>
                        <a:cubicBezTo>
                          <a:pt x="27830" y="15339"/>
                          <a:pt x="31155" y="11925"/>
                          <a:pt x="35322" y="11837"/>
                        </a:cubicBezTo>
                        <a:cubicBezTo>
                          <a:pt x="36962" y="11837"/>
                          <a:pt x="38469" y="12324"/>
                          <a:pt x="39711" y="13211"/>
                        </a:cubicBezTo>
                        <a:cubicBezTo>
                          <a:pt x="40508" y="12235"/>
                          <a:pt x="41129" y="11127"/>
                          <a:pt x="41440" y="9886"/>
                        </a:cubicBezTo>
                        <a:cubicBezTo>
                          <a:pt x="42237" y="6783"/>
                          <a:pt x="40774" y="2350"/>
                          <a:pt x="38336" y="0"/>
                        </a:cubicBezTo>
                        <a:cubicBezTo>
                          <a:pt x="25392" y="2040"/>
                          <a:pt x="11871" y="9974"/>
                          <a:pt x="2827" y="16048"/>
                        </a:cubicBezTo>
                        <a:cubicBezTo>
                          <a:pt x="2251" y="16447"/>
                          <a:pt x="1675" y="16890"/>
                          <a:pt x="1054" y="17289"/>
                        </a:cubicBezTo>
                        <a:cubicBezTo>
                          <a:pt x="212" y="19506"/>
                          <a:pt x="-232" y="21811"/>
                          <a:pt x="123" y="2416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48" name="Forme libre : forme 19247">
                    <a:extLst>
                      <a:ext uri="{FF2B5EF4-FFF2-40B4-BE49-F238E27FC236}">
                        <a16:creationId xmlns:a16="http://schemas.microsoft.com/office/drawing/2014/main" id="{FB36DE81-BC8A-4065-94C0-CF77C41330B9}"/>
                      </a:ext>
                    </a:extLst>
                  </p:cNvPr>
                  <p:cNvSpPr/>
                  <p:nvPr/>
                </p:nvSpPr>
                <p:spPr>
                  <a:xfrm>
                    <a:off x="6461686" y="5653333"/>
                    <a:ext cx="17781" cy="23113"/>
                  </a:xfrm>
                  <a:custGeom>
                    <a:avLst/>
                    <a:gdLst>
                      <a:gd name="connsiteX0" fmla="*/ 1906 w 17781"/>
                      <a:gd name="connsiteY0" fmla="*/ 11543 h 23113"/>
                      <a:gd name="connsiteX1" fmla="*/ 6738 w 17781"/>
                      <a:gd name="connsiteY1" fmla="*/ 18503 h 23113"/>
                      <a:gd name="connsiteX2" fmla="*/ 5187 w 17781"/>
                      <a:gd name="connsiteY2" fmla="*/ 23113 h 23113"/>
                      <a:gd name="connsiteX3" fmla="*/ 9310 w 17781"/>
                      <a:gd name="connsiteY3" fmla="*/ 20676 h 23113"/>
                      <a:gd name="connsiteX4" fmla="*/ 17555 w 17781"/>
                      <a:gd name="connsiteY4" fmla="*/ 12297 h 23113"/>
                      <a:gd name="connsiteX5" fmla="*/ 13787 w 17781"/>
                      <a:gd name="connsiteY5" fmla="*/ 1791 h 23113"/>
                      <a:gd name="connsiteX6" fmla="*/ 0 w 17781"/>
                      <a:gd name="connsiteY6" fmla="*/ 1170 h 23113"/>
                      <a:gd name="connsiteX7" fmla="*/ 177 w 17781"/>
                      <a:gd name="connsiteY7" fmla="*/ 1524 h 23113"/>
                      <a:gd name="connsiteX8" fmla="*/ 1906 w 17781"/>
                      <a:gd name="connsiteY8" fmla="*/ 11543 h 23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781" h="23113">
                        <a:moveTo>
                          <a:pt x="1906" y="11543"/>
                        </a:moveTo>
                        <a:cubicBezTo>
                          <a:pt x="4699" y="12607"/>
                          <a:pt x="6694" y="15311"/>
                          <a:pt x="6738" y="18503"/>
                        </a:cubicBezTo>
                        <a:cubicBezTo>
                          <a:pt x="6783" y="20232"/>
                          <a:pt x="6162" y="21828"/>
                          <a:pt x="5187" y="23113"/>
                        </a:cubicBezTo>
                        <a:cubicBezTo>
                          <a:pt x="6561" y="22316"/>
                          <a:pt x="7935" y="21473"/>
                          <a:pt x="9310" y="20676"/>
                        </a:cubicBezTo>
                        <a:cubicBezTo>
                          <a:pt x="12590" y="18725"/>
                          <a:pt x="16535" y="16198"/>
                          <a:pt x="17555" y="12297"/>
                        </a:cubicBezTo>
                        <a:cubicBezTo>
                          <a:pt x="18442" y="8928"/>
                          <a:pt x="16624" y="3963"/>
                          <a:pt x="13787" y="1791"/>
                        </a:cubicBezTo>
                        <a:cubicBezTo>
                          <a:pt x="10418" y="-737"/>
                          <a:pt x="4965" y="-249"/>
                          <a:pt x="0" y="1170"/>
                        </a:cubicBezTo>
                        <a:cubicBezTo>
                          <a:pt x="44" y="1303"/>
                          <a:pt x="133" y="1391"/>
                          <a:pt x="177" y="1524"/>
                        </a:cubicBezTo>
                        <a:cubicBezTo>
                          <a:pt x="1374" y="4628"/>
                          <a:pt x="1862" y="8041"/>
                          <a:pt x="1906" y="1154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49" name="Forme libre : forme 19248">
                    <a:extLst>
                      <a:ext uri="{FF2B5EF4-FFF2-40B4-BE49-F238E27FC236}">
                        <a16:creationId xmlns:a16="http://schemas.microsoft.com/office/drawing/2014/main" id="{830420E5-CAFD-4709-A62C-6BD8285C0169}"/>
                      </a:ext>
                    </a:extLst>
                  </p:cNvPr>
                  <p:cNvSpPr/>
                  <p:nvPr/>
                </p:nvSpPr>
                <p:spPr>
                  <a:xfrm>
                    <a:off x="6461730" y="5679372"/>
                    <a:ext cx="310" cy="177"/>
                  </a:xfrm>
                  <a:custGeom>
                    <a:avLst/>
                    <a:gdLst>
                      <a:gd name="connsiteX0" fmla="*/ 0 w 310"/>
                      <a:gd name="connsiteY0" fmla="*/ 177 h 177"/>
                      <a:gd name="connsiteX1" fmla="*/ 310 w 310"/>
                      <a:gd name="connsiteY1" fmla="*/ 0 h 177"/>
                      <a:gd name="connsiteX2" fmla="*/ 44 w 310"/>
                      <a:gd name="connsiteY2" fmla="*/ 44 h 177"/>
                      <a:gd name="connsiteX3" fmla="*/ 0 w 310"/>
                      <a:gd name="connsiteY3" fmla="*/ 177 h 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0" h="177">
                        <a:moveTo>
                          <a:pt x="0" y="177"/>
                        </a:moveTo>
                        <a:cubicBezTo>
                          <a:pt x="89" y="133"/>
                          <a:pt x="177" y="44"/>
                          <a:pt x="310" y="0"/>
                        </a:cubicBezTo>
                        <a:cubicBezTo>
                          <a:pt x="222" y="0"/>
                          <a:pt x="133" y="0"/>
                          <a:pt x="44" y="44"/>
                        </a:cubicBezTo>
                        <a:cubicBezTo>
                          <a:pt x="0" y="89"/>
                          <a:pt x="0" y="133"/>
                          <a:pt x="0" y="17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50" name="Forme libre : forme 19249">
                    <a:extLst>
                      <a:ext uri="{FF2B5EF4-FFF2-40B4-BE49-F238E27FC236}">
                        <a16:creationId xmlns:a16="http://schemas.microsoft.com/office/drawing/2014/main" id="{9884BD4B-DF3F-4863-8B18-E4765B99DC9F}"/>
                      </a:ext>
                    </a:extLst>
                  </p:cNvPr>
                  <p:cNvSpPr/>
                  <p:nvPr/>
                </p:nvSpPr>
                <p:spPr>
                  <a:xfrm>
                    <a:off x="6437791" y="5654547"/>
                    <a:ext cx="25800" cy="33126"/>
                  </a:xfrm>
                  <a:custGeom>
                    <a:avLst/>
                    <a:gdLst>
                      <a:gd name="connsiteX0" fmla="*/ 3946 w 25800"/>
                      <a:gd name="connsiteY0" fmla="*/ 13255 h 33126"/>
                      <a:gd name="connsiteX1" fmla="*/ 133 w 25800"/>
                      <a:gd name="connsiteY1" fmla="*/ 25357 h 33126"/>
                      <a:gd name="connsiteX2" fmla="*/ 9000 w 25800"/>
                      <a:gd name="connsiteY2" fmla="*/ 33071 h 33126"/>
                      <a:gd name="connsiteX3" fmla="*/ 14053 w 25800"/>
                      <a:gd name="connsiteY3" fmla="*/ 30943 h 33126"/>
                      <a:gd name="connsiteX4" fmla="*/ 23984 w 25800"/>
                      <a:gd name="connsiteY4" fmla="*/ 25003 h 33126"/>
                      <a:gd name="connsiteX5" fmla="*/ 24028 w 25800"/>
                      <a:gd name="connsiteY5" fmla="*/ 24870 h 33126"/>
                      <a:gd name="connsiteX6" fmla="*/ 23230 w 25800"/>
                      <a:gd name="connsiteY6" fmla="*/ 24958 h 33126"/>
                      <a:gd name="connsiteX7" fmla="*/ 15561 w 25800"/>
                      <a:gd name="connsiteY7" fmla="*/ 17511 h 33126"/>
                      <a:gd name="connsiteX8" fmla="*/ 23008 w 25800"/>
                      <a:gd name="connsiteY8" fmla="*/ 9841 h 33126"/>
                      <a:gd name="connsiteX9" fmla="*/ 25801 w 25800"/>
                      <a:gd name="connsiteY9" fmla="*/ 10373 h 33126"/>
                      <a:gd name="connsiteX10" fmla="*/ 24072 w 25800"/>
                      <a:gd name="connsiteY10" fmla="*/ 354 h 33126"/>
                      <a:gd name="connsiteX11" fmla="*/ 23895 w 25800"/>
                      <a:gd name="connsiteY11" fmla="*/ 0 h 33126"/>
                      <a:gd name="connsiteX12" fmla="*/ 15649 w 25800"/>
                      <a:gd name="connsiteY12" fmla="*/ 3280 h 33126"/>
                      <a:gd name="connsiteX13" fmla="*/ 3946 w 25800"/>
                      <a:gd name="connsiteY13" fmla="*/ 13255 h 33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5800" h="33126">
                        <a:moveTo>
                          <a:pt x="3946" y="13255"/>
                        </a:moveTo>
                        <a:cubicBezTo>
                          <a:pt x="1375" y="16757"/>
                          <a:pt x="-532" y="21057"/>
                          <a:pt x="133" y="25357"/>
                        </a:cubicBezTo>
                        <a:cubicBezTo>
                          <a:pt x="754" y="29657"/>
                          <a:pt x="4699" y="33647"/>
                          <a:pt x="9000" y="33071"/>
                        </a:cubicBezTo>
                        <a:cubicBezTo>
                          <a:pt x="10817" y="32849"/>
                          <a:pt x="12457" y="31874"/>
                          <a:pt x="14053" y="30943"/>
                        </a:cubicBezTo>
                        <a:cubicBezTo>
                          <a:pt x="17378" y="28948"/>
                          <a:pt x="20659" y="26997"/>
                          <a:pt x="23984" y="25003"/>
                        </a:cubicBezTo>
                        <a:cubicBezTo>
                          <a:pt x="23984" y="24958"/>
                          <a:pt x="23984" y="24914"/>
                          <a:pt x="24028" y="24870"/>
                        </a:cubicBezTo>
                        <a:cubicBezTo>
                          <a:pt x="23762" y="24914"/>
                          <a:pt x="23496" y="24958"/>
                          <a:pt x="23230" y="24958"/>
                        </a:cubicBezTo>
                        <a:cubicBezTo>
                          <a:pt x="19063" y="25003"/>
                          <a:pt x="15649" y="21678"/>
                          <a:pt x="15561" y="17511"/>
                        </a:cubicBezTo>
                        <a:cubicBezTo>
                          <a:pt x="15516" y="13344"/>
                          <a:pt x="18841" y="9930"/>
                          <a:pt x="23008" y="9841"/>
                        </a:cubicBezTo>
                        <a:cubicBezTo>
                          <a:pt x="23984" y="9841"/>
                          <a:pt x="24959" y="10019"/>
                          <a:pt x="25801" y="10373"/>
                        </a:cubicBezTo>
                        <a:cubicBezTo>
                          <a:pt x="25757" y="6871"/>
                          <a:pt x="25269" y="3458"/>
                          <a:pt x="24072" y="354"/>
                        </a:cubicBezTo>
                        <a:cubicBezTo>
                          <a:pt x="24028" y="221"/>
                          <a:pt x="23939" y="133"/>
                          <a:pt x="23895" y="0"/>
                        </a:cubicBezTo>
                        <a:cubicBezTo>
                          <a:pt x="20703" y="931"/>
                          <a:pt x="17689" y="2172"/>
                          <a:pt x="15649" y="3280"/>
                        </a:cubicBezTo>
                        <a:cubicBezTo>
                          <a:pt x="11039" y="5630"/>
                          <a:pt x="6960" y="9043"/>
                          <a:pt x="3946" y="1325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51" name="Forme libre : forme 19250">
                    <a:extLst>
                      <a:ext uri="{FF2B5EF4-FFF2-40B4-BE49-F238E27FC236}">
                        <a16:creationId xmlns:a16="http://schemas.microsoft.com/office/drawing/2014/main" id="{CF40C40D-7274-443B-9E88-8DC7DDE4BDD5}"/>
                      </a:ext>
                    </a:extLst>
                  </p:cNvPr>
                  <p:cNvSpPr/>
                  <p:nvPr/>
                </p:nvSpPr>
                <p:spPr>
                  <a:xfrm>
                    <a:off x="6435929" y="5813030"/>
                    <a:ext cx="4433" cy="2792"/>
                  </a:xfrm>
                  <a:custGeom>
                    <a:avLst/>
                    <a:gdLst>
                      <a:gd name="connsiteX0" fmla="*/ 4433 w 4433"/>
                      <a:gd name="connsiteY0" fmla="*/ 1330 h 2792"/>
                      <a:gd name="connsiteX1" fmla="*/ 0 w 4433"/>
                      <a:gd name="connsiteY1" fmla="*/ 0 h 2792"/>
                      <a:gd name="connsiteX2" fmla="*/ 931 w 4433"/>
                      <a:gd name="connsiteY2" fmla="*/ 2793 h 2792"/>
                      <a:gd name="connsiteX3" fmla="*/ 4433 w 4433"/>
                      <a:gd name="connsiteY3" fmla="*/ 1330 h 2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33" h="2792">
                        <a:moveTo>
                          <a:pt x="4433" y="1330"/>
                        </a:moveTo>
                        <a:cubicBezTo>
                          <a:pt x="3148" y="576"/>
                          <a:pt x="1640" y="133"/>
                          <a:pt x="0" y="0"/>
                        </a:cubicBezTo>
                        <a:cubicBezTo>
                          <a:pt x="355" y="886"/>
                          <a:pt x="709" y="1817"/>
                          <a:pt x="931" y="2793"/>
                        </a:cubicBezTo>
                        <a:cubicBezTo>
                          <a:pt x="1951" y="2039"/>
                          <a:pt x="3148" y="1551"/>
                          <a:pt x="4433" y="133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52" name="Forme libre : forme 19251">
                    <a:extLst>
                      <a:ext uri="{FF2B5EF4-FFF2-40B4-BE49-F238E27FC236}">
                        <a16:creationId xmlns:a16="http://schemas.microsoft.com/office/drawing/2014/main" id="{609698C2-DD57-424A-B6B1-091854F3A993}"/>
                      </a:ext>
                    </a:extLst>
                  </p:cNvPr>
                  <p:cNvSpPr/>
                  <p:nvPr/>
                </p:nvSpPr>
                <p:spPr>
                  <a:xfrm>
                    <a:off x="6436240" y="5828147"/>
                    <a:ext cx="6428" cy="5851"/>
                  </a:xfrm>
                  <a:custGeom>
                    <a:avLst/>
                    <a:gdLst>
                      <a:gd name="connsiteX0" fmla="*/ 1064 w 6428"/>
                      <a:gd name="connsiteY0" fmla="*/ 0 h 5851"/>
                      <a:gd name="connsiteX1" fmla="*/ 0 w 6428"/>
                      <a:gd name="connsiteY1" fmla="*/ 5852 h 5851"/>
                      <a:gd name="connsiteX2" fmla="*/ 488 w 6428"/>
                      <a:gd name="connsiteY2" fmla="*/ 5541 h 5851"/>
                      <a:gd name="connsiteX3" fmla="*/ 6428 w 6428"/>
                      <a:gd name="connsiteY3" fmla="*/ 1108 h 5851"/>
                      <a:gd name="connsiteX4" fmla="*/ 5320 w 6428"/>
                      <a:gd name="connsiteY4" fmla="*/ 1241 h 5851"/>
                      <a:gd name="connsiteX5" fmla="*/ 1064 w 6428"/>
                      <a:gd name="connsiteY5" fmla="*/ 0 h 5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428" h="5851">
                        <a:moveTo>
                          <a:pt x="1064" y="0"/>
                        </a:moveTo>
                        <a:cubicBezTo>
                          <a:pt x="798" y="1951"/>
                          <a:pt x="443" y="3901"/>
                          <a:pt x="0" y="5852"/>
                        </a:cubicBezTo>
                        <a:cubicBezTo>
                          <a:pt x="177" y="5763"/>
                          <a:pt x="310" y="5674"/>
                          <a:pt x="488" y="5541"/>
                        </a:cubicBezTo>
                        <a:cubicBezTo>
                          <a:pt x="2483" y="4345"/>
                          <a:pt x="4743" y="2926"/>
                          <a:pt x="6428" y="1108"/>
                        </a:cubicBezTo>
                        <a:cubicBezTo>
                          <a:pt x="6073" y="1153"/>
                          <a:pt x="5719" y="1241"/>
                          <a:pt x="5320" y="1241"/>
                        </a:cubicBezTo>
                        <a:cubicBezTo>
                          <a:pt x="3724" y="1241"/>
                          <a:pt x="2261" y="798"/>
                          <a:pt x="1064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53" name="Forme libre : forme 19252">
                    <a:extLst>
                      <a:ext uri="{FF2B5EF4-FFF2-40B4-BE49-F238E27FC236}">
                        <a16:creationId xmlns:a16="http://schemas.microsoft.com/office/drawing/2014/main" id="{2B1BB600-3AC1-4C45-A559-98673DF2F948}"/>
                      </a:ext>
                    </a:extLst>
                  </p:cNvPr>
                  <p:cNvSpPr/>
                  <p:nvPr/>
                </p:nvSpPr>
                <p:spPr>
                  <a:xfrm>
                    <a:off x="6403523" y="5812983"/>
                    <a:ext cx="33824" cy="34325"/>
                  </a:xfrm>
                  <a:custGeom>
                    <a:avLst/>
                    <a:gdLst>
                      <a:gd name="connsiteX0" fmla="*/ 30367 w 33824"/>
                      <a:gd name="connsiteY0" fmla="*/ 8957 h 34325"/>
                      <a:gd name="connsiteX1" fmla="*/ 33382 w 33824"/>
                      <a:gd name="connsiteY1" fmla="*/ 2840 h 34325"/>
                      <a:gd name="connsiteX2" fmla="*/ 32451 w 33824"/>
                      <a:gd name="connsiteY2" fmla="*/ 47 h 34325"/>
                      <a:gd name="connsiteX3" fmla="*/ 15605 w 33824"/>
                      <a:gd name="connsiteY3" fmla="*/ 4436 h 34325"/>
                      <a:gd name="connsiteX4" fmla="*/ 3946 w 33824"/>
                      <a:gd name="connsiteY4" fmla="*/ 14454 h 34325"/>
                      <a:gd name="connsiteX5" fmla="*/ 133 w 33824"/>
                      <a:gd name="connsiteY5" fmla="*/ 26557 h 34325"/>
                      <a:gd name="connsiteX6" fmla="*/ 9000 w 33824"/>
                      <a:gd name="connsiteY6" fmla="*/ 34270 h 34325"/>
                      <a:gd name="connsiteX7" fmla="*/ 14053 w 33824"/>
                      <a:gd name="connsiteY7" fmla="*/ 32142 h 34325"/>
                      <a:gd name="connsiteX8" fmla="*/ 32761 w 33824"/>
                      <a:gd name="connsiteY8" fmla="*/ 20971 h 34325"/>
                      <a:gd name="connsiteX9" fmla="*/ 33825 w 33824"/>
                      <a:gd name="connsiteY9" fmla="*/ 15120 h 34325"/>
                      <a:gd name="connsiteX10" fmla="*/ 30367 w 33824"/>
                      <a:gd name="connsiteY10" fmla="*/ 8957 h 34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3824" h="34325">
                        <a:moveTo>
                          <a:pt x="30367" y="8957"/>
                        </a:moveTo>
                        <a:cubicBezTo>
                          <a:pt x="30323" y="6475"/>
                          <a:pt x="31520" y="4258"/>
                          <a:pt x="33382" y="2840"/>
                        </a:cubicBezTo>
                        <a:cubicBezTo>
                          <a:pt x="33160" y="1864"/>
                          <a:pt x="32805" y="978"/>
                          <a:pt x="32451" y="47"/>
                        </a:cubicBezTo>
                        <a:cubicBezTo>
                          <a:pt x="26732" y="-396"/>
                          <a:pt x="19550" y="2397"/>
                          <a:pt x="15605" y="4436"/>
                        </a:cubicBezTo>
                        <a:cubicBezTo>
                          <a:pt x="11039" y="6830"/>
                          <a:pt x="6960" y="10243"/>
                          <a:pt x="3946" y="14454"/>
                        </a:cubicBezTo>
                        <a:cubicBezTo>
                          <a:pt x="1375" y="17956"/>
                          <a:pt x="-532" y="22257"/>
                          <a:pt x="133" y="26557"/>
                        </a:cubicBezTo>
                        <a:cubicBezTo>
                          <a:pt x="754" y="30857"/>
                          <a:pt x="4699" y="34847"/>
                          <a:pt x="9000" y="34270"/>
                        </a:cubicBezTo>
                        <a:cubicBezTo>
                          <a:pt x="10817" y="34048"/>
                          <a:pt x="12457" y="33073"/>
                          <a:pt x="14053" y="32142"/>
                        </a:cubicBezTo>
                        <a:cubicBezTo>
                          <a:pt x="20304" y="28419"/>
                          <a:pt x="26510" y="24695"/>
                          <a:pt x="32761" y="20971"/>
                        </a:cubicBezTo>
                        <a:cubicBezTo>
                          <a:pt x="33204" y="19021"/>
                          <a:pt x="33559" y="17114"/>
                          <a:pt x="33825" y="15120"/>
                        </a:cubicBezTo>
                        <a:cubicBezTo>
                          <a:pt x="31741" y="13789"/>
                          <a:pt x="30411" y="11528"/>
                          <a:pt x="30367" y="895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54" name="Forme libre : forme 19253">
                    <a:extLst>
                      <a:ext uri="{FF2B5EF4-FFF2-40B4-BE49-F238E27FC236}">
                        <a16:creationId xmlns:a16="http://schemas.microsoft.com/office/drawing/2014/main" id="{B4AD3E14-5CA8-4B96-9797-C9CF2C20DE9C}"/>
                      </a:ext>
                    </a:extLst>
                  </p:cNvPr>
                  <p:cNvSpPr/>
                  <p:nvPr/>
                </p:nvSpPr>
                <p:spPr>
                  <a:xfrm>
                    <a:off x="6578421" y="5682830"/>
                    <a:ext cx="19404" cy="13842"/>
                  </a:xfrm>
                  <a:custGeom>
                    <a:avLst/>
                    <a:gdLst>
                      <a:gd name="connsiteX0" fmla="*/ 786 w 19404"/>
                      <a:gd name="connsiteY0" fmla="*/ 0 h 13842"/>
                      <a:gd name="connsiteX1" fmla="*/ 121 w 19404"/>
                      <a:gd name="connsiteY1" fmla="*/ 6073 h 13842"/>
                      <a:gd name="connsiteX2" fmla="*/ 8987 w 19404"/>
                      <a:gd name="connsiteY2" fmla="*/ 13787 h 13842"/>
                      <a:gd name="connsiteX3" fmla="*/ 14041 w 19404"/>
                      <a:gd name="connsiteY3" fmla="*/ 11659 h 13842"/>
                      <a:gd name="connsiteX4" fmla="*/ 19405 w 19404"/>
                      <a:gd name="connsiteY4" fmla="*/ 8467 h 13842"/>
                      <a:gd name="connsiteX5" fmla="*/ 8056 w 19404"/>
                      <a:gd name="connsiteY5" fmla="*/ 2172 h 13842"/>
                      <a:gd name="connsiteX6" fmla="*/ 786 w 19404"/>
                      <a:gd name="connsiteY6" fmla="*/ 0 h 13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404" h="13842">
                        <a:moveTo>
                          <a:pt x="786" y="0"/>
                        </a:moveTo>
                        <a:cubicBezTo>
                          <a:pt x="121" y="1950"/>
                          <a:pt x="-189" y="3990"/>
                          <a:pt x="121" y="6073"/>
                        </a:cubicBezTo>
                        <a:cubicBezTo>
                          <a:pt x="741" y="10373"/>
                          <a:pt x="4687" y="14363"/>
                          <a:pt x="8987" y="13787"/>
                        </a:cubicBezTo>
                        <a:cubicBezTo>
                          <a:pt x="10805" y="13565"/>
                          <a:pt x="12445" y="12590"/>
                          <a:pt x="14041" y="11659"/>
                        </a:cubicBezTo>
                        <a:cubicBezTo>
                          <a:pt x="15814" y="10595"/>
                          <a:pt x="17632" y="9531"/>
                          <a:pt x="19405" y="8467"/>
                        </a:cubicBezTo>
                        <a:cubicBezTo>
                          <a:pt x="15593" y="6517"/>
                          <a:pt x="12002" y="3857"/>
                          <a:pt x="8056" y="2172"/>
                        </a:cubicBezTo>
                        <a:cubicBezTo>
                          <a:pt x="5751" y="1108"/>
                          <a:pt x="3313" y="488"/>
                          <a:pt x="786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55" name="Forme libre : forme 19254">
                    <a:extLst>
                      <a:ext uri="{FF2B5EF4-FFF2-40B4-BE49-F238E27FC236}">
                        <a16:creationId xmlns:a16="http://schemas.microsoft.com/office/drawing/2014/main" id="{29119736-E390-424E-9011-206A9A3A324F}"/>
                      </a:ext>
                    </a:extLst>
                  </p:cNvPr>
                  <p:cNvSpPr/>
                  <p:nvPr/>
                </p:nvSpPr>
                <p:spPr>
                  <a:xfrm>
                    <a:off x="6579251" y="5662266"/>
                    <a:ext cx="40877" cy="28987"/>
                  </a:xfrm>
                  <a:custGeom>
                    <a:avLst/>
                    <a:gdLst>
                      <a:gd name="connsiteX0" fmla="*/ 40651 w 40877"/>
                      <a:gd name="connsiteY0" fmla="*/ 12319 h 28987"/>
                      <a:gd name="connsiteX1" fmla="*/ 36883 w 40877"/>
                      <a:gd name="connsiteY1" fmla="*/ 1812 h 28987"/>
                      <a:gd name="connsiteX2" fmla="*/ 14851 w 40877"/>
                      <a:gd name="connsiteY2" fmla="*/ 4472 h 28987"/>
                      <a:gd name="connsiteX3" fmla="*/ 3192 w 40877"/>
                      <a:gd name="connsiteY3" fmla="*/ 14491 h 28987"/>
                      <a:gd name="connsiteX4" fmla="*/ 0 w 40877"/>
                      <a:gd name="connsiteY4" fmla="*/ 20564 h 28987"/>
                      <a:gd name="connsiteX5" fmla="*/ 7270 w 40877"/>
                      <a:gd name="connsiteY5" fmla="*/ 22692 h 28987"/>
                      <a:gd name="connsiteX6" fmla="*/ 18619 w 40877"/>
                      <a:gd name="connsiteY6" fmla="*/ 28987 h 28987"/>
                      <a:gd name="connsiteX7" fmla="*/ 32450 w 40877"/>
                      <a:gd name="connsiteY7" fmla="*/ 20741 h 28987"/>
                      <a:gd name="connsiteX8" fmla="*/ 40651 w 40877"/>
                      <a:gd name="connsiteY8" fmla="*/ 12319 h 28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877" h="28987">
                        <a:moveTo>
                          <a:pt x="40651" y="12319"/>
                        </a:moveTo>
                        <a:cubicBezTo>
                          <a:pt x="41538" y="8949"/>
                          <a:pt x="39720" y="3984"/>
                          <a:pt x="36883" y="1812"/>
                        </a:cubicBezTo>
                        <a:cubicBezTo>
                          <a:pt x="31298" y="-2400"/>
                          <a:pt x="20126" y="1679"/>
                          <a:pt x="14851" y="4472"/>
                        </a:cubicBezTo>
                        <a:cubicBezTo>
                          <a:pt x="10285" y="6865"/>
                          <a:pt x="6206" y="10279"/>
                          <a:pt x="3192" y="14491"/>
                        </a:cubicBezTo>
                        <a:cubicBezTo>
                          <a:pt x="1862" y="16308"/>
                          <a:pt x="709" y="18392"/>
                          <a:pt x="0" y="20564"/>
                        </a:cubicBezTo>
                        <a:cubicBezTo>
                          <a:pt x="2483" y="21052"/>
                          <a:pt x="4965" y="21672"/>
                          <a:pt x="7270" y="22692"/>
                        </a:cubicBezTo>
                        <a:cubicBezTo>
                          <a:pt x="11171" y="24376"/>
                          <a:pt x="14806" y="27036"/>
                          <a:pt x="18619" y="28987"/>
                        </a:cubicBezTo>
                        <a:cubicBezTo>
                          <a:pt x="23229" y="26238"/>
                          <a:pt x="27840" y="23489"/>
                          <a:pt x="32450" y="20741"/>
                        </a:cubicBezTo>
                        <a:cubicBezTo>
                          <a:pt x="35686" y="18746"/>
                          <a:pt x="39632" y="16264"/>
                          <a:pt x="40651" y="1231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56" name="Forme libre : forme 19255">
                    <a:extLst>
                      <a:ext uri="{FF2B5EF4-FFF2-40B4-BE49-F238E27FC236}">
                        <a16:creationId xmlns:a16="http://schemas.microsoft.com/office/drawing/2014/main" id="{52275847-D86C-46BD-82F7-BCD474CD4A52}"/>
                      </a:ext>
                    </a:extLst>
                  </p:cNvPr>
                  <p:cNvSpPr/>
                  <p:nvPr/>
                </p:nvSpPr>
                <p:spPr>
                  <a:xfrm>
                    <a:off x="6717032" y="5664078"/>
                    <a:ext cx="19012" cy="21721"/>
                  </a:xfrm>
                  <a:custGeom>
                    <a:avLst/>
                    <a:gdLst>
                      <a:gd name="connsiteX0" fmla="*/ 1197 w 19012"/>
                      <a:gd name="connsiteY0" fmla="*/ 17156 h 21721"/>
                      <a:gd name="connsiteX1" fmla="*/ 0 w 19012"/>
                      <a:gd name="connsiteY1" fmla="*/ 21722 h 21721"/>
                      <a:gd name="connsiteX2" fmla="*/ 10551 w 19012"/>
                      <a:gd name="connsiteY2" fmla="*/ 15427 h 21721"/>
                      <a:gd name="connsiteX3" fmla="*/ 18796 w 19012"/>
                      <a:gd name="connsiteY3" fmla="*/ 7048 h 21721"/>
                      <a:gd name="connsiteX4" fmla="*/ 17732 w 19012"/>
                      <a:gd name="connsiteY4" fmla="*/ 0 h 21721"/>
                      <a:gd name="connsiteX5" fmla="*/ 10772 w 19012"/>
                      <a:gd name="connsiteY5" fmla="*/ 5186 h 21721"/>
                      <a:gd name="connsiteX6" fmla="*/ 1197 w 19012"/>
                      <a:gd name="connsiteY6" fmla="*/ 17156 h 21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012" h="21721">
                        <a:moveTo>
                          <a:pt x="1197" y="17156"/>
                        </a:moveTo>
                        <a:cubicBezTo>
                          <a:pt x="620" y="18619"/>
                          <a:pt x="266" y="20170"/>
                          <a:pt x="0" y="21722"/>
                        </a:cubicBezTo>
                        <a:cubicBezTo>
                          <a:pt x="3502" y="19638"/>
                          <a:pt x="7004" y="17511"/>
                          <a:pt x="10551" y="15427"/>
                        </a:cubicBezTo>
                        <a:cubicBezTo>
                          <a:pt x="13831" y="13476"/>
                          <a:pt x="17776" y="10950"/>
                          <a:pt x="18796" y="7048"/>
                        </a:cubicBezTo>
                        <a:cubicBezTo>
                          <a:pt x="19328" y="4965"/>
                          <a:pt x="18841" y="2260"/>
                          <a:pt x="17732" y="0"/>
                        </a:cubicBezTo>
                        <a:cubicBezTo>
                          <a:pt x="15250" y="1685"/>
                          <a:pt x="12856" y="3369"/>
                          <a:pt x="10772" y="5186"/>
                        </a:cubicBezTo>
                        <a:cubicBezTo>
                          <a:pt x="6916" y="8556"/>
                          <a:pt x="3103" y="12368"/>
                          <a:pt x="1197" y="1715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57" name="Forme libre : forme 19256">
                    <a:extLst>
                      <a:ext uri="{FF2B5EF4-FFF2-40B4-BE49-F238E27FC236}">
                        <a16:creationId xmlns:a16="http://schemas.microsoft.com/office/drawing/2014/main" id="{414661F2-2BE3-42B9-8A9B-3445734170FF}"/>
                      </a:ext>
                    </a:extLst>
                  </p:cNvPr>
                  <p:cNvSpPr/>
                  <p:nvPr/>
                </p:nvSpPr>
                <p:spPr>
                  <a:xfrm>
                    <a:off x="6694423" y="5658808"/>
                    <a:ext cx="40430" cy="34362"/>
                  </a:xfrm>
                  <a:custGeom>
                    <a:avLst/>
                    <a:gdLst>
                      <a:gd name="connsiteX0" fmla="*/ 37637 w 40430"/>
                      <a:gd name="connsiteY0" fmla="*/ 1812 h 34362"/>
                      <a:gd name="connsiteX1" fmla="*/ 15605 w 40430"/>
                      <a:gd name="connsiteY1" fmla="*/ 4472 h 34362"/>
                      <a:gd name="connsiteX2" fmla="*/ 3946 w 40430"/>
                      <a:gd name="connsiteY2" fmla="*/ 14491 h 34362"/>
                      <a:gd name="connsiteX3" fmla="*/ 133 w 40430"/>
                      <a:gd name="connsiteY3" fmla="*/ 26593 h 34362"/>
                      <a:gd name="connsiteX4" fmla="*/ 9000 w 40430"/>
                      <a:gd name="connsiteY4" fmla="*/ 34307 h 34362"/>
                      <a:gd name="connsiteX5" fmla="*/ 14053 w 40430"/>
                      <a:gd name="connsiteY5" fmla="*/ 32179 h 34362"/>
                      <a:gd name="connsiteX6" fmla="*/ 22698 w 40430"/>
                      <a:gd name="connsiteY6" fmla="*/ 26992 h 34362"/>
                      <a:gd name="connsiteX7" fmla="*/ 23895 w 40430"/>
                      <a:gd name="connsiteY7" fmla="*/ 22426 h 34362"/>
                      <a:gd name="connsiteX8" fmla="*/ 33470 w 40430"/>
                      <a:gd name="connsiteY8" fmla="*/ 10412 h 34362"/>
                      <a:gd name="connsiteX9" fmla="*/ 40430 w 40430"/>
                      <a:gd name="connsiteY9" fmla="*/ 5226 h 34362"/>
                      <a:gd name="connsiteX10" fmla="*/ 37637 w 40430"/>
                      <a:gd name="connsiteY10" fmla="*/ 1812 h 343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0430" h="34362">
                        <a:moveTo>
                          <a:pt x="37637" y="1812"/>
                        </a:moveTo>
                        <a:cubicBezTo>
                          <a:pt x="32052" y="-2400"/>
                          <a:pt x="20880" y="1679"/>
                          <a:pt x="15605" y="4472"/>
                        </a:cubicBezTo>
                        <a:cubicBezTo>
                          <a:pt x="11039" y="6866"/>
                          <a:pt x="6960" y="10279"/>
                          <a:pt x="3946" y="14491"/>
                        </a:cubicBezTo>
                        <a:cubicBezTo>
                          <a:pt x="1375" y="17993"/>
                          <a:pt x="-532" y="22293"/>
                          <a:pt x="133" y="26593"/>
                        </a:cubicBezTo>
                        <a:cubicBezTo>
                          <a:pt x="754" y="30893"/>
                          <a:pt x="4699" y="34883"/>
                          <a:pt x="9000" y="34307"/>
                        </a:cubicBezTo>
                        <a:cubicBezTo>
                          <a:pt x="10817" y="34085"/>
                          <a:pt x="12457" y="33109"/>
                          <a:pt x="14053" y="32179"/>
                        </a:cubicBezTo>
                        <a:cubicBezTo>
                          <a:pt x="16935" y="30450"/>
                          <a:pt x="19816" y="28721"/>
                          <a:pt x="22698" y="26992"/>
                        </a:cubicBezTo>
                        <a:cubicBezTo>
                          <a:pt x="22964" y="25440"/>
                          <a:pt x="23318" y="23933"/>
                          <a:pt x="23895" y="22426"/>
                        </a:cubicBezTo>
                        <a:cubicBezTo>
                          <a:pt x="25757" y="17594"/>
                          <a:pt x="29569" y="13826"/>
                          <a:pt x="33470" y="10412"/>
                        </a:cubicBezTo>
                        <a:cubicBezTo>
                          <a:pt x="35509" y="8595"/>
                          <a:pt x="37948" y="6910"/>
                          <a:pt x="40430" y="5226"/>
                        </a:cubicBezTo>
                        <a:cubicBezTo>
                          <a:pt x="39632" y="3851"/>
                          <a:pt x="38701" y="2610"/>
                          <a:pt x="37637" y="181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58" name="Forme libre : forme 19257">
                    <a:extLst>
                      <a:ext uri="{FF2B5EF4-FFF2-40B4-BE49-F238E27FC236}">
                        <a16:creationId xmlns:a16="http://schemas.microsoft.com/office/drawing/2014/main" id="{7A91C318-6993-448F-94FC-5E03EFADA705}"/>
                      </a:ext>
                    </a:extLst>
                  </p:cNvPr>
                  <p:cNvSpPr/>
                  <p:nvPr/>
                </p:nvSpPr>
                <p:spPr>
                  <a:xfrm>
                    <a:off x="6956729" y="5709692"/>
                    <a:ext cx="27223" cy="31876"/>
                  </a:xfrm>
                  <a:custGeom>
                    <a:avLst/>
                    <a:gdLst>
                      <a:gd name="connsiteX0" fmla="*/ 7315 w 27223"/>
                      <a:gd name="connsiteY0" fmla="*/ 16184 h 31876"/>
                      <a:gd name="connsiteX1" fmla="*/ 0 w 27223"/>
                      <a:gd name="connsiteY1" fmla="*/ 31877 h 31876"/>
                      <a:gd name="connsiteX2" fmla="*/ 18752 w 27223"/>
                      <a:gd name="connsiteY2" fmla="*/ 20661 h 31876"/>
                      <a:gd name="connsiteX3" fmla="*/ 26998 w 27223"/>
                      <a:gd name="connsiteY3" fmla="*/ 12282 h 31876"/>
                      <a:gd name="connsiteX4" fmla="*/ 23230 w 27223"/>
                      <a:gd name="connsiteY4" fmla="*/ 1776 h 31876"/>
                      <a:gd name="connsiteX5" fmla="*/ 10728 w 27223"/>
                      <a:gd name="connsiteY5" fmla="*/ 845 h 31876"/>
                      <a:gd name="connsiteX6" fmla="*/ 7315 w 27223"/>
                      <a:gd name="connsiteY6" fmla="*/ 16184 h 31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223" h="31876">
                        <a:moveTo>
                          <a:pt x="7315" y="16184"/>
                        </a:moveTo>
                        <a:cubicBezTo>
                          <a:pt x="5409" y="20439"/>
                          <a:pt x="2970" y="26424"/>
                          <a:pt x="0" y="31877"/>
                        </a:cubicBezTo>
                        <a:cubicBezTo>
                          <a:pt x="6251" y="28153"/>
                          <a:pt x="12501" y="24429"/>
                          <a:pt x="18752" y="20661"/>
                        </a:cubicBezTo>
                        <a:cubicBezTo>
                          <a:pt x="22033" y="18710"/>
                          <a:pt x="25978" y="16184"/>
                          <a:pt x="26998" y="12282"/>
                        </a:cubicBezTo>
                        <a:cubicBezTo>
                          <a:pt x="27884" y="8913"/>
                          <a:pt x="26067" y="3948"/>
                          <a:pt x="23230" y="1776"/>
                        </a:cubicBezTo>
                        <a:cubicBezTo>
                          <a:pt x="20126" y="-529"/>
                          <a:pt x="15339" y="-307"/>
                          <a:pt x="10728" y="845"/>
                        </a:cubicBezTo>
                        <a:cubicBezTo>
                          <a:pt x="10994" y="6076"/>
                          <a:pt x="9443" y="11396"/>
                          <a:pt x="7315" y="1618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59" name="Forme libre : forme 19258">
                    <a:extLst>
                      <a:ext uri="{FF2B5EF4-FFF2-40B4-BE49-F238E27FC236}">
                        <a16:creationId xmlns:a16="http://schemas.microsoft.com/office/drawing/2014/main" id="{C88C81FE-93CF-4F8D-AE2E-0C4D9E7730CA}"/>
                      </a:ext>
                    </a:extLst>
                  </p:cNvPr>
                  <p:cNvSpPr/>
                  <p:nvPr/>
                </p:nvSpPr>
                <p:spPr>
                  <a:xfrm>
                    <a:off x="6942233" y="5710493"/>
                    <a:ext cx="25220" cy="33480"/>
                  </a:xfrm>
                  <a:custGeom>
                    <a:avLst/>
                    <a:gdLst>
                      <a:gd name="connsiteX0" fmla="*/ 3946 w 25220"/>
                      <a:gd name="connsiteY0" fmla="*/ 13609 h 33480"/>
                      <a:gd name="connsiteX1" fmla="*/ 133 w 25220"/>
                      <a:gd name="connsiteY1" fmla="*/ 25712 h 33480"/>
                      <a:gd name="connsiteX2" fmla="*/ 9000 w 25220"/>
                      <a:gd name="connsiteY2" fmla="*/ 33425 h 33480"/>
                      <a:gd name="connsiteX3" fmla="*/ 14053 w 25220"/>
                      <a:gd name="connsiteY3" fmla="*/ 31297 h 33480"/>
                      <a:gd name="connsiteX4" fmla="*/ 14497 w 25220"/>
                      <a:gd name="connsiteY4" fmla="*/ 31032 h 33480"/>
                      <a:gd name="connsiteX5" fmla="*/ 21811 w 25220"/>
                      <a:gd name="connsiteY5" fmla="*/ 15338 h 33480"/>
                      <a:gd name="connsiteX6" fmla="*/ 25180 w 25220"/>
                      <a:gd name="connsiteY6" fmla="*/ 0 h 33480"/>
                      <a:gd name="connsiteX7" fmla="*/ 15605 w 25220"/>
                      <a:gd name="connsiteY7" fmla="*/ 3591 h 33480"/>
                      <a:gd name="connsiteX8" fmla="*/ 3946 w 25220"/>
                      <a:gd name="connsiteY8" fmla="*/ 13609 h 33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220" h="33480">
                        <a:moveTo>
                          <a:pt x="3946" y="13609"/>
                        </a:moveTo>
                        <a:cubicBezTo>
                          <a:pt x="1375" y="17112"/>
                          <a:pt x="-531" y="21412"/>
                          <a:pt x="133" y="25712"/>
                        </a:cubicBezTo>
                        <a:cubicBezTo>
                          <a:pt x="754" y="30012"/>
                          <a:pt x="4700" y="34002"/>
                          <a:pt x="9000" y="33425"/>
                        </a:cubicBezTo>
                        <a:cubicBezTo>
                          <a:pt x="10817" y="33204"/>
                          <a:pt x="12458" y="32229"/>
                          <a:pt x="14053" y="31297"/>
                        </a:cubicBezTo>
                        <a:cubicBezTo>
                          <a:pt x="14186" y="31209"/>
                          <a:pt x="14364" y="31120"/>
                          <a:pt x="14497" y="31032"/>
                        </a:cubicBezTo>
                        <a:cubicBezTo>
                          <a:pt x="17467" y="25579"/>
                          <a:pt x="19905" y="19594"/>
                          <a:pt x="21811" y="15338"/>
                        </a:cubicBezTo>
                        <a:cubicBezTo>
                          <a:pt x="23939" y="10551"/>
                          <a:pt x="25491" y="5231"/>
                          <a:pt x="25180" y="0"/>
                        </a:cubicBezTo>
                        <a:cubicBezTo>
                          <a:pt x="21501" y="886"/>
                          <a:pt x="17955" y="2350"/>
                          <a:pt x="15605" y="3591"/>
                        </a:cubicBezTo>
                        <a:cubicBezTo>
                          <a:pt x="11039" y="6029"/>
                          <a:pt x="7005" y="9443"/>
                          <a:pt x="3946" y="1360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60" name="Forme libre : forme 19259">
                    <a:extLst>
                      <a:ext uri="{FF2B5EF4-FFF2-40B4-BE49-F238E27FC236}">
                        <a16:creationId xmlns:a16="http://schemas.microsoft.com/office/drawing/2014/main" id="{5D8D9FDC-8DF2-4774-A409-31179FC65206}"/>
                      </a:ext>
                    </a:extLst>
                  </p:cNvPr>
                  <p:cNvSpPr/>
                  <p:nvPr/>
                </p:nvSpPr>
                <p:spPr>
                  <a:xfrm>
                    <a:off x="7218415" y="5709093"/>
                    <a:ext cx="31834" cy="34116"/>
                  </a:xfrm>
                  <a:custGeom>
                    <a:avLst/>
                    <a:gdLst>
                      <a:gd name="connsiteX0" fmla="*/ 7581 w 31834"/>
                      <a:gd name="connsiteY0" fmla="*/ 20374 h 34116"/>
                      <a:gd name="connsiteX1" fmla="*/ 0 w 31834"/>
                      <a:gd name="connsiteY1" fmla="*/ 34116 h 34116"/>
                      <a:gd name="connsiteX2" fmla="*/ 4167 w 31834"/>
                      <a:gd name="connsiteY2" fmla="*/ 32165 h 34116"/>
                      <a:gd name="connsiteX3" fmla="*/ 23363 w 31834"/>
                      <a:gd name="connsiteY3" fmla="*/ 20684 h 34116"/>
                      <a:gd name="connsiteX4" fmla="*/ 24737 w 31834"/>
                      <a:gd name="connsiteY4" fmla="*/ 19842 h 34116"/>
                      <a:gd name="connsiteX5" fmla="*/ 24027 w 31834"/>
                      <a:gd name="connsiteY5" fmla="*/ 19930 h 34116"/>
                      <a:gd name="connsiteX6" fmla="*/ 16358 w 31834"/>
                      <a:gd name="connsiteY6" fmla="*/ 12483 h 34116"/>
                      <a:gd name="connsiteX7" fmla="*/ 23806 w 31834"/>
                      <a:gd name="connsiteY7" fmla="*/ 4813 h 34116"/>
                      <a:gd name="connsiteX8" fmla="*/ 31475 w 31834"/>
                      <a:gd name="connsiteY8" fmla="*/ 12261 h 34116"/>
                      <a:gd name="connsiteX9" fmla="*/ 31431 w 31834"/>
                      <a:gd name="connsiteY9" fmla="*/ 12748 h 34116"/>
                      <a:gd name="connsiteX10" fmla="*/ 31608 w 31834"/>
                      <a:gd name="connsiteY10" fmla="*/ 12305 h 34116"/>
                      <a:gd name="connsiteX11" fmla="*/ 27840 w 31834"/>
                      <a:gd name="connsiteY11" fmla="*/ 1799 h 34116"/>
                      <a:gd name="connsiteX12" fmla="*/ 11925 w 31834"/>
                      <a:gd name="connsiteY12" fmla="*/ 1843 h 34116"/>
                      <a:gd name="connsiteX13" fmla="*/ 8556 w 31834"/>
                      <a:gd name="connsiteY13" fmla="*/ 7118 h 34116"/>
                      <a:gd name="connsiteX14" fmla="*/ 7581 w 31834"/>
                      <a:gd name="connsiteY14" fmla="*/ 20374 h 34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834" h="34116">
                        <a:moveTo>
                          <a:pt x="7581" y="20374"/>
                        </a:moveTo>
                        <a:cubicBezTo>
                          <a:pt x="6738" y="25826"/>
                          <a:pt x="3768" y="30304"/>
                          <a:pt x="0" y="34116"/>
                        </a:cubicBezTo>
                        <a:cubicBezTo>
                          <a:pt x="1463" y="33717"/>
                          <a:pt x="2837" y="32963"/>
                          <a:pt x="4167" y="32165"/>
                        </a:cubicBezTo>
                        <a:cubicBezTo>
                          <a:pt x="10551" y="28353"/>
                          <a:pt x="16979" y="24540"/>
                          <a:pt x="23363" y="20684"/>
                        </a:cubicBezTo>
                        <a:cubicBezTo>
                          <a:pt x="23806" y="20417"/>
                          <a:pt x="24293" y="20152"/>
                          <a:pt x="24737" y="19842"/>
                        </a:cubicBezTo>
                        <a:cubicBezTo>
                          <a:pt x="24515" y="19886"/>
                          <a:pt x="24249" y="19930"/>
                          <a:pt x="24027" y="19930"/>
                        </a:cubicBezTo>
                        <a:cubicBezTo>
                          <a:pt x="19860" y="19974"/>
                          <a:pt x="16447" y="16649"/>
                          <a:pt x="16358" y="12483"/>
                        </a:cubicBezTo>
                        <a:cubicBezTo>
                          <a:pt x="16269" y="8315"/>
                          <a:pt x="19639" y="4902"/>
                          <a:pt x="23806" y="4813"/>
                        </a:cubicBezTo>
                        <a:cubicBezTo>
                          <a:pt x="27973" y="4769"/>
                          <a:pt x="31386" y="8094"/>
                          <a:pt x="31475" y="12261"/>
                        </a:cubicBezTo>
                        <a:cubicBezTo>
                          <a:pt x="31475" y="12438"/>
                          <a:pt x="31431" y="12571"/>
                          <a:pt x="31431" y="12748"/>
                        </a:cubicBezTo>
                        <a:cubicBezTo>
                          <a:pt x="31475" y="12616"/>
                          <a:pt x="31564" y="12438"/>
                          <a:pt x="31608" y="12305"/>
                        </a:cubicBezTo>
                        <a:cubicBezTo>
                          <a:pt x="32495" y="8936"/>
                          <a:pt x="30677" y="3971"/>
                          <a:pt x="27840" y="1799"/>
                        </a:cubicBezTo>
                        <a:cubicBezTo>
                          <a:pt x="23939" y="-1127"/>
                          <a:pt x="17378" y="-19"/>
                          <a:pt x="11925" y="1843"/>
                        </a:cubicBezTo>
                        <a:cubicBezTo>
                          <a:pt x="10994" y="3616"/>
                          <a:pt x="9354" y="4902"/>
                          <a:pt x="8556" y="7118"/>
                        </a:cubicBezTo>
                        <a:cubicBezTo>
                          <a:pt x="6916" y="11684"/>
                          <a:pt x="8290" y="15807"/>
                          <a:pt x="7581" y="2037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61" name="Forme libre : forme 19260">
                    <a:extLst>
                      <a:ext uri="{FF2B5EF4-FFF2-40B4-BE49-F238E27FC236}">
                        <a16:creationId xmlns:a16="http://schemas.microsoft.com/office/drawing/2014/main" id="{60DEFD3B-765C-4166-BCC7-F0B6BB35EF31}"/>
                      </a:ext>
                    </a:extLst>
                  </p:cNvPr>
                  <p:cNvSpPr/>
                  <p:nvPr/>
                </p:nvSpPr>
                <p:spPr>
                  <a:xfrm>
                    <a:off x="7208573" y="5711025"/>
                    <a:ext cx="21811" cy="32461"/>
                  </a:xfrm>
                  <a:custGeom>
                    <a:avLst/>
                    <a:gdLst>
                      <a:gd name="connsiteX0" fmla="*/ 3946 w 21811"/>
                      <a:gd name="connsiteY0" fmla="*/ 12590 h 32461"/>
                      <a:gd name="connsiteX1" fmla="*/ 133 w 21811"/>
                      <a:gd name="connsiteY1" fmla="*/ 24692 h 32461"/>
                      <a:gd name="connsiteX2" fmla="*/ 9000 w 21811"/>
                      <a:gd name="connsiteY2" fmla="*/ 32406 h 32461"/>
                      <a:gd name="connsiteX3" fmla="*/ 9886 w 21811"/>
                      <a:gd name="connsiteY3" fmla="*/ 32229 h 32461"/>
                      <a:gd name="connsiteX4" fmla="*/ 17467 w 21811"/>
                      <a:gd name="connsiteY4" fmla="*/ 18486 h 32461"/>
                      <a:gd name="connsiteX5" fmla="*/ 18442 w 21811"/>
                      <a:gd name="connsiteY5" fmla="*/ 5275 h 32461"/>
                      <a:gd name="connsiteX6" fmla="*/ 21811 w 21811"/>
                      <a:gd name="connsiteY6" fmla="*/ 0 h 32461"/>
                      <a:gd name="connsiteX7" fmla="*/ 15649 w 21811"/>
                      <a:gd name="connsiteY7" fmla="*/ 2615 h 32461"/>
                      <a:gd name="connsiteX8" fmla="*/ 3946 w 21811"/>
                      <a:gd name="connsiteY8" fmla="*/ 12590 h 32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811" h="32461">
                        <a:moveTo>
                          <a:pt x="3946" y="12590"/>
                        </a:moveTo>
                        <a:cubicBezTo>
                          <a:pt x="1375" y="16092"/>
                          <a:pt x="-532" y="20392"/>
                          <a:pt x="133" y="24692"/>
                        </a:cubicBezTo>
                        <a:cubicBezTo>
                          <a:pt x="754" y="28993"/>
                          <a:pt x="4700" y="32982"/>
                          <a:pt x="9000" y="32406"/>
                        </a:cubicBezTo>
                        <a:cubicBezTo>
                          <a:pt x="9310" y="32361"/>
                          <a:pt x="9576" y="32273"/>
                          <a:pt x="9886" y="32229"/>
                        </a:cubicBezTo>
                        <a:cubicBezTo>
                          <a:pt x="13654" y="28416"/>
                          <a:pt x="16624" y="23939"/>
                          <a:pt x="17467" y="18486"/>
                        </a:cubicBezTo>
                        <a:cubicBezTo>
                          <a:pt x="18176" y="13876"/>
                          <a:pt x="16758" y="9797"/>
                          <a:pt x="18442" y="5275"/>
                        </a:cubicBezTo>
                        <a:cubicBezTo>
                          <a:pt x="19240" y="3059"/>
                          <a:pt x="20880" y="1773"/>
                          <a:pt x="21811" y="0"/>
                        </a:cubicBezTo>
                        <a:cubicBezTo>
                          <a:pt x="19462" y="798"/>
                          <a:pt x="17290" y="1773"/>
                          <a:pt x="15649" y="2615"/>
                        </a:cubicBezTo>
                        <a:cubicBezTo>
                          <a:pt x="11083" y="4965"/>
                          <a:pt x="7005" y="8379"/>
                          <a:pt x="3946" y="1259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62" name="Forme libre : forme 19261">
                    <a:extLst>
                      <a:ext uri="{FF2B5EF4-FFF2-40B4-BE49-F238E27FC236}">
                        <a16:creationId xmlns:a16="http://schemas.microsoft.com/office/drawing/2014/main" id="{65DF539D-D989-4A47-BEAE-B0F9EE28FFE2}"/>
                      </a:ext>
                    </a:extLst>
                  </p:cNvPr>
                  <p:cNvSpPr/>
                  <p:nvPr/>
                </p:nvSpPr>
                <p:spPr>
                  <a:xfrm>
                    <a:off x="7404165" y="5732386"/>
                    <a:ext cx="19236" cy="27580"/>
                  </a:xfrm>
                  <a:custGeom>
                    <a:avLst/>
                    <a:gdLst>
                      <a:gd name="connsiteX0" fmla="*/ 2347 w 19236"/>
                      <a:gd name="connsiteY0" fmla="*/ 27581 h 27580"/>
                      <a:gd name="connsiteX1" fmla="*/ 13872 w 19236"/>
                      <a:gd name="connsiteY1" fmla="*/ 20665 h 27580"/>
                      <a:gd name="connsiteX2" fmla="*/ 19237 w 19236"/>
                      <a:gd name="connsiteY2" fmla="*/ 16808 h 27580"/>
                      <a:gd name="connsiteX3" fmla="*/ 18527 w 19236"/>
                      <a:gd name="connsiteY3" fmla="*/ 16897 h 27580"/>
                      <a:gd name="connsiteX4" fmla="*/ 10858 w 19236"/>
                      <a:gd name="connsiteY4" fmla="*/ 9449 h 27580"/>
                      <a:gd name="connsiteX5" fmla="*/ 18306 w 19236"/>
                      <a:gd name="connsiteY5" fmla="*/ 1780 h 27580"/>
                      <a:gd name="connsiteX6" fmla="*/ 6469 w 19236"/>
                      <a:gd name="connsiteY6" fmla="*/ 671 h 27580"/>
                      <a:gd name="connsiteX7" fmla="*/ 5760 w 19236"/>
                      <a:gd name="connsiteY7" fmla="*/ 2622 h 27580"/>
                      <a:gd name="connsiteX8" fmla="*/ 2347 w 19236"/>
                      <a:gd name="connsiteY8" fmla="*/ 27581 h 27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236" h="27580">
                        <a:moveTo>
                          <a:pt x="2347" y="27581"/>
                        </a:moveTo>
                        <a:cubicBezTo>
                          <a:pt x="6203" y="25275"/>
                          <a:pt x="10060" y="22970"/>
                          <a:pt x="13872" y="20665"/>
                        </a:cubicBezTo>
                        <a:cubicBezTo>
                          <a:pt x="15646" y="19601"/>
                          <a:pt x="17641" y="18359"/>
                          <a:pt x="19237" y="16808"/>
                        </a:cubicBezTo>
                        <a:cubicBezTo>
                          <a:pt x="19015" y="16852"/>
                          <a:pt x="18793" y="16897"/>
                          <a:pt x="18527" y="16897"/>
                        </a:cubicBezTo>
                        <a:cubicBezTo>
                          <a:pt x="14360" y="16941"/>
                          <a:pt x="10947" y="13616"/>
                          <a:pt x="10858" y="9449"/>
                        </a:cubicBezTo>
                        <a:cubicBezTo>
                          <a:pt x="10769" y="5282"/>
                          <a:pt x="14139" y="1868"/>
                          <a:pt x="18306" y="1780"/>
                        </a:cubicBezTo>
                        <a:cubicBezTo>
                          <a:pt x="15380" y="-437"/>
                          <a:pt x="10858" y="-304"/>
                          <a:pt x="6469" y="671"/>
                        </a:cubicBezTo>
                        <a:cubicBezTo>
                          <a:pt x="6292" y="1336"/>
                          <a:pt x="6026" y="2002"/>
                          <a:pt x="5760" y="2622"/>
                        </a:cubicBezTo>
                        <a:cubicBezTo>
                          <a:pt x="1061" y="13084"/>
                          <a:pt x="-2574" y="16010"/>
                          <a:pt x="2347" y="2758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63" name="Forme libre : forme 19262">
                    <a:extLst>
                      <a:ext uri="{FF2B5EF4-FFF2-40B4-BE49-F238E27FC236}">
                        <a16:creationId xmlns:a16="http://schemas.microsoft.com/office/drawing/2014/main" id="{4F4E545D-1FA2-45C8-9F80-C6BFF5B933C9}"/>
                      </a:ext>
                    </a:extLst>
                  </p:cNvPr>
                  <p:cNvSpPr/>
                  <p:nvPr/>
                </p:nvSpPr>
                <p:spPr>
                  <a:xfrm>
                    <a:off x="7384833" y="5733101"/>
                    <a:ext cx="25889" cy="33613"/>
                  </a:xfrm>
                  <a:custGeom>
                    <a:avLst/>
                    <a:gdLst>
                      <a:gd name="connsiteX0" fmla="*/ 3946 w 25889"/>
                      <a:gd name="connsiteY0" fmla="*/ 13742 h 33613"/>
                      <a:gd name="connsiteX1" fmla="*/ 133 w 25889"/>
                      <a:gd name="connsiteY1" fmla="*/ 25845 h 33613"/>
                      <a:gd name="connsiteX2" fmla="*/ 9000 w 25889"/>
                      <a:gd name="connsiteY2" fmla="*/ 33558 h 33613"/>
                      <a:gd name="connsiteX3" fmla="*/ 14053 w 25889"/>
                      <a:gd name="connsiteY3" fmla="*/ 31431 h 33613"/>
                      <a:gd name="connsiteX4" fmla="*/ 21723 w 25889"/>
                      <a:gd name="connsiteY4" fmla="*/ 26865 h 33613"/>
                      <a:gd name="connsiteX5" fmla="*/ 25180 w 25889"/>
                      <a:gd name="connsiteY5" fmla="*/ 1950 h 33613"/>
                      <a:gd name="connsiteX6" fmla="*/ 25890 w 25889"/>
                      <a:gd name="connsiteY6" fmla="*/ 0 h 33613"/>
                      <a:gd name="connsiteX7" fmla="*/ 15694 w 25889"/>
                      <a:gd name="connsiteY7" fmla="*/ 3768 h 33613"/>
                      <a:gd name="connsiteX8" fmla="*/ 3946 w 25889"/>
                      <a:gd name="connsiteY8" fmla="*/ 13742 h 3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889" h="33613">
                        <a:moveTo>
                          <a:pt x="3946" y="13742"/>
                        </a:moveTo>
                        <a:cubicBezTo>
                          <a:pt x="1375" y="17245"/>
                          <a:pt x="-532" y="21545"/>
                          <a:pt x="133" y="25845"/>
                        </a:cubicBezTo>
                        <a:cubicBezTo>
                          <a:pt x="754" y="30145"/>
                          <a:pt x="4699" y="34135"/>
                          <a:pt x="9000" y="33558"/>
                        </a:cubicBezTo>
                        <a:cubicBezTo>
                          <a:pt x="10817" y="33337"/>
                          <a:pt x="12457" y="32362"/>
                          <a:pt x="14053" y="31431"/>
                        </a:cubicBezTo>
                        <a:cubicBezTo>
                          <a:pt x="16624" y="29923"/>
                          <a:pt x="19151" y="28372"/>
                          <a:pt x="21723" y="26865"/>
                        </a:cubicBezTo>
                        <a:cubicBezTo>
                          <a:pt x="16802" y="15294"/>
                          <a:pt x="20437" y="12369"/>
                          <a:pt x="25180" y="1950"/>
                        </a:cubicBezTo>
                        <a:cubicBezTo>
                          <a:pt x="25491" y="1286"/>
                          <a:pt x="25713" y="621"/>
                          <a:pt x="25890" y="0"/>
                        </a:cubicBezTo>
                        <a:cubicBezTo>
                          <a:pt x="21989" y="886"/>
                          <a:pt x="18176" y="2438"/>
                          <a:pt x="15694" y="3768"/>
                        </a:cubicBezTo>
                        <a:cubicBezTo>
                          <a:pt x="11039" y="6162"/>
                          <a:pt x="7005" y="9576"/>
                          <a:pt x="3946" y="1374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64" name="Forme libre : forme 19263">
                    <a:extLst>
                      <a:ext uri="{FF2B5EF4-FFF2-40B4-BE49-F238E27FC236}">
                        <a16:creationId xmlns:a16="http://schemas.microsoft.com/office/drawing/2014/main" id="{B24982BC-B9CA-43FD-B9DE-BB1534D492E2}"/>
                      </a:ext>
                    </a:extLst>
                  </p:cNvPr>
                  <p:cNvSpPr/>
                  <p:nvPr/>
                </p:nvSpPr>
                <p:spPr>
                  <a:xfrm>
                    <a:off x="7546154" y="5819068"/>
                    <a:ext cx="21047" cy="25969"/>
                  </a:xfrm>
                  <a:custGeom>
                    <a:avLst/>
                    <a:gdLst>
                      <a:gd name="connsiteX0" fmla="*/ 0 w 21047"/>
                      <a:gd name="connsiteY0" fmla="*/ 15153 h 25969"/>
                      <a:gd name="connsiteX1" fmla="*/ 3680 w 21047"/>
                      <a:gd name="connsiteY1" fmla="*/ 25969 h 25969"/>
                      <a:gd name="connsiteX2" fmla="*/ 12590 w 21047"/>
                      <a:gd name="connsiteY2" fmla="*/ 20650 h 25969"/>
                      <a:gd name="connsiteX3" fmla="*/ 20836 w 21047"/>
                      <a:gd name="connsiteY3" fmla="*/ 12271 h 25969"/>
                      <a:gd name="connsiteX4" fmla="*/ 20791 w 21047"/>
                      <a:gd name="connsiteY4" fmla="*/ 8104 h 25969"/>
                      <a:gd name="connsiteX5" fmla="*/ 19373 w 21047"/>
                      <a:gd name="connsiteY5" fmla="*/ 8281 h 25969"/>
                      <a:gd name="connsiteX6" fmla="*/ 11703 w 21047"/>
                      <a:gd name="connsiteY6" fmla="*/ 833 h 25969"/>
                      <a:gd name="connsiteX7" fmla="*/ 11792 w 21047"/>
                      <a:gd name="connsiteY7" fmla="*/ 36 h 25969"/>
                      <a:gd name="connsiteX8" fmla="*/ 1197 w 21047"/>
                      <a:gd name="connsiteY8" fmla="*/ 1853 h 25969"/>
                      <a:gd name="connsiteX9" fmla="*/ 0 w 21047"/>
                      <a:gd name="connsiteY9" fmla="*/ 15153 h 25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047" h="25969">
                        <a:moveTo>
                          <a:pt x="0" y="15153"/>
                        </a:moveTo>
                        <a:cubicBezTo>
                          <a:pt x="0" y="20118"/>
                          <a:pt x="1419" y="23531"/>
                          <a:pt x="3680" y="25969"/>
                        </a:cubicBezTo>
                        <a:cubicBezTo>
                          <a:pt x="6650" y="24196"/>
                          <a:pt x="9620" y="22422"/>
                          <a:pt x="12590" y="20650"/>
                        </a:cubicBezTo>
                        <a:cubicBezTo>
                          <a:pt x="15871" y="18699"/>
                          <a:pt x="19816" y="16172"/>
                          <a:pt x="20836" y="12271"/>
                        </a:cubicBezTo>
                        <a:cubicBezTo>
                          <a:pt x="21146" y="11030"/>
                          <a:pt x="21102" y="9567"/>
                          <a:pt x="20791" y="8104"/>
                        </a:cubicBezTo>
                        <a:cubicBezTo>
                          <a:pt x="20348" y="8192"/>
                          <a:pt x="19860" y="8281"/>
                          <a:pt x="19373" y="8281"/>
                        </a:cubicBezTo>
                        <a:cubicBezTo>
                          <a:pt x="15205" y="8325"/>
                          <a:pt x="11792" y="5001"/>
                          <a:pt x="11703" y="833"/>
                        </a:cubicBezTo>
                        <a:cubicBezTo>
                          <a:pt x="11703" y="567"/>
                          <a:pt x="11748" y="301"/>
                          <a:pt x="11792" y="36"/>
                        </a:cubicBezTo>
                        <a:cubicBezTo>
                          <a:pt x="8423" y="-186"/>
                          <a:pt x="4610" y="656"/>
                          <a:pt x="1197" y="1853"/>
                        </a:cubicBezTo>
                        <a:cubicBezTo>
                          <a:pt x="1241" y="5444"/>
                          <a:pt x="0" y="9788"/>
                          <a:pt x="0" y="1515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65" name="Forme libre : forme 19264">
                    <a:extLst>
                      <a:ext uri="{FF2B5EF4-FFF2-40B4-BE49-F238E27FC236}">
                        <a16:creationId xmlns:a16="http://schemas.microsoft.com/office/drawing/2014/main" id="{9E4C7C4C-EA52-45F3-B356-9E5A5D0F8BC9}"/>
                      </a:ext>
                    </a:extLst>
                  </p:cNvPr>
                  <p:cNvSpPr/>
                  <p:nvPr/>
                </p:nvSpPr>
                <p:spPr>
                  <a:xfrm>
                    <a:off x="7525540" y="5820832"/>
                    <a:ext cx="24338" cy="32505"/>
                  </a:xfrm>
                  <a:custGeom>
                    <a:avLst/>
                    <a:gdLst>
                      <a:gd name="connsiteX0" fmla="*/ 3946 w 24338"/>
                      <a:gd name="connsiteY0" fmla="*/ 12634 h 32505"/>
                      <a:gd name="connsiteX1" fmla="*/ 133 w 24338"/>
                      <a:gd name="connsiteY1" fmla="*/ 24736 h 32505"/>
                      <a:gd name="connsiteX2" fmla="*/ 9000 w 24338"/>
                      <a:gd name="connsiteY2" fmla="*/ 32450 h 32505"/>
                      <a:gd name="connsiteX3" fmla="*/ 14053 w 24338"/>
                      <a:gd name="connsiteY3" fmla="*/ 30322 h 32505"/>
                      <a:gd name="connsiteX4" fmla="*/ 24338 w 24338"/>
                      <a:gd name="connsiteY4" fmla="*/ 24160 h 32505"/>
                      <a:gd name="connsiteX5" fmla="*/ 20659 w 24338"/>
                      <a:gd name="connsiteY5" fmla="*/ 13344 h 32505"/>
                      <a:gd name="connsiteX6" fmla="*/ 21856 w 24338"/>
                      <a:gd name="connsiteY6" fmla="*/ 0 h 32505"/>
                      <a:gd name="connsiteX7" fmla="*/ 15694 w 24338"/>
                      <a:gd name="connsiteY7" fmla="*/ 2615 h 32505"/>
                      <a:gd name="connsiteX8" fmla="*/ 3946 w 24338"/>
                      <a:gd name="connsiteY8" fmla="*/ 12634 h 32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338" h="32505">
                        <a:moveTo>
                          <a:pt x="3946" y="12634"/>
                        </a:moveTo>
                        <a:cubicBezTo>
                          <a:pt x="1375" y="16137"/>
                          <a:pt x="-532" y="20437"/>
                          <a:pt x="133" y="24736"/>
                        </a:cubicBezTo>
                        <a:cubicBezTo>
                          <a:pt x="754" y="29036"/>
                          <a:pt x="4700" y="33026"/>
                          <a:pt x="9000" y="32450"/>
                        </a:cubicBezTo>
                        <a:cubicBezTo>
                          <a:pt x="10817" y="32229"/>
                          <a:pt x="12458" y="31253"/>
                          <a:pt x="14053" y="30322"/>
                        </a:cubicBezTo>
                        <a:cubicBezTo>
                          <a:pt x="17467" y="28283"/>
                          <a:pt x="20925" y="26244"/>
                          <a:pt x="24338" y="24160"/>
                        </a:cubicBezTo>
                        <a:cubicBezTo>
                          <a:pt x="22033" y="21722"/>
                          <a:pt x="20659" y="18309"/>
                          <a:pt x="20659" y="13344"/>
                        </a:cubicBezTo>
                        <a:cubicBezTo>
                          <a:pt x="20659" y="7979"/>
                          <a:pt x="21900" y="3679"/>
                          <a:pt x="21856" y="0"/>
                        </a:cubicBezTo>
                        <a:cubicBezTo>
                          <a:pt x="19462" y="798"/>
                          <a:pt x="17290" y="1773"/>
                          <a:pt x="15694" y="2615"/>
                        </a:cubicBezTo>
                        <a:cubicBezTo>
                          <a:pt x="11039" y="5054"/>
                          <a:pt x="6960" y="8467"/>
                          <a:pt x="3946" y="1263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66" name="Forme libre : forme 19265">
                    <a:extLst>
                      <a:ext uri="{FF2B5EF4-FFF2-40B4-BE49-F238E27FC236}">
                        <a16:creationId xmlns:a16="http://schemas.microsoft.com/office/drawing/2014/main" id="{AF88C636-4ABD-4BE2-B03D-E665C393EB57}"/>
                      </a:ext>
                    </a:extLst>
                  </p:cNvPr>
                  <p:cNvSpPr/>
                  <p:nvPr/>
                </p:nvSpPr>
                <p:spPr>
                  <a:xfrm>
                    <a:off x="7010370" y="5776565"/>
                    <a:ext cx="19830" cy="26047"/>
                  </a:xfrm>
                  <a:custGeom>
                    <a:avLst/>
                    <a:gdLst>
                      <a:gd name="connsiteX0" fmla="*/ 15826 w 19830"/>
                      <a:gd name="connsiteY0" fmla="*/ 1798 h 26047"/>
                      <a:gd name="connsiteX1" fmla="*/ 0 w 19830"/>
                      <a:gd name="connsiteY1" fmla="*/ 1843 h 26047"/>
                      <a:gd name="connsiteX2" fmla="*/ 2172 w 19830"/>
                      <a:gd name="connsiteY2" fmla="*/ 18290 h 26047"/>
                      <a:gd name="connsiteX3" fmla="*/ 2394 w 19830"/>
                      <a:gd name="connsiteY3" fmla="*/ 26048 h 26047"/>
                      <a:gd name="connsiteX4" fmla="*/ 4921 w 19830"/>
                      <a:gd name="connsiteY4" fmla="*/ 24540 h 26047"/>
                      <a:gd name="connsiteX5" fmla="*/ 11393 w 19830"/>
                      <a:gd name="connsiteY5" fmla="*/ 20683 h 26047"/>
                      <a:gd name="connsiteX6" fmla="*/ 19639 w 19830"/>
                      <a:gd name="connsiteY6" fmla="*/ 12305 h 26047"/>
                      <a:gd name="connsiteX7" fmla="*/ 15826 w 19830"/>
                      <a:gd name="connsiteY7" fmla="*/ 1798 h 26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830" h="26047">
                        <a:moveTo>
                          <a:pt x="15826" y="1798"/>
                        </a:moveTo>
                        <a:cubicBezTo>
                          <a:pt x="11969" y="-1127"/>
                          <a:pt x="5408" y="-19"/>
                          <a:pt x="0" y="1843"/>
                        </a:cubicBezTo>
                        <a:cubicBezTo>
                          <a:pt x="2527" y="6719"/>
                          <a:pt x="2083" y="13147"/>
                          <a:pt x="2172" y="18290"/>
                        </a:cubicBezTo>
                        <a:cubicBezTo>
                          <a:pt x="2217" y="20861"/>
                          <a:pt x="2349" y="23432"/>
                          <a:pt x="2394" y="26048"/>
                        </a:cubicBezTo>
                        <a:cubicBezTo>
                          <a:pt x="3236" y="25560"/>
                          <a:pt x="4078" y="25028"/>
                          <a:pt x="4921" y="24540"/>
                        </a:cubicBezTo>
                        <a:cubicBezTo>
                          <a:pt x="6206" y="22279"/>
                          <a:pt x="8600" y="20728"/>
                          <a:pt x="11393" y="20683"/>
                        </a:cubicBezTo>
                        <a:cubicBezTo>
                          <a:pt x="14674" y="18733"/>
                          <a:pt x="18619" y="16206"/>
                          <a:pt x="19639" y="12305"/>
                        </a:cubicBezTo>
                        <a:cubicBezTo>
                          <a:pt x="20437" y="8936"/>
                          <a:pt x="18663" y="3970"/>
                          <a:pt x="15826" y="179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67" name="Forme libre : forme 19266">
                    <a:extLst>
                      <a:ext uri="{FF2B5EF4-FFF2-40B4-BE49-F238E27FC236}">
                        <a16:creationId xmlns:a16="http://schemas.microsoft.com/office/drawing/2014/main" id="{B0AFFE37-3242-470A-B611-48C378AEF6CD}"/>
                      </a:ext>
                    </a:extLst>
                  </p:cNvPr>
                  <p:cNvSpPr/>
                  <p:nvPr/>
                </p:nvSpPr>
                <p:spPr>
                  <a:xfrm>
                    <a:off x="6988514" y="5778407"/>
                    <a:ext cx="24293" cy="32506"/>
                  </a:xfrm>
                  <a:custGeom>
                    <a:avLst/>
                    <a:gdLst>
                      <a:gd name="connsiteX0" fmla="*/ 21811 w 24293"/>
                      <a:gd name="connsiteY0" fmla="*/ 0 h 32506"/>
                      <a:gd name="connsiteX1" fmla="*/ 15605 w 24293"/>
                      <a:gd name="connsiteY1" fmla="*/ 2616 h 32506"/>
                      <a:gd name="connsiteX2" fmla="*/ 3946 w 24293"/>
                      <a:gd name="connsiteY2" fmla="*/ 12634 h 32506"/>
                      <a:gd name="connsiteX3" fmla="*/ 133 w 24293"/>
                      <a:gd name="connsiteY3" fmla="*/ 24737 h 32506"/>
                      <a:gd name="connsiteX4" fmla="*/ 9000 w 24293"/>
                      <a:gd name="connsiteY4" fmla="*/ 32451 h 32506"/>
                      <a:gd name="connsiteX5" fmla="*/ 14053 w 24293"/>
                      <a:gd name="connsiteY5" fmla="*/ 30323 h 32506"/>
                      <a:gd name="connsiteX6" fmla="*/ 24294 w 24293"/>
                      <a:gd name="connsiteY6" fmla="*/ 24205 h 32506"/>
                      <a:gd name="connsiteX7" fmla="*/ 24072 w 24293"/>
                      <a:gd name="connsiteY7" fmla="*/ 16447 h 32506"/>
                      <a:gd name="connsiteX8" fmla="*/ 21811 w 24293"/>
                      <a:gd name="connsiteY8" fmla="*/ 0 h 32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293" h="32506">
                        <a:moveTo>
                          <a:pt x="21811" y="0"/>
                        </a:moveTo>
                        <a:cubicBezTo>
                          <a:pt x="19418" y="798"/>
                          <a:pt x="17201" y="1773"/>
                          <a:pt x="15605" y="2616"/>
                        </a:cubicBezTo>
                        <a:cubicBezTo>
                          <a:pt x="11039" y="5009"/>
                          <a:pt x="6961" y="8423"/>
                          <a:pt x="3946" y="12634"/>
                        </a:cubicBezTo>
                        <a:cubicBezTo>
                          <a:pt x="1375" y="16137"/>
                          <a:pt x="-531" y="20437"/>
                          <a:pt x="133" y="24737"/>
                        </a:cubicBezTo>
                        <a:cubicBezTo>
                          <a:pt x="754" y="29037"/>
                          <a:pt x="4700" y="33027"/>
                          <a:pt x="9000" y="32451"/>
                        </a:cubicBezTo>
                        <a:cubicBezTo>
                          <a:pt x="10817" y="32229"/>
                          <a:pt x="12458" y="31254"/>
                          <a:pt x="14053" y="30323"/>
                        </a:cubicBezTo>
                        <a:cubicBezTo>
                          <a:pt x="17467" y="28283"/>
                          <a:pt x="20880" y="26244"/>
                          <a:pt x="24294" y="24205"/>
                        </a:cubicBezTo>
                        <a:cubicBezTo>
                          <a:pt x="24205" y="21634"/>
                          <a:pt x="24072" y="19063"/>
                          <a:pt x="24072" y="16447"/>
                        </a:cubicBezTo>
                        <a:cubicBezTo>
                          <a:pt x="23939" y="11305"/>
                          <a:pt x="24383" y="4876"/>
                          <a:pt x="21811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68" name="Forme libre : forme 19267">
                    <a:extLst>
                      <a:ext uri="{FF2B5EF4-FFF2-40B4-BE49-F238E27FC236}">
                        <a16:creationId xmlns:a16="http://schemas.microsoft.com/office/drawing/2014/main" id="{266F38AF-0F33-4456-AF97-9D9FC8DF23A8}"/>
                      </a:ext>
                    </a:extLst>
                  </p:cNvPr>
                  <p:cNvSpPr/>
                  <p:nvPr/>
                </p:nvSpPr>
                <p:spPr>
                  <a:xfrm>
                    <a:off x="6749394" y="5739485"/>
                    <a:ext cx="41453" cy="33299"/>
                  </a:xfrm>
                  <a:custGeom>
                    <a:avLst/>
                    <a:gdLst>
                      <a:gd name="connsiteX0" fmla="*/ 0 w 41453"/>
                      <a:gd name="connsiteY0" fmla="*/ 25978 h 33299"/>
                      <a:gd name="connsiteX1" fmla="*/ 8733 w 41453"/>
                      <a:gd name="connsiteY1" fmla="*/ 33248 h 33299"/>
                      <a:gd name="connsiteX2" fmla="*/ 13787 w 41453"/>
                      <a:gd name="connsiteY2" fmla="*/ 31120 h 33299"/>
                      <a:gd name="connsiteX3" fmla="*/ 32982 w 41453"/>
                      <a:gd name="connsiteY3" fmla="*/ 19639 h 33299"/>
                      <a:gd name="connsiteX4" fmla="*/ 41228 w 41453"/>
                      <a:gd name="connsiteY4" fmla="*/ 11260 h 33299"/>
                      <a:gd name="connsiteX5" fmla="*/ 37460 w 41453"/>
                      <a:gd name="connsiteY5" fmla="*/ 754 h 33299"/>
                      <a:gd name="connsiteX6" fmla="*/ 35952 w 41453"/>
                      <a:gd name="connsiteY6" fmla="*/ 0 h 33299"/>
                      <a:gd name="connsiteX7" fmla="*/ 26244 w 41453"/>
                      <a:gd name="connsiteY7" fmla="*/ 7847 h 33299"/>
                      <a:gd name="connsiteX8" fmla="*/ 0 w 41453"/>
                      <a:gd name="connsiteY8" fmla="*/ 25978 h 33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453" h="33299">
                        <a:moveTo>
                          <a:pt x="0" y="25978"/>
                        </a:moveTo>
                        <a:cubicBezTo>
                          <a:pt x="842" y="30101"/>
                          <a:pt x="4610" y="33781"/>
                          <a:pt x="8733" y="33248"/>
                        </a:cubicBezTo>
                        <a:cubicBezTo>
                          <a:pt x="10551" y="33027"/>
                          <a:pt x="12191" y="32052"/>
                          <a:pt x="13787" y="31120"/>
                        </a:cubicBezTo>
                        <a:cubicBezTo>
                          <a:pt x="20171" y="27308"/>
                          <a:pt x="26599" y="23496"/>
                          <a:pt x="32982" y="19639"/>
                        </a:cubicBezTo>
                        <a:cubicBezTo>
                          <a:pt x="36263" y="17689"/>
                          <a:pt x="40208" y="15161"/>
                          <a:pt x="41228" y="11260"/>
                        </a:cubicBezTo>
                        <a:cubicBezTo>
                          <a:pt x="42114" y="7891"/>
                          <a:pt x="40297" y="2926"/>
                          <a:pt x="37460" y="754"/>
                        </a:cubicBezTo>
                        <a:cubicBezTo>
                          <a:pt x="37016" y="399"/>
                          <a:pt x="36484" y="222"/>
                          <a:pt x="35952" y="0"/>
                        </a:cubicBezTo>
                        <a:cubicBezTo>
                          <a:pt x="32184" y="3148"/>
                          <a:pt x="28239" y="6074"/>
                          <a:pt x="26244" y="7847"/>
                        </a:cubicBezTo>
                        <a:cubicBezTo>
                          <a:pt x="18264" y="14896"/>
                          <a:pt x="9443" y="21013"/>
                          <a:pt x="0" y="2597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69" name="Forme libre : forme 19268">
                    <a:extLst>
                      <a:ext uri="{FF2B5EF4-FFF2-40B4-BE49-F238E27FC236}">
                        <a16:creationId xmlns:a16="http://schemas.microsoft.com/office/drawing/2014/main" id="{5895D926-75AB-4CE7-B9F6-5FFBD8206324}"/>
                      </a:ext>
                    </a:extLst>
                  </p:cNvPr>
                  <p:cNvSpPr/>
                  <p:nvPr/>
                </p:nvSpPr>
                <p:spPr>
                  <a:xfrm>
                    <a:off x="6749171" y="5738497"/>
                    <a:ext cx="36218" cy="26965"/>
                  </a:xfrm>
                  <a:custGeom>
                    <a:avLst/>
                    <a:gdLst>
                      <a:gd name="connsiteX0" fmla="*/ 15605 w 36218"/>
                      <a:gd name="connsiteY0" fmla="*/ 4401 h 26965"/>
                      <a:gd name="connsiteX1" fmla="*/ 3946 w 36218"/>
                      <a:gd name="connsiteY1" fmla="*/ 14420 h 26965"/>
                      <a:gd name="connsiteX2" fmla="*/ 133 w 36218"/>
                      <a:gd name="connsiteY2" fmla="*/ 26522 h 26965"/>
                      <a:gd name="connsiteX3" fmla="*/ 267 w 36218"/>
                      <a:gd name="connsiteY3" fmla="*/ 26966 h 26965"/>
                      <a:gd name="connsiteX4" fmla="*/ 26510 w 36218"/>
                      <a:gd name="connsiteY4" fmla="*/ 8790 h 26965"/>
                      <a:gd name="connsiteX5" fmla="*/ 36219 w 36218"/>
                      <a:gd name="connsiteY5" fmla="*/ 944 h 26965"/>
                      <a:gd name="connsiteX6" fmla="*/ 15605 w 36218"/>
                      <a:gd name="connsiteY6" fmla="*/ 4401 h 26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218" h="26965">
                        <a:moveTo>
                          <a:pt x="15605" y="4401"/>
                        </a:moveTo>
                        <a:cubicBezTo>
                          <a:pt x="11039" y="6795"/>
                          <a:pt x="6960" y="10209"/>
                          <a:pt x="3946" y="14420"/>
                        </a:cubicBezTo>
                        <a:cubicBezTo>
                          <a:pt x="1375" y="17922"/>
                          <a:pt x="-532" y="22222"/>
                          <a:pt x="133" y="26522"/>
                        </a:cubicBezTo>
                        <a:cubicBezTo>
                          <a:pt x="178" y="26700"/>
                          <a:pt x="222" y="26833"/>
                          <a:pt x="267" y="26966"/>
                        </a:cubicBezTo>
                        <a:cubicBezTo>
                          <a:pt x="9709" y="22001"/>
                          <a:pt x="18531" y="15883"/>
                          <a:pt x="26510" y="8790"/>
                        </a:cubicBezTo>
                        <a:cubicBezTo>
                          <a:pt x="28505" y="7017"/>
                          <a:pt x="32451" y="4091"/>
                          <a:pt x="36219" y="944"/>
                        </a:cubicBezTo>
                        <a:cubicBezTo>
                          <a:pt x="30278" y="-1717"/>
                          <a:pt x="20526" y="1830"/>
                          <a:pt x="15605" y="440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70" name="Forme libre : forme 19269">
                    <a:extLst>
                      <a:ext uri="{FF2B5EF4-FFF2-40B4-BE49-F238E27FC236}">
                        <a16:creationId xmlns:a16="http://schemas.microsoft.com/office/drawing/2014/main" id="{914F1CFE-BC05-4AE6-9BFF-46139BB069AD}"/>
                      </a:ext>
                    </a:extLst>
                  </p:cNvPr>
                  <p:cNvSpPr/>
                  <p:nvPr/>
                </p:nvSpPr>
                <p:spPr>
                  <a:xfrm>
                    <a:off x="6875071" y="5784531"/>
                    <a:ext cx="41631" cy="29917"/>
                  </a:xfrm>
                  <a:custGeom>
                    <a:avLst/>
                    <a:gdLst>
                      <a:gd name="connsiteX0" fmla="*/ 1330 w 41631"/>
                      <a:gd name="connsiteY0" fmla="*/ 29918 h 29917"/>
                      <a:gd name="connsiteX1" fmla="*/ 22698 w 41631"/>
                      <a:gd name="connsiteY1" fmla="*/ 11343 h 29917"/>
                      <a:gd name="connsiteX2" fmla="*/ 28018 w 41631"/>
                      <a:gd name="connsiteY2" fmla="*/ 9038 h 29917"/>
                      <a:gd name="connsiteX3" fmla="*/ 30456 w 41631"/>
                      <a:gd name="connsiteY3" fmla="*/ 9437 h 29917"/>
                      <a:gd name="connsiteX4" fmla="*/ 39411 w 41631"/>
                      <a:gd name="connsiteY4" fmla="*/ 15953 h 29917"/>
                      <a:gd name="connsiteX5" fmla="*/ 41406 w 41631"/>
                      <a:gd name="connsiteY5" fmla="*/ 12318 h 29917"/>
                      <a:gd name="connsiteX6" fmla="*/ 37637 w 41631"/>
                      <a:gd name="connsiteY6" fmla="*/ 1812 h 29917"/>
                      <a:gd name="connsiteX7" fmla="*/ 15605 w 41631"/>
                      <a:gd name="connsiteY7" fmla="*/ 4472 h 29917"/>
                      <a:gd name="connsiteX8" fmla="*/ 3946 w 41631"/>
                      <a:gd name="connsiteY8" fmla="*/ 14490 h 29917"/>
                      <a:gd name="connsiteX9" fmla="*/ 133 w 41631"/>
                      <a:gd name="connsiteY9" fmla="*/ 26593 h 29917"/>
                      <a:gd name="connsiteX10" fmla="*/ 1330 w 41631"/>
                      <a:gd name="connsiteY10" fmla="*/ 29918 h 29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1631" h="29917">
                        <a:moveTo>
                          <a:pt x="1330" y="29918"/>
                        </a:moveTo>
                        <a:cubicBezTo>
                          <a:pt x="7936" y="22515"/>
                          <a:pt x="15605" y="14845"/>
                          <a:pt x="22698" y="11343"/>
                        </a:cubicBezTo>
                        <a:cubicBezTo>
                          <a:pt x="24028" y="9924"/>
                          <a:pt x="25934" y="9038"/>
                          <a:pt x="28018" y="9038"/>
                        </a:cubicBezTo>
                        <a:cubicBezTo>
                          <a:pt x="28860" y="9038"/>
                          <a:pt x="29702" y="9171"/>
                          <a:pt x="30456" y="9437"/>
                        </a:cubicBezTo>
                        <a:cubicBezTo>
                          <a:pt x="33869" y="9659"/>
                          <a:pt x="36928" y="11609"/>
                          <a:pt x="39411" y="15953"/>
                        </a:cubicBezTo>
                        <a:cubicBezTo>
                          <a:pt x="40342" y="14889"/>
                          <a:pt x="41051" y="13692"/>
                          <a:pt x="41406" y="12318"/>
                        </a:cubicBezTo>
                        <a:cubicBezTo>
                          <a:pt x="42292" y="8949"/>
                          <a:pt x="40475" y="3984"/>
                          <a:pt x="37637" y="1812"/>
                        </a:cubicBezTo>
                        <a:cubicBezTo>
                          <a:pt x="32052" y="-2399"/>
                          <a:pt x="20880" y="1679"/>
                          <a:pt x="15605" y="4472"/>
                        </a:cubicBezTo>
                        <a:cubicBezTo>
                          <a:pt x="11039" y="6866"/>
                          <a:pt x="6960" y="10279"/>
                          <a:pt x="3946" y="14490"/>
                        </a:cubicBezTo>
                        <a:cubicBezTo>
                          <a:pt x="1375" y="17993"/>
                          <a:pt x="-532" y="22293"/>
                          <a:pt x="133" y="26593"/>
                        </a:cubicBezTo>
                        <a:cubicBezTo>
                          <a:pt x="266" y="27745"/>
                          <a:pt x="710" y="28898"/>
                          <a:pt x="1330" y="2991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71" name="Forme libre : forme 19270">
                    <a:extLst>
                      <a:ext uri="{FF2B5EF4-FFF2-40B4-BE49-F238E27FC236}">
                        <a16:creationId xmlns:a16="http://schemas.microsoft.com/office/drawing/2014/main" id="{6EA82D8D-DA11-4086-B918-62A390FAFA62}"/>
                      </a:ext>
                    </a:extLst>
                  </p:cNvPr>
                  <p:cNvSpPr/>
                  <p:nvPr/>
                </p:nvSpPr>
                <p:spPr>
                  <a:xfrm>
                    <a:off x="6876402" y="5795918"/>
                    <a:ext cx="26199" cy="22969"/>
                  </a:xfrm>
                  <a:custGeom>
                    <a:avLst/>
                    <a:gdLst>
                      <a:gd name="connsiteX0" fmla="*/ 7625 w 26199"/>
                      <a:gd name="connsiteY0" fmla="*/ 22919 h 22969"/>
                      <a:gd name="connsiteX1" fmla="*/ 12679 w 26199"/>
                      <a:gd name="connsiteY1" fmla="*/ 20791 h 22969"/>
                      <a:gd name="connsiteX2" fmla="*/ 26200 w 26199"/>
                      <a:gd name="connsiteY2" fmla="*/ 12723 h 22969"/>
                      <a:gd name="connsiteX3" fmla="*/ 19240 w 26199"/>
                      <a:gd name="connsiteY3" fmla="*/ 5319 h 22969"/>
                      <a:gd name="connsiteX4" fmla="*/ 21368 w 26199"/>
                      <a:gd name="connsiteY4" fmla="*/ 0 h 22969"/>
                      <a:gd name="connsiteX5" fmla="*/ 0 w 26199"/>
                      <a:gd name="connsiteY5" fmla="*/ 18574 h 22969"/>
                      <a:gd name="connsiteX6" fmla="*/ 7625 w 26199"/>
                      <a:gd name="connsiteY6" fmla="*/ 22919 h 22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199" h="22969">
                        <a:moveTo>
                          <a:pt x="7625" y="22919"/>
                        </a:moveTo>
                        <a:cubicBezTo>
                          <a:pt x="9443" y="22697"/>
                          <a:pt x="11083" y="21722"/>
                          <a:pt x="12679" y="20791"/>
                        </a:cubicBezTo>
                        <a:cubicBezTo>
                          <a:pt x="17200" y="18087"/>
                          <a:pt x="21678" y="15427"/>
                          <a:pt x="26200" y="12723"/>
                        </a:cubicBezTo>
                        <a:cubicBezTo>
                          <a:pt x="22343" y="12412"/>
                          <a:pt x="19284" y="9265"/>
                          <a:pt x="19240" y="5319"/>
                        </a:cubicBezTo>
                        <a:cubicBezTo>
                          <a:pt x="19195" y="3236"/>
                          <a:pt x="20038" y="1374"/>
                          <a:pt x="21368" y="0"/>
                        </a:cubicBezTo>
                        <a:cubicBezTo>
                          <a:pt x="14275" y="3502"/>
                          <a:pt x="6606" y="11171"/>
                          <a:pt x="0" y="18574"/>
                        </a:cubicBezTo>
                        <a:cubicBezTo>
                          <a:pt x="1596" y="21323"/>
                          <a:pt x="4522" y="23318"/>
                          <a:pt x="7625" y="2291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72" name="Forme libre : forme 19271">
                    <a:extLst>
                      <a:ext uri="{FF2B5EF4-FFF2-40B4-BE49-F238E27FC236}">
                        <a16:creationId xmlns:a16="http://schemas.microsoft.com/office/drawing/2014/main" id="{66C772FC-9545-4DD5-B7D4-83B8907D73F6}"/>
                      </a:ext>
                    </a:extLst>
                  </p:cNvPr>
                  <p:cNvSpPr/>
                  <p:nvPr/>
                </p:nvSpPr>
                <p:spPr>
                  <a:xfrm>
                    <a:off x="6905527" y="5793968"/>
                    <a:ext cx="8910" cy="10107"/>
                  </a:xfrm>
                  <a:custGeom>
                    <a:avLst/>
                    <a:gdLst>
                      <a:gd name="connsiteX0" fmla="*/ 0 w 8910"/>
                      <a:gd name="connsiteY0" fmla="*/ 0 h 10107"/>
                      <a:gd name="connsiteX1" fmla="*/ 5187 w 8910"/>
                      <a:gd name="connsiteY1" fmla="*/ 7048 h 10107"/>
                      <a:gd name="connsiteX2" fmla="*/ 4566 w 8910"/>
                      <a:gd name="connsiteY2" fmla="*/ 10108 h 10107"/>
                      <a:gd name="connsiteX3" fmla="*/ 8911 w 8910"/>
                      <a:gd name="connsiteY3" fmla="*/ 6517 h 10107"/>
                      <a:gd name="connsiteX4" fmla="*/ 0 w 8910"/>
                      <a:gd name="connsiteY4" fmla="*/ 0 h 10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10" h="10107">
                        <a:moveTo>
                          <a:pt x="0" y="0"/>
                        </a:moveTo>
                        <a:cubicBezTo>
                          <a:pt x="2970" y="975"/>
                          <a:pt x="5143" y="3724"/>
                          <a:pt x="5187" y="7048"/>
                        </a:cubicBezTo>
                        <a:cubicBezTo>
                          <a:pt x="5187" y="8113"/>
                          <a:pt x="4965" y="9132"/>
                          <a:pt x="4566" y="10108"/>
                        </a:cubicBezTo>
                        <a:cubicBezTo>
                          <a:pt x="6118" y="9088"/>
                          <a:pt x="7714" y="7935"/>
                          <a:pt x="8911" y="6517"/>
                        </a:cubicBezTo>
                        <a:cubicBezTo>
                          <a:pt x="6472" y="2172"/>
                          <a:pt x="3414" y="22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73" name="Forme libre : forme 19272">
                    <a:extLst>
                      <a:ext uri="{FF2B5EF4-FFF2-40B4-BE49-F238E27FC236}">
                        <a16:creationId xmlns:a16="http://schemas.microsoft.com/office/drawing/2014/main" id="{2BA26BC0-2F21-4467-8490-43E3A006018B}"/>
                      </a:ext>
                    </a:extLst>
                  </p:cNvPr>
                  <p:cNvSpPr/>
                  <p:nvPr/>
                </p:nvSpPr>
                <p:spPr>
                  <a:xfrm>
                    <a:off x="6726740" y="5796895"/>
                    <a:ext cx="35686" cy="34321"/>
                  </a:xfrm>
                  <a:custGeom>
                    <a:avLst/>
                    <a:gdLst>
                      <a:gd name="connsiteX0" fmla="*/ 22521 w 35686"/>
                      <a:gd name="connsiteY0" fmla="*/ 9263 h 34321"/>
                      <a:gd name="connsiteX1" fmla="*/ 35687 w 35686"/>
                      <a:gd name="connsiteY1" fmla="*/ 752 h 34321"/>
                      <a:gd name="connsiteX2" fmla="*/ 15605 w 35686"/>
                      <a:gd name="connsiteY2" fmla="*/ 4431 h 34321"/>
                      <a:gd name="connsiteX3" fmla="*/ 3946 w 35686"/>
                      <a:gd name="connsiteY3" fmla="*/ 14450 h 34321"/>
                      <a:gd name="connsiteX4" fmla="*/ 133 w 35686"/>
                      <a:gd name="connsiteY4" fmla="*/ 26553 h 34321"/>
                      <a:gd name="connsiteX5" fmla="*/ 9000 w 35686"/>
                      <a:gd name="connsiteY5" fmla="*/ 34266 h 34321"/>
                      <a:gd name="connsiteX6" fmla="*/ 13566 w 35686"/>
                      <a:gd name="connsiteY6" fmla="*/ 32404 h 34321"/>
                      <a:gd name="connsiteX7" fmla="*/ 16891 w 35686"/>
                      <a:gd name="connsiteY7" fmla="*/ 21543 h 34321"/>
                      <a:gd name="connsiteX8" fmla="*/ 22521 w 35686"/>
                      <a:gd name="connsiteY8" fmla="*/ 9263 h 343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686" h="34321">
                        <a:moveTo>
                          <a:pt x="22521" y="9263"/>
                        </a:moveTo>
                        <a:cubicBezTo>
                          <a:pt x="25757" y="5008"/>
                          <a:pt x="30500" y="2170"/>
                          <a:pt x="35687" y="752"/>
                        </a:cubicBezTo>
                        <a:cubicBezTo>
                          <a:pt x="29747" y="-1553"/>
                          <a:pt x="20348" y="1949"/>
                          <a:pt x="15605" y="4431"/>
                        </a:cubicBezTo>
                        <a:cubicBezTo>
                          <a:pt x="11039" y="6825"/>
                          <a:pt x="6960" y="10238"/>
                          <a:pt x="3946" y="14450"/>
                        </a:cubicBezTo>
                        <a:cubicBezTo>
                          <a:pt x="1375" y="17952"/>
                          <a:pt x="-532" y="22253"/>
                          <a:pt x="133" y="26553"/>
                        </a:cubicBezTo>
                        <a:cubicBezTo>
                          <a:pt x="754" y="30852"/>
                          <a:pt x="4700" y="34842"/>
                          <a:pt x="9000" y="34266"/>
                        </a:cubicBezTo>
                        <a:cubicBezTo>
                          <a:pt x="10640" y="34044"/>
                          <a:pt x="12147" y="33247"/>
                          <a:pt x="13566" y="32404"/>
                        </a:cubicBezTo>
                        <a:cubicBezTo>
                          <a:pt x="14585" y="28725"/>
                          <a:pt x="15694" y="25090"/>
                          <a:pt x="16891" y="21543"/>
                        </a:cubicBezTo>
                        <a:cubicBezTo>
                          <a:pt x="18221" y="17243"/>
                          <a:pt x="19772" y="12899"/>
                          <a:pt x="22521" y="926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74" name="Forme libre : forme 19273">
                    <a:extLst>
                      <a:ext uri="{FF2B5EF4-FFF2-40B4-BE49-F238E27FC236}">
                        <a16:creationId xmlns:a16="http://schemas.microsoft.com/office/drawing/2014/main" id="{38CE1A83-0EC6-4D73-BD5A-5F8DAF880C42}"/>
                      </a:ext>
                    </a:extLst>
                  </p:cNvPr>
                  <p:cNvSpPr/>
                  <p:nvPr/>
                </p:nvSpPr>
                <p:spPr>
                  <a:xfrm>
                    <a:off x="6740261" y="5797691"/>
                    <a:ext cx="28110" cy="31652"/>
                  </a:xfrm>
                  <a:custGeom>
                    <a:avLst/>
                    <a:gdLst>
                      <a:gd name="connsiteX0" fmla="*/ 19639 w 28110"/>
                      <a:gd name="connsiteY0" fmla="*/ 19905 h 31652"/>
                      <a:gd name="connsiteX1" fmla="*/ 27884 w 28110"/>
                      <a:gd name="connsiteY1" fmla="*/ 11526 h 31652"/>
                      <a:gd name="connsiteX2" fmla="*/ 24116 w 28110"/>
                      <a:gd name="connsiteY2" fmla="*/ 1020 h 31652"/>
                      <a:gd name="connsiteX3" fmla="*/ 22165 w 28110"/>
                      <a:gd name="connsiteY3" fmla="*/ 0 h 31652"/>
                      <a:gd name="connsiteX4" fmla="*/ 8999 w 28110"/>
                      <a:gd name="connsiteY4" fmla="*/ 8512 h 31652"/>
                      <a:gd name="connsiteX5" fmla="*/ 3325 w 28110"/>
                      <a:gd name="connsiteY5" fmla="*/ 20792 h 31652"/>
                      <a:gd name="connsiteX6" fmla="*/ 0 w 28110"/>
                      <a:gd name="connsiteY6" fmla="*/ 31652 h 31652"/>
                      <a:gd name="connsiteX7" fmla="*/ 443 w 28110"/>
                      <a:gd name="connsiteY7" fmla="*/ 31387 h 31652"/>
                      <a:gd name="connsiteX8" fmla="*/ 19639 w 28110"/>
                      <a:gd name="connsiteY8" fmla="*/ 19905 h 31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110" h="31652">
                        <a:moveTo>
                          <a:pt x="19639" y="19905"/>
                        </a:moveTo>
                        <a:cubicBezTo>
                          <a:pt x="22919" y="17954"/>
                          <a:pt x="26865" y="15428"/>
                          <a:pt x="27884" y="11526"/>
                        </a:cubicBezTo>
                        <a:cubicBezTo>
                          <a:pt x="28771" y="8157"/>
                          <a:pt x="26953" y="3192"/>
                          <a:pt x="24116" y="1020"/>
                        </a:cubicBezTo>
                        <a:cubicBezTo>
                          <a:pt x="23540" y="576"/>
                          <a:pt x="22875" y="266"/>
                          <a:pt x="22165" y="0"/>
                        </a:cubicBezTo>
                        <a:cubicBezTo>
                          <a:pt x="16979" y="1419"/>
                          <a:pt x="12235" y="4256"/>
                          <a:pt x="8999" y="8512"/>
                        </a:cubicBezTo>
                        <a:cubicBezTo>
                          <a:pt x="6251" y="12103"/>
                          <a:pt x="4743" y="16492"/>
                          <a:pt x="3325" y="20792"/>
                        </a:cubicBezTo>
                        <a:cubicBezTo>
                          <a:pt x="2128" y="24382"/>
                          <a:pt x="1064" y="28017"/>
                          <a:pt x="0" y="31652"/>
                        </a:cubicBezTo>
                        <a:cubicBezTo>
                          <a:pt x="133" y="31564"/>
                          <a:pt x="310" y="31475"/>
                          <a:pt x="443" y="31387"/>
                        </a:cubicBezTo>
                        <a:cubicBezTo>
                          <a:pt x="6827" y="27530"/>
                          <a:pt x="13255" y="23717"/>
                          <a:pt x="19639" y="1990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75" name="Forme libre : forme 19274">
                    <a:extLst>
                      <a:ext uri="{FF2B5EF4-FFF2-40B4-BE49-F238E27FC236}">
                        <a16:creationId xmlns:a16="http://schemas.microsoft.com/office/drawing/2014/main" id="{AEE12D5D-B713-471A-88FB-EA51A1BDF39C}"/>
                      </a:ext>
                    </a:extLst>
                  </p:cNvPr>
                  <p:cNvSpPr/>
                  <p:nvPr/>
                </p:nvSpPr>
                <p:spPr>
                  <a:xfrm>
                    <a:off x="6332860" y="5753906"/>
                    <a:ext cx="36887" cy="34344"/>
                  </a:xfrm>
                  <a:custGeom>
                    <a:avLst/>
                    <a:gdLst>
                      <a:gd name="connsiteX0" fmla="*/ 0 w 36887"/>
                      <a:gd name="connsiteY0" fmla="*/ 33412 h 34344"/>
                      <a:gd name="connsiteX1" fmla="*/ 4167 w 36887"/>
                      <a:gd name="connsiteY1" fmla="*/ 34299 h 34344"/>
                      <a:gd name="connsiteX2" fmla="*/ 9221 w 36887"/>
                      <a:gd name="connsiteY2" fmla="*/ 32171 h 34344"/>
                      <a:gd name="connsiteX3" fmla="*/ 28416 w 36887"/>
                      <a:gd name="connsiteY3" fmla="*/ 20689 h 34344"/>
                      <a:gd name="connsiteX4" fmla="*/ 36662 w 36887"/>
                      <a:gd name="connsiteY4" fmla="*/ 12311 h 34344"/>
                      <a:gd name="connsiteX5" fmla="*/ 32893 w 36887"/>
                      <a:gd name="connsiteY5" fmla="*/ 1804 h 34344"/>
                      <a:gd name="connsiteX6" fmla="*/ 16269 w 36887"/>
                      <a:gd name="connsiteY6" fmla="*/ 2115 h 34344"/>
                      <a:gd name="connsiteX7" fmla="*/ 18264 w 36887"/>
                      <a:gd name="connsiteY7" fmla="*/ 5129 h 34344"/>
                      <a:gd name="connsiteX8" fmla="*/ 0 w 36887"/>
                      <a:gd name="connsiteY8" fmla="*/ 33412 h 34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6887" h="34344">
                        <a:moveTo>
                          <a:pt x="0" y="33412"/>
                        </a:moveTo>
                        <a:cubicBezTo>
                          <a:pt x="1286" y="34122"/>
                          <a:pt x="2704" y="34476"/>
                          <a:pt x="4167" y="34299"/>
                        </a:cubicBezTo>
                        <a:cubicBezTo>
                          <a:pt x="5985" y="34077"/>
                          <a:pt x="7625" y="33102"/>
                          <a:pt x="9221" y="32171"/>
                        </a:cubicBezTo>
                        <a:cubicBezTo>
                          <a:pt x="15605" y="28358"/>
                          <a:pt x="22033" y="24546"/>
                          <a:pt x="28416" y="20689"/>
                        </a:cubicBezTo>
                        <a:cubicBezTo>
                          <a:pt x="31697" y="18739"/>
                          <a:pt x="35642" y="16212"/>
                          <a:pt x="36662" y="12311"/>
                        </a:cubicBezTo>
                        <a:cubicBezTo>
                          <a:pt x="37548" y="8941"/>
                          <a:pt x="35731" y="3976"/>
                          <a:pt x="32893" y="1804"/>
                        </a:cubicBezTo>
                        <a:cubicBezTo>
                          <a:pt x="28859" y="-1254"/>
                          <a:pt x="21855" y="75"/>
                          <a:pt x="16269" y="2115"/>
                        </a:cubicBezTo>
                        <a:cubicBezTo>
                          <a:pt x="16979" y="3001"/>
                          <a:pt x="17688" y="3976"/>
                          <a:pt x="18264" y="5129"/>
                        </a:cubicBezTo>
                        <a:cubicBezTo>
                          <a:pt x="23274" y="14927"/>
                          <a:pt x="12413" y="26009"/>
                          <a:pt x="0" y="3341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76" name="Forme libre : forme 19275">
                    <a:extLst>
                      <a:ext uri="{FF2B5EF4-FFF2-40B4-BE49-F238E27FC236}">
                        <a16:creationId xmlns:a16="http://schemas.microsoft.com/office/drawing/2014/main" id="{4B4DB69E-118C-4D77-87C3-9C761F74C2FA}"/>
                      </a:ext>
                    </a:extLst>
                  </p:cNvPr>
                  <p:cNvSpPr/>
                  <p:nvPr/>
                </p:nvSpPr>
                <p:spPr>
                  <a:xfrm>
                    <a:off x="6328072" y="5756021"/>
                    <a:ext cx="24346" cy="31297"/>
                  </a:xfrm>
                  <a:custGeom>
                    <a:avLst/>
                    <a:gdLst>
                      <a:gd name="connsiteX0" fmla="*/ 3946 w 24346"/>
                      <a:gd name="connsiteY0" fmla="*/ 12368 h 31297"/>
                      <a:gd name="connsiteX1" fmla="*/ 133 w 24346"/>
                      <a:gd name="connsiteY1" fmla="*/ 24470 h 31297"/>
                      <a:gd name="connsiteX2" fmla="*/ 4833 w 24346"/>
                      <a:gd name="connsiteY2" fmla="*/ 31297 h 31297"/>
                      <a:gd name="connsiteX3" fmla="*/ 23097 w 24346"/>
                      <a:gd name="connsiteY3" fmla="*/ 3014 h 31297"/>
                      <a:gd name="connsiteX4" fmla="*/ 21102 w 24346"/>
                      <a:gd name="connsiteY4" fmla="*/ 0 h 31297"/>
                      <a:gd name="connsiteX5" fmla="*/ 15649 w 24346"/>
                      <a:gd name="connsiteY5" fmla="*/ 2349 h 31297"/>
                      <a:gd name="connsiteX6" fmla="*/ 3946 w 24346"/>
                      <a:gd name="connsiteY6" fmla="*/ 12368 h 31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346" h="31297">
                        <a:moveTo>
                          <a:pt x="3946" y="12368"/>
                        </a:moveTo>
                        <a:cubicBezTo>
                          <a:pt x="1375" y="15870"/>
                          <a:pt x="-532" y="20170"/>
                          <a:pt x="133" y="24470"/>
                        </a:cubicBezTo>
                        <a:cubicBezTo>
                          <a:pt x="532" y="27307"/>
                          <a:pt x="2394" y="29968"/>
                          <a:pt x="4833" y="31297"/>
                        </a:cubicBezTo>
                        <a:cubicBezTo>
                          <a:pt x="17245" y="23850"/>
                          <a:pt x="28106" y="12812"/>
                          <a:pt x="23097" y="3014"/>
                        </a:cubicBezTo>
                        <a:cubicBezTo>
                          <a:pt x="22521" y="1862"/>
                          <a:pt x="21811" y="842"/>
                          <a:pt x="21102" y="0"/>
                        </a:cubicBezTo>
                        <a:cubicBezTo>
                          <a:pt x="19019" y="753"/>
                          <a:pt x="17112" y="1596"/>
                          <a:pt x="15649" y="2349"/>
                        </a:cubicBezTo>
                        <a:cubicBezTo>
                          <a:pt x="11039" y="4788"/>
                          <a:pt x="6960" y="8201"/>
                          <a:pt x="3946" y="1236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77" name="Forme libre : forme 19276">
                    <a:extLst>
                      <a:ext uri="{FF2B5EF4-FFF2-40B4-BE49-F238E27FC236}">
                        <a16:creationId xmlns:a16="http://schemas.microsoft.com/office/drawing/2014/main" id="{5B141FC5-B031-4B65-82AD-ADBD7AF3E57A}"/>
                      </a:ext>
                    </a:extLst>
                  </p:cNvPr>
                  <p:cNvSpPr/>
                  <p:nvPr/>
                </p:nvSpPr>
                <p:spPr>
                  <a:xfrm>
                    <a:off x="5073284" y="5739795"/>
                    <a:ext cx="15117" cy="15119"/>
                  </a:xfrm>
                  <a:custGeom>
                    <a:avLst/>
                    <a:gdLst>
                      <a:gd name="connsiteX0" fmla="*/ 7670 w 15117"/>
                      <a:gd name="connsiteY0" fmla="*/ 15117 h 15119"/>
                      <a:gd name="connsiteX1" fmla="*/ 15117 w 15117"/>
                      <a:gd name="connsiteY1" fmla="*/ 7448 h 15119"/>
                      <a:gd name="connsiteX2" fmla="*/ 7448 w 15117"/>
                      <a:gd name="connsiteY2" fmla="*/ 0 h 15119"/>
                      <a:gd name="connsiteX3" fmla="*/ 0 w 15117"/>
                      <a:gd name="connsiteY3" fmla="*/ 7670 h 15119"/>
                      <a:gd name="connsiteX4" fmla="*/ 7670 w 15117"/>
                      <a:gd name="connsiteY4" fmla="*/ 15117 h 15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17" h="15119">
                        <a:moveTo>
                          <a:pt x="7670" y="15117"/>
                        </a:moveTo>
                        <a:cubicBezTo>
                          <a:pt x="11837" y="15073"/>
                          <a:pt x="15162" y="11615"/>
                          <a:pt x="15117" y="7448"/>
                        </a:cubicBezTo>
                        <a:cubicBezTo>
                          <a:pt x="15073" y="3281"/>
                          <a:pt x="11615" y="-44"/>
                          <a:pt x="7448" y="0"/>
                        </a:cubicBezTo>
                        <a:cubicBezTo>
                          <a:pt x="3281" y="45"/>
                          <a:pt x="-44" y="3503"/>
                          <a:pt x="0" y="7670"/>
                        </a:cubicBezTo>
                        <a:cubicBezTo>
                          <a:pt x="45" y="11837"/>
                          <a:pt x="3503" y="15206"/>
                          <a:pt x="7670" y="151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78" name="Forme libre : forme 19277">
                    <a:extLst>
                      <a:ext uri="{FF2B5EF4-FFF2-40B4-BE49-F238E27FC236}">
                        <a16:creationId xmlns:a16="http://schemas.microsoft.com/office/drawing/2014/main" id="{B0080603-158F-4D8C-B0F4-796A03CDF617}"/>
                      </a:ext>
                    </a:extLst>
                  </p:cNvPr>
                  <p:cNvSpPr/>
                  <p:nvPr/>
                </p:nvSpPr>
                <p:spPr>
                  <a:xfrm>
                    <a:off x="5098243" y="5757085"/>
                    <a:ext cx="4699" cy="7580"/>
                  </a:xfrm>
                  <a:custGeom>
                    <a:avLst/>
                    <a:gdLst>
                      <a:gd name="connsiteX0" fmla="*/ 887 w 4699"/>
                      <a:gd name="connsiteY0" fmla="*/ 7580 h 7580"/>
                      <a:gd name="connsiteX1" fmla="*/ 4699 w 4699"/>
                      <a:gd name="connsiteY1" fmla="*/ 3679 h 7580"/>
                      <a:gd name="connsiteX2" fmla="*/ 1463 w 4699"/>
                      <a:gd name="connsiteY2" fmla="*/ 0 h 7580"/>
                      <a:gd name="connsiteX3" fmla="*/ 0 w 4699"/>
                      <a:gd name="connsiteY3" fmla="*/ 7447 h 7580"/>
                      <a:gd name="connsiteX4" fmla="*/ 887 w 4699"/>
                      <a:gd name="connsiteY4" fmla="*/ 7580 h 7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9" h="7580">
                        <a:moveTo>
                          <a:pt x="887" y="7580"/>
                        </a:moveTo>
                        <a:cubicBezTo>
                          <a:pt x="3014" y="7536"/>
                          <a:pt x="4743" y="5807"/>
                          <a:pt x="4699" y="3679"/>
                        </a:cubicBezTo>
                        <a:cubicBezTo>
                          <a:pt x="4655" y="1773"/>
                          <a:pt x="3281" y="310"/>
                          <a:pt x="1463" y="0"/>
                        </a:cubicBezTo>
                        <a:cubicBezTo>
                          <a:pt x="1064" y="2704"/>
                          <a:pt x="532" y="5231"/>
                          <a:pt x="0" y="7447"/>
                        </a:cubicBezTo>
                        <a:cubicBezTo>
                          <a:pt x="310" y="7447"/>
                          <a:pt x="576" y="7580"/>
                          <a:pt x="887" y="758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79" name="Forme libre : forme 19278">
                    <a:extLst>
                      <a:ext uri="{FF2B5EF4-FFF2-40B4-BE49-F238E27FC236}">
                        <a16:creationId xmlns:a16="http://schemas.microsoft.com/office/drawing/2014/main" id="{C962D549-3462-421B-AFD2-E649FC7277B6}"/>
                      </a:ext>
                    </a:extLst>
                  </p:cNvPr>
                  <p:cNvSpPr/>
                  <p:nvPr/>
                </p:nvSpPr>
                <p:spPr>
                  <a:xfrm>
                    <a:off x="5095227" y="5756863"/>
                    <a:ext cx="4522" cy="7580"/>
                  </a:xfrm>
                  <a:custGeom>
                    <a:avLst/>
                    <a:gdLst>
                      <a:gd name="connsiteX0" fmla="*/ 1 w 4522"/>
                      <a:gd name="connsiteY0" fmla="*/ 3946 h 7580"/>
                      <a:gd name="connsiteX1" fmla="*/ 3060 w 4522"/>
                      <a:gd name="connsiteY1" fmla="*/ 7580 h 7580"/>
                      <a:gd name="connsiteX2" fmla="*/ 4523 w 4522"/>
                      <a:gd name="connsiteY2" fmla="*/ 133 h 7580"/>
                      <a:gd name="connsiteX3" fmla="*/ 3813 w 4522"/>
                      <a:gd name="connsiteY3" fmla="*/ 0 h 7580"/>
                      <a:gd name="connsiteX4" fmla="*/ 1 w 4522"/>
                      <a:gd name="connsiteY4" fmla="*/ 3946 h 7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2" h="7580">
                        <a:moveTo>
                          <a:pt x="1" y="3946"/>
                        </a:moveTo>
                        <a:cubicBezTo>
                          <a:pt x="45" y="5763"/>
                          <a:pt x="1331" y="7226"/>
                          <a:pt x="3060" y="7580"/>
                        </a:cubicBezTo>
                        <a:cubicBezTo>
                          <a:pt x="3636" y="5364"/>
                          <a:pt x="4124" y="2837"/>
                          <a:pt x="4523" y="133"/>
                        </a:cubicBezTo>
                        <a:cubicBezTo>
                          <a:pt x="4301" y="89"/>
                          <a:pt x="4079" y="0"/>
                          <a:pt x="3813" y="0"/>
                        </a:cubicBezTo>
                        <a:cubicBezTo>
                          <a:pt x="1685" y="89"/>
                          <a:pt x="-44" y="1818"/>
                          <a:pt x="1" y="39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80" name="Forme libre : forme 19279">
                    <a:extLst>
                      <a:ext uri="{FF2B5EF4-FFF2-40B4-BE49-F238E27FC236}">
                        <a16:creationId xmlns:a16="http://schemas.microsoft.com/office/drawing/2014/main" id="{5DA5E75D-A6A6-43D7-8FAC-ECEADE7891FD}"/>
                      </a:ext>
                    </a:extLst>
                  </p:cNvPr>
                  <p:cNvSpPr/>
                  <p:nvPr/>
                </p:nvSpPr>
                <p:spPr>
                  <a:xfrm>
                    <a:off x="5187259" y="5736426"/>
                    <a:ext cx="10685" cy="15117"/>
                  </a:xfrm>
                  <a:custGeom>
                    <a:avLst/>
                    <a:gdLst>
                      <a:gd name="connsiteX0" fmla="*/ 10684 w 10685"/>
                      <a:gd name="connsiteY0" fmla="*/ 7448 h 15117"/>
                      <a:gd name="connsiteX1" fmla="*/ 3014 w 10685"/>
                      <a:gd name="connsiteY1" fmla="*/ 0 h 15117"/>
                      <a:gd name="connsiteX2" fmla="*/ 488 w 10685"/>
                      <a:gd name="connsiteY2" fmla="*/ 488 h 15117"/>
                      <a:gd name="connsiteX3" fmla="*/ 621 w 10685"/>
                      <a:gd name="connsiteY3" fmla="*/ 6783 h 15117"/>
                      <a:gd name="connsiteX4" fmla="*/ 0 w 10685"/>
                      <a:gd name="connsiteY4" fmla="*/ 14408 h 15117"/>
                      <a:gd name="connsiteX5" fmla="*/ 3236 w 10685"/>
                      <a:gd name="connsiteY5" fmla="*/ 15117 h 15117"/>
                      <a:gd name="connsiteX6" fmla="*/ 10684 w 10685"/>
                      <a:gd name="connsiteY6" fmla="*/ 7448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685" h="15117">
                        <a:moveTo>
                          <a:pt x="10684" y="7448"/>
                        </a:moveTo>
                        <a:cubicBezTo>
                          <a:pt x="10639" y="3281"/>
                          <a:pt x="7182" y="-44"/>
                          <a:pt x="3014" y="0"/>
                        </a:cubicBezTo>
                        <a:cubicBezTo>
                          <a:pt x="2128" y="0"/>
                          <a:pt x="1286" y="222"/>
                          <a:pt x="488" y="488"/>
                        </a:cubicBezTo>
                        <a:cubicBezTo>
                          <a:pt x="709" y="2527"/>
                          <a:pt x="709" y="4655"/>
                          <a:pt x="621" y="6783"/>
                        </a:cubicBezTo>
                        <a:cubicBezTo>
                          <a:pt x="532" y="9399"/>
                          <a:pt x="266" y="11925"/>
                          <a:pt x="0" y="14408"/>
                        </a:cubicBezTo>
                        <a:cubicBezTo>
                          <a:pt x="975" y="14851"/>
                          <a:pt x="2084" y="15117"/>
                          <a:pt x="3236" y="15117"/>
                        </a:cubicBezTo>
                        <a:cubicBezTo>
                          <a:pt x="7403" y="15073"/>
                          <a:pt x="10772" y="11615"/>
                          <a:pt x="10684" y="74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81" name="Forme libre : forme 19280">
                    <a:extLst>
                      <a:ext uri="{FF2B5EF4-FFF2-40B4-BE49-F238E27FC236}">
                        <a16:creationId xmlns:a16="http://schemas.microsoft.com/office/drawing/2014/main" id="{384F2FEA-728B-45C0-9114-7B703CD5B6D2}"/>
                      </a:ext>
                    </a:extLst>
                  </p:cNvPr>
                  <p:cNvSpPr/>
                  <p:nvPr/>
                </p:nvSpPr>
                <p:spPr>
                  <a:xfrm>
                    <a:off x="5182825" y="5736914"/>
                    <a:ext cx="5109" cy="13875"/>
                  </a:xfrm>
                  <a:custGeom>
                    <a:avLst/>
                    <a:gdLst>
                      <a:gd name="connsiteX0" fmla="*/ 4921 w 5109"/>
                      <a:gd name="connsiteY0" fmla="*/ 0 h 13875"/>
                      <a:gd name="connsiteX1" fmla="*/ 1 w 5109"/>
                      <a:gd name="connsiteY1" fmla="*/ 7137 h 13875"/>
                      <a:gd name="connsiteX2" fmla="*/ 4434 w 5109"/>
                      <a:gd name="connsiteY2" fmla="*/ 13876 h 13875"/>
                      <a:gd name="connsiteX3" fmla="*/ 5054 w 5109"/>
                      <a:gd name="connsiteY3" fmla="*/ 6251 h 13875"/>
                      <a:gd name="connsiteX4" fmla="*/ 4921 w 5109"/>
                      <a:gd name="connsiteY4" fmla="*/ 0 h 13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09" h="13875">
                        <a:moveTo>
                          <a:pt x="4921" y="0"/>
                        </a:moveTo>
                        <a:cubicBezTo>
                          <a:pt x="2040" y="1108"/>
                          <a:pt x="-44" y="3857"/>
                          <a:pt x="1" y="7137"/>
                        </a:cubicBezTo>
                        <a:cubicBezTo>
                          <a:pt x="45" y="10152"/>
                          <a:pt x="1863" y="12723"/>
                          <a:pt x="4434" y="13876"/>
                        </a:cubicBezTo>
                        <a:cubicBezTo>
                          <a:pt x="4744" y="11393"/>
                          <a:pt x="4966" y="8866"/>
                          <a:pt x="5054" y="6251"/>
                        </a:cubicBezTo>
                        <a:cubicBezTo>
                          <a:pt x="5143" y="4212"/>
                          <a:pt x="5143" y="2083"/>
                          <a:pt x="492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82" name="Forme libre : forme 19281">
                    <a:extLst>
                      <a:ext uri="{FF2B5EF4-FFF2-40B4-BE49-F238E27FC236}">
                        <a16:creationId xmlns:a16="http://schemas.microsoft.com/office/drawing/2014/main" id="{AF57B2B6-699D-4F16-B7CA-AAA59EC3232C}"/>
                      </a:ext>
                    </a:extLst>
                  </p:cNvPr>
                  <p:cNvSpPr/>
                  <p:nvPr/>
                </p:nvSpPr>
                <p:spPr>
                  <a:xfrm>
                    <a:off x="5204770" y="5753538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83" name="Forme libre : forme 19282">
                    <a:extLst>
                      <a:ext uri="{FF2B5EF4-FFF2-40B4-BE49-F238E27FC236}">
                        <a16:creationId xmlns:a16="http://schemas.microsoft.com/office/drawing/2014/main" id="{6CE5CDB7-AACA-4EC6-AF7F-926D253AFB96}"/>
                      </a:ext>
                    </a:extLst>
                  </p:cNvPr>
                  <p:cNvSpPr/>
                  <p:nvPr/>
                </p:nvSpPr>
                <p:spPr>
                  <a:xfrm>
                    <a:off x="4910590" y="5859932"/>
                    <a:ext cx="1244" cy="7048"/>
                  </a:xfrm>
                  <a:custGeom>
                    <a:avLst/>
                    <a:gdLst>
                      <a:gd name="connsiteX0" fmla="*/ 1241 w 1244"/>
                      <a:gd name="connsiteY0" fmla="*/ 2748 h 7048"/>
                      <a:gd name="connsiteX1" fmla="*/ 665 w 1244"/>
                      <a:gd name="connsiteY1" fmla="*/ 0 h 7048"/>
                      <a:gd name="connsiteX2" fmla="*/ 0 w 1244"/>
                      <a:gd name="connsiteY2" fmla="*/ 7048 h 7048"/>
                      <a:gd name="connsiteX3" fmla="*/ 1241 w 1244"/>
                      <a:gd name="connsiteY3" fmla="*/ 2748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44" h="7048">
                        <a:moveTo>
                          <a:pt x="1241" y="2748"/>
                        </a:moveTo>
                        <a:cubicBezTo>
                          <a:pt x="1241" y="1773"/>
                          <a:pt x="1020" y="843"/>
                          <a:pt x="665" y="0"/>
                        </a:cubicBezTo>
                        <a:cubicBezTo>
                          <a:pt x="399" y="2350"/>
                          <a:pt x="222" y="4699"/>
                          <a:pt x="0" y="7048"/>
                        </a:cubicBezTo>
                        <a:cubicBezTo>
                          <a:pt x="798" y="5808"/>
                          <a:pt x="1286" y="4300"/>
                          <a:pt x="1241" y="27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84" name="Forme libre : forme 19283">
                    <a:extLst>
                      <a:ext uri="{FF2B5EF4-FFF2-40B4-BE49-F238E27FC236}">
                        <a16:creationId xmlns:a16="http://schemas.microsoft.com/office/drawing/2014/main" id="{00F48D9F-48C5-4D02-B71B-EE17AF01A892}"/>
                      </a:ext>
                    </a:extLst>
                  </p:cNvPr>
                  <p:cNvSpPr/>
                  <p:nvPr/>
                </p:nvSpPr>
                <p:spPr>
                  <a:xfrm>
                    <a:off x="4896714" y="5855233"/>
                    <a:ext cx="14540" cy="15117"/>
                  </a:xfrm>
                  <a:custGeom>
                    <a:avLst/>
                    <a:gdLst>
                      <a:gd name="connsiteX0" fmla="*/ 7448 w 14540"/>
                      <a:gd name="connsiteY0" fmla="*/ 1 h 15117"/>
                      <a:gd name="connsiteX1" fmla="*/ 0 w 14540"/>
                      <a:gd name="connsiteY1" fmla="*/ 7670 h 15117"/>
                      <a:gd name="connsiteX2" fmla="*/ 7670 w 14540"/>
                      <a:gd name="connsiteY2" fmla="*/ 15117 h 15117"/>
                      <a:gd name="connsiteX3" fmla="*/ 13876 w 14540"/>
                      <a:gd name="connsiteY3" fmla="*/ 11748 h 15117"/>
                      <a:gd name="connsiteX4" fmla="*/ 14541 w 14540"/>
                      <a:gd name="connsiteY4" fmla="*/ 4700 h 15117"/>
                      <a:gd name="connsiteX5" fmla="*/ 7448 w 14540"/>
                      <a:gd name="connsiteY5" fmla="*/ 1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540" h="15117">
                        <a:moveTo>
                          <a:pt x="7448" y="1"/>
                        </a:moveTo>
                        <a:cubicBezTo>
                          <a:pt x="3281" y="45"/>
                          <a:pt x="-44" y="3503"/>
                          <a:pt x="0" y="7670"/>
                        </a:cubicBezTo>
                        <a:cubicBezTo>
                          <a:pt x="45" y="11837"/>
                          <a:pt x="3503" y="15162"/>
                          <a:pt x="7670" y="15117"/>
                        </a:cubicBezTo>
                        <a:cubicBezTo>
                          <a:pt x="10285" y="15073"/>
                          <a:pt x="12546" y="13743"/>
                          <a:pt x="13876" y="11748"/>
                        </a:cubicBezTo>
                        <a:cubicBezTo>
                          <a:pt x="14098" y="9399"/>
                          <a:pt x="14275" y="7049"/>
                          <a:pt x="14541" y="4700"/>
                        </a:cubicBezTo>
                        <a:cubicBezTo>
                          <a:pt x="13388" y="1907"/>
                          <a:pt x="10640" y="-44"/>
                          <a:pt x="744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85" name="Forme libre : forme 19284">
                    <a:extLst>
                      <a:ext uri="{FF2B5EF4-FFF2-40B4-BE49-F238E27FC236}">
                        <a16:creationId xmlns:a16="http://schemas.microsoft.com/office/drawing/2014/main" id="{B6EC9131-04FC-41FF-89EE-BA4406B83654}"/>
                      </a:ext>
                    </a:extLst>
                  </p:cNvPr>
                  <p:cNvSpPr/>
                  <p:nvPr/>
                </p:nvSpPr>
                <p:spPr>
                  <a:xfrm>
                    <a:off x="4918657" y="5872344"/>
                    <a:ext cx="7715" cy="7714"/>
                  </a:xfrm>
                  <a:custGeom>
                    <a:avLst/>
                    <a:gdLst>
                      <a:gd name="connsiteX0" fmla="*/ 3902 w 7715"/>
                      <a:gd name="connsiteY0" fmla="*/ 7714 h 7714"/>
                      <a:gd name="connsiteX1" fmla="*/ 7714 w 7715"/>
                      <a:gd name="connsiteY1" fmla="*/ 3813 h 7714"/>
                      <a:gd name="connsiteX2" fmla="*/ 3813 w 7715"/>
                      <a:gd name="connsiteY2" fmla="*/ 1 h 7714"/>
                      <a:gd name="connsiteX3" fmla="*/ 1 w 7715"/>
                      <a:gd name="connsiteY3" fmla="*/ 3902 h 7714"/>
                      <a:gd name="connsiteX4" fmla="*/ 3902 w 7715"/>
                      <a:gd name="connsiteY4" fmla="*/ 7714 h 7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4">
                        <a:moveTo>
                          <a:pt x="3902" y="7714"/>
                        </a:moveTo>
                        <a:cubicBezTo>
                          <a:pt x="6030" y="7670"/>
                          <a:pt x="7759" y="5941"/>
                          <a:pt x="7714" y="3813"/>
                        </a:cubicBezTo>
                        <a:cubicBezTo>
                          <a:pt x="7670" y="1685"/>
                          <a:pt x="5941" y="-44"/>
                          <a:pt x="3813" y="1"/>
                        </a:cubicBezTo>
                        <a:cubicBezTo>
                          <a:pt x="1685" y="45"/>
                          <a:pt x="-43" y="1774"/>
                          <a:pt x="1" y="3902"/>
                        </a:cubicBezTo>
                        <a:cubicBezTo>
                          <a:pt x="1" y="6030"/>
                          <a:pt x="1774" y="7714"/>
                          <a:pt x="3902" y="77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86" name="Forme libre : forme 19285">
                    <a:extLst>
                      <a:ext uri="{FF2B5EF4-FFF2-40B4-BE49-F238E27FC236}">
                        <a16:creationId xmlns:a16="http://schemas.microsoft.com/office/drawing/2014/main" id="{7CF45496-8511-42C6-862A-9D9452C71E70}"/>
                      </a:ext>
                    </a:extLst>
                  </p:cNvPr>
                  <p:cNvSpPr/>
                  <p:nvPr/>
                </p:nvSpPr>
                <p:spPr>
                  <a:xfrm>
                    <a:off x="5016319" y="5833023"/>
                    <a:ext cx="15117" cy="15117"/>
                  </a:xfrm>
                  <a:custGeom>
                    <a:avLst/>
                    <a:gdLst>
                      <a:gd name="connsiteX0" fmla="*/ 7670 w 15117"/>
                      <a:gd name="connsiteY0" fmla="*/ 15117 h 15117"/>
                      <a:gd name="connsiteX1" fmla="*/ 15117 w 15117"/>
                      <a:gd name="connsiteY1" fmla="*/ 7448 h 15117"/>
                      <a:gd name="connsiteX2" fmla="*/ 7448 w 15117"/>
                      <a:gd name="connsiteY2" fmla="*/ 0 h 15117"/>
                      <a:gd name="connsiteX3" fmla="*/ 0 w 15117"/>
                      <a:gd name="connsiteY3" fmla="*/ 7670 h 15117"/>
                      <a:gd name="connsiteX4" fmla="*/ 7670 w 15117"/>
                      <a:gd name="connsiteY4" fmla="*/ 15117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17" h="15117">
                        <a:moveTo>
                          <a:pt x="7670" y="15117"/>
                        </a:moveTo>
                        <a:cubicBezTo>
                          <a:pt x="11837" y="15073"/>
                          <a:pt x="15162" y="11615"/>
                          <a:pt x="15117" y="7448"/>
                        </a:cubicBezTo>
                        <a:cubicBezTo>
                          <a:pt x="15073" y="3281"/>
                          <a:pt x="11615" y="-44"/>
                          <a:pt x="7448" y="0"/>
                        </a:cubicBezTo>
                        <a:cubicBezTo>
                          <a:pt x="3281" y="45"/>
                          <a:pt x="-44" y="3502"/>
                          <a:pt x="0" y="7670"/>
                        </a:cubicBezTo>
                        <a:cubicBezTo>
                          <a:pt x="45" y="11836"/>
                          <a:pt x="3503" y="15161"/>
                          <a:pt x="7670" y="151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87" name="Forme libre : forme 19286">
                    <a:extLst>
                      <a:ext uri="{FF2B5EF4-FFF2-40B4-BE49-F238E27FC236}">
                        <a16:creationId xmlns:a16="http://schemas.microsoft.com/office/drawing/2014/main" id="{3ADB270B-A30B-4392-AABA-FA5E4447815D}"/>
                      </a:ext>
                    </a:extLst>
                  </p:cNvPr>
                  <p:cNvSpPr/>
                  <p:nvPr/>
                </p:nvSpPr>
                <p:spPr>
                  <a:xfrm>
                    <a:off x="5038262" y="5850134"/>
                    <a:ext cx="7715" cy="7714"/>
                  </a:xfrm>
                  <a:custGeom>
                    <a:avLst/>
                    <a:gdLst>
                      <a:gd name="connsiteX0" fmla="*/ 3902 w 7715"/>
                      <a:gd name="connsiteY0" fmla="*/ 7714 h 7714"/>
                      <a:gd name="connsiteX1" fmla="*/ 7715 w 7715"/>
                      <a:gd name="connsiteY1" fmla="*/ 3813 h 7714"/>
                      <a:gd name="connsiteX2" fmla="*/ 3813 w 7715"/>
                      <a:gd name="connsiteY2" fmla="*/ 1 h 7714"/>
                      <a:gd name="connsiteX3" fmla="*/ 1 w 7715"/>
                      <a:gd name="connsiteY3" fmla="*/ 3902 h 7714"/>
                      <a:gd name="connsiteX4" fmla="*/ 3902 w 7715"/>
                      <a:gd name="connsiteY4" fmla="*/ 7714 h 7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4">
                        <a:moveTo>
                          <a:pt x="3902" y="7714"/>
                        </a:moveTo>
                        <a:cubicBezTo>
                          <a:pt x="6030" y="7670"/>
                          <a:pt x="7759" y="5941"/>
                          <a:pt x="7715" y="3813"/>
                        </a:cubicBezTo>
                        <a:cubicBezTo>
                          <a:pt x="7670" y="1685"/>
                          <a:pt x="5941" y="-44"/>
                          <a:pt x="3813" y="1"/>
                        </a:cubicBezTo>
                        <a:cubicBezTo>
                          <a:pt x="1685" y="45"/>
                          <a:pt x="-43" y="1774"/>
                          <a:pt x="1" y="3902"/>
                        </a:cubicBezTo>
                        <a:cubicBezTo>
                          <a:pt x="45" y="6030"/>
                          <a:pt x="1774" y="7714"/>
                          <a:pt x="3902" y="77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88" name="Forme libre : forme 19287">
                    <a:extLst>
                      <a:ext uri="{FF2B5EF4-FFF2-40B4-BE49-F238E27FC236}">
                        <a16:creationId xmlns:a16="http://schemas.microsoft.com/office/drawing/2014/main" id="{5A79C870-FC60-4955-AFFF-EF34629F93D5}"/>
                      </a:ext>
                    </a:extLst>
                  </p:cNvPr>
                  <p:cNvSpPr/>
                  <p:nvPr/>
                </p:nvSpPr>
                <p:spPr>
                  <a:xfrm>
                    <a:off x="5270291" y="5748174"/>
                    <a:ext cx="10684" cy="14452"/>
                  </a:xfrm>
                  <a:custGeom>
                    <a:avLst/>
                    <a:gdLst>
                      <a:gd name="connsiteX0" fmla="*/ 6206 w 10684"/>
                      <a:gd name="connsiteY0" fmla="*/ 14452 h 14452"/>
                      <a:gd name="connsiteX1" fmla="*/ 10684 w 10684"/>
                      <a:gd name="connsiteY1" fmla="*/ 7448 h 14452"/>
                      <a:gd name="connsiteX2" fmla="*/ 3015 w 10684"/>
                      <a:gd name="connsiteY2" fmla="*/ 0 h 14452"/>
                      <a:gd name="connsiteX3" fmla="*/ 0 w 10684"/>
                      <a:gd name="connsiteY3" fmla="*/ 666 h 14452"/>
                      <a:gd name="connsiteX4" fmla="*/ 4256 w 10684"/>
                      <a:gd name="connsiteY4" fmla="*/ 8778 h 14452"/>
                      <a:gd name="connsiteX5" fmla="*/ 6206 w 10684"/>
                      <a:gd name="connsiteY5" fmla="*/ 14452 h 14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84" h="14452">
                        <a:moveTo>
                          <a:pt x="6206" y="14452"/>
                        </a:moveTo>
                        <a:cubicBezTo>
                          <a:pt x="8866" y="13255"/>
                          <a:pt x="10728" y="10551"/>
                          <a:pt x="10684" y="7448"/>
                        </a:cubicBezTo>
                        <a:cubicBezTo>
                          <a:pt x="10640" y="3281"/>
                          <a:pt x="7182" y="-44"/>
                          <a:pt x="3015" y="0"/>
                        </a:cubicBezTo>
                        <a:cubicBezTo>
                          <a:pt x="1951" y="0"/>
                          <a:pt x="931" y="266"/>
                          <a:pt x="0" y="666"/>
                        </a:cubicBezTo>
                        <a:cubicBezTo>
                          <a:pt x="1685" y="2527"/>
                          <a:pt x="3148" y="5143"/>
                          <a:pt x="4256" y="8778"/>
                        </a:cubicBezTo>
                        <a:cubicBezTo>
                          <a:pt x="4788" y="10507"/>
                          <a:pt x="5497" y="12413"/>
                          <a:pt x="6206" y="144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89" name="Forme libre : forme 19288">
                    <a:extLst>
                      <a:ext uri="{FF2B5EF4-FFF2-40B4-BE49-F238E27FC236}">
                        <a16:creationId xmlns:a16="http://schemas.microsoft.com/office/drawing/2014/main" id="{57E865BA-FD47-43E9-B446-9E58A346C320}"/>
                      </a:ext>
                    </a:extLst>
                  </p:cNvPr>
                  <p:cNvSpPr/>
                  <p:nvPr/>
                </p:nvSpPr>
                <p:spPr>
                  <a:xfrm>
                    <a:off x="5265857" y="5748839"/>
                    <a:ext cx="10640" cy="14452"/>
                  </a:xfrm>
                  <a:custGeom>
                    <a:avLst/>
                    <a:gdLst>
                      <a:gd name="connsiteX0" fmla="*/ 1 w 10640"/>
                      <a:gd name="connsiteY0" fmla="*/ 7004 h 14452"/>
                      <a:gd name="connsiteX1" fmla="*/ 7670 w 10640"/>
                      <a:gd name="connsiteY1" fmla="*/ 14452 h 14452"/>
                      <a:gd name="connsiteX2" fmla="*/ 10640 w 10640"/>
                      <a:gd name="connsiteY2" fmla="*/ 13787 h 14452"/>
                      <a:gd name="connsiteX3" fmla="*/ 8690 w 10640"/>
                      <a:gd name="connsiteY3" fmla="*/ 8112 h 14452"/>
                      <a:gd name="connsiteX4" fmla="*/ 4434 w 10640"/>
                      <a:gd name="connsiteY4" fmla="*/ 0 h 14452"/>
                      <a:gd name="connsiteX5" fmla="*/ 1 w 10640"/>
                      <a:gd name="connsiteY5" fmla="*/ 7004 h 14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40" h="14452">
                        <a:moveTo>
                          <a:pt x="1" y="7004"/>
                        </a:moveTo>
                        <a:cubicBezTo>
                          <a:pt x="45" y="11171"/>
                          <a:pt x="3503" y="14496"/>
                          <a:pt x="7670" y="14452"/>
                        </a:cubicBezTo>
                        <a:cubicBezTo>
                          <a:pt x="8734" y="14452"/>
                          <a:pt x="9754" y="14186"/>
                          <a:pt x="10640" y="13787"/>
                        </a:cubicBezTo>
                        <a:cubicBezTo>
                          <a:pt x="9887" y="11747"/>
                          <a:pt x="9222" y="9797"/>
                          <a:pt x="8690" y="8112"/>
                        </a:cubicBezTo>
                        <a:cubicBezTo>
                          <a:pt x="7626" y="4477"/>
                          <a:pt x="6118" y="1862"/>
                          <a:pt x="4434" y="0"/>
                        </a:cubicBezTo>
                        <a:cubicBezTo>
                          <a:pt x="1818" y="1241"/>
                          <a:pt x="-43" y="3901"/>
                          <a:pt x="1" y="70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90" name="Forme libre : forme 19289">
                    <a:extLst>
                      <a:ext uri="{FF2B5EF4-FFF2-40B4-BE49-F238E27FC236}">
                        <a16:creationId xmlns:a16="http://schemas.microsoft.com/office/drawing/2014/main" id="{CF116633-73D6-4180-9C62-1B7E01676035}"/>
                      </a:ext>
                    </a:extLst>
                  </p:cNvPr>
                  <p:cNvSpPr/>
                  <p:nvPr/>
                </p:nvSpPr>
                <p:spPr>
                  <a:xfrm>
                    <a:off x="5287801" y="5765285"/>
                    <a:ext cx="7715" cy="7715"/>
                  </a:xfrm>
                  <a:custGeom>
                    <a:avLst/>
                    <a:gdLst>
                      <a:gd name="connsiteX0" fmla="*/ 3813 w 7715"/>
                      <a:gd name="connsiteY0" fmla="*/ 1 h 7715"/>
                      <a:gd name="connsiteX1" fmla="*/ 1 w 7715"/>
                      <a:gd name="connsiteY1" fmla="*/ 3902 h 7715"/>
                      <a:gd name="connsiteX2" fmla="*/ 3902 w 7715"/>
                      <a:gd name="connsiteY2" fmla="*/ 7714 h 7715"/>
                      <a:gd name="connsiteX3" fmla="*/ 7714 w 7715"/>
                      <a:gd name="connsiteY3" fmla="*/ 3813 h 7715"/>
                      <a:gd name="connsiteX4" fmla="*/ 3813 w 7715"/>
                      <a:gd name="connsiteY4" fmla="*/ 1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5">
                        <a:moveTo>
                          <a:pt x="3813" y="1"/>
                        </a:moveTo>
                        <a:cubicBezTo>
                          <a:pt x="1685" y="45"/>
                          <a:pt x="-44" y="1774"/>
                          <a:pt x="1" y="3902"/>
                        </a:cubicBezTo>
                        <a:cubicBezTo>
                          <a:pt x="45" y="6030"/>
                          <a:pt x="1774" y="7759"/>
                          <a:pt x="3902" y="7714"/>
                        </a:cubicBezTo>
                        <a:cubicBezTo>
                          <a:pt x="6030" y="7670"/>
                          <a:pt x="7759" y="5941"/>
                          <a:pt x="7714" y="3813"/>
                        </a:cubicBezTo>
                        <a:cubicBezTo>
                          <a:pt x="7670" y="1685"/>
                          <a:pt x="5941" y="-44"/>
                          <a:pt x="381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91" name="Forme libre : forme 19290">
                    <a:extLst>
                      <a:ext uri="{FF2B5EF4-FFF2-40B4-BE49-F238E27FC236}">
                        <a16:creationId xmlns:a16="http://schemas.microsoft.com/office/drawing/2014/main" id="{65FE50C4-701B-4973-958A-CA6D524F19F3}"/>
                      </a:ext>
                    </a:extLst>
                  </p:cNvPr>
                  <p:cNvSpPr/>
                  <p:nvPr/>
                </p:nvSpPr>
                <p:spPr>
                  <a:xfrm>
                    <a:off x="5215010" y="5840249"/>
                    <a:ext cx="15117" cy="15117"/>
                  </a:xfrm>
                  <a:custGeom>
                    <a:avLst/>
                    <a:gdLst>
                      <a:gd name="connsiteX0" fmla="*/ 7448 w 15117"/>
                      <a:gd name="connsiteY0" fmla="*/ 0 h 15117"/>
                      <a:gd name="connsiteX1" fmla="*/ 0 w 15117"/>
                      <a:gd name="connsiteY1" fmla="*/ 7670 h 15117"/>
                      <a:gd name="connsiteX2" fmla="*/ 7670 w 15117"/>
                      <a:gd name="connsiteY2" fmla="*/ 15117 h 15117"/>
                      <a:gd name="connsiteX3" fmla="*/ 15117 w 15117"/>
                      <a:gd name="connsiteY3" fmla="*/ 7448 h 15117"/>
                      <a:gd name="connsiteX4" fmla="*/ 7448 w 15117"/>
                      <a:gd name="connsiteY4" fmla="*/ 0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17" h="15117">
                        <a:moveTo>
                          <a:pt x="7448" y="0"/>
                        </a:moveTo>
                        <a:cubicBezTo>
                          <a:pt x="3281" y="45"/>
                          <a:pt x="-44" y="3502"/>
                          <a:pt x="0" y="7670"/>
                        </a:cubicBezTo>
                        <a:cubicBezTo>
                          <a:pt x="45" y="11836"/>
                          <a:pt x="3503" y="15161"/>
                          <a:pt x="7670" y="15117"/>
                        </a:cubicBezTo>
                        <a:cubicBezTo>
                          <a:pt x="11837" y="15073"/>
                          <a:pt x="15162" y="11615"/>
                          <a:pt x="15117" y="7448"/>
                        </a:cubicBezTo>
                        <a:cubicBezTo>
                          <a:pt x="15073" y="3281"/>
                          <a:pt x="11615" y="-44"/>
                          <a:pt x="74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92" name="Forme libre : forme 19291">
                    <a:extLst>
                      <a:ext uri="{FF2B5EF4-FFF2-40B4-BE49-F238E27FC236}">
                        <a16:creationId xmlns:a16="http://schemas.microsoft.com/office/drawing/2014/main" id="{8884F400-A74D-44DC-A89E-D12C2D6473CC}"/>
                      </a:ext>
                    </a:extLst>
                  </p:cNvPr>
                  <p:cNvSpPr/>
                  <p:nvPr/>
                </p:nvSpPr>
                <p:spPr>
                  <a:xfrm>
                    <a:off x="5236909" y="5857360"/>
                    <a:ext cx="7715" cy="7714"/>
                  </a:xfrm>
                  <a:custGeom>
                    <a:avLst/>
                    <a:gdLst>
                      <a:gd name="connsiteX0" fmla="*/ 3902 w 7715"/>
                      <a:gd name="connsiteY0" fmla="*/ 7714 h 7714"/>
                      <a:gd name="connsiteX1" fmla="*/ 7715 w 7715"/>
                      <a:gd name="connsiteY1" fmla="*/ 3813 h 7714"/>
                      <a:gd name="connsiteX2" fmla="*/ 3813 w 7715"/>
                      <a:gd name="connsiteY2" fmla="*/ 1 h 7714"/>
                      <a:gd name="connsiteX3" fmla="*/ 1 w 7715"/>
                      <a:gd name="connsiteY3" fmla="*/ 3902 h 7714"/>
                      <a:gd name="connsiteX4" fmla="*/ 267 w 7715"/>
                      <a:gd name="connsiteY4" fmla="*/ 5187 h 7714"/>
                      <a:gd name="connsiteX5" fmla="*/ 1730 w 7715"/>
                      <a:gd name="connsiteY5" fmla="*/ 7005 h 7714"/>
                      <a:gd name="connsiteX6" fmla="*/ 3902 w 7715"/>
                      <a:gd name="connsiteY6" fmla="*/ 7714 h 7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715" h="7714">
                        <a:moveTo>
                          <a:pt x="3902" y="7714"/>
                        </a:moveTo>
                        <a:cubicBezTo>
                          <a:pt x="6030" y="7670"/>
                          <a:pt x="7759" y="5941"/>
                          <a:pt x="7715" y="3813"/>
                        </a:cubicBezTo>
                        <a:cubicBezTo>
                          <a:pt x="7670" y="1685"/>
                          <a:pt x="5941" y="-44"/>
                          <a:pt x="3813" y="1"/>
                        </a:cubicBezTo>
                        <a:cubicBezTo>
                          <a:pt x="1685" y="45"/>
                          <a:pt x="-43" y="1774"/>
                          <a:pt x="1" y="3902"/>
                        </a:cubicBezTo>
                        <a:cubicBezTo>
                          <a:pt x="1" y="4345"/>
                          <a:pt x="134" y="4788"/>
                          <a:pt x="267" y="5187"/>
                        </a:cubicBezTo>
                        <a:cubicBezTo>
                          <a:pt x="755" y="5808"/>
                          <a:pt x="1242" y="6384"/>
                          <a:pt x="1730" y="7005"/>
                        </a:cubicBezTo>
                        <a:cubicBezTo>
                          <a:pt x="2350" y="7448"/>
                          <a:pt x="3104" y="7714"/>
                          <a:pt x="3902" y="77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93" name="Forme libre : forme 19292">
                    <a:extLst>
                      <a:ext uri="{FF2B5EF4-FFF2-40B4-BE49-F238E27FC236}">
                        <a16:creationId xmlns:a16="http://schemas.microsoft.com/office/drawing/2014/main" id="{7DD4122D-6632-4760-B6EA-75B7BE1534DB}"/>
                      </a:ext>
                    </a:extLst>
                  </p:cNvPr>
                  <p:cNvSpPr/>
                  <p:nvPr/>
                </p:nvSpPr>
                <p:spPr>
                  <a:xfrm>
                    <a:off x="5237176" y="5862548"/>
                    <a:ext cx="1462" cy="1817"/>
                  </a:xfrm>
                  <a:custGeom>
                    <a:avLst/>
                    <a:gdLst>
                      <a:gd name="connsiteX0" fmla="*/ 1463 w 1462"/>
                      <a:gd name="connsiteY0" fmla="*/ 1818 h 1817"/>
                      <a:gd name="connsiteX1" fmla="*/ 0 w 1462"/>
                      <a:gd name="connsiteY1" fmla="*/ 0 h 1817"/>
                      <a:gd name="connsiteX2" fmla="*/ 1463 w 1462"/>
                      <a:gd name="connsiteY2" fmla="*/ 1818 h 1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62" h="1817">
                        <a:moveTo>
                          <a:pt x="1463" y="1818"/>
                        </a:moveTo>
                        <a:cubicBezTo>
                          <a:pt x="975" y="1197"/>
                          <a:pt x="488" y="576"/>
                          <a:pt x="0" y="0"/>
                        </a:cubicBezTo>
                        <a:cubicBezTo>
                          <a:pt x="266" y="754"/>
                          <a:pt x="798" y="1375"/>
                          <a:pt x="1463" y="18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94" name="Forme libre : forme 19293">
                    <a:extLst>
                      <a:ext uri="{FF2B5EF4-FFF2-40B4-BE49-F238E27FC236}">
                        <a16:creationId xmlns:a16="http://schemas.microsoft.com/office/drawing/2014/main" id="{A80B6441-86CF-44FA-BEFD-0B428C638F8F}"/>
                      </a:ext>
                    </a:extLst>
                  </p:cNvPr>
                  <p:cNvSpPr/>
                  <p:nvPr/>
                </p:nvSpPr>
                <p:spPr>
                  <a:xfrm>
                    <a:off x="5350840" y="5830674"/>
                    <a:ext cx="2970" cy="11659"/>
                  </a:xfrm>
                  <a:custGeom>
                    <a:avLst/>
                    <a:gdLst>
                      <a:gd name="connsiteX0" fmla="*/ 0 w 2970"/>
                      <a:gd name="connsiteY0" fmla="*/ 11659 h 11659"/>
                      <a:gd name="connsiteX1" fmla="*/ 2970 w 2970"/>
                      <a:gd name="connsiteY1" fmla="*/ 5586 h 11659"/>
                      <a:gd name="connsiteX2" fmla="*/ 355 w 2970"/>
                      <a:gd name="connsiteY2" fmla="*/ 0 h 11659"/>
                      <a:gd name="connsiteX3" fmla="*/ 0 w 2970"/>
                      <a:gd name="connsiteY3" fmla="*/ 11659 h 1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70" h="11659">
                        <a:moveTo>
                          <a:pt x="0" y="11659"/>
                        </a:moveTo>
                        <a:cubicBezTo>
                          <a:pt x="1818" y="10240"/>
                          <a:pt x="2970" y="8068"/>
                          <a:pt x="2970" y="5586"/>
                        </a:cubicBezTo>
                        <a:cubicBezTo>
                          <a:pt x="2926" y="3325"/>
                          <a:pt x="1906" y="1374"/>
                          <a:pt x="355" y="0"/>
                        </a:cubicBezTo>
                        <a:cubicBezTo>
                          <a:pt x="532" y="3724"/>
                          <a:pt x="399" y="7669"/>
                          <a:pt x="0" y="116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95" name="Forme libre : forme 19294">
                    <a:extLst>
                      <a:ext uri="{FF2B5EF4-FFF2-40B4-BE49-F238E27FC236}">
                        <a16:creationId xmlns:a16="http://schemas.microsoft.com/office/drawing/2014/main" id="{BD5777A2-4BF2-488C-BE76-180857E5A500}"/>
                      </a:ext>
                    </a:extLst>
                  </p:cNvPr>
                  <p:cNvSpPr/>
                  <p:nvPr/>
                </p:nvSpPr>
                <p:spPr>
                  <a:xfrm>
                    <a:off x="5338692" y="5828810"/>
                    <a:ext cx="12580" cy="15119"/>
                  </a:xfrm>
                  <a:custGeom>
                    <a:avLst/>
                    <a:gdLst>
                      <a:gd name="connsiteX0" fmla="*/ 2 w 12580"/>
                      <a:gd name="connsiteY0" fmla="*/ 7671 h 15119"/>
                      <a:gd name="connsiteX1" fmla="*/ 7671 w 12580"/>
                      <a:gd name="connsiteY1" fmla="*/ 15119 h 15119"/>
                      <a:gd name="connsiteX2" fmla="*/ 12148 w 12580"/>
                      <a:gd name="connsiteY2" fmla="*/ 13523 h 15119"/>
                      <a:gd name="connsiteX3" fmla="*/ 12503 w 12580"/>
                      <a:gd name="connsiteY3" fmla="*/ 1864 h 15119"/>
                      <a:gd name="connsiteX4" fmla="*/ 7494 w 12580"/>
                      <a:gd name="connsiteY4" fmla="*/ 2 h 15119"/>
                      <a:gd name="connsiteX5" fmla="*/ 2 w 12580"/>
                      <a:gd name="connsiteY5" fmla="*/ 7671 h 15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580" h="15119">
                        <a:moveTo>
                          <a:pt x="2" y="7671"/>
                        </a:moveTo>
                        <a:cubicBezTo>
                          <a:pt x="46" y="11838"/>
                          <a:pt x="3504" y="15163"/>
                          <a:pt x="7671" y="15119"/>
                        </a:cubicBezTo>
                        <a:cubicBezTo>
                          <a:pt x="9355" y="15074"/>
                          <a:pt x="10907" y="14498"/>
                          <a:pt x="12148" y="13523"/>
                        </a:cubicBezTo>
                        <a:cubicBezTo>
                          <a:pt x="12547" y="9533"/>
                          <a:pt x="12680" y="5632"/>
                          <a:pt x="12503" y="1864"/>
                        </a:cubicBezTo>
                        <a:cubicBezTo>
                          <a:pt x="11173" y="711"/>
                          <a:pt x="9400" y="-43"/>
                          <a:pt x="7494" y="2"/>
                        </a:cubicBezTo>
                        <a:cubicBezTo>
                          <a:pt x="3282" y="46"/>
                          <a:pt x="-87" y="3504"/>
                          <a:pt x="2" y="767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96" name="Forme libre : forme 19295">
                    <a:extLst>
                      <a:ext uri="{FF2B5EF4-FFF2-40B4-BE49-F238E27FC236}">
                        <a16:creationId xmlns:a16="http://schemas.microsoft.com/office/drawing/2014/main" id="{51528441-FA5C-4A11-9DDA-2FFD75715852}"/>
                      </a:ext>
                    </a:extLst>
                  </p:cNvPr>
                  <p:cNvSpPr/>
                  <p:nvPr/>
                </p:nvSpPr>
                <p:spPr>
                  <a:xfrm>
                    <a:off x="5360593" y="5845924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97" name="Forme libre : forme 19296">
                    <a:extLst>
                      <a:ext uri="{FF2B5EF4-FFF2-40B4-BE49-F238E27FC236}">
                        <a16:creationId xmlns:a16="http://schemas.microsoft.com/office/drawing/2014/main" id="{48768FC3-670F-4607-B9AC-DBA2B46750A2}"/>
                      </a:ext>
                    </a:extLst>
                  </p:cNvPr>
                  <p:cNvSpPr/>
                  <p:nvPr/>
                </p:nvSpPr>
                <p:spPr>
                  <a:xfrm>
                    <a:off x="5472086" y="5742721"/>
                    <a:ext cx="6384" cy="14673"/>
                  </a:xfrm>
                  <a:custGeom>
                    <a:avLst/>
                    <a:gdLst>
                      <a:gd name="connsiteX0" fmla="*/ 1020 w 6384"/>
                      <a:gd name="connsiteY0" fmla="*/ 14673 h 14673"/>
                      <a:gd name="connsiteX1" fmla="*/ 6384 w 6384"/>
                      <a:gd name="connsiteY1" fmla="*/ 7359 h 14673"/>
                      <a:gd name="connsiteX2" fmla="*/ 0 w 6384"/>
                      <a:gd name="connsiteY2" fmla="*/ 0 h 14673"/>
                      <a:gd name="connsiteX3" fmla="*/ 1020 w 6384"/>
                      <a:gd name="connsiteY3" fmla="*/ 14673 h 1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84" h="14673">
                        <a:moveTo>
                          <a:pt x="1020" y="14673"/>
                        </a:moveTo>
                        <a:cubicBezTo>
                          <a:pt x="4167" y="13742"/>
                          <a:pt x="6428" y="10816"/>
                          <a:pt x="6384" y="7359"/>
                        </a:cubicBezTo>
                        <a:cubicBezTo>
                          <a:pt x="6339" y="3635"/>
                          <a:pt x="3546" y="576"/>
                          <a:pt x="0" y="0"/>
                        </a:cubicBezTo>
                        <a:cubicBezTo>
                          <a:pt x="1108" y="4654"/>
                          <a:pt x="1374" y="9619"/>
                          <a:pt x="1020" y="146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98" name="Forme libre : forme 19297">
                    <a:extLst>
                      <a:ext uri="{FF2B5EF4-FFF2-40B4-BE49-F238E27FC236}">
                        <a16:creationId xmlns:a16="http://schemas.microsoft.com/office/drawing/2014/main" id="{C1BBA3E0-8F8E-4010-A767-902B62F6C0E0}"/>
                      </a:ext>
                    </a:extLst>
                  </p:cNvPr>
                  <p:cNvSpPr/>
                  <p:nvPr/>
                </p:nvSpPr>
                <p:spPr>
                  <a:xfrm>
                    <a:off x="5463352" y="5742665"/>
                    <a:ext cx="9919" cy="15085"/>
                  </a:xfrm>
                  <a:custGeom>
                    <a:avLst/>
                    <a:gdLst>
                      <a:gd name="connsiteX0" fmla="*/ 0 w 9919"/>
                      <a:gd name="connsiteY0" fmla="*/ 7637 h 15085"/>
                      <a:gd name="connsiteX1" fmla="*/ 7670 w 9919"/>
                      <a:gd name="connsiteY1" fmla="*/ 15085 h 15085"/>
                      <a:gd name="connsiteX2" fmla="*/ 9753 w 9919"/>
                      <a:gd name="connsiteY2" fmla="*/ 14730 h 15085"/>
                      <a:gd name="connsiteX3" fmla="*/ 8734 w 9919"/>
                      <a:gd name="connsiteY3" fmla="*/ 101 h 15085"/>
                      <a:gd name="connsiteX4" fmla="*/ 7492 w 9919"/>
                      <a:gd name="connsiteY4" fmla="*/ 12 h 15085"/>
                      <a:gd name="connsiteX5" fmla="*/ 0 w 9919"/>
                      <a:gd name="connsiteY5" fmla="*/ 7637 h 15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919" h="15085">
                        <a:moveTo>
                          <a:pt x="0" y="7637"/>
                        </a:moveTo>
                        <a:cubicBezTo>
                          <a:pt x="45" y="11804"/>
                          <a:pt x="3502" y="15129"/>
                          <a:pt x="7670" y="15085"/>
                        </a:cubicBezTo>
                        <a:cubicBezTo>
                          <a:pt x="8379" y="15085"/>
                          <a:pt x="9088" y="14952"/>
                          <a:pt x="9753" y="14730"/>
                        </a:cubicBezTo>
                        <a:cubicBezTo>
                          <a:pt x="10152" y="9676"/>
                          <a:pt x="9842" y="4667"/>
                          <a:pt x="8734" y="101"/>
                        </a:cubicBezTo>
                        <a:cubicBezTo>
                          <a:pt x="8335" y="56"/>
                          <a:pt x="7891" y="-32"/>
                          <a:pt x="7492" y="12"/>
                        </a:cubicBezTo>
                        <a:cubicBezTo>
                          <a:pt x="3281" y="56"/>
                          <a:pt x="-44" y="3469"/>
                          <a:pt x="0" y="76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299" name="Forme libre : forme 19298">
                    <a:extLst>
                      <a:ext uri="{FF2B5EF4-FFF2-40B4-BE49-F238E27FC236}">
                        <a16:creationId xmlns:a16="http://schemas.microsoft.com/office/drawing/2014/main" id="{F2672238-C649-4006-B177-75AEB5D9D4AA}"/>
                      </a:ext>
                    </a:extLst>
                  </p:cNvPr>
                  <p:cNvSpPr/>
                  <p:nvPr/>
                </p:nvSpPr>
                <p:spPr>
                  <a:xfrm>
                    <a:off x="5485296" y="5759744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00" name="Forme libre : forme 19299">
                    <a:extLst>
                      <a:ext uri="{FF2B5EF4-FFF2-40B4-BE49-F238E27FC236}">
                        <a16:creationId xmlns:a16="http://schemas.microsoft.com/office/drawing/2014/main" id="{CCE59795-2949-4A8E-8BB5-EBC32BE0154B}"/>
                      </a:ext>
                    </a:extLst>
                  </p:cNvPr>
                  <p:cNvSpPr/>
                  <p:nvPr/>
                </p:nvSpPr>
                <p:spPr>
                  <a:xfrm>
                    <a:off x="5576574" y="5736204"/>
                    <a:ext cx="1241" cy="1728"/>
                  </a:xfrm>
                  <a:custGeom>
                    <a:avLst/>
                    <a:gdLst>
                      <a:gd name="connsiteX0" fmla="*/ 177 w 1241"/>
                      <a:gd name="connsiteY0" fmla="*/ 1729 h 1728"/>
                      <a:gd name="connsiteX1" fmla="*/ 1241 w 1241"/>
                      <a:gd name="connsiteY1" fmla="*/ 0 h 1728"/>
                      <a:gd name="connsiteX2" fmla="*/ 0 w 1241"/>
                      <a:gd name="connsiteY2" fmla="*/ 1197 h 1728"/>
                      <a:gd name="connsiteX3" fmla="*/ 177 w 1241"/>
                      <a:gd name="connsiteY3" fmla="*/ 1729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41" h="1728">
                        <a:moveTo>
                          <a:pt x="177" y="1729"/>
                        </a:moveTo>
                        <a:cubicBezTo>
                          <a:pt x="621" y="1197"/>
                          <a:pt x="975" y="621"/>
                          <a:pt x="1241" y="0"/>
                        </a:cubicBezTo>
                        <a:cubicBezTo>
                          <a:pt x="842" y="399"/>
                          <a:pt x="443" y="798"/>
                          <a:pt x="0" y="1197"/>
                        </a:cubicBezTo>
                        <a:cubicBezTo>
                          <a:pt x="89" y="1375"/>
                          <a:pt x="177" y="1552"/>
                          <a:pt x="177" y="172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01" name="Forme libre : forme 19300">
                    <a:extLst>
                      <a:ext uri="{FF2B5EF4-FFF2-40B4-BE49-F238E27FC236}">
                        <a16:creationId xmlns:a16="http://schemas.microsoft.com/office/drawing/2014/main" id="{704D7199-FD6E-4AE7-9AD6-EE11DFD8657B}"/>
                      </a:ext>
                    </a:extLst>
                  </p:cNvPr>
                  <p:cNvSpPr/>
                  <p:nvPr/>
                </p:nvSpPr>
                <p:spPr>
                  <a:xfrm>
                    <a:off x="5573160" y="5737401"/>
                    <a:ext cx="3635" cy="2970"/>
                  </a:xfrm>
                  <a:custGeom>
                    <a:avLst/>
                    <a:gdLst>
                      <a:gd name="connsiteX0" fmla="*/ 0 w 3635"/>
                      <a:gd name="connsiteY0" fmla="*/ 2970 h 2970"/>
                      <a:gd name="connsiteX1" fmla="*/ 3635 w 3635"/>
                      <a:gd name="connsiteY1" fmla="*/ 532 h 2970"/>
                      <a:gd name="connsiteX2" fmla="*/ 3502 w 3635"/>
                      <a:gd name="connsiteY2" fmla="*/ 0 h 2970"/>
                      <a:gd name="connsiteX3" fmla="*/ 0 w 3635"/>
                      <a:gd name="connsiteY3" fmla="*/ 2970 h 2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35" h="2970">
                        <a:moveTo>
                          <a:pt x="0" y="2970"/>
                        </a:moveTo>
                        <a:cubicBezTo>
                          <a:pt x="1463" y="2527"/>
                          <a:pt x="2704" y="1685"/>
                          <a:pt x="3635" y="532"/>
                        </a:cubicBezTo>
                        <a:cubicBezTo>
                          <a:pt x="3591" y="355"/>
                          <a:pt x="3546" y="177"/>
                          <a:pt x="3502" y="0"/>
                        </a:cubicBezTo>
                        <a:cubicBezTo>
                          <a:pt x="2394" y="1020"/>
                          <a:pt x="1241" y="1995"/>
                          <a:pt x="0" y="297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02" name="Forme libre : forme 19301">
                    <a:extLst>
                      <a:ext uri="{FF2B5EF4-FFF2-40B4-BE49-F238E27FC236}">
                        <a16:creationId xmlns:a16="http://schemas.microsoft.com/office/drawing/2014/main" id="{126B011C-E2F1-4A39-92E2-EF3980D8F223}"/>
                      </a:ext>
                    </a:extLst>
                  </p:cNvPr>
                  <p:cNvSpPr/>
                  <p:nvPr/>
                </p:nvSpPr>
                <p:spPr>
                  <a:xfrm>
                    <a:off x="5571520" y="5725698"/>
                    <a:ext cx="7004" cy="11703"/>
                  </a:xfrm>
                  <a:custGeom>
                    <a:avLst/>
                    <a:gdLst>
                      <a:gd name="connsiteX0" fmla="*/ 0 w 7004"/>
                      <a:gd name="connsiteY0" fmla="*/ 0 h 11703"/>
                      <a:gd name="connsiteX1" fmla="*/ 5098 w 7004"/>
                      <a:gd name="connsiteY1" fmla="*/ 11703 h 11703"/>
                      <a:gd name="connsiteX2" fmla="*/ 6339 w 7004"/>
                      <a:gd name="connsiteY2" fmla="*/ 10506 h 11703"/>
                      <a:gd name="connsiteX3" fmla="*/ 7004 w 7004"/>
                      <a:gd name="connsiteY3" fmla="*/ 7359 h 11703"/>
                      <a:gd name="connsiteX4" fmla="*/ 0 w 7004"/>
                      <a:gd name="connsiteY4" fmla="*/ 0 h 11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04" h="11703">
                        <a:moveTo>
                          <a:pt x="0" y="0"/>
                        </a:moveTo>
                        <a:cubicBezTo>
                          <a:pt x="2217" y="3591"/>
                          <a:pt x="4034" y="7625"/>
                          <a:pt x="5098" y="11703"/>
                        </a:cubicBezTo>
                        <a:cubicBezTo>
                          <a:pt x="5497" y="11305"/>
                          <a:pt x="5940" y="10906"/>
                          <a:pt x="6339" y="10506"/>
                        </a:cubicBezTo>
                        <a:cubicBezTo>
                          <a:pt x="6783" y="9531"/>
                          <a:pt x="7004" y="8512"/>
                          <a:pt x="7004" y="7359"/>
                        </a:cubicBezTo>
                        <a:cubicBezTo>
                          <a:pt x="6916" y="3458"/>
                          <a:pt x="3857" y="26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03" name="Forme libre : forme 19302">
                    <a:extLst>
                      <a:ext uri="{FF2B5EF4-FFF2-40B4-BE49-F238E27FC236}">
                        <a16:creationId xmlns:a16="http://schemas.microsoft.com/office/drawing/2014/main" id="{B11B37D1-EC9C-4ED3-8C10-8B996E8D1CFC}"/>
                      </a:ext>
                    </a:extLst>
                  </p:cNvPr>
                  <p:cNvSpPr/>
                  <p:nvPr/>
                </p:nvSpPr>
                <p:spPr>
                  <a:xfrm>
                    <a:off x="5563407" y="5725653"/>
                    <a:ext cx="13255" cy="15117"/>
                  </a:xfrm>
                  <a:custGeom>
                    <a:avLst/>
                    <a:gdLst>
                      <a:gd name="connsiteX0" fmla="*/ 8113 w 13255"/>
                      <a:gd name="connsiteY0" fmla="*/ 44 h 15117"/>
                      <a:gd name="connsiteX1" fmla="*/ 7448 w 13255"/>
                      <a:gd name="connsiteY1" fmla="*/ 0 h 15117"/>
                      <a:gd name="connsiteX2" fmla="*/ 0 w 13255"/>
                      <a:gd name="connsiteY2" fmla="*/ 7670 h 15117"/>
                      <a:gd name="connsiteX3" fmla="*/ 7670 w 13255"/>
                      <a:gd name="connsiteY3" fmla="*/ 15117 h 15117"/>
                      <a:gd name="connsiteX4" fmla="*/ 9798 w 13255"/>
                      <a:gd name="connsiteY4" fmla="*/ 14763 h 15117"/>
                      <a:gd name="connsiteX5" fmla="*/ 13255 w 13255"/>
                      <a:gd name="connsiteY5" fmla="*/ 11792 h 15117"/>
                      <a:gd name="connsiteX6" fmla="*/ 8113 w 13255"/>
                      <a:gd name="connsiteY6" fmla="*/ 44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55" h="15117">
                        <a:moveTo>
                          <a:pt x="8113" y="44"/>
                        </a:moveTo>
                        <a:cubicBezTo>
                          <a:pt x="7891" y="44"/>
                          <a:pt x="7670" y="0"/>
                          <a:pt x="7448" y="0"/>
                        </a:cubicBezTo>
                        <a:cubicBezTo>
                          <a:pt x="3281" y="44"/>
                          <a:pt x="-44" y="3502"/>
                          <a:pt x="0" y="7670"/>
                        </a:cubicBezTo>
                        <a:cubicBezTo>
                          <a:pt x="45" y="11837"/>
                          <a:pt x="3503" y="15161"/>
                          <a:pt x="7670" y="15117"/>
                        </a:cubicBezTo>
                        <a:cubicBezTo>
                          <a:pt x="8423" y="15117"/>
                          <a:pt x="9088" y="14940"/>
                          <a:pt x="9798" y="14763"/>
                        </a:cubicBezTo>
                        <a:cubicBezTo>
                          <a:pt x="11039" y="13787"/>
                          <a:pt x="12191" y="12812"/>
                          <a:pt x="13255" y="11792"/>
                        </a:cubicBezTo>
                        <a:cubicBezTo>
                          <a:pt x="12147" y="7670"/>
                          <a:pt x="10330" y="3591"/>
                          <a:pt x="8113" y="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04" name="Forme libre : forme 19303">
                    <a:extLst>
                      <a:ext uri="{FF2B5EF4-FFF2-40B4-BE49-F238E27FC236}">
                        <a16:creationId xmlns:a16="http://schemas.microsoft.com/office/drawing/2014/main" id="{D651576E-8A21-4514-93CF-455D1DD0D3BE}"/>
                      </a:ext>
                    </a:extLst>
                  </p:cNvPr>
                  <p:cNvSpPr/>
                  <p:nvPr/>
                </p:nvSpPr>
                <p:spPr>
                  <a:xfrm>
                    <a:off x="5585306" y="5742720"/>
                    <a:ext cx="7715" cy="7715"/>
                  </a:xfrm>
                  <a:custGeom>
                    <a:avLst/>
                    <a:gdLst>
                      <a:gd name="connsiteX0" fmla="*/ 3902 w 7715"/>
                      <a:gd name="connsiteY0" fmla="*/ 7714 h 7715"/>
                      <a:gd name="connsiteX1" fmla="*/ 7715 w 7715"/>
                      <a:gd name="connsiteY1" fmla="*/ 3813 h 7715"/>
                      <a:gd name="connsiteX2" fmla="*/ 3813 w 7715"/>
                      <a:gd name="connsiteY2" fmla="*/ 1 h 7715"/>
                      <a:gd name="connsiteX3" fmla="*/ 1 w 7715"/>
                      <a:gd name="connsiteY3" fmla="*/ 3902 h 7715"/>
                      <a:gd name="connsiteX4" fmla="*/ 3902 w 7715"/>
                      <a:gd name="connsiteY4" fmla="*/ 7714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5">
                        <a:moveTo>
                          <a:pt x="3902" y="7714"/>
                        </a:moveTo>
                        <a:cubicBezTo>
                          <a:pt x="6030" y="7670"/>
                          <a:pt x="7759" y="5941"/>
                          <a:pt x="7715" y="3813"/>
                        </a:cubicBezTo>
                        <a:cubicBezTo>
                          <a:pt x="7670" y="1685"/>
                          <a:pt x="5941" y="-44"/>
                          <a:pt x="3813" y="1"/>
                        </a:cubicBezTo>
                        <a:cubicBezTo>
                          <a:pt x="1685" y="45"/>
                          <a:pt x="-43" y="1774"/>
                          <a:pt x="1" y="3902"/>
                        </a:cubicBezTo>
                        <a:cubicBezTo>
                          <a:pt x="45" y="6030"/>
                          <a:pt x="1774" y="7759"/>
                          <a:pt x="3902" y="77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05" name="Forme libre : forme 19304">
                    <a:extLst>
                      <a:ext uri="{FF2B5EF4-FFF2-40B4-BE49-F238E27FC236}">
                        <a16:creationId xmlns:a16="http://schemas.microsoft.com/office/drawing/2014/main" id="{4FF59950-85B7-4FF2-92D6-5228762BD9C2}"/>
                      </a:ext>
                    </a:extLst>
                  </p:cNvPr>
                  <p:cNvSpPr/>
                  <p:nvPr/>
                </p:nvSpPr>
                <p:spPr>
                  <a:xfrm>
                    <a:off x="5926389" y="5699543"/>
                    <a:ext cx="14142" cy="15120"/>
                  </a:xfrm>
                  <a:custGeom>
                    <a:avLst/>
                    <a:gdLst>
                      <a:gd name="connsiteX0" fmla="*/ 3148 w 14142"/>
                      <a:gd name="connsiteY0" fmla="*/ 14275 h 15120"/>
                      <a:gd name="connsiteX1" fmla="*/ 6694 w 14142"/>
                      <a:gd name="connsiteY1" fmla="*/ 15117 h 15120"/>
                      <a:gd name="connsiteX2" fmla="*/ 14142 w 14142"/>
                      <a:gd name="connsiteY2" fmla="*/ 7448 h 15120"/>
                      <a:gd name="connsiteX3" fmla="*/ 6472 w 14142"/>
                      <a:gd name="connsiteY3" fmla="*/ 0 h 15120"/>
                      <a:gd name="connsiteX4" fmla="*/ 0 w 14142"/>
                      <a:gd name="connsiteY4" fmla="*/ 3902 h 15120"/>
                      <a:gd name="connsiteX5" fmla="*/ 3148 w 14142"/>
                      <a:gd name="connsiteY5" fmla="*/ 14275 h 15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142" h="15120">
                        <a:moveTo>
                          <a:pt x="3148" y="14275"/>
                        </a:moveTo>
                        <a:cubicBezTo>
                          <a:pt x="4211" y="14807"/>
                          <a:pt x="5408" y="15161"/>
                          <a:pt x="6694" y="15117"/>
                        </a:cubicBezTo>
                        <a:cubicBezTo>
                          <a:pt x="10861" y="15073"/>
                          <a:pt x="14186" y="11615"/>
                          <a:pt x="14142" y="7448"/>
                        </a:cubicBezTo>
                        <a:cubicBezTo>
                          <a:pt x="14097" y="3281"/>
                          <a:pt x="10640" y="-44"/>
                          <a:pt x="6472" y="0"/>
                        </a:cubicBezTo>
                        <a:cubicBezTo>
                          <a:pt x="3680" y="44"/>
                          <a:pt x="1241" y="1641"/>
                          <a:pt x="0" y="3902"/>
                        </a:cubicBezTo>
                        <a:cubicBezTo>
                          <a:pt x="2748" y="6871"/>
                          <a:pt x="4522" y="10418"/>
                          <a:pt x="3148" y="142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06" name="Forme libre : forme 19305">
                    <a:extLst>
                      <a:ext uri="{FF2B5EF4-FFF2-40B4-BE49-F238E27FC236}">
                        <a16:creationId xmlns:a16="http://schemas.microsoft.com/office/drawing/2014/main" id="{1EC15CBB-25DD-46EB-9B67-F54BC553E8A1}"/>
                      </a:ext>
                    </a:extLst>
                  </p:cNvPr>
                  <p:cNvSpPr/>
                  <p:nvPr/>
                </p:nvSpPr>
                <p:spPr>
                  <a:xfrm>
                    <a:off x="5925414" y="5703488"/>
                    <a:ext cx="4580" cy="10329"/>
                  </a:xfrm>
                  <a:custGeom>
                    <a:avLst/>
                    <a:gdLst>
                      <a:gd name="connsiteX0" fmla="*/ 4123 w 4580"/>
                      <a:gd name="connsiteY0" fmla="*/ 10329 h 10329"/>
                      <a:gd name="connsiteX1" fmla="*/ 975 w 4580"/>
                      <a:gd name="connsiteY1" fmla="*/ 0 h 10329"/>
                      <a:gd name="connsiteX2" fmla="*/ 0 w 4580"/>
                      <a:gd name="connsiteY2" fmla="*/ 3724 h 10329"/>
                      <a:gd name="connsiteX3" fmla="*/ 4123 w 4580"/>
                      <a:gd name="connsiteY3" fmla="*/ 10329 h 10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80" h="10329">
                        <a:moveTo>
                          <a:pt x="4123" y="10329"/>
                        </a:moveTo>
                        <a:cubicBezTo>
                          <a:pt x="5453" y="6473"/>
                          <a:pt x="3724" y="2926"/>
                          <a:pt x="975" y="0"/>
                        </a:cubicBezTo>
                        <a:cubicBezTo>
                          <a:pt x="355" y="1108"/>
                          <a:pt x="0" y="2394"/>
                          <a:pt x="0" y="3724"/>
                        </a:cubicBezTo>
                        <a:cubicBezTo>
                          <a:pt x="44" y="6650"/>
                          <a:pt x="1729" y="9088"/>
                          <a:pt x="4123" y="1032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07" name="Forme libre : forme 19306">
                    <a:extLst>
                      <a:ext uri="{FF2B5EF4-FFF2-40B4-BE49-F238E27FC236}">
                        <a16:creationId xmlns:a16="http://schemas.microsoft.com/office/drawing/2014/main" id="{654CADD3-5BAD-4354-9572-8EA74C299394}"/>
                      </a:ext>
                    </a:extLst>
                  </p:cNvPr>
                  <p:cNvSpPr/>
                  <p:nvPr/>
                </p:nvSpPr>
                <p:spPr>
                  <a:xfrm>
                    <a:off x="5950816" y="5716654"/>
                    <a:ext cx="4255" cy="6162"/>
                  </a:xfrm>
                  <a:custGeom>
                    <a:avLst/>
                    <a:gdLst>
                      <a:gd name="connsiteX0" fmla="*/ 4256 w 4255"/>
                      <a:gd name="connsiteY0" fmla="*/ 3813 h 6162"/>
                      <a:gd name="connsiteX1" fmla="*/ 355 w 4255"/>
                      <a:gd name="connsiteY1" fmla="*/ 1 h 6162"/>
                      <a:gd name="connsiteX2" fmla="*/ 0 w 4255"/>
                      <a:gd name="connsiteY2" fmla="*/ 90 h 6162"/>
                      <a:gd name="connsiteX3" fmla="*/ 3458 w 4255"/>
                      <a:gd name="connsiteY3" fmla="*/ 6163 h 6162"/>
                      <a:gd name="connsiteX4" fmla="*/ 4256 w 4255"/>
                      <a:gd name="connsiteY4" fmla="*/ 3813 h 6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5" h="6162">
                        <a:moveTo>
                          <a:pt x="4256" y="3813"/>
                        </a:moveTo>
                        <a:cubicBezTo>
                          <a:pt x="4211" y="1685"/>
                          <a:pt x="2483" y="-44"/>
                          <a:pt x="355" y="1"/>
                        </a:cubicBezTo>
                        <a:cubicBezTo>
                          <a:pt x="222" y="1"/>
                          <a:pt x="133" y="45"/>
                          <a:pt x="0" y="90"/>
                        </a:cubicBezTo>
                        <a:cubicBezTo>
                          <a:pt x="1108" y="2129"/>
                          <a:pt x="2305" y="4168"/>
                          <a:pt x="3458" y="6163"/>
                        </a:cubicBezTo>
                        <a:cubicBezTo>
                          <a:pt x="3946" y="5498"/>
                          <a:pt x="4256" y="4744"/>
                          <a:pt x="4256" y="38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08" name="Forme libre : forme 19307">
                    <a:extLst>
                      <a:ext uri="{FF2B5EF4-FFF2-40B4-BE49-F238E27FC236}">
                        <a16:creationId xmlns:a16="http://schemas.microsoft.com/office/drawing/2014/main" id="{BEA4CFFF-35C8-451D-967E-26309B56BDD1}"/>
                      </a:ext>
                    </a:extLst>
                  </p:cNvPr>
                  <p:cNvSpPr/>
                  <p:nvPr/>
                </p:nvSpPr>
                <p:spPr>
                  <a:xfrm>
                    <a:off x="5947357" y="5716743"/>
                    <a:ext cx="6872" cy="7670"/>
                  </a:xfrm>
                  <a:custGeom>
                    <a:avLst/>
                    <a:gdLst>
                      <a:gd name="connsiteX0" fmla="*/ 1 w 6872"/>
                      <a:gd name="connsiteY0" fmla="*/ 3857 h 7670"/>
                      <a:gd name="connsiteX1" fmla="*/ 3902 w 6872"/>
                      <a:gd name="connsiteY1" fmla="*/ 7669 h 7670"/>
                      <a:gd name="connsiteX2" fmla="*/ 6872 w 6872"/>
                      <a:gd name="connsiteY2" fmla="*/ 6073 h 7670"/>
                      <a:gd name="connsiteX3" fmla="*/ 3414 w 6872"/>
                      <a:gd name="connsiteY3" fmla="*/ 0 h 7670"/>
                      <a:gd name="connsiteX4" fmla="*/ 1 w 6872"/>
                      <a:gd name="connsiteY4" fmla="*/ 3857 h 7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72" h="7670">
                        <a:moveTo>
                          <a:pt x="1" y="3857"/>
                        </a:moveTo>
                        <a:cubicBezTo>
                          <a:pt x="45" y="5985"/>
                          <a:pt x="1774" y="7714"/>
                          <a:pt x="3902" y="7669"/>
                        </a:cubicBezTo>
                        <a:cubicBezTo>
                          <a:pt x="5143" y="7669"/>
                          <a:pt x="6207" y="7004"/>
                          <a:pt x="6872" y="6073"/>
                        </a:cubicBezTo>
                        <a:cubicBezTo>
                          <a:pt x="5720" y="4034"/>
                          <a:pt x="4523" y="2039"/>
                          <a:pt x="3414" y="0"/>
                        </a:cubicBezTo>
                        <a:cubicBezTo>
                          <a:pt x="1508" y="221"/>
                          <a:pt x="-43" y="1817"/>
                          <a:pt x="1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09" name="Forme libre : forme 19308">
                    <a:extLst>
                      <a:ext uri="{FF2B5EF4-FFF2-40B4-BE49-F238E27FC236}">
                        <a16:creationId xmlns:a16="http://schemas.microsoft.com/office/drawing/2014/main" id="{E515451A-F6E4-4F84-B33B-97F6B0165A4F}"/>
                      </a:ext>
                    </a:extLst>
                  </p:cNvPr>
                  <p:cNvSpPr/>
                  <p:nvPr/>
                </p:nvSpPr>
                <p:spPr>
                  <a:xfrm>
                    <a:off x="5916503" y="5795874"/>
                    <a:ext cx="2616" cy="8599"/>
                  </a:xfrm>
                  <a:custGeom>
                    <a:avLst/>
                    <a:gdLst>
                      <a:gd name="connsiteX0" fmla="*/ 2616 w 2616"/>
                      <a:gd name="connsiteY0" fmla="*/ 2837 h 8599"/>
                      <a:gd name="connsiteX1" fmla="*/ 1995 w 2616"/>
                      <a:gd name="connsiteY1" fmla="*/ 0 h 8599"/>
                      <a:gd name="connsiteX2" fmla="*/ 0 w 2616"/>
                      <a:gd name="connsiteY2" fmla="*/ 8600 h 8599"/>
                      <a:gd name="connsiteX3" fmla="*/ 2616 w 2616"/>
                      <a:gd name="connsiteY3" fmla="*/ 2837 h 8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16" h="8599">
                        <a:moveTo>
                          <a:pt x="2616" y="2837"/>
                        </a:moveTo>
                        <a:cubicBezTo>
                          <a:pt x="2616" y="1817"/>
                          <a:pt x="2394" y="886"/>
                          <a:pt x="1995" y="0"/>
                        </a:cubicBezTo>
                        <a:cubicBezTo>
                          <a:pt x="1286" y="2837"/>
                          <a:pt x="621" y="5718"/>
                          <a:pt x="0" y="8600"/>
                        </a:cubicBezTo>
                        <a:cubicBezTo>
                          <a:pt x="1596" y="7226"/>
                          <a:pt x="2660" y="5142"/>
                          <a:pt x="2616" y="28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10" name="Forme libre : forme 19309">
                    <a:extLst>
                      <a:ext uri="{FF2B5EF4-FFF2-40B4-BE49-F238E27FC236}">
                        <a16:creationId xmlns:a16="http://schemas.microsoft.com/office/drawing/2014/main" id="{90E6B86C-26FD-4832-82B2-35E0ED20253E}"/>
                      </a:ext>
                    </a:extLst>
                  </p:cNvPr>
                  <p:cNvSpPr/>
                  <p:nvPr/>
                </p:nvSpPr>
                <p:spPr>
                  <a:xfrm>
                    <a:off x="5904002" y="5791263"/>
                    <a:ext cx="14496" cy="15118"/>
                  </a:xfrm>
                  <a:custGeom>
                    <a:avLst/>
                    <a:gdLst>
                      <a:gd name="connsiteX0" fmla="*/ 7448 w 14496"/>
                      <a:gd name="connsiteY0" fmla="*/ 1 h 15118"/>
                      <a:gd name="connsiteX1" fmla="*/ 0 w 14496"/>
                      <a:gd name="connsiteY1" fmla="*/ 7670 h 15118"/>
                      <a:gd name="connsiteX2" fmla="*/ 7670 w 14496"/>
                      <a:gd name="connsiteY2" fmla="*/ 15118 h 15118"/>
                      <a:gd name="connsiteX3" fmla="*/ 12502 w 14496"/>
                      <a:gd name="connsiteY3" fmla="*/ 13256 h 15118"/>
                      <a:gd name="connsiteX4" fmla="*/ 14497 w 14496"/>
                      <a:gd name="connsiteY4" fmla="*/ 4656 h 15118"/>
                      <a:gd name="connsiteX5" fmla="*/ 7448 w 14496"/>
                      <a:gd name="connsiteY5" fmla="*/ 1 h 15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96" h="15118">
                        <a:moveTo>
                          <a:pt x="7448" y="1"/>
                        </a:moveTo>
                        <a:cubicBezTo>
                          <a:pt x="3281" y="45"/>
                          <a:pt x="-44" y="3503"/>
                          <a:pt x="0" y="7670"/>
                        </a:cubicBezTo>
                        <a:cubicBezTo>
                          <a:pt x="45" y="11837"/>
                          <a:pt x="3503" y="15162"/>
                          <a:pt x="7670" y="15118"/>
                        </a:cubicBezTo>
                        <a:cubicBezTo>
                          <a:pt x="9532" y="15073"/>
                          <a:pt x="11216" y="14364"/>
                          <a:pt x="12502" y="13256"/>
                        </a:cubicBezTo>
                        <a:cubicBezTo>
                          <a:pt x="13122" y="10374"/>
                          <a:pt x="13832" y="7493"/>
                          <a:pt x="14497" y="4656"/>
                        </a:cubicBezTo>
                        <a:cubicBezTo>
                          <a:pt x="13344" y="1863"/>
                          <a:pt x="10640" y="-44"/>
                          <a:pt x="744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11" name="Forme libre : forme 19310">
                    <a:extLst>
                      <a:ext uri="{FF2B5EF4-FFF2-40B4-BE49-F238E27FC236}">
                        <a16:creationId xmlns:a16="http://schemas.microsoft.com/office/drawing/2014/main" id="{ACF916D6-7207-49EA-8D8A-E6B20E017D10}"/>
                      </a:ext>
                    </a:extLst>
                  </p:cNvPr>
                  <p:cNvSpPr/>
                  <p:nvPr/>
                </p:nvSpPr>
                <p:spPr>
                  <a:xfrm>
                    <a:off x="5925945" y="5808374"/>
                    <a:ext cx="7715" cy="7715"/>
                  </a:xfrm>
                  <a:custGeom>
                    <a:avLst/>
                    <a:gdLst>
                      <a:gd name="connsiteX0" fmla="*/ 7714 w 7715"/>
                      <a:gd name="connsiteY0" fmla="*/ 3813 h 7715"/>
                      <a:gd name="connsiteX1" fmla="*/ 3813 w 7715"/>
                      <a:gd name="connsiteY1" fmla="*/ 1 h 7715"/>
                      <a:gd name="connsiteX2" fmla="*/ 1 w 7715"/>
                      <a:gd name="connsiteY2" fmla="*/ 3902 h 7715"/>
                      <a:gd name="connsiteX3" fmla="*/ 3902 w 7715"/>
                      <a:gd name="connsiteY3" fmla="*/ 7714 h 7715"/>
                      <a:gd name="connsiteX4" fmla="*/ 7714 w 7715"/>
                      <a:gd name="connsiteY4" fmla="*/ 3813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5">
                        <a:moveTo>
                          <a:pt x="7714" y="3813"/>
                        </a:moveTo>
                        <a:cubicBezTo>
                          <a:pt x="7670" y="1685"/>
                          <a:pt x="5941" y="-44"/>
                          <a:pt x="3813" y="1"/>
                        </a:cubicBezTo>
                        <a:cubicBezTo>
                          <a:pt x="1685" y="45"/>
                          <a:pt x="-44" y="1774"/>
                          <a:pt x="1" y="3902"/>
                        </a:cubicBezTo>
                        <a:cubicBezTo>
                          <a:pt x="45" y="6030"/>
                          <a:pt x="1774" y="7759"/>
                          <a:pt x="3902" y="7714"/>
                        </a:cubicBezTo>
                        <a:cubicBezTo>
                          <a:pt x="6030" y="7714"/>
                          <a:pt x="7759" y="5941"/>
                          <a:pt x="7714" y="38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12" name="Forme libre : forme 19311">
                    <a:extLst>
                      <a:ext uri="{FF2B5EF4-FFF2-40B4-BE49-F238E27FC236}">
                        <a16:creationId xmlns:a16="http://schemas.microsoft.com/office/drawing/2014/main" id="{FFA693FF-E96C-48FB-9F3C-6AC391247D8F}"/>
                      </a:ext>
                    </a:extLst>
                  </p:cNvPr>
                  <p:cNvSpPr/>
                  <p:nvPr/>
                </p:nvSpPr>
                <p:spPr>
                  <a:xfrm>
                    <a:off x="5566245" y="5804341"/>
                    <a:ext cx="2085" cy="9176"/>
                  </a:xfrm>
                  <a:custGeom>
                    <a:avLst/>
                    <a:gdLst>
                      <a:gd name="connsiteX0" fmla="*/ 0 w 2085"/>
                      <a:gd name="connsiteY0" fmla="*/ 9177 h 9176"/>
                      <a:gd name="connsiteX1" fmla="*/ 2084 w 2085"/>
                      <a:gd name="connsiteY1" fmla="*/ 3857 h 9176"/>
                      <a:gd name="connsiteX2" fmla="*/ 931 w 2085"/>
                      <a:gd name="connsiteY2" fmla="*/ 0 h 9176"/>
                      <a:gd name="connsiteX3" fmla="*/ 0 w 2085"/>
                      <a:gd name="connsiteY3" fmla="*/ 9177 h 9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85" h="9176">
                        <a:moveTo>
                          <a:pt x="0" y="9177"/>
                        </a:moveTo>
                        <a:cubicBezTo>
                          <a:pt x="1330" y="7802"/>
                          <a:pt x="2128" y="5941"/>
                          <a:pt x="2084" y="3857"/>
                        </a:cubicBezTo>
                        <a:cubicBezTo>
                          <a:pt x="2084" y="2438"/>
                          <a:pt x="1640" y="1108"/>
                          <a:pt x="931" y="0"/>
                        </a:cubicBezTo>
                        <a:cubicBezTo>
                          <a:pt x="1241" y="2970"/>
                          <a:pt x="798" y="6118"/>
                          <a:pt x="0" y="91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13" name="Forme libre : forme 19312">
                    <a:extLst>
                      <a:ext uri="{FF2B5EF4-FFF2-40B4-BE49-F238E27FC236}">
                        <a16:creationId xmlns:a16="http://schemas.microsoft.com/office/drawing/2014/main" id="{8FE49C9C-3FA8-4482-93A4-E01B9657737C}"/>
                      </a:ext>
                    </a:extLst>
                  </p:cNvPr>
                  <p:cNvSpPr/>
                  <p:nvPr/>
                </p:nvSpPr>
                <p:spPr>
                  <a:xfrm>
                    <a:off x="5553255" y="5800750"/>
                    <a:ext cx="14064" cy="15117"/>
                  </a:xfrm>
                  <a:custGeom>
                    <a:avLst/>
                    <a:gdLst>
                      <a:gd name="connsiteX0" fmla="*/ 7448 w 14064"/>
                      <a:gd name="connsiteY0" fmla="*/ 0 h 15117"/>
                      <a:gd name="connsiteX1" fmla="*/ 0 w 14064"/>
                      <a:gd name="connsiteY1" fmla="*/ 7669 h 15117"/>
                      <a:gd name="connsiteX2" fmla="*/ 7670 w 14064"/>
                      <a:gd name="connsiteY2" fmla="*/ 15117 h 15117"/>
                      <a:gd name="connsiteX3" fmla="*/ 13034 w 14064"/>
                      <a:gd name="connsiteY3" fmla="*/ 12767 h 15117"/>
                      <a:gd name="connsiteX4" fmla="*/ 13965 w 14064"/>
                      <a:gd name="connsiteY4" fmla="*/ 3591 h 15117"/>
                      <a:gd name="connsiteX5" fmla="*/ 7448 w 14064"/>
                      <a:gd name="connsiteY5" fmla="*/ 0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064" h="15117">
                        <a:moveTo>
                          <a:pt x="7448" y="0"/>
                        </a:moveTo>
                        <a:cubicBezTo>
                          <a:pt x="3281" y="44"/>
                          <a:pt x="-44" y="3502"/>
                          <a:pt x="0" y="7669"/>
                        </a:cubicBezTo>
                        <a:cubicBezTo>
                          <a:pt x="45" y="11837"/>
                          <a:pt x="3502" y="15161"/>
                          <a:pt x="7670" y="15117"/>
                        </a:cubicBezTo>
                        <a:cubicBezTo>
                          <a:pt x="9798" y="15073"/>
                          <a:pt x="11660" y="14186"/>
                          <a:pt x="13034" y="12767"/>
                        </a:cubicBezTo>
                        <a:cubicBezTo>
                          <a:pt x="13832" y="9664"/>
                          <a:pt x="14275" y="6561"/>
                          <a:pt x="13965" y="3591"/>
                        </a:cubicBezTo>
                        <a:cubicBezTo>
                          <a:pt x="12590" y="1418"/>
                          <a:pt x="10197" y="0"/>
                          <a:pt x="74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14" name="Forme libre : forme 19313">
                    <a:extLst>
                      <a:ext uri="{FF2B5EF4-FFF2-40B4-BE49-F238E27FC236}">
                        <a16:creationId xmlns:a16="http://schemas.microsoft.com/office/drawing/2014/main" id="{1CF292A5-47BB-40D2-A18D-9430F1388C57}"/>
                      </a:ext>
                    </a:extLst>
                  </p:cNvPr>
                  <p:cNvSpPr/>
                  <p:nvPr/>
                </p:nvSpPr>
                <p:spPr>
                  <a:xfrm>
                    <a:off x="5575199" y="5817862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15" name="Forme libre : forme 19314">
                    <a:extLst>
                      <a:ext uri="{FF2B5EF4-FFF2-40B4-BE49-F238E27FC236}">
                        <a16:creationId xmlns:a16="http://schemas.microsoft.com/office/drawing/2014/main" id="{9693F2AD-0817-43A9-A80C-669278967DB6}"/>
                      </a:ext>
                    </a:extLst>
                  </p:cNvPr>
                  <p:cNvSpPr/>
                  <p:nvPr/>
                </p:nvSpPr>
                <p:spPr>
                  <a:xfrm>
                    <a:off x="5700124" y="5822029"/>
                    <a:ext cx="10019" cy="14584"/>
                  </a:xfrm>
                  <a:custGeom>
                    <a:avLst/>
                    <a:gdLst>
                      <a:gd name="connsiteX0" fmla="*/ 0 w 10019"/>
                      <a:gd name="connsiteY0" fmla="*/ 14141 h 14584"/>
                      <a:gd name="connsiteX1" fmla="*/ 2571 w 10019"/>
                      <a:gd name="connsiteY1" fmla="*/ 14585 h 14584"/>
                      <a:gd name="connsiteX2" fmla="*/ 10019 w 10019"/>
                      <a:gd name="connsiteY2" fmla="*/ 6915 h 14584"/>
                      <a:gd name="connsiteX3" fmla="*/ 5275 w 10019"/>
                      <a:gd name="connsiteY3" fmla="*/ 0 h 14584"/>
                      <a:gd name="connsiteX4" fmla="*/ 0 w 10019"/>
                      <a:gd name="connsiteY4" fmla="*/ 14141 h 14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19" h="14584">
                        <a:moveTo>
                          <a:pt x="0" y="14141"/>
                        </a:moveTo>
                        <a:cubicBezTo>
                          <a:pt x="798" y="14408"/>
                          <a:pt x="1684" y="14585"/>
                          <a:pt x="2571" y="14585"/>
                        </a:cubicBezTo>
                        <a:cubicBezTo>
                          <a:pt x="6738" y="14540"/>
                          <a:pt x="10063" y="11083"/>
                          <a:pt x="10019" y="6915"/>
                        </a:cubicBezTo>
                        <a:cubicBezTo>
                          <a:pt x="9974" y="3768"/>
                          <a:pt x="8024" y="1108"/>
                          <a:pt x="5275" y="0"/>
                        </a:cubicBezTo>
                        <a:cubicBezTo>
                          <a:pt x="7847" y="4610"/>
                          <a:pt x="4832" y="9664"/>
                          <a:pt x="0" y="141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16" name="Forme libre : forme 19315">
                    <a:extLst>
                      <a:ext uri="{FF2B5EF4-FFF2-40B4-BE49-F238E27FC236}">
                        <a16:creationId xmlns:a16="http://schemas.microsoft.com/office/drawing/2014/main" id="{B6DDD319-EBAB-484C-A711-2B32B99D0798}"/>
                      </a:ext>
                    </a:extLst>
                  </p:cNvPr>
                  <p:cNvSpPr/>
                  <p:nvPr/>
                </p:nvSpPr>
                <p:spPr>
                  <a:xfrm>
                    <a:off x="5695025" y="5821536"/>
                    <a:ext cx="11313" cy="14679"/>
                  </a:xfrm>
                  <a:custGeom>
                    <a:avLst/>
                    <a:gdLst>
                      <a:gd name="connsiteX0" fmla="*/ 10374 w 11313"/>
                      <a:gd name="connsiteY0" fmla="*/ 538 h 14679"/>
                      <a:gd name="connsiteX1" fmla="*/ 7448 w 11313"/>
                      <a:gd name="connsiteY1" fmla="*/ 6 h 14679"/>
                      <a:gd name="connsiteX2" fmla="*/ 0 w 11313"/>
                      <a:gd name="connsiteY2" fmla="*/ 7675 h 14679"/>
                      <a:gd name="connsiteX3" fmla="*/ 5054 w 11313"/>
                      <a:gd name="connsiteY3" fmla="*/ 14679 h 14679"/>
                      <a:gd name="connsiteX4" fmla="*/ 10374 w 11313"/>
                      <a:gd name="connsiteY4" fmla="*/ 538 h 14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13" h="14679">
                        <a:moveTo>
                          <a:pt x="10374" y="538"/>
                        </a:moveTo>
                        <a:cubicBezTo>
                          <a:pt x="9487" y="183"/>
                          <a:pt x="8512" y="-39"/>
                          <a:pt x="7448" y="6"/>
                        </a:cubicBezTo>
                        <a:cubicBezTo>
                          <a:pt x="3281" y="50"/>
                          <a:pt x="-44" y="3508"/>
                          <a:pt x="0" y="7675"/>
                        </a:cubicBezTo>
                        <a:cubicBezTo>
                          <a:pt x="45" y="10956"/>
                          <a:pt x="2173" y="13660"/>
                          <a:pt x="5054" y="14679"/>
                        </a:cubicBezTo>
                        <a:cubicBezTo>
                          <a:pt x="9931" y="10158"/>
                          <a:pt x="12945" y="5104"/>
                          <a:pt x="10374" y="53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17" name="Forme libre : forme 19316">
                    <a:extLst>
                      <a:ext uri="{FF2B5EF4-FFF2-40B4-BE49-F238E27FC236}">
                        <a16:creationId xmlns:a16="http://schemas.microsoft.com/office/drawing/2014/main" id="{9C491F56-18A2-40BA-B218-3CDCE5CC3B53}"/>
                      </a:ext>
                    </a:extLst>
                  </p:cNvPr>
                  <p:cNvSpPr/>
                  <p:nvPr/>
                </p:nvSpPr>
                <p:spPr>
                  <a:xfrm>
                    <a:off x="5716969" y="5838608"/>
                    <a:ext cx="7715" cy="7715"/>
                  </a:xfrm>
                  <a:custGeom>
                    <a:avLst/>
                    <a:gdLst>
                      <a:gd name="connsiteX0" fmla="*/ 1 w 7715"/>
                      <a:gd name="connsiteY0" fmla="*/ 3902 h 7715"/>
                      <a:gd name="connsiteX1" fmla="*/ 3902 w 7715"/>
                      <a:gd name="connsiteY1" fmla="*/ 7714 h 7715"/>
                      <a:gd name="connsiteX2" fmla="*/ 7714 w 7715"/>
                      <a:gd name="connsiteY2" fmla="*/ 3813 h 7715"/>
                      <a:gd name="connsiteX3" fmla="*/ 3813 w 7715"/>
                      <a:gd name="connsiteY3" fmla="*/ 1 h 7715"/>
                      <a:gd name="connsiteX4" fmla="*/ 1 w 7715"/>
                      <a:gd name="connsiteY4" fmla="*/ 3902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5">
                        <a:moveTo>
                          <a:pt x="1" y="3902"/>
                        </a:moveTo>
                        <a:cubicBezTo>
                          <a:pt x="45" y="6030"/>
                          <a:pt x="1774" y="7759"/>
                          <a:pt x="3902" y="7714"/>
                        </a:cubicBezTo>
                        <a:cubicBezTo>
                          <a:pt x="6030" y="7670"/>
                          <a:pt x="7759" y="5941"/>
                          <a:pt x="7714" y="3813"/>
                        </a:cubicBezTo>
                        <a:cubicBezTo>
                          <a:pt x="7670" y="1685"/>
                          <a:pt x="5941" y="-44"/>
                          <a:pt x="3813" y="1"/>
                        </a:cubicBezTo>
                        <a:cubicBezTo>
                          <a:pt x="1685" y="45"/>
                          <a:pt x="-44" y="1774"/>
                          <a:pt x="1" y="39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18" name="Forme libre : forme 19317">
                    <a:extLst>
                      <a:ext uri="{FF2B5EF4-FFF2-40B4-BE49-F238E27FC236}">
                        <a16:creationId xmlns:a16="http://schemas.microsoft.com/office/drawing/2014/main" id="{584CA3BE-F7DE-429A-9EA9-8D0FADD7BED3}"/>
                      </a:ext>
                    </a:extLst>
                  </p:cNvPr>
                  <p:cNvSpPr/>
                  <p:nvPr/>
                </p:nvSpPr>
                <p:spPr>
                  <a:xfrm>
                    <a:off x="6223318" y="5722461"/>
                    <a:ext cx="9178" cy="15073"/>
                  </a:xfrm>
                  <a:custGeom>
                    <a:avLst/>
                    <a:gdLst>
                      <a:gd name="connsiteX0" fmla="*/ 9177 w 9178"/>
                      <a:gd name="connsiteY0" fmla="*/ 7448 h 15073"/>
                      <a:gd name="connsiteX1" fmla="*/ 1507 w 9178"/>
                      <a:gd name="connsiteY1" fmla="*/ 0 h 15073"/>
                      <a:gd name="connsiteX2" fmla="*/ 0 w 9178"/>
                      <a:gd name="connsiteY2" fmla="*/ 178 h 15073"/>
                      <a:gd name="connsiteX3" fmla="*/ 1995 w 9178"/>
                      <a:gd name="connsiteY3" fmla="*/ 15073 h 15073"/>
                      <a:gd name="connsiteX4" fmla="*/ 9177 w 9178"/>
                      <a:gd name="connsiteY4" fmla="*/ 7448 h 15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78" h="15073">
                        <a:moveTo>
                          <a:pt x="9177" y="7448"/>
                        </a:moveTo>
                        <a:cubicBezTo>
                          <a:pt x="9132" y="3281"/>
                          <a:pt x="5674" y="-44"/>
                          <a:pt x="1507" y="0"/>
                        </a:cubicBezTo>
                        <a:cubicBezTo>
                          <a:pt x="975" y="0"/>
                          <a:pt x="488" y="89"/>
                          <a:pt x="0" y="178"/>
                        </a:cubicBezTo>
                        <a:cubicBezTo>
                          <a:pt x="1197" y="5054"/>
                          <a:pt x="1862" y="10064"/>
                          <a:pt x="1995" y="15073"/>
                        </a:cubicBezTo>
                        <a:cubicBezTo>
                          <a:pt x="6074" y="14851"/>
                          <a:pt x="9265" y="11526"/>
                          <a:pt x="9177" y="74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19" name="Forme libre : forme 19318">
                    <a:extLst>
                      <a:ext uri="{FF2B5EF4-FFF2-40B4-BE49-F238E27FC236}">
                        <a16:creationId xmlns:a16="http://schemas.microsoft.com/office/drawing/2014/main" id="{929AA20D-35F5-4EA1-A513-9A26FBB4EDC5}"/>
                      </a:ext>
                    </a:extLst>
                  </p:cNvPr>
                  <p:cNvSpPr/>
                  <p:nvPr/>
                </p:nvSpPr>
                <p:spPr>
                  <a:xfrm>
                    <a:off x="6217421" y="5722639"/>
                    <a:ext cx="7980" cy="14939"/>
                  </a:xfrm>
                  <a:custGeom>
                    <a:avLst/>
                    <a:gdLst>
                      <a:gd name="connsiteX0" fmla="*/ 1 w 7980"/>
                      <a:gd name="connsiteY0" fmla="*/ 7492 h 14939"/>
                      <a:gd name="connsiteX1" fmla="*/ 7670 w 7980"/>
                      <a:gd name="connsiteY1" fmla="*/ 14940 h 14939"/>
                      <a:gd name="connsiteX2" fmla="*/ 7980 w 7980"/>
                      <a:gd name="connsiteY2" fmla="*/ 14895 h 14939"/>
                      <a:gd name="connsiteX3" fmla="*/ 5985 w 7980"/>
                      <a:gd name="connsiteY3" fmla="*/ 0 h 14939"/>
                      <a:gd name="connsiteX4" fmla="*/ 1 w 7980"/>
                      <a:gd name="connsiteY4" fmla="*/ 7492 h 14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0" h="14939">
                        <a:moveTo>
                          <a:pt x="1" y="7492"/>
                        </a:moveTo>
                        <a:cubicBezTo>
                          <a:pt x="45" y="11659"/>
                          <a:pt x="3503" y="14984"/>
                          <a:pt x="7670" y="14940"/>
                        </a:cubicBezTo>
                        <a:cubicBezTo>
                          <a:pt x="7758" y="14940"/>
                          <a:pt x="7847" y="14895"/>
                          <a:pt x="7980" y="14895"/>
                        </a:cubicBezTo>
                        <a:cubicBezTo>
                          <a:pt x="7891" y="9886"/>
                          <a:pt x="7182" y="4876"/>
                          <a:pt x="5985" y="0"/>
                        </a:cubicBezTo>
                        <a:cubicBezTo>
                          <a:pt x="2483" y="754"/>
                          <a:pt x="-44" y="3812"/>
                          <a:pt x="1" y="74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20" name="Forme libre : forme 19319">
                    <a:extLst>
                      <a:ext uri="{FF2B5EF4-FFF2-40B4-BE49-F238E27FC236}">
                        <a16:creationId xmlns:a16="http://schemas.microsoft.com/office/drawing/2014/main" id="{15E2D59A-5BF8-4812-9564-7241DCFD7A08}"/>
                      </a:ext>
                    </a:extLst>
                  </p:cNvPr>
                  <p:cNvSpPr/>
                  <p:nvPr/>
                </p:nvSpPr>
                <p:spPr>
                  <a:xfrm>
                    <a:off x="6239321" y="5739573"/>
                    <a:ext cx="7715" cy="7715"/>
                  </a:xfrm>
                  <a:custGeom>
                    <a:avLst/>
                    <a:gdLst>
                      <a:gd name="connsiteX0" fmla="*/ 1 w 7715"/>
                      <a:gd name="connsiteY0" fmla="*/ 3902 h 7715"/>
                      <a:gd name="connsiteX1" fmla="*/ 3902 w 7715"/>
                      <a:gd name="connsiteY1" fmla="*/ 7714 h 7715"/>
                      <a:gd name="connsiteX2" fmla="*/ 7714 w 7715"/>
                      <a:gd name="connsiteY2" fmla="*/ 3813 h 7715"/>
                      <a:gd name="connsiteX3" fmla="*/ 3813 w 7715"/>
                      <a:gd name="connsiteY3" fmla="*/ 1 h 7715"/>
                      <a:gd name="connsiteX4" fmla="*/ 1 w 7715"/>
                      <a:gd name="connsiteY4" fmla="*/ 3902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5">
                        <a:moveTo>
                          <a:pt x="1" y="3902"/>
                        </a:moveTo>
                        <a:cubicBezTo>
                          <a:pt x="45" y="6030"/>
                          <a:pt x="1774" y="7759"/>
                          <a:pt x="3902" y="7714"/>
                        </a:cubicBezTo>
                        <a:cubicBezTo>
                          <a:pt x="6030" y="7670"/>
                          <a:pt x="7759" y="5942"/>
                          <a:pt x="7714" y="3813"/>
                        </a:cubicBezTo>
                        <a:cubicBezTo>
                          <a:pt x="7670" y="1685"/>
                          <a:pt x="5941" y="-44"/>
                          <a:pt x="3813" y="1"/>
                        </a:cubicBezTo>
                        <a:cubicBezTo>
                          <a:pt x="1685" y="1"/>
                          <a:pt x="-44" y="1774"/>
                          <a:pt x="1" y="39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21" name="Forme libre : forme 19320">
                    <a:extLst>
                      <a:ext uri="{FF2B5EF4-FFF2-40B4-BE49-F238E27FC236}">
                        <a16:creationId xmlns:a16="http://schemas.microsoft.com/office/drawing/2014/main" id="{BE1CDA3C-956D-453C-9741-C0E26C0EB120}"/>
                      </a:ext>
                    </a:extLst>
                  </p:cNvPr>
                  <p:cNvSpPr/>
                  <p:nvPr/>
                </p:nvSpPr>
                <p:spPr>
                  <a:xfrm>
                    <a:off x="6049452" y="5764665"/>
                    <a:ext cx="3812" cy="2260"/>
                  </a:xfrm>
                  <a:custGeom>
                    <a:avLst/>
                    <a:gdLst>
                      <a:gd name="connsiteX0" fmla="*/ 3812 w 3812"/>
                      <a:gd name="connsiteY0" fmla="*/ 0 h 2260"/>
                      <a:gd name="connsiteX1" fmla="*/ 0 w 3812"/>
                      <a:gd name="connsiteY1" fmla="*/ 2261 h 2260"/>
                      <a:gd name="connsiteX2" fmla="*/ 3812 w 3812"/>
                      <a:gd name="connsiteY2" fmla="*/ 0 h 2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812" h="2260">
                        <a:moveTo>
                          <a:pt x="3812" y="0"/>
                        </a:moveTo>
                        <a:cubicBezTo>
                          <a:pt x="2527" y="754"/>
                          <a:pt x="1286" y="1507"/>
                          <a:pt x="0" y="2261"/>
                        </a:cubicBezTo>
                        <a:cubicBezTo>
                          <a:pt x="1507" y="1906"/>
                          <a:pt x="2837" y="1108"/>
                          <a:pt x="381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22" name="Forme libre : forme 19321">
                    <a:extLst>
                      <a:ext uri="{FF2B5EF4-FFF2-40B4-BE49-F238E27FC236}">
                        <a16:creationId xmlns:a16="http://schemas.microsoft.com/office/drawing/2014/main" id="{D42B6CFF-9A73-4CF5-8751-5EE7108E3735}"/>
                      </a:ext>
                    </a:extLst>
                  </p:cNvPr>
                  <p:cNvSpPr/>
                  <p:nvPr/>
                </p:nvSpPr>
                <p:spPr>
                  <a:xfrm>
                    <a:off x="6044930" y="5752073"/>
                    <a:ext cx="10286" cy="15074"/>
                  </a:xfrm>
                  <a:custGeom>
                    <a:avLst/>
                    <a:gdLst>
                      <a:gd name="connsiteX0" fmla="*/ 2660 w 10286"/>
                      <a:gd name="connsiteY0" fmla="*/ 2 h 15074"/>
                      <a:gd name="connsiteX1" fmla="*/ 0 w 10286"/>
                      <a:gd name="connsiteY1" fmla="*/ 534 h 15074"/>
                      <a:gd name="connsiteX2" fmla="*/ 1153 w 10286"/>
                      <a:gd name="connsiteY2" fmla="*/ 14897 h 15074"/>
                      <a:gd name="connsiteX3" fmla="*/ 2837 w 10286"/>
                      <a:gd name="connsiteY3" fmla="*/ 15074 h 15074"/>
                      <a:gd name="connsiteX4" fmla="*/ 4522 w 10286"/>
                      <a:gd name="connsiteY4" fmla="*/ 14852 h 15074"/>
                      <a:gd name="connsiteX5" fmla="*/ 8334 w 10286"/>
                      <a:gd name="connsiteY5" fmla="*/ 12592 h 15074"/>
                      <a:gd name="connsiteX6" fmla="*/ 10285 w 10286"/>
                      <a:gd name="connsiteY6" fmla="*/ 7449 h 15074"/>
                      <a:gd name="connsiteX7" fmla="*/ 2660 w 10286"/>
                      <a:gd name="connsiteY7" fmla="*/ 2 h 15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286" h="15074">
                        <a:moveTo>
                          <a:pt x="2660" y="2"/>
                        </a:moveTo>
                        <a:cubicBezTo>
                          <a:pt x="1729" y="2"/>
                          <a:pt x="842" y="223"/>
                          <a:pt x="0" y="534"/>
                        </a:cubicBezTo>
                        <a:cubicBezTo>
                          <a:pt x="2128" y="4878"/>
                          <a:pt x="2128" y="10065"/>
                          <a:pt x="1153" y="14897"/>
                        </a:cubicBezTo>
                        <a:cubicBezTo>
                          <a:pt x="1684" y="15030"/>
                          <a:pt x="2261" y="15074"/>
                          <a:pt x="2837" y="15074"/>
                        </a:cubicBezTo>
                        <a:cubicBezTo>
                          <a:pt x="3413" y="15074"/>
                          <a:pt x="3990" y="14986"/>
                          <a:pt x="4522" y="14852"/>
                        </a:cubicBezTo>
                        <a:cubicBezTo>
                          <a:pt x="5807" y="14099"/>
                          <a:pt x="7049" y="13345"/>
                          <a:pt x="8334" y="12592"/>
                        </a:cubicBezTo>
                        <a:cubicBezTo>
                          <a:pt x="9576" y="11218"/>
                          <a:pt x="10329" y="9444"/>
                          <a:pt x="10285" y="7449"/>
                        </a:cubicBezTo>
                        <a:cubicBezTo>
                          <a:pt x="10240" y="3282"/>
                          <a:pt x="6827" y="-87"/>
                          <a:pt x="2660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23" name="Forme libre : forme 19322">
                    <a:extLst>
                      <a:ext uri="{FF2B5EF4-FFF2-40B4-BE49-F238E27FC236}">
                        <a16:creationId xmlns:a16="http://schemas.microsoft.com/office/drawing/2014/main" id="{3B1F200A-995C-4C14-9E09-F1D850D88828}"/>
                      </a:ext>
                    </a:extLst>
                  </p:cNvPr>
                  <p:cNvSpPr/>
                  <p:nvPr/>
                </p:nvSpPr>
                <p:spPr>
                  <a:xfrm>
                    <a:off x="6040142" y="5752607"/>
                    <a:ext cx="6569" cy="14363"/>
                  </a:xfrm>
                  <a:custGeom>
                    <a:avLst/>
                    <a:gdLst>
                      <a:gd name="connsiteX0" fmla="*/ 4789 w 6569"/>
                      <a:gd name="connsiteY0" fmla="*/ 0 h 14363"/>
                      <a:gd name="connsiteX1" fmla="*/ 1 w 6569"/>
                      <a:gd name="connsiteY1" fmla="*/ 7093 h 14363"/>
                      <a:gd name="connsiteX2" fmla="*/ 5941 w 6569"/>
                      <a:gd name="connsiteY2" fmla="*/ 14363 h 14363"/>
                      <a:gd name="connsiteX3" fmla="*/ 4789 w 6569"/>
                      <a:gd name="connsiteY3" fmla="*/ 0 h 14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69" h="14363">
                        <a:moveTo>
                          <a:pt x="4789" y="0"/>
                        </a:moveTo>
                        <a:cubicBezTo>
                          <a:pt x="1951" y="1108"/>
                          <a:pt x="-44" y="3901"/>
                          <a:pt x="1" y="7093"/>
                        </a:cubicBezTo>
                        <a:cubicBezTo>
                          <a:pt x="45" y="10684"/>
                          <a:pt x="2616" y="13654"/>
                          <a:pt x="5941" y="14363"/>
                        </a:cubicBezTo>
                        <a:cubicBezTo>
                          <a:pt x="6916" y="9487"/>
                          <a:pt x="6916" y="4344"/>
                          <a:pt x="47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24" name="Forme libre : forme 19323">
                    <a:extLst>
                      <a:ext uri="{FF2B5EF4-FFF2-40B4-BE49-F238E27FC236}">
                        <a16:creationId xmlns:a16="http://schemas.microsoft.com/office/drawing/2014/main" id="{55D3FAD5-A9E0-473A-9B5F-4F99AE3B3A27}"/>
                      </a:ext>
                    </a:extLst>
                  </p:cNvPr>
                  <p:cNvSpPr/>
                  <p:nvPr/>
                </p:nvSpPr>
                <p:spPr>
                  <a:xfrm>
                    <a:off x="6062086" y="5769142"/>
                    <a:ext cx="7715" cy="7715"/>
                  </a:xfrm>
                  <a:custGeom>
                    <a:avLst/>
                    <a:gdLst>
                      <a:gd name="connsiteX0" fmla="*/ 7714 w 7715"/>
                      <a:gd name="connsiteY0" fmla="*/ 3813 h 7715"/>
                      <a:gd name="connsiteX1" fmla="*/ 3813 w 7715"/>
                      <a:gd name="connsiteY1" fmla="*/ 1 h 7715"/>
                      <a:gd name="connsiteX2" fmla="*/ 1 w 7715"/>
                      <a:gd name="connsiteY2" fmla="*/ 3902 h 7715"/>
                      <a:gd name="connsiteX3" fmla="*/ 3902 w 7715"/>
                      <a:gd name="connsiteY3" fmla="*/ 7714 h 7715"/>
                      <a:gd name="connsiteX4" fmla="*/ 7714 w 7715"/>
                      <a:gd name="connsiteY4" fmla="*/ 3813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5">
                        <a:moveTo>
                          <a:pt x="7714" y="3813"/>
                        </a:moveTo>
                        <a:cubicBezTo>
                          <a:pt x="7670" y="1685"/>
                          <a:pt x="5941" y="-44"/>
                          <a:pt x="3813" y="1"/>
                        </a:cubicBezTo>
                        <a:cubicBezTo>
                          <a:pt x="1685" y="45"/>
                          <a:pt x="-44" y="1774"/>
                          <a:pt x="1" y="3902"/>
                        </a:cubicBezTo>
                        <a:cubicBezTo>
                          <a:pt x="45" y="6030"/>
                          <a:pt x="1774" y="7759"/>
                          <a:pt x="3902" y="7714"/>
                        </a:cubicBezTo>
                        <a:cubicBezTo>
                          <a:pt x="6030" y="7714"/>
                          <a:pt x="7759" y="5941"/>
                          <a:pt x="7714" y="38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25" name="Forme libre : forme 19324">
                    <a:extLst>
                      <a:ext uri="{FF2B5EF4-FFF2-40B4-BE49-F238E27FC236}">
                        <a16:creationId xmlns:a16="http://schemas.microsoft.com/office/drawing/2014/main" id="{ADB0663A-0759-46A5-96BD-2AD23EF2153B}"/>
                      </a:ext>
                    </a:extLst>
                  </p:cNvPr>
                  <p:cNvSpPr/>
                  <p:nvPr/>
                </p:nvSpPr>
                <p:spPr>
                  <a:xfrm>
                    <a:off x="6101275" y="5822118"/>
                    <a:ext cx="14806" cy="13743"/>
                  </a:xfrm>
                  <a:custGeom>
                    <a:avLst/>
                    <a:gdLst>
                      <a:gd name="connsiteX0" fmla="*/ 5098 w 14806"/>
                      <a:gd name="connsiteY0" fmla="*/ 5054 h 13743"/>
                      <a:gd name="connsiteX1" fmla="*/ 0 w 14806"/>
                      <a:gd name="connsiteY1" fmla="*/ 8113 h 13743"/>
                      <a:gd name="connsiteX2" fmla="*/ 7359 w 14806"/>
                      <a:gd name="connsiteY2" fmla="*/ 13743 h 13743"/>
                      <a:gd name="connsiteX3" fmla="*/ 14807 w 14806"/>
                      <a:gd name="connsiteY3" fmla="*/ 6073 h 13743"/>
                      <a:gd name="connsiteX4" fmla="*/ 11570 w 14806"/>
                      <a:gd name="connsiteY4" fmla="*/ 0 h 13743"/>
                      <a:gd name="connsiteX5" fmla="*/ 5098 w 14806"/>
                      <a:gd name="connsiteY5" fmla="*/ 5054 h 13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06" h="13743">
                        <a:moveTo>
                          <a:pt x="5098" y="5054"/>
                        </a:moveTo>
                        <a:cubicBezTo>
                          <a:pt x="3413" y="6073"/>
                          <a:pt x="1685" y="7093"/>
                          <a:pt x="0" y="8113"/>
                        </a:cubicBezTo>
                        <a:cubicBezTo>
                          <a:pt x="887" y="11393"/>
                          <a:pt x="3857" y="13787"/>
                          <a:pt x="7359" y="13743"/>
                        </a:cubicBezTo>
                        <a:cubicBezTo>
                          <a:pt x="11526" y="13699"/>
                          <a:pt x="14851" y="10241"/>
                          <a:pt x="14807" y="6073"/>
                        </a:cubicBezTo>
                        <a:cubicBezTo>
                          <a:pt x="14762" y="3547"/>
                          <a:pt x="13477" y="1330"/>
                          <a:pt x="11570" y="0"/>
                        </a:cubicBezTo>
                        <a:cubicBezTo>
                          <a:pt x="9886" y="2128"/>
                          <a:pt x="7359" y="3724"/>
                          <a:pt x="5098" y="50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26" name="Forme libre : forme 19325">
                    <a:extLst>
                      <a:ext uri="{FF2B5EF4-FFF2-40B4-BE49-F238E27FC236}">
                        <a16:creationId xmlns:a16="http://schemas.microsoft.com/office/drawing/2014/main" id="{205B56C1-299F-4FCE-A7AF-E7555B1089BE}"/>
                      </a:ext>
                    </a:extLst>
                  </p:cNvPr>
                  <p:cNvSpPr/>
                  <p:nvPr/>
                </p:nvSpPr>
                <p:spPr>
                  <a:xfrm>
                    <a:off x="6101008" y="5820655"/>
                    <a:ext cx="11836" cy="9531"/>
                  </a:xfrm>
                  <a:custGeom>
                    <a:avLst/>
                    <a:gdLst>
                      <a:gd name="connsiteX0" fmla="*/ 0 w 11836"/>
                      <a:gd name="connsiteY0" fmla="*/ 7714 h 9531"/>
                      <a:gd name="connsiteX1" fmla="*/ 266 w 11836"/>
                      <a:gd name="connsiteY1" fmla="*/ 9531 h 9531"/>
                      <a:gd name="connsiteX2" fmla="*/ 5364 w 11836"/>
                      <a:gd name="connsiteY2" fmla="*/ 6472 h 9531"/>
                      <a:gd name="connsiteX3" fmla="*/ 11837 w 11836"/>
                      <a:gd name="connsiteY3" fmla="*/ 1375 h 9531"/>
                      <a:gd name="connsiteX4" fmla="*/ 7448 w 11836"/>
                      <a:gd name="connsiteY4" fmla="*/ 0 h 9531"/>
                      <a:gd name="connsiteX5" fmla="*/ 0 w 11836"/>
                      <a:gd name="connsiteY5" fmla="*/ 7714 h 9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836" h="9531">
                        <a:moveTo>
                          <a:pt x="0" y="7714"/>
                        </a:moveTo>
                        <a:cubicBezTo>
                          <a:pt x="0" y="8334"/>
                          <a:pt x="133" y="8955"/>
                          <a:pt x="266" y="9531"/>
                        </a:cubicBezTo>
                        <a:cubicBezTo>
                          <a:pt x="1951" y="8512"/>
                          <a:pt x="3680" y="7492"/>
                          <a:pt x="5364" y="6472"/>
                        </a:cubicBezTo>
                        <a:cubicBezTo>
                          <a:pt x="7581" y="5143"/>
                          <a:pt x="10152" y="3547"/>
                          <a:pt x="11837" y="1375"/>
                        </a:cubicBezTo>
                        <a:cubicBezTo>
                          <a:pt x="10595" y="488"/>
                          <a:pt x="9088" y="0"/>
                          <a:pt x="7448" y="0"/>
                        </a:cubicBezTo>
                        <a:cubicBezTo>
                          <a:pt x="3281" y="133"/>
                          <a:pt x="-44" y="3547"/>
                          <a:pt x="0" y="77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27" name="Forme libre : forme 19326">
                    <a:extLst>
                      <a:ext uri="{FF2B5EF4-FFF2-40B4-BE49-F238E27FC236}">
                        <a16:creationId xmlns:a16="http://schemas.microsoft.com/office/drawing/2014/main" id="{4A5C350D-976E-46D0-9974-5968D9586D22}"/>
                      </a:ext>
                    </a:extLst>
                  </p:cNvPr>
                  <p:cNvSpPr/>
                  <p:nvPr/>
                </p:nvSpPr>
                <p:spPr>
                  <a:xfrm>
                    <a:off x="6127209" y="5841446"/>
                    <a:ext cx="3458" cy="3989"/>
                  </a:xfrm>
                  <a:custGeom>
                    <a:avLst/>
                    <a:gdLst>
                      <a:gd name="connsiteX0" fmla="*/ 3458 w 3458"/>
                      <a:gd name="connsiteY0" fmla="*/ 177 h 3989"/>
                      <a:gd name="connsiteX1" fmla="*/ 3413 w 3458"/>
                      <a:gd name="connsiteY1" fmla="*/ 0 h 3989"/>
                      <a:gd name="connsiteX2" fmla="*/ 0 w 3458"/>
                      <a:gd name="connsiteY2" fmla="*/ 3990 h 3989"/>
                      <a:gd name="connsiteX3" fmla="*/ 3458 w 3458"/>
                      <a:gd name="connsiteY3" fmla="*/ 177 h 3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8" h="3989">
                        <a:moveTo>
                          <a:pt x="3458" y="177"/>
                        </a:moveTo>
                        <a:cubicBezTo>
                          <a:pt x="3458" y="133"/>
                          <a:pt x="3413" y="89"/>
                          <a:pt x="3413" y="0"/>
                        </a:cubicBezTo>
                        <a:cubicBezTo>
                          <a:pt x="2261" y="1330"/>
                          <a:pt x="1108" y="2660"/>
                          <a:pt x="0" y="3990"/>
                        </a:cubicBezTo>
                        <a:cubicBezTo>
                          <a:pt x="1951" y="3813"/>
                          <a:pt x="3502" y="2173"/>
                          <a:pt x="3458" y="1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28" name="Forme libre : forme 19327">
                    <a:extLst>
                      <a:ext uri="{FF2B5EF4-FFF2-40B4-BE49-F238E27FC236}">
                        <a16:creationId xmlns:a16="http://schemas.microsoft.com/office/drawing/2014/main" id="{CCC2B407-3AFF-4731-AC36-838DEFD568EC}"/>
                      </a:ext>
                    </a:extLst>
                  </p:cNvPr>
                  <p:cNvSpPr/>
                  <p:nvPr/>
                </p:nvSpPr>
                <p:spPr>
                  <a:xfrm>
                    <a:off x="6122952" y="5837810"/>
                    <a:ext cx="7714" cy="7715"/>
                  </a:xfrm>
                  <a:custGeom>
                    <a:avLst/>
                    <a:gdLst>
                      <a:gd name="connsiteX0" fmla="*/ 3813 w 7714"/>
                      <a:gd name="connsiteY0" fmla="*/ 1 h 7715"/>
                      <a:gd name="connsiteX1" fmla="*/ 1 w 7714"/>
                      <a:gd name="connsiteY1" fmla="*/ 3902 h 7715"/>
                      <a:gd name="connsiteX2" fmla="*/ 3902 w 7714"/>
                      <a:gd name="connsiteY2" fmla="*/ 7714 h 7715"/>
                      <a:gd name="connsiteX3" fmla="*/ 4301 w 7714"/>
                      <a:gd name="connsiteY3" fmla="*/ 7626 h 7715"/>
                      <a:gd name="connsiteX4" fmla="*/ 7715 w 7714"/>
                      <a:gd name="connsiteY4" fmla="*/ 3636 h 7715"/>
                      <a:gd name="connsiteX5" fmla="*/ 3813 w 7714"/>
                      <a:gd name="connsiteY5" fmla="*/ 1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14" h="7715">
                        <a:moveTo>
                          <a:pt x="3813" y="1"/>
                        </a:moveTo>
                        <a:cubicBezTo>
                          <a:pt x="1685" y="45"/>
                          <a:pt x="-43" y="1774"/>
                          <a:pt x="1" y="3902"/>
                        </a:cubicBezTo>
                        <a:cubicBezTo>
                          <a:pt x="45" y="6030"/>
                          <a:pt x="1774" y="7759"/>
                          <a:pt x="3902" y="7714"/>
                        </a:cubicBezTo>
                        <a:cubicBezTo>
                          <a:pt x="4035" y="7714"/>
                          <a:pt x="4168" y="7626"/>
                          <a:pt x="4301" y="7626"/>
                        </a:cubicBezTo>
                        <a:cubicBezTo>
                          <a:pt x="5409" y="6252"/>
                          <a:pt x="6562" y="4966"/>
                          <a:pt x="7715" y="3636"/>
                        </a:cubicBezTo>
                        <a:cubicBezTo>
                          <a:pt x="7582" y="1597"/>
                          <a:pt x="5853" y="-43"/>
                          <a:pt x="381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29" name="Forme libre : forme 19328">
                    <a:extLst>
                      <a:ext uri="{FF2B5EF4-FFF2-40B4-BE49-F238E27FC236}">
                        <a16:creationId xmlns:a16="http://schemas.microsoft.com/office/drawing/2014/main" id="{FB6C81FA-74DD-4DA5-B248-01A959A0921A}"/>
                      </a:ext>
                    </a:extLst>
                  </p:cNvPr>
                  <p:cNvSpPr/>
                  <p:nvPr/>
                </p:nvSpPr>
                <p:spPr>
                  <a:xfrm>
                    <a:off x="6237371" y="5842954"/>
                    <a:ext cx="13654" cy="11837"/>
                  </a:xfrm>
                  <a:custGeom>
                    <a:avLst/>
                    <a:gdLst>
                      <a:gd name="connsiteX0" fmla="*/ 0 w 13654"/>
                      <a:gd name="connsiteY0" fmla="*/ 8689 h 11837"/>
                      <a:gd name="connsiteX1" fmla="*/ 6206 w 13654"/>
                      <a:gd name="connsiteY1" fmla="*/ 11836 h 11837"/>
                      <a:gd name="connsiteX2" fmla="*/ 13654 w 13654"/>
                      <a:gd name="connsiteY2" fmla="*/ 4167 h 11837"/>
                      <a:gd name="connsiteX3" fmla="*/ 12324 w 13654"/>
                      <a:gd name="connsiteY3" fmla="*/ 0 h 11837"/>
                      <a:gd name="connsiteX4" fmla="*/ 2172 w 13654"/>
                      <a:gd name="connsiteY4" fmla="*/ 6029 h 11837"/>
                      <a:gd name="connsiteX5" fmla="*/ 0 w 13654"/>
                      <a:gd name="connsiteY5" fmla="*/ 8689 h 11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654" h="11837">
                        <a:moveTo>
                          <a:pt x="0" y="8689"/>
                        </a:moveTo>
                        <a:cubicBezTo>
                          <a:pt x="1374" y="10640"/>
                          <a:pt x="3679" y="11880"/>
                          <a:pt x="6206" y="11836"/>
                        </a:cubicBezTo>
                        <a:cubicBezTo>
                          <a:pt x="10373" y="11792"/>
                          <a:pt x="13698" y="8334"/>
                          <a:pt x="13654" y="4167"/>
                        </a:cubicBezTo>
                        <a:cubicBezTo>
                          <a:pt x="13654" y="2615"/>
                          <a:pt x="13166" y="1197"/>
                          <a:pt x="12324" y="0"/>
                        </a:cubicBezTo>
                        <a:cubicBezTo>
                          <a:pt x="9620" y="2660"/>
                          <a:pt x="6118" y="4610"/>
                          <a:pt x="2172" y="6029"/>
                        </a:cubicBezTo>
                        <a:cubicBezTo>
                          <a:pt x="1507" y="6960"/>
                          <a:pt x="709" y="7802"/>
                          <a:pt x="0" y="86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30" name="Forme libre : forme 19329">
                    <a:extLst>
                      <a:ext uri="{FF2B5EF4-FFF2-40B4-BE49-F238E27FC236}">
                        <a16:creationId xmlns:a16="http://schemas.microsoft.com/office/drawing/2014/main" id="{9AFAE2B3-C24D-4C1B-B723-8EF78AE87F10}"/>
                      </a:ext>
                    </a:extLst>
                  </p:cNvPr>
                  <p:cNvSpPr/>
                  <p:nvPr/>
                </p:nvSpPr>
                <p:spPr>
                  <a:xfrm>
                    <a:off x="6239588" y="5839716"/>
                    <a:ext cx="10151" cy="9266"/>
                  </a:xfrm>
                  <a:custGeom>
                    <a:avLst/>
                    <a:gdLst>
                      <a:gd name="connsiteX0" fmla="*/ 3812 w 10151"/>
                      <a:gd name="connsiteY0" fmla="*/ 1 h 9266"/>
                      <a:gd name="connsiteX1" fmla="*/ 1596 w 10151"/>
                      <a:gd name="connsiteY1" fmla="*/ 400 h 9266"/>
                      <a:gd name="connsiteX2" fmla="*/ 1729 w 10151"/>
                      <a:gd name="connsiteY2" fmla="*/ 6429 h 9266"/>
                      <a:gd name="connsiteX3" fmla="*/ 0 w 10151"/>
                      <a:gd name="connsiteY3" fmla="*/ 9266 h 9266"/>
                      <a:gd name="connsiteX4" fmla="*/ 10152 w 10151"/>
                      <a:gd name="connsiteY4" fmla="*/ 3237 h 9266"/>
                      <a:gd name="connsiteX5" fmla="*/ 3812 w 10151"/>
                      <a:gd name="connsiteY5" fmla="*/ 1 h 9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151" h="9266">
                        <a:moveTo>
                          <a:pt x="3812" y="1"/>
                        </a:moveTo>
                        <a:cubicBezTo>
                          <a:pt x="3059" y="1"/>
                          <a:pt x="2305" y="178"/>
                          <a:pt x="1596" y="400"/>
                        </a:cubicBezTo>
                        <a:cubicBezTo>
                          <a:pt x="2349" y="2306"/>
                          <a:pt x="2527" y="4345"/>
                          <a:pt x="1729" y="6429"/>
                        </a:cubicBezTo>
                        <a:cubicBezTo>
                          <a:pt x="1330" y="7493"/>
                          <a:pt x="709" y="8379"/>
                          <a:pt x="0" y="9266"/>
                        </a:cubicBezTo>
                        <a:cubicBezTo>
                          <a:pt x="3901" y="7847"/>
                          <a:pt x="7448" y="5941"/>
                          <a:pt x="10152" y="3237"/>
                        </a:cubicBezTo>
                        <a:cubicBezTo>
                          <a:pt x="8733" y="1286"/>
                          <a:pt x="6428" y="-43"/>
                          <a:pt x="381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31" name="Forme libre : forme 19330">
                    <a:extLst>
                      <a:ext uri="{FF2B5EF4-FFF2-40B4-BE49-F238E27FC236}">
                        <a16:creationId xmlns:a16="http://schemas.microsoft.com/office/drawing/2014/main" id="{CC136AF3-D9A1-4C97-853C-C8E605115805}"/>
                      </a:ext>
                    </a:extLst>
                  </p:cNvPr>
                  <p:cNvSpPr/>
                  <p:nvPr/>
                </p:nvSpPr>
                <p:spPr>
                  <a:xfrm>
                    <a:off x="6236484" y="5849027"/>
                    <a:ext cx="3103" cy="2659"/>
                  </a:xfrm>
                  <a:custGeom>
                    <a:avLst/>
                    <a:gdLst>
                      <a:gd name="connsiteX0" fmla="*/ 0 w 3103"/>
                      <a:gd name="connsiteY0" fmla="*/ 975 h 2659"/>
                      <a:gd name="connsiteX1" fmla="*/ 887 w 3103"/>
                      <a:gd name="connsiteY1" fmla="*/ 2660 h 2659"/>
                      <a:gd name="connsiteX2" fmla="*/ 3103 w 3103"/>
                      <a:gd name="connsiteY2" fmla="*/ 0 h 2659"/>
                      <a:gd name="connsiteX3" fmla="*/ 0 w 3103"/>
                      <a:gd name="connsiteY3" fmla="*/ 975 h 2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03" h="2659">
                        <a:moveTo>
                          <a:pt x="0" y="975"/>
                        </a:moveTo>
                        <a:cubicBezTo>
                          <a:pt x="222" y="1551"/>
                          <a:pt x="532" y="2128"/>
                          <a:pt x="887" y="2660"/>
                        </a:cubicBezTo>
                        <a:cubicBezTo>
                          <a:pt x="1596" y="1773"/>
                          <a:pt x="2394" y="886"/>
                          <a:pt x="3103" y="0"/>
                        </a:cubicBezTo>
                        <a:cubicBezTo>
                          <a:pt x="2083" y="354"/>
                          <a:pt x="1064" y="665"/>
                          <a:pt x="0" y="9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32" name="Forme libre : forme 19331">
                    <a:extLst>
                      <a:ext uri="{FF2B5EF4-FFF2-40B4-BE49-F238E27FC236}">
                        <a16:creationId xmlns:a16="http://schemas.microsoft.com/office/drawing/2014/main" id="{72DA922D-EDE6-4504-BAD6-30BA608E80EA}"/>
                      </a:ext>
                    </a:extLst>
                  </p:cNvPr>
                  <p:cNvSpPr/>
                  <p:nvPr/>
                </p:nvSpPr>
                <p:spPr>
                  <a:xfrm>
                    <a:off x="6235952" y="5840161"/>
                    <a:ext cx="5885" cy="9841"/>
                  </a:xfrm>
                  <a:custGeom>
                    <a:avLst/>
                    <a:gdLst>
                      <a:gd name="connsiteX0" fmla="*/ 1 w 5885"/>
                      <a:gd name="connsiteY0" fmla="*/ 7182 h 9841"/>
                      <a:gd name="connsiteX1" fmla="*/ 533 w 5885"/>
                      <a:gd name="connsiteY1" fmla="*/ 9841 h 9841"/>
                      <a:gd name="connsiteX2" fmla="*/ 3636 w 5885"/>
                      <a:gd name="connsiteY2" fmla="*/ 8866 h 9841"/>
                      <a:gd name="connsiteX3" fmla="*/ 5365 w 5885"/>
                      <a:gd name="connsiteY3" fmla="*/ 6029 h 9841"/>
                      <a:gd name="connsiteX4" fmla="*/ 5232 w 5885"/>
                      <a:gd name="connsiteY4" fmla="*/ 0 h 9841"/>
                      <a:gd name="connsiteX5" fmla="*/ 1 w 5885"/>
                      <a:gd name="connsiteY5" fmla="*/ 7182 h 9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885" h="9841">
                        <a:moveTo>
                          <a:pt x="1" y="7182"/>
                        </a:moveTo>
                        <a:cubicBezTo>
                          <a:pt x="1" y="8112"/>
                          <a:pt x="222" y="8999"/>
                          <a:pt x="533" y="9841"/>
                        </a:cubicBezTo>
                        <a:cubicBezTo>
                          <a:pt x="1597" y="9531"/>
                          <a:pt x="2616" y="9221"/>
                          <a:pt x="3636" y="8866"/>
                        </a:cubicBezTo>
                        <a:cubicBezTo>
                          <a:pt x="4345" y="7979"/>
                          <a:pt x="4966" y="7048"/>
                          <a:pt x="5365" y="6029"/>
                        </a:cubicBezTo>
                        <a:cubicBezTo>
                          <a:pt x="6163" y="3901"/>
                          <a:pt x="5985" y="1862"/>
                          <a:pt x="5232" y="0"/>
                        </a:cubicBezTo>
                        <a:cubicBezTo>
                          <a:pt x="2173" y="931"/>
                          <a:pt x="-44" y="3812"/>
                          <a:pt x="1" y="71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33" name="Forme libre : forme 19332">
                    <a:extLst>
                      <a:ext uri="{FF2B5EF4-FFF2-40B4-BE49-F238E27FC236}">
                        <a16:creationId xmlns:a16="http://schemas.microsoft.com/office/drawing/2014/main" id="{96FE6D14-A606-4EC0-8FFC-B4FB63649D66}"/>
                      </a:ext>
                    </a:extLst>
                  </p:cNvPr>
                  <p:cNvSpPr/>
                  <p:nvPr/>
                </p:nvSpPr>
                <p:spPr>
                  <a:xfrm>
                    <a:off x="6257852" y="5856785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34" name="Forme libre : forme 19333">
                    <a:extLst>
                      <a:ext uri="{FF2B5EF4-FFF2-40B4-BE49-F238E27FC236}">
                        <a16:creationId xmlns:a16="http://schemas.microsoft.com/office/drawing/2014/main" id="{E3E7E27F-7AED-422E-9F3B-3C7BE92CF849}"/>
                      </a:ext>
                    </a:extLst>
                  </p:cNvPr>
                  <p:cNvSpPr/>
                  <p:nvPr/>
                </p:nvSpPr>
                <p:spPr>
                  <a:xfrm>
                    <a:off x="6461996" y="5676446"/>
                    <a:ext cx="4876" cy="2925"/>
                  </a:xfrm>
                  <a:custGeom>
                    <a:avLst/>
                    <a:gdLst>
                      <a:gd name="connsiteX0" fmla="*/ 4876 w 4876"/>
                      <a:gd name="connsiteY0" fmla="*/ 0 h 2925"/>
                      <a:gd name="connsiteX1" fmla="*/ 0 w 4876"/>
                      <a:gd name="connsiteY1" fmla="*/ 2926 h 2925"/>
                      <a:gd name="connsiteX2" fmla="*/ 4876 w 4876"/>
                      <a:gd name="connsiteY2" fmla="*/ 0 h 2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876" h="2925">
                        <a:moveTo>
                          <a:pt x="4876" y="0"/>
                        </a:moveTo>
                        <a:cubicBezTo>
                          <a:pt x="3236" y="975"/>
                          <a:pt x="1640" y="1951"/>
                          <a:pt x="0" y="2926"/>
                        </a:cubicBezTo>
                        <a:cubicBezTo>
                          <a:pt x="1995" y="2616"/>
                          <a:pt x="3724" y="1551"/>
                          <a:pt x="487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35" name="Forme libre : forme 19334">
                    <a:extLst>
                      <a:ext uri="{FF2B5EF4-FFF2-40B4-BE49-F238E27FC236}">
                        <a16:creationId xmlns:a16="http://schemas.microsoft.com/office/drawing/2014/main" id="{E992EE5F-97AC-4CBE-934E-EFAC807873A6}"/>
                      </a:ext>
                    </a:extLst>
                  </p:cNvPr>
                  <p:cNvSpPr/>
                  <p:nvPr/>
                </p:nvSpPr>
                <p:spPr>
                  <a:xfrm>
                    <a:off x="6461774" y="5664876"/>
                    <a:ext cx="6694" cy="14496"/>
                  </a:xfrm>
                  <a:custGeom>
                    <a:avLst/>
                    <a:gdLst>
                      <a:gd name="connsiteX0" fmla="*/ 1817 w 6694"/>
                      <a:gd name="connsiteY0" fmla="*/ 0 h 14496"/>
                      <a:gd name="connsiteX1" fmla="*/ 0 w 6694"/>
                      <a:gd name="connsiteY1" fmla="*/ 14496 h 14496"/>
                      <a:gd name="connsiteX2" fmla="*/ 266 w 6694"/>
                      <a:gd name="connsiteY2" fmla="*/ 14452 h 14496"/>
                      <a:gd name="connsiteX3" fmla="*/ 5142 w 6694"/>
                      <a:gd name="connsiteY3" fmla="*/ 11526 h 14496"/>
                      <a:gd name="connsiteX4" fmla="*/ 6694 w 6694"/>
                      <a:gd name="connsiteY4" fmla="*/ 6916 h 14496"/>
                      <a:gd name="connsiteX5" fmla="*/ 1817 w 6694"/>
                      <a:gd name="connsiteY5" fmla="*/ 0 h 14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94" h="14496">
                        <a:moveTo>
                          <a:pt x="1817" y="0"/>
                        </a:moveTo>
                        <a:cubicBezTo>
                          <a:pt x="1906" y="4788"/>
                          <a:pt x="1108" y="9753"/>
                          <a:pt x="0" y="14496"/>
                        </a:cubicBezTo>
                        <a:cubicBezTo>
                          <a:pt x="89" y="14496"/>
                          <a:pt x="177" y="14496"/>
                          <a:pt x="266" y="14452"/>
                        </a:cubicBezTo>
                        <a:cubicBezTo>
                          <a:pt x="1906" y="13477"/>
                          <a:pt x="3502" y="12502"/>
                          <a:pt x="5142" y="11526"/>
                        </a:cubicBezTo>
                        <a:cubicBezTo>
                          <a:pt x="6118" y="10241"/>
                          <a:pt x="6694" y="8645"/>
                          <a:pt x="6694" y="6916"/>
                        </a:cubicBezTo>
                        <a:cubicBezTo>
                          <a:pt x="6605" y="3768"/>
                          <a:pt x="4610" y="1108"/>
                          <a:pt x="181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36" name="Forme libre : forme 19335">
                    <a:extLst>
                      <a:ext uri="{FF2B5EF4-FFF2-40B4-BE49-F238E27FC236}">
                        <a16:creationId xmlns:a16="http://schemas.microsoft.com/office/drawing/2014/main" id="{E4464C74-6306-4506-BEE7-3F222FFF11FB}"/>
                      </a:ext>
                    </a:extLst>
                  </p:cNvPr>
                  <p:cNvSpPr/>
                  <p:nvPr/>
                </p:nvSpPr>
                <p:spPr>
                  <a:xfrm>
                    <a:off x="6453351" y="5664344"/>
                    <a:ext cx="10242" cy="15117"/>
                  </a:xfrm>
                  <a:custGeom>
                    <a:avLst/>
                    <a:gdLst>
                      <a:gd name="connsiteX0" fmla="*/ 10241 w 10242"/>
                      <a:gd name="connsiteY0" fmla="*/ 532 h 15117"/>
                      <a:gd name="connsiteX1" fmla="*/ 7448 w 10242"/>
                      <a:gd name="connsiteY1" fmla="*/ 0 h 15117"/>
                      <a:gd name="connsiteX2" fmla="*/ 0 w 10242"/>
                      <a:gd name="connsiteY2" fmla="*/ 7669 h 15117"/>
                      <a:gd name="connsiteX3" fmla="*/ 7670 w 10242"/>
                      <a:gd name="connsiteY3" fmla="*/ 15117 h 15117"/>
                      <a:gd name="connsiteX4" fmla="*/ 8468 w 10242"/>
                      <a:gd name="connsiteY4" fmla="*/ 15028 h 15117"/>
                      <a:gd name="connsiteX5" fmla="*/ 10241 w 10242"/>
                      <a:gd name="connsiteY5" fmla="*/ 532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42" h="15117">
                        <a:moveTo>
                          <a:pt x="10241" y="532"/>
                        </a:moveTo>
                        <a:cubicBezTo>
                          <a:pt x="9354" y="177"/>
                          <a:pt x="8423" y="0"/>
                          <a:pt x="7448" y="0"/>
                        </a:cubicBezTo>
                        <a:cubicBezTo>
                          <a:pt x="3281" y="44"/>
                          <a:pt x="-44" y="3502"/>
                          <a:pt x="0" y="7669"/>
                        </a:cubicBezTo>
                        <a:cubicBezTo>
                          <a:pt x="45" y="11837"/>
                          <a:pt x="3503" y="15161"/>
                          <a:pt x="7670" y="15117"/>
                        </a:cubicBezTo>
                        <a:cubicBezTo>
                          <a:pt x="7936" y="15117"/>
                          <a:pt x="8202" y="15073"/>
                          <a:pt x="8468" y="15028"/>
                        </a:cubicBezTo>
                        <a:cubicBezTo>
                          <a:pt x="9532" y="10329"/>
                          <a:pt x="10285" y="5364"/>
                          <a:pt x="10241" y="53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37" name="Forme libre : forme 19336">
                    <a:extLst>
                      <a:ext uri="{FF2B5EF4-FFF2-40B4-BE49-F238E27FC236}">
                        <a16:creationId xmlns:a16="http://schemas.microsoft.com/office/drawing/2014/main" id="{3C126708-7EE7-4603-91E8-DD5C16005503}"/>
                      </a:ext>
                    </a:extLst>
                  </p:cNvPr>
                  <p:cNvSpPr/>
                  <p:nvPr/>
                </p:nvSpPr>
                <p:spPr>
                  <a:xfrm>
                    <a:off x="6475250" y="5681455"/>
                    <a:ext cx="7715" cy="7715"/>
                  </a:xfrm>
                  <a:custGeom>
                    <a:avLst/>
                    <a:gdLst>
                      <a:gd name="connsiteX0" fmla="*/ 1 w 7715"/>
                      <a:gd name="connsiteY0" fmla="*/ 3902 h 7715"/>
                      <a:gd name="connsiteX1" fmla="*/ 3902 w 7715"/>
                      <a:gd name="connsiteY1" fmla="*/ 7714 h 7715"/>
                      <a:gd name="connsiteX2" fmla="*/ 7714 w 7715"/>
                      <a:gd name="connsiteY2" fmla="*/ 3813 h 7715"/>
                      <a:gd name="connsiteX3" fmla="*/ 3813 w 7715"/>
                      <a:gd name="connsiteY3" fmla="*/ 1 h 7715"/>
                      <a:gd name="connsiteX4" fmla="*/ 1 w 7715"/>
                      <a:gd name="connsiteY4" fmla="*/ 3902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5">
                        <a:moveTo>
                          <a:pt x="1" y="3902"/>
                        </a:moveTo>
                        <a:cubicBezTo>
                          <a:pt x="45" y="6030"/>
                          <a:pt x="1774" y="7759"/>
                          <a:pt x="3902" y="7714"/>
                        </a:cubicBezTo>
                        <a:cubicBezTo>
                          <a:pt x="6030" y="7670"/>
                          <a:pt x="7759" y="5941"/>
                          <a:pt x="7714" y="3813"/>
                        </a:cubicBezTo>
                        <a:cubicBezTo>
                          <a:pt x="7670" y="1685"/>
                          <a:pt x="5941" y="-44"/>
                          <a:pt x="3813" y="1"/>
                        </a:cubicBezTo>
                        <a:cubicBezTo>
                          <a:pt x="1685" y="45"/>
                          <a:pt x="-44" y="1774"/>
                          <a:pt x="1" y="39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38" name="Forme libre : forme 19337">
                    <a:extLst>
                      <a:ext uri="{FF2B5EF4-FFF2-40B4-BE49-F238E27FC236}">
                        <a16:creationId xmlns:a16="http://schemas.microsoft.com/office/drawing/2014/main" id="{ED30764E-5928-448C-98CC-57CADDD422D7}"/>
                      </a:ext>
                    </a:extLst>
                  </p:cNvPr>
                  <p:cNvSpPr/>
                  <p:nvPr/>
                </p:nvSpPr>
                <p:spPr>
                  <a:xfrm>
                    <a:off x="6440362" y="5814271"/>
                    <a:ext cx="8602" cy="15028"/>
                  </a:xfrm>
                  <a:custGeom>
                    <a:avLst/>
                    <a:gdLst>
                      <a:gd name="connsiteX0" fmla="*/ 975 w 8602"/>
                      <a:gd name="connsiteY0" fmla="*/ 0 h 15028"/>
                      <a:gd name="connsiteX1" fmla="*/ 0 w 8602"/>
                      <a:gd name="connsiteY1" fmla="*/ 133 h 15028"/>
                      <a:gd name="connsiteX2" fmla="*/ 798 w 8602"/>
                      <a:gd name="connsiteY2" fmla="*/ 532 h 15028"/>
                      <a:gd name="connsiteX3" fmla="*/ 4566 w 8602"/>
                      <a:gd name="connsiteY3" fmla="*/ 11039 h 15028"/>
                      <a:gd name="connsiteX4" fmla="*/ 2261 w 8602"/>
                      <a:gd name="connsiteY4" fmla="*/ 15028 h 15028"/>
                      <a:gd name="connsiteX5" fmla="*/ 8600 w 8602"/>
                      <a:gd name="connsiteY5" fmla="*/ 7492 h 15028"/>
                      <a:gd name="connsiteX6" fmla="*/ 975 w 8602"/>
                      <a:gd name="connsiteY6" fmla="*/ 0 h 15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02" h="15028">
                        <a:moveTo>
                          <a:pt x="975" y="0"/>
                        </a:moveTo>
                        <a:cubicBezTo>
                          <a:pt x="621" y="0"/>
                          <a:pt x="310" y="44"/>
                          <a:pt x="0" y="133"/>
                        </a:cubicBezTo>
                        <a:cubicBezTo>
                          <a:pt x="266" y="266"/>
                          <a:pt x="576" y="355"/>
                          <a:pt x="798" y="532"/>
                        </a:cubicBezTo>
                        <a:cubicBezTo>
                          <a:pt x="3635" y="2660"/>
                          <a:pt x="5453" y="7625"/>
                          <a:pt x="4566" y="11039"/>
                        </a:cubicBezTo>
                        <a:cubicBezTo>
                          <a:pt x="4167" y="12546"/>
                          <a:pt x="3325" y="13876"/>
                          <a:pt x="2261" y="15028"/>
                        </a:cubicBezTo>
                        <a:cubicBezTo>
                          <a:pt x="5896" y="14452"/>
                          <a:pt x="8689" y="11305"/>
                          <a:pt x="8600" y="7492"/>
                        </a:cubicBezTo>
                        <a:cubicBezTo>
                          <a:pt x="8600" y="3281"/>
                          <a:pt x="5143" y="-44"/>
                          <a:pt x="97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39" name="Forme libre : forme 19338">
                    <a:extLst>
                      <a:ext uri="{FF2B5EF4-FFF2-40B4-BE49-F238E27FC236}">
                        <a16:creationId xmlns:a16="http://schemas.microsoft.com/office/drawing/2014/main" id="{1D4CA699-5E63-4915-B24A-0A94747B3932}"/>
                      </a:ext>
                    </a:extLst>
                  </p:cNvPr>
                  <p:cNvSpPr/>
                  <p:nvPr/>
                </p:nvSpPr>
                <p:spPr>
                  <a:xfrm>
                    <a:off x="6436905" y="5814360"/>
                    <a:ext cx="8249" cy="14986"/>
                  </a:xfrm>
                  <a:custGeom>
                    <a:avLst/>
                    <a:gdLst>
                      <a:gd name="connsiteX0" fmla="*/ 8024 w 8249"/>
                      <a:gd name="connsiteY0" fmla="*/ 10906 h 14986"/>
                      <a:gd name="connsiteX1" fmla="*/ 4256 w 8249"/>
                      <a:gd name="connsiteY1" fmla="*/ 399 h 14986"/>
                      <a:gd name="connsiteX2" fmla="*/ 3458 w 8249"/>
                      <a:gd name="connsiteY2" fmla="*/ 0 h 14986"/>
                      <a:gd name="connsiteX3" fmla="*/ 0 w 8249"/>
                      <a:gd name="connsiteY3" fmla="*/ 1463 h 14986"/>
                      <a:gd name="connsiteX4" fmla="*/ 532 w 8249"/>
                      <a:gd name="connsiteY4" fmla="*/ 12767 h 14986"/>
                      <a:gd name="connsiteX5" fmla="*/ 354 w 8249"/>
                      <a:gd name="connsiteY5" fmla="*/ 13743 h 14986"/>
                      <a:gd name="connsiteX6" fmla="*/ 4610 w 8249"/>
                      <a:gd name="connsiteY6" fmla="*/ 14984 h 14986"/>
                      <a:gd name="connsiteX7" fmla="*/ 5719 w 8249"/>
                      <a:gd name="connsiteY7" fmla="*/ 14851 h 14986"/>
                      <a:gd name="connsiteX8" fmla="*/ 8024 w 8249"/>
                      <a:gd name="connsiteY8" fmla="*/ 10906 h 14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249" h="14986">
                        <a:moveTo>
                          <a:pt x="8024" y="10906"/>
                        </a:moveTo>
                        <a:cubicBezTo>
                          <a:pt x="8910" y="7537"/>
                          <a:pt x="7093" y="2572"/>
                          <a:pt x="4256" y="399"/>
                        </a:cubicBezTo>
                        <a:cubicBezTo>
                          <a:pt x="4034" y="222"/>
                          <a:pt x="3724" y="133"/>
                          <a:pt x="3458" y="0"/>
                        </a:cubicBezTo>
                        <a:cubicBezTo>
                          <a:pt x="2172" y="177"/>
                          <a:pt x="975" y="709"/>
                          <a:pt x="0" y="1463"/>
                        </a:cubicBezTo>
                        <a:cubicBezTo>
                          <a:pt x="886" y="5009"/>
                          <a:pt x="1020" y="8911"/>
                          <a:pt x="532" y="12767"/>
                        </a:cubicBezTo>
                        <a:cubicBezTo>
                          <a:pt x="488" y="13078"/>
                          <a:pt x="399" y="13432"/>
                          <a:pt x="354" y="13743"/>
                        </a:cubicBezTo>
                        <a:cubicBezTo>
                          <a:pt x="1596" y="14541"/>
                          <a:pt x="3059" y="15028"/>
                          <a:pt x="4610" y="14984"/>
                        </a:cubicBezTo>
                        <a:cubicBezTo>
                          <a:pt x="4965" y="14984"/>
                          <a:pt x="5364" y="14895"/>
                          <a:pt x="5719" y="14851"/>
                        </a:cubicBezTo>
                        <a:cubicBezTo>
                          <a:pt x="6782" y="13743"/>
                          <a:pt x="7625" y="12457"/>
                          <a:pt x="8024" y="109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40" name="Forme libre : forme 19339">
                    <a:extLst>
                      <a:ext uri="{FF2B5EF4-FFF2-40B4-BE49-F238E27FC236}">
                        <a16:creationId xmlns:a16="http://schemas.microsoft.com/office/drawing/2014/main" id="{55FE70A9-0408-4D85-BAB6-F60EE2D1DC8A}"/>
                      </a:ext>
                    </a:extLst>
                  </p:cNvPr>
                  <p:cNvSpPr/>
                  <p:nvPr/>
                </p:nvSpPr>
                <p:spPr>
                  <a:xfrm>
                    <a:off x="6433889" y="5815867"/>
                    <a:ext cx="3871" cy="12279"/>
                  </a:xfrm>
                  <a:custGeom>
                    <a:avLst/>
                    <a:gdLst>
                      <a:gd name="connsiteX0" fmla="*/ 1 w 3871"/>
                      <a:gd name="connsiteY0" fmla="*/ 6073 h 12279"/>
                      <a:gd name="connsiteX1" fmla="*/ 3415 w 3871"/>
                      <a:gd name="connsiteY1" fmla="*/ 12279 h 12279"/>
                      <a:gd name="connsiteX2" fmla="*/ 3592 w 3871"/>
                      <a:gd name="connsiteY2" fmla="*/ 11304 h 12279"/>
                      <a:gd name="connsiteX3" fmla="*/ 3060 w 3871"/>
                      <a:gd name="connsiteY3" fmla="*/ 0 h 12279"/>
                      <a:gd name="connsiteX4" fmla="*/ 1 w 3871"/>
                      <a:gd name="connsiteY4" fmla="*/ 6073 h 12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1" h="12279">
                        <a:moveTo>
                          <a:pt x="1" y="6073"/>
                        </a:moveTo>
                        <a:cubicBezTo>
                          <a:pt x="46" y="8689"/>
                          <a:pt x="1376" y="10950"/>
                          <a:pt x="3415" y="12279"/>
                        </a:cubicBezTo>
                        <a:cubicBezTo>
                          <a:pt x="3459" y="11969"/>
                          <a:pt x="3548" y="11615"/>
                          <a:pt x="3592" y="11304"/>
                        </a:cubicBezTo>
                        <a:cubicBezTo>
                          <a:pt x="4080" y="7447"/>
                          <a:pt x="3947" y="3502"/>
                          <a:pt x="3060" y="0"/>
                        </a:cubicBezTo>
                        <a:cubicBezTo>
                          <a:pt x="1154" y="1374"/>
                          <a:pt x="-43" y="3546"/>
                          <a:pt x="1" y="60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41" name="Forme libre : forme 19340">
                    <a:extLst>
                      <a:ext uri="{FF2B5EF4-FFF2-40B4-BE49-F238E27FC236}">
                        <a16:creationId xmlns:a16="http://schemas.microsoft.com/office/drawing/2014/main" id="{8AEADE6E-E576-45D9-80B1-B0DEABE7E45B}"/>
                      </a:ext>
                    </a:extLst>
                  </p:cNvPr>
                  <p:cNvSpPr/>
                  <p:nvPr/>
                </p:nvSpPr>
                <p:spPr>
                  <a:xfrm>
                    <a:off x="6455833" y="5831338"/>
                    <a:ext cx="7715" cy="7715"/>
                  </a:xfrm>
                  <a:custGeom>
                    <a:avLst/>
                    <a:gdLst>
                      <a:gd name="connsiteX0" fmla="*/ 7714 w 7715"/>
                      <a:gd name="connsiteY0" fmla="*/ 3813 h 7715"/>
                      <a:gd name="connsiteX1" fmla="*/ 3814 w 7715"/>
                      <a:gd name="connsiteY1" fmla="*/ 1 h 7715"/>
                      <a:gd name="connsiteX2" fmla="*/ 1 w 7715"/>
                      <a:gd name="connsiteY2" fmla="*/ 3902 h 7715"/>
                      <a:gd name="connsiteX3" fmla="*/ 3902 w 7715"/>
                      <a:gd name="connsiteY3" fmla="*/ 7714 h 7715"/>
                      <a:gd name="connsiteX4" fmla="*/ 7714 w 7715"/>
                      <a:gd name="connsiteY4" fmla="*/ 3813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5">
                        <a:moveTo>
                          <a:pt x="7714" y="3813"/>
                        </a:moveTo>
                        <a:cubicBezTo>
                          <a:pt x="7670" y="1685"/>
                          <a:pt x="5941" y="-44"/>
                          <a:pt x="3814" y="1"/>
                        </a:cubicBezTo>
                        <a:cubicBezTo>
                          <a:pt x="1685" y="45"/>
                          <a:pt x="-44" y="1774"/>
                          <a:pt x="1" y="3902"/>
                        </a:cubicBezTo>
                        <a:cubicBezTo>
                          <a:pt x="45" y="6030"/>
                          <a:pt x="1774" y="7759"/>
                          <a:pt x="3902" y="7714"/>
                        </a:cubicBezTo>
                        <a:cubicBezTo>
                          <a:pt x="6030" y="7714"/>
                          <a:pt x="7759" y="5985"/>
                          <a:pt x="7714" y="38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42" name="Forme libre : forme 19341">
                    <a:extLst>
                      <a:ext uri="{FF2B5EF4-FFF2-40B4-BE49-F238E27FC236}">
                        <a16:creationId xmlns:a16="http://schemas.microsoft.com/office/drawing/2014/main" id="{47129A8B-181F-4B1B-ABA7-E401373E6E17}"/>
                      </a:ext>
                    </a:extLst>
                  </p:cNvPr>
                  <p:cNvSpPr/>
                  <p:nvPr/>
                </p:nvSpPr>
                <p:spPr>
                  <a:xfrm>
                    <a:off x="6538733" y="5718295"/>
                    <a:ext cx="5542" cy="12013"/>
                  </a:xfrm>
                  <a:custGeom>
                    <a:avLst/>
                    <a:gdLst>
                      <a:gd name="connsiteX0" fmla="*/ 709 w 5542"/>
                      <a:gd name="connsiteY0" fmla="*/ 12014 h 12013"/>
                      <a:gd name="connsiteX1" fmla="*/ 5541 w 5542"/>
                      <a:gd name="connsiteY1" fmla="*/ 4876 h 12013"/>
                      <a:gd name="connsiteX2" fmla="*/ 3635 w 5542"/>
                      <a:gd name="connsiteY2" fmla="*/ 0 h 12013"/>
                      <a:gd name="connsiteX3" fmla="*/ 0 w 5542"/>
                      <a:gd name="connsiteY3" fmla="*/ 11880 h 12013"/>
                      <a:gd name="connsiteX4" fmla="*/ 709 w 5542"/>
                      <a:gd name="connsiteY4" fmla="*/ 12014 h 12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2" h="12013">
                        <a:moveTo>
                          <a:pt x="709" y="12014"/>
                        </a:moveTo>
                        <a:cubicBezTo>
                          <a:pt x="3591" y="10905"/>
                          <a:pt x="5586" y="8157"/>
                          <a:pt x="5541" y="4876"/>
                        </a:cubicBezTo>
                        <a:cubicBezTo>
                          <a:pt x="5497" y="3014"/>
                          <a:pt x="4788" y="1330"/>
                          <a:pt x="3635" y="0"/>
                        </a:cubicBezTo>
                        <a:cubicBezTo>
                          <a:pt x="2438" y="3946"/>
                          <a:pt x="1241" y="7935"/>
                          <a:pt x="0" y="11880"/>
                        </a:cubicBezTo>
                        <a:cubicBezTo>
                          <a:pt x="266" y="11969"/>
                          <a:pt x="488" y="11969"/>
                          <a:pt x="709" y="120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43" name="Forme libre : forme 19342">
                    <a:extLst>
                      <a:ext uri="{FF2B5EF4-FFF2-40B4-BE49-F238E27FC236}">
                        <a16:creationId xmlns:a16="http://schemas.microsoft.com/office/drawing/2014/main" id="{BD524D1C-AE87-4BFA-92C0-589B65A2D494}"/>
                      </a:ext>
                    </a:extLst>
                  </p:cNvPr>
                  <p:cNvSpPr/>
                  <p:nvPr/>
                </p:nvSpPr>
                <p:spPr>
                  <a:xfrm>
                    <a:off x="6529201" y="5715722"/>
                    <a:ext cx="13211" cy="14586"/>
                  </a:xfrm>
                  <a:custGeom>
                    <a:avLst/>
                    <a:gdLst>
                      <a:gd name="connsiteX0" fmla="*/ 7448 w 13211"/>
                      <a:gd name="connsiteY0" fmla="*/ 1 h 14586"/>
                      <a:gd name="connsiteX1" fmla="*/ 0 w 13211"/>
                      <a:gd name="connsiteY1" fmla="*/ 7671 h 14586"/>
                      <a:gd name="connsiteX2" fmla="*/ 4788 w 13211"/>
                      <a:gd name="connsiteY2" fmla="*/ 14586 h 14586"/>
                      <a:gd name="connsiteX3" fmla="*/ 9576 w 13211"/>
                      <a:gd name="connsiteY3" fmla="*/ 14498 h 14586"/>
                      <a:gd name="connsiteX4" fmla="*/ 13211 w 13211"/>
                      <a:gd name="connsiteY4" fmla="*/ 2617 h 14586"/>
                      <a:gd name="connsiteX5" fmla="*/ 7448 w 13211"/>
                      <a:gd name="connsiteY5" fmla="*/ 1 h 14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11" h="14586">
                        <a:moveTo>
                          <a:pt x="7448" y="1"/>
                        </a:moveTo>
                        <a:cubicBezTo>
                          <a:pt x="3281" y="46"/>
                          <a:pt x="-44" y="3504"/>
                          <a:pt x="0" y="7671"/>
                        </a:cubicBezTo>
                        <a:cubicBezTo>
                          <a:pt x="45" y="10818"/>
                          <a:pt x="2040" y="13523"/>
                          <a:pt x="4788" y="14586"/>
                        </a:cubicBezTo>
                        <a:cubicBezTo>
                          <a:pt x="6428" y="14276"/>
                          <a:pt x="8025" y="14232"/>
                          <a:pt x="9576" y="14498"/>
                        </a:cubicBezTo>
                        <a:cubicBezTo>
                          <a:pt x="10773" y="10552"/>
                          <a:pt x="11970" y="6563"/>
                          <a:pt x="13211" y="2617"/>
                        </a:cubicBezTo>
                        <a:cubicBezTo>
                          <a:pt x="11793" y="977"/>
                          <a:pt x="9753" y="-43"/>
                          <a:pt x="744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44" name="Forme libre : forme 19343">
                    <a:extLst>
                      <a:ext uri="{FF2B5EF4-FFF2-40B4-BE49-F238E27FC236}">
                        <a16:creationId xmlns:a16="http://schemas.microsoft.com/office/drawing/2014/main" id="{15A5C5EE-C6C4-433D-9B66-91DF548D2F4B}"/>
                      </a:ext>
                    </a:extLst>
                  </p:cNvPr>
                  <p:cNvSpPr/>
                  <p:nvPr/>
                </p:nvSpPr>
                <p:spPr>
                  <a:xfrm>
                    <a:off x="6538688" y="5730220"/>
                    <a:ext cx="753" cy="354"/>
                  </a:xfrm>
                  <a:custGeom>
                    <a:avLst/>
                    <a:gdLst>
                      <a:gd name="connsiteX0" fmla="*/ 0 w 753"/>
                      <a:gd name="connsiteY0" fmla="*/ 355 h 354"/>
                      <a:gd name="connsiteX1" fmla="*/ 754 w 753"/>
                      <a:gd name="connsiteY1" fmla="*/ 89 h 354"/>
                      <a:gd name="connsiteX2" fmla="*/ 89 w 753"/>
                      <a:gd name="connsiteY2" fmla="*/ 0 h 354"/>
                      <a:gd name="connsiteX3" fmla="*/ 0 w 753"/>
                      <a:gd name="connsiteY3" fmla="*/ 355 h 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53" h="354">
                        <a:moveTo>
                          <a:pt x="0" y="355"/>
                        </a:moveTo>
                        <a:cubicBezTo>
                          <a:pt x="266" y="266"/>
                          <a:pt x="532" y="222"/>
                          <a:pt x="754" y="89"/>
                        </a:cubicBezTo>
                        <a:cubicBezTo>
                          <a:pt x="532" y="44"/>
                          <a:pt x="310" y="44"/>
                          <a:pt x="89" y="0"/>
                        </a:cubicBezTo>
                        <a:cubicBezTo>
                          <a:pt x="44" y="89"/>
                          <a:pt x="0" y="222"/>
                          <a:pt x="0" y="3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45" name="Forme libre : forme 19344">
                    <a:extLst>
                      <a:ext uri="{FF2B5EF4-FFF2-40B4-BE49-F238E27FC236}">
                        <a16:creationId xmlns:a16="http://schemas.microsoft.com/office/drawing/2014/main" id="{60BC3B0F-B3B2-4ACC-B72C-DFBA8A5A1B6D}"/>
                      </a:ext>
                    </a:extLst>
                  </p:cNvPr>
                  <p:cNvSpPr/>
                  <p:nvPr/>
                </p:nvSpPr>
                <p:spPr>
                  <a:xfrm>
                    <a:off x="6533989" y="5730045"/>
                    <a:ext cx="4787" cy="795"/>
                  </a:xfrm>
                  <a:custGeom>
                    <a:avLst/>
                    <a:gdLst>
                      <a:gd name="connsiteX0" fmla="*/ 4699 w 4787"/>
                      <a:gd name="connsiteY0" fmla="*/ 529 h 795"/>
                      <a:gd name="connsiteX1" fmla="*/ 4788 w 4787"/>
                      <a:gd name="connsiteY1" fmla="*/ 174 h 795"/>
                      <a:gd name="connsiteX2" fmla="*/ 0 w 4787"/>
                      <a:gd name="connsiteY2" fmla="*/ 263 h 795"/>
                      <a:gd name="connsiteX3" fmla="*/ 2882 w 4787"/>
                      <a:gd name="connsiteY3" fmla="*/ 795 h 795"/>
                      <a:gd name="connsiteX4" fmla="*/ 4699 w 4787"/>
                      <a:gd name="connsiteY4" fmla="*/ 529 h 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87" h="795">
                        <a:moveTo>
                          <a:pt x="4699" y="529"/>
                        </a:moveTo>
                        <a:cubicBezTo>
                          <a:pt x="4743" y="396"/>
                          <a:pt x="4788" y="308"/>
                          <a:pt x="4788" y="174"/>
                        </a:cubicBezTo>
                        <a:cubicBezTo>
                          <a:pt x="3236" y="-91"/>
                          <a:pt x="1596" y="-47"/>
                          <a:pt x="0" y="263"/>
                        </a:cubicBezTo>
                        <a:cubicBezTo>
                          <a:pt x="887" y="618"/>
                          <a:pt x="1862" y="795"/>
                          <a:pt x="2882" y="795"/>
                        </a:cubicBezTo>
                        <a:cubicBezTo>
                          <a:pt x="3502" y="795"/>
                          <a:pt x="4078" y="662"/>
                          <a:pt x="4699" y="52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46" name="Forme libre : forme 19345">
                    <a:extLst>
                      <a:ext uri="{FF2B5EF4-FFF2-40B4-BE49-F238E27FC236}">
                        <a16:creationId xmlns:a16="http://schemas.microsoft.com/office/drawing/2014/main" id="{54D9E348-40D2-4232-969C-FAEAB51716A6}"/>
                      </a:ext>
                    </a:extLst>
                  </p:cNvPr>
                  <p:cNvSpPr/>
                  <p:nvPr/>
                </p:nvSpPr>
                <p:spPr>
                  <a:xfrm>
                    <a:off x="6551145" y="5732790"/>
                    <a:ext cx="7714" cy="7715"/>
                  </a:xfrm>
                  <a:custGeom>
                    <a:avLst/>
                    <a:gdLst>
                      <a:gd name="connsiteX0" fmla="*/ 7714 w 7714"/>
                      <a:gd name="connsiteY0" fmla="*/ 3813 h 7715"/>
                      <a:gd name="connsiteX1" fmla="*/ 3814 w 7714"/>
                      <a:gd name="connsiteY1" fmla="*/ 1 h 7715"/>
                      <a:gd name="connsiteX2" fmla="*/ 1 w 7714"/>
                      <a:gd name="connsiteY2" fmla="*/ 3902 h 7715"/>
                      <a:gd name="connsiteX3" fmla="*/ 3902 w 7714"/>
                      <a:gd name="connsiteY3" fmla="*/ 7714 h 7715"/>
                      <a:gd name="connsiteX4" fmla="*/ 7714 w 7714"/>
                      <a:gd name="connsiteY4" fmla="*/ 3813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4" h="7715">
                        <a:moveTo>
                          <a:pt x="7714" y="3813"/>
                        </a:moveTo>
                        <a:cubicBezTo>
                          <a:pt x="7670" y="1685"/>
                          <a:pt x="5941" y="-44"/>
                          <a:pt x="3814" y="1"/>
                        </a:cubicBezTo>
                        <a:cubicBezTo>
                          <a:pt x="1685" y="45"/>
                          <a:pt x="-44" y="1774"/>
                          <a:pt x="1" y="3902"/>
                        </a:cubicBezTo>
                        <a:cubicBezTo>
                          <a:pt x="45" y="6030"/>
                          <a:pt x="1774" y="7759"/>
                          <a:pt x="3902" y="7714"/>
                        </a:cubicBezTo>
                        <a:cubicBezTo>
                          <a:pt x="6030" y="7714"/>
                          <a:pt x="7714" y="5985"/>
                          <a:pt x="7714" y="38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47" name="Forme libre : forme 19346">
                    <a:extLst>
                      <a:ext uri="{FF2B5EF4-FFF2-40B4-BE49-F238E27FC236}">
                        <a16:creationId xmlns:a16="http://schemas.microsoft.com/office/drawing/2014/main" id="{D1267969-6653-4E30-BB63-853EE9CBDB82}"/>
                      </a:ext>
                    </a:extLst>
                  </p:cNvPr>
                  <p:cNvSpPr/>
                  <p:nvPr/>
                </p:nvSpPr>
                <p:spPr>
                  <a:xfrm>
                    <a:off x="6667780" y="5793790"/>
                    <a:ext cx="5408" cy="3768"/>
                  </a:xfrm>
                  <a:custGeom>
                    <a:avLst/>
                    <a:gdLst>
                      <a:gd name="connsiteX0" fmla="*/ 0 w 5408"/>
                      <a:gd name="connsiteY0" fmla="*/ 3769 h 3768"/>
                      <a:gd name="connsiteX1" fmla="*/ 5409 w 5408"/>
                      <a:gd name="connsiteY1" fmla="*/ 0 h 3768"/>
                      <a:gd name="connsiteX2" fmla="*/ 1685 w 5408"/>
                      <a:gd name="connsiteY2" fmla="*/ 2173 h 3768"/>
                      <a:gd name="connsiteX3" fmla="*/ 0 w 5408"/>
                      <a:gd name="connsiteY3" fmla="*/ 3769 h 3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08" h="3768">
                        <a:moveTo>
                          <a:pt x="0" y="3769"/>
                        </a:moveTo>
                        <a:cubicBezTo>
                          <a:pt x="2305" y="3414"/>
                          <a:pt x="4300" y="1995"/>
                          <a:pt x="5409" y="0"/>
                        </a:cubicBezTo>
                        <a:cubicBezTo>
                          <a:pt x="4079" y="621"/>
                          <a:pt x="2793" y="1286"/>
                          <a:pt x="1685" y="2173"/>
                        </a:cubicBezTo>
                        <a:cubicBezTo>
                          <a:pt x="1064" y="2705"/>
                          <a:pt x="532" y="3237"/>
                          <a:pt x="0" y="37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48" name="Forme libre : forme 19347">
                    <a:extLst>
                      <a:ext uri="{FF2B5EF4-FFF2-40B4-BE49-F238E27FC236}">
                        <a16:creationId xmlns:a16="http://schemas.microsoft.com/office/drawing/2014/main" id="{34385F71-E729-4037-99A3-51E1307391D9}"/>
                      </a:ext>
                    </a:extLst>
                  </p:cNvPr>
                  <p:cNvSpPr/>
                  <p:nvPr/>
                </p:nvSpPr>
                <p:spPr>
                  <a:xfrm>
                    <a:off x="6659047" y="5782574"/>
                    <a:ext cx="15076" cy="15117"/>
                  </a:xfrm>
                  <a:custGeom>
                    <a:avLst/>
                    <a:gdLst>
                      <a:gd name="connsiteX0" fmla="*/ 7448 w 15076"/>
                      <a:gd name="connsiteY0" fmla="*/ 0 h 15117"/>
                      <a:gd name="connsiteX1" fmla="*/ 0 w 15076"/>
                      <a:gd name="connsiteY1" fmla="*/ 7670 h 15117"/>
                      <a:gd name="connsiteX2" fmla="*/ 7670 w 15076"/>
                      <a:gd name="connsiteY2" fmla="*/ 15117 h 15117"/>
                      <a:gd name="connsiteX3" fmla="*/ 8734 w 15076"/>
                      <a:gd name="connsiteY3" fmla="*/ 14984 h 15117"/>
                      <a:gd name="connsiteX4" fmla="*/ 10374 w 15076"/>
                      <a:gd name="connsiteY4" fmla="*/ 13432 h 15117"/>
                      <a:gd name="connsiteX5" fmla="*/ 14098 w 15076"/>
                      <a:gd name="connsiteY5" fmla="*/ 11260 h 15117"/>
                      <a:gd name="connsiteX6" fmla="*/ 15073 w 15076"/>
                      <a:gd name="connsiteY6" fmla="*/ 7492 h 15117"/>
                      <a:gd name="connsiteX7" fmla="*/ 7448 w 15076"/>
                      <a:gd name="connsiteY7" fmla="*/ 0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076" h="15117">
                        <a:moveTo>
                          <a:pt x="7448" y="0"/>
                        </a:moveTo>
                        <a:cubicBezTo>
                          <a:pt x="3281" y="45"/>
                          <a:pt x="-44" y="3502"/>
                          <a:pt x="0" y="7670"/>
                        </a:cubicBezTo>
                        <a:cubicBezTo>
                          <a:pt x="45" y="11836"/>
                          <a:pt x="3502" y="15161"/>
                          <a:pt x="7670" y="15117"/>
                        </a:cubicBezTo>
                        <a:cubicBezTo>
                          <a:pt x="8024" y="15117"/>
                          <a:pt x="8379" y="15029"/>
                          <a:pt x="8734" y="14984"/>
                        </a:cubicBezTo>
                        <a:cubicBezTo>
                          <a:pt x="9221" y="14408"/>
                          <a:pt x="9797" y="13876"/>
                          <a:pt x="10374" y="13432"/>
                        </a:cubicBezTo>
                        <a:cubicBezTo>
                          <a:pt x="11482" y="12546"/>
                          <a:pt x="12768" y="11881"/>
                          <a:pt x="14098" y="11260"/>
                        </a:cubicBezTo>
                        <a:cubicBezTo>
                          <a:pt x="14718" y="10152"/>
                          <a:pt x="15117" y="8867"/>
                          <a:pt x="15073" y="7492"/>
                        </a:cubicBezTo>
                        <a:cubicBezTo>
                          <a:pt x="15073" y="3281"/>
                          <a:pt x="11615" y="-44"/>
                          <a:pt x="74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49" name="Forme libre : forme 19348">
                    <a:extLst>
                      <a:ext uri="{FF2B5EF4-FFF2-40B4-BE49-F238E27FC236}">
                        <a16:creationId xmlns:a16="http://schemas.microsoft.com/office/drawing/2014/main" id="{6481E495-B7E3-44DB-BEFB-CF785C13C000}"/>
                      </a:ext>
                    </a:extLst>
                  </p:cNvPr>
                  <p:cNvSpPr/>
                  <p:nvPr/>
                </p:nvSpPr>
                <p:spPr>
                  <a:xfrm>
                    <a:off x="6680990" y="5799686"/>
                    <a:ext cx="7715" cy="7715"/>
                  </a:xfrm>
                  <a:custGeom>
                    <a:avLst/>
                    <a:gdLst>
                      <a:gd name="connsiteX0" fmla="*/ 3813 w 7715"/>
                      <a:gd name="connsiteY0" fmla="*/ 1 h 7715"/>
                      <a:gd name="connsiteX1" fmla="*/ 1 w 7715"/>
                      <a:gd name="connsiteY1" fmla="*/ 3902 h 7715"/>
                      <a:gd name="connsiteX2" fmla="*/ 3902 w 7715"/>
                      <a:gd name="connsiteY2" fmla="*/ 7714 h 7715"/>
                      <a:gd name="connsiteX3" fmla="*/ 7714 w 7715"/>
                      <a:gd name="connsiteY3" fmla="*/ 3813 h 7715"/>
                      <a:gd name="connsiteX4" fmla="*/ 3813 w 7715"/>
                      <a:gd name="connsiteY4" fmla="*/ 1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5">
                        <a:moveTo>
                          <a:pt x="3813" y="1"/>
                        </a:moveTo>
                        <a:cubicBezTo>
                          <a:pt x="1685" y="45"/>
                          <a:pt x="-44" y="1774"/>
                          <a:pt x="1" y="3902"/>
                        </a:cubicBezTo>
                        <a:cubicBezTo>
                          <a:pt x="45" y="6030"/>
                          <a:pt x="1774" y="7759"/>
                          <a:pt x="3902" y="7714"/>
                        </a:cubicBezTo>
                        <a:cubicBezTo>
                          <a:pt x="6030" y="7670"/>
                          <a:pt x="7759" y="5941"/>
                          <a:pt x="7714" y="3813"/>
                        </a:cubicBezTo>
                        <a:cubicBezTo>
                          <a:pt x="7670" y="1685"/>
                          <a:pt x="5941" y="-44"/>
                          <a:pt x="381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50" name="Forme libre : forme 19349">
                    <a:extLst>
                      <a:ext uri="{FF2B5EF4-FFF2-40B4-BE49-F238E27FC236}">
                        <a16:creationId xmlns:a16="http://schemas.microsoft.com/office/drawing/2014/main" id="{14C5E3CD-4813-47F0-9037-560CF816C2E1}"/>
                      </a:ext>
                    </a:extLst>
                  </p:cNvPr>
                  <p:cNvSpPr/>
                  <p:nvPr/>
                </p:nvSpPr>
                <p:spPr>
                  <a:xfrm>
                    <a:off x="6902601" y="5804031"/>
                    <a:ext cx="7580" cy="4610"/>
                  </a:xfrm>
                  <a:custGeom>
                    <a:avLst/>
                    <a:gdLst>
                      <a:gd name="connsiteX0" fmla="*/ 0 w 7580"/>
                      <a:gd name="connsiteY0" fmla="*/ 4566 h 4610"/>
                      <a:gd name="connsiteX1" fmla="*/ 709 w 7580"/>
                      <a:gd name="connsiteY1" fmla="*/ 4611 h 4610"/>
                      <a:gd name="connsiteX2" fmla="*/ 7580 w 7580"/>
                      <a:gd name="connsiteY2" fmla="*/ 0 h 4610"/>
                      <a:gd name="connsiteX3" fmla="*/ 5719 w 7580"/>
                      <a:gd name="connsiteY3" fmla="*/ 1153 h 4610"/>
                      <a:gd name="connsiteX4" fmla="*/ 0 w 7580"/>
                      <a:gd name="connsiteY4" fmla="*/ 4566 h 4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80" h="4610">
                        <a:moveTo>
                          <a:pt x="0" y="4566"/>
                        </a:moveTo>
                        <a:cubicBezTo>
                          <a:pt x="222" y="4566"/>
                          <a:pt x="443" y="4611"/>
                          <a:pt x="709" y="4611"/>
                        </a:cubicBezTo>
                        <a:cubicBezTo>
                          <a:pt x="3812" y="4566"/>
                          <a:pt x="6428" y="2660"/>
                          <a:pt x="7580" y="0"/>
                        </a:cubicBezTo>
                        <a:cubicBezTo>
                          <a:pt x="6960" y="399"/>
                          <a:pt x="6339" y="798"/>
                          <a:pt x="5719" y="1153"/>
                        </a:cubicBezTo>
                        <a:cubicBezTo>
                          <a:pt x="3768" y="2305"/>
                          <a:pt x="1906" y="3458"/>
                          <a:pt x="0" y="456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51" name="Forme libre : forme 19350">
                    <a:extLst>
                      <a:ext uri="{FF2B5EF4-FFF2-40B4-BE49-F238E27FC236}">
                        <a16:creationId xmlns:a16="http://schemas.microsoft.com/office/drawing/2014/main" id="{FF876615-26BF-481D-9D0C-94C915A388DD}"/>
                      </a:ext>
                    </a:extLst>
                  </p:cNvPr>
                  <p:cNvSpPr/>
                  <p:nvPr/>
                </p:nvSpPr>
                <p:spPr>
                  <a:xfrm>
                    <a:off x="6897769" y="5793569"/>
                    <a:ext cx="7802" cy="2305"/>
                  </a:xfrm>
                  <a:custGeom>
                    <a:avLst/>
                    <a:gdLst>
                      <a:gd name="connsiteX0" fmla="*/ 5320 w 7802"/>
                      <a:gd name="connsiteY0" fmla="*/ 0 h 2305"/>
                      <a:gd name="connsiteX1" fmla="*/ 0 w 7802"/>
                      <a:gd name="connsiteY1" fmla="*/ 2305 h 2305"/>
                      <a:gd name="connsiteX2" fmla="*/ 7802 w 7802"/>
                      <a:gd name="connsiteY2" fmla="*/ 399 h 2305"/>
                      <a:gd name="connsiteX3" fmla="*/ 5320 w 7802"/>
                      <a:gd name="connsiteY3" fmla="*/ 0 h 2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02" h="2305">
                        <a:moveTo>
                          <a:pt x="5320" y="0"/>
                        </a:moveTo>
                        <a:cubicBezTo>
                          <a:pt x="3236" y="44"/>
                          <a:pt x="1330" y="931"/>
                          <a:pt x="0" y="2305"/>
                        </a:cubicBezTo>
                        <a:cubicBezTo>
                          <a:pt x="2704" y="975"/>
                          <a:pt x="5364" y="221"/>
                          <a:pt x="7802" y="399"/>
                        </a:cubicBezTo>
                        <a:cubicBezTo>
                          <a:pt x="7004" y="133"/>
                          <a:pt x="6206" y="0"/>
                          <a:pt x="53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52" name="Forme libre : forme 19351">
                    <a:extLst>
                      <a:ext uri="{FF2B5EF4-FFF2-40B4-BE49-F238E27FC236}">
                        <a16:creationId xmlns:a16="http://schemas.microsoft.com/office/drawing/2014/main" id="{2787C3C7-48A7-4D20-9F97-44DF5A1DBBA8}"/>
                      </a:ext>
                    </a:extLst>
                  </p:cNvPr>
                  <p:cNvSpPr/>
                  <p:nvPr/>
                </p:nvSpPr>
                <p:spPr>
                  <a:xfrm>
                    <a:off x="6895641" y="5793898"/>
                    <a:ext cx="15116" cy="14699"/>
                  </a:xfrm>
                  <a:custGeom>
                    <a:avLst/>
                    <a:gdLst>
                      <a:gd name="connsiteX0" fmla="*/ 6960 w 15116"/>
                      <a:gd name="connsiteY0" fmla="*/ 14699 h 14699"/>
                      <a:gd name="connsiteX1" fmla="*/ 12634 w 15116"/>
                      <a:gd name="connsiteY1" fmla="*/ 11286 h 14699"/>
                      <a:gd name="connsiteX2" fmla="*/ 14496 w 15116"/>
                      <a:gd name="connsiteY2" fmla="*/ 10133 h 14699"/>
                      <a:gd name="connsiteX3" fmla="*/ 15117 w 15116"/>
                      <a:gd name="connsiteY3" fmla="*/ 7075 h 14699"/>
                      <a:gd name="connsiteX4" fmla="*/ 9930 w 15116"/>
                      <a:gd name="connsiteY4" fmla="*/ 26 h 14699"/>
                      <a:gd name="connsiteX5" fmla="*/ 2128 w 15116"/>
                      <a:gd name="connsiteY5" fmla="*/ 1932 h 14699"/>
                      <a:gd name="connsiteX6" fmla="*/ 0 w 15116"/>
                      <a:gd name="connsiteY6" fmla="*/ 7252 h 14699"/>
                      <a:gd name="connsiteX7" fmla="*/ 6960 w 15116"/>
                      <a:gd name="connsiteY7" fmla="*/ 14699 h 14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116" h="14699">
                        <a:moveTo>
                          <a:pt x="6960" y="14699"/>
                        </a:moveTo>
                        <a:cubicBezTo>
                          <a:pt x="8866" y="13547"/>
                          <a:pt x="10728" y="12438"/>
                          <a:pt x="12634" y="11286"/>
                        </a:cubicBezTo>
                        <a:cubicBezTo>
                          <a:pt x="13255" y="10931"/>
                          <a:pt x="13876" y="10532"/>
                          <a:pt x="14496" y="10133"/>
                        </a:cubicBezTo>
                        <a:cubicBezTo>
                          <a:pt x="14895" y="9202"/>
                          <a:pt x="15117" y="8183"/>
                          <a:pt x="15117" y="7075"/>
                        </a:cubicBezTo>
                        <a:cubicBezTo>
                          <a:pt x="15073" y="3750"/>
                          <a:pt x="12900" y="1001"/>
                          <a:pt x="9930" y="26"/>
                        </a:cubicBezTo>
                        <a:cubicBezTo>
                          <a:pt x="7492" y="-151"/>
                          <a:pt x="4832" y="602"/>
                          <a:pt x="2128" y="1932"/>
                        </a:cubicBezTo>
                        <a:cubicBezTo>
                          <a:pt x="798" y="3306"/>
                          <a:pt x="0" y="5212"/>
                          <a:pt x="0" y="7252"/>
                        </a:cubicBezTo>
                        <a:cubicBezTo>
                          <a:pt x="44" y="11241"/>
                          <a:pt x="3103" y="14389"/>
                          <a:pt x="6960" y="146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53" name="Forme libre : forme 19352">
                    <a:extLst>
                      <a:ext uri="{FF2B5EF4-FFF2-40B4-BE49-F238E27FC236}">
                        <a16:creationId xmlns:a16="http://schemas.microsoft.com/office/drawing/2014/main" id="{FBC634AA-E4E2-4AA1-A9F9-A502AE1EE150}"/>
                      </a:ext>
                    </a:extLst>
                  </p:cNvPr>
                  <p:cNvSpPr/>
                  <p:nvPr/>
                </p:nvSpPr>
                <p:spPr>
                  <a:xfrm>
                    <a:off x="6918028" y="5810680"/>
                    <a:ext cx="7271" cy="7714"/>
                  </a:xfrm>
                  <a:custGeom>
                    <a:avLst/>
                    <a:gdLst>
                      <a:gd name="connsiteX0" fmla="*/ 0 w 7271"/>
                      <a:gd name="connsiteY0" fmla="*/ 5587 h 7714"/>
                      <a:gd name="connsiteX1" fmla="*/ 3458 w 7271"/>
                      <a:gd name="connsiteY1" fmla="*/ 7714 h 7714"/>
                      <a:gd name="connsiteX2" fmla="*/ 7270 w 7271"/>
                      <a:gd name="connsiteY2" fmla="*/ 3813 h 7714"/>
                      <a:gd name="connsiteX3" fmla="*/ 3369 w 7271"/>
                      <a:gd name="connsiteY3" fmla="*/ 1 h 7714"/>
                      <a:gd name="connsiteX4" fmla="*/ 89 w 7271"/>
                      <a:gd name="connsiteY4" fmla="*/ 2040 h 7714"/>
                      <a:gd name="connsiteX5" fmla="*/ 0 w 7271"/>
                      <a:gd name="connsiteY5" fmla="*/ 5587 h 7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71" h="7714">
                        <a:moveTo>
                          <a:pt x="0" y="5587"/>
                        </a:moveTo>
                        <a:cubicBezTo>
                          <a:pt x="665" y="6828"/>
                          <a:pt x="1951" y="7714"/>
                          <a:pt x="3458" y="7714"/>
                        </a:cubicBezTo>
                        <a:cubicBezTo>
                          <a:pt x="5586" y="7670"/>
                          <a:pt x="7315" y="5941"/>
                          <a:pt x="7270" y="3813"/>
                        </a:cubicBezTo>
                        <a:cubicBezTo>
                          <a:pt x="7226" y="1685"/>
                          <a:pt x="5497" y="-44"/>
                          <a:pt x="3369" y="1"/>
                        </a:cubicBezTo>
                        <a:cubicBezTo>
                          <a:pt x="1951" y="1"/>
                          <a:pt x="754" y="843"/>
                          <a:pt x="89" y="2040"/>
                        </a:cubicBezTo>
                        <a:cubicBezTo>
                          <a:pt x="133" y="3193"/>
                          <a:pt x="89" y="4390"/>
                          <a:pt x="0" y="55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54" name="Forme libre : forme 19353">
                    <a:extLst>
                      <a:ext uri="{FF2B5EF4-FFF2-40B4-BE49-F238E27FC236}">
                        <a16:creationId xmlns:a16="http://schemas.microsoft.com/office/drawing/2014/main" id="{C5278710-D167-42D5-AE70-DB564127E3C8}"/>
                      </a:ext>
                    </a:extLst>
                  </p:cNvPr>
                  <p:cNvSpPr/>
                  <p:nvPr/>
                </p:nvSpPr>
                <p:spPr>
                  <a:xfrm>
                    <a:off x="6917585" y="5812675"/>
                    <a:ext cx="549" cy="3591"/>
                  </a:xfrm>
                  <a:custGeom>
                    <a:avLst/>
                    <a:gdLst>
                      <a:gd name="connsiteX0" fmla="*/ 443 w 549"/>
                      <a:gd name="connsiteY0" fmla="*/ 3591 h 3591"/>
                      <a:gd name="connsiteX1" fmla="*/ 532 w 549"/>
                      <a:gd name="connsiteY1" fmla="*/ 0 h 3591"/>
                      <a:gd name="connsiteX2" fmla="*/ 0 w 549"/>
                      <a:gd name="connsiteY2" fmla="*/ 1906 h 3591"/>
                      <a:gd name="connsiteX3" fmla="*/ 443 w 549"/>
                      <a:gd name="connsiteY3" fmla="*/ 3591 h 3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" h="3591">
                        <a:moveTo>
                          <a:pt x="443" y="3591"/>
                        </a:moveTo>
                        <a:cubicBezTo>
                          <a:pt x="532" y="2394"/>
                          <a:pt x="576" y="1197"/>
                          <a:pt x="532" y="0"/>
                        </a:cubicBezTo>
                        <a:cubicBezTo>
                          <a:pt x="222" y="576"/>
                          <a:pt x="0" y="1197"/>
                          <a:pt x="0" y="1906"/>
                        </a:cubicBezTo>
                        <a:cubicBezTo>
                          <a:pt x="0" y="2527"/>
                          <a:pt x="177" y="3103"/>
                          <a:pt x="44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55" name="Forme libre : forme 19354">
                    <a:extLst>
                      <a:ext uri="{FF2B5EF4-FFF2-40B4-BE49-F238E27FC236}">
                        <a16:creationId xmlns:a16="http://schemas.microsoft.com/office/drawing/2014/main" id="{08E02CB6-F297-4989-B0E7-2B9932BDE336}"/>
                      </a:ext>
                    </a:extLst>
                  </p:cNvPr>
                  <p:cNvSpPr/>
                  <p:nvPr/>
                </p:nvSpPr>
                <p:spPr>
                  <a:xfrm>
                    <a:off x="7422470" y="5734165"/>
                    <a:ext cx="7671" cy="15028"/>
                  </a:xfrm>
                  <a:custGeom>
                    <a:avLst/>
                    <a:gdLst>
                      <a:gd name="connsiteX0" fmla="*/ 3813 w 7671"/>
                      <a:gd name="connsiteY0" fmla="*/ 10507 h 15028"/>
                      <a:gd name="connsiteX1" fmla="*/ 931 w 7671"/>
                      <a:gd name="connsiteY1" fmla="*/ 15029 h 15028"/>
                      <a:gd name="connsiteX2" fmla="*/ 7669 w 7671"/>
                      <a:gd name="connsiteY2" fmla="*/ 7448 h 15028"/>
                      <a:gd name="connsiteX3" fmla="*/ 0 w 7671"/>
                      <a:gd name="connsiteY3" fmla="*/ 0 h 15028"/>
                      <a:gd name="connsiteX4" fmla="*/ 3813 w 7671"/>
                      <a:gd name="connsiteY4" fmla="*/ 10507 h 15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71" h="15028">
                        <a:moveTo>
                          <a:pt x="3813" y="10507"/>
                        </a:moveTo>
                        <a:cubicBezTo>
                          <a:pt x="3369" y="12280"/>
                          <a:pt x="2261" y="13787"/>
                          <a:pt x="931" y="15029"/>
                        </a:cubicBezTo>
                        <a:cubicBezTo>
                          <a:pt x="4743" y="14630"/>
                          <a:pt x="7758" y="11394"/>
                          <a:pt x="7669" y="7448"/>
                        </a:cubicBezTo>
                        <a:cubicBezTo>
                          <a:pt x="7625" y="3281"/>
                          <a:pt x="4167" y="-44"/>
                          <a:pt x="0" y="0"/>
                        </a:cubicBezTo>
                        <a:cubicBezTo>
                          <a:pt x="2882" y="2173"/>
                          <a:pt x="4655" y="7138"/>
                          <a:pt x="3813" y="1050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56" name="Forme libre : forme 19355">
                    <a:extLst>
                      <a:ext uri="{FF2B5EF4-FFF2-40B4-BE49-F238E27FC236}">
                        <a16:creationId xmlns:a16="http://schemas.microsoft.com/office/drawing/2014/main" id="{797E90F4-922B-4E76-BDDC-CEB8C7FC3242}"/>
                      </a:ext>
                    </a:extLst>
                  </p:cNvPr>
                  <p:cNvSpPr/>
                  <p:nvPr/>
                </p:nvSpPr>
                <p:spPr>
                  <a:xfrm>
                    <a:off x="7415065" y="5734165"/>
                    <a:ext cx="11487" cy="15117"/>
                  </a:xfrm>
                  <a:custGeom>
                    <a:avLst/>
                    <a:gdLst>
                      <a:gd name="connsiteX0" fmla="*/ 2 w 11487"/>
                      <a:gd name="connsiteY0" fmla="*/ 7669 h 15117"/>
                      <a:gd name="connsiteX1" fmla="*/ 7671 w 11487"/>
                      <a:gd name="connsiteY1" fmla="*/ 15117 h 15117"/>
                      <a:gd name="connsiteX2" fmla="*/ 8380 w 11487"/>
                      <a:gd name="connsiteY2" fmla="*/ 15028 h 15117"/>
                      <a:gd name="connsiteX3" fmla="*/ 11262 w 11487"/>
                      <a:gd name="connsiteY3" fmla="*/ 10506 h 15117"/>
                      <a:gd name="connsiteX4" fmla="*/ 7494 w 11487"/>
                      <a:gd name="connsiteY4" fmla="*/ 0 h 15117"/>
                      <a:gd name="connsiteX5" fmla="*/ 2 w 11487"/>
                      <a:gd name="connsiteY5" fmla="*/ 7669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87" h="15117">
                        <a:moveTo>
                          <a:pt x="2" y="7669"/>
                        </a:moveTo>
                        <a:cubicBezTo>
                          <a:pt x="46" y="11837"/>
                          <a:pt x="3504" y="15161"/>
                          <a:pt x="7671" y="15117"/>
                        </a:cubicBezTo>
                        <a:cubicBezTo>
                          <a:pt x="7893" y="15117"/>
                          <a:pt x="8159" y="15073"/>
                          <a:pt x="8380" y="15028"/>
                        </a:cubicBezTo>
                        <a:cubicBezTo>
                          <a:pt x="9710" y="13742"/>
                          <a:pt x="10774" y="12280"/>
                          <a:pt x="11262" y="10506"/>
                        </a:cubicBezTo>
                        <a:cubicBezTo>
                          <a:pt x="12148" y="7137"/>
                          <a:pt x="10331" y="2172"/>
                          <a:pt x="7494" y="0"/>
                        </a:cubicBezTo>
                        <a:cubicBezTo>
                          <a:pt x="3282" y="89"/>
                          <a:pt x="-87" y="3502"/>
                          <a:pt x="2" y="76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57" name="Forme libre : forme 19356">
                    <a:extLst>
                      <a:ext uri="{FF2B5EF4-FFF2-40B4-BE49-F238E27FC236}">
                        <a16:creationId xmlns:a16="http://schemas.microsoft.com/office/drawing/2014/main" id="{0E78073F-8A45-4C69-8A2C-837BA5B8D715}"/>
                      </a:ext>
                    </a:extLst>
                  </p:cNvPr>
                  <p:cNvSpPr/>
                  <p:nvPr/>
                </p:nvSpPr>
                <p:spPr>
                  <a:xfrm>
                    <a:off x="7437010" y="5751276"/>
                    <a:ext cx="7714" cy="7715"/>
                  </a:xfrm>
                  <a:custGeom>
                    <a:avLst/>
                    <a:gdLst>
                      <a:gd name="connsiteX0" fmla="*/ 7714 w 7714"/>
                      <a:gd name="connsiteY0" fmla="*/ 3813 h 7715"/>
                      <a:gd name="connsiteX1" fmla="*/ 3813 w 7714"/>
                      <a:gd name="connsiteY1" fmla="*/ 1 h 7715"/>
                      <a:gd name="connsiteX2" fmla="*/ 1 w 7714"/>
                      <a:gd name="connsiteY2" fmla="*/ 3902 h 7715"/>
                      <a:gd name="connsiteX3" fmla="*/ 3902 w 7714"/>
                      <a:gd name="connsiteY3" fmla="*/ 7714 h 7715"/>
                      <a:gd name="connsiteX4" fmla="*/ 7714 w 7714"/>
                      <a:gd name="connsiteY4" fmla="*/ 3813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4" h="7715">
                        <a:moveTo>
                          <a:pt x="7714" y="3813"/>
                        </a:moveTo>
                        <a:cubicBezTo>
                          <a:pt x="7670" y="1685"/>
                          <a:pt x="5941" y="-44"/>
                          <a:pt x="3813" y="1"/>
                        </a:cubicBezTo>
                        <a:cubicBezTo>
                          <a:pt x="1685" y="45"/>
                          <a:pt x="-44" y="1774"/>
                          <a:pt x="1" y="3902"/>
                        </a:cubicBezTo>
                        <a:cubicBezTo>
                          <a:pt x="45" y="6030"/>
                          <a:pt x="1774" y="7759"/>
                          <a:pt x="3902" y="7714"/>
                        </a:cubicBezTo>
                        <a:cubicBezTo>
                          <a:pt x="6030" y="7714"/>
                          <a:pt x="7714" y="5941"/>
                          <a:pt x="7714" y="38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58" name="Forme libre : forme 19357">
                    <a:extLst>
                      <a:ext uri="{FF2B5EF4-FFF2-40B4-BE49-F238E27FC236}">
                        <a16:creationId xmlns:a16="http://schemas.microsoft.com/office/drawing/2014/main" id="{771C3EE3-37EB-40B5-A2DD-84B4E4E9256D}"/>
                      </a:ext>
                    </a:extLst>
                  </p:cNvPr>
                  <p:cNvSpPr/>
                  <p:nvPr/>
                </p:nvSpPr>
                <p:spPr>
                  <a:xfrm>
                    <a:off x="7320155" y="5691563"/>
                    <a:ext cx="10196" cy="8777"/>
                  </a:xfrm>
                  <a:custGeom>
                    <a:avLst/>
                    <a:gdLst>
                      <a:gd name="connsiteX0" fmla="*/ 10063 w 10196"/>
                      <a:gd name="connsiteY0" fmla="*/ 8778 h 8777"/>
                      <a:gd name="connsiteX1" fmla="*/ 10196 w 10196"/>
                      <a:gd name="connsiteY1" fmla="*/ 7448 h 8777"/>
                      <a:gd name="connsiteX2" fmla="*/ 2527 w 10196"/>
                      <a:gd name="connsiteY2" fmla="*/ 0 h 8777"/>
                      <a:gd name="connsiteX3" fmla="*/ 0 w 10196"/>
                      <a:gd name="connsiteY3" fmla="*/ 488 h 8777"/>
                      <a:gd name="connsiteX4" fmla="*/ 10063 w 10196"/>
                      <a:gd name="connsiteY4" fmla="*/ 8778 h 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96" h="8777">
                        <a:moveTo>
                          <a:pt x="10063" y="8778"/>
                        </a:moveTo>
                        <a:cubicBezTo>
                          <a:pt x="10152" y="8335"/>
                          <a:pt x="10196" y="7891"/>
                          <a:pt x="10196" y="7448"/>
                        </a:cubicBezTo>
                        <a:cubicBezTo>
                          <a:pt x="10152" y="3281"/>
                          <a:pt x="6694" y="-44"/>
                          <a:pt x="2527" y="0"/>
                        </a:cubicBezTo>
                        <a:cubicBezTo>
                          <a:pt x="1640" y="0"/>
                          <a:pt x="798" y="222"/>
                          <a:pt x="0" y="488"/>
                        </a:cubicBezTo>
                        <a:cubicBezTo>
                          <a:pt x="4699" y="1729"/>
                          <a:pt x="8423" y="4256"/>
                          <a:pt x="10063" y="877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59" name="Forme libre : forme 19358">
                    <a:extLst>
                      <a:ext uri="{FF2B5EF4-FFF2-40B4-BE49-F238E27FC236}">
                        <a16:creationId xmlns:a16="http://schemas.microsoft.com/office/drawing/2014/main" id="{86EA2D71-8E2B-4AB3-AA34-E8C8D1A4F063}"/>
                      </a:ext>
                    </a:extLst>
                  </p:cNvPr>
                  <p:cNvSpPr/>
                  <p:nvPr/>
                </p:nvSpPr>
                <p:spPr>
                  <a:xfrm>
                    <a:off x="7315233" y="5692051"/>
                    <a:ext cx="15028" cy="14585"/>
                  </a:xfrm>
                  <a:custGeom>
                    <a:avLst/>
                    <a:gdLst>
                      <a:gd name="connsiteX0" fmla="*/ 1 w 15028"/>
                      <a:gd name="connsiteY0" fmla="*/ 7137 h 14585"/>
                      <a:gd name="connsiteX1" fmla="*/ 7670 w 15028"/>
                      <a:gd name="connsiteY1" fmla="*/ 14585 h 14585"/>
                      <a:gd name="connsiteX2" fmla="*/ 15029 w 15028"/>
                      <a:gd name="connsiteY2" fmla="*/ 8290 h 14585"/>
                      <a:gd name="connsiteX3" fmla="*/ 4966 w 15028"/>
                      <a:gd name="connsiteY3" fmla="*/ 0 h 14585"/>
                      <a:gd name="connsiteX4" fmla="*/ 1 w 15028"/>
                      <a:gd name="connsiteY4" fmla="*/ 7137 h 14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28" h="14585">
                        <a:moveTo>
                          <a:pt x="1" y="7137"/>
                        </a:moveTo>
                        <a:cubicBezTo>
                          <a:pt x="45" y="11305"/>
                          <a:pt x="3503" y="14629"/>
                          <a:pt x="7670" y="14585"/>
                        </a:cubicBezTo>
                        <a:cubicBezTo>
                          <a:pt x="11394" y="14541"/>
                          <a:pt x="14408" y="11837"/>
                          <a:pt x="15029" y="8290"/>
                        </a:cubicBezTo>
                        <a:cubicBezTo>
                          <a:pt x="13388" y="3768"/>
                          <a:pt x="9665" y="1241"/>
                          <a:pt x="4966" y="0"/>
                        </a:cubicBezTo>
                        <a:cubicBezTo>
                          <a:pt x="1995" y="1064"/>
                          <a:pt x="-44" y="3857"/>
                          <a:pt x="1" y="71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60" name="Forme libre : forme 19359">
                    <a:extLst>
                      <a:ext uri="{FF2B5EF4-FFF2-40B4-BE49-F238E27FC236}">
                        <a16:creationId xmlns:a16="http://schemas.microsoft.com/office/drawing/2014/main" id="{68CFF918-CE2F-4060-8A23-78BBBD1761DA}"/>
                      </a:ext>
                    </a:extLst>
                  </p:cNvPr>
                  <p:cNvSpPr/>
                  <p:nvPr/>
                </p:nvSpPr>
                <p:spPr>
                  <a:xfrm>
                    <a:off x="7337178" y="5708631"/>
                    <a:ext cx="7713" cy="7713"/>
                  </a:xfrm>
                  <a:custGeom>
                    <a:avLst/>
                    <a:gdLst>
                      <a:gd name="connsiteX0" fmla="*/ 7713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3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3" y="3857"/>
                        </a:moveTo>
                        <a:cubicBezTo>
                          <a:pt x="7713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3" y="1727"/>
                          <a:pt x="7713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61" name="Forme libre : forme 19360">
                    <a:extLst>
                      <a:ext uri="{FF2B5EF4-FFF2-40B4-BE49-F238E27FC236}">
                        <a16:creationId xmlns:a16="http://schemas.microsoft.com/office/drawing/2014/main" id="{A386746A-B3F8-444E-90A4-55CC4F0F0555}"/>
                      </a:ext>
                    </a:extLst>
                  </p:cNvPr>
                  <p:cNvSpPr/>
                  <p:nvPr/>
                </p:nvSpPr>
                <p:spPr>
                  <a:xfrm>
                    <a:off x="7222582" y="5795519"/>
                    <a:ext cx="1022" cy="4521"/>
                  </a:xfrm>
                  <a:custGeom>
                    <a:avLst/>
                    <a:gdLst>
                      <a:gd name="connsiteX0" fmla="*/ 0 w 1022"/>
                      <a:gd name="connsiteY0" fmla="*/ 4522 h 4521"/>
                      <a:gd name="connsiteX1" fmla="*/ 1020 w 1022"/>
                      <a:gd name="connsiteY1" fmla="*/ 665 h 4521"/>
                      <a:gd name="connsiteX2" fmla="*/ 931 w 1022"/>
                      <a:gd name="connsiteY2" fmla="*/ 0 h 4521"/>
                      <a:gd name="connsiteX3" fmla="*/ 310 w 1022"/>
                      <a:gd name="connsiteY3" fmla="*/ 2793 h 4521"/>
                      <a:gd name="connsiteX4" fmla="*/ 0 w 1022"/>
                      <a:gd name="connsiteY4" fmla="*/ 4522 h 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" h="4521">
                        <a:moveTo>
                          <a:pt x="0" y="4522"/>
                        </a:moveTo>
                        <a:cubicBezTo>
                          <a:pt x="665" y="3369"/>
                          <a:pt x="1064" y="2084"/>
                          <a:pt x="1020" y="665"/>
                        </a:cubicBezTo>
                        <a:cubicBezTo>
                          <a:pt x="1020" y="444"/>
                          <a:pt x="975" y="222"/>
                          <a:pt x="931" y="0"/>
                        </a:cubicBezTo>
                        <a:lnTo>
                          <a:pt x="310" y="2793"/>
                        </a:lnTo>
                        <a:cubicBezTo>
                          <a:pt x="222" y="3369"/>
                          <a:pt x="89" y="3946"/>
                          <a:pt x="0" y="452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62" name="Forme libre : forme 19361">
                    <a:extLst>
                      <a:ext uri="{FF2B5EF4-FFF2-40B4-BE49-F238E27FC236}">
                        <a16:creationId xmlns:a16="http://schemas.microsoft.com/office/drawing/2014/main" id="{AEB6F238-446C-4FDA-994C-AD26D264C99C}"/>
                      </a:ext>
                    </a:extLst>
                  </p:cNvPr>
                  <p:cNvSpPr/>
                  <p:nvPr/>
                </p:nvSpPr>
                <p:spPr>
                  <a:xfrm>
                    <a:off x="7208529" y="5788736"/>
                    <a:ext cx="15028" cy="15117"/>
                  </a:xfrm>
                  <a:custGeom>
                    <a:avLst/>
                    <a:gdLst>
                      <a:gd name="connsiteX0" fmla="*/ 7448 w 15028"/>
                      <a:gd name="connsiteY0" fmla="*/ 0 h 15117"/>
                      <a:gd name="connsiteX1" fmla="*/ 0 w 15028"/>
                      <a:gd name="connsiteY1" fmla="*/ 7670 h 15117"/>
                      <a:gd name="connsiteX2" fmla="*/ 7670 w 15028"/>
                      <a:gd name="connsiteY2" fmla="*/ 15117 h 15117"/>
                      <a:gd name="connsiteX3" fmla="*/ 14098 w 15028"/>
                      <a:gd name="connsiteY3" fmla="*/ 11305 h 15117"/>
                      <a:gd name="connsiteX4" fmla="*/ 14408 w 15028"/>
                      <a:gd name="connsiteY4" fmla="*/ 9576 h 15117"/>
                      <a:gd name="connsiteX5" fmla="*/ 15028 w 15028"/>
                      <a:gd name="connsiteY5" fmla="*/ 6783 h 15117"/>
                      <a:gd name="connsiteX6" fmla="*/ 7448 w 15028"/>
                      <a:gd name="connsiteY6" fmla="*/ 0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028" h="15117">
                        <a:moveTo>
                          <a:pt x="7448" y="0"/>
                        </a:moveTo>
                        <a:cubicBezTo>
                          <a:pt x="3281" y="45"/>
                          <a:pt x="-44" y="3502"/>
                          <a:pt x="0" y="7670"/>
                        </a:cubicBezTo>
                        <a:cubicBezTo>
                          <a:pt x="45" y="11837"/>
                          <a:pt x="3502" y="15161"/>
                          <a:pt x="7670" y="15117"/>
                        </a:cubicBezTo>
                        <a:cubicBezTo>
                          <a:pt x="10418" y="15073"/>
                          <a:pt x="12812" y="13565"/>
                          <a:pt x="14098" y="11305"/>
                        </a:cubicBezTo>
                        <a:cubicBezTo>
                          <a:pt x="14186" y="10728"/>
                          <a:pt x="14319" y="10152"/>
                          <a:pt x="14408" y="9576"/>
                        </a:cubicBezTo>
                        <a:lnTo>
                          <a:pt x="15028" y="6783"/>
                        </a:lnTo>
                        <a:cubicBezTo>
                          <a:pt x="14585" y="2926"/>
                          <a:pt x="11349" y="-44"/>
                          <a:pt x="74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63" name="Forme libre : forme 19362">
                    <a:extLst>
                      <a:ext uri="{FF2B5EF4-FFF2-40B4-BE49-F238E27FC236}">
                        <a16:creationId xmlns:a16="http://schemas.microsoft.com/office/drawing/2014/main" id="{ABBABD4D-07F1-4A78-A523-1D74915FAE14}"/>
                      </a:ext>
                    </a:extLst>
                  </p:cNvPr>
                  <p:cNvSpPr/>
                  <p:nvPr/>
                </p:nvSpPr>
                <p:spPr>
                  <a:xfrm>
                    <a:off x="7230429" y="5805848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64" name="Forme libre : forme 19363">
                    <a:extLst>
                      <a:ext uri="{FF2B5EF4-FFF2-40B4-BE49-F238E27FC236}">
                        <a16:creationId xmlns:a16="http://schemas.microsoft.com/office/drawing/2014/main" id="{4F552D78-FDB2-4634-98BC-5DAE6E6CD246}"/>
                      </a:ext>
                    </a:extLst>
                  </p:cNvPr>
                  <p:cNvSpPr/>
                  <p:nvPr/>
                </p:nvSpPr>
                <p:spPr>
                  <a:xfrm>
                    <a:off x="7115080" y="5742853"/>
                    <a:ext cx="9176" cy="13964"/>
                  </a:xfrm>
                  <a:custGeom>
                    <a:avLst/>
                    <a:gdLst>
                      <a:gd name="connsiteX0" fmla="*/ 1507 w 9176"/>
                      <a:gd name="connsiteY0" fmla="*/ 0 h 13964"/>
                      <a:gd name="connsiteX1" fmla="*/ 0 w 9176"/>
                      <a:gd name="connsiteY1" fmla="*/ 178 h 13964"/>
                      <a:gd name="connsiteX2" fmla="*/ 5541 w 9176"/>
                      <a:gd name="connsiteY2" fmla="*/ 13965 h 13964"/>
                      <a:gd name="connsiteX3" fmla="*/ 9177 w 9176"/>
                      <a:gd name="connsiteY3" fmla="*/ 7448 h 13964"/>
                      <a:gd name="connsiteX4" fmla="*/ 1507 w 9176"/>
                      <a:gd name="connsiteY4" fmla="*/ 0 h 13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76" h="13964">
                        <a:moveTo>
                          <a:pt x="1507" y="0"/>
                        </a:moveTo>
                        <a:cubicBezTo>
                          <a:pt x="975" y="0"/>
                          <a:pt x="488" y="89"/>
                          <a:pt x="0" y="178"/>
                        </a:cubicBezTo>
                        <a:cubicBezTo>
                          <a:pt x="3414" y="3193"/>
                          <a:pt x="4965" y="8423"/>
                          <a:pt x="5541" y="13965"/>
                        </a:cubicBezTo>
                        <a:cubicBezTo>
                          <a:pt x="7714" y="12635"/>
                          <a:pt x="9177" y="10197"/>
                          <a:pt x="9177" y="7448"/>
                        </a:cubicBezTo>
                        <a:cubicBezTo>
                          <a:pt x="9088" y="3281"/>
                          <a:pt x="5674" y="-44"/>
                          <a:pt x="150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65" name="Forme libre : forme 19364">
                    <a:extLst>
                      <a:ext uri="{FF2B5EF4-FFF2-40B4-BE49-F238E27FC236}">
                        <a16:creationId xmlns:a16="http://schemas.microsoft.com/office/drawing/2014/main" id="{E22D7A28-5885-4757-8207-D34E24E5AE05}"/>
                      </a:ext>
                    </a:extLst>
                  </p:cNvPr>
                  <p:cNvSpPr/>
                  <p:nvPr/>
                </p:nvSpPr>
                <p:spPr>
                  <a:xfrm>
                    <a:off x="7109139" y="5743031"/>
                    <a:ext cx="11526" cy="14939"/>
                  </a:xfrm>
                  <a:custGeom>
                    <a:avLst/>
                    <a:gdLst>
                      <a:gd name="connsiteX0" fmla="*/ 1 w 11526"/>
                      <a:gd name="connsiteY0" fmla="*/ 7492 h 14939"/>
                      <a:gd name="connsiteX1" fmla="*/ 7670 w 11526"/>
                      <a:gd name="connsiteY1" fmla="*/ 14940 h 14939"/>
                      <a:gd name="connsiteX2" fmla="*/ 11527 w 11526"/>
                      <a:gd name="connsiteY2" fmla="*/ 13787 h 14939"/>
                      <a:gd name="connsiteX3" fmla="*/ 5985 w 11526"/>
                      <a:gd name="connsiteY3" fmla="*/ 0 h 14939"/>
                      <a:gd name="connsiteX4" fmla="*/ 1 w 11526"/>
                      <a:gd name="connsiteY4" fmla="*/ 7492 h 14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26" h="14939">
                        <a:moveTo>
                          <a:pt x="1" y="7492"/>
                        </a:moveTo>
                        <a:cubicBezTo>
                          <a:pt x="45" y="11659"/>
                          <a:pt x="3503" y="14984"/>
                          <a:pt x="7670" y="14940"/>
                        </a:cubicBezTo>
                        <a:cubicBezTo>
                          <a:pt x="9089" y="14940"/>
                          <a:pt x="10374" y="14496"/>
                          <a:pt x="11527" y="13787"/>
                        </a:cubicBezTo>
                        <a:cubicBezTo>
                          <a:pt x="10950" y="8201"/>
                          <a:pt x="9399" y="2970"/>
                          <a:pt x="5985" y="0"/>
                        </a:cubicBezTo>
                        <a:cubicBezTo>
                          <a:pt x="2483" y="754"/>
                          <a:pt x="-44" y="3812"/>
                          <a:pt x="1" y="74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66" name="Forme libre : forme 19365">
                    <a:extLst>
                      <a:ext uri="{FF2B5EF4-FFF2-40B4-BE49-F238E27FC236}">
                        <a16:creationId xmlns:a16="http://schemas.microsoft.com/office/drawing/2014/main" id="{989C4946-9494-4693-BB69-114129D19B6D}"/>
                      </a:ext>
                    </a:extLst>
                  </p:cNvPr>
                  <p:cNvSpPr/>
                  <p:nvPr/>
                </p:nvSpPr>
                <p:spPr>
                  <a:xfrm>
                    <a:off x="7131039" y="5759966"/>
                    <a:ext cx="7713" cy="7713"/>
                  </a:xfrm>
                  <a:custGeom>
                    <a:avLst/>
                    <a:gdLst>
                      <a:gd name="connsiteX0" fmla="*/ 7713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3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3" y="3857"/>
                        </a:moveTo>
                        <a:cubicBezTo>
                          <a:pt x="7713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3" y="1727"/>
                          <a:pt x="7713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67" name="Forme libre : forme 19366">
                    <a:extLst>
                      <a:ext uri="{FF2B5EF4-FFF2-40B4-BE49-F238E27FC236}">
                        <a16:creationId xmlns:a16="http://schemas.microsoft.com/office/drawing/2014/main" id="{18A2068E-55E0-4DA7-AFD3-CFDB8CE7BB0F}"/>
                      </a:ext>
                    </a:extLst>
                  </p:cNvPr>
                  <p:cNvSpPr/>
                  <p:nvPr/>
                </p:nvSpPr>
                <p:spPr>
                  <a:xfrm>
                    <a:off x="7243196" y="5721885"/>
                    <a:ext cx="6693" cy="7092"/>
                  </a:xfrm>
                  <a:custGeom>
                    <a:avLst/>
                    <a:gdLst>
                      <a:gd name="connsiteX0" fmla="*/ 0 w 6693"/>
                      <a:gd name="connsiteY0" fmla="*/ 7093 h 7092"/>
                      <a:gd name="connsiteX1" fmla="*/ 6694 w 6693"/>
                      <a:gd name="connsiteY1" fmla="*/ 0 h 7092"/>
                      <a:gd name="connsiteX2" fmla="*/ 0 w 6693"/>
                      <a:gd name="connsiteY2" fmla="*/ 7093 h 7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693" h="7092">
                        <a:moveTo>
                          <a:pt x="0" y="7093"/>
                        </a:moveTo>
                        <a:cubicBezTo>
                          <a:pt x="3679" y="6694"/>
                          <a:pt x="6517" y="3680"/>
                          <a:pt x="6694" y="0"/>
                        </a:cubicBezTo>
                        <a:cubicBezTo>
                          <a:pt x="5630" y="3148"/>
                          <a:pt x="2748" y="5364"/>
                          <a:pt x="0" y="70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68" name="Forme libre : forme 19367">
                    <a:extLst>
                      <a:ext uri="{FF2B5EF4-FFF2-40B4-BE49-F238E27FC236}">
                        <a16:creationId xmlns:a16="http://schemas.microsoft.com/office/drawing/2014/main" id="{5A021D20-E42B-4DAD-A8CF-0AB2076F59D1}"/>
                      </a:ext>
                    </a:extLst>
                  </p:cNvPr>
                  <p:cNvSpPr/>
                  <p:nvPr/>
                </p:nvSpPr>
                <p:spPr>
                  <a:xfrm>
                    <a:off x="7234817" y="5713950"/>
                    <a:ext cx="15117" cy="15117"/>
                  </a:xfrm>
                  <a:custGeom>
                    <a:avLst/>
                    <a:gdLst>
                      <a:gd name="connsiteX0" fmla="*/ 7448 w 15117"/>
                      <a:gd name="connsiteY0" fmla="*/ 0 h 15117"/>
                      <a:gd name="connsiteX1" fmla="*/ 0 w 15117"/>
                      <a:gd name="connsiteY1" fmla="*/ 7670 h 15117"/>
                      <a:gd name="connsiteX2" fmla="*/ 7670 w 15117"/>
                      <a:gd name="connsiteY2" fmla="*/ 15117 h 15117"/>
                      <a:gd name="connsiteX3" fmla="*/ 8379 w 15117"/>
                      <a:gd name="connsiteY3" fmla="*/ 15028 h 15117"/>
                      <a:gd name="connsiteX4" fmla="*/ 15073 w 15117"/>
                      <a:gd name="connsiteY4" fmla="*/ 7935 h 15117"/>
                      <a:gd name="connsiteX5" fmla="*/ 15117 w 15117"/>
                      <a:gd name="connsiteY5" fmla="*/ 7448 h 15117"/>
                      <a:gd name="connsiteX6" fmla="*/ 7448 w 15117"/>
                      <a:gd name="connsiteY6" fmla="*/ 0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117" h="15117">
                        <a:moveTo>
                          <a:pt x="7448" y="0"/>
                        </a:moveTo>
                        <a:cubicBezTo>
                          <a:pt x="3281" y="44"/>
                          <a:pt x="-44" y="3502"/>
                          <a:pt x="0" y="7670"/>
                        </a:cubicBezTo>
                        <a:cubicBezTo>
                          <a:pt x="45" y="11836"/>
                          <a:pt x="3502" y="15161"/>
                          <a:pt x="7670" y="15117"/>
                        </a:cubicBezTo>
                        <a:cubicBezTo>
                          <a:pt x="7936" y="15117"/>
                          <a:pt x="8157" y="15073"/>
                          <a:pt x="8379" y="15028"/>
                        </a:cubicBezTo>
                        <a:cubicBezTo>
                          <a:pt x="11172" y="13300"/>
                          <a:pt x="14053" y="11083"/>
                          <a:pt x="15073" y="7935"/>
                        </a:cubicBezTo>
                        <a:cubicBezTo>
                          <a:pt x="15073" y="7758"/>
                          <a:pt x="15117" y="7625"/>
                          <a:pt x="15117" y="7448"/>
                        </a:cubicBezTo>
                        <a:cubicBezTo>
                          <a:pt x="15029" y="3281"/>
                          <a:pt x="11615" y="-44"/>
                          <a:pt x="74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69" name="Forme libre : forme 19368">
                    <a:extLst>
                      <a:ext uri="{FF2B5EF4-FFF2-40B4-BE49-F238E27FC236}">
                        <a16:creationId xmlns:a16="http://schemas.microsoft.com/office/drawing/2014/main" id="{1D3E9249-38ED-4B6C-9887-0BE9C2246240}"/>
                      </a:ext>
                    </a:extLst>
                  </p:cNvPr>
                  <p:cNvSpPr/>
                  <p:nvPr/>
                </p:nvSpPr>
                <p:spPr>
                  <a:xfrm>
                    <a:off x="7256717" y="5731062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70" name="Forme libre : forme 19369">
                    <a:extLst>
                      <a:ext uri="{FF2B5EF4-FFF2-40B4-BE49-F238E27FC236}">
                        <a16:creationId xmlns:a16="http://schemas.microsoft.com/office/drawing/2014/main" id="{163FC0EB-0BBD-4C74-AF3B-F0E58733FFDB}"/>
                      </a:ext>
                    </a:extLst>
                  </p:cNvPr>
                  <p:cNvSpPr/>
                  <p:nvPr/>
                </p:nvSpPr>
                <p:spPr>
                  <a:xfrm>
                    <a:off x="7636367" y="5687529"/>
                    <a:ext cx="13299" cy="15129"/>
                  </a:xfrm>
                  <a:custGeom>
                    <a:avLst/>
                    <a:gdLst>
                      <a:gd name="connsiteX0" fmla="*/ 13299 w 13299"/>
                      <a:gd name="connsiteY0" fmla="*/ 7448 h 15129"/>
                      <a:gd name="connsiteX1" fmla="*/ 5630 w 13299"/>
                      <a:gd name="connsiteY1" fmla="*/ 0 h 15129"/>
                      <a:gd name="connsiteX2" fmla="*/ 0 w 13299"/>
                      <a:gd name="connsiteY2" fmla="*/ 2705 h 15129"/>
                      <a:gd name="connsiteX3" fmla="*/ 310 w 13299"/>
                      <a:gd name="connsiteY3" fmla="*/ 3281 h 15129"/>
                      <a:gd name="connsiteX4" fmla="*/ 4655 w 13299"/>
                      <a:gd name="connsiteY4" fmla="*/ 15029 h 15129"/>
                      <a:gd name="connsiteX5" fmla="*/ 5852 w 13299"/>
                      <a:gd name="connsiteY5" fmla="*/ 15117 h 15129"/>
                      <a:gd name="connsiteX6" fmla="*/ 13299 w 13299"/>
                      <a:gd name="connsiteY6" fmla="*/ 7448 h 15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99" h="15129">
                        <a:moveTo>
                          <a:pt x="13299" y="7448"/>
                        </a:moveTo>
                        <a:cubicBezTo>
                          <a:pt x="13255" y="3281"/>
                          <a:pt x="9797" y="-44"/>
                          <a:pt x="5630" y="0"/>
                        </a:cubicBezTo>
                        <a:cubicBezTo>
                          <a:pt x="3369" y="45"/>
                          <a:pt x="1330" y="1064"/>
                          <a:pt x="0" y="2705"/>
                        </a:cubicBezTo>
                        <a:cubicBezTo>
                          <a:pt x="89" y="2882"/>
                          <a:pt x="177" y="3104"/>
                          <a:pt x="310" y="3281"/>
                        </a:cubicBezTo>
                        <a:cubicBezTo>
                          <a:pt x="2172" y="7049"/>
                          <a:pt x="3591" y="10994"/>
                          <a:pt x="4655" y="15029"/>
                        </a:cubicBezTo>
                        <a:cubicBezTo>
                          <a:pt x="5054" y="15073"/>
                          <a:pt x="5453" y="15162"/>
                          <a:pt x="5852" y="15117"/>
                        </a:cubicBezTo>
                        <a:cubicBezTo>
                          <a:pt x="10019" y="15073"/>
                          <a:pt x="13344" y="11615"/>
                          <a:pt x="13299" y="74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71" name="Forme libre : forme 19370">
                    <a:extLst>
                      <a:ext uri="{FF2B5EF4-FFF2-40B4-BE49-F238E27FC236}">
                        <a16:creationId xmlns:a16="http://schemas.microsoft.com/office/drawing/2014/main" id="{90C92792-9C38-496D-9024-44EB6786D34C}"/>
                      </a:ext>
                    </a:extLst>
                  </p:cNvPr>
                  <p:cNvSpPr/>
                  <p:nvPr/>
                </p:nvSpPr>
                <p:spPr>
                  <a:xfrm>
                    <a:off x="7634550" y="5690233"/>
                    <a:ext cx="6472" cy="12324"/>
                  </a:xfrm>
                  <a:custGeom>
                    <a:avLst/>
                    <a:gdLst>
                      <a:gd name="connsiteX0" fmla="*/ 1817 w 6472"/>
                      <a:gd name="connsiteY0" fmla="*/ 0 h 12324"/>
                      <a:gd name="connsiteX1" fmla="*/ 0 w 6472"/>
                      <a:gd name="connsiteY1" fmla="*/ 4965 h 12324"/>
                      <a:gd name="connsiteX2" fmla="*/ 6472 w 6472"/>
                      <a:gd name="connsiteY2" fmla="*/ 12324 h 12324"/>
                      <a:gd name="connsiteX3" fmla="*/ 2128 w 6472"/>
                      <a:gd name="connsiteY3" fmla="*/ 576 h 12324"/>
                      <a:gd name="connsiteX4" fmla="*/ 1817 w 6472"/>
                      <a:gd name="connsiteY4" fmla="*/ 0 h 12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2" h="12324">
                        <a:moveTo>
                          <a:pt x="1817" y="0"/>
                        </a:moveTo>
                        <a:cubicBezTo>
                          <a:pt x="665" y="1330"/>
                          <a:pt x="0" y="3059"/>
                          <a:pt x="0" y="4965"/>
                        </a:cubicBezTo>
                        <a:cubicBezTo>
                          <a:pt x="44" y="8734"/>
                          <a:pt x="2837" y="11792"/>
                          <a:pt x="6472" y="12324"/>
                        </a:cubicBezTo>
                        <a:cubicBezTo>
                          <a:pt x="5409" y="8334"/>
                          <a:pt x="3990" y="4345"/>
                          <a:pt x="2128" y="576"/>
                        </a:cubicBezTo>
                        <a:cubicBezTo>
                          <a:pt x="1995" y="399"/>
                          <a:pt x="1906" y="177"/>
                          <a:pt x="181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72" name="Forme libre : forme 19371">
                    <a:extLst>
                      <a:ext uri="{FF2B5EF4-FFF2-40B4-BE49-F238E27FC236}">
                        <a16:creationId xmlns:a16="http://schemas.microsoft.com/office/drawing/2014/main" id="{BD01B6D4-BE6B-47F2-9E9A-EF5EEF4E9275}"/>
                      </a:ext>
                    </a:extLst>
                  </p:cNvPr>
                  <p:cNvSpPr/>
                  <p:nvPr/>
                </p:nvSpPr>
                <p:spPr>
                  <a:xfrm>
                    <a:off x="7656493" y="5704640"/>
                    <a:ext cx="7715" cy="7715"/>
                  </a:xfrm>
                  <a:custGeom>
                    <a:avLst/>
                    <a:gdLst>
                      <a:gd name="connsiteX0" fmla="*/ 3902 w 7715"/>
                      <a:gd name="connsiteY0" fmla="*/ 7714 h 7715"/>
                      <a:gd name="connsiteX1" fmla="*/ 7714 w 7715"/>
                      <a:gd name="connsiteY1" fmla="*/ 3813 h 7715"/>
                      <a:gd name="connsiteX2" fmla="*/ 3813 w 7715"/>
                      <a:gd name="connsiteY2" fmla="*/ 1 h 7715"/>
                      <a:gd name="connsiteX3" fmla="*/ 1 w 7715"/>
                      <a:gd name="connsiteY3" fmla="*/ 3902 h 7715"/>
                      <a:gd name="connsiteX4" fmla="*/ 3902 w 7715"/>
                      <a:gd name="connsiteY4" fmla="*/ 7714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5">
                        <a:moveTo>
                          <a:pt x="3902" y="7714"/>
                        </a:moveTo>
                        <a:cubicBezTo>
                          <a:pt x="6030" y="7671"/>
                          <a:pt x="7759" y="5942"/>
                          <a:pt x="7714" y="3813"/>
                        </a:cubicBezTo>
                        <a:cubicBezTo>
                          <a:pt x="7670" y="1685"/>
                          <a:pt x="5941" y="-44"/>
                          <a:pt x="3813" y="1"/>
                        </a:cubicBezTo>
                        <a:cubicBezTo>
                          <a:pt x="1685" y="45"/>
                          <a:pt x="-44" y="1774"/>
                          <a:pt x="1" y="3902"/>
                        </a:cubicBezTo>
                        <a:cubicBezTo>
                          <a:pt x="45" y="6030"/>
                          <a:pt x="1774" y="7759"/>
                          <a:pt x="3902" y="77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73" name="Forme libre : forme 19372">
                    <a:extLst>
                      <a:ext uri="{FF2B5EF4-FFF2-40B4-BE49-F238E27FC236}">
                        <a16:creationId xmlns:a16="http://schemas.microsoft.com/office/drawing/2014/main" id="{9876FA66-EB7B-412E-B9E0-F2EA594A01C8}"/>
                      </a:ext>
                    </a:extLst>
                  </p:cNvPr>
                  <p:cNvSpPr/>
                  <p:nvPr/>
                </p:nvSpPr>
                <p:spPr>
                  <a:xfrm>
                    <a:off x="7557902" y="5812187"/>
                    <a:ext cx="15072" cy="14939"/>
                  </a:xfrm>
                  <a:custGeom>
                    <a:avLst/>
                    <a:gdLst>
                      <a:gd name="connsiteX0" fmla="*/ 5319 w 15072"/>
                      <a:gd name="connsiteY0" fmla="*/ 8601 h 14939"/>
                      <a:gd name="connsiteX1" fmla="*/ 9043 w 15072"/>
                      <a:gd name="connsiteY1" fmla="*/ 14940 h 14939"/>
                      <a:gd name="connsiteX2" fmla="*/ 15072 w 15072"/>
                      <a:gd name="connsiteY2" fmla="*/ 7448 h 14939"/>
                      <a:gd name="connsiteX3" fmla="*/ 7403 w 15072"/>
                      <a:gd name="connsiteY3" fmla="*/ 0 h 14939"/>
                      <a:gd name="connsiteX4" fmla="*/ 0 w 15072"/>
                      <a:gd name="connsiteY4" fmla="*/ 6872 h 14939"/>
                      <a:gd name="connsiteX5" fmla="*/ 5319 w 15072"/>
                      <a:gd name="connsiteY5" fmla="*/ 8601 h 14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072" h="14939">
                        <a:moveTo>
                          <a:pt x="5319" y="8601"/>
                        </a:moveTo>
                        <a:cubicBezTo>
                          <a:pt x="7137" y="9975"/>
                          <a:pt x="8511" y="12458"/>
                          <a:pt x="9043" y="14940"/>
                        </a:cubicBezTo>
                        <a:cubicBezTo>
                          <a:pt x="12501" y="14231"/>
                          <a:pt x="15117" y="11128"/>
                          <a:pt x="15072" y="7448"/>
                        </a:cubicBezTo>
                        <a:cubicBezTo>
                          <a:pt x="15028" y="3281"/>
                          <a:pt x="11570" y="-44"/>
                          <a:pt x="7403" y="0"/>
                        </a:cubicBezTo>
                        <a:cubicBezTo>
                          <a:pt x="3502" y="45"/>
                          <a:pt x="354" y="3060"/>
                          <a:pt x="0" y="6872"/>
                        </a:cubicBezTo>
                        <a:cubicBezTo>
                          <a:pt x="2039" y="7005"/>
                          <a:pt x="3857" y="7537"/>
                          <a:pt x="5319" y="860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74" name="Forme libre : forme 19373">
                    <a:extLst>
                      <a:ext uri="{FF2B5EF4-FFF2-40B4-BE49-F238E27FC236}">
                        <a16:creationId xmlns:a16="http://schemas.microsoft.com/office/drawing/2014/main" id="{F2EFBEAD-B1F0-4C5B-A3CE-FC756A863BB3}"/>
                      </a:ext>
                    </a:extLst>
                  </p:cNvPr>
                  <p:cNvSpPr/>
                  <p:nvPr/>
                </p:nvSpPr>
                <p:spPr>
                  <a:xfrm>
                    <a:off x="7557813" y="5819059"/>
                    <a:ext cx="9087" cy="8245"/>
                  </a:xfrm>
                  <a:custGeom>
                    <a:avLst/>
                    <a:gdLst>
                      <a:gd name="connsiteX0" fmla="*/ 7669 w 9087"/>
                      <a:gd name="connsiteY0" fmla="*/ 8245 h 8245"/>
                      <a:gd name="connsiteX1" fmla="*/ 9088 w 9087"/>
                      <a:gd name="connsiteY1" fmla="*/ 8068 h 8245"/>
                      <a:gd name="connsiteX2" fmla="*/ 5364 w 9087"/>
                      <a:gd name="connsiteY2" fmla="*/ 1729 h 8245"/>
                      <a:gd name="connsiteX3" fmla="*/ 89 w 9087"/>
                      <a:gd name="connsiteY3" fmla="*/ 0 h 8245"/>
                      <a:gd name="connsiteX4" fmla="*/ 0 w 9087"/>
                      <a:gd name="connsiteY4" fmla="*/ 798 h 8245"/>
                      <a:gd name="connsiteX5" fmla="*/ 7669 w 9087"/>
                      <a:gd name="connsiteY5" fmla="*/ 8245 h 8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087" h="8245">
                        <a:moveTo>
                          <a:pt x="7669" y="8245"/>
                        </a:moveTo>
                        <a:cubicBezTo>
                          <a:pt x="8157" y="8245"/>
                          <a:pt x="8645" y="8157"/>
                          <a:pt x="9088" y="8068"/>
                        </a:cubicBezTo>
                        <a:cubicBezTo>
                          <a:pt x="8556" y="5586"/>
                          <a:pt x="7182" y="3103"/>
                          <a:pt x="5364" y="1729"/>
                        </a:cubicBezTo>
                        <a:cubicBezTo>
                          <a:pt x="3901" y="621"/>
                          <a:pt x="2083" y="133"/>
                          <a:pt x="89" y="0"/>
                        </a:cubicBezTo>
                        <a:cubicBezTo>
                          <a:pt x="44" y="266"/>
                          <a:pt x="0" y="532"/>
                          <a:pt x="0" y="798"/>
                        </a:cubicBezTo>
                        <a:cubicBezTo>
                          <a:pt x="89" y="4965"/>
                          <a:pt x="3502" y="8290"/>
                          <a:pt x="7669" y="82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75" name="Forme libre : forme 19374">
                    <a:extLst>
                      <a:ext uri="{FF2B5EF4-FFF2-40B4-BE49-F238E27FC236}">
                        <a16:creationId xmlns:a16="http://schemas.microsoft.com/office/drawing/2014/main" id="{AC050516-8D59-481A-A88F-845AF9F3D774}"/>
                      </a:ext>
                    </a:extLst>
                  </p:cNvPr>
                  <p:cNvSpPr/>
                  <p:nvPr/>
                </p:nvSpPr>
                <p:spPr>
                  <a:xfrm>
                    <a:off x="7579757" y="5829298"/>
                    <a:ext cx="7714" cy="7715"/>
                  </a:xfrm>
                  <a:custGeom>
                    <a:avLst/>
                    <a:gdLst>
                      <a:gd name="connsiteX0" fmla="*/ 0 w 7714"/>
                      <a:gd name="connsiteY0" fmla="*/ 3902 h 7715"/>
                      <a:gd name="connsiteX1" fmla="*/ 3901 w 7714"/>
                      <a:gd name="connsiteY1" fmla="*/ 7714 h 7715"/>
                      <a:gd name="connsiteX2" fmla="*/ 7714 w 7714"/>
                      <a:gd name="connsiteY2" fmla="*/ 3814 h 7715"/>
                      <a:gd name="connsiteX3" fmla="*/ 3812 w 7714"/>
                      <a:gd name="connsiteY3" fmla="*/ 1 h 7715"/>
                      <a:gd name="connsiteX4" fmla="*/ 0 w 7714"/>
                      <a:gd name="connsiteY4" fmla="*/ 3902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4" h="7715">
                        <a:moveTo>
                          <a:pt x="0" y="3902"/>
                        </a:moveTo>
                        <a:cubicBezTo>
                          <a:pt x="44" y="6030"/>
                          <a:pt x="1773" y="7759"/>
                          <a:pt x="3901" y="7714"/>
                        </a:cubicBezTo>
                        <a:cubicBezTo>
                          <a:pt x="6029" y="7671"/>
                          <a:pt x="7758" y="5942"/>
                          <a:pt x="7714" y="3814"/>
                        </a:cubicBezTo>
                        <a:cubicBezTo>
                          <a:pt x="7669" y="1685"/>
                          <a:pt x="5940" y="-44"/>
                          <a:pt x="3812" y="1"/>
                        </a:cubicBezTo>
                        <a:cubicBezTo>
                          <a:pt x="1685" y="1"/>
                          <a:pt x="0" y="1774"/>
                          <a:pt x="0" y="39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76" name="Forme libre : forme 19375">
                    <a:extLst>
                      <a:ext uri="{FF2B5EF4-FFF2-40B4-BE49-F238E27FC236}">
                        <a16:creationId xmlns:a16="http://schemas.microsoft.com/office/drawing/2014/main" id="{556A228A-1FB4-49E3-B899-9C0A53D7F8D7}"/>
                      </a:ext>
                    </a:extLst>
                  </p:cNvPr>
                  <p:cNvSpPr/>
                  <p:nvPr/>
                </p:nvSpPr>
                <p:spPr>
                  <a:xfrm>
                    <a:off x="7323036" y="5810104"/>
                    <a:ext cx="15117" cy="15117"/>
                  </a:xfrm>
                  <a:custGeom>
                    <a:avLst/>
                    <a:gdLst>
                      <a:gd name="connsiteX0" fmla="*/ 15117 w 15117"/>
                      <a:gd name="connsiteY0" fmla="*/ 7448 h 15117"/>
                      <a:gd name="connsiteX1" fmla="*/ 7448 w 15117"/>
                      <a:gd name="connsiteY1" fmla="*/ 0 h 15117"/>
                      <a:gd name="connsiteX2" fmla="*/ 0 w 15117"/>
                      <a:gd name="connsiteY2" fmla="*/ 7670 h 15117"/>
                      <a:gd name="connsiteX3" fmla="*/ 7670 w 15117"/>
                      <a:gd name="connsiteY3" fmla="*/ 15117 h 15117"/>
                      <a:gd name="connsiteX4" fmla="*/ 15117 w 15117"/>
                      <a:gd name="connsiteY4" fmla="*/ 7448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17" h="15117">
                        <a:moveTo>
                          <a:pt x="15117" y="7448"/>
                        </a:moveTo>
                        <a:cubicBezTo>
                          <a:pt x="15073" y="3281"/>
                          <a:pt x="11615" y="-44"/>
                          <a:pt x="7448" y="0"/>
                        </a:cubicBezTo>
                        <a:cubicBezTo>
                          <a:pt x="3281" y="45"/>
                          <a:pt x="-44" y="3503"/>
                          <a:pt x="0" y="7670"/>
                        </a:cubicBezTo>
                        <a:cubicBezTo>
                          <a:pt x="45" y="11837"/>
                          <a:pt x="3503" y="15162"/>
                          <a:pt x="7670" y="15117"/>
                        </a:cubicBezTo>
                        <a:cubicBezTo>
                          <a:pt x="11837" y="15073"/>
                          <a:pt x="15162" y="11615"/>
                          <a:pt x="15117" y="74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77" name="Forme libre : forme 19376">
                    <a:extLst>
                      <a:ext uri="{FF2B5EF4-FFF2-40B4-BE49-F238E27FC236}">
                        <a16:creationId xmlns:a16="http://schemas.microsoft.com/office/drawing/2014/main" id="{EF00C7F1-7A6D-44DF-8286-7412FFDA243D}"/>
                      </a:ext>
                    </a:extLst>
                  </p:cNvPr>
                  <p:cNvSpPr/>
                  <p:nvPr/>
                </p:nvSpPr>
                <p:spPr>
                  <a:xfrm>
                    <a:off x="7344936" y="5827215"/>
                    <a:ext cx="7714" cy="7715"/>
                  </a:xfrm>
                  <a:custGeom>
                    <a:avLst/>
                    <a:gdLst>
                      <a:gd name="connsiteX0" fmla="*/ 0 w 7714"/>
                      <a:gd name="connsiteY0" fmla="*/ 3902 h 7715"/>
                      <a:gd name="connsiteX1" fmla="*/ 3901 w 7714"/>
                      <a:gd name="connsiteY1" fmla="*/ 7714 h 7715"/>
                      <a:gd name="connsiteX2" fmla="*/ 7714 w 7714"/>
                      <a:gd name="connsiteY2" fmla="*/ 3813 h 7715"/>
                      <a:gd name="connsiteX3" fmla="*/ 3813 w 7714"/>
                      <a:gd name="connsiteY3" fmla="*/ 1 h 7715"/>
                      <a:gd name="connsiteX4" fmla="*/ 0 w 7714"/>
                      <a:gd name="connsiteY4" fmla="*/ 3902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4" h="7715">
                        <a:moveTo>
                          <a:pt x="0" y="3902"/>
                        </a:moveTo>
                        <a:cubicBezTo>
                          <a:pt x="44" y="6030"/>
                          <a:pt x="1773" y="7759"/>
                          <a:pt x="3901" y="7714"/>
                        </a:cubicBezTo>
                        <a:cubicBezTo>
                          <a:pt x="6029" y="7670"/>
                          <a:pt x="7758" y="5941"/>
                          <a:pt x="7714" y="3813"/>
                        </a:cubicBezTo>
                        <a:cubicBezTo>
                          <a:pt x="7669" y="1685"/>
                          <a:pt x="5940" y="-44"/>
                          <a:pt x="3813" y="1"/>
                        </a:cubicBezTo>
                        <a:cubicBezTo>
                          <a:pt x="1685" y="1"/>
                          <a:pt x="0" y="1774"/>
                          <a:pt x="0" y="39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78" name="Forme libre : forme 19377">
                    <a:extLst>
                      <a:ext uri="{FF2B5EF4-FFF2-40B4-BE49-F238E27FC236}">
                        <a16:creationId xmlns:a16="http://schemas.microsoft.com/office/drawing/2014/main" id="{3DE3F36E-6378-4FA5-9F80-D3713C2D0312}"/>
                      </a:ext>
                    </a:extLst>
                  </p:cNvPr>
                  <p:cNvSpPr/>
                  <p:nvPr/>
                </p:nvSpPr>
                <p:spPr>
                  <a:xfrm>
                    <a:off x="7014271" y="5797248"/>
                    <a:ext cx="15117" cy="15117"/>
                  </a:xfrm>
                  <a:custGeom>
                    <a:avLst/>
                    <a:gdLst>
                      <a:gd name="connsiteX0" fmla="*/ 0 w 15117"/>
                      <a:gd name="connsiteY0" fmla="*/ 7670 h 15117"/>
                      <a:gd name="connsiteX1" fmla="*/ 7669 w 15117"/>
                      <a:gd name="connsiteY1" fmla="*/ 15117 h 15117"/>
                      <a:gd name="connsiteX2" fmla="*/ 15117 w 15117"/>
                      <a:gd name="connsiteY2" fmla="*/ 7448 h 15117"/>
                      <a:gd name="connsiteX3" fmla="*/ 7448 w 15117"/>
                      <a:gd name="connsiteY3" fmla="*/ 0 h 15117"/>
                      <a:gd name="connsiteX4" fmla="*/ 975 w 15117"/>
                      <a:gd name="connsiteY4" fmla="*/ 3857 h 15117"/>
                      <a:gd name="connsiteX5" fmla="*/ 0 w 15117"/>
                      <a:gd name="connsiteY5" fmla="*/ 7670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117" h="15117">
                        <a:moveTo>
                          <a:pt x="0" y="7670"/>
                        </a:moveTo>
                        <a:cubicBezTo>
                          <a:pt x="44" y="11837"/>
                          <a:pt x="3502" y="15162"/>
                          <a:pt x="7669" y="15117"/>
                        </a:cubicBezTo>
                        <a:cubicBezTo>
                          <a:pt x="11836" y="15073"/>
                          <a:pt x="15161" y="11615"/>
                          <a:pt x="15117" y="7448"/>
                        </a:cubicBezTo>
                        <a:cubicBezTo>
                          <a:pt x="15072" y="3281"/>
                          <a:pt x="11615" y="-44"/>
                          <a:pt x="7448" y="0"/>
                        </a:cubicBezTo>
                        <a:cubicBezTo>
                          <a:pt x="5275" y="1286"/>
                          <a:pt x="3147" y="2572"/>
                          <a:pt x="975" y="3857"/>
                        </a:cubicBezTo>
                        <a:cubicBezTo>
                          <a:pt x="354" y="5010"/>
                          <a:pt x="0" y="6296"/>
                          <a:pt x="0" y="767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79" name="Forme libre : forme 19378">
                    <a:extLst>
                      <a:ext uri="{FF2B5EF4-FFF2-40B4-BE49-F238E27FC236}">
                        <a16:creationId xmlns:a16="http://schemas.microsoft.com/office/drawing/2014/main" id="{293EF89C-BFBC-4930-BA98-75631429455C}"/>
                      </a:ext>
                    </a:extLst>
                  </p:cNvPr>
                  <p:cNvSpPr/>
                  <p:nvPr/>
                </p:nvSpPr>
                <p:spPr>
                  <a:xfrm>
                    <a:off x="7015291" y="5797248"/>
                    <a:ext cx="6472" cy="3856"/>
                  </a:xfrm>
                  <a:custGeom>
                    <a:avLst/>
                    <a:gdLst>
                      <a:gd name="connsiteX0" fmla="*/ 0 w 6472"/>
                      <a:gd name="connsiteY0" fmla="*/ 3857 h 3856"/>
                      <a:gd name="connsiteX1" fmla="*/ 6472 w 6472"/>
                      <a:gd name="connsiteY1" fmla="*/ 0 h 3856"/>
                      <a:gd name="connsiteX2" fmla="*/ 0 w 6472"/>
                      <a:gd name="connsiteY2" fmla="*/ 3857 h 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472" h="3856">
                        <a:moveTo>
                          <a:pt x="0" y="3857"/>
                        </a:moveTo>
                        <a:cubicBezTo>
                          <a:pt x="2172" y="2572"/>
                          <a:pt x="4300" y="1286"/>
                          <a:pt x="6472" y="0"/>
                        </a:cubicBezTo>
                        <a:cubicBezTo>
                          <a:pt x="3635" y="44"/>
                          <a:pt x="1241" y="1596"/>
                          <a:pt x="0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80" name="Forme libre : forme 19379">
                    <a:extLst>
                      <a:ext uri="{FF2B5EF4-FFF2-40B4-BE49-F238E27FC236}">
                        <a16:creationId xmlns:a16="http://schemas.microsoft.com/office/drawing/2014/main" id="{E6D3DB96-6841-4898-B51D-0366EB39496E}"/>
                      </a:ext>
                    </a:extLst>
                  </p:cNvPr>
                  <p:cNvSpPr/>
                  <p:nvPr/>
                </p:nvSpPr>
                <p:spPr>
                  <a:xfrm>
                    <a:off x="7036215" y="5814360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81" name="Forme libre : forme 19380">
                    <a:extLst>
                      <a:ext uri="{FF2B5EF4-FFF2-40B4-BE49-F238E27FC236}">
                        <a16:creationId xmlns:a16="http://schemas.microsoft.com/office/drawing/2014/main" id="{05C53B35-EBCF-4DC8-B4DC-613639513B43}"/>
                      </a:ext>
                    </a:extLst>
                  </p:cNvPr>
                  <p:cNvSpPr/>
                  <p:nvPr/>
                </p:nvSpPr>
                <p:spPr>
                  <a:xfrm>
                    <a:off x="5758905" y="5766704"/>
                    <a:ext cx="15119" cy="15117"/>
                  </a:xfrm>
                  <a:custGeom>
                    <a:avLst/>
                    <a:gdLst>
                      <a:gd name="connsiteX0" fmla="*/ 2 w 15119"/>
                      <a:gd name="connsiteY0" fmla="*/ 7670 h 15117"/>
                      <a:gd name="connsiteX1" fmla="*/ 7671 w 15119"/>
                      <a:gd name="connsiteY1" fmla="*/ 15117 h 15117"/>
                      <a:gd name="connsiteX2" fmla="*/ 15119 w 15119"/>
                      <a:gd name="connsiteY2" fmla="*/ 7448 h 15117"/>
                      <a:gd name="connsiteX3" fmla="*/ 7449 w 15119"/>
                      <a:gd name="connsiteY3" fmla="*/ 0 h 15117"/>
                      <a:gd name="connsiteX4" fmla="*/ 2 w 15119"/>
                      <a:gd name="connsiteY4" fmla="*/ 7670 h 15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19" h="15117">
                        <a:moveTo>
                          <a:pt x="2" y="7670"/>
                        </a:moveTo>
                        <a:cubicBezTo>
                          <a:pt x="46" y="11837"/>
                          <a:pt x="3504" y="15162"/>
                          <a:pt x="7671" y="15117"/>
                        </a:cubicBezTo>
                        <a:cubicBezTo>
                          <a:pt x="11838" y="15073"/>
                          <a:pt x="15163" y="11615"/>
                          <a:pt x="15119" y="7448"/>
                        </a:cubicBezTo>
                        <a:cubicBezTo>
                          <a:pt x="15074" y="3281"/>
                          <a:pt x="11616" y="-44"/>
                          <a:pt x="7449" y="0"/>
                        </a:cubicBezTo>
                        <a:cubicBezTo>
                          <a:pt x="3282" y="89"/>
                          <a:pt x="-87" y="3503"/>
                          <a:pt x="2" y="767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82" name="Forme libre : forme 19381">
                    <a:extLst>
                      <a:ext uri="{FF2B5EF4-FFF2-40B4-BE49-F238E27FC236}">
                        <a16:creationId xmlns:a16="http://schemas.microsoft.com/office/drawing/2014/main" id="{4DC3D7DB-4612-4940-9476-C095BDDF7230}"/>
                      </a:ext>
                    </a:extLst>
                  </p:cNvPr>
                  <p:cNvSpPr/>
                  <p:nvPr/>
                </p:nvSpPr>
                <p:spPr>
                  <a:xfrm>
                    <a:off x="5780806" y="5783815"/>
                    <a:ext cx="7715" cy="7715"/>
                  </a:xfrm>
                  <a:custGeom>
                    <a:avLst/>
                    <a:gdLst>
                      <a:gd name="connsiteX0" fmla="*/ 3813 w 7715"/>
                      <a:gd name="connsiteY0" fmla="*/ 1 h 7715"/>
                      <a:gd name="connsiteX1" fmla="*/ 1 w 7715"/>
                      <a:gd name="connsiteY1" fmla="*/ 3902 h 7715"/>
                      <a:gd name="connsiteX2" fmla="*/ 3902 w 7715"/>
                      <a:gd name="connsiteY2" fmla="*/ 7715 h 7715"/>
                      <a:gd name="connsiteX3" fmla="*/ 7715 w 7715"/>
                      <a:gd name="connsiteY3" fmla="*/ 3814 h 7715"/>
                      <a:gd name="connsiteX4" fmla="*/ 3813 w 7715"/>
                      <a:gd name="connsiteY4" fmla="*/ 1 h 7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5" h="7715">
                        <a:moveTo>
                          <a:pt x="3813" y="1"/>
                        </a:moveTo>
                        <a:cubicBezTo>
                          <a:pt x="1685" y="45"/>
                          <a:pt x="-43" y="1774"/>
                          <a:pt x="1" y="3902"/>
                        </a:cubicBezTo>
                        <a:cubicBezTo>
                          <a:pt x="45" y="6030"/>
                          <a:pt x="1774" y="7759"/>
                          <a:pt x="3902" y="7715"/>
                        </a:cubicBezTo>
                        <a:cubicBezTo>
                          <a:pt x="6030" y="7671"/>
                          <a:pt x="7759" y="5942"/>
                          <a:pt x="7715" y="3814"/>
                        </a:cubicBezTo>
                        <a:cubicBezTo>
                          <a:pt x="7670" y="1685"/>
                          <a:pt x="5941" y="-43"/>
                          <a:pt x="381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83" name="Forme libre : forme 19382">
                    <a:extLst>
                      <a:ext uri="{FF2B5EF4-FFF2-40B4-BE49-F238E27FC236}">
                        <a16:creationId xmlns:a16="http://schemas.microsoft.com/office/drawing/2014/main" id="{A38F7E8B-F2B0-4CB8-8D08-E51F553E9B8F}"/>
                      </a:ext>
                    </a:extLst>
                  </p:cNvPr>
                  <p:cNvSpPr/>
                  <p:nvPr/>
                </p:nvSpPr>
                <p:spPr>
                  <a:xfrm>
                    <a:off x="4660785" y="5960297"/>
                    <a:ext cx="4521" cy="1595"/>
                  </a:xfrm>
                  <a:custGeom>
                    <a:avLst/>
                    <a:gdLst>
                      <a:gd name="connsiteX0" fmla="*/ 4522 w 4521"/>
                      <a:gd name="connsiteY0" fmla="*/ 0 h 1595"/>
                      <a:gd name="connsiteX1" fmla="*/ 0 w 4521"/>
                      <a:gd name="connsiteY1" fmla="*/ 1596 h 1595"/>
                      <a:gd name="connsiteX2" fmla="*/ 1552 w 4521"/>
                      <a:gd name="connsiteY2" fmla="*/ 1507 h 1595"/>
                      <a:gd name="connsiteX3" fmla="*/ 4522 w 4521"/>
                      <a:gd name="connsiteY3" fmla="*/ 0 h 1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21" h="1595">
                        <a:moveTo>
                          <a:pt x="4522" y="0"/>
                        </a:moveTo>
                        <a:cubicBezTo>
                          <a:pt x="3014" y="576"/>
                          <a:pt x="1507" y="1108"/>
                          <a:pt x="0" y="1596"/>
                        </a:cubicBezTo>
                        <a:cubicBezTo>
                          <a:pt x="488" y="1551"/>
                          <a:pt x="1020" y="1551"/>
                          <a:pt x="1552" y="1507"/>
                        </a:cubicBezTo>
                        <a:cubicBezTo>
                          <a:pt x="2527" y="1020"/>
                          <a:pt x="3546" y="532"/>
                          <a:pt x="4522" y="0"/>
                        </a:cubicBezTo>
                        <a:close/>
                      </a:path>
                    </a:pathLst>
                  </a:custGeom>
                  <a:solidFill>
                    <a:srgbClr val="D3BC5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84" name="Forme libre : forme 19383">
                    <a:extLst>
                      <a:ext uri="{FF2B5EF4-FFF2-40B4-BE49-F238E27FC236}">
                        <a16:creationId xmlns:a16="http://schemas.microsoft.com/office/drawing/2014/main" id="{9BF809D5-96C9-4181-AAF0-7ACDAA8F74DE}"/>
                      </a:ext>
                    </a:extLst>
                  </p:cNvPr>
                  <p:cNvSpPr/>
                  <p:nvPr/>
                </p:nvSpPr>
                <p:spPr>
                  <a:xfrm>
                    <a:off x="4615700" y="5961849"/>
                    <a:ext cx="46591" cy="39897"/>
                  </a:xfrm>
                  <a:custGeom>
                    <a:avLst/>
                    <a:gdLst>
                      <a:gd name="connsiteX0" fmla="*/ 0 w 46591"/>
                      <a:gd name="connsiteY0" fmla="*/ 39898 h 39897"/>
                      <a:gd name="connsiteX1" fmla="*/ 27441 w 46591"/>
                      <a:gd name="connsiteY1" fmla="*/ 10196 h 39897"/>
                      <a:gd name="connsiteX2" fmla="*/ 46592 w 46591"/>
                      <a:gd name="connsiteY2" fmla="*/ 0 h 39897"/>
                      <a:gd name="connsiteX3" fmla="*/ 45040 w 46591"/>
                      <a:gd name="connsiteY3" fmla="*/ 89 h 39897"/>
                      <a:gd name="connsiteX4" fmla="*/ 44597 w 46591"/>
                      <a:gd name="connsiteY4" fmla="*/ 222 h 39897"/>
                      <a:gd name="connsiteX5" fmla="*/ 23407 w 46591"/>
                      <a:gd name="connsiteY5" fmla="*/ 6340 h 39897"/>
                      <a:gd name="connsiteX6" fmla="*/ 6428 w 46591"/>
                      <a:gd name="connsiteY6" fmla="*/ 17954 h 39897"/>
                      <a:gd name="connsiteX7" fmla="*/ 0 w 46591"/>
                      <a:gd name="connsiteY7" fmla="*/ 39898 h 39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591" h="39897">
                        <a:moveTo>
                          <a:pt x="0" y="39898"/>
                        </a:moveTo>
                        <a:cubicBezTo>
                          <a:pt x="7049" y="29525"/>
                          <a:pt x="14895" y="18442"/>
                          <a:pt x="27441" y="10196"/>
                        </a:cubicBezTo>
                        <a:cubicBezTo>
                          <a:pt x="33470" y="6251"/>
                          <a:pt x="40120" y="3236"/>
                          <a:pt x="46592" y="0"/>
                        </a:cubicBezTo>
                        <a:cubicBezTo>
                          <a:pt x="46060" y="44"/>
                          <a:pt x="45572" y="44"/>
                          <a:pt x="45040" y="89"/>
                        </a:cubicBezTo>
                        <a:cubicBezTo>
                          <a:pt x="44907" y="133"/>
                          <a:pt x="44774" y="177"/>
                          <a:pt x="44597" y="222"/>
                        </a:cubicBezTo>
                        <a:cubicBezTo>
                          <a:pt x="37460" y="2572"/>
                          <a:pt x="30322" y="4921"/>
                          <a:pt x="23407" y="6340"/>
                        </a:cubicBezTo>
                        <a:cubicBezTo>
                          <a:pt x="17200" y="9309"/>
                          <a:pt x="11482" y="13255"/>
                          <a:pt x="6428" y="17954"/>
                        </a:cubicBezTo>
                        <a:cubicBezTo>
                          <a:pt x="8334" y="23673"/>
                          <a:pt x="4211" y="32184"/>
                          <a:pt x="0" y="39898"/>
                        </a:cubicBezTo>
                        <a:close/>
                      </a:path>
                    </a:pathLst>
                  </a:custGeom>
                  <a:solidFill>
                    <a:srgbClr val="D3BC5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85" name="Forme libre : forme 19384">
                    <a:extLst>
                      <a:ext uri="{FF2B5EF4-FFF2-40B4-BE49-F238E27FC236}">
                        <a16:creationId xmlns:a16="http://schemas.microsoft.com/office/drawing/2014/main" id="{F6A4D260-15E1-48E2-9B9C-BB959A784C99}"/>
                      </a:ext>
                    </a:extLst>
                  </p:cNvPr>
                  <p:cNvSpPr/>
                  <p:nvPr/>
                </p:nvSpPr>
                <p:spPr>
                  <a:xfrm>
                    <a:off x="4514762" y="6022006"/>
                    <a:ext cx="79925" cy="27906"/>
                  </a:xfrm>
                  <a:custGeom>
                    <a:avLst/>
                    <a:gdLst>
                      <a:gd name="connsiteX0" fmla="*/ 47963 w 79925"/>
                      <a:gd name="connsiteY0" fmla="*/ 18796 h 27906"/>
                      <a:gd name="connsiteX1" fmla="*/ 45569 w 79925"/>
                      <a:gd name="connsiteY1" fmla="*/ 21766 h 27906"/>
                      <a:gd name="connsiteX2" fmla="*/ 54923 w 79925"/>
                      <a:gd name="connsiteY2" fmla="*/ 18220 h 27906"/>
                      <a:gd name="connsiteX3" fmla="*/ 79926 w 79925"/>
                      <a:gd name="connsiteY3" fmla="*/ 0 h 27906"/>
                      <a:gd name="connsiteX4" fmla="*/ 27925 w 79925"/>
                      <a:gd name="connsiteY4" fmla="*/ 22697 h 27906"/>
                      <a:gd name="connsiteX5" fmla="*/ 751 w 79925"/>
                      <a:gd name="connsiteY5" fmla="*/ 23761 h 27906"/>
                      <a:gd name="connsiteX6" fmla="*/ 618 w 79925"/>
                      <a:gd name="connsiteY6" fmla="*/ 26022 h 27906"/>
                      <a:gd name="connsiteX7" fmla="*/ 19281 w 79925"/>
                      <a:gd name="connsiteY7" fmla="*/ 26997 h 27906"/>
                      <a:gd name="connsiteX8" fmla="*/ 36348 w 79925"/>
                      <a:gd name="connsiteY8" fmla="*/ 24205 h 27906"/>
                      <a:gd name="connsiteX9" fmla="*/ 47963 w 79925"/>
                      <a:gd name="connsiteY9" fmla="*/ 18796 h 2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9925" h="27906">
                        <a:moveTo>
                          <a:pt x="47963" y="18796"/>
                        </a:moveTo>
                        <a:cubicBezTo>
                          <a:pt x="46722" y="19905"/>
                          <a:pt x="45968" y="20880"/>
                          <a:pt x="45569" y="21766"/>
                        </a:cubicBezTo>
                        <a:cubicBezTo>
                          <a:pt x="48672" y="20791"/>
                          <a:pt x="51820" y="19638"/>
                          <a:pt x="54923" y="18220"/>
                        </a:cubicBezTo>
                        <a:cubicBezTo>
                          <a:pt x="61484" y="15250"/>
                          <a:pt x="79349" y="5364"/>
                          <a:pt x="79926" y="0"/>
                        </a:cubicBezTo>
                        <a:cubicBezTo>
                          <a:pt x="63435" y="11215"/>
                          <a:pt x="45658" y="19860"/>
                          <a:pt x="27925" y="22697"/>
                        </a:cubicBezTo>
                        <a:cubicBezTo>
                          <a:pt x="18261" y="24249"/>
                          <a:pt x="9439" y="23983"/>
                          <a:pt x="751" y="23761"/>
                        </a:cubicBezTo>
                        <a:cubicBezTo>
                          <a:pt x="-402" y="24559"/>
                          <a:pt x="-47" y="25579"/>
                          <a:pt x="618" y="26022"/>
                        </a:cubicBezTo>
                        <a:cubicBezTo>
                          <a:pt x="4563" y="28815"/>
                          <a:pt x="12188" y="27928"/>
                          <a:pt x="19281" y="26997"/>
                        </a:cubicBezTo>
                        <a:cubicBezTo>
                          <a:pt x="24867" y="26244"/>
                          <a:pt x="30585" y="25446"/>
                          <a:pt x="36348" y="24205"/>
                        </a:cubicBezTo>
                        <a:cubicBezTo>
                          <a:pt x="38920" y="21545"/>
                          <a:pt x="45481" y="19106"/>
                          <a:pt x="47963" y="1879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86" name="Forme libre : forme 19385">
                    <a:extLst>
                      <a:ext uri="{FF2B5EF4-FFF2-40B4-BE49-F238E27FC236}">
                        <a16:creationId xmlns:a16="http://schemas.microsoft.com/office/drawing/2014/main" id="{C38CA4A1-6689-4363-A872-1215289A5F49}"/>
                      </a:ext>
                    </a:extLst>
                  </p:cNvPr>
                  <p:cNvSpPr/>
                  <p:nvPr/>
                </p:nvSpPr>
                <p:spPr>
                  <a:xfrm>
                    <a:off x="4698200" y="5951963"/>
                    <a:ext cx="80283" cy="20791"/>
                  </a:xfrm>
                  <a:custGeom>
                    <a:avLst/>
                    <a:gdLst>
                      <a:gd name="connsiteX0" fmla="*/ 9886 w 80283"/>
                      <a:gd name="connsiteY0" fmla="*/ 19727 h 20791"/>
                      <a:gd name="connsiteX1" fmla="*/ 7359 w 80283"/>
                      <a:gd name="connsiteY1" fmla="*/ 15693 h 20791"/>
                      <a:gd name="connsiteX2" fmla="*/ 10905 w 80283"/>
                      <a:gd name="connsiteY2" fmla="*/ 20038 h 20791"/>
                      <a:gd name="connsiteX3" fmla="*/ 11171 w 80283"/>
                      <a:gd name="connsiteY3" fmla="*/ 20082 h 20791"/>
                      <a:gd name="connsiteX4" fmla="*/ 16801 w 80283"/>
                      <a:gd name="connsiteY4" fmla="*/ 19195 h 20791"/>
                      <a:gd name="connsiteX5" fmla="*/ 28904 w 80283"/>
                      <a:gd name="connsiteY5" fmla="*/ 20392 h 20791"/>
                      <a:gd name="connsiteX6" fmla="*/ 26200 w 80283"/>
                      <a:gd name="connsiteY6" fmla="*/ 20792 h 20791"/>
                      <a:gd name="connsiteX7" fmla="*/ 53241 w 80283"/>
                      <a:gd name="connsiteY7" fmla="*/ 15915 h 20791"/>
                      <a:gd name="connsiteX8" fmla="*/ 80283 w 80283"/>
                      <a:gd name="connsiteY8" fmla="*/ 0 h 20791"/>
                      <a:gd name="connsiteX9" fmla="*/ 15782 w 80283"/>
                      <a:gd name="connsiteY9" fmla="*/ 16491 h 20791"/>
                      <a:gd name="connsiteX10" fmla="*/ 2438 w 80283"/>
                      <a:gd name="connsiteY10" fmla="*/ 6561 h 20791"/>
                      <a:gd name="connsiteX11" fmla="*/ 0 w 80283"/>
                      <a:gd name="connsiteY11" fmla="*/ 10373 h 20791"/>
                      <a:gd name="connsiteX12" fmla="*/ 9886 w 80283"/>
                      <a:gd name="connsiteY12" fmla="*/ 19727 h 20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0283" h="20791">
                        <a:moveTo>
                          <a:pt x="9886" y="19727"/>
                        </a:moveTo>
                        <a:lnTo>
                          <a:pt x="7359" y="15693"/>
                        </a:lnTo>
                        <a:cubicBezTo>
                          <a:pt x="9043" y="16802"/>
                          <a:pt x="10196" y="18309"/>
                          <a:pt x="10905" y="20038"/>
                        </a:cubicBezTo>
                        <a:cubicBezTo>
                          <a:pt x="10994" y="20038"/>
                          <a:pt x="11083" y="20082"/>
                          <a:pt x="11171" y="20082"/>
                        </a:cubicBezTo>
                        <a:cubicBezTo>
                          <a:pt x="13033" y="19063"/>
                          <a:pt x="15161" y="19018"/>
                          <a:pt x="16801" y="19195"/>
                        </a:cubicBezTo>
                        <a:cubicBezTo>
                          <a:pt x="20836" y="19594"/>
                          <a:pt x="24870" y="19993"/>
                          <a:pt x="28904" y="20392"/>
                        </a:cubicBezTo>
                        <a:cubicBezTo>
                          <a:pt x="28062" y="20392"/>
                          <a:pt x="27131" y="20525"/>
                          <a:pt x="26200" y="20792"/>
                        </a:cubicBezTo>
                        <a:cubicBezTo>
                          <a:pt x="34755" y="20303"/>
                          <a:pt x="43799" y="19063"/>
                          <a:pt x="53241" y="15915"/>
                        </a:cubicBezTo>
                        <a:cubicBezTo>
                          <a:pt x="62994" y="12634"/>
                          <a:pt x="73190" y="7048"/>
                          <a:pt x="80283" y="0"/>
                        </a:cubicBezTo>
                        <a:cubicBezTo>
                          <a:pt x="59137" y="14186"/>
                          <a:pt x="32229" y="21190"/>
                          <a:pt x="15782" y="16491"/>
                        </a:cubicBezTo>
                        <a:cubicBezTo>
                          <a:pt x="9576" y="14718"/>
                          <a:pt x="5054" y="11171"/>
                          <a:pt x="2438" y="6561"/>
                        </a:cubicBezTo>
                        <a:cubicBezTo>
                          <a:pt x="1552" y="7758"/>
                          <a:pt x="709" y="9044"/>
                          <a:pt x="0" y="10373"/>
                        </a:cubicBezTo>
                        <a:cubicBezTo>
                          <a:pt x="1552" y="14629"/>
                          <a:pt x="4743" y="18087"/>
                          <a:pt x="9886" y="1972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87" name="Forme libre : forme 19386">
                    <a:extLst>
                      <a:ext uri="{FF2B5EF4-FFF2-40B4-BE49-F238E27FC236}">
                        <a16:creationId xmlns:a16="http://schemas.microsoft.com/office/drawing/2014/main" id="{6E4AB071-4D9E-4E23-91AA-E2A555D3F21C}"/>
                      </a:ext>
                    </a:extLst>
                  </p:cNvPr>
                  <p:cNvSpPr/>
                  <p:nvPr/>
                </p:nvSpPr>
                <p:spPr>
                  <a:xfrm>
                    <a:off x="4550233" y="6043773"/>
                    <a:ext cx="26462" cy="25934"/>
                  </a:xfrm>
                  <a:custGeom>
                    <a:avLst/>
                    <a:gdLst>
                      <a:gd name="connsiteX0" fmla="*/ 123 w 26462"/>
                      <a:gd name="connsiteY0" fmla="*/ 3591 h 25934"/>
                      <a:gd name="connsiteX1" fmla="*/ 11206 w 26462"/>
                      <a:gd name="connsiteY1" fmla="*/ 8512 h 25934"/>
                      <a:gd name="connsiteX2" fmla="*/ 25968 w 26462"/>
                      <a:gd name="connsiteY2" fmla="*/ 25934 h 25934"/>
                      <a:gd name="connsiteX3" fmla="*/ 20958 w 26462"/>
                      <a:gd name="connsiteY3" fmla="*/ 9398 h 25934"/>
                      <a:gd name="connsiteX4" fmla="*/ 10142 w 26462"/>
                      <a:gd name="connsiteY4" fmla="*/ 0 h 25934"/>
                      <a:gd name="connsiteX5" fmla="*/ 965 w 26462"/>
                      <a:gd name="connsiteY5" fmla="*/ 2394 h 25934"/>
                      <a:gd name="connsiteX6" fmla="*/ 123 w 26462"/>
                      <a:gd name="connsiteY6" fmla="*/ 3591 h 259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462" h="25934">
                        <a:moveTo>
                          <a:pt x="123" y="3591"/>
                        </a:moveTo>
                        <a:cubicBezTo>
                          <a:pt x="-1207" y="6827"/>
                          <a:pt x="8634" y="7448"/>
                          <a:pt x="11206" y="8512"/>
                        </a:cubicBezTo>
                        <a:cubicBezTo>
                          <a:pt x="18210" y="11393"/>
                          <a:pt x="27741" y="17600"/>
                          <a:pt x="25968" y="25934"/>
                        </a:cubicBezTo>
                        <a:cubicBezTo>
                          <a:pt x="27431" y="19107"/>
                          <a:pt x="25613" y="13255"/>
                          <a:pt x="20958" y="9398"/>
                        </a:cubicBezTo>
                        <a:cubicBezTo>
                          <a:pt x="18166" y="7093"/>
                          <a:pt x="7792" y="5231"/>
                          <a:pt x="10142" y="0"/>
                        </a:cubicBezTo>
                        <a:cubicBezTo>
                          <a:pt x="7083" y="976"/>
                          <a:pt x="4024" y="1729"/>
                          <a:pt x="965" y="2394"/>
                        </a:cubicBezTo>
                        <a:cubicBezTo>
                          <a:pt x="611" y="2793"/>
                          <a:pt x="300" y="3192"/>
                          <a:pt x="123" y="359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88" name="Forme libre : forme 19387">
                    <a:extLst>
                      <a:ext uri="{FF2B5EF4-FFF2-40B4-BE49-F238E27FC236}">
                        <a16:creationId xmlns:a16="http://schemas.microsoft.com/office/drawing/2014/main" id="{A52487B1-6304-4E01-B442-C7D73AEAD590}"/>
                      </a:ext>
                    </a:extLst>
                  </p:cNvPr>
                  <p:cNvSpPr/>
                  <p:nvPr/>
                </p:nvSpPr>
                <p:spPr>
                  <a:xfrm>
                    <a:off x="4551199" y="6040803"/>
                    <a:ext cx="11570" cy="5363"/>
                  </a:xfrm>
                  <a:custGeom>
                    <a:avLst/>
                    <a:gdLst>
                      <a:gd name="connsiteX0" fmla="*/ 0 w 11570"/>
                      <a:gd name="connsiteY0" fmla="*/ 5364 h 5363"/>
                      <a:gd name="connsiteX1" fmla="*/ 9177 w 11570"/>
                      <a:gd name="connsiteY1" fmla="*/ 2970 h 5363"/>
                      <a:gd name="connsiteX2" fmla="*/ 11570 w 11570"/>
                      <a:gd name="connsiteY2" fmla="*/ 0 h 5363"/>
                      <a:gd name="connsiteX3" fmla="*/ 0 w 11570"/>
                      <a:gd name="connsiteY3" fmla="*/ 5364 h 5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570" h="5363">
                        <a:moveTo>
                          <a:pt x="0" y="5364"/>
                        </a:moveTo>
                        <a:cubicBezTo>
                          <a:pt x="3059" y="4699"/>
                          <a:pt x="6073" y="3946"/>
                          <a:pt x="9177" y="2970"/>
                        </a:cubicBezTo>
                        <a:cubicBezTo>
                          <a:pt x="9576" y="2083"/>
                          <a:pt x="10285" y="1108"/>
                          <a:pt x="11570" y="0"/>
                        </a:cubicBezTo>
                        <a:cubicBezTo>
                          <a:pt x="9044" y="310"/>
                          <a:pt x="2483" y="2748"/>
                          <a:pt x="0" y="536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89" name="Forme libre : forme 19388">
                    <a:extLst>
                      <a:ext uri="{FF2B5EF4-FFF2-40B4-BE49-F238E27FC236}">
                        <a16:creationId xmlns:a16="http://schemas.microsoft.com/office/drawing/2014/main" id="{11D8C640-D141-4D41-B743-9BCBB289EF1F}"/>
                      </a:ext>
                    </a:extLst>
                  </p:cNvPr>
                  <p:cNvSpPr/>
                  <p:nvPr/>
                </p:nvSpPr>
                <p:spPr>
                  <a:xfrm>
                    <a:off x="4875391" y="5910381"/>
                    <a:ext cx="73811" cy="44173"/>
                  </a:xfrm>
                  <a:custGeom>
                    <a:avLst/>
                    <a:gdLst>
                      <a:gd name="connsiteX0" fmla="*/ 16713 w 73811"/>
                      <a:gd name="connsiteY0" fmla="*/ 39809 h 44173"/>
                      <a:gd name="connsiteX1" fmla="*/ 0 w 73811"/>
                      <a:gd name="connsiteY1" fmla="*/ 43134 h 44173"/>
                      <a:gd name="connsiteX2" fmla="*/ 28593 w 73811"/>
                      <a:gd name="connsiteY2" fmla="*/ 38480 h 44173"/>
                      <a:gd name="connsiteX3" fmla="*/ 43799 w 73811"/>
                      <a:gd name="connsiteY3" fmla="*/ 32406 h 44173"/>
                      <a:gd name="connsiteX4" fmla="*/ 53197 w 73811"/>
                      <a:gd name="connsiteY4" fmla="*/ 37416 h 44173"/>
                      <a:gd name="connsiteX5" fmla="*/ 51912 w 73811"/>
                      <a:gd name="connsiteY5" fmla="*/ 27751 h 44173"/>
                      <a:gd name="connsiteX6" fmla="*/ 59403 w 73811"/>
                      <a:gd name="connsiteY6" fmla="*/ 18929 h 44173"/>
                      <a:gd name="connsiteX7" fmla="*/ 73811 w 73811"/>
                      <a:gd name="connsiteY7" fmla="*/ 0 h 44173"/>
                      <a:gd name="connsiteX8" fmla="*/ 67028 w 73811"/>
                      <a:gd name="connsiteY8" fmla="*/ 7137 h 44173"/>
                      <a:gd name="connsiteX9" fmla="*/ 56744 w 73811"/>
                      <a:gd name="connsiteY9" fmla="*/ 16225 h 44173"/>
                      <a:gd name="connsiteX10" fmla="*/ 33869 w 73811"/>
                      <a:gd name="connsiteY10" fmla="*/ 30810 h 44173"/>
                      <a:gd name="connsiteX11" fmla="*/ 16713 w 73811"/>
                      <a:gd name="connsiteY11" fmla="*/ 39809 h 4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3811" h="44173">
                        <a:moveTo>
                          <a:pt x="16713" y="39809"/>
                        </a:moveTo>
                        <a:cubicBezTo>
                          <a:pt x="10861" y="42248"/>
                          <a:pt x="4655" y="43799"/>
                          <a:pt x="0" y="43134"/>
                        </a:cubicBezTo>
                        <a:cubicBezTo>
                          <a:pt x="7093" y="45528"/>
                          <a:pt x="18353" y="43710"/>
                          <a:pt x="28593" y="38480"/>
                        </a:cubicBezTo>
                        <a:cubicBezTo>
                          <a:pt x="33691" y="35864"/>
                          <a:pt x="39366" y="32229"/>
                          <a:pt x="43799" y="32406"/>
                        </a:cubicBezTo>
                        <a:cubicBezTo>
                          <a:pt x="48365" y="32583"/>
                          <a:pt x="48897" y="36884"/>
                          <a:pt x="53197" y="37416"/>
                        </a:cubicBezTo>
                        <a:cubicBezTo>
                          <a:pt x="50094" y="35642"/>
                          <a:pt x="49562" y="31830"/>
                          <a:pt x="51912" y="27751"/>
                        </a:cubicBezTo>
                        <a:cubicBezTo>
                          <a:pt x="53640" y="24736"/>
                          <a:pt x="56655" y="21811"/>
                          <a:pt x="59403" y="18929"/>
                        </a:cubicBezTo>
                        <a:cubicBezTo>
                          <a:pt x="64856" y="13166"/>
                          <a:pt x="71329" y="5852"/>
                          <a:pt x="73811" y="0"/>
                        </a:cubicBezTo>
                        <a:cubicBezTo>
                          <a:pt x="70752" y="1906"/>
                          <a:pt x="69201" y="4788"/>
                          <a:pt x="67028" y="7137"/>
                        </a:cubicBezTo>
                        <a:cubicBezTo>
                          <a:pt x="64058" y="10329"/>
                          <a:pt x="60512" y="13388"/>
                          <a:pt x="56744" y="16225"/>
                        </a:cubicBezTo>
                        <a:cubicBezTo>
                          <a:pt x="49606" y="21589"/>
                          <a:pt x="41715" y="26244"/>
                          <a:pt x="33869" y="30810"/>
                        </a:cubicBezTo>
                        <a:cubicBezTo>
                          <a:pt x="28239" y="34046"/>
                          <a:pt x="22609" y="37327"/>
                          <a:pt x="16713" y="3980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90" name="Forme libre : forme 19389">
                    <a:extLst>
                      <a:ext uri="{FF2B5EF4-FFF2-40B4-BE49-F238E27FC236}">
                        <a16:creationId xmlns:a16="http://schemas.microsoft.com/office/drawing/2014/main" id="{9FDD7AED-6D4A-4AB5-BE2F-9857A95F9C6A}"/>
                      </a:ext>
                    </a:extLst>
                  </p:cNvPr>
                  <p:cNvSpPr/>
                  <p:nvPr/>
                </p:nvSpPr>
                <p:spPr>
                  <a:xfrm>
                    <a:off x="4803885" y="5920267"/>
                    <a:ext cx="6427" cy="11215"/>
                  </a:xfrm>
                  <a:custGeom>
                    <a:avLst/>
                    <a:gdLst>
                      <a:gd name="connsiteX0" fmla="*/ 6428 w 6427"/>
                      <a:gd name="connsiteY0" fmla="*/ 0 h 11215"/>
                      <a:gd name="connsiteX1" fmla="*/ 0 w 6427"/>
                      <a:gd name="connsiteY1" fmla="*/ 11216 h 11215"/>
                      <a:gd name="connsiteX2" fmla="*/ 1818 w 6427"/>
                      <a:gd name="connsiteY2" fmla="*/ 8911 h 11215"/>
                      <a:gd name="connsiteX3" fmla="*/ 6428 w 6427"/>
                      <a:gd name="connsiteY3" fmla="*/ 0 h 11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427" h="11215">
                        <a:moveTo>
                          <a:pt x="6428" y="0"/>
                        </a:moveTo>
                        <a:cubicBezTo>
                          <a:pt x="3103" y="3680"/>
                          <a:pt x="1374" y="7492"/>
                          <a:pt x="0" y="11216"/>
                        </a:cubicBezTo>
                        <a:cubicBezTo>
                          <a:pt x="665" y="10462"/>
                          <a:pt x="1286" y="9664"/>
                          <a:pt x="1818" y="8911"/>
                        </a:cubicBezTo>
                        <a:cubicBezTo>
                          <a:pt x="3724" y="5896"/>
                          <a:pt x="4123" y="2970"/>
                          <a:pt x="6428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91" name="Forme libre : forme 19390">
                    <a:extLst>
                      <a:ext uri="{FF2B5EF4-FFF2-40B4-BE49-F238E27FC236}">
                        <a16:creationId xmlns:a16="http://schemas.microsoft.com/office/drawing/2014/main" id="{2B02AA9E-6EE9-459C-A6E8-7576E04A16D7}"/>
                      </a:ext>
                    </a:extLst>
                  </p:cNvPr>
                  <p:cNvSpPr/>
                  <p:nvPr/>
                </p:nvSpPr>
                <p:spPr>
                  <a:xfrm>
                    <a:off x="4788901" y="5931394"/>
                    <a:ext cx="19727" cy="16624"/>
                  </a:xfrm>
                  <a:custGeom>
                    <a:avLst/>
                    <a:gdLst>
                      <a:gd name="connsiteX0" fmla="*/ 19727 w 19727"/>
                      <a:gd name="connsiteY0" fmla="*/ 16624 h 16624"/>
                      <a:gd name="connsiteX1" fmla="*/ 13078 w 19727"/>
                      <a:gd name="connsiteY1" fmla="*/ 6605 h 16624"/>
                      <a:gd name="connsiteX2" fmla="*/ 14319 w 19727"/>
                      <a:gd name="connsiteY2" fmla="*/ 1773 h 16624"/>
                      <a:gd name="connsiteX3" fmla="*/ 14984 w 19727"/>
                      <a:gd name="connsiteY3" fmla="*/ 0 h 16624"/>
                      <a:gd name="connsiteX4" fmla="*/ 12191 w 19727"/>
                      <a:gd name="connsiteY4" fmla="*/ 3015 h 16624"/>
                      <a:gd name="connsiteX5" fmla="*/ 0 w 19727"/>
                      <a:gd name="connsiteY5" fmla="*/ 14806 h 16624"/>
                      <a:gd name="connsiteX6" fmla="*/ 10107 w 19727"/>
                      <a:gd name="connsiteY6" fmla="*/ 10285 h 16624"/>
                      <a:gd name="connsiteX7" fmla="*/ 19727 w 19727"/>
                      <a:gd name="connsiteY7" fmla="*/ 16624 h 16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727" h="16624">
                        <a:moveTo>
                          <a:pt x="19727" y="16624"/>
                        </a:moveTo>
                        <a:cubicBezTo>
                          <a:pt x="16314" y="14053"/>
                          <a:pt x="12767" y="11216"/>
                          <a:pt x="13078" y="6605"/>
                        </a:cubicBezTo>
                        <a:cubicBezTo>
                          <a:pt x="13166" y="5098"/>
                          <a:pt x="13743" y="3414"/>
                          <a:pt x="14319" y="1773"/>
                        </a:cubicBezTo>
                        <a:cubicBezTo>
                          <a:pt x="14541" y="1197"/>
                          <a:pt x="14762" y="621"/>
                          <a:pt x="14984" y="0"/>
                        </a:cubicBezTo>
                        <a:cubicBezTo>
                          <a:pt x="14097" y="1020"/>
                          <a:pt x="13166" y="2039"/>
                          <a:pt x="12191" y="3015"/>
                        </a:cubicBezTo>
                        <a:cubicBezTo>
                          <a:pt x="8290" y="7048"/>
                          <a:pt x="4256" y="10950"/>
                          <a:pt x="0" y="14806"/>
                        </a:cubicBezTo>
                        <a:cubicBezTo>
                          <a:pt x="2704" y="14629"/>
                          <a:pt x="7137" y="11659"/>
                          <a:pt x="10107" y="10285"/>
                        </a:cubicBezTo>
                        <a:cubicBezTo>
                          <a:pt x="11127" y="13964"/>
                          <a:pt x="14718" y="16270"/>
                          <a:pt x="19727" y="1662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92" name="Forme libre : forme 19391">
                    <a:extLst>
                      <a:ext uri="{FF2B5EF4-FFF2-40B4-BE49-F238E27FC236}">
                        <a16:creationId xmlns:a16="http://schemas.microsoft.com/office/drawing/2014/main" id="{1ED9FAD2-A88A-45E5-97E6-A33F8932B45F}"/>
                      </a:ext>
                    </a:extLst>
                  </p:cNvPr>
                  <p:cNvSpPr/>
                  <p:nvPr/>
                </p:nvSpPr>
                <p:spPr>
                  <a:xfrm>
                    <a:off x="4610735" y="6013351"/>
                    <a:ext cx="50226" cy="46513"/>
                  </a:xfrm>
                  <a:custGeom>
                    <a:avLst/>
                    <a:gdLst>
                      <a:gd name="connsiteX0" fmla="*/ 25889 w 50226"/>
                      <a:gd name="connsiteY0" fmla="*/ 2582 h 46513"/>
                      <a:gd name="connsiteX1" fmla="*/ 37681 w 50226"/>
                      <a:gd name="connsiteY1" fmla="*/ 15393 h 46513"/>
                      <a:gd name="connsiteX2" fmla="*/ 23628 w 50226"/>
                      <a:gd name="connsiteY2" fmla="*/ 33392 h 46513"/>
                      <a:gd name="connsiteX3" fmla="*/ 0 w 50226"/>
                      <a:gd name="connsiteY3" fmla="*/ 46514 h 46513"/>
                      <a:gd name="connsiteX4" fmla="*/ 23717 w 50226"/>
                      <a:gd name="connsiteY4" fmla="*/ 35342 h 46513"/>
                      <a:gd name="connsiteX5" fmla="*/ 36617 w 50226"/>
                      <a:gd name="connsiteY5" fmla="*/ 26609 h 46513"/>
                      <a:gd name="connsiteX6" fmla="*/ 50227 w 50226"/>
                      <a:gd name="connsiteY6" fmla="*/ 22531 h 46513"/>
                      <a:gd name="connsiteX7" fmla="*/ 45085 w 50226"/>
                      <a:gd name="connsiteY7" fmla="*/ 21290 h 46513"/>
                      <a:gd name="connsiteX8" fmla="*/ 43311 w 50226"/>
                      <a:gd name="connsiteY8" fmla="*/ 12645 h 46513"/>
                      <a:gd name="connsiteX9" fmla="*/ 36307 w 50226"/>
                      <a:gd name="connsiteY9" fmla="*/ 2981 h 46513"/>
                      <a:gd name="connsiteX10" fmla="*/ 20614 w 50226"/>
                      <a:gd name="connsiteY10" fmla="*/ 277 h 46513"/>
                      <a:gd name="connsiteX11" fmla="*/ 4477 w 50226"/>
                      <a:gd name="connsiteY11" fmla="*/ 3380 h 46513"/>
                      <a:gd name="connsiteX12" fmla="*/ 25889 w 50226"/>
                      <a:gd name="connsiteY12" fmla="*/ 2582 h 46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0226" h="46513">
                        <a:moveTo>
                          <a:pt x="25889" y="2582"/>
                        </a:moveTo>
                        <a:cubicBezTo>
                          <a:pt x="33647" y="3867"/>
                          <a:pt x="39100" y="8345"/>
                          <a:pt x="37681" y="15393"/>
                        </a:cubicBezTo>
                        <a:cubicBezTo>
                          <a:pt x="36484" y="21201"/>
                          <a:pt x="30721" y="27984"/>
                          <a:pt x="23628" y="33392"/>
                        </a:cubicBezTo>
                        <a:cubicBezTo>
                          <a:pt x="16535" y="38800"/>
                          <a:pt x="8201" y="43012"/>
                          <a:pt x="0" y="46514"/>
                        </a:cubicBezTo>
                        <a:cubicBezTo>
                          <a:pt x="8024" y="44165"/>
                          <a:pt x="16314" y="40263"/>
                          <a:pt x="23717" y="35342"/>
                        </a:cubicBezTo>
                        <a:cubicBezTo>
                          <a:pt x="28061" y="32461"/>
                          <a:pt x="32096" y="29225"/>
                          <a:pt x="36617" y="26609"/>
                        </a:cubicBezTo>
                        <a:cubicBezTo>
                          <a:pt x="41139" y="23994"/>
                          <a:pt x="46503" y="21955"/>
                          <a:pt x="50227" y="22531"/>
                        </a:cubicBezTo>
                        <a:cubicBezTo>
                          <a:pt x="50005" y="21023"/>
                          <a:pt x="46946" y="21644"/>
                          <a:pt x="45085" y="21290"/>
                        </a:cubicBezTo>
                        <a:cubicBezTo>
                          <a:pt x="41316" y="20580"/>
                          <a:pt x="43001" y="16014"/>
                          <a:pt x="43311" y="12645"/>
                        </a:cubicBezTo>
                        <a:cubicBezTo>
                          <a:pt x="43710" y="8035"/>
                          <a:pt x="40696" y="4754"/>
                          <a:pt x="36307" y="2981"/>
                        </a:cubicBezTo>
                        <a:cubicBezTo>
                          <a:pt x="31918" y="1163"/>
                          <a:pt x="26288" y="676"/>
                          <a:pt x="20614" y="277"/>
                        </a:cubicBezTo>
                        <a:cubicBezTo>
                          <a:pt x="17688" y="99"/>
                          <a:pt x="6960" y="-1098"/>
                          <a:pt x="4477" y="3380"/>
                        </a:cubicBezTo>
                        <a:cubicBezTo>
                          <a:pt x="11127" y="3690"/>
                          <a:pt x="19328" y="1518"/>
                          <a:pt x="25889" y="258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93" name="Forme libre : forme 19392">
                    <a:extLst>
                      <a:ext uri="{FF2B5EF4-FFF2-40B4-BE49-F238E27FC236}">
                        <a16:creationId xmlns:a16="http://schemas.microsoft.com/office/drawing/2014/main" id="{1C6DE05A-9A45-4753-94E3-9957779791E3}"/>
                      </a:ext>
                    </a:extLst>
                  </p:cNvPr>
                  <p:cNvSpPr/>
                  <p:nvPr/>
                </p:nvSpPr>
                <p:spPr>
                  <a:xfrm>
                    <a:off x="4679936" y="5972045"/>
                    <a:ext cx="44508" cy="37681"/>
                  </a:xfrm>
                  <a:custGeom>
                    <a:avLst/>
                    <a:gdLst>
                      <a:gd name="connsiteX0" fmla="*/ 29436 w 44508"/>
                      <a:gd name="connsiteY0" fmla="*/ 0 h 37681"/>
                      <a:gd name="connsiteX1" fmla="*/ 29214 w 44508"/>
                      <a:gd name="connsiteY1" fmla="*/ 133 h 37681"/>
                      <a:gd name="connsiteX2" fmla="*/ 28904 w 44508"/>
                      <a:gd name="connsiteY2" fmla="*/ 9176 h 37681"/>
                      <a:gd name="connsiteX3" fmla="*/ 7714 w 44508"/>
                      <a:gd name="connsiteY3" fmla="*/ 32672 h 37681"/>
                      <a:gd name="connsiteX4" fmla="*/ 0 w 44508"/>
                      <a:gd name="connsiteY4" fmla="*/ 37681 h 37681"/>
                      <a:gd name="connsiteX5" fmla="*/ 26510 w 44508"/>
                      <a:gd name="connsiteY5" fmla="*/ 17866 h 37681"/>
                      <a:gd name="connsiteX6" fmla="*/ 34401 w 44508"/>
                      <a:gd name="connsiteY6" fmla="*/ 7137 h 37681"/>
                      <a:gd name="connsiteX7" fmla="*/ 44508 w 44508"/>
                      <a:gd name="connsiteY7" fmla="*/ 709 h 37681"/>
                      <a:gd name="connsiteX8" fmla="*/ 43666 w 44508"/>
                      <a:gd name="connsiteY8" fmla="*/ 753 h 37681"/>
                      <a:gd name="connsiteX9" fmla="*/ 29436 w 44508"/>
                      <a:gd name="connsiteY9" fmla="*/ 0 h 37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4508" h="37681">
                        <a:moveTo>
                          <a:pt x="29436" y="0"/>
                        </a:moveTo>
                        <a:cubicBezTo>
                          <a:pt x="29347" y="44"/>
                          <a:pt x="29303" y="89"/>
                          <a:pt x="29214" y="133"/>
                        </a:cubicBezTo>
                        <a:cubicBezTo>
                          <a:pt x="30189" y="2704"/>
                          <a:pt x="30145" y="5807"/>
                          <a:pt x="28904" y="9176"/>
                        </a:cubicBezTo>
                        <a:cubicBezTo>
                          <a:pt x="25934" y="17156"/>
                          <a:pt x="17112" y="25579"/>
                          <a:pt x="7714" y="32672"/>
                        </a:cubicBezTo>
                        <a:cubicBezTo>
                          <a:pt x="5275" y="34490"/>
                          <a:pt x="2704" y="36262"/>
                          <a:pt x="0" y="37681"/>
                        </a:cubicBezTo>
                        <a:cubicBezTo>
                          <a:pt x="10418" y="32761"/>
                          <a:pt x="20481" y="25756"/>
                          <a:pt x="26510" y="17866"/>
                        </a:cubicBezTo>
                        <a:cubicBezTo>
                          <a:pt x="29258" y="14274"/>
                          <a:pt x="31120" y="10640"/>
                          <a:pt x="34401" y="7137"/>
                        </a:cubicBezTo>
                        <a:cubicBezTo>
                          <a:pt x="36972" y="4389"/>
                          <a:pt x="40917" y="1685"/>
                          <a:pt x="44508" y="709"/>
                        </a:cubicBezTo>
                        <a:cubicBezTo>
                          <a:pt x="44242" y="709"/>
                          <a:pt x="43932" y="753"/>
                          <a:pt x="43666" y="753"/>
                        </a:cubicBezTo>
                        <a:cubicBezTo>
                          <a:pt x="38524" y="1064"/>
                          <a:pt x="33559" y="1064"/>
                          <a:pt x="29436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94" name="Forme libre : forme 19393">
                    <a:extLst>
                      <a:ext uri="{FF2B5EF4-FFF2-40B4-BE49-F238E27FC236}">
                        <a16:creationId xmlns:a16="http://schemas.microsoft.com/office/drawing/2014/main" id="{60FE4ADF-6258-44E5-82CD-8EDADC4B5581}"/>
                      </a:ext>
                    </a:extLst>
                  </p:cNvPr>
                  <p:cNvSpPr/>
                  <p:nvPr/>
                </p:nvSpPr>
                <p:spPr>
                  <a:xfrm>
                    <a:off x="4708041" y="5971690"/>
                    <a:ext cx="1063" cy="798"/>
                  </a:xfrm>
                  <a:custGeom>
                    <a:avLst/>
                    <a:gdLst>
                      <a:gd name="connsiteX0" fmla="*/ 754 w 1063"/>
                      <a:gd name="connsiteY0" fmla="*/ 266 h 798"/>
                      <a:gd name="connsiteX1" fmla="*/ 0 w 1063"/>
                      <a:gd name="connsiteY1" fmla="*/ 0 h 798"/>
                      <a:gd name="connsiteX2" fmla="*/ 488 w 1063"/>
                      <a:gd name="connsiteY2" fmla="*/ 798 h 798"/>
                      <a:gd name="connsiteX3" fmla="*/ 1064 w 1063"/>
                      <a:gd name="connsiteY3" fmla="*/ 488 h 798"/>
                      <a:gd name="connsiteX4" fmla="*/ 1020 w 1063"/>
                      <a:gd name="connsiteY4" fmla="*/ 311 h 798"/>
                      <a:gd name="connsiteX5" fmla="*/ 754 w 1063"/>
                      <a:gd name="connsiteY5" fmla="*/ 266 h 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3" h="798">
                        <a:moveTo>
                          <a:pt x="754" y="266"/>
                        </a:moveTo>
                        <a:cubicBezTo>
                          <a:pt x="488" y="177"/>
                          <a:pt x="266" y="89"/>
                          <a:pt x="0" y="0"/>
                        </a:cubicBezTo>
                        <a:lnTo>
                          <a:pt x="488" y="798"/>
                        </a:lnTo>
                        <a:cubicBezTo>
                          <a:pt x="665" y="665"/>
                          <a:pt x="887" y="576"/>
                          <a:pt x="1064" y="488"/>
                        </a:cubicBezTo>
                        <a:cubicBezTo>
                          <a:pt x="1064" y="444"/>
                          <a:pt x="1020" y="399"/>
                          <a:pt x="1020" y="311"/>
                        </a:cubicBezTo>
                        <a:cubicBezTo>
                          <a:pt x="975" y="311"/>
                          <a:pt x="842" y="311"/>
                          <a:pt x="754" y="26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95" name="Forme libre : forme 19394">
                    <a:extLst>
                      <a:ext uri="{FF2B5EF4-FFF2-40B4-BE49-F238E27FC236}">
                        <a16:creationId xmlns:a16="http://schemas.microsoft.com/office/drawing/2014/main" id="{C50BF271-CA5B-4617-A93B-2AFAED547C34}"/>
                      </a:ext>
                    </a:extLst>
                  </p:cNvPr>
                  <p:cNvSpPr/>
                  <p:nvPr/>
                </p:nvSpPr>
                <p:spPr>
                  <a:xfrm>
                    <a:off x="4675458" y="6009727"/>
                    <a:ext cx="4477" cy="1994"/>
                  </a:xfrm>
                  <a:custGeom>
                    <a:avLst/>
                    <a:gdLst>
                      <a:gd name="connsiteX0" fmla="*/ 4477 w 4477"/>
                      <a:gd name="connsiteY0" fmla="*/ 0 h 1994"/>
                      <a:gd name="connsiteX1" fmla="*/ 0 w 4477"/>
                      <a:gd name="connsiteY1" fmla="*/ 1995 h 1994"/>
                      <a:gd name="connsiteX2" fmla="*/ 4477 w 4477"/>
                      <a:gd name="connsiteY2" fmla="*/ 0 h 1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477" h="1994">
                        <a:moveTo>
                          <a:pt x="4477" y="0"/>
                        </a:moveTo>
                        <a:cubicBezTo>
                          <a:pt x="2970" y="709"/>
                          <a:pt x="1507" y="1374"/>
                          <a:pt x="0" y="1995"/>
                        </a:cubicBezTo>
                        <a:cubicBezTo>
                          <a:pt x="1507" y="1463"/>
                          <a:pt x="3015" y="753"/>
                          <a:pt x="4477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96" name="Forme libre : forme 19395">
                    <a:extLst>
                      <a:ext uri="{FF2B5EF4-FFF2-40B4-BE49-F238E27FC236}">
                        <a16:creationId xmlns:a16="http://schemas.microsoft.com/office/drawing/2014/main" id="{1B83F64B-BED3-4548-AE57-971E2D51F5C4}"/>
                      </a:ext>
                    </a:extLst>
                  </p:cNvPr>
                  <p:cNvSpPr/>
                  <p:nvPr/>
                </p:nvSpPr>
                <p:spPr>
                  <a:xfrm>
                    <a:off x="4709371" y="5971078"/>
                    <a:ext cx="17732" cy="1869"/>
                  </a:xfrm>
                  <a:custGeom>
                    <a:avLst/>
                    <a:gdLst>
                      <a:gd name="connsiteX0" fmla="*/ 5630 w 17732"/>
                      <a:gd name="connsiteY0" fmla="*/ 80 h 1869"/>
                      <a:gd name="connsiteX1" fmla="*/ 0 w 17732"/>
                      <a:gd name="connsiteY1" fmla="*/ 967 h 1869"/>
                      <a:gd name="connsiteX2" fmla="*/ 14186 w 17732"/>
                      <a:gd name="connsiteY2" fmla="*/ 1720 h 1869"/>
                      <a:gd name="connsiteX3" fmla="*/ 15028 w 17732"/>
                      <a:gd name="connsiteY3" fmla="*/ 1676 h 1869"/>
                      <a:gd name="connsiteX4" fmla="*/ 17732 w 17732"/>
                      <a:gd name="connsiteY4" fmla="*/ 1277 h 1869"/>
                      <a:gd name="connsiteX5" fmla="*/ 5630 w 17732"/>
                      <a:gd name="connsiteY5" fmla="*/ 80 h 1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732" h="1869">
                        <a:moveTo>
                          <a:pt x="5630" y="80"/>
                        </a:moveTo>
                        <a:cubicBezTo>
                          <a:pt x="3945" y="-97"/>
                          <a:pt x="1862" y="-52"/>
                          <a:pt x="0" y="967"/>
                        </a:cubicBezTo>
                        <a:cubicBezTo>
                          <a:pt x="4123" y="1987"/>
                          <a:pt x="9132" y="1987"/>
                          <a:pt x="14186" y="1720"/>
                        </a:cubicBezTo>
                        <a:cubicBezTo>
                          <a:pt x="14452" y="1720"/>
                          <a:pt x="14762" y="1676"/>
                          <a:pt x="15028" y="1676"/>
                        </a:cubicBezTo>
                        <a:cubicBezTo>
                          <a:pt x="15959" y="1410"/>
                          <a:pt x="16890" y="1277"/>
                          <a:pt x="17732" y="1277"/>
                        </a:cubicBezTo>
                        <a:cubicBezTo>
                          <a:pt x="13698" y="878"/>
                          <a:pt x="9664" y="479"/>
                          <a:pt x="5630" y="8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97" name="Forme libre : forme 19396">
                    <a:extLst>
                      <a:ext uri="{FF2B5EF4-FFF2-40B4-BE49-F238E27FC236}">
                        <a16:creationId xmlns:a16="http://schemas.microsoft.com/office/drawing/2014/main" id="{C9A2A898-4905-40C3-BB40-6E46C696EEB3}"/>
                      </a:ext>
                    </a:extLst>
                  </p:cNvPr>
                  <p:cNvSpPr/>
                  <p:nvPr/>
                </p:nvSpPr>
                <p:spPr>
                  <a:xfrm>
                    <a:off x="4705559" y="5967657"/>
                    <a:ext cx="3546" cy="4344"/>
                  </a:xfrm>
                  <a:custGeom>
                    <a:avLst/>
                    <a:gdLst>
                      <a:gd name="connsiteX0" fmla="*/ 3546 w 3546"/>
                      <a:gd name="connsiteY0" fmla="*/ 4344 h 4344"/>
                      <a:gd name="connsiteX1" fmla="*/ 0 w 3546"/>
                      <a:gd name="connsiteY1" fmla="*/ 0 h 4344"/>
                      <a:gd name="connsiteX2" fmla="*/ 2527 w 3546"/>
                      <a:gd name="connsiteY2" fmla="*/ 4034 h 4344"/>
                      <a:gd name="connsiteX3" fmla="*/ 3280 w 3546"/>
                      <a:gd name="connsiteY3" fmla="*/ 4300 h 4344"/>
                      <a:gd name="connsiteX4" fmla="*/ 3546 w 3546"/>
                      <a:gd name="connsiteY4" fmla="*/ 4344 h 4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46" h="4344">
                        <a:moveTo>
                          <a:pt x="3546" y="4344"/>
                        </a:moveTo>
                        <a:cubicBezTo>
                          <a:pt x="2837" y="2615"/>
                          <a:pt x="1685" y="1108"/>
                          <a:pt x="0" y="0"/>
                        </a:cubicBezTo>
                        <a:lnTo>
                          <a:pt x="2527" y="4034"/>
                        </a:lnTo>
                        <a:cubicBezTo>
                          <a:pt x="2793" y="4122"/>
                          <a:pt x="3014" y="4211"/>
                          <a:pt x="3280" y="4300"/>
                        </a:cubicBezTo>
                        <a:cubicBezTo>
                          <a:pt x="3325" y="4344"/>
                          <a:pt x="3458" y="4344"/>
                          <a:pt x="3546" y="434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98" name="Forme libre : forme 19397">
                    <a:extLst>
                      <a:ext uri="{FF2B5EF4-FFF2-40B4-BE49-F238E27FC236}">
                        <a16:creationId xmlns:a16="http://schemas.microsoft.com/office/drawing/2014/main" id="{0F5965FB-EAF8-4631-9BE4-BC6C9A1C08AE}"/>
                      </a:ext>
                    </a:extLst>
                  </p:cNvPr>
                  <p:cNvSpPr/>
                  <p:nvPr/>
                </p:nvSpPr>
                <p:spPr>
                  <a:xfrm>
                    <a:off x="4709845" y="5937511"/>
                    <a:ext cx="2052" cy="12279"/>
                  </a:xfrm>
                  <a:custGeom>
                    <a:avLst/>
                    <a:gdLst>
                      <a:gd name="connsiteX0" fmla="*/ 413 w 2052"/>
                      <a:gd name="connsiteY0" fmla="*/ 0 h 12279"/>
                      <a:gd name="connsiteX1" fmla="*/ 1521 w 2052"/>
                      <a:gd name="connsiteY1" fmla="*/ 12280 h 12279"/>
                      <a:gd name="connsiteX2" fmla="*/ 2053 w 2052"/>
                      <a:gd name="connsiteY2" fmla="*/ 12014 h 12279"/>
                      <a:gd name="connsiteX3" fmla="*/ 413 w 2052"/>
                      <a:gd name="connsiteY3" fmla="*/ 0 h 12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52" h="12279">
                        <a:moveTo>
                          <a:pt x="413" y="0"/>
                        </a:moveTo>
                        <a:cubicBezTo>
                          <a:pt x="-385" y="4522"/>
                          <a:pt x="-31" y="8733"/>
                          <a:pt x="1521" y="12280"/>
                        </a:cubicBezTo>
                        <a:cubicBezTo>
                          <a:pt x="1698" y="12191"/>
                          <a:pt x="1875" y="12102"/>
                          <a:pt x="2053" y="12014"/>
                        </a:cubicBezTo>
                        <a:cubicBezTo>
                          <a:pt x="989" y="8112"/>
                          <a:pt x="457" y="4079"/>
                          <a:pt x="413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399" name="Forme libre : forme 19398">
                    <a:extLst>
                      <a:ext uri="{FF2B5EF4-FFF2-40B4-BE49-F238E27FC236}">
                        <a16:creationId xmlns:a16="http://schemas.microsoft.com/office/drawing/2014/main" id="{FEE3BE39-DF42-446C-839C-2E04B74905F7}"/>
                      </a:ext>
                    </a:extLst>
                  </p:cNvPr>
                  <p:cNvSpPr/>
                  <p:nvPr/>
                </p:nvSpPr>
                <p:spPr>
                  <a:xfrm>
                    <a:off x="4778572" y="5883383"/>
                    <a:ext cx="1257" cy="5053"/>
                  </a:xfrm>
                  <a:custGeom>
                    <a:avLst/>
                    <a:gdLst>
                      <a:gd name="connsiteX0" fmla="*/ 665 w 1257"/>
                      <a:gd name="connsiteY0" fmla="*/ 0 h 5053"/>
                      <a:gd name="connsiteX1" fmla="*/ 0 w 1257"/>
                      <a:gd name="connsiteY1" fmla="*/ 5054 h 5053"/>
                      <a:gd name="connsiteX2" fmla="*/ 665 w 1257"/>
                      <a:gd name="connsiteY2" fmla="*/ 0 h 5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57" h="5053">
                        <a:moveTo>
                          <a:pt x="665" y="0"/>
                        </a:moveTo>
                        <a:cubicBezTo>
                          <a:pt x="399" y="1685"/>
                          <a:pt x="133" y="3369"/>
                          <a:pt x="0" y="5054"/>
                        </a:cubicBezTo>
                        <a:cubicBezTo>
                          <a:pt x="1197" y="3014"/>
                          <a:pt x="1773" y="1108"/>
                          <a:pt x="665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00" name="Forme libre : forme 19399">
                    <a:extLst>
                      <a:ext uri="{FF2B5EF4-FFF2-40B4-BE49-F238E27FC236}">
                        <a16:creationId xmlns:a16="http://schemas.microsoft.com/office/drawing/2014/main" id="{6BC5E92A-E20C-4A4B-A61E-AB7B2144CB1D}"/>
                      </a:ext>
                    </a:extLst>
                  </p:cNvPr>
                  <p:cNvSpPr/>
                  <p:nvPr/>
                </p:nvSpPr>
                <p:spPr>
                  <a:xfrm>
                    <a:off x="4710302" y="5889990"/>
                    <a:ext cx="64457" cy="70252"/>
                  </a:xfrm>
                  <a:custGeom>
                    <a:avLst/>
                    <a:gdLst>
                      <a:gd name="connsiteX0" fmla="*/ 8113 w 64457"/>
                      <a:gd name="connsiteY0" fmla="*/ 67514 h 70252"/>
                      <a:gd name="connsiteX1" fmla="*/ 21279 w 64457"/>
                      <a:gd name="connsiteY1" fmla="*/ 70174 h 70252"/>
                      <a:gd name="connsiteX2" fmla="*/ 38391 w 64457"/>
                      <a:gd name="connsiteY2" fmla="*/ 64189 h 70252"/>
                      <a:gd name="connsiteX3" fmla="*/ 50981 w 64457"/>
                      <a:gd name="connsiteY3" fmla="*/ 52176 h 70252"/>
                      <a:gd name="connsiteX4" fmla="*/ 56877 w 64457"/>
                      <a:gd name="connsiteY4" fmla="*/ 42822 h 70252"/>
                      <a:gd name="connsiteX5" fmla="*/ 55148 w 64457"/>
                      <a:gd name="connsiteY5" fmla="*/ 37148 h 70252"/>
                      <a:gd name="connsiteX6" fmla="*/ 50404 w 64457"/>
                      <a:gd name="connsiteY6" fmla="*/ 29611 h 70252"/>
                      <a:gd name="connsiteX7" fmla="*/ 48986 w 64457"/>
                      <a:gd name="connsiteY7" fmla="*/ 24690 h 70252"/>
                      <a:gd name="connsiteX8" fmla="*/ 51601 w 64457"/>
                      <a:gd name="connsiteY8" fmla="*/ 19637 h 70252"/>
                      <a:gd name="connsiteX9" fmla="*/ 64457 w 64457"/>
                      <a:gd name="connsiteY9" fmla="*/ 3456 h 70252"/>
                      <a:gd name="connsiteX10" fmla="*/ 56123 w 64457"/>
                      <a:gd name="connsiteY10" fmla="*/ 885 h 70252"/>
                      <a:gd name="connsiteX11" fmla="*/ 42247 w 64457"/>
                      <a:gd name="connsiteY11" fmla="*/ 264 h 70252"/>
                      <a:gd name="connsiteX12" fmla="*/ 34268 w 64457"/>
                      <a:gd name="connsiteY12" fmla="*/ 5141 h 70252"/>
                      <a:gd name="connsiteX13" fmla="*/ 2527 w 64457"/>
                      <a:gd name="connsiteY13" fmla="*/ 39497 h 70252"/>
                      <a:gd name="connsiteX14" fmla="*/ 0 w 64457"/>
                      <a:gd name="connsiteY14" fmla="*/ 47565 h 70252"/>
                      <a:gd name="connsiteX15" fmla="*/ 1640 w 64457"/>
                      <a:gd name="connsiteY15" fmla="*/ 59579 h 70252"/>
                      <a:gd name="connsiteX16" fmla="*/ 1108 w 64457"/>
                      <a:gd name="connsiteY16" fmla="*/ 59845 h 70252"/>
                      <a:gd name="connsiteX17" fmla="*/ 8113 w 64457"/>
                      <a:gd name="connsiteY17" fmla="*/ 67514 h 70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4457" h="70252">
                        <a:moveTo>
                          <a:pt x="8113" y="67514"/>
                        </a:moveTo>
                        <a:cubicBezTo>
                          <a:pt x="11482" y="69421"/>
                          <a:pt x="15915" y="70573"/>
                          <a:pt x="21279" y="70174"/>
                        </a:cubicBezTo>
                        <a:cubicBezTo>
                          <a:pt x="26643" y="69775"/>
                          <a:pt x="32982" y="67736"/>
                          <a:pt x="38391" y="64189"/>
                        </a:cubicBezTo>
                        <a:cubicBezTo>
                          <a:pt x="43577" y="60776"/>
                          <a:pt x="47390" y="56387"/>
                          <a:pt x="50981" y="52176"/>
                        </a:cubicBezTo>
                        <a:cubicBezTo>
                          <a:pt x="53640" y="49072"/>
                          <a:pt x="56389" y="45748"/>
                          <a:pt x="56877" y="42822"/>
                        </a:cubicBezTo>
                        <a:cubicBezTo>
                          <a:pt x="57276" y="40561"/>
                          <a:pt x="56212" y="38788"/>
                          <a:pt x="55148" y="37148"/>
                        </a:cubicBezTo>
                        <a:cubicBezTo>
                          <a:pt x="53552" y="34620"/>
                          <a:pt x="52000" y="32138"/>
                          <a:pt x="50404" y="29611"/>
                        </a:cubicBezTo>
                        <a:cubicBezTo>
                          <a:pt x="49518" y="28193"/>
                          <a:pt x="48587" y="26686"/>
                          <a:pt x="48986" y="24690"/>
                        </a:cubicBezTo>
                        <a:cubicBezTo>
                          <a:pt x="49296" y="23094"/>
                          <a:pt x="50449" y="21365"/>
                          <a:pt x="51601" y="19637"/>
                        </a:cubicBezTo>
                        <a:cubicBezTo>
                          <a:pt x="55369" y="14140"/>
                          <a:pt x="59758" y="8820"/>
                          <a:pt x="64457" y="3456"/>
                        </a:cubicBezTo>
                        <a:cubicBezTo>
                          <a:pt x="61797" y="2392"/>
                          <a:pt x="59049" y="1461"/>
                          <a:pt x="56123" y="885"/>
                        </a:cubicBezTo>
                        <a:cubicBezTo>
                          <a:pt x="51424" y="-46"/>
                          <a:pt x="46769" y="-224"/>
                          <a:pt x="42247" y="264"/>
                        </a:cubicBezTo>
                        <a:cubicBezTo>
                          <a:pt x="39543" y="1727"/>
                          <a:pt x="36839" y="3367"/>
                          <a:pt x="34268" y="5141"/>
                        </a:cubicBezTo>
                        <a:cubicBezTo>
                          <a:pt x="19860" y="15026"/>
                          <a:pt x="7847" y="27572"/>
                          <a:pt x="2527" y="39497"/>
                        </a:cubicBezTo>
                        <a:cubicBezTo>
                          <a:pt x="1286" y="42246"/>
                          <a:pt x="488" y="44994"/>
                          <a:pt x="0" y="47565"/>
                        </a:cubicBezTo>
                        <a:cubicBezTo>
                          <a:pt x="44" y="51688"/>
                          <a:pt x="576" y="55722"/>
                          <a:pt x="1640" y="59579"/>
                        </a:cubicBezTo>
                        <a:cubicBezTo>
                          <a:pt x="1463" y="59667"/>
                          <a:pt x="1286" y="59756"/>
                          <a:pt x="1108" y="59845"/>
                        </a:cubicBezTo>
                        <a:cubicBezTo>
                          <a:pt x="2438" y="62948"/>
                          <a:pt x="4788" y="65608"/>
                          <a:pt x="8113" y="6751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01" name="Forme libre : forme 19400">
                    <a:extLst>
                      <a:ext uri="{FF2B5EF4-FFF2-40B4-BE49-F238E27FC236}">
                        <a16:creationId xmlns:a16="http://schemas.microsoft.com/office/drawing/2014/main" id="{9AFF7BE0-4DF1-40E6-AE5E-3C05D0CB6695}"/>
                      </a:ext>
                    </a:extLst>
                  </p:cNvPr>
                  <p:cNvSpPr/>
                  <p:nvPr/>
                </p:nvSpPr>
                <p:spPr>
                  <a:xfrm>
                    <a:off x="4539258" y="6114525"/>
                    <a:ext cx="16418" cy="25401"/>
                  </a:xfrm>
                  <a:custGeom>
                    <a:avLst/>
                    <a:gdLst>
                      <a:gd name="connsiteX0" fmla="*/ 12960 w 16418"/>
                      <a:gd name="connsiteY0" fmla="*/ 25402 h 25401"/>
                      <a:gd name="connsiteX1" fmla="*/ 9458 w 16418"/>
                      <a:gd name="connsiteY1" fmla="*/ 17156 h 25401"/>
                      <a:gd name="connsiteX2" fmla="*/ 13625 w 16418"/>
                      <a:gd name="connsiteY2" fmla="*/ 5718 h 25401"/>
                      <a:gd name="connsiteX3" fmla="*/ 16418 w 16418"/>
                      <a:gd name="connsiteY3" fmla="*/ 0 h 25401"/>
                      <a:gd name="connsiteX4" fmla="*/ 3163 w 16418"/>
                      <a:gd name="connsiteY4" fmla="*/ 14319 h 25401"/>
                      <a:gd name="connsiteX5" fmla="*/ 12960 w 16418"/>
                      <a:gd name="connsiteY5" fmla="*/ 25402 h 25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18" h="25401">
                        <a:moveTo>
                          <a:pt x="12960" y="25402"/>
                        </a:moveTo>
                        <a:cubicBezTo>
                          <a:pt x="9946" y="23717"/>
                          <a:pt x="8970" y="20702"/>
                          <a:pt x="9458" y="17156"/>
                        </a:cubicBezTo>
                        <a:cubicBezTo>
                          <a:pt x="9946" y="13565"/>
                          <a:pt x="11808" y="9619"/>
                          <a:pt x="13625" y="5718"/>
                        </a:cubicBezTo>
                        <a:cubicBezTo>
                          <a:pt x="14512" y="3812"/>
                          <a:pt x="15443" y="1906"/>
                          <a:pt x="16418" y="0"/>
                        </a:cubicBezTo>
                        <a:cubicBezTo>
                          <a:pt x="12606" y="5098"/>
                          <a:pt x="7508" y="9443"/>
                          <a:pt x="3163" y="14319"/>
                        </a:cubicBezTo>
                        <a:cubicBezTo>
                          <a:pt x="-5393" y="23983"/>
                          <a:pt x="5291" y="24338"/>
                          <a:pt x="12960" y="2540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02" name="Forme libre : forme 19401">
                    <a:extLst>
                      <a:ext uri="{FF2B5EF4-FFF2-40B4-BE49-F238E27FC236}">
                        <a16:creationId xmlns:a16="http://schemas.microsoft.com/office/drawing/2014/main" id="{2A1CF63B-CDA3-43D5-9F97-05CD3198C302}"/>
                      </a:ext>
                    </a:extLst>
                  </p:cNvPr>
                  <p:cNvSpPr/>
                  <p:nvPr/>
                </p:nvSpPr>
                <p:spPr>
                  <a:xfrm>
                    <a:off x="4555676" y="6099896"/>
                    <a:ext cx="8600" cy="14718"/>
                  </a:xfrm>
                  <a:custGeom>
                    <a:avLst/>
                    <a:gdLst>
                      <a:gd name="connsiteX0" fmla="*/ 8600 w 8600"/>
                      <a:gd name="connsiteY0" fmla="*/ 0 h 14718"/>
                      <a:gd name="connsiteX1" fmla="*/ 0 w 8600"/>
                      <a:gd name="connsiteY1" fmla="*/ 14718 h 14718"/>
                      <a:gd name="connsiteX2" fmla="*/ 44 w 8600"/>
                      <a:gd name="connsiteY2" fmla="*/ 14674 h 14718"/>
                      <a:gd name="connsiteX3" fmla="*/ 8600 w 8600"/>
                      <a:gd name="connsiteY3" fmla="*/ 0 h 14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600" h="14718">
                        <a:moveTo>
                          <a:pt x="8600" y="0"/>
                        </a:moveTo>
                        <a:cubicBezTo>
                          <a:pt x="5142" y="4921"/>
                          <a:pt x="2483" y="9841"/>
                          <a:pt x="0" y="14718"/>
                        </a:cubicBezTo>
                        <a:cubicBezTo>
                          <a:pt x="0" y="14718"/>
                          <a:pt x="0" y="14718"/>
                          <a:pt x="44" y="14674"/>
                        </a:cubicBezTo>
                        <a:cubicBezTo>
                          <a:pt x="3768" y="9664"/>
                          <a:pt x="5187" y="4788"/>
                          <a:pt x="860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03" name="Forme libre : forme 19402">
                    <a:extLst>
                      <a:ext uri="{FF2B5EF4-FFF2-40B4-BE49-F238E27FC236}">
                        <a16:creationId xmlns:a16="http://schemas.microsoft.com/office/drawing/2014/main" id="{7273EFDB-BDEA-430C-AF06-DE9D27C23B7B}"/>
                      </a:ext>
                    </a:extLst>
                  </p:cNvPr>
                  <p:cNvSpPr/>
                  <p:nvPr/>
                </p:nvSpPr>
                <p:spPr>
                  <a:xfrm>
                    <a:off x="4700461" y="5982773"/>
                    <a:ext cx="115753" cy="73811"/>
                  </a:xfrm>
                  <a:custGeom>
                    <a:avLst/>
                    <a:gdLst>
                      <a:gd name="connsiteX0" fmla="*/ 52931 w 115753"/>
                      <a:gd name="connsiteY0" fmla="*/ 54084 h 73811"/>
                      <a:gd name="connsiteX1" fmla="*/ 69733 w 115753"/>
                      <a:gd name="connsiteY1" fmla="*/ 52665 h 73811"/>
                      <a:gd name="connsiteX2" fmla="*/ 73900 w 115753"/>
                      <a:gd name="connsiteY2" fmla="*/ 56877 h 73811"/>
                      <a:gd name="connsiteX3" fmla="*/ 84318 w 115753"/>
                      <a:gd name="connsiteY3" fmla="*/ 73811 h 73811"/>
                      <a:gd name="connsiteX4" fmla="*/ 83254 w 115753"/>
                      <a:gd name="connsiteY4" fmla="*/ 56833 h 73811"/>
                      <a:gd name="connsiteX5" fmla="*/ 84761 w 115753"/>
                      <a:gd name="connsiteY5" fmla="*/ 48276 h 73811"/>
                      <a:gd name="connsiteX6" fmla="*/ 102804 w 115753"/>
                      <a:gd name="connsiteY6" fmla="*/ 32362 h 73811"/>
                      <a:gd name="connsiteX7" fmla="*/ 114197 w 115753"/>
                      <a:gd name="connsiteY7" fmla="*/ 15028 h 73811"/>
                      <a:gd name="connsiteX8" fmla="*/ 115261 w 115753"/>
                      <a:gd name="connsiteY8" fmla="*/ 0 h 73811"/>
                      <a:gd name="connsiteX9" fmla="*/ 95622 w 115753"/>
                      <a:gd name="connsiteY9" fmla="*/ 31608 h 73811"/>
                      <a:gd name="connsiteX10" fmla="*/ 83121 w 115753"/>
                      <a:gd name="connsiteY10" fmla="*/ 39499 h 73811"/>
                      <a:gd name="connsiteX11" fmla="*/ 35819 w 115753"/>
                      <a:gd name="connsiteY11" fmla="*/ 51956 h 73811"/>
                      <a:gd name="connsiteX12" fmla="*/ 0 w 115753"/>
                      <a:gd name="connsiteY12" fmla="*/ 43578 h 73811"/>
                      <a:gd name="connsiteX13" fmla="*/ 52931 w 115753"/>
                      <a:gd name="connsiteY13" fmla="*/ 54084 h 73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5753" h="73811">
                        <a:moveTo>
                          <a:pt x="52931" y="54084"/>
                        </a:moveTo>
                        <a:cubicBezTo>
                          <a:pt x="58960" y="52843"/>
                          <a:pt x="65699" y="51069"/>
                          <a:pt x="69733" y="52665"/>
                        </a:cubicBezTo>
                        <a:cubicBezTo>
                          <a:pt x="71816" y="53508"/>
                          <a:pt x="72880" y="55192"/>
                          <a:pt x="73900" y="56877"/>
                        </a:cubicBezTo>
                        <a:cubicBezTo>
                          <a:pt x="77358" y="62507"/>
                          <a:pt x="80815" y="68137"/>
                          <a:pt x="84318" y="73811"/>
                        </a:cubicBezTo>
                        <a:cubicBezTo>
                          <a:pt x="83963" y="68137"/>
                          <a:pt x="83608" y="62507"/>
                          <a:pt x="83254" y="56833"/>
                        </a:cubicBezTo>
                        <a:cubicBezTo>
                          <a:pt x="83076" y="54173"/>
                          <a:pt x="82943" y="51380"/>
                          <a:pt x="84761" y="48276"/>
                        </a:cubicBezTo>
                        <a:cubicBezTo>
                          <a:pt x="88130" y="42469"/>
                          <a:pt x="96730" y="37770"/>
                          <a:pt x="102804" y="32362"/>
                        </a:cubicBezTo>
                        <a:cubicBezTo>
                          <a:pt x="108966" y="26909"/>
                          <a:pt x="112556" y="20658"/>
                          <a:pt x="114197" y="15028"/>
                        </a:cubicBezTo>
                        <a:cubicBezTo>
                          <a:pt x="115704" y="9842"/>
                          <a:pt x="116236" y="4301"/>
                          <a:pt x="115261" y="0"/>
                        </a:cubicBezTo>
                        <a:cubicBezTo>
                          <a:pt x="110384" y="10640"/>
                          <a:pt x="108833" y="21102"/>
                          <a:pt x="95622" y="31608"/>
                        </a:cubicBezTo>
                        <a:cubicBezTo>
                          <a:pt x="91854" y="34623"/>
                          <a:pt x="87509" y="37238"/>
                          <a:pt x="83121" y="39499"/>
                        </a:cubicBezTo>
                        <a:cubicBezTo>
                          <a:pt x="67161" y="47745"/>
                          <a:pt x="50138" y="51734"/>
                          <a:pt x="35819" y="51956"/>
                        </a:cubicBezTo>
                        <a:cubicBezTo>
                          <a:pt x="21456" y="52178"/>
                          <a:pt x="9620" y="48764"/>
                          <a:pt x="0" y="43578"/>
                        </a:cubicBezTo>
                        <a:cubicBezTo>
                          <a:pt x="9221" y="54882"/>
                          <a:pt x="29480" y="58916"/>
                          <a:pt x="52931" y="5408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04" name="Forme libre : forme 19403">
                    <a:extLst>
                      <a:ext uri="{FF2B5EF4-FFF2-40B4-BE49-F238E27FC236}">
                        <a16:creationId xmlns:a16="http://schemas.microsoft.com/office/drawing/2014/main" id="{9A55CEBA-3F0C-4586-A6B1-5BD4EC63FB8A}"/>
                      </a:ext>
                    </a:extLst>
                  </p:cNvPr>
                  <p:cNvSpPr/>
                  <p:nvPr/>
                </p:nvSpPr>
                <p:spPr>
                  <a:xfrm>
                    <a:off x="4621141" y="6103797"/>
                    <a:ext cx="12114" cy="4303"/>
                  </a:xfrm>
                  <a:custGeom>
                    <a:avLst/>
                    <a:gdLst>
                      <a:gd name="connsiteX0" fmla="*/ 7814 w 12114"/>
                      <a:gd name="connsiteY0" fmla="*/ 4256 h 4303"/>
                      <a:gd name="connsiteX1" fmla="*/ 12114 w 12114"/>
                      <a:gd name="connsiteY1" fmla="*/ 4211 h 4303"/>
                      <a:gd name="connsiteX2" fmla="*/ 455 w 12114"/>
                      <a:gd name="connsiteY2" fmla="*/ 0 h 4303"/>
                      <a:gd name="connsiteX3" fmla="*/ 7814 w 12114"/>
                      <a:gd name="connsiteY3" fmla="*/ 4256 h 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114" h="4303">
                        <a:moveTo>
                          <a:pt x="7814" y="4256"/>
                        </a:moveTo>
                        <a:cubicBezTo>
                          <a:pt x="9189" y="4344"/>
                          <a:pt x="10652" y="4300"/>
                          <a:pt x="12114" y="4211"/>
                        </a:cubicBezTo>
                        <a:cubicBezTo>
                          <a:pt x="7460" y="3679"/>
                          <a:pt x="3692" y="2128"/>
                          <a:pt x="455" y="0"/>
                        </a:cubicBezTo>
                        <a:cubicBezTo>
                          <a:pt x="-1761" y="3547"/>
                          <a:pt x="4667" y="4079"/>
                          <a:pt x="7814" y="425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05" name="Forme libre : forme 19404">
                    <a:extLst>
                      <a:ext uri="{FF2B5EF4-FFF2-40B4-BE49-F238E27FC236}">
                        <a16:creationId xmlns:a16="http://schemas.microsoft.com/office/drawing/2014/main" id="{46341392-81FC-48B0-905C-9D91F0C1E077}"/>
                      </a:ext>
                    </a:extLst>
                  </p:cNvPr>
                  <p:cNvSpPr/>
                  <p:nvPr/>
                </p:nvSpPr>
                <p:spPr>
                  <a:xfrm>
                    <a:off x="4633255" y="6105260"/>
                    <a:ext cx="17776" cy="2930"/>
                  </a:xfrm>
                  <a:custGeom>
                    <a:avLst/>
                    <a:gdLst>
                      <a:gd name="connsiteX0" fmla="*/ 0 w 17776"/>
                      <a:gd name="connsiteY0" fmla="*/ 2748 h 2930"/>
                      <a:gd name="connsiteX1" fmla="*/ 10994 w 17776"/>
                      <a:gd name="connsiteY1" fmla="*/ 2084 h 2930"/>
                      <a:gd name="connsiteX2" fmla="*/ 17777 w 17776"/>
                      <a:gd name="connsiteY2" fmla="*/ 0 h 2930"/>
                      <a:gd name="connsiteX3" fmla="*/ 14363 w 17776"/>
                      <a:gd name="connsiteY3" fmla="*/ 665 h 2930"/>
                      <a:gd name="connsiteX4" fmla="*/ 0 w 17776"/>
                      <a:gd name="connsiteY4" fmla="*/ 2748 h 2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76" h="2930">
                        <a:moveTo>
                          <a:pt x="0" y="2748"/>
                        </a:moveTo>
                        <a:cubicBezTo>
                          <a:pt x="3192" y="3103"/>
                          <a:pt x="6827" y="2970"/>
                          <a:pt x="10994" y="2084"/>
                        </a:cubicBezTo>
                        <a:cubicBezTo>
                          <a:pt x="13211" y="1596"/>
                          <a:pt x="15472" y="887"/>
                          <a:pt x="17777" y="0"/>
                        </a:cubicBezTo>
                        <a:cubicBezTo>
                          <a:pt x="16624" y="222"/>
                          <a:pt x="15516" y="444"/>
                          <a:pt x="14363" y="665"/>
                        </a:cubicBezTo>
                        <a:cubicBezTo>
                          <a:pt x="9487" y="1552"/>
                          <a:pt x="4566" y="2483"/>
                          <a:pt x="0" y="274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06" name="Forme libre : forme 19405">
                    <a:extLst>
                      <a:ext uri="{FF2B5EF4-FFF2-40B4-BE49-F238E27FC236}">
                        <a16:creationId xmlns:a16="http://schemas.microsoft.com/office/drawing/2014/main" id="{15BAF9DB-9256-450B-80CD-8F13720B0247}"/>
                      </a:ext>
                    </a:extLst>
                  </p:cNvPr>
                  <p:cNvSpPr/>
                  <p:nvPr/>
                </p:nvSpPr>
                <p:spPr>
                  <a:xfrm>
                    <a:off x="4651032" y="6085266"/>
                    <a:ext cx="66363" cy="19993"/>
                  </a:xfrm>
                  <a:custGeom>
                    <a:avLst/>
                    <a:gdLst>
                      <a:gd name="connsiteX0" fmla="*/ 0 w 66363"/>
                      <a:gd name="connsiteY0" fmla="*/ 19993 h 19993"/>
                      <a:gd name="connsiteX1" fmla="*/ 10994 w 66363"/>
                      <a:gd name="connsiteY1" fmla="*/ 16935 h 19993"/>
                      <a:gd name="connsiteX2" fmla="*/ 23850 w 66363"/>
                      <a:gd name="connsiteY2" fmla="*/ 8246 h 19993"/>
                      <a:gd name="connsiteX3" fmla="*/ 47390 w 66363"/>
                      <a:gd name="connsiteY3" fmla="*/ 12724 h 19993"/>
                      <a:gd name="connsiteX4" fmla="*/ 57320 w 66363"/>
                      <a:gd name="connsiteY4" fmla="*/ 10817 h 19993"/>
                      <a:gd name="connsiteX5" fmla="*/ 66363 w 66363"/>
                      <a:gd name="connsiteY5" fmla="*/ 4788 h 19993"/>
                      <a:gd name="connsiteX6" fmla="*/ 39233 w 66363"/>
                      <a:gd name="connsiteY6" fmla="*/ 10285 h 19993"/>
                      <a:gd name="connsiteX7" fmla="*/ 26067 w 66363"/>
                      <a:gd name="connsiteY7" fmla="*/ 0 h 19993"/>
                      <a:gd name="connsiteX8" fmla="*/ 0 w 66363"/>
                      <a:gd name="connsiteY8" fmla="*/ 19993 h 19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363" h="19993">
                        <a:moveTo>
                          <a:pt x="0" y="19993"/>
                        </a:moveTo>
                        <a:cubicBezTo>
                          <a:pt x="3591" y="19284"/>
                          <a:pt x="7270" y="18397"/>
                          <a:pt x="10994" y="16935"/>
                        </a:cubicBezTo>
                        <a:cubicBezTo>
                          <a:pt x="15870" y="15028"/>
                          <a:pt x="20969" y="11925"/>
                          <a:pt x="23850" y="8246"/>
                        </a:cubicBezTo>
                        <a:cubicBezTo>
                          <a:pt x="26022" y="14408"/>
                          <a:pt x="37371" y="13832"/>
                          <a:pt x="47390" y="12724"/>
                        </a:cubicBezTo>
                        <a:cubicBezTo>
                          <a:pt x="50582" y="12369"/>
                          <a:pt x="53906" y="12014"/>
                          <a:pt x="57320" y="10817"/>
                        </a:cubicBezTo>
                        <a:cubicBezTo>
                          <a:pt x="60778" y="9620"/>
                          <a:pt x="64457" y="7403"/>
                          <a:pt x="66363" y="4788"/>
                        </a:cubicBezTo>
                        <a:cubicBezTo>
                          <a:pt x="57010" y="7537"/>
                          <a:pt x="47434" y="10329"/>
                          <a:pt x="39233" y="10285"/>
                        </a:cubicBezTo>
                        <a:cubicBezTo>
                          <a:pt x="31076" y="10241"/>
                          <a:pt x="24648" y="6650"/>
                          <a:pt x="26067" y="0"/>
                        </a:cubicBezTo>
                        <a:cubicBezTo>
                          <a:pt x="21545" y="8113"/>
                          <a:pt x="10772" y="15960"/>
                          <a:pt x="0" y="1999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07" name="Forme libre : forme 19406">
                    <a:extLst>
                      <a:ext uri="{FF2B5EF4-FFF2-40B4-BE49-F238E27FC236}">
                        <a16:creationId xmlns:a16="http://schemas.microsoft.com/office/drawing/2014/main" id="{AACFC485-BDF9-45EF-B7E0-236D4CB366B0}"/>
                      </a:ext>
                    </a:extLst>
                  </p:cNvPr>
                  <p:cNvSpPr/>
                  <p:nvPr/>
                </p:nvSpPr>
                <p:spPr>
                  <a:xfrm>
                    <a:off x="4808850" y="5961450"/>
                    <a:ext cx="140933" cy="120535"/>
                  </a:xfrm>
                  <a:custGeom>
                    <a:avLst/>
                    <a:gdLst>
                      <a:gd name="connsiteX0" fmla="*/ 20570 w 140933"/>
                      <a:gd name="connsiteY0" fmla="*/ 91012 h 120535"/>
                      <a:gd name="connsiteX1" fmla="*/ 0 w 140933"/>
                      <a:gd name="connsiteY1" fmla="*/ 89726 h 120535"/>
                      <a:gd name="connsiteX2" fmla="*/ 29569 w 140933"/>
                      <a:gd name="connsiteY2" fmla="*/ 93804 h 120535"/>
                      <a:gd name="connsiteX3" fmla="*/ 112645 w 140933"/>
                      <a:gd name="connsiteY3" fmla="*/ 66940 h 120535"/>
                      <a:gd name="connsiteX4" fmla="*/ 116546 w 140933"/>
                      <a:gd name="connsiteY4" fmla="*/ 64457 h 120535"/>
                      <a:gd name="connsiteX5" fmla="*/ 122885 w 140933"/>
                      <a:gd name="connsiteY5" fmla="*/ 64767 h 120535"/>
                      <a:gd name="connsiteX6" fmla="*/ 131131 w 140933"/>
                      <a:gd name="connsiteY6" fmla="*/ 88573 h 120535"/>
                      <a:gd name="connsiteX7" fmla="*/ 110694 w 140933"/>
                      <a:gd name="connsiteY7" fmla="*/ 120536 h 120535"/>
                      <a:gd name="connsiteX8" fmla="*/ 135475 w 140933"/>
                      <a:gd name="connsiteY8" fmla="*/ 92829 h 120535"/>
                      <a:gd name="connsiteX9" fmla="*/ 140441 w 140933"/>
                      <a:gd name="connsiteY9" fmla="*/ 85071 h 120535"/>
                      <a:gd name="connsiteX10" fmla="*/ 140042 w 140933"/>
                      <a:gd name="connsiteY10" fmla="*/ 77845 h 120535"/>
                      <a:gd name="connsiteX11" fmla="*/ 137426 w 140933"/>
                      <a:gd name="connsiteY11" fmla="*/ 78377 h 120535"/>
                      <a:gd name="connsiteX12" fmla="*/ 136850 w 140933"/>
                      <a:gd name="connsiteY12" fmla="*/ 79353 h 120535"/>
                      <a:gd name="connsiteX13" fmla="*/ 134545 w 140933"/>
                      <a:gd name="connsiteY13" fmla="*/ 70974 h 120535"/>
                      <a:gd name="connsiteX14" fmla="*/ 137293 w 140933"/>
                      <a:gd name="connsiteY14" fmla="*/ 72703 h 120535"/>
                      <a:gd name="connsiteX15" fmla="*/ 119871 w 140933"/>
                      <a:gd name="connsiteY15" fmla="*/ 60556 h 120535"/>
                      <a:gd name="connsiteX16" fmla="*/ 136850 w 140933"/>
                      <a:gd name="connsiteY16" fmla="*/ 15471 h 120535"/>
                      <a:gd name="connsiteX17" fmla="*/ 134234 w 140933"/>
                      <a:gd name="connsiteY17" fmla="*/ 3458 h 120535"/>
                      <a:gd name="connsiteX18" fmla="*/ 128294 w 140933"/>
                      <a:gd name="connsiteY18" fmla="*/ 0 h 120535"/>
                      <a:gd name="connsiteX19" fmla="*/ 131840 w 140933"/>
                      <a:gd name="connsiteY19" fmla="*/ 8733 h 120535"/>
                      <a:gd name="connsiteX20" fmla="*/ 133170 w 140933"/>
                      <a:gd name="connsiteY20" fmla="*/ 19727 h 120535"/>
                      <a:gd name="connsiteX21" fmla="*/ 124481 w 140933"/>
                      <a:gd name="connsiteY21" fmla="*/ 45439 h 120535"/>
                      <a:gd name="connsiteX22" fmla="*/ 113354 w 140933"/>
                      <a:gd name="connsiteY22" fmla="*/ 60468 h 120535"/>
                      <a:gd name="connsiteX23" fmla="*/ 66541 w 140933"/>
                      <a:gd name="connsiteY23" fmla="*/ 87243 h 120535"/>
                      <a:gd name="connsiteX24" fmla="*/ 20570 w 140933"/>
                      <a:gd name="connsiteY24" fmla="*/ 91012 h 120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0933" h="120535">
                        <a:moveTo>
                          <a:pt x="20570" y="91012"/>
                        </a:moveTo>
                        <a:cubicBezTo>
                          <a:pt x="13876" y="90347"/>
                          <a:pt x="7448" y="89238"/>
                          <a:pt x="0" y="89726"/>
                        </a:cubicBezTo>
                        <a:cubicBezTo>
                          <a:pt x="10107" y="90790"/>
                          <a:pt x="19195" y="93139"/>
                          <a:pt x="29569" y="93804"/>
                        </a:cubicBezTo>
                        <a:cubicBezTo>
                          <a:pt x="53995" y="95356"/>
                          <a:pt x="87288" y="85958"/>
                          <a:pt x="112645" y="66940"/>
                        </a:cubicBezTo>
                        <a:cubicBezTo>
                          <a:pt x="113886" y="66009"/>
                          <a:pt x="115128" y="65034"/>
                          <a:pt x="116546" y="64457"/>
                        </a:cubicBezTo>
                        <a:cubicBezTo>
                          <a:pt x="119162" y="63393"/>
                          <a:pt x="121334" y="63969"/>
                          <a:pt x="122885" y="64767"/>
                        </a:cubicBezTo>
                        <a:cubicBezTo>
                          <a:pt x="131441" y="69112"/>
                          <a:pt x="133968" y="78289"/>
                          <a:pt x="131131" y="88573"/>
                        </a:cubicBezTo>
                        <a:cubicBezTo>
                          <a:pt x="128338" y="98858"/>
                          <a:pt x="120580" y="110074"/>
                          <a:pt x="110694" y="120536"/>
                        </a:cubicBezTo>
                        <a:cubicBezTo>
                          <a:pt x="119694" y="111492"/>
                          <a:pt x="127984" y="102183"/>
                          <a:pt x="135475" y="92829"/>
                        </a:cubicBezTo>
                        <a:cubicBezTo>
                          <a:pt x="137515" y="90258"/>
                          <a:pt x="139554" y="87598"/>
                          <a:pt x="140441" y="85071"/>
                        </a:cubicBezTo>
                        <a:cubicBezTo>
                          <a:pt x="141371" y="82322"/>
                          <a:pt x="140839" y="79973"/>
                          <a:pt x="140042" y="77845"/>
                        </a:cubicBezTo>
                        <a:cubicBezTo>
                          <a:pt x="139199" y="78022"/>
                          <a:pt x="138268" y="78244"/>
                          <a:pt x="137426" y="78377"/>
                        </a:cubicBezTo>
                        <a:cubicBezTo>
                          <a:pt x="137249" y="78687"/>
                          <a:pt x="137027" y="78998"/>
                          <a:pt x="136850" y="79353"/>
                        </a:cubicBezTo>
                        <a:lnTo>
                          <a:pt x="134545" y="70974"/>
                        </a:lnTo>
                        <a:cubicBezTo>
                          <a:pt x="135209" y="71772"/>
                          <a:pt x="136140" y="72304"/>
                          <a:pt x="137293" y="72703"/>
                        </a:cubicBezTo>
                        <a:cubicBezTo>
                          <a:pt x="133525" y="67162"/>
                          <a:pt x="127585" y="62994"/>
                          <a:pt x="119871" y="60556"/>
                        </a:cubicBezTo>
                        <a:cubicBezTo>
                          <a:pt x="130244" y="44952"/>
                          <a:pt x="136140" y="29347"/>
                          <a:pt x="136850" y="15471"/>
                        </a:cubicBezTo>
                        <a:cubicBezTo>
                          <a:pt x="137071" y="10994"/>
                          <a:pt x="136761" y="6605"/>
                          <a:pt x="134234" y="3458"/>
                        </a:cubicBezTo>
                        <a:cubicBezTo>
                          <a:pt x="132904" y="1818"/>
                          <a:pt x="130998" y="443"/>
                          <a:pt x="128294" y="0"/>
                        </a:cubicBezTo>
                        <a:cubicBezTo>
                          <a:pt x="126920" y="3192"/>
                          <a:pt x="130909" y="6162"/>
                          <a:pt x="131840" y="8733"/>
                        </a:cubicBezTo>
                        <a:cubicBezTo>
                          <a:pt x="132993" y="12058"/>
                          <a:pt x="133392" y="15782"/>
                          <a:pt x="133170" y="19727"/>
                        </a:cubicBezTo>
                        <a:cubicBezTo>
                          <a:pt x="132683" y="27662"/>
                          <a:pt x="129624" y="36529"/>
                          <a:pt x="124481" y="45439"/>
                        </a:cubicBezTo>
                        <a:cubicBezTo>
                          <a:pt x="121556" y="50493"/>
                          <a:pt x="118009" y="55591"/>
                          <a:pt x="113354" y="60468"/>
                        </a:cubicBezTo>
                        <a:cubicBezTo>
                          <a:pt x="101518" y="72835"/>
                          <a:pt x="83342" y="82455"/>
                          <a:pt x="66541" y="87243"/>
                        </a:cubicBezTo>
                        <a:cubicBezTo>
                          <a:pt x="49828" y="91942"/>
                          <a:pt x="34312" y="92386"/>
                          <a:pt x="20570" y="9101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08" name="Forme libre : forme 19407">
                    <a:extLst>
                      <a:ext uri="{FF2B5EF4-FFF2-40B4-BE49-F238E27FC236}">
                        <a16:creationId xmlns:a16="http://schemas.microsoft.com/office/drawing/2014/main" id="{558ACAD8-F377-4552-9A8C-D1773D602D32}"/>
                      </a:ext>
                    </a:extLst>
                  </p:cNvPr>
                  <p:cNvSpPr/>
                  <p:nvPr/>
                </p:nvSpPr>
                <p:spPr>
                  <a:xfrm>
                    <a:off x="4965959" y="5938088"/>
                    <a:ext cx="79086" cy="49384"/>
                  </a:xfrm>
                  <a:custGeom>
                    <a:avLst/>
                    <a:gdLst>
                      <a:gd name="connsiteX0" fmla="*/ 43045 w 79086"/>
                      <a:gd name="connsiteY0" fmla="*/ 27352 h 49384"/>
                      <a:gd name="connsiteX1" fmla="*/ 47478 w 79086"/>
                      <a:gd name="connsiteY1" fmla="*/ 30899 h 49384"/>
                      <a:gd name="connsiteX2" fmla="*/ 47124 w 79086"/>
                      <a:gd name="connsiteY2" fmla="*/ 49385 h 49384"/>
                      <a:gd name="connsiteX3" fmla="*/ 52975 w 79086"/>
                      <a:gd name="connsiteY3" fmla="*/ 28194 h 49384"/>
                      <a:gd name="connsiteX4" fmla="*/ 50759 w 79086"/>
                      <a:gd name="connsiteY4" fmla="*/ 23141 h 49384"/>
                      <a:gd name="connsiteX5" fmla="*/ 52665 w 79086"/>
                      <a:gd name="connsiteY5" fmla="*/ 20924 h 49384"/>
                      <a:gd name="connsiteX6" fmla="*/ 79086 w 79086"/>
                      <a:gd name="connsiteY6" fmla="*/ 0 h 49384"/>
                      <a:gd name="connsiteX7" fmla="*/ 47833 w 79086"/>
                      <a:gd name="connsiteY7" fmla="*/ 19860 h 49384"/>
                      <a:gd name="connsiteX8" fmla="*/ 0 w 79086"/>
                      <a:gd name="connsiteY8" fmla="*/ 30854 h 49384"/>
                      <a:gd name="connsiteX9" fmla="*/ 27131 w 79086"/>
                      <a:gd name="connsiteY9" fmla="*/ 29214 h 49384"/>
                      <a:gd name="connsiteX10" fmla="*/ 43045 w 79086"/>
                      <a:gd name="connsiteY10" fmla="*/ 27352 h 49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9086" h="49384">
                        <a:moveTo>
                          <a:pt x="43045" y="27352"/>
                        </a:moveTo>
                        <a:cubicBezTo>
                          <a:pt x="45173" y="28017"/>
                          <a:pt x="46415" y="29436"/>
                          <a:pt x="47478" y="30899"/>
                        </a:cubicBezTo>
                        <a:cubicBezTo>
                          <a:pt x="51025" y="35598"/>
                          <a:pt x="53463" y="42159"/>
                          <a:pt x="47124" y="49385"/>
                        </a:cubicBezTo>
                        <a:cubicBezTo>
                          <a:pt x="55325" y="41893"/>
                          <a:pt x="57896" y="32583"/>
                          <a:pt x="52975" y="28194"/>
                        </a:cubicBezTo>
                        <a:cubicBezTo>
                          <a:pt x="51513" y="26865"/>
                          <a:pt x="49385" y="25579"/>
                          <a:pt x="50759" y="23141"/>
                        </a:cubicBezTo>
                        <a:cubicBezTo>
                          <a:pt x="51202" y="22387"/>
                          <a:pt x="51912" y="21634"/>
                          <a:pt x="52665" y="20924"/>
                        </a:cubicBezTo>
                        <a:cubicBezTo>
                          <a:pt x="58872" y="15117"/>
                          <a:pt x="77535" y="6340"/>
                          <a:pt x="79086" y="0"/>
                        </a:cubicBezTo>
                        <a:cubicBezTo>
                          <a:pt x="69245" y="7802"/>
                          <a:pt x="59714" y="14629"/>
                          <a:pt x="47833" y="19860"/>
                        </a:cubicBezTo>
                        <a:cubicBezTo>
                          <a:pt x="31386" y="27086"/>
                          <a:pt x="14718" y="30322"/>
                          <a:pt x="0" y="30854"/>
                        </a:cubicBezTo>
                        <a:cubicBezTo>
                          <a:pt x="7935" y="32007"/>
                          <a:pt x="17289" y="31431"/>
                          <a:pt x="27131" y="29214"/>
                        </a:cubicBezTo>
                        <a:cubicBezTo>
                          <a:pt x="32761" y="27973"/>
                          <a:pt x="39011" y="26155"/>
                          <a:pt x="43045" y="2735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09" name="Forme libre : forme 19408">
                    <a:extLst>
                      <a:ext uri="{FF2B5EF4-FFF2-40B4-BE49-F238E27FC236}">
                        <a16:creationId xmlns:a16="http://schemas.microsoft.com/office/drawing/2014/main" id="{5A52E804-6CEC-422A-8FA2-C35FFC239AEB}"/>
                      </a:ext>
                    </a:extLst>
                  </p:cNvPr>
                  <p:cNvSpPr/>
                  <p:nvPr/>
                </p:nvSpPr>
                <p:spPr>
                  <a:xfrm>
                    <a:off x="4946143" y="6009239"/>
                    <a:ext cx="48320" cy="30012"/>
                  </a:xfrm>
                  <a:custGeom>
                    <a:avLst/>
                    <a:gdLst>
                      <a:gd name="connsiteX0" fmla="*/ 2749 w 48320"/>
                      <a:gd name="connsiteY0" fmla="*/ 30012 h 30012"/>
                      <a:gd name="connsiteX1" fmla="*/ 27840 w 48320"/>
                      <a:gd name="connsiteY1" fmla="*/ 19905 h 30012"/>
                      <a:gd name="connsiteX2" fmla="*/ 48321 w 48320"/>
                      <a:gd name="connsiteY2" fmla="*/ 0 h 30012"/>
                      <a:gd name="connsiteX3" fmla="*/ 25623 w 48320"/>
                      <a:gd name="connsiteY3" fmla="*/ 17777 h 30012"/>
                      <a:gd name="connsiteX4" fmla="*/ 9664 w 48320"/>
                      <a:gd name="connsiteY4" fmla="*/ 24736 h 30012"/>
                      <a:gd name="connsiteX5" fmla="*/ 0 w 48320"/>
                      <a:gd name="connsiteY5" fmla="*/ 24870 h 30012"/>
                      <a:gd name="connsiteX6" fmla="*/ 2704 w 48320"/>
                      <a:gd name="connsiteY6" fmla="*/ 29968 h 30012"/>
                      <a:gd name="connsiteX7" fmla="*/ 2749 w 48320"/>
                      <a:gd name="connsiteY7" fmla="*/ 30012 h 30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8320" h="30012">
                        <a:moveTo>
                          <a:pt x="2749" y="30012"/>
                        </a:moveTo>
                        <a:cubicBezTo>
                          <a:pt x="10994" y="28460"/>
                          <a:pt x="19905" y="24914"/>
                          <a:pt x="27840" y="19905"/>
                        </a:cubicBezTo>
                        <a:cubicBezTo>
                          <a:pt x="36617" y="14363"/>
                          <a:pt x="44021" y="7137"/>
                          <a:pt x="48321" y="0"/>
                        </a:cubicBezTo>
                        <a:cubicBezTo>
                          <a:pt x="42026" y="6605"/>
                          <a:pt x="34179" y="12723"/>
                          <a:pt x="25623" y="17777"/>
                        </a:cubicBezTo>
                        <a:cubicBezTo>
                          <a:pt x="20481" y="20791"/>
                          <a:pt x="14940" y="23495"/>
                          <a:pt x="9664" y="24736"/>
                        </a:cubicBezTo>
                        <a:cubicBezTo>
                          <a:pt x="6029" y="25623"/>
                          <a:pt x="2527" y="25667"/>
                          <a:pt x="0" y="24870"/>
                        </a:cubicBezTo>
                        <a:cubicBezTo>
                          <a:pt x="1064" y="26465"/>
                          <a:pt x="1995" y="28150"/>
                          <a:pt x="2704" y="29968"/>
                        </a:cubicBezTo>
                        <a:cubicBezTo>
                          <a:pt x="2749" y="29968"/>
                          <a:pt x="2749" y="30012"/>
                          <a:pt x="2749" y="3001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10" name="Forme libre : forme 19409">
                    <a:extLst>
                      <a:ext uri="{FF2B5EF4-FFF2-40B4-BE49-F238E27FC236}">
                        <a16:creationId xmlns:a16="http://schemas.microsoft.com/office/drawing/2014/main" id="{6AD46AF5-9A98-42A9-ABC7-DF4F49477E8A}"/>
                      </a:ext>
                    </a:extLst>
                  </p:cNvPr>
                  <p:cNvSpPr/>
                  <p:nvPr/>
                </p:nvSpPr>
                <p:spPr>
                  <a:xfrm>
                    <a:off x="4943439" y="6032335"/>
                    <a:ext cx="5497" cy="8422"/>
                  </a:xfrm>
                  <a:custGeom>
                    <a:avLst/>
                    <a:gdLst>
                      <a:gd name="connsiteX0" fmla="*/ 2305 w 5497"/>
                      <a:gd name="connsiteY0" fmla="*/ 8423 h 8422"/>
                      <a:gd name="connsiteX1" fmla="*/ 2882 w 5497"/>
                      <a:gd name="connsiteY1" fmla="*/ 7448 h 8422"/>
                      <a:gd name="connsiteX2" fmla="*/ 5497 w 5497"/>
                      <a:gd name="connsiteY2" fmla="*/ 6916 h 8422"/>
                      <a:gd name="connsiteX3" fmla="*/ 5453 w 5497"/>
                      <a:gd name="connsiteY3" fmla="*/ 6827 h 8422"/>
                      <a:gd name="connsiteX4" fmla="*/ 2749 w 5497"/>
                      <a:gd name="connsiteY4" fmla="*/ 1729 h 8422"/>
                      <a:gd name="connsiteX5" fmla="*/ 0 w 5497"/>
                      <a:gd name="connsiteY5" fmla="*/ 0 h 8422"/>
                      <a:gd name="connsiteX6" fmla="*/ 2305 w 5497"/>
                      <a:gd name="connsiteY6" fmla="*/ 8423 h 8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497" h="8422">
                        <a:moveTo>
                          <a:pt x="2305" y="8423"/>
                        </a:moveTo>
                        <a:cubicBezTo>
                          <a:pt x="2483" y="8112"/>
                          <a:pt x="2704" y="7802"/>
                          <a:pt x="2882" y="7448"/>
                        </a:cubicBezTo>
                        <a:cubicBezTo>
                          <a:pt x="3724" y="7315"/>
                          <a:pt x="4610" y="7093"/>
                          <a:pt x="5497" y="6916"/>
                        </a:cubicBezTo>
                        <a:cubicBezTo>
                          <a:pt x="5497" y="6872"/>
                          <a:pt x="5497" y="6872"/>
                          <a:pt x="5453" y="6827"/>
                        </a:cubicBezTo>
                        <a:cubicBezTo>
                          <a:pt x="4743" y="5009"/>
                          <a:pt x="3812" y="3325"/>
                          <a:pt x="2749" y="1729"/>
                        </a:cubicBezTo>
                        <a:cubicBezTo>
                          <a:pt x="1596" y="1330"/>
                          <a:pt x="665" y="798"/>
                          <a:pt x="0" y="0"/>
                        </a:cubicBezTo>
                        <a:lnTo>
                          <a:pt x="2305" y="8423"/>
                        </a:ln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11" name="Forme libre : forme 19410">
                    <a:extLst>
                      <a:ext uri="{FF2B5EF4-FFF2-40B4-BE49-F238E27FC236}">
                        <a16:creationId xmlns:a16="http://schemas.microsoft.com/office/drawing/2014/main" id="{B4D70497-E24C-4859-AAB4-67EA5F2C259A}"/>
                      </a:ext>
                    </a:extLst>
                  </p:cNvPr>
                  <p:cNvSpPr/>
                  <p:nvPr/>
                </p:nvSpPr>
                <p:spPr>
                  <a:xfrm>
                    <a:off x="4750555" y="6081720"/>
                    <a:ext cx="35464" cy="19408"/>
                  </a:xfrm>
                  <a:custGeom>
                    <a:avLst/>
                    <a:gdLst>
                      <a:gd name="connsiteX0" fmla="*/ 35465 w 35464"/>
                      <a:gd name="connsiteY0" fmla="*/ 19284 h 19408"/>
                      <a:gd name="connsiteX1" fmla="*/ 26067 w 35464"/>
                      <a:gd name="connsiteY1" fmla="*/ 12324 h 19408"/>
                      <a:gd name="connsiteX2" fmla="*/ 25845 w 35464"/>
                      <a:gd name="connsiteY2" fmla="*/ 0 h 19408"/>
                      <a:gd name="connsiteX3" fmla="*/ 0 w 35464"/>
                      <a:gd name="connsiteY3" fmla="*/ 16535 h 19408"/>
                      <a:gd name="connsiteX4" fmla="*/ 22431 w 35464"/>
                      <a:gd name="connsiteY4" fmla="*/ 7359 h 19408"/>
                      <a:gd name="connsiteX5" fmla="*/ 35465 w 35464"/>
                      <a:gd name="connsiteY5" fmla="*/ 19284 h 19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464" h="19408">
                        <a:moveTo>
                          <a:pt x="35465" y="19284"/>
                        </a:moveTo>
                        <a:cubicBezTo>
                          <a:pt x="30278" y="18885"/>
                          <a:pt x="27264" y="16003"/>
                          <a:pt x="26067" y="12324"/>
                        </a:cubicBezTo>
                        <a:cubicBezTo>
                          <a:pt x="24914" y="8689"/>
                          <a:pt x="25357" y="4300"/>
                          <a:pt x="25845" y="0"/>
                        </a:cubicBezTo>
                        <a:cubicBezTo>
                          <a:pt x="20437" y="7979"/>
                          <a:pt x="9487" y="12945"/>
                          <a:pt x="0" y="16535"/>
                        </a:cubicBezTo>
                        <a:cubicBezTo>
                          <a:pt x="3236" y="15959"/>
                          <a:pt x="21279" y="10816"/>
                          <a:pt x="22431" y="7359"/>
                        </a:cubicBezTo>
                        <a:cubicBezTo>
                          <a:pt x="19949" y="14940"/>
                          <a:pt x="25845" y="20303"/>
                          <a:pt x="35465" y="1928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12" name="Forme libre : forme 19411">
                    <a:extLst>
                      <a:ext uri="{FF2B5EF4-FFF2-40B4-BE49-F238E27FC236}">
                        <a16:creationId xmlns:a16="http://schemas.microsoft.com/office/drawing/2014/main" id="{5EEA61F2-2AE9-4B95-B34B-804C5EC4BF49}"/>
                      </a:ext>
                    </a:extLst>
                  </p:cNvPr>
                  <p:cNvSpPr/>
                  <p:nvPr/>
                </p:nvSpPr>
                <p:spPr>
                  <a:xfrm>
                    <a:off x="4796171" y="6110584"/>
                    <a:ext cx="85736" cy="17062"/>
                  </a:xfrm>
                  <a:custGeom>
                    <a:avLst/>
                    <a:gdLst>
                      <a:gd name="connsiteX0" fmla="*/ 43045 w 85736"/>
                      <a:gd name="connsiteY0" fmla="*/ 14092 h 17062"/>
                      <a:gd name="connsiteX1" fmla="*/ 46769 w 85736"/>
                      <a:gd name="connsiteY1" fmla="*/ 11876 h 17062"/>
                      <a:gd name="connsiteX2" fmla="*/ 51291 w 85736"/>
                      <a:gd name="connsiteY2" fmla="*/ 11255 h 17062"/>
                      <a:gd name="connsiteX3" fmla="*/ 85736 w 85736"/>
                      <a:gd name="connsiteY3" fmla="*/ 40 h 17062"/>
                      <a:gd name="connsiteX4" fmla="*/ 71284 w 85736"/>
                      <a:gd name="connsiteY4" fmla="*/ 4118 h 17062"/>
                      <a:gd name="connsiteX5" fmla="*/ 51867 w 85736"/>
                      <a:gd name="connsiteY5" fmla="*/ 8374 h 17062"/>
                      <a:gd name="connsiteX6" fmla="*/ 34002 w 85736"/>
                      <a:gd name="connsiteY6" fmla="*/ 10103 h 17062"/>
                      <a:gd name="connsiteX7" fmla="*/ 24205 w 85736"/>
                      <a:gd name="connsiteY7" fmla="*/ 7044 h 17062"/>
                      <a:gd name="connsiteX8" fmla="*/ 0 w 85736"/>
                      <a:gd name="connsiteY8" fmla="*/ 616 h 17062"/>
                      <a:gd name="connsiteX9" fmla="*/ 36396 w 85736"/>
                      <a:gd name="connsiteY9" fmla="*/ 15156 h 17062"/>
                      <a:gd name="connsiteX10" fmla="*/ 34711 w 85736"/>
                      <a:gd name="connsiteY10" fmla="*/ 17063 h 17062"/>
                      <a:gd name="connsiteX11" fmla="*/ 43045 w 85736"/>
                      <a:gd name="connsiteY11" fmla="*/ 14092 h 17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5736" h="17062">
                        <a:moveTo>
                          <a:pt x="43045" y="14092"/>
                        </a:moveTo>
                        <a:cubicBezTo>
                          <a:pt x="44198" y="13206"/>
                          <a:pt x="45439" y="12364"/>
                          <a:pt x="46769" y="11876"/>
                        </a:cubicBezTo>
                        <a:cubicBezTo>
                          <a:pt x="48409" y="11255"/>
                          <a:pt x="49872" y="11300"/>
                          <a:pt x="51291" y="11255"/>
                        </a:cubicBezTo>
                        <a:cubicBezTo>
                          <a:pt x="60999" y="11034"/>
                          <a:pt x="75540" y="7088"/>
                          <a:pt x="85736" y="40"/>
                        </a:cubicBezTo>
                        <a:cubicBezTo>
                          <a:pt x="82411" y="-403"/>
                          <a:pt x="75451" y="2965"/>
                          <a:pt x="71284" y="4118"/>
                        </a:cubicBezTo>
                        <a:cubicBezTo>
                          <a:pt x="64679" y="5936"/>
                          <a:pt x="58251" y="7177"/>
                          <a:pt x="51867" y="8374"/>
                        </a:cubicBezTo>
                        <a:cubicBezTo>
                          <a:pt x="45617" y="9527"/>
                          <a:pt x="39189" y="10723"/>
                          <a:pt x="34002" y="10103"/>
                        </a:cubicBezTo>
                        <a:cubicBezTo>
                          <a:pt x="30234" y="9659"/>
                          <a:pt x="27308" y="8241"/>
                          <a:pt x="24205" y="7044"/>
                        </a:cubicBezTo>
                        <a:cubicBezTo>
                          <a:pt x="16846" y="4162"/>
                          <a:pt x="8423" y="2389"/>
                          <a:pt x="0" y="616"/>
                        </a:cubicBezTo>
                        <a:cubicBezTo>
                          <a:pt x="9753" y="7576"/>
                          <a:pt x="22077" y="12497"/>
                          <a:pt x="36396" y="15156"/>
                        </a:cubicBezTo>
                        <a:cubicBezTo>
                          <a:pt x="35819" y="15777"/>
                          <a:pt x="35243" y="16442"/>
                          <a:pt x="34711" y="17063"/>
                        </a:cubicBezTo>
                        <a:cubicBezTo>
                          <a:pt x="37460" y="15423"/>
                          <a:pt x="40253" y="14359"/>
                          <a:pt x="43045" y="1409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13" name="Forme libre : forme 19412">
                    <a:extLst>
                      <a:ext uri="{FF2B5EF4-FFF2-40B4-BE49-F238E27FC236}">
                        <a16:creationId xmlns:a16="http://schemas.microsoft.com/office/drawing/2014/main" id="{834D27CD-1662-42BD-A999-DF74171D8E40}"/>
                      </a:ext>
                    </a:extLst>
                  </p:cNvPr>
                  <p:cNvSpPr/>
                  <p:nvPr/>
                </p:nvSpPr>
                <p:spPr>
                  <a:xfrm>
                    <a:off x="4688624" y="6126007"/>
                    <a:ext cx="23362" cy="13580"/>
                  </a:xfrm>
                  <a:custGeom>
                    <a:avLst/>
                    <a:gdLst>
                      <a:gd name="connsiteX0" fmla="*/ 18353 w 23362"/>
                      <a:gd name="connsiteY0" fmla="*/ 7847 h 13580"/>
                      <a:gd name="connsiteX1" fmla="*/ 22121 w 23362"/>
                      <a:gd name="connsiteY1" fmla="*/ 0 h 13580"/>
                      <a:gd name="connsiteX2" fmla="*/ 0 w 23362"/>
                      <a:gd name="connsiteY2" fmla="*/ 11615 h 13580"/>
                      <a:gd name="connsiteX3" fmla="*/ 15782 w 23362"/>
                      <a:gd name="connsiteY3" fmla="*/ 13344 h 13580"/>
                      <a:gd name="connsiteX4" fmla="*/ 16447 w 23362"/>
                      <a:gd name="connsiteY4" fmla="*/ 13344 h 13580"/>
                      <a:gd name="connsiteX5" fmla="*/ 23362 w 23362"/>
                      <a:gd name="connsiteY5" fmla="*/ 10506 h 13580"/>
                      <a:gd name="connsiteX6" fmla="*/ 18353 w 23362"/>
                      <a:gd name="connsiteY6" fmla="*/ 7847 h 13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362" h="13580">
                        <a:moveTo>
                          <a:pt x="18353" y="7847"/>
                        </a:moveTo>
                        <a:cubicBezTo>
                          <a:pt x="17777" y="5719"/>
                          <a:pt x="19993" y="2704"/>
                          <a:pt x="22121" y="0"/>
                        </a:cubicBezTo>
                        <a:cubicBezTo>
                          <a:pt x="16048" y="7758"/>
                          <a:pt x="8866" y="8911"/>
                          <a:pt x="0" y="11615"/>
                        </a:cubicBezTo>
                        <a:cubicBezTo>
                          <a:pt x="754" y="14629"/>
                          <a:pt x="11748" y="13255"/>
                          <a:pt x="15782" y="13344"/>
                        </a:cubicBezTo>
                        <a:cubicBezTo>
                          <a:pt x="16003" y="13344"/>
                          <a:pt x="16225" y="13344"/>
                          <a:pt x="16447" y="13344"/>
                        </a:cubicBezTo>
                        <a:cubicBezTo>
                          <a:pt x="18708" y="12102"/>
                          <a:pt x="21013" y="11171"/>
                          <a:pt x="23362" y="10506"/>
                        </a:cubicBezTo>
                        <a:cubicBezTo>
                          <a:pt x="20969" y="10196"/>
                          <a:pt x="18796" y="9576"/>
                          <a:pt x="18353" y="784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14" name="Forme libre : forme 19413">
                    <a:extLst>
                      <a:ext uri="{FF2B5EF4-FFF2-40B4-BE49-F238E27FC236}">
                        <a16:creationId xmlns:a16="http://schemas.microsoft.com/office/drawing/2014/main" id="{E1EAF9F1-B72E-4F79-8A4D-7251D95D319F}"/>
                      </a:ext>
                    </a:extLst>
                  </p:cNvPr>
                  <p:cNvSpPr/>
                  <p:nvPr/>
                </p:nvSpPr>
                <p:spPr>
                  <a:xfrm>
                    <a:off x="5034406" y="6016598"/>
                    <a:ext cx="37459" cy="60334"/>
                  </a:xfrm>
                  <a:custGeom>
                    <a:avLst/>
                    <a:gdLst>
                      <a:gd name="connsiteX0" fmla="*/ 15516 w 37459"/>
                      <a:gd name="connsiteY0" fmla="*/ 10374 h 60334"/>
                      <a:gd name="connsiteX1" fmla="*/ 0 w 37459"/>
                      <a:gd name="connsiteY1" fmla="*/ 11792 h 60334"/>
                      <a:gd name="connsiteX2" fmla="*/ 7270 w 37459"/>
                      <a:gd name="connsiteY2" fmla="*/ 15383 h 60334"/>
                      <a:gd name="connsiteX3" fmla="*/ 18796 w 37459"/>
                      <a:gd name="connsiteY3" fmla="*/ 21013 h 60334"/>
                      <a:gd name="connsiteX4" fmla="*/ 26599 w 37459"/>
                      <a:gd name="connsiteY4" fmla="*/ 60335 h 60334"/>
                      <a:gd name="connsiteX5" fmla="*/ 31386 w 37459"/>
                      <a:gd name="connsiteY5" fmla="*/ 32096 h 60334"/>
                      <a:gd name="connsiteX6" fmla="*/ 28195 w 37459"/>
                      <a:gd name="connsiteY6" fmla="*/ 25091 h 60334"/>
                      <a:gd name="connsiteX7" fmla="*/ 37460 w 37459"/>
                      <a:gd name="connsiteY7" fmla="*/ 0 h 60334"/>
                      <a:gd name="connsiteX8" fmla="*/ 15516 w 37459"/>
                      <a:gd name="connsiteY8" fmla="*/ 10374 h 60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459" h="60334">
                        <a:moveTo>
                          <a:pt x="15516" y="10374"/>
                        </a:moveTo>
                        <a:cubicBezTo>
                          <a:pt x="10019" y="11482"/>
                          <a:pt x="5009" y="11526"/>
                          <a:pt x="0" y="11792"/>
                        </a:cubicBezTo>
                        <a:cubicBezTo>
                          <a:pt x="1596" y="13610"/>
                          <a:pt x="4522" y="14363"/>
                          <a:pt x="7270" y="15383"/>
                        </a:cubicBezTo>
                        <a:cubicBezTo>
                          <a:pt x="11482" y="16935"/>
                          <a:pt x="15693" y="18531"/>
                          <a:pt x="18796" y="21013"/>
                        </a:cubicBezTo>
                        <a:cubicBezTo>
                          <a:pt x="29391" y="29569"/>
                          <a:pt x="24737" y="46769"/>
                          <a:pt x="26599" y="60335"/>
                        </a:cubicBezTo>
                        <a:cubicBezTo>
                          <a:pt x="32849" y="49917"/>
                          <a:pt x="34534" y="39765"/>
                          <a:pt x="31386" y="32096"/>
                        </a:cubicBezTo>
                        <a:cubicBezTo>
                          <a:pt x="30411" y="29702"/>
                          <a:pt x="28948" y="27574"/>
                          <a:pt x="28195" y="25091"/>
                        </a:cubicBezTo>
                        <a:cubicBezTo>
                          <a:pt x="26111" y="18221"/>
                          <a:pt x="29613" y="8689"/>
                          <a:pt x="37460" y="0"/>
                        </a:cubicBezTo>
                        <a:cubicBezTo>
                          <a:pt x="31386" y="5320"/>
                          <a:pt x="22919" y="8822"/>
                          <a:pt x="15516" y="1037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15" name="Forme libre : forme 19414">
                    <a:extLst>
                      <a:ext uri="{FF2B5EF4-FFF2-40B4-BE49-F238E27FC236}">
                        <a16:creationId xmlns:a16="http://schemas.microsoft.com/office/drawing/2014/main" id="{422A35F4-A86F-4A10-8A64-70D262A076E6}"/>
                      </a:ext>
                    </a:extLst>
                  </p:cNvPr>
                  <p:cNvSpPr/>
                  <p:nvPr/>
                </p:nvSpPr>
                <p:spPr>
                  <a:xfrm>
                    <a:off x="5072885" y="5949348"/>
                    <a:ext cx="97705" cy="38656"/>
                  </a:xfrm>
                  <a:custGeom>
                    <a:avLst/>
                    <a:gdLst>
                      <a:gd name="connsiteX0" fmla="*/ 30721 w 97705"/>
                      <a:gd name="connsiteY0" fmla="*/ 29391 h 38656"/>
                      <a:gd name="connsiteX1" fmla="*/ 97705 w 97705"/>
                      <a:gd name="connsiteY1" fmla="*/ 0 h 38656"/>
                      <a:gd name="connsiteX2" fmla="*/ 49828 w 97705"/>
                      <a:gd name="connsiteY2" fmla="*/ 17777 h 38656"/>
                      <a:gd name="connsiteX3" fmla="*/ 11881 w 97705"/>
                      <a:gd name="connsiteY3" fmla="*/ 13476 h 38656"/>
                      <a:gd name="connsiteX4" fmla="*/ 0 w 97705"/>
                      <a:gd name="connsiteY4" fmla="*/ 10950 h 38656"/>
                      <a:gd name="connsiteX5" fmla="*/ 14718 w 97705"/>
                      <a:gd name="connsiteY5" fmla="*/ 20170 h 38656"/>
                      <a:gd name="connsiteX6" fmla="*/ 17821 w 97705"/>
                      <a:gd name="connsiteY6" fmla="*/ 38656 h 38656"/>
                      <a:gd name="connsiteX7" fmla="*/ 30721 w 97705"/>
                      <a:gd name="connsiteY7" fmla="*/ 29391 h 38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7705" h="38656">
                        <a:moveTo>
                          <a:pt x="30721" y="29391"/>
                        </a:moveTo>
                        <a:cubicBezTo>
                          <a:pt x="52931" y="18264"/>
                          <a:pt x="77579" y="14319"/>
                          <a:pt x="97705" y="0"/>
                        </a:cubicBezTo>
                        <a:cubicBezTo>
                          <a:pt x="81968" y="8112"/>
                          <a:pt x="65388" y="14762"/>
                          <a:pt x="49828" y="17777"/>
                        </a:cubicBezTo>
                        <a:cubicBezTo>
                          <a:pt x="34268" y="20747"/>
                          <a:pt x="19860" y="19727"/>
                          <a:pt x="11881" y="13476"/>
                        </a:cubicBezTo>
                        <a:cubicBezTo>
                          <a:pt x="9044" y="11260"/>
                          <a:pt x="6384" y="8866"/>
                          <a:pt x="0" y="10950"/>
                        </a:cubicBezTo>
                        <a:cubicBezTo>
                          <a:pt x="0" y="15205"/>
                          <a:pt x="11703" y="16801"/>
                          <a:pt x="14718" y="20170"/>
                        </a:cubicBezTo>
                        <a:cubicBezTo>
                          <a:pt x="18796" y="24781"/>
                          <a:pt x="20126" y="31253"/>
                          <a:pt x="17821" y="38656"/>
                        </a:cubicBezTo>
                        <a:cubicBezTo>
                          <a:pt x="20791" y="34933"/>
                          <a:pt x="25889" y="31874"/>
                          <a:pt x="30721" y="2939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16" name="Forme libre : forme 19415">
                    <a:extLst>
                      <a:ext uri="{FF2B5EF4-FFF2-40B4-BE49-F238E27FC236}">
                        <a16:creationId xmlns:a16="http://schemas.microsoft.com/office/drawing/2014/main" id="{BDBEA9FA-2B92-4E2C-AFFD-9B3316FD2232}"/>
                      </a:ext>
                    </a:extLst>
                  </p:cNvPr>
                  <p:cNvSpPr/>
                  <p:nvPr/>
                </p:nvSpPr>
                <p:spPr>
                  <a:xfrm>
                    <a:off x="4959043" y="6100826"/>
                    <a:ext cx="84095" cy="35125"/>
                  </a:xfrm>
                  <a:custGeom>
                    <a:avLst/>
                    <a:gdLst>
                      <a:gd name="connsiteX0" fmla="*/ 67250 w 84095"/>
                      <a:gd name="connsiteY0" fmla="*/ 16580 h 35125"/>
                      <a:gd name="connsiteX1" fmla="*/ 75451 w 84095"/>
                      <a:gd name="connsiteY1" fmla="*/ 0 h 35125"/>
                      <a:gd name="connsiteX2" fmla="*/ 38346 w 84095"/>
                      <a:gd name="connsiteY2" fmla="*/ 19993 h 35125"/>
                      <a:gd name="connsiteX3" fmla="*/ 0 w 84095"/>
                      <a:gd name="connsiteY3" fmla="*/ 29436 h 35125"/>
                      <a:gd name="connsiteX4" fmla="*/ 51513 w 84095"/>
                      <a:gd name="connsiteY4" fmla="*/ 19949 h 35125"/>
                      <a:gd name="connsiteX5" fmla="*/ 57143 w 84095"/>
                      <a:gd name="connsiteY5" fmla="*/ 18796 h 35125"/>
                      <a:gd name="connsiteX6" fmla="*/ 58872 w 84095"/>
                      <a:gd name="connsiteY6" fmla="*/ 22299 h 35125"/>
                      <a:gd name="connsiteX7" fmla="*/ 84096 w 84095"/>
                      <a:gd name="connsiteY7" fmla="*/ 34578 h 35125"/>
                      <a:gd name="connsiteX8" fmla="*/ 67250 w 84095"/>
                      <a:gd name="connsiteY8" fmla="*/ 16580 h 35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095" h="35125">
                        <a:moveTo>
                          <a:pt x="67250" y="16580"/>
                        </a:moveTo>
                        <a:cubicBezTo>
                          <a:pt x="66940" y="11748"/>
                          <a:pt x="71284" y="5674"/>
                          <a:pt x="75451" y="0"/>
                        </a:cubicBezTo>
                        <a:cubicBezTo>
                          <a:pt x="70309" y="7005"/>
                          <a:pt x="46548" y="16802"/>
                          <a:pt x="38346" y="19993"/>
                        </a:cubicBezTo>
                        <a:cubicBezTo>
                          <a:pt x="24958" y="25225"/>
                          <a:pt x="12413" y="27929"/>
                          <a:pt x="0" y="29436"/>
                        </a:cubicBezTo>
                        <a:cubicBezTo>
                          <a:pt x="6561" y="35243"/>
                          <a:pt x="39189" y="24471"/>
                          <a:pt x="51513" y="19949"/>
                        </a:cubicBezTo>
                        <a:cubicBezTo>
                          <a:pt x="53508" y="19240"/>
                          <a:pt x="55724" y="18442"/>
                          <a:pt x="57143" y="18796"/>
                        </a:cubicBezTo>
                        <a:cubicBezTo>
                          <a:pt x="58783" y="19196"/>
                          <a:pt x="58783" y="20880"/>
                          <a:pt x="58872" y="22299"/>
                        </a:cubicBezTo>
                        <a:cubicBezTo>
                          <a:pt x="59492" y="31741"/>
                          <a:pt x="70087" y="36884"/>
                          <a:pt x="84096" y="34578"/>
                        </a:cubicBezTo>
                        <a:cubicBezTo>
                          <a:pt x="83298" y="25845"/>
                          <a:pt x="67826" y="25402"/>
                          <a:pt x="67250" y="1658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17" name="Forme libre : forme 19416">
                    <a:extLst>
                      <a:ext uri="{FF2B5EF4-FFF2-40B4-BE49-F238E27FC236}">
                        <a16:creationId xmlns:a16="http://schemas.microsoft.com/office/drawing/2014/main" id="{B3508C2E-6474-40F5-ACB8-68EDAAD05D28}"/>
                      </a:ext>
                    </a:extLst>
                  </p:cNvPr>
                  <p:cNvSpPr/>
                  <p:nvPr/>
                </p:nvSpPr>
                <p:spPr>
                  <a:xfrm>
                    <a:off x="5120319" y="6070902"/>
                    <a:ext cx="29568" cy="38392"/>
                  </a:xfrm>
                  <a:custGeom>
                    <a:avLst/>
                    <a:gdLst>
                      <a:gd name="connsiteX0" fmla="*/ 29569 w 29568"/>
                      <a:gd name="connsiteY0" fmla="*/ 4213 h 38392"/>
                      <a:gd name="connsiteX1" fmla="*/ 25490 w 29568"/>
                      <a:gd name="connsiteY1" fmla="*/ 7227 h 38392"/>
                      <a:gd name="connsiteX2" fmla="*/ 17067 w 29568"/>
                      <a:gd name="connsiteY2" fmla="*/ 8247 h 38392"/>
                      <a:gd name="connsiteX3" fmla="*/ 12058 w 29568"/>
                      <a:gd name="connsiteY3" fmla="*/ 4922 h 38392"/>
                      <a:gd name="connsiteX4" fmla="*/ 0 w 29568"/>
                      <a:gd name="connsiteY4" fmla="*/ 445 h 38392"/>
                      <a:gd name="connsiteX5" fmla="*/ 15604 w 29568"/>
                      <a:gd name="connsiteY5" fmla="*/ 14364 h 38392"/>
                      <a:gd name="connsiteX6" fmla="*/ 17422 w 29568"/>
                      <a:gd name="connsiteY6" fmla="*/ 21147 h 38392"/>
                      <a:gd name="connsiteX7" fmla="*/ 13344 w 29568"/>
                      <a:gd name="connsiteY7" fmla="*/ 30900 h 38392"/>
                      <a:gd name="connsiteX8" fmla="*/ 8245 w 29568"/>
                      <a:gd name="connsiteY8" fmla="*/ 38392 h 38392"/>
                      <a:gd name="connsiteX9" fmla="*/ 18752 w 29568"/>
                      <a:gd name="connsiteY9" fmla="*/ 27531 h 38392"/>
                      <a:gd name="connsiteX10" fmla="*/ 22742 w 29568"/>
                      <a:gd name="connsiteY10" fmla="*/ 32363 h 38392"/>
                      <a:gd name="connsiteX11" fmla="*/ 27795 w 29568"/>
                      <a:gd name="connsiteY11" fmla="*/ 7360 h 38392"/>
                      <a:gd name="connsiteX12" fmla="*/ 29569 w 29568"/>
                      <a:gd name="connsiteY12" fmla="*/ 4213 h 38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9568" h="38392">
                        <a:moveTo>
                          <a:pt x="29569" y="4213"/>
                        </a:moveTo>
                        <a:cubicBezTo>
                          <a:pt x="28327" y="5321"/>
                          <a:pt x="27042" y="6430"/>
                          <a:pt x="25490" y="7227"/>
                        </a:cubicBezTo>
                        <a:cubicBezTo>
                          <a:pt x="22431" y="8823"/>
                          <a:pt x="19240" y="8956"/>
                          <a:pt x="17067" y="8247"/>
                        </a:cubicBezTo>
                        <a:cubicBezTo>
                          <a:pt x="14895" y="7538"/>
                          <a:pt x="13521" y="6163"/>
                          <a:pt x="12058" y="4922"/>
                        </a:cubicBezTo>
                        <a:cubicBezTo>
                          <a:pt x="9354" y="2617"/>
                          <a:pt x="5940" y="-1328"/>
                          <a:pt x="0" y="445"/>
                        </a:cubicBezTo>
                        <a:cubicBezTo>
                          <a:pt x="6384" y="4346"/>
                          <a:pt x="12191" y="8336"/>
                          <a:pt x="15604" y="14364"/>
                        </a:cubicBezTo>
                        <a:cubicBezTo>
                          <a:pt x="16757" y="16360"/>
                          <a:pt x="17644" y="18532"/>
                          <a:pt x="17422" y="21147"/>
                        </a:cubicBezTo>
                        <a:cubicBezTo>
                          <a:pt x="17156" y="24162"/>
                          <a:pt x="15383" y="27576"/>
                          <a:pt x="13344" y="30900"/>
                        </a:cubicBezTo>
                        <a:cubicBezTo>
                          <a:pt x="11836" y="33383"/>
                          <a:pt x="10107" y="35865"/>
                          <a:pt x="8245" y="38392"/>
                        </a:cubicBezTo>
                        <a:cubicBezTo>
                          <a:pt x="11482" y="34713"/>
                          <a:pt x="14984" y="31077"/>
                          <a:pt x="18752" y="27531"/>
                        </a:cubicBezTo>
                        <a:cubicBezTo>
                          <a:pt x="20835" y="28595"/>
                          <a:pt x="22210" y="30280"/>
                          <a:pt x="22742" y="32363"/>
                        </a:cubicBezTo>
                        <a:cubicBezTo>
                          <a:pt x="21634" y="24915"/>
                          <a:pt x="23052" y="16315"/>
                          <a:pt x="27795" y="7360"/>
                        </a:cubicBezTo>
                        <a:cubicBezTo>
                          <a:pt x="28372" y="6252"/>
                          <a:pt x="28948" y="5233"/>
                          <a:pt x="29569" y="421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18" name="Forme libre : forme 19417">
                    <a:extLst>
                      <a:ext uri="{FF2B5EF4-FFF2-40B4-BE49-F238E27FC236}">
                        <a16:creationId xmlns:a16="http://schemas.microsoft.com/office/drawing/2014/main" id="{8808C719-0FEA-4D96-885A-F45AB0299422}"/>
                      </a:ext>
                    </a:extLst>
                  </p:cNvPr>
                  <p:cNvSpPr/>
                  <p:nvPr/>
                </p:nvSpPr>
                <p:spPr>
                  <a:xfrm>
                    <a:off x="5122226" y="6109249"/>
                    <a:ext cx="6383" cy="7757"/>
                  </a:xfrm>
                  <a:custGeom>
                    <a:avLst/>
                    <a:gdLst>
                      <a:gd name="connsiteX0" fmla="*/ 6384 w 6383"/>
                      <a:gd name="connsiteY0" fmla="*/ 0 h 7757"/>
                      <a:gd name="connsiteX1" fmla="*/ 0 w 6383"/>
                      <a:gd name="connsiteY1" fmla="*/ 7758 h 7757"/>
                      <a:gd name="connsiteX2" fmla="*/ 6384 w 6383"/>
                      <a:gd name="connsiteY2" fmla="*/ 0 h 7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383" h="7757">
                        <a:moveTo>
                          <a:pt x="6384" y="0"/>
                        </a:moveTo>
                        <a:cubicBezTo>
                          <a:pt x="4123" y="2572"/>
                          <a:pt x="1995" y="5143"/>
                          <a:pt x="0" y="7758"/>
                        </a:cubicBezTo>
                        <a:cubicBezTo>
                          <a:pt x="2305" y="5231"/>
                          <a:pt x="4433" y="2615"/>
                          <a:pt x="6384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19" name="Forme libre : forme 19418">
                    <a:extLst>
                      <a:ext uri="{FF2B5EF4-FFF2-40B4-BE49-F238E27FC236}">
                        <a16:creationId xmlns:a16="http://schemas.microsoft.com/office/drawing/2014/main" id="{A10CC6E5-E958-469D-854D-920920D81F14}"/>
                      </a:ext>
                    </a:extLst>
                  </p:cNvPr>
                  <p:cNvSpPr/>
                  <p:nvPr/>
                </p:nvSpPr>
                <p:spPr>
                  <a:xfrm>
                    <a:off x="5149888" y="6052284"/>
                    <a:ext cx="21810" cy="22830"/>
                  </a:xfrm>
                  <a:custGeom>
                    <a:avLst/>
                    <a:gdLst>
                      <a:gd name="connsiteX0" fmla="*/ 21811 w 21810"/>
                      <a:gd name="connsiteY0" fmla="*/ 0 h 22830"/>
                      <a:gd name="connsiteX1" fmla="*/ 0 w 21810"/>
                      <a:gd name="connsiteY1" fmla="*/ 22831 h 22830"/>
                      <a:gd name="connsiteX2" fmla="*/ 2039 w 21810"/>
                      <a:gd name="connsiteY2" fmla="*/ 20880 h 22830"/>
                      <a:gd name="connsiteX3" fmla="*/ 21811 w 21810"/>
                      <a:gd name="connsiteY3" fmla="*/ 0 h 22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810" h="22830">
                        <a:moveTo>
                          <a:pt x="21811" y="0"/>
                        </a:moveTo>
                        <a:cubicBezTo>
                          <a:pt x="12413" y="6694"/>
                          <a:pt x="4921" y="14851"/>
                          <a:pt x="0" y="22831"/>
                        </a:cubicBezTo>
                        <a:cubicBezTo>
                          <a:pt x="709" y="22165"/>
                          <a:pt x="1419" y="21545"/>
                          <a:pt x="2039" y="20880"/>
                        </a:cubicBezTo>
                        <a:cubicBezTo>
                          <a:pt x="8822" y="13964"/>
                          <a:pt x="15427" y="7004"/>
                          <a:pt x="21811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20" name="Forme libre : forme 19419">
                    <a:extLst>
                      <a:ext uri="{FF2B5EF4-FFF2-40B4-BE49-F238E27FC236}">
                        <a16:creationId xmlns:a16="http://schemas.microsoft.com/office/drawing/2014/main" id="{1EFC0A61-D91E-4EC9-84FE-9B6DDBE6DFBD}"/>
                      </a:ext>
                    </a:extLst>
                  </p:cNvPr>
                  <p:cNvSpPr/>
                  <p:nvPr/>
                </p:nvSpPr>
                <p:spPr>
                  <a:xfrm>
                    <a:off x="5210843" y="5996205"/>
                    <a:ext cx="44818" cy="30810"/>
                  </a:xfrm>
                  <a:custGeom>
                    <a:avLst/>
                    <a:gdLst>
                      <a:gd name="connsiteX0" fmla="*/ 20836 w 44818"/>
                      <a:gd name="connsiteY0" fmla="*/ 16713 h 30810"/>
                      <a:gd name="connsiteX1" fmla="*/ 18530 w 44818"/>
                      <a:gd name="connsiteY1" fmla="*/ 16225 h 30810"/>
                      <a:gd name="connsiteX2" fmla="*/ 19550 w 44818"/>
                      <a:gd name="connsiteY2" fmla="*/ 13432 h 30810"/>
                      <a:gd name="connsiteX3" fmla="*/ 18885 w 44818"/>
                      <a:gd name="connsiteY3" fmla="*/ 0 h 30810"/>
                      <a:gd name="connsiteX4" fmla="*/ 12147 w 44818"/>
                      <a:gd name="connsiteY4" fmla="*/ 18664 h 30810"/>
                      <a:gd name="connsiteX5" fmla="*/ 0 w 44818"/>
                      <a:gd name="connsiteY5" fmla="*/ 30810 h 30810"/>
                      <a:gd name="connsiteX6" fmla="*/ 44819 w 44818"/>
                      <a:gd name="connsiteY6" fmla="*/ 15693 h 30810"/>
                      <a:gd name="connsiteX7" fmla="*/ 20836 w 44818"/>
                      <a:gd name="connsiteY7" fmla="*/ 16713 h 30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818" h="30810">
                        <a:moveTo>
                          <a:pt x="20836" y="16713"/>
                        </a:moveTo>
                        <a:cubicBezTo>
                          <a:pt x="19905" y="16757"/>
                          <a:pt x="18885" y="16757"/>
                          <a:pt x="18530" y="16225"/>
                        </a:cubicBezTo>
                        <a:cubicBezTo>
                          <a:pt x="18087" y="15560"/>
                          <a:pt x="18885" y="14452"/>
                          <a:pt x="19550" y="13432"/>
                        </a:cubicBezTo>
                        <a:cubicBezTo>
                          <a:pt x="23008" y="8157"/>
                          <a:pt x="23628" y="1640"/>
                          <a:pt x="18885" y="0"/>
                        </a:cubicBezTo>
                        <a:cubicBezTo>
                          <a:pt x="17599" y="6118"/>
                          <a:pt x="16934" y="11837"/>
                          <a:pt x="12147" y="18664"/>
                        </a:cubicBezTo>
                        <a:cubicBezTo>
                          <a:pt x="9132" y="22919"/>
                          <a:pt x="4921" y="27175"/>
                          <a:pt x="0" y="30810"/>
                        </a:cubicBezTo>
                        <a:cubicBezTo>
                          <a:pt x="14363" y="23052"/>
                          <a:pt x="30145" y="18708"/>
                          <a:pt x="44819" y="15693"/>
                        </a:cubicBezTo>
                        <a:cubicBezTo>
                          <a:pt x="36795" y="16003"/>
                          <a:pt x="28815" y="16358"/>
                          <a:pt x="20836" y="1671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21" name="Forme libre : forme 19420">
                    <a:extLst>
                      <a:ext uri="{FF2B5EF4-FFF2-40B4-BE49-F238E27FC236}">
                        <a16:creationId xmlns:a16="http://schemas.microsoft.com/office/drawing/2014/main" id="{9C214425-AFB2-47C3-801F-C51ADBC66B11}"/>
                      </a:ext>
                    </a:extLst>
                  </p:cNvPr>
                  <p:cNvSpPr/>
                  <p:nvPr/>
                </p:nvSpPr>
                <p:spPr>
                  <a:xfrm>
                    <a:off x="5201489" y="6026971"/>
                    <a:ext cx="9309" cy="5630"/>
                  </a:xfrm>
                  <a:custGeom>
                    <a:avLst/>
                    <a:gdLst>
                      <a:gd name="connsiteX0" fmla="*/ 0 w 9309"/>
                      <a:gd name="connsiteY0" fmla="*/ 5630 h 5630"/>
                      <a:gd name="connsiteX1" fmla="*/ 9310 w 9309"/>
                      <a:gd name="connsiteY1" fmla="*/ 0 h 5630"/>
                      <a:gd name="connsiteX2" fmla="*/ 0 w 9309"/>
                      <a:gd name="connsiteY2" fmla="*/ 5630 h 5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309" h="5630">
                        <a:moveTo>
                          <a:pt x="0" y="5630"/>
                        </a:moveTo>
                        <a:cubicBezTo>
                          <a:pt x="3280" y="4078"/>
                          <a:pt x="6428" y="2172"/>
                          <a:pt x="9310" y="0"/>
                        </a:cubicBezTo>
                        <a:cubicBezTo>
                          <a:pt x="6162" y="1729"/>
                          <a:pt x="3014" y="3591"/>
                          <a:pt x="0" y="563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22" name="Forme libre : forme 19421">
                    <a:extLst>
                      <a:ext uri="{FF2B5EF4-FFF2-40B4-BE49-F238E27FC236}">
                        <a16:creationId xmlns:a16="http://schemas.microsoft.com/office/drawing/2014/main" id="{32841522-25C0-4F3E-B9BB-68117A263C55}"/>
                      </a:ext>
                    </a:extLst>
                  </p:cNvPr>
                  <p:cNvSpPr/>
                  <p:nvPr/>
                </p:nvSpPr>
                <p:spPr>
                  <a:xfrm>
                    <a:off x="5210710" y="5946555"/>
                    <a:ext cx="72968" cy="29391"/>
                  </a:xfrm>
                  <a:custGeom>
                    <a:avLst/>
                    <a:gdLst>
                      <a:gd name="connsiteX0" fmla="*/ 22698 w 72968"/>
                      <a:gd name="connsiteY0" fmla="*/ 7758 h 29391"/>
                      <a:gd name="connsiteX1" fmla="*/ 18397 w 72968"/>
                      <a:gd name="connsiteY1" fmla="*/ 4433 h 29391"/>
                      <a:gd name="connsiteX2" fmla="*/ 0 w 72968"/>
                      <a:gd name="connsiteY2" fmla="*/ 1374 h 29391"/>
                      <a:gd name="connsiteX3" fmla="*/ 23673 w 72968"/>
                      <a:gd name="connsiteY3" fmla="*/ 29391 h 29391"/>
                      <a:gd name="connsiteX4" fmla="*/ 45705 w 72968"/>
                      <a:gd name="connsiteY4" fmla="*/ 12280 h 29391"/>
                      <a:gd name="connsiteX5" fmla="*/ 72969 w 72968"/>
                      <a:gd name="connsiteY5" fmla="*/ 0 h 29391"/>
                      <a:gd name="connsiteX6" fmla="*/ 29347 w 72968"/>
                      <a:gd name="connsiteY6" fmla="*/ 8733 h 29391"/>
                      <a:gd name="connsiteX7" fmla="*/ 22698 w 72968"/>
                      <a:gd name="connsiteY7" fmla="*/ 7758 h 29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968" h="29391">
                        <a:moveTo>
                          <a:pt x="22698" y="7758"/>
                        </a:moveTo>
                        <a:cubicBezTo>
                          <a:pt x="20880" y="6960"/>
                          <a:pt x="19816" y="5586"/>
                          <a:pt x="18397" y="4433"/>
                        </a:cubicBezTo>
                        <a:cubicBezTo>
                          <a:pt x="14762" y="1507"/>
                          <a:pt x="7802" y="-1108"/>
                          <a:pt x="0" y="1374"/>
                        </a:cubicBezTo>
                        <a:cubicBezTo>
                          <a:pt x="14807" y="6472"/>
                          <a:pt x="22742" y="15028"/>
                          <a:pt x="23673" y="29391"/>
                        </a:cubicBezTo>
                        <a:cubicBezTo>
                          <a:pt x="26022" y="22653"/>
                          <a:pt x="36529" y="16092"/>
                          <a:pt x="45705" y="12280"/>
                        </a:cubicBezTo>
                        <a:cubicBezTo>
                          <a:pt x="54926" y="8467"/>
                          <a:pt x="64635" y="5718"/>
                          <a:pt x="72969" y="0"/>
                        </a:cubicBezTo>
                        <a:cubicBezTo>
                          <a:pt x="57763" y="5807"/>
                          <a:pt x="42514" y="8822"/>
                          <a:pt x="29347" y="8733"/>
                        </a:cubicBezTo>
                        <a:cubicBezTo>
                          <a:pt x="26909" y="8644"/>
                          <a:pt x="24471" y="8511"/>
                          <a:pt x="22698" y="775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23" name="Forme libre : forme 19422">
                    <a:extLst>
                      <a:ext uri="{FF2B5EF4-FFF2-40B4-BE49-F238E27FC236}">
                        <a16:creationId xmlns:a16="http://schemas.microsoft.com/office/drawing/2014/main" id="{3D00F07C-9865-44B7-A2AD-0B3F4016CD7E}"/>
                      </a:ext>
                    </a:extLst>
                  </p:cNvPr>
                  <p:cNvSpPr/>
                  <p:nvPr/>
                </p:nvSpPr>
                <p:spPr>
                  <a:xfrm>
                    <a:off x="5353500" y="6033089"/>
                    <a:ext cx="12456" cy="2615"/>
                  </a:xfrm>
                  <a:custGeom>
                    <a:avLst/>
                    <a:gdLst>
                      <a:gd name="connsiteX0" fmla="*/ 0 w 12456"/>
                      <a:gd name="connsiteY0" fmla="*/ 2615 h 2615"/>
                      <a:gd name="connsiteX1" fmla="*/ 12457 w 12456"/>
                      <a:gd name="connsiteY1" fmla="*/ 0 h 2615"/>
                      <a:gd name="connsiteX2" fmla="*/ 0 w 12456"/>
                      <a:gd name="connsiteY2" fmla="*/ 2615 h 2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456" h="2615">
                        <a:moveTo>
                          <a:pt x="0" y="2615"/>
                        </a:moveTo>
                        <a:cubicBezTo>
                          <a:pt x="4167" y="1729"/>
                          <a:pt x="8334" y="886"/>
                          <a:pt x="12457" y="0"/>
                        </a:cubicBezTo>
                        <a:cubicBezTo>
                          <a:pt x="8556" y="266"/>
                          <a:pt x="4300" y="1196"/>
                          <a:pt x="0" y="261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24" name="Forme libre : forme 19423">
                    <a:extLst>
                      <a:ext uri="{FF2B5EF4-FFF2-40B4-BE49-F238E27FC236}">
                        <a16:creationId xmlns:a16="http://schemas.microsoft.com/office/drawing/2014/main" id="{F910A3EB-F784-47F5-8438-8151A216F211}"/>
                      </a:ext>
                    </a:extLst>
                  </p:cNvPr>
                  <p:cNvSpPr/>
                  <p:nvPr/>
                </p:nvSpPr>
                <p:spPr>
                  <a:xfrm>
                    <a:off x="5236644" y="6002645"/>
                    <a:ext cx="116856" cy="113209"/>
                  </a:xfrm>
                  <a:custGeom>
                    <a:avLst/>
                    <a:gdLst>
                      <a:gd name="connsiteX0" fmla="*/ 43799 w 116856"/>
                      <a:gd name="connsiteY0" fmla="*/ 109619 h 113209"/>
                      <a:gd name="connsiteX1" fmla="*/ 74831 w 116856"/>
                      <a:gd name="connsiteY1" fmla="*/ 67593 h 113209"/>
                      <a:gd name="connsiteX2" fmla="*/ 97971 w 116856"/>
                      <a:gd name="connsiteY2" fmla="*/ 42723 h 113209"/>
                      <a:gd name="connsiteX3" fmla="*/ 116856 w 116856"/>
                      <a:gd name="connsiteY3" fmla="*/ 33059 h 113209"/>
                      <a:gd name="connsiteX4" fmla="*/ 102139 w 116856"/>
                      <a:gd name="connsiteY4" fmla="*/ 36118 h 113209"/>
                      <a:gd name="connsiteX5" fmla="*/ 96775 w 116856"/>
                      <a:gd name="connsiteY5" fmla="*/ 36340 h 113209"/>
                      <a:gd name="connsiteX6" fmla="*/ 95533 w 116856"/>
                      <a:gd name="connsiteY6" fmla="*/ 32705 h 113209"/>
                      <a:gd name="connsiteX7" fmla="*/ 96287 w 116856"/>
                      <a:gd name="connsiteY7" fmla="*/ 8101 h 113209"/>
                      <a:gd name="connsiteX8" fmla="*/ 76648 w 116856"/>
                      <a:gd name="connsiteY8" fmla="*/ 1496 h 113209"/>
                      <a:gd name="connsiteX9" fmla="*/ 91056 w 116856"/>
                      <a:gd name="connsiteY9" fmla="*/ 20425 h 113209"/>
                      <a:gd name="connsiteX10" fmla="*/ 74964 w 116856"/>
                      <a:gd name="connsiteY10" fmla="*/ 55801 h 113209"/>
                      <a:gd name="connsiteX11" fmla="*/ 40918 w 116856"/>
                      <a:gd name="connsiteY11" fmla="*/ 83774 h 113209"/>
                      <a:gd name="connsiteX12" fmla="*/ 0 w 116856"/>
                      <a:gd name="connsiteY12" fmla="*/ 113209 h 113209"/>
                      <a:gd name="connsiteX13" fmla="*/ 69289 w 116856"/>
                      <a:gd name="connsiteY13" fmla="*/ 67460 h 113209"/>
                      <a:gd name="connsiteX14" fmla="*/ 43799 w 116856"/>
                      <a:gd name="connsiteY14" fmla="*/ 109619 h 113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6856" h="113209">
                        <a:moveTo>
                          <a:pt x="43799" y="109619"/>
                        </a:moveTo>
                        <a:cubicBezTo>
                          <a:pt x="54128" y="95610"/>
                          <a:pt x="64502" y="81601"/>
                          <a:pt x="74831" y="67593"/>
                        </a:cubicBezTo>
                        <a:cubicBezTo>
                          <a:pt x="81170" y="58993"/>
                          <a:pt x="87953" y="49993"/>
                          <a:pt x="97971" y="42723"/>
                        </a:cubicBezTo>
                        <a:cubicBezTo>
                          <a:pt x="103734" y="38556"/>
                          <a:pt x="110340" y="35231"/>
                          <a:pt x="116856" y="33059"/>
                        </a:cubicBezTo>
                        <a:cubicBezTo>
                          <a:pt x="111936" y="34079"/>
                          <a:pt x="107015" y="35098"/>
                          <a:pt x="102139" y="36118"/>
                        </a:cubicBezTo>
                        <a:cubicBezTo>
                          <a:pt x="100144" y="36517"/>
                          <a:pt x="98016" y="36960"/>
                          <a:pt x="96775" y="36340"/>
                        </a:cubicBezTo>
                        <a:cubicBezTo>
                          <a:pt x="95445" y="35719"/>
                          <a:pt x="95400" y="34168"/>
                          <a:pt x="95533" y="32705"/>
                        </a:cubicBezTo>
                        <a:cubicBezTo>
                          <a:pt x="96331" y="24237"/>
                          <a:pt x="100011" y="14484"/>
                          <a:pt x="96287" y="8101"/>
                        </a:cubicBezTo>
                        <a:cubicBezTo>
                          <a:pt x="94292" y="4643"/>
                          <a:pt x="84362" y="-3292"/>
                          <a:pt x="76648" y="1496"/>
                        </a:cubicBezTo>
                        <a:cubicBezTo>
                          <a:pt x="83918" y="6549"/>
                          <a:pt x="90302" y="11248"/>
                          <a:pt x="91056" y="20425"/>
                        </a:cubicBezTo>
                        <a:cubicBezTo>
                          <a:pt x="91898" y="30798"/>
                          <a:pt x="86002" y="43876"/>
                          <a:pt x="74964" y="55801"/>
                        </a:cubicBezTo>
                        <a:cubicBezTo>
                          <a:pt x="65610" y="65953"/>
                          <a:pt x="53153" y="74952"/>
                          <a:pt x="40918" y="83774"/>
                        </a:cubicBezTo>
                        <a:cubicBezTo>
                          <a:pt x="27264" y="93571"/>
                          <a:pt x="13610" y="103413"/>
                          <a:pt x="0" y="113209"/>
                        </a:cubicBezTo>
                        <a:cubicBezTo>
                          <a:pt x="23096" y="97960"/>
                          <a:pt x="46193" y="82710"/>
                          <a:pt x="69289" y="67460"/>
                        </a:cubicBezTo>
                        <a:cubicBezTo>
                          <a:pt x="54749" y="80981"/>
                          <a:pt x="45351" y="96541"/>
                          <a:pt x="43799" y="10961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25" name="Forme libre : forme 19424">
                    <a:extLst>
                      <a:ext uri="{FF2B5EF4-FFF2-40B4-BE49-F238E27FC236}">
                        <a16:creationId xmlns:a16="http://schemas.microsoft.com/office/drawing/2014/main" id="{EA3D6552-6C60-4AF0-B7E0-350BB9A1FCCF}"/>
                      </a:ext>
                    </a:extLst>
                  </p:cNvPr>
                  <p:cNvSpPr/>
                  <p:nvPr/>
                </p:nvSpPr>
                <p:spPr>
                  <a:xfrm>
                    <a:off x="5388389" y="5921641"/>
                    <a:ext cx="86046" cy="55723"/>
                  </a:xfrm>
                  <a:custGeom>
                    <a:avLst/>
                    <a:gdLst>
                      <a:gd name="connsiteX0" fmla="*/ 86046 w 86046"/>
                      <a:gd name="connsiteY0" fmla="*/ 0 h 55723"/>
                      <a:gd name="connsiteX1" fmla="*/ 46237 w 86046"/>
                      <a:gd name="connsiteY1" fmla="*/ 32184 h 55723"/>
                      <a:gd name="connsiteX2" fmla="*/ 25313 w 86046"/>
                      <a:gd name="connsiteY2" fmla="*/ 41272 h 55723"/>
                      <a:gd name="connsiteX3" fmla="*/ 0 w 86046"/>
                      <a:gd name="connsiteY3" fmla="*/ 55724 h 55723"/>
                      <a:gd name="connsiteX4" fmla="*/ 36174 w 86046"/>
                      <a:gd name="connsiteY4" fmla="*/ 40208 h 55723"/>
                      <a:gd name="connsiteX5" fmla="*/ 67073 w 86046"/>
                      <a:gd name="connsiteY5" fmla="*/ 39942 h 55723"/>
                      <a:gd name="connsiteX6" fmla="*/ 71151 w 86046"/>
                      <a:gd name="connsiteY6" fmla="*/ 24382 h 55723"/>
                      <a:gd name="connsiteX7" fmla="*/ 86046 w 86046"/>
                      <a:gd name="connsiteY7" fmla="*/ 0 h 5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6046" h="55723">
                        <a:moveTo>
                          <a:pt x="86046" y="0"/>
                        </a:moveTo>
                        <a:cubicBezTo>
                          <a:pt x="74964" y="12102"/>
                          <a:pt x="62994" y="23806"/>
                          <a:pt x="46237" y="32184"/>
                        </a:cubicBezTo>
                        <a:cubicBezTo>
                          <a:pt x="39366" y="35598"/>
                          <a:pt x="32273" y="38125"/>
                          <a:pt x="25313" y="41272"/>
                        </a:cubicBezTo>
                        <a:cubicBezTo>
                          <a:pt x="16491" y="45217"/>
                          <a:pt x="7891" y="50138"/>
                          <a:pt x="0" y="55724"/>
                        </a:cubicBezTo>
                        <a:cubicBezTo>
                          <a:pt x="11925" y="49828"/>
                          <a:pt x="24116" y="43799"/>
                          <a:pt x="36174" y="40208"/>
                        </a:cubicBezTo>
                        <a:cubicBezTo>
                          <a:pt x="48232" y="36617"/>
                          <a:pt x="60467" y="35686"/>
                          <a:pt x="67073" y="39942"/>
                        </a:cubicBezTo>
                        <a:cubicBezTo>
                          <a:pt x="64058" y="36529"/>
                          <a:pt x="67605" y="30057"/>
                          <a:pt x="71151" y="24382"/>
                        </a:cubicBezTo>
                        <a:cubicBezTo>
                          <a:pt x="76161" y="16269"/>
                          <a:pt x="81835" y="8024"/>
                          <a:pt x="86046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26" name="Forme libre : forme 19425">
                    <a:extLst>
                      <a:ext uri="{FF2B5EF4-FFF2-40B4-BE49-F238E27FC236}">
                        <a16:creationId xmlns:a16="http://schemas.microsoft.com/office/drawing/2014/main" id="{C73C1DEB-07E0-4389-8894-8CD4ED3D789B}"/>
                      </a:ext>
                    </a:extLst>
                  </p:cNvPr>
                  <p:cNvSpPr/>
                  <p:nvPr/>
                </p:nvSpPr>
                <p:spPr>
                  <a:xfrm>
                    <a:off x="5389231" y="6034374"/>
                    <a:ext cx="96242" cy="82544"/>
                  </a:xfrm>
                  <a:custGeom>
                    <a:avLst/>
                    <a:gdLst>
                      <a:gd name="connsiteX0" fmla="*/ 23451 w 96242"/>
                      <a:gd name="connsiteY0" fmla="*/ 68048 h 82544"/>
                      <a:gd name="connsiteX1" fmla="*/ 38213 w 96242"/>
                      <a:gd name="connsiteY1" fmla="*/ 56256 h 82544"/>
                      <a:gd name="connsiteX2" fmla="*/ 43400 w 96242"/>
                      <a:gd name="connsiteY2" fmla="*/ 49828 h 82544"/>
                      <a:gd name="connsiteX3" fmla="*/ 60556 w 96242"/>
                      <a:gd name="connsiteY3" fmla="*/ 41361 h 82544"/>
                      <a:gd name="connsiteX4" fmla="*/ 96242 w 96242"/>
                      <a:gd name="connsiteY4" fmla="*/ 30234 h 82544"/>
                      <a:gd name="connsiteX5" fmla="*/ 58606 w 96242"/>
                      <a:gd name="connsiteY5" fmla="*/ 39410 h 82544"/>
                      <a:gd name="connsiteX6" fmla="*/ 53508 w 96242"/>
                      <a:gd name="connsiteY6" fmla="*/ 40075 h 82544"/>
                      <a:gd name="connsiteX7" fmla="*/ 50360 w 96242"/>
                      <a:gd name="connsiteY7" fmla="*/ 37238 h 82544"/>
                      <a:gd name="connsiteX8" fmla="*/ 44508 w 96242"/>
                      <a:gd name="connsiteY8" fmla="*/ 15339 h 82544"/>
                      <a:gd name="connsiteX9" fmla="*/ 30012 w 96242"/>
                      <a:gd name="connsiteY9" fmla="*/ 0 h 82544"/>
                      <a:gd name="connsiteX10" fmla="*/ 32007 w 96242"/>
                      <a:gd name="connsiteY10" fmla="*/ 10418 h 82544"/>
                      <a:gd name="connsiteX11" fmla="*/ 42558 w 96242"/>
                      <a:gd name="connsiteY11" fmla="*/ 27131 h 82544"/>
                      <a:gd name="connsiteX12" fmla="*/ 37992 w 96242"/>
                      <a:gd name="connsiteY12" fmla="*/ 49961 h 82544"/>
                      <a:gd name="connsiteX13" fmla="*/ 23584 w 96242"/>
                      <a:gd name="connsiteY13" fmla="*/ 65256 h 82544"/>
                      <a:gd name="connsiteX14" fmla="*/ 0 w 96242"/>
                      <a:gd name="connsiteY14" fmla="*/ 82544 h 82544"/>
                      <a:gd name="connsiteX15" fmla="*/ 23451 w 96242"/>
                      <a:gd name="connsiteY15" fmla="*/ 68048 h 825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6242" h="82544">
                        <a:moveTo>
                          <a:pt x="23451" y="68048"/>
                        </a:moveTo>
                        <a:cubicBezTo>
                          <a:pt x="28904" y="64502"/>
                          <a:pt x="34534" y="60689"/>
                          <a:pt x="38213" y="56256"/>
                        </a:cubicBezTo>
                        <a:cubicBezTo>
                          <a:pt x="39986" y="54128"/>
                          <a:pt x="41272" y="51912"/>
                          <a:pt x="43400" y="49828"/>
                        </a:cubicBezTo>
                        <a:cubicBezTo>
                          <a:pt x="47833" y="45528"/>
                          <a:pt x="54571" y="43223"/>
                          <a:pt x="60556" y="41361"/>
                        </a:cubicBezTo>
                        <a:cubicBezTo>
                          <a:pt x="72437" y="37637"/>
                          <a:pt x="84362" y="33913"/>
                          <a:pt x="96242" y="30234"/>
                        </a:cubicBezTo>
                        <a:cubicBezTo>
                          <a:pt x="83697" y="33293"/>
                          <a:pt x="71151" y="36352"/>
                          <a:pt x="58606" y="39410"/>
                        </a:cubicBezTo>
                        <a:cubicBezTo>
                          <a:pt x="56832" y="39853"/>
                          <a:pt x="54926" y="40297"/>
                          <a:pt x="53508" y="40075"/>
                        </a:cubicBezTo>
                        <a:cubicBezTo>
                          <a:pt x="51690" y="39809"/>
                          <a:pt x="50936" y="38524"/>
                          <a:pt x="50360" y="37238"/>
                        </a:cubicBezTo>
                        <a:cubicBezTo>
                          <a:pt x="47301" y="30500"/>
                          <a:pt x="46725" y="22476"/>
                          <a:pt x="44508" y="15339"/>
                        </a:cubicBezTo>
                        <a:cubicBezTo>
                          <a:pt x="42558" y="9088"/>
                          <a:pt x="38967" y="1108"/>
                          <a:pt x="30012" y="0"/>
                        </a:cubicBezTo>
                        <a:cubicBezTo>
                          <a:pt x="25224" y="4921"/>
                          <a:pt x="29835" y="7847"/>
                          <a:pt x="32007" y="10418"/>
                        </a:cubicBezTo>
                        <a:cubicBezTo>
                          <a:pt x="36351" y="15516"/>
                          <a:pt x="40696" y="20658"/>
                          <a:pt x="42558" y="27131"/>
                        </a:cubicBezTo>
                        <a:cubicBezTo>
                          <a:pt x="44420" y="33603"/>
                          <a:pt x="43577" y="41627"/>
                          <a:pt x="37992" y="49961"/>
                        </a:cubicBezTo>
                        <a:cubicBezTo>
                          <a:pt x="34445" y="55237"/>
                          <a:pt x="29214" y="60379"/>
                          <a:pt x="23584" y="65256"/>
                        </a:cubicBezTo>
                        <a:cubicBezTo>
                          <a:pt x="16358" y="71461"/>
                          <a:pt x="8378" y="77269"/>
                          <a:pt x="0" y="82544"/>
                        </a:cubicBezTo>
                        <a:cubicBezTo>
                          <a:pt x="7980" y="77801"/>
                          <a:pt x="15782" y="73014"/>
                          <a:pt x="23451" y="6804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27" name="Forme libre : forme 19426">
                    <a:extLst>
                      <a:ext uri="{FF2B5EF4-FFF2-40B4-BE49-F238E27FC236}">
                        <a16:creationId xmlns:a16="http://schemas.microsoft.com/office/drawing/2014/main" id="{654FE203-6A74-4DCB-9712-5ADA1F3B90B4}"/>
                      </a:ext>
                    </a:extLst>
                  </p:cNvPr>
                  <p:cNvSpPr/>
                  <p:nvPr/>
                </p:nvSpPr>
                <p:spPr>
                  <a:xfrm>
                    <a:off x="5374159" y="6116874"/>
                    <a:ext cx="15116" cy="8777"/>
                  </a:xfrm>
                  <a:custGeom>
                    <a:avLst/>
                    <a:gdLst>
                      <a:gd name="connsiteX0" fmla="*/ 15117 w 15116"/>
                      <a:gd name="connsiteY0" fmla="*/ 0 h 8777"/>
                      <a:gd name="connsiteX1" fmla="*/ 0 w 15116"/>
                      <a:gd name="connsiteY1" fmla="*/ 8778 h 8777"/>
                      <a:gd name="connsiteX2" fmla="*/ 15117 w 15116"/>
                      <a:gd name="connsiteY2" fmla="*/ 0 h 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116" h="8777">
                        <a:moveTo>
                          <a:pt x="15117" y="0"/>
                        </a:moveTo>
                        <a:cubicBezTo>
                          <a:pt x="10107" y="2970"/>
                          <a:pt x="5098" y="5941"/>
                          <a:pt x="0" y="8778"/>
                        </a:cubicBezTo>
                        <a:cubicBezTo>
                          <a:pt x="5187" y="6118"/>
                          <a:pt x="10196" y="3103"/>
                          <a:pt x="15117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28" name="Forme libre : forme 19427">
                    <a:extLst>
                      <a:ext uri="{FF2B5EF4-FFF2-40B4-BE49-F238E27FC236}">
                        <a16:creationId xmlns:a16="http://schemas.microsoft.com/office/drawing/2014/main" id="{DA7402A1-DF84-4351-AA3D-3E8EF8865451}"/>
                      </a:ext>
                    </a:extLst>
                  </p:cNvPr>
                  <p:cNvSpPr/>
                  <p:nvPr/>
                </p:nvSpPr>
                <p:spPr>
                  <a:xfrm>
                    <a:off x="5506220" y="5906148"/>
                    <a:ext cx="144208" cy="87396"/>
                  </a:xfrm>
                  <a:custGeom>
                    <a:avLst/>
                    <a:gdLst>
                      <a:gd name="connsiteX0" fmla="*/ 0 w 144208"/>
                      <a:gd name="connsiteY0" fmla="*/ 86688 h 87396"/>
                      <a:gd name="connsiteX1" fmla="*/ 44730 w 144208"/>
                      <a:gd name="connsiteY1" fmla="*/ 78531 h 87396"/>
                      <a:gd name="connsiteX2" fmla="*/ 84273 w 144208"/>
                      <a:gd name="connsiteY2" fmla="*/ 47677 h 87396"/>
                      <a:gd name="connsiteX3" fmla="*/ 91100 w 144208"/>
                      <a:gd name="connsiteY3" fmla="*/ 39032 h 87396"/>
                      <a:gd name="connsiteX4" fmla="*/ 109453 w 144208"/>
                      <a:gd name="connsiteY4" fmla="*/ 27728 h 87396"/>
                      <a:gd name="connsiteX5" fmla="*/ 144209 w 144208"/>
                      <a:gd name="connsiteY5" fmla="*/ 22851 h 87396"/>
                      <a:gd name="connsiteX6" fmla="*/ 120093 w 144208"/>
                      <a:gd name="connsiteY6" fmla="*/ 12389 h 87396"/>
                      <a:gd name="connsiteX7" fmla="*/ 111891 w 144208"/>
                      <a:gd name="connsiteY7" fmla="*/ 553 h 87396"/>
                      <a:gd name="connsiteX8" fmla="*/ 96287 w 144208"/>
                      <a:gd name="connsiteY8" fmla="*/ 30787 h 87396"/>
                      <a:gd name="connsiteX9" fmla="*/ 59758 w 144208"/>
                      <a:gd name="connsiteY9" fmla="*/ 65143 h 87396"/>
                      <a:gd name="connsiteX10" fmla="*/ 0 w 144208"/>
                      <a:gd name="connsiteY10" fmla="*/ 86688 h 87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4208" h="87396">
                        <a:moveTo>
                          <a:pt x="0" y="86688"/>
                        </a:moveTo>
                        <a:cubicBezTo>
                          <a:pt x="12235" y="88904"/>
                          <a:pt x="28904" y="85846"/>
                          <a:pt x="44730" y="78531"/>
                        </a:cubicBezTo>
                        <a:cubicBezTo>
                          <a:pt x="60556" y="71216"/>
                          <a:pt x="75274" y="59691"/>
                          <a:pt x="84273" y="47677"/>
                        </a:cubicBezTo>
                        <a:cubicBezTo>
                          <a:pt x="86445" y="44795"/>
                          <a:pt x="88307" y="41825"/>
                          <a:pt x="91100" y="39032"/>
                        </a:cubicBezTo>
                        <a:cubicBezTo>
                          <a:pt x="95932" y="34245"/>
                          <a:pt x="102848" y="30654"/>
                          <a:pt x="109453" y="27728"/>
                        </a:cubicBezTo>
                        <a:cubicBezTo>
                          <a:pt x="122398" y="21965"/>
                          <a:pt x="137914" y="17620"/>
                          <a:pt x="144209" y="22851"/>
                        </a:cubicBezTo>
                        <a:cubicBezTo>
                          <a:pt x="141372" y="15626"/>
                          <a:pt x="126565" y="17310"/>
                          <a:pt x="120093" y="12389"/>
                        </a:cubicBezTo>
                        <a:cubicBezTo>
                          <a:pt x="117255" y="10217"/>
                          <a:pt x="117300" y="-2816"/>
                          <a:pt x="111891" y="553"/>
                        </a:cubicBezTo>
                        <a:cubicBezTo>
                          <a:pt x="108567" y="2637"/>
                          <a:pt x="99479" y="26309"/>
                          <a:pt x="96287" y="30787"/>
                        </a:cubicBezTo>
                        <a:cubicBezTo>
                          <a:pt x="87554" y="43155"/>
                          <a:pt x="75052" y="55612"/>
                          <a:pt x="59758" y="65143"/>
                        </a:cubicBezTo>
                        <a:cubicBezTo>
                          <a:pt x="40785" y="76935"/>
                          <a:pt x="19461" y="83231"/>
                          <a:pt x="0" y="8668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29" name="Forme libre : forme 19428">
                    <a:extLst>
                      <a:ext uri="{FF2B5EF4-FFF2-40B4-BE49-F238E27FC236}">
                        <a16:creationId xmlns:a16="http://schemas.microsoft.com/office/drawing/2014/main" id="{4111D90C-F904-43BD-A73C-3CDFF4FF5052}"/>
                      </a:ext>
                    </a:extLst>
                  </p:cNvPr>
                  <p:cNvSpPr/>
                  <p:nvPr/>
                </p:nvSpPr>
                <p:spPr>
                  <a:xfrm>
                    <a:off x="5531467" y="6086153"/>
                    <a:ext cx="1884" cy="11260"/>
                  </a:xfrm>
                  <a:custGeom>
                    <a:avLst/>
                    <a:gdLst>
                      <a:gd name="connsiteX0" fmla="*/ 1884 w 1884"/>
                      <a:gd name="connsiteY0" fmla="*/ 11260 h 11260"/>
                      <a:gd name="connsiteX1" fmla="*/ 1441 w 1884"/>
                      <a:gd name="connsiteY1" fmla="*/ 0 h 11260"/>
                      <a:gd name="connsiteX2" fmla="*/ 1884 w 1884"/>
                      <a:gd name="connsiteY2" fmla="*/ 11260 h 1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84" h="11260">
                        <a:moveTo>
                          <a:pt x="1884" y="11260"/>
                        </a:moveTo>
                        <a:cubicBezTo>
                          <a:pt x="643" y="7891"/>
                          <a:pt x="643" y="4122"/>
                          <a:pt x="1441" y="0"/>
                        </a:cubicBezTo>
                        <a:cubicBezTo>
                          <a:pt x="-333" y="4566"/>
                          <a:pt x="-776" y="8689"/>
                          <a:pt x="1884" y="1126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30" name="Forme libre : forme 19429">
                    <a:extLst>
                      <a:ext uri="{FF2B5EF4-FFF2-40B4-BE49-F238E27FC236}">
                        <a16:creationId xmlns:a16="http://schemas.microsoft.com/office/drawing/2014/main" id="{CD6C89FB-E7DD-459D-A07E-8456F97A691B}"/>
                      </a:ext>
                    </a:extLst>
                  </p:cNvPr>
                  <p:cNvSpPr/>
                  <p:nvPr/>
                </p:nvSpPr>
                <p:spPr>
                  <a:xfrm>
                    <a:off x="5512427" y="6018061"/>
                    <a:ext cx="94868" cy="68092"/>
                  </a:xfrm>
                  <a:custGeom>
                    <a:avLst/>
                    <a:gdLst>
                      <a:gd name="connsiteX0" fmla="*/ 47257 w 94868"/>
                      <a:gd name="connsiteY0" fmla="*/ 29170 h 68092"/>
                      <a:gd name="connsiteX1" fmla="*/ 61709 w 94868"/>
                      <a:gd name="connsiteY1" fmla="*/ 16713 h 68092"/>
                      <a:gd name="connsiteX2" fmla="*/ 70797 w 94868"/>
                      <a:gd name="connsiteY2" fmla="*/ 13432 h 68092"/>
                      <a:gd name="connsiteX3" fmla="*/ 94868 w 94868"/>
                      <a:gd name="connsiteY3" fmla="*/ 0 h 68092"/>
                      <a:gd name="connsiteX4" fmla="*/ 41538 w 94868"/>
                      <a:gd name="connsiteY4" fmla="*/ 4522 h 68092"/>
                      <a:gd name="connsiteX5" fmla="*/ 41316 w 94868"/>
                      <a:gd name="connsiteY5" fmla="*/ 13787 h 68092"/>
                      <a:gd name="connsiteX6" fmla="*/ 43356 w 94868"/>
                      <a:gd name="connsiteY6" fmla="*/ 23141 h 68092"/>
                      <a:gd name="connsiteX7" fmla="*/ 27308 w 94868"/>
                      <a:gd name="connsiteY7" fmla="*/ 39277 h 68092"/>
                      <a:gd name="connsiteX8" fmla="*/ 0 w 94868"/>
                      <a:gd name="connsiteY8" fmla="*/ 55014 h 68092"/>
                      <a:gd name="connsiteX9" fmla="*/ 36883 w 94868"/>
                      <a:gd name="connsiteY9" fmla="*/ 36972 h 68092"/>
                      <a:gd name="connsiteX10" fmla="*/ 20525 w 94868"/>
                      <a:gd name="connsiteY10" fmla="*/ 68092 h 68092"/>
                      <a:gd name="connsiteX11" fmla="*/ 26022 w 94868"/>
                      <a:gd name="connsiteY11" fmla="*/ 57940 h 68092"/>
                      <a:gd name="connsiteX12" fmla="*/ 47257 w 94868"/>
                      <a:gd name="connsiteY12" fmla="*/ 29170 h 68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4868" h="68092">
                        <a:moveTo>
                          <a:pt x="47257" y="29170"/>
                        </a:moveTo>
                        <a:cubicBezTo>
                          <a:pt x="51069" y="24559"/>
                          <a:pt x="55635" y="19638"/>
                          <a:pt x="61709" y="16713"/>
                        </a:cubicBezTo>
                        <a:cubicBezTo>
                          <a:pt x="64723" y="15294"/>
                          <a:pt x="67738" y="14496"/>
                          <a:pt x="70797" y="13432"/>
                        </a:cubicBezTo>
                        <a:cubicBezTo>
                          <a:pt x="79220" y="10418"/>
                          <a:pt x="87199" y="5142"/>
                          <a:pt x="94868" y="0"/>
                        </a:cubicBezTo>
                        <a:cubicBezTo>
                          <a:pt x="71550" y="13432"/>
                          <a:pt x="55236" y="10151"/>
                          <a:pt x="41538" y="4522"/>
                        </a:cubicBezTo>
                        <a:cubicBezTo>
                          <a:pt x="39189" y="7979"/>
                          <a:pt x="40253" y="11083"/>
                          <a:pt x="41316" y="13787"/>
                        </a:cubicBezTo>
                        <a:cubicBezTo>
                          <a:pt x="42425" y="16713"/>
                          <a:pt x="44420" y="19417"/>
                          <a:pt x="43356" y="23141"/>
                        </a:cubicBezTo>
                        <a:cubicBezTo>
                          <a:pt x="41848" y="28726"/>
                          <a:pt x="34356" y="34622"/>
                          <a:pt x="27308" y="39277"/>
                        </a:cubicBezTo>
                        <a:cubicBezTo>
                          <a:pt x="18575" y="45084"/>
                          <a:pt x="9398" y="50360"/>
                          <a:pt x="0" y="55014"/>
                        </a:cubicBezTo>
                        <a:cubicBezTo>
                          <a:pt x="11748" y="55103"/>
                          <a:pt x="28150" y="47079"/>
                          <a:pt x="36883" y="36972"/>
                        </a:cubicBezTo>
                        <a:cubicBezTo>
                          <a:pt x="29125" y="47390"/>
                          <a:pt x="22432" y="58517"/>
                          <a:pt x="20525" y="68092"/>
                        </a:cubicBezTo>
                        <a:cubicBezTo>
                          <a:pt x="21855" y="64767"/>
                          <a:pt x="23850" y="61265"/>
                          <a:pt x="26022" y="57940"/>
                        </a:cubicBezTo>
                        <a:cubicBezTo>
                          <a:pt x="32229" y="48321"/>
                          <a:pt x="39322" y="38701"/>
                          <a:pt x="47257" y="2917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31" name="Forme libre : forme 19430">
                    <a:extLst>
                      <a:ext uri="{FF2B5EF4-FFF2-40B4-BE49-F238E27FC236}">
                        <a16:creationId xmlns:a16="http://schemas.microsoft.com/office/drawing/2014/main" id="{6E3B856D-D219-4EE1-8398-BA38785D3389}"/>
                      </a:ext>
                    </a:extLst>
                  </p:cNvPr>
                  <p:cNvSpPr/>
                  <p:nvPr/>
                </p:nvSpPr>
                <p:spPr>
                  <a:xfrm>
                    <a:off x="5726412" y="5994964"/>
                    <a:ext cx="15515" cy="13211"/>
                  </a:xfrm>
                  <a:custGeom>
                    <a:avLst/>
                    <a:gdLst>
                      <a:gd name="connsiteX0" fmla="*/ 0 w 15515"/>
                      <a:gd name="connsiteY0" fmla="*/ 13211 h 13211"/>
                      <a:gd name="connsiteX1" fmla="*/ 15516 w 15515"/>
                      <a:gd name="connsiteY1" fmla="*/ 0 h 13211"/>
                      <a:gd name="connsiteX2" fmla="*/ 0 w 15515"/>
                      <a:gd name="connsiteY2" fmla="*/ 13211 h 13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515" h="13211">
                        <a:moveTo>
                          <a:pt x="0" y="13211"/>
                        </a:moveTo>
                        <a:cubicBezTo>
                          <a:pt x="5187" y="8822"/>
                          <a:pt x="10329" y="4433"/>
                          <a:pt x="15516" y="0"/>
                        </a:cubicBezTo>
                        <a:cubicBezTo>
                          <a:pt x="9974" y="4212"/>
                          <a:pt x="4788" y="8645"/>
                          <a:pt x="0" y="1321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32" name="Forme libre : forme 19431">
                    <a:extLst>
                      <a:ext uri="{FF2B5EF4-FFF2-40B4-BE49-F238E27FC236}">
                        <a16:creationId xmlns:a16="http://schemas.microsoft.com/office/drawing/2014/main" id="{A61FA1D8-F20C-4D08-A399-07D85371224D}"/>
                      </a:ext>
                    </a:extLst>
                  </p:cNvPr>
                  <p:cNvSpPr/>
                  <p:nvPr/>
                </p:nvSpPr>
                <p:spPr>
                  <a:xfrm>
                    <a:off x="5634869" y="6008220"/>
                    <a:ext cx="102315" cy="103025"/>
                  </a:xfrm>
                  <a:custGeom>
                    <a:avLst/>
                    <a:gdLst>
                      <a:gd name="connsiteX0" fmla="*/ 70176 w 102315"/>
                      <a:gd name="connsiteY0" fmla="*/ 55989 h 103025"/>
                      <a:gd name="connsiteX1" fmla="*/ 63305 w 102315"/>
                      <a:gd name="connsiteY1" fmla="*/ 44375 h 103025"/>
                      <a:gd name="connsiteX2" fmla="*/ 62462 w 102315"/>
                      <a:gd name="connsiteY2" fmla="*/ 39809 h 103025"/>
                      <a:gd name="connsiteX3" fmla="*/ 64103 w 102315"/>
                      <a:gd name="connsiteY3" fmla="*/ 35420 h 103025"/>
                      <a:gd name="connsiteX4" fmla="*/ 91543 w 102315"/>
                      <a:gd name="connsiteY4" fmla="*/ 0 h 103025"/>
                      <a:gd name="connsiteX5" fmla="*/ 66762 w 102315"/>
                      <a:gd name="connsiteY5" fmla="*/ 21101 h 103025"/>
                      <a:gd name="connsiteX6" fmla="*/ 63571 w 102315"/>
                      <a:gd name="connsiteY6" fmla="*/ 23274 h 103025"/>
                      <a:gd name="connsiteX7" fmla="*/ 58473 w 102315"/>
                      <a:gd name="connsiteY7" fmla="*/ 22387 h 103025"/>
                      <a:gd name="connsiteX8" fmla="*/ 41848 w 102315"/>
                      <a:gd name="connsiteY8" fmla="*/ 9753 h 103025"/>
                      <a:gd name="connsiteX9" fmla="*/ 49030 w 102315"/>
                      <a:gd name="connsiteY9" fmla="*/ 51956 h 103025"/>
                      <a:gd name="connsiteX10" fmla="*/ 0 w 102315"/>
                      <a:gd name="connsiteY10" fmla="*/ 103025 h 103025"/>
                      <a:gd name="connsiteX11" fmla="*/ 56832 w 102315"/>
                      <a:gd name="connsiteY11" fmla="*/ 51867 h 103025"/>
                      <a:gd name="connsiteX12" fmla="*/ 102316 w 102315"/>
                      <a:gd name="connsiteY12" fmla="*/ 62196 h 103025"/>
                      <a:gd name="connsiteX13" fmla="*/ 70176 w 102315"/>
                      <a:gd name="connsiteY13" fmla="*/ 55989 h 103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2315" h="103025">
                        <a:moveTo>
                          <a:pt x="70176" y="55989"/>
                        </a:moveTo>
                        <a:cubicBezTo>
                          <a:pt x="66674" y="52887"/>
                          <a:pt x="64945" y="48587"/>
                          <a:pt x="63305" y="44375"/>
                        </a:cubicBezTo>
                        <a:cubicBezTo>
                          <a:pt x="62728" y="42956"/>
                          <a:pt x="62196" y="41538"/>
                          <a:pt x="62462" y="39809"/>
                        </a:cubicBezTo>
                        <a:cubicBezTo>
                          <a:pt x="62684" y="38435"/>
                          <a:pt x="63349" y="36927"/>
                          <a:pt x="64103" y="35420"/>
                        </a:cubicBezTo>
                        <a:cubicBezTo>
                          <a:pt x="70087" y="23495"/>
                          <a:pt x="79663" y="11304"/>
                          <a:pt x="91543" y="0"/>
                        </a:cubicBezTo>
                        <a:cubicBezTo>
                          <a:pt x="83298" y="7048"/>
                          <a:pt x="75052" y="14053"/>
                          <a:pt x="66762" y="21101"/>
                        </a:cubicBezTo>
                        <a:cubicBezTo>
                          <a:pt x="65787" y="21944"/>
                          <a:pt x="64767" y="22786"/>
                          <a:pt x="63571" y="23274"/>
                        </a:cubicBezTo>
                        <a:cubicBezTo>
                          <a:pt x="61265" y="24205"/>
                          <a:pt x="59625" y="23318"/>
                          <a:pt x="58473" y="22387"/>
                        </a:cubicBezTo>
                        <a:cubicBezTo>
                          <a:pt x="53286" y="18220"/>
                          <a:pt x="48631" y="12545"/>
                          <a:pt x="41848" y="9753"/>
                        </a:cubicBezTo>
                        <a:cubicBezTo>
                          <a:pt x="50227" y="21855"/>
                          <a:pt x="56877" y="32760"/>
                          <a:pt x="49030" y="51956"/>
                        </a:cubicBezTo>
                        <a:cubicBezTo>
                          <a:pt x="41582" y="69909"/>
                          <a:pt x="23008" y="89548"/>
                          <a:pt x="0" y="103025"/>
                        </a:cubicBezTo>
                        <a:cubicBezTo>
                          <a:pt x="23761" y="89858"/>
                          <a:pt x="41050" y="70264"/>
                          <a:pt x="56832" y="51867"/>
                        </a:cubicBezTo>
                        <a:cubicBezTo>
                          <a:pt x="59669" y="65388"/>
                          <a:pt x="80062" y="70043"/>
                          <a:pt x="102316" y="62196"/>
                        </a:cubicBezTo>
                        <a:cubicBezTo>
                          <a:pt x="89371" y="62950"/>
                          <a:pt x="76825" y="61930"/>
                          <a:pt x="70176" y="5598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33" name="Forme libre : forme 19432">
                    <a:extLst>
                      <a:ext uri="{FF2B5EF4-FFF2-40B4-BE49-F238E27FC236}">
                        <a16:creationId xmlns:a16="http://schemas.microsoft.com/office/drawing/2014/main" id="{B783B013-6D0C-4E60-85DC-27056A6E1272}"/>
                      </a:ext>
                    </a:extLst>
                  </p:cNvPr>
                  <p:cNvSpPr/>
                  <p:nvPr/>
                </p:nvSpPr>
                <p:spPr>
                  <a:xfrm>
                    <a:off x="5824206" y="5913440"/>
                    <a:ext cx="90922" cy="116811"/>
                  </a:xfrm>
                  <a:custGeom>
                    <a:avLst/>
                    <a:gdLst>
                      <a:gd name="connsiteX0" fmla="*/ 90923 w 90922"/>
                      <a:gd name="connsiteY0" fmla="*/ 0 h 116811"/>
                      <a:gd name="connsiteX1" fmla="*/ 48587 w 90922"/>
                      <a:gd name="connsiteY1" fmla="*/ 41139 h 116811"/>
                      <a:gd name="connsiteX2" fmla="*/ 0 w 90922"/>
                      <a:gd name="connsiteY2" fmla="*/ 61310 h 116811"/>
                      <a:gd name="connsiteX3" fmla="*/ 14275 w 90922"/>
                      <a:gd name="connsiteY3" fmla="*/ 64767 h 116811"/>
                      <a:gd name="connsiteX4" fmla="*/ 19727 w 90922"/>
                      <a:gd name="connsiteY4" fmla="*/ 87509 h 116811"/>
                      <a:gd name="connsiteX5" fmla="*/ 754 w 90922"/>
                      <a:gd name="connsiteY5" fmla="*/ 116812 h 116811"/>
                      <a:gd name="connsiteX6" fmla="*/ 24914 w 90922"/>
                      <a:gd name="connsiteY6" fmla="*/ 85381 h 116811"/>
                      <a:gd name="connsiteX7" fmla="*/ 18619 w 90922"/>
                      <a:gd name="connsiteY7" fmla="*/ 61841 h 116811"/>
                      <a:gd name="connsiteX8" fmla="*/ 67826 w 90922"/>
                      <a:gd name="connsiteY8" fmla="*/ 28505 h 116811"/>
                      <a:gd name="connsiteX9" fmla="*/ 90923 w 90922"/>
                      <a:gd name="connsiteY9" fmla="*/ 0 h 116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0922" h="116811">
                        <a:moveTo>
                          <a:pt x="90923" y="0"/>
                        </a:moveTo>
                        <a:cubicBezTo>
                          <a:pt x="80904" y="14984"/>
                          <a:pt x="67294" y="29303"/>
                          <a:pt x="48587" y="41139"/>
                        </a:cubicBezTo>
                        <a:cubicBezTo>
                          <a:pt x="33248" y="50847"/>
                          <a:pt x="16048" y="57852"/>
                          <a:pt x="0" y="61310"/>
                        </a:cubicBezTo>
                        <a:cubicBezTo>
                          <a:pt x="5586" y="61531"/>
                          <a:pt x="10551" y="62507"/>
                          <a:pt x="14275" y="64767"/>
                        </a:cubicBezTo>
                        <a:cubicBezTo>
                          <a:pt x="21589" y="69156"/>
                          <a:pt x="22875" y="78022"/>
                          <a:pt x="19727" y="87509"/>
                        </a:cubicBezTo>
                        <a:cubicBezTo>
                          <a:pt x="16580" y="96996"/>
                          <a:pt x="9310" y="107192"/>
                          <a:pt x="754" y="116812"/>
                        </a:cubicBezTo>
                        <a:cubicBezTo>
                          <a:pt x="10285" y="106483"/>
                          <a:pt x="19993" y="95844"/>
                          <a:pt x="24914" y="85381"/>
                        </a:cubicBezTo>
                        <a:cubicBezTo>
                          <a:pt x="29835" y="74919"/>
                          <a:pt x="28771" y="64501"/>
                          <a:pt x="18619" y="61841"/>
                        </a:cubicBezTo>
                        <a:cubicBezTo>
                          <a:pt x="36972" y="54039"/>
                          <a:pt x="54128" y="41671"/>
                          <a:pt x="67826" y="28505"/>
                        </a:cubicBezTo>
                        <a:cubicBezTo>
                          <a:pt x="75185" y="21367"/>
                          <a:pt x="90657" y="6960"/>
                          <a:pt x="90923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34" name="Forme libre : forme 19433">
                    <a:extLst>
                      <a:ext uri="{FF2B5EF4-FFF2-40B4-BE49-F238E27FC236}">
                        <a16:creationId xmlns:a16="http://schemas.microsoft.com/office/drawing/2014/main" id="{84D8B8D5-B110-476A-932D-F9739E280AA1}"/>
                      </a:ext>
                    </a:extLst>
                  </p:cNvPr>
                  <p:cNvSpPr/>
                  <p:nvPr/>
                </p:nvSpPr>
                <p:spPr>
                  <a:xfrm>
                    <a:off x="5797253" y="5974688"/>
                    <a:ext cx="26908" cy="2462"/>
                  </a:xfrm>
                  <a:custGeom>
                    <a:avLst/>
                    <a:gdLst>
                      <a:gd name="connsiteX0" fmla="*/ 0 w 26908"/>
                      <a:gd name="connsiteY0" fmla="*/ 2234 h 2462"/>
                      <a:gd name="connsiteX1" fmla="*/ 26909 w 26908"/>
                      <a:gd name="connsiteY1" fmla="*/ 61 h 2462"/>
                      <a:gd name="connsiteX2" fmla="*/ 0 w 26908"/>
                      <a:gd name="connsiteY2" fmla="*/ 2234 h 2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908" h="2462">
                        <a:moveTo>
                          <a:pt x="0" y="2234"/>
                        </a:moveTo>
                        <a:cubicBezTo>
                          <a:pt x="8113" y="2899"/>
                          <a:pt x="17289" y="2100"/>
                          <a:pt x="26909" y="61"/>
                        </a:cubicBezTo>
                        <a:cubicBezTo>
                          <a:pt x="18752" y="-293"/>
                          <a:pt x="9221" y="948"/>
                          <a:pt x="0" y="223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35" name="Forme libre : forme 19434">
                    <a:extLst>
                      <a:ext uri="{FF2B5EF4-FFF2-40B4-BE49-F238E27FC236}">
                        <a16:creationId xmlns:a16="http://schemas.microsoft.com/office/drawing/2014/main" id="{B059C5F8-62D3-475C-A95D-02DA9C90BC7D}"/>
                      </a:ext>
                    </a:extLst>
                  </p:cNvPr>
                  <p:cNvSpPr/>
                  <p:nvPr/>
                </p:nvSpPr>
                <p:spPr>
                  <a:xfrm>
                    <a:off x="5837107" y="6039739"/>
                    <a:ext cx="106660" cy="78554"/>
                  </a:xfrm>
                  <a:custGeom>
                    <a:avLst/>
                    <a:gdLst>
                      <a:gd name="connsiteX0" fmla="*/ 48631 w 106660"/>
                      <a:gd name="connsiteY0" fmla="*/ 40075 h 78554"/>
                      <a:gd name="connsiteX1" fmla="*/ 53818 w 106660"/>
                      <a:gd name="connsiteY1" fmla="*/ 65078 h 78554"/>
                      <a:gd name="connsiteX2" fmla="*/ 81658 w 106660"/>
                      <a:gd name="connsiteY2" fmla="*/ 75230 h 78554"/>
                      <a:gd name="connsiteX3" fmla="*/ 60600 w 106660"/>
                      <a:gd name="connsiteY3" fmla="*/ 62507 h 78554"/>
                      <a:gd name="connsiteX4" fmla="*/ 53951 w 106660"/>
                      <a:gd name="connsiteY4" fmla="*/ 47345 h 78554"/>
                      <a:gd name="connsiteX5" fmla="*/ 61753 w 106660"/>
                      <a:gd name="connsiteY5" fmla="*/ 30544 h 78554"/>
                      <a:gd name="connsiteX6" fmla="*/ 65699 w 106660"/>
                      <a:gd name="connsiteY6" fmla="*/ 17112 h 78554"/>
                      <a:gd name="connsiteX7" fmla="*/ 71107 w 106660"/>
                      <a:gd name="connsiteY7" fmla="*/ 14452 h 78554"/>
                      <a:gd name="connsiteX8" fmla="*/ 106660 w 106660"/>
                      <a:gd name="connsiteY8" fmla="*/ 532 h 78554"/>
                      <a:gd name="connsiteX9" fmla="*/ 74609 w 106660"/>
                      <a:gd name="connsiteY9" fmla="*/ 8733 h 78554"/>
                      <a:gd name="connsiteX10" fmla="*/ 69378 w 106660"/>
                      <a:gd name="connsiteY10" fmla="*/ 9575 h 78554"/>
                      <a:gd name="connsiteX11" fmla="*/ 68979 w 106660"/>
                      <a:gd name="connsiteY11" fmla="*/ 7093 h 78554"/>
                      <a:gd name="connsiteX12" fmla="*/ 55724 w 106660"/>
                      <a:gd name="connsiteY12" fmla="*/ 0 h 78554"/>
                      <a:gd name="connsiteX13" fmla="*/ 59093 w 106660"/>
                      <a:gd name="connsiteY13" fmla="*/ 6073 h 78554"/>
                      <a:gd name="connsiteX14" fmla="*/ 52975 w 106660"/>
                      <a:gd name="connsiteY14" fmla="*/ 27529 h 78554"/>
                      <a:gd name="connsiteX15" fmla="*/ 0 w 106660"/>
                      <a:gd name="connsiteY15" fmla="*/ 78554 h 78554"/>
                      <a:gd name="connsiteX16" fmla="*/ 48631 w 106660"/>
                      <a:gd name="connsiteY16" fmla="*/ 40075 h 78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06660" h="78554">
                        <a:moveTo>
                          <a:pt x="48631" y="40075"/>
                        </a:moveTo>
                        <a:cubicBezTo>
                          <a:pt x="44907" y="50404"/>
                          <a:pt x="47390" y="59226"/>
                          <a:pt x="53818" y="65078"/>
                        </a:cubicBezTo>
                        <a:cubicBezTo>
                          <a:pt x="60246" y="70930"/>
                          <a:pt x="70353" y="73988"/>
                          <a:pt x="81658" y="75230"/>
                        </a:cubicBezTo>
                        <a:cubicBezTo>
                          <a:pt x="73767" y="71727"/>
                          <a:pt x="66718" y="67472"/>
                          <a:pt x="60600" y="62507"/>
                        </a:cubicBezTo>
                        <a:cubicBezTo>
                          <a:pt x="56034" y="58783"/>
                          <a:pt x="51867" y="54172"/>
                          <a:pt x="53951" y="47345"/>
                        </a:cubicBezTo>
                        <a:cubicBezTo>
                          <a:pt x="55635" y="41893"/>
                          <a:pt x="61132" y="35730"/>
                          <a:pt x="61753" y="30544"/>
                        </a:cubicBezTo>
                        <a:cubicBezTo>
                          <a:pt x="62285" y="26067"/>
                          <a:pt x="59935" y="21279"/>
                          <a:pt x="65699" y="17112"/>
                        </a:cubicBezTo>
                        <a:cubicBezTo>
                          <a:pt x="67339" y="15915"/>
                          <a:pt x="69245" y="15161"/>
                          <a:pt x="71107" y="14452"/>
                        </a:cubicBezTo>
                        <a:cubicBezTo>
                          <a:pt x="82943" y="9797"/>
                          <a:pt x="94780" y="5186"/>
                          <a:pt x="106660" y="532"/>
                        </a:cubicBezTo>
                        <a:cubicBezTo>
                          <a:pt x="96464" y="1773"/>
                          <a:pt x="85514" y="4566"/>
                          <a:pt x="74609" y="8733"/>
                        </a:cubicBezTo>
                        <a:cubicBezTo>
                          <a:pt x="72658" y="9487"/>
                          <a:pt x="70353" y="10285"/>
                          <a:pt x="69378" y="9575"/>
                        </a:cubicBezTo>
                        <a:cubicBezTo>
                          <a:pt x="68669" y="9088"/>
                          <a:pt x="68935" y="7979"/>
                          <a:pt x="68979" y="7093"/>
                        </a:cubicBezTo>
                        <a:cubicBezTo>
                          <a:pt x="69378" y="1196"/>
                          <a:pt x="61576" y="1196"/>
                          <a:pt x="55724" y="0"/>
                        </a:cubicBezTo>
                        <a:cubicBezTo>
                          <a:pt x="57364" y="1773"/>
                          <a:pt x="58517" y="3812"/>
                          <a:pt x="59093" y="6073"/>
                        </a:cubicBezTo>
                        <a:cubicBezTo>
                          <a:pt x="60512" y="12102"/>
                          <a:pt x="57320" y="19949"/>
                          <a:pt x="52975" y="27529"/>
                        </a:cubicBezTo>
                        <a:cubicBezTo>
                          <a:pt x="42425" y="46016"/>
                          <a:pt x="23717" y="65698"/>
                          <a:pt x="0" y="78554"/>
                        </a:cubicBezTo>
                        <a:cubicBezTo>
                          <a:pt x="19506" y="69998"/>
                          <a:pt x="34888" y="54482"/>
                          <a:pt x="48631" y="4007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36" name="Forme libre : forme 19435">
                    <a:extLst>
                      <a:ext uri="{FF2B5EF4-FFF2-40B4-BE49-F238E27FC236}">
                        <a16:creationId xmlns:a16="http://schemas.microsoft.com/office/drawing/2014/main" id="{D885A63A-E3CE-470B-91BB-3540505A8A19}"/>
                      </a:ext>
                    </a:extLst>
                  </p:cNvPr>
                  <p:cNvSpPr/>
                  <p:nvPr/>
                </p:nvSpPr>
                <p:spPr>
                  <a:xfrm>
                    <a:off x="5886580" y="6035350"/>
                    <a:ext cx="6250" cy="4388"/>
                  </a:xfrm>
                  <a:custGeom>
                    <a:avLst/>
                    <a:gdLst>
                      <a:gd name="connsiteX0" fmla="*/ 0 w 6250"/>
                      <a:gd name="connsiteY0" fmla="*/ 0 h 4388"/>
                      <a:gd name="connsiteX1" fmla="*/ 6251 w 6250"/>
                      <a:gd name="connsiteY1" fmla="*/ 4389 h 4388"/>
                      <a:gd name="connsiteX2" fmla="*/ 0 w 6250"/>
                      <a:gd name="connsiteY2" fmla="*/ 0 h 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250" h="4388">
                        <a:moveTo>
                          <a:pt x="0" y="0"/>
                        </a:moveTo>
                        <a:cubicBezTo>
                          <a:pt x="222" y="2704"/>
                          <a:pt x="2926" y="3724"/>
                          <a:pt x="6251" y="4389"/>
                        </a:cubicBezTo>
                        <a:cubicBezTo>
                          <a:pt x="4566" y="2615"/>
                          <a:pt x="2438" y="110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37" name="Forme libre : forme 19436">
                    <a:extLst>
                      <a:ext uri="{FF2B5EF4-FFF2-40B4-BE49-F238E27FC236}">
                        <a16:creationId xmlns:a16="http://schemas.microsoft.com/office/drawing/2014/main" id="{C13A23B4-DAD8-4B56-A1A5-45E6B149FD99}"/>
                      </a:ext>
                    </a:extLst>
                  </p:cNvPr>
                  <p:cNvSpPr/>
                  <p:nvPr/>
                </p:nvSpPr>
                <p:spPr>
                  <a:xfrm>
                    <a:off x="5940886" y="5904048"/>
                    <a:ext cx="94956" cy="57446"/>
                  </a:xfrm>
                  <a:custGeom>
                    <a:avLst/>
                    <a:gdLst>
                      <a:gd name="connsiteX0" fmla="*/ 76604 w 94956"/>
                      <a:gd name="connsiteY0" fmla="*/ 215 h 57446"/>
                      <a:gd name="connsiteX1" fmla="*/ 67915 w 94956"/>
                      <a:gd name="connsiteY1" fmla="*/ 20075 h 57446"/>
                      <a:gd name="connsiteX2" fmla="*/ 58473 w 94956"/>
                      <a:gd name="connsiteY2" fmla="*/ 30803 h 57446"/>
                      <a:gd name="connsiteX3" fmla="*/ 47345 w 94956"/>
                      <a:gd name="connsiteY3" fmla="*/ 36699 h 57446"/>
                      <a:gd name="connsiteX4" fmla="*/ 0 w 94956"/>
                      <a:gd name="connsiteY4" fmla="*/ 57446 h 57446"/>
                      <a:gd name="connsiteX5" fmla="*/ 40651 w 94956"/>
                      <a:gd name="connsiteY5" fmla="*/ 43748 h 57446"/>
                      <a:gd name="connsiteX6" fmla="*/ 67605 w 94956"/>
                      <a:gd name="connsiteY6" fmla="*/ 31025 h 57446"/>
                      <a:gd name="connsiteX7" fmla="*/ 94957 w 94956"/>
                      <a:gd name="connsiteY7" fmla="*/ 27922 h 57446"/>
                      <a:gd name="connsiteX8" fmla="*/ 83254 w 94956"/>
                      <a:gd name="connsiteY8" fmla="*/ 24287 h 57446"/>
                      <a:gd name="connsiteX9" fmla="*/ 80283 w 94956"/>
                      <a:gd name="connsiteY9" fmla="*/ 22602 h 57446"/>
                      <a:gd name="connsiteX10" fmla="*/ 80638 w 94956"/>
                      <a:gd name="connsiteY10" fmla="*/ 18302 h 57446"/>
                      <a:gd name="connsiteX11" fmla="*/ 76604 w 94956"/>
                      <a:gd name="connsiteY11" fmla="*/ 215 h 57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956" h="57446">
                        <a:moveTo>
                          <a:pt x="76604" y="215"/>
                        </a:moveTo>
                        <a:cubicBezTo>
                          <a:pt x="73678" y="6820"/>
                          <a:pt x="72171" y="13160"/>
                          <a:pt x="67915" y="20075"/>
                        </a:cubicBezTo>
                        <a:cubicBezTo>
                          <a:pt x="65654" y="23799"/>
                          <a:pt x="62817" y="27700"/>
                          <a:pt x="58473" y="30803"/>
                        </a:cubicBezTo>
                        <a:cubicBezTo>
                          <a:pt x="55103" y="33285"/>
                          <a:pt x="51158" y="35014"/>
                          <a:pt x="47345" y="36699"/>
                        </a:cubicBezTo>
                        <a:cubicBezTo>
                          <a:pt x="31564" y="43615"/>
                          <a:pt x="15782" y="50530"/>
                          <a:pt x="0" y="57446"/>
                        </a:cubicBezTo>
                        <a:cubicBezTo>
                          <a:pt x="13122" y="55141"/>
                          <a:pt x="27175" y="50398"/>
                          <a:pt x="40651" y="43748"/>
                        </a:cubicBezTo>
                        <a:cubicBezTo>
                          <a:pt x="49606" y="39315"/>
                          <a:pt x="58473" y="33951"/>
                          <a:pt x="67605" y="31025"/>
                        </a:cubicBezTo>
                        <a:cubicBezTo>
                          <a:pt x="77446" y="27833"/>
                          <a:pt x="86401" y="27877"/>
                          <a:pt x="94957" y="27922"/>
                        </a:cubicBezTo>
                        <a:cubicBezTo>
                          <a:pt x="91056" y="26725"/>
                          <a:pt x="87155" y="25484"/>
                          <a:pt x="83254" y="24287"/>
                        </a:cubicBezTo>
                        <a:cubicBezTo>
                          <a:pt x="82057" y="23932"/>
                          <a:pt x="80771" y="23489"/>
                          <a:pt x="80283" y="22602"/>
                        </a:cubicBezTo>
                        <a:cubicBezTo>
                          <a:pt x="79663" y="21494"/>
                          <a:pt x="80195" y="19854"/>
                          <a:pt x="80638" y="18302"/>
                        </a:cubicBezTo>
                        <a:cubicBezTo>
                          <a:pt x="82278" y="12938"/>
                          <a:pt x="86756" y="-1957"/>
                          <a:pt x="76604" y="21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38" name="Forme libre : forme 19437">
                    <a:extLst>
                      <a:ext uri="{FF2B5EF4-FFF2-40B4-BE49-F238E27FC236}">
                        <a16:creationId xmlns:a16="http://schemas.microsoft.com/office/drawing/2014/main" id="{B91B59C6-25C6-4453-BD80-6DA65D5F5CE9}"/>
                      </a:ext>
                    </a:extLst>
                  </p:cNvPr>
                  <p:cNvSpPr/>
                  <p:nvPr/>
                </p:nvSpPr>
                <p:spPr>
                  <a:xfrm>
                    <a:off x="5665147" y="6119800"/>
                    <a:ext cx="6029" cy="665"/>
                  </a:xfrm>
                  <a:custGeom>
                    <a:avLst/>
                    <a:gdLst>
                      <a:gd name="connsiteX0" fmla="*/ 6029 w 6029"/>
                      <a:gd name="connsiteY0" fmla="*/ 665 h 665"/>
                      <a:gd name="connsiteX1" fmla="*/ 0 w 6029"/>
                      <a:gd name="connsiteY1" fmla="*/ 0 h 665"/>
                      <a:gd name="connsiteX2" fmla="*/ 6029 w 6029"/>
                      <a:gd name="connsiteY2" fmla="*/ 665 h 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029" h="665">
                        <a:moveTo>
                          <a:pt x="6029" y="665"/>
                        </a:moveTo>
                        <a:cubicBezTo>
                          <a:pt x="4167" y="266"/>
                          <a:pt x="2172" y="0"/>
                          <a:pt x="0" y="0"/>
                        </a:cubicBezTo>
                        <a:cubicBezTo>
                          <a:pt x="1818" y="488"/>
                          <a:pt x="3857" y="665"/>
                          <a:pt x="6029" y="66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39" name="Forme libre : forme 19438">
                    <a:extLst>
                      <a:ext uri="{FF2B5EF4-FFF2-40B4-BE49-F238E27FC236}">
                        <a16:creationId xmlns:a16="http://schemas.microsoft.com/office/drawing/2014/main" id="{E4EBA9FF-F9F9-4811-AC79-1E6449F3A186}"/>
                      </a:ext>
                    </a:extLst>
                  </p:cNvPr>
                  <p:cNvSpPr/>
                  <p:nvPr/>
                </p:nvSpPr>
                <p:spPr>
                  <a:xfrm>
                    <a:off x="5671176" y="6079962"/>
                    <a:ext cx="62213" cy="52738"/>
                  </a:xfrm>
                  <a:custGeom>
                    <a:avLst/>
                    <a:gdLst>
                      <a:gd name="connsiteX0" fmla="*/ 13742 w 62213"/>
                      <a:gd name="connsiteY0" fmla="*/ 41390 h 52738"/>
                      <a:gd name="connsiteX1" fmla="*/ 17333 w 62213"/>
                      <a:gd name="connsiteY1" fmla="*/ 39395 h 52738"/>
                      <a:gd name="connsiteX2" fmla="*/ 46946 w 62213"/>
                      <a:gd name="connsiteY2" fmla="*/ 19801 h 52738"/>
                      <a:gd name="connsiteX3" fmla="*/ 60556 w 62213"/>
                      <a:gd name="connsiteY3" fmla="*/ 29 h 52738"/>
                      <a:gd name="connsiteX4" fmla="*/ 43710 w 62213"/>
                      <a:gd name="connsiteY4" fmla="*/ 20067 h 52738"/>
                      <a:gd name="connsiteX5" fmla="*/ 18885 w 62213"/>
                      <a:gd name="connsiteY5" fmla="*/ 35849 h 52738"/>
                      <a:gd name="connsiteX6" fmla="*/ 0 w 62213"/>
                      <a:gd name="connsiteY6" fmla="*/ 40548 h 52738"/>
                      <a:gd name="connsiteX7" fmla="*/ 14097 w 62213"/>
                      <a:gd name="connsiteY7" fmla="*/ 52739 h 52738"/>
                      <a:gd name="connsiteX8" fmla="*/ 12368 w 62213"/>
                      <a:gd name="connsiteY8" fmla="*/ 47508 h 52738"/>
                      <a:gd name="connsiteX9" fmla="*/ 13742 w 62213"/>
                      <a:gd name="connsiteY9" fmla="*/ 41390 h 52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2213" h="52738">
                        <a:moveTo>
                          <a:pt x="13742" y="41390"/>
                        </a:moveTo>
                        <a:cubicBezTo>
                          <a:pt x="14807" y="40548"/>
                          <a:pt x="16092" y="39972"/>
                          <a:pt x="17333" y="39395"/>
                        </a:cubicBezTo>
                        <a:cubicBezTo>
                          <a:pt x="28150" y="34386"/>
                          <a:pt x="38479" y="27470"/>
                          <a:pt x="46946" y="19801"/>
                        </a:cubicBezTo>
                        <a:cubicBezTo>
                          <a:pt x="50316" y="16742"/>
                          <a:pt x="67560" y="-813"/>
                          <a:pt x="60556" y="29"/>
                        </a:cubicBezTo>
                        <a:cubicBezTo>
                          <a:pt x="57409" y="7211"/>
                          <a:pt x="51601" y="13550"/>
                          <a:pt x="43710" y="20067"/>
                        </a:cubicBezTo>
                        <a:cubicBezTo>
                          <a:pt x="36263" y="26185"/>
                          <a:pt x="27840" y="31903"/>
                          <a:pt x="18885" y="35849"/>
                        </a:cubicBezTo>
                        <a:cubicBezTo>
                          <a:pt x="12413" y="38686"/>
                          <a:pt x="5674" y="40459"/>
                          <a:pt x="0" y="40548"/>
                        </a:cubicBezTo>
                        <a:cubicBezTo>
                          <a:pt x="7714" y="42099"/>
                          <a:pt x="12945" y="46488"/>
                          <a:pt x="14097" y="52739"/>
                        </a:cubicBezTo>
                        <a:cubicBezTo>
                          <a:pt x="14940" y="50478"/>
                          <a:pt x="13388" y="49060"/>
                          <a:pt x="12368" y="47508"/>
                        </a:cubicBezTo>
                        <a:cubicBezTo>
                          <a:pt x="11349" y="45912"/>
                          <a:pt x="11171" y="43429"/>
                          <a:pt x="13742" y="4139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40" name="Forme libre : forme 19439">
                    <a:extLst>
                      <a:ext uri="{FF2B5EF4-FFF2-40B4-BE49-F238E27FC236}">
                        <a16:creationId xmlns:a16="http://schemas.microsoft.com/office/drawing/2014/main" id="{C61D2239-5432-4A27-A92B-C3B55F464C8A}"/>
                      </a:ext>
                    </a:extLst>
                  </p:cNvPr>
                  <p:cNvSpPr/>
                  <p:nvPr/>
                </p:nvSpPr>
                <p:spPr>
                  <a:xfrm>
                    <a:off x="5986724" y="6086729"/>
                    <a:ext cx="10462" cy="8954"/>
                  </a:xfrm>
                  <a:custGeom>
                    <a:avLst/>
                    <a:gdLst>
                      <a:gd name="connsiteX0" fmla="*/ 0 w 10462"/>
                      <a:gd name="connsiteY0" fmla="*/ 8955 h 8954"/>
                      <a:gd name="connsiteX1" fmla="*/ 10462 w 10462"/>
                      <a:gd name="connsiteY1" fmla="*/ 0 h 8954"/>
                      <a:gd name="connsiteX2" fmla="*/ 0 w 10462"/>
                      <a:gd name="connsiteY2" fmla="*/ 8955 h 8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462" h="8954">
                        <a:moveTo>
                          <a:pt x="0" y="8955"/>
                        </a:moveTo>
                        <a:cubicBezTo>
                          <a:pt x="3635" y="6073"/>
                          <a:pt x="7093" y="3059"/>
                          <a:pt x="10462" y="0"/>
                        </a:cubicBezTo>
                        <a:cubicBezTo>
                          <a:pt x="6916" y="2970"/>
                          <a:pt x="3413" y="5985"/>
                          <a:pt x="0" y="895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41" name="Forme libre : forme 19440">
                    <a:extLst>
                      <a:ext uri="{FF2B5EF4-FFF2-40B4-BE49-F238E27FC236}">
                        <a16:creationId xmlns:a16="http://schemas.microsoft.com/office/drawing/2014/main" id="{992B3346-2ABF-43AC-9D7B-600221AB5CD6}"/>
                      </a:ext>
                    </a:extLst>
                  </p:cNvPr>
                  <p:cNvSpPr/>
                  <p:nvPr/>
                </p:nvSpPr>
                <p:spPr>
                  <a:xfrm>
                    <a:off x="5995147" y="6035385"/>
                    <a:ext cx="69111" cy="51389"/>
                  </a:xfrm>
                  <a:custGeom>
                    <a:avLst/>
                    <a:gdLst>
                      <a:gd name="connsiteX0" fmla="*/ 69112 w 69111"/>
                      <a:gd name="connsiteY0" fmla="*/ 16722 h 51389"/>
                      <a:gd name="connsiteX1" fmla="*/ 27707 w 69111"/>
                      <a:gd name="connsiteY1" fmla="*/ 29224 h 51389"/>
                      <a:gd name="connsiteX2" fmla="*/ 20747 w 69111"/>
                      <a:gd name="connsiteY2" fmla="*/ 9452 h 51389"/>
                      <a:gd name="connsiteX3" fmla="*/ 0 w 69111"/>
                      <a:gd name="connsiteY3" fmla="*/ 1340 h 51389"/>
                      <a:gd name="connsiteX4" fmla="*/ 17112 w 69111"/>
                      <a:gd name="connsiteY4" fmla="*/ 9541 h 51389"/>
                      <a:gd name="connsiteX5" fmla="*/ 19373 w 69111"/>
                      <a:gd name="connsiteY5" fmla="*/ 32637 h 51389"/>
                      <a:gd name="connsiteX6" fmla="*/ 9930 w 69111"/>
                      <a:gd name="connsiteY6" fmla="*/ 43941 h 51389"/>
                      <a:gd name="connsiteX7" fmla="*/ 2084 w 69111"/>
                      <a:gd name="connsiteY7" fmla="*/ 51389 h 51389"/>
                      <a:gd name="connsiteX8" fmla="*/ 27618 w 69111"/>
                      <a:gd name="connsiteY8" fmla="*/ 33125 h 51389"/>
                      <a:gd name="connsiteX9" fmla="*/ 69112 w 69111"/>
                      <a:gd name="connsiteY9" fmla="*/ 16722 h 51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9111" h="51389">
                        <a:moveTo>
                          <a:pt x="69112" y="16722"/>
                        </a:moveTo>
                        <a:cubicBezTo>
                          <a:pt x="55502" y="19958"/>
                          <a:pt x="41582" y="24126"/>
                          <a:pt x="27707" y="29224"/>
                        </a:cubicBezTo>
                        <a:cubicBezTo>
                          <a:pt x="30721" y="28116"/>
                          <a:pt x="21944" y="10738"/>
                          <a:pt x="20747" y="9452"/>
                        </a:cubicBezTo>
                        <a:cubicBezTo>
                          <a:pt x="18264" y="6792"/>
                          <a:pt x="7536" y="-3670"/>
                          <a:pt x="0" y="1340"/>
                        </a:cubicBezTo>
                        <a:cubicBezTo>
                          <a:pt x="3946" y="4975"/>
                          <a:pt x="12679" y="5773"/>
                          <a:pt x="17112" y="9541"/>
                        </a:cubicBezTo>
                        <a:cubicBezTo>
                          <a:pt x="23141" y="14639"/>
                          <a:pt x="25224" y="23062"/>
                          <a:pt x="19373" y="32637"/>
                        </a:cubicBezTo>
                        <a:cubicBezTo>
                          <a:pt x="17023" y="36450"/>
                          <a:pt x="13565" y="40262"/>
                          <a:pt x="9930" y="43941"/>
                        </a:cubicBezTo>
                        <a:cubicBezTo>
                          <a:pt x="7403" y="46469"/>
                          <a:pt x="4788" y="48951"/>
                          <a:pt x="2084" y="51389"/>
                        </a:cubicBezTo>
                        <a:cubicBezTo>
                          <a:pt x="10019" y="44740"/>
                          <a:pt x="18353" y="38356"/>
                          <a:pt x="27618" y="33125"/>
                        </a:cubicBezTo>
                        <a:cubicBezTo>
                          <a:pt x="40962" y="25588"/>
                          <a:pt x="55236" y="21067"/>
                          <a:pt x="69112" y="1672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42" name="Forme libre : forme 19441">
                    <a:extLst>
                      <a:ext uri="{FF2B5EF4-FFF2-40B4-BE49-F238E27FC236}">
                        <a16:creationId xmlns:a16="http://schemas.microsoft.com/office/drawing/2014/main" id="{2BEBC5B9-3F20-441C-9498-A2E2AA3D990A}"/>
                      </a:ext>
                    </a:extLst>
                  </p:cNvPr>
                  <p:cNvSpPr/>
                  <p:nvPr/>
                </p:nvSpPr>
                <p:spPr>
                  <a:xfrm>
                    <a:off x="6013234" y="5964243"/>
                    <a:ext cx="48631" cy="65920"/>
                  </a:xfrm>
                  <a:custGeom>
                    <a:avLst/>
                    <a:gdLst>
                      <a:gd name="connsiteX0" fmla="*/ 0 w 48631"/>
                      <a:gd name="connsiteY0" fmla="*/ 65920 h 65920"/>
                      <a:gd name="connsiteX1" fmla="*/ 24692 w 48631"/>
                      <a:gd name="connsiteY1" fmla="*/ 53907 h 65920"/>
                      <a:gd name="connsiteX2" fmla="*/ 44464 w 48631"/>
                      <a:gd name="connsiteY2" fmla="*/ 29391 h 65920"/>
                      <a:gd name="connsiteX3" fmla="*/ 48365 w 48631"/>
                      <a:gd name="connsiteY3" fmla="*/ 5985 h 65920"/>
                      <a:gd name="connsiteX4" fmla="*/ 48631 w 48631"/>
                      <a:gd name="connsiteY4" fmla="*/ 0 h 65920"/>
                      <a:gd name="connsiteX5" fmla="*/ 41272 w 48631"/>
                      <a:gd name="connsiteY5" fmla="*/ 23850 h 65920"/>
                      <a:gd name="connsiteX6" fmla="*/ 23363 w 48631"/>
                      <a:gd name="connsiteY6" fmla="*/ 47345 h 65920"/>
                      <a:gd name="connsiteX7" fmla="*/ 0 w 48631"/>
                      <a:gd name="connsiteY7" fmla="*/ 65920 h 65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8631" h="65920">
                        <a:moveTo>
                          <a:pt x="0" y="65920"/>
                        </a:moveTo>
                        <a:cubicBezTo>
                          <a:pt x="8290" y="63127"/>
                          <a:pt x="17200" y="59226"/>
                          <a:pt x="24692" y="53907"/>
                        </a:cubicBezTo>
                        <a:cubicBezTo>
                          <a:pt x="34623" y="46813"/>
                          <a:pt x="41184" y="37637"/>
                          <a:pt x="44464" y="29391"/>
                        </a:cubicBezTo>
                        <a:cubicBezTo>
                          <a:pt x="47745" y="21146"/>
                          <a:pt x="48055" y="13477"/>
                          <a:pt x="48365" y="5985"/>
                        </a:cubicBezTo>
                        <a:cubicBezTo>
                          <a:pt x="48454" y="3990"/>
                          <a:pt x="48542" y="1995"/>
                          <a:pt x="48631" y="0"/>
                        </a:cubicBezTo>
                        <a:cubicBezTo>
                          <a:pt x="47656" y="7625"/>
                          <a:pt x="45528" y="15560"/>
                          <a:pt x="41272" y="23850"/>
                        </a:cubicBezTo>
                        <a:cubicBezTo>
                          <a:pt x="37238" y="31697"/>
                          <a:pt x="31209" y="39853"/>
                          <a:pt x="23363" y="47345"/>
                        </a:cubicBezTo>
                        <a:cubicBezTo>
                          <a:pt x="18885" y="51646"/>
                          <a:pt x="709" y="62595"/>
                          <a:pt x="0" y="6592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43" name="Forme libre : forme 19442">
                    <a:extLst>
                      <a:ext uri="{FF2B5EF4-FFF2-40B4-BE49-F238E27FC236}">
                        <a16:creationId xmlns:a16="http://schemas.microsoft.com/office/drawing/2014/main" id="{B4D3D559-65C8-459C-B9EF-0CC77B0AB197}"/>
                      </a:ext>
                    </a:extLst>
                  </p:cNvPr>
                  <p:cNvSpPr/>
                  <p:nvPr/>
                </p:nvSpPr>
                <p:spPr>
                  <a:xfrm>
                    <a:off x="6061909" y="5948240"/>
                    <a:ext cx="729" cy="15959"/>
                  </a:xfrm>
                  <a:custGeom>
                    <a:avLst/>
                    <a:gdLst>
                      <a:gd name="connsiteX0" fmla="*/ 665 w 729"/>
                      <a:gd name="connsiteY0" fmla="*/ 0 h 15959"/>
                      <a:gd name="connsiteX1" fmla="*/ 0 w 729"/>
                      <a:gd name="connsiteY1" fmla="*/ 15959 h 15959"/>
                      <a:gd name="connsiteX2" fmla="*/ 665 w 729"/>
                      <a:gd name="connsiteY2" fmla="*/ 0 h 1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29" h="15959">
                        <a:moveTo>
                          <a:pt x="665" y="0"/>
                        </a:moveTo>
                        <a:cubicBezTo>
                          <a:pt x="443" y="5319"/>
                          <a:pt x="222" y="10640"/>
                          <a:pt x="0" y="15959"/>
                        </a:cubicBezTo>
                        <a:cubicBezTo>
                          <a:pt x="665" y="10506"/>
                          <a:pt x="842" y="5142"/>
                          <a:pt x="665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44" name="Forme libre : forme 19443">
                    <a:extLst>
                      <a:ext uri="{FF2B5EF4-FFF2-40B4-BE49-F238E27FC236}">
                        <a16:creationId xmlns:a16="http://schemas.microsoft.com/office/drawing/2014/main" id="{582D2424-FE94-442B-ADAE-F8B336798681}"/>
                      </a:ext>
                    </a:extLst>
                  </p:cNvPr>
                  <p:cNvSpPr/>
                  <p:nvPr/>
                </p:nvSpPr>
                <p:spPr>
                  <a:xfrm>
                    <a:off x="6126189" y="5982995"/>
                    <a:ext cx="14451" cy="2127"/>
                  </a:xfrm>
                  <a:custGeom>
                    <a:avLst/>
                    <a:gdLst>
                      <a:gd name="connsiteX0" fmla="*/ 14452 w 14451"/>
                      <a:gd name="connsiteY0" fmla="*/ 0 h 2127"/>
                      <a:gd name="connsiteX1" fmla="*/ 0 w 14451"/>
                      <a:gd name="connsiteY1" fmla="*/ 2128 h 2127"/>
                      <a:gd name="connsiteX2" fmla="*/ 14452 w 14451"/>
                      <a:gd name="connsiteY2" fmla="*/ 0 h 2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451" h="2127">
                        <a:moveTo>
                          <a:pt x="14452" y="0"/>
                        </a:moveTo>
                        <a:cubicBezTo>
                          <a:pt x="9620" y="709"/>
                          <a:pt x="4832" y="1418"/>
                          <a:pt x="0" y="2128"/>
                        </a:cubicBezTo>
                        <a:cubicBezTo>
                          <a:pt x="4699" y="1685"/>
                          <a:pt x="9531" y="931"/>
                          <a:pt x="1445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45" name="Forme libre : forme 19444">
                    <a:extLst>
                      <a:ext uri="{FF2B5EF4-FFF2-40B4-BE49-F238E27FC236}">
                        <a16:creationId xmlns:a16="http://schemas.microsoft.com/office/drawing/2014/main" id="{678C87C0-9F76-4731-88AC-05F894C802D7}"/>
                      </a:ext>
                    </a:extLst>
                  </p:cNvPr>
                  <p:cNvSpPr/>
                  <p:nvPr/>
                </p:nvSpPr>
                <p:spPr>
                  <a:xfrm>
                    <a:off x="6140596" y="5927847"/>
                    <a:ext cx="81219" cy="94070"/>
                  </a:xfrm>
                  <a:custGeom>
                    <a:avLst/>
                    <a:gdLst>
                      <a:gd name="connsiteX0" fmla="*/ 49917 w 81219"/>
                      <a:gd name="connsiteY0" fmla="*/ 45217 h 94070"/>
                      <a:gd name="connsiteX1" fmla="*/ 64723 w 81219"/>
                      <a:gd name="connsiteY1" fmla="*/ 30056 h 94070"/>
                      <a:gd name="connsiteX2" fmla="*/ 79707 w 81219"/>
                      <a:gd name="connsiteY2" fmla="*/ 0 h 94070"/>
                      <a:gd name="connsiteX3" fmla="*/ 71949 w 81219"/>
                      <a:gd name="connsiteY3" fmla="*/ 11659 h 94070"/>
                      <a:gd name="connsiteX4" fmla="*/ 54749 w 81219"/>
                      <a:gd name="connsiteY4" fmla="*/ 30455 h 94070"/>
                      <a:gd name="connsiteX5" fmla="*/ 20570 w 81219"/>
                      <a:gd name="connsiteY5" fmla="*/ 49650 h 94070"/>
                      <a:gd name="connsiteX6" fmla="*/ 0 w 81219"/>
                      <a:gd name="connsiteY6" fmla="*/ 55192 h 94070"/>
                      <a:gd name="connsiteX7" fmla="*/ 30588 w 81219"/>
                      <a:gd name="connsiteY7" fmla="*/ 50714 h 94070"/>
                      <a:gd name="connsiteX8" fmla="*/ 34002 w 81219"/>
                      <a:gd name="connsiteY8" fmla="*/ 50759 h 94070"/>
                      <a:gd name="connsiteX9" fmla="*/ 34888 w 81219"/>
                      <a:gd name="connsiteY9" fmla="*/ 52443 h 94070"/>
                      <a:gd name="connsiteX10" fmla="*/ 29702 w 81219"/>
                      <a:gd name="connsiteY10" fmla="*/ 74609 h 94070"/>
                      <a:gd name="connsiteX11" fmla="*/ 31431 w 81219"/>
                      <a:gd name="connsiteY11" fmla="*/ 94070 h 94070"/>
                      <a:gd name="connsiteX12" fmla="*/ 37371 w 81219"/>
                      <a:gd name="connsiteY12" fmla="*/ 67427 h 94070"/>
                      <a:gd name="connsiteX13" fmla="*/ 49917 w 81219"/>
                      <a:gd name="connsiteY13" fmla="*/ 45217 h 94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1219" h="94070">
                        <a:moveTo>
                          <a:pt x="49917" y="45217"/>
                        </a:moveTo>
                        <a:cubicBezTo>
                          <a:pt x="54261" y="40030"/>
                          <a:pt x="59936" y="35154"/>
                          <a:pt x="64723" y="30056"/>
                        </a:cubicBezTo>
                        <a:cubicBezTo>
                          <a:pt x="70797" y="23584"/>
                          <a:pt x="86046" y="3591"/>
                          <a:pt x="79707" y="0"/>
                        </a:cubicBezTo>
                        <a:cubicBezTo>
                          <a:pt x="77313" y="3901"/>
                          <a:pt x="74831" y="7758"/>
                          <a:pt x="71949" y="11659"/>
                        </a:cubicBezTo>
                        <a:cubicBezTo>
                          <a:pt x="67162" y="18087"/>
                          <a:pt x="61709" y="24603"/>
                          <a:pt x="54749" y="30455"/>
                        </a:cubicBezTo>
                        <a:cubicBezTo>
                          <a:pt x="44952" y="38745"/>
                          <a:pt x="32628" y="45306"/>
                          <a:pt x="20570" y="49650"/>
                        </a:cubicBezTo>
                        <a:cubicBezTo>
                          <a:pt x="13610" y="52177"/>
                          <a:pt x="6738" y="53906"/>
                          <a:pt x="0" y="55192"/>
                        </a:cubicBezTo>
                        <a:cubicBezTo>
                          <a:pt x="10196" y="53685"/>
                          <a:pt x="20392" y="52221"/>
                          <a:pt x="30588" y="50714"/>
                        </a:cubicBezTo>
                        <a:cubicBezTo>
                          <a:pt x="31874" y="50537"/>
                          <a:pt x="33204" y="50360"/>
                          <a:pt x="34002" y="50759"/>
                        </a:cubicBezTo>
                        <a:cubicBezTo>
                          <a:pt x="34622" y="51113"/>
                          <a:pt x="34800" y="51778"/>
                          <a:pt x="34888" y="52443"/>
                        </a:cubicBezTo>
                        <a:cubicBezTo>
                          <a:pt x="35775" y="58960"/>
                          <a:pt x="32184" y="67028"/>
                          <a:pt x="29702" y="74609"/>
                        </a:cubicBezTo>
                        <a:cubicBezTo>
                          <a:pt x="27219" y="82189"/>
                          <a:pt x="26111" y="90125"/>
                          <a:pt x="31431" y="94070"/>
                        </a:cubicBezTo>
                        <a:cubicBezTo>
                          <a:pt x="29391" y="86622"/>
                          <a:pt x="33381" y="76825"/>
                          <a:pt x="37371" y="67427"/>
                        </a:cubicBezTo>
                        <a:cubicBezTo>
                          <a:pt x="40519" y="60113"/>
                          <a:pt x="43755" y="52576"/>
                          <a:pt x="49917" y="4521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46" name="Forme libre : forme 19445">
                    <a:extLst>
                      <a:ext uri="{FF2B5EF4-FFF2-40B4-BE49-F238E27FC236}">
                        <a16:creationId xmlns:a16="http://schemas.microsoft.com/office/drawing/2014/main" id="{5996C9C4-436D-42D8-9D89-F555E4969648}"/>
                      </a:ext>
                    </a:extLst>
                  </p:cNvPr>
                  <p:cNvSpPr/>
                  <p:nvPr/>
                </p:nvSpPr>
                <p:spPr>
                  <a:xfrm>
                    <a:off x="6089172" y="6027623"/>
                    <a:ext cx="116812" cy="50062"/>
                  </a:xfrm>
                  <a:custGeom>
                    <a:avLst/>
                    <a:gdLst>
                      <a:gd name="connsiteX0" fmla="*/ 86446 w 116812"/>
                      <a:gd name="connsiteY0" fmla="*/ 3870 h 50062"/>
                      <a:gd name="connsiteX1" fmla="*/ 116812 w 116812"/>
                      <a:gd name="connsiteY1" fmla="*/ 2939 h 50062"/>
                      <a:gd name="connsiteX2" fmla="*/ 96110 w 116812"/>
                      <a:gd name="connsiteY2" fmla="*/ 235 h 50062"/>
                      <a:gd name="connsiteX3" fmla="*/ 62595 w 116812"/>
                      <a:gd name="connsiteY3" fmla="*/ 4712 h 50062"/>
                      <a:gd name="connsiteX4" fmla="*/ 27264 w 116812"/>
                      <a:gd name="connsiteY4" fmla="*/ 23598 h 50062"/>
                      <a:gd name="connsiteX5" fmla="*/ 0 w 116812"/>
                      <a:gd name="connsiteY5" fmla="*/ 50063 h 50062"/>
                      <a:gd name="connsiteX6" fmla="*/ 55059 w 116812"/>
                      <a:gd name="connsiteY6" fmla="*/ 10298 h 50062"/>
                      <a:gd name="connsiteX7" fmla="*/ 86446 w 116812"/>
                      <a:gd name="connsiteY7" fmla="*/ 3870 h 50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812" h="50062">
                        <a:moveTo>
                          <a:pt x="86446" y="3870"/>
                        </a:moveTo>
                        <a:cubicBezTo>
                          <a:pt x="96110" y="3117"/>
                          <a:pt x="106705" y="5244"/>
                          <a:pt x="116812" y="2939"/>
                        </a:cubicBezTo>
                        <a:cubicBezTo>
                          <a:pt x="113133" y="-740"/>
                          <a:pt x="103291" y="-31"/>
                          <a:pt x="96110" y="235"/>
                        </a:cubicBezTo>
                        <a:cubicBezTo>
                          <a:pt x="85470" y="634"/>
                          <a:pt x="74476" y="1078"/>
                          <a:pt x="62595" y="4712"/>
                        </a:cubicBezTo>
                        <a:cubicBezTo>
                          <a:pt x="50316" y="8481"/>
                          <a:pt x="37859" y="15485"/>
                          <a:pt x="27264" y="23598"/>
                        </a:cubicBezTo>
                        <a:cubicBezTo>
                          <a:pt x="16668" y="31710"/>
                          <a:pt x="7714" y="40842"/>
                          <a:pt x="0" y="50063"/>
                        </a:cubicBezTo>
                        <a:cubicBezTo>
                          <a:pt x="15605" y="34725"/>
                          <a:pt x="33780" y="18411"/>
                          <a:pt x="55059" y="10298"/>
                        </a:cubicBezTo>
                        <a:cubicBezTo>
                          <a:pt x="65920" y="6131"/>
                          <a:pt x="76471" y="4668"/>
                          <a:pt x="86446" y="387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47" name="Forme libre : forme 19446">
                    <a:extLst>
                      <a:ext uri="{FF2B5EF4-FFF2-40B4-BE49-F238E27FC236}">
                        <a16:creationId xmlns:a16="http://schemas.microsoft.com/office/drawing/2014/main" id="{3934519E-D2C2-49AC-A40D-DF11B3D99CD6}"/>
                      </a:ext>
                    </a:extLst>
                  </p:cNvPr>
                  <p:cNvSpPr/>
                  <p:nvPr/>
                </p:nvSpPr>
                <p:spPr>
                  <a:xfrm>
                    <a:off x="6305020" y="5952052"/>
                    <a:ext cx="20791" cy="8599"/>
                  </a:xfrm>
                  <a:custGeom>
                    <a:avLst/>
                    <a:gdLst>
                      <a:gd name="connsiteX0" fmla="*/ 16269 w 20791"/>
                      <a:gd name="connsiteY0" fmla="*/ 2482 h 8599"/>
                      <a:gd name="connsiteX1" fmla="*/ 20791 w 20791"/>
                      <a:gd name="connsiteY1" fmla="*/ 0 h 8599"/>
                      <a:gd name="connsiteX2" fmla="*/ 0 w 20791"/>
                      <a:gd name="connsiteY2" fmla="*/ 8600 h 8599"/>
                      <a:gd name="connsiteX3" fmla="*/ 16269 w 20791"/>
                      <a:gd name="connsiteY3" fmla="*/ 2482 h 8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791" h="8599">
                        <a:moveTo>
                          <a:pt x="16269" y="2482"/>
                        </a:moveTo>
                        <a:cubicBezTo>
                          <a:pt x="17821" y="1640"/>
                          <a:pt x="19284" y="798"/>
                          <a:pt x="20791" y="0"/>
                        </a:cubicBezTo>
                        <a:cubicBezTo>
                          <a:pt x="13876" y="2527"/>
                          <a:pt x="6916" y="5408"/>
                          <a:pt x="0" y="8600"/>
                        </a:cubicBezTo>
                        <a:cubicBezTo>
                          <a:pt x="5497" y="6694"/>
                          <a:pt x="10994" y="4788"/>
                          <a:pt x="16269" y="248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48" name="Forme libre : forme 19447">
                    <a:extLst>
                      <a:ext uri="{FF2B5EF4-FFF2-40B4-BE49-F238E27FC236}">
                        <a16:creationId xmlns:a16="http://schemas.microsoft.com/office/drawing/2014/main" id="{2304E042-6135-4ABD-A05E-1E1669E4B865}"/>
                      </a:ext>
                    </a:extLst>
                  </p:cNvPr>
                  <p:cNvSpPr/>
                  <p:nvPr/>
                </p:nvSpPr>
                <p:spPr>
                  <a:xfrm>
                    <a:off x="6397760" y="5949969"/>
                    <a:ext cx="5275" cy="6560"/>
                  </a:xfrm>
                  <a:custGeom>
                    <a:avLst/>
                    <a:gdLst>
                      <a:gd name="connsiteX0" fmla="*/ 0 w 5275"/>
                      <a:gd name="connsiteY0" fmla="*/ 0 h 6560"/>
                      <a:gd name="connsiteX1" fmla="*/ 5275 w 5275"/>
                      <a:gd name="connsiteY1" fmla="*/ 6561 h 6560"/>
                      <a:gd name="connsiteX2" fmla="*/ 0 w 5275"/>
                      <a:gd name="connsiteY2" fmla="*/ 0 h 6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275" h="6560">
                        <a:moveTo>
                          <a:pt x="0" y="0"/>
                        </a:moveTo>
                        <a:cubicBezTo>
                          <a:pt x="2128" y="1950"/>
                          <a:pt x="3901" y="4122"/>
                          <a:pt x="5275" y="6561"/>
                        </a:cubicBezTo>
                        <a:cubicBezTo>
                          <a:pt x="4078" y="3989"/>
                          <a:pt x="2261" y="181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49" name="Forme libre : forme 19448">
                    <a:extLst>
                      <a:ext uri="{FF2B5EF4-FFF2-40B4-BE49-F238E27FC236}">
                        <a16:creationId xmlns:a16="http://schemas.microsoft.com/office/drawing/2014/main" id="{6635F55E-5E4C-4EB8-9542-6273DC9E49EE}"/>
                      </a:ext>
                    </a:extLst>
                  </p:cNvPr>
                  <p:cNvSpPr/>
                  <p:nvPr/>
                </p:nvSpPr>
                <p:spPr>
                  <a:xfrm>
                    <a:off x="6276559" y="5960696"/>
                    <a:ext cx="28460" cy="14585"/>
                  </a:xfrm>
                  <a:custGeom>
                    <a:avLst/>
                    <a:gdLst>
                      <a:gd name="connsiteX0" fmla="*/ 28461 w 28460"/>
                      <a:gd name="connsiteY0" fmla="*/ 0 h 14585"/>
                      <a:gd name="connsiteX1" fmla="*/ 0 w 28460"/>
                      <a:gd name="connsiteY1" fmla="*/ 14585 h 14585"/>
                      <a:gd name="connsiteX2" fmla="*/ 28461 w 28460"/>
                      <a:gd name="connsiteY2" fmla="*/ 0 h 14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460" h="14585">
                        <a:moveTo>
                          <a:pt x="28461" y="0"/>
                        </a:moveTo>
                        <a:cubicBezTo>
                          <a:pt x="18087" y="3724"/>
                          <a:pt x="7935" y="7625"/>
                          <a:pt x="0" y="14585"/>
                        </a:cubicBezTo>
                        <a:cubicBezTo>
                          <a:pt x="9310" y="9398"/>
                          <a:pt x="18841" y="4433"/>
                          <a:pt x="28461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50" name="Forme libre : forme 19449">
                    <a:extLst>
                      <a:ext uri="{FF2B5EF4-FFF2-40B4-BE49-F238E27FC236}">
                        <a16:creationId xmlns:a16="http://schemas.microsoft.com/office/drawing/2014/main" id="{B27ABFBC-2797-470C-A35E-1C2FA6D2C370}"/>
                      </a:ext>
                    </a:extLst>
                  </p:cNvPr>
                  <p:cNvSpPr/>
                  <p:nvPr/>
                </p:nvSpPr>
                <p:spPr>
                  <a:xfrm>
                    <a:off x="6325811" y="5910514"/>
                    <a:ext cx="71949" cy="41582"/>
                  </a:xfrm>
                  <a:custGeom>
                    <a:avLst/>
                    <a:gdLst>
                      <a:gd name="connsiteX0" fmla="*/ 26333 w 71949"/>
                      <a:gd name="connsiteY0" fmla="*/ 23850 h 41582"/>
                      <a:gd name="connsiteX1" fmla="*/ 0 w 71949"/>
                      <a:gd name="connsiteY1" fmla="*/ 41582 h 41582"/>
                      <a:gd name="connsiteX2" fmla="*/ 24293 w 71949"/>
                      <a:gd name="connsiteY2" fmla="*/ 34445 h 41582"/>
                      <a:gd name="connsiteX3" fmla="*/ 71949 w 71949"/>
                      <a:gd name="connsiteY3" fmla="*/ 39455 h 41582"/>
                      <a:gd name="connsiteX4" fmla="*/ 41582 w 71949"/>
                      <a:gd name="connsiteY4" fmla="*/ 29347 h 41582"/>
                      <a:gd name="connsiteX5" fmla="*/ 38656 w 71949"/>
                      <a:gd name="connsiteY5" fmla="*/ 28726 h 41582"/>
                      <a:gd name="connsiteX6" fmla="*/ 38701 w 71949"/>
                      <a:gd name="connsiteY6" fmla="*/ 25934 h 41582"/>
                      <a:gd name="connsiteX7" fmla="*/ 46592 w 71949"/>
                      <a:gd name="connsiteY7" fmla="*/ 0 h 41582"/>
                      <a:gd name="connsiteX8" fmla="*/ 37681 w 71949"/>
                      <a:gd name="connsiteY8" fmla="*/ 11038 h 41582"/>
                      <a:gd name="connsiteX9" fmla="*/ 26333 w 71949"/>
                      <a:gd name="connsiteY9" fmla="*/ 23850 h 41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1949" h="41582">
                        <a:moveTo>
                          <a:pt x="26333" y="23850"/>
                        </a:moveTo>
                        <a:cubicBezTo>
                          <a:pt x="17998" y="31608"/>
                          <a:pt x="9664" y="36262"/>
                          <a:pt x="0" y="41582"/>
                        </a:cubicBezTo>
                        <a:cubicBezTo>
                          <a:pt x="8157" y="38612"/>
                          <a:pt x="16314" y="36130"/>
                          <a:pt x="24293" y="34445"/>
                        </a:cubicBezTo>
                        <a:cubicBezTo>
                          <a:pt x="43843" y="30367"/>
                          <a:pt x="62285" y="31652"/>
                          <a:pt x="71949" y="39455"/>
                        </a:cubicBezTo>
                        <a:cubicBezTo>
                          <a:pt x="65122" y="33204"/>
                          <a:pt x="54527" y="29568"/>
                          <a:pt x="41582" y="29347"/>
                        </a:cubicBezTo>
                        <a:cubicBezTo>
                          <a:pt x="40430" y="29347"/>
                          <a:pt x="39233" y="29303"/>
                          <a:pt x="38656" y="28726"/>
                        </a:cubicBezTo>
                        <a:cubicBezTo>
                          <a:pt x="38036" y="28106"/>
                          <a:pt x="38390" y="26953"/>
                          <a:pt x="38701" y="25934"/>
                        </a:cubicBezTo>
                        <a:cubicBezTo>
                          <a:pt x="41228" y="18131"/>
                          <a:pt x="47301" y="6605"/>
                          <a:pt x="46592" y="0"/>
                        </a:cubicBezTo>
                        <a:cubicBezTo>
                          <a:pt x="41715" y="1596"/>
                          <a:pt x="39942" y="7891"/>
                          <a:pt x="37681" y="11038"/>
                        </a:cubicBezTo>
                        <a:cubicBezTo>
                          <a:pt x="34578" y="15383"/>
                          <a:pt x="30721" y="19727"/>
                          <a:pt x="26333" y="2385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51" name="Forme libre : forme 19450">
                    <a:extLst>
                      <a:ext uri="{FF2B5EF4-FFF2-40B4-BE49-F238E27FC236}">
                        <a16:creationId xmlns:a16="http://schemas.microsoft.com/office/drawing/2014/main" id="{566ABC51-626B-4F2C-BC44-9B0808F66EF1}"/>
                      </a:ext>
                    </a:extLst>
                  </p:cNvPr>
                  <p:cNvSpPr/>
                  <p:nvPr/>
                </p:nvSpPr>
                <p:spPr>
                  <a:xfrm>
                    <a:off x="6296952" y="6071028"/>
                    <a:ext cx="4033" cy="363"/>
                  </a:xfrm>
                  <a:custGeom>
                    <a:avLst/>
                    <a:gdLst>
                      <a:gd name="connsiteX0" fmla="*/ 4034 w 4033"/>
                      <a:gd name="connsiteY0" fmla="*/ 363 h 363"/>
                      <a:gd name="connsiteX1" fmla="*/ 0 w 4033"/>
                      <a:gd name="connsiteY1" fmla="*/ 8 h 363"/>
                      <a:gd name="connsiteX2" fmla="*/ 4034 w 4033"/>
                      <a:gd name="connsiteY2" fmla="*/ 363 h 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033" h="363">
                        <a:moveTo>
                          <a:pt x="4034" y="363"/>
                        </a:moveTo>
                        <a:cubicBezTo>
                          <a:pt x="2793" y="97"/>
                          <a:pt x="1507" y="-36"/>
                          <a:pt x="0" y="8"/>
                        </a:cubicBezTo>
                        <a:cubicBezTo>
                          <a:pt x="1241" y="275"/>
                          <a:pt x="2615" y="363"/>
                          <a:pt x="4034" y="36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52" name="Forme libre : forme 19451">
                    <a:extLst>
                      <a:ext uri="{FF2B5EF4-FFF2-40B4-BE49-F238E27FC236}">
                        <a16:creationId xmlns:a16="http://schemas.microsoft.com/office/drawing/2014/main" id="{C5621CCB-6450-4030-B45C-B38E0140254D}"/>
                      </a:ext>
                    </a:extLst>
                  </p:cNvPr>
                  <p:cNvSpPr/>
                  <p:nvPr/>
                </p:nvSpPr>
                <p:spPr>
                  <a:xfrm>
                    <a:off x="6300941" y="6000639"/>
                    <a:ext cx="98186" cy="115304"/>
                  </a:xfrm>
                  <a:custGeom>
                    <a:avLst/>
                    <a:gdLst>
                      <a:gd name="connsiteX0" fmla="*/ 15294 w 98186"/>
                      <a:gd name="connsiteY0" fmla="*/ 75718 h 115304"/>
                      <a:gd name="connsiteX1" fmla="*/ 16713 w 98186"/>
                      <a:gd name="connsiteY1" fmla="*/ 73279 h 115304"/>
                      <a:gd name="connsiteX2" fmla="*/ 20836 w 98186"/>
                      <a:gd name="connsiteY2" fmla="*/ 70531 h 115304"/>
                      <a:gd name="connsiteX3" fmla="*/ 49828 w 98186"/>
                      <a:gd name="connsiteY3" fmla="*/ 55325 h 115304"/>
                      <a:gd name="connsiteX4" fmla="*/ 71639 w 98186"/>
                      <a:gd name="connsiteY4" fmla="*/ 42425 h 115304"/>
                      <a:gd name="connsiteX5" fmla="*/ 92563 w 98186"/>
                      <a:gd name="connsiteY5" fmla="*/ 18220 h 115304"/>
                      <a:gd name="connsiteX6" fmla="*/ 97351 w 98186"/>
                      <a:gd name="connsiteY6" fmla="*/ 0 h 115304"/>
                      <a:gd name="connsiteX7" fmla="*/ 74653 w 98186"/>
                      <a:gd name="connsiteY7" fmla="*/ 30633 h 115304"/>
                      <a:gd name="connsiteX8" fmla="*/ 26953 w 98186"/>
                      <a:gd name="connsiteY8" fmla="*/ 62196 h 115304"/>
                      <a:gd name="connsiteX9" fmla="*/ 0 w 98186"/>
                      <a:gd name="connsiteY9" fmla="*/ 70753 h 115304"/>
                      <a:gd name="connsiteX10" fmla="*/ 8733 w 98186"/>
                      <a:gd name="connsiteY10" fmla="*/ 79973 h 115304"/>
                      <a:gd name="connsiteX11" fmla="*/ 5852 w 98186"/>
                      <a:gd name="connsiteY11" fmla="*/ 98238 h 115304"/>
                      <a:gd name="connsiteX12" fmla="*/ 6206 w 98186"/>
                      <a:gd name="connsiteY12" fmla="*/ 115305 h 115304"/>
                      <a:gd name="connsiteX13" fmla="*/ 11837 w 98186"/>
                      <a:gd name="connsiteY13" fmla="*/ 94159 h 115304"/>
                      <a:gd name="connsiteX14" fmla="*/ 15294 w 98186"/>
                      <a:gd name="connsiteY14" fmla="*/ 75718 h 115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8186" h="115304">
                        <a:moveTo>
                          <a:pt x="15294" y="75718"/>
                        </a:moveTo>
                        <a:cubicBezTo>
                          <a:pt x="15605" y="74919"/>
                          <a:pt x="15959" y="74077"/>
                          <a:pt x="16713" y="73279"/>
                        </a:cubicBezTo>
                        <a:cubicBezTo>
                          <a:pt x="17777" y="72171"/>
                          <a:pt x="19329" y="71328"/>
                          <a:pt x="20836" y="70531"/>
                        </a:cubicBezTo>
                        <a:cubicBezTo>
                          <a:pt x="30500" y="65477"/>
                          <a:pt x="40164" y="60423"/>
                          <a:pt x="49828" y="55325"/>
                        </a:cubicBezTo>
                        <a:cubicBezTo>
                          <a:pt x="57320" y="51379"/>
                          <a:pt x="64945" y="47390"/>
                          <a:pt x="71639" y="42425"/>
                        </a:cubicBezTo>
                        <a:cubicBezTo>
                          <a:pt x="81259" y="35288"/>
                          <a:pt x="88307" y="26510"/>
                          <a:pt x="92563" y="18220"/>
                        </a:cubicBezTo>
                        <a:cubicBezTo>
                          <a:pt x="95267" y="12945"/>
                          <a:pt x="100144" y="3502"/>
                          <a:pt x="97351" y="0"/>
                        </a:cubicBezTo>
                        <a:cubicBezTo>
                          <a:pt x="91455" y="10728"/>
                          <a:pt x="86002" y="20215"/>
                          <a:pt x="74653" y="30633"/>
                        </a:cubicBezTo>
                        <a:cubicBezTo>
                          <a:pt x="61177" y="43090"/>
                          <a:pt x="44198" y="53685"/>
                          <a:pt x="26953" y="62196"/>
                        </a:cubicBezTo>
                        <a:cubicBezTo>
                          <a:pt x="17954" y="66630"/>
                          <a:pt x="7802" y="70708"/>
                          <a:pt x="0" y="70753"/>
                        </a:cubicBezTo>
                        <a:cubicBezTo>
                          <a:pt x="5231" y="71816"/>
                          <a:pt x="8157" y="75540"/>
                          <a:pt x="8733" y="79973"/>
                        </a:cubicBezTo>
                        <a:cubicBezTo>
                          <a:pt x="9487" y="85470"/>
                          <a:pt x="7403" y="91987"/>
                          <a:pt x="5852" y="98238"/>
                        </a:cubicBezTo>
                        <a:cubicBezTo>
                          <a:pt x="4300" y="104488"/>
                          <a:pt x="3369" y="110872"/>
                          <a:pt x="6206" y="115305"/>
                        </a:cubicBezTo>
                        <a:cubicBezTo>
                          <a:pt x="2837" y="110340"/>
                          <a:pt x="9398" y="101474"/>
                          <a:pt x="11837" y="94159"/>
                        </a:cubicBezTo>
                        <a:cubicBezTo>
                          <a:pt x="14009" y="87776"/>
                          <a:pt x="12856" y="82145"/>
                          <a:pt x="15294" y="7571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53" name="Forme libre : forme 19452">
                    <a:extLst>
                      <a:ext uri="{FF2B5EF4-FFF2-40B4-BE49-F238E27FC236}">
                        <a16:creationId xmlns:a16="http://schemas.microsoft.com/office/drawing/2014/main" id="{3E85B3CC-ECC3-45B8-9AFC-CA5942F26777}"/>
                      </a:ext>
                    </a:extLst>
                  </p:cNvPr>
                  <p:cNvSpPr/>
                  <p:nvPr/>
                </p:nvSpPr>
                <p:spPr>
                  <a:xfrm>
                    <a:off x="6483029" y="5893269"/>
                    <a:ext cx="50206" cy="70973"/>
                  </a:xfrm>
                  <a:custGeom>
                    <a:avLst/>
                    <a:gdLst>
                      <a:gd name="connsiteX0" fmla="*/ 5787 w 50206"/>
                      <a:gd name="connsiteY0" fmla="*/ 51246 h 70973"/>
                      <a:gd name="connsiteX1" fmla="*/ 8624 w 50206"/>
                      <a:gd name="connsiteY1" fmla="*/ 59581 h 70973"/>
                      <a:gd name="connsiteX2" fmla="*/ 3570 w 50206"/>
                      <a:gd name="connsiteY2" fmla="*/ 70974 h 70973"/>
                      <a:gd name="connsiteX3" fmla="*/ 50207 w 50206"/>
                      <a:gd name="connsiteY3" fmla="*/ 23052 h 70973"/>
                      <a:gd name="connsiteX4" fmla="*/ 17712 w 50206"/>
                      <a:gd name="connsiteY4" fmla="*/ 41538 h 70973"/>
                      <a:gd name="connsiteX5" fmla="*/ 11860 w 50206"/>
                      <a:gd name="connsiteY5" fmla="*/ 44153 h 70973"/>
                      <a:gd name="connsiteX6" fmla="*/ 9466 w 50206"/>
                      <a:gd name="connsiteY6" fmla="*/ 42469 h 70973"/>
                      <a:gd name="connsiteX7" fmla="*/ 4191 w 50206"/>
                      <a:gd name="connsiteY7" fmla="*/ 27796 h 70973"/>
                      <a:gd name="connsiteX8" fmla="*/ 11018 w 50206"/>
                      <a:gd name="connsiteY8" fmla="*/ 354 h 70973"/>
                      <a:gd name="connsiteX9" fmla="*/ 9599 w 50206"/>
                      <a:gd name="connsiteY9" fmla="*/ 0 h 70973"/>
                      <a:gd name="connsiteX10" fmla="*/ 5787 w 50206"/>
                      <a:gd name="connsiteY10" fmla="*/ 51246 h 70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206" h="70973">
                        <a:moveTo>
                          <a:pt x="5787" y="51246"/>
                        </a:moveTo>
                        <a:cubicBezTo>
                          <a:pt x="7472" y="53640"/>
                          <a:pt x="9555" y="56034"/>
                          <a:pt x="8624" y="59581"/>
                        </a:cubicBezTo>
                        <a:cubicBezTo>
                          <a:pt x="7649" y="63260"/>
                          <a:pt x="3438" y="67649"/>
                          <a:pt x="3570" y="70974"/>
                        </a:cubicBezTo>
                        <a:cubicBezTo>
                          <a:pt x="11373" y="54350"/>
                          <a:pt x="29149" y="36085"/>
                          <a:pt x="50207" y="23052"/>
                        </a:cubicBezTo>
                        <a:cubicBezTo>
                          <a:pt x="39257" y="28815"/>
                          <a:pt x="28352" y="34445"/>
                          <a:pt x="17712" y="41538"/>
                        </a:cubicBezTo>
                        <a:cubicBezTo>
                          <a:pt x="15850" y="42779"/>
                          <a:pt x="13634" y="44198"/>
                          <a:pt x="11860" y="44153"/>
                        </a:cubicBezTo>
                        <a:cubicBezTo>
                          <a:pt x="10530" y="44153"/>
                          <a:pt x="9954" y="43311"/>
                          <a:pt x="9466" y="42469"/>
                        </a:cubicBezTo>
                        <a:cubicBezTo>
                          <a:pt x="6851" y="38036"/>
                          <a:pt x="4191" y="33514"/>
                          <a:pt x="4191" y="27796"/>
                        </a:cubicBezTo>
                        <a:cubicBezTo>
                          <a:pt x="4191" y="19328"/>
                          <a:pt x="10043" y="9088"/>
                          <a:pt x="11018" y="354"/>
                        </a:cubicBezTo>
                        <a:cubicBezTo>
                          <a:pt x="10530" y="222"/>
                          <a:pt x="10043" y="133"/>
                          <a:pt x="9599" y="0"/>
                        </a:cubicBezTo>
                        <a:cubicBezTo>
                          <a:pt x="-1661" y="19594"/>
                          <a:pt x="-3124" y="38523"/>
                          <a:pt x="5787" y="5124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54" name="Forme libre : forme 19453">
                    <a:extLst>
                      <a:ext uri="{FF2B5EF4-FFF2-40B4-BE49-F238E27FC236}">
                        <a16:creationId xmlns:a16="http://schemas.microsoft.com/office/drawing/2014/main" id="{4B1D51C3-F753-442C-B12F-2D07ED3CFBE2}"/>
                      </a:ext>
                    </a:extLst>
                  </p:cNvPr>
                  <p:cNvSpPr/>
                  <p:nvPr/>
                </p:nvSpPr>
                <p:spPr>
                  <a:xfrm>
                    <a:off x="6533236" y="5908031"/>
                    <a:ext cx="15294" cy="8245"/>
                  </a:xfrm>
                  <a:custGeom>
                    <a:avLst/>
                    <a:gdLst>
                      <a:gd name="connsiteX0" fmla="*/ 0 w 15294"/>
                      <a:gd name="connsiteY0" fmla="*/ 8245 h 8245"/>
                      <a:gd name="connsiteX1" fmla="*/ 15294 w 15294"/>
                      <a:gd name="connsiteY1" fmla="*/ 0 h 8245"/>
                      <a:gd name="connsiteX2" fmla="*/ 0 w 15294"/>
                      <a:gd name="connsiteY2" fmla="*/ 8245 h 8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294" h="8245">
                        <a:moveTo>
                          <a:pt x="0" y="8245"/>
                        </a:moveTo>
                        <a:cubicBezTo>
                          <a:pt x="5098" y="5586"/>
                          <a:pt x="10196" y="2882"/>
                          <a:pt x="15294" y="0"/>
                        </a:cubicBezTo>
                        <a:cubicBezTo>
                          <a:pt x="10063" y="2394"/>
                          <a:pt x="4965" y="5187"/>
                          <a:pt x="0" y="824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55" name="Forme libre : forme 19454">
                    <a:extLst>
                      <a:ext uri="{FF2B5EF4-FFF2-40B4-BE49-F238E27FC236}">
                        <a16:creationId xmlns:a16="http://schemas.microsoft.com/office/drawing/2014/main" id="{B0397F7D-83FD-4FEA-AC6F-CD47079231DB}"/>
                      </a:ext>
                    </a:extLst>
                  </p:cNvPr>
                  <p:cNvSpPr/>
                  <p:nvPr/>
                </p:nvSpPr>
                <p:spPr>
                  <a:xfrm>
                    <a:off x="6492584" y="5890609"/>
                    <a:ext cx="1607" cy="3058"/>
                  </a:xfrm>
                  <a:custGeom>
                    <a:avLst/>
                    <a:gdLst>
                      <a:gd name="connsiteX0" fmla="*/ 0 w 1607"/>
                      <a:gd name="connsiteY0" fmla="*/ 2704 h 3058"/>
                      <a:gd name="connsiteX1" fmla="*/ 1419 w 1607"/>
                      <a:gd name="connsiteY1" fmla="*/ 3059 h 3058"/>
                      <a:gd name="connsiteX2" fmla="*/ 1596 w 1607"/>
                      <a:gd name="connsiteY2" fmla="*/ 0 h 3058"/>
                      <a:gd name="connsiteX3" fmla="*/ 0 w 1607"/>
                      <a:gd name="connsiteY3" fmla="*/ 2704 h 3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07" h="3058">
                        <a:moveTo>
                          <a:pt x="0" y="2704"/>
                        </a:moveTo>
                        <a:cubicBezTo>
                          <a:pt x="488" y="2837"/>
                          <a:pt x="975" y="2925"/>
                          <a:pt x="1419" y="3059"/>
                        </a:cubicBezTo>
                        <a:cubicBezTo>
                          <a:pt x="1551" y="2039"/>
                          <a:pt x="1640" y="975"/>
                          <a:pt x="1596" y="0"/>
                        </a:cubicBezTo>
                        <a:cubicBezTo>
                          <a:pt x="1064" y="886"/>
                          <a:pt x="532" y="1773"/>
                          <a:pt x="0" y="270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56" name="Forme libre : forme 19455">
                    <a:extLst>
                      <a:ext uri="{FF2B5EF4-FFF2-40B4-BE49-F238E27FC236}">
                        <a16:creationId xmlns:a16="http://schemas.microsoft.com/office/drawing/2014/main" id="{742EC5E1-99BC-4E4D-BF45-AF67B104ABE0}"/>
                      </a:ext>
                    </a:extLst>
                  </p:cNvPr>
                  <p:cNvSpPr/>
                  <p:nvPr/>
                </p:nvSpPr>
                <p:spPr>
                  <a:xfrm>
                    <a:off x="6414119" y="6000697"/>
                    <a:ext cx="118674" cy="109039"/>
                  </a:xfrm>
                  <a:custGeom>
                    <a:avLst/>
                    <a:gdLst>
                      <a:gd name="connsiteX0" fmla="*/ 41760 w 118674"/>
                      <a:gd name="connsiteY0" fmla="*/ 96938 h 109039"/>
                      <a:gd name="connsiteX1" fmla="*/ 83653 w 118674"/>
                      <a:gd name="connsiteY1" fmla="*/ 45957 h 109039"/>
                      <a:gd name="connsiteX2" fmla="*/ 89593 w 118674"/>
                      <a:gd name="connsiteY2" fmla="*/ 40549 h 109039"/>
                      <a:gd name="connsiteX3" fmla="*/ 97750 w 118674"/>
                      <a:gd name="connsiteY3" fmla="*/ 37446 h 109039"/>
                      <a:gd name="connsiteX4" fmla="*/ 118674 w 118674"/>
                      <a:gd name="connsiteY4" fmla="*/ 31904 h 109039"/>
                      <a:gd name="connsiteX5" fmla="*/ 91366 w 118674"/>
                      <a:gd name="connsiteY5" fmla="*/ 37667 h 109039"/>
                      <a:gd name="connsiteX6" fmla="*/ 81702 w 118674"/>
                      <a:gd name="connsiteY6" fmla="*/ 40371 h 109039"/>
                      <a:gd name="connsiteX7" fmla="*/ 93184 w 118674"/>
                      <a:gd name="connsiteY7" fmla="*/ 14260 h 109039"/>
                      <a:gd name="connsiteX8" fmla="*/ 90302 w 118674"/>
                      <a:gd name="connsiteY8" fmla="*/ 6370 h 109039"/>
                      <a:gd name="connsiteX9" fmla="*/ 76781 w 118674"/>
                      <a:gd name="connsiteY9" fmla="*/ 1582 h 109039"/>
                      <a:gd name="connsiteX10" fmla="*/ 83564 w 118674"/>
                      <a:gd name="connsiteY10" fmla="*/ 11024 h 109039"/>
                      <a:gd name="connsiteX11" fmla="*/ 77890 w 118674"/>
                      <a:gd name="connsiteY11" fmla="*/ 33145 h 109039"/>
                      <a:gd name="connsiteX12" fmla="*/ 0 w 118674"/>
                      <a:gd name="connsiteY12" fmla="*/ 109040 h 109039"/>
                      <a:gd name="connsiteX13" fmla="*/ 63970 w 118674"/>
                      <a:gd name="connsiteY13" fmla="*/ 63512 h 109039"/>
                      <a:gd name="connsiteX14" fmla="*/ 41760 w 118674"/>
                      <a:gd name="connsiteY14" fmla="*/ 96938 h 109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8674" h="109039">
                        <a:moveTo>
                          <a:pt x="41760" y="96938"/>
                        </a:moveTo>
                        <a:cubicBezTo>
                          <a:pt x="54571" y="79826"/>
                          <a:pt x="68580" y="62759"/>
                          <a:pt x="83653" y="45957"/>
                        </a:cubicBezTo>
                        <a:cubicBezTo>
                          <a:pt x="85381" y="44051"/>
                          <a:pt x="87199" y="42056"/>
                          <a:pt x="89593" y="40549"/>
                        </a:cubicBezTo>
                        <a:cubicBezTo>
                          <a:pt x="92164" y="38953"/>
                          <a:pt x="95046" y="38155"/>
                          <a:pt x="97750" y="37446"/>
                        </a:cubicBezTo>
                        <a:cubicBezTo>
                          <a:pt x="104710" y="35584"/>
                          <a:pt x="111670" y="33766"/>
                          <a:pt x="118674" y="31904"/>
                        </a:cubicBezTo>
                        <a:cubicBezTo>
                          <a:pt x="110783" y="31284"/>
                          <a:pt x="100897" y="33367"/>
                          <a:pt x="91366" y="37667"/>
                        </a:cubicBezTo>
                        <a:cubicBezTo>
                          <a:pt x="87997" y="39174"/>
                          <a:pt x="84051" y="41081"/>
                          <a:pt x="81702" y="40371"/>
                        </a:cubicBezTo>
                        <a:cubicBezTo>
                          <a:pt x="79751" y="33367"/>
                          <a:pt x="92208" y="22417"/>
                          <a:pt x="93184" y="14260"/>
                        </a:cubicBezTo>
                        <a:cubicBezTo>
                          <a:pt x="93583" y="11024"/>
                          <a:pt x="92120" y="8542"/>
                          <a:pt x="90302" y="6370"/>
                        </a:cubicBezTo>
                        <a:cubicBezTo>
                          <a:pt x="88440" y="4198"/>
                          <a:pt x="83253" y="-3206"/>
                          <a:pt x="76781" y="1582"/>
                        </a:cubicBezTo>
                        <a:cubicBezTo>
                          <a:pt x="78953" y="4773"/>
                          <a:pt x="82589" y="6946"/>
                          <a:pt x="83564" y="11024"/>
                        </a:cubicBezTo>
                        <a:cubicBezTo>
                          <a:pt x="85071" y="17275"/>
                          <a:pt x="82057" y="25299"/>
                          <a:pt x="77890" y="33145"/>
                        </a:cubicBezTo>
                        <a:cubicBezTo>
                          <a:pt x="63438" y="60453"/>
                          <a:pt x="34401" y="88736"/>
                          <a:pt x="0" y="109040"/>
                        </a:cubicBezTo>
                        <a:cubicBezTo>
                          <a:pt x="23141" y="95918"/>
                          <a:pt x="44952" y="80402"/>
                          <a:pt x="63970" y="63512"/>
                        </a:cubicBezTo>
                        <a:cubicBezTo>
                          <a:pt x="54350" y="74639"/>
                          <a:pt x="44375" y="86298"/>
                          <a:pt x="41760" y="9693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57" name="Forme libre : forme 19456">
                    <a:extLst>
                      <a:ext uri="{FF2B5EF4-FFF2-40B4-BE49-F238E27FC236}">
                        <a16:creationId xmlns:a16="http://schemas.microsoft.com/office/drawing/2014/main" id="{B00B065E-69B8-456B-B721-1357ABB45F6A}"/>
                      </a:ext>
                    </a:extLst>
                  </p:cNvPr>
                  <p:cNvSpPr/>
                  <p:nvPr/>
                </p:nvSpPr>
                <p:spPr>
                  <a:xfrm>
                    <a:off x="6587142" y="5961849"/>
                    <a:ext cx="12678" cy="4433"/>
                  </a:xfrm>
                  <a:custGeom>
                    <a:avLst/>
                    <a:gdLst>
                      <a:gd name="connsiteX0" fmla="*/ 12679 w 12678"/>
                      <a:gd name="connsiteY0" fmla="*/ 0 h 4433"/>
                      <a:gd name="connsiteX1" fmla="*/ 0 w 12678"/>
                      <a:gd name="connsiteY1" fmla="*/ 4433 h 4433"/>
                      <a:gd name="connsiteX2" fmla="*/ 12679 w 12678"/>
                      <a:gd name="connsiteY2" fmla="*/ 0 h 4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678" h="4433">
                        <a:moveTo>
                          <a:pt x="12679" y="0"/>
                        </a:moveTo>
                        <a:cubicBezTo>
                          <a:pt x="8467" y="1241"/>
                          <a:pt x="4123" y="2837"/>
                          <a:pt x="0" y="4433"/>
                        </a:cubicBezTo>
                        <a:cubicBezTo>
                          <a:pt x="4167" y="3369"/>
                          <a:pt x="8467" y="1818"/>
                          <a:pt x="12679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58" name="Forme libre : forme 19457">
                    <a:extLst>
                      <a:ext uri="{FF2B5EF4-FFF2-40B4-BE49-F238E27FC236}">
                        <a16:creationId xmlns:a16="http://schemas.microsoft.com/office/drawing/2014/main" id="{E22F496D-3B7E-46E3-9E68-0C0BBFA521F9}"/>
                      </a:ext>
                    </a:extLst>
                  </p:cNvPr>
                  <p:cNvSpPr/>
                  <p:nvPr/>
                </p:nvSpPr>
                <p:spPr>
                  <a:xfrm>
                    <a:off x="6599821" y="5922173"/>
                    <a:ext cx="45882" cy="58871"/>
                  </a:xfrm>
                  <a:custGeom>
                    <a:avLst/>
                    <a:gdLst>
                      <a:gd name="connsiteX0" fmla="*/ 23850 w 45882"/>
                      <a:gd name="connsiteY0" fmla="*/ 25224 h 58871"/>
                      <a:gd name="connsiteX1" fmla="*/ 0 w 45882"/>
                      <a:gd name="connsiteY1" fmla="*/ 39676 h 58871"/>
                      <a:gd name="connsiteX2" fmla="*/ 20437 w 45882"/>
                      <a:gd name="connsiteY2" fmla="*/ 38391 h 58871"/>
                      <a:gd name="connsiteX3" fmla="*/ 26244 w 45882"/>
                      <a:gd name="connsiteY3" fmla="*/ 43755 h 58871"/>
                      <a:gd name="connsiteX4" fmla="*/ 45882 w 45882"/>
                      <a:gd name="connsiteY4" fmla="*/ 58872 h 58871"/>
                      <a:gd name="connsiteX5" fmla="*/ 31431 w 45882"/>
                      <a:gd name="connsiteY5" fmla="*/ 42779 h 58871"/>
                      <a:gd name="connsiteX6" fmla="*/ 26022 w 45882"/>
                      <a:gd name="connsiteY6" fmla="*/ 34356 h 58871"/>
                      <a:gd name="connsiteX7" fmla="*/ 23894 w 45882"/>
                      <a:gd name="connsiteY7" fmla="*/ 32893 h 58871"/>
                      <a:gd name="connsiteX8" fmla="*/ 26909 w 45882"/>
                      <a:gd name="connsiteY8" fmla="*/ 27396 h 58871"/>
                      <a:gd name="connsiteX9" fmla="*/ 43755 w 45882"/>
                      <a:gd name="connsiteY9" fmla="*/ 0 h 58871"/>
                      <a:gd name="connsiteX10" fmla="*/ 23850 w 45882"/>
                      <a:gd name="connsiteY10" fmla="*/ 25224 h 58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5882" h="58871">
                        <a:moveTo>
                          <a:pt x="23850" y="25224"/>
                        </a:moveTo>
                        <a:cubicBezTo>
                          <a:pt x="16801" y="31032"/>
                          <a:pt x="8511" y="35997"/>
                          <a:pt x="0" y="39676"/>
                        </a:cubicBezTo>
                        <a:cubicBezTo>
                          <a:pt x="8024" y="37282"/>
                          <a:pt x="15560" y="36130"/>
                          <a:pt x="20437" y="38391"/>
                        </a:cubicBezTo>
                        <a:cubicBezTo>
                          <a:pt x="23096" y="39632"/>
                          <a:pt x="24604" y="41759"/>
                          <a:pt x="26244" y="43755"/>
                        </a:cubicBezTo>
                        <a:cubicBezTo>
                          <a:pt x="31298" y="49872"/>
                          <a:pt x="37903" y="54971"/>
                          <a:pt x="45882" y="58872"/>
                        </a:cubicBezTo>
                        <a:cubicBezTo>
                          <a:pt x="40075" y="54172"/>
                          <a:pt x="34179" y="49429"/>
                          <a:pt x="31431" y="42779"/>
                        </a:cubicBezTo>
                        <a:cubicBezTo>
                          <a:pt x="30145" y="39676"/>
                          <a:pt x="29436" y="36041"/>
                          <a:pt x="26022" y="34356"/>
                        </a:cubicBezTo>
                        <a:cubicBezTo>
                          <a:pt x="25180" y="33958"/>
                          <a:pt x="24205" y="33647"/>
                          <a:pt x="23894" y="32893"/>
                        </a:cubicBezTo>
                        <a:cubicBezTo>
                          <a:pt x="23274" y="31475"/>
                          <a:pt x="25224" y="29258"/>
                          <a:pt x="26909" y="27396"/>
                        </a:cubicBezTo>
                        <a:cubicBezTo>
                          <a:pt x="31652" y="22165"/>
                          <a:pt x="47833" y="2882"/>
                          <a:pt x="43755" y="0"/>
                        </a:cubicBezTo>
                        <a:cubicBezTo>
                          <a:pt x="38745" y="8911"/>
                          <a:pt x="33957" y="16890"/>
                          <a:pt x="23850" y="2522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59" name="Forme libre : forme 19458">
                    <a:extLst>
                      <a:ext uri="{FF2B5EF4-FFF2-40B4-BE49-F238E27FC236}">
                        <a16:creationId xmlns:a16="http://schemas.microsoft.com/office/drawing/2014/main" id="{0806D0C1-61F7-464F-813F-B2471DAD1314}"/>
                      </a:ext>
                    </a:extLst>
                  </p:cNvPr>
                  <p:cNvSpPr/>
                  <p:nvPr/>
                </p:nvSpPr>
                <p:spPr>
                  <a:xfrm>
                    <a:off x="6585458" y="6081676"/>
                    <a:ext cx="14053" cy="23140"/>
                  </a:xfrm>
                  <a:custGeom>
                    <a:avLst/>
                    <a:gdLst>
                      <a:gd name="connsiteX0" fmla="*/ 4522 w 14053"/>
                      <a:gd name="connsiteY0" fmla="*/ 12014 h 23140"/>
                      <a:gd name="connsiteX1" fmla="*/ 0 w 14053"/>
                      <a:gd name="connsiteY1" fmla="*/ 19639 h 23140"/>
                      <a:gd name="connsiteX2" fmla="*/ 133 w 14053"/>
                      <a:gd name="connsiteY2" fmla="*/ 19816 h 23140"/>
                      <a:gd name="connsiteX3" fmla="*/ 1773 w 14053"/>
                      <a:gd name="connsiteY3" fmla="*/ 23141 h 23140"/>
                      <a:gd name="connsiteX4" fmla="*/ 9398 w 14053"/>
                      <a:gd name="connsiteY4" fmla="*/ 9265 h 23140"/>
                      <a:gd name="connsiteX5" fmla="*/ 14053 w 14053"/>
                      <a:gd name="connsiteY5" fmla="*/ 0 h 23140"/>
                      <a:gd name="connsiteX6" fmla="*/ 11792 w 14053"/>
                      <a:gd name="connsiteY6" fmla="*/ 1995 h 23140"/>
                      <a:gd name="connsiteX7" fmla="*/ 4522 w 14053"/>
                      <a:gd name="connsiteY7" fmla="*/ 12014 h 23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053" h="23140">
                        <a:moveTo>
                          <a:pt x="4522" y="12014"/>
                        </a:moveTo>
                        <a:cubicBezTo>
                          <a:pt x="3015" y="14541"/>
                          <a:pt x="1507" y="17112"/>
                          <a:pt x="0" y="19639"/>
                        </a:cubicBezTo>
                        <a:cubicBezTo>
                          <a:pt x="44" y="19683"/>
                          <a:pt x="133" y="19771"/>
                          <a:pt x="133" y="19816"/>
                        </a:cubicBezTo>
                        <a:cubicBezTo>
                          <a:pt x="709" y="20880"/>
                          <a:pt x="798" y="22299"/>
                          <a:pt x="1773" y="23141"/>
                        </a:cubicBezTo>
                        <a:cubicBezTo>
                          <a:pt x="2571" y="18752"/>
                          <a:pt x="5275" y="13876"/>
                          <a:pt x="9398" y="9265"/>
                        </a:cubicBezTo>
                        <a:cubicBezTo>
                          <a:pt x="11837" y="6561"/>
                          <a:pt x="13388" y="3236"/>
                          <a:pt x="14053" y="0"/>
                        </a:cubicBezTo>
                        <a:cubicBezTo>
                          <a:pt x="13255" y="621"/>
                          <a:pt x="12501" y="1286"/>
                          <a:pt x="11792" y="1995"/>
                        </a:cubicBezTo>
                        <a:cubicBezTo>
                          <a:pt x="8556" y="5187"/>
                          <a:pt x="6517" y="8644"/>
                          <a:pt x="4522" y="12014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60" name="Forme libre : forme 19459">
                    <a:extLst>
                      <a:ext uri="{FF2B5EF4-FFF2-40B4-BE49-F238E27FC236}">
                        <a16:creationId xmlns:a16="http://schemas.microsoft.com/office/drawing/2014/main" id="{270AAABE-03FB-487C-9848-E800D6C015EE}"/>
                      </a:ext>
                    </a:extLst>
                  </p:cNvPr>
                  <p:cNvSpPr/>
                  <p:nvPr/>
                </p:nvSpPr>
                <p:spPr>
                  <a:xfrm>
                    <a:off x="6539885" y="6087155"/>
                    <a:ext cx="48896" cy="35925"/>
                  </a:xfrm>
                  <a:custGeom>
                    <a:avLst/>
                    <a:gdLst>
                      <a:gd name="connsiteX0" fmla="*/ 47301 w 48896"/>
                      <a:gd name="connsiteY0" fmla="*/ 62 h 35925"/>
                      <a:gd name="connsiteX1" fmla="*/ 32982 w 48896"/>
                      <a:gd name="connsiteY1" fmla="*/ 15179 h 35925"/>
                      <a:gd name="connsiteX2" fmla="*/ 0 w 48896"/>
                      <a:gd name="connsiteY2" fmla="*/ 35394 h 35925"/>
                      <a:gd name="connsiteX3" fmla="*/ 13255 w 48896"/>
                      <a:gd name="connsiteY3" fmla="*/ 31138 h 35925"/>
                      <a:gd name="connsiteX4" fmla="*/ 39144 w 48896"/>
                      <a:gd name="connsiteY4" fmla="*/ 14558 h 35925"/>
                      <a:gd name="connsiteX5" fmla="*/ 41582 w 48896"/>
                      <a:gd name="connsiteY5" fmla="*/ 13228 h 35925"/>
                      <a:gd name="connsiteX6" fmla="*/ 42203 w 48896"/>
                      <a:gd name="connsiteY6" fmla="*/ 13095 h 35925"/>
                      <a:gd name="connsiteX7" fmla="*/ 48897 w 48896"/>
                      <a:gd name="connsiteY7" fmla="*/ 106 h 35925"/>
                      <a:gd name="connsiteX8" fmla="*/ 47301 w 48896"/>
                      <a:gd name="connsiteY8" fmla="*/ 62 h 35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896" h="35925">
                        <a:moveTo>
                          <a:pt x="47301" y="62"/>
                        </a:moveTo>
                        <a:cubicBezTo>
                          <a:pt x="43755" y="4894"/>
                          <a:pt x="39188" y="9726"/>
                          <a:pt x="32982" y="15179"/>
                        </a:cubicBezTo>
                        <a:cubicBezTo>
                          <a:pt x="23451" y="23601"/>
                          <a:pt x="11836" y="32512"/>
                          <a:pt x="0" y="35394"/>
                        </a:cubicBezTo>
                        <a:cubicBezTo>
                          <a:pt x="2483" y="37211"/>
                          <a:pt x="8777" y="34020"/>
                          <a:pt x="13255" y="31138"/>
                        </a:cubicBezTo>
                        <a:cubicBezTo>
                          <a:pt x="21900" y="25597"/>
                          <a:pt x="30500" y="20055"/>
                          <a:pt x="39144" y="14558"/>
                        </a:cubicBezTo>
                        <a:cubicBezTo>
                          <a:pt x="39942" y="14071"/>
                          <a:pt x="40740" y="13539"/>
                          <a:pt x="41582" y="13228"/>
                        </a:cubicBezTo>
                        <a:cubicBezTo>
                          <a:pt x="41804" y="13139"/>
                          <a:pt x="41981" y="13139"/>
                          <a:pt x="42203" y="13095"/>
                        </a:cubicBezTo>
                        <a:cubicBezTo>
                          <a:pt x="44242" y="8795"/>
                          <a:pt x="46459" y="4451"/>
                          <a:pt x="48897" y="106"/>
                        </a:cubicBezTo>
                        <a:cubicBezTo>
                          <a:pt x="48454" y="-27"/>
                          <a:pt x="47877" y="-27"/>
                          <a:pt x="47301" y="62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61" name="Forme libre : forme 19460">
                    <a:extLst>
                      <a:ext uri="{FF2B5EF4-FFF2-40B4-BE49-F238E27FC236}">
                        <a16:creationId xmlns:a16="http://schemas.microsoft.com/office/drawing/2014/main" id="{A9DFDB25-A9AB-49B6-9F92-02B8BD3E0AA8}"/>
                      </a:ext>
                    </a:extLst>
                  </p:cNvPr>
                  <p:cNvSpPr/>
                  <p:nvPr/>
                </p:nvSpPr>
                <p:spPr>
                  <a:xfrm>
                    <a:off x="6706304" y="5921153"/>
                    <a:ext cx="93449" cy="64594"/>
                  </a:xfrm>
                  <a:custGeom>
                    <a:avLst/>
                    <a:gdLst>
                      <a:gd name="connsiteX0" fmla="*/ 37726 w 93449"/>
                      <a:gd name="connsiteY0" fmla="*/ 46326 h 64594"/>
                      <a:gd name="connsiteX1" fmla="*/ 0 w 93449"/>
                      <a:gd name="connsiteY1" fmla="*/ 61930 h 64594"/>
                      <a:gd name="connsiteX2" fmla="*/ 51158 w 93449"/>
                      <a:gd name="connsiteY2" fmla="*/ 41627 h 64594"/>
                      <a:gd name="connsiteX3" fmla="*/ 93450 w 93449"/>
                      <a:gd name="connsiteY3" fmla="*/ 0 h 64594"/>
                      <a:gd name="connsiteX4" fmla="*/ 37726 w 93449"/>
                      <a:gd name="connsiteY4" fmla="*/ 46326 h 64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449" h="64594">
                        <a:moveTo>
                          <a:pt x="37726" y="46326"/>
                        </a:moveTo>
                        <a:cubicBezTo>
                          <a:pt x="24737" y="53773"/>
                          <a:pt x="12457" y="56344"/>
                          <a:pt x="0" y="61930"/>
                        </a:cubicBezTo>
                        <a:cubicBezTo>
                          <a:pt x="6118" y="72348"/>
                          <a:pt x="40519" y="49385"/>
                          <a:pt x="51158" y="41627"/>
                        </a:cubicBezTo>
                        <a:cubicBezTo>
                          <a:pt x="68403" y="29081"/>
                          <a:pt x="85559" y="14762"/>
                          <a:pt x="93450" y="0"/>
                        </a:cubicBezTo>
                        <a:cubicBezTo>
                          <a:pt x="78067" y="16934"/>
                          <a:pt x="59625" y="33780"/>
                          <a:pt x="37726" y="4632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62" name="Forme libre : forme 19461">
                    <a:extLst>
                      <a:ext uri="{FF2B5EF4-FFF2-40B4-BE49-F238E27FC236}">
                        <a16:creationId xmlns:a16="http://schemas.microsoft.com/office/drawing/2014/main" id="{57C0A436-2998-4928-AE0F-02A1EB43694B}"/>
                      </a:ext>
                    </a:extLst>
                  </p:cNvPr>
                  <p:cNvSpPr/>
                  <p:nvPr/>
                </p:nvSpPr>
                <p:spPr>
                  <a:xfrm>
                    <a:off x="6516257" y="6052240"/>
                    <a:ext cx="130155" cy="75673"/>
                  </a:xfrm>
                  <a:custGeom>
                    <a:avLst/>
                    <a:gdLst>
                      <a:gd name="connsiteX0" fmla="*/ 70930 w 130155"/>
                      <a:gd name="connsiteY0" fmla="*/ 34977 h 75673"/>
                      <a:gd name="connsiteX1" fmla="*/ 79574 w 130155"/>
                      <a:gd name="connsiteY1" fmla="*/ 17777 h 75673"/>
                      <a:gd name="connsiteX2" fmla="*/ 83298 w 130155"/>
                      <a:gd name="connsiteY2" fmla="*/ 29436 h 75673"/>
                      <a:gd name="connsiteX3" fmla="*/ 107059 w 130155"/>
                      <a:gd name="connsiteY3" fmla="*/ 16802 h 75673"/>
                      <a:gd name="connsiteX4" fmla="*/ 130156 w 130155"/>
                      <a:gd name="connsiteY4" fmla="*/ 0 h 75673"/>
                      <a:gd name="connsiteX5" fmla="*/ 102405 w 130155"/>
                      <a:gd name="connsiteY5" fmla="*/ 13831 h 75673"/>
                      <a:gd name="connsiteX6" fmla="*/ 73678 w 130155"/>
                      <a:gd name="connsiteY6" fmla="*/ 11570 h 75673"/>
                      <a:gd name="connsiteX7" fmla="*/ 73058 w 130155"/>
                      <a:gd name="connsiteY7" fmla="*/ 23096 h 75673"/>
                      <a:gd name="connsiteX8" fmla="*/ 56832 w 130155"/>
                      <a:gd name="connsiteY8" fmla="*/ 38391 h 75673"/>
                      <a:gd name="connsiteX9" fmla="*/ 0 w 130155"/>
                      <a:gd name="connsiteY9" fmla="*/ 75673 h 75673"/>
                      <a:gd name="connsiteX10" fmla="*/ 61975 w 130155"/>
                      <a:gd name="connsiteY10" fmla="*/ 40164 h 75673"/>
                      <a:gd name="connsiteX11" fmla="*/ 70930 w 130155"/>
                      <a:gd name="connsiteY11" fmla="*/ 34977 h 75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0155" h="75673">
                        <a:moveTo>
                          <a:pt x="70930" y="34977"/>
                        </a:moveTo>
                        <a:cubicBezTo>
                          <a:pt x="74919" y="29525"/>
                          <a:pt x="77624" y="24072"/>
                          <a:pt x="79574" y="17777"/>
                        </a:cubicBezTo>
                        <a:cubicBezTo>
                          <a:pt x="83165" y="19594"/>
                          <a:pt x="84318" y="24382"/>
                          <a:pt x="83298" y="29436"/>
                        </a:cubicBezTo>
                        <a:cubicBezTo>
                          <a:pt x="89948" y="23983"/>
                          <a:pt x="98858" y="20437"/>
                          <a:pt x="107059" y="16802"/>
                        </a:cubicBezTo>
                        <a:cubicBezTo>
                          <a:pt x="116192" y="12767"/>
                          <a:pt x="126609" y="6916"/>
                          <a:pt x="130156" y="0"/>
                        </a:cubicBezTo>
                        <a:cubicBezTo>
                          <a:pt x="123152" y="7270"/>
                          <a:pt x="111803" y="12545"/>
                          <a:pt x="102405" y="13831"/>
                        </a:cubicBezTo>
                        <a:cubicBezTo>
                          <a:pt x="95932" y="14718"/>
                          <a:pt x="78732" y="6605"/>
                          <a:pt x="73678" y="11570"/>
                        </a:cubicBezTo>
                        <a:cubicBezTo>
                          <a:pt x="70930" y="14230"/>
                          <a:pt x="74565" y="19816"/>
                          <a:pt x="73058" y="23096"/>
                        </a:cubicBezTo>
                        <a:cubicBezTo>
                          <a:pt x="70442" y="28726"/>
                          <a:pt x="63172" y="33958"/>
                          <a:pt x="56832" y="38391"/>
                        </a:cubicBezTo>
                        <a:cubicBezTo>
                          <a:pt x="38302" y="51291"/>
                          <a:pt x="19683" y="64280"/>
                          <a:pt x="0" y="75673"/>
                        </a:cubicBezTo>
                        <a:cubicBezTo>
                          <a:pt x="21944" y="67738"/>
                          <a:pt x="43976" y="55148"/>
                          <a:pt x="61975" y="40164"/>
                        </a:cubicBezTo>
                        <a:cubicBezTo>
                          <a:pt x="64546" y="37948"/>
                          <a:pt x="68181" y="35376"/>
                          <a:pt x="70930" y="3497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63" name="Forme libre : forme 19462">
                    <a:extLst>
                      <a:ext uri="{FF2B5EF4-FFF2-40B4-BE49-F238E27FC236}">
                        <a16:creationId xmlns:a16="http://schemas.microsoft.com/office/drawing/2014/main" id="{112D2540-5E86-4D41-AB38-B8123613CDB6}"/>
                      </a:ext>
                    </a:extLst>
                  </p:cNvPr>
                  <p:cNvSpPr/>
                  <p:nvPr/>
                </p:nvSpPr>
                <p:spPr>
                  <a:xfrm>
                    <a:off x="6573799" y="6100144"/>
                    <a:ext cx="11658" cy="20897"/>
                  </a:xfrm>
                  <a:custGeom>
                    <a:avLst/>
                    <a:gdLst>
                      <a:gd name="connsiteX0" fmla="*/ 8290 w 11658"/>
                      <a:gd name="connsiteY0" fmla="*/ 106 h 20897"/>
                      <a:gd name="connsiteX1" fmla="*/ 0 w 11658"/>
                      <a:gd name="connsiteY1" fmla="*/ 20898 h 20897"/>
                      <a:gd name="connsiteX2" fmla="*/ 11659 w 11658"/>
                      <a:gd name="connsiteY2" fmla="*/ 1171 h 20897"/>
                      <a:gd name="connsiteX3" fmla="*/ 8290 w 11658"/>
                      <a:gd name="connsiteY3" fmla="*/ 106 h 20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8" h="20897">
                        <a:moveTo>
                          <a:pt x="8290" y="106"/>
                        </a:moveTo>
                        <a:cubicBezTo>
                          <a:pt x="4965" y="7111"/>
                          <a:pt x="2128" y="14071"/>
                          <a:pt x="0" y="20898"/>
                        </a:cubicBezTo>
                        <a:cubicBezTo>
                          <a:pt x="3901" y="14337"/>
                          <a:pt x="7758" y="7732"/>
                          <a:pt x="11659" y="1171"/>
                        </a:cubicBezTo>
                        <a:cubicBezTo>
                          <a:pt x="11083" y="328"/>
                          <a:pt x="9886" y="-248"/>
                          <a:pt x="8290" y="10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64" name="Forme libre : forme 19463">
                    <a:extLst>
                      <a:ext uri="{FF2B5EF4-FFF2-40B4-BE49-F238E27FC236}">
                        <a16:creationId xmlns:a16="http://schemas.microsoft.com/office/drawing/2014/main" id="{F0424D2F-6DFB-4306-8AF7-D661F6C18D7A}"/>
                      </a:ext>
                    </a:extLst>
                  </p:cNvPr>
                  <p:cNvSpPr/>
                  <p:nvPr/>
                </p:nvSpPr>
                <p:spPr>
                  <a:xfrm>
                    <a:off x="6582089" y="6070017"/>
                    <a:ext cx="17821" cy="31297"/>
                  </a:xfrm>
                  <a:custGeom>
                    <a:avLst/>
                    <a:gdLst>
                      <a:gd name="connsiteX0" fmla="*/ 13742 w 17821"/>
                      <a:gd name="connsiteY0" fmla="*/ 0 h 31297"/>
                      <a:gd name="connsiteX1" fmla="*/ 5098 w 17821"/>
                      <a:gd name="connsiteY1" fmla="*/ 17200 h 31297"/>
                      <a:gd name="connsiteX2" fmla="*/ 6694 w 17821"/>
                      <a:gd name="connsiteY2" fmla="*/ 17245 h 31297"/>
                      <a:gd name="connsiteX3" fmla="*/ 0 w 17821"/>
                      <a:gd name="connsiteY3" fmla="*/ 30233 h 31297"/>
                      <a:gd name="connsiteX4" fmla="*/ 3369 w 17821"/>
                      <a:gd name="connsiteY4" fmla="*/ 31298 h 31297"/>
                      <a:gd name="connsiteX5" fmla="*/ 7891 w 17821"/>
                      <a:gd name="connsiteY5" fmla="*/ 23673 h 31297"/>
                      <a:gd name="connsiteX6" fmla="*/ 15205 w 17821"/>
                      <a:gd name="connsiteY6" fmla="*/ 13654 h 31297"/>
                      <a:gd name="connsiteX7" fmla="*/ 17466 w 17821"/>
                      <a:gd name="connsiteY7" fmla="*/ 11659 h 31297"/>
                      <a:gd name="connsiteX8" fmla="*/ 13742 w 17821"/>
                      <a:gd name="connsiteY8" fmla="*/ 0 h 31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821" h="31297">
                        <a:moveTo>
                          <a:pt x="13742" y="0"/>
                        </a:moveTo>
                        <a:cubicBezTo>
                          <a:pt x="11792" y="6295"/>
                          <a:pt x="9132" y="11703"/>
                          <a:pt x="5098" y="17200"/>
                        </a:cubicBezTo>
                        <a:cubicBezTo>
                          <a:pt x="5674" y="17112"/>
                          <a:pt x="6251" y="17112"/>
                          <a:pt x="6694" y="17245"/>
                        </a:cubicBezTo>
                        <a:cubicBezTo>
                          <a:pt x="4211" y="21589"/>
                          <a:pt x="2039" y="25934"/>
                          <a:pt x="0" y="30233"/>
                        </a:cubicBezTo>
                        <a:cubicBezTo>
                          <a:pt x="1596" y="29879"/>
                          <a:pt x="2748" y="30455"/>
                          <a:pt x="3369" y="31298"/>
                        </a:cubicBezTo>
                        <a:cubicBezTo>
                          <a:pt x="4876" y="28771"/>
                          <a:pt x="6384" y="26200"/>
                          <a:pt x="7891" y="23673"/>
                        </a:cubicBezTo>
                        <a:cubicBezTo>
                          <a:pt x="9886" y="20303"/>
                          <a:pt x="11925" y="16846"/>
                          <a:pt x="15205" y="13654"/>
                        </a:cubicBezTo>
                        <a:cubicBezTo>
                          <a:pt x="15915" y="12945"/>
                          <a:pt x="16668" y="12324"/>
                          <a:pt x="17466" y="11659"/>
                        </a:cubicBezTo>
                        <a:cubicBezTo>
                          <a:pt x="18486" y="6605"/>
                          <a:pt x="17333" y="1818"/>
                          <a:pt x="1374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65" name="Forme libre : forme 19464">
                    <a:extLst>
                      <a:ext uri="{FF2B5EF4-FFF2-40B4-BE49-F238E27FC236}">
                        <a16:creationId xmlns:a16="http://schemas.microsoft.com/office/drawing/2014/main" id="{34AC4D90-0A8B-4BE0-91C2-132D8BA90504}"/>
                      </a:ext>
                    </a:extLst>
                  </p:cNvPr>
                  <p:cNvSpPr/>
                  <p:nvPr/>
                </p:nvSpPr>
                <p:spPr>
                  <a:xfrm>
                    <a:off x="6693359" y="6016990"/>
                    <a:ext cx="46167" cy="34895"/>
                  </a:xfrm>
                  <a:custGeom>
                    <a:avLst/>
                    <a:gdLst>
                      <a:gd name="connsiteX0" fmla="*/ 46148 w 46167"/>
                      <a:gd name="connsiteY0" fmla="*/ 14503 h 34895"/>
                      <a:gd name="connsiteX1" fmla="*/ 36484 w 46167"/>
                      <a:gd name="connsiteY1" fmla="*/ 1425 h 34895"/>
                      <a:gd name="connsiteX2" fmla="*/ 21722 w 46167"/>
                      <a:gd name="connsiteY2" fmla="*/ 7 h 34895"/>
                      <a:gd name="connsiteX3" fmla="*/ 0 w 46167"/>
                      <a:gd name="connsiteY3" fmla="*/ 5149 h 34895"/>
                      <a:gd name="connsiteX4" fmla="*/ 16491 w 46167"/>
                      <a:gd name="connsiteY4" fmla="*/ 2755 h 34895"/>
                      <a:gd name="connsiteX5" fmla="*/ 33957 w 46167"/>
                      <a:gd name="connsiteY5" fmla="*/ 7499 h 34895"/>
                      <a:gd name="connsiteX6" fmla="*/ 41848 w 46167"/>
                      <a:gd name="connsiteY6" fmla="*/ 15345 h 34895"/>
                      <a:gd name="connsiteX7" fmla="*/ 34756 w 46167"/>
                      <a:gd name="connsiteY7" fmla="*/ 34895 h 34895"/>
                      <a:gd name="connsiteX8" fmla="*/ 46148 w 46167"/>
                      <a:gd name="connsiteY8" fmla="*/ 14503 h 34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167" h="34895">
                        <a:moveTo>
                          <a:pt x="46148" y="14503"/>
                        </a:moveTo>
                        <a:cubicBezTo>
                          <a:pt x="46459" y="8297"/>
                          <a:pt x="42912" y="3464"/>
                          <a:pt x="36484" y="1425"/>
                        </a:cubicBezTo>
                        <a:cubicBezTo>
                          <a:pt x="32273" y="96"/>
                          <a:pt x="27042" y="-37"/>
                          <a:pt x="21722" y="7"/>
                        </a:cubicBezTo>
                        <a:cubicBezTo>
                          <a:pt x="16003" y="51"/>
                          <a:pt x="6029" y="184"/>
                          <a:pt x="0" y="5149"/>
                        </a:cubicBezTo>
                        <a:cubicBezTo>
                          <a:pt x="5763" y="3731"/>
                          <a:pt x="11393" y="2578"/>
                          <a:pt x="16491" y="2755"/>
                        </a:cubicBezTo>
                        <a:cubicBezTo>
                          <a:pt x="23495" y="2977"/>
                          <a:pt x="29081" y="4972"/>
                          <a:pt x="33957" y="7499"/>
                        </a:cubicBezTo>
                        <a:cubicBezTo>
                          <a:pt x="37593" y="9405"/>
                          <a:pt x="40962" y="11666"/>
                          <a:pt x="41848" y="15345"/>
                        </a:cubicBezTo>
                        <a:cubicBezTo>
                          <a:pt x="43134" y="20754"/>
                          <a:pt x="38923" y="28068"/>
                          <a:pt x="34756" y="34895"/>
                        </a:cubicBezTo>
                        <a:cubicBezTo>
                          <a:pt x="41671" y="28246"/>
                          <a:pt x="45838" y="20709"/>
                          <a:pt x="46148" y="1450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66" name="Forme libre : forme 19465">
                    <a:extLst>
                      <a:ext uri="{FF2B5EF4-FFF2-40B4-BE49-F238E27FC236}">
                        <a16:creationId xmlns:a16="http://schemas.microsoft.com/office/drawing/2014/main" id="{D7613A9E-31C2-46CF-BC4B-49397C1F65BB}"/>
                      </a:ext>
                    </a:extLst>
                  </p:cNvPr>
                  <p:cNvSpPr/>
                  <p:nvPr/>
                </p:nvSpPr>
                <p:spPr>
                  <a:xfrm>
                    <a:off x="6637236" y="6093955"/>
                    <a:ext cx="85026" cy="38434"/>
                  </a:xfrm>
                  <a:custGeom>
                    <a:avLst/>
                    <a:gdLst>
                      <a:gd name="connsiteX0" fmla="*/ 48321 w 85026"/>
                      <a:gd name="connsiteY0" fmla="*/ 14762 h 38434"/>
                      <a:gd name="connsiteX1" fmla="*/ 53951 w 85026"/>
                      <a:gd name="connsiteY1" fmla="*/ 15383 h 38434"/>
                      <a:gd name="connsiteX2" fmla="*/ 85027 w 85026"/>
                      <a:gd name="connsiteY2" fmla="*/ 22697 h 38434"/>
                      <a:gd name="connsiteX3" fmla="*/ 65831 w 85026"/>
                      <a:gd name="connsiteY3" fmla="*/ 15516 h 38434"/>
                      <a:gd name="connsiteX4" fmla="*/ 57586 w 85026"/>
                      <a:gd name="connsiteY4" fmla="*/ 8644 h 38434"/>
                      <a:gd name="connsiteX5" fmla="*/ 55458 w 85026"/>
                      <a:gd name="connsiteY5" fmla="*/ 0 h 38434"/>
                      <a:gd name="connsiteX6" fmla="*/ 36351 w 85026"/>
                      <a:gd name="connsiteY6" fmla="*/ 18131 h 38434"/>
                      <a:gd name="connsiteX7" fmla="*/ 0 w 85026"/>
                      <a:gd name="connsiteY7" fmla="*/ 38435 h 38434"/>
                      <a:gd name="connsiteX8" fmla="*/ 25845 w 85026"/>
                      <a:gd name="connsiteY8" fmla="*/ 26864 h 38434"/>
                      <a:gd name="connsiteX9" fmla="*/ 48321 w 85026"/>
                      <a:gd name="connsiteY9" fmla="*/ 14762 h 38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5026" h="38434">
                        <a:moveTo>
                          <a:pt x="48321" y="14762"/>
                        </a:moveTo>
                        <a:cubicBezTo>
                          <a:pt x="50448" y="14585"/>
                          <a:pt x="52222" y="14984"/>
                          <a:pt x="53951" y="15383"/>
                        </a:cubicBezTo>
                        <a:cubicBezTo>
                          <a:pt x="64324" y="17821"/>
                          <a:pt x="74653" y="20259"/>
                          <a:pt x="85027" y="22697"/>
                        </a:cubicBezTo>
                        <a:cubicBezTo>
                          <a:pt x="78643" y="20303"/>
                          <a:pt x="72259" y="17909"/>
                          <a:pt x="65831" y="15516"/>
                        </a:cubicBezTo>
                        <a:cubicBezTo>
                          <a:pt x="61797" y="14009"/>
                          <a:pt x="58428" y="12412"/>
                          <a:pt x="57586" y="8644"/>
                        </a:cubicBezTo>
                        <a:cubicBezTo>
                          <a:pt x="56876" y="5541"/>
                          <a:pt x="60423" y="576"/>
                          <a:pt x="55458" y="0"/>
                        </a:cubicBezTo>
                        <a:cubicBezTo>
                          <a:pt x="49163" y="6162"/>
                          <a:pt x="44198" y="12324"/>
                          <a:pt x="36351" y="18131"/>
                        </a:cubicBezTo>
                        <a:cubicBezTo>
                          <a:pt x="25268" y="26332"/>
                          <a:pt x="12590" y="32805"/>
                          <a:pt x="0" y="38435"/>
                        </a:cubicBezTo>
                        <a:cubicBezTo>
                          <a:pt x="8644" y="36396"/>
                          <a:pt x="17865" y="32273"/>
                          <a:pt x="25845" y="26864"/>
                        </a:cubicBezTo>
                        <a:cubicBezTo>
                          <a:pt x="33159" y="21944"/>
                          <a:pt x="41006" y="15338"/>
                          <a:pt x="48321" y="1476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67" name="Forme libre : forme 19466">
                    <a:extLst>
                      <a:ext uri="{FF2B5EF4-FFF2-40B4-BE49-F238E27FC236}">
                        <a16:creationId xmlns:a16="http://schemas.microsoft.com/office/drawing/2014/main" id="{9B5038E9-DABA-43AB-BBDE-80D13BA09D7A}"/>
                      </a:ext>
                    </a:extLst>
                  </p:cNvPr>
                  <p:cNvSpPr/>
                  <p:nvPr/>
                </p:nvSpPr>
                <p:spPr>
                  <a:xfrm>
                    <a:off x="6781800" y="5918405"/>
                    <a:ext cx="139420" cy="99300"/>
                  </a:xfrm>
                  <a:custGeom>
                    <a:avLst/>
                    <a:gdLst>
                      <a:gd name="connsiteX0" fmla="*/ 45882 w 139420"/>
                      <a:gd name="connsiteY0" fmla="*/ 67028 h 99300"/>
                      <a:gd name="connsiteX1" fmla="*/ 33869 w 139420"/>
                      <a:gd name="connsiteY1" fmla="*/ 81569 h 99300"/>
                      <a:gd name="connsiteX2" fmla="*/ 0 w 139420"/>
                      <a:gd name="connsiteY2" fmla="*/ 99301 h 99300"/>
                      <a:gd name="connsiteX3" fmla="*/ 63970 w 139420"/>
                      <a:gd name="connsiteY3" fmla="*/ 93893 h 99300"/>
                      <a:gd name="connsiteX4" fmla="*/ 48720 w 139420"/>
                      <a:gd name="connsiteY4" fmla="*/ 83608 h 99300"/>
                      <a:gd name="connsiteX5" fmla="*/ 53995 w 139420"/>
                      <a:gd name="connsiteY5" fmla="*/ 61975 h 99300"/>
                      <a:gd name="connsiteX6" fmla="*/ 63526 w 139420"/>
                      <a:gd name="connsiteY6" fmla="*/ 45661 h 99300"/>
                      <a:gd name="connsiteX7" fmla="*/ 71018 w 139420"/>
                      <a:gd name="connsiteY7" fmla="*/ 35332 h 99300"/>
                      <a:gd name="connsiteX8" fmla="*/ 102227 w 139420"/>
                      <a:gd name="connsiteY8" fmla="*/ 19417 h 99300"/>
                      <a:gd name="connsiteX9" fmla="*/ 139421 w 139420"/>
                      <a:gd name="connsiteY9" fmla="*/ 0 h 99300"/>
                      <a:gd name="connsiteX10" fmla="*/ 81702 w 139420"/>
                      <a:gd name="connsiteY10" fmla="*/ 24470 h 99300"/>
                      <a:gd name="connsiteX11" fmla="*/ 45971 w 139420"/>
                      <a:gd name="connsiteY11" fmla="*/ 20702 h 99300"/>
                      <a:gd name="connsiteX12" fmla="*/ 62817 w 139420"/>
                      <a:gd name="connsiteY12" fmla="*/ 29835 h 99300"/>
                      <a:gd name="connsiteX13" fmla="*/ 66718 w 139420"/>
                      <a:gd name="connsiteY13" fmla="*/ 31741 h 99300"/>
                      <a:gd name="connsiteX14" fmla="*/ 64856 w 139420"/>
                      <a:gd name="connsiteY14" fmla="*/ 37637 h 99300"/>
                      <a:gd name="connsiteX15" fmla="*/ 45882 w 139420"/>
                      <a:gd name="connsiteY15" fmla="*/ 67028 h 99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39420" h="99300">
                        <a:moveTo>
                          <a:pt x="45882" y="67028"/>
                        </a:moveTo>
                        <a:cubicBezTo>
                          <a:pt x="42558" y="71949"/>
                          <a:pt x="39011" y="77003"/>
                          <a:pt x="33869" y="81569"/>
                        </a:cubicBezTo>
                        <a:cubicBezTo>
                          <a:pt x="24559" y="89815"/>
                          <a:pt x="11792" y="94823"/>
                          <a:pt x="0" y="99301"/>
                        </a:cubicBezTo>
                        <a:cubicBezTo>
                          <a:pt x="23983" y="90080"/>
                          <a:pt x="47922" y="88086"/>
                          <a:pt x="63970" y="93893"/>
                        </a:cubicBezTo>
                        <a:cubicBezTo>
                          <a:pt x="62906" y="87952"/>
                          <a:pt x="52444" y="88130"/>
                          <a:pt x="48720" y="83608"/>
                        </a:cubicBezTo>
                        <a:cubicBezTo>
                          <a:pt x="44686" y="78732"/>
                          <a:pt x="49385" y="69821"/>
                          <a:pt x="53995" y="61975"/>
                        </a:cubicBezTo>
                        <a:cubicBezTo>
                          <a:pt x="57187" y="56522"/>
                          <a:pt x="60334" y="51113"/>
                          <a:pt x="63526" y="45661"/>
                        </a:cubicBezTo>
                        <a:cubicBezTo>
                          <a:pt x="65565" y="42203"/>
                          <a:pt x="67649" y="38656"/>
                          <a:pt x="71018" y="35332"/>
                        </a:cubicBezTo>
                        <a:cubicBezTo>
                          <a:pt x="79042" y="27485"/>
                          <a:pt x="91322" y="23628"/>
                          <a:pt x="102227" y="19417"/>
                        </a:cubicBezTo>
                        <a:cubicBezTo>
                          <a:pt x="115039" y="14452"/>
                          <a:pt x="127762" y="7802"/>
                          <a:pt x="139421" y="0"/>
                        </a:cubicBezTo>
                        <a:cubicBezTo>
                          <a:pt x="120713" y="10595"/>
                          <a:pt x="100675" y="20437"/>
                          <a:pt x="81702" y="24470"/>
                        </a:cubicBezTo>
                        <a:cubicBezTo>
                          <a:pt x="66496" y="27707"/>
                          <a:pt x="54483" y="26022"/>
                          <a:pt x="45971" y="20702"/>
                        </a:cubicBezTo>
                        <a:cubicBezTo>
                          <a:pt x="45218" y="26199"/>
                          <a:pt x="57276" y="28549"/>
                          <a:pt x="62817" y="29835"/>
                        </a:cubicBezTo>
                        <a:cubicBezTo>
                          <a:pt x="64413" y="30189"/>
                          <a:pt x="66142" y="30588"/>
                          <a:pt x="66718" y="31741"/>
                        </a:cubicBezTo>
                        <a:cubicBezTo>
                          <a:pt x="67472" y="33204"/>
                          <a:pt x="66142" y="35553"/>
                          <a:pt x="64856" y="37637"/>
                        </a:cubicBezTo>
                        <a:cubicBezTo>
                          <a:pt x="58827" y="47434"/>
                          <a:pt x="52488" y="57231"/>
                          <a:pt x="45882" y="6702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68" name="Forme libre : forme 19467">
                    <a:extLst>
                      <a:ext uri="{FF2B5EF4-FFF2-40B4-BE49-F238E27FC236}">
                        <a16:creationId xmlns:a16="http://schemas.microsoft.com/office/drawing/2014/main" id="{A6E88B98-CDC5-4936-821B-3FA97DE2A2B3}"/>
                      </a:ext>
                    </a:extLst>
                  </p:cNvPr>
                  <p:cNvSpPr/>
                  <p:nvPr/>
                </p:nvSpPr>
                <p:spPr>
                  <a:xfrm>
                    <a:off x="6908711" y="5929221"/>
                    <a:ext cx="41856" cy="60191"/>
                  </a:xfrm>
                  <a:custGeom>
                    <a:avLst/>
                    <a:gdLst>
                      <a:gd name="connsiteX0" fmla="*/ 12509 w 41856"/>
                      <a:gd name="connsiteY0" fmla="*/ 0 h 60191"/>
                      <a:gd name="connsiteX1" fmla="*/ 2180 w 41856"/>
                      <a:gd name="connsiteY1" fmla="*/ 43533 h 60191"/>
                      <a:gd name="connsiteX2" fmla="*/ 41857 w 41856"/>
                      <a:gd name="connsiteY2" fmla="*/ 60024 h 60191"/>
                      <a:gd name="connsiteX3" fmla="*/ 30596 w 41856"/>
                      <a:gd name="connsiteY3" fmla="*/ 53375 h 60191"/>
                      <a:gd name="connsiteX4" fmla="*/ 5594 w 41856"/>
                      <a:gd name="connsiteY4" fmla="*/ 40784 h 60191"/>
                      <a:gd name="connsiteX5" fmla="*/ 4884 w 41856"/>
                      <a:gd name="connsiteY5" fmla="*/ 28593 h 60191"/>
                      <a:gd name="connsiteX6" fmla="*/ 12509 w 41856"/>
                      <a:gd name="connsiteY6" fmla="*/ 0 h 60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856" h="60191">
                        <a:moveTo>
                          <a:pt x="12509" y="0"/>
                        </a:moveTo>
                        <a:cubicBezTo>
                          <a:pt x="2845" y="16402"/>
                          <a:pt x="-3583" y="31209"/>
                          <a:pt x="2180" y="43533"/>
                        </a:cubicBezTo>
                        <a:cubicBezTo>
                          <a:pt x="7589" y="55104"/>
                          <a:pt x="22528" y="61310"/>
                          <a:pt x="41857" y="60024"/>
                        </a:cubicBezTo>
                        <a:cubicBezTo>
                          <a:pt x="38354" y="57586"/>
                          <a:pt x="34852" y="55148"/>
                          <a:pt x="30596" y="53375"/>
                        </a:cubicBezTo>
                        <a:cubicBezTo>
                          <a:pt x="21642" y="49607"/>
                          <a:pt x="9140" y="48410"/>
                          <a:pt x="5594" y="40784"/>
                        </a:cubicBezTo>
                        <a:cubicBezTo>
                          <a:pt x="3998" y="37327"/>
                          <a:pt x="4441" y="32938"/>
                          <a:pt x="4884" y="28593"/>
                        </a:cubicBezTo>
                        <a:cubicBezTo>
                          <a:pt x="5860" y="19461"/>
                          <a:pt x="6924" y="10152"/>
                          <a:pt x="12509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69" name="Forme libre : forme 19468">
                    <a:extLst>
                      <a:ext uri="{FF2B5EF4-FFF2-40B4-BE49-F238E27FC236}">
                        <a16:creationId xmlns:a16="http://schemas.microsoft.com/office/drawing/2014/main" id="{2275C19F-1EE6-4E74-B054-CBEE666095F6}"/>
                      </a:ext>
                    </a:extLst>
                  </p:cNvPr>
                  <p:cNvSpPr/>
                  <p:nvPr/>
                </p:nvSpPr>
                <p:spPr>
                  <a:xfrm>
                    <a:off x="6864743" y="5997181"/>
                    <a:ext cx="50315" cy="52488"/>
                  </a:xfrm>
                  <a:custGeom>
                    <a:avLst/>
                    <a:gdLst>
                      <a:gd name="connsiteX0" fmla="*/ 19417 w 50315"/>
                      <a:gd name="connsiteY0" fmla="*/ 17156 h 52488"/>
                      <a:gd name="connsiteX1" fmla="*/ 17998 w 50315"/>
                      <a:gd name="connsiteY1" fmla="*/ 20747 h 52488"/>
                      <a:gd name="connsiteX2" fmla="*/ 7980 w 50315"/>
                      <a:gd name="connsiteY2" fmla="*/ 52488 h 52488"/>
                      <a:gd name="connsiteX3" fmla="*/ 22299 w 50315"/>
                      <a:gd name="connsiteY3" fmla="*/ 25180 h 52488"/>
                      <a:gd name="connsiteX4" fmla="*/ 50316 w 50315"/>
                      <a:gd name="connsiteY4" fmla="*/ 0 h 52488"/>
                      <a:gd name="connsiteX5" fmla="*/ 30722 w 50315"/>
                      <a:gd name="connsiteY5" fmla="*/ 8556 h 52488"/>
                      <a:gd name="connsiteX6" fmla="*/ 0 w 50315"/>
                      <a:gd name="connsiteY6" fmla="*/ 14231 h 52488"/>
                      <a:gd name="connsiteX7" fmla="*/ 16713 w 50315"/>
                      <a:gd name="connsiteY7" fmla="*/ 16225 h 52488"/>
                      <a:gd name="connsiteX8" fmla="*/ 19417 w 50315"/>
                      <a:gd name="connsiteY8" fmla="*/ 17156 h 524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315" h="52488">
                        <a:moveTo>
                          <a:pt x="19417" y="17156"/>
                        </a:moveTo>
                        <a:cubicBezTo>
                          <a:pt x="19860" y="18043"/>
                          <a:pt x="18885" y="19461"/>
                          <a:pt x="17998" y="20747"/>
                        </a:cubicBezTo>
                        <a:cubicBezTo>
                          <a:pt x="10108" y="31963"/>
                          <a:pt x="6561" y="43311"/>
                          <a:pt x="7980" y="52488"/>
                        </a:cubicBezTo>
                        <a:cubicBezTo>
                          <a:pt x="11039" y="43578"/>
                          <a:pt x="15427" y="34313"/>
                          <a:pt x="22299" y="25180"/>
                        </a:cubicBezTo>
                        <a:cubicBezTo>
                          <a:pt x="29214" y="16004"/>
                          <a:pt x="38834" y="6916"/>
                          <a:pt x="50316" y="0"/>
                        </a:cubicBezTo>
                        <a:cubicBezTo>
                          <a:pt x="43755" y="2837"/>
                          <a:pt x="37282" y="6073"/>
                          <a:pt x="30722" y="8556"/>
                        </a:cubicBezTo>
                        <a:cubicBezTo>
                          <a:pt x="19594" y="12812"/>
                          <a:pt x="9664" y="14009"/>
                          <a:pt x="0" y="14231"/>
                        </a:cubicBezTo>
                        <a:cubicBezTo>
                          <a:pt x="4123" y="16137"/>
                          <a:pt x="11216" y="15782"/>
                          <a:pt x="16713" y="16225"/>
                        </a:cubicBezTo>
                        <a:cubicBezTo>
                          <a:pt x="17866" y="16314"/>
                          <a:pt x="19063" y="16447"/>
                          <a:pt x="19417" y="1715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70" name="Forme libre : forme 19469">
                    <a:extLst>
                      <a:ext uri="{FF2B5EF4-FFF2-40B4-BE49-F238E27FC236}">
                        <a16:creationId xmlns:a16="http://schemas.microsoft.com/office/drawing/2014/main" id="{B47C8787-6440-47FC-9492-F7AF700012F0}"/>
                      </a:ext>
                    </a:extLst>
                  </p:cNvPr>
                  <p:cNvSpPr/>
                  <p:nvPr/>
                </p:nvSpPr>
                <p:spPr>
                  <a:xfrm>
                    <a:off x="7010680" y="5920976"/>
                    <a:ext cx="72374" cy="59891"/>
                  </a:xfrm>
                  <a:custGeom>
                    <a:avLst/>
                    <a:gdLst>
                      <a:gd name="connsiteX0" fmla="*/ 44153 w 72374"/>
                      <a:gd name="connsiteY0" fmla="*/ 40252 h 59891"/>
                      <a:gd name="connsiteX1" fmla="*/ 55901 w 72374"/>
                      <a:gd name="connsiteY1" fmla="*/ 31519 h 59891"/>
                      <a:gd name="connsiteX2" fmla="*/ 62063 w 72374"/>
                      <a:gd name="connsiteY2" fmla="*/ 23628 h 59891"/>
                      <a:gd name="connsiteX3" fmla="*/ 71107 w 72374"/>
                      <a:gd name="connsiteY3" fmla="*/ 0 h 59891"/>
                      <a:gd name="connsiteX4" fmla="*/ 49872 w 72374"/>
                      <a:gd name="connsiteY4" fmla="*/ 27796 h 59891"/>
                      <a:gd name="connsiteX5" fmla="*/ 0 w 72374"/>
                      <a:gd name="connsiteY5" fmla="*/ 59891 h 59891"/>
                      <a:gd name="connsiteX6" fmla="*/ 44153 w 72374"/>
                      <a:gd name="connsiteY6" fmla="*/ 40252 h 59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2374" h="59891">
                        <a:moveTo>
                          <a:pt x="44153" y="40252"/>
                        </a:moveTo>
                        <a:cubicBezTo>
                          <a:pt x="48409" y="37637"/>
                          <a:pt x="52621" y="34800"/>
                          <a:pt x="55901" y="31519"/>
                        </a:cubicBezTo>
                        <a:cubicBezTo>
                          <a:pt x="58473" y="28993"/>
                          <a:pt x="60334" y="26289"/>
                          <a:pt x="62063" y="23628"/>
                        </a:cubicBezTo>
                        <a:cubicBezTo>
                          <a:pt x="66230" y="17245"/>
                          <a:pt x="75806" y="3812"/>
                          <a:pt x="71107" y="0"/>
                        </a:cubicBezTo>
                        <a:cubicBezTo>
                          <a:pt x="64413" y="9443"/>
                          <a:pt x="59536" y="18397"/>
                          <a:pt x="49872" y="27796"/>
                        </a:cubicBezTo>
                        <a:cubicBezTo>
                          <a:pt x="36263" y="40962"/>
                          <a:pt x="18309" y="52532"/>
                          <a:pt x="0" y="59891"/>
                        </a:cubicBezTo>
                        <a:cubicBezTo>
                          <a:pt x="14806" y="55724"/>
                          <a:pt x="30101" y="48897"/>
                          <a:pt x="44153" y="4025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71" name="Forme libre : forme 19470">
                    <a:extLst>
                      <a:ext uri="{FF2B5EF4-FFF2-40B4-BE49-F238E27FC236}">
                        <a16:creationId xmlns:a16="http://schemas.microsoft.com/office/drawing/2014/main" id="{206AD464-62D6-494C-A123-CE7317F9CC63}"/>
                      </a:ext>
                    </a:extLst>
                  </p:cNvPr>
                  <p:cNvSpPr/>
                  <p:nvPr/>
                </p:nvSpPr>
                <p:spPr>
                  <a:xfrm>
                    <a:off x="6909184" y="5999131"/>
                    <a:ext cx="133502" cy="111137"/>
                  </a:xfrm>
                  <a:custGeom>
                    <a:avLst/>
                    <a:gdLst>
                      <a:gd name="connsiteX0" fmla="*/ 16469 w 133502"/>
                      <a:gd name="connsiteY0" fmla="*/ 82722 h 111137"/>
                      <a:gd name="connsiteX1" fmla="*/ 34113 w 133502"/>
                      <a:gd name="connsiteY1" fmla="*/ 58827 h 111137"/>
                      <a:gd name="connsiteX2" fmla="*/ 57830 w 133502"/>
                      <a:gd name="connsiteY2" fmla="*/ 43666 h 111137"/>
                      <a:gd name="connsiteX3" fmla="*/ 133503 w 133502"/>
                      <a:gd name="connsiteY3" fmla="*/ 24293 h 111137"/>
                      <a:gd name="connsiteX4" fmla="*/ 104909 w 133502"/>
                      <a:gd name="connsiteY4" fmla="*/ 18486 h 111137"/>
                      <a:gd name="connsiteX5" fmla="*/ 104067 w 133502"/>
                      <a:gd name="connsiteY5" fmla="*/ 0 h 111137"/>
                      <a:gd name="connsiteX6" fmla="*/ 86468 w 133502"/>
                      <a:gd name="connsiteY6" fmla="*/ 27396 h 111137"/>
                      <a:gd name="connsiteX7" fmla="*/ 57874 w 133502"/>
                      <a:gd name="connsiteY7" fmla="*/ 40696 h 111137"/>
                      <a:gd name="connsiteX8" fmla="*/ 13588 w 133502"/>
                      <a:gd name="connsiteY8" fmla="*/ 73811 h 111137"/>
                      <a:gd name="connsiteX9" fmla="*/ 643 w 133502"/>
                      <a:gd name="connsiteY9" fmla="*/ 111137 h 111137"/>
                      <a:gd name="connsiteX10" fmla="*/ 16469 w 133502"/>
                      <a:gd name="connsiteY10" fmla="*/ 82722 h 111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3502" h="111137">
                        <a:moveTo>
                          <a:pt x="16469" y="82722"/>
                        </a:moveTo>
                        <a:cubicBezTo>
                          <a:pt x="20946" y="74698"/>
                          <a:pt x="25734" y="66275"/>
                          <a:pt x="34113" y="58827"/>
                        </a:cubicBezTo>
                        <a:cubicBezTo>
                          <a:pt x="40895" y="52798"/>
                          <a:pt x="49407" y="48010"/>
                          <a:pt x="57830" y="43666"/>
                        </a:cubicBezTo>
                        <a:cubicBezTo>
                          <a:pt x="83852" y="30322"/>
                          <a:pt x="113775" y="19816"/>
                          <a:pt x="133503" y="24293"/>
                        </a:cubicBezTo>
                        <a:cubicBezTo>
                          <a:pt x="126809" y="19506"/>
                          <a:pt x="108810" y="25136"/>
                          <a:pt x="104909" y="18486"/>
                        </a:cubicBezTo>
                        <a:cubicBezTo>
                          <a:pt x="101984" y="13521"/>
                          <a:pt x="109342" y="3502"/>
                          <a:pt x="104067" y="0"/>
                        </a:cubicBezTo>
                        <a:cubicBezTo>
                          <a:pt x="104200" y="8512"/>
                          <a:pt x="99368" y="19018"/>
                          <a:pt x="86468" y="27396"/>
                        </a:cubicBezTo>
                        <a:cubicBezTo>
                          <a:pt x="77557" y="33204"/>
                          <a:pt x="67494" y="36351"/>
                          <a:pt x="57874" y="40696"/>
                        </a:cubicBezTo>
                        <a:cubicBezTo>
                          <a:pt x="40541" y="48498"/>
                          <a:pt x="24227" y="60733"/>
                          <a:pt x="13588" y="73811"/>
                        </a:cubicBezTo>
                        <a:cubicBezTo>
                          <a:pt x="2948" y="86889"/>
                          <a:pt x="-1839" y="100675"/>
                          <a:pt x="643" y="111137"/>
                        </a:cubicBezTo>
                        <a:cubicBezTo>
                          <a:pt x="5918" y="101695"/>
                          <a:pt x="11194" y="92209"/>
                          <a:pt x="16469" y="8272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72" name="Forme libre : forme 19471">
                    <a:extLst>
                      <a:ext uri="{FF2B5EF4-FFF2-40B4-BE49-F238E27FC236}">
                        <a16:creationId xmlns:a16="http://schemas.microsoft.com/office/drawing/2014/main" id="{EA31A1DB-A196-435F-8CD2-B2495E9D8CC3}"/>
                      </a:ext>
                    </a:extLst>
                  </p:cNvPr>
                  <p:cNvSpPr/>
                  <p:nvPr/>
                </p:nvSpPr>
                <p:spPr>
                  <a:xfrm>
                    <a:off x="7111090" y="5950336"/>
                    <a:ext cx="12811" cy="1263"/>
                  </a:xfrm>
                  <a:custGeom>
                    <a:avLst/>
                    <a:gdLst>
                      <a:gd name="connsiteX0" fmla="*/ 0 w 12811"/>
                      <a:gd name="connsiteY0" fmla="*/ 608 h 1263"/>
                      <a:gd name="connsiteX1" fmla="*/ 12812 w 12811"/>
                      <a:gd name="connsiteY1" fmla="*/ 253 h 1263"/>
                      <a:gd name="connsiteX2" fmla="*/ 0 w 12811"/>
                      <a:gd name="connsiteY2" fmla="*/ 608 h 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811" h="1263">
                        <a:moveTo>
                          <a:pt x="0" y="608"/>
                        </a:moveTo>
                        <a:cubicBezTo>
                          <a:pt x="3502" y="1671"/>
                          <a:pt x="7980" y="1361"/>
                          <a:pt x="12812" y="253"/>
                        </a:cubicBezTo>
                        <a:cubicBezTo>
                          <a:pt x="9088" y="-279"/>
                          <a:pt x="4433" y="120"/>
                          <a:pt x="0" y="60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73" name="Forme libre : forme 19472">
                    <a:extLst>
                      <a:ext uri="{FF2B5EF4-FFF2-40B4-BE49-F238E27FC236}">
                        <a16:creationId xmlns:a16="http://schemas.microsoft.com/office/drawing/2014/main" id="{515B4BD4-9142-4B44-9806-F889B45C1078}"/>
                      </a:ext>
                    </a:extLst>
                  </p:cNvPr>
                  <p:cNvSpPr/>
                  <p:nvPr/>
                </p:nvSpPr>
                <p:spPr>
                  <a:xfrm>
                    <a:off x="7123946" y="5911046"/>
                    <a:ext cx="55211" cy="73943"/>
                  </a:xfrm>
                  <a:custGeom>
                    <a:avLst/>
                    <a:gdLst>
                      <a:gd name="connsiteX0" fmla="*/ 18752 w 55211"/>
                      <a:gd name="connsiteY0" fmla="*/ 32716 h 73943"/>
                      <a:gd name="connsiteX1" fmla="*/ 0 w 55211"/>
                      <a:gd name="connsiteY1" fmla="*/ 39543 h 73943"/>
                      <a:gd name="connsiteX2" fmla="*/ 6073 w 55211"/>
                      <a:gd name="connsiteY2" fmla="*/ 42513 h 73943"/>
                      <a:gd name="connsiteX3" fmla="*/ 3103 w 55211"/>
                      <a:gd name="connsiteY3" fmla="*/ 61354 h 73943"/>
                      <a:gd name="connsiteX4" fmla="*/ 9398 w 55211"/>
                      <a:gd name="connsiteY4" fmla="*/ 73944 h 73943"/>
                      <a:gd name="connsiteX5" fmla="*/ 10373 w 55211"/>
                      <a:gd name="connsiteY5" fmla="*/ 44819 h 73943"/>
                      <a:gd name="connsiteX6" fmla="*/ 12280 w 55211"/>
                      <a:gd name="connsiteY6" fmla="*/ 41095 h 73943"/>
                      <a:gd name="connsiteX7" fmla="*/ 17821 w 55211"/>
                      <a:gd name="connsiteY7" fmla="*/ 37504 h 73943"/>
                      <a:gd name="connsiteX8" fmla="*/ 52266 w 55211"/>
                      <a:gd name="connsiteY8" fmla="*/ 0 h 73943"/>
                      <a:gd name="connsiteX9" fmla="*/ 30633 w 55211"/>
                      <a:gd name="connsiteY9" fmla="*/ 26377 h 73943"/>
                      <a:gd name="connsiteX10" fmla="*/ 18752 w 55211"/>
                      <a:gd name="connsiteY10" fmla="*/ 32716 h 73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5211" h="73943">
                        <a:moveTo>
                          <a:pt x="18752" y="32716"/>
                        </a:moveTo>
                        <a:cubicBezTo>
                          <a:pt x="12634" y="35554"/>
                          <a:pt x="5985" y="38169"/>
                          <a:pt x="0" y="39543"/>
                        </a:cubicBezTo>
                        <a:cubicBezTo>
                          <a:pt x="2704" y="39942"/>
                          <a:pt x="4921" y="40784"/>
                          <a:pt x="6073" y="42513"/>
                        </a:cubicBezTo>
                        <a:cubicBezTo>
                          <a:pt x="9088" y="47079"/>
                          <a:pt x="3591" y="55147"/>
                          <a:pt x="3103" y="61354"/>
                        </a:cubicBezTo>
                        <a:cubicBezTo>
                          <a:pt x="2660" y="66718"/>
                          <a:pt x="6073" y="70442"/>
                          <a:pt x="9398" y="73944"/>
                        </a:cubicBezTo>
                        <a:cubicBezTo>
                          <a:pt x="7093" y="65255"/>
                          <a:pt x="7448" y="55369"/>
                          <a:pt x="10373" y="44819"/>
                        </a:cubicBezTo>
                        <a:cubicBezTo>
                          <a:pt x="10728" y="43622"/>
                          <a:pt x="11127" y="42336"/>
                          <a:pt x="12280" y="41095"/>
                        </a:cubicBezTo>
                        <a:cubicBezTo>
                          <a:pt x="13654" y="39587"/>
                          <a:pt x="15826" y="38523"/>
                          <a:pt x="17821" y="37504"/>
                        </a:cubicBezTo>
                        <a:cubicBezTo>
                          <a:pt x="25712" y="33381"/>
                          <a:pt x="66363" y="665"/>
                          <a:pt x="52266" y="0"/>
                        </a:cubicBezTo>
                        <a:cubicBezTo>
                          <a:pt x="46813" y="9132"/>
                          <a:pt x="42602" y="18397"/>
                          <a:pt x="30633" y="26377"/>
                        </a:cubicBezTo>
                        <a:cubicBezTo>
                          <a:pt x="26820" y="28815"/>
                          <a:pt x="22786" y="30854"/>
                          <a:pt x="18752" y="3271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74" name="Forme libre : forme 19473">
                    <a:extLst>
                      <a:ext uri="{FF2B5EF4-FFF2-40B4-BE49-F238E27FC236}">
                        <a16:creationId xmlns:a16="http://schemas.microsoft.com/office/drawing/2014/main" id="{ADC28D09-348F-4BC3-9E16-CE3BA121460C}"/>
                      </a:ext>
                    </a:extLst>
                  </p:cNvPr>
                  <p:cNvSpPr/>
                  <p:nvPr/>
                </p:nvSpPr>
                <p:spPr>
                  <a:xfrm>
                    <a:off x="7099076" y="6048826"/>
                    <a:ext cx="1418" cy="886"/>
                  </a:xfrm>
                  <a:custGeom>
                    <a:avLst/>
                    <a:gdLst>
                      <a:gd name="connsiteX0" fmla="*/ 0 w 1418"/>
                      <a:gd name="connsiteY0" fmla="*/ 887 h 886"/>
                      <a:gd name="connsiteX1" fmla="*/ 1419 w 1418"/>
                      <a:gd name="connsiteY1" fmla="*/ 0 h 886"/>
                      <a:gd name="connsiteX2" fmla="*/ 0 w 1418"/>
                      <a:gd name="connsiteY2" fmla="*/ 887 h 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18" h="886">
                        <a:moveTo>
                          <a:pt x="0" y="887"/>
                        </a:moveTo>
                        <a:cubicBezTo>
                          <a:pt x="532" y="621"/>
                          <a:pt x="1020" y="355"/>
                          <a:pt x="1419" y="0"/>
                        </a:cubicBezTo>
                        <a:cubicBezTo>
                          <a:pt x="975" y="311"/>
                          <a:pt x="488" y="576"/>
                          <a:pt x="0" y="88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75" name="Forme libre : forme 19474">
                    <a:extLst>
                      <a:ext uri="{FF2B5EF4-FFF2-40B4-BE49-F238E27FC236}">
                        <a16:creationId xmlns:a16="http://schemas.microsoft.com/office/drawing/2014/main" id="{7AB2B301-3F58-48B9-891A-C0E1117FA6A3}"/>
                      </a:ext>
                    </a:extLst>
                  </p:cNvPr>
                  <p:cNvSpPr/>
                  <p:nvPr/>
                </p:nvSpPr>
                <p:spPr>
                  <a:xfrm>
                    <a:off x="7036575" y="6048588"/>
                    <a:ext cx="62501" cy="68374"/>
                  </a:xfrm>
                  <a:custGeom>
                    <a:avLst/>
                    <a:gdLst>
                      <a:gd name="connsiteX0" fmla="*/ 33110 w 62501"/>
                      <a:gd name="connsiteY0" fmla="*/ 8395 h 68374"/>
                      <a:gd name="connsiteX1" fmla="*/ 42907 w 62501"/>
                      <a:gd name="connsiteY1" fmla="*/ 7287 h 68374"/>
                      <a:gd name="connsiteX2" fmla="*/ 62501 w 62501"/>
                      <a:gd name="connsiteY2" fmla="*/ 1081 h 68374"/>
                      <a:gd name="connsiteX3" fmla="*/ 40912 w 62501"/>
                      <a:gd name="connsiteY3" fmla="*/ 3075 h 68374"/>
                      <a:gd name="connsiteX4" fmla="*/ 24598 w 62501"/>
                      <a:gd name="connsiteY4" fmla="*/ 1213 h 68374"/>
                      <a:gd name="connsiteX5" fmla="*/ 4782 w 62501"/>
                      <a:gd name="connsiteY5" fmla="*/ 41289 h 68374"/>
                      <a:gd name="connsiteX6" fmla="*/ 39 w 62501"/>
                      <a:gd name="connsiteY6" fmla="*/ 57558 h 68374"/>
                      <a:gd name="connsiteX7" fmla="*/ 3231 w 62501"/>
                      <a:gd name="connsiteY7" fmla="*/ 68375 h 68374"/>
                      <a:gd name="connsiteX8" fmla="*/ 7220 w 62501"/>
                      <a:gd name="connsiteY8" fmla="*/ 43018 h 68374"/>
                      <a:gd name="connsiteX9" fmla="*/ 25839 w 62501"/>
                      <a:gd name="connsiteY9" fmla="*/ 15089 h 68374"/>
                      <a:gd name="connsiteX10" fmla="*/ 33110 w 62501"/>
                      <a:gd name="connsiteY10" fmla="*/ 8395 h 68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2501" h="68374">
                        <a:moveTo>
                          <a:pt x="33110" y="8395"/>
                        </a:moveTo>
                        <a:cubicBezTo>
                          <a:pt x="36656" y="6711"/>
                          <a:pt x="39804" y="7287"/>
                          <a:pt x="42907" y="7287"/>
                        </a:cubicBezTo>
                        <a:cubicBezTo>
                          <a:pt x="48803" y="7331"/>
                          <a:pt x="56162" y="4982"/>
                          <a:pt x="62501" y="1081"/>
                        </a:cubicBezTo>
                        <a:cubicBezTo>
                          <a:pt x="56782" y="3918"/>
                          <a:pt x="44059" y="3430"/>
                          <a:pt x="40912" y="3075"/>
                        </a:cubicBezTo>
                        <a:cubicBezTo>
                          <a:pt x="35947" y="2499"/>
                          <a:pt x="31292" y="-2155"/>
                          <a:pt x="24598" y="1213"/>
                        </a:cubicBezTo>
                        <a:cubicBezTo>
                          <a:pt x="13161" y="6976"/>
                          <a:pt x="7619" y="34063"/>
                          <a:pt x="4782" y="41289"/>
                        </a:cubicBezTo>
                        <a:cubicBezTo>
                          <a:pt x="2566" y="46874"/>
                          <a:pt x="349" y="52504"/>
                          <a:pt x="39" y="57558"/>
                        </a:cubicBezTo>
                        <a:cubicBezTo>
                          <a:pt x="-227" y="61725"/>
                          <a:pt x="881" y="65449"/>
                          <a:pt x="3231" y="68375"/>
                        </a:cubicBezTo>
                        <a:cubicBezTo>
                          <a:pt x="305" y="61548"/>
                          <a:pt x="2566" y="52283"/>
                          <a:pt x="7220" y="43018"/>
                        </a:cubicBezTo>
                        <a:cubicBezTo>
                          <a:pt x="11875" y="33753"/>
                          <a:pt x="18879" y="24399"/>
                          <a:pt x="25839" y="15089"/>
                        </a:cubicBezTo>
                        <a:cubicBezTo>
                          <a:pt x="27657" y="12695"/>
                          <a:pt x="29873" y="9947"/>
                          <a:pt x="33110" y="839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76" name="Forme libre : forme 19475">
                    <a:extLst>
                      <a:ext uri="{FF2B5EF4-FFF2-40B4-BE49-F238E27FC236}">
                        <a16:creationId xmlns:a16="http://schemas.microsoft.com/office/drawing/2014/main" id="{EC016151-5297-4877-AD13-513FCAB112A7}"/>
                      </a:ext>
                    </a:extLst>
                  </p:cNvPr>
                  <p:cNvSpPr/>
                  <p:nvPr/>
                </p:nvSpPr>
                <p:spPr>
                  <a:xfrm>
                    <a:off x="7231892" y="5946732"/>
                    <a:ext cx="7048" cy="216"/>
                  </a:xfrm>
                  <a:custGeom>
                    <a:avLst/>
                    <a:gdLst>
                      <a:gd name="connsiteX0" fmla="*/ 0 w 7048"/>
                      <a:gd name="connsiteY0" fmla="*/ 0 h 216"/>
                      <a:gd name="connsiteX1" fmla="*/ 7049 w 7048"/>
                      <a:gd name="connsiteY1" fmla="*/ 0 h 216"/>
                      <a:gd name="connsiteX2" fmla="*/ 0 w 7048"/>
                      <a:gd name="connsiteY2" fmla="*/ 0 h 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048" h="216">
                        <a:moveTo>
                          <a:pt x="0" y="0"/>
                        </a:moveTo>
                        <a:cubicBezTo>
                          <a:pt x="2172" y="311"/>
                          <a:pt x="4566" y="266"/>
                          <a:pt x="7049" y="0"/>
                        </a:cubicBezTo>
                        <a:cubicBezTo>
                          <a:pt x="4655" y="89"/>
                          <a:pt x="2305" y="13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77" name="Forme libre : forme 19476">
                    <a:extLst>
                      <a:ext uri="{FF2B5EF4-FFF2-40B4-BE49-F238E27FC236}">
                        <a16:creationId xmlns:a16="http://schemas.microsoft.com/office/drawing/2014/main" id="{E90CBFDD-4C14-46A6-A6AB-733D519947F3}"/>
                      </a:ext>
                    </a:extLst>
                  </p:cNvPr>
                  <p:cNvSpPr/>
                  <p:nvPr/>
                </p:nvSpPr>
                <p:spPr>
                  <a:xfrm>
                    <a:off x="7238985" y="5902623"/>
                    <a:ext cx="99833" cy="78066"/>
                  </a:xfrm>
                  <a:custGeom>
                    <a:avLst/>
                    <a:gdLst>
                      <a:gd name="connsiteX0" fmla="*/ 99833 w 99833"/>
                      <a:gd name="connsiteY0" fmla="*/ 0 h 78066"/>
                      <a:gd name="connsiteX1" fmla="*/ 82278 w 99833"/>
                      <a:gd name="connsiteY1" fmla="*/ 14585 h 78066"/>
                      <a:gd name="connsiteX2" fmla="*/ 56788 w 99833"/>
                      <a:gd name="connsiteY2" fmla="*/ 25934 h 78066"/>
                      <a:gd name="connsiteX3" fmla="*/ 23451 w 99833"/>
                      <a:gd name="connsiteY3" fmla="*/ 37903 h 78066"/>
                      <a:gd name="connsiteX4" fmla="*/ 0 w 99833"/>
                      <a:gd name="connsiteY4" fmla="*/ 44153 h 78066"/>
                      <a:gd name="connsiteX5" fmla="*/ 86268 w 99833"/>
                      <a:gd name="connsiteY5" fmla="*/ 18043 h 78066"/>
                      <a:gd name="connsiteX6" fmla="*/ 99035 w 99833"/>
                      <a:gd name="connsiteY6" fmla="*/ 78067 h 78066"/>
                      <a:gd name="connsiteX7" fmla="*/ 86002 w 99833"/>
                      <a:gd name="connsiteY7" fmla="*/ 43666 h 78066"/>
                      <a:gd name="connsiteX8" fmla="*/ 94558 w 99833"/>
                      <a:gd name="connsiteY8" fmla="*/ 14230 h 78066"/>
                      <a:gd name="connsiteX9" fmla="*/ 99833 w 99833"/>
                      <a:gd name="connsiteY9" fmla="*/ 0 h 78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9833" h="78066">
                        <a:moveTo>
                          <a:pt x="99833" y="0"/>
                        </a:moveTo>
                        <a:cubicBezTo>
                          <a:pt x="93982" y="5054"/>
                          <a:pt x="89637" y="10152"/>
                          <a:pt x="82278" y="14585"/>
                        </a:cubicBezTo>
                        <a:cubicBezTo>
                          <a:pt x="74121" y="19417"/>
                          <a:pt x="65388" y="22786"/>
                          <a:pt x="56788" y="25934"/>
                        </a:cubicBezTo>
                        <a:cubicBezTo>
                          <a:pt x="45661" y="30057"/>
                          <a:pt x="34578" y="34002"/>
                          <a:pt x="23451" y="37903"/>
                        </a:cubicBezTo>
                        <a:cubicBezTo>
                          <a:pt x="15516" y="40652"/>
                          <a:pt x="7226" y="43400"/>
                          <a:pt x="0" y="44153"/>
                        </a:cubicBezTo>
                        <a:cubicBezTo>
                          <a:pt x="25889" y="43311"/>
                          <a:pt x="57231" y="31874"/>
                          <a:pt x="86268" y="18043"/>
                        </a:cubicBezTo>
                        <a:cubicBezTo>
                          <a:pt x="73988" y="43799"/>
                          <a:pt x="78953" y="67117"/>
                          <a:pt x="99035" y="78067"/>
                        </a:cubicBezTo>
                        <a:cubicBezTo>
                          <a:pt x="92164" y="67915"/>
                          <a:pt x="85160" y="57453"/>
                          <a:pt x="86002" y="43666"/>
                        </a:cubicBezTo>
                        <a:cubicBezTo>
                          <a:pt x="86578" y="34490"/>
                          <a:pt x="90568" y="24293"/>
                          <a:pt x="94558" y="14230"/>
                        </a:cubicBezTo>
                        <a:cubicBezTo>
                          <a:pt x="96375" y="9487"/>
                          <a:pt x="98681" y="4522"/>
                          <a:pt x="99833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78" name="Forme libre : forme 19477">
                    <a:extLst>
                      <a:ext uri="{FF2B5EF4-FFF2-40B4-BE49-F238E27FC236}">
                        <a16:creationId xmlns:a16="http://schemas.microsoft.com/office/drawing/2014/main" id="{A1DC1773-0C1D-417C-9BB1-BA83923F12CE}"/>
                      </a:ext>
                    </a:extLst>
                  </p:cNvPr>
                  <p:cNvSpPr/>
                  <p:nvPr/>
                </p:nvSpPr>
                <p:spPr>
                  <a:xfrm>
                    <a:off x="7397911" y="5898855"/>
                    <a:ext cx="133879" cy="89459"/>
                  </a:xfrm>
                  <a:custGeom>
                    <a:avLst/>
                    <a:gdLst>
                      <a:gd name="connsiteX0" fmla="*/ 93095 w 133879"/>
                      <a:gd name="connsiteY0" fmla="*/ 30943 h 89459"/>
                      <a:gd name="connsiteX1" fmla="*/ 94159 w 133879"/>
                      <a:gd name="connsiteY1" fmla="*/ 11792 h 89459"/>
                      <a:gd name="connsiteX2" fmla="*/ 92164 w 133879"/>
                      <a:gd name="connsiteY2" fmla="*/ 0 h 89459"/>
                      <a:gd name="connsiteX3" fmla="*/ 81525 w 133879"/>
                      <a:gd name="connsiteY3" fmla="*/ 34179 h 89459"/>
                      <a:gd name="connsiteX4" fmla="*/ 68491 w 133879"/>
                      <a:gd name="connsiteY4" fmla="*/ 51867 h 89459"/>
                      <a:gd name="connsiteX5" fmla="*/ 48986 w 133879"/>
                      <a:gd name="connsiteY5" fmla="*/ 65920 h 89459"/>
                      <a:gd name="connsiteX6" fmla="*/ 0 w 133879"/>
                      <a:gd name="connsiteY6" fmla="*/ 89460 h 89459"/>
                      <a:gd name="connsiteX7" fmla="*/ 30057 w 133879"/>
                      <a:gd name="connsiteY7" fmla="*/ 78466 h 89459"/>
                      <a:gd name="connsiteX8" fmla="*/ 79840 w 133879"/>
                      <a:gd name="connsiteY8" fmla="*/ 48188 h 89459"/>
                      <a:gd name="connsiteX9" fmla="*/ 104710 w 133879"/>
                      <a:gd name="connsiteY9" fmla="*/ 32140 h 89459"/>
                      <a:gd name="connsiteX10" fmla="*/ 133880 w 133879"/>
                      <a:gd name="connsiteY10" fmla="*/ 25180 h 89459"/>
                      <a:gd name="connsiteX11" fmla="*/ 93095 w 133879"/>
                      <a:gd name="connsiteY11" fmla="*/ 30943 h 89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3879" h="89459">
                        <a:moveTo>
                          <a:pt x="93095" y="30943"/>
                        </a:moveTo>
                        <a:cubicBezTo>
                          <a:pt x="87376" y="27796"/>
                          <a:pt x="92208" y="18885"/>
                          <a:pt x="94159" y="11792"/>
                        </a:cubicBezTo>
                        <a:cubicBezTo>
                          <a:pt x="95223" y="7891"/>
                          <a:pt x="96952" y="310"/>
                          <a:pt x="92164" y="0"/>
                        </a:cubicBezTo>
                        <a:cubicBezTo>
                          <a:pt x="89549" y="11393"/>
                          <a:pt x="88086" y="21855"/>
                          <a:pt x="81525" y="34179"/>
                        </a:cubicBezTo>
                        <a:cubicBezTo>
                          <a:pt x="78377" y="40119"/>
                          <a:pt x="74387" y="46237"/>
                          <a:pt x="68491" y="51867"/>
                        </a:cubicBezTo>
                        <a:cubicBezTo>
                          <a:pt x="62950" y="57143"/>
                          <a:pt x="55990" y="61709"/>
                          <a:pt x="48986" y="65920"/>
                        </a:cubicBezTo>
                        <a:cubicBezTo>
                          <a:pt x="33248" y="75318"/>
                          <a:pt x="16624" y="83298"/>
                          <a:pt x="0" y="89460"/>
                        </a:cubicBezTo>
                        <a:cubicBezTo>
                          <a:pt x="9398" y="88573"/>
                          <a:pt x="20126" y="83608"/>
                          <a:pt x="30057" y="78466"/>
                        </a:cubicBezTo>
                        <a:cubicBezTo>
                          <a:pt x="47301" y="69467"/>
                          <a:pt x="64058" y="59315"/>
                          <a:pt x="79840" y="48188"/>
                        </a:cubicBezTo>
                        <a:cubicBezTo>
                          <a:pt x="87908" y="42513"/>
                          <a:pt x="95844" y="36529"/>
                          <a:pt x="104710" y="32140"/>
                        </a:cubicBezTo>
                        <a:cubicBezTo>
                          <a:pt x="114684" y="27175"/>
                          <a:pt x="125368" y="24648"/>
                          <a:pt x="133880" y="25180"/>
                        </a:cubicBezTo>
                        <a:cubicBezTo>
                          <a:pt x="124038" y="21456"/>
                          <a:pt x="101740" y="35686"/>
                          <a:pt x="93095" y="3094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79" name="Forme libre : forme 19478">
                    <a:extLst>
                      <a:ext uri="{FF2B5EF4-FFF2-40B4-BE49-F238E27FC236}">
                        <a16:creationId xmlns:a16="http://schemas.microsoft.com/office/drawing/2014/main" id="{F481809B-40D8-4618-8E67-C785D458BD80}"/>
                      </a:ext>
                    </a:extLst>
                  </p:cNvPr>
                  <p:cNvSpPr/>
                  <p:nvPr/>
                </p:nvSpPr>
                <p:spPr>
                  <a:xfrm>
                    <a:off x="7473141" y="6026971"/>
                    <a:ext cx="5496" cy="1108"/>
                  </a:xfrm>
                  <a:custGeom>
                    <a:avLst/>
                    <a:gdLst>
                      <a:gd name="connsiteX0" fmla="*/ 4965 w 5496"/>
                      <a:gd name="connsiteY0" fmla="*/ 621 h 1108"/>
                      <a:gd name="connsiteX1" fmla="*/ 5497 w 5496"/>
                      <a:gd name="connsiteY1" fmla="*/ 0 h 1108"/>
                      <a:gd name="connsiteX2" fmla="*/ 0 w 5496"/>
                      <a:gd name="connsiteY2" fmla="*/ 1108 h 1108"/>
                      <a:gd name="connsiteX3" fmla="*/ 4965 w 5496"/>
                      <a:gd name="connsiteY3" fmla="*/ 621 h 1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6" h="1108">
                        <a:moveTo>
                          <a:pt x="4965" y="621"/>
                        </a:moveTo>
                        <a:lnTo>
                          <a:pt x="5497" y="0"/>
                        </a:lnTo>
                        <a:cubicBezTo>
                          <a:pt x="3679" y="399"/>
                          <a:pt x="1817" y="753"/>
                          <a:pt x="0" y="1108"/>
                        </a:cubicBezTo>
                        <a:cubicBezTo>
                          <a:pt x="1640" y="975"/>
                          <a:pt x="3280" y="798"/>
                          <a:pt x="4965" y="62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80" name="Forme libre : forme 19479">
                    <a:extLst>
                      <a:ext uri="{FF2B5EF4-FFF2-40B4-BE49-F238E27FC236}">
                        <a16:creationId xmlns:a16="http://schemas.microsoft.com/office/drawing/2014/main" id="{E52BE1DC-C4FF-4752-89A4-4DF6F28248D3}"/>
                      </a:ext>
                    </a:extLst>
                  </p:cNvPr>
                  <p:cNvSpPr/>
                  <p:nvPr/>
                </p:nvSpPr>
                <p:spPr>
                  <a:xfrm>
                    <a:off x="7445789" y="6028080"/>
                    <a:ext cx="27308" cy="2098"/>
                  </a:xfrm>
                  <a:custGeom>
                    <a:avLst/>
                    <a:gdLst>
                      <a:gd name="connsiteX0" fmla="*/ 0 w 27308"/>
                      <a:gd name="connsiteY0" fmla="*/ 1108 h 2098"/>
                      <a:gd name="connsiteX1" fmla="*/ 27308 w 27308"/>
                      <a:gd name="connsiteY1" fmla="*/ 0 h 2098"/>
                      <a:gd name="connsiteX2" fmla="*/ 20215 w 27308"/>
                      <a:gd name="connsiteY2" fmla="*/ 709 h 2098"/>
                      <a:gd name="connsiteX3" fmla="*/ 0 w 27308"/>
                      <a:gd name="connsiteY3" fmla="*/ 1108 h 2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308" h="2098">
                        <a:moveTo>
                          <a:pt x="0" y="1108"/>
                        </a:moveTo>
                        <a:cubicBezTo>
                          <a:pt x="7492" y="3014"/>
                          <a:pt x="17245" y="1906"/>
                          <a:pt x="27308" y="0"/>
                        </a:cubicBezTo>
                        <a:cubicBezTo>
                          <a:pt x="24958" y="221"/>
                          <a:pt x="22565" y="488"/>
                          <a:pt x="20215" y="709"/>
                        </a:cubicBezTo>
                        <a:cubicBezTo>
                          <a:pt x="13122" y="1463"/>
                          <a:pt x="5896" y="2217"/>
                          <a:pt x="0" y="110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81" name="Forme libre : forme 19480">
                    <a:extLst>
                      <a:ext uri="{FF2B5EF4-FFF2-40B4-BE49-F238E27FC236}">
                        <a16:creationId xmlns:a16="http://schemas.microsoft.com/office/drawing/2014/main" id="{37E5E946-4E58-4A1D-83B5-33341D11DCD2}"/>
                      </a:ext>
                    </a:extLst>
                  </p:cNvPr>
                  <p:cNvSpPr/>
                  <p:nvPr/>
                </p:nvSpPr>
                <p:spPr>
                  <a:xfrm>
                    <a:off x="7108120" y="5998466"/>
                    <a:ext cx="97572" cy="50315"/>
                  </a:xfrm>
                  <a:custGeom>
                    <a:avLst/>
                    <a:gdLst>
                      <a:gd name="connsiteX0" fmla="*/ 56034 w 97572"/>
                      <a:gd name="connsiteY0" fmla="*/ 50316 h 50315"/>
                      <a:gd name="connsiteX1" fmla="*/ 73013 w 97572"/>
                      <a:gd name="connsiteY1" fmla="*/ 22077 h 50315"/>
                      <a:gd name="connsiteX2" fmla="*/ 97572 w 97572"/>
                      <a:gd name="connsiteY2" fmla="*/ 0 h 50315"/>
                      <a:gd name="connsiteX3" fmla="*/ 63349 w 97572"/>
                      <a:gd name="connsiteY3" fmla="*/ 15560 h 50315"/>
                      <a:gd name="connsiteX4" fmla="*/ 26022 w 97572"/>
                      <a:gd name="connsiteY4" fmla="*/ 21900 h 50315"/>
                      <a:gd name="connsiteX5" fmla="*/ 15560 w 97572"/>
                      <a:gd name="connsiteY5" fmla="*/ 33337 h 50315"/>
                      <a:gd name="connsiteX6" fmla="*/ 0 w 97572"/>
                      <a:gd name="connsiteY6" fmla="*/ 42735 h 50315"/>
                      <a:gd name="connsiteX7" fmla="*/ 26732 w 97572"/>
                      <a:gd name="connsiteY7" fmla="*/ 33027 h 50315"/>
                      <a:gd name="connsiteX8" fmla="*/ 50582 w 97572"/>
                      <a:gd name="connsiteY8" fmla="*/ 27707 h 50315"/>
                      <a:gd name="connsiteX9" fmla="*/ 62950 w 97572"/>
                      <a:gd name="connsiteY9" fmla="*/ 29126 h 50315"/>
                      <a:gd name="connsiteX10" fmla="*/ 59625 w 97572"/>
                      <a:gd name="connsiteY10" fmla="*/ 36219 h 50315"/>
                      <a:gd name="connsiteX11" fmla="*/ 56034 w 97572"/>
                      <a:gd name="connsiteY11" fmla="*/ 50316 h 50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7572" h="50315">
                        <a:moveTo>
                          <a:pt x="56034" y="50316"/>
                        </a:moveTo>
                        <a:cubicBezTo>
                          <a:pt x="64103" y="40873"/>
                          <a:pt x="66186" y="31519"/>
                          <a:pt x="73013" y="22077"/>
                        </a:cubicBezTo>
                        <a:cubicBezTo>
                          <a:pt x="79131" y="13610"/>
                          <a:pt x="92652" y="7448"/>
                          <a:pt x="97572" y="0"/>
                        </a:cubicBezTo>
                        <a:cubicBezTo>
                          <a:pt x="88706" y="311"/>
                          <a:pt x="73013" y="11437"/>
                          <a:pt x="63349" y="15560"/>
                        </a:cubicBezTo>
                        <a:cubicBezTo>
                          <a:pt x="56611" y="18442"/>
                          <a:pt x="26067" y="29790"/>
                          <a:pt x="26022" y="21900"/>
                        </a:cubicBezTo>
                        <a:cubicBezTo>
                          <a:pt x="26067" y="25535"/>
                          <a:pt x="20747" y="30190"/>
                          <a:pt x="15560" y="33337"/>
                        </a:cubicBezTo>
                        <a:cubicBezTo>
                          <a:pt x="10374" y="36484"/>
                          <a:pt x="4610" y="39011"/>
                          <a:pt x="0" y="42735"/>
                        </a:cubicBezTo>
                        <a:cubicBezTo>
                          <a:pt x="8334" y="37282"/>
                          <a:pt x="17910" y="34977"/>
                          <a:pt x="26732" y="33027"/>
                        </a:cubicBezTo>
                        <a:cubicBezTo>
                          <a:pt x="34667" y="31254"/>
                          <a:pt x="42602" y="29480"/>
                          <a:pt x="50582" y="27707"/>
                        </a:cubicBezTo>
                        <a:cubicBezTo>
                          <a:pt x="55946" y="26510"/>
                          <a:pt x="62462" y="25712"/>
                          <a:pt x="62950" y="29126"/>
                        </a:cubicBezTo>
                        <a:cubicBezTo>
                          <a:pt x="63216" y="31120"/>
                          <a:pt x="61177" y="33780"/>
                          <a:pt x="59625" y="36219"/>
                        </a:cubicBezTo>
                        <a:cubicBezTo>
                          <a:pt x="56433" y="41272"/>
                          <a:pt x="55148" y="46282"/>
                          <a:pt x="56034" y="5031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82" name="Forme libre : forme 19481">
                    <a:extLst>
                      <a:ext uri="{FF2B5EF4-FFF2-40B4-BE49-F238E27FC236}">
                        <a16:creationId xmlns:a16="http://schemas.microsoft.com/office/drawing/2014/main" id="{DF9A41ED-D04F-4F3E-AE21-164C8DCA0863}"/>
                      </a:ext>
                    </a:extLst>
                  </p:cNvPr>
                  <p:cNvSpPr/>
                  <p:nvPr/>
                </p:nvSpPr>
                <p:spPr>
                  <a:xfrm>
                    <a:off x="7227813" y="6081498"/>
                    <a:ext cx="77313" cy="49396"/>
                  </a:xfrm>
                  <a:custGeom>
                    <a:avLst/>
                    <a:gdLst>
                      <a:gd name="connsiteX0" fmla="*/ 0 w 77313"/>
                      <a:gd name="connsiteY0" fmla="*/ 43977 h 49396"/>
                      <a:gd name="connsiteX1" fmla="*/ 31431 w 77313"/>
                      <a:gd name="connsiteY1" fmla="*/ 38967 h 49396"/>
                      <a:gd name="connsiteX2" fmla="*/ 40519 w 77313"/>
                      <a:gd name="connsiteY2" fmla="*/ 36041 h 49396"/>
                      <a:gd name="connsiteX3" fmla="*/ 47035 w 77313"/>
                      <a:gd name="connsiteY3" fmla="*/ 37460 h 49396"/>
                      <a:gd name="connsiteX4" fmla="*/ 47035 w 77313"/>
                      <a:gd name="connsiteY4" fmla="*/ 41317 h 49396"/>
                      <a:gd name="connsiteX5" fmla="*/ 58384 w 77313"/>
                      <a:gd name="connsiteY5" fmla="*/ 49340 h 49396"/>
                      <a:gd name="connsiteX6" fmla="*/ 54394 w 77313"/>
                      <a:gd name="connsiteY6" fmla="*/ 33293 h 49396"/>
                      <a:gd name="connsiteX7" fmla="*/ 59847 w 77313"/>
                      <a:gd name="connsiteY7" fmla="*/ 23318 h 49396"/>
                      <a:gd name="connsiteX8" fmla="*/ 77313 w 77313"/>
                      <a:gd name="connsiteY8" fmla="*/ 0 h 49396"/>
                      <a:gd name="connsiteX9" fmla="*/ 19772 w 77313"/>
                      <a:gd name="connsiteY9" fmla="*/ 36352 h 49396"/>
                      <a:gd name="connsiteX10" fmla="*/ 0 w 77313"/>
                      <a:gd name="connsiteY10" fmla="*/ 43977 h 49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7313" h="49396">
                        <a:moveTo>
                          <a:pt x="0" y="43977"/>
                        </a:moveTo>
                        <a:cubicBezTo>
                          <a:pt x="1596" y="49518"/>
                          <a:pt x="23850" y="41760"/>
                          <a:pt x="31431" y="38967"/>
                        </a:cubicBezTo>
                        <a:cubicBezTo>
                          <a:pt x="34490" y="37859"/>
                          <a:pt x="37593" y="36573"/>
                          <a:pt x="40519" y="36041"/>
                        </a:cubicBezTo>
                        <a:cubicBezTo>
                          <a:pt x="43444" y="35509"/>
                          <a:pt x="46282" y="35820"/>
                          <a:pt x="47035" y="37460"/>
                        </a:cubicBezTo>
                        <a:cubicBezTo>
                          <a:pt x="47523" y="38524"/>
                          <a:pt x="47124" y="39987"/>
                          <a:pt x="47035" y="41317"/>
                        </a:cubicBezTo>
                        <a:cubicBezTo>
                          <a:pt x="46636" y="46548"/>
                          <a:pt x="51335" y="49872"/>
                          <a:pt x="58384" y="49340"/>
                        </a:cubicBezTo>
                        <a:cubicBezTo>
                          <a:pt x="55369" y="44819"/>
                          <a:pt x="52310" y="39898"/>
                          <a:pt x="54394" y="33293"/>
                        </a:cubicBezTo>
                        <a:cubicBezTo>
                          <a:pt x="55414" y="30057"/>
                          <a:pt x="57586" y="26643"/>
                          <a:pt x="59847" y="23318"/>
                        </a:cubicBezTo>
                        <a:cubicBezTo>
                          <a:pt x="65122" y="15516"/>
                          <a:pt x="70930" y="7714"/>
                          <a:pt x="77313" y="0"/>
                        </a:cubicBezTo>
                        <a:cubicBezTo>
                          <a:pt x="60157" y="14142"/>
                          <a:pt x="40341" y="26687"/>
                          <a:pt x="19772" y="36352"/>
                        </a:cubicBezTo>
                        <a:cubicBezTo>
                          <a:pt x="13122" y="39455"/>
                          <a:pt x="6605" y="41893"/>
                          <a:pt x="0" y="4397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83" name="Forme libre : forme 19482">
                    <a:extLst>
                      <a:ext uri="{FF2B5EF4-FFF2-40B4-BE49-F238E27FC236}">
                        <a16:creationId xmlns:a16="http://schemas.microsoft.com/office/drawing/2014/main" id="{93D7074D-947B-459E-8623-6D36AFDE129C}"/>
                      </a:ext>
                    </a:extLst>
                  </p:cNvPr>
                  <p:cNvSpPr/>
                  <p:nvPr/>
                </p:nvSpPr>
                <p:spPr>
                  <a:xfrm>
                    <a:off x="7311111" y="6013805"/>
                    <a:ext cx="52975" cy="44330"/>
                  </a:xfrm>
                  <a:custGeom>
                    <a:avLst/>
                    <a:gdLst>
                      <a:gd name="connsiteX0" fmla="*/ 40652 w 52975"/>
                      <a:gd name="connsiteY0" fmla="*/ 17422 h 44330"/>
                      <a:gd name="connsiteX1" fmla="*/ 46947 w 52975"/>
                      <a:gd name="connsiteY1" fmla="*/ 0 h 44330"/>
                      <a:gd name="connsiteX2" fmla="*/ 32716 w 52975"/>
                      <a:gd name="connsiteY2" fmla="*/ 13610 h 44330"/>
                      <a:gd name="connsiteX3" fmla="*/ 29657 w 52975"/>
                      <a:gd name="connsiteY3" fmla="*/ 16580 h 44330"/>
                      <a:gd name="connsiteX4" fmla="*/ 25712 w 52975"/>
                      <a:gd name="connsiteY4" fmla="*/ 18974 h 44330"/>
                      <a:gd name="connsiteX5" fmla="*/ 0 w 52975"/>
                      <a:gd name="connsiteY5" fmla="*/ 44331 h 44330"/>
                      <a:gd name="connsiteX6" fmla="*/ 15250 w 52975"/>
                      <a:gd name="connsiteY6" fmla="*/ 32007 h 44330"/>
                      <a:gd name="connsiteX7" fmla="*/ 32273 w 52975"/>
                      <a:gd name="connsiteY7" fmla="*/ 25225 h 44330"/>
                      <a:gd name="connsiteX8" fmla="*/ 40474 w 52975"/>
                      <a:gd name="connsiteY8" fmla="*/ 29702 h 44330"/>
                      <a:gd name="connsiteX9" fmla="*/ 52976 w 52975"/>
                      <a:gd name="connsiteY9" fmla="*/ 34977 h 44330"/>
                      <a:gd name="connsiteX10" fmla="*/ 40652 w 52975"/>
                      <a:gd name="connsiteY10" fmla="*/ 17422 h 44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975" h="44330">
                        <a:moveTo>
                          <a:pt x="40652" y="17422"/>
                        </a:moveTo>
                        <a:cubicBezTo>
                          <a:pt x="40652" y="12014"/>
                          <a:pt x="43223" y="6118"/>
                          <a:pt x="46947" y="0"/>
                        </a:cubicBezTo>
                        <a:cubicBezTo>
                          <a:pt x="41139" y="2084"/>
                          <a:pt x="36351" y="9531"/>
                          <a:pt x="32716" y="13610"/>
                        </a:cubicBezTo>
                        <a:cubicBezTo>
                          <a:pt x="31785" y="14629"/>
                          <a:pt x="30854" y="15693"/>
                          <a:pt x="29657" y="16580"/>
                        </a:cubicBezTo>
                        <a:cubicBezTo>
                          <a:pt x="28461" y="17511"/>
                          <a:pt x="27042" y="18221"/>
                          <a:pt x="25712" y="18974"/>
                        </a:cubicBezTo>
                        <a:cubicBezTo>
                          <a:pt x="14230" y="25490"/>
                          <a:pt x="6650" y="35332"/>
                          <a:pt x="0" y="44331"/>
                        </a:cubicBezTo>
                        <a:cubicBezTo>
                          <a:pt x="4477" y="39898"/>
                          <a:pt x="9664" y="35731"/>
                          <a:pt x="15250" y="32007"/>
                        </a:cubicBezTo>
                        <a:cubicBezTo>
                          <a:pt x="20658" y="28416"/>
                          <a:pt x="27264" y="25003"/>
                          <a:pt x="32273" y="25225"/>
                        </a:cubicBezTo>
                        <a:cubicBezTo>
                          <a:pt x="36307" y="25402"/>
                          <a:pt x="38213" y="27796"/>
                          <a:pt x="40474" y="29702"/>
                        </a:cubicBezTo>
                        <a:cubicBezTo>
                          <a:pt x="43622" y="32317"/>
                          <a:pt x="47878" y="34135"/>
                          <a:pt x="52976" y="34977"/>
                        </a:cubicBezTo>
                        <a:cubicBezTo>
                          <a:pt x="45484" y="31431"/>
                          <a:pt x="40652" y="25446"/>
                          <a:pt x="40652" y="1742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84" name="Forme libre : forme 19483">
                    <a:extLst>
                      <a:ext uri="{FF2B5EF4-FFF2-40B4-BE49-F238E27FC236}">
                        <a16:creationId xmlns:a16="http://schemas.microsoft.com/office/drawing/2014/main" id="{614D98AC-5C5E-48EB-B996-F8B7372DD83C}"/>
                      </a:ext>
                    </a:extLst>
                  </p:cNvPr>
                  <p:cNvSpPr/>
                  <p:nvPr/>
                </p:nvSpPr>
                <p:spPr>
                  <a:xfrm>
                    <a:off x="7443873" y="6063544"/>
                    <a:ext cx="1826" cy="1817"/>
                  </a:xfrm>
                  <a:custGeom>
                    <a:avLst/>
                    <a:gdLst>
                      <a:gd name="connsiteX0" fmla="*/ 186 w 1826"/>
                      <a:gd name="connsiteY0" fmla="*/ 1817 h 1817"/>
                      <a:gd name="connsiteX1" fmla="*/ 1827 w 1826"/>
                      <a:gd name="connsiteY1" fmla="*/ 0 h 1817"/>
                      <a:gd name="connsiteX2" fmla="*/ 9 w 1826"/>
                      <a:gd name="connsiteY2" fmla="*/ 798 h 1817"/>
                      <a:gd name="connsiteX3" fmla="*/ 186 w 1826"/>
                      <a:gd name="connsiteY3" fmla="*/ 1817 h 1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26" h="1817">
                        <a:moveTo>
                          <a:pt x="186" y="1817"/>
                        </a:moveTo>
                        <a:lnTo>
                          <a:pt x="1827" y="0"/>
                        </a:lnTo>
                        <a:cubicBezTo>
                          <a:pt x="1206" y="266"/>
                          <a:pt x="585" y="488"/>
                          <a:pt x="9" y="798"/>
                        </a:cubicBezTo>
                        <a:cubicBezTo>
                          <a:pt x="-36" y="1153"/>
                          <a:pt x="98" y="1463"/>
                          <a:pt x="186" y="181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85" name="Forme libre : forme 19484">
                    <a:extLst>
                      <a:ext uri="{FF2B5EF4-FFF2-40B4-BE49-F238E27FC236}">
                        <a16:creationId xmlns:a16="http://schemas.microsoft.com/office/drawing/2014/main" id="{284C2DA1-DE6D-451C-9EDA-B2752018D9CD}"/>
                      </a:ext>
                    </a:extLst>
                  </p:cNvPr>
                  <p:cNvSpPr/>
                  <p:nvPr/>
                </p:nvSpPr>
                <p:spPr>
                  <a:xfrm>
                    <a:off x="6770007" y="6110845"/>
                    <a:ext cx="56300" cy="19727"/>
                  </a:xfrm>
                  <a:custGeom>
                    <a:avLst/>
                    <a:gdLst>
                      <a:gd name="connsiteX0" fmla="*/ 56300 w 56300"/>
                      <a:gd name="connsiteY0" fmla="*/ 0 h 19727"/>
                      <a:gd name="connsiteX1" fmla="*/ 30367 w 56300"/>
                      <a:gd name="connsiteY1" fmla="*/ 12590 h 19727"/>
                      <a:gd name="connsiteX2" fmla="*/ 0 w 56300"/>
                      <a:gd name="connsiteY2" fmla="*/ 19728 h 19727"/>
                      <a:gd name="connsiteX3" fmla="*/ 56300 w 56300"/>
                      <a:gd name="connsiteY3" fmla="*/ 0 h 19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300" h="19727">
                        <a:moveTo>
                          <a:pt x="56300" y="0"/>
                        </a:moveTo>
                        <a:cubicBezTo>
                          <a:pt x="47833" y="3724"/>
                          <a:pt x="39588" y="9266"/>
                          <a:pt x="30367" y="12590"/>
                        </a:cubicBezTo>
                        <a:cubicBezTo>
                          <a:pt x="19993" y="16314"/>
                          <a:pt x="9708" y="18442"/>
                          <a:pt x="0" y="19728"/>
                        </a:cubicBezTo>
                        <a:cubicBezTo>
                          <a:pt x="9576" y="18442"/>
                          <a:pt x="54793" y="15560"/>
                          <a:pt x="5630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86" name="Forme libre : forme 19485">
                    <a:extLst>
                      <a:ext uri="{FF2B5EF4-FFF2-40B4-BE49-F238E27FC236}">
                        <a16:creationId xmlns:a16="http://schemas.microsoft.com/office/drawing/2014/main" id="{F9BA2199-02F2-46BE-BC23-7F1B8C6E299A}"/>
                      </a:ext>
                    </a:extLst>
                  </p:cNvPr>
                  <p:cNvSpPr/>
                  <p:nvPr/>
                </p:nvSpPr>
                <p:spPr>
                  <a:xfrm>
                    <a:off x="6179918" y="6085985"/>
                    <a:ext cx="46491" cy="48089"/>
                  </a:xfrm>
                  <a:custGeom>
                    <a:avLst/>
                    <a:gdLst>
                      <a:gd name="connsiteX0" fmla="*/ 0 w 46491"/>
                      <a:gd name="connsiteY0" fmla="*/ 42593 h 48089"/>
                      <a:gd name="connsiteX1" fmla="*/ 21988 w 46491"/>
                      <a:gd name="connsiteY1" fmla="*/ 48090 h 48089"/>
                      <a:gd name="connsiteX2" fmla="*/ 23628 w 46491"/>
                      <a:gd name="connsiteY2" fmla="*/ 37451 h 48089"/>
                      <a:gd name="connsiteX3" fmla="*/ 31032 w 46491"/>
                      <a:gd name="connsiteY3" fmla="*/ 20251 h 48089"/>
                      <a:gd name="connsiteX4" fmla="*/ 46016 w 46491"/>
                      <a:gd name="connsiteY4" fmla="*/ 3139 h 48089"/>
                      <a:gd name="connsiteX5" fmla="*/ 37371 w 46491"/>
                      <a:gd name="connsiteY5" fmla="*/ 6197 h 48089"/>
                      <a:gd name="connsiteX6" fmla="*/ 19949 w 46491"/>
                      <a:gd name="connsiteY6" fmla="*/ 25748 h 48089"/>
                      <a:gd name="connsiteX7" fmla="*/ 1951 w 46491"/>
                      <a:gd name="connsiteY7" fmla="*/ 41840 h 48089"/>
                      <a:gd name="connsiteX8" fmla="*/ 0 w 46491"/>
                      <a:gd name="connsiteY8" fmla="*/ 42593 h 48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491" h="48089">
                        <a:moveTo>
                          <a:pt x="0" y="42593"/>
                        </a:moveTo>
                        <a:cubicBezTo>
                          <a:pt x="8777" y="42682"/>
                          <a:pt x="16403" y="44544"/>
                          <a:pt x="21988" y="48090"/>
                        </a:cubicBezTo>
                        <a:cubicBezTo>
                          <a:pt x="23008" y="44411"/>
                          <a:pt x="23008" y="40997"/>
                          <a:pt x="23628" y="37451"/>
                        </a:cubicBezTo>
                        <a:cubicBezTo>
                          <a:pt x="24604" y="31998"/>
                          <a:pt x="27175" y="26102"/>
                          <a:pt x="31032" y="20251"/>
                        </a:cubicBezTo>
                        <a:cubicBezTo>
                          <a:pt x="33869" y="15950"/>
                          <a:pt x="44819" y="6641"/>
                          <a:pt x="46016" y="3139"/>
                        </a:cubicBezTo>
                        <a:cubicBezTo>
                          <a:pt x="48409" y="-3821"/>
                          <a:pt x="41183" y="2429"/>
                          <a:pt x="37371" y="6197"/>
                        </a:cubicBezTo>
                        <a:cubicBezTo>
                          <a:pt x="30987" y="12493"/>
                          <a:pt x="25313" y="19230"/>
                          <a:pt x="19949" y="25748"/>
                        </a:cubicBezTo>
                        <a:cubicBezTo>
                          <a:pt x="15117" y="31643"/>
                          <a:pt x="9753" y="38249"/>
                          <a:pt x="1951" y="41840"/>
                        </a:cubicBezTo>
                        <a:cubicBezTo>
                          <a:pt x="1286" y="42105"/>
                          <a:pt x="621" y="42372"/>
                          <a:pt x="0" y="4259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87" name="Forme libre : forme 19486">
                    <a:extLst>
                      <a:ext uri="{FF2B5EF4-FFF2-40B4-BE49-F238E27FC236}">
                        <a16:creationId xmlns:a16="http://schemas.microsoft.com/office/drawing/2014/main" id="{C337D04E-BBF7-49AD-AFDA-E9AB5CF4EE4D}"/>
                      </a:ext>
                    </a:extLst>
                  </p:cNvPr>
                  <p:cNvSpPr/>
                  <p:nvPr/>
                </p:nvSpPr>
                <p:spPr>
                  <a:xfrm>
                    <a:off x="6163250" y="6128575"/>
                    <a:ext cx="16668" cy="1934"/>
                  </a:xfrm>
                  <a:custGeom>
                    <a:avLst/>
                    <a:gdLst>
                      <a:gd name="connsiteX0" fmla="*/ 16668 w 16668"/>
                      <a:gd name="connsiteY0" fmla="*/ 2 h 1934"/>
                      <a:gd name="connsiteX1" fmla="*/ 0 w 16668"/>
                      <a:gd name="connsiteY1" fmla="*/ 1731 h 1934"/>
                      <a:gd name="connsiteX2" fmla="*/ 16668 w 16668"/>
                      <a:gd name="connsiteY2" fmla="*/ 2 h 19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668" h="1934">
                        <a:moveTo>
                          <a:pt x="16668" y="2"/>
                        </a:moveTo>
                        <a:cubicBezTo>
                          <a:pt x="11482" y="-42"/>
                          <a:pt x="5852" y="534"/>
                          <a:pt x="0" y="1731"/>
                        </a:cubicBezTo>
                        <a:cubicBezTo>
                          <a:pt x="5054" y="2086"/>
                          <a:pt x="10684" y="2219"/>
                          <a:pt x="16668" y="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88" name="Forme libre : forme 19487">
                    <a:extLst>
                      <a:ext uri="{FF2B5EF4-FFF2-40B4-BE49-F238E27FC236}">
                        <a16:creationId xmlns:a16="http://schemas.microsoft.com/office/drawing/2014/main" id="{11429D54-BF79-4053-B8BA-ACD0CDDB5250}"/>
                      </a:ext>
                    </a:extLst>
                  </p:cNvPr>
                  <p:cNvSpPr/>
                  <p:nvPr/>
                </p:nvSpPr>
                <p:spPr>
                  <a:xfrm>
                    <a:off x="4636999" y="5977276"/>
                    <a:ext cx="33732" cy="27451"/>
                  </a:xfrm>
                  <a:custGeom>
                    <a:avLst/>
                    <a:gdLst>
                      <a:gd name="connsiteX0" fmla="*/ 7250 w 33732"/>
                      <a:gd name="connsiteY0" fmla="*/ 11925 h 27451"/>
                      <a:gd name="connsiteX1" fmla="*/ 13235 w 33732"/>
                      <a:gd name="connsiteY1" fmla="*/ 1818 h 27451"/>
                      <a:gd name="connsiteX2" fmla="*/ 15452 w 33732"/>
                      <a:gd name="connsiteY2" fmla="*/ 0 h 27451"/>
                      <a:gd name="connsiteX3" fmla="*/ 911 w 33732"/>
                      <a:gd name="connsiteY3" fmla="*/ 17821 h 27451"/>
                      <a:gd name="connsiteX4" fmla="*/ 157 w 33732"/>
                      <a:gd name="connsiteY4" fmla="*/ 23363 h 27451"/>
                      <a:gd name="connsiteX5" fmla="*/ 468 w 33732"/>
                      <a:gd name="connsiteY5" fmla="*/ 24205 h 27451"/>
                      <a:gd name="connsiteX6" fmla="*/ 8536 w 33732"/>
                      <a:gd name="connsiteY6" fmla="*/ 27441 h 27451"/>
                      <a:gd name="connsiteX7" fmla="*/ 22412 w 33732"/>
                      <a:gd name="connsiteY7" fmla="*/ 23939 h 27451"/>
                      <a:gd name="connsiteX8" fmla="*/ 32785 w 33732"/>
                      <a:gd name="connsiteY8" fmla="*/ 6561 h 27451"/>
                      <a:gd name="connsiteX9" fmla="*/ 17801 w 33732"/>
                      <a:gd name="connsiteY9" fmla="*/ 11881 h 27451"/>
                      <a:gd name="connsiteX10" fmla="*/ 7250 w 33732"/>
                      <a:gd name="connsiteY10" fmla="*/ 11925 h 27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3732" h="27451">
                        <a:moveTo>
                          <a:pt x="7250" y="11925"/>
                        </a:moveTo>
                        <a:cubicBezTo>
                          <a:pt x="5610" y="9576"/>
                          <a:pt x="9423" y="5143"/>
                          <a:pt x="13235" y="1818"/>
                        </a:cubicBezTo>
                        <a:cubicBezTo>
                          <a:pt x="13900" y="1241"/>
                          <a:pt x="14654" y="621"/>
                          <a:pt x="15452" y="0"/>
                        </a:cubicBezTo>
                        <a:cubicBezTo>
                          <a:pt x="10176" y="2084"/>
                          <a:pt x="4856" y="7448"/>
                          <a:pt x="911" y="17821"/>
                        </a:cubicBezTo>
                        <a:cubicBezTo>
                          <a:pt x="157" y="19816"/>
                          <a:pt x="-242" y="21767"/>
                          <a:pt x="157" y="23363"/>
                        </a:cubicBezTo>
                        <a:cubicBezTo>
                          <a:pt x="246" y="23673"/>
                          <a:pt x="335" y="23939"/>
                          <a:pt x="468" y="24205"/>
                        </a:cubicBezTo>
                        <a:cubicBezTo>
                          <a:pt x="1620" y="26466"/>
                          <a:pt x="4768" y="27574"/>
                          <a:pt x="8536" y="27441"/>
                        </a:cubicBezTo>
                        <a:cubicBezTo>
                          <a:pt x="12747" y="27352"/>
                          <a:pt x="17668" y="25890"/>
                          <a:pt x="22412" y="23939"/>
                        </a:cubicBezTo>
                        <a:cubicBezTo>
                          <a:pt x="33228" y="19461"/>
                          <a:pt x="35267" y="12147"/>
                          <a:pt x="32785" y="6561"/>
                        </a:cubicBezTo>
                        <a:cubicBezTo>
                          <a:pt x="26712" y="8999"/>
                          <a:pt x="21082" y="10906"/>
                          <a:pt x="17801" y="11881"/>
                        </a:cubicBezTo>
                        <a:cubicBezTo>
                          <a:pt x="13590" y="13122"/>
                          <a:pt x="8669" y="14053"/>
                          <a:pt x="7250" y="1192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89" name="Forme libre : forme 19488">
                    <a:extLst>
                      <a:ext uri="{FF2B5EF4-FFF2-40B4-BE49-F238E27FC236}">
                        <a16:creationId xmlns:a16="http://schemas.microsoft.com/office/drawing/2014/main" id="{6CB995BA-F2D4-4223-AF53-A9401D3B26A9}"/>
                      </a:ext>
                    </a:extLst>
                  </p:cNvPr>
                  <p:cNvSpPr/>
                  <p:nvPr/>
                </p:nvSpPr>
                <p:spPr>
                  <a:xfrm>
                    <a:off x="4575956" y="6026197"/>
                    <a:ext cx="42706" cy="22155"/>
                  </a:xfrm>
                  <a:custGeom>
                    <a:avLst/>
                    <a:gdLst>
                      <a:gd name="connsiteX0" fmla="*/ 467 w 42706"/>
                      <a:gd name="connsiteY0" fmla="*/ 21034 h 22155"/>
                      <a:gd name="connsiteX1" fmla="*/ 2418 w 42706"/>
                      <a:gd name="connsiteY1" fmla="*/ 21788 h 22155"/>
                      <a:gd name="connsiteX2" fmla="*/ 42582 w 42706"/>
                      <a:gd name="connsiteY2" fmla="*/ 5163 h 22155"/>
                      <a:gd name="connsiteX3" fmla="*/ 5477 w 42706"/>
                      <a:gd name="connsiteY3" fmla="*/ 13586 h 22155"/>
                      <a:gd name="connsiteX4" fmla="*/ 467 w 42706"/>
                      <a:gd name="connsiteY4" fmla="*/ 21034 h 22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706" h="22155">
                        <a:moveTo>
                          <a:pt x="467" y="21034"/>
                        </a:moveTo>
                        <a:cubicBezTo>
                          <a:pt x="911" y="21477"/>
                          <a:pt x="1664" y="21654"/>
                          <a:pt x="2418" y="21788"/>
                        </a:cubicBezTo>
                        <a:cubicBezTo>
                          <a:pt x="11639" y="23649"/>
                          <a:pt x="40365" y="18507"/>
                          <a:pt x="42582" y="5163"/>
                        </a:cubicBezTo>
                        <a:cubicBezTo>
                          <a:pt x="44843" y="-8136"/>
                          <a:pt x="15673" y="7779"/>
                          <a:pt x="5477" y="13586"/>
                        </a:cubicBezTo>
                        <a:cubicBezTo>
                          <a:pt x="1930" y="15670"/>
                          <a:pt x="-1217" y="19438"/>
                          <a:pt x="467" y="2103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90" name="Forme libre : forme 19489">
                    <a:extLst>
                      <a:ext uri="{FF2B5EF4-FFF2-40B4-BE49-F238E27FC236}">
                        <a16:creationId xmlns:a16="http://schemas.microsoft.com/office/drawing/2014/main" id="{7C1ED529-E2B3-4014-B9B4-CFF0896620A9}"/>
                      </a:ext>
                    </a:extLst>
                  </p:cNvPr>
                  <p:cNvSpPr/>
                  <p:nvPr/>
                </p:nvSpPr>
                <p:spPr>
                  <a:xfrm>
                    <a:off x="4448457" y="6113151"/>
                    <a:ext cx="1932" cy="4920"/>
                  </a:xfrm>
                  <a:custGeom>
                    <a:avLst/>
                    <a:gdLst>
                      <a:gd name="connsiteX0" fmla="*/ 204 w 1932"/>
                      <a:gd name="connsiteY0" fmla="*/ 0 h 4920"/>
                      <a:gd name="connsiteX1" fmla="*/ 115 w 1932"/>
                      <a:gd name="connsiteY1" fmla="*/ 355 h 4920"/>
                      <a:gd name="connsiteX2" fmla="*/ 27 w 1932"/>
                      <a:gd name="connsiteY2" fmla="*/ 3458 h 4920"/>
                      <a:gd name="connsiteX3" fmla="*/ 1933 w 1932"/>
                      <a:gd name="connsiteY3" fmla="*/ 4921 h 4920"/>
                      <a:gd name="connsiteX4" fmla="*/ 204 w 1932"/>
                      <a:gd name="connsiteY4" fmla="*/ 0 h 4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32" h="4920">
                        <a:moveTo>
                          <a:pt x="204" y="0"/>
                        </a:moveTo>
                        <a:cubicBezTo>
                          <a:pt x="204" y="133"/>
                          <a:pt x="160" y="222"/>
                          <a:pt x="115" y="355"/>
                        </a:cubicBezTo>
                        <a:cubicBezTo>
                          <a:pt x="-18" y="1419"/>
                          <a:pt x="-18" y="2438"/>
                          <a:pt x="27" y="3458"/>
                        </a:cubicBezTo>
                        <a:cubicBezTo>
                          <a:pt x="647" y="3946"/>
                          <a:pt x="1356" y="4389"/>
                          <a:pt x="1933" y="4921"/>
                        </a:cubicBezTo>
                        <a:cubicBezTo>
                          <a:pt x="1312" y="3325"/>
                          <a:pt x="736" y="1685"/>
                          <a:pt x="204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91" name="Forme libre : forme 19490">
                    <a:extLst>
                      <a:ext uri="{FF2B5EF4-FFF2-40B4-BE49-F238E27FC236}">
                        <a16:creationId xmlns:a16="http://schemas.microsoft.com/office/drawing/2014/main" id="{3FE10DB0-A968-4BB6-97CA-BC706C8EB183}"/>
                      </a:ext>
                    </a:extLst>
                  </p:cNvPr>
                  <p:cNvSpPr/>
                  <p:nvPr/>
                </p:nvSpPr>
                <p:spPr>
                  <a:xfrm>
                    <a:off x="4448528" y="6057056"/>
                    <a:ext cx="92430" cy="80476"/>
                  </a:xfrm>
                  <a:custGeom>
                    <a:avLst/>
                    <a:gdLst>
                      <a:gd name="connsiteX0" fmla="*/ 11526 w 92430"/>
                      <a:gd name="connsiteY0" fmla="*/ 80477 h 80476"/>
                      <a:gd name="connsiteX1" fmla="*/ 17732 w 92430"/>
                      <a:gd name="connsiteY1" fmla="*/ 76975 h 80476"/>
                      <a:gd name="connsiteX2" fmla="*/ 30322 w 92430"/>
                      <a:gd name="connsiteY2" fmla="*/ 74404 h 80476"/>
                      <a:gd name="connsiteX3" fmla="*/ 33603 w 92430"/>
                      <a:gd name="connsiteY3" fmla="*/ 76354 h 80476"/>
                      <a:gd name="connsiteX4" fmla="*/ 45306 w 92430"/>
                      <a:gd name="connsiteY4" fmla="*/ 70281 h 80476"/>
                      <a:gd name="connsiteX5" fmla="*/ 54438 w 92430"/>
                      <a:gd name="connsiteY5" fmla="*/ 59154 h 80476"/>
                      <a:gd name="connsiteX6" fmla="*/ 74033 w 92430"/>
                      <a:gd name="connsiteY6" fmla="*/ 31403 h 80476"/>
                      <a:gd name="connsiteX7" fmla="*/ 65344 w 92430"/>
                      <a:gd name="connsiteY7" fmla="*/ 34506 h 80476"/>
                      <a:gd name="connsiteX8" fmla="*/ 61797 w 92430"/>
                      <a:gd name="connsiteY8" fmla="*/ 27457 h 80476"/>
                      <a:gd name="connsiteX9" fmla="*/ 74476 w 92430"/>
                      <a:gd name="connsiteY9" fmla="*/ 20409 h 80476"/>
                      <a:gd name="connsiteX10" fmla="*/ 79131 w 92430"/>
                      <a:gd name="connsiteY10" fmla="*/ 24842 h 80476"/>
                      <a:gd name="connsiteX11" fmla="*/ 88573 w 92430"/>
                      <a:gd name="connsiteY11" fmla="*/ 13404 h 80476"/>
                      <a:gd name="connsiteX12" fmla="*/ 92430 w 92430"/>
                      <a:gd name="connsiteY12" fmla="*/ 2499 h 80476"/>
                      <a:gd name="connsiteX13" fmla="*/ 62773 w 92430"/>
                      <a:gd name="connsiteY13" fmla="*/ 3518 h 80476"/>
                      <a:gd name="connsiteX14" fmla="*/ 21766 w 92430"/>
                      <a:gd name="connsiteY14" fmla="*/ 25152 h 80476"/>
                      <a:gd name="connsiteX15" fmla="*/ 177 w 92430"/>
                      <a:gd name="connsiteY15" fmla="*/ 56228 h 80476"/>
                      <a:gd name="connsiteX16" fmla="*/ 1906 w 92430"/>
                      <a:gd name="connsiteY16" fmla="*/ 61104 h 80476"/>
                      <a:gd name="connsiteX17" fmla="*/ 0 w 92430"/>
                      <a:gd name="connsiteY17" fmla="*/ 59642 h 80476"/>
                      <a:gd name="connsiteX18" fmla="*/ 3679 w 92430"/>
                      <a:gd name="connsiteY18" fmla="*/ 72808 h 80476"/>
                      <a:gd name="connsiteX19" fmla="*/ 11526 w 92430"/>
                      <a:gd name="connsiteY19" fmla="*/ 80477 h 80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92430" h="80476">
                        <a:moveTo>
                          <a:pt x="11526" y="80477"/>
                        </a:moveTo>
                        <a:cubicBezTo>
                          <a:pt x="13432" y="79103"/>
                          <a:pt x="15471" y="77906"/>
                          <a:pt x="17732" y="76975"/>
                        </a:cubicBezTo>
                        <a:cubicBezTo>
                          <a:pt x="21190" y="75556"/>
                          <a:pt x="26244" y="73384"/>
                          <a:pt x="30322" y="74404"/>
                        </a:cubicBezTo>
                        <a:cubicBezTo>
                          <a:pt x="31830" y="74758"/>
                          <a:pt x="32849" y="75467"/>
                          <a:pt x="33603" y="76354"/>
                        </a:cubicBezTo>
                        <a:cubicBezTo>
                          <a:pt x="37770" y="74936"/>
                          <a:pt x="41804" y="73030"/>
                          <a:pt x="45306" y="70281"/>
                        </a:cubicBezTo>
                        <a:cubicBezTo>
                          <a:pt x="49518" y="66912"/>
                          <a:pt x="52000" y="62922"/>
                          <a:pt x="54438" y="59154"/>
                        </a:cubicBezTo>
                        <a:cubicBezTo>
                          <a:pt x="60334" y="49888"/>
                          <a:pt x="66940" y="40623"/>
                          <a:pt x="74033" y="31403"/>
                        </a:cubicBezTo>
                        <a:cubicBezTo>
                          <a:pt x="71373" y="33264"/>
                          <a:pt x="68137" y="34506"/>
                          <a:pt x="65344" y="34506"/>
                        </a:cubicBezTo>
                        <a:cubicBezTo>
                          <a:pt x="60866" y="34506"/>
                          <a:pt x="59271" y="31358"/>
                          <a:pt x="61797" y="27457"/>
                        </a:cubicBezTo>
                        <a:cubicBezTo>
                          <a:pt x="64324" y="23556"/>
                          <a:pt x="69999" y="20409"/>
                          <a:pt x="74476" y="20409"/>
                        </a:cubicBezTo>
                        <a:cubicBezTo>
                          <a:pt x="77890" y="20409"/>
                          <a:pt x="79618" y="22270"/>
                          <a:pt x="79131" y="24842"/>
                        </a:cubicBezTo>
                        <a:cubicBezTo>
                          <a:pt x="82190" y="21029"/>
                          <a:pt x="85337" y="17217"/>
                          <a:pt x="88573" y="13404"/>
                        </a:cubicBezTo>
                        <a:lnTo>
                          <a:pt x="92430" y="2499"/>
                        </a:lnTo>
                        <a:cubicBezTo>
                          <a:pt x="86357" y="-1713"/>
                          <a:pt x="74254" y="-72"/>
                          <a:pt x="62773" y="3518"/>
                        </a:cubicBezTo>
                        <a:cubicBezTo>
                          <a:pt x="48498" y="7996"/>
                          <a:pt x="33647" y="15444"/>
                          <a:pt x="21766" y="25152"/>
                        </a:cubicBezTo>
                        <a:cubicBezTo>
                          <a:pt x="10019" y="34728"/>
                          <a:pt x="1463" y="46431"/>
                          <a:pt x="177" y="56228"/>
                        </a:cubicBezTo>
                        <a:cubicBezTo>
                          <a:pt x="709" y="57868"/>
                          <a:pt x="1286" y="59508"/>
                          <a:pt x="1906" y="61104"/>
                        </a:cubicBezTo>
                        <a:cubicBezTo>
                          <a:pt x="1286" y="60572"/>
                          <a:pt x="621" y="60129"/>
                          <a:pt x="0" y="59642"/>
                        </a:cubicBezTo>
                        <a:cubicBezTo>
                          <a:pt x="177" y="64473"/>
                          <a:pt x="1906" y="68685"/>
                          <a:pt x="3679" y="72808"/>
                        </a:cubicBezTo>
                        <a:cubicBezTo>
                          <a:pt x="5142" y="76088"/>
                          <a:pt x="6916" y="79635"/>
                          <a:pt x="11526" y="8047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92" name="Forme libre : forme 19491">
                    <a:extLst>
                      <a:ext uri="{FF2B5EF4-FFF2-40B4-BE49-F238E27FC236}">
                        <a16:creationId xmlns:a16="http://schemas.microsoft.com/office/drawing/2014/main" id="{B8817CEC-6874-4CD5-A25E-8A4756D52E32}"/>
                      </a:ext>
                    </a:extLst>
                  </p:cNvPr>
                  <p:cNvSpPr/>
                  <p:nvPr/>
                </p:nvSpPr>
                <p:spPr>
                  <a:xfrm>
                    <a:off x="4711438" y="5964266"/>
                    <a:ext cx="91413" cy="56749"/>
                  </a:xfrm>
                  <a:custGeom>
                    <a:avLst/>
                    <a:gdLst>
                      <a:gd name="connsiteX0" fmla="*/ 11011 w 91413"/>
                      <a:gd name="connsiteY0" fmla="*/ 55124 h 56749"/>
                      <a:gd name="connsiteX1" fmla="*/ 29630 w 91413"/>
                      <a:gd name="connsiteY1" fmla="*/ 56100 h 56749"/>
                      <a:gd name="connsiteX2" fmla="*/ 70282 w 91413"/>
                      <a:gd name="connsiteY2" fmla="*/ 34732 h 56749"/>
                      <a:gd name="connsiteX3" fmla="*/ 74360 w 91413"/>
                      <a:gd name="connsiteY3" fmla="*/ 30698 h 56749"/>
                      <a:gd name="connsiteX4" fmla="*/ 73385 w 91413"/>
                      <a:gd name="connsiteY4" fmla="*/ 27240 h 56749"/>
                      <a:gd name="connsiteX5" fmla="*/ 79857 w 91413"/>
                      <a:gd name="connsiteY5" fmla="*/ 23649 h 56749"/>
                      <a:gd name="connsiteX6" fmla="*/ 80522 w 91413"/>
                      <a:gd name="connsiteY6" fmla="*/ 23782 h 56749"/>
                      <a:gd name="connsiteX7" fmla="*/ 89167 w 91413"/>
                      <a:gd name="connsiteY7" fmla="*/ 908 h 56749"/>
                      <a:gd name="connsiteX8" fmla="*/ 43107 w 91413"/>
                      <a:gd name="connsiteY8" fmla="*/ 8532 h 56749"/>
                      <a:gd name="connsiteX9" fmla="*/ 20631 w 91413"/>
                      <a:gd name="connsiteY9" fmla="*/ 18019 h 56749"/>
                      <a:gd name="connsiteX10" fmla="*/ 2987 w 91413"/>
                      <a:gd name="connsiteY10" fmla="*/ 33358 h 56749"/>
                      <a:gd name="connsiteX11" fmla="*/ 11011 w 91413"/>
                      <a:gd name="connsiteY11" fmla="*/ 55124 h 56749"/>
                      <a:gd name="connsiteX12" fmla="*/ 22981 w 91413"/>
                      <a:gd name="connsiteY12" fmla="*/ 28659 h 56749"/>
                      <a:gd name="connsiteX13" fmla="*/ 34551 w 91413"/>
                      <a:gd name="connsiteY13" fmla="*/ 17399 h 56749"/>
                      <a:gd name="connsiteX14" fmla="*/ 53170 w 91413"/>
                      <a:gd name="connsiteY14" fmla="*/ 8222 h 56749"/>
                      <a:gd name="connsiteX15" fmla="*/ 78306 w 91413"/>
                      <a:gd name="connsiteY15" fmla="*/ 5961 h 56749"/>
                      <a:gd name="connsiteX16" fmla="*/ 75868 w 91413"/>
                      <a:gd name="connsiteY16" fmla="*/ 15758 h 56749"/>
                      <a:gd name="connsiteX17" fmla="*/ 61948 w 91413"/>
                      <a:gd name="connsiteY17" fmla="*/ 23472 h 56749"/>
                      <a:gd name="connsiteX18" fmla="*/ 34418 w 91413"/>
                      <a:gd name="connsiteY18" fmla="*/ 33934 h 56749"/>
                      <a:gd name="connsiteX19" fmla="*/ 27724 w 91413"/>
                      <a:gd name="connsiteY19" fmla="*/ 35885 h 56749"/>
                      <a:gd name="connsiteX20" fmla="*/ 22981 w 91413"/>
                      <a:gd name="connsiteY20" fmla="*/ 28659 h 56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91413" h="56749">
                        <a:moveTo>
                          <a:pt x="11011" y="55124"/>
                        </a:moveTo>
                        <a:cubicBezTo>
                          <a:pt x="16154" y="56764"/>
                          <a:pt x="22493" y="57296"/>
                          <a:pt x="29630" y="56100"/>
                        </a:cubicBezTo>
                        <a:cubicBezTo>
                          <a:pt x="43506" y="53750"/>
                          <a:pt x="59110" y="44973"/>
                          <a:pt x="70282" y="34732"/>
                        </a:cubicBezTo>
                        <a:cubicBezTo>
                          <a:pt x="71479" y="33668"/>
                          <a:pt x="72853" y="32250"/>
                          <a:pt x="74360" y="30698"/>
                        </a:cubicBezTo>
                        <a:cubicBezTo>
                          <a:pt x="72764" y="30343"/>
                          <a:pt x="72277" y="28969"/>
                          <a:pt x="73385" y="27240"/>
                        </a:cubicBezTo>
                        <a:cubicBezTo>
                          <a:pt x="74671" y="25245"/>
                          <a:pt x="77596" y="23649"/>
                          <a:pt x="79857" y="23649"/>
                        </a:cubicBezTo>
                        <a:cubicBezTo>
                          <a:pt x="80123" y="23649"/>
                          <a:pt x="80301" y="23738"/>
                          <a:pt x="80522" y="23782"/>
                        </a:cubicBezTo>
                        <a:cubicBezTo>
                          <a:pt x="88236" y="14473"/>
                          <a:pt x="95107" y="3435"/>
                          <a:pt x="89167" y="908"/>
                        </a:cubicBezTo>
                        <a:cubicBezTo>
                          <a:pt x="80966" y="-2550"/>
                          <a:pt x="54943" y="4720"/>
                          <a:pt x="43107" y="8532"/>
                        </a:cubicBezTo>
                        <a:cubicBezTo>
                          <a:pt x="35571" y="10971"/>
                          <a:pt x="27857" y="13897"/>
                          <a:pt x="20631" y="18019"/>
                        </a:cubicBezTo>
                        <a:cubicBezTo>
                          <a:pt x="13405" y="22142"/>
                          <a:pt x="6667" y="27639"/>
                          <a:pt x="2987" y="33358"/>
                        </a:cubicBezTo>
                        <a:cubicBezTo>
                          <a:pt x="-3662" y="43731"/>
                          <a:pt x="1569" y="52066"/>
                          <a:pt x="11011" y="55124"/>
                        </a:cubicBezTo>
                        <a:close/>
                        <a:moveTo>
                          <a:pt x="22981" y="28659"/>
                        </a:moveTo>
                        <a:cubicBezTo>
                          <a:pt x="24976" y="24669"/>
                          <a:pt x="29630" y="20679"/>
                          <a:pt x="34551" y="17399"/>
                        </a:cubicBezTo>
                        <a:cubicBezTo>
                          <a:pt x="40358" y="13542"/>
                          <a:pt x="46786" y="10394"/>
                          <a:pt x="53170" y="8222"/>
                        </a:cubicBezTo>
                        <a:cubicBezTo>
                          <a:pt x="60529" y="5696"/>
                          <a:pt x="74981" y="2016"/>
                          <a:pt x="78306" y="5961"/>
                        </a:cubicBezTo>
                        <a:cubicBezTo>
                          <a:pt x="80035" y="8000"/>
                          <a:pt x="78882" y="12655"/>
                          <a:pt x="75868" y="15758"/>
                        </a:cubicBezTo>
                        <a:cubicBezTo>
                          <a:pt x="72365" y="19394"/>
                          <a:pt x="66602" y="21699"/>
                          <a:pt x="61948" y="23472"/>
                        </a:cubicBezTo>
                        <a:cubicBezTo>
                          <a:pt x="52771" y="26974"/>
                          <a:pt x="43595" y="30476"/>
                          <a:pt x="34418" y="33934"/>
                        </a:cubicBezTo>
                        <a:cubicBezTo>
                          <a:pt x="32157" y="34776"/>
                          <a:pt x="29808" y="35663"/>
                          <a:pt x="27724" y="35885"/>
                        </a:cubicBezTo>
                        <a:cubicBezTo>
                          <a:pt x="22759" y="36417"/>
                          <a:pt x="21030" y="32649"/>
                          <a:pt x="22981" y="2865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93" name="Forme libre : forme 19492">
                    <a:extLst>
                      <a:ext uri="{FF2B5EF4-FFF2-40B4-BE49-F238E27FC236}">
                        <a16:creationId xmlns:a16="http://schemas.microsoft.com/office/drawing/2014/main" id="{DA945302-7074-4F5F-A8CE-6B82E812147C}"/>
                      </a:ext>
                    </a:extLst>
                  </p:cNvPr>
                  <p:cNvSpPr/>
                  <p:nvPr/>
                </p:nvSpPr>
                <p:spPr>
                  <a:xfrm>
                    <a:off x="4591246" y="6041993"/>
                    <a:ext cx="112370" cy="55936"/>
                  </a:xfrm>
                  <a:custGeom>
                    <a:avLst/>
                    <a:gdLst>
                      <a:gd name="connsiteX0" fmla="*/ 63110 w 112370"/>
                      <a:gd name="connsiteY0" fmla="*/ 3597 h 55936"/>
                      <a:gd name="connsiteX1" fmla="*/ 42319 w 112370"/>
                      <a:gd name="connsiteY1" fmla="*/ 17251 h 55936"/>
                      <a:gd name="connsiteX2" fmla="*/ 4017 w 112370"/>
                      <a:gd name="connsiteY2" fmla="*/ 37067 h 55936"/>
                      <a:gd name="connsiteX3" fmla="*/ 116 w 112370"/>
                      <a:gd name="connsiteY3" fmla="*/ 44249 h 55936"/>
                      <a:gd name="connsiteX4" fmla="*/ 14834 w 112370"/>
                      <a:gd name="connsiteY4" fmla="*/ 45357 h 55936"/>
                      <a:gd name="connsiteX5" fmla="*/ 38196 w 112370"/>
                      <a:gd name="connsiteY5" fmla="*/ 54711 h 55936"/>
                      <a:gd name="connsiteX6" fmla="*/ 63022 w 112370"/>
                      <a:gd name="connsiteY6" fmla="*/ 52893 h 55936"/>
                      <a:gd name="connsiteX7" fmla="*/ 72065 w 112370"/>
                      <a:gd name="connsiteY7" fmla="*/ 48282 h 55936"/>
                      <a:gd name="connsiteX8" fmla="*/ 86162 w 112370"/>
                      <a:gd name="connsiteY8" fmla="*/ 35648 h 55936"/>
                      <a:gd name="connsiteX9" fmla="*/ 97556 w 112370"/>
                      <a:gd name="connsiteY9" fmla="*/ 37510 h 55936"/>
                      <a:gd name="connsiteX10" fmla="*/ 110323 w 112370"/>
                      <a:gd name="connsiteY10" fmla="*/ 35471 h 55936"/>
                      <a:gd name="connsiteX11" fmla="*/ 107353 w 112370"/>
                      <a:gd name="connsiteY11" fmla="*/ 26383 h 55936"/>
                      <a:gd name="connsiteX12" fmla="*/ 110500 w 112370"/>
                      <a:gd name="connsiteY12" fmla="*/ 8074 h 55936"/>
                      <a:gd name="connsiteX13" fmla="*/ 112273 w 112370"/>
                      <a:gd name="connsiteY13" fmla="*/ 2311 h 55936"/>
                      <a:gd name="connsiteX14" fmla="*/ 99905 w 112370"/>
                      <a:gd name="connsiteY14" fmla="*/ 1026 h 55936"/>
                      <a:gd name="connsiteX15" fmla="*/ 78272 w 112370"/>
                      <a:gd name="connsiteY15" fmla="*/ 6124 h 55936"/>
                      <a:gd name="connsiteX16" fmla="*/ 63110 w 112370"/>
                      <a:gd name="connsiteY16" fmla="*/ 3597 h 55936"/>
                      <a:gd name="connsiteX17" fmla="*/ 83680 w 112370"/>
                      <a:gd name="connsiteY17" fmla="*/ 35737 h 55936"/>
                      <a:gd name="connsiteX18" fmla="*/ 77208 w 112370"/>
                      <a:gd name="connsiteY18" fmla="*/ 39328 h 55936"/>
                      <a:gd name="connsiteX19" fmla="*/ 75390 w 112370"/>
                      <a:gd name="connsiteY19" fmla="*/ 35737 h 55936"/>
                      <a:gd name="connsiteX20" fmla="*/ 81862 w 112370"/>
                      <a:gd name="connsiteY20" fmla="*/ 32146 h 55936"/>
                      <a:gd name="connsiteX21" fmla="*/ 83680 w 112370"/>
                      <a:gd name="connsiteY21" fmla="*/ 35737 h 55936"/>
                      <a:gd name="connsiteX22" fmla="*/ 79380 w 112370"/>
                      <a:gd name="connsiteY22" fmla="*/ 18714 h 55936"/>
                      <a:gd name="connsiteX23" fmla="*/ 37443 w 112370"/>
                      <a:gd name="connsiteY23" fmla="*/ 45268 h 55936"/>
                      <a:gd name="connsiteX24" fmla="*/ 26803 w 112370"/>
                      <a:gd name="connsiteY24" fmla="*/ 45312 h 55936"/>
                      <a:gd name="connsiteX25" fmla="*/ 32788 w 112370"/>
                      <a:gd name="connsiteY25" fmla="*/ 35205 h 55936"/>
                      <a:gd name="connsiteX26" fmla="*/ 79380 w 112370"/>
                      <a:gd name="connsiteY26" fmla="*/ 18714 h 55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12370" h="55936">
                        <a:moveTo>
                          <a:pt x="63110" y="3597"/>
                        </a:moveTo>
                        <a:cubicBezTo>
                          <a:pt x="55485" y="5548"/>
                          <a:pt x="49323" y="12507"/>
                          <a:pt x="42319" y="17251"/>
                        </a:cubicBezTo>
                        <a:cubicBezTo>
                          <a:pt x="30261" y="25408"/>
                          <a:pt x="14169" y="27669"/>
                          <a:pt x="4017" y="37067"/>
                        </a:cubicBezTo>
                        <a:cubicBezTo>
                          <a:pt x="1446" y="39416"/>
                          <a:pt x="-505" y="42342"/>
                          <a:pt x="116" y="44249"/>
                        </a:cubicBezTo>
                        <a:cubicBezTo>
                          <a:pt x="1224" y="47839"/>
                          <a:pt x="9204" y="45711"/>
                          <a:pt x="14834" y="45357"/>
                        </a:cubicBezTo>
                        <a:cubicBezTo>
                          <a:pt x="25828" y="44647"/>
                          <a:pt x="29906" y="51918"/>
                          <a:pt x="38196" y="54711"/>
                        </a:cubicBezTo>
                        <a:cubicBezTo>
                          <a:pt x="44580" y="56838"/>
                          <a:pt x="53712" y="56173"/>
                          <a:pt x="63022" y="52893"/>
                        </a:cubicBezTo>
                        <a:cubicBezTo>
                          <a:pt x="66125" y="51785"/>
                          <a:pt x="69405" y="50366"/>
                          <a:pt x="72065" y="48282"/>
                        </a:cubicBezTo>
                        <a:cubicBezTo>
                          <a:pt x="77341" y="44204"/>
                          <a:pt x="80045" y="38086"/>
                          <a:pt x="86162" y="35648"/>
                        </a:cubicBezTo>
                        <a:cubicBezTo>
                          <a:pt x="91260" y="33653"/>
                          <a:pt x="94541" y="35914"/>
                          <a:pt x="97556" y="37510"/>
                        </a:cubicBezTo>
                        <a:cubicBezTo>
                          <a:pt x="100570" y="39106"/>
                          <a:pt x="106732" y="39195"/>
                          <a:pt x="110323" y="35471"/>
                        </a:cubicBezTo>
                        <a:cubicBezTo>
                          <a:pt x="114313" y="31348"/>
                          <a:pt x="109658" y="28954"/>
                          <a:pt x="107353" y="26383"/>
                        </a:cubicBezTo>
                        <a:cubicBezTo>
                          <a:pt x="103718" y="22304"/>
                          <a:pt x="106909" y="14857"/>
                          <a:pt x="110500" y="8074"/>
                        </a:cubicBezTo>
                        <a:cubicBezTo>
                          <a:pt x="111564" y="6035"/>
                          <a:pt x="112717" y="3907"/>
                          <a:pt x="112273" y="2311"/>
                        </a:cubicBezTo>
                        <a:cubicBezTo>
                          <a:pt x="111431" y="-925"/>
                          <a:pt x="105180" y="-171"/>
                          <a:pt x="99905" y="1026"/>
                        </a:cubicBezTo>
                        <a:cubicBezTo>
                          <a:pt x="93477" y="2444"/>
                          <a:pt x="84079" y="6080"/>
                          <a:pt x="78272" y="6124"/>
                        </a:cubicBezTo>
                        <a:cubicBezTo>
                          <a:pt x="72331" y="6257"/>
                          <a:pt x="70292" y="1735"/>
                          <a:pt x="63110" y="3597"/>
                        </a:cubicBezTo>
                        <a:close/>
                        <a:moveTo>
                          <a:pt x="83680" y="35737"/>
                        </a:moveTo>
                        <a:cubicBezTo>
                          <a:pt x="82394" y="37731"/>
                          <a:pt x="79469" y="39328"/>
                          <a:pt x="77208" y="39328"/>
                        </a:cubicBezTo>
                        <a:cubicBezTo>
                          <a:pt x="74947" y="39328"/>
                          <a:pt x="74104" y="37731"/>
                          <a:pt x="75390" y="35737"/>
                        </a:cubicBezTo>
                        <a:cubicBezTo>
                          <a:pt x="76676" y="33742"/>
                          <a:pt x="79601" y="32146"/>
                          <a:pt x="81862" y="32146"/>
                        </a:cubicBezTo>
                        <a:cubicBezTo>
                          <a:pt x="84123" y="32146"/>
                          <a:pt x="84966" y="33742"/>
                          <a:pt x="83680" y="35737"/>
                        </a:cubicBezTo>
                        <a:close/>
                        <a:moveTo>
                          <a:pt x="79380" y="18714"/>
                        </a:moveTo>
                        <a:cubicBezTo>
                          <a:pt x="84744" y="28777"/>
                          <a:pt x="48348" y="42076"/>
                          <a:pt x="37443" y="45268"/>
                        </a:cubicBezTo>
                        <a:cubicBezTo>
                          <a:pt x="33187" y="46509"/>
                          <a:pt x="28266" y="47440"/>
                          <a:pt x="26803" y="45312"/>
                        </a:cubicBezTo>
                        <a:cubicBezTo>
                          <a:pt x="25163" y="42963"/>
                          <a:pt x="28976" y="38530"/>
                          <a:pt x="32788" y="35205"/>
                        </a:cubicBezTo>
                        <a:cubicBezTo>
                          <a:pt x="44048" y="25629"/>
                          <a:pt x="73351" y="7454"/>
                          <a:pt x="79380" y="1871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94" name="Forme libre : forme 19493">
                    <a:extLst>
                      <a:ext uri="{FF2B5EF4-FFF2-40B4-BE49-F238E27FC236}">
                        <a16:creationId xmlns:a16="http://schemas.microsoft.com/office/drawing/2014/main" id="{208E2D81-FE2B-4B03-A36D-6C0F593984E7}"/>
                      </a:ext>
                    </a:extLst>
                  </p:cNvPr>
                  <p:cNvSpPr/>
                  <p:nvPr/>
                </p:nvSpPr>
                <p:spPr>
                  <a:xfrm>
                    <a:off x="4559648" y="6102240"/>
                    <a:ext cx="55741" cy="32410"/>
                  </a:xfrm>
                  <a:custGeom>
                    <a:avLst/>
                    <a:gdLst>
                      <a:gd name="connsiteX0" fmla="*/ 47939 w 55741"/>
                      <a:gd name="connsiteY0" fmla="*/ 6832 h 32410"/>
                      <a:gd name="connsiteX1" fmla="*/ 33310 w 55741"/>
                      <a:gd name="connsiteY1" fmla="*/ 182 h 32410"/>
                      <a:gd name="connsiteX2" fmla="*/ 15977 w 55741"/>
                      <a:gd name="connsiteY2" fmla="*/ 3995 h 32410"/>
                      <a:gd name="connsiteX3" fmla="*/ 7199 w 55741"/>
                      <a:gd name="connsiteY3" fmla="*/ 12772 h 32410"/>
                      <a:gd name="connsiteX4" fmla="*/ 195 w 55741"/>
                      <a:gd name="connsiteY4" fmla="*/ 27534 h 32410"/>
                      <a:gd name="connsiteX5" fmla="*/ 10036 w 55741"/>
                      <a:gd name="connsiteY5" fmla="*/ 32278 h 32410"/>
                      <a:gd name="connsiteX6" fmla="*/ 46875 w 55741"/>
                      <a:gd name="connsiteY6" fmla="*/ 24431 h 32410"/>
                      <a:gd name="connsiteX7" fmla="*/ 55742 w 55741"/>
                      <a:gd name="connsiteY7" fmla="*/ 11974 h 32410"/>
                      <a:gd name="connsiteX8" fmla="*/ 47939 w 55741"/>
                      <a:gd name="connsiteY8" fmla="*/ 6832 h 32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741" h="32410">
                        <a:moveTo>
                          <a:pt x="47939" y="6832"/>
                        </a:moveTo>
                        <a:cubicBezTo>
                          <a:pt x="44748" y="3241"/>
                          <a:pt x="39650" y="936"/>
                          <a:pt x="33310" y="182"/>
                        </a:cubicBezTo>
                        <a:cubicBezTo>
                          <a:pt x="28301" y="-394"/>
                          <a:pt x="21695" y="271"/>
                          <a:pt x="15977" y="3995"/>
                        </a:cubicBezTo>
                        <a:cubicBezTo>
                          <a:pt x="12209" y="6433"/>
                          <a:pt x="9593" y="9669"/>
                          <a:pt x="7199" y="12772"/>
                        </a:cubicBezTo>
                        <a:cubicBezTo>
                          <a:pt x="3209" y="17870"/>
                          <a:pt x="-958" y="23589"/>
                          <a:pt x="195" y="27534"/>
                        </a:cubicBezTo>
                        <a:cubicBezTo>
                          <a:pt x="1126" y="30770"/>
                          <a:pt x="5470" y="31923"/>
                          <a:pt x="10036" y="32278"/>
                        </a:cubicBezTo>
                        <a:cubicBezTo>
                          <a:pt x="20720" y="33076"/>
                          <a:pt x="34064" y="30238"/>
                          <a:pt x="46875" y="24431"/>
                        </a:cubicBezTo>
                        <a:lnTo>
                          <a:pt x="55742" y="11974"/>
                        </a:lnTo>
                        <a:cubicBezTo>
                          <a:pt x="51486" y="11930"/>
                          <a:pt x="49934" y="9092"/>
                          <a:pt x="47939" y="683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95" name="Forme libre : forme 19494">
                    <a:extLst>
                      <a:ext uri="{FF2B5EF4-FFF2-40B4-BE49-F238E27FC236}">
                        <a16:creationId xmlns:a16="http://schemas.microsoft.com/office/drawing/2014/main" id="{4BD1A3F3-69C4-4651-8F66-D54C5CAC6157}"/>
                      </a:ext>
                    </a:extLst>
                  </p:cNvPr>
                  <p:cNvSpPr/>
                  <p:nvPr/>
                </p:nvSpPr>
                <p:spPr>
                  <a:xfrm>
                    <a:off x="4807963" y="5959475"/>
                    <a:ext cx="92376" cy="79932"/>
                  </a:xfrm>
                  <a:custGeom>
                    <a:avLst/>
                    <a:gdLst>
                      <a:gd name="connsiteX0" fmla="*/ 0 w 92376"/>
                      <a:gd name="connsiteY0" fmla="*/ 73969 h 79932"/>
                      <a:gd name="connsiteX1" fmla="*/ 13787 w 92376"/>
                      <a:gd name="connsiteY1" fmla="*/ 79865 h 79932"/>
                      <a:gd name="connsiteX2" fmla="*/ 55724 w 92376"/>
                      <a:gd name="connsiteY2" fmla="*/ 56237 h 79932"/>
                      <a:gd name="connsiteX3" fmla="*/ 75939 w 92376"/>
                      <a:gd name="connsiteY3" fmla="*/ 29904 h 79932"/>
                      <a:gd name="connsiteX4" fmla="*/ 61797 w 92376"/>
                      <a:gd name="connsiteY4" fmla="*/ 34913 h 79932"/>
                      <a:gd name="connsiteX5" fmla="*/ 51158 w 92376"/>
                      <a:gd name="connsiteY5" fmla="*/ 34958 h 79932"/>
                      <a:gd name="connsiteX6" fmla="*/ 57143 w 92376"/>
                      <a:gd name="connsiteY6" fmla="*/ 24851 h 79932"/>
                      <a:gd name="connsiteX7" fmla="*/ 92253 w 92376"/>
                      <a:gd name="connsiteY7" fmla="*/ 5256 h 79932"/>
                      <a:gd name="connsiteX8" fmla="*/ 84096 w 92376"/>
                      <a:gd name="connsiteY8" fmla="*/ 158 h 79932"/>
                      <a:gd name="connsiteX9" fmla="*/ 33381 w 92376"/>
                      <a:gd name="connsiteY9" fmla="*/ 28929 h 79932"/>
                      <a:gd name="connsiteX10" fmla="*/ 6694 w 92376"/>
                      <a:gd name="connsiteY10" fmla="*/ 61911 h 79932"/>
                      <a:gd name="connsiteX11" fmla="*/ 0 w 92376"/>
                      <a:gd name="connsiteY11" fmla="*/ 73969 h 79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2376" h="79932">
                        <a:moveTo>
                          <a:pt x="0" y="73969"/>
                        </a:moveTo>
                        <a:cubicBezTo>
                          <a:pt x="44" y="78978"/>
                          <a:pt x="6871" y="80264"/>
                          <a:pt x="13787" y="79865"/>
                        </a:cubicBezTo>
                        <a:cubicBezTo>
                          <a:pt x="30189" y="78890"/>
                          <a:pt x="47478" y="70245"/>
                          <a:pt x="55724" y="56237"/>
                        </a:cubicBezTo>
                        <a:cubicBezTo>
                          <a:pt x="61265" y="46839"/>
                          <a:pt x="68713" y="38504"/>
                          <a:pt x="75939" y="29904"/>
                        </a:cubicBezTo>
                        <a:cubicBezTo>
                          <a:pt x="70176" y="32165"/>
                          <a:pt x="64901" y="33982"/>
                          <a:pt x="61797" y="34913"/>
                        </a:cubicBezTo>
                        <a:cubicBezTo>
                          <a:pt x="57542" y="36155"/>
                          <a:pt x="52621" y="37086"/>
                          <a:pt x="51158" y="34958"/>
                        </a:cubicBezTo>
                        <a:cubicBezTo>
                          <a:pt x="49518" y="32608"/>
                          <a:pt x="53330" y="28175"/>
                          <a:pt x="57143" y="24851"/>
                        </a:cubicBezTo>
                        <a:cubicBezTo>
                          <a:pt x="64812" y="18245"/>
                          <a:pt x="80904" y="7694"/>
                          <a:pt x="92253" y="5256"/>
                        </a:cubicBezTo>
                        <a:cubicBezTo>
                          <a:pt x="92918" y="1665"/>
                          <a:pt x="91011" y="-640"/>
                          <a:pt x="84096" y="158"/>
                        </a:cubicBezTo>
                        <a:cubicBezTo>
                          <a:pt x="65255" y="2374"/>
                          <a:pt x="44907" y="14699"/>
                          <a:pt x="33381" y="28929"/>
                        </a:cubicBezTo>
                        <a:cubicBezTo>
                          <a:pt x="24471" y="39923"/>
                          <a:pt x="15560" y="50917"/>
                          <a:pt x="6694" y="61911"/>
                        </a:cubicBezTo>
                        <a:cubicBezTo>
                          <a:pt x="3414" y="66034"/>
                          <a:pt x="0" y="70422"/>
                          <a:pt x="0" y="7396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96" name="Forme libre : forme 19495">
                    <a:extLst>
                      <a:ext uri="{FF2B5EF4-FFF2-40B4-BE49-F238E27FC236}">
                        <a16:creationId xmlns:a16="http://schemas.microsoft.com/office/drawing/2014/main" id="{66DEF31D-0191-487E-AE70-34D0269595FC}"/>
                      </a:ext>
                    </a:extLst>
                  </p:cNvPr>
                  <p:cNvSpPr/>
                  <p:nvPr/>
                </p:nvSpPr>
                <p:spPr>
                  <a:xfrm>
                    <a:off x="4945146" y="5905903"/>
                    <a:ext cx="62706" cy="50733"/>
                  </a:xfrm>
                  <a:custGeom>
                    <a:avLst/>
                    <a:gdLst>
                      <a:gd name="connsiteX0" fmla="*/ 466 w 62706"/>
                      <a:gd name="connsiteY0" fmla="*/ 29879 h 50733"/>
                      <a:gd name="connsiteX1" fmla="*/ 1485 w 62706"/>
                      <a:gd name="connsiteY1" fmla="*/ 37637 h 50733"/>
                      <a:gd name="connsiteX2" fmla="*/ 32073 w 62706"/>
                      <a:gd name="connsiteY2" fmla="*/ 50715 h 50733"/>
                      <a:gd name="connsiteX3" fmla="*/ 38324 w 62706"/>
                      <a:gd name="connsiteY3" fmla="*/ 49562 h 50733"/>
                      <a:gd name="connsiteX4" fmla="*/ 45506 w 62706"/>
                      <a:gd name="connsiteY4" fmla="*/ 42735 h 50733"/>
                      <a:gd name="connsiteX5" fmla="*/ 56722 w 62706"/>
                      <a:gd name="connsiteY5" fmla="*/ 12457 h 50733"/>
                      <a:gd name="connsiteX6" fmla="*/ 62706 w 62706"/>
                      <a:gd name="connsiteY6" fmla="*/ 3946 h 50733"/>
                      <a:gd name="connsiteX7" fmla="*/ 37881 w 62706"/>
                      <a:gd name="connsiteY7" fmla="*/ 9709 h 50733"/>
                      <a:gd name="connsiteX8" fmla="*/ 25779 w 62706"/>
                      <a:gd name="connsiteY8" fmla="*/ 4788 h 50733"/>
                      <a:gd name="connsiteX9" fmla="*/ 23429 w 62706"/>
                      <a:gd name="connsiteY9" fmla="*/ 0 h 50733"/>
                      <a:gd name="connsiteX10" fmla="*/ 20281 w 62706"/>
                      <a:gd name="connsiteY10" fmla="*/ 2882 h 50733"/>
                      <a:gd name="connsiteX11" fmla="*/ 16558 w 62706"/>
                      <a:gd name="connsiteY11" fmla="*/ 6960 h 50733"/>
                      <a:gd name="connsiteX12" fmla="*/ 16558 w 62706"/>
                      <a:gd name="connsiteY12" fmla="*/ 6960 h 50733"/>
                      <a:gd name="connsiteX13" fmla="*/ 24892 w 62706"/>
                      <a:gd name="connsiteY13" fmla="*/ 15693 h 50733"/>
                      <a:gd name="connsiteX14" fmla="*/ 11903 w 62706"/>
                      <a:gd name="connsiteY14" fmla="*/ 12590 h 50733"/>
                      <a:gd name="connsiteX15" fmla="*/ 4278 w 62706"/>
                      <a:gd name="connsiteY15" fmla="*/ 23274 h 50733"/>
                      <a:gd name="connsiteX16" fmla="*/ 466 w 62706"/>
                      <a:gd name="connsiteY16" fmla="*/ 29879 h 50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2706" h="50733">
                        <a:moveTo>
                          <a:pt x="466" y="29879"/>
                        </a:moveTo>
                        <a:cubicBezTo>
                          <a:pt x="-554" y="32938"/>
                          <a:pt x="244" y="35465"/>
                          <a:pt x="1485" y="37637"/>
                        </a:cubicBezTo>
                        <a:cubicBezTo>
                          <a:pt x="6229" y="46282"/>
                          <a:pt x="17489" y="51069"/>
                          <a:pt x="32073" y="50715"/>
                        </a:cubicBezTo>
                        <a:cubicBezTo>
                          <a:pt x="34024" y="50671"/>
                          <a:pt x="36152" y="50493"/>
                          <a:pt x="38324" y="49562"/>
                        </a:cubicBezTo>
                        <a:cubicBezTo>
                          <a:pt x="41693" y="48143"/>
                          <a:pt x="44353" y="45218"/>
                          <a:pt x="45506" y="42735"/>
                        </a:cubicBezTo>
                        <a:cubicBezTo>
                          <a:pt x="50427" y="32051"/>
                          <a:pt x="49318" y="23939"/>
                          <a:pt x="56722" y="12457"/>
                        </a:cubicBezTo>
                        <a:cubicBezTo>
                          <a:pt x="58406" y="9841"/>
                          <a:pt x="60578" y="6916"/>
                          <a:pt x="62706" y="3946"/>
                        </a:cubicBezTo>
                        <a:cubicBezTo>
                          <a:pt x="55214" y="8201"/>
                          <a:pt x="46481" y="10285"/>
                          <a:pt x="37881" y="9709"/>
                        </a:cubicBezTo>
                        <a:cubicBezTo>
                          <a:pt x="33403" y="9398"/>
                          <a:pt x="28660" y="8201"/>
                          <a:pt x="25779" y="4788"/>
                        </a:cubicBezTo>
                        <a:cubicBezTo>
                          <a:pt x="24582" y="3369"/>
                          <a:pt x="23872" y="1773"/>
                          <a:pt x="23429" y="0"/>
                        </a:cubicBezTo>
                        <a:cubicBezTo>
                          <a:pt x="22232" y="975"/>
                          <a:pt x="21168" y="1951"/>
                          <a:pt x="20281" y="2882"/>
                        </a:cubicBezTo>
                        <a:cubicBezTo>
                          <a:pt x="18952" y="4212"/>
                          <a:pt x="17755" y="5586"/>
                          <a:pt x="16558" y="6960"/>
                        </a:cubicBezTo>
                        <a:cubicBezTo>
                          <a:pt x="16558" y="6960"/>
                          <a:pt x="16558" y="6960"/>
                          <a:pt x="16558" y="6960"/>
                        </a:cubicBezTo>
                        <a:cubicBezTo>
                          <a:pt x="18287" y="10728"/>
                          <a:pt x="21079" y="13964"/>
                          <a:pt x="24892" y="15693"/>
                        </a:cubicBezTo>
                        <a:cubicBezTo>
                          <a:pt x="20459" y="15073"/>
                          <a:pt x="15183" y="14718"/>
                          <a:pt x="11903" y="12590"/>
                        </a:cubicBezTo>
                        <a:cubicBezTo>
                          <a:pt x="9199" y="16137"/>
                          <a:pt x="6716" y="19728"/>
                          <a:pt x="4278" y="23274"/>
                        </a:cubicBezTo>
                        <a:cubicBezTo>
                          <a:pt x="2682" y="25490"/>
                          <a:pt x="1175" y="27751"/>
                          <a:pt x="466" y="2987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97" name="Forme libre : forme 19496">
                    <a:extLst>
                      <a:ext uri="{FF2B5EF4-FFF2-40B4-BE49-F238E27FC236}">
                        <a16:creationId xmlns:a16="http://schemas.microsoft.com/office/drawing/2014/main" id="{9974E853-330C-4E7D-8596-9F3B3BDBEBD2}"/>
                      </a:ext>
                    </a:extLst>
                  </p:cNvPr>
                  <p:cNvSpPr/>
                  <p:nvPr/>
                </p:nvSpPr>
                <p:spPr>
                  <a:xfrm>
                    <a:off x="5003064" y="5887813"/>
                    <a:ext cx="12420" cy="14588"/>
                  </a:xfrm>
                  <a:custGeom>
                    <a:avLst/>
                    <a:gdLst>
                      <a:gd name="connsiteX0" fmla="*/ 9575 w 12420"/>
                      <a:gd name="connsiteY0" fmla="*/ 14588 h 14588"/>
                      <a:gd name="connsiteX1" fmla="*/ 12280 w 12420"/>
                      <a:gd name="connsiteY1" fmla="*/ 7806 h 14588"/>
                      <a:gd name="connsiteX2" fmla="*/ 0 w 12420"/>
                      <a:gd name="connsiteY2" fmla="*/ 625 h 14588"/>
                      <a:gd name="connsiteX3" fmla="*/ 9974 w 12420"/>
                      <a:gd name="connsiteY3" fmla="*/ 5678 h 14588"/>
                      <a:gd name="connsiteX4" fmla="*/ 9575 w 12420"/>
                      <a:gd name="connsiteY4" fmla="*/ 14588 h 14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20" h="14588">
                        <a:moveTo>
                          <a:pt x="9575" y="14588"/>
                        </a:moveTo>
                        <a:cubicBezTo>
                          <a:pt x="10905" y="12195"/>
                          <a:pt x="11969" y="9890"/>
                          <a:pt x="12280" y="7806"/>
                        </a:cubicBezTo>
                        <a:cubicBezTo>
                          <a:pt x="13388" y="447"/>
                          <a:pt x="7847" y="-1060"/>
                          <a:pt x="0" y="625"/>
                        </a:cubicBezTo>
                        <a:cubicBezTo>
                          <a:pt x="3059" y="2930"/>
                          <a:pt x="6162" y="5678"/>
                          <a:pt x="9974" y="5678"/>
                        </a:cubicBezTo>
                        <a:lnTo>
                          <a:pt x="9575" y="14588"/>
                        </a:ln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98" name="Forme libre : forme 19497">
                    <a:extLst>
                      <a:ext uri="{FF2B5EF4-FFF2-40B4-BE49-F238E27FC236}">
                        <a16:creationId xmlns:a16="http://schemas.microsoft.com/office/drawing/2014/main" id="{FC69BA18-506E-4F2F-8C61-1A6A5F88523F}"/>
                      </a:ext>
                    </a:extLst>
                  </p:cNvPr>
                  <p:cNvSpPr/>
                  <p:nvPr/>
                </p:nvSpPr>
                <p:spPr>
                  <a:xfrm>
                    <a:off x="4957004" y="5912864"/>
                    <a:ext cx="12988" cy="8733"/>
                  </a:xfrm>
                  <a:custGeom>
                    <a:avLst/>
                    <a:gdLst>
                      <a:gd name="connsiteX0" fmla="*/ 4655 w 12988"/>
                      <a:gd name="connsiteY0" fmla="*/ 0 h 8733"/>
                      <a:gd name="connsiteX1" fmla="*/ 4655 w 12988"/>
                      <a:gd name="connsiteY1" fmla="*/ 0 h 8733"/>
                      <a:gd name="connsiteX2" fmla="*/ 0 w 12988"/>
                      <a:gd name="connsiteY2" fmla="*/ 5630 h 8733"/>
                      <a:gd name="connsiteX3" fmla="*/ 12989 w 12988"/>
                      <a:gd name="connsiteY3" fmla="*/ 8733 h 8733"/>
                      <a:gd name="connsiteX4" fmla="*/ 4655 w 12988"/>
                      <a:gd name="connsiteY4" fmla="*/ 0 h 8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88" h="8733">
                        <a:moveTo>
                          <a:pt x="4655" y="0"/>
                        </a:moveTo>
                        <a:cubicBezTo>
                          <a:pt x="4655" y="0"/>
                          <a:pt x="4655" y="0"/>
                          <a:pt x="4655" y="0"/>
                        </a:cubicBezTo>
                        <a:cubicBezTo>
                          <a:pt x="3014" y="1862"/>
                          <a:pt x="1463" y="3768"/>
                          <a:pt x="0" y="5630"/>
                        </a:cubicBezTo>
                        <a:cubicBezTo>
                          <a:pt x="3280" y="7758"/>
                          <a:pt x="8512" y="8112"/>
                          <a:pt x="12989" y="8733"/>
                        </a:cubicBezTo>
                        <a:cubicBezTo>
                          <a:pt x="9176" y="7004"/>
                          <a:pt x="6384" y="3768"/>
                          <a:pt x="4655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499" name="Forme libre : forme 19498">
                    <a:extLst>
                      <a:ext uri="{FF2B5EF4-FFF2-40B4-BE49-F238E27FC236}">
                        <a16:creationId xmlns:a16="http://schemas.microsoft.com/office/drawing/2014/main" id="{90D121B9-E947-4DEC-BC22-362BFE76C24D}"/>
                      </a:ext>
                    </a:extLst>
                  </p:cNvPr>
                  <p:cNvSpPr/>
                  <p:nvPr/>
                </p:nvSpPr>
                <p:spPr>
                  <a:xfrm>
                    <a:off x="4968530" y="5888437"/>
                    <a:ext cx="44463" cy="27269"/>
                  </a:xfrm>
                  <a:custGeom>
                    <a:avLst/>
                    <a:gdLst>
                      <a:gd name="connsiteX0" fmla="*/ 14408 w 44463"/>
                      <a:gd name="connsiteY0" fmla="*/ 27175 h 27269"/>
                      <a:gd name="connsiteX1" fmla="*/ 39233 w 44463"/>
                      <a:gd name="connsiteY1" fmla="*/ 21412 h 27269"/>
                      <a:gd name="connsiteX2" fmla="*/ 44065 w 44463"/>
                      <a:gd name="connsiteY2" fmla="*/ 13964 h 27269"/>
                      <a:gd name="connsiteX3" fmla="*/ 44464 w 44463"/>
                      <a:gd name="connsiteY3" fmla="*/ 5054 h 27269"/>
                      <a:gd name="connsiteX4" fmla="*/ 34489 w 44463"/>
                      <a:gd name="connsiteY4" fmla="*/ 0 h 27269"/>
                      <a:gd name="connsiteX5" fmla="*/ 0 w 44463"/>
                      <a:gd name="connsiteY5" fmla="*/ 17511 h 27269"/>
                      <a:gd name="connsiteX6" fmla="*/ 2350 w 44463"/>
                      <a:gd name="connsiteY6" fmla="*/ 22298 h 27269"/>
                      <a:gd name="connsiteX7" fmla="*/ 14408 w 44463"/>
                      <a:gd name="connsiteY7" fmla="*/ 27175 h 27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463" h="27269">
                        <a:moveTo>
                          <a:pt x="14408" y="27175"/>
                        </a:moveTo>
                        <a:cubicBezTo>
                          <a:pt x="23008" y="27751"/>
                          <a:pt x="31741" y="25667"/>
                          <a:pt x="39233" y="21412"/>
                        </a:cubicBezTo>
                        <a:cubicBezTo>
                          <a:pt x="41006" y="18929"/>
                          <a:pt x="42691" y="16402"/>
                          <a:pt x="44065" y="13964"/>
                        </a:cubicBezTo>
                        <a:lnTo>
                          <a:pt x="44464" y="5054"/>
                        </a:lnTo>
                        <a:cubicBezTo>
                          <a:pt x="40651" y="5054"/>
                          <a:pt x="37548" y="2305"/>
                          <a:pt x="34489" y="0"/>
                        </a:cubicBezTo>
                        <a:cubicBezTo>
                          <a:pt x="23717" y="2261"/>
                          <a:pt x="8556" y="10373"/>
                          <a:pt x="0" y="17511"/>
                        </a:cubicBezTo>
                        <a:cubicBezTo>
                          <a:pt x="443" y="19239"/>
                          <a:pt x="1153" y="20880"/>
                          <a:pt x="2350" y="22298"/>
                        </a:cubicBezTo>
                        <a:cubicBezTo>
                          <a:pt x="5231" y="25667"/>
                          <a:pt x="9974" y="26864"/>
                          <a:pt x="14408" y="2717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00" name="Forme libre : forme 19499">
                    <a:extLst>
                      <a:ext uri="{FF2B5EF4-FFF2-40B4-BE49-F238E27FC236}">
                        <a16:creationId xmlns:a16="http://schemas.microsoft.com/office/drawing/2014/main" id="{A3B86DF2-8255-4E01-A703-ACCE4E724358}"/>
                      </a:ext>
                    </a:extLst>
                  </p:cNvPr>
                  <p:cNvSpPr/>
                  <p:nvPr/>
                </p:nvSpPr>
                <p:spPr>
                  <a:xfrm>
                    <a:off x="5063619" y="5876970"/>
                    <a:ext cx="79087" cy="81577"/>
                  </a:xfrm>
                  <a:custGeom>
                    <a:avLst/>
                    <a:gdLst>
                      <a:gd name="connsiteX0" fmla="*/ 55903 w 79087"/>
                      <a:gd name="connsiteY0" fmla="*/ 24456 h 81577"/>
                      <a:gd name="connsiteX1" fmla="*/ 61001 w 79087"/>
                      <a:gd name="connsiteY1" fmla="*/ 12088 h 81577"/>
                      <a:gd name="connsiteX2" fmla="*/ 79088 w 79087"/>
                      <a:gd name="connsiteY2" fmla="*/ 4064 h 81577"/>
                      <a:gd name="connsiteX3" fmla="*/ 78157 w 79087"/>
                      <a:gd name="connsiteY3" fmla="*/ 2113 h 81577"/>
                      <a:gd name="connsiteX4" fmla="*/ 9444 w 79087"/>
                      <a:gd name="connsiteY4" fmla="*/ 40415 h 81577"/>
                      <a:gd name="connsiteX5" fmla="*/ 5986 w 79087"/>
                      <a:gd name="connsiteY5" fmla="*/ 74284 h 81577"/>
                      <a:gd name="connsiteX6" fmla="*/ 28063 w 79087"/>
                      <a:gd name="connsiteY6" fmla="*/ 79914 h 81577"/>
                      <a:gd name="connsiteX7" fmla="*/ 41185 w 79087"/>
                      <a:gd name="connsiteY7" fmla="*/ 81510 h 81577"/>
                      <a:gd name="connsiteX8" fmla="*/ 56612 w 79087"/>
                      <a:gd name="connsiteY8" fmla="*/ 74860 h 81577"/>
                      <a:gd name="connsiteX9" fmla="*/ 60602 w 79087"/>
                      <a:gd name="connsiteY9" fmla="*/ 60497 h 81577"/>
                      <a:gd name="connsiteX10" fmla="*/ 64193 w 79087"/>
                      <a:gd name="connsiteY10" fmla="*/ 42454 h 81577"/>
                      <a:gd name="connsiteX11" fmla="*/ 47923 w 79087"/>
                      <a:gd name="connsiteY11" fmla="*/ 42321 h 81577"/>
                      <a:gd name="connsiteX12" fmla="*/ 32141 w 79087"/>
                      <a:gd name="connsiteY12" fmla="*/ 40637 h 81577"/>
                      <a:gd name="connsiteX13" fmla="*/ 45574 w 79087"/>
                      <a:gd name="connsiteY13" fmla="*/ 28002 h 81577"/>
                      <a:gd name="connsiteX14" fmla="*/ 46904 w 79087"/>
                      <a:gd name="connsiteY14" fmla="*/ 36425 h 81577"/>
                      <a:gd name="connsiteX15" fmla="*/ 55858 w 79087"/>
                      <a:gd name="connsiteY15" fmla="*/ 39573 h 81577"/>
                      <a:gd name="connsiteX16" fmla="*/ 64503 w 79087"/>
                      <a:gd name="connsiteY16" fmla="*/ 41567 h 81577"/>
                      <a:gd name="connsiteX17" fmla="*/ 67030 w 79087"/>
                      <a:gd name="connsiteY17" fmla="*/ 35140 h 81577"/>
                      <a:gd name="connsiteX18" fmla="*/ 66720 w 79087"/>
                      <a:gd name="connsiteY18" fmla="*/ 35095 h 81577"/>
                      <a:gd name="connsiteX19" fmla="*/ 55903 w 79087"/>
                      <a:gd name="connsiteY19" fmla="*/ 24456 h 81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79087" h="81577">
                        <a:moveTo>
                          <a:pt x="55903" y="24456"/>
                        </a:moveTo>
                        <a:cubicBezTo>
                          <a:pt x="55371" y="19890"/>
                          <a:pt x="58031" y="15590"/>
                          <a:pt x="61001" y="12088"/>
                        </a:cubicBezTo>
                        <a:cubicBezTo>
                          <a:pt x="65921" y="6147"/>
                          <a:pt x="72482" y="3709"/>
                          <a:pt x="79088" y="4064"/>
                        </a:cubicBezTo>
                        <a:cubicBezTo>
                          <a:pt x="78911" y="3310"/>
                          <a:pt x="78644" y="2645"/>
                          <a:pt x="78157" y="2113"/>
                        </a:cubicBezTo>
                        <a:cubicBezTo>
                          <a:pt x="67783" y="-9369"/>
                          <a:pt x="18399" y="29155"/>
                          <a:pt x="9444" y="40415"/>
                        </a:cubicBezTo>
                        <a:cubicBezTo>
                          <a:pt x="-1063" y="53582"/>
                          <a:pt x="-3634" y="68122"/>
                          <a:pt x="5986" y="74284"/>
                        </a:cubicBezTo>
                        <a:cubicBezTo>
                          <a:pt x="11572" y="77830"/>
                          <a:pt x="20349" y="78407"/>
                          <a:pt x="28063" y="79914"/>
                        </a:cubicBezTo>
                        <a:cubicBezTo>
                          <a:pt x="32186" y="80756"/>
                          <a:pt x="36175" y="81865"/>
                          <a:pt x="41185" y="81510"/>
                        </a:cubicBezTo>
                        <a:cubicBezTo>
                          <a:pt x="46194" y="81155"/>
                          <a:pt x="52622" y="78850"/>
                          <a:pt x="56612" y="74860"/>
                        </a:cubicBezTo>
                        <a:cubicBezTo>
                          <a:pt x="61666" y="69895"/>
                          <a:pt x="60735" y="64974"/>
                          <a:pt x="60602" y="60497"/>
                        </a:cubicBezTo>
                        <a:cubicBezTo>
                          <a:pt x="60380" y="54911"/>
                          <a:pt x="61932" y="48749"/>
                          <a:pt x="64193" y="42454"/>
                        </a:cubicBezTo>
                        <a:cubicBezTo>
                          <a:pt x="58784" y="42454"/>
                          <a:pt x="53331" y="42410"/>
                          <a:pt x="47923" y="42321"/>
                        </a:cubicBezTo>
                        <a:cubicBezTo>
                          <a:pt x="44111" y="42277"/>
                          <a:pt x="34713" y="43873"/>
                          <a:pt x="32141" y="40637"/>
                        </a:cubicBezTo>
                        <a:cubicBezTo>
                          <a:pt x="38747" y="37622"/>
                          <a:pt x="44731" y="36337"/>
                          <a:pt x="45574" y="28002"/>
                        </a:cubicBezTo>
                        <a:cubicBezTo>
                          <a:pt x="45263" y="30884"/>
                          <a:pt x="45042" y="34120"/>
                          <a:pt x="46904" y="36425"/>
                        </a:cubicBezTo>
                        <a:cubicBezTo>
                          <a:pt x="48943" y="38952"/>
                          <a:pt x="52622" y="39174"/>
                          <a:pt x="55858" y="39573"/>
                        </a:cubicBezTo>
                        <a:cubicBezTo>
                          <a:pt x="58829" y="39927"/>
                          <a:pt x="61710" y="40681"/>
                          <a:pt x="64503" y="41567"/>
                        </a:cubicBezTo>
                        <a:cubicBezTo>
                          <a:pt x="65301" y="39440"/>
                          <a:pt x="66143" y="37267"/>
                          <a:pt x="67030" y="35140"/>
                        </a:cubicBezTo>
                        <a:cubicBezTo>
                          <a:pt x="66941" y="35095"/>
                          <a:pt x="66808" y="35095"/>
                          <a:pt x="66720" y="35095"/>
                        </a:cubicBezTo>
                        <a:cubicBezTo>
                          <a:pt x="61444" y="33765"/>
                          <a:pt x="56523" y="29776"/>
                          <a:pt x="55903" y="2445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01" name="Forme libre : forme 19500">
                    <a:extLst>
                      <a:ext uri="{FF2B5EF4-FFF2-40B4-BE49-F238E27FC236}">
                        <a16:creationId xmlns:a16="http://schemas.microsoft.com/office/drawing/2014/main" id="{DD0AF83B-7172-446B-97AF-7F666F96542B}"/>
                      </a:ext>
                    </a:extLst>
                  </p:cNvPr>
                  <p:cNvSpPr/>
                  <p:nvPr/>
                </p:nvSpPr>
                <p:spPr>
                  <a:xfrm>
                    <a:off x="5095716" y="5904973"/>
                    <a:ext cx="32361" cy="14673"/>
                  </a:xfrm>
                  <a:custGeom>
                    <a:avLst/>
                    <a:gdLst>
                      <a:gd name="connsiteX0" fmla="*/ 14762 w 32361"/>
                      <a:gd name="connsiteY0" fmla="*/ 8423 h 14673"/>
                      <a:gd name="connsiteX1" fmla="*/ 13432 w 32361"/>
                      <a:gd name="connsiteY1" fmla="*/ 0 h 14673"/>
                      <a:gd name="connsiteX2" fmla="*/ 0 w 32361"/>
                      <a:gd name="connsiteY2" fmla="*/ 12634 h 14673"/>
                      <a:gd name="connsiteX3" fmla="*/ 15782 w 32361"/>
                      <a:gd name="connsiteY3" fmla="*/ 14319 h 14673"/>
                      <a:gd name="connsiteX4" fmla="*/ 32051 w 32361"/>
                      <a:gd name="connsiteY4" fmla="*/ 14452 h 14673"/>
                      <a:gd name="connsiteX5" fmla="*/ 32362 w 32361"/>
                      <a:gd name="connsiteY5" fmla="*/ 13565 h 14673"/>
                      <a:gd name="connsiteX6" fmla="*/ 23717 w 32361"/>
                      <a:gd name="connsiteY6" fmla="*/ 11570 h 14673"/>
                      <a:gd name="connsiteX7" fmla="*/ 14762 w 32361"/>
                      <a:gd name="connsiteY7" fmla="*/ 8423 h 1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361" h="14673">
                        <a:moveTo>
                          <a:pt x="14762" y="8423"/>
                        </a:moveTo>
                        <a:cubicBezTo>
                          <a:pt x="12945" y="6162"/>
                          <a:pt x="13122" y="2926"/>
                          <a:pt x="13432" y="0"/>
                        </a:cubicBezTo>
                        <a:cubicBezTo>
                          <a:pt x="12546" y="8334"/>
                          <a:pt x="6561" y="9619"/>
                          <a:pt x="0" y="12634"/>
                        </a:cubicBezTo>
                        <a:cubicBezTo>
                          <a:pt x="2571" y="15870"/>
                          <a:pt x="11969" y="14274"/>
                          <a:pt x="15782" y="14319"/>
                        </a:cubicBezTo>
                        <a:cubicBezTo>
                          <a:pt x="21190" y="14408"/>
                          <a:pt x="26643" y="14408"/>
                          <a:pt x="32051" y="14452"/>
                        </a:cubicBezTo>
                        <a:cubicBezTo>
                          <a:pt x="32140" y="14141"/>
                          <a:pt x="32273" y="13876"/>
                          <a:pt x="32362" y="13565"/>
                        </a:cubicBezTo>
                        <a:cubicBezTo>
                          <a:pt x="29524" y="12634"/>
                          <a:pt x="26643" y="11925"/>
                          <a:pt x="23717" y="11570"/>
                        </a:cubicBezTo>
                        <a:cubicBezTo>
                          <a:pt x="20437" y="11216"/>
                          <a:pt x="16801" y="10950"/>
                          <a:pt x="14762" y="842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02" name="Forme libre : forme 19501">
                    <a:extLst>
                      <a:ext uri="{FF2B5EF4-FFF2-40B4-BE49-F238E27FC236}">
                        <a16:creationId xmlns:a16="http://schemas.microsoft.com/office/drawing/2014/main" id="{2506923D-484D-40B6-8107-25D73D72E0F8}"/>
                      </a:ext>
                    </a:extLst>
                  </p:cNvPr>
                  <p:cNvSpPr/>
                  <p:nvPr/>
                </p:nvSpPr>
                <p:spPr>
                  <a:xfrm>
                    <a:off x="5119418" y="5880992"/>
                    <a:ext cx="23388" cy="31117"/>
                  </a:xfrm>
                  <a:custGeom>
                    <a:avLst/>
                    <a:gdLst>
                      <a:gd name="connsiteX0" fmla="*/ 23244 w 23388"/>
                      <a:gd name="connsiteY0" fmla="*/ 42 h 31117"/>
                      <a:gd name="connsiteX1" fmla="*/ 5157 w 23388"/>
                      <a:gd name="connsiteY1" fmla="*/ 8066 h 31117"/>
                      <a:gd name="connsiteX2" fmla="*/ 59 w 23388"/>
                      <a:gd name="connsiteY2" fmla="*/ 20434 h 31117"/>
                      <a:gd name="connsiteX3" fmla="*/ 10831 w 23388"/>
                      <a:gd name="connsiteY3" fmla="*/ 31073 h 31117"/>
                      <a:gd name="connsiteX4" fmla="*/ 11142 w 23388"/>
                      <a:gd name="connsiteY4" fmla="*/ 31118 h 31117"/>
                      <a:gd name="connsiteX5" fmla="*/ 15264 w 23388"/>
                      <a:gd name="connsiteY5" fmla="*/ 21808 h 31117"/>
                      <a:gd name="connsiteX6" fmla="*/ 23244 w 23388"/>
                      <a:gd name="connsiteY6" fmla="*/ 42 h 31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388" h="31117">
                        <a:moveTo>
                          <a:pt x="23244" y="42"/>
                        </a:moveTo>
                        <a:cubicBezTo>
                          <a:pt x="16639" y="-357"/>
                          <a:pt x="10078" y="2081"/>
                          <a:pt x="5157" y="8066"/>
                        </a:cubicBezTo>
                        <a:cubicBezTo>
                          <a:pt x="2187" y="11568"/>
                          <a:pt x="-429" y="15868"/>
                          <a:pt x="59" y="20434"/>
                        </a:cubicBezTo>
                        <a:cubicBezTo>
                          <a:pt x="679" y="25754"/>
                          <a:pt x="5600" y="29788"/>
                          <a:pt x="10831" y="31073"/>
                        </a:cubicBezTo>
                        <a:cubicBezTo>
                          <a:pt x="10920" y="31118"/>
                          <a:pt x="11053" y="31118"/>
                          <a:pt x="11142" y="31118"/>
                        </a:cubicBezTo>
                        <a:cubicBezTo>
                          <a:pt x="12472" y="28015"/>
                          <a:pt x="13846" y="24911"/>
                          <a:pt x="15264" y="21808"/>
                        </a:cubicBezTo>
                        <a:cubicBezTo>
                          <a:pt x="17880" y="16090"/>
                          <a:pt x="24441" y="5539"/>
                          <a:pt x="23244" y="4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03" name="Forme libre : forme 19502">
                    <a:extLst>
                      <a:ext uri="{FF2B5EF4-FFF2-40B4-BE49-F238E27FC236}">
                        <a16:creationId xmlns:a16="http://schemas.microsoft.com/office/drawing/2014/main" id="{D7D6AAC8-765F-4DDD-868D-3CB4516172FD}"/>
                      </a:ext>
                    </a:extLst>
                  </p:cNvPr>
                  <p:cNvSpPr/>
                  <p:nvPr/>
                </p:nvSpPr>
                <p:spPr>
                  <a:xfrm>
                    <a:off x="4938914" y="5978838"/>
                    <a:ext cx="39945" cy="45264"/>
                  </a:xfrm>
                  <a:custGeom>
                    <a:avLst/>
                    <a:gdLst>
                      <a:gd name="connsiteX0" fmla="*/ 30814 w 39945"/>
                      <a:gd name="connsiteY0" fmla="*/ 9876 h 45264"/>
                      <a:gd name="connsiteX1" fmla="*/ 39946 w 39945"/>
                      <a:gd name="connsiteY1" fmla="*/ 3403 h 45264"/>
                      <a:gd name="connsiteX2" fmla="*/ 2841 w 39945"/>
                      <a:gd name="connsiteY2" fmla="*/ 23663 h 45264"/>
                      <a:gd name="connsiteX3" fmla="*/ 1954 w 39945"/>
                      <a:gd name="connsiteY3" fmla="*/ 42060 h 45264"/>
                      <a:gd name="connsiteX4" fmla="*/ 27134 w 39945"/>
                      <a:gd name="connsiteY4" fmla="*/ 38602 h 45264"/>
                      <a:gd name="connsiteX5" fmla="*/ 37951 w 39945"/>
                      <a:gd name="connsiteY5" fmla="*/ 16304 h 45264"/>
                      <a:gd name="connsiteX6" fmla="*/ 34360 w 39945"/>
                      <a:gd name="connsiteY6" fmla="*/ 16880 h 45264"/>
                      <a:gd name="connsiteX7" fmla="*/ 30814 w 39945"/>
                      <a:gd name="connsiteY7" fmla="*/ 9876 h 45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945" h="45264">
                        <a:moveTo>
                          <a:pt x="30814" y="9876"/>
                        </a:moveTo>
                        <a:cubicBezTo>
                          <a:pt x="32676" y="6950"/>
                          <a:pt x="36355" y="4467"/>
                          <a:pt x="39946" y="3403"/>
                        </a:cubicBezTo>
                        <a:cubicBezTo>
                          <a:pt x="36399" y="-6748"/>
                          <a:pt x="9003" y="7526"/>
                          <a:pt x="2841" y="23663"/>
                        </a:cubicBezTo>
                        <a:cubicBezTo>
                          <a:pt x="225" y="30534"/>
                          <a:pt x="-1548" y="37671"/>
                          <a:pt x="1954" y="42060"/>
                        </a:cubicBezTo>
                        <a:cubicBezTo>
                          <a:pt x="5900" y="46981"/>
                          <a:pt x="18179" y="46538"/>
                          <a:pt x="27134" y="38602"/>
                        </a:cubicBezTo>
                        <a:cubicBezTo>
                          <a:pt x="34050" y="32529"/>
                          <a:pt x="36178" y="23574"/>
                          <a:pt x="37951" y="16304"/>
                        </a:cubicBezTo>
                        <a:cubicBezTo>
                          <a:pt x="36710" y="16658"/>
                          <a:pt x="35513" y="16880"/>
                          <a:pt x="34360" y="16880"/>
                        </a:cubicBezTo>
                        <a:cubicBezTo>
                          <a:pt x="29883" y="16924"/>
                          <a:pt x="28287" y="13777"/>
                          <a:pt x="30814" y="987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04" name="Forme libre : forme 19503">
                    <a:extLst>
                      <a:ext uri="{FF2B5EF4-FFF2-40B4-BE49-F238E27FC236}">
                        <a16:creationId xmlns:a16="http://schemas.microsoft.com/office/drawing/2014/main" id="{73EC0249-56EE-42F9-8881-61859E32DBE1}"/>
                      </a:ext>
                    </a:extLst>
                  </p:cNvPr>
                  <p:cNvSpPr/>
                  <p:nvPr/>
                </p:nvSpPr>
                <p:spPr>
                  <a:xfrm>
                    <a:off x="4793224" y="6056091"/>
                    <a:ext cx="85661" cy="55375"/>
                  </a:xfrm>
                  <a:custGeom>
                    <a:avLst/>
                    <a:gdLst>
                      <a:gd name="connsiteX0" fmla="*/ 28526 w 85661"/>
                      <a:gd name="connsiteY0" fmla="*/ 18847 h 55375"/>
                      <a:gd name="connsiteX1" fmla="*/ 53662 w 85661"/>
                      <a:gd name="connsiteY1" fmla="*/ 16586 h 55375"/>
                      <a:gd name="connsiteX2" fmla="*/ 51223 w 85661"/>
                      <a:gd name="connsiteY2" fmla="*/ 26383 h 55375"/>
                      <a:gd name="connsiteX3" fmla="*/ 37304 w 85661"/>
                      <a:gd name="connsiteY3" fmla="*/ 34097 h 55375"/>
                      <a:gd name="connsiteX4" fmla="*/ 18995 w 85661"/>
                      <a:gd name="connsiteY4" fmla="*/ 41057 h 55375"/>
                      <a:gd name="connsiteX5" fmla="*/ 43820 w 85661"/>
                      <a:gd name="connsiteY5" fmla="*/ 52982 h 55375"/>
                      <a:gd name="connsiteX6" fmla="*/ 61021 w 85661"/>
                      <a:gd name="connsiteY6" fmla="*/ 54932 h 55375"/>
                      <a:gd name="connsiteX7" fmla="*/ 79817 w 85661"/>
                      <a:gd name="connsiteY7" fmla="*/ 43672 h 55375"/>
                      <a:gd name="connsiteX8" fmla="*/ 80659 w 85661"/>
                      <a:gd name="connsiteY8" fmla="*/ 33387 h 55375"/>
                      <a:gd name="connsiteX9" fmla="*/ 80216 w 85661"/>
                      <a:gd name="connsiteY9" fmla="*/ 31658 h 55375"/>
                      <a:gd name="connsiteX10" fmla="*/ 79551 w 85661"/>
                      <a:gd name="connsiteY10" fmla="*/ 25940 h 55375"/>
                      <a:gd name="connsiteX11" fmla="*/ 85624 w 85661"/>
                      <a:gd name="connsiteY11" fmla="*/ 6922 h 55375"/>
                      <a:gd name="connsiteX12" fmla="*/ 45106 w 85661"/>
                      <a:gd name="connsiteY12" fmla="*/ 3508 h 55375"/>
                      <a:gd name="connsiteX13" fmla="*/ 23871 w 85661"/>
                      <a:gd name="connsiteY13" fmla="*/ 4750 h 55375"/>
                      <a:gd name="connsiteX14" fmla="*/ 2637 w 85661"/>
                      <a:gd name="connsiteY14" fmla="*/ 16941 h 55375"/>
                      <a:gd name="connsiteX15" fmla="*/ 1041 w 85661"/>
                      <a:gd name="connsiteY15" fmla="*/ 28156 h 55375"/>
                      <a:gd name="connsiteX16" fmla="*/ 4587 w 85661"/>
                      <a:gd name="connsiteY16" fmla="*/ 32057 h 55375"/>
                      <a:gd name="connsiteX17" fmla="*/ 10040 w 85661"/>
                      <a:gd name="connsiteY17" fmla="*/ 27979 h 55375"/>
                      <a:gd name="connsiteX18" fmla="*/ 28526 w 85661"/>
                      <a:gd name="connsiteY18" fmla="*/ 18847 h 55375"/>
                      <a:gd name="connsiteX19" fmla="*/ 65542 w 85661"/>
                      <a:gd name="connsiteY19" fmla="*/ 17872 h 55375"/>
                      <a:gd name="connsiteX20" fmla="*/ 78221 w 85661"/>
                      <a:gd name="connsiteY20" fmla="*/ 10823 h 55375"/>
                      <a:gd name="connsiteX21" fmla="*/ 81768 w 85661"/>
                      <a:gd name="connsiteY21" fmla="*/ 17872 h 55375"/>
                      <a:gd name="connsiteX22" fmla="*/ 69089 w 85661"/>
                      <a:gd name="connsiteY22" fmla="*/ 24920 h 55375"/>
                      <a:gd name="connsiteX23" fmla="*/ 65542 w 85661"/>
                      <a:gd name="connsiteY23" fmla="*/ 17872 h 55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85661" h="55375">
                        <a:moveTo>
                          <a:pt x="28526" y="18847"/>
                        </a:moveTo>
                        <a:cubicBezTo>
                          <a:pt x="35885" y="16320"/>
                          <a:pt x="50337" y="12640"/>
                          <a:pt x="53662" y="16586"/>
                        </a:cubicBezTo>
                        <a:cubicBezTo>
                          <a:pt x="55391" y="18625"/>
                          <a:pt x="54238" y="23280"/>
                          <a:pt x="51223" y="26383"/>
                        </a:cubicBezTo>
                        <a:cubicBezTo>
                          <a:pt x="47721" y="30018"/>
                          <a:pt x="41958" y="32323"/>
                          <a:pt x="37304" y="34097"/>
                        </a:cubicBezTo>
                        <a:cubicBezTo>
                          <a:pt x="31186" y="36402"/>
                          <a:pt x="25068" y="38751"/>
                          <a:pt x="18995" y="41057"/>
                        </a:cubicBezTo>
                        <a:cubicBezTo>
                          <a:pt x="26664" y="45578"/>
                          <a:pt x="34688" y="49790"/>
                          <a:pt x="43820" y="52982"/>
                        </a:cubicBezTo>
                        <a:cubicBezTo>
                          <a:pt x="48652" y="54710"/>
                          <a:pt x="54105" y="56129"/>
                          <a:pt x="61021" y="54932"/>
                        </a:cubicBezTo>
                        <a:cubicBezTo>
                          <a:pt x="67936" y="53735"/>
                          <a:pt x="76581" y="49125"/>
                          <a:pt x="79817" y="43672"/>
                        </a:cubicBezTo>
                        <a:cubicBezTo>
                          <a:pt x="82122" y="39815"/>
                          <a:pt x="81501" y="36579"/>
                          <a:pt x="80659" y="33387"/>
                        </a:cubicBezTo>
                        <a:cubicBezTo>
                          <a:pt x="80216" y="32944"/>
                          <a:pt x="80039" y="32368"/>
                          <a:pt x="80216" y="31658"/>
                        </a:cubicBezTo>
                        <a:cubicBezTo>
                          <a:pt x="79728" y="29796"/>
                          <a:pt x="79285" y="27935"/>
                          <a:pt x="79551" y="25940"/>
                        </a:cubicBezTo>
                        <a:cubicBezTo>
                          <a:pt x="80260" y="19911"/>
                          <a:pt x="85092" y="12862"/>
                          <a:pt x="85624" y="6922"/>
                        </a:cubicBezTo>
                        <a:cubicBezTo>
                          <a:pt x="86821" y="-6289"/>
                          <a:pt x="58538" y="3464"/>
                          <a:pt x="45106" y="3508"/>
                        </a:cubicBezTo>
                        <a:cubicBezTo>
                          <a:pt x="38234" y="3553"/>
                          <a:pt x="31541" y="3065"/>
                          <a:pt x="23871" y="4750"/>
                        </a:cubicBezTo>
                        <a:cubicBezTo>
                          <a:pt x="16202" y="6434"/>
                          <a:pt x="7026" y="11000"/>
                          <a:pt x="2637" y="16941"/>
                        </a:cubicBezTo>
                        <a:cubicBezTo>
                          <a:pt x="-466" y="21152"/>
                          <a:pt x="-599" y="25231"/>
                          <a:pt x="1041" y="28156"/>
                        </a:cubicBezTo>
                        <a:cubicBezTo>
                          <a:pt x="1883" y="29664"/>
                          <a:pt x="3124" y="30949"/>
                          <a:pt x="4587" y="32057"/>
                        </a:cubicBezTo>
                        <a:cubicBezTo>
                          <a:pt x="6272" y="30594"/>
                          <a:pt x="8134" y="29220"/>
                          <a:pt x="10040" y="27979"/>
                        </a:cubicBezTo>
                        <a:cubicBezTo>
                          <a:pt x="15759" y="24167"/>
                          <a:pt x="22187" y="21019"/>
                          <a:pt x="28526" y="18847"/>
                        </a:cubicBezTo>
                        <a:close/>
                        <a:moveTo>
                          <a:pt x="65542" y="17872"/>
                        </a:moveTo>
                        <a:cubicBezTo>
                          <a:pt x="68069" y="13970"/>
                          <a:pt x="73744" y="10823"/>
                          <a:pt x="78221" y="10823"/>
                        </a:cubicBezTo>
                        <a:cubicBezTo>
                          <a:pt x="82698" y="10823"/>
                          <a:pt x="84294" y="13970"/>
                          <a:pt x="81768" y="17872"/>
                        </a:cubicBezTo>
                        <a:cubicBezTo>
                          <a:pt x="79241" y="21773"/>
                          <a:pt x="73566" y="24920"/>
                          <a:pt x="69089" y="24920"/>
                        </a:cubicBezTo>
                        <a:cubicBezTo>
                          <a:pt x="64611" y="24920"/>
                          <a:pt x="63015" y="21773"/>
                          <a:pt x="65542" y="1787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05" name="Forme libre : forme 19504">
                    <a:extLst>
                      <a:ext uri="{FF2B5EF4-FFF2-40B4-BE49-F238E27FC236}">
                        <a16:creationId xmlns:a16="http://schemas.microsoft.com/office/drawing/2014/main" id="{C41B7E2A-7860-4B4C-8AF8-AC1887AFB211}"/>
                      </a:ext>
                    </a:extLst>
                  </p:cNvPr>
                  <p:cNvSpPr/>
                  <p:nvPr/>
                </p:nvSpPr>
                <p:spPr>
                  <a:xfrm>
                    <a:off x="4723022" y="6103954"/>
                    <a:ext cx="55969" cy="29625"/>
                  </a:xfrm>
                  <a:custGeom>
                    <a:avLst/>
                    <a:gdLst>
                      <a:gd name="connsiteX0" fmla="*/ 1023 w 55969"/>
                      <a:gd name="connsiteY0" fmla="*/ 18817 h 29625"/>
                      <a:gd name="connsiteX1" fmla="*/ 5944 w 55969"/>
                      <a:gd name="connsiteY1" fmla="*/ 28880 h 29625"/>
                      <a:gd name="connsiteX2" fmla="*/ 23056 w 55969"/>
                      <a:gd name="connsiteY2" fmla="*/ 29013 h 29625"/>
                      <a:gd name="connsiteX3" fmla="*/ 40301 w 55969"/>
                      <a:gd name="connsiteY3" fmla="*/ 27949 h 29625"/>
                      <a:gd name="connsiteX4" fmla="*/ 50319 w 55969"/>
                      <a:gd name="connsiteY4" fmla="*/ 5828 h 29625"/>
                      <a:gd name="connsiteX5" fmla="*/ 14057 w 55969"/>
                      <a:gd name="connsiteY5" fmla="*/ 7424 h 29625"/>
                      <a:gd name="connsiteX6" fmla="*/ 1023 w 55969"/>
                      <a:gd name="connsiteY6" fmla="*/ 18817 h 29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969" h="29625">
                        <a:moveTo>
                          <a:pt x="1023" y="18817"/>
                        </a:moveTo>
                        <a:cubicBezTo>
                          <a:pt x="-1637" y="23782"/>
                          <a:pt x="1201" y="27595"/>
                          <a:pt x="5944" y="28880"/>
                        </a:cubicBezTo>
                        <a:cubicBezTo>
                          <a:pt x="10687" y="30166"/>
                          <a:pt x="16982" y="29501"/>
                          <a:pt x="23056" y="29013"/>
                        </a:cubicBezTo>
                        <a:cubicBezTo>
                          <a:pt x="28863" y="28525"/>
                          <a:pt x="34626" y="28171"/>
                          <a:pt x="40301" y="27949"/>
                        </a:cubicBezTo>
                        <a:cubicBezTo>
                          <a:pt x="64018" y="27018"/>
                          <a:pt x="55018" y="12301"/>
                          <a:pt x="50319" y="5828"/>
                        </a:cubicBezTo>
                        <a:cubicBezTo>
                          <a:pt x="44601" y="-2063"/>
                          <a:pt x="29883" y="-2329"/>
                          <a:pt x="14057" y="7424"/>
                        </a:cubicBezTo>
                        <a:cubicBezTo>
                          <a:pt x="8737" y="10572"/>
                          <a:pt x="3240" y="14561"/>
                          <a:pt x="1023" y="1881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06" name="Forme libre : forme 19505">
                    <a:extLst>
                      <a:ext uri="{FF2B5EF4-FFF2-40B4-BE49-F238E27FC236}">
                        <a16:creationId xmlns:a16="http://schemas.microsoft.com/office/drawing/2014/main" id="{90182EEA-72F6-43F5-AC90-DE1ECD798F9D}"/>
                      </a:ext>
                    </a:extLst>
                  </p:cNvPr>
                  <p:cNvSpPr/>
                  <p:nvPr/>
                </p:nvSpPr>
                <p:spPr>
                  <a:xfrm>
                    <a:off x="4623624" y="6107982"/>
                    <a:ext cx="61632" cy="21798"/>
                  </a:xfrm>
                  <a:custGeom>
                    <a:avLst/>
                    <a:gdLst>
                      <a:gd name="connsiteX0" fmla="*/ 61587 w 61632"/>
                      <a:gd name="connsiteY0" fmla="*/ 7297 h 21798"/>
                      <a:gd name="connsiteX1" fmla="*/ 7104 w 61632"/>
                      <a:gd name="connsiteY1" fmla="*/ 12174 h 21798"/>
                      <a:gd name="connsiteX2" fmla="*/ 188 w 61632"/>
                      <a:gd name="connsiteY2" fmla="*/ 16562 h 21798"/>
                      <a:gd name="connsiteX3" fmla="*/ 765 w 61632"/>
                      <a:gd name="connsiteY3" fmla="*/ 19000 h 21798"/>
                      <a:gd name="connsiteX4" fmla="*/ 12557 w 61632"/>
                      <a:gd name="connsiteY4" fmla="*/ 21350 h 21798"/>
                      <a:gd name="connsiteX5" fmla="*/ 61587 w 61632"/>
                      <a:gd name="connsiteY5" fmla="*/ 7297 h 21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632" h="21798">
                        <a:moveTo>
                          <a:pt x="61587" y="7297"/>
                        </a:moveTo>
                        <a:cubicBezTo>
                          <a:pt x="60168" y="-8884"/>
                          <a:pt x="25014" y="6012"/>
                          <a:pt x="7104" y="12174"/>
                        </a:cubicBezTo>
                        <a:cubicBezTo>
                          <a:pt x="4444" y="13104"/>
                          <a:pt x="1075" y="14567"/>
                          <a:pt x="188" y="16562"/>
                        </a:cubicBezTo>
                        <a:cubicBezTo>
                          <a:pt x="-255" y="17582"/>
                          <a:pt x="144" y="18380"/>
                          <a:pt x="765" y="19000"/>
                        </a:cubicBezTo>
                        <a:cubicBezTo>
                          <a:pt x="3114" y="21217"/>
                          <a:pt x="7991" y="21350"/>
                          <a:pt x="12557" y="21350"/>
                        </a:cubicBezTo>
                        <a:cubicBezTo>
                          <a:pt x="22664" y="21394"/>
                          <a:pt x="63183" y="25606"/>
                          <a:pt x="61587" y="729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07" name="Forme libre : forme 19506">
                    <a:extLst>
                      <a:ext uri="{FF2B5EF4-FFF2-40B4-BE49-F238E27FC236}">
                        <a16:creationId xmlns:a16="http://schemas.microsoft.com/office/drawing/2014/main" id="{F47370DA-EC2A-4CD4-9D72-E9E8A435AD1E}"/>
                      </a:ext>
                    </a:extLst>
                  </p:cNvPr>
                  <p:cNvSpPr/>
                  <p:nvPr/>
                </p:nvSpPr>
                <p:spPr>
                  <a:xfrm>
                    <a:off x="4732335" y="6040673"/>
                    <a:ext cx="47131" cy="35562"/>
                  </a:xfrm>
                  <a:custGeom>
                    <a:avLst/>
                    <a:gdLst>
                      <a:gd name="connsiteX0" fmla="*/ 33470 w 47131"/>
                      <a:gd name="connsiteY0" fmla="*/ 1637 h 35562"/>
                      <a:gd name="connsiteX1" fmla="*/ 30101 w 47131"/>
                      <a:gd name="connsiteY1" fmla="*/ 86 h 35562"/>
                      <a:gd name="connsiteX2" fmla="*/ 23806 w 47131"/>
                      <a:gd name="connsiteY2" fmla="*/ 662 h 35562"/>
                      <a:gd name="connsiteX3" fmla="*/ 0 w 47131"/>
                      <a:gd name="connsiteY3" fmla="*/ 7577 h 35562"/>
                      <a:gd name="connsiteX4" fmla="*/ 11969 w 47131"/>
                      <a:gd name="connsiteY4" fmla="*/ 9838 h 35562"/>
                      <a:gd name="connsiteX5" fmla="*/ 24426 w 47131"/>
                      <a:gd name="connsiteY5" fmla="*/ 13562 h 35562"/>
                      <a:gd name="connsiteX6" fmla="*/ 27397 w 47131"/>
                      <a:gd name="connsiteY6" fmla="*/ 24290 h 35562"/>
                      <a:gd name="connsiteX7" fmla="*/ 29524 w 47131"/>
                      <a:gd name="connsiteY7" fmla="*/ 34043 h 35562"/>
                      <a:gd name="connsiteX8" fmla="*/ 42912 w 47131"/>
                      <a:gd name="connsiteY8" fmla="*/ 32536 h 35562"/>
                      <a:gd name="connsiteX9" fmla="*/ 45794 w 47131"/>
                      <a:gd name="connsiteY9" fmla="*/ 29300 h 35562"/>
                      <a:gd name="connsiteX10" fmla="*/ 46813 w 47131"/>
                      <a:gd name="connsiteY10" fmla="*/ 21675 h 35562"/>
                      <a:gd name="connsiteX11" fmla="*/ 33470 w 47131"/>
                      <a:gd name="connsiteY11" fmla="*/ 1637 h 35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7131" h="35562">
                        <a:moveTo>
                          <a:pt x="33470" y="1637"/>
                        </a:moveTo>
                        <a:cubicBezTo>
                          <a:pt x="32539" y="972"/>
                          <a:pt x="31519" y="351"/>
                          <a:pt x="30101" y="86"/>
                        </a:cubicBezTo>
                        <a:cubicBezTo>
                          <a:pt x="28327" y="-181"/>
                          <a:pt x="26022" y="219"/>
                          <a:pt x="23806" y="662"/>
                        </a:cubicBezTo>
                        <a:cubicBezTo>
                          <a:pt x="16048" y="2258"/>
                          <a:pt x="8024" y="4608"/>
                          <a:pt x="0" y="7577"/>
                        </a:cubicBezTo>
                        <a:lnTo>
                          <a:pt x="11969" y="9838"/>
                        </a:lnTo>
                        <a:cubicBezTo>
                          <a:pt x="17732" y="9041"/>
                          <a:pt x="22077" y="10725"/>
                          <a:pt x="24426" y="13562"/>
                        </a:cubicBezTo>
                        <a:cubicBezTo>
                          <a:pt x="26776" y="16399"/>
                          <a:pt x="27352" y="20256"/>
                          <a:pt x="27397" y="24290"/>
                        </a:cubicBezTo>
                        <a:cubicBezTo>
                          <a:pt x="27441" y="27837"/>
                          <a:pt x="27086" y="31738"/>
                          <a:pt x="29524" y="34043"/>
                        </a:cubicBezTo>
                        <a:cubicBezTo>
                          <a:pt x="31963" y="36348"/>
                          <a:pt x="38346" y="36171"/>
                          <a:pt x="42912" y="32536"/>
                        </a:cubicBezTo>
                        <a:cubicBezTo>
                          <a:pt x="44154" y="31561"/>
                          <a:pt x="45129" y="30408"/>
                          <a:pt x="45794" y="29300"/>
                        </a:cubicBezTo>
                        <a:cubicBezTo>
                          <a:pt x="47478" y="26462"/>
                          <a:pt x="47257" y="23936"/>
                          <a:pt x="46813" y="21675"/>
                        </a:cubicBezTo>
                        <a:cubicBezTo>
                          <a:pt x="45129" y="13474"/>
                          <a:pt x="40518" y="6602"/>
                          <a:pt x="33470" y="163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08" name="Forme libre : forme 19507">
                    <a:extLst>
                      <a:ext uri="{FF2B5EF4-FFF2-40B4-BE49-F238E27FC236}">
                        <a16:creationId xmlns:a16="http://schemas.microsoft.com/office/drawing/2014/main" id="{05E3C38B-20E1-4393-9658-7FE674417BB6}"/>
                      </a:ext>
                    </a:extLst>
                  </p:cNvPr>
                  <p:cNvSpPr/>
                  <p:nvPr/>
                </p:nvSpPr>
                <p:spPr>
                  <a:xfrm>
                    <a:off x="5008330" y="5970382"/>
                    <a:ext cx="57417" cy="46839"/>
                  </a:xfrm>
                  <a:custGeom>
                    <a:avLst/>
                    <a:gdLst>
                      <a:gd name="connsiteX0" fmla="*/ 21598 w 57417"/>
                      <a:gd name="connsiteY0" fmla="*/ 33937 h 46839"/>
                      <a:gd name="connsiteX1" fmla="*/ 27583 w 57417"/>
                      <a:gd name="connsiteY1" fmla="*/ 23829 h 46839"/>
                      <a:gd name="connsiteX2" fmla="*/ 57418 w 57417"/>
                      <a:gd name="connsiteY2" fmla="*/ 5830 h 46839"/>
                      <a:gd name="connsiteX3" fmla="*/ 57373 w 57417"/>
                      <a:gd name="connsiteY3" fmla="*/ 5254 h 46839"/>
                      <a:gd name="connsiteX4" fmla="*/ 43631 w 57417"/>
                      <a:gd name="connsiteY4" fmla="*/ 3304 h 46839"/>
                      <a:gd name="connsiteX5" fmla="*/ 1915 w 57417"/>
                      <a:gd name="connsiteY5" fmla="*/ 37350 h 46839"/>
                      <a:gd name="connsiteX6" fmla="*/ 1117 w 57417"/>
                      <a:gd name="connsiteY6" fmla="*/ 45329 h 46839"/>
                      <a:gd name="connsiteX7" fmla="*/ 7989 w 57417"/>
                      <a:gd name="connsiteY7" fmla="*/ 46836 h 46839"/>
                      <a:gd name="connsiteX8" fmla="*/ 45714 w 57417"/>
                      <a:gd name="connsiteY8" fmla="*/ 29148 h 46839"/>
                      <a:gd name="connsiteX9" fmla="*/ 32193 w 57417"/>
                      <a:gd name="connsiteY9" fmla="*/ 33892 h 46839"/>
                      <a:gd name="connsiteX10" fmla="*/ 21598 w 57417"/>
                      <a:gd name="connsiteY10" fmla="*/ 33937 h 46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417" h="46839">
                        <a:moveTo>
                          <a:pt x="21598" y="33937"/>
                        </a:moveTo>
                        <a:cubicBezTo>
                          <a:pt x="19958" y="31587"/>
                          <a:pt x="23770" y="27154"/>
                          <a:pt x="27583" y="23829"/>
                        </a:cubicBezTo>
                        <a:cubicBezTo>
                          <a:pt x="34100" y="18199"/>
                          <a:pt x="46778" y="9731"/>
                          <a:pt x="57418" y="5830"/>
                        </a:cubicBezTo>
                        <a:cubicBezTo>
                          <a:pt x="57373" y="5653"/>
                          <a:pt x="57418" y="5431"/>
                          <a:pt x="57373" y="5254"/>
                        </a:cubicBezTo>
                        <a:cubicBezTo>
                          <a:pt x="56309" y="-642"/>
                          <a:pt x="52807" y="-1972"/>
                          <a:pt x="43631" y="3304"/>
                        </a:cubicBezTo>
                        <a:cubicBezTo>
                          <a:pt x="32016" y="9953"/>
                          <a:pt x="7989" y="27951"/>
                          <a:pt x="1915" y="37350"/>
                        </a:cubicBezTo>
                        <a:cubicBezTo>
                          <a:pt x="-80" y="40409"/>
                          <a:pt x="-789" y="43645"/>
                          <a:pt x="1117" y="45329"/>
                        </a:cubicBezTo>
                        <a:cubicBezTo>
                          <a:pt x="2580" y="46615"/>
                          <a:pt x="5284" y="46792"/>
                          <a:pt x="7989" y="46836"/>
                        </a:cubicBezTo>
                        <a:cubicBezTo>
                          <a:pt x="20889" y="47014"/>
                          <a:pt x="35651" y="39034"/>
                          <a:pt x="45714" y="29148"/>
                        </a:cubicBezTo>
                        <a:cubicBezTo>
                          <a:pt x="40217" y="31321"/>
                          <a:pt x="35208" y="33005"/>
                          <a:pt x="32193" y="33892"/>
                        </a:cubicBezTo>
                        <a:cubicBezTo>
                          <a:pt x="27982" y="35133"/>
                          <a:pt x="23061" y="36064"/>
                          <a:pt x="21598" y="3393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09" name="Forme libre : forme 19508">
                    <a:extLst>
                      <a:ext uri="{FF2B5EF4-FFF2-40B4-BE49-F238E27FC236}">
                        <a16:creationId xmlns:a16="http://schemas.microsoft.com/office/drawing/2014/main" id="{90CAA483-49E5-44D4-A80A-51137D2FCA23}"/>
                      </a:ext>
                    </a:extLst>
                  </p:cNvPr>
                  <p:cNvSpPr/>
                  <p:nvPr/>
                </p:nvSpPr>
                <p:spPr>
                  <a:xfrm>
                    <a:off x="4916208" y="6033940"/>
                    <a:ext cx="103469" cy="84743"/>
                  </a:xfrm>
                  <a:custGeom>
                    <a:avLst/>
                    <a:gdLst>
                      <a:gd name="connsiteX0" fmla="*/ 35078 w 103469"/>
                      <a:gd name="connsiteY0" fmla="*/ 84175 h 84743"/>
                      <a:gd name="connsiteX1" fmla="*/ 47756 w 103469"/>
                      <a:gd name="connsiteY1" fmla="*/ 83377 h 84743"/>
                      <a:gd name="connsiteX2" fmla="*/ 61809 w 103469"/>
                      <a:gd name="connsiteY2" fmla="*/ 70610 h 84743"/>
                      <a:gd name="connsiteX3" fmla="*/ 90802 w 103469"/>
                      <a:gd name="connsiteY3" fmla="*/ 36254 h 84743"/>
                      <a:gd name="connsiteX4" fmla="*/ 84994 w 103469"/>
                      <a:gd name="connsiteY4" fmla="*/ 37672 h 84743"/>
                      <a:gd name="connsiteX5" fmla="*/ 81448 w 103469"/>
                      <a:gd name="connsiteY5" fmla="*/ 30624 h 84743"/>
                      <a:gd name="connsiteX6" fmla="*/ 94127 w 103469"/>
                      <a:gd name="connsiteY6" fmla="*/ 23575 h 84743"/>
                      <a:gd name="connsiteX7" fmla="*/ 98382 w 103469"/>
                      <a:gd name="connsiteY7" fmla="*/ 25392 h 84743"/>
                      <a:gd name="connsiteX8" fmla="*/ 101530 w 103469"/>
                      <a:gd name="connsiteY8" fmla="*/ 5798 h 84743"/>
                      <a:gd name="connsiteX9" fmla="*/ 22931 w 103469"/>
                      <a:gd name="connsiteY9" fmla="*/ 37051 h 84743"/>
                      <a:gd name="connsiteX10" fmla="*/ 4090 w 103469"/>
                      <a:gd name="connsiteY10" fmla="*/ 58508 h 84743"/>
                      <a:gd name="connsiteX11" fmla="*/ 3071 w 103469"/>
                      <a:gd name="connsiteY11" fmla="*/ 77215 h 84743"/>
                      <a:gd name="connsiteX12" fmla="*/ 13976 w 103469"/>
                      <a:gd name="connsiteY12" fmla="*/ 80629 h 84743"/>
                      <a:gd name="connsiteX13" fmla="*/ 35078 w 103469"/>
                      <a:gd name="connsiteY13" fmla="*/ 84175 h 84743"/>
                      <a:gd name="connsiteX14" fmla="*/ 31753 w 103469"/>
                      <a:gd name="connsiteY14" fmla="*/ 36519 h 84743"/>
                      <a:gd name="connsiteX15" fmla="*/ 43323 w 103469"/>
                      <a:gd name="connsiteY15" fmla="*/ 25260 h 84743"/>
                      <a:gd name="connsiteX16" fmla="*/ 61942 w 103469"/>
                      <a:gd name="connsiteY16" fmla="*/ 16083 h 84743"/>
                      <a:gd name="connsiteX17" fmla="*/ 87078 w 103469"/>
                      <a:gd name="connsiteY17" fmla="*/ 13822 h 84743"/>
                      <a:gd name="connsiteX18" fmla="*/ 84640 w 103469"/>
                      <a:gd name="connsiteY18" fmla="*/ 23619 h 84743"/>
                      <a:gd name="connsiteX19" fmla="*/ 70720 w 103469"/>
                      <a:gd name="connsiteY19" fmla="*/ 31333 h 84743"/>
                      <a:gd name="connsiteX20" fmla="*/ 43190 w 103469"/>
                      <a:gd name="connsiteY20" fmla="*/ 41795 h 84743"/>
                      <a:gd name="connsiteX21" fmla="*/ 36496 w 103469"/>
                      <a:gd name="connsiteY21" fmla="*/ 43745 h 84743"/>
                      <a:gd name="connsiteX22" fmla="*/ 31753 w 103469"/>
                      <a:gd name="connsiteY22" fmla="*/ 36519 h 84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03469" h="84743">
                        <a:moveTo>
                          <a:pt x="35078" y="84175"/>
                        </a:moveTo>
                        <a:cubicBezTo>
                          <a:pt x="38802" y="84796"/>
                          <a:pt x="42969" y="85328"/>
                          <a:pt x="47756" y="83377"/>
                        </a:cubicBezTo>
                        <a:cubicBezTo>
                          <a:pt x="54007" y="80850"/>
                          <a:pt x="58307" y="75353"/>
                          <a:pt x="61809" y="70610"/>
                        </a:cubicBezTo>
                        <a:cubicBezTo>
                          <a:pt x="68060" y="62098"/>
                          <a:pt x="81005" y="48888"/>
                          <a:pt x="90802" y="36254"/>
                        </a:cubicBezTo>
                        <a:cubicBezTo>
                          <a:pt x="88851" y="37140"/>
                          <a:pt x="86856" y="37672"/>
                          <a:pt x="84994" y="37672"/>
                        </a:cubicBezTo>
                        <a:cubicBezTo>
                          <a:pt x="80517" y="37672"/>
                          <a:pt x="78921" y="34525"/>
                          <a:pt x="81448" y="30624"/>
                        </a:cubicBezTo>
                        <a:cubicBezTo>
                          <a:pt x="83975" y="26722"/>
                          <a:pt x="89649" y="23575"/>
                          <a:pt x="94127" y="23575"/>
                        </a:cubicBezTo>
                        <a:cubicBezTo>
                          <a:pt x="96210" y="23575"/>
                          <a:pt x="97673" y="24284"/>
                          <a:pt x="98382" y="25392"/>
                        </a:cubicBezTo>
                        <a:cubicBezTo>
                          <a:pt x="103214" y="17324"/>
                          <a:pt x="105298" y="10276"/>
                          <a:pt x="101530" y="5798"/>
                        </a:cubicBezTo>
                        <a:cubicBezTo>
                          <a:pt x="85792" y="-12821"/>
                          <a:pt x="42658" y="17679"/>
                          <a:pt x="22931" y="37051"/>
                        </a:cubicBezTo>
                        <a:cubicBezTo>
                          <a:pt x="15838" y="44012"/>
                          <a:pt x="8612" y="51149"/>
                          <a:pt x="4090" y="58508"/>
                        </a:cubicBezTo>
                        <a:cubicBezTo>
                          <a:pt x="-431" y="65822"/>
                          <a:pt x="-1805" y="73491"/>
                          <a:pt x="3071" y="77215"/>
                        </a:cubicBezTo>
                        <a:cubicBezTo>
                          <a:pt x="5686" y="79254"/>
                          <a:pt x="9898" y="79964"/>
                          <a:pt x="13976" y="80629"/>
                        </a:cubicBezTo>
                        <a:cubicBezTo>
                          <a:pt x="20936" y="81870"/>
                          <a:pt x="28029" y="83022"/>
                          <a:pt x="35078" y="84175"/>
                        </a:cubicBezTo>
                        <a:close/>
                        <a:moveTo>
                          <a:pt x="31753" y="36519"/>
                        </a:moveTo>
                        <a:cubicBezTo>
                          <a:pt x="33748" y="32529"/>
                          <a:pt x="38403" y="28540"/>
                          <a:pt x="43323" y="25260"/>
                        </a:cubicBezTo>
                        <a:cubicBezTo>
                          <a:pt x="49131" y="21402"/>
                          <a:pt x="55559" y="18255"/>
                          <a:pt x="61942" y="16083"/>
                        </a:cubicBezTo>
                        <a:cubicBezTo>
                          <a:pt x="69301" y="13556"/>
                          <a:pt x="83753" y="9876"/>
                          <a:pt x="87078" y="13822"/>
                        </a:cubicBezTo>
                        <a:cubicBezTo>
                          <a:pt x="88807" y="15861"/>
                          <a:pt x="87654" y="20516"/>
                          <a:pt x="84640" y="23619"/>
                        </a:cubicBezTo>
                        <a:cubicBezTo>
                          <a:pt x="81138" y="27254"/>
                          <a:pt x="75375" y="29560"/>
                          <a:pt x="70720" y="31333"/>
                        </a:cubicBezTo>
                        <a:cubicBezTo>
                          <a:pt x="61543" y="34835"/>
                          <a:pt x="52367" y="38337"/>
                          <a:pt x="43190" y="41795"/>
                        </a:cubicBezTo>
                        <a:cubicBezTo>
                          <a:pt x="40930" y="42637"/>
                          <a:pt x="38580" y="43524"/>
                          <a:pt x="36496" y="43745"/>
                        </a:cubicBezTo>
                        <a:cubicBezTo>
                          <a:pt x="31487" y="44277"/>
                          <a:pt x="29758" y="40509"/>
                          <a:pt x="31753" y="3651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10" name="Forme libre : forme 19509">
                    <a:extLst>
                      <a:ext uri="{FF2B5EF4-FFF2-40B4-BE49-F238E27FC236}">
                        <a16:creationId xmlns:a16="http://schemas.microsoft.com/office/drawing/2014/main" id="{60D93DE6-03F1-4D14-A587-5A98E770820C}"/>
                      </a:ext>
                    </a:extLst>
                  </p:cNvPr>
                  <p:cNvSpPr/>
                  <p:nvPr/>
                </p:nvSpPr>
                <p:spPr>
                  <a:xfrm>
                    <a:off x="4850787" y="6119331"/>
                    <a:ext cx="47200" cy="20285"/>
                  </a:xfrm>
                  <a:custGeom>
                    <a:avLst/>
                    <a:gdLst>
                      <a:gd name="connsiteX0" fmla="*/ 45306 w 47200"/>
                      <a:gd name="connsiteY0" fmla="*/ 8006 h 20285"/>
                      <a:gd name="connsiteX1" fmla="*/ 6650 w 47200"/>
                      <a:gd name="connsiteY1" fmla="*/ 7607 h 20285"/>
                      <a:gd name="connsiteX2" fmla="*/ 0 w 47200"/>
                      <a:gd name="connsiteY2" fmla="*/ 9912 h 20285"/>
                      <a:gd name="connsiteX3" fmla="*/ 4566 w 47200"/>
                      <a:gd name="connsiteY3" fmla="*/ 20285 h 20285"/>
                      <a:gd name="connsiteX4" fmla="*/ 45306 w 47200"/>
                      <a:gd name="connsiteY4" fmla="*/ 8006 h 20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200" h="20285">
                        <a:moveTo>
                          <a:pt x="45306" y="8006"/>
                        </a:moveTo>
                        <a:cubicBezTo>
                          <a:pt x="56300" y="-8219"/>
                          <a:pt x="16269" y="4769"/>
                          <a:pt x="6650" y="7607"/>
                        </a:cubicBezTo>
                        <a:cubicBezTo>
                          <a:pt x="4522" y="8227"/>
                          <a:pt x="2217" y="8981"/>
                          <a:pt x="0" y="9912"/>
                        </a:cubicBezTo>
                        <a:cubicBezTo>
                          <a:pt x="2305" y="12660"/>
                          <a:pt x="3635" y="16473"/>
                          <a:pt x="4566" y="20285"/>
                        </a:cubicBezTo>
                        <a:cubicBezTo>
                          <a:pt x="18796" y="19886"/>
                          <a:pt x="39366" y="16695"/>
                          <a:pt x="45306" y="800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11" name="Forme libre : forme 19510">
                    <a:extLst>
                      <a:ext uri="{FF2B5EF4-FFF2-40B4-BE49-F238E27FC236}">
                        <a16:creationId xmlns:a16="http://schemas.microsoft.com/office/drawing/2014/main" id="{C664D5DD-9C72-4DEC-BEBB-8E6F3D0B6176}"/>
                      </a:ext>
                    </a:extLst>
                  </p:cNvPr>
                  <p:cNvSpPr/>
                  <p:nvPr/>
                </p:nvSpPr>
                <p:spPr>
                  <a:xfrm>
                    <a:off x="5090767" y="5959542"/>
                    <a:ext cx="108452" cy="95922"/>
                  </a:xfrm>
                  <a:custGeom>
                    <a:avLst/>
                    <a:gdLst>
                      <a:gd name="connsiteX0" fmla="*/ 98886 w 108452"/>
                      <a:gd name="connsiteY0" fmla="*/ 32895 h 95922"/>
                      <a:gd name="connsiteX1" fmla="*/ 96447 w 108452"/>
                      <a:gd name="connsiteY1" fmla="*/ 33205 h 95922"/>
                      <a:gd name="connsiteX2" fmla="*/ 92901 w 108452"/>
                      <a:gd name="connsiteY2" fmla="*/ 26157 h 95922"/>
                      <a:gd name="connsiteX3" fmla="*/ 105580 w 108452"/>
                      <a:gd name="connsiteY3" fmla="*/ 19108 h 95922"/>
                      <a:gd name="connsiteX4" fmla="*/ 106909 w 108452"/>
                      <a:gd name="connsiteY4" fmla="*/ 19241 h 95922"/>
                      <a:gd name="connsiteX5" fmla="*/ 102565 w 108452"/>
                      <a:gd name="connsiteY5" fmla="*/ 2484 h 95922"/>
                      <a:gd name="connsiteX6" fmla="*/ 22858 w 108452"/>
                      <a:gd name="connsiteY6" fmla="*/ 22654 h 95922"/>
                      <a:gd name="connsiteX7" fmla="*/ 8140 w 108452"/>
                      <a:gd name="connsiteY7" fmla="*/ 32274 h 95922"/>
                      <a:gd name="connsiteX8" fmla="*/ 2998 w 108452"/>
                      <a:gd name="connsiteY8" fmla="*/ 42692 h 95922"/>
                      <a:gd name="connsiteX9" fmla="*/ 3530 w 108452"/>
                      <a:gd name="connsiteY9" fmla="*/ 89195 h 95922"/>
                      <a:gd name="connsiteX10" fmla="*/ 12662 w 108452"/>
                      <a:gd name="connsiteY10" fmla="*/ 95845 h 95922"/>
                      <a:gd name="connsiteX11" fmla="*/ 22991 w 108452"/>
                      <a:gd name="connsiteY11" fmla="*/ 91988 h 95922"/>
                      <a:gd name="connsiteX12" fmla="*/ 71312 w 108452"/>
                      <a:gd name="connsiteY12" fmla="*/ 60779 h 95922"/>
                      <a:gd name="connsiteX13" fmla="*/ 98886 w 108452"/>
                      <a:gd name="connsiteY13" fmla="*/ 32895 h 95922"/>
                      <a:gd name="connsiteX14" fmla="*/ 25606 w 108452"/>
                      <a:gd name="connsiteY14" fmla="*/ 41407 h 95922"/>
                      <a:gd name="connsiteX15" fmla="*/ 14967 w 108452"/>
                      <a:gd name="connsiteY15" fmla="*/ 41451 h 95922"/>
                      <a:gd name="connsiteX16" fmla="*/ 20952 w 108452"/>
                      <a:gd name="connsiteY16" fmla="*/ 31344 h 95922"/>
                      <a:gd name="connsiteX17" fmla="*/ 67499 w 108452"/>
                      <a:gd name="connsiteY17" fmla="*/ 14808 h 95922"/>
                      <a:gd name="connsiteX18" fmla="*/ 25606 w 108452"/>
                      <a:gd name="connsiteY18" fmla="*/ 41407 h 959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08452" h="95922">
                        <a:moveTo>
                          <a:pt x="98886" y="32895"/>
                        </a:moveTo>
                        <a:cubicBezTo>
                          <a:pt x="98043" y="33073"/>
                          <a:pt x="97201" y="33205"/>
                          <a:pt x="96447" y="33205"/>
                        </a:cubicBezTo>
                        <a:cubicBezTo>
                          <a:pt x="91970" y="33205"/>
                          <a:pt x="90374" y="30058"/>
                          <a:pt x="92901" y="26157"/>
                        </a:cubicBezTo>
                        <a:cubicBezTo>
                          <a:pt x="95428" y="22256"/>
                          <a:pt x="101102" y="19108"/>
                          <a:pt x="105580" y="19108"/>
                        </a:cubicBezTo>
                        <a:cubicBezTo>
                          <a:pt x="106067" y="19108"/>
                          <a:pt x="106511" y="19153"/>
                          <a:pt x="106909" y="19241"/>
                        </a:cubicBezTo>
                        <a:cubicBezTo>
                          <a:pt x="109658" y="12015"/>
                          <a:pt x="109037" y="5898"/>
                          <a:pt x="102565" y="2484"/>
                        </a:cubicBezTo>
                        <a:cubicBezTo>
                          <a:pt x="85675" y="-6471"/>
                          <a:pt x="46752" y="10774"/>
                          <a:pt x="22858" y="22654"/>
                        </a:cubicBezTo>
                        <a:cubicBezTo>
                          <a:pt x="17538" y="25315"/>
                          <a:pt x="11820" y="28284"/>
                          <a:pt x="8140" y="32274"/>
                        </a:cubicBezTo>
                        <a:cubicBezTo>
                          <a:pt x="4948" y="35732"/>
                          <a:pt x="3840" y="39367"/>
                          <a:pt x="2998" y="42692"/>
                        </a:cubicBezTo>
                        <a:cubicBezTo>
                          <a:pt x="-1169" y="59627"/>
                          <a:pt x="-992" y="75497"/>
                          <a:pt x="3530" y="89195"/>
                        </a:cubicBezTo>
                        <a:cubicBezTo>
                          <a:pt x="4682" y="92786"/>
                          <a:pt x="6899" y="96510"/>
                          <a:pt x="12662" y="95845"/>
                        </a:cubicBezTo>
                        <a:cubicBezTo>
                          <a:pt x="15942" y="95490"/>
                          <a:pt x="19578" y="93717"/>
                          <a:pt x="22991" y="91988"/>
                        </a:cubicBezTo>
                        <a:cubicBezTo>
                          <a:pt x="40147" y="83211"/>
                          <a:pt x="56638" y="72571"/>
                          <a:pt x="71312" y="60779"/>
                        </a:cubicBezTo>
                        <a:cubicBezTo>
                          <a:pt x="80267" y="53598"/>
                          <a:pt x="91216" y="43136"/>
                          <a:pt x="98886" y="32895"/>
                        </a:cubicBezTo>
                        <a:close/>
                        <a:moveTo>
                          <a:pt x="25606" y="41407"/>
                        </a:moveTo>
                        <a:cubicBezTo>
                          <a:pt x="21351" y="42648"/>
                          <a:pt x="16430" y="43579"/>
                          <a:pt x="14967" y="41451"/>
                        </a:cubicBezTo>
                        <a:cubicBezTo>
                          <a:pt x="13327" y="39102"/>
                          <a:pt x="17139" y="34668"/>
                          <a:pt x="20952" y="31344"/>
                        </a:cubicBezTo>
                        <a:cubicBezTo>
                          <a:pt x="32123" y="21724"/>
                          <a:pt x="61426" y="3548"/>
                          <a:pt x="67499" y="14808"/>
                        </a:cubicBezTo>
                        <a:cubicBezTo>
                          <a:pt x="72908" y="24871"/>
                          <a:pt x="36512" y="38170"/>
                          <a:pt x="25606" y="4140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12" name="Forme libre : forme 19511">
                    <a:extLst>
                      <a:ext uri="{FF2B5EF4-FFF2-40B4-BE49-F238E27FC236}">
                        <a16:creationId xmlns:a16="http://schemas.microsoft.com/office/drawing/2014/main" id="{C35D1F60-D044-49BD-AECB-85E05EFACB25}"/>
                      </a:ext>
                    </a:extLst>
                  </p:cNvPr>
                  <p:cNvSpPr/>
                  <p:nvPr/>
                </p:nvSpPr>
                <p:spPr>
                  <a:xfrm>
                    <a:off x="5240411" y="5950713"/>
                    <a:ext cx="71905" cy="51708"/>
                  </a:xfrm>
                  <a:custGeom>
                    <a:avLst/>
                    <a:gdLst>
                      <a:gd name="connsiteX0" fmla="*/ 222 w 71905"/>
                      <a:gd name="connsiteY0" fmla="*/ 45182 h 51708"/>
                      <a:gd name="connsiteX1" fmla="*/ 10241 w 71905"/>
                      <a:gd name="connsiteY1" fmla="*/ 51300 h 51708"/>
                      <a:gd name="connsiteX2" fmla="*/ 62818 w 71905"/>
                      <a:gd name="connsiteY2" fmla="*/ 37734 h 51708"/>
                      <a:gd name="connsiteX3" fmla="*/ 71684 w 71905"/>
                      <a:gd name="connsiteY3" fmla="*/ 24701 h 51708"/>
                      <a:gd name="connsiteX4" fmla="*/ 66320 w 71905"/>
                      <a:gd name="connsiteY4" fmla="*/ 26918 h 51708"/>
                      <a:gd name="connsiteX5" fmla="*/ 43534 w 71905"/>
                      <a:gd name="connsiteY5" fmla="*/ 35562 h 51708"/>
                      <a:gd name="connsiteX6" fmla="*/ 32894 w 71905"/>
                      <a:gd name="connsiteY6" fmla="*/ 35607 h 51708"/>
                      <a:gd name="connsiteX7" fmla="*/ 38879 w 71905"/>
                      <a:gd name="connsiteY7" fmla="*/ 25499 h 51708"/>
                      <a:gd name="connsiteX8" fmla="*/ 71905 w 71905"/>
                      <a:gd name="connsiteY8" fmla="*/ 6437 h 51708"/>
                      <a:gd name="connsiteX9" fmla="*/ 71373 w 71905"/>
                      <a:gd name="connsiteY9" fmla="*/ 5329 h 51708"/>
                      <a:gd name="connsiteX10" fmla="*/ 39500 w 71905"/>
                      <a:gd name="connsiteY10" fmla="*/ 6703 h 51708"/>
                      <a:gd name="connsiteX11" fmla="*/ 222 w 71905"/>
                      <a:gd name="connsiteY11" fmla="*/ 45182 h 51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1905" h="51708">
                        <a:moveTo>
                          <a:pt x="222" y="45182"/>
                        </a:moveTo>
                        <a:cubicBezTo>
                          <a:pt x="1153" y="48817"/>
                          <a:pt x="5409" y="50591"/>
                          <a:pt x="10241" y="51300"/>
                        </a:cubicBezTo>
                        <a:cubicBezTo>
                          <a:pt x="21811" y="52940"/>
                          <a:pt x="49474" y="49881"/>
                          <a:pt x="62818" y="37734"/>
                        </a:cubicBezTo>
                        <a:cubicBezTo>
                          <a:pt x="67073" y="33878"/>
                          <a:pt x="69955" y="29267"/>
                          <a:pt x="71684" y="24701"/>
                        </a:cubicBezTo>
                        <a:cubicBezTo>
                          <a:pt x="69999" y="25765"/>
                          <a:pt x="68137" y="26519"/>
                          <a:pt x="66320" y="26918"/>
                        </a:cubicBezTo>
                        <a:cubicBezTo>
                          <a:pt x="57586" y="30952"/>
                          <a:pt x="48233" y="34188"/>
                          <a:pt x="43534" y="35562"/>
                        </a:cubicBezTo>
                        <a:cubicBezTo>
                          <a:pt x="39278" y="36804"/>
                          <a:pt x="34357" y="37734"/>
                          <a:pt x="32894" y="35607"/>
                        </a:cubicBezTo>
                        <a:cubicBezTo>
                          <a:pt x="31254" y="33257"/>
                          <a:pt x="35066" y="28824"/>
                          <a:pt x="38879" y="25499"/>
                        </a:cubicBezTo>
                        <a:cubicBezTo>
                          <a:pt x="46061" y="19293"/>
                          <a:pt x="60734" y="9629"/>
                          <a:pt x="71905" y="6437"/>
                        </a:cubicBezTo>
                        <a:cubicBezTo>
                          <a:pt x="71728" y="6082"/>
                          <a:pt x="71595" y="5639"/>
                          <a:pt x="71373" y="5329"/>
                        </a:cubicBezTo>
                        <a:cubicBezTo>
                          <a:pt x="66320" y="-2429"/>
                          <a:pt x="53996" y="-1498"/>
                          <a:pt x="39500" y="6703"/>
                        </a:cubicBezTo>
                        <a:cubicBezTo>
                          <a:pt x="24782" y="15126"/>
                          <a:pt x="-2748" y="33523"/>
                          <a:pt x="222" y="4518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13" name="Forme libre : forme 19512">
                    <a:extLst>
                      <a:ext uri="{FF2B5EF4-FFF2-40B4-BE49-F238E27FC236}">
                        <a16:creationId xmlns:a16="http://schemas.microsoft.com/office/drawing/2014/main" id="{F19E70FB-C6B2-4F71-B042-0913890CCA24}"/>
                      </a:ext>
                    </a:extLst>
                  </p:cNvPr>
                  <p:cNvSpPr/>
                  <p:nvPr/>
                </p:nvSpPr>
                <p:spPr>
                  <a:xfrm>
                    <a:off x="5376863" y="5885866"/>
                    <a:ext cx="10550" cy="8024"/>
                  </a:xfrm>
                  <a:custGeom>
                    <a:avLst/>
                    <a:gdLst>
                      <a:gd name="connsiteX0" fmla="*/ 0 w 10550"/>
                      <a:gd name="connsiteY0" fmla="*/ 8024 h 8024"/>
                      <a:gd name="connsiteX1" fmla="*/ 10551 w 10550"/>
                      <a:gd name="connsiteY1" fmla="*/ 0 h 8024"/>
                      <a:gd name="connsiteX2" fmla="*/ 0 w 10550"/>
                      <a:gd name="connsiteY2" fmla="*/ 8024 h 8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550" h="8024">
                        <a:moveTo>
                          <a:pt x="0" y="8024"/>
                        </a:moveTo>
                        <a:cubicBezTo>
                          <a:pt x="3147" y="5896"/>
                          <a:pt x="7137" y="3059"/>
                          <a:pt x="10551" y="0"/>
                        </a:cubicBezTo>
                        <a:cubicBezTo>
                          <a:pt x="6738" y="2483"/>
                          <a:pt x="3236" y="5187"/>
                          <a:pt x="0" y="802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14" name="Forme libre : forme 19513">
                    <a:extLst>
                      <a:ext uri="{FF2B5EF4-FFF2-40B4-BE49-F238E27FC236}">
                        <a16:creationId xmlns:a16="http://schemas.microsoft.com/office/drawing/2014/main" id="{6A38F8DE-A8B5-492D-BEED-0A423F1DF7B3}"/>
                      </a:ext>
                    </a:extLst>
                  </p:cNvPr>
                  <p:cNvSpPr/>
                  <p:nvPr/>
                </p:nvSpPr>
                <p:spPr>
                  <a:xfrm>
                    <a:off x="5350792" y="5894782"/>
                    <a:ext cx="56925" cy="54620"/>
                  </a:xfrm>
                  <a:custGeom>
                    <a:avLst/>
                    <a:gdLst>
                      <a:gd name="connsiteX0" fmla="*/ 42828 w 56925"/>
                      <a:gd name="connsiteY0" fmla="*/ 3807 h 54620"/>
                      <a:gd name="connsiteX1" fmla="*/ 39060 w 56925"/>
                      <a:gd name="connsiteY1" fmla="*/ 83 h 54620"/>
                      <a:gd name="connsiteX2" fmla="*/ 34494 w 56925"/>
                      <a:gd name="connsiteY2" fmla="*/ 1369 h 54620"/>
                      <a:gd name="connsiteX3" fmla="*/ 14900 w 56925"/>
                      <a:gd name="connsiteY3" fmla="*/ 10457 h 54620"/>
                      <a:gd name="connsiteX4" fmla="*/ 6344 w 56925"/>
                      <a:gd name="connsiteY4" fmla="*/ 21274 h 54620"/>
                      <a:gd name="connsiteX5" fmla="*/ 137 w 56925"/>
                      <a:gd name="connsiteY5" fmla="*/ 32844 h 54620"/>
                      <a:gd name="connsiteX6" fmla="*/ 3285 w 56925"/>
                      <a:gd name="connsiteY6" fmla="*/ 42242 h 54620"/>
                      <a:gd name="connsiteX7" fmla="*/ 14545 w 56925"/>
                      <a:gd name="connsiteY7" fmla="*/ 52305 h 54620"/>
                      <a:gd name="connsiteX8" fmla="*/ 34583 w 56925"/>
                      <a:gd name="connsiteY8" fmla="*/ 53502 h 54620"/>
                      <a:gd name="connsiteX9" fmla="*/ 48237 w 56925"/>
                      <a:gd name="connsiteY9" fmla="*/ 46720 h 54620"/>
                      <a:gd name="connsiteX10" fmla="*/ 56925 w 56925"/>
                      <a:gd name="connsiteY10" fmla="*/ 15156 h 54620"/>
                      <a:gd name="connsiteX11" fmla="*/ 42828 w 56925"/>
                      <a:gd name="connsiteY11" fmla="*/ 3807 h 54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6925" h="54620">
                        <a:moveTo>
                          <a:pt x="42828" y="3807"/>
                        </a:moveTo>
                        <a:cubicBezTo>
                          <a:pt x="41853" y="2256"/>
                          <a:pt x="40833" y="482"/>
                          <a:pt x="39060" y="83"/>
                        </a:cubicBezTo>
                        <a:cubicBezTo>
                          <a:pt x="37508" y="-271"/>
                          <a:pt x="35913" y="571"/>
                          <a:pt x="34494" y="1369"/>
                        </a:cubicBezTo>
                        <a:cubicBezTo>
                          <a:pt x="30327" y="3719"/>
                          <a:pt x="22746" y="7619"/>
                          <a:pt x="14900" y="10457"/>
                        </a:cubicBezTo>
                        <a:cubicBezTo>
                          <a:pt x="11796" y="14048"/>
                          <a:pt x="8959" y="17683"/>
                          <a:pt x="6344" y="21274"/>
                        </a:cubicBezTo>
                        <a:cubicBezTo>
                          <a:pt x="3507" y="25175"/>
                          <a:pt x="758" y="29253"/>
                          <a:pt x="137" y="32844"/>
                        </a:cubicBezTo>
                        <a:cubicBezTo>
                          <a:pt x="-528" y="36701"/>
                          <a:pt x="1334" y="39582"/>
                          <a:pt x="3285" y="42242"/>
                        </a:cubicBezTo>
                        <a:cubicBezTo>
                          <a:pt x="6211" y="46188"/>
                          <a:pt x="9491" y="49956"/>
                          <a:pt x="14545" y="52305"/>
                        </a:cubicBezTo>
                        <a:cubicBezTo>
                          <a:pt x="19599" y="54655"/>
                          <a:pt x="26559" y="55497"/>
                          <a:pt x="34583" y="53502"/>
                        </a:cubicBezTo>
                        <a:cubicBezTo>
                          <a:pt x="39282" y="52305"/>
                          <a:pt x="44468" y="50044"/>
                          <a:pt x="48237" y="46720"/>
                        </a:cubicBezTo>
                        <a:cubicBezTo>
                          <a:pt x="58965" y="37233"/>
                          <a:pt x="53999" y="25219"/>
                          <a:pt x="56925" y="15156"/>
                        </a:cubicBezTo>
                        <a:cubicBezTo>
                          <a:pt x="51207" y="12895"/>
                          <a:pt x="46153" y="8994"/>
                          <a:pt x="42828" y="380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15" name="Forme libre : forme 19514">
                    <a:extLst>
                      <a:ext uri="{FF2B5EF4-FFF2-40B4-BE49-F238E27FC236}">
                        <a16:creationId xmlns:a16="http://schemas.microsoft.com/office/drawing/2014/main" id="{0C41625D-7CA1-473F-9F00-554398A6C00F}"/>
                      </a:ext>
                    </a:extLst>
                  </p:cNvPr>
                  <p:cNvSpPr/>
                  <p:nvPr/>
                </p:nvSpPr>
                <p:spPr>
                  <a:xfrm>
                    <a:off x="5395083" y="5876335"/>
                    <a:ext cx="21190" cy="25844"/>
                  </a:xfrm>
                  <a:custGeom>
                    <a:avLst/>
                    <a:gdLst>
                      <a:gd name="connsiteX0" fmla="*/ 15516 w 21190"/>
                      <a:gd name="connsiteY0" fmla="*/ 11215 h 25844"/>
                      <a:gd name="connsiteX1" fmla="*/ 15073 w 21190"/>
                      <a:gd name="connsiteY1" fmla="*/ 2792 h 25844"/>
                      <a:gd name="connsiteX2" fmla="*/ 14008 w 21190"/>
                      <a:gd name="connsiteY2" fmla="*/ 2128 h 25844"/>
                      <a:gd name="connsiteX3" fmla="*/ 11393 w 21190"/>
                      <a:gd name="connsiteY3" fmla="*/ 0 h 25844"/>
                      <a:gd name="connsiteX4" fmla="*/ 0 w 21190"/>
                      <a:gd name="connsiteY4" fmla="*/ 5053 h 25844"/>
                      <a:gd name="connsiteX5" fmla="*/ 2793 w 21190"/>
                      <a:gd name="connsiteY5" fmla="*/ 16048 h 25844"/>
                      <a:gd name="connsiteX6" fmla="*/ 16713 w 21190"/>
                      <a:gd name="connsiteY6" fmla="*/ 25845 h 25844"/>
                      <a:gd name="connsiteX7" fmla="*/ 21190 w 21190"/>
                      <a:gd name="connsiteY7" fmla="*/ 19816 h 25844"/>
                      <a:gd name="connsiteX8" fmla="*/ 15516 w 21190"/>
                      <a:gd name="connsiteY8" fmla="*/ 11215 h 25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190" h="25844">
                        <a:moveTo>
                          <a:pt x="15516" y="11215"/>
                        </a:moveTo>
                        <a:cubicBezTo>
                          <a:pt x="14807" y="8467"/>
                          <a:pt x="14674" y="5630"/>
                          <a:pt x="15073" y="2792"/>
                        </a:cubicBezTo>
                        <a:cubicBezTo>
                          <a:pt x="14718" y="2571"/>
                          <a:pt x="14363" y="2394"/>
                          <a:pt x="14008" y="2128"/>
                        </a:cubicBezTo>
                        <a:cubicBezTo>
                          <a:pt x="13078" y="1507"/>
                          <a:pt x="12235" y="753"/>
                          <a:pt x="11393" y="0"/>
                        </a:cubicBezTo>
                        <a:cubicBezTo>
                          <a:pt x="7226" y="1551"/>
                          <a:pt x="3147" y="3413"/>
                          <a:pt x="0" y="5053"/>
                        </a:cubicBezTo>
                        <a:cubicBezTo>
                          <a:pt x="89" y="8954"/>
                          <a:pt x="754" y="12811"/>
                          <a:pt x="2793" y="16048"/>
                        </a:cubicBezTo>
                        <a:cubicBezTo>
                          <a:pt x="5896" y="20924"/>
                          <a:pt x="11304" y="23362"/>
                          <a:pt x="16713" y="25845"/>
                        </a:cubicBezTo>
                        <a:cubicBezTo>
                          <a:pt x="18043" y="23938"/>
                          <a:pt x="19594" y="21899"/>
                          <a:pt x="21190" y="19816"/>
                        </a:cubicBezTo>
                        <a:cubicBezTo>
                          <a:pt x="18663" y="17333"/>
                          <a:pt x="16402" y="14585"/>
                          <a:pt x="15516" y="1121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16" name="Forme libre : forme 19515">
                    <a:extLst>
                      <a:ext uri="{FF2B5EF4-FFF2-40B4-BE49-F238E27FC236}">
                        <a16:creationId xmlns:a16="http://schemas.microsoft.com/office/drawing/2014/main" id="{BFF19014-18D8-44B8-BAA2-6E474D2877BE}"/>
                      </a:ext>
                    </a:extLst>
                  </p:cNvPr>
                  <p:cNvSpPr/>
                  <p:nvPr/>
                </p:nvSpPr>
                <p:spPr>
                  <a:xfrm>
                    <a:off x="5365736" y="5881388"/>
                    <a:ext cx="46104" cy="28549"/>
                  </a:xfrm>
                  <a:custGeom>
                    <a:avLst/>
                    <a:gdLst>
                      <a:gd name="connsiteX0" fmla="*/ 32140 w 46104"/>
                      <a:gd name="connsiteY0" fmla="*/ 10995 h 28549"/>
                      <a:gd name="connsiteX1" fmla="*/ 29347 w 46104"/>
                      <a:gd name="connsiteY1" fmla="*/ 0 h 28549"/>
                      <a:gd name="connsiteX2" fmla="*/ 28682 w 46104"/>
                      <a:gd name="connsiteY2" fmla="*/ 355 h 28549"/>
                      <a:gd name="connsiteX3" fmla="*/ 21678 w 46104"/>
                      <a:gd name="connsiteY3" fmla="*/ 4522 h 28549"/>
                      <a:gd name="connsiteX4" fmla="*/ 11127 w 46104"/>
                      <a:gd name="connsiteY4" fmla="*/ 12546 h 28549"/>
                      <a:gd name="connsiteX5" fmla="*/ 0 w 46104"/>
                      <a:gd name="connsiteY5" fmla="*/ 23850 h 28549"/>
                      <a:gd name="connsiteX6" fmla="*/ 19594 w 46104"/>
                      <a:gd name="connsiteY6" fmla="*/ 14763 h 28549"/>
                      <a:gd name="connsiteX7" fmla="*/ 24160 w 46104"/>
                      <a:gd name="connsiteY7" fmla="*/ 13477 h 28549"/>
                      <a:gd name="connsiteX8" fmla="*/ 27929 w 46104"/>
                      <a:gd name="connsiteY8" fmla="*/ 17200 h 28549"/>
                      <a:gd name="connsiteX9" fmla="*/ 42070 w 46104"/>
                      <a:gd name="connsiteY9" fmla="*/ 28549 h 28549"/>
                      <a:gd name="connsiteX10" fmla="*/ 43134 w 46104"/>
                      <a:gd name="connsiteY10" fmla="*/ 25712 h 28549"/>
                      <a:gd name="connsiteX11" fmla="*/ 46104 w 46104"/>
                      <a:gd name="connsiteY11" fmla="*/ 20836 h 28549"/>
                      <a:gd name="connsiteX12" fmla="*/ 32140 w 46104"/>
                      <a:gd name="connsiteY12" fmla="*/ 10995 h 28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6104" h="28549">
                        <a:moveTo>
                          <a:pt x="32140" y="10995"/>
                        </a:moveTo>
                        <a:cubicBezTo>
                          <a:pt x="30056" y="7714"/>
                          <a:pt x="29436" y="3901"/>
                          <a:pt x="29347" y="0"/>
                        </a:cubicBezTo>
                        <a:cubicBezTo>
                          <a:pt x="29125" y="133"/>
                          <a:pt x="28904" y="222"/>
                          <a:pt x="28682" y="355"/>
                        </a:cubicBezTo>
                        <a:cubicBezTo>
                          <a:pt x="26244" y="1640"/>
                          <a:pt x="23939" y="3059"/>
                          <a:pt x="21678" y="4522"/>
                        </a:cubicBezTo>
                        <a:cubicBezTo>
                          <a:pt x="18220" y="7581"/>
                          <a:pt x="14275" y="10463"/>
                          <a:pt x="11127" y="12546"/>
                        </a:cubicBezTo>
                        <a:cubicBezTo>
                          <a:pt x="7049" y="16137"/>
                          <a:pt x="3369" y="19949"/>
                          <a:pt x="0" y="23850"/>
                        </a:cubicBezTo>
                        <a:cubicBezTo>
                          <a:pt x="7847" y="21057"/>
                          <a:pt x="15427" y="17156"/>
                          <a:pt x="19594" y="14763"/>
                        </a:cubicBezTo>
                        <a:cubicBezTo>
                          <a:pt x="21013" y="13964"/>
                          <a:pt x="22564" y="13078"/>
                          <a:pt x="24160" y="13477"/>
                        </a:cubicBezTo>
                        <a:cubicBezTo>
                          <a:pt x="25934" y="13876"/>
                          <a:pt x="26953" y="15649"/>
                          <a:pt x="27929" y="17200"/>
                        </a:cubicBezTo>
                        <a:cubicBezTo>
                          <a:pt x="31253" y="22387"/>
                          <a:pt x="36351" y="26333"/>
                          <a:pt x="42070" y="28549"/>
                        </a:cubicBezTo>
                        <a:cubicBezTo>
                          <a:pt x="42336" y="27574"/>
                          <a:pt x="42691" y="26643"/>
                          <a:pt x="43134" y="25712"/>
                        </a:cubicBezTo>
                        <a:cubicBezTo>
                          <a:pt x="43843" y="24249"/>
                          <a:pt x="44907" y="22609"/>
                          <a:pt x="46104" y="20836"/>
                        </a:cubicBezTo>
                        <a:cubicBezTo>
                          <a:pt x="40696" y="18309"/>
                          <a:pt x="35243" y="15871"/>
                          <a:pt x="32140" y="1099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17" name="Forme libre : forme 19516">
                    <a:extLst>
                      <a:ext uri="{FF2B5EF4-FFF2-40B4-BE49-F238E27FC236}">
                        <a16:creationId xmlns:a16="http://schemas.microsoft.com/office/drawing/2014/main" id="{F4E39BEE-7A76-4A2D-9425-D46D1D3879F4}"/>
                      </a:ext>
                    </a:extLst>
                  </p:cNvPr>
                  <p:cNvSpPr/>
                  <p:nvPr/>
                </p:nvSpPr>
                <p:spPr>
                  <a:xfrm>
                    <a:off x="5409908" y="5879127"/>
                    <a:ext cx="15585" cy="17023"/>
                  </a:xfrm>
                  <a:custGeom>
                    <a:avLst/>
                    <a:gdLst>
                      <a:gd name="connsiteX0" fmla="*/ 203 w 15585"/>
                      <a:gd name="connsiteY0" fmla="*/ 0 h 17023"/>
                      <a:gd name="connsiteX1" fmla="*/ 646 w 15585"/>
                      <a:gd name="connsiteY1" fmla="*/ 8423 h 17023"/>
                      <a:gd name="connsiteX2" fmla="*/ 6320 w 15585"/>
                      <a:gd name="connsiteY2" fmla="*/ 17023 h 17023"/>
                      <a:gd name="connsiteX3" fmla="*/ 15585 w 15585"/>
                      <a:gd name="connsiteY3" fmla="*/ 3192 h 17023"/>
                      <a:gd name="connsiteX4" fmla="*/ 203 w 15585"/>
                      <a:gd name="connsiteY4" fmla="*/ 0 h 17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85" h="17023">
                        <a:moveTo>
                          <a:pt x="203" y="0"/>
                        </a:moveTo>
                        <a:cubicBezTo>
                          <a:pt x="-152" y="2837"/>
                          <a:pt x="-63" y="5674"/>
                          <a:pt x="646" y="8423"/>
                        </a:cubicBezTo>
                        <a:cubicBezTo>
                          <a:pt x="1532" y="11792"/>
                          <a:pt x="3838" y="14541"/>
                          <a:pt x="6320" y="17023"/>
                        </a:cubicBezTo>
                        <a:cubicBezTo>
                          <a:pt x="9911" y="12324"/>
                          <a:pt x="13635" y="7403"/>
                          <a:pt x="15585" y="3192"/>
                        </a:cubicBezTo>
                        <a:cubicBezTo>
                          <a:pt x="10532" y="4566"/>
                          <a:pt x="4813" y="2882"/>
                          <a:pt x="203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18" name="Forme libre : forme 19517">
                    <a:extLst>
                      <a:ext uri="{FF2B5EF4-FFF2-40B4-BE49-F238E27FC236}">
                        <a16:creationId xmlns:a16="http://schemas.microsoft.com/office/drawing/2014/main" id="{173D6441-CF3A-4A57-A5A7-933A2C25F71B}"/>
                      </a:ext>
                    </a:extLst>
                  </p:cNvPr>
                  <p:cNvSpPr/>
                  <p:nvPr/>
                </p:nvSpPr>
                <p:spPr>
                  <a:xfrm>
                    <a:off x="5406520" y="5874783"/>
                    <a:ext cx="4610" cy="4344"/>
                  </a:xfrm>
                  <a:custGeom>
                    <a:avLst/>
                    <a:gdLst>
                      <a:gd name="connsiteX0" fmla="*/ 2571 w 4610"/>
                      <a:gd name="connsiteY0" fmla="*/ 3680 h 4344"/>
                      <a:gd name="connsiteX1" fmla="*/ 3635 w 4610"/>
                      <a:gd name="connsiteY1" fmla="*/ 4344 h 4344"/>
                      <a:gd name="connsiteX2" fmla="*/ 4610 w 4610"/>
                      <a:gd name="connsiteY2" fmla="*/ 0 h 4344"/>
                      <a:gd name="connsiteX3" fmla="*/ 0 w 4610"/>
                      <a:gd name="connsiteY3" fmla="*/ 1596 h 4344"/>
                      <a:gd name="connsiteX4" fmla="*/ 2571 w 4610"/>
                      <a:gd name="connsiteY4" fmla="*/ 3680 h 4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10" h="4344">
                        <a:moveTo>
                          <a:pt x="2571" y="3680"/>
                        </a:moveTo>
                        <a:cubicBezTo>
                          <a:pt x="2926" y="3901"/>
                          <a:pt x="3280" y="4123"/>
                          <a:pt x="3635" y="4344"/>
                        </a:cubicBezTo>
                        <a:cubicBezTo>
                          <a:pt x="3812" y="2882"/>
                          <a:pt x="4167" y="1419"/>
                          <a:pt x="4610" y="0"/>
                        </a:cubicBezTo>
                        <a:cubicBezTo>
                          <a:pt x="3103" y="488"/>
                          <a:pt x="1552" y="1020"/>
                          <a:pt x="0" y="1596"/>
                        </a:cubicBezTo>
                        <a:cubicBezTo>
                          <a:pt x="754" y="2350"/>
                          <a:pt x="1640" y="3059"/>
                          <a:pt x="2571" y="368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19" name="Forme libre : forme 19518">
                    <a:extLst>
                      <a:ext uri="{FF2B5EF4-FFF2-40B4-BE49-F238E27FC236}">
                        <a16:creationId xmlns:a16="http://schemas.microsoft.com/office/drawing/2014/main" id="{54DE7E57-806D-4BC6-AB65-B158BECC789B}"/>
                      </a:ext>
                    </a:extLst>
                  </p:cNvPr>
                  <p:cNvSpPr/>
                  <p:nvPr/>
                </p:nvSpPr>
                <p:spPr>
                  <a:xfrm>
                    <a:off x="5410111" y="5872919"/>
                    <a:ext cx="16746" cy="9906"/>
                  </a:xfrm>
                  <a:custGeom>
                    <a:avLst/>
                    <a:gdLst>
                      <a:gd name="connsiteX0" fmla="*/ 16713 w 16746"/>
                      <a:gd name="connsiteY0" fmla="*/ 3726 h 9906"/>
                      <a:gd name="connsiteX1" fmla="*/ 975 w 16746"/>
                      <a:gd name="connsiteY1" fmla="*/ 1863 h 9906"/>
                      <a:gd name="connsiteX2" fmla="*/ 0 w 16746"/>
                      <a:gd name="connsiteY2" fmla="*/ 6208 h 9906"/>
                      <a:gd name="connsiteX3" fmla="*/ 15383 w 16746"/>
                      <a:gd name="connsiteY3" fmla="*/ 9444 h 9906"/>
                      <a:gd name="connsiteX4" fmla="*/ 16713 w 16746"/>
                      <a:gd name="connsiteY4" fmla="*/ 3726 h 9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46" h="9906">
                        <a:moveTo>
                          <a:pt x="16713" y="3726"/>
                        </a:moveTo>
                        <a:cubicBezTo>
                          <a:pt x="16092" y="-1239"/>
                          <a:pt x="8911" y="-574"/>
                          <a:pt x="975" y="1863"/>
                        </a:cubicBezTo>
                        <a:cubicBezTo>
                          <a:pt x="532" y="3282"/>
                          <a:pt x="222" y="4745"/>
                          <a:pt x="0" y="6208"/>
                        </a:cubicBezTo>
                        <a:cubicBezTo>
                          <a:pt x="4610" y="9089"/>
                          <a:pt x="10329" y="10774"/>
                          <a:pt x="15383" y="9444"/>
                        </a:cubicBezTo>
                        <a:cubicBezTo>
                          <a:pt x="16358" y="7316"/>
                          <a:pt x="16890" y="5366"/>
                          <a:pt x="16713" y="372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20" name="Forme libre : forme 19519">
                    <a:extLst>
                      <a:ext uri="{FF2B5EF4-FFF2-40B4-BE49-F238E27FC236}">
                        <a16:creationId xmlns:a16="http://schemas.microsoft.com/office/drawing/2014/main" id="{D2345452-73AD-442F-BD9E-96DEA09173B3}"/>
                      </a:ext>
                    </a:extLst>
                  </p:cNvPr>
                  <p:cNvSpPr/>
                  <p:nvPr/>
                </p:nvSpPr>
                <p:spPr>
                  <a:xfrm>
                    <a:off x="5158443" y="6023743"/>
                    <a:ext cx="104431" cy="89480"/>
                  </a:xfrm>
                  <a:custGeom>
                    <a:avLst/>
                    <a:gdLst>
                      <a:gd name="connsiteX0" fmla="*/ 88973 w 104431"/>
                      <a:gd name="connsiteY0" fmla="*/ 28674 h 89480"/>
                      <a:gd name="connsiteX1" fmla="*/ 95933 w 104431"/>
                      <a:gd name="connsiteY1" fmla="*/ 22025 h 89480"/>
                      <a:gd name="connsiteX2" fmla="*/ 88796 w 104431"/>
                      <a:gd name="connsiteY2" fmla="*/ 24152 h 89480"/>
                      <a:gd name="connsiteX3" fmla="*/ 85250 w 104431"/>
                      <a:gd name="connsiteY3" fmla="*/ 17104 h 89480"/>
                      <a:gd name="connsiteX4" fmla="*/ 97928 w 104431"/>
                      <a:gd name="connsiteY4" fmla="*/ 10055 h 89480"/>
                      <a:gd name="connsiteX5" fmla="*/ 102627 w 104431"/>
                      <a:gd name="connsiteY5" fmla="*/ 13468 h 89480"/>
                      <a:gd name="connsiteX6" fmla="*/ 102539 w 104431"/>
                      <a:gd name="connsiteY6" fmla="*/ 2784 h 89480"/>
                      <a:gd name="connsiteX7" fmla="*/ 46770 w 104431"/>
                      <a:gd name="connsiteY7" fmla="*/ 21359 h 89480"/>
                      <a:gd name="connsiteX8" fmla="*/ 60114 w 104431"/>
                      <a:gd name="connsiteY8" fmla="*/ 21093 h 89480"/>
                      <a:gd name="connsiteX9" fmla="*/ 61134 w 104431"/>
                      <a:gd name="connsiteY9" fmla="*/ 36121 h 89480"/>
                      <a:gd name="connsiteX10" fmla="*/ 53464 w 104431"/>
                      <a:gd name="connsiteY10" fmla="*/ 41264 h 89480"/>
                      <a:gd name="connsiteX11" fmla="*/ 30900 w 104431"/>
                      <a:gd name="connsiteY11" fmla="*/ 55140 h 89480"/>
                      <a:gd name="connsiteX12" fmla="*/ 12281 w 104431"/>
                      <a:gd name="connsiteY12" fmla="*/ 52258 h 89480"/>
                      <a:gd name="connsiteX13" fmla="*/ 11838 w 104431"/>
                      <a:gd name="connsiteY13" fmla="*/ 51770 h 89480"/>
                      <a:gd name="connsiteX14" fmla="*/ 1 w 104431"/>
                      <a:gd name="connsiteY14" fmla="*/ 79566 h 89480"/>
                      <a:gd name="connsiteX15" fmla="*/ 2971 w 104431"/>
                      <a:gd name="connsiteY15" fmla="*/ 87191 h 89480"/>
                      <a:gd name="connsiteX16" fmla="*/ 15428 w 104431"/>
                      <a:gd name="connsiteY16" fmla="*/ 89452 h 89480"/>
                      <a:gd name="connsiteX17" fmla="*/ 45751 w 104431"/>
                      <a:gd name="connsiteY17" fmla="*/ 79300 h 89480"/>
                      <a:gd name="connsiteX18" fmla="*/ 56257 w 104431"/>
                      <a:gd name="connsiteY18" fmla="*/ 65868 h 89480"/>
                      <a:gd name="connsiteX19" fmla="*/ 88973 w 104431"/>
                      <a:gd name="connsiteY19" fmla="*/ 28674 h 89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04431" h="89480">
                        <a:moveTo>
                          <a:pt x="88973" y="28674"/>
                        </a:moveTo>
                        <a:cubicBezTo>
                          <a:pt x="91367" y="26546"/>
                          <a:pt x="93761" y="24285"/>
                          <a:pt x="95933" y="22025"/>
                        </a:cubicBezTo>
                        <a:cubicBezTo>
                          <a:pt x="93628" y="23310"/>
                          <a:pt x="91057" y="24152"/>
                          <a:pt x="88796" y="24152"/>
                        </a:cubicBezTo>
                        <a:cubicBezTo>
                          <a:pt x="84319" y="24152"/>
                          <a:pt x="82723" y="21005"/>
                          <a:pt x="85250" y="17104"/>
                        </a:cubicBezTo>
                        <a:cubicBezTo>
                          <a:pt x="87777" y="13203"/>
                          <a:pt x="93451" y="10055"/>
                          <a:pt x="97928" y="10055"/>
                        </a:cubicBezTo>
                        <a:cubicBezTo>
                          <a:pt x="100898" y="10055"/>
                          <a:pt x="102539" y="11429"/>
                          <a:pt x="102627" y="13468"/>
                        </a:cubicBezTo>
                        <a:cubicBezTo>
                          <a:pt x="104800" y="9478"/>
                          <a:pt x="105287" y="5799"/>
                          <a:pt x="102539" y="2784"/>
                        </a:cubicBezTo>
                        <a:cubicBezTo>
                          <a:pt x="94559" y="-5993"/>
                          <a:pt x="67650" y="7573"/>
                          <a:pt x="46770" y="21359"/>
                        </a:cubicBezTo>
                        <a:cubicBezTo>
                          <a:pt x="52179" y="19808"/>
                          <a:pt x="57454" y="19187"/>
                          <a:pt x="60114" y="21093"/>
                        </a:cubicBezTo>
                        <a:cubicBezTo>
                          <a:pt x="63971" y="23930"/>
                          <a:pt x="68271" y="29649"/>
                          <a:pt x="61134" y="36121"/>
                        </a:cubicBezTo>
                        <a:cubicBezTo>
                          <a:pt x="58961" y="38117"/>
                          <a:pt x="56124" y="39624"/>
                          <a:pt x="53464" y="41264"/>
                        </a:cubicBezTo>
                        <a:cubicBezTo>
                          <a:pt x="45884" y="45963"/>
                          <a:pt x="39012" y="52347"/>
                          <a:pt x="30900" y="55140"/>
                        </a:cubicBezTo>
                        <a:cubicBezTo>
                          <a:pt x="22566" y="58021"/>
                          <a:pt x="15872" y="55893"/>
                          <a:pt x="12281" y="52258"/>
                        </a:cubicBezTo>
                        <a:cubicBezTo>
                          <a:pt x="12104" y="52081"/>
                          <a:pt x="11971" y="51904"/>
                          <a:pt x="11838" y="51770"/>
                        </a:cubicBezTo>
                        <a:cubicBezTo>
                          <a:pt x="4479" y="61390"/>
                          <a:pt x="-87" y="71232"/>
                          <a:pt x="1" y="79566"/>
                        </a:cubicBezTo>
                        <a:cubicBezTo>
                          <a:pt x="46" y="82580"/>
                          <a:pt x="666" y="85417"/>
                          <a:pt x="2971" y="87191"/>
                        </a:cubicBezTo>
                        <a:cubicBezTo>
                          <a:pt x="5720" y="89319"/>
                          <a:pt x="10552" y="89585"/>
                          <a:pt x="15428" y="89452"/>
                        </a:cubicBezTo>
                        <a:cubicBezTo>
                          <a:pt x="24915" y="89186"/>
                          <a:pt x="37062" y="86614"/>
                          <a:pt x="45751" y="79300"/>
                        </a:cubicBezTo>
                        <a:cubicBezTo>
                          <a:pt x="50627" y="75177"/>
                          <a:pt x="53376" y="70434"/>
                          <a:pt x="56257" y="65868"/>
                        </a:cubicBezTo>
                        <a:cubicBezTo>
                          <a:pt x="64458" y="53056"/>
                          <a:pt x="75674" y="40510"/>
                          <a:pt x="88973" y="2867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21" name="Forme libre : forme 19520">
                    <a:extLst>
                      <a:ext uri="{FF2B5EF4-FFF2-40B4-BE49-F238E27FC236}">
                        <a16:creationId xmlns:a16="http://schemas.microsoft.com/office/drawing/2014/main" id="{FC79F75A-F6E8-4BB9-8D8D-CA26D6A02134}"/>
                      </a:ext>
                    </a:extLst>
                  </p:cNvPr>
                  <p:cNvSpPr/>
                  <p:nvPr/>
                </p:nvSpPr>
                <p:spPr>
                  <a:xfrm>
                    <a:off x="5042227" y="6081941"/>
                    <a:ext cx="61834" cy="50811"/>
                  </a:xfrm>
                  <a:custGeom>
                    <a:avLst/>
                    <a:gdLst>
                      <a:gd name="connsiteX0" fmla="*/ 11684 w 61834"/>
                      <a:gd name="connsiteY0" fmla="*/ 50005 h 50811"/>
                      <a:gd name="connsiteX1" fmla="*/ 61379 w 61834"/>
                      <a:gd name="connsiteY1" fmla="*/ 5320 h 50811"/>
                      <a:gd name="connsiteX2" fmla="*/ 57212 w 61834"/>
                      <a:gd name="connsiteY2" fmla="*/ 0 h 50811"/>
                      <a:gd name="connsiteX3" fmla="*/ 53400 w 61834"/>
                      <a:gd name="connsiteY3" fmla="*/ 6428 h 50811"/>
                      <a:gd name="connsiteX4" fmla="*/ 45730 w 61834"/>
                      <a:gd name="connsiteY4" fmla="*/ 11571 h 50811"/>
                      <a:gd name="connsiteX5" fmla="*/ 23166 w 61834"/>
                      <a:gd name="connsiteY5" fmla="*/ 25446 h 50811"/>
                      <a:gd name="connsiteX6" fmla="*/ 5256 w 61834"/>
                      <a:gd name="connsiteY6" fmla="*/ 23186 h 50811"/>
                      <a:gd name="connsiteX7" fmla="*/ 557 w 61834"/>
                      <a:gd name="connsiteY7" fmla="*/ 31032 h 50811"/>
                      <a:gd name="connsiteX8" fmla="*/ 2286 w 61834"/>
                      <a:gd name="connsiteY8" fmla="*/ 41006 h 50811"/>
                      <a:gd name="connsiteX9" fmla="*/ 11684 w 61834"/>
                      <a:gd name="connsiteY9" fmla="*/ 50005 h 50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1834" h="50811">
                        <a:moveTo>
                          <a:pt x="11684" y="50005"/>
                        </a:moveTo>
                        <a:cubicBezTo>
                          <a:pt x="37042" y="56655"/>
                          <a:pt x="65813" y="20393"/>
                          <a:pt x="61379" y="5320"/>
                        </a:cubicBezTo>
                        <a:cubicBezTo>
                          <a:pt x="60670" y="2837"/>
                          <a:pt x="59207" y="1108"/>
                          <a:pt x="57212" y="0"/>
                        </a:cubicBezTo>
                        <a:cubicBezTo>
                          <a:pt x="56991" y="1995"/>
                          <a:pt x="55927" y="4167"/>
                          <a:pt x="53400" y="6428"/>
                        </a:cubicBezTo>
                        <a:cubicBezTo>
                          <a:pt x="51228" y="8423"/>
                          <a:pt x="48390" y="9931"/>
                          <a:pt x="45730" y="11571"/>
                        </a:cubicBezTo>
                        <a:cubicBezTo>
                          <a:pt x="38150" y="16270"/>
                          <a:pt x="31279" y="22654"/>
                          <a:pt x="23166" y="25446"/>
                        </a:cubicBezTo>
                        <a:cubicBezTo>
                          <a:pt x="15320" y="28151"/>
                          <a:pt x="8980" y="26422"/>
                          <a:pt x="5256" y="23186"/>
                        </a:cubicBezTo>
                        <a:cubicBezTo>
                          <a:pt x="3084" y="25845"/>
                          <a:pt x="1444" y="28505"/>
                          <a:pt x="557" y="31032"/>
                        </a:cubicBezTo>
                        <a:cubicBezTo>
                          <a:pt x="-861" y="35066"/>
                          <a:pt x="690" y="38125"/>
                          <a:pt x="2286" y="41006"/>
                        </a:cubicBezTo>
                        <a:cubicBezTo>
                          <a:pt x="4325" y="44819"/>
                          <a:pt x="6542" y="48676"/>
                          <a:pt x="11684" y="5000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22" name="Forme libre : forme 19521">
                    <a:extLst>
                      <a:ext uri="{FF2B5EF4-FFF2-40B4-BE49-F238E27FC236}">
                        <a16:creationId xmlns:a16="http://schemas.microsoft.com/office/drawing/2014/main" id="{35F9A054-7ADF-4CC9-8A71-CF0B8C004BB5}"/>
                      </a:ext>
                    </a:extLst>
                  </p:cNvPr>
                  <p:cNvSpPr/>
                  <p:nvPr/>
                </p:nvSpPr>
                <p:spPr>
                  <a:xfrm>
                    <a:off x="5237748" y="6119996"/>
                    <a:ext cx="17424" cy="10922"/>
                  </a:xfrm>
                  <a:custGeom>
                    <a:avLst/>
                    <a:gdLst>
                      <a:gd name="connsiteX0" fmla="*/ 802 w 17424"/>
                      <a:gd name="connsiteY0" fmla="*/ 9335 h 10922"/>
                      <a:gd name="connsiteX1" fmla="*/ 1822 w 17424"/>
                      <a:gd name="connsiteY1" fmla="*/ 10133 h 10922"/>
                      <a:gd name="connsiteX2" fmla="*/ 4482 w 17424"/>
                      <a:gd name="connsiteY2" fmla="*/ 10754 h 10922"/>
                      <a:gd name="connsiteX3" fmla="*/ 15565 w 17424"/>
                      <a:gd name="connsiteY3" fmla="*/ 1622 h 10922"/>
                      <a:gd name="connsiteX4" fmla="*/ 802 w 17424"/>
                      <a:gd name="connsiteY4" fmla="*/ 9335 h 109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24" h="10922">
                        <a:moveTo>
                          <a:pt x="802" y="9335"/>
                        </a:moveTo>
                        <a:cubicBezTo>
                          <a:pt x="1069" y="9645"/>
                          <a:pt x="1379" y="9911"/>
                          <a:pt x="1822" y="10133"/>
                        </a:cubicBezTo>
                        <a:cubicBezTo>
                          <a:pt x="2576" y="10488"/>
                          <a:pt x="3507" y="10665"/>
                          <a:pt x="4482" y="10754"/>
                        </a:cubicBezTo>
                        <a:cubicBezTo>
                          <a:pt x="14456" y="11906"/>
                          <a:pt x="20751" y="6985"/>
                          <a:pt x="15565" y="1622"/>
                        </a:cubicBezTo>
                        <a:cubicBezTo>
                          <a:pt x="10954" y="-3122"/>
                          <a:pt x="-3542" y="3484"/>
                          <a:pt x="802" y="933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23" name="Forme libre : forme 19522">
                    <a:extLst>
                      <a:ext uri="{FF2B5EF4-FFF2-40B4-BE49-F238E27FC236}">
                        <a16:creationId xmlns:a16="http://schemas.microsoft.com/office/drawing/2014/main" id="{73DD43A0-BC80-488D-963B-B9B10579F9C4}"/>
                      </a:ext>
                    </a:extLst>
                  </p:cNvPr>
                  <p:cNvSpPr/>
                  <p:nvPr/>
                </p:nvSpPr>
                <p:spPr>
                  <a:xfrm>
                    <a:off x="5289714" y="6039118"/>
                    <a:ext cx="92068" cy="90371"/>
                  </a:xfrm>
                  <a:custGeom>
                    <a:avLst/>
                    <a:gdLst>
                      <a:gd name="connsiteX0" fmla="*/ 4959 w 92068"/>
                      <a:gd name="connsiteY0" fmla="*/ 89815 h 90371"/>
                      <a:gd name="connsiteX1" fmla="*/ 20076 w 92068"/>
                      <a:gd name="connsiteY1" fmla="*/ 88884 h 90371"/>
                      <a:gd name="connsiteX2" fmla="*/ 55097 w 92068"/>
                      <a:gd name="connsiteY2" fmla="*/ 70930 h 90371"/>
                      <a:gd name="connsiteX3" fmla="*/ 76642 w 92068"/>
                      <a:gd name="connsiteY3" fmla="*/ 36618 h 90371"/>
                      <a:gd name="connsiteX4" fmla="*/ 65338 w 92068"/>
                      <a:gd name="connsiteY4" fmla="*/ 40519 h 90371"/>
                      <a:gd name="connsiteX5" fmla="*/ 54698 w 92068"/>
                      <a:gd name="connsiteY5" fmla="*/ 40563 h 90371"/>
                      <a:gd name="connsiteX6" fmla="*/ 60683 w 92068"/>
                      <a:gd name="connsiteY6" fmla="*/ 30456 h 90371"/>
                      <a:gd name="connsiteX7" fmla="*/ 91271 w 92068"/>
                      <a:gd name="connsiteY7" fmla="*/ 12191 h 90371"/>
                      <a:gd name="connsiteX8" fmla="*/ 80056 w 92068"/>
                      <a:gd name="connsiteY8" fmla="*/ 0 h 90371"/>
                      <a:gd name="connsiteX9" fmla="*/ 40468 w 92068"/>
                      <a:gd name="connsiteY9" fmla="*/ 24914 h 90371"/>
                      <a:gd name="connsiteX10" fmla="*/ 304 w 92068"/>
                      <a:gd name="connsiteY10" fmla="*/ 79264 h 90371"/>
                      <a:gd name="connsiteX11" fmla="*/ 836 w 92068"/>
                      <a:gd name="connsiteY11" fmla="*/ 86490 h 90371"/>
                      <a:gd name="connsiteX12" fmla="*/ 4959 w 92068"/>
                      <a:gd name="connsiteY12" fmla="*/ 89815 h 90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2068" h="90371">
                        <a:moveTo>
                          <a:pt x="4959" y="89815"/>
                        </a:moveTo>
                        <a:cubicBezTo>
                          <a:pt x="8860" y="91012"/>
                          <a:pt x="14579" y="90081"/>
                          <a:pt x="20076" y="88884"/>
                        </a:cubicBezTo>
                        <a:cubicBezTo>
                          <a:pt x="32311" y="86179"/>
                          <a:pt x="46586" y="81170"/>
                          <a:pt x="55097" y="70930"/>
                        </a:cubicBezTo>
                        <a:cubicBezTo>
                          <a:pt x="63964" y="60246"/>
                          <a:pt x="68884" y="47789"/>
                          <a:pt x="76642" y="36618"/>
                        </a:cubicBezTo>
                        <a:cubicBezTo>
                          <a:pt x="72032" y="38347"/>
                          <a:pt x="67953" y="39721"/>
                          <a:pt x="65338" y="40519"/>
                        </a:cubicBezTo>
                        <a:cubicBezTo>
                          <a:pt x="61082" y="41760"/>
                          <a:pt x="56161" y="42691"/>
                          <a:pt x="54698" y="40563"/>
                        </a:cubicBezTo>
                        <a:cubicBezTo>
                          <a:pt x="53058" y="38214"/>
                          <a:pt x="56871" y="33780"/>
                          <a:pt x="60683" y="30456"/>
                        </a:cubicBezTo>
                        <a:cubicBezTo>
                          <a:pt x="67377" y="24692"/>
                          <a:pt x="80499" y="15959"/>
                          <a:pt x="91271" y="12191"/>
                        </a:cubicBezTo>
                        <a:cubicBezTo>
                          <a:pt x="93488" y="5187"/>
                          <a:pt x="91493" y="-44"/>
                          <a:pt x="80056" y="0"/>
                        </a:cubicBezTo>
                        <a:cubicBezTo>
                          <a:pt x="61969" y="89"/>
                          <a:pt x="51063" y="12058"/>
                          <a:pt x="40468" y="24914"/>
                        </a:cubicBezTo>
                        <a:cubicBezTo>
                          <a:pt x="25440" y="43179"/>
                          <a:pt x="3585" y="62108"/>
                          <a:pt x="304" y="79264"/>
                        </a:cubicBezTo>
                        <a:cubicBezTo>
                          <a:pt x="-183" y="81924"/>
                          <a:pt x="-139" y="84495"/>
                          <a:pt x="836" y="86490"/>
                        </a:cubicBezTo>
                        <a:cubicBezTo>
                          <a:pt x="2344" y="87332"/>
                          <a:pt x="3762" y="88396"/>
                          <a:pt x="4959" y="8981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24" name="Forme libre : forme 19523">
                    <a:extLst>
                      <a:ext uri="{FF2B5EF4-FFF2-40B4-BE49-F238E27FC236}">
                        <a16:creationId xmlns:a16="http://schemas.microsoft.com/office/drawing/2014/main" id="{FAD9D5EF-4370-40F3-A19E-3F6297CF5B1E}"/>
                      </a:ext>
                    </a:extLst>
                  </p:cNvPr>
                  <p:cNvSpPr/>
                  <p:nvPr/>
                </p:nvSpPr>
                <p:spPr>
                  <a:xfrm>
                    <a:off x="5344141" y="5970019"/>
                    <a:ext cx="85610" cy="55504"/>
                  </a:xfrm>
                  <a:custGeom>
                    <a:avLst/>
                    <a:gdLst>
                      <a:gd name="connsiteX0" fmla="*/ 49833 w 85610"/>
                      <a:gd name="connsiteY0" fmla="*/ 36737 h 55504"/>
                      <a:gd name="connsiteX1" fmla="*/ 45134 w 85610"/>
                      <a:gd name="connsiteY1" fmla="*/ 29467 h 55504"/>
                      <a:gd name="connsiteX2" fmla="*/ 56704 w 85610"/>
                      <a:gd name="connsiteY2" fmla="*/ 18207 h 55504"/>
                      <a:gd name="connsiteX3" fmla="*/ 75323 w 85610"/>
                      <a:gd name="connsiteY3" fmla="*/ 9030 h 55504"/>
                      <a:gd name="connsiteX4" fmla="*/ 85608 w 85610"/>
                      <a:gd name="connsiteY4" fmla="*/ 6149 h 55504"/>
                      <a:gd name="connsiteX5" fmla="*/ 23279 w 85610"/>
                      <a:gd name="connsiteY5" fmla="*/ 24857 h 55504"/>
                      <a:gd name="connsiteX6" fmla="*/ 13083 w 85610"/>
                      <a:gd name="connsiteY6" fmla="*/ 30708 h 55504"/>
                      <a:gd name="connsiteX7" fmla="*/ 8472 w 85610"/>
                      <a:gd name="connsiteY7" fmla="*/ 36338 h 55504"/>
                      <a:gd name="connsiteX8" fmla="*/ 2753 w 85610"/>
                      <a:gd name="connsiteY8" fmla="*/ 44938 h 55504"/>
                      <a:gd name="connsiteX9" fmla="*/ 138 w 85610"/>
                      <a:gd name="connsiteY9" fmla="*/ 49903 h 55504"/>
                      <a:gd name="connsiteX10" fmla="*/ 13260 w 85610"/>
                      <a:gd name="connsiteY10" fmla="*/ 55090 h 55504"/>
                      <a:gd name="connsiteX11" fmla="*/ 61847 w 85610"/>
                      <a:gd name="connsiteY11" fmla="*/ 32747 h 55504"/>
                      <a:gd name="connsiteX12" fmla="*/ 56483 w 85610"/>
                      <a:gd name="connsiteY12" fmla="*/ 34787 h 55504"/>
                      <a:gd name="connsiteX13" fmla="*/ 49833 w 85610"/>
                      <a:gd name="connsiteY13" fmla="*/ 36737 h 55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5610" h="55504">
                        <a:moveTo>
                          <a:pt x="49833" y="36737"/>
                        </a:moveTo>
                        <a:cubicBezTo>
                          <a:pt x="44912" y="37225"/>
                          <a:pt x="43183" y="33457"/>
                          <a:pt x="45134" y="29467"/>
                        </a:cubicBezTo>
                        <a:cubicBezTo>
                          <a:pt x="47129" y="25477"/>
                          <a:pt x="51783" y="21487"/>
                          <a:pt x="56704" y="18207"/>
                        </a:cubicBezTo>
                        <a:cubicBezTo>
                          <a:pt x="62512" y="14350"/>
                          <a:pt x="68940" y="11202"/>
                          <a:pt x="75323" y="9030"/>
                        </a:cubicBezTo>
                        <a:cubicBezTo>
                          <a:pt x="78072" y="8099"/>
                          <a:pt x="81796" y="6991"/>
                          <a:pt x="85608" y="6149"/>
                        </a:cubicBezTo>
                        <a:cubicBezTo>
                          <a:pt x="86007" y="-12692"/>
                          <a:pt x="39238" y="17054"/>
                          <a:pt x="23279" y="24857"/>
                        </a:cubicBezTo>
                        <a:cubicBezTo>
                          <a:pt x="19732" y="26585"/>
                          <a:pt x="15920" y="28226"/>
                          <a:pt x="13083" y="30708"/>
                        </a:cubicBezTo>
                        <a:cubicBezTo>
                          <a:pt x="11088" y="32437"/>
                          <a:pt x="9758" y="34432"/>
                          <a:pt x="8472" y="36338"/>
                        </a:cubicBezTo>
                        <a:cubicBezTo>
                          <a:pt x="6566" y="39220"/>
                          <a:pt x="4660" y="42057"/>
                          <a:pt x="2753" y="44938"/>
                        </a:cubicBezTo>
                        <a:cubicBezTo>
                          <a:pt x="1645" y="46623"/>
                          <a:pt x="537" y="48307"/>
                          <a:pt x="138" y="49903"/>
                        </a:cubicBezTo>
                        <a:cubicBezTo>
                          <a:pt x="-1103" y="55135"/>
                          <a:pt x="6256" y="56243"/>
                          <a:pt x="13260" y="55090"/>
                        </a:cubicBezTo>
                        <a:cubicBezTo>
                          <a:pt x="30682" y="52297"/>
                          <a:pt x="45311" y="41436"/>
                          <a:pt x="61847" y="32747"/>
                        </a:cubicBezTo>
                        <a:cubicBezTo>
                          <a:pt x="60073" y="33412"/>
                          <a:pt x="58300" y="34122"/>
                          <a:pt x="56483" y="34787"/>
                        </a:cubicBezTo>
                        <a:cubicBezTo>
                          <a:pt x="54266" y="35673"/>
                          <a:pt x="51916" y="36560"/>
                          <a:pt x="49833" y="3673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25" name="Forme libre : forme 19524">
                    <a:extLst>
                      <a:ext uri="{FF2B5EF4-FFF2-40B4-BE49-F238E27FC236}">
                        <a16:creationId xmlns:a16="http://schemas.microsoft.com/office/drawing/2014/main" id="{D06C0C0D-8EEE-4890-90D4-CD09060A9652}"/>
                      </a:ext>
                    </a:extLst>
                  </p:cNvPr>
                  <p:cNvSpPr/>
                  <p:nvPr/>
                </p:nvSpPr>
                <p:spPr>
                  <a:xfrm>
                    <a:off x="5470712" y="5877032"/>
                    <a:ext cx="105936" cy="97556"/>
                  </a:xfrm>
                  <a:custGeom>
                    <a:avLst/>
                    <a:gdLst>
                      <a:gd name="connsiteX0" fmla="*/ 11836 w 105936"/>
                      <a:gd name="connsiteY0" fmla="*/ 53120 h 97556"/>
                      <a:gd name="connsiteX1" fmla="*/ 1462 w 105936"/>
                      <a:gd name="connsiteY1" fmla="*/ 69390 h 97556"/>
                      <a:gd name="connsiteX2" fmla="*/ 12678 w 105936"/>
                      <a:gd name="connsiteY2" fmla="*/ 92930 h 97556"/>
                      <a:gd name="connsiteX3" fmla="*/ 48630 w 105936"/>
                      <a:gd name="connsiteY3" fmla="*/ 97540 h 97556"/>
                      <a:gd name="connsiteX4" fmla="*/ 56610 w 105936"/>
                      <a:gd name="connsiteY4" fmla="*/ 96431 h 97556"/>
                      <a:gd name="connsiteX5" fmla="*/ 65698 w 105936"/>
                      <a:gd name="connsiteY5" fmla="*/ 88940 h 97556"/>
                      <a:gd name="connsiteX6" fmla="*/ 91454 w 105936"/>
                      <a:gd name="connsiteY6" fmla="*/ 43766 h 97556"/>
                      <a:gd name="connsiteX7" fmla="*/ 105817 w 105936"/>
                      <a:gd name="connsiteY7" fmla="*/ 9011 h 97556"/>
                      <a:gd name="connsiteX8" fmla="*/ 83563 w 105936"/>
                      <a:gd name="connsiteY8" fmla="*/ 1209 h 97556"/>
                      <a:gd name="connsiteX9" fmla="*/ 81790 w 105936"/>
                      <a:gd name="connsiteY9" fmla="*/ 1563 h 97556"/>
                      <a:gd name="connsiteX10" fmla="*/ 62063 w 105936"/>
                      <a:gd name="connsiteY10" fmla="*/ 9277 h 97556"/>
                      <a:gd name="connsiteX11" fmla="*/ 58782 w 105936"/>
                      <a:gd name="connsiteY11" fmla="*/ 9321 h 97556"/>
                      <a:gd name="connsiteX12" fmla="*/ 34267 w 105936"/>
                      <a:gd name="connsiteY12" fmla="*/ 26743 h 97556"/>
                      <a:gd name="connsiteX13" fmla="*/ 11836 w 105936"/>
                      <a:gd name="connsiteY13" fmla="*/ 53120 h 97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5936" h="97556">
                        <a:moveTo>
                          <a:pt x="11836" y="53120"/>
                        </a:moveTo>
                        <a:cubicBezTo>
                          <a:pt x="7713" y="58529"/>
                          <a:pt x="3546" y="64070"/>
                          <a:pt x="1462" y="69390"/>
                        </a:cubicBezTo>
                        <a:cubicBezTo>
                          <a:pt x="-2882" y="80561"/>
                          <a:pt x="2925" y="88940"/>
                          <a:pt x="12678" y="92930"/>
                        </a:cubicBezTo>
                        <a:cubicBezTo>
                          <a:pt x="22431" y="96919"/>
                          <a:pt x="35641" y="97230"/>
                          <a:pt x="48630" y="97540"/>
                        </a:cubicBezTo>
                        <a:cubicBezTo>
                          <a:pt x="51113" y="97584"/>
                          <a:pt x="53773" y="97628"/>
                          <a:pt x="56610" y="96431"/>
                        </a:cubicBezTo>
                        <a:cubicBezTo>
                          <a:pt x="60378" y="94880"/>
                          <a:pt x="63259" y="91733"/>
                          <a:pt x="65698" y="88940"/>
                        </a:cubicBezTo>
                        <a:cubicBezTo>
                          <a:pt x="80238" y="72138"/>
                          <a:pt x="87110" y="59903"/>
                          <a:pt x="91454" y="43766"/>
                        </a:cubicBezTo>
                        <a:cubicBezTo>
                          <a:pt x="94424" y="32683"/>
                          <a:pt x="104399" y="19650"/>
                          <a:pt x="105817" y="9011"/>
                        </a:cubicBezTo>
                        <a:cubicBezTo>
                          <a:pt x="107191" y="-1274"/>
                          <a:pt x="96463" y="-919"/>
                          <a:pt x="83563" y="1209"/>
                        </a:cubicBezTo>
                        <a:cubicBezTo>
                          <a:pt x="82987" y="1297"/>
                          <a:pt x="82410" y="1475"/>
                          <a:pt x="81790" y="1563"/>
                        </a:cubicBezTo>
                        <a:cubicBezTo>
                          <a:pt x="77268" y="6839"/>
                          <a:pt x="69288" y="8922"/>
                          <a:pt x="62063" y="9277"/>
                        </a:cubicBezTo>
                        <a:cubicBezTo>
                          <a:pt x="60954" y="9321"/>
                          <a:pt x="59890" y="9365"/>
                          <a:pt x="58782" y="9321"/>
                        </a:cubicBezTo>
                        <a:cubicBezTo>
                          <a:pt x="50049" y="13666"/>
                          <a:pt x="41848" y="19473"/>
                          <a:pt x="34267" y="26743"/>
                        </a:cubicBezTo>
                        <a:cubicBezTo>
                          <a:pt x="25445" y="35211"/>
                          <a:pt x="18574" y="44209"/>
                          <a:pt x="11836" y="5312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26" name="Forme libre : forme 19525">
                    <a:extLst>
                      <a:ext uri="{FF2B5EF4-FFF2-40B4-BE49-F238E27FC236}">
                        <a16:creationId xmlns:a16="http://schemas.microsoft.com/office/drawing/2014/main" id="{DAB17E96-10CE-4D7C-8EC3-0D0D4494CB59}"/>
                      </a:ext>
                    </a:extLst>
                  </p:cNvPr>
                  <p:cNvSpPr/>
                  <p:nvPr/>
                </p:nvSpPr>
                <p:spPr>
                  <a:xfrm>
                    <a:off x="5529494" y="5878640"/>
                    <a:ext cx="23007" cy="7776"/>
                  </a:xfrm>
                  <a:custGeom>
                    <a:avLst/>
                    <a:gdLst>
                      <a:gd name="connsiteX0" fmla="*/ 23008 w 23007"/>
                      <a:gd name="connsiteY0" fmla="*/ 0 h 7776"/>
                      <a:gd name="connsiteX1" fmla="*/ 0 w 23007"/>
                      <a:gd name="connsiteY1" fmla="*/ 7758 h 7776"/>
                      <a:gd name="connsiteX2" fmla="*/ 3281 w 23007"/>
                      <a:gd name="connsiteY2" fmla="*/ 7714 h 7776"/>
                      <a:gd name="connsiteX3" fmla="*/ 23008 w 23007"/>
                      <a:gd name="connsiteY3" fmla="*/ 0 h 7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07" h="7776">
                        <a:moveTo>
                          <a:pt x="23008" y="0"/>
                        </a:moveTo>
                        <a:cubicBezTo>
                          <a:pt x="14984" y="1508"/>
                          <a:pt x="7315" y="4123"/>
                          <a:pt x="0" y="7758"/>
                        </a:cubicBezTo>
                        <a:cubicBezTo>
                          <a:pt x="1108" y="7802"/>
                          <a:pt x="2217" y="7758"/>
                          <a:pt x="3281" y="7714"/>
                        </a:cubicBezTo>
                        <a:cubicBezTo>
                          <a:pt x="10506" y="7359"/>
                          <a:pt x="18486" y="5231"/>
                          <a:pt x="23008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27" name="Forme libre : forme 19526">
                    <a:extLst>
                      <a:ext uri="{FF2B5EF4-FFF2-40B4-BE49-F238E27FC236}">
                        <a16:creationId xmlns:a16="http://schemas.microsoft.com/office/drawing/2014/main" id="{0F8CA995-56FD-4B94-B2E0-3D45840F4193}"/>
                      </a:ext>
                    </a:extLst>
                  </p:cNvPr>
                  <p:cNvSpPr/>
                  <p:nvPr/>
                </p:nvSpPr>
                <p:spPr>
                  <a:xfrm>
                    <a:off x="5428334" y="5999841"/>
                    <a:ext cx="104086" cy="63788"/>
                  </a:xfrm>
                  <a:custGeom>
                    <a:avLst/>
                    <a:gdLst>
                      <a:gd name="connsiteX0" fmla="*/ 44816 w 104086"/>
                      <a:gd name="connsiteY0" fmla="*/ 44375 h 63788"/>
                      <a:gd name="connsiteX1" fmla="*/ 40117 w 104086"/>
                      <a:gd name="connsiteY1" fmla="*/ 37105 h 63788"/>
                      <a:gd name="connsiteX2" fmla="*/ 51687 w 104086"/>
                      <a:gd name="connsiteY2" fmla="*/ 25845 h 63788"/>
                      <a:gd name="connsiteX3" fmla="*/ 70306 w 104086"/>
                      <a:gd name="connsiteY3" fmla="*/ 16668 h 63788"/>
                      <a:gd name="connsiteX4" fmla="*/ 94954 w 104086"/>
                      <a:gd name="connsiteY4" fmla="*/ 14008 h 63788"/>
                      <a:gd name="connsiteX5" fmla="*/ 96595 w 104086"/>
                      <a:gd name="connsiteY5" fmla="*/ 12767 h 63788"/>
                      <a:gd name="connsiteX6" fmla="*/ 104086 w 104086"/>
                      <a:gd name="connsiteY6" fmla="*/ 0 h 63788"/>
                      <a:gd name="connsiteX7" fmla="*/ 68134 w 104086"/>
                      <a:gd name="connsiteY7" fmla="*/ 4477 h 63788"/>
                      <a:gd name="connsiteX8" fmla="*/ 71681 w 104086"/>
                      <a:gd name="connsiteY8" fmla="*/ 11526 h 63788"/>
                      <a:gd name="connsiteX9" fmla="*/ 59002 w 104086"/>
                      <a:gd name="connsiteY9" fmla="*/ 18574 h 63788"/>
                      <a:gd name="connsiteX10" fmla="*/ 55455 w 104086"/>
                      <a:gd name="connsiteY10" fmla="*/ 11526 h 63788"/>
                      <a:gd name="connsiteX11" fmla="*/ 68134 w 104086"/>
                      <a:gd name="connsiteY11" fmla="*/ 4477 h 63788"/>
                      <a:gd name="connsiteX12" fmla="*/ 30054 w 104086"/>
                      <a:gd name="connsiteY12" fmla="*/ 5142 h 63788"/>
                      <a:gd name="connsiteX13" fmla="*/ 14139 w 104086"/>
                      <a:gd name="connsiteY13" fmla="*/ 7270 h 63788"/>
                      <a:gd name="connsiteX14" fmla="*/ 485 w 104086"/>
                      <a:gd name="connsiteY14" fmla="*/ 17644 h 63788"/>
                      <a:gd name="connsiteX15" fmla="*/ 1992 w 104086"/>
                      <a:gd name="connsiteY15" fmla="*/ 25091 h 63788"/>
                      <a:gd name="connsiteX16" fmla="*/ 22695 w 104086"/>
                      <a:gd name="connsiteY16" fmla="*/ 56610 h 63788"/>
                      <a:gd name="connsiteX17" fmla="*/ 30408 w 104086"/>
                      <a:gd name="connsiteY17" fmla="*/ 63393 h 63788"/>
                      <a:gd name="connsiteX18" fmla="*/ 45570 w 104086"/>
                      <a:gd name="connsiteY18" fmla="*/ 59536 h 63788"/>
                      <a:gd name="connsiteX19" fmla="*/ 53195 w 104086"/>
                      <a:gd name="connsiteY19" fmla="*/ 48764 h 63788"/>
                      <a:gd name="connsiteX20" fmla="*/ 63612 w 104086"/>
                      <a:gd name="connsiteY20" fmla="*/ 37814 h 63788"/>
                      <a:gd name="connsiteX21" fmla="*/ 51510 w 104086"/>
                      <a:gd name="connsiteY21" fmla="*/ 42424 h 63788"/>
                      <a:gd name="connsiteX22" fmla="*/ 44816 w 104086"/>
                      <a:gd name="connsiteY22" fmla="*/ 44375 h 63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04086" h="63788">
                        <a:moveTo>
                          <a:pt x="44816" y="44375"/>
                        </a:moveTo>
                        <a:cubicBezTo>
                          <a:pt x="39895" y="44863"/>
                          <a:pt x="38166" y="41094"/>
                          <a:pt x="40117" y="37105"/>
                        </a:cubicBezTo>
                        <a:cubicBezTo>
                          <a:pt x="42112" y="33115"/>
                          <a:pt x="46767" y="29125"/>
                          <a:pt x="51687" y="25845"/>
                        </a:cubicBezTo>
                        <a:cubicBezTo>
                          <a:pt x="57495" y="21988"/>
                          <a:pt x="63923" y="18841"/>
                          <a:pt x="70306" y="16668"/>
                        </a:cubicBezTo>
                        <a:cubicBezTo>
                          <a:pt x="77399" y="14230"/>
                          <a:pt x="90920" y="10772"/>
                          <a:pt x="94954" y="14008"/>
                        </a:cubicBezTo>
                        <a:cubicBezTo>
                          <a:pt x="95486" y="13609"/>
                          <a:pt x="96063" y="13166"/>
                          <a:pt x="96595" y="12767"/>
                        </a:cubicBezTo>
                        <a:lnTo>
                          <a:pt x="104086" y="0"/>
                        </a:lnTo>
                        <a:cubicBezTo>
                          <a:pt x="91231" y="4034"/>
                          <a:pt x="79483" y="4300"/>
                          <a:pt x="68134" y="4477"/>
                        </a:cubicBezTo>
                        <a:cubicBezTo>
                          <a:pt x="72611" y="4477"/>
                          <a:pt x="74207" y="7625"/>
                          <a:pt x="71681" y="11526"/>
                        </a:cubicBezTo>
                        <a:cubicBezTo>
                          <a:pt x="69154" y="15427"/>
                          <a:pt x="63479" y="18574"/>
                          <a:pt x="59002" y="18574"/>
                        </a:cubicBezTo>
                        <a:cubicBezTo>
                          <a:pt x="54524" y="18574"/>
                          <a:pt x="52929" y="15427"/>
                          <a:pt x="55455" y="11526"/>
                        </a:cubicBezTo>
                        <a:cubicBezTo>
                          <a:pt x="57982" y="7625"/>
                          <a:pt x="63657" y="4477"/>
                          <a:pt x="68134" y="4477"/>
                        </a:cubicBezTo>
                        <a:cubicBezTo>
                          <a:pt x="55455" y="4699"/>
                          <a:pt x="42732" y="4921"/>
                          <a:pt x="30054" y="5142"/>
                        </a:cubicBezTo>
                        <a:cubicBezTo>
                          <a:pt x="25044" y="5231"/>
                          <a:pt x="19813" y="5364"/>
                          <a:pt x="14139" y="7270"/>
                        </a:cubicBezTo>
                        <a:cubicBezTo>
                          <a:pt x="8465" y="9176"/>
                          <a:pt x="2214" y="13432"/>
                          <a:pt x="485" y="17644"/>
                        </a:cubicBezTo>
                        <a:cubicBezTo>
                          <a:pt x="-756" y="20702"/>
                          <a:pt x="618" y="23008"/>
                          <a:pt x="1992" y="25091"/>
                        </a:cubicBezTo>
                        <a:cubicBezTo>
                          <a:pt x="8908" y="35597"/>
                          <a:pt x="15779" y="46104"/>
                          <a:pt x="22695" y="56610"/>
                        </a:cubicBezTo>
                        <a:cubicBezTo>
                          <a:pt x="24512" y="59403"/>
                          <a:pt x="26463" y="62285"/>
                          <a:pt x="30408" y="63393"/>
                        </a:cubicBezTo>
                        <a:cubicBezTo>
                          <a:pt x="34354" y="64501"/>
                          <a:pt x="40959" y="63304"/>
                          <a:pt x="45570" y="59536"/>
                        </a:cubicBezTo>
                        <a:cubicBezTo>
                          <a:pt x="49559" y="56300"/>
                          <a:pt x="50845" y="52399"/>
                          <a:pt x="53195" y="48764"/>
                        </a:cubicBezTo>
                        <a:cubicBezTo>
                          <a:pt x="55677" y="44952"/>
                          <a:pt x="59401" y="41316"/>
                          <a:pt x="63612" y="37814"/>
                        </a:cubicBezTo>
                        <a:cubicBezTo>
                          <a:pt x="59578" y="39366"/>
                          <a:pt x="55544" y="40873"/>
                          <a:pt x="51510" y="42424"/>
                        </a:cubicBezTo>
                        <a:cubicBezTo>
                          <a:pt x="49249" y="43311"/>
                          <a:pt x="46900" y="44153"/>
                          <a:pt x="44816" y="4437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28" name="Forme libre : forme 19527">
                    <a:extLst>
                      <a:ext uri="{FF2B5EF4-FFF2-40B4-BE49-F238E27FC236}">
                        <a16:creationId xmlns:a16="http://schemas.microsoft.com/office/drawing/2014/main" id="{AE813578-3F61-49ED-BC7B-86E15A724332}"/>
                      </a:ext>
                    </a:extLst>
                  </p:cNvPr>
                  <p:cNvSpPr/>
                  <p:nvPr/>
                </p:nvSpPr>
                <p:spPr>
                  <a:xfrm>
                    <a:off x="5550043" y="5933696"/>
                    <a:ext cx="102410" cy="89732"/>
                  </a:xfrm>
                  <a:custGeom>
                    <a:avLst/>
                    <a:gdLst>
                      <a:gd name="connsiteX0" fmla="*/ 52553 w 102410"/>
                      <a:gd name="connsiteY0" fmla="*/ 19774 h 89732"/>
                      <a:gd name="connsiteX1" fmla="*/ 36372 w 102410"/>
                      <a:gd name="connsiteY1" fmla="*/ 38260 h 89732"/>
                      <a:gd name="connsiteX2" fmla="*/ 3478 w 102410"/>
                      <a:gd name="connsiteY2" fmla="*/ 66632 h 89732"/>
                      <a:gd name="connsiteX3" fmla="*/ 2370 w 102410"/>
                      <a:gd name="connsiteY3" fmla="*/ 83433 h 89732"/>
                      <a:gd name="connsiteX4" fmla="*/ 19260 w 102410"/>
                      <a:gd name="connsiteY4" fmla="*/ 89684 h 89732"/>
                      <a:gd name="connsiteX5" fmla="*/ 43110 w 102410"/>
                      <a:gd name="connsiteY5" fmla="*/ 83257 h 89732"/>
                      <a:gd name="connsiteX6" fmla="*/ 56764 w 102410"/>
                      <a:gd name="connsiteY6" fmla="*/ 63352 h 89732"/>
                      <a:gd name="connsiteX7" fmla="*/ 73078 w 102410"/>
                      <a:gd name="connsiteY7" fmla="*/ 33872 h 89732"/>
                      <a:gd name="connsiteX8" fmla="*/ 101361 w 102410"/>
                      <a:gd name="connsiteY8" fmla="*/ 8115 h 89732"/>
                      <a:gd name="connsiteX9" fmla="*/ 52553 w 102410"/>
                      <a:gd name="connsiteY9" fmla="*/ 19774 h 8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2410" h="89732">
                        <a:moveTo>
                          <a:pt x="52553" y="19774"/>
                        </a:moveTo>
                        <a:cubicBezTo>
                          <a:pt x="46479" y="25759"/>
                          <a:pt x="42489" y="32276"/>
                          <a:pt x="36372" y="38260"/>
                        </a:cubicBezTo>
                        <a:cubicBezTo>
                          <a:pt x="26176" y="48191"/>
                          <a:pt x="10571" y="56170"/>
                          <a:pt x="3478" y="66632"/>
                        </a:cubicBezTo>
                        <a:cubicBezTo>
                          <a:pt x="-955" y="73149"/>
                          <a:pt x="-955" y="79444"/>
                          <a:pt x="2370" y="83433"/>
                        </a:cubicBezTo>
                        <a:cubicBezTo>
                          <a:pt x="5695" y="87423"/>
                          <a:pt x="11990" y="89330"/>
                          <a:pt x="19260" y="89684"/>
                        </a:cubicBezTo>
                        <a:cubicBezTo>
                          <a:pt x="26353" y="90039"/>
                          <a:pt x="35574" y="88487"/>
                          <a:pt x="43110" y="83257"/>
                        </a:cubicBezTo>
                        <a:cubicBezTo>
                          <a:pt x="51223" y="77626"/>
                          <a:pt x="54237" y="70046"/>
                          <a:pt x="56764" y="63352"/>
                        </a:cubicBezTo>
                        <a:cubicBezTo>
                          <a:pt x="60399" y="53776"/>
                          <a:pt x="64921" y="43669"/>
                          <a:pt x="73078" y="33872"/>
                        </a:cubicBezTo>
                        <a:cubicBezTo>
                          <a:pt x="79772" y="25848"/>
                          <a:pt x="98125" y="15519"/>
                          <a:pt x="101361" y="8115"/>
                        </a:cubicBezTo>
                        <a:cubicBezTo>
                          <a:pt x="110006" y="-11701"/>
                          <a:pt x="62704" y="9755"/>
                          <a:pt x="52553" y="1977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29" name="Forme libre : forme 19528">
                    <a:extLst>
                      <a:ext uri="{FF2B5EF4-FFF2-40B4-BE49-F238E27FC236}">
                        <a16:creationId xmlns:a16="http://schemas.microsoft.com/office/drawing/2014/main" id="{4C51F396-16BC-4AC0-B640-DFCB17DC7B90}"/>
                      </a:ext>
                    </a:extLst>
                  </p:cNvPr>
                  <p:cNvSpPr/>
                  <p:nvPr/>
                </p:nvSpPr>
                <p:spPr>
                  <a:xfrm>
                    <a:off x="5390974" y="6078262"/>
                    <a:ext cx="113473" cy="51062"/>
                  </a:xfrm>
                  <a:custGeom>
                    <a:avLst/>
                    <a:gdLst>
                      <a:gd name="connsiteX0" fmla="*/ 56685 w 113473"/>
                      <a:gd name="connsiteY0" fmla="*/ 49739 h 51062"/>
                      <a:gd name="connsiteX1" fmla="*/ 106026 w 113473"/>
                      <a:gd name="connsiteY1" fmla="*/ 13122 h 51062"/>
                      <a:gd name="connsiteX2" fmla="*/ 113473 w 113473"/>
                      <a:gd name="connsiteY2" fmla="*/ 399 h 51062"/>
                      <a:gd name="connsiteX3" fmla="*/ 97824 w 113473"/>
                      <a:gd name="connsiteY3" fmla="*/ 0 h 51062"/>
                      <a:gd name="connsiteX4" fmla="*/ 80358 w 113473"/>
                      <a:gd name="connsiteY4" fmla="*/ 1862 h 51062"/>
                      <a:gd name="connsiteX5" fmla="*/ 57084 w 113473"/>
                      <a:gd name="connsiteY5" fmla="*/ 12900 h 51062"/>
                      <a:gd name="connsiteX6" fmla="*/ 4508 w 113473"/>
                      <a:gd name="connsiteY6" fmla="*/ 43134 h 51062"/>
                      <a:gd name="connsiteX7" fmla="*/ 518 w 113473"/>
                      <a:gd name="connsiteY7" fmla="*/ 46193 h 51062"/>
                      <a:gd name="connsiteX8" fmla="*/ 4951 w 113473"/>
                      <a:gd name="connsiteY8" fmla="*/ 49961 h 51062"/>
                      <a:gd name="connsiteX9" fmla="*/ 37401 w 113473"/>
                      <a:gd name="connsiteY9" fmla="*/ 51025 h 51062"/>
                      <a:gd name="connsiteX10" fmla="*/ 56685 w 113473"/>
                      <a:gd name="connsiteY10" fmla="*/ 49739 h 51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3473" h="51062">
                        <a:moveTo>
                          <a:pt x="56685" y="49739"/>
                        </a:moveTo>
                        <a:cubicBezTo>
                          <a:pt x="76678" y="45572"/>
                          <a:pt x="98489" y="28549"/>
                          <a:pt x="106026" y="13122"/>
                        </a:cubicBezTo>
                        <a:lnTo>
                          <a:pt x="113473" y="399"/>
                        </a:lnTo>
                        <a:cubicBezTo>
                          <a:pt x="108331" y="133"/>
                          <a:pt x="103100" y="0"/>
                          <a:pt x="97824" y="0"/>
                        </a:cubicBezTo>
                        <a:cubicBezTo>
                          <a:pt x="92327" y="0"/>
                          <a:pt x="86609" y="133"/>
                          <a:pt x="80358" y="1862"/>
                        </a:cubicBezTo>
                        <a:cubicBezTo>
                          <a:pt x="72511" y="4034"/>
                          <a:pt x="64665" y="8512"/>
                          <a:pt x="57084" y="12900"/>
                        </a:cubicBezTo>
                        <a:cubicBezTo>
                          <a:pt x="39573" y="22964"/>
                          <a:pt x="22018" y="33071"/>
                          <a:pt x="4508" y="43134"/>
                        </a:cubicBezTo>
                        <a:cubicBezTo>
                          <a:pt x="3000" y="44021"/>
                          <a:pt x="1360" y="44996"/>
                          <a:pt x="518" y="46193"/>
                        </a:cubicBezTo>
                        <a:cubicBezTo>
                          <a:pt x="-1300" y="48808"/>
                          <a:pt x="2025" y="49828"/>
                          <a:pt x="4951" y="49961"/>
                        </a:cubicBezTo>
                        <a:cubicBezTo>
                          <a:pt x="15679" y="50449"/>
                          <a:pt x="26496" y="50803"/>
                          <a:pt x="37401" y="51025"/>
                        </a:cubicBezTo>
                        <a:cubicBezTo>
                          <a:pt x="43519" y="51114"/>
                          <a:pt x="49770" y="51158"/>
                          <a:pt x="56685" y="4973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30" name="Forme libre : forme 19529">
                    <a:extLst>
                      <a:ext uri="{FF2B5EF4-FFF2-40B4-BE49-F238E27FC236}">
                        <a16:creationId xmlns:a16="http://schemas.microsoft.com/office/drawing/2014/main" id="{9BB62A67-E26A-4049-8BFB-0E4553B8FE90}"/>
                      </a:ext>
                    </a:extLst>
                  </p:cNvPr>
                  <p:cNvSpPr/>
                  <p:nvPr/>
                </p:nvSpPr>
                <p:spPr>
                  <a:xfrm>
                    <a:off x="5641356" y="6029365"/>
                    <a:ext cx="694" cy="886"/>
                  </a:xfrm>
                  <a:custGeom>
                    <a:avLst/>
                    <a:gdLst>
                      <a:gd name="connsiteX0" fmla="*/ 162 w 694"/>
                      <a:gd name="connsiteY0" fmla="*/ 887 h 886"/>
                      <a:gd name="connsiteX1" fmla="*/ 694 w 694"/>
                      <a:gd name="connsiteY1" fmla="*/ 0 h 886"/>
                      <a:gd name="connsiteX2" fmla="*/ 162 w 694"/>
                      <a:gd name="connsiteY2" fmla="*/ 887 h 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94" h="886">
                        <a:moveTo>
                          <a:pt x="162" y="887"/>
                        </a:moveTo>
                        <a:lnTo>
                          <a:pt x="694" y="0"/>
                        </a:lnTo>
                        <a:cubicBezTo>
                          <a:pt x="162" y="311"/>
                          <a:pt x="-237" y="709"/>
                          <a:pt x="162" y="88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31" name="Forme libre : forme 19530">
                    <a:extLst>
                      <a:ext uri="{FF2B5EF4-FFF2-40B4-BE49-F238E27FC236}">
                        <a16:creationId xmlns:a16="http://schemas.microsoft.com/office/drawing/2014/main" id="{0ADC7C2E-1B93-437A-A926-E69AE76AE2FE}"/>
                      </a:ext>
                    </a:extLst>
                  </p:cNvPr>
                  <p:cNvSpPr/>
                  <p:nvPr/>
                </p:nvSpPr>
                <p:spPr>
                  <a:xfrm>
                    <a:off x="5540381" y="6017087"/>
                    <a:ext cx="108673" cy="109423"/>
                  </a:xfrm>
                  <a:custGeom>
                    <a:avLst/>
                    <a:gdLst>
                      <a:gd name="connsiteX0" fmla="*/ 23647 w 108673"/>
                      <a:gd name="connsiteY0" fmla="*/ 109229 h 109423"/>
                      <a:gd name="connsiteX1" fmla="*/ 34951 w 108673"/>
                      <a:gd name="connsiteY1" fmla="*/ 106215 h 109423"/>
                      <a:gd name="connsiteX2" fmla="*/ 46256 w 108673"/>
                      <a:gd name="connsiteY2" fmla="*/ 98635 h 109423"/>
                      <a:gd name="connsiteX3" fmla="*/ 70239 w 108673"/>
                      <a:gd name="connsiteY3" fmla="*/ 54259 h 109423"/>
                      <a:gd name="connsiteX4" fmla="*/ 92847 w 108673"/>
                      <a:gd name="connsiteY4" fmla="*/ 24070 h 109423"/>
                      <a:gd name="connsiteX5" fmla="*/ 86508 w 108673"/>
                      <a:gd name="connsiteY5" fmla="*/ 25754 h 109423"/>
                      <a:gd name="connsiteX6" fmla="*/ 82962 w 108673"/>
                      <a:gd name="connsiteY6" fmla="*/ 18706 h 109423"/>
                      <a:gd name="connsiteX7" fmla="*/ 95640 w 108673"/>
                      <a:gd name="connsiteY7" fmla="*/ 11657 h 109423"/>
                      <a:gd name="connsiteX8" fmla="*/ 100295 w 108673"/>
                      <a:gd name="connsiteY8" fmla="*/ 16046 h 109423"/>
                      <a:gd name="connsiteX9" fmla="*/ 101758 w 108673"/>
                      <a:gd name="connsiteY9" fmla="*/ 14494 h 109423"/>
                      <a:gd name="connsiteX10" fmla="*/ 102999 w 108673"/>
                      <a:gd name="connsiteY10" fmla="*/ 12056 h 109423"/>
                      <a:gd name="connsiteX11" fmla="*/ 101669 w 108673"/>
                      <a:gd name="connsiteY11" fmla="*/ 12278 h 109423"/>
                      <a:gd name="connsiteX12" fmla="*/ 101137 w 108673"/>
                      <a:gd name="connsiteY12" fmla="*/ 13165 h 109423"/>
                      <a:gd name="connsiteX13" fmla="*/ 101669 w 108673"/>
                      <a:gd name="connsiteY13" fmla="*/ 12278 h 109423"/>
                      <a:gd name="connsiteX14" fmla="*/ 108674 w 108673"/>
                      <a:gd name="connsiteY14" fmla="*/ 397 h 109423"/>
                      <a:gd name="connsiteX15" fmla="*/ 60752 w 108673"/>
                      <a:gd name="connsiteY15" fmla="*/ 14849 h 109423"/>
                      <a:gd name="connsiteX16" fmla="*/ 44128 w 108673"/>
                      <a:gd name="connsiteY16" fmla="*/ 27217 h 109423"/>
                      <a:gd name="connsiteX17" fmla="*/ 65850 w 108673"/>
                      <a:gd name="connsiteY17" fmla="*/ 23937 h 109423"/>
                      <a:gd name="connsiteX18" fmla="*/ 66870 w 108673"/>
                      <a:gd name="connsiteY18" fmla="*/ 38965 h 109423"/>
                      <a:gd name="connsiteX19" fmla="*/ 59200 w 108673"/>
                      <a:gd name="connsiteY19" fmla="*/ 44108 h 109423"/>
                      <a:gd name="connsiteX20" fmla="*/ 36636 w 108673"/>
                      <a:gd name="connsiteY20" fmla="*/ 57983 h 109423"/>
                      <a:gd name="connsiteX21" fmla="*/ 18017 w 108673"/>
                      <a:gd name="connsiteY21" fmla="*/ 55102 h 109423"/>
                      <a:gd name="connsiteX22" fmla="*/ 17928 w 108673"/>
                      <a:gd name="connsiteY22" fmla="*/ 54968 h 109423"/>
                      <a:gd name="connsiteX23" fmla="*/ 151 w 108673"/>
                      <a:gd name="connsiteY23" fmla="*/ 89281 h 109423"/>
                      <a:gd name="connsiteX24" fmla="*/ 23647 w 108673"/>
                      <a:gd name="connsiteY24" fmla="*/ 109229 h 109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08673" h="109423">
                        <a:moveTo>
                          <a:pt x="23647" y="109229"/>
                        </a:moveTo>
                        <a:cubicBezTo>
                          <a:pt x="27238" y="108875"/>
                          <a:pt x="31094" y="107944"/>
                          <a:pt x="34951" y="106215"/>
                        </a:cubicBezTo>
                        <a:cubicBezTo>
                          <a:pt x="39118" y="104353"/>
                          <a:pt x="42975" y="101560"/>
                          <a:pt x="46256" y="98635"/>
                        </a:cubicBezTo>
                        <a:cubicBezTo>
                          <a:pt x="61816" y="84626"/>
                          <a:pt x="62658" y="69243"/>
                          <a:pt x="70239" y="54259"/>
                        </a:cubicBezTo>
                        <a:cubicBezTo>
                          <a:pt x="75337" y="44152"/>
                          <a:pt x="83760" y="34044"/>
                          <a:pt x="92847" y="24070"/>
                        </a:cubicBezTo>
                        <a:cubicBezTo>
                          <a:pt x="90764" y="25134"/>
                          <a:pt x="88547" y="25754"/>
                          <a:pt x="86508" y="25754"/>
                        </a:cubicBezTo>
                        <a:cubicBezTo>
                          <a:pt x="82031" y="25754"/>
                          <a:pt x="80435" y="22607"/>
                          <a:pt x="82962" y="18706"/>
                        </a:cubicBezTo>
                        <a:cubicBezTo>
                          <a:pt x="85489" y="14805"/>
                          <a:pt x="91163" y="11657"/>
                          <a:pt x="95640" y="11657"/>
                        </a:cubicBezTo>
                        <a:cubicBezTo>
                          <a:pt x="99054" y="11657"/>
                          <a:pt x="100783" y="13475"/>
                          <a:pt x="100295" y="16046"/>
                        </a:cubicBezTo>
                        <a:cubicBezTo>
                          <a:pt x="100783" y="15514"/>
                          <a:pt x="101270" y="14982"/>
                          <a:pt x="101758" y="14494"/>
                        </a:cubicBezTo>
                        <a:cubicBezTo>
                          <a:pt x="102556" y="13652"/>
                          <a:pt x="103443" y="12588"/>
                          <a:pt x="102999" y="12056"/>
                        </a:cubicBezTo>
                        <a:cubicBezTo>
                          <a:pt x="102778" y="11790"/>
                          <a:pt x="102157" y="11968"/>
                          <a:pt x="101669" y="12278"/>
                        </a:cubicBezTo>
                        <a:lnTo>
                          <a:pt x="101137" y="13165"/>
                        </a:lnTo>
                        <a:cubicBezTo>
                          <a:pt x="100738" y="13031"/>
                          <a:pt x="101137" y="12588"/>
                          <a:pt x="101669" y="12278"/>
                        </a:cubicBezTo>
                        <a:lnTo>
                          <a:pt x="108674" y="397"/>
                        </a:lnTo>
                        <a:cubicBezTo>
                          <a:pt x="95552" y="-1731"/>
                          <a:pt x="76401" y="4919"/>
                          <a:pt x="60752" y="14849"/>
                        </a:cubicBezTo>
                        <a:cubicBezTo>
                          <a:pt x="54767" y="18617"/>
                          <a:pt x="49270" y="22784"/>
                          <a:pt x="44128" y="27217"/>
                        </a:cubicBezTo>
                        <a:cubicBezTo>
                          <a:pt x="51442" y="24025"/>
                          <a:pt x="61727" y="20923"/>
                          <a:pt x="65850" y="23937"/>
                        </a:cubicBezTo>
                        <a:cubicBezTo>
                          <a:pt x="69707" y="26774"/>
                          <a:pt x="74007" y="32493"/>
                          <a:pt x="66870" y="38965"/>
                        </a:cubicBezTo>
                        <a:cubicBezTo>
                          <a:pt x="64697" y="40960"/>
                          <a:pt x="61860" y="42467"/>
                          <a:pt x="59200" y="44108"/>
                        </a:cubicBezTo>
                        <a:cubicBezTo>
                          <a:pt x="51620" y="48806"/>
                          <a:pt x="44748" y="55190"/>
                          <a:pt x="36636" y="57983"/>
                        </a:cubicBezTo>
                        <a:cubicBezTo>
                          <a:pt x="28302" y="60865"/>
                          <a:pt x="21608" y="58737"/>
                          <a:pt x="18017" y="55102"/>
                        </a:cubicBezTo>
                        <a:cubicBezTo>
                          <a:pt x="17972" y="55057"/>
                          <a:pt x="17928" y="55013"/>
                          <a:pt x="17928" y="54968"/>
                        </a:cubicBezTo>
                        <a:cubicBezTo>
                          <a:pt x="8707" y="66627"/>
                          <a:pt x="1348" y="78730"/>
                          <a:pt x="151" y="89281"/>
                        </a:cubicBezTo>
                        <a:cubicBezTo>
                          <a:pt x="-1267" y="101383"/>
                          <a:pt x="7333" y="110914"/>
                          <a:pt x="23647" y="10922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32" name="Forme libre : forme 19531">
                    <a:extLst>
                      <a:ext uri="{FF2B5EF4-FFF2-40B4-BE49-F238E27FC236}">
                        <a16:creationId xmlns:a16="http://schemas.microsoft.com/office/drawing/2014/main" id="{789F0836-E618-428F-9132-07FEAAEBE1D8}"/>
                      </a:ext>
                    </a:extLst>
                  </p:cNvPr>
                  <p:cNvSpPr/>
                  <p:nvPr/>
                </p:nvSpPr>
                <p:spPr>
                  <a:xfrm>
                    <a:off x="5627552" y="5927751"/>
                    <a:ext cx="102229" cy="87781"/>
                  </a:xfrm>
                  <a:custGeom>
                    <a:avLst/>
                    <a:gdLst>
                      <a:gd name="connsiteX0" fmla="*/ 67652 w 102229"/>
                      <a:gd name="connsiteY0" fmla="*/ 1603 h 87781"/>
                      <a:gd name="connsiteX1" fmla="*/ 19641 w 102229"/>
                      <a:gd name="connsiteY1" fmla="*/ 36226 h 87781"/>
                      <a:gd name="connsiteX2" fmla="*/ 4702 w 102229"/>
                      <a:gd name="connsiteY2" fmla="*/ 53958 h 87781"/>
                      <a:gd name="connsiteX3" fmla="*/ 91 w 102229"/>
                      <a:gd name="connsiteY3" fmla="*/ 63400 h 87781"/>
                      <a:gd name="connsiteX4" fmla="*/ 4790 w 102229"/>
                      <a:gd name="connsiteY4" fmla="*/ 67036 h 87781"/>
                      <a:gd name="connsiteX5" fmla="*/ 51604 w 102229"/>
                      <a:gd name="connsiteY5" fmla="*/ 85389 h 87781"/>
                      <a:gd name="connsiteX6" fmla="*/ 64149 w 102229"/>
                      <a:gd name="connsiteY6" fmla="*/ 87650 h 87781"/>
                      <a:gd name="connsiteX7" fmla="*/ 91945 w 102229"/>
                      <a:gd name="connsiteY7" fmla="*/ 67967 h 87781"/>
                      <a:gd name="connsiteX8" fmla="*/ 96201 w 102229"/>
                      <a:gd name="connsiteY8" fmla="*/ 44072 h 87781"/>
                      <a:gd name="connsiteX9" fmla="*/ 96289 w 102229"/>
                      <a:gd name="connsiteY9" fmla="*/ 37778 h 87781"/>
                      <a:gd name="connsiteX10" fmla="*/ 92122 w 102229"/>
                      <a:gd name="connsiteY10" fmla="*/ 39196 h 87781"/>
                      <a:gd name="connsiteX11" fmla="*/ 90305 w 102229"/>
                      <a:gd name="connsiteY11" fmla="*/ 35605 h 87781"/>
                      <a:gd name="connsiteX12" fmla="*/ 96378 w 102229"/>
                      <a:gd name="connsiteY12" fmla="*/ 32059 h 87781"/>
                      <a:gd name="connsiteX13" fmla="*/ 97531 w 102229"/>
                      <a:gd name="connsiteY13" fmla="*/ 16188 h 87781"/>
                      <a:gd name="connsiteX14" fmla="*/ 102230 w 102229"/>
                      <a:gd name="connsiteY14" fmla="*/ 5549 h 87781"/>
                      <a:gd name="connsiteX15" fmla="*/ 67652 w 102229"/>
                      <a:gd name="connsiteY15" fmla="*/ 1603 h 87781"/>
                      <a:gd name="connsiteX16" fmla="*/ 91369 w 102229"/>
                      <a:gd name="connsiteY16" fmla="*/ 22882 h 87781"/>
                      <a:gd name="connsiteX17" fmla="*/ 78690 w 102229"/>
                      <a:gd name="connsiteY17" fmla="*/ 29931 h 87781"/>
                      <a:gd name="connsiteX18" fmla="*/ 75454 w 102229"/>
                      <a:gd name="connsiteY18" fmla="*/ 29088 h 87781"/>
                      <a:gd name="connsiteX19" fmla="*/ 75232 w 102229"/>
                      <a:gd name="connsiteY19" fmla="*/ 29310 h 87781"/>
                      <a:gd name="connsiteX20" fmla="*/ 67563 w 102229"/>
                      <a:gd name="connsiteY20" fmla="*/ 34453 h 87781"/>
                      <a:gd name="connsiteX21" fmla="*/ 44998 w 102229"/>
                      <a:gd name="connsiteY21" fmla="*/ 48328 h 87781"/>
                      <a:gd name="connsiteX22" fmla="*/ 26379 w 102229"/>
                      <a:gd name="connsiteY22" fmla="*/ 45447 h 87781"/>
                      <a:gd name="connsiteX23" fmla="*/ 24784 w 102229"/>
                      <a:gd name="connsiteY23" fmla="*/ 38132 h 87781"/>
                      <a:gd name="connsiteX24" fmla="*/ 31477 w 102229"/>
                      <a:gd name="connsiteY24" fmla="*/ 30773 h 87781"/>
                      <a:gd name="connsiteX25" fmla="*/ 51958 w 102229"/>
                      <a:gd name="connsiteY25" fmla="*/ 17784 h 87781"/>
                      <a:gd name="connsiteX26" fmla="*/ 74213 w 102229"/>
                      <a:gd name="connsiteY26" fmla="*/ 14282 h 87781"/>
                      <a:gd name="connsiteX27" fmla="*/ 78468 w 102229"/>
                      <a:gd name="connsiteY27" fmla="*/ 19380 h 87781"/>
                      <a:gd name="connsiteX28" fmla="*/ 87733 w 102229"/>
                      <a:gd name="connsiteY28" fmla="*/ 15833 h 87781"/>
                      <a:gd name="connsiteX29" fmla="*/ 91369 w 102229"/>
                      <a:gd name="connsiteY29" fmla="*/ 22882 h 87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02229" h="87781">
                        <a:moveTo>
                          <a:pt x="67652" y="1603"/>
                        </a:moveTo>
                        <a:cubicBezTo>
                          <a:pt x="48944" y="6613"/>
                          <a:pt x="32098" y="22173"/>
                          <a:pt x="19641" y="36226"/>
                        </a:cubicBezTo>
                        <a:cubicBezTo>
                          <a:pt x="14410" y="42078"/>
                          <a:pt x="9445" y="48018"/>
                          <a:pt x="4702" y="53958"/>
                        </a:cubicBezTo>
                        <a:cubicBezTo>
                          <a:pt x="2130" y="57195"/>
                          <a:pt x="-530" y="60829"/>
                          <a:pt x="91" y="63400"/>
                        </a:cubicBezTo>
                        <a:cubicBezTo>
                          <a:pt x="534" y="65307"/>
                          <a:pt x="2707" y="66193"/>
                          <a:pt x="4790" y="67036"/>
                        </a:cubicBezTo>
                        <a:cubicBezTo>
                          <a:pt x="20395" y="73154"/>
                          <a:pt x="35999" y="79271"/>
                          <a:pt x="51604" y="85389"/>
                        </a:cubicBezTo>
                        <a:cubicBezTo>
                          <a:pt x="55195" y="86807"/>
                          <a:pt x="59007" y="88226"/>
                          <a:pt x="64149" y="87650"/>
                        </a:cubicBezTo>
                        <a:cubicBezTo>
                          <a:pt x="74833" y="86409"/>
                          <a:pt x="87068" y="76611"/>
                          <a:pt x="91945" y="67967"/>
                        </a:cubicBezTo>
                        <a:cubicBezTo>
                          <a:pt x="96821" y="59322"/>
                          <a:pt x="96334" y="51609"/>
                          <a:pt x="96201" y="44072"/>
                        </a:cubicBezTo>
                        <a:cubicBezTo>
                          <a:pt x="96156" y="41989"/>
                          <a:pt x="96289" y="39905"/>
                          <a:pt x="96289" y="37778"/>
                        </a:cubicBezTo>
                        <a:cubicBezTo>
                          <a:pt x="94959" y="38620"/>
                          <a:pt x="93452" y="39196"/>
                          <a:pt x="92122" y="39196"/>
                        </a:cubicBezTo>
                        <a:cubicBezTo>
                          <a:pt x="89817" y="39196"/>
                          <a:pt x="89019" y="37600"/>
                          <a:pt x="90305" y="35605"/>
                        </a:cubicBezTo>
                        <a:cubicBezTo>
                          <a:pt x="91502" y="33743"/>
                          <a:pt x="94161" y="32236"/>
                          <a:pt x="96378" y="32059"/>
                        </a:cubicBezTo>
                        <a:cubicBezTo>
                          <a:pt x="96600" y="26827"/>
                          <a:pt x="96954" y="21552"/>
                          <a:pt x="97531" y="16188"/>
                        </a:cubicBezTo>
                        <a:lnTo>
                          <a:pt x="102230" y="5549"/>
                        </a:lnTo>
                        <a:cubicBezTo>
                          <a:pt x="92831" y="1559"/>
                          <a:pt x="82059" y="-2253"/>
                          <a:pt x="67652" y="1603"/>
                        </a:cubicBezTo>
                        <a:close/>
                        <a:moveTo>
                          <a:pt x="91369" y="22882"/>
                        </a:moveTo>
                        <a:cubicBezTo>
                          <a:pt x="88842" y="26783"/>
                          <a:pt x="83167" y="29931"/>
                          <a:pt x="78690" y="29931"/>
                        </a:cubicBezTo>
                        <a:cubicBezTo>
                          <a:pt x="77316" y="29931"/>
                          <a:pt x="76252" y="29620"/>
                          <a:pt x="75454" y="29088"/>
                        </a:cubicBezTo>
                        <a:cubicBezTo>
                          <a:pt x="75365" y="29177"/>
                          <a:pt x="75321" y="29221"/>
                          <a:pt x="75232" y="29310"/>
                        </a:cubicBezTo>
                        <a:cubicBezTo>
                          <a:pt x="73060" y="31305"/>
                          <a:pt x="70223" y="32813"/>
                          <a:pt x="67563" y="34453"/>
                        </a:cubicBezTo>
                        <a:cubicBezTo>
                          <a:pt x="59982" y="39152"/>
                          <a:pt x="53111" y="45536"/>
                          <a:pt x="44998" y="48328"/>
                        </a:cubicBezTo>
                        <a:cubicBezTo>
                          <a:pt x="36664" y="51209"/>
                          <a:pt x="29970" y="49082"/>
                          <a:pt x="26379" y="45447"/>
                        </a:cubicBezTo>
                        <a:cubicBezTo>
                          <a:pt x="24606" y="43629"/>
                          <a:pt x="23321" y="41235"/>
                          <a:pt x="24784" y="38132"/>
                        </a:cubicBezTo>
                        <a:cubicBezTo>
                          <a:pt x="25936" y="35605"/>
                          <a:pt x="28729" y="33078"/>
                          <a:pt x="31477" y="30773"/>
                        </a:cubicBezTo>
                        <a:cubicBezTo>
                          <a:pt x="37595" y="25719"/>
                          <a:pt x="44599" y="21109"/>
                          <a:pt x="51958" y="17784"/>
                        </a:cubicBezTo>
                        <a:cubicBezTo>
                          <a:pt x="59273" y="14504"/>
                          <a:pt x="70001" y="11223"/>
                          <a:pt x="74213" y="14282"/>
                        </a:cubicBezTo>
                        <a:cubicBezTo>
                          <a:pt x="75897" y="15479"/>
                          <a:pt x="77626" y="17252"/>
                          <a:pt x="78468" y="19380"/>
                        </a:cubicBezTo>
                        <a:cubicBezTo>
                          <a:pt x="81217" y="17297"/>
                          <a:pt x="84763" y="15833"/>
                          <a:pt x="87733" y="15833"/>
                        </a:cubicBezTo>
                        <a:cubicBezTo>
                          <a:pt x="92255" y="15833"/>
                          <a:pt x="93851" y="18981"/>
                          <a:pt x="91369" y="2288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33" name="Forme libre : forme 19532">
                    <a:extLst>
                      <a:ext uri="{FF2B5EF4-FFF2-40B4-BE49-F238E27FC236}">
                        <a16:creationId xmlns:a16="http://schemas.microsoft.com/office/drawing/2014/main" id="{767B75FA-0736-4DC7-999A-0E98E767AD5F}"/>
                      </a:ext>
                    </a:extLst>
                  </p:cNvPr>
                  <p:cNvSpPr/>
                  <p:nvPr/>
                </p:nvSpPr>
                <p:spPr>
                  <a:xfrm>
                    <a:off x="5772748" y="5888437"/>
                    <a:ext cx="117958" cy="71315"/>
                  </a:xfrm>
                  <a:custGeom>
                    <a:avLst/>
                    <a:gdLst>
                      <a:gd name="connsiteX0" fmla="*/ 48045 w 117958"/>
                      <a:gd name="connsiteY0" fmla="*/ 11659 h 71315"/>
                      <a:gd name="connsiteX1" fmla="*/ 32884 w 117958"/>
                      <a:gd name="connsiteY1" fmla="*/ 22874 h 71315"/>
                      <a:gd name="connsiteX2" fmla="*/ 5443 w 117958"/>
                      <a:gd name="connsiteY2" fmla="*/ 49030 h 71315"/>
                      <a:gd name="connsiteX3" fmla="*/ 34 w 117958"/>
                      <a:gd name="connsiteY3" fmla="*/ 56832 h 71315"/>
                      <a:gd name="connsiteX4" fmla="*/ 1719 w 117958"/>
                      <a:gd name="connsiteY4" fmla="*/ 60866 h 71315"/>
                      <a:gd name="connsiteX5" fmla="*/ 45518 w 117958"/>
                      <a:gd name="connsiteY5" fmla="*/ 70176 h 71315"/>
                      <a:gd name="connsiteX6" fmla="*/ 60147 w 117958"/>
                      <a:gd name="connsiteY6" fmla="*/ 65964 h 71315"/>
                      <a:gd name="connsiteX7" fmla="*/ 87056 w 117958"/>
                      <a:gd name="connsiteY7" fmla="*/ 43755 h 71315"/>
                      <a:gd name="connsiteX8" fmla="*/ 117955 w 117958"/>
                      <a:gd name="connsiteY8" fmla="*/ 9443 h 71315"/>
                      <a:gd name="connsiteX9" fmla="*/ 116004 w 117958"/>
                      <a:gd name="connsiteY9" fmla="*/ 9708 h 71315"/>
                      <a:gd name="connsiteX10" fmla="*/ 117866 w 117958"/>
                      <a:gd name="connsiteY10" fmla="*/ 5851 h 71315"/>
                      <a:gd name="connsiteX11" fmla="*/ 108025 w 117958"/>
                      <a:gd name="connsiteY11" fmla="*/ 0 h 71315"/>
                      <a:gd name="connsiteX12" fmla="*/ 69013 w 117958"/>
                      <a:gd name="connsiteY12" fmla="*/ 5364 h 71315"/>
                      <a:gd name="connsiteX13" fmla="*/ 48045 w 117958"/>
                      <a:gd name="connsiteY13" fmla="*/ 11659 h 71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7958" h="71315">
                        <a:moveTo>
                          <a:pt x="48045" y="11659"/>
                        </a:moveTo>
                        <a:cubicBezTo>
                          <a:pt x="42370" y="14629"/>
                          <a:pt x="37494" y="18796"/>
                          <a:pt x="32884" y="22874"/>
                        </a:cubicBezTo>
                        <a:cubicBezTo>
                          <a:pt x="23264" y="31386"/>
                          <a:pt x="14087" y="40164"/>
                          <a:pt x="5443" y="49030"/>
                        </a:cubicBezTo>
                        <a:cubicBezTo>
                          <a:pt x="2960" y="51601"/>
                          <a:pt x="345" y="54394"/>
                          <a:pt x="34" y="56832"/>
                        </a:cubicBezTo>
                        <a:cubicBezTo>
                          <a:pt x="-187" y="58517"/>
                          <a:pt x="699" y="59802"/>
                          <a:pt x="1719" y="60866"/>
                        </a:cubicBezTo>
                        <a:cubicBezTo>
                          <a:pt x="10009" y="69866"/>
                          <a:pt x="26323" y="73323"/>
                          <a:pt x="45518" y="70176"/>
                        </a:cubicBezTo>
                        <a:cubicBezTo>
                          <a:pt x="50261" y="69378"/>
                          <a:pt x="55226" y="68181"/>
                          <a:pt x="60147" y="65964"/>
                        </a:cubicBezTo>
                        <a:cubicBezTo>
                          <a:pt x="71230" y="60955"/>
                          <a:pt x="79608" y="52000"/>
                          <a:pt x="87056" y="43755"/>
                        </a:cubicBezTo>
                        <a:cubicBezTo>
                          <a:pt x="97341" y="32317"/>
                          <a:pt x="107670" y="20880"/>
                          <a:pt x="117955" y="9443"/>
                        </a:cubicBezTo>
                        <a:cubicBezTo>
                          <a:pt x="118043" y="8777"/>
                          <a:pt x="116536" y="8999"/>
                          <a:pt x="116004" y="9708"/>
                        </a:cubicBezTo>
                        <a:lnTo>
                          <a:pt x="117866" y="5851"/>
                        </a:lnTo>
                        <a:cubicBezTo>
                          <a:pt x="114319" y="4477"/>
                          <a:pt x="110995" y="2482"/>
                          <a:pt x="108025" y="0"/>
                        </a:cubicBezTo>
                        <a:cubicBezTo>
                          <a:pt x="95257" y="1241"/>
                          <a:pt x="82268" y="3059"/>
                          <a:pt x="69013" y="5364"/>
                        </a:cubicBezTo>
                        <a:cubicBezTo>
                          <a:pt x="62186" y="6561"/>
                          <a:pt x="54960" y="7979"/>
                          <a:pt x="48045" y="1165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34" name="Forme libre : forme 19533">
                    <a:extLst>
                      <a:ext uri="{FF2B5EF4-FFF2-40B4-BE49-F238E27FC236}">
                        <a16:creationId xmlns:a16="http://schemas.microsoft.com/office/drawing/2014/main" id="{DE22D97D-B866-4201-897E-462F1DE66E37}"/>
                      </a:ext>
                    </a:extLst>
                  </p:cNvPr>
                  <p:cNvSpPr/>
                  <p:nvPr/>
                </p:nvSpPr>
                <p:spPr>
                  <a:xfrm>
                    <a:off x="5880728" y="5887285"/>
                    <a:ext cx="13210" cy="6959"/>
                  </a:xfrm>
                  <a:custGeom>
                    <a:avLst/>
                    <a:gdLst>
                      <a:gd name="connsiteX0" fmla="*/ 13211 w 13210"/>
                      <a:gd name="connsiteY0" fmla="*/ 0 h 6959"/>
                      <a:gd name="connsiteX1" fmla="*/ 0 w 13210"/>
                      <a:gd name="connsiteY1" fmla="*/ 1108 h 6959"/>
                      <a:gd name="connsiteX2" fmla="*/ 9841 w 13210"/>
                      <a:gd name="connsiteY2" fmla="*/ 6960 h 6959"/>
                      <a:gd name="connsiteX3" fmla="*/ 13211 w 13210"/>
                      <a:gd name="connsiteY3" fmla="*/ 0 h 6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10" h="6959">
                        <a:moveTo>
                          <a:pt x="13211" y="0"/>
                        </a:moveTo>
                        <a:cubicBezTo>
                          <a:pt x="8866" y="310"/>
                          <a:pt x="4433" y="665"/>
                          <a:pt x="0" y="1108"/>
                        </a:cubicBezTo>
                        <a:cubicBezTo>
                          <a:pt x="2970" y="3591"/>
                          <a:pt x="6295" y="5586"/>
                          <a:pt x="9841" y="6960"/>
                        </a:cubicBezTo>
                        <a:lnTo>
                          <a:pt x="13211" y="0"/>
                        </a:ln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35" name="Forme libre : forme 19534">
                    <a:extLst>
                      <a:ext uri="{FF2B5EF4-FFF2-40B4-BE49-F238E27FC236}">
                        <a16:creationId xmlns:a16="http://schemas.microsoft.com/office/drawing/2014/main" id="{17954BCA-F5B7-40FE-9C41-70BEAEF9858B}"/>
                      </a:ext>
                    </a:extLst>
                  </p:cNvPr>
                  <p:cNvSpPr/>
                  <p:nvPr/>
                </p:nvSpPr>
                <p:spPr>
                  <a:xfrm>
                    <a:off x="5702769" y="5986675"/>
                    <a:ext cx="97232" cy="75987"/>
                  </a:xfrm>
                  <a:custGeom>
                    <a:avLst/>
                    <a:gdLst>
                      <a:gd name="connsiteX0" fmla="*/ 68284 w 97232"/>
                      <a:gd name="connsiteY0" fmla="*/ 30633 h 75987"/>
                      <a:gd name="connsiteX1" fmla="*/ 63585 w 97232"/>
                      <a:gd name="connsiteY1" fmla="*/ 23362 h 75987"/>
                      <a:gd name="connsiteX2" fmla="*/ 75156 w 97232"/>
                      <a:gd name="connsiteY2" fmla="*/ 12102 h 75987"/>
                      <a:gd name="connsiteX3" fmla="*/ 93775 w 97232"/>
                      <a:gd name="connsiteY3" fmla="*/ 2926 h 75987"/>
                      <a:gd name="connsiteX4" fmla="*/ 97232 w 97232"/>
                      <a:gd name="connsiteY4" fmla="*/ 1817 h 75987"/>
                      <a:gd name="connsiteX5" fmla="*/ 30204 w 97232"/>
                      <a:gd name="connsiteY5" fmla="*/ 24604 h 75987"/>
                      <a:gd name="connsiteX6" fmla="*/ 8748 w 97232"/>
                      <a:gd name="connsiteY6" fmla="*/ 42114 h 75987"/>
                      <a:gd name="connsiteX7" fmla="*/ 9989 w 97232"/>
                      <a:gd name="connsiteY7" fmla="*/ 75008 h 75987"/>
                      <a:gd name="connsiteX8" fmla="*/ 59950 w 97232"/>
                      <a:gd name="connsiteY8" fmla="*/ 57142 h 75987"/>
                      <a:gd name="connsiteX9" fmla="*/ 86948 w 97232"/>
                      <a:gd name="connsiteY9" fmla="*/ 25934 h 75987"/>
                      <a:gd name="connsiteX10" fmla="*/ 89829 w 97232"/>
                      <a:gd name="connsiteY10" fmla="*/ 23008 h 75987"/>
                      <a:gd name="connsiteX11" fmla="*/ 74978 w 97232"/>
                      <a:gd name="connsiteY11" fmla="*/ 28638 h 75987"/>
                      <a:gd name="connsiteX12" fmla="*/ 68284 w 97232"/>
                      <a:gd name="connsiteY12" fmla="*/ 30633 h 75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232" h="75987">
                        <a:moveTo>
                          <a:pt x="68284" y="30633"/>
                        </a:moveTo>
                        <a:cubicBezTo>
                          <a:pt x="63364" y="31120"/>
                          <a:pt x="61635" y="27352"/>
                          <a:pt x="63585" y="23362"/>
                        </a:cubicBezTo>
                        <a:cubicBezTo>
                          <a:pt x="65536" y="19372"/>
                          <a:pt x="70235" y="15383"/>
                          <a:pt x="75156" y="12102"/>
                        </a:cubicBezTo>
                        <a:cubicBezTo>
                          <a:pt x="80963" y="8246"/>
                          <a:pt x="87391" y="5098"/>
                          <a:pt x="93775" y="2926"/>
                        </a:cubicBezTo>
                        <a:cubicBezTo>
                          <a:pt x="94794" y="2571"/>
                          <a:pt x="95991" y="2172"/>
                          <a:pt x="97232" y="1817"/>
                        </a:cubicBezTo>
                        <a:cubicBezTo>
                          <a:pt x="86770" y="-6384"/>
                          <a:pt x="44789" y="15294"/>
                          <a:pt x="30204" y="24604"/>
                        </a:cubicBezTo>
                        <a:cubicBezTo>
                          <a:pt x="22136" y="29746"/>
                          <a:pt x="14378" y="35642"/>
                          <a:pt x="8748" y="42114"/>
                        </a:cubicBezTo>
                        <a:cubicBezTo>
                          <a:pt x="-3266" y="55857"/>
                          <a:pt x="-2956" y="71062"/>
                          <a:pt x="9989" y="75008"/>
                        </a:cubicBezTo>
                        <a:cubicBezTo>
                          <a:pt x="22889" y="78953"/>
                          <a:pt x="46695" y="70575"/>
                          <a:pt x="59950" y="57142"/>
                        </a:cubicBezTo>
                        <a:cubicBezTo>
                          <a:pt x="70146" y="46813"/>
                          <a:pt x="76219" y="36307"/>
                          <a:pt x="86948" y="25934"/>
                        </a:cubicBezTo>
                        <a:cubicBezTo>
                          <a:pt x="87923" y="25002"/>
                          <a:pt x="88898" y="24027"/>
                          <a:pt x="89829" y="23008"/>
                        </a:cubicBezTo>
                        <a:cubicBezTo>
                          <a:pt x="84864" y="24870"/>
                          <a:pt x="79943" y="26776"/>
                          <a:pt x="74978" y="28638"/>
                        </a:cubicBezTo>
                        <a:cubicBezTo>
                          <a:pt x="72673" y="29569"/>
                          <a:pt x="70368" y="30455"/>
                          <a:pt x="68284" y="3063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36" name="Forme libre : forme 19535">
                    <a:extLst>
                      <a:ext uri="{FF2B5EF4-FFF2-40B4-BE49-F238E27FC236}">
                        <a16:creationId xmlns:a16="http://schemas.microsoft.com/office/drawing/2014/main" id="{8D0F580C-1CC9-4EEE-A5EC-0948A0435C32}"/>
                      </a:ext>
                    </a:extLst>
                  </p:cNvPr>
                  <p:cNvSpPr/>
                  <p:nvPr/>
                </p:nvSpPr>
                <p:spPr>
                  <a:xfrm>
                    <a:off x="5705256" y="6046996"/>
                    <a:ext cx="155630" cy="80123"/>
                  </a:xfrm>
                  <a:custGeom>
                    <a:avLst/>
                    <a:gdLst>
                      <a:gd name="connsiteX0" fmla="*/ 126886 w 155630"/>
                      <a:gd name="connsiteY0" fmla="*/ 34725 h 80123"/>
                      <a:gd name="connsiteX1" fmla="*/ 125068 w 155630"/>
                      <a:gd name="connsiteY1" fmla="*/ 31133 h 80123"/>
                      <a:gd name="connsiteX2" fmla="*/ 131540 w 155630"/>
                      <a:gd name="connsiteY2" fmla="*/ 27543 h 80123"/>
                      <a:gd name="connsiteX3" fmla="*/ 133446 w 155630"/>
                      <a:gd name="connsiteY3" fmla="*/ 31001 h 80123"/>
                      <a:gd name="connsiteX4" fmla="*/ 140140 w 155630"/>
                      <a:gd name="connsiteY4" fmla="*/ 26967 h 80123"/>
                      <a:gd name="connsiteX5" fmla="*/ 154858 w 155630"/>
                      <a:gd name="connsiteY5" fmla="*/ 7106 h 80123"/>
                      <a:gd name="connsiteX6" fmla="*/ 133092 w 155630"/>
                      <a:gd name="connsiteY6" fmla="*/ 412 h 80123"/>
                      <a:gd name="connsiteX7" fmla="*/ 130299 w 155630"/>
                      <a:gd name="connsiteY7" fmla="*/ 9633 h 80123"/>
                      <a:gd name="connsiteX8" fmla="*/ 126398 w 155630"/>
                      <a:gd name="connsiteY8" fmla="*/ 12692 h 80123"/>
                      <a:gd name="connsiteX9" fmla="*/ 126132 w 155630"/>
                      <a:gd name="connsiteY9" fmla="*/ 18455 h 80123"/>
                      <a:gd name="connsiteX10" fmla="*/ 113453 w 155630"/>
                      <a:gd name="connsiteY10" fmla="*/ 25504 h 80123"/>
                      <a:gd name="connsiteX11" fmla="*/ 109064 w 155630"/>
                      <a:gd name="connsiteY11" fmla="*/ 20184 h 80123"/>
                      <a:gd name="connsiteX12" fmla="*/ 88850 w 155630"/>
                      <a:gd name="connsiteY12" fmla="*/ 27897 h 80123"/>
                      <a:gd name="connsiteX13" fmla="*/ 82156 w 155630"/>
                      <a:gd name="connsiteY13" fmla="*/ 29848 h 80123"/>
                      <a:gd name="connsiteX14" fmla="*/ 77456 w 155630"/>
                      <a:gd name="connsiteY14" fmla="*/ 22578 h 80123"/>
                      <a:gd name="connsiteX15" fmla="*/ 82688 w 155630"/>
                      <a:gd name="connsiteY15" fmla="*/ 16194 h 80123"/>
                      <a:gd name="connsiteX16" fmla="*/ 9896 w 155630"/>
                      <a:gd name="connsiteY16" fmla="*/ 59860 h 80123"/>
                      <a:gd name="connsiteX17" fmla="*/ 10 w 155630"/>
                      <a:gd name="connsiteY17" fmla="*/ 74622 h 80123"/>
                      <a:gd name="connsiteX18" fmla="*/ 9143 w 155630"/>
                      <a:gd name="connsiteY18" fmla="*/ 80119 h 80123"/>
                      <a:gd name="connsiteX19" fmla="*/ 25235 w 155630"/>
                      <a:gd name="connsiteY19" fmla="*/ 77504 h 80123"/>
                      <a:gd name="connsiteX20" fmla="*/ 97051 w 155630"/>
                      <a:gd name="connsiteY20" fmla="*/ 52944 h 80123"/>
                      <a:gd name="connsiteX21" fmla="*/ 127329 w 155630"/>
                      <a:gd name="connsiteY21" fmla="*/ 34769 h 80123"/>
                      <a:gd name="connsiteX22" fmla="*/ 126886 w 155630"/>
                      <a:gd name="connsiteY22" fmla="*/ 34725 h 80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55630" h="80123">
                        <a:moveTo>
                          <a:pt x="126886" y="34725"/>
                        </a:moveTo>
                        <a:cubicBezTo>
                          <a:pt x="124580" y="34725"/>
                          <a:pt x="123782" y="33129"/>
                          <a:pt x="125068" y="31133"/>
                        </a:cubicBezTo>
                        <a:cubicBezTo>
                          <a:pt x="126353" y="29139"/>
                          <a:pt x="129279" y="27543"/>
                          <a:pt x="131540" y="27543"/>
                        </a:cubicBezTo>
                        <a:cubicBezTo>
                          <a:pt x="133757" y="27543"/>
                          <a:pt x="134555" y="29094"/>
                          <a:pt x="133446" y="31001"/>
                        </a:cubicBezTo>
                        <a:cubicBezTo>
                          <a:pt x="135663" y="29671"/>
                          <a:pt x="137924" y="28296"/>
                          <a:pt x="140140" y="26967"/>
                        </a:cubicBezTo>
                        <a:cubicBezTo>
                          <a:pt x="151223" y="20538"/>
                          <a:pt x="158006" y="14288"/>
                          <a:pt x="154858" y="7106"/>
                        </a:cubicBezTo>
                        <a:cubicBezTo>
                          <a:pt x="151977" y="546"/>
                          <a:pt x="143554" y="-829"/>
                          <a:pt x="133092" y="412"/>
                        </a:cubicBezTo>
                        <a:cubicBezTo>
                          <a:pt x="134245" y="2629"/>
                          <a:pt x="133092" y="6751"/>
                          <a:pt x="130299" y="9633"/>
                        </a:cubicBezTo>
                        <a:cubicBezTo>
                          <a:pt x="129191" y="10786"/>
                          <a:pt x="127816" y="11761"/>
                          <a:pt x="126398" y="12692"/>
                        </a:cubicBezTo>
                        <a:cubicBezTo>
                          <a:pt x="127639" y="13977"/>
                          <a:pt x="127683" y="16061"/>
                          <a:pt x="126132" y="18455"/>
                        </a:cubicBezTo>
                        <a:cubicBezTo>
                          <a:pt x="123605" y="22356"/>
                          <a:pt x="117931" y="25504"/>
                          <a:pt x="113453" y="25504"/>
                        </a:cubicBezTo>
                        <a:cubicBezTo>
                          <a:pt x="109641" y="25504"/>
                          <a:pt x="107956" y="23243"/>
                          <a:pt x="109064" y="20184"/>
                        </a:cubicBezTo>
                        <a:cubicBezTo>
                          <a:pt x="102326" y="22755"/>
                          <a:pt x="95588" y="25326"/>
                          <a:pt x="88850" y="27897"/>
                        </a:cubicBezTo>
                        <a:cubicBezTo>
                          <a:pt x="86589" y="28740"/>
                          <a:pt x="84239" y="29626"/>
                          <a:pt x="82156" y="29848"/>
                        </a:cubicBezTo>
                        <a:cubicBezTo>
                          <a:pt x="77235" y="30336"/>
                          <a:pt x="75506" y="26568"/>
                          <a:pt x="77456" y="22578"/>
                        </a:cubicBezTo>
                        <a:cubicBezTo>
                          <a:pt x="78520" y="20406"/>
                          <a:pt x="80427" y="18234"/>
                          <a:pt x="82688" y="16194"/>
                        </a:cubicBezTo>
                        <a:cubicBezTo>
                          <a:pt x="56577" y="27232"/>
                          <a:pt x="29934" y="41374"/>
                          <a:pt x="9896" y="59860"/>
                        </a:cubicBezTo>
                        <a:cubicBezTo>
                          <a:pt x="4709" y="64648"/>
                          <a:pt x="-256" y="70278"/>
                          <a:pt x="10" y="74622"/>
                        </a:cubicBezTo>
                        <a:cubicBezTo>
                          <a:pt x="232" y="78257"/>
                          <a:pt x="4266" y="80031"/>
                          <a:pt x="9143" y="80119"/>
                        </a:cubicBezTo>
                        <a:cubicBezTo>
                          <a:pt x="14019" y="80208"/>
                          <a:pt x="19693" y="78834"/>
                          <a:pt x="25235" y="77504"/>
                        </a:cubicBezTo>
                        <a:cubicBezTo>
                          <a:pt x="48952" y="71785"/>
                          <a:pt x="73688" y="65712"/>
                          <a:pt x="97051" y="52944"/>
                        </a:cubicBezTo>
                        <a:cubicBezTo>
                          <a:pt x="107336" y="47314"/>
                          <a:pt x="117266" y="40975"/>
                          <a:pt x="127329" y="34769"/>
                        </a:cubicBezTo>
                        <a:cubicBezTo>
                          <a:pt x="127196" y="34680"/>
                          <a:pt x="127063" y="34725"/>
                          <a:pt x="126886" y="3472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37" name="Forme libre : forme 19536">
                    <a:extLst>
                      <a:ext uri="{FF2B5EF4-FFF2-40B4-BE49-F238E27FC236}">
                        <a16:creationId xmlns:a16="http://schemas.microsoft.com/office/drawing/2014/main" id="{BA2DBA35-43BE-4242-9565-0502E8B65D8E}"/>
                      </a:ext>
                    </a:extLst>
                  </p:cNvPr>
                  <p:cNvSpPr/>
                  <p:nvPr/>
                </p:nvSpPr>
                <p:spPr>
                  <a:xfrm>
                    <a:off x="5657149" y="6075678"/>
                    <a:ext cx="43435" cy="35451"/>
                  </a:xfrm>
                  <a:custGeom>
                    <a:avLst/>
                    <a:gdLst>
                      <a:gd name="connsiteX0" fmla="*/ 39429 w 43435"/>
                      <a:gd name="connsiteY0" fmla="*/ 12869 h 35451"/>
                      <a:gd name="connsiteX1" fmla="*/ 38808 w 43435"/>
                      <a:gd name="connsiteY1" fmla="*/ 13 h 35451"/>
                      <a:gd name="connsiteX2" fmla="*/ 4452 w 43435"/>
                      <a:gd name="connsiteY2" fmla="*/ 22179 h 35451"/>
                      <a:gd name="connsiteX3" fmla="*/ 14869 w 43435"/>
                      <a:gd name="connsiteY3" fmla="*/ 33261 h 35451"/>
                      <a:gd name="connsiteX4" fmla="*/ 39429 w 43435"/>
                      <a:gd name="connsiteY4" fmla="*/ 12869 h 35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35" h="35451">
                        <a:moveTo>
                          <a:pt x="39429" y="12869"/>
                        </a:moveTo>
                        <a:cubicBezTo>
                          <a:pt x="43330" y="7328"/>
                          <a:pt x="46300" y="412"/>
                          <a:pt x="38808" y="13"/>
                        </a:cubicBezTo>
                        <a:cubicBezTo>
                          <a:pt x="29011" y="-519"/>
                          <a:pt x="10747" y="15130"/>
                          <a:pt x="4452" y="22179"/>
                        </a:cubicBezTo>
                        <a:cubicBezTo>
                          <a:pt x="-4547" y="32242"/>
                          <a:pt x="684" y="39202"/>
                          <a:pt x="14869" y="33261"/>
                        </a:cubicBezTo>
                        <a:cubicBezTo>
                          <a:pt x="24401" y="29272"/>
                          <a:pt x="34552" y="19785"/>
                          <a:pt x="39429" y="1286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38" name="Forme libre : forme 19537">
                    <a:extLst>
                      <a:ext uri="{FF2B5EF4-FFF2-40B4-BE49-F238E27FC236}">
                        <a16:creationId xmlns:a16="http://schemas.microsoft.com/office/drawing/2014/main" id="{FC41686E-C5A4-41EA-B585-AACF32843CF3}"/>
                      </a:ext>
                    </a:extLst>
                  </p:cNvPr>
                  <p:cNvSpPr/>
                  <p:nvPr/>
                </p:nvSpPr>
                <p:spPr>
                  <a:xfrm>
                    <a:off x="5881170" y="5883364"/>
                    <a:ext cx="120049" cy="87711"/>
                  </a:xfrm>
                  <a:custGeom>
                    <a:avLst/>
                    <a:gdLst>
                      <a:gd name="connsiteX0" fmla="*/ 8025 w 120049"/>
                      <a:gd name="connsiteY0" fmla="*/ 70993 h 87711"/>
                      <a:gd name="connsiteX1" fmla="*/ 445 w 120049"/>
                      <a:gd name="connsiteY1" fmla="*/ 81145 h 87711"/>
                      <a:gd name="connsiteX2" fmla="*/ 4302 w 120049"/>
                      <a:gd name="connsiteY2" fmla="*/ 87706 h 87711"/>
                      <a:gd name="connsiteX3" fmla="*/ 12813 w 120049"/>
                      <a:gd name="connsiteY3" fmla="*/ 85445 h 87711"/>
                      <a:gd name="connsiteX4" fmla="*/ 64237 w 120049"/>
                      <a:gd name="connsiteY4" fmla="*/ 54103 h 87711"/>
                      <a:gd name="connsiteX5" fmla="*/ 82058 w 120049"/>
                      <a:gd name="connsiteY5" fmla="*/ 48606 h 87711"/>
                      <a:gd name="connsiteX6" fmla="*/ 113001 w 120049"/>
                      <a:gd name="connsiteY6" fmla="*/ 20278 h 87711"/>
                      <a:gd name="connsiteX7" fmla="*/ 118853 w 120049"/>
                      <a:gd name="connsiteY7" fmla="*/ 5250 h 87711"/>
                      <a:gd name="connsiteX8" fmla="*/ 113533 w 120049"/>
                      <a:gd name="connsiteY8" fmla="*/ 4586 h 87711"/>
                      <a:gd name="connsiteX9" fmla="*/ 118897 w 120049"/>
                      <a:gd name="connsiteY9" fmla="*/ 5118 h 87711"/>
                      <a:gd name="connsiteX10" fmla="*/ 120050 w 120049"/>
                      <a:gd name="connsiteY10" fmla="*/ 2192 h 87711"/>
                      <a:gd name="connsiteX11" fmla="*/ 94825 w 120049"/>
                      <a:gd name="connsiteY11" fmla="*/ 108 h 87711"/>
                      <a:gd name="connsiteX12" fmla="*/ 88353 w 120049"/>
                      <a:gd name="connsiteY12" fmla="*/ 1261 h 87711"/>
                      <a:gd name="connsiteX13" fmla="*/ 80640 w 120049"/>
                      <a:gd name="connsiteY13" fmla="*/ 6580 h 87711"/>
                      <a:gd name="connsiteX14" fmla="*/ 23852 w 120049"/>
                      <a:gd name="connsiteY14" fmla="*/ 56408 h 87711"/>
                      <a:gd name="connsiteX15" fmla="*/ 8025 w 120049"/>
                      <a:gd name="connsiteY15" fmla="*/ 70993 h 87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20049" h="87711">
                        <a:moveTo>
                          <a:pt x="8025" y="70993"/>
                        </a:moveTo>
                        <a:cubicBezTo>
                          <a:pt x="4789" y="74274"/>
                          <a:pt x="1642" y="77820"/>
                          <a:pt x="445" y="81145"/>
                        </a:cubicBezTo>
                        <a:cubicBezTo>
                          <a:pt x="-752" y="84470"/>
                          <a:pt x="445" y="87573"/>
                          <a:pt x="4302" y="87706"/>
                        </a:cubicBezTo>
                        <a:cubicBezTo>
                          <a:pt x="6784" y="87794"/>
                          <a:pt x="9887" y="86730"/>
                          <a:pt x="12813" y="85445"/>
                        </a:cubicBezTo>
                        <a:cubicBezTo>
                          <a:pt x="31122" y="77377"/>
                          <a:pt x="45840" y="61019"/>
                          <a:pt x="64237" y="54103"/>
                        </a:cubicBezTo>
                        <a:cubicBezTo>
                          <a:pt x="70222" y="51842"/>
                          <a:pt x="76073" y="50823"/>
                          <a:pt x="82058" y="48606"/>
                        </a:cubicBezTo>
                        <a:cubicBezTo>
                          <a:pt x="96554" y="43242"/>
                          <a:pt x="110297" y="30696"/>
                          <a:pt x="113001" y="20278"/>
                        </a:cubicBezTo>
                        <a:lnTo>
                          <a:pt x="118853" y="5250"/>
                        </a:lnTo>
                        <a:cubicBezTo>
                          <a:pt x="117080" y="5250"/>
                          <a:pt x="115262" y="5029"/>
                          <a:pt x="113533" y="4586"/>
                        </a:cubicBezTo>
                        <a:cubicBezTo>
                          <a:pt x="115351" y="4586"/>
                          <a:pt x="117124" y="4807"/>
                          <a:pt x="118897" y="5118"/>
                        </a:cubicBezTo>
                        <a:lnTo>
                          <a:pt x="120050" y="2192"/>
                        </a:lnTo>
                        <a:cubicBezTo>
                          <a:pt x="112513" y="418"/>
                          <a:pt x="104002" y="-291"/>
                          <a:pt x="94825" y="108"/>
                        </a:cubicBezTo>
                        <a:cubicBezTo>
                          <a:pt x="92786" y="196"/>
                          <a:pt x="90614" y="374"/>
                          <a:pt x="88353" y="1261"/>
                        </a:cubicBezTo>
                        <a:cubicBezTo>
                          <a:pt x="85472" y="2413"/>
                          <a:pt x="82945" y="4586"/>
                          <a:pt x="80640" y="6580"/>
                        </a:cubicBezTo>
                        <a:cubicBezTo>
                          <a:pt x="61710" y="23204"/>
                          <a:pt x="42781" y="39784"/>
                          <a:pt x="23852" y="56408"/>
                        </a:cubicBezTo>
                        <a:cubicBezTo>
                          <a:pt x="18399" y="61196"/>
                          <a:pt x="12946" y="65984"/>
                          <a:pt x="8025" y="7099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39" name="Forme libre : forme 19538">
                    <a:extLst>
                      <a:ext uri="{FF2B5EF4-FFF2-40B4-BE49-F238E27FC236}">
                        <a16:creationId xmlns:a16="http://schemas.microsoft.com/office/drawing/2014/main" id="{E1457796-D334-45D0-8B81-9351FEB3FA63}"/>
                      </a:ext>
                    </a:extLst>
                  </p:cNvPr>
                  <p:cNvSpPr/>
                  <p:nvPr/>
                </p:nvSpPr>
                <p:spPr>
                  <a:xfrm>
                    <a:off x="5994703" y="5887905"/>
                    <a:ext cx="5364" cy="708"/>
                  </a:xfrm>
                  <a:custGeom>
                    <a:avLst/>
                    <a:gdLst>
                      <a:gd name="connsiteX0" fmla="*/ 5320 w 5364"/>
                      <a:gd name="connsiteY0" fmla="*/ 709 h 708"/>
                      <a:gd name="connsiteX1" fmla="*/ 5364 w 5364"/>
                      <a:gd name="connsiteY1" fmla="*/ 532 h 708"/>
                      <a:gd name="connsiteX2" fmla="*/ 0 w 5364"/>
                      <a:gd name="connsiteY2" fmla="*/ 0 h 708"/>
                      <a:gd name="connsiteX3" fmla="*/ 5320 w 5364"/>
                      <a:gd name="connsiteY3" fmla="*/ 709 h 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64" h="708">
                        <a:moveTo>
                          <a:pt x="5320" y="709"/>
                        </a:moveTo>
                        <a:lnTo>
                          <a:pt x="5364" y="532"/>
                        </a:lnTo>
                        <a:cubicBezTo>
                          <a:pt x="3591" y="221"/>
                          <a:pt x="1818" y="0"/>
                          <a:pt x="0" y="0"/>
                        </a:cubicBezTo>
                        <a:cubicBezTo>
                          <a:pt x="1729" y="488"/>
                          <a:pt x="3502" y="709"/>
                          <a:pt x="5320" y="70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40" name="Forme libre : forme 19539">
                    <a:extLst>
                      <a:ext uri="{FF2B5EF4-FFF2-40B4-BE49-F238E27FC236}">
                        <a16:creationId xmlns:a16="http://schemas.microsoft.com/office/drawing/2014/main" id="{4CB0313A-AAFB-4D37-AB0A-A41F1FD9157B}"/>
                      </a:ext>
                    </a:extLst>
                  </p:cNvPr>
                  <p:cNvSpPr/>
                  <p:nvPr/>
                </p:nvSpPr>
                <p:spPr>
                  <a:xfrm>
                    <a:off x="5873793" y="5949969"/>
                    <a:ext cx="136026" cy="78516"/>
                  </a:xfrm>
                  <a:custGeom>
                    <a:avLst/>
                    <a:gdLst>
                      <a:gd name="connsiteX0" fmla="*/ 122639 w 136026"/>
                      <a:gd name="connsiteY0" fmla="*/ 42070 h 78516"/>
                      <a:gd name="connsiteX1" fmla="*/ 126274 w 136026"/>
                      <a:gd name="connsiteY1" fmla="*/ 37504 h 78516"/>
                      <a:gd name="connsiteX2" fmla="*/ 124856 w 136026"/>
                      <a:gd name="connsiteY2" fmla="*/ 38080 h 78516"/>
                      <a:gd name="connsiteX3" fmla="*/ 106237 w 136026"/>
                      <a:gd name="connsiteY3" fmla="*/ 35199 h 78516"/>
                      <a:gd name="connsiteX4" fmla="*/ 104641 w 136026"/>
                      <a:gd name="connsiteY4" fmla="*/ 27884 h 78516"/>
                      <a:gd name="connsiteX5" fmla="*/ 111335 w 136026"/>
                      <a:gd name="connsiteY5" fmla="*/ 20525 h 78516"/>
                      <a:gd name="connsiteX6" fmla="*/ 131815 w 136026"/>
                      <a:gd name="connsiteY6" fmla="*/ 7536 h 78516"/>
                      <a:gd name="connsiteX7" fmla="*/ 136027 w 136026"/>
                      <a:gd name="connsiteY7" fmla="*/ 5807 h 78516"/>
                      <a:gd name="connsiteX8" fmla="*/ 130752 w 136026"/>
                      <a:gd name="connsiteY8" fmla="*/ 0 h 78516"/>
                      <a:gd name="connsiteX9" fmla="*/ 47631 w 136026"/>
                      <a:gd name="connsiteY9" fmla="*/ 33293 h 78516"/>
                      <a:gd name="connsiteX10" fmla="*/ 19171 w 136026"/>
                      <a:gd name="connsiteY10" fmla="*/ 42646 h 78516"/>
                      <a:gd name="connsiteX11" fmla="*/ 20 w 136026"/>
                      <a:gd name="connsiteY11" fmla="*/ 61886 h 78516"/>
                      <a:gd name="connsiteX12" fmla="*/ 10925 w 136026"/>
                      <a:gd name="connsiteY12" fmla="*/ 71594 h 78516"/>
                      <a:gd name="connsiteX13" fmla="*/ 44085 w 136026"/>
                      <a:gd name="connsiteY13" fmla="*/ 78466 h 78516"/>
                      <a:gd name="connsiteX14" fmla="*/ 86155 w 136026"/>
                      <a:gd name="connsiteY14" fmla="*/ 69777 h 78516"/>
                      <a:gd name="connsiteX15" fmla="*/ 122639 w 136026"/>
                      <a:gd name="connsiteY15" fmla="*/ 42070 h 78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36026" h="78516">
                        <a:moveTo>
                          <a:pt x="122639" y="42070"/>
                        </a:moveTo>
                        <a:cubicBezTo>
                          <a:pt x="123925" y="40562"/>
                          <a:pt x="125122" y="39011"/>
                          <a:pt x="126274" y="37504"/>
                        </a:cubicBezTo>
                        <a:cubicBezTo>
                          <a:pt x="125787" y="37681"/>
                          <a:pt x="125343" y="37903"/>
                          <a:pt x="124856" y="38080"/>
                        </a:cubicBezTo>
                        <a:cubicBezTo>
                          <a:pt x="116521" y="40962"/>
                          <a:pt x="109827" y="38834"/>
                          <a:pt x="106237" y="35199"/>
                        </a:cubicBezTo>
                        <a:cubicBezTo>
                          <a:pt x="104463" y="33381"/>
                          <a:pt x="103178" y="30987"/>
                          <a:pt x="104641" y="27884"/>
                        </a:cubicBezTo>
                        <a:cubicBezTo>
                          <a:pt x="105793" y="25357"/>
                          <a:pt x="108586" y="22830"/>
                          <a:pt x="111335" y="20525"/>
                        </a:cubicBezTo>
                        <a:cubicBezTo>
                          <a:pt x="117452" y="15471"/>
                          <a:pt x="124457" y="10861"/>
                          <a:pt x="131815" y="7536"/>
                        </a:cubicBezTo>
                        <a:cubicBezTo>
                          <a:pt x="133145" y="6960"/>
                          <a:pt x="134564" y="6383"/>
                          <a:pt x="136027" y="5807"/>
                        </a:cubicBezTo>
                        <a:lnTo>
                          <a:pt x="130752" y="0"/>
                        </a:lnTo>
                        <a:cubicBezTo>
                          <a:pt x="103178" y="12723"/>
                          <a:pt x="75205" y="25623"/>
                          <a:pt x="47631" y="33293"/>
                        </a:cubicBezTo>
                        <a:cubicBezTo>
                          <a:pt x="38188" y="35908"/>
                          <a:pt x="28569" y="37991"/>
                          <a:pt x="19171" y="42646"/>
                        </a:cubicBezTo>
                        <a:cubicBezTo>
                          <a:pt x="9772" y="47256"/>
                          <a:pt x="463" y="55414"/>
                          <a:pt x="20" y="61886"/>
                        </a:cubicBezTo>
                        <a:cubicBezTo>
                          <a:pt x="-379" y="67338"/>
                          <a:pt x="5384" y="69733"/>
                          <a:pt x="10925" y="71594"/>
                        </a:cubicBezTo>
                        <a:cubicBezTo>
                          <a:pt x="20988" y="74963"/>
                          <a:pt x="31495" y="78022"/>
                          <a:pt x="44085" y="78466"/>
                        </a:cubicBezTo>
                        <a:cubicBezTo>
                          <a:pt x="56675" y="78909"/>
                          <a:pt x="71525" y="76471"/>
                          <a:pt x="86155" y="69777"/>
                        </a:cubicBezTo>
                        <a:cubicBezTo>
                          <a:pt x="100429" y="63172"/>
                          <a:pt x="113507" y="52842"/>
                          <a:pt x="122639" y="4207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41" name="Forme libre : forme 19540">
                    <a:extLst>
                      <a:ext uri="{FF2B5EF4-FFF2-40B4-BE49-F238E27FC236}">
                        <a16:creationId xmlns:a16="http://schemas.microsoft.com/office/drawing/2014/main" id="{38914EE8-BAF2-4142-A018-57B50904BD93}"/>
                      </a:ext>
                    </a:extLst>
                  </p:cNvPr>
                  <p:cNvSpPr/>
                  <p:nvPr/>
                </p:nvSpPr>
                <p:spPr>
                  <a:xfrm>
                    <a:off x="6094998" y="5884660"/>
                    <a:ext cx="85363" cy="81312"/>
                  </a:xfrm>
                  <a:custGeom>
                    <a:avLst/>
                    <a:gdLst>
                      <a:gd name="connsiteX0" fmla="*/ 51451 w 85363"/>
                      <a:gd name="connsiteY0" fmla="*/ 186 h 81312"/>
                      <a:gd name="connsiteX1" fmla="*/ 47904 w 85363"/>
                      <a:gd name="connsiteY1" fmla="*/ 3068 h 81312"/>
                      <a:gd name="connsiteX2" fmla="*/ 6987 w 85363"/>
                      <a:gd name="connsiteY2" fmla="*/ 57728 h 81312"/>
                      <a:gd name="connsiteX3" fmla="*/ 71 w 85363"/>
                      <a:gd name="connsiteY3" fmla="*/ 71293 h 81312"/>
                      <a:gd name="connsiteX4" fmla="*/ 13459 w 85363"/>
                      <a:gd name="connsiteY4" fmla="*/ 81312 h 81312"/>
                      <a:gd name="connsiteX5" fmla="*/ 40589 w 85363"/>
                      <a:gd name="connsiteY5" fmla="*/ 73776 h 81312"/>
                      <a:gd name="connsiteX6" fmla="*/ 67764 w 85363"/>
                      <a:gd name="connsiteY6" fmla="*/ 55379 h 81312"/>
                      <a:gd name="connsiteX7" fmla="*/ 80398 w 85363"/>
                      <a:gd name="connsiteY7" fmla="*/ 34188 h 81312"/>
                      <a:gd name="connsiteX8" fmla="*/ 85364 w 85363"/>
                      <a:gd name="connsiteY8" fmla="*/ 18938 h 81312"/>
                      <a:gd name="connsiteX9" fmla="*/ 82349 w 85363"/>
                      <a:gd name="connsiteY9" fmla="*/ 8387 h 81312"/>
                      <a:gd name="connsiteX10" fmla="*/ 54155 w 85363"/>
                      <a:gd name="connsiteY10" fmla="*/ 275 h 81312"/>
                      <a:gd name="connsiteX11" fmla="*/ 51451 w 85363"/>
                      <a:gd name="connsiteY11" fmla="*/ 186 h 81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5363" h="81312">
                        <a:moveTo>
                          <a:pt x="51451" y="186"/>
                        </a:moveTo>
                        <a:cubicBezTo>
                          <a:pt x="49943" y="674"/>
                          <a:pt x="48791" y="1960"/>
                          <a:pt x="47904" y="3068"/>
                        </a:cubicBezTo>
                        <a:cubicBezTo>
                          <a:pt x="33363" y="21199"/>
                          <a:pt x="19710" y="39419"/>
                          <a:pt x="6987" y="57728"/>
                        </a:cubicBezTo>
                        <a:cubicBezTo>
                          <a:pt x="3795" y="62294"/>
                          <a:pt x="559" y="67081"/>
                          <a:pt x="71" y="71293"/>
                        </a:cubicBezTo>
                        <a:cubicBezTo>
                          <a:pt x="-727" y="77721"/>
                          <a:pt x="5302" y="81356"/>
                          <a:pt x="13459" y="81312"/>
                        </a:cubicBezTo>
                        <a:cubicBezTo>
                          <a:pt x="21571" y="81268"/>
                          <a:pt x="31369" y="78032"/>
                          <a:pt x="40589" y="73776"/>
                        </a:cubicBezTo>
                        <a:cubicBezTo>
                          <a:pt x="50653" y="69077"/>
                          <a:pt x="60716" y="62826"/>
                          <a:pt x="67764" y="55379"/>
                        </a:cubicBezTo>
                        <a:cubicBezTo>
                          <a:pt x="74281" y="48463"/>
                          <a:pt x="77739" y="41148"/>
                          <a:pt x="80398" y="34188"/>
                        </a:cubicBezTo>
                        <a:cubicBezTo>
                          <a:pt x="82393" y="29046"/>
                          <a:pt x="84034" y="23948"/>
                          <a:pt x="85364" y="18938"/>
                        </a:cubicBezTo>
                        <a:lnTo>
                          <a:pt x="82349" y="8387"/>
                        </a:lnTo>
                        <a:cubicBezTo>
                          <a:pt x="72951" y="5683"/>
                          <a:pt x="63553" y="2979"/>
                          <a:pt x="54155" y="275"/>
                        </a:cubicBezTo>
                        <a:cubicBezTo>
                          <a:pt x="53312" y="53"/>
                          <a:pt x="52470" y="-168"/>
                          <a:pt x="51451" y="18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42" name="Forme libre : forme 19541">
                    <a:extLst>
                      <a:ext uri="{FF2B5EF4-FFF2-40B4-BE49-F238E27FC236}">
                        <a16:creationId xmlns:a16="http://schemas.microsoft.com/office/drawing/2014/main" id="{BE1FA443-43C4-4800-91D8-8044F1705A5A}"/>
                      </a:ext>
                    </a:extLst>
                  </p:cNvPr>
                  <p:cNvSpPr/>
                  <p:nvPr/>
                </p:nvSpPr>
                <p:spPr>
                  <a:xfrm>
                    <a:off x="5903668" y="6049768"/>
                    <a:ext cx="79475" cy="35986"/>
                  </a:xfrm>
                  <a:custGeom>
                    <a:avLst/>
                    <a:gdLst>
                      <a:gd name="connsiteX0" fmla="*/ 77648 w 79475"/>
                      <a:gd name="connsiteY0" fmla="*/ 14441 h 35986"/>
                      <a:gd name="connsiteX1" fmla="*/ 39434 w 79475"/>
                      <a:gd name="connsiteY1" fmla="*/ 1940 h 35986"/>
                      <a:gd name="connsiteX2" fmla="*/ 18510 w 79475"/>
                      <a:gd name="connsiteY2" fmla="*/ 7835 h 35986"/>
                      <a:gd name="connsiteX3" fmla="*/ 7339 w 79475"/>
                      <a:gd name="connsiteY3" fmla="*/ 16835 h 35986"/>
                      <a:gd name="connsiteX4" fmla="*/ 201 w 79475"/>
                      <a:gd name="connsiteY4" fmla="*/ 27607 h 35986"/>
                      <a:gd name="connsiteX5" fmla="*/ 5388 w 79475"/>
                      <a:gd name="connsiteY5" fmla="*/ 35986 h 35986"/>
                      <a:gd name="connsiteX6" fmla="*/ 6363 w 79475"/>
                      <a:gd name="connsiteY6" fmla="*/ 35143 h 35986"/>
                      <a:gd name="connsiteX7" fmla="*/ 26844 w 79475"/>
                      <a:gd name="connsiteY7" fmla="*/ 22155 h 35986"/>
                      <a:gd name="connsiteX8" fmla="*/ 49098 w 79475"/>
                      <a:gd name="connsiteY8" fmla="*/ 18652 h 35986"/>
                      <a:gd name="connsiteX9" fmla="*/ 53797 w 79475"/>
                      <a:gd name="connsiteY9" fmla="*/ 28051 h 35986"/>
                      <a:gd name="connsiteX10" fmla="*/ 56324 w 79475"/>
                      <a:gd name="connsiteY10" fmla="*/ 27740 h 35986"/>
                      <a:gd name="connsiteX11" fmla="*/ 61023 w 79475"/>
                      <a:gd name="connsiteY11" fmla="*/ 30888 h 35986"/>
                      <a:gd name="connsiteX12" fmla="*/ 77648 w 79475"/>
                      <a:gd name="connsiteY12" fmla="*/ 14441 h 35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9475" h="35986">
                        <a:moveTo>
                          <a:pt x="77648" y="14441"/>
                        </a:moveTo>
                        <a:cubicBezTo>
                          <a:pt x="87356" y="-4710"/>
                          <a:pt x="56014" y="33"/>
                          <a:pt x="39434" y="1940"/>
                        </a:cubicBezTo>
                        <a:cubicBezTo>
                          <a:pt x="32740" y="2738"/>
                          <a:pt x="25381" y="3934"/>
                          <a:pt x="18510" y="7835"/>
                        </a:cubicBezTo>
                        <a:cubicBezTo>
                          <a:pt x="14210" y="10274"/>
                          <a:pt x="10530" y="13554"/>
                          <a:pt x="7339" y="16835"/>
                        </a:cubicBezTo>
                        <a:cubicBezTo>
                          <a:pt x="3970" y="20381"/>
                          <a:pt x="955" y="24194"/>
                          <a:pt x="201" y="27607"/>
                        </a:cubicBezTo>
                        <a:cubicBezTo>
                          <a:pt x="-730" y="31730"/>
                          <a:pt x="1664" y="34346"/>
                          <a:pt x="5388" y="35986"/>
                        </a:cubicBezTo>
                        <a:cubicBezTo>
                          <a:pt x="5743" y="35720"/>
                          <a:pt x="6053" y="35410"/>
                          <a:pt x="6363" y="35143"/>
                        </a:cubicBezTo>
                        <a:cubicBezTo>
                          <a:pt x="12481" y="30090"/>
                          <a:pt x="19485" y="25480"/>
                          <a:pt x="26844" y="22155"/>
                        </a:cubicBezTo>
                        <a:cubicBezTo>
                          <a:pt x="34159" y="18874"/>
                          <a:pt x="44887" y="15593"/>
                          <a:pt x="49098" y="18652"/>
                        </a:cubicBezTo>
                        <a:cubicBezTo>
                          <a:pt x="51803" y="20603"/>
                          <a:pt x="54640" y="23972"/>
                          <a:pt x="53797" y="28051"/>
                        </a:cubicBezTo>
                        <a:cubicBezTo>
                          <a:pt x="54640" y="27873"/>
                          <a:pt x="55526" y="27740"/>
                          <a:pt x="56324" y="27740"/>
                        </a:cubicBezTo>
                        <a:cubicBezTo>
                          <a:pt x="59161" y="27740"/>
                          <a:pt x="60802" y="28981"/>
                          <a:pt x="61023" y="30888"/>
                        </a:cubicBezTo>
                        <a:cubicBezTo>
                          <a:pt x="67983" y="27164"/>
                          <a:pt x="73924" y="21844"/>
                          <a:pt x="77648" y="1444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43" name="Forme libre : forme 19542">
                    <a:extLst>
                      <a:ext uri="{FF2B5EF4-FFF2-40B4-BE49-F238E27FC236}">
                        <a16:creationId xmlns:a16="http://schemas.microsoft.com/office/drawing/2014/main" id="{52B1D8FB-67F7-4230-A3F3-77668CE9A663}"/>
                      </a:ext>
                    </a:extLst>
                  </p:cNvPr>
                  <p:cNvSpPr/>
                  <p:nvPr/>
                </p:nvSpPr>
                <p:spPr>
                  <a:xfrm>
                    <a:off x="6047001" y="5996341"/>
                    <a:ext cx="77282" cy="41181"/>
                  </a:xfrm>
                  <a:custGeom>
                    <a:avLst/>
                    <a:gdLst>
                      <a:gd name="connsiteX0" fmla="*/ 39822 w 77282"/>
                      <a:gd name="connsiteY0" fmla="*/ 26995 h 41181"/>
                      <a:gd name="connsiteX1" fmla="*/ 51393 w 77282"/>
                      <a:gd name="connsiteY1" fmla="*/ 15735 h 41181"/>
                      <a:gd name="connsiteX2" fmla="*/ 70012 w 77282"/>
                      <a:gd name="connsiteY2" fmla="*/ 6558 h 41181"/>
                      <a:gd name="connsiteX3" fmla="*/ 77282 w 77282"/>
                      <a:gd name="connsiteY3" fmla="*/ 4431 h 41181"/>
                      <a:gd name="connsiteX4" fmla="*/ 13933 w 77282"/>
                      <a:gd name="connsiteY4" fmla="*/ 20478 h 41181"/>
                      <a:gd name="connsiteX5" fmla="*/ 368 w 77282"/>
                      <a:gd name="connsiteY5" fmla="*/ 33157 h 41181"/>
                      <a:gd name="connsiteX6" fmla="*/ 10786 w 77282"/>
                      <a:gd name="connsiteY6" fmla="*/ 41181 h 41181"/>
                      <a:gd name="connsiteX7" fmla="*/ 40665 w 77282"/>
                      <a:gd name="connsiteY7" fmla="*/ 33468 h 41181"/>
                      <a:gd name="connsiteX8" fmla="*/ 39822 w 77282"/>
                      <a:gd name="connsiteY8" fmla="*/ 26995 h 41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282" h="41181">
                        <a:moveTo>
                          <a:pt x="39822" y="26995"/>
                        </a:moveTo>
                        <a:cubicBezTo>
                          <a:pt x="41817" y="23005"/>
                          <a:pt x="46472" y="19016"/>
                          <a:pt x="51393" y="15735"/>
                        </a:cubicBezTo>
                        <a:cubicBezTo>
                          <a:pt x="57200" y="11879"/>
                          <a:pt x="63628" y="8731"/>
                          <a:pt x="70012" y="6558"/>
                        </a:cubicBezTo>
                        <a:cubicBezTo>
                          <a:pt x="72007" y="5849"/>
                          <a:pt x="74578" y="5096"/>
                          <a:pt x="77282" y="4431"/>
                        </a:cubicBezTo>
                        <a:cubicBezTo>
                          <a:pt x="73336" y="-9046"/>
                          <a:pt x="28252" y="11701"/>
                          <a:pt x="13933" y="20478"/>
                        </a:cubicBezTo>
                        <a:cubicBezTo>
                          <a:pt x="8126" y="24025"/>
                          <a:pt x="1964" y="28635"/>
                          <a:pt x="368" y="33157"/>
                        </a:cubicBezTo>
                        <a:cubicBezTo>
                          <a:pt x="-1538" y="38654"/>
                          <a:pt x="4269" y="41181"/>
                          <a:pt x="10786" y="41181"/>
                        </a:cubicBezTo>
                        <a:cubicBezTo>
                          <a:pt x="16504" y="41181"/>
                          <a:pt x="28474" y="38122"/>
                          <a:pt x="40665" y="33468"/>
                        </a:cubicBezTo>
                        <a:cubicBezTo>
                          <a:pt x="38847" y="32093"/>
                          <a:pt x="38537" y="29611"/>
                          <a:pt x="39822" y="2699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44" name="Forme libre : forme 19543">
                    <a:extLst>
                      <a:ext uri="{FF2B5EF4-FFF2-40B4-BE49-F238E27FC236}">
                        <a16:creationId xmlns:a16="http://schemas.microsoft.com/office/drawing/2014/main" id="{0657F379-ACBD-4B83-91F8-FCB2D2558E79}"/>
                      </a:ext>
                    </a:extLst>
                  </p:cNvPr>
                  <p:cNvSpPr/>
                  <p:nvPr/>
                </p:nvSpPr>
                <p:spPr>
                  <a:xfrm>
                    <a:off x="5979582" y="6062525"/>
                    <a:ext cx="99261" cy="66783"/>
                  </a:xfrm>
                  <a:custGeom>
                    <a:avLst/>
                    <a:gdLst>
                      <a:gd name="connsiteX0" fmla="*/ 70180 w 99261"/>
                      <a:gd name="connsiteY0" fmla="*/ 35332 h 66783"/>
                      <a:gd name="connsiteX1" fmla="*/ 98419 w 99261"/>
                      <a:gd name="connsiteY1" fmla="*/ 9531 h 66783"/>
                      <a:gd name="connsiteX2" fmla="*/ 99261 w 99261"/>
                      <a:gd name="connsiteY2" fmla="*/ 0 h 66783"/>
                      <a:gd name="connsiteX3" fmla="*/ 90262 w 99261"/>
                      <a:gd name="connsiteY3" fmla="*/ 2837 h 66783"/>
                      <a:gd name="connsiteX4" fmla="*/ 87248 w 99261"/>
                      <a:gd name="connsiteY4" fmla="*/ 13343 h 66783"/>
                      <a:gd name="connsiteX5" fmla="*/ 79578 w 99261"/>
                      <a:gd name="connsiteY5" fmla="*/ 18486 h 66783"/>
                      <a:gd name="connsiteX6" fmla="*/ 57014 w 99261"/>
                      <a:gd name="connsiteY6" fmla="*/ 32361 h 66783"/>
                      <a:gd name="connsiteX7" fmla="*/ 38395 w 99261"/>
                      <a:gd name="connsiteY7" fmla="*/ 29480 h 66783"/>
                      <a:gd name="connsiteX8" fmla="*/ 36178 w 99261"/>
                      <a:gd name="connsiteY8" fmla="*/ 24914 h 66783"/>
                      <a:gd name="connsiteX9" fmla="*/ 28110 w 99261"/>
                      <a:gd name="connsiteY9" fmla="*/ 30810 h 66783"/>
                      <a:gd name="connsiteX10" fmla="*/ 7009 w 99261"/>
                      <a:gd name="connsiteY10" fmla="*/ 47567 h 66783"/>
                      <a:gd name="connsiteX11" fmla="*/ 1600 w 99261"/>
                      <a:gd name="connsiteY11" fmla="*/ 64723 h 66783"/>
                      <a:gd name="connsiteX12" fmla="*/ 16451 w 99261"/>
                      <a:gd name="connsiteY12" fmla="*/ 65654 h 66783"/>
                      <a:gd name="connsiteX13" fmla="*/ 34760 w 99261"/>
                      <a:gd name="connsiteY13" fmla="*/ 58029 h 66783"/>
                      <a:gd name="connsiteX14" fmla="*/ 70180 w 99261"/>
                      <a:gd name="connsiteY14" fmla="*/ 35332 h 66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9261" h="66783">
                        <a:moveTo>
                          <a:pt x="70180" y="35332"/>
                        </a:moveTo>
                        <a:cubicBezTo>
                          <a:pt x="79667" y="26599"/>
                          <a:pt x="86494" y="16048"/>
                          <a:pt x="98419" y="9531"/>
                        </a:cubicBezTo>
                        <a:lnTo>
                          <a:pt x="99261" y="0"/>
                        </a:lnTo>
                        <a:cubicBezTo>
                          <a:pt x="96247" y="1152"/>
                          <a:pt x="93232" y="2039"/>
                          <a:pt x="90262" y="2837"/>
                        </a:cubicBezTo>
                        <a:cubicBezTo>
                          <a:pt x="91725" y="5763"/>
                          <a:pt x="91636" y="9398"/>
                          <a:pt x="87248" y="13343"/>
                        </a:cubicBezTo>
                        <a:cubicBezTo>
                          <a:pt x="85075" y="15338"/>
                          <a:pt x="82238" y="16845"/>
                          <a:pt x="79578" y="18486"/>
                        </a:cubicBezTo>
                        <a:cubicBezTo>
                          <a:pt x="71998" y="23185"/>
                          <a:pt x="65127" y="29568"/>
                          <a:pt x="57014" y="32361"/>
                        </a:cubicBezTo>
                        <a:cubicBezTo>
                          <a:pt x="48680" y="35243"/>
                          <a:pt x="41986" y="33115"/>
                          <a:pt x="38395" y="29480"/>
                        </a:cubicBezTo>
                        <a:cubicBezTo>
                          <a:pt x="37198" y="28239"/>
                          <a:pt x="36223" y="26731"/>
                          <a:pt x="36178" y="24914"/>
                        </a:cubicBezTo>
                        <a:cubicBezTo>
                          <a:pt x="33474" y="26864"/>
                          <a:pt x="30814" y="28859"/>
                          <a:pt x="28110" y="30810"/>
                        </a:cubicBezTo>
                        <a:cubicBezTo>
                          <a:pt x="20707" y="36174"/>
                          <a:pt x="12816" y="41405"/>
                          <a:pt x="7009" y="47567"/>
                        </a:cubicBezTo>
                        <a:cubicBezTo>
                          <a:pt x="1157" y="53729"/>
                          <a:pt x="-2168" y="61176"/>
                          <a:pt x="1600" y="64723"/>
                        </a:cubicBezTo>
                        <a:cubicBezTo>
                          <a:pt x="4349" y="67338"/>
                          <a:pt x="10378" y="67250"/>
                          <a:pt x="16451" y="65654"/>
                        </a:cubicBezTo>
                        <a:cubicBezTo>
                          <a:pt x="22525" y="64058"/>
                          <a:pt x="28731" y="61043"/>
                          <a:pt x="34760" y="58029"/>
                        </a:cubicBezTo>
                        <a:cubicBezTo>
                          <a:pt x="47394" y="51645"/>
                          <a:pt x="60294" y="44419"/>
                          <a:pt x="70180" y="3533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45" name="Forme libre : forme 19544">
                    <a:extLst>
                      <a:ext uri="{FF2B5EF4-FFF2-40B4-BE49-F238E27FC236}">
                        <a16:creationId xmlns:a16="http://schemas.microsoft.com/office/drawing/2014/main" id="{2084F159-D15E-4C2A-B9A2-6BF1A7A1A2FF}"/>
                      </a:ext>
                    </a:extLst>
                  </p:cNvPr>
                  <p:cNvSpPr/>
                  <p:nvPr/>
                </p:nvSpPr>
                <p:spPr>
                  <a:xfrm>
                    <a:off x="6068162" y="6045744"/>
                    <a:ext cx="113788" cy="79184"/>
                  </a:xfrm>
                  <a:custGeom>
                    <a:avLst/>
                    <a:gdLst>
                      <a:gd name="connsiteX0" fmla="*/ 4164 w 113788"/>
                      <a:gd name="connsiteY0" fmla="*/ 78800 h 79184"/>
                      <a:gd name="connsiteX1" fmla="*/ 14671 w 113788"/>
                      <a:gd name="connsiteY1" fmla="*/ 78268 h 79184"/>
                      <a:gd name="connsiteX2" fmla="*/ 100850 w 113788"/>
                      <a:gd name="connsiteY2" fmla="*/ 28573 h 79184"/>
                      <a:gd name="connsiteX3" fmla="*/ 74030 w 113788"/>
                      <a:gd name="connsiteY3" fmla="*/ 38769 h 79184"/>
                      <a:gd name="connsiteX4" fmla="*/ 67336 w 113788"/>
                      <a:gd name="connsiteY4" fmla="*/ 40719 h 79184"/>
                      <a:gd name="connsiteX5" fmla="*/ 62637 w 113788"/>
                      <a:gd name="connsiteY5" fmla="*/ 33449 h 79184"/>
                      <a:gd name="connsiteX6" fmla="*/ 74207 w 113788"/>
                      <a:gd name="connsiteY6" fmla="*/ 22189 h 79184"/>
                      <a:gd name="connsiteX7" fmla="*/ 92826 w 113788"/>
                      <a:gd name="connsiteY7" fmla="*/ 13013 h 79184"/>
                      <a:gd name="connsiteX8" fmla="*/ 113573 w 113788"/>
                      <a:gd name="connsiteY8" fmla="*/ 9067 h 79184"/>
                      <a:gd name="connsiteX9" fmla="*/ 105682 w 113788"/>
                      <a:gd name="connsiteY9" fmla="*/ 157 h 79184"/>
                      <a:gd name="connsiteX10" fmla="*/ 55677 w 113788"/>
                      <a:gd name="connsiteY10" fmla="*/ 19042 h 79184"/>
                      <a:gd name="connsiteX11" fmla="*/ 8066 w 113788"/>
                      <a:gd name="connsiteY11" fmla="*/ 58231 h 79184"/>
                      <a:gd name="connsiteX12" fmla="*/ 441 w 113788"/>
                      <a:gd name="connsiteY12" fmla="*/ 70333 h 79184"/>
                      <a:gd name="connsiteX13" fmla="*/ 4164 w 113788"/>
                      <a:gd name="connsiteY13" fmla="*/ 78800 h 79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3788" h="79184">
                        <a:moveTo>
                          <a:pt x="4164" y="78800"/>
                        </a:moveTo>
                        <a:cubicBezTo>
                          <a:pt x="6957" y="79598"/>
                          <a:pt x="10858" y="79021"/>
                          <a:pt x="14671" y="78268"/>
                        </a:cubicBezTo>
                        <a:cubicBezTo>
                          <a:pt x="45569" y="72017"/>
                          <a:pt x="79350" y="51935"/>
                          <a:pt x="100850" y="28573"/>
                        </a:cubicBezTo>
                        <a:cubicBezTo>
                          <a:pt x="91895" y="31986"/>
                          <a:pt x="82985" y="35400"/>
                          <a:pt x="74030" y="38769"/>
                        </a:cubicBezTo>
                        <a:cubicBezTo>
                          <a:pt x="71769" y="39611"/>
                          <a:pt x="69420" y="40498"/>
                          <a:pt x="67336" y="40719"/>
                        </a:cubicBezTo>
                        <a:cubicBezTo>
                          <a:pt x="62415" y="41207"/>
                          <a:pt x="60686" y="37439"/>
                          <a:pt x="62637" y="33449"/>
                        </a:cubicBezTo>
                        <a:cubicBezTo>
                          <a:pt x="64632" y="29460"/>
                          <a:pt x="69287" y="25470"/>
                          <a:pt x="74207" y="22189"/>
                        </a:cubicBezTo>
                        <a:cubicBezTo>
                          <a:pt x="80015" y="18333"/>
                          <a:pt x="86443" y="15185"/>
                          <a:pt x="92826" y="13013"/>
                        </a:cubicBezTo>
                        <a:cubicBezTo>
                          <a:pt x="98323" y="11107"/>
                          <a:pt x="107722" y="8624"/>
                          <a:pt x="113573" y="9067"/>
                        </a:cubicBezTo>
                        <a:cubicBezTo>
                          <a:pt x="114504" y="4368"/>
                          <a:pt x="112509" y="822"/>
                          <a:pt x="105682" y="157"/>
                        </a:cubicBezTo>
                        <a:cubicBezTo>
                          <a:pt x="90344" y="-1351"/>
                          <a:pt x="71060" y="8225"/>
                          <a:pt x="55677" y="19042"/>
                        </a:cubicBezTo>
                        <a:cubicBezTo>
                          <a:pt x="38344" y="31189"/>
                          <a:pt x="20478" y="43779"/>
                          <a:pt x="8066" y="58231"/>
                        </a:cubicBezTo>
                        <a:cubicBezTo>
                          <a:pt x="4608" y="62220"/>
                          <a:pt x="1593" y="66432"/>
                          <a:pt x="441" y="70333"/>
                        </a:cubicBezTo>
                        <a:cubicBezTo>
                          <a:pt x="-712" y="74190"/>
                          <a:pt x="352" y="77692"/>
                          <a:pt x="4164" y="7880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46" name="Forme libre : forme 19545">
                    <a:extLst>
                      <a:ext uri="{FF2B5EF4-FFF2-40B4-BE49-F238E27FC236}">
                        <a16:creationId xmlns:a16="http://schemas.microsoft.com/office/drawing/2014/main" id="{60792A37-317B-487B-AC8B-56F3D1184414}"/>
                      </a:ext>
                    </a:extLst>
                  </p:cNvPr>
                  <p:cNvSpPr/>
                  <p:nvPr/>
                </p:nvSpPr>
                <p:spPr>
                  <a:xfrm>
                    <a:off x="6203677" y="5898874"/>
                    <a:ext cx="103248" cy="102184"/>
                  </a:xfrm>
                  <a:custGeom>
                    <a:avLst/>
                    <a:gdLst>
                      <a:gd name="connsiteX0" fmla="*/ 35512 w 103248"/>
                      <a:gd name="connsiteY0" fmla="*/ 36599 h 102184"/>
                      <a:gd name="connsiteX1" fmla="*/ 9578 w 103248"/>
                      <a:gd name="connsiteY1" fmla="*/ 72329 h 102184"/>
                      <a:gd name="connsiteX2" fmla="*/ 47 w 103248"/>
                      <a:gd name="connsiteY2" fmla="*/ 96622 h 102184"/>
                      <a:gd name="connsiteX3" fmla="*/ 3859 w 103248"/>
                      <a:gd name="connsiteY3" fmla="*/ 101942 h 102184"/>
                      <a:gd name="connsiteX4" fmla="*/ 17247 w 103248"/>
                      <a:gd name="connsiteY4" fmla="*/ 98263 h 102184"/>
                      <a:gd name="connsiteX5" fmla="*/ 28951 w 103248"/>
                      <a:gd name="connsiteY5" fmla="*/ 88599 h 102184"/>
                      <a:gd name="connsiteX6" fmla="*/ 79488 w 103248"/>
                      <a:gd name="connsiteY6" fmla="*/ 40234 h 102184"/>
                      <a:gd name="connsiteX7" fmla="*/ 87689 w 103248"/>
                      <a:gd name="connsiteY7" fmla="*/ 31811 h 102184"/>
                      <a:gd name="connsiteX8" fmla="*/ 73459 w 103248"/>
                      <a:gd name="connsiteY8" fmla="*/ 37219 h 102184"/>
                      <a:gd name="connsiteX9" fmla="*/ 66765 w 103248"/>
                      <a:gd name="connsiteY9" fmla="*/ 39170 h 102184"/>
                      <a:gd name="connsiteX10" fmla="*/ 62066 w 103248"/>
                      <a:gd name="connsiteY10" fmla="*/ 31899 h 102184"/>
                      <a:gd name="connsiteX11" fmla="*/ 73636 w 103248"/>
                      <a:gd name="connsiteY11" fmla="*/ 20640 h 102184"/>
                      <a:gd name="connsiteX12" fmla="*/ 92255 w 103248"/>
                      <a:gd name="connsiteY12" fmla="*/ 11463 h 102184"/>
                      <a:gd name="connsiteX13" fmla="*/ 103072 w 103248"/>
                      <a:gd name="connsiteY13" fmla="*/ 8493 h 102184"/>
                      <a:gd name="connsiteX14" fmla="*/ 78380 w 103248"/>
                      <a:gd name="connsiteY14" fmla="*/ 3084 h 102184"/>
                      <a:gd name="connsiteX15" fmla="*/ 35512 w 103248"/>
                      <a:gd name="connsiteY15" fmla="*/ 36599 h 102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3248" h="102184">
                        <a:moveTo>
                          <a:pt x="35512" y="36599"/>
                        </a:moveTo>
                        <a:cubicBezTo>
                          <a:pt x="25803" y="48435"/>
                          <a:pt x="17114" y="60360"/>
                          <a:pt x="9578" y="72329"/>
                        </a:cubicBezTo>
                        <a:cubicBezTo>
                          <a:pt x="4303" y="80752"/>
                          <a:pt x="-529" y="89530"/>
                          <a:pt x="47" y="96622"/>
                        </a:cubicBezTo>
                        <a:cubicBezTo>
                          <a:pt x="268" y="98972"/>
                          <a:pt x="1199" y="101189"/>
                          <a:pt x="3859" y="101942"/>
                        </a:cubicBezTo>
                        <a:cubicBezTo>
                          <a:pt x="7273" y="102873"/>
                          <a:pt x="12814" y="101012"/>
                          <a:pt x="17247" y="98263"/>
                        </a:cubicBezTo>
                        <a:cubicBezTo>
                          <a:pt x="21725" y="95514"/>
                          <a:pt x="25404" y="92012"/>
                          <a:pt x="28951" y="88599"/>
                        </a:cubicBezTo>
                        <a:cubicBezTo>
                          <a:pt x="45752" y="72507"/>
                          <a:pt x="63086" y="56459"/>
                          <a:pt x="79488" y="40234"/>
                        </a:cubicBezTo>
                        <a:cubicBezTo>
                          <a:pt x="82103" y="37618"/>
                          <a:pt x="84941" y="34781"/>
                          <a:pt x="87689" y="31811"/>
                        </a:cubicBezTo>
                        <a:cubicBezTo>
                          <a:pt x="82946" y="33628"/>
                          <a:pt x="78202" y="35446"/>
                          <a:pt x="73459" y="37219"/>
                        </a:cubicBezTo>
                        <a:cubicBezTo>
                          <a:pt x="71198" y="38061"/>
                          <a:pt x="68849" y="38948"/>
                          <a:pt x="66765" y="39170"/>
                        </a:cubicBezTo>
                        <a:cubicBezTo>
                          <a:pt x="61844" y="39657"/>
                          <a:pt x="60115" y="35889"/>
                          <a:pt x="62066" y="31899"/>
                        </a:cubicBezTo>
                        <a:cubicBezTo>
                          <a:pt x="64016" y="27909"/>
                          <a:pt x="68715" y="23920"/>
                          <a:pt x="73636" y="20640"/>
                        </a:cubicBezTo>
                        <a:cubicBezTo>
                          <a:pt x="79444" y="16783"/>
                          <a:pt x="85872" y="13635"/>
                          <a:pt x="92255" y="11463"/>
                        </a:cubicBezTo>
                        <a:cubicBezTo>
                          <a:pt x="95137" y="10488"/>
                          <a:pt x="99127" y="9291"/>
                          <a:pt x="103072" y="8493"/>
                        </a:cubicBezTo>
                        <a:cubicBezTo>
                          <a:pt x="104934" y="-1836"/>
                          <a:pt x="91723" y="-1570"/>
                          <a:pt x="78380" y="3084"/>
                        </a:cubicBezTo>
                        <a:cubicBezTo>
                          <a:pt x="59894" y="9512"/>
                          <a:pt x="46151" y="23787"/>
                          <a:pt x="35512" y="3659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47" name="Forme libre : forme 19546">
                    <a:extLst>
                      <a:ext uri="{FF2B5EF4-FFF2-40B4-BE49-F238E27FC236}">
                        <a16:creationId xmlns:a16="http://schemas.microsoft.com/office/drawing/2014/main" id="{FA43B097-4B2F-4543-A074-32B7BFD36F46}"/>
                      </a:ext>
                    </a:extLst>
                  </p:cNvPr>
                  <p:cNvSpPr/>
                  <p:nvPr/>
                </p:nvSpPr>
                <p:spPr>
                  <a:xfrm>
                    <a:off x="6342169" y="5958613"/>
                    <a:ext cx="797" cy="177"/>
                  </a:xfrm>
                  <a:custGeom>
                    <a:avLst/>
                    <a:gdLst>
                      <a:gd name="connsiteX0" fmla="*/ 0 w 797"/>
                      <a:gd name="connsiteY0" fmla="*/ 0 h 177"/>
                      <a:gd name="connsiteX1" fmla="*/ 266 w 797"/>
                      <a:gd name="connsiteY1" fmla="*/ 177 h 177"/>
                      <a:gd name="connsiteX2" fmla="*/ 798 w 797"/>
                      <a:gd name="connsiteY2" fmla="*/ 0 h 177"/>
                      <a:gd name="connsiteX3" fmla="*/ 0 w 797"/>
                      <a:gd name="connsiteY3" fmla="*/ 0 h 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7" h="177">
                        <a:moveTo>
                          <a:pt x="0" y="0"/>
                        </a:moveTo>
                        <a:lnTo>
                          <a:pt x="266" y="177"/>
                        </a:lnTo>
                        <a:cubicBezTo>
                          <a:pt x="443" y="133"/>
                          <a:pt x="620" y="89"/>
                          <a:pt x="798" y="0"/>
                        </a:cubicBezTo>
                        <a:cubicBezTo>
                          <a:pt x="532" y="0"/>
                          <a:pt x="266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48" name="Forme libre : forme 19547">
                    <a:extLst>
                      <a:ext uri="{FF2B5EF4-FFF2-40B4-BE49-F238E27FC236}">
                        <a16:creationId xmlns:a16="http://schemas.microsoft.com/office/drawing/2014/main" id="{79130A94-81F0-4EAD-B354-AF02A7196EC2}"/>
                      </a:ext>
                    </a:extLst>
                  </p:cNvPr>
                  <p:cNvSpPr/>
                  <p:nvPr/>
                </p:nvSpPr>
                <p:spPr>
                  <a:xfrm>
                    <a:off x="6237711" y="5958746"/>
                    <a:ext cx="117047" cy="85973"/>
                  </a:xfrm>
                  <a:custGeom>
                    <a:avLst/>
                    <a:gdLst>
                      <a:gd name="connsiteX0" fmla="*/ 1078 w 117047"/>
                      <a:gd name="connsiteY0" fmla="*/ 62684 h 85973"/>
                      <a:gd name="connsiteX1" fmla="*/ 590 w 117047"/>
                      <a:gd name="connsiteY1" fmla="*/ 74564 h 85973"/>
                      <a:gd name="connsiteX2" fmla="*/ 7550 w 117047"/>
                      <a:gd name="connsiteY2" fmla="*/ 84716 h 85973"/>
                      <a:gd name="connsiteX3" fmla="*/ 42661 w 117047"/>
                      <a:gd name="connsiteY3" fmla="*/ 76515 h 85973"/>
                      <a:gd name="connsiteX4" fmla="*/ 67929 w 117047"/>
                      <a:gd name="connsiteY4" fmla="*/ 56167 h 85973"/>
                      <a:gd name="connsiteX5" fmla="*/ 59462 w 117047"/>
                      <a:gd name="connsiteY5" fmla="*/ 52178 h 85973"/>
                      <a:gd name="connsiteX6" fmla="*/ 57866 w 117047"/>
                      <a:gd name="connsiteY6" fmla="*/ 44863 h 85973"/>
                      <a:gd name="connsiteX7" fmla="*/ 64560 w 117047"/>
                      <a:gd name="connsiteY7" fmla="*/ 37504 h 85973"/>
                      <a:gd name="connsiteX8" fmla="*/ 85041 w 117047"/>
                      <a:gd name="connsiteY8" fmla="*/ 24515 h 85973"/>
                      <a:gd name="connsiteX9" fmla="*/ 99404 w 117047"/>
                      <a:gd name="connsiteY9" fmla="*/ 20038 h 85973"/>
                      <a:gd name="connsiteX10" fmla="*/ 98562 w 117047"/>
                      <a:gd name="connsiteY10" fmla="*/ 13521 h 85973"/>
                      <a:gd name="connsiteX11" fmla="*/ 111240 w 117047"/>
                      <a:gd name="connsiteY11" fmla="*/ 6472 h 85973"/>
                      <a:gd name="connsiteX12" fmla="*/ 115762 w 117047"/>
                      <a:gd name="connsiteY12" fmla="*/ 8955 h 85973"/>
                      <a:gd name="connsiteX13" fmla="*/ 117048 w 117047"/>
                      <a:gd name="connsiteY13" fmla="*/ 7669 h 85973"/>
                      <a:gd name="connsiteX14" fmla="*/ 104680 w 117047"/>
                      <a:gd name="connsiteY14" fmla="*/ 0 h 85973"/>
                      <a:gd name="connsiteX15" fmla="*/ 41596 w 117047"/>
                      <a:gd name="connsiteY15" fmla="*/ 25934 h 85973"/>
                      <a:gd name="connsiteX16" fmla="*/ 1078 w 117047"/>
                      <a:gd name="connsiteY16" fmla="*/ 62684 h 8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17047" h="85973">
                        <a:moveTo>
                          <a:pt x="1078" y="62684"/>
                        </a:moveTo>
                        <a:cubicBezTo>
                          <a:pt x="-385" y="67028"/>
                          <a:pt x="-163" y="70974"/>
                          <a:pt x="590" y="74564"/>
                        </a:cubicBezTo>
                        <a:cubicBezTo>
                          <a:pt x="1477" y="78776"/>
                          <a:pt x="3206" y="82766"/>
                          <a:pt x="7550" y="84716"/>
                        </a:cubicBezTo>
                        <a:cubicBezTo>
                          <a:pt x="15530" y="88307"/>
                          <a:pt x="30647" y="83786"/>
                          <a:pt x="42661" y="76515"/>
                        </a:cubicBezTo>
                        <a:cubicBezTo>
                          <a:pt x="52236" y="70708"/>
                          <a:pt x="60304" y="63526"/>
                          <a:pt x="67929" y="56167"/>
                        </a:cubicBezTo>
                        <a:cubicBezTo>
                          <a:pt x="64338" y="55679"/>
                          <a:pt x="61413" y="54172"/>
                          <a:pt x="59462" y="52178"/>
                        </a:cubicBezTo>
                        <a:cubicBezTo>
                          <a:pt x="57689" y="50360"/>
                          <a:pt x="56403" y="47966"/>
                          <a:pt x="57866" y="44863"/>
                        </a:cubicBezTo>
                        <a:cubicBezTo>
                          <a:pt x="59019" y="42336"/>
                          <a:pt x="61811" y="39809"/>
                          <a:pt x="64560" y="37504"/>
                        </a:cubicBezTo>
                        <a:cubicBezTo>
                          <a:pt x="70678" y="32450"/>
                          <a:pt x="77682" y="27840"/>
                          <a:pt x="85041" y="24515"/>
                        </a:cubicBezTo>
                        <a:cubicBezTo>
                          <a:pt x="89341" y="22609"/>
                          <a:pt x="94794" y="20702"/>
                          <a:pt x="99404" y="20038"/>
                        </a:cubicBezTo>
                        <a:cubicBezTo>
                          <a:pt x="97143" y="18974"/>
                          <a:pt x="96656" y="16491"/>
                          <a:pt x="98562" y="13521"/>
                        </a:cubicBezTo>
                        <a:cubicBezTo>
                          <a:pt x="101089" y="9619"/>
                          <a:pt x="106763" y="6472"/>
                          <a:pt x="111240" y="6472"/>
                        </a:cubicBezTo>
                        <a:cubicBezTo>
                          <a:pt x="113723" y="6472"/>
                          <a:pt x="115274" y="7447"/>
                          <a:pt x="115762" y="8955"/>
                        </a:cubicBezTo>
                        <a:cubicBezTo>
                          <a:pt x="116206" y="8511"/>
                          <a:pt x="116605" y="8112"/>
                          <a:pt x="117048" y="7669"/>
                        </a:cubicBezTo>
                        <a:lnTo>
                          <a:pt x="104680" y="0"/>
                        </a:lnTo>
                        <a:cubicBezTo>
                          <a:pt x="83667" y="5807"/>
                          <a:pt x="62077" y="14585"/>
                          <a:pt x="41596" y="25934"/>
                        </a:cubicBezTo>
                        <a:cubicBezTo>
                          <a:pt x="24042" y="35730"/>
                          <a:pt x="5555" y="49340"/>
                          <a:pt x="1078" y="6268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49" name="Forme libre : forme 19548">
                    <a:extLst>
                      <a:ext uri="{FF2B5EF4-FFF2-40B4-BE49-F238E27FC236}">
                        <a16:creationId xmlns:a16="http://schemas.microsoft.com/office/drawing/2014/main" id="{1391F466-2EE4-4D32-8C55-AE8141FDC19C}"/>
                      </a:ext>
                    </a:extLst>
                  </p:cNvPr>
                  <p:cNvSpPr/>
                  <p:nvPr/>
                </p:nvSpPr>
                <p:spPr>
                  <a:xfrm>
                    <a:off x="6388108" y="5896793"/>
                    <a:ext cx="85946" cy="48618"/>
                  </a:xfrm>
                  <a:custGeom>
                    <a:avLst/>
                    <a:gdLst>
                      <a:gd name="connsiteX0" fmla="*/ 44187 w 85946"/>
                      <a:gd name="connsiteY0" fmla="*/ 5253 h 48618"/>
                      <a:gd name="connsiteX1" fmla="*/ 30621 w 85946"/>
                      <a:gd name="connsiteY1" fmla="*/ 9065 h 48618"/>
                      <a:gd name="connsiteX2" fmla="*/ 16081 w 85946"/>
                      <a:gd name="connsiteY2" fmla="*/ 17887 h 48618"/>
                      <a:gd name="connsiteX3" fmla="*/ 2604 w 85946"/>
                      <a:gd name="connsiteY3" fmla="*/ 27419 h 48618"/>
                      <a:gd name="connsiteX4" fmla="*/ 210 w 85946"/>
                      <a:gd name="connsiteY4" fmla="*/ 29635 h 48618"/>
                      <a:gd name="connsiteX5" fmla="*/ 698 w 85946"/>
                      <a:gd name="connsiteY5" fmla="*/ 31807 h 48618"/>
                      <a:gd name="connsiteX6" fmla="*/ 26498 w 85946"/>
                      <a:gd name="connsiteY6" fmla="*/ 38236 h 48618"/>
                      <a:gd name="connsiteX7" fmla="*/ 33636 w 85946"/>
                      <a:gd name="connsiteY7" fmla="*/ 32650 h 48618"/>
                      <a:gd name="connsiteX8" fmla="*/ 52255 w 85946"/>
                      <a:gd name="connsiteY8" fmla="*/ 23473 h 48618"/>
                      <a:gd name="connsiteX9" fmla="*/ 77390 w 85946"/>
                      <a:gd name="connsiteY9" fmla="*/ 21212 h 48618"/>
                      <a:gd name="connsiteX10" fmla="*/ 74952 w 85946"/>
                      <a:gd name="connsiteY10" fmla="*/ 31010 h 48618"/>
                      <a:gd name="connsiteX11" fmla="*/ 61032 w 85946"/>
                      <a:gd name="connsiteY11" fmla="*/ 38723 h 48618"/>
                      <a:gd name="connsiteX12" fmla="*/ 41216 w 85946"/>
                      <a:gd name="connsiteY12" fmla="*/ 46259 h 48618"/>
                      <a:gd name="connsiteX13" fmla="*/ 48487 w 85946"/>
                      <a:gd name="connsiteY13" fmla="*/ 48609 h 48618"/>
                      <a:gd name="connsiteX14" fmla="*/ 78321 w 85946"/>
                      <a:gd name="connsiteY14" fmla="*/ 31098 h 48618"/>
                      <a:gd name="connsiteX15" fmla="*/ 85946 w 85946"/>
                      <a:gd name="connsiteY15" fmla="*/ 6140 h 48618"/>
                      <a:gd name="connsiteX16" fmla="*/ 74819 w 85946"/>
                      <a:gd name="connsiteY16" fmla="*/ 1219 h 48618"/>
                      <a:gd name="connsiteX17" fmla="*/ 66441 w 85946"/>
                      <a:gd name="connsiteY17" fmla="*/ 642 h 48618"/>
                      <a:gd name="connsiteX18" fmla="*/ 44187 w 85946"/>
                      <a:gd name="connsiteY18" fmla="*/ 5253 h 48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5946" h="48618">
                        <a:moveTo>
                          <a:pt x="44187" y="5253"/>
                        </a:moveTo>
                        <a:cubicBezTo>
                          <a:pt x="39753" y="6184"/>
                          <a:pt x="35187" y="7115"/>
                          <a:pt x="30621" y="9065"/>
                        </a:cubicBezTo>
                        <a:cubicBezTo>
                          <a:pt x="25479" y="11282"/>
                          <a:pt x="20691" y="14651"/>
                          <a:pt x="16081" y="17887"/>
                        </a:cubicBezTo>
                        <a:cubicBezTo>
                          <a:pt x="11603" y="21080"/>
                          <a:pt x="7082" y="24227"/>
                          <a:pt x="2604" y="27419"/>
                        </a:cubicBezTo>
                        <a:cubicBezTo>
                          <a:pt x="1673" y="28084"/>
                          <a:pt x="653" y="28837"/>
                          <a:pt x="210" y="29635"/>
                        </a:cubicBezTo>
                        <a:cubicBezTo>
                          <a:pt x="-277" y="30566"/>
                          <a:pt x="166" y="31275"/>
                          <a:pt x="698" y="31807"/>
                        </a:cubicBezTo>
                        <a:cubicBezTo>
                          <a:pt x="5884" y="36994"/>
                          <a:pt x="17455" y="36418"/>
                          <a:pt x="26498" y="38236"/>
                        </a:cubicBezTo>
                        <a:cubicBezTo>
                          <a:pt x="28582" y="36240"/>
                          <a:pt x="31065" y="34334"/>
                          <a:pt x="33636" y="32650"/>
                        </a:cubicBezTo>
                        <a:cubicBezTo>
                          <a:pt x="39443" y="28793"/>
                          <a:pt x="45871" y="25645"/>
                          <a:pt x="52255" y="23473"/>
                        </a:cubicBezTo>
                        <a:cubicBezTo>
                          <a:pt x="59614" y="20946"/>
                          <a:pt x="74066" y="17267"/>
                          <a:pt x="77390" y="21212"/>
                        </a:cubicBezTo>
                        <a:cubicBezTo>
                          <a:pt x="79119" y="23252"/>
                          <a:pt x="77967" y="27906"/>
                          <a:pt x="74952" y="31010"/>
                        </a:cubicBezTo>
                        <a:cubicBezTo>
                          <a:pt x="71450" y="34645"/>
                          <a:pt x="65687" y="36950"/>
                          <a:pt x="61032" y="38723"/>
                        </a:cubicBezTo>
                        <a:cubicBezTo>
                          <a:pt x="54427" y="41250"/>
                          <a:pt x="47822" y="43733"/>
                          <a:pt x="41216" y="46259"/>
                        </a:cubicBezTo>
                        <a:cubicBezTo>
                          <a:pt x="43167" y="47545"/>
                          <a:pt x="45428" y="48476"/>
                          <a:pt x="48487" y="48609"/>
                        </a:cubicBezTo>
                        <a:cubicBezTo>
                          <a:pt x="58372" y="48963"/>
                          <a:pt x="72071" y="39876"/>
                          <a:pt x="78321" y="31098"/>
                        </a:cubicBezTo>
                        <a:cubicBezTo>
                          <a:pt x="84572" y="22320"/>
                          <a:pt x="85370" y="14031"/>
                          <a:pt x="85946" y="6140"/>
                        </a:cubicBezTo>
                        <a:cubicBezTo>
                          <a:pt x="83996" y="8622"/>
                          <a:pt x="76770" y="-1263"/>
                          <a:pt x="74819" y="1219"/>
                        </a:cubicBezTo>
                        <a:cubicBezTo>
                          <a:pt x="73755" y="-598"/>
                          <a:pt x="69854" y="-22"/>
                          <a:pt x="66441" y="642"/>
                        </a:cubicBezTo>
                        <a:cubicBezTo>
                          <a:pt x="58993" y="2194"/>
                          <a:pt x="51590" y="3746"/>
                          <a:pt x="44187" y="525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50" name="Forme libre : forme 19549">
                    <a:extLst>
                      <a:ext uri="{FF2B5EF4-FFF2-40B4-BE49-F238E27FC236}">
                        <a16:creationId xmlns:a16="http://schemas.microsoft.com/office/drawing/2014/main" id="{AF762169-867F-4087-9FED-2F03B2CA5460}"/>
                      </a:ext>
                    </a:extLst>
                  </p:cNvPr>
                  <p:cNvSpPr/>
                  <p:nvPr/>
                </p:nvSpPr>
                <p:spPr>
                  <a:xfrm>
                    <a:off x="6482998" y="6010259"/>
                    <a:ext cx="409" cy="204"/>
                  </a:xfrm>
                  <a:custGeom>
                    <a:avLst/>
                    <a:gdLst>
                      <a:gd name="connsiteX0" fmla="*/ 410 w 409"/>
                      <a:gd name="connsiteY0" fmla="*/ 89 h 204"/>
                      <a:gd name="connsiteX1" fmla="*/ 11 w 409"/>
                      <a:gd name="connsiteY1" fmla="*/ 0 h 204"/>
                      <a:gd name="connsiteX2" fmla="*/ 410 w 409"/>
                      <a:gd name="connsiteY2" fmla="*/ 89 h 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09" h="204">
                        <a:moveTo>
                          <a:pt x="410" y="89"/>
                        </a:moveTo>
                        <a:lnTo>
                          <a:pt x="11" y="0"/>
                        </a:lnTo>
                        <a:cubicBezTo>
                          <a:pt x="-34" y="177"/>
                          <a:pt x="55" y="310"/>
                          <a:pt x="410" y="8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51" name="Forme libre : forme 19550">
                    <a:extLst>
                      <a:ext uri="{FF2B5EF4-FFF2-40B4-BE49-F238E27FC236}">
                        <a16:creationId xmlns:a16="http://schemas.microsoft.com/office/drawing/2014/main" id="{56F88156-BDC6-42F1-9EFF-33A0F7599BFC}"/>
                      </a:ext>
                    </a:extLst>
                  </p:cNvPr>
                  <p:cNvSpPr/>
                  <p:nvPr/>
                </p:nvSpPr>
                <p:spPr>
                  <a:xfrm>
                    <a:off x="6335856" y="6006269"/>
                    <a:ext cx="148699" cy="88269"/>
                  </a:xfrm>
                  <a:custGeom>
                    <a:avLst/>
                    <a:gdLst>
                      <a:gd name="connsiteX0" fmla="*/ 84247 w 148699"/>
                      <a:gd name="connsiteY0" fmla="*/ 51379 h 88269"/>
                      <a:gd name="connsiteX1" fmla="*/ 102423 w 148699"/>
                      <a:gd name="connsiteY1" fmla="*/ 36662 h 88269"/>
                      <a:gd name="connsiteX2" fmla="*/ 101181 w 148699"/>
                      <a:gd name="connsiteY2" fmla="*/ 36751 h 88269"/>
                      <a:gd name="connsiteX3" fmla="*/ 97635 w 148699"/>
                      <a:gd name="connsiteY3" fmla="*/ 29702 h 88269"/>
                      <a:gd name="connsiteX4" fmla="*/ 110314 w 148699"/>
                      <a:gd name="connsiteY4" fmla="*/ 22653 h 88269"/>
                      <a:gd name="connsiteX5" fmla="*/ 113860 w 148699"/>
                      <a:gd name="connsiteY5" fmla="*/ 29702 h 88269"/>
                      <a:gd name="connsiteX6" fmla="*/ 110491 w 148699"/>
                      <a:gd name="connsiteY6" fmla="*/ 33204 h 88269"/>
                      <a:gd name="connsiteX7" fmla="*/ 130617 w 148699"/>
                      <a:gd name="connsiteY7" fmla="*/ 26155 h 88269"/>
                      <a:gd name="connsiteX8" fmla="*/ 138730 w 148699"/>
                      <a:gd name="connsiteY8" fmla="*/ 18176 h 88269"/>
                      <a:gd name="connsiteX9" fmla="*/ 148128 w 148699"/>
                      <a:gd name="connsiteY9" fmla="*/ 5009 h 88269"/>
                      <a:gd name="connsiteX10" fmla="*/ 148261 w 148699"/>
                      <a:gd name="connsiteY10" fmla="*/ 3059 h 88269"/>
                      <a:gd name="connsiteX11" fmla="*/ 147197 w 148699"/>
                      <a:gd name="connsiteY11" fmla="*/ 3990 h 88269"/>
                      <a:gd name="connsiteX12" fmla="*/ 147596 w 148699"/>
                      <a:gd name="connsiteY12" fmla="*/ 4079 h 88269"/>
                      <a:gd name="connsiteX13" fmla="*/ 147197 w 148699"/>
                      <a:gd name="connsiteY13" fmla="*/ 3990 h 88269"/>
                      <a:gd name="connsiteX14" fmla="*/ 133321 w 148699"/>
                      <a:gd name="connsiteY14" fmla="*/ 532 h 88269"/>
                      <a:gd name="connsiteX15" fmla="*/ 128533 w 148699"/>
                      <a:gd name="connsiteY15" fmla="*/ 0 h 88269"/>
                      <a:gd name="connsiteX16" fmla="*/ 124899 w 148699"/>
                      <a:gd name="connsiteY16" fmla="*/ 5497 h 88269"/>
                      <a:gd name="connsiteX17" fmla="*/ 117229 w 148699"/>
                      <a:gd name="connsiteY17" fmla="*/ 10640 h 88269"/>
                      <a:gd name="connsiteX18" fmla="*/ 94665 w 148699"/>
                      <a:gd name="connsiteY18" fmla="*/ 24515 h 88269"/>
                      <a:gd name="connsiteX19" fmla="*/ 76046 w 148699"/>
                      <a:gd name="connsiteY19" fmla="*/ 21634 h 88269"/>
                      <a:gd name="connsiteX20" fmla="*/ 74140 w 148699"/>
                      <a:gd name="connsiteY20" fmla="*/ 18663 h 88269"/>
                      <a:gd name="connsiteX21" fmla="*/ 35350 w 148699"/>
                      <a:gd name="connsiteY21" fmla="*/ 51202 h 88269"/>
                      <a:gd name="connsiteX22" fmla="*/ 11677 w 148699"/>
                      <a:gd name="connsiteY22" fmla="*/ 66496 h 88269"/>
                      <a:gd name="connsiteX23" fmla="*/ 417 w 148699"/>
                      <a:gd name="connsiteY23" fmla="*/ 84628 h 88269"/>
                      <a:gd name="connsiteX24" fmla="*/ 15091 w 148699"/>
                      <a:gd name="connsiteY24" fmla="*/ 87509 h 88269"/>
                      <a:gd name="connsiteX25" fmla="*/ 35306 w 148699"/>
                      <a:gd name="connsiteY25" fmla="*/ 79353 h 88269"/>
                      <a:gd name="connsiteX26" fmla="*/ 64254 w 148699"/>
                      <a:gd name="connsiteY26" fmla="*/ 64102 h 88269"/>
                      <a:gd name="connsiteX27" fmla="*/ 84247 w 148699"/>
                      <a:gd name="connsiteY27" fmla="*/ 51379 h 88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48699" h="88269">
                        <a:moveTo>
                          <a:pt x="84247" y="51379"/>
                        </a:moveTo>
                        <a:cubicBezTo>
                          <a:pt x="90365" y="46459"/>
                          <a:pt x="95640" y="40607"/>
                          <a:pt x="102423" y="36662"/>
                        </a:cubicBezTo>
                        <a:cubicBezTo>
                          <a:pt x="102024" y="36706"/>
                          <a:pt x="101580" y="36751"/>
                          <a:pt x="101181" y="36751"/>
                        </a:cubicBezTo>
                        <a:cubicBezTo>
                          <a:pt x="96704" y="36751"/>
                          <a:pt x="95108" y="33603"/>
                          <a:pt x="97635" y="29702"/>
                        </a:cubicBezTo>
                        <a:cubicBezTo>
                          <a:pt x="100162" y="25800"/>
                          <a:pt x="105836" y="22653"/>
                          <a:pt x="110314" y="22653"/>
                        </a:cubicBezTo>
                        <a:cubicBezTo>
                          <a:pt x="114791" y="22653"/>
                          <a:pt x="116387" y="25800"/>
                          <a:pt x="113860" y="29702"/>
                        </a:cubicBezTo>
                        <a:cubicBezTo>
                          <a:pt x="113018" y="30987"/>
                          <a:pt x="111821" y="32184"/>
                          <a:pt x="110491" y="33204"/>
                        </a:cubicBezTo>
                        <a:cubicBezTo>
                          <a:pt x="117362" y="31076"/>
                          <a:pt x="124411" y="30322"/>
                          <a:pt x="130617" y="26155"/>
                        </a:cubicBezTo>
                        <a:cubicBezTo>
                          <a:pt x="134031" y="23894"/>
                          <a:pt x="136513" y="20968"/>
                          <a:pt x="138730" y="18176"/>
                        </a:cubicBezTo>
                        <a:cubicBezTo>
                          <a:pt x="142187" y="13787"/>
                          <a:pt x="145335" y="9398"/>
                          <a:pt x="148128" y="5009"/>
                        </a:cubicBezTo>
                        <a:cubicBezTo>
                          <a:pt x="148616" y="4211"/>
                          <a:pt x="149059" y="3192"/>
                          <a:pt x="148261" y="3059"/>
                        </a:cubicBezTo>
                        <a:cubicBezTo>
                          <a:pt x="147729" y="2970"/>
                          <a:pt x="147241" y="3635"/>
                          <a:pt x="147197" y="3990"/>
                        </a:cubicBezTo>
                        <a:lnTo>
                          <a:pt x="147596" y="4079"/>
                        </a:lnTo>
                        <a:cubicBezTo>
                          <a:pt x="147241" y="4300"/>
                          <a:pt x="147197" y="4167"/>
                          <a:pt x="147197" y="3990"/>
                        </a:cubicBezTo>
                        <a:lnTo>
                          <a:pt x="133321" y="532"/>
                        </a:lnTo>
                        <a:cubicBezTo>
                          <a:pt x="131770" y="310"/>
                          <a:pt x="130174" y="133"/>
                          <a:pt x="128533" y="0"/>
                        </a:cubicBezTo>
                        <a:cubicBezTo>
                          <a:pt x="128135" y="1729"/>
                          <a:pt x="127026" y="3591"/>
                          <a:pt x="124899" y="5497"/>
                        </a:cubicBezTo>
                        <a:cubicBezTo>
                          <a:pt x="122726" y="7492"/>
                          <a:pt x="119889" y="8999"/>
                          <a:pt x="117229" y="10640"/>
                        </a:cubicBezTo>
                        <a:cubicBezTo>
                          <a:pt x="109649" y="15338"/>
                          <a:pt x="102777" y="21722"/>
                          <a:pt x="94665" y="24515"/>
                        </a:cubicBezTo>
                        <a:cubicBezTo>
                          <a:pt x="86331" y="27397"/>
                          <a:pt x="79637" y="25268"/>
                          <a:pt x="76046" y="21634"/>
                        </a:cubicBezTo>
                        <a:cubicBezTo>
                          <a:pt x="75203" y="20792"/>
                          <a:pt x="74494" y="19816"/>
                          <a:pt x="74140" y="18663"/>
                        </a:cubicBezTo>
                        <a:cubicBezTo>
                          <a:pt x="60973" y="28993"/>
                          <a:pt x="49624" y="41494"/>
                          <a:pt x="35350" y="51202"/>
                        </a:cubicBezTo>
                        <a:cubicBezTo>
                          <a:pt x="27592" y="56478"/>
                          <a:pt x="18992" y="60866"/>
                          <a:pt x="11677" y="66496"/>
                        </a:cubicBezTo>
                        <a:cubicBezTo>
                          <a:pt x="4363" y="72127"/>
                          <a:pt x="-1667" y="79929"/>
                          <a:pt x="417" y="84628"/>
                        </a:cubicBezTo>
                        <a:cubicBezTo>
                          <a:pt x="2057" y="88396"/>
                          <a:pt x="8441" y="89016"/>
                          <a:pt x="15091" y="87509"/>
                        </a:cubicBezTo>
                        <a:cubicBezTo>
                          <a:pt x="21740" y="86002"/>
                          <a:pt x="28656" y="82677"/>
                          <a:pt x="35306" y="79353"/>
                        </a:cubicBezTo>
                        <a:cubicBezTo>
                          <a:pt x="45058" y="74476"/>
                          <a:pt x="54723" y="69378"/>
                          <a:pt x="64254" y="64102"/>
                        </a:cubicBezTo>
                        <a:cubicBezTo>
                          <a:pt x="71214" y="60290"/>
                          <a:pt x="78218" y="56256"/>
                          <a:pt x="84247" y="5137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52" name="Forme libre : forme 19551">
                    <a:extLst>
                      <a:ext uri="{FF2B5EF4-FFF2-40B4-BE49-F238E27FC236}">
                        <a16:creationId xmlns:a16="http://schemas.microsoft.com/office/drawing/2014/main" id="{7FF4D1A9-8F7F-4590-AB3F-AD2AB2DB330B}"/>
                      </a:ext>
                    </a:extLst>
                  </p:cNvPr>
                  <p:cNvSpPr/>
                  <p:nvPr/>
                </p:nvSpPr>
                <p:spPr>
                  <a:xfrm>
                    <a:off x="6493017" y="5903581"/>
                    <a:ext cx="121078" cy="77544"/>
                  </a:xfrm>
                  <a:custGeom>
                    <a:avLst/>
                    <a:gdLst>
                      <a:gd name="connsiteX0" fmla="*/ 85481 w 121078"/>
                      <a:gd name="connsiteY0" fmla="*/ 1081 h 77544"/>
                      <a:gd name="connsiteX1" fmla="*/ 65710 w 121078"/>
                      <a:gd name="connsiteY1" fmla="*/ 8927 h 77544"/>
                      <a:gd name="connsiteX2" fmla="*/ 20315 w 121078"/>
                      <a:gd name="connsiteY2" fmla="*/ 36058 h 77544"/>
                      <a:gd name="connsiteX3" fmla="*/ 587 w 121078"/>
                      <a:gd name="connsiteY3" fmla="*/ 70592 h 77544"/>
                      <a:gd name="connsiteX4" fmla="*/ 14286 w 121078"/>
                      <a:gd name="connsiteY4" fmla="*/ 77419 h 77544"/>
                      <a:gd name="connsiteX5" fmla="*/ 36717 w 121078"/>
                      <a:gd name="connsiteY5" fmla="*/ 67622 h 77544"/>
                      <a:gd name="connsiteX6" fmla="*/ 57730 w 121078"/>
                      <a:gd name="connsiteY6" fmla="*/ 48028 h 77544"/>
                      <a:gd name="connsiteX7" fmla="*/ 66729 w 121078"/>
                      <a:gd name="connsiteY7" fmla="*/ 35748 h 77544"/>
                      <a:gd name="connsiteX8" fmla="*/ 54316 w 121078"/>
                      <a:gd name="connsiteY8" fmla="*/ 40491 h 77544"/>
                      <a:gd name="connsiteX9" fmla="*/ 47622 w 121078"/>
                      <a:gd name="connsiteY9" fmla="*/ 42442 h 77544"/>
                      <a:gd name="connsiteX10" fmla="*/ 42923 w 121078"/>
                      <a:gd name="connsiteY10" fmla="*/ 35172 h 77544"/>
                      <a:gd name="connsiteX11" fmla="*/ 54494 w 121078"/>
                      <a:gd name="connsiteY11" fmla="*/ 23911 h 77544"/>
                      <a:gd name="connsiteX12" fmla="*/ 73113 w 121078"/>
                      <a:gd name="connsiteY12" fmla="*/ 14735 h 77544"/>
                      <a:gd name="connsiteX13" fmla="*/ 98248 w 121078"/>
                      <a:gd name="connsiteY13" fmla="*/ 12474 h 77544"/>
                      <a:gd name="connsiteX14" fmla="*/ 99002 w 121078"/>
                      <a:gd name="connsiteY14" fmla="*/ 15710 h 77544"/>
                      <a:gd name="connsiteX15" fmla="*/ 121079 w 121078"/>
                      <a:gd name="connsiteY15" fmla="*/ 5426 h 77544"/>
                      <a:gd name="connsiteX16" fmla="*/ 85481 w 121078"/>
                      <a:gd name="connsiteY16" fmla="*/ 1081 h 775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1078" h="77544">
                        <a:moveTo>
                          <a:pt x="85481" y="1081"/>
                        </a:moveTo>
                        <a:cubicBezTo>
                          <a:pt x="79009" y="2544"/>
                          <a:pt x="72226" y="5736"/>
                          <a:pt x="65710" y="8927"/>
                        </a:cubicBezTo>
                        <a:cubicBezTo>
                          <a:pt x="49839" y="16641"/>
                          <a:pt x="33525" y="25064"/>
                          <a:pt x="20315" y="36058"/>
                        </a:cubicBezTo>
                        <a:cubicBezTo>
                          <a:pt x="7060" y="47052"/>
                          <a:pt x="-2516" y="61327"/>
                          <a:pt x="587" y="70592"/>
                        </a:cubicBezTo>
                        <a:cubicBezTo>
                          <a:pt x="2095" y="75114"/>
                          <a:pt x="6971" y="78217"/>
                          <a:pt x="14286" y="77419"/>
                        </a:cubicBezTo>
                        <a:cubicBezTo>
                          <a:pt x="21467" y="76665"/>
                          <a:pt x="29757" y="72410"/>
                          <a:pt x="36717" y="67622"/>
                        </a:cubicBezTo>
                        <a:cubicBezTo>
                          <a:pt x="45096" y="61859"/>
                          <a:pt x="52410" y="55032"/>
                          <a:pt x="57730" y="48028"/>
                        </a:cubicBezTo>
                        <a:cubicBezTo>
                          <a:pt x="60833" y="43949"/>
                          <a:pt x="63316" y="39738"/>
                          <a:pt x="66729" y="35748"/>
                        </a:cubicBezTo>
                        <a:cubicBezTo>
                          <a:pt x="62606" y="37344"/>
                          <a:pt x="58439" y="38895"/>
                          <a:pt x="54316" y="40491"/>
                        </a:cubicBezTo>
                        <a:cubicBezTo>
                          <a:pt x="52056" y="41334"/>
                          <a:pt x="49706" y="42220"/>
                          <a:pt x="47622" y="42442"/>
                        </a:cubicBezTo>
                        <a:cubicBezTo>
                          <a:pt x="42702" y="42929"/>
                          <a:pt x="40973" y="39161"/>
                          <a:pt x="42923" y="35172"/>
                        </a:cubicBezTo>
                        <a:cubicBezTo>
                          <a:pt x="44874" y="31182"/>
                          <a:pt x="49573" y="27192"/>
                          <a:pt x="54494" y="23911"/>
                        </a:cubicBezTo>
                        <a:cubicBezTo>
                          <a:pt x="60301" y="20055"/>
                          <a:pt x="66729" y="16907"/>
                          <a:pt x="73113" y="14735"/>
                        </a:cubicBezTo>
                        <a:cubicBezTo>
                          <a:pt x="80472" y="12208"/>
                          <a:pt x="94923" y="8529"/>
                          <a:pt x="98248" y="12474"/>
                        </a:cubicBezTo>
                        <a:cubicBezTo>
                          <a:pt x="98913" y="13227"/>
                          <a:pt x="99135" y="14380"/>
                          <a:pt x="99002" y="15710"/>
                        </a:cubicBezTo>
                        <a:cubicBezTo>
                          <a:pt x="106716" y="12474"/>
                          <a:pt x="114740" y="9371"/>
                          <a:pt x="121079" y="5426"/>
                        </a:cubicBezTo>
                        <a:cubicBezTo>
                          <a:pt x="119838" y="-515"/>
                          <a:pt x="94525" y="-914"/>
                          <a:pt x="85481" y="108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53" name="Forme libre : forme 19552">
                    <a:extLst>
                      <a:ext uri="{FF2B5EF4-FFF2-40B4-BE49-F238E27FC236}">
                        <a16:creationId xmlns:a16="http://schemas.microsoft.com/office/drawing/2014/main" id="{53BC876C-22CA-4DD8-87E8-7E3D0A2470F9}"/>
                      </a:ext>
                    </a:extLst>
                  </p:cNvPr>
                  <p:cNvSpPr/>
                  <p:nvPr/>
                </p:nvSpPr>
                <p:spPr>
                  <a:xfrm>
                    <a:off x="6642304" y="5875639"/>
                    <a:ext cx="95475" cy="94500"/>
                  </a:xfrm>
                  <a:custGeom>
                    <a:avLst/>
                    <a:gdLst>
                      <a:gd name="connsiteX0" fmla="*/ 341 w 95475"/>
                      <a:gd name="connsiteY0" fmla="*/ 83063 h 94500"/>
                      <a:gd name="connsiteX1" fmla="*/ 14926 w 95475"/>
                      <a:gd name="connsiteY1" fmla="*/ 94500 h 94500"/>
                      <a:gd name="connsiteX2" fmla="*/ 56863 w 95475"/>
                      <a:gd name="connsiteY2" fmla="*/ 69941 h 94500"/>
                      <a:gd name="connsiteX3" fmla="*/ 79294 w 95475"/>
                      <a:gd name="connsiteY3" fmla="*/ 33589 h 94500"/>
                      <a:gd name="connsiteX4" fmla="*/ 95475 w 95475"/>
                      <a:gd name="connsiteY4" fmla="*/ 8188 h 94500"/>
                      <a:gd name="connsiteX5" fmla="*/ 94455 w 95475"/>
                      <a:gd name="connsiteY5" fmla="*/ 5085 h 94500"/>
                      <a:gd name="connsiteX6" fmla="*/ 93657 w 95475"/>
                      <a:gd name="connsiteY6" fmla="*/ 696 h 94500"/>
                      <a:gd name="connsiteX7" fmla="*/ 41968 w 95475"/>
                      <a:gd name="connsiteY7" fmla="*/ 22862 h 94500"/>
                      <a:gd name="connsiteX8" fmla="*/ 341 w 95475"/>
                      <a:gd name="connsiteY8" fmla="*/ 83063 h 94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475" h="94500">
                        <a:moveTo>
                          <a:pt x="341" y="83063"/>
                        </a:moveTo>
                        <a:cubicBezTo>
                          <a:pt x="1493" y="89314"/>
                          <a:pt x="6059" y="94500"/>
                          <a:pt x="14926" y="94500"/>
                        </a:cubicBezTo>
                        <a:cubicBezTo>
                          <a:pt x="28890" y="94544"/>
                          <a:pt x="47110" y="81955"/>
                          <a:pt x="56863" y="69941"/>
                        </a:cubicBezTo>
                        <a:cubicBezTo>
                          <a:pt x="66704" y="57794"/>
                          <a:pt x="70871" y="45736"/>
                          <a:pt x="79294" y="33589"/>
                        </a:cubicBezTo>
                        <a:cubicBezTo>
                          <a:pt x="85102" y="25211"/>
                          <a:pt x="93436" y="16389"/>
                          <a:pt x="95475" y="8188"/>
                        </a:cubicBezTo>
                        <a:cubicBezTo>
                          <a:pt x="95076" y="7168"/>
                          <a:pt x="94721" y="6149"/>
                          <a:pt x="94455" y="5085"/>
                        </a:cubicBezTo>
                        <a:cubicBezTo>
                          <a:pt x="94101" y="3622"/>
                          <a:pt x="93923" y="2159"/>
                          <a:pt x="93657" y="696"/>
                        </a:cubicBezTo>
                        <a:cubicBezTo>
                          <a:pt x="84791" y="-3870"/>
                          <a:pt x="52873" y="15236"/>
                          <a:pt x="41968" y="22862"/>
                        </a:cubicBezTo>
                        <a:cubicBezTo>
                          <a:pt x="16788" y="40594"/>
                          <a:pt x="-2851" y="65729"/>
                          <a:pt x="341" y="8306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54" name="Forme libre : forme 19553">
                    <a:extLst>
                      <a:ext uri="{FF2B5EF4-FFF2-40B4-BE49-F238E27FC236}">
                        <a16:creationId xmlns:a16="http://schemas.microsoft.com/office/drawing/2014/main" id="{59711D9A-7CDE-42E7-9B93-669AC7B5FE25}"/>
                      </a:ext>
                    </a:extLst>
                  </p:cNvPr>
                  <p:cNvSpPr/>
                  <p:nvPr/>
                </p:nvSpPr>
                <p:spPr>
                  <a:xfrm>
                    <a:off x="6736006" y="5876335"/>
                    <a:ext cx="2326" cy="7447"/>
                  </a:xfrm>
                  <a:custGeom>
                    <a:avLst/>
                    <a:gdLst>
                      <a:gd name="connsiteX0" fmla="*/ 1818 w 2326"/>
                      <a:gd name="connsiteY0" fmla="*/ 7447 h 7447"/>
                      <a:gd name="connsiteX1" fmla="*/ 2084 w 2326"/>
                      <a:gd name="connsiteY1" fmla="*/ 6605 h 7447"/>
                      <a:gd name="connsiteX2" fmla="*/ 0 w 2326"/>
                      <a:gd name="connsiteY2" fmla="*/ 0 h 7447"/>
                      <a:gd name="connsiteX3" fmla="*/ 798 w 2326"/>
                      <a:gd name="connsiteY3" fmla="*/ 4389 h 7447"/>
                      <a:gd name="connsiteX4" fmla="*/ 1818 w 2326"/>
                      <a:gd name="connsiteY4" fmla="*/ 7447 h 7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26" h="7447">
                        <a:moveTo>
                          <a:pt x="1818" y="7447"/>
                        </a:moveTo>
                        <a:cubicBezTo>
                          <a:pt x="1906" y="7182"/>
                          <a:pt x="1995" y="6871"/>
                          <a:pt x="2084" y="6605"/>
                        </a:cubicBezTo>
                        <a:cubicBezTo>
                          <a:pt x="2793" y="3059"/>
                          <a:pt x="1906" y="975"/>
                          <a:pt x="0" y="0"/>
                        </a:cubicBezTo>
                        <a:cubicBezTo>
                          <a:pt x="266" y="1463"/>
                          <a:pt x="443" y="2925"/>
                          <a:pt x="798" y="4389"/>
                        </a:cubicBezTo>
                        <a:cubicBezTo>
                          <a:pt x="1064" y="5408"/>
                          <a:pt x="1374" y="6472"/>
                          <a:pt x="1818" y="744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55" name="Forme libre : forme 19554">
                    <a:extLst>
                      <a:ext uri="{FF2B5EF4-FFF2-40B4-BE49-F238E27FC236}">
                        <a16:creationId xmlns:a16="http://schemas.microsoft.com/office/drawing/2014/main" id="{79B698DD-5570-497E-98F3-CC7788B9C743}"/>
                      </a:ext>
                    </a:extLst>
                  </p:cNvPr>
                  <p:cNvSpPr/>
                  <p:nvPr/>
                </p:nvSpPr>
                <p:spPr>
                  <a:xfrm>
                    <a:off x="6522657" y="5977212"/>
                    <a:ext cx="93389" cy="41087"/>
                  </a:xfrm>
                  <a:custGeom>
                    <a:avLst/>
                    <a:gdLst>
                      <a:gd name="connsiteX0" fmla="*/ 93389 w 93389"/>
                      <a:gd name="connsiteY0" fmla="*/ 2724 h 41087"/>
                      <a:gd name="connsiteX1" fmla="*/ 61072 w 93389"/>
                      <a:gd name="connsiteY1" fmla="*/ 1483 h 41087"/>
                      <a:gd name="connsiteX2" fmla="*/ 42941 w 93389"/>
                      <a:gd name="connsiteY2" fmla="*/ 9019 h 41087"/>
                      <a:gd name="connsiteX3" fmla="*/ 18914 w 93389"/>
                      <a:gd name="connsiteY3" fmla="*/ 20678 h 41087"/>
                      <a:gd name="connsiteX4" fmla="*/ 649 w 93389"/>
                      <a:gd name="connsiteY4" fmla="*/ 37346 h 41087"/>
                      <a:gd name="connsiteX5" fmla="*/ 28 w 93389"/>
                      <a:gd name="connsiteY5" fmla="*/ 39607 h 41087"/>
                      <a:gd name="connsiteX6" fmla="*/ 4284 w 93389"/>
                      <a:gd name="connsiteY6" fmla="*/ 41070 h 41087"/>
                      <a:gd name="connsiteX7" fmla="*/ 21884 w 93389"/>
                      <a:gd name="connsiteY7" fmla="*/ 36859 h 41087"/>
                      <a:gd name="connsiteX8" fmla="*/ 22416 w 93389"/>
                      <a:gd name="connsiteY8" fmla="*/ 36637 h 41087"/>
                      <a:gd name="connsiteX9" fmla="*/ 22593 w 93389"/>
                      <a:gd name="connsiteY9" fmla="*/ 36194 h 41087"/>
                      <a:gd name="connsiteX10" fmla="*/ 34163 w 93389"/>
                      <a:gd name="connsiteY10" fmla="*/ 24933 h 41087"/>
                      <a:gd name="connsiteX11" fmla="*/ 52782 w 93389"/>
                      <a:gd name="connsiteY11" fmla="*/ 15757 h 41087"/>
                      <a:gd name="connsiteX12" fmla="*/ 76898 w 93389"/>
                      <a:gd name="connsiteY12" fmla="*/ 12742 h 41087"/>
                      <a:gd name="connsiteX13" fmla="*/ 93389 w 93389"/>
                      <a:gd name="connsiteY13" fmla="*/ 2724 h 41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3389" h="41087">
                        <a:moveTo>
                          <a:pt x="93389" y="2724"/>
                        </a:moveTo>
                        <a:cubicBezTo>
                          <a:pt x="84878" y="818"/>
                          <a:pt x="72775" y="-1621"/>
                          <a:pt x="61072" y="1483"/>
                        </a:cubicBezTo>
                        <a:cubicBezTo>
                          <a:pt x="55087" y="3079"/>
                          <a:pt x="48970" y="6181"/>
                          <a:pt x="42941" y="9019"/>
                        </a:cubicBezTo>
                        <a:cubicBezTo>
                          <a:pt x="34873" y="12787"/>
                          <a:pt x="26671" y="16156"/>
                          <a:pt x="18914" y="20678"/>
                        </a:cubicBezTo>
                        <a:cubicBezTo>
                          <a:pt x="11156" y="25200"/>
                          <a:pt x="3752" y="31273"/>
                          <a:pt x="649" y="37346"/>
                        </a:cubicBezTo>
                        <a:cubicBezTo>
                          <a:pt x="250" y="38144"/>
                          <a:pt x="-105" y="38986"/>
                          <a:pt x="28" y="39607"/>
                        </a:cubicBezTo>
                        <a:cubicBezTo>
                          <a:pt x="294" y="40937"/>
                          <a:pt x="2334" y="41159"/>
                          <a:pt x="4284" y="41070"/>
                        </a:cubicBezTo>
                        <a:cubicBezTo>
                          <a:pt x="9693" y="40760"/>
                          <a:pt x="15855" y="38898"/>
                          <a:pt x="21884" y="36859"/>
                        </a:cubicBezTo>
                        <a:cubicBezTo>
                          <a:pt x="22061" y="36814"/>
                          <a:pt x="22238" y="36726"/>
                          <a:pt x="22416" y="36637"/>
                        </a:cubicBezTo>
                        <a:cubicBezTo>
                          <a:pt x="22460" y="36504"/>
                          <a:pt x="22504" y="36371"/>
                          <a:pt x="22593" y="36194"/>
                        </a:cubicBezTo>
                        <a:cubicBezTo>
                          <a:pt x="24588" y="32204"/>
                          <a:pt x="29243" y="28214"/>
                          <a:pt x="34163" y="24933"/>
                        </a:cubicBezTo>
                        <a:cubicBezTo>
                          <a:pt x="39971" y="21077"/>
                          <a:pt x="46399" y="17929"/>
                          <a:pt x="52782" y="15757"/>
                        </a:cubicBezTo>
                        <a:cubicBezTo>
                          <a:pt x="59565" y="13407"/>
                          <a:pt x="72332" y="10127"/>
                          <a:pt x="76898" y="12742"/>
                        </a:cubicBezTo>
                        <a:cubicBezTo>
                          <a:pt x="84124" y="9285"/>
                          <a:pt x="91350" y="5428"/>
                          <a:pt x="93389" y="272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56" name="Forme libre : forme 19555">
                    <a:extLst>
                      <a:ext uri="{FF2B5EF4-FFF2-40B4-BE49-F238E27FC236}">
                        <a16:creationId xmlns:a16="http://schemas.microsoft.com/office/drawing/2014/main" id="{1D2B4AE8-3483-45D3-9DE0-622D27B03024}"/>
                      </a:ext>
                    </a:extLst>
                  </p:cNvPr>
                  <p:cNvSpPr/>
                  <p:nvPr/>
                </p:nvSpPr>
                <p:spPr>
                  <a:xfrm>
                    <a:off x="6461331" y="6043182"/>
                    <a:ext cx="104222" cy="79411"/>
                  </a:xfrm>
                  <a:custGeom>
                    <a:avLst/>
                    <a:gdLst>
                      <a:gd name="connsiteX0" fmla="*/ 87155 w 104222"/>
                      <a:gd name="connsiteY0" fmla="*/ 21604 h 79411"/>
                      <a:gd name="connsiteX1" fmla="*/ 104222 w 104222"/>
                      <a:gd name="connsiteY1" fmla="*/ 5600 h 79411"/>
                      <a:gd name="connsiteX2" fmla="*/ 85071 w 104222"/>
                      <a:gd name="connsiteY2" fmla="*/ 15 h 79411"/>
                      <a:gd name="connsiteX3" fmla="*/ 77845 w 104222"/>
                      <a:gd name="connsiteY3" fmla="*/ 857 h 79411"/>
                      <a:gd name="connsiteX4" fmla="*/ 79264 w 104222"/>
                      <a:gd name="connsiteY4" fmla="*/ 1832 h 79411"/>
                      <a:gd name="connsiteX5" fmla="*/ 76826 w 104222"/>
                      <a:gd name="connsiteY5" fmla="*/ 11629 h 79411"/>
                      <a:gd name="connsiteX6" fmla="*/ 62906 w 104222"/>
                      <a:gd name="connsiteY6" fmla="*/ 19343 h 79411"/>
                      <a:gd name="connsiteX7" fmla="*/ 35376 w 104222"/>
                      <a:gd name="connsiteY7" fmla="*/ 29805 h 79411"/>
                      <a:gd name="connsiteX8" fmla="*/ 34667 w 104222"/>
                      <a:gd name="connsiteY8" fmla="*/ 30071 h 79411"/>
                      <a:gd name="connsiteX9" fmla="*/ 0 w 104222"/>
                      <a:gd name="connsiteY9" fmla="*/ 76486 h 79411"/>
                      <a:gd name="connsiteX10" fmla="*/ 18531 w 104222"/>
                      <a:gd name="connsiteY10" fmla="*/ 79412 h 79411"/>
                      <a:gd name="connsiteX11" fmla="*/ 87155 w 104222"/>
                      <a:gd name="connsiteY11" fmla="*/ 21604 h 79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4222" h="79411">
                        <a:moveTo>
                          <a:pt x="87155" y="21604"/>
                        </a:moveTo>
                        <a:lnTo>
                          <a:pt x="104222" y="5600"/>
                        </a:lnTo>
                        <a:cubicBezTo>
                          <a:pt x="99567" y="2099"/>
                          <a:pt x="93184" y="-207"/>
                          <a:pt x="85071" y="15"/>
                        </a:cubicBezTo>
                        <a:cubicBezTo>
                          <a:pt x="82766" y="59"/>
                          <a:pt x="80328" y="370"/>
                          <a:pt x="77845" y="857"/>
                        </a:cubicBezTo>
                        <a:cubicBezTo>
                          <a:pt x="78421" y="1123"/>
                          <a:pt x="78909" y="1434"/>
                          <a:pt x="79264" y="1832"/>
                        </a:cubicBezTo>
                        <a:cubicBezTo>
                          <a:pt x="80993" y="3871"/>
                          <a:pt x="79840" y="8526"/>
                          <a:pt x="76826" y="11629"/>
                        </a:cubicBezTo>
                        <a:cubicBezTo>
                          <a:pt x="73324" y="15265"/>
                          <a:pt x="67561" y="17570"/>
                          <a:pt x="62906" y="19343"/>
                        </a:cubicBezTo>
                        <a:cubicBezTo>
                          <a:pt x="53729" y="22845"/>
                          <a:pt x="44553" y="26348"/>
                          <a:pt x="35376" y="29805"/>
                        </a:cubicBezTo>
                        <a:cubicBezTo>
                          <a:pt x="35155" y="29894"/>
                          <a:pt x="34889" y="29982"/>
                          <a:pt x="34667" y="30071"/>
                        </a:cubicBezTo>
                        <a:cubicBezTo>
                          <a:pt x="19639" y="45277"/>
                          <a:pt x="6251" y="61147"/>
                          <a:pt x="0" y="76486"/>
                        </a:cubicBezTo>
                        <a:cubicBezTo>
                          <a:pt x="7049" y="73205"/>
                          <a:pt x="14009" y="72895"/>
                          <a:pt x="18531" y="79412"/>
                        </a:cubicBezTo>
                        <a:cubicBezTo>
                          <a:pt x="46459" y="64605"/>
                          <a:pt x="71728" y="43415"/>
                          <a:pt x="87155" y="2160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57" name="Forme libre : forme 19556">
                    <a:extLst>
                      <a:ext uri="{FF2B5EF4-FFF2-40B4-BE49-F238E27FC236}">
                        <a16:creationId xmlns:a16="http://schemas.microsoft.com/office/drawing/2014/main" id="{44FD490D-F572-42E1-9A1A-29E981FE003D}"/>
                      </a:ext>
                    </a:extLst>
                  </p:cNvPr>
                  <p:cNvSpPr/>
                  <p:nvPr/>
                </p:nvSpPr>
                <p:spPr>
                  <a:xfrm>
                    <a:off x="6589884" y="6048206"/>
                    <a:ext cx="109592" cy="74951"/>
                  </a:xfrm>
                  <a:custGeom>
                    <a:avLst/>
                    <a:gdLst>
                      <a:gd name="connsiteX0" fmla="*/ 14370 w 109592"/>
                      <a:gd name="connsiteY0" fmla="*/ 41228 h 74951"/>
                      <a:gd name="connsiteX1" fmla="*/ 140 w 109592"/>
                      <a:gd name="connsiteY1" fmla="*/ 65300 h 74951"/>
                      <a:gd name="connsiteX2" fmla="*/ 893 w 109592"/>
                      <a:gd name="connsiteY2" fmla="*/ 71329 h 74951"/>
                      <a:gd name="connsiteX3" fmla="*/ 31083 w 109592"/>
                      <a:gd name="connsiteY3" fmla="*/ 69467 h 74951"/>
                      <a:gd name="connsiteX4" fmla="*/ 75857 w 109592"/>
                      <a:gd name="connsiteY4" fmla="*/ 39987 h 74951"/>
                      <a:gd name="connsiteX5" fmla="*/ 103652 w 109592"/>
                      <a:gd name="connsiteY5" fmla="*/ 14851 h 74951"/>
                      <a:gd name="connsiteX6" fmla="*/ 104229 w 109592"/>
                      <a:gd name="connsiteY6" fmla="*/ 13255 h 74951"/>
                      <a:gd name="connsiteX7" fmla="*/ 105958 w 109592"/>
                      <a:gd name="connsiteY7" fmla="*/ 11482 h 74951"/>
                      <a:gd name="connsiteX8" fmla="*/ 108706 w 109592"/>
                      <a:gd name="connsiteY8" fmla="*/ 5453 h 74951"/>
                      <a:gd name="connsiteX9" fmla="*/ 109593 w 109592"/>
                      <a:gd name="connsiteY9" fmla="*/ 0 h 74951"/>
                      <a:gd name="connsiteX10" fmla="*/ 102766 w 109592"/>
                      <a:gd name="connsiteY10" fmla="*/ 3325 h 74951"/>
                      <a:gd name="connsiteX11" fmla="*/ 92614 w 109592"/>
                      <a:gd name="connsiteY11" fmla="*/ 7581 h 74951"/>
                      <a:gd name="connsiteX12" fmla="*/ 91905 w 109592"/>
                      <a:gd name="connsiteY12" fmla="*/ 7537 h 74951"/>
                      <a:gd name="connsiteX13" fmla="*/ 72532 w 109592"/>
                      <a:gd name="connsiteY13" fmla="*/ 14895 h 74951"/>
                      <a:gd name="connsiteX14" fmla="*/ 65838 w 109592"/>
                      <a:gd name="connsiteY14" fmla="*/ 16846 h 74951"/>
                      <a:gd name="connsiteX15" fmla="*/ 60386 w 109592"/>
                      <a:gd name="connsiteY15" fmla="*/ 12679 h 74951"/>
                      <a:gd name="connsiteX16" fmla="*/ 37245 w 109592"/>
                      <a:gd name="connsiteY16" fmla="*/ 26377 h 74951"/>
                      <a:gd name="connsiteX17" fmla="*/ 14370 w 109592"/>
                      <a:gd name="connsiteY17" fmla="*/ 41228 h 749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09592" h="74951">
                        <a:moveTo>
                          <a:pt x="14370" y="41228"/>
                        </a:moveTo>
                        <a:cubicBezTo>
                          <a:pt x="5725" y="48853"/>
                          <a:pt x="1026" y="57808"/>
                          <a:pt x="140" y="65300"/>
                        </a:cubicBezTo>
                        <a:cubicBezTo>
                          <a:pt x="-126" y="67517"/>
                          <a:pt x="-82" y="69689"/>
                          <a:pt x="893" y="71329"/>
                        </a:cubicBezTo>
                        <a:cubicBezTo>
                          <a:pt x="4484" y="77624"/>
                          <a:pt x="19069" y="74875"/>
                          <a:pt x="31083" y="69467"/>
                        </a:cubicBezTo>
                        <a:cubicBezTo>
                          <a:pt x="47574" y="62063"/>
                          <a:pt x="62292" y="51025"/>
                          <a:pt x="75857" y="39987"/>
                        </a:cubicBezTo>
                        <a:cubicBezTo>
                          <a:pt x="85432" y="32184"/>
                          <a:pt x="96914" y="23673"/>
                          <a:pt x="103652" y="14851"/>
                        </a:cubicBezTo>
                        <a:cubicBezTo>
                          <a:pt x="103697" y="14363"/>
                          <a:pt x="103830" y="13831"/>
                          <a:pt x="104229" y="13255"/>
                        </a:cubicBezTo>
                        <a:cubicBezTo>
                          <a:pt x="104672" y="12590"/>
                          <a:pt x="105293" y="12014"/>
                          <a:pt x="105958" y="11482"/>
                        </a:cubicBezTo>
                        <a:cubicBezTo>
                          <a:pt x="107155" y="9487"/>
                          <a:pt x="108130" y="7492"/>
                          <a:pt x="108706" y="5453"/>
                        </a:cubicBezTo>
                        <a:cubicBezTo>
                          <a:pt x="109327" y="3280"/>
                          <a:pt x="109593" y="1508"/>
                          <a:pt x="109593" y="0"/>
                        </a:cubicBezTo>
                        <a:cubicBezTo>
                          <a:pt x="107421" y="1286"/>
                          <a:pt x="105071" y="2394"/>
                          <a:pt x="102766" y="3325"/>
                        </a:cubicBezTo>
                        <a:cubicBezTo>
                          <a:pt x="99884" y="5808"/>
                          <a:pt x="95939" y="7581"/>
                          <a:pt x="92614" y="7581"/>
                        </a:cubicBezTo>
                        <a:cubicBezTo>
                          <a:pt x="92348" y="7581"/>
                          <a:pt x="92126" y="7537"/>
                          <a:pt x="91905" y="7537"/>
                        </a:cubicBezTo>
                        <a:cubicBezTo>
                          <a:pt x="85432" y="9974"/>
                          <a:pt x="78960" y="12457"/>
                          <a:pt x="72532" y="14895"/>
                        </a:cubicBezTo>
                        <a:cubicBezTo>
                          <a:pt x="70271" y="15738"/>
                          <a:pt x="67922" y="16624"/>
                          <a:pt x="65838" y="16846"/>
                        </a:cubicBezTo>
                        <a:cubicBezTo>
                          <a:pt x="62247" y="17200"/>
                          <a:pt x="60386" y="15295"/>
                          <a:pt x="60386" y="12679"/>
                        </a:cubicBezTo>
                        <a:cubicBezTo>
                          <a:pt x="51032" y="18176"/>
                          <a:pt x="42520" y="23451"/>
                          <a:pt x="37245" y="26377"/>
                        </a:cubicBezTo>
                        <a:cubicBezTo>
                          <a:pt x="29176" y="30855"/>
                          <a:pt x="20931" y="35420"/>
                          <a:pt x="14370" y="4122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58" name="Forme libre : forme 19557">
                    <a:extLst>
                      <a:ext uri="{FF2B5EF4-FFF2-40B4-BE49-F238E27FC236}">
                        <a16:creationId xmlns:a16="http://schemas.microsoft.com/office/drawing/2014/main" id="{E5EF7694-F627-4F7F-85DA-054623DAD77C}"/>
                      </a:ext>
                    </a:extLst>
                  </p:cNvPr>
                  <p:cNvSpPr/>
                  <p:nvPr/>
                </p:nvSpPr>
                <p:spPr>
                  <a:xfrm>
                    <a:off x="6722434" y="5948856"/>
                    <a:ext cx="91611" cy="58959"/>
                  </a:xfrm>
                  <a:custGeom>
                    <a:avLst/>
                    <a:gdLst>
                      <a:gd name="connsiteX0" fmla="*/ 80644 w 91611"/>
                      <a:gd name="connsiteY0" fmla="*/ 5 h 58959"/>
                      <a:gd name="connsiteX1" fmla="*/ 45534 w 91611"/>
                      <a:gd name="connsiteY1" fmla="*/ 14190 h 58959"/>
                      <a:gd name="connsiteX2" fmla="*/ 16808 w 91611"/>
                      <a:gd name="connsiteY2" fmla="*/ 31258 h 58959"/>
                      <a:gd name="connsiteX3" fmla="*/ 1691 w 91611"/>
                      <a:gd name="connsiteY3" fmla="*/ 48414 h 58959"/>
                      <a:gd name="connsiteX4" fmla="*/ 1691 w 91611"/>
                      <a:gd name="connsiteY4" fmla="*/ 57812 h 58959"/>
                      <a:gd name="connsiteX5" fmla="*/ 9981 w 91611"/>
                      <a:gd name="connsiteY5" fmla="*/ 58920 h 58959"/>
                      <a:gd name="connsiteX6" fmla="*/ 26294 w 91611"/>
                      <a:gd name="connsiteY6" fmla="*/ 58433 h 58959"/>
                      <a:gd name="connsiteX7" fmla="*/ 40569 w 91611"/>
                      <a:gd name="connsiteY7" fmla="*/ 56083 h 58959"/>
                      <a:gd name="connsiteX8" fmla="*/ 58302 w 91611"/>
                      <a:gd name="connsiteY8" fmla="*/ 45000 h 58959"/>
                      <a:gd name="connsiteX9" fmla="*/ 57636 w 91611"/>
                      <a:gd name="connsiteY9" fmla="*/ 45267 h 58959"/>
                      <a:gd name="connsiteX10" fmla="*/ 50942 w 91611"/>
                      <a:gd name="connsiteY10" fmla="*/ 47217 h 58959"/>
                      <a:gd name="connsiteX11" fmla="*/ 46243 w 91611"/>
                      <a:gd name="connsiteY11" fmla="*/ 39947 h 58959"/>
                      <a:gd name="connsiteX12" fmla="*/ 57814 w 91611"/>
                      <a:gd name="connsiteY12" fmla="*/ 28687 h 58959"/>
                      <a:gd name="connsiteX13" fmla="*/ 76433 w 91611"/>
                      <a:gd name="connsiteY13" fmla="*/ 19510 h 58959"/>
                      <a:gd name="connsiteX14" fmla="*/ 88890 w 91611"/>
                      <a:gd name="connsiteY14" fmla="*/ 16230 h 58959"/>
                      <a:gd name="connsiteX15" fmla="*/ 91461 w 91611"/>
                      <a:gd name="connsiteY15" fmla="*/ 9713 h 58959"/>
                      <a:gd name="connsiteX16" fmla="*/ 80644 w 91611"/>
                      <a:gd name="connsiteY16" fmla="*/ 5 h 58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1611" h="58959">
                        <a:moveTo>
                          <a:pt x="80644" y="5"/>
                        </a:moveTo>
                        <a:cubicBezTo>
                          <a:pt x="68098" y="-217"/>
                          <a:pt x="57947" y="7319"/>
                          <a:pt x="45534" y="14190"/>
                        </a:cubicBezTo>
                        <a:cubicBezTo>
                          <a:pt x="36003" y="19998"/>
                          <a:pt x="25541" y="24608"/>
                          <a:pt x="16808" y="31258"/>
                        </a:cubicBezTo>
                        <a:cubicBezTo>
                          <a:pt x="10025" y="36400"/>
                          <a:pt x="4661" y="42518"/>
                          <a:pt x="1691" y="48414"/>
                        </a:cubicBezTo>
                        <a:cubicBezTo>
                          <a:pt x="-171" y="52094"/>
                          <a:pt x="-925" y="56039"/>
                          <a:pt x="1691" y="57812"/>
                        </a:cubicBezTo>
                        <a:cubicBezTo>
                          <a:pt x="3553" y="59053"/>
                          <a:pt x="6833" y="59009"/>
                          <a:pt x="9981" y="58920"/>
                        </a:cubicBezTo>
                        <a:cubicBezTo>
                          <a:pt x="15433" y="58743"/>
                          <a:pt x="20842" y="58610"/>
                          <a:pt x="26294" y="58433"/>
                        </a:cubicBezTo>
                        <a:cubicBezTo>
                          <a:pt x="30772" y="58300"/>
                          <a:pt x="35515" y="58123"/>
                          <a:pt x="40569" y="56083"/>
                        </a:cubicBezTo>
                        <a:cubicBezTo>
                          <a:pt x="46066" y="53866"/>
                          <a:pt x="52317" y="49655"/>
                          <a:pt x="58302" y="45000"/>
                        </a:cubicBezTo>
                        <a:cubicBezTo>
                          <a:pt x="58080" y="45089"/>
                          <a:pt x="57858" y="45178"/>
                          <a:pt x="57636" y="45267"/>
                        </a:cubicBezTo>
                        <a:cubicBezTo>
                          <a:pt x="55376" y="46109"/>
                          <a:pt x="53026" y="46995"/>
                          <a:pt x="50942" y="47217"/>
                        </a:cubicBezTo>
                        <a:cubicBezTo>
                          <a:pt x="46022" y="47705"/>
                          <a:pt x="44293" y="43936"/>
                          <a:pt x="46243" y="39947"/>
                        </a:cubicBezTo>
                        <a:cubicBezTo>
                          <a:pt x="48194" y="35957"/>
                          <a:pt x="52893" y="31967"/>
                          <a:pt x="57814" y="28687"/>
                        </a:cubicBezTo>
                        <a:cubicBezTo>
                          <a:pt x="63621" y="24830"/>
                          <a:pt x="70049" y="21683"/>
                          <a:pt x="76433" y="19510"/>
                        </a:cubicBezTo>
                        <a:cubicBezTo>
                          <a:pt x="79713" y="18402"/>
                          <a:pt x="84412" y="17028"/>
                          <a:pt x="88890" y="16230"/>
                        </a:cubicBezTo>
                        <a:cubicBezTo>
                          <a:pt x="90220" y="14013"/>
                          <a:pt x="91151" y="11841"/>
                          <a:pt x="91461" y="9713"/>
                        </a:cubicBezTo>
                        <a:cubicBezTo>
                          <a:pt x="92481" y="3462"/>
                          <a:pt x="88269" y="137"/>
                          <a:pt x="80644" y="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59" name="Forme libre : forme 19558">
                    <a:extLst>
                      <a:ext uri="{FF2B5EF4-FFF2-40B4-BE49-F238E27FC236}">
                        <a16:creationId xmlns:a16="http://schemas.microsoft.com/office/drawing/2014/main" id="{82EADF07-B9A4-41A5-9BCF-0F7D7A81F7B0}"/>
                      </a:ext>
                    </a:extLst>
                  </p:cNvPr>
                  <p:cNvSpPr/>
                  <p:nvPr/>
                </p:nvSpPr>
                <p:spPr>
                  <a:xfrm>
                    <a:off x="6223324" y="6080676"/>
                    <a:ext cx="48273" cy="49846"/>
                  </a:xfrm>
                  <a:custGeom>
                    <a:avLst/>
                    <a:gdLst>
                      <a:gd name="connsiteX0" fmla="*/ 15687 w 48273"/>
                      <a:gd name="connsiteY0" fmla="*/ 47902 h 49846"/>
                      <a:gd name="connsiteX1" fmla="*/ 48270 w 48273"/>
                      <a:gd name="connsiteY1" fmla="*/ 4901 h 49846"/>
                      <a:gd name="connsiteX2" fmla="*/ 34794 w 48273"/>
                      <a:gd name="connsiteY2" fmla="*/ 645 h 49846"/>
                      <a:gd name="connsiteX3" fmla="*/ 14091 w 48273"/>
                      <a:gd name="connsiteY3" fmla="*/ 14565 h 49846"/>
                      <a:gd name="connsiteX4" fmla="*/ 703 w 48273"/>
                      <a:gd name="connsiteY4" fmla="*/ 31898 h 49846"/>
                      <a:gd name="connsiteX5" fmla="*/ 1678 w 48273"/>
                      <a:gd name="connsiteY5" fmla="*/ 42272 h 49846"/>
                      <a:gd name="connsiteX6" fmla="*/ 9215 w 48273"/>
                      <a:gd name="connsiteY6" fmla="*/ 49586 h 49846"/>
                      <a:gd name="connsiteX7" fmla="*/ 12406 w 48273"/>
                      <a:gd name="connsiteY7" fmla="*/ 49631 h 49846"/>
                      <a:gd name="connsiteX8" fmla="*/ 15687 w 48273"/>
                      <a:gd name="connsiteY8" fmla="*/ 47902 h 49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273" h="49846">
                        <a:moveTo>
                          <a:pt x="15687" y="47902"/>
                        </a:moveTo>
                        <a:cubicBezTo>
                          <a:pt x="31424" y="37351"/>
                          <a:pt x="48536" y="16870"/>
                          <a:pt x="48270" y="4901"/>
                        </a:cubicBezTo>
                        <a:cubicBezTo>
                          <a:pt x="48182" y="-375"/>
                          <a:pt x="42418" y="-640"/>
                          <a:pt x="34794" y="645"/>
                        </a:cubicBezTo>
                        <a:cubicBezTo>
                          <a:pt x="24332" y="2418"/>
                          <a:pt x="20475" y="7029"/>
                          <a:pt x="14091" y="14565"/>
                        </a:cubicBezTo>
                        <a:cubicBezTo>
                          <a:pt x="9215" y="20328"/>
                          <a:pt x="2742" y="26224"/>
                          <a:pt x="703" y="31898"/>
                        </a:cubicBezTo>
                        <a:cubicBezTo>
                          <a:pt x="-760" y="35933"/>
                          <a:pt x="304" y="39258"/>
                          <a:pt x="1678" y="42272"/>
                        </a:cubicBezTo>
                        <a:cubicBezTo>
                          <a:pt x="3141" y="45420"/>
                          <a:pt x="5092" y="48434"/>
                          <a:pt x="9215" y="49586"/>
                        </a:cubicBezTo>
                        <a:cubicBezTo>
                          <a:pt x="10101" y="49853"/>
                          <a:pt x="11165" y="49986"/>
                          <a:pt x="12406" y="49631"/>
                        </a:cubicBezTo>
                        <a:cubicBezTo>
                          <a:pt x="13603" y="49321"/>
                          <a:pt x="14667" y="48611"/>
                          <a:pt x="15687" y="4790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60" name="Forme libre : forme 19559">
                    <a:extLst>
                      <a:ext uri="{FF2B5EF4-FFF2-40B4-BE49-F238E27FC236}">
                        <a16:creationId xmlns:a16="http://schemas.microsoft.com/office/drawing/2014/main" id="{22392D39-554F-4642-B62E-FCE45040228C}"/>
                      </a:ext>
                    </a:extLst>
                  </p:cNvPr>
                  <p:cNvSpPr/>
                  <p:nvPr/>
                </p:nvSpPr>
                <p:spPr>
                  <a:xfrm>
                    <a:off x="6721583" y="6022662"/>
                    <a:ext cx="93710" cy="83417"/>
                  </a:xfrm>
                  <a:custGeom>
                    <a:avLst/>
                    <a:gdLst>
                      <a:gd name="connsiteX0" fmla="*/ 59950 w 93710"/>
                      <a:gd name="connsiteY0" fmla="*/ 36272 h 83417"/>
                      <a:gd name="connsiteX1" fmla="*/ 55251 w 93710"/>
                      <a:gd name="connsiteY1" fmla="*/ 29001 h 83417"/>
                      <a:gd name="connsiteX2" fmla="*/ 66821 w 93710"/>
                      <a:gd name="connsiteY2" fmla="*/ 17741 h 83417"/>
                      <a:gd name="connsiteX3" fmla="*/ 85440 w 93710"/>
                      <a:gd name="connsiteY3" fmla="*/ 8565 h 83417"/>
                      <a:gd name="connsiteX4" fmla="*/ 93686 w 93710"/>
                      <a:gd name="connsiteY4" fmla="*/ 6171 h 83417"/>
                      <a:gd name="connsiteX5" fmla="*/ 93065 w 93710"/>
                      <a:gd name="connsiteY5" fmla="*/ 2979 h 83417"/>
                      <a:gd name="connsiteX6" fmla="*/ 41996 w 93710"/>
                      <a:gd name="connsiteY6" fmla="*/ 17874 h 83417"/>
                      <a:gd name="connsiteX7" fmla="*/ 2187 w 93710"/>
                      <a:gd name="connsiteY7" fmla="*/ 63447 h 83417"/>
                      <a:gd name="connsiteX8" fmla="*/ 7019 w 93710"/>
                      <a:gd name="connsiteY8" fmla="*/ 83041 h 83417"/>
                      <a:gd name="connsiteX9" fmla="*/ 34149 w 93710"/>
                      <a:gd name="connsiteY9" fmla="*/ 77100 h 83417"/>
                      <a:gd name="connsiteX10" fmla="*/ 56537 w 93710"/>
                      <a:gd name="connsiteY10" fmla="*/ 65176 h 83417"/>
                      <a:gd name="connsiteX11" fmla="*/ 67530 w 93710"/>
                      <a:gd name="connsiteY11" fmla="*/ 51211 h 83417"/>
                      <a:gd name="connsiteX12" fmla="*/ 81318 w 93710"/>
                      <a:gd name="connsiteY12" fmla="*/ 28736 h 83417"/>
                      <a:gd name="connsiteX13" fmla="*/ 66644 w 93710"/>
                      <a:gd name="connsiteY13" fmla="*/ 34321 h 83417"/>
                      <a:gd name="connsiteX14" fmla="*/ 59950 w 93710"/>
                      <a:gd name="connsiteY14" fmla="*/ 36272 h 83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3710" h="83417">
                        <a:moveTo>
                          <a:pt x="59950" y="36272"/>
                        </a:moveTo>
                        <a:cubicBezTo>
                          <a:pt x="55029" y="36759"/>
                          <a:pt x="53300" y="32991"/>
                          <a:pt x="55251" y="29001"/>
                        </a:cubicBezTo>
                        <a:cubicBezTo>
                          <a:pt x="57246" y="25012"/>
                          <a:pt x="61901" y="21022"/>
                          <a:pt x="66821" y="17741"/>
                        </a:cubicBezTo>
                        <a:cubicBezTo>
                          <a:pt x="72629" y="13884"/>
                          <a:pt x="79057" y="10737"/>
                          <a:pt x="85440" y="8565"/>
                        </a:cubicBezTo>
                        <a:cubicBezTo>
                          <a:pt x="87701" y="7767"/>
                          <a:pt x="90627" y="6925"/>
                          <a:pt x="93686" y="6171"/>
                        </a:cubicBezTo>
                        <a:cubicBezTo>
                          <a:pt x="93775" y="5018"/>
                          <a:pt x="93641" y="3910"/>
                          <a:pt x="93065" y="2979"/>
                        </a:cubicBezTo>
                        <a:cubicBezTo>
                          <a:pt x="87125" y="-6685"/>
                          <a:pt x="54586" y="9540"/>
                          <a:pt x="41996" y="17874"/>
                        </a:cubicBezTo>
                        <a:cubicBezTo>
                          <a:pt x="22712" y="30686"/>
                          <a:pt x="8260" y="47842"/>
                          <a:pt x="2187" y="63447"/>
                        </a:cubicBezTo>
                        <a:cubicBezTo>
                          <a:pt x="-1138" y="72003"/>
                          <a:pt x="-1493" y="81090"/>
                          <a:pt x="7019" y="83041"/>
                        </a:cubicBezTo>
                        <a:cubicBezTo>
                          <a:pt x="14067" y="84637"/>
                          <a:pt x="24618" y="80869"/>
                          <a:pt x="34149" y="77100"/>
                        </a:cubicBezTo>
                        <a:cubicBezTo>
                          <a:pt x="41952" y="73997"/>
                          <a:pt x="50242" y="70539"/>
                          <a:pt x="56537" y="65176"/>
                        </a:cubicBezTo>
                        <a:cubicBezTo>
                          <a:pt x="61590" y="60876"/>
                          <a:pt x="64649" y="55954"/>
                          <a:pt x="67530" y="51211"/>
                        </a:cubicBezTo>
                        <a:cubicBezTo>
                          <a:pt x="72097" y="43720"/>
                          <a:pt x="76619" y="36227"/>
                          <a:pt x="81318" y="28736"/>
                        </a:cubicBezTo>
                        <a:cubicBezTo>
                          <a:pt x="76441" y="30597"/>
                          <a:pt x="71520" y="32459"/>
                          <a:pt x="66644" y="34321"/>
                        </a:cubicBezTo>
                        <a:cubicBezTo>
                          <a:pt x="64383" y="35208"/>
                          <a:pt x="62033" y="36050"/>
                          <a:pt x="59950" y="3627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61" name="Forme libre : forme 19560">
                    <a:extLst>
                      <a:ext uri="{FF2B5EF4-FFF2-40B4-BE49-F238E27FC236}">
                        <a16:creationId xmlns:a16="http://schemas.microsoft.com/office/drawing/2014/main" id="{AB783ED9-CA1F-4C60-9280-8E96079328CD}"/>
                      </a:ext>
                    </a:extLst>
                  </p:cNvPr>
                  <p:cNvSpPr/>
                  <p:nvPr/>
                </p:nvSpPr>
                <p:spPr>
                  <a:xfrm>
                    <a:off x="6839803" y="5952733"/>
                    <a:ext cx="46446" cy="42397"/>
                  </a:xfrm>
                  <a:custGeom>
                    <a:avLst/>
                    <a:gdLst>
                      <a:gd name="connsiteX0" fmla="*/ 557 w 46446"/>
                      <a:gd name="connsiteY0" fmla="*/ 38065 h 42397"/>
                      <a:gd name="connsiteX1" fmla="*/ 9114 w 46446"/>
                      <a:gd name="connsiteY1" fmla="*/ 42188 h 42397"/>
                      <a:gd name="connsiteX2" fmla="*/ 42096 w 46446"/>
                      <a:gd name="connsiteY2" fmla="*/ 2245 h 42397"/>
                      <a:gd name="connsiteX3" fmla="*/ 557 w 46446"/>
                      <a:gd name="connsiteY3" fmla="*/ 38065 h 42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446" h="42397">
                        <a:moveTo>
                          <a:pt x="557" y="38065"/>
                        </a:moveTo>
                        <a:cubicBezTo>
                          <a:pt x="1754" y="40680"/>
                          <a:pt x="5257" y="41788"/>
                          <a:pt x="9114" y="42188"/>
                        </a:cubicBezTo>
                        <a:cubicBezTo>
                          <a:pt x="37352" y="45335"/>
                          <a:pt x="55129" y="12264"/>
                          <a:pt x="42096" y="2245"/>
                        </a:cubicBezTo>
                        <a:cubicBezTo>
                          <a:pt x="27156" y="-9281"/>
                          <a:pt x="-4585" y="26760"/>
                          <a:pt x="557" y="3806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62" name="Forme libre : forme 19561">
                    <a:extLst>
                      <a:ext uri="{FF2B5EF4-FFF2-40B4-BE49-F238E27FC236}">
                        <a16:creationId xmlns:a16="http://schemas.microsoft.com/office/drawing/2014/main" id="{6BE90C9D-AC2C-4051-9F6C-AEA9B15B122A}"/>
                      </a:ext>
                    </a:extLst>
                  </p:cNvPr>
                  <p:cNvSpPr/>
                  <p:nvPr/>
                </p:nvSpPr>
                <p:spPr>
                  <a:xfrm>
                    <a:off x="6939352" y="5903779"/>
                    <a:ext cx="51923" cy="63346"/>
                  </a:xfrm>
                  <a:custGeom>
                    <a:avLst/>
                    <a:gdLst>
                      <a:gd name="connsiteX0" fmla="*/ 12679 w 51923"/>
                      <a:gd name="connsiteY0" fmla="*/ 35462 h 63346"/>
                      <a:gd name="connsiteX1" fmla="*/ 11083 w 51923"/>
                      <a:gd name="connsiteY1" fmla="*/ 28147 h 63346"/>
                      <a:gd name="connsiteX2" fmla="*/ 17777 w 51923"/>
                      <a:gd name="connsiteY2" fmla="*/ 20788 h 63346"/>
                      <a:gd name="connsiteX3" fmla="*/ 38258 w 51923"/>
                      <a:gd name="connsiteY3" fmla="*/ 7799 h 63346"/>
                      <a:gd name="connsiteX4" fmla="*/ 41139 w 51923"/>
                      <a:gd name="connsiteY4" fmla="*/ 6602 h 63346"/>
                      <a:gd name="connsiteX5" fmla="*/ 32318 w 51923"/>
                      <a:gd name="connsiteY5" fmla="*/ 307 h 63346"/>
                      <a:gd name="connsiteX6" fmla="*/ 0 w 51923"/>
                      <a:gd name="connsiteY6" fmla="*/ 43353 h 63346"/>
                      <a:gd name="connsiteX7" fmla="*/ 2837 w 51923"/>
                      <a:gd name="connsiteY7" fmla="*/ 52263 h 63346"/>
                      <a:gd name="connsiteX8" fmla="*/ 19905 w 51923"/>
                      <a:gd name="connsiteY8" fmla="*/ 59932 h 63346"/>
                      <a:gd name="connsiteX9" fmla="*/ 26643 w 51923"/>
                      <a:gd name="connsiteY9" fmla="*/ 63257 h 63346"/>
                      <a:gd name="connsiteX10" fmla="*/ 45395 w 51923"/>
                      <a:gd name="connsiteY10" fmla="*/ 54879 h 63346"/>
                      <a:gd name="connsiteX11" fmla="*/ 51912 w 51923"/>
                      <a:gd name="connsiteY11" fmla="*/ 39984 h 63346"/>
                      <a:gd name="connsiteX12" fmla="*/ 49119 w 51923"/>
                      <a:gd name="connsiteY12" fmla="*/ 27571 h 63346"/>
                      <a:gd name="connsiteX13" fmla="*/ 31298 w 51923"/>
                      <a:gd name="connsiteY13" fmla="*/ 38299 h 63346"/>
                      <a:gd name="connsiteX14" fmla="*/ 12679 w 51923"/>
                      <a:gd name="connsiteY14" fmla="*/ 35462 h 63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1923" h="63346">
                        <a:moveTo>
                          <a:pt x="12679" y="35462"/>
                        </a:moveTo>
                        <a:cubicBezTo>
                          <a:pt x="10906" y="33644"/>
                          <a:pt x="9620" y="31250"/>
                          <a:pt x="11083" y="28147"/>
                        </a:cubicBezTo>
                        <a:cubicBezTo>
                          <a:pt x="12236" y="25620"/>
                          <a:pt x="15028" y="23093"/>
                          <a:pt x="17777" y="20788"/>
                        </a:cubicBezTo>
                        <a:cubicBezTo>
                          <a:pt x="23895" y="15735"/>
                          <a:pt x="30899" y="11124"/>
                          <a:pt x="38258" y="7799"/>
                        </a:cubicBezTo>
                        <a:cubicBezTo>
                          <a:pt x="39144" y="7400"/>
                          <a:pt x="40120" y="7001"/>
                          <a:pt x="41139" y="6602"/>
                        </a:cubicBezTo>
                        <a:cubicBezTo>
                          <a:pt x="39277" y="3632"/>
                          <a:pt x="36529" y="1150"/>
                          <a:pt x="32318" y="307"/>
                        </a:cubicBezTo>
                        <a:cubicBezTo>
                          <a:pt x="11526" y="-3815"/>
                          <a:pt x="-44" y="34797"/>
                          <a:pt x="0" y="43353"/>
                        </a:cubicBezTo>
                        <a:cubicBezTo>
                          <a:pt x="0" y="46766"/>
                          <a:pt x="665" y="49958"/>
                          <a:pt x="2837" y="52263"/>
                        </a:cubicBezTo>
                        <a:cubicBezTo>
                          <a:pt x="6694" y="56297"/>
                          <a:pt x="14762" y="56873"/>
                          <a:pt x="19905" y="59932"/>
                        </a:cubicBezTo>
                        <a:cubicBezTo>
                          <a:pt x="21988" y="61174"/>
                          <a:pt x="23673" y="62858"/>
                          <a:pt x="26643" y="63257"/>
                        </a:cubicBezTo>
                        <a:cubicBezTo>
                          <a:pt x="32096" y="64011"/>
                          <a:pt x="40519" y="59888"/>
                          <a:pt x="45395" y="54879"/>
                        </a:cubicBezTo>
                        <a:cubicBezTo>
                          <a:pt x="50272" y="49869"/>
                          <a:pt x="52089" y="44417"/>
                          <a:pt x="51912" y="39984"/>
                        </a:cubicBezTo>
                        <a:cubicBezTo>
                          <a:pt x="51734" y="35639"/>
                          <a:pt x="50538" y="31561"/>
                          <a:pt x="49119" y="27571"/>
                        </a:cubicBezTo>
                        <a:cubicBezTo>
                          <a:pt x="43312" y="31649"/>
                          <a:pt x="37681" y="36082"/>
                          <a:pt x="31298" y="38299"/>
                        </a:cubicBezTo>
                        <a:cubicBezTo>
                          <a:pt x="22964" y="41181"/>
                          <a:pt x="16270" y="39097"/>
                          <a:pt x="12679" y="3546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63" name="Forme libre : forme 19562">
                    <a:extLst>
                      <a:ext uri="{FF2B5EF4-FFF2-40B4-BE49-F238E27FC236}">
                        <a16:creationId xmlns:a16="http://schemas.microsoft.com/office/drawing/2014/main" id="{7AC91FB3-188B-4D33-B84B-2A97CA27E0B5}"/>
                      </a:ext>
                    </a:extLst>
                  </p:cNvPr>
                  <p:cNvSpPr/>
                  <p:nvPr/>
                </p:nvSpPr>
                <p:spPr>
                  <a:xfrm>
                    <a:off x="6872811" y="5993711"/>
                    <a:ext cx="75938" cy="79421"/>
                  </a:xfrm>
                  <a:custGeom>
                    <a:avLst/>
                    <a:gdLst>
                      <a:gd name="connsiteX0" fmla="*/ 2305 w 75938"/>
                      <a:gd name="connsiteY0" fmla="*/ 66021 h 79421"/>
                      <a:gd name="connsiteX1" fmla="*/ 0 w 75938"/>
                      <a:gd name="connsiteY1" fmla="*/ 72405 h 79421"/>
                      <a:gd name="connsiteX2" fmla="*/ 2882 w 75938"/>
                      <a:gd name="connsiteY2" fmla="*/ 77104 h 79421"/>
                      <a:gd name="connsiteX3" fmla="*/ 16225 w 75938"/>
                      <a:gd name="connsiteY3" fmla="*/ 78389 h 79421"/>
                      <a:gd name="connsiteX4" fmla="*/ 25224 w 75938"/>
                      <a:gd name="connsiteY4" fmla="*/ 73203 h 79421"/>
                      <a:gd name="connsiteX5" fmla="*/ 62507 w 75938"/>
                      <a:gd name="connsiteY5" fmla="*/ 31709 h 79421"/>
                      <a:gd name="connsiteX6" fmla="*/ 73235 w 75938"/>
                      <a:gd name="connsiteY6" fmla="*/ 16193 h 79421"/>
                      <a:gd name="connsiteX7" fmla="*/ 68447 w 75938"/>
                      <a:gd name="connsiteY7" fmla="*/ 17213 h 79421"/>
                      <a:gd name="connsiteX8" fmla="*/ 64901 w 75938"/>
                      <a:gd name="connsiteY8" fmla="*/ 10164 h 79421"/>
                      <a:gd name="connsiteX9" fmla="*/ 75939 w 75938"/>
                      <a:gd name="connsiteY9" fmla="*/ 3249 h 79421"/>
                      <a:gd name="connsiteX10" fmla="*/ 75717 w 75938"/>
                      <a:gd name="connsiteY10" fmla="*/ 2894 h 79421"/>
                      <a:gd name="connsiteX11" fmla="*/ 2305 w 75938"/>
                      <a:gd name="connsiteY11" fmla="*/ 66021 h 79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5938" h="79421">
                        <a:moveTo>
                          <a:pt x="2305" y="66021"/>
                        </a:moveTo>
                        <a:cubicBezTo>
                          <a:pt x="1108" y="68238"/>
                          <a:pt x="0" y="70498"/>
                          <a:pt x="0" y="72405"/>
                        </a:cubicBezTo>
                        <a:cubicBezTo>
                          <a:pt x="0" y="74444"/>
                          <a:pt x="1286" y="75951"/>
                          <a:pt x="2882" y="77104"/>
                        </a:cubicBezTo>
                        <a:cubicBezTo>
                          <a:pt x="5807" y="79232"/>
                          <a:pt x="10551" y="80385"/>
                          <a:pt x="16225" y="78389"/>
                        </a:cubicBezTo>
                        <a:cubicBezTo>
                          <a:pt x="19417" y="77281"/>
                          <a:pt x="22476" y="75286"/>
                          <a:pt x="25224" y="73203"/>
                        </a:cubicBezTo>
                        <a:cubicBezTo>
                          <a:pt x="40031" y="61943"/>
                          <a:pt x="52266" y="44520"/>
                          <a:pt x="62507" y="31709"/>
                        </a:cubicBezTo>
                        <a:cubicBezTo>
                          <a:pt x="65654" y="27808"/>
                          <a:pt x="70132" y="21823"/>
                          <a:pt x="73235" y="16193"/>
                        </a:cubicBezTo>
                        <a:cubicBezTo>
                          <a:pt x="71595" y="16814"/>
                          <a:pt x="69954" y="17213"/>
                          <a:pt x="68447" y="17213"/>
                        </a:cubicBezTo>
                        <a:cubicBezTo>
                          <a:pt x="63970" y="17213"/>
                          <a:pt x="62374" y="14065"/>
                          <a:pt x="64901" y="10164"/>
                        </a:cubicBezTo>
                        <a:cubicBezTo>
                          <a:pt x="67117" y="6751"/>
                          <a:pt x="71772" y="3869"/>
                          <a:pt x="75939" y="3249"/>
                        </a:cubicBezTo>
                        <a:cubicBezTo>
                          <a:pt x="75850" y="3115"/>
                          <a:pt x="75806" y="2982"/>
                          <a:pt x="75717" y="2894"/>
                        </a:cubicBezTo>
                        <a:cubicBezTo>
                          <a:pt x="61842" y="-15105"/>
                          <a:pt x="7492" y="56357"/>
                          <a:pt x="2305" y="6602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64" name="Forme libre : forme 19563">
                    <a:extLst>
                      <a:ext uri="{FF2B5EF4-FFF2-40B4-BE49-F238E27FC236}">
                        <a16:creationId xmlns:a16="http://schemas.microsoft.com/office/drawing/2014/main" id="{3A2036A5-F2BC-40E5-8F03-2D88DD007EB3}"/>
                      </a:ext>
                    </a:extLst>
                  </p:cNvPr>
                  <p:cNvSpPr/>
                  <p:nvPr/>
                </p:nvSpPr>
                <p:spPr>
                  <a:xfrm>
                    <a:off x="6929248" y="6034891"/>
                    <a:ext cx="110690" cy="81528"/>
                  </a:xfrm>
                  <a:custGeom>
                    <a:avLst/>
                    <a:gdLst>
                      <a:gd name="connsiteX0" fmla="*/ 51287 w 110690"/>
                      <a:gd name="connsiteY0" fmla="*/ 68684 h 81528"/>
                      <a:gd name="connsiteX1" fmla="*/ 62458 w 110690"/>
                      <a:gd name="connsiteY1" fmla="*/ 57734 h 81528"/>
                      <a:gd name="connsiteX2" fmla="*/ 98854 w 110690"/>
                      <a:gd name="connsiteY2" fmla="*/ 16418 h 81528"/>
                      <a:gd name="connsiteX3" fmla="*/ 89677 w 110690"/>
                      <a:gd name="connsiteY3" fmla="*/ 19876 h 81528"/>
                      <a:gd name="connsiteX4" fmla="*/ 86131 w 110690"/>
                      <a:gd name="connsiteY4" fmla="*/ 12827 h 81528"/>
                      <a:gd name="connsiteX5" fmla="*/ 98810 w 110690"/>
                      <a:gd name="connsiteY5" fmla="*/ 5779 h 81528"/>
                      <a:gd name="connsiteX6" fmla="*/ 102711 w 110690"/>
                      <a:gd name="connsiteY6" fmla="*/ 12162 h 81528"/>
                      <a:gd name="connsiteX7" fmla="*/ 110690 w 110690"/>
                      <a:gd name="connsiteY7" fmla="*/ 3473 h 81528"/>
                      <a:gd name="connsiteX8" fmla="*/ 73630 w 110690"/>
                      <a:gd name="connsiteY8" fmla="*/ 4626 h 81528"/>
                      <a:gd name="connsiteX9" fmla="*/ 24688 w 110690"/>
                      <a:gd name="connsiteY9" fmla="*/ 31269 h 81528"/>
                      <a:gd name="connsiteX10" fmla="*/ 40 w 110690"/>
                      <a:gd name="connsiteY10" fmla="*/ 68995 h 81528"/>
                      <a:gd name="connsiteX11" fmla="*/ 2833 w 110690"/>
                      <a:gd name="connsiteY11" fmla="*/ 78260 h 81528"/>
                      <a:gd name="connsiteX12" fmla="*/ 33865 w 110690"/>
                      <a:gd name="connsiteY12" fmla="*/ 77506 h 81528"/>
                      <a:gd name="connsiteX13" fmla="*/ 51287 w 110690"/>
                      <a:gd name="connsiteY13" fmla="*/ 68684 h 81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0690" h="81528">
                        <a:moveTo>
                          <a:pt x="51287" y="68684"/>
                        </a:moveTo>
                        <a:cubicBezTo>
                          <a:pt x="55720" y="65359"/>
                          <a:pt x="59133" y="61502"/>
                          <a:pt x="62458" y="57734"/>
                        </a:cubicBezTo>
                        <a:cubicBezTo>
                          <a:pt x="74605" y="43948"/>
                          <a:pt x="86752" y="30161"/>
                          <a:pt x="98854" y="16418"/>
                        </a:cubicBezTo>
                        <a:cubicBezTo>
                          <a:pt x="96105" y="18502"/>
                          <a:pt x="92648" y="19876"/>
                          <a:pt x="89677" y="19876"/>
                        </a:cubicBezTo>
                        <a:cubicBezTo>
                          <a:pt x="85200" y="19876"/>
                          <a:pt x="83604" y="16728"/>
                          <a:pt x="86131" y="12827"/>
                        </a:cubicBezTo>
                        <a:cubicBezTo>
                          <a:pt x="88658" y="8926"/>
                          <a:pt x="94332" y="5779"/>
                          <a:pt x="98810" y="5779"/>
                        </a:cubicBezTo>
                        <a:cubicBezTo>
                          <a:pt x="103021" y="5779"/>
                          <a:pt x="104661" y="8571"/>
                          <a:pt x="102711" y="12162"/>
                        </a:cubicBezTo>
                        <a:lnTo>
                          <a:pt x="110690" y="3473"/>
                        </a:lnTo>
                        <a:cubicBezTo>
                          <a:pt x="103686" y="-2289"/>
                          <a:pt x="88126" y="-162"/>
                          <a:pt x="73630" y="4626"/>
                        </a:cubicBezTo>
                        <a:cubicBezTo>
                          <a:pt x="56474" y="10256"/>
                          <a:pt x="38741" y="19521"/>
                          <a:pt x="24688" y="31269"/>
                        </a:cubicBezTo>
                        <a:cubicBezTo>
                          <a:pt x="10680" y="43061"/>
                          <a:pt x="794" y="57380"/>
                          <a:pt x="40" y="68995"/>
                        </a:cubicBezTo>
                        <a:cubicBezTo>
                          <a:pt x="-182" y="72585"/>
                          <a:pt x="484" y="75999"/>
                          <a:pt x="2833" y="78260"/>
                        </a:cubicBezTo>
                        <a:cubicBezTo>
                          <a:pt x="8286" y="83491"/>
                          <a:pt x="21585" y="81851"/>
                          <a:pt x="33865" y="77506"/>
                        </a:cubicBezTo>
                        <a:cubicBezTo>
                          <a:pt x="39849" y="75422"/>
                          <a:pt x="46056" y="72630"/>
                          <a:pt x="51287" y="6868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65" name="Forme libre : forme 19564">
                    <a:extLst>
                      <a:ext uri="{FF2B5EF4-FFF2-40B4-BE49-F238E27FC236}">
                        <a16:creationId xmlns:a16="http://schemas.microsoft.com/office/drawing/2014/main" id="{366FB4CB-24CE-43A5-A588-0C271D5BC4B5}"/>
                      </a:ext>
                    </a:extLst>
                  </p:cNvPr>
                  <p:cNvSpPr/>
                  <p:nvPr/>
                </p:nvSpPr>
                <p:spPr>
                  <a:xfrm>
                    <a:off x="7028150" y="5958215"/>
                    <a:ext cx="67247" cy="49962"/>
                  </a:xfrm>
                  <a:custGeom>
                    <a:avLst/>
                    <a:gdLst>
                      <a:gd name="connsiteX0" fmla="*/ 8553 w 67247"/>
                      <a:gd name="connsiteY0" fmla="*/ 28593 h 49962"/>
                      <a:gd name="connsiteX1" fmla="*/ 485 w 67247"/>
                      <a:gd name="connsiteY1" fmla="*/ 42690 h 49962"/>
                      <a:gd name="connsiteX2" fmla="*/ 1593 w 67247"/>
                      <a:gd name="connsiteY2" fmla="*/ 49118 h 49962"/>
                      <a:gd name="connsiteX3" fmla="*/ 19281 w 67247"/>
                      <a:gd name="connsiteY3" fmla="*/ 45704 h 49962"/>
                      <a:gd name="connsiteX4" fmla="*/ 30630 w 67247"/>
                      <a:gd name="connsiteY4" fmla="*/ 40119 h 49962"/>
                      <a:gd name="connsiteX5" fmla="*/ 29566 w 67247"/>
                      <a:gd name="connsiteY5" fmla="*/ 40296 h 49962"/>
                      <a:gd name="connsiteX6" fmla="*/ 24867 w 67247"/>
                      <a:gd name="connsiteY6" fmla="*/ 33026 h 49962"/>
                      <a:gd name="connsiteX7" fmla="*/ 36437 w 67247"/>
                      <a:gd name="connsiteY7" fmla="*/ 21765 h 49962"/>
                      <a:gd name="connsiteX8" fmla="*/ 55056 w 67247"/>
                      <a:gd name="connsiteY8" fmla="*/ 12589 h 49962"/>
                      <a:gd name="connsiteX9" fmla="*/ 63257 w 67247"/>
                      <a:gd name="connsiteY9" fmla="*/ 10195 h 49962"/>
                      <a:gd name="connsiteX10" fmla="*/ 65961 w 67247"/>
                      <a:gd name="connsiteY10" fmla="*/ 7137 h 49962"/>
                      <a:gd name="connsiteX11" fmla="*/ 21852 w 67247"/>
                      <a:gd name="connsiteY11" fmla="*/ 14141 h 49962"/>
                      <a:gd name="connsiteX12" fmla="*/ 8553 w 67247"/>
                      <a:gd name="connsiteY12" fmla="*/ 28593 h 499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7247" h="49962">
                        <a:moveTo>
                          <a:pt x="8553" y="28593"/>
                        </a:moveTo>
                        <a:cubicBezTo>
                          <a:pt x="5184" y="33336"/>
                          <a:pt x="1814" y="38168"/>
                          <a:pt x="485" y="42690"/>
                        </a:cubicBezTo>
                        <a:cubicBezTo>
                          <a:pt x="-269" y="45261"/>
                          <a:pt x="-313" y="47832"/>
                          <a:pt x="1593" y="49118"/>
                        </a:cubicBezTo>
                        <a:cubicBezTo>
                          <a:pt x="5095" y="51423"/>
                          <a:pt x="12853" y="48586"/>
                          <a:pt x="19281" y="45704"/>
                        </a:cubicBezTo>
                        <a:cubicBezTo>
                          <a:pt x="23049" y="44020"/>
                          <a:pt x="26906" y="42158"/>
                          <a:pt x="30630" y="40119"/>
                        </a:cubicBezTo>
                        <a:cubicBezTo>
                          <a:pt x="30275" y="40207"/>
                          <a:pt x="29920" y="40252"/>
                          <a:pt x="29566" y="40296"/>
                        </a:cubicBezTo>
                        <a:cubicBezTo>
                          <a:pt x="24645" y="40784"/>
                          <a:pt x="22916" y="37016"/>
                          <a:pt x="24867" y="33026"/>
                        </a:cubicBezTo>
                        <a:cubicBezTo>
                          <a:pt x="26817" y="29036"/>
                          <a:pt x="31516" y="25046"/>
                          <a:pt x="36437" y="21765"/>
                        </a:cubicBezTo>
                        <a:cubicBezTo>
                          <a:pt x="42244" y="17909"/>
                          <a:pt x="48672" y="14761"/>
                          <a:pt x="55056" y="12589"/>
                        </a:cubicBezTo>
                        <a:cubicBezTo>
                          <a:pt x="57317" y="11835"/>
                          <a:pt x="60198" y="10949"/>
                          <a:pt x="63257" y="10195"/>
                        </a:cubicBezTo>
                        <a:cubicBezTo>
                          <a:pt x="64321" y="9353"/>
                          <a:pt x="65252" y="8378"/>
                          <a:pt x="65961" y="7137"/>
                        </a:cubicBezTo>
                        <a:cubicBezTo>
                          <a:pt x="75271" y="-9532"/>
                          <a:pt x="31295" y="7314"/>
                          <a:pt x="21852" y="14141"/>
                        </a:cubicBezTo>
                        <a:cubicBezTo>
                          <a:pt x="15956" y="18308"/>
                          <a:pt x="12099" y="23583"/>
                          <a:pt x="8553" y="2859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66" name="Forme libre : forme 19565">
                    <a:extLst>
                      <a:ext uri="{FF2B5EF4-FFF2-40B4-BE49-F238E27FC236}">
                        <a16:creationId xmlns:a16="http://schemas.microsoft.com/office/drawing/2014/main" id="{54DD0592-8853-4DEF-B21A-3B27EE9C7F10}"/>
                      </a:ext>
                    </a:extLst>
                  </p:cNvPr>
                  <p:cNvSpPr/>
                  <p:nvPr/>
                </p:nvSpPr>
                <p:spPr>
                  <a:xfrm>
                    <a:off x="7090966" y="5885227"/>
                    <a:ext cx="60908" cy="57797"/>
                  </a:xfrm>
                  <a:custGeom>
                    <a:avLst/>
                    <a:gdLst>
                      <a:gd name="connsiteX0" fmla="*/ 20434 w 60908"/>
                      <a:gd name="connsiteY0" fmla="*/ 15977 h 57797"/>
                      <a:gd name="connsiteX1" fmla="*/ 352 w 60908"/>
                      <a:gd name="connsiteY1" fmla="*/ 48029 h 57797"/>
                      <a:gd name="connsiteX2" fmla="*/ 5361 w 60908"/>
                      <a:gd name="connsiteY2" fmla="*/ 57781 h 57797"/>
                      <a:gd name="connsiteX3" fmla="*/ 21187 w 60908"/>
                      <a:gd name="connsiteY3" fmla="*/ 52018 h 57797"/>
                      <a:gd name="connsiteX4" fmla="*/ 39186 w 60908"/>
                      <a:gd name="connsiteY4" fmla="*/ 39428 h 57797"/>
                      <a:gd name="connsiteX5" fmla="*/ 50136 w 60908"/>
                      <a:gd name="connsiteY5" fmla="*/ 14115 h 57797"/>
                      <a:gd name="connsiteX6" fmla="*/ 60908 w 60908"/>
                      <a:gd name="connsiteY6" fmla="*/ 240 h 57797"/>
                      <a:gd name="connsiteX7" fmla="*/ 20434 w 60908"/>
                      <a:gd name="connsiteY7" fmla="*/ 15977 h 57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0908" h="57797">
                        <a:moveTo>
                          <a:pt x="20434" y="15977"/>
                        </a:moveTo>
                        <a:cubicBezTo>
                          <a:pt x="8730" y="25996"/>
                          <a:pt x="2303" y="37832"/>
                          <a:pt x="352" y="48029"/>
                        </a:cubicBezTo>
                        <a:cubicBezTo>
                          <a:pt x="-535" y="52550"/>
                          <a:pt x="-47" y="57427"/>
                          <a:pt x="5361" y="57781"/>
                        </a:cubicBezTo>
                        <a:cubicBezTo>
                          <a:pt x="9927" y="58047"/>
                          <a:pt x="15956" y="54944"/>
                          <a:pt x="21187" y="52018"/>
                        </a:cubicBezTo>
                        <a:cubicBezTo>
                          <a:pt x="27749" y="48383"/>
                          <a:pt x="34709" y="44437"/>
                          <a:pt x="39186" y="39428"/>
                        </a:cubicBezTo>
                        <a:cubicBezTo>
                          <a:pt x="46722" y="30961"/>
                          <a:pt x="44461" y="22804"/>
                          <a:pt x="50136" y="14115"/>
                        </a:cubicBezTo>
                        <a:lnTo>
                          <a:pt x="60908" y="240"/>
                        </a:lnTo>
                        <a:cubicBezTo>
                          <a:pt x="49559" y="-1445"/>
                          <a:pt x="32137" y="5958"/>
                          <a:pt x="20434" y="1597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67" name="Forme libre : forme 19566">
                    <a:extLst>
                      <a:ext uri="{FF2B5EF4-FFF2-40B4-BE49-F238E27FC236}">
                        <a16:creationId xmlns:a16="http://schemas.microsoft.com/office/drawing/2014/main" id="{B5D8F0CB-183D-423D-88DC-CE8C012B4A38}"/>
                      </a:ext>
                    </a:extLst>
                  </p:cNvPr>
                  <p:cNvSpPr/>
                  <p:nvPr/>
                </p:nvSpPr>
                <p:spPr>
                  <a:xfrm>
                    <a:off x="7183156" y="5874070"/>
                    <a:ext cx="102730" cy="63363"/>
                  </a:xfrm>
                  <a:custGeom>
                    <a:avLst/>
                    <a:gdLst>
                      <a:gd name="connsiteX0" fmla="*/ 102731 w 102730"/>
                      <a:gd name="connsiteY0" fmla="*/ 18933 h 63363"/>
                      <a:gd name="connsiteX1" fmla="*/ 101268 w 102730"/>
                      <a:gd name="connsiteY1" fmla="*/ 935 h 63363"/>
                      <a:gd name="connsiteX2" fmla="*/ 45366 w 102730"/>
                      <a:gd name="connsiteY2" fmla="*/ 9712 h 63363"/>
                      <a:gd name="connsiteX3" fmla="*/ 32023 w 102730"/>
                      <a:gd name="connsiteY3" fmla="*/ 16760 h 63363"/>
                      <a:gd name="connsiteX4" fmla="*/ 20807 w 102730"/>
                      <a:gd name="connsiteY4" fmla="*/ 27799 h 63363"/>
                      <a:gd name="connsiteX5" fmla="*/ 2366 w 102730"/>
                      <a:gd name="connsiteY5" fmla="*/ 51206 h 63363"/>
                      <a:gd name="connsiteX6" fmla="*/ 16 w 102730"/>
                      <a:gd name="connsiteY6" fmla="*/ 55639 h 63363"/>
                      <a:gd name="connsiteX7" fmla="*/ 2587 w 102730"/>
                      <a:gd name="connsiteY7" fmla="*/ 59141 h 63363"/>
                      <a:gd name="connsiteX8" fmla="*/ 53878 w 102730"/>
                      <a:gd name="connsiteY8" fmla="*/ 56658 h 63363"/>
                      <a:gd name="connsiteX9" fmla="*/ 102731 w 102730"/>
                      <a:gd name="connsiteY9" fmla="*/ 18933 h 63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2730" h="63363">
                        <a:moveTo>
                          <a:pt x="102731" y="18933"/>
                        </a:moveTo>
                        <a:lnTo>
                          <a:pt x="101268" y="935"/>
                        </a:lnTo>
                        <a:cubicBezTo>
                          <a:pt x="85797" y="-1770"/>
                          <a:pt x="65404" y="1466"/>
                          <a:pt x="45366" y="9712"/>
                        </a:cubicBezTo>
                        <a:cubicBezTo>
                          <a:pt x="40756" y="11618"/>
                          <a:pt x="36101" y="13835"/>
                          <a:pt x="32023" y="16760"/>
                        </a:cubicBezTo>
                        <a:cubicBezTo>
                          <a:pt x="27501" y="20041"/>
                          <a:pt x="24043" y="23942"/>
                          <a:pt x="20807" y="27799"/>
                        </a:cubicBezTo>
                        <a:cubicBezTo>
                          <a:pt x="14246" y="35557"/>
                          <a:pt x="8084" y="43359"/>
                          <a:pt x="2366" y="51206"/>
                        </a:cubicBezTo>
                        <a:cubicBezTo>
                          <a:pt x="1257" y="52713"/>
                          <a:pt x="149" y="54265"/>
                          <a:pt x="16" y="55639"/>
                        </a:cubicBezTo>
                        <a:cubicBezTo>
                          <a:pt x="-161" y="57323"/>
                          <a:pt x="1169" y="58343"/>
                          <a:pt x="2587" y="59141"/>
                        </a:cubicBezTo>
                        <a:cubicBezTo>
                          <a:pt x="14069" y="65569"/>
                          <a:pt x="34062" y="64594"/>
                          <a:pt x="53878" y="56658"/>
                        </a:cubicBezTo>
                        <a:cubicBezTo>
                          <a:pt x="73694" y="48723"/>
                          <a:pt x="92801" y="33961"/>
                          <a:pt x="102731" y="1893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68" name="Forme libre : forme 19567">
                    <a:extLst>
                      <a:ext uri="{FF2B5EF4-FFF2-40B4-BE49-F238E27FC236}">
                        <a16:creationId xmlns:a16="http://schemas.microsoft.com/office/drawing/2014/main" id="{C4388194-4745-4C66-8763-7CFADBC72483}"/>
                      </a:ext>
                    </a:extLst>
                  </p:cNvPr>
                  <p:cNvSpPr/>
                  <p:nvPr/>
                </p:nvSpPr>
                <p:spPr>
                  <a:xfrm>
                    <a:off x="7152250" y="5950502"/>
                    <a:ext cx="52156" cy="44644"/>
                  </a:xfrm>
                  <a:custGeom>
                    <a:avLst/>
                    <a:gdLst>
                      <a:gd name="connsiteX0" fmla="*/ 40365 w 52156"/>
                      <a:gd name="connsiteY0" fmla="*/ 14849 h 44644"/>
                      <a:gd name="connsiteX1" fmla="*/ 36818 w 52156"/>
                      <a:gd name="connsiteY1" fmla="*/ 7801 h 44644"/>
                      <a:gd name="connsiteX2" fmla="*/ 46571 w 52156"/>
                      <a:gd name="connsiteY2" fmla="*/ 1151 h 44644"/>
                      <a:gd name="connsiteX3" fmla="*/ 15007 w 52156"/>
                      <a:gd name="connsiteY3" fmla="*/ 1594 h 44644"/>
                      <a:gd name="connsiteX4" fmla="*/ 9244 w 52156"/>
                      <a:gd name="connsiteY4" fmla="*/ 2924 h 44644"/>
                      <a:gd name="connsiteX5" fmla="*/ 1708 w 52156"/>
                      <a:gd name="connsiteY5" fmla="*/ 12145 h 44644"/>
                      <a:gd name="connsiteX6" fmla="*/ 9200 w 52156"/>
                      <a:gd name="connsiteY6" fmla="*/ 42290 h 44644"/>
                      <a:gd name="connsiteX7" fmla="*/ 49852 w 52156"/>
                      <a:gd name="connsiteY7" fmla="*/ 13918 h 44644"/>
                      <a:gd name="connsiteX8" fmla="*/ 52157 w 52156"/>
                      <a:gd name="connsiteY8" fmla="*/ 8909 h 44644"/>
                      <a:gd name="connsiteX9" fmla="*/ 40365 w 52156"/>
                      <a:gd name="connsiteY9" fmla="*/ 14849 h 44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2156" h="44644">
                        <a:moveTo>
                          <a:pt x="40365" y="14849"/>
                        </a:moveTo>
                        <a:cubicBezTo>
                          <a:pt x="35887" y="14849"/>
                          <a:pt x="34291" y="11702"/>
                          <a:pt x="36818" y="7801"/>
                        </a:cubicBezTo>
                        <a:cubicBezTo>
                          <a:pt x="38813" y="4742"/>
                          <a:pt x="42758" y="2126"/>
                          <a:pt x="46571" y="1151"/>
                        </a:cubicBezTo>
                        <a:cubicBezTo>
                          <a:pt x="38458" y="-1199"/>
                          <a:pt x="23874" y="619"/>
                          <a:pt x="15007" y="1594"/>
                        </a:cubicBezTo>
                        <a:cubicBezTo>
                          <a:pt x="13145" y="1816"/>
                          <a:pt x="11239" y="2038"/>
                          <a:pt x="9244" y="2924"/>
                        </a:cubicBezTo>
                        <a:cubicBezTo>
                          <a:pt x="4900" y="4919"/>
                          <a:pt x="2683" y="8953"/>
                          <a:pt x="1708" y="12145"/>
                        </a:cubicBezTo>
                        <a:cubicBezTo>
                          <a:pt x="-2149" y="24646"/>
                          <a:pt x="600" y="35640"/>
                          <a:pt x="9200" y="42290"/>
                        </a:cubicBezTo>
                        <a:cubicBezTo>
                          <a:pt x="22632" y="52708"/>
                          <a:pt x="42049" y="25888"/>
                          <a:pt x="49852" y="13918"/>
                        </a:cubicBezTo>
                        <a:cubicBezTo>
                          <a:pt x="51093" y="12012"/>
                          <a:pt x="51847" y="10372"/>
                          <a:pt x="52157" y="8909"/>
                        </a:cubicBezTo>
                        <a:cubicBezTo>
                          <a:pt x="49364" y="12278"/>
                          <a:pt x="44399" y="14849"/>
                          <a:pt x="40365" y="1484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69" name="Forme libre : forme 19568">
                    <a:extLst>
                      <a:ext uri="{FF2B5EF4-FFF2-40B4-BE49-F238E27FC236}">
                        <a16:creationId xmlns:a16="http://schemas.microsoft.com/office/drawing/2014/main" id="{9A48224B-1430-4443-A17D-F9D2FBAB6195}"/>
                      </a:ext>
                    </a:extLst>
                  </p:cNvPr>
                  <p:cNvSpPr/>
                  <p:nvPr/>
                </p:nvSpPr>
                <p:spPr>
                  <a:xfrm>
                    <a:off x="7054460" y="6050614"/>
                    <a:ext cx="75261" cy="79956"/>
                  </a:xfrm>
                  <a:custGeom>
                    <a:avLst/>
                    <a:gdLst>
                      <a:gd name="connsiteX0" fmla="*/ 10570 w 75261"/>
                      <a:gd name="connsiteY0" fmla="*/ 75393 h 79956"/>
                      <a:gd name="connsiteX1" fmla="*/ 33666 w 75261"/>
                      <a:gd name="connsiteY1" fmla="*/ 78097 h 79956"/>
                      <a:gd name="connsiteX2" fmla="*/ 39473 w 75261"/>
                      <a:gd name="connsiteY2" fmla="*/ 75039 h 79956"/>
                      <a:gd name="connsiteX3" fmla="*/ 44172 w 75261"/>
                      <a:gd name="connsiteY3" fmla="*/ 65684 h 79956"/>
                      <a:gd name="connsiteX4" fmla="*/ 54679 w 75261"/>
                      <a:gd name="connsiteY4" fmla="*/ 37712 h 79956"/>
                      <a:gd name="connsiteX5" fmla="*/ 73520 w 75261"/>
                      <a:gd name="connsiteY5" fmla="*/ 10227 h 79956"/>
                      <a:gd name="connsiteX6" fmla="*/ 31450 w 75261"/>
                      <a:gd name="connsiteY6" fmla="*/ 14571 h 79956"/>
                      <a:gd name="connsiteX7" fmla="*/ 773 w 75261"/>
                      <a:gd name="connsiteY7" fmla="*/ 43031 h 79956"/>
                      <a:gd name="connsiteX8" fmla="*/ 2768 w 75261"/>
                      <a:gd name="connsiteY8" fmla="*/ 59035 h 79956"/>
                      <a:gd name="connsiteX9" fmla="*/ 10570 w 75261"/>
                      <a:gd name="connsiteY9" fmla="*/ 75393 h 79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261" h="79956">
                        <a:moveTo>
                          <a:pt x="10570" y="75393"/>
                        </a:moveTo>
                        <a:cubicBezTo>
                          <a:pt x="15047" y="79693"/>
                          <a:pt x="23603" y="81688"/>
                          <a:pt x="33666" y="78097"/>
                        </a:cubicBezTo>
                        <a:cubicBezTo>
                          <a:pt x="35705" y="77388"/>
                          <a:pt x="37789" y="76413"/>
                          <a:pt x="39473" y="75039"/>
                        </a:cubicBezTo>
                        <a:cubicBezTo>
                          <a:pt x="43109" y="72157"/>
                          <a:pt x="43685" y="68699"/>
                          <a:pt x="44172" y="65684"/>
                        </a:cubicBezTo>
                        <a:cubicBezTo>
                          <a:pt x="45635" y="56818"/>
                          <a:pt x="49226" y="47332"/>
                          <a:pt x="54679" y="37712"/>
                        </a:cubicBezTo>
                        <a:cubicBezTo>
                          <a:pt x="59866" y="28624"/>
                          <a:pt x="69264" y="19137"/>
                          <a:pt x="73520" y="10227"/>
                        </a:cubicBezTo>
                        <a:cubicBezTo>
                          <a:pt x="83672" y="-11097"/>
                          <a:pt x="46788" y="6237"/>
                          <a:pt x="31450" y="14571"/>
                        </a:cubicBezTo>
                        <a:cubicBezTo>
                          <a:pt x="17840" y="21974"/>
                          <a:pt x="4009" y="32791"/>
                          <a:pt x="773" y="43031"/>
                        </a:cubicBezTo>
                        <a:cubicBezTo>
                          <a:pt x="-1222" y="49282"/>
                          <a:pt x="1083" y="54158"/>
                          <a:pt x="2768" y="59035"/>
                        </a:cubicBezTo>
                        <a:cubicBezTo>
                          <a:pt x="4807" y="64842"/>
                          <a:pt x="6092" y="71093"/>
                          <a:pt x="10570" y="7539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70" name="Forme libre : forme 19569">
                    <a:extLst>
                      <a:ext uri="{FF2B5EF4-FFF2-40B4-BE49-F238E27FC236}">
                        <a16:creationId xmlns:a16="http://schemas.microsoft.com/office/drawing/2014/main" id="{051B88D7-2134-4F05-9181-0FD58FB25BC2}"/>
                      </a:ext>
                    </a:extLst>
                  </p:cNvPr>
                  <p:cNvSpPr/>
                  <p:nvPr/>
                </p:nvSpPr>
                <p:spPr>
                  <a:xfrm>
                    <a:off x="7341629" y="5874139"/>
                    <a:ext cx="79804" cy="98198"/>
                  </a:xfrm>
                  <a:custGeom>
                    <a:avLst/>
                    <a:gdLst>
                      <a:gd name="connsiteX0" fmla="*/ 77649 w 79804"/>
                      <a:gd name="connsiteY0" fmla="*/ 67141 h 98198"/>
                      <a:gd name="connsiteX1" fmla="*/ 66123 w 79804"/>
                      <a:gd name="connsiteY1" fmla="*/ 19884 h 98198"/>
                      <a:gd name="connsiteX2" fmla="*/ 67453 w 79804"/>
                      <a:gd name="connsiteY2" fmla="*/ 689 h 98198"/>
                      <a:gd name="connsiteX3" fmla="*/ 30791 w 79804"/>
                      <a:gd name="connsiteY3" fmla="*/ 11106 h 98198"/>
                      <a:gd name="connsiteX4" fmla="*/ 9025 w 79804"/>
                      <a:gd name="connsiteY4" fmla="*/ 34513 h 98198"/>
                      <a:gd name="connsiteX5" fmla="*/ 1622 w 79804"/>
                      <a:gd name="connsiteY5" fmla="*/ 58186 h 98198"/>
                      <a:gd name="connsiteX6" fmla="*/ 5390 w 79804"/>
                      <a:gd name="connsiteY6" fmla="*/ 82878 h 98198"/>
                      <a:gd name="connsiteX7" fmla="*/ 27068 w 79804"/>
                      <a:gd name="connsiteY7" fmla="*/ 96311 h 98198"/>
                      <a:gd name="connsiteX8" fmla="*/ 61823 w 79804"/>
                      <a:gd name="connsiteY8" fmla="*/ 92587 h 98198"/>
                      <a:gd name="connsiteX9" fmla="*/ 77649 w 79804"/>
                      <a:gd name="connsiteY9" fmla="*/ 67141 h 98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9804" h="98198">
                        <a:moveTo>
                          <a:pt x="77649" y="67141"/>
                        </a:moveTo>
                        <a:cubicBezTo>
                          <a:pt x="63729" y="56856"/>
                          <a:pt x="60138" y="39478"/>
                          <a:pt x="66123" y="19884"/>
                        </a:cubicBezTo>
                        <a:cubicBezTo>
                          <a:pt x="68074" y="13456"/>
                          <a:pt x="74236" y="3348"/>
                          <a:pt x="67453" y="689"/>
                        </a:cubicBezTo>
                        <a:cubicBezTo>
                          <a:pt x="59917" y="-2281"/>
                          <a:pt x="40411" y="4945"/>
                          <a:pt x="30791" y="11106"/>
                        </a:cubicBezTo>
                        <a:cubicBezTo>
                          <a:pt x="20684" y="17535"/>
                          <a:pt x="13325" y="26312"/>
                          <a:pt x="9025" y="34513"/>
                        </a:cubicBezTo>
                        <a:cubicBezTo>
                          <a:pt x="4769" y="42714"/>
                          <a:pt x="3173" y="50517"/>
                          <a:pt x="1622" y="58186"/>
                        </a:cubicBezTo>
                        <a:cubicBezTo>
                          <a:pt x="-285" y="67717"/>
                          <a:pt x="-1925" y="78091"/>
                          <a:pt x="5390" y="82878"/>
                        </a:cubicBezTo>
                        <a:cubicBezTo>
                          <a:pt x="12483" y="87489"/>
                          <a:pt x="18202" y="93296"/>
                          <a:pt x="27068" y="96311"/>
                        </a:cubicBezTo>
                        <a:cubicBezTo>
                          <a:pt x="35934" y="99369"/>
                          <a:pt x="49056" y="99104"/>
                          <a:pt x="61823" y="92587"/>
                        </a:cubicBezTo>
                        <a:cubicBezTo>
                          <a:pt x="74590" y="86070"/>
                          <a:pt x="84299" y="72061"/>
                          <a:pt x="77649" y="6714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71" name="Forme libre : forme 19570">
                    <a:extLst>
                      <a:ext uri="{FF2B5EF4-FFF2-40B4-BE49-F238E27FC236}">
                        <a16:creationId xmlns:a16="http://schemas.microsoft.com/office/drawing/2014/main" id="{8FC5A324-C4D0-47D7-BE0A-6346651FA20A}"/>
                      </a:ext>
                    </a:extLst>
                  </p:cNvPr>
                  <p:cNvSpPr/>
                  <p:nvPr/>
                </p:nvSpPr>
                <p:spPr>
                  <a:xfrm>
                    <a:off x="7163881" y="5974668"/>
                    <a:ext cx="111268" cy="138034"/>
                  </a:xfrm>
                  <a:custGeom>
                    <a:avLst/>
                    <a:gdLst>
                      <a:gd name="connsiteX0" fmla="*/ 84989 w 111268"/>
                      <a:gd name="connsiteY0" fmla="*/ 41310 h 138034"/>
                      <a:gd name="connsiteX1" fmla="*/ 73995 w 111268"/>
                      <a:gd name="connsiteY1" fmla="*/ 45477 h 138034"/>
                      <a:gd name="connsiteX2" fmla="*/ 67301 w 111268"/>
                      <a:gd name="connsiteY2" fmla="*/ 47427 h 138034"/>
                      <a:gd name="connsiteX3" fmla="*/ 62602 w 111268"/>
                      <a:gd name="connsiteY3" fmla="*/ 40157 h 138034"/>
                      <a:gd name="connsiteX4" fmla="*/ 74173 w 111268"/>
                      <a:gd name="connsiteY4" fmla="*/ 28897 h 138034"/>
                      <a:gd name="connsiteX5" fmla="*/ 92792 w 111268"/>
                      <a:gd name="connsiteY5" fmla="*/ 19720 h 138034"/>
                      <a:gd name="connsiteX6" fmla="*/ 106002 w 111268"/>
                      <a:gd name="connsiteY6" fmla="*/ 16307 h 138034"/>
                      <a:gd name="connsiteX7" fmla="*/ 110036 w 111268"/>
                      <a:gd name="connsiteY7" fmla="*/ 2697 h 138034"/>
                      <a:gd name="connsiteX8" fmla="*/ 59499 w 111268"/>
                      <a:gd name="connsiteY8" fmla="*/ 23045 h 138034"/>
                      <a:gd name="connsiteX9" fmla="*/ 33122 w 111268"/>
                      <a:gd name="connsiteY9" fmla="*/ 49732 h 138034"/>
                      <a:gd name="connsiteX10" fmla="*/ 1691 w 111268"/>
                      <a:gd name="connsiteY10" fmla="*/ 96546 h 138034"/>
                      <a:gd name="connsiteX11" fmla="*/ 15523 w 111268"/>
                      <a:gd name="connsiteY11" fmla="*/ 134183 h 138034"/>
                      <a:gd name="connsiteX12" fmla="*/ 30684 w 111268"/>
                      <a:gd name="connsiteY12" fmla="*/ 137774 h 138034"/>
                      <a:gd name="connsiteX13" fmla="*/ 48859 w 111268"/>
                      <a:gd name="connsiteY13" fmla="*/ 130770 h 138034"/>
                      <a:gd name="connsiteX14" fmla="*/ 84324 w 111268"/>
                      <a:gd name="connsiteY14" fmla="*/ 104792 h 138034"/>
                      <a:gd name="connsiteX15" fmla="*/ 83925 w 111268"/>
                      <a:gd name="connsiteY15" fmla="*/ 82183 h 138034"/>
                      <a:gd name="connsiteX16" fmla="*/ 84901 w 111268"/>
                      <a:gd name="connsiteY16" fmla="*/ 42063 h 138034"/>
                      <a:gd name="connsiteX17" fmla="*/ 84989 w 111268"/>
                      <a:gd name="connsiteY17" fmla="*/ 41310 h 138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268" h="138034">
                        <a:moveTo>
                          <a:pt x="84989" y="41310"/>
                        </a:moveTo>
                        <a:cubicBezTo>
                          <a:pt x="81310" y="42684"/>
                          <a:pt x="77675" y="44102"/>
                          <a:pt x="73995" y="45477"/>
                        </a:cubicBezTo>
                        <a:cubicBezTo>
                          <a:pt x="71734" y="46319"/>
                          <a:pt x="69385" y="47206"/>
                          <a:pt x="67301" y="47427"/>
                        </a:cubicBezTo>
                        <a:cubicBezTo>
                          <a:pt x="62381" y="47915"/>
                          <a:pt x="60652" y="44147"/>
                          <a:pt x="62602" y="40157"/>
                        </a:cubicBezTo>
                        <a:cubicBezTo>
                          <a:pt x="64597" y="36167"/>
                          <a:pt x="69252" y="32177"/>
                          <a:pt x="74173" y="28897"/>
                        </a:cubicBezTo>
                        <a:cubicBezTo>
                          <a:pt x="79980" y="25040"/>
                          <a:pt x="86408" y="21893"/>
                          <a:pt x="92792" y="19720"/>
                        </a:cubicBezTo>
                        <a:cubicBezTo>
                          <a:pt x="96249" y="18524"/>
                          <a:pt x="101303" y="17105"/>
                          <a:pt x="106002" y="16307"/>
                        </a:cubicBezTo>
                        <a:cubicBezTo>
                          <a:pt x="111012" y="11342"/>
                          <a:pt x="112652" y="6288"/>
                          <a:pt x="110036" y="2697"/>
                        </a:cubicBezTo>
                        <a:cubicBezTo>
                          <a:pt x="102589" y="-7454"/>
                          <a:pt x="71690" y="13647"/>
                          <a:pt x="59499" y="23045"/>
                        </a:cubicBezTo>
                        <a:cubicBezTo>
                          <a:pt x="48993" y="31158"/>
                          <a:pt x="40969" y="40556"/>
                          <a:pt x="33122" y="49732"/>
                        </a:cubicBezTo>
                        <a:cubicBezTo>
                          <a:pt x="19911" y="65248"/>
                          <a:pt x="6302" y="81473"/>
                          <a:pt x="1691" y="96546"/>
                        </a:cubicBezTo>
                        <a:cubicBezTo>
                          <a:pt x="-3318" y="112993"/>
                          <a:pt x="3243" y="126115"/>
                          <a:pt x="15523" y="134183"/>
                        </a:cubicBezTo>
                        <a:cubicBezTo>
                          <a:pt x="19291" y="136665"/>
                          <a:pt x="24034" y="138794"/>
                          <a:pt x="30684" y="137774"/>
                        </a:cubicBezTo>
                        <a:cubicBezTo>
                          <a:pt x="36491" y="136887"/>
                          <a:pt x="42830" y="133784"/>
                          <a:pt x="48859" y="130770"/>
                        </a:cubicBezTo>
                        <a:cubicBezTo>
                          <a:pt x="62602" y="123898"/>
                          <a:pt x="78207" y="115387"/>
                          <a:pt x="84324" y="104792"/>
                        </a:cubicBezTo>
                        <a:cubicBezTo>
                          <a:pt x="89422" y="95925"/>
                          <a:pt x="85832" y="89098"/>
                          <a:pt x="83925" y="82183"/>
                        </a:cubicBezTo>
                        <a:cubicBezTo>
                          <a:pt x="80645" y="70258"/>
                          <a:pt x="82773" y="56072"/>
                          <a:pt x="84901" y="42063"/>
                        </a:cubicBezTo>
                        <a:cubicBezTo>
                          <a:pt x="84856" y="41797"/>
                          <a:pt x="84945" y="41576"/>
                          <a:pt x="84989" y="4131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72" name="Forme libre : forme 19571">
                    <a:extLst>
                      <a:ext uri="{FF2B5EF4-FFF2-40B4-BE49-F238E27FC236}">
                        <a16:creationId xmlns:a16="http://schemas.microsoft.com/office/drawing/2014/main" id="{F3DF8AA5-7211-4E34-8D53-EE0CA33FC2D5}"/>
                      </a:ext>
                    </a:extLst>
                  </p:cNvPr>
                  <p:cNvSpPr/>
                  <p:nvPr/>
                </p:nvSpPr>
                <p:spPr>
                  <a:xfrm>
                    <a:off x="7296607" y="6061877"/>
                    <a:ext cx="105027" cy="71718"/>
                  </a:xfrm>
                  <a:custGeom>
                    <a:avLst/>
                    <a:gdLst>
                      <a:gd name="connsiteX0" fmla="*/ 52629 w 105027"/>
                      <a:gd name="connsiteY0" fmla="*/ 34916 h 71718"/>
                      <a:gd name="connsiteX1" fmla="*/ 37866 w 105027"/>
                      <a:gd name="connsiteY1" fmla="*/ 40546 h 71718"/>
                      <a:gd name="connsiteX2" fmla="*/ 31172 w 105027"/>
                      <a:gd name="connsiteY2" fmla="*/ 42496 h 71718"/>
                      <a:gd name="connsiteX3" fmla="*/ 26473 w 105027"/>
                      <a:gd name="connsiteY3" fmla="*/ 35226 h 71718"/>
                      <a:gd name="connsiteX4" fmla="*/ 38044 w 105027"/>
                      <a:gd name="connsiteY4" fmla="*/ 23966 h 71718"/>
                      <a:gd name="connsiteX5" fmla="*/ 56663 w 105027"/>
                      <a:gd name="connsiteY5" fmla="*/ 14789 h 71718"/>
                      <a:gd name="connsiteX6" fmla="*/ 64864 w 105027"/>
                      <a:gd name="connsiteY6" fmla="*/ 12395 h 71718"/>
                      <a:gd name="connsiteX7" fmla="*/ 62337 w 105027"/>
                      <a:gd name="connsiteY7" fmla="*/ 3086 h 71718"/>
                      <a:gd name="connsiteX8" fmla="*/ 21021 w 105027"/>
                      <a:gd name="connsiteY8" fmla="*/ 12529 h 71718"/>
                      <a:gd name="connsiteX9" fmla="*/ 18006 w 105027"/>
                      <a:gd name="connsiteY9" fmla="*/ 23124 h 71718"/>
                      <a:gd name="connsiteX10" fmla="*/ 717 w 105027"/>
                      <a:gd name="connsiteY10" fmla="*/ 52028 h 71718"/>
                      <a:gd name="connsiteX11" fmla="*/ 10470 w 105027"/>
                      <a:gd name="connsiteY11" fmla="*/ 68962 h 71718"/>
                      <a:gd name="connsiteX12" fmla="*/ 37955 w 105027"/>
                      <a:gd name="connsiteY12" fmla="*/ 71710 h 71718"/>
                      <a:gd name="connsiteX13" fmla="*/ 90665 w 105027"/>
                      <a:gd name="connsiteY13" fmla="*/ 66568 h 71718"/>
                      <a:gd name="connsiteX14" fmla="*/ 105028 w 105027"/>
                      <a:gd name="connsiteY14" fmla="*/ 50653 h 71718"/>
                      <a:gd name="connsiteX15" fmla="*/ 75592 w 105027"/>
                      <a:gd name="connsiteY15" fmla="*/ 41964 h 71718"/>
                      <a:gd name="connsiteX16" fmla="*/ 52629 w 105027"/>
                      <a:gd name="connsiteY16" fmla="*/ 34916 h 71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05027" h="71718">
                        <a:moveTo>
                          <a:pt x="52629" y="34916"/>
                        </a:moveTo>
                        <a:cubicBezTo>
                          <a:pt x="47708" y="36777"/>
                          <a:pt x="42787" y="38640"/>
                          <a:pt x="37866" y="40546"/>
                        </a:cubicBezTo>
                        <a:cubicBezTo>
                          <a:pt x="35605" y="41388"/>
                          <a:pt x="33256" y="42274"/>
                          <a:pt x="31172" y="42496"/>
                        </a:cubicBezTo>
                        <a:cubicBezTo>
                          <a:pt x="26252" y="42984"/>
                          <a:pt x="24523" y="39216"/>
                          <a:pt x="26473" y="35226"/>
                        </a:cubicBezTo>
                        <a:cubicBezTo>
                          <a:pt x="28424" y="31236"/>
                          <a:pt x="33123" y="27247"/>
                          <a:pt x="38044" y="23966"/>
                        </a:cubicBezTo>
                        <a:cubicBezTo>
                          <a:pt x="43851" y="20109"/>
                          <a:pt x="50279" y="16962"/>
                          <a:pt x="56663" y="14789"/>
                        </a:cubicBezTo>
                        <a:cubicBezTo>
                          <a:pt x="58924" y="14036"/>
                          <a:pt x="61805" y="13149"/>
                          <a:pt x="64864" y="12395"/>
                        </a:cubicBezTo>
                        <a:cubicBezTo>
                          <a:pt x="67169" y="8760"/>
                          <a:pt x="67391" y="5790"/>
                          <a:pt x="62337" y="3086"/>
                        </a:cubicBezTo>
                        <a:cubicBezTo>
                          <a:pt x="54579" y="-1081"/>
                          <a:pt x="30685" y="-3475"/>
                          <a:pt x="21021" y="12529"/>
                        </a:cubicBezTo>
                        <a:cubicBezTo>
                          <a:pt x="18760" y="16252"/>
                          <a:pt x="19070" y="19577"/>
                          <a:pt x="18006" y="23124"/>
                        </a:cubicBezTo>
                        <a:cubicBezTo>
                          <a:pt x="15258" y="32389"/>
                          <a:pt x="3643" y="42718"/>
                          <a:pt x="717" y="52028"/>
                        </a:cubicBezTo>
                        <a:cubicBezTo>
                          <a:pt x="-1898" y="60273"/>
                          <a:pt x="2934" y="66213"/>
                          <a:pt x="10470" y="68962"/>
                        </a:cubicBezTo>
                        <a:cubicBezTo>
                          <a:pt x="18051" y="71710"/>
                          <a:pt x="28069" y="71755"/>
                          <a:pt x="37955" y="71710"/>
                        </a:cubicBezTo>
                        <a:cubicBezTo>
                          <a:pt x="54624" y="71666"/>
                          <a:pt x="72001" y="71400"/>
                          <a:pt x="90665" y="66568"/>
                        </a:cubicBezTo>
                        <a:lnTo>
                          <a:pt x="105028" y="50653"/>
                        </a:lnTo>
                        <a:cubicBezTo>
                          <a:pt x="97669" y="45555"/>
                          <a:pt x="86542" y="43560"/>
                          <a:pt x="75592" y="41964"/>
                        </a:cubicBezTo>
                        <a:cubicBezTo>
                          <a:pt x="66460" y="40590"/>
                          <a:pt x="54890" y="40457"/>
                          <a:pt x="52629" y="3491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73" name="Forme libre : forme 19572">
                    <a:extLst>
                      <a:ext uri="{FF2B5EF4-FFF2-40B4-BE49-F238E27FC236}">
                        <a16:creationId xmlns:a16="http://schemas.microsoft.com/office/drawing/2014/main" id="{BA67A17E-C9AD-4F2B-AFDE-C65AA616A7FE}"/>
                      </a:ext>
                    </a:extLst>
                  </p:cNvPr>
                  <p:cNvSpPr/>
                  <p:nvPr/>
                </p:nvSpPr>
                <p:spPr>
                  <a:xfrm>
                    <a:off x="7377160" y="5936345"/>
                    <a:ext cx="158398" cy="94191"/>
                  </a:xfrm>
                  <a:custGeom>
                    <a:avLst/>
                    <a:gdLst>
                      <a:gd name="connsiteX0" fmla="*/ 131401 w 158398"/>
                      <a:gd name="connsiteY0" fmla="*/ 34769 h 94191"/>
                      <a:gd name="connsiteX1" fmla="*/ 129805 w 158398"/>
                      <a:gd name="connsiteY1" fmla="*/ 27455 h 94191"/>
                      <a:gd name="connsiteX2" fmla="*/ 136499 w 158398"/>
                      <a:gd name="connsiteY2" fmla="*/ 20095 h 94191"/>
                      <a:gd name="connsiteX3" fmla="*/ 156980 w 158398"/>
                      <a:gd name="connsiteY3" fmla="*/ 7106 h 94191"/>
                      <a:gd name="connsiteX4" fmla="*/ 158398 w 158398"/>
                      <a:gd name="connsiteY4" fmla="*/ 6486 h 94191"/>
                      <a:gd name="connsiteX5" fmla="*/ 144745 w 158398"/>
                      <a:gd name="connsiteY5" fmla="*/ 146 h 94191"/>
                      <a:gd name="connsiteX6" fmla="*/ 93099 w 158398"/>
                      <a:gd name="connsiteY6" fmla="*/ 30026 h 94191"/>
                      <a:gd name="connsiteX7" fmla="*/ 46152 w 158398"/>
                      <a:gd name="connsiteY7" fmla="*/ 51969 h 94191"/>
                      <a:gd name="connsiteX8" fmla="*/ 3683 w 158398"/>
                      <a:gd name="connsiteY8" fmla="*/ 79809 h 94191"/>
                      <a:gd name="connsiteX9" fmla="*/ 48 w 158398"/>
                      <a:gd name="connsiteY9" fmla="*/ 86459 h 94191"/>
                      <a:gd name="connsiteX10" fmla="*/ 3595 w 158398"/>
                      <a:gd name="connsiteY10" fmla="*/ 92133 h 94191"/>
                      <a:gd name="connsiteX11" fmla="*/ 34892 w 158398"/>
                      <a:gd name="connsiteY11" fmla="*/ 90759 h 94191"/>
                      <a:gd name="connsiteX12" fmla="*/ 70313 w 158398"/>
                      <a:gd name="connsiteY12" fmla="*/ 81095 h 94191"/>
                      <a:gd name="connsiteX13" fmla="*/ 93764 w 158398"/>
                      <a:gd name="connsiteY13" fmla="*/ 78612 h 94191"/>
                      <a:gd name="connsiteX14" fmla="*/ 120806 w 158398"/>
                      <a:gd name="connsiteY14" fmla="*/ 69170 h 94191"/>
                      <a:gd name="connsiteX15" fmla="*/ 149045 w 158398"/>
                      <a:gd name="connsiteY15" fmla="*/ 37872 h 94191"/>
                      <a:gd name="connsiteX16" fmla="*/ 131401 w 158398"/>
                      <a:gd name="connsiteY16" fmla="*/ 34769 h 94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58398" h="94191">
                        <a:moveTo>
                          <a:pt x="131401" y="34769"/>
                        </a:moveTo>
                        <a:cubicBezTo>
                          <a:pt x="129628" y="32952"/>
                          <a:pt x="128342" y="30557"/>
                          <a:pt x="129805" y="27455"/>
                        </a:cubicBezTo>
                        <a:cubicBezTo>
                          <a:pt x="130958" y="24927"/>
                          <a:pt x="133750" y="22401"/>
                          <a:pt x="136499" y="20095"/>
                        </a:cubicBezTo>
                        <a:cubicBezTo>
                          <a:pt x="142617" y="15042"/>
                          <a:pt x="149621" y="10431"/>
                          <a:pt x="156980" y="7106"/>
                        </a:cubicBezTo>
                        <a:cubicBezTo>
                          <a:pt x="157423" y="6885"/>
                          <a:pt x="157955" y="6707"/>
                          <a:pt x="158398" y="6486"/>
                        </a:cubicBezTo>
                        <a:cubicBezTo>
                          <a:pt x="156537" y="2186"/>
                          <a:pt x="152547" y="-696"/>
                          <a:pt x="144745" y="146"/>
                        </a:cubicBezTo>
                        <a:cubicBezTo>
                          <a:pt x="126081" y="2230"/>
                          <a:pt x="108970" y="19829"/>
                          <a:pt x="93099" y="30026"/>
                        </a:cubicBezTo>
                        <a:cubicBezTo>
                          <a:pt x="78425" y="39512"/>
                          <a:pt x="61979" y="45187"/>
                          <a:pt x="46152" y="51969"/>
                        </a:cubicBezTo>
                        <a:cubicBezTo>
                          <a:pt x="30326" y="58752"/>
                          <a:pt x="13303" y="67884"/>
                          <a:pt x="3683" y="79809"/>
                        </a:cubicBezTo>
                        <a:cubicBezTo>
                          <a:pt x="1866" y="82070"/>
                          <a:pt x="359" y="84420"/>
                          <a:pt x="48" y="86459"/>
                        </a:cubicBezTo>
                        <a:cubicBezTo>
                          <a:pt x="-306" y="89074"/>
                          <a:pt x="1334" y="90936"/>
                          <a:pt x="3595" y="92133"/>
                        </a:cubicBezTo>
                        <a:cubicBezTo>
                          <a:pt x="10688" y="95857"/>
                          <a:pt x="23056" y="93995"/>
                          <a:pt x="34892" y="90759"/>
                        </a:cubicBezTo>
                        <a:cubicBezTo>
                          <a:pt x="46729" y="87523"/>
                          <a:pt x="58920" y="82957"/>
                          <a:pt x="70313" y="81095"/>
                        </a:cubicBezTo>
                        <a:cubicBezTo>
                          <a:pt x="78337" y="79809"/>
                          <a:pt x="85696" y="79942"/>
                          <a:pt x="93764" y="78612"/>
                        </a:cubicBezTo>
                        <a:cubicBezTo>
                          <a:pt x="103694" y="76972"/>
                          <a:pt x="112782" y="73603"/>
                          <a:pt x="120806" y="69170"/>
                        </a:cubicBezTo>
                        <a:lnTo>
                          <a:pt x="149045" y="37872"/>
                        </a:lnTo>
                        <a:cubicBezTo>
                          <a:pt x="141198" y="40266"/>
                          <a:pt x="134859" y="38227"/>
                          <a:pt x="131401" y="3476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74" name="Forme libre : forme 19573">
                    <a:extLst>
                      <a:ext uri="{FF2B5EF4-FFF2-40B4-BE49-F238E27FC236}">
                        <a16:creationId xmlns:a16="http://schemas.microsoft.com/office/drawing/2014/main" id="{5EAF5F4E-BB06-4A59-8510-132DD05D959A}"/>
                      </a:ext>
                    </a:extLst>
                  </p:cNvPr>
                  <p:cNvSpPr/>
                  <p:nvPr/>
                </p:nvSpPr>
                <p:spPr>
                  <a:xfrm>
                    <a:off x="4883902" y="5964232"/>
                    <a:ext cx="28296" cy="25147"/>
                  </a:xfrm>
                  <a:custGeom>
                    <a:avLst/>
                    <a:gdLst>
                      <a:gd name="connsiteX0" fmla="*/ 17245 w 28296"/>
                      <a:gd name="connsiteY0" fmla="*/ 5553 h 25147"/>
                      <a:gd name="connsiteX1" fmla="*/ 20791 w 28296"/>
                      <a:gd name="connsiteY1" fmla="*/ 12601 h 25147"/>
                      <a:gd name="connsiteX2" fmla="*/ 8113 w 28296"/>
                      <a:gd name="connsiteY2" fmla="*/ 19650 h 25147"/>
                      <a:gd name="connsiteX3" fmla="*/ 5098 w 28296"/>
                      <a:gd name="connsiteY3" fmla="*/ 18941 h 25147"/>
                      <a:gd name="connsiteX4" fmla="*/ 0 w 28296"/>
                      <a:gd name="connsiteY4" fmla="*/ 25147 h 25147"/>
                      <a:gd name="connsiteX5" fmla="*/ 27751 w 28296"/>
                      <a:gd name="connsiteY5" fmla="*/ 3557 h 25147"/>
                      <a:gd name="connsiteX6" fmla="*/ 16358 w 28296"/>
                      <a:gd name="connsiteY6" fmla="*/ 499 h 25147"/>
                      <a:gd name="connsiteX7" fmla="*/ 14186 w 28296"/>
                      <a:gd name="connsiteY7" fmla="*/ 5951 h 25147"/>
                      <a:gd name="connsiteX8" fmla="*/ 17245 w 28296"/>
                      <a:gd name="connsiteY8" fmla="*/ 5553 h 25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296" h="25147">
                        <a:moveTo>
                          <a:pt x="17245" y="5553"/>
                        </a:moveTo>
                        <a:cubicBezTo>
                          <a:pt x="21722" y="5553"/>
                          <a:pt x="23318" y="8700"/>
                          <a:pt x="20791" y="12601"/>
                        </a:cubicBezTo>
                        <a:cubicBezTo>
                          <a:pt x="18264" y="16502"/>
                          <a:pt x="12590" y="19650"/>
                          <a:pt x="8113" y="19650"/>
                        </a:cubicBezTo>
                        <a:cubicBezTo>
                          <a:pt x="6871" y="19650"/>
                          <a:pt x="5852" y="19384"/>
                          <a:pt x="5098" y="18941"/>
                        </a:cubicBezTo>
                        <a:cubicBezTo>
                          <a:pt x="3414" y="21024"/>
                          <a:pt x="1729" y="23107"/>
                          <a:pt x="0" y="25147"/>
                        </a:cubicBezTo>
                        <a:cubicBezTo>
                          <a:pt x="14230" y="19517"/>
                          <a:pt x="31608" y="10695"/>
                          <a:pt x="27751" y="3557"/>
                        </a:cubicBezTo>
                        <a:cubicBezTo>
                          <a:pt x="25845" y="11"/>
                          <a:pt x="21589" y="-609"/>
                          <a:pt x="16358" y="499"/>
                        </a:cubicBezTo>
                        <a:cubicBezTo>
                          <a:pt x="16048" y="2095"/>
                          <a:pt x="15294" y="4001"/>
                          <a:pt x="14186" y="5951"/>
                        </a:cubicBezTo>
                        <a:cubicBezTo>
                          <a:pt x="15250" y="5730"/>
                          <a:pt x="16269" y="5553"/>
                          <a:pt x="17245" y="555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75" name="Forme libre : forme 19574">
                    <a:extLst>
                      <a:ext uri="{FF2B5EF4-FFF2-40B4-BE49-F238E27FC236}">
                        <a16:creationId xmlns:a16="http://schemas.microsoft.com/office/drawing/2014/main" id="{D7735A5E-E6D7-4755-B7B0-A71318FC0164}"/>
                      </a:ext>
                    </a:extLst>
                  </p:cNvPr>
                  <p:cNvSpPr/>
                  <p:nvPr/>
                </p:nvSpPr>
                <p:spPr>
                  <a:xfrm>
                    <a:off x="4858772" y="5964775"/>
                    <a:ext cx="41533" cy="30924"/>
                  </a:xfrm>
                  <a:custGeom>
                    <a:avLst/>
                    <a:gdLst>
                      <a:gd name="connsiteX0" fmla="*/ 394 w 41533"/>
                      <a:gd name="connsiteY0" fmla="*/ 29657 h 30924"/>
                      <a:gd name="connsiteX1" fmla="*/ 11033 w 41533"/>
                      <a:gd name="connsiteY1" fmla="*/ 29613 h 30924"/>
                      <a:gd name="connsiteX2" fmla="*/ 25175 w 41533"/>
                      <a:gd name="connsiteY2" fmla="*/ 24604 h 30924"/>
                      <a:gd name="connsiteX3" fmla="*/ 30273 w 41533"/>
                      <a:gd name="connsiteY3" fmla="*/ 18397 h 30924"/>
                      <a:gd name="connsiteX4" fmla="*/ 29741 w 41533"/>
                      <a:gd name="connsiteY4" fmla="*/ 12058 h 30924"/>
                      <a:gd name="connsiteX5" fmla="*/ 39361 w 41533"/>
                      <a:gd name="connsiteY5" fmla="*/ 5453 h 30924"/>
                      <a:gd name="connsiteX6" fmla="*/ 41533 w 41533"/>
                      <a:gd name="connsiteY6" fmla="*/ 0 h 30924"/>
                      <a:gd name="connsiteX7" fmla="*/ 6423 w 41533"/>
                      <a:gd name="connsiteY7" fmla="*/ 19594 h 30924"/>
                      <a:gd name="connsiteX8" fmla="*/ 394 w 41533"/>
                      <a:gd name="connsiteY8" fmla="*/ 29657 h 30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533" h="30924">
                        <a:moveTo>
                          <a:pt x="394" y="29657"/>
                        </a:moveTo>
                        <a:cubicBezTo>
                          <a:pt x="1857" y="31785"/>
                          <a:pt x="6778" y="30854"/>
                          <a:pt x="11033" y="29613"/>
                        </a:cubicBezTo>
                        <a:cubicBezTo>
                          <a:pt x="14181" y="28682"/>
                          <a:pt x="19456" y="26909"/>
                          <a:pt x="25175" y="24604"/>
                        </a:cubicBezTo>
                        <a:cubicBezTo>
                          <a:pt x="26904" y="22564"/>
                          <a:pt x="28588" y="20481"/>
                          <a:pt x="30273" y="18397"/>
                        </a:cubicBezTo>
                        <a:cubicBezTo>
                          <a:pt x="28278" y="17289"/>
                          <a:pt x="27923" y="14851"/>
                          <a:pt x="29741" y="12058"/>
                        </a:cubicBezTo>
                        <a:cubicBezTo>
                          <a:pt x="31692" y="8999"/>
                          <a:pt x="35637" y="6428"/>
                          <a:pt x="39361" y="5453"/>
                        </a:cubicBezTo>
                        <a:cubicBezTo>
                          <a:pt x="40469" y="3458"/>
                          <a:pt x="41223" y="1596"/>
                          <a:pt x="41533" y="0"/>
                        </a:cubicBezTo>
                        <a:cubicBezTo>
                          <a:pt x="30184" y="2438"/>
                          <a:pt x="14048" y="12989"/>
                          <a:pt x="6423" y="19594"/>
                        </a:cubicBezTo>
                        <a:cubicBezTo>
                          <a:pt x="2522" y="22875"/>
                          <a:pt x="-1246" y="27308"/>
                          <a:pt x="394" y="2965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76" name="Forme libre : forme 19575">
                    <a:extLst>
                      <a:ext uri="{FF2B5EF4-FFF2-40B4-BE49-F238E27FC236}">
                        <a16:creationId xmlns:a16="http://schemas.microsoft.com/office/drawing/2014/main" id="{0B5E341A-B754-4DB8-9EC0-D78ED3BE9EEE}"/>
                      </a:ext>
                    </a:extLst>
                  </p:cNvPr>
                  <p:cNvSpPr/>
                  <p:nvPr/>
                </p:nvSpPr>
                <p:spPr>
                  <a:xfrm>
                    <a:off x="5054045" y="5974165"/>
                    <a:ext cx="28959" cy="25409"/>
                  </a:xfrm>
                  <a:custGeom>
                    <a:avLst/>
                    <a:gdLst>
                      <a:gd name="connsiteX0" fmla="*/ 28416 w 28959"/>
                      <a:gd name="connsiteY0" fmla="*/ 3554 h 25409"/>
                      <a:gd name="connsiteX1" fmla="*/ 11703 w 28959"/>
                      <a:gd name="connsiteY1" fmla="*/ 2091 h 25409"/>
                      <a:gd name="connsiteX2" fmla="*/ 0 w 28959"/>
                      <a:gd name="connsiteY2" fmla="*/ 25409 h 25409"/>
                      <a:gd name="connsiteX3" fmla="*/ 28416 w 28959"/>
                      <a:gd name="connsiteY3" fmla="*/ 3554 h 25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959" h="25409">
                        <a:moveTo>
                          <a:pt x="28416" y="3554"/>
                        </a:moveTo>
                        <a:cubicBezTo>
                          <a:pt x="25889" y="-1145"/>
                          <a:pt x="19328" y="-702"/>
                          <a:pt x="11703" y="2091"/>
                        </a:cubicBezTo>
                        <a:cubicBezTo>
                          <a:pt x="12634" y="9051"/>
                          <a:pt x="7758" y="17784"/>
                          <a:pt x="0" y="25409"/>
                        </a:cubicBezTo>
                        <a:cubicBezTo>
                          <a:pt x="14408" y="19735"/>
                          <a:pt x="32317" y="10780"/>
                          <a:pt x="28416" y="355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77" name="Forme libre : forme 19576">
                    <a:extLst>
                      <a:ext uri="{FF2B5EF4-FFF2-40B4-BE49-F238E27FC236}">
                        <a16:creationId xmlns:a16="http://schemas.microsoft.com/office/drawing/2014/main" id="{B689525B-C3B0-43BD-8C7F-6386E086BCB8}"/>
                      </a:ext>
                    </a:extLst>
                  </p:cNvPr>
                  <p:cNvSpPr/>
                  <p:nvPr/>
                </p:nvSpPr>
                <p:spPr>
                  <a:xfrm>
                    <a:off x="5029579" y="5976257"/>
                    <a:ext cx="36326" cy="29372"/>
                  </a:xfrm>
                  <a:custGeom>
                    <a:avLst/>
                    <a:gdLst>
                      <a:gd name="connsiteX0" fmla="*/ 36213 w 36326"/>
                      <a:gd name="connsiteY0" fmla="*/ 0 h 29372"/>
                      <a:gd name="connsiteX1" fmla="*/ 6379 w 36326"/>
                      <a:gd name="connsiteY1" fmla="*/ 17999 h 29372"/>
                      <a:gd name="connsiteX2" fmla="*/ 394 w 36326"/>
                      <a:gd name="connsiteY2" fmla="*/ 28106 h 29372"/>
                      <a:gd name="connsiteX3" fmla="*/ 11033 w 36326"/>
                      <a:gd name="connsiteY3" fmla="*/ 28062 h 29372"/>
                      <a:gd name="connsiteX4" fmla="*/ 24555 w 36326"/>
                      <a:gd name="connsiteY4" fmla="*/ 23318 h 29372"/>
                      <a:gd name="connsiteX5" fmla="*/ 36213 w 36326"/>
                      <a:gd name="connsiteY5" fmla="*/ 0 h 293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326" h="29372">
                        <a:moveTo>
                          <a:pt x="36213" y="0"/>
                        </a:moveTo>
                        <a:cubicBezTo>
                          <a:pt x="25574" y="3901"/>
                          <a:pt x="12895" y="12369"/>
                          <a:pt x="6379" y="17999"/>
                        </a:cubicBezTo>
                        <a:cubicBezTo>
                          <a:pt x="2522" y="21323"/>
                          <a:pt x="-1246" y="25712"/>
                          <a:pt x="394" y="28106"/>
                        </a:cubicBezTo>
                        <a:cubicBezTo>
                          <a:pt x="1857" y="30234"/>
                          <a:pt x="6778" y="29303"/>
                          <a:pt x="11033" y="28062"/>
                        </a:cubicBezTo>
                        <a:cubicBezTo>
                          <a:pt x="14048" y="27175"/>
                          <a:pt x="19057" y="25490"/>
                          <a:pt x="24555" y="23318"/>
                        </a:cubicBezTo>
                        <a:cubicBezTo>
                          <a:pt x="32268" y="15693"/>
                          <a:pt x="37144" y="6960"/>
                          <a:pt x="36213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78" name="Forme libre : forme 19577">
                    <a:extLst>
                      <a:ext uri="{FF2B5EF4-FFF2-40B4-BE49-F238E27FC236}">
                        <a16:creationId xmlns:a16="http://schemas.microsoft.com/office/drawing/2014/main" id="{F4A17EA4-2B0B-470B-90B8-2FB91EC2E624}"/>
                      </a:ext>
                    </a:extLst>
                  </p:cNvPr>
                  <p:cNvSpPr/>
                  <p:nvPr/>
                </p:nvSpPr>
                <p:spPr>
                  <a:xfrm>
                    <a:off x="4677320" y="5958999"/>
                    <a:ext cx="19948" cy="8613"/>
                  </a:xfrm>
                  <a:custGeom>
                    <a:avLst/>
                    <a:gdLst>
                      <a:gd name="connsiteX0" fmla="*/ 18663 w 19948"/>
                      <a:gd name="connsiteY0" fmla="*/ 8613 h 8613"/>
                      <a:gd name="connsiteX1" fmla="*/ 19949 w 19948"/>
                      <a:gd name="connsiteY1" fmla="*/ 5244 h 8613"/>
                      <a:gd name="connsiteX2" fmla="*/ 19506 w 19948"/>
                      <a:gd name="connsiteY2" fmla="*/ 3560 h 8613"/>
                      <a:gd name="connsiteX3" fmla="*/ 0 w 19948"/>
                      <a:gd name="connsiteY3" fmla="*/ 3205 h 8613"/>
                      <a:gd name="connsiteX4" fmla="*/ 3724 w 19948"/>
                      <a:gd name="connsiteY4" fmla="*/ 3737 h 8613"/>
                      <a:gd name="connsiteX5" fmla="*/ 18663 w 19948"/>
                      <a:gd name="connsiteY5" fmla="*/ 8613 h 8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948" h="8613">
                        <a:moveTo>
                          <a:pt x="18663" y="8613"/>
                        </a:moveTo>
                        <a:cubicBezTo>
                          <a:pt x="19018" y="7461"/>
                          <a:pt x="19461" y="6308"/>
                          <a:pt x="19949" y="5244"/>
                        </a:cubicBezTo>
                        <a:cubicBezTo>
                          <a:pt x="19905" y="4668"/>
                          <a:pt x="19772" y="4136"/>
                          <a:pt x="19506" y="3560"/>
                        </a:cubicBezTo>
                        <a:cubicBezTo>
                          <a:pt x="16668" y="-1716"/>
                          <a:pt x="8778" y="-519"/>
                          <a:pt x="0" y="3205"/>
                        </a:cubicBezTo>
                        <a:cubicBezTo>
                          <a:pt x="1241" y="3382"/>
                          <a:pt x="2483" y="3515"/>
                          <a:pt x="3724" y="3737"/>
                        </a:cubicBezTo>
                        <a:cubicBezTo>
                          <a:pt x="8955" y="4801"/>
                          <a:pt x="13964" y="6486"/>
                          <a:pt x="18663" y="861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79" name="Forme libre : forme 19578">
                    <a:extLst>
                      <a:ext uri="{FF2B5EF4-FFF2-40B4-BE49-F238E27FC236}">
                        <a16:creationId xmlns:a16="http://schemas.microsoft.com/office/drawing/2014/main" id="{A4C88BF8-37B0-477F-A130-7DBECBA8B668}"/>
                      </a:ext>
                    </a:extLst>
                  </p:cNvPr>
                  <p:cNvSpPr/>
                  <p:nvPr/>
                </p:nvSpPr>
                <p:spPr>
                  <a:xfrm>
                    <a:off x="4652450" y="5962204"/>
                    <a:ext cx="44839" cy="21633"/>
                  </a:xfrm>
                  <a:custGeom>
                    <a:avLst/>
                    <a:gdLst>
                      <a:gd name="connsiteX0" fmla="*/ 17422 w 44839"/>
                      <a:gd name="connsiteY0" fmla="*/ 21634 h 21633"/>
                      <a:gd name="connsiteX1" fmla="*/ 44819 w 44839"/>
                      <a:gd name="connsiteY1" fmla="*/ 2039 h 21633"/>
                      <a:gd name="connsiteX2" fmla="*/ 43533 w 44839"/>
                      <a:gd name="connsiteY2" fmla="*/ 5408 h 21633"/>
                      <a:gd name="connsiteX3" fmla="*/ 28549 w 44839"/>
                      <a:gd name="connsiteY3" fmla="*/ 532 h 21633"/>
                      <a:gd name="connsiteX4" fmla="*/ 24825 w 44839"/>
                      <a:gd name="connsiteY4" fmla="*/ 0 h 21633"/>
                      <a:gd name="connsiteX5" fmla="*/ 0 w 44839"/>
                      <a:gd name="connsiteY5" fmla="*/ 15072 h 21633"/>
                      <a:gd name="connsiteX6" fmla="*/ 17422 w 44839"/>
                      <a:gd name="connsiteY6" fmla="*/ 21634 h 21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839" h="21633">
                        <a:moveTo>
                          <a:pt x="17422" y="21634"/>
                        </a:moveTo>
                        <a:cubicBezTo>
                          <a:pt x="30411" y="16402"/>
                          <a:pt x="45484" y="8733"/>
                          <a:pt x="44819" y="2039"/>
                        </a:cubicBezTo>
                        <a:cubicBezTo>
                          <a:pt x="44331" y="3147"/>
                          <a:pt x="43888" y="4256"/>
                          <a:pt x="43533" y="5408"/>
                        </a:cubicBezTo>
                        <a:cubicBezTo>
                          <a:pt x="38834" y="3280"/>
                          <a:pt x="33869" y="1596"/>
                          <a:pt x="28549" y="532"/>
                        </a:cubicBezTo>
                        <a:cubicBezTo>
                          <a:pt x="27308" y="266"/>
                          <a:pt x="26067" y="177"/>
                          <a:pt x="24825" y="0"/>
                        </a:cubicBezTo>
                        <a:cubicBezTo>
                          <a:pt x="15959" y="3768"/>
                          <a:pt x="6251" y="10107"/>
                          <a:pt x="0" y="15072"/>
                        </a:cubicBezTo>
                        <a:cubicBezTo>
                          <a:pt x="7536" y="12102"/>
                          <a:pt x="14851" y="15959"/>
                          <a:pt x="17422" y="2163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80" name="Forme libre : forme 19579">
                    <a:extLst>
                      <a:ext uri="{FF2B5EF4-FFF2-40B4-BE49-F238E27FC236}">
                        <a16:creationId xmlns:a16="http://schemas.microsoft.com/office/drawing/2014/main" id="{6E585D46-0CB3-488E-8EED-000167F2A7C0}"/>
                      </a:ext>
                    </a:extLst>
                  </p:cNvPr>
                  <p:cNvSpPr/>
                  <p:nvPr/>
                </p:nvSpPr>
                <p:spPr>
                  <a:xfrm>
                    <a:off x="4643858" y="5976248"/>
                    <a:ext cx="26014" cy="14220"/>
                  </a:xfrm>
                  <a:custGeom>
                    <a:avLst/>
                    <a:gdLst>
                      <a:gd name="connsiteX0" fmla="*/ 8592 w 26014"/>
                      <a:gd name="connsiteY0" fmla="*/ 1028 h 14220"/>
                      <a:gd name="connsiteX1" fmla="*/ 6376 w 26014"/>
                      <a:gd name="connsiteY1" fmla="*/ 2846 h 14220"/>
                      <a:gd name="connsiteX2" fmla="*/ 391 w 26014"/>
                      <a:gd name="connsiteY2" fmla="*/ 12953 h 14220"/>
                      <a:gd name="connsiteX3" fmla="*/ 11031 w 26014"/>
                      <a:gd name="connsiteY3" fmla="*/ 12909 h 14220"/>
                      <a:gd name="connsiteX4" fmla="*/ 26014 w 26014"/>
                      <a:gd name="connsiteY4" fmla="*/ 7589 h 14220"/>
                      <a:gd name="connsiteX5" fmla="*/ 8592 w 26014"/>
                      <a:gd name="connsiteY5" fmla="*/ 1028 h 14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014" h="14220">
                        <a:moveTo>
                          <a:pt x="8592" y="1028"/>
                        </a:moveTo>
                        <a:cubicBezTo>
                          <a:pt x="7794" y="1649"/>
                          <a:pt x="7041" y="2269"/>
                          <a:pt x="6376" y="2846"/>
                        </a:cubicBezTo>
                        <a:cubicBezTo>
                          <a:pt x="2563" y="6170"/>
                          <a:pt x="-1249" y="10559"/>
                          <a:pt x="391" y="12953"/>
                        </a:cubicBezTo>
                        <a:cubicBezTo>
                          <a:pt x="1854" y="15081"/>
                          <a:pt x="6775" y="14150"/>
                          <a:pt x="11031" y="12909"/>
                        </a:cubicBezTo>
                        <a:cubicBezTo>
                          <a:pt x="14311" y="11934"/>
                          <a:pt x="19941" y="10027"/>
                          <a:pt x="26014" y="7589"/>
                        </a:cubicBezTo>
                        <a:cubicBezTo>
                          <a:pt x="23443" y="1915"/>
                          <a:pt x="16129" y="-1942"/>
                          <a:pt x="8592" y="102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81" name="Forme libre : forme 19580">
                    <a:extLst>
                      <a:ext uri="{FF2B5EF4-FFF2-40B4-BE49-F238E27FC236}">
                        <a16:creationId xmlns:a16="http://schemas.microsoft.com/office/drawing/2014/main" id="{282B29FE-9D61-4EA9-868A-00C52C9FC996}"/>
                      </a:ext>
                    </a:extLst>
                  </p:cNvPr>
                  <p:cNvSpPr/>
                  <p:nvPr/>
                </p:nvSpPr>
                <p:spPr>
                  <a:xfrm>
                    <a:off x="5105385" y="5970808"/>
                    <a:ext cx="53506" cy="31451"/>
                  </a:xfrm>
                  <a:custGeom>
                    <a:avLst/>
                    <a:gdLst>
                      <a:gd name="connsiteX0" fmla="*/ 6379 w 53506"/>
                      <a:gd name="connsiteY0" fmla="*/ 20078 h 31451"/>
                      <a:gd name="connsiteX1" fmla="*/ 394 w 53506"/>
                      <a:gd name="connsiteY1" fmla="*/ 30185 h 31451"/>
                      <a:gd name="connsiteX2" fmla="*/ 11033 w 53506"/>
                      <a:gd name="connsiteY2" fmla="*/ 30141 h 31451"/>
                      <a:gd name="connsiteX3" fmla="*/ 52971 w 53506"/>
                      <a:gd name="connsiteY3" fmla="*/ 3587 h 31451"/>
                      <a:gd name="connsiteX4" fmla="*/ 6379 w 53506"/>
                      <a:gd name="connsiteY4" fmla="*/ 20078 h 31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506" h="31451">
                        <a:moveTo>
                          <a:pt x="6379" y="20078"/>
                        </a:moveTo>
                        <a:cubicBezTo>
                          <a:pt x="2522" y="23402"/>
                          <a:pt x="-1246" y="27791"/>
                          <a:pt x="394" y="30185"/>
                        </a:cubicBezTo>
                        <a:cubicBezTo>
                          <a:pt x="1857" y="32313"/>
                          <a:pt x="6778" y="31382"/>
                          <a:pt x="11033" y="30141"/>
                        </a:cubicBezTo>
                        <a:cubicBezTo>
                          <a:pt x="21939" y="26904"/>
                          <a:pt x="58335" y="13605"/>
                          <a:pt x="52971" y="3587"/>
                        </a:cubicBezTo>
                        <a:cubicBezTo>
                          <a:pt x="46853" y="-7718"/>
                          <a:pt x="17550" y="10458"/>
                          <a:pt x="6379" y="2007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82" name="Forme libre : forme 19581">
                    <a:extLst>
                      <a:ext uri="{FF2B5EF4-FFF2-40B4-BE49-F238E27FC236}">
                        <a16:creationId xmlns:a16="http://schemas.microsoft.com/office/drawing/2014/main" id="{6C5B79D5-4623-444A-9CA8-95554078B686}"/>
                      </a:ext>
                    </a:extLst>
                  </p:cNvPr>
                  <p:cNvSpPr/>
                  <p:nvPr/>
                </p:nvSpPr>
                <p:spPr>
                  <a:xfrm>
                    <a:off x="5312405" y="5956215"/>
                    <a:ext cx="14064" cy="17648"/>
                  </a:xfrm>
                  <a:custGeom>
                    <a:avLst/>
                    <a:gdLst>
                      <a:gd name="connsiteX0" fmla="*/ 4566 w 14064"/>
                      <a:gd name="connsiteY0" fmla="*/ 14722 h 17648"/>
                      <a:gd name="connsiteX1" fmla="*/ 1951 w 14064"/>
                      <a:gd name="connsiteY1" fmla="*/ 17648 h 17648"/>
                      <a:gd name="connsiteX2" fmla="*/ 13521 w 14064"/>
                      <a:gd name="connsiteY2" fmla="*/ 3551 h 17648"/>
                      <a:gd name="connsiteX3" fmla="*/ 0 w 14064"/>
                      <a:gd name="connsiteY3" fmla="*/ 1024 h 17648"/>
                      <a:gd name="connsiteX4" fmla="*/ 1596 w 14064"/>
                      <a:gd name="connsiteY4" fmla="*/ 7718 h 17648"/>
                      <a:gd name="connsiteX5" fmla="*/ 4566 w 14064"/>
                      <a:gd name="connsiteY5" fmla="*/ 14722 h 1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064" h="17648">
                        <a:moveTo>
                          <a:pt x="4566" y="14722"/>
                        </a:moveTo>
                        <a:cubicBezTo>
                          <a:pt x="3901" y="15742"/>
                          <a:pt x="2970" y="16761"/>
                          <a:pt x="1951" y="17648"/>
                        </a:cubicBezTo>
                        <a:cubicBezTo>
                          <a:pt x="10107" y="13082"/>
                          <a:pt x="15915" y="7984"/>
                          <a:pt x="13521" y="3551"/>
                        </a:cubicBezTo>
                        <a:cubicBezTo>
                          <a:pt x="11349" y="-484"/>
                          <a:pt x="6206" y="-705"/>
                          <a:pt x="0" y="1024"/>
                        </a:cubicBezTo>
                        <a:cubicBezTo>
                          <a:pt x="931" y="2886"/>
                          <a:pt x="1507" y="5147"/>
                          <a:pt x="1596" y="7718"/>
                        </a:cubicBezTo>
                        <a:cubicBezTo>
                          <a:pt x="5586" y="8028"/>
                          <a:pt x="6960" y="11042"/>
                          <a:pt x="4566" y="1472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83" name="Forme libre : forme 19582">
                    <a:extLst>
                      <a:ext uri="{FF2B5EF4-FFF2-40B4-BE49-F238E27FC236}">
                        <a16:creationId xmlns:a16="http://schemas.microsoft.com/office/drawing/2014/main" id="{05BA2B05-7537-421E-810C-D028A8E4F6AE}"/>
                      </a:ext>
                    </a:extLst>
                  </p:cNvPr>
                  <p:cNvSpPr/>
                  <p:nvPr/>
                </p:nvSpPr>
                <p:spPr>
                  <a:xfrm>
                    <a:off x="5273004" y="5957239"/>
                    <a:ext cx="41086" cy="30391"/>
                  </a:xfrm>
                  <a:custGeom>
                    <a:avLst/>
                    <a:gdLst>
                      <a:gd name="connsiteX0" fmla="*/ 391 w 41086"/>
                      <a:gd name="connsiteY0" fmla="*/ 29125 h 30391"/>
                      <a:gd name="connsiteX1" fmla="*/ 11030 w 41086"/>
                      <a:gd name="connsiteY1" fmla="*/ 29081 h 30391"/>
                      <a:gd name="connsiteX2" fmla="*/ 33816 w 41086"/>
                      <a:gd name="connsiteY2" fmla="*/ 20437 h 30391"/>
                      <a:gd name="connsiteX3" fmla="*/ 31334 w 41086"/>
                      <a:gd name="connsiteY3" fmla="*/ 20747 h 30391"/>
                      <a:gd name="connsiteX4" fmla="*/ 27787 w 41086"/>
                      <a:gd name="connsiteY4" fmla="*/ 13698 h 30391"/>
                      <a:gd name="connsiteX5" fmla="*/ 40466 w 41086"/>
                      <a:gd name="connsiteY5" fmla="*/ 6650 h 30391"/>
                      <a:gd name="connsiteX6" fmla="*/ 41086 w 41086"/>
                      <a:gd name="connsiteY6" fmla="*/ 6693 h 30391"/>
                      <a:gd name="connsiteX7" fmla="*/ 39491 w 41086"/>
                      <a:gd name="connsiteY7" fmla="*/ 0 h 30391"/>
                      <a:gd name="connsiteX8" fmla="*/ 6464 w 41086"/>
                      <a:gd name="connsiteY8" fmla="*/ 19062 h 30391"/>
                      <a:gd name="connsiteX9" fmla="*/ 391 w 41086"/>
                      <a:gd name="connsiteY9" fmla="*/ 29125 h 30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1086" h="30391">
                        <a:moveTo>
                          <a:pt x="391" y="29125"/>
                        </a:moveTo>
                        <a:cubicBezTo>
                          <a:pt x="1854" y="31253"/>
                          <a:pt x="6774" y="30322"/>
                          <a:pt x="11030" y="29081"/>
                        </a:cubicBezTo>
                        <a:cubicBezTo>
                          <a:pt x="15685" y="27707"/>
                          <a:pt x="25083" y="24470"/>
                          <a:pt x="33816" y="20437"/>
                        </a:cubicBezTo>
                        <a:cubicBezTo>
                          <a:pt x="32974" y="20613"/>
                          <a:pt x="32132" y="20747"/>
                          <a:pt x="31334" y="20747"/>
                        </a:cubicBezTo>
                        <a:cubicBezTo>
                          <a:pt x="26856" y="20747"/>
                          <a:pt x="25260" y="17599"/>
                          <a:pt x="27787" y="13698"/>
                        </a:cubicBezTo>
                        <a:cubicBezTo>
                          <a:pt x="30314" y="9797"/>
                          <a:pt x="35988" y="6650"/>
                          <a:pt x="40466" y="6650"/>
                        </a:cubicBezTo>
                        <a:cubicBezTo>
                          <a:pt x="40688" y="6650"/>
                          <a:pt x="40865" y="6693"/>
                          <a:pt x="41086" y="6693"/>
                        </a:cubicBezTo>
                        <a:cubicBezTo>
                          <a:pt x="40953" y="4122"/>
                          <a:pt x="40422" y="1817"/>
                          <a:pt x="39491" y="0"/>
                        </a:cubicBezTo>
                        <a:cubicBezTo>
                          <a:pt x="28319" y="3147"/>
                          <a:pt x="13646" y="12856"/>
                          <a:pt x="6464" y="19062"/>
                        </a:cubicBezTo>
                        <a:cubicBezTo>
                          <a:pt x="2563" y="22342"/>
                          <a:pt x="-1250" y="26776"/>
                          <a:pt x="391" y="2912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84" name="Forme libre : forme 19583">
                    <a:extLst>
                      <a:ext uri="{FF2B5EF4-FFF2-40B4-BE49-F238E27FC236}">
                        <a16:creationId xmlns:a16="http://schemas.microsoft.com/office/drawing/2014/main" id="{128873DA-87FD-4D6B-9BE6-9EEB2F0B247D}"/>
                      </a:ext>
                    </a:extLst>
                  </p:cNvPr>
                  <p:cNvSpPr/>
                  <p:nvPr/>
                </p:nvSpPr>
                <p:spPr>
                  <a:xfrm>
                    <a:off x="5366356" y="6049442"/>
                    <a:ext cx="31120" cy="26248"/>
                  </a:xfrm>
                  <a:custGeom>
                    <a:avLst/>
                    <a:gdLst>
                      <a:gd name="connsiteX0" fmla="*/ 0 w 31120"/>
                      <a:gd name="connsiteY0" fmla="*/ 26249 h 26248"/>
                      <a:gd name="connsiteX1" fmla="*/ 16757 w 31120"/>
                      <a:gd name="connsiteY1" fmla="*/ 18890 h 26248"/>
                      <a:gd name="connsiteX2" fmla="*/ 15693 w 31120"/>
                      <a:gd name="connsiteY2" fmla="*/ 12285 h 26248"/>
                      <a:gd name="connsiteX3" fmla="*/ 28372 w 31120"/>
                      <a:gd name="connsiteY3" fmla="*/ 5236 h 26248"/>
                      <a:gd name="connsiteX4" fmla="*/ 31120 w 31120"/>
                      <a:gd name="connsiteY4" fmla="*/ 5768 h 26248"/>
                      <a:gd name="connsiteX5" fmla="*/ 30633 w 31120"/>
                      <a:gd name="connsiteY5" fmla="*/ 3551 h 26248"/>
                      <a:gd name="connsiteX6" fmla="*/ 14674 w 31120"/>
                      <a:gd name="connsiteY6" fmla="*/ 1822 h 26248"/>
                      <a:gd name="connsiteX7" fmla="*/ 842 w 31120"/>
                      <a:gd name="connsiteY7" fmla="*/ 25052 h 26248"/>
                      <a:gd name="connsiteX8" fmla="*/ 0 w 31120"/>
                      <a:gd name="connsiteY8" fmla="*/ 26249 h 26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20" h="26248">
                        <a:moveTo>
                          <a:pt x="0" y="26249"/>
                        </a:moveTo>
                        <a:cubicBezTo>
                          <a:pt x="5364" y="24209"/>
                          <a:pt x="11393" y="21683"/>
                          <a:pt x="16757" y="18890"/>
                        </a:cubicBezTo>
                        <a:cubicBezTo>
                          <a:pt x="14275" y="17915"/>
                          <a:pt x="13698" y="15343"/>
                          <a:pt x="15693" y="12285"/>
                        </a:cubicBezTo>
                        <a:cubicBezTo>
                          <a:pt x="18220" y="8383"/>
                          <a:pt x="23894" y="5236"/>
                          <a:pt x="28372" y="5236"/>
                        </a:cubicBezTo>
                        <a:cubicBezTo>
                          <a:pt x="29480" y="5236"/>
                          <a:pt x="30411" y="5413"/>
                          <a:pt x="31120" y="5768"/>
                        </a:cubicBezTo>
                        <a:cubicBezTo>
                          <a:pt x="31120" y="5014"/>
                          <a:pt x="31032" y="4260"/>
                          <a:pt x="30633" y="3551"/>
                        </a:cubicBezTo>
                        <a:cubicBezTo>
                          <a:pt x="28194" y="-1015"/>
                          <a:pt x="21988" y="-705"/>
                          <a:pt x="14674" y="1822"/>
                        </a:cubicBezTo>
                        <a:cubicBezTo>
                          <a:pt x="12457" y="8871"/>
                          <a:pt x="6073" y="17782"/>
                          <a:pt x="842" y="25052"/>
                        </a:cubicBezTo>
                        <a:cubicBezTo>
                          <a:pt x="532" y="25451"/>
                          <a:pt x="266" y="25894"/>
                          <a:pt x="0" y="2624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85" name="Forme libre : forme 19584">
                    <a:extLst>
                      <a:ext uri="{FF2B5EF4-FFF2-40B4-BE49-F238E27FC236}">
                        <a16:creationId xmlns:a16="http://schemas.microsoft.com/office/drawing/2014/main" id="{F0FA6F91-CDE9-4A5A-9FD0-827BB5AB7B33}"/>
                      </a:ext>
                    </a:extLst>
                  </p:cNvPr>
                  <p:cNvSpPr/>
                  <p:nvPr/>
                </p:nvSpPr>
                <p:spPr>
                  <a:xfrm>
                    <a:off x="5344021" y="6051265"/>
                    <a:ext cx="36964" cy="29638"/>
                  </a:xfrm>
                  <a:custGeom>
                    <a:avLst/>
                    <a:gdLst>
                      <a:gd name="connsiteX0" fmla="*/ 391 w 36964"/>
                      <a:gd name="connsiteY0" fmla="*/ 28372 h 29638"/>
                      <a:gd name="connsiteX1" fmla="*/ 11030 w 36964"/>
                      <a:gd name="connsiteY1" fmla="*/ 28328 h 29638"/>
                      <a:gd name="connsiteX2" fmla="*/ 22335 w 36964"/>
                      <a:gd name="connsiteY2" fmla="*/ 24426 h 29638"/>
                      <a:gd name="connsiteX3" fmla="*/ 23133 w 36964"/>
                      <a:gd name="connsiteY3" fmla="*/ 23229 h 29638"/>
                      <a:gd name="connsiteX4" fmla="*/ 36964 w 36964"/>
                      <a:gd name="connsiteY4" fmla="*/ 0 h 29638"/>
                      <a:gd name="connsiteX5" fmla="*/ 6376 w 36964"/>
                      <a:gd name="connsiteY5" fmla="*/ 18264 h 29638"/>
                      <a:gd name="connsiteX6" fmla="*/ 391 w 36964"/>
                      <a:gd name="connsiteY6" fmla="*/ 28372 h 29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964" h="29638">
                        <a:moveTo>
                          <a:pt x="391" y="28372"/>
                        </a:moveTo>
                        <a:cubicBezTo>
                          <a:pt x="1854" y="30500"/>
                          <a:pt x="6775" y="29568"/>
                          <a:pt x="11030" y="28328"/>
                        </a:cubicBezTo>
                        <a:cubicBezTo>
                          <a:pt x="13646" y="27574"/>
                          <a:pt x="17724" y="26200"/>
                          <a:pt x="22335" y="24426"/>
                        </a:cubicBezTo>
                        <a:cubicBezTo>
                          <a:pt x="22601" y="24027"/>
                          <a:pt x="22867" y="23628"/>
                          <a:pt x="23133" y="23229"/>
                        </a:cubicBezTo>
                        <a:cubicBezTo>
                          <a:pt x="28364" y="15959"/>
                          <a:pt x="34792" y="7048"/>
                          <a:pt x="36964" y="0"/>
                        </a:cubicBezTo>
                        <a:cubicBezTo>
                          <a:pt x="26192" y="3768"/>
                          <a:pt x="13070" y="12501"/>
                          <a:pt x="6376" y="18264"/>
                        </a:cubicBezTo>
                        <a:cubicBezTo>
                          <a:pt x="2563" y="21589"/>
                          <a:pt x="-1249" y="26022"/>
                          <a:pt x="391" y="2837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86" name="Forme libre : forme 19585">
                    <a:extLst>
                      <a:ext uri="{FF2B5EF4-FFF2-40B4-BE49-F238E27FC236}">
                        <a16:creationId xmlns:a16="http://schemas.microsoft.com/office/drawing/2014/main" id="{11DC0CB4-7555-4926-891E-87003849FD53}"/>
                      </a:ext>
                    </a:extLst>
                  </p:cNvPr>
                  <p:cNvSpPr/>
                  <p:nvPr/>
                </p:nvSpPr>
                <p:spPr>
                  <a:xfrm>
                    <a:off x="4617703" y="6057189"/>
                    <a:ext cx="53503" cy="31428"/>
                  </a:xfrm>
                  <a:custGeom>
                    <a:avLst/>
                    <a:gdLst>
                      <a:gd name="connsiteX0" fmla="*/ 391 w 53503"/>
                      <a:gd name="connsiteY0" fmla="*/ 30162 h 31428"/>
                      <a:gd name="connsiteX1" fmla="*/ 11030 w 53503"/>
                      <a:gd name="connsiteY1" fmla="*/ 30117 h 31428"/>
                      <a:gd name="connsiteX2" fmla="*/ 52967 w 53503"/>
                      <a:gd name="connsiteY2" fmla="*/ 3563 h 31428"/>
                      <a:gd name="connsiteX3" fmla="*/ 6420 w 53503"/>
                      <a:gd name="connsiteY3" fmla="*/ 20098 h 31428"/>
                      <a:gd name="connsiteX4" fmla="*/ 391 w 53503"/>
                      <a:gd name="connsiteY4" fmla="*/ 30162 h 31428"/>
                      <a:gd name="connsiteX5" fmla="*/ 33772 w 53503"/>
                      <a:gd name="connsiteY5" fmla="*/ 7863 h 31428"/>
                      <a:gd name="connsiteX6" fmla="*/ 46451 w 53503"/>
                      <a:gd name="connsiteY6" fmla="*/ 814 h 31428"/>
                      <a:gd name="connsiteX7" fmla="*/ 49997 w 53503"/>
                      <a:gd name="connsiteY7" fmla="*/ 7863 h 31428"/>
                      <a:gd name="connsiteX8" fmla="*/ 37319 w 53503"/>
                      <a:gd name="connsiteY8" fmla="*/ 14911 h 31428"/>
                      <a:gd name="connsiteX9" fmla="*/ 33772 w 53503"/>
                      <a:gd name="connsiteY9" fmla="*/ 7863 h 31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503" h="31428">
                        <a:moveTo>
                          <a:pt x="391" y="30162"/>
                        </a:moveTo>
                        <a:cubicBezTo>
                          <a:pt x="1854" y="32289"/>
                          <a:pt x="6775" y="31359"/>
                          <a:pt x="11030" y="30117"/>
                        </a:cubicBezTo>
                        <a:cubicBezTo>
                          <a:pt x="21936" y="26881"/>
                          <a:pt x="58331" y="13582"/>
                          <a:pt x="52967" y="3563"/>
                        </a:cubicBezTo>
                        <a:cubicBezTo>
                          <a:pt x="46938" y="-7697"/>
                          <a:pt x="17636" y="10478"/>
                          <a:pt x="6420" y="20098"/>
                        </a:cubicBezTo>
                        <a:cubicBezTo>
                          <a:pt x="2563" y="23379"/>
                          <a:pt x="-1249" y="27768"/>
                          <a:pt x="391" y="30162"/>
                        </a:cubicBezTo>
                        <a:close/>
                        <a:moveTo>
                          <a:pt x="33772" y="7863"/>
                        </a:moveTo>
                        <a:cubicBezTo>
                          <a:pt x="36299" y="3962"/>
                          <a:pt x="41973" y="814"/>
                          <a:pt x="46451" y="814"/>
                        </a:cubicBezTo>
                        <a:cubicBezTo>
                          <a:pt x="50928" y="814"/>
                          <a:pt x="52524" y="3962"/>
                          <a:pt x="49997" y="7863"/>
                        </a:cubicBezTo>
                        <a:cubicBezTo>
                          <a:pt x="47470" y="11764"/>
                          <a:pt x="41796" y="14911"/>
                          <a:pt x="37319" y="14911"/>
                        </a:cubicBezTo>
                        <a:cubicBezTo>
                          <a:pt x="32841" y="14867"/>
                          <a:pt x="31245" y="11720"/>
                          <a:pt x="33772" y="786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87" name="Forme libre : forme 19586">
                    <a:extLst>
                      <a:ext uri="{FF2B5EF4-FFF2-40B4-BE49-F238E27FC236}">
                        <a16:creationId xmlns:a16="http://schemas.microsoft.com/office/drawing/2014/main" id="{F5D5499E-F032-4872-A5D6-28B8F1CC577F}"/>
                      </a:ext>
                    </a:extLst>
                  </p:cNvPr>
                  <p:cNvSpPr/>
                  <p:nvPr/>
                </p:nvSpPr>
                <p:spPr>
                  <a:xfrm>
                    <a:off x="5556175" y="6044260"/>
                    <a:ext cx="28334" cy="27795"/>
                  </a:xfrm>
                  <a:custGeom>
                    <a:avLst/>
                    <a:gdLst>
                      <a:gd name="connsiteX0" fmla="*/ 28334 w 28334"/>
                      <a:gd name="connsiteY0" fmla="*/ 0 h 27795"/>
                      <a:gd name="connsiteX1" fmla="*/ 27802 w 28334"/>
                      <a:gd name="connsiteY1" fmla="*/ 222 h 27795"/>
                      <a:gd name="connsiteX2" fmla="*/ 7321 w 28334"/>
                      <a:gd name="connsiteY2" fmla="*/ 13211 h 27795"/>
                      <a:gd name="connsiteX3" fmla="*/ 627 w 28334"/>
                      <a:gd name="connsiteY3" fmla="*/ 20570 h 27795"/>
                      <a:gd name="connsiteX4" fmla="*/ 2135 w 28334"/>
                      <a:gd name="connsiteY4" fmla="*/ 27796 h 27795"/>
                      <a:gd name="connsiteX5" fmla="*/ 6169 w 28334"/>
                      <a:gd name="connsiteY5" fmla="*/ 22831 h 27795"/>
                      <a:gd name="connsiteX6" fmla="*/ 28334 w 28334"/>
                      <a:gd name="connsiteY6" fmla="*/ 0 h 27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334" h="27795">
                        <a:moveTo>
                          <a:pt x="28334" y="0"/>
                        </a:moveTo>
                        <a:cubicBezTo>
                          <a:pt x="28157" y="89"/>
                          <a:pt x="27980" y="133"/>
                          <a:pt x="27802" y="222"/>
                        </a:cubicBezTo>
                        <a:cubicBezTo>
                          <a:pt x="20443" y="3502"/>
                          <a:pt x="13439" y="8157"/>
                          <a:pt x="7321" y="13211"/>
                        </a:cubicBezTo>
                        <a:cubicBezTo>
                          <a:pt x="4528" y="15516"/>
                          <a:pt x="1780" y="18043"/>
                          <a:pt x="627" y="20570"/>
                        </a:cubicBezTo>
                        <a:cubicBezTo>
                          <a:pt x="-791" y="23629"/>
                          <a:pt x="406" y="25978"/>
                          <a:pt x="2135" y="27796"/>
                        </a:cubicBezTo>
                        <a:cubicBezTo>
                          <a:pt x="3465" y="26111"/>
                          <a:pt x="4794" y="24471"/>
                          <a:pt x="6169" y="22831"/>
                        </a:cubicBezTo>
                        <a:cubicBezTo>
                          <a:pt x="12641" y="15028"/>
                          <a:pt x="20000" y="7182"/>
                          <a:pt x="28334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88" name="Forme libre : forme 19587">
                    <a:extLst>
                      <a:ext uri="{FF2B5EF4-FFF2-40B4-BE49-F238E27FC236}">
                        <a16:creationId xmlns:a16="http://schemas.microsoft.com/office/drawing/2014/main" id="{91420706-FB49-4397-933A-5B05E73037D4}"/>
                      </a:ext>
                    </a:extLst>
                  </p:cNvPr>
                  <p:cNvSpPr/>
                  <p:nvPr/>
                </p:nvSpPr>
                <p:spPr>
                  <a:xfrm>
                    <a:off x="5558309" y="6039753"/>
                    <a:ext cx="52790" cy="36624"/>
                  </a:xfrm>
                  <a:custGeom>
                    <a:avLst/>
                    <a:gdLst>
                      <a:gd name="connsiteX0" fmla="*/ 18708 w 52790"/>
                      <a:gd name="connsiteY0" fmla="*/ 35273 h 36624"/>
                      <a:gd name="connsiteX1" fmla="*/ 41272 w 52790"/>
                      <a:gd name="connsiteY1" fmla="*/ 21397 h 36624"/>
                      <a:gd name="connsiteX2" fmla="*/ 48941 w 52790"/>
                      <a:gd name="connsiteY2" fmla="*/ 16254 h 36624"/>
                      <a:gd name="connsiteX3" fmla="*/ 47922 w 52790"/>
                      <a:gd name="connsiteY3" fmla="*/ 1226 h 36624"/>
                      <a:gd name="connsiteX4" fmla="*/ 26200 w 52790"/>
                      <a:gd name="connsiteY4" fmla="*/ 4507 h 36624"/>
                      <a:gd name="connsiteX5" fmla="*/ 4034 w 52790"/>
                      <a:gd name="connsiteY5" fmla="*/ 27293 h 36624"/>
                      <a:gd name="connsiteX6" fmla="*/ 0 w 52790"/>
                      <a:gd name="connsiteY6" fmla="*/ 32258 h 36624"/>
                      <a:gd name="connsiteX7" fmla="*/ 89 w 52790"/>
                      <a:gd name="connsiteY7" fmla="*/ 32391 h 36624"/>
                      <a:gd name="connsiteX8" fmla="*/ 18708 w 52790"/>
                      <a:gd name="connsiteY8" fmla="*/ 35273 h 36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790" h="36624">
                        <a:moveTo>
                          <a:pt x="18708" y="35273"/>
                        </a:moveTo>
                        <a:cubicBezTo>
                          <a:pt x="26820" y="32480"/>
                          <a:pt x="33692" y="26096"/>
                          <a:pt x="41272" y="21397"/>
                        </a:cubicBezTo>
                        <a:cubicBezTo>
                          <a:pt x="43888" y="19757"/>
                          <a:pt x="46725" y="18250"/>
                          <a:pt x="48941" y="16254"/>
                        </a:cubicBezTo>
                        <a:cubicBezTo>
                          <a:pt x="56079" y="9782"/>
                          <a:pt x="51823" y="4063"/>
                          <a:pt x="47922" y="1226"/>
                        </a:cubicBezTo>
                        <a:cubicBezTo>
                          <a:pt x="43843" y="-1788"/>
                          <a:pt x="33514" y="1315"/>
                          <a:pt x="26200" y="4507"/>
                        </a:cubicBezTo>
                        <a:cubicBezTo>
                          <a:pt x="17865" y="11689"/>
                          <a:pt x="10551" y="19490"/>
                          <a:pt x="4034" y="27293"/>
                        </a:cubicBezTo>
                        <a:cubicBezTo>
                          <a:pt x="2660" y="28933"/>
                          <a:pt x="1286" y="30618"/>
                          <a:pt x="0" y="32258"/>
                        </a:cubicBezTo>
                        <a:cubicBezTo>
                          <a:pt x="44" y="32302"/>
                          <a:pt x="89" y="32347"/>
                          <a:pt x="89" y="32391"/>
                        </a:cubicBezTo>
                        <a:cubicBezTo>
                          <a:pt x="3635" y="36071"/>
                          <a:pt x="10373" y="38154"/>
                          <a:pt x="18708" y="3527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89" name="Forme libre : forme 19588">
                    <a:extLst>
                      <a:ext uri="{FF2B5EF4-FFF2-40B4-BE49-F238E27FC236}">
                        <a16:creationId xmlns:a16="http://schemas.microsoft.com/office/drawing/2014/main" id="{92A0BFF2-8E17-472F-8F94-2B980C61D591}"/>
                      </a:ext>
                    </a:extLst>
                  </p:cNvPr>
                  <p:cNvSpPr/>
                  <p:nvPr/>
                </p:nvSpPr>
                <p:spPr>
                  <a:xfrm>
                    <a:off x="5651763" y="5940815"/>
                    <a:ext cx="54300" cy="36586"/>
                  </a:xfrm>
                  <a:custGeom>
                    <a:avLst/>
                    <a:gdLst>
                      <a:gd name="connsiteX0" fmla="*/ 50932 w 54300"/>
                      <a:gd name="connsiteY0" fmla="*/ 9818 h 36586"/>
                      <a:gd name="connsiteX1" fmla="*/ 54301 w 54300"/>
                      <a:gd name="connsiteY1" fmla="*/ 6316 h 36586"/>
                      <a:gd name="connsiteX2" fmla="*/ 50045 w 54300"/>
                      <a:gd name="connsiteY2" fmla="*/ 1218 h 36586"/>
                      <a:gd name="connsiteX3" fmla="*/ 27791 w 54300"/>
                      <a:gd name="connsiteY3" fmla="*/ 4720 h 36586"/>
                      <a:gd name="connsiteX4" fmla="*/ 7310 w 54300"/>
                      <a:gd name="connsiteY4" fmla="*/ 17709 h 36586"/>
                      <a:gd name="connsiteX5" fmla="*/ 616 w 54300"/>
                      <a:gd name="connsiteY5" fmla="*/ 25068 h 36586"/>
                      <a:gd name="connsiteX6" fmla="*/ 2212 w 54300"/>
                      <a:gd name="connsiteY6" fmla="*/ 32382 h 36586"/>
                      <a:gd name="connsiteX7" fmla="*/ 20831 w 54300"/>
                      <a:gd name="connsiteY7" fmla="*/ 35264 h 36586"/>
                      <a:gd name="connsiteX8" fmla="*/ 43395 w 54300"/>
                      <a:gd name="connsiteY8" fmla="*/ 21388 h 36586"/>
                      <a:gd name="connsiteX9" fmla="*/ 51065 w 54300"/>
                      <a:gd name="connsiteY9" fmla="*/ 16246 h 36586"/>
                      <a:gd name="connsiteX10" fmla="*/ 51286 w 54300"/>
                      <a:gd name="connsiteY10" fmla="*/ 16024 h 36586"/>
                      <a:gd name="connsiteX11" fmla="*/ 50932 w 54300"/>
                      <a:gd name="connsiteY11" fmla="*/ 9818 h 36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4300" h="36586">
                        <a:moveTo>
                          <a:pt x="50932" y="9818"/>
                        </a:moveTo>
                        <a:cubicBezTo>
                          <a:pt x="51774" y="8532"/>
                          <a:pt x="52971" y="7335"/>
                          <a:pt x="54301" y="6316"/>
                        </a:cubicBezTo>
                        <a:cubicBezTo>
                          <a:pt x="53414" y="4188"/>
                          <a:pt x="51685" y="2415"/>
                          <a:pt x="50045" y="1218"/>
                        </a:cubicBezTo>
                        <a:cubicBezTo>
                          <a:pt x="45878" y="-1841"/>
                          <a:pt x="35150" y="1440"/>
                          <a:pt x="27791" y="4720"/>
                        </a:cubicBezTo>
                        <a:cubicBezTo>
                          <a:pt x="20432" y="8000"/>
                          <a:pt x="13428" y="12655"/>
                          <a:pt x="7310" y="17709"/>
                        </a:cubicBezTo>
                        <a:cubicBezTo>
                          <a:pt x="4517" y="20014"/>
                          <a:pt x="1769" y="22541"/>
                          <a:pt x="616" y="25068"/>
                        </a:cubicBezTo>
                        <a:cubicBezTo>
                          <a:pt x="-803" y="28171"/>
                          <a:pt x="439" y="30609"/>
                          <a:pt x="2212" y="32382"/>
                        </a:cubicBezTo>
                        <a:cubicBezTo>
                          <a:pt x="5803" y="36017"/>
                          <a:pt x="12497" y="38101"/>
                          <a:pt x="20831" y="35264"/>
                        </a:cubicBezTo>
                        <a:cubicBezTo>
                          <a:pt x="28944" y="32471"/>
                          <a:pt x="35815" y="26087"/>
                          <a:pt x="43395" y="21388"/>
                        </a:cubicBezTo>
                        <a:cubicBezTo>
                          <a:pt x="46011" y="19748"/>
                          <a:pt x="48848" y="18241"/>
                          <a:pt x="51065" y="16246"/>
                        </a:cubicBezTo>
                        <a:cubicBezTo>
                          <a:pt x="51153" y="16157"/>
                          <a:pt x="51198" y="16113"/>
                          <a:pt x="51286" y="16024"/>
                        </a:cubicBezTo>
                        <a:cubicBezTo>
                          <a:pt x="49469" y="14827"/>
                          <a:pt x="49159" y="12522"/>
                          <a:pt x="50932" y="981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90" name="Forme libre : forme 19589">
                    <a:extLst>
                      <a:ext uri="{FF2B5EF4-FFF2-40B4-BE49-F238E27FC236}">
                        <a16:creationId xmlns:a16="http://schemas.microsoft.com/office/drawing/2014/main" id="{82AD94D7-BC45-4810-9095-4FD8C8BA81D0}"/>
                      </a:ext>
                    </a:extLst>
                  </p:cNvPr>
                  <p:cNvSpPr/>
                  <p:nvPr/>
                </p:nvSpPr>
                <p:spPr>
                  <a:xfrm>
                    <a:off x="5168446" y="6045103"/>
                    <a:ext cx="36678" cy="30410"/>
                  </a:xfrm>
                  <a:custGeom>
                    <a:avLst/>
                    <a:gdLst>
                      <a:gd name="connsiteX0" fmla="*/ 13936 w 36678"/>
                      <a:gd name="connsiteY0" fmla="*/ 17112 h 30410"/>
                      <a:gd name="connsiteX1" fmla="*/ 36678 w 36678"/>
                      <a:gd name="connsiteY1" fmla="*/ 0 h 30410"/>
                      <a:gd name="connsiteX2" fmla="*/ 27812 w 36678"/>
                      <a:gd name="connsiteY2" fmla="*/ 3280 h 30410"/>
                      <a:gd name="connsiteX3" fmla="*/ 7331 w 36678"/>
                      <a:gd name="connsiteY3" fmla="*/ 16225 h 30410"/>
                      <a:gd name="connsiteX4" fmla="*/ 637 w 36678"/>
                      <a:gd name="connsiteY4" fmla="*/ 23584 h 30410"/>
                      <a:gd name="connsiteX5" fmla="*/ 1790 w 36678"/>
                      <a:gd name="connsiteY5" fmla="*/ 30411 h 30410"/>
                      <a:gd name="connsiteX6" fmla="*/ 13936 w 36678"/>
                      <a:gd name="connsiteY6" fmla="*/ 17112 h 30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678" h="30410">
                        <a:moveTo>
                          <a:pt x="13936" y="17112"/>
                        </a:moveTo>
                        <a:cubicBezTo>
                          <a:pt x="18547" y="12856"/>
                          <a:pt x="26970" y="6383"/>
                          <a:pt x="36678" y="0"/>
                        </a:cubicBezTo>
                        <a:cubicBezTo>
                          <a:pt x="33575" y="886"/>
                          <a:pt x="30472" y="2083"/>
                          <a:pt x="27812" y="3280"/>
                        </a:cubicBezTo>
                        <a:cubicBezTo>
                          <a:pt x="20453" y="6561"/>
                          <a:pt x="13449" y="11216"/>
                          <a:pt x="7331" y="16225"/>
                        </a:cubicBezTo>
                        <a:cubicBezTo>
                          <a:pt x="4538" y="18531"/>
                          <a:pt x="1790" y="21057"/>
                          <a:pt x="637" y="23584"/>
                        </a:cubicBezTo>
                        <a:cubicBezTo>
                          <a:pt x="-693" y="26421"/>
                          <a:pt x="238" y="28682"/>
                          <a:pt x="1790" y="30411"/>
                        </a:cubicBezTo>
                        <a:cubicBezTo>
                          <a:pt x="5248" y="25889"/>
                          <a:pt x="9326" y="21367"/>
                          <a:pt x="13936" y="1711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91" name="Forme libre : forme 19590">
                    <a:extLst>
                      <a:ext uri="{FF2B5EF4-FFF2-40B4-BE49-F238E27FC236}">
                        <a16:creationId xmlns:a16="http://schemas.microsoft.com/office/drawing/2014/main" id="{E05B662C-F95D-4E91-8948-4CBF6FBCA0D9}"/>
                      </a:ext>
                    </a:extLst>
                  </p:cNvPr>
                  <p:cNvSpPr/>
                  <p:nvPr/>
                </p:nvSpPr>
                <p:spPr>
                  <a:xfrm>
                    <a:off x="5170236" y="6043664"/>
                    <a:ext cx="53144" cy="36586"/>
                  </a:xfrm>
                  <a:custGeom>
                    <a:avLst/>
                    <a:gdLst>
                      <a:gd name="connsiteX0" fmla="*/ 19062 w 53144"/>
                      <a:gd name="connsiteY0" fmla="*/ 35264 h 36586"/>
                      <a:gd name="connsiteX1" fmla="*/ 41627 w 53144"/>
                      <a:gd name="connsiteY1" fmla="*/ 21388 h 36586"/>
                      <a:gd name="connsiteX2" fmla="*/ 49296 w 53144"/>
                      <a:gd name="connsiteY2" fmla="*/ 16245 h 36586"/>
                      <a:gd name="connsiteX3" fmla="*/ 48276 w 53144"/>
                      <a:gd name="connsiteY3" fmla="*/ 1217 h 36586"/>
                      <a:gd name="connsiteX4" fmla="*/ 34933 w 53144"/>
                      <a:gd name="connsiteY4" fmla="*/ 1483 h 36586"/>
                      <a:gd name="connsiteX5" fmla="*/ 12191 w 53144"/>
                      <a:gd name="connsiteY5" fmla="*/ 18595 h 36586"/>
                      <a:gd name="connsiteX6" fmla="*/ 0 w 53144"/>
                      <a:gd name="connsiteY6" fmla="*/ 31894 h 36586"/>
                      <a:gd name="connsiteX7" fmla="*/ 443 w 53144"/>
                      <a:gd name="connsiteY7" fmla="*/ 32382 h 36586"/>
                      <a:gd name="connsiteX8" fmla="*/ 19062 w 53144"/>
                      <a:gd name="connsiteY8" fmla="*/ 35264 h 36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3144" h="36586">
                        <a:moveTo>
                          <a:pt x="19062" y="35264"/>
                        </a:moveTo>
                        <a:cubicBezTo>
                          <a:pt x="27175" y="32471"/>
                          <a:pt x="34046" y="26087"/>
                          <a:pt x="41627" y="21388"/>
                        </a:cubicBezTo>
                        <a:cubicBezTo>
                          <a:pt x="44242" y="19748"/>
                          <a:pt x="47079" y="18241"/>
                          <a:pt x="49296" y="16245"/>
                        </a:cubicBezTo>
                        <a:cubicBezTo>
                          <a:pt x="56433" y="9773"/>
                          <a:pt x="52177" y="4054"/>
                          <a:pt x="48276" y="1217"/>
                        </a:cubicBezTo>
                        <a:cubicBezTo>
                          <a:pt x="45616" y="-733"/>
                          <a:pt x="40297" y="-112"/>
                          <a:pt x="34933" y="1483"/>
                        </a:cubicBezTo>
                        <a:cubicBezTo>
                          <a:pt x="25224" y="7867"/>
                          <a:pt x="16801" y="14339"/>
                          <a:pt x="12191" y="18595"/>
                        </a:cubicBezTo>
                        <a:cubicBezTo>
                          <a:pt x="7581" y="22851"/>
                          <a:pt x="3502" y="27372"/>
                          <a:pt x="0" y="31894"/>
                        </a:cubicBezTo>
                        <a:cubicBezTo>
                          <a:pt x="133" y="32072"/>
                          <a:pt x="310" y="32249"/>
                          <a:pt x="443" y="32382"/>
                        </a:cubicBezTo>
                        <a:cubicBezTo>
                          <a:pt x="4034" y="36017"/>
                          <a:pt x="10728" y="38101"/>
                          <a:pt x="19062" y="3526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92" name="Forme libre : forme 19591">
                    <a:extLst>
                      <a:ext uri="{FF2B5EF4-FFF2-40B4-BE49-F238E27FC236}">
                        <a16:creationId xmlns:a16="http://schemas.microsoft.com/office/drawing/2014/main" id="{50984CC0-53B5-4915-BF49-A52FD9701AA0}"/>
                      </a:ext>
                    </a:extLst>
                  </p:cNvPr>
                  <p:cNvSpPr/>
                  <p:nvPr/>
                </p:nvSpPr>
                <p:spPr>
                  <a:xfrm>
                    <a:off x="5044607" y="6072168"/>
                    <a:ext cx="54872" cy="33003"/>
                  </a:xfrm>
                  <a:custGeom>
                    <a:avLst/>
                    <a:gdLst>
                      <a:gd name="connsiteX0" fmla="*/ 54833 w 54872"/>
                      <a:gd name="connsiteY0" fmla="*/ 9818 h 33003"/>
                      <a:gd name="connsiteX1" fmla="*/ 50045 w 54872"/>
                      <a:gd name="connsiteY1" fmla="*/ 1218 h 33003"/>
                      <a:gd name="connsiteX2" fmla="*/ 27791 w 54872"/>
                      <a:gd name="connsiteY2" fmla="*/ 4720 h 33003"/>
                      <a:gd name="connsiteX3" fmla="*/ 7310 w 54872"/>
                      <a:gd name="connsiteY3" fmla="*/ 17709 h 33003"/>
                      <a:gd name="connsiteX4" fmla="*/ 616 w 54872"/>
                      <a:gd name="connsiteY4" fmla="*/ 25068 h 33003"/>
                      <a:gd name="connsiteX5" fmla="*/ 2212 w 54872"/>
                      <a:gd name="connsiteY5" fmla="*/ 32382 h 33003"/>
                      <a:gd name="connsiteX6" fmla="*/ 2921 w 54872"/>
                      <a:gd name="connsiteY6" fmla="*/ 33003 h 33003"/>
                      <a:gd name="connsiteX7" fmla="*/ 54833 w 54872"/>
                      <a:gd name="connsiteY7" fmla="*/ 9818 h 33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4872" h="33003">
                        <a:moveTo>
                          <a:pt x="54833" y="9818"/>
                        </a:moveTo>
                        <a:cubicBezTo>
                          <a:pt x="55232" y="6138"/>
                          <a:pt x="52572" y="3035"/>
                          <a:pt x="50045" y="1218"/>
                        </a:cubicBezTo>
                        <a:cubicBezTo>
                          <a:pt x="45878" y="-1841"/>
                          <a:pt x="35150" y="1440"/>
                          <a:pt x="27791" y="4720"/>
                        </a:cubicBezTo>
                        <a:cubicBezTo>
                          <a:pt x="20432" y="8000"/>
                          <a:pt x="13428" y="12655"/>
                          <a:pt x="7310" y="17709"/>
                        </a:cubicBezTo>
                        <a:cubicBezTo>
                          <a:pt x="4517" y="20014"/>
                          <a:pt x="1769" y="22541"/>
                          <a:pt x="616" y="25068"/>
                        </a:cubicBezTo>
                        <a:cubicBezTo>
                          <a:pt x="-803" y="28171"/>
                          <a:pt x="439" y="30609"/>
                          <a:pt x="2212" y="32382"/>
                        </a:cubicBezTo>
                        <a:cubicBezTo>
                          <a:pt x="2434" y="32604"/>
                          <a:pt x="2700" y="32781"/>
                          <a:pt x="2921" y="33003"/>
                        </a:cubicBezTo>
                        <a:cubicBezTo>
                          <a:pt x="14979" y="18152"/>
                          <a:pt x="43528" y="3612"/>
                          <a:pt x="54833" y="981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93" name="Forme libre : forme 19592">
                    <a:extLst>
                      <a:ext uri="{FF2B5EF4-FFF2-40B4-BE49-F238E27FC236}">
                        <a16:creationId xmlns:a16="http://schemas.microsoft.com/office/drawing/2014/main" id="{128589E9-F50D-489F-A732-5F9BCA5BA770}"/>
                      </a:ext>
                    </a:extLst>
                  </p:cNvPr>
                  <p:cNvSpPr/>
                  <p:nvPr/>
                </p:nvSpPr>
                <p:spPr>
                  <a:xfrm>
                    <a:off x="5047572" y="6080516"/>
                    <a:ext cx="51911" cy="28251"/>
                  </a:xfrm>
                  <a:custGeom>
                    <a:avLst/>
                    <a:gdLst>
                      <a:gd name="connsiteX0" fmla="*/ 17865 w 51911"/>
                      <a:gd name="connsiteY0" fmla="*/ 26916 h 28251"/>
                      <a:gd name="connsiteX1" fmla="*/ 40430 w 51911"/>
                      <a:gd name="connsiteY1" fmla="*/ 13040 h 28251"/>
                      <a:gd name="connsiteX2" fmla="*/ 48099 w 51911"/>
                      <a:gd name="connsiteY2" fmla="*/ 7898 h 28251"/>
                      <a:gd name="connsiteX3" fmla="*/ 51912 w 51911"/>
                      <a:gd name="connsiteY3" fmla="*/ 1470 h 28251"/>
                      <a:gd name="connsiteX4" fmla="*/ 0 w 51911"/>
                      <a:gd name="connsiteY4" fmla="*/ 24655 h 28251"/>
                      <a:gd name="connsiteX5" fmla="*/ 17865 w 51911"/>
                      <a:gd name="connsiteY5" fmla="*/ 26916 h 28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1911" h="28251">
                        <a:moveTo>
                          <a:pt x="17865" y="26916"/>
                        </a:moveTo>
                        <a:cubicBezTo>
                          <a:pt x="25978" y="24123"/>
                          <a:pt x="32849" y="17739"/>
                          <a:pt x="40430" y="13040"/>
                        </a:cubicBezTo>
                        <a:cubicBezTo>
                          <a:pt x="43045" y="11400"/>
                          <a:pt x="45883" y="9893"/>
                          <a:pt x="48099" y="7898"/>
                        </a:cubicBezTo>
                        <a:cubicBezTo>
                          <a:pt x="50582" y="5637"/>
                          <a:pt x="51690" y="3465"/>
                          <a:pt x="51912" y="1470"/>
                        </a:cubicBezTo>
                        <a:cubicBezTo>
                          <a:pt x="40607" y="-4736"/>
                          <a:pt x="12058" y="9804"/>
                          <a:pt x="0" y="24655"/>
                        </a:cubicBezTo>
                        <a:cubicBezTo>
                          <a:pt x="3635" y="27891"/>
                          <a:pt x="10019" y="29620"/>
                          <a:pt x="17865" y="2691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94" name="Forme libre : forme 19593">
                    <a:extLst>
                      <a:ext uri="{FF2B5EF4-FFF2-40B4-BE49-F238E27FC236}">
                        <a16:creationId xmlns:a16="http://schemas.microsoft.com/office/drawing/2014/main" id="{482D3179-5CB8-435E-9275-EE180D12F426}"/>
                      </a:ext>
                    </a:extLst>
                  </p:cNvPr>
                  <p:cNvSpPr/>
                  <p:nvPr/>
                </p:nvSpPr>
                <p:spPr>
                  <a:xfrm>
                    <a:off x="6000067" y="5952789"/>
                    <a:ext cx="32619" cy="34683"/>
                  </a:xfrm>
                  <a:custGeom>
                    <a:avLst/>
                    <a:gdLst>
                      <a:gd name="connsiteX0" fmla="*/ 10728 w 32619"/>
                      <a:gd name="connsiteY0" fmla="*/ 15444 h 34683"/>
                      <a:gd name="connsiteX1" fmla="*/ 12413 w 32619"/>
                      <a:gd name="connsiteY1" fmla="*/ 15311 h 34683"/>
                      <a:gd name="connsiteX2" fmla="*/ 15959 w 32619"/>
                      <a:gd name="connsiteY2" fmla="*/ 22359 h 34683"/>
                      <a:gd name="connsiteX3" fmla="*/ 3635 w 32619"/>
                      <a:gd name="connsiteY3" fmla="*/ 29364 h 34683"/>
                      <a:gd name="connsiteX4" fmla="*/ 0 w 32619"/>
                      <a:gd name="connsiteY4" fmla="*/ 34684 h 34683"/>
                      <a:gd name="connsiteX5" fmla="*/ 21102 w 32619"/>
                      <a:gd name="connsiteY5" fmla="*/ 21384 h 34683"/>
                      <a:gd name="connsiteX6" fmla="*/ 28771 w 32619"/>
                      <a:gd name="connsiteY6" fmla="*/ 16242 h 34683"/>
                      <a:gd name="connsiteX7" fmla="*/ 27751 w 32619"/>
                      <a:gd name="connsiteY7" fmla="*/ 1213 h 34683"/>
                      <a:gd name="connsiteX8" fmla="*/ 9753 w 32619"/>
                      <a:gd name="connsiteY8" fmla="*/ 3031 h 34683"/>
                      <a:gd name="connsiteX9" fmla="*/ 13388 w 32619"/>
                      <a:gd name="connsiteY9" fmla="*/ 7021 h 34683"/>
                      <a:gd name="connsiteX10" fmla="*/ 10728 w 32619"/>
                      <a:gd name="connsiteY10" fmla="*/ 15444 h 34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619" h="34683">
                        <a:moveTo>
                          <a:pt x="10728" y="15444"/>
                        </a:moveTo>
                        <a:cubicBezTo>
                          <a:pt x="11304" y="15355"/>
                          <a:pt x="11881" y="15311"/>
                          <a:pt x="12413" y="15311"/>
                        </a:cubicBezTo>
                        <a:cubicBezTo>
                          <a:pt x="16890" y="15311"/>
                          <a:pt x="18486" y="18458"/>
                          <a:pt x="15959" y="22359"/>
                        </a:cubicBezTo>
                        <a:cubicBezTo>
                          <a:pt x="13521" y="26172"/>
                          <a:pt x="8068" y="29231"/>
                          <a:pt x="3635" y="29364"/>
                        </a:cubicBezTo>
                        <a:cubicBezTo>
                          <a:pt x="2483" y="31137"/>
                          <a:pt x="1286" y="32910"/>
                          <a:pt x="0" y="34684"/>
                        </a:cubicBezTo>
                        <a:cubicBezTo>
                          <a:pt x="7492" y="31669"/>
                          <a:pt x="14009" y="25817"/>
                          <a:pt x="21102" y="21384"/>
                        </a:cubicBezTo>
                        <a:cubicBezTo>
                          <a:pt x="23717" y="19744"/>
                          <a:pt x="26554" y="18237"/>
                          <a:pt x="28771" y="16242"/>
                        </a:cubicBezTo>
                        <a:cubicBezTo>
                          <a:pt x="35908" y="9770"/>
                          <a:pt x="31652" y="4051"/>
                          <a:pt x="27751" y="1213"/>
                        </a:cubicBezTo>
                        <a:cubicBezTo>
                          <a:pt x="24293" y="-1313"/>
                          <a:pt x="16491" y="505"/>
                          <a:pt x="9753" y="3031"/>
                        </a:cubicBezTo>
                        <a:lnTo>
                          <a:pt x="13388" y="7021"/>
                        </a:lnTo>
                        <a:cubicBezTo>
                          <a:pt x="12723" y="9770"/>
                          <a:pt x="11792" y="12607"/>
                          <a:pt x="10728" y="1544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95" name="Forme libre : forme 19594">
                    <a:extLst>
                      <a:ext uri="{FF2B5EF4-FFF2-40B4-BE49-F238E27FC236}">
                        <a16:creationId xmlns:a16="http://schemas.microsoft.com/office/drawing/2014/main" id="{146204C3-F531-47C5-B0E3-B8CEF8E1AD97}"/>
                      </a:ext>
                    </a:extLst>
                  </p:cNvPr>
                  <p:cNvSpPr/>
                  <p:nvPr/>
                </p:nvSpPr>
                <p:spPr>
                  <a:xfrm>
                    <a:off x="5977818" y="5955820"/>
                    <a:ext cx="35681" cy="33551"/>
                  </a:xfrm>
                  <a:custGeom>
                    <a:avLst/>
                    <a:gdLst>
                      <a:gd name="connsiteX0" fmla="*/ 7310 w 35681"/>
                      <a:gd name="connsiteY0" fmla="*/ 14674 h 33551"/>
                      <a:gd name="connsiteX1" fmla="*/ 616 w 35681"/>
                      <a:gd name="connsiteY1" fmla="*/ 22032 h 33551"/>
                      <a:gd name="connsiteX2" fmla="*/ 2212 w 35681"/>
                      <a:gd name="connsiteY2" fmla="*/ 29347 h 33551"/>
                      <a:gd name="connsiteX3" fmla="*/ 20831 w 35681"/>
                      <a:gd name="connsiteY3" fmla="*/ 32229 h 33551"/>
                      <a:gd name="connsiteX4" fmla="*/ 22250 w 35681"/>
                      <a:gd name="connsiteY4" fmla="*/ 31652 h 33551"/>
                      <a:gd name="connsiteX5" fmla="*/ 25885 w 35681"/>
                      <a:gd name="connsiteY5" fmla="*/ 26333 h 33551"/>
                      <a:gd name="connsiteX6" fmla="*/ 25574 w 35681"/>
                      <a:gd name="connsiteY6" fmla="*/ 26377 h 33551"/>
                      <a:gd name="connsiteX7" fmla="*/ 22028 w 35681"/>
                      <a:gd name="connsiteY7" fmla="*/ 19328 h 33551"/>
                      <a:gd name="connsiteX8" fmla="*/ 33022 w 35681"/>
                      <a:gd name="connsiteY8" fmla="*/ 12413 h 33551"/>
                      <a:gd name="connsiteX9" fmla="*/ 35682 w 35681"/>
                      <a:gd name="connsiteY9" fmla="*/ 3990 h 33551"/>
                      <a:gd name="connsiteX10" fmla="*/ 32047 w 35681"/>
                      <a:gd name="connsiteY10" fmla="*/ 0 h 33551"/>
                      <a:gd name="connsiteX11" fmla="*/ 27835 w 35681"/>
                      <a:gd name="connsiteY11" fmla="*/ 1729 h 33551"/>
                      <a:gd name="connsiteX12" fmla="*/ 7310 w 35681"/>
                      <a:gd name="connsiteY12" fmla="*/ 14674 h 33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5681" h="33551">
                        <a:moveTo>
                          <a:pt x="7310" y="14674"/>
                        </a:moveTo>
                        <a:cubicBezTo>
                          <a:pt x="4517" y="16979"/>
                          <a:pt x="1769" y="19506"/>
                          <a:pt x="616" y="22032"/>
                        </a:cubicBezTo>
                        <a:cubicBezTo>
                          <a:pt x="-803" y="25136"/>
                          <a:pt x="439" y="27574"/>
                          <a:pt x="2212" y="29347"/>
                        </a:cubicBezTo>
                        <a:cubicBezTo>
                          <a:pt x="5803" y="32983"/>
                          <a:pt x="12497" y="35066"/>
                          <a:pt x="20831" y="32229"/>
                        </a:cubicBezTo>
                        <a:cubicBezTo>
                          <a:pt x="21319" y="32051"/>
                          <a:pt x="21806" y="31830"/>
                          <a:pt x="22250" y="31652"/>
                        </a:cubicBezTo>
                        <a:cubicBezTo>
                          <a:pt x="23580" y="29879"/>
                          <a:pt x="24776" y="28106"/>
                          <a:pt x="25885" y="26333"/>
                        </a:cubicBezTo>
                        <a:cubicBezTo>
                          <a:pt x="25796" y="26333"/>
                          <a:pt x="25663" y="26377"/>
                          <a:pt x="25574" y="26377"/>
                        </a:cubicBezTo>
                        <a:cubicBezTo>
                          <a:pt x="21097" y="26377"/>
                          <a:pt x="19501" y="23229"/>
                          <a:pt x="22028" y="19328"/>
                        </a:cubicBezTo>
                        <a:cubicBezTo>
                          <a:pt x="24244" y="15915"/>
                          <a:pt x="28855" y="13077"/>
                          <a:pt x="33022" y="12413"/>
                        </a:cubicBezTo>
                        <a:cubicBezTo>
                          <a:pt x="34130" y="9576"/>
                          <a:pt x="35017" y="6738"/>
                          <a:pt x="35682" y="3990"/>
                        </a:cubicBezTo>
                        <a:lnTo>
                          <a:pt x="32047" y="0"/>
                        </a:lnTo>
                        <a:cubicBezTo>
                          <a:pt x="30584" y="532"/>
                          <a:pt x="29121" y="1108"/>
                          <a:pt x="27835" y="1729"/>
                        </a:cubicBezTo>
                        <a:cubicBezTo>
                          <a:pt x="20388" y="5009"/>
                          <a:pt x="13428" y="9620"/>
                          <a:pt x="7310" y="1467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96" name="Forme libre : forme 19595">
                    <a:extLst>
                      <a:ext uri="{FF2B5EF4-FFF2-40B4-BE49-F238E27FC236}">
                        <a16:creationId xmlns:a16="http://schemas.microsoft.com/office/drawing/2014/main" id="{7902CAC7-A41B-4B95-A5F5-F9167B6B0DE1}"/>
                      </a:ext>
                    </a:extLst>
                  </p:cNvPr>
                  <p:cNvSpPr/>
                  <p:nvPr/>
                </p:nvSpPr>
                <p:spPr>
                  <a:xfrm>
                    <a:off x="5902721" y="6085843"/>
                    <a:ext cx="43528" cy="18035"/>
                  </a:xfrm>
                  <a:custGeom>
                    <a:avLst/>
                    <a:gdLst>
                      <a:gd name="connsiteX0" fmla="*/ 43528 w 43528"/>
                      <a:gd name="connsiteY0" fmla="*/ 1241 h 18035"/>
                      <a:gd name="connsiteX1" fmla="*/ 15245 w 43528"/>
                      <a:gd name="connsiteY1" fmla="*/ 2305 h 18035"/>
                      <a:gd name="connsiteX2" fmla="*/ 6335 w 43528"/>
                      <a:gd name="connsiteY2" fmla="*/ 0 h 18035"/>
                      <a:gd name="connsiteX3" fmla="*/ 616 w 43528"/>
                      <a:gd name="connsiteY3" fmla="*/ 6517 h 18035"/>
                      <a:gd name="connsiteX4" fmla="*/ 2212 w 43528"/>
                      <a:gd name="connsiteY4" fmla="*/ 13831 h 18035"/>
                      <a:gd name="connsiteX5" fmla="*/ 20831 w 43528"/>
                      <a:gd name="connsiteY5" fmla="*/ 16713 h 18035"/>
                      <a:gd name="connsiteX6" fmla="*/ 43395 w 43528"/>
                      <a:gd name="connsiteY6" fmla="*/ 2837 h 18035"/>
                      <a:gd name="connsiteX7" fmla="*/ 43440 w 43528"/>
                      <a:gd name="connsiteY7" fmla="*/ 2793 h 18035"/>
                      <a:gd name="connsiteX8" fmla="*/ 43528 w 43528"/>
                      <a:gd name="connsiteY8" fmla="*/ 1241 h 18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528" h="18035">
                        <a:moveTo>
                          <a:pt x="43528" y="1241"/>
                        </a:moveTo>
                        <a:cubicBezTo>
                          <a:pt x="33155" y="3281"/>
                          <a:pt x="22737" y="3281"/>
                          <a:pt x="15245" y="2305"/>
                        </a:cubicBezTo>
                        <a:cubicBezTo>
                          <a:pt x="12053" y="1906"/>
                          <a:pt x="8906" y="1153"/>
                          <a:pt x="6335" y="0"/>
                        </a:cubicBezTo>
                        <a:cubicBezTo>
                          <a:pt x="3897" y="2084"/>
                          <a:pt x="1636" y="4301"/>
                          <a:pt x="616" y="6517"/>
                        </a:cubicBezTo>
                        <a:cubicBezTo>
                          <a:pt x="-803" y="9620"/>
                          <a:pt x="439" y="12058"/>
                          <a:pt x="2212" y="13831"/>
                        </a:cubicBezTo>
                        <a:cubicBezTo>
                          <a:pt x="5803" y="17467"/>
                          <a:pt x="12497" y="19550"/>
                          <a:pt x="20831" y="16713"/>
                        </a:cubicBezTo>
                        <a:cubicBezTo>
                          <a:pt x="28944" y="13920"/>
                          <a:pt x="35815" y="7537"/>
                          <a:pt x="43395" y="2837"/>
                        </a:cubicBezTo>
                        <a:cubicBezTo>
                          <a:pt x="43395" y="2837"/>
                          <a:pt x="43440" y="2793"/>
                          <a:pt x="43440" y="2793"/>
                        </a:cubicBezTo>
                        <a:cubicBezTo>
                          <a:pt x="43395" y="2305"/>
                          <a:pt x="43440" y="1773"/>
                          <a:pt x="43528" y="124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97" name="Forme libre : forme 19596">
                    <a:extLst>
                      <a:ext uri="{FF2B5EF4-FFF2-40B4-BE49-F238E27FC236}">
                        <a16:creationId xmlns:a16="http://schemas.microsoft.com/office/drawing/2014/main" id="{4D68C068-BB37-4942-9CF7-A22809765CBB}"/>
                      </a:ext>
                    </a:extLst>
                  </p:cNvPr>
                  <p:cNvSpPr/>
                  <p:nvPr/>
                </p:nvSpPr>
                <p:spPr>
                  <a:xfrm>
                    <a:off x="5909056" y="6067247"/>
                    <a:ext cx="48573" cy="21507"/>
                  </a:xfrm>
                  <a:custGeom>
                    <a:avLst/>
                    <a:gdLst>
                      <a:gd name="connsiteX0" fmla="*/ 37194 w 48573"/>
                      <a:gd name="connsiteY0" fmla="*/ 19837 h 21507"/>
                      <a:gd name="connsiteX1" fmla="*/ 38258 w 48573"/>
                      <a:gd name="connsiteY1" fmla="*/ 17354 h 21507"/>
                      <a:gd name="connsiteX2" fmla="*/ 48409 w 48573"/>
                      <a:gd name="connsiteY2" fmla="*/ 10616 h 21507"/>
                      <a:gd name="connsiteX3" fmla="*/ 43710 w 48573"/>
                      <a:gd name="connsiteY3" fmla="*/ 1218 h 21507"/>
                      <a:gd name="connsiteX4" fmla="*/ 21456 w 48573"/>
                      <a:gd name="connsiteY4" fmla="*/ 4720 h 21507"/>
                      <a:gd name="connsiteX5" fmla="*/ 975 w 48573"/>
                      <a:gd name="connsiteY5" fmla="*/ 17709 h 21507"/>
                      <a:gd name="connsiteX6" fmla="*/ 0 w 48573"/>
                      <a:gd name="connsiteY6" fmla="*/ 18551 h 21507"/>
                      <a:gd name="connsiteX7" fmla="*/ 8911 w 48573"/>
                      <a:gd name="connsiteY7" fmla="*/ 20856 h 21507"/>
                      <a:gd name="connsiteX8" fmla="*/ 37194 w 48573"/>
                      <a:gd name="connsiteY8" fmla="*/ 19837 h 21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573" h="21507">
                        <a:moveTo>
                          <a:pt x="37194" y="19837"/>
                        </a:moveTo>
                        <a:cubicBezTo>
                          <a:pt x="37371" y="19083"/>
                          <a:pt x="37681" y="18241"/>
                          <a:pt x="38258" y="17354"/>
                        </a:cubicBezTo>
                        <a:cubicBezTo>
                          <a:pt x="40297" y="14162"/>
                          <a:pt x="44508" y="11502"/>
                          <a:pt x="48409" y="10616"/>
                        </a:cubicBezTo>
                        <a:cubicBezTo>
                          <a:pt x="49296" y="6582"/>
                          <a:pt x="46415" y="3212"/>
                          <a:pt x="43710" y="1218"/>
                        </a:cubicBezTo>
                        <a:cubicBezTo>
                          <a:pt x="39543" y="-1841"/>
                          <a:pt x="28815" y="1439"/>
                          <a:pt x="21456" y="4720"/>
                        </a:cubicBezTo>
                        <a:cubicBezTo>
                          <a:pt x="14097" y="8001"/>
                          <a:pt x="7093" y="12655"/>
                          <a:pt x="975" y="17709"/>
                        </a:cubicBezTo>
                        <a:cubicBezTo>
                          <a:pt x="621" y="17975"/>
                          <a:pt x="310" y="18285"/>
                          <a:pt x="0" y="18551"/>
                        </a:cubicBezTo>
                        <a:cubicBezTo>
                          <a:pt x="2571" y="19703"/>
                          <a:pt x="5719" y="20413"/>
                          <a:pt x="8911" y="20856"/>
                        </a:cubicBezTo>
                        <a:cubicBezTo>
                          <a:pt x="16447" y="21832"/>
                          <a:pt x="26820" y="21876"/>
                          <a:pt x="37194" y="1983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98" name="Forme libre : forme 19597">
                    <a:extLst>
                      <a:ext uri="{FF2B5EF4-FFF2-40B4-BE49-F238E27FC236}">
                        <a16:creationId xmlns:a16="http://schemas.microsoft.com/office/drawing/2014/main" id="{12D6F8CC-DE08-48A8-BA29-E65F23C5C9F1}"/>
                      </a:ext>
                    </a:extLst>
                  </p:cNvPr>
                  <p:cNvSpPr/>
                  <p:nvPr/>
                </p:nvSpPr>
                <p:spPr>
                  <a:xfrm>
                    <a:off x="6305596" y="5978872"/>
                    <a:ext cx="44234" cy="36221"/>
                  </a:xfrm>
                  <a:custGeom>
                    <a:avLst/>
                    <a:gdLst>
                      <a:gd name="connsiteX0" fmla="*/ 5763 w 44234"/>
                      <a:gd name="connsiteY0" fmla="*/ 30412 h 36221"/>
                      <a:gd name="connsiteX1" fmla="*/ 0 w 44234"/>
                      <a:gd name="connsiteY1" fmla="*/ 36041 h 36221"/>
                      <a:gd name="connsiteX2" fmla="*/ 10152 w 44234"/>
                      <a:gd name="connsiteY2" fmla="*/ 34933 h 36221"/>
                      <a:gd name="connsiteX3" fmla="*/ 32716 w 44234"/>
                      <a:gd name="connsiteY3" fmla="*/ 21057 h 36221"/>
                      <a:gd name="connsiteX4" fmla="*/ 40385 w 44234"/>
                      <a:gd name="connsiteY4" fmla="*/ 15915 h 36221"/>
                      <a:gd name="connsiteX5" fmla="*/ 39366 w 44234"/>
                      <a:gd name="connsiteY5" fmla="*/ 887 h 36221"/>
                      <a:gd name="connsiteX6" fmla="*/ 37327 w 44234"/>
                      <a:gd name="connsiteY6" fmla="*/ 0 h 36221"/>
                      <a:gd name="connsiteX7" fmla="*/ 36351 w 44234"/>
                      <a:gd name="connsiteY7" fmla="*/ 222 h 36221"/>
                      <a:gd name="connsiteX8" fmla="*/ 5763 w 44234"/>
                      <a:gd name="connsiteY8" fmla="*/ 30412 h 36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234" h="36221">
                        <a:moveTo>
                          <a:pt x="5763" y="30412"/>
                        </a:moveTo>
                        <a:cubicBezTo>
                          <a:pt x="3857" y="32273"/>
                          <a:pt x="1950" y="34180"/>
                          <a:pt x="0" y="36041"/>
                        </a:cubicBezTo>
                        <a:cubicBezTo>
                          <a:pt x="2970" y="36440"/>
                          <a:pt x="6383" y="36219"/>
                          <a:pt x="10152" y="34933"/>
                        </a:cubicBezTo>
                        <a:cubicBezTo>
                          <a:pt x="18264" y="32140"/>
                          <a:pt x="25136" y="25757"/>
                          <a:pt x="32716" y="21057"/>
                        </a:cubicBezTo>
                        <a:cubicBezTo>
                          <a:pt x="35332" y="19417"/>
                          <a:pt x="38169" y="17910"/>
                          <a:pt x="40385" y="15915"/>
                        </a:cubicBezTo>
                        <a:cubicBezTo>
                          <a:pt x="47523" y="9443"/>
                          <a:pt x="43267" y="3724"/>
                          <a:pt x="39366" y="887"/>
                        </a:cubicBezTo>
                        <a:cubicBezTo>
                          <a:pt x="38790" y="488"/>
                          <a:pt x="38125" y="177"/>
                          <a:pt x="37327" y="0"/>
                        </a:cubicBezTo>
                        <a:cubicBezTo>
                          <a:pt x="37016" y="89"/>
                          <a:pt x="36662" y="177"/>
                          <a:pt x="36351" y="222"/>
                        </a:cubicBezTo>
                        <a:cubicBezTo>
                          <a:pt x="26155" y="10285"/>
                          <a:pt x="15959" y="20348"/>
                          <a:pt x="5763" y="3041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599" name="Forme libre : forme 19598">
                    <a:extLst>
                      <a:ext uri="{FF2B5EF4-FFF2-40B4-BE49-F238E27FC236}">
                        <a16:creationId xmlns:a16="http://schemas.microsoft.com/office/drawing/2014/main" id="{50BBB8C8-92A6-41D3-9343-74F18BB2BF02}"/>
                      </a:ext>
                    </a:extLst>
                  </p:cNvPr>
                  <p:cNvSpPr/>
                  <p:nvPr/>
                </p:nvSpPr>
                <p:spPr>
                  <a:xfrm>
                    <a:off x="6295006" y="5978739"/>
                    <a:ext cx="46986" cy="36129"/>
                  </a:xfrm>
                  <a:custGeom>
                    <a:avLst/>
                    <a:gdLst>
                      <a:gd name="connsiteX0" fmla="*/ 46986 w 46986"/>
                      <a:gd name="connsiteY0" fmla="*/ 310 h 36129"/>
                      <a:gd name="connsiteX1" fmla="*/ 44858 w 46986"/>
                      <a:gd name="connsiteY1" fmla="*/ 532 h 36129"/>
                      <a:gd name="connsiteX2" fmla="*/ 42154 w 46986"/>
                      <a:gd name="connsiteY2" fmla="*/ 0 h 36129"/>
                      <a:gd name="connsiteX3" fmla="*/ 27791 w 46986"/>
                      <a:gd name="connsiteY3" fmla="*/ 4477 h 36129"/>
                      <a:gd name="connsiteX4" fmla="*/ 7310 w 46986"/>
                      <a:gd name="connsiteY4" fmla="*/ 17466 h 36129"/>
                      <a:gd name="connsiteX5" fmla="*/ 616 w 46986"/>
                      <a:gd name="connsiteY5" fmla="*/ 24825 h 36129"/>
                      <a:gd name="connsiteX6" fmla="*/ 2212 w 46986"/>
                      <a:gd name="connsiteY6" fmla="*/ 32140 h 36129"/>
                      <a:gd name="connsiteX7" fmla="*/ 10679 w 46986"/>
                      <a:gd name="connsiteY7" fmla="*/ 36130 h 36129"/>
                      <a:gd name="connsiteX8" fmla="*/ 16442 w 46986"/>
                      <a:gd name="connsiteY8" fmla="*/ 30500 h 36129"/>
                      <a:gd name="connsiteX9" fmla="*/ 46986 w 46986"/>
                      <a:gd name="connsiteY9" fmla="*/ 310 h 36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6986" h="36129">
                        <a:moveTo>
                          <a:pt x="46986" y="310"/>
                        </a:moveTo>
                        <a:cubicBezTo>
                          <a:pt x="46277" y="443"/>
                          <a:pt x="45568" y="532"/>
                          <a:pt x="44858" y="532"/>
                        </a:cubicBezTo>
                        <a:cubicBezTo>
                          <a:pt x="43794" y="532"/>
                          <a:pt x="42863" y="354"/>
                          <a:pt x="42154" y="0"/>
                        </a:cubicBezTo>
                        <a:cubicBezTo>
                          <a:pt x="37544" y="665"/>
                          <a:pt x="32091" y="2527"/>
                          <a:pt x="27791" y="4477"/>
                        </a:cubicBezTo>
                        <a:cubicBezTo>
                          <a:pt x="20432" y="7758"/>
                          <a:pt x="13428" y="12412"/>
                          <a:pt x="7310" y="17466"/>
                        </a:cubicBezTo>
                        <a:cubicBezTo>
                          <a:pt x="4517" y="19771"/>
                          <a:pt x="1769" y="22298"/>
                          <a:pt x="616" y="24825"/>
                        </a:cubicBezTo>
                        <a:cubicBezTo>
                          <a:pt x="-802" y="27928"/>
                          <a:pt x="439" y="30367"/>
                          <a:pt x="2212" y="32140"/>
                        </a:cubicBezTo>
                        <a:cubicBezTo>
                          <a:pt x="4163" y="34135"/>
                          <a:pt x="7088" y="35642"/>
                          <a:pt x="10679" y="36130"/>
                        </a:cubicBezTo>
                        <a:cubicBezTo>
                          <a:pt x="12630" y="34268"/>
                          <a:pt x="14536" y="32361"/>
                          <a:pt x="16442" y="30500"/>
                        </a:cubicBezTo>
                        <a:cubicBezTo>
                          <a:pt x="26550" y="20481"/>
                          <a:pt x="36746" y="10418"/>
                          <a:pt x="46986" y="31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00" name="Forme libre : forme 19599">
                    <a:extLst>
                      <a:ext uri="{FF2B5EF4-FFF2-40B4-BE49-F238E27FC236}">
                        <a16:creationId xmlns:a16="http://schemas.microsoft.com/office/drawing/2014/main" id="{00660274-D1DE-408B-AF96-999F5C18B8EF}"/>
                      </a:ext>
                    </a:extLst>
                  </p:cNvPr>
                  <p:cNvSpPr/>
                  <p:nvPr/>
                </p:nvSpPr>
                <p:spPr>
                  <a:xfrm>
                    <a:off x="6409694" y="5995564"/>
                    <a:ext cx="54889" cy="29456"/>
                  </a:xfrm>
                  <a:custGeom>
                    <a:avLst/>
                    <a:gdLst>
                      <a:gd name="connsiteX0" fmla="*/ 54695 w 54889"/>
                      <a:gd name="connsiteY0" fmla="*/ 10749 h 29456"/>
                      <a:gd name="connsiteX1" fmla="*/ 50041 w 54889"/>
                      <a:gd name="connsiteY1" fmla="*/ 1217 h 29456"/>
                      <a:gd name="connsiteX2" fmla="*/ 27787 w 54889"/>
                      <a:gd name="connsiteY2" fmla="*/ 4720 h 29456"/>
                      <a:gd name="connsiteX3" fmla="*/ 7306 w 54889"/>
                      <a:gd name="connsiteY3" fmla="*/ 17708 h 29456"/>
                      <a:gd name="connsiteX4" fmla="*/ 612 w 54889"/>
                      <a:gd name="connsiteY4" fmla="*/ 25068 h 29456"/>
                      <a:gd name="connsiteX5" fmla="*/ 301 w 54889"/>
                      <a:gd name="connsiteY5" fmla="*/ 29456 h 29456"/>
                      <a:gd name="connsiteX6" fmla="*/ 18167 w 54889"/>
                      <a:gd name="connsiteY6" fmla="*/ 17975 h 29456"/>
                      <a:gd name="connsiteX7" fmla="*/ 54695 w 54889"/>
                      <a:gd name="connsiteY7" fmla="*/ 10749 h 29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4889" h="29456">
                        <a:moveTo>
                          <a:pt x="54695" y="10749"/>
                        </a:moveTo>
                        <a:cubicBezTo>
                          <a:pt x="55671" y="6626"/>
                          <a:pt x="52789" y="3213"/>
                          <a:pt x="50041" y="1217"/>
                        </a:cubicBezTo>
                        <a:cubicBezTo>
                          <a:pt x="45874" y="-1841"/>
                          <a:pt x="35146" y="1439"/>
                          <a:pt x="27787" y="4720"/>
                        </a:cubicBezTo>
                        <a:cubicBezTo>
                          <a:pt x="20428" y="8000"/>
                          <a:pt x="13423" y="12655"/>
                          <a:pt x="7306" y="17708"/>
                        </a:cubicBezTo>
                        <a:cubicBezTo>
                          <a:pt x="4513" y="20014"/>
                          <a:pt x="1764" y="22541"/>
                          <a:pt x="612" y="25068"/>
                        </a:cubicBezTo>
                        <a:cubicBezTo>
                          <a:pt x="-142" y="26708"/>
                          <a:pt x="-142" y="28171"/>
                          <a:pt x="301" y="29456"/>
                        </a:cubicBezTo>
                        <a:cubicBezTo>
                          <a:pt x="5843" y="25112"/>
                          <a:pt x="11650" y="21122"/>
                          <a:pt x="18167" y="17975"/>
                        </a:cubicBezTo>
                        <a:cubicBezTo>
                          <a:pt x="30890" y="11768"/>
                          <a:pt x="43879" y="9950"/>
                          <a:pt x="54695" y="1074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01" name="Forme libre : forme 19600">
                    <a:extLst>
                      <a:ext uri="{FF2B5EF4-FFF2-40B4-BE49-F238E27FC236}">
                        <a16:creationId xmlns:a16="http://schemas.microsoft.com/office/drawing/2014/main" id="{D8FA26D2-9036-469A-88F2-7844C0A07B6A}"/>
                      </a:ext>
                    </a:extLst>
                  </p:cNvPr>
                  <p:cNvSpPr/>
                  <p:nvPr/>
                </p:nvSpPr>
                <p:spPr>
                  <a:xfrm>
                    <a:off x="6410040" y="6006139"/>
                    <a:ext cx="54349" cy="26013"/>
                  </a:xfrm>
                  <a:custGeom>
                    <a:avLst/>
                    <a:gdLst>
                      <a:gd name="connsiteX0" fmla="*/ 20481 w 54349"/>
                      <a:gd name="connsiteY0" fmla="*/ 24690 h 26013"/>
                      <a:gd name="connsiteX1" fmla="*/ 43045 w 54349"/>
                      <a:gd name="connsiteY1" fmla="*/ 10814 h 26013"/>
                      <a:gd name="connsiteX2" fmla="*/ 50715 w 54349"/>
                      <a:gd name="connsiteY2" fmla="*/ 5671 h 26013"/>
                      <a:gd name="connsiteX3" fmla="*/ 54350 w 54349"/>
                      <a:gd name="connsiteY3" fmla="*/ 174 h 26013"/>
                      <a:gd name="connsiteX4" fmla="*/ 17865 w 54349"/>
                      <a:gd name="connsiteY4" fmla="*/ 7400 h 26013"/>
                      <a:gd name="connsiteX5" fmla="*/ 0 w 54349"/>
                      <a:gd name="connsiteY5" fmla="*/ 18882 h 26013"/>
                      <a:gd name="connsiteX6" fmla="*/ 1906 w 54349"/>
                      <a:gd name="connsiteY6" fmla="*/ 21852 h 26013"/>
                      <a:gd name="connsiteX7" fmla="*/ 20481 w 54349"/>
                      <a:gd name="connsiteY7" fmla="*/ 24690 h 26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4349" h="26013">
                        <a:moveTo>
                          <a:pt x="20481" y="24690"/>
                        </a:moveTo>
                        <a:cubicBezTo>
                          <a:pt x="28593" y="21897"/>
                          <a:pt x="35465" y="15513"/>
                          <a:pt x="43045" y="10814"/>
                        </a:cubicBezTo>
                        <a:cubicBezTo>
                          <a:pt x="45661" y="9174"/>
                          <a:pt x="48498" y="7666"/>
                          <a:pt x="50715" y="5671"/>
                        </a:cubicBezTo>
                        <a:cubicBezTo>
                          <a:pt x="52842" y="3765"/>
                          <a:pt x="53951" y="1903"/>
                          <a:pt x="54350" y="174"/>
                        </a:cubicBezTo>
                        <a:cubicBezTo>
                          <a:pt x="43533" y="-624"/>
                          <a:pt x="30588" y="1238"/>
                          <a:pt x="17865" y="7400"/>
                        </a:cubicBezTo>
                        <a:cubicBezTo>
                          <a:pt x="11349" y="10548"/>
                          <a:pt x="5497" y="14538"/>
                          <a:pt x="0" y="18882"/>
                        </a:cubicBezTo>
                        <a:cubicBezTo>
                          <a:pt x="399" y="19990"/>
                          <a:pt x="1064" y="20965"/>
                          <a:pt x="1906" y="21852"/>
                        </a:cubicBezTo>
                        <a:cubicBezTo>
                          <a:pt x="5453" y="25443"/>
                          <a:pt x="12147" y="27527"/>
                          <a:pt x="20481" y="2469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02" name="Forme libre : forme 19601">
                    <a:extLst>
                      <a:ext uri="{FF2B5EF4-FFF2-40B4-BE49-F238E27FC236}">
                        <a16:creationId xmlns:a16="http://schemas.microsoft.com/office/drawing/2014/main" id="{5CF860A7-E080-4927-8F30-841AD833AD14}"/>
                      </a:ext>
                    </a:extLst>
                  </p:cNvPr>
                  <p:cNvSpPr/>
                  <p:nvPr/>
                </p:nvSpPr>
                <p:spPr>
                  <a:xfrm>
                    <a:off x="6015805" y="6059578"/>
                    <a:ext cx="54039" cy="27860"/>
                  </a:xfrm>
                  <a:custGeom>
                    <a:avLst/>
                    <a:gdLst>
                      <a:gd name="connsiteX0" fmla="*/ 54039 w 54039"/>
                      <a:gd name="connsiteY0" fmla="*/ 5739 h 27860"/>
                      <a:gd name="connsiteX1" fmla="*/ 50050 w 54039"/>
                      <a:gd name="connsiteY1" fmla="*/ 1218 h 27860"/>
                      <a:gd name="connsiteX2" fmla="*/ 27795 w 54039"/>
                      <a:gd name="connsiteY2" fmla="*/ 4720 h 27860"/>
                      <a:gd name="connsiteX3" fmla="*/ 7315 w 54039"/>
                      <a:gd name="connsiteY3" fmla="*/ 17709 h 27860"/>
                      <a:gd name="connsiteX4" fmla="*/ 621 w 54039"/>
                      <a:gd name="connsiteY4" fmla="*/ 25068 h 27860"/>
                      <a:gd name="connsiteX5" fmla="*/ 0 w 54039"/>
                      <a:gd name="connsiteY5" fmla="*/ 27861 h 27860"/>
                      <a:gd name="connsiteX6" fmla="*/ 20525 w 54039"/>
                      <a:gd name="connsiteY6" fmla="*/ 15138 h 27860"/>
                      <a:gd name="connsiteX7" fmla="*/ 54039 w 54039"/>
                      <a:gd name="connsiteY7" fmla="*/ 5739 h 27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4039" h="27860">
                        <a:moveTo>
                          <a:pt x="54039" y="5739"/>
                        </a:moveTo>
                        <a:cubicBezTo>
                          <a:pt x="53109" y="3878"/>
                          <a:pt x="51557" y="2326"/>
                          <a:pt x="50050" y="1218"/>
                        </a:cubicBezTo>
                        <a:cubicBezTo>
                          <a:pt x="45838" y="-1841"/>
                          <a:pt x="35154" y="1439"/>
                          <a:pt x="27795" y="4720"/>
                        </a:cubicBezTo>
                        <a:cubicBezTo>
                          <a:pt x="20437" y="8000"/>
                          <a:pt x="13432" y="12655"/>
                          <a:pt x="7315" y="17709"/>
                        </a:cubicBezTo>
                        <a:cubicBezTo>
                          <a:pt x="4522" y="20014"/>
                          <a:pt x="1773" y="22541"/>
                          <a:pt x="621" y="25068"/>
                        </a:cubicBezTo>
                        <a:cubicBezTo>
                          <a:pt x="177" y="26043"/>
                          <a:pt x="0" y="26974"/>
                          <a:pt x="0" y="27861"/>
                        </a:cubicBezTo>
                        <a:cubicBezTo>
                          <a:pt x="6561" y="23073"/>
                          <a:pt x="13211" y="18463"/>
                          <a:pt x="20525" y="15138"/>
                        </a:cubicBezTo>
                        <a:cubicBezTo>
                          <a:pt x="31785" y="10040"/>
                          <a:pt x="42824" y="8754"/>
                          <a:pt x="54039" y="573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03" name="Forme libre : forme 19602">
                    <a:extLst>
                      <a:ext uri="{FF2B5EF4-FFF2-40B4-BE49-F238E27FC236}">
                        <a16:creationId xmlns:a16="http://schemas.microsoft.com/office/drawing/2014/main" id="{C3C58DAD-4632-48F3-8099-A7EC59004926}"/>
                      </a:ext>
                    </a:extLst>
                  </p:cNvPr>
                  <p:cNvSpPr/>
                  <p:nvPr/>
                </p:nvSpPr>
                <p:spPr>
                  <a:xfrm>
                    <a:off x="6015849" y="6065362"/>
                    <a:ext cx="54876" cy="30848"/>
                  </a:xfrm>
                  <a:custGeom>
                    <a:avLst/>
                    <a:gdLst>
                      <a:gd name="connsiteX0" fmla="*/ 20791 w 54876"/>
                      <a:gd name="connsiteY0" fmla="*/ 29525 h 30848"/>
                      <a:gd name="connsiteX1" fmla="*/ 43356 w 54876"/>
                      <a:gd name="connsiteY1" fmla="*/ 15649 h 30848"/>
                      <a:gd name="connsiteX2" fmla="*/ 51025 w 54876"/>
                      <a:gd name="connsiteY2" fmla="*/ 10506 h 30848"/>
                      <a:gd name="connsiteX3" fmla="*/ 54039 w 54876"/>
                      <a:gd name="connsiteY3" fmla="*/ 0 h 30848"/>
                      <a:gd name="connsiteX4" fmla="*/ 20525 w 54876"/>
                      <a:gd name="connsiteY4" fmla="*/ 9398 h 30848"/>
                      <a:gd name="connsiteX5" fmla="*/ 0 w 54876"/>
                      <a:gd name="connsiteY5" fmla="*/ 22121 h 30848"/>
                      <a:gd name="connsiteX6" fmla="*/ 2217 w 54876"/>
                      <a:gd name="connsiteY6" fmla="*/ 26687 h 30848"/>
                      <a:gd name="connsiteX7" fmla="*/ 20791 w 54876"/>
                      <a:gd name="connsiteY7" fmla="*/ 29525 h 30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4876" h="30848">
                        <a:moveTo>
                          <a:pt x="20791" y="29525"/>
                        </a:moveTo>
                        <a:cubicBezTo>
                          <a:pt x="28904" y="26732"/>
                          <a:pt x="35775" y="20348"/>
                          <a:pt x="43356" y="15649"/>
                        </a:cubicBezTo>
                        <a:cubicBezTo>
                          <a:pt x="45971" y="14009"/>
                          <a:pt x="48808" y="12502"/>
                          <a:pt x="51025" y="10506"/>
                        </a:cubicBezTo>
                        <a:cubicBezTo>
                          <a:pt x="55369" y="6561"/>
                          <a:pt x="55502" y="2882"/>
                          <a:pt x="54039" y="0"/>
                        </a:cubicBezTo>
                        <a:cubicBezTo>
                          <a:pt x="42824" y="2970"/>
                          <a:pt x="31785" y="4301"/>
                          <a:pt x="20525" y="9398"/>
                        </a:cubicBezTo>
                        <a:cubicBezTo>
                          <a:pt x="13211" y="12723"/>
                          <a:pt x="6517" y="17334"/>
                          <a:pt x="0" y="22121"/>
                        </a:cubicBezTo>
                        <a:cubicBezTo>
                          <a:pt x="44" y="23939"/>
                          <a:pt x="975" y="25446"/>
                          <a:pt x="2217" y="26687"/>
                        </a:cubicBezTo>
                        <a:cubicBezTo>
                          <a:pt x="5763" y="30278"/>
                          <a:pt x="12457" y="32362"/>
                          <a:pt x="20791" y="2952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04" name="Forme libre : forme 19603">
                    <a:extLst>
                      <a:ext uri="{FF2B5EF4-FFF2-40B4-BE49-F238E27FC236}">
                        <a16:creationId xmlns:a16="http://schemas.microsoft.com/office/drawing/2014/main" id="{31421152-D0D2-47C8-8F9B-7DD9BFD645C2}"/>
                      </a:ext>
                    </a:extLst>
                  </p:cNvPr>
                  <p:cNvSpPr/>
                  <p:nvPr/>
                </p:nvSpPr>
                <p:spPr>
                  <a:xfrm>
                    <a:off x="6980491" y="5906849"/>
                    <a:ext cx="24241" cy="24544"/>
                  </a:xfrm>
                  <a:custGeom>
                    <a:avLst/>
                    <a:gdLst>
                      <a:gd name="connsiteX0" fmla="*/ 20392 w 24241"/>
                      <a:gd name="connsiteY0" fmla="*/ 16255 h 24544"/>
                      <a:gd name="connsiteX1" fmla="*/ 19373 w 24241"/>
                      <a:gd name="connsiteY1" fmla="*/ 1227 h 24544"/>
                      <a:gd name="connsiteX2" fmla="*/ 0 w 24241"/>
                      <a:gd name="connsiteY2" fmla="*/ 3532 h 24544"/>
                      <a:gd name="connsiteX3" fmla="*/ 3325 w 24241"/>
                      <a:gd name="connsiteY3" fmla="*/ 11556 h 24544"/>
                      <a:gd name="connsiteX4" fmla="*/ 7980 w 24241"/>
                      <a:gd name="connsiteY4" fmla="*/ 24545 h 24544"/>
                      <a:gd name="connsiteX5" fmla="*/ 12679 w 24241"/>
                      <a:gd name="connsiteY5" fmla="*/ 21397 h 24544"/>
                      <a:gd name="connsiteX6" fmla="*/ 20392 w 24241"/>
                      <a:gd name="connsiteY6" fmla="*/ 16255 h 245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241" h="24544">
                        <a:moveTo>
                          <a:pt x="20392" y="16255"/>
                        </a:moveTo>
                        <a:cubicBezTo>
                          <a:pt x="27529" y="9783"/>
                          <a:pt x="23274" y="4064"/>
                          <a:pt x="19373" y="1227"/>
                        </a:cubicBezTo>
                        <a:cubicBezTo>
                          <a:pt x="15693" y="-1477"/>
                          <a:pt x="7004" y="739"/>
                          <a:pt x="0" y="3532"/>
                        </a:cubicBezTo>
                        <a:cubicBezTo>
                          <a:pt x="1596" y="6059"/>
                          <a:pt x="2615" y="8940"/>
                          <a:pt x="3325" y="11556"/>
                        </a:cubicBezTo>
                        <a:cubicBezTo>
                          <a:pt x="4522" y="15900"/>
                          <a:pt x="6428" y="20156"/>
                          <a:pt x="7980" y="24545"/>
                        </a:cubicBezTo>
                        <a:cubicBezTo>
                          <a:pt x="9531" y="23437"/>
                          <a:pt x="11083" y="22373"/>
                          <a:pt x="12679" y="21397"/>
                        </a:cubicBezTo>
                        <a:cubicBezTo>
                          <a:pt x="15338" y="19757"/>
                          <a:pt x="18176" y="18250"/>
                          <a:pt x="20392" y="1625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05" name="Forme libre : forme 19604">
                    <a:extLst>
                      <a:ext uri="{FF2B5EF4-FFF2-40B4-BE49-F238E27FC236}">
                        <a16:creationId xmlns:a16="http://schemas.microsoft.com/office/drawing/2014/main" id="{848BF517-58B1-4D0B-8E10-8B3A63D557D5}"/>
                      </a:ext>
                    </a:extLst>
                  </p:cNvPr>
                  <p:cNvSpPr/>
                  <p:nvPr/>
                </p:nvSpPr>
                <p:spPr>
                  <a:xfrm>
                    <a:off x="6949818" y="5910381"/>
                    <a:ext cx="38652" cy="33063"/>
                  </a:xfrm>
                  <a:custGeom>
                    <a:avLst/>
                    <a:gdLst>
                      <a:gd name="connsiteX0" fmla="*/ 30673 w 38652"/>
                      <a:gd name="connsiteY0" fmla="*/ 0 h 33063"/>
                      <a:gd name="connsiteX1" fmla="*/ 27791 w 38652"/>
                      <a:gd name="connsiteY1" fmla="*/ 1197 h 33063"/>
                      <a:gd name="connsiteX2" fmla="*/ 7310 w 38652"/>
                      <a:gd name="connsiteY2" fmla="*/ 14186 h 33063"/>
                      <a:gd name="connsiteX3" fmla="*/ 616 w 38652"/>
                      <a:gd name="connsiteY3" fmla="*/ 21545 h 33063"/>
                      <a:gd name="connsiteX4" fmla="*/ 2212 w 38652"/>
                      <a:gd name="connsiteY4" fmla="*/ 28860 h 33063"/>
                      <a:gd name="connsiteX5" fmla="*/ 20831 w 38652"/>
                      <a:gd name="connsiteY5" fmla="*/ 31741 h 33063"/>
                      <a:gd name="connsiteX6" fmla="*/ 38652 w 38652"/>
                      <a:gd name="connsiteY6" fmla="*/ 21013 h 33063"/>
                      <a:gd name="connsiteX7" fmla="*/ 33997 w 38652"/>
                      <a:gd name="connsiteY7" fmla="*/ 8024 h 33063"/>
                      <a:gd name="connsiteX8" fmla="*/ 30673 w 38652"/>
                      <a:gd name="connsiteY8" fmla="*/ 0 h 33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652" h="33063">
                        <a:moveTo>
                          <a:pt x="30673" y="0"/>
                        </a:moveTo>
                        <a:cubicBezTo>
                          <a:pt x="29697" y="399"/>
                          <a:pt x="28722" y="798"/>
                          <a:pt x="27791" y="1197"/>
                        </a:cubicBezTo>
                        <a:cubicBezTo>
                          <a:pt x="20432" y="4477"/>
                          <a:pt x="13428" y="9132"/>
                          <a:pt x="7310" y="14186"/>
                        </a:cubicBezTo>
                        <a:cubicBezTo>
                          <a:pt x="4517" y="16491"/>
                          <a:pt x="1769" y="19018"/>
                          <a:pt x="616" y="21545"/>
                        </a:cubicBezTo>
                        <a:cubicBezTo>
                          <a:pt x="-803" y="24648"/>
                          <a:pt x="439" y="27086"/>
                          <a:pt x="2212" y="28860"/>
                        </a:cubicBezTo>
                        <a:cubicBezTo>
                          <a:pt x="5803" y="32494"/>
                          <a:pt x="12497" y="34578"/>
                          <a:pt x="20831" y="31741"/>
                        </a:cubicBezTo>
                        <a:cubicBezTo>
                          <a:pt x="27215" y="29525"/>
                          <a:pt x="32845" y="25091"/>
                          <a:pt x="38652" y="21013"/>
                        </a:cubicBezTo>
                        <a:cubicBezTo>
                          <a:pt x="37100" y="16624"/>
                          <a:pt x="35194" y="12369"/>
                          <a:pt x="33997" y="8024"/>
                        </a:cubicBezTo>
                        <a:cubicBezTo>
                          <a:pt x="33288" y="5408"/>
                          <a:pt x="32268" y="2527"/>
                          <a:pt x="30673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06" name="Forme libre : forme 19605">
                    <a:extLst>
                      <a:ext uri="{FF2B5EF4-FFF2-40B4-BE49-F238E27FC236}">
                        <a16:creationId xmlns:a16="http://schemas.microsoft.com/office/drawing/2014/main" id="{65612D9D-0AE8-475B-B9F3-A2D73B21221D}"/>
                      </a:ext>
                    </a:extLst>
                  </p:cNvPr>
                  <p:cNvSpPr/>
                  <p:nvPr/>
                </p:nvSpPr>
                <p:spPr>
                  <a:xfrm>
                    <a:off x="7533963" y="5964997"/>
                    <a:ext cx="531" cy="620"/>
                  </a:xfrm>
                  <a:custGeom>
                    <a:avLst/>
                    <a:gdLst>
                      <a:gd name="connsiteX0" fmla="*/ 0 w 531"/>
                      <a:gd name="connsiteY0" fmla="*/ 620 h 620"/>
                      <a:gd name="connsiteX1" fmla="*/ 532 w 531"/>
                      <a:gd name="connsiteY1" fmla="*/ 44 h 620"/>
                      <a:gd name="connsiteX2" fmla="*/ 222 w 531"/>
                      <a:gd name="connsiteY2" fmla="*/ 0 h 620"/>
                      <a:gd name="connsiteX3" fmla="*/ 0 w 531"/>
                      <a:gd name="connsiteY3" fmla="*/ 620 h 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1" h="620">
                        <a:moveTo>
                          <a:pt x="0" y="620"/>
                        </a:moveTo>
                        <a:lnTo>
                          <a:pt x="532" y="44"/>
                        </a:lnTo>
                        <a:cubicBezTo>
                          <a:pt x="443" y="44"/>
                          <a:pt x="310" y="44"/>
                          <a:pt x="222" y="0"/>
                        </a:cubicBezTo>
                        <a:cubicBezTo>
                          <a:pt x="177" y="221"/>
                          <a:pt x="89" y="443"/>
                          <a:pt x="0" y="62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07" name="Forme libre : forme 19606">
                    <a:extLst>
                      <a:ext uri="{FF2B5EF4-FFF2-40B4-BE49-F238E27FC236}">
                        <a16:creationId xmlns:a16="http://schemas.microsoft.com/office/drawing/2014/main" id="{CFA9E75B-358E-46F4-A843-6081ACAAA519}"/>
                      </a:ext>
                    </a:extLst>
                  </p:cNvPr>
                  <p:cNvSpPr/>
                  <p:nvPr/>
                </p:nvSpPr>
                <p:spPr>
                  <a:xfrm>
                    <a:off x="7535603" y="5938704"/>
                    <a:ext cx="21234" cy="14811"/>
                  </a:xfrm>
                  <a:custGeom>
                    <a:avLst/>
                    <a:gdLst>
                      <a:gd name="connsiteX0" fmla="*/ 0 w 21234"/>
                      <a:gd name="connsiteY0" fmla="*/ 4128 h 14811"/>
                      <a:gd name="connsiteX1" fmla="*/ 1241 w 21234"/>
                      <a:gd name="connsiteY1" fmla="*/ 14811 h 14811"/>
                      <a:gd name="connsiteX2" fmla="*/ 8911 w 21234"/>
                      <a:gd name="connsiteY2" fmla="*/ 12373 h 14811"/>
                      <a:gd name="connsiteX3" fmla="*/ 11171 w 21234"/>
                      <a:gd name="connsiteY3" fmla="*/ 12772 h 14811"/>
                      <a:gd name="connsiteX4" fmla="*/ 21235 w 21234"/>
                      <a:gd name="connsiteY4" fmla="*/ 1601 h 14811"/>
                      <a:gd name="connsiteX5" fmla="*/ 20791 w 21234"/>
                      <a:gd name="connsiteY5" fmla="*/ 1246 h 14811"/>
                      <a:gd name="connsiteX6" fmla="*/ 0 w 21234"/>
                      <a:gd name="connsiteY6" fmla="*/ 4128 h 14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234" h="14811">
                        <a:moveTo>
                          <a:pt x="0" y="4128"/>
                        </a:moveTo>
                        <a:cubicBezTo>
                          <a:pt x="1330" y="7231"/>
                          <a:pt x="1552" y="11132"/>
                          <a:pt x="1241" y="14811"/>
                        </a:cubicBezTo>
                        <a:cubicBezTo>
                          <a:pt x="3680" y="13304"/>
                          <a:pt x="6472" y="12373"/>
                          <a:pt x="8911" y="12373"/>
                        </a:cubicBezTo>
                        <a:cubicBezTo>
                          <a:pt x="9797" y="12373"/>
                          <a:pt x="10551" y="12506"/>
                          <a:pt x="11171" y="12772"/>
                        </a:cubicBezTo>
                        <a:lnTo>
                          <a:pt x="21235" y="1601"/>
                        </a:lnTo>
                        <a:cubicBezTo>
                          <a:pt x="21102" y="1467"/>
                          <a:pt x="20924" y="1379"/>
                          <a:pt x="20791" y="1246"/>
                        </a:cubicBezTo>
                        <a:cubicBezTo>
                          <a:pt x="16890" y="-1680"/>
                          <a:pt x="7226" y="1069"/>
                          <a:pt x="0" y="412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08" name="Forme libre : forme 19607">
                    <a:extLst>
                      <a:ext uri="{FF2B5EF4-FFF2-40B4-BE49-F238E27FC236}">
                        <a16:creationId xmlns:a16="http://schemas.microsoft.com/office/drawing/2014/main" id="{BE13CB09-F2E9-4838-9121-655B142AB9FC}"/>
                      </a:ext>
                    </a:extLst>
                  </p:cNvPr>
                  <p:cNvSpPr/>
                  <p:nvPr/>
                </p:nvSpPr>
                <p:spPr>
                  <a:xfrm>
                    <a:off x="7506393" y="5942787"/>
                    <a:ext cx="30581" cy="32448"/>
                  </a:xfrm>
                  <a:custGeom>
                    <a:avLst/>
                    <a:gdLst>
                      <a:gd name="connsiteX0" fmla="*/ 7310 w 30581"/>
                      <a:gd name="connsiteY0" fmla="*/ 13609 h 32448"/>
                      <a:gd name="connsiteX1" fmla="*/ 616 w 30581"/>
                      <a:gd name="connsiteY1" fmla="*/ 20968 h 32448"/>
                      <a:gd name="connsiteX2" fmla="*/ 2212 w 30581"/>
                      <a:gd name="connsiteY2" fmla="*/ 28283 h 32448"/>
                      <a:gd name="connsiteX3" fmla="*/ 19856 w 30581"/>
                      <a:gd name="connsiteY3" fmla="*/ 31431 h 32448"/>
                      <a:gd name="connsiteX4" fmla="*/ 27614 w 30581"/>
                      <a:gd name="connsiteY4" fmla="*/ 22830 h 32448"/>
                      <a:gd name="connsiteX5" fmla="*/ 27835 w 30581"/>
                      <a:gd name="connsiteY5" fmla="*/ 22210 h 32448"/>
                      <a:gd name="connsiteX6" fmla="*/ 25486 w 30581"/>
                      <a:gd name="connsiteY6" fmla="*/ 15294 h 32448"/>
                      <a:gd name="connsiteX7" fmla="*/ 30451 w 30581"/>
                      <a:gd name="connsiteY7" fmla="*/ 10683 h 32448"/>
                      <a:gd name="connsiteX8" fmla="*/ 29210 w 30581"/>
                      <a:gd name="connsiteY8" fmla="*/ 0 h 32448"/>
                      <a:gd name="connsiteX9" fmla="*/ 27791 w 30581"/>
                      <a:gd name="connsiteY9" fmla="*/ 620 h 32448"/>
                      <a:gd name="connsiteX10" fmla="*/ 7310 w 30581"/>
                      <a:gd name="connsiteY10" fmla="*/ 13609 h 32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0581" h="32448">
                        <a:moveTo>
                          <a:pt x="7310" y="13609"/>
                        </a:moveTo>
                        <a:cubicBezTo>
                          <a:pt x="4517" y="15915"/>
                          <a:pt x="1769" y="18441"/>
                          <a:pt x="616" y="20968"/>
                        </a:cubicBezTo>
                        <a:cubicBezTo>
                          <a:pt x="-803" y="24071"/>
                          <a:pt x="439" y="26510"/>
                          <a:pt x="2212" y="28283"/>
                        </a:cubicBezTo>
                        <a:cubicBezTo>
                          <a:pt x="5670" y="31785"/>
                          <a:pt x="11965" y="33780"/>
                          <a:pt x="19856" y="31431"/>
                        </a:cubicBezTo>
                        <a:lnTo>
                          <a:pt x="27614" y="22830"/>
                        </a:lnTo>
                        <a:cubicBezTo>
                          <a:pt x="27703" y="22609"/>
                          <a:pt x="27747" y="22431"/>
                          <a:pt x="27835" y="22210"/>
                        </a:cubicBezTo>
                        <a:cubicBezTo>
                          <a:pt x="24333" y="21677"/>
                          <a:pt x="23225" y="18796"/>
                          <a:pt x="25486" y="15294"/>
                        </a:cubicBezTo>
                        <a:cubicBezTo>
                          <a:pt x="26638" y="13521"/>
                          <a:pt x="28412" y="11925"/>
                          <a:pt x="30451" y="10683"/>
                        </a:cubicBezTo>
                        <a:cubicBezTo>
                          <a:pt x="30761" y="7004"/>
                          <a:pt x="30584" y="3147"/>
                          <a:pt x="29210" y="0"/>
                        </a:cubicBezTo>
                        <a:cubicBezTo>
                          <a:pt x="28722" y="221"/>
                          <a:pt x="28234" y="399"/>
                          <a:pt x="27791" y="620"/>
                        </a:cubicBezTo>
                        <a:cubicBezTo>
                          <a:pt x="20432" y="3945"/>
                          <a:pt x="13428" y="8556"/>
                          <a:pt x="7310" y="1360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09" name="Forme libre : forme 19608">
                    <a:extLst>
                      <a:ext uri="{FF2B5EF4-FFF2-40B4-BE49-F238E27FC236}">
                        <a16:creationId xmlns:a16="http://schemas.microsoft.com/office/drawing/2014/main" id="{77C20430-A402-4734-B679-4EF06BA41340}"/>
                      </a:ext>
                    </a:extLst>
                  </p:cNvPr>
                  <p:cNvSpPr/>
                  <p:nvPr/>
                </p:nvSpPr>
                <p:spPr>
                  <a:xfrm>
                    <a:off x="4733578" y="5968530"/>
                    <a:ext cx="56929" cy="31709"/>
                  </a:xfrm>
                  <a:custGeom>
                    <a:avLst/>
                    <a:gdLst>
                      <a:gd name="connsiteX0" fmla="*/ 5539 w 56929"/>
                      <a:gd name="connsiteY0" fmla="*/ 31666 h 31709"/>
                      <a:gd name="connsiteX1" fmla="*/ 12233 w 56929"/>
                      <a:gd name="connsiteY1" fmla="*/ 29715 h 31709"/>
                      <a:gd name="connsiteX2" fmla="*/ 39763 w 56929"/>
                      <a:gd name="connsiteY2" fmla="*/ 19253 h 31709"/>
                      <a:gd name="connsiteX3" fmla="*/ 53683 w 56929"/>
                      <a:gd name="connsiteY3" fmla="*/ 11539 h 31709"/>
                      <a:gd name="connsiteX4" fmla="*/ 56121 w 56929"/>
                      <a:gd name="connsiteY4" fmla="*/ 1742 h 31709"/>
                      <a:gd name="connsiteX5" fmla="*/ 30985 w 56929"/>
                      <a:gd name="connsiteY5" fmla="*/ 4003 h 31709"/>
                      <a:gd name="connsiteX6" fmla="*/ 12366 w 56929"/>
                      <a:gd name="connsiteY6" fmla="*/ 13179 h 31709"/>
                      <a:gd name="connsiteX7" fmla="*/ 796 w 56929"/>
                      <a:gd name="connsiteY7" fmla="*/ 24440 h 31709"/>
                      <a:gd name="connsiteX8" fmla="*/ 5539 w 56929"/>
                      <a:gd name="connsiteY8" fmla="*/ 31666 h 31709"/>
                      <a:gd name="connsiteX9" fmla="*/ 36039 w 56929"/>
                      <a:gd name="connsiteY9" fmla="*/ 10298 h 31709"/>
                      <a:gd name="connsiteX10" fmla="*/ 48718 w 56929"/>
                      <a:gd name="connsiteY10" fmla="*/ 3249 h 31709"/>
                      <a:gd name="connsiteX11" fmla="*/ 52264 w 56929"/>
                      <a:gd name="connsiteY11" fmla="*/ 10298 h 31709"/>
                      <a:gd name="connsiteX12" fmla="*/ 39586 w 56929"/>
                      <a:gd name="connsiteY12" fmla="*/ 17347 h 31709"/>
                      <a:gd name="connsiteX13" fmla="*/ 36039 w 56929"/>
                      <a:gd name="connsiteY13" fmla="*/ 10298 h 31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6929" h="31709">
                        <a:moveTo>
                          <a:pt x="5539" y="31666"/>
                        </a:moveTo>
                        <a:cubicBezTo>
                          <a:pt x="7623" y="31488"/>
                          <a:pt x="9973" y="30602"/>
                          <a:pt x="12233" y="29715"/>
                        </a:cubicBezTo>
                        <a:cubicBezTo>
                          <a:pt x="21410" y="26213"/>
                          <a:pt x="30587" y="22711"/>
                          <a:pt x="39763" y="19253"/>
                        </a:cubicBezTo>
                        <a:cubicBezTo>
                          <a:pt x="44462" y="17480"/>
                          <a:pt x="50181" y="15175"/>
                          <a:pt x="53683" y="11539"/>
                        </a:cubicBezTo>
                        <a:cubicBezTo>
                          <a:pt x="56697" y="8392"/>
                          <a:pt x="57850" y="3737"/>
                          <a:pt x="56121" y="1742"/>
                        </a:cubicBezTo>
                        <a:cubicBezTo>
                          <a:pt x="52752" y="-2203"/>
                          <a:pt x="38344" y="1432"/>
                          <a:pt x="30985" y="4003"/>
                        </a:cubicBezTo>
                        <a:cubicBezTo>
                          <a:pt x="24646" y="6175"/>
                          <a:pt x="18218" y="9323"/>
                          <a:pt x="12366" y="13179"/>
                        </a:cubicBezTo>
                        <a:cubicBezTo>
                          <a:pt x="7490" y="16416"/>
                          <a:pt x="2791" y="20405"/>
                          <a:pt x="796" y="24440"/>
                        </a:cubicBezTo>
                        <a:cubicBezTo>
                          <a:pt x="-1199" y="28474"/>
                          <a:pt x="619" y="32153"/>
                          <a:pt x="5539" y="31666"/>
                        </a:cubicBezTo>
                        <a:close/>
                        <a:moveTo>
                          <a:pt x="36039" y="10298"/>
                        </a:moveTo>
                        <a:cubicBezTo>
                          <a:pt x="38566" y="6397"/>
                          <a:pt x="44240" y="3249"/>
                          <a:pt x="48718" y="3249"/>
                        </a:cubicBezTo>
                        <a:cubicBezTo>
                          <a:pt x="53195" y="3249"/>
                          <a:pt x="54791" y="6397"/>
                          <a:pt x="52264" y="10298"/>
                        </a:cubicBezTo>
                        <a:cubicBezTo>
                          <a:pt x="49737" y="14199"/>
                          <a:pt x="44063" y="17347"/>
                          <a:pt x="39586" y="17347"/>
                        </a:cubicBezTo>
                        <a:cubicBezTo>
                          <a:pt x="35108" y="17347"/>
                          <a:pt x="33512" y="14155"/>
                          <a:pt x="36039" y="1029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10" name="Forme libre : forme 19609">
                    <a:extLst>
                      <a:ext uri="{FF2B5EF4-FFF2-40B4-BE49-F238E27FC236}">
                        <a16:creationId xmlns:a16="http://schemas.microsoft.com/office/drawing/2014/main" id="{71255964-E904-4075-B99F-792C8326A73C}"/>
                      </a:ext>
                    </a:extLst>
                  </p:cNvPr>
                  <p:cNvSpPr/>
                  <p:nvPr/>
                </p:nvSpPr>
                <p:spPr>
                  <a:xfrm>
                    <a:off x="4947113" y="6046065"/>
                    <a:ext cx="56936" cy="31709"/>
                  </a:xfrm>
                  <a:custGeom>
                    <a:avLst/>
                    <a:gdLst>
                      <a:gd name="connsiteX0" fmla="*/ 5546 w 56936"/>
                      <a:gd name="connsiteY0" fmla="*/ 31666 h 31709"/>
                      <a:gd name="connsiteX1" fmla="*/ 12241 w 56936"/>
                      <a:gd name="connsiteY1" fmla="*/ 29715 h 31709"/>
                      <a:gd name="connsiteX2" fmla="*/ 39770 w 56936"/>
                      <a:gd name="connsiteY2" fmla="*/ 19253 h 31709"/>
                      <a:gd name="connsiteX3" fmla="*/ 53690 w 56936"/>
                      <a:gd name="connsiteY3" fmla="*/ 11539 h 31709"/>
                      <a:gd name="connsiteX4" fmla="*/ 56128 w 56936"/>
                      <a:gd name="connsiteY4" fmla="*/ 1742 h 31709"/>
                      <a:gd name="connsiteX5" fmla="*/ 30992 w 56936"/>
                      <a:gd name="connsiteY5" fmla="*/ 4003 h 31709"/>
                      <a:gd name="connsiteX6" fmla="*/ 12373 w 56936"/>
                      <a:gd name="connsiteY6" fmla="*/ 13179 h 31709"/>
                      <a:gd name="connsiteX7" fmla="*/ 803 w 56936"/>
                      <a:gd name="connsiteY7" fmla="*/ 24440 h 31709"/>
                      <a:gd name="connsiteX8" fmla="*/ 5546 w 56936"/>
                      <a:gd name="connsiteY8" fmla="*/ 31666 h 31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6936" h="31709">
                        <a:moveTo>
                          <a:pt x="5546" y="31666"/>
                        </a:moveTo>
                        <a:cubicBezTo>
                          <a:pt x="7630" y="31488"/>
                          <a:pt x="9980" y="30602"/>
                          <a:pt x="12241" y="29715"/>
                        </a:cubicBezTo>
                        <a:cubicBezTo>
                          <a:pt x="21417" y="26213"/>
                          <a:pt x="30594" y="22711"/>
                          <a:pt x="39770" y="19253"/>
                        </a:cubicBezTo>
                        <a:cubicBezTo>
                          <a:pt x="44469" y="17480"/>
                          <a:pt x="50188" y="15175"/>
                          <a:pt x="53690" y="11539"/>
                        </a:cubicBezTo>
                        <a:cubicBezTo>
                          <a:pt x="56704" y="8392"/>
                          <a:pt x="57857" y="3737"/>
                          <a:pt x="56128" y="1742"/>
                        </a:cubicBezTo>
                        <a:cubicBezTo>
                          <a:pt x="52759" y="-2203"/>
                          <a:pt x="38351" y="1432"/>
                          <a:pt x="30992" y="4003"/>
                        </a:cubicBezTo>
                        <a:cubicBezTo>
                          <a:pt x="24653" y="6175"/>
                          <a:pt x="18225" y="9323"/>
                          <a:pt x="12373" y="13179"/>
                        </a:cubicBezTo>
                        <a:cubicBezTo>
                          <a:pt x="7497" y="16416"/>
                          <a:pt x="2798" y="20405"/>
                          <a:pt x="803" y="24440"/>
                        </a:cubicBezTo>
                        <a:cubicBezTo>
                          <a:pt x="-1192" y="28474"/>
                          <a:pt x="581" y="32153"/>
                          <a:pt x="5546" y="3166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11" name="Forme libre : forme 19610">
                    <a:extLst>
                      <a:ext uri="{FF2B5EF4-FFF2-40B4-BE49-F238E27FC236}">
                        <a16:creationId xmlns:a16="http://schemas.microsoft.com/office/drawing/2014/main" id="{AE9D086F-EE0F-40A2-A46D-01007D2125B5}"/>
                      </a:ext>
                    </a:extLst>
                  </p:cNvPr>
                  <p:cNvSpPr/>
                  <p:nvPr/>
                </p:nvSpPr>
                <p:spPr>
                  <a:xfrm>
                    <a:off x="4790801" y="6088192"/>
                    <a:ext cx="21417" cy="14494"/>
                  </a:xfrm>
                  <a:custGeom>
                    <a:avLst/>
                    <a:gdLst>
                      <a:gd name="connsiteX0" fmla="*/ 12197 w 21417"/>
                      <a:gd name="connsiteY0" fmla="*/ 12502 h 14494"/>
                      <a:gd name="connsiteX1" fmla="*/ 21418 w 21417"/>
                      <a:gd name="connsiteY1" fmla="*/ 8999 h 14494"/>
                      <a:gd name="connsiteX2" fmla="*/ 11222 w 21417"/>
                      <a:gd name="connsiteY2" fmla="*/ 2882 h 14494"/>
                      <a:gd name="connsiteX3" fmla="*/ 6922 w 21417"/>
                      <a:gd name="connsiteY3" fmla="*/ 0 h 14494"/>
                      <a:gd name="connsiteX4" fmla="*/ 804 w 21417"/>
                      <a:gd name="connsiteY4" fmla="*/ 7182 h 14494"/>
                      <a:gd name="connsiteX5" fmla="*/ 5503 w 21417"/>
                      <a:gd name="connsiteY5" fmla="*/ 14452 h 14494"/>
                      <a:gd name="connsiteX6" fmla="*/ 12197 w 21417"/>
                      <a:gd name="connsiteY6" fmla="*/ 12502 h 14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417" h="14494">
                        <a:moveTo>
                          <a:pt x="12197" y="12502"/>
                        </a:moveTo>
                        <a:cubicBezTo>
                          <a:pt x="15256" y="11349"/>
                          <a:pt x="18315" y="10152"/>
                          <a:pt x="21418" y="8999"/>
                        </a:cubicBezTo>
                        <a:cubicBezTo>
                          <a:pt x="18004" y="7005"/>
                          <a:pt x="14591" y="4965"/>
                          <a:pt x="11222" y="2882"/>
                        </a:cubicBezTo>
                        <a:cubicBezTo>
                          <a:pt x="9715" y="1951"/>
                          <a:pt x="8252" y="1020"/>
                          <a:pt x="6922" y="0"/>
                        </a:cubicBezTo>
                        <a:cubicBezTo>
                          <a:pt x="4262" y="2261"/>
                          <a:pt x="2045" y="4699"/>
                          <a:pt x="804" y="7182"/>
                        </a:cubicBezTo>
                        <a:cubicBezTo>
                          <a:pt x="-1191" y="11171"/>
                          <a:pt x="582" y="14940"/>
                          <a:pt x="5503" y="14452"/>
                        </a:cubicBezTo>
                        <a:cubicBezTo>
                          <a:pt x="7587" y="14231"/>
                          <a:pt x="9936" y="13388"/>
                          <a:pt x="12197" y="1250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12" name="Forme libre : forme 19611">
                    <a:extLst>
                      <a:ext uri="{FF2B5EF4-FFF2-40B4-BE49-F238E27FC236}">
                        <a16:creationId xmlns:a16="http://schemas.microsoft.com/office/drawing/2014/main" id="{BA146838-FAAE-41FC-9E82-20345981A25A}"/>
                      </a:ext>
                    </a:extLst>
                  </p:cNvPr>
                  <p:cNvSpPr/>
                  <p:nvPr/>
                </p:nvSpPr>
                <p:spPr>
                  <a:xfrm>
                    <a:off x="4797679" y="6070979"/>
                    <a:ext cx="50015" cy="26212"/>
                  </a:xfrm>
                  <a:custGeom>
                    <a:avLst/>
                    <a:gdLst>
                      <a:gd name="connsiteX0" fmla="*/ 14541 w 50015"/>
                      <a:gd name="connsiteY0" fmla="*/ 26213 h 26212"/>
                      <a:gd name="connsiteX1" fmla="*/ 32849 w 50015"/>
                      <a:gd name="connsiteY1" fmla="*/ 19253 h 26212"/>
                      <a:gd name="connsiteX2" fmla="*/ 46769 w 50015"/>
                      <a:gd name="connsiteY2" fmla="*/ 11539 h 26212"/>
                      <a:gd name="connsiteX3" fmla="*/ 49207 w 50015"/>
                      <a:gd name="connsiteY3" fmla="*/ 1742 h 26212"/>
                      <a:gd name="connsiteX4" fmla="*/ 24072 w 50015"/>
                      <a:gd name="connsiteY4" fmla="*/ 4003 h 26212"/>
                      <a:gd name="connsiteX5" fmla="*/ 5453 w 50015"/>
                      <a:gd name="connsiteY5" fmla="*/ 13179 h 26212"/>
                      <a:gd name="connsiteX6" fmla="*/ 0 w 50015"/>
                      <a:gd name="connsiteY6" fmla="*/ 17258 h 26212"/>
                      <a:gd name="connsiteX7" fmla="*/ 4300 w 50015"/>
                      <a:gd name="connsiteY7" fmla="*/ 20140 h 26212"/>
                      <a:gd name="connsiteX8" fmla="*/ 14541 w 50015"/>
                      <a:gd name="connsiteY8" fmla="*/ 26213 h 26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015" h="26212">
                        <a:moveTo>
                          <a:pt x="14541" y="26213"/>
                        </a:moveTo>
                        <a:cubicBezTo>
                          <a:pt x="20658" y="23908"/>
                          <a:pt x="26776" y="21558"/>
                          <a:pt x="32849" y="19253"/>
                        </a:cubicBezTo>
                        <a:cubicBezTo>
                          <a:pt x="37548" y="17480"/>
                          <a:pt x="43267" y="15175"/>
                          <a:pt x="46769" y="11539"/>
                        </a:cubicBezTo>
                        <a:cubicBezTo>
                          <a:pt x="49784" y="8392"/>
                          <a:pt x="50936" y="3737"/>
                          <a:pt x="49207" y="1742"/>
                        </a:cubicBezTo>
                        <a:cubicBezTo>
                          <a:pt x="45838" y="-2203"/>
                          <a:pt x="31431" y="1432"/>
                          <a:pt x="24072" y="4003"/>
                        </a:cubicBezTo>
                        <a:cubicBezTo>
                          <a:pt x="17732" y="6175"/>
                          <a:pt x="11304" y="9323"/>
                          <a:pt x="5453" y="13179"/>
                        </a:cubicBezTo>
                        <a:cubicBezTo>
                          <a:pt x="3546" y="14421"/>
                          <a:pt x="1685" y="15795"/>
                          <a:pt x="0" y="17258"/>
                        </a:cubicBezTo>
                        <a:cubicBezTo>
                          <a:pt x="1330" y="18278"/>
                          <a:pt x="2837" y="19209"/>
                          <a:pt x="4300" y="20140"/>
                        </a:cubicBezTo>
                        <a:cubicBezTo>
                          <a:pt x="7714" y="22179"/>
                          <a:pt x="11083" y="24218"/>
                          <a:pt x="14541" y="2621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13" name="Forme libre : forme 19612">
                    <a:extLst>
                      <a:ext uri="{FF2B5EF4-FFF2-40B4-BE49-F238E27FC236}">
                        <a16:creationId xmlns:a16="http://schemas.microsoft.com/office/drawing/2014/main" id="{E535E1E2-A7C9-4DB1-945E-9A3BC5FBC534}"/>
                      </a:ext>
                    </a:extLst>
                  </p:cNvPr>
                  <p:cNvSpPr/>
                  <p:nvPr/>
                </p:nvSpPr>
                <p:spPr>
                  <a:xfrm>
                    <a:off x="5406032" y="5975048"/>
                    <a:ext cx="39374" cy="27717"/>
                  </a:xfrm>
                  <a:custGeom>
                    <a:avLst/>
                    <a:gdLst>
                      <a:gd name="connsiteX0" fmla="*/ 38568 w 39374"/>
                      <a:gd name="connsiteY0" fmla="*/ 1740 h 27717"/>
                      <a:gd name="connsiteX1" fmla="*/ 23673 w 39374"/>
                      <a:gd name="connsiteY1" fmla="*/ 1119 h 27717"/>
                      <a:gd name="connsiteX2" fmla="*/ 22565 w 39374"/>
                      <a:gd name="connsiteY2" fmla="*/ 6927 h 27717"/>
                      <a:gd name="connsiteX3" fmla="*/ 842 w 39374"/>
                      <a:gd name="connsiteY3" fmla="*/ 27275 h 27717"/>
                      <a:gd name="connsiteX4" fmla="*/ 0 w 39374"/>
                      <a:gd name="connsiteY4" fmla="*/ 27718 h 27717"/>
                      <a:gd name="connsiteX5" fmla="*/ 22165 w 39374"/>
                      <a:gd name="connsiteY5" fmla="*/ 19295 h 27717"/>
                      <a:gd name="connsiteX6" fmla="*/ 36085 w 39374"/>
                      <a:gd name="connsiteY6" fmla="*/ 11581 h 27717"/>
                      <a:gd name="connsiteX7" fmla="*/ 38568 w 39374"/>
                      <a:gd name="connsiteY7" fmla="*/ 1740 h 27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374" h="27717">
                        <a:moveTo>
                          <a:pt x="38568" y="1740"/>
                        </a:moveTo>
                        <a:cubicBezTo>
                          <a:pt x="36484" y="-742"/>
                          <a:pt x="30012" y="-210"/>
                          <a:pt x="23673" y="1119"/>
                        </a:cubicBezTo>
                        <a:cubicBezTo>
                          <a:pt x="23628" y="2715"/>
                          <a:pt x="23318" y="4622"/>
                          <a:pt x="22565" y="6927"/>
                        </a:cubicBezTo>
                        <a:cubicBezTo>
                          <a:pt x="19594" y="16059"/>
                          <a:pt x="11881" y="21556"/>
                          <a:pt x="842" y="27275"/>
                        </a:cubicBezTo>
                        <a:cubicBezTo>
                          <a:pt x="576" y="27408"/>
                          <a:pt x="266" y="27585"/>
                          <a:pt x="0" y="27718"/>
                        </a:cubicBezTo>
                        <a:cubicBezTo>
                          <a:pt x="7403" y="24925"/>
                          <a:pt x="14807" y="22088"/>
                          <a:pt x="22165" y="19295"/>
                        </a:cubicBezTo>
                        <a:cubicBezTo>
                          <a:pt x="26865" y="17522"/>
                          <a:pt x="32583" y="15217"/>
                          <a:pt x="36085" y="11581"/>
                        </a:cubicBezTo>
                        <a:cubicBezTo>
                          <a:pt x="39144" y="8434"/>
                          <a:pt x="40297" y="3780"/>
                          <a:pt x="38568" y="174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14" name="Forme libre : forme 19613">
                    <a:extLst>
                      <a:ext uri="{FF2B5EF4-FFF2-40B4-BE49-F238E27FC236}">
                        <a16:creationId xmlns:a16="http://schemas.microsoft.com/office/drawing/2014/main" id="{E225F2EF-4069-40E6-A3C2-A621048EEAC3}"/>
                      </a:ext>
                    </a:extLst>
                  </p:cNvPr>
                  <p:cNvSpPr/>
                  <p:nvPr/>
                </p:nvSpPr>
                <p:spPr>
                  <a:xfrm>
                    <a:off x="5388427" y="5976168"/>
                    <a:ext cx="41278" cy="30631"/>
                  </a:xfrm>
                  <a:custGeom>
                    <a:avLst/>
                    <a:gdLst>
                      <a:gd name="connsiteX0" fmla="*/ 40170 w 41278"/>
                      <a:gd name="connsiteY0" fmla="*/ 5808 h 30631"/>
                      <a:gd name="connsiteX1" fmla="*/ 41278 w 41278"/>
                      <a:gd name="connsiteY1" fmla="*/ 0 h 30631"/>
                      <a:gd name="connsiteX2" fmla="*/ 30993 w 41278"/>
                      <a:gd name="connsiteY2" fmla="*/ 2882 h 30631"/>
                      <a:gd name="connsiteX3" fmla="*/ 12374 w 41278"/>
                      <a:gd name="connsiteY3" fmla="*/ 12058 h 30631"/>
                      <a:gd name="connsiteX4" fmla="*/ 804 w 41278"/>
                      <a:gd name="connsiteY4" fmla="*/ 23318 h 30631"/>
                      <a:gd name="connsiteX5" fmla="*/ 5503 w 41278"/>
                      <a:gd name="connsiteY5" fmla="*/ 30588 h 30631"/>
                      <a:gd name="connsiteX6" fmla="*/ 12197 w 41278"/>
                      <a:gd name="connsiteY6" fmla="*/ 28638 h 30631"/>
                      <a:gd name="connsiteX7" fmla="*/ 17561 w 41278"/>
                      <a:gd name="connsiteY7" fmla="*/ 26599 h 30631"/>
                      <a:gd name="connsiteX8" fmla="*/ 18403 w 41278"/>
                      <a:gd name="connsiteY8" fmla="*/ 26155 h 30631"/>
                      <a:gd name="connsiteX9" fmla="*/ 40170 w 41278"/>
                      <a:gd name="connsiteY9" fmla="*/ 5808 h 30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1278" h="30631">
                        <a:moveTo>
                          <a:pt x="40170" y="5808"/>
                        </a:moveTo>
                        <a:cubicBezTo>
                          <a:pt x="40923" y="3502"/>
                          <a:pt x="41234" y="1596"/>
                          <a:pt x="41278" y="0"/>
                        </a:cubicBezTo>
                        <a:cubicBezTo>
                          <a:pt x="37510" y="798"/>
                          <a:pt x="33742" y="1906"/>
                          <a:pt x="30993" y="2882"/>
                        </a:cubicBezTo>
                        <a:cubicBezTo>
                          <a:pt x="24654" y="5054"/>
                          <a:pt x="18226" y="8202"/>
                          <a:pt x="12374" y="12058"/>
                        </a:cubicBezTo>
                        <a:cubicBezTo>
                          <a:pt x="7498" y="15295"/>
                          <a:pt x="2799" y="19284"/>
                          <a:pt x="804" y="23318"/>
                        </a:cubicBezTo>
                        <a:cubicBezTo>
                          <a:pt x="-1191" y="27308"/>
                          <a:pt x="582" y="31076"/>
                          <a:pt x="5503" y="30588"/>
                        </a:cubicBezTo>
                        <a:cubicBezTo>
                          <a:pt x="7587" y="30411"/>
                          <a:pt x="9936" y="29525"/>
                          <a:pt x="12197" y="28638"/>
                        </a:cubicBezTo>
                        <a:cubicBezTo>
                          <a:pt x="13970" y="27973"/>
                          <a:pt x="15744" y="27264"/>
                          <a:pt x="17561" y="26599"/>
                        </a:cubicBezTo>
                        <a:cubicBezTo>
                          <a:pt x="17827" y="26466"/>
                          <a:pt x="18137" y="26289"/>
                          <a:pt x="18403" y="26155"/>
                        </a:cubicBezTo>
                        <a:cubicBezTo>
                          <a:pt x="29486" y="20437"/>
                          <a:pt x="37200" y="14940"/>
                          <a:pt x="40170" y="580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15" name="Forme libre : forme 19614">
                    <a:extLst>
                      <a:ext uri="{FF2B5EF4-FFF2-40B4-BE49-F238E27FC236}">
                        <a16:creationId xmlns:a16="http://schemas.microsoft.com/office/drawing/2014/main" id="{607EFE50-1305-4D3C-83CC-94EE52DFE2FF}"/>
                      </a:ext>
                    </a:extLst>
                  </p:cNvPr>
                  <p:cNvSpPr/>
                  <p:nvPr/>
                </p:nvSpPr>
                <p:spPr>
                  <a:xfrm>
                    <a:off x="5491946" y="6013849"/>
                    <a:ext cx="32593" cy="23850"/>
                  </a:xfrm>
                  <a:custGeom>
                    <a:avLst/>
                    <a:gdLst>
                      <a:gd name="connsiteX0" fmla="*/ 29347 w 32593"/>
                      <a:gd name="connsiteY0" fmla="*/ 10196 h 23850"/>
                      <a:gd name="connsiteX1" fmla="*/ 31785 w 32593"/>
                      <a:gd name="connsiteY1" fmla="*/ 399 h 23850"/>
                      <a:gd name="connsiteX2" fmla="*/ 31298 w 32593"/>
                      <a:gd name="connsiteY2" fmla="*/ 0 h 23850"/>
                      <a:gd name="connsiteX3" fmla="*/ 8423 w 32593"/>
                      <a:gd name="connsiteY3" fmla="*/ 17245 h 23850"/>
                      <a:gd name="connsiteX4" fmla="*/ 0 w 32593"/>
                      <a:gd name="connsiteY4" fmla="*/ 23850 h 23850"/>
                      <a:gd name="connsiteX5" fmla="*/ 15427 w 32593"/>
                      <a:gd name="connsiteY5" fmla="*/ 17999 h 23850"/>
                      <a:gd name="connsiteX6" fmla="*/ 29347 w 32593"/>
                      <a:gd name="connsiteY6" fmla="*/ 10196 h 23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93" h="23850">
                        <a:moveTo>
                          <a:pt x="29347" y="10196"/>
                        </a:moveTo>
                        <a:cubicBezTo>
                          <a:pt x="32362" y="7049"/>
                          <a:pt x="33514" y="2394"/>
                          <a:pt x="31785" y="399"/>
                        </a:cubicBezTo>
                        <a:cubicBezTo>
                          <a:pt x="31652" y="222"/>
                          <a:pt x="31475" y="133"/>
                          <a:pt x="31298" y="0"/>
                        </a:cubicBezTo>
                        <a:cubicBezTo>
                          <a:pt x="23673" y="5763"/>
                          <a:pt x="16048" y="11482"/>
                          <a:pt x="8423" y="17245"/>
                        </a:cubicBezTo>
                        <a:cubicBezTo>
                          <a:pt x="5586" y="19373"/>
                          <a:pt x="2704" y="21589"/>
                          <a:pt x="0" y="23850"/>
                        </a:cubicBezTo>
                        <a:cubicBezTo>
                          <a:pt x="5142" y="21900"/>
                          <a:pt x="10285" y="19949"/>
                          <a:pt x="15427" y="17999"/>
                        </a:cubicBezTo>
                        <a:cubicBezTo>
                          <a:pt x="20082" y="16137"/>
                          <a:pt x="25845" y="13876"/>
                          <a:pt x="29347" y="1019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16" name="Forme libre : forme 19615">
                    <a:extLst>
                      <a:ext uri="{FF2B5EF4-FFF2-40B4-BE49-F238E27FC236}">
                        <a16:creationId xmlns:a16="http://schemas.microsoft.com/office/drawing/2014/main" id="{D714680D-E7D5-4940-8718-92852823E62F}"/>
                      </a:ext>
                    </a:extLst>
                  </p:cNvPr>
                  <p:cNvSpPr/>
                  <p:nvPr/>
                </p:nvSpPr>
                <p:spPr>
                  <a:xfrm>
                    <a:off x="5467646" y="6012534"/>
                    <a:ext cx="55641" cy="31724"/>
                  </a:xfrm>
                  <a:custGeom>
                    <a:avLst/>
                    <a:gdLst>
                      <a:gd name="connsiteX0" fmla="*/ 55641 w 55641"/>
                      <a:gd name="connsiteY0" fmla="*/ 1315 h 31724"/>
                      <a:gd name="connsiteX1" fmla="*/ 30993 w 55641"/>
                      <a:gd name="connsiteY1" fmla="*/ 3975 h 31724"/>
                      <a:gd name="connsiteX2" fmla="*/ 12374 w 55641"/>
                      <a:gd name="connsiteY2" fmla="*/ 13151 h 31724"/>
                      <a:gd name="connsiteX3" fmla="*/ 804 w 55641"/>
                      <a:gd name="connsiteY3" fmla="*/ 24411 h 31724"/>
                      <a:gd name="connsiteX4" fmla="*/ 5503 w 55641"/>
                      <a:gd name="connsiteY4" fmla="*/ 31682 h 31724"/>
                      <a:gd name="connsiteX5" fmla="*/ 12197 w 55641"/>
                      <a:gd name="connsiteY5" fmla="*/ 29731 h 31724"/>
                      <a:gd name="connsiteX6" fmla="*/ 24299 w 55641"/>
                      <a:gd name="connsiteY6" fmla="*/ 25120 h 31724"/>
                      <a:gd name="connsiteX7" fmla="*/ 32722 w 55641"/>
                      <a:gd name="connsiteY7" fmla="*/ 18515 h 31724"/>
                      <a:gd name="connsiteX8" fmla="*/ 55641 w 55641"/>
                      <a:gd name="connsiteY8" fmla="*/ 1315 h 31724"/>
                      <a:gd name="connsiteX9" fmla="*/ 31304 w 55641"/>
                      <a:gd name="connsiteY9" fmla="*/ 11511 h 31724"/>
                      <a:gd name="connsiteX10" fmla="*/ 37776 w 55641"/>
                      <a:gd name="connsiteY10" fmla="*/ 7920 h 31724"/>
                      <a:gd name="connsiteX11" fmla="*/ 39594 w 55641"/>
                      <a:gd name="connsiteY11" fmla="*/ 11511 h 31724"/>
                      <a:gd name="connsiteX12" fmla="*/ 33121 w 55641"/>
                      <a:gd name="connsiteY12" fmla="*/ 15101 h 31724"/>
                      <a:gd name="connsiteX13" fmla="*/ 31304 w 55641"/>
                      <a:gd name="connsiteY13" fmla="*/ 11511 h 31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5641" h="31724">
                        <a:moveTo>
                          <a:pt x="55641" y="1315"/>
                        </a:moveTo>
                        <a:cubicBezTo>
                          <a:pt x="51607" y="-1921"/>
                          <a:pt x="38042" y="1536"/>
                          <a:pt x="30993" y="3975"/>
                        </a:cubicBezTo>
                        <a:cubicBezTo>
                          <a:pt x="24654" y="6147"/>
                          <a:pt x="18226" y="9294"/>
                          <a:pt x="12374" y="13151"/>
                        </a:cubicBezTo>
                        <a:cubicBezTo>
                          <a:pt x="7498" y="16387"/>
                          <a:pt x="2799" y="20377"/>
                          <a:pt x="804" y="24411"/>
                        </a:cubicBezTo>
                        <a:cubicBezTo>
                          <a:pt x="-1191" y="28401"/>
                          <a:pt x="582" y="32169"/>
                          <a:pt x="5503" y="31682"/>
                        </a:cubicBezTo>
                        <a:cubicBezTo>
                          <a:pt x="7587" y="31504"/>
                          <a:pt x="9936" y="30617"/>
                          <a:pt x="12197" y="29731"/>
                        </a:cubicBezTo>
                        <a:cubicBezTo>
                          <a:pt x="16231" y="28179"/>
                          <a:pt x="20265" y="26672"/>
                          <a:pt x="24299" y="25120"/>
                        </a:cubicBezTo>
                        <a:cubicBezTo>
                          <a:pt x="27004" y="22859"/>
                          <a:pt x="29885" y="20687"/>
                          <a:pt x="32722" y="18515"/>
                        </a:cubicBezTo>
                        <a:cubicBezTo>
                          <a:pt x="40347" y="12797"/>
                          <a:pt x="48016" y="7033"/>
                          <a:pt x="55641" y="1315"/>
                        </a:cubicBezTo>
                        <a:close/>
                        <a:moveTo>
                          <a:pt x="31304" y="11511"/>
                        </a:moveTo>
                        <a:cubicBezTo>
                          <a:pt x="32589" y="9516"/>
                          <a:pt x="35515" y="7920"/>
                          <a:pt x="37776" y="7920"/>
                        </a:cubicBezTo>
                        <a:cubicBezTo>
                          <a:pt x="40037" y="7920"/>
                          <a:pt x="40879" y="9516"/>
                          <a:pt x="39594" y="11511"/>
                        </a:cubicBezTo>
                        <a:cubicBezTo>
                          <a:pt x="38308" y="13506"/>
                          <a:pt x="35382" y="15101"/>
                          <a:pt x="33121" y="15101"/>
                        </a:cubicBezTo>
                        <a:cubicBezTo>
                          <a:pt x="30816" y="15146"/>
                          <a:pt x="30018" y="13506"/>
                          <a:pt x="31304" y="1151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17" name="Forme libre : forme 19616">
                    <a:extLst>
                      <a:ext uri="{FF2B5EF4-FFF2-40B4-BE49-F238E27FC236}">
                        <a16:creationId xmlns:a16="http://schemas.microsoft.com/office/drawing/2014/main" id="{48567B42-97FF-4721-82D1-E0D52533D147}"/>
                      </a:ext>
                    </a:extLst>
                  </p:cNvPr>
                  <p:cNvSpPr/>
                  <p:nvPr/>
                </p:nvSpPr>
                <p:spPr>
                  <a:xfrm>
                    <a:off x="5799957" y="5985584"/>
                    <a:ext cx="22482" cy="19975"/>
                  </a:xfrm>
                  <a:custGeom>
                    <a:avLst/>
                    <a:gdLst>
                      <a:gd name="connsiteX0" fmla="*/ 21678 w 22482"/>
                      <a:gd name="connsiteY0" fmla="*/ 1755 h 19975"/>
                      <a:gd name="connsiteX1" fmla="*/ 0 w 22482"/>
                      <a:gd name="connsiteY1" fmla="*/ 2908 h 19975"/>
                      <a:gd name="connsiteX2" fmla="*/ 1596 w 22482"/>
                      <a:gd name="connsiteY2" fmla="*/ 4814 h 19975"/>
                      <a:gd name="connsiteX3" fmla="*/ 2128 w 22482"/>
                      <a:gd name="connsiteY3" fmla="*/ 8627 h 19975"/>
                      <a:gd name="connsiteX4" fmla="*/ 5275 w 22482"/>
                      <a:gd name="connsiteY4" fmla="*/ 8139 h 19975"/>
                      <a:gd name="connsiteX5" fmla="*/ 8822 w 22482"/>
                      <a:gd name="connsiteY5" fmla="*/ 15188 h 19975"/>
                      <a:gd name="connsiteX6" fmla="*/ 3546 w 22482"/>
                      <a:gd name="connsiteY6" fmla="*/ 19975 h 19975"/>
                      <a:gd name="connsiteX7" fmla="*/ 5231 w 22482"/>
                      <a:gd name="connsiteY7" fmla="*/ 19354 h 19975"/>
                      <a:gd name="connsiteX8" fmla="*/ 19151 w 22482"/>
                      <a:gd name="connsiteY8" fmla="*/ 11641 h 19975"/>
                      <a:gd name="connsiteX9" fmla="*/ 21678 w 22482"/>
                      <a:gd name="connsiteY9" fmla="*/ 1755 h 19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482" h="19975">
                        <a:moveTo>
                          <a:pt x="21678" y="1755"/>
                        </a:moveTo>
                        <a:cubicBezTo>
                          <a:pt x="18796" y="-1658"/>
                          <a:pt x="7714" y="558"/>
                          <a:pt x="0" y="2908"/>
                        </a:cubicBezTo>
                        <a:cubicBezTo>
                          <a:pt x="665" y="3440"/>
                          <a:pt x="1197" y="4061"/>
                          <a:pt x="1596" y="4814"/>
                        </a:cubicBezTo>
                        <a:cubicBezTo>
                          <a:pt x="2172" y="5967"/>
                          <a:pt x="2261" y="7252"/>
                          <a:pt x="2128" y="8627"/>
                        </a:cubicBezTo>
                        <a:cubicBezTo>
                          <a:pt x="3192" y="8316"/>
                          <a:pt x="4300" y="8139"/>
                          <a:pt x="5275" y="8139"/>
                        </a:cubicBezTo>
                        <a:cubicBezTo>
                          <a:pt x="9753" y="8139"/>
                          <a:pt x="11349" y="11286"/>
                          <a:pt x="8822" y="15188"/>
                        </a:cubicBezTo>
                        <a:cubicBezTo>
                          <a:pt x="7625" y="17050"/>
                          <a:pt x="5719" y="18690"/>
                          <a:pt x="3546" y="19975"/>
                        </a:cubicBezTo>
                        <a:cubicBezTo>
                          <a:pt x="4123" y="19754"/>
                          <a:pt x="4655" y="19532"/>
                          <a:pt x="5231" y="19354"/>
                        </a:cubicBezTo>
                        <a:cubicBezTo>
                          <a:pt x="9930" y="17582"/>
                          <a:pt x="15649" y="15276"/>
                          <a:pt x="19151" y="11641"/>
                        </a:cubicBezTo>
                        <a:cubicBezTo>
                          <a:pt x="22254" y="8449"/>
                          <a:pt x="23407" y="3795"/>
                          <a:pt x="21678" y="175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18" name="Forme libre : forme 19617">
                    <a:extLst>
                      <a:ext uri="{FF2B5EF4-FFF2-40B4-BE49-F238E27FC236}">
                        <a16:creationId xmlns:a16="http://schemas.microsoft.com/office/drawing/2014/main" id="{57AE8403-9110-4A91-AF56-AC6848BC8AA1}"/>
                      </a:ext>
                    </a:extLst>
                  </p:cNvPr>
                  <p:cNvSpPr/>
                  <p:nvPr/>
                </p:nvSpPr>
                <p:spPr>
                  <a:xfrm>
                    <a:off x="5792598" y="6007643"/>
                    <a:ext cx="5541" cy="2127"/>
                  </a:xfrm>
                  <a:custGeom>
                    <a:avLst/>
                    <a:gdLst>
                      <a:gd name="connsiteX0" fmla="*/ 1906 w 5541"/>
                      <a:gd name="connsiteY0" fmla="*/ 0 h 2127"/>
                      <a:gd name="connsiteX1" fmla="*/ 0 w 5541"/>
                      <a:gd name="connsiteY1" fmla="*/ 2128 h 2127"/>
                      <a:gd name="connsiteX2" fmla="*/ 5541 w 5541"/>
                      <a:gd name="connsiteY2" fmla="*/ 0 h 2127"/>
                      <a:gd name="connsiteX3" fmla="*/ 3635 w 5541"/>
                      <a:gd name="connsiteY3" fmla="*/ 177 h 2127"/>
                      <a:gd name="connsiteX4" fmla="*/ 1906 w 5541"/>
                      <a:gd name="connsiteY4" fmla="*/ 0 h 2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1" h="2127">
                        <a:moveTo>
                          <a:pt x="1906" y="0"/>
                        </a:moveTo>
                        <a:cubicBezTo>
                          <a:pt x="1286" y="709"/>
                          <a:pt x="621" y="1418"/>
                          <a:pt x="0" y="2128"/>
                        </a:cubicBezTo>
                        <a:cubicBezTo>
                          <a:pt x="1862" y="1418"/>
                          <a:pt x="3680" y="709"/>
                          <a:pt x="5541" y="0"/>
                        </a:cubicBezTo>
                        <a:cubicBezTo>
                          <a:pt x="4876" y="133"/>
                          <a:pt x="4256" y="177"/>
                          <a:pt x="3635" y="177"/>
                        </a:cubicBezTo>
                        <a:cubicBezTo>
                          <a:pt x="2970" y="177"/>
                          <a:pt x="2394" y="88"/>
                          <a:pt x="1906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19" name="Forme libre : forme 19618">
                    <a:extLst>
                      <a:ext uri="{FF2B5EF4-FFF2-40B4-BE49-F238E27FC236}">
                        <a16:creationId xmlns:a16="http://schemas.microsoft.com/office/drawing/2014/main" id="{DE183463-C7D5-454C-AA2A-ECB676B3F85B}"/>
                      </a:ext>
                    </a:extLst>
                  </p:cNvPr>
                  <p:cNvSpPr/>
                  <p:nvPr/>
                </p:nvSpPr>
                <p:spPr>
                  <a:xfrm>
                    <a:off x="5765551" y="5988492"/>
                    <a:ext cx="36633" cy="28858"/>
                  </a:xfrm>
                  <a:custGeom>
                    <a:avLst/>
                    <a:gdLst>
                      <a:gd name="connsiteX0" fmla="*/ 27092 w 36633"/>
                      <a:gd name="connsiteY0" fmla="*/ 12280 h 28858"/>
                      <a:gd name="connsiteX1" fmla="*/ 36579 w 36633"/>
                      <a:gd name="connsiteY1" fmla="*/ 5719 h 28858"/>
                      <a:gd name="connsiteX2" fmla="*/ 36047 w 36633"/>
                      <a:gd name="connsiteY2" fmla="*/ 1906 h 28858"/>
                      <a:gd name="connsiteX3" fmla="*/ 34451 w 36633"/>
                      <a:gd name="connsiteY3" fmla="*/ 0 h 28858"/>
                      <a:gd name="connsiteX4" fmla="*/ 30993 w 36633"/>
                      <a:gd name="connsiteY4" fmla="*/ 1108 h 28858"/>
                      <a:gd name="connsiteX5" fmla="*/ 12374 w 36633"/>
                      <a:gd name="connsiteY5" fmla="*/ 10285 h 28858"/>
                      <a:gd name="connsiteX6" fmla="*/ 804 w 36633"/>
                      <a:gd name="connsiteY6" fmla="*/ 21545 h 28858"/>
                      <a:gd name="connsiteX7" fmla="*/ 5503 w 36633"/>
                      <a:gd name="connsiteY7" fmla="*/ 28815 h 28858"/>
                      <a:gd name="connsiteX8" fmla="*/ 12197 w 36633"/>
                      <a:gd name="connsiteY8" fmla="*/ 26865 h 28858"/>
                      <a:gd name="connsiteX9" fmla="*/ 27048 w 36633"/>
                      <a:gd name="connsiteY9" fmla="*/ 21235 h 28858"/>
                      <a:gd name="connsiteX10" fmla="*/ 28954 w 36633"/>
                      <a:gd name="connsiteY10" fmla="*/ 19107 h 28858"/>
                      <a:gd name="connsiteX11" fmla="*/ 27092 w 36633"/>
                      <a:gd name="connsiteY11" fmla="*/ 12280 h 28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6633" h="28858">
                        <a:moveTo>
                          <a:pt x="27092" y="12280"/>
                        </a:moveTo>
                        <a:cubicBezTo>
                          <a:pt x="29043" y="9265"/>
                          <a:pt x="32855" y="6694"/>
                          <a:pt x="36579" y="5719"/>
                        </a:cubicBezTo>
                        <a:cubicBezTo>
                          <a:pt x="36712" y="4344"/>
                          <a:pt x="36623" y="3059"/>
                          <a:pt x="36047" y="1906"/>
                        </a:cubicBezTo>
                        <a:cubicBezTo>
                          <a:pt x="35648" y="1153"/>
                          <a:pt x="35116" y="532"/>
                          <a:pt x="34451" y="0"/>
                        </a:cubicBezTo>
                        <a:cubicBezTo>
                          <a:pt x="33210" y="354"/>
                          <a:pt x="32013" y="754"/>
                          <a:pt x="30993" y="1108"/>
                        </a:cubicBezTo>
                        <a:cubicBezTo>
                          <a:pt x="24654" y="3280"/>
                          <a:pt x="18226" y="6428"/>
                          <a:pt x="12374" y="10285"/>
                        </a:cubicBezTo>
                        <a:cubicBezTo>
                          <a:pt x="7498" y="13521"/>
                          <a:pt x="2799" y="17511"/>
                          <a:pt x="804" y="21545"/>
                        </a:cubicBezTo>
                        <a:cubicBezTo>
                          <a:pt x="-1191" y="25579"/>
                          <a:pt x="582" y="29303"/>
                          <a:pt x="5503" y="28815"/>
                        </a:cubicBezTo>
                        <a:cubicBezTo>
                          <a:pt x="7587" y="28638"/>
                          <a:pt x="9936" y="27751"/>
                          <a:pt x="12197" y="26865"/>
                        </a:cubicBezTo>
                        <a:cubicBezTo>
                          <a:pt x="17162" y="25003"/>
                          <a:pt x="22083" y="23096"/>
                          <a:pt x="27048" y="21235"/>
                        </a:cubicBezTo>
                        <a:cubicBezTo>
                          <a:pt x="27713" y="20525"/>
                          <a:pt x="28334" y="19816"/>
                          <a:pt x="28954" y="19107"/>
                        </a:cubicBezTo>
                        <a:cubicBezTo>
                          <a:pt x="25807" y="18442"/>
                          <a:pt x="24920" y="15649"/>
                          <a:pt x="27092" y="1228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20" name="Forme libre : forme 19619">
                    <a:extLst>
                      <a:ext uri="{FF2B5EF4-FFF2-40B4-BE49-F238E27FC236}">
                        <a16:creationId xmlns:a16="http://schemas.microsoft.com/office/drawing/2014/main" id="{111F0185-87BD-4B8B-80EE-05450B59D704}"/>
                      </a:ext>
                    </a:extLst>
                  </p:cNvPr>
                  <p:cNvSpPr/>
                  <p:nvPr/>
                </p:nvSpPr>
                <p:spPr>
                  <a:xfrm>
                    <a:off x="5787944" y="6045089"/>
                    <a:ext cx="50448" cy="18055"/>
                  </a:xfrm>
                  <a:custGeom>
                    <a:avLst/>
                    <a:gdLst>
                      <a:gd name="connsiteX0" fmla="*/ 50449 w 50448"/>
                      <a:gd name="connsiteY0" fmla="*/ 2319 h 18055"/>
                      <a:gd name="connsiteX1" fmla="*/ 50094 w 50448"/>
                      <a:gd name="connsiteY1" fmla="*/ 1742 h 18055"/>
                      <a:gd name="connsiteX2" fmla="*/ 24958 w 50448"/>
                      <a:gd name="connsiteY2" fmla="*/ 4003 h 18055"/>
                      <a:gd name="connsiteX3" fmla="*/ 6339 w 50448"/>
                      <a:gd name="connsiteY3" fmla="*/ 13179 h 18055"/>
                      <a:gd name="connsiteX4" fmla="*/ 0 w 50448"/>
                      <a:gd name="connsiteY4" fmla="*/ 18056 h 18055"/>
                      <a:gd name="connsiteX5" fmla="*/ 2704 w 50448"/>
                      <a:gd name="connsiteY5" fmla="*/ 16903 h 18055"/>
                      <a:gd name="connsiteX6" fmla="*/ 50449 w 50448"/>
                      <a:gd name="connsiteY6" fmla="*/ 2319 h 18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448" h="18055">
                        <a:moveTo>
                          <a:pt x="50449" y="2319"/>
                        </a:moveTo>
                        <a:cubicBezTo>
                          <a:pt x="50360" y="2097"/>
                          <a:pt x="50271" y="1920"/>
                          <a:pt x="50094" y="1742"/>
                        </a:cubicBezTo>
                        <a:cubicBezTo>
                          <a:pt x="46725" y="-2203"/>
                          <a:pt x="32317" y="1432"/>
                          <a:pt x="24958" y="4003"/>
                        </a:cubicBezTo>
                        <a:cubicBezTo>
                          <a:pt x="18619" y="6175"/>
                          <a:pt x="12191" y="9323"/>
                          <a:pt x="6339" y="13179"/>
                        </a:cubicBezTo>
                        <a:cubicBezTo>
                          <a:pt x="4078" y="14687"/>
                          <a:pt x="1906" y="16327"/>
                          <a:pt x="0" y="18056"/>
                        </a:cubicBezTo>
                        <a:cubicBezTo>
                          <a:pt x="887" y="17657"/>
                          <a:pt x="1818" y="17258"/>
                          <a:pt x="2704" y="16903"/>
                        </a:cubicBezTo>
                        <a:cubicBezTo>
                          <a:pt x="16092" y="11318"/>
                          <a:pt x="35420" y="4092"/>
                          <a:pt x="50449" y="231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21" name="Forme libre : forme 19620">
                    <a:extLst>
                      <a:ext uri="{FF2B5EF4-FFF2-40B4-BE49-F238E27FC236}">
                        <a16:creationId xmlns:a16="http://schemas.microsoft.com/office/drawing/2014/main" id="{5398B460-D1B4-4924-9360-B0B16D294407}"/>
                      </a:ext>
                    </a:extLst>
                  </p:cNvPr>
                  <p:cNvSpPr/>
                  <p:nvPr/>
                </p:nvSpPr>
                <p:spPr>
                  <a:xfrm>
                    <a:off x="5781953" y="6047319"/>
                    <a:ext cx="56882" cy="29478"/>
                  </a:xfrm>
                  <a:custGeom>
                    <a:avLst/>
                    <a:gdLst>
                      <a:gd name="connsiteX0" fmla="*/ 804 w 56882"/>
                      <a:gd name="connsiteY0" fmla="*/ 22165 h 29478"/>
                      <a:gd name="connsiteX1" fmla="*/ 5503 w 56882"/>
                      <a:gd name="connsiteY1" fmla="*/ 29436 h 29478"/>
                      <a:gd name="connsiteX2" fmla="*/ 12197 w 56882"/>
                      <a:gd name="connsiteY2" fmla="*/ 27485 h 29478"/>
                      <a:gd name="connsiteX3" fmla="*/ 32412 w 56882"/>
                      <a:gd name="connsiteY3" fmla="*/ 19771 h 29478"/>
                      <a:gd name="connsiteX4" fmla="*/ 33254 w 56882"/>
                      <a:gd name="connsiteY4" fmla="*/ 18042 h 29478"/>
                      <a:gd name="connsiteX5" fmla="*/ 45933 w 56882"/>
                      <a:gd name="connsiteY5" fmla="*/ 10994 h 29478"/>
                      <a:gd name="connsiteX6" fmla="*/ 49745 w 56882"/>
                      <a:gd name="connsiteY6" fmla="*/ 12280 h 29478"/>
                      <a:gd name="connsiteX7" fmla="*/ 53647 w 56882"/>
                      <a:gd name="connsiteY7" fmla="*/ 9221 h 29478"/>
                      <a:gd name="connsiteX8" fmla="*/ 56439 w 56882"/>
                      <a:gd name="connsiteY8" fmla="*/ 0 h 29478"/>
                      <a:gd name="connsiteX9" fmla="*/ 8695 w 56882"/>
                      <a:gd name="connsiteY9" fmla="*/ 14541 h 29478"/>
                      <a:gd name="connsiteX10" fmla="*/ 5991 w 56882"/>
                      <a:gd name="connsiteY10" fmla="*/ 15693 h 29478"/>
                      <a:gd name="connsiteX11" fmla="*/ 804 w 56882"/>
                      <a:gd name="connsiteY11" fmla="*/ 22165 h 29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6882" h="29478">
                        <a:moveTo>
                          <a:pt x="804" y="22165"/>
                        </a:moveTo>
                        <a:cubicBezTo>
                          <a:pt x="-1191" y="26155"/>
                          <a:pt x="582" y="29923"/>
                          <a:pt x="5503" y="29436"/>
                        </a:cubicBezTo>
                        <a:cubicBezTo>
                          <a:pt x="7587" y="29258"/>
                          <a:pt x="9936" y="28372"/>
                          <a:pt x="12197" y="27485"/>
                        </a:cubicBezTo>
                        <a:cubicBezTo>
                          <a:pt x="18935" y="24914"/>
                          <a:pt x="25674" y="22343"/>
                          <a:pt x="32412" y="19771"/>
                        </a:cubicBezTo>
                        <a:cubicBezTo>
                          <a:pt x="32589" y="19239"/>
                          <a:pt x="32855" y="18663"/>
                          <a:pt x="33254" y="18042"/>
                        </a:cubicBezTo>
                        <a:cubicBezTo>
                          <a:pt x="35781" y="14141"/>
                          <a:pt x="41456" y="10994"/>
                          <a:pt x="45933" y="10994"/>
                        </a:cubicBezTo>
                        <a:cubicBezTo>
                          <a:pt x="47662" y="10994"/>
                          <a:pt x="48947" y="11482"/>
                          <a:pt x="49745" y="12280"/>
                        </a:cubicBezTo>
                        <a:cubicBezTo>
                          <a:pt x="51208" y="11393"/>
                          <a:pt x="52538" y="10373"/>
                          <a:pt x="53647" y="9221"/>
                        </a:cubicBezTo>
                        <a:cubicBezTo>
                          <a:pt x="56439" y="6340"/>
                          <a:pt x="57592" y="2217"/>
                          <a:pt x="56439" y="0"/>
                        </a:cubicBezTo>
                        <a:cubicBezTo>
                          <a:pt x="41411" y="1773"/>
                          <a:pt x="22083" y="8999"/>
                          <a:pt x="8695" y="14541"/>
                        </a:cubicBezTo>
                        <a:cubicBezTo>
                          <a:pt x="7808" y="14895"/>
                          <a:pt x="6877" y="15338"/>
                          <a:pt x="5991" y="15693"/>
                        </a:cubicBezTo>
                        <a:cubicBezTo>
                          <a:pt x="3730" y="17866"/>
                          <a:pt x="1868" y="19993"/>
                          <a:pt x="804" y="2216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22" name="Forme libre : forme 19621">
                    <a:extLst>
                      <a:ext uri="{FF2B5EF4-FFF2-40B4-BE49-F238E27FC236}">
                        <a16:creationId xmlns:a16="http://schemas.microsoft.com/office/drawing/2014/main" id="{1D027C5F-C60E-40A3-96B4-3AC07FC775EE}"/>
                      </a:ext>
                    </a:extLst>
                  </p:cNvPr>
                  <p:cNvSpPr/>
                  <p:nvPr/>
                </p:nvSpPr>
                <p:spPr>
                  <a:xfrm>
                    <a:off x="6298769" y="5906377"/>
                    <a:ext cx="23062" cy="21514"/>
                  </a:xfrm>
                  <a:custGeom>
                    <a:avLst/>
                    <a:gdLst>
                      <a:gd name="connsiteX0" fmla="*/ 3635 w 23062"/>
                      <a:gd name="connsiteY0" fmla="*/ 10698 h 21514"/>
                      <a:gd name="connsiteX1" fmla="*/ 4522 w 23062"/>
                      <a:gd name="connsiteY1" fmla="*/ 17215 h 21514"/>
                      <a:gd name="connsiteX2" fmla="*/ 0 w 23062"/>
                      <a:gd name="connsiteY2" fmla="*/ 21515 h 21514"/>
                      <a:gd name="connsiteX3" fmla="*/ 5896 w 23062"/>
                      <a:gd name="connsiteY3" fmla="*/ 19254 h 21514"/>
                      <a:gd name="connsiteX4" fmla="*/ 19816 w 23062"/>
                      <a:gd name="connsiteY4" fmla="*/ 11540 h 21514"/>
                      <a:gd name="connsiteX5" fmla="*/ 22254 w 23062"/>
                      <a:gd name="connsiteY5" fmla="*/ 1743 h 21514"/>
                      <a:gd name="connsiteX6" fmla="*/ 7935 w 23062"/>
                      <a:gd name="connsiteY6" fmla="*/ 990 h 21514"/>
                      <a:gd name="connsiteX7" fmla="*/ 7891 w 23062"/>
                      <a:gd name="connsiteY7" fmla="*/ 1344 h 21514"/>
                      <a:gd name="connsiteX8" fmla="*/ 3635 w 23062"/>
                      <a:gd name="connsiteY8" fmla="*/ 10698 h 21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62" h="21514">
                        <a:moveTo>
                          <a:pt x="3635" y="10698"/>
                        </a:moveTo>
                        <a:cubicBezTo>
                          <a:pt x="5940" y="11718"/>
                          <a:pt x="6428" y="14245"/>
                          <a:pt x="4522" y="17215"/>
                        </a:cubicBezTo>
                        <a:cubicBezTo>
                          <a:pt x="3458" y="18855"/>
                          <a:pt x="1862" y="20318"/>
                          <a:pt x="0" y="21515"/>
                        </a:cubicBezTo>
                        <a:cubicBezTo>
                          <a:pt x="1951" y="20761"/>
                          <a:pt x="3946" y="20008"/>
                          <a:pt x="5896" y="19254"/>
                        </a:cubicBezTo>
                        <a:cubicBezTo>
                          <a:pt x="10595" y="17481"/>
                          <a:pt x="16314" y="15176"/>
                          <a:pt x="19816" y="11540"/>
                        </a:cubicBezTo>
                        <a:cubicBezTo>
                          <a:pt x="22831" y="8393"/>
                          <a:pt x="23983" y="3738"/>
                          <a:pt x="22254" y="1743"/>
                        </a:cubicBezTo>
                        <a:cubicBezTo>
                          <a:pt x="20215" y="-651"/>
                          <a:pt x="14097" y="-251"/>
                          <a:pt x="7935" y="990"/>
                        </a:cubicBezTo>
                        <a:cubicBezTo>
                          <a:pt x="7935" y="1122"/>
                          <a:pt x="7935" y="1211"/>
                          <a:pt x="7891" y="1344"/>
                        </a:cubicBezTo>
                        <a:cubicBezTo>
                          <a:pt x="7359" y="4226"/>
                          <a:pt x="5719" y="7418"/>
                          <a:pt x="3635" y="1069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23" name="Forme libre : forme 19622">
                    <a:extLst>
                      <a:ext uri="{FF2B5EF4-FFF2-40B4-BE49-F238E27FC236}">
                        <a16:creationId xmlns:a16="http://schemas.microsoft.com/office/drawing/2014/main" id="{67F9C80D-3829-4C87-9231-38049BFD1D7B}"/>
                      </a:ext>
                    </a:extLst>
                  </p:cNvPr>
                  <p:cNvSpPr/>
                  <p:nvPr/>
                </p:nvSpPr>
                <p:spPr>
                  <a:xfrm>
                    <a:off x="6291410" y="5930507"/>
                    <a:ext cx="398" cy="176"/>
                  </a:xfrm>
                  <a:custGeom>
                    <a:avLst/>
                    <a:gdLst>
                      <a:gd name="connsiteX0" fmla="*/ 0 w 398"/>
                      <a:gd name="connsiteY0" fmla="*/ 177 h 176"/>
                      <a:gd name="connsiteX1" fmla="*/ 399 w 398"/>
                      <a:gd name="connsiteY1" fmla="*/ 0 h 176"/>
                      <a:gd name="connsiteX2" fmla="*/ 88 w 398"/>
                      <a:gd name="connsiteY2" fmla="*/ 44 h 176"/>
                      <a:gd name="connsiteX3" fmla="*/ 0 w 398"/>
                      <a:gd name="connsiteY3" fmla="*/ 177 h 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8" h="176">
                        <a:moveTo>
                          <a:pt x="0" y="177"/>
                        </a:moveTo>
                        <a:cubicBezTo>
                          <a:pt x="133" y="133"/>
                          <a:pt x="266" y="89"/>
                          <a:pt x="399" y="0"/>
                        </a:cubicBezTo>
                        <a:cubicBezTo>
                          <a:pt x="310" y="0"/>
                          <a:pt x="222" y="0"/>
                          <a:pt x="88" y="44"/>
                        </a:cubicBezTo>
                        <a:cubicBezTo>
                          <a:pt x="88" y="89"/>
                          <a:pt x="44" y="133"/>
                          <a:pt x="0" y="17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24" name="Forme libre : forme 19623">
                    <a:extLst>
                      <a:ext uri="{FF2B5EF4-FFF2-40B4-BE49-F238E27FC236}">
                        <a16:creationId xmlns:a16="http://schemas.microsoft.com/office/drawing/2014/main" id="{90F91B1A-E1F3-43E8-8CB1-2CCFBC647359}"/>
                      </a:ext>
                    </a:extLst>
                  </p:cNvPr>
                  <p:cNvSpPr/>
                  <p:nvPr/>
                </p:nvSpPr>
                <p:spPr>
                  <a:xfrm>
                    <a:off x="6264939" y="5907322"/>
                    <a:ext cx="41810" cy="30764"/>
                  </a:xfrm>
                  <a:custGeom>
                    <a:avLst/>
                    <a:gdLst>
                      <a:gd name="connsiteX0" fmla="*/ 12374 w 41810"/>
                      <a:gd name="connsiteY0" fmla="*/ 12191 h 30764"/>
                      <a:gd name="connsiteX1" fmla="*/ 804 w 41810"/>
                      <a:gd name="connsiteY1" fmla="*/ 23451 h 30764"/>
                      <a:gd name="connsiteX2" fmla="*/ 5503 w 41810"/>
                      <a:gd name="connsiteY2" fmla="*/ 30721 h 30764"/>
                      <a:gd name="connsiteX3" fmla="*/ 12197 w 41810"/>
                      <a:gd name="connsiteY3" fmla="*/ 28771 h 30764"/>
                      <a:gd name="connsiteX4" fmla="*/ 26427 w 41810"/>
                      <a:gd name="connsiteY4" fmla="*/ 23362 h 30764"/>
                      <a:gd name="connsiteX5" fmla="*/ 26560 w 41810"/>
                      <a:gd name="connsiteY5" fmla="*/ 23229 h 30764"/>
                      <a:gd name="connsiteX6" fmla="*/ 25674 w 41810"/>
                      <a:gd name="connsiteY6" fmla="*/ 23318 h 30764"/>
                      <a:gd name="connsiteX7" fmla="*/ 22127 w 41810"/>
                      <a:gd name="connsiteY7" fmla="*/ 16269 h 30764"/>
                      <a:gd name="connsiteX8" fmla="*/ 34806 w 41810"/>
                      <a:gd name="connsiteY8" fmla="*/ 9221 h 30764"/>
                      <a:gd name="connsiteX9" fmla="*/ 37466 w 41810"/>
                      <a:gd name="connsiteY9" fmla="*/ 9708 h 30764"/>
                      <a:gd name="connsiteX10" fmla="*/ 41766 w 41810"/>
                      <a:gd name="connsiteY10" fmla="*/ 354 h 30764"/>
                      <a:gd name="connsiteX11" fmla="*/ 41810 w 41810"/>
                      <a:gd name="connsiteY11" fmla="*/ 0 h 30764"/>
                      <a:gd name="connsiteX12" fmla="*/ 30993 w 41810"/>
                      <a:gd name="connsiteY12" fmla="*/ 2970 h 30764"/>
                      <a:gd name="connsiteX13" fmla="*/ 12374 w 41810"/>
                      <a:gd name="connsiteY13" fmla="*/ 12191 h 30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1810" h="30764">
                        <a:moveTo>
                          <a:pt x="12374" y="12191"/>
                        </a:moveTo>
                        <a:cubicBezTo>
                          <a:pt x="7498" y="15427"/>
                          <a:pt x="2799" y="19417"/>
                          <a:pt x="804" y="23451"/>
                        </a:cubicBezTo>
                        <a:cubicBezTo>
                          <a:pt x="-1191" y="27485"/>
                          <a:pt x="582" y="31209"/>
                          <a:pt x="5503" y="30721"/>
                        </a:cubicBezTo>
                        <a:cubicBezTo>
                          <a:pt x="7587" y="30544"/>
                          <a:pt x="9936" y="29657"/>
                          <a:pt x="12197" y="28771"/>
                        </a:cubicBezTo>
                        <a:cubicBezTo>
                          <a:pt x="16940" y="26953"/>
                          <a:pt x="21684" y="25135"/>
                          <a:pt x="26427" y="23362"/>
                        </a:cubicBezTo>
                        <a:cubicBezTo>
                          <a:pt x="26472" y="23318"/>
                          <a:pt x="26516" y="23274"/>
                          <a:pt x="26560" y="23229"/>
                        </a:cubicBezTo>
                        <a:cubicBezTo>
                          <a:pt x="26250" y="23274"/>
                          <a:pt x="25940" y="23318"/>
                          <a:pt x="25674" y="23318"/>
                        </a:cubicBezTo>
                        <a:cubicBezTo>
                          <a:pt x="21196" y="23318"/>
                          <a:pt x="19600" y="20170"/>
                          <a:pt x="22127" y="16269"/>
                        </a:cubicBezTo>
                        <a:cubicBezTo>
                          <a:pt x="24654" y="12368"/>
                          <a:pt x="30328" y="9221"/>
                          <a:pt x="34806" y="9221"/>
                        </a:cubicBezTo>
                        <a:cubicBezTo>
                          <a:pt x="35870" y="9221"/>
                          <a:pt x="36757" y="9398"/>
                          <a:pt x="37466" y="9708"/>
                        </a:cubicBezTo>
                        <a:cubicBezTo>
                          <a:pt x="39549" y="6428"/>
                          <a:pt x="41190" y="3280"/>
                          <a:pt x="41766" y="354"/>
                        </a:cubicBezTo>
                        <a:cubicBezTo>
                          <a:pt x="41810" y="221"/>
                          <a:pt x="41766" y="133"/>
                          <a:pt x="41810" y="0"/>
                        </a:cubicBezTo>
                        <a:cubicBezTo>
                          <a:pt x="37865" y="798"/>
                          <a:pt x="33875" y="1995"/>
                          <a:pt x="30993" y="2970"/>
                        </a:cubicBezTo>
                        <a:cubicBezTo>
                          <a:pt x="24654" y="5186"/>
                          <a:pt x="18226" y="8334"/>
                          <a:pt x="12374" y="1219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25" name="Forme libre : forme 19624">
                    <a:extLst>
                      <a:ext uri="{FF2B5EF4-FFF2-40B4-BE49-F238E27FC236}">
                        <a16:creationId xmlns:a16="http://schemas.microsoft.com/office/drawing/2014/main" id="{65120BB7-2B24-41D3-A2AD-58014689A2DE}"/>
                      </a:ext>
                    </a:extLst>
                  </p:cNvPr>
                  <p:cNvSpPr/>
                  <p:nvPr/>
                </p:nvSpPr>
                <p:spPr>
                  <a:xfrm>
                    <a:off x="6169057" y="6068864"/>
                    <a:ext cx="9619" cy="5452"/>
                  </a:xfrm>
                  <a:custGeom>
                    <a:avLst/>
                    <a:gdLst>
                      <a:gd name="connsiteX0" fmla="*/ 4743 w 9619"/>
                      <a:gd name="connsiteY0" fmla="*/ 0 h 5452"/>
                      <a:gd name="connsiteX1" fmla="*/ 0 w 9619"/>
                      <a:gd name="connsiteY1" fmla="*/ 5453 h 5452"/>
                      <a:gd name="connsiteX2" fmla="*/ 709 w 9619"/>
                      <a:gd name="connsiteY2" fmla="*/ 5187 h 5452"/>
                      <a:gd name="connsiteX3" fmla="*/ 9620 w 9619"/>
                      <a:gd name="connsiteY3" fmla="*/ 1153 h 5452"/>
                      <a:gd name="connsiteX4" fmla="*/ 8512 w 9619"/>
                      <a:gd name="connsiteY4" fmla="*/ 1241 h 5452"/>
                      <a:gd name="connsiteX5" fmla="*/ 4743 w 9619"/>
                      <a:gd name="connsiteY5" fmla="*/ 0 h 5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619" h="5452">
                        <a:moveTo>
                          <a:pt x="4743" y="0"/>
                        </a:moveTo>
                        <a:cubicBezTo>
                          <a:pt x="3236" y="1818"/>
                          <a:pt x="1640" y="3635"/>
                          <a:pt x="0" y="5453"/>
                        </a:cubicBezTo>
                        <a:cubicBezTo>
                          <a:pt x="222" y="5364"/>
                          <a:pt x="488" y="5276"/>
                          <a:pt x="709" y="5187"/>
                        </a:cubicBezTo>
                        <a:cubicBezTo>
                          <a:pt x="3546" y="4123"/>
                          <a:pt x="6738" y="2793"/>
                          <a:pt x="9620" y="1153"/>
                        </a:cubicBezTo>
                        <a:cubicBezTo>
                          <a:pt x="9265" y="1197"/>
                          <a:pt x="8866" y="1241"/>
                          <a:pt x="8512" y="1241"/>
                        </a:cubicBezTo>
                        <a:cubicBezTo>
                          <a:pt x="6827" y="1241"/>
                          <a:pt x="5541" y="798"/>
                          <a:pt x="4743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26" name="Forme libre : forme 19625">
                    <a:extLst>
                      <a:ext uri="{FF2B5EF4-FFF2-40B4-BE49-F238E27FC236}">
                        <a16:creationId xmlns:a16="http://schemas.microsoft.com/office/drawing/2014/main" id="{748E235E-3FE9-4219-B7B0-657DB8BB114D}"/>
                      </a:ext>
                    </a:extLst>
                  </p:cNvPr>
                  <p:cNvSpPr/>
                  <p:nvPr/>
                </p:nvSpPr>
                <p:spPr>
                  <a:xfrm>
                    <a:off x="6180982" y="6054811"/>
                    <a:ext cx="4699" cy="2571"/>
                  </a:xfrm>
                  <a:custGeom>
                    <a:avLst/>
                    <a:gdLst>
                      <a:gd name="connsiteX0" fmla="*/ 4699 w 4699"/>
                      <a:gd name="connsiteY0" fmla="*/ 1286 h 2571"/>
                      <a:gd name="connsiteX1" fmla="*/ 754 w 4699"/>
                      <a:gd name="connsiteY1" fmla="*/ 0 h 2571"/>
                      <a:gd name="connsiteX2" fmla="*/ 0 w 4699"/>
                      <a:gd name="connsiteY2" fmla="*/ 2572 h 2571"/>
                      <a:gd name="connsiteX3" fmla="*/ 4699 w 4699"/>
                      <a:gd name="connsiteY3" fmla="*/ 1286 h 2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99" h="2571">
                        <a:moveTo>
                          <a:pt x="4699" y="1286"/>
                        </a:moveTo>
                        <a:cubicBezTo>
                          <a:pt x="3813" y="532"/>
                          <a:pt x="2438" y="133"/>
                          <a:pt x="754" y="0"/>
                        </a:cubicBezTo>
                        <a:cubicBezTo>
                          <a:pt x="576" y="843"/>
                          <a:pt x="355" y="1685"/>
                          <a:pt x="0" y="2572"/>
                        </a:cubicBezTo>
                        <a:cubicBezTo>
                          <a:pt x="1552" y="1862"/>
                          <a:pt x="3192" y="1419"/>
                          <a:pt x="4699" y="128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27" name="Forme libre : forme 19626">
                    <a:extLst>
                      <a:ext uri="{FF2B5EF4-FFF2-40B4-BE49-F238E27FC236}">
                        <a16:creationId xmlns:a16="http://schemas.microsoft.com/office/drawing/2014/main" id="{A1E812D8-4B09-40FE-A258-CC878EADFE15}"/>
                      </a:ext>
                    </a:extLst>
                  </p:cNvPr>
                  <p:cNvSpPr/>
                  <p:nvPr/>
                </p:nvSpPr>
                <p:spPr>
                  <a:xfrm>
                    <a:off x="6129995" y="6054750"/>
                    <a:ext cx="51740" cy="31756"/>
                  </a:xfrm>
                  <a:custGeom>
                    <a:avLst/>
                    <a:gdLst>
                      <a:gd name="connsiteX0" fmla="*/ 30993 w 51740"/>
                      <a:gd name="connsiteY0" fmla="*/ 4007 h 31756"/>
                      <a:gd name="connsiteX1" fmla="*/ 12374 w 51740"/>
                      <a:gd name="connsiteY1" fmla="*/ 13184 h 31756"/>
                      <a:gd name="connsiteX2" fmla="*/ 804 w 51740"/>
                      <a:gd name="connsiteY2" fmla="*/ 24443 h 31756"/>
                      <a:gd name="connsiteX3" fmla="*/ 5503 w 51740"/>
                      <a:gd name="connsiteY3" fmla="*/ 31714 h 31756"/>
                      <a:gd name="connsiteX4" fmla="*/ 12197 w 51740"/>
                      <a:gd name="connsiteY4" fmla="*/ 29763 h 31756"/>
                      <a:gd name="connsiteX5" fmla="*/ 39017 w 51740"/>
                      <a:gd name="connsiteY5" fmla="*/ 19567 h 31756"/>
                      <a:gd name="connsiteX6" fmla="*/ 43761 w 51740"/>
                      <a:gd name="connsiteY6" fmla="*/ 14114 h 31756"/>
                      <a:gd name="connsiteX7" fmla="*/ 43982 w 51740"/>
                      <a:gd name="connsiteY7" fmla="*/ 8307 h 31756"/>
                      <a:gd name="connsiteX8" fmla="*/ 50987 w 51740"/>
                      <a:gd name="connsiteY8" fmla="*/ 2633 h 31756"/>
                      <a:gd name="connsiteX9" fmla="*/ 51740 w 51740"/>
                      <a:gd name="connsiteY9" fmla="*/ 61 h 31756"/>
                      <a:gd name="connsiteX10" fmla="*/ 30993 w 51740"/>
                      <a:gd name="connsiteY10" fmla="*/ 4007 h 3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1740" h="31756">
                        <a:moveTo>
                          <a:pt x="30993" y="4007"/>
                        </a:moveTo>
                        <a:cubicBezTo>
                          <a:pt x="24654" y="6179"/>
                          <a:pt x="18226" y="9327"/>
                          <a:pt x="12374" y="13184"/>
                        </a:cubicBezTo>
                        <a:cubicBezTo>
                          <a:pt x="7498" y="16420"/>
                          <a:pt x="2799" y="20410"/>
                          <a:pt x="804" y="24443"/>
                        </a:cubicBezTo>
                        <a:cubicBezTo>
                          <a:pt x="-1191" y="28433"/>
                          <a:pt x="582" y="32201"/>
                          <a:pt x="5503" y="31714"/>
                        </a:cubicBezTo>
                        <a:cubicBezTo>
                          <a:pt x="7587" y="31537"/>
                          <a:pt x="9936" y="30650"/>
                          <a:pt x="12197" y="29763"/>
                        </a:cubicBezTo>
                        <a:cubicBezTo>
                          <a:pt x="21152" y="26350"/>
                          <a:pt x="30062" y="22936"/>
                          <a:pt x="39017" y="19567"/>
                        </a:cubicBezTo>
                        <a:cubicBezTo>
                          <a:pt x="40658" y="17794"/>
                          <a:pt x="42254" y="15976"/>
                          <a:pt x="43761" y="14114"/>
                        </a:cubicBezTo>
                        <a:cubicBezTo>
                          <a:pt x="42431" y="12829"/>
                          <a:pt x="42386" y="10701"/>
                          <a:pt x="43982" y="8307"/>
                        </a:cubicBezTo>
                        <a:cubicBezTo>
                          <a:pt x="45490" y="5958"/>
                          <a:pt x="48150" y="3918"/>
                          <a:pt x="50987" y="2633"/>
                        </a:cubicBezTo>
                        <a:cubicBezTo>
                          <a:pt x="51297" y="1746"/>
                          <a:pt x="51563" y="859"/>
                          <a:pt x="51740" y="61"/>
                        </a:cubicBezTo>
                        <a:cubicBezTo>
                          <a:pt x="45933" y="-426"/>
                          <a:pt x="36490" y="2101"/>
                          <a:pt x="30993" y="400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28" name="Forme libre : forme 19627">
                    <a:extLst>
                      <a:ext uri="{FF2B5EF4-FFF2-40B4-BE49-F238E27FC236}">
                        <a16:creationId xmlns:a16="http://schemas.microsoft.com/office/drawing/2014/main" id="{7D2BF52C-F523-467E-9667-A40CB43E283B}"/>
                      </a:ext>
                    </a:extLst>
                  </p:cNvPr>
                  <p:cNvSpPr/>
                  <p:nvPr/>
                </p:nvSpPr>
                <p:spPr>
                  <a:xfrm>
                    <a:off x="6409369" y="5935029"/>
                    <a:ext cx="19910" cy="12942"/>
                  </a:xfrm>
                  <a:custGeom>
                    <a:avLst/>
                    <a:gdLst>
                      <a:gd name="connsiteX0" fmla="*/ 5237 w 19910"/>
                      <a:gd name="connsiteY0" fmla="*/ 0 h 12942"/>
                      <a:gd name="connsiteX1" fmla="*/ 804 w 19910"/>
                      <a:gd name="connsiteY1" fmla="*/ 5630 h 12942"/>
                      <a:gd name="connsiteX2" fmla="*/ 5503 w 19910"/>
                      <a:gd name="connsiteY2" fmla="*/ 12900 h 12942"/>
                      <a:gd name="connsiteX3" fmla="*/ 12197 w 19910"/>
                      <a:gd name="connsiteY3" fmla="*/ 10950 h 12942"/>
                      <a:gd name="connsiteX4" fmla="*/ 19911 w 19910"/>
                      <a:gd name="connsiteY4" fmla="*/ 8024 h 12942"/>
                      <a:gd name="connsiteX5" fmla="*/ 11710 w 19910"/>
                      <a:gd name="connsiteY5" fmla="*/ 2039 h 12942"/>
                      <a:gd name="connsiteX6" fmla="*/ 5237 w 19910"/>
                      <a:gd name="connsiteY6" fmla="*/ 0 h 12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910" h="12942">
                        <a:moveTo>
                          <a:pt x="5237" y="0"/>
                        </a:moveTo>
                        <a:cubicBezTo>
                          <a:pt x="3331" y="1817"/>
                          <a:pt x="1779" y="3724"/>
                          <a:pt x="804" y="5630"/>
                        </a:cubicBezTo>
                        <a:cubicBezTo>
                          <a:pt x="-1191" y="9619"/>
                          <a:pt x="582" y="13387"/>
                          <a:pt x="5503" y="12900"/>
                        </a:cubicBezTo>
                        <a:cubicBezTo>
                          <a:pt x="7587" y="12723"/>
                          <a:pt x="9936" y="11836"/>
                          <a:pt x="12197" y="10950"/>
                        </a:cubicBezTo>
                        <a:cubicBezTo>
                          <a:pt x="14768" y="9974"/>
                          <a:pt x="17339" y="8999"/>
                          <a:pt x="19911" y="8024"/>
                        </a:cubicBezTo>
                        <a:cubicBezTo>
                          <a:pt x="17073" y="6162"/>
                          <a:pt x="14857" y="3635"/>
                          <a:pt x="11710" y="2039"/>
                        </a:cubicBezTo>
                        <a:cubicBezTo>
                          <a:pt x="9847" y="1064"/>
                          <a:pt x="7587" y="488"/>
                          <a:pt x="5237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29" name="Forme libre : forme 19628">
                    <a:extLst>
                      <a:ext uri="{FF2B5EF4-FFF2-40B4-BE49-F238E27FC236}">
                        <a16:creationId xmlns:a16="http://schemas.microsoft.com/office/drawing/2014/main" id="{369CB7A2-39FB-4081-ACE3-0818A3D2F8FF}"/>
                      </a:ext>
                    </a:extLst>
                  </p:cNvPr>
                  <p:cNvSpPr/>
                  <p:nvPr/>
                </p:nvSpPr>
                <p:spPr>
                  <a:xfrm>
                    <a:off x="6414562" y="5916263"/>
                    <a:ext cx="51699" cy="26789"/>
                  </a:xfrm>
                  <a:custGeom>
                    <a:avLst/>
                    <a:gdLst>
                      <a:gd name="connsiteX0" fmla="*/ 48454 w 51699"/>
                      <a:gd name="connsiteY0" fmla="*/ 11540 h 26789"/>
                      <a:gd name="connsiteX1" fmla="*/ 50892 w 51699"/>
                      <a:gd name="connsiteY1" fmla="*/ 1742 h 26789"/>
                      <a:gd name="connsiteX2" fmla="*/ 25756 w 51699"/>
                      <a:gd name="connsiteY2" fmla="*/ 4003 h 26789"/>
                      <a:gd name="connsiteX3" fmla="*/ 7137 w 51699"/>
                      <a:gd name="connsiteY3" fmla="*/ 13180 h 26789"/>
                      <a:gd name="connsiteX4" fmla="*/ 0 w 51699"/>
                      <a:gd name="connsiteY4" fmla="*/ 18766 h 26789"/>
                      <a:gd name="connsiteX5" fmla="*/ 6472 w 51699"/>
                      <a:gd name="connsiteY5" fmla="*/ 20805 h 26789"/>
                      <a:gd name="connsiteX6" fmla="*/ 14674 w 51699"/>
                      <a:gd name="connsiteY6" fmla="*/ 26789 h 26789"/>
                      <a:gd name="connsiteX7" fmla="*/ 34490 w 51699"/>
                      <a:gd name="connsiteY7" fmla="*/ 19253 h 26789"/>
                      <a:gd name="connsiteX8" fmla="*/ 48454 w 51699"/>
                      <a:gd name="connsiteY8" fmla="*/ 11540 h 26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699" h="26789">
                        <a:moveTo>
                          <a:pt x="48454" y="11540"/>
                        </a:moveTo>
                        <a:cubicBezTo>
                          <a:pt x="51468" y="8392"/>
                          <a:pt x="52621" y="3737"/>
                          <a:pt x="50892" y="1742"/>
                        </a:cubicBezTo>
                        <a:cubicBezTo>
                          <a:pt x="47523" y="-2203"/>
                          <a:pt x="33115" y="1432"/>
                          <a:pt x="25756" y="4003"/>
                        </a:cubicBezTo>
                        <a:cubicBezTo>
                          <a:pt x="19417" y="6175"/>
                          <a:pt x="12989" y="9323"/>
                          <a:pt x="7137" y="13180"/>
                        </a:cubicBezTo>
                        <a:cubicBezTo>
                          <a:pt x="4566" y="14865"/>
                          <a:pt x="2084" y="16770"/>
                          <a:pt x="0" y="18766"/>
                        </a:cubicBezTo>
                        <a:cubicBezTo>
                          <a:pt x="2394" y="19253"/>
                          <a:pt x="4611" y="19874"/>
                          <a:pt x="6472" y="20805"/>
                        </a:cubicBezTo>
                        <a:cubicBezTo>
                          <a:pt x="9620" y="22445"/>
                          <a:pt x="11837" y="24972"/>
                          <a:pt x="14674" y="26789"/>
                        </a:cubicBezTo>
                        <a:cubicBezTo>
                          <a:pt x="21279" y="24263"/>
                          <a:pt x="27884" y="21780"/>
                          <a:pt x="34490" y="19253"/>
                        </a:cubicBezTo>
                        <a:cubicBezTo>
                          <a:pt x="39233" y="17480"/>
                          <a:pt x="44952" y="15175"/>
                          <a:pt x="48454" y="1154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30" name="Forme libre : forme 19629">
                    <a:extLst>
                      <a:ext uri="{FF2B5EF4-FFF2-40B4-BE49-F238E27FC236}">
                        <a16:creationId xmlns:a16="http://schemas.microsoft.com/office/drawing/2014/main" id="{45A18437-44A2-488E-B485-D0DB0D6B289E}"/>
                      </a:ext>
                    </a:extLst>
                  </p:cNvPr>
                  <p:cNvSpPr/>
                  <p:nvPr/>
                </p:nvSpPr>
                <p:spPr>
                  <a:xfrm>
                    <a:off x="6559701" y="5919203"/>
                    <a:ext cx="32273" cy="20082"/>
                  </a:xfrm>
                  <a:custGeom>
                    <a:avLst/>
                    <a:gdLst>
                      <a:gd name="connsiteX0" fmla="*/ 4079 w 32273"/>
                      <a:gd name="connsiteY0" fmla="*/ 15871 h 20082"/>
                      <a:gd name="connsiteX1" fmla="*/ 0 w 32273"/>
                      <a:gd name="connsiteY1" fmla="*/ 20082 h 20082"/>
                      <a:gd name="connsiteX2" fmla="*/ 15117 w 32273"/>
                      <a:gd name="connsiteY2" fmla="*/ 14319 h 20082"/>
                      <a:gd name="connsiteX3" fmla="*/ 29037 w 32273"/>
                      <a:gd name="connsiteY3" fmla="*/ 6605 h 20082"/>
                      <a:gd name="connsiteX4" fmla="*/ 32273 w 32273"/>
                      <a:gd name="connsiteY4" fmla="*/ 0 h 20082"/>
                      <a:gd name="connsiteX5" fmla="*/ 21678 w 32273"/>
                      <a:gd name="connsiteY5" fmla="*/ 4744 h 20082"/>
                      <a:gd name="connsiteX6" fmla="*/ 4079 w 32273"/>
                      <a:gd name="connsiteY6" fmla="*/ 15871 h 20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273" h="20082">
                        <a:moveTo>
                          <a:pt x="4079" y="15871"/>
                        </a:moveTo>
                        <a:cubicBezTo>
                          <a:pt x="2571" y="17245"/>
                          <a:pt x="1241" y="18663"/>
                          <a:pt x="0" y="20082"/>
                        </a:cubicBezTo>
                        <a:cubicBezTo>
                          <a:pt x="5054" y="18176"/>
                          <a:pt x="10063" y="16270"/>
                          <a:pt x="15117" y="14319"/>
                        </a:cubicBezTo>
                        <a:cubicBezTo>
                          <a:pt x="19816" y="12546"/>
                          <a:pt x="25535" y="10241"/>
                          <a:pt x="29037" y="6605"/>
                        </a:cubicBezTo>
                        <a:cubicBezTo>
                          <a:pt x="30899" y="4655"/>
                          <a:pt x="32051" y="2128"/>
                          <a:pt x="32273" y="0"/>
                        </a:cubicBezTo>
                        <a:cubicBezTo>
                          <a:pt x="28594" y="1551"/>
                          <a:pt x="25003" y="3103"/>
                          <a:pt x="21678" y="4744"/>
                        </a:cubicBezTo>
                        <a:cubicBezTo>
                          <a:pt x="15427" y="7935"/>
                          <a:pt x="9044" y="11393"/>
                          <a:pt x="4079" y="1587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31" name="Forme libre : forme 19630">
                    <a:extLst>
                      <a:ext uri="{FF2B5EF4-FFF2-40B4-BE49-F238E27FC236}">
                        <a16:creationId xmlns:a16="http://schemas.microsoft.com/office/drawing/2014/main" id="{F893B507-E5A5-481A-8794-2A4908CA3B37}"/>
                      </a:ext>
                    </a:extLst>
                  </p:cNvPr>
                  <p:cNvSpPr/>
                  <p:nvPr/>
                </p:nvSpPr>
                <p:spPr>
                  <a:xfrm>
                    <a:off x="6535092" y="5914269"/>
                    <a:ext cx="56916" cy="31753"/>
                  </a:xfrm>
                  <a:custGeom>
                    <a:avLst/>
                    <a:gdLst>
                      <a:gd name="connsiteX0" fmla="*/ 56129 w 56916"/>
                      <a:gd name="connsiteY0" fmla="*/ 1742 h 31753"/>
                      <a:gd name="connsiteX1" fmla="*/ 30993 w 56916"/>
                      <a:gd name="connsiteY1" fmla="*/ 4003 h 31753"/>
                      <a:gd name="connsiteX2" fmla="*/ 12374 w 56916"/>
                      <a:gd name="connsiteY2" fmla="*/ 13179 h 31753"/>
                      <a:gd name="connsiteX3" fmla="*/ 804 w 56916"/>
                      <a:gd name="connsiteY3" fmla="*/ 24440 h 31753"/>
                      <a:gd name="connsiteX4" fmla="*/ 5503 w 56916"/>
                      <a:gd name="connsiteY4" fmla="*/ 31710 h 31753"/>
                      <a:gd name="connsiteX5" fmla="*/ 12197 w 56916"/>
                      <a:gd name="connsiteY5" fmla="*/ 29759 h 31753"/>
                      <a:gd name="connsiteX6" fmla="*/ 24610 w 56916"/>
                      <a:gd name="connsiteY6" fmla="*/ 25016 h 31753"/>
                      <a:gd name="connsiteX7" fmla="*/ 28688 w 56916"/>
                      <a:gd name="connsiteY7" fmla="*/ 20805 h 31753"/>
                      <a:gd name="connsiteX8" fmla="*/ 46288 w 56916"/>
                      <a:gd name="connsiteY8" fmla="*/ 9722 h 31753"/>
                      <a:gd name="connsiteX9" fmla="*/ 56883 w 56916"/>
                      <a:gd name="connsiteY9" fmla="*/ 4978 h 31753"/>
                      <a:gd name="connsiteX10" fmla="*/ 56129 w 56916"/>
                      <a:gd name="connsiteY10" fmla="*/ 1742 h 31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6916" h="31753">
                        <a:moveTo>
                          <a:pt x="56129" y="1742"/>
                        </a:moveTo>
                        <a:cubicBezTo>
                          <a:pt x="52760" y="-2203"/>
                          <a:pt x="38352" y="1432"/>
                          <a:pt x="30993" y="4003"/>
                        </a:cubicBezTo>
                        <a:cubicBezTo>
                          <a:pt x="24654" y="6175"/>
                          <a:pt x="18226" y="9323"/>
                          <a:pt x="12374" y="13179"/>
                        </a:cubicBezTo>
                        <a:cubicBezTo>
                          <a:pt x="7498" y="16416"/>
                          <a:pt x="2799" y="20405"/>
                          <a:pt x="804" y="24440"/>
                        </a:cubicBezTo>
                        <a:cubicBezTo>
                          <a:pt x="-1191" y="28474"/>
                          <a:pt x="582" y="32198"/>
                          <a:pt x="5503" y="31710"/>
                        </a:cubicBezTo>
                        <a:cubicBezTo>
                          <a:pt x="7587" y="31533"/>
                          <a:pt x="9936" y="30646"/>
                          <a:pt x="12197" y="29759"/>
                        </a:cubicBezTo>
                        <a:cubicBezTo>
                          <a:pt x="16320" y="28163"/>
                          <a:pt x="20487" y="26612"/>
                          <a:pt x="24610" y="25016"/>
                        </a:cubicBezTo>
                        <a:cubicBezTo>
                          <a:pt x="25807" y="23597"/>
                          <a:pt x="27136" y="22179"/>
                          <a:pt x="28688" y="20805"/>
                        </a:cubicBezTo>
                        <a:cubicBezTo>
                          <a:pt x="33653" y="16327"/>
                          <a:pt x="40037" y="12869"/>
                          <a:pt x="46288" y="9722"/>
                        </a:cubicBezTo>
                        <a:cubicBezTo>
                          <a:pt x="49612" y="8037"/>
                          <a:pt x="53203" y="6485"/>
                          <a:pt x="56883" y="4978"/>
                        </a:cubicBezTo>
                        <a:cubicBezTo>
                          <a:pt x="57016" y="3648"/>
                          <a:pt x="56750" y="2496"/>
                          <a:pt x="56129" y="174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32" name="Forme libre : forme 19631">
                    <a:extLst>
                      <a:ext uri="{FF2B5EF4-FFF2-40B4-BE49-F238E27FC236}">
                        <a16:creationId xmlns:a16="http://schemas.microsoft.com/office/drawing/2014/main" id="{EA0A3878-D903-4F14-BE2A-0E6D7EDF8215}"/>
                      </a:ext>
                    </a:extLst>
                  </p:cNvPr>
                  <p:cNvSpPr/>
                  <p:nvPr/>
                </p:nvSpPr>
                <p:spPr>
                  <a:xfrm>
                    <a:off x="6780824" y="5964352"/>
                    <a:ext cx="44030" cy="29503"/>
                  </a:xfrm>
                  <a:custGeom>
                    <a:avLst/>
                    <a:gdLst>
                      <a:gd name="connsiteX0" fmla="*/ 17466 w 44030"/>
                      <a:gd name="connsiteY0" fmla="*/ 14963 h 29503"/>
                      <a:gd name="connsiteX1" fmla="*/ 0 w 44030"/>
                      <a:gd name="connsiteY1" fmla="*/ 29503 h 29503"/>
                      <a:gd name="connsiteX2" fmla="*/ 26865 w 44030"/>
                      <a:gd name="connsiteY2" fmla="*/ 19263 h 29503"/>
                      <a:gd name="connsiteX3" fmla="*/ 40785 w 44030"/>
                      <a:gd name="connsiteY3" fmla="*/ 11550 h 29503"/>
                      <a:gd name="connsiteX4" fmla="*/ 43223 w 44030"/>
                      <a:gd name="connsiteY4" fmla="*/ 1753 h 29503"/>
                      <a:gd name="connsiteX5" fmla="*/ 30500 w 44030"/>
                      <a:gd name="connsiteY5" fmla="*/ 688 h 29503"/>
                      <a:gd name="connsiteX6" fmla="*/ 17466 w 44030"/>
                      <a:gd name="connsiteY6" fmla="*/ 14963 h 29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030" h="29503">
                        <a:moveTo>
                          <a:pt x="17466" y="14963"/>
                        </a:moveTo>
                        <a:cubicBezTo>
                          <a:pt x="12812" y="18909"/>
                          <a:pt x="6561" y="24450"/>
                          <a:pt x="0" y="29503"/>
                        </a:cubicBezTo>
                        <a:cubicBezTo>
                          <a:pt x="8955" y="26090"/>
                          <a:pt x="17910" y="22677"/>
                          <a:pt x="26865" y="19263"/>
                        </a:cubicBezTo>
                        <a:cubicBezTo>
                          <a:pt x="31564" y="17490"/>
                          <a:pt x="37282" y="15185"/>
                          <a:pt x="40785" y="11550"/>
                        </a:cubicBezTo>
                        <a:cubicBezTo>
                          <a:pt x="43799" y="8402"/>
                          <a:pt x="44952" y="3747"/>
                          <a:pt x="43223" y="1753"/>
                        </a:cubicBezTo>
                        <a:cubicBezTo>
                          <a:pt x="41361" y="-464"/>
                          <a:pt x="36085" y="-287"/>
                          <a:pt x="30500" y="688"/>
                        </a:cubicBezTo>
                        <a:cubicBezTo>
                          <a:pt x="27618" y="5610"/>
                          <a:pt x="22697" y="10530"/>
                          <a:pt x="17466" y="1496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33" name="Forme libre : forme 19632">
                    <a:extLst>
                      <a:ext uri="{FF2B5EF4-FFF2-40B4-BE49-F238E27FC236}">
                        <a16:creationId xmlns:a16="http://schemas.microsoft.com/office/drawing/2014/main" id="{3648BEF5-50A4-43D5-A550-54A194748126}"/>
                      </a:ext>
                    </a:extLst>
                  </p:cNvPr>
                  <p:cNvSpPr/>
                  <p:nvPr/>
                </p:nvSpPr>
                <p:spPr>
                  <a:xfrm>
                    <a:off x="6767918" y="5965041"/>
                    <a:ext cx="43405" cy="31074"/>
                  </a:xfrm>
                  <a:custGeom>
                    <a:avLst/>
                    <a:gdLst>
                      <a:gd name="connsiteX0" fmla="*/ 12374 w 43405"/>
                      <a:gd name="connsiteY0" fmla="*/ 12502 h 31074"/>
                      <a:gd name="connsiteX1" fmla="*/ 804 w 43405"/>
                      <a:gd name="connsiteY1" fmla="*/ 23762 h 31074"/>
                      <a:gd name="connsiteX2" fmla="*/ 5503 w 43405"/>
                      <a:gd name="connsiteY2" fmla="*/ 31032 h 31074"/>
                      <a:gd name="connsiteX3" fmla="*/ 12197 w 43405"/>
                      <a:gd name="connsiteY3" fmla="*/ 29081 h 31074"/>
                      <a:gd name="connsiteX4" fmla="*/ 12862 w 43405"/>
                      <a:gd name="connsiteY4" fmla="*/ 28815 h 31074"/>
                      <a:gd name="connsiteX5" fmla="*/ 30328 w 43405"/>
                      <a:gd name="connsiteY5" fmla="*/ 14275 h 31074"/>
                      <a:gd name="connsiteX6" fmla="*/ 43406 w 43405"/>
                      <a:gd name="connsiteY6" fmla="*/ 0 h 31074"/>
                      <a:gd name="connsiteX7" fmla="*/ 30949 w 43405"/>
                      <a:gd name="connsiteY7" fmla="*/ 3281 h 31074"/>
                      <a:gd name="connsiteX8" fmla="*/ 12374 w 43405"/>
                      <a:gd name="connsiteY8" fmla="*/ 12502 h 31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405" h="31074">
                        <a:moveTo>
                          <a:pt x="12374" y="12502"/>
                        </a:moveTo>
                        <a:cubicBezTo>
                          <a:pt x="7498" y="15738"/>
                          <a:pt x="2799" y="19728"/>
                          <a:pt x="804" y="23762"/>
                        </a:cubicBezTo>
                        <a:cubicBezTo>
                          <a:pt x="-1191" y="27796"/>
                          <a:pt x="582" y="31520"/>
                          <a:pt x="5503" y="31032"/>
                        </a:cubicBezTo>
                        <a:cubicBezTo>
                          <a:pt x="7587" y="30855"/>
                          <a:pt x="9936" y="29968"/>
                          <a:pt x="12197" y="29081"/>
                        </a:cubicBezTo>
                        <a:cubicBezTo>
                          <a:pt x="12419" y="28993"/>
                          <a:pt x="12640" y="28904"/>
                          <a:pt x="12862" y="28815"/>
                        </a:cubicBezTo>
                        <a:cubicBezTo>
                          <a:pt x="19423" y="23762"/>
                          <a:pt x="25674" y="18221"/>
                          <a:pt x="30328" y="14275"/>
                        </a:cubicBezTo>
                        <a:cubicBezTo>
                          <a:pt x="35560" y="9842"/>
                          <a:pt x="40480" y="4877"/>
                          <a:pt x="43406" y="0"/>
                        </a:cubicBezTo>
                        <a:cubicBezTo>
                          <a:pt x="38929" y="798"/>
                          <a:pt x="34274" y="2173"/>
                          <a:pt x="30949" y="3281"/>
                        </a:cubicBezTo>
                        <a:cubicBezTo>
                          <a:pt x="24654" y="5498"/>
                          <a:pt x="18226" y="8600"/>
                          <a:pt x="12374" y="1250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34" name="Forme libre : forme 19633">
                    <a:extLst>
                      <a:ext uri="{FF2B5EF4-FFF2-40B4-BE49-F238E27FC236}">
                        <a16:creationId xmlns:a16="http://schemas.microsoft.com/office/drawing/2014/main" id="{B268376A-BDA4-459A-B1E0-CE7820C23B96}"/>
                      </a:ext>
                    </a:extLst>
                  </p:cNvPr>
                  <p:cNvSpPr/>
                  <p:nvPr/>
                </p:nvSpPr>
                <p:spPr>
                  <a:xfrm>
                    <a:off x="7058735" y="5966756"/>
                    <a:ext cx="50325" cy="31532"/>
                  </a:xfrm>
                  <a:custGeom>
                    <a:avLst/>
                    <a:gdLst>
                      <a:gd name="connsiteX0" fmla="*/ 16536 w 50325"/>
                      <a:gd name="connsiteY0" fmla="*/ 18809 h 31532"/>
                      <a:gd name="connsiteX1" fmla="*/ 0 w 50325"/>
                      <a:gd name="connsiteY1" fmla="*/ 31532 h 31532"/>
                      <a:gd name="connsiteX2" fmla="*/ 5630 w 50325"/>
                      <a:gd name="connsiteY2" fmla="*/ 29760 h 31532"/>
                      <a:gd name="connsiteX3" fmla="*/ 33160 w 50325"/>
                      <a:gd name="connsiteY3" fmla="*/ 19298 h 31532"/>
                      <a:gd name="connsiteX4" fmla="*/ 35110 w 50325"/>
                      <a:gd name="connsiteY4" fmla="*/ 18544 h 31532"/>
                      <a:gd name="connsiteX5" fmla="*/ 34312 w 50325"/>
                      <a:gd name="connsiteY5" fmla="*/ 18588 h 31532"/>
                      <a:gd name="connsiteX6" fmla="*/ 30766 w 50325"/>
                      <a:gd name="connsiteY6" fmla="*/ 11540 h 31532"/>
                      <a:gd name="connsiteX7" fmla="*/ 43444 w 50325"/>
                      <a:gd name="connsiteY7" fmla="*/ 4491 h 31532"/>
                      <a:gd name="connsiteX8" fmla="*/ 46991 w 50325"/>
                      <a:gd name="connsiteY8" fmla="*/ 11540 h 31532"/>
                      <a:gd name="connsiteX9" fmla="*/ 46725 w 50325"/>
                      <a:gd name="connsiteY9" fmla="*/ 11850 h 31532"/>
                      <a:gd name="connsiteX10" fmla="*/ 47079 w 50325"/>
                      <a:gd name="connsiteY10" fmla="*/ 11540 h 31532"/>
                      <a:gd name="connsiteX11" fmla="*/ 49518 w 50325"/>
                      <a:gd name="connsiteY11" fmla="*/ 1742 h 31532"/>
                      <a:gd name="connsiteX12" fmla="*/ 32539 w 50325"/>
                      <a:gd name="connsiteY12" fmla="*/ 1609 h 31532"/>
                      <a:gd name="connsiteX13" fmla="*/ 25668 w 50325"/>
                      <a:gd name="connsiteY13" fmla="*/ 6530 h 31532"/>
                      <a:gd name="connsiteX14" fmla="*/ 16536 w 50325"/>
                      <a:gd name="connsiteY14" fmla="*/ 18809 h 31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0325" h="31532">
                        <a:moveTo>
                          <a:pt x="16536" y="18809"/>
                        </a:moveTo>
                        <a:cubicBezTo>
                          <a:pt x="12280" y="23863"/>
                          <a:pt x="6339" y="28031"/>
                          <a:pt x="0" y="31532"/>
                        </a:cubicBezTo>
                        <a:cubicBezTo>
                          <a:pt x="1818" y="31178"/>
                          <a:pt x="3724" y="30469"/>
                          <a:pt x="5630" y="29760"/>
                        </a:cubicBezTo>
                        <a:cubicBezTo>
                          <a:pt x="14807" y="26257"/>
                          <a:pt x="23983" y="22755"/>
                          <a:pt x="33160" y="19298"/>
                        </a:cubicBezTo>
                        <a:cubicBezTo>
                          <a:pt x="33780" y="19076"/>
                          <a:pt x="34445" y="18809"/>
                          <a:pt x="35110" y="18544"/>
                        </a:cubicBezTo>
                        <a:cubicBezTo>
                          <a:pt x="34844" y="18544"/>
                          <a:pt x="34578" y="18588"/>
                          <a:pt x="34312" y="18588"/>
                        </a:cubicBezTo>
                        <a:cubicBezTo>
                          <a:pt x="29835" y="18588"/>
                          <a:pt x="28239" y="15440"/>
                          <a:pt x="30766" y="11540"/>
                        </a:cubicBezTo>
                        <a:cubicBezTo>
                          <a:pt x="33293" y="7639"/>
                          <a:pt x="38967" y="4491"/>
                          <a:pt x="43444" y="4491"/>
                        </a:cubicBezTo>
                        <a:cubicBezTo>
                          <a:pt x="47922" y="4491"/>
                          <a:pt x="49518" y="7639"/>
                          <a:pt x="46991" y="11540"/>
                        </a:cubicBezTo>
                        <a:cubicBezTo>
                          <a:pt x="46902" y="11672"/>
                          <a:pt x="46813" y="11761"/>
                          <a:pt x="46725" y="11850"/>
                        </a:cubicBezTo>
                        <a:cubicBezTo>
                          <a:pt x="46858" y="11761"/>
                          <a:pt x="46991" y="11672"/>
                          <a:pt x="47079" y="11540"/>
                        </a:cubicBezTo>
                        <a:cubicBezTo>
                          <a:pt x="50094" y="8392"/>
                          <a:pt x="51247" y="3737"/>
                          <a:pt x="49518" y="1742"/>
                        </a:cubicBezTo>
                        <a:cubicBezTo>
                          <a:pt x="47168" y="-1006"/>
                          <a:pt x="39499" y="-76"/>
                          <a:pt x="32539" y="1609"/>
                        </a:cubicBezTo>
                        <a:cubicBezTo>
                          <a:pt x="30455" y="3294"/>
                          <a:pt x="27884" y="4446"/>
                          <a:pt x="25668" y="6530"/>
                        </a:cubicBezTo>
                        <a:cubicBezTo>
                          <a:pt x="21146" y="10741"/>
                          <a:pt x="20126" y="14554"/>
                          <a:pt x="16536" y="1880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35" name="Forme libre : forme 19634">
                    <a:extLst>
                      <a:ext uri="{FF2B5EF4-FFF2-40B4-BE49-F238E27FC236}">
                        <a16:creationId xmlns:a16="http://schemas.microsoft.com/office/drawing/2014/main" id="{A6F03F7D-33E1-4976-B327-7A5BBB6E8DFC}"/>
                      </a:ext>
                    </a:extLst>
                  </p:cNvPr>
                  <p:cNvSpPr/>
                  <p:nvPr/>
                </p:nvSpPr>
                <p:spPr>
                  <a:xfrm>
                    <a:off x="7052168" y="5968365"/>
                    <a:ext cx="39150" cy="30144"/>
                  </a:xfrm>
                  <a:custGeom>
                    <a:avLst/>
                    <a:gdLst>
                      <a:gd name="connsiteX0" fmla="*/ 12374 w 39150"/>
                      <a:gd name="connsiteY0" fmla="*/ 11571 h 30144"/>
                      <a:gd name="connsiteX1" fmla="*/ 804 w 39150"/>
                      <a:gd name="connsiteY1" fmla="*/ 22831 h 30144"/>
                      <a:gd name="connsiteX2" fmla="*/ 5503 w 39150"/>
                      <a:gd name="connsiteY2" fmla="*/ 30101 h 30144"/>
                      <a:gd name="connsiteX3" fmla="*/ 6567 w 39150"/>
                      <a:gd name="connsiteY3" fmla="*/ 29923 h 30144"/>
                      <a:gd name="connsiteX4" fmla="*/ 23103 w 39150"/>
                      <a:gd name="connsiteY4" fmla="*/ 17200 h 30144"/>
                      <a:gd name="connsiteX5" fmla="*/ 32279 w 39150"/>
                      <a:gd name="connsiteY5" fmla="*/ 4921 h 30144"/>
                      <a:gd name="connsiteX6" fmla="*/ 39150 w 39150"/>
                      <a:gd name="connsiteY6" fmla="*/ 0 h 30144"/>
                      <a:gd name="connsiteX7" fmla="*/ 30949 w 39150"/>
                      <a:gd name="connsiteY7" fmla="*/ 2394 h 30144"/>
                      <a:gd name="connsiteX8" fmla="*/ 12374 w 39150"/>
                      <a:gd name="connsiteY8" fmla="*/ 11571 h 30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150" h="30144">
                        <a:moveTo>
                          <a:pt x="12374" y="11571"/>
                        </a:moveTo>
                        <a:cubicBezTo>
                          <a:pt x="7498" y="14807"/>
                          <a:pt x="2799" y="18797"/>
                          <a:pt x="804" y="22831"/>
                        </a:cubicBezTo>
                        <a:cubicBezTo>
                          <a:pt x="-1191" y="26865"/>
                          <a:pt x="582" y="30588"/>
                          <a:pt x="5503" y="30101"/>
                        </a:cubicBezTo>
                        <a:cubicBezTo>
                          <a:pt x="5858" y="30057"/>
                          <a:pt x="6213" y="30012"/>
                          <a:pt x="6567" y="29923"/>
                        </a:cubicBezTo>
                        <a:cubicBezTo>
                          <a:pt x="12906" y="26422"/>
                          <a:pt x="18847" y="22254"/>
                          <a:pt x="23103" y="17200"/>
                        </a:cubicBezTo>
                        <a:cubicBezTo>
                          <a:pt x="26693" y="12945"/>
                          <a:pt x="27713" y="9088"/>
                          <a:pt x="32279" y="4921"/>
                        </a:cubicBezTo>
                        <a:cubicBezTo>
                          <a:pt x="34540" y="2837"/>
                          <a:pt x="37067" y="1685"/>
                          <a:pt x="39150" y="0"/>
                        </a:cubicBezTo>
                        <a:cubicBezTo>
                          <a:pt x="36092" y="754"/>
                          <a:pt x="33210" y="1596"/>
                          <a:pt x="30949" y="2394"/>
                        </a:cubicBezTo>
                        <a:cubicBezTo>
                          <a:pt x="24610" y="4566"/>
                          <a:pt x="18182" y="7714"/>
                          <a:pt x="12374" y="1157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36" name="Forme libre : forme 19635">
                    <a:extLst>
                      <a:ext uri="{FF2B5EF4-FFF2-40B4-BE49-F238E27FC236}">
                        <a16:creationId xmlns:a16="http://schemas.microsoft.com/office/drawing/2014/main" id="{3E80303D-14F7-46EB-B285-FE9A5E4F9475}"/>
                      </a:ext>
                    </a:extLst>
                  </p:cNvPr>
                  <p:cNvSpPr/>
                  <p:nvPr/>
                </p:nvSpPr>
                <p:spPr>
                  <a:xfrm>
                    <a:off x="7248870" y="5990343"/>
                    <a:ext cx="32937" cy="25634"/>
                  </a:xfrm>
                  <a:custGeom>
                    <a:avLst/>
                    <a:gdLst>
                      <a:gd name="connsiteX0" fmla="*/ 0 w 32937"/>
                      <a:gd name="connsiteY0" fmla="*/ 25634 h 25634"/>
                      <a:gd name="connsiteX1" fmla="*/ 16535 w 32937"/>
                      <a:gd name="connsiteY1" fmla="*/ 19339 h 25634"/>
                      <a:gd name="connsiteX2" fmla="*/ 24559 w 32937"/>
                      <a:gd name="connsiteY2" fmla="*/ 15792 h 25634"/>
                      <a:gd name="connsiteX3" fmla="*/ 23806 w 32937"/>
                      <a:gd name="connsiteY3" fmla="*/ 15837 h 25634"/>
                      <a:gd name="connsiteX4" fmla="*/ 20259 w 32937"/>
                      <a:gd name="connsiteY4" fmla="*/ 8788 h 25634"/>
                      <a:gd name="connsiteX5" fmla="*/ 32938 w 32937"/>
                      <a:gd name="connsiteY5" fmla="*/ 1740 h 25634"/>
                      <a:gd name="connsiteX6" fmla="*/ 21013 w 32937"/>
                      <a:gd name="connsiteY6" fmla="*/ 543 h 25634"/>
                      <a:gd name="connsiteX7" fmla="*/ 19018 w 32937"/>
                      <a:gd name="connsiteY7" fmla="*/ 2404 h 25634"/>
                      <a:gd name="connsiteX8" fmla="*/ 0 w 32937"/>
                      <a:gd name="connsiteY8" fmla="*/ 25634 h 25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937" h="25634">
                        <a:moveTo>
                          <a:pt x="0" y="25634"/>
                        </a:moveTo>
                        <a:cubicBezTo>
                          <a:pt x="5497" y="23550"/>
                          <a:pt x="11038" y="21423"/>
                          <a:pt x="16535" y="19339"/>
                        </a:cubicBezTo>
                        <a:cubicBezTo>
                          <a:pt x="19107" y="18364"/>
                          <a:pt x="21944" y="17211"/>
                          <a:pt x="24559" y="15792"/>
                        </a:cubicBezTo>
                        <a:cubicBezTo>
                          <a:pt x="24293" y="15792"/>
                          <a:pt x="24072" y="15837"/>
                          <a:pt x="23806" y="15837"/>
                        </a:cubicBezTo>
                        <a:cubicBezTo>
                          <a:pt x="19328" y="15837"/>
                          <a:pt x="17732" y="12690"/>
                          <a:pt x="20259" y="8788"/>
                        </a:cubicBezTo>
                        <a:cubicBezTo>
                          <a:pt x="22786" y="4887"/>
                          <a:pt x="28460" y="1740"/>
                          <a:pt x="32938" y="1740"/>
                        </a:cubicBezTo>
                        <a:cubicBezTo>
                          <a:pt x="31165" y="-344"/>
                          <a:pt x="26288" y="-300"/>
                          <a:pt x="21013" y="543"/>
                        </a:cubicBezTo>
                        <a:cubicBezTo>
                          <a:pt x="20392" y="1164"/>
                          <a:pt x="19727" y="1784"/>
                          <a:pt x="19018" y="2404"/>
                        </a:cubicBezTo>
                        <a:cubicBezTo>
                          <a:pt x="7581" y="12069"/>
                          <a:pt x="1906" y="14773"/>
                          <a:pt x="0" y="2563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37" name="Forme libre : forme 19636">
                    <a:extLst>
                      <a:ext uri="{FF2B5EF4-FFF2-40B4-BE49-F238E27FC236}">
                        <a16:creationId xmlns:a16="http://schemas.microsoft.com/office/drawing/2014/main" id="{08BFBEFA-D184-459A-AAA0-FAA8C09C2D68}"/>
                      </a:ext>
                    </a:extLst>
                  </p:cNvPr>
                  <p:cNvSpPr/>
                  <p:nvPr/>
                </p:nvSpPr>
                <p:spPr>
                  <a:xfrm>
                    <a:off x="7225679" y="5990930"/>
                    <a:ext cx="44203" cy="31207"/>
                  </a:xfrm>
                  <a:custGeom>
                    <a:avLst/>
                    <a:gdLst>
                      <a:gd name="connsiteX0" fmla="*/ 12374 w 44203"/>
                      <a:gd name="connsiteY0" fmla="*/ 12634 h 31207"/>
                      <a:gd name="connsiteX1" fmla="*/ 804 w 44203"/>
                      <a:gd name="connsiteY1" fmla="*/ 23894 h 31207"/>
                      <a:gd name="connsiteX2" fmla="*/ 5503 w 44203"/>
                      <a:gd name="connsiteY2" fmla="*/ 31164 h 31207"/>
                      <a:gd name="connsiteX3" fmla="*/ 12197 w 44203"/>
                      <a:gd name="connsiteY3" fmla="*/ 29214 h 31207"/>
                      <a:gd name="connsiteX4" fmla="*/ 23191 w 44203"/>
                      <a:gd name="connsiteY4" fmla="*/ 25047 h 31207"/>
                      <a:gd name="connsiteX5" fmla="*/ 42209 w 44203"/>
                      <a:gd name="connsiteY5" fmla="*/ 1862 h 31207"/>
                      <a:gd name="connsiteX6" fmla="*/ 44204 w 44203"/>
                      <a:gd name="connsiteY6" fmla="*/ 0 h 31207"/>
                      <a:gd name="connsiteX7" fmla="*/ 30993 w 44203"/>
                      <a:gd name="connsiteY7" fmla="*/ 3414 h 31207"/>
                      <a:gd name="connsiteX8" fmla="*/ 12374 w 44203"/>
                      <a:gd name="connsiteY8" fmla="*/ 12634 h 31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203" h="31207">
                        <a:moveTo>
                          <a:pt x="12374" y="12634"/>
                        </a:moveTo>
                        <a:cubicBezTo>
                          <a:pt x="7498" y="15870"/>
                          <a:pt x="2799" y="19860"/>
                          <a:pt x="804" y="23894"/>
                        </a:cubicBezTo>
                        <a:cubicBezTo>
                          <a:pt x="-1191" y="27884"/>
                          <a:pt x="582" y="31652"/>
                          <a:pt x="5503" y="31164"/>
                        </a:cubicBezTo>
                        <a:cubicBezTo>
                          <a:pt x="7587" y="30987"/>
                          <a:pt x="9936" y="30100"/>
                          <a:pt x="12197" y="29214"/>
                        </a:cubicBezTo>
                        <a:cubicBezTo>
                          <a:pt x="15876" y="27839"/>
                          <a:pt x="19512" y="26421"/>
                          <a:pt x="23191" y="25047"/>
                        </a:cubicBezTo>
                        <a:cubicBezTo>
                          <a:pt x="25097" y="14186"/>
                          <a:pt x="30772" y="11526"/>
                          <a:pt x="42209" y="1862"/>
                        </a:cubicBezTo>
                        <a:cubicBezTo>
                          <a:pt x="42918" y="1241"/>
                          <a:pt x="43583" y="621"/>
                          <a:pt x="44204" y="0"/>
                        </a:cubicBezTo>
                        <a:cubicBezTo>
                          <a:pt x="39505" y="798"/>
                          <a:pt x="34451" y="2217"/>
                          <a:pt x="30993" y="3414"/>
                        </a:cubicBezTo>
                        <a:cubicBezTo>
                          <a:pt x="24610" y="5630"/>
                          <a:pt x="18182" y="8733"/>
                          <a:pt x="12374" y="1263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38" name="Forme libre : forme 19637">
                    <a:extLst>
                      <a:ext uri="{FF2B5EF4-FFF2-40B4-BE49-F238E27FC236}">
                        <a16:creationId xmlns:a16="http://schemas.microsoft.com/office/drawing/2014/main" id="{D354DCAE-95FB-409A-AF35-78033B81552B}"/>
                      </a:ext>
                    </a:extLst>
                  </p:cNvPr>
                  <p:cNvSpPr/>
                  <p:nvPr/>
                </p:nvSpPr>
                <p:spPr>
                  <a:xfrm>
                    <a:off x="7348837" y="6072623"/>
                    <a:ext cx="29612" cy="24169"/>
                  </a:xfrm>
                  <a:custGeom>
                    <a:avLst/>
                    <a:gdLst>
                      <a:gd name="connsiteX0" fmla="*/ 399 w 29612"/>
                      <a:gd name="connsiteY0" fmla="*/ 24170 h 24169"/>
                      <a:gd name="connsiteX1" fmla="*/ 13166 w 29612"/>
                      <a:gd name="connsiteY1" fmla="*/ 19293 h 24169"/>
                      <a:gd name="connsiteX2" fmla="*/ 27086 w 29612"/>
                      <a:gd name="connsiteY2" fmla="*/ 11580 h 24169"/>
                      <a:gd name="connsiteX3" fmla="*/ 29613 w 29612"/>
                      <a:gd name="connsiteY3" fmla="*/ 7723 h 24169"/>
                      <a:gd name="connsiteX4" fmla="*/ 27972 w 29612"/>
                      <a:gd name="connsiteY4" fmla="*/ 7856 h 24169"/>
                      <a:gd name="connsiteX5" fmla="*/ 24426 w 29612"/>
                      <a:gd name="connsiteY5" fmla="*/ 807 h 24169"/>
                      <a:gd name="connsiteX6" fmla="*/ 25002 w 29612"/>
                      <a:gd name="connsiteY6" fmla="*/ 54 h 24169"/>
                      <a:gd name="connsiteX7" fmla="*/ 12590 w 29612"/>
                      <a:gd name="connsiteY7" fmla="*/ 1605 h 24169"/>
                      <a:gd name="connsiteX8" fmla="*/ 3103 w 29612"/>
                      <a:gd name="connsiteY8" fmla="*/ 14062 h 24169"/>
                      <a:gd name="connsiteX9" fmla="*/ 399 w 29612"/>
                      <a:gd name="connsiteY9" fmla="*/ 24170 h 241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9612" h="24169">
                        <a:moveTo>
                          <a:pt x="399" y="24170"/>
                        </a:moveTo>
                        <a:cubicBezTo>
                          <a:pt x="4654" y="22530"/>
                          <a:pt x="8910" y="20934"/>
                          <a:pt x="13166" y="19293"/>
                        </a:cubicBezTo>
                        <a:cubicBezTo>
                          <a:pt x="17865" y="17520"/>
                          <a:pt x="23584" y="15215"/>
                          <a:pt x="27086" y="11580"/>
                        </a:cubicBezTo>
                        <a:cubicBezTo>
                          <a:pt x="28194" y="10427"/>
                          <a:pt x="29036" y="9053"/>
                          <a:pt x="29613" y="7723"/>
                        </a:cubicBezTo>
                        <a:cubicBezTo>
                          <a:pt x="29081" y="7812"/>
                          <a:pt x="28504" y="7856"/>
                          <a:pt x="27972" y="7856"/>
                        </a:cubicBezTo>
                        <a:cubicBezTo>
                          <a:pt x="23495" y="7856"/>
                          <a:pt x="21899" y="4709"/>
                          <a:pt x="24426" y="807"/>
                        </a:cubicBezTo>
                        <a:cubicBezTo>
                          <a:pt x="24603" y="541"/>
                          <a:pt x="24781" y="320"/>
                          <a:pt x="25002" y="54"/>
                        </a:cubicBezTo>
                        <a:cubicBezTo>
                          <a:pt x="21589" y="-212"/>
                          <a:pt x="16934" y="541"/>
                          <a:pt x="12590" y="1605"/>
                        </a:cubicBezTo>
                        <a:cubicBezTo>
                          <a:pt x="10417" y="5019"/>
                          <a:pt x="6428" y="9053"/>
                          <a:pt x="3103" y="14062"/>
                        </a:cubicBezTo>
                        <a:cubicBezTo>
                          <a:pt x="88" y="18673"/>
                          <a:pt x="-532" y="21865"/>
                          <a:pt x="399" y="2417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39" name="Forme libre : forme 19638">
                    <a:extLst>
                      <a:ext uri="{FF2B5EF4-FFF2-40B4-BE49-F238E27FC236}">
                        <a16:creationId xmlns:a16="http://schemas.microsoft.com/office/drawing/2014/main" id="{B143A277-1564-4A12-BFFF-21092D684F74}"/>
                      </a:ext>
                    </a:extLst>
                  </p:cNvPr>
                  <p:cNvSpPr/>
                  <p:nvPr/>
                </p:nvSpPr>
                <p:spPr>
                  <a:xfrm>
                    <a:off x="7322276" y="6074183"/>
                    <a:ext cx="39194" cy="30188"/>
                  </a:xfrm>
                  <a:custGeom>
                    <a:avLst/>
                    <a:gdLst>
                      <a:gd name="connsiteX0" fmla="*/ 12374 w 39194"/>
                      <a:gd name="connsiteY0" fmla="*/ 11615 h 30188"/>
                      <a:gd name="connsiteX1" fmla="*/ 804 w 39194"/>
                      <a:gd name="connsiteY1" fmla="*/ 22875 h 30188"/>
                      <a:gd name="connsiteX2" fmla="*/ 5503 w 39194"/>
                      <a:gd name="connsiteY2" fmla="*/ 30145 h 30188"/>
                      <a:gd name="connsiteX3" fmla="*/ 12197 w 39194"/>
                      <a:gd name="connsiteY3" fmla="*/ 28195 h 30188"/>
                      <a:gd name="connsiteX4" fmla="*/ 26959 w 39194"/>
                      <a:gd name="connsiteY4" fmla="*/ 22565 h 30188"/>
                      <a:gd name="connsiteX5" fmla="*/ 29708 w 39194"/>
                      <a:gd name="connsiteY5" fmla="*/ 12457 h 30188"/>
                      <a:gd name="connsiteX6" fmla="*/ 39195 w 39194"/>
                      <a:gd name="connsiteY6" fmla="*/ 0 h 30188"/>
                      <a:gd name="connsiteX7" fmla="*/ 30993 w 39194"/>
                      <a:gd name="connsiteY7" fmla="*/ 2394 h 30188"/>
                      <a:gd name="connsiteX8" fmla="*/ 12374 w 39194"/>
                      <a:gd name="connsiteY8" fmla="*/ 11615 h 30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194" h="30188">
                        <a:moveTo>
                          <a:pt x="12374" y="11615"/>
                        </a:moveTo>
                        <a:cubicBezTo>
                          <a:pt x="7498" y="14851"/>
                          <a:pt x="2799" y="18841"/>
                          <a:pt x="804" y="22875"/>
                        </a:cubicBezTo>
                        <a:cubicBezTo>
                          <a:pt x="-1191" y="26909"/>
                          <a:pt x="582" y="30633"/>
                          <a:pt x="5503" y="30145"/>
                        </a:cubicBezTo>
                        <a:cubicBezTo>
                          <a:pt x="7587" y="29968"/>
                          <a:pt x="9936" y="29081"/>
                          <a:pt x="12197" y="28195"/>
                        </a:cubicBezTo>
                        <a:cubicBezTo>
                          <a:pt x="17118" y="26333"/>
                          <a:pt x="22039" y="24471"/>
                          <a:pt x="26959" y="22565"/>
                        </a:cubicBezTo>
                        <a:cubicBezTo>
                          <a:pt x="26028" y="20260"/>
                          <a:pt x="26605" y="17068"/>
                          <a:pt x="29708" y="12457"/>
                        </a:cubicBezTo>
                        <a:cubicBezTo>
                          <a:pt x="33033" y="7448"/>
                          <a:pt x="37022" y="3458"/>
                          <a:pt x="39195" y="0"/>
                        </a:cubicBezTo>
                        <a:cubicBezTo>
                          <a:pt x="36136" y="754"/>
                          <a:pt x="33254" y="1596"/>
                          <a:pt x="30993" y="2394"/>
                        </a:cubicBezTo>
                        <a:cubicBezTo>
                          <a:pt x="24610" y="4611"/>
                          <a:pt x="18182" y="7758"/>
                          <a:pt x="12374" y="1161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40" name="Forme libre : forme 19639">
                    <a:extLst>
                      <a:ext uri="{FF2B5EF4-FFF2-40B4-BE49-F238E27FC236}">
                        <a16:creationId xmlns:a16="http://schemas.microsoft.com/office/drawing/2014/main" id="{7783C2E5-0F01-4FDC-9118-444439E2DEA5}"/>
                      </a:ext>
                    </a:extLst>
                  </p:cNvPr>
                  <p:cNvSpPr/>
                  <p:nvPr/>
                </p:nvSpPr>
                <p:spPr>
                  <a:xfrm>
                    <a:off x="6802901" y="6027220"/>
                    <a:ext cx="30036" cy="24178"/>
                  </a:xfrm>
                  <a:custGeom>
                    <a:avLst/>
                    <a:gdLst>
                      <a:gd name="connsiteX0" fmla="*/ 29258 w 30036"/>
                      <a:gd name="connsiteY0" fmla="*/ 1746 h 24178"/>
                      <a:gd name="connsiteX1" fmla="*/ 12368 w 30036"/>
                      <a:gd name="connsiteY1" fmla="*/ 1569 h 24178"/>
                      <a:gd name="connsiteX2" fmla="*/ 4522 w 30036"/>
                      <a:gd name="connsiteY2" fmla="*/ 16952 h 24178"/>
                      <a:gd name="connsiteX3" fmla="*/ 0 w 30036"/>
                      <a:gd name="connsiteY3" fmla="*/ 24178 h 24178"/>
                      <a:gd name="connsiteX4" fmla="*/ 3591 w 30036"/>
                      <a:gd name="connsiteY4" fmla="*/ 22804 h 24178"/>
                      <a:gd name="connsiteX5" fmla="*/ 12856 w 30036"/>
                      <a:gd name="connsiteY5" fmla="*/ 19301 h 24178"/>
                      <a:gd name="connsiteX6" fmla="*/ 26776 w 30036"/>
                      <a:gd name="connsiteY6" fmla="*/ 11588 h 24178"/>
                      <a:gd name="connsiteX7" fmla="*/ 29258 w 30036"/>
                      <a:gd name="connsiteY7" fmla="*/ 1746 h 24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0036" h="24178">
                        <a:moveTo>
                          <a:pt x="29258" y="1746"/>
                        </a:moveTo>
                        <a:cubicBezTo>
                          <a:pt x="26909" y="-1002"/>
                          <a:pt x="19284" y="-71"/>
                          <a:pt x="12368" y="1569"/>
                        </a:cubicBezTo>
                        <a:cubicBezTo>
                          <a:pt x="12102" y="6135"/>
                          <a:pt x="7625" y="12164"/>
                          <a:pt x="4522" y="16952"/>
                        </a:cubicBezTo>
                        <a:cubicBezTo>
                          <a:pt x="2970" y="19346"/>
                          <a:pt x="1507" y="21740"/>
                          <a:pt x="0" y="24178"/>
                        </a:cubicBezTo>
                        <a:cubicBezTo>
                          <a:pt x="1197" y="23734"/>
                          <a:pt x="2394" y="23247"/>
                          <a:pt x="3591" y="22804"/>
                        </a:cubicBezTo>
                        <a:cubicBezTo>
                          <a:pt x="6339" y="20720"/>
                          <a:pt x="9841" y="19301"/>
                          <a:pt x="12856" y="19301"/>
                        </a:cubicBezTo>
                        <a:cubicBezTo>
                          <a:pt x="17555" y="17528"/>
                          <a:pt x="23274" y="15223"/>
                          <a:pt x="26776" y="11588"/>
                        </a:cubicBezTo>
                        <a:cubicBezTo>
                          <a:pt x="29790" y="8396"/>
                          <a:pt x="30943" y="3785"/>
                          <a:pt x="29258" y="174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41" name="Forme libre : forme 19640">
                    <a:extLst>
                      <a:ext uri="{FF2B5EF4-FFF2-40B4-BE49-F238E27FC236}">
                        <a16:creationId xmlns:a16="http://schemas.microsoft.com/office/drawing/2014/main" id="{154D8F46-F12D-45F6-8094-E7FFEB3D4939}"/>
                      </a:ext>
                    </a:extLst>
                  </p:cNvPr>
                  <p:cNvSpPr/>
                  <p:nvPr/>
                </p:nvSpPr>
                <p:spPr>
                  <a:xfrm>
                    <a:off x="6775986" y="6028789"/>
                    <a:ext cx="39238" cy="30143"/>
                  </a:xfrm>
                  <a:custGeom>
                    <a:avLst/>
                    <a:gdLst>
                      <a:gd name="connsiteX0" fmla="*/ 39239 w 39238"/>
                      <a:gd name="connsiteY0" fmla="*/ 0 h 30143"/>
                      <a:gd name="connsiteX1" fmla="*/ 30993 w 39238"/>
                      <a:gd name="connsiteY1" fmla="*/ 2394 h 30143"/>
                      <a:gd name="connsiteX2" fmla="*/ 12374 w 39238"/>
                      <a:gd name="connsiteY2" fmla="*/ 11571 h 30143"/>
                      <a:gd name="connsiteX3" fmla="*/ 804 w 39238"/>
                      <a:gd name="connsiteY3" fmla="*/ 22831 h 30143"/>
                      <a:gd name="connsiteX4" fmla="*/ 5503 w 39238"/>
                      <a:gd name="connsiteY4" fmla="*/ 30101 h 30143"/>
                      <a:gd name="connsiteX5" fmla="*/ 12197 w 39238"/>
                      <a:gd name="connsiteY5" fmla="*/ 28151 h 30143"/>
                      <a:gd name="connsiteX6" fmla="*/ 26871 w 39238"/>
                      <a:gd name="connsiteY6" fmla="*/ 22565 h 30143"/>
                      <a:gd name="connsiteX7" fmla="*/ 31392 w 39238"/>
                      <a:gd name="connsiteY7" fmla="*/ 15339 h 30143"/>
                      <a:gd name="connsiteX8" fmla="*/ 39239 w 39238"/>
                      <a:gd name="connsiteY8" fmla="*/ 0 h 30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238" h="30143">
                        <a:moveTo>
                          <a:pt x="39239" y="0"/>
                        </a:moveTo>
                        <a:cubicBezTo>
                          <a:pt x="36180" y="754"/>
                          <a:pt x="33254" y="1640"/>
                          <a:pt x="30993" y="2394"/>
                        </a:cubicBezTo>
                        <a:cubicBezTo>
                          <a:pt x="24654" y="4566"/>
                          <a:pt x="18226" y="7714"/>
                          <a:pt x="12374" y="11571"/>
                        </a:cubicBezTo>
                        <a:cubicBezTo>
                          <a:pt x="7498" y="14807"/>
                          <a:pt x="2799" y="18796"/>
                          <a:pt x="804" y="22831"/>
                        </a:cubicBezTo>
                        <a:cubicBezTo>
                          <a:pt x="-1191" y="26820"/>
                          <a:pt x="582" y="30588"/>
                          <a:pt x="5503" y="30101"/>
                        </a:cubicBezTo>
                        <a:cubicBezTo>
                          <a:pt x="7587" y="29923"/>
                          <a:pt x="9936" y="29037"/>
                          <a:pt x="12197" y="28151"/>
                        </a:cubicBezTo>
                        <a:cubicBezTo>
                          <a:pt x="17073" y="26289"/>
                          <a:pt x="21994" y="24426"/>
                          <a:pt x="26871" y="22565"/>
                        </a:cubicBezTo>
                        <a:cubicBezTo>
                          <a:pt x="28378" y="20171"/>
                          <a:pt x="29841" y="17732"/>
                          <a:pt x="31392" y="15339"/>
                        </a:cubicBezTo>
                        <a:cubicBezTo>
                          <a:pt x="34540" y="10595"/>
                          <a:pt x="38973" y="4611"/>
                          <a:pt x="39239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42" name="Forme libre : forme 19641">
                    <a:extLst>
                      <a:ext uri="{FF2B5EF4-FFF2-40B4-BE49-F238E27FC236}">
                        <a16:creationId xmlns:a16="http://schemas.microsoft.com/office/drawing/2014/main" id="{EFD76C2D-E297-4E94-87F2-48448B644A90}"/>
                      </a:ext>
                    </a:extLst>
                  </p:cNvPr>
                  <p:cNvSpPr/>
                  <p:nvPr/>
                </p:nvSpPr>
                <p:spPr>
                  <a:xfrm>
                    <a:off x="6544468" y="5990043"/>
                    <a:ext cx="56825" cy="30760"/>
                  </a:xfrm>
                  <a:custGeom>
                    <a:avLst/>
                    <a:gdLst>
                      <a:gd name="connsiteX0" fmla="*/ 604 w 56825"/>
                      <a:gd name="connsiteY0" fmla="*/ 23850 h 30760"/>
                      <a:gd name="connsiteX1" fmla="*/ 5436 w 56825"/>
                      <a:gd name="connsiteY1" fmla="*/ 30722 h 30760"/>
                      <a:gd name="connsiteX2" fmla="*/ 12130 w 56825"/>
                      <a:gd name="connsiteY2" fmla="*/ 28771 h 30760"/>
                      <a:gd name="connsiteX3" fmla="*/ 39660 w 56825"/>
                      <a:gd name="connsiteY3" fmla="*/ 18309 h 30760"/>
                      <a:gd name="connsiteX4" fmla="*/ 53580 w 56825"/>
                      <a:gd name="connsiteY4" fmla="*/ 10595 h 30760"/>
                      <a:gd name="connsiteX5" fmla="*/ 56018 w 56825"/>
                      <a:gd name="connsiteY5" fmla="*/ 798 h 30760"/>
                      <a:gd name="connsiteX6" fmla="*/ 54998 w 56825"/>
                      <a:gd name="connsiteY6" fmla="*/ 0 h 30760"/>
                      <a:gd name="connsiteX7" fmla="*/ 39704 w 56825"/>
                      <a:gd name="connsiteY7" fmla="*/ 7270 h 30760"/>
                      <a:gd name="connsiteX8" fmla="*/ 604 w 56825"/>
                      <a:gd name="connsiteY8" fmla="*/ 23850 h 30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6825" h="30760">
                        <a:moveTo>
                          <a:pt x="604" y="23850"/>
                        </a:moveTo>
                        <a:cubicBezTo>
                          <a:pt x="-1036" y="27707"/>
                          <a:pt x="693" y="31165"/>
                          <a:pt x="5436" y="30722"/>
                        </a:cubicBezTo>
                        <a:cubicBezTo>
                          <a:pt x="7520" y="30544"/>
                          <a:pt x="9869" y="29658"/>
                          <a:pt x="12130" y="28771"/>
                        </a:cubicBezTo>
                        <a:cubicBezTo>
                          <a:pt x="21307" y="25269"/>
                          <a:pt x="30483" y="21767"/>
                          <a:pt x="39660" y="18309"/>
                        </a:cubicBezTo>
                        <a:cubicBezTo>
                          <a:pt x="44359" y="16535"/>
                          <a:pt x="50078" y="14231"/>
                          <a:pt x="53580" y="10595"/>
                        </a:cubicBezTo>
                        <a:cubicBezTo>
                          <a:pt x="56594" y="7448"/>
                          <a:pt x="57747" y="2793"/>
                          <a:pt x="56018" y="798"/>
                        </a:cubicBezTo>
                        <a:cubicBezTo>
                          <a:pt x="55752" y="488"/>
                          <a:pt x="55397" y="222"/>
                          <a:pt x="54998" y="0"/>
                        </a:cubicBezTo>
                        <a:cubicBezTo>
                          <a:pt x="49013" y="2926"/>
                          <a:pt x="42940" y="5586"/>
                          <a:pt x="39704" y="7270"/>
                        </a:cubicBezTo>
                        <a:cubicBezTo>
                          <a:pt x="26892" y="13743"/>
                          <a:pt x="13726" y="19328"/>
                          <a:pt x="604" y="2385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43" name="Forme libre : forme 19642">
                    <a:extLst>
                      <a:ext uri="{FF2B5EF4-FFF2-40B4-BE49-F238E27FC236}">
                        <a16:creationId xmlns:a16="http://schemas.microsoft.com/office/drawing/2014/main" id="{67806AA8-69D0-4D55-B4DB-F6D2623B90DD}"/>
                      </a:ext>
                    </a:extLst>
                  </p:cNvPr>
                  <p:cNvSpPr/>
                  <p:nvPr/>
                </p:nvSpPr>
                <p:spPr>
                  <a:xfrm>
                    <a:off x="6545028" y="5989060"/>
                    <a:ext cx="54438" cy="24833"/>
                  </a:xfrm>
                  <a:custGeom>
                    <a:avLst/>
                    <a:gdLst>
                      <a:gd name="connsiteX0" fmla="*/ 30367 w 54438"/>
                      <a:gd name="connsiteY0" fmla="*/ 3953 h 24833"/>
                      <a:gd name="connsiteX1" fmla="*/ 11748 w 54438"/>
                      <a:gd name="connsiteY1" fmla="*/ 13130 h 24833"/>
                      <a:gd name="connsiteX2" fmla="*/ 177 w 54438"/>
                      <a:gd name="connsiteY2" fmla="*/ 24390 h 24833"/>
                      <a:gd name="connsiteX3" fmla="*/ 0 w 54438"/>
                      <a:gd name="connsiteY3" fmla="*/ 24833 h 24833"/>
                      <a:gd name="connsiteX4" fmla="*/ 39144 w 54438"/>
                      <a:gd name="connsiteY4" fmla="*/ 8209 h 24833"/>
                      <a:gd name="connsiteX5" fmla="*/ 54439 w 54438"/>
                      <a:gd name="connsiteY5" fmla="*/ 939 h 24833"/>
                      <a:gd name="connsiteX6" fmla="*/ 30367 w 54438"/>
                      <a:gd name="connsiteY6" fmla="*/ 3953 h 24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4438" h="24833">
                        <a:moveTo>
                          <a:pt x="30367" y="3953"/>
                        </a:moveTo>
                        <a:cubicBezTo>
                          <a:pt x="24028" y="6126"/>
                          <a:pt x="17600" y="9273"/>
                          <a:pt x="11748" y="13130"/>
                        </a:cubicBezTo>
                        <a:cubicBezTo>
                          <a:pt x="6872" y="16366"/>
                          <a:pt x="2172" y="20356"/>
                          <a:pt x="177" y="24390"/>
                        </a:cubicBezTo>
                        <a:cubicBezTo>
                          <a:pt x="89" y="24523"/>
                          <a:pt x="89" y="24656"/>
                          <a:pt x="0" y="24833"/>
                        </a:cubicBezTo>
                        <a:cubicBezTo>
                          <a:pt x="13122" y="20311"/>
                          <a:pt x="26288" y="14726"/>
                          <a:pt x="39144" y="8209"/>
                        </a:cubicBezTo>
                        <a:cubicBezTo>
                          <a:pt x="42425" y="6569"/>
                          <a:pt x="48454" y="3865"/>
                          <a:pt x="54439" y="939"/>
                        </a:cubicBezTo>
                        <a:cubicBezTo>
                          <a:pt x="49917" y="-1632"/>
                          <a:pt x="37149" y="1648"/>
                          <a:pt x="30367" y="395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44" name="Forme libre : forme 19643">
                    <a:extLst>
                      <a:ext uri="{FF2B5EF4-FFF2-40B4-BE49-F238E27FC236}">
                        <a16:creationId xmlns:a16="http://schemas.microsoft.com/office/drawing/2014/main" id="{3F7D4C36-0FE8-4C4F-BFC7-65E2C518415A}"/>
                      </a:ext>
                    </a:extLst>
                  </p:cNvPr>
                  <p:cNvSpPr/>
                  <p:nvPr/>
                </p:nvSpPr>
                <p:spPr>
                  <a:xfrm>
                    <a:off x="6650220" y="6033430"/>
                    <a:ext cx="56891" cy="27587"/>
                  </a:xfrm>
                  <a:custGeom>
                    <a:avLst/>
                    <a:gdLst>
                      <a:gd name="connsiteX0" fmla="*/ 41365 w 56891"/>
                      <a:gd name="connsiteY0" fmla="*/ 8348 h 27587"/>
                      <a:gd name="connsiteX1" fmla="*/ 43715 w 56891"/>
                      <a:gd name="connsiteY1" fmla="*/ 8746 h 27587"/>
                      <a:gd name="connsiteX2" fmla="*/ 49256 w 56891"/>
                      <a:gd name="connsiteY2" fmla="*/ 14864 h 27587"/>
                      <a:gd name="connsiteX3" fmla="*/ 53645 w 56891"/>
                      <a:gd name="connsiteY3" fmla="*/ 11539 h 27587"/>
                      <a:gd name="connsiteX4" fmla="*/ 56083 w 56891"/>
                      <a:gd name="connsiteY4" fmla="*/ 1742 h 27587"/>
                      <a:gd name="connsiteX5" fmla="*/ 30948 w 56891"/>
                      <a:gd name="connsiteY5" fmla="*/ 4003 h 27587"/>
                      <a:gd name="connsiteX6" fmla="*/ 12329 w 56891"/>
                      <a:gd name="connsiteY6" fmla="*/ 13179 h 27587"/>
                      <a:gd name="connsiteX7" fmla="*/ 758 w 56891"/>
                      <a:gd name="connsiteY7" fmla="*/ 24440 h 27587"/>
                      <a:gd name="connsiteX8" fmla="*/ 5 w 56891"/>
                      <a:gd name="connsiteY8" fmla="*/ 27587 h 27587"/>
                      <a:gd name="connsiteX9" fmla="*/ 34228 w 56891"/>
                      <a:gd name="connsiteY9" fmla="*/ 10520 h 27587"/>
                      <a:gd name="connsiteX10" fmla="*/ 41365 w 56891"/>
                      <a:gd name="connsiteY10" fmla="*/ 8348 h 27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6891" h="27587">
                        <a:moveTo>
                          <a:pt x="41365" y="8348"/>
                        </a:moveTo>
                        <a:cubicBezTo>
                          <a:pt x="42296" y="8348"/>
                          <a:pt x="43050" y="8525"/>
                          <a:pt x="43715" y="8746"/>
                        </a:cubicBezTo>
                        <a:cubicBezTo>
                          <a:pt x="47173" y="9013"/>
                          <a:pt x="49256" y="10830"/>
                          <a:pt x="49256" y="14864"/>
                        </a:cubicBezTo>
                        <a:cubicBezTo>
                          <a:pt x="50897" y="13889"/>
                          <a:pt x="52448" y="12825"/>
                          <a:pt x="53645" y="11539"/>
                        </a:cubicBezTo>
                        <a:cubicBezTo>
                          <a:pt x="56660" y="8392"/>
                          <a:pt x="57812" y="3737"/>
                          <a:pt x="56083" y="1742"/>
                        </a:cubicBezTo>
                        <a:cubicBezTo>
                          <a:pt x="52714" y="-2203"/>
                          <a:pt x="38307" y="1432"/>
                          <a:pt x="30948" y="4003"/>
                        </a:cubicBezTo>
                        <a:cubicBezTo>
                          <a:pt x="24608" y="6175"/>
                          <a:pt x="18180" y="9323"/>
                          <a:pt x="12329" y="13179"/>
                        </a:cubicBezTo>
                        <a:cubicBezTo>
                          <a:pt x="7452" y="16416"/>
                          <a:pt x="2753" y="20405"/>
                          <a:pt x="758" y="24440"/>
                        </a:cubicBezTo>
                        <a:cubicBezTo>
                          <a:pt x="226" y="25548"/>
                          <a:pt x="-40" y="26612"/>
                          <a:pt x="5" y="27587"/>
                        </a:cubicBezTo>
                        <a:cubicBezTo>
                          <a:pt x="11619" y="20760"/>
                          <a:pt x="24520" y="13667"/>
                          <a:pt x="34228" y="10520"/>
                        </a:cubicBezTo>
                        <a:cubicBezTo>
                          <a:pt x="36533" y="9146"/>
                          <a:pt x="39105" y="8348"/>
                          <a:pt x="41365" y="834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45" name="Forme libre : forme 19644">
                    <a:extLst>
                      <a:ext uri="{FF2B5EF4-FFF2-40B4-BE49-F238E27FC236}">
                        <a16:creationId xmlns:a16="http://schemas.microsoft.com/office/drawing/2014/main" id="{2607DCC3-D4B2-435D-848A-59EACECAD716}"/>
                      </a:ext>
                    </a:extLst>
                  </p:cNvPr>
                  <p:cNvSpPr/>
                  <p:nvPr/>
                </p:nvSpPr>
                <p:spPr>
                  <a:xfrm>
                    <a:off x="6692650" y="6042177"/>
                    <a:ext cx="6826" cy="9398"/>
                  </a:xfrm>
                  <a:custGeom>
                    <a:avLst/>
                    <a:gdLst>
                      <a:gd name="connsiteX0" fmla="*/ 1286 w 6826"/>
                      <a:gd name="connsiteY0" fmla="*/ 0 h 9398"/>
                      <a:gd name="connsiteX1" fmla="*/ 2483 w 6826"/>
                      <a:gd name="connsiteY1" fmla="*/ 6605 h 9398"/>
                      <a:gd name="connsiteX2" fmla="*/ 0 w 6826"/>
                      <a:gd name="connsiteY2" fmla="*/ 9398 h 9398"/>
                      <a:gd name="connsiteX3" fmla="*/ 6827 w 6826"/>
                      <a:gd name="connsiteY3" fmla="*/ 6073 h 9398"/>
                      <a:gd name="connsiteX4" fmla="*/ 1286 w 6826"/>
                      <a:gd name="connsiteY4" fmla="*/ 0 h 9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26" h="9398">
                        <a:moveTo>
                          <a:pt x="1286" y="0"/>
                        </a:moveTo>
                        <a:cubicBezTo>
                          <a:pt x="3857" y="931"/>
                          <a:pt x="4477" y="3547"/>
                          <a:pt x="2483" y="6605"/>
                        </a:cubicBezTo>
                        <a:cubicBezTo>
                          <a:pt x="1817" y="7625"/>
                          <a:pt x="975" y="8556"/>
                          <a:pt x="0" y="9398"/>
                        </a:cubicBezTo>
                        <a:cubicBezTo>
                          <a:pt x="2305" y="8467"/>
                          <a:pt x="4655" y="7359"/>
                          <a:pt x="6827" y="6073"/>
                        </a:cubicBezTo>
                        <a:cubicBezTo>
                          <a:pt x="6827" y="2083"/>
                          <a:pt x="4788" y="222"/>
                          <a:pt x="1286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46" name="Forme libre : forme 19645">
                    <a:extLst>
                      <a:ext uri="{FF2B5EF4-FFF2-40B4-BE49-F238E27FC236}">
                        <a16:creationId xmlns:a16="http://schemas.microsoft.com/office/drawing/2014/main" id="{9457EF92-56E1-491F-A488-262BB4504D52}"/>
                      </a:ext>
                    </a:extLst>
                  </p:cNvPr>
                  <p:cNvSpPr/>
                  <p:nvPr/>
                </p:nvSpPr>
                <p:spPr>
                  <a:xfrm>
                    <a:off x="6650270" y="6043861"/>
                    <a:ext cx="34223" cy="21277"/>
                  </a:xfrm>
                  <a:custGeom>
                    <a:avLst/>
                    <a:gdLst>
                      <a:gd name="connsiteX0" fmla="*/ 5453 w 34223"/>
                      <a:gd name="connsiteY0" fmla="*/ 21235 h 21277"/>
                      <a:gd name="connsiteX1" fmla="*/ 12147 w 34223"/>
                      <a:gd name="connsiteY1" fmla="*/ 19284 h 21277"/>
                      <a:gd name="connsiteX2" fmla="*/ 31519 w 34223"/>
                      <a:gd name="connsiteY2" fmla="*/ 11925 h 21277"/>
                      <a:gd name="connsiteX3" fmla="*/ 28682 w 34223"/>
                      <a:gd name="connsiteY3" fmla="*/ 4965 h 21277"/>
                      <a:gd name="connsiteX4" fmla="*/ 34223 w 34223"/>
                      <a:gd name="connsiteY4" fmla="*/ 0 h 21277"/>
                      <a:gd name="connsiteX5" fmla="*/ 0 w 34223"/>
                      <a:gd name="connsiteY5" fmla="*/ 17067 h 21277"/>
                      <a:gd name="connsiteX6" fmla="*/ 5453 w 34223"/>
                      <a:gd name="connsiteY6" fmla="*/ 21235 h 21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223" h="21277">
                        <a:moveTo>
                          <a:pt x="5453" y="21235"/>
                        </a:moveTo>
                        <a:cubicBezTo>
                          <a:pt x="7536" y="21057"/>
                          <a:pt x="9886" y="20171"/>
                          <a:pt x="12147" y="19284"/>
                        </a:cubicBezTo>
                        <a:cubicBezTo>
                          <a:pt x="18619" y="16846"/>
                          <a:pt x="25091" y="14363"/>
                          <a:pt x="31519" y="11925"/>
                        </a:cubicBezTo>
                        <a:cubicBezTo>
                          <a:pt x="27618" y="11615"/>
                          <a:pt x="26288" y="8645"/>
                          <a:pt x="28682" y="4965"/>
                        </a:cubicBezTo>
                        <a:cubicBezTo>
                          <a:pt x="29923" y="3015"/>
                          <a:pt x="31962" y="1286"/>
                          <a:pt x="34223" y="0"/>
                        </a:cubicBezTo>
                        <a:cubicBezTo>
                          <a:pt x="24515" y="3192"/>
                          <a:pt x="11615" y="10241"/>
                          <a:pt x="0" y="17067"/>
                        </a:cubicBezTo>
                        <a:cubicBezTo>
                          <a:pt x="0" y="19683"/>
                          <a:pt x="1862" y="21589"/>
                          <a:pt x="5453" y="2123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47" name="Forme libre : forme 19646">
                    <a:extLst>
                      <a:ext uri="{FF2B5EF4-FFF2-40B4-BE49-F238E27FC236}">
                        <a16:creationId xmlns:a16="http://schemas.microsoft.com/office/drawing/2014/main" id="{F0349027-42E8-4BA4-8D33-5304AF909310}"/>
                      </a:ext>
                    </a:extLst>
                  </p:cNvPr>
                  <p:cNvSpPr/>
                  <p:nvPr/>
                </p:nvSpPr>
                <p:spPr>
                  <a:xfrm>
                    <a:off x="6484377" y="6043284"/>
                    <a:ext cx="54754" cy="31740"/>
                  </a:xfrm>
                  <a:custGeom>
                    <a:avLst/>
                    <a:gdLst>
                      <a:gd name="connsiteX0" fmla="*/ 21817 w 54754"/>
                      <a:gd name="connsiteY0" fmla="*/ 19906 h 31740"/>
                      <a:gd name="connsiteX1" fmla="*/ 35426 w 54754"/>
                      <a:gd name="connsiteY1" fmla="*/ 8557 h 31740"/>
                      <a:gd name="connsiteX2" fmla="*/ 54755 w 54754"/>
                      <a:gd name="connsiteY2" fmla="*/ 755 h 31740"/>
                      <a:gd name="connsiteX3" fmla="*/ 30993 w 54754"/>
                      <a:gd name="connsiteY3" fmla="*/ 3991 h 31740"/>
                      <a:gd name="connsiteX4" fmla="*/ 12374 w 54754"/>
                      <a:gd name="connsiteY4" fmla="*/ 13167 h 31740"/>
                      <a:gd name="connsiteX5" fmla="*/ 804 w 54754"/>
                      <a:gd name="connsiteY5" fmla="*/ 24427 h 31740"/>
                      <a:gd name="connsiteX6" fmla="*/ 5503 w 54754"/>
                      <a:gd name="connsiteY6" fmla="*/ 31698 h 31740"/>
                      <a:gd name="connsiteX7" fmla="*/ 11488 w 54754"/>
                      <a:gd name="connsiteY7" fmla="*/ 30013 h 31740"/>
                      <a:gd name="connsiteX8" fmla="*/ 21817 w 54754"/>
                      <a:gd name="connsiteY8" fmla="*/ 19906 h 31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754" h="31740">
                        <a:moveTo>
                          <a:pt x="21817" y="19906"/>
                        </a:moveTo>
                        <a:cubicBezTo>
                          <a:pt x="25984" y="15916"/>
                          <a:pt x="30284" y="11882"/>
                          <a:pt x="35426" y="8557"/>
                        </a:cubicBezTo>
                        <a:cubicBezTo>
                          <a:pt x="41500" y="4612"/>
                          <a:pt x="48371" y="2041"/>
                          <a:pt x="54755" y="755"/>
                        </a:cubicBezTo>
                        <a:cubicBezTo>
                          <a:pt x="49878" y="-1462"/>
                          <a:pt x="37599" y="1686"/>
                          <a:pt x="30993" y="3991"/>
                        </a:cubicBezTo>
                        <a:cubicBezTo>
                          <a:pt x="24654" y="6163"/>
                          <a:pt x="18226" y="9310"/>
                          <a:pt x="12374" y="13167"/>
                        </a:cubicBezTo>
                        <a:cubicBezTo>
                          <a:pt x="7498" y="16404"/>
                          <a:pt x="2799" y="20393"/>
                          <a:pt x="804" y="24427"/>
                        </a:cubicBezTo>
                        <a:cubicBezTo>
                          <a:pt x="-1191" y="28462"/>
                          <a:pt x="582" y="32185"/>
                          <a:pt x="5503" y="31698"/>
                        </a:cubicBezTo>
                        <a:cubicBezTo>
                          <a:pt x="7365" y="31520"/>
                          <a:pt x="9448" y="30811"/>
                          <a:pt x="11488" y="30013"/>
                        </a:cubicBezTo>
                        <a:cubicBezTo>
                          <a:pt x="14901" y="26644"/>
                          <a:pt x="18359" y="23275"/>
                          <a:pt x="21817" y="1990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48" name="Forme libre : forme 19647">
                    <a:extLst>
                      <a:ext uri="{FF2B5EF4-FFF2-40B4-BE49-F238E27FC236}">
                        <a16:creationId xmlns:a16="http://schemas.microsoft.com/office/drawing/2014/main" id="{44129934-2679-4BC5-8D6E-0013EE9E6D38}"/>
                      </a:ext>
                    </a:extLst>
                  </p:cNvPr>
                  <p:cNvSpPr/>
                  <p:nvPr/>
                </p:nvSpPr>
                <p:spPr>
                  <a:xfrm>
                    <a:off x="6495865" y="6044083"/>
                    <a:ext cx="45449" cy="29258"/>
                  </a:xfrm>
                  <a:custGeom>
                    <a:avLst/>
                    <a:gdLst>
                      <a:gd name="connsiteX0" fmla="*/ 28283 w 45449"/>
                      <a:gd name="connsiteY0" fmla="*/ 18486 h 29258"/>
                      <a:gd name="connsiteX1" fmla="*/ 42203 w 45449"/>
                      <a:gd name="connsiteY1" fmla="*/ 10772 h 29258"/>
                      <a:gd name="connsiteX2" fmla="*/ 44641 w 45449"/>
                      <a:gd name="connsiteY2" fmla="*/ 975 h 29258"/>
                      <a:gd name="connsiteX3" fmla="*/ 43223 w 45449"/>
                      <a:gd name="connsiteY3" fmla="*/ 0 h 29258"/>
                      <a:gd name="connsiteX4" fmla="*/ 23894 w 45449"/>
                      <a:gd name="connsiteY4" fmla="*/ 7802 h 29258"/>
                      <a:gd name="connsiteX5" fmla="*/ 10285 w 45449"/>
                      <a:gd name="connsiteY5" fmla="*/ 19151 h 29258"/>
                      <a:gd name="connsiteX6" fmla="*/ 0 w 45449"/>
                      <a:gd name="connsiteY6" fmla="*/ 29258 h 29258"/>
                      <a:gd name="connsiteX7" fmla="*/ 709 w 45449"/>
                      <a:gd name="connsiteY7" fmla="*/ 28992 h 29258"/>
                      <a:gd name="connsiteX8" fmla="*/ 28283 w 45449"/>
                      <a:gd name="connsiteY8" fmla="*/ 18486 h 29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449" h="29258">
                        <a:moveTo>
                          <a:pt x="28283" y="18486"/>
                        </a:moveTo>
                        <a:cubicBezTo>
                          <a:pt x="32982" y="16713"/>
                          <a:pt x="38701" y="14408"/>
                          <a:pt x="42203" y="10772"/>
                        </a:cubicBezTo>
                        <a:cubicBezTo>
                          <a:pt x="45218" y="7625"/>
                          <a:pt x="46370" y="2970"/>
                          <a:pt x="44641" y="975"/>
                        </a:cubicBezTo>
                        <a:cubicBezTo>
                          <a:pt x="44287" y="576"/>
                          <a:pt x="43799" y="266"/>
                          <a:pt x="43223" y="0"/>
                        </a:cubicBezTo>
                        <a:cubicBezTo>
                          <a:pt x="36839" y="1241"/>
                          <a:pt x="29968" y="3857"/>
                          <a:pt x="23894" y="7802"/>
                        </a:cubicBezTo>
                        <a:cubicBezTo>
                          <a:pt x="18752" y="11127"/>
                          <a:pt x="14452" y="15161"/>
                          <a:pt x="10285" y="19151"/>
                        </a:cubicBezTo>
                        <a:cubicBezTo>
                          <a:pt x="6827" y="22476"/>
                          <a:pt x="3369" y="25845"/>
                          <a:pt x="0" y="29258"/>
                        </a:cubicBezTo>
                        <a:cubicBezTo>
                          <a:pt x="222" y="29170"/>
                          <a:pt x="488" y="29081"/>
                          <a:pt x="709" y="28992"/>
                        </a:cubicBezTo>
                        <a:cubicBezTo>
                          <a:pt x="9930" y="25490"/>
                          <a:pt x="19107" y="21988"/>
                          <a:pt x="28283" y="1848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49" name="Forme libre : forme 19648">
                    <a:extLst>
                      <a:ext uri="{FF2B5EF4-FFF2-40B4-BE49-F238E27FC236}">
                        <a16:creationId xmlns:a16="http://schemas.microsoft.com/office/drawing/2014/main" id="{9EE6B209-7A5A-4F87-BADF-613EC39ECF3D}"/>
                      </a:ext>
                    </a:extLst>
                  </p:cNvPr>
                  <p:cNvSpPr/>
                  <p:nvPr/>
                </p:nvSpPr>
                <p:spPr>
                  <a:xfrm>
                    <a:off x="6087621" y="5998935"/>
                    <a:ext cx="55290" cy="31698"/>
                  </a:xfrm>
                  <a:custGeom>
                    <a:avLst/>
                    <a:gdLst>
                      <a:gd name="connsiteX0" fmla="*/ 0 w 55290"/>
                      <a:gd name="connsiteY0" fmla="*/ 30785 h 31698"/>
                      <a:gd name="connsiteX1" fmla="*/ 3901 w 55290"/>
                      <a:gd name="connsiteY1" fmla="*/ 31671 h 31698"/>
                      <a:gd name="connsiteX2" fmla="*/ 10595 w 55290"/>
                      <a:gd name="connsiteY2" fmla="*/ 29721 h 31698"/>
                      <a:gd name="connsiteX3" fmla="*/ 38125 w 55290"/>
                      <a:gd name="connsiteY3" fmla="*/ 19259 h 31698"/>
                      <a:gd name="connsiteX4" fmla="*/ 52045 w 55290"/>
                      <a:gd name="connsiteY4" fmla="*/ 11545 h 31698"/>
                      <a:gd name="connsiteX5" fmla="*/ 54483 w 55290"/>
                      <a:gd name="connsiteY5" fmla="*/ 1748 h 31698"/>
                      <a:gd name="connsiteX6" fmla="*/ 36573 w 55290"/>
                      <a:gd name="connsiteY6" fmla="*/ 1836 h 31698"/>
                      <a:gd name="connsiteX7" fmla="*/ 36839 w 55290"/>
                      <a:gd name="connsiteY7" fmla="*/ 4674 h 31698"/>
                      <a:gd name="connsiteX8" fmla="*/ 0 w 55290"/>
                      <a:gd name="connsiteY8" fmla="*/ 30785 h 3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290" h="31698">
                        <a:moveTo>
                          <a:pt x="0" y="30785"/>
                        </a:moveTo>
                        <a:cubicBezTo>
                          <a:pt x="931" y="31450"/>
                          <a:pt x="2217" y="31804"/>
                          <a:pt x="3901" y="31671"/>
                        </a:cubicBezTo>
                        <a:cubicBezTo>
                          <a:pt x="5985" y="31494"/>
                          <a:pt x="8334" y="30607"/>
                          <a:pt x="10595" y="29721"/>
                        </a:cubicBezTo>
                        <a:cubicBezTo>
                          <a:pt x="19772" y="26218"/>
                          <a:pt x="28948" y="22716"/>
                          <a:pt x="38125" y="19259"/>
                        </a:cubicBezTo>
                        <a:cubicBezTo>
                          <a:pt x="42824" y="17485"/>
                          <a:pt x="48542" y="15180"/>
                          <a:pt x="52045" y="11545"/>
                        </a:cubicBezTo>
                        <a:cubicBezTo>
                          <a:pt x="55059" y="8397"/>
                          <a:pt x="56212" y="3743"/>
                          <a:pt x="54483" y="1748"/>
                        </a:cubicBezTo>
                        <a:cubicBezTo>
                          <a:pt x="52045" y="-1134"/>
                          <a:pt x="43755" y="19"/>
                          <a:pt x="36573" y="1836"/>
                        </a:cubicBezTo>
                        <a:cubicBezTo>
                          <a:pt x="36795" y="2678"/>
                          <a:pt x="36928" y="3610"/>
                          <a:pt x="36839" y="4674"/>
                        </a:cubicBezTo>
                        <a:cubicBezTo>
                          <a:pt x="36174" y="13806"/>
                          <a:pt x="17777" y="24002"/>
                          <a:pt x="0" y="3078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50" name="Forme libre : forme 19649">
                    <a:extLst>
                      <a:ext uri="{FF2B5EF4-FFF2-40B4-BE49-F238E27FC236}">
                        <a16:creationId xmlns:a16="http://schemas.microsoft.com/office/drawing/2014/main" id="{B9F0D159-6832-40A8-ACB6-FDBFAD2F937A}"/>
                      </a:ext>
                    </a:extLst>
                  </p:cNvPr>
                  <p:cNvSpPr/>
                  <p:nvPr/>
                </p:nvSpPr>
                <p:spPr>
                  <a:xfrm>
                    <a:off x="6085993" y="6000772"/>
                    <a:ext cx="38494" cy="28992"/>
                  </a:xfrm>
                  <a:custGeom>
                    <a:avLst/>
                    <a:gdLst>
                      <a:gd name="connsiteX0" fmla="*/ 12356 w 38494"/>
                      <a:gd name="connsiteY0" fmla="*/ 11305 h 28992"/>
                      <a:gd name="connsiteX1" fmla="*/ 786 w 38494"/>
                      <a:gd name="connsiteY1" fmla="*/ 22564 h 28992"/>
                      <a:gd name="connsiteX2" fmla="*/ 1584 w 38494"/>
                      <a:gd name="connsiteY2" fmla="*/ 28993 h 28992"/>
                      <a:gd name="connsiteX3" fmla="*/ 38467 w 38494"/>
                      <a:gd name="connsiteY3" fmla="*/ 2837 h 28992"/>
                      <a:gd name="connsiteX4" fmla="*/ 38201 w 38494"/>
                      <a:gd name="connsiteY4" fmla="*/ 0 h 28992"/>
                      <a:gd name="connsiteX5" fmla="*/ 30931 w 38494"/>
                      <a:gd name="connsiteY5" fmla="*/ 2128 h 28992"/>
                      <a:gd name="connsiteX6" fmla="*/ 12356 w 38494"/>
                      <a:gd name="connsiteY6" fmla="*/ 11305 h 28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494" h="28992">
                        <a:moveTo>
                          <a:pt x="12356" y="11305"/>
                        </a:moveTo>
                        <a:cubicBezTo>
                          <a:pt x="7480" y="14541"/>
                          <a:pt x="2780" y="18531"/>
                          <a:pt x="786" y="22564"/>
                        </a:cubicBezTo>
                        <a:cubicBezTo>
                          <a:pt x="-500" y="25180"/>
                          <a:pt x="-190" y="27707"/>
                          <a:pt x="1584" y="28993"/>
                        </a:cubicBezTo>
                        <a:cubicBezTo>
                          <a:pt x="19360" y="22210"/>
                          <a:pt x="37758" y="12014"/>
                          <a:pt x="38467" y="2837"/>
                        </a:cubicBezTo>
                        <a:cubicBezTo>
                          <a:pt x="38556" y="1729"/>
                          <a:pt x="38423" y="798"/>
                          <a:pt x="38201" y="0"/>
                        </a:cubicBezTo>
                        <a:cubicBezTo>
                          <a:pt x="35497" y="665"/>
                          <a:pt x="32970" y="1463"/>
                          <a:pt x="30931" y="2128"/>
                        </a:cubicBezTo>
                        <a:cubicBezTo>
                          <a:pt x="24636" y="4300"/>
                          <a:pt x="18208" y="7448"/>
                          <a:pt x="12356" y="1130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51" name="Forme libre : forme 19650">
                    <a:extLst>
                      <a:ext uri="{FF2B5EF4-FFF2-40B4-BE49-F238E27FC236}">
                        <a16:creationId xmlns:a16="http://schemas.microsoft.com/office/drawing/2014/main" id="{98530578-E7F0-4133-9E5A-D334746B5795}"/>
                      </a:ext>
                    </a:extLst>
                  </p:cNvPr>
                  <p:cNvSpPr/>
                  <p:nvPr/>
                </p:nvSpPr>
                <p:spPr>
                  <a:xfrm>
                    <a:off x="4768417" y="5971735"/>
                    <a:ext cx="18625" cy="14097"/>
                  </a:xfrm>
                  <a:custGeom>
                    <a:avLst/>
                    <a:gdLst>
                      <a:gd name="connsiteX0" fmla="*/ 4747 w 18625"/>
                      <a:gd name="connsiteY0" fmla="*/ 14097 h 14097"/>
                      <a:gd name="connsiteX1" fmla="*/ 17425 w 18625"/>
                      <a:gd name="connsiteY1" fmla="*/ 7049 h 14097"/>
                      <a:gd name="connsiteX2" fmla="*/ 13879 w 18625"/>
                      <a:gd name="connsiteY2" fmla="*/ 0 h 14097"/>
                      <a:gd name="connsiteX3" fmla="*/ 1200 w 18625"/>
                      <a:gd name="connsiteY3" fmla="*/ 7049 h 14097"/>
                      <a:gd name="connsiteX4" fmla="*/ 4747 w 18625"/>
                      <a:gd name="connsiteY4" fmla="*/ 14097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25" h="14097">
                        <a:moveTo>
                          <a:pt x="4747" y="14097"/>
                        </a:moveTo>
                        <a:cubicBezTo>
                          <a:pt x="9224" y="14097"/>
                          <a:pt x="14898" y="10950"/>
                          <a:pt x="17425" y="7049"/>
                        </a:cubicBezTo>
                        <a:cubicBezTo>
                          <a:pt x="19952" y="3148"/>
                          <a:pt x="18356" y="0"/>
                          <a:pt x="13879" y="0"/>
                        </a:cubicBezTo>
                        <a:cubicBezTo>
                          <a:pt x="9401" y="0"/>
                          <a:pt x="3727" y="3148"/>
                          <a:pt x="1200" y="7049"/>
                        </a:cubicBezTo>
                        <a:cubicBezTo>
                          <a:pt x="-1327" y="10950"/>
                          <a:pt x="269" y="14142"/>
                          <a:pt x="4747" y="140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52" name="Forme libre : forme 19651">
                    <a:extLst>
                      <a:ext uri="{FF2B5EF4-FFF2-40B4-BE49-F238E27FC236}">
                        <a16:creationId xmlns:a16="http://schemas.microsoft.com/office/drawing/2014/main" id="{70B42593-0E84-4C40-86CE-C925F04F2E36}"/>
                      </a:ext>
                    </a:extLst>
                  </p:cNvPr>
                  <p:cNvSpPr/>
                  <p:nvPr/>
                </p:nvSpPr>
                <p:spPr>
                  <a:xfrm>
                    <a:off x="4785754" y="5988049"/>
                    <a:ext cx="7914" cy="7048"/>
                  </a:xfrm>
                  <a:custGeom>
                    <a:avLst/>
                    <a:gdLst>
                      <a:gd name="connsiteX0" fmla="*/ 842 w 7914"/>
                      <a:gd name="connsiteY0" fmla="*/ 7048 h 7048"/>
                      <a:gd name="connsiteX1" fmla="*/ 7315 w 7914"/>
                      <a:gd name="connsiteY1" fmla="*/ 3458 h 7048"/>
                      <a:gd name="connsiteX2" fmla="*/ 6162 w 7914"/>
                      <a:gd name="connsiteY2" fmla="*/ 0 h 7048"/>
                      <a:gd name="connsiteX3" fmla="*/ 0 w 7914"/>
                      <a:gd name="connsiteY3" fmla="*/ 6915 h 7048"/>
                      <a:gd name="connsiteX4" fmla="*/ 842 w 7914"/>
                      <a:gd name="connsiteY4" fmla="*/ 7048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14" h="7048">
                        <a:moveTo>
                          <a:pt x="842" y="7048"/>
                        </a:moveTo>
                        <a:cubicBezTo>
                          <a:pt x="3147" y="7048"/>
                          <a:pt x="6029" y="5408"/>
                          <a:pt x="7315" y="3458"/>
                        </a:cubicBezTo>
                        <a:cubicBezTo>
                          <a:pt x="8467" y="1685"/>
                          <a:pt x="7891" y="310"/>
                          <a:pt x="6162" y="0"/>
                        </a:cubicBezTo>
                        <a:cubicBezTo>
                          <a:pt x="4078" y="2527"/>
                          <a:pt x="1951" y="4876"/>
                          <a:pt x="0" y="6915"/>
                        </a:cubicBezTo>
                        <a:cubicBezTo>
                          <a:pt x="266" y="6960"/>
                          <a:pt x="488" y="7048"/>
                          <a:pt x="842" y="7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53" name="Forme libre : forme 19652">
                    <a:extLst>
                      <a:ext uri="{FF2B5EF4-FFF2-40B4-BE49-F238E27FC236}">
                        <a16:creationId xmlns:a16="http://schemas.microsoft.com/office/drawing/2014/main" id="{30579FDD-B5F6-4B84-BCCE-E2CB3245254C}"/>
                      </a:ext>
                    </a:extLst>
                  </p:cNvPr>
                  <p:cNvSpPr/>
                  <p:nvPr/>
                </p:nvSpPr>
                <p:spPr>
                  <a:xfrm>
                    <a:off x="4784190" y="5987915"/>
                    <a:ext cx="7725" cy="7049"/>
                  </a:xfrm>
                  <a:custGeom>
                    <a:avLst/>
                    <a:gdLst>
                      <a:gd name="connsiteX0" fmla="*/ 588 w 7725"/>
                      <a:gd name="connsiteY0" fmla="*/ 3592 h 7049"/>
                      <a:gd name="connsiteX1" fmla="*/ 1563 w 7725"/>
                      <a:gd name="connsiteY1" fmla="*/ 7049 h 7049"/>
                      <a:gd name="connsiteX2" fmla="*/ 7725 w 7725"/>
                      <a:gd name="connsiteY2" fmla="*/ 134 h 7049"/>
                      <a:gd name="connsiteX3" fmla="*/ 7060 w 7725"/>
                      <a:gd name="connsiteY3" fmla="*/ 1 h 7049"/>
                      <a:gd name="connsiteX4" fmla="*/ 588 w 7725"/>
                      <a:gd name="connsiteY4" fmla="*/ 3592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5" h="7049">
                        <a:moveTo>
                          <a:pt x="588" y="3592"/>
                        </a:moveTo>
                        <a:cubicBezTo>
                          <a:pt x="-520" y="5277"/>
                          <a:pt x="12" y="6651"/>
                          <a:pt x="1563" y="7049"/>
                        </a:cubicBezTo>
                        <a:cubicBezTo>
                          <a:pt x="3514" y="5010"/>
                          <a:pt x="5642" y="2616"/>
                          <a:pt x="7725" y="134"/>
                        </a:cubicBezTo>
                        <a:cubicBezTo>
                          <a:pt x="7504" y="90"/>
                          <a:pt x="7327" y="1"/>
                          <a:pt x="7060" y="1"/>
                        </a:cubicBezTo>
                        <a:cubicBezTo>
                          <a:pt x="4755" y="-43"/>
                          <a:pt x="1874" y="1597"/>
                          <a:pt x="588" y="35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54" name="Forme libre : forme 19653">
                    <a:extLst>
                      <a:ext uri="{FF2B5EF4-FFF2-40B4-BE49-F238E27FC236}">
                        <a16:creationId xmlns:a16="http://schemas.microsoft.com/office/drawing/2014/main" id="{05F1367A-FF44-4914-B462-F7743A29E503}"/>
                      </a:ext>
                    </a:extLst>
                  </p:cNvPr>
                  <p:cNvSpPr/>
                  <p:nvPr/>
                </p:nvSpPr>
                <p:spPr>
                  <a:xfrm>
                    <a:off x="4889045" y="5969784"/>
                    <a:ext cx="16848" cy="14096"/>
                  </a:xfrm>
                  <a:custGeom>
                    <a:avLst/>
                    <a:gdLst>
                      <a:gd name="connsiteX0" fmla="*/ 15649 w 16848"/>
                      <a:gd name="connsiteY0" fmla="*/ 7048 h 14096"/>
                      <a:gd name="connsiteX1" fmla="*/ 12102 w 16848"/>
                      <a:gd name="connsiteY1" fmla="*/ 0 h 14096"/>
                      <a:gd name="connsiteX2" fmla="*/ 9088 w 16848"/>
                      <a:gd name="connsiteY2" fmla="*/ 443 h 14096"/>
                      <a:gd name="connsiteX3" fmla="*/ 5364 w 16848"/>
                      <a:gd name="connsiteY3" fmla="*/ 6295 h 14096"/>
                      <a:gd name="connsiteX4" fmla="*/ 0 w 16848"/>
                      <a:gd name="connsiteY4" fmla="*/ 13388 h 14096"/>
                      <a:gd name="connsiteX5" fmla="*/ 3014 w 16848"/>
                      <a:gd name="connsiteY5" fmla="*/ 14097 h 14096"/>
                      <a:gd name="connsiteX6" fmla="*/ 15649 w 16848"/>
                      <a:gd name="connsiteY6" fmla="*/ 7048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848" h="14096">
                        <a:moveTo>
                          <a:pt x="15649" y="7048"/>
                        </a:moveTo>
                        <a:cubicBezTo>
                          <a:pt x="18176" y="3147"/>
                          <a:pt x="16580" y="0"/>
                          <a:pt x="12102" y="0"/>
                        </a:cubicBezTo>
                        <a:cubicBezTo>
                          <a:pt x="11127" y="0"/>
                          <a:pt x="10107" y="177"/>
                          <a:pt x="9088" y="443"/>
                        </a:cubicBezTo>
                        <a:cubicBezTo>
                          <a:pt x="8024" y="2350"/>
                          <a:pt x="6738" y="4344"/>
                          <a:pt x="5364" y="6295"/>
                        </a:cubicBezTo>
                        <a:cubicBezTo>
                          <a:pt x="3635" y="8733"/>
                          <a:pt x="1862" y="11083"/>
                          <a:pt x="0" y="13388"/>
                        </a:cubicBezTo>
                        <a:cubicBezTo>
                          <a:pt x="754" y="13831"/>
                          <a:pt x="1773" y="14097"/>
                          <a:pt x="3014" y="14097"/>
                        </a:cubicBezTo>
                        <a:cubicBezTo>
                          <a:pt x="7492" y="14097"/>
                          <a:pt x="13166" y="10950"/>
                          <a:pt x="15649" y="7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55" name="Forme libre : forme 19654">
                    <a:extLst>
                      <a:ext uri="{FF2B5EF4-FFF2-40B4-BE49-F238E27FC236}">
                        <a16:creationId xmlns:a16="http://schemas.microsoft.com/office/drawing/2014/main" id="{E0EDD8F5-7BC5-42A1-85B0-7C46E9A0DC8B}"/>
                      </a:ext>
                    </a:extLst>
                  </p:cNvPr>
                  <p:cNvSpPr/>
                  <p:nvPr/>
                </p:nvSpPr>
                <p:spPr>
                  <a:xfrm>
                    <a:off x="4887330" y="5970228"/>
                    <a:ext cx="10802" cy="12944"/>
                  </a:xfrm>
                  <a:custGeom>
                    <a:avLst/>
                    <a:gdLst>
                      <a:gd name="connsiteX0" fmla="*/ 10803 w 10802"/>
                      <a:gd name="connsiteY0" fmla="*/ 0 h 12944"/>
                      <a:gd name="connsiteX1" fmla="*/ 1183 w 10802"/>
                      <a:gd name="connsiteY1" fmla="*/ 6605 h 12944"/>
                      <a:gd name="connsiteX2" fmla="*/ 1715 w 10802"/>
                      <a:gd name="connsiteY2" fmla="*/ 12945 h 12944"/>
                      <a:gd name="connsiteX3" fmla="*/ 7079 w 10802"/>
                      <a:gd name="connsiteY3" fmla="*/ 5852 h 12944"/>
                      <a:gd name="connsiteX4" fmla="*/ 10803 w 10802"/>
                      <a:gd name="connsiteY4" fmla="*/ 0 h 12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02" h="12944">
                        <a:moveTo>
                          <a:pt x="10803" y="0"/>
                        </a:moveTo>
                        <a:cubicBezTo>
                          <a:pt x="7035" y="975"/>
                          <a:pt x="3133" y="3547"/>
                          <a:pt x="1183" y="6605"/>
                        </a:cubicBezTo>
                        <a:cubicBezTo>
                          <a:pt x="-635" y="9398"/>
                          <a:pt x="-280" y="11837"/>
                          <a:pt x="1715" y="12945"/>
                        </a:cubicBezTo>
                        <a:cubicBezTo>
                          <a:pt x="3577" y="10640"/>
                          <a:pt x="5394" y="8290"/>
                          <a:pt x="7079" y="5852"/>
                        </a:cubicBezTo>
                        <a:cubicBezTo>
                          <a:pt x="8453" y="3901"/>
                          <a:pt x="9739" y="1906"/>
                          <a:pt x="1080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56" name="Forme libre : forme 19655">
                    <a:extLst>
                      <a:ext uri="{FF2B5EF4-FFF2-40B4-BE49-F238E27FC236}">
                        <a16:creationId xmlns:a16="http://schemas.microsoft.com/office/drawing/2014/main" id="{0917E699-3EC2-4FBD-9B5E-2408A644A43E}"/>
                      </a:ext>
                    </a:extLst>
                  </p:cNvPr>
                  <p:cNvSpPr/>
                  <p:nvPr/>
                </p:nvSpPr>
                <p:spPr>
                  <a:xfrm>
                    <a:off x="4903017" y="5985921"/>
                    <a:ext cx="9515" cy="7182"/>
                  </a:xfrm>
                  <a:custGeom>
                    <a:avLst/>
                    <a:gdLst>
                      <a:gd name="connsiteX0" fmla="*/ 8903 w 9515"/>
                      <a:gd name="connsiteY0" fmla="*/ 3591 h 7182"/>
                      <a:gd name="connsiteX1" fmla="*/ 7085 w 9515"/>
                      <a:gd name="connsiteY1" fmla="*/ 0 h 7182"/>
                      <a:gd name="connsiteX2" fmla="*/ 613 w 9515"/>
                      <a:gd name="connsiteY2" fmla="*/ 3591 h 7182"/>
                      <a:gd name="connsiteX3" fmla="*/ 2431 w 9515"/>
                      <a:gd name="connsiteY3" fmla="*/ 7182 h 7182"/>
                      <a:gd name="connsiteX4" fmla="*/ 8903 w 9515"/>
                      <a:gd name="connsiteY4" fmla="*/ 3591 h 7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2">
                        <a:moveTo>
                          <a:pt x="8903" y="3591"/>
                        </a:move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4736" y="7226"/>
                          <a:pt x="7617" y="5586"/>
                          <a:pt x="890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57" name="Forme libre : forme 19656">
                    <a:extLst>
                      <a:ext uri="{FF2B5EF4-FFF2-40B4-BE49-F238E27FC236}">
                        <a16:creationId xmlns:a16="http://schemas.microsoft.com/office/drawing/2014/main" id="{36CD13D0-2A91-42A0-8B72-241F9977DAC1}"/>
                      </a:ext>
                    </a:extLst>
                  </p:cNvPr>
                  <p:cNvSpPr/>
                  <p:nvPr/>
                </p:nvSpPr>
                <p:spPr>
                  <a:xfrm>
                    <a:off x="4522561" y="6081853"/>
                    <a:ext cx="5053" cy="6560"/>
                  </a:xfrm>
                  <a:custGeom>
                    <a:avLst/>
                    <a:gdLst>
                      <a:gd name="connsiteX0" fmla="*/ 3945 w 5053"/>
                      <a:gd name="connsiteY0" fmla="*/ 2571 h 6560"/>
                      <a:gd name="connsiteX1" fmla="*/ 5054 w 5053"/>
                      <a:gd name="connsiteY1" fmla="*/ 0 h 6560"/>
                      <a:gd name="connsiteX2" fmla="*/ 0 w 5053"/>
                      <a:gd name="connsiteY2" fmla="*/ 6561 h 6560"/>
                      <a:gd name="connsiteX3" fmla="*/ 3945 w 5053"/>
                      <a:gd name="connsiteY3" fmla="*/ 2571 h 6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53" h="6560">
                        <a:moveTo>
                          <a:pt x="3945" y="2571"/>
                        </a:moveTo>
                        <a:cubicBezTo>
                          <a:pt x="4522" y="1640"/>
                          <a:pt x="4876" y="798"/>
                          <a:pt x="5054" y="0"/>
                        </a:cubicBezTo>
                        <a:cubicBezTo>
                          <a:pt x="3325" y="2172"/>
                          <a:pt x="1685" y="4344"/>
                          <a:pt x="0" y="6561"/>
                        </a:cubicBezTo>
                        <a:cubicBezTo>
                          <a:pt x="1596" y="5364"/>
                          <a:pt x="3014" y="4034"/>
                          <a:pt x="3945" y="257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58" name="Forme libre : forme 19657">
                    <a:extLst>
                      <a:ext uri="{FF2B5EF4-FFF2-40B4-BE49-F238E27FC236}">
                        <a16:creationId xmlns:a16="http://schemas.microsoft.com/office/drawing/2014/main" id="{F1699DEA-9EC3-4986-8F06-034313C5357A}"/>
                      </a:ext>
                    </a:extLst>
                  </p:cNvPr>
                  <p:cNvSpPr/>
                  <p:nvPr/>
                </p:nvSpPr>
                <p:spPr>
                  <a:xfrm>
                    <a:off x="4509081" y="6077376"/>
                    <a:ext cx="18583" cy="14096"/>
                  </a:xfrm>
                  <a:custGeom>
                    <a:avLst/>
                    <a:gdLst>
                      <a:gd name="connsiteX0" fmla="*/ 13879 w 18583"/>
                      <a:gd name="connsiteY0" fmla="*/ 0 h 14096"/>
                      <a:gd name="connsiteX1" fmla="*/ 1200 w 18583"/>
                      <a:gd name="connsiteY1" fmla="*/ 7048 h 14096"/>
                      <a:gd name="connsiteX2" fmla="*/ 4747 w 18583"/>
                      <a:gd name="connsiteY2" fmla="*/ 14097 h 14096"/>
                      <a:gd name="connsiteX3" fmla="*/ 13435 w 18583"/>
                      <a:gd name="connsiteY3" fmla="*/ 10994 h 14096"/>
                      <a:gd name="connsiteX4" fmla="*/ 18489 w 18583"/>
                      <a:gd name="connsiteY4" fmla="*/ 4433 h 14096"/>
                      <a:gd name="connsiteX5" fmla="*/ 13879 w 18583"/>
                      <a:gd name="connsiteY5" fmla="*/ 0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583" h="14096">
                        <a:moveTo>
                          <a:pt x="13879" y="0"/>
                        </a:moveTo>
                        <a:cubicBezTo>
                          <a:pt x="9401" y="0"/>
                          <a:pt x="3727" y="3147"/>
                          <a:pt x="1200" y="7048"/>
                        </a:cubicBezTo>
                        <a:cubicBezTo>
                          <a:pt x="-1327" y="10950"/>
                          <a:pt x="269" y="14097"/>
                          <a:pt x="4747" y="14097"/>
                        </a:cubicBezTo>
                        <a:cubicBezTo>
                          <a:pt x="7539" y="14097"/>
                          <a:pt x="10776" y="12856"/>
                          <a:pt x="13435" y="10994"/>
                        </a:cubicBezTo>
                        <a:cubicBezTo>
                          <a:pt x="15120" y="8822"/>
                          <a:pt x="16760" y="6605"/>
                          <a:pt x="18489" y="4433"/>
                        </a:cubicBezTo>
                        <a:cubicBezTo>
                          <a:pt x="19021" y="1817"/>
                          <a:pt x="17292" y="0"/>
                          <a:pt x="1387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59" name="Forme libre : forme 19658">
                    <a:extLst>
                      <a:ext uri="{FF2B5EF4-FFF2-40B4-BE49-F238E27FC236}">
                        <a16:creationId xmlns:a16="http://schemas.microsoft.com/office/drawing/2014/main" id="{AC1AA083-9890-4234-A597-FE0D03289C1C}"/>
                      </a:ext>
                    </a:extLst>
                  </p:cNvPr>
                  <p:cNvSpPr/>
                  <p:nvPr/>
                </p:nvSpPr>
                <p:spPr>
                  <a:xfrm>
                    <a:off x="4524829" y="6093512"/>
                    <a:ext cx="9515" cy="7181"/>
                  </a:xfrm>
                  <a:custGeom>
                    <a:avLst/>
                    <a:gdLst>
                      <a:gd name="connsiteX0" fmla="*/ 2431 w 9515"/>
                      <a:gd name="connsiteY0" fmla="*/ 7182 h 7181"/>
                      <a:gd name="connsiteX1" fmla="*/ 8903 w 9515"/>
                      <a:gd name="connsiteY1" fmla="*/ 3591 h 7181"/>
                      <a:gd name="connsiteX2" fmla="*/ 7085 w 9515"/>
                      <a:gd name="connsiteY2" fmla="*/ 0 h 7181"/>
                      <a:gd name="connsiteX3" fmla="*/ 613 w 9515"/>
                      <a:gd name="connsiteY3" fmla="*/ 3591 h 7181"/>
                      <a:gd name="connsiteX4" fmla="*/ 2431 w 9515"/>
                      <a:gd name="connsiteY4" fmla="*/ 7182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1">
                        <a:moveTo>
                          <a:pt x="2431" y="7182"/>
                        </a:move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86"/>
                          <a:pt x="125" y="7182"/>
                          <a:pt x="2431" y="71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60" name="Forme libre : forme 19659">
                    <a:extLst>
                      <a:ext uri="{FF2B5EF4-FFF2-40B4-BE49-F238E27FC236}">
                        <a16:creationId xmlns:a16="http://schemas.microsoft.com/office/drawing/2014/main" id="{C14C667D-65BA-4796-8D6F-A2A0B2A52717}"/>
                      </a:ext>
                    </a:extLst>
                  </p:cNvPr>
                  <p:cNvSpPr/>
                  <p:nvPr/>
                </p:nvSpPr>
                <p:spPr>
                  <a:xfrm>
                    <a:off x="4650290" y="6057959"/>
                    <a:ext cx="18654" cy="14096"/>
                  </a:xfrm>
                  <a:custGeom>
                    <a:avLst/>
                    <a:gdLst>
                      <a:gd name="connsiteX0" fmla="*/ 4776 w 18654"/>
                      <a:gd name="connsiteY0" fmla="*/ 14097 h 14096"/>
                      <a:gd name="connsiteX1" fmla="*/ 17454 w 18654"/>
                      <a:gd name="connsiteY1" fmla="*/ 7048 h 14096"/>
                      <a:gd name="connsiteX2" fmla="*/ 13908 w 18654"/>
                      <a:gd name="connsiteY2" fmla="*/ 0 h 14096"/>
                      <a:gd name="connsiteX3" fmla="*/ 1229 w 18654"/>
                      <a:gd name="connsiteY3" fmla="*/ 7048 h 14096"/>
                      <a:gd name="connsiteX4" fmla="*/ 4776 w 18654"/>
                      <a:gd name="connsiteY4" fmla="*/ 14097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54" h="14096">
                        <a:moveTo>
                          <a:pt x="4776" y="14097"/>
                        </a:moveTo>
                        <a:cubicBezTo>
                          <a:pt x="9253" y="14097"/>
                          <a:pt x="14927" y="10950"/>
                          <a:pt x="17454" y="7048"/>
                        </a:cubicBezTo>
                        <a:cubicBezTo>
                          <a:pt x="19981" y="3147"/>
                          <a:pt x="18385" y="0"/>
                          <a:pt x="13908" y="0"/>
                        </a:cubicBezTo>
                        <a:cubicBezTo>
                          <a:pt x="9430" y="0"/>
                          <a:pt x="3756" y="3147"/>
                          <a:pt x="1229" y="7048"/>
                        </a:cubicBezTo>
                        <a:cubicBezTo>
                          <a:pt x="-1342" y="10950"/>
                          <a:pt x="254" y="14097"/>
                          <a:pt x="4776" y="140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61" name="Forme libre : forme 19660">
                    <a:extLst>
                      <a:ext uri="{FF2B5EF4-FFF2-40B4-BE49-F238E27FC236}">
                        <a16:creationId xmlns:a16="http://schemas.microsoft.com/office/drawing/2014/main" id="{AF04EA27-1C14-4002-8D1F-32E80B0E8E94}"/>
                      </a:ext>
                    </a:extLst>
                  </p:cNvPr>
                  <p:cNvSpPr/>
                  <p:nvPr/>
                </p:nvSpPr>
                <p:spPr>
                  <a:xfrm>
                    <a:off x="4666023" y="6074140"/>
                    <a:ext cx="9515" cy="7181"/>
                  </a:xfrm>
                  <a:custGeom>
                    <a:avLst/>
                    <a:gdLst>
                      <a:gd name="connsiteX0" fmla="*/ 613 w 9515"/>
                      <a:gd name="connsiteY0" fmla="*/ 3591 h 7181"/>
                      <a:gd name="connsiteX1" fmla="*/ 2431 w 9515"/>
                      <a:gd name="connsiteY1" fmla="*/ 7182 h 7181"/>
                      <a:gd name="connsiteX2" fmla="*/ 8903 w 9515"/>
                      <a:gd name="connsiteY2" fmla="*/ 3591 h 7181"/>
                      <a:gd name="connsiteX3" fmla="*/ 7085 w 9515"/>
                      <a:gd name="connsiteY3" fmla="*/ 0 h 7181"/>
                      <a:gd name="connsiteX4" fmla="*/ 613 w 9515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1">
                        <a:moveTo>
                          <a:pt x="613" y="3591"/>
                        </a:moveTo>
                        <a:cubicBezTo>
                          <a:pt x="-673" y="5585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8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596"/>
                          <a:pt x="61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62" name="Forme libre : forme 19661">
                    <a:extLst>
                      <a:ext uri="{FF2B5EF4-FFF2-40B4-BE49-F238E27FC236}">
                        <a16:creationId xmlns:a16="http://schemas.microsoft.com/office/drawing/2014/main" id="{7A5E0C55-4CA5-448B-8931-88B445E988DF}"/>
                      </a:ext>
                    </a:extLst>
                  </p:cNvPr>
                  <p:cNvSpPr/>
                  <p:nvPr/>
                </p:nvSpPr>
                <p:spPr>
                  <a:xfrm>
                    <a:off x="4976909" y="5981665"/>
                    <a:ext cx="10243" cy="13521"/>
                  </a:xfrm>
                  <a:custGeom>
                    <a:avLst/>
                    <a:gdLst>
                      <a:gd name="connsiteX0" fmla="*/ 9044 w 10243"/>
                      <a:gd name="connsiteY0" fmla="*/ 7049 h 13521"/>
                      <a:gd name="connsiteX1" fmla="*/ 5497 w 10243"/>
                      <a:gd name="connsiteY1" fmla="*/ 0 h 13521"/>
                      <a:gd name="connsiteX2" fmla="*/ 1951 w 10243"/>
                      <a:gd name="connsiteY2" fmla="*/ 576 h 13521"/>
                      <a:gd name="connsiteX3" fmla="*/ 1419 w 10243"/>
                      <a:gd name="connsiteY3" fmla="*/ 8202 h 13521"/>
                      <a:gd name="connsiteX4" fmla="*/ 0 w 10243"/>
                      <a:gd name="connsiteY4" fmla="*/ 13521 h 13521"/>
                      <a:gd name="connsiteX5" fmla="*/ 9044 w 10243"/>
                      <a:gd name="connsiteY5" fmla="*/ 7049 h 13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43" h="13521">
                        <a:moveTo>
                          <a:pt x="9044" y="7049"/>
                        </a:moveTo>
                        <a:cubicBezTo>
                          <a:pt x="11570" y="3148"/>
                          <a:pt x="9974" y="0"/>
                          <a:pt x="5497" y="0"/>
                        </a:cubicBezTo>
                        <a:cubicBezTo>
                          <a:pt x="4389" y="0"/>
                          <a:pt x="3148" y="222"/>
                          <a:pt x="1951" y="576"/>
                        </a:cubicBezTo>
                        <a:cubicBezTo>
                          <a:pt x="2571" y="2350"/>
                          <a:pt x="2483" y="4832"/>
                          <a:pt x="1419" y="8202"/>
                        </a:cubicBezTo>
                        <a:cubicBezTo>
                          <a:pt x="931" y="9798"/>
                          <a:pt x="443" y="11615"/>
                          <a:pt x="0" y="13521"/>
                        </a:cubicBezTo>
                        <a:cubicBezTo>
                          <a:pt x="3546" y="12413"/>
                          <a:pt x="7182" y="9931"/>
                          <a:pt x="9044" y="70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63" name="Forme libre : forme 19662">
                    <a:extLst>
                      <a:ext uri="{FF2B5EF4-FFF2-40B4-BE49-F238E27FC236}">
                        <a16:creationId xmlns:a16="http://schemas.microsoft.com/office/drawing/2014/main" id="{767AAE8F-694B-467B-B48F-160E165DEB23}"/>
                      </a:ext>
                    </a:extLst>
                  </p:cNvPr>
                  <p:cNvSpPr/>
                  <p:nvPr/>
                </p:nvSpPr>
                <p:spPr>
                  <a:xfrm>
                    <a:off x="4968527" y="5982241"/>
                    <a:ext cx="10703" cy="13521"/>
                  </a:xfrm>
                  <a:custGeom>
                    <a:avLst/>
                    <a:gdLst>
                      <a:gd name="connsiteX0" fmla="*/ 10332 w 10703"/>
                      <a:gd name="connsiteY0" fmla="*/ 0 h 13521"/>
                      <a:gd name="connsiteX1" fmla="*/ 1200 w 10703"/>
                      <a:gd name="connsiteY1" fmla="*/ 6473 h 13521"/>
                      <a:gd name="connsiteX2" fmla="*/ 4747 w 10703"/>
                      <a:gd name="connsiteY2" fmla="*/ 13521 h 13521"/>
                      <a:gd name="connsiteX3" fmla="*/ 8337 w 10703"/>
                      <a:gd name="connsiteY3" fmla="*/ 12945 h 13521"/>
                      <a:gd name="connsiteX4" fmla="*/ 9756 w 10703"/>
                      <a:gd name="connsiteY4" fmla="*/ 7625 h 13521"/>
                      <a:gd name="connsiteX5" fmla="*/ 10332 w 10703"/>
                      <a:gd name="connsiteY5" fmla="*/ 0 h 13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03" h="13521">
                        <a:moveTo>
                          <a:pt x="10332" y="0"/>
                        </a:moveTo>
                        <a:cubicBezTo>
                          <a:pt x="6741" y="1064"/>
                          <a:pt x="3106" y="3591"/>
                          <a:pt x="1200" y="6473"/>
                        </a:cubicBezTo>
                        <a:cubicBezTo>
                          <a:pt x="-1327" y="10374"/>
                          <a:pt x="269" y="13521"/>
                          <a:pt x="4747" y="13521"/>
                        </a:cubicBezTo>
                        <a:cubicBezTo>
                          <a:pt x="5899" y="13521"/>
                          <a:pt x="7096" y="13299"/>
                          <a:pt x="8337" y="12945"/>
                        </a:cubicBezTo>
                        <a:cubicBezTo>
                          <a:pt x="8825" y="11038"/>
                          <a:pt x="9268" y="9221"/>
                          <a:pt x="9756" y="7625"/>
                        </a:cubicBezTo>
                        <a:cubicBezTo>
                          <a:pt x="10820" y="4256"/>
                          <a:pt x="10953" y="1773"/>
                          <a:pt x="1033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64" name="Forme libre : forme 19663">
                    <a:extLst>
                      <a:ext uri="{FF2B5EF4-FFF2-40B4-BE49-F238E27FC236}">
                        <a16:creationId xmlns:a16="http://schemas.microsoft.com/office/drawing/2014/main" id="{DAC3E087-1188-4553-85B8-7C267DCE3D58}"/>
                      </a:ext>
                    </a:extLst>
                  </p:cNvPr>
                  <p:cNvSpPr/>
                  <p:nvPr/>
                </p:nvSpPr>
                <p:spPr>
                  <a:xfrm>
                    <a:off x="4984256" y="5997801"/>
                    <a:ext cx="9535" cy="7181"/>
                  </a:xfrm>
                  <a:custGeom>
                    <a:avLst/>
                    <a:gdLst>
                      <a:gd name="connsiteX0" fmla="*/ 2450 w 9535"/>
                      <a:gd name="connsiteY0" fmla="*/ 7182 h 7181"/>
                      <a:gd name="connsiteX1" fmla="*/ 8923 w 9535"/>
                      <a:gd name="connsiteY1" fmla="*/ 3591 h 7181"/>
                      <a:gd name="connsiteX2" fmla="*/ 7105 w 9535"/>
                      <a:gd name="connsiteY2" fmla="*/ 0 h 7181"/>
                      <a:gd name="connsiteX3" fmla="*/ 633 w 9535"/>
                      <a:gd name="connsiteY3" fmla="*/ 3591 h 7181"/>
                      <a:gd name="connsiteX4" fmla="*/ 2450 w 9535"/>
                      <a:gd name="connsiteY4" fmla="*/ 7182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35" h="7181">
                        <a:moveTo>
                          <a:pt x="2450" y="7182"/>
                        </a:moveTo>
                        <a:cubicBezTo>
                          <a:pt x="4755" y="7182"/>
                          <a:pt x="7637" y="5541"/>
                          <a:pt x="8923" y="3591"/>
                        </a:cubicBezTo>
                        <a:cubicBezTo>
                          <a:pt x="10208" y="1596"/>
                          <a:pt x="9410" y="0"/>
                          <a:pt x="7105" y="0"/>
                        </a:cubicBezTo>
                        <a:cubicBezTo>
                          <a:pt x="4800" y="0"/>
                          <a:pt x="1918" y="1640"/>
                          <a:pt x="633" y="3591"/>
                        </a:cubicBezTo>
                        <a:cubicBezTo>
                          <a:pt x="-697" y="5586"/>
                          <a:pt x="145" y="7182"/>
                          <a:pt x="2450" y="71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65" name="Forme libre : forme 19664">
                    <a:extLst>
                      <a:ext uri="{FF2B5EF4-FFF2-40B4-BE49-F238E27FC236}">
                        <a16:creationId xmlns:a16="http://schemas.microsoft.com/office/drawing/2014/main" id="{99452766-5C76-469F-8817-BB017D1F222E}"/>
                      </a:ext>
                    </a:extLst>
                  </p:cNvPr>
                  <p:cNvSpPr/>
                  <p:nvPr/>
                </p:nvSpPr>
                <p:spPr>
                  <a:xfrm>
                    <a:off x="4857567" y="6066869"/>
                    <a:ext cx="18625" cy="14097"/>
                  </a:xfrm>
                  <a:custGeom>
                    <a:avLst/>
                    <a:gdLst>
                      <a:gd name="connsiteX0" fmla="*/ 4747 w 18625"/>
                      <a:gd name="connsiteY0" fmla="*/ 14097 h 14097"/>
                      <a:gd name="connsiteX1" fmla="*/ 17425 w 18625"/>
                      <a:gd name="connsiteY1" fmla="*/ 7048 h 14097"/>
                      <a:gd name="connsiteX2" fmla="*/ 13879 w 18625"/>
                      <a:gd name="connsiteY2" fmla="*/ 0 h 14097"/>
                      <a:gd name="connsiteX3" fmla="*/ 1200 w 18625"/>
                      <a:gd name="connsiteY3" fmla="*/ 7048 h 14097"/>
                      <a:gd name="connsiteX4" fmla="*/ 4747 w 18625"/>
                      <a:gd name="connsiteY4" fmla="*/ 14097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25" h="14097">
                        <a:moveTo>
                          <a:pt x="4747" y="14097"/>
                        </a:moveTo>
                        <a:cubicBezTo>
                          <a:pt x="9224" y="14097"/>
                          <a:pt x="14898" y="10950"/>
                          <a:pt x="17425" y="7048"/>
                        </a:cubicBezTo>
                        <a:cubicBezTo>
                          <a:pt x="19952" y="3147"/>
                          <a:pt x="18356" y="0"/>
                          <a:pt x="13879" y="0"/>
                        </a:cubicBezTo>
                        <a:cubicBezTo>
                          <a:pt x="9401" y="0"/>
                          <a:pt x="3727" y="3147"/>
                          <a:pt x="1200" y="7048"/>
                        </a:cubicBezTo>
                        <a:cubicBezTo>
                          <a:pt x="-1327" y="10994"/>
                          <a:pt x="269" y="14141"/>
                          <a:pt x="4747" y="140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66" name="Forme libre : forme 19665">
                    <a:extLst>
                      <a:ext uri="{FF2B5EF4-FFF2-40B4-BE49-F238E27FC236}">
                        <a16:creationId xmlns:a16="http://schemas.microsoft.com/office/drawing/2014/main" id="{02782809-4438-43B4-90B5-B75B49D8EB3A}"/>
                      </a:ext>
                    </a:extLst>
                  </p:cNvPr>
                  <p:cNvSpPr/>
                  <p:nvPr/>
                </p:nvSpPr>
                <p:spPr>
                  <a:xfrm>
                    <a:off x="4873396" y="6083050"/>
                    <a:ext cx="9390" cy="7182"/>
                  </a:xfrm>
                  <a:custGeom>
                    <a:avLst/>
                    <a:gdLst>
                      <a:gd name="connsiteX0" fmla="*/ 2305 w 9390"/>
                      <a:gd name="connsiteY0" fmla="*/ 7182 h 7182"/>
                      <a:gd name="connsiteX1" fmla="*/ 8778 w 9390"/>
                      <a:gd name="connsiteY1" fmla="*/ 3591 h 7182"/>
                      <a:gd name="connsiteX2" fmla="*/ 6960 w 9390"/>
                      <a:gd name="connsiteY2" fmla="*/ 0 h 7182"/>
                      <a:gd name="connsiteX3" fmla="*/ 488 w 9390"/>
                      <a:gd name="connsiteY3" fmla="*/ 3591 h 7182"/>
                      <a:gd name="connsiteX4" fmla="*/ 0 w 9390"/>
                      <a:gd name="connsiteY4" fmla="*/ 4788 h 7182"/>
                      <a:gd name="connsiteX5" fmla="*/ 443 w 9390"/>
                      <a:gd name="connsiteY5" fmla="*/ 6517 h 7182"/>
                      <a:gd name="connsiteX6" fmla="*/ 2305 w 9390"/>
                      <a:gd name="connsiteY6" fmla="*/ 7182 h 7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390" h="7182">
                        <a:moveTo>
                          <a:pt x="2305" y="7182"/>
                        </a:moveTo>
                        <a:cubicBezTo>
                          <a:pt x="4610" y="7182"/>
                          <a:pt x="7492" y="5541"/>
                          <a:pt x="8778" y="3591"/>
                        </a:cubicBezTo>
                        <a:cubicBezTo>
                          <a:pt x="10063" y="1596"/>
                          <a:pt x="9265" y="0"/>
                          <a:pt x="6960" y="0"/>
                        </a:cubicBezTo>
                        <a:cubicBezTo>
                          <a:pt x="4655" y="0"/>
                          <a:pt x="1773" y="1641"/>
                          <a:pt x="488" y="3591"/>
                        </a:cubicBezTo>
                        <a:cubicBezTo>
                          <a:pt x="222" y="4034"/>
                          <a:pt x="89" y="4389"/>
                          <a:pt x="0" y="4788"/>
                        </a:cubicBezTo>
                        <a:cubicBezTo>
                          <a:pt x="133" y="5364"/>
                          <a:pt x="310" y="5941"/>
                          <a:pt x="443" y="6517"/>
                        </a:cubicBezTo>
                        <a:cubicBezTo>
                          <a:pt x="842" y="6916"/>
                          <a:pt x="1419" y="7182"/>
                          <a:pt x="2305" y="71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67" name="Forme libre : forme 19666">
                    <a:extLst>
                      <a:ext uri="{FF2B5EF4-FFF2-40B4-BE49-F238E27FC236}">
                        <a16:creationId xmlns:a16="http://schemas.microsoft.com/office/drawing/2014/main" id="{94965726-AFC0-482E-82D2-E649A80A3018}"/>
                      </a:ext>
                    </a:extLst>
                  </p:cNvPr>
                  <p:cNvSpPr/>
                  <p:nvPr/>
                </p:nvSpPr>
                <p:spPr>
                  <a:xfrm>
                    <a:off x="4873328" y="6087838"/>
                    <a:ext cx="511" cy="1728"/>
                  </a:xfrm>
                  <a:custGeom>
                    <a:avLst/>
                    <a:gdLst>
                      <a:gd name="connsiteX0" fmla="*/ 511 w 511"/>
                      <a:gd name="connsiteY0" fmla="*/ 1729 h 1728"/>
                      <a:gd name="connsiteX1" fmla="*/ 68 w 511"/>
                      <a:gd name="connsiteY1" fmla="*/ 0 h 1728"/>
                      <a:gd name="connsiteX2" fmla="*/ 511 w 511"/>
                      <a:gd name="connsiteY2" fmla="*/ 1729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11" h="1728">
                        <a:moveTo>
                          <a:pt x="511" y="1729"/>
                        </a:moveTo>
                        <a:cubicBezTo>
                          <a:pt x="378" y="1153"/>
                          <a:pt x="201" y="576"/>
                          <a:pt x="68" y="0"/>
                        </a:cubicBezTo>
                        <a:cubicBezTo>
                          <a:pt x="-109" y="709"/>
                          <a:pt x="68" y="1286"/>
                          <a:pt x="511" y="172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68" name="Forme libre : forme 19667">
                    <a:extLst>
                      <a:ext uri="{FF2B5EF4-FFF2-40B4-BE49-F238E27FC236}">
                        <a16:creationId xmlns:a16="http://schemas.microsoft.com/office/drawing/2014/main" id="{B23398E4-1F55-40E0-BF01-A660CFBE8894}"/>
                      </a:ext>
                    </a:extLst>
                  </p:cNvPr>
                  <p:cNvSpPr/>
                  <p:nvPr/>
                </p:nvSpPr>
                <p:spPr>
                  <a:xfrm>
                    <a:off x="5007009" y="6059421"/>
                    <a:ext cx="8029" cy="10817"/>
                  </a:xfrm>
                  <a:custGeom>
                    <a:avLst/>
                    <a:gdLst>
                      <a:gd name="connsiteX0" fmla="*/ 6871 w 8029"/>
                      <a:gd name="connsiteY0" fmla="*/ 5187 h 10817"/>
                      <a:gd name="connsiteX1" fmla="*/ 7536 w 8029"/>
                      <a:gd name="connsiteY1" fmla="*/ 0 h 10817"/>
                      <a:gd name="connsiteX2" fmla="*/ 0 w 8029"/>
                      <a:gd name="connsiteY2" fmla="*/ 10817 h 10817"/>
                      <a:gd name="connsiteX3" fmla="*/ 6871 w 8029"/>
                      <a:gd name="connsiteY3" fmla="*/ 5187 h 10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9" h="10817">
                        <a:moveTo>
                          <a:pt x="6871" y="5187"/>
                        </a:moveTo>
                        <a:cubicBezTo>
                          <a:pt x="8201" y="3103"/>
                          <a:pt x="8334" y="1286"/>
                          <a:pt x="7536" y="0"/>
                        </a:cubicBezTo>
                        <a:cubicBezTo>
                          <a:pt x="5453" y="3458"/>
                          <a:pt x="2837" y="7093"/>
                          <a:pt x="0" y="10817"/>
                        </a:cubicBezTo>
                        <a:cubicBezTo>
                          <a:pt x="2793" y="9531"/>
                          <a:pt x="5364" y="7492"/>
                          <a:pt x="6871" y="51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69" name="Forme libre : forme 19668">
                    <a:extLst>
                      <a:ext uri="{FF2B5EF4-FFF2-40B4-BE49-F238E27FC236}">
                        <a16:creationId xmlns:a16="http://schemas.microsoft.com/office/drawing/2014/main" id="{5FA18577-8EAF-4F4A-B5D5-B03D849E5D37}"/>
                      </a:ext>
                    </a:extLst>
                  </p:cNvPr>
                  <p:cNvSpPr/>
                  <p:nvPr/>
                </p:nvSpPr>
                <p:spPr>
                  <a:xfrm>
                    <a:off x="4996411" y="6057604"/>
                    <a:ext cx="18090" cy="14097"/>
                  </a:xfrm>
                  <a:custGeom>
                    <a:avLst/>
                    <a:gdLst>
                      <a:gd name="connsiteX0" fmla="*/ 13879 w 18090"/>
                      <a:gd name="connsiteY0" fmla="*/ 0 h 14097"/>
                      <a:gd name="connsiteX1" fmla="*/ 1200 w 18090"/>
                      <a:gd name="connsiteY1" fmla="*/ 7049 h 14097"/>
                      <a:gd name="connsiteX2" fmla="*/ 4746 w 18090"/>
                      <a:gd name="connsiteY2" fmla="*/ 14097 h 14097"/>
                      <a:gd name="connsiteX3" fmla="*/ 10554 w 18090"/>
                      <a:gd name="connsiteY3" fmla="*/ 12679 h 14097"/>
                      <a:gd name="connsiteX4" fmla="*/ 18090 w 18090"/>
                      <a:gd name="connsiteY4" fmla="*/ 1862 h 14097"/>
                      <a:gd name="connsiteX5" fmla="*/ 13879 w 18090"/>
                      <a:gd name="connsiteY5" fmla="*/ 0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090" h="14097">
                        <a:moveTo>
                          <a:pt x="13879" y="0"/>
                        </a:moveTo>
                        <a:cubicBezTo>
                          <a:pt x="9401" y="0"/>
                          <a:pt x="3727" y="3148"/>
                          <a:pt x="1200" y="7049"/>
                        </a:cubicBezTo>
                        <a:cubicBezTo>
                          <a:pt x="-1327" y="10950"/>
                          <a:pt x="269" y="14097"/>
                          <a:pt x="4746" y="14097"/>
                        </a:cubicBezTo>
                        <a:cubicBezTo>
                          <a:pt x="6564" y="14097"/>
                          <a:pt x="8603" y="13566"/>
                          <a:pt x="10554" y="12679"/>
                        </a:cubicBezTo>
                        <a:cubicBezTo>
                          <a:pt x="13435" y="8999"/>
                          <a:pt x="16007" y="5320"/>
                          <a:pt x="18090" y="1862"/>
                        </a:cubicBezTo>
                        <a:cubicBezTo>
                          <a:pt x="17425" y="709"/>
                          <a:pt x="16007" y="0"/>
                          <a:pt x="1387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70" name="Forme libre : forme 19669">
                    <a:extLst>
                      <a:ext uri="{FF2B5EF4-FFF2-40B4-BE49-F238E27FC236}">
                        <a16:creationId xmlns:a16="http://schemas.microsoft.com/office/drawing/2014/main" id="{863D7EA9-6CB2-4059-A31B-F34E419BBD51}"/>
                      </a:ext>
                    </a:extLst>
                  </p:cNvPr>
                  <p:cNvSpPr/>
                  <p:nvPr/>
                </p:nvSpPr>
                <p:spPr>
                  <a:xfrm>
                    <a:off x="5012169" y="6073740"/>
                    <a:ext cx="9506" cy="7181"/>
                  </a:xfrm>
                  <a:custGeom>
                    <a:avLst/>
                    <a:gdLst>
                      <a:gd name="connsiteX0" fmla="*/ 2421 w 9506"/>
                      <a:gd name="connsiteY0" fmla="*/ 7182 h 7181"/>
                      <a:gd name="connsiteX1" fmla="*/ 8894 w 9506"/>
                      <a:gd name="connsiteY1" fmla="*/ 3591 h 7181"/>
                      <a:gd name="connsiteX2" fmla="*/ 7076 w 9506"/>
                      <a:gd name="connsiteY2" fmla="*/ 0 h 7181"/>
                      <a:gd name="connsiteX3" fmla="*/ 604 w 9506"/>
                      <a:gd name="connsiteY3" fmla="*/ 3591 h 7181"/>
                      <a:gd name="connsiteX4" fmla="*/ 2421 w 9506"/>
                      <a:gd name="connsiteY4" fmla="*/ 7182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06" h="7181">
                        <a:moveTo>
                          <a:pt x="2421" y="7182"/>
                        </a:moveTo>
                        <a:cubicBezTo>
                          <a:pt x="4727" y="7182"/>
                          <a:pt x="7608" y="5541"/>
                          <a:pt x="8894" y="3591"/>
                        </a:cubicBezTo>
                        <a:cubicBezTo>
                          <a:pt x="10179" y="1596"/>
                          <a:pt x="9381" y="0"/>
                          <a:pt x="7076" y="0"/>
                        </a:cubicBezTo>
                        <a:cubicBezTo>
                          <a:pt x="4771" y="0"/>
                          <a:pt x="1889" y="1640"/>
                          <a:pt x="604" y="3591"/>
                        </a:cubicBezTo>
                        <a:cubicBezTo>
                          <a:pt x="-682" y="5586"/>
                          <a:pt x="160" y="7182"/>
                          <a:pt x="2421" y="71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71" name="Forme libre : forme 19670">
                    <a:extLst>
                      <a:ext uri="{FF2B5EF4-FFF2-40B4-BE49-F238E27FC236}">
                        <a16:creationId xmlns:a16="http://schemas.microsoft.com/office/drawing/2014/main" id="{3D66E363-2435-48FF-B63D-D152DFC55499}"/>
                      </a:ext>
                    </a:extLst>
                  </p:cNvPr>
                  <p:cNvSpPr/>
                  <p:nvPr/>
                </p:nvSpPr>
                <p:spPr>
                  <a:xfrm>
                    <a:off x="5189653" y="5978784"/>
                    <a:ext cx="11390" cy="13653"/>
                  </a:xfrm>
                  <a:custGeom>
                    <a:avLst/>
                    <a:gdLst>
                      <a:gd name="connsiteX0" fmla="*/ 10196 w 11390"/>
                      <a:gd name="connsiteY0" fmla="*/ 6915 h 13653"/>
                      <a:gd name="connsiteX1" fmla="*/ 7980 w 11390"/>
                      <a:gd name="connsiteY1" fmla="*/ 0 h 13653"/>
                      <a:gd name="connsiteX2" fmla="*/ 0 w 11390"/>
                      <a:gd name="connsiteY2" fmla="*/ 13654 h 13653"/>
                      <a:gd name="connsiteX3" fmla="*/ 10196 w 11390"/>
                      <a:gd name="connsiteY3" fmla="*/ 6915 h 13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90" h="13653">
                        <a:moveTo>
                          <a:pt x="10196" y="6915"/>
                        </a:moveTo>
                        <a:cubicBezTo>
                          <a:pt x="12457" y="3457"/>
                          <a:pt x="11393" y="576"/>
                          <a:pt x="7980" y="0"/>
                        </a:cubicBezTo>
                        <a:cubicBezTo>
                          <a:pt x="6339" y="4300"/>
                          <a:pt x="3502" y="8954"/>
                          <a:pt x="0" y="13654"/>
                        </a:cubicBezTo>
                        <a:cubicBezTo>
                          <a:pt x="3901" y="12812"/>
                          <a:pt x="8113" y="10107"/>
                          <a:pt x="10196" y="69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72" name="Forme libre : forme 19671">
                    <a:extLst>
                      <a:ext uri="{FF2B5EF4-FFF2-40B4-BE49-F238E27FC236}">
                        <a16:creationId xmlns:a16="http://schemas.microsoft.com/office/drawing/2014/main" id="{5A6D1C75-4433-4C79-BC2E-B619E31FE378}"/>
                      </a:ext>
                    </a:extLst>
                  </p:cNvPr>
                  <p:cNvSpPr/>
                  <p:nvPr/>
                </p:nvSpPr>
                <p:spPr>
                  <a:xfrm>
                    <a:off x="5182424" y="5978695"/>
                    <a:ext cx="15164" cy="14096"/>
                  </a:xfrm>
                  <a:custGeom>
                    <a:avLst/>
                    <a:gdLst>
                      <a:gd name="connsiteX0" fmla="*/ 1200 w 15164"/>
                      <a:gd name="connsiteY0" fmla="*/ 7048 h 14096"/>
                      <a:gd name="connsiteX1" fmla="*/ 4746 w 15164"/>
                      <a:gd name="connsiteY1" fmla="*/ 14097 h 14096"/>
                      <a:gd name="connsiteX2" fmla="*/ 7185 w 15164"/>
                      <a:gd name="connsiteY2" fmla="*/ 13787 h 14096"/>
                      <a:gd name="connsiteX3" fmla="*/ 15164 w 15164"/>
                      <a:gd name="connsiteY3" fmla="*/ 133 h 14096"/>
                      <a:gd name="connsiteX4" fmla="*/ 13834 w 15164"/>
                      <a:gd name="connsiteY4" fmla="*/ 0 h 14096"/>
                      <a:gd name="connsiteX5" fmla="*/ 1200 w 15164"/>
                      <a:gd name="connsiteY5" fmla="*/ 7048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164" h="14096">
                        <a:moveTo>
                          <a:pt x="1200" y="7048"/>
                        </a:moveTo>
                        <a:cubicBezTo>
                          <a:pt x="-1327" y="10950"/>
                          <a:pt x="269" y="14097"/>
                          <a:pt x="4746" y="14097"/>
                        </a:cubicBezTo>
                        <a:cubicBezTo>
                          <a:pt x="5544" y="14097"/>
                          <a:pt x="6342" y="13964"/>
                          <a:pt x="7185" y="13787"/>
                        </a:cubicBezTo>
                        <a:cubicBezTo>
                          <a:pt x="10687" y="9088"/>
                          <a:pt x="13524" y="4433"/>
                          <a:pt x="15164" y="133"/>
                        </a:cubicBezTo>
                        <a:cubicBezTo>
                          <a:pt x="14765" y="44"/>
                          <a:pt x="14322" y="0"/>
                          <a:pt x="13834" y="0"/>
                        </a:cubicBezTo>
                        <a:cubicBezTo>
                          <a:pt x="9401" y="0"/>
                          <a:pt x="3727" y="3147"/>
                          <a:pt x="1200" y="7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73" name="Forme libre : forme 19672">
                    <a:extLst>
                      <a:ext uri="{FF2B5EF4-FFF2-40B4-BE49-F238E27FC236}">
                        <a16:creationId xmlns:a16="http://schemas.microsoft.com/office/drawing/2014/main" id="{3E4C6CF4-C529-46B1-9C6B-69BC99B54762}"/>
                      </a:ext>
                    </a:extLst>
                  </p:cNvPr>
                  <p:cNvSpPr/>
                  <p:nvPr/>
                </p:nvSpPr>
                <p:spPr>
                  <a:xfrm>
                    <a:off x="5198172" y="5994831"/>
                    <a:ext cx="9515" cy="7181"/>
                  </a:xfrm>
                  <a:custGeom>
                    <a:avLst/>
                    <a:gdLst>
                      <a:gd name="connsiteX0" fmla="*/ 2431 w 9515"/>
                      <a:gd name="connsiteY0" fmla="*/ 7182 h 7181"/>
                      <a:gd name="connsiteX1" fmla="*/ 8903 w 9515"/>
                      <a:gd name="connsiteY1" fmla="*/ 3591 h 7181"/>
                      <a:gd name="connsiteX2" fmla="*/ 7085 w 9515"/>
                      <a:gd name="connsiteY2" fmla="*/ 0 h 7181"/>
                      <a:gd name="connsiteX3" fmla="*/ 613 w 9515"/>
                      <a:gd name="connsiteY3" fmla="*/ 3591 h 7181"/>
                      <a:gd name="connsiteX4" fmla="*/ 2431 w 9515"/>
                      <a:gd name="connsiteY4" fmla="*/ 7182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1">
                        <a:moveTo>
                          <a:pt x="2431" y="7182"/>
                        </a:move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8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86"/>
                          <a:pt x="125" y="7182"/>
                          <a:pt x="2431" y="71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74" name="Forme libre : forme 19673">
                    <a:extLst>
                      <a:ext uri="{FF2B5EF4-FFF2-40B4-BE49-F238E27FC236}">
                        <a16:creationId xmlns:a16="http://schemas.microsoft.com/office/drawing/2014/main" id="{C800775B-1817-49D0-B265-CDE56D95326B}"/>
                      </a:ext>
                    </a:extLst>
                  </p:cNvPr>
                  <p:cNvSpPr/>
                  <p:nvPr/>
                </p:nvSpPr>
                <p:spPr>
                  <a:xfrm>
                    <a:off x="5312139" y="5973819"/>
                    <a:ext cx="2216" cy="1595"/>
                  </a:xfrm>
                  <a:custGeom>
                    <a:avLst/>
                    <a:gdLst>
                      <a:gd name="connsiteX0" fmla="*/ 0 w 2216"/>
                      <a:gd name="connsiteY0" fmla="*/ 1596 h 1595"/>
                      <a:gd name="connsiteX1" fmla="*/ 2217 w 2216"/>
                      <a:gd name="connsiteY1" fmla="*/ 0 h 1595"/>
                      <a:gd name="connsiteX2" fmla="*/ 133 w 2216"/>
                      <a:gd name="connsiteY2" fmla="*/ 1108 h 1595"/>
                      <a:gd name="connsiteX3" fmla="*/ 0 w 2216"/>
                      <a:gd name="connsiteY3" fmla="*/ 1596 h 1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6" h="1595">
                        <a:moveTo>
                          <a:pt x="0" y="1596"/>
                        </a:moveTo>
                        <a:cubicBezTo>
                          <a:pt x="798" y="1108"/>
                          <a:pt x="1507" y="576"/>
                          <a:pt x="2217" y="0"/>
                        </a:cubicBezTo>
                        <a:cubicBezTo>
                          <a:pt x="1552" y="354"/>
                          <a:pt x="842" y="753"/>
                          <a:pt x="133" y="1108"/>
                        </a:cubicBezTo>
                        <a:cubicBezTo>
                          <a:pt x="89" y="1285"/>
                          <a:pt x="44" y="1463"/>
                          <a:pt x="0" y="159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75" name="Forme libre : forme 19674">
                    <a:extLst>
                      <a:ext uri="{FF2B5EF4-FFF2-40B4-BE49-F238E27FC236}">
                        <a16:creationId xmlns:a16="http://schemas.microsoft.com/office/drawing/2014/main" id="{9610FCE5-AC6E-42BD-98C9-71BC5B3CE3A1}"/>
                      </a:ext>
                    </a:extLst>
                  </p:cNvPr>
                  <p:cNvSpPr/>
                  <p:nvPr/>
                </p:nvSpPr>
                <p:spPr>
                  <a:xfrm>
                    <a:off x="5306775" y="5974971"/>
                    <a:ext cx="5496" cy="2704"/>
                  </a:xfrm>
                  <a:custGeom>
                    <a:avLst/>
                    <a:gdLst>
                      <a:gd name="connsiteX0" fmla="*/ 0 w 5496"/>
                      <a:gd name="connsiteY0" fmla="*/ 2704 h 2704"/>
                      <a:gd name="connsiteX1" fmla="*/ 5364 w 5496"/>
                      <a:gd name="connsiteY1" fmla="*/ 488 h 2704"/>
                      <a:gd name="connsiteX2" fmla="*/ 5497 w 5496"/>
                      <a:gd name="connsiteY2" fmla="*/ 0 h 2704"/>
                      <a:gd name="connsiteX3" fmla="*/ 0 w 5496"/>
                      <a:gd name="connsiteY3" fmla="*/ 2704 h 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6" h="2704">
                        <a:moveTo>
                          <a:pt x="0" y="2704"/>
                        </a:moveTo>
                        <a:cubicBezTo>
                          <a:pt x="1818" y="2305"/>
                          <a:pt x="3679" y="1507"/>
                          <a:pt x="5364" y="488"/>
                        </a:cubicBezTo>
                        <a:cubicBezTo>
                          <a:pt x="5408" y="310"/>
                          <a:pt x="5453" y="177"/>
                          <a:pt x="5497" y="0"/>
                        </a:cubicBezTo>
                        <a:cubicBezTo>
                          <a:pt x="3724" y="886"/>
                          <a:pt x="1906" y="1817"/>
                          <a:pt x="0" y="27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76" name="Forme libre : forme 19675">
                    <a:extLst>
                      <a:ext uri="{FF2B5EF4-FFF2-40B4-BE49-F238E27FC236}">
                        <a16:creationId xmlns:a16="http://schemas.microsoft.com/office/drawing/2014/main" id="{FB4F6948-4C33-48F4-A268-A8A6885EA7DC}"/>
                      </a:ext>
                    </a:extLst>
                  </p:cNvPr>
                  <p:cNvSpPr/>
                  <p:nvPr/>
                </p:nvSpPr>
                <p:spPr>
                  <a:xfrm>
                    <a:off x="5312317" y="5963977"/>
                    <a:ext cx="5836" cy="10994"/>
                  </a:xfrm>
                  <a:custGeom>
                    <a:avLst/>
                    <a:gdLst>
                      <a:gd name="connsiteX0" fmla="*/ 4655 w 5836"/>
                      <a:gd name="connsiteY0" fmla="*/ 6960 h 10994"/>
                      <a:gd name="connsiteX1" fmla="*/ 1729 w 5836"/>
                      <a:gd name="connsiteY1" fmla="*/ 0 h 10994"/>
                      <a:gd name="connsiteX2" fmla="*/ 0 w 5836"/>
                      <a:gd name="connsiteY2" fmla="*/ 10995 h 10994"/>
                      <a:gd name="connsiteX3" fmla="*/ 2084 w 5836"/>
                      <a:gd name="connsiteY3" fmla="*/ 9886 h 10994"/>
                      <a:gd name="connsiteX4" fmla="*/ 4655 w 5836"/>
                      <a:gd name="connsiteY4" fmla="*/ 6960 h 10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36" h="10994">
                        <a:moveTo>
                          <a:pt x="4655" y="6960"/>
                        </a:moveTo>
                        <a:cubicBezTo>
                          <a:pt x="7049" y="3280"/>
                          <a:pt x="5674" y="266"/>
                          <a:pt x="1729" y="0"/>
                        </a:cubicBezTo>
                        <a:cubicBezTo>
                          <a:pt x="1906" y="3369"/>
                          <a:pt x="1374" y="7137"/>
                          <a:pt x="0" y="10995"/>
                        </a:cubicBezTo>
                        <a:cubicBezTo>
                          <a:pt x="709" y="10640"/>
                          <a:pt x="1374" y="10285"/>
                          <a:pt x="2084" y="9886"/>
                        </a:cubicBezTo>
                        <a:cubicBezTo>
                          <a:pt x="3059" y="8955"/>
                          <a:pt x="3990" y="7980"/>
                          <a:pt x="4655" y="69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77" name="Forme libre : forme 19676">
                    <a:extLst>
                      <a:ext uri="{FF2B5EF4-FFF2-40B4-BE49-F238E27FC236}">
                        <a16:creationId xmlns:a16="http://schemas.microsoft.com/office/drawing/2014/main" id="{DEF1BF79-730D-4583-BA62-140350E80985}"/>
                      </a:ext>
                    </a:extLst>
                  </p:cNvPr>
                  <p:cNvSpPr/>
                  <p:nvPr/>
                </p:nvSpPr>
                <p:spPr>
                  <a:xfrm>
                    <a:off x="5299546" y="5963889"/>
                    <a:ext cx="14532" cy="14096"/>
                  </a:xfrm>
                  <a:custGeom>
                    <a:avLst/>
                    <a:gdLst>
                      <a:gd name="connsiteX0" fmla="*/ 14499 w 14532"/>
                      <a:gd name="connsiteY0" fmla="*/ 44 h 14096"/>
                      <a:gd name="connsiteX1" fmla="*/ 13879 w 14532"/>
                      <a:gd name="connsiteY1" fmla="*/ 0 h 14096"/>
                      <a:gd name="connsiteX2" fmla="*/ 1200 w 14532"/>
                      <a:gd name="connsiteY2" fmla="*/ 7048 h 14096"/>
                      <a:gd name="connsiteX3" fmla="*/ 4746 w 14532"/>
                      <a:gd name="connsiteY3" fmla="*/ 14097 h 14096"/>
                      <a:gd name="connsiteX4" fmla="*/ 7229 w 14532"/>
                      <a:gd name="connsiteY4" fmla="*/ 13787 h 14096"/>
                      <a:gd name="connsiteX5" fmla="*/ 12726 w 14532"/>
                      <a:gd name="connsiteY5" fmla="*/ 11083 h 14096"/>
                      <a:gd name="connsiteX6" fmla="*/ 14499 w 14532"/>
                      <a:gd name="connsiteY6" fmla="*/ 44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532" h="14096">
                        <a:moveTo>
                          <a:pt x="14499" y="44"/>
                        </a:moveTo>
                        <a:cubicBezTo>
                          <a:pt x="14278" y="44"/>
                          <a:pt x="14100" y="0"/>
                          <a:pt x="13879" y="0"/>
                        </a:cubicBezTo>
                        <a:cubicBezTo>
                          <a:pt x="9401" y="0"/>
                          <a:pt x="3727" y="3147"/>
                          <a:pt x="1200" y="7048"/>
                        </a:cubicBezTo>
                        <a:cubicBezTo>
                          <a:pt x="-1327" y="10950"/>
                          <a:pt x="269" y="14097"/>
                          <a:pt x="4746" y="14097"/>
                        </a:cubicBezTo>
                        <a:cubicBezTo>
                          <a:pt x="5544" y="14097"/>
                          <a:pt x="6387" y="13964"/>
                          <a:pt x="7229" y="13787"/>
                        </a:cubicBezTo>
                        <a:cubicBezTo>
                          <a:pt x="9135" y="12900"/>
                          <a:pt x="10953" y="12014"/>
                          <a:pt x="12726" y="11083"/>
                        </a:cubicBezTo>
                        <a:cubicBezTo>
                          <a:pt x="14145" y="7225"/>
                          <a:pt x="14677" y="3413"/>
                          <a:pt x="14499" y="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78" name="Forme libre : forme 19677">
                    <a:extLst>
                      <a:ext uri="{FF2B5EF4-FFF2-40B4-BE49-F238E27FC236}">
                        <a16:creationId xmlns:a16="http://schemas.microsoft.com/office/drawing/2014/main" id="{1E6B5AE2-B3FD-42CA-AC36-0BB2918F53D8}"/>
                      </a:ext>
                    </a:extLst>
                  </p:cNvPr>
                  <p:cNvSpPr/>
                  <p:nvPr/>
                </p:nvSpPr>
                <p:spPr>
                  <a:xfrm>
                    <a:off x="5315295" y="5980025"/>
                    <a:ext cx="9515" cy="7181"/>
                  </a:xfrm>
                  <a:custGeom>
                    <a:avLst/>
                    <a:gdLst>
                      <a:gd name="connsiteX0" fmla="*/ 8903 w 9515"/>
                      <a:gd name="connsiteY0" fmla="*/ 3591 h 7181"/>
                      <a:gd name="connsiteX1" fmla="*/ 7085 w 9515"/>
                      <a:gd name="connsiteY1" fmla="*/ 0 h 7181"/>
                      <a:gd name="connsiteX2" fmla="*/ 613 w 9515"/>
                      <a:gd name="connsiteY2" fmla="*/ 3591 h 7181"/>
                      <a:gd name="connsiteX3" fmla="*/ 2431 w 9515"/>
                      <a:gd name="connsiteY3" fmla="*/ 7182 h 7181"/>
                      <a:gd name="connsiteX4" fmla="*/ 8903 w 9515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1">
                        <a:moveTo>
                          <a:pt x="8903" y="3591"/>
                        </a:move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86"/>
                          <a:pt x="890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79" name="Forme libre : forme 19678">
                    <a:extLst>
                      <a:ext uri="{FF2B5EF4-FFF2-40B4-BE49-F238E27FC236}">
                        <a16:creationId xmlns:a16="http://schemas.microsoft.com/office/drawing/2014/main" id="{9EA533FF-8E09-4B1C-BACE-793FD582ED34}"/>
                      </a:ext>
                    </a:extLst>
                  </p:cNvPr>
                  <p:cNvSpPr/>
                  <p:nvPr/>
                </p:nvSpPr>
                <p:spPr>
                  <a:xfrm>
                    <a:off x="5703006" y="5943585"/>
                    <a:ext cx="17114" cy="14097"/>
                  </a:xfrm>
                  <a:custGeom>
                    <a:avLst/>
                    <a:gdLst>
                      <a:gd name="connsiteX0" fmla="*/ 0 w 17114"/>
                      <a:gd name="connsiteY0" fmla="*/ 13255 h 14097"/>
                      <a:gd name="connsiteX1" fmla="*/ 3236 w 17114"/>
                      <a:gd name="connsiteY1" fmla="*/ 14097 h 14097"/>
                      <a:gd name="connsiteX2" fmla="*/ 15915 w 17114"/>
                      <a:gd name="connsiteY2" fmla="*/ 7048 h 14097"/>
                      <a:gd name="connsiteX3" fmla="*/ 12368 w 17114"/>
                      <a:gd name="connsiteY3" fmla="*/ 0 h 14097"/>
                      <a:gd name="connsiteX4" fmla="*/ 3103 w 17114"/>
                      <a:gd name="connsiteY4" fmla="*/ 3547 h 14097"/>
                      <a:gd name="connsiteX5" fmla="*/ 0 w 17114"/>
                      <a:gd name="connsiteY5" fmla="*/ 13255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14" h="14097">
                        <a:moveTo>
                          <a:pt x="0" y="13255"/>
                        </a:moveTo>
                        <a:cubicBezTo>
                          <a:pt x="798" y="13787"/>
                          <a:pt x="1862" y="14097"/>
                          <a:pt x="3236" y="14097"/>
                        </a:cubicBezTo>
                        <a:cubicBezTo>
                          <a:pt x="7714" y="14097"/>
                          <a:pt x="13388" y="10950"/>
                          <a:pt x="15915" y="7048"/>
                        </a:cubicBezTo>
                        <a:cubicBezTo>
                          <a:pt x="18442" y="3147"/>
                          <a:pt x="16846" y="0"/>
                          <a:pt x="12368" y="0"/>
                        </a:cubicBezTo>
                        <a:cubicBezTo>
                          <a:pt x="9354" y="0"/>
                          <a:pt x="5852" y="1419"/>
                          <a:pt x="3103" y="3547"/>
                        </a:cubicBezTo>
                        <a:cubicBezTo>
                          <a:pt x="4211" y="6295"/>
                          <a:pt x="3857" y="9664"/>
                          <a:pt x="0" y="132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80" name="Forme libre : forme 19679">
                    <a:extLst>
                      <a:ext uri="{FF2B5EF4-FFF2-40B4-BE49-F238E27FC236}">
                        <a16:creationId xmlns:a16="http://schemas.microsoft.com/office/drawing/2014/main" id="{F8818498-AB67-47C7-8120-0B5991D97C57}"/>
                      </a:ext>
                    </a:extLst>
                  </p:cNvPr>
                  <p:cNvSpPr/>
                  <p:nvPr/>
                </p:nvSpPr>
                <p:spPr>
                  <a:xfrm>
                    <a:off x="5701533" y="5947131"/>
                    <a:ext cx="5111" cy="9708"/>
                  </a:xfrm>
                  <a:custGeom>
                    <a:avLst/>
                    <a:gdLst>
                      <a:gd name="connsiteX0" fmla="*/ 4532 w 5111"/>
                      <a:gd name="connsiteY0" fmla="*/ 0 h 9708"/>
                      <a:gd name="connsiteX1" fmla="*/ 1163 w 5111"/>
                      <a:gd name="connsiteY1" fmla="*/ 3502 h 9708"/>
                      <a:gd name="connsiteX2" fmla="*/ 1517 w 5111"/>
                      <a:gd name="connsiteY2" fmla="*/ 9708 h 9708"/>
                      <a:gd name="connsiteX3" fmla="*/ 4532 w 5111"/>
                      <a:gd name="connsiteY3" fmla="*/ 0 h 9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11" h="9708">
                        <a:moveTo>
                          <a:pt x="4532" y="0"/>
                        </a:moveTo>
                        <a:cubicBezTo>
                          <a:pt x="3158" y="1020"/>
                          <a:pt x="1961" y="2217"/>
                          <a:pt x="1163" y="3502"/>
                        </a:cubicBezTo>
                        <a:cubicBezTo>
                          <a:pt x="-566" y="6206"/>
                          <a:pt x="-300" y="8511"/>
                          <a:pt x="1517" y="9708"/>
                        </a:cubicBezTo>
                        <a:cubicBezTo>
                          <a:pt x="5330" y="6118"/>
                          <a:pt x="5684" y="2748"/>
                          <a:pt x="453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81" name="Forme libre : forme 19680">
                    <a:extLst>
                      <a:ext uri="{FF2B5EF4-FFF2-40B4-BE49-F238E27FC236}">
                        <a16:creationId xmlns:a16="http://schemas.microsoft.com/office/drawing/2014/main" id="{7D6D0FDB-BD50-443C-A0E0-6255CE095991}"/>
                      </a:ext>
                    </a:extLst>
                  </p:cNvPr>
                  <p:cNvSpPr/>
                  <p:nvPr/>
                </p:nvSpPr>
                <p:spPr>
                  <a:xfrm>
                    <a:off x="5723841" y="5959721"/>
                    <a:ext cx="2918" cy="5807"/>
                  </a:xfrm>
                  <a:custGeom>
                    <a:avLst/>
                    <a:gdLst>
                      <a:gd name="connsiteX0" fmla="*/ 2305 w 2918"/>
                      <a:gd name="connsiteY0" fmla="*/ 3591 h 5807"/>
                      <a:gd name="connsiteX1" fmla="*/ 488 w 2918"/>
                      <a:gd name="connsiteY1" fmla="*/ 0 h 5807"/>
                      <a:gd name="connsiteX2" fmla="*/ 89 w 2918"/>
                      <a:gd name="connsiteY2" fmla="*/ 89 h 5807"/>
                      <a:gd name="connsiteX3" fmla="*/ 0 w 2918"/>
                      <a:gd name="connsiteY3" fmla="*/ 5808 h 5807"/>
                      <a:gd name="connsiteX4" fmla="*/ 2305 w 2918"/>
                      <a:gd name="connsiteY4" fmla="*/ 3591 h 5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8" h="5807">
                        <a:moveTo>
                          <a:pt x="2305" y="3591"/>
                        </a:moveTo>
                        <a:cubicBezTo>
                          <a:pt x="3591" y="1596"/>
                          <a:pt x="2793" y="0"/>
                          <a:pt x="488" y="0"/>
                        </a:cubicBezTo>
                        <a:cubicBezTo>
                          <a:pt x="355" y="0"/>
                          <a:pt x="222" y="44"/>
                          <a:pt x="89" y="89"/>
                        </a:cubicBezTo>
                        <a:cubicBezTo>
                          <a:pt x="0" y="1995"/>
                          <a:pt x="44" y="3901"/>
                          <a:pt x="0" y="5808"/>
                        </a:cubicBezTo>
                        <a:cubicBezTo>
                          <a:pt x="887" y="5143"/>
                          <a:pt x="1773" y="4433"/>
                          <a:pt x="2305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82" name="Forme libre : forme 19681">
                    <a:extLst>
                      <a:ext uri="{FF2B5EF4-FFF2-40B4-BE49-F238E27FC236}">
                        <a16:creationId xmlns:a16="http://schemas.microsoft.com/office/drawing/2014/main" id="{91FC5D94-DBD1-4CE5-93E2-BED99A1733DC}"/>
                      </a:ext>
                    </a:extLst>
                  </p:cNvPr>
                  <p:cNvSpPr/>
                  <p:nvPr/>
                </p:nvSpPr>
                <p:spPr>
                  <a:xfrm>
                    <a:off x="5717199" y="5959766"/>
                    <a:ext cx="6686" cy="7137"/>
                  </a:xfrm>
                  <a:custGeom>
                    <a:avLst/>
                    <a:gdLst>
                      <a:gd name="connsiteX0" fmla="*/ 613 w 6686"/>
                      <a:gd name="connsiteY0" fmla="*/ 3547 h 7137"/>
                      <a:gd name="connsiteX1" fmla="*/ 2431 w 6686"/>
                      <a:gd name="connsiteY1" fmla="*/ 7137 h 7137"/>
                      <a:gd name="connsiteX2" fmla="*/ 6598 w 6686"/>
                      <a:gd name="connsiteY2" fmla="*/ 5719 h 7137"/>
                      <a:gd name="connsiteX3" fmla="*/ 6686 w 6686"/>
                      <a:gd name="connsiteY3" fmla="*/ 0 h 7137"/>
                      <a:gd name="connsiteX4" fmla="*/ 613 w 6686"/>
                      <a:gd name="connsiteY4" fmla="*/ 3547 h 7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86" h="7137">
                        <a:moveTo>
                          <a:pt x="613" y="3547"/>
                        </a:moveTo>
                        <a:cubicBezTo>
                          <a:pt x="-673" y="5541"/>
                          <a:pt x="125" y="7137"/>
                          <a:pt x="2431" y="7137"/>
                        </a:cubicBezTo>
                        <a:cubicBezTo>
                          <a:pt x="3761" y="7137"/>
                          <a:pt x="5268" y="6561"/>
                          <a:pt x="6598" y="5719"/>
                        </a:cubicBezTo>
                        <a:cubicBezTo>
                          <a:pt x="6642" y="3812"/>
                          <a:pt x="6598" y="1950"/>
                          <a:pt x="6686" y="0"/>
                        </a:cubicBezTo>
                        <a:cubicBezTo>
                          <a:pt x="4470" y="177"/>
                          <a:pt x="1854" y="1685"/>
                          <a:pt x="613" y="35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83" name="Forme libre : forme 19682">
                    <a:extLst>
                      <a:ext uri="{FF2B5EF4-FFF2-40B4-BE49-F238E27FC236}">
                        <a16:creationId xmlns:a16="http://schemas.microsoft.com/office/drawing/2014/main" id="{0A92A5C1-2BBD-4C49-A5EA-31865AA82BCD}"/>
                      </a:ext>
                    </a:extLst>
                  </p:cNvPr>
                  <p:cNvSpPr/>
                  <p:nvPr/>
                </p:nvSpPr>
                <p:spPr>
                  <a:xfrm>
                    <a:off x="5633273" y="6033177"/>
                    <a:ext cx="7447" cy="8024"/>
                  </a:xfrm>
                  <a:custGeom>
                    <a:avLst/>
                    <a:gdLst>
                      <a:gd name="connsiteX0" fmla="*/ 6339 w 7447"/>
                      <a:gd name="connsiteY0" fmla="*/ 2660 h 8024"/>
                      <a:gd name="connsiteX1" fmla="*/ 7448 w 7447"/>
                      <a:gd name="connsiteY1" fmla="*/ 0 h 8024"/>
                      <a:gd name="connsiteX2" fmla="*/ 0 w 7447"/>
                      <a:gd name="connsiteY2" fmla="*/ 8024 h 8024"/>
                      <a:gd name="connsiteX3" fmla="*/ 6339 w 7447"/>
                      <a:gd name="connsiteY3" fmla="*/ 2660 h 8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447" h="8024">
                        <a:moveTo>
                          <a:pt x="6339" y="2660"/>
                        </a:moveTo>
                        <a:cubicBezTo>
                          <a:pt x="6960" y="1729"/>
                          <a:pt x="7315" y="843"/>
                          <a:pt x="7448" y="0"/>
                        </a:cubicBezTo>
                        <a:cubicBezTo>
                          <a:pt x="4965" y="2660"/>
                          <a:pt x="2438" y="5320"/>
                          <a:pt x="0" y="8024"/>
                        </a:cubicBezTo>
                        <a:cubicBezTo>
                          <a:pt x="2571" y="6694"/>
                          <a:pt x="4921" y="4788"/>
                          <a:pt x="6339" y="26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84" name="Forme libre : forme 19683">
                    <a:extLst>
                      <a:ext uri="{FF2B5EF4-FFF2-40B4-BE49-F238E27FC236}">
                        <a16:creationId xmlns:a16="http://schemas.microsoft.com/office/drawing/2014/main" id="{C7855BE3-38C6-49CF-A101-4B2A965C73C4}"/>
                      </a:ext>
                    </a:extLst>
                  </p:cNvPr>
                  <p:cNvSpPr/>
                  <p:nvPr/>
                </p:nvSpPr>
                <p:spPr>
                  <a:xfrm>
                    <a:off x="5622143" y="6028789"/>
                    <a:ext cx="18614" cy="14097"/>
                  </a:xfrm>
                  <a:custGeom>
                    <a:avLst/>
                    <a:gdLst>
                      <a:gd name="connsiteX0" fmla="*/ 13879 w 18614"/>
                      <a:gd name="connsiteY0" fmla="*/ 0 h 14097"/>
                      <a:gd name="connsiteX1" fmla="*/ 1200 w 18614"/>
                      <a:gd name="connsiteY1" fmla="*/ 7049 h 14097"/>
                      <a:gd name="connsiteX2" fmla="*/ 4746 w 18614"/>
                      <a:gd name="connsiteY2" fmla="*/ 14097 h 14097"/>
                      <a:gd name="connsiteX3" fmla="*/ 11086 w 18614"/>
                      <a:gd name="connsiteY3" fmla="*/ 12413 h 14097"/>
                      <a:gd name="connsiteX4" fmla="*/ 18533 w 18614"/>
                      <a:gd name="connsiteY4" fmla="*/ 4389 h 14097"/>
                      <a:gd name="connsiteX5" fmla="*/ 13879 w 18614"/>
                      <a:gd name="connsiteY5" fmla="*/ 0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614" h="14097">
                        <a:moveTo>
                          <a:pt x="13879" y="0"/>
                        </a:moveTo>
                        <a:cubicBezTo>
                          <a:pt x="9401" y="0"/>
                          <a:pt x="3727" y="3148"/>
                          <a:pt x="1200" y="7049"/>
                        </a:cubicBezTo>
                        <a:cubicBezTo>
                          <a:pt x="-1327" y="10950"/>
                          <a:pt x="269" y="14097"/>
                          <a:pt x="4746" y="14097"/>
                        </a:cubicBezTo>
                        <a:cubicBezTo>
                          <a:pt x="6741" y="14097"/>
                          <a:pt x="8958" y="13432"/>
                          <a:pt x="11086" y="12413"/>
                        </a:cubicBezTo>
                        <a:cubicBezTo>
                          <a:pt x="13524" y="9709"/>
                          <a:pt x="16051" y="7049"/>
                          <a:pt x="18533" y="4389"/>
                        </a:cubicBezTo>
                        <a:cubicBezTo>
                          <a:pt x="19021" y="1818"/>
                          <a:pt x="17292" y="0"/>
                          <a:pt x="1387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85" name="Forme libre : forme 19684">
                    <a:extLst>
                      <a:ext uri="{FF2B5EF4-FFF2-40B4-BE49-F238E27FC236}">
                        <a16:creationId xmlns:a16="http://schemas.microsoft.com/office/drawing/2014/main" id="{3F7DB910-C55A-4213-BCB4-856E49941D55}"/>
                      </a:ext>
                    </a:extLst>
                  </p:cNvPr>
                  <p:cNvSpPr/>
                  <p:nvPr/>
                </p:nvSpPr>
                <p:spPr>
                  <a:xfrm>
                    <a:off x="5637891" y="6044925"/>
                    <a:ext cx="9515" cy="7181"/>
                  </a:xfrm>
                  <a:custGeom>
                    <a:avLst/>
                    <a:gdLst>
                      <a:gd name="connsiteX0" fmla="*/ 613 w 9515"/>
                      <a:gd name="connsiteY0" fmla="*/ 3591 h 7181"/>
                      <a:gd name="connsiteX1" fmla="*/ 2431 w 9515"/>
                      <a:gd name="connsiteY1" fmla="*/ 7182 h 7181"/>
                      <a:gd name="connsiteX2" fmla="*/ 8903 w 9515"/>
                      <a:gd name="connsiteY2" fmla="*/ 3591 h 7181"/>
                      <a:gd name="connsiteX3" fmla="*/ 7085 w 9515"/>
                      <a:gd name="connsiteY3" fmla="*/ 0 h 7181"/>
                      <a:gd name="connsiteX4" fmla="*/ 613 w 9515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1">
                        <a:moveTo>
                          <a:pt x="613" y="3591"/>
                        </a:move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8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596"/>
                          <a:pt x="61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86" name="Forme libre : forme 19685">
                    <a:extLst>
                      <a:ext uri="{FF2B5EF4-FFF2-40B4-BE49-F238E27FC236}">
                        <a16:creationId xmlns:a16="http://schemas.microsoft.com/office/drawing/2014/main" id="{E807ACFA-DD42-4955-918A-193BB0129DCD}"/>
                      </a:ext>
                    </a:extLst>
                  </p:cNvPr>
                  <p:cNvSpPr/>
                  <p:nvPr/>
                </p:nvSpPr>
                <p:spPr>
                  <a:xfrm>
                    <a:off x="5254376" y="6037212"/>
                    <a:ext cx="6653" cy="8556"/>
                  </a:xfrm>
                  <a:custGeom>
                    <a:avLst/>
                    <a:gdLst>
                      <a:gd name="connsiteX0" fmla="*/ 5497 w 6653"/>
                      <a:gd name="connsiteY0" fmla="*/ 3635 h 8556"/>
                      <a:gd name="connsiteX1" fmla="*/ 6650 w 6653"/>
                      <a:gd name="connsiteY1" fmla="*/ 0 h 8556"/>
                      <a:gd name="connsiteX2" fmla="*/ 0 w 6653"/>
                      <a:gd name="connsiteY2" fmla="*/ 8556 h 8556"/>
                      <a:gd name="connsiteX3" fmla="*/ 5497 w 6653"/>
                      <a:gd name="connsiteY3" fmla="*/ 3635 h 8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53" h="8556">
                        <a:moveTo>
                          <a:pt x="5497" y="3635"/>
                        </a:moveTo>
                        <a:cubicBezTo>
                          <a:pt x="6339" y="2305"/>
                          <a:pt x="6694" y="1064"/>
                          <a:pt x="6650" y="0"/>
                        </a:cubicBezTo>
                        <a:cubicBezTo>
                          <a:pt x="5098" y="2793"/>
                          <a:pt x="2748" y="5674"/>
                          <a:pt x="0" y="8556"/>
                        </a:cubicBezTo>
                        <a:cubicBezTo>
                          <a:pt x="2217" y="7270"/>
                          <a:pt x="4256" y="5541"/>
                          <a:pt x="5497" y="363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87" name="Forme libre : forme 19686">
                    <a:extLst>
                      <a:ext uri="{FF2B5EF4-FFF2-40B4-BE49-F238E27FC236}">
                        <a16:creationId xmlns:a16="http://schemas.microsoft.com/office/drawing/2014/main" id="{024B7AE6-D965-4512-A0A3-0E6CB3E0DA85}"/>
                      </a:ext>
                    </a:extLst>
                  </p:cNvPr>
                  <p:cNvSpPr/>
                  <p:nvPr/>
                </p:nvSpPr>
                <p:spPr>
                  <a:xfrm>
                    <a:off x="5242404" y="6033798"/>
                    <a:ext cx="18533" cy="14097"/>
                  </a:xfrm>
                  <a:custGeom>
                    <a:avLst/>
                    <a:gdLst>
                      <a:gd name="connsiteX0" fmla="*/ 13879 w 18533"/>
                      <a:gd name="connsiteY0" fmla="*/ 0 h 14097"/>
                      <a:gd name="connsiteX1" fmla="*/ 1200 w 18533"/>
                      <a:gd name="connsiteY1" fmla="*/ 7049 h 14097"/>
                      <a:gd name="connsiteX2" fmla="*/ 4746 w 18533"/>
                      <a:gd name="connsiteY2" fmla="*/ 14097 h 14097"/>
                      <a:gd name="connsiteX3" fmla="*/ 11884 w 18533"/>
                      <a:gd name="connsiteY3" fmla="*/ 11970 h 14097"/>
                      <a:gd name="connsiteX4" fmla="*/ 18533 w 18533"/>
                      <a:gd name="connsiteY4" fmla="*/ 3414 h 14097"/>
                      <a:gd name="connsiteX5" fmla="*/ 13879 w 18533"/>
                      <a:gd name="connsiteY5" fmla="*/ 0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533" h="14097">
                        <a:moveTo>
                          <a:pt x="13879" y="0"/>
                        </a:moveTo>
                        <a:cubicBezTo>
                          <a:pt x="9401" y="0"/>
                          <a:pt x="3727" y="3148"/>
                          <a:pt x="1200" y="7049"/>
                        </a:cubicBezTo>
                        <a:cubicBezTo>
                          <a:pt x="-1327" y="10950"/>
                          <a:pt x="269" y="14097"/>
                          <a:pt x="4746" y="14097"/>
                        </a:cubicBezTo>
                        <a:cubicBezTo>
                          <a:pt x="7007" y="14097"/>
                          <a:pt x="9578" y="13299"/>
                          <a:pt x="11884" y="11970"/>
                        </a:cubicBezTo>
                        <a:cubicBezTo>
                          <a:pt x="14632" y="9088"/>
                          <a:pt x="17026" y="6206"/>
                          <a:pt x="18533" y="3414"/>
                        </a:cubicBezTo>
                        <a:cubicBezTo>
                          <a:pt x="18533" y="1375"/>
                          <a:pt x="16849" y="0"/>
                          <a:pt x="1387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88" name="Forme libre : forme 19687">
                    <a:extLst>
                      <a:ext uri="{FF2B5EF4-FFF2-40B4-BE49-F238E27FC236}">
                        <a16:creationId xmlns:a16="http://schemas.microsoft.com/office/drawing/2014/main" id="{1D131F1E-414B-4D21-BBF8-74F6737F0945}"/>
                      </a:ext>
                    </a:extLst>
                  </p:cNvPr>
                  <p:cNvSpPr/>
                  <p:nvPr/>
                </p:nvSpPr>
                <p:spPr>
                  <a:xfrm>
                    <a:off x="5258196" y="6049935"/>
                    <a:ext cx="9515" cy="7181"/>
                  </a:xfrm>
                  <a:custGeom>
                    <a:avLst/>
                    <a:gdLst>
                      <a:gd name="connsiteX0" fmla="*/ 8903 w 9515"/>
                      <a:gd name="connsiteY0" fmla="*/ 3591 h 7181"/>
                      <a:gd name="connsiteX1" fmla="*/ 7085 w 9515"/>
                      <a:gd name="connsiteY1" fmla="*/ 0 h 7181"/>
                      <a:gd name="connsiteX2" fmla="*/ 613 w 9515"/>
                      <a:gd name="connsiteY2" fmla="*/ 3591 h 7181"/>
                      <a:gd name="connsiteX3" fmla="*/ 2431 w 9515"/>
                      <a:gd name="connsiteY3" fmla="*/ 7182 h 7181"/>
                      <a:gd name="connsiteX4" fmla="*/ 8903 w 9515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1">
                        <a:moveTo>
                          <a:pt x="8903" y="3591"/>
                        </a:move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4692" y="7182"/>
                          <a:pt x="7617" y="5586"/>
                          <a:pt x="890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89" name="Forme libre : forme 19688">
                    <a:extLst>
                      <a:ext uri="{FF2B5EF4-FFF2-40B4-BE49-F238E27FC236}">
                        <a16:creationId xmlns:a16="http://schemas.microsoft.com/office/drawing/2014/main" id="{6236704E-47EC-4FF7-B45B-8E225CB57C00}"/>
                      </a:ext>
                    </a:extLst>
                  </p:cNvPr>
                  <p:cNvSpPr/>
                  <p:nvPr/>
                </p:nvSpPr>
                <p:spPr>
                  <a:xfrm>
                    <a:off x="5383069" y="6055255"/>
                    <a:ext cx="16359" cy="13520"/>
                  </a:xfrm>
                  <a:custGeom>
                    <a:avLst/>
                    <a:gdLst>
                      <a:gd name="connsiteX0" fmla="*/ 0 w 16359"/>
                      <a:gd name="connsiteY0" fmla="*/ 13077 h 13520"/>
                      <a:gd name="connsiteX1" fmla="*/ 2483 w 16359"/>
                      <a:gd name="connsiteY1" fmla="*/ 13521 h 13520"/>
                      <a:gd name="connsiteX2" fmla="*/ 15161 w 16359"/>
                      <a:gd name="connsiteY2" fmla="*/ 6472 h 13520"/>
                      <a:gd name="connsiteX3" fmla="*/ 14363 w 16359"/>
                      <a:gd name="connsiteY3" fmla="*/ 0 h 13520"/>
                      <a:gd name="connsiteX4" fmla="*/ 0 w 16359"/>
                      <a:gd name="connsiteY4" fmla="*/ 13077 h 13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59" h="13520">
                        <a:moveTo>
                          <a:pt x="0" y="13077"/>
                        </a:moveTo>
                        <a:cubicBezTo>
                          <a:pt x="709" y="13344"/>
                          <a:pt x="1507" y="13521"/>
                          <a:pt x="2483" y="13521"/>
                        </a:cubicBezTo>
                        <a:cubicBezTo>
                          <a:pt x="6960" y="13521"/>
                          <a:pt x="12634" y="10373"/>
                          <a:pt x="15161" y="6472"/>
                        </a:cubicBezTo>
                        <a:cubicBezTo>
                          <a:pt x="17067" y="3546"/>
                          <a:pt x="16624" y="1020"/>
                          <a:pt x="14363" y="0"/>
                        </a:cubicBezTo>
                        <a:cubicBezTo>
                          <a:pt x="14230" y="4256"/>
                          <a:pt x="7935" y="8954"/>
                          <a:pt x="0" y="130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90" name="Forme libre : forme 19689">
                    <a:extLst>
                      <a:ext uri="{FF2B5EF4-FFF2-40B4-BE49-F238E27FC236}">
                        <a16:creationId xmlns:a16="http://schemas.microsoft.com/office/drawing/2014/main" id="{F002E950-BE87-49F2-B96D-B513ADB21C09}"/>
                      </a:ext>
                    </a:extLst>
                  </p:cNvPr>
                  <p:cNvSpPr/>
                  <p:nvPr/>
                </p:nvSpPr>
                <p:spPr>
                  <a:xfrm>
                    <a:off x="5380834" y="6054722"/>
                    <a:ext cx="16597" cy="13609"/>
                  </a:xfrm>
                  <a:custGeom>
                    <a:avLst/>
                    <a:gdLst>
                      <a:gd name="connsiteX0" fmla="*/ 1171 w 16597"/>
                      <a:gd name="connsiteY0" fmla="*/ 7005 h 13609"/>
                      <a:gd name="connsiteX1" fmla="*/ 2235 w 16597"/>
                      <a:gd name="connsiteY1" fmla="*/ 13610 h 13609"/>
                      <a:gd name="connsiteX2" fmla="*/ 16598 w 16597"/>
                      <a:gd name="connsiteY2" fmla="*/ 532 h 13609"/>
                      <a:gd name="connsiteX3" fmla="*/ 13849 w 16597"/>
                      <a:gd name="connsiteY3" fmla="*/ 0 h 13609"/>
                      <a:gd name="connsiteX4" fmla="*/ 1171 w 16597"/>
                      <a:gd name="connsiteY4" fmla="*/ 7005 h 1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7" h="13609">
                        <a:moveTo>
                          <a:pt x="1171" y="7005"/>
                        </a:moveTo>
                        <a:cubicBezTo>
                          <a:pt x="-780" y="10063"/>
                          <a:pt x="-203" y="12590"/>
                          <a:pt x="2235" y="13610"/>
                        </a:cubicBezTo>
                        <a:cubicBezTo>
                          <a:pt x="10170" y="9487"/>
                          <a:pt x="16465" y="4788"/>
                          <a:pt x="16598" y="532"/>
                        </a:cubicBezTo>
                        <a:cubicBezTo>
                          <a:pt x="15844" y="177"/>
                          <a:pt x="14958" y="0"/>
                          <a:pt x="13849" y="0"/>
                        </a:cubicBezTo>
                        <a:cubicBezTo>
                          <a:pt x="9328" y="-44"/>
                          <a:pt x="3698" y="3148"/>
                          <a:pt x="1171" y="70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91" name="Forme libre : forme 19690">
                    <a:extLst>
                      <a:ext uri="{FF2B5EF4-FFF2-40B4-BE49-F238E27FC236}">
                        <a16:creationId xmlns:a16="http://schemas.microsoft.com/office/drawing/2014/main" id="{F78AD24B-54F6-480F-80BA-F71655B5EA48}"/>
                      </a:ext>
                    </a:extLst>
                  </p:cNvPr>
                  <p:cNvSpPr/>
                  <p:nvPr/>
                </p:nvSpPr>
                <p:spPr>
                  <a:xfrm>
                    <a:off x="5396553" y="6070815"/>
                    <a:ext cx="9515" cy="7181"/>
                  </a:xfrm>
                  <a:custGeom>
                    <a:avLst/>
                    <a:gdLst>
                      <a:gd name="connsiteX0" fmla="*/ 8903 w 9515"/>
                      <a:gd name="connsiteY0" fmla="*/ 3591 h 7181"/>
                      <a:gd name="connsiteX1" fmla="*/ 7085 w 9515"/>
                      <a:gd name="connsiteY1" fmla="*/ 0 h 7181"/>
                      <a:gd name="connsiteX2" fmla="*/ 613 w 9515"/>
                      <a:gd name="connsiteY2" fmla="*/ 3591 h 7181"/>
                      <a:gd name="connsiteX3" fmla="*/ 2431 w 9515"/>
                      <a:gd name="connsiteY3" fmla="*/ 7182 h 7181"/>
                      <a:gd name="connsiteX4" fmla="*/ 8903 w 9515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1">
                        <a:moveTo>
                          <a:pt x="8903" y="3591"/>
                        </a:moveTo>
                        <a:cubicBezTo>
                          <a:pt x="10188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85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85"/>
                          <a:pt x="890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92" name="Forme libre : forme 19691">
                    <a:extLst>
                      <a:ext uri="{FF2B5EF4-FFF2-40B4-BE49-F238E27FC236}">
                        <a16:creationId xmlns:a16="http://schemas.microsoft.com/office/drawing/2014/main" id="{C0AF3322-CA1F-4D3D-8841-BA896462EF8D}"/>
                      </a:ext>
                    </a:extLst>
                  </p:cNvPr>
                  <p:cNvSpPr/>
                  <p:nvPr/>
                </p:nvSpPr>
                <p:spPr>
                  <a:xfrm>
                    <a:off x="6003702" y="5968100"/>
                    <a:ext cx="13524" cy="14053"/>
                  </a:xfrm>
                  <a:custGeom>
                    <a:avLst/>
                    <a:gdLst>
                      <a:gd name="connsiteX0" fmla="*/ 12324 w 13524"/>
                      <a:gd name="connsiteY0" fmla="*/ 7048 h 14053"/>
                      <a:gd name="connsiteX1" fmla="*/ 8778 w 13524"/>
                      <a:gd name="connsiteY1" fmla="*/ 0 h 14053"/>
                      <a:gd name="connsiteX2" fmla="*/ 7093 w 13524"/>
                      <a:gd name="connsiteY2" fmla="*/ 133 h 14053"/>
                      <a:gd name="connsiteX3" fmla="*/ 0 w 13524"/>
                      <a:gd name="connsiteY3" fmla="*/ 14053 h 14053"/>
                      <a:gd name="connsiteX4" fmla="*/ 12324 w 13524"/>
                      <a:gd name="connsiteY4" fmla="*/ 7048 h 1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24" h="14053">
                        <a:moveTo>
                          <a:pt x="12324" y="7048"/>
                        </a:moveTo>
                        <a:cubicBezTo>
                          <a:pt x="14851" y="3147"/>
                          <a:pt x="13255" y="0"/>
                          <a:pt x="8778" y="0"/>
                        </a:cubicBezTo>
                        <a:cubicBezTo>
                          <a:pt x="8246" y="0"/>
                          <a:pt x="7669" y="44"/>
                          <a:pt x="7093" y="133"/>
                        </a:cubicBezTo>
                        <a:cubicBezTo>
                          <a:pt x="5320" y="4699"/>
                          <a:pt x="2970" y="9398"/>
                          <a:pt x="0" y="14053"/>
                        </a:cubicBezTo>
                        <a:cubicBezTo>
                          <a:pt x="4433" y="13920"/>
                          <a:pt x="9886" y="10816"/>
                          <a:pt x="12324" y="7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93" name="Forme libre : forme 19692">
                    <a:extLst>
                      <a:ext uri="{FF2B5EF4-FFF2-40B4-BE49-F238E27FC236}">
                        <a16:creationId xmlns:a16="http://schemas.microsoft.com/office/drawing/2014/main" id="{92C6DEF4-AABB-4F06-BF4F-0E3B5DBE6A08}"/>
                      </a:ext>
                    </a:extLst>
                  </p:cNvPr>
                  <p:cNvSpPr/>
                  <p:nvPr/>
                </p:nvSpPr>
                <p:spPr>
                  <a:xfrm>
                    <a:off x="5998601" y="5968233"/>
                    <a:ext cx="12149" cy="13963"/>
                  </a:xfrm>
                  <a:custGeom>
                    <a:avLst/>
                    <a:gdLst>
                      <a:gd name="connsiteX0" fmla="*/ 1200 w 12149"/>
                      <a:gd name="connsiteY0" fmla="*/ 6915 h 13963"/>
                      <a:gd name="connsiteX1" fmla="*/ 4746 w 12149"/>
                      <a:gd name="connsiteY1" fmla="*/ 13964 h 13963"/>
                      <a:gd name="connsiteX2" fmla="*/ 5057 w 12149"/>
                      <a:gd name="connsiteY2" fmla="*/ 13920 h 13963"/>
                      <a:gd name="connsiteX3" fmla="*/ 12150 w 12149"/>
                      <a:gd name="connsiteY3" fmla="*/ 0 h 13963"/>
                      <a:gd name="connsiteX4" fmla="*/ 1200 w 12149"/>
                      <a:gd name="connsiteY4" fmla="*/ 6915 h 13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9" h="13963">
                        <a:moveTo>
                          <a:pt x="1200" y="6915"/>
                        </a:moveTo>
                        <a:cubicBezTo>
                          <a:pt x="-1327" y="10816"/>
                          <a:pt x="269" y="13964"/>
                          <a:pt x="4746" y="13964"/>
                        </a:cubicBezTo>
                        <a:cubicBezTo>
                          <a:pt x="4835" y="13964"/>
                          <a:pt x="4968" y="13920"/>
                          <a:pt x="5057" y="13920"/>
                        </a:cubicBezTo>
                        <a:cubicBezTo>
                          <a:pt x="8027" y="9265"/>
                          <a:pt x="10376" y="4566"/>
                          <a:pt x="12150" y="0"/>
                        </a:cubicBezTo>
                        <a:cubicBezTo>
                          <a:pt x="8027" y="665"/>
                          <a:pt x="3416" y="3502"/>
                          <a:pt x="1200" y="69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94" name="Forme libre : forme 19693">
                    <a:extLst>
                      <a:ext uri="{FF2B5EF4-FFF2-40B4-BE49-F238E27FC236}">
                        <a16:creationId xmlns:a16="http://schemas.microsoft.com/office/drawing/2014/main" id="{0A9B8D53-18E8-4EB8-9FA0-3C2ABE77DE41}"/>
                      </a:ext>
                    </a:extLst>
                  </p:cNvPr>
                  <p:cNvSpPr/>
                  <p:nvPr/>
                </p:nvSpPr>
                <p:spPr>
                  <a:xfrm>
                    <a:off x="6014349" y="5984236"/>
                    <a:ext cx="9516" cy="7181"/>
                  </a:xfrm>
                  <a:custGeom>
                    <a:avLst/>
                    <a:gdLst>
                      <a:gd name="connsiteX0" fmla="*/ 8903 w 9516"/>
                      <a:gd name="connsiteY0" fmla="*/ 3591 h 7181"/>
                      <a:gd name="connsiteX1" fmla="*/ 7085 w 9516"/>
                      <a:gd name="connsiteY1" fmla="*/ 0 h 7181"/>
                      <a:gd name="connsiteX2" fmla="*/ 613 w 9516"/>
                      <a:gd name="connsiteY2" fmla="*/ 3591 h 7181"/>
                      <a:gd name="connsiteX3" fmla="*/ 2431 w 9516"/>
                      <a:gd name="connsiteY3" fmla="*/ 7182 h 7181"/>
                      <a:gd name="connsiteX4" fmla="*/ 8903 w 9516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6" h="7181">
                        <a:moveTo>
                          <a:pt x="8903" y="3591"/>
                        </a:move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86"/>
                          <a:pt x="890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95" name="Forme libre : forme 19694">
                    <a:extLst>
                      <a:ext uri="{FF2B5EF4-FFF2-40B4-BE49-F238E27FC236}">
                        <a16:creationId xmlns:a16="http://schemas.microsoft.com/office/drawing/2014/main" id="{A950F9C2-0D37-4612-A217-8389FAB14370}"/>
                      </a:ext>
                    </a:extLst>
                  </p:cNvPr>
                  <p:cNvSpPr/>
                  <p:nvPr/>
                </p:nvSpPr>
                <p:spPr>
                  <a:xfrm>
                    <a:off x="5798140" y="6005559"/>
                    <a:ext cx="5452" cy="2083"/>
                  </a:xfrm>
                  <a:custGeom>
                    <a:avLst/>
                    <a:gdLst>
                      <a:gd name="connsiteX0" fmla="*/ 5453 w 5452"/>
                      <a:gd name="connsiteY0" fmla="*/ 0 h 2083"/>
                      <a:gd name="connsiteX1" fmla="*/ 0 w 5452"/>
                      <a:gd name="connsiteY1" fmla="*/ 2084 h 2083"/>
                      <a:gd name="connsiteX2" fmla="*/ 5453 w 5452"/>
                      <a:gd name="connsiteY2" fmla="*/ 0 h 2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452" h="2083">
                        <a:moveTo>
                          <a:pt x="5453" y="0"/>
                        </a:moveTo>
                        <a:cubicBezTo>
                          <a:pt x="3635" y="709"/>
                          <a:pt x="1818" y="1375"/>
                          <a:pt x="0" y="2084"/>
                        </a:cubicBezTo>
                        <a:cubicBezTo>
                          <a:pt x="1773" y="1729"/>
                          <a:pt x="3680" y="1020"/>
                          <a:pt x="545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96" name="Forme libre : forme 19695">
                    <a:extLst>
                      <a:ext uri="{FF2B5EF4-FFF2-40B4-BE49-F238E27FC236}">
                        <a16:creationId xmlns:a16="http://schemas.microsoft.com/office/drawing/2014/main" id="{EAF157AA-22F1-465C-9AC5-FA4B4733C7EB}"/>
                      </a:ext>
                    </a:extLst>
                  </p:cNvPr>
                  <p:cNvSpPr/>
                  <p:nvPr/>
                </p:nvSpPr>
                <p:spPr>
                  <a:xfrm>
                    <a:off x="5794549" y="5993723"/>
                    <a:ext cx="15518" cy="14096"/>
                  </a:xfrm>
                  <a:custGeom>
                    <a:avLst/>
                    <a:gdLst>
                      <a:gd name="connsiteX0" fmla="*/ 14319 w 15518"/>
                      <a:gd name="connsiteY0" fmla="*/ 7048 h 14096"/>
                      <a:gd name="connsiteX1" fmla="*/ 10772 w 15518"/>
                      <a:gd name="connsiteY1" fmla="*/ 0 h 14096"/>
                      <a:gd name="connsiteX2" fmla="*/ 7625 w 15518"/>
                      <a:gd name="connsiteY2" fmla="*/ 488 h 14096"/>
                      <a:gd name="connsiteX3" fmla="*/ 0 w 15518"/>
                      <a:gd name="connsiteY3" fmla="*/ 13920 h 14096"/>
                      <a:gd name="connsiteX4" fmla="*/ 1685 w 15518"/>
                      <a:gd name="connsiteY4" fmla="*/ 14097 h 14096"/>
                      <a:gd name="connsiteX5" fmla="*/ 3591 w 15518"/>
                      <a:gd name="connsiteY5" fmla="*/ 13920 h 14096"/>
                      <a:gd name="connsiteX6" fmla="*/ 9044 w 15518"/>
                      <a:gd name="connsiteY6" fmla="*/ 11836 h 14096"/>
                      <a:gd name="connsiteX7" fmla="*/ 14319 w 15518"/>
                      <a:gd name="connsiteY7" fmla="*/ 7048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518" h="14096">
                        <a:moveTo>
                          <a:pt x="14319" y="7048"/>
                        </a:moveTo>
                        <a:cubicBezTo>
                          <a:pt x="16846" y="3147"/>
                          <a:pt x="15250" y="0"/>
                          <a:pt x="10772" y="0"/>
                        </a:cubicBezTo>
                        <a:cubicBezTo>
                          <a:pt x="9753" y="0"/>
                          <a:pt x="8689" y="177"/>
                          <a:pt x="7625" y="488"/>
                        </a:cubicBezTo>
                        <a:cubicBezTo>
                          <a:pt x="7226" y="4566"/>
                          <a:pt x="3990" y="9398"/>
                          <a:pt x="0" y="13920"/>
                        </a:cubicBezTo>
                        <a:cubicBezTo>
                          <a:pt x="532" y="14053"/>
                          <a:pt x="1064" y="14097"/>
                          <a:pt x="1685" y="14097"/>
                        </a:cubicBezTo>
                        <a:cubicBezTo>
                          <a:pt x="2305" y="14097"/>
                          <a:pt x="2970" y="14008"/>
                          <a:pt x="3591" y="13920"/>
                        </a:cubicBezTo>
                        <a:cubicBezTo>
                          <a:pt x="5408" y="13211"/>
                          <a:pt x="7226" y="12545"/>
                          <a:pt x="9044" y="11836"/>
                        </a:cubicBezTo>
                        <a:cubicBezTo>
                          <a:pt x="11171" y="10551"/>
                          <a:pt x="13122" y="8911"/>
                          <a:pt x="14319" y="7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97" name="Forme libre : forme 19696">
                    <a:extLst>
                      <a:ext uri="{FF2B5EF4-FFF2-40B4-BE49-F238E27FC236}">
                        <a16:creationId xmlns:a16="http://schemas.microsoft.com/office/drawing/2014/main" id="{2A570B31-466A-42B3-9A3E-BF6E12CFB7B7}"/>
                      </a:ext>
                    </a:extLst>
                  </p:cNvPr>
                  <p:cNvSpPr/>
                  <p:nvPr/>
                </p:nvSpPr>
                <p:spPr>
                  <a:xfrm>
                    <a:off x="5791447" y="5994166"/>
                    <a:ext cx="10682" cy="13432"/>
                  </a:xfrm>
                  <a:custGeom>
                    <a:avLst/>
                    <a:gdLst>
                      <a:gd name="connsiteX0" fmla="*/ 1195 w 10682"/>
                      <a:gd name="connsiteY0" fmla="*/ 6605 h 13432"/>
                      <a:gd name="connsiteX1" fmla="*/ 3057 w 10682"/>
                      <a:gd name="connsiteY1" fmla="*/ 13432 h 13432"/>
                      <a:gd name="connsiteX2" fmla="*/ 10682 w 10682"/>
                      <a:gd name="connsiteY2" fmla="*/ 0 h 13432"/>
                      <a:gd name="connsiteX3" fmla="*/ 1195 w 10682"/>
                      <a:gd name="connsiteY3" fmla="*/ 6605 h 13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682" h="13432">
                        <a:moveTo>
                          <a:pt x="1195" y="6605"/>
                        </a:moveTo>
                        <a:cubicBezTo>
                          <a:pt x="-977" y="9930"/>
                          <a:pt x="-90" y="12723"/>
                          <a:pt x="3057" y="13432"/>
                        </a:cubicBezTo>
                        <a:cubicBezTo>
                          <a:pt x="7047" y="8911"/>
                          <a:pt x="10283" y="4079"/>
                          <a:pt x="10682" y="0"/>
                        </a:cubicBezTo>
                        <a:cubicBezTo>
                          <a:pt x="6958" y="1064"/>
                          <a:pt x="3146" y="3591"/>
                          <a:pt x="1195" y="66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98" name="Forme libre : forme 19697">
                    <a:extLst>
                      <a:ext uri="{FF2B5EF4-FFF2-40B4-BE49-F238E27FC236}">
                        <a16:creationId xmlns:a16="http://schemas.microsoft.com/office/drawing/2014/main" id="{37DADE3C-0226-4EA8-9B8D-E87F30E00972}"/>
                      </a:ext>
                    </a:extLst>
                  </p:cNvPr>
                  <p:cNvSpPr/>
                  <p:nvPr/>
                </p:nvSpPr>
                <p:spPr>
                  <a:xfrm>
                    <a:off x="5807147" y="6009860"/>
                    <a:ext cx="9515" cy="7181"/>
                  </a:xfrm>
                  <a:custGeom>
                    <a:avLst/>
                    <a:gdLst>
                      <a:gd name="connsiteX0" fmla="*/ 613 w 9515"/>
                      <a:gd name="connsiteY0" fmla="*/ 3591 h 7181"/>
                      <a:gd name="connsiteX1" fmla="*/ 2431 w 9515"/>
                      <a:gd name="connsiteY1" fmla="*/ 7182 h 7181"/>
                      <a:gd name="connsiteX2" fmla="*/ 8903 w 9515"/>
                      <a:gd name="connsiteY2" fmla="*/ 3591 h 7181"/>
                      <a:gd name="connsiteX3" fmla="*/ 7085 w 9515"/>
                      <a:gd name="connsiteY3" fmla="*/ 0 h 7181"/>
                      <a:gd name="connsiteX4" fmla="*/ 613 w 9515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1">
                        <a:moveTo>
                          <a:pt x="613" y="3591"/>
                        </a:moveTo>
                        <a:cubicBezTo>
                          <a:pt x="-673" y="5585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596"/>
                          <a:pt x="61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699" name="Forme libre : forme 19698">
                    <a:extLst>
                      <a:ext uri="{FF2B5EF4-FFF2-40B4-BE49-F238E27FC236}">
                        <a16:creationId xmlns:a16="http://schemas.microsoft.com/office/drawing/2014/main" id="{AE9F1147-3DEF-4301-AE97-4B2B955C2D0F}"/>
                      </a:ext>
                    </a:extLst>
                  </p:cNvPr>
                  <p:cNvSpPr/>
                  <p:nvPr/>
                </p:nvSpPr>
                <p:spPr>
                  <a:xfrm>
                    <a:off x="5814034" y="6059688"/>
                    <a:ext cx="18580" cy="12811"/>
                  </a:xfrm>
                  <a:custGeom>
                    <a:avLst/>
                    <a:gdLst>
                      <a:gd name="connsiteX0" fmla="*/ 331 w 18580"/>
                      <a:gd name="connsiteY0" fmla="*/ 7492 h 12811"/>
                      <a:gd name="connsiteX1" fmla="*/ 4720 w 18580"/>
                      <a:gd name="connsiteY1" fmla="*/ 12812 h 12811"/>
                      <a:gd name="connsiteX2" fmla="*/ 17398 w 18580"/>
                      <a:gd name="connsiteY2" fmla="*/ 5763 h 12811"/>
                      <a:gd name="connsiteX3" fmla="*/ 17664 w 18580"/>
                      <a:gd name="connsiteY3" fmla="*/ 0 h 12811"/>
                      <a:gd name="connsiteX4" fmla="*/ 7645 w 18580"/>
                      <a:gd name="connsiteY4" fmla="*/ 4699 h 12811"/>
                      <a:gd name="connsiteX5" fmla="*/ 331 w 18580"/>
                      <a:gd name="connsiteY5" fmla="*/ 7492 h 12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580" h="12811">
                        <a:moveTo>
                          <a:pt x="331" y="7492"/>
                        </a:moveTo>
                        <a:cubicBezTo>
                          <a:pt x="-777" y="10551"/>
                          <a:pt x="951" y="12812"/>
                          <a:pt x="4720" y="12812"/>
                        </a:cubicBezTo>
                        <a:cubicBezTo>
                          <a:pt x="9197" y="12812"/>
                          <a:pt x="14871" y="9664"/>
                          <a:pt x="17398" y="5763"/>
                        </a:cubicBezTo>
                        <a:cubicBezTo>
                          <a:pt x="18950" y="3369"/>
                          <a:pt x="18906" y="1285"/>
                          <a:pt x="17664" y="0"/>
                        </a:cubicBezTo>
                        <a:cubicBezTo>
                          <a:pt x="14517" y="1995"/>
                          <a:pt x="10837" y="3457"/>
                          <a:pt x="7645" y="4699"/>
                        </a:cubicBezTo>
                        <a:cubicBezTo>
                          <a:pt x="5207" y="5630"/>
                          <a:pt x="2769" y="6561"/>
                          <a:pt x="331" y="74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00" name="Forme libre : forme 19699">
                    <a:extLst>
                      <a:ext uri="{FF2B5EF4-FFF2-40B4-BE49-F238E27FC236}">
                        <a16:creationId xmlns:a16="http://schemas.microsoft.com/office/drawing/2014/main" id="{7E583430-A212-4FA7-A328-1BD5845D0FBC}"/>
                      </a:ext>
                    </a:extLst>
                  </p:cNvPr>
                  <p:cNvSpPr/>
                  <p:nvPr/>
                </p:nvSpPr>
                <p:spPr>
                  <a:xfrm>
                    <a:off x="5814321" y="6058402"/>
                    <a:ext cx="17333" cy="8777"/>
                  </a:xfrm>
                  <a:custGeom>
                    <a:avLst/>
                    <a:gdLst>
                      <a:gd name="connsiteX0" fmla="*/ 13521 w 17333"/>
                      <a:gd name="connsiteY0" fmla="*/ 0 h 8777"/>
                      <a:gd name="connsiteX1" fmla="*/ 842 w 17333"/>
                      <a:gd name="connsiteY1" fmla="*/ 7048 h 8777"/>
                      <a:gd name="connsiteX2" fmla="*/ 0 w 17333"/>
                      <a:gd name="connsiteY2" fmla="*/ 8777 h 8777"/>
                      <a:gd name="connsiteX3" fmla="*/ 7315 w 17333"/>
                      <a:gd name="connsiteY3" fmla="*/ 5985 h 8777"/>
                      <a:gd name="connsiteX4" fmla="*/ 17333 w 17333"/>
                      <a:gd name="connsiteY4" fmla="*/ 1286 h 8777"/>
                      <a:gd name="connsiteX5" fmla="*/ 13521 w 17333"/>
                      <a:gd name="connsiteY5" fmla="*/ 0 h 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333" h="8777">
                        <a:moveTo>
                          <a:pt x="13521" y="0"/>
                        </a:moveTo>
                        <a:cubicBezTo>
                          <a:pt x="9044" y="0"/>
                          <a:pt x="3369" y="3147"/>
                          <a:pt x="842" y="7048"/>
                        </a:cubicBezTo>
                        <a:cubicBezTo>
                          <a:pt x="443" y="7625"/>
                          <a:pt x="222" y="8201"/>
                          <a:pt x="0" y="8777"/>
                        </a:cubicBezTo>
                        <a:cubicBezTo>
                          <a:pt x="2438" y="7847"/>
                          <a:pt x="4876" y="6915"/>
                          <a:pt x="7315" y="5985"/>
                        </a:cubicBezTo>
                        <a:cubicBezTo>
                          <a:pt x="10506" y="4743"/>
                          <a:pt x="14186" y="3280"/>
                          <a:pt x="17333" y="1286"/>
                        </a:cubicBezTo>
                        <a:cubicBezTo>
                          <a:pt x="16580" y="488"/>
                          <a:pt x="15294" y="0"/>
                          <a:pt x="1352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01" name="Forme libre : forme 19700">
                    <a:extLst>
                      <a:ext uri="{FF2B5EF4-FFF2-40B4-BE49-F238E27FC236}">
                        <a16:creationId xmlns:a16="http://schemas.microsoft.com/office/drawing/2014/main" id="{7E41537E-CC9A-470C-A2AB-F87C93568083}"/>
                      </a:ext>
                    </a:extLst>
                  </p:cNvPr>
                  <p:cNvSpPr/>
                  <p:nvPr/>
                </p:nvSpPr>
                <p:spPr>
                  <a:xfrm>
                    <a:off x="5832629" y="6077996"/>
                    <a:ext cx="6073" cy="3679"/>
                  </a:xfrm>
                  <a:custGeom>
                    <a:avLst/>
                    <a:gdLst>
                      <a:gd name="connsiteX0" fmla="*/ 6029 w 6073"/>
                      <a:gd name="connsiteY0" fmla="*/ 133 h 3679"/>
                      <a:gd name="connsiteX1" fmla="*/ 6073 w 6073"/>
                      <a:gd name="connsiteY1" fmla="*/ 0 h 3679"/>
                      <a:gd name="connsiteX2" fmla="*/ 0 w 6073"/>
                      <a:gd name="connsiteY2" fmla="*/ 3679 h 3679"/>
                      <a:gd name="connsiteX3" fmla="*/ 6029 w 6073"/>
                      <a:gd name="connsiteY3" fmla="*/ 133 h 3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73" h="3679">
                        <a:moveTo>
                          <a:pt x="6029" y="133"/>
                        </a:moveTo>
                        <a:cubicBezTo>
                          <a:pt x="6073" y="88"/>
                          <a:pt x="6073" y="44"/>
                          <a:pt x="6073" y="0"/>
                        </a:cubicBezTo>
                        <a:cubicBezTo>
                          <a:pt x="4034" y="1241"/>
                          <a:pt x="1995" y="2438"/>
                          <a:pt x="0" y="3679"/>
                        </a:cubicBezTo>
                        <a:cubicBezTo>
                          <a:pt x="2217" y="3457"/>
                          <a:pt x="4788" y="1995"/>
                          <a:pt x="6029" y="13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02" name="Forme libre : forme 19701">
                    <a:extLst>
                      <a:ext uri="{FF2B5EF4-FFF2-40B4-BE49-F238E27FC236}">
                        <a16:creationId xmlns:a16="http://schemas.microsoft.com/office/drawing/2014/main" id="{AF965F39-55B0-412A-ACE7-FB0CBEEA04FF}"/>
                      </a:ext>
                    </a:extLst>
                  </p:cNvPr>
                  <p:cNvSpPr/>
                  <p:nvPr/>
                </p:nvSpPr>
                <p:spPr>
                  <a:xfrm>
                    <a:off x="5829711" y="6074494"/>
                    <a:ext cx="9501" cy="7181"/>
                  </a:xfrm>
                  <a:custGeom>
                    <a:avLst/>
                    <a:gdLst>
                      <a:gd name="connsiteX0" fmla="*/ 7085 w 9501"/>
                      <a:gd name="connsiteY0" fmla="*/ 0 h 7181"/>
                      <a:gd name="connsiteX1" fmla="*/ 613 w 9501"/>
                      <a:gd name="connsiteY1" fmla="*/ 3591 h 7181"/>
                      <a:gd name="connsiteX2" fmla="*/ 2431 w 9501"/>
                      <a:gd name="connsiteY2" fmla="*/ 7182 h 7181"/>
                      <a:gd name="connsiteX3" fmla="*/ 2874 w 9501"/>
                      <a:gd name="connsiteY3" fmla="*/ 7093 h 7181"/>
                      <a:gd name="connsiteX4" fmla="*/ 8947 w 9501"/>
                      <a:gd name="connsiteY4" fmla="*/ 3414 h 7181"/>
                      <a:gd name="connsiteX5" fmla="*/ 7085 w 9501"/>
                      <a:gd name="connsiteY5" fmla="*/ 0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01" h="7181">
                        <a:moveTo>
                          <a:pt x="7085" y="0"/>
                        </a:move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2564" y="7182"/>
                          <a:pt x="2741" y="7137"/>
                          <a:pt x="2874" y="7093"/>
                        </a:cubicBezTo>
                        <a:cubicBezTo>
                          <a:pt x="4913" y="5851"/>
                          <a:pt x="6952" y="4611"/>
                          <a:pt x="8947" y="3414"/>
                        </a:cubicBezTo>
                        <a:cubicBezTo>
                          <a:pt x="10144" y="1551"/>
                          <a:pt x="9346" y="0"/>
                          <a:pt x="708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03" name="Forme libre : forme 19702">
                    <a:extLst>
                      <a:ext uri="{FF2B5EF4-FFF2-40B4-BE49-F238E27FC236}">
                        <a16:creationId xmlns:a16="http://schemas.microsoft.com/office/drawing/2014/main" id="{D79261F0-13D9-46E7-BBFE-5EB5E8E208AB}"/>
                      </a:ext>
                    </a:extLst>
                  </p:cNvPr>
                  <p:cNvSpPr/>
                  <p:nvPr/>
                </p:nvSpPr>
                <p:spPr>
                  <a:xfrm>
                    <a:off x="5946205" y="6080701"/>
                    <a:ext cx="18557" cy="10949"/>
                  </a:xfrm>
                  <a:custGeom>
                    <a:avLst/>
                    <a:gdLst>
                      <a:gd name="connsiteX0" fmla="*/ 0 w 18557"/>
                      <a:gd name="connsiteY0" fmla="*/ 7935 h 10949"/>
                      <a:gd name="connsiteX1" fmla="*/ 4699 w 18557"/>
                      <a:gd name="connsiteY1" fmla="*/ 10950 h 10949"/>
                      <a:gd name="connsiteX2" fmla="*/ 17378 w 18557"/>
                      <a:gd name="connsiteY2" fmla="*/ 3901 h 10949"/>
                      <a:gd name="connsiteX3" fmla="*/ 18530 w 18557"/>
                      <a:gd name="connsiteY3" fmla="*/ 0 h 10949"/>
                      <a:gd name="connsiteX4" fmla="*/ 4034 w 18557"/>
                      <a:gd name="connsiteY4" fmla="*/ 5497 h 10949"/>
                      <a:gd name="connsiteX5" fmla="*/ 0 w 18557"/>
                      <a:gd name="connsiteY5" fmla="*/ 7935 h 10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557" h="10949">
                        <a:moveTo>
                          <a:pt x="0" y="7935"/>
                        </a:moveTo>
                        <a:cubicBezTo>
                          <a:pt x="310" y="9753"/>
                          <a:pt x="1951" y="10950"/>
                          <a:pt x="4699" y="10950"/>
                        </a:cubicBezTo>
                        <a:cubicBezTo>
                          <a:pt x="9177" y="10950"/>
                          <a:pt x="14851" y="7802"/>
                          <a:pt x="17378" y="3901"/>
                        </a:cubicBezTo>
                        <a:cubicBezTo>
                          <a:pt x="18309" y="2438"/>
                          <a:pt x="18663" y="1108"/>
                          <a:pt x="18530" y="0"/>
                        </a:cubicBezTo>
                        <a:cubicBezTo>
                          <a:pt x="14009" y="2438"/>
                          <a:pt x="9044" y="4211"/>
                          <a:pt x="4034" y="5497"/>
                        </a:cubicBezTo>
                        <a:cubicBezTo>
                          <a:pt x="2660" y="6295"/>
                          <a:pt x="1286" y="7093"/>
                          <a:pt x="0" y="793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04" name="Forme libre : forme 19703">
                    <a:extLst>
                      <a:ext uri="{FF2B5EF4-FFF2-40B4-BE49-F238E27FC236}">
                        <a16:creationId xmlns:a16="http://schemas.microsoft.com/office/drawing/2014/main" id="{F402174C-6FF1-4D26-8228-34129DF48055}"/>
                      </a:ext>
                    </a:extLst>
                  </p:cNvPr>
                  <p:cNvSpPr/>
                  <p:nvPr/>
                </p:nvSpPr>
                <p:spPr>
                  <a:xfrm>
                    <a:off x="5950195" y="6077553"/>
                    <a:ext cx="14496" cy="8644"/>
                  </a:xfrm>
                  <a:custGeom>
                    <a:avLst/>
                    <a:gdLst>
                      <a:gd name="connsiteX0" fmla="*/ 9797 w 14496"/>
                      <a:gd name="connsiteY0" fmla="*/ 0 h 8644"/>
                      <a:gd name="connsiteX1" fmla="*/ 7270 w 14496"/>
                      <a:gd name="connsiteY1" fmla="*/ 311 h 8644"/>
                      <a:gd name="connsiteX2" fmla="*/ 3591 w 14496"/>
                      <a:gd name="connsiteY2" fmla="*/ 5985 h 8644"/>
                      <a:gd name="connsiteX3" fmla="*/ 0 w 14496"/>
                      <a:gd name="connsiteY3" fmla="*/ 8645 h 8644"/>
                      <a:gd name="connsiteX4" fmla="*/ 14496 w 14496"/>
                      <a:gd name="connsiteY4" fmla="*/ 3148 h 8644"/>
                      <a:gd name="connsiteX5" fmla="*/ 9797 w 14496"/>
                      <a:gd name="connsiteY5" fmla="*/ 0 h 8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96" h="8644">
                        <a:moveTo>
                          <a:pt x="9797" y="0"/>
                        </a:moveTo>
                        <a:cubicBezTo>
                          <a:pt x="8999" y="0"/>
                          <a:pt x="8157" y="133"/>
                          <a:pt x="7270" y="311"/>
                        </a:cubicBezTo>
                        <a:cubicBezTo>
                          <a:pt x="6871" y="2084"/>
                          <a:pt x="5763" y="3990"/>
                          <a:pt x="3591" y="5985"/>
                        </a:cubicBezTo>
                        <a:cubicBezTo>
                          <a:pt x="2527" y="6960"/>
                          <a:pt x="1286" y="7802"/>
                          <a:pt x="0" y="8645"/>
                        </a:cubicBezTo>
                        <a:cubicBezTo>
                          <a:pt x="5054" y="7403"/>
                          <a:pt x="9974" y="5630"/>
                          <a:pt x="14496" y="3148"/>
                        </a:cubicBezTo>
                        <a:cubicBezTo>
                          <a:pt x="14275" y="1241"/>
                          <a:pt x="12590" y="0"/>
                          <a:pt x="979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05" name="Forme libre : forme 19704">
                    <a:extLst>
                      <a:ext uri="{FF2B5EF4-FFF2-40B4-BE49-F238E27FC236}">
                        <a16:creationId xmlns:a16="http://schemas.microsoft.com/office/drawing/2014/main" id="{23B6820B-1C79-487F-AF42-F75ABEF36567}"/>
                      </a:ext>
                    </a:extLst>
                  </p:cNvPr>
                  <p:cNvSpPr/>
                  <p:nvPr/>
                </p:nvSpPr>
                <p:spPr>
                  <a:xfrm>
                    <a:off x="5946134" y="6086198"/>
                    <a:ext cx="4016" cy="2437"/>
                  </a:xfrm>
                  <a:custGeom>
                    <a:avLst/>
                    <a:gdLst>
                      <a:gd name="connsiteX0" fmla="*/ 115 w 4016"/>
                      <a:gd name="connsiteY0" fmla="*/ 886 h 2437"/>
                      <a:gd name="connsiteX1" fmla="*/ 27 w 4016"/>
                      <a:gd name="connsiteY1" fmla="*/ 2438 h 2437"/>
                      <a:gd name="connsiteX2" fmla="*/ 4016 w 4016"/>
                      <a:gd name="connsiteY2" fmla="*/ 0 h 2437"/>
                      <a:gd name="connsiteX3" fmla="*/ 115 w 4016"/>
                      <a:gd name="connsiteY3" fmla="*/ 886 h 2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16" h="2437">
                        <a:moveTo>
                          <a:pt x="115" y="886"/>
                        </a:moveTo>
                        <a:cubicBezTo>
                          <a:pt x="-18" y="1463"/>
                          <a:pt x="-18" y="1950"/>
                          <a:pt x="27" y="2438"/>
                        </a:cubicBezTo>
                        <a:cubicBezTo>
                          <a:pt x="1356" y="1596"/>
                          <a:pt x="2731" y="842"/>
                          <a:pt x="4016" y="0"/>
                        </a:cubicBezTo>
                        <a:cubicBezTo>
                          <a:pt x="2731" y="310"/>
                          <a:pt x="1445" y="621"/>
                          <a:pt x="115" y="8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06" name="Forme libre : forme 19705">
                    <a:extLst>
                      <a:ext uri="{FF2B5EF4-FFF2-40B4-BE49-F238E27FC236}">
                        <a16:creationId xmlns:a16="http://schemas.microsoft.com/office/drawing/2014/main" id="{303E2D82-F467-43E2-9CAB-20BF0A759DB4}"/>
                      </a:ext>
                    </a:extLst>
                  </p:cNvPr>
                  <p:cNvSpPr/>
                  <p:nvPr/>
                </p:nvSpPr>
                <p:spPr>
                  <a:xfrm>
                    <a:off x="5946250" y="6077863"/>
                    <a:ext cx="11215" cy="9220"/>
                  </a:xfrm>
                  <a:custGeom>
                    <a:avLst/>
                    <a:gdLst>
                      <a:gd name="connsiteX0" fmla="*/ 1064 w 11215"/>
                      <a:gd name="connsiteY0" fmla="*/ 6738 h 9220"/>
                      <a:gd name="connsiteX1" fmla="*/ 0 w 11215"/>
                      <a:gd name="connsiteY1" fmla="*/ 9221 h 9220"/>
                      <a:gd name="connsiteX2" fmla="*/ 3945 w 11215"/>
                      <a:gd name="connsiteY2" fmla="*/ 8334 h 9220"/>
                      <a:gd name="connsiteX3" fmla="*/ 7536 w 11215"/>
                      <a:gd name="connsiteY3" fmla="*/ 5674 h 9220"/>
                      <a:gd name="connsiteX4" fmla="*/ 11216 w 11215"/>
                      <a:gd name="connsiteY4" fmla="*/ 0 h 9220"/>
                      <a:gd name="connsiteX5" fmla="*/ 1064 w 11215"/>
                      <a:gd name="connsiteY5" fmla="*/ 6738 h 9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15" h="9220">
                        <a:moveTo>
                          <a:pt x="1064" y="6738"/>
                        </a:moveTo>
                        <a:cubicBezTo>
                          <a:pt x="488" y="7625"/>
                          <a:pt x="177" y="8423"/>
                          <a:pt x="0" y="9221"/>
                        </a:cubicBezTo>
                        <a:cubicBezTo>
                          <a:pt x="1330" y="8955"/>
                          <a:pt x="2616" y="8644"/>
                          <a:pt x="3945" y="8334"/>
                        </a:cubicBezTo>
                        <a:cubicBezTo>
                          <a:pt x="5231" y="7536"/>
                          <a:pt x="6472" y="6650"/>
                          <a:pt x="7536" y="5674"/>
                        </a:cubicBezTo>
                        <a:cubicBezTo>
                          <a:pt x="9708" y="3679"/>
                          <a:pt x="10817" y="1773"/>
                          <a:pt x="11216" y="0"/>
                        </a:cubicBezTo>
                        <a:cubicBezTo>
                          <a:pt x="7315" y="886"/>
                          <a:pt x="3147" y="3546"/>
                          <a:pt x="1064" y="673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07" name="Forme libre : forme 19706">
                    <a:extLst>
                      <a:ext uri="{FF2B5EF4-FFF2-40B4-BE49-F238E27FC236}">
                        <a16:creationId xmlns:a16="http://schemas.microsoft.com/office/drawing/2014/main" id="{28638D07-A8C8-47F8-8122-1C14F6488B1C}"/>
                      </a:ext>
                    </a:extLst>
                  </p:cNvPr>
                  <p:cNvSpPr/>
                  <p:nvPr/>
                </p:nvSpPr>
                <p:spPr>
                  <a:xfrm>
                    <a:off x="5961862" y="6093689"/>
                    <a:ext cx="9515" cy="7181"/>
                  </a:xfrm>
                  <a:custGeom>
                    <a:avLst/>
                    <a:gdLst>
                      <a:gd name="connsiteX0" fmla="*/ 613 w 9515"/>
                      <a:gd name="connsiteY0" fmla="*/ 3591 h 7181"/>
                      <a:gd name="connsiteX1" fmla="*/ 2431 w 9515"/>
                      <a:gd name="connsiteY1" fmla="*/ 7182 h 7181"/>
                      <a:gd name="connsiteX2" fmla="*/ 8903 w 9515"/>
                      <a:gd name="connsiteY2" fmla="*/ 3591 h 7181"/>
                      <a:gd name="connsiteX3" fmla="*/ 7085 w 9515"/>
                      <a:gd name="connsiteY3" fmla="*/ 0 h 7181"/>
                      <a:gd name="connsiteX4" fmla="*/ 613 w 9515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1">
                        <a:moveTo>
                          <a:pt x="613" y="3591"/>
                        </a:move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596"/>
                          <a:pt x="61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08" name="Forme libre : forme 19707">
                    <a:extLst>
                      <a:ext uri="{FF2B5EF4-FFF2-40B4-BE49-F238E27FC236}">
                        <a16:creationId xmlns:a16="http://schemas.microsoft.com/office/drawing/2014/main" id="{37BB3686-9531-4444-BD12-0BB3206168A5}"/>
                      </a:ext>
                    </a:extLst>
                  </p:cNvPr>
                  <p:cNvSpPr/>
                  <p:nvPr/>
                </p:nvSpPr>
                <p:spPr>
                  <a:xfrm>
                    <a:off x="6291809" y="5927891"/>
                    <a:ext cx="6959" cy="2660"/>
                  </a:xfrm>
                  <a:custGeom>
                    <a:avLst/>
                    <a:gdLst>
                      <a:gd name="connsiteX0" fmla="*/ 6960 w 6959"/>
                      <a:gd name="connsiteY0" fmla="*/ 0 h 2660"/>
                      <a:gd name="connsiteX1" fmla="*/ 0 w 6959"/>
                      <a:gd name="connsiteY1" fmla="*/ 2660 h 2660"/>
                      <a:gd name="connsiteX2" fmla="*/ 6960 w 6959"/>
                      <a:gd name="connsiteY2" fmla="*/ 0 h 2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959" h="2660">
                        <a:moveTo>
                          <a:pt x="6960" y="0"/>
                        </a:moveTo>
                        <a:cubicBezTo>
                          <a:pt x="4655" y="887"/>
                          <a:pt x="2305" y="1773"/>
                          <a:pt x="0" y="2660"/>
                        </a:cubicBezTo>
                        <a:cubicBezTo>
                          <a:pt x="2305" y="2350"/>
                          <a:pt x="4788" y="1375"/>
                          <a:pt x="696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09" name="Forme libre : forme 19708">
                    <a:extLst>
                      <a:ext uri="{FF2B5EF4-FFF2-40B4-BE49-F238E27FC236}">
                        <a16:creationId xmlns:a16="http://schemas.microsoft.com/office/drawing/2014/main" id="{813D922C-8987-4287-8588-1EDBA92F1B3D}"/>
                      </a:ext>
                    </a:extLst>
                  </p:cNvPr>
                  <p:cNvSpPr/>
                  <p:nvPr/>
                </p:nvSpPr>
                <p:spPr>
                  <a:xfrm>
                    <a:off x="6291543" y="5917075"/>
                    <a:ext cx="12925" cy="13476"/>
                  </a:xfrm>
                  <a:custGeom>
                    <a:avLst/>
                    <a:gdLst>
                      <a:gd name="connsiteX0" fmla="*/ 11748 w 12925"/>
                      <a:gd name="connsiteY0" fmla="*/ 6517 h 13476"/>
                      <a:gd name="connsiteX1" fmla="*/ 10861 w 12925"/>
                      <a:gd name="connsiteY1" fmla="*/ 0 h 13476"/>
                      <a:gd name="connsiteX2" fmla="*/ 0 w 12925"/>
                      <a:gd name="connsiteY2" fmla="*/ 13477 h 13476"/>
                      <a:gd name="connsiteX3" fmla="*/ 310 w 12925"/>
                      <a:gd name="connsiteY3" fmla="*/ 13432 h 13476"/>
                      <a:gd name="connsiteX4" fmla="*/ 7270 w 12925"/>
                      <a:gd name="connsiteY4" fmla="*/ 10773 h 13476"/>
                      <a:gd name="connsiteX5" fmla="*/ 11748 w 12925"/>
                      <a:gd name="connsiteY5" fmla="*/ 6517 h 13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25" h="13476">
                        <a:moveTo>
                          <a:pt x="11748" y="6517"/>
                        </a:moveTo>
                        <a:cubicBezTo>
                          <a:pt x="13654" y="3547"/>
                          <a:pt x="13166" y="1020"/>
                          <a:pt x="10861" y="0"/>
                        </a:cubicBezTo>
                        <a:cubicBezTo>
                          <a:pt x="7980" y="4477"/>
                          <a:pt x="4079" y="9088"/>
                          <a:pt x="0" y="13477"/>
                        </a:cubicBezTo>
                        <a:cubicBezTo>
                          <a:pt x="89" y="13477"/>
                          <a:pt x="177" y="13477"/>
                          <a:pt x="310" y="13432"/>
                        </a:cubicBezTo>
                        <a:cubicBezTo>
                          <a:pt x="2616" y="12545"/>
                          <a:pt x="4965" y="11659"/>
                          <a:pt x="7270" y="10773"/>
                        </a:cubicBezTo>
                        <a:cubicBezTo>
                          <a:pt x="9088" y="9620"/>
                          <a:pt x="10684" y="8112"/>
                          <a:pt x="11748" y="65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10" name="Forme libre : forme 19709">
                    <a:extLst>
                      <a:ext uri="{FF2B5EF4-FFF2-40B4-BE49-F238E27FC236}">
                        <a16:creationId xmlns:a16="http://schemas.microsoft.com/office/drawing/2014/main" id="{B619FE65-4F89-439F-B070-145B6F258D85}"/>
                      </a:ext>
                    </a:extLst>
                  </p:cNvPr>
                  <p:cNvSpPr/>
                  <p:nvPr/>
                </p:nvSpPr>
                <p:spPr>
                  <a:xfrm>
                    <a:off x="6285866" y="5916543"/>
                    <a:ext cx="16494" cy="14097"/>
                  </a:xfrm>
                  <a:custGeom>
                    <a:avLst/>
                    <a:gdLst>
                      <a:gd name="connsiteX0" fmla="*/ 13879 w 16494"/>
                      <a:gd name="connsiteY0" fmla="*/ 0 h 14097"/>
                      <a:gd name="connsiteX1" fmla="*/ 1200 w 16494"/>
                      <a:gd name="connsiteY1" fmla="*/ 7048 h 14097"/>
                      <a:gd name="connsiteX2" fmla="*/ 4747 w 16494"/>
                      <a:gd name="connsiteY2" fmla="*/ 14097 h 14097"/>
                      <a:gd name="connsiteX3" fmla="*/ 5633 w 16494"/>
                      <a:gd name="connsiteY3" fmla="*/ 14009 h 14097"/>
                      <a:gd name="connsiteX4" fmla="*/ 16494 w 16494"/>
                      <a:gd name="connsiteY4" fmla="*/ 532 h 14097"/>
                      <a:gd name="connsiteX5" fmla="*/ 13879 w 16494"/>
                      <a:gd name="connsiteY5" fmla="*/ 0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94" h="14097">
                        <a:moveTo>
                          <a:pt x="13879" y="0"/>
                        </a:moveTo>
                        <a:cubicBezTo>
                          <a:pt x="9401" y="0"/>
                          <a:pt x="3727" y="3147"/>
                          <a:pt x="1200" y="7048"/>
                        </a:cubicBezTo>
                        <a:cubicBezTo>
                          <a:pt x="-1327" y="10950"/>
                          <a:pt x="269" y="14097"/>
                          <a:pt x="4747" y="14097"/>
                        </a:cubicBezTo>
                        <a:cubicBezTo>
                          <a:pt x="5057" y="14097"/>
                          <a:pt x="5323" y="14053"/>
                          <a:pt x="5633" y="14009"/>
                        </a:cubicBezTo>
                        <a:cubicBezTo>
                          <a:pt x="9756" y="9620"/>
                          <a:pt x="13613" y="4965"/>
                          <a:pt x="16494" y="532"/>
                        </a:cubicBezTo>
                        <a:cubicBezTo>
                          <a:pt x="15829" y="177"/>
                          <a:pt x="14943" y="0"/>
                          <a:pt x="1387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11" name="Forme libre : forme 19710">
                    <a:extLst>
                      <a:ext uri="{FF2B5EF4-FFF2-40B4-BE49-F238E27FC236}">
                        <a16:creationId xmlns:a16="http://schemas.microsoft.com/office/drawing/2014/main" id="{8690C568-80EE-4073-8C3A-AFD3AFE22A24}"/>
                      </a:ext>
                    </a:extLst>
                  </p:cNvPr>
                  <p:cNvSpPr/>
                  <p:nvPr/>
                </p:nvSpPr>
                <p:spPr>
                  <a:xfrm>
                    <a:off x="6301614" y="5932679"/>
                    <a:ext cx="9516" cy="7181"/>
                  </a:xfrm>
                  <a:custGeom>
                    <a:avLst/>
                    <a:gdLst>
                      <a:gd name="connsiteX0" fmla="*/ 8903 w 9516"/>
                      <a:gd name="connsiteY0" fmla="*/ 3591 h 7181"/>
                      <a:gd name="connsiteX1" fmla="*/ 7085 w 9516"/>
                      <a:gd name="connsiteY1" fmla="*/ 0 h 7181"/>
                      <a:gd name="connsiteX2" fmla="*/ 613 w 9516"/>
                      <a:gd name="connsiteY2" fmla="*/ 3591 h 7181"/>
                      <a:gd name="connsiteX3" fmla="*/ 2431 w 9516"/>
                      <a:gd name="connsiteY3" fmla="*/ 7182 h 7181"/>
                      <a:gd name="connsiteX4" fmla="*/ 8903 w 9516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6" h="7181">
                        <a:moveTo>
                          <a:pt x="8903" y="3591"/>
                        </a:move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86"/>
                          <a:pt x="890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12" name="Forme libre : forme 19711">
                    <a:extLst>
                      <a:ext uri="{FF2B5EF4-FFF2-40B4-BE49-F238E27FC236}">
                        <a16:creationId xmlns:a16="http://schemas.microsoft.com/office/drawing/2014/main" id="{05105562-824C-43A5-82A6-CF60509BF667}"/>
                      </a:ext>
                    </a:extLst>
                  </p:cNvPr>
                  <p:cNvSpPr/>
                  <p:nvPr/>
                </p:nvSpPr>
                <p:spPr>
                  <a:xfrm>
                    <a:off x="6178677" y="6056008"/>
                    <a:ext cx="12770" cy="14008"/>
                  </a:xfrm>
                  <a:custGeom>
                    <a:avLst/>
                    <a:gdLst>
                      <a:gd name="connsiteX0" fmla="*/ 5009 w 12770"/>
                      <a:gd name="connsiteY0" fmla="*/ 10329 h 14008"/>
                      <a:gd name="connsiteX1" fmla="*/ 0 w 12770"/>
                      <a:gd name="connsiteY1" fmla="*/ 14009 h 14008"/>
                      <a:gd name="connsiteX2" fmla="*/ 11570 w 12770"/>
                      <a:gd name="connsiteY2" fmla="*/ 7049 h 14008"/>
                      <a:gd name="connsiteX3" fmla="*/ 8024 w 12770"/>
                      <a:gd name="connsiteY3" fmla="*/ 0 h 14008"/>
                      <a:gd name="connsiteX4" fmla="*/ 7048 w 12770"/>
                      <a:gd name="connsiteY4" fmla="*/ 89 h 14008"/>
                      <a:gd name="connsiteX5" fmla="*/ 7492 w 12770"/>
                      <a:gd name="connsiteY5" fmla="*/ 488 h 14008"/>
                      <a:gd name="connsiteX6" fmla="*/ 5009 w 12770"/>
                      <a:gd name="connsiteY6" fmla="*/ 10329 h 1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770" h="14008">
                        <a:moveTo>
                          <a:pt x="5009" y="10329"/>
                        </a:moveTo>
                        <a:cubicBezTo>
                          <a:pt x="3635" y="11748"/>
                          <a:pt x="1862" y="12945"/>
                          <a:pt x="0" y="14009"/>
                        </a:cubicBezTo>
                        <a:cubicBezTo>
                          <a:pt x="4256" y="13566"/>
                          <a:pt x="9265" y="10640"/>
                          <a:pt x="11570" y="7049"/>
                        </a:cubicBezTo>
                        <a:cubicBezTo>
                          <a:pt x="14097" y="3148"/>
                          <a:pt x="12501" y="0"/>
                          <a:pt x="8024" y="0"/>
                        </a:cubicBezTo>
                        <a:cubicBezTo>
                          <a:pt x="7714" y="0"/>
                          <a:pt x="7359" y="44"/>
                          <a:pt x="7048" y="89"/>
                        </a:cubicBezTo>
                        <a:cubicBezTo>
                          <a:pt x="7226" y="222"/>
                          <a:pt x="7403" y="355"/>
                          <a:pt x="7492" y="488"/>
                        </a:cubicBezTo>
                        <a:cubicBezTo>
                          <a:pt x="9176" y="2527"/>
                          <a:pt x="8024" y="7182"/>
                          <a:pt x="5009" y="1032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13" name="Forme libre : forme 19712">
                    <a:extLst>
                      <a:ext uri="{FF2B5EF4-FFF2-40B4-BE49-F238E27FC236}">
                        <a16:creationId xmlns:a16="http://schemas.microsoft.com/office/drawing/2014/main" id="{5BE15846-49E7-4976-8642-3EFF983AF639}"/>
                      </a:ext>
                    </a:extLst>
                  </p:cNvPr>
                  <p:cNvSpPr/>
                  <p:nvPr/>
                </p:nvSpPr>
                <p:spPr>
                  <a:xfrm>
                    <a:off x="6173756" y="6056141"/>
                    <a:ext cx="13132" cy="13964"/>
                  </a:xfrm>
                  <a:custGeom>
                    <a:avLst/>
                    <a:gdLst>
                      <a:gd name="connsiteX0" fmla="*/ 798 w 13132"/>
                      <a:gd name="connsiteY0" fmla="*/ 11837 h 13964"/>
                      <a:gd name="connsiteX1" fmla="*/ 0 w 13132"/>
                      <a:gd name="connsiteY1" fmla="*/ 12767 h 13964"/>
                      <a:gd name="connsiteX2" fmla="*/ 3768 w 13132"/>
                      <a:gd name="connsiteY2" fmla="*/ 13964 h 13964"/>
                      <a:gd name="connsiteX3" fmla="*/ 4877 w 13132"/>
                      <a:gd name="connsiteY3" fmla="*/ 13876 h 13964"/>
                      <a:gd name="connsiteX4" fmla="*/ 9886 w 13132"/>
                      <a:gd name="connsiteY4" fmla="*/ 10196 h 13964"/>
                      <a:gd name="connsiteX5" fmla="*/ 12324 w 13132"/>
                      <a:gd name="connsiteY5" fmla="*/ 399 h 13964"/>
                      <a:gd name="connsiteX6" fmla="*/ 11881 w 13132"/>
                      <a:gd name="connsiteY6" fmla="*/ 0 h 13964"/>
                      <a:gd name="connsiteX7" fmla="*/ 7182 w 13132"/>
                      <a:gd name="connsiteY7" fmla="*/ 1286 h 13964"/>
                      <a:gd name="connsiteX8" fmla="*/ 798 w 13132"/>
                      <a:gd name="connsiteY8" fmla="*/ 11837 h 13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132" h="13964">
                        <a:moveTo>
                          <a:pt x="798" y="11837"/>
                        </a:moveTo>
                        <a:cubicBezTo>
                          <a:pt x="532" y="12147"/>
                          <a:pt x="266" y="12457"/>
                          <a:pt x="0" y="12767"/>
                        </a:cubicBezTo>
                        <a:cubicBezTo>
                          <a:pt x="798" y="13521"/>
                          <a:pt x="2084" y="13964"/>
                          <a:pt x="3768" y="13964"/>
                        </a:cubicBezTo>
                        <a:cubicBezTo>
                          <a:pt x="4123" y="13964"/>
                          <a:pt x="4522" y="13920"/>
                          <a:pt x="4877" y="13876"/>
                        </a:cubicBezTo>
                        <a:cubicBezTo>
                          <a:pt x="6738" y="12812"/>
                          <a:pt x="8512" y="11615"/>
                          <a:pt x="9886" y="10196"/>
                        </a:cubicBezTo>
                        <a:cubicBezTo>
                          <a:pt x="12900" y="7048"/>
                          <a:pt x="14053" y="2394"/>
                          <a:pt x="12324" y="399"/>
                        </a:cubicBezTo>
                        <a:cubicBezTo>
                          <a:pt x="12191" y="266"/>
                          <a:pt x="12014" y="133"/>
                          <a:pt x="11881" y="0"/>
                        </a:cubicBezTo>
                        <a:cubicBezTo>
                          <a:pt x="10374" y="133"/>
                          <a:pt x="8733" y="576"/>
                          <a:pt x="7182" y="1286"/>
                        </a:cubicBezTo>
                        <a:cubicBezTo>
                          <a:pt x="5985" y="4566"/>
                          <a:pt x="3680" y="8245"/>
                          <a:pt x="798" y="118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14" name="Forme libre : forme 19713">
                    <a:extLst>
                      <a:ext uri="{FF2B5EF4-FFF2-40B4-BE49-F238E27FC236}">
                        <a16:creationId xmlns:a16="http://schemas.microsoft.com/office/drawing/2014/main" id="{B3013E91-5937-4778-A29C-662CB091F90D}"/>
                      </a:ext>
                    </a:extLst>
                  </p:cNvPr>
                  <p:cNvSpPr/>
                  <p:nvPr/>
                </p:nvSpPr>
                <p:spPr>
                  <a:xfrm>
                    <a:off x="6172785" y="6057382"/>
                    <a:ext cx="8197" cy="11481"/>
                  </a:xfrm>
                  <a:custGeom>
                    <a:avLst/>
                    <a:gdLst>
                      <a:gd name="connsiteX0" fmla="*/ 8197 w 8197"/>
                      <a:gd name="connsiteY0" fmla="*/ 0 h 11481"/>
                      <a:gd name="connsiteX1" fmla="*/ 1193 w 8197"/>
                      <a:gd name="connsiteY1" fmla="*/ 5674 h 11481"/>
                      <a:gd name="connsiteX2" fmla="*/ 971 w 8197"/>
                      <a:gd name="connsiteY2" fmla="*/ 11482 h 11481"/>
                      <a:gd name="connsiteX3" fmla="*/ 1769 w 8197"/>
                      <a:gd name="connsiteY3" fmla="*/ 10551 h 11481"/>
                      <a:gd name="connsiteX4" fmla="*/ 8197 w 8197"/>
                      <a:gd name="connsiteY4" fmla="*/ 0 h 11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97" h="11481">
                        <a:moveTo>
                          <a:pt x="8197" y="0"/>
                        </a:moveTo>
                        <a:cubicBezTo>
                          <a:pt x="5360" y="1285"/>
                          <a:pt x="2700" y="3325"/>
                          <a:pt x="1193" y="5674"/>
                        </a:cubicBezTo>
                        <a:cubicBezTo>
                          <a:pt x="-359" y="8112"/>
                          <a:pt x="-359" y="10240"/>
                          <a:pt x="971" y="11482"/>
                        </a:cubicBezTo>
                        <a:cubicBezTo>
                          <a:pt x="1237" y="11171"/>
                          <a:pt x="1503" y="10861"/>
                          <a:pt x="1769" y="10551"/>
                        </a:cubicBezTo>
                        <a:cubicBezTo>
                          <a:pt x="4651" y="7004"/>
                          <a:pt x="6956" y="3325"/>
                          <a:pt x="819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15" name="Forme libre : forme 19714">
                    <a:extLst>
                      <a:ext uri="{FF2B5EF4-FFF2-40B4-BE49-F238E27FC236}">
                        <a16:creationId xmlns:a16="http://schemas.microsoft.com/office/drawing/2014/main" id="{82DD0055-C2BE-4292-9891-482DCF013AC9}"/>
                      </a:ext>
                    </a:extLst>
                  </p:cNvPr>
                  <p:cNvSpPr/>
                  <p:nvPr/>
                </p:nvSpPr>
                <p:spPr>
                  <a:xfrm>
                    <a:off x="6188526" y="6072144"/>
                    <a:ext cx="9515" cy="7181"/>
                  </a:xfrm>
                  <a:custGeom>
                    <a:avLst/>
                    <a:gdLst>
                      <a:gd name="connsiteX0" fmla="*/ 613 w 9515"/>
                      <a:gd name="connsiteY0" fmla="*/ 3591 h 7181"/>
                      <a:gd name="connsiteX1" fmla="*/ 2431 w 9515"/>
                      <a:gd name="connsiteY1" fmla="*/ 7182 h 7181"/>
                      <a:gd name="connsiteX2" fmla="*/ 8903 w 9515"/>
                      <a:gd name="connsiteY2" fmla="*/ 3591 h 7181"/>
                      <a:gd name="connsiteX3" fmla="*/ 7085 w 9515"/>
                      <a:gd name="connsiteY3" fmla="*/ 0 h 7181"/>
                      <a:gd name="connsiteX4" fmla="*/ 613 w 9515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1">
                        <a:moveTo>
                          <a:pt x="613" y="3591"/>
                        </a:moveTo>
                        <a:cubicBezTo>
                          <a:pt x="-673" y="5586"/>
                          <a:pt x="126" y="7182"/>
                          <a:pt x="2431" y="7182"/>
                        </a:cubicBez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8" y="1640"/>
                          <a:pt x="9391" y="0"/>
                          <a:pt x="7085" y="0"/>
                        </a:cubicBezTo>
                        <a:cubicBezTo>
                          <a:pt x="4780" y="0"/>
                          <a:pt x="1899" y="1596"/>
                          <a:pt x="61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16" name="Forme libre : forme 19715">
                    <a:extLst>
                      <a:ext uri="{FF2B5EF4-FFF2-40B4-BE49-F238E27FC236}">
                        <a16:creationId xmlns:a16="http://schemas.microsoft.com/office/drawing/2014/main" id="{A7467B63-1038-465E-BC62-09A0D284FBA7}"/>
                      </a:ext>
                    </a:extLst>
                  </p:cNvPr>
                  <p:cNvSpPr/>
                  <p:nvPr/>
                </p:nvSpPr>
                <p:spPr>
                  <a:xfrm>
                    <a:off x="6342347" y="5967657"/>
                    <a:ext cx="11346" cy="11171"/>
                  </a:xfrm>
                  <a:custGeom>
                    <a:avLst/>
                    <a:gdLst>
                      <a:gd name="connsiteX0" fmla="*/ 621 w 11346"/>
                      <a:gd name="connsiteY0" fmla="*/ 11171 h 11171"/>
                      <a:gd name="connsiteX1" fmla="*/ 10196 w 11346"/>
                      <a:gd name="connsiteY1" fmla="*/ 4566 h 11171"/>
                      <a:gd name="connsiteX2" fmla="*/ 11171 w 11346"/>
                      <a:gd name="connsiteY2" fmla="*/ 0 h 11171"/>
                      <a:gd name="connsiteX3" fmla="*/ 0 w 11346"/>
                      <a:gd name="connsiteY3" fmla="*/ 11038 h 11171"/>
                      <a:gd name="connsiteX4" fmla="*/ 621 w 11346"/>
                      <a:gd name="connsiteY4" fmla="*/ 11171 h 11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46" h="11171">
                        <a:moveTo>
                          <a:pt x="621" y="11171"/>
                        </a:moveTo>
                        <a:cubicBezTo>
                          <a:pt x="4344" y="10196"/>
                          <a:pt x="8245" y="7625"/>
                          <a:pt x="10196" y="4566"/>
                        </a:cubicBezTo>
                        <a:cubicBezTo>
                          <a:pt x="11304" y="2837"/>
                          <a:pt x="11570" y="1241"/>
                          <a:pt x="11171" y="0"/>
                        </a:cubicBezTo>
                        <a:cubicBezTo>
                          <a:pt x="7448" y="3679"/>
                          <a:pt x="3724" y="7359"/>
                          <a:pt x="0" y="11038"/>
                        </a:cubicBezTo>
                        <a:cubicBezTo>
                          <a:pt x="177" y="11127"/>
                          <a:pt x="399" y="11127"/>
                          <a:pt x="621" y="1117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17" name="Forme libre : forme 19716">
                    <a:extLst>
                      <a:ext uri="{FF2B5EF4-FFF2-40B4-BE49-F238E27FC236}">
                        <a16:creationId xmlns:a16="http://schemas.microsoft.com/office/drawing/2014/main" id="{23962D83-9916-4A86-B1CE-011F4DB87BB9}"/>
                      </a:ext>
                    </a:extLst>
                  </p:cNvPr>
                  <p:cNvSpPr/>
                  <p:nvPr/>
                </p:nvSpPr>
                <p:spPr>
                  <a:xfrm>
                    <a:off x="6335079" y="5965218"/>
                    <a:ext cx="18395" cy="13565"/>
                  </a:xfrm>
                  <a:custGeom>
                    <a:avLst/>
                    <a:gdLst>
                      <a:gd name="connsiteX0" fmla="*/ 13873 w 18395"/>
                      <a:gd name="connsiteY0" fmla="*/ 0 h 13565"/>
                      <a:gd name="connsiteX1" fmla="*/ 1195 w 18395"/>
                      <a:gd name="connsiteY1" fmla="*/ 7048 h 13565"/>
                      <a:gd name="connsiteX2" fmla="*/ 2037 w 18395"/>
                      <a:gd name="connsiteY2" fmla="*/ 13566 h 13565"/>
                      <a:gd name="connsiteX3" fmla="*/ 7224 w 18395"/>
                      <a:gd name="connsiteY3" fmla="*/ 13521 h 13565"/>
                      <a:gd name="connsiteX4" fmla="*/ 18395 w 18395"/>
                      <a:gd name="connsiteY4" fmla="*/ 2483 h 13565"/>
                      <a:gd name="connsiteX5" fmla="*/ 13873 w 18395"/>
                      <a:gd name="connsiteY5" fmla="*/ 0 h 1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95" h="13565">
                        <a:moveTo>
                          <a:pt x="13873" y="0"/>
                        </a:moveTo>
                        <a:cubicBezTo>
                          <a:pt x="9396" y="0"/>
                          <a:pt x="3722" y="3147"/>
                          <a:pt x="1195" y="7048"/>
                        </a:cubicBezTo>
                        <a:cubicBezTo>
                          <a:pt x="-711" y="9974"/>
                          <a:pt x="-268" y="12502"/>
                          <a:pt x="2037" y="13566"/>
                        </a:cubicBezTo>
                        <a:cubicBezTo>
                          <a:pt x="3943" y="13299"/>
                          <a:pt x="5716" y="13255"/>
                          <a:pt x="7224" y="13521"/>
                        </a:cubicBezTo>
                        <a:cubicBezTo>
                          <a:pt x="10948" y="9841"/>
                          <a:pt x="14671" y="6162"/>
                          <a:pt x="18395" y="2483"/>
                        </a:cubicBezTo>
                        <a:cubicBezTo>
                          <a:pt x="17907" y="975"/>
                          <a:pt x="16356" y="0"/>
                          <a:pt x="138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18" name="Forme libre : forme 19717">
                    <a:extLst>
                      <a:ext uri="{FF2B5EF4-FFF2-40B4-BE49-F238E27FC236}">
                        <a16:creationId xmlns:a16="http://schemas.microsoft.com/office/drawing/2014/main" id="{867C7F4A-421C-4F22-BCF7-8C2A913DF487}"/>
                      </a:ext>
                    </a:extLst>
                  </p:cNvPr>
                  <p:cNvSpPr/>
                  <p:nvPr/>
                </p:nvSpPr>
                <p:spPr>
                  <a:xfrm>
                    <a:off x="6341992" y="5978739"/>
                    <a:ext cx="975" cy="310"/>
                  </a:xfrm>
                  <a:custGeom>
                    <a:avLst/>
                    <a:gdLst>
                      <a:gd name="connsiteX0" fmla="*/ 0 w 975"/>
                      <a:gd name="connsiteY0" fmla="*/ 310 h 310"/>
                      <a:gd name="connsiteX1" fmla="*/ 975 w 975"/>
                      <a:gd name="connsiteY1" fmla="*/ 89 h 310"/>
                      <a:gd name="connsiteX2" fmla="*/ 310 w 975"/>
                      <a:gd name="connsiteY2" fmla="*/ 0 h 310"/>
                      <a:gd name="connsiteX3" fmla="*/ 0 w 975"/>
                      <a:gd name="connsiteY3" fmla="*/ 310 h 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5" h="310">
                        <a:moveTo>
                          <a:pt x="0" y="310"/>
                        </a:moveTo>
                        <a:cubicBezTo>
                          <a:pt x="310" y="266"/>
                          <a:pt x="665" y="177"/>
                          <a:pt x="975" y="89"/>
                        </a:cubicBezTo>
                        <a:cubicBezTo>
                          <a:pt x="754" y="44"/>
                          <a:pt x="532" y="44"/>
                          <a:pt x="310" y="0"/>
                        </a:cubicBezTo>
                        <a:cubicBezTo>
                          <a:pt x="177" y="133"/>
                          <a:pt x="89" y="221"/>
                          <a:pt x="0" y="31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19" name="Forme libre : forme 19718">
                    <a:extLst>
                      <a:ext uri="{FF2B5EF4-FFF2-40B4-BE49-F238E27FC236}">
                        <a16:creationId xmlns:a16="http://schemas.microsoft.com/office/drawing/2014/main" id="{9EC4D9D8-7C25-4F1C-8766-EB59849161E9}"/>
                      </a:ext>
                    </a:extLst>
                  </p:cNvPr>
                  <p:cNvSpPr/>
                  <p:nvPr/>
                </p:nvSpPr>
                <p:spPr>
                  <a:xfrm>
                    <a:off x="6337116" y="5978560"/>
                    <a:ext cx="5186" cy="755"/>
                  </a:xfrm>
                  <a:custGeom>
                    <a:avLst/>
                    <a:gdLst>
                      <a:gd name="connsiteX0" fmla="*/ 4876 w 5186"/>
                      <a:gd name="connsiteY0" fmla="*/ 489 h 755"/>
                      <a:gd name="connsiteX1" fmla="*/ 5187 w 5186"/>
                      <a:gd name="connsiteY1" fmla="*/ 179 h 755"/>
                      <a:gd name="connsiteX2" fmla="*/ 0 w 5186"/>
                      <a:gd name="connsiteY2" fmla="*/ 223 h 755"/>
                      <a:gd name="connsiteX3" fmla="*/ 2704 w 5186"/>
                      <a:gd name="connsiteY3" fmla="*/ 755 h 755"/>
                      <a:gd name="connsiteX4" fmla="*/ 4876 w 5186"/>
                      <a:gd name="connsiteY4" fmla="*/ 489 h 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6" h="755">
                        <a:moveTo>
                          <a:pt x="4876" y="489"/>
                        </a:moveTo>
                        <a:cubicBezTo>
                          <a:pt x="4965" y="400"/>
                          <a:pt x="5098" y="268"/>
                          <a:pt x="5187" y="179"/>
                        </a:cubicBezTo>
                        <a:cubicBezTo>
                          <a:pt x="3679" y="-87"/>
                          <a:pt x="1951" y="-43"/>
                          <a:pt x="0" y="223"/>
                        </a:cubicBezTo>
                        <a:cubicBezTo>
                          <a:pt x="709" y="578"/>
                          <a:pt x="1640" y="755"/>
                          <a:pt x="2704" y="755"/>
                        </a:cubicBezTo>
                        <a:cubicBezTo>
                          <a:pt x="3413" y="755"/>
                          <a:pt x="4123" y="666"/>
                          <a:pt x="4876" y="4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20" name="Forme libre : forme 19719">
                    <a:extLst>
                      <a:ext uri="{FF2B5EF4-FFF2-40B4-BE49-F238E27FC236}">
                        <a16:creationId xmlns:a16="http://schemas.microsoft.com/office/drawing/2014/main" id="{FF90B54B-3290-47BB-BE52-7C1C1CCFEDBB}"/>
                      </a:ext>
                    </a:extLst>
                  </p:cNvPr>
                  <p:cNvSpPr/>
                  <p:nvPr/>
                </p:nvSpPr>
                <p:spPr>
                  <a:xfrm>
                    <a:off x="6350821" y="5981355"/>
                    <a:ext cx="9515" cy="7181"/>
                  </a:xfrm>
                  <a:custGeom>
                    <a:avLst/>
                    <a:gdLst>
                      <a:gd name="connsiteX0" fmla="*/ 613 w 9515"/>
                      <a:gd name="connsiteY0" fmla="*/ 3591 h 7181"/>
                      <a:gd name="connsiteX1" fmla="*/ 2431 w 9515"/>
                      <a:gd name="connsiteY1" fmla="*/ 7182 h 7181"/>
                      <a:gd name="connsiteX2" fmla="*/ 8903 w 9515"/>
                      <a:gd name="connsiteY2" fmla="*/ 3591 h 7181"/>
                      <a:gd name="connsiteX3" fmla="*/ 7085 w 9515"/>
                      <a:gd name="connsiteY3" fmla="*/ 0 h 7181"/>
                      <a:gd name="connsiteX4" fmla="*/ 613 w 9515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1">
                        <a:moveTo>
                          <a:pt x="613" y="3591"/>
                        </a:move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9" y="1596"/>
                          <a:pt x="9390" y="0"/>
                          <a:pt x="7085" y="0"/>
                        </a:cubicBezTo>
                        <a:cubicBezTo>
                          <a:pt x="4780" y="0"/>
                          <a:pt x="1898" y="1596"/>
                          <a:pt x="61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21" name="Forme libre : forme 19720">
                    <a:extLst>
                      <a:ext uri="{FF2B5EF4-FFF2-40B4-BE49-F238E27FC236}">
                        <a16:creationId xmlns:a16="http://schemas.microsoft.com/office/drawing/2014/main" id="{506204FF-4E1F-4AE4-B85C-F449BD578666}"/>
                      </a:ext>
                    </a:extLst>
                  </p:cNvPr>
                  <p:cNvSpPr/>
                  <p:nvPr/>
                </p:nvSpPr>
                <p:spPr>
                  <a:xfrm>
                    <a:off x="6438279" y="6039517"/>
                    <a:ext cx="8068" cy="3413"/>
                  </a:xfrm>
                  <a:custGeom>
                    <a:avLst/>
                    <a:gdLst>
                      <a:gd name="connsiteX0" fmla="*/ 0 w 8068"/>
                      <a:gd name="connsiteY0" fmla="*/ 3414 h 3413"/>
                      <a:gd name="connsiteX1" fmla="*/ 8068 w 8068"/>
                      <a:gd name="connsiteY1" fmla="*/ 0 h 3413"/>
                      <a:gd name="connsiteX2" fmla="*/ 2748 w 8068"/>
                      <a:gd name="connsiteY2" fmla="*/ 1995 h 3413"/>
                      <a:gd name="connsiteX3" fmla="*/ 0 w 8068"/>
                      <a:gd name="connsiteY3" fmla="*/ 3414 h 3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68" h="3413">
                        <a:moveTo>
                          <a:pt x="0" y="3414"/>
                        </a:moveTo>
                        <a:cubicBezTo>
                          <a:pt x="2704" y="3103"/>
                          <a:pt x="5674" y="1818"/>
                          <a:pt x="8068" y="0"/>
                        </a:cubicBezTo>
                        <a:cubicBezTo>
                          <a:pt x="6295" y="532"/>
                          <a:pt x="4477" y="1153"/>
                          <a:pt x="2748" y="1995"/>
                        </a:cubicBezTo>
                        <a:cubicBezTo>
                          <a:pt x="1817" y="2394"/>
                          <a:pt x="886" y="2882"/>
                          <a:pt x="0" y="3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22" name="Forme libre : forme 19721">
                    <a:extLst>
                      <a:ext uri="{FF2B5EF4-FFF2-40B4-BE49-F238E27FC236}">
                        <a16:creationId xmlns:a16="http://schemas.microsoft.com/office/drawing/2014/main" id="{21924C51-142B-4435-9B62-29B8246CF885}"/>
                      </a:ext>
                    </a:extLst>
                  </p:cNvPr>
                  <p:cNvSpPr/>
                  <p:nvPr/>
                </p:nvSpPr>
                <p:spPr>
                  <a:xfrm>
                    <a:off x="6432335" y="6028922"/>
                    <a:ext cx="18625" cy="14097"/>
                  </a:xfrm>
                  <a:custGeom>
                    <a:avLst/>
                    <a:gdLst>
                      <a:gd name="connsiteX0" fmla="*/ 17425 w 18625"/>
                      <a:gd name="connsiteY0" fmla="*/ 7048 h 14097"/>
                      <a:gd name="connsiteX1" fmla="*/ 13879 w 18625"/>
                      <a:gd name="connsiteY1" fmla="*/ 0 h 14097"/>
                      <a:gd name="connsiteX2" fmla="*/ 1200 w 18625"/>
                      <a:gd name="connsiteY2" fmla="*/ 7048 h 14097"/>
                      <a:gd name="connsiteX3" fmla="*/ 4746 w 18625"/>
                      <a:gd name="connsiteY3" fmla="*/ 14097 h 14097"/>
                      <a:gd name="connsiteX4" fmla="*/ 5988 w 18625"/>
                      <a:gd name="connsiteY4" fmla="*/ 14009 h 14097"/>
                      <a:gd name="connsiteX5" fmla="*/ 8736 w 18625"/>
                      <a:gd name="connsiteY5" fmla="*/ 12546 h 14097"/>
                      <a:gd name="connsiteX6" fmla="*/ 14056 w 18625"/>
                      <a:gd name="connsiteY6" fmla="*/ 10551 h 14097"/>
                      <a:gd name="connsiteX7" fmla="*/ 17425 w 18625"/>
                      <a:gd name="connsiteY7" fmla="*/ 7048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625" h="14097">
                        <a:moveTo>
                          <a:pt x="17425" y="7048"/>
                        </a:moveTo>
                        <a:cubicBezTo>
                          <a:pt x="19952" y="3147"/>
                          <a:pt x="18356" y="0"/>
                          <a:pt x="13879" y="0"/>
                        </a:cubicBezTo>
                        <a:cubicBezTo>
                          <a:pt x="9401" y="0"/>
                          <a:pt x="3727" y="3147"/>
                          <a:pt x="1200" y="7048"/>
                        </a:cubicBezTo>
                        <a:cubicBezTo>
                          <a:pt x="-1327" y="10950"/>
                          <a:pt x="269" y="14097"/>
                          <a:pt x="4746" y="14097"/>
                        </a:cubicBezTo>
                        <a:cubicBezTo>
                          <a:pt x="5146" y="14097"/>
                          <a:pt x="5544" y="14053"/>
                          <a:pt x="5988" y="14009"/>
                        </a:cubicBezTo>
                        <a:cubicBezTo>
                          <a:pt x="6874" y="13477"/>
                          <a:pt x="7761" y="12989"/>
                          <a:pt x="8736" y="12546"/>
                        </a:cubicBezTo>
                        <a:cubicBezTo>
                          <a:pt x="10509" y="11703"/>
                          <a:pt x="12283" y="11127"/>
                          <a:pt x="14056" y="10551"/>
                        </a:cubicBezTo>
                        <a:cubicBezTo>
                          <a:pt x="15386" y="9531"/>
                          <a:pt x="16583" y="8334"/>
                          <a:pt x="17425" y="7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23" name="Forme libre : forme 19722">
                    <a:extLst>
                      <a:ext uri="{FF2B5EF4-FFF2-40B4-BE49-F238E27FC236}">
                        <a16:creationId xmlns:a16="http://schemas.microsoft.com/office/drawing/2014/main" id="{BE0F6BD6-B3D6-4E42-B785-CB9847E0155B}"/>
                      </a:ext>
                    </a:extLst>
                  </p:cNvPr>
                  <p:cNvSpPr/>
                  <p:nvPr/>
                </p:nvSpPr>
                <p:spPr>
                  <a:xfrm>
                    <a:off x="6448039" y="6045102"/>
                    <a:ext cx="9516" cy="7182"/>
                  </a:xfrm>
                  <a:custGeom>
                    <a:avLst/>
                    <a:gdLst>
                      <a:gd name="connsiteX0" fmla="*/ 613 w 9516"/>
                      <a:gd name="connsiteY0" fmla="*/ 3591 h 7182"/>
                      <a:gd name="connsiteX1" fmla="*/ 2431 w 9516"/>
                      <a:gd name="connsiteY1" fmla="*/ 7182 h 7182"/>
                      <a:gd name="connsiteX2" fmla="*/ 8903 w 9516"/>
                      <a:gd name="connsiteY2" fmla="*/ 3591 h 7182"/>
                      <a:gd name="connsiteX3" fmla="*/ 7085 w 9516"/>
                      <a:gd name="connsiteY3" fmla="*/ 1 h 7182"/>
                      <a:gd name="connsiteX4" fmla="*/ 613 w 9516"/>
                      <a:gd name="connsiteY4" fmla="*/ 3591 h 7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6" h="7182">
                        <a:moveTo>
                          <a:pt x="613" y="3591"/>
                        </a:moveTo>
                        <a:cubicBezTo>
                          <a:pt x="-673" y="5587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42"/>
                          <a:pt x="8903" y="3591"/>
                        </a:cubicBezTo>
                        <a:cubicBezTo>
                          <a:pt x="10189" y="1597"/>
                          <a:pt x="9391" y="1"/>
                          <a:pt x="7085" y="1"/>
                        </a:cubicBezTo>
                        <a:cubicBezTo>
                          <a:pt x="4824" y="-43"/>
                          <a:pt x="1899" y="1597"/>
                          <a:pt x="61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24" name="Forme libre : forme 19723">
                    <a:extLst>
                      <a:ext uri="{FF2B5EF4-FFF2-40B4-BE49-F238E27FC236}">
                        <a16:creationId xmlns:a16="http://schemas.microsoft.com/office/drawing/2014/main" id="{C6D1F818-31E9-46AD-A04E-21F91D995672}"/>
                      </a:ext>
                    </a:extLst>
                  </p:cNvPr>
                  <p:cNvSpPr/>
                  <p:nvPr/>
                </p:nvSpPr>
                <p:spPr>
                  <a:xfrm>
                    <a:off x="6681789" y="6051575"/>
                    <a:ext cx="10861" cy="4256"/>
                  </a:xfrm>
                  <a:custGeom>
                    <a:avLst/>
                    <a:gdLst>
                      <a:gd name="connsiteX0" fmla="*/ 0 w 10861"/>
                      <a:gd name="connsiteY0" fmla="*/ 4212 h 4256"/>
                      <a:gd name="connsiteX1" fmla="*/ 709 w 10861"/>
                      <a:gd name="connsiteY1" fmla="*/ 4256 h 4256"/>
                      <a:gd name="connsiteX2" fmla="*/ 10861 w 10861"/>
                      <a:gd name="connsiteY2" fmla="*/ 0 h 4256"/>
                      <a:gd name="connsiteX3" fmla="*/ 8112 w 10861"/>
                      <a:gd name="connsiteY3" fmla="*/ 1064 h 4256"/>
                      <a:gd name="connsiteX4" fmla="*/ 0 w 10861"/>
                      <a:gd name="connsiteY4" fmla="*/ 4212 h 4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61" h="4256">
                        <a:moveTo>
                          <a:pt x="0" y="4212"/>
                        </a:moveTo>
                        <a:cubicBezTo>
                          <a:pt x="222" y="4212"/>
                          <a:pt x="443" y="4256"/>
                          <a:pt x="709" y="4256"/>
                        </a:cubicBezTo>
                        <a:cubicBezTo>
                          <a:pt x="4034" y="4256"/>
                          <a:pt x="8024" y="2483"/>
                          <a:pt x="10861" y="0"/>
                        </a:cubicBezTo>
                        <a:cubicBezTo>
                          <a:pt x="9930" y="355"/>
                          <a:pt x="8999" y="754"/>
                          <a:pt x="8112" y="1064"/>
                        </a:cubicBezTo>
                        <a:cubicBezTo>
                          <a:pt x="5408" y="2128"/>
                          <a:pt x="2704" y="3192"/>
                          <a:pt x="0" y="42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25" name="Forme libre : forme 19724">
                    <a:extLst>
                      <a:ext uri="{FF2B5EF4-FFF2-40B4-BE49-F238E27FC236}">
                        <a16:creationId xmlns:a16="http://schemas.microsoft.com/office/drawing/2014/main" id="{DB15A380-95E4-4507-8514-B2F20CA5AECE}"/>
                      </a:ext>
                    </a:extLst>
                  </p:cNvPr>
                  <p:cNvSpPr/>
                  <p:nvPr/>
                </p:nvSpPr>
                <p:spPr>
                  <a:xfrm>
                    <a:off x="6684449" y="6041778"/>
                    <a:ext cx="9486" cy="2083"/>
                  </a:xfrm>
                  <a:custGeom>
                    <a:avLst/>
                    <a:gdLst>
                      <a:gd name="connsiteX0" fmla="*/ 7137 w 9486"/>
                      <a:gd name="connsiteY0" fmla="*/ 0 h 2083"/>
                      <a:gd name="connsiteX1" fmla="*/ 0 w 9486"/>
                      <a:gd name="connsiteY1" fmla="*/ 2083 h 2083"/>
                      <a:gd name="connsiteX2" fmla="*/ 9487 w 9486"/>
                      <a:gd name="connsiteY2" fmla="*/ 399 h 2083"/>
                      <a:gd name="connsiteX3" fmla="*/ 7137 w 9486"/>
                      <a:gd name="connsiteY3" fmla="*/ 0 h 2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486" h="2083">
                        <a:moveTo>
                          <a:pt x="7137" y="0"/>
                        </a:moveTo>
                        <a:cubicBezTo>
                          <a:pt x="4877" y="0"/>
                          <a:pt x="2305" y="798"/>
                          <a:pt x="0" y="2083"/>
                        </a:cubicBezTo>
                        <a:cubicBezTo>
                          <a:pt x="3724" y="886"/>
                          <a:pt x="6960" y="222"/>
                          <a:pt x="9487" y="399"/>
                        </a:cubicBezTo>
                        <a:cubicBezTo>
                          <a:pt x="8822" y="133"/>
                          <a:pt x="8068" y="0"/>
                          <a:pt x="713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26" name="Forme libre : forme 19725">
                    <a:extLst>
                      <a:ext uri="{FF2B5EF4-FFF2-40B4-BE49-F238E27FC236}">
                        <a16:creationId xmlns:a16="http://schemas.microsoft.com/office/drawing/2014/main" id="{FE1CBA44-8AAF-44DA-932A-4EADAB6D1483}"/>
                      </a:ext>
                    </a:extLst>
                  </p:cNvPr>
                  <p:cNvSpPr/>
                  <p:nvPr/>
                </p:nvSpPr>
                <p:spPr>
                  <a:xfrm>
                    <a:off x="6677731" y="6042148"/>
                    <a:ext cx="18582" cy="13638"/>
                  </a:xfrm>
                  <a:custGeom>
                    <a:avLst/>
                    <a:gdLst>
                      <a:gd name="connsiteX0" fmla="*/ 17401 w 18582"/>
                      <a:gd name="connsiteY0" fmla="*/ 6634 h 13638"/>
                      <a:gd name="connsiteX1" fmla="*/ 16204 w 18582"/>
                      <a:gd name="connsiteY1" fmla="*/ 28 h 13638"/>
                      <a:gd name="connsiteX2" fmla="*/ 6717 w 18582"/>
                      <a:gd name="connsiteY2" fmla="*/ 1713 h 13638"/>
                      <a:gd name="connsiteX3" fmla="*/ 1176 w 18582"/>
                      <a:gd name="connsiteY3" fmla="*/ 6678 h 13638"/>
                      <a:gd name="connsiteX4" fmla="*/ 4013 w 18582"/>
                      <a:gd name="connsiteY4" fmla="*/ 13638 h 13638"/>
                      <a:gd name="connsiteX5" fmla="*/ 12170 w 18582"/>
                      <a:gd name="connsiteY5" fmla="*/ 10535 h 13638"/>
                      <a:gd name="connsiteX6" fmla="*/ 14919 w 18582"/>
                      <a:gd name="connsiteY6" fmla="*/ 9471 h 13638"/>
                      <a:gd name="connsiteX7" fmla="*/ 17401 w 18582"/>
                      <a:gd name="connsiteY7" fmla="*/ 6634 h 13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582" h="13638">
                        <a:moveTo>
                          <a:pt x="17401" y="6634"/>
                        </a:moveTo>
                        <a:cubicBezTo>
                          <a:pt x="19396" y="3531"/>
                          <a:pt x="18775" y="960"/>
                          <a:pt x="16204" y="28"/>
                        </a:cubicBezTo>
                        <a:cubicBezTo>
                          <a:pt x="13677" y="-149"/>
                          <a:pt x="10441" y="516"/>
                          <a:pt x="6717" y="1713"/>
                        </a:cubicBezTo>
                        <a:cubicBezTo>
                          <a:pt x="4456" y="2999"/>
                          <a:pt x="2417" y="4728"/>
                          <a:pt x="1176" y="6678"/>
                        </a:cubicBezTo>
                        <a:cubicBezTo>
                          <a:pt x="-1174" y="10358"/>
                          <a:pt x="112" y="13328"/>
                          <a:pt x="4013" y="13638"/>
                        </a:cubicBezTo>
                        <a:cubicBezTo>
                          <a:pt x="6717" y="12619"/>
                          <a:pt x="9466" y="11554"/>
                          <a:pt x="12170" y="10535"/>
                        </a:cubicBezTo>
                        <a:cubicBezTo>
                          <a:pt x="13057" y="10225"/>
                          <a:pt x="13988" y="9826"/>
                          <a:pt x="14919" y="9471"/>
                        </a:cubicBezTo>
                        <a:cubicBezTo>
                          <a:pt x="15894" y="8584"/>
                          <a:pt x="16780" y="7653"/>
                          <a:pt x="17401" y="66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27" name="Forme libre : forme 19726">
                    <a:extLst>
                      <a:ext uri="{FF2B5EF4-FFF2-40B4-BE49-F238E27FC236}">
                        <a16:creationId xmlns:a16="http://schemas.microsoft.com/office/drawing/2014/main" id="{8896800A-8149-4AC0-B5CA-2D66A85F9833}"/>
                      </a:ext>
                    </a:extLst>
                  </p:cNvPr>
                  <p:cNvSpPr/>
                  <p:nvPr/>
                </p:nvSpPr>
                <p:spPr>
                  <a:xfrm>
                    <a:off x="6693491" y="6057914"/>
                    <a:ext cx="9480" cy="7181"/>
                  </a:xfrm>
                  <a:custGeom>
                    <a:avLst/>
                    <a:gdLst>
                      <a:gd name="connsiteX0" fmla="*/ 2396 w 9480"/>
                      <a:gd name="connsiteY0" fmla="*/ 7182 h 7181"/>
                      <a:gd name="connsiteX1" fmla="*/ 8868 w 9480"/>
                      <a:gd name="connsiteY1" fmla="*/ 3591 h 7181"/>
                      <a:gd name="connsiteX2" fmla="*/ 7050 w 9480"/>
                      <a:gd name="connsiteY2" fmla="*/ 0 h 7181"/>
                      <a:gd name="connsiteX3" fmla="*/ 2307 w 9480"/>
                      <a:gd name="connsiteY3" fmla="*/ 1862 h 7181"/>
                      <a:gd name="connsiteX4" fmla="*/ 2 w 9480"/>
                      <a:gd name="connsiteY4" fmla="*/ 5231 h 7181"/>
                      <a:gd name="connsiteX5" fmla="*/ 2396 w 9480"/>
                      <a:gd name="connsiteY5" fmla="*/ 7182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80" h="7181">
                        <a:moveTo>
                          <a:pt x="2396" y="7182"/>
                        </a:moveTo>
                        <a:cubicBezTo>
                          <a:pt x="4701" y="7182"/>
                          <a:pt x="7582" y="5541"/>
                          <a:pt x="8868" y="3591"/>
                        </a:cubicBezTo>
                        <a:cubicBezTo>
                          <a:pt x="10153" y="1596"/>
                          <a:pt x="9356" y="0"/>
                          <a:pt x="7050" y="0"/>
                        </a:cubicBezTo>
                        <a:cubicBezTo>
                          <a:pt x="5499" y="0"/>
                          <a:pt x="3725" y="753"/>
                          <a:pt x="2307" y="1862"/>
                        </a:cubicBezTo>
                        <a:cubicBezTo>
                          <a:pt x="1598" y="2970"/>
                          <a:pt x="844" y="4122"/>
                          <a:pt x="2" y="5231"/>
                        </a:cubicBezTo>
                        <a:cubicBezTo>
                          <a:pt x="-43" y="6339"/>
                          <a:pt x="755" y="7182"/>
                          <a:pt x="2396" y="71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28" name="Forme libre : forme 19727">
                    <a:extLst>
                      <a:ext uri="{FF2B5EF4-FFF2-40B4-BE49-F238E27FC236}">
                        <a16:creationId xmlns:a16="http://schemas.microsoft.com/office/drawing/2014/main" id="{8266AEE1-7266-4ECF-B05A-36BDFD885E1A}"/>
                      </a:ext>
                    </a:extLst>
                  </p:cNvPr>
                  <p:cNvSpPr/>
                  <p:nvPr/>
                </p:nvSpPr>
                <p:spPr>
                  <a:xfrm>
                    <a:off x="6693492" y="6059732"/>
                    <a:ext cx="2305" cy="3368"/>
                  </a:xfrm>
                  <a:custGeom>
                    <a:avLst/>
                    <a:gdLst>
                      <a:gd name="connsiteX0" fmla="*/ 576 w 2305"/>
                      <a:gd name="connsiteY0" fmla="*/ 1773 h 3368"/>
                      <a:gd name="connsiteX1" fmla="*/ 0 w 2305"/>
                      <a:gd name="connsiteY1" fmla="*/ 3369 h 3368"/>
                      <a:gd name="connsiteX2" fmla="*/ 2305 w 2305"/>
                      <a:gd name="connsiteY2" fmla="*/ 0 h 3368"/>
                      <a:gd name="connsiteX3" fmla="*/ 576 w 2305"/>
                      <a:gd name="connsiteY3" fmla="*/ 1773 h 3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5" h="3368">
                        <a:moveTo>
                          <a:pt x="576" y="1773"/>
                        </a:moveTo>
                        <a:cubicBezTo>
                          <a:pt x="177" y="2349"/>
                          <a:pt x="44" y="2881"/>
                          <a:pt x="0" y="3369"/>
                        </a:cubicBezTo>
                        <a:cubicBezTo>
                          <a:pt x="842" y="2260"/>
                          <a:pt x="1596" y="1152"/>
                          <a:pt x="2305" y="0"/>
                        </a:cubicBezTo>
                        <a:cubicBezTo>
                          <a:pt x="1640" y="532"/>
                          <a:pt x="975" y="1108"/>
                          <a:pt x="576" y="17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29" name="Forme libre : forme 19728">
                    <a:extLst>
                      <a:ext uri="{FF2B5EF4-FFF2-40B4-BE49-F238E27FC236}">
                        <a16:creationId xmlns:a16="http://schemas.microsoft.com/office/drawing/2014/main" id="{2F1C0CF1-1F98-4917-A87C-4F377D2B001B}"/>
                      </a:ext>
                    </a:extLst>
                  </p:cNvPr>
                  <p:cNvSpPr/>
                  <p:nvPr/>
                </p:nvSpPr>
                <p:spPr>
                  <a:xfrm>
                    <a:off x="7273474" y="5992083"/>
                    <a:ext cx="13125" cy="14052"/>
                  </a:xfrm>
                  <a:custGeom>
                    <a:avLst/>
                    <a:gdLst>
                      <a:gd name="connsiteX0" fmla="*/ 5896 w 13125"/>
                      <a:gd name="connsiteY0" fmla="*/ 9841 h 14052"/>
                      <a:gd name="connsiteX1" fmla="*/ 0 w 13125"/>
                      <a:gd name="connsiteY1" fmla="*/ 14053 h 14052"/>
                      <a:gd name="connsiteX2" fmla="*/ 11925 w 13125"/>
                      <a:gd name="connsiteY2" fmla="*/ 7048 h 14052"/>
                      <a:gd name="connsiteX3" fmla="*/ 8379 w 13125"/>
                      <a:gd name="connsiteY3" fmla="*/ 0 h 14052"/>
                      <a:gd name="connsiteX4" fmla="*/ 5896 w 13125"/>
                      <a:gd name="connsiteY4" fmla="*/ 9841 h 14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25" h="14052">
                        <a:moveTo>
                          <a:pt x="5896" y="9841"/>
                        </a:moveTo>
                        <a:cubicBezTo>
                          <a:pt x="4300" y="11526"/>
                          <a:pt x="2217" y="12856"/>
                          <a:pt x="0" y="14053"/>
                        </a:cubicBezTo>
                        <a:cubicBezTo>
                          <a:pt x="4345" y="13742"/>
                          <a:pt x="9531" y="10728"/>
                          <a:pt x="11925" y="7048"/>
                        </a:cubicBezTo>
                        <a:cubicBezTo>
                          <a:pt x="14452" y="3147"/>
                          <a:pt x="12856" y="0"/>
                          <a:pt x="8379" y="0"/>
                        </a:cubicBezTo>
                        <a:cubicBezTo>
                          <a:pt x="10063" y="2039"/>
                          <a:pt x="8911" y="6694"/>
                          <a:pt x="5896" y="98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30" name="Forme libre : forme 19729">
                    <a:extLst>
                      <a:ext uri="{FF2B5EF4-FFF2-40B4-BE49-F238E27FC236}">
                        <a16:creationId xmlns:a16="http://schemas.microsoft.com/office/drawing/2014/main" id="{03E6188A-6864-469A-9CDD-05E97F7F4BA5}"/>
                      </a:ext>
                    </a:extLst>
                  </p:cNvPr>
                  <p:cNvSpPr/>
                  <p:nvPr/>
                </p:nvSpPr>
                <p:spPr>
                  <a:xfrm>
                    <a:off x="7267930" y="5992171"/>
                    <a:ext cx="14642" cy="14053"/>
                  </a:xfrm>
                  <a:custGeom>
                    <a:avLst/>
                    <a:gdLst>
                      <a:gd name="connsiteX0" fmla="*/ 1200 w 14642"/>
                      <a:gd name="connsiteY0" fmla="*/ 7005 h 14053"/>
                      <a:gd name="connsiteX1" fmla="*/ 4746 w 14642"/>
                      <a:gd name="connsiteY1" fmla="*/ 14054 h 14053"/>
                      <a:gd name="connsiteX2" fmla="*/ 5500 w 14642"/>
                      <a:gd name="connsiteY2" fmla="*/ 14009 h 14053"/>
                      <a:gd name="connsiteX3" fmla="*/ 11396 w 14642"/>
                      <a:gd name="connsiteY3" fmla="*/ 9798 h 14053"/>
                      <a:gd name="connsiteX4" fmla="*/ 13834 w 14642"/>
                      <a:gd name="connsiteY4" fmla="*/ 0 h 14053"/>
                      <a:gd name="connsiteX5" fmla="*/ 1200 w 14642"/>
                      <a:gd name="connsiteY5" fmla="*/ 7005 h 1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642" h="14053">
                        <a:moveTo>
                          <a:pt x="1200" y="7005"/>
                        </a:moveTo>
                        <a:cubicBezTo>
                          <a:pt x="-1327" y="10906"/>
                          <a:pt x="269" y="14054"/>
                          <a:pt x="4746" y="14054"/>
                        </a:cubicBezTo>
                        <a:cubicBezTo>
                          <a:pt x="4968" y="14054"/>
                          <a:pt x="5234" y="14009"/>
                          <a:pt x="5500" y="14009"/>
                        </a:cubicBezTo>
                        <a:cubicBezTo>
                          <a:pt x="7717" y="12812"/>
                          <a:pt x="9800" y="11483"/>
                          <a:pt x="11396" y="9798"/>
                        </a:cubicBezTo>
                        <a:cubicBezTo>
                          <a:pt x="14411" y="6650"/>
                          <a:pt x="15563" y="1996"/>
                          <a:pt x="13834" y="0"/>
                        </a:cubicBezTo>
                        <a:cubicBezTo>
                          <a:pt x="9401" y="-43"/>
                          <a:pt x="3727" y="3104"/>
                          <a:pt x="1200" y="70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31" name="Forme libre : forme 19730">
                    <a:extLst>
                      <a:ext uri="{FF2B5EF4-FFF2-40B4-BE49-F238E27FC236}">
                        <a16:creationId xmlns:a16="http://schemas.microsoft.com/office/drawing/2014/main" id="{2FD3CEF7-E0D4-40AA-B06B-859C77A3CAD9}"/>
                      </a:ext>
                    </a:extLst>
                  </p:cNvPr>
                  <p:cNvSpPr/>
                  <p:nvPr/>
                </p:nvSpPr>
                <p:spPr>
                  <a:xfrm>
                    <a:off x="7283678" y="6008263"/>
                    <a:ext cx="9516" cy="7181"/>
                  </a:xfrm>
                  <a:custGeom>
                    <a:avLst/>
                    <a:gdLst>
                      <a:gd name="connsiteX0" fmla="*/ 2431 w 9516"/>
                      <a:gd name="connsiteY0" fmla="*/ 7182 h 7181"/>
                      <a:gd name="connsiteX1" fmla="*/ 8903 w 9516"/>
                      <a:gd name="connsiteY1" fmla="*/ 3591 h 7181"/>
                      <a:gd name="connsiteX2" fmla="*/ 7085 w 9516"/>
                      <a:gd name="connsiteY2" fmla="*/ 0 h 7181"/>
                      <a:gd name="connsiteX3" fmla="*/ 613 w 9516"/>
                      <a:gd name="connsiteY3" fmla="*/ 3591 h 7181"/>
                      <a:gd name="connsiteX4" fmla="*/ 2431 w 9516"/>
                      <a:gd name="connsiteY4" fmla="*/ 7182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6" h="7181">
                        <a:moveTo>
                          <a:pt x="2431" y="7182"/>
                        </a:move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86"/>
                          <a:pt x="125" y="7182"/>
                          <a:pt x="2431" y="71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32" name="Forme libre : forme 19731">
                    <a:extLst>
                      <a:ext uri="{FF2B5EF4-FFF2-40B4-BE49-F238E27FC236}">
                        <a16:creationId xmlns:a16="http://schemas.microsoft.com/office/drawing/2014/main" id="{5FEE56AE-0137-452A-9453-07EE9592BFB1}"/>
                      </a:ext>
                    </a:extLst>
                  </p:cNvPr>
                  <p:cNvSpPr/>
                  <p:nvPr/>
                </p:nvSpPr>
                <p:spPr>
                  <a:xfrm>
                    <a:off x="7198777" y="5951254"/>
                    <a:ext cx="7672" cy="8157"/>
                  </a:xfrm>
                  <a:custGeom>
                    <a:avLst/>
                    <a:gdLst>
                      <a:gd name="connsiteX0" fmla="*/ 5630 w 7672"/>
                      <a:gd name="connsiteY0" fmla="*/ 8157 h 8157"/>
                      <a:gd name="connsiteX1" fmla="*/ 6472 w 7672"/>
                      <a:gd name="connsiteY1" fmla="*/ 7049 h 8157"/>
                      <a:gd name="connsiteX2" fmla="*/ 2926 w 7672"/>
                      <a:gd name="connsiteY2" fmla="*/ 0 h 8157"/>
                      <a:gd name="connsiteX3" fmla="*/ 0 w 7672"/>
                      <a:gd name="connsiteY3" fmla="*/ 444 h 8157"/>
                      <a:gd name="connsiteX4" fmla="*/ 5630 w 7672"/>
                      <a:gd name="connsiteY4" fmla="*/ 8157 h 8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72" h="8157">
                        <a:moveTo>
                          <a:pt x="5630" y="8157"/>
                        </a:moveTo>
                        <a:cubicBezTo>
                          <a:pt x="5940" y="7802"/>
                          <a:pt x="6251" y="7403"/>
                          <a:pt x="6472" y="7049"/>
                        </a:cubicBezTo>
                        <a:cubicBezTo>
                          <a:pt x="8999" y="3148"/>
                          <a:pt x="7403" y="0"/>
                          <a:pt x="2926" y="0"/>
                        </a:cubicBezTo>
                        <a:cubicBezTo>
                          <a:pt x="1995" y="0"/>
                          <a:pt x="1020" y="177"/>
                          <a:pt x="0" y="444"/>
                        </a:cubicBezTo>
                        <a:cubicBezTo>
                          <a:pt x="4167" y="1640"/>
                          <a:pt x="6605" y="3990"/>
                          <a:pt x="5630" y="81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33" name="Forme libre : forme 19732">
                    <a:extLst>
                      <a:ext uri="{FF2B5EF4-FFF2-40B4-BE49-F238E27FC236}">
                        <a16:creationId xmlns:a16="http://schemas.microsoft.com/office/drawing/2014/main" id="{E20FBDD9-DFBC-4C79-AA5F-DCC06F53CE18}"/>
                      </a:ext>
                    </a:extLst>
                  </p:cNvPr>
                  <p:cNvSpPr/>
                  <p:nvPr/>
                </p:nvSpPr>
                <p:spPr>
                  <a:xfrm>
                    <a:off x="7187824" y="5951653"/>
                    <a:ext cx="16755" cy="13698"/>
                  </a:xfrm>
                  <a:custGeom>
                    <a:avLst/>
                    <a:gdLst>
                      <a:gd name="connsiteX0" fmla="*/ 1200 w 16755"/>
                      <a:gd name="connsiteY0" fmla="*/ 6650 h 13698"/>
                      <a:gd name="connsiteX1" fmla="*/ 4746 w 16755"/>
                      <a:gd name="connsiteY1" fmla="*/ 13698 h 13698"/>
                      <a:gd name="connsiteX2" fmla="*/ 16539 w 16755"/>
                      <a:gd name="connsiteY2" fmla="*/ 7758 h 13698"/>
                      <a:gd name="connsiteX3" fmla="*/ 10909 w 16755"/>
                      <a:gd name="connsiteY3" fmla="*/ 0 h 13698"/>
                      <a:gd name="connsiteX4" fmla="*/ 1200 w 16755"/>
                      <a:gd name="connsiteY4" fmla="*/ 6650 h 13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55" h="13698">
                        <a:moveTo>
                          <a:pt x="1200" y="6650"/>
                        </a:moveTo>
                        <a:cubicBezTo>
                          <a:pt x="-1327" y="10551"/>
                          <a:pt x="269" y="13698"/>
                          <a:pt x="4746" y="13698"/>
                        </a:cubicBezTo>
                        <a:cubicBezTo>
                          <a:pt x="8781" y="13698"/>
                          <a:pt x="13746" y="11127"/>
                          <a:pt x="16539" y="7758"/>
                        </a:cubicBezTo>
                        <a:cubicBezTo>
                          <a:pt x="17514" y="3591"/>
                          <a:pt x="15120" y="1241"/>
                          <a:pt x="10909" y="0"/>
                        </a:cubicBezTo>
                        <a:cubicBezTo>
                          <a:pt x="7140" y="975"/>
                          <a:pt x="3195" y="3591"/>
                          <a:pt x="1200" y="665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34" name="Forme libre : forme 19733">
                    <a:extLst>
                      <a:ext uri="{FF2B5EF4-FFF2-40B4-BE49-F238E27FC236}">
                        <a16:creationId xmlns:a16="http://schemas.microsoft.com/office/drawing/2014/main" id="{9946C84C-3492-4A3B-86A2-75C5E2754E7D}"/>
                      </a:ext>
                    </a:extLst>
                  </p:cNvPr>
                  <p:cNvSpPr/>
                  <p:nvPr/>
                </p:nvSpPr>
                <p:spPr>
                  <a:xfrm>
                    <a:off x="7203572" y="5967435"/>
                    <a:ext cx="9516" cy="7181"/>
                  </a:xfrm>
                  <a:custGeom>
                    <a:avLst/>
                    <a:gdLst>
                      <a:gd name="connsiteX0" fmla="*/ 2431 w 9516"/>
                      <a:gd name="connsiteY0" fmla="*/ 7182 h 7181"/>
                      <a:gd name="connsiteX1" fmla="*/ 8903 w 9516"/>
                      <a:gd name="connsiteY1" fmla="*/ 3591 h 7181"/>
                      <a:gd name="connsiteX2" fmla="*/ 7085 w 9516"/>
                      <a:gd name="connsiteY2" fmla="*/ 0 h 7181"/>
                      <a:gd name="connsiteX3" fmla="*/ 613 w 9516"/>
                      <a:gd name="connsiteY3" fmla="*/ 3591 h 7181"/>
                      <a:gd name="connsiteX4" fmla="*/ 2431 w 9516"/>
                      <a:gd name="connsiteY4" fmla="*/ 7182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6" h="7181">
                        <a:moveTo>
                          <a:pt x="2431" y="7182"/>
                        </a:move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41"/>
                          <a:pt x="125" y="7182"/>
                          <a:pt x="2431" y="71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35" name="Forme libre : forme 19734">
                    <a:extLst>
                      <a:ext uri="{FF2B5EF4-FFF2-40B4-BE49-F238E27FC236}">
                        <a16:creationId xmlns:a16="http://schemas.microsoft.com/office/drawing/2014/main" id="{E66CA8BD-56A2-49B4-805C-7219DB1E15BF}"/>
                      </a:ext>
                    </a:extLst>
                  </p:cNvPr>
                  <p:cNvSpPr/>
                  <p:nvPr/>
                </p:nvSpPr>
                <p:spPr>
                  <a:xfrm>
                    <a:off x="7028102" y="6047097"/>
                    <a:ext cx="3812" cy="4211"/>
                  </a:xfrm>
                  <a:custGeom>
                    <a:avLst/>
                    <a:gdLst>
                      <a:gd name="connsiteX0" fmla="*/ 0 w 3812"/>
                      <a:gd name="connsiteY0" fmla="*/ 4212 h 4211"/>
                      <a:gd name="connsiteX1" fmla="*/ 3458 w 3812"/>
                      <a:gd name="connsiteY1" fmla="*/ 621 h 4211"/>
                      <a:gd name="connsiteX2" fmla="*/ 3812 w 3812"/>
                      <a:gd name="connsiteY2" fmla="*/ 0 h 4211"/>
                      <a:gd name="connsiteX3" fmla="*/ 1419 w 3812"/>
                      <a:gd name="connsiteY3" fmla="*/ 2616 h 4211"/>
                      <a:gd name="connsiteX4" fmla="*/ 0 w 3812"/>
                      <a:gd name="connsiteY4" fmla="*/ 4212 h 4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2" h="4211">
                        <a:moveTo>
                          <a:pt x="0" y="4212"/>
                        </a:moveTo>
                        <a:cubicBezTo>
                          <a:pt x="1419" y="3148"/>
                          <a:pt x="2615" y="1951"/>
                          <a:pt x="3458" y="621"/>
                        </a:cubicBezTo>
                        <a:cubicBezTo>
                          <a:pt x="3591" y="399"/>
                          <a:pt x="3680" y="222"/>
                          <a:pt x="3812" y="0"/>
                        </a:cubicBezTo>
                        <a:lnTo>
                          <a:pt x="1419" y="2616"/>
                        </a:lnTo>
                        <a:cubicBezTo>
                          <a:pt x="975" y="3148"/>
                          <a:pt x="488" y="3680"/>
                          <a:pt x="0" y="42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36" name="Forme libre : forme 19735">
                    <a:extLst>
                      <a:ext uri="{FF2B5EF4-FFF2-40B4-BE49-F238E27FC236}">
                        <a16:creationId xmlns:a16="http://schemas.microsoft.com/office/drawing/2014/main" id="{5023588D-3A10-4FBD-83CF-29D17E89F747}"/>
                      </a:ext>
                    </a:extLst>
                  </p:cNvPr>
                  <p:cNvSpPr/>
                  <p:nvPr/>
                </p:nvSpPr>
                <p:spPr>
                  <a:xfrm>
                    <a:off x="7014135" y="6040713"/>
                    <a:ext cx="18587" cy="14097"/>
                  </a:xfrm>
                  <a:custGeom>
                    <a:avLst/>
                    <a:gdLst>
                      <a:gd name="connsiteX0" fmla="*/ 13879 w 18587"/>
                      <a:gd name="connsiteY0" fmla="*/ 1 h 14097"/>
                      <a:gd name="connsiteX1" fmla="*/ 1200 w 18587"/>
                      <a:gd name="connsiteY1" fmla="*/ 7049 h 14097"/>
                      <a:gd name="connsiteX2" fmla="*/ 4746 w 18587"/>
                      <a:gd name="connsiteY2" fmla="*/ 14097 h 14097"/>
                      <a:gd name="connsiteX3" fmla="*/ 13923 w 18587"/>
                      <a:gd name="connsiteY3" fmla="*/ 10640 h 14097"/>
                      <a:gd name="connsiteX4" fmla="*/ 15342 w 18587"/>
                      <a:gd name="connsiteY4" fmla="*/ 9044 h 14097"/>
                      <a:gd name="connsiteX5" fmla="*/ 17735 w 18587"/>
                      <a:gd name="connsiteY5" fmla="*/ 6428 h 14097"/>
                      <a:gd name="connsiteX6" fmla="*/ 13879 w 18587"/>
                      <a:gd name="connsiteY6" fmla="*/ 1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587" h="14097">
                        <a:moveTo>
                          <a:pt x="13879" y="1"/>
                        </a:moveTo>
                        <a:cubicBezTo>
                          <a:pt x="9401" y="1"/>
                          <a:pt x="3727" y="3148"/>
                          <a:pt x="1200" y="7049"/>
                        </a:cubicBezTo>
                        <a:cubicBezTo>
                          <a:pt x="-1327" y="10950"/>
                          <a:pt x="269" y="14097"/>
                          <a:pt x="4746" y="14097"/>
                        </a:cubicBezTo>
                        <a:cubicBezTo>
                          <a:pt x="7717" y="14097"/>
                          <a:pt x="11174" y="12679"/>
                          <a:pt x="13923" y="10640"/>
                        </a:cubicBezTo>
                        <a:cubicBezTo>
                          <a:pt x="14411" y="10108"/>
                          <a:pt x="14854" y="9576"/>
                          <a:pt x="15342" y="9044"/>
                        </a:cubicBezTo>
                        <a:lnTo>
                          <a:pt x="17735" y="6428"/>
                        </a:lnTo>
                        <a:cubicBezTo>
                          <a:pt x="19730" y="2793"/>
                          <a:pt x="18134" y="-44"/>
                          <a:pt x="1387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37" name="Forme libre : forme 19736">
                    <a:extLst>
                      <a:ext uri="{FF2B5EF4-FFF2-40B4-BE49-F238E27FC236}">
                        <a16:creationId xmlns:a16="http://schemas.microsoft.com/office/drawing/2014/main" id="{E64EB384-A913-4D85-BF8D-0C70D9F8BF77}"/>
                      </a:ext>
                    </a:extLst>
                  </p:cNvPr>
                  <p:cNvSpPr/>
                  <p:nvPr/>
                </p:nvSpPr>
                <p:spPr>
                  <a:xfrm>
                    <a:off x="7029883" y="6056850"/>
                    <a:ext cx="9516" cy="7182"/>
                  </a:xfrm>
                  <a:custGeom>
                    <a:avLst/>
                    <a:gdLst>
                      <a:gd name="connsiteX0" fmla="*/ 613 w 9516"/>
                      <a:gd name="connsiteY0" fmla="*/ 3591 h 7182"/>
                      <a:gd name="connsiteX1" fmla="*/ 2431 w 9516"/>
                      <a:gd name="connsiteY1" fmla="*/ 7182 h 7182"/>
                      <a:gd name="connsiteX2" fmla="*/ 8903 w 9516"/>
                      <a:gd name="connsiteY2" fmla="*/ 3591 h 7182"/>
                      <a:gd name="connsiteX3" fmla="*/ 7085 w 9516"/>
                      <a:gd name="connsiteY3" fmla="*/ 1 h 7182"/>
                      <a:gd name="connsiteX4" fmla="*/ 613 w 9516"/>
                      <a:gd name="connsiteY4" fmla="*/ 3591 h 7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6" h="7182">
                        <a:moveTo>
                          <a:pt x="613" y="3591"/>
                        </a:moveTo>
                        <a:cubicBezTo>
                          <a:pt x="-673" y="5587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42"/>
                          <a:pt x="8903" y="3591"/>
                        </a:cubicBezTo>
                        <a:cubicBezTo>
                          <a:pt x="10189" y="1597"/>
                          <a:pt x="9391" y="1"/>
                          <a:pt x="7085" y="1"/>
                        </a:cubicBezTo>
                        <a:cubicBezTo>
                          <a:pt x="4824" y="-43"/>
                          <a:pt x="1899" y="1597"/>
                          <a:pt x="61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38" name="Forme libre : forme 19737">
                    <a:extLst>
                      <a:ext uri="{FF2B5EF4-FFF2-40B4-BE49-F238E27FC236}">
                        <a16:creationId xmlns:a16="http://schemas.microsoft.com/office/drawing/2014/main" id="{79AB6C84-AF50-46B7-A177-C96A3D9531E5}"/>
                      </a:ext>
                    </a:extLst>
                  </p:cNvPr>
                  <p:cNvSpPr/>
                  <p:nvPr/>
                </p:nvSpPr>
                <p:spPr>
                  <a:xfrm>
                    <a:off x="6946090" y="5996826"/>
                    <a:ext cx="9046" cy="13077"/>
                  </a:xfrm>
                  <a:custGeom>
                    <a:avLst/>
                    <a:gdLst>
                      <a:gd name="connsiteX0" fmla="*/ 0 w 9046"/>
                      <a:gd name="connsiteY0" fmla="*/ 13077 h 13077"/>
                      <a:gd name="connsiteX1" fmla="*/ 7847 w 9046"/>
                      <a:gd name="connsiteY1" fmla="*/ 7048 h 13077"/>
                      <a:gd name="connsiteX2" fmla="*/ 4300 w 9046"/>
                      <a:gd name="connsiteY2" fmla="*/ 0 h 13077"/>
                      <a:gd name="connsiteX3" fmla="*/ 2660 w 9046"/>
                      <a:gd name="connsiteY3" fmla="*/ 133 h 13077"/>
                      <a:gd name="connsiteX4" fmla="*/ 0 w 9046"/>
                      <a:gd name="connsiteY4" fmla="*/ 13077 h 13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46" h="13077">
                        <a:moveTo>
                          <a:pt x="0" y="13077"/>
                        </a:moveTo>
                        <a:cubicBezTo>
                          <a:pt x="3147" y="11837"/>
                          <a:pt x="6206" y="9620"/>
                          <a:pt x="7847" y="7048"/>
                        </a:cubicBezTo>
                        <a:cubicBezTo>
                          <a:pt x="10373" y="3147"/>
                          <a:pt x="8777" y="0"/>
                          <a:pt x="4300" y="0"/>
                        </a:cubicBezTo>
                        <a:cubicBezTo>
                          <a:pt x="3768" y="0"/>
                          <a:pt x="3236" y="44"/>
                          <a:pt x="2660" y="133"/>
                        </a:cubicBezTo>
                        <a:cubicBezTo>
                          <a:pt x="4389" y="3015"/>
                          <a:pt x="2837" y="7891"/>
                          <a:pt x="0" y="130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39" name="Forme libre : forme 19738">
                    <a:extLst>
                      <a:ext uri="{FF2B5EF4-FFF2-40B4-BE49-F238E27FC236}">
                        <a16:creationId xmlns:a16="http://schemas.microsoft.com/office/drawing/2014/main" id="{51E16E30-0F22-43F9-B2C1-FB98D3D12657}"/>
                      </a:ext>
                    </a:extLst>
                  </p:cNvPr>
                  <p:cNvSpPr/>
                  <p:nvPr/>
                </p:nvSpPr>
                <p:spPr>
                  <a:xfrm>
                    <a:off x="6936511" y="5997048"/>
                    <a:ext cx="12938" cy="13919"/>
                  </a:xfrm>
                  <a:custGeom>
                    <a:avLst/>
                    <a:gdLst>
                      <a:gd name="connsiteX0" fmla="*/ 1200 w 12938"/>
                      <a:gd name="connsiteY0" fmla="*/ 6871 h 13919"/>
                      <a:gd name="connsiteX1" fmla="*/ 4746 w 12938"/>
                      <a:gd name="connsiteY1" fmla="*/ 13920 h 13919"/>
                      <a:gd name="connsiteX2" fmla="*/ 9534 w 12938"/>
                      <a:gd name="connsiteY2" fmla="*/ 12900 h 13919"/>
                      <a:gd name="connsiteX3" fmla="*/ 12194 w 12938"/>
                      <a:gd name="connsiteY3" fmla="*/ 0 h 13919"/>
                      <a:gd name="connsiteX4" fmla="*/ 1200 w 12938"/>
                      <a:gd name="connsiteY4" fmla="*/ 6871 h 13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38" h="13919">
                        <a:moveTo>
                          <a:pt x="1200" y="6871"/>
                        </a:moveTo>
                        <a:cubicBezTo>
                          <a:pt x="-1327" y="10772"/>
                          <a:pt x="269" y="13920"/>
                          <a:pt x="4746" y="13920"/>
                        </a:cubicBezTo>
                        <a:cubicBezTo>
                          <a:pt x="6254" y="13920"/>
                          <a:pt x="7938" y="13521"/>
                          <a:pt x="9534" y="12900"/>
                        </a:cubicBezTo>
                        <a:cubicBezTo>
                          <a:pt x="12372" y="7714"/>
                          <a:pt x="13967" y="2793"/>
                          <a:pt x="12194" y="0"/>
                        </a:cubicBezTo>
                        <a:cubicBezTo>
                          <a:pt x="8071" y="576"/>
                          <a:pt x="3417" y="3414"/>
                          <a:pt x="1200" y="687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40" name="Forme libre : forme 19739">
                    <a:extLst>
                      <a:ext uri="{FF2B5EF4-FFF2-40B4-BE49-F238E27FC236}">
                        <a16:creationId xmlns:a16="http://schemas.microsoft.com/office/drawing/2014/main" id="{F7E384AD-74C8-45D5-9B21-332B80775CF3}"/>
                      </a:ext>
                    </a:extLst>
                  </p:cNvPr>
                  <p:cNvSpPr/>
                  <p:nvPr/>
                </p:nvSpPr>
                <p:spPr>
                  <a:xfrm>
                    <a:off x="6952260" y="6013007"/>
                    <a:ext cx="9516" cy="7181"/>
                  </a:xfrm>
                  <a:custGeom>
                    <a:avLst/>
                    <a:gdLst>
                      <a:gd name="connsiteX0" fmla="*/ 613 w 9516"/>
                      <a:gd name="connsiteY0" fmla="*/ 3591 h 7181"/>
                      <a:gd name="connsiteX1" fmla="*/ 2431 w 9516"/>
                      <a:gd name="connsiteY1" fmla="*/ 7182 h 7181"/>
                      <a:gd name="connsiteX2" fmla="*/ 8903 w 9516"/>
                      <a:gd name="connsiteY2" fmla="*/ 3591 h 7181"/>
                      <a:gd name="connsiteX3" fmla="*/ 7085 w 9516"/>
                      <a:gd name="connsiteY3" fmla="*/ 0 h 7181"/>
                      <a:gd name="connsiteX4" fmla="*/ 613 w 9516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6" h="7181">
                        <a:moveTo>
                          <a:pt x="613" y="3591"/>
                        </a:move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596"/>
                          <a:pt x="61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41" name="Forme libre : forme 19740">
                    <a:extLst>
                      <a:ext uri="{FF2B5EF4-FFF2-40B4-BE49-F238E27FC236}">
                        <a16:creationId xmlns:a16="http://schemas.microsoft.com/office/drawing/2014/main" id="{ACCFFA67-2F5F-40BE-B63C-BC032936AE8A}"/>
                      </a:ext>
                    </a:extLst>
                  </p:cNvPr>
                  <p:cNvSpPr/>
                  <p:nvPr/>
                </p:nvSpPr>
                <p:spPr>
                  <a:xfrm>
                    <a:off x="7093801" y="5978651"/>
                    <a:ext cx="11659" cy="6649"/>
                  </a:xfrm>
                  <a:custGeom>
                    <a:avLst/>
                    <a:gdLst>
                      <a:gd name="connsiteX0" fmla="*/ 11659 w 11659"/>
                      <a:gd name="connsiteY0" fmla="*/ 0 h 6649"/>
                      <a:gd name="connsiteX1" fmla="*/ 0 w 11659"/>
                      <a:gd name="connsiteY1" fmla="*/ 6650 h 6649"/>
                      <a:gd name="connsiteX2" fmla="*/ 11659 w 11659"/>
                      <a:gd name="connsiteY2" fmla="*/ 0 h 6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659" h="6649">
                        <a:moveTo>
                          <a:pt x="11659" y="0"/>
                        </a:moveTo>
                        <a:cubicBezTo>
                          <a:pt x="8600" y="2970"/>
                          <a:pt x="4123" y="5054"/>
                          <a:pt x="0" y="6650"/>
                        </a:cubicBezTo>
                        <a:cubicBezTo>
                          <a:pt x="4256" y="6339"/>
                          <a:pt x="9221" y="3502"/>
                          <a:pt x="1165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42" name="Forme libre : forme 19741">
                    <a:extLst>
                      <a:ext uri="{FF2B5EF4-FFF2-40B4-BE49-F238E27FC236}">
                        <a16:creationId xmlns:a16="http://schemas.microsoft.com/office/drawing/2014/main" id="{6F71DE95-0A09-4661-B935-E8F7F542703C}"/>
                      </a:ext>
                    </a:extLst>
                  </p:cNvPr>
                  <p:cNvSpPr/>
                  <p:nvPr/>
                </p:nvSpPr>
                <p:spPr>
                  <a:xfrm>
                    <a:off x="7088256" y="5971291"/>
                    <a:ext cx="18639" cy="14097"/>
                  </a:xfrm>
                  <a:custGeom>
                    <a:avLst/>
                    <a:gdLst>
                      <a:gd name="connsiteX0" fmla="*/ 13879 w 18639"/>
                      <a:gd name="connsiteY0" fmla="*/ 0 h 14097"/>
                      <a:gd name="connsiteX1" fmla="*/ 1200 w 18639"/>
                      <a:gd name="connsiteY1" fmla="*/ 7048 h 14097"/>
                      <a:gd name="connsiteX2" fmla="*/ 4747 w 18639"/>
                      <a:gd name="connsiteY2" fmla="*/ 14097 h 14097"/>
                      <a:gd name="connsiteX3" fmla="*/ 5544 w 18639"/>
                      <a:gd name="connsiteY3" fmla="*/ 14053 h 14097"/>
                      <a:gd name="connsiteX4" fmla="*/ 17204 w 18639"/>
                      <a:gd name="connsiteY4" fmla="*/ 7403 h 14097"/>
                      <a:gd name="connsiteX5" fmla="*/ 17470 w 18639"/>
                      <a:gd name="connsiteY5" fmla="*/ 7093 h 14097"/>
                      <a:gd name="connsiteX6" fmla="*/ 13879 w 18639"/>
                      <a:gd name="connsiteY6" fmla="*/ 0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639" h="14097">
                        <a:moveTo>
                          <a:pt x="13879" y="0"/>
                        </a:moveTo>
                        <a:cubicBezTo>
                          <a:pt x="9401" y="0"/>
                          <a:pt x="3727" y="3147"/>
                          <a:pt x="1200" y="7048"/>
                        </a:cubicBezTo>
                        <a:cubicBezTo>
                          <a:pt x="-1327" y="10950"/>
                          <a:pt x="269" y="14097"/>
                          <a:pt x="4747" y="14097"/>
                        </a:cubicBezTo>
                        <a:cubicBezTo>
                          <a:pt x="5013" y="14097"/>
                          <a:pt x="5278" y="14053"/>
                          <a:pt x="5544" y="14053"/>
                        </a:cubicBezTo>
                        <a:cubicBezTo>
                          <a:pt x="9667" y="12457"/>
                          <a:pt x="14145" y="10373"/>
                          <a:pt x="17204" y="7403"/>
                        </a:cubicBezTo>
                        <a:cubicBezTo>
                          <a:pt x="17292" y="7315"/>
                          <a:pt x="17381" y="7182"/>
                          <a:pt x="17470" y="7093"/>
                        </a:cubicBezTo>
                        <a:cubicBezTo>
                          <a:pt x="19952" y="3147"/>
                          <a:pt x="18356" y="0"/>
                          <a:pt x="1387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43" name="Forme libre : forme 19742">
                    <a:extLst>
                      <a:ext uri="{FF2B5EF4-FFF2-40B4-BE49-F238E27FC236}">
                        <a16:creationId xmlns:a16="http://schemas.microsoft.com/office/drawing/2014/main" id="{6ED0C498-3175-43EC-AB91-B87D54C3A98A}"/>
                      </a:ext>
                    </a:extLst>
                  </p:cNvPr>
                  <p:cNvSpPr/>
                  <p:nvPr/>
                </p:nvSpPr>
                <p:spPr>
                  <a:xfrm>
                    <a:off x="7104004" y="5987428"/>
                    <a:ext cx="9516" cy="7181"/>
                  </a:xfrm>
                  <a:custGeom>
                    <a:avLst/>
                    <a:gdLst>
                      <a:gd name="connsiteX0" fmla="*/ 613 w 9516"/>
                      <a:gd name="connsiteY0" fmla="*/ 3591 h 7181"/>
                      <a:gd name="connsiteX1" fmla="*/ 2431 w 9516"/>
                      <a:gd name="connsiteY1" fmla="*/ 7182 h 7181"/>
                      <a:gd name="connsiteX2" fmla="*/ 8903 w 9516"/>
                      <a:gd name="connsiteY2" fmla="*/ 3591 h 7181"/>
                      <a:gd name="connsiteX3" fmla="*/ 7085 w 9516"/>
                      <a:gd name="connsiteY3" fmla="*/ 0 h 7181"/>
                      <a:gd name="connsiteX4" fmla="*/ 613 w 9516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6" h="7181">
                        <a:moveTo>
                          <a:pt x="613" y="3591"/>
                        </a:move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596"/>
                          <a:pt x="61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44" name="Forme libre : forme 19743">
                    <a:extLst>
                      <a:ext uri="{FF2B5EF4-FFF2-40B4-BE49-F238E27FC236}">
                        <a16:creationId xmlns:a16="http://schemas.microsoft.com/office/drawing/2014/main" id="{484D0060-6610-4C57-947B-CB53372C3743}"/>
                      </a:ext>
                    </a:extLst>
                  </p:cNvPr>
                  <p:cNvSpPr/>
                  <p:nvPr/>
                </p:nvSpPr>
                <p:spPr>
                  <a:xfrm>
                    <a:off x="7534184" y="5951032"/>
                    <a:ext cx="12590" cy="14008"/>
                  </a:xfrm>
                  <a:custGeom>
                    <a:avLst/>
                    <a:gdLst>
                      <a:gd name="connsiteX0" fmla="*/ 0 w 12590"/>
                      <a:gd name="connsiteY0" fmla="*/ 13964 h 14008"/>
                      <a:gd name="connsiteX1" fmla="*/ 310 w 12590"/>
                      <a:gd name="connsiteY1" fmla="*/ 14008 h 14008"/>
                      <a:gd name="connsiteX2" fmla="*/ 12590 w 12590"/>
                      <a:gd name="connsiteY2" fmla="*/ 399 h 14008"/>
                      <a:gd name="connsiteX3" fmla="*/ 10329 w 12590"/>
                      <a:gd name="connsiteY3" fmla="*/ 0 h 14008"/>
                      <a:gd name="connsiteX4" fmla="*/ 2660 w 12590"/>
                      <a:gd name="connsiteY4" fmla="*/ 2438 h 14008"/>
                      <a:gd name="connsiteX5" fmla="*/ 2616 w 12590"/>
                      <a:gd name="connsiteY5" fmla="*/ 2970 h 14008"/>
                      <a:gd name="connsiteX6" fmla="*/ 0 w 12590"/>
                      <a:gd name="connsiteY6" fmla="*/ 13964 h 1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590" h="14008">
                        <a:moveTo>
                          <a:pt x="0" y="13964"/>
                        </a:moveTo>
                        <a:cubicBezTo>
                          <a:pt x="89" y="13964"/>
                          <a:pt x="222" y="13964"/>
                          <a:pt x="310" y="14008"/>
                        </a:cubicBezTo>
                        <a:lnTo>
                          <a:pt x="12590" y="399"/>
                        </a:lnTo>
                        <a:cubicBezTo>
                          <a:pt x="11925" y="177"/>
                          <a:pt x="11216" y="0"/>
                          <a:pt x="10329" y="0"/>
                        </a:cubicBezTo>
                        <a:cubicBezTo>
                          <a:pt x="7891" y="0"/>
                          <a:pt x="5098" y="975"/>
                          <a:pt x="2660" y="2438"/>
                        </a:cubicBezTo>
                        <a:cubicBezTo>
                          <a:pt x="2660" y="2615"/>
                          <a:pt x="2616" y="2793"/>
                          <a:pt x="2616" y="2970"/>
                        </a:cubicBezTo>
                        <a:cubicBezTo>
                          <a:pt x="2261" y="6517"/>
                          <a:pt x="1330" y="10240"/>
                          <a:pt x="0" y="139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45" name="Forme libre : forme 19744">
                    <a:extLst>
                      <a:ext uri="{FF2B5EF4-FFF2-40B4-BE49-F238E27FC236}">
                        <a16:creationId xmlns:a16="http://schemas.microsoft.com/office/drawing/2014/main" id="{16D4EDD2-312F-44C4-B96D-595165B0C76D}"/>
                      </a:ext>
                    </a:extLst>
                  </p:cNvPr>
                  <p:cNvSpPr/>
                  <p:nvPr/>
                </p:nvSpPr>
                <p:spPr>
                  <a:xfrm>
                    <a:off x="7530657" y="5953470"/>
                    <a:ext cx="6142" cy="11526"/>
                  </a:xfrm>
                  <a:custGeom>
                    <a:avLst/>
                    <a:gdLst>
                      <a:gd name="connsiteX0" fmla="*/ 1178 w 6142"/>
                      <a:gd name="connsiteY0" fmla="*/ 4611 h 11526"/>
                      <a:gd name="connsiteX1" fmla="*/ 3527 w 6142"/>
                      <a:gd name="connsiteY1" fmla="*/ 11526 h 11526"/>
                      <a:gd name="connsiteX2" fmla="*/ 6098 w 6142"/>
                      <a:gd name="connsiteY2" fmla="*/ 532 h 11526"/>
                      <a:gd name="connsiteX3" fmla="*/ 6143 w 6142"/>
                      <a:gd name="connsiteY3" fmla="*/ 0 h 11526"/>
                      <a:gd name="connsiteX4" fmla="*/ 1178 w 6142"/>
                      <a:gd name="connsiteY4" fmla="*/ 4611 h 11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2" h="11526">
                        <a:moveTo>
                          <a:pt x="1178" y="4611"/>
                        </a:moveTo>
                        <a:cubicBezTo>
                          <a:pt x="-1083" y="8113"/>
                          <a:pt x="25" y="10994"/>
                          <a:pt x="3527" y="11526"/>
                        </a:cubicBezTo>
                        <a:cubicBezTo>
                          <a:pt x="4857" y="7802"/>
                          <a:pt x="5788" y="4079"/>
                          <a:pt x="6098" y="532"/>
                        </a:cubicBezTo>
                        <a:cubicBezTo>
                          <a:pt x="6098" y="355"/>
                          <a:pt x="6143" y="177"/>
                          <a:pt x="6143" y="0"/>
                        </a:cubicBezTo>
                        <a:cubicBezTo>
                          <a:pt x="4148" y="1241"/>
                          <a:pt x="2330" y="2837"/>
                          <a:pt x="1178" y="46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46" name="Forme libre : forme 19745">
                    <a:extLst>
                      <a:ext uri="{FF2B5EF4-FFF2-40B4-BE49-F238E27FC236}">
                        <a16:creationId xmlns:a16="http://schemas.microsoft.com/office/drawing/2014/main" id="{4B24520F-632A-457D-A0E2-C249DA536078}"/>
                      </a:ext>
                    </a:extLst>
                  </p:cNvPr>
                  <p:cNvSpPr/>
                  <p:nvPr/>
                </p:nvSpPr>
                <p:spPr>
                  <a:xfrm>
                    <a:off x="7373839" y="6066337"/>
                    <a:ext cx="16848" cy="13963"/>
                  </a:xfrm>
                  <a:custGeom>
                    <a:avLst/>
                    <a:gdLst>
                      <a:gd name="connsiteX0" fmla="*/ 4610 w 16848"/>
                      <a:gd name="connsiteY0" fmla="*/ 13964 h 13963"/>
                      <a:gd name="connsiteX1" fmla="*/ 15649 w 16848"/>
                      <a:gd name="connsiteY1" fmla="*/ 7048 h 13963"/>
                      <a:gd name="connsiteX2" fmla="*/ 12102 w 16848"/>
                      <a:gd name="connsiteY2" fmla="*/ 0 h 13963"/>
                      <a:gd name="connsiteX3" fmla="*/ 0 w 16848"/>
                      <a:gd name="connsiteY3" fmla="*/ 6295 h 13963"/>
                      <a:gd name="connsiteX4" fmla="*/ 4566 w 16848"/>
                      <a:gd name="connsiteY4" fmla="*/ 7979 h 13963"/>
                      <a:gd name="connsiteX5" fmla="*/ 4610 w 16848"/>
                      <a:gd name="connsiteY5" fmla="*/ 13964 h 13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848" h="13963">
                        <a:moveTo>
                          <a:pt x="4610" y="13964"/>
                        </a:moveTo>
                        <a:cubicBezTo>
                          <a:pt x="8777" y="13344"/>
                          <a:pt x="13432" y="10462"/>
                          <a:pt x="15649" y="7048"/>
                        </a:cubicBezTo>
                        <a:cubicBezTo>
                          <a:pt x="18176" y="3147"/>
                          <a:pt x="16580" y="0"/>
                          <a:pt x="12102" y="0"/>
                        </a:cubicBezTo>
                        <a:cubicBezTo>
                          <a:pt x="7935" y="0"/>
                          <a:pt x="2704" y="2793"/>
                          <a:pt x="0" y="6295"/>
                        </a:cubicBezTo>
                        <a:cubicBezTo>
                          <a:pt x="2039" y="6428"/>
                          <a:pt x="3680" y="6960"/>
                          <a:pt x="4566" y="7979"/>
                        </a:cubicBezTo>
                        <a:cubicBezTo>
                          <a:pt x="5630" y="9309"/>
                          <a:pt x="5586" y="11659"/>
                          <a:pt x="4610" y="139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47" name="Forme libre : forme 19746">
                    <a:extLst>
                      <a:ext uri="{FF2B5EF4-FFF2-40B4-BE49-F238E27FC236}">
                        <a16:creationId xmlns:a16="http://schemas.microsoft.com/office/drawing/2014/main" id="{E7936085-D8E4-4117-9BF5-43FBB9BE42E8}"/>
                      </a:ext>
                    </a:extLst>
                  </p:cNvPr>
                  <p:cNvSpPr/>
                  <p:nvPr/>
                </p:nvSpPr>
                <p:spPr>
                  <a:xfrm>
                    <a:off x="7372107" y="6072676"/>
                    <a:ext cx="7129" cy="7757"/>
                  </a:xfrm>
                  <a:custGeom>
                    <a:avLst/>
                    <a:gdLst>
                      <a:gd name="connsiteX0" fmla="*/ 4746 w 7129"/>
                      <a:gd name="connsiteY0" fmla="*/ 7758 h 7757"/>
                      <a:gd name="connsiteX1" fmla="*/ 6387 w 7129"/>
                      <a:gd name="connsiteY1" fmla="*/ 7625 h 7757"/>
                      <a:gd name="connsiteX2" fmla="*/ 6342 w 7129"/>
                      <a:gd name="connsiteY2" fmla="*/ 1685 h 7757"/>
                      <a:gd name="connsiteX3" fmla="*/ 1776 w 7129"/>
                      <a:gd name="connsiteY3" fmla="*/ 0 h 7757"/>
                      <a:gd name="connsiteX4" fmla="*/ 1200 w 7129"/>
                      <a:gd name="connsiteY4" fmla="*/ 754 h 7757"/>
                      <a:gd name="connsiteX5" fmla="*/ 4746 w 7129"/>
                      <a:gd name="connsiteY5" fmla="*/ 7758 h 7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29" h="7757">
                        <a:moveTo>
                          <a:pt x="4746" y="7758"/>
                        </a:moveTo>
                        <a:cubicBezTo>
                          <a:pt x="5278" y="7758"/>
                          <a:pt x="5810" y="7714"/>
                          <a:pt x="6387" y="7625"/>
                        </a:cubicBezTo>
                        <a:cubicBezTo>
                          <a:pt x="7362" y="5276"/>
                          <a:pt x="7406" y="2970"/>
                          <a:pt x="6342" y="1685"/>
                        </a:cubicBezTo>
                        <a:cubicBezTo>
                          <a:pt x="5456" y="665"/>
                          <a:pt x="3860" y="133"/>
                          <a:pt x="1776" y="0"/>
                        </a:cubicBezTo>
                        <a:cubicBezTo>
                          <a:pt x="1599" y="266"/>
                          <a:pt x="1377" y="488"/>
                          <a:pt x="1200" y="754"/>
                        </a:cubicBezTo>
                        <a:cubicBezTo>
                          <a:pt x="-1327" y="4611"/>
                          <a:pt x="269" y="7758"/>
                          <a:pt x="4746" y="77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48" name="Forme libre : forme 19747">
                    <a:extLst>
                      <a:ext uri="{FF2B5EF4-FFF2-40B4-BE49-F238E27FC236}">
                        <a16:creationId xmlns:a16="http://schemas.microsoft.com/office/drawing/2014/main" id="{08ACEB3B-9C03-4209-B861-91A8EBC771E5}"/>
                      </a:ext>
                    </a:extLst>
                  </p:cNvPr>
                  <p:cNvSpPr/>
                  <p:nvPr/>
                </p:nvSpPr>
                <p:spPr>
                  <a:xfrm>
                    <a:off x="7387811" y="6082517"/>
                    <a:ext cx="9516" cy="7182"/>
                  </a:xfrm>
                  <a:custGeom>
                    <a:avLst/>
                    <a:gdLst>
                      <a:gd name="connsiteX0" fmla="*/ 613 w 9516"/>
                      <a:gd name="connsiteY0" fmla="*/ 3592 h 7182"/>
                      <a:gd name="connsiteX1" fmla="*/ 2431 w 9516"/>
                      <a:gd name="connsiteY1" fmla="*/ 7182 h 7182"/>
                      <a:gd name="connsiteX2" fmla="*/ 8903 w 9516"/>
                      <a:gd name="connsiteY2" fmla="*/ 3592 h 7182"/>
                      <a:gd name="connsiteX3" fmla="*/ 7085 w 9516"/>
                      <a:gd name="connsiteY3" fmla="*/ 1 h 7182"/>
                      <a:gd name="connsiteX4" fmla="*/ 613 w 9516"/>
                      <a:gd name="connsiteY4" fmla="*/ 3592 h 7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6" h="7182">
                        <a:moveTo>
                          <a:pt x="613" y="3592"/>
                        </a:moveTo>
                        <a:cubicBezTo>
                          <a:pt x="-673" y="5587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42"/>
                          <a:pt x="8903" y="3592"/>
                        </a:cubicBezTo>
                        <a:cubicBezTo>
                          <a:pt x="10189" y="1597"/>
                          <a:pt x="9391" y="1"/>
                          <a:pt x="7085" y="1"/>
                        </a:cubicBezTo>
                        <a:cubicBezTo>
                          <a:pt x="4824" y="-43"/>
                          <a:pt x="1899" y="1597"/>
                          <a:pt x="613" y="35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49" name="Forme libre : forme 19748">
                    <a:extLst>
                      <a:ext uri="{FF2B5EF4-FFF2-40B4-BE49-F238E27FC236}">
                        <a16:creationId xmlns:a16="http://schemas.microsoft.com/office/drawing/2014/main" id="{4FB95059-32FC-48FE-9194-EA8442A947F5}"/>
                      </a:ext>
                    </a:extLst>
                  </p:cNvPr>
                  <p:cNvSpPr/>
                  <p:nvPr/>
                </p:nvSpPr>
                <p:spPr>
                  <a:xfrm>
                    <a:off x="7123101" y="6061816"/>
                    <a:ext cx="18625" cy="14097"/>
                  </a:xfrm>
                  <a:custGeom>
                    <a:avLst/>
                    <a:gdLst>
                      <a:gd name="connsiteX0" fmla="*/ 4746 w 18625"/>
                      <a:gd name="connsiteY0" fmla="*/ 14097 h 14097"/>
                      <a:gd name="connsiteX1" fmla="*/ 17425 w 18625"/>
                      <a:gd name="connsiteY1" fmla="*/ 7048 h 14097"/>
                      <a:gd name="connsiteX2" fmla="*/ 13879 w 18625"/>
                      <a:gd name="connsiteY2" fmla="*/ 0 h 14097"/>
                      <a:gd name="connsiteX3" fmla="*/ 1200 w 18625"/>
                      <a:gd name="connsiteY3" fmla="*/ 7048 h 14097"/>
                      <a:gd name="connsiteX4" fmla="*/ 4746 w 18625"/>
                      <a:gd name="connsiteY4" fmla="*/ 14097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25" h="14097">
                        <a:moveTo>
                          <a:pt x="4746" y="14097"/>
                        </a:moveTo>
                        <a:cubicBezTo>
                          <a:pt x="9224" y="14097"/>
                          <a:pt x="14898" y="10950"/>
                          <a:pt x="17425" y="7048"/>
                        </a:cubicBezTo>
                        <a:cubicBezTo>
                          <a:pt x="19952" y="3147"/>
                          <a:pt x="18356" y="0"/>
                          <a:pt x="13879" y="0"/>
                        </a:cubicBezTo>
                        <a:cubicBezTo>
                          <a:pt x="9401" y="0"/>
                          <a:pt x="3727" y="3147"/>
                          <a:pt x="1200" y="7048"/>
                        </a:cubicBezTo>
                        <a:cubicBezTo>
                          <a:pt x="-1327" y="10994"/>
                          <a:pt x="269" y="14141"/>
                          <a:pt x="4746" y="140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50" name="Forme libre : forme 19749">
                    <a:extLst>
                      <a:ext uri="{FF2B5EF4-FFF2-40B4-BE49-F238E27FC236}">
                        <a16:creationId xmlns:a16="http://schemas.microsoft.com/office/drawing/2014/main" id="{C8221D15-0DFB-4929-A15B-C39A36BBCE2F}"/>
                      </a:ext>
                    </a:extLst>
                  </p:cNvPr>
                  <p:cNvSpPr/>
                  <p:nvPr/>
                </p:nvSpPr>
                <p:spPr>
                  <a:xfrm>
                    <a:off x="7138814" y="6077996"/>
                    <a:ext cx="9506" cy="7181"/>
                  </a:xfrm>
                  <a:custGeom>
                    <a:avLst/>
                    <a:gdLst>
                      <a:gd name="connsiteX0" fmla="*/ 2421 w 9506"/>
                      <a:gd name="connsiteY0" fmla="*/ 7182 h 7181"/>
                      <a:gd name="connsiteX1" fmla="*/ 8894 w 9506"/>
                      <a:gd name="connsiteY1" fmla="*/ 3591 h 7181"/>
                      <a:gd name="connsiteX2" fmla="*/ 7076 w 9506"/>
                      <a:gd name="connsiteY2" fmla="*/ 0 h 7181"/>
                      <a:gd name="connsiteX3" fmla="*/ 604 w 9506"/>
                      <a:gd name="connsiteY3" fmla="*/ 3591 h 7181"/>
                      <a:gd name="connsiteX4" fmla="*/ 2421 w 9506"/>
                      <a:gd name="connsiteY4" fmla="*/ 7182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06" h="7181">
                        <a:moveTo>
                          <a:pt x="2421" y="7182"/>
                        </a:moveTo>
                        <a:cubicBezTo>
                          <a:pt x="4726" y="7182"/>
                          <a:pt x="7608" y="5541"/>
                          <a:pt x="8894" y="3591"/>
                        </a:cubicBezTo>
                        <a:cubicBezTo>
                          <a:pt x="10179" y="1596"/>
                          <a:pt x="9381" y="0"/>
                          <a:pt x="7076" y="0"/>
                        </a:cubicBezTo>
                        <a:cubicBezTo>
                          <a:pt x="4771" y="0"/>
                          <a:pt x="1889" y="1640"/>
                          <a:pt x="604" y="3591"/>
                        </a:cubicBezTo>
                        <a:cubicBezTo>
                          <a:pt x="-682" y="5586"/>
                          <a:pt x="160" y="7182"/>
                          <a:pt x="2421" y="71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51" name="Forme libre : forme 19750">
                    <a:extLst>
                      <a:ext uri="{FF2B5EF4-FFF2-40B4-BE49-F238E27FC236}">
                        <a16:creationId xmlns:a16="http://schemas.microsoft.com/office/drawing/2014/main" id="{6FC93F28-399A-4119-88CF-3002ABAAC028}"/>
                      </a:ext>
                    </a:extLst>
                  </p:cNvPr>
                  <p:cNvSpPr/>
                  <p:nvPr/>
                </p:nvSpPr>
                <p:spPr>
                  <a:xfrm>
                    <a:off x="6801878" y="6046521"/>
                    <a:ext cx="18625" cy="14097"/>
                  </a:xfrm>
                  <a:custGeom>
                    <a:avLst/>
                    <a:gdLst>
                      <a:gd name="connsiteX0" fmla="*/ 1200 w 18625"/>
                      <a:gd name="connsiteY0" fmla="*/ 7049 h 14097"/>
                      <a:gd name="connsiteX1" fmla="*/ 4746 w 18625"/>
                      <a:gd name="connsiteY1" fmla="*/ 14097 h 14097"/>
                      <a:gd name="connsiteX2" fmla="*/ 17425 w 18625"/>
                      <a:gd name="connsiteY2" fmla="*/ 7049 h 14097"/>
                      <a:gd name="connsiteX3" fmla="*/ 13879 w 18625"/>
                      <a:gd name="connsiteY3" fmla="*/ 0 h 14097"/>
                      <a:gd name="connsiteX4" fmla="*/ 4614 w 18625"/>
                      <a:gd name="connsiteY4" fmla="*/ 3502 h 14097"/>
                      <a:gd name="connsiteX5" fmla="*/ 1200 w 18625"/>
                      <a:gd name="connsiteY5" fmla="*/ 7049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625" h="14097">
                        <a:moveTo>
                          <a:pt x="1200" y="7049"/>
                        </a:moveTo>
                        <a:cubicBezTo>
                          <a:pt x="-1327" y="10950"/>
                          <a:pt x="269" y="14097"/>
                          <a:pt x="4746" y="14097"/>
                        </a:cubicBezTo>
                        <a:cubicBezTo>
                          <a:pt x="9224" y="14097"/>
                          <a:pt x="14898" y="10950"/>
                          <a:pt x="17425" y="7049"/>
                        </a:cubicBezTo>
                        <a:cubicBezTo>
                          <a:pt x="19952" y="3148"/>
                          <a:pt x="18356" y="0"/>
                          <a:pt x="13879" y="0"/>
                        </a:cubicBezTo>
                        <a:cubicBezTo>
                          <a:pt x="10775" y="1153"/>
                          <a:pt x="7717" y="2350"/>
                          <a:pt x="4614" y="3502"/>
                        </a:cubicBezTo>
                        <a:cubicBezTo>
                          <a:pt x="3239" y="4566"/>
                          <a:pt x="2042" y="5763"/>
                          <a:pt x="1200" y="70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52" name="Forme libre : forme 19751">
                    <a:extLst>
                      <a:ext uri="{FF2B5EF4-FFF2-40B4-BE49-F238E27FC236}">
                        <a16:creationId xmlns:a16="http://schemas.microsoft.com/office/drawing/2014/main" id="{2FF792DA-46A4-418B-A1A1-FD617DC95795}"/>
                      </a:ext>
                    </a:extLst>
                  </p:cNvPr>
                  <p:cNvSpPr/>
                  <p:nvPr/>
                </p:nvSpPr>
                <p:spPr>
                  <a:xfrm>
                    <a:off x="6806492" y="6046521"/>
                    <a:ext cx="9265" cy="3502"/>
                  </a:xfrm>
                  <a:custGeom>
                    <a:avLst/>
                    <a:gdLst>
                      <a:gd name="connsiteX0" fmla="*/ 9265 w 9265"/>
                      <a:gd name="connsiteY0" fmla="*/ 0 h 3502"/>
                      <a:gd name="connsiteX1" fmla="*/ 0 w 9265"/>
                      <a:gd name="connsiteY1" fmla="*/ 3502 h 3502"/>
                      <a:gd name="connsiteX2" fmla="*/ 9265 w 9265"/>
                      <a:gd name="connsiteY2" fmla="*/ 0 h 3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265" h="3502">
                        <a:moveTo>
                          <a:pt x="9265" y="0"/>
                        </a:moveTo>
                        <a:cubicBezTo>
                          <a:pt x="6251" y="0"/>
                          <a:pt x="2748" y="1419"/>
                          <a:pt x="0" y="3502"/>
                        </a:cubicBezTo>
                        <a:cubicBezTo>
                          <a:pt x="3103" y="2350"/>
                          <a:pt x="6162" y="1153"/>
                          <a:pt x="926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53" name="Forme libre : forme 19752">
                    <a:extLst>
                      <a:ext uri="{FF2B5EF4-FFF2-40B4-BE49-F238E27FC236}">
                        <a16:creationId xmlns:a16="http://schemas.microsoft.com/office/drawing/2014/main" id="{834AF349-5A8C-4B78-9567-CFD8F01813EA}"/>
                      </a:ext>
                    </a:extLst>
                  </p:cNvPr>
                  <p:cNvSpPr/>
                  <p:nvPr/>
                </p:nvSpPr>
                <p:spPr>
                  <a:xfrm>
                    <a:off x="6817626" y="6062613"/>
                    <a:ext cx="9516" cy="7181"/>
                  </a:xfrm>
                  <a:custGeom>
                    <a:avLst/>
                    <a:gdLst>
                      <a:gd name="connsiteX0" fmla="*/ 7085 w 9516"/>
                      <a:gd name="connsiteY0" fmla="*/ 0 h 7181"/>
                      <a:gd name="connsiteX1" fmla="*/ 613 w 9516"/>
                      <a:gd name="connsiteY1" fmla="*/ 3591 h 7181"/>
                      <a:gd name="connsiteX2" fmla="*/ 2431 w 9516"/>
                      <a:gd name="connsiteY2" fmla="*/ 7182 h 7181"/>
                      <a:gd name="connsiteX3" fmla="*/ 8903 w 9516"/>
                      <a:gd name="connsiteY3" fmla="*/ 3591 h 7181"/>
                      <a:gd name="connsiteX4" fmla="*/ 7085 w 9516"/>
                      <a:gd name="connsiteY4" fmla="*/ 0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6" h="7181">
                        <a:moveTo>
                          <a:pt x="7085" y="0"/>
                        </a:move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4736" y="7182"/>
                          <a:pt x="7617" y="5541"/>
                          <a:pt x="8903" y="3591"/>
                        </a:cubicBezTo>
                        <a:cubicBezTo>
                          <a:pt x="10189" y="1640"/>
                          <a:pt x="9391" y="0"/>
                          <a:pt x="708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54" name="Forme libre : forme 19753">
                    <a:extLst>
                      <a:ext uri="{FF2B5EF4-FFF2-40B4-BE49-F238E27FC236}">
                        <a16:creationId xmlns:a16="http://schemas.microsoft.com/office/drawing/2014/main" id="{80CC4CDE-B2EA-4276-90A9-AF3F4AC5CD03}"/>
                      </a:ext>
                    </a:extLst>
                  </p:cNvPr>
                  <p:cNvSpPr/>
                  <p:nvPr/>
                </p:nvSpPr>
                <p:spPr>
                  <a:xfrm>
                    <a:off x="5482589" y="6004318"/>
                    <a:ext cx="18625" cy="14096"/>
                  </a:xfrm>
                  <a:custGeom>
                    <a:avLst/>
                    <a:gdLst>
                      <a:gd name="connsiteX0" fmla="*/ 1200 w 18625"/>
                      <a:gd name="connsiteY0" fmla="*/ 7048 h 14096"/>
                      <a:gd name="connsiteX1" fmla="*/ 4747 w 18625"/>
                      <a:gd name="connsiteY1" fmla="*/ 14097 h 14096"/>
                      <a:gd name="connsiteX2" fmla="*/ 17425 w 18625"/>
                      <a:gd name="connsiteY2" fmla="*/ 7048 h 14096"/>
                      <a:gd name="connsiteX3" fmla="*/ 13879 w 18625"/>
                      <a:gd name="connsiteY3" fmla="*/ 0 h 14096"/>
                      <a:gd name="connsiteX4" fmla="*/ 1200 w 18625"/>
                      <a:gd name="connsiteY4" fmla="*/ 7048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25" h="14096">
                        <a:moveTo>
                          <a:pt x="1200" y="7048"/>
                        </a:moveTo>
                        <a:cubicBezTo>
                          <a:pt x="-1327" y="10950"/>
                          <a:pt x="269" y="14097"/>
                          <a:pt x="4747" y="14097"/>
                        </a:cubicBezTo>
                        <a:cubicBezTo>
                          <a:pt x="9224" y="14097"/>
                          <a:pt x="14898" y="10950"/>
                          <a:pt x="17425" y="7048"/>
                        </a:cubicBezTo>
                        <a:cubicBezTo>
                          <a:pt x="19952" y="3147"/>
                          <a:pt x="18356" y="0"/>
                          <a:pt x="13879" y="0"/>
                        </a:cubicBezTo>
                        <a:cubicBezTo>
                          <a:pt x="9401" y="44"/>
                          <a:pt x="3727" y="3192"/>
                          <a:pt x="1200" y="7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55" name="Forme libre : forme 19754">
                    <a:extLst>
                      <a:ext uri="{FF2B5EF4-FFF2-40B4-BE49-F238E27FC236}">
                        <a16:creationId xmlns:a16="http://schemas.microsoft.com/office/drawing/2014/main" id="{0E118B93-4895-4D04-88BC-3F52418F459F}"/>
                      </a:ext>
                    </a:extLst>
                  </p:cNvPr>
                  <p:cNvSpPr/>
                  <p:nvPr/>
                </p:nvSpPr>
                <p:spPr>
                  <a:xfrm>
                    <a:off x="5498337" y="6020454"/>
                    <a:ext cx="9515" cy="7182"/>
                  </a:xfrm>
                  <a:custGeom>
                    <a:avLst/>
                    <a:gdLst>
                      <a:gd name="connsiteX0" fmla="*/ 8903 w 9515"/>
                      <a:gd name="connsiteY0" fmla="*/ 3591 h 7182"/>
                      <a:gd name="connsiteX1" fmla="*/ 7085 w 9515"/>
                      <a:gd name="connsiteY1" fmla="*/ 0 h 7182"/>
                      <a:gd name="connsiteX2" fmla="*/ 613 w 9515"/>
                      <a:gd name="connsiteY2" fmla="*/ 3591 h 7182"/>
                      <a:gd name="connsiteX3" fmla="*/ 2431 w 9515"/>
                      <a:gd name="connsiteY3" fmla="*/ 7182 h 7182"/>
                      <a:gd name="connsiteX4" fmla="*/ 8903 w 9515"/>
                      <a:gd name="connsiteY4" fmla="*/ 3591 h 7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182">
                        <a:moveTo>
                          <a:pt x="8903" y="3591"/>
                        </a:moveTo>
                        <a:cubicBezTo>
                          <a:pt x="10189" y="1596"/>
                          <a:pt x="9391" y="0"/>
                          <a:pt x="7085" y="0"/>
                        </a:cubicBezTo>
                        <a:cubicBezTo>
                          <a:pt x="4780" y="0"/>
                          <a:pt x="1899" y="1640"/>
                          <a:pt x="613" y="3591"/>
                        </a:cubicBezTo>
                        <a:cubicBezTo>
                          <a:pt x="-673" y="5586"/>
                          <a:pt x="125" y="7182"/>
                          <a:pt x="2431" y="7182"/>
                        </a:cubicBezTo>
                        <a:cubicBezTo>
                          <a:pt x="4736" y="7226"/>
                          <a:pt x="7617" y="5586"/>
                          <a:pt x="8903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56" name="Forme libre : forme 19755">
                    <a:extLst>
                      <a:ext uri="{FF2B5EF4-FFF2-40B4-BE49-F238E27FC236}">
                        <a16:creationId xmlns:a16="http://schemas.microsoft.com/office/drawing/2014/main" id="{3184DE0B-442D-44E7-BE00-9BE9A6BECCB1}"/>
                      </a:ext>
                    </a:extLst>
                  </p:cNvPr>
                  <p:cNvSpPr/>
                  <p:nvPr/>
                </p:nvSpPr>
                <p:spPr>
                  <a:xfrm>
                    <a:off x="4324978" y="6207753"/>
                    <a:ext cx="93937" cy="40651"/>
                  </a:xfrm>
                  <a:custGeom>
                    <a:avLst/>
                    <a:gdLst>
                      <a:gd name="connsiteX0" fmla="*/ 90125 w 93937"/>
                      <a:gd name="connsiteY0" fmla="*/ 1685 h 40651"/>
                      <a:gd name="connsiteX1" fmla="*/ 71905 w 93937"/>
                      <a:gd name="connsiteY1" fmla="*/ 7980 h 40651"/>
                      <a:gd name="connsiteX2" fmla="*/ 50094 w 93937"/>
                      <a:gd name="connsiteY2" fmla="*/ 9709 h 40651"/>
                      <a:gd name="connsiteX3" fmla="*/ 20082 w 93937"/>
                      <a:gd name="connsiteY3" fmla="*/ 8911 h 40651"/>
                      <a:gd name="connsiteX4" fmla="*/ 0 w 93937"/>
                      <a:gd name="connsiteY4" fmla="*/ 2926 h 40651"/>
                      <a:gd name="connsiteX5" fmla="*/ 10462 w 93937"/>
                      <a:gd name="connsiteY5" fmla="*/ 9487 h 40651"/>
                      <a:gd name="connsiteX6" fmla="*/ 28327 w 93937"/>
                      <a:gd name="connsiteY6" fmla="*/ 10817 h 40651"/>
                      <a:gd name="connsiteX7" fmla="*/ 46858 w 93937"/>
                      <a:gd name="connsiteY7" fmla="*/ 12413 h 40651"/>
                      <a:gd name="connsiteX8" fmla="*/ 59847 w 93937"/>
                      <a:gd name="connsiteY8" fmla="*/ 16270 h 40651"/>
                      <a:gd name="connsiteX9" fmla="*/ 72658 w 93937"/>
                      <a:gd name="connsiteY9" fmla="*/ 40652 h 40651"/>
                      <a:gd name="connsiteX10" fmla="*/ 79663 w 93937"/>
                      <a:gd name="connsiteY10" fmla="*/ 11526 h 40651"/>
                      <a:gd name="connsiteX11" fmla="*/ 93937 w 93937"/>
                      <a:gd name="connsiteY11" fmla="*/ 0 h 40651"/>
                      <a:gd name="connsiteX12" fmla="*/ 90125 w 93937"/>
                      <a:gd name="connsiteY12" fmla="*/ 1685 h 40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3937" h="40651">
                        <a:moveTo>
                          <a:pt x="90125" y="1685"/>
                        </a:moveTo>
                        <a:cubicBezTo>
                          <a:pt x="84229" y="4123"/>
                          <a:pt x="78333" y="6606"/>
                          <a:pt x="71905" y="7980"/>
                        </a:cubicBezTo>
                        <a:cubicBezTo>
                          <a:pt x="64856" y="9487"/>
                          <a:pt x="57453" y="9664"/>
                          <a:pt x="50094" y="9709"/>
                        </a:cubicBezTo>
                        <a:cubicBezTo>
                          <a:pt x="40075" y="9709"/>
                          <a:pt x="30056" y="9443"/>
                          <a:pt x="20082" y="8911"/>
                        </a:cubicBezTo>
                        <a:cubicBezTo>
                          <a:pt x="12679" y="8512"/>
                          <a:pt x="5674" y="7270"/>
                          <a:pt x="0" y="2926"/>
                        </a:cubicBezTo>
                        <a:cubicBezTo>
                          <a:pt x="2172" y="6162"/>
                          <a:pt x="6295" y="8423"/>
                          <a:pt x="10462" y="9487"/>
                        </a:cubicBezTo>
                        <a:cubicBezTo>
                          <a:pt x="16225" y="10995"/>
                          <a:pt x="22343" y="10728"/>
                          <a:pt x="28327" y="10817"/>
                        </a:cubicBezTo>
                        <a:cubicBezTo>
                          <a:pt x="34534" y="10950"/>
                          <a:pt x="40740" y="11482"/>
                          <a:pt x="46858" y="12413"/>
                        </a:cubicBezTo>
                        <a:cubicBezTo>
                          <a:pt x="51380" y="13122"/>
                          <a:pt x="55990" y="14097"/>
                          <a:pt x="59847" y="16270"/>
                        </a:cubicBezTo>
                        <a:cubicBezTo>
                          <a:pt x="68979" y="21457"/>
                          <a:pt x="71240" y="31608"/>
                          <a:pt x="72658" y="40652"/>
                        </a:cubicBezTo>
                        <a:cubicBezTo>
                          <a:pt x="72525" y="30500"/>
                          <a:pt x="72658" y="19639"/>
                          <a:pt x="79663" y="11526"/>
                        </a:cubicBezTo>
                        <a:cubicBezTo>
                          <a:pt x="83520" y="7049"/>
                          <a:pt x="89194" y="3813"/>
                          <a:pt x="93937" y="0"/>
                        </a:cubicBezTo>
                        <a:cubicBezTo>
                          <a:pt x="92652" y="576"/>
                          <a:pt x="91366" y="1153"/>
                          <a:pt x="90125" y="1685"/>
                        </a:cubicBezTo>
                        <a:close/>
                      </a:path>
                    </a:pathLst>
                  </a:custGeom>
                  <a:solidFill>
                    <a:srgbClr val="D3BC5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57" name="Forme libre : forme 19756">
                    <a:extLst>
                      <a:ext uri="{FF2B5EF4-FFF2-40B4-BE49-F238E27FC236}">
                        <a16:creationId xmlns:a16="http://schemas.microsoft.com/office/drawing/2014/main" id="{15D56835-00A1-4FDB-8B9D-9B558AC4BA04}"/>
                      </a:ext>
                    </a:extLst>
                  </p:cNvPr>
                  <p:cNvSpPr/>
                  <p:nvPr/>
                </p:nvSpPr>
                <p:spPr>
                  <a:xfrm>
                    <a:off x="4418871" y="6200749"/>
                    <a:ext cx="6516" cy="6960"/>
                  </a:xfrm>
                  <a:custGeom>
                    <a:avLst/>
                    <a:gdLst>
                      <a:gd name="connsiteX0" fmla="*/ 6517 w 6516"/>
                      <a:gd name="connsiteY0" fmla="*/ 0 h 6960"/>
                      <a:gd name="connsiteX1" fmla="*/ 0 w 6516"/>
                      <a:gd name="connsiteY1" fmla="*/ 6960 h 6960"/>
                      <a:gd name="connsiteX2" fmla="*/ 6517 w 6516"/>
                      <a:gd name="connsiteY2" fmla="*/ 0 h 6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516" h="6960">
                        <a:moveTo>
                          <a:pt x="6517" y="0"/>
                        </a:moveTo>
                        <a:cubicBezTo>
                          <a:pt x="4921" y="2660"/>
                          <a:pt x="2571" y="4876"/>
                          <a:pt x="0" y="6960"/>
                        </a:cubicBezTo>
                        <a:cubicBezTo>
                          <a:pt x="3236" y="5231"/>
                          <a:pt x="6073" y="3059"/>
                          <a:pt x="6517" y="0"/>
                        </a:cubicBezTo>
                        <a:close/>
                      </a:path>
                    </a:pathLst>
                  </a:custGeom>
                  <a:solidFill>
                    <a:srgbClr val="D3BC5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58" name="Forme libre : forme 19757">
                    <a:extLst>
                      <a:ext uri="{FF2B5EF4-FFF2-40B4-BE49-F238E27FC236}">
                        <a16:creationId xmlns:a16="http://schemas.microsoft.com/office/drawing/2014/main" id="{3F976B0A-161D-4CBA-9B27-FCC839F148D1}"/>
                      </a:ext>
                    </a:extLst>
                  </p:cNvPr>
                  <p:cNvSpPr/>
                  <p:nvPr/>
                </p:nvSpPr>
                <p:spPr>
                  <a:xfrm>
                    <a:off x="4326350" y="6268176"/>
                    <a:ext cx="64800" cy="27474"/>
                  </a:xfrm>
                  <a:custGeom>
                    <a:avLst/>
                    <a:gdLst>
                      <a:gd name="connsiteX0" fmla="*/ 44865 w 64800"/>
                      <a:gd name="connsiteY0" fmla="*/ 18486 h 27474"/>
                      <a:gd name="connsiteX1" fmla="*/ 44555 w 64800"/>
                      <a:gd name="connsiteY1" fmla="*/ 21412 h 27474"/>
                      <a:gd name="connsiteX2" fmla="*/ 51603 w 64800"/>
                      <a:gd name="connsiteY2" fmla="*/ 17910 h 27474"/>
                      <a:gd name="connsiteX3" fmla="*/ 64238 w 64800"/>
                      <a:gd name="connsiteY3" fmla="*/ 0 h 27474"/>
                      <a:gd name="connsiteX4" fmla="*/ 27221 w 64800"/>
                      <a:gd name="connsiteY4" fmla="*/ 22343 h 27474"/>
                      <a:gd name="connsiteX5" fmla="*/ 179 w 64800"/>
                      <a:gd name="connsiteY5" fmla="*/ 23451 h 27474"/>
                      <a:gd name="connsiteX6" fmla="*/ 1687 w 64800"/>
                      <a:gd name="connsiteY6" fmla="*/ 25668 h 27474"/>
                      <a:gd name="connsiteX7" fmla="*/ 21458 w 64800"/>
                      <a:gd name="connsiteY7" fmla="*/ 26554 h 27474"/>
                      <a:gd name="connsiteX8" fmla="*/ 36930 w 64800"/>
                      <a:gd name="connsiteY8" fmla="*/ 23762 h 27474"/>
                      <a:gd name="connsiteX9" fmla="*/ 44865 w 64800"/>
                      <a:gd name="connsiteY9" fmla="*/ 18486 h 27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4800" h="27474">
                        <a:moveTo>
                          <a:pt x="44865" y="18486"/>
                        </a:moveTo>
                        <a:cubicBezTo>
                          <a:pt x="44377" y="19594"/>
                          <a:pt x="44333" y="20525"/>
                          <a:pt x="44555" y="21412"/>
                        </a:cubicBezTo>
                        <a:cubicBezTo>
                          <a:pt x="47037" y="20437"/>
                          <a:pt x="49431" y="19284"/>
                          <a:pt x="51603" y="17910"/>
                        </a:cubicBezTo>
                        <a:cubicBezTo>
                          <a:pt x="56214" y="14984"/>
                          <a:pt x="67430" y="5231"/>
                          <a:pt x="64238" y="0"/>
                        </a:cubicBezTo>
                        <a:cubicBezTo>
                          <a:pt x="55372" y="11038"/>
                          <a:pt x="43358" y="19506"/>
                          <a:pt x="27221" y="22343"/>
                        </a:cubicBezTo>
                        <a:cubicBezTo>
                          <a:pt x="18399" y="23894"/>
                          <a:pt x="9267" y="23673"/>
                          <a:pt x="179" y="23451"/>
                        </a:cubicBezTo>
                        <a:cubicBezTo>
                          <a:pt x="-441" y="24249"/>
                          <a:pt x="667" y="25225"/>
                          <a:pt x="1687" y="25668"/>
                        </a:cubicBezTo>
                        <a:cubicBezTo>
                          <a:pt x="7671" y="28372"/>
                          <a:pt x="14853" y="27486"/>
                          <a:pt x="21458" y="26554"/>
                        </a:cubicBezTo>
                        <a:cubicBezTo>
                          <a:pt x="26645" y="25801"/>
                          <a:pt x="31920" y="25003"/>
                          <a:pt x="36930" y="23762"/>
                        </a:cubicBezTo>
                        <a:cubicBezTo>
                          <a:pt x="37550" y="21190"/>
                          <a:pt x="42516" y="18841"/>
                          <a:pt x="44865" y="1848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59" name="Forme libre : forme 19758">
                    <a:extLst>
                      <a:ext uri="{FF2B5EF4-FFF2-40B4-BE49-F238E27FC236}">
                        <a16:creationId xmlns:a16="http://schemas.microsoft.com/office/drawing/2014/main" id="{1FA25D2C-764E-4638-9E96-07D21B8B8E6E}"/>
                      </a:ext>
                    </a:extLst>
                  </p:cNvPr>
                  <p:cNvSpPr/>
                  <p:nvPr/>
                </p:nvSpPr>
                <p:spPr>
                  <a:xfrm>
                    <a:off x="4441745" y="6192813"/>
                    <a:ext cx="86800" cy="26820"/>
                  </a:xfrm>
                  <a:custGeom>
                    <a:avLst/>
                    <a:gdLst>
                      <a:gd name="connsiteX0" fmla="*/ 30189 w 86800"/>
                      <a:gd name="connsiteY0" fmla="*/ 26155 h 26820"/>
                      <a:gd name="connsiteX1" fmla="*/ 30500 w 86800"/>
                      <a:gd name="connsiteY1" fmla="*/ 26200 h 26820"/>
                      <a:gd name="connsiteX2" fmla="*/ 35642 w 86800"/>
                      <a:gd name="connsiteY2" fmla="*/ 25313 h 26820"/>
                      <a:gd name="connsiteX3" fmla="*/ 48853 w 86800"/>
                      <a:gd name="connsiteY3" fmla="*/ 26422 h 26820"/>
                      <a:gd name="connsiteX4" fmla="*/ 46370 w 86800"/>
                      <a:gd name="connsiteY4" fmla="*/ 26820 h 26820"/>
                      <a:gd name="connsiteX5" fmla="*/ 70486 w 86800"/>
                      <a:gd name="connsiteY5" fmla="*/ 21944 h 26820"/>
                      <a:gd name="connsiteX6" fmla="*/ 86800 w 86800"/>
                      <a:gd name="connsiteY6" fmla="*/ 6295 h 26820"/>
                      <a:gd name="connsiteX7" fmla="*/ 32628 w 86800"/>
                      <a:gd name="connsiteY7" fmla="*/ 22609 h 26820"/>
                      <a:gd name="connsiteX8" fmla="*/ 0 w 86800"/>
                      <a:gd name="connsiteY8" fmla="*/ 0 h 26820"/>
                      <a:gd name="connsiteX9" fmla="*/ 6694 w 86800"/>
                      <a:gd name="connsiteY9" fmla="*/ 10950 h 26820"/>
                      <a:gd name="connsiteX10" fmla="*/ 28859 w 86800"/>
                      <a:gd name="connsiteY10" fmla="*/ 25801 h 26820"/>
                      <a:gd name="connsiteX11" fmla="*/ 23451 w 86800"/>
                      <a:gd name="connsiteY11" fmla="*/ 21900 h 26820"/>
                      <a:gd name="connsiteX12" fmla="*/ 30189 w 86800"/>
                      <a:gd name="connsiteY12" fmla="*/ 26155 h 26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6800" h="26820">
                        <a:moveTo>
                          <a:pt x="30189" y="26155"/>
                        </a:moveTo>
                        <a:cubicBezTo>
                          <a:pt x="30278" y="26155"/>
                          <a:pt x="30411" y="26200"/>
                          <a:pt x="30500" y="26200"/>
                        </a:cubicBezTo>
                        <a:cubicBezTo>
                          <a:pt x="31697" y="25180"/>
                          <a:pt x="33825" y="25136"/>
                          <a:pt x="35642" y="25313"/>
                        </a:cubicBezTo>
                        <a:cubicBezTo>
                          <a:pt x="40031" y="25668"/>
                          <a:pt x="44464" y="26067"/>
                          <a:pt x="48853" y="26422"/>
                        </a:cubicBezTo>
                        <a:cubicBezTo>
                          <a:pt x="47966" y="26422"/>
                          <a:pt x="47168" y="26554"/>
                          <a:pt x="46370" y="26820"/>
                        </a:cubicBezTo>
                        <a:cubicBezTo>
                          <a:pt x="54749" y="26289"/>
                          <a:pt x="63127" y="25091"/>
                          <a:pt x="70486" y="21944"/>
                        </a:cubicBezTo>
                        <a:cubicBezTo>
                          <a:pt x="78111" y="18708"/>
                          <a:pt x="84583" y="13211"/>
                          <a:pt x="86800" y="6295"/>
                        </a:cubicBezTo>
                        <a:cubicBezTo>
                          <a:pt x="75274" y="20215"/>
                          <a:pt x="52754" y="27175"/>
                          <a:pt x="32628" y="22609"/>
                        </a:cubicBezTo>
                        <a:cubicBezTo>
                          <a:pt x="18752" y="19461"/>
                          <a:pt x="6517" y="10773"/>
                          <a:pt x="0" y="0"/>
                        </a:cubicBezTo>
                        <a:cubicBezTo>
                          <a:pt x="1906" y="3769"/>
                          <a:pt x="3990" y="7448"/>
                          <a:pt x="6694" y="10950"/>
                        </a:cubicBezTo>
                        <a:cubicBezTo>
                          <a:pt x="12014" y="17688"/>
                          <a:pt x="19683" y="23540"/>
                          <a:pt x="28859" y="25801"/>
                        </a:cubicBezTo>
                        <a:lnTo>
                          <a:pt x="23451" y="21900"/>
                        </a:lnTo>
                        <a:cubicBezTo>
                          <a:pt x="25978" y="23008"/>
                          <a:pt x="28239" y="24471"/>
                          <a:pt x="30189" y="2615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60" name="Forme libre : forme 19759">
                    <a:extLst>
                      <a:ext uri="{FF2B5EF4-FFF2-40B4-BE49-F238E27FC236}">
                        <a16:creationId xmlns:a16="http://schemas.microsoft.com/office/drawing/2014/main" id="{517C586D-CC9A-47D0-9B0A-4644DBB52018}"/>
                      </a:ext>
                    </a:extLst>
                  </p:cNvPr>
                  <p:cNvSpPr/>
                  <p:nvPr/>
                </p:nvSpPr>
                <p:spPr>
                  <a:xfrm>
                    <a:off x="4438820" y="6186962"/>
                    <a:ext cx="2925" cy="5895"/>
                  </a:xfrm>
                  <a:custGeom>
                    <a:avLst/>
                    <a:gdLst>
                      <a:gd name="connsiteX0" fmla="*/ 2926 w 2925"/>
                      <a:gd name="connsiteY0" fmla="*/ 5896 h 5895"/>
                      <a:gd name="connsiteX1" fmla="*/ 0 w 2925"/>
                      <a:gd name="connsiteY1" fmla="*/ 0 h 5895"/>
                      <a:gd name="connsiteX2" fmla="*/ 2926 w 2925"/>
                      <a:gd name="connsiteY2" fmla="*/ 5896 h 5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25" h="5895">
                        <a:moveTo>
                          <a:pt x="2926" y="5896"/>
                        </a:moveTo>
                        <a:cubicBezTo>
                          <a:pt x="1951" y="3946"/>
                          <a:pt x="975" y="1995"/>
                          <a:pt x="0" y="0"/>
                        </a:cubicBezTo>
                        <a:cubicBezTo>
                          <a:pt x="754" y="2039"/>
                          <a:pt x="1773" y="3990"/>
                          <a:pt x="2926" y="589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61" name="Forme libre : forme 19760">
                    <a:extLst>
                      <a:ext uri="{FF2B5EF4-FFF2-40B4-BE49-F238E27FC236}">
                        <a16:creationId xmlns:a16="http://schemas.microsoft.com/office/drawing/2014/main" id="{2875B5E6-6210-4BAE-A930-7BA1482ED3F5}"/>
                      </a:ext>
                    </a:extLst>
                  </p:cNvPr>
                  <p:cNvSpPr/>
                  <p:nvPr/>
                </p:nvSpPr>
                <p:spPr>
                  <a:xfrm>
                    <a:off x="4363151" y="6289588"/>
                    <a:ext cx="15688" cy="7802"/>
                  </a:xfrm>
                  <a:custGeom>
                    <a:avLst/>
                    <a:gdLst>
                      <a:gd name="connsiteX0" fmla="*/ 7753 w 15688"/>
                      <a:gd name="connsiteY0" fmla="*/ 0 h 7802"/>
                      <a:gd name="connsiteX1" fmla="*/ 84 w 15688"/>
                      <a:gd name="connsiteY1" fmla="*/ 2350 h 7802"/>
                      <a:gd name="connsiteX2" fmla="*/ 84 w 15688"/>
                      <a:gd name="connsiteY2" fmla="*/ 3502 h 7802"/>
                      <a:gd name="connsiteX3" fmla="*/ 12807 w 15688"/>
                      <a:gd name="connsiteY3" fmla="*/ 7802 h 7802"/>
                      <a:gd name="connsiteX4" fmla="*/ 15688 w 15688"/>
                      <a:gd name="connsiteY4" fmla="*/ 5718 h 7802"/>
                      <a:gd name="connsiteX5" fmla="*/ 7753 w 15688"/>
                      <a:gd name="connsiteY5" fmla="*/ 0 h 7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688" h="7802">
                        <a:moveTo>
                          <a:pt x="7753" y="0"/>
                        </a:moveTo>
                        <a:cubicBezTo>
                          <a:pt x="5315" y="931"/>
                          <a:pt x="2744" y="1729"/>
                          <a:pt x="84" y="2350"/>
                        </a:cubicBezTo>
                        <a:cubicBezTo>
                          <a:pt x="-5" y="2748"/>
                          <a:pt x="-49" y="3147"/>
                          <a:pt x="84" y="3502"/>
                        </a:cubicBezTo>
                        <a:cubicBezTo>
                          <a:pt x="882" y="6162"/>
                          <a:pt x="8418" y="7004"/>
                          <a:pt x="12807" y="7802"/>
                        </a:cubicBezTo>
                        <a:cubicBezTo>
                          <a:pt x="13782" y="7137"/>
                          <a:pt x="14713" y="6428"/>
                          <a:pt x="15688" y="5718"/>
                        </a:cubicBezTo>
                        <a:cubicBezTo>
                          <a:pt x="11832" y="4389"/>
                          <a:pt x="8418" y="2615"/>
                          <a:pt x="7753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62" name="Forme libre : forme 19761">
                    <a:extLst>
                      <a:ext uri="{FF2B5EF4-FFF2-40B4-BE49-F238E27FC236}">
                        <a16:creationId xmlns:a16="http://schemas.microsoft.com/office/drawing/2014/main" id="{DDD08A54-E95A-4695-9422-176FE7090311}"/>
                      </a:ext>
                    </a:extLst>
                  </p:cNvPr>
                  <p:cNvSpPr/>
                  <p:nvPr/>
                </p:nvSpPr>
                <p:spPr>
                  <a:xfrm>
                    <a:off x="4363235" y="6286662"/>
                    <a:ext cx="7979" cy="5319"/>
                  </a:xfrm>
                  <a:custGeom>
                    <a:avLst/>
                    <a:gdLst>
                      <a:gd name="connsiteX0" fmla="*/ 7980 w 7979"/>
                      <a:gd name="connsiteY0" fmla="*/ 0 h 5319"/>
                      <a:gd name="connsiteX1" fmla="*/ 0 w 7979"/>
                      <a:gd name="connsiteY1" fmla="*/ 5319 h 5319"/>
                      <a:gd name="connsiteX2" fmla="*/ 7669 w 7979"/>
                      <a:gd name="connsiteY2" fmla="*/ 2970 h 5319"/>
                      <a:gd name="connsiteX3" fmla="*/ 7980 w 7979"/>
                      <a:gd name="connsiteY3" fmla="*/ 0 h 5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79" h="5319">
                        <a:moveTo>
                          <a:pt x="7980" y="0"/>
                        </a:moveTo>
                        <a:cubicBezTo>
                          <a:pt x="5630" y="354"/>
                          <a:pt x="665" y="2704"/>
                          <a:pt x="0" y="5319"/>
                        </a:cubicBezTo>
                        <a:cubicBezTo>
                          <a:pt x="2660" y="4655"/>
                          <a:pt x="5231" y="3901"/>
                          <a:pt x="7669" y="2970"/>
                        </a:cubicBezTo>
                        <a:cubicBezTo>
                          <a:pt x="7448" y="2083"/>
                          <a:pt x="7492" y="1108"/>
                          <a:pt x="798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63" name="Forme libre : forme 19762">
                    <a:extLst>
                      <a:ext uri="{FF2B5EF4-FFF2-40B4-BE49-F238E27FC236}">
                        <a16:creationId xmlns:a16="http://schemas.microsoft.com/office/drawing/2014/main" id="{33F5C5BA-E3FF-4FE8-AF8D-A1C95210A5A4}"/>
                      </a:ext>
                    </a:extLst>
                  </p:cNvPr>
                  <p:cNvSpPr/>
                  <p:nvPr/>
                </p:nvSpPr>
                <p:spPr>
                  <a:xfrm>
                    <a:off x="4628645" y="6157837"/>
                    <a:ext cx="50271" cy="43428"/>
                  </a:xfrm>
                  <a:custGeom>
                    <a:avLst/>
                    <a:gdLst>
                      <a:gd name="connsiteX0" fmla="*/ 44686 w 50271"/>
                      <a:gd name="connsiteY0" fmla="*/ 0 h 43428"/>
                      <a:gd name="connsiteX1" fmla="*/ 42824 w 50271"/>
                      <a:gd name="connsiteY1" fmla="*/ 7004 h 43428"/>
                      <a:gd name="connsiteX2" fmla="*/ 38790 w 50271"/>
                      <a:gd name="connsiteY2" fmla="*/ 15915 h 43428"/>
                      <a:gd name="connsiteX3" fmla="*/ 25801 w 50271"/>
                      <a:gd name="connsiteY3" fmla="*/ 30233 h 43428"/>
                      <a:gd name="connsiteX4" fmla="*/ 14718 w 50271"/>
                      <a:gd name="connsiteY4" fmla="*/ 39100 h 43428"/>
                      <a:gd name="connsiteX5" fmla="*/ 0 w 50271"/>
                      <a:gd name="connsiteY5" fmla="*/ 42424 h 43428"/>
                      <a:gd name="connsiteX6" fmla="*/ 25889 w 50271"/>
                      <a:gd name="connsiteY6" fmla="*/ 37770 h 43428"/>
                      <a:gd name="connsiteX7" fmla="*/ 37105 w 50271"/>
                      <a:gd name="connsiteY7" fmla="*/ 31785 h 43428"/>
                      <a:gd name="connsiteX8" fmla="*/ 50271 w 50271"/>
                      <a:gd name="connsiteY8" fmla="*/ 36661 h 43428"/>
                      <a:gd name="connsiteX9" fmla="*/ 42070 w 50271"/>
                      <a:gd name="connsiteY9" fmla="*/ 27219 h 43428"/>
                      <a:gd name="connsiteX10" fmla="*/ 43444 w 50271"/>
                      <a:gd name="connsiteY10" fmla="*/ 18574 h 43428"/>
                      <a:gd name="connsiteX11" fmla="*/ 44686 w 50271"/>
                      <a:gd name="connsiteY11" fmla="*/ 0 h 43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0271" h="43428">
                        <a:moveTo>
                          <a:pt x="44686" y="0"/>
                        </a:moveTo>
                        <a:cubicBezTo>
                          <a:pt x="42912" y="1862"/>
                          <a:pt x="43400" y="4699"/>
                          <a:pt x="42824" y="7004"/>
                        </a:cubicBezTo>
                        <a:cubicBezTo>
                          <a:pt x="42070" y="10151"/>
                          <a:pt x="40607" y="13122"/>
                          <a:pt x="38790" y="15915"/>
                        </a:cubicBezTo>
                        <a:cubicBezTo>
                          <a:pt x="35332" y="21190"/>
                          <a:pt x="30544" y="25756"/>
                          <a:pt x="25801" y="30233"/>
                        </a:cubicBezTo>
                        <a:cubicBezTo>
                          <a:pt x="22387" y="33470"/>
                          <a:pt x="18974" y="36706"/>
                          <a:pt x="14718" y="39100"/>
                        </a:cubicBezTo>
                        <a:cubicBezTo>
                          <a:pt x="10462" y="41494"/>
                          <a:pt x="5231" y="43045"/>
                          <a:pt x="0" y="42424"/>
                        </a:cubicBezTo>
                        <a:cubicBezTo>
                          <a:pt x="8955" y="44774"/>
                          <a:pt x="19151" y="42912"/>
                          <a:pt x="25889" y="37770"/>
                        </a:cubicBezTo>
                        <a:cubicBezTo>
                          <a:pt x="29258" y="35199"/>
                          <a:pt x="32450" y="31607"/>
                          <a:pt x="37105" y="31785"/>
                        </a:cubicBezTo>
                        <a:cubicBezTo>
                          <a:pt x="41893" y="31962"/>
                          <a:pt x="45484" y="36129"/>
                          <a:pt x="50271" y="36661"/>
                        </a:cubicBezTo>
                        <a:cubicBezTo>
                          <a:pt x="45838" y="34977"/>
                          <a:pt x="42602" y="31209"/>
                          <a:pt x="42070" y="27219"/>
                        </a:cubicBezTo>
                        <a:cubicBezTo>
                          <a:pt x="41715" y="24293"/>
                          <a:pt x="42691" y="21412"/>
                          <a:pt x="43444" y="18574"/>
                        </a:cubicBezTo>
                        <a:cubicBezTo>
                          <a:pt x="44907" y="12900"/>
                          <a:pt x="46326" y="5718"/>
                          <a:pt x="44686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64" name="Forme libre : forme 19763">
                    <a:extLst>
                      <a:ext uri="{FF2B5EF4-FFF2-40B4-BE49-F238E27FC236}">
                        <a16:creationId xmlns:a16="http://schemas.microsoft.com/office/drawing/2014/main" id="{73BE2695-C32C-4FDB-92D0-E89B1510F806}"/>
                      </a:ext>
                    </a:extLst>
                  </p:cNvPr>
                  <p:cNvSpPr/>
                  <p:nvPr/>
                </p:nvSpPr>
                <p:spPr>
                  <a:xfrm>
                    <a:off x="4535151" y="6179026"/>
                    <a:ext cx="21411" cy="16180"/>
                  </a:xfrm>
                  <a:custGeom>
                    <a:avLst/>
                    <a:gdLst>
                      <a:gd name="connsiteX0" fmla="*/ 21412 w 21411"/>
                      <a:gd name="connsiteY0" fmla="*/ 16181 h 16180"/>
                      <a:gd name="connsiteX1" fmla="*/ 7536 w 21411"/>
                      <a:gd name="connsiteY1" fmla="*/ 6428 h 16180"/>
                      <a:gd name="connsiteX2" fmla="*/ 5364 w 21411"/>
                      <a:gd name="connsiteY2" fmla="*/ 1729 h 16180"/>
                      <a:gd name="connsiteX3" fmla="*/ 4788 w 21411"/>
                      <a:gd name="connsiteY3" fmla="*/ 0 h 16180"/>
                      <a:gd name="connsiteX4" fmla="*/ 4078 w 21411"/>
                      <a:gd name="connsiteY4" fmla="*/ 2970 h 16180"/>
                      <a:gd name="connsiteX5" fmla="*/ 0 w 21411"/>
                      <a:gd name="connsiteY5" fmla="*/ 14541 h 16180"/>
                      <a:gd name="connsiteX6" fmla="*/ 7137 w 21411"/>
                      <a:gd name="connsiteY6" fmla="*/ 10108 h 16180"/>
                      <a:gd name="connsiteX7" fmla="*/ 21412 w 21411"/>
                      <a:gd name="connsiteY7" fmla="*/ 16181 h 16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411" h="16180">
                        <a:moveTo>
                          <a:pt x="21412" y="16181"/>
                        </a:moveTo>
                        <a:cubicBezTo>
                          <a:pt x="16092" y="13654"/>
                          <a:pt x="10462" y="10906"/>
                          <a:pt x="7536" y="6428"/>
                        </a:cubicBezTo>
                        <a:cubicBezTo>
                          <a:pt x="6561" y="4921"/>
                          <a:pt x="5940" y="3325"/>
                          <a:pt x="5364" y="1729"/>
                        </a:cubicBezTo>
                        <a:cubicBezTo>
                          <a:pt x="5142" y="1153"/>
                          <a:pt x="4965" y="576"/>
                          <a:pt x="4788" y="0"/>
                        </a:cubicBezTo>
                        <a:cubicBezTo>
                          <a:pt x="4610" y="1020"/>
                          <a:pt x="4389" y="1995"/>
                          <a:pt x="4078" y="2970"/>
                        </a:cubicBezTo>
                        <a:cubicBezTo>
                          <a:pt x="2970" y="6916"/>
                          <a:pt x="1596" y="10728"/>
                          <a:pt x="0" y="14541"/>
                        </a:cubicBezTo>
                        <a:cubicBezTo>
                          <a:pt x="2616" y="14363"/>
                          <a:pt x="5054" y="11438"/>
                          <a:pt x="7137" y="10108"/>
                        </a:cubicBezTo>
                        <a:cubicBezTo>
                          <a:pt x="10728" y="13566"/>
                          <a:pt x="16003" y="15782"/>
                          <a:pt x="21412" y="1618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65" name="Forme libre : forme 19764">
                    <a:extLst>
                      <a:ext uri="{FF2B5EF4-FFF2-40B4-BE49-F238E27FC236}">
                        <a16:creationId xmlns:a16="http://schemas.microsoft.com/office/drawing/2014/main" id="{FF52C21A-6391-4A3B-84E7-FEBCDA57552D}"/>
                      </a:ext>
                    </a:extLst>
                  </p:cNvPr>
                  <p:cNvSpPr/>
                  <p:nvPr/>
                </p:nvSpPr>
                <p:spPr>
                  <a:xfrm>
                    <a:off x="4538286" y="6168032"/>
                    <a:ext cx="1873" cy="10949"/>
                  </a:xfrm>
                  <a:custGeom>
                    <a:avLst/>
                    <a:gdLst>
                      <a:gd name="connsiteX0" fmla="*/ 278 w 1873"/>
                      <a:gd name="connsiteY0" fmla="*/ 0 h 10949"/>
                      <a:gd name="connsiteX1" fmla="*/ 1652 w 1873"/>
                      <a:gd name="connsiteY1" fmla="*/ 10950 h 10949"/>
                      <a:gd name="connsiteX2" fmla="*/ 1874 w 1873"/>
                      <a:gd name="connsiteY2" fmla="*/ 8689 h 10949"/>
                      <a:gd name="connsiteX3" fmla="*/ 278 w 1873"/>
                      <a:gd name="connsiteY3" fmla="*/ 0 h 10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73" h="10949">
                        <a:moveTo>
                          <a:pt x="278" y="0"/>
                        </a:moveTo>
                        <a:cubicBezTo>
                          <a:pt x="-476" y="3635"/>
                          <a:pt x="411" y="7359"/>
                          <a:pt x="1652" y="10950"/>
                        </a:cubicBezTo>
                        <a:cubicBezTo>
                          <a:pt x="1785" y="10196"/>
                          <a:pt x="1874" y="9443"/>
                          <a:pt x="1874" y="8689"/>
                        </a:cubicBezTo>
                        <a:cubicBezTo>
                          <a:pt x="1741" y="5763"/>
                          <a:pt x="101" y="2926"/>
                          <a:pt x="278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66" name="Forme libre : forme 19765">
                    <a:extLst>
                      <a:ext uri="{FF2B5EF4-FFF2-40B4-BE49-F238E27FC236}">
                        <a16:creationId xmlns:a16="http://schemas.microsoft.com/office/drawing/2014/main" id="{D58E8AA7-CE24-443E-A0A0-39318CA633BD}"/>
                      </a:ext>
                    </a:extLst>
                  </p:cNvPr>
                  <p:cNvSpPr/>
                  <p:nvPr/>
                </p:nvSpPr>
                <p:spPr>
                  <a:xfrm>
                    <a:off x="4433677" y="6305059"/>
                    <a:ext cx="221" cy="88"/>
                  </a:xfrm>
                  <a:custGeom>
                    <a:avLst/>
                    <a:gdLst>
                      <a:gd name="connsiteX0" fmla="*/ 0 w 221"/>
                      <a:gd name="connsiteY0" fmla="*/ 89 h 88"/>
                      <a:gd name="connsiteX1" fmla="*/ 222 w 221"/>
                      <a:gd name="connsiteY1" fmla="*/ 0 h 88"/>
                      <a:gd name="connsiteX2" fmla="*/ 177 w 221"/>
                      <a:gd name="connsiteY2" fmla="*/ 0 h 88"/>
                      <a:gd name="connsiteX3" fmla="*/ 0 w 221"/>
                      <a:gd name="connsiteY3" fmla="*/ 89 h 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" h="88">
                        <a:moveTo>
                          <a:pt x="0" y="89"/>
                        </a:moveTo>
                        <a:cubicBezTo>
                          <a:pt x="89" y="44"/>
                          <a:pt x="133" y="44"/>
                          <a:pt x="222" y="0"/>
                        </a:cubicBezTo>
                        <a:lnTo>
                          <a:pt x="177" y="0"/>
                        </a:lnTo>
                        <a:cubicBezTo>
                          <a:pt x="133" y="0"/>
                          <a:pt x="89" y="44"/>
                          <a:pt x="0" y="8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67" name="Forme libre : forme 19766">
                    <a:extLst>
                      <a:ext uri="{FF2B5EF4-FFF2-40B4-BE49-F238E27FC236}">
                        <a16:creationId xmlns:a16="http://schemas.microsoft.com/office/drawing/2014/main" id="{540D4C7E-C75A-445A-B665-3118126E581B}"/>
                      </a:ext>
                    </a:extLst>
                  </p:cNvPr>
                  <p:cNvSpPr/>
                  <p:nvPr/>
                </p:nvSpPr>
                <p:spPr>
                  <a:xfrm>
                    <a:off x="4407631" y="6259630"/>
                    <a:ext cx="60313" cy="45384"/>
                  </a:xfrm>
                  <a:custGeom>
                    <a:avLst/>
                    <a:gdLst>
                      <a:gd name="connsiteX0" fmla="*/ 42360 w 60313"/>
                      <a:gd name="connsiteY0" fmla="*/ 34524 h 45384"/>
                      <a:gd name="connsiteX1" fmla="*/ 49320 w 60313"/>
                      <a:gd name="connsiteY1" fmla="*/ 25923 h 45384"/>
                      <a:gd name="connsiteX2" fmla="*/ 60314 w 60313"/>
                      <a:gd name="connsiteY2" fmla="*/ 21889 h 45384"/>
                      <a:gd name="connsiteX3" fmla="*/ 54196 w 60313"/>
                      <a:gd name="connsiteY3" fmla="*/ 20692 h 45384"/>
                      <a:gd name="connsiteX4" fmla="*/ 46261 w 60313"/>
                      <a:gd name="connsiteY4" fmla="*/ 12270 h 45384"/>
                      <a:gd name="connsiteX5" fmla="*/ 32252 w 60313"/>
                      <a:gd name="connsiteY5" fmla="*/ 2827 h 45384"/>
                      <a:gd name="connsiteX6" fmla="*/ 14298 w 60313"/>
                      <a:gd name="connsiteY6" fmla="*/ 256 h 45384"/>
                      <a:gd name="connsiteX7" fmla="*/ 24 w 60313"/>
                      <a:gd name="connsiteY7" fmla="*/ 3315 h 45384"/>
                      <a:gd name="connsiteX8" fmla="*/ 21391 w 60313"/>
                      <a:gd name="connsiteY8" fmla="*/ 2472 h 45384"/>
                      <a:gd name="connsiteX9" fmla="*/ 42493 w 60313"/>
                      <a:gd name="connsiteY9" fmla="*/ 14929 h 45384"/>
                      <a:gd name="connsiteX10" fmla="*/ 40897 w 60313"/>
                      <a:gd name="connsiteY10" fmla="*/ 32573 h 45384"/>
                      <a:gd name="connsiteX11" fmla="*/ 26223 w 60313"/>
                      <a:gd name="connsiteY11" fmla="*/ 45385 h 45384"/>
                      <a:gd name="connsiteX12" fmla="*/ 26268 w 60313"/>
                      <a:gd name="connsiteY12" fmla="*/ 45385 h 45384"/>
                      <a:gd name="connsiteX13" fmla="*/ 42360 w 60313"/>
                      <a:gd name="connsiteY13" fmla="*/ 34524 h 45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0313" h="45384">
                        <a:moveTo>
                          <a:pt x="42360" y="34524"/>
                        </a:moveTo>
                        <a:cubicBezTo>
                          <a:pt x="44754" y="31687"/>
                          <a:pt x="46571" y="28494"/>
                          <a:pt x="49320" y="25923"/>
                        </a:cubicBezTo>
                        <a:cubicBezTo>
                          <a:pt x="52068" y="23352"/>
                          <a:pt x="56102" y="21357"/>
                          <a:pt x="60314" y="21889"/>
                        </a:cubicBezTo>
                        <a:cubicBezTo>
                          <a:pt x="59028" y="20426"/>
                          <a:pt x="56324" y="21047"/>
                          <a:pt x="54196" y="20692"/>
                        </a:cubicBezTo>
                        <a:cubicBezTo>
                          <a:pt x="49852" y="20028"/>
                          <a:pt x="48344" y="15550"/>
                          <a:pt x="46261" y="12270"/>
                        </a:cubicBezTo>
                        <a:cubicBezTo>
                          <a:pt x="43379" y="7748"/>
                          <a:pt x="37971" y="4600"/>
                          <a:pt x="32252" y="2827"/>
                        </a:cubicBezTo>
                        <a:cubicBezTo>
                          <a:pt x="26534" y="1054"/>
                          <a:pt x="20372" y="611"/>
                          <a:pt x="14298" y="256"/>
                        </a:cubicBezTo>
                        <a:cubicBezTo>
                          <a:pt x="11195" y="79"/>
                          <a:pt x="-597" y="-1030"/>
                          <a:pt x="24" y="3315"/>
                        </a:cubicBezTo>
                        <a:cubicBezTo>
                          <a:pt x="7117" y="3580"/>
                          <a:pt x="13944" y="1453"/>
                          <a:pt x="21391" y="2472"/>
                        </a:cubicBezTo>
                        <a:cubicBezTo>
                          <a:pt x="30213" y="3669"/>
                          <a:pt x="38991" y="8058"/>
                          <a:pt x="42493" y="14929"/>
                        </a:cubicBezTo>
                        <a:cubicBezTo>
                          <a:pt x="45419" y="20648"/>
                          <a:pt x="44310" y="27254"/>
                          <a:pt x="40897" y="32573"/>
                        </a:cubicBezTo>
                        <a:cubicBezTo>
                          <a:pt x="37528" y="37849"/>
                          <a:pt x="32075" y="41927"/>
                          <a:pt x="26223" y="45385"/>
                        </a:cubicBezTo>
                        <a:lnTo>
                          <a:pt x="26268" y="45385"/>
                        </a:lnTo>
                        <a:cubicBezTo>
                          <a:pt x="32740" y="43079"/>
                          <a:pt x="38370" y="39311"/>
                          <a:pt x="42360" y="3452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68" name="Forme libre : forme 19767">
                    <a:extLst>
                      <a:ext uri="{FF2B5EF4-FFF2-40B4-BE49-F238E27FC236}">
                        <a16:creationId xmlns:a16="http://schemas.microsoft.com/office/drawing/2014/main" id="{2826AA3E-C11B-4374-895C-FBE5A606D8A0}"/>
                      </a:ext>
                    </a:extLst>
                  </p:cNvPr>
                  <p:cNvSpPr/>
                  <p:nvPr/>
                </p:nvSpPr>
                <p:spPr>
                  <a:xfrm>
                    <a:off x="4468876" y="6219013"/>
                    <a:ext cx="19239" cy="36839"/>
                  </a:xfrm>
                  <a:custGeom>
                    <a:avLst/>
                    <a:gdLst>
                      <a:gd name="connsiteX0" fmla="*/ 18397 w 19239"/>
                      <a:gd name="connsiteY0" fmla="*/ 665 h 36839"/>
                      <a:gd name="connsiteX1" fmla="*/ 3369 w 19239"/>
                      <a:gd name="connsiteY1" fmla="*/ 0 h 36839"/>
                      <a:gd name="connsiteX2" fmla="*/ 3236 w 19239"/>
                      <a:gd name="connsiteY2" fmla="*/ 89 h 36839"/>
                      <a:gd name="connsiteX3" fmla="*/ 9309 w 19239"/>
                      <a:gd name="connsiteY3" fmla="*/ 8911 h 36839"/>
                      <a:gd name="connsiteX4" fmla="*/ 4300 w 19239"/>
                      <a:gd name="connsiteY4" fmla="*/ 31919 h 36839"/>
                      <a:gd name="connsiteX5" fmla="*/ 0 w 19239"/>
                      <a:gd name="connsiteY5" fmla="*/ 36839 h 36839"/>
                      <a:gd name="connsiteX6" fmla="*/ 13033 w 19239"/>
                      <a:gd name="connsiteY6" fmla="*/ 17422 h 36839"/>
                      <a:gd name="connsiteX7" fmla="*/ 13477 w 19239"/>
                      <a:gd name="connsiteY7" fmla="*/ 6916 h 36839"/>
                      <a:gd name="connsiteX8" fmla="*/ 19240 w 19239"/>
                      <a:gd name="connsiteY8" fmla="*/ 621 h 36839"/>
                      <a:gd name="connsiteX9" fmla="*/ 18397 w 19239"/>
                      <a:gd name="connsiteY9" fmla="*/ 665 h 36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239" h="36839">
                        <a:moveTo>
                          <a:pt x="18397" y="665"/>
                        </a:moveTo>
                        <a:cubicBezTo>
                          <a:pt x="13388" y="931"/>
                          <a:pt x="8290" y="975"/>
                          <a:pt x="3369" y="0"/>
                        </a:cubicBezTo>
                        <a:cubicBezTo>
                          <a:pt x="3325" y="44"/>
                          <a:pt x="3280" y="89"/>
                          <a:pt x="3236" y="89"/>
                        </a:cubicBezTo>
                        <a:cubicBezTo>
                          <a:pt x="6073" y="2615"/>
                          <a:pt x="8201" y="5630"/>
                          <a:pt x="9309" y="8911"/>
                        </a:cubicBezTo>
                        <a:cubicBezTo>
                          <a:pt x="11969" y="16713"/>
                          <a:pt x="8911" y="25003"/>
                          <a:pt x="4300" y="31919"/>
                        </a:cubicBezTo>
                        <a:cubicBezTo>
                          <a:pt x="3103" y="33691"/>
                          <a:pt x="1729" y="35420"/>
                          <a:pt x="0" y="36839"/>
                        </a:cubicBezTo>
                        <a:cubicBezTo>
                          <a:pt x="7137" y="32007"/>
                          <a:pt x="12457" y="25136"/>
                          <a:pt x="13033" y="17422"/>
                        </a:cubicBezTo>
                        <a:cubicBezTo>
                          <a:pt x="13299" y="13920"/>
                          <a:pt x="12590" y="10329"/>
                          <a:pt x="13477" y="6916"/>
                        </a:cubicBezTo>
                        <a:cubicBezTo>
                          <a:pt x="14186" y="4212"/>
                          <a:pt x="16269" y="1551"/>
                          <a:pt x="19240" y="621"/>
                        </a:cubicBezTo>
                        <a:cubicBezTo>
                          <a:pt x="18929" y="621"/>
                          <a:pt x="18663" y="665"/>
                          <a:pt x="18397" y="66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69" name="Forme libre : forme 19768">
                    <a:extLst>
                      <a:ext uri="{FF2B5EF4-FFF2-40B4-BE49-F238E27FC236}">
                        <a16:creationId xmlns:a16="http://schemas.microsoft.com/office/drawing/2014/main" id="{4A1753A3-A567-444B-98EA-29CD5D129237}"/>
                      </a:ext>
                    </a:extLst>
                  </p:cNvPr>
                  <p:cNvSpPr/>
                  <p:nvPr/>
                </p:nvSpPr>
                <p:spPr>
                  <a:xfrm>
                    <a:off x="4470649" y="6218658"/>
                    <a:ext cx="1418" cy="797"/>
                  </a:xfrm>
                  <a:custGeom>
                    <a:avLst/>
                    <a:gdLst>
                      <a:gd name="connsiteX0" fmla="*/ 931 w 1418"/>
                      <a:gd name="connsiteY0" fmla="*/ 266 h 797"/>
                      <a:gd name="connsiteX1" fmla="*/ 0 w 1418"/>
                      <a:gd name="connsiteY1" fmla="*/ 0 h 797"/>
                      <a:gd name="connsiteX2" fmla="*/ 1064 w 1418"/>
                      <a:gd name="connsiteY2" fmla="*/ 798 h 797"/>
                      <a:gd name="connsiteX3" fmla="*/ 1419 w 1418"/>
                      <a:gd name="connsiteY3" fmla="*/ 488 h 797"/>
                      <a:gd name="connsiteX4" fmla="*/ 1241 w 1418"/>
                      <a:gd name="connsiteY4" fmla="*/ 310 h 797"/>
                      <a:gd name="connsiteX5" fmla="*/ 931 w 1418"/>
                      <a:gd name="connsiteY5" fmla="*/ 266 h 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18" h="797">
                        <a:moveTo>
                          <a:pt x="931" y="266"/>
                        </a:moveTo>
                        <a:cubicBezTo>
                          <a:pt x="621" y="177"/>
                          <a:pt x="310" y="89"/>
                          <a:pt x="0" y="0"/>
                        </a:cubicBezTo>
                        <a:lnTo>
                          <a:pt x="1064" y="798"/>
                        </a:lnTo>
                        <a:cubicBezTo>
                          <a:pt x="1153" y="665"/>
                          <a:pt x="1330" y="576"/>
                          <a:pt x="1419" y="488"/>
                        </a:cubicBezTo>
                        <a:cubicBezTo>
                          <a:pt x="1374" y="443"/>
                          <a:pt x="1286" y="399"/>
                          <a:pt x="1241" y="310"/>
                        </a:cubicBezTo>
                        <a:cubicBezTo>
                          <a:pt x="1153" y="266"/>
                          <a:pt x="1064" y="266"/>
                          <a:pt x="931" y="26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70" name="Forme libre : forme 19769">
                    <a:extLst>
                      <a:ext uri="{FF2B5EF4-FFF2-40B4-BE49-F238E27FC236}">
                        <a16:creationId xmlns:a16="http://schemas.microsoft.com/office/drawing/2014/main" id="{9C5B7B80-B2DF-44C5-946E-9FDBE374CE85}"/>
                      </a:ext>
                    </a:extLst>
                  </p:cNvPr>
                  <p:cNvSpPr/>
                  <p:nvPr/>
                </p:nvSpPr>
                <p:spPr>
                  <a:xfrm>
                    <a:off x="4465684" y="6255897"/>
                    <a:ext cx="3191" cy="1950"/>
                  </a:xfrm>
                  <a:custGeom>
                    <a:avLst/>
                    <a:gdLst>
                      <a:gd name="connsiteX0" fmla="*/ 3192 w 3191"/>
                      <a:gd name="connsiteY0" fmla="*/ 0 h 1950"/>
                      <a:gd name="connsiteX1" fmla="*/ 0 w 3191"/>
                      <a:gd name="connsiteY1" fmla="*/ 1950 h 1950"/>
                      <a:gd name="connsiteX2" fmla="*/ 3192 w 3191"/>
                      <a:gd name="connsiteY2" fmla="*/ 0 h 1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91" h="1950">
                        <a:moveTo>
                          <a:pt x="3192" y="0"/>
                        </a:moveTo>
                        <a:cubicBezTo>
                          <a:pt x="2172" y="709"/>
                          <a:pt x="1108" y="1330"/>
                          <a:pt x="0" y="1950"/>
                        </a:cubicBezTo>
                        <a:cubicBezTo>
                          <a:pt x="1197" y="1463"/>
                          <a:pt x="2217" y="753"/>
                          <a:pt x="319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71" name="Forme libre : forme 19770">
                    <a:extLst>
                      <a:ext uri="{FF2B5EF4-FFF2-40B4-BE49-F238E27FC236}">
                        <a16:creationId xmlns:a16="http://schemas.microsoft.com/office/drawing/2014/main" id="{6F683C57-631F-4292-801E-2CDF3B89814F}"/>
                      </a:ext>
                    </a:extLst>
                  </p:cNvPr>
                  <p:cNvSpPr/>
                  <p:nvPr/>
                </p:nvSpPr>
                <p:spPr>
                  <a:xfrm>
                    <a:off x="4465241" y="6214713"/>
                    <a:ext cx="6693" cy="4255"/>
                  </a:xfrm>
                  <a:custGeom>
                    <a:avLst/>
                    <a:gdLst>
                      <a:gd name="connsiteX0" fmla="*/ 6694 w 6693"/>
                      <a:gd name="connsiteY0" fmla="*/ 4256 h 4255"/>
                      <a:gd name="connsiteX1" fmla="*/ 0 w 6693"/>
                      <a:gd name="connsiteY1" fmla="*/ 0 h 4255"/>
                      <a:gd name="connsiteX2" fmla="*/ 5408 w 6693"/>
                      <a:gd name="connsiteY2" fmla="*/ 3901 h 4255"/>
                      <a:gd name="connsiteX3" fmla="*/ 6339 w 6693"/>
                      <a:gd name="connsiteY3" fmla="*/ 4167 h 4255"/>
                      <a:gd name="connsiteX4" fmla="*/ 6694 w 6693"/>
                      <a:gd name="connsiteY4" fmla="*/ 4256 h 4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93" h="4255">
                        <a:moveTo>
                          <a:pt x="6694" y="4256"/>
                        </a:moveTo>
                        <a:cubicBezTo>
                          <a:pt x="4743" y="2571"/>
                          <a:pt x="2483" y="1108"/>
                          <a:pt x="0" y="0"/>
                        </a:cubicBezTo>
                        <a:lnTo>
                          <a:pt x="5408" y="3901"/>
                        </a:lnTo>
                        <a:cubicBezTo>
                          <a:pt x="5719" y="3990"/>
                          <a:pt x="6029" y="4079"/>
                          <a:pt x="6339" y="4167"/>
                        </a:cubicBezTo>
                        <a:cubicBezTo>
                          <a:pt x="6472" y="4211"/>
                          <a:pt x="6561" y="4211"/>
                          <a:pt x="6694" y="425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72" name="Forme libre : forme 19771">
                    <a:extLst>
                      <a:ext uri="{FF2B5EF4-FFF2-40B4-BE49-F238E27FC236}">
                        <a16:creationId xmlns:a16="http://schemas.microsoft.com/office/drawing/2014/main" id="{F1A8C3C5-131C-4B2C-BE49-68D755FD874E}"/>
                      </a:ext>
                    </a:extLst>
                  </p:cNvPr>
                  <p:cNvSpPr/>
                  <p:nvPr/>
                </p:nvSpPr>
                <p:spPr>
                  <a:xfrm>
                    <a:off x="4472201" y="6218072"/>
                    <a:ext cx="18353" cy="1789"/>
                  </a:xfrm>
                  <a:custGeom>
                    <a:avLst/>
                    <a:gdLst>
                      <a:gd name="connsiteX0" fmla="*/ 5142 w 18353"/>
                      <a:gd name="connsiteY0" fmla="*/ 55 h 1789"/>
                      <a:gd name="connsiteX1" fmla="*/ 0 w 18353"/>
                      <a:gd name="connsiteY1" fmla="*/ 941 h 1789"/>
                      <a:gd name="connsiteX2" fmla="*/ 15028 w 18353"/>
                      <a:gd name="connsiteY2" fmla="*/ 1606 h 1789"/>
                      <a:gd name="connsiteX3" fmla="*/ 15870 w 18353"/>
                      <a:gd name="connsiteY3" fmla="*/ 1518 h 1789"/>
                      <a:gd name="connsiteX4" fmla="*/ 18353 w 18353"/>
                      <a:gd name="connsiteY4" fmla="*/ 1119 h 1789"/>
                      <a:gd name="connsiteX5" fmla="*/ 5142 w 18353"/>
                      <a:gd name="connsiteY5" fmla="*/ 55 h 1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53" h="1789">
                        <a:moveTo>
                          <a:pt x="5142" y="55"/>
                        </a:moveTo>
                        <a:cubicBezTo>
                          <a:pt x="3325" y="-78"/>
                          <a:pt x="1197" y="-34"/>
                          <a:pt x="0" y="941"/>
                        </a:cubicBezTo>
                        <a:cubicBezTo>
                          <a:pt x="4921" y="1916"/>
                          <a:pt x="10019" y="1916"/>
                          <a:pt x="15028" y="1606"/>
                        </a:cubicBezTo>
                        <a:cubicBezTo>
                          <a:pt x="15294" y="1606"/>
                          <a:pt x="15560" y="1562"/>
                          <a:pt x="15870" y="1518"/>
                        </a:cubicBezTo>
                        <a:cubicBezTo>
                          <a:pt x="16624" y="1252"/>
                          <a:pt x="17466" y="1119"/>
                          <a:pt x="18353" y="1119"/>
                        </a:cubicBezTo>
                        <a:cubicBezTo>
                          <a:pt x="13964" y="808"/>
                          <a:pt x="9575" y="409"/>
                          <a:pt x="5142" y="5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73" name="Forme libre : forme 19772">
                    <a:extLst>
                      <a:ext uri="{FF2B5EF4-FFF2-40B4-BE49-F238E27FC236}">
                        <a16:creationId xmlns:a16="http://schemas.microsoft.com/office/drawing/2014/main" id="{76B0FE09-1134-486D-8A1B-387B04B5A2E1}"/>
                      </a:ext>
                    </a:extLst>
                  </p:cNvPr>
                  <p:cNvSpPr/>
                  <p:nvPr/>
                </p:nvSpPr>
                <p:spPr>
                  <a:xfrm>
                    <a:off x="4310836" y="6137843"/>
                    <a:ext cx="95553" cy="69995"/>
                  </a:xfrm>
                  <a:custGeom>
                    <a:avLst/>
                    <a:gdLst>
                      <a:gd name="connsiteX0" fmla="*/ 14629 w 95553"/>
                      <a:gd name="connsiteY0" fmla="*/ 54039 h 69995"/>
                      <a:gd name="connsiteX1" fmla="*/ 26244 w 95553"/>
                      <a:gd name="connsiteY1" fmla="*/ 61797 h 69995"/>
                      <a:gd name="connsiteX2" fmla="*/ 46237 w 95553"/>
                      <a:gd name="connsiteY2" fmla="*/ 69023 h 69995"/>
                      <a:gd name="connsiteX3" fmla="*/ 64590 w 95553"/>
                      <a:gd name="connsiteY3" fmla="*/ 69954 h 69995"/>
                      <a:gd name="connsiteX4" fmla="*/ 83387 w 95553"/>
                      <a:gd name="connsiteY4" fmla="*/ 68092 h 69995"/>
                      <a:gd name="connsiteX5" fmla="*/ 91987 w 95553"/>
                      <a:gd name="connsiteY5" fmla="*/ 63570 h 69995"/>
                      <a:gd name="connsiteX6" fmla="*/ 95445 w 95553"/>
                      <a:gd name="connsiteY6" fmla="*/ 54837 h 69995"/>
                      <a:gd name="connsiteX7" fmla="*/ 86933 w 95553"/>
                      <a:gd name="connsiteY7" fmla="*/ 45217 h 69995"/>
                      <a:gd name="connsiteX8" fmla="*/ 73855 w 95553"/>
                      <a:gd name="connsiteY8" fmla="*/ 39454 h 69995"/>
                      <a:gd name="connsiteX9" fmla="*/ 62462 w 95553"/>
                      <a:gd name="connsiteY9" fmla="*/ 30899 h 69995"/>
                      <a:gd name="connsiteX10" fmla="*/ 55635 w 95553"/>
                      <a:gd name="connsiteY10" fmla="*/ 12457 h 69995"/>
                      <a:gd name="connsiteX11" fmla="*/ 54882 w 95553"/>
                      <a:gd name="connsiteY11" fmla="*/ 0 h 69995"/>
                      <a:gd name="connsiteX12" fmla="*/ 53020 w 95553"/>
                      <a:gd name="connsiteY12" fmla="*/ 6694 h 69995"/>
                      <a:gd name="connsiteX13" fmla="*/ 52532 w 95553"/>
                      <a:gd name="connsiteY13" fmla="*/ 21766 h 69995"/>
                      <a:gd name="connsiteX14" fmla="*/ 44863 w 95553"/>
                      <a:gd name="connsiteY14" fmla="*/ 19727 h 69995"/>
                      <a:gd name="connsiteX15" fmla="*/ 0 w 95553"/>
                      <a:gd name="connsiteY15" fmla="*/ 27352 h 69995"/>
                      <a:gd name="connsiteX16" fmla="*/ 6916 w 95553"/>
                      <a:gd name="connsiteY16" fmla="*/ 44153 h 69995"/>
                      <a:gd name="connsiteX17" fmla="*/ 14629 w 95553"/>
                      <a:gd name="connsiteY17" fmla="*/ 54039 h 69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95553" h="69995">
                        <a:moveTo>
                          <a:pt x="14629" y="54039"/>
                        </a:moveTo>
                        <a:cubicBezTo>
                          <a:pt x="17954" y="57098"/>
                          <a:pt x="22032" y="59581"/>
                          <a:pt x="26244" y="61797"/>
                        </a:cubicBezTo>
                        <a:cubicBezTo>
                          <a:pt x="32450" y="65033"/>
                          <a:pt x="39100" y="67782"/>
                          <a:pt x="46237" y="69023"/>
                        </a:cubicBezTo>
                        <a:cubicBezTo>
                          <a:pt x="52266" y="70087"/>
                          <a:pt x="58473" y="70043"/>
                          <a:pt x="64590" y="69954"/>
                        </a:cubicBezTo>
                        <a:cubicBezTo>
                          <a:pt x="70974" y="69909"/>
                          <a:pt x="77446" y="69821"/>
                          <a:pt x="83387" y="68092"/>
                        </a:cubicBezTo>
                        <a:cubicBezTo>
                          <a:pt x="86623" y="67161"/>
                          <a:pt x="89726" y="65698"/>
                          <a:pt x="91987" y="63570"/>
                        </a:cubicBezTo>
                        <a:cubicBezTo>
                          <a:pt x="94514" y="61221"/>
                          <a:pt x="95977" y="58029"/>
                          <a:pt x="95445" y="54837"/>
                        </a:cubicBezTo>
                        <a:cubicBezTo>
                          <a:pt x="94780" y="50803"/>
                          <a:pt x="91056" y="47478"/>
                          <a:pt x="86933" y="45217"/>
                        </a:cubicBezTo>
                        <a:cubicBezTo>
                          <a:pt x="82810" y="42956"/>
                          <a:pt x="78111" y="41494"/>
                          <a:pt x="73855" y="39454"/>
                        </a:cubicBezTo>
                        <a:cubicBezTo>
                          <a:pt x="69422" y="37282"/>
                          <a:pt x="65388" y="34401"/>
                          <a:pt x="62462" y="30899"/>
                        </a:cubicBezTo>
                        <a:cubicBezTo>
                          <a:pt x="57985" y="25535"/>
                          <a:pt x="56167" y="18929"/>
                          <a:pt x="55635" y="12457"/>
                        </a:cubicBezTo>
                        <a:cubicBezTo>
                          <a:pt x="55281" y="8378"/>
                          <a:pt x="55325" y="4122"/>
                          <a:pt x="54882" y="0"/>
                        </a:cubicBezTo>
                        <a:cubicBezTo>
                          <a:pt x="54128" y="2172"/>
                          <a:pt x="53463" y="4389"/>
                          <a:pt x="53020" y="6694"/>
                        </a:cubicBezTo>
                        <a:cubicBezTo>
                          <a:pt x="52045" y="11792"/>
                          <a:pt x="51912" y="16845"/>
                          <a:pt x="52532" y="21766"/>
                        </a:cubicBezTo>
                        <a:cubicBezTo>
                          <a:pt x="50050" y="20924"/>
                          <a:pt x="47478" y="20215"/>
                          <a:pt x="44863" y="19727"/>
                        </a:cubicBezTo>
                        <a:cubicBezTo>
                          <a:pt x="29125" y="16668"/>
                          <a:pt x="13477" y="19727"/>
                          <a:pt x="0" y="27352"/>
                        </a:cubicBezTo>
                        <a:cubicBezTo>
                          <a:pt x="1374" y="33159"/>
                          <a:pt x="3724" y="38834"/>
                          <a:pt x="6916" y="44153"/>
                        </a:cubicBezTo>
                        <a:cubicBezTo>
                          <a:pt x="8999" y="47656"/>
                          <a:pt x="11437" y="51069"/>
                          <a:pt x="14629" y="5403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74" name="Forme libre : forme 19773">
                    <a:extLst>
                      <a:ext uri="{FF2B5EF4-FFF2-40B4-BE49-F238E27FC236}">
                        <a16:creationId xmlns:a16="http://schemas.microsoft.com/office/drawing/2014/main" id="{B4A5D528-2FCD-4827-B596-5A114C98D9B2}"/>
                      </a:ext>
                    </a:extLst>
                  </p:cNvPr>
                  <p:cNvSpPr/>
                  <p:nvPr/>
                </p:nvSpPr>
                <p:spPr>
                  <a:xfrm>
                    <a:off x="4444417" y="6133321"/>
                    <a:ext cx="60113" cy="74027"/>
                  </a:xfrm>
                  <a:custGeom>
                    <a:avLst/>
                    <a:gdLst>
                      <a:gd name="connsiteX0" fmla="*/ 16346 w 60113"/>
                      <a:gd name="connsiteY0" fmla="*/ 4344 h 74027"/>
                      <a:gd name="connsiteX1" fmla="*/ 15681 w 60113"/>
                      <a:gd name="connsiteY1" fmla="*/ 4211 h 74027"/>
                      <a:gd name="connsiteX2" fmla="*/ 9164 w 60113"/>
                      <a:gd name="connsiteY2" fmla="*/ 10373 h 74027"/>
                      <a:gd name="connsiteX3" fmla="*/ 1096 w 60113"/>
                      <a:gd name="connsiteY3" fmla="*/ 44020 h 74027"/>
                      <a:gd name="connsiteX4" fmla="*/ 26764 w 60113"/>
                      <a:gd name="connsiteY4" fmla="*/ 71417 h 74027"/>
                      <a:gd name="connsiteX5" fmla="*/ 42058 w 60113"/>
                      <a:gd name="connsiteY5" fmla="*/ 73944 h 74027"/>
                      <a:gd name="connsiteX6" fmla="*/ 55313 w 60113"/>
                      <a:gd name="connsiteY6" fmla="*/ 68048 h 74027"/>
                      <a:gd name="connsiteX7" fmla="*/ 59657 w 60113"/>
                      <a:gd name="connsiteY7" fmla="*/ 56256 h 74027"/>
                      <a:gd name="connsiteX8" fmla="*/ 59037 w 60113"/>
                      <a:gd name="connsiteY8" fmla="*/ 47079 h 74027"/>
                      <a:gd name="connsiteX9" fmla="*/ 53274 w 60113"/>
                      <a:gd name="connsiteY9" fmla="*/ 41538 h 74027"/>
                      <a:gd name="connsiteX10" fmla="*/ 43078 w 60113"/>
                      <a:gd name="connsiteY10" fmla="*/ 34179 h 74027"/>
                      <a:gd name="connsiteX11" fmla="*/ 38112 w 60113"/>
                      <a:gd name="connsiteY11" fmla="*/ 29347 h 74027"/>
                      <a:gd name="connsiteX12" fmla="*/ 37226 w 60113"/>
                      <a:gd name="connsiteY12" fmla="*/ 24426 h 74027"/>
                      <a:gd name="connsiteX13" fmla="*/ 38999 w 60113"/>
                      <a:gd name="connsiteY13" fmla="*/ 8024 h 74027"/>
                      <a:gd name="connsiteX14" fmla="*/ 37846 w 60113"/>
                      <a:gd name="connsiteY14" fmla="*/ 0 h 74027"/>
                      <a:gd name="connsiteX15" fmla="*/ 27296 w 60113"/>
                      <a:gd name="connsiteY15" fmla="*/ 2882 h 74027"/>
                      <a:gd name="connsiteX16" fmla="*/ 16346 w 60113"/>
                      <a:gd name="connsiteY16" fmla="*/ 4344 h 74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0113" h="74027">
                        <a:moveTo>
                          <a:pt x="16346" y="4344"/>
                        </a:moveTo>
                        <a:cubicBezTo>
                          <a:pt x="16080" y="4300"/>
                          <a:pt x="15903" y="4256"/>
                          <a:pt x="15681" y="4211"/>
                        </a:cubicBezTo>
                        <a:cubicBezTo>
                          <a:pt x="13198" y="5985"/>
                          <a:pt x="11026" y="8068"/>
                          <a:pt x="9164" y="10373"/>
                        </a:cubicBezTo>
                        <a:cubicBezTo>
                          <a:pt x="1451" y="20082"/>
                          <a:pt x="-1918" y="32361"/>
                          <a:pt x="1096" y="44020"/>
                        </a:cubicBezTo>
                        <a:cubicBezTo>
                          <a:pt x="4066" y="55679"/>
                          <a:pt x="13686" y="66408"/>
                          <a:pt x="26764" y="71417"/>
                        </a:cubicBezTo>
                        <a:cubicBezTo>
                          <a:pt x="31596" y="73279"/>
                          <a:pt x="36871" y="74343"/>
                          <a:pt x="42058" y="73944"/>
                        </a:cubicBezTo>
                        <a:cubicBezTo>
                          <a:pt x="47245" y="73545"/>
                          <a:pt x="52298" y="71506"/>
                          <a:pt x="55313" y="68048"/>
                        </a:cubicBezTo>
                        <a:cubicBezTo>
                          <a:pt x="58194" y="64723"/>
                          <a:pt x="58992" y="60423"/>
                          <a:pt x="59657" y="56256"/>
                        </a:cubicBezTo>
                        <a:cubicBezTo>
                          <a:pt x="60145" y="53197"/>
                          <a:pt x="60588" y="49961"/>
                          <a:pt x="59037" y="47079"/>
                        </a:cubicBezTo>
                        <a:cubicBezTo>
                          <a:pt x="57795" y="44863"/>
                          <a:pt x="55490" y="43178"/>
                          <a:pt x="53274" y="41538"/>
                        </a:cubicBezTo>
                        <a:cubicBezTo>
                          <a:pt x="49860" y="39100"/>
                          <a:pt x="46491" y="36662"/>
                          <a:pt x="43078" y="34179"/>
                        </a:cubicBezTo>
                        <a:cubicBezTo>
                          <a:pt x="41127" y="32761"/>
                          <a:pt x="39132" y="31297"/>
                          <a:pt x="38112" y="29347"/>
                        </a:cubicBezTo>
                        <a:cubicBezTo>
                          <a:pt x="37315" y="27796"/>
                          <a:pt x="37226" y="26067"/>
                          <a:pt x="37226" y="24426"/>
                        </a:cubicBezTo>
                        <a:cubicBezTo>
                          <a:pt x="37182" y="18841"/>
                          <a:pt x="37935" y="13432"/>
                          <a:pt x="38999" y="8024"/>
                        </a:cubicBezTo>
                        <a:cubicBezTo>
                          <a:pt x="39487" y="5497"/>
                          <a:pt x="39664" y="2172"/>
                          <a:pt x="37846" y="0"/>
                        </a:cubicBezTo>
                        <a:cubicBezTo>
                          <a:pt x="34344" y="1197"/>
                          <a:pt x="30709" y="2083"/>
                          <a:pt x="27296" y="2882"/>
                        </a:cubicBezTo>
                        <a:cubicBezTo>
                          <a:pt x="23395" y="3812"/>
                          <a:pt x="19449" y="4699"/>
                          <a:pt x="16346" y="434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75" name="Forme libre : forme 19774">
                    <a:extLst>
                      <a:ext uri="{FF2B5EF4-FFF2-40B4-BE49-F238E27FC236}">
                        <a16:creationId xmlns:a16="http://schemas.microsoft.com/office/drawing/2014/main" id="{13330E1B-B652-472B-AF0F-EEDF1AF97701}"/>
                      </a:ext>
                    </a:extLst>
                  </p:cNvPr>
                  <p:cNvSpPr/>
                  <p:nvPr/>
                </p:nvSpPr>
                <p:spPr>
                  <a:xfrm>
                    <a:off x="4460098" y="6131152"/>
                    <a:ext cx="22076" cy="6549"/>
                  </a:xfrm>
                  <a:custGeom>
                    <a:avLst/>
                    <a:gdLst>
                      <a:gd name="connsiteX0" fmla="*/ 18796 w 22076"/>
                      <a:gd name="connsiteY0" fmla="*/ 263 h 6549"/>
                      <a:gd name="connsiteX1" fmla="*/ 6206 w 22076"/>
                      <a:gd name="connsiteY1" fmla="*/ 2835 h 6549"/>
                      <a:gd name="connsiteX2" fmla="*/ 0 w 22076"/>
                      <a:gd name="connsiteY2" fmla="*/ 6337 h 6549"/>
                      <a:gd name="connsiteX3" fmla="*/ 665 w 22076"/>
                      <a:gd name="connsiteY3" fmla="*/ 6470 h 6549"/>
                      <a:gd name="connsiteX4" fmla="*/ 11526 w 22076"/>
                      <a:gd name="connsiteY4" fmla="*/ 5051 h 6549"/>
                      <a:gd name="connsiteX5" fmla="*/ 22077 w 22076"/>
                      <a:gd name="connsiteY5" fmla="*/ 2170 h 6549"/>
                      <a:gd name="connsiteX6" fmla="*/ 18796 w 22076"/>
                      <a:gd name="connsiteY6" fmla="*/ 263 h 6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076" h="6549">
                        <a:moveTo>
                          <a:pt x="18796" y="263"/>
                        </a:moveTo>
                        <a:cubicBezTo>
                          <a:pt x="14718" y="-756"/>
                          <a:pt x="9664" y="1416"/>
                          <a:pt x="6206" y="2835"/>
                        </a:cubicBezTo>
                        <a:cubicBezTo>
                          <a:pt x="3901" y="3766"/>
                          <a:pt x="1862" y="5007"/>
                          <a:pt x="0" y="6337"/>
                        </a:cubicBezTo>
                        <a:cubicBezTo>
                          <a:pt x="222" y="6381"/>
                          <a:pt x="443" y="6470"/>
                          <a:pt x="665" y="6470"/>
                        </a:cubicBezTo>
                        <a:cubicBezTo>
                          <a:pt x="3812" y="6824"/>
                          <a:pt x="7758" y="5938"/>
                          <a:pt x="11526" y="5051"/>
                        </a:cubicBezTo>
                        <a:cubicBezTo>
                          <a:pt x="14940" y="4253"/>
                          <a:pt x="18530" y="3367"/>
                          <a:pt x="22077" y="2170"/>
                        </a:cubicBezTo>
                        <a:cubicBezTo>
                          <a:pt x="21323" y="1327"/>
                          <a:pt x="20304" y="618"/>
                          <a:pt x="18796" y="26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76" name="Forme libre : forme 19775">
                    <a:extLst>
                      <a:ext uri="{FF2B5EF4-FFF2-40B4-BE49-F238E27FC236}">
                        <a16:creationId xmlns:a16="http://schemas.microsoft.com/office/drawing/2014/main" id="{657DBB4B-60A3-499B-B74C-598C1CF6CE7A}"/>
                      </a:ext>
                    </a:extLst>
                  </p:cNvPr>
                  <p:cNvSpPr/>
                  <p:nvPr/>
                </p:nvSpPr>
                <p:spPr>
                  <a:xfrm>
                    <a:off x="4305790" y="6227158"/>
                    <a:ext cx="45965" cy="35837"/>
                  </a:xfrm>
                  <a:custGeom>
                    <a:avLst/>
                    <a:gdLst>
                      <a:gd name="connsiteX0" fmla="*/ 33773 w 45965"/>
                      <a:gd name="connsiteY0" fmla="*/ 1164 h 35837"/>
                      <a:gd name="connsiteX1" fmla="*/ 13558 w 45965"/>
                      <a:gd name="connsiteY1" fmla="*/ 4666 h 35837"/>
                      <a:gd name="connsiteX2" fmla="*/ 1810 w 45965"/>
                      <a:gd name="connsiteY2" fmla="*/ 17389 h 35837"/>
                      <a:gd name="connsiteX3" fmla="*/ 170 w 45965"/>
                      <a:gd name="connsiteY3" fmla="*/ 24615 h 35837"/>
                      <a:gd name="connsiteX4" fmla="*/ 6997 w 45965"/>
                      <a:gd name="connsiteY4" fmla="*/ 31752 h 35837"/>
                      <a:gd name="connsiteX5" fmla="*/ 28054 w 45965"/>
                      <a:gd name="connsiteY5" fmla="*/ 34501 h 35837"/>
                      <a:gd name="connsiteX6" fmla="*/ 41265 w 45965"/>
                      <a:gd name="connsiteY6" fmla="*/ 20847 h 35837"/>
                      <a:gd name="connsiteX7" fmla="*/ 45432 w 45965"/>
                      <a:gd name="connsiteY7" fmla="*/ 15793 h 35837"/>
                      <a:gd name="connsiteX8" fmla="*/ 33773 w 45965"/>
                      <a:gd name="connsiteY8" fmla="*/ 1164 h 35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965" h="35837">
                        <a:moveTo>
                          <a:pt x="33773" y="1164"/>
                        </a:moveTo>
                        <a:cubicBezTo>
                          <a:pt x="27345" y="-1806"/>
                          <a:pt x="18700" y="1475"/>
                          <a:pt x="13558" y="4666"/>
                        </a:cubicBezTo>
                        <a:cubicBezTo>
                          <a:pt x="8371" y="7902"/>
                          <a:pt x="4514" y="12469"/>
                          <a:pt x="1810" y="17389"/>
                        </a:cubicBezTo>
                        <a:cubicBezTo>
                          <a:pt x="569" y="19650"/>
                          <a:pt x="-406" y="22132"/>
                          <a:pt x="170" y="24615"/>
                        </a:cubicBezTo>
                        <a:cubicBezTo>
                          <a:pt x="924" y="27674"/>
                          <a:pt x="3894" y="30023"/>
                          <a:pt x="6997" y="31752"/>
                        </a:cubicBezTo>
                        <a:cubicBezTo>
                          <a:pt x="13248" y="35299"/>
                          <a:pt x="21582" y="37338"/>
                          <a:pt x="28054" y="34501"/>
                        </a:cubicBezTo>
                        <a:cubicBezTo>
                          <a:pt x="34349" y="31752"/>
                          <a:pt x="36832" y="25502"/>
                          <a:pt x="41265" y="20847"/>
                        </a:cubicBezTo>
                        <a:cubicBezTo>
                          <a:pt x="42772" y="19251"/>
                          <a:pt x="44634" y="17744"/>
                          <a:pt x="45432" y="15793"/>
                        </a:cubicBezTo>
                        <a:cubicBezTo>
                          <a:pt x="48180" y="9498"/>
                          <a:pt x="39713" y="3912"/>
                          <a:pt x="33773" y="116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77" name="Forme libre : forme 19776">
                    <a:extLst>
                      <a:ext uri="{FF2B5EF4-FFF2-40B4-BE49-F238E27FC236}">
                        <a16:creationId xmlns:a16="http://schemas.microsoft.com/office/drawing/2014/main" id="{18B1CB67-0CD1-4CBA-A1D3-B1E69BB11DDD}"/>
                      </a:ext>
                    </a:extLst>
                  </p:cNvPr>
                  <p:cNvSpPr/>
                  <p:nvPr/>
                </p:nvSpPr>
                <p:spPr>
                  <a:xfrm>
                    <a:off x="4501548" y="6229032"/>
                    <a:ext cx="107546" cy="72215"/>
                  </a:xfrm>
                  <a:custGeom>
                    <a:avLst/>
                    <a:gdLst>
                      <a:gd name="connsiteX0" fmla="*/ 77712 w 107546"/>
                      <a:gd name="connsiteY0" fmla="*/ 51646 h 72215"/>
                      <a:gd name="connsiteX1" fmla="*/ 84938 w 107546"/>
                      <a:gd name="connsiteY1" fmla="*/ 55724 h 72215"/>
                      <a:gd name="connsiteX2" fmla="*/ 107547 w 107546"/>
                      <a:gd name="connsiteY2" fmla="*/ 72215 h 72215"/>
                      <a:gd name="connsiteX3" fmla="*/ 94469 w 107546"/>
                      <a:gd name="connsiteY3" fmla="*/ 55636 h 72215"/>
                      <a:gd name="connsiteX4" fmla="*/ 89947 w 107546"/>
                      <a:gd name="connsiteY4" fmla="*/ 47257 h 72215"/>
                      <a:gd name="connsiteX5" fmla="*/ 97085 w 107546"/>
                      <a:gd name="connsiteY5" fmla="*/ 31652 h 72215"/>
                      <a:gd name="connsiteX6" fmla="*/ 96420 w 107546"/>
                      <a:gd name="connsiteY6" fmla="*/ 14674 h 72215"/>
                      <a:gd name="connsiteX7" fmla="*/ 86844 w 107546"/>
                      <a:gd name="connsiteY7" fmla="*/ 0 h 72215"/>
                      <a:gd name="connsiteX8" fmla="*/ 89194 w 107546"/>
                      <a:gd name="connsiteY8" fmla="*/ 30943 h 72215"/>
                      <a:gd name="connsiteX9" fmla="*/ 82012 w 107546"/>
                      <a:gd name="connsiteY9" fmla="*/ 38701 h 72215"/>
                      <a:gd name="connsiteX10" fmla="*/ 42513 w 107546"/>
                      <a:gd name="connsiteY10" fmla="*/ 51025 h 72215"/>
                      <a:gd name="connsiteX11" fmla="*/ 0 w 107546"/>
                      <a:gd name="connsiteY11" fmla="*/ 43001 h 72215"/>
                      <a:gd name="connsiteX12" fmla="*/ 61576 w 107546"/>
                      <a:gd name="connsiteY12" fmla="*/ 53064 h 72215"/>
                      <a:gd name="connsiteX13" fmla="*/ 77712 w 107546"/>
                      <a:gd name="connsiteY13" fmla="*/ 51646 h 72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7546" h="72215">
                        <a:moveTo>
                          <a:pt x="77712" y="51646"/>
                        </a:moveTo>
                        <a:cubicBezTo>
                          <a:pt x="80461" y="52488"/>
                          <a:pt x="82722" y="54128"/>
                          <a:pt x="84938" y="55724"/>
                        </a:cubicBezTo>
                        <a:cubicBezTo>
                          <a:pt x="92474" y="61221"/>
                          <a:pt x="100011" y="66718"/>
                          <a:pt x="107547" y="72215"/>
                        </a:cubicBezTo>
                        <a:cubicBezTo>
                          <a:pt x="103202" y="66674"/>
                          <a:pt x="98814" y="61177"/>
                          <a:pt x="94469" y="55636"/>
                        </a:cubicBezTo>
                        <a:cubicBezTo>
                          <a:pt x="92430" y="53020"/>
                          <a:pt x="90302" y="50316"/>
                          <a:pt x="89947" y="47257"/>
                        </a:cubicBezTo>
                        <a:cubicBezTo>
                          <a:pt x="89238" y="41538"/>
                          <a:pt x="94691" y="36927"/>
                          <a:pt x="97085" y="31652"/>
                        </a:cubicBezTo>
                        <a:cubicBezTo>
                          <a:pt x="99523" y="26333"/>
                          <a:pt x="98769" y="20171"/>
                          <a:pt x="96420" y="14674"/>
                        </a:cubicBezTo>
                        <a:cubicBezTo>
                          <a:pt x="94248" y="9620"/>
                          <a:pt x="90923" y="4211"/>
                          <a:pt x="86844" y="0"/>
                        </a:cubicBezTo>
                        <a:cubicBezTo>
                          <a:pt x="89416" y="10418"/>
                          <a:pt x="95223" y="20614"/>
                          <a:pt x="89194" y="30943"/>
                        </a:cubicBezTo>
                        <a:cubicBezTo>
                          <a:pt x="87465" y="33913"/>
                          <a:pt x="84894" y="36440"/>
                          <a:pt x="82012" y="38701"/>
                        </a:cubicBezTo>
                        <a:cubicBezTo>
                          <a:pt x="71550" y="46814"/>
                          <a:pt x="57054" y="50803"/>
                          <a:pt x="42513" y="51025"/>
                        </a:cubicBezTo>
                        <a:cubicBezTo>
                          <a:pt x="27973" y="51247"/>
                          <a:pt x="13477" y="48010"/>
                          <a:pt x="0" y="43001"/>
                        </a:cubicBezTo>
                        <a:cubicBezTo>
                          <a:pt x="17466" y="54040"/>
                          <a:pt x="41006" y="57852"/>
                          <a:pt x="61576" y="53064"/>
                        </a:cubicBezTo>
                        <a:cubicBezTo>
                          <a:pt x="66851" y="51867"/>
                          <a:pt x="72481" y="50094"/>
                          <a:pt x="77712" y="5164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78" name="Forme libre : forme 19777">
                    <a:extLst>
                      <a:ext uri="{FF2B5EF4-FFF2-40B4-BE49-F238E27FC236}">
                        <a16:creationId xmlns:a16="http://schemas.microsoft.com/office/drawing/2014/main" id="{C248FD6C-FE5F-43F8-81F4-1FA074B8FEEF}"/>
                      </a:ext>
                    </a:extLst>
                  </p:cNvPr>
                  <p:cNvSpPr/>
                  <p:nvPr/>
                </p:nvSpPr>
                <p:spPr>
                  <a:xfrm>
                    <a:off x="4558336" y="6334185"/>
                    <a:ext cx="5674" cy="3103"/>
                  </a:xfrm>
                  <a:custGeom>
                    <a:avLst/>
                    <a:gdLst>
                      <a:gd name="connsiteX0" fmla="*/ 0 w 5674"/>
                      <a:gd name="connsiteY0" fmla="*/ 1995 h 3103"/>
                      <a:gd name="connsiteX1" fmla="*/ 4433 w 5674"/>
                      <a:gd name="connsiteY1" fmla="*/ 3103 h 3103"/>
                      <a:gd name="connsiteX2" fmla="*/ 5674 w 5674"/>
                      <a:gd name="connsiteY2" fmla="*/ 0 h 3103"/>
                      <a:gd name="connsiteX3" fmla="*/ 0 w 5674"/>
                      <a:gd name="connsiteY3" fmla="*/ 1995 h 3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74" h="3103">
                        <a:moveTo>
                          <a:pt x="0" y="1995"/>
                        </a:moveTo>
                        <a:lnTo>
                          <a:pt x="4433" y="3103"/>
                        </a:lnTo>
                        <a:cubicBezTo>
                          <a:pt x="5142" y="2172"/>
                          <a:pt x="5674" y="1153"/>
                          <a:pt x="5674" y="0"/>
                        </a:cubicBezTo>
                        <a:cubicBezTo>
                          <a:pt x="3768" y="665"/>
                          <a:pt x="1906" y="1330"/>
                          <a:pt x="0" y="199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79" name="Forme libre : forme 19778">
                    <a:extLst>
                      <a:ext uri="{FF2B5EF4-FFF2-40B4-BE49-F238E27FC236}">
                        <a16:creationId xmlns:a16="http://schemas.microsoft.com/office/drawing/2014/main" id="{8D0D82FC-D524-4846-AF30-B70C0AB89F98}"/>
                      </a:ext>
                    </a:extLst>
                  </p:cNvPr>
                  <p:cNvSpPr/>
                  <p:nvPr/>
                </p:nvSpPr>
                <p:spPr>
                  <a:xfrm>
                    <a:off x="4629886" y="6207797"/>
                    <a:ext cx="140715" cy="117832"/>
                  </a:xfrm>
                  <a:custGeom>
                    <a:avLst/>
                    <a:gdLst>
                      <a:gd name="connsiteX0" fmla="*/ 132417 w 140715"/>
                      <a:gd name="connsiteY0" fmla="*/ 77447 h 117832"/>
                      <a:gd name="connsiteX1" fmla="*/ 124127 w 140715"/>
                      <a:gd name="connsiteY1" fmla="*/ 69289 h 117832"/>
                      <a:gd name="connsiteX2" fmla="*/ 128072 w 140715"/>
                      <a:gd name="connsiteY2" fmla="*/ 70885 h 117832"/>
                      <a:gd name="connsiteX3" fmla="*/ 101784 w 140715"/>
                      <a:gd name="connsiteY3" fmla="*/ 59138 h 117832"/>
                      <a:gd name="connsiteX4" fmla="*/ 87155 w 140715"/>
                      <a:gd name="connsiteY4" fmla="*/ 15073 h 117832"/>
                      <a:gd name="connsiteX5" fmla="*/ 75983 w 140715"/>
                      <a:gd name="connsiteY5" fmla="*/ 3325 h 117832"/>
                      <a:gd name="connsiteX6" fmla="*/ 67472 w 140715"/>
                      <a:gd name="connsiteY6" fmla="*/ 0 h 117832"/>
                      <a:gd name="connsiteX7" fmla="*/ 77269 w 140715"/>
                      <a:gd name="connsiteY7" fmla="*/ 8556 h 117832"/>
                      <a:gd name="connsiteX8" fmla="*/ 86401 w 140715"/>
                      <a:gd name="connsiteY8" fmla="*/ 19284 h 117832"/>
                      <a:gd name="connsiteX9" fmla="*/ 95755 w 140715"/>
                      <a:gd name="connsiteY9" fmla="*/ 44420 h 117832"/>
                      <a:gd name="connsiteX10" fmla="*/ 95046 w 140715"/>
                      <a:gd name="connsiteY10" fmla="*/ 59138 h 117832"/>
                      <a:gd name="connsiteX11" fmla="*/ 66230 w 140715"/>
                      <a:gd name="connsiteY11" fmla="*/ 85470 h 117832"/>
                      <a:gd name="connsiteX12" fmla="*/ 21944 w 140715"/>
                      <a:gd name="connsiteY12" fmla="*/ 89371 h 117832"/>
                      <a:gd name="connsiteX13" fmla="*/ 0 w 140715"/>
                      <a:gd name="connsiteY13" fmla="*/ 88174 h 117832"/>
                      <a:gd name="connsiteX14" fmla="*/ 33115 w 140715"/>
                      <a:gd name="connsiteY14" fmla="*/ 92031 h 117832"/>
                      <a:gd name="connsiteX15" fmla="*/ 98902 w 140715"/>
                      <a:gd name="connsiteY15" fmla="*/ 65521 h 117832"/>
                      <a:gd name="connsiteX16" fmla="*/ 101119 w 140715"/>
                      <a:gd name="connsiteY16" fmla="*/ 63083 h 117832"/>
                      <a:gd name="connsiteX17" fmla="*/ 107813 w 140715"/>
                      <a:gd name="connsiteY17" fmla="*/ 63349 h 117832"/>
                      <a:gd name="connsiteX18" fmla="*/ 133082 w 140715"/>
                      <a:gd name="connsiteY18" fmla="*/ 86534 h 117832"/>
                      <a:gd name="connsiteX19" fmla="*/ 134855 w 140715"/>
                      <a:gd name="connsiteY19" fmla="*/ 117832 h 117832"/>
                      <a:gd name="connsiteX20" fmla="*/ 140485 w 140715"/>
                      <a:gd name="connsiteY20" fmla="*/ 90657 h 117832"/>
                      <a:gd name="connsiteX21" fmla="*/ 140041 w 140715"/>
                      <a:gd name="connsiteY21" fmla="*/ 83076 h 117832"/>
                      <a:gd name="connsiteX22" fmla="*/ 134500 w 140715"/>
                      <a:gd name="connsiteY22" fmla="*/ 76028 h 117832"/>
                      <a:gd name="connsiteX23" fmla="*/ 132239 w 140715"/>
                      <a:gd name="connsiteY23" fmla="*/ 76560 h 117832"/>
                      <a:gd name="connsiteX24" fmla="*/ 132417 w 140715"/>
                      <a:gd name="connsiteY24" fmla="*/ 77447 h 117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0715" h="117832">
                        <a:moveTo>
                          <a:pt x="132417" y="77447"/>
                        </a:moveTo>
                        <a:lnTo>
                          <a:pt x="124127" y="69289"/>
                        </a:lnTo>
                        <a:cubicBezTo>
                          <a:pt x="125324" y="70043"/>
                          <a:pt x="126654" y="70531"/>
                          <a:pt x="128072" y="70885"/>
                        </a:cubicBezTo>
                        <a:cubicBezTo>
                          <a:pt x="120359" y="65521"/>
                          <a:pt x="111315" y="61487"/>
                          <a:pt x="101784" y="59138"/>
                        </a:cubicBezTo>
                        <a:cubicBezTo>
                          <a:pt x="101296" y="43888"/>
                          <a:pt x="96243" y="28594"/>
                          <a:pt x="87155" y="15073"/>
                        </a:cubicBezTo>
                        <a:cubicBezTo>
                          <a:pt x="84229" y="10684"/>
                          <a:pt x="80771" y="6384"/>
                          <a:pt x="75983" y="3325"/>
                        </a:cubicBezTo>
                        <a:cubicBezTo>
                          <a:pt x="73456" y="1729"/>
                          <a:pt x="70531" y="399"/>
                          <a:pt x="67472" y="0"/>
                        </a:cubicBezTo>
                        <a:cubicBezTo>
                          <a:pt x="68358" y="3148"/>
                          <a:pt x="74520" y="6029"/>
                          <a:pt x="77269" y="8556"/>
                        </a:cubicBezTo>
                        <a:cubicBezTo>
                          <a:pt x="80815" y="11792"/>
                          <a:pt x="83874" y="15428"/>
                          <a:pt x="86401" y="19284"/>
                        </a:cubicBezTo>
                        <a:cubicBezTo>
                          <a:pt x="91543" y="27042"/>
                          <a:pt x="94691" y="35687"/>
                          <a:pt x="95755" y="44420"/>
                        </a:cubicBezTo>
                        <a:cubicBezTo>
                          <a:pt x="96331" y="49340"/>
                          <a:pt x="96331" y="54350"/>
                          <a:pt x="95046" y="59138"/>
                        </a:cubicBezTo>
                        <a:cubicBezTo>
                          <a:pt x="91721" y="71240"/>
                          <a:pt x="79973" y="80727"/>
                          <a:pt x="66230" y="85470"/>
                        </a:cubicBezTo>
                        <a:cubicBezTo>
                          <a:pt x="52488" y="90214"/>
                          <a:pt x="36972" y="90702"/>
                          <a:pt x="21944" y="89371"/>
                        </a:cubicBezTo>
                        <a:cubicBezTo>
                          <a:pt x="14629" y="88751"/>
                          <a:pt x="7270" y="87687"/>
                          <a:pt x="0" y="88174"/>
                        </a:cubicBezTo>
                        <a:cubicBezTo>
                          <a:pt x="11083" y="89150"/>
                          <a:pt x="21988" y="91455"/>
                          <a:pt x="33115" y="92031"/>
                        </a:cubicBezTo>
                        <a:cubicBezTo>
                          <a:pt x="59137" y="93450"/>
                          <a:pt x="86534" y="84184"/>
                          <a:pt x="98902" y="65521"/>
                        </a:cubicBezTo>
                        <a:cubicBezTo>
                          <a:pt x="99523" y="64635"/>
                          <a:pt x="100099" y="63659"/>
                          <a:pt x="101119" y="63083"/>
                        </a:cubicBezTo>
                        <a:cubicBezTo>
                          <a:pt x="103025" y="62019"/>
                          <a:pt x="105641" y="62595"/>
                          <a:pt x="107813" y="63349"/>
                        </a:cubicBezTo>
                        <a:cubicBezTo>
                          <a:pt x="119649" y="67560"/>
                          <a:pt x="128693" y="76515"/>
                          <a:pt x="133082" y="86534"/>
                        </a:cubicBezTo>
                        <a:cubicBezTo>
                          <a:pt x="137470" y="96553"/>
                          <a:pt x="137559" y="107591"/>
                          <a:pt x="134855" y="117832"/>
                        </a:cubicBezTo>
                        <a:cubicBezTo>
                          <a:pt x="137603" y="108966"/>
                          <a:pt x="139510" y="99833"/>
                          <a:pt x="140485" y="90657"/>
                        </a:cubicBezTo>
                        <a:cubicBezTo>
                          <a:pt x="140751" y="88130"/>
                          <a:pt x="140972" y="85559"/>
                          <a:pt x="140041" y="83076"/>
                        </a:cubicBezTo>
                        <a:cubicBezTo>
                          <a:pt x="139066" y="80372"/>
                          <a:pt x="136850" y="78111"/>
                          <a:pt x="134500" y="76028"/>
                        </a:cubicBezTo>
                        <a:cubicBezTo>
                          <a:pt x="133747" y="76205"/>
                          <a:pt x="132993" y="76427"/>
                          <a:pt x="132239" y="76560"/>
                        </a:cubicBezTo>
                        <a:cubicBezTo>
                          <a:pt x="132372" y="76826"/>
                          <a:pt x="132372" y="77136"/>
                          <a:pt x="132417" y="7744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80" name="Forme libre : forme 19779">
                    <a:extLst>
                      <a:ext uri="{FF2B5EF4-FFF2-40B4-BE49-F238E27FC236}">
                        <a16:creationId xmlns:a16="http://schemas.microsoft.com/office/drawing/2014/main" id="{C77ADC18-AF10-4216-922E-4777DC06B2D0}"/>
                      </a:ext>
                    </a:extLst>
                  </p:cNvPr>
                  <p:cNvSpPr/>
                  <p:nvPr/>
                </p:nvSpPr>
                <p:spPr>
                  <a:xfrm>
                    <a:off x="4732113" y="6184612"/>
                    <a:ext cx="62293" cy="48365"/>
                  </a:xfrm>
                  <a:custGeom>
                    <a:avLst/>
                    <a:gdLst>
                      <a:gd name="connsiteX0" fmla="*/ 52222 w 62293"/>
                      <a:gd name="connsiteY0" fmla="*/ 27662 h 48365"/>
                      <a:gd name="connsiteX1" fmla="*/ 46370 w 62293"/>
                      <a:gd name="connsiteY1" fmla="*/ 22742 h 48365"/>
                      <a:gd name="connsiteX2" fmla="*/ 46769 w 62293"/>
                      <a:gd name="connsiteY2" fmla="*/ 20570 h 48365"/>
                      <a:gd name="connsiteX3" fmla="*/ 58916 w 62293"/>
                      <a:gd name="connsiteY3" fmla="*/ 0 h 48365"/>
                      <a:gd name="connsiteX4" fmla="*/ 41051 w 62293"/>
                      <a:gd name="connsiteY4" fmla="*/ 19506 h 48365"/>
                      <a:gd name="connsiteX5" fmla="*/ 0 w 62293"/>
                      <a:gd name="connsiteY5" fmla="*/ 30411 h 48365"/>
                      <a:gd name="connsiteX6" fmla="*/ 26510 w 62293"/>
                      <a:gd name="connsiteY6" fmla="*/ 28726 h 48365"/>
                      <a:gd name="connsiteX7" fmla="*/ 41449 w 62293"/>
                      <a:gd name="connsiteY7" fmla="*/ 26820 h 48365"/>
                      <a:gd name="connsiteX8" fmla="*/ 48498 w 62293"/>
                      <a:gd name="connsiteY8" fmla="*/ 30278 h 48365"/>
                      <a:gd name="connsiteX9" fmla="*/ 61265 w 62293"/>
                      <a:gd name="connsiteY9" fmla="*/ 48365 h 48365"/>
                      <a:gd name="connsiteX10" fmla="*/ 52222 w 62293"/>
                      <a:gd name="connsiteY10" fmla="*/ 27662 h 48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2293" h="48365">
                        <a:moveTo>
                          <a:pt x="52222" y="27662"/>
                        </a:moveTo>
                        <a:cubicBezTo>
                          <a:pt x="49784" y="26377"/>
                          <a:pt x="46680" y="25091"/>
                          <a:pt x="46370" y="22742"/>
                        </a:cubicBezTo>
                        <a:cubicBezTo>
                          <a:pt x="46282" y="21989"/>
                          <a:pt x="46503" y="21279"/>
                          <a:pt x="46769" y="20570"/>
                        </a:cubicBezTo>
                        <a:cubicBezTo>
                          <a:pt x="48986" y="14851"/>
                          <a:pt x="61842" y="6206"/>
                          <a:pt x="58916" y="0"/>
                        </a:cubicBezTo>
                        <a:cubicBezTo>
                          <a:pt x="54394" y="7669"/>
                          <a:pt x="49518" y="14319"/>
                          <a:pt x="41051" y="19506"/>
                        </a:cubicBezTo>
                        <a:cubicBezTo>
                          <a:pt x="29391" y="26643"/>
                          <a:pt x="14674" y="29835"/>
                          <a:pt x="0" y="30411"/>
                        </a:cubicBezTo>
                        <a:cubicBezTo>
                          <a:pt x="8911" y="31519"/>
                          <a:pt x="18043" y="30899"/>
                          <a:pt x="26510" y="28726"/>
                        </a:cubicBezTo>
                        <a:cubicBezTo>
                          <a:pt x="31342" y="27441"/>
                          <a:pt x="36440" y="25668"/>
                          <a:pt x="41449" y="26820"/>
                        </a:cubicBezTo>
                        <a:cubicBezTo>
                          <a:pt x="44065" y="27441"/>
                          <a:pt x="46370" y="28860"/>
                          <a:pt x="48498" y="30278"/>
                        </a:cubicBezTo>
                        <a:cubicBezTo>
                          <a:pt x="55458" y="34844"/>
                          <a:pt x="62551" y="41228"/>
                          <a:pt x="61265" y="48365"/>
                        </a:cubicBezTo>
                        <a:cubicBezTo>
                          <a:pt x="64324" y="41051"/>
                          <a:pt x="60334" y="31919"/>
                          <a:pt x="52222" y="2766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81" name="Forme libre : forme 19780">
                    <a:extLst>
                      <a:ext uri="{FF2B5EF4-FFF2-40B4-BE49-F238E27FC236}">
                        <a16:creationId xmlns:a16="http://schemas.microsoft.com/office/drawing/2014/main" id="{E973CFD4-DA93-4CEA-A8D9-7CDE93990D55}"/>
                      </a:ext>
                    </a:extLst>
                  </p:cNvPr>
                  <p:cNvSpPr/>
                  <p:nvPr/>
                </p:nvSpPr>
                <p:spPr>
                  <a:xfrm>
                    <a:off x="4757958" y="6254300"/>
                    <a:ext cx="31935" cy="29524"/>
                  </a:xfrm>
                  <a:custGeom>
                    <a:avLst/>
                    <a:gdLst>
                      <a:gd name="connsiteX0" fmla="*/ 31830 w 31935"/>
                      <a:gd name="connsiteY0" fmla="*/ 0 h 29524"/>
                      <a:gd name="connsiteX1" fmla="*/ 21279 w 31935"/>
                      <a:gd name="connsiteY1" fmla="*/ 17422 h 29524"/>
                      <a:gd name="connsiteX2" fmla="*/ 9886 w 31935"/>
                      <a:gd name="connsiteY2" fmla="*/ 24294 h 29524"/>
                      <a:gd name="connsiteX3" fmla="*/ 0 w 31935"/>
                      <a:gd name="connsiteY3" fmla="*/ 24382 h 29524"/>
                      <a:gd name="connsiteX4" fmla="*/ 6472 w 31935"/>
                      <a:gd name="connsiteY4" fmla="*/ 29436 h 29524"/>
                      <a:gd name="connsiteX5" fmla="*/ 6561 w 31935"/>
                      <a:gd name="connsiteY5" fmla="*/ 29525 h 29524"/>
                      <a:gd name="connsiteX6" fmla="*/ 25003 w 31935"/>
                      <a:gd name="connsiteY6" fmla="*/ 19550 h 29524"/>
                      <a:gd name="connsiteX7" fmla="*/ 31830 w 31935"/>
                      <a:gd name="connsiteY7" fmla="*/ 0 h 29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935" h="29524">
                        <a:moveTo>
                          <a:pt x="31830" y="0"/>
                        </a:moveTo>
                        <a:cubicBezTo>
                          <a:pt x="30101" y="6473"/>
                          <a:pt x="26421" y="12502"/>
                          <a:pt x="21279" y="17422"/>
                        </a:cubicBezTo>
                        <a:cubicBezTo>
                          <a:pt x="18176" y="20393"/>
                          <a:pt x="14408" y="23008"/>
                          <a:pt x="9886" y="24294"/>
                        </a:cubicBezTo>
                        <a:cubicBezTo>
                          <a:pt x="6738" y="25180"/>
                          <a:pt x="3192" y="25225"/>
                          <a:pt x="0" y="24382"/>
                        </a:cubicBezTo>
                        <a:cubicBezTo>
                          <a:pt x="2261" y="25934"/>
                          <a:pt x="4433" y="27619"/>
                          <a:pt x="6472" y="29436"/>
                        </a:cubicBezTo>
                        <a:cubicBezTo>
                          <a:pt x="6517" y="29480"/>
                          <a:pt x="6517" y="29480"/>
                          <a:pt x="6561" y="29525"/>
                        </a:cubicBezTo>
                        <a:cubicBezTo>
                          <a:pt x="13876" y="27973"/>
                          <a:pt x="20481" y="24471"/>
                          <a:pt x="25003" y="19550"/>
                        </a:cubicBezTo>
                        <a:cubicBezTo>
                          <a:pt x="30012" y="14053"/>
                          <a:pt x="32495" y="6960"/>
                          <a:pt x="3183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82" name="Forme libre : forme 19781">
                    <a:extLst>
                      <a:ext uri="{FF2B5EF4-FFF2-40B4-BE49-F238E27FC236}">
                        <a16:creationId xmlns:a16="http://schemas.microsoft.com/office/drawing/2014/main" id="{748443B7-FEDD-48FE-B941-E0DD6B3AFD7E}"/>
                      </a:ext>
                    </a:extLst>
                  </p:cNvPr>
                  <p:cNvSpPr/>
                  <p:nvPr/>
                </p:nvSpPr>
                <p:spPr>
                  <a:xfrm>
                    <a:off x="4753968" y="6277086"/>
                    <a:ext cx="10462" cy="8157"/>
                  </a:xfrm>
                  <a:custGeom>
                    <a:avLst/>
                    <a:gdLst>
                      <a:gd name="connsiteX0" fmla="*/ 3945 w 10462"/>
                      <a:gd name="connsiteY0" fmla="*/ 1596 h 8157"/>
                      <a:gd name="connsiteX1" fmla="*/ 0 w 10462"/>
                      <a:gd name="connsiteY1" fmla="*/ 0 h 8157"/>
                      <a:gd name="connsiteX2" fmla="*/ 8290 w 10462"/>
                      <a:gd name="connsiteY2" fmla="*/ 8157 h 8157"/>
                      <a:gd name="connsiteX3" fmla="*/ 8201 w 10462"/>
                      <a:gd name="connsiteY3" fmla="*/ 7226 h 8157"/>
                      <a:gd name="connsiteX4" fmla="*/ 10462 w 10462"/>
                      <a:gd name="connsiteY4" fmla="*/ 6694 h 8157"/>
                      <a:gd name="connsiteX5" fmla="*/ 10373 w 10462"/>
                      <a:gd name="connsiteY5" fmla="*/ 6605 h 8157"/>
                      <a:gd name="connsiteX6" fmla="*/ 3945 w 10462"/>
                      <a:gd name="connsiteY6" fmla="*/ 1596 h 8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462" h="8157">
                        <a:moveTo>
                          <a:pt x="3945" y="1596"/>
                        </a:moveTo>
                        <a:cubicBezTo>
                          <a:pt x="2527" y="1241"/>
                          <a:pt x="1197" y="754"/>
                          <a:pt x="0" y="0"/>
                        </a:cubicBezTo>
                        <a:lnTo>
                          <a:pt x="8290" y="8157"/>
                        </a:lnTo>
                        <a:cubicBezTo>
                          <a:pt x="8246" y="7847"/>
                          <a:pt x="8246" y="7537"/>
                          <a:pt x="8201" y="7226"/>
                        </a:cubicBezTo>
                        <a:cubicBezTo>
                          <a:pt x="8999" y="7093"/>
                          <a:pt x="9708" y="6872"/>
                          <a:pt x="10462" y="6694"/>
                        </a:cubicBezTo>
                        <a:cubicBezTo>
                          <a:pt x="10418" y="6650"/>
                          <a:pt x="10418" y="6650"/>
                          <a:pt x="10373" y="6605"/>
                        </a:cubicBezTo>
                        <a:cubicBezTo>
                          <a:pt x="8423" y="4832"/>
                          <a:pt x="6251" y="3148"/>
                          <a:pt x="3945" y="159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83" name="Forme libre : forme 19782">
                    <a:extLst>
                      <a:ext uri="{FF2B5EF4-FFF2-40B4-BE49-F238E27FC236}">
                        <a16:creationId xmlns:a16="http://schemas.microsoft.com/office/drawing/2014/main" id="{3D3DADBF-E454-4BED-BE1E-804C722AB6F1}"/>
                      </a:ext>
                    </a:extLst>
                  </p:cNvPr>
                  <p:cNvSpPr/>
                  <p:nvPr/>
                </p:nvSpPr>
                <p:spPr>
                  <a:xfrm>
                    <a:off x="4603775" y="6325895"/>
                    <a:ext cx="38168" cy="18923"/>
                  </a:xfrm>
                  <a:custGeom>
                    <a:avLst/>
                    <a:gdLst>
                      <a:gd name="connsiteX0" fmla="*/ 14674 w 38168"/>
                      <a:gd name="connsiteY0" fmla="*/ 0 h 18923"/>
                      <a:gd name="connsiteX1" fmla="*/ 0 w 38168"/>
                      <a:gd name="connsiteY1" fmla="*/ 16225 h 18923"/>
                      <a:gd name="connsiteX2" fmla="*/ 16402 w 38168"/>
                      <a:gd name="connsiteY2" fmla="*/ 7182 h 18923"/>
                      <a:gd name="connsiteX3" fmla="*/ 38169 w 38168"/>
                      <a:gd name="connsiteY3" fmla="*/ 18796 h 18923"/>
                      <a:gd name="connsiteX4" fmla="*/ 23673 w 38168"/>
                      <a:gd name="connsiteY4" fmla="*/ 12058 h 18923"/>
                      <a:gd name="connsiteX5" fmla="*/ 14674 w 38168"/>
                      <a:gd name="connsiteY5" fmla="*/ 0 h 18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168" h="18923">
                        <a:moveTo>
                          <a:pt x="14674" y="0"/>
                        </a:moveTo>
                        <a:cubicBezTo>
                          <a:pt x="14807" y="7802"/>
                          <a:pt x="7137" y="12679"/>
                          <a:pt x="0" y="16225"/>
                        </a:cubicBezTo>
                        <a:cubicBezTo>
                          <a:pt x="2881" y="15649"/>
                          <a:pt x="17688" y="10551"/>
                          <a:pt x="16402" y="7182"/>
                        </a:cubicBezTo>
                        <a:cubicBezTo>
                          <a:pt x="19240" y="14585"/>
                          <a:pt x="29037" y="19816"/>
                          <a:pt x="38169" y="18796"/>
                        </a:cubicBezTo>
                        <a:cubicBezTo>
                          <a:pt x="32583" y="18397"/>
                          <a:pt x="27441" y="15605"/>
                          <a:pt x="23673" y="12058"/>
                        </a:cubicBezTo>
                        <a:cubicBezTo>
                          <a:pt x="19860" y="8467"/>
                          <a:pt x="17245" y="4212"/>
                          <a:pt x="14674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84" name="Forme libre : forme 19783">
                    <a:extLst>
                      <a:ext uri="{FF2B5EF4-FFF2-40B4-BE49-F238E27FC236}">
                        <a16:creationId xmlns:a16="http://schemas.microsoft.com/office/drawing/2014/main" id="{E6223CDD-F87C-4A38-9F63-B13C90543F61}"/>
                      </a:ext>
                    </a:extLst>
                  </p:cNvPr>
                  <p:cNvSpPr/>
                  <p:nvPr/>
                </p:nvSpPr>
                <p:spPr>
                  <a:xfrm>
                    <a:off x="4659455" y="6353650"/>
                    <a:ext cx="87154" cy="20299"/>
                  </a:xfrm>
                  <a:custGeom>
                    <a:avLst/>
                    <a:gdLst>
                      <a:gd name="connsiteX0" fmla="*/ 55768 w 87154"/>
                      <a:gd name="connsiteY0" fmla="*/ 11744 h 20299"/>
                      <a:gd name="connsiteX1" fmla="*/ 59935 w 87154"/>
                      <a:gd name="connsiteY1" fmla="*/ 11123 h 20299"/>
                      <a:gd name="connsiteX2" fmla="*/ 87155 w 87154"/>
                      <a:gd name="connsiteY2" fmla="*/ 40 h 20299"/>
                      <a:gd name="connsiteX3" fmla="*/ 75274 w 87154"/>
                      <a:gd name="connsiteY3" fmla="*/ 4075 h 20299"/>
                      <a:gd name="connsiteX4" fmla="*/ 58473 w 87154"/>
                      <a:gd name="connsiteY4" fmla="*/ 8286 h 20299"/>
                      <a:gd name="connsiteX5" fmla="*/ 41449 w 87154"/>
                      <a:gd name="connsiteY5" fmla="*/ 10015 h 20299"/>
                      <a:gd name="connsiteX6" fmla="*/ 29258 w 87154"/>
                      <a:gd name="connsiteY6" fmla="*/ 7044 h 20299"/>
                      <a:gd name="connsiteX7" fmla="*/ 0 w 87154"/>
                      <a:gd name="connsiteY7" fmla="*/ 839 h 20299"/>
                      <a:gd name="connsiteX8" fmla="*/ 47478 w 87154"/>
                      <a:gd name="connsiteY8" fmla="*/ 14936 h 20299"/>
                      <a:gd name="connsiteX9" fmla="*/ 46680 w 87154"/>
                      <a:gd name="connsiteY9" fmla="*/ 19502 h 20299"/>
                      <a:gd name="connsiteX10" fmla="*/ 49917 w 87154"/>
                      <a:gd name="connsiteY10" fmla="*/ 20300 h 20299"/>
                      <a:gd name="connsiteX11" fmla="*/ 53197 w 87154"/>
                      <a:gd name="connsiteY11" fmla="*/ 14404 h 20299"/>
                      <a:gd name="connsiteX12" fmla="*/ 55768 w 87154"/>
                      <a:gd name="connsiteY12" fmla="*/ 11744 h 20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154" h="20299">
                        <a:moveTo>
                          <a:pt x="55768" y="11744"/>
                        </a:moveTo>
                        <a:cubicBezTo>
                          <a:pt x="57010" y="11168"/>
                          <a:pt x="58517" y="11168"/>
                          <a:pt x="59935" y="11123"/>
                        </a:cubicBezTo>
                        <a:cubicBezTo>
                          <a:pt x="69688" y="10857"/>
                          <a:pt x="81702" y="6956"/>
                          <a:pt x="87155" y="40"/>
                        </a:cubicBezTo>
                        <a:cubicBezTo>
                          <a:pt x="83431" y="-403"/>
                          <a:pt x="78687" y="2922"/>
                          <a:pt x="75274" y="4075"/>
                        </a:cubicBezTo>
                        <a:cubicBezTo>
                          <a:pt x="69866" y="5892"/>
                          <a:pt x="64147" y="7089"/>
                          <a:pt x="58473" y="8286"/>
                        </a:cubicBezTo>
                        <a:cubicBezTo>
                          <a:pt x="52931" y="9439"/>
                          <a:pt x="47213" y="10636"/>
                          <a:pt x="41449" y="10015"/>
                        </a:cubicBezTo>
                        <a:cubicBezTo>
                          <a:pt x="37282" y="9572"/>
                          <a:pt x="33293" y="8197"/>
                          <a:pt x="29258" y="7044"/>
                        </a:cubicBezTo>
                        <a:cubicBezTo>
                          <a:pt x="19727" y="4252"/>
                          <a:pt x="9841" y="2568"/>
                          <a:pt x="0" y="839"/>
                        </a:cubicBezTo>
                        <a:cubicBezTo>
                          <a:pt x="14895" y="7576"/>
                          <a:pt x="30987" y="12365"/>
                          <a:pt x="47478" y="14936"/>
                        </a:cubicBezTo>
                        <a:cubicBezTo>
                          <a:pt x="47080" y="16443"/>
                          <a:pt x="46858" y="17950"/>
                          <a:pt x="46680" y="19502"/>
                        </a:cubicBezTo>
                        <a:lnTo>
                          <a:pt x="49917" y="20300"/>
                        </a:lnTo>
                        <a:cubicBezTo>
                          <a:pt x="50936" y="18305"/>
                          <a:pt x="52000" y="16354"/>
                          <a:pt x="53197" y="14404"/>
                        </a:cubicBezTo>
                        <a:cubicBezTo>
                          <a:pt x="53862" y="13384"/>
                          <a:pt x="54571" y="12320"/>
                          <a:pt x="55768" y="1174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85" name="Forme libre : forme 19784">
                    <a:extLst>
                      <a:ext uri="{FF2B5EF4-FFF2-40B4-BE49-F238E27FC236}">
                        <a16:creationId xmlns:a16="http://schemas.microsoft.com/office/drawing/2014/main" id="{06C58FC5-9C2B-435A-8EB8-011E26251584}"/>
                      </a:ext>
                    </a:extLst>
                  </p:cNvPr>
                  <p:cNvSpPr/>
                  <p:nvPr/>
                </p:nvSpPr>
                <p:spPr>
                  <a:xfrm>
                    <a:off x="4844138" y="6261172"/>
                    <a:ext cx="61487" cy="58960"/>
                  </a:xfrm>
                  <a:custGeom>
                    <a:avLst/>
                    <a:gdLst>
                      <a:gd name="connsiteX0" fmla="*/ 61487 w 61487"/>
                      <a:gd name="connsiteY0" fmla="*/ 58960 h 58960"/>
                      <a:gd name="connsiteX1" fmla="*/ 46370 w 61487"/>
                      <a:gd name="connsiteY1" fmla="*/ 31386 h 58960"/>
                      <a:gd name="connsiteX2" fmla="*/ 38169 w 61487"/>
                      <a:gd name="connsiteY2" fmla="*/ 24560 h 58960"/>
                      <a:gd name="connsiteX3" fmla="*/ 29835 w 61487"/>
                      <a:gd name="connsiteY3" fmla="*/ 0 h 58960"/>
                      <a:gd name="connsiteX4" fmla="*/ 14851 w 61487"/>
                      <a:gd name="connsiteY4" fmla="*/ 10241 h 58960"/>
                      <a:gd name="connsiteX5" fmla="*/ 0 w 61487"/>
                      <a:gd name="connsiteY5" fmla="*/ 11703 h 58960"/>
                      <a:gd name="connsiteX6" fmla="*/ 9930 w 61487"/>
                      <a:gd name="connsiteY6" fmla="*/ 15161 h 58960"/>
                      <a:gd name="connsiteX7" fmla="*/ 25712 w 61487"/>
                      <a:gd name="connsiteY7" fmla="*/ 20614 h 58960"/>
                      <a:gd name="connsiteX8" fmla="*/ 61487 w 61487"/>
                      <a:gd name="connsiteY8" fmla="*/ 58960 h 58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1487" h="58960">
                        <a:moveTo>
                          <a:pt x="61487" y="58960"/>
                        </a:moveTo>
                        <a:cubicBezTo>
                          <a:pt x="60467" y="48764"/>
                          <a:pt x="55015" y="38834"/>
                          <a:pt x="46370" y="31386"/>
                        </a:cubicBezTo>
                        <a:cubicBezTo>
                          <a:pt x="43666" y="29081"/>
                          <a:pt x="40696" y="26997"/>
                          <a:pt x="38169" y="24560"/>
                        </a:cubicBezTo>
                        <a:cubicBezTo>
                          <a:pt x="31165" y="17866"/>
                          <a:pt x="28017" y="8556"/>
                          <a:pt x="29835" y="0"/>
                        </a:cubicBezTo>
                        <a:cubicBezTo>
                          <a:pt x="27441" y="5231"/>
                          <a:pt x="21323" y="8733"/>
                          <a:pt x="14851" y="10241"/>
                        </a:cubicBezTo>
                        <a:cubicBezTo>
                          <a:pt x="10019" y="11349"/>
                          <a:pt x="4921" y="11393"/>
                          <a:pt x="0" y="11703"/>
                        </a:cubicBezTo>
                        <a:cubicBezTo>
                          <a:pt x="2926" y="13477"/>
                          <a:pt x="6472" y="14186"/>
                          <a:pt x="9930" y="15161"/>
                        </a:cubicBezTo>
                        <a:cubicBezTo>
                          <a:pt x="15339" y="16668"/>
                          <a:pt x="20791" y="18220"/>
                          <a:pt x="25712" y="20614"/>
                        </a:cubicBezTo>
                        <a:cubicBezTo>
                          <a:pt x="42558" y="28904"/>
                          <a:pt x="49961" y="45705"/>
                          <a:pt x="61487" y="5896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86" name="Forme libre : forme 19785">
                    <a:extLst>
                      <a:ext uri="{FF2B5EF4-FFF2-40B4-BE49-F238E27FC236}">
                        <a16:creationId xmlns:a16="http://schemas.microsoft.com/office/drawing/2014/main" id="{F1157169-E98A-4925-AFA7-D3C8E1F6DE74}"/>
                      </a:ext>
                    </a:extLst>
                  </p:cNvPr>
                  <p:cNvSpPr/>
                  <p:nvPr/>
                </p:nvSpPr>
                <p:spPr>
                  <a:xfrm>
                    <a:off x="4835183" y="6195163"/>
                    <a:ext cx="92031" cy="38036"/>
                  </a:xfrm>
                  <a:custGeom>
                    <a:avLst/>
                    <a:gdLst>
                      <a:gd name="connsiteX0" fmla="*/ 13920 w 92031"/>
                      <a:gd name="connsiteY0" fmla="*/ 13477 h 38036"/>
                      <a:gd name="connsiteX1" fmla="*/ 0 w 92031"/>
                      <a:gd name="connsiteY1" fmla="*/ 11038 h 38036"/>
                      <a:gd name="connsiteX2" fmla="*/ 21589 w 92031"/>
                      <a:gd name="connsiteY2" fmla="*/ 19993 h 38036"/>
                      <a:gd name="connsiteX3" fmla="*/ 37859 w 92031"/>
                      <a:gd name="connsiteY3" fmla="*/ 38036 h 38036"/>
                      <a:gd name="connsiteX4" fmla="*/ 44464 w 92031"/>
                      <a:gd name="connsiteY4" fmla="*/ 28948 h 38036"/>
                      <a:gd name="connsiteX5" fmla="*/ 92031 w 92031"/>
                      <a:gd name="connsiteY5" fmla="*/ 0 h 38036"/>
                      <a:gd name="connsiteX6" fmla="*/ 55724 w 92031"/>
                      <a:gd name="connsiteY6" fmla="*/ 17511 h 38036"/>
                      <a:gd name="connsiteX7" fmla="*/ 13920 w 92031"/>
                      <a:gd name="connsiteY7" fmla="*/ 13477 h 38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031" h="38036">
                        <a:moveTo>
                          <a:pt x="13920" y="13477"/>
                        </a:moveTo>
                        <a:cubicBezTo>
                          <a:pt x="9443" y="11305"/>
                          <a:pt x="5054" y="8955"/>
                          <a:pt x="0" y="11038"/>
                        </a:cubicBezTo>
                        <a:cubicBezTo>
                          <a:pt x="3015" y="15206"/>
                          <a:pt x="16092" y="16713"/>
                          <a:pt x="21589" y="19993"/>
                        </a:cubicBezTo>
                        <a:cubicBezTo>
                          <a:pt x="29037" y="24471"/>
                          <a:pt x="34977" y="30810"/>
                          <a:pt x="37859" y="38036"/>
                        </a:cubicBezTo>
                        <a:cubicBezTo>
                          <a:pt x="38213" y="34401"/>
                          <a:pt x="41228" y="31387"/>
                          <a:pt x="44464" y="28948"/>
                        </a:cubicBezTo>
                        <a:cubicBezTo>
                          <a:pt x="59271" y="17999"/>
                          <a:pt x="81658" y="14097"/>
                          <a:pt x="92031" y="0"/>
                        </a:cubicBezTo>
                        <a:cubicBezTo>
                          <a:pt x="81702" y="7980"/>
                          <a:pt x="69511" y="14541"/>
                          <a:pt x="55724" y="17511"/>
                        </a:cubicBezTo>
                        <a:cubicBezTo>
                          <a:pt x="41937" y="20481"/>
                          <a:pt x="26510" y="19550"/>
                          <a:pt x="13920" y="1347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87" name="Forme libre : forme 19786">
                    <a:extLst>
                      <a:ext uri="{FF2B5EF4-FFF2-40B4-BE49-F238E27FC236}">
                        <a16:creationId xmlns:a16="http://schemas.microsoft.com/office/drawing/2014/main" id="{CB81AF5D-DEC8-4D41-8C6B-2E2CBE56CD21}"/>
                      </a:ext>
                    </a:extLst>
                  </p:cNvPr>
                  <p:cNvSpPr/>
                  <p:nvPr/>
                </p:nvSpPr>
                <p:spPr>
                  <a:xfrm>
                    <a:off x="4839350" y="6343583"/>
                    <a:ext cx="89548" cy="34296"/>
                  </a:xfrm>
                  <a:custGeom>
                    <a:avLst/>
                    <a:gdLst>
                      <a:gd name="connsiteX0" fmla="*/ 56167 w 89548"/>
                      <a:gd name="connsiteY0" fmla="*/ 0 h 34296"/>
                      <a:gd name="connsiteX1" fmla="*/ 32450 w 89548"/>
                      <a:gd name="connsiteY1" fmla="*/ 19683 h 34296"/>
                      <a:gd name="connsiteX2" fmla="*/ 0 w 89548"/>
                      <a:gd name="connsiteY2" fmla="*/ 29037 h 34296"/>
                      <a:gd name="connsiteX3" fmla="*/ 45883 w 89548"/>
                      <a:gd name="connsiteY3" fmla="*/ 19594 h 34296"/>
                      <a:gd name="connsiteX4" fmla="*/ 50848 w 89548"/>
                      <a:gd name="connsiteY4" fmla="*/ 18442 h 34296"/>
                      <a:gd name="connsiteX5" fmla="*/ 55103 w 89548"/>
                      <a:gd name="connsiteY5" fmla="*/ 21855 h 34296"/>
                      <a:gd name="connsiteX6" fmla="*/ 89549 w 89548"/>
                      <a:gd name="connsiteY6" fmla="*/ 33736 h 34296"/>
                      <a:gd name="connsiteX7" fmla="*/ 59581 w 89548"/>
                      <a:gd name="connsiteY7" fmla="*/ 16225 h 34296"/>
                      <a:gd name="connsiteX8" fmla="*/ 56167 w 89548"/>
                      <a:gd name="connsiteY8" fmla="*/ 0 h 34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9548" h="34296">
                        <a:moveTo>
                          <a:pt x="56167" y="0"/>
                        </a:moveTo>
                        <a:cubicBezTo>
                          <a:pt x="55857" y="6872"/>
                          <a:pt x="38568" y="16535"/>
                          <a:pt x="32450" y="19683"/>
                        </a:cubicBezTo>
                        <a:cubicBezTo>
                          <a:pt x="22476" y="24826"/>
                          <a:pt x="11570" y="27530"/>
                          <a:pt x="0" y="29037"/>
                        </a:cubicBezTo>
                        <a:cubicBezTo>
                          <a:pt x="10817" y="34667"/>
                          <a:pt x="36484" y="24028"/>
                          <a:pt x="45883" y="19594"/>
                        </a:cubicBezTo>
                        <a:cubicBezTo>
                          <a:pt x="47390" y="18885"/>
                          <a:pt x="49074" y="18087"/>
                          <a:pt x="50848" y="18442"/>
                        </a:cubicBezTo>
                        <a:cubicBezTo>
                          <a:pt x="52798" y="18841"/>
                          <a:pt x="53995" y="20481"/>
                          <a:pt x="55103" y="21855"/>
                        </a:cubicBezTo>
                        <a:cubicBezTo>
                          <a:pt x="62462" y="31076"/>
                          <a:pt x="76870" y="36041"/>
                          <a:pt x="89549" y="33736"/>
                        </a:cubicBezTo>
                        <a:cubicBezTo>
                          <a:pt x="82544" y="25269"/>
                          <a:pt x="66408" y="24826"/>
                          <a:pt x="59581" y="16225"/>
                        </a:cubicBezTo>
                        <a:cubicBezTo>
                          <a:pt x="55813" y="11526"/>
                          <a:pt x="55946" y="5541"/>
                          <a:pt x="56167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88" name="Forme libre : forme 19787">
                    <a:extLst>
                      <a:ext uri="{FF2B5EF4-FFF2-40B4-BE49-F238E27FC236}">
                        <a16:creationId xmlns:a16="http://schemas.microsoft.com/office/drawing/2014/main" id="{E5760A03-56A2-4C03-8333-654626946E8E}"/>
                      </a:ext>
                    </a:extLst>
                  </p:cNvPr>
                  <p:cNvSpPr/>
                  <p:nvPr/>
                </p:nvSpPr>
                <p:spPr>
                  <a:xfrm>
                    <a:off x="4962279" y="6314024"/>
                    <a:ext cx="45793" cy="37449"/>
                  </a:xfrm>
                  <a:custGeom>
                    <a:avLst/>
                    <a:gdLst>
                      <a:gd name="connsiteX0" fmla="*/ 32894 w 45793"/>
                      <a:gd name="connsiteY0" fmla="*/ 4113 h 37449"/>
                      <a:gd name="connsiteX1" fmla="*/ 30854 w 45793"/>
                      <a:gd name="connsiteY1" fmla="*/ 6994 h 37449"/>
                      <a:gd name="connsiteX2" fmla="*/ 23008 w 45793"/>
                      <a:gd name="connsiteY2" fmla="*/ 8014 h 37449"/>
                      <a:gd name="connsiteX3" fmla="*/ 15516 w 45793"/>
                      <a:gd name="connsiteY3" fmla="*/ 4778 h 37449"/>
                      <a:gd name="connsiteX4" fmla="*/ 0 w 45793"/>
                      <a:gd name="connsiteY4" fmla="*/ 433 h 37449"/>
                      <a:gd name="connsiteX5" fmla="*/ 25801 w 45793"/>
                      <a:gd name="connsiteY5" fmla="*/ 13954 h 37449"/>
                      <a:gd name="connsiteX6" fmla="*/ 32450 w 45793"/>
                      <a:gd name="connsiteY6" fmla="*/ 20560 h 37449"/>
                      <a:gd name="connsiteX7" fmla="*/ 35199 w 45793"/>
                      <a:gd name="connsiteY7" fmla="*/ 30135 h 37449"/>
                      <a:gd name="connsiteX8" fmla="*/ 35287 w 45793"/>
                      <a:gd name="connsiteY8" fmla="*/ 37449 h 37449"/>
                      <a:gd name="connsiteX9" fmla="*/ 38302 w 45793"/>
                      <a:gd name="connsiteY9" fmla="*/ 26810 h 37449"/>
                      <a:gd name="connsiteX10" fmla="*/ 45794 w 45793"/>
                      <a:gd name="connsiteY10" fmla="*/ 31509 h 37449"/>
                      <a:gd name="connsiteX11" fmla="*/ 33248 w 45793"/>
                      <a:gd name="connsiteY11" fmla="*/ 7039 h 37449"/>
                      <a:gd name="connsiteX12" fmla="*/ 32894 w 45793"/>
                      <a:gd name="connsiteY12" fmla="*/ 4113 h 37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5793" h="37449">
                        <a:moveTo>
                          <a:pt x="32894" y="4113"/>
                        </a:moveTo>
                        <a:cubicBezTo>
                          <a:pt x="32450" y="5176"/>
                          <a:pt x="31874" y="6240"/>
                          <a:pt x="30854" y="6994"/>
                        </a:cubicBezTo>
                        <a:cubicBezTo>
                          <a:pt x="28859" y="8546"/>
                          <a:pt x="25712" y="8679"/>
                          <a:pt x="23008" y="8014"/>
                        </a:cubicBezTo>
                        <a:cubicBezTo>
                          <a:pt x="20304" y="7349"/>
                          <a:pt x="17910" y="5975"/>
                          <a:pt x="15516" y="4778"/>
                        </a:cubicBezTo>
                        <a:cubicBezTo>
                          <a:pt x="11127" y="2561"/>
                          <a:pt x="4832" y="-1296"/>
                          <a:pt x="0" y="433"/>
                        </a:cubicBezTo>
                        <a:cubicBezTo>
                          <a:pt x="9265" y="4201"/>
                          <a:pt x="18043" y="8102"/>
                          <a:pt x="25801" y="13954"/>
                        </a:cubicBezTo>
                        <a:cubicBezTo>
                          <a:pt x="28372" y="15905"/>
                          <a:pt x="30854" y="18033"/>
                          <a:pt x="32450" y="20560"/>
                        </a:cubicBezTo>
                        <a:cubicBezTo>
                          <a:pt x="34312" y="23485"/>
                          <a:pt x="34933" y="26854"/>
                          <a:pt x="35199" y="30135"/>
                        </a:cubicBezTo>
                        <a:cubicBezTo>
                          <a:pt x="35420" y="32573"/>
                          <a:pt x="35420" y="35011"/>
                          <a:pt x="35287" y="37449"/>
                        </a:cubicBezTo>
                        <a:cubicBezTo>
                          <a:pt x="35997" y="33815"/>
                          <a:pt x="36972" y="30268"/>
                          <a:pt x="38302" y="26810"/>
                        </a:cubicBezTo>
                        <a:cubicBezTo>
                          <a:pt x="41184" y="27829"/>
                          <a:pt x="43755" y="29470"/>
                          <a:pt x="45794" y="31509"/>
                        </a:cubicBezTo>
                        <a:cubicBezTo>
                          <a:pt x="39410" y="24239"/>
                          <a:pt x="34756" y="15860"/>
                          <a:pt x="33248" y="7039"/>
                        </a:cubicBezTo>
                        <a:cubicBezTo>
                          <a:pt x="33115" y="6063"/>
                          <a:pt x="32982" y="5088"/>
                          <a:pt x="32894" y="411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89" name="Forme libre : forme 19788">
                    <a:extLst>
                      <a:ext uri="{FF2B5EF4-FFF2-40B4-BE49-F238E27FC236}">
                        <a16:creationId xmlns:a16="http://schemas.microsoft.com/office/drawing/2014/main" id="{F1C9495F-95DF-48EE-8547-D7C122810795}"/>
                      </a:ext>
                    </a:extLst>
                  </p:cNvPr>
                  <p:cNvSpPr/>
                  <p:nvPr/>
                </p:nvSpPr>
                <p:spPr>
                  <a:xfrm>
                    <a:off x="4996636" y="6351474"/>
                    <a:ext cx="975" cy="7624"/>
                  </a:xfrm>
                  <a:custGeom>
                    <a:avLst/>
                    <a:gdLst>
                      <a:gd name="connsiteX0" fmla="*/ 975 w 975"/>
                      <a:gd name="connsiteY0" fmla="*/ 0 h 7624"/>
                      <a:gd name="connsiteX1" fmla="*/ 0 w 975"/>
                      <a:gd name="connsiteY1" fmla="*/ 7625 h 7624"/>
                      <a:gd name="connsiteX2" fmla="*/ 975 w 975"/>
                      <a:gd name="connsiteY2" fmla="*/ 0 h 7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75" h="7624">
                        <a:moveTo>
                          <a:pt x="975" y="0"/>
                        </a:moveTo>
                        <a:cubicBezTo>
                          <a:pt x="488" y="2527"/>
                          <a:pt x="133" y="5054"/>
                          <a:pt x="0" y="7625"/>
                        </a:cubicBezTo>
                        <a:cubicBezTo>
                          <a:pt x="488" y="5098"/>
                          <a:pt x="842" y="2571"/>
                          <a:pt x="975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90" name="Forme libre : forme 19789">
                    <a:extLst>
                      <a:ext uri="{FF2B5EF4-FFF2-40B4-BE49-F238E27FC236}">
                        <a16:creationId xmlns:a16="http://schemas.microsoft.com/office/drawing/2014/main" id="{BAA3D381-6B7C-4144-99ED-EF204F15B4C3}"/>
                      </a:ext>
                    </a:extLst>
                  </p:cNvPr>
                  <p:cNvSpPr/>
                  <p:nvPr/>
                </p:nvSpPr>
                <p:spPr>
                  <a:xfrm>
                    <a:off x="4995045" y="6295661"/>
                    <a:ext cx="6201" cy="22475"/>
                  </a:xfrm>
                  <a:custGeom>
                    <a:avLst/>
                    <a:gdLst>
                      <a:gd name="connsiteX0" fmla="*/ 6202 w 6201"/>
                      <a:gd name="connsiteY0" fmla="*/ 0 h 22475"/>
                      <a:gd name="connsiteX1" fmla="*/ 128 w 6201"/>
                      <a:gd name="connsiteY1" fmla="*/ 22476 h 22475"/>
                      <a:gd name="connsiteX2" fmla="*/ 838 w 6201"/>
                      <a:gd name="connsiteY2" fmla="*/ 20481 h 22475"/>
                      <a:gd name="connsiteX3" fmla="*/ 6202 w 6201"/>
                      <a:gd name="connsiteY3" fmla="*/ 0 h 22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1" h="22475">
                        <a:moveTo>
                          <a:pt x="6202" y="0"/>
                        </a:moveTo>
                        <a:cubicBezTo>
                          <a:pt x="1370" y="6605"/>
                          <a:pt x="-537" y="14585"/>
                          <a:pt x="128" y="22476"/>
                        </a:cubicBezTo>
                        <a:cubicBezTo>
                          <a:pt x="394" y="21810"/>
                          <a:pt x="616" y="21146"/>
                          <a:pt x="838" y="20481"/>
                        </a:cubicBezTo>
                        <a:cubicBezTo>
                          <a:pt x="2877" y="13698"/>
                          <a:pt x="4650" y="6871"/>
                          <a:pt x="620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91" name="Forme libre : forme 19790">
                    <a:extLst>
                      <a:ext uri="{FF2B5EF4-FFF2-40B4-BE49-F238E27FC236}">
                        <a16:creationId xmlns:a16="http://schemas.microsoft.com/office/drawing/2014/main" id="{1E95E948-798A-4824-A410-550DA697EE1D}"/>
                      </a:ext>
                    </a:extLst>
                  </p:cNvPr>
                  <p:cNvSpPr/>
                  <p:nvPr/>
                </p:nvSpPr>
                <p:spPr>
                  <a:xfrm>
                    <a:off x="5020752" y="6240691"/>
                    <a:ext cx="37592" cy="30145"/>
                  </a:xfrm>
                  <a:custGeom>
                    <a:avLst/>
                    <a:gdLst>
                      <a:gd name="connsiteX0" fmla="*/ 37593 w 37592"/>
                      <a:gd name="connsiteY0" fmla="*/ 15206 h 30145"/>
                      <a:gd name="connsiteX1" fmla="*/ 13876 w 37592"/>
                      <a:gd name="connsiteY1" fmla="*/ 16270 h 30145"/>
                      <a:gd name="connsiteX2" fmla="*/ 11171 w 37592"/>
                      <a:gd name="connsiteY2" fmla="*/ 15826 h 30145"/>
                      <a:gd name="connsiteX3" fmla="*/ 10240 w 37592"/>
                      <a:gd name="connsiteY3" fmla="*/ 13122 h 30145"/>
                      <a:gd name="connsiteX4" fmla="*/ 0 w 37592"/>
                      <a:gd name="connsiteY4" fmla="*/ 0 h 30145"/>
                      <a:gd name="connsiteX5" fmla="*/ 6339 w 37592"/>
                      <a:gd name="connsiteY5" fmla="*/ 18220 h 30145"/>
                      <a:gd name="connsiteX6" fmla="*/ 2571 w 37592"/>
                      <a:gd name="connsiteY6" fmla="*/ 30145 h 30145"/>
                      <a:gd name="connsiteX7" fmla="*/ 37593 w 37592"/>
                      <a:gd name="connsiteY7" fmla="*/ 15206 h 30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592" h="30145">
                        <a:moveTo>
                          <a:pt x="37593" y="15206"/>
                        </a:moveTo>
                        <a:cubicBezTo>
                          <a:pt x="29702" y="15560"/>
                          <a:pt x="21766" y="15915"/>
                          <a:pt x="13876" y="16270"/>
                        </a:cubicBezTo>
                        <a:cubicBezTo>
                          <a:pt x="12945" y="16314"/>
                          <a:pt x="11881" y="16314"/>
                          <a:pt x="11171" y="15826"/>
                        </a:cubicBezTo>
                        <a:cubicBezTo>
                          <a:pt x="10285" y="15206"/>
                          <a:pt x="10240" y="14053"/>
                          <a:pt x="10240" y="13122"/>
                        </a:cubicBezTo>
                        <a:cubicBezTo>
                          <a:pt x="10063" y="7935"/>
                          <a:pt x="6029" y="1596"/>
                          <a:pt x="0" y="0"/>
                        </a:cubicBezTo>
                        <a:cubicBezTo>
                          <a:pt x="3059" y="5985"/>
                          <a:pt x="6384" y="11570"/>
                          <a:pt x="6339" y="18220"/>
                        </a:cubicBezTo>
                        <a:cubicBezTo>
                          <a:pt x="6295" y="22387"/>
                          <a:pt x="5009" y="26554"/>
                          <a:pt x="2571" y="30145"/>
                        </a:cubicBezTo>
                        <a:cubicBezTo>
                          <a:pt x="11703" y="22564"/>
                          <a:pt x="24781" y="18220"/>
                          <a:pt x="37593" y="1520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92" name="Forme libre : forme 19791">
                    <a:extLst>
                      <a:ext uri="{FF2B5EF4-FFF2-40B4-BE49-F238E27FC236}">
                        <a16:creationId xmlns:a16="http://schemas.microsoft.com/office/drawing/2014/main" id="{2B1B34C7-F15B-4D61-9E88-3F857D97FF31}"/>
                      </a:ext>
                    </a:extLst>
                  </p:cNvPr>
                  <p:cNvSpPr/>
                  <p:nvPr/>
                </p:nvSpPr>
                <p:spPr>
                  <a:xfrm>
                    <a:off x="5017738" y="6270880"/>
                    <a:ext cx="5541" cy="5496"/>
                  </a:xfrm>
                  <a:custGeom>
                    <a:avLst/>
                    <a:gdLst>
                      <a:gd name="connsiteX0" fmla="*/ 0 w 5541"/>
                      <a:gd name="connsiteY0" fmla="*/ 5497 h 5496"/>
                      <a:gd name="connsiteX1" fmla="*/ 5541 w 5541"/>
                      <a:gd name="connsiteY1" fmla="*/ 0 h 5496"/>
                      <a:gd name="connsiteX2" fmla="*/ 0 w 5541"/>
                      <a:gd name="connsiteY2" fmla="*/ 5497 h 5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541" h="5496">
                        <a:moveTo>
                          <a:pt x="0" y="5497"/>
                        </a:moveTo>
                        <a:cubicBezTo>
                          <a:pt x="2261" y="3945"/>
                          <a:pt x="4078" y="2083"/>
                          <a:pt x="5541" y="0"/>
                        </a:cubicBezTo>
                        <a:cubicBezTo>
                          <a:pt x="3502" y="1640"/>
                          <a:pt x="1596" y="3457"/>
                          <a:pt x="0" y="549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93" name="Forme libre : forme 19792">
                    <a:extLst>
                      <a:ext uri="{FF2B5EF4-FFF2-40B4-BE49-F238E27FC236}">
                        <a16:creationId xmlns:a16="http://schemas.microsoft.com/office/drawing/2014/main" id="{9FCE3028-FC40-48DA-BA96-C8547E75A243}"/>
                      </a:ext>
                    </a:extLst>
                  </p:cNvPr>
                  <p:cNvSpPr/>
                  <p:nvPr/>
                </p:nvSpPr>
                <p:spPr>
                  <a:xfrm>
                    <a:off x="4967112" y="6191971"/>
                    <a:ext cx="73545" cy="28903"/>
                  </a:xfrm>
                  <a:custGeom>
                    <a:avLst/>
                    <a:gdLst>
                      <a:gd name="connsiteX0" fmla="*/ 73545 w 73545"/>
                      <a:gd name="connsiteY0" fmla="*/ 0 h 28903"/>
                      <a:gd name="connsiteX1" fmla="*/ 35154 w 73545"/>
                      <a:gd name="connsiteY1" fmla="*/ 8689 h 28903"/>
                      <a:gd name="connsiteX2" fmla="*/ 27707 w 73545"/>
                      <a:gd name="connsiteY2" fmla="*/ 7802 h 28903"/>
                      <a:gd name="connsiteX3" fmla="*/ 20969 w 73545"/>
                      <a:gd name="connsiteY3" fmla="*/ 4566 h 28903"/>
                      <a:gd name="connsiteX4" fmla="*/ 0 w 73545"/>
                      <a:gd name="connsiteY4" fmla="*/ 1640 h 28903"/>
                      <a:gd name="connsiteX5" fmla="*/ 44021 w 73545"/>
                      <a:gd name="connsiteY5" fmla="*/ 28904 h 28903"/>
                      <a:gd name="connsiteX6" fmla="*/ 54394 w 73545"/>
                      <a:gd name="connsiteY6" fmla="*/ 12102 h 28903"/>
                      <a:gd name="connsiteX7" fmla="*/ 73545 w 73545"/>
                      <a:gd name="connsiteY7" fmla="*/ 0 h 28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545" h="28903">
                        <a:moveTo>
                          <a:pt x="73545" y="0"/>
                        </a:moveTo>
                        <a:cubicBezTo>
                          <a:pt x="62108" y="5719"/>
                          <a:pt x="48720" y="8733"/>
                          <a:pt x="35154" y="8689"/>
                        </a:cubicBezTo>
                        <a:cubicBezTo>
                          <a:pt x="32628" y="8689"/>
                          <a:pt x="30101" y="8556"/>
                          <a:pt x="27707" y="7802"/>
                        </a:cubicBezTo>
                        <a:cubicBezTo>
                          <a:pt x="25313" y="7048"/>
                          <a:pt x="23229" y="5674"/>
                          <a:pt x="20969" y="4566"/>
                        </a:cubicBezTo>
                        <a:cubicBezTo>
                          <a:pt x="15205" y="1729"/>
                          <a:pt x="6206" y="-798"/>
                          <a:pt x="0" y="1640"/>
                        </a:cubicBezTo>
                        <a:cubicBezTo>
                          <a:pt x="18752" y="6561"/>
                          <a:pt x="32894" y="14895"/>
                          <a:pt x="44021" y="28904"/>
                        </a:cubicBezTo>
                        <a:cubicBezTo>
                          <a:pt x="41627" y="22299"/>
                          <a:pt x="47700" y="15870"/>
                          <a:pt x="54394" y="12102"/>
                        </a:cubicBezTo>
                        <a:cubicBezTo>
                          <a:pt x="61132" y="8334"/>
                          <a:pt x="69112" y="5586"/>
                          <a:pt x="73545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94" name="Forme libre : forme 19793">
                    <a:extLst>
                      <a:ext uri="{FF2B5EF4-FFF2-40B4-BE49-F238E27FC236}">
                        <a16:creationId xmlns:a16="http://schemas.microsoft.com/office/drawing/2014/main" id="{C14EAA79-C7D7-42E0-8FC4-D0025121F54E}"/>
                      </a:ext>
                    </a:extLst>
                  </p:cNvPr>
                  <p:cNvSpPr/>
                  <p:nvPr/>
                </p:nvSpPr>
                <p:spPr>
                  <a:xfrm>
                    <a:off x="5111808" y="6246705"/>
                    <a:ext cx="63393" cy="110886"/>
                  </a:xfrm>
                  <a:custGeom>
                    <a:avLst/>
                    <a:gdLst>
                      <a:gd name="connsiteX0" fmla="*/ 50537 w 63393"/>
                      <a:gd name="connsiteY0" fmla="*/ 35214 h 110886"/>
                      <a:gd name="connsiteX1" fmla="*/ 45218 w 63393"/>
                      <a:gd name="connsiteY1" fmla="*/ 35480 h 110886"/>
                      <a:gd name="connsiteX2" fmla="*/ 41405 w 63393"/>
                      <a:gd name="connsiteY2" fmla="*/ 31933 h 110886"/>
                      <a:gd name="connsiteX3" fmla="*/ 24737 w 63393"/>
                      <a:gd name="connsiteY3" fmla="*/ 7862 h 110886"/>
                      <a:gd name="connsiteX4" fmla="*/ 0 w 63393"/>
                      <a:gd name="connsiteY4" fmla="*/ 1478 h 110886"/>
                      <a:gd name="connsiteX5" fmla="*/ 28150 w 63393"/>
                      <a:gd name="connsiteY5" fmla="*/ 19919 h 110886"/>
                      <a:gd name="connsiteX6" fmla="*/ 36795 w 63393"/>
                      <a:gd name="connsiteY6" fmla="*/ 54542 h 110886"/>
                      <a:gd name="connsiteX7" fmla="*/ 21855 w 63393"/>
                      <a:gd name="connsiteY7" fmla="*/ 81983 h 110886"/>
                      <a:gd name="connsiteX8" fmla="*/ 931 w 63393"/>
                      <a:gd name="connsiteY8" fmla="*/ 110887 h 110886"/>
                      <a:gd name="connsiteX9" fmla="*/ 39277 w 63393"/>
                      <a:gd name="connsiteY9" fmla="*/ 65935 h 110886"/>
                      <a:gd name="connsiteX10" fmla="*/ 43090 w 63393"/>
                      <a:gd name="connsiteY10" fmla="*/ 107207 h 110886"/>
                      <a:gd name="connsiteX11" fmla="*/ 44996 w 63393"/>
                      <a:gd name="connsiteY11" fmla="*/ 66024 h 110886"/>
                      <a:gd name="connsiteX12" fmla="*/ 50981 w 63393"/>
                      <a:gd name="connsiteY12" fmla="*/ 41642 h 110886"/>
                      <a:gd name="connsiteX13" fmla="*/ 63393 w 63393"/>
                      <a:gd name="connsiteY13" fmla="*/ 32155 h 110886"/>
                      <a:gd name="connsiteX14" fmla="*/ 50537 w 63393"/>
                      <a:gd name="connsiteY14" fmla="*/ 35214 h 110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3393" h="110886">
                        <a:moveTo>
                          <a:pt x="50537" y="35214"/>
                        </a:moveTo>
                        <a:cubicBezTo>
                          <a:pt x="48808" y="35613"/>
                          <a:pt x="46946" y="36012"/>
                          <a:pt x="45218" y="35480"/>
                        </a:cubicBezTo>
                        <a:cubicBezTo>
                          <a:pt x="43400" y="34903"/>
                          <a:pt x="42292" y="33396"/>
                          <a:pt x="41405" y="31933"/>
                        </a:cubicBezTo>
                        <a:cubicBezTo>
                          <a:pt x="36218" y="23687"/>
                          <a:pt x="33071" y="14157"/>
                          <a:pt x="24737" y="7862"/>
                        </a:cubicBezTo>
                        <a:cubicBezTo>
                          <a:pt x="20259" y="4492"/>
                          <a:pt x="4477" y="-3221"/>
                          <a:pt x="0" y="1478"/>
                        </a:cubicBezTo>
                        <a:cubicBezTo>
                          <a:pt x="10994" y="6354"/>
                          <a:pt x="20880" y="10964"/>
                          <a:pt x="28150" y="19919"/>
                        </a:cubicBezTo>
                        <a:cubicBezTo>
                          <a:pt x="36396" y="30027"/>
                          <a:pt x="39588" y="42839"/>
                          <a:pt x="36795" y="54542"/>
                        </a:cubicBezTo>
                        <a:cubicBezTo>
                          <a:pt x="34445" y="64517"/>
                          <a:pt x="28106" y="73338"/>
                          <a:pt x="21855" y="81983"/>
                        </a:cubicBezTo>
                        <a:cubicBezTo>
                          <a:pt x="14895" y="91603"/>
                          <a:pt x="7891" y="101267"/>
                          <a:pt x="931" y="110887"/>
                        </a:cubicBezTo>
                        <a:cubicBezTo>
                          <a:pt x="13698" y="95903"/>
                          <a:pt x="26466" y="80919"/>
                          <a:pt x="39277" y="65935"/>
                        </a:cubicBezTo>
                        <a:cubicBezTo>
                          <a:pt x="33958" y="79190"/>
                          <a:pt x="35376" y="94396"/>
                          <a:pt x="43090" y="107207"/>
                        </a:cubicBezTo>
                        <a:cubicBezTo>
                          <a:pt x="43710" y="93464"/>
                          <a:pt x="44375" y="79766"/>
                          <a:pt x="44996" y="66024"/>
                        </a:cubicBezTo>
                        <a:cubicBezTo>
                          <a:pt x="45395" y="57601"/>
                          <a:pt x="45927" y="48779"/>
                          <a:pt x="50981" y="41642"/>
                        </a:cubicBezTo>
                        <a:cubicBezTo>
                          <a:pt x="53906" y="37563"/>
                          <a:pt x="58295" y="34283"/>
                          <a:pt x="63393" y="32155"/>
                        </a:cubicBezTo>
                        <a:cubicBezTo>
                          <a:pt x="59093" y="33174"/>
                          <a:pt x="54837" y="34194"/>
                          <a:pt x="50537" y="3521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95" name="Forme libre : forme 19794">
                    <a:extLst>
                      <a:ext uri="{FF2B5EF4-FFF2-40B4-BE49-F238E27FC236}">
                        <a16:creationId xmlns:a16="http://schemas.microsoft.com/office/drawing/2014/main" id="{C3182DC8-E719-42D6-A7EA-0445857762F4}"/>
                      </a:ext>
                    </a:extLst>
                  </p:cNvPr>
                  <p:cNvSpPr/>
                  <p:nvPr/>
                </p:nvSpPr>
                <p:spPr>
                  <a:xfrm>
                    <a:off x="5175201" y="6276244"/>
                    <a:ext cx="10905" cy="2571"/>
                  </a:xfrm>
                  <a:custGeom>
                    <a:avLst/>
                    <a:gdLst>
                      <a:gd name="connsiteX0" fmla="*/ 0 w 10905"/>
                      <a:gd name="connsiteY0" fmla="*/ 2571 h 2571"/>
                      <a:gd name="connsiteX1" fmla="*/ 10905 w 10905"/>
                      <a:gd name="connsiteY1" fmla="*/ 0 h 2571"/>
                      <a:gd name="connsiteX2" fmla="*/ 0 w 10905"/>
                      <a:gd name="connsiteY2" fmla="*/ 2571 h 2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905" h="2571">
                        <a:moveTo>
                          <a:pt x="0" y="2571"/>
                        </a:moveTo>
                        <a:cubicBezTo>
                          <a:pt x="3635" y="1729"/>
                          <a:pt x="7270" y="842"/>
                          <a:pt x="10905" y="0"/>
                        </a:cubicBezTo>
                        <a:cubicBezTo>
                          <a:pt x="7093" y="266"/>
                          <a:pt x="3369" y="1197"/>
                          <a:pt x="0" y="257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96" name="Forme libre : forme 19795">
                    <a:extLst>
                      <a:ext uri="{FF2B5EF4-FFF2-40B4-BE49-F238E27FC236}">
                        <a16:creationId xmlns:a16="http://schemas.microsoft.com/office/drawing/2014/main" id="{2C43E5F2-3650-4A3F-A6DC-2EAAE55C1233}"/>
                      </a:ext>
                    </a:extLst>
                  </p:cNvPr>
                  <p:cNvSpPr/>
                  <p:nvPr/>
                </p:nvSpPr>
                <p:spPr>
                  <a:xfrm>
                    <a:off x="5169527" y="6166968"/>
                    <a:ext cx="57275" cy="54659"/>
                  </a:xfrm>
                  <a:custGeom>
                    <a:avLst/>
                    <a:gdLst>
                      <a:gd name="connsiteX0" fmla="*/ 57276 w 57275"/>
                      <a:gd name="connsiteY0" fmla="*/ 39056 h 54659"/>
                      <a:gd name="connsiteX1" fmla="*/ 50404 w 57275"/>
                      <a:gd name="connsiteY1" fmla="*/ 23850 h 54659"/>
                      <a:gd name="connsiteX2" fmla="*/ 48365 w 57275"/>
                      <a:gd name="connsiteY2" fmla="*/ 0 h 54659"/>
                      <a:gd name="connsiteX3" fmla="*/ 30544 w 57275"/>
                      <a:gd name="connsiteY3" fmla="*/ 31564 h 54659"/>
                      <a:gd name="connsiteX4" fmla="*/ 15604 w 57275"/>
                      <a:gd name="connsiteY4" fmla="*/ 40474 h 54659"/>
                      <a:gd name="connsiteX5" fmla="*/ 0 w 57275"/>
                      <a:gd name="connsiteY5" fmla="*/ 54660 h 54659"/>
                      <a:gd name="connsiteX6" fmla="*/ 25978 w 57275"/>
                      <a:gd name="connsiteY6" fmla="*/ 39366 h 54659"/>
                      <a:gd name="connsiteX7" fmla="*/ 57276 w 57275"/>
                      <a:gd name="connsiteY7" fmla="*/ 39056 h 54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275" h="54659">
                        <a:moveTo>
                          <a:pt x="57276" y="39056"/>
                        </a:moveTo>
                        <a:cubicBezTo>
                          <a:pt x="51779" y="35731"/>
                          <a:pt x="50848" y="29391"/>
                          <a:pt x="50404" y="23850"/>
                        </a:cubicBezTo>
                        <a:cubicBezTo>
                          <a:pt x="49784" y="15959"/>
                          <a:pt x="49739" y="7847"/>
                          <a:pt x="48365" y="0"/>
                        </a:cubicBezTo>
                        <a:cubicBezTo>
                          <a:pt x="45616" y="11881"/>
                          <a:pt x="41715" y="23363"/>
                          <a:pt x="30544" y="31564"/>
                        </a:cubicBezTo>
                        <a:cubicBezTo>
                          <a:pt x="25934" y="34933"/>
                          <a:pt x="20481" y="37416"/>
                          <a:pt x="15604" y="40474"/>
                        </a:cubicBezTo>
                        <a:cubicBezTo>
                          <a:pt x="9398" y="44375"/>
                          <a:pt x="4078" y="49207"/>
                          <a:pt x="0" y="54660"/>
                        </a:cubicBezTo>
                        <a:cubicBezTo>
                          <a:pt x="8024" y="48853"/>
                          <a:pt x="16181" y="42957"/>
                          <a:pt x="25978" y="39366"/>
                        </a:cubicBezTo>
                        <a:cubicBezTo>
                          <a:pt x="35642" y="35864"/>
                          <a:pt x="47478" y="34933"/>
                          <a:pt x="57276" y="3905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97" name="Forme libre : forme 19796">
                    <a:extLst>
                      <a:ext uri="{FF2B5EF4-FFF2-40B4-BE49-F238E27FC236}">
                        <a16:creationId xmlns:a16="http://schemas.microsoft.com/office/drawing/2014/main" id="{A0074DEC-0A4F-4B41-9525-2630B0C9AB16}"/>
                      </a:ext>
                    </a:extLst>
                  </p:cNvPr>
                  <p:cNvSpPr/>
                  <p:nvPr/>
                </p:nvSpPr>
                <p:spPr>
                  <a:xfrm>
                    <a:off x="5260051" y="6357990"/>
                    <a:ext cx="9220" cy="8644"/>
                  </a:xfrm>
                  <a:custGeom>
                    <a:avLst/>
                    <a:gdLst>
                      <a:gd name="connsiteX0" fmla="*/ 9221 w 9220"/>
                      <a:gd name="connsiteY0" fmla="*/ 0 h 8644"/>
                      <a:gd name="connsiteX1" fmla="*/ 0 w 9220"/>
                      <a:gd name="connsiteY1" fmla="*/ 8645 h 8644"/>
                      <a:gd name="connsiteX2" fmla="*/ 9221 w 9220"/>
                      <a:gd name="connsiteY2" fmla="*/ 0 h 8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220" h="8644">
                        <a:moveTo>
                          <a:pt x="9221" y="0"/>
                        </a:moveTo>
                        <a:cubicBezTo>
                          <a:pt x="6206" y="2926"/>
                          <a:pt x="3192" y="5852"/>
                          <a:pt x="0" y="8645"/>
                        </a:cubicBezTo>
                        <a:cubicBezTo>
                          <a:pt x="3369" y="5985"/>
                          <a:pt x="6384" y="3059"/>
                          <a:pt x="9221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98" name="Forme libre : forme 19797">
                    <a:extLst>
                      <a:ext uri="{FF2B5EF4-FFF2-40B4-BE49-F238E27FC236}">
                        <a16:creationId xmlns:a16="http://schemas.microsoft.com/office/drawing/2014/main" id="{0DF6814F-EBFC-492C-85CD-495DF2179422}"/>
                      </a:ext>
                    </a:extLst>
                  </p:cNvPr>
                  <p:cNvSpPr/>
                  <p:nvPr/>
                </p:nvSpPr>
                <p:spPr>
                  <a:xfrm>
                    <a:off x="5241240" y="6277264"/>
                    <a:ext cx="89252" cy="80726"/>
                  </a:xfrm>
                  <a:custGeom>
                    <a:avLst/>
                    <a:gdLst>
                      <a:gd name="connsiteX0" fmla="*/ 41686 w 89252"/>
                      <a:gd name="connsiteY0" fmla="*/ 66496 h 80726"/>
                      <a:gd name="connsiteX1" fmla="*/ 48424 w 89252"/>
                      <a:gd name="connsiteY1" fmla="*/ 54926 h 80726"/>
                      <a:gd name="connsiteX2" fmla="*/ 49177 w 89252"/>
                      <a:gd name="connsiteY2" fmla="*/ 48631 h 80726"/>
                      <a:gd name="connsiteX3" fmla="*/ 60704 w 89252"/>
                      <a:gd name="connsiteY3" fmla="*/ 40297 h 80726"/>
                      <a:gd name="connsiteX4" fmla="*/ 89253 w 89252"/>
                      <a:gd name="connsiteY4" fmla="*/ 29303 h 80726"/>
                      <a:gd name="connsiteX5" fmla="*/ 57290 w 89252"/>
                      <a:gd name="connsiteY5" fmla="*/ 38391 h 80726"/>
                      <a:gd name="connsiteX6" fmla="*/ 52547 w 89252"/>
                      <a:gd name="connsiteY6" fmla="*/ 39056 h 80726"/>
                      <a:gd name="connsiteX7" fmla="*/ 47360 w 89252"/>
                      <a:gd name="connsiteY7" fmla="*/ 36307 h 80726"/>
                      <a:gd name="connsiteX8" fmla="*/ 25859 w 89252"/>
                      <a:gd name="connsiteY8" fmla="*/ 14940 h 80726"/>
                      <a:gd name="connsiteX9" fmla="*/ 192 w 89252"/>
                      <a:gd name="connsiteY9" fmla="*/ 0 h 80726"/>
                      <a:gd name="connsiteX10" fmla="*/ 9634 w 89252"/>
                      <a:gd name="connsiteY10" fmla="*/ 10152 h 80726"/>
                      <a:gd name="connsiteX11" fmla="*/ 32243 w 89252"/>
                      <a:gd name="connsiteY11" fmla="*/ 26421 h 80726"/>
                      <a:gd name="connsiteX12" fmla="*/ 43769 w 89252"/>
                      <a:gd name="connsiteY12" fmla="*/ 48764 h 80726"/>
                      <a:gd name="connsiteX13" fmla="*/ 39868 w 89252"/>
                      <a:gd name="connsiteY13" fmla="*/ 63748 h 80726"/>
                      <a:gd name="connsiteX14" fmla="*/ 28076 w 89252"/>
                      <a:gd name="connsiteY14" fmla="*/ 80727 h 80726"/>
                      <a:gd name="connsiteX15" fmla="*/ 41686 w 89252"/>
                      <a:gd name="connsiteY15" fmla="*/ 66496 h 80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9252" h="80726">
                        <a:moveTo>
                          <a:pt x="41686" y="66496"/>
                        </a:moveTo>
                        <a:cubicBezTo>
                          <a:pt x="44744" y="62994"/>
                          <a:pt x="47803" y="59270"/>
                          <a:pt x="48424" y="54926"/>
                        </a:cubicBezTo>
                        <a:cubicBezTo>
                          <a:pt x="48734" y="52843"/>
                          <a:pt x="48468" y="50671"/>
                          <a:pt x="49177" y="48631"/>
                        </a:cubicBezTo>
                        <a:cubicBezTo>
                          <a:pt x="50685" y="44420"/>
                          <a:pt x="55916" y="42114"/>
                          <a:pt x="60704" y="40297"/>
                        </a:cubicBezTo>
                        <a:cubicBezTo>
                          <a:pt x="70235" y="36617"/>
                          <a:pt x="79766" y="32938"/>
                          <a:pt x="89253" y="29303"/>
                        </a:cubicBezTo>
                        <a:cubicBezTo>
                          <a:pt x="78613" y="32317"/>
                          <a:pt x="67929" y="35376"/>
                          <a:pt x="57290" y="38391"/>
                        </a:cubicBezTo>
                        <a:cubicBezTo>
                          <a:pt x="55783" y="38834"/>
                          <a:pt x="54187" y="39277"/>
                          <a:pt x="52547" y="39056"/>
                        </a:cubicBezTo>
                        <a:cubicBezTo>
                          <a:pt x="50507" y="38790"/>
                          <a:pt x="48823" y="37548"/>
                          <a:pt x="47360" y="36307"/>
                        </a:cubicBezTo>
                        <a:cubicBezTo>
                          <a:pt x="39469" y="29702"/>
                          <a:pt x="33218" y="21944"/>
                          <a:pt x="25859" y="14940"/>
                        </a:cubicBezTo>
                        <a:cubicBezTo>
                          <a:pt x="19431" y="8822"/>
                          <a:pt x="10122" y="1064"/>
                          <a:pt x="192" y="0"/>
                        </a:cubicBezTo>
                        <a:cubicBezTo>
                          <a:pt x="-1227" y="4788"/>
                          <a:pt x="5556" y="7669"/>
                          <a:pt x="9634" y="10152"/>
                        </a:cubicBezTo>
                        <a:cubicBezTo>
                          <a:pt x="17658" y="15117"/>
                          <a:pt x="25771" y="20082"/>
                          <a:pt x="32243" y="26421"/>
                        </a:cubicBezTo>
                        <a:cubicBezTo>
                          <a:pt x="38715" y="32716"/>
                          <a:pt x="43547" y="40563"/>
                          <a:pt x="43769" y="48764"/>
                        </a:cubicBezTo>
                        <a:cubicBezTo>
                          <a:pt x="43902" y="53951"/>
                          <a:pt x="42173" y="59005"/>
                          <a:pt x="39868" y="63748"/>
                        </a:cubicBezTo>
                        <a:cubicBezTo>
                          <a:pt x="36898" y="69866"/>
                          <a:pt x="32864" y="75540"/>
                          <a:pt x="28076" y="80727"/>
                        </a:cubicBezTo>
                        <a:cubicBezTo>
                          <a:pt x="32775" y="76116"/>
                          <a:pt x="37385" y="71417"/>
                          <a:pt x="41686" y="6649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799" name="Forme libre : forme 19798">
                    <a:extLst>
                      <a:ext uri="{FF2B5EF4-FFF2-40B4-BE49-F238E27FC236}">
                        <a16:creationId xmlns:a16="http://schemas.microsoft.com/office/drawing/2014/main" id="{602A2772-70D1-4C62-AA00-579AB28090ED}"/>
                      </a:ext>
                    </a:extLst>
                  </p:cNvPr>
                  <p:cNvSpPr/>
                  <p:nvPr/>
                </p:nvSpPr>
                <p:spPr>
                  <a:xfrm>
                    <a:off x="5300835" y="6151301"/>
                    <a:ext cx="102005" cy="85754"/>
                  </a:xfrm>
                  <a:custGeom>
                    <a:avLst/>
                    <a:gdLst>
                      <a:gd name="connsiteX0" fmla="*/ 58340 w 102005"/>
                      <a:gd name="connsiteY0" fmla="*/ 46700 h 85754"/>
                      <a:gd name="connsiteX1" fmla="*/ 59226 w 102005"/>
                      <a:gd name="connsiteY1" fmla="*/ 38232 h 85754"/>
                      <a:gd name="connsiteX2" fmla="*/ 69954 w 102005"/>
                      <a:gd name="connsiteY2" fmla="*/ 27105 h 85754"/>
                      <a:gd name="connsiteX3" fmla="*/ 102006 w 102005"/>
                      <a:gd name="connsiteY3" fmla="*/ 22229 h 85754"/>
                      <a:gd name="connsiteX4" fmla="*/ 69954 w 102005"/>
                      <a:gd name="connsiteY4" fmla="*/ 12077 h 85754"/>
                      <a:gd name="connsiteX5" fmla="*/ 53197 w 102005"/>
                      <a:gd name="connsiteY5" fmla="*/ 551 h 85754"/>
                      <a:gd name="connsiteX6" fmla="*/ 58694 w 102005"/>
                      <a:gd name="connsiteY6" fmla="*/ 30164 h 85754"/>
                      <a:gd name="connsiteX7" fmla="*/ 45750 w 102005"/>
                      <a:gd name="connsiteY7" fmla="*/ 63856 h 85754"/>
                      <a:gd name="connsiteX8" fmla="*/ 0 w 102005"/>
                      <a:gd name="connsiteY8" fmla="*/ 85090 h 85754"/>
                      <a:gd name="connsiteX9" fmla="*/ 39898 w 102005"/>
                      <a:gd name="connsiteY9" fmla="*/ 76977 h 85754"/>
                      <a:gd name="connsiteX10" fmla="*/ 58340 w 102005"/>
                      <a:gd name="connsiteY10" fmla="*/ 46700 h 8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2005" h="85754">
                        <a:moveTo>
                          <a:pt x="58340" y="46700"/>
                        </a:moveTo>
                        <a:cubicBezTo>
                          <a:pt x="58473" y="43862"/>
                          <a:pt x="58295" y="40936"/>
                          <a:pt x="59226" y="38232"/>
                        </a:cubicBezTo>
                        <a:cubicBezTo>
                          <a:pt x="60778" y="33533"/>
                          <a:pt x="65299" y="30031"/>
                          <a:pt x="69954" y="27105"/>
                        </a:cubicBezTo>
                        <a:cubicBezTo>
                          <a:pt x="79086" y="21431"/>
                          <a:pt x="91898" y="17131"/>
                          <a:pt x="102006" y="22229"/>
                        </a:cubicBezTo>
                        <a:cubicBezTo>
                          <a:pt x="93982" y="15180"/>
                          <a:pt x="80062" y="16865"/>
                          <a:pt x="69954" y="12077"/>
                        </a:cubicBezTo>
                        <a:cubicBezTo>
                          <a:pt x="65477" y="9949"/>
                          <a:pt x="56300" y="-2774"/>
                          <a:pt x="53197" y="551"/>
                        </a:cubicBezTo>
                        <a:cubicBezTo>
                          <a:pt x="51247" y="2590"/>
                          <a:pt x="58739" y="25731"/>
                          <a:pt x="58694" y="30164"/>
                        </a:cubicBezTo>
                        <a:cubicBezTo>
                          <a:pt x="58561" y="42266"/>
                          <a:pt x="54616" y="54502"/>
                          <a:pt x="45750" y="63856"/>
                        </a:cubicBezTo>
                        <a:cubicBezTo>
                          <a:pt x="34755" y="75470"/>
                          <a:pt x="17422" y="81632"/>
                          <a:pt x="0" y="85090"/>
                        </a:cubicBezTo>
                        <a:cubicBezTo>
                          <a:pt x="14097" y="87218"/>
                          <a:pt x="28948" y="84159"/>
                          <a:pt x="39898" y="76977"/>
                        </a:cubicBezTo>
                        <a:cubicBezTo>
                          <a:pt x="50803" y="69751"/>
                          <a:pt x="57719" y="58492"/>
                          <a:pt x="58340" y="4670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00" name="Forme libre : forme 19799">
                    <a:extLst>
                      <a:ext uri="{FF2B5EF4-FFF2-40B4-BE49-F238E27FC236}">
                        <a16:creationId xmlns:a16="http://schemas.microsoft.com/office/drawing/2014/main" id="{1972CD65-A32F-46C6-AA40-CA4DB233C182}"/>
                      </a:ext>
                    </a:extLst>
                  </p:cNvPr>
                  <p:cNvSpPr/>
                  <p:nvPr/>
                </p:nvSpPr>
                <p:spPr>
                  <a:xfrm>
                    <a:off x="5394019" y="6326959"/>
                    <a:ext cx="8600" cy="11482"/>
                  </a:xfrm>
                  <a:custGeom>
                    <a:avLst/>
                    <a:gdLst>
                      <a:gd name="connsiteX0" fmla="*/ 8600 w 8600"/>
                      <a:gd name="connsiteY0" fmla="*/ 11482 h 11482"/>
                      <a:gd name="connsiteX1" fmla="*/ 0 w 8600"/>
                      <a:gd name="connsiteY1" fmla="*/ 0 h 11482"/>
                      <a:gd name="connsiteX2" fmla="*/ 8600 w 8600"/>
                      <a:gd name="connsiteY2" fmla="*/ 11482 h 11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600" h="11482">
                        <a:moveTo>
                          <a:pt x="8600" y="11482"/>
                        </a:moveTo>
                        <a:cubicBezTo>
                          <a:pt x="4832" y="8069"/>
                          <a:pt x="2084" y="4167"/>
                          <a:pt x="0" y="0"/>
                        </a:cubicBezTo>
                        <a:cubicBezTo>
                          <a:pt x="1374" y="4655"/>
                          <a:pt x="3857" y="8911"/>
                          <a:pt x="8600" y="1148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01" name="Forme libre : forme 19800">
                    <a:extLst>
                      <a:ext uri="{FF2B5EF4-FFF2-40B4-BE49-F238E27FC236}">
                        <a16:creationId xmlns:a16="http://schemas.microsoft.com/office/drawing/2014/main" id="{8B9639D8-4F39-4788-9A90-A1F9171CF245}"/>
                      </a:ext>
                    </a:extLst>
                  </p:cNvPr>
                  <p:cNvSpPr/>
                  <p:nvPr/>
                </p:nvSpPr>
                <p:spPr>
                  <a:xfrm>
                    <a:off x="5363918" y="6260684"/>
                    <a:ext cx="57940" cy="66318"/>
                  </a:xfrm>
                  <a:custGeom>
                    <a:avLst/>
                    <a:gdLst>
                      <a:gd name="connsiteX0" fmla="*/ 30012 w 57940"/>
                      <a:gd name="connsiteY0" fmla="*/ 28682 h 66318"/>
                      <a:gd name="connsiteX1" fmla="*/ 35908 w 57940"/>
                      <a:gd name="connsiteY1" fmla="*/ 16447 h 66318"/>
                      <a:gd name="connsiteX2" fmla="*/ 42868 w 57940"/>
                      <a:gd name="connsiteY2" fmla="*/ 13211 h 66318"/>
                      <a:gd name="connsiteX3" fmla="*/ 57941 w 57940"/>
                      <a:gd name="connsiteY3" fmla="*/ 0 h 66318"/>
                      <a:gd name="connsiteX4" fmla="*/ 6694 w 57940"/>
                      <a:gd name="connsiteY4" fmla="*/ 4611 h 66318"/>
                      <a:gd name="connsiteX5" fmla="*/ 12989 w 57940"/>
                      <a:gd name="connsiteY5" fmla="*/ 13654 h 66318"/>
                      <a:gd name="connsiteX6" fmla="*/ 21722 w 57940"/>
                      <a:gd name="connsiteY6" fmla="*/ 22786 h 66318"/>
                      <a:gd name="connsiteX7" fmla="*/ 16757 w 57940"/>
                      <a:gd name="connsiteY7" fmla="*/ 38612 h 66318"/>
                      <a:gd name="connsiteX8" fmla="*/ 0 w 57940"/>
                      <a:gd name="connsiteY8" fmla="*/ 54084 h 66318"/>
                      <a:gd name="connsiteX9" fmla="*/ 24870 w 57940"/>
                      <a:gd name="connsiteY9" fmla="*/ 36351 h 66318"/>
                      <a:gd name="connsiteX10" fmla="*/ 30057 w 57940"/>
                      <a:gd name="connsiteY10" fmla="*/ 66319 h 66318"/>
                      <a:gd name="connsiteX11" fmla="*/ 28594 w 57940"/>
                      <a:gd name="connsiteY11" fmla="*/ 56876 h 66318"/>
                      <a:gd name="connsiteX12" fmla="*/ 30012 w 57940"/>
                      <a:gd name="connsiteY12" fmla="*/ 28682 h 66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7940" h="66318">
                        <a:moveTo>
                          <a:pt x="30012" y="28682"/>
                        </a:moveTo>
                        <a:cubicBezTo>
                          <a:pt x="30677" y="24160"/>
                          <a:pt x="31785" y="19328"/>
                          <a:pt x="35908" y="16447"/>
                        </a:cubicBezTo>
                        <a:cubicBezTo>
                          <a:pt x="37947" y="15028"/>
                          <a:pt x="40519" y="14274"/>
                          <a:pt x="42868" y="13211"/>
                        </a:cubicBezTo>
                        <a:cubicBezTo>
                          <a:pt x="49340" y="10240"/>
                          <a:pt x="53729" y="5054"/>
                          <a:pt x="57941" y="0"/>
                        </a:cubicBezTo>
                        <a:cubicBezTo>
                          <a:pt x="43622" y="13211"/>
                          <a:pt x="24648" y="10063"/>
                          <a:pt x="6694" y="4611"/>
                        </a:cubicBezTo>
                        <a:cubicBezTo>
                          <a:pt x="6738" y="7980"/>
                          <a:pt x="10063" y="11038"/>
                          <a:pt x="12989" y="13654"/>
                        </a:cubicBezTo>
                        <a:cubicBezTo>
                          <a:pt x="16225" y="16535"/>
                          <a:pt x="20126" y="19106"/>
                          <a:pt x="21722" y="22786"/>
                        </a:cubicBezTo>
                        <a:cubicBezTo>
                          <a:pt x="24116" y="28239"/>
                          <a:pt x="20658" y="34002"/>
                          <a:pt x="16757" y="38612"/>
                        </a:cubicBezTo>
                        <a:cubicBezTo>
                          <a:pt x="11969" y="44331"/>
                          <a:pt x="6339" y="49518"/>
                          <a:pt x="0" y="54084"/>
                        </a:cubicBezTo>
                        <a:cubicBezTo>
                          <a:pt x="12058" y="54128"/>
                          <a:pt x="23141" y="46237"/>
                          <a:pt x="24870" y="36351"/>
                        </a:cubicBezTo>
                        <a:cubicBezTo>
                          <a:pt x="24338" y="46370"/>
                          <a:pt x="25402" y="57054"/>
                          <a:pt x="30057" y="66319"/>
                        </a:cubicBezTo>
                        <a:cubicBezTo>
                          <a:pt x="29170" y="63216"/>
                          <a:pt x="28771" y="59980"/>
                          <a:pt x="28594" y="56876"/>
                        </a:cubicBezTo>
                        <a:cubicBezTo>
                          <a:pt x="28195" y="47434"/>
                          <a:pt x="28682" y="37991"/>
                          <a:pt x="30012" y="2868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02" name="Forme libre : forme 19801">
                    <a:extLst>
                      <a:ext uri="{FF2B5EF4-FFF2-40B4-BE49-F238E27FC236}">
                        <a16:creationId xmlns:a16="http://schemas.microsoft.com/office/drawing/2014/main" id="{322823E6-7740-4722-A964-ECFF790EF874}"/>
                      </a:ext>
                    </a:extLst>
                  </p:cNvPr>
                  <p:cNvSpPr/>
                  <p:nvPr/>
                </p:nvSpPr>
                <p:spPr>
                  <a:xfrm>
                    <a:off x="5536498" y="6237632"/>
                    <a:ext cx="6472" cy="12944"/>
                  </a:xfrm>
                  <a:custGeom>
                    <a:avLst/>
                    <a:gdLst>
                      <a:gd name="connsiteX0" fmla="*/ 0 w 6472"/>
                      <a:gd name="connsiteY0" fmla="*/ 12944 h 12944"/>
                      <a:gd name="connsiteX1" fmla="*/ 6472 w 6472"/>
                      <a:gd name="connsiteY1" fmla="*/ 0 h 12944"/>
                      <a:gd name="connsiteX2" fmla="*/ 0 w 6472"/>
                      <a:gd name="connsiteY2" fmla="*/ 12944 h 12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472" h="12944">
                        <a:moveTo>
                          <a:pt x="0" y="12944"/>
                        </a:moveTo>
                        <a:cubicBezTo>
                          <a:pt x="2172" y="8644"/>
                          <a:pt x="4300" y="4300"/>
                          <a:pt x="6472" y="0"/>
                        </a:cubicBezTo>
                        <a:cubicBezTo>
                          <a:pt x="3812" y="4122"/>
                          <a:pt x="1685" y="8467"/>
                          <a:pt x="0" y="1294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03" name="Forme libre : forme 19802">
                    <a:extLst>
                      <a:ext uri="{FF2B5EF4-FFF2-40B4-BE49-F238E27FC236}">
                        <a16:creationId xmlns:a16="http://schemas.microsoft.com/office/drawing/2014/main" id="{1E634E4A-67A7-476C-8754-4251C009E97A}"/>
                      </a:ext>
                    </a:extLst>
                  </p:cNvPr>
                  <p:cNvSpPr/>
                  <p:nvPr/>
                </p:nvSpPr>
                <p:spPr>
                  <a:xfrm>
                    <a:off x="5492744" y="6250577"/>
                    <a:ext cx="98946" cy="100897"/>
                  </a:xfrm>
                  <a:custGeom>
                    <a:avLst/>
                    <a:gdLst>
                      <a:gd name="connsiteX0" fmla="*/ 98947 w 98946"/>
                      <a:gd name="connsiteY0" fmla="*/ 60734 h 100897"/>
                      <a:gd name="connsiteX1" fmla="*/ 61664 w 98946"/>
                      <a:gd name="connsiteY1" fmla="*/ 54837 h 100897"/>
                      <a:gd name="connsiteX2" fmla="*/ 46370 w 98946"/>
                      <a:gd name="connsiteY2" fmla="*/ 43489 h 100897"/>
                      <a:gd name="connsiteX3" fmla="*/ 42247 w 98946"/>
                      <a:gd name="connsiteY3" fmla="*/ 39011 h 100897"/>
                      <a:gd name="connsiteX4" fmla="*/ 40829 w 98946"/>
                      <a:gd name="connsiteY4" fmla="*/ 34711 h 100897"/>
                      <a:gd name="connsiteX5" fmla="*/ 43755 w 98946"/>
                      <a:gd name="connsiteY5" fmla="*/ 0 h 100897"/>
                      <a:gd name="connsiteX6" fmla="*/ 33425 w 98946"/>
                      <a:gd name="connsiteY6" fmla="*/ 20658 h 100897"/>
                      <a:gd name="connsiteX7" fmla="*/ 31697 w 98946"/>
                      <a:gd name="connsiteY7" fmla="*/ 22786 h 100897"/>
                      <a:gd name="connsiteX8" fmla="*/ 25889 w 98946"/>
                      <a:gd name="connsiteY8" fmla="*/ 21944 h 100897"/>
                      <a:gd name="connsiteX9" fmla="*/ 0 w 98946"/>
                      <a:gd name="connsiteY9" fmla="*/ 9664 h 100897"/>
                      <a:gd name="connsiteX10" fmla="*/ 37238 w 98946"/>
                      <a:gd name="connsiteY10" fmla="*/ 50847 h 100897"/>
                      <a:gd name="connsiteX11" fmla="*/ 23362 w 98946"/>
                      <a:gd name="connsiteY11" fmla="*/ 100897 h 100897"/>
                      <a:gd name="connsiteX12" fmla="*/ 45173 w 98946"/>
                      <a:gd name="connsiteY12" fmla="*/ 50759 h 100897"/>
                      <a:gd name="connsiteX13" fmla="*/ 98947 w 98946"/>
                      <a:gd name="connsiteY13" fmla="*/ 60734 h 100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8946" h="100897">
                        <a:moveTo>
                          <a:pt x="98947" y="60734"/>
                        </a:moveTo>
                        <a:cubicBezTo>
                          <a:pt x="86224" y="61531"/>
                          <a:pt x="72703" y="60556"/>
                          <a:pt x="61664" y="54837"/>
                        </a:cubicBezTo>
                        <a:cubicBezTo>
                          <a:pt x="55857" y="51823"/>
                          <a:pt x="51114" y="47656"/>
                          <a:pt x="46370" y="43489"/>
                        </a:cubicBezTo>
                        <a:cubicBezTo>
                          <a:pt x="44819" y="42114"/>
                          <a:pt x="43223" y="40696"/>
                          <a:pt x="42247" y="39011"/>
                        </a:cubicBezTo>
                        <a:cubicBezTo>
                          <a:pt x="41449" y="37637"/>
                          <a:pt x="41095" y="36174"/>
                          <a:pt x="40829" y="34711"/>
                        </a:cubicBezTo>
                        <a:cubicBezTo>
                          <a:pt x="38523" y="23052"/>
                          <a:pt x="39588" y="11083"/>
                          <a:pt x="43755" y="0"/>
                        </a:cubicBezTo>
                        <a:cubicBezTo>
                          <a:pt x="40297" y="6872"/>
                          <a:pt x="36839" y="13787"/>
                          <a:pt x="33425" y="20658"/>
                        </a:cubicBezTo>
                        <a:cubicBezTo>
                          <a:pt x="33026" y="21456"/>
                          <a:pt x="32583" y="22299"/>
                          <a:pt x="31697" y="22786"/>
                        </a:cubicBezTo>
                        <a:cubicBezTo>
                          <a:pt x="30012" y="23717"/>
                          <a:pt x="27707" y="22831"/>
                          <a:pt x="25889" y="21944"/>
                        </a:cubicBezTo>
                        <a:cubicBezTo>
                          <a:pt x="17644" y="17910"/>
                          <a:pt x="8822" y="12369"/>
                          <a:pt x="0" y="9664"/>
                        </a:cubicBezTo>
                        <a:cubicBezTo>
                          <a:pt x="17112" y="21456"/>
                          <a:pt x="31652" y="32051"/>
                          <a:pt x="37238" y="50847"/>
                        </a:cubicBezTo>
                        <a:cubicBezTo>
                          <a:pt x="42336" y="68403"/>
                          <a:pt x="37282" y="87642"/>
                          <a:pt x="23362" y="100897"/>
                        </a:cubicBezTo>
                        <a:cubicBezTo>
                          <a:pt x="38302" y="87952"/>
                          <a:pt x="42070" y="68757"/>
                          <a:pt x="45173" y="50759"/>
                        </a:cubicBezTo>
                        <a:cubicBezTo>
                          <a:pt x="57630" y="64014"/>
                          <a:pt x="81746" y="68492"/>
                          <a:pt x="98947" y="6073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04" name="Forme libre : forme 19803">
                    <a:extLst>
                      <a:ext uri="{FF2B5EF4-FFF2-40B4-BE49-F238E27FC236}">
                        <a16:creationId xmlns:a16="http://schemas.microsoft.com/office/drawing/2014/main" id="{CFE114A6-DEC0-4C85-AFBD-42535AF2835E}"/>
                      </a:ext>
                    </a:extLst>
                  </p:cNvPr>
                  <p:cNvSpPr/>
                  <p:nvPr/>
                </p:nvSpPr>
                <p:spPr>
                  <a:xfrm>
                    <a:off x="5586725" y="6217514"/>
                    <a:ext cx="25889" cy="2502"/>
                  </a:xfrm>
                  <a:custGeom>
                    <a:avLst/>
                    <a:gdLst>
                      <a:gd name="connsiteX0" fmla="*/ 0 w 25889"/>
                      <a:gd name="connsiteY0" fmla="*/ 2297 h 2502"/>
                      <a:gd name="connsiteX1" fmla="*/ 25889 w 25889"/>
                      <a:gd name="connsiteY1" fmla="*/ 36 h 2502"/>
                      <a:gd name="connsiteX2" fmla="*/ 0 w 25889"/>
                      <a:gd name="connsiteY2" fmla="*/ 2297 h 2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889" h="2502">
                        <a:moveTo>
                          <a:pt x="0" y="2297"/>
                        </a:moveTo>
                        <a:cubicBezTo>
                          <a:pt x="8778" y="2918"/>
                          <a:pt x="17599" y="2120"/>
                          <a:pt x="25889" y="36"/>
                        </a:cubicBezTo>
                        <a:cubicBezTo>
                          <a:pt x="17333" y="-230"/>
                          <a:pt x="8467" y="1011"/>
                          <a:pt x="0" y="229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05" name="Forme libre : forme 19804">
                    <a:extLst>
                      <a:ext uri="{FF2B5EF4-FFF2-40B4-BE49-F238E27FC236}">
                        <a16:creationId xmlns:a16="http://schemas.microsoft.com/office/drawing/2014/main" id="{34EFF6B5-A620-436E-A457-92C788585E3A}"/>
                      </a:ext>
                    </a:extLst>
                  </p:cNvPr>
                  <p:cNvSpPr/>
                  <p:nvPr/>
                </p:nvSpPr>
                <p:spPr>
                  <a:xfrm>
                    <a:off x="5612615" y="6157393"/>
                    <a:ext cx="51258" cy="114462"/>
                  </a:xfrm>
                  <a:custGeom>
                    <a:avLst/>
                    <a:gdLst>
                      <a:gd name="connsiteX0" fmla="*/ 46060 w 51258"/>
                      <a:gd name="connsiteY0" fmla="*/ 27929 h 114462"/>
                      <a:gd name="connsiteX1" fmla="*/ 49429 w 51258"/>
                      <a:gd name="connsiteY1" fmla="*/ 0 h 114462"/>
                      <a:gd name="connsiteX2" fmla="*/ 35332 w 51258"/>
                      <a:gd name="connsiteY2" fmla="*/ 40342 h 114462"/>
                      <a:gd name="connsiteX3" fmla="*/ 0 w 51258"/>
                      <a:gd name="connsiteY3" fmla="*/ 60202 h 114462"/>
                      <a:gd name="connsiteX4" fmla="*/ 17023 w 51258"/>
                      <a:gd name="connsiteY4" fmla="*/ 63527 h 114462"/>
                      <a:gd name="connsiteX5" fmla="*/ 38701 w 51258"/>
                      <a:gd name="connsiteY5" fmla="*/ 85736 h 114462"/>
                      <a:gd name="connsiteX6" fmla="*/ 40120 w 51258"/>
                      <a:gd name="connsiteY6" fmla="*/ 114463 h 114462"/>
                      <a:gd name="connsiteX7" fmla="*/ 42513 w 51258"/>
                      <a:gd name="connsiteY7" fmla="*/ 83653 h 114462"/>
                      <a:gd name="connsiteX8" fmla="*/ 19417 w 51258"/>
                      <a:gd name="connsiteY8" fmla="*/ 60689 h 114462"/>
                      <a:gd name="connsiteX9" fmla="*/ 46060 w 51258"/>
                      <a:gd name="connsiteY9" fmla="*/ 27929 h 114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1258" h="114462">
                        <a:moveTo>
                          <a:pt x="46060" y="27929"/>
                        </a:moveTo>
                        <a:cubicBezTo>
                          <a:pt x="48587" y="20925"/>
                          <a:pt x="54128" y="6783"/>
                          <a:pt x="49429" y="0"/>
                        </a:cubicBezTo>
                        <a:cubicBezTo>
                          <a:pt x="49784" y="14674"/>
                          <a:pt x="46060" y="28726"/>
                          <a:pt x="35332" y="40342"/>
                        </a:cubicBezTo>
                        <a:cubicBezTo>
                          <a:pt x="26554" y="49872"/>
                          <a:pt x="13964" y="56788"/>
                          <a:pt x="0" y="60202"/>
                        </a:cubicBezTo>
                        <a:cubicBezTo>
                          <a:pt x="5896" y="60423"/>
                          <a:pt x="11615" y="61310"/>
                          <a:pt x="17023" y="63527"/>
                        </a:cubicBezTo>
                        <a:cubicBezTo>
                          <a:pt x="27618" y="67827"/>
                          <a:pt x="35199" y="76427"/>
                          <a:pt x="38701" y="85736"/>
                        </a:cubicBezTo>
                        <a:cubicBezTo>
                          <a:pt x="42203" y="95046"/>
                          <a:pt x="42026" y="104976"/>
                          <a:pt x="40120" y="114463"/>
                        </a:cubicBezTo>
                        <a:cubicBezTo>
                          <a:pt x="42513" y="104355"/>
                          <a:pt x="44907" y="93938"/>
                          <a:pt x="42513" y="83653"/>
                        </a:cubicBezTo>
                        <a:cubicBezTo>
                          <a:pt x="40075" y="73412"/>
                          <a:pt x="31652" y="63216"/>
                          <a:pt x="19417" y="60689"/>
                        </a:cubicBezTo>
                        <a:cubicBezTo>
                          <a:pt x="32672" y="52976"/>
                          <a:pt x="41449" y="40874"/>
                          <a:pt x="46060" y="2792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06" name="Forme libre : forme 19805">
                    <a:extLst>
                      <a:ext uri="{FF2B5EF4-FFF2-40B4-BE49-F238E27FC236}">
                        <a16:creationId xmlns:a16="http://schemas.microsoft.com/office/drawing/2014/main" id="{3976E5D5-A30B-479D-BDDD-7516C1288B1A}"/>
                      </a:ext>
                    </a:extLst>
                  </p:cNvPr>
                  <p:cNvSpPr/>
                  <p:nvPr/>
                </p:nvSpPr>
                <p:spPr>
                  <a:xfrm>
                    <a:off x="5727609" y="6280855"/>
                    <a:ext cx="81125" cy="76869"/>
                  </a:xfrm>
                  <a:custGeom>
                    <a:avLst/>
                    <a:gdLst>
                      <a:gd name="connsiteX0" fmla="*/ 33071 w 81125"/>
                      <a:gd name="connsiteY0" fmla="*/ 46237 h 76869"/>
                      <a:gd name="connsiteX1" fmla="*/ 29125 w 81125"/>
                      <a:gd name="connsiteY1" fmla="*/ 29790 h 76869"/>
                      <a:gd name="connsiteX2" fmla="*/ 23673 w 81125"/>
                      <a:gd name="connsiteY2" fmla="*/ 16668 h 76869"/>
                      <a:gd name="connsiteX3" fmla="*/ 27308 w 81125"/>
                      <a:gd name="connsiteY3" fmla="*/ 14053 h 76869"/>
                      <a:gd name="connsiteX4" fmla="*/ 53729 w 81125"/>
                      <a:gd name="connsiteY4" fmla="*/ 310 h 76869"/>
                      <a:gd name="connsiteX5" fmla="*/ 26820 w 81125"/>
                      <a:gd name="connsiteY5" fmla="*/ 8467 h 76869"/>
                      <a:gd name="connsiteX6" fmla="*/ 22032 w 81125"/>
                      <a:gd name="connsiteY6" fmla="*/ 9309 h 76869"/>
                      <a:gd name="connsiteX7" fmla="*/ 19860 w 81125"/>
                      <a:gd name="connsiteY7" fmla="*/ 6871 h 76869"/>
                      <a:gd name="connsiteX8" fmla="*/ 1286 w 81125"/>
                      <a:gd name="connsiteY8" fmla="*/ 0 h 76869"/>
                      <a:gd name="connsiteX9" fmla="*/ 8999 w 81125"/>
                      <a:gd name="connsiteY9" fmla="*/ 5896 h 76869"/>
                      <a:gd name="connsiteX10" fmla="*/ 17954 w 81125"/>
                      <a:gd name="connsiteY10" fmla="*/ 26864 h 76869"/>
                      <a:gd name="connsiteX11" fmla="*/ 0 w 81125"/>
                      <a:gd name="connsiteY11" fmla="*/ 76870 h 76869"/>
                      <a:gd name="connsiteX12" fmla="*/ 22431 w 81125"/>
                      <a:gd name="connsiteY12" fmla="*/ 39100 h 76869"/>
                      <a:gd name="connsiteX13" fmla="*/ 45484 w 81125"/>
                      <a:gd name="connsiteY13" fmla="*/ 63482 h 76869"/>
                      <a:gd name="connsiteX14" fmla="*/ 81126 w 81125"/>
                      <a:gd name="connsiteY14" fmla="*/ 73323 h 76869"/>
                      <a:gd name="connsiteX15" fmla="*/ 50626 w 81125"/>
                      <a:gd name="connsiteY15" fmla="*/ 60999 h 76869"/>
                      <a:gd name="connsiteX16" fmla="*/ 33071 w 81125"/>
                      <a:gd name="connsiteY16" fmla="*/ 46237 h 76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1125" h="76869">
                        <a:moveTo>
                          <a:pt x="33071" y="46237"/>
                        </a:moveTo>
                        <a:cubicBezTo>
                          <a:pt x="30899" y="40917"/>
                          <a:pt x="32140" y="34844"/>
                          <a:pt x="29125" y="29790"/>
                        </a:cubicBezTo>
                        <a:cubicBezTo>
                          <a:pt x="26466" y="25402"/>
                          <a:pt x="20703" y="20747"/>
                          <a:pt x="23673" y="16668"/>
                        </a:cubicBezTo>
                        <a:cubicBezTo>
                          <a:pt x="24515" y="15516"/>
                          <a:pt x="25934" y="14762"/>
                          <a:pt x="27308" y="14053"/>
                        </a:cubicBezTo>
                        <a:cubicBezTo>
                          <a:pt x="36130" y="9486"/>
                          <a:pt x="44907" y="4921"/>
                          <a:pt x="53729" y="310"/>
                        </a:cubicBezTo>
                        <a:cubicBezTo>
                          <a:pt x="44198" y="1551"/>
                          <a:pt x="35021" y="4344"/>
                          <a:pt x="26820" y="8467"/>
                        </a:cubicBezTo>
                        <a:cubicBezTo>
                          <a:pt x="25357" y="9176"/>
                          <a:pt x="23584" y="9974"/>
                          <a:pt x="22032" y="9309"/>
                        </a:cubicBezTo>
                        <a:cubicBezTo>
                          <a:pt x="20969" y="8822"/>
                          <a:pt x="20481" y="7758"/>
                          <a:pt x="19860" y="6871"/>
                        </a:cubicBezTo>
                        <a:cubicBezTo>
                          <a:pt x="16092" y="1108"/>
                          <a:pt x="8113" y="1108"/>
                          <a:pt x="1286" y="0"/>
                        </a:cubicBezTo>
                        <a:cubicBezTo>
                          <a:pt x="4167" y="1728"/>
                          <a:pt x="6871" y="3679"/>
                          <a:pt x="8999" y="5896"/>
                        </a:cubicBezTo>
                        <a:cubicBezTo>
                          <a:pt x="14762" y="11792"/>
                          <a:pt x="17023" y="19461"/>
                          <a:pt x="17954" y="26864"/>
                        </a:cubicBezTo>
                        <a:cubicBezTo>
                          <a:pt x="20304" y="44951"/>
                          <a:pt x="15117" y="64236"/>
                          <a:pt x="0" y="76870"/>
                        </a:cubicBezTo>
                        <a:cubicBezTo>
                          <a:pt x="13876" y="68402"/>
                          <a:pt x="18575" y="53197"/>
                          <a:pt x="22431" y="39100"/>
                        </a:cubicBezTo>
                        <a:cubicBezTo>
                          <a:pt x="25934" y="49207"/>
                          <a:pt x="34755" y="57807"/>
                          <a:pt x="45484" y="63482"/>
                        </a:cubicBezTo>
                        <a:cubicBezTo>
                          <a:pt x="56212" y="69156"/>
                          <a:pt x="68669" y="72126"/>
                          <a:pt x="81126" y="73323"/>
                        </a:cubicBezTo>
                        <a:cubicBezTo>
                          <a:pt x="70575" y="69954"/>
                          <a:pt x="60379" y="65831"/>
                          <a:pt x="50626" y="60999"/>
                        </a:cubicBezTo>
                        <a:cubicBezTo>
                          <a:pt x="43311" y="57408"/>
                          <a:pt x="35775" y="52931"/>
                          <a:pt x="33071" y="4623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07" name="Forme libre : forme 19806">
                    <a:extLst>
                      <a:ext uri="{FF2B5EF4-FFF2-40B4-BE49-F238E27FC236}">
                        <a16:creationId xmlns:a16="http://schemas.microsoft.com/office/drawing/2014/main" id="{F640791B-E5B8-4F4D-93B8-16635162BD4D}"/>
                      </a:ext>
                    </a:extLst>
                  </p:cNvPr>
                  <p:cNvSpPr/>
                  <p:nvPr/>
                </p:nvSpPr>
                <p:spPr>
                  <a:xfrm>
                    <a:off x="5719364" y="6276599"/>
                    <a:ext cx="9486" cy="4256"/>
                  </a:xfrm>
                  <a:custGeom>
                    <a:avLst/>
                    <a:gdLst>
                      <a:gd name="connsiteX0" fmla="*/ 9487 w 9486"/>
                      <a:gd name="connsiteY0" fmla="*/ 4256 h 4256"/>
                      <a:gd name="connsiteX1" fmla="*/ 0 w 9486"/>
                      <a:gd name="connsiteY1" fmla="*/ 0 h 4256"/>
                      <a:gd name="connsiteX2" fmla="*/ 9487 w 9486"/>
                      <a:gd name="connsiteY2" fmla="*/ 4256 h 4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486" h="4256">
                        <a:moveTo>
                          <a:pt x="9487" y="4256"/>
                        </a:moveTo>
                        <a:cubicBezTo>
                          <a:pt x="6517" y="2483"/>
                          <a:pt x="3236" y="1020"/>
                          <a:pt x="0" y="0"/>
                        </a:cubicBezTo>
                        <a:cubicBezTo>
                          <a:pt x="2128" y="2615"/>
                          <a:pt x="5630" y="3591"/>
                          <a:pt x="9487" y="425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08" name="Forme libre : forme 19807">
                    <a:extLst>
                      <a:ext uri="{FF2B5EF4-FFF2-40B4-BE49-F238E27FC236}">
                        <a16:creationId xmlns:a16="http://schemas.microsoft.com/office/drawing/2014/main" id="{4E80805A-1A05-4023-A7B2-E2D00A99423E}"/>
                      </a:ext>
                    </a:extLst>
                  </p:cNvPr>
                  <p:cNvSpPr/>
                  <p:nvPr/>
                </p:nvSpPr>
                <p:spPr>
                  <a:xfrm>
                    <a:off x="5722511" y="6147784"/>
                    <a:ext cx="76027" cy="56422"/>
                  </a:xfrm>
                  <a:custGeom>
                    <a:avLst/>
                    <a:gdLst>
                      <a:gd name="connsiteX0" fmla="*/ 33647 w 76027"/>
                      <a:gd name="connsiteY0" fmla="*/ 35986 h 56422"/>
                      <a:gd name="connsiteX1" fmla="*/ 0 w 76027"/>
                      <a:gd name="connsiteY1" fmla="*/ 56423 h 56422"/>
                      <a:gd name="connsiteX2" fmla="*/ 31785 w 76027"/>
                      <a:gd name="connsiteY2" fmla="*/ 42902 h 56422"/>
                      <a:gd name="connsiteX3" fmla="*/ 50271 w 76027"/>
                      <a:gd name="connsiteY3" fmla="*/ 30356 h 56422"/>
                      <a:gd name="connsiteX4" fmla="*/ 76028 w 76027"/>
                      <a:gd name="connsiteY4" fmla="*/ 27253 h 56422"/>
                      <a:gd name="connsiteX5" fmla="*/ 61531 w 76027"/>
                      <a:gd name="connsiteY5" fmla="*/ 23751 h 56422"/>
                      <a:gd name="connsiteX6" fmla="*/ 57276 w 76027"/>
                      <a:gd name="connsiteY6" fmla="*/ 22111 h 56422"/>
                      <a:gd name="connsiteX7" fmla="*/ 54616 w 76027"/>
                      <a:gd name="connsiteY7" fmla="*/ 17899 h 56422"/>
                      <a:gd name="connsiteX8" fmla="*/ 37681 w 76027"/>
                      <a:gd name="connsiteY8" fmla="*/ 211 h 56422"/>
                      <a:gd name="connsiteX9" fmla="*/ 42912 w 76027"/>
                      <a:gd name="connsiteY9" fmla="*/ 19672 h 56422"/>
                      <a:gd name="connsiteX10" fmla="*/ 40918 w 76027"/>
                      <a:gd name="connsiteY10" fmla="*/ 30223 h 56422"/>
                      <a:gd name="connsiteX11" fmla="*/ 33647 w 76027"/>
                      <a:gd name="connsiteY11" fmla="*/ 35986 h 56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6027" h="56422">
                        <a:moveTo>
                          <a:pt x="33647" y="35986"/>
                        </a:moveTo>
                        <a:cubicBezTo>
                          <a:pt x="22431" y="42813"/>
                          <a:pt x="11216" y="49596"/>
                          <a:pt x="0" y="56423"/>
                        </a:cubicBezTo>
                        <a:cubicBezTo>
                          <a:pt x="11792" y="54118"/>
                          <a:pt x="22786" y="49463"/>
                          <a:pt x="31785" y="42902"/>
                        </a:cubicBezTo>
                        <a:cubicBezTo>
                          <a:pt x="37770" y="38557"/>
                          <a:pt x="43045" y="33282"/>
                          <a:pt x="50271" y="30356"/>
                        </a:cubicBezTo>
                        <a:cubicBezTo>
                          <a:pt x="58074" y="27209"/>
                          <a:pt x="67250" y="27209"/>
                          <a:pt x="76028" y="27253"/>
                        </a:cubicBezTo>
                        <a:cubicBezTo>
                          <a:pt x="71196" y="26101"/>
                          <a:pt x="66363" y="24904"/>
                          <a:pt x="61531" y="23751"/>
                        </a:cubicBezTo>
                        <a:cubicBezTo>
                          <a:pt x="60024" y="23396"/>
                          <a:pt x="58473" y="22997"/>
                          <a:pt x="57276" y="22111"/>
                        </a:cubicBezTo>
                        <a:cubicBezTo>
                          <a:pt x="55857" y="21047"/>
                          <a:pt x="55236" y="19407"/>
                          <a:pt x="54616" y="17899"/>
                        </a:cubicBezTo>
                        <a:cubicBezTo>
                          <a:pt x="52443" y="12624"/>
                          <a:pt x="46459" y="-1917"/>
                          <a:pt x="37681" y="211"/>
                        </a:cubicBezTo>
                        <a:cubicBezTo>
                          <a:pt x="39366" y="6684"/>
                          <a:pt x="42292" y="12845"/>
                          <a:pt x="42912" y="19672"/>
                        </a:cubicBezTo>
                        <a:cubicBezTo>
                          <a:pt x="43223" y="23308"/>
                          <a:pt x="43090" y="27120"/>
                          <a:pt x="40918" y="30223"/>
                        </a:cubicBezTo>
                        <a:cubicBezTo>
                          <a:pt x="39144" y="32662"/>
                          <a:pt x="36351" y="34346"/>
                          <a:pt x="33647" y="3598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09" name="Forme libre : forme 19808">
                    <a:extLst>
                      <a:ext uri="{FF2B5EF4-FFF2-40B4-BE49-F238E27FC236}">
                        <a16:creationId xmlns:a16="http://schemas.microsoft.com/office/drawing/2014/main" id="{5EE75BEF-43BE-4140-B7ED-0073D5831902}"/>
                      </a:ext>
                    </a:extLst>
                  </p:cNvPr>
                  <p:cNvSpPr/>
                  <p:nvPr/>
                </p:nvSpPr>
                <p:spPr>
                  <a:xfrm>
                    <a:off x="5559772" y="6320631"/>
                    <a:ext cx="36365" cy="51678"/>
                  </a:xfrm>
                  <a:custGeom>
                    <a:avLst/>
                    <a:gdLst>
                      <a:gd name="connsiteX0" fmla="*/ 16846 w 36365"/>
                      <a:gd name="connsiteY0" fmla="*/ 38645 h 51678"/>
                      <a:gd name="connsiteX1" fmla="*/ 33204 w 36365"/>
                      <a:gd name="connsiteY1" fmla="*/ 19361 h 51678"/>
                      <a:gd name="connsiteX2" fmla="*/ 33115 w 36365"/>
                      <a:gd name="connsiteY2" fmla="*/ 33 h 51678"/>
                      <a:gd name="connsiteX3" fmla="*/ 30101 w 36365"/>
                      <a:gd name="connsiteY3" fmla="*/ 19627 h 51678"/>
                      <a:gd name="connsiteX4" fmla="*/ 15959 w 36365"/>
                      <a:gd name="connsiteY4" fmla="*/ 35143 h 51678"/>
                      <a:gd name="connsiteX5" fmla="*/ 0 w 36365"/>
                      <a:gd name="connsiteY5" fmla="*/ 39798 h 51678"/>
                      <a:gd name="connsiteX6" fmla="*/ 23052 w 36365"/>
                      <a:gd name="connsiteY6" fmla="*/ 51678 h 51678"/>
                      <a:gd name="connsiteX7" fmla="*/ 17555 w 36365"/>
                      <a:gd name="connsiteY7" fmla="*/ 46581 h 51678"/>
                      <a:gd name="connsiteX8" fmla="*/ 14629 w 36365"/>
                      <a:gd name="connsiteY8" fmla="*/ 40640 h 51678"/>
                      <a:gd name="connsiteX9" fmla="*/ 16846 w 36365"/>
                      <a:gd name="connsiteY9" fmla="*/ 38645 h 51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6365" h="51678">
                        <a:moveTo>
                          <a:pt x="16846" y="38645"/>
                        </a:moveTo>
                        <a:cubicBezTo>
                          <a:pt x="24338" y="33680"/>
                          <a:pt x="30012" y="26942"/>
                          <a:pt x="33204" y="19361"/>
                        </a:cubicBezTo>
                        <a:cubicBezTo>
                          <a:pt x="34489" y="16347"/>
                          <a:pt x="39676" y="-854"/>
                          <a:pt x="33115" y="33"/>
                        </a:cubicBezTo>
                        <a:cubicBezTo>
                          <a:pt x="34977" y="7037"/>
                          <a:pt x="33558" y="13288"/>
                          <a:pt x="30101" y="19627"/>
                        </a:cubicBezTo>
                        <a:cubicBezTo>
                          <a:pt x="26820" y="25612"/>
                          <a:pt x="22298" y="31242"/>
                          <a:pt x="15959" y="35143"/>
                        </a:cubicBezTo>
                        <a:cubicBezTo>
                          <a:pt x="11393" y="37936"/>
                          <a:pt x="5719" y="39665"/>
                          <a:pt x="0" y="39798"/>
                        </a:cubicBezTo>
                        <a:cubicBezTo>
                          <a:pt x="8999" y="41305"/>
                          <a:pt x="17422" y="45517"/>
                          <a:pt x="23052" y="51678"/>
                        </a:cubicBezTo>
                        <a:cubicBezTo>
                          <a:pt x="22298" y="49462"/>
                          <a:pt x="19683" y="48088"/>
                          <a:pt x="17555" y="46581"/>
                        </a:cubicBezTo>
                        <a:cubicBezTo>
                          <a:pt x="15427" y="45073"/>
                          <a:pt x="13477" y="42679"/>
                          <a:pt x="14629" y="40640"/>
                        </a:cubicBezTo>
                        <a:cubicBezTo>
                          <a:pt x="15073" y="39798"/>
                          <a:pt x="15959" y="39222"/>
                          <a:pt x="16846" y="3864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10" name="Forme libre : forme 19809">
                    <a:extLst>
                      <a:ext uri="{FF2B5EF4-FFF2-40B4-BE49-F238E27FC236}">
                        <a16:creationId xmlns:a16="http://schemas.microsoft.com/office/drawing/2014/main" id="{30688D4A-8C87-4D02-ADCF-E7D6F201E60C}"/>
                      </a:ext>
                    </a:extLst>
                  </p:cNvPr>
                  <p:cNvSpPr/>
                  <p:nvPr/>
                </p:nvSpPr>
                <p:spPr>
                  <a:xfrm>
                    <a:off x="5553078" y="6359808"/>
                    <a:ext cx="6605" cy="627"/>
                  </a:xfrm>
                  <a:custGeom>
                    <a:avLst/>
                    <a:gdLst>
                      <a:gd name="connsiteX0" fmla="*/ 6605 w 6605"/>
                      <a:gd name="connsiteY0" fmla="*/ 621 h 627"/>
                      <a:gd name="connsiteX1" fmla="*/ 0 w 6605"/>
                      <a:gd name="connsiteY1" fmla="*/ 0 h 627"/>
                      <a:gd name="connsiteX2" fmla="*/ 6605 w 6605"/>
                      <a:gd name="connsiteY2" fmla="*/ 621 h 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605" h="627">
                        <a:moveTo>
                          <a:pt x="6605" y="621"/>
                        </a:moveTo>
                        <a:cubicBezTo>
                          <a:pt x="4433" y="266"/>
                          <a:pt x="2217" y="0"/>
                          <a:pt x="0" y="0"/>
                        </a:cubicBezTo>
                        <a:cubicBezTo>
                          <a:pt x="2172" y="488"/>
                          <a:pt x="4389" y="665"/>
                          <a:pt x="6605" y="62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11" name="Forme libre : forme 19810">
                    <a:extLst>
                      <a:ext uri="{FF2B5EF4-FFF2-40B4-BE49-F238E27FC236}">
                        <a16:creationId xmlns:a16="http://schemas.microsoft.com/office/drawing/2014/main" id="{129E7C7D-7880-40A4-9D29-D84E744CBA08}"/>
                      </a:ext>
                    </a:extLst>
                  </p:cNvPr>
                  <p:cNvSpPr/>
                  <p:nvPr/>
                </p:nvSpPr>
                <p:spPr>
                  <a:xfrm>
                    <a:off x="5831166" y="6276158"/>
                    <a:ext cx="81524" cy="49914"/>
                  </a:xfrm>
                  <a:custGeom>
                    <a:avLst/>
                    <a:gdLst>
                      <a:gd name="connsiteX0" fmla="*/ 37681 w 81524"/>
                      <a:gd name="connsiteY0" fmla="*/ 49914 h 49914"/>
                      <a:gd name="connsiteX1" fmla="*/ 50715 w 81524"/>
                      <a:gd name="connsiteY1" fmla="*/ 32271 h 49914"/>
                      <a:gd name="connsiteX2" fmla="*/ 81525 w 81524"/>
                      <a:gd name="connsiteY2" fmla="*/ 16134 h 49914"/>
                      <a:gd name="connsiteX3" fmla="*/ 48055 w 81524"/>
                      <a:gd name="connsiteY3" fmla="*/ 28458 h 49914"/>
                      <a:gd name="connsiteX4" fmla="*/ 26953 w 81524"/>
                      <a:gd name="connsiteY4" fmla="*/ 9174 h 49914"/>
                      <a:gd name="connsiteX5" fmla="*/ 0 w 81524"/>
                      <a:gd name="connsiteY5" fmla="*/ 1328 h 49914"/>
                      <a:gd name="connsiteX6" fmla="*/ 23274 w 81524"/>
                      <a:gd name="connsiteY6" fmla="*/ 9263 h 49914"/>
                      <a:gd name="connsiteX7" fmla="*/ 41981 w 81524"/>
                      <a:gd name="connsiteY7" fmla="*/ 31783 h 49914"/>
                      <a:gd name="connsiteX8" fmla="*/ 40341 w 81524"/>
                      <a:gd name="connsiteY8" fmla="*/ 42821 h 49914"/>
                      <a:gd name="connsiteX9" fmla="*/ 37681 w 81524"/>
                      <a:gd name="connsiteY9" fmla="*/ 49914 h 49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1524" h="49914">
                        <a:moveTo>
                          <a:pt x="37681" y="49914"/>
                        </a:moveTo>
                        <a:cubicBezTo>
                          <a:pt x="41050" y="43487"/>
                          <a:pt x="44996" y="37324"/>
                          <a:pt x="50715" y="32271"/>
                        </a:cubicBezTo>
                        <a:cubicBezTo>
                          <a:pt x="59049" y="24867"/>
                          <a:pt x="70442" y="20434"/>
                          <a:pt x="81525" y="16134"/>
                        </a:cubicBezTo>
                        <a:cubicBezTo>
                          <a:pt x="69910" y="19326"/>
                          <a:pt x="58694" y="23493"/>
                          <a:pt x="48055" y="28458"/>
                        </a:cubicBezTo>
                        <a:cubicBezTo>
                          <a:pt x="50360" y="27350"/>
                          <a:pt x="29037" y="10415"/>
                          <a:pt x="26953" y="9174"/>
                        </a:cubicBezTo>
                        <a:cubicBezTo>
                          <a:pt x="22520" y="6559"/>
                          <a:pt x="4167" y="-3593"/>
                          <a:pt x="0" y="1328"/>
                        </a:cubicBezTo>
                        <a:cubicBezTo>
                          <a:pt x="6605" y="4830"/>
                          <a:pt x="16092" y="5628"/>
                          <a:pt x="23274" y="9263"/>
                        </a:cubicBezTo>
                        <a:cubicBezTo>
                          <a:pt x="33026" y="14228"/>
                          <a:pt x="41139" y="22473"/>
                          <a:pt x="41981" y="31783"/>
                        </a:cubicBezTo>
                        <a:cubicBezTo>
                          <a:pt x="42292" y="35551"/>
                          <a:pt x="41449" y="39230"/>
                          <a:pt x="40341" y="42821"/>
                        </a:cubicBezTo>
                        <a:cubicBezTo>
                          <a:pt x="39588" y="45259"/>
                          <a:pt x="38657" y="47609"/>
                          <a:pt x="37681" y="4991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12" name="Forme libre : forme 19811">
                    <a:extLst>
                      <a:ext uri="{FF2B5EF4-FFF2-40B4-BE49-F238E27FC236}">
                        <a16:creationId xmlns:a16="http://schemas.microsoft.com/office/drawing/2014/main" id="{93E7BA75-2D86-4884-941F-D06B4C9D0D75}"/>
                      </a:ext>
                    </a:extLst>
                  </p:cNvPr>
                  <p:cNvSpPr/>
                  <p:nvPr/>
                </p:nvSpPr>
                <p:spPr>
                  <a:xfrm>
                    <a:off x="5864415" y="6326072"/>
                    <a:ext cx="4433" cy="9043"/>
                  </a:xfrm>
                  <a:custGeom>
                    <a:avLst/>
                    <a:gdLst>
                      <a:gd name="connsiteX0" fmla="*/ 4433 w 4433"/>
                      <a:gd name="connsiteY0" fmla="*/ 0 h 9043"/>
                      <a:gd name="connsiteX1" fmla="*/ 0 w 4433"/>
                      <a:gd name="connsiteY1" fmla="*/ 9044 h 9043"/>
                      <a:gd name="connsiteX2" fmla="*/ 4433 w 4433"/>
                      <a:gd name="connsiteY2" fmla="*/ 0 h 9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433" h="9043">
                        <a:moveTo>
                          <a:pt x="4433" y="0"/>
                        </a:moveTo>
                        <a:cubicBezTo>
                          <a:pt x="2881" y="2970"/>
                          <a:pt x="1418" y="6029"/>
                          <a:pt x="0" y="9044"/>
                        </a:cubicBezTo>
                        <a:cubicBezTo>
                          <a:pt x="1685" y="6118"/>
                          <a:pt x="3147" y="3059"/>
                          <a:pt x="4433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13" name="Forme libre : forme 19812">
                    <a:extLst>
                      <a:ext uri="{FF2B5EF4-FFF2-40B4-BE49-F238E27FC236}">
                        <a16:creationId xmlns:a16="http://schemas.microsoft.com/office/drawing/2014/main" id="{27BB50BF-C807-4E7E-93F8-42C7F306D603}"/>
                      </a:ext>
                    </a:extLst>
                  </p:cNvPr>
                  <p:cNvSpPr/>
                  <p:nvPr/>
                </p:nvSpPr>
                <p:spPr>
                  <a:xfrm>
                    <a:off x="5837328" y="6190819"/>
                    <a:ext cx="10639" cy="15604"/>
                  </a:xfrm>
                  <a:custGeom>
                    <a:avLst/>
                    <a:gdLst>
                      <a:gd name="connsiteX0" fmla="*/ 10639 w 10639"/>
                      <a:gd name="connsiteY0" fmla="*/ 15605 h 15604"/>
                      <a:gd name="connsiteX1" fmla="*/ 0 w 10639"/>
                      <a:gd name="connsiteY1" fmla="*/ 0 h 15604"/>
                      <a:gd name="connsiteX2" fmla="*/ 10639 w 10639"/>
                      <a:gd name="connsiteY2" fmla="*/ 15605 h 1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639" h="15604">
                        <a:moveTo>
                          <a:pt x="10639" y="15605"/>
                        </a:moveTo>
                        <a:cubicBezTo>
                          <a:pt x="7492" y="10241"/>
                          <a:pt x="3857" y="5054"/>
                          <a:pt x="0" y="0"/>
                        </a:cubicBezTo>
                        <a:cubicBezTo>
                          <a:pt x="3547" y="5231"/>
                          <a:pt x="7093" y="10418"/>
                          <a:pt x="10639" y="1560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14" name="Forme libre : forme 19813">
                    <a:extLst>
                      <a:ext uri="{FF2B5EF4-FFF2-40B4-BE49-F238E27FC236}">
                        <a16:creationId xmlns:a16="http://schemas.microsoft.com/office/drawing/2014/main" id="{7619CD7F-EAA9-44F4-A52A-2BF5D0D00CE4}"/>
                      </a:ext>
                    </a:extLst>
                  </p:cNvPr>
                  <p:cNvSpPr/>
                  <p:nvPr/>
                </p:nvSpPr>
                <p:spPr>
                  <a:xfrm>
                    <a:off x="5844873" y="6206423"/>
                    <a:ext cx="21283" cy="64589"/>
                  </a:xfrm>
                  <a:custGeom>
                    <a:avLst/>
                    <a:gdLst>
                      <a:gd name="connsiteX0" fmla="*/ 169 w 21283"/>
                      <a:gd name="connsiteY0" fmla="*/ 64590 h 64589"/>
                      <a:gd name="connsiteX1" fmla="*/ 16882 w 21283"/>
                      <a:gd name="connsiteY1" fmla="*/ 52754 h 64589"/>
                      <a:gd name="connsiteX2" fmla="*/ 19674 w 21283"/>
                      <a:gd name="connsiteY2" fmla="*/ 28726 h 64589"/>
                      <a:gd name="connsiteX3" fmla="*/ 7084 w 21283"/>
                      <a:gd name="connsiteY3" fmla="*/ 5851 h 64589"/>
                      <a:gd name="connsiteX4" fmla="*/ 3095 w 21283"/>
                      <a:gd name="connsiteY4" fmla="*/ 0 h 64589"/>
                      <a:gd name="connsiteX5" fmla="*/ 12493 w 21283"/>
                      <a:gd name="connsiteY5" fmla="*/ 23318 h 64589"/>
                      <a:gd name="connsiteX6" fmla="*/ 10897 w 21283"/>
                      <a:gd name="connsiteY6" fmla="*/ 46326 h 64589"/>
                      <a:gd name="connsiteX7" fmla="*/ 169 w 21283"/>
                      <a:gd name="connsiteY7" fmla="*/ 64590 h 6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283" h="64589">
                        <a:moveTo>
                          <a:pt x="169" y="64590"/>
                        </a:moveTo>
                        <a:cubicBezTo>
                          <a:pt x="6641" y="61797"/>
                          <a:pt x="13025" y="57985"/>
                          <a:pt x="16882" y="52754"/>
                        </a:cubicBezTo>
                        <a:cubicBezTo>
                          <a:pt x="22024" y="45794"/>
                          <a:pt x="22246" y="36839"/>
                          <a:pt x="19674" y="28726"/>
                        </a:cubicBezTo>
                        <a:cubicBezTo>
                          <a:pt x="17148" y="20614"/>
                          <a:pt x="12094" y="13211"/>
                          <a:pt x="7084" y="5851"/>
                        </a:cubicBezTo>
                        <a:cubicBezTo>
                          <a:pt x="5754" y="3901"/>
                          <a:pt x="4425" y="1950"/>
                          <a:pt x="3095" y="0"/>
                        </a:cubicBezTo>
                        <a:cubicBezTo>
                          <a:pt x="7483" y="7447"/>
                          <a:pt x="10941" y="15205"/>
                          <a:pt x="12493" y="23318"/>
                        </a:cubicBezTo>
                        <a:cubicBezTo>
                          <a:pt x="13956" y="30987"/>
                          <a:pt x="13557" y="38967"/>
                          <a:pt x="10897" y="46326"/>
                        </a:cubicBezTo>
                        <a:cubicBezTo>
                          <a:pt x="9345" y="50582"/>
                          <a:pt x="-1472" y="61354"/>
                          <a:pt x="169" y="6459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15" name="Forme libre : forme 19814">
                    <a:extLst>
                      <a:ext uri="{FF2B5EF4-FFF2-40B4-BE49-F238E27FC236}">
                        <a16:creationId xmlns:a16="http://schemas.microsoft.com/office/drawing/2014/main" id="{9C56EDB7-72AC-4E83-8F39-4ABBF69AD221}"/>
                      </a:ext>
                    </a:extLst>
                  </p:cNvPr>
                  <p:cNvSpPr/>
                  <p:nvPr/>
                </p:nvSpPr>
                <p:spPr>
                  <a:xfrm>
                    <a:off x="5941728" y="6170293"/>
                    <a:ext cx="59713" cy="92075"/>
                  </a:xfrm>
                  <a:custGeom>
                    <a:avLst/>
                    <a:gdLst>
                      <a:gd name="connsiteX0" fmla="*/ 31608 w 59713"/>
                      <a:gd name="connsiteY0" fmla="*/ 49784 h 92075"/>
                      <a:gd name="connsiteX1" fmla="*/ 33736 w 59713"/>
                      <a:gd name="connsiteY1" fmla="*/ 51424 h 92075"/>
                      <a:gd name="connsiteX2" fmla="*/ 44154 w 59713"/>
                      <a:gd name="connsiteY2" fmla="*/ 73102 h 92075"/>
                      <a:gd name="connsiteX3" fmla="*/ 59714 w 59713"/>
                      <a:gd name="connsiteY3" fmla="*/ 92076 h 92075"/>
                      <a:gd name="connsiteX4" fmla="*/ 46858 w 59713"/>
                      <a:gd name="connsiteY4" fmla="*/ 66009 h 92075"/>
                      <a:gd name="connsiteX5" fmla="*/ 43888 w 59713"/>
                      <a:gd name="connsiteY5" fmla="*/ 44287 h 92075"/>
                      <a:gd name="connsiteX6" fmla="*/ 48276 w 59713"/>
                      <a:gd name="connsiteY6" fmla="*/ 29436 h 92075"/>
                      <a:gd name="connsiteX7" fmla="*/ 42292 w 59713"/>
                      <a:gd name="connsiteY7" fmla="*/ 0 h 92075"/>
                      <a:gd name="connsiteX8" fmla="*/ 42602 w 59713"/>
                      <a:gd name="connsiteY8" fmla="*/ 11393 h 92075"/>
                      <a:gd name="connsiteX9" fmla="*/ 38346 w 59713"/>
                      <a:gd name="connsiteY9" fmla="*/ 29790 h 92075"/>
                      <a:gd name="connsiteX10" fmla="*/ 17067 w 59713"/>
                      <a:gd name="connsiteY10" fmla="*/ 48631 h 92075"/>
                      <a:gd name="connsiteX11" fmla="*/ 0 w 59713"/>
                      <a:gd name="connsiteY11" fmla="*/ 54128 h 92075"/>
                      <a:gd name="connsiteX12" fmla="*/ 28061 w 59713"/>
                      <a:gd name="connsiteY12" fmla="*/ 49650 h 92075"/>
                      <a:gd name="connsiteX13" fmla="*/ 31608 w 59713"/>
                      <a:gd name="connsiteY13" fmla="*/ 49784 h 92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713" h="92075">
                        <a:moveTo>
                          <a:pt x="31608" y="49784"/>
                        </a:moveTo>
                        <a:cubicBezTo>
                          <a:pt x="32495" y="50094"/>
                          <a:pt x="33159" y="50803"/>
                          <a:pt x="33736" y="51424"/>
                        </a:cubicBezTo>
                        <a:cubicBezTo>
                          <a:pt x="39277" y="57808"/>
                          <a:pt x="41272" y="65654"/>
                          <a:pt x="44154" y="73102"/>
                        </a:cubicBezTo>
                        <a:cubicBezTo>
                          <a:pt x="47035" y="80550"/>
                          <a:pt x="51468" y="88263"/>
                          <a:pt x="59714" y="92076"/>
                        </a:cubicBezTo>
                        <a:cubicBezTo>
                          <a:pt x="52310" y="84805"/>
                          <a:pt x="49473" y="75230"/>
                          <a:pt x="46858" y="66009"/>
                        </a:cubicBezTo>
                        <a:cubicBezTo>
                          <a:pt x="44819" y="58872"/>
                          <a:pt x="42779" y="51513"/>
                          <a:pt x="43888" y="44287"/>
                        </a:cubicBezTo>
                        <a:cubicBezTo>
                          <a:pt x="44686" y="39188"/>
                          <a:pt x="46991" y="34401"/>
                          <a:pt x="48276" y="29436"/>
                        </a:cubicBezTo>
                        <a:cubicBezTo>
                          <a:pt x="49872" y="23096"/>
                          <a:pt x="51291" y="3502"/>
                          <a:pt x="42292" y="0"/>
                        </a:cubicBezTo>
                        <a:cubicBezTo>
                          <a:pt x="42602" y="3812"/>
                          <a:pt x="42824" y="7580"/>
                          <a:pt x="42602" y="11393"/>
                        </a:cubicBezTo>
                        <a:cubicBezTo>
                          <a:pt x="42247" y="17688"/>
                          <a:pt x="41272" y="24072"/>
                          <a:pt x="38346" y="29790"/>
                        </a:cubicBezTo>
                        <a:cubicBezTo>
                          <a:pt x="34224" y="37903"/>
                          <a:pt x="26288" y="44375"/>
                          <a:pt x="17067" y="48631"/>
                        </a:cubicBezTo>
                        <a:cubicBezTo>
                          <a:pt x="11748" y="51114"/>
                          <a:pt x="5940" y="52843"/>
                          <a:pt x="0" y="54128"/>
                        </a:cubicBezTo>
                        <a:cubicBezTo>
                          <a:pt x="9354" y="52621"/>
                          <a:pt x="18708" y="51158"/>
                          <a:pt x="28061" y="49650"/>
                        </a:cubicBezTo>
                        <a:cubicBezTo>
                          <a:pt x="29214" y="49518"/>
                          <a:pt x="30500" y="49340"/>
                          <a:pt x="31608" y="4978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16" name="Forme libre : forme 19815">
                    <a:extLst>
                      <a:ext uri="{FF2B5EF4-FFF2-40B4-BE49-F238E27FC236}">
                        <a16:creationId xmlns:a16="http://schemas.microsoft.com/office/drawing/2014/main" id="{D9C69EBE-08EF-4031-8243-8E7EF4F31462}"/>
                      </a:ext>
                    </a:extLst>
                  </p:cNvPr>
                  <p:cNvSpPr/>
                  <p:nvPr/>
                </p:nvSpPr>
                <p:spPr>
                  <a:xfrm>
                    <a:off x="5928473" y="6224510"/>
                    <a:ext cx="13255" cy="2127"/>
                  </a:xfrm>
                  <a:custGeom>
                    <a:avLst/>
                    <a:gdLst>
                      <a:gd name="connsiteX0" fmla="*/ 0 w 13255"/>
                      <a:gd name="connsiteY0" fmla="*/ 2128 h 2127"/>
                      <a:gd name="connsiteX1" fmla="*/ 13255 w 13255"/>
                      <a:gd name="connsiteY1" fmla="*/ 0 h 2127"/>
                      <a:gd name="connsiteX2" fmla="*/ 0 w 13255"/>
                      <a:gd name="connsiteY2" fmla="*/ 2128 h 2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255" h="2127">
                        <a:moveTo>
                          <a:pt x="0" y="2128"/>
                        </a:moveTo>
                        <a:cubicBezTo>
                          <a:pt x="4477" y="1685"/>
                          <a:pt x="8911" y="931"/>
                          <a:pt x="13255" y="0"/>
                        </a:cubicBezTo>
                        <a:cubicBezTo>
                          <a:pt x="8822" y="709"/>
                          <a:pt x="4389" y="1419"/>
                          <a:pt x="0" y="212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17" name="Forme libre : forme 19816">
                    <a:extLst>
                      <a:ext uri="{FF2B5EF4-FFF2-40B4-BE49-F238E27FC236}">
                        <a16:creationId xmlns:a16="http://schemas.microsoft.com/office/drawing/2014/main" id="{B2DB16D0-CD3E-4D0C-86FB-C3BAFD6AEA3D}"/>
                      </a:ext>
                    </a:extLst>
                  </p:cNvPr>
                  <p:cNvSpPr/>
                  <p:nvPr/>
                </p:nvSpPr>
                <p:spPr>
                  <a:xfrm>
                    <a:off x="5956224" y="6267891"/>
                    <a:ext cx="86002" cy="49226"/>
                  </a:xfrm>
                  <a:custGeom>
                    <a:avLst/>
                    <a:gdLst>
                      <a:gd name="connsiteX0" fmla="*/ 28061 w 86002"/>
                      <a:gd name="connsiteY0" fmla="*/ 10215 h 49226"/>
                      <a:gd name="connsiteX1" fmla="*/ 55635 w 86002"/>
                      <a:gd name="connsiteY1" fmla="*/ 3832 h 49226"/>
                      <a:gd name="connsiteX2" fmla="*/ 86002 w 86002"/>
                      <a:gd name="connsiteY2" fmla="*/ 2812 h 49226"/>
                      <a:gd name="connsiteX3" fmla="*/ 62906 w 86002"/>
                      <a:gd name="connsiteY3" fmla="*/ 241 h 49226"/>
                      <a:gd name="connsiteX4" fmla="*/ 31830 w 86002"/>
                      <a:gd name="connsiteY4" fmla="*/ 4718 h 49226"/>
                      <a:gd name="connsiteX5" fmla="*/ 9088 w 86002"/>
                      <a:gd name="connsiteY5" fmla="*/ 23293 h 49226"/>
                      <a:gd name="connsiteX6" fmla="*/ 0 w 86002"/>
                      <a:gd name="connsiteY6" fmla="*/ 49226 h 49226"/>
                      <a:gd name="connsiteX7" fmla="*/ 28061 w 86002"/>
                      <a:gd name="connsiteY7" fmla="*/ 10215 h 49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6002" h="49226">
                        <a:moveTo>
                          <a:pt x="28061" y="10215"/>
                        </a:moveTo>
                        <a:cubicBezTo>
                          <a:pt x="36263" y="6137"/>
                          <a:pt x="46016" y="4630"/>
                          <a:pt x="55635" y="3832"/>
                        </a:cubicBezTo>
                        <a:cubicBezTo>
                          <a:pt x="64945" y="3078"/>
                          <a:pt x="77313" y="5073"/>
                          <a:pt x="86002" y="2812"/>
                        </a:cubicBezTo>
                        <a:cubicBezTo>
                          <a:pt x="79663" y="-735"/>
                          <a:pt x="70087" y="-25"/>
                          <a:pt x="62906" y="241"/>
                        </a:cubicBezTo>
                        <a:cubicBezTo>
                          <a:pt x="52310" y="640"/>
                          <a:pt x="41405" y="1128"/>
                          <a:pt x="31830" y="4718"/>
                        </a:cubicBezTo>
                        <a:cubicBezTo>
                          <a:pt x="21944" y="8442"/>
                          <a:pt x="14230" y="15358"/>
                          <a:pt x="9088" y="23293"/>
                        </a:cubicBezTo>
                        <a:cubicBezTo>
                          <a:pt x="3990" y="31228"/>
                          <a:pt x="1374" y="40183"/>
                          <a:pt x="0" y="49226"/>
                        </a:cubicBezTo>
                        <a:cubicBezTo>
                          <a:pt x="5054" y="34198"/>
                          <a:pt x="12014" y="18195"/>
                          <a:pt x="28061" y="1021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18" name="Forme libre : forme 19817">
                    <a:extLst>
                      <a:ext uri="{FF2B5EF4-FFF2-40B4-BE49-F238E27FC236}">
                        <a16:creationId xmlns:a16="http://schemas.microsoft.com/office/drawing/2014/main" id="{FC0940D2-14BB-4173-8FC4-66A75469A8B1}"/>
                      </a:ext>
                    </a:extLst>
                  </p:cNvPr>
                  <p:cNvSpPr/>
                  <p:nvPr/>
                </p:nvSpPr>
                <p:spPr>
                  <a:xfrm>
                    <a:off x="6093783" y="6193611"/>
                    <a:ext cx="15116" cy="8511"/>
                  </a:xfrm>
                  <a:custGeom>
                    <a:avLst/>
                    <a:gdLst>
                      <a:gd name="connsiteX0" fmla="*/ 15117 w 15116"/>
                      <a:gd name="connsiteY0" fmla="*/ 0 h 8511"/>
                      <a:gd name="connsiteX1" fmla="*/ 0 w 15116"/>
                      <a:gd name="connsiteY1" fmla="*/ 8512 h 8511"/>
                      <a:gd name="connsiteX2" fmla="*/ 12280 w 15116"/>
                      <a:gd name="connsiteY2" fmla="*/ 2482 h 8511"/>
                      <a:gd name="connsiteX3" fmla="*/ 15117 w 15116"/>
                      <a:gd name="connsiteY3" fmla="*/ 0 h 8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16" h="8511">
                        <a:moveTo>
                          <a:pt x="15117" y="0"/>
                        </a:moveTo>
                        <a:cubicBezTo>
                          <a:pt x="9841" y="2482"/>
                          <a:pt x="4788" y="5319"/>
                          <a:pt x="0" y="8512"/>
                        </a:cubicBezTo>
                        <a:cubicBezTo>
                          <a:pt x="4211" y="6561"/>
                          <a:pt x="8512" y="4699"/>
                          <a:pt x="12280" y="2482"/>
                        </a:cubicBezTo>
                        <a:cubicBezTo>
                          <a:pt x="13255" y="1596"/>
                          <a:pt x="14186" y="798"/>
                          <a:pt x="15117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19" name="Forme libre : forme 19818">
                    <a:extLst>
                      <a:ext uri="{FF2B5EF4-FFF2-40B4-BE49-F238E27FC236}">
                        <a16:creationId xmlns:a16="http://schemas.microsoft.com/office/drawing/2014/main" id="{F9BA9C22-09A5-4B05-A9B1-8E0E3AAEAD1F}"/>
                      </a:ext>
                    </a:extLst>
                  </p:cNvPr>
                  <p:cNvSpPr/>
                  <p:nvPr/>
                </p:nvSpPr>
                <p:spPr>
                  <a:xfrm>
                    <a:off x="6182755" y="6192370"/>
                    <a:ext cx="2970" cy="1728"/>
                  </a:xfrm>
                  <a:custGeom>
                    <a:avLst/>
                    <a:gdLst>
                      <a:gd name="connsiteX0" fmla="*/ 0 w 2970"/>
                      <a:gd name="connsiteY0" fmla="*/ 0 h 1728"/>
                      <a:gd name="connsiteX1" fmla="*/ 2970 w 2970"/>
                      <a:gd name="connsiteY1" fmla="*/ 1729 h 1728"/>
                      <a:gd name="connsiteX2" fmla="*/ 0 w 2970"/>
                      <a:gd name="connsiteY2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70" h="1728">
                        <a:moveTo>
                          <a:pt x="0" y="0"/>
                        </a:moveTo>
                        <a:cubicBezTo>
                          <a:pt x="1020" y="576"/>
                          <a:pt x="2039" y="1108"/>
                          <a:pt x="2970" y="1729"/>
                        </a:cubicBezTo>
                        <a:cubicBezTo>
                          <a:pt x="1995" y="1108"/>
                          <a:pt x="975" y="53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20" name="Forme libre : forme 19819">
                    <a:extLst>
                      <a:ext uri="{FF2B5EF4-FFF2-40B4-BE49-F238E27FC236}">
                        <a16:creationId xmlns:a16="http://schemas.microsoft.com/office/drawing/2014/main" id="{3E6E7306-861B-46D8-8F1C-7435AEFE6329}"/>
                      </a:ext>
                    </a:extLst>
                  </p:cNvPr>
                  <p:cNvSpPr/>
                  <p:nvPr/>
                </p:nvSpPr>
                <p:spPr>
                  <a:xfrm>
                    <a:off x="6075075" y="6202123"/>
                    <a:ext cx="18707" cy="14363"/>
                  </a:xfrm>
                  <a:custGeom>
                    <a:avLst/>
                    <a:gdLst>
                      <a:gd name="connsiteX0" fmla="*/ 0 w 18707"/>
                      <a:gd name="connsiteY0" fmla="*/ 14363 h 14363"/>
                      <a:gd name="connsiteX1" fmla="*/ 18708 w 18707"/>
                      <a:gd name="connsiteY1" fmla="*/ 0 h 14363"/>
                      <a:gd name="connsiteX2" fmla="*/ 0 w 18707"/>
                      <a:gd name="connsiteY2" fmla="*/ 14363 h 14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707" h="14363">
                        <a:moveTo>
                          <a:pt x="0" y="14363"/>
                        </a:moveTo>
                        <a:cubicBezTo>
                          <a:pt x="5807" y="9265"/>
                          <a:pt x="12058" y="4389"/>
                          <a:pt x="18708" y="0"/>
                        </a:cubicBezTo>
                        <a:cubicBezTo>
                          <a:pt x="10772" y="3635"/>
                          <a:pt x="3147" y="7492"/>
                          <a:pt x="0" y="1436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21" name="Forme libre : forme 19820">
                    <a:extLst>
                      <a:ext uri="{FF2B5EF4-FFF2-40B4-BE49-F238E27FC236}">
                        <a16:creationId xmlns:a16="http://schemas.microsoft.com/office/drawing/2014/main" id="{ED2C4AF1-2EB4-4BE1-BB4F-6FD248AFB50F}"/>
                      </a:ext>
                    </a:extLst>
                  </p:cNvPr>
                  <p:cNvSpPr/>
                  <p:nvPr/>
                </p:nvSpPr>
                <p:spPr>
                  <a:xfrm>
                    <a:off x="6185725" y="6194099"/>
                    <a:ext cx="5231" cy="3635"/>
                  </a:xfrm>
                  <a:custGeom>
                    <a:avLst/>
                    <a:gdLst>
                      <a:gd name="connsiteX0" fmla="*/ 0 w 5231"/>
                      <a:gd name="connsiteY0" fmla="*/ 0 h 3635"/>
                      <a:gd name="connsiteX1" fmla="*/ 5231 w 5231"/>
                      <a:gd name="connsiteY1" fmla="*/ 3635 h 3635"/>
                      <a:gd name="connsiteX2" fmla="*/ 0 w 5231"/>
                      <a:gd name="connsiteY2" fmla="*/ 0 h 3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231" h="3635">
                        <a:moveTo>
                          <a:pt x="0" y="0"/>
                        </a:moveTo>
                        <a:cubicBezTo>
                          <a:pt x="1818" y="1108"/>
                          <a:pt x="3591" y="2305"/>
                          <a:pt x="5231" y="3635"/>
                        </a:cubicBezTo>
                        <a:cubicBezTo>
                          <a:pt x="3546" y="2305"/>
                          <a:pt x="1818" y="110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22" name="Forme libre : forme 19821">
                    <a:extLst>
                      <a:ext uri="{FF2B5EF4-FFF2-40B4-BE49-F238E27FC236}">
                        <a16:creationId xmlns:a16="http://schemas.microsoft.com/office/drawing/2014/main" id="{955E5A08-4511-4B9F-8545-94EB3CB5EF89}"/>
                      </a:ext>
                    </a:extLst>
                  </p:cNvPr>
                  <p:cNvSpPr/>
                  <p:nvPr/>
                </p:nvSpPr>
                <p:spPr>
                  <a:xfrm>
                    <a:off x="6108900" y="6152871"/>
                    <a:ext cx="73855" cy="40740"/>
                  </a:xfrm>
                  <a:custGeom>
                    <a:avLst/>
                    <a:gdLst>
                      <a:gd name="connsiteX0" fmla="*/ 73855 w 73855"/>
                      <a:gd name="connsiteY0" fmla="*/ 39499 h 40740"/>
                      <a:gd name="connsiteX1" fmla="*/ 33869 w 73855"/>
                      <a:gd name="connsiteY1" fmla="*/ 28683 h 40740"/>
                      <a:gd name="connsiteX2" fmla="*/ 30455 w 73855"/>
                      <a:gd name="connsiteY2" fmla="*/ 28106 h 40740"/>
                      <a:gd name="connsiteX3" fmla="*/ 28505 w 73855"/>
                      <a:gd name="connsiteY3" fmla="*/ 25358 h 40740"/>
                      <a:gd name="connsiteX4" fmla="*/ 18176 w 73855"/>
                      <a:gd name="connsiteY4" fmla="*/ 0 h 40740"/>
                      <a:gd name="connsiteX5" fmla="*/ 16890 w 73855"/>
                      <a:gd name="connsiteY5" fmla="*/ 10817 h 40740"/>
                      <a:gd name="connsiteX6" fmla="*/ 14319 w 73855"/>
                      <a:gd name="connsiteY6" fmla="*/ 23363 h 40740"/>
                      <a:gd name="connsiteX7" fmla="*/ 0 w 73855"/>
                      <a:gd name="connsiteY7" fmla="*/ 40740 h 40740"/>
                      <a:gd name="connsiteX8" fmla="*/ 19727 w 73855"/>
                      <a:gd name="connsiteY8" fmla="*/ 33692 h 40740"/>
                      <a:gd name="connsiteX9" fmla="*/ 73855 w 73855"/>
                      <a:gd name="connsiteY9" fmla="*/ 39499 h 40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3855" h="40740">
                        <a:moveTo>
                          <a:pt x="73855" y="39499"/>
                        </a:moveTo>
                        <a:cubicBezTo>
                          <a:pt x="62019" y="32761"/>
                          <a:pt x="47966" y="28860"/>
                          <a:pt x="33869" y="28683"/>
                        </a:cubicBezTo>
                        <a:cubicBezTo>
                          <a:pt x="32716" y="28683"/>
                          <a:pt x="31431" y="28638"/>
                          <a:pt x="30455" y="28106"/>
                        </a:cubicBezTo>
                        <a:cubicBezTo>
                          <a:pt x="29391" y="27486"/>
                          <a:pt x="28904" y="26377"/>
                          <a:pt x="28505" y="25358"/>
                        </a:cubicBezTo>
                        <a:cubicBezTo>
                          <a:pt x="25579" y="17732"/>
                          <a:pt x="23628" y="6473"/>
                          <a:pt x="18176" y="0"/>
                        </a:cubicBezTo>
                        <a:cubicBezTo>
                          <a:pt x="14319" y="1552"/>
                          <a:pt x="16979" y="7714"/>
                          <a:pt x="16890" y="10817"/>
                        </a:cubicBezTo>
                        <a:cubicBezTo>
                          <a:pt x="16801" y="15117"/>
                          <a:pt x="15915" y="19329"/>
                          <a:pt x="14319" y="23363"/>
                        </a:cubicBezTo>
                        <a:cubicBezTo>
                          <a:pt x="11304" y="30988"/>
                          <a:pt x="6073" y="35554"/>
                          <a:pt x="0" y="40740"/>
                        </a:cubicBezTo>
                        <a:cubicBezTo>
                          <a:pt x="6251" y="37814"/>
                          <a:pt x="12767" y="35332"/>
                          <a:pt x="19727" y="33692"/>
                        </a:cubicBezTo>
                        <a:cubicBezTo>
                          <a:pt x="37548" y="29480"/>
                          <a:pt x="58162" y="31032"/>
                          <a:pt x="73855" y="3949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23" name="Forme libre : forme 19822">
                    <a:extLst>
                      <a:ext uri="{FF2B5EF4-FFF2-40B4-BE49-F238E27FC236}">
                        <a16:creationId xmlns:a16="http://schemas.microsoft.com/office/drawing/2014/main" id="{3E634689-27D9-4F7E-8FD3-4609E6B8A1DA}"/>
                      </a:ext>
                    </a:extLst>
                  </p:cNvPr>
                  <p:cNvSpPr/>
                  <p:nvPr/>
                </p:nvSpPr>
                <p:spPr>
                  <a:xfrm>
                    <a:off x="6168037" y="6240780"/>
                    <a:ext cx="57993" cy="110960"/>
                  </a:xfrm>
                  <a:custGeom>
                    <a:avLst/>
                    <a:gdLst>
                      <a:gd name="connsiteX0" fmla="*/ 21146 w 57993"/>
                      <a:gd name="connsiteY0" fmla="*/ 69156 h 110960"/>
                      <a:gd name="connsiteX1" fmla="*/ 39987 w 57993"/>
                      <a:gd name="connsiteY1" fmla="*/ 54217 h 110960"/>
                      <a:gd name="connsiteX2" fmla="*/ 53108 w 57993"/>
                      <a:gd name="connsiteY2" fmla="*/ 41538 h 110960"/>
                      <a:gd name="connsiteX3" fmla="*/ 57320 w 57993"/>
                      <a:gd name="connsiteY3" fmla="*/ 17821 h 110960"/>
                      <a:gd name="connsiteX4" fmla="*/ 49252 w 57993"/>
                      <a:gd name="connsiteY4" fmla="*/ 0 h 110960"/>
                      <a:gd name="connsiteX5" fmla="*/ 47833 w 57993"/>
                      <a:gd name="connsiteY5" fmla="*/ 30012 h 110960"/>
                      <a:gd name="connsiteX6" fmla="*/ 21456 w 57993"/>
                      <a:gd name="connsiteY6" fmla="*/ 60999 h 110960"/>
                      <a:gd name="connsiteX7" fmla="*/ 0 w 57993"/>
                      <a:gd name="connsiteY7" fmla="*/ 69466 h 110960"/>
                      <a:gd name="connsiteX8" fmla="*/ 15471 w 57993"/>
                      <a:gd name="connsiteY8" fmla="*/ 78466 h 110960"/>
                      <a:gd name="connsiteX9" fmla="*/ 25490 w 57993"/>
                      <a:gd name="connsiteY9" fmla="*/ 96331 h 110960"/>
                      <a:gd name="connsiteX10" fmla="*/ 35642 w 57993"/>
                      <a:gd name="connsiteY10" fmla="*/ 110961 h 110960"/>
                      <a:gd name="connsiteX11" fmla="*/ 28682 w 57993"/>
                      <a:gd name="connsiteY11" fmla="*/ 92297 h 110960"/>
                      <a:gd name="connsiteX12" fmla="*/ 19107 w 57993"/>
                      <a:gd name="connsiteY12" fmla="*/ 74254 h 110960"/>
                      <a:gd name="connsiteX13" fmla="*/ 18841 w 57993"/>
                      <a:gd name="connsiteY13" fmla="*/ 71860 h 110960"/>
                      <a:gd name="connsiteX14" fmla="*/ 21146 w 57993"/>
                      <a:gd name="connsiteY14" fmla="*/ 69156 h 110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7993" h="110960">
                        <a:moveTo>
                          <a:pt x="21146" y="69156"/>
                        </a:moveTo>
                        <a:cubicBezTo>
                          <a:pt x="27441" y="64191"/>
                          <a:pt x="33736" y="59182"/>
                          <a:pt x="39987" y="54217"/>
                        </a:cubicBezTo>
                        <a:cubicBezTo>
                          <a:pt x="44863" y="50360"/>
                          <a:pt x="49828" y="46414"/>
                          <a:pt x="53108" y="41538"/>
                        </a:cubicBezTo>
                        <a:cubicBezTo>
                          <a:pt x="57852" y="34534"/>
                          <a:pt x="58872" y="25934"/>
                          <a:pt x="57320" y="17821"/>
                        </a:cubicBezTo>
                        <a:cubicBezTo>
                          <a:pt x="56345" y="12679"/>
                          <a:pt x="54616" y="3414"/>
                          <a:pt x="49252" y="0"/>
                        </a:cubicBezTo>
                        <a:cubicBezTo>
                          <a:pt x="50803" y="10506"/>
                          <a:pt x="51956" y="19771"/>
                          <a:pt x="47833" y="30012"/>
                        </a:cubicBezTo>
                        <a:cubicBezTo>
                          <a:pt x="42868" y="42203"/>
                          <a:pt x="33071" y="52621"/>
                          <a:pt x="21456" y="60999"/>
                        </a:cubicBezTo>
                        <a:cubicBezTo>
                          <a:pt x="15383" y="65388"/>
                          <a:pt x="7935" y="69378"/>
                          <a:pt x="0" y="69466"/>
                        </a:cubicBezTo>
                        <a:cubicBezTo>
                          <a:pt x="6118" y="70486"/>
                          <a:pt x="11703" y="74121"/>
                          <a:pt x="15471" y="78466"/>
                        </a:cubicBezTo>
                        <a:cubicBezTo>
                          <a:pt x="20126" y="83830"/>
                          <a:pt x="22609" y="90213"/>
                          <a:pt x="25490" y="96331"/>
                        </a:cubicBezTo>
                        <a:cubicBezTo>
                          <a:pt x="27973" y="101606"/>
                          <a:pt x="31032" y="106838"/>
                          <a:pt x="35642" y="110961"/>
                        </a:cubicBezTo>
                        <a:cubicBezTo>
                          <a:pt x="31032" y="105951"/>
                          <a:pt x="31076" y="98548"/>
                          <a:pt x="28682" y="92297"/>
                        </a:cubicBezTo>
                        <a:cubicBezTo>
                          <a:pt x="26288" y="86047"/>
                          <a:pt x="21190" y="80593"/>
                          <a:pt x="19107" y="74254"/>
                        </a:cubicBezTo>
                        <a:cubicBezTo>
                          <a:pt x="18841" y="73456"/>
                          <a:pt x="18619" y="72659"/>
                          <a:pt x="18841" y="71860"/>
                        </a:cubicBezTo>
                        <a:cubicBezTo>
                          <a:pt x="19195" y="70752"/>
                          <a:pt x="20171" y="69910"/>
                          <a:pt x="21146" y="6915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24" name="Forme libre : forme 19823">
                    <a:extLst>
                      <a:ext uri="{FF2B5EF4-FFF2-40B4-BE49-F238E27FC236}">
                        <a16:creationId xmlns:a16="http://schemas.microsoft.com/office/drawing/2014/main" id="{F8CAF7F1-EACD-4AA8-9C7C-6EE90ECD2976}"/>
                      </a:ext>
                    </a:extLst>
                  </p:cNvPr>
                  <p:cNvSpPr/>
                  <p:nvPr/>
                </p:nvSpPr>
                <p:spPr>
                  <a:xfrm>
                    <a:off x="6163782" y="6309912"/>
                    <a:ext cx="4344" cy="333"/>
                  </a:xfrm>
                  <a:custGeom>
                    <a:avLst/>
                    <a:gdLst>
                      <a:gd name="connsiteX0" fmla="*/ 4344 w 4344"/>
                      <a:gd name="connsiteY0" fmla="*/ 333 h 333"/>
                      <a:gd name="connsiteX1" fmla="*/ 0 w 4344"/>
                      <a:gd name="connsiteY1" fmla="*/ 23 h 333"/>
                      <a:gd name="connsiteX2" fmla="*/ 4344 w 4344"/>
                      <a:gd name="connsiteY2" fmla="*/ 333 h 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44" h="333">
                        <a:moveTo>
                          <a:pt x="4344" y="333"/>
                        </a:moveTo>
                        <a:cubicBezTo>
                          <a:pt x="2926" y="112"/>
                          <a:pt x="1463" y="-65"/>
                          <a:pt x="0" y="23"/>
                        </a:cubicBezTo>
                        <a:cubicBezTo>
                          <a:pt x="1418" y="245"/>
                          <a:pt x="2881" y="333"/>
                          <a:pt x="4344" y="33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25" name="Forme libre : forme 19824">
                    <a:extLst>
                      <a:ext uri="{FF2B5EF4-FFF2-40B4-BE49-F238E27FC236}">
                        <a16:creationId xmlns:a16="http://schemas.microsoft.com/office/drawing/2014/main" id="{91E06143-9224-47C1-B9AB-2C653F5DB220}"/>
                      </a:ext>
                    </a:extLst>
                  </p:cNvPr>
                  <p:cNvSpPr/>
                  <p:nvPr/>
                </p:nvSpPr>
                <p:spPr>
                  <a:xfrm>
                    <a:off x="6203768" y="6351740"/>
                    <a:ext cx="2305" cy="1994"/>
                  </a:xfrm>
                  <a:custGeom>
                    <a:avLst/>
                    <a:gdLst>
                      <a:gd name="connsiteX0" fmla="*/ 2305 w 2305"/>
                      <a:gd name="connsiteY0" fmla="*/ 1995 h 1994"/>
                      <a:gd name="connsiteX1" fmla="*/ 0 w 2305"/>
                      <a:gd name="connsiteY1" fmla="*/ 0 h 1994"/>
                      <a:gd name="connsiteX2" fmla="*/ 2305 w 2305"/>
                      <a:gd name="connsiteY2" fmla="*/ 1995 h 1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05" h="1994">
                        <a:moveTo>
                          <a:pt x="2305" y="1995"/>
                        </a:moveTo>
                        <a:cubicBezTo>
                          <a:pt x="1463" y="1374"/>
                          <a:pt x="754" y="665"/>
                          <a:pt x="0" y="0"/>
                        </a:cubicBezTo>
                        <a:cubicBezTo>
                          <a:pt x="665" y="709"/>
                          <a:pt x="1419" y="1374"/>
                          <a:pt x="2305" y="199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26" name="Forme libre : forme 19825">
                    <a:extLst>
                      <a:ext uri="{FF2B5EF4-FFF2-40B4-BE49-F238E27FC236}">
                        <a16:creationId xmlns:a16="http://schemas.microsoft.com/office/drawing/2014/main" id="{8C291DDC-5298-4E10-8CAE-80551B3ADB65}"/>
                      </a:ext>
                    </a:extLst>
                  </p:cNvPr>
                  <p:cNvSpPr/>
                  <p:nvPr/>
                </p:nvSpPr>
                <p:spPr>
                  <a:xfrm>
                    <a:off x="6295400" y="6149812"/>
                    <a:ext cx="9752" cy="8112"/>
                  </a:xfrm>
                  <a:custGeom>
                    <a:avLst/>
                    <a:gdLst>
                      <a:gd name="connsiteX0" fmla="*/ 0 w 9752"/>
                      <a:gd name="connsiteY0" fmla="*/ 8112 h 8112"/>
                      <a:gd name="connsiteX1" fmla="*/ 9753 w 9752"/>
                      <a:gd name="connsiteY1" fmla="*/ 0 h 8112"/>
                      <a:gd name="connsiteX2" fmla="*/ 0 w 9752"/>
                      <a:gd name="connsiteY2" fmla="*/ 8112 h 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752" h="8112">
                        <a:moveTo>
                          <a:pt x="0" y="8112"/>
                        </a:moveTo>
                        <a:cubicBezTo>
                          <a:pt x="3280" y="5497"/>
                          <a:pt x="6605" y="2837"/>
                          <a:pt x="9753" y="0"/>
                        </a:cubicBezTo>
                        <a:cubicBezTo>
                          <a:pt x="6118" y="2350"/>
                          <a:pt x="2882" y="5098"/>
                          <a:pt x="0" y="811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27" name="Forme libre : forme 19826">
                    <a:extLst>
                      <a:ext uri="{FF2B5EF4-FFF2-40B4-BE49-F238E27FC236}">
                        <a16:creationId xmlns:a16="http://schemas.microsoft.com/office/drawing/2014/main" id="{8D0FD851-89B1-4E8C-81D6-633B981C61F1}"/>
                      </a:ext>
                    </a:extLst>
                  </p:cNvPr>
                  <p:cNvSpPr/>
                  <p:nvPr/>
                </p:nvSpPr>
                <p:spPr>
                  <a:xfrm>
                    <a:off x="6237282" y="6132922"/>
                    <a:ext cx="58117" cy="71905"/>
                  </a:xfrm>
                  <a:custGeom>
                    <a:avLst/>
                    <a:gdLst>
                      <a:gd name="connsiteX0" fmla="*/ 38036 w 58117"/>
                      <a:gd name="connsiteY0" fmla="*/ 43179 h 71905"/>
                      <a:gd name="connsiteX1" fmla="*/ 33913 w 58117"/>
                      <a:gd name="connsiteY1" fmla="*/ 45750 h 71905"/>
                      <a:gd name="connsiteX2" fmla="*/ 30278 w 58117"/>
                      <a:gd name="connsiteY2" fmla="*/ 44154 h 71905"/>
                      <a:gd name="connsiteX3" fmla="*/ 14496 w 58117"/>
                      <a:gd name="connsiteY3" fmla="*/ 29835 h 71905"/>
                      <a:gd name="connsiteX4" fmla="*/ 0 w 58117"/>
                      <a:gd name="connsiteY4" fmla="*/ 0 h 71905"/>
                      <a:gd name="connsiteX5" fmla="*/ 32761 w 58117"/>
                      <a:gd name="connsiteY5" fmla="*/ 52665 h 71905"/>
                      <a:gd name="connsiteX6" fmla="*/ 41538 w 58117"/>
                      <a:gd name="connsiteY6" fmla="*/ 60778 h 71905"/>
                      <a:gd name="connsiteX7" fmla="*/ 44464 w 58117"/>
                      <a:gd name="connsiteY7" fmla="*/ 71905 h 71905"/>
                      <a:gd name="connsiteX8" fmla="*/ 58118 w 58117"/>
                      <a:gd name="connsiteY8" fmla="*/ 24915 h 71905"/>
                      <a:gd name="connsiteX9" fmla="*/ 38036 w 58117"/>
                      <a:gd name="connsiteY9" fmla="*/ 43179 h 71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8117" h="71905">
                        <a:moveTo>
                          <a:pt x="38036" y="43179"/>
                        </a:moveTo>
                        <a:cubicBezTo>
                          <a:pt x="37016" y="44420"/>
                          <a:pt x="35731" y="45794"/>
                          <a:pt x="33913" y="45750"/>
                        </a:cubicBezTo>
                        <a:cubicBezTo>
                          <a:pt x="32539" y="45750"/>
                          <a:pt x="31342" y="44907"/>
                          <a:pt x="30278" y="44154"/>
                        </a:cubicBezTo>
                        <a:cubicBezTo>
                          <a:pt x="24426" y="39810"/>
                          <a:pt x="18530" y="35421"/>
                          <a:pt x="14496" y="29835"/>
                        </a:cubicBezTo>
                        <a:cubicBezTo>
                          <a:pt x="7802" y="20570"/>
                          <a:pt x="7004" y="9088"/>
                          <a:pt x="0" y="0"/>
                        </a:cubicBezTo>
                        <a:cubicBezTo>
                          <a:pt x="1551" y="20082"/>
                          <a:pt x="13787" y="39721"/>
                          <a:pt x="32761" y="52665"/>
                        </a:cubicBezTo>
                        <a:cubicBezTo>
                          <a:pt x="36174" y="55015"/>
                          <a:pt x="39987" y="57365"/>
                          <a:pt x="41538" y="60778"/>
                        </a:cubicBezTo>
                        <a:cubicBezTo>
                          <a:pt x="43134" y="64369"/>
                          <a:pt x="41937" y="68669"/>
                          <a:pt x="44464" y="71905"/>
                        </a:cubicBezTo>
                        <a:cubicBezTo>
                          <a:pt x="40651" y="55636"/>
                          <a:pt x="45882" y="37770"/>
                          <a:pt x="58118" y="24915"/>
                        </a:cubicBezTo>
                        <a:cubicBezTo>
                          <a:pt x="50981" y="30677"/>
                          <a:pt x="43888" y="36219"/>
                          <a:pt x="38036" y="4317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28" name="Forme libre : forme 19827">
                    <a:extLst>
                      <a:ext uri="{FF2B5EF4-FFF2-40B4-BE49-F238E27FC236}">
                        <a16:creationId xmlns:a16="http://schemas.microsoft.com/office/drawing/2014/main" id="{E57BB6BF-771F-4FB4-881A-43B286D027B7}"/>
                      </a:ext>
                    </a:extLst>
                  </p:cNvPr>
                  <p:cNvSpPr/>
                  <p:nvPr/>
                </p:nvSpPr>
                <p:spPr>
                  <a:xfrm>
                    <a:off x="6310872" y="6240525"/>
                    <a:ext cx="66540" cy="106781"/>
                  </a:xfrm>
                  <a:custGeom>
                    <a:avLst/>
                    <a:gdLst>
                      <a:gd name="connsiteX0" fmla="*/ 49119 w 66540"/>
                      <a:gd name="connsiteY0" fmla="*/ 36517 h 106781"/>
                      <a:gd name="connsiteX1" fmla="*/ 66541 w 66540"/>
                      <a:gd name="connsiteY1" fmla="*/ 31020 h 106781"/>
                      <a:gd name="connsiteX2" fmla="*/ 42779 w 66540"/>
                      <a:gd name="connsiteY2" fmla="*/ 36783 h 106781"/>
                      <a:gd name="connsiteX3" fmla="*/ 34844 w 66540"/>
                      <a:gd name="connsiteY3" fmla="*/ 39443 h 106781"/>
                      <a:gd name="connsiteX4" fmla="*/ 28062 w 66540"/>
                      <a:gd name="connsiteY4" fmla="*/ 13908 h 106781"/>
                      <a:gd name="connsiteX5" fmla="*/ 19506 w 66540"/>
                      <a:gd name="connsiteY5" fmla="*/ 6194 h 106781"/>
                      <a:gd name="connsiteX6" fmla="*/ 2261 w 66540"/>
                      <a:gd name="connsiteY6" fmla="*/ 1540 h 106781"/>
                      <a:gd name="connsiteX7" fmla="*/ 15871 w 66540"/>
                      <a:gd name="connsiteY7" fmla="*/ 10716 h 106781"/>
                      <a:gd name="connsiteX8" fmla="*/ 25757 w 66540"/>
                      <a:gd name="connsiteY8" fmla="*/ 32350 h 106781"/>
                      <a:gd name="connsiteX9" fmla="*/ 0 w 66540"/>
                      <a:gd name="connsiteY9" fmla="*/ 106782 h 106781"/>
                      <a:gd name="connsiteX10" fmla="*/ 33071 w 66540"/>
                      <a:gd name="connsiteY10" fmla="*/ 62096 h 106781"/>
                      <a:gd name="connsiteX11" fmla="*/ 34046 w 66540"/>
                      <a:gd name="connsiteY11" fmla="*/ 94768 h 106781"/>
                      <a:gd name="connsiteX12" fmla="*/ 40696 w 66540"/>
                      <a:gd name="connsiteY12" fmla="*/ 44851 h 106781"/>
                      <a:gd name="connsiteX13" fmla="*/ 42957 w 66540"/>
                      <a:gd name="connsiteY13" fmla="*/ 39576 h 106781"/>
                      <a:gd name="connsiteX14" fmla="*/ 49119 w 66540"/>
                      <a:gd name="connsiteY14" fmla="*/ 36517 h 106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6540" h="106781">
                        <a:moveTo>
                          <a:pt x="49119" y="36517"/>
                        </a:moveTo>
                        <a:cubicBezTo>
                          <a:pt x="54926" y="34699"/>
                          <a:pt x="60733" y="32882"/>
                          <a:pt x="66541" y="31020"/>
                        </a:cubicBezTo>
                        <a:cubicBezTo>
                          <a:pt x="58029" y="30443"/>
                          <a:pt x="49429" y="32527"/>
                          <a:pt x="42779" y="36783"/>
                        </a:cubicBezTo>
                        <a:cubicBezTo>
                          <a:pt x="40430" y="38290"/>
                          <a:pt x="37726" y="40152"/>
                          <a:pt x="34844" y="39443"/>
                        </a:cubicBezTo>
                        <a:cubicBezTo>
                          <a:pt x="27884" y="32615"/>
                          <a:pt x="32849" y="21888"/>
                          <a:pt x="28062" y="13908"/>
                        </a:cubicBezTo>
                        <a:cubicBezTo>
                          <a:pt x="26200" y="10761"/>
                          <a:pt x="22919" y="8322"/>
                          <a:pt x="19506" y="6194"/>
                        </a:cubicBezTo>
                        <a:cubicBezTo>
                          <a:pt x="16092" y="4067"/>
                          <a:pt x="5497" y="-3115"/>
                          <a:pt x="2261" y="1540"/>
                        </a:cubicBezTo>
                        <a:cubicBezTo>
                          <a:pt x="6783" y="4643"/>
                          <a:pt x="11969" y="6771"/>
                          <a:pt x="15871" y="10716"/>
                        </a:cubicBezTo>
                        <a:cubicBezTo>
                          <a:pt x="21855" y="16834"/>
                          <a:pt x="24426" y="24681"/>
                          <a:pt x="25757" y="32350"/>
                        </a:cubicBezTo>
                        <a:cubicBezTo>
                          <a:pt x="30322" y="59037"/>
                          <a:pt x="20747" y="86788"/>
                          <a:pt x="0" y="106782"/>
                        </a:cubicBezTo>
                        <a:cubicBezTo>
                          <a:pt x="14319" y="93881"/>
                          <a:pt x="25623" y="78631"/>
                          <a:pt x="33071" y="62096"/>
                        </a:cubicBezTo>
                        <a:cubicBezTo>
                          <a:pt x="31076" y="72913"/>
                          <a:pt x="29170" y="84394"/>
                          <a:pt x="34046" y="94768"/>
                        </a:cubicBezTo>
                        <a:cubicBezTo>
                          <a:pt x="35022" y="78011"/>
                          <a:pt x="37238" y="61298"/>
                          <a:pt x="40696" y="44851"/>
                        </a:cubicBezTo>
                        <a:cubicBezTo>
                          <a:pt x="41095" y="42989"/>
                          <a:pt x="41538" y="41038"/>
                          <a:pt x="42957" y="39576"/>
                        </a:cubicBezTo>
                        <a:cubicBezTo>
                          <a:pt x="44508" y="38024"/>
                          <a:pt x="46858" y="37226"/>
                          <a:pt x="49119" y="36517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29" name="Forme libre : forme 19828">
                    <a:extLst>
                      <a:ext uri="{FF2B5EF4-FFF2-40B4-BE49-F238E27FC236}">
                        <a16:creationId xmlns:a16="http://schemas.microsoft.com/office/drawing/2014/main" id="{E473E9D5-DFAB-4FA1-9DC7-95799D55CDFB}"/>
                      </a:ext>
                    </a:extLst>
                  </p:cNvPr>
                  <p:cNvSpPr/>
                  <p:nvPr/>
                </p:nvSpPr>
                <p:spPr>
                  <a:xfrm>
                    <a:off x="6395765" y="6163289"/>
                    <a:ext cx="60423" cy="57408"/>
                  </a:xfrm>
                  <a:custGeom>
                    <a:avLst/>
                    <a:gdLst>
                      <a:gd name="connsiteX0" fmla="*/ 34224 w 60423"/>
                      <a:gd name="connsiteY0" fmla="*/ 41804 h 57408"/>
                      <a:gd name="connsiteX1" fmla="*/ 22742 w 60423"/>
                      <a:gd name="connsiteY1" fmla="*/ 33603 h 57408"/>
                      <a:gd name="connsiteX2" fmla="*/ 19506 w 60423"/>
                      <a:gd name="connsiteY2" fmla="*/ 32184 h 57408"/>
                      <a:gd name="connsiteX3" fmla="*/ 18708 w 60423"/>
                      <a:gd name="connsiteY3" fmla="*/ 26820 h 57408"/>
                      <a:gd name="connsiteX4" fmla="*/ 16491 w 60423"/>
                      <a:gd name="connsiteY4" fmla="*/ 0 h 57408"/>
                      <a:gd name="connsiteX5" fmla="*/ 14097 w 60423"/>
                      <a:gd name="connsiteY5" fmla="*/ 24692 h 57408"/>
                      <a:gd name="connsiteX6" fmla="*/ 0 w 60423"/>
                      <a:gd name="connsiteY6" fmla="*/ 38878 h 57408"/>
                      <a:gd name="connsiteX7" fmla="*/ 19993 w 60423"/>
                      <a:gd name="connsiteY7" fmla="*/ 37548 h 57408"/>
                      <a:gd name="connsiteX8" fmla="*/ 29702 w 60423"/>
                      <a:gd name="connsiteY8" fmla="*/ 42735 h 57408"/>
                      <a:gd name="connsiteX9" fmla="*/ 60423 w 60423"/>
                      <a:gd name="connsiteY9" fmla="*/ 57408 h 57408"/>
                      <a:gd name="connsiteX10" fmla="*/ 34224 w 60423"/>
                      <a:gd name="connsiteY10" fmla="*/ 41804 h 57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0423" h="57408">
                        <a:moveTo>
                          <a:pt x="34224" y="41804"/>
                        </a:moveTo>
                        <a:cubicBezTo>
                          <a:pt x="30677" y="38745"/>
                          <a:pt x="27397" y="35243"/>
                          <a:pt x="22742" y="33603"/>
                        </a:cubicBezTo>
                        <a:cubicBezTo>
                          <a:pt x="21634" y="33204"/>
                          <a:pt x="20392" y="32938"/>
                          <a:pt x="19506" y="32184"/>
                        </a:cubicBezTo>
                        <a:cubicBezTo>
                          <a:pt x="17910" y="30810"/>
                          <a:pt x="18264" y="28638"/>
                          <a:pt x="18708" y="26820"/>
                        </a:cubicBezTo>
                        <a:cubicBezTo>
                          <a:pt x="19860" y="21678"/>
                          <a:pt x="22697" y="2837"/>
                          <a:pt x="16491" y="0"/>
                        </a:cubicBezTo>
                        <a:cubicBezTo>
                          <a:pt x="17688" y="8733"/>
                          <a:pt x="18530" y="16535"/>
                          <a:pt x="14097" y="24692"/>
                        </a:cubicBezTo>
                        <a:cubicBezTo>
                          <a:pt x="11038" y="30367"/>
                          <a:pt x="6073" y="35287"/>
                          <a:pt x="0" y="38878"/>
                        </a:cubicBezTo>
                        <a:cubicBezTo>
                          <a:pt x="6517" y="36529"/>
                          <a:pt x="13388" y="35376"/>
                          <a:pt x="19993" y="37548"/>
                        </a:cubicBezTo>
                        <a:cubicBezTo>
                          <a:pt x="23584" y="38745"/>
                          <a:pt x="26643" y="40829"/>
                          <a:pt x="29702" y="42735"/>
                        </a:cubicBezTo>
                        <a:cubicBezTo>
                          <a:pt x="39189" y="48675"/>
                          <a:pt x="49518" y="53640"/>
                          <a:pt x="60423" y="57408"/>
                        </a:cubicBezTo>
                        <a:cubicBezTo>
                          <a:pt x="51114" y="52887"/>
                          <a:pt x="41716" y="48232"/>
                          <a:pt x="34224" y="4180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30" name="Forme libre : forme 19829">
                    <a:extLst>
                      <a:ext uri="{FF2B5EF4-FFF2-40B4-BE49-F238E27FC236}">
                        <a16:creationId xmlns:a16="http://schemas.microsoft.com/office/drawing/2014/main" id="{DF029BB7-196A-46A6-A18A-3AE1CBB1FC34}"/>
                      </a:ext>
                    </a:extLst>
                  </p:cNvPr>
                  <p:cNvSpPr/>
                  <p:nvPr/>
                </p:nvSpPr>
                <p:spPr>
                  <a:xfrm>
                    <a:off x="6385880" y="6202167"/>
                    <a:ext cx="9841" cy="4388"/>
                  </a:xfrm>
                  <a:custGeom>
                    <a:avLst/>
                    <a:gdLst>
                      <a:gd name="connsiteX0" fmla="*/ 9841 w 9841"/>
                      <a:gd name="connsiteY0" fmla="*/ 0 h 4388"/>
                      <a:gd name="connsiteX1" fmla="*/ 0 w 9841"/>
                      <a:gd name="connsiteY1" fmla="*/ 4389 h 4388"/>
                      <a:gd name="connsiteX2" fmla="*/ 9841 w 9841"/>
                      <a:gd name="connsiteY2" fmla="*/ 0 h 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841" h="4388">
                        <a:moveTo>
                          <a:pt x="9841" y="0"/>
                        </a:moveTo>
                        <a:cubicBezTo>
                          <a:pt x="6428" y="1241"/>
                          <a:pt x="3103" y="2792"/>
                          <a:pt x="0" y="4389"/>
                        </a:cubicBezTo>
                        <a:cubicBezTo>
                          <a:pt x="3502" y="3325"/>
                          <a:pt x="6782" y="1817"/>
                          <a:pt x="9841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31" name="Forme libre : forme 19830">
                    <a:extLst>
                      <a:ext uri="{FF2B5EF4-FFF2-40B4-BE49-F238E27FC236}">
                        <a16:creationId xmlns:a16="http://schemas.microsoft.com/office/drawing/2014/main" id="{0B6159D1-F27C-4418-8328-2C3F0CA4063B}"/>
                      </a:ext>
                    </a:extLst>
                  </p:cNvPr>
                  <p:cNvSpPr/>
                  <p:nvPr/>
                </p:nvSpPr>
                <p:spPr>
                  <a:xfrm>
                    <a:off x="6478709" y="6319245"/>
                    <a:ext cx="5452" cy="22608"/>
                  </a:xfrm>
                  <a:custGeom>
                    <a:avLst/>
                    <a:gdLst>
                      <a:gd name="connsiteX0" fmla="*/ 5453 w 5452"/>
                      <a:gd name="connsiteY0" fmla="*/ 22609 h 22608"/>
                      <a:gd name="connsiteX1" fmla="*/ 3413 w 5452"/>
                      <a:gd name="connsiteY1" fmla="*/ 9044 h 22608"/>
                      <a:gd name="connsiteX2" fmla="*/ 1596 w 5452"/>
                      <a:gd name="connsiteY2" fmla="*/ 0 h 22608"/>
                      <a:gd name="connsiteX3" fmla="*/ 709 w 5452"/>
                      <a:gd name="connsiteY3" fmla="*/ 1951 h 22608"/>
                      <a:gd name="connsiteX4" fmla="*/ 355 w 5452"/>
                      <a:gd name="connsiteY4" fmla="*/ 11748 h 22608"/>
                      <a:gd name="connsiteX5" fmla="*/ 1153 w 5452"/>
                      <a:gd name="connsiteY5" fmla="*/ 19240 h 22608"/>
                      <a:gd name="connsiteX6" fmla="*/ 1463 w 5452"/>
                      <a:gd name="connsiteY6" fmla="*/ 19417 h 22608"/>
                      <a:gd name="connsiteX7" fmla="*/ 5453 w 5452"/>
                      <a:gd name="connsiteY7" fmla="*/ 22609 h 22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452" h="22608">
                        <a:moveTo>
                          <a:pt x="5453" y="22609"/>
                        </a:moveTo>
                        <a:cubicBezTo>
                          <a:pt x="3192" y="18353"/>
                          <a:pt x="2483" y="13521"/>
                          <a:pt x="3413" y="9044"/>
                        </a:cubicBezTo>
                        <a:cubicBezTo>
                          <a:pt x="3990" y="6384"/>
                          <a:pt x="3192" y="3148"/>
                          <a:pt x="1596" y="0"/>
                        </a:cubicBezTo>
                        <a:cubicBezTo>
                          <a:pt x="1241" y="621"/>
                          <a:pt x="931" y="1286"/>
                          <a:pt x="709" y="1951"/>
                        </a:cubicBezTo>
                        <a:cubicBezTo>
                          <a:pt x="-355" y="5098"/>
                          <a:pt x="0" y="8467"/>
                          <a:pt x="355" y="11748"/>
                        </a:cubicBezTo>
                        <a:cubicBezTo>
                          <a:pt x="620" y="14231"/>
                          <a:pt x="887" y="16713"/>
                          <a:pt x="1153" y="19240"/>
                        </a:cubicBezTo>
                        <a:cubicBezTo>
                          <a:pt x="1241" y="19284"/>
                          <a:pt x="1374" y="19373"/>
                          <a:pt x="1463" y="19417"/>
                        </a:cubicBezTo>
                        <a:cubicBezTo>
                          <a:pt x="2837" y="20437"/>
                          <a:pt x="3901" y="21811"/>
                          <a:pt x="5453" y="22609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32" name="Forme libre : forme 19831">
                    <a:extLst>
                      <a:ext uri="{FF2B5EF4-FFF2-40B4-BE49-F238E27FC236}">
                        <a16:creationId xmlns:a16="http://schemas.microsoft.com/office/drawing/2014/main" id="{E5FCC6BA-9ED2-4AE9-BF67-D4B48BAA008E}"/>
                      </a:ext>
                    </a:extLst>
                  </p:cNvPr>
                  <p:cNvSpPr/>
                  <p:nvPr/>
                </p:nvSpPr>
                <p:spPr>
                  <a:xfrm>
                    <a:off x="6448386" y="6324587"/>
                    <a:ext cx="27308" cy="35248"/>
                  </a:xfrm>
                  <a:custGeom>
                    <a:avLst/>
                    <a:gdLst>
                      <a:gd name="connsiteX0" fmla="*/ 23274 w 27308"/>
                      <a:gd name="connsiteY0" fmla="*/ 66 h 35248"/>
                      <a:gd name="connsiteX1" fmla="*/ 19373 w 27308"/>
                      <a:gd name="connsiteY1" fmla="*/ 14873 h 35248"/>
                      <a:gd name="connsiteX2" fmla="*/ 0 w 27308"/>
                      <a:gd name="connsiteY2" fmla="*/ 34733 h 35248"/>
                      <a:gd name="connsiteX3" fmla="*/ 10551 w 27308"/>
                      <a:gd name="connsiteY3" fmla="*/ 30522 h 35248"/>
                      <a:gd name="connsiteX4" fmla="*/ 25224 w 27308"/>
                      <a:gd name="connsiteY4" fmla="*/ 14208 h 35248"/>
                      <a:gd name="connsiteX5" fmla="*/ 26776 w 27308"/>
                      <a:gd name="connsiteY5" fmla="*/ 12922 h 35248"/>
                      <a:gd name="connsiteX6" fmla="*/ 27308 w 27308"/>
                      <a:gd name="connsiteY6" fmla="*/ 12790 h 35248"/>
                      <a:gd name="connsiteX7" fmla="*/ 24958 w 27308"/>
                      <a:gd name="connsiteY7" fmla="*/ 66 h 35248"/>
                      <a:gd name="connsiteX8" fmla="*/ 23274 w 27308"/>
                      <a:gd name="connsiteY8" fmla="*/ 66 h 35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308" h="35248">
                        <a:moveTo>
                          <a:pt x="23274" y="66"/>
                        </a:moveTo>
                        <a:cubicBezTo>
                          <a:pt x="23097" y="4810"/>
                          <a:pt x="21855" y="9553"/>
                          <a:pt x="19373" y="14873"/>
                        </a:cubicBezTo>
                        <a:cubicBezTo>
                          <a:pt x="15605" y="23163"/>
                          <a:pt x="10108" y="31896"/>
                          <a:pt x="0" y="34733"/>
                        </a:cubicBezTo>
                        <a:cubicBezTo>
                          <a:pt x="3857" y="36507"/>
                          <a:pt x="7980" y="33359"/>
                          <a:pt x="10551" y="30522"/>
                        </a:cubicBezTo>
                        <a:cubicBezTo>
                          <a:pt x="15427" y="25069"/>
                          <a:pt x="20348" y="19661"/>
                          <a:pt x="25224" y="14208"/>
                        </a:cubicBezTo>
                        <a:cubicBezTo>
                          <a:pt x="25668" y="13720"/>
                          <a:pt x="26111" y="13233"/>
                          <a:pt x="26776" y="12922"/>
                        </a:cubicBezTo>
                        <a:cubicBezTo>
                          <a:pt x="26953" y="12833"/>
                          <a:pt x="27131" y="12833"/>
                          <a:pt x="27308" y="12790"/>
                        </a:cubicBezTo>
                        <a:cubicBezTo>
                          <a:pt x="26333" y="8578"/>
                          <a:pt x="25490" y="4322"/>
                          <a:pt x="24958" y="66"/>
                        </a:cubicBezTo>
                        <a:cubicBezTo>
                          <a:pt x="24338" y="-22"/>
                          <a:pt x="23806" y="-22"/>
                          <a:pt x="23274" y="66"/>
                        </a:cubicBezTo>
                        <a:close/>
                      </a:path>
                    </a:pathLst>
                  </a:custGeom>
                  <a:solidFill>
                    <a:srgbClr val="F7E07C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33" name="Forme libre : forme 19832">
                    <a:extLst>
                      <a:ext uri="{FF2B5EF4-FFF2-40B4-BE49-F238E27FC236}">
                        <a16:creationId xmlns:a16="http://schemas.microsoft.com/office/drawing/2014/main" id="{DD1219FF-383C-49E3-8DFA-DA16D2AC1DB9}"/>
                      </a:ext>
                    </a:extLst>
                  </p:cNvPr>
                  <p:cNvSpPr/>
                  <p:nvPr/>
                </p:nvSpPr>
                <p:spPr>
                  <a:xfrm>
                    <a:off x="6519493" y="6161737"/>
                    <a:ext cx="52012" cy="63398"/>
                  </a:xfrm>
                  <a:custGeom>
                    <a:avLst/>
                    <a:gdLst>
                      <a:gd name="connsiteX0" fmla="*/ 37859 w 52012"/>
                      <a:gd name="connsiteY0" fmla="*/ 40785 h 63398"/>
                      <a:gd name="connsiteX1" fmla="*/ 51557 w 52012"/>
                      <a:gd name="connsiteY1" fmla="*/ 0 h 63398"/>
                      <a:gd name="connsiteX2" fmla="*/ 27441 w 52012"/>
                      <a:gd name="connsiteY2" fmla="*/ 45439 h 63398"/>
                      <a:gd name="connsiteX3" fmla="*/ 0 w 52012"/>
                      <a:gd name="connsiteY3" fmla="*/ 60822 h 63398"/>
                      <a:gd name="connsiteX4" fmla="*/ 37859 w 52012"/>
                      <a:gd name="connsiteY4" fmla="*/ 40785 h 63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012" h="63398">
                        <a:moveTo>
                          <a:pt x="37859" y="40785"/>
                        </a:moveTo>
                        <a:cubicBezTo>
                          <a:pt x="46548" y="28461"/>
                          <a:pt x="53951" y="14452"/>
                          <a:pt x="51557" y="0"/>
                        </a:cubicBezTo>
                        <a:cubicBezTo>
                          <a:pt x="47833" y="16580"/>
                          <a:pt x="40962" y="33071"/>
                          <a:pt x="27441" y="45439"/>
                        </a:cubicBezTo>
                        <a:cubicBezTo>
                          <a:pt x="19417" y="52754"/>
                          <a:pt x="8733" y="55325"/>
                          <a:pt x="0" y="60822"/>
                        </a:cubicBezTo>
                        <a:cubicBezTo>
                          <a:pt x="13654" y="70974"/>
                          <a:pt x="32494" y="48365"/>
                          <a:pt x="37859" y="4078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34" name="Forme libre : forme 19833">
                    <a:extLst>
                      <a:ext uri="{FF2B5EF4-FFF2-40B4-BE49-F238E27FC236}">
                        <a16:creationId xmlns:a16="http://schemas.microsoft.com/office/drawing/2014/main" id="{F16345DC-73BF-4175-8659-335FB485E443}"/>
                      </a:ext>
                    </a:extLst>
                  </p:cNvPr>
                  <p:cNvSpPr/>
                  <p:nvPr/>
                </p:nvSpPr>
                <p:spPr>
                  <a:xfrm>
                    <a:off x="6427950" y="6290341"/>
                    <a:ext cx="79526" cy="74343"/>
                  </a:xfrm>
                  <a:custGeom>
                    <a:avLst/>
                    <a:gdLst>
                      <a:gd name="connsiteX0" fmla="*/ 40341 w 79526"/>
                      <a:gd name="connsiteY0" fmla="*/ 17511 h 74343"/>
                      <a:gd name="connsiteX1" fmla="*/ 52399 w 79526"/>
                      <a:gd name="connsiteY1" fmla="*/ 28904 h 74343"/>
                      <a:gd name="connsiteX2" fmla="*/ 67693 w 79526"/>
                      <a:gd name="connsiteY2" fmla="*/ 16492 h 74343"/>
                      <a:gd name="connsiteX3" fmla="*/ 79353 w 79526"/>
                      <a:gd name="connsiteY3" fmla="*/ 0 h 74343"/>
                      <a:gd name="connsiteX4" fmla="*/ 60866 w 79526"/>
                      <a:gd name="connsiteY4" fmla="*/ 13610 h 74343"/>
                      <a:gd name="connsiteX5" fmla="*/ 29923 w 79526"/>
                      <a:gd name="connsiteY5" fmla="*/ 11482 h 74343"/>
                      <a:gd name="connsiteX6" fmla="*/ 37415 w 79526"/>
                      <a:gd name="connsiteY6" fmla="*/ 22742 h 74343"/>
                      <a:gd name="connsiteX7" fmla="*/ 31652 w 79526"/>
                      <a:gd name="connsiteY7" fmla="*/ 37726 h 74343"/>
                      <a:gd name="connsiteX8" fmla="*/ 0 w 79526"/>
                      <a:gd name="connsiteY8" fmla="*/ 74343 h 74343"/>
                      <a:gd name="connsiteX9" fmla="*/ 38125 w 79526"/>
                      <a:gd name="connsiteY9" fmla="*/ 39455 h 74343"/>
                      <a:gd name="connsiteX10" fmla="*/ 43666 w 79526"/>
                      <a:gd name="connsiteY10" fmla="*/ 34356 h 74343"/>
                      <a:gd name="connsiteX11" fmla="*/ 40341 w 79526"/>
                      <a:gd name="connsiteY11" fmla="*/ 17511 h 74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9526" h="74343">
                        <a:moveTo>
                          <a:pt x="40341" y="17511"/>
                        </a:moveTo>
                        <a:cubicBezTo>
                          <a:pt x="45306" y="19284"/>
                          <a:pt x="49872" y="23939"/>
                          <a:pt x="52399" y="28904"/>
                        </a:cubicBezTo>
                        <a:cubicBezTo>
                          <a:pt x="55325" y="23540"/>
                          <a:pt x="61886" y="20038"/>
                          <a:pt x="67693" y="16492"/>
                        </a:cubicBezTo>
                        <a:cubicBezTo>
                          <a:pt x="74166" y="12502"/>
                          <a:pt x="80682" y="6783"/>
                          <a:pt x="79353" y="0"/>
                        </a:cubicBezTo>
                        <a:cubicBezTo>
                          <a:pt x="77358" y="7093"/>
                          <a:pt x="69511" y="12324"/>
                          <a:pt x="60866" y="13610"/>
                        </a:cubicBezTo>
                        <a:cubicBezTo>
                          <a:pt x="54882" y="14496"/>
                          <a:pt x="31608" y="6650"/>
                          <a:pt x="29923" y="11482"/>
                        </a:cubicBezTo>
                        <a:cubicBezTo>
                          <a:pt x="29037" y="14097"/>
                          <a:pt x="36662" y="19506"/>
                          <a:pt x="37415" y="22742"/>
                        </a:cubicBezTo>
                        <a:cubicBezTo>
                          <a:pt x="38745" y="28239"/>
                          <a:pt x="35022" y="33381"/>
                          <a:pt x="31652" y="37726"/>
                        </a:cubicBezTo>
                        <a:cubicBezTo>
                          <a:pt x="21900" y="50404"/>
                          <a:pt x="12058" y="63127"/>
                          <a:pt x="0" y="74343"/>
                        </a:cubicBezTo>
                        <a:cubicBezTo>
                          <a:pt x="16801" y="66541"/>
                          <a:pt x="30367" y="54128"/>
                          <a:pt x="38125" y="39455"/>
                        </a:cubicBezTo>
                        <a:cubicBezTo>
                          <a:pt x="39277" y="37282"/>
                          <a:pt x="41139" y="34711"/>
                          <a:pt x="43666" y="34356"/>
                        </a:cubicBezTo>
                        <a:cubicBezTo>
                          <a:pt x="43932" y="28948"/>
                          <a:pt x="42779" y="23629"/>
                          <a:pt x="40341" y="1751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35" name="Forme libre : forme 19834">
                    <a:extLst>
                      <a:ext uri="{FF2B5EF4-FFF2-40B4-BE49-F238E27FC236}">
                        <a16:creationId xmlns:a16="http://schemas.microsoft.com/office/drawing/2014/main" id="{10C2F47B-2DB0-453B-94B4-8A74341D6BB0}"/>
                      </a:ext>
                    </a:extLst>
                  </p:cNvPr>
                  <p:cNvSpPr/>
                  <p:nvPr/>
                </p:nvSpPr>
                <p:spPr>
                  <a:xfrm>
                    <a:off x="6475694" y="6337310"/>
                    <a:ext cx="6250" cy="20459"/>
                  </a:xfrm>
                  <a:custGeom>
                    <a:avLst/>
                    <a:gdLst>
                      <a:gd name="connsiteX0" fmla="*/ 0 w 6250"/>
                      <a:gd name="connsiteY0" fmla="*/ 111 h 20459"/>
                      <a:gd name="connsiteX1" fmla="*/ 6251 w 6250"/>
                      <a:gd name="connsiteY1" fmla="*/ 20459 h 20459"/>
                      <a:gd name="connsiteX2" fmla="*/ 4167 w 6250"/>
                      <a:gd name="connsiteY2" fmla="*/ 1175 h 20459"/>
                      <a:gd name="connsiteX3" fmla="*/ 0 w 6250"/>
                      <a:gd name="connsiteY3" fmla="*/ 111 h 20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50" h="20459">
                        <a:moveTo>
                          <a:pt x="0" y="111"/>
                        </a:moveTo>
                        <a:cubicBezTo>
                          <a:pt x="1551" y="6983"/>
                          <a:pt x="3635" y="13765"/>
                          <a:pt x="6251" y="20459"/>
                        </a:cubicBezTo>
                        <a:cubicBezTo>
                          <a:pt x="5541" y="14031"/>
                          <a:pt x="4876" y="7603"/>
                          <a:pt x="4167" y="1175"/>
                        </a:cubicBezTo>
                        <a:cubicBezTo>
                          <a:pt x="2970" y="288"/>
                          <a:pt x="1374" y="-243"/>
                          <a:pt x="0" y="11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36" name="Forme libre : forme 19835">
                    <a:extLst>
                      <a:ext uri="{FF2B5EF4-FFF2-40B4-BE49-F238E27FC236}">
                        <a16:creationId xmlns:a16="http://schemas.microsoft.com/office/drawing/2014/main" id="{5BDF37C7-CB2B-480D-8445-E7A8340313B8}"/>
                      </a:ext>
                    </a:extLst>
                  </p:cNvPr>
                  <p:cNvSpPr/>
                  <p:nvPr/>
                </p:nvSpPr>
                <p:spPr>
                  <a:xfrm>
                    <a:off x="6468291" y="6307808"/>
                    <a:ext cx="12058" cy="30588"/>
                  </a:xfrm>
                  <a:custGeom>
                    <a:avLst/>
                    <a:gdLst>
                      <a:gd name="connsiteX0" fmla="*/ 11171 w 12058"/>
                      <a:gd name="connsiteY0" fmla="*/ 13344 h 30588"/>
                      <a:gd name="connsiteX1" fmla="*/ 12058 w 12058"/>
                      <a:gd name="connsiteY1" fmla="*/ 11393 h 30588"/>
                      <a:gd name="connsiteX2" fmla="*/ 0 w 12058"/>
                      <a:gd name="connsiteY2" fmla="*/ 0 h 30588"/>
                      <a:gd name="connsiteX3" fmla="*/ 3369 w 12058"/>
                      <a:gd name="connsiteY3" fmla="*/ 16802 h 30588"/>
                      <a:gd name="connsiteX4" fmla="*/ 5054 w 12058"/>
                      <a:gd name="connsiteY4" fmla="*/ 16845 h 30588"/>
                      <a:gd name="connsiteX5" fmla="*/ 7403 w 12058"/>
                      <a:gd name="connsiteY5" fmla="*/ 29569 h 30588"/>
                      <a:gd name="connsiteX6" fmla="*/ 11571 w 12058"/>
                      <a:gd name="connsiteY6" fmla="*/ 30588 h 30588"/>
                      <a:gd name="connsiteX7" fmla="*/ 10772 w 12058"/>
                      <a:gd name="connsiteY7" fmla="*/ 23096 h 30588"/>
                      <a:gd name="connsiteX8" fmla="*/ 11171 w 12058"/>
                      <a:gd name="connsiteY8" fmla="*/ 13344 h 30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58" h="30588">
                        <a:moveTo>
                          <a:pt x="11171" y="13344"/>
                        </a:moveTo>
                        <a:cubicBezTo>
                          <a:pt x="11393" y="12679"/>
                          <a:pt x="11703" y="12014"/>
                          <a:pt x="12058" y="11393"/>
                        </a:cubicBezTo>
                        <a:cubicBezTo>
                          <a:pt x="9531" y="6472"/>
                          <a:pt x="4965" y="1773"/>
                          <a:pt x="0" y="0"/>
                        </a:cubicBezTo>
                        <a:cubicBezTo>
                          <a:pt x="2438" y="6118"/>
                          <a:pt x="3591" y="11482"/>
                          <a:pt x="3369" y="16802"/>
                        </a:cubicBezTo>
                        <a:cubicBezTo>
                          <a:pt x="3901" y="16713"/>
                          <a:pt x="4477" y="16713"/>
                          <a:pt x="5054" y="16845"/>
                        </a:cubicBezTo>
                        <a:cubicBezTo>
                          <a:pt x="5630" y="21102"/>
                          <a:pt x="6428" y="25313"/>
                          <a:pt x="7403" y="29569"/>
                        </a:cubicBezTo>
                        <a:cubicBezTo>
                          <a:pt x="8778" y="29214"/>
                          <a:pt x="10374" y="29746"/>
                          <a:pt x="11571" y="30588"/>
                        </a:cubicBezTo>
                        <a:cubicBezTo>
                          <a:pt x="11305" y="28106"/>
                          <a:pt x="11038" y="25623"/>
                          <a:pt x="10772" y="23096"/>
                        </a:cubicBezTo>
                        <a:cubicBezTo>
                          <a:pt x="10418" y="19860"/>
                          <a:pt x="10108" y="16491"/>
                          <a:pt x="11171" y="1334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37" name="Forme libre : forme 19836">
                    <a:extLst>
                      <a:ext uri="{FF2B5EF4-FFF2-40B4-BE49-F238E27FC236}">
                        <a16:creationId xmlns:a16="http://schemas.microsoft.com/office/drawing/2014/main" id="{809C438C-8C5E-4FFF-8EDA-AF5E750ABCB7}"/>
                      </a:ext>
                    </a:extLst>
                  </p:cNvPr>
                  <p:cNvSpPr/>
                  <p:nvPr/>
                </p:nvSpPr>
                <p:spPr>
                  <a:xfrm>
                    <a:off x="6533989" y="6255609"/>
                    <a:ext cx="57786" cy="34023"/>
                  </a:xfrm>
                  <a:custGeom>
                    <a:avLst/>
                    <a:gdLst>
                      <a:gd name="connsiteX0" fmla="*/ 36396 w 57786"/>
                      <a:gd name="connsiteY0" fmla="*/ 7292 h 34023"/>
                      <a:gd name="connsiteX1" fmla="*/ 50005 w 57786"/>
                      <a:gd name="connsiteY1" fmla="*/ 14917 h 34023"/>
                      <a:gd name="connsiteX2" fmla="*/ 56611 w 57786"/>
                      <a:gd name="connsiteY2" fmla="*/ 34024 h 34023"/>
                      <a:gd name="connsiteX3" fmla="*/ 53729 w 57786"/>
                      <a:gd name="connsiteY3" fmla="*/ 14075 h 34023"/>
                      <a:gd name="connsiteX4" fmla="*/ 34622 w 57786"/>
                      <a:gd name="connsiteY4" fmla="*/ 1352 h 34023"/>
                      <a:gd name="connsiteX5" fmla="*/ 18530 w 57786"/>
                      <a:gd name="connsiteY5" fmla="*/ 22 h 34023"/>
                      <a:gd name="connsiteX6" fmla="*/ 0 w 57786"/>
                      <a:gd name="connsiteY6" fmla="*/ 5120 h 34023"/>
                      <a:gd name="connsiteX7" fmla="*/ 15161 w 57786"/>
                      <a:gd name="connsiteY7" fmla="*/ 2726 h 34023"/>
                      <a:gd name="connsiteX8" fmla="*/ 36396 w 57786"/>
                      <a:gd name="connsiteY8" fmla="*/ 7292 h 34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786" h="34023">
                        <a:moveTo>
                          <a:pt x="36396" y="7292"/>
                        </a:moveTo>
                        <a:cubicBezTo>
                          <a:pt x="41450" y="9110"/>
                          <a:pt x="46503" y="11371"/>
                          <a:pt x="50005" y="14917"/>
                        </a:cubicBezTo>
                        <a:cubicBezTo>
                          <a:pt x="55148" y="20193"/>
                          <a:pt x="55990" y="27330"/>
                          <a:pt x="56611" y="34024"/>
                        </a:cubicBezTo>
                        <a:cubicBezTo>
                          <a:pt x="58872" y="27507"/>
                          <a:pt x="57852" y="20148"/>
                          <a:pt x="53729" y="14075"/>
                        </a:cubicBezTo>
                        <a:cubicBezTo>
                          <a:pt x="49651" y="8002"/>
                          <a:pt x="42602" y="3302"/>
                          <a:pt x="34622" y="1352"/>
                        </a:cubicBezTo>
                        <a:cubicBezTo>
                          <a:pt x="29391" y="66"/>
                          <a:pt x="23939" y="-67"/>
                          <a:pt x="18530" y="22"/>
                        </a:cubicBezTo>
                        <a:cubicBezTo>
                          <a:pt x="12723" y="111"/>
                          <a:pt x="2660" y="288"/>
                          <a:pt x="0" y="5120"/>
                        </a:cubicBezTo>
                        <a:cubicBezTo>
                          <a:pt x="4832" y="3701"/>
                          <a:pt x="9797" y="2548"/>
                          <a:pt x="15161" y="2726"/>
                        </a:cubicBezTo>
                        <a:cubicBezTo>
                          <a:pt x="22476" y="2948"/>
                          <a:pt x="29657" y="4854"/>
                          <a:pt x="36396" y="729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38" name="Forme libre : forme 19837">
                    <a:extLst>
                      <a:ext uri="{FF2B5EF4-FFF2-40B4-BE49-F238E27FC236}">
                        <a16:creationId xmlns:a16="http://schemas.microsoft.com/office/drawing/2014/main" id="{4E353643-212D-464F-AB71-D3B161FEDC36}"/>
                      </a:ext>
                    </a:extLst>
                  </p:cNvPr>
                  <p:cNvSpPr/>
                  <p:nvPr/>
                </p:nvSpPr>
                <p:spPr>
                  <a:xfrm>
                    <a:off x="6554825" y="6330904"/>
                    <a:ext cx="75672" cy="37725"/>
                  </a:xfrm>
                  <a:custGeom>
                    <a:avLst/>
                    <a:gdLst>
                      <a:gd name="connsiteX0" fmla="*/ 37681 w 75672"/>
                      <a:gd name="connsiteY0" fmla="*/ 8423 h 37725"/>
                      <a:gd name="connsiteX1" fmla="*/ 29391 w 75672"/>
                      <a:gd name="connsiteY1" fmla="*/ 0 h 37725"/>
                      <a:gd name="connsiteX2" fmla="*/ 22742 w 75672"/>
                      <a:gd name="connsiteY2" fmla="*/ 17777 h 37725"/>
                      <a:gd name="connsiteX3" fmla="*/ 0 w 75672"/>
                      <a:gd name="connsiteY3" fmla="*/ 37726 h 37725"/>
                      <a:gd name="connsiteX4" fmla="*/ 18220 w 75672"/>
                      <a:gd name="connsiteY4" fmla="*/ 26333 h 37725"/>
                      <a:gd name="connsiteX5" fmla="*/ 32539 w 75672"/>
                      <a:gd name="connsiteY5" fmla="*/ 14408 h 37725"/>
                      <a:gd name="connsiteX6" fmla="*/ 38745 w 75672"/>
                      <a:gd name="connsiteY6" fmla="*/ 15028 h 37725"/>
                      <a:gd name="connsiteX7" fmla="*/ 75673 w 75672"/>
                      <a:gd name="connsiteY7" fmla="*/ 22077 h 37725"/>
                      <a:gd name="connsiteX8" fmla="*/ 51025 w 75672"/>
                      <a:gd name="connsiteY8" fmla="*/ 15161 h 37725"/>
                      <a:gd name="connsiteX9" fmla="*/ 37681 w 75672"/>
                      <a:gd name="connsiteY9" fmla="*/ 8423 h 37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672" h="37725">
                        <a:moveTo>
                          <a:pt x="37681" y="8423"/>
                        </a:moveTo>
                        <a:cubicBezTo>
                          <a:pt x="34711" y="5364"/>
                          <a:pt x="34844" y="532"/>
                          <a:pt x="29391" y="0"/>
                        </a:cubicBezTo>
                        <a:cubicBezTo>
                          <a:pt x="27352" y="6029"/>
                          <a:pt x="26643" y="12058"/>
                          <a:pt x="22742" y="17777"/>
                        </a:cubicBezTo>
                        <a:cubicBezTo>
                          <a:pt x="17245" y="25801"/>
                          <a:pt x="8866" y="32184"/>
                          <a:pt x="0" y="37726"/>
                        </a:cubicBezTo>
                        <a:cubicBezTo>
                          <a:pt x="7403" y="35687"/>
                          <a:pt x="13876" y="31652"/>
                          <a:pt x="18220" y="26333"/>
                        </a:cubicBezTo>
                        <a:cubicBezTo>
                          <a:pt x="22165" y="21500"/>
                          <a:pt x="25490" y="15028"/>
                          <a:pt x="32539" y="14408"/>
                        </a:cubicBezTo>
                        <a:cubicBezTo>
                          <a:pt x="34622" y="14231"/>
                          <a:pt x="36706" y="14629"/>
                          <a:pt x="38745" y="15028"/>
                        </a:cubicBezTo>
                        <a:cubicBezTo>
                          <a:pt x="51069" y="17378"/>
                          <a:pt x="63349" y="19728"/>
                          <a:pt x="75673" y="22077"/>
                        </a:cubicBezTo>
                        <a:cubicBezTo>
                          <a:pt x="67472" y="19772"/>
                          <a:pt x="59226" y="17467"/>
                          <a:pt x="51025" y="15161"/>
                        </a:cubicBezTo>
                        <a:cubicBezTo>
                          <a:pt x="45794" y="13610"/>
                          <a:pt x="41228" y="12058"/>
                          <a:pt x="37681" y="842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39" name="Forme libre : forme 19838">
                    <a:extLst>
                      <a:ext uri="{FF2B5EF4-FFF2-40B4-BE49-F238E27FC236}">
                        <a16:creationId xmlns:a16="http://schemas.microsoft.com/office/drawing/2014/main" id="{3B53206B-53DB-4C36-B61E-71F52F5B2FCC}"/>
                      </a:ext>
                    </a:extLst>
                  </p:cNvPr>
                  <p:cNvSpPr/>
                  <p:nvPr/>
                </p:nvSpPr>
                <p:spPr>
                  <a:xfrm>
                    <a:off x="6612366" y="6158634"/>
                    <a:ext cx="80815" cy="97483"/>
                  </a:xfrm>
                  <a:custGeom>
                    <a:avLst/>
                    <a:gdLst>
                      <a:gd name="connsiteX0" fmla="*/ 70265 w 80815"/>
                      <a:gd name="connsiteY0" fmla="*/ 91942 h 97483"/>
                      <a:gd name="connsiteX1" fmla="*/ 47390 w 80815"/>
                      <a:gd name="connsiteY1" fmla="*/ 81968 h 97483"/>
                      <a:gd name="connsiteX2" fmla="*/ 37460 w 80815"/>
                      <a:gd name="connsiteY2" fmla="*/ 60822 h 97483"/>
                      <a:gd name="connsiteX3" fmla="*/ 35642 w 80815"/>
                      <a:gd name="connsiteY3" fmla="*/ 44863 h 97483"/>
                      <a:gd name="connsiteX4" fmla="*/ 35997 w 80815"/>
                      <a:gd name="connsiteY4" fmla="*/ 34755 h 97483"/>
                      <a:gd name="connsiteX5" fmla="*/ 56566 w 80815"/>
                      <a:gd name="connsiteY5" fmla="*/ 19107 h 97483"/>
                      <a:gd name="connsiteX6" fmla="*/ 80816 w 80815"/>
                      <a:gd name="connsiteY6" fmla="*/ 0 h 97483"/>
                      <a:gd name="connsiteX7" fmla="*/ 39189 w 80815"/>
                      <a:gd name="connsiteY7" fmla="*/ 24116 h 97483"/>
                      <a:gd name="connsiteX8" fmla="*/ 0 w 80815"/>
                      <a:gd name="connsiteY8" fmla="*/ 20570 h 97483"/>
                      <a:gd name="connsiteX9" fmla="*/ 23628 w 80815"/>
                      <a:gd name="connsiteY9" fmla="*/ 29436 h 97483"/>
                      <a:gd name="connsiteX10" fmla="*/ 28948 w 80815"/>
                      <a:gd name="connsiteY10" fmla="*/ 31254 h 97483"/>
                      <a:gd name="connsiteX11" fmla="*/ 31254 w 80815"/>
                      <a:gd name="connsiteY11" fmla="*/ 37016 h 97483"/>
                      <a:gd name="connsiteX12" fmla="*/ 32672 w 80815"/>
                      <a:gd name="connsiteY12" fmla="*/ 65787 h 97483"/>
                      <a:gd name="connsiteX13" fmla="*/ 30721 w 80815"/>
                      <a:gd name="connsiteY13" fmla="*/ 80018 h 97483"/>
                      <a:gd name="connsiteX14" fmla="*/ 8689 w 80815"/>
                      <a:gd name="connsiteY14" fmla="*/ 97484 h 97483"/>
                      <a:gd name="connsiteX15" fmla="*/ 70265 w 80815"/>
                      <a:gd name="connsiteY15" fmla="*/ 91942 h 9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0815" h="97483">
                        <a:moveTo>
                          <a:pt x="70265" y="91942"/>
                        </a:moveTo>
                        <a:cubicBezTo>
                          <a:pt x="64989" y="86135"/>
                          <a:pt x="54394" y="86357"/>
                          <a:pt x="47390" y="81968"/>
                        </a:cubicBezTo>
                        <a:cubicBezTo>
                          <a:pt x="39853" y="77225"/>
                          <a:pt x="38302" y="68535"/>
                          <a:pt x="37460" y="60822"/>
                        </a:cubicBezTo>
                        <a:cubicBezTo>
                          <a:pt x="36839" y="55502"/>
                          <a:pt x="36263" y="50183"/>
                          <a:pt x="35642" y="44863"/>
                        </a:cubicBezTo>
                        <a:cubicBezTo>
                          <a:pt x="35243" y="41494"/>
                          <a:pt x="34888" y="37992"/>
                          <a:pt x="35997" y="34755"/>
                        </a:cubicBezTo>
                        <a:cubicBezTo>
                          <a:pt x="38657" y="27086"/>
                          <a:pt x="48454" y="23274"/>
                          <a:pt x="56566" y="19107"/>
                        </a:cubicBezTo>
                        <a:cubicBezTo>
                          <a:pt x="66098" y="14186"/>
                          <a:pt x="74387" y="7669"/>
                          <a:pt x="80816" y="0"/>
                        </a:cubicBezTo>
                        <a:cubicBezTo>
                          <a:pt x="69201" y="10418"/>
                          <a:pt x="55724" y="20126"/>
                          <a:pt x="39189" y="24116"/>
                        </a:cubicBezTo>
                        <a:cubicBezTo>
                          <a:pt x="25934" y="27308"/>
                          <a:pt x="12501" y="25712"/>
                          <a:pt x="0" y="20570"/>
                        </a:cubicBezTo>
                        <a:cubicBezTo>
                          <a:pt x="3103" y="25934"/>
                          <a:pt x="17112" y="28194"/>
                          <a:pt x="23628" y="29436"/>
                        </a:cubicBezTo>
                        <a:cubicBezTo>
                          <a:pt x="25535" y="29790"/>
                          <a:pt x="27530" y="30145"/>
                          <a:pt x="28948" y="31254"/>
                        </a:cubicBezTo>
                        <a:cubicBezTo>
                          <a:pt x="30766" y="32716"/>
                          <a:pt x="31076" y="34977"/>
                          <a:pt x="31254" y="37016"/>
                        </a:cubicBezTo>
                        <a:cubicBezTo>
                          <a:pt x="32051" y="46592"/>
                          <a:pt x="32495" y="56168"/>
                          <a:pt x="32672" y="65787"/>
                        </a:cubicBezTo>
                        <a:cubicBezTo>
                          <a:pt x="32761" y="70619"/>
                          <a:pt x="32761" y="75585"/>
                          <a:pt x="30721" y="80018"/>
                        </a:cubicBezTo>
                        <a:cubicBezTo>
                          <a:pt x="27042" y="88086"/>
                          <a:pt x="17600" y="93051"/>
                          <a:pt x="8689" y="97484"/>
                        </a:cubicBezTo>
                        <a:cubicBezTo>
                          <a:pt x="26732" y="88396"/>
                          <a:pt x="49784" y="86312"/>
                          <a:pt x="70265" y="9194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40" name="Forme libre : forme 19839">
                    <a:extLst>
                      <a:ext uri="{FF2B5EF4-FFF2-40B4-BE49-F238E27FC236}">
                        <a16:creationId xmlns:a16="http://schemas.microsoft.com/office/drawing/2014/main" id="{7B3E907E-B406-4B1C-99CB-B99D0C0FFAC4}"/>
                      </a:ext>
                    </a:extLst>
                  </p:cNvPr>
                  <p:cNvSpPr/>
                  <p:nvPr/>
                </p:nvSpPr>
                <p:spPr>
                  <a:xfrm>
                    <a:off x="6700851" y="6169096"/>
                    <a:ext cx="72481" cy="58743"/>
                  </a:xfrm>
                  <a:custGeom>
                    <a:avLst/>
                    <a:gdLst>
                      <a:gd name="connsiteX0" fmla="*/ 20259 w 72481"/>
                      <a:gd name="connsiteY0" fmla="*/ 42602 h 58743"/>
                      <a:gd name="connsiteX1" fmla="*/ 72481 w 72481"/>
                      <a:gd name="connsiteY1" fmla="*/ 58562 h 58743"/>
                      <a:gd name="connsiteX2" fmla="*/ 56256 w 72481"/>
                      <a:gd name="connsiteY2" fmla="*/ 52089 h 58743"/>
                      <a:gd name="connsiteX3" fmla="*/ 21811 w 72481"/>
                      <a:gd name="connsiteY3" fmla="*/ 39898 h 58743"/>
                      <a:gd name="connsiteX4" fmla="*/ 12457 w 72481"/>
                      <a:gd name="connsiteY4" fmla="*/ 27973 h 58743"/>
                      <a:gd name="connsiteX5" fmla="*/ 0 w 72481"/>
                      <a:gd name="connsiteY5" fmla="*/ 0 h 58743"/>
                      <a:gd name="connsiteX6" fmla="*/ 20259 w 72481"/>
                      <a:gd name="connsiteY6" fmla="*/ 42602 h 58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2481" h="58743">
                        <a:moveTo>
                          <a:pt x="20259" y="42602"/>
                        </a:moveTo>
                        <a:cubicBezTo>
                          <a:pt x="33957" y="53862"/>
                          <a:pt x="53640" y="59891"/>
                          <a:pt x="72481" y="58562"/>
                        </a:cubicBezTo>
                        <a:cubicBezTo>
                          <a:pt x="67206" y="56212"/>
                          <a:pt x="61886" y="53862"/>
                          <a:pt x="56256" y="52089"/>
                        </a:cubicBezTo>
                        <a:cubicBezTo>
                          <a:pt x="44464" y="48454"/>
                          <a:pt x="30810" y="47301"/>
                          <a:pt x="21811" y="39898"/>
                        </a:cubicBezTo>
                        <a:cubicBezTo>
                          <a:pt x="17732" y="36529"/>
                          <a:pt x="15073" y="32229"/>
                          <a:pt x="12457" y="27973"/>
                        </a:cubicBezTo>
                        <a:cubicBezTo>
                          <a:pt x="7004" y="19063"/>
                          <a:pt x="1507" y="9974"/>
                          <a:pt x="0" y="0"/>
                        </a:cubicBezTo>
                        <a:cubicBezTo>
                          <a:pt x="1729" y="16137"/>
                          <a:pt x="5630" y="30588"/>
                          <a:pt x="20259" y="4260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41" name="Forme libre : forme 19840">
                    <a:extLst>
                      <a:ext uri="{FF2B5EF4-FFF2-40B4-BE49-F238E27FC236}">
                        <a16:creationId xmlns:a16="http://schemas.microsoft.com/office/drawing/2014/main" id="{B506B152-95CB-458E-AE39-4C17AA00F13C}"/>
                      </a:ext>
                    </a:extLst>
                  </p:cNvPr>
                  <p:cNvSpPr/>
                  <p:nvPr/>
                </p:nvSpPr>
                <p:spPr>
                  <a:xfrm>
                    <a:off x="6701427" y="6235593"/>
                    <a:ext cx="41227" cy="51423"/>
                  </a:xfrm>
                  <a:custGeom>
                    <a:avLst/>
                    <a:gdLst>
                      <a:gd name="connsiteX0" fmla="*/ 27308 w 41227"/>
                      <a:gd name="connsiteY0" fmla="*/ 8379 h 51423"/>
                      <a:gd name="connsiteX1" fmla="*/ 0 w 41227"/>
                      <a:gd name="connsiteY1" fmla="*/ 14053 h 51423"/>
                      <a:gd name="connsiteX2" fmla="*/ 18486 w 41227"/>
                      <a:gd name="connsiteY2" fmla="*/ 15915 h 51423"/>
                      <a:gd name="connsiteX3" fmla="*/ 21900 w 41227"/>
                      <a:gd name="connsiteY3" fmla="*/ 16846 h 51423"/>
                      <a:gd name="connsiteX4" fmla="*/ 22963 w 41227"/>
                      <a:gd name="connsiteY4" fmla="*/ 20348 h 51423"/>
                      <a:gd name="connsiteX5" fmla="*/ 35243 w 41227"/>
                      <a:gd name="connsiteY5" fmla="*/ 51424 h 51423"/>
                      <a:gd name="connsiteX6" fmla="*/ 30500 w 41227"/>
                      <a:gd name="connsiteY6" fmla="*/ 24693 h 51423"/>
                      <a:gd name="connsiteX7" fmla="*/ 41228 w 41227"/>
                      <a:gd name="connsiteY7" fmla="*/ 0 h 51423"/>
                      <a:gd name="connsiteX8" fmla="*/ 27308 w 41227"/>
                      <a:gd name="connsiteY8" fmla="*/ 8379 h 51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227" h="51423">
                        <a:moveTo>
                          <a:pt x="27308" y="8379"/>
                        </a:moveTo>
                        <a:cubicBezTo>
                          <a:pt x="18929" y="12546"/>
                          <a:pt x="9664" y="13787"/>
                          <a:pt x="0" y="14053"/>
                        </a:cubicBezTo>
                        <a:cubicBezTo>
                          <a:pt x="5586" y="15915"/>
                          <a:pt x="12546" y="15516"/>
                          <a:pt x="18486" y="15915"/>
                        </a:cubicBezTo>
                        <a:cubicBezTo>
                          <a:pt x="19683" y="16003"/>
                          <a:pt x="21013" y="16137"/>
                          <a:pt x="21900" y="16846"/>
                        </a:cubicBezTo>
                        <a:cubicBezTo>
                          <a:pt x="22963" y="17732"/>
                          <a:pt x="23008" y="19107"/>
                          <a:pt x="22963" y="20348"/>
                        </a:cubicBezTo>
                        <a:cubicBezTo>
                          <a:pt x="22875" y="31342"/>
                          <a:pt x="27263" y="42425"/>
                          <a:pt x="35243" y="51424"/>
                        </a:cubicBezTo>
                        <a:cubicBezTo>
                          <a:pt x="32096" y="42735"/>
                          <a:pt x="29968" y="33647"/>
                          <a:pt x="30500" y="24693"/>
                        </a:cubicBezTo>
                        <a:cubicBezTo>
                          <a:pt x="31032" y="15738"/>
                          <a:pt x="34401" y="6783"/>
                          <a:pt x="41228" y="0"/>
                        </a:cubicBezTo>
                        <a:cubicBezTo>
                          <a:pt x="36617" y="2748"/>
                          <a:pt x="32273" y="5896"/>
                          <a:pt x="27308" y="837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42" name="Forme libre : forme 19841">
                    <a:extLst>
                      <a:ext uri="{FF2B5EF4-FFF2-40B4-BE49-F238E27FC236}">
                        <a16:creationId xmlns:a16="http://schemas.microsoft.com/office/drawing/2014/main" id="{182765B4-38EB-450A-8DEE-2F29528C5E82}"/>
                      </a:ext>
                    </a:extLst>
                  </p:cNvPr>
                  <p:cNvSpPr/>
                  <p:nvPr/>
                </p:nvSpPr>
                <p:spPr>
                  <a:xfrm>
                    <a:off x="6828790" y="6160541"/>
                    <a:ext cx="37739" cy="58782"/>
                  </a:xfrm>
                  <a:custGeom>
                    <a:avLst/>
                    <a:gdLst>
                      <a:gd name="connsiteX0" fmla="*/ 36972 w 37739"/>
                      <a:gd name="connsiteY0" fmla="*/ 30810 h 58782"/>
                      <a:gd name="connsiteX1" fmla="*/ 37681 w 37739"/>
                      <a:gd name="connsiteY1" fmla="*/ 23096 h 58782"/>
                      <a:gd name="connsiteX2" fmla="*/ 30189 w 37739"/>
                      <a:gd name="connsiteY2" fmla="*/ 0 h 58782"/>
                      <a:gd name="connsiteX3" fmla="*/ 28194 w 37739"/>
                      <a:gd name="connsiteY3" fmla="*/ 27219 h 58782"/>
                      <a:gd name="connsiteX4" fmla="*/ 0 w 37739"/>
                      <a:gd name="connsiteY4" fmla="*/ 58783 h 58782"/>
                      <a:gd name="connsiteX5" fmla="*/ 31165 w 37739"/>
                      <a:gd name="connsiteY5" fmla="*/ 39454 h 58782"/>
                      <a:gd name="connsiteX6" fmla="*/ 36972 w 37739"/>
                      <a:gd name="connsiteY6" fmla="*/ 30810 h 58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739" h="58782">
                        <a:moveTo>
                          <a:pt x="36972" y="30810"/>
                        </a:moveTo>
                        <a:cubicBezTo>
                          <a:pt x="37770" y="28328"/>
                          <a:pt x="37814" y="25667"/>
                          <a:pt x="37681" y="23096"/>
                        </a:cubicBezTo>
                        <a:cubicBezTo>
                          <a:pt x="37371" y="16845"/>
                          <a:pt x="37681" y="3724"/>
                          <a:pt x="30189" y="0"/>
                        </a:cubicBezTo>
                        <a:cubicBezTo>
                          <a:pt x="30012" y="9221"/>
                          <a:pt x="31431" y="17998"/>
                          <a:pt x="28194" y="27219"/>
                        </a:cubicBezTo>
                        <a:cubicBezTo>
                          <a:pt x="23673" y="40164"/>
                          <a:pt x="13521" y="51513"/>
                          <a:pt x="0" y="58783"/>
                        </a:cubicBezTo>
                        <a:cubicBezTo>
                          <a:pt x="12147" y="54616"/>
                          <a:pt x="22963" y="47921"/>
                          <a:pt x="31165" y="39454"/>
                        </a:cubicBezTo>
                        <a:cubicBezTo>
                          <a:pt x="33647" y="36839"/>
                          <a:pt x="35952" y="34046"/>
                          <a:pt x="36972" y="3081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43" name="Forme libre : forme 19842">
                    <a:extLst>
                      <a:ext uri="{FF2B5EF4-FFF2-40B4-BE49-F238E27FC236}">
                        <a16:creationId xmlns:a16="http://schemas.microsoft.com/office/drawing/2014/main" id="{AD112BC0-3FD3-4162-8437-B6F5AD660F1C}"/>
                      </a:ext>
                    </a:extLst>
                  </p:cNvPr>
                  <p:cNvSpPr/>
                  <p:nvPr/>
                </p:nvSpPr>
                <p:spPr>
                  <a:xfrm>
                    <a:off x="6803977" y="6237100"/>
                    <a:ext cx="87674" cy="108921"/>
                  </a:xfrm>
                  <a:custGeom>
                    <a:avLst/>
                    <a:gdLst>
                      <a:gd name="connsiteX0" fmla="*/ 24148 w 87674"/>
                      <a:gd name="connsiteY0" fmla="*/ 42824 h 108921"/>
                      <a:gd name="connsiteX1" fmla="*/ 87674 w 87674"/>
                      <a:gd name="connsiteY1" fmla="*/ 23629 h 108921"/>
                      <a:gd name="connsiteX2" fmla="*/ 54337 w 87674"/>
                      <a:gd name="connsiteY2" fmla="*/ 18043 h 108921"/>
                      <a:gd name="connsiteX3" fmla="*/ 40373 w 87674"/>
                      <a:gd name="connsiteY3" fmla="*/ 0 h 108921"/>
                      <a:gd name="connsiteX4" fmla="*/ 41836 w 87674"/>
                      <a:gd name="connsiteY4" fmla="*/ 26820 h 108921"/>
                      <a:gd name="connsiteX5" fmla="*/ 22064 w 87674"/>
                      <a:gd name="connsiteY5" fmla="*/ 39898 h 108921"/>
                      <a:gd name="connsiteX6" fmla="*/ 298 w 87674"/>
                      <a:gd name="connsiteY6" fmla="*/ 72393 h 108921"/>
                      <a:gd name="connsiteX7" fmla="*/ 13508 w 87674"/>
                      <a:gd name="connsiteY7" fmla="*/ 108921 h 108921"/>
                      <a:gd name="connsiteX8" fmla="*/ 9563 w 87674"/>
                      <a:gd name="connsiteY8" fmla="*/ 81082 h 108921"/>
                      <a:gd name="connsiteX9" fmla="*/ 10671 w 87674"/>
                      <a:gd name="connsiteY9" fmla="*/ 57719 h 108921"/>
                      <a:gd name="connsiteX10" fmla="*/ 24148 w 87674"/>
                      <a:gd name="connsiteY10" fmla="*/ 42824 h 108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7674" h="108921">
                        <a:moveTo>
                          <a:pt x="24148" y="42824"/>
                        </a:moveTo>
                        <a:cubicBezTo>
                          <a:pt x="41215" y="29658"/>
                          <a:pt x="64356" y="19329"/>
                          <a:pt x="87674" y="23629"/>
                        </a:cubicBezTo>
                        <a:cubicBezTo>
                          <a:pt x="77434" y="18974"/>
                          <a:pt x="63070" y="24560"/>
                          <a:pt x="54337" y="18043"/>
                        </a:cubicBezTo>
                        <a:cubicBezTo>
                          <a:pt x="47821" y="13211"/>
                          <a:pt x="48264" y="3414"/>
                          <a:pt x="40373" y="0"/>
                        </a:cubicBezTo>
                        <a:cubicBezTo>
                          <a:pt x="46535" y="8334"/>
                          <a:pt x="49062" y="18575"/>
                          <a:pt x="41836" y="26820"/>
                        </a:cubicBezTo>
                        <a:cubicBezTo>
                          <a:pt x="36871" y="32495"/>
                          <a:pt x="28803" y="35642"/>
                          <a:pt x="22064" y="39898"/>
                        </a:cubicBezTo>
                        <a:cubicBezTo>
                          <a:pt x="9918" y="47612"/>
                          <a:pt x="1894" y="59581"/>
                          <a:pt x="298" y="72393"/>
                        </a:cubicBezTo>
                        <a:cubicBezTo>
                          <a:pt x="-1298" y="85205"/>
                          <a:pt x="3578" y="98681"/>
                          <a:pt x="13508" y="108921"/>
                        </a:cubicBezTo>
                        <a:cubicBezTo>
                          <a:pt x="12179" y="99656"/>
                          <a:pt x="10849" y="90347"/>
                          <a:pt x="9563" y="81082"/>
                        </a:cubicBezTo>
                        <a:cubicBezTo>
                          <a:pt x="8455" y="73235"/>
                          <a:pt x="7346" y="64989"/>
                          <a:pt x="10671" y="57719"/>
                        </a:cubicBezTo>
                        <a:cubicBezTo>
                          <a:pt x="13331" y="51823"/>
                          <a:pt x="18607" y="47080"/>
                          <a:pt x="24148" y="4282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44" name="Forme libre : forme 19843">
                    <a:extLst>
                      <a:ext uri="{FF2B5EF4-FFF2-40B4-BE49-F238E27FC236}">
                        <a16:creationId xmlns:a16="http://schemas.microsoft.com/office/drawing/2014/main" id="{4128886C-0660-423F-9FCA-C2C0F5F8C2C1}"/>
                      </a:ext>
                    </a:extLst>
                  </p:cNvPr>
                  <p:cNvSpPr/>
                  <p:nvPr/>
                </p:nvSpPr>
                <p:spPr>
                  <a:xfrm>
                    <a:off x="6910093" y="6189045"/>
                    <a:ext cx="12855" cy="1241"/>
                  </a:xfrm>
                  <a:custGeom>
                    <a:avLst/>
                    <a:gdLst>
                      <a:gd name="connsiteX0" fmla="*/ 0 w 12855"/>
                      <a:gd name="connsiteY0" fmla="*/ 621 h 1241"/>
                      <a:gd name="connsiteX1" fmla="*/ 12856 w 12855"/>
                      <a:gd name="connsiteY1" fmla="*/ 222 h 1241"/>
                      <a:gd name="connsiteX2" fmla="*/ 0 w 12855"/>
                      <a:gd name="connsiteY2" fmla="*/ 621 h 1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855" h="1241">
                        <a:moveTo>
                          <a:pt x="0" y="621"/>
                        </a:moveTo>
                        <a:cubicBezTo>
                          <a:pt x="4300" y="1640"/>
                          <a:pt x="8645" y="1330"/>
                          <a:pt x="12856" y="222"/>
                        </a:cubicBezTo>
                        <a:cubicBezTo>
                          <a:pt x="8689" y="-266"/>
                          <a:pt x="4167" y="133"/>
                          <a:pt x="0" y="621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45" name="Forme libre : forme 19844">
                    <a:extLst>
                      <a:ext uri="{FF2B5EF4-FFF2-40B4-BE49-F238E27FC236}">
                        <a16:creationId xmlns:a16="http://schemas.microsoft.com/office/drawing/2014/main" id="{09471247-6B82-4348-8C57-2C4C72DCB059}"/>
                      </a:ext>
                    </a:extLst>
                  </p:cNvPr>
                  <p:cNvSpPr/>
                  <p:nvPr/>
                </p:nvSpPr>
                <p:spPr>
                  <a:xfrm>
                    <a:off x="6922905" y="6150477"/>
                    <a:ext cx="34046" cy="72347"/>
                  </a:xfrm>
                  <a:custGeom>
                    <a:avLst/>
                    <a:gdLst>
                      <a:gd name="connsiteX0" fmla="*/ 34046 w 34046"/>
                      <a:gd name="connsiteY0" fmla="*/ 72348 h 72347"/>
                      <a:gd name="connsiteX1" fmla="*/ 14408 w 34046"/>
                      <a:gd name="connsiteY1" fmla="*/ 43888 h 72347"/>
                      <a:gd name="connsiteX2" fmla="*/ 13698 w 34046"/>
                      <a:gd name="connsiteY2" fmla="*/ 40252 h 72347"/>
                      <a:gd name="connsiteX3" fmla="*/ 16801 w 34046"/>
                      <a:gd name="connsiteY3" fmla="*/ 36750 h 72347"/>
                      <a:gd name="connsiteX4" fmla="*/ 25357 w 34046"/>
                      <a:gd name="connsiteY4" fmla="*/ 0 h 72347"/>
                      <a:gd name="connsiteX5" fmla="*/ 21944 w 34046"/>
                      <a:gd name="connsiteY5" fmla="*/ 25800 h 72347"/>
                      <a:gd name="connsiteX6" fmla="*/ 14363 w 34046"/>
                      <a:gd name="connsiteY6" fmla="*/ 32051 h 72347"/>
                      <a:gd name="connsiteX7" fmla="*/ 0 w 34046"/>
                      <a:gd name="connsiteY7" fmla="*/ 38745 h 72347"/>
                      <a:gd name="connsiteX8" fmla="*/ 8334 w 34046"/>
                      <a:gd name="connsiteY8" fmla="*/ 41627 h 72347"/>
                      <a:gd name="connsiteX9" fmla="*/ 18619 w 34046"/>
                      <a:gd name="connsiteY9" fmla="*/ 60024 h 72347"/>
                      <a:gd name="connsiteX10" fmla="*/ 34046 w 34046"/>
                      <a:gd name="connsiteY10" fmla="*/ 72348 h 72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046" h="72347">
                        <a:moveTo>
                          <a:pt x="34046" y="72348"/>
                        </a:moveTo>
                        <a:cubicBezTo>
                          <a:pt x="25579" y="63881"/>
                          <a:pt x="18885" y="54217"/>
                          <a:pt x="14408" y="43888"/>
                        </a:cubicBezTo>
                        <a:cubicBezTo>
                          <a:pt x="13875" y="42691"/>
                          <a:pt x="13388" y="41449"/>
                          <a:pt x="13698" y="40252"/>
                        </a:cubicBezTo>
                        <a:cubicBezTo>
                          <a:pt x="14053" y="38790"/>
                          <a:pt x="15516" y="37726"/>
                          <a:pt x="16801" y="36750"/>
                        </a:cubicBezTo>
                        <a:cubicBezTo>
                          <a:pt x="21944" y="32716"/>
                          <a:pt x="40297" y="576"/>
                          <a:pt x="25357" y="0"/>
                        </a:cubicBezTo>
                        <a:cubicBezTo>
                          <a:pt x="26244" y="8955"/>
                          <a:pt x="28549" y="17998"/>
                          <a:pt x="21944" y="25800"/>
                        </a:cubicBezTo>
                        <a:cubicBezTo>
                          <a:pt x="19905" y="28239"/>
                          <a:pt x="17156" y="30233"/>
                          <a:pt x="14363" y="32051"/>
                        </a:cubicBezTo>
                        <a:cubicBezTo>
                          <a:pt x="10107" y="34844"/>
                          <a:pt x="5187" y="37415"/>
                          <a:pt x="0" y="38745"/>
                        </a:cubicBezTo>
                        <a:cubicBezTo>
                          <a:pt x="3059" y="39100"/>
                          <a:pt x="5896" y="39942"/>
                          <a:pt x="8334" y="41627"/>
                        </a:cubicBezTo>
                        <a:cubicBezTo>
                          <a:pt x="14674" y="46060"/>
                          <a:pt x="14762" y="53995"/>
                          <a:pt x="18619" y="60024"/>
                        </a:cubicBezTo>
                        <a:cubicBezTo>
                          <a:pt x="22032" y="65344"/>
                          <a:pt x="28150" y="68934"/>
                          <a:pt x="34046" y="72348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46" name="Forme libre : forme 19845">
                    <a:extLst>
                      <a:ext uri="{FF2B5EF4-FFF2-40B4-BE49-F238E27FC236}">
                        <a16:creationId xmlns:a16="http://schemas.microsoft.com/office/drawing/2014/main" id="{5F2EEDBB-0A33-492B-9E16-72FDE8F865EA}"/>
                      </a:ext>
                    </a:extLst>
                  </p:cNvPr>
                  <p:cNvSpPr/>
                  <p:nvPr/>
                </p:nvSpPr>
                <p:spPr>
                  <a:xfrm>
                    <a:off x="6926915" y="6285231"/>
                    <a:ext cx="40941" cy="66864"/>
                  </a:xfrm>
                  <a:custGeom>
                    <a:avLst/>
                    <a:gdLst>
                      <a:gd name="connsiteX0" fmla="*/ 20284 w 40941"/>
                      <a:gd name="connsiteY0" fmla="*/ 2983 h 66864"/>
                      <a:gd name="connsiteX1" fmla="*/ 2285 w 40941"/>
                      <a:gd name="connsiteY1" fmla="*/ 1210 h 66864"/>
                      <a:gd name="connsiteX2" fmla="*/ 10442 w 40941"/>
                      <a:gd name="connsiteY2" fmla="*/ 40399 h 66864"/>
                      <a:gd name="connsiteX3" fmla="*/ 17136 w 40941"/>
                      <a:gd name="connsiteY3" fmla="*/ 56313 h 66864"/>
                      <a:gd name="connsiteX4" fmla="*/ 28086 w 40941"/>
                      <a:gd name="connsiteY4" fmla="*/ 66864 h 66864"/>
                      <a:gd name="connsiteX5" fmla="*/ 14210 w 40941"/>
                      <a:gd name="connsiteY5" fmla="*/ 42128 h 66864"/>
                      <a:gd name="connsiteX6" fmla="*/ 13412 w 40941"/>
                      <a:gd name="connsiteY6" fmla="*/ 14775 h 66864"/>
                      <a:gd name="connsiteX7" fmla="*/ 16072 w 40941"/>
                      <a:gd name="connsiteY7" fmla="*/ 8170 h 66864"/>
                      <a:gd name="connsiteX8" fmla="*/ 25293 w 40941"/>
                      <a:gd name="connsiteY8" fmla="*/ 7062 h 66864"/>
                      <a:gd name="connsiteX9" fmla="*/ 40942 w 40941"/>
                      <a:gd name="connsiteY9" fmla="*/ 944 h 66864"/>
                      <a:gd name="connsiteX10" fmla="*/ 20284 w 40941"/>
                      <a:gd name="connsiteY10" fmla="*/ 2983 h 66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0941" h="66864">
                        <a:moveTo>
                          <a:pt x="20284" y="2983"/>
                        </a:moveTo>
                        <a:cubicBezTo>
                          <a:pt x="14787" y="2407"/>
                          <a:pt x="6718" y="-2115"/>
                          <a:pt x="2285" y="1210"/>
                        </a:cubicBezTo>
                        <a:cubicBezTo>
                          <a:pt x="-5295" y="6884"/>
                          <a:pt x="8226" y="33350"/>
                          <a:pt x="10442" y="40399"/>
                        </a:cubicBezTo>
                        <a:cubicBezTo>
                          <a:pt x="12127" y="45851"/>
                          <a:pt x="13856" y="51348"/>
                          <a:pt x="17136" y="56313"/>
                        </a:cubicBezTo>
                        <a:cubicBezTo>
                          <a:pt x="19840" y="60392"/>
                          <a:pt x="23609" y="64027"/>
                          <a:pt x="28086" y="66864"/>
                        </a:cubicBezTo>
                        <a:cubicBezTo>
                          <a:pt x="20284" y="60214"/>
                          <a:pt x="16028" y="51171"/>
                          <a:pt x="14210" y="42128"/>
                        </a:cubicBezTo>
                        <a:cubicBezTo>
                          <a:pt x="12437" y="33084"/>
                          <a:pt x="12925" y="23907"/>
                          <a:pt x="13412" y="14775"/>
                        </a:cubicBezTo>
                        <a:cubicBezTo>
                          <a:pt x="13545" y="12381"/>
                          <a:pt x="13856" y="9677"/>
                          <a:pt x="16072" y="8170"/>
                        </a:cubicBezTo>
                        <a:cubicBezTo>
                          <a:pt x="18510" y="6530"/>
                          <a:pt x="22101" y="7062"/>
                          <a:pt x="25293" y="7062"/>
                        </a:cubicBezTo>
                        <a:cubicBezTo>
                          <a:pt x="31322" y="7062"/>
                          <a:pt x="37174" y="4756"/>
                          <a:pt x="40942" y="944"/>
                        </a:cubicBezTo>
                        <a:cubicBezTo>
                          <a:pt x="37129" y="3737"/>
                          <a:pt x="23786" y="3338"/>
                          <a:pt x="20284" y="298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47" name="Forme libre : forme 19846">
                    <a:extLst>
                      <a:ext uri="{FF2B5EF4-FFF2-40B4-BE49-F238E27FC236}">
                        <a16:creationId xmlns:a16="http://schemas.microsoft.com/office/drawing/2014/main" id="{89AAB05D-CA65-4A46-B2B2-EE8AB127C2D0}"/>
                      </a:ext>
                    </a:extLst>
                  </p:cNvPr>
                  <p:cNvSpPr/>
                  <p:nvPr/>
                </p:nvSpPr>
                <p:spPr>
                  <a:xfrm>
                    <a:off x="6967856" y="6285332"/>
                    <a:ext cx="842" cy="842"/>
                  </a:xfrm>
                  <a:custGeom>
                    <a:avLst/>
                    <a:gdLst>
                      <a:gd name="connsiteX0" fmla="*/ 842 w 842"/>
                      <a:gd name="connsiteY0" fmla="*/ 0 h 842"/>
                      <a:gd name="connsiteX1" fmla="*/ 0 w 842"/>
                      <a:gd name="connsiteY1" fmla="*/ 843 h 842"/>
                      <a:gd name="connsiteX2" fmla="*/ 842 w 842"/>
                      <a:gd name="connsiteY2" fmla="*/ 0 h 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42" h="842">
                        <a:moveTo>
                          <a:pt x="842" y="0"/>
                        </a:moveTo>
                        <a:cubicBezTo>
                          <a:pt x="576" y="311"/>
                          <a:pt x="266" y="576"/>
                          <a:pt x="0" y="843"/>
                        </a:cubicBezTo>
                        <a:cubicBezTo>
                          <a:pt x="355" y="576"/>
                          <a:pt x="665" y="311"/>
                          <a:pt x="842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48" name="Forme libre : forme 19847">
                    <a:extLst>
                      <a:ext uri="{FF2B5EF4-FFF2-40B4-BE49-F238E27FC236}">
                        <a16:creationId xmlns:a16="http://schemas.microsoft.com/office/drawing/2014/main" id="{51F5E84F-2E70-4D46-8B71-B77797D4E974}"/>
                      </a:ext>
                    </a:extLst>
                  </p:cNvPr>
                  <p:cNvSpPr/>
                  <p:nvPr/>
                </p:nvSpPr>
                <p:spPr>
                  <a:xfrm>
                    <a:off x="7030540" y="6185144"/>
                    <a:ext cx="7225" cy="199"/>
                  </a:xfrm>
                  <a:custGeom>
                    <a:avLst/>
                    <a:gdLst>
                      <a:gd name="connsiteX0" fmla="*/ 0 w 7225"/>
                      <a:gd name="connsiteY0" fmla="*/ 0 h 199"/>
                      <a:gd name="connsiteX1" fmla="*/ 7226 w 7225"/>
                      <a:gd name="connsiteY1" fmla="*/ 0 h 199"/>
                      <a:gd name="connsiteX2" fmla="*/ 0 w 7225"/>
                      <a:gd name="connsiteY2" fmla="*/ 0 h 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225" h="199">
                        <a:moveTo>
                          <a:pt x="0" y="0"/>
                        </a:moveTo>
                        <a:cubicBezTo>
                          <a:pt x="2438" y="266"/>
                          <a:pt x="4832" y="266"/>
                          <a:pt x="7226" y="0"/>
                        </a:cubicBezTo>
                        <a:cubicBezTo>
                          <a:pt x="4788" y="44"/>
                          <a:pt x="2394" y="8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49" name="Forme libre : forme 19848">
                    <a:extLst>
                      <a:ext uri="{FF2B5EF4-FFF2-40B4-BE49-F238E27FC236}">
                        <a16:creationId xmlns:a16="http://schemas.microsoft.com/office/drawing/2014/main" id="{65D3ABB5-F17A-410E-8E46-9D6BCD721E9A}"/>
                      </a:ext>
                    </a:extLst>
                  </p:cNvPr>
                  <p:cNvSpPr/>
                  <p:nvPr/>
                </p:nvSpPr>
                <p:spPr>
                  <a:xfrm>
                    <a:off x="7037678" y="6141656"/>
                    <a:ext cx="125190" cy="76160"/>
                  </a:xfrm>
                  <a:custGeom>
                    <a:avLst/>
                    <a:gdLst>
                      <a:gd name="connsiteX0" fmla="*/ 87554 w 125190"/>
                      <a:gd name="connsiteY0" fmla="*/ 42646 h 76160"/>
                      <a:gd name="connsiteX1" fmla="*/ 75407 w 125190"/>
                      <a:gd name="connsiteY1" fmla="*/ 13876 h 76160"/>
                      <a:gd name="connsiteX2" fmla="*/ 70752 w 125190"/>
                      <a:gd name="connsiteY2" fmla="*/ 0 h 76160"/>
                      <a:gd name="connsiteX3" fmla="*/ 63127 w 125190"/>
                      <a:gd name="connsiteY3" fmla="*/ 14274 h 76160"/>
                      <a:gd name="connsiteX4" fmla="*/ 45129 w 125190"/>
                      <a:gd name="connsiteY4" fmla="*/ 25446 h 76160"/>
                      <a:gd name="connsiteX5" fmla="*/ 19550 w 125190"/>
                      <a:gd name="connsiteY5" fmla="*/ 37238 h 76160"/>
                      <a:gd name="connsiteX6" fmla="*/ 0 w 125190"/>
                      <a:gd name="connsiteY6" fmla="*/ 43444 h 76160"/>
                      <a:gd name="connsiteX7" fmla="*/ 69600 w 125190"/>
                      <a:gd name="connsiteY7" fmla="*/ 17599 h 76160"/>
                      <a:gd name="connsiteX8" fmla="*/ 125191 w 125190"/>
                      <a:gd name="connsiteY8" fmla="*/ 76160 h 76160"/>
                      <a:gd name="connsiteX9" fmla="*/ 87554 w 125190"/>
                      <a:gd name="connsiteY9" fmla="*/ 42646 h 76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5190" h="76160">
                        <a:moveTo>
                          <a:pt x="87554" y="42646"/>
                        </a:moveTo>
                        <a:cubicBezTo>
                          <a:pt x="81613" y="33691"/>
                          <a:pt x="78510" y="23717"/>
                          <a:pt x="75407" y="13876"/>
                        </a:cubicBezTo>
                        <a:cubicBezTo>
                          <a:pt x="73988" y="9265"/>
                          <a:pt x="72792" y="4389"/>
                          <a:pt x="70752" y="0"/>
                        </a:cubicBezTo>
                        <a:cubicBezTo>
                          <a:pt x="68359" y="4965"/>
                          <a:pt x="67516" y="9974"/>
                          <a:pt x="63127" y="14274"/>
                        </a:cubicBezTo>
                        <a:cubicBezTo>
                          <a:pt x="58251" y="19062"/>
                          <a:pt x="51646" y="22342"/>
                          <a:pt x="45129" y="25446"/>
                        </a:cubicBezTo>
                        <a:cubicBezTo>
                          <a:pt x="36706" y="29480"/>
                          <a:pt x="28150" y="33425"/>
                          <a:pt x="19550" y="37238"/>
                        </a:cubicBezTo>
                        <a:cubicBezTo>
                          <a:pt x="13432" y="39942"/>
                          <a:pt x="6871" y="42646"/>
                          <a:pt x="0" y="43444"/>
                        </a:cubicBezTo>
                        <a:cubicBezTo>
                          <a:pt x="25845" y="42513"/>
                          <a:pt x="49784" y="31253"/>
                          <a:pt x="69600" y="17599"/>
                        </a:cubicBezTo>
                        <a:cubicBezTo>
                          <a:pt x="75274" y="42779"/>
                          <a:pt x="96908" y="65565"/>
                          <a:pt x="125191" y="76160"/>
                        </a:cubicBezTo>
                        <a:cubicBezTo>
                          <a:pt x="111005" y="66363"/>
                          <a:pt x="96464" y="56123"/>
                          <a:pt x="87554" y="42646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50" name="Forme libre : forme 19849">
                    <a:extLst>
                      <a:ext uri="{FF2B5EF4-FFF2-40B4-BE49-F238E27FC236}">
                        <a16:creationId xmlns:a16="http://schemas.microsoft.com/office/drawing/2014/main" id="{706A471B-C028-449B-8697-39E4D7627899}"/>
                      </a:ext>
                    </a:extLst>
                  </p:cNvPr>
                  <p:cNvSpPr/>
                  <p:nvPr/>
                </p:nvSpPr>
                <p:spPr>
                  <a:xfrm>
                    <a:off x="7229542" y="6137444"/>
                    <a:ext cx="91100" cy="87686"/>
                  </a:xfrm>
                  <a:custGeom>
                    <a:avLst/>
                    <a:gdLst>
                      <a:gd name="connsiteX0" fmla="*/ 53596 w 91100"/>
                      <a:gd name="connsiteY0" fmla="*/ 30190 h 87686"/>
                      <a:gd name="connsiteX1" fmla="*/ 41139 w 91100"/>
                      <a:gd name="connsiteY1" fmla="*/ 11482 h 87686"/>
                      <a:gd name="connsiteX2" fmla="*/ 30766 w 91100"/>
                      <a:gd name="connsiteY2" fmla="*/ 0 h 87686"/>
                      <a:gd name="connsiteX3" fmla="*/ 44109 w 91100"/>
                      <a:gd name="connsiteY3" fmla="*/ 33426 h 87686"/>
                      <a:gd name="connsiteX4" fmla="*/ 43311 w 91100"/>
                      <a:gd name="connsiteY4" fmla="*/ 50715 h 87686"/>
                      <a:gd name="connsiteX5" fmla="*/ 33337 w 91100"/>
                      <a:gd name="connsiteY5" fmla="*/ 64502 h 87686"/>
                      <a:gd name="connsiteX6" fmla="*/ 0 w 91100"/>
                      <a:gd name="connsiteY6" fmla="*/ 87687 h 87686"/>
                      <a:gd name="connsiteX7" fmla="*/ 22875 w 91100"/>
                      <a:gd name="connsiteY7" fmla="*/ 76826 h 87686"/>
                      <a:gd name="connsiteX8" fmla="*/ 52266 w 91100"/>
                      <a:gd name="connsiteY8" fmla="*/ 47079 h 87686"/>
                      <a:gd name="connsiteX9" fmla="*/ 66275 w 91100"/>
                      <a:gd name="connsiteY9" fmla="*/ 31298 h 87686"/>
                      <a:gd name="connsiteX10" fmla="*/ 91100 w 91100"/>
                      <a:gd name="connsiteY10" fmla="*/ 24382 h 87686"/>
                      <a:gd name="connsiteX11" fmla="*/ 53596 w 91100"/>
                      <a:gd name="connsiteY11" fmla="*/ 30190 h 876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1100" h="87686">
                        <a:moveTo>
                          <a:pt x="53596" y="30190"/>
                        </a:moveTo>
                        <a:cubicBezTo>
                          <a:pt x="45528" y="27131"/>
                          <a:pt x="44153" y="18397"/>
                          <a:pt x="41139" y="11482"/>
                        </a:cubicBezTo>
                        <a:cubicBezTo>
                          <a:pt x="39499" y="7669"/>
                          <a:pt x="35819" y="266"/>
                          <a:pt x="30766" y="0"/>
                        </a:cubicBezTo>
                        <a:cubicBezTo>
                          <a:pt x="36174" y="11127"/>
                          <a:pt x="42070" y="21368"/>
                          <a:pt x="44109" y="33426"/>
                        </a:cubicBezTo>
                        <a:cubicBezTo>
                          <a:pt x="45085" y="39233"/>
                          <a:pt x="45350" y="45218"/>
                          <a:pt x="43311" y="50715"/>
                        </a:cubicBezTo>
                        <a:cubicBezTo>
                          <a:pt x="41405" y="55901"/>
                          <a:pt x="37504" y="60379"/>
                          <a:pt x="33337" y="64502"/>
                        </a:cubicBezTo>
                        <a:cubicBezTo>
                          <a:pt x="23939" y="73722"/>
                          <a:pt x="12590" y="81613"/>
                          <a:pt x="0" y="87687"/>
                        </a:cubicBezTo>
                        <a:cubicBezTo>
                          <a:pt x="8955" y="86800"/>
                          <a:pt x="16403" y="81924"/>
                          <a:pt x="22875" y="76826"/>
                        </a:cubicBezTo>
                        <a:cubicBezTo>
                          <a:pt x="34091" y="68004"/>
                          <a:pt x="43976" y="57985"/>
                          <a:pt x="52266" y="47079"/>
                        </a:cubicBezTo>
                        <a:cubicBezTo>
                          <a:pt x="56478" y="41538"/>
                          <a:pt x="60379" y="35642"/>
                          <a:pt x="66275" y="31298"/>
                        </a:cubicBezTo>
                        <a:cubicBezTo>
                          <a:pt x="72969" y="26422"/>
                          <a:pt x="82057" y="23894"/>
                          <a:pt x="91100" y="24382"/>
                        </a:cubicBezTo>
                        <a:cubicBezTo>
                          <a:pt x="78421" y="20792"/>
                          <a:pt x="65787" y="34800"/>
                          <a:pt x="53596" y="30190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51" name="Forme libre : forme 19850">
                    <a:extLst>
                      <a:ext uri="{FF2B5EF4-FFF2-40B4-BE49-F238E27FC236}">
                        <a16:creationId xmlns:a16="http://schemas.microsoft.com/office/drawing/2014/main" id="{8DAB750B-2D40-44ED-8214-AB6049D0AEA9}"/>
                      </a:ext>
                    </a:extLst>
                  </p:cNvPr>
                  <p:cNvSpPr/>
                  <p:nvPr/>
                </p:nvSpPr>
                <p:spPr>
                  <a:xfrm>
                    <a:off x="6971004" y="6235770"/>
                    <a:ext cx="69426" cy="49251"/>
                  </a:xfrm>
                  <a:custGeom>
                    <a:avLst/>
                    <a:gdLst>
                      <a:gd name="connsiteX0" fmla="*/ 11836 w 69426"/>
                      <a:gd name="connsiteY0" fmla="*/ 21634 h 49251"/>
                      <a:gd name="connsiteX1" fmla="*/ 9221 w 69426"/>
                      <a:gd name="connsiteY1" fmla="*/ 32805 h 49251"/>
                      <a:gd name="connsiteX2" fmla="*/ 0 w 69426"/>
                      <a:gd name="connsiteY2" fmla="*/ 42026 h 49251"/>
                      <a:gd name="connsiteX3" fmla="*/ 20437 w 69426"/>
                      <a:gd name="connsiteY3" fmla="*/ 32450 h 49251"/>
                      <a:gd name="connsiteX4" fmla="*/ 41006 w 69426"/>
                      <a:gd name="connsiteY4" fmla="*/ 27175 h 49251"/>
                      <a:gd name="connsiteX5" fmla="*/ 54660 w 69426"/>
                      <a:gd name="connsiteY5" fmla="*/ 28505 h 49251"/>
                      <a:gd name="connsiteX6" fmla="*/ 56345 w 69426"/>
                      <a:gd name="connsiteY6" fmla="*/ 35465 h 49251"/>
                      <a:gd name="connsiteX7" fmla="*/ 62640 w 69426"/>
                      <a:gd name="connsiteY7" fmla="*/ 49252 h 49251"/>
                      <a:gd name="connsiteX8" fmla="*/ 59980 w 69426"/>
                      <a:gd name="connsiteY8" fmla="*/ 21634 h 49251"/>
                      <a:gd name="connsiteX9" fmla="*/ 69422 w 69426"/>
                      <a:gd name="connsiteY9" fmla="*/ 0 h 49251"/>
                      <a:gd name="connsiteX10" fmla="*/ 45484 w 69426"/>
                      <a:gd name="connsiteY10" fmla="*/ 15294 h 49251"/>
                      <a:gd name="connsiteX11" fmla="*/ 11836 w 69426"/>
                      <a:gd name="connsiteY11" fmla="*/ 21634 h 49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9426" h="49251">
                        <a:moveTo>
                          <a:pt x="11836" y="21634"/>
                        </a:moveTo>
                        <a:cubicBezTo>
                          <a:pt x="14452" y="25180"/>
                          <a:pt x="12324" y="29746"/>
                          <a:pt x="9221" y="32805"/>
                        </a:cubicBezTo>
                        <a:cubicBezTo>
                          <a:pt x="6118" y="35864"/>
                          <a:pt x="2039" y="38346"/>
                          <a:pt x="0" y="42026"/>
                        </a:cubicBezTo>
                        <a:cubicBezTo>
                          <a:pt x="4655" y="36662"/>
                          <a:pt x="12767" y="34401"/>
                          <a:pt x="20437" y="32450"/>
                        </a:cubicBezTo>
                        <a:cubicBezTo>
                          <a:pt x="27308" y="30677"/>
                          <a:pt x="34135" y="28948"/>
                          <a:pt x="41006" y="27175"/>
                        </a:cubicBezTo>
                        <a:cubicBezTo>
                          <a:pt x="45661" y="25978"/>
                          <a:pt x="51734" y="25180"/>
                          <a:pt x="54660" y="28505"/>
                        </a:cubicBezTo>
                        <a:cubicBezTo>
                          <a:pt x="56389" y="30455"/>
                          <a:pt x="56167" y="33071"/>
                          <a:pt x="56345" y="35465"/>
                        </a:cubicBezTo>
                        <a:cubicBezTo>
                          <a:pt x="56655" y="40385"/>
                          <a:pt x="58916" y="45306"/>
                          <a:pt x="62640" y="49252"/>
                        </a:cubicBezTo>
                        <a:cubicBezTo>
                          <a:pt x="64147" y="39987"/>
                          <a:pt x="59714" y="30854"/>
                          <a:pt x="59980" y="21634"/>
                        </a:cubicBezTo>
                        <a:cubicBezTo>
                          <a:pt x="60202" y="13299"/>
                          <a:pt x="69644" y="7270"/>
                          <a:pt x="69422" y="0"/>
                        </a:cubicBezTo>
                        <a:cubicBezTo>
                          <a:pt x="60600" y="310"/>
                          <a:pt x="52444" y="11260"/>
                          <a:pt x="45484" y="15294"/>
                        </a:cubicBezTo>
                        <a:cubicBezTo>
                          <a:pt x="40607" y="18087"/>
                          <a:pt x="17511" y="29347"/>
                          <a:pt x="11836" y="21634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52" name="Forme libre : forme 19851">
                    <a:extLst>
                      <a:ext uri="{FF2B5EF4-FFF2-40B4-BE49-F238E27FC236}">
                        <a16:creationId xmlns:a16="http://schemas.microsoft.com/office/drawing/2014/main" id="{71C423D1-8569-49B0-8257-D5E339E58C2B}"/>
                      </a:ext>
                    </a:extLst>
                  </p:cNvPr>
                  <p:cNvSpPr/>
                  <p:nvPr/>
                </p:nvSpPr>
                <p:spPr>
                  <a:xfrm>
                    <a:off x="7190354" y="6290741"/>
                    <a:ext cx="1108" cy="2925"/>
                  </a:xfrm>
                  <a:custGeom>
                    <a:avLst/>
                    <a:gdLst>
                      <a:gd name="connsiteX0" fmla="*/ 0 w 1108"/>
                      <a:gd name="connsiteY0" fmla="*/ 2925 h 2925"/>
                      <a:gd name="connsiteX1" fmla="*/ 1108 w 1108"/>
                      <a:gd name="connsiteY1" fmla="*/ 0 h 2925"/>
                      <a:gd name="connsiteX2" fmla="*/ 133 w 1108"/>
                      <a:gd name="connsiteY2" fmla="*/ 266 h 2925"/>
                      <a:gd name="connsiteX3" fmla="*/ 0 w 1108"/>
                      <a:gd name="connsiteY3" fmla="*/ 2925 h 2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08" h="2925">
                        <a:moveTo>
                          <a:pt x="0" y="2925"/>
                        </a:moveTo>
                        <a:cubicBezTo>
                          <a:pt x="310" y="1950"/>
                          <a:pt x="709" y="975"/>
                          <a:pt x="1108" y="0"/>
                        </a:cubicBezTo>
                        <a:lnTo>
                          <a:pt x="133" y="266"/>
                        </a:lnTo>
                        <a:cubicBezTo>
                          <a:pt x="89" y="1197"/>
                          <a:pt x="44" y="2039"/>
                          <a:pt x="0" y="2925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53" name="Forme libre : forme 19852">
                    <a:extLst>
                      <a:ext uri="{FF2B5EF4-FFF2-40B4-BE49-F238E27FC236}">
                        <a16:creationId xmlns:a16="http://schemas.microsoft.com/office/drawing/2014/main" id="{E081F0D9-7D59-4618-BB84-7ACB3BAA88F7}"/>
                      </a:ext>
                    </a:extLst>
                  </p:cNvPr>
                  <p:cNvSpPr/>
                  <p:nvPr/>
                </p:nvSpPr>
                <p:spPr>
                  <a:xfrm>
                    <a:off x="7190487" y="6250178"/>
                    <a:ext cx="37902" cy="40873"/>
                  </a:xfrm>
                  <a:custGeom>
                    <a:avLst/>
                    <a:gdLst>
                      <a:gd name="connsiteX0" fmla="*/ 22343 w 37902"/>
                      <a:gd name="connsiteY0" fmla="*/ 17023 h 40873"/>
                      <a:gd name="connsiteX1" fmla="*/ 16403 w 37902"/>
                      <a:gd name="connsiteY1" fmla="*/ 0 h 40873"/>
                      <a:gd name="connsiteX2" fmla="*/ 11482 w 37902"/>
                      <a:gd name="connsiteY2" fmla="*/ 13344 h 40873"/>
                      <a:gd name="connsiteX3" fmla="*/ 10462 w 37902"/>
                      <a:gd name="connsiteY3" fmla="*/ 16270 h 40873"/>
                      <a:gd name="connsiteX4" fmla="*/ 8112 w 37902"/>
                      <a:gd name="connsiteY4" fmla="*/ 18619 h 40873"/>
                      <a:gd name="connsiteX5" fmla="*/ 0 w 37902"/>
                      <a:gd name="connsiteY5" fmla="*/ 40873 h 40873"/>
                      <a:gd name="connsiteX6" fmla="*/ 975 w 37902"/>
                      <a:gd name="connsiteY6" fmla="*/ 40607 h 40873"/>
                      <a:gd name="connsiteX7" fmla="*/ 6694 w 37902"/>
                      <a:gd name="connsiteY7" fmla="*/ 31386 h 40873"/>
                      <a:gd name="connsiteX8" fmla="*/ 19284 w 37902"/>
                      <a:gd name="connsiteY8" fmla="*/ 24692 h 40873"/>
                      <a:gd name="connsiteX9" fmla="*/ 30810 w 37902"/>
                      <a:gd name="connsiteY9" fmla="*/ 29036 h 40873"/>
                      <a:gd name="connsiteX10" fmla="*/ 34977 w 37902"/>
                      <a:gd name="connsiteY10" fmla="*/ 30899 h 40873"/>
                      <a:gd name="connsiteX11" fmla="*/ 37903 w 37902"/>
                      <a:gd name="connsiteY11" fmla="*/ 30057 h 40873"/>
                      <a:gd name="connsiteX12" fmla="*/ 22343 w 37902"/>
                      <a:gd name="connsiteY12" fmla="*/ 17023 h 40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902" h="40873">
                        <a:moveTo>
                          <a:pt x="22343" y="17023"/>
                        </a:moveTo>
                        <a:cubicBezTo>
                          <a:pt x="18486" y="11748"/>
                          <a:pt x="16934" y="5985"/>
                          <a:pt x="16403" y="0"/>
                        </a:cubicBezTo>
                        <a:cubicBezTo>
                          <a:pt x="11969" y="2039"/>
                          <a:pt x="12324" y="9354"/>
                          <a:pt x="11482" y="13344"/>
                        </a:cubicBezTo>
                        <a:cubicBezTo>
                          <a:pt x="11260" y="14363"/>
                          <a:pt x="11038" y="15383"/>
                          <a:pt x="10462" y="16270"/>
                        </a:cubicBezTo>
                        <a:cubicBezTo>
                          <a:pt x="9886" y="17156"/>
                          <a:pt x="8955" y="17866"/>
                          <a:pt x="8112" y="18619"/>
                        </a:cubicBezTo>
                        <a:cubicBezTo>
                          <a:pt x="1685" y="24382"/>
                          <a:pt x="443" y="32761"/>
                          <a:pt x="0" y="40873"/>
                        </a:cubicBezTo>
                        <a:lnTo>
                          <a:pt x="975" y="40607"/>
                        </a:lnTo>
                        <a:cubicBezTo>
                          <a:pt x="2394" y="37327"/>
                          <a:pt x="4300" y="34223"/>
                          <a:pt x="6694" y="31386"/>
                        </a:cubicBezTo>
                        <a:cubicBezTo>
                          <a:pt x="9664" y="27840"/>
                          <a:pt x="14008" y="24515"/>
                          <a:pt x="19284" y="24692"/>
                        </a:cubicBezTo>
                        <a:cubicBezTo>
                          <a:pt x="23495" y="24825"/>
                          <a:pt x="27175" y="27175"/>
                          <a:pt x="30810" y="29036"/>
                        </a:cubicBezTo>
                        <a:cubicBezTo>
                          <a:pt x="32140" y="29702"/>
                          <a:pt x="33559" y="30322"/>
                          <a:pt x="34977" y="30899"/>
                        </a:cubicBezTo>
                        <a:lnTo>
                          <a:pt x="37903" y="30057"/>
                        </a:lnTo>
                        <a:cubicBezTo>
                          <a:pt x="31652" y="26687"/>
                          <a:pt x="26155" y="22299"/>
                          <a:pt x="22343" y="17023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54" name="Forme libre : forme 19853">
                    <a:extLst>
                      <a:ext uri="{FF2B5EF4-FFF2-40B4-BE49-F238E27FC236}">
                        <a16:creationId xmlns:a16="http://schemas.microsoft.com/office/drawing/2014/main" id="{32C3231C-26E0-4EE0-A6C8-E76A904C60CB}"/>
                      </a:ext>
                    </a:extLst>
                  </p:cNvPr>
                  <p:cNvSpPr/>
                  <p:nvPr/>
                </p:nvSpPr>
                <p:spPr>
                  <a:xfrm>
                    <a:off x="6689059" y="6346908"/>
                    <a:ext cx="44860" cy="19461"/>
                  </a:xfrm>
                  <a:custGeom>
                    <a:avLst/>
                    <a:gdLst>
                      <a:gd name="connsiteX0" fmla="*/ 25978 w 44860"/>
                      <a:gd name="connsiteY0" fmla="*/ 12369 h 19461"/>
                      <a:gd name="connsiteX1" fmla="*/ 0 w 44860"/>
                      <a:gd name="connsiteY1" fmla="*/ 19461 h 19461"/>
                      <a:gd name="connsiteX2" fmla="*/ 43533 w 44860"/>
                      <a:gd name="connsiteY2" fmla="*/ 0 h 19461"/>
                      <a:gd name="connsiteX3" fmla="*/ 25978 w 44860"/>
                      <a:gd name="connsiteY3" fmla="*/ 12369 h 19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860" h="19461">
                        <a:moveTo>
                          <a:pt x="25978" y="12369"/>
                        </a:moveTo>
                        <a:cubicBezTo>
                          <a:pt x="17998" y="16048"/>
                          <a:pt x="8999" y="18132"/>
                          <a:pt x="0" y="19461"/>
                        </a:cubicBezTo>
                        <a:cubicBezTo>
                          <a:pt x="8866" y="18176"/>
                          <a:pt x="53020" y="15206"/>
                          <a:pt x="43533" y="0"/>
                        </a:cubicBezTo>
                        <a:cubicBezTo>
                          <a:pt x="37548" y="3635"/>
                          <a:pt x="33071" y="9088"/>
                          <a:pt x="25978" y="1236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55" name="Forme libre : forme 19854">
                    <a:extLst>
                      <a:ext uri="{FF2B5EF4-FFF2-40B4-BE49-F238E27FC236}">
                        <a16:creationId xmlns:a16="http://schemas.microsoft.com/office/drawing/2014/main" id="{69802CB4-820C-4AE5-93C1-A5B58DAC4C13}"/>
                      </a:ext>
                    </a:extLst>
                  </p:cNvPr>
                  <p:cNvSpPr/>
                  <p:nvPr/>
                </p:nvSpPr>
                <p:spPr>
                  <a:xfrm>
                    <a:off x="6085005" y="6324749"/>
                    <a:ext cx="26332" cy="47072"/>
                  </a:xfrm>
                  <a:custGeom>
                    <a:avLst/>
                    <a:gdLst>
                      <a:gd name="connsiteX0" fmla="*/ 15871 w 26332"/>
                      <a:gd name="connsiteY0" fmla="*/ 19809 h 47072"/>
                      <a:gd name="connsiteX1" fmla="*/ 19062 w 26332"/>
                      <a:gd name="connsiteY1" fmla="*/ 3052 h 47072"/>
                      <a:gd name="connsiteX2" fmla="*/ 12368 w 26332"/>
                      <a:gd name="connsiteY2" fmla="*/ 6066 h 47072"/>
                      <a:gd name="connsiteX3" fmla="*/ 8423 w 26332"/>
                      <a:gd name="connsiteY3" fmla="*/ 25217 h 47072"/>
                      <a:gd name="connsiteX4" fmla="*/ 1419 w 26332"/>
                      <a:gd name="connsiteY4" fmla="*/ 40999 h 47072"/>
                      <a:gd name="connsiteX5" fmla="*/ 0 w 26332"/>
                      <a:gd name="connsiteY5" fmla="*/ 41797 h 47072"/>
                      <a:gd name="connsiteX6" fmla="*/ 26333 w 26332"/>
                      <a:gd name="connsiteY6" fmla="*/ 47072 h 47072"/>
                      <a:gd name="connsiteX7" fmla="*/ 20481 w 26332"/>
                      <a:gd name="connsiteY7" fmla="*/ 36655 h 47072"/>
                      <a:gd name="connsiteX8" fmla="*/ 15871 w 26332"/>
                      <a:gd name="connsiteY8" fmla="*/ 19809 h 47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332" h="47072">
                        <a:moveTo>
                          <a:pt x="15871" y="19809"/>
                        </a:moveTo>
                        <a:cubicBezTo>
                          <a:pt x="15693" y="15597"/>
                          <a:pt x="20304" y="6466"/>
                          <a:pt x="19062" y="3052"/>
                        </a:cubicBezTo>
                        <a:cubicBezTo>
                          <a:pt x="16580" y="-3731"/>
                          <a:pt x="13610" y="2387"/>
                          <a:pt x="12368" y="6066"/>
                        </a:cubicBezTo>
                        <a:cubicBezTo>
                          <a:pt x="10285" y="12228"/>
                          <a:pt x="9310" y="18833"/>
                          <a:pt x="8423" y="25217"/>
                        </a:cubicBezTo>
                        <a:cubicBezTo>
                          <a:pt x="7669" y="30980"/>
                          <a:pt x="6827" y="37453"/>
                          <a:pt x="1419" y="40999"/>
                        </a:cubicBezTo>
                        <a:cubicBezTo>
                          <a:pt x="975" y="41310"/>
                          <a:pt x="488" y="41531"/>
                          <a:pt x="0" y="41797"/>
                        </a:cubicBezTo>
                        <a:cubicBezTo>
                          <a:pt x="9044" y="41842"/>
                          <a:pt x="18131" y="43615"/>
                          <a:pt x="26333" y="47072"/>
                        </a:cubicBezTo>
                        <a:cubicBezTo>
                          <a:pt x="24781" y="43482"/>
                          <a:pt x="22343" y="40157"/>
                          <a:pt x="20481" y="36655"/>
                        </a:cubicBezTo>
                        <a:cubicBezTo>
                          <a:pt x="17599" y="31335"/>
                          <a:pt x="16092" y="25572"/>
                          <a:pt x="15871" y="19809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56" name="Forme libre : forme 19855">
                    <a:extLst>
                      <a:ext uri="{FF2B5EF4-FFF2-40B4-BE49-F238E27FC236}">
                        <a16:creationId xmlns:a16="http://schemas.microsoft.com/office/drawing/2014/main" id="{137F9057-D668-4519-997A-4E9760DC664E}"/>
                      </a:ext>
                    </a:extLst>
                  </p:cNvPr>
                  <p:cNvSpPr/>
                  <p:nvPr/>
                </p:nvSpPr>
                <p:spPr>
                  <a:xfrm>
                    <a:off x="6069224" y="6366544"/>
                    <a:ext cx="15781" cy="1905"/>
                  </a:xfrm>
                  <a:custGeom>
                    <a:avLst/>
                    <a:gdLst>
                      <a:gd name="connsiteX0" fmla="*/ 15782 w 15781"/>
                      <a:gd name="connsiteY0" fmla="*/ 2 h 1905"/>
                      <a:gd name="connsiteX1" fmla="*/ 0 w 15781"/>
                      <a:gd name="connsiteY1" fmla="*/ 1731 h 1905"/>
                      <a:gd name="connsiteX2" fmla="*/ 15782 w 15781"/>
                      <a:gd name="connsiteY2" fmla="*/ 2 h 1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781" h="1905">
                        <a:moveTo>
                          <a:pt x="15782" y="2"/>
                        </a:moveTo>
                        <a:cubicBezTo>
                          <a:pt x="10418" y="-42"/>
                          <a:pt x="5098" y="534"/>
                          <a:pt x="0" y="1731"/>
                        </a:cubicBezTo>
                        <a:cubicBezTo>
                          <a:pt x="5408" y="2041"/>
                          <a:pt x="11260" y="2175"/>
                          <a:pt x="15782" y="2"/>
                        </a:cubicBezTo>
                        <a:close/>
                      </a:path>
                    </a:pathLst>
                  </a:custGeom>
                  <a:solidFill>
                    <a:srgbClr val="D3BC5A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57" name="Forme libre : forme 19856">
                    <a:extLst>
                      <a:ext uri="{FF2B5EF4-FFF2-40B4-BE49-F238E27FC236}">
                        <a16:creationId xmlns:a16="http://schemas.microsoft.com/office/drawing/2014/main" id="{FC67F8A7-3BE8-4ACD-9622-14176BDEC3B3}"/>
                      </a:ext>
                    </a:extLst>
                  </p:cNvPr>
                  <p:cNvSpPr/>
                  <p:nvPr/>
                </p:nvSpPr>
                <p:spPr>
                  <a:xfrm>
                    <a:off x="4413782" y="6224333"/>
                    <a:ext cx="32826" cy="26825"/>
                  </a:xfrm>
                  <a:custGeom>
                    <a:avLst/>
                    <a:gdLst>
                      <a:gd name="connsiteX0" fmla="*/ 4069 w 32826"/>
                      <a:gd name="connsiteY0" fmla="*/ 11659 h 26825"/>
                      <a:gd name="connsiteX1" fmla="*/ 3049 w 32826"/>
                      <a:gd name="connsiteY1" fmla="*/ 1773 h 26825"/>
                      <a:gd name="connsiteX2" fmla="*/ 4025 w 32826"/>
                      <a:gd name="connsiteY2" fmla="*/ 0 h 26825"/>
                      <a:gd name="connsiteX3" fmla="*/ 1808 w 32826"/>
                      <a:gd name="connsiteY3" fmla="*/ 17466 h 26825"/>
                      <a:gd name="connsiteX4" fmla="*/ 4955 w 32826"/>
                      <a:gd name="connsiteY4" fmla="*/ 22874 h 26825"/>
                      <a:gd name="connsiteX5" fmla="*/ 5886 w 32826"/>
                      <a:gd name="connsiteY5" fmla="*/ 23673 h 26825"/>
                      <a:gd name="connsiteX6" fmla="*/ 16437 w 32826"/>
                      <a:gd name="connsiteY6" fmla="*/ 26820 h 26825"/>
                      <a:gd name="connsiteX7" fmla="*/ 28141 w 32826"/>
                      <a:gd name="connsiteY7" fmla="*/ 23318 h 26825"/>
                      <a:gd name="connsiteX8" fmla="*/ 26412 w 32826"/>
                      <a:gd name="connsiteY8" fmla="*/ 6339 h 26825"/>
                      <a:gd name="connsiteX9" fmla="*/ 14841 w 32826"/>
                      <a:gd name="connsiteY9" fmla="*/ 11570 h 26825"/>
                      <a:gd name="connsiteX10" fmla="*/ 4069 w 32826"/>
                      <a:gd name="connsiteY10" fmla="*/ 11659 h 26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826" h="26825">
                        <a:moveTo>
                          <a:pt x="4069" y="11659"/>
                        </a:moveTo>
                        <a:cubicBezTo>
                          <a:pt x="744" y="9354"/>
                          <a:pt x="1498" y="5009"/>
                          <a:pt x="3049" y="1773"/>
                        </a:cubicBezTo>
                        <a:cubicBezTo>
                          <a:pt x="3315" y="1196"/>
                          <a:pt x="3670" y="620"/>
                          <a:pt x="4025" y="0"/>
                        </a:cubicBezTo>
                        <a:cubicBezTo>
                          <a:pt x="123" y="2039"/>
                          <a:pt x="-1561" y="7314"/>
                          <a:pt x="1808" y="17466"/>
                        </a:cubicBezTo>
                        <a:cubicBezTo>
                          <a:pt x="2473" y="19416"/>
                          <a:pt x="3404" y="21323"/>
                          <a:pt x="4955" y="22874"/>
                        </a:cubicBezTo>
                        <a:cubicBezTo>
                          <a:pt x="5266" y="23141"/>
                          <a:pt x="5532" y="23451"/>
                          <a:pt x="5886" y="23673"/>
                        </a:cubicBezTo>
                        <a:cubicBezTo>
                          <a:pt x="8679" y="25889"/>
                          <a:pt x="12669" y="26909"/>
                          <a:pt x="16437" y="26820"/>
                        </a:cubicBezTo>
                        <a:cubicBezTo>
                          <a:pt x="20693" y="26687"/>
                          <a:pt x="24683" y="25268"/>
                          <a:pt x="28141" y="23318"/>
                        </a:cubicBezTo>
                        <a:cubicBezTo>
                          <a:pt x="36031" y="18884"/>
                          <a:pt x="32928" y="11747"/>
                          <a:pt x="26412" y="6339"/>
                        </a:cubicBezTo>
                        <a:cubicBezTo>
                          <a:pt x="21934" y="8733"/>
                          <a:pt x="17545" y="10639"/>
                          <a:pt x="14841" y="11570"/>
                        </a:cubicBezTo>
                        <a:cubicBezTo>
                          <a:pt x="11428" y="12811"/>
                          <a:pt x="7083" y="13698"/>
                          <a:pt x="4069" y="1165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58" name="Forme libre : forme 19857">
                    <a:extLst>
                      <a:ext uri="{FF2B5EF4-FFF2-40B4-BE49-F238E27FC236}">
                        <a16:creationId xmlns:a16="http://schemas.microsoft.com/office/drawing/2014/main" id="{F60C9C47-0092-40B1-AD63-EDB33DCAA15E}"/>
                      </a:ext>
                    </a:extLst>
                  </p:cNvPr>
                  <p:cNvSpPr/>
                  <p:nvPr/>
                </p:nvSpPr>
                <p:spPr>
                  <a:xfrm>
                    <a:off x="4387791" y="6272286"/>
                    <a:ext cx="34974" cy="21718"/>
                  </a:xfrm>
                  <a:custGeom>
                    <a:avLst/>
                    <a:gdLst>
                      <a:gd name="connsiteX0" fmla="*/ 1910 w 34974"/>
                      <a:gd name="connsiteY0" fmla="*/ 20627 h 21718"/>
                      <a:gd name="connsiteX1" fmla="*/ 4481 w 34974"/>
                      <a:gd name="connsiteY1" fmla="*/ 21380 h 21718"/>
                      <a:gd name="connsiteX2" fmla="*/ 33740 w 34974"/>
                      <a:gd name="connsiteY2" fmla="*/ 5022 h 21718"/>
                      <a:gd name="connsiteX3" fmla="*/ 1821 w 34974"/>
                      <a:gd name="connsiteY3" fmla="*/ 13401 h 21718"/>
                      <a:gd name="connsiteX4" fmla="*/ 1910 w 34974"/>
                      <a:gd name="connsiteY4" fmla="*/ 20627 h 21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74" h="21718">
                        <a:moveTo>
                          <a:pt x="1910" y="20627"/>
                        </a:moveTo>
                        <a:cubicBezTo>
                          <a:pt x="2664" y="21025"/>
                          <a:pt x="3595" y="21203"/>
                          <a:pt x="4481" y="21380"/>
                        </a:cubicBezTo>
                        <a:cubicBezTo>
                          <a:pt x="15209" y="23153"/>
                          <a:pt x="40877" y="18011"/>
                          <a:pt x="33740" y="5022"/>
                        </a:cubicBezTo>
                        <a:cubicBezTo>
                          <a:pt x="26602" y="-7967"/>
                          <a:pt x="8161" y="7682"/>
                          <a:pt x="1821" y="13401"/>
                        </a:cubicBezTo>
                        <a:cubicBezTo>
                          <a:pt x="-351" y="15351"/>
                          <a:pt x="-883" y="19075"/>
                          <a:pt x="1910" y="2062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59" name="Forme libre : forme 19858">
                    <a:extLst>
                      <a:ext uri="{FF2B5EF4-FFF2-40B4-BE49-F238E27FC236}">
                        <a16:creationId xmlns:a16="http://schemas.microsoft.com/office/drawing/2014/main" id="{B6A02984-9EB0-440C-AB39-555AAE6AD08D}"/>
                      </a:ext>
                    </a:extLst>
                  </p:cNvPr>
                  <p:cNvSpPr/>
                  <p:nvPr/>
                </p:nvSpPr>
                <p:spPr>
                  <a:xfrm>
                    <a:off x="4495453" y="6211089"/>
                    <a:ext cx="72866" cy="55627"/>
                  </a:xfrm>
                  <a:custGeom>
                    <a:avLst/>
                    <a:gdLst>
                      <a:gd name="connsiteX0" fmla="*/ 43333 w 72866"/>
                      <a:gd name="connsiteY0" fmla="*/ 54959 h 55627"/>
                      <a:gd name="connsiteX1" fmla="*/ 69710 w 72866"/>
                      <a:gd name="connsiteY1" fmla="*/ 33946 h 55627"/>
                      <a:gd name="connsiteX2" fmla="*/ 70996 w 72866"/>
                      <a:gd name="connsiteY2" fmla="*/ 30001 h 55627"/>
                      <a:gd name="connsiteX3" fmla="*/ 67538 w 72866"/>
                      <a:gd name="connsiteY3" fmla="*/ 26631 h 55627"/>
                      <a:gd name="connsiteX4" fmla="*/ 71616 w 72866"/>
                      <a:gd name="connsiteY4" fmla="*/ 23085 h 55627"/>
                      <a:gd name="connsiteX5" fmla="*/ 72370 w 72866"/>
                      <a:gd name="connsiteY5" fmla="*/ 23218 h 55627"/>
                      <a:gd name="connsiteX6" fmla="*/ 65011 w 72866"/>
                      <a:gd name="connsiteY6" fmla="*/ 875 h 55627"/>
                      <a:gd name="connsiteX7" fmla="*/ 23384 w 72866"/>
                      <a:gd name="connsiteY7" fmla="*/ 8456 h 55627"/>
                      <a:gd name="connsiteX8" fmla="*/ 7159 w 72866"/>
                      <a:gd name="connsiteY8" fmla="*/ 17810 h 55627"/>
                      <a:gd name="connsiteX9" fmla="*/ 22 w 72866"/>
                      <a:gd name="connsiteY9" fmla="*/ 32882 h 55627"/>
                      <a:gd name="connsiteX10" fmla="*/ 23650 w 72866"/>
                      <a:gd name="connsiteY10" fmla="*/ 54117 h 55627"/>
                      <a:gd name="connsiteX11" fmla="*/ 43333 w 72866"/>
                      <a:gd name="connsiteY11" fmla="*/ 54959 h 55627"/>
                      <a:gd name="connsiteX12" fmla="*/ 17134 w 72866"/>
                      <a:gd name="connsiteY12" fmla="*/ 28183 h 55627"/>
                      <a:gd name="connsiteX13" fmla="*/ 20946 w 72866"/>
                      <a:gd name="connsiteY13" fmla="*/ 17144 h 55627"/>
                      <a:gd name="connsiteX14" fmla="*/ 33447 w 72866"/>
                      <a:gd name="connsiteY14" fmla="*/ 8101 h 55627"/>
                      <a:gd name="connsiteX15" fmla="*/ 57563 w 72866"/>
                      <a:gd name="connsiteY15" fmla="*/ 5840 h 55627"/>
                      <a:gd name="connsiteX16" fmla="*/ 61997 w 72866"/>
                      <a:gd name="connsiteY16" fmla="*/ 15416 h 55627"/>
                      <a:gd name="connsiteX17" fmla="*/ 53219 w 72866"/>
                      <a:gd name="connsiteY17" fmla="*/ 22996 h 55627"/>
                      <a:gd name="connsiteX18" fmla="*/ 32516 w 72866"/>
                      <a:gd name="connsiteY18" fmla="*/ 33325 h 55627"/>
                      <a:gd name="connsiteX19" fmla="*/ 27064 w 72866"/>
                      <a:gd name="connsiteY19" fmla="*/ 35232 h 55627"/>
                      <a:gd name="connsiteX20" fmla="*/ 17134 w 72866"/>
                      <a:gd name="connsiteY20" fmla="*/ 28183 h 55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72866" h="55627">
                        <a:moveTo>
                          <a:pt x="43333" y="54959"/>
                        </a:moveTo>
                        <a:cubicBezTo>
                          <a:pt x="55835" y="52609"/>
                          <a:pt x="65543" y="44009"/>
                          <a:pt x="69710" y="33946"/>
                        </a:cubicBezTo>
                        <a:cubicBezTo>
                          <a:pt x="70153" y="32882"/>
                          <a:pt x="70597" y="31508"/>
                          <a:pt x="70996" y="30001"/>
                        </a:cubicBezTo>
                        <a:cubicBezTo>
                          <a:pt x="69090" y="29646"/>
                          <a:pt x="67627" y="28316"/>
                          <a:pt x="67538" y="26631"/>
                        </a:cubicBezTo>
                        <a:cubicBezTo>
                          <a:pt x="67449" y="24681"/>
                          <a:pt x="69267" y="23085"/>
                          <a:pt x="71616" y="23085"/>
                        </a:cubicBezTo>
                        <a:cubicBezTo>
                          <a:pt x="71882" y="23085"/>
                          <a:pt x="72148" y="23174"/>
                          <a:pt x="72370" y="23218"/>
                        </a:cubicBezTo>
                        <a:cubicBezTo>
                          <a:pt x="73656" y="14130"/>
                          <a:pt x="72858" y="3269"/>
                          <a:pt x="65011" y="875"/>
                        </a:cubicBezTo>
                        <a:cubicBezTo>
                          <a:pt x="54150" y="-2494"/>
                          <a:pt x="32738" y="4688"/>
                          <a:pt x="23384" y="8456"/>
                        </a:cubicBezTo>
                        <a:cubicBezTo>
                          <a:pt x="17400" y="10850"/>
                          <a:pt x="11637" y="13731"/>
                          <a:pt x="7159" y="17810"/>
                        </a:cubicBezTo>
                        <a:cubicBezTo>
                          <a:pt x="2726" y="21888"/>
                          <a:pt x="-288" y="27252"/>
                          <a:pt x="22" y="32882"/>
                        </a:cubicBezTo>
                        <a:cubicBezTo>
                          <a:pt x="598" y="43034"/>
                          <a:pt x="11858" y="51146"/>
                          <a:pt x="23650" y="54117"/>
                        </a:cubicBezTo>
                        <a:cubicBezTo>
                          <a:pt x="30078" y="55668"/>
                          <a:pt x="36905" y="56156"/>
                          <a:pt x="43333" y="54959"/>
                        </a:cubicBezTo>
                        <a:close/>
                        <a:moveTo>
                          <a:pt x="17134" y="28183"/>
                        </a:moveTo>
                        <a:cubicBezTo>
                          <a:pt x="16291" y="24238"/>
                          <a:pt x="18286" y="20337"/>
                          <a:pt x="20946" y="17144"/>
                        </a:cubicBezTo>
                        <a:cubicBezTo>
                          <a:pt x="24138" y="13332"/>
                          <a:pt x="28482" y="10273"/>
                          <a:pt x="33447" y="8101"/>
                        </a:cubicBezTo>
                        <a:cubicBezTo>
                          <a:pt x="39166" y="5574"/>
                          <a:pt x="51313" y="1984"/>
                          <a:pt x="57563" y="5840"/>
                        </a:cubicBezTo>
                        <a:cubicBezTo>
                          <a:pt x="60755" y="7835"/>
                          <a:pt x="62883" y="12357"/>
                          <a:pt x="61997" y="15416"/>
                        </a:cubicBezTo>
                        <a:cubicBezTo>
                          <a:pt x="61021" y="19007"/>
                          <a:pt x="56766" y="21267"/>
                          <a:pt x="53219" y="22996"/>
                        </a:cubicBezTo>
                        <a:cubicBezTo>
                          <a:pt x="46303" y="26454"/>
                          <a:pt x="39432" y="29868"/>
                          <a:pt x="32516" y="33325"/>
                        </a:cubicBezTo>
                        <a:cubicBezTo>
                          <a:pt x="30832" y="34168"/>
                          <a:pt x="29059" y="35054"/>
                          <a:pt x="27064" y="35232"/>
                        </a:cubicBezTo>
                        <a:cubicBezTo>
                          <a:pt x="22409" y="35764"/>
                          <a:pt x="17976" y="32128"/>
                          <a:pt x="17134" y="2818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60" name="Forme libre : forme 19859">
                    <a:extLst>
                      <a:ext uri="{FF2B5EF4-FFF2-40B4-BE49-F238E27FC236}">
                        <a16:creationId xmlns:a16="http://schemas.microsoft.com/office/drawing/2014/main" id="{8BC63C4F-AE8D-47BE-94AA-05266040F0F2}"/>
                      </a:ext>
                    </a:extLst>
                  </p:cNvPr>
                  <p:cNvSpPr/>
                  <p:nvPr/>
                </p:nvSpPr>
                <p:spPr>
                  <a:xfrm>
                    <a:off x="4450878" y="6287445"/>
                    <a:ext cx="88265" cy="37648"/>
                  </a:xfrm>
                  <a:custGeom>
                    <a:avLst/>
                    <a:gdLst>
                      <a:gd name="connsiteX0" fmla="*/ 63571 w 88265"/>
                      <a:gd name="connsiteY0" fmla="*/ 34860 h 37648"/>
                      <a:gd name="connsiteX1" fmla="*/ 76515 w 88265"/>
                      <a:gd name="connsiteY1" fmla="*/ 36633 h 37648"/>
                      <a:gd name="connsiteX2" fmla="*/ 88130 w 88265"/>
                      <a:gd name="connsiteY2" fmla="*/ 34638 h 37648"/>
                      <a:gd name="connsiteX3" fmla="*/ 78643 w 88265"/>
                      <a:gd name="connsiteY3" fmla="*/ 25772 h 37648"/>
                      <a:gd name="connsiteX4" fmla="*/ 68890 w 88265"/>
                      <a:gd name="connsiteY4" fmla="*/ 7906 h 37648"/>
                      <a:gd name="connsiteX5" fmla="*/ 66629 w 88265"/>
                      <a:gd name="connsiteY5" fmla="*/ 2232 h 37648"/>
                      <a:gd name="connsiteX6" fmla="*/ 53109 w 88265"/>
                      <a:gd name="connsiteY6" fmla="*/ 1035 h 37648"/>
                      <a:gd name="connsiteX7" fmla="*/ 34623 w 88265"/>
                      <a:gd name="connsiteY7" fmla="*/ 6089 h 37648"/>
                      <a:gd name="connsiteX8" fmla="*/ 17289 w 88265"/>
                      <a:gd name="connsiteY8" fmla="*/ 3606 h 37648"/>
                      <a:gd name="connsiteX9" fmla="*/ 5719 w 88265"/>
                      <a:gd name="connsiteY9" fmla="*/ 17039 h 37648"/>
                      <a:gd name="connsiteX10" fmla="*/ 0 w 88265"/>
                      <a:gd name="connsiteY10" fmla="*/ 21870 h 37648"/>
                      <a:gd name="connsiteX11" fmla="*/ 15206 w 88265"/>
                      <a:gd name="connsiteY11" fmla="*/ 25683 h 37648"/>
                      <a:gd name="connsiteX12" fmla="*/ 44686 w 88265"/>
                      <a:gd name="connsiteY12" fmla="*/ 18324 h 37648"/>
                      <a:gd name="connsiteX13" fmla="*/ 42425 w 88265"/>
                      <a:gd name="connsiteY13" fmla="*/ 32466 h 37648"/>
                      <a:gd name="connsiteX14" fmla="*/ 52665 w 88265"/>
                      <a:gd name="connsiteY14" fmla="*/ 35037 h 37648"/>
                      <a:gd name="connsiteX15" fmla="*/ 52621 w 88265"/>
                      <a:gd name="connsiteY15" fmla="*/ 34948 h 37648"/>
                      <a:gd name="connsiteX16" fmla="*/ 56699 w 88265"/>
                      <a:gd name="connsiteY16" fmla="*/ 31402 h 37648"/>
                      <a:gd name="connsiteX17" fmla="*/ 61132 w 88265"/>
                      <a:gd name="connsiteY17" fmla="*/ 34904 h 37648"/>
                      <a:gd name="connsiteX18" fmla="*/ 60334 w 88265"/>
                      <a:gd name="connsiteY18" fmla="*/ 36943 h 37648"/>
                      <a:gd name="connsiteX19" fmla="*/ 61221 w 88265"/>
                      <a:gd name="connsiteY19" fmla="*/ 37165 h 37648"/>
                      <a:gd name="connsiteX20" fmla="*/ 63571 w 88265"/>
                      <a:gd name="connsiteY20" fmla="*/ 34860 h 3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88265" h="37648">
                        <a:moveTo>
                          <a:pt x="63571" y="34860"/>
                        </a:moveTo>
                        <a:cubicBezTo>
                          <a:pt x="67383" y="32909"/>
                          <a:pt x="72304" y="35081"/>
                          <a:pt x="76515" y="36633"/>
                        </a:cubicBezTo>
                        <a:cubicBezTo>
                          <a:pt x="80727" y="38184"/>
                          <a:pt x="87066" y="38273"/>
                          <a:pt x="88130" y="34638"/>
                        </a:cubicBezTo>
                        <a:cubicBezTo>
                          <a:pt x="89283" y="30604"/>
                          <a:pt x="82810" y="28254"/>
                          <a:pt x="78643" y="25772"/>
                        </a:cubicBezTo>
                        <a:cubicBezTo>
                          <a:pt x="72038" y="21826"/>
                          <a:pt x="70043" y="14511"/>
                          <a:pt x="68890" y="7906"/>
                        </a:cubicBezTo>
                        <a:cubicBezTo>
                          <a:pt x="68536" y="5911"/>
                          <a:pt x="68181" y="3828"/>
                          <a:pt x="66629" y="2232"/>
                        </a:cubicBezTo>
                        <a:cubicBezTo>
                          <a:pt x="63482" y="-916"/>
                          <a:pt x="57630" y="-162"/>
                          <a:pt x="53109" y="1035"/>
                        </a:cubicBezTo>
                        <a:cubicBezTo>
                          <a:pt x="47567" y="2453"/>
                          <a:pt x="40518" y="6045"/>
                          <a:pt x="34623" y="6089"/>
                        </a:cubicBezTo>
                        <a:cubicBezTo>
                          <a:pt x="28593" y="6177"/>
                          <a:pt x="23318" y="1744"/>
                          <a:pt x="17289" y="3606"/>
                        </a:cubicBezTo>
                        <a:cubicBezTo>
                          <a:pt x="10905" y="5557"/>
                          <a:pt x="9531" y="12384"/>
                          <a:pt x="5719" y="17039"/>
                        </a:cubicBezTo>
                        <a:cubicBezTo>
                          <a:pt x="4167" y="18901"/>
                          <a:pt x="2172" y="20452"/>
                          <a:pt x="0" y="21870"/>
                        </a:cubicBezTo>
                        <a:lnTo>
                          <a:pt x="15206" y="25683"/>
                        </a:lnTo>
                        <a:cubicBezTo>
                          <a:pt x="22653" y="17526"/>
                          <a:pt x="34401" y="10389"/>
                          <a:pt x="44686" y="18324"/>
                        </a:cubicBezTo>
                        <a:cubicBezTo>
                          <a:pt x="50404" y="22757"/>
                          <a:pt x="47789" y="27899"/>
                          <a:pt x="42425" y="32466"/>
                        </a:cubicBezTo>
                        <a:lnTo>
                          <a:pt x="52665" y="35037"/>
                        </a:lnTo>
                        <a:cubicBezTo>
                          <a:pt x="52665" y="34992"/>
                          <a:pt x="52621" y="34992"/>
                          <a:pt x="52621" y="34948"/>
                        </a:cubicBezTo>
                        <a:cubicBezTo>
                          <a:pt x="52532" y="32998"/>
                          <a:pt x="54350" y="31402"/>
                          <a:pt x="56699" y="31402"/>
                        </a:cubicBezTo>
                        <a:cubicBezTo>
                          <a:pt x="59049" y="31402"/>
                          <a:pt x="60999" y="32953"/>
                          <a:pt x="61132" y="34904"/>
                        </a:cubicBezTo>
                        <a:cubicBezTo>
                          <a:pt x="61177" y="35702"/>
                          <a:pt x="60822" y="36367"/>
                          <a:pt x="60334" y="36943"/>
                        </a:cubicBezTo>
                        <a:lnTo>
                          <a:pt x="61221" y="37165"/>
                        </a:lnTo>
                        <a:cubicBezTo>
                          <a:pt x="61709" y="36234"/>
                          <a:pt x="62462" y="35436"/>
                          <a:pt x="63571" y="3486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61" name="Forme libre : forme 19860">
                    <a:extLst>
                      <a:ext uri="{FF2B5EF4-FFF2-40B4-BE49-F238E27FC236}">
                        <a16:creationId xmlns:a16="http://schemas.microsoft.com/office/drawing/2014/main" id="{87BA2928-D0EB-4130-881A-7908491A78EE}"/>
                      </a:ext>
                    </a:extLst>
                  </p:cNvPr>
                  <p:cNvSpPr/>
                  <p:nvPr/>
                </p:nvSpPr>
                <p:spPr>
                  <a:xfrm>
                    <a:off x="4614365" y="6206111"/>
                    <a:ext cx="48414" cy="78316"/>
                  </a:xfrm>
                  <a:custGeom>
                    <a:avLst/>
                    <a:gdLst>
                      <a:gd name="connsiteX0" fmla="*/ 37509 w 48414"/>
                      <a:gd name="connsiteY0" fmla="*/ 34136 h 78316"/>
                      <a:gd name="connsiteX1" fmla="*/ 26692 w 48414"/>
                      <a:gd name="connsiteY1" fmla="*/ 34225 h 78316"/>
                      <a:gd name="connsiteX2" fmla="*/ 25672 w 48414"/>
                      <a:gd name="connsiteY2" fmla="*/ 24339 h 78316"/>
                      <a:gd name="connsiteX3" fmla="*/ 47661 w 48414"/>
                      <a:gd name="connsiteY3" fmla="*/ 5099 h 78316"/>
                      <a:gd name="connsiteX4" fmla="*/ 35691 w 48414"/>
                      <a:gd name="connsiteY4" fmla="*/ 179 h 78316"/>
                      <a:gd name="connsiteX5" fmla="*/ 4261 w 48414"/>
                      <a:gd name="connsiteY5" fmla="*/ 28462 h 78316"/>
                      <a:gd name="connsiteX6" fmla="*/ 359 w 48414"/>
                      <a:gd name="connsiteY6" fmla="*/ 60779 h 78316"/>
                      <a:gd name="connsiteX7" fmla="*/ 2044 w 48414"/>
                      <a:gd name="connsiteY7" fmla="*/ 72527 h 78316"/>
                      <a:gd name="connsiteX8" fmla="*/ 20308 w 48414"/>
                      <a:gd name="connsiteY8" fmla="*/ 78245 h 78316"/>
                      <a:gd name="connsiteX9" fmla="*/ 46419 w 48414"/>
                      <a:gd name="connsiteY9" fmla="*/ 55016 h 78316"/>
                      <a:gd name="connsiteX10" fmla="*/ 48414 w 48414"/>
                      <a:gd name="connsiteY10" fmla="*/ 29260 h 78316"/>
                      <a:gd name="connsiteX11" fmla="*/ 37509 w 48414"/>
                      <a:gd name="connsiteY11" fmla="*/ 34136 h 78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8414" h="78316">
                        <a:moveTo>
                          <a:pt x="37509" y="34136"/>
                        </a:moveTo>
                        <a:cubicBezTo>
                          <a:pt x="34051" y="35378"/>
                          <a:pt x="29662" y="36264"/>
                          <a:pt x="26692" y="34225"/>
                        </a:cubicBezTo>
                        <a:cubicBezTo>
                          <a:pt x="23367" y="31920"/>
                          <a:pt x="24121" y="27575"/>
                          <a:pt x="25672" y="24339"/>
                        </a:cubicBezTo>
                        <a:cubicBezTo>
                          <a:pt x="28820" y="17867"/>
                          <a:pt x="37775" y="7493"/>
                          <a:pt x="47661" y="5099"/>
                        </a:cubicBezTo>
                        <a:cubicBezTo>
                          <a:pt x="45754" y="1553"/>
                          <a:pt x="42208" y="-663"/>
                          <a:pt x="35691" y="179"/>
                        </a:cubicBezTo>
                        <a:cubicBezTo>
                          <a:pt x="18047" y="2440"/>
                          <a:pt x="5945" y="14542"/>
                          <a:pt x="4261" y="28462"/>
                        </a:cubicBezTo>
                        <a:cubicBezTo>
                          <a:pt x="2975" y="39234"/>
                          <a:pt x="1645" y="50007"/>
                          <a:pt x="359" y="60779"/>
                        </a:cubicBezTo>
                        <a:cubicBezTo>
                          <a:pt x="-128" y="64725"/>
                          <a:pt x="-527" y="69025"/>
                          <a:pt x="2044" y="72527"/>
                        </a:cubicBezTo>
                        <a:cubicBezTo>
                          <a:pt x="5635" y="77448"/>
                          <a:pt x="13570" y="78644"/>
                          <a:pt x="20308" y="78245"/>
                        </a:cubicBezTo>
                        <a:cubicBezTo>
                          <a:pt x="36356" y="77226"/>
                          <a:pt x="47882" y="68714"/>
                          <a:pt x="46419" y="55016"/>
                        </a:cubicBezTo>
                        <a:cubicBezTo>
                          <a:pt x="45444" y="45840"/>
                          <a:pt x="47129" y="37682"/>
                          <a:pt x="48414" y="29260"/>
                        </a:cubicBezTo>
                        <a:cubicBezTo>
                          <a:pt x="44158" y="31477"/>
                          <a:pt x="40036" y="33205"/>
                          <a:pt x="37509" y="3413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62" name="Forme libre : forme 19861">
                    <a:extLst>
                      <a:ext uri="{FF2B5EF4-FFF2-40B4-BE49-F238E27FC236}">
                        <a16:creationId xmlns:a16="http://schemas.microsoft.com/office/drawing/2014/main" id="{080D16B6-393C-4564-96A0-3669B9201E96}"/>
                      </a:ext>
                    </a:extLst>
                  </p:cNvPr>
                  <p:cNvSpPr/>
                  <p:nvPr/>
                </p:nvSpPr>
                <p:spPr>
                  <a:xfrm>
                    <a:off x="4687015" y="6135700"/>
                    <a:ext cx="56070" cy="67293"/>
                  </a:xfrm>
                  <a:custGeom>
                    <a:avLst/>
                    <a:gdLst>
                      <a:gd name="connsiteX0" fmla="*/ 47802 w 56070"/>
                      <a:gd name="connsiteY0" fmla="*/ 67265 h 67293"/>
                      <a:gd name="connsiteX1" fmla="*/ 53388 w 56070"/>
                      <a:gd name="connsiteY1" fmla="*/ 66112 h 67293"/>
                      <a:gd name="connsiteX2" fmla="*/ 55870 w 56070"/>
                      <a:gd name="connsiteY2" fmla="*/ 59418 h 67293"/>
                      <a:gd name="connsiteX3" fmla="*/ 45851 w 56070"/>
                      <a:gd name="connsiteY3" fmla="*/ 29805 h 67293"/>
                      <a:gd name="connsiteX4" fmla="*/ 43546 w 56070"/>
                      <a:gd name="connsiteY4" fmla="*/ 7551 h 67293"/>
                      <a:gd name="connsiteX5" fmla="*/ 24972 w 56070"/>
                      <a:gd name="connsiteY5" fmla="*/ 857 h 67293"/>
                      <a:gd name="connsiteX6" fmla="*/ 27587 w 56070"/>
                      <a:gd name="connsiteY6" fmla="*/ 1167 h 67293"/>
                      <a:gd name="connsiteX7" fmla="*/ 38005 w 56070"/>
                      <a:gd name="connsiteY7" fmla="*/ 4004 h 67293"/>
                      <a:gd name="connsiteX8" fmla="*/ 18100 w 56070"/>
                      <a:gd name="connsiteY8" fmla="*/ 3650 h 67293"/>
                      <a:gd name="connsiteX9" fmla="*/ 1875 w 56070"/>
                      <a:gd name="connsiteY9" fmla="*/ 20540 h 67293"/>
                      <a:gd name="connsiteX10" fmla="*/ 13 w 56070"/>
                      <a:gd name="connsiteY10" fmla="*/ 40533 h 67293"/>
                      <a:gd name="connsiteX11" fmla="*/ 856 w 56070"/>
                      <a:gd name="connsiteY11" fmla="*/ 47006 h 67293"/>
                      <a:gd name="connsiteX12" fmla="*/ 7372 w 56070"/>
                      <a:gd name="connsiteY12" fmla="*/ 54586 h 67293"/>
                      <a:gd name="connsiteX13" fmla="*/ 47802 w 56070"/>
                      <a:gd name="connsiteY13" fmla="*/ 67265 h 67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6070" h="67293">
                        <a:moveTo>
                          <a:pt x="47802" y="67265"/>
                        </a:moveTo>
                        <a:cubicBezTo>
                          <a:pt x="49753" y="67220"/>
                          <a:pt x="51792" y="67043"/>
                          <a:pt x="53388" y="66112"/>
                        </a:cubicBezTo>
                        <a:cubicBezTo>
                          <a:pt x="55826" y="64694"/>
                          <a:pt x="56447" y="61857"/>
                          <a:pt x="55870" y="59418"/>
                        </a:cubicBezTo>
                        <a:cubicBezTo>
                          <a:pt x="53343" y="48956"/>
                          <a:pt x="46428" y="41021"/>
                          <a:pt x="45851" y="29805"/>
                        </a:cubicBezTo>
                        <a:cubicBezTo>
                          <a:pt x="45497" y="22978"/>
                          <a:pt x="47226" y="14068"/>
                          <a:pt x="43546" y="7551"/>
                        </a:cubicBezTo>
                        <a:cubicBezTo>
                          <a:pt x="39290" y="59"/>
                          <a:pt x="32153" y="-1138"/>
                          <a:pt x="24972" y="857"/>
                        </a:cubicBezTo>
                        <a:cubicBezTo>
                          <a:pt x="25814" y="990"/>
                          <a:pt x="26700" y="1079"/>
                          <a:pt x="27587" y="1167"/>
                        </a:cubicBezTo>
                        <a:cubicBezTo>
                          <a:pt x="31488" y="1655"/>
                          <a:pt x="34990" y="2630"/>
                          <a:pt x="38005" y="4004"/>
                        </a:cubicBezTo>
                        <a:cubicBezTo>
                          <a:pt x="31355" y="3916"/>
                          <a:pt x="24706" y="3827"/>
                          <a:pt x="18100" y="3650"/>
                        </a:cubicBezTo>
                        <a:cubicBezTo>
                          <a:pt x="10298" y="7906"/>
                          <a:pt x="3560" y="14954"/>
                          <a:pt x="1875" y="20540"/>
                        </a:cubicBezTo>
                        <a:cubicBezTo>
                          <a:pt x="-75" y="27012"/>
                          <a:pt x="-31" y="33795"/>
                          <a:pt x="13" y="40533"/>
                        </a:cubicBezTo>
                        <a:cubicBezTo>
                          <a:pt x="13" y="42705"/>
                          <a:pt x="58" y="44922"/>
                          <a:pt x="856" y="47006"/>
                        </a:cubicBezTo>
                        <a:cubicBezTo>
                          <a:pt x="2008" y="49976"/>
                          <a:pt x="4579" y="52458"/>
                          <a:pt x="7372" y="54586"/>
                        </a:cubicBezTo>
                        <a:cubicBezTo>
                          <a:pt x="18233" y="63009"/>
                          <a:pt x="33173" y="67708"/>
                          <a:pt x="47802" y="6726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63" name="Forme libre : forme 19862">
                    <a:extLst>
                      <a:ext uri="{FF2B5EF4-FFF2-40B4-BE49-F238E27FC236}">
                        <a16:creationId xmlns:a16="http://schemas.microsoft.com/office/drawing/2014/main" id="{0F74726C-B20D-4339-AB74-C5C0B68CCD5A}"/>
                      </a:ext>
                    </a:extLst>
                  </p:cNvPr>
                  <p:cNvSpPr/>
                  <p:nvPr/>
                </p:nvSpPr>
                <p:spPr>
                  <a:xfrm>
                    <a:off x="4705027" y="6136557"/>
                    <a:ext cx="19904" cy="3191"/>
                  </a:xfrm>
                  <a:custGeom>
                    <a:avLst/>
                    <a:gdLst>
                      <a:gd name="connsiteX0" fmla="*/ 9531 w 19904"/>
                      <a:gd name="connsiteY0" fmla="*/ 310 h 3191"/>
                      <a:gd name="connsiteX1" fmla="*/ 6916 w 19904"/>
                      <a:gd name="connsiteY1" fmla="*/ 0 h 3191"/>
                      <a:gd name="connsiteX2" fmla="*/ 0 w 19904"/>
                      <a:gd name="connsiteY2" fmla="*/ 2837 h 3191"/>
                      <a:gd name="connsiteX3" fmla="*/ 19905 w 19904"/>
                      <a:gd name="connsiteY3" fmla="*/ 3192 h 3191"/>
                      <a:gd name="connsiteX4" fmla="*/ 9531 w 19904"/>
                      <a:gd name="connsiteY4" fmla="*/ 310 h 3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04" h="3191">
                        <a:moveTo>
                          <a:pt x="9531" y="310"/>
                        </a:moveTo>
                        <a:cubicBezTo>
                          <a:pt x="8689" y="222"/>
                          <a:pt x="7802" y="89"/>
                          <a:pt x="6916" y="0"/>
                        </a:cubicBezTo>
                        <a:cubicBezTo>
                          <a:pt x="4566" y="665"/>
                          <a:pt x="2261" y="1596"/>
                          <a:pt x="0" y="2837"/>
                        </a:cubicBezTo>
                        <a:cubicBezTo>
                          <a:pt x="6605" y="2970"/>
                          <a:pt x="13255" y="3103"/>
                          <a:pt x="19905" y="3192"/>
                        </a:cubicBezTo>
                        <a:cubicBezTo>
                          <a:pt x="16934" y="1773"/>
                          <a:pt x="13432" y="798"/>
                          <a:pt x="9531" y="31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64" name="Forme libre : forme 19863">
                    <a:extLst>
                      <a:ext uri="{FF2B5EF4-FFF2-40B4-BE49-F238E27FC236}">
                        <a16:creationId xmlns:a16="http://schemas.microsoft.com/office/drawing/2014/main" id="{A0BE62AF-D3CC-4DEB-9D6C-551F2D63A04A}"/>
                      </a:ext>
                    </a:extLst>
                  </p:cNvPr>
                  <p:cNvSpPr/>
                  <p:nvPr/>
                </p:nvSpPr>
                <p:spPr>
                  <a:xfrm>
                    <a:off x="4804703" y="6124508"/>
                    <a:ext cx="73124" cy="79827"/>
                  </a:xfrm>
                  <a:custGeom>
                    <a:avLst/>
                    <a:gdLst>
                      <a:gd name="connsiteX0" fmla="*/ 18201 w 73124"/>
                      <a:gd name="connsiteY0" fmla="*/ 13956 h 79827"/>
                      <a:gd name="connsiteX1" fmla="*/ 26180 w 73124"/>
                      <a:gd name="connsiteY1" fmla="*/ 3050 h 79827"/>
                      <a:gd name="connsiteX2" fmla="*/ 158 w 73124"/>
                      <a:gd name="connsiteY2" fmla="*/ 39756 h 79827"/>
                      <a:gd name="connsiteX3" fmla="*/ 20594 w 73124"/>
                      <a:gd name="connsiteY3" fmla="*/ 72827 h 79827"/>
                      <a:gd name="connsiteX4" fmla="*/ 47149 w 73124"/>
                      <a:gd name="connsiteY4" fmla="*/ 78235 h 79827"/>
                      <a:gd name="connsiteX5" fmla="*/ 61689 w 73124"/>
                      <a:gd name="connsiteY5" fmla="*/ 79743 h 79827"/>
                      <a:gd name="connsiteX6" fmla="*/ 72772 w 73124"/>
                      <a:gd name="connsiteY6" fmla="*/ 73227 h 79827"/>
                      <a:gd name="connsiteX7" fmla="*/ 66654 w 73124"/>
                      <a:gd name="connsiteY7" fmla="*/ 59173 h 79827"/>
                      <a:gd name="connsiteX8" fmla="*/ 52823 w 73124"/>
                      <a:gd name="connsiteY8" fmla="*/ 25260 h 79827"/>
                      <a:gd name="connsiteX9" fmla="*/ 50651 w 73124"/>
                      <a:gd name="connsiteY9" fmla="*/ 15020 h 79827"/>
                      <a:gd name="connsiteX10" fmla="*/ 38282 w 73124"/>
                      <a:gd name="connsiteY10" fmla="*/ 14444 h 79827"/>
                      <a:gd name="connsiteX11" fmla="*/ 36199 w 73124"/>
                      <a:gd name="connsiteY11" fmla="*/ 13291 h 79827"/>
                      <a:gd name="connsiteX12" fmla="*/ 36642 w 73124"/>
                      <a:gd name="connsiteY12" fmla="*/ 11473 h 79827"/>
                      <a:gd name="connsiteX13" fmla="*/ 46040 w 73124"/>
                      <a:gd name="connsiteY13" fmla="*/ 4646 h 79827"/>
                      <a:gd name="connsiteX14" fmla="*/ 43159 w 73124"/>
                      <a:gd name="connsiteY14" fmla="*/ 2031 h 79827"/>
                      <a:gd name="connsiteX15" fmla="*/ 34470 w 73124"/>
                      <a:gd name="connsiteY15" fmla="*/ 80 h 79827"/>
                      <a:gd name="connsiteX16" fmla="*/ 33805 w 73124"/>
                      <a:gd name="connsiteY16" fmla="*/ 568 h 79827"/>
                      <a:gd name="connsiteX17" fmla="*/ 18201 w 73124"/>
                      <a:gd name="connsiteY17" fmla="*/ 13956 h 79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3124" h="79827">
                        <a:moveTo>
                          <a:pt x="18201" y="13956"/>
                        </a:moveTo>
                        <a:cubicBezTo>
                          <a:pt x="20328" y="10321"/>
                          <a:pt x="23033" y="6641"/>
                          <a:pt x="26180" y="3050"/>
                        </a:cubicBezTo>
                        <a:cubicBezTo>
                          <a:pt x="12748" y="10897"/>
                          <a:pt x="1000" y="31999"/>
                          <a:pt x="158" y="39756"/>
                        </a:cubicBezTo>
                        <a:cubicBezTo>
                          <a:pt x="-1216" y="52657"/>
                          <a:pt x="6453" y="66887"/>
                          <a:pt x="20594" y="72827"/>
                        </a:cubicBezTo>
                        <a:cubicBezTo>
                          <a:pt x="28796" y="76285"/>
                          <a:pt x="38194" y="76773"/>
                          <a:pt x="47149" y="78235"/>
                        </a:cubicBezTo>
                        <a:cubicBezTo>
                          <a:pt x="51981" y="79034"/>
                          <a:pt x="56857" y="80142"/>
                          <a:pt x="61689" y="79743"/>
                        </a:cubicBezTo>
                        <a:cubicBezTo>
                          <a:pt x="66521" y="79344"/>
                          <a:pt x="71486" y="77083"/>
                          <a:pt x="72772" y="73227"/>
                        </a:cubicBezTo>
                        <a:cubicBezTo>
                          <a:pt x="74412" y="68350"/>
                          <a:pt x="69979" y="63562"/>
                          <a:pt x="66654" y="59173"/>
                        </a:cubicBezTo>
                        <a:cubicBezTo>
                          <a:pt x="58852" y="48933"/>
                          <a:pt x="55749" y="36830"/>
                          <a:pt x="52823" y="25260"/>
                        </a:cubicBezTo>
                        <a:cubicBezTo>
                          <a:pt x="52158" y="22556"/>
                          <a:pt x="51582" y="18832"/>
                          <a:pt x="50651" y="15020"/>
                        </a:cubicBezTo>
                        <a:cubicBezTo>
                          <a:pt x="45198" y="15197"/>
                          <a:pt x="40676" y="14931"/>
                          <a:pt x="38282" y="14444"/>
                        </a:cubicBezTo>
                        <a:cubicBezTo>
                          <a:pt x="37351" y="14266"/>
                          <a:pt x="36420" y="14000"/>
                          <a:pt x="36199" y="13291"/>
                        </a:cubicBezTo>
                        <a:cubicBezTo>
                          <a:pt x="36066" y="12803"/>
                          <a:pt x="36287" y="12138"/>
                          <a:pt x="36642" y="11473"/>
                        </a:cubicBezTo>
                        <a:cubicBezTo>
                          <a:pt x="38282" y="8547"/>
                          <a:pt x="42006" y="6331"/>
                          <a:pt x="46040" y="4646"/>
                        </a:cubicBezTo>
                        <a:cubicBezTo>
                          <a:pt x="45198" y="3627"/>
                          <a:pt x="44267" y="2696"/>
                          <a:pt x="43159" y="2031"/>
                        </a:cubicBezTo>
                        <a:cubicBezTo>
                          <a:pt x="40322" y="346"/>
                          <a:pt x="37396" y="-230"/>
                          <a:pt x="34470" y="80"/>
                        </a:cubicBezTo>
                        <a:cubicBezTo>
                          <a:pt x="34248" y="257"/>
                          <a:pt x="34027" y="391"/>
                          <a:pt x="33805" y="568"/>
                        </a:cubicBezTo>
                        <a:cubicBezTo>
                          <a:pt x="28352" y="4912"/>
                          <a:pt x="23121" y="9390"/>
                          <a:pt x="18201" y="1395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65" name="Forme libre : forme 19864">
                    <a:extLst>
                      <a:ext uri="{FF2B5EF4-FFF2-40B4-BE49-F238E27FC236}">
                        <a16:creationId xmlns:a16="http://schemas.microsoft.com/office/drawing/2014/main" id="{F20D5D57-BE3F-44E1-970B-8FE39461F3F8}"/>
                      </a:ext>
                    </a:extLst>
                  </p:cNvPr>
                  <p:cNvSpPr/>
                  <p:nvPr/>
                </p:nvSpPr>
                <p:spPr>
                  <a:xfrm>
                    <a:off x="4822903" y="6124677"/>
                    <a:ext cx="16313" cy="13786"/>
                  </a:xfrm>
                  <a:custGeom>
                    <a:avLst/>
                    <a:gdLst>
                      <a:gd name="connsiteX0" fmla="*/ 0 w 16313"/>
                      <a:gd name="connsiteY0" fmla="*/ 13787 h 13786"/>
                      <a:gd name="connsiteX1" fmla="*/ 15649 w 16313"/>
                      <a:gd name="connsiteY1" fmla="*/ 488 h 13786"/>
                      <a:gd name="connsiteX2" fmla="*/ 16314 w 16313"/>
                      <a:gd name="connsiteY2" fmla="*/ 0 h 13786"/>
                      <a:gd name="connsiteX3" fmla="*/ 7980 w 16313"/>
                      <a:gd name="connsiteY3" fmla="*/ 2926 h 13786"/>
                      <a:gd name="connsiteX4" fmla="*/ 0 w 16313"/>
                      <a:gd name="connsiteY4" fmla="*/ 13787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13" h="13786">
                        <a:moveTo>
                          <a:pt x="0" y="13787"/>
                        </a:moveTo>
                        <a:cubicBezTo>
                          <a:pt x="4921" y="9177"/>
                          <a:pt x="10152" y="4744"/>
                          <a:pt x="15649" y="488"/>
                        </a:cubicBezTo>
                        <a:cubicBezTo>
                          <a:pt x="15870" y="311"/>
                          <a:pt x="16092" y="177"/>
                          <a:pt x="16314" y="0"/>
                        </a:cubicBezTo>
                        <a:cubicBezTo>
                          <a:pt x="13521" y="266"/>
                          <a:pt x="10728" y="1330"/>
                          <a:pt x="7980" y="2926"/>
                        </a:cubicBezTo>
                        <a:cubicBezTo>
                          <a:pt x="4832" y="6473"/>
                          <a:pt x="2128" y="10152"/>
                          <a:pt x="0" y="1378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66" name="Forme libre : forme 19865">
                    <a:extLst>
                      <a:ext uri="{FF2B5EF4-FFF2-40B4-BE49-F238E27FC236}">
                        <a16:creationId xmlns:a16="http://schemas.microsoft.com/office/drawing/2014/main" id="{31E3E00B-14F3-441B-B8EA-86CB6F668F0A}"/>
                      </a:ext>
                    </a:extLst>
                  </p:cNvPr>
                  <p:cNvSpPr/>
                  <p:nvPr/>
                </p:nvSpPr>
                <p:spPr>
                  <a:xfrm>
                    <a:off x="4840907" y="6129243"/>
                    <a:ext cx="14490" cy="10411"/>
                  </a:xfrm>
                  <a:custGeom>
                    <a:avLst/>
                    <a:gdLst>
                      <a:gd name="connsiteX0" fmla="*/ 482 w 14490"/>
                      <a:gd name="connsiteY0" fmla="*/ 6827 h 10411"/>
                      <a:gd name="connsiteX1" fmla="*/ 39 w 14490"/>
                      <a:gd name="connsiteY1" fmla="*/ 8645 h 10411"/>
                      <a:gd name="connsiteX2" fmla="*/ 2123 w 14490"/>
                      <a:gd name="connsiteY2" fmla="*/ 9797 h 10411"/>
                      <a:gd name="connsiteX3" fmla="*/ 14491 w 14490"/>
                      <a:gd name="connsiteY3" fmla="*/ 10373 h 10411"/>
                      <a:gd name="connsiteX4" fmla="*/ 9925 w 14490"/>
                      <a:gd name="connsiteY4" fmla="*/ 0 h 10411"/>
                      <a:gd name="connsiteX5" fmla="*/ 482 w 14490"/>
                      <a:gd name="connsiteY5" fmla="*/ 6827 h 10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90" h="10411">
                        <a:moveTo>
                          <a:pt x="482" y="6827"/>
                        </a:moveTo>
                        <a:cubicBezTo>
                          <a:pt x="128" y="7492"/>
                          <a:pt x="-94" y="8112"/>
                          <a:pt x="39" y="8645"/>
                        </a:cubicBezTo>
                        <a:cubicBezTo>
                          <a:pt x="261" y="9354"/>
                          <a:pt x="1192" y="9620"/>
                          <a:pt x="2123" y="9797"/>
                        </a:cubicBezTo>
                        <a:cubicBezTo>
                          <a:pt x="4516" y="10285"/>
                          <a:pt x="9038" y="10506"/>
                          <a:pt x="14491" y="10373"/>
                        </a:cubicBezTo>
                        <a:cubicBezTo>
                          <a:pt x="13560" y="6561"/>
                          <a:pt x="12186" y="2748"/>
                          <a:pt x="9925" y="0"/>
                        </a:cubicBezTo>
                        <a:cubicBezTo>
                          <a:pt x="5846" y="1685"/>
                          <a:pt x="2123" y="3901"/>
                          <a:pt x="482" y="682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67" name="Forme libre : forme 19866">
                    <a:extLst>
                      <a:ext uri="{FF2B5EF4-FFF2-40B4-BE49-F238E27FC236}">
                        <a16:creationId xmlns:a16="http://schemas.microsoft.com/office/drawing/2014/main" id="{9C95735F-BB58-448A-AE5D-86D69C2ED96D}"/>
                      </a:ext>
                    </a:extLst>
                  </p:cNvPr>
                  <p:cNvSpPr/>
                  <p:nvPr/>
                </p:nvSpPr>
                <p:spPr>
                  <a:xfrm>
                    <a:off x="4730195" y="6224688"/>
                    <a:ext cx="37212" cy="44276"/>
                  </a:xfrm>
                  <a:custGeom>
                    <a:avLst/>
                    <a:gdLst>
                      <a:gd name="connsiteX0" fmla="*/ 19739 w 37212"/>
                      <a:gd name="connsiteY0" fmla="*/ 9620 h 44276"/>
                      <a:gd name="connsiteX1" fmla="*/ 24394 w 37212"/>
                      <a:gd name="connsiteY1" fmla="*/ 3280 h 44276"/>
                      <a:gd name="connsiteX2" fmla="*/ 899 w 37212"/>
                      <a:gd name="connsiteY2" fmla="*/ 23185 h 44276"/>
                      <a:gd name="connsiteX3" fmla="*/ 13045 w 37212"/>
                      <a:gd name="connsiteY3" fmla="*/ 41183 h 44276"/>
                      <a:gd name="connsiteX4" fmla="*/ 36319 w 37212"/>
                      <a:gd name="connsiteY4" fmla="*/ 37725 h 44276"/>
                      <a:gd name="connsiteX5" fmla="*/ 31576 w 37212"/>
                      <a:gd name="connsiteY5" fmla="*/ 15914 h 44276"/>
                      <a:gd name="connsiteX6" fmla="*/ 28340 w 37212"/>
                      <a:gd name="connsiteY6" fmla="*/ 16491 h 44276"/>
                      <a:gd name="connsiteX7" fmla="*/ 19739 w 37212"/>
                      <a:gd name="connsiteY7" fmla="*/ 9620 h 44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212" h="44276">
                        <a:moveTo>
                          <a:pt x="19739" y="9620"/>
                        </a:moveTo>
                        <a:cubicBezTo>
                          <a:pt x="19606" y="6783"/>
                          <a:pt x="21513" y="4344"/>
                          <a:pt x="24394" y="3280"/>
                        </a:cubicBezTo>
                        <a:cubicBezTo>
                          <a:pt x="13577" y="-6561"/>
                          <a:pt x="-4199" y="7403"/>
                          <a:pt x="899" y="23185"/>
                        </a:cubicBezTo>
                        <a:cubicBezTo>
                          <a:pt x="3071" y="29923"/>
                          <a:pt x="6351" y="36883"/>
                          <a:pt x="13045" y="41183"/>
                        </a:cubicBezTo>
                        <a:cubicBezTo>
                          <a:pt x="20537" y="45971"/>
                          <a:pt x="32773" y="45483"/>
                          <a:pt x="36319" y="37725"/>
                        </a:cubicBezTo>
                        <a:cubicBezTo>
                          <a:pt x="39068" y="31741"/>
                          <a:pt x="34901" y="23007"/>
                          <a:pt x="31576" y="15914"/>
                        </a:cubicBezTo>
                        <a:cubicBezTo>
                          <a:pt x="30600" y="16269"/>
                          <a:pt x="29492" y="16491"/>
                          <a:pt x="28340" y="16491"/>
                        </a:cubicBezTo>
                        <a:cubicBezTo>
                          <a:pt x="23774" y="16535"/>
                          <a:pt x="19917" y="13432"/>
                          <a:pt x="19739" y="962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68" name="Forme libre : forme 19867">
                    <a:extLst>
                      <a:ext uri="{FF2B5EF4-FFF2-40B4-BE49-F238E27FC236}">
                        <a16:creationId xmlns:a16="http://schemas.microsoft.com/office/drawing/2014/main" id="{9D3FB473-5014-4ACA-98CF-5E0C57BE8E47}"/>
                      </a:ext>
                    </a:extLst>
                  </p:cNvPr>
                  <p:cNvSpPr/>
                  <p:nvPr/>
                </p:nvSpPr>
                <p:spPr>
                  <a:xfrm>
                    <a:off x="4632050" y="6300554"/>
                    <a:ext cx="97881" cy="54121"/>
                  </a:xfrm>
                  <a:custGeom>
                    <a:avLst/>
                    <a:gdLst>
                      <a:gd name="connsiteX0" fmla="*/ 89734 w 97881"/>
                      <a:gd name="connsiteY0" fmla="*/ 30927 h 54121"/>
                      <a:gd name="connsiteX1" fmla="*/ 84990 w 97881"/>
                      <a:gd name="connsiteY1" fmla="*/ 25341 h 54121"/>
                      <a:gd name="connsiteX2" fmla="*/ 77720 w 97881"/>
                      <a:gd name="connsiteY2" fmla="*/ 6722 h 54121"/>
                      <a:gd name="connsiteX3" fmla="*/ 33877 w 97881"/>
                      <a:gd name="connsiteY3" fmla="*/ 3530 h 54121"/>
                      <a:gd name="connsiteX4" fmla="*/ 13041 w 97881"/>
                      <a:gd name="connsiteY4" fmla="*/ 4816 h 54121"/>
                      <a:gd name="connsiteX5" fmla="*/ 8 w 97881"/>
                      <a:gd name="connsiteY5" fmla="*/ 16785 h 54121"/>
                      <a:gd name="connsiteX6" fmla="*/ 6347 w 97881"/>
                      <a:gd name="connsiteY6" fmla="*/ 27735 h 54121"/>
                      <a:gd name="connsiteX7" fmla="*/ 12731 w 97881"/>
                      <a:gd name="connsiteY7" fmla="*/ 31547 h 54121"/>
                      <a:gd name="connsiteX8" fmla="*/ 15391 w 97881"/>
                      <a:gd name="connsiteY8" fmla="*/ 27557 h 54121"/>
                      <a:gd name="connsiteX9" fmla="*/ 27892 w 97881"/>
                      <a:gd name="connsiteY9" fmla="*/ 18514 h 54121"/>
                      <a:gd name="connsiteX10" fmla="*/ 52008 w 97881"/>
                      <a:gd name="connsiteY10" fmla="*/ 16253 h 54121"/>
                      <a:gd name="connsiteX11" fmla="*/ 56441 w 97881"/>
                      <a:gd name="connsiteY11" fmla="*/ 25828 h 54121"/>
                      <a:gd name="connsiteX12" fmla="*/ 47664 w 97881"/>
                      <a:gd name="connsiteY12" fmla="*/ 33409 h 54121"/>
                      <a:gd name="connsiteX13" fmla="*/ 33877 w 97881"/>
                      <a:gd name="connsiteY13" fmla="*/ 40280 h 54121"/>
                      <a:gd name="connsiteX14" fmla="*/ 67701 w 97881"/>
                      <a:gd name="connsiteY14" fmla="*/ 51851 h 54121"/>
                      <a:gd name="connsiteX15" fmla="*/ 86631 w 97881"/>
                      <a:gd name="connsiteY15" fmla="*/ 53668 h 54121"/>
                      <a:gd name="connsiteX16" fmla="*/ 97846 w 97881"/>
                      <a:gd name="connsiteY16" fmla="*/ 42630 h 54121"/>
                      <a:gd name="connsiteX17" fmla="*/ 91418 w 97881"/>
                      <a:gd name="connsiteY17" fmla="*/ 32567 h 54121"/>
                      <a:gd name="connsiteX18" fmla="*/ 89734 w 97881"/>
                      <a:gd name="connsiteY18" fmla="*/ 30927 h 54121"/>
                      <a:gd name="connsiteX19" fmla="*/ 73597 w 97881"/>
                      <a:gd name="connsiteY19" fmla="*/ 24277 h 54121"/>
                      <a:gd name="connsiteX20" fmla="*/ 64953 w 97881"/>
                      <a:gd name="connsiteY20" fmla="*/ 17406 h 54121"/>
                      <a:gd name="connsiteX21" fmla="*/ 72888 w 97881"/>
                      <a:gd name="connsiteY21" fmla="*/ 10490 h 54121"/>
                      <a:gd name="connsiteX22" fmla="*/ 81533 w 97881"/>
                      <a:gd name="connsiteY22" fmla="*/ 17362 h 54121"/>
                      <a:gd name="connsiteX23" fmla="*/ 73597 w 97881"/>
                      <a:gd name="connsiteY23" fmla="*/ 24277 h 54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97881" h="54121">
                        <a:moveTo>
                          <a:pt x="89734" y="30927"/>
                        </a:moveTo>
                        <a:cubicBezTo>
                          <a:pt x="87916" y="29109"/>
                          <a:pt x="86143" y="27292"/>
                          <a:pt x="84990" y="25341"/>
                        </a:cubicBezTo>
                        <a:cubicBezTo>
                          <a:pt x="81444" y="19445"/>
                          <a:pt x="81355" y="12529"/>
                          <a:pt x="77720" y="6722"/>
                        </a:cubicBezTo>
                        <a:cubicBezTo>
                          <a:pt x="69563" y="-6178"/>
                          <a:pt x="47619" y="3442"/>
                          <a:pt x="33877" y="3530"/>
                        </a:cubicBezTo>
                        <a:cubicBezTo>
                          <a:pt x="26873" y="3575"/>
                          <a:pt x="19691" y="3131"/>
                          <a:pt x="13041" y="4816"/>
                        </a:cubicBezTo>
                        <a:cubicBezTo>
                          <a:pt x="6392" y="6500"/>
                          <a:pt x="274" y="10978"/>
                          <a:pt x="8" y="16785"/>
                        </a:cubicBezTo>
                        <a:cubicBezTo>
                          <a:pt x="-169" y="20908"/>
                          <a:pt x="2624" y="24898"/>
                          <a:pt x="6347" y="27735"/>
                        </a:cubicBezTo>
                        <a:cubicBezTo>
                          <a:pt x="8298" y="29198"/>
                          <a:pt x="10470" y="30439"/>
                          <a:pt x="12731" y="31547"/>
                        </a:cubicBezTo>
                        <a:cubicBezTo>
                          <a:pt x="13440" y="30129"/>
                          <a:pt x="14371" y="28799"/>
                          <a:pt x="15391" y="27557"/>
                        </a:cubicBezTo>
                        <a:cubicBezTo>
                          <a:pt x="18583" y="23745"/>
                          <a:pt x="22927" y="20686"/>
                          <a:pt x="27892" y="18514"/>
                        </a:cubicBezTo>
                        <a:cubicBezTo>
                          <a:pt x="33611" y="15987"/>
                          <a:pt x="45758" y="12397"/>
                          <a:pt x="52008" y="16253"/>
                        </a:cubicBezTo>
                        <a:cubicBezTo>
                          <a:pt x="55200" y="18248"/>
                          <a:pt x="57328" y="22770"/>
                          <a:pt x="56441" y="25828"/>
                        </a:cubicBezTo>
                        <a:cubicBezTo>
                          <a:pt x="55466" y="29419"/>
                          <a:pt x="51210" y="31680"/>
                          <a:pt x="47664" y="33409"/>
                        </a:cubicBezTo>
                        <a:cubicBezTo>
                          <a:pt x="43053" y="35715"/>
                          <a:pt x="38487" y="37975"/>
                          <a:pt x="33877" y="40280"/>
                        </a:cubicBezTo>
                        <a:cubicBezTo>
                          <a:pt x="44915" y="44669"/>
                          <a:pt x="56087" y="48748"/>
                          <a:pt x="67701" y="51851"/>
                        </a:cubicBezTo>
                        <a:cubicBezTo>
                          <a:pt x="73863" y="53491"/>
                          <a:pt x="80424" y="54865"/>
                          <a:pt x="86631" y="53668"/>
                        </a:cubicBezTo>
                        <a:cubicBezTo>
                          <a:pt x="92837" y="52471"/>
                          <a:pt x="98378" y="47950"/>
                          <a:pt x="97846" y="42630"/>
                        </a:cubicBezTo>
                        <a:cubicBezTo>
                          <a:pt x="97447" y="38862"/>
                          <a:pt x="94522" y="35670"/>
                          <a:pt x="91418" y="32567"/>
                        </a:cubicBezTo>
                        <a:cubicBezTo>
                          <a:pt x="90665" y="32168"/>
                          <a:pt x="90088" y="31636"/>
                          <a:pt x="89734" y="30927"/>
                        </a:cubicBezTo>
                        <a:close/>
                        <a:moveTo>
                          <a:pt x="73597" y="24277"/>
                        </a:moveTo>
                        <a:cubicBezTo>
                          <a:pt x="69031" y="24277"/>
                          <a:pt x="65174" y="21218"/>
                          <a:pt x="64953" y="17406"/>
                        </a:cubicBezTo>
                        <a:cubicBezTo>
                          <a:pt x="64776" y="13593"/>
                          <a:pt x="68322" y="10490"/>
                          <a:pt x="72888" y="10490"/>
                        </a:cubicBezTo>
                        <a:cubicBezTo>
                          <a:pt x="77454" y="10490"/>
                          <a:pt x="81311" y="13549"/>
                          <a:pt x="81533" y="17362"/>
                        </a:cubicBezTo>
                        <a:cubicBezTo>
                          <a:pt x="81710" y="21174"/>
                          <a:pt x="78163" y="24277"/>
                          <a:pt x="73597" y="2427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69" name="Forme libre : forme 19868">
                    <a:extLst>
                      <a:ext uri="{FF2B5EF4-FFF2-40B4-BE49-F238E27FC236}">
                        <a16:creationId xmlns:a16="http://schemas.microsoft.com/office/drawing/2014/main" id="{855F494A-770A-46AC-80EC-B82941BA9604}"/>
                      </a:ext>
                    </a:extLst>
                  </p:cNvPr>
                  <p:cNvSpPr/>
                  <p:nvPr/>
                </p:nvSpPr>
                <p:spPr>
                  <a:xfrm>
                    <a:off x="4609139" y="6347651"/>
                    <a:ext cx="30765" cy="8965"/>
                  </a:xfrm>
                  <a:custGeom>
                    <a:avLst/>
                    <a:gdLst>
                      <a:gd name="connsiteX0" fmla="*/ 0 w 30765"/>
                      <a:gd name="connsiteY0" fmla="*/ 1251 h 8965"/>
                      <a:gd name="connsiteX1" fmla="*/ 30766 w 30765"/>
                      <a:gd name="connsiteY1" fmla="*/ 8965 h 8965"/>
                      <a:gd name="connsiteX2" fmla="*/ 25934 w 30765"/>
                      <a:gd name="connsiteY2" fmla="*/ 5596 h 8965"/>
                      <a:gd name="connsiteX3" fmla="*/ 0 w 30765"/>
                      <a:gd name="connsiteY3" fmla="*/ 1251 h 8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765" h="8965">
                        <a:moveTo>
                          <a:pt x="0" y="1251"/>
                        </a:moveTo>
                        <a:lnTo>
                          <a:pt x="30766" y="8965"/>
                        </a:lnTo>
                        <a:cubicBezTo>
                          <a:pt x="29037" y="7724"/>
                          <a:pt x="27397" y="6571"/>
                          <a:pt x="25934" y="5596"/>
                        </a:cubicBezTo>
                        <a:cubicBezTo>
                          <a:pt x="18043" y="232"/>
                          <a:pt x="8334" y="-1408"/>
                          <a:pt x="0" y="125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0" name="Forme libre : forme 19869">
                    <a:extLst>
                      <a:ext uri="{FF2B5EF4-FFF2-40B4-BE49-F238E27FC236}">
                        <a16:creationId xmlns:a16="http://schemas.microsoft.com/office/drawing/2014/main" id="{2CCB678E-4A8B-4B02-A815-1C747D32C5B9}"/>
                      </a:ext>
                    </a:extLst>
                  </p:cNvPr>
                  <p:cNvSpPr/>
                  <p:nvPr/>
                </p:nvSpPr>
                <p:spPr>
                  <a:xfrm>
                    <a:off x="4549736" y="6285867"/>
                    <a:ext cx="62193" cy="34690"/>
                  </a:xfrm>
                  <a:custGeom>
                    <a:avLst/>
                    <a:gdLst>
                      <a:gd name="connsiteX0" fmla="*/ 61531 w 62193"/>
                      <a:gd name="connsiteY0" fmla="*/ 31738 h 34690"/>
                      <a:gd name="connsiteX1" fmla="*/ 62152 w 62193"/>
                      <a:gd name="connsiteY1" fmla="*/ 28546 h 34690"/>
                      <a:gd name="connsiteX2" fmla="*/ 57763 w 62193"/>
                      <a:gd name="connsiteY2" fmla="*/ 21098 h 34690"/>
                      <a:gd name="connsiteX3" fmla="*/ 29923 w 62193"/>
                      <a:gd name="connsiteY3" fmla="*/ 1593 h 34690"/>
                      <a:gd name="connsiteX4" fmla="*/ 25402 w 62193"/>
                      <a:gd name="connsiteY4" fmla="*/ 85 h 34690"/>
                      <a:gd name="connsiteX5" fmla="*/ 19373 w 62193"/>
                      <a:gd name="connsiteY5" fmla="*/ 662 h 34690"/>
                      <a:gd name="connsiteX6" fmla="*/ 0 w 62193"/>
                      <a:gd name="connsiteY6" fmla="*/ 7489 h 34690"/>
                      <a:gd name="connsiteX7" fmla="*/ 13831 w 62193"/>
                      <a:gd name="connsiteY7" fmla="*/ 9661 h 34690"/>
                      <a:gd name="connsiteX8" fmla="*/ 29214 w 62193"/>
                      <a:gd name="connsiteY8" fmla="*/ 13252 h 34690"/>
                      <a:gd name="connsiteX9" fmla="*/ 39854 w 62193"/>
                      <a:gd name="connsiteY9" fmla="*/ 23714 h 34690"/>
                      <a:gd name="connsiteX10" fmla="*/ 48897 w 62193"/>
                      <a:gd name="connsiteY10" fmla="*/ 33201 h 34690"/>
                      <a:gd name="connsiteX11" fmla="*/ 61531 w 62193"/>
                      <a:gd name="connsiteY11" fmla="*/ 31738 h 34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2193" h="34690">
                        <a:moveTo>
                          <a:pt x="61531" y="31738"/>
                        </a:moveTo>
                        <a:cubicBezTo>
                          <a:pt x="62108" y="30763"/>
                          <a:pt x="62285" y="29654"/>
                          <a:pt x="62152" y="28546"/>
                        </a:cubicBezTo>
                        <a:cubicBezTo>
                          <a:pt x="61886" y="25798"/>
                          <a:pt x="59847" y="23315"/>
                          <a:pt x="57763" y="21098"/>
                        </a:cubicBezTo>
                        <a:cubicBezTo>
                          <a:pt x="50227" y="13119"/>
                          <a:pt x="40651" y="6381"/>
                          <a:pt x="29923" y="1593"/>
                        </a:cubicBezTo>
                        <a:cubicBezTo>
                          <a:pt x="28505" y="928"/>
                          <a:pt x="26998" y="307"/>
                          <a:pt x="25402" y="85"/>
                        </a:cubicBezTo>
                        <a:cubicBezTo>
                          <a:pt x="23362" y="-180"/>
                          <a:pt x="21323" y="219"/>
                          <a:pt x="19373" y="662"/>
                        </a:cubicBezTo>
                        <a:cubicBezTo>
                          <a:pt x="12590" y="2258"/>
                          <a:pt x="6029" y="4563"/>
                          <a:pt x="0" y="7489"/>
                        </a:cubicBezTo>
                        <a:lnTo>
                          <a:pt x="13831" y="9661"/>
                        </a:lnTo>
                        <a:cubicBezTo>
                          <a:pt x="19151" y="8863"/>
                          <a:pt x="24781" y="10504"/>
                          <a:pt x="29214" y="13252"/>
                        </a:cubicBezTo>
                        <a:cubicBezTo>
                          <a:pt x="33647" y="16001"/>
                          <a:pt x="36972" y="19813"/>
                          <a:pt x="39854" y="23714"/>
                        </a:cubicBezTo>
                        <a:cubicBezTo>
                          <a:pt x="42425" y="27172"/>
                          <a:pt x="44819" y="30985"/>
                          <a:pt x="48897" y="33201"/>
                        </a:cubicBezTo>
                        <a:cubicBezTo>
                          <a:pt x="53020" y="35462"/>
                          <a:pt x="59448" y="35285"/>
                          <a:pt x="61531" y="3173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1" name="Forme libre : forme 19870">
                    <a:extLst>
                      <a:ext uri="{FF2B5EF4-FFF2-40B4-BE49-F238E27FC236}">
                        <a16:creationId xmlns:a16="http://schemas.microsoft.com/office/drawing/2014/main" id="{3DE69EC0-71E8-4542-8198-348A9FB9528C}"/>
                      </a:ext>
                    </a:extLst>
                  </p:cNvPr>
                  <p:cNvSpPr/>
                  <p:nvPr/>
                </p:nvSpPr>
                <p:spPr>
                  <a:xfrm>
                    <a:off x="4804804" y="6216171"/>
                    <a:ext cx="38934" cy="45800"/>
                  </a:xfrm>
                  <a:custGeom>
                    <a:avLst/>
                    <a:gdLst>
                      <a:gd name="connsiteX0" fmla="*/ 4844 w 38934"/>
                      <a:gd name="connsiteY0" fmla="*/ 44380 h 45800"/>
                      <a:gd name="connsiteX1" fmla="*/ 12912 w 38934"/>
                      <a:gd name="connsiteY1" fmla="*/ 45799 h 45800"/>
                      <a:gd name="connsiteX2" fmla="*/ 38935 w 38934"/>
                      <a:gd name="connsiteY2" fmla="*/ 28421 h 45800"/>
                      <a:gd name="connsiteX3" fmla="*/ 28473 w 38934"/>
                      <a:gd name="connsiteY3" fmla="*/ 33120 h 45800"/>
                      <a:gd name="connsiteX4" fmla="*/ 17656 w 38934"/>
                      <a:gd name="connsiteY4" fmla="*/ 33208 h 45800"/>
                      <a:gd name="connsiteX5" fmla="*/ 16636 w 38934"/>
                      <a:gd name="connsiteY5" fmla="*/ 23323 h 45800"/>
                      <a:gd name="connsiteX6" fmla="*/ 34369 w 38934"/>
                      <a:gd name="connsiteY6" fmla="*/ 5635 h 45800"/>
                      <a:gd name="connsiteX7" fmla="*/ 33925 w 38934"/>
                      <a:gd name="connsiteY7" fmla="*/ 5103 h 45800"/>
                      <a:gd name="connsiteX8" fmla="*/ 18498 w 38934"/>
                      <a:gd name="connsiteY8" fmla="*/ 3241 h 45800"/>
                      <a:gd name="connsiteX9" fmla="*/ 12 w 38934"/>
                      <a:gd name="connsiteY9" fmla="*/ 36622 h 45800"/>
                      <a:gd name="connsiteX10" fmla="*/ 4844 w 38934"/>
                      <a:gd name="connsiteY10" fmla="*/ 44380 h 45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8934" h="45800">
                        <a:moveTo>
                          <a:pt x="4844" y="44380"/>
                        </a:moveTo>
                        <a:cubicBezTo>
                          <a:pt x="7238" y="45621"/>
                          <a:pt x="10164" y="45799"/>
                          <a:pt x="12912" y="45799"/>
                        </a:cubicBezTo>
                        <a:cubicBezTo>
                          <a:pt x="26212" y="45931"/>
                          <a:pt x="35654" y="38085"/>
                          <a:pt x="38935" y="28421"/>
                        </a:cubicBezTo>
                        <a:cubicBezTo>
                          <a:pt x="34856" y="30549"/>
                          <a:pt x="30911" y="32233"/>
                          <a:pt x="28473" y="33120"/>
                        </a:cubicBezTo>
                        <a:cubicBezTo>
                          <a:pt x="25015" y="34361"/>
                          <a:pt x="20626" y="35248"/>
                          <a:pt x="17656" y="33208"/>
                        </a:cubicBezTo>
                        <a:cubicBezTo>
                          <a:pt x="14331" y="30903"/>
                          <a:pt x="15085" y="26559"/>
                          <a:pt x="16636" y="23323"/>
                        </a:cubicBezTo>
                        <a:cubicBezTo>
                          <a:pt x="19296" y="17826"/>
                          <a:pt x="26256" y="9491"/>
                          <a:pt x="34369" y="5635"/>
                        </a:cubicBezTo>
                        <a:cubicBezTo>
                          <a:pt x="34191" y="5457"/>
                          <a:pt x="34103" y="5280"/>
                          <a:pt x="33925" y="5103"/>
                        </a:cubicBezTo>
                        <a:cubicBezTo>
                          <a:pt x="28650" y="-661"/>
                          <a:pt x="24128" y="-1901"/>
                          <a:pt x="18498" y="3241"/>
                        </a:cubicBezTo>
                        <a:cubicBezTo>
                          <a:pt x="11361" y="9758"/>
                          <a:pt x="-431" y="27446"/>
                          <a:pt x="12" y="36622"/>
                        </a:cubicBezTo>
                        <a:cubicBezTo>
                          <a:pt x="189" y="39592"/>
                          <a:pt x="1741" y="42784"/>
                          <a:pt x="4844" y="4438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2" name="Forme libre : forme 19871">
                    <a:extLst>
                      <a:ext uri="{FF2B5EF4-FFF2-40B4-BE49-F238E27FC236}">
                        <a16:creationId xmlns:a16="http://schemas.microsoft.com/office/drawing/2014/main" id="{9D05DCD4-CF90-4B7E-8038-9312005ECA89}"/>
                      </a:ext>
                    </a:extLst>
                  </p:cNvPr>
                  <p:cNvSpPr/>
                  <p:nvPr/>
                </p:nvSpPr>
                <p:spPr>
                  <a:xfrm>
                    <a:off x="4772897" y="6278478"/>
                    <a:ext cx="72881" cy="82839"/>
                  </a:xfrm>
                  <a:custGeom>
                    <a:avLst/>
                    <a:gdLst>
                      <a:gd name="connsiteX0" fmla="*/ 72881 w 72881"/>
                      <a:gd name="connsiteY0" fmla="*/ 35359 h 82839"/>
                      <a:gd name="connsiteX1" fmla="*/ 68005 w 72881"/>
                      <a:gd name="connsiteY1" fmla="*/ 36777 h 82839"/>
                      <a:gd name="connsiteX2" fmla="*/ 59360 w 72881"/>
                      <a:gd name="connsiteY2" fmla="*/ 29906 h 82839"/>
                      <a:gd name="connsiteX3" fmla="*/ 67295 w 72881"/>
                      <a:gd name="connsiteY3" fmla="*/ 22990 h 82839"/>
                      <a:gd name="connsiteX4" fmla="*/ 72881 w 72881"/>
                      <a:gd name="connsiteY4" fmla="*/ 24719 h 82839"/>
                      <a:gd name="connsiteX5" fmla="*/ 62242 w 72881"/>
                      <a:gd name="connsiteY5" fmla="*/ 5613 h 82839"/>
                      <a:gd name="connsiteX6" fmla="*/ 4124 w 72881"/>
                      <a:gd name="connsiteY6" fmla="*/ 36423 h 82839"/>
                      <a:gd name="connsiteX7" fmla="*/ 90 w 72881"/>
                      <a:gd name="connsiteY7" fmla="*/ 57435 h 82839"/>
                      <a:gd name="connsiteX8" fmla="*/ 12281 w 72881"/>
                      <a:gd name="connsiteY8" fmla="*/ 75700 h 82839"/>
                      <a:gd name="connsiteX9" fmla="*/ 25846 w 72881"/>
                      <a:gd name="connsiteY9" fmla="*/ 78980 h 82839"/>
                      <a:gd name="connsiteX10" fmla="*/ 49962 w 72881"/>
                      <a:gd name="connsiteY10" fmla="*/ 82305 h 82839"/>
                      <a:gd name="connsiteX11" fmla="*/ 62330 w 72881"/>
                      <a:gd name="connsiteY11" fmla="*/ 81507 h 82839"/>
                      <a:gd name="connsiteX12" fmla="*/ 67606 w 72881"/>
                      <a:gd name="connsiteY12" fmla="*/ 69006 h 82839"/>
                      <a:gd name="connsiteX13" fmla="*/ 72881 w 72881"/>
                      <a:gd name="connsiteY13" fmla="*/ 35359 h 82839"/>
                      <a:gd name="connsiteX14" fmla="*/ 57587 w 72881"/>
                      <a:gd name="connsiteY14" fmla="*/ 23035 h 82839"/>
                      <a:gd name="connsiteX15" fmla="*/ 48809 w 72881"/>
                      <a:gd name="connsiteY15" fmla="*/ 30615 h 82839"/>
                      <a:gd name="connsiteX16" fmla="*/ 28107 w 72881"/>
                      <a:gd name="connsiteY16" fmla="*/ 40944 h 82839"/>
                      <a:gd name="connsiteX17" fmla="*/ 22654 w 72881"/>
                      <a:gd name="connsiteY17" fmla="*/ 42850 h 82839"/>
                      <a:gd name="connsiteX18" fmla="*/ 12680 w 72881"/>
                      <a:gd name="connsiteY18" fmla="*/ 35757 h 82839"/>
                      <a:gd name="connsiteX19" fmla="*/ 16492 w 72881"/>
                      <a:gd name="connsiteY19" fmla="*/ 24719 h 82839"/>
                      <a:gd name="connsiteX20" fmla="*/ 28993 w 72881"/>
                      <a:gd name="connsiteY20" fmla="*/ 15676 h 82839"/>
                      <a:gd name="connsiteX21" fmla="*/ 53109 w 72881"/>
                      <a:gd name="connsiteY21" fmla="*/ 13415 h 82839"/>
                      <a:gd name="connsiteX22" fmla="*/ 57587 w 72881"/>
                      <a:gd name="connsiteY22" fmla="*/ 23035 h 82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72881" h="82839">
                        <a:moveTo>
                          <a:pt x="72881" y="35359"/>
                        </a:moveTo>
                        <a:cubicBezTo>
                          <a:pt x="71551" y="36245"/>
                          <a:pt x="69867" y="36777"/>
                          <a:pt x="68005" y="36777"/>
                        </a:cubicBezTo>
                        <a:cubicBezTo>
                          <a:pt x="63439" y="36777"/>
                          <a:pt x="59582" y="33718"/>
                          <a:pt x="59360" y="29906"/>
                        </a:cubicBezTo>
                        <a:cubicBezTo>
                          <a:pt x="59183" y="26094"/>
                          <a:pt x="62729" y="22990"/>
                          <a:pt x="67295" y="22990"/>
                        </a:cubicBezTo>
                        <a:cubicBezTo>
                          <a:pt x="69423" y="22990"/>
                          <a:pt x="71329" y="23655"/>
                          <a:pt x="72881" y="24719"/>
                        </a:cubicBezTo>
                        <a:cubicBezTo>
                          <a:pt x="72127" y="16872"/>
                          <a:pt x="69246" y="9957"/>
                          <a:pt x="62242" y="5613"/>
                        </a:cubicBezTo>
                        <a:cubicBezTo>
                          <a:pt x="32983" y="-12519"/>
                          <a:pt x="10552" y="17449"/>
                          <a:pt x="4124" y="36423"/>
                        </a:cubicBezTo>
                        <a:cubicBezTo>
                          <a:pt x="1818" y="43250"/>
                          <a:pt x="-487" y="50254"/>
                          <a:pt x="90" y="57435"/>
                        </a:cubicBezTo>
                        <a:cubicBezTo>
                          <a:pt x="666" y="64617"/>
                          <a:pt x="4700" y="72109"/>
                          <a:pt x="12281" y="75700"/>
                        </a:cubicBezTo>
                        <a:cubicBezTo>
                          <a:pt x="16403" y="77695"/>
                          <a:pt x="21191" y="78359"/>
                          <a:pt x="25846" y="78980"/>
                        </a:cubicBezTo>
                        <a:cubicBezTo>
                          <a:pt x="33870" y="80088"/>
                          <a:pt x="41894" y="81197"/>
                          <a:pt x="49962" y="82305"/>
                        </a:cubicBezTo>
                        <a:cubicBezTo>
                          <a:pt x="54173" y="82881"/>
                          <a:pt x="58828" y="83413"/>
                          <a:pt x="62330" y="81507"/>
                        </a:cubicBezTo>
                        <a:cubicBezTo>
                          <a:pt x="66941" y="79025"/>
                          <a:pt x="67428" y="73661"/>
                          <a:pt x="67606" y="69006"/>
                        </a:cubicBezTo>
                        <a:cubicBezTo>
                          <a:pt x="67960" y="60671"/>
                          <a:pt x="71817" y="47727"/>
                          <a:pt x="72881" y="35359"/>
                        </a:cubicBezTo>
                        <a:close/>
                        <a:moveTo>
                          <a:pt x="57587" y="23035"/>
                        </a:moveTo>
                        <a:cubicBezTo>
                          <a:pt x="56612" y="26626"/>
                          <a:pt x="52356" y="28887"/>
                          <a:pt x="48809" y="30615"/>
                        </a:cubicBezTo>
                        <a:cubicBezTo>
                          <a:pt x="41894" y="34073"/>
                          <a:pt x="35022" y="37486"/>
                          <a:pt x="28107" y="40944"/>
                        </a:cubicBezTo>
                        <a:cubicBezTo>
                          <a:pt x="26422" y="41786"/>
                          <a:pt x="24649" y="42673"/>
                          <a:pt x="22654" y="42850"/>
                        </a:cubicBezTo>
                        <a:cubicBezTo>
                          <a:pt x="17955" y="43338"/>
                          <a:pt x="13522" y="39659"/>
                          <a:pt x="12680" y="35757"/>
                        </a:cubicBezTo>
                        <a:cubicBezTo>
                          <a:pt x="11837" y="31856"/>
                          <a:pt x="13832" y="27911"/>
                          <a:pt x="16492" y="24719"/>
                        </a:cubicBezTo>
                        <a:cubicBezTo>
                          <a:pt x="19684" y="20907"/>
                          <a:pt x="24028" y="17848"/>
                          <a:pt x="28993" y="15676"/>
                        </a:cubicBezTo>
                        <a:cubicBezTo>
                          <a:pt x="34712" y="13149"/>
                          <a:pt x="46859" y="9558"/>
                          <a:pt x="53109" y="13415"/>
                        </a:cubicBezTo>
                        <a:cubicBezTo>
                          <a:pt x="56346" y="15410"/>
                          <a:pt x="58473" y="19932"/>
                          <a:pt x="57587" y="2303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3" name="Forme libre : forme 19872">
                    <a:extLst>
                      <a:ext uri="{FF2B5EF4-FFF2-40B4-BE49-F238E27FC236}">
                        <a16:creationId xmlns:a16="http://schemas.microsoft.com/office/drawing/2014/main" id="{BCBD42DE-5C51-4782-9904-3D949C80A90D}"/>
                      </a:ext>
                    </a:extLst>
                  </p:cNvPr>
                  <p:cNvSpPr/>
                  <p:nvPr/>
                </p:nvSpPr>
                <p:spPr>
                  <a:xfrm>
                    <a:off x="4723287" y="6377496"/>
                    <a:ext cx="18534" cy="4752"/>
                  </a:xfrm>
                  <a:custGeom>
                    <a:avLst/>
                    <a:gdLst>
                      <a:gd name="connsiteX0" fmla="*/ 48 w 18534"/>
                      <a:gd name="connsiteY0" fmla="*/ 1241 h 4752"/>
                      <a:gd name="connsiteX1" fmla="*/ 891 w 18534"/>
                      <a:gd name="connsiteY1" fmla="*/ 3015 h 4752"/>
                      <a:gd name="connsiteX2" fmla="*/ 3816 w 18534"/>
                      <a:gd name="connsiteY2" fmla="*/ 4167 h 4752"/>
                      <a:gd name="connsiteX3" fmla="*/ 18534 w 18534"/>
                      <a:gd name="connsiteY3" fmla="*/ 4611 h 4752"/>
                      <a:gd name="connsiteX4" fmla="*/ 93 w 18534"/>
                      <a:gd name="connsiteY4" fmla="*/ 0 h 4752"/>
                      <a:gd name="connsiteX5" fmla="*/ 48 w 18534"/>
                      <a:gd name="connsiteY5" fmla="*/ 1241 h 4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534" h="4752">
                        <a:moveTo>
                          <a:pt x="48" y="1241"/>
                        </a:moveTo>
                        <a:cubicBezTo>
                          <a:pt x="137" y="1862"/>
                          <a:pt x="359" y="2527"/>
                          <a:pt x="891" y="3015"/>
                        </a:cubicBezTo>
                        <a:cubicBezTo>
                          <a:pt x="1600" y="3724"/>
                          <a:pt x="2753" y="3946"/>
                          <a:pt x="3816" y="4167"/>
                        </a:cubicBezTo>
                        <a:cubicBezTo>
                          <a:pt x="6875" y="4699"/>
                          <a:pt x="12372" y="4921"/>
                          <a:pt x="18534" y="4611"/>
                        </a:cubicBezTo>
                        <a:lnTo>
                          <a:pt x="93" y="0"/>
                        </a:lnTo>
                        <a:cubicBezTo>
                          <a:pt x="4" y="354"/>
                          <a:pt x="-40" y="798"/>
                          <a:pt x="48" y="124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4" name="Forme libre : forme 19873">
                    <a:extLst>
                      <a:ext uri="{FF2B5EF4-FFF2-40B4-BE49-F238E27FC236}">
                        <a16:creationId xmlns:a16="http://schemas.microsoft.com/office/drawing/2014/main" id="{0E469300-38A8-462F-9029-E15C6B29CCD6}"/>
                      </a:ext>
                    </a:extLst>
                  </p:cNvPr>
                  <p:cNvSpPr/>
                  <p:nvPr/>
                </p:nvSpPr>
                <p:spPr>
                  <a:xfrm>
                    <a:off x="4723380" y="6362163"/>
                    <a:ext cx="49606" cy="19899"/>
                  </a:xfrm>
                  <a:custGeom>
                    <a:avLst/>
                    <a:gdLst>
                      <a:gd name="connsiteX0" fmla="*/ 49606 w 49606"/>
                      <a:gd name="connsiteY0" fmla="*/ 7797 h 19899"/>
                      <a:gd name="connsiteX1" fmla="*/ 9841 w 49606"/>
                      <a:gd name="connsiteY1" fmla="*/ 7531 h 19899"/>
                      <a:gd name="connsiteX2" fmla="*/ 0 w 49606"/>
                      <a:gd name="connsiteY2" fmla="*/ 15289 h 19899"/>
                      <a:gd name="connsiteX3" fmla="*/ 18442 w 49606"/>
                      <a:gd name="connsiteY3" fmla="*/ 19899 h 19899"/>
                      <a:gd name="connsiteX4" fmla="*/ 49606 w 49606"/>
                      <a:gd name="connsiteY4" fmla="*/ 7797 h 19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606" h="19899">
                        <a:moveTo>
                          <a:pt x="49606" y="7797"/>
                        </a:moveTo>
                        <a:cubicBezTo>
                          <a:pt x="49385" y="-8074"/>
                          <a:pt x="17688" y="4738"/>
                          <a:pt x="9841" y="7531"/>
                        </a:cubicBezTo>
                        <a:cubicBezTo>
                          <a:pt x="5497" y="9082"/>
                          <a:pt x="488" y="11565"/>
                          <a:pt x="0" y="15289"/>
                        </a:cubicBezTo>
                        <a:lnTo>
                          <a:pt x="18442" y="19899"/>
                        </a:lnTo>
                        <a:cubicBezTo>
                          <a:pt x="32362" y="19279"/>
                          <a:pt x="49695" y="15998"/>
                          <a:pt x="49606" y="779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5" name="Forme libre : forme 19874">
                    <a:extLst>
                      <a:ext uri="{FF2B5EF4-FFF2-40B4-BE49-F238E27FC236}">
                        <a16:creationId xmlns:a16="http://schemas.microsoft.com/office/drawing/2014/main" id="{3C256AB2-E621-4BCB-920B-8BBE40CD8466}"/>
                      </a:ext>
                    </a:extLst>
                  </p:cNvPr>
                  <p:cNvSpPr/>
                  <p:nvPr/>
                </p:nvSpPr>
                <p:spPr>
                  <a:xfrm>
                    <a:off x="4883806" y="6205102"/>
                    <a:ext cx="93324" cy="94007"/>
                  </a:xfrm>
                  <a:custGeom>
                    <a:avLst/>
                    <a:gdLst>
                      <a:gd name="connsiteX0" fmla="*/ 35872 w 93324"/>
                      <a:gd name="connsiteY0" fmla="*/ 87456 h 94007"/>
                      <a:gd name="connsiteX1" fmla="*/ 49880 w 93324"/>
                      <a:gd name="connsiteY1" fmla="*/ 93929 h 94007"/>
                      <a:gd name="connsiteX2" fmla="*/ 57682 w 93324"/>
                      <a:gd name="connsiteY2" fmla="*/ 90116 h 94007"/>
                      <a:gd name="connsiteX3" fmla="*/ 84946 w 93324"/>
                      <a:gd name="connsiteY3" fmla="*/ 59483 h 94007"/>
                      <a:gd name="connsiteX4" fmla="*/ 93325 w 93324"/>
                      <a:gd name="connsiteY4" fmla="*/ 32131 h 94007"/>
                      <a:gd name="connsiteX5" fmla="*/ 91064 w 93324"/>
                      <a:gd name="connsiteY5" fmla="*/ 32442 h 94007"/>
                      <a:gd name="connsiteX6" fmla="*/ 82419 w 93324"/>
                      <a:gd name="connsiteY6" fmla="*/ 25570 h 94007"/>
                      <a:gd name="connsiteX7" fmla="*/ 90354 w 93324"/>
                      <a:gd name="connsiteY7" fmla="*/ 18655 h 94007"/>
                      <a:gd name="connsiteX8" fmla="*/ 91729 w 93324"/>
                      <a:gd name="connsiteY8" fmla="*/ 18743 h 94007"/>
                      <a:gd name="connsiteX9" fmla="*/ 75503 w 93324"/>
                      <a:gd name="connsiteY9" fmla="*/ 2385 h 94007"/>
                      <a:gd name="connsiteX10" fmla="*/ 8431 w 93324"/>
                      <a:gd name="connsiteY10" fmla="*/ 22378 h 94007"/>
                      <a:gd name="connsiteX11" fmla="*/ 229 w 93324"/>
                      <a:gd name="connsiteY11" fmla="*/ 31821 h 94007"/>
                      <a:gd name="connsiteX12" fmla="*/ 2402 w 93324"/>
                      <a:gd name="connsiteY12" fmla="*/ 42017 h 94007"/>
                      <a:gd name="connsiteX13" fmla="*/ 35872 w 93324"/>
                      <a:gd name="connsiteY13" fmla="*/ 87456 h 94007"/>
                      <a:gd name="connsiteX14" fmla="*/ 13750 w 93324"/>
                      <a:gd name="connsiteY14" fmla="*/ 40687 h 94007"/>
                      <a:gd name="connsiteX15" fmla="*/ 12731 w 93324"/>
                      <a:gd name="connsiteY15" fmla="*/ 30801 h 94007"/>
                      <a:gd name="connsiteX16" fmla="*/ 48550 w 93324"/>
                      <a:gd name="connsiteY16" fmla="*/ 14487 h 94007"/>
                      <a:gd name="connsiteX17" fmla="*/ 24567 w 93324"/>
                      <a:gd name="connsiteY17" fmla="*/ 40598 h 94007"/>
                      <a:gd name="connsiteX18" fmla="*/ 13750 w 93324"/>
                      <a:gd name="connsiteY18" fmla="*/ 40687 h 94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3324" h="94007">
                        <a:moveTo>
                          <a:pt x="35872" y="87456"/>
                        </a:moveTo>
                        <a:cubicBezTo>
                          <a:pt x="39595" y="90958"/>
                          <a:pt x="44472" y="94594"/>
                          <a:pt x="49880" y="93929"/>
                        </a:cubicBezTo>
                        <a:cubicBezTo>
                          <a:pt x="52939" y="93529"/>
                          <a:pt x="55422" y="91845"/>
                          <a:pt x="57682" y="90116"/>
                        </a:cubicBezTo>
                        <a:cubicBezTo>
                          <a:pt x="68987" y="81471"/>
                          <a:pt x="78252" y="71009"/>
                          <a:pt x="84946" y="59483"/>
                        </a:cubicBezTo>
                        <a:cubicBezTo>
                          <a:pt x="89024" y="52391"/>
                          <a:pt x="92748" y="42150"/>
                          <a:pt x="93325" y="32131"/>
                        </a:cubicBezTo>
                        <a:cubicBezTo>
                          <a:pt x="92615" y="32309"/>
                          <a:pt x="91862" y="32442"/>
                          <a:pt x="91064" y="32442"/>
                        </a:cubicBezTo>
                        <a:cubicBezTo>
                          <a:pt x="86498" y="32442"/>
                          <a:pt x="82641" y="29383"/>
                          <a:pt x="82419" y="25570"/>
                        </a:cubicBezTo>
                        <a:cubicBezTo>
                          <a:pt x="82242" y="21758"/>
                          <a:pt x="85788" y="18655"/>
                          <a:pt x="90354" y="18655"/>
                        </a:cubicBezTo>
                        <a:cubicBezTo>
                          <a:pt x="90842" y="18655"/>
                          <a:pt x="91285" y="18699"/>
                          <a:pt x="91729" y="18743"/>
                        </a:cubicBezTo>
                        <a:cubicBezTo>
                          <a:pt x="89423" y="11695"/>
                          <a:pt x="84503" y="5710"/>
                          <a:pt x="75503" y="2385"/>
                        </a:cubicBezTo>
                        <a:cubicBezTo>
                          <a:pt x="51919" y="-6304"/>
                          <a:pt x="24390" y="10675"/>
                          <a:pt x="8431" y="22378"/>
                        </a:cubicBezTo>
                        <a:cubicBezTo>
                          <a:pt x="4884" y="24994"/>
                          <a:pt x="1160" y="27920"/>
                          <a:pt x="229" y="31821"/>
                        </a:cubicBezTo>
                        <a:cubicBezTo>
                          <a:pt x="-569" y="35235"/>
                          <a:pt x="850" y="38736"/>
                          <a:pt x="2402" y="42017"/>
                        </a:cubicBezTo>
                        <a:cubicBezTo>
                          <a:pt x="10160" y="58596"/>
                          <a:pt x="21597" y="74068"/>
                          <a:pt x="35872" y="87456"/>
                        </a:cubicBezTo>
                        <a:close/>
                        <a:moveTo>
                          <a:pt x="13750" y="40687"/>
                        </a:moveTo>
                        <a:cubicBezTo>
                          <a:pt x="10426" y="38382"/>
                          <a:pt x="11179" y="34038"/>
                          <a:pt x="12731" y="30801"/>
                        </a:cubicBezTo>
                        <a:cubicBezTo>
                          <a:pt x="17341" y="21359"/>
                          <a:pt x="34364" y="3493"/>
                          <a:pt x="48550" y="14487"/>
                        </a:cubicBezTo>
                        <a:cubicBezTo>
                          <a:pt x="61185" y="24284"/>
                          <a:pt x="33433" y="37407"/>
                          <a:pt x="24567" y="40598"/>
                        </a:cubicBezTo>
                        <a:cubicBezTo>
                          <a:pt x="21109" y="41884"/>
                          <a:pt x="16721" y="42771"/>
                          <a:pt x="13750" y="4068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6" name="Forme libre : forme 19875">
                    <a:extLst>
                      <a:ext uri="{FF2B5EF4-FFF2-40B4-BE49-F238E27FC236}">
                        <a16:creationId xmlns:a16="http://schemas.microsoft.com/office/drawing/2014/main" id="{C49FEB0D-4C5D-47B7-A0B0-B3F6F7167775}"/>
                      </a:ext>
                    </a:extLst>
                  </p:cNvPr>
                  <p:cNvSpPr/>
                  <p:nvPr/>
                </p:nvSpPr>
                <p:spPr>
                  <a:xfrm>
                    <a:off x="5027665" y="6196126"/>
                    <a:ext cx="63789" cy="50568"/>
                  </a:xfrm>
                  <a:custGeom>
                    <a:avLst/>
                    <a:gdLst>
                      <a:gd name="connsiteX0" fmla="*/ 62554 w 63789"/>
                      <a:gd name="connsiteY0" fmla="*/ 23995 h 50568"/>
                      <a:gd name="connsiteX1" fmla="*/ 58653 w 63789"/>
                      <a:gd name="connsiteY1" fmla="*/ 26212 h 50568"/>
                      <a:gd name="connsiteX2" fmla="*/ 41541 w 63789"/>
                      <a:gd name="connsiteY2" fmla="*/ 34768 h 50568"/>
                      <a:gd name="connsiteX3" fmla="*/ 30724 w 63789"/>
                      <a:gd name="connsiteY3" fmla="*/ 34857 h 50568"/>
                      <a:gd name="connsiteX4" fmla="*/ 29704 w 63789"/>
                      <a:gd name="connsiteY4" fmla="*/ 24970 h 50568"/>
                      <a:gd name="connsiteX5" fmla="*/ 50008 w 63789"/>
                      <a:gd name="connsiteY5" fmla="*/ 6218 h 50568"/>
                      <a:gd name="connsiteX6" fmla="*/ 48634 w 63789"/>
                      <a:gd name="connsiteY6" fmla="*/ 5154 h 50568"/>
                      <a:gd name="connsiteX7" fmla="*/ 17026 w 63789"/>
                      <a:gd name="connsiteY7" fmla="*/ 6617 h 50568"/>
                      <a:gd name="connsiteX8" fmla="*/ 4037 w 63789"/>
                      <a:gd name="connsiteY8" fmla="*/ 44255 h 50568"/>
                      <a:gd name="connsiteX9" fmla="*/ 18578 w 63789"/>
                      <a:gd name="connsiteY9" fmla="*/ 50195 h 50568"/>
                      <a:gd name="connsiteX10" fmla="*/ 62687 w 63789"/>
                      <a:gd name="connsiteY10" fmla="*/ 36762 h 50568"/>
                      <a:gd name="connsiteX11" fmla="*/ 62554 w 63789"/>
                      <a:gd name="connsiteY11" fmla="*/ 23995 h 50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3789" h="50568">
                        <a:moveTo>
                          <a:pt x="62554" y="23995"/>
                        </a:moveTo>
                        <a:cubicBezTo>
                          <a:pt x="61578" y="25015"/>
                          <a:pt x="60249" y="25813"/>
                          <a:pt x="58653" y="26212"/>
                        </a:cubicBezTo>
                        <a:cubicBezTo>
                          <a:pt x="52579" y="30202"/>
                          <a:pt x="45309" y="33393"/>
                          <a:pt x="41541" y="34768"/>
                        </a:cubicBezTo>
                        <a:cubicBezTo>
                          <a:pt x="38083" y="36009"/>
                          <a:pt x="33694" y="36896"/>
                          <a:pt x="30724" y="34857"/>
                        </a:cubicBezTo>
                        <a:cubicBezTo>
                          <a:pt x="27399" y="32551"/>
                          <a:pt x="28153" y="28207"/>
                          <a:pt x="29704" y="24970"/>
                        </a:cubicBezTo>
                        <a:cubicBezTo>
                          <a:pt x="32675" y="18897"/>
                          <a:pt x="40787" y="9322"/>
                          <a:pt x="50008" y="6218"/>
                        </a:cubicBezTo>
                        <a:cubicBezTo>
                          <a:pt x="49565" y="5864"/>
                          <a:pt x="49077" y="5509"/>
                          <a:pt x="48634" y="5154"/>
                        </a:cubicBezTo>
                        <a:cubicBezTo>
                          <a:pt x="37994" y="-2382"/>
                          <a:pt x="26069" y="-1451"/>
                          <a:pt x="17026" y="6617"/>
                        </a:cubicBezTo>
                        <a:cubicBezTo>
                          <a:pt x="7805" y="14819"/>
                          <a:pt x="-7268" y="32906"/>
                          <a:pt x="4037" y="44255"/>
                        </a:cubicBezTo>
                        <a:cubicBezTo>
                          <a:pt x="7583" y="47801"/>
                          <a:pt x="13169" y="49530"/>
                          <a:pt x="18578" y="50195"/>
                        </a:cubicBezTo>
                        <a:cubicBezTo>
                          <a:pt x="31566" y="51746"/>
                          <a:pt x="57633" y="48688"/>
                          <a:pt x="62687" y="36762"/>
                        </a:cubicBezTo>
                        <a:cubicBezTo>
                          <a:pt x="64327" y="32950"/>
                          <a:pt x="64017" y="28473"/>
                          <a:pt x="62554" y="2399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7" name="Forme libre : forme 19876">
                    <a:extLst>
                      <a:ext uri="{FF2B5EF4-FFF2-40B4-BE49-F238E27FC236}">
                        <a16:creationId xmlns:a16="http://schemas.microsoft.com/office/drawing/2014/main" id="{A4BBBBEC-F316-4437-9ACD-B01BE174C626}"/>
                      </a:ext>
                    </a:extLst>
                  </p:cNvPr>
                  <p:cNvSpPr/>
                  <p:nvPr/>
                </p:nvSpPr>
                <p:spPr>
                  <a:xfrm>
                    <a:off x="5094079" y="6119544"/>
                    <a:ext cx="61628" cy="74895"/>
                  </a:xfrm>
                  <a:custGeom>
                    <a:avLst/>
                    <a:gdLst>
                      <a:gd name="connsiteX0" fmla="*/ 11789 w 61628"/>
                      <a:gd name="connsiteY0" fmla="*/ 62896 h 74895"/>
                      <a:gd name="connsiteX1" fmla="*/ 30408 w 61628"/>
                      <a:gd name="connsiteY1" fmla="*/ 72693 h 74895"/>
                      <a:gd name="connsiteX2" fmla="*/ 51687 w 61628"/>
                      <a:gd name="connsiteY2" fmla="*/ 73757 h 74895"/>
                      <a:gd name="connsiteX3" fmla="*/ 60819 w 61628"/>
                      <a:gd name="connsiteY3" fmla="*/ 67063 h 74895"/>
                      <a:gd name="connsiteX4" fmla="*/ 46411 w 61628"/>
                      <a:gd name="connsiteY4" fmla="*/ 33415 h 74895"/>
                      <a:gd name="connsiteX5" fmla="*/ 43219 w 61628"/>
                      <a:gd name="connsiteY5" fmla="*/ 3625 h 74895"/>
                      <a:gd name="connsiteX6" fmla="*/ 13739 w 61628"/>
                      <a:gd name="connsiteY6" fmla="*/ 8679 h 74895"/>
                      <a:gd name="connsiteX7" fmla="*/ 41 w 61628"/>
                      <a:gd name="connsiteY7" fmla="*/ 42326 h 74895"/>
                      <a:gd name="connsiteX8" fmla="*/ 1903 w 61628"/>
                      <a:gd name="connsiteY8" fmla="*/ 53631 h 74895"/>
                      <a:gd name="connsiteX9" fmla="*/ 11789 w 61628"/>
                      <a:gd name="connsiteY9" fmla="*/ 62896 h 74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1628" h="74895">
                        <a:moveTo>
                          <a:pt x="11789" y="62896"/>
                        </a:moveTo>
                        <a:cubicBezTo>
                          <a:pt x="17552" y="66752"/>
                          <a:pt x="23581" y="70432"/>
                          <a:pt x="30408" y="72693"/>
                        </a:cubicBezTo>
                        <a:cubicBezTo>
                          <a:pt x="37235" y="74953"/>
                          <a:pt x="44948" y="75752"/>
                          <a:pt x="51687" y="73757"/>
                        </a:cubicBezTo>
                        <a:cubicBezTo>
                          <a:pt x="55632" y="72604"/>
                          <a:pt x="59311" y="70343"/>
                          <a:pt x="60819" y="67063"/>
                        </a:cubicBezTo>
                        <a:cubicBezTo>
                          <a:pt x="65474" y="56867"/>
                          <a:pt x="48628" y="43745"/>
                          <a:pt x="46411" y="33415"/>
                        </a:cubicBezTo>
                        <a:cubicBezTo>
                          <a:pt x="44594" y="25037"/>
                          <a:pt x="49647" y="11073"/>
                          <a:pt x="43219" y="3625"/>
                        </a:cubicBezTo>
                        <a:cubicBezTo>
                          <a:pt x="35905" y="-4842"/>
                          <a:pt x="20300" y="3492"/>
                          <a:pt x="13739" y="8679"/>
                        </a:cubicBezTo>
                        <a:cubicBezTo>
                          <a:pt x="2922" y="17235"/>
                          <a:pt x="440" y="30224"/>
                          <a:pt x="41" y="42326"/>
                        </a:cubicBezTo>
                        <a:cubicBezTo>
                          <a:pt x="-92" y="46138"/>
                          <a:pt x="-3" y="50128"/>
                          <a:pt x="1903" y="53631"/>
                        </a:cubicBezTo>
                        <a:cubicBezTo>
                          <a:pt x="3942" y="57487"/>
                          <a:pt x="7887" y="60280"/>
                          <a:pt x="11789" y="6289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8" name="Forme libre : forme 19877">
                    <a:extLst>
                      <a:ext uri="{FF2B5EF4-FFF2-40B4-BE49-F238E27FC236}">
                        <a16:creationId xmlns:a16="http://schemas.microsoft.com/office/drawing/2014/main" id="{A2568DF0-0C3E-406C-8A3C-EA1C98D9A7F4}"/>
                      </a:ext>
                    </a:extLst>
                  </p:cNvPr>
                  <p:cNvSpPr/>
                  <p:nvPr/>
                </p:nvSpPr>
                <p:spPr>
                  <a:xfrm>
                    <a:off x="5016019" y="6267517"/>
                    <a:ext cx="65732" cy="87753"/>
                  </a:xfrm>
                  <a:custGeom>
                    <a:avLst/>
                    <a:gdLst>
                      <a:gd name="connsiteX0" fmla="*/ 59216 w 65732"/>
                      <a:gd name="connsiteY0" fmla="*/ 23578 h 87753"/>
                      <a:gd name="connsiteX1" fmla="*/ 50571 w 65732"/>
                      <a:gd name="connsiteY1" fmla="*/ 16706 h 87753"/>
                      <a:gd name="connsiteX2" fmla="*/ 58506 w 65732"/>
                      <a:gd name="connsiteY2" fmla="*/ 9791 h 87753"/>
                      <a:gd name="connsiteX3" fmla="*/ 65732 w 65732"/>
                      <a:gd name="connsiteY3" fmla="*/ 13116 h 87753"/>
                      <a:gd name="connsiteX4" fmla="*/ 58063 w 65732"/>
                      <a:gd name="connsiteY4" fmla="*/ 2698 h 87753"/>
                      <a:gd name="connsiteX5" fmla="*/ 14264 w 65732"/>
                      <a:gd name="connsiteY5" fmla="*/ 21051 h 87753"/>
                      <a:gd name="connsiteX6" fmla="*/ 27741 w 65732"/>
                      <a:gd name="connsiteY6" fmla="*/ 20785 h 87753"/>
                      <a:gd name="connsiteX7" fmla="*/ 39400 w 65732"/>
                      <a:gd name="connsiteY7" fmla="*/ 35459 h 87753"/>
                      <a:gd name="connsiteX8" fmla="*/ 35233 w 65732"/>
                      <a:gd name="connsiteY8" fmla="*/ 40512 h 87753"/>
                      <a:gd name="connsiteX9" fmla="*/ 22022 w 65732"/>
                      <a:gd name="connsiteY9" fmla="*/ 54166 h 87753"/>
                      <a:gd name="connsiteX10" fmla="*/ 965 w 65732"/>
                      <a:gd name="connsiteY10" fmla="*/ 51418 h 87753"/>
                      <a:gd name="connsiteX11" fmla="*/ 122 w 65732"/>
                      <a:gd name="connsiteY11" fmla="*/ 50886 h 87753"/>
                      <a:gd name="connsiteX12" fmla="*/ 7747 w 65732"/>
                      <a:gd name="connsiteY12" fmla="*/ 78105 h 87753"/>
                      <a:gd name="connsiteX13" fmla="*/ 16170 w 65732"/>
                      <a:gd name="connsiteY13" fmla="*/ 85552 h 87753"/>
                      <a:gd name="connsiteX14" fmla="*/ 30489 w 65732"/>
                      <a:gd name="connsiteY14" fmla="*/ 87725 h 87753"/>
                      <a:gd name="connsiteX15" fmla="*/ 54251 w 65732"/>
                      <a:gd name="connsiteY15" fmla="*/ 77706 h 87753"/>
                      <a:gd name="connsiteX16" fmla="*/ 55492 w 65732"/>
                      <a:gd name="connsiteY16" fmla="*/ 64584 h 87753"/>
                      <a:gd name="connsiteX17" fmla="*/ 62496 w 65732"/>
                      <a:gd name="connsiteY17" fmla="*/ 28055 h 87753"/>
                      <a:gd name="connsiteX18" fmla="*/ 64890 w 65732"/>
                      <a:gd name="connsiteY18" fmla="*/ 21539 h 87753"/>
                      <a:gd name="connsiteX19" fmla="*/ 59216 w 65732"/>
                      <a:gd name="connsiteY19" fmla="*/ 23578 h 87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5732" h="87753">
                        <a:moveTo>
                          <a:pt x="59216" y="23578"/>
                        </a:moveTo>
                        <a:cubicBezTo>
                          <a:pt x="54650" y="23578"/>
                          <a:pt x="50793" y="20519"/>
                          <a:pt x="50571" y="16706"/>
                        </a:cubicBezTo>
                        <a:cubicBezTo>
                          <a:pt x="50394" y="12894"/>
                          <a:pt x="53940" y="9791"/>
                          <a:pt x="58506" y="9791"/>
                        </a:cubicBezTo>
                        <a:cubicBezTo>
                          <a:pt x="61521" y="9791"/>
                          <a:pt x="64181" y="11121"/>
                          <a:pt x="65732" y="13116"/>
                        </a:cubicBezTo>
                        <a:cubicBezTo>
                          <a:pt x="65156" y="9215"/>
                          <a:pt x="62984" y="5580"/>
                          <a:pt x="58063" y="2698"/>
                        </a:cubicBezTo>
                        <a:cubicBezTo>
                          <a:pt x="43700" y="-5858"/>
                          <a:pt x="25834" y="7486"/>
                          <a:pt x="14264" y="21051"/>
                        </a:cubicBezTo>
                        <a:cubicBezTo>
                          <a:pt x="18653" y="19499"/>
                          <a:pt x="23618" y="18879"/>
                          <a:pt x="27741" y="20785"/>
                        </a:cubicBezTo>
                        <a:cubicBezTo>
                          <a:pt x="33681" y="23533"/>
                          <a:pt x="42148" y="29119"/>
                          <a:pt x="39400" y="35459"/>
                        </a:cubicBezTo>
                        <a:cubicBezTo>
                          <a:pt x="38557" y="37409"/>
                          <a:pt x="36740" y="38872"/>
                          <a:pt x="35233" y="40512"/>
                        </a:cubicBezTo>
                        <a:cubicBezTo>
                          <a:pt x="30844" y="45123"/>
                          <a:pt x="28317" y="51418"/>
                          <a:pt x="22022" y="54166"/>
                        </a:cubicBezTo>
                        <a:cubicBezTo>
                          <a:pt x="15550" y="57003"/>
                          <a:pt x="7215" y="54964"/>
                          <a:pt x="965" y="51418"/>
                        </a:cubicBezTo>
                        <a:cubicBezTo>
                          <a:pt x="699" y="51240"/>
                          <a:pt x="433" y="51063"/>
                          <a:pt x="122" y="50886"/>
                        </a:cubicBezTo>
                        <a:cubicBezTo>
                          <a:pt x="-587" y="60328"/>
                          <a:pt x="1763" y="69948"/>
                          <a:pt x="7747" y="78105"/>
                        </a:cubicBezTo>
                        <a:cubicBezTo>
                          <a:pt x="9920" y="81031"/>
                          <a:pt x="12579" y="83823"/>
                          <a:pt x="16170" y="85552"/>
                        </a:cubicBezTo>
                        <a:cubicBezTo>
                          <a:pt x="20470" y="87592"/>
                          <a:pt x="25613" y="87858"/>
                          <a:pt x="30489" y="87725"/>
                        </a:cubicBezTo>
                        <a:cubicBezTo>
                          <a:pt x="39976" y="87414"/>
                          <a:pt x="50571" y="84887"/>
                          <a:pt x="54251" y="77706"/>
                        </a:cubicBezTo>
                        <a:cubicBezTo>
                          <a:pt x="56334" y="73672"/>
                          <a:pt x="55714" y="69017"/>
                          <a:pt x="55492" y="64584"/>
                        </a:cubicBezTo>
                        <a:cubicBezTo>
                          <a:pt x="54782" y="51994"/>
                          <a:pt x="57398" y="39714"/>
                          <a:pt x="62496" y="28055"/>
                        </a:cubicBezTo>
                        <a:cubicBezTo>
                          <a:pt x="63427" y="25972"/>
                          <a:pt x="64269" y="23755"/>
                          <a:pt x="64890" y="21539"/>
                        </a:cubicBezTo>
                        <a:cubicBezTo>
                          <a:pt x="63604" y="22780"/>
                          <a:pt x="61565" y="23578"/>
                          <a:pt x="59216" y="2357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9" name="Forme libre : forme 19878">
                    <a:extLst>
                      <a:ext uri="{FF2B5EF4-FFF2-40B4-BE49-F238E27FC236}">
                        <a16:creationId xmlns:a16="http://schemas.microsoft.com/office/drawing/2014/main" id="{67225E0D-4EC7-454A-9225-046983038506}"/>
                      </a:ext>
                    </a:extLst>
                  </p:cNvPr>
                  <p:cNvSpPr/>
                  <p:nvPr/>
                </p:nvSpPr>
                <p:spPr>
                  <a:xfrm>
                    <a:off x="4911778" y="6324964"/>
                    <a:ext cx="53408" cy="49745"/>
                  </a:xfrm>
                  <a:custGeom>
                    <a:avLst/>
                    <a:gdLst>
                      <a:gd name="connsiteX0" fmla="*/ 36715 w 53408"/>
                      <a:gd name="connsiteY0" fmla="*/ 0 h 49745"/>
                      <a:gd name="connsiteX1" fmla="*/ 37380 w 53408"/>
                      <a:gd name="connsiteY1" fmla="*/ 6295 h 49745"/>
                      <a:gd name="connsiteX2" fmla="*/ 33213 w 53408"/>
                      <a:gd name="connsiteY2" fmla="*/ 11348 h 49745"/>
                      <a:gd name="connsiteX3" fmla="*/ 20002 w 53408"/>
                      <a:gd name="connsiteY3" fmla="*/ 25003 h 49745"/>
                      <a:gd name="connsiteX4" fmla="*/ 142 w 53408"/>
                      <a:gd name="connsiteY4" fmla="*/ 22875 h 49745"/>
                      <a:gd name="connsiteX5" fmla="*/ 895 w 53408"/>
                      <a:gd name="connsiteY5" fmla="*/ 30544 h 49745"/>
                      <a:gd name="connsiteX6" fmla="*/ 9717 w 53408"/>
                      <a:gd name="connsiteY6" fmla="*/ 40297 h 49745"/>
                      <a:gd name="connsiteX7" fmla="*/ 25588 w 53408"/>
                      <a:gd name="connsiteY7" fmla="*/ 48986 h 49745"/>
                      <a:gd name="connsiteX8" fmla="*/ 44694 w 53408"/>
                      <a:gd name="connsiteY8" fmla="*/ 5187 h 49745"/>
                      <a:gd name="connsiteX9" fmla="*/ 36715 w 53408"/>
                      <a:gd name="connsiteY9" fmla="*/ 0 h 49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408" h="49745">
                        <a:moveTo>
                          <a:pt x="36715" y="0"/>
                        </a:moveTo>
                        <a:cubicBezTo>
                          <a:pt x="37912" y="1950"/>
                          <a:pt x="38355" y="4079"/>
                          <a:pt x="37380" y="6295"/>
                        </a:cubicBezTo>
                        <a:cubicBezTo>
                          <a:pt x="36537" y="8245"/>
                          <a:pt x="34720" y="9708"/>
                          <a:pt x="33213" y="11348"/>
                        </a:cubicBezTo>
                        <a:cubicBezTo>
                          <a:pt x="28824" y="15959"/>
                          <a:pt x="26297" y="22254"/>
                          <a:pt x="20002" y="25003"/>
                        </a:cubicBezTo>
                        <a:cubicBezTo>
                          <a:pt x="13929" y="27662"/>
                          <a:pt x="6215" y="26022"/>
                          <a:pt x="142" y="22875"/>
                        </a:cubicBezTo>
                        <a:cubicBezTo>
                          <a:pt x="-169" y="25446"/>
                          <a:pt x="9" y="28061"/>
                          <a:pt x="895" y="30544"/>
                        </a:cubicBezTo>
                        <a:cubicBezTo>
                          <a:pt x="2270" y="34490"/>
                          <a:pt x="6082" y="37504"/>
                          <a:pt x="9717" y="40297"/>
                        </a:cubicBezTo>
                        <a:cubicBezTo>
                          <a:pt x="14416" y="43932"/>
                          <a:pt x="19426" y="47700"/>
                          <a:pt x="25588" y="48986"/>
                        </a:cubicBezTo>
                        <a:cubicBezTo>
                          <a:pt x="56220" y="55369"/>
                          <a:pt x="59900" y="19860"/>
                          <a:pt x="44694" y="5187"/>
                        </a:cubicBezTo>
                        <a:cubicBezTo>
                          <a:pt x="42256" y="2704"/>
                          <a:pt x="39508" y="1020"/>
                          <a:pt x="36715" y="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0" name="Forme libre : forme 19879">
                    <a:extLst>
                      <a:ext uri="{FF2B5EF4-FFF2-40B4-BE49-F238E27FC236}">
                        <a16:creationId xmlns:a16="http://schemas.microsoft.com/office/drawing/2014/main" id="{384D3488-D25A-43A8-A4A0-45111FB55F34}"/>
                      </a:ext>
                    </a:extLst>
                  </p:cNvPr>
                  <p:cNvSpPr/>
                  <p:nvPr/>
                </p:nvSpPr>
                <p:spPr>
                  <a:xfrm>
                    <a:off x="5120876" y="6361526"/>
                    <a:ext cx="18271" cy="10666"/>
                  </a:xfrm>
                  <a:custGeom>
                    <a:avLst/>
                    <a:gdLst>
                      <a:gd name="connsiteX0" fmla="*/ 12876 w 18271"/>
                      <a:gd name="connsiteY0" fmla="*/ 1562 h 10666"/>
                      <a:gd name="connsiteX1" fmla="*/ 3256 w 18271"/>
                      <a:gd name="connsiteY1" fmla="*/ 9143 h 10666"/>
                      <a:gd name="connsiteX2" fmla="*/ 4852 w 18271"/>
                      <a:gd name="connsiteY2" fmla="*/ 9897 h 10666"/>
                      <a:gd name="connsiteX3" fmla="*/ 8000 w 18271"/>
                      <a:gd name="connsiteY3" fmla="*/ 10517 h 10666"/>
                      <a:gd name="connsiteX4" fmla="*/ 12876 w 18271"/>
                      <a:gd name="connsiteY4" fmla="*/ 1562 h 10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271" h="10666">
                        <a:moveTo>
                          <a:pt x="12876" y="1562"/>
                        </a:moveTo>
                        <a:cubicBezTo>
                          <a:pt x="4808" y="-3048"/>
                          <a:pt x="-5300" y="3469"/>
                          <a:pt x="3256" y="9143"/>
                        </a:cubicBezTo>
                        <a:cubicBezTo>
                          <a:pt x="3744" y="9453"/>
                          <a:pt x="4276" y="9719"/>
                          <a:pt x="4852" y="9897"/>
                        </a:cubicBezTo>
                        <a:cubicBezTo>
                          <a:pt x="5872" y="10251"/>
                          <a:pt x="6936" y="10384"/>
                          <a:pt x="8000" y="10517"/>
                        </a:cubicBezTo>
                        <a:cubicBezTo>
                          <a:pt x="18994" y="11581"/>
                          <a:pt x="22008" y="6794"/>
                          <a:pt x="12876" y="156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1" name="Forme libre : forme 19880">
                    <a:extLst>
                      <a:ext uri="{FF2B5EF4-FFF2-40B4-BE49-F238E27FC236}">
                        <a16:creationId xmlns:a16="http://schemas.microsoft.com/office/drawing/2014/main" id="{20415376-86BD-46E8-8720-6420FF75CD8D}"/>
                      </a:ext>
                    </a:extLst>
                  </p:cNvPr>
                  <p:cNvSpPr/>
                  <p:nvPr/>
                </p:nvSpPr>
                <p:spPr>
                  <a:xfrm>
                    <a:off x="5165178" y="6282095"/>
                    <a:ext cx="54158" cy="88549"/>
                  </a:xfrm>
                  <a:custGeom>
                    <a:avLst/>
                    <a:gdLst>
                      <a:gd name="connsiteX0" fmla="*/ 31878 w 54158"/>
                      <a:gd name="connsiteY0" fmla="*/ 39678 h 88549"/>
                      <a:gd name="connsiteX1" fmla="*/ 30858 w 54158"/>
                      <a:gd name="connsiteY1" fmla="*/ 29792 h 88549"/>
                      <a:gd name="connsiteX2" fmla="*/ 49167 w 54158"/>
                      <a:gd name="connsiteY2" fmla="*/ 11838 h 88549"/>
                      <a:gd name="connsiteX3" fmla="*/ 29085 w 54158"/>
                      <a:gd name="connsiteY3" fmla="*/ 1 h 88549"/>
                      <a:gd name="connsiteX4" fmla="*/ 6299 w 54158"/>
                      <a:gd name="connsiteY4" fmla="*/ 24472 h 88549"/>
                      <a:gd name="connsiteX5" fmla="*/ 3816 w 54158"/>
                      <a:gd name="connsiteY5" fmla="*/ 77713 h 88549"/>
                      <a:gd name="connsiteX6" fmla="*/ 14810 w 54158"/>
                      <a:gd name="connsiteY6" fmla="*/ 87688 h 88549"/>
                      <a:gd name="connsiteX7" fmla="*/ 30814 w 54158"/>
                      <a:gd name="connsiteY7" fmla="*/ 87023 h 88549"/>
                      <a:gd name="connsiteX8" fmla="*/ 53822 w 54158"/>
                      <a:gd name="connsiteY8" fmla="*/ 69379 h 88549"/>
                      <a:gd name="connsiteX9" fmla="*/ 51472 w 54158"/>
                      <a:gd name="connsiteY9" fmla="*/ 35777 h 88549"/>
                      <a:gd name="connsiteX10" fmla="*/ 42650 w 54158"/>
                      <a:gd name="connsiteY10" fmla="*/ 39589 h 88549"/>
                      <a:gd name="connsiteX11" fmla="*/ 31878 w 54158"/>
                      <a:gd name="connsiteY11" fmla="*/ 39678 h 88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4158" h="88549">
                        <a:moveTo>
                          <a:pt x="31878" y="39678"/>
                        </a:moveTo>
                        <a:cubicBezTo>
                          <a:pt x="28553" y="37372"/>
                          <a:pt x="29307" y="33028"/>
                          <a:pt x="30858" y="29792"/>
                        </a:cubicBezTo>
                        <a:cubicBezTo>
                          <a:pt x="33607" y="24162"/>
                          <a:pt x="40788" y="15561"/>
                          <a:pt x="49167" y="11838"/>
                        </a:cubicBezTo>
                        <a:cubicBezTo>
                          <a:pt x="46418" y="4966"/>
                          <a:pt x="40744" y="-88"/>
                          <a:pt x="29085" y="1"/>
                        </a:cubicBezTo>
                        <a:cubicBezTo>
                          <a:pt x="10688" y="134"/>
                          <a:pt x="8028" y="11882"/>
                          <a:pt x="6299" y="24472"/>
                        </a:cubicBezTo>
                        <a:cubicBezTo>
                          <a:pt x="3905" y="42337"/>
                          <a:pt x="-5006" y="60956"/>
                          <a:pt x="3816" y="77713"/>
                        </a:cubicBezTo>
                        <a:cubicBezTo>
                          <a:pt x="6033" y="81925"/>
                          <a:pt x="9624" y="86003"/>
                          <a:pt x="14810" y="87688"/>
                        </a:cubicBezTo>
                        <a:cubicBezTo>
                          <a:pt x="19953" y="89328"/>
                          <a:pt x="25627" y="88353"/>
                          <a:pt x="30814" y="87023"/>
                        </a:cubicBezTo>
                        <a:cubicBezTo>
                          <a:pt x="41409" y="84363"/>
                          <a:pt x="52447" y="79398"/>
                          <a:pt x="53822" y="69379"/>
                        </a:cubicBezTo>
                        <a:cubicBezTo>
                          <a:pt x="55285" y="58917"/>
                          <a:pt x="51516" y="46726"/>
                          <a:pt x="51472" y="35777"/>
                        </a:cubicBezTo>
                        <a:cubicBezTo>
                          <a:pt x="48014" y="37506"/>
                          <a:pt x="44778" y="38835"/>
                          <a:pt x="42650" y="39589"/>
                        </a:cubicBezTo>
                        <a:cubicBezTo>
                          <a:pt x="39237" y="40830"/>
                          <a:pt x="34848" y="41717"/>
                          <a:pt x="31878" y="3967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2" name="Forme libre : forme 19881">
                    <a:extLst>
                      <a:ext uri="{FF2B5EF4-FFF2-40B4-BE49-F238E27FC236}">
                        <a16:creationId xmlns:a16="http://schemas.microsoft.com/office/drawing/2014/main" id="{1ABC3138-3D11-4165-AB3B-227D11BB437A}"/>
                      </a:ext>
                    </a:extLst>
                  </p:cNvPr>
                  <p:cNvSpPr/>
                  <p:nvPr/>
                </p:nvSpPr>
                <p:spPr>
                  <a:xfrm>
                    <a:off x="5153414" y="6214407"/>
                    <a:ext cx="57384" cy="54476"/>
                  </a:xfrm>
                  <a:custGeom>
                    <a:avLst/>
                    <a:gdLst>
                      <a:gd name="connsiteX0" fmla="*/ 331 w 57384"/>
                      <a:gd name="connsiteY0" fmla="*/ 44194 h 54476"/>
                      <a:gd name="connsiteX1" fmla="*/ 1173 w 57384"/>
                      <a:gd name="connsiteY1" fmla="*/ 49025 h 54476"/>
                      <a:gd name="connsiteX2" fmla="*/ 18285 w 57384"/>
                      <a:gd name="connsiteY2" fmla="*/ 54079 h 54476"/>
                      <a:gd name="connsiteX3" fmla="*/ 52065 w 57384"/>
                      <a:gd name="connsiteY3" fmla="*/ 32091 h 54476"/>
                      <a:gd name="connsiteX4" fmla="*/ 48031 w 57384"/>
                      <a:gd name="connsiteY4" fmla="*/ 34086 h 54476"/>
                      <a:gd name="connsiteX5" fmla="*/ 42578 w 57384"/>
                      <a:gd name="connsiteY5" fmla="*/ 35992 h 54476"/>
                      <a:gd name="connsiteX6" fmla="*/ 32604 w 57384"/>
                      <a:gd name="connsiteY6" fmla="*/ 28899 h 54476"/>
                      <a:gd name="connsiteX7" fmla="*/ 36416 w 57384"/>
                      <a:gd name="connsiteY7" fmla="*/ 17861 h 54476"/>
                      <a:gd name="connsiteX8" fmla="*/ 48917 w 57384"/>
                      <a:gd name="connsiteY8" fmla="*/ 8818 h 54476"/>
                      <a:gd name="connsiteX9" fmla="*/ 57385 w 57384"/>
                      <a:gd name="connsiteY9" fmla="*/ 5980 h 54476"/>
                      <a:gd name="connsiteX10" fmla="*/ 7025 w 57384"/>
                      <a:gd name="connsiteY10" fmla="*/ 24466 h 54476"/>
                      <a:gd name="connsiteX11" fmla="*/ 730 w 57384"/>
                      <a:gd name="connsiteY11" fmla="*/ 30229 h 54476"/>
                      <a:gd name="connsiteX12" fmla="*/ 20 w 57384"/>
                      <a:gd name="connsiteY12" fmla="*/ 35726 h 54476"/>
                      <a:gd name="connsiteX13" fmla="*/ 331 w 57384"/>
                      <a:gd name="connsiteY13" fmla="*/ 44194 h 54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7384" h="54476">
                        <a:moveTo>
                          <a:pt x="331" y="44194"/>
                        </a:moveTo>
                        <a:cubicBezTo>
                          <a:pt x="375" y="45834"/>
                          <a:pt x="464" y="47518"/>
                          <a:pt x="1173" y="49025"/>
                        </a:cubicBezTo>
                        <a:cubicBezTo>
                          <a:pt x="3611" y="54124"/>
                          <a:pt x="11945" y="55188"/>
                          <a:pt x="18285" y="54079"/>
                        </a:cubicBezTo>
                        <a:cubicBezTo>
                          <a:pt x="34111" y="51286"/>
                          <a:pt x="41337" y="40647"/>
                          <a:pt x="52065" y="32091"/>
                        </a:cubicBezTo>
                        <a:cubicBezTo>
                          <a:pt x="50735" y="32756"/>
                          <a:pt x="49405" y="33421"/>
                          <a:pt x="48031" y="34086"/>
                        </a:cubicBezTo>
                        <a:cubicBezTo>
                          <a:pt x="46346" y="34928"/>
                          <a:pt x="44573" y="35815"/>
                          <a:pt x="42578" y="35992"/>
                        </a:cubicBezTo>
                        <a:cubicBezTo>
                          <a:pt x="37879" y="36480"/>
                          <a:pt x="33446" y="32800"/>
                          <a:pt x="32604" y="28899"/>
                        </a:cubicBezTo>
                        <a:cubicBezTo>
                          <a:pt x="31761" y="24998"/>
                          <a:pt x="33756" y="21052"/>
                          <a:pt x="36416" y="17861"/>
                        </a:cubicBezTo>
                        <a:cubicBezTo>
                          <a:pt x="39608" y="14048"/>
                          <a:pt x="43952" y="10990"/>
                          <a:pt x="48917" y="8818"/>
                        </a:cubicBezTo>
                        <a:cubicBezTo>
                          <a:pt x="51045" y="7886"/>
                          <a:pt x="54104" y="6778"/>
                          <a:pt x="57385" y="5980"/>
                        </a:cubicBezTo>
                        <a:cubicBezTo>
                          <a:pt x="44440" y="-12417"/>
                          <a:pt x="17753" y="16797"/>
                          <a:pt x="7025" y="24466"/>
                        </a:cubicBezTo>
                        <a:cubicBezTo>
                          <a:pt x="4631" y="26151"/>
                          <a:pt x="1927" y="27791"/>
                          <a:pt x="730" y="30229"/>
                        </a:cubicBezTo>
                        <a:cubicBezTo>
                          <a:pt x="-68" y="31958"/>
                          <a:pt x="-24" y="33864"/>
                          <a:pt x="20" y="35726"/>
                        </a:cubicBezTo>
                        <a:cubicBezTo>
                          <a:pt x="153" y="38608"/>
                          <a:pt x="242" y="41401"/>
                          <a:pt x="331" y="4419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3" name="Forme libre : forme 19882">
                    <a:extLst>
                      <a:ext uri="{FF2B5EF4-FFF2-40B4-BE49-F238E27FC236}">
                        <a16:creationId xmlns:a16="http://schemas.microsoft.com/office/drawing/2014/main" id="{1BD8DC47-3476-4E62-AF46-F8F71ADBC030}"/>
                      </a:ext>
                    </a:extLst>
                  </p:cNvPr>
                  <p:cNvSpPr/>
                  <p:nvPr/>
                </p:nvSpPr>
                <p:spPr>
                  <a:xfrm>
                    <a:off x="5231867" y="6123153"/>
                    <a:ext cx="82071" cy="95341"/>
                  </a:xfrm>
                  <a:custGeom>
                    <a:avLst/>
                    <a:gdLst>
                      <a:gd name="connsiteX0" fmla="*/ 29336 w 82071"/>
                      <a:gd name="connsiteY0" fmla="*/ 90984 h 95341"/>
                      <a:gd name="connsiteX1" fmla="*/ 69322 w 82071"/>
                      <a:gd name="connsiteY1" fmla="*/ 95328 h 95341"/>
                      <a:gd name="connsiteX2" fmla="*/ 76681 w 82071"/>
                      <a:gd name="connsiteY2" fmla="*/ 94220 h 95341"/>
                      <a:gd name="connsiteX3" fmla="*/ 80671 w 82071"/>
                      <a:gd name="connsiteY3" fmla="*/ 86861 h 95341"/>
                      <a:gd name="connsiteX4" fmla="*/ 74952 w 82071"/>
                      <a:gd name="connsiteY4" fmla="*/ 42663 h 95341"/>
                      <a:gd name="connsiteX5" fmla="*/ 64978 w 82071"/>
                      <a:gd name="connsiteY5" fmla="*/ 8705 h 95341"/>
                      <a:gd name="connsiteX6" fmla="*/ 62806 w 82071"/>
                      <a:gd name="connsiteY6" fmla="*/ 5780 h 95341"/>
                      <a:gd name="connsiteX7" fmla="*/ 61830 w 82071"/>
                      <a:gd name="connsiteY7" fmla="*/ 5469 h 95341"/>
                      <a:gd name="connsiteX8" fmla="*/ 58683 w 82071"/>
                      <a:gd name="connsiteY8" fmla="*/ 2499 h 95341"/>
                      <a:gd name="connsiteX9" fmla="*/ 36739 w 82071"/>
                      <a:gd name="connsiteY9" fmla="*/ 1213 h 95341"/>
                      <a:gd name="connsiteX10" fmla="*/ 4510 w 82071"/>
                      <a:gd name="connsiteY10" fmla="*/ 26305 h 95341"/>
                      <a:gd name="connsiteX11" fmla="*/ 299 w 82071"/>
                      <a:gd name="connsiteY11" fmla="*/ 52150 h 95341"/>
                      <a:gd name="connsiteX12" fmla="*/ 1230 w 82071"/>
                      <a:gd name="connsiteY12" fmla="*/ 68064 h 95341"/>
                      <a:gd name="connsiteX13" fmla="*/ 29336 w 82071"/>
                      <a:gd name="connsiteY13" fmla="*/ 90984 h 95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2071" h="95341">
                        <a:moveTo>
                          <a:pt x="29336" y="90984"/>
                        </a:moveTo>
                        <a:cubicBezTo>
                          <a:pt x="42103" y="94840"/>
                          <a:pt x="55846" y="95106"/>
                          <a:pt x="69322" y="95328"/>
                        </a:cubicBezTo>
                        <a:cubicBezTo>
                          <a:pt x="71894" y="95372"/>
                          <a:pt x="74598" y="95372"/>
                          <a:pt x="76681" y="94220"/>
                        </a:cubicBezTo>
                        <a:cubicBezTo>
                          <a:pt x="79430" y="92668"/>
                          <a:pt x="80139" y="89609"/>
                          <a:pt x="80671" y="86861"/>
                        </a:cubicBezTo>
                        <a:cubicBezTo>
                          <a:pt x="83641" y="70414"/>
                          <a:pt x="81957" y="58400"/>
                          <a:pt x="74952" y="42663"/>
                        </a:cubicBezTo>
                        <a:cubicBezTo>
                          <a:pt x="70165" y="31846"/>
                          <a:pt x="71051" y="19034"/>
                          <a:pt x="64978" y="8705"/>
                        </a:cubicBezTo>
                        <a:cubicBezTo>
                          <a:pt x="64313" y="7597"/>
                          <a:pt x="63604" y="6622"/>
                          <a:pt x="62806" y="5780"/>
                        </a:cubicBezTo>
                        <a:cubicBezTo>
                          <a:pt x="62451" y="5691"/>
                          <a:pt x="62141" y="5602"/>
                          <a:pt x="61830" y="5469"/>
                        </a:cubicBezTo>
                        <a:cubicBezTo>
                          <a:pt x="60323" y="4804"/>
                          <a:pt x="59348" y="3784"/>
                          <a:pt x="58683" y="2499"/>
                        </a:cubicBezTo>
                        <a:cubicBezTo>
                          <a:pt x="52743" y="-870"/>
                          <a:pt x="44985" y="-338"/>
                          <a:pt x="36739" y="1213"/>
                        </a:cubicBezTo>
                        <a:cubicBezTo>
                          <a:pt x="20204" y="4272"/>
                          <a:pt x="9387" y="12828"/>
                          <a:pt x="4510" y="26305"/>
                        </a:cubicBezTo>
                        <a:cubicBezTo>
                          <a:pt x="1496" y="34595"/>
                          <a:pt x="875" y="43417"/>
                          <a:pt x="299" y="52150"/>
                        </a:cubicBezTo>
                        <a:cubicBezTo>
                          <a:pt x="-56" y="57469"/>
                          <a:pt x="-410" y="62878"/>
                          <a:pt x="1230" y="68064"/>
                        </a:cubicBezTo>
                        <a:cubicBezTo>
                          <a:pt x="4688" y="78970"/>
                          <a:pt x="16568" y="87127"/>
                          <a:pt x="29336" y="9098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4" name="Forme libre : forme 19883">
                    <a:extLst>
                      <a:ext uri="{FF2B5EF4-FFF2-40B4-BE49-F238E27FC236}">
                        <a16:creationId xmlns:a16="http://schemas.microsoft.com/office/drawing/2014/main" id="{8420812C-B531-4B0E-AF5A-587CB66DB0AE}"/>
                      </a:ext>
                    </a:extLst>
                  </p:cNvPr>
                  <p:cNvSpPr/>
                  <p:nvPr/>
                </p:nvSpPr>
                <p:spPr>
                  <a:xfrm>
                    <a:off x="5290550" y="6125608"/>
                    <a:ext cx="4122" cy="3280"/>
                  </a:xfrm>
                  <a:custGeom>
                    <a:avLst/>
                    <a:gdLst>
                      <a:gd name="connsiteX0" fmla="*/ 3147 w 4122"/>
                      <a:gd name="connsiteY0" fmla="*/ 2970 h 3280"/>
                      <a:gd name="connsiteX1" fmla="*/ 4123 w 4122"/>
                      <a:gd name="connsiteY1" fmla="*/ 3280 h 3280"/>
                      <a:gd name="connsiteX2" fmla="*/ 0 w 4122"/>
                      <a:gd name="connsiteY2" fmla="*/ 0 h 3280"/>
                      <a:gd name="connsiteX3" fmla="*/ 3147 w 4122"/>
                      <a:gd name="connsiteY3" fmla="*/ 2970 h 3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22" h="3280">
                        <a:moveTo>
                          <a:pt x="3147" y="2970"/>
                        </a:moveTo>
                        <a:cubicBezTo>
                          <a:pt x="3458" y="3103"/>
                          <a:pt x="3813" y="3192"/>
                          <a:pt x="4123" y="3280"/>
                        </a:cubicBezTo>
                        <a:cubicBezTo>
                          <a:pt x="2881" y="1906"/>
                          <a:pt x="1507" y="842"/>
                          <a:pt x="0" y="0"/>
                        </a:cubicBezTo>
                        <a:cubicBezTo>
                          <a:pt x="665" y="1285"/>
                          <a:pt x="1685" y="2305"/>
                          <a:pt x="3147" y="297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5" name="Forme libre : forme 19884">
                    <a:extLst>
                      <a:ext uri="{FF2B5EF4-FFF2-40B4-BE49-F238E27FC236}">
                        <a16:creationId xmlns:a16="http://schemas.microsoft.com/office/drawing/2014/main" id="{7CF43B30-0191-45B1-A9E7-513A231EA602}"/>
                      </a:ext>
                    </a:extLst>
                  </p:cNvPr>
                  <p:cNvSpPr/>
                  <p:nvPr/>
                </p:nvSpPr>
                <p:spPr>
                  <a:xfrm>
                    <a:off x="5238913" y="6243174"/>
                    <a:ext cx="94948" cy="62524"/>
                  </a:xfrm>
                  <a:custGeom>
                    <a:avLst/>
                    <a:gdLst>
                      <a:gd name="connsiteX0" fmla="*/ 69946 w 94948"/>
                      <a:gd name="connsiteY0" fmla="*/ 41626 h 62524"/>
                      <a:gd name="connsiteX1" fmla="*/ 64493 w 94948"/>
                      <a:gd name="connsiteY1" fmla="*/ 43533 h 62524"/>
                      <a:gd name="connsiteX2" fmla="*/ 54519 w 94948"/>
                      <a:gd name="connsiteY2" fmla="*/ 36440 h 62524"/>
                      <a:gd name="connsiteX3" fmla="*/ 58331 w 94948"/>
                      <a:gd name="connsiteY3" fmla="*/ 25402 h 62524"/>
                      <a:gd name="connsiteX4" fmla="*/ 70833 w 94948"/>
                      <a:gd name="connsiteY4" fmla="*/ 16358 h 62524"/>
                      <a:gd name="connsiteX5" fmla="*/ 94106 w 94948"/>
                      <a:gd name="connsiteY5" fmla="*/ 13742 h 62524"/>
                      <a:gd name="connsiteX6" fmla="*/ 94948 w 94948"/>
                      <a:gd name="connsiteY6" fmla="*/ 12457 h 62524"/>
                      <a:gd name="connsiteX7" fmla="*/ 93574 w 94948"/>
                      <a:gd name="connsiteY7" fmla="*/ 0 h 62524"/>
                      <a:gd name="connsiteX8" fmla="*/ 60016 w 94948"/>
                      <a:gd name="connsiteY8" fmla="*/ 4521 h 62524"/>
                      <a:gd name="connsiteX9" fmla="*/ 68660 w 94948"/>
                      <a:gd name="connsiteY9" fmla="*/ 11393 h 62524"/>
                      <a:gd name="connsiteX10" fmla="*/ 60725 w 94948"/>
                      <a:gd name="connsiteY10" fmla="*/ 18308 h 62524"/>
                      <a:gd name="connsiteX11" fmla="*/ 52081 w 94948"/>
                      <a:gd name="connsiteY11" fmla="*/ 11437 h 62524"/>
                      <a:gd name="connsiteX12" fmla="*/ 60016 w 94948"/>
                      <a:gd name="connsiteY12" fmla="*/ 4521 h 62524"/>
                      <a:gd name="connsiteX13" fmla="*/ 21581 w 94948"/>
                      <a:gd name="connsiteY13" fmla="*/ 5275 h 62524"/>
                      <a:gd name="connsiteX14" fmla="*/ 6863 w 94948"/>
                      <a:gd name="connsiteY14" fmla="*/ 7403 h 62524"/>
                      <a:gd name="connsiteX15" fmla="*/ 258 w 94948"/>
                      <a:gd name="connsiteY15" fmla="*/ 17555 h 62524"/>
                      <a:gd name="connsiteX16" fmla="*/ 7040 w 94948"/>
                      <a:gd name="connsiteY16" fmla="*/ 24825 h 62524"/>
                      <a:gd name="connsiteX17" fmla="*/ 50529 w 94948"/>
                      <a:gd name="connsiteY17" fmla="*/ 55546 h 62524"/>
                      <a:gd name="connsiteX18" fmla="*/ 63208 w 94948"/>
                      <a:gd name="connsiteY18" fmla="*/ 62152 h 62524"/>
                      <a:gd name="connsiteX19" fmla="*/ 75975 w 94948"/>
                      <a:gd name="connsiteY19" fmla="*/ 58339 h 62524"/>
                      <a:gd name="connsiteX20" fmla="*/ 76108 w 94948"/>
                      <a:gd name="connsiteY20" fmla="*/ 47833 h 62524"/>
                      <a:gd name="connsiteX21" fmla="*/ 78989 w 94948"/>
                      <a:gd name="connsiteY21" fmla="*/ 37105 h 62524"/>
                      <a:gd name="connsiteX22" fmla="*/ 69946 w 94948"/>
                      <a:gd name="connsiteY22" fmla="*/ 41626 h 6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94948" h="62524">
                        <a:moveTo>
                          <a:pt x="69946" y="41626"/>
                        </a:moveTo>
                        <a:cubicBezTo>
                          <a:pt x="68261" y="42469"/>
                          <a:pt x="66488" y="43355"/>
                          <a:pt x="64493" y="43533"/>
                        </a:cubicBezTo>
                        <a:cubicBezTo>
                          <a:pt x="59794" y="44020"/>
                          <a:pt x="55361" y="40341"/>
                          <a:pt x="54519" y="36440"/>
                        </a:cubicBezTo>
                        <a:cubicBezTo>
                          <a:pt x="53676" y="32494"/>
                          <a:pt x="55671" y="28593"/>
                          <a:pt x="58331" y="25402"/>
                        </a:cubicBezTo>
                        <a:cubicBezTo>
                          <a:pt x="61523" y="21589"/>
                          <a:pt x="65867" y="18530"/>
                          <a:pt x="70833" y="16358"/>
                        </a:cubicBezTo>
                        <a:cubicBezTo>
                          <a:pt x="76330" y="13964"/>
                          <a:pt x="87678" y="10595"/>
                          <a:pt x="94106" y="13742"/>
                        </a:cubicBezTo>
                        <a:cubicBezTo>
                          <a:pt x="94372" y="13299"/>
                          <a:pt x="94683" y="12900"/>
                          <a:pt x="94948" y="12457"/>
                        </a:cubicBezTo>
                        <a:lnTo>
                          <a:pt x="93574" y="0"/>
                        </a:lnTo>
                        <a:cubicBezTo>
                          <a:pt x="83334" y="3989"/>
                          <a:pt x="71498" y="4300"/>
                          <a:pt x="60016" y="4521"/>
                        </a:cubicBezTo>
                        <a:cubicBezTo>
                          <a:pt x="64582" y="4521"/>
                          <a:pt x="68439" y="7580"/>
                          <a:pt x="68660" y="11393"/>
                        </a:cubicBezTo>
                        <a:cubicBezTo>
                          <a:pt x="68838" y="15205"/>
                          <a:pt x="65291" y="18308"/>
                          <a:pt x="60725" y="18308"/>
                        </a:cubicBezTo>
                        <a:cubicBezTo>
                          <a:pt x="56159" y="18308"/>
                          <a:pt x="52302" y="15250"/>
                          <a:pt x="52081" y="11437"/>
                        </a:cubicBezTo>
                        <a:cubicBezTo>
                          <a:pt x="51903" y="7625"/>
                          <a:pt x="55450" y="4521"/>
                          <a:pt x="60016" y="4521"/>
                        </a:cubicBezTo>
                        <a:cubicBezTo>
                          <a:pt x="47204" y="4788"/>
                          <a:pt x="34393" y="5053"/>
                          <a:pt x="21581" y="5275"/>
                        </a:cubicBezTo>
                        <a:cubicBezTo>
                          <a:pt x="16527" y="5364"/>
                          <a:pt x="11296" y="5497"/>
                          <a:pt x="6863" y="7403"/>
                        </a:cubicBezTo>
                        <a:cubicBezTo>
                          <a:pt x="2430" y="9309"/>
                          <a:pt x="-984" y="13432"/>
                          <a:pt x="258" y="17555"/>
                        </a:cubicBezTo>
                        <a:cubicBezTo>
                          <a:pt x="1144" y="20569"/>
                          <a:pt x="4203" y="22786"/>
                          <a:pt x="7040" y="24825"/>
                        </a:cubicBezTo>
                        <a:cubicBezTo>
                          <a:pt x="21536" y="35065"/>
                          <a:pt x="36033" y="45306"/>
                          <a:pt x="50529" y="55546"/>
                        </a:cubicBezTo>
                        <a:cubicBezTo>
                          <a:pt x="54386" y="58250"/>
                          <a:pt x="58420" y="61043"/>
                          <a:pt x="63208" y="62152"/>
                        </a:cubicBezTo>
                        <a:cubicBezTo>
                          <a:pt x="68040" y="63215"/>
                          <a:pt x="73891" y="62019"/>
                          <a:pt x="75975" y="58339"/>
                        </a:cubicBezTo>
                        <a:cubicBezTo>
                          <a:pt x="77792" y="55147"/>
                          <a:pt x="76330" y="51379"/>
                          <a:pt x="76108" y="47833"/>
                        </a:cubicBezTo>
                        <a:cubicBezTo>
                          <a:pt x="75931" y="44065"/>
                          <a:pt x="77172" y="40518"/>
                          <a:pt x="78989" y="37105"/>
                        </a:cubicBezTo>
                        <a:cubicBezTo>
                          <a:pt x="76019" y="38568"/>
                          <a:pt x="72960" y="40075"/>
                          <a:pt x="69946" y="4162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6" name="Forme libre : forme 19885">
                    <a:extLst>
                      <a:ext uri="{FF2B5EF4-FFF2-40B4-BE49-F238E27FC236}">
                        <a16:creationId xmlns:a16="http://schemas.microsoft.com/office/drawing/2014/main" id="{3F50D397-B45E-4BD5-AEB2-688823013F95}"/>
                      </a:ext>
                    </a:extLst>
                  </p:cNvPr>
                  <p:cNvSpPr/>
                  <p:nvPr/>
                </p:nvSpPr>
                <p:spPr>
                  <a:xfrm>
                    <a:off x="5354341" y="6178109"/>
                    <a:ext cx="58697" cy="87888"/>
                  </a:xfrm>
                  <a:custGeom>
                    <a:avLst/>
                    <a:gdLst>
                      <a:gd name="connsiteX0" fmla="*/ 58474 w 58697"/>
                      <a:gd name="connsiteY0" fmla="*/ 7877 h 87888"/>
                      <a:gd name="connsiteX1" fmla="*/ 16936 w 58697"/>
                      <a:gd name="connsiteY1" fmla="*/ 19492 h 87888"/>
                      <a:gd name="connsiteX2" fmla="*/ 13478 w 58697"/>
                      <a:gd name="connsiteY2" fmla="*/ 37579 h 87888"/>
                      <a:gd name="connsiteX3" fmla="*/ 1 w 58697"/>
                      <a:gd name="connsiteY3" fmla="*/ 65419 h 87888"/>
                      <a:gd name="connsiteX4" fmla="*/ 10774 w 58697"/>
                      <a:gd name="connsiteY4" fmla="*/ 81821 h 87888"/>
                      <a:gd name="connsiteX5" fmla="*/ 32451 w 58697"/>
                      <a:gd name="connsiteY5" fmla="*/ 87850 h 87888"/>
                      <a:gd name="connsiteX6" fmla="*/ 52223 w 58697"/>
                      <a:gd name="connsiteY6" fmla="*/ 81467 h 87888"/>
                      <a:gd name="connsiteX7" fmla="*/ 52090 w 58697"/>
                      <a:gd name="connsiteY7" fmla="*/ 62005 h 87888"/>
                      <a:gd name="connsiteX8" fmla="*/ 47834 w 58697"/>
                      <a:gd name="connsiteY8" fmla="*/ 33146 h 87888"/>
                      <a:gd name="connsiteX9" fmla="*/ 58474 w 58697"/>
                      <a:gd name="connsiteY9" fmla="*/ 7877 h 87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8697" h="87888">
                        <a:moveTo>
                          <a:pt x="58474" y="7877"/>
                        </a:moveTo>
                        <a:cubicBezTo>
                          <a:pt x="53331" y="-11451"/>
                          <a:pt x="20172" y="9651"/>
                          <a:pt x="16936" y="19492"/>
                        </a:cubicBezTo>
                        <a:cubicBezTo>
                          <a:pt x="14985" y="25388"/>
                          <a:pt x="15517" y="31727"/>
                          <a:pt x="13478" y="37579"/>
                        </a:cubicBezTo>
                        <a:cubicBezTo>
                          <a:pt x="10109" y="47288"/>
                          <a:pt x="-132" y="55178"/>
                          <a:pt x="1" y="65419"/>
                        </a:cubicBezTo>
                        <a:cubicBezTo>
                          <a:pt x="90" y="71802"/>
                          <a:pt x="4567" y="77920"/>
                          <a:pt x="10774" y="81821"/>
                        </a:cubicBezTo>
                        <a:cubicBezTo>
                          <a:pt x="16980" y="85722"/>
                          <a:pt x="24782" y="87540"/>
                          <a:pt x="32451" y="87850"/>
                        </a:cubicBezTo>
                        <a:cubicBezTo>
                          <a:pt x="39943" y="88161"/>
                          <a:pt x="48278" y="86654"/>
                          <a:pt x="52223" y="81467"/>
                        </a:cubicBezTo>
                        <a:cubicBezTo>
                          <a:pt x="56479" y="75925"/>
                          <a:pt x="54218" y="68522"/>
                          <a:pt x="52090" y="62005"/>
                        </a:cubicBezTo>
                        <a:cubicBezTo>
                          <a:pt x="49031" y="52651"/>
                          <a:pt x="46460" y="42766"/>
                          <a:pt x="47834" y="33146"/>
                        </a:cubicBezTo>
                        <a:cubicBezTo>
                          <a:pt x="48987" y="25299"/>
                          <a:pt x="60424" y="15148"/>
                          <a:pt x="58474" y="787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7" name="Forme libre : forme 19886">
                    <a:extLst>
                      <a:ext uri="{FF2B5EF4-FFF2-40B4-BE49-F238E27FC236}">
                        <a16:creationId xmlns:a16="http://schemas.microsoft.com/office/drawing/2014/main" id="{ED3ACF46-63D9-4C66-9898-9373094ABA04}"/>
                      </a:ext>
                    </a:extLst>
                  </p:cNvPr>
                  <p:cNvSpPr/>
                  <p:nvPr/>
                </p:nvSpPr>
                <p:spPr>
                  <a:xfrm>
                    <a:off x="5276808" y="6319866"/>
                    <a:ext cx="84957" cy="50042"/>
                  </a:xfrm>
                  <a:custGeom>
                    <a:avLst/>
                    <a:gdLst>
                      <a:gd name="connsiteX0" fmla="*/ 82988 w 84957"/>
                      <a:gd name="connsiteY0" fmla="*/ 354 h 50042"/>
                      <a:gd name="connsiteX1" fmla="*/ 66674 w 84957"/>
                      <a:gd name="connsiteY1" fmla="*/ 0 h 50042"/>
                      <a:gd name="connsiteX2" fmla="*/ 50138 w 84957"/>
                      <a:gd name="connsiteY2" fmla="*/ 1906 h 50042"/>
                      <a:gd name="connsiteX3" fmla="*/ 34179 w 84957"/>
                      <a:gd name="connsiteY3" fmla="*/ 12767 h 50042"/>
                      <a:gd name="connsiteX4" fmla="*/ 1906 w 84957"/>
                      <a:gd name="connsiteY4" fmla="*/ 42469 h 50042"/>
                      <a:gd name="connsiteX5" fmla="*/ 0 w 84957"/>
                      <a:gd name="connsiteY5" fmla="*/ 45439 h 50042"/>
                      <a:gd name="connsiteX6" fmla="*/ 7182 w 84957"/>
                      <a:gd name="connsiteY6" fmla="*/ 49075 h 50042"/>
                      <a:gd name="connsiteX7" fmla="*/ 41095 w 84957"/>
                      <a:gd name="connsiteY7" fmla="*/ 50005 h 50042"/>
                      <a:gd name="connsiteX8" fmla="*/ 59936 w 84957"/>
                      <a:gd name="connsiteY8" fmla="*/ 48720 h 50042"/>
                      <a:gd name="connsiteX9" fmla="*/ 84362 w 84957"/>
                      <a:gd name="connsiteY9" fmla="*/ 12767 h 50042"/>
                      <a:gd name="connsiteX10" fmla="*/ 82988 w 84957"/>
                      <a:gd name="connsiteY10" fmla="*/ 354 h 500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4957" h="50042">
                        <a:moveTo>
                          <a:pt x="82988" y="354"/>
                        </a:moveTo>
                        <a:cubicBezTo>
                          <a:pt x="77535" y="133"/>
                          <a:pt x="72127" y="0"/>
                          <a:pt x="66674" y="0"/>
                        </a:cubicBezTo>
                        <a:cubicBezTo>
                          <a:pt x="61044" y="0"/>
                          <a:pt x="55281" y="177"/>
                          <a:pt x="50138" y="1906"/>
                        </a:cubicBezTo>
                        <a:cubicBezTo>
                          <a:pt x="43666" y="4079"/>
                          <a:pt x="38834" y="8467"/>
                          <a:pt x="34179" y="12767"/>
                        </a:cubicBezTo>
                        <a:cubicBezTo>
                          <a:pt x="23407" y="22653"/>
                          <a:pt x="12679" y="32583"/>
                          <a:pt x="1906" y="42469"/>
                        </a:cubicBezTo>
                        <a:cubicBezTo>
                          <a:pt x="975" y="43311"/>
                          <a:pt x="0" y="44287"/>
                          <a:pt x="0" y="45439"/>
                        </a:cubicBezTo>
                        <a:cubicBezTo>
                          <a:pt x="0" y="48010"/>
                          <a:pt x="4079" y="48986"/>
                          <a:pt x="7182" y="49075"/>
                        </a:cubicBezTo>
                        <a:cubicBezTo>
                          <a:pt x="18486" y="49518"/>
                          <a:pt x="29790" y="49828"/>
                          <a:pt x="41095" y="50005"/>
                        </a:cubicBezTo>
                        <a:cubicBezTo>
                          <a:pt x="47434" y="50094"/>
                          <a:pt x="53862" y="50139"/>
                          <a:pt x="59936" y="48720"/>
                        </a:cubicBezTo>
                        <a:cubicBezTo>
                          <a:pt x="77402" y="44597"/>
                          <a:pt x="87598" y="27884"/>
                          <a:pt x="84362" y="12767"/>
                        </a:cubicBezTo>
                        <a:lnTo>
                          <a:pt x="82988" y="354"/>
                        </a:ln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8" name="Forme libre : forme 19887">
                    <a:extLst>
                      <a:ext uri="{FF2B5EF4-FFF2-40B4-BE49-F238E27FC236}">
                        <a16:creationId xmlns:a16="http://schemas.microsoft.com/office/drawing/2014/main" id="{D475ECF6-99EC-4BE0-940B-2CE36D8A049F}"/>
                      </a:ext>
                    </a:extLst>
                  </p:cNvPr>
                  <p:cNvSpPr/>
                  <p:nvPr/>
                </p:nvSpPr>
                <p:spPr>
                  <a:xfrm>
                    <a:off x="5465120" y="6271589"/>
                    <a:ext cx="360" cy="842"/>
                  </a:xfrm>
                  <a:custGeom>
                    <a:avLst/>
                    <a:gdLst>
                      <a:gd name="connsiteX0" fmla="*/ 360 w 360"/>
                      <a:gd name="connsiteY0" fmla="*/ 843 h 842"/>
                      <a:gd name="connsiteX1" fmla="*/ 272 w 360"/>
                      <a:gd name="connsiteY1" fmla="*/ 0 h 842"/>
                      <a:gd name="connsiteX2" fmla="*/ 360 w 360"/>
                      <a:gd name="connsiteY2" fmla="*/ 843 h 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0" h="842">
                        <a:moveTo>
                          <a:pt x="360" y="843"/>
                        </a:moveTo>
                        <a:lnTo>
                          <a:pt x="272" y="0"/>
                        </a:lnTo>
                        <a:cubicBezTo>
                          <a:pt x="-39" y="311"/>
                          <a:pt x="-172" y="709"/>
                          <a:pt x="360" y="84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9" name="Forme libre : forme 19888">
                    <a:extLst>
                      <a:ext uri="{FF2B5EF4-FFF2-40B4-BE49-F238E27FC236}">
                        <a16:creationId xmlns:a16="http://schemas.microsoft.com/office/drawing/2014/main" id="{0952838A-B422-4554-ADF8-4D92DAE1A2D8}"/>
                      </a:ext>
                    </a:extLst>
                  </p:cNvPr>
                  <p:cNvSpPr/>
                  <p:nvPr/>
                </p:nvSpPr>
                <p:spPr>
                  <a:xfrm>
                    <a:off x="5409760" y="6259572"/>
                    <a:ext cx="62180" cy="107182"/>
                  </a:xfrm>
                  <a:custGeom>
                    <a:avLst/>
                    <a:gdLst>
                      <a:gd name="connsiteX0" fmla="*/ 55010 w 62180"/>
                      <a:gd name="connsiteY0" fmla="*/ 23587 h 107182"/>
                      <a:gd name="connsiteX1" fmla="*/ 49779 w 62180"/>
                      <a:gd name="connsiteY1" fmla="*/ 25272 h 107182"/>
                      <a:gd name="connsiteX2" fmla="*/ 41135 w 62180"/>
                      <a:gd name="connsiteY2" fmla="*/ 18401 h 107182"/>
                      <a:gd name="connsiteX3" fmla="*/ 49070 w 62180"/>
                      <a:gd name="connsiteY3" fmla="*/ 11485 h 107182"/>
                      <a:gd name="connsiteX4" fmla="*/ 56961 w 62180"/>
                      <a:gd name="connsiteY4" fmla="*/ 15741 h 107182"/>
                      <a:gd name="connsiteX5" fmla="*/ 57360 w 62180"/>
                      <a:gd name="connsiteY5" fmla="*/ 14189 h 107182"/>
                      <a:gd name="connsiteX6" fmla="*/ 56872 w 62180"/>
                      <a:gd name="connsiteY6" fmla="*/ 11796 h 107182"/>
                      <a:gd name="connsiteX7" fmla="*/ 55676 w 62180"/>
                      <a:gd name="connsiteY7" fmla="*/ 12017 h 107182"/>
                      <a:gd name="connsiteX8" fmla="*/ 55764 w 62180"/>
                      <a:gd name="connsiteY8" fmla="*/ 12859 h 107182"/>
                      <a:gd name="connsiteX9" fmla="*/ 55676 w 62180"/>
                      <a:gd name="connsiteY9" fmla="*/ 12017 h 107182"/>
                      <a:gd name="connsiteX10" fmla="*/ 54390 w 62180"/>
                      <a:gd name="connsiteY10" fmla="*/ 358 h 107182"/>
                      <a:gd name="connsiteX11" fmla="*/ 15689 w 62180"/>
                      <a:gd name="connsiteY11" fmla="*/ 14633 h 107182"/>
                      <a:gd name="connsiteX12" fmla="*/ 7488 w 62180"/>
                      <a:gd name="connsiteY12" fmla="*/ 26779 h 107182"/>
                      <a:gd name="connsiteX13" fmla="*/ 27348 w 62180"/>
                      <a:gd name="connsiteY13" fmla="*/ 23499 h 107182"/>
                      <a:gd name="connsiteX14" fmla="*/ 39007 w 62180"/>
                      <a:gd name="connsiteY14" fmla="*/ 38172 h 107182"/>
                      <a:gd name="connsiteX15" fmla="*/ 34840 w 62180"/>
                      <a:gd name="connsiteY15" fmla="*/ 43226 h 107182"/>
                      <a:gd name="connsiteX16" fmla="*/ 21629 w 62180"/>
                      <a:gd name="connsiteY16" fmla="*/ 56880 h 107182"/>
                      <a:gd name="connsiteX17" fmla="*/ 572 w 62180"/>
                      <a:gd name="connsiteY17" fmla="*/ 54131 h 107182"/>
                      <a:gd name="connsiteX18" fmla="*/ 395 w 62180"/>
                      <a:gd name="connsiteY18" fmla="*/ 53998 h 107182"/>
                      <a:gd name="connsiteX19" fmla="*/ 6557 w 62180"/>
                      <a:gd name="connsiteY19" fmla="*/ 87601 h 107182"/>
                      <a:gd name="connsiteX20" fmla="*/ 44770 w 62180"/>
                      <a:gd name="connsiteY20" fmla="*/ 106974 h 107182"/>
                      <a:gd name="connsiteX21" fmla="*/ 54168 w 62180"/>
                      <a:gd name="connsiteY21" fmla="*/ 104004 h 107182"/>
                      <a:gd name="connsiteX22" fmla="*/ 60330 w 62180"/>
                      <a:gd name="connsiteY22" fmla="*/ 96556 h 107182"/>
                      <a:gd name="connsiteX23" fmla="*/ 53415 w 62180"/>
                      <a:gd name="connsiteY23" fmla="*/ 53156 h 107182"/>
                      <a:gd name="connsiteX24" fmla="*/ 55010 w 62180"/>
                      <a:gd name="connsiteY24" fmla="*/ 23587 h 107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62180" h="107182">
                        <a:moveTo>
                          <a:pt x="55010" y="23587"/>
                        </a:moveTo>
                        <a:cubicBezTo>
                          <a:pt x="53636" y="24607"/>
                          <a:pt x="51819" y="25272"/>
                          <a:pt x="49779" y="25272"/>
                        </a:cubicBezTo>
                        <a:cubicBezTo>
                          <a:pt x="45213" y="25272"/>
                          <a:pt x="41357" y="22213"/>
                          <a:pt x="41135" y="18401"/>
                        </a:cubicBezTo>
                        <a:cubicBezTo>
                          <a:pt x="40958" y="14588"/>
                          <a:pt x="44504" y="11485"/>
                          <a:pt x="49070" y="11485"/>
                        </a:cubicBezTo>
                        <a:cubicBezTo>
                          <a:pt x="52528" y="11485"/>
                          <a:pt x="55587" y="13214"/>
                          <a:pt x="56961" y="15741"/>
                        </a:cubicBezTo>
                        <a:cubicBezTo>
                          <a:pt x="57094" y="15209"/>
                          <a:pt x="57227" y="14721"/>
                          <a:pt x="57360" y="14189"/>
                        </a:cubicBezTo>
                        <a:cubicBezTo>
                          <a:pt x="57582" y="13347"/>
                          <a:pt x="57715" y="12328"/>
                          <a:pt x="56872" y="11796"/>
                        </a:cubicBezTo>
                        <a:cubicBezTo>
                          <a:pt x="56473" y="11529"/>
                          <a:pt x="55941" y="11751"/>
                          <a:pt x="55676" y="12017"/>
                        </a:cubicBezTo>
                        <a:lnTo>
                          <a:pt x="55764" y="12859"/>
                        </a:lnTo>
                        <a:cubicBezTo>
                          <a:pt x="55232" y="12726"/>
                          <a:pt x="55365" y="12328"/>
                          <a:pt x="55676" y="12017"/>
                        </a:cubicBezTo>
                        <a:lnTo>
                          <a:pt x="54390" y="358"/>
                        </a:lnTo>
                        <a:cubicBezTo>
                          <a:pt x="39495" y="-1637"/>
                          <a:pt x="24644" y="4924"/>
                          <a:pt x="15689" y="14633"/>
                        </a:cubicBezTo>
                        <a:cubicBezTo>
                          <a:pt x="12275" y="18356"/>
                          <a:pt x="9616" y="22435"/>
                          <a:pt x="7488" y="26779"/>
                        </a:cubicBezTo>
                        <a:cubicBezTo>
                          <a:pt x="12674" y="23632"/>
                          <a:pt x="21009" y="20573"/>
                          <a:pt x="27348" y="23499"/>
                        </a:cubicBezTo>
                        <a:cubicBezTo>
                          <a:pt x="33288" y="26248"/>
                          <a:pt x="41756" y="31833"/>
                          <a:pt x="39007" y="38172"/>
                        </a:cubicBezTo>
                        <a:cubicBezTo>
                          <a:pt x="38165" y="40123"/>
                          <a:pt x="36347" y="41586"/>
                          <a:pt x="34840" y="43226"/>
                        </a:cubicBezTo>
                        <a:cubicBezTo>
                          <a:pt x="30451" y="47837"/>
                          <a:pt x="27924" y="54131"/>
                          <a:pt x="21629" y="56880"/>
                        </a:cubicBezTo>
                        <a:cubicBezTo>
                          <a:pt x="15157" y="59717"/>
                          <a:pt x="6823" y="57678"/>
                          <a:pt x="572" y="54131"/>
                        </a:cubicBezTo>
                        <a:cubicBezTo>
                          <a:pt x="528" y="54087"/>
                          <a:pt x="439" y="54043"/>
                          <a:pt x="395" y="53998"/>
                        </a:cubicBezTo>
                        <a:cubicBezTo>
                          <a:pt x="-713" y="65436"/>
                          <a:pt x="262" y="77228"/>
                          <a:pt x="6557" y="87601"/>
                        </a:cubicBezTo>
                        <a:cubicBezTo>
                          <a:pt x="13738" y="99437"/>
                          <a:pt x="29254" y="108703"/>
                          <a:pt x="44770" y="106974"/>
                        </a:cubicBezTo>
                        <a:cubicBezTo>
                          <a:pt x="48139" y="106620"/>
                          <a:pt x="51464" y="105688"/>
                          <a:pt x="54168" y="104004"/>
                        </a:cubicBezTo>
                        <a:cubicBezTo>
                          <a:pt x="57094" y="102142"/>
                          <a:pt x="59089" y="99437"/>
                          <a:pt x="60330" y="96556"/>
                        </a:cubicBezTo>
                        <a:cubicBezTo>
                          <a:pt x="66271" y="82813"/>
                          <a:pt x="56252" y="67786"/>
                          <a:pt x="53415" y="53156"/>
                        </a:cubicBezTo>
                        <a:cubicBezTo>
                          <a:pt x="51375" y="43270"/>
                          <a:pt x="52750" y="33340"/>
                          <a:pt x="55010" y="2358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0" name="Forme libre : forme 19889">
                    <a:extLst>
                      <a:ext uri="{FF2B5EF4-FFF2-40B4-BE49-F238E27FC236}">
                        <a16:creationId xmlns:a16="http://schemas.microsoft.com/office/drawing/2014/main" id="{EE53DFD3-D674-4DAC-BCA1-548095B87E1F}"/>
                      </a:ext>
                    </a:extLst>
                  </p:cNvPr>
                  <p:cNvSpPr/>
                  <p:nvPr/>
                </p:nvSpPr>
                <p:spPr>
                  <a:xfrm>
                    <a:off x="5421354" y="6172100"/>
                    <a:ext cx="99336" cy="85719"/>
                  </a:xfrm>
                  <a:custGeom>
                    <a:avLst/>
                    <a:gdLst>
                      <a:gd name="connsiteX0" fmla="*/ 84734 w 99336"/>
                      <a:gd name="connsiteY0" fmla="*/ 85570 h 85719"/>
                      <a:gd name="connsiteX1" fmla="*/ 99186 w 99336"/>
                      <a:gd name="connsiteY1" fmla="*/ 66241 h 85719"/>
                      <a:gd name="connsiteX2" fmla="*/ 86596 w 99336"/>
                      <a:gd name="connsiteY2" fmla="*/ 42923 h 85719"/>
                      <a:gd name="connsiteX3" fmla="*/ 82251 w 99336"/>
                      <a:gd name="connsiteY3" fmla="*/ 36806 h 85719"/>
                      <a:gd name="connsiteX4" fmla="*/ 79015 w 99336"/>
                      <a:gd name="connsiteY4" fmla="*/ 38225 h 85719"/>
                      <a:gd name="connsiteX5" fmla="*/ 74582 w 99336"/>
                      <a:gd name="connsiteY5" fmla="*/ 34722 h 85719"/>
                      <a:gd name="connsiteX6" fmla="*/ 78262 w 99336"/>
                      <a:gd name="connsiteY6" fmla="*/ 31220 h 85719"/>
                      <a:gd name="connsiteX7" fmla="*/ 68199 w 99336"/>
                      <a:gd name="connsiteY7" fmla="*/ 15704 h 85719"/>
                      <a:gd name="connsiteX8" fmla="*/ 65450 w 99336"/>
                      <a:gd name="connsiteY8" fmla="*/ 5286 h 85719"/>
                      <a:gd name="connsiteX9" fmla="*/ 27414 w 99336"/>
                      <a:gd name="connsiteY9" fmla="*/ 1607 h 85719"/>
                      <a:gd name="connsiteX10" fmla="*/ 2899 w 99336"/>
                      <a:gd name="connsiteY10" fmla="*/ 35565 h 85719"/>
                      <a:gd name="connsiteX11" fmla="*/ 195 w 99336"/>
                      <a:gd name="connsiteY11" fmla="*/ 52942 h 85719"/>
                      <a:gd name="connsiteX12" fmla="*/ 2190 w 99336"/>
                      <a:gd name="connsiteY12" fmla="*/ 62163 h 85719"/>
                      <a:gd name="connsiteX13" fmla="*/ 9549 w 99336"/>
                      <a:gd name="connsiteY13" fmla="*/ 65665 h 85719"/>
                      <a:gd name="connsiteX14" fmla="*/ 70371 w 99336"/>
                      <a:gd name="connsiteY14" fmla="*/ 83398 h 85719"/>
                      <a:gd name="connsiteX15" fmla="*/ 84734 w 99336"/>
                      <a:gd name="connsiteY15" fmla="*/ 85570 h 85719"/>
                      <a:gd name="connsiteX16" fmla="*/ 58756 w 99336"/>
                      <a:gd name="connsiteY16" fmla="*/ 29225 h 85719"/>
                      <a:gd name="connsiteX17" fmla="*/ 54899 w 99336"/>
                      <a:gd name="connsiteY17" fmla="*/ 28427 h 85719"/>
                      <a:gd name="connsiteX18" fmla="*/ 54810 w 99336"/>
                      <a:gd name="connsiteY18" fmla="*/ 28649 h 85719"/>
                      <a:gd name="connsiteX19" fmla="*/ 50643 w 99336"/>
                      <a:gd name="connsiteY19" fmla="*/ 33703 h 85719"/>
                      <a:gd name="connsiteX20" fmla="*/ 37433 w 99336"/>
                      <a:gd name="connsiteY20" fmla="*/ 47356 h 85719"/>
                      <a:gd name="connsiteX21" fmla="*/ 16376 w 99336"/>
                      <a:gd name="connsiteY21" fmla="*/ 44608 h 85719"/>
                      <a:gd name="connsiteX22" fmla="*/ 9549 w 99336"/>
                      <a:gd name="connsiteY22" fmla="*/ 37471 h 85719"/>
                      <a:gd name="connsiteX23" fmla="*/ 11189 w 99336"/>
                      <a:gd name="connsiteY23" fmla="*/ 30245 h 85719"/>
                      <a:gd name="connsiteX24" fmla="*/ 22936 w 99336"/>
                      <a:gd name="connsiteY24" fmla="*/ 17522 h 85719"/>
                      <a:gd name="connsiteX25" fmla="*/ 43151 w 99336"/>
                      <a:gd name="connsiteY25" fmla="*/ 14019 h 85719"/>
                      <a:gd name="connsiteX26" fmla="*/ 51131 w 99336"/>
                      <a:gd name="connsiteY26" fmla="*/ 18985 h 85719"/>
                      <a:gd name="connsiteX27" fmla="*/ 58091 w 99336"/>
                      <a:gd name="connsiteY27" fmla="*/ 15483 h 85719"/>
                      <a:gd name="connsiteX28" fmla="*/ 66736 w 99336"/>
                      <a:gd name="connsiteY28" fmla="*/ 22354 h 85719"/>
                      <a:gd name="connsiteX29" fmla="*/ 58756 w 99336"/>
                      <a:gd name="connsiteY29" fmla="*/ 29225 h 85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99336" h="85719">
                        <a:moveTo>
                          <a:pt x="84734" y="85570"/>
                        </a:moveTo>
                        <a:cubicBezTo>
                          <a:pt x="94797" y="84329"/>
                          <a:pt x="100338" y="74709"/>
                          <a:pt x="99186" y="66241"/>
                        </a:cubicBezTo>
                        <a:cubicBezTo>
                          <a:pt x="98033" y="57775"/>
                          <a:pt x="92048" y="50238"/>
                          <a:pt x="86596" y="42923"/>
                        </a:cubicBezTo>
                        <a:cubicBezTo>
                          <a:pt x="85089" y="40884"/>
                          <a:pt x="83714" y="38845"/>
                          <a:pt x="82251" y="36806"/>
                        </a:cubicBezTo>
                        <a:cubicBezTo>
                          <a:pt x="81498" y="37648"/>
                          <a:pt x="80390" y="38225"/>
                          <a:pt x="79015" y="38225"/>
                        </a:cubicBezTo>
                        <a:cubicBezTo>
                          <a:pt x="76666" y="38225"/>
                          <a:pt x="74715" y="36673"/>
                          <a:pt x="74582" y="34722"/>
                        </a:cubicBezTo>
                        <a:cubicBezTo>
                          <a:pt x="74493" y="32905"/>
                          <a:pt x="76134" y="31397"/>
                          <a:pt x="78262" y="31220"/>
                        </a:cubicBezTo>
                        <a:cubicBezTo>
                          <a:pt x="74759" y="26122"/>
                          <a:pt x="71390" y="20935"/>
                          <a:pt x="68199" y="15704"/>
                        </a:cubicBezTo>
                        <a:lnTo>
                          <a:pt x="65450" y="5286"/>
                        </a:lnTo>
                        <a:cubicBezTo>
                          <a:pt x="53126" y="1474"/>
                          <a:pt x="39428" y="-2205"/>
                          <a:pt x="27414" y="1607"/>
                        </a:cubicBezTo>
                        <a:cubicBezTo>
                          <a:pt x="11854" y="6572"/>
                          <a:pt x="5692" y="21822"/>
                          <a:pt x="2899" y="35565"/>
                        </a:cubicBezTo>
                        <a:cubicBezTo>
                          <a:pt x="1746" y="41328"/>
                          <a:pt x="815" y="47091"/>
                          <a:pt x="195" y="52942"/>
                        </a:cubicBezTo>
                        <a:cubicBezTo>
                          <a:pt x="-160" y="56134"/>
                          <a:pt x="-293" y="59681"/>
                          <a:pt x="2190" y="62163"/>
                        </a:cubicBezTo>
                        <a:cubicBezTo>
                          <a:pt x="4007" y="64025"/>
                          <a:pt x="6844" y="64912"/>
                          <a:pt x="9549" y="65665"/>
                        </a:cubicBezTo>
                        <a:cubicBezTo>
                          <a:pt x="29808" y="71562"/>
                          <a:pt x="50111" y="77502"/>
                          <a:pt x="70371" y="83398"/>
                        </a:cubicBezTo>
                        <a:cubicBezTo>
                          <a:pt x="75025" y="84772"/>
                          <a:pt x="79902" y="86190"/>
                          <a:pt x="84734" y="85570"/>
                        </a:cubicBezTo>
                        <a:close/>
                        <a:moveTo>
                          <a:pt x="58756" y="29225"/>
                        </a:moveTo>
                        <a:cubicBezTo>
                          <a:pt x="57382" y="29225"/>
                          <a:pt x="56052" y="28915"/>
                          <a:pt x="54899" y="28427"/>
                        </a:cubicBezTo>
                        <a:cubicBezTo>
                          <a:pt x="54855" y="28516"/>
                          <a:pt x="54855" y="28560"/>
                          <a:pt x="54810" y="28649"/>
                        </a:cubicBezTo>
                        <a:cubicBezTo>
                          <a:pt x="53968" y="30600"/>
                          <a:pt x="52151" y="32062"/>
                          <a:pt x="50643" y="33703"/>
                        </a:cubicBezTo>
                        <a:cubicBezTo>
                          <a:pt x="46255" y="38313"/>
                          <a:pt x="43728" y="44608"/>
                          <a:pt x="37433" y="47356"/>
                        </a:cubicBezTo>
                        <a:cubicBezTo>
                          <a:pt x="30960" y="50194"/>
                          <a:pt x="22626" y="48155"/>
                          <a:pt x="16376" y="44608"/>
                        </a:cubicBezTo>
                        <a:cubicBezTo>
                          <a:pt x="13272" y="42835"/>
                          <a:pt x="10258" y="40485"/>
                          <a:pt x="9549" y="37471"/>
                        </a:cubicBezTo>
                        <a:cubicBezTo>
                          <a:pt x="8972" y="34988"/>
                          <a:pt x="9948" y="32506"/>
                          <a:pt x="11189" y="30245"/>
                        </a:cubicBezTo>
                        <a:cubicBezTo>
                          <a:pt x="13893" y="25324"/>
                          <a:pt x="17750" y="20758"/>
                          <a:pt x="22936" y="17522"/>
                        </a:cubicBezTo>
                        <a:cubicBezTo>
                          <a:pt x="28079" y="14286"/>
                          <a:pt x="36679" y="11050"/>
                          <a:pt x="43151" y="14019"/>
                        </a:cubicBezTo>
                        <a:cubicBezTo>
                          <a:pt x="45723" y="15217"/>
                          <a:pt x="48737" y="16901"/>
                          <a:pt x="51131" y="18985"/>
                        </a:cubicBezTo>
                        <a:cubicBezTo>
                          <a:pt x="52461" y="16901"/>
                          <a:pt x="55032" y="15527"/>
                          <a:pt x="58091" y="15483"/>
                        </a:cubicBezTo>
                        <a:cubicBezTo>
                          <a:pt x="62657" y="15483"/>
                          <a:pt x="66514" y="18541"/>
                          <a:pt x="66736" y="22354"/>
                        </a:cubicBezTo>
                        <a:cubicBezTo>
                          <a:pt x="66913" y="26122"/>
                          <a:pt x="63366" y="29225"/>
                          <a:pt x="58756" y="29225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1" name="Forme libre : forme 19890">
                    <a:extLst>
                      <a:ext uri="{FF2B5EF4-FFF2-40B4-BE49-F238E27FC236}">
                        <a16:creationId xmlns:a16="http://schemas.microsoft.com/office/drawing/2014/main" id="{84A6D4CA-A2D2-4118-BD3F-C3C120A71BAB}"/>
                      </a:ext>
                    </a:extLst>
                  </p:cNvPr>
                  <p:cNvSpPr/>
                  <p:nvPr/>
                </p:nvSpPr>
                <p:spPr>
                  <a:xfrm>
                    <a:off x="5538447" y="6131902"/>
                    <a:ext cx="87644" cy="71136"/>
                  </a:xfrm>
                  <a:custGeom>
                    <a:avLst/>
                    <a:gdLst>
                      <a:gd name="connsiteX0" fmla="*/ 5455 w 87644"/>
                      <a:gd name="connsiteY0" fmla="*/ 61044 h 71136"/>
                      <a:gd name="connsiteX1" fmla="*/ 56746 w 87644"/>
                      <a:gd name="connsiteY1" fmla="*/ 69954 h 71136"/>
                      <a:gd name="connsiteX2" fmla="*/ 68715 w 87644"/>
                      <a:gd name="connsiteY2" fmla="*/ 65788 h 71136"/>
                      <a:gd name="connsiteX3" fmla="*/ 80419 w 87644"/>
                      <a:gd name="connsiteY3" fmla="*/ 43977 h 71136"/>
                      <a:gd name="connsiteX4" fmla="*/ 87645 w 87644"/>
                      <a:gd name="connsiteY4" fmla="*/ 10329 h 71136"/>
                      <a:gd name="connsiteX5" fmla="*/ 85827 w 87644"/>
                      <a:gd name="connsiteY5" fmla="*/ 10595 h 71136"/>
                      <a:gd name="connsiteX6" fmla="*/ 83478 w 87644"/>
                      <a:gd name="connsiteY6" fmla="*/ 0 h 71136"/>
                      <a:gd name="connsiteX7" fmla="*/ 34758 w 87644"/>
                      <a:gd name="connsiteY7" fmla="*/ 6517 h 71136"/>
                      <a:gd name="connsiteX8" fmla="*/ 17823 w 87644"/>
                      <a:gd name="connsiteY8" fmla="*/ 12723 h 71136"/>
                      <a:gd name="connsiteX9" fmla="*/ 10287 w 87644"/>
                      <a:gd name="connsiteY9" fmla="*/ 23717 h 71136"/>
                      <a:gd name="connsiteX10" fmla="*/ 800 w 87644"/>
                      <a:gd name="connsiteY10" fmla="*/ 49385 h 71136"/>
                      <a:gd name="connsiteX11" fmla="*/ 800 w 87644"/>
                      <a:gd name="connsiteY11" fmla="*/ 57010 h 71136"/>
                      <a:gd name="connsiteX12" fmla="*/ 5455 w 87644"/>
                      <a:gd name="connsiteY12" fmla="*/ 61044 h 71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644" h="71136">
                        <a:moveTo>
                          <a:pt x="5455" y="61044"/>
                        </a:moveTo>
                        <a:cubicBezTo>
                          <a:pt x="20262" y="69777"/>
                          <a:pt x="39413" y="73146"/>
                          <a:pt x="56746" y="69954"/>
                        </a:cubicBezTo>
                        <a:cubicBezTo>
                          <a:pt x="61002" y="69157"/>
                          <a:pt x="65258" y="68004"/>
                          <a:pt x="68715" y="65788"/>
                        </a:cubicBezTo>
                        <a:cubicBezTo>
                          <a:pt x="76473" y="60866"/>
                          <a:pt x="78690" y="52089"/>
                          <a:pt x="80419" y="43977"/>
                        </a:cubicBezTo>
                        <a:cubicBezTo>
                          <a:pt x="82813" y="32761"/>
                          <a:pt x="85207" y="21545"/>
                          <a:pt x="87645" y="10329"/>
                        </a:cubicBezTo>
                        <a:cubicBezTo>
                          <a:pt x="87290" y="9709"/>
                          <a:pt x="85871" y="9886"/>
                          <a:pt x="85827" y="10595"/>
                        </a:cubicBezTo>
                        <a:lnTo>
                          <a:pt x="83478" y="0"/>
                        </a:lnTo>
                        <a:cubicBezTo>
                          <a:pt x="67031" y="1241"/>
                          <a:pt x="50761" y="3414"/>
                          <a:pt x="34758" y="6517"/>
                        </a:cubicBezTo>
                        <a:cubicBezTo>
                          <a:pt x="28640" y="7714"/>
                          <a:pt x="22301" y="9177"/>
                          <a:pt x="17823" y="12723"/>
                        </a:cubicBezTo>
                        <a:cubicBezTo>
                          <a:pt x="14144" y="15649"/>
                          <a:pt x="12105" y="19728"/>
                          <a:pt x="10287" y="23717"/>
                        </a:cubicBezTo>
                        <a:cubicBezTo>
                          <a:pt x="6519" y="32096"/>
                          <a:pt x="3327" y="40652"/>
                          <a:pt x="800" y="49385"/>
                        </a:cubicBezTo>
                        <a:cubicBezTo>
                          <a:pt x="91" y="51912"/>
                          <a:pt x="-574" y="54660"/>
                          <a:pt x="800" y="57010"/>
                        </a:cubicBezTo>
                        <a:cubicBezTo>
                          <a:pt x="1820" y="58739"/>
                          <a:pt x="3637" y="59980"/>
                          <a:pt x="5455" y="6104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2" name="Forme libre : forme 19891">
                    <a:extLst>
                      <a:ext uri="{FF2B5EF4-FFF2-40B4-BE49-F238E27FC236}">
                        <a16:creationId xmlns:a16="http://schemas.microsoft.com/office/drawing/2014/main" id="{9B3EA56E-E16B-4F4F-B974-7A0F5118EE66}"/>
                      </a:ext>
                    </a:extLst>
                  </p:cNvPr>
                  <p:cNvSpPr/>
                  <p:nvPr/>
                </p:nvSpPr>
                <p:spPr>
                  <a:xfrm>
                    <a:off x="5535520" y="6229362"/>
                    <a:ext cx="69691" cy="74504"/>
                  </a:xfrm>
                  <a:custGeom>
                    <a:avLst/>
                    <a:gdLst>
                      <a:gd name="connsiteX0" fmla="*/ 24962 w 69691"/>
                      <a:gd name="connsiteY0" fmla="*/ 73570 h 74504"/>
                      <a:gd name="connsiteX1" fmla="*/ 63352 w 69691"/>
                      <a:gd name="connsiteY1" fmla="*/ 55970 h 74504"/>
                      <a:gd name="connsiteX2" fmla="*/ 68805 w 69691"/>
                      <a:gd name="connsiteY2" fmla="*/ 25382 h 74504"/>
                      <a:gd name="connsiteX3" fmla="*/ 69692 w 69691"/>
                      <a:gd name="connsiteY3" fmla="*/ 22545 h 74504"/>
                      <a:gd name="connsiteX4" fmla="*/ 58520 w 69691"/>
                      <a:gd name="connsiteY4" fmla="*/ 28130 h 74504"/>
                      <a:gd name="connsiteX5" fmla="*/ 53068 w 69691"/>
                      <a:gd name="connsiteY5" fmla="*/ 30036 h 74504"/>
                      <a:gd name="connsiteX6" fmla="*/ 43093 w 69691"/>
                      <a:gd name="connsiteY6" fmla="*/ 22943 h 74504"/>
                      <a:gd name="connsiteX7" fmla="*/ 46906 w 69691"/>
                      <a:gd name="connsiteY7" fmla="*/ 11905 h 74504"/>
                      <a:gd name="connsiteX8" fmla="*/ 59407 w 69691"/>
                      <a:gd name="connsiteY8" fmla="*/ 2861 h 74504"/>
                      <a:gd name="connsiteX9" fmla="*/ 62155 w 69691"/>
                      <a:gd name="connsiteY9" fmla="*/ 1753 h 74504"/>
                      <a:gd name="connsiteX10" fmla="*/ 9889 w 69691"/>
                      <a:gd name="connsiteY10" fmla="*/ 24274 h 74504"/>
                      <a:gd name="connsiteX11" fmla="*/ 358 w 69691"/>
                      <a:gd name="connsiteY11" fmla="*/ 41430 h 74504"/>
                      <a:gd name="connsiteX12" fmla="*/ 24962 w 69691"/>
                      <a:gd name="connsiteY12" fmla="*/ 73570 h 74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691" h="74504">
                        <a:moveTo>
                          <a:pt x="24962" y="73570"/>
                        </a:moveTo>
                        <a:cubicBezTo>
                          <a:pt x="40965" y="77382"/>
                          <a:pt x="59318" y="69137"/>
                          <a:pt x="63352" y="55970"/>
                        </a:cubicBezTo>
                        <a:cubicBezTo>
                          <a:pt x="66411" y="45818"/>
                          <a:pt x="65214" y="35578"/>
                          <a:pt x="68805" y="25382"/>
                        </a:cubicBezTo>
                        <a:cubicBezTo>
                          <a:pt x="69115" y="24451"/>
                          <a:pt x="69426" y="23520"/>
                          <a:pt x="69692" y="22545"/>
                        </a:cubicBezTo>
                        <a:cubicBezTo>
                          <a:pt x="65968" y="24406"/>
                          <a:pt x="62244" y="26268"/>
                          <a:pt x="58520" y="28130"/>
                        </a:cubicBezTo>
                        <a:cubicBezTo>
                          <a:pt x="56836" y="28972"/>
                          <a:pt x="55062" y="29859"/>
                          <a:pt x="53068" y="30036"/>
                        </a:cubicBezTo>
                        <a:cubicBezTo>
                          <a:pt x="48369" y="30524"/>
                          <a:pt x="43935" y="26845"/>
                          <a:pt x="43093" y="22943"/>
                        </a:cubicBezTo>
                        <a:cubicBezTo>
                          <a:pt x="42251" y="18998"/>
                          <a:pt x="44246" y="15097"/>
                          <a:pt x="46906" y="11905"/>
                        </a:cubicBezTo>
                        <a:cubicBezTo>
                          <a:pt x="50097" y="8093"/>
                          <a:pt x="54442" y="5034"/>
                          <a:pt x="59407" y="2861"/>
                        </a:cubicBezTo>
                        <a:cubicBezTo>
                          <a:pt x="60205" y="2507"/>
                          <a:pt x="61136" y="2153"/>
                          <a:pt x="62155" y="1753"/>
                        </a:cubicBezTo>
                        <a:cubicBezTo>
                          <a:pt x="45664" y="-6226"/>
                          <a:pt x="18135" y="15097"/>
                          <a:pt x="9889" y="24274"/>
                        </a:cubicBezTo>
                        <a:cubicBezTo>
                          <a:pt x="5323" y="29327"/>
                          <a:pt x="1555" y="35090"/>
                          <a:pt x="358" y="41430"/>
                        </a:cubicBezTo>
                        <a:cubicBezTo>
                          <a:pt x="-2169" y="54906"/>
                          <a:pt x="8958" y="69757"/>
                          <a:pt x="24962" y="7357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3" name="Forme libre : forme 19892">
                    <a:extLst>
                      <a:ext uri="{FF2B5EF4-FFF2-40B4-BE49-F238E27FC236}">
                        <a16:creationId xmlns:a16="http://schemas.microsoft.com/office/drawing/2014/main" id="{96ED4D36-1678-436F-A46F-FA6D6D442A3A}"/>
                      </a:ext>
                    </a:extLst>
                  </p:cNvPr>
                  <p:cNvSpPr/>
                  <p:nvPr/>
                </p:nvSpPr>
                <p:spPr>
                  <a:xfrm>
                    <a:off x="5593133" y="6288060"/>
                    <a:ext cx="117747" cy="78576"/>
                  </a:xfrm>
                  <a:custGeom>
                    <a:avLst/>
                    <a:gdLst>
                      <a:gd name="connsiteX0" fmla="*/ 112532 w 117747"/>
                      <a:gd name="connsiteY0" fmla="*/ 6892 h 78576"/>
                      <a:gd name="connsiteX1" fmla="*/ 85579 w 117747"/>
                      <a:gd name="connsiteY1" fmla="*/ 420 h 78576"/>
                      <a:gd name="connsiteX2" fmla="*/ 89258 w 117747"/>
                      <a:gd name="connsiteY2" fmla="*/ 9463 h 78576"/>
                      <a:gd name="connsiteX3" fmla="*/ 87441 w 117747"/>
                      <a:gd name="connsiteY3" fmla="*/ 12477 h 78576"/>
                      <a:gd name="connsiteX4" fmla="*/ 91209 w 117747"/>
                      <a:gd name="connsiteY4" fmla="*/ 18063 h 78576"/>
                      <a:gd name="connsiteX5" fmla="*/ 83274 w 117747"/>
                      <a:gd name="connsiteY5" fmla="*/ 24979 h 78576"/>
                      <a:gd name="connsiteX6" fmla="*/ 75028 w 117747"/>
                      <a:gd name="connsiteY6" fmla="*/ 19792 h 78576"/>
                      <a:gd name="connsiteX7" fmla="*/ 59822 w 117747"/>
                      <a:gd name="connsiteY7" fmla="*/ 27373 h 78576"/>
                      <a:gd name="connsiteX8" fmla="*/ 54370 w 117747"/>
                      <a:gd name="connsiteY8" fmla="*/ 29279 h 78576"/>
                      <a:gd name="connsiteX9" fmla="*/ 44395 w 117747"/>
                      <a:gd name="connsiteY9" fmla="*/ 22186 h 78576"/>
                      <a:gd name="connsiteX10" fmla="*/ 45193 w 117747"/>
                      <a:gd name="connsiteY10" fmla="*/ 15935 h 78576"/>
                      <a:gd name="connsiteX11" fmla="*/ 1793 w 117747"/>
                      <a:gd name="connsiteY11" fmla="*/ 58803 h 78576"/>
                      <a:gd name="connsiteX12" fmla="*/ 2148 w 117747"/>
                      <a:gd name="connsiteY12" fmla="*/ 73255 h 78576"/>
                      <a:gd name="connsiteX13" fmla="*/ 15358 w 117747"/>
                      <a:gd name="connsiteY13" fmla="*/ 78575 h 78576"/>
                      <a:gd name="connsiteX14" fmla="*/ 29943 w 117747"/>
                      <a:gd name="connsiteY14" fmla="*/ 75959 h 78576"/>
                      <a:gd name="connsiteX15" fmla="*/ 85889 w 117747"/>
                      <a:gd name="connsiteY15" fmla="*/ 51710 h 78576"/>
                      <a:gd name="connsiteX16" fmla="*/ 103887 w 117747"/>
                      <a:gd name="connsiteY16" fmla="*/ 33845 h 78576"/>
                      <a:gd name="connsiteX17" fmla="*/ 103488 w 117747"/>
                      <a:gd name="connsiteY17" fmla="*/ 33933 h 78576"/>
                      <a:gd name="connsiteX18" fmla="*/ 99055 w 117747"/>
                      <a:gd name="connsiteY18" fmla="*/ 30432 h 78576"/>
                      <a:gd name="connsiteX19" fmla="*/ 103134 w 117747"/>
                      <a:gd name="connsiteY19" fmla="*/ 26885 h 78576"/>
                      <a:gd name="connsiteX20" fmla="*/ 107523 w 117747"/>
                      <a:gd name="connsiteY20" fmla="*/ 30254 h 78576"/>
                      <a:gd name="connsiteX21" fmla="*/ 111512 w 117747"/>
                      <a:gd name="connsiteY21" fmla="*/ 26309 h 78576"/>
                      <a:gd name="connsiteX22" fmla="*/ 112532 w 117747"/>
                      <a:gd name="connsiteY22" fmla="*/ 6892 h 78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17747" h="78576">
                        <a:moveTo>
                          <a:pt x="112532" y="6892"/>
                        </a:moveTo>
                        <a:cubicBezTo>
                          <a:pt x="104996" y="508"/>
                          <a:pt x="95376" y="-822"/>
                          <a:pt x="85579" y="420"/>
                        </a:cubicBezTo>
                        <a:cubicBezTo>
                          <a:pt x="88327" y="2592"/>
                          <a:pt x="90056" y="6626"/>
                          <a:pt x="89258" y="9463"/>
                        </a:cubicBezTo>
                        <a:cubicBezTo>
                          <a:pt x="88948" y="10571"/>
                          <a:pt x="88283" y="11591"/>
                          <a:pt x="87441" y="12477"/>
                        </a:cubicBezTo>
                        <a:cubicBezTo>
                          <a:pt x="89613" y="13719"/>
                          <a:pt x="91076" y="15758"/>
                          <a:pt x="91209" y="18063"/>
                        </a:cubicBezTo>
                        <a:cubicBezTo>
                          <a:pt x="91386" y="21876"/>
                          <a:pt x="87840" y="24979"/>
                          <a:pt x="83274" y="24979"/>
                        </a:cubicBezTo>
                        <a:cubicBezTo>
                          <a:pt x="79417" y="24979"/>
                          <a:pt x="76048" y="22806"/>
                          <a:pt x="75028" y="19792"/>
                        </a:cubicBezTo>
                        <a:cubicBezTo>
                          <a:pt x="69974" y="22319"/>
                          <a:pt x="64876" y="24846"/>
                          <a:pt x="59822" y="27373"/>
                        </a:cubicBezTo>
                        <a:cubicBezTo>
                          <a:pt x="58138" y="28215"/>
                          <a:pt x="56365" y="29102"/>
                          <a:pt x="54370" y="29279"/>
                        </a:cubicBezTo>
                        <a:cubicBezTo>
                          <a:pt x="49671" y="29767"/>
                          <a:pt x="45238" y="26087"/>
                          <a:pt x="44395" y="22186"/>
                        </a:cubicBezTo>
                        <a:cubicBezTo>
                          <a:pt x="43952" y="20058"/>
                          <a:pt x="44351" y="17930"/>
                          <a:pt x="45193" y="15935"/>
                        </a:cubicBezTo>
                        <a:cubicBezTo>
                          <a:pt x="26353" y="26796"/>
                          <a:pt x="9152" y="40716"/>
                          <a:pt x="1793" y="58803"/>
                        </a:cubicBezTo>
                        <a:cubicBezTo>
                          <a:pt x="-113" y="63458"/>
                          <a:pt x="-1177" y="68999"/>
                          <a:pt x="2148" y="73255"/>
                        </a:cubicBezTo>
                        <a:cubicBezTo>
                          <a:pt x="4941" y="76802"/>
                          <a:pt x="10349" y="78531"/>
                          <a:pt x="15358" y="78575"/>
                        </a:cubicBezTo>
                        <a:cubicBezTo>
                          <a:pt x="20412" y="78619"/>
                          <a:pt x="25244" y="77289"/>
                          <a:pt x="29943" y="75959"/>
                        </a:cubicBezTo>
                        <a:cubicBezTo>
                          <a:pt x="50114" y="70330"/>
                          <a:pt x="71083" y="64256"/>
                          <a:pt x="85889" y="51710"/>
                        </a:cubicBezTo>
                        <a:cubicBezTo>
                          <a:pt x="92406" y="46213"/>
                          <a:pt x="98080" y="39918"/>
                          <a:pt x="103887" y="33845"/>
                        </a:cubicBezTo>
                        <a:cubicBezTo>
                          <a:pt x="103754" y="33845"/>
                          <a:pt x="103621" y="33933"/>
                          <a:pt x="103488" y="33933"/>
                        </a:cubicBezTo>
                        <a:cubicBezTo>
                          <a:pt x="101139" y="33933"/>
                          <a:pt x="99188" y="32382"/>
                          <a:pt x="99055" y="30432"/>
                        </a:cubicBezTo>
                        <a:cubicBezTo>
                          <a:pt x="98922" y="28481"/>
                          <a:pt x="100784" y="26885"/>
                          <a:pt x="103134" y="26885"/>
                        </a:cubicBezTo>
                        <a:cubicBezTo>
                          <a:pt x="105395" y="26885"/>
                          <a:pt x="107301" y="28392"/>
                          <a:pt x="107523" y="30254"/>
                        </a:cubicBezTo>
                        <a:cubicBezTo>
                          <a:pt x="108852" y="28924"/>
                          <a:pt x="110138" y="27594"/>
                          <a:pt x="111512" y="26309"/>
                        </a:cubicBezTo>
                        <a:cubicBezTo>
                          <a:pt x="118339" y="20013"/>
                          <a:pt x="120778" y="13852"/>
                          <a:pt x="112532" y="689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4" name="Forme libre : forme 19893">
                    <a:extLst>
                      <a:ext uri="{FF2B5EF4-FFF2-40B4-BE49-F238E27FC236}">
                        <a16:creationId xmlns:a16="http://schemas.microsoft.com/office/drawing/2014/main" id="{71BD310C-9BEC-4BEA-859C-C5F9433E3409}"/>
                      </a:ext>
                    </a:extLst>
                  </p:cNvPr>
                  <p:cNvSpPr/>
                  <p:nvPr/>
                </p:nvSpPr>
                <p:spPr>
                  <a:xfrm>
                    <a:off x="5533656" y="6316618"/>
                    <a:ext cx="29353" cy="34727"/>
                  </a:xfrm>
                  <a:custGeom>
                    <a:avLst/>
                    <a:gdLst>
                      <a:gd name="connsiteX0" fmla="*/ 29352 w 29353"/>
                      <a:gd name="connsiteY0" fmla="*/ 12557 h 34727"/>
                      <a:gd name="connsiteX1" fmla="*/ 19644 w 29353"/>
                      <a:gd name="connsiteY1" fmla="*/ 11 h 34727"/>
                      <a:gd name="connsiteX2" fmla="*/ 271 w 29353"/>
                      <a:gd name="connsiteY2" fmla="*/ 21778 h 34727"/>
                      <a:gd name="connsiteX3" fmla="*/ 18757 w 29353"/>
                      <a:gd name="connsiteY3" fmla="*/ 32550 h 34727"/>
                      <a:gd name="connsiteX4" fmla="*/ 29352 w 29353"/>
                      <a:gd name="connsiteY4" fmla="*/ 12557 h 34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353" h="34727">
                        <a:moveTo>
                          <a:pt x="29352" y="12557"/>
                        </a:moveTo>
                        <a:cubicBezTo>
                          <a:pt x="29397" y="7104"/>
                          <a:pt x="27579" y="366"/>
                          <a:pt x="19644" y="11"/>
                        </a:cubicBezTo>
                        <a:cubicBezTo>
                          <a:pt x="9270" y="-476"/>
                          <a:pt x="1690" y="14906"/>
                          <a:pt x="271" y="21778"/>
                        </a:cubicBezTo>
                        <a:cubicBezTo>
                          <a:pt x="-1812" y="31664"/>
                          <a:pt x="8472" y="38402"/>
                          <a:pt x="18757" y="32550"/>
                        </a:cubicBezTo>
                        <a:cubicBezTo>
                          <a:pt x="25628" y="28649"/>
                          <a:pt x="29264" y="19340"/>
                          <a:pt x="29352" y="1255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5" name="Forme libre : forme 19894">
                    <a:extLst>
                      <a:ext uri="{FF2B5EF4-FFF2-40B4-BE49-F238E27FC236}">
                        <a16:creationId xmlns:a16="http://schemas.microsoft.com/office/drawing/2014/main" id="{208D6CF6-EE4C-4C28-865C-0E8E364E2C56}"/>
                      </a:ext>
                    </a:extLst>
                  </p:cNvPr>
                  <p:cNvSpPr/>
                  <p:nvPr/>
                </p:nvSpPr>
                <p:spPr>
                  <a:xfrm>
                    <a:off x="5663576" y="6127756"/>
                    <a:ext cx="74019" cy="86031"/>
                  </a:xfrm>
                  <a:custGeom>
                    <a:avLst/>
                    <a:gdLst>
                      <a:gd name="connsiteX0" fmla="*/ 9063 w 74019"/>
                      <a:gd name="connsiteY0" fmla="*/ 86026 h 86031"/>
                      <a:gd name="connsiteX1" fmla="*/ 16156 w 74019"/>
                      <a:gd name="connsiteY1" fmla="*/ 83810 h 86031"/>
                      <a:gd name="connsiteX2" fmla="*/ 46478 w 74019"/>
                      <a:gd name="connsiteY2" fmla="*/ 52999 h 86031"/>
                      <a:gd name="connsiteX3" fmla="*/ 60797 w 74019"/>
                      <a:gd name="connsiteY3" fmla="*/ 47547 h 86031"/>
                      <a:gd name="connsiteX4" fmla="*/ 72323 w 74019"/>
                      <a:gd name="connsiteY4" fmla="*/ 19751 h 86031"/>
                      <a:gd name="connsiteX5" fmla="*/ 66693 w 74019"/>
                      <a:gd name="connsiteY5" fmla="*/ 2063 h 86031"/>
                      <a:gd name="connsiteX6" fmla="*/ 39474 w 74019"/>
                      <a:gd name="connsiteY6" fmla="*/ 113 h 86031"/>
                      <a:gd name="connsiteX7" fmla="*/ 33711 w 74019"/>
                      <a:gd name="connsiteY7" fmla="*/ 1265 h 86031"/>
                      <a:gd name="connsiteX8" fmla="*/ 29632 w 74019"/>
                      <a:gd name="connsiteY8" fmla="*/ 6496 h 86031"/>
                      <a:gd name="connsiteX9" fmla="*/ 6979 w 74019"/>
                      <a:gd name="connsiteY9" fmla="*/ 55393 h 86031"/>
                      <a:gd name="connsiteX10" fmla="*/ 1128 w 74019"/>
                      <a:gd name="connsiteY10" fmla="*/ 69668 h 86031"/>
                      <a:gd name="connsiteX11" fmla="*/ 596 w 74019"/>
                      <a:gd name="connsiteY11" fmla="*/ 79598 h 86031"/>
                      <a:gd name="connsiteX12" fmla="*/ 9063 w 74019"/>
                      <a:gd name="connsiteY12" fmla="*/ 86026 h 86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019" h="86031">
                        <a:moveTo>
                          <a:pt x="9063" y="86026"/>
                        </a:moveTo>
                        <a:cubicBezTo>
                          <a:pt x="11678" y="86114"/>
                          <a:pt x="14072" y="85050"/>
                          <a:pt x="16156" y="83810"/>
                        </a:cubicBezTo>
                        <a:cubicBezTo>
                          <a:pt x="29145" y="75874"/>
                          <a:pt x="32603" y="59826"/>
                          <a:pt x="46478" y="52999"/>
                        </a:cubicBezTo>
                        <a:cubicBezTo>
                          <a:pt x="51000" y="50783"/>
                          <a:pt x="56231" y="49719"/>
                          <a:pt x="60797" y="47547"/>
                        </a:cubicBezTo>
                        <a:cubicBezTo>
                          <a:pt x="71835" y="42271"/>
                          <a:pt x="76934" y="29947"/>
                          <a:pt x="72323" y="19751"/>
                        </a:cubicBezTo>
                        <a:lnTo>
                          <a:pt x="66693" y="2063"/>
                        </a:lnTo>
                        <a:cubicBezTo>
                          <a:pt x="57738" y="378"/>
                          <a:pt x="48562" y="-287"/>
                          <a:pt x="39474" y="113"/>
                        </a:cubicBezTo>
                        <a:cubicBezTo>
                          <a:pt x="37479" y="201"/>
                          <a:pt x="35351" y="378"/>
                          <a:pt x="33711" y="1265"/>
                        </a:cubicBezTo>
                        <a:cubicBezTo>
                          <a:pt x="31583" y="2417"/>
                          <a:pt x="30563" y="4501"/>
                          <a:pt x="29632" y="6496"/>
                        </a:cubicBezTo>
                        <a:cubicBezTo>
                          <a:pt x="22096" y="22810"/>
                          <a:pt x="14516" y="39079"/>
                          <a:pt x="6979" y="55393"/>
                        </a:cubicBezTo>
                        <a:cubicBezTo>
                          <a:pt x="4807" y="60092"/>
                          <a:pt x="2635" y="64791"/>
                          <a:pt x="1128" y="69668"/>
                        </a:cubicBezTo>
                        <a:cubicBezTo>
                          <a:pt x="152" y="72904"/>
                          <a:pt x="-557" y="76362"/>
                          <a:pt x="596" y="79598"/>
                        </a:cubicBezTo>
                        <a:cubicBezTo>
                          <a:pt x="1615" y="82878"/>
                          <a:pt x="5029" y="85893"/>
                          <a:pt x="9063" y="8602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6" name="Forme libre : forme 19895">
                    <a:extLst>
                      <a:ext uri="{FF2B5EF4-FFF2-40B4-BE49-F238E27FC236}">
                        <a16:creationId xmlns:a16="http://schemas.microsoft.com/office/drawing/2014/main" id="{A11A60D8-9341-4F2E-941D-94860F555104}"/>
                      </a:ext>
                    </a:extLst>
                  </p:cNvPr>
                  <p:cNvSpPr/>
                  <p:nvPr/>
                </p:nvSpPr>
                <p:spPr>
                  <a:xfrm>
                    <a:off x="5688024" y="6192769"/>
                    <a:ext cx="113307" cy="76904"/>
                  </a:xfrm>
                  <a:custGeom>
                    <a:avLst/>
                    <a:gdLst>
                      <a:gd name="connsiteX0" fmla="*/ 19681 w 113307"/>
                      <a:gd name="connsiteY0" fmla="*/ 70309 h 76904"/>
                      <a:gd name="connsiteX1" fmla="*/ 58382 w 113307"/>
                      <a:gd name="connsiteY1" fmla="*/ 76870 h 76904"/>
                      <a:gd name="connsiteX2" fmla="*/ 95176 w 113307"/>
                      <a:gd name="connsiteY2" fmla="*/ 68225 h 76904"/>
                      <a:gd name="connsiteX3" fmla="*/ 112864 w 113307"/>
                      <a:gd name="connsiteY3" fmla="*/ 41095 h 76904"/>
                      <a:gd name="connsiteX4" fmla="*/ 113308 w 113307"/>
                      <a:gd name="connsiteY4" fmla="*/ 36617 h 76904"/>
                      <a:gd name="connsiteX5" fmla="*/ 112244 w 113307"/>
                      <a:gd name="connsiteY5" fmla="*/ 37194 h 76904"/>
                      <a:gd name="connsiteX6" fmla="*/ 91187 w 113307"/>
                      <a:gd name="connsiteY6" fmla="*/ 34445 h 76904"/>
                      <a:gd name="connsiteX7" fmla="*/ 84360 w 113307"/>
                      <a:gd name="connsiteY7" fmla="*/ 27308 h 76904"/>
                      <a:gd name="connsiteX8" fmla="*/ 86000 w 113307"/>
                      <a:gd name="connsiteY8" fmla="*/ 20082 h 76904"/>
                      <a:gd name="connsiteX9" fmla="*/ 97748 w 113307"/>
                      <a:gd name="connsiteY9" fmla="*/ 7359 h 76904"/>
                      <a:gd name="connsiteX10" fmla="*/ 100851 w 113307"/>
                      <a:gd name="connsiteY10" fmla="*/ 5674 h 76904"/>
                      <a:gd name="connsiteX11" fmla="*/ 91364 w 113307"/>
                      <a:gd name="connsiteY11" fmla="*/ 0 h 76904"/>
                      <a:gd name="connsiteX12" fmla="*/ 30099 w 113307"/>
                      <a:gd name="connsiteY12" fmla="*/ 32805 h 76904"/>
                      <a:gd name="connsiteX13" fmla="*/ 7667 w 113307"/>
                      <a:gd name="connsiteY13" fmla="*/ 42026 h 76904"/>
                      <a:gd name="connsiteX14" fmla="*/ 1727 w 113307"/>
                      <a:gd name="connsiteY14" fmla="*/ 60867 h 76904"/>
                      <a:gd name="connsiteX15" fmla="*/ 19681 w 113307"/>
                      <a:gd name="connsiteY15" fmla="*/ 70309 h 7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3307" h="76904">
                        <a:moveTo>
                          <a:pt x="19681" y="70309"/>
                        </a:moveTo>
                        <a:cubicBezTo>
                          <a:pt x="32359" y="73545"/>
                          <a:pt x="45260" y="76515"/>
                          <a:pt x="58382" y="76870"/>
                        </a:cubicBezTo>
                        <a:cubicBezTo>
                          <a:pt x="71504" y="77225"/>
                          <a:pt x="85025" y="74831"/>
                          <a:pt x="95176" y="68225"/>
                        </a:cubicBezTo>
                        <a:cubicBezTo>
                          <a:pt x="105151" y="61753"/>
                          <a:pt x="111136" y="51646"/>
                          <a:pt x="112864" y="41095"/>
                        </a:cubicBezTo>
                        <a:cubicBezTo>
                          <a:pt x="113086" y="39588"/>
                          <a:pt x="113219" y="38125"/>
                          <a:pt x="113308" y="36617"/>
                        </a:cubicBezTo>
                        <a:cubicBezTo>
                          <a:pt x="112953" y="36795"/>
                          <a:pt x="112643" y="37017"/>
                          <a:pt x="112244" y="37194"/>
                        </a:cubicBezTo>
                        <a:cubicBezTo>
                          <a:pt x="105772" y="40031"/>
                          <a:pt x="97437" y="37992"/>
                          <a:pt x="91187" y="34445"/>
                        </a:cubicBezTo>
                        <a:cubicBezTo>
                          <a:pt x="88084" y="32672"/>
                          <a:pt x="85069" y="30323"/>
                          <a:pt x="84360" y="27308"/>
                        </a:cubicBezTo>
                        <a:cubicBezTo>
                          <a:pt x="83783" y="24826"/>
                          <a:pt x="84759" y="22343"/>
                          <a:pt x="86000" y="20082"/>
                        </a:cubicBezTo>
                        <a:cubicBezTo>
                          <a:pt x="88704" y="15161"/>
                          <a:pt x="92561" y="10595"/>
                          <a:pt x="97748" y="7359"/>
                        </a:cubicBezTo>
                        <a:cubicBezTo>
                          <a:pt x="98679" y="6783"/>
                          <a:pt x="99743" y="6206"/>
                          <a:pt x="100851" y="5674"/>
                        </a:cubicBezTo>
                        <a:lnTo>
                          <a:pt x="91364" y="0"/>
                        </a:lnTo>
                        <a:cubicBezTo>
                          <a:pt x="72257" y="12546"/>
                          <a:pt x="52796" y="25225"/>
                          <a:pt x="30099" y="32805"/>
                        </a:cubicBezTo>
                        <a:cubicBezTo>
                          <a:pt x="22296" y="35421"/>
                          <a:pt x="13962" y="37460"/>
                          <a:pt x="7667" y="42026"/>
                        </a:cubicBezTo>
                        <a:cubicBezTo>
                          <a:pt x="1372" y="46592"/>
                          <a:pt x="-2396" y="54572"/>
                          <a:pt x="1727" y="60867"/>
                        </a:cubicBezTo>
                        <a:cubicBezTo>
                          <a:pt x="5140" y="66231"/>
                          <a:pt x="12765" y="68536"/>
                          <a:pt x="19681" y="7030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7" name="Forme libre : forme 19896">
                    <a:extLst>
                      <a:ext uri="{FF2B5EF4-FFF2-40B4-BE49-F238E27FC236}">
                        <a16:creationId xmlns:a16="http://schemas.microsoft.com/office/drawing/2014/main" id="{C89F3588-44C6-4D2B-B582-AE7D17B60284}"/>
                      </a:ext>
                    </a:extLst>
                  </p:cNvPr>
                  <p:cNvSpPr/>
                  <p:nvPr/>
                </p:nvSpPr>
                <p:spPr>
                  <a:xfrm>
                    <a:off x="5873414" y="6128411"/>
                    <a:ext cx="61077" cy="79565"/>
                  </a:xfrm>
                  <a:custGeom>
                    <a:avLst/>
                    <a:gdLst>
                      <a:gd name="connsiteX0" fmla="*/ 23318 w 61077"/>
                      <a:gd name="connsiteY0" fmla="*/ 79564 h 79565"/>
                      <a:gd name="connsiteX1" fmla="*/ 45661 w 61077"/>
                      <a:gd name="connsiteY1" fmla="*/ 72116 h 79565"/>
                      <a:gd name="connsiteX2" fmla="*/ 60334 w 61077"/>
                      <a:gd name="connsiteY2" fmla="*/ 54029 h 79565"/>
                      <a:gd name="connsiteX3" fmla="*/ 58251 w 61077"/>
                      <a:gd name="connsiteY3" fmla="*/ 33282 h 79565"/>
                      <a:gd name="connsiteX4" fmla="*/ 52488 w 61077"/>
                      <a:gd name="connsiteY4" fmla="*/ 18343 h 79565"/>
                      <a:gd name="connsiteX5" fmla="*/ 41937 w 61077"/>
                      <a:gd name="connsiteY5" fmla="*/ 8058 h 79565"/>
                      <a:gd name="connsiteX6" fmla="*/ 7403 w 61077"/>
                      <a:gd name="connsiteY6" fmla="*/ 255 h 79565"/>
                      <a:gd name="connsiteX7" fmla="*/ 4655 w 61077"/>
                      <a:gd name="connsiteY7" fmla="*/ 167 h 79565"/>
                      <a:gd name="connsiteX8" fmla="*/ 3059 w 61077"/>
                      <a:gd name="connsiteY8" fmla="*/ 3004 h 79565"/>
                      <a:gd name="connsiteX9" fmla="*/ 0 w 61077"/>
                      <a:gd name="connsiteY9" fmla="*/ 56512 h 79565"/>
                      <a:gd name="connsiteX10" fmla="*/ 2527 w 61077"/>
                      <a:gd name="connsiteY10" fmla="*/ 69767 h 79565"/>
                      <a:gd name="connsiteX11" fmla="*/ 23318 w 61077"/>
                      <a:gd name="connsiteY11" fmla="*/ 79564 h 79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1077" h="79565">
                        <a:moveTo>
                          <a:pt x="23318" y="79564"/>
                        </a:moveTo>
                        <a:cubicBezTo>
                          <a:pt x="31608" y="79475"/>
                          <a:pt x="39322" y="76327"/>
                          <a:pt x="45661" y="72116"/>
                        </a:cubicBezTo>
                        <a:cubicBezTo>
                          <a:pt x="52621" y="67506"/>
                          <a:pt x="58428" y="61344"/>
                          <a:pt x="60334" y="54029"/>
                        </a:cubicBezTo>
                        <a:cubicBezTo>
                          <a:pt x="62108" y="47246"/>
                          <a:pt x="60423" y="40109"/>
                          <a:pt x="58251" y="33282"/>
                        </a:cubicBezTo>
                        <a:cubicBezTo>
                          <a:pt x="56611" y="28228"/>
                          <a:pt x="54704" y="23263"/>
                          <a:pt x="52488" y="18343"/>
                        </a:cubicBezTo>
                        <a:lnTo>
                          <a:pt x="41937" y="8058"/>
                        </a:lnTo>
                        <a:cubicBezTo>
                          <a:pt x="30411" y="5442"/>
                          <a:pt x="18929" y="2827"/>
                          <a:pt x="7403" y="255"/>
                        </a:cubicBezTo>
                        <a:cubicBezTo>
                          <a:pt x="6472" y="34"/>
                          <a:pt x="5497" y="-143"/>
                          <a:pt x="4655" y="167"/>
                        </a:cubicBezTo>
                        <a:cubicBezTo>
                          <a:pt x="3458" y="654"/>
                          <a:pt x="3192" y="1896"/>
                          <a:pt x="3059" y="3004"/>
                        </a:cubicBezTo>
                        <a:cubicBezTo>
                          <a:pt x="1064" y="20781"/>
                          <a:pt x="44" y="38646"/>
                          <a:pt x="0" y="56512"/>
                        </a:cubicBezTo>
                        <a:cubicBezTo>
                          <a:pt x="0" y="60989"/>
                          <a:pt x="89" y="65688"/>
                          <a:pt x="2527" y="69767"/>
                        </a:cubicBezTo>
                        <a:cubicBezTo>
                          <a:pt x="6251" y="76106"/>
                          <a:pt x="15028" y="79652"/>
                          <a:pt x="23318" y="7956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8" name="Forme libre : forme 19897">
                    <a:extLst>
                      <a:ext uri="{FF2B5EF4-FFF2-40B4-BE49-F238E27FC236}">
                        <a16:creationId xmlns:a16="http://schemas.microsoft.com/office/drawing/2014/main" id="{EBD7DAB3-82C7-4FDE-8AA6-25CA4CA902D1}"/>
                      </a:ext>
                    </a:extLst>
                  </p:cNvPr>
                  <p:cNvSpPr/>
                  <p:nvPr/>
                </p:nvSpPr>
                <p:spPr>
                  <a:xfrm>
                    <a:off x="5765701" y="6290338"/>
                    <a:ext cx="71291" cy="35424"/>
                  </a:xfrm>
                  <a:custGeom>
                    <a:avLst/>
                    <a:gdLst>
                      <a:gd name="connsiteX0" fmla="*/ 70874 w 71291"/>
                      <a:gd name="connsiteY0" fmla="*/ 14057 h 35424"/>
                      <a:gd name="connsiteX1" fmla="*/ 22997 w 71291"/>
                      <a:gd name="connsiteY1" fmla="*/ 1999 h 35424"/>
                      <a:gd name="connsiteX2" fmla="*/ 5796 w 71291"/>
                      <a:gd name="connsiteY2" fmla="*/ 7850 h 35424"/>
                      <a:gd name="connsiteX3" fmla="*/ 787 w 71291"/>
                      <a:gd name="connsiteY3" fmla="*/ 16672 h 35424"/>
                      <a:gd name="connsiteX4" fmla="*/ 1142 w 71291"/>
                      <a:gd name="connsiteY4" fmla="*/ 27223 h 35424"/>
                      <a:gd name="connsiteX5" fmla="*/ 12357 w 71291"/>
                      <a:gd name="connsiteY5" fmla="*/ 35424 h 35424"/>
                      <a:gd name="connsiteX6" fmla="*/ 12756 w 71291"/>
                      <a:gd name="connsiteY6" fmla="*/ 34582 h 35424"/>
                      <a:gd name="connsiteX7" fmla="*/ 24504 w 71291"/>
                      <a:gd name="connsiteY7" fmla="*/ 21859 h 35424"/>
                      <a:gd name="connsiteX8" fmla="*/ 44719 w 71291"/>
                      <a:gd name="connsiteY8" fmla="*/ 18357 h 35424"/>
                      <a:gd name="connsiteX9" fmla="*/ 56156 w 71291"/>
                      <a:gd name="connsiteY9" fmla="*/ 27489 h 35424"/>
                      <a:gd name="connsiteX10" fmla="*/ 58506 w 71291"/>
                      <a:gd name="connsiteY10" fmla="*/ 27179 h 35424"/>
                      <a:gd name="connsiteX11" fmla="*/ 65554 w 71291"/>
                      <a:gd name="connsiteY11" fmla="*/ 30238 h 35424"/>
                      <a:gd name="connsiteX12" fmla="*/ 70874 w 71291"/>
                      <a:gd name="connsiteY12" fmla="*/ 14057 h 35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1291" h="35424">
                        <a:moveTo>
                          <a:pt x="70874" y="14057"/>
                        </a:moveTo>
                        <a:cubicBezTo>
                          <a:pt x="67195" y="-4695"/>
                          <a:pt x="38557" y="48"/>
                          <a:pt x="22997" y="1999"/>
                        </a:cubicBezTo>
                        <a:cubicBezTo>
                          <a:pt x="16702" y="2797"/>
                          <a:pt x="10052" y="3994"/>
                          <a:pt x="5796" y="7850"/>
                        </a:cubicBezTo>
                        <a:cubicBezTo>
                          <a:pt x="3136" y="10244"/>
                          <a:pt x="1673" y="13481"/>
                          <a:pt x="787" y="16672"/>
                        </a:cubicBezTo>
                        <a:cubicBezTo>
                          <a:pt x="-144" y="20130"/>
                          <a:pt x="-499" y="23854"/>
                          <a:pt x="1142" y="27223"/>
                        </a:cubicBezTo>
                        <a:cubicBezTo>
                          <a:pt x="3092" y="31257"/>
                          <a:pt x="7392" y="33784"/>
                          <a:pt x="12357" y="35424"/>
                        </a:cubicBezTo>
                        <a:cubicBezTo>
                          <a:pt x="12490" y="35158"/>
                          <a:pt x="12623" y="34848"/>
                          <a:pt x="12756" y="34582"/>
                        </a:cubicBezTo>
                        <a:cubicBezTo>
                          <a:pt x="15460" y="29661"/>
                          <a:pt x="19317" y="25095"/>
                          <a:pt x="24504" y="21859"/>
                        </a:cubicBezTo>
                        <a:cubicBezTo>
                          <a:pt x="29646" y="18623"/>
                          <a:pt x="38247" y="15387"/>
                          <a:pt x="44719" y="18357"/>
                        </a:cubicBezTo>
                        <a:cubicBezTo>
                          <a:pt x="48842" y="20263"/>
                          <a:pt x="54161" y="23544"/>
                          <a:pt x="56156" y="27489"/>
                        </a:cubicBezTo>
                        <a:cubicBezTo>
                          <a:pt x="56910" y="27312"/>
                          <a:pt x="57663" y="27179"/>
                          <a:pt x="58506" y="27179"/>
                        </a:cubicBezTo>
                        <a:cubicBezTo>
                          <a:pt x="61387" y="27179"/>
                          <a:pt x="63959" y="28376"/>
                          <a:pt x="65554" y="30238"/>
                        </a:cubicBezTo>
                        <a:cubicBezTo>
                          <a:pt x="69988" y="26514"/>
                          <a:pt x="72293" y="21283"/>
                          <a:pt x="70874" y="1405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9" name="Forme libre : forme 19898">
                    <a:extLst>
                      <a:ext uri="{FF2B5EF4-FFF2-40B4-BE49-F238E27FC236}">
                        <a16:creationId xmlns:a16="http://schemas.microsoft.com/office/drawing/2014/main" id="{5E2965C3-9B0A-40DA-AADC-B042AA2AF1BE}"/>
                      </a:ext>
                    </a:extLst>
                  </p:cNvPr>
                  <p:cNvSpPr/>
                  <p:nvPr/>
                </p:nvSpPr>
                <p:spPr>
                  <a:xfrm>
                    <a:off x="5878875" y="6237557"/>
                    <a:ext cx="58641" cy="40416"/>
                  </a:xfrm>
                  <a:custGeom>
                    <a:avLst/>
                    <a:gdLst>
                      <a:gd name="connsiteX0" fmla="*/ 36476 w 58641"/>
                      <a:gd name="connsiteY0" fmla="*/ 26497 h 40416"/>
                      <a:gd name="connsiteX1" fmla="*/ 40289 w 58641"/>
                      <a:gd name="connsiteY1" fmla="*/ 15458 h 40416"/>
                      <a:gd name="connsiteX2" fmla="*/ 52790 w 58641"/>
                      <a:gd name="connsiteY2" fmla="*/ 6415 h 40416"/>
                      <a:gd name="connsiteX3" fmla="*/ 58642 w 58641"/>
                      <a:gd name="connsiteY3" fmla="*/ 4287 h 40416"/>
                      <a:gd name="connsiteX4" fmla="*/ 5312 w 58641"/>
                      <a:gd name="connsiteY4" fmla="*/ 20157 h 40416"/>
                      <a:gd name="connsiteX5" fmla="*/ 435 w 58641"/>
                      <a:gd name="connsiteY5" fmla="*/ 32615 h 40416"/>
                      <a:gd name="connsiteX6" fmla="*/ 16749 w 58641"/>
                      <a:gd name="connsiteY6" fmla="*/ 40417 h 40416"/>
                      <a:gd name="connsiteX7" fmla="*/ 41796 w 58641"/>
                      <a:gd name="connsiteY7" fmla="*/ 32748 h 40416"/>
                      <a:gd name="connsiteX8" fmla="*/ 36476 w 58641"/>
                      <a:gd name="connsiteY8" fmla="*/ 26497 h 40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641" h="40416">
                        <a:moveTo>
                          <a:pt x="36476" y="26497"/>
                        </a:moveTo>
                        <a:cubicBezTo>
                          <a:pt x="35634" y="22551"/>
                          <a:pt x="37629" y="18650"/>
                          <a:pt x="40289" y="15458"/>
                        </a:cubicBezTo>
                        <a:cubicBezTo>
                          <a:pt x="43480" y="11646"/>
                          <a:pt x="47825" y="8587"/>
                          <a:pt x="52790" y="6415"/>
                        </a:cubicBezTo>
                        <a:cubicBezTo>
                          <a:pt x="54342" y="5750"/>
                          <a:pt x="56381" y="4996"/>
                          <a:pt x="58642" y="4287"/>
                        </a:cubicBezTo>
                        <a:cubicBezTo>
                          <a:pt x="45032" y="-8835"/>
                          <a:pt x="13734" y="11557"/>
                          <a:pt x="5312" y="20157"/>
                        </a:cubicBezTo>
                        <a:cubicBezTo>
                          <a:pt x="1898" y="23660"/>
                          <a:pt x="-1161" y="28137"/>
                          <a:pt x="435" y="32615"/>
                        </a:cubicBezTo>
                        <a:cubicBezTo>
                          <a:pt x="2341" y="37978"/>
                          <a:pt x="10099" y="40417"/>
                          <a:pt x="16749" y="40417"/>
                        </a:cubicBezTo>
                        <a:cubicBezTo>
                          <a:pt x="22601" y="40372"/>
                          <a:pt x="32619" y="37358"/>
                          <a:pt x="41796" y="32748"/>
                        </a:cubicBezTo>
                        <a:cubicBezTo>
                          <a:pt x="39092" y="31506"/>
                          <a:pt x="37008" y="29068"/>
                          <a:pt x="36476" y="2649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00" name="Forme libre : forme 19899">
                    <a:extLst>
                      <a:ext uri="{FF2B5EF4-FFF2-40B4-BE49-F238E27FC236}">
                        <a16:creationId xmlns:a16="http://schemas.microsoft.com/office/drawing/2014/main" id="{3B533D88-F168-4429-B037-4219E80A6FF4}"/>
                      </a:ext>
                    </a:extLst>
                  </p:cNvPr>
                  <p:cNvSpPr/>
                  <p:nvPr/>
                </p:nvSpPr>
                <p:spPr>
                  <a:xfrm>
                    <a:off x="5873982" y="6302355"/>
                    <a:ext cx="66859" cy="65594"/>
                  </a:xfrm>
                  <a:custGeom>
                    <a:avLst/>
                    <a:gdLst>
                      <a:gd name="connsiteX0" fmla="*/ 53781 w 66859"/>
                      <a:gd name="connsiteY0" fmla="*/ 2793 h 65594"/>
                      <a:gd name="connsiteX1" fmla="*/ 58170 w 66859"/>
                      <a:gd name="connsiteY1" fmla="*/ 13077 h 65594"/>
                      <a:gd name="connsiteX2" fmla="*/ 54003 w 66859"/>
                      <a:gd name="connsiteY2" fmla="*/ 18131 h 65594"/>
                      <a:gd name="connsiteX3" fmla="*/ 40792 w 66859"/>
                      <a:gd name="connsiteY3" fmla="*/ 31785 h 65594"/>
                      <a:gd name="connsiteX4" fmla="*/ 19735 w 66859"/>
                      <a:gd name="connsiteY4" fmla="*/ 29036 h 65594"/>
                      <a:gd name="connsiteX5" fmla="*/ 14283 w 66859"/>
                      <a:gd name="connsiteY5" fmla="*/ 24559 h 65594"/>
                      <a:gd name="connsiteX6" fmla="*/ 10204 w 66859"/>
                      <a:gd name="connsiteY6" fmla="*/ 30367 h 65594"/>
                      <a:gd name="connsiteX7" fmla="*/ 540 w 66859"/>
                      <a:gd name="connsiteY7" fmla="*/ 46813 h 65594"/>
                      <a:gd name="connsiteX8" fmla="*/ 7190 w 66859"/>
                      <a:gd name="connsiteY8" fmla="*/ 63615 h 65594"/>
                      <a:gd name="connsiteX9" fmla="*/ 23016 w 66859"/>
                      <a:gd name="connsiteY9" fmla="*/ 64457 h 65594"/>
                      <a:gd name="connsiteX10" fmla="*/ 36271 w 66859"/>
                      <a:gd name="connsiteY10" fmla="*/ 56921 h 65594"/>
                      <a:gd name="connsiteX11" fmla="*/ 56308 w 66859"/>
                      <a:gd name="connsiteY11" fmla="*/ 34622 h 65594"/>
                      <a:gd name="connsiteX12" fmla="*/ 66859 w 66859"/>
                      <a:gd name="connsiteY12" fmla="*/ 9309 h 65594"/>
                      <a:gd name="connsiteX13" fmla="*/ 60963 w 66859"/>
                      <a:gd name="connsiteY13" fmla="*/ 0 h 65594"/>
                      <a:gd name="connsiteX14" fmla="*/ 53781 w 66859"/>
                      <a:gd name="connsiteY14" fmla="*/ 2793 h 65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6859" h="65594">
                        <a:moveTo>
                          <a:pt x="53781" y="2793"/>
                        </a:moveTo>
                        <a:cubicBezTo>
                          <a:pt x="57328" y="5630"/>
                          <a:pt x="59811" y="9221"/>
                          <a:pt x="58170" y="13077"/>
                        </a:cubicBezTo>
                        <a:cubicBezTo>
                          <a:pt x="57328" y="15028"/>
                          <a:pt x="55510" y="16491"/>
                          <a:pt x="54003" y="18131"/>
                        </a:cubicBezTo>
                        <a:cubicBezTo>
                          <a:pt x="49614" y="22742"/>
                          <a:pt x="47088" y="29036"/>
                          <a:pt x="40792" y="31785"/>
                        </a:cubicBezTo>
                        <a:cubicBezTo>
                          <a:pt x="34320" y="34622"/>
                          <a:pt x="25986" y="32583"/>
                          <a:pt x="19735" y="29036"/>
                        </a:cubicBezTo>
                        <a:cubicBezTo>
                          <a:pt x="17607" y="27839"/>
                          <a:pt x="15613" y="26332"/>
                          <a:pt x="14283" y="24559"/>
                        </a:cubicBezTo>
                        <a:cubicBezTo>
                          <a:pt x="12908" y="26510"/>
                          <a:pt x="11578" y="28460"/>
                          <a:pt x="10204" y="30367"/>
                        </a:cubicBezTo>
                        <a:cubicBezTo>
                          <a:pt x="6436" y="35642"/>
                          <a:pt x="2136" y="40784"/>
                          <a:pt x="540" y="46813"/>
                        </a:cubicBezTo>
                        <a:cubicBezTo>
                          <a:pt x="-1056" y="52842"/>
                          <a:pt x="806" y="60157"/>
                          <a:pt x="7190" y="63615"/>
                        </a:cubicBezTo>
                        <a:cubicBezTo>
                          <a:pt x="11844" y="66141"/>
                          <a:pt x="17962" y="66053"/>
                          <a:pt x="23016" y="64457"/>
                        </a:cubicBezTo>
                        <a:cubicBezTo>
                          <a:pt x="28070" y="62861"/>
                          <a:pt x="32281" y="59936"/>
                          <a:pt x="36271" y="56921"/>
                        </a:cubicBezTo>
                        <a:cubicBezTo>
                          <a:pt x="44649" y="50626"/>
                          <a:pt x="52673" y="43533"/>
                          <a:pt x="56308" y="34622"/>
                        </a:cubicBezTo>
                        <a:cubicBezTo>
                          <a:pt x="59766" y="26067"/>
                          <a:pt x="59323" y="15737"/>
                          <a:pt x="66859" y="9309"/>
                        </a:cubicBezTo>
                        <a:lnTo>
                          <a:pt x="60963" y="0"/>
                        </a:lnTo>
                        <a:cubicBezTo>
                          <a:pt x="58702" y="1153"/>
                          <a:pt x="56308" y="2039"/>
                          <a:pt x="53781" y="279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01" name="Forme libre : forme 19900">
                    <a:extLst>
                      <a:ext uri="{FF2B5EF4-FFF2-40B4-BE49-F238E27FC236}">
                        <a16:creationId xmlns:a16="http://schemas.microsoft.com/office/drawing/2014/main" id="{DCF0AC55-8127-4AB4-ABC0-C36FBB0B5C3F}"/>
                      </a:ext>
                    </a:extLst>
                  </p:cNvPr>
                  <p:cNvSpPr/>
                  <p:nvPr/>
                </p:nvSpPr>
                <p:spPr>
                  <a:xfrm>
                    <a:off x="5961165" y="6285678"/>
                    <a:ext cx="74278" cy="77684"/>
                  </a:xfrm>
                  <a:custGeom>
                    <a:avLst/>
                    <a:gdLst>
                      <a:gd name="connsiteX0" fmla="*/ 48700 w 74278"/>
                      <a:gd name="connsiteY0" fmla="*/ 39907 h 77684"/>
                      <a:gd name="connsiteX1" fmla="*/ 38725 w 74278"/>
                      <a:gd name="connsiteY1" fmla="*/ 32814 h 77684"/>
                      <a:gd name="connsiteX2" fmla="*/ 42538 w 74278"/>
                      <a:gd name="connsiteY2" fmla="*/ 21775 h 77684"/>
                      <a:gd name="connsiteX3" fmla="*/ 55039 w 74278"/>
                      <a:gd name="connsiteY3" fmla="*/ 12732 h 77684"/>
                      <a:gd name="connsiteX4" fmla="*/ 73348 w 74278"/>
                      <a:gd name="connsiteY4" fmla="*/ 8831 h 77684"/>
                      <a:gd name="connsiteX5" fmla="*/ 59029 w 74278"/>
                      <a:gd name="connsiteY5" fmla="*/ 142 h 77684"/>
                      <a:gd name="connsiteX6" fmla="*/ 21303 w 74278"/>
                      <a:gd name="connsiteY6" fmla="*/ 18761 h 77684"/>
                      <a:gd name="connsiteX7" fmla="*/ 468 w 74278"/>
                      <a:gd name="connsiteY7" fmla="*/ 57196 h 77684"/>
                      <a:gd name="connsiteX8" fmla="*/ 1266 w 74278"/>
                      <a:gd name="connsiteY8" fmla="*/ 69032 h 77684"/>
                      <a:gd name="connsiteX9" fmla="*/ 11107 w 74278"/>
                      <a:gd name="connsiteY9" fmla="*/ 77322 h 77684"/>
                      <a:gd name="connsiteX10" fmla="*/ 21481 w 74278"/>
                      <a:gd name="connsiteY10" fmla="*/ 76745 h 77684"/>
                      <a:gd name="connsiteX11" fmla="*/ 74279 w 74278"/>
                      <a:gd name="connsiteY11" fmla="*/ 27893 h 77684"/>
                      <a:gd name="connsiteX12" fmla="*/ 54108 w 74278"/>
                      <a:gd name="connsiteY12" fmla="*/ 37956 h 77684"/>
                      <a:gd name="connsiteX13" fmla="*/ 48700 w 74278"/>
                      <a:gd name="connsiteY13" fmla="*/ 39907 h 77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4278" h="77684">
                        <a:moveTo>
                          <a:pt x="48700" y="39907"/>
                        </a:moveTo>
                        <a:cubicBezTo>
                          <a:pt x="44001" y="40394"/>
                          <a:pt x="39568" y="36715"/>
                          <a:pt x="38725" y="32814"/>
                        </a:cubicBezTo>
                        <a:cubicBezTo>
                          <a:pt x="37883" y="28868"/>
                          <a:pt x="39878" y="24967"/>
                          <a:pt x="42538" y="21775"/>
                        </a:cubicBezTo>
                        <a:cubicBezTo>
                          <a:pt x="45730" y="17962"/>
                          <a:pt x="50074" y="14904"/>
                          <a:pt x="55039" y="12732"/>
                        </a:cubicBezTo>
                        <a:cubicBezTo>
                          <a:pt x="59295" y="10870"/>
                          <a:pt x="67053" y="8387"/>
                          <a:pt x="73348" y="8831"/>
                        </a:cubicBezTo>
                        <a:cubicBezTo>
                          <a:pt x="70954" y="4220"/>
                          <a:pt x="66476" y="762"/>
                          <a:pt x="59029" y="142"/>
                        </a:cubicBezTo>
                        <a:cubicBezTo>
                          <a:pt x="42316" y="-1277"/>
                          <a:pt x="29371" y="8165"/>
                          <a:pt x="21303" y="18761"/>
                        </a:cubicBezTo>
                        <a:cubicBezTo>
                          <a:pt x="12215" y="30685"/>
                          <a:pt x="2906" y="43054"/>
                          <a:pt x="468" y="57196"/>
                        </a:cubicBezTo>
                        <a:cubicBezTo>
                          <a:pt x="-197" y="61097"/>
                          <a:pt x="-330" y="65219"/>
                          <a:pt x="1266" y="69032"/>
                        </a:cubicBezTo>
                        <a:cubicBezTo>
                          <a:pt x="2862" y="72844"/>
                          <a:pt x="6452" y="76302"/>
                          <a:pt x="11107" y="77322"/>
                        </a:cubicBezTo>
                        <a:cubicBezTo>
                          <a:pt x="14521" y="78075"/>
                          <a:pt x="18111" y="77544"/>
                          <a:pt x="21481" y="76745"/>
                        </a:cubicBezTo>
                        <a:cubicBezTo>
                          <a:pt x="48611" y="70539"/>
                          <a:pt x="68870" y="50767"/>
                          <a:pt x="74279" y="27893"/>
                        </a:cubicBezTo>
                        <a:cubicBezTo>
                          <a:pt x="67540" y="31262"/>
                          <a:pt x="60846" y="34587"/>
                          <a:pt x="54108" y="37956"/>
                        </a:cubicBezTo>
                        <a:cubicBezTo>
                          <a:pt x="52424" y="38798"/>
                          <a:pt x="50650" y="39685"/>
                          <a:pt x="48700" y="3990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02" name="Forme libre : forme 19901">
                    <a:extLst>
                      <a:ext uri="{FF2B5EF4-FFF2-40B4-BE49-F238E27FC236}">
                        <a16:creationId xmlns:a16="http://schemas.microsoft.com/office/drawing/2014/main" id="{F155E0FE-CA55-4D9B-8DE0-BDEA91CD3EA4}"/>
                      </a:ext>
                    </a:extLst>
                  </p:cNvPr>
                  <p:cNvSpPr/>
                  <p:nvPr/>
                </p:nvSpPr>
                <p:spPr>
                  <a:xfrm>
                    <a:off x="6007159" y="6141757"/>
                    <a:ext cx="51425" cy="100135"/>
                  </a:xfrm>
                  <a:custGeom>
                    <a:avLst/>
                    <a:gdLst>
                      <a:gd name="connsiteX0" fmla="*/ 40742 w 51425"/>
                      <a:gd name="connsiteY0" fmla="*/ 36471 h 100135"/>
                      <a:gd name="connsiteX1" fmla="*/ 35289 w 51425"/>
                      <a:gd name="connsiteY1" fmla="*/ 38377 h 100135"/>
                      <a:gd name="connsiteX2" fmla="*/ 25315 w 51425"/>
                      <a:gd name="connsiteY2" fmla="*/ 31284 h 100135"/>
                      <a:gd name="connsiteX3" fmla="*/ 29127 w 51425"/>
                      <a:gd name="connsiteY3" fmla="*/ 20246 h 100135"/>
                      <a:gd name="connsiteX4" fmla="*/ 41628 w 51425"/>
                      <a:gd name="connsiteY4" fmla="*/ 11202 h 100135"/>
                      <a:gd name="connsiteX5" fmla="*/ 50583 w 51425"/>
                      <a:gd name="connsiteY5" fmla="*/ 8277 h 100135"/>
                      <a:gd name="connsiteX6" fmla="*/ 21547 w 51425"/>
                      <a:gd name="connsiteY6" fmla="*/ 3046 h 100135"/>
                      <a:gd name="connsiteX7" fmla="*/ 1553 w 51425"/>
                      <a:gd name="connsiteY7" fmla="*/ 35984 h 100135"/>
                      <a:gd name="connsiteX8" fmla="*/ 401 w 51425"/>
                      <a:gd name="connsiteY8" fmla="*/ 70960 h 100135"/>
                      <a:gd name="connsiteX9" fmla="*/ 7893 w 51425"/>
                      <a:gd name="connsiteY9" fmla="*/ 94722 h 100135"/>
                      <a:gd name="connsiteX10" fmla="*/ 15517 w 51425"/>
                      <a:gd name="connsiteY10" fmla="*/ 99909 h 100135"/>
                      <a:gd name="connsiteX11" fmla="*/ 26600 w 51425"/>
                      <a:gd name="connsiteY11" fmla="*/ 96274 h 100135"/>
                      <a:gd name="connsiteX12" fmla="*/ 31698 w 51425"/>
                      <a:gd name="connsiteY12" fmla="*/ 86787 h 100135"/>
                      <a:gd name="connsiteX13" fmla="*/ 48987 w 51425"/>
                      <a:gd name="connsiteY13" fmla="*/ 39353 h 100135"/>
                      <a:gd name="connsiteX14" fmla="*/ 51426 w 51425"/>
                      <a:gd name="connsiteY14" fmla="*/ 31107 h 100135"/>
                      <a:gd name="connsiteX15" fmla="*/ 40742 w 51425"/>
                      <a:gd name="connsiteY15" fmla="*/ 36471 h 100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1425" h="100135">
                        <a:moveTo>
                          <a:pt x="40742" y="36471"/>
                        </a:moveTo>
                        <a:cubicBezTo>
                          <a:pt x="39057" y="37313"/>
                          <a:pt x="37284" y="38200"/>
                          <a:pt x="35289" y="38377"/>
                        </a:cubicBezTo>
                        <a:cubicBezTo>
                          <a:pt x="30590" y="38865"/>
                          <a:pt x="26157" y="35186"/>
                          <a:pt x="25315" y="31284"/>
                        </a:cubicBezTo>
                        <a:cubicBezTo>
                          <a:pt x="24472" y="27383"/>
                          <a:pt x="26467" y="23438"/>
                          <a:pt x="29127" y="20246"/>
                        </a:cubicBezTo>
                        <a:cubicBezTo>
                          <a:pt x="32319" y="16434"/>
                          <a:pt x="36663" y="13375"/>
                          <a:pt x="41628" y="11202"/>
                        </a:cubicBezTo>
                        <a:cubicBezTo>
                          <a:pt x="43889" y="10227"/>
                          <a:pt x="47081" y="9075"/>
                          <a:pt x="50583" y="8277"/>
                        </a:cubicBezTo>
                        <a:cubicBezTo>
                          <a:pt x="45175" y="-1831"/>
                          <a:pt x="31876" y="-1521"/>
                          <a:pt x="21547" y="3046"/>
                        </a:cubicBezTo>
                        <a:cubicBezTo>
                          <a:pt x="7228" y="9430"/>
                          <a:pt x="3326" y="23393"/>
                          <a:pt x="1553" y="35984"/>
                        </a:cubicBezTo>
                        <a:cubicBezTo>
                          <a:pt x="2" y="47554"/>
                          <a:pt x="-397" y="59258"/>
                          <a:pt x="401" y="70960"/>
                        </a:cubicBezTo>
                        <a:cubicBezTo>
                          <a:pt x="933" y="79206"/>
                          <a:pt x="2263" y="87806"/>
                          <a:pt x="7893" y="94722"/>
                        </a:cubicBezTo>
                        <a:cubicBezTo>
                          <a:pt x="9755" y="97027"/>
                          <a:pt x="12281" y="99200"/>
                          <a:pt x="15517" y="99909"/>
                        </a:cubicBezTo>
                        <a:cubicBezTo>
                          <a:pt x="19640" y="100796"/>
                          <a:pt x="23985" y="98978"/>
                          <a:pt x="26600" y="96274"/>
                        </a:cubicBezTo>
                        <a:cubicBezTo>
                          <a:pt x="29216" y="93570"/>
                          <a:pt x="30501" y="90156"/>
                          <a:pt x="31698" y="86787"/>
                        </a:cubicBezTo>
                        <a:cubicBezTo>
                          <a:pt x="37461" y="71005"/>
                          <a:pt x="43756" y="55268"/>
                          <a:pt x="48987" y="39353"/>
                        </a:cubicBezTo>
                        <a:cubicBezTo>
                          <a:pt x="49830" y="36781"/>
                          <a:pt x="50672" y="33989"/>
                          <a:pt x="51426" y="31107"/>
                        </a:cubicBezTo>
                        <a:cubicBezTo>
                          <a:pt x="47879" y="32880"/>
                          <a:pt x="44333" y="34654"/>
                          <a:pt x="40742" y="3647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03" name="Forme libre : forme 19902">
                    <a:extLst>
                      <a:ext uri="{FF2B5EF4-FFF2-40B4-BE49-F238E27FC236}">
                        <a16:creationId xmlns:a16="http://schemas.microsoft.com/office/drawing/2014/main" id="{152413A6-BF91-44B7-A179-630904635F05}"/>
                      </a:ext>
                    </a:extLst>
                  </p:cNvPr>
                  <p:cNvSpPr/>
                  <p:nvPr/>
                </p:nvSpPr>
                <p:spPr>
                  <a:xfrm>
                    <a:off x="6067870" y="6200084"/>
                    <a:ext cx="80839" cy="84274"/>
                  </a:xfrm>
                  <a:custGeom>
                    <a:avLst/>
                    <a:gdLst>
                      <a:gd name="connsiteX0" fmla="*/ 46660 w 80839"/>
                      <a:gd name="connsiteY0" fmla="*/ 43932 h 84274"/>
                      <a:gd name="connsiteX1" fmla="*/ 48300 w 80839"/>
                      <a:gd name="connsiteY1" fmla="*/ 36706 h 84274"/>
                      <a:gd name="connsiteX2" fmla="*/ 60048 w 80839"/>
                      <a:gd name="connsiteY2" fmla="*/ 23983 h 84274"/>
                      <a:gd name="connsiteX3" fmla="*/ 71574 w 80839"/>
                      <a:gd name="connsiteY3" fmla="*/ 19550 h 84274"/>
                      <a:gd name="connsiteX4" fmla="*/ 66121 w 80839"/>
                      <a:gd name="connsiteY4" fmla="*/ 13211 h 84274"/>
                      <a:gd name="connsiteX5" fmla="*/ 74056 w 80839"/>
                      <a:gd name="connsiteY5" fmla="*/ 6295 h 84274"/>
                      <a:gd name="connsiteX6" fmla="*/ 80440 w 80839"/>
                      <a:gd name="connsiteY6" fmla="*/ 8689 h 84274"/>
                      <a:gd name="connsiteX7" fmla="*/ 80839 w 80839"/>
                      <a:gd name="connsiteY7" fmla="*/ 7448 h 84274"/>
                      <a:gd name="connsiteX8" fmla="*/ 62752 w 80839"/>
                      <a:gd name="connsiteY8" fmla="*/ 0 h 84274"/>
                      <a:gd name="connsiteX9" fmla="*/ 16736 w 80839"/>
                      <a:gd name="connsiteY9" fmla="*/ 25579 h 84274"/>
                      <a:gd name="connsiteX10" fmla="*/ 1354 w 80839"/>
                      <a:gd name="connsiteY10" fmla="*/ 61576 h 84274"/>
                      <a:gd name="connsiteX11" fmla="*/ 9289 w 80839"/>
                      <a:gd name="connsiteY11" fmla="*/ 73190 h 84274"/>
                      <a:gd name="connsiteX12" fmla="*/ 23563 w 80839"/>
                      <a:gd name="connsiteY12" fmla="*/ 83076 h 84274"/>
                      <a:gd name="connsiteX13" fmla="*/ 53620 w 80839"/>
                      <a:gd name="connsiteY13" fmla="*/ 74964 h 84274"/>
                      <a:gd name="connsiteX14" fmla="*/ 65013 w 80839"/>
                      <a:gd name="connsiteY14" fmla="*/ 55015 h 84274"/>
                      <a:gd name="connsiteX15" fmla="*/ 53531 w 80839"/>
                      <a:gd name="connsiteY15" fmla="*/ 51158 h 84274"/>
                      <a:gd name="connsiteX16" fmla="*/ 46660 w 80839"/>
                      <a:gd name="connsiteY16" fmla="*/ 43932 h 84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0839" h="84274">
                        <a:moveTo>
                          <a:pt x="46660" y="43932"/>
                        </a:moveTo>
                        <a:cubicBezTo>
                          <a:pt x="46084" y="41449"/>
                          <a:pt x="47059" y="38967"/>
                          <a:pt x="48300" y="36706"/>
                        </a:cubicBezTo>
                        <a:cubicBezTo>
                          <a:pt x="51004" y="31785"/>
                          <a:pt x="54861" y="27219"/>
                          <a:pt x="60048" y="23983"/>
                        </a:cubicBezTo>
                        <a:cubicBezTo>
                          <a:pt x="63062" y="22077"/>
                          <a:pt x="67274" y="20215"/>
                          <a:pt x="71574" y="19550"/>
                        </a:cubicBezTo>
                        <a:cubicBezTo>
                          <a:pt x="68515" y="18531"/>
                          <a:pt x="66254" y="16092"/>
                          <a:pt x="66121" y="13211"/>
                        </a:cubicBezTo>
                        <a:cubicBezTo>
                          <a:pt x="65944" y="9398"/>
                          <a:pt x="69490" y="6295"/>
                          <a:pt x="74056" y="6295"/>
                        </a:cubicBezTo>
                        <a:cubicBezTo>
                          <a:pt x="76583" y="6295"/>
                          <a:pt x="78844" y="7226"/>
                          <a:pt x="80440" y="8689"/>
                        </a:cubicBezTo>
                        <a:cubicBezTo>
                          <a:pt x="80573" y="8290"/>
                          <a:pt x="80706" y="7847"/>
                          <a:pt x="80839" y="7448"/>
                        </a:cubicBezTo>
                        <a:lnTo>
                          <a:pt x="62752" y="0"/>
                        </a:lnTo>
                        <a:cubicBezTo>
                          <a:pt x="45419" y="5763"/>
                          <a:pt x="29548" y="14408"/>
                          <a:pt x="16736" y="25579"/>
                        </a:cubicBezTo>
                        <a:cubicBezTo>
                          <a:pt x="5698" y="35199"/>
                          <a:pt x="-3567" y="48543"/>
                          <a:pt x="1354" y="61576"/>
                        </a:cubicBezTo>
                        <a:cubicBezTo>
                          <a:pt x="2950" y="65831"/>
                          <a:pt x="5964" y="69644"/>
                          <a:pt x="9289" y="73190"/>
                        </a:cubicBezTo>
                        <a:cubicBezTo>
                          <a:pt x="13146" y="77269"/>
                          <a:pt x="17756" y="81170"/>
                          <a:pt x="23563" y="83076"/>
                        </a:cubicBezTo>
                        <a:cubicBezTo>
                          <a:pt x="34292" y="86534"/>
                          <a:pt x="46483" y="82101"/>
                          <a:pt x="53620" y="74964"/>
                        </a:cubicBezTo>
                        <a:cubicBezTo>
                          <a:pt x="59294" y="69289"/>
                          <a:pt x="62442" y="62196"/>
                          <a:pt x="65013" y="55015"/>
                        </a:cubicBezTo>
                        <a:cubicBezTo>
                          <a:pt x="60979" y="54527"/>
                          <a:pt x="56945" y="53108"/>
                          <a:pt x="53531" y="51158"/>
                        </a:cubicBezTo>
                        <a:cubicBezTo>
                          <a:pt x="50384" y="49340"/>
                          <a:pt x="47369" y="46991"/>
                          <a:pt x="46660" y="4393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04" name="Forme libre : forme 19903">
                    <a:extLst>
                      <a:ext uri="{FF2B5EF4-FFF2-40B4-BE49-F238E27FC236}">
                        <a16:creationId xmlns:a16="http://schemas.microsoft.com/office/drawing/2014/main" id="{0E8B6D2E-65D6-436D-81DC-50A00F30F432}"/>
                      </a:ext>
                    </a:extLst>
                  </p:cNvPr>
                  <p:cNvSpPr/>
                  <p:nvPr/>
                </p:nvSpPr>
                <p:spPr>
                  <a:xfrm>
                    <a:off x="6130223" y="6199907"/>
                    <a:ext cx="797" cy="176"/>
                  </a:xfrm>
                  <a:custGeom>
                    <a:avLst/>
                    <a:gdLst>
                      <a:gd name="connsiteX0" fmla="*/ 0 w 797"/>
                      <a:gd name="connsiteY0" fmla="*/ 44 h 176"/>
                      <a:gd name="connsiteX1" fmla="*/ 355 w 797"/>
                      <a:gd name="connsiteY1" fmla="*/ 177 h 176"/>
                      <a:gd name="connsiteX2" fmla="*/ 798 w 797"/>
                      <a:gd name="connsiteY2" fmla="*/ 0 h 176"/>
                      <a:gd name="connsiteX3" fmla="*/ 0 w 797"/>
                      <a:gd name="connsiteY3" fmla="*/ 44 h 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7" h="176">
                        <a:moveTo>
                          <a:pt x="0" y="44"/>
                        </a:moveTo>
                        <a:lnTo>
                          <a:pt x="355" y="177"/>
                        </a:lnTo>
                        <a:cubicBezTo>
                          <a:pt x="488" y="133"/>
                          <a:pt x="665" y="88"/>
                          <a:pt x="798" y="0"/>
                        </a:cubicBezTo>
                        <a:cubicBezTo>
                          <a:pt x="532" y="44"/>
                          <a:pt x="266" y="44"/>
                          <a:pt x="0" y="4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05" name="Forme libre : forme 19904">
                    <a:extLst>
                      <a:ext uri="{FF2B5EF4-FFF2-40B4-BE49-F238E27FC236}">
                        <a16:creationId xmlns:a16="http://schemas.microsoft.com/office/drawing/2014/main" id="{B9E79B32-7D2B-4AF6-A663-BFA2B90B65C2}"/>
                      </a:ext>
                    </a:extLst>
                  </p:cNvPr>
                  <p:cNvSpPr/>
                  <p:nvPr/>
                </p:nvSpPr>
                <p:spPr>
                  <a:xfrm>
                    <a:off x="6154540" y="6139189"/>
                    <a:ext cx="80840" cy="47513"/>
                  </a:xfrm>
                  <a:custGeom>
                    <a:avLst/>
                    <a:gdLst>
                      <a:gd name="connsiteX0" fmla="*/ 48785 w 80840"/>
                      <a:gd name="connsiteY0" fmla="*/ 22903 h 47513"/>
                      <a:gd name="connsiteX1" fmla="*/ 72901 w 80840"/>
                      <a:gd name="connsiteY1" fmla="*/ 20642 h 47513"/>
                      <a:gd name="connsiteX2" fmla="*/ 77334 w 80840"/>
                      <a:gd name="connsiteY2" fmla="*/ 30217 h 47513"/>
                      <a:gd name="connsiteX3" fmla="*/ 68556 w 80840"/>
                      <a:gd name="connsiteY3" fmla="*/ 37798 h 47513"/>
                      <a:gd name="connsiteX4" fmla="*/ 53661 w 80840"/>
                      <a:gd name="connsiteY4" fmla="*/ 45246 h 47513"/>
                      <a:gd name="connsiteX5" fmla="*/ 62749 w 80840"/>
                      <a:gd name="connsiteY5" fmla="*/ 47506 h 47513"/>
                      <a:gd name="connsiteX6" fmla="*/ 80836 w 80840"/>
                      <a:gd name="connsiteY6" fmla="*/ 30306 h 47513"/>
                      <a:gd name="connsiteX7" fmla="*/ 70950 w 80840"/>
                      <a:gd name="connsiteY7" fmla="*/ 5924 h 47513"/>
                      <a:gd name="connsiteX8" fmla="*/ 56099 w 80840"/>
                      <a:gd name="connsiteY8" fmla="*/ 1180 h 47513"/>
                      <a:gd name="connsiteX9" fmla="*/ 47145 w 80840"/>
                      <a:gd name="connsiteY9" fmla="*/ 649 h 47513"/>
                      <a:gd name="connsiteX10" fmla="*/ 27639 w 80840"/>
                      <a:gd name="connsiteY10" fmla="*/ 5170 h 47513"/>
                      <a:gd name="connsiteX11" fmla="*/ 16512 w 80840"/>
                      <a:gd name="connsiteY11" fmla="*/ 8938 h 47513"/>
                      <a:gd name="connsiteX12" fmla="*/ 7912 w 80840"/>
                      <a:gd name="connsiteY12" fmla="*/ 17627 h 47513"/>
                      <a:gd name="connsiteX13" fmla="*/ 907 w 80840"/>
                      <a:gd name="connsiteY13" fmla="*/ 26981 h 47513"/>
                      <a:gd name="connsiteX14" fmla="*/ 21 w 80840"/>
                      <a:gd name="connsiteY14" fmla="*/ 29154 h 47513"/>
                      <a:gd name="connsiteX15" fmla="*/ 2060 w 80840"/>
                      <a:gd name="connsiteY15" fmla="*/ 31281 h 47513"/>
                      <a:gd name="connsiteX16" fmla="*/ 32959 w 80840"/>
                      <a:gd name="connsiteY16" fmla="*/ 37488 h 47513"/>
                      <a:gd name="connsiteX17" fmla="*/ 36284 w 80840"/>
                      <a:gd name="connsiteY17" fmla="*/ 31990 h 47513"/>
                      <a:gd name="connsiteX18" fmla="*/ 48785 w 80840"/>
                      <a:gd name="connsiteY18" fmla="*/ 22903 h 47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0840" h="47513">
                        <a:moveTo>
                          <a:pt x="48785" y="22903"/>
                        </a:moveTo>
                        <a:cubicBezTo>
                          <a:pt x="54504" y="20376"/>
                          <a:pt x="66650" y="16785"/>
                          <a:pt x="72901" y="20642"/>
                        </a:cubicBezTo>
                        <a:cubicBezTo>
                          <a:pt x="76093" y="22636"/>
                          <a:pt x="78220" y="27158"/>
                          <a:pt x="77334" y="30217"/>
                        </a:cubicBezTo>
                        <a:cubicBezTo>
                          <a:pt x="76359" y="33808"/>
                          <a:pt x="72103" y="36069"/>
                          <a:pt x="68556" y="37798"/>
                        </a:cubicBezTo>
                        <a:cubicBezTo>
                          <a:pt x="63591" y="40280"/>
                          <a:pt x="58626" y="42763"/>
                          <a:pt x="53661" y="45246"/>
                        </a:cubicBezTo>
                        <a:cubicBezTo>
                          <a:pt x="56543" y="46487"/>
                          <a:pt x="59513" y="47418"/>
                          <a:pt x="62749" y="47506"/>
                        </a:cubicBezTo>
                        <a:cubicBezTo>
                          <a:pt x="73078" y="47817"/>
                          <a:pt x="80659" y="38906"/>
                          <a:pt x="80836" y="30306"/>
                        </a:cubicBezTo>
                        <a:cubicBezTo>
                          <a:pt x="81013" y="21706"/>
                          <a:pt x="75915" y="13593"/>
                          <a:pt x="70950" y="5924"/>
                        </a:cubicBezTo>
                        <a:cubicBezTo>
                          <a:pt x="70729" y="8362"/>
                          <a:pt x="56321" y="-1258"/>
                          <a:pt x="56099" y="1180"/>
                        </a:cubicBezTo>
                        <a:cubicBezTo>
                          <a:pt x="53750" y="-593"/>
                          <a:pt x="50115" y="-17"/>
                          <a:pt x="47145" y="649"/>
                        </a:cubicBezTo>
                        <a:cubicBezTo>
                          <a:pt x="40628" y="2156"/>
                          <a:pt x="34155" y="3663"/>
                          <a:pt x="27639" y="5170"/>
                        </a:cubicBezTo>
                        <a:cubicBezTo>
                          <a:pt x="23738" y="6057"/>
                          <a:pt x="19792" y="7032"/>
                          <a:pt x="16512" y="8938"/>
                        </a:cubicBezTo>
                        <a:cubicBezTo>
                          <a:pt x="12832" y="11111"/>
                          <a:pt x="10306" y="14391"/>
                          <a:pt x="7912" y="17627"/>
                        </a:cubicBezTo>
                        <a:cubicBezTo>
                          <a:pt x="5562" y="20731"/>
                          <a:pt x="3213" y="23834"/>
                          <a:pt x="907" y="26981"/>
                        </a:cubicBezTo>
                        <a:cubicBezTo>
                          <a:pt x="420" y="27646"/>
                          <a:pt x="-112" y="28355"/>
                          <a:pt x="21" y="29154"/>
                        </a:cubicBezTo>
                        <a:cubicBezTo>
                          <a:pt x="154" y="30084"/>
                          <a:pt x="1129" y="30749"/>
                          <a:pt x="2060" y="31281"/>
                        </a:cubicBezTo>
                        <a:cubicBezTo>
                          <a:pt x="11015" y="36291"/>
                          <a:pt x="22408" y="35714"/>
                          <a:pt x="32959" y="37488"/>
                        </a:cubicBezTo>
                        <a:cubicBezTo>
                          <a:pt x="33668" y="35537"/>
                          <a:pt x="34865" y="33675"/>
                          <a:pt x="36284" y="31990"/>
                        </a:cubicBezTo>
                        <a:cubicBezTo>
                          <a:pt x="39475" y="28133"/>
                          <a:pt x="43820" y="25075"/>
                          <a:pt x="48785" y="2290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06" name="Forme libre : forme 19905">
                    <a:extLst>
                      <a:ext uri="{FF2B5EF4-FFF2-40B4-BE49-F238E27FC236}">
                        <a16:creationId xmlns:a16="http://schemas.microsoft.com/office/drawing/2014/main" id="{6C2A4D50-95D9-4E46-A878-ED15A458201F}"/>
                      </a:ext>
                    </a:extLst>
                  </p:cNvPr>
                  <p:cNvSpPr/>
                  <p:nvPr/>
                </p:nvSpPr>
                <p:spPr>
                  <a:xfrm>
                    <a:off x="6214120" y="6246055"/>
                    <a:ext cx="98497" cy="86722"/>
                  </a:xfrm>
                  <a:custGeom>
                    <a:avLst/>
                    <a:gdLst>
                      <a:gd name="connsiteX0" fmla="*/ 64301 w 98497"/>
                      <a:gd name="connsiteY0" fmla="*/ 29126 h 86722"/>
                      <a:gd name="connsiteX1" fmla="*/ 72236 w 98497"/>
                      <a:gd name="connsiteY1" fmla="*/ 22210 h 86722"/>
                      <a:gd name="connsiteX2" fmla="*/ 80881 w 98497"/>
                      <a:gd name="connsiteY2" fmla="*/ 29081 h 86722"/>
                      <a:gd name="connsiteX3" fmla="*/ 79906 w 98497"/>
                      <a:gd name="connsiteY3" fmla="*/ 32539 h 86722"/>
                      <a:gd name="connsiteX4" fmla="*/ 95466 w 98497"/>
                      <a:gd name="connsiteY4" fmla="*/ 25579 h 86722"/>
                      <a:gd name="connsiteX5" fmla="*/ 98082 w 98497"/>
                      <a:gd name="connsiteY5" fmla="*/ 17732 h 86722"/>
                      <a:gd name="connsiteX6" fmla="*/ 98347 w 98497"/>
                      <a:gd name="connsiteY6" fmla="*/ 4832 h 86722"/>
                      <a:gd name="connsiteX7" fmla="*/ 97106 w 98497"/>
                      <a:gd name="connsiteY7" fmla="*/ 2926 h 86722"/>
                      <a:gd name="connsiteX8" fmla="*/ 96663 w 98497"/>
                      <a:gd name="connsiteY8" fmla="*/ 3812 h 86722"/>
                      <a:gd name="connsiteX9" fmla="*/ 97150 w 98497"/>
                      <a:gd name="connsiteY9" fmla="*/ 3901 h 86722"/>
                      <a:gd name="connsiteX10" fmla="*/ 96663 w 98497"/>
                      <a:gd name="connsiteY10" fmla="*/ 3812 h 86722"/>
                      <a:gd name="connsiteX11" fmla="*/ 80083 w 98497"/>
                      <a:gd name="connsiteY11" fmla="*/ 488 h 86722"/>
                      <a:gd name="connsiteX12" fmla="*/ 74852 w 98497"/>
                      <a:gd name="connsiteY12" fmla="*/ 0 h 86722"/>
                      <a:gd name="connsiteX13" fmla="*/ 75029 w 98497"/>
                      <a:gd name="connsiteY13" fmla="*/ 5409 h 86722"/>
                      <a:gd name="connsiteX14" fmla="*/ 70862 w 98497"/>
                      <a:gd name="connsiteY14" fmla="*/ 10462 h 86722"/>
                      <a:gd name="connsiteX15" fmla="*/ 57652 w 98497"/>
                      <a:gd name="connsiteY15" fmla="*/ 24116 h 86722"/>
                      <a:gd name="connsiteX16" fmla="*/ 36594 w 98497"/>
                      <a:gd name="connsiteY16" fmla="*/ 21368 h 86722"/>
                      <a:gd name="connsiteX17" fmla="*/ 32516 w 98497"/>
                      <a:gd name="connsiteY17" fmla="*/ 18442 h 86722"/>
                      <a:gd name="connsiteX18" fmla="*/ 16025 w 98497"/>
                      <a:gd name="connsiteY18" fmla="*/ 50404 h 86722"/>
                      <a:gd name="connsiteX19" fmla="*/ 2681 w 98497"/>
                      <a:gd name="connsiteY19" fmla="*/ 65433 h 86722"/>
                      <a:gd name="connsiteX20" fmla="*/ 4011 w 98497"/>
                      <a:gd name="connsiteY20" fmla="*/ 83209 h 86722"/>
                      <a:gd name="connsiteX21" fmla="*/ 21034 w 98497"/>
                      <a:gd name="connsiteY21" fmla="*/ 85958 h 86722"/>
                      <a:gd name="connsiteX22" fmla="*/ 35929 w 98497"/>
                      <a:gd name="connsiteY22" fmla="*/ 77890 h 86722"/>
                      <a:gd name="connsiteX23" fmla="*/ 54681 w 98497"/>
                      <a:gd name="connsiteY23" fmla="*/ 62862 h 86722"/>
                      <a:gd name="connsiteX24" fmla="*/ 66030 w 98497"/>
                      <a:gd name="connsiteY24" fmla="*/ 50360 h 86722"/>
                      <a:gd name="connsiteX25" fmla="*/ 74187 w 98497"/>
                      <a:gd name="connsiteY25" fmla="*/ 35909 h 86722"/>
                      <a:gd name="connsiteX26" fmla="*/ 72990 w 98497"/>
                      <a:gd name="connsiteY26" fmla="*/ 35997 h 86722"/>
                      <a:gd name="connsiteX27" fmla="*/ 64301 w 98497"/>
                      <a:gd name="connsiteY27" fmla="*/ 29126 h 86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98497" h="86722">
                        <a:moveTo>
                          <a:pt x="64301" y="29126"/>
                        </a:moveTo>
                        <a:cubicBezTo>
                          <a:pt x="64124" y="25313"/>
                          <a:pt x="67670" y="22210"/>
                          <a:pt x="72236" y="22210"/>
                        </a:cubicBezTo>
                        <a:cubicBezTo>
                          <a:pt x="76802" y="22210"/>
                          <a:pt x="80659" y="25269"/>
                          <a:pt x="80881" y="29081"/>
                        </a:cubicBezTo>
                        <a:cubicBezTo>
                          <a:pt x="80925" y="30323"/>
                          <a:pt x="80571" y="31519"/>
                          <a:pt x="79906" y="32539"/>
                        </a:cubicBezTo>
                        <a:cubicBezTo>
                          <a:pt x="85447" y="30455"/>
                          <a:pt x="92052" y="29702"/>
                          <a:pt x="95466" y="25579"/>
                        </a:cubicBezTo>
                        <a:cubicBezTo>
                          <a:pt x="97328" y="23318"/>
                          <a:pt x="97771" y="20481"/>
                          <a:pt x="98082" y="17732"/>
                        </a:cubicBezTo>
                        <a:cubicBezTo>
                          <a:pt x="98525" y="13432"/>
                          <a:pt x="98613" y="9132"/>
                          <a:pt x="98347" y="4832"/>
                        </a:cubicBezTo>
                        <a:cubicBezTo>
                          <a:pt x="98303" y="4034"/>
                          <a:pt x="98037" y="3059"/>
                          <a:pt x="97106" y="2926"/>
                        </a:cubicBezTo>
                        <a:cubicBezTo>
                          <a:pt x="96485" y="2837"/>
                          <a:pt x="96485" y="3502"/>
                          <a:pt x="96663" y="3812"/>
                        </a:cubicBezTo>
                        <a:lnTo>
                          <a:pt x="97150" y="3901"/>
                        </a:lnTo>
                        <a:cubicBezTo>
                          <a:pt x="96929" y="4123"/>
                          <a:pt x="96796" y="3990"/>
                          <a:pt x="96663" y="3812"/>
                        </a:cubicBezTo>
                        <a:lnTo>
                          <a:pt x="80083" y="488"/>
                        </a:lnTo>
                        <a:cubicBezTo>
                          <a:pt x="78354" y="266"/>
                          <a:pt x="76581" y="89"/>
                          <a:pt x="74852" y="0"/>
                        </a:cubicBezTo>
                        <a:cubicBezTo>
                          <a:pt x="75650" y="1685"/>
                          <a:pt x="75827" y="3502"/>
                          <a:pt x="75029" y="5409"/>
                        </a:cubicBezTo>
                        <a:cubicBezTo>
                          <a:pt x="74187" y="7359"/>
                          <a:pt x="72369" y="8822"/>
                          <a:pt x="70862" y="10462"/>
                        </a:cubicBezTo>
                        <a:cubicBezTo>
                          <a:pt x="66474" y="15073"/>
                          <a:pt x="63947" y="21368"/>
                          <a:pt x="57652" y="24116"/>
                        </a:cubicBezTo>
                        <a:cubicBezTo>
                          <a:pt x="51179" y="26954"/>
                          <a:pt x="42845" y="24914"/>
                          <a:pt x="36594" y="21368"/>
                        </a:cubicBezTo>
                        <a:cubicBezTo>
                          <a:pt x="35131" y="20525"/>
                          <a:pt x="33669" y="19550"/>
                          <a:pt x="32516" y="18442"/>
                        </a:cubicBezTo>
                        <a:cubicBezTo>
                          <a:pt x="26398" y="28594"/>
                          <a:pt x="23738" y="40917"/>
                          <a:pt x="16025" y="50404"/>
                        </a:cubicBezTo>
                        <a:cubicBezTo>
                          <a:pt x="11813" y="55591"/>
                          <a:pt x="6139" y="59891"/>
                          <a:pt x="2681" y="65433"/>
                        </a:cubicBezTo>
                        <a:cubicBezTo>
                          <a:pt x="-777" y="70974"/>
                          <a:pt x="-1442" y="78599"/>
                          <a:pt x="4011" y="83209"/>
                        </a:cubicBezTo>
                        <a:cubicBezTo>
                          <a:pt x="8356" y="86845"/>
                          <a:pt x="15315" y="87465"/>
                          <a:pt x="21034" y="85958"/>
                        </a:cubicBezTo>
                        <a:cubicBezTo>
                          <a:pt x="26753" y="84451"/>
                          <a:pt x="31452" y="81215"/>
                          <a:pt x="35929" y="77890"/>
                        </a:cubicBezTo>
                        <a:cubicBezTo>
                          <a:pt x="42402" y="73102"/>
                          <a:pt x="48652" y="68092"/>
                          <a:pt x="54681" y="62862"/>
                        </a:cubicBezTo>
                        <a:cubicBezTo>
                          <a:pt x="59026" y="59094"/>
                          <a:pt x="63326" y="55104"/>
                          <a:pt x="66030" y="50360"/>
                        </a:cubicBezTo>
                        <a:cubicBezTo>
                          <a:pt x="68779" y="45528"/>
                          <a:pt x="70020" y="39765"/>
                          <a:pt x="74187" y="35909"/>
                        </a:cubicBezTo>
                        <a:cubicBezTo>
                          <a:pt x="73788" y="35952"/>
                          <a:pt x="73434" y="35997"/>
                          <a:pt x="72990" y="35997"/>
                        </a:cubicBezTo>
                        <a:cubicBezTo>
                          <a:pt x="68335" y="35997"/>
                          <a:pt x="64479" y="32938"/>
                          <a:pt x="64301" y="2912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07" name="Forme libre : forme 19906">
                    <a:extLst>
                      <a:ext uri="{FF2B5EF4-FFF2-40B4-BE49-F238E27FC236}">
                        <a16:creationId xmlns:a16="http://schemas.microsoft.com/office/drawing/2014/main" id="{6504885E-608B-4FE6-A411-17318CFB1A57}"/>
                      </a:ext>
                    </a:extLst>
                  </p:cNvPr>
                  <p:cNvSpPr/>
                  <p:nvPr/>
                </p:nvSpPr>
                <p:spPr>
                  <a:xfrm>
                    <a:off x="6310694" y="6249867"/>
                    <a:ext cx="487" cy="204"/>
                  </a:xfrm>
                  <a:custGeom>
                    <a:avLst/>
                    <a:gdLst>
                      <a:gd name="connsiteX0" fmla="*/ 488 w 487"/>
                      <a:gd name="connsiteY0" fmla="*/ 89 h 204"/>
                      <a:gd name="connsiteX1" fmla="*/ 0 w 487"/>
                      <a:gd name="connsiteY1" fmla="*/ 0 h 204"/>
                      <a:gd name="connsiteX2" fmla="*/ 488 w 487"/>
                      <a:gd name="connsiteY2" fmla="*/ 89 h 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87" h="204">
                        <a:moveTo>
                          <a:pt x="488" y="89"/>
                        </a:moveTo>
                        <a:lnTo>
                          <a:pt x="0" y="0"/>
                        </a:lnTo>
                        <a:cubicBezTo>
                          <a:pt x="89" y="177"/>
                          <a:pt x="266" y="311"/>
                          <a:pt x="488" y="8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08" name="Forme libre : forme 19907">
                    <a:extLst>
                      <a:ext uri="{FF2B5EF4-FFF2-40B4-BE49-F238E27FC236}">
                        <a16:creationId xmlns:a16="http://schemas.microsoft.com/office/drawing/2014/main" id="{D82DE25F-8E80-4C29-83AF-71C79FFFD958}"/>
                      </a:ext>
                    </a:extLst>
                  </p:cNvPr>
                  <p:cNvSpPr/>
                  <p:nvPr/>
                </p:nvSpPr>
                <p:spPr>
                  <a:xfrm>
                    <a:off x="6287767" y="6145297"/>
                    <a:ext cx="84901" cy="76018"/>
                  </a:xfrm>
                  <a:custGeom>
                    <a:avLst/>
                    <a:gdLst>
                      <a:gd name="connsiteX0" fmla="*/ 45625 w 84901"/>
                      <a:gd name="connsiteY0" fmla="*/ 1147 h 76018"/>
                      <a:gd name="connsiteX1" fmla="*/ 30951 w 84901"/>
                      <a:gd name="connsiteY1" fmla="*/ 8860 h 76018"/>
                      <a:gd name="connsiteX2" fmla="*/ 3776 w 84901"/>
                      <a:gd name="connsiteY2" fmla="*/ 35503 h 76018"/>
                      <a:gd name="connsiteX3" fmla="*/ 8121 w 84901"/>
                      <a:gd name="connsiteY3" fmla="*/ 69283 h 76018"/>
                      <a:gd name="connsiteX4" fmla="*/ 26961 w 84901"/>
                      <a:gd name="connsiteY4" fmla="*/ 75889 h 76018"/>
                      <a:gd name="connsiteX5" fmla="*/ 42920 w 84901"/>
                      <a:gd name="connsiteY5" fmla="*/ 66225 h 76018"/>
                      <a:gd name="connsiteX6" fmla="*/ 50501 w 84901"/>
                      <a:gd name="connsiteY6" fmla="*/ 47029 h 76018"/>
                      <a:gd name="connsiteX7" fmla="*/ 50944 w 84901"/>
                      <a:gd name="connsiteY7" fmla="*/ 35016 h 76018"/>
                      <a:gd name="connsiteX8" fmla="*/ 41591 w 84901"/>
                      <a:gd name="connsiteY8" fmla="*/ 39670 h 76018"/>
                      <a:gd name="connsiteX9" fmla="*/ 36138 w 84901"/>
                      <a:gd name="connsiteY9" fmla="*/ 41576 h 76018"/>
                      <a:gd name="connsiteX10" fmla="*/ 26163 w 84901"/>
                      <a:gd name="connsiteY10" fmla="*/ 34484 h 76018"/>
                      <a:gd name="connsiteX11" fmla="*/ 29976 w 84901"/>
                      <a:gd name="connsiteY11" fmla="*/ 23445 h 76018"/>
                      <a:gd name="connsiteX12" fmla="*/ 42477 w 84901"/>
                      <a:gd name="connsiteY12" fmla="*/ 14402 h 76018"/>
                      <a:gd name="connsiteX13" fmla="*/ 66593 w 84901"/>
                      <a:gd name="connsiteY13" fmla="*/ 12141 h 76018"/>
                      <a:gd name="connsiteX14" fmla="*/ 69652 w 84901"/>
                      <a:gd name="connsiteY14" fmla="*/ 15288 h 76018"/>
                      <a:gd name="connsiteX15" fmla="*/ 84902 w 84901"/>
                      <a:gd name="connsiteY15" fmla="*/ 5136 h 76018"/>
                      <a:gd name="connsiteX16" fmla="*/ 45625 w 84901"/>
                      <a:gd name="connsiteY16" fmla="*/ 1147 h 76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4901" h="76018">
                        <a:moveTo>
                          <a:pt x="45625" y="1147"/>
                        </a:moveTo>
                        <a:cubicBezTo>
                          <a:pt x="40039" y="2609"/>
                          <a:pt x="35384" y="5713"/>
                          <a:pt x="30951" y="8860"/>
                        </a:cubicBezTo>
                        <a:cubicBezTo>
                          <a:pt x="20223" y="16485"/>
                          <a:pt x="9539" y="24731"/>
                          <a:pt x="3776" y="35503"/>
                        </a:cubicBezTo>
                        <a:cubicBezTo>
                          <a:pt x="-1943" y="46276"/>
                          <a:pt x="-1677" y="60240"/>
                          <a:pt x="8121" y="69283"/>
                        </a:cubicBezTo>
                        <a:cubicBezTo>
                          <a:pt x="12908" y="73716"/>
                          <a:pt x="20046" y="76687"/>
                          <a:pt x="26961" y="75889"/>
                        </a:cubicBezTo>
                        <a:cubicBezTo>
                          <a:pt x="33744" y="75135"/>
                          <a:pt x="39196" y="70923"/>
                          <a:pt x="42920" y="66225"/>
                        </a:cubicBezTo>
                        <a:cubicBezTo>
                          <a:pt x="47398" y="60550"/>
                          <a:pt x="50058" y="53856"/>
                          <a:pt x="50501" y="47029"/>
                        </a:cubicBezTo>
                        <a:cubicBezTo>
                          <a:pt x="50767" y="43039"/>
                          <a:pt x="50324" y="38917"/>
                          <a:pt x="50944" y="35016"/>
                        </a:cubicBezTo>
                        <a:cubicBezTo>
                          <a:pt x="47841" y="36567"/>
                          <a:pt x="44738" y="38118"/>
                          <a:pt x="41591" y="39670"/>
                        </a:cubicBezTo>
                        <a:cubicBezTo>
                          <a:pt x="39906" y="40513"/>
                          <a:pt x="38133" y="41399"/>
                          <a:pt x="36138" y="41576"/>
                        </a:cubicBezTo>
                        <a:cubicBezTo>
                          <a:pt x="31439" y="42064"/>
                          <a:pt x="27005" y="38385"/>
                          <a:pt x="26163" y="34484"/>
                        </a:cubicBezTo>
                        <a:cubicBezTo>
                          <a:pt x="25321" y="30538"/>
                          <a:pt x="27316" y="26637"/>
                          <a:pt x="29976" y="23445"/>
                        </a:cubicBezTo>
                        <a:cubicBezTo>
                          <a:pt x="33168" y="19633"/>
                          <a:pt x="37512" y="16574"/>
                          <a:pt x="42477" y="14402"/>
                        </a:cubicBezTo>
                        <a:cubicBezTo>
                          <a:pt x="48196" y="11875"/>
                          <a:pt x="60342" y="8284"/>
                          <a:pt x="66593" y="12141"/>
                        </a:cubicBezTo>
                        <a:cubicBezTo>
                          <a:pt x="67790" y="12894"/>
                          <a:pt x="68854" y="14003"/>
                          <a:pt x="69652" y="15288"/>
                        </a:cubicBezTo>
                        <a:cubicBezTo>
                          <a:pt x="75238" y="12096"/>
                          <a:pt x="81222" y="9038"/>
                          <a:pt x="84902" y="5136"/>
                        </a:cubicBezTo>
                        <a:cubicBezTo>
                          <a:pt x="79538" y="-582"/>
                          <a:pt x="53427" y="-892"/>
                          <a:pt x="45625" y="114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09" name="Forme libre : forme 19908">
                    <a:extLst>
                      <a:ext uri="{FF2B5EF4-FFF2-40B4-BE49-F238E27FC236}">
                        <a16:creationId xmlns:a16="http://schemas.microsoft.com/office/drawing/2014/main" id="{96D9421C-B723-43F4-81BC-A0DF76F02361}"/>
                      </a:ext>
                    </a:extLst>
                  </p:cNvPr>
                  <p:cNvSpPr/>
                  <p:nvPr/>
                </p:nvSpPr>
                <p:spPr>
                  <a:xfrm>
                    <a:off x="6426278" y="6119711"/>
                    <a:ext cx="59561" cy="90346"/>
                  </a:xfrm>
                  <a:custGeom>
                    <a:avLst/>
                    <a:gdLst>
                      <a:gd name="connsiteX0" fmla="*/ 34699 w 59561"/>
                      <a:gd name="connsiteY0" fmla="*/ 8556 h 90346"/>
                      <a:gd name="connsiteX1" fmla="*/ 34344 w 59561"/>
                      <a:gd name="connsiteY1" fmla="*/ 1419 h 90346"/>
                      <a:gd name="connsiteX2" fmla="*/ 34920 w 59561"/>
                      <a:gd name="connsiteY2" fmla="*/ 0 h 90346"/>
                      <a:gd name="connsiteX3" fmla="*/ 10760 w 59561"/>
                      <a:gd name="connsiteY3" fmla="*/ 20260 h 90346"/>
                      <a:gd name="connsiteX4" fmla="*/ 10849 w 59561"/>
                      <a:gd name="connsiteY4" fmla="*/ 79219 h 90346"/>
                      <a:gd name="connsiteX5" fmla="*/ 33857 w 59561"/>
                      <a:gd name="connsiteY5" fmla="*/ 90347 h 90346"/>
                      <a:gd name="connsiteX6" fmla="*/ 59258 w 59561"/>
                      <a:gd name="connsiteY6" fmla="*/ 66186 h 90346"/>
                      <a:gd name="connsiteX7" fmla="*/ 56421 w 59561"/>
                      <a:gd name="connsiteY7" fmla="*/ 30588 h 90346"/>
                      <a:gd name="connsiteX8" fmla="*/ 54603 w 59561"/>
                      <a:gd name="connsiteY8" fmla="*/ 4877 h 90346"/>
                      <a:gd name="connsiteX9" fmla="*/ 53406 w 59561"/>
                      <a:gd name="connsiteY9" fmla="*/ 2926 h 90346"/>
                      <a:gd name="connsiteX10" fmla="*/ 48707 w 59561"/>
                      <a:gd name="connsiteY10" fmla="*/ 5364 h 90346"/>
                      <a:gd name="connsiteX11" fmla="*/ 34699 w 59561"/>
                      <a:gd name="connsiteY11" fmla="*/ 8556 h 90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9561" h="90346">
                        <a:moveTo>
                          <a:pt x="34699" y="8556"/>
                        </a:moveTo>
                        <a:cubicBezTo>
                          <a:pt x="32571" y="7270"/>
                          <a:pt x="33280" y="4212"/>
                          <a:pt x="34344" y="1419"/>
                        </a:cubicBezTo>
                        <a:cubicBezTo>
                          <a:pt x="34521" y="931"/>
                          <a:pt x="34743" y="488"/>
                          <a:pt x="34920" y="0"/>
                        </a:cubicBezTo>
                        <a:cubicBezTo>
                          <a:pt x="24902" y="4611"/>
                          <a:pt x="14661" y="15117"/>
                          <a:pt x="10760" y="20260"/>
                        </a:cubicBezTo>
                        <a:cubicBezTo>
                          <a:pt x="-2451" y="37681"/>
                          <a:pt x="-4711" y="62285"/>
                          <a:pt x="10849" y="79219"/>
                        </a:cubicBezTo>
                        <a:cubicBezTo>
                          <a:pt x="16479" y="85337"/>
                          <a:pt x="24813" y="90347"/>
                          <a:pt x="33857" y="90347"/>
                        </a:cubicBezTo>
                        <a:cubicBezTo>
                          <a:pt x="48131" y="90347"/>
                          <a:pt x="57839" y="77979"/>
                          <a:pt x="59258" y="66186"/>
                        </a:cubicBezTo>
                        <a:cubicBezTo>
                          <a:pt x="60721" y="54305"/>
                          <a:pt x="56421" y="42469"/>
                          <a:pt x="56421" y="30588"/>
                        </a:cubicBezTo>
                        <a:cubicBezTo>
                          <a:pt x="56421" y="22121"/>
                          <a:pt x="58903" y="13122"/>
                          <a:pt x="54603" y="4877"/>
                        </a:cubicBezTo>
                        <a:cubicBezTo>
                          <a:pt x="54249" y="4167"/>
                          <a:pt x="53850" y="3547"/>
                          <a:pt x="53406" y="2926"/>
                        </a:cubicBezTo>
                        <a:cubicBezTo>
                          <a:pt x="51855" y="3769"/>
                          <a:pt x="50303" y="4566"/>
                          <a:pt x="48707" y="5364"/>
                        </a:cubicBezTo>
                        <a:cubicBezTo>
                          <a:pt x="43787" y="7847"/>
                          <a:pt x="37580" y="10285"/>
                          <a:pt x="34699" y="8556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10" name="Forme libre : forme 19909">
                    <a:extLst>
                      <a:ext uri="{FF2B5EF4-FFF2-40B4-BE49-F238E27FC236}">
                        <a16:creationId xmlns:a16="http://schemas.microsoft.com/office/drawing/2014/main" id="{3A41B1A6-C3C9-4EE7-89A0-ECCBDC337E96}"/>
                      </a:ext>
                    </a:extLst>
                  </p:cNvPr>
                  <p:cNvSpPr/>
                  <p:nvPr/>
                </p:nvSpPr>
                <p:spPr>
                  <a:xfrm>
                    <a:off x="6459643" y="6117478"/>
                    <a:ext cx="20129" cy="11397"/>
                  </a:xfrm>
                  <a:custGeom>
                    <a:avLst/>
                    <a:gdLst>
                      <a:gd name="connsiteX0" fmla="*/ 1600 w 20129"/>
                      <a:gd name="connsiteY0" fmla="*/ 2278 h 11397"/>
                      <a:gd name="connsiteX1" fmla="*/ 1023 w 20129"/>
                      <a:gd name="connsiteY1" fmla="*/ 3696 h 11397"/>
                      <a:gd name="connsiteX2" fmla="*/ 1378 w 20129"/>
                      <a:gd name="connsiteY2" fmla="*/ 10834 h 11397"/>
                      <a:gd name="connsiteX3" fmla="*/ 15431 w 20129"/>
                      <a:gd name="connsiteY3" fmla="*/ 7642 h 11397"/>
                      <a:gd name="connsiteX4" fmla="*/ 20130 w 20129"/>
                      <a:gd name="connsiteY4" fmla="*/ 5204 h 11397"/>
                      <a:gd name="connsiteX5" fmla="*/ 1600 w 20129"/>
                      <a:gd name="connsiteY5" fmla="*/ 2278 h 11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29" h="11397">
                        <a:moveTo>
                          <a:pt x="1600" y="2278"/>
                        </a:moveTo>
                        <a:cubicBezTo>
                          <a:pt x="1422" y="2765"/>
                          <a:pt x="1200" y="3209"/>
                          <a:pt x="1023" y="3696"/>
                        </a:cubicBezTo>
                        <a:cubicBezTo>
                          <a:pt x="-41" y="6489"/>
                          <a:pt x="-750" y="9548"/>
                          <a:pt x="1378" y="10834"/>
                        </a:cubicBezTo>
                        <a:cubicBezTo>
                          <a:pt x="4259" y="12518"/>
                          <a:pt x="10421" y="10124"/>
                          <a:pt x="15431" y="7642"/>
                        </a:cubicBezTo>
                        <a:cubicBezTo>
                          <a:pt x="17027" y="6844"/>
                          <a:pt x="18578" y="6046"/>
                          <a:pt x="20130" y="5204"/>
                        </a:cubicBezTo>
                        <a:cubicBezTo>
                          <a:pt x="15564" y="-1313"/>
                          <a:pt x="8648" y="-1003"/>
                          <a:pt x="1600" y="227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11" name="Forme libre : forme 19910">
                    <a:extLst>
                      <a:ext uri="{FF2B5EF4-FFF2-40B4-BE49-F238E27FC236}">
                        <a16:creationId xmlns:a16="http://schemas.microsoft.com/office/drawing/2014/main" id="{0DD32F51-1829-4680-81C8-FA05B9001FAB}"/>
                      </a:ext>
                    </a:extLst>
                  </p:cNvPr>
                  <p:cNvSpPr/>
                  <p:nvPr/>
                </p:nvSpPr>
                <p:spPr>
                  <a:xfrm>
                    <a:off x="6354661" y="6217192"/>
                    <a:ext cx="70363" cy="40406"/>
                  </a:xfrm>
                  <a:custGeom>
                    <a:avLst/>
                    <a:gdLst>
                      <a:gd name="connsiteX0" fmla="*/ 36495 w 70363"/>
                      <a:gd name="connsiteY0" fmla="*/ 1511 h 40406"/>
                      <a:gd name="connsiteX1" fmla="*/ 23328 w 70363"/>
                      <a:gd name="connsiteY1" fmla="*/ 8914 h 40406"/>
                      <a:gd name="connsiteX2" fmla="*/ 7059 w 70363"/>
                      <a:gd name="connsiteY2" fmla="*/ 20396 h 40406"/>
                      <a:gd name="connsiteX3" fmla="*/ 232 w 70363"/>
                      <a:gd name="connsiteY3" fmla="*/ 36754 h 40406"/>
                      <a:gd name="connsiteX4" fmla="*/ 1207 w 70363"/>
                      <a:gd name="connsiteY4" fmla="*/ 38971 h 40406"/>
                      <a:gd name="connsiteX5" fmla="*/ 6571 w 70363"/>
                      <a:gd name="connsiteY5" fmla="*/ 40390 h 40406"/>
                      <a:gd name="connsiteX6" fmla="*/ 21555 w 70363"/>
                      <a:gd name="connsiteY6" fmla="*/ 36222 h 40406"/>
                      <a:gd name="connsiteX7" fmla="*/ 21998 w 70363"/>
                      <a:gd name="connsiteY7" fmla="*/ 36045 h 40406"/>
                      <a:gd name="connsiteX8" fmla="*/ 21865 w 70363"/>
                      <a:gd name="connsiteY8" fmla="*/ 35646 h 40406"/>
                      <a:gd name="connsiteX9" fmla="*/ 25678 w 70363"/>
                      <a:gd name="connsiteY9" fmla="*/ 24608 h 40406"/>
                      <a:gd name="connsiteX10" fmla="*/ 38179 w 70363"/>
                      <a:gd name="connsiteY10" fmla="*/ 15564 h 40406"/>
                      <a:gd name="connsiteX11" fmla="*/ 60611 w 70363"/>
                      <a:gd name="connsiteY11" fmla="*/ 12550 h 40406"/>
                      <a:gd name="connsiteX12" fmla="*/ 70363 w 70363"/>
                      <a:gd name="connsiteY12" fmla="*/ 2575 h 40406"/>
                      <a:gd name="connsiteX13" fmla="*/ 36495 w 70363"/>
                      <a:gd name="connsiteY13" fmla="*/ 1511 h 40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0363" h="40406">
                        <a:moveTo>
                          <a:pt x="36495" y="1511"/>
                        </a:moveTo>
                        <a:cubicBezTo>
                          <a:pt x="31485" y="3107"/>
                          <a:pt x="27495" y="6166"/>
                          <a:pt x="23328" y="8914"/>
                        </a:cubicBezTo>
                        <a:cubicBezTo>
                          <a:pt x="17787" y="12638"/>
                          <a:pt x="11758" y="15963"/>
                          <a:pt x="7059" y="20396"/>
                        </a:cubicBezTo>
                        <a:cubicBezTo>
                          <a:pt x="2360" y="24874"/>
                          <a:pt x="-921" y="30770"/>
                          <a:pt x="232" y="36754"/>
                        </a:cubicBezTo>
                        <a:cubicBezTo>
                          <a:pt x="365" y="37552"/>
                          <a:pt x="631" y="38350"/>
                          <a:pt x="1207" y="38971"/>
                        </a:cubicBezTo>
                        <a:cubicBezTo>
                          <a:pt x="2404" y="40257"/>
                          <a:pt x="4665" y="40478"/>
                          <a:pt x="6571" y="40390"/>
                        </a:cubicBezTo>
                        <a:cubicBezTo>
                          <a:pt x="11891" y="40079"/>
                          <a:pt x="16856" y="38261"/>
                          <a:pt x="21555" y="36222"/>
                        </a:cubicBezTo>
                        <a:cubicBezTo>
                          <a:pt x="21688" y="36178"/>
                          <a:pt x="21821" y="36089"/>
                          <a:pt x="21998" y="36045"/>
                        </a:cubicBezTo>
                        <a:cubicBezTo>
                          <a:pt x="21954" y="35912"/>
                          <a:pt x="21910" y="35779"/>
                          <a:pt x="21865" y="35646"/>
                        </a:cubicBezTo>
                        <a:cubicBezTo>
                          <a:pt x="21023" y="31700"/>
                          <a:pt x="23018" y="27799"/>
                          <a:pt x="25678" y="24608"/>
                        </a:cubicBezTo>
                        <a:cubicBezTo>
                          <a:pt x="28870" y="20795"/>
                          <a:pt x="33214" y="17736"/>
                          <a:pt x="38179" y="15564"/>
                        </a:cubicBezTo>
                        <a:cubicBezTo>
                          <a:pt x="43455" y="13259"/>
                          <a:pt x="54094" y="10067"/>
                          <a:pt x="60611" y="12550"/>
                        </a:cubicBezTo>
                        <a:cubicBezTo>
                          <a:pt x="65576" y="9047"/>
                          <a:pt x="70230" y="5279"/>
                          <a:pt x="70363" y="2575"/>
                        </a:cubicBezTo>
                        <a:cubicBezTo>
                          <a:pt x="60345" y="758"/>
                          <a:pt x="46247" y="-1592"/>
                          <a:pt x="36495" y="151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12" name="Forme libre : forme 19911">
                    <a:extLst>
                      <a:ext uri="{FF2B5EF4-FFF2-40B4-BE49-F238E27FC236}">
                        <a16:creationId xmlns:a16="http://schemas.microsoft.com/office/drawing/2014/main" id="{CF3C2E59-F159-4711-95E4-0A7A0C5253F9}"/>
                      </a:ext>
                    </a:extLst>
                  </p:cNvPr>
                  <p:cNvSpPr/>
                  <p:nvPr/>
                </p:nvSpPr>
                <p:spPr>
                  <a:xfrm>
                    <a:off x="6363616" y="6281764"/>
                    <a:ext cx="58658" cy="83997"/>
                  </a:xfrm>
                  <a:custGeom>
                    <a:avLst/>
                    <a:gdLst>
                      <a:gd name="connsiteX0" fmla="*/ 28337 w 58658"/>
                      <a:gd name="connsiteY0" fmla="*/ 952 h 83997"/>
                      <a:gd name="connsiteX1" fmla="*/ 30509 w 58658"/>
                      <a:gd name="connsiteY1" fmla="*/ 1883 h 83997"/>
                      <a:gd name="connsiteX2" fmla="*/ 34942 w 58658"/>
                      <a:gd name="connsiteY2" fmla="*/ 11459 h 83997"/>
                      <a:gd name="connsiteX3" fmla="*/ 26165 w 58658"/>
                      <a:gd name="connsiteY3" fmla="*/ 19040 h 83997"/>
                      <a:gd name="connsiteX4" fmla="*/ 5462 w 58658"/>
                      <a:gd name="connsiteY4" fmla="*/ 29369 h 83997"/>
                      <a:gd name="connsiteX5" fmla="*/ 4930 w 58658"/>
                      <a:gd name="connsiteY5" fmla="*/ 29634 h 83997"/>
                      <a:gd name="connsiteX6" fmla="*/ 2802 w 58658"/>
                      <a:gd name="connsiteY6" fmla="*/ 76493 h 83997"/>
                      <a:gd name="connsiteX7" fmla="*/ 8210 w 58658"/>
                      <a:gd name="connsiteY7" fmla="*/ 83452 h 83997"/>
                      <a:gd name="connsiteX8" fmla="*/ 20313 w 58658"/>
                      <a:gd name="connsiteY8" fmla="*/ 80261 h 83997"/>
                      <a:gd name="connsiteX9" fmla="*/ 52586 w 58658"/>
                      <a:gd name="connsiteY9" fmla="*/ 21079 h 83997"/>
                      <a:gd name="connsiteX10" fmla="*/ 58659 w 58658"/>
                      <a:gd name="connsiteY10" fmla="*/ 5385 h 83997"/>
                      <a:gd name="connsiteX11" fmla="*/ 35119 w 58658"/>
                      <a:gd name="connsiteY11" fmla="*/ 22 h 83997"/>
                      <a:gd name="connsiteX12" fmla="*/ 28337 w 58658"/>
                      <a:gd name="connsiteY12" fmla="*/ 952 h 83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8658" h="83997">
                        <a:moveTo>
                          <a:pt x="28337" y="952"/>
                        </a:moveTo>
                        <a:cubicBezTo>
                          <a:pt x="29090" y="1219"/>
                          <a:pt x="29844" y="1484"/>
                          <a:pt x="30509" y="1883"/>
                        </a:cubicBezTo>
                        <a:cubicBezTo>
                          <a:pt x="33701" y="3878"/>
                          <a:pt x="35829" y="8400"/>
                          <a:pt x="34942" y="11459"/>
                        </a:cubicBezTo>
                        <a:cubicBezTo>
                          <a:pt x="33967" y="15050"/>
                          <a:pt x="29711" y="17311"/>
                          <a:pt x="26165" y="19040"/>
                        </a:cubicBezTo>
                        <a:cubicBezTo>
                          <a:pt x="19249" y="22497"/>
                          <a:pt x="12377" y="25911"/>
                          <a:pt x="5462" y="29369"/>
                        </a:cubicBezTo>
                        <a:cubicBezTo>
                          <a:pt x="5285" y="29457"/>
                          <a:pt x="5107" y="29546"/>
                          <a:pt x="4930" y="29634"/>
                        </a:cubicBezTo>
                        <a:cubicBezTo>
                          <a:pt x="186" y="45018"/>
                          <a:pt x="-2252" y="61065"/>
                          <a:pt x="2802" y="76493"/>
                        </a:cubicBezTo>
                        <a:cubicBezTo>
                          <a:pt x="3689" y="79241"/>
                          <a:pt x="5107" y="82211"/>
                          <a:pt x="8210" y="83452"/>
                        </a:cubicBezTo>
                        <a:cubicBezTo>
                          <a:pt x="12377" y="85092"/>
                          <a:pt x="16944" y="82743"/>
                          <a:pt x="20313" y="80261"/>
                        </a:cubicBezTo>
                        <a:cubicBezTo>
                          <a:pt x="40306" y="65587"/>
                          <a:pt x="52275" y="43643"/>
                          <a:pt x="52586" y="21079"/>
                        </a:cubicBezTo>
                        <a:lnTo>
                          <a:pt x="58659" y="5385"/>
                        </a:lnTo>
                        <a:cubicBezTo>
                          <a:pt x="51433" y="1972"/>
                          <a:pt x="43276" y="-245"/>
                          <a:pt x="35119" y="22"/>
                        </a:cubicBezTo>
                        <a:cubicBezTo>
                          <a:pt x="32859" y="110"/>
                          <a:pt x="30553" y="420"/>
                          <a:pt x="28337" y="95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13" name="Forme libre : forme 19912">
                    <a:extLst>
                      <a:ext uri="{FF2B5EF4-FFF2-40B4-BE49-F238E27FC236}">
                        <a16:creationId xmlns:a16="http://schemas.microsoft.com/office/drawing/2014/main" id="{BAF026CA-0B2C-4237-B0FF-CB10634464A4}"/>
                      </a:ext>
                    </a:extLst>
                  </p:cNvPr>
                  <p:cNvSpPr/>
                  <p:nvPr/>
                </p:nvSpPr>
                <p:spPr>
                  <a:xfrm>
                    <a:off x="6488865" y="6286263"/>
                    <a:ext cx="74338" cy="73445"/>
                  </a:xfrm>
                  <a:custGeom>
                    <a:avLst/>
                    <a:gdLst>
                      <a:gd name="connsiteX0" fmla="*/ 73718 w 74338"/>
                      <a:gd name="connsiteY0" fmla="*/ 12900 h 73445"/>
                      <a:gd name="connsiteX1" fmla="*/ 74250 w 74338"/>
                      <a:gd name="connsiteY1" fmla="*/ 11171 h 73445"/>
                      <a:gd name="connsiteX2" fmla="*/ 72832 w 74338"/>
                      <a:gd name="connsiteY2" fmla="*/ 5275 h 73445"/>
                      <a:gd name="connsiteX3" fmla="*/ 69950 w 74338"/>
                      <a:gd name="connsiteY3" fmla="*/ 0 h 73445"/>
                      <a:gd name="connsiteX4" fmla="*/ 65295 w 74338"/>
                      <a:gd name="connsiteY4" fmla="*/ 3236 h 73445"/>
                      <a:gd name="connsiteX5" fmla="*/ 57936 w 74338"/>
                      <a:gd name="connsiteY5" fmla="*/ 7403 h 73445"/>
                      <a:gd name="connsiteX6" fmla="*/ 57183 w 74338"/>
                      <a:gd name="connsiteY6" fmla="*/ 7359 h 73445"/>
                      <a:gd name="connsiteX7" fmla="*/ 42598 w 74338"/>
                      <a:gd name="connsiteY7" fmla="*/ 14629 h 73445"/>
                      <a:gd name="connsiteX8" fmla="*/ 37145 w 74338"/>
                      <a:gd name="connsiteY8" fmla="*/ 16535 h 73445"/>
                      <a:gd name="connsiteX9" fmla="*/ 28634 w 74338"/>
                      <a:gd name="connsiteY9" fmla="*/ 12501 h 73445"/>
                      <a:gd name="connsiteX10" fmla="*/ 14714 w 74338"/>
                      <a:gd name="connsiteY10" fmla="*/ 25978 h 73445"/>
                      <a:gd name="connsiteX11" fmla="*/ 1858 w 74338"/>
                      <a:gd name="connsiteY11" fmla="*/ 40474 h 73445"/>
                      <a:gd name="connsiteX12" fmla="*/ 4385 w 74338"/>
                      <a:gd name="connsiteY12" fmla="*/ 64058 h 73445"/>
                      <a:gd name="connsiteX13" fmla="*/ 9438 w 74338"/>
                      <a:gd name="connsiteY13" fmla="*/ 69954 h 73445"/>
                      <a:gd name="connsiteX14" fmla="*/ 38963 w 74338"/>
                      <a:gd name="connsiteY14" fmla="*/ 68048 h 73445"/>
                      <a:gd name="connsiteX15" fmla="*/ 63788 w 74338"/>
                      <a:gd name="connsiteY15" fmla="*/ 39100 h 73445"/>
                      <a:gd name="connsiteX16" fmla="*/ 74339 w 74338"/>
                      <a:gd name="connsiteY16" fmla="*/ 14452 h 73445"/>
                      <a:gd name="connsiteX17" fmla="*/ 73718 w 74338"/>
                      <a:gd name="connsiteY17" fmla="*/ 12900 h 73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4338" h="73445">
                        <a:moveTo>
                          <a:pt x="73718" y="12900"/>
                        </a:moveTo>
                        <a:cubicBezTo>
                          <a:pt x="73674" y="12280"/>
                          <a:pt x="73940" y="11703"/>
                          <a:pt x="74250" y="11171"/>
                        </a:cubicBezTo>
                        <a:cubicBezTo>
                          <a:pt x="74073" y="9221"/>
                          <a:pt x="73630" y="7270"/>
                          <a:pt x="72832" y="5275"/>
                        </a:cubicBezTo>
                        <a:cubicBezTo>
                          <a:pt x="71945" y="3192"/>
                          <a:pt x="70970" y="1463"/>
                          <a:pt x="69950" y="0"/>
                        </a:cubicBezTo>
                        <a:cubicBezTo>
                          <a:pt x="68664" y="1285"/>
                          <a:pt x="66980" y="2305"/>
                          <a:pt x="65295" y="3236"/>
                        </a:cubicBezTo>
                        <a:cubicBezTo>
                          <a:pt x="64143" y="5674"/>
                          <a:pt x="61306" y="7403"/>
                          <a:pt x="57936" y="7403"/>
                        </a:cubicBezTo>
                        <a:cubicBezTo>
                          <a:pt x="57670" y="7403"/>
                          <a:pt x="57449" y="7359"/>
                          <a:pt x="57183" y="7359"/>
                        </a:cubicBezTo>
                        <a:cubicBezTo>
                          <a:pt x="52306" y="9797"/>
                          <a:pt x="47474" y="12191"/>
                          <a:pt x="42598" y="14629"/>
                        </a:cubicBezTo>
                        <a:cubicBezTo>
                          <a:pt x="40913" y="15471"/>
                          <a:pt x="39140" y="16358"/>
                          <a:pt x="37145" y="16535"/>
                        </a:cubicBezTo>
                        <a:cubicBezTo>
                          <a:pt x="33732" y="16890"/>
                          <a:pt x="30451" y="15028"/>
                          <a:pt x="28634" y="12501"/>
                        </a:cubicBezTo>
                        <a:cubicBezTo>
                          <a:pt x="22959" y="17909"/>
                          <a:pt x="18039" y="23096"/>
                          <a:pt x="14714" y="25978"/>
                        </a:cubicBezTo>
                        <a:cubicBezTo>
                          <a:pt x="9660" y="30322"/>
                          <a:pt x="4473" y="34800"/>
                          <a:pt x="1858" y="40474"/>
                        </a:cubicBezTo>
                        <a:cubicBezTo>
                          <a:pt x="-1556" y="47966"/>
                          <a:pt x="-4" y="56699"/>
                          <a:pt x="4385" y="64058"/>
                        </a:cubicBezTo>
                        <a:cubicBezTo>
                          <a:pt x="5670" y="66230"/>
                          <a:pt x="7266" y="68314"/>
                          <a:pt x="9438" y="69954"/>
                        </a:cubicBezTo>
                        <a:cubicBezTo>
                          <a:pt x="17551" y="76072"/>
                          <a:pt x="30540" y="73323"/>
                          <a:pt x="38963" y="68048"/>
                        </a:cubicBezTo>
                        <a:cubicBezTo>
                          <a:pt x="50578" y="60778"/>
                          <a:pt x="57759" y="49917"/>
                          <a:pt x="63788" y="39100"/>
                        </a:cubicBezTo>
                        <a:cubicBezTo>
                          <a:pt x="68044" y="31431"/>
                          <a:pt x="73718" y="23096"/>
                          <a:pt x="74339" y="14452"/>
                        </a:cubicBezTo>
                        <a:cubicBezTo>
                          <a:pt x="73940" y="13964"/>
                          <a:pt x="73718" y="13476"/>
                          <a:pt x="73718" y="1290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14" name="Forme libre : forme 19913">
                    <a:extLst>
                      <a:ext uri="{FF2B5EF4-FFF2-40B4-BE49-F238E27FC236}">
                        <a16:creationId xmlns:a16="http://schemas.microsoft.com/office/drawing/2014/main" id="{D82C4FAE-6B4F-4B7F-A7B9-7D6EEC64DFE2}"/>
                      </a:ext>
                    </a:extLst>
                  </p:cNvPr>
                  <p:cNvSpPr/>
                  <p:nvPr/>
                </p:nvSpPr>
                <p:spPr>
                  <a:xfrm>
                    <a:off x="6547386" y="6188776"/>
                    <a:ext cx="66621" cy="57856"/>
                  </a:xfrm>
                  <a:custGeom>
                    <a:avLst/>
                    <a:gdLst>
                      <a:gd name="connsiteX0" fmla="*/ 55849 w 66621"/>
                      <a:gd name="connsiteY0" fmla="*/ 44023 h 57856"/>
                      <a:gd name="connsiteX1" fmla="*/ 55361 w 66621"/>
                      <a:gd name="connsiteY1" fmla="*/ 44290 h 57856"/>
                      <a:gd name="connsiteX2" fmla="*/ 49909 w 66621"/>
                      <a:gd name="connsiteY2" fmla="*/ 46196 h 57856"/>
                      <a:gd name="connsiteX3" fmla="*/ 39934 w 66621"/>
                      <a:gd name="connsiteY3" fmla="*/ 39103 h 57856"/>
                      <a:gd name="connsiteX4" fmla="*/ 43746 w 66621"/>
                      <a:gd name="connsiteY4" fmla="*/ 28064 h 57856"/>
                      <a:gd name="connsiteX5" fmla="*/ 56248 w 66621"/>
                      <a:gd name="connsiteY5" fmla="*/ 19021 h 57856"/>
                      <a:gd name="connsiteX6" fmla="*/ 66621 w 66621"/>
                      <a:gd name="connsiteY6" fmla="*/ 15785 h 57856"/>
                      <a:gd name="connsiteX7" fmla="*/ 64626 w 66621"/>
                      <a:gd name="connsiteY7" fmla="*/ 9401 h 57856"/>
                      <a:gd name="connsiteX8" fmla="*/ 46717 w 66621"/>
                      <a:gd name="connsiteY8" fmla="*/ 3 h 57856"/>
                      <a:gd name="connsiteX9" fmla="*/ 20960 w 66621"/>
                      <a:gd name="connsiteY9" fmla="*/ 14011 h 57856"/>
                      <a:gd name="connsiteX10" fmla="*/ 3716 w 66621"/>
                      <a:gd name="connsiteY10" fmla="*/ 30769 h 57856"/>
                      <a:gd name="connsiteX11" fmla="*/ 435 w 66621"/>
                      <a:gd name="connsiteY11" fmla="*/ 47570 h 57856"/>
                      <a:gd name="connsiteX12" fmla="*/ 7085 w 66621"/>
                      <a:gd name="connsiteY12" fmla="*/ 56746 h 57856"/>
                      <a:gd name="connsiteX13" fmla="*/ 16306 w 66621"/>
                      <a:gd name="connsiteY13" fmla="*/ 57810 h 57856"/>
                      <a:gd name="connsiteX14" fmla="*/ 32619 w 66621"/>
                      <a:gd name="connsiteY14" fmla="*/ 57278 h 57856"/>
                      <a:gd name="connsiteX15" fmla="*/ 45520 w 66621"/>
                      <a:gd name="connsiteY15" fmla="*/ 54929 h 57856"/>
                      <a:gd name="connsiteX16" fmla="*/ 55849 w 66621"/>
                      <a:gd name="connsiteY16" fmla="*/ 44023 h 57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6621" h="57856">
                        <a:moveTo>
                          <a:pt x="55849" y="44023"/>
                        </a:moveTo>
                        <a:cubicBezTo>
                          <a:pt x="55672" y="44112"/>
                          <a:pt x="55538" y="44201"/>
                          <a:pt x="55361" y="44290"/>
                        </a:cubicBezTo>
                        <a:cubicBezTo>
                          <a:pt x="53677" y="45132"/>
                          <a:pt x="51904" y="46019"/>
                          <a:pt x="49909" y="46196"/>
                        </a:cubicBezTo>
                        <a:cubicBezTo>
                          <a:pt x="45209" y="46683"/>
                          <a:pt x="40776" y="43004"/>
                          <a:pt x="39934" y="39103"/>
                        </a:cubicBezTo>
                        <a:cubicBezTo>
                          <a:pt x="39092" y="35202"/>
                          <a:pt x="41087" y="31256"/>
                          <a:pt x="43746" y="28064"/>
                        </a:cubicBezTo>
                        <a:cubicBezTo>
                          <a:pt x="46938" y="24252"/>
                          <a:pt x="51283" y="21193"/>
                          <a:pt x="56248" y="19021"/>
                        </a:cubicBezTo>
                        <a:cubicBezTo>
                          <a:pt x="58819" y="17912"/>
                          <a:pt x="62632" y="16583"/>
                          <a:pt x="66621" y="15785"/>
                        </a:cubicBezTo>
                        <a:cubicBezTo>
                          <a:pt x="66400" y="13612"/>
                          <a:pt x="65823" y="11485"/>
                          <a:pt x="64626" y="9401"/>
                        </a:cubicBezTo>
                        <a:cubicBezTo>
                          <a:pt x="61169" y="3328"/>
                          <a:pt x="54608" y="92"/>
                          <a:pt x="46717" y="3"/>
                        </a:cubicBezTo>
                        <a:cubicBezTo>
                          <a:pt x="33728" y="-174"/>
                          <a:pt x="28718" y="7229"/>
                          <a:pt x="20960" y="14011"/>
                        </a:cubicBezTo>
                        <a:cubicBezTo>
                          <a:pt x="15330" y="19686"/>
                          <a:pt x="7971" y="24252"/>
                          <a:pt x="3716" y="30769"/>
                        </a:cubicBezTo>
                        <a:cubicBezTo>
                          <a:pt x="435" y="35822"/>
                          <a:pt x="-718" y="41807"/>
                          <a:pt x="435" y="47570"/>
                        </a:cubicBezTo>
                        <a:cubicBezTo>
                          <a:pt x="1189" y="51205"/>
                          <a:pt x="3139" y="55017"/>
                          <a:pt x="7085" y="56746"/>
                        </a:cubicBezTo>
                        <a:cubicBezTo>
                          <a:pt x="9922" y="57988"/>
                          <a:pt x="13202" y="57899"/>
                          <a:pt x="16306" y="57810"/>
                        </a:cubicBezTo>
                        <a:cubicBezTo>
                          <a:pt x="21758" y="57633"/>
                          <a:pt x="27167" y="57456"/>
                          <a:pt x="32619" y="57278"/>
                        </a:cubicBezTo>
                        <a:cubicBezTo>
                          <a:pt x="37097" y="57146"/>
                          <a:pt x="41840" y="56924"/>
                          <a:pt x="45520" y="54929"/>
                        </a:cubicBezTo>
                        <a:cubicBezTo>
                          <a:pt x="49598" y="52713"/>
                          <a:pt x="52967" y="48545"/>
                          <a:pt x="55849" y="4402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15" name="Forme libre : forme 19914">
                    <a:extLst>
                      <a:ext uri="{FF2B5EF4-FFF2-40B4-BE49-F238E27FC236}">
                        <a16:creationId xmlns:a16="http://schemas.microsoft.com/office/drawing/2014/main" id="{14F48B44-17AA-4629-9A72-40487EC33F24}"/>
                      </a:ext>
                    </a:extLst>
                  </p:cNvPr>
                  <p:cNvSpPr/>
                  <p:nvPr/>
                </p:nvSpPr>
                <p:spPr>
                  <a:xfrm>
                    <a:off x="6118049" y="6319437"/>
                    <a:ext cx="35392" cy="48765"/>
                  </a:xfrm>
                  <a:custGeom>
                    <a:avLst/>
                    <a:gdLst>
                      <a:gd name="connsiteX0" fmla="*/ 13371 w 35392"/>
                      <a:gd name="connsiteY0" fmla="*/ 651 h 48765"/>
                      <a:gd name="connsiteX1" fmla="*/ 2111 w 35392"/>
                      <a:gd name="connsiteY1" fmla="*/ 14349 h 48765"/>
                      <a:gd name="connsiteX2" fmla="*/ 737 w 35392"/>
                      <a:gd name="connsiteY2" fmla="*/ 31327 h 48765"/>
                      <a:gd name="connsiteX3" fmla="*/ 9116 w 35392"/>
                      <a:gd name="connsiteY3" fmla="*/ 41435 h 48765"/>
                      <a:gd name="connsiteX4" fmla="*/ 21972 w 35392"/>
                      <a:gd name="connsiteY4" fmla="*/ 48528 h 48765"/>
                      <a:gd name="connsiteX5" fmla="*/ 25252 w 35392"/>
                      <a:gd name="connsiteY5" fmla="*/ 48528 h 48765"/>
                      <a:gd name="connsiteX6" fmla="*/ 27336 w 35392"/>
                      <a:gd name="connsiteY6" fmla="*/ 46843 h 48765"/>
                      <a:gd name="connsiteX7" fmla="*/ 30128 w 35392"/>
                      <a:gd name="connsiteY7" fmla="*/ 4729 h 48765"/>
                      <a:gd name="connsiteX8" fmla="*/ 13371 w 35392"/>
                      <a:gd name="connsiteY8" fmla="*/ 651 h 48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392" h="48765">
                        <a:moveTo>
                          <a:pt x="13371" y="651"/>
                        </a:moveTo>
                        <a:cubicBezTo>
                          <a:pt x="3929" y="2424"/>
                          <a:pt x="3264" y="6945"/>
                          <a:pt x="2111" y="14349"/>
                        </a:cubicBezTo>
                        <a:cubicBezTo>
                          <a:pt x="1225" y="20023"/>
                          <a:pt x="-1213" y="25742"/>
                          <a:pt x="737" y="31327"/>
                        </a:cubicBezTo>
                        <a:cubicBezTo>
                          <a:pt x="2111" y="35273"/>
                          <a:pt x="5569" y="38553"/>
                          <a:pt x="9116" y="41435"/>
                        </a:cubicBezTo>
                        <a:cubicBezTo>
                          <a:pt x="12839" y="44494"/>
                          <a:pt x="16962" y="47419"/>
                          <a:pt x="21972" y="48528"/>
                        </a:cubicBezTo>
                        <a:cubicBezTo>
                          <a:pt x="23036" y="48750"/>
                          <a:pt x="24232" y="48927"/>
                          <a:pt x="25252" y="48528"/>
                        </a:cubicBezTo>
                        <a:cubicBezTo>
                          <a:pt x="26139" y="48218"/>
                          <a:pt x="26804" y="47508"/>
                          <a:pt x="27336" y="46843"/>
                        </a:cubicBezTo>
                        <a:cubicBezTo>
                          <a:pt x="35892" y="36470"/>
                          <a:pt x="38862" y="16388"/>
                          <a:pt x="30128" y="4729"/>
                        </a:cubicBezTo>
                        <a:cubicBezTo>
                          <a:pt x="26316" y="-369"/>
                          <a:pt x="20287" y="-635"/>
                          <a:pt x="13371" y="651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16" name="Forme libre : forme 19915">
                    <a:extLst>
                      <a:ext uri="{FF2B5EF4-FFF2-40B4-BE49-F238E27FC236}">
                        <a16:creationId xmlns:a16="http://schemas.microsoft.com/office/drawing/2014/main" id="{A52F20BE-E26F-414B-8B28-6D26DA40A233}"/>
                      </a:ext>
                    </a:extLst>
                  </p:cNvPr>
                  <p:cNvSpPr/>
                  <p:nvPr/>
                </p:nvSpPr>
                <p:spPr>
                  <a:xfrm>
                    <a:off x="6607960" y="6260775"/>
                    <a:ext cx="60758" cy="81750"/>
                  </a:xfrm>
                  <a:custGeom>
                    <a:avLst/>
                    <a:gdLst>
                      <a:gd name="connsiteX0" fmla="*/ 42132 w 60758"/>
                      <a:gd name="connsiteY0" fmla="*/ 35552 h 81750"/>
                      <a:gd name="connsiteX1" fmla="*/ 32158 w 60758"/>
                      <a:gd name="connsiteY1" fmla="*/ 28458 h 81750"/>
                      <a:gd name="connsiteX2" fmla="*/ 35970 w 60758"/>
                      <a:gd name="connsiteY2" fmla="*/ 17420 h 81750"/>
                      <a:gd name="connsiteX3" fmla="*/ 48472 w 60758"/>
                      <a:gd name="connsiteY3" fmla="*/ 8377 h 81750"/>
                      <a:gd name="connsiteX4" fmla="*/ 55210 w 60758"/>
                      <a:gd name="connsiteY4" fmla="*/ 6027 h 81750"/>
                      <a:gd name="connsiteX5" fmla="*/ 52284 w 60758"/>
                      <a:gd name="connsiteY5" fmla="*/ 2880 h 81750"/>
                      <a:gd name="connsiteX6" fmla="*/ 10702 w 60758"/>
                      <a:gd name="connsiteY6" fmla="*/ 17597 h 81750"/>
                      <a:gd name="connsiteX7" fmla="*/ 2323 w 60758"/>
                      <a:gd name="connsiteY7" fmla="*/ 62239 h 81750"/>
                      <a:gd name="connsiteX8" fmla="*/ 21164 w 60758"/>
                      <a:gd name="connsiteY8" fmla="*/ 81390 h 81750"/>
                      <a:gd name="connsiteX9" fmla="*/ 44659 w 60758"/>
                      <a:gd name="connsiteY9" fmla="*/ 75494 h 81750"/>
                      <a:gd name="connsiteX10" fmla="*/ 59111 w 60758"/>
                      <a:gd name="connsiteY10" fmla="*/ 63791 h 81750"/>
                      <a:gd name="connsiteX11" fmla="*/ 60441 w 60758"/>
                      <a:gd name="connsiteY11" fmla="*/ 50136 h 81750"/>
                      <a:gd name="connsiteX12" fmla="*/ 58579 w 60758"/>
                      <a:gd name="connsiteY12" fmla="*/ 28148 h 81750"/>
                      <a:gd name="connsiteX13" fmla="*/ 47541 w 60758"/>
                      <a:gd name="connsiteY13" fmla="*/ 33645 h 81750"/>
                      <a:gd name="connsiteX14" fmla="*/ 42132 w 60758"/>
                      <a:gd name="connsiteY14" fmla="*/ 35552 h 81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0758" h="81750">
                        <a:moveTo>
                          <a:pt x="42132" y="35552"/>
                        </a:moveTo>
                        <a:cubicBezTo>
                          <a:pt x="37433" y="36039"/>
                          <a:pt x="33000" y="32360"/>
                          <a:pt x="32158" y="28458"/>
                        </a:cubicBezTo>
                        <a:cubicBezTo>
                          <a:pt x="31315" y="24557"/>
                          <a:pt x="33310" y="20612"/>
                          <a:pt x="35970" y="17420"/>
                        </a:cubicBezTo>
                        <a:cubicBezTo>
                          <a:pt x="39162" y="13608"/>
                          <a:pt x="43507" y="10549"/>
                          <a:pt x="48472" y="8377"/>
                        </a:cubicBezTo>
                        <a:cubicBezTo>
                          <a:pt x="50245" y="7623"/>
                          <a:pt x="52594" y="6737"/>
                          <a:pt x="55210" y="6027"/>
                        </a:cubicBezTo>
                        <a:cubicBezTo>
                          <a:pt x="54456" y="4875"/>
                          <a:pt x="53525" y="3811"/>
                          <a:pt x="52284" y="2880"/>
                        </a:cubicBezTo>
                        <a:cubicBezTo>
                          <a:pt x="39384" y="-6518"/>
                          <a:pt x="17617" y="9396"/>
                          <a:pt x="10702" y="17597"/>
                        </a:cubicBezTo>
                        <a:cubicBezTo>
                          <a:pt x="62" y="30143"/>
                          <a:pt x="-2465" y="46989"/>
                          <a:pt x="2323" y="62239"/>
                        </a:cubicBezTo>
                        <a:cubicBezTo>
                          <a:pt x="4939" y="70573"/>
                          <a:pt x="11056" y="79483"/>
                          <a:pt x="21164" y="81390"/>
                        </a:cubicBezTo>
                        <a:cubicBezTo>
                          <a:pt x="29498" y="82941"/>
                          <a:pt x="37610" y="79218"/>
                          <a:pt x="44659" y="75494"/>
                        </a:cubicBezTo>
                        <a:cubicBezTo>
                          <a:pt x="50422" y="72435"/>
                          <a:pt x="56451" y="69021"/>
                          <a:pt x="59111" y="63791"/>
                        </a:cubicBezTo>
                        <a:cubicBezTo>
                          <a:pt x="61239" y="59579"/>
                          <a:pt x="60840" y="54747"/>
                          <a:pt x="60441" y="50136"/>
                        </a:cubicBezTo>
                        <a:cubicBezTo>
                          <a:pt x="59820" y="42822"/>
                          <a:pt x="59111" y="35463"/>
                          <a:pt x="58579" y="28148"/>
                        </a:cubicBezTo>
                        <a:cubicBezTo>
                          <a:pt x="54900" y="29966"/>
                          <a:pt x="51220" y="31828"/>
                          <a:pt x="47541" y="33645"/>
                        </a:cubicBezTo>
                        <a:cubicBezTo>
                          <a:pt x="45856" y="34488"/>
                          <a:pt x="44127" y="35374"/>
                          <a:pt x="42132" y="3555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17" name="Forme libre : forme 19916">
                    <a:extLst>
                      <a:ext uri="{FF2B5EF4-FFF2-40B4-BE49-F238E27FC236}">
                        <a16:creationId xmlns:a16="http://schemas.microsoft.com/office/drawing/2014/main" id="{EDB1B770-1791-47AF-B701-CC107AD54DCB}"/>
                      </a:ext>
                    </a:extLst>
                  </p:cNvPr>
                  <p:cNvSpPr/>
                  <p:nvPr/>
                </p:nvSpPr>
                <p:spPr>
                  <a:xfrm>
                    <a:off x="6655160" y="6192282"/>
                    <a:ext cx="40398" cy="41508"/>
                  </a:xfrm>
                  <a:custGeom>
                    <a:avLst/>
                    <a:gdLst>
                      <a:gd name="connsiteX0" fmla="*/ 23747 w 40398"/>
                      <a:gd name="connsiteY0" fmla="*/ 2172 h 41508"/>
                      <a:gd name="connsiteX1" fmla="*/ 6680 w 40398"/>
                      <a:gd name="connsiteY1" fmla="*/ 37282 h 41508"/>
                      <a:gd name="connsiteX2" fmla="*/ 18383 w 40398"/>
                      <a:gd name="connsiteY2" fmla="*/ 41316 h 41508"/>
                      <a:gd name="connsiteX3" fmla="*/ 23747 w 40398"/>
                      <a:gd name="connsiteY3" fmla="*/ 2172 h 41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98" h="41508">
                        <a:moveTo>
                          <a:pt x="23747" y="2172"/>
                        </a:moveTo>
                        <a:cubicBezTo>
                          <a:pt x="296" y="-9044"/>
                          <a:pt x="-6575" y="26288"/>
                          <a:pt x="6680" y="37282"/>
                        </a:cubicBezTo>
                        <a:cubicBezTo>
                          <a:pt x="9739" y="39809"/>
                          <a:pt x="14127" y="40873"/>
                          <a:pt x="18383" y="41316"/>
                        </a:cubicBezTo>
                        <a:cubicBezTo>
                          <a:pt x="49503" y="44286"/>
                          <a:pt x="44183" y="11925"/>
                          <a:pt x="23747" y="2172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18" name="Forme libre : forme 19917">
                    <a:extLst>
                      <a:ext uri="{FF2B5EF4-FFF2-40B4-BE49-F238E27FC236}">
                        <a16:creationId xmlns:a16="http://schemas.microsoft.com/office/drawing/2014/main" id="{8FDB1088-D6FC-42FF-AFBF-EA9C6DD5727B}"/>
                      </a:ext>
                    </a:extLst>
                  </p:cNvPr>
                  <p:cNvSpPr/>
                  <p:nvPr/>
                </p:nvSpPr>
                <p:spPr>
                  <a:xfrm>
                    <a:off x="6721588" y="6144116"/>
                    <a:ext cx="65480" cy="61900"/>
                  </a:xfrm>
                  <a:custGeom>
                    <a:avLst/>
                    <a:gdLst>
                      <a:gd name="connsiteX0" fmla="*/ 64999 w 65480"/>
                      <a:gd name="connsiteY0" fmla="*/ 53574 h 61900"/>
                      <a:gd name="connsiteX1" fmla="*/ 61098 w 65480"/>
                      <a:gd name="connsiteY1" fmla="*/ 38989 h 61900"/>
                      <a:gd name="connsiteX2" fmla="*/ 49483 w 65480"/>
                      <a:gd name="connsiteY2" fmla="*/ 26886 h 61900"/>
                      <a:gd name="connsiteX3" fmla="*/ 38888 w 65480"/>
                      <a:gd name="connsiteY3" fmla="*/ 37437 h 61900"/>
                      <a:gd name="connsiteX4" fmla="*/ 17831 w 65480"/>
                      <a:gd name="connsiteY4" fmla="*/ 34689 h 61900"/>
                      <a:gd name="connsiteX5" fmla="*/ 11004 w 65480"/>
                      <a:gd name="connsiteY5" fmla="*/ 27552 h 61900"/>
                      <a:gd name="connsiteX6" fmla="*/ 12644 w 65480"/>
                      <a:gd name="connsiteY6" fmla="*/ 20326 h 61900"/>
                      <a:gd name="connsiteX7" fmla="*/ 24392 w 65480"/>
                      <a:gd name="connsiteY7" fmla="*/ 7603 h 61900"/>
                      <a:gd name="connsiteX8" fmla="*/ 26476 w 65480"/>
                      <a:gd name="connsiteY8" fmla="*/ 6406 h 61900"/>
                      <a:gd name="connsiteX9" fmla="*/ 13043 w 65480"/>
                      <a:gd name="connsiteY9" fmla="*/ 288 h 61900"/>
                      <a:gd name="connsiteX10" fmla="*/ 10561 w 65480"/>
                      <a:gd name="connsiteY10" fmla="*/ 42447 h 61900"/>
                      <a:gd name="connsiteX11" fmla="*/ 19782 w 65480"/>
                      <a:gd name="connsiteY11" fmla="*/ 51135 h 61900"/>
                      <a:gd name="connsiteX12" fmla="*/ 42656 w 65480"/>
                      <a:gd name="connsiteY12" fmla="*/ 58583 h 61900"/>
                      <a:gd name="connsiteX13" fmla="*/ 51877 w 65480"/>
                      <a:gd name="connsiteY13" fmla="*/ 61819 h 61900"/>
                      <a:gd name="connsiteX14" fmla="*/ 64999 w 65480"/>
                      <a:gd name="connsiteY14" fmla="*/ 53574 h 61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5480" h="61900">
                        <a:moveTo>
                          <a:pt x="64999" y="53574"/>
                        </a:moveTo>
                        <a:cubicBezTo>
                          <a:pt x="66462" y="48697"/>
                          <a:pt x="64423" y="43333"/>
                          <a:pt x="61098" y="38989"/>
                        </a:cubicBezTo>
                        <a:cubicBezTo>
                          <a:pt x="57862" y="34778"/>
                          <a:pt x="53739" y="30788"/>
                          <a:pt x="49483" y="26886"/>
                        </a:cubicBezTo>
                        <a:cubicBezTo>
                          <a:pt x="46425" y="30920"/>
                          <a:pt x="43809" y="35265"/>
                          <a:pt x="38888" y="37437"/>
                        </a:cubicBezTo>
                        <a:cubicBezTo>
                          <a:pt x="32416" y="40275"/>
                          <a:pt x="24082" y="38235"/>
                          <a:pt x="17831" y="34689"/>
                        </a:cubicBezTo>
                        <a:cubicBezTo>
                          <a:pt x="14728" y="32915"/>
                          <a:pt x="11713" y="30566"/>
                          <a:pt x="11004" y="27552"/>
                        </a:cubicBezTo>
                        <a:cubicBezTo>
                          <a:pt x="10428" y="25069"/>
                          <a:pt x="11403" y="22587"/>
                          <a:pt x="12644" y="20326"/>
                        </a:cubicBezTo>
                        <a:cubicBezTo>
                          <a:pt x="15349" y="15404"/>
                          <a:pt x="19205" y="10839"/>
                          <a:pt x="24392" y="7603"/>
                        </a:cubicBezTo>
                        <a:cubicBezTo>
                          <a:pt x="25013" y="7203"/>
                          <a:pt x="25722" y="6804"/>
                          <a:pt x="26476" y="6406"/>
                        </a:cubicBezTo>
                        <a:cubicBezTo>
                          <a:pt x="22441" y="3524"/>
                          <a:pt x="17920" y="1130"/>
                          <a:pt x="13043" y="288"/>
                        </a:cubicBezTo>
                        <a:cubicBezTo>
                          <a:pt x="-11073" y="-3658"/>
                          <a:pt x="4487" y="34112"/>
                          <a:pt x="10561" y="42447"/>
                        </a:cubicBezTo>
                        <a:cubicBezTo>
                          <a:pt x="12999" y="45772"/>
                          <a:pt x="15925" y="48919"/>
                          <a:pt x="19782" y="51135"/>
                        </a:cubicBezTo>
                        <a:cubicBezTo>
                          <a:pt x="26564" y="55037"/>
                          <a:pt x="35209" y="55613"/>
                          <a:pt x="42656" y="58583"/>
                        </a:cubicBezTo>
                        <a:cubicBezTo>
                          <a:pt x="45671" y="59780"/>
                          <a:pt x="48597" y="61420"/>
                          <a:pt x="51877" y="61819"/>
                        </a:cubicBezTo>
                        <a:cubicBezTo>
                          <a:pt x="57862" y="62528"/>
                          <a:pt x="63536" y="58494"/>
                          <a:pt x="64999" y="53574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19" name="Forme libre : forme 19918">
                    <a:extLst>
                      <a:ext uri="{FF2B5EF4-FFF2-40B4-BE49-F238E27FC236}">
                        <a16:creationId xmlns:a16="http://schemas.microsoft.com/office/drawing/2014/main" id="{C653A07F-4C86-4EF5-A22B-8E7C0CF3E92D}"/>
                      </a:ext>
                    </a:extLst>
                  </p:cNvPr>
                  <p:cNvSpPr/>
                  <p:nvPr/>
                </p:nvSpPr>
                <p:spPr>
                  <a:xfrm>
                    <a:off x="6745987" y="6232083"/>
                    <a:ext cx="37964" cy="77781"/>
                  </a:xfrm>
                  <a:custGeom>
                    <a:avLst/>
                    <a:gdLst>
                      <a:gd name="connsiteX0" fmla="*/ 24597 w 37964"/>
                      <a:gd name="connsiteY0" fmla="*/ 9938 h 77781"/>
                      <a:gd name="connsiteX1" fmla="*/ 30892 w 37964"/>
                      <a:gd name="connsiteY1" fmla="*/ 3155 h 77781"/>
                      <a:gd name="connsiteX2" fmla="*/ 30493 w 37964"/>
                      <a:gd name="connsiteY2" fmla="*/ 2800 h 77781"/>
                      <a:gd name="connsiteX3" fmla="*/ 259 w 37964"/>
                      <a:gd name="connsiteY3" fmla="*/ 64731 h 77781"/>
                      <a:gd name="connsiteX4" fmla="*/ 2476 w 37964"/>
                      <a:gd name="connsiteY4" fmla="*/ 70981 h 77781"/>
                      <a:gd name="connsiteX5" fmla="*/ 8771 w 37964"/>
                      <a:gd name="connsiteY5" fmla="*/ 75548 h 77781"/>
                      <a:gd name="connsiteX6" fmla="*/ 23312 w 37964"/>
                      <a:gd name="connsiteY6" fmla="*/ 76745 h 77781"/>
                      <a:gd name="connsiteX7" fmla="*/ 28809 w 37964"/>
                      <a:gd name="connsiteY7" fmla="*/ 71647 h 77781"/>
                      <a:gd name="connsiteX8" fmla="*/ 37498 w 37964"/>
                      <a:gd name="connsiteY8" fmla="*/ 30995 h 77781"/>
                      <a:gd name="connsiteX9" fmla="*/ 37453 w 37964"/>
                      <a:gd name="connsiteY9" fmla="*/ 15790 h 77781"/>
                      <a:gd name="connsiteX10" fmla="*/ 33286 w 37964"/>
                      <a:gd name="connsiteY10" fmla="*/ 16809 h 77781"/>
                      <a:gd name="connsiteX11" fmla="*/ 24597 w 37964"/>
                      <a:gd name="connsiteY11" fmla="*/ 9938 h 77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7964" h="77781">
                        <a:moveTo>
                          <a:pt x="24597" y="9938"/>
                        </a:moveTo>
                        <a:cubicBezTo>
                          <a:pt x="24420" y="6613"/>
                          <a:pt x="27124" y="3820"/>
                          <a:pt x="30892" y="3155"/>
                        </a:cubicBezTo>
                        <a:cubicBezTo>
                          <a:pt x="30759" y="3067"/>
                          <a:pt x="30626" y="2889"/>
                          <a:pt x="30493" y="2800"/>
                        </a:cubicBezTo>
                        <a:cubicBezTo>
                          <a:pt x="3540" y="-14710"/>
                          <a:pt x="-1292" y="55244"/>
                          <a:pt x="259" y="64731"/>
                        </a:cubicBezTo>
                        <a:cubicBezTo>
                          <a:pt x="614" y="66903"/>
                          <a:pt x="1102" y="69120"/>
                          <a:pt x="2476" y="70981"/>
                        </a:cubicBezTo>
                        <a:cubicBezTo>
                          <a:pt x="3939" y="72977"/>
                          <a:pt x="6288" y="74439"/>
                          <a:pt x="8771" y="75548"/>
                        </a:cubicBezTo>
                        <a:cubicBezTo>
                          <a:pt x="13293" y="77587"/>
                          <a:pt x="18923" y="78739"/>
                          <a:pt x="23312" y="76745"/>
                        </a:cubicBezTo>
                        <a:cubicBezTo>
                          <a:pt x="25750" y="75636"/>
                          <a:pt x="27479" y="73686"/>
                          <a:pt x="28809" y="71647"/>
                        </a:cubicBezTo>
                        <a:cubicBezTo>
                          <a:pt x="35946" y="60608"/>
                          <a:pt x="36079" y="43541"/>
                          <a:pt x="37498" y="30995"/>
                        </a:cubicBezTo>
                        <a:cubicBezTo>
                          <a:pt x="37941" y="27182"/>
                          <a:pt x="38296" y="21331"/>
                          <a:pt x="37453" y="15790"/>
                        </a:cubicBezTo>
                        <a:cubicBezTo>
                          <a:pt x="36256" y="16410"/>
                          <a:pt x="34838" y="16809"/>
                          <a:pt x="33286" y="16809"/>
                        </a:cubicBezTo>
                        <a:cubicBezTo>
                          <a:pt x="28631" y="16809"/>
                          <a:pt x="24775" y="13751"/>
                          <a:pt x="24597" y="993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20" name="Forme libre : forme 19919">
                    <a:extLst>
                      <a:ext uri="{FF2B5EF4-FFF2-40B4-BE49-F238E27FC236}">
                        <a16:creationId xmlns:a16="http://schemas.microsoft.com/office/drawing/2014/main" id="{27BA19EF-8B3C-4B23-A7A7-1A7C86C42590}"/>
                      </a:ext>
                    </a:extLst>
                  </p:cNvPr>
                  <p:cNvSpPr/>
                  <p:nvPr/>
                </p:nvSpPr>
                <p:spPr>
                  <a:xfrm>
                    <a:off x="6827037" y="6272002"/>
                    <a:ext cx="72416" cy="79931"/>
                  </a:xfrm>
                  <a:custGeom>
                    <a:avLst/>
                    <a:gdLst>
                      <a:gd name="connsiteX0" fmla="*/ 35356 w 72416"/>
                      <a:gd name="connsiteY0" fmla="*/ 4597 h 79931"/>
                      <a:gd name="connsiteX1" fmla="*/ 4280 w 72416"/>
                      <a:gd name="connsiteY1" fmla="*/ 30797 h 79931"/>
                      <a:gd name="connsiteX2" fmla="*/ 5832 w 72416"/>
                      <a:gd name="connsiteY2" fmla="*/ 67724 h 79931"/>
                      <a:gd name="connsiteX3" fmla="*/ 15274 w 72416"/>
                      <a:gd name="connsiteY3" fmla="*/ 76768 h 79931"/>
                      <a:gd name="connsiteX4" fmla="*/ 46439 w 72416"/>
                      <a:gd name="connsiteY4" fmla="*/ 75925 h 79931"/>
                      <a:gd name="connsiteX5" fmla="*/ 58009 w 72416"/>
                      <a:gd name="connsiteY5" fmla="*/ 67192 h 79931"/>
                      <a:gd name="connsiteX6" fmla="*/ 61644 w 72416"/>
                      <a:gd name="connsiteY6" fmla="*/ 56464 h 79931"/>
                      <a:gd name="connsiteX7" fmla="*/ 69535 w 72416"/>
                      <a:gd name="connsiteY7" fmla="*/ 15990 h 79931"/>
                      <a:gd name="connsiteX8" fmla="*/ 62620 w 72416"/>
                      <a:gd name="connsiteY8" fmla="*/ 19403 h 79931"/>
                      <a:gd name="connsiteX9" fmla="*/ 53975 w 72416"/>
                      <a:gd name="connsiteY9" fmla="*/ 12532 h 79931"/>
                      <a:gd name="connsiteX10" fmla="*/ 61910 w 72416"/>
                      <a:gd name="connsiteY10" fmla="*/ 5616 h 79931"/>
                      <a:gd name="connsiteX11" fmla="*/ 70422 w 72416"/>
                      <a:gd name="connsiteY11" fmla="*/ 11867 h 79931"/>
                      <a:gd name="connsiteX12" fmla="*/ 72417 w 72416"/>
                      <a:gd name="connsiteY12" fmla="*/ 3355 h 79931"/>
                      <a:gd name="connsiteX13" fmla="*/ 35356 w 72416"/>
                      <a:gd name="connsiteY13" fmla="*/ 4597 h 79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2416" h="79931">
                        <a:moveTo>
                          <a:pt x="35356" y="4597"/>
                        </a:moveTo>
                        <a:cubicBezTo>
                          <a:pt x="21835" y="10183"/>
                          <a:pt x="10265" y="19271"/>
                          <a:pt x="4280" y="30797"/>
                        </a:cubicBezTo>
                        <a:cubicBezTo>
                          <a:pt x="-1704" y="42367"/>
                          <a:pt x="-1616" y="56376"/>
                          <a:pt x="5832" y="67724"/>
                        </a:cubicBezTo>
                        <a:cubicBezTo>
                          <a:pt x="8137" y="71271"/>
                          <a:pt x="11196" y="74551"/>
                          <a:pt x="15274" y="76768"/>
                        </a:cubicBezTo>
                        <a:cubicBezTo>
                          <a:pt x="24539" y="81866"/>
                          <a:pt x="36952" y="80226"/>
                          <a:pt x="46439" y="75925"/>
                        </a:cubicBezTo>
                        <a:cubicBezTo>
                          <a:pt x="51094" y="73842"/>
                          <a:pt x="55438" y="71049"/>
                          <a:pt x="58009" y="67192"/>
                        </a:cubicBezTo>
                        <a:cubicBezTo>
                          <a:pt x="60181" y="63956"/>
                          <a:pt x="60935" y="60144"/>
                          <a:pt x="61644" y="56464"/>
                        </a:cubicBezTo>
                        <a:cubicBezTo>
                          <a:pt x="64260" y="42988"/>
                          <a:pt x="66920" y="29466"/>
                          <a:pt x="69535" y="15990"/>
                        </a:cubicBezTo>
                        <a:cubicBezTo>
                          <a:pt x="68205" y="18029"/>
                          <a:pt x="65634" y="19403"/>
                          <a:pt x="62620" y="19403"/>
                        </a:cubicBezTo>
                        <a:cubicBezTo>
                          <a:pt x="58054" y="19403"/>
                          <a:pt x="54197" y="16345"/>
                          <a:pt x="53975" y="12532"/>
                        </a:cubicBezTo>
                        <a:cubicBezTo>
                          <a:pt x="53798" y="8720"/>
                          <a:pt x="57344" y="5616"/>
                          <a:pt x="61910" y="5616"/>
                        </a:cubicBezTo>
                        <a:cubicBezTo>
                          <a:pt x="66211" y="5616"/>
                          <a:pt x="69890" y="8320"/>
                          <a:pt x="70422" y="11867"/>
                        </a:cubicBezTo>
                        <a:lnTo>
                          <a:pt x="72417" y="3355"/>
                        </a:lnTo>
                        <a:cubicBezTo>
                          <a:pt x="61112" y="-2274"/>
                          <a:pt x="46749" y="-102"/>
                          <a:pt x="35356" y="4597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21" name="Forme libre : forme 19920">
                    <a:extLst>
                      <a:ext uri="{FF2B5EF4-FFF2-40B4-BE49-F238E27FC236}">
                        <a16:creationId xmlns:a16="http://schemas.microsoft.com/office/drawing/2014/main" id="{B174328F-3E2B-40BD-90A5-47FDF7D49269}"/>
                      </a:ext>
                    </a:extLst>
                  </p:cNvPr>
                  <p:cNvSpPr/>
                  <p:nvPr/>
                </p:nvSpPr>
                <p:spPr>
                  <a:xfrm>
                    <a:off x="6859527" y="6196722"/>
                    <a:ext cx="43391" cy="49070"/>
                  </a:xfrm>
                  <a:custGeom>
                    <a:avLst/>
                    <a:gdLst>
                      <a:gd name="connsiteX0" fmla="*/ 19757 w 43391"/>
                      <a:gd name="connsiteY0" fmla="*/ 32443 h 49070"/>
                      <a:gd name="connsiteX1" fmla="*/ 23569 w 43391"/>
                      <a:gd name="connsiteY1" fmla="*/ 21405 h 49070"/>
                      <a:gd name="connsiteX2" fmla="*/ 36070 w 43391"/>
                      <a:gd name="connsiteY2" fmla="*/ 12361 h 49070"/>
                      <a:gd name="connsiteX3" fmla="*/ 42720 w 43391"/>
                      <a:gd name="connsiteY3" fmla="*/ 10012 h 49070"/>
                      <a:gd name="connsiteX4" fmla="*/ 43341 w 43391"/>
                      <a:gd name="connsiteY4" fmla="*/ 6953 h 49070"/>
                      <a:gd name="connsiteX5" fmla="*/ 3265 w 43391"/>
                      <a:gd name="connsiteY5" fmla="*/ 13957 h 49070"/>
                      <a:gd name="connsiteX6" fmla="*/ 29 w 43391"/>
                      <a:gd name="connsiteY6" fmla="*/ 28187 h 49070"/>
                      <a:gd name="connsiteX7" fmla="*/ 1758 w 43391"/>
                      <a:gd name="connsiteY7" fmla="*/ 42019 h 49070"/>
                      <a:gd name="connsiteX8" fmla="*/ 7432 w 43391"/>
                      <a:gd name="connsiteY8" fmla="*/ 48269 h 49070"/>
                      <a:gd name="connsiteX9" fmla="*/ 23037 w 43391"/>
                      <a:gd name="connsiteY9" fmla="*/ 44856 h 49070"/>
                      <a:gd name="connsiteX10" fmla="*/ 30751 w 43391"/>
                      <a:gd name="connsiteY10" fmla="*/ 39226 h 49070"/>
                      <a:gd name="connsiteX11" fmla="*/ 29687 w 43391"/>
                      <a:gd name="connsiteY11" fmla="*/ 39492 h 49070"/>
                      <a:gd name="connsiteX12" fmla="*/ 19757 w 43391"/>
                      <a:gd name="connsiteY12" fmla="*/ 32443 h 49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391" h="49070">
                        <a:moveTo>
                          <a:pt x="19757" y="32443"/>
                        </a:moveTo>
                        <a:cubicBezTo>
                          <a:pt x="18914" y="28498"/>
                          <a:pt x="20909" y="24597"/>
                          <a:pt x="23569" y="21405"/>
                        </a:cubicBezTo>
                        <a:cubicBezTo>
                          <a:pt x="26761" y="17593"/>
                          <a:pt x="31105" y="14533"/>
                          <a:pt x="36070" y="12361"/>
                        </a:cubicBezTo>
                        <a:cubicBezTo>
                          <a:pt x="37799" y="11608"/>
                          <a:pt x="40149" y="10765"/>
                          <a:pt x="42720" y="10012"/>
                        </a:cubicBezTo>
                        <a:cubicBezTo>
                          <a:pt x="43208" y="9170"/>
                          <a:pt x="43518" y="8238"/>
                          <a:pt x="43341" y="6953"/>
                        </a:cubicBezTo>
                        <a:cubicBezTo>
                          <a:pt x="41035" y="-9361"/>
                          <a:pt x="8053" y="7263"/>
                          <a:pt x="3265" y="13957"/>
                        </a:cubicBezTo>
                        <a:cubicBezTo>
                          <a:pt x="295" y="18125"/>
                          <a:pt x="74" y="23267"/>
                          <a:pt x="29" y="28187"/>
                        </a:cubicBezTo>
                        <a:cubicBezTo>
                          <a:pt x="-60" y="32842"/>
                          <a:pt x="-60" y="37542"/>
                          <a:pt x="1758" y="42019"/>
                        </a:cubicBezTo>
                        <a:cubicBezTo>
                          <a:pt x="2778" y="44546"/>
                          <a:pt x="4595" y="47072"/>
                          <a:pt x="7432" y="48269"/>
                        </a:cubicBezTo>
                        <a:cubicBezTo>
                          <a:pt x="12619" y="50486"/>
                          <a:pt x="18560" y="47693"/>
                          <a:pt x="23037" y="44856"/>
                        </a:cubicBezTo>
                        <a:cubicBezTo>
                          <a:pt x="25741" y="43171"/>
                          <a:pt x="28401" y="41310"/>
                          <a:pt x="30751" y="39226"/>
                        </a:cubicBezTo>
                        <a:cubicBezTo>
                          <a:pt x="30396" y="39314"/>
                          <a:pt x="30041" y="39447"/>
                          <a:pt x="29687" y="39492"/>
                        </a:cubicBezTo>
                        <a:cubicBezTo>
                          <a:pt x="25032" y="40024"/>
                          <a:pt x="20599" y="36389"/>
                          <a:pt x="19757" y="3244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22" name="Forme libre : forme 19921">
                    <a:extLst>
                      <a:ext uri="{FF2B5EF4-FFF2-40B4-BE49-F238E27FC236}">
                        <a16:creationId xmlns:a16="http://schemas.microsoft.com/office/drawing/2014/main" id="{963ADEC1-55FF-4DF9-9CD8-C915C8BBEC46}"/>
                      </a:ext>
                    </a:extLst>
                  </p:cNvPr>
                  <p:cNvSpPr/>
                  <p:nvPr/>
                </p:nvSpPr>
                <p:spPr>
                  <a:xfrm>
                    <a:off x="6872391" y="6125344"/>
                    <a:ext cx="38774" cy="56624"/>
                  </a:xfrm>
                  <a:custGeom>
                    <a:avLst/>
                    <a:gdLst>
                      <a:gd name="connsiteX0" fmla="*/ 17000 w 38774"/>
                      <a:gd name="connsiteY0" fmla="*/ 56608 h 56624"/>
                      <a:gd name="connsiteX1" fmla="*/ 29102 w 38774"/>
                      <a:gd name="connsiteY1" fmla="*/ 50934 h 56624"/>
                      <a:gd name="connsiteX2" fmla="*/ 38545 w 38774"/>
                      <a:gd name="connsiteY2" fmla="*/ 38566 h 56624"/>
                      <a:gd name="connsiteX3" fmla="*/ 31806 w 38774"/>
                      <a:gd name="connsiteY3" fmla="*/ 13829 h 56624"/>
                      <a:gd name="connsiteX4" fmla="*/ 33003 w 38774"/>
                      <a:gd name="connsiteY4" fmla="*/ 219 h 56624"/>
                      <a:gd name="connsiteX5" fmla="*/ 2814 w 38774"/>
                      <a:gd name="connsiteY5" fmla="*/ 15735 h 56624"/>
                      <a:gd name="connsiteX6" fmla="*/ 5030 w 38774"/>
                      <a:gd name="connsiteY6" fmla="*/ 47121 h 56624"/>
                      <a:gd name="connsiteX7" fmla="*/ 17000 w 38774"/>
                      <a:gd name="connsiteY7" fmla="*/ 56608 h 56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774" h="56624">
                        <a:moveTo>
                          <a:pt x="17000" y="56608"/>
                        </a:moveTo>
                        <a:cubicBezTo>
                          <a:pt x="21876" y="56874"/>
                          <a:pt x="25777" y="53771"/>
                          <a:pt x="29102" y="50934"/>
                        </a:cubicBezTo>
                        <a:cubicBezTo>
                          <a:pt x="33225" y="47343"/>
                          <a:pt x="37525" y="43486"/>
                          <a:pt x="38545" y="38566"/>
                        </a:cubicBezTo>
                        <a:cubicBezTo>
                          <a:pt x="40229" y="30231"/>
                          <a:pt x="32117" y="22296"/>
                          <a:pt x="31806" y="13829"/>
                        </a:cubicBezTo>
                        <a:lnTo>
                          <a:pt x="33003" y="219"/>
                        </a:lnTo>
                        <a:cubicBezTo>
                          <a:pt x="20147" y="-1377"/>
                          <a:pt x="7646" y="5938"/>
                          <a:pt x="2814" y="15735"/>
                        </a:cubicBezTo>
                        <a:cubicBezTo>
                          <a:pt x="-2018" y="25532"/>
                          <a:pt x="-201" y="37147"/>
                          <a:pt x="5030" y="47121"/>
                        </a:cubicBezTo>
                        <a:cubicBezTo>
                          <a:pt x="7336" y="51554"/>
                          <a:pt x="11281" y="56342"/>
                          <a:pt x="17000" y="56608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23" name="Forme libre : forme 19922">
                    <a:extLst>
                      <a:ext uri="{FF2B5EF4-FFF2-40B4-BE49-F238E27FC236}">
                        <a16:creationId xmlns:a16="http://schemas.microsoft.com/office/drawing/2014/main" id="{AB4D2C9A-9089-4CD4-A1CD-40D33BB805EE}"/>
                      </a:ext>
                    </a:extLst>
                  </p:cNvPr>
                  <p:cNvSpPr/>
                  <p:nvPr/>
                </p:nvSpPr>
                <p:spPr>
                  <a:xfrm>
                    <a:off x="6967837" y="6113966"/>
                    <a:ext cx="79745" cy="62167"/>
                  </a:xfrm>
                  <a:custGeom>
                    <a:avLst/>
                    <a:gdLst>
                      <a:gd name="connsiteX0" fmla="*/ 79727 w 79745"/>
                      <a:gd name="connsiteY0" fmla="*/ 18469 h 62167"/>
                      <a:gd name="connsiteX1" fmla="*/ 65452 w 79745"/>
                      <a:gd name="connsiteY1" fmla="*/ 869 h 62167"/>
                      <a:gd name="connsiteX2" fmla="*/ 14605 w 79745"/>
                      <a:gd name="connsiteY2" fmla="*/ 9647 h 62167"/>
                      <a:gd name="connsiteX3" fmla="*/ 5960 w 79745"/>
                      <a:gd name="connsiteY3" fmla="*/ 16607 h 62167"/>
                      <a:gd name="connsiteX4" fmla="*/ 2281 w 79745"/>
                      <a:gd name="connsiteY4" fmla="*/ 27424 h 62167"/>
                      <a:gd name="connsiteX5" fmla="*/ 20 w 79745"/>
                      <a:gd name="connsiteY5" fmla="*/ 50343 h 62167"/>
                      <a:gd name="connsiteX6" fmla="*/ 774 w 79745"/>
                      <a:gd name="connsiteY6" fmla="*/ 54687 h 62167"/>
                      <a:gd name="connsiteX7" fmla="*/ 5916 w 79745"/>
                      <a:gd name="connsiteY7" fmla="*/ 58101 h 62167"/>
                      <a:gd name="connsiteX8" fmla="*/ 56542 w 79745"/>
                      <a:gd name="connsiteY8" fmla="*/ 55485 h 62167"/>
                      <a:gd name="connsiteX9" fmla="*/ 79727 w 79745"/>
                      <a:gd name="connsiteY9" fmla="*/ 18469 h 62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9745" h="62167">
                        <a:moveTo>
                          <a:pt x="79727" y="18469"/>
                        </a:moveTo>
                        <a:lnTo>
                          <a:pt x="65452" y="869"/>
                        </a:lnTo>
                        <a:cubicBezTo>
                          <a:pt x="47764" y="-1702"/>
                          <a:pt x="29190" y="1490"/>
                          <a:pt x="14605" y="9647"/>
                        </a:cubicBezTo>
                        <a:cubicBezTo>
                          <a:pt x="11236" y="11509"/>
                          <a:pt x="8044" y="13725"/>
                          <a:pt x="5960" y="16607"/>
                        </a:cubicBezTo>
                        <a:cubicBezTo>
                          <a:pt x="3655" y="19799"/>
                          <a:pt x="2901" y="23656"/>
                          <a:pt x="2281" y="27424"/>
                        </a:cubicBezTo>
                        <a:cubicBezTo>
                          <a:pt x="1084" y="35005"/>
                          <a:pt x="330" y="42674"/>
                          <a:pt x="20" y="50343"/>
                        </a:cubicBezTo>
                        <a:cubicBezTo>
                          <a:pt x="-25" y="51806"/>
                          <a:pt x="-69" y="53357"/>
                          <a:pt x="774" y="54687"/>
                        </a:cubicBezTo>
                        <a:cubicBezTo>
                          <a:pt x="1793" y="56327"/>
                          <a:pt x="3877" y="57303"/>
                          <a:pt x="5916" y="58101"/>
                        </a:cubicBezTo>
                        <a:cubicBezTo>
                          <a:pt x="22185" y="64352"/>
                          <a:pt x="41913" y="63332"/>
                          <a:pt x="56542" y="55485"/>
                        </a:cubicBezTo>
                        <a:cubicBezTo>
                          <a:pt x="71215" y="47639"/>
                          <a:pt x="80215" y="33187"/>
                          <a:pt x="79727" y="1846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24" name="Forme libre : forme 19923">
                    <a:extLst>
                      <a:ext uri="{FF2B5EF4-FFF2-40B4-BE49-F238E27FC236}">
                        <a16:creationId xmlns:a16="http://schemas.microsoft.com/office/drawing/2014/main" id="{E3CA7229-AF8B-4C77-9AFE-EA46A10FE4EE}"/>
                      </a:ext>
                    </a:extLst>
                  </p:cNvPr>
                  <p:cNvSpPr/>
                  <p:nvPr/>
                </p:nvSpPr>
                <p:spPr>
                  <a:xfrm>
                    <a:off x="6961200" y="6189023"/>
                    <a:ext cx="51530" cy="43652"/>
                  </a:xfrm>
                  <a:custGeom>
                    <a:avLst/>
                    <a:gdLst>
                      <a:gd name="connsiteX0" fmla="*/ 30018 w 51530"/>
                      <a:gd name="connsiteY0" fmla="*/ 41383 h 43652"/>
                      <a:gd name="connsiteX1" fmla="*/ 51430 w 51530"/>
                      <a:gd name="connsiteY1" fmla="*/ 13499 h 43652"/>
                      <a:gd name="connsiteX2" fmla="*/ 50233 w 51530"/>
                      <a:gd name="connsiteY2" fmla="*/ 8711 h 43652"/>
                      <a:gd name="connsiteX3" fmla="*/ 42387 w 51530"/>
                      <a:gd name="connsiteY3" fmla="*/ 14430 h 43652"/>
                      <a:gd name="connsiteX4" fmla="*/ 33742 w 51530"/>
                      <a:gd name="connsiteY4" fmla="*/ 7559 h 43652"/>
                      <a:gd name="connsiteX5" fmla="*/ 38929 w 51530"/>
                      <a:gd name="connsiteY5" fmla="*/ 1086 h 43652"/>
                      <a:gd name="connsiteX6" fmla="*/ 7099 w 51530"/>
                      <a:gd name="connsiteY6" fmla="*/ 1618 h 43652"/>
                      <a:gd name="connsiteX7" fmla="*/ 2178 w 51530"/>
                      <a:gd name="connsiteY7" fmla="*/ 2948 h 43652"/>
                      <a:gd name="connsiteX8" fmla="*/ 1026 w 51530"/>
                      <a:gd name="connsiteY8" fmla="*/ 11992 h 43652"/>
                      <a:gd name="connsiteX9" fmla="*/ 30018 w 51530"/>
                      <a:gd name="connsiteY9" fmla="*/ 41383 h 43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1530" h="43652">
                        <a:moveTo>
                          <a:pt x="30018" y="41383"/>
                        </a:moveTo>
                        <a:cubicBezTo>
                          <a:pt x="51120" y="51490"/>
                          <a:pt x="51962" y="25247"/>
                          <a:pt x="51430" y="13499"/>
                        </a:cubicBezTo>
                        <a:cubicBezTo>
                          <a:pt x="51342" y="11681"/>
                          <a:pt x="50898" y="10130"/>
                          <a:pt x="50233" y="8711"/>
                        </a:cubicBezTo>
                        <a:cubicBezTo>
                          <a:pt x="49701" y="11947"/>
                          <a:pt x="46465" y="14385"/>
                          <a:pt x="42387" y="14430"/>
                        </a:cubicBezTo>
                        <a:cubicBezTo>
                          <a:pt x="37821" y="14430"/>
                          <a:pt x="33964" y="11371"/>
                          <a:pt x="33742" y="7559"/>
                        </a:cubicBezTo>
                        <a:cubicBezTo>
                          <a:pt x="33609" y="4588"/>
                          <a:pt x="35781" y="2017"/>
                          <a:pt x="38929" y="1086"/>
                        </a:cubicBezTo>
                        <a:cubicBezTo>
                          <a:pt x="28999" y="-1175"/>
                          <a:pt x="15434" y="643"/>
                          <a:pt x="7099" y="1618"/>
                        </a:cubicBezTo>
                        <a:cubicBezTo>
                          <a:pt x="5370" y="1840"/>
                          <a:pt x="3553" y="2062"/>
                          <a:pt x="2178" y="2948"/>
                        </a:cubicBezTo>
                        <a:cubicBezTo>
                          <a:pt x="-836" y="4898"/>
                          <a:pt x="-215" y="8888"/>
                          <a:pt x="1026" y="11992"/>
                        </a:cubicBezTo>
                        <a:cubicBezTo>
                          <a:pt x="5947" y="24183"/>
                          <a:pt x="16498" y="34911"/>
                          <a:pt x="30018" y="4138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25" name="Forme libre : forme 19924">
                    <a:extLst>
                      <a:ext uri="{FF2B5EF4-FFF2-40B4-BE49-F238E27FC236}">
                        <a16:creationId xmlns:a16="http://schemas.microsoft.com/office/drawing/2014/main" id="{100C806C-63E4-4A11-9A55-A6B82EEFD54D}"/>
                      </a:ext>
                    </a:extLst>
                  </p:cNvPr>
                  <p:cNvSpPr/>
                  <p:nvPr/>
                </p:nvSpPr>
                <p:spPr>
                  <a:xfrm>
                    <a:off x="6953053" y="6286974"/>
                    <a:ext cx="57449" cy="65430"/>
                  </a:xfrm>
                  <a:custGeom>
                    <a:avLst/>
                    <a:gdLst>
                      <a:gd name="connsiteX0" fmla="*/ 52218 w 57449"/>
                      <a:gd name="connsiteY0" fmla="*/ 9973 h 65430"/>
                      <a:gd name="connsiteX1" fmla="*/ 12321 w 57449"/>
                      <a:gd name="connsiteY1" fmla="*/ 14406 h 65430"/>
                      <a:gd name="connsiteX2" fmla="*/ 1193 w 57449"/>
                      <a:gd name="connsiteY2" fmla="*/ 42290 h 65430"/>
                      <a:gd name="connsiteX3" fmla="*/ 14581 w 57449"/>
                      <a:gd name="connsiteY3" fmla="*/ 57939 h 65430"/>
                      <a:gd name="connsiteX4" fmla="*/ 22694 w 57449"/>
                      <a:gd name="connsiteY4" fmla="*/ 65431 h 65430"/>
                      <a:gd name="connsiteX5" fmla="*/ 57449 w 57449"/>
                      <a:gd name="connsiteY5" fmla="*/ 55501 h 65430"/>
                      <a:gd name="connsiteX6" fmla="*/ 52484 w 57449"/>
                      <a:gd name="connsiteY6" fmla="*/ 36926 h 65430"/>
                      <a:gd name="connsiteX7" fmla="*/ 52218 w 57449"/>
                      <a:gd name="connsiteY7" fmla="*/ 9973 h 6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449" h="65430">
                        <a:moveTo>
                          <a:pt x="52218" y="9973"/>
                        </a:moveTo>
                        <a:cubicBezTo>
                          <a:pt x="47475" y="-10907"/>
                          <a:pt x="22118" y="6205"/>
                          <a:pt x="12321" y="14406"/>
                        </a:cubicBezTo>
                        <a:cubicBezTo>
                          <a:pt x="3632" y="21676"/>
                          <a:pt x="-2752" y="32316"/>
                          <a:pt x="1193" y="42290"/>
                        </a:cubicBezTo>
                        <a:cubicBezTo>
                          <a:pt x="3587" y="48408"/>
                          <a:pt x="9395" y="53152"/>
                          <a:pt x="14581" y="57939"/>
                        </a:cubicBezTo>
                        <a:cubicBezTo>
                          <a:pt x="17286" y="60421"/>
                          <a:pt x="19946" y="62949"/>
                          <a:pt x="22694" y="65431"/>
                        </a:cubicBezTo>
                        <a:lnTo>
                          <a:pt x="57449" y="55501"/>
                        </a:lnTo>
                        <a:cubicBezTo>
                          <a:pt x="55011" y="49472"/>
                          <a:pt x="53282" y="43221"/>
                          <a:pt x="52484" y="36926"/>
                        </a:cubicBezTo>
                        <a:cubicBezTo>
                          <a:pt x="51288" y="27971"/>
                          <a:pt x="54213" y="18706"/>
                          <a:pt x="52218" y="9973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26" name="Forme libre : forme 19925">
                    <a:extLst>
                      <a:ext uri="{FF2B5EF4-FFF2-40B4-BE49-F238E27FC236}">
                        <a16:creationId xmlns:a16="http://schemas.microsoft.com/office/drawing/2014/main" id="{1B9AAB2A-B5B9-456F-BC08-EC3BBCC9F4AC}"/>
                      </a:ext>
                    </a:extLst>
                  </p:cNvPr>
                  <p:cNvSpPr/>
                  <p:nvPr/>
                </p:nvSpPr>
                <p:spPr>
                  <a:xfrm>
                    <a:off x="7124258" y="6113555"/>
                    <a:ext cx="101738" cy="95944"/>
                  </a:xfrm>
                  <a:custGeom>
                    <a:avLst/>
                    <a:gdLst>
                      <a:gd name="connsiteX0" fmla="*/ 93758 w 101738"/>
                      <a:gd name="connsiteY0" fmla="*/ 65560 h 95944"/>
                      <a:gd name="connsiteX1" fmla="*/ 48451 w 101738"/>
                      <a:gd name="connsiteY1" fmla="*/ 19411 h 95944"/>
                      <a:gd name="connsiteX2" fmla="*/ 36216 w 101738"/>
                      <a:gd name="connsiteY2" fmla="*/ 659 h 95944"/>
                      <a:gd name="connsiteX3" fmla="*/ 6160 w 101738"/>
                      <a:gd name="connsiteY3" fmla="*/ 10945 h 95944"/>
                      <a:gd name="connsiteX4" fmla="*/ 530 w 101738"/>
                      <a:gd name="connsiteY4" fmla="*/ 33908 h 95944"/>
                      <a:gd name="connsiteX5" fmla="*/ 9751 w 101738"/>
                      <a:gd name="connsiteY5" fmla="*/ 57048 h 95944"/>
                      <a:gd name="connsiteX6" fmla="*/ 31118 w 101738"/>
                      <a:gd name="connsiteY6" fmla="*/ 81120 h 95944"/>
                      <a:gd name="connsiteX7" fmla="*/ 62770 w 101738"/>
                      <a:gd name="connsiteY7" fmla="*/ 94154 h 95944"/>
                      <a:gd name="connsiteX8" fmla="*/ 95620 w 101738"/>
                      <a:gd name="connsiteY8" fmla="*/ 90385 h 95944"/>
                      <a:gd name="connsiteX9" fmla="*/ 93758 w 101738"/>
                      <a:gd name="connsiteY9" fmla="*/ 65560 h 95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1738" h="95944">
                        <a:moveTo>
                          <a:pt x="93758" y="65560"/>
                        </a:moveTo>
                        <a:cubicBezTo>
                          <a:pt x="72257" y="55586"/>
                          <a:pt x="56254" y="38607"/>
                          <a:pt x="48451" y="19411"/>
                        </a:cubicBezTo>
                        <a:cubicBezTo>
                          <a:pt x="45880" y="13117"/>
                          <a:pt x="45038" y="3231"/>
                          <a:pt x="36216" y="659"/>
                        </a:cubicBezTo>
                        <a:cubicBezTo>
                          <a:pt x="26419" y="-2222"/>
                          <a:pt x="11657" y="4916"/>
                          <a:pt x="6160" y="10945"/>
                        </a:cubicBezTo>
                        <a:cubicBezTo>
                          <a:pt x="397" y="17284"/>
                          <a:pt x="-889" y="25884"/>
                          <a:pt x="530" y="33908"/>
                        </a:cubicBezTo>
                        <a:cubicBezTo>
                          <a:pt x="1993" y="41932"/>
                          <a:pt x="5894" y="49557"/>
                          <a:pt x="9751" y="57048"/>
                        </a:cubicBezTo>
                        <a:cubicBezTo>
                          <a:pt x="14583" y="66403"/>
                          <a:pt x="20213" y="76465"/>
                          <a:pt x="31118" y="81120"/>
                        </a:cubicBezTo>
                        <a:cubicBezTo>
                          <a:pt x="41625" y="85598"/>
                          <a:pt x="51599" y="91228"/>
                          <a:pt x="62770" y="94154"/>
                        </a:cubicBezTo>
                        <a:cubicBezTo>
                          <a:pt x="73986" y="97079"/>
                          <a:pt x="87241" y="96814"/>
                          <a:pt x="95620" y="90385"/>
                        </a:cubicBezTo>
                        <a:cubicBezTo>
                          <a:pt x="104087" y="84002"/>
                          <a:pt x="104042" y="70348"/>
                          <a:pt x="93758" y="6556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27" name="Forme libre : forme 19926">
                    <a:extLst>
                      <a:ext uri="{FF2B5EF4-FFF2-40B4-BE49-F238E27FC236}">
                        <a16:creationId xmlns:a16="http://schemas.microsoft.com/office/drawing/2014/main" id="{AB7CB54D-8072-4C5F-8AD1-B8193212E2F7}"/>
                      </a:ext>
                    </a:extLst>
                  </p:cNvPr>
                  <p:cNvSpPr/>
                  <p:nvPr/>
                </p:nvSpPr>
                <p:spPr>
                  <a:xfrm>
                    <a:off x="7047168" y="6212278"/>
                    <a:ext cx="90387" cy="114503"/>
                  </a:xfrm>
                  <a:custGeom>
                    <a:avLst/>
                    <a:gdLst>
                      <a:gd name="connsiteX0" fmla="*/ 77576 w 90387"/>
                      <a:gd name="connsiteY0" fmla="*/ 80369 h 114503"/>
                      <a:gd name="connsiteX1" fmla="*/ 50091 w 90387"/>
                      <a:gd name="connsiteY1" fmla="*/ 41180 h 114503"/>
                      <a:gd name="connsiteX2" fmla="*/ 49692 w 90387"/>
                      <a:gd name="connsiteY2" fmla="*/ 40426 h 114503"/>
                      <a:gd name="connsiteX3" fmla="*/ 41446 w 90387"/>
                      <a:gd name="connsiteY3" fmla="*/ 44549 h 114503"/>
                      <a:gd name="connsiteX4" fmla="*/ 35994 w 90387"/>
                      <a:gd name="connsiteY4" fmla="*/ 46455 h 114503"/>
                      <a:gd name="connsiteX5" fmla="*/ 26019 w 90387"/>
                      <a:gd name="connsiteY5" fmla="*/ 39363 h 114503"/>
                      <a:gd name="connsiteX6" fmla="*/ 29832 w 90387"/>
                      <a:gd name="connsiteY6" fmla="*/ 28324 h 114503"/>
                      <a:gd name="connsiteX7" fmla="*/ 42333 w 90387"/>
                      <a:gd name="connsiteY7" fmla="*/ 19280 h 114503"/>
                      <a:gd name="connsiteX8" fmla="*/ 53416 w 90387"/>
                      <a:gd name="connsiteY8" fmla="*/ 15912 h 114503"/>
                      <a:gd name="connsiteX9" fmla="*/ 47874 w 90387"/>
                      <a:gd name="connsiteY9" fmla="*/ 2613 h 114503"/>
                      <a:gd name="connsiteX10" fmla="*/ 10681 w 90387"/>
                      <a:gd name="connsiteY10" fmla="*/ 22650 h 114503"/>
                      <a:gd name="connsiteX11" fmla="*/ 2657 w 90387"/>
                      <a:gd name="connsiteY11" fmla="*/ 48805 h 114503"/>
                      <a:gd name="connsiteX12" fmla="*/ 3765 w 90387"/>
                      <a:gd name="connsiteY12" fmla="*/ 94643 h 114503"/>
                      <a:gd name="connsiteX13" fmla="*/ 18128 w 90387"/>
                      <a:gd name="connsiteY13" fmla="*/ 114504 h 114503"/>
                      <a:gd name="connsiteX14" fmla="*/ 90388 w 90387"/>
                      <a:gd name="connsiteY14" fmla="*/ 93845 h 114503"/>
                      <a:gd name="connsiteX15" fmla="*/ 77576 w 90387"/>
                      <a:gd name="connsiteY15" fmla="*/ 80369 h 114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0387" h="114503">
                        <a:moveTo>
                          <a:pt x="77576" y="80369"/>
                        </a:moveTo>
                        <a:cubicBezTo>
                          <a:pt x="65784" y="68754"/>
                          <a:pt x="57849" y="54878"/>
                          <a:pt x="50091" y="41180"/>
                        </a:cubicBezTo>
                        <a:cubicBezTo>
                          <a:pt x="49914" y="40914"/>
                          <a:pt x="49869" y="40693"/>
                          <a:pt x="49692" y="40426"/>
                        </a:cubicBezTo>
                        <a:cubicBezTo>
                          <a:pt x="46944" y="41801"/>
                          <a:pt x="44195" y="43175"/>
                          <a:pt x="41446" y="44549"/>
                        </a:cubicBezTo>
                        <a:cubicBezTo>
                          <a:pt x="39762" y="45391"/>
                          <a:pt x="37989" y="46278"/>
                          <a:pt x="35994" y="46455"/>
                        </a:cubicBezTo>
                        <a:cubicBezTo>
                          <a:pt x="31295" y="46943"/>
                          <a:pt x="26861" y="43264"/>
                          <a:pt x="26019" y="39363"/>
                        </a:cubicBezTo>
                        <a:cubicBezTo>
                          <a:pt x="25177" y="35461"/>
                          <a:pt x="27172" y="31516"/>
                          <a:pt x="29832" y="28324"/>
                        </a:cubicBezTo>
                        <a:cubicBezTo>
                          <a:pt x="33024" y="24512"/>
                          <a:pt x="37368" y="21453"/>
                          <a:pt x="42333" y="19280"/>
                        </a:cubicBezTo>
                        <a:cubicBezTo>
                          <a:pt x="45037" y="18084"/>
                          <a:pt x="49160" y="16709"/>
                          <a:pt x="53416" y="15912"/>
                        </a:cubicBezTo>
                        <a:cubicBezTo>
                          <a:pt x="55056" y="11035"/>
                          <a:pt x="53105" y="6114"/>
                          <a:pt x="47874" y="2613"/>
                        </a:cubicBezTo>
                        <a:cubicBezTo>
                          <a:pt x="33068" y="-7274"/>
                          <a:pt x="16488" y="13429"/>
                          <a:pt x="10681" y="22650"/>
                        </a:cubicBezTo>
                        <a:cubicBezTo>
                          <a:pt x="5671" y="30629"/>
                          <a:pt x="4164" y="39806"/>
                          <a:pt x="2657" y="48805"/>
                        </a:cubicBezTo>
                        <a:cubicBezTo>
                          <a:pt x="174" y="64011"/>
                          <a:pt x="-2264" y="79881"/>
                          <a:pt x="3765" y="94643"/>
                        </a:cubicBezTo>
                        <a:cubicBezTo>
                          <a:pt x="6780" y="102047"/>
                          <a:pt x="11833" y="108696"/>
                          <a:pt x="18128" y="114504"/>
                        </a:cubicBezTo>
                        <a:lnTo>
                          <a:pt x="90388" y="93845"/>
                        </a:lnTo>
                        <a:cubicBezTo>
                          <a:pt x="87107" y="89014"/>
                          <a:pt x="82009" y="84713"/>
                          <a:pt x="77576" y="80369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28" name="Forme libre : forme 19927">
                    <a:extLst>
                      <a:ext uri="{FF2B5EF4-FFF2-40B4-BE49-F238E27FC236}">
                        <a16:creationId xmlns:a16="http://schemas.microsoft.com/office/drawing/2014/main" id="{A7526931-0B88-4548-A52D-F3431C77B151}"/>
                      </a:ext>
                    </a:extLst>
                  </p:cNvPr>
                  <p:cNvSpPr/>
                  <p:nvPr/>
                </p:nvSpPr>
                <p:spPr>
                  <a:xfrm>
                    <a:off x="7231820" y="6173943"/>
                    <a:ext cx="106111" cy="92466"/>
                  </a:xfrm>
                  <a:custGeom>
                    <a:avLst/>
                    <a:gdLst>
                      <a:gd name="connsiteX0" fmla="*/ 93344 w 106111"/>
                      <a:gd name="connsiteY0" fmla="*/ 19580 h 92466"/>
                      <a:gd name="connsiteX1" fmla="*/ 105092 w 106111"/>
                      <a:gd name="connsiteY1" fmla="*/ 6857 h 92466"/>
                      <a:gd name="connsiteX2" fmla="*/ 106111 w 106111"/>
                      <a:gd name="connsiteY2" fmla="*/ 6280 h 92466"/>
                      <a:gd name="connsiteX3" fmla="*/ 87670 w 106111"/>
                      <a:gd name="connsiteY3" fmla="*/ 163 h 92466"/>
                      <a:gd name="connsiteX4" fmla="*/ 56150 w 106111"/>
                      <a:gd name="connsiteY4" fmla="*/ 29554 h 92466"/>
                      <a:gd name="connsiteX5" fmla="*/ 23744 w 106111"/>
                      <a:gd name="connsiteY5" fmla="*/ 51143 h 92466"/>
                      <a:gd name="connsiteX6" fmla="*/ 116 w 106111"/>
                      <a:gd name="connsiteY6" fmla="*/ 78496 h 92466"/>
                      <a:gd name="connsiteX7" fmla="*/ 1136 w 106111"/>
                      <a:gd name="connsiteY7" fmla="*/ 85012 h 92466"/>
                      <a:gd name="connsiteX8" fmla="*/ 8761 w 106111"/>
                      <a:gd name="connsiteY8" fmla="*/ 90509 h 92466"/>
                      <a:gd name="connsiteX9" fmla="*/ 32123 w 106111"/>
                      <a:gd name="connsiteY9" fmla="*/ 91130 h 92466"/>
                      <a:gd name="connsiteX10" fmla="*/ 91571 w 106111"/>
                      <a:gd name="connsiteY10" fmla="*/ 25210 h 92466"/>
                      <a:gd name="connsiteX11" fmla="*/ 93344 w 106111"/>
                      <a:gd name="connsiteY11" fmla="*/ 19580 h 92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6111" h="92466">
                        <a:moveTo>
                          <a:pt x="93344" y="19580"/>
                        </a:moveTo>
                        <a:cubicBezTo>
                          <a:pt x="96048" y="14659"/>
                          <a:pt x="99905" y="10093"/>
                          <a:pt x="105092" y="6857"/>
                        </a:cubicBezTo>
                        <a:cubicBezTo>
                          <a:pt x="105402" y="6635"/>
                          <a:pt x="105801" y="6458"/>
                          <a:pt x="106111" y="6280"/>
                        </a:cubicBezTo>
                        <a:cubicBezTo>
                          <a:pt x="101191" y="2113"/>
                          <a:pt x="95029" y="-724"/>
                          <a:pt x="87670" y="163"/>
                        </a:cubicBezTo>
                        <a:cubicBezTo>
                          <a:pt x="70070" y="2246"/>
                          <a:pt x="65061" y="19491"/>
                          <a:pt x="56150" y="29554"/>
                        </a:cubicBezTo>
                        <a:cubicBezTo>
                          <a:pt x="47861" y="38863"/>
                          <a:pt x="35138" y="44494"/>
                          <a:pt x="23744" y="51143"/>
                        </a:cubicBezTo>
                        <a:cubicBezTo>
                          <a:pt x="12396" y="57837"/>
                          <a:pt x="1446" y="66836"/>
                          <a:pt x="116" y="78496"/>
                        </a:cubicBezTo>
                        <a:cubicBezTo>
                          <a:pt x="-150" y="80668"/>
                          <a:pt x="-17" y="83017"/>
                          <a:pt x="1136" y="85012"/>
                        </a:cubicBezTo>
                        <a:cubicBezTo>
                          <a:pt x="2643" y="87583"/>
                          <a:pt x="5613" y="89356"/>
                          <a:pt x="8761" y="90509"/>
                        </a:cubicBezTo>
                        <a:cubicBezTo>
                          <a:pt x="16164" y="93213"/>
                          <a:pt x="24365" y="92814"/>
                          <a:pt x="32123" y="91130"/>
                        </a:cubicBezTo>
                        <a:lnTo>
                          <a:pt x="91571" y="25210"/>
                        </a:lnTo>
                        <a:cubicBezTo>
                          <a:pt x="91571" y="23259"/>
                          <a:pt x="92369" y="21353"/>
                          <a:pt x="93344" y="19580"/>
                        </a:cubicBezTo>
                        <a:close/>
                      </a:path>
                    </a:pathLst>
                  </a:custGeom>
                  <a:solidFill>
                    <a:srgbClr val="F9E59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29" name="Forme libre : forme 19928">
                    <a:extLst>
                      <a:ext uri="{FF2B5EF4-FFF2-40B4-BE49-F238E27FC236}">
                        <a16:creationId xmlns:a16="http://schemas.microsoft.com/office/drawing/2014/main" id="{9A7D5279-CB70-4E3D-A82A-A9A9C19597B6}"/>
                      </a:ext>
                    </a:extLst>
                  </p:cNvPr>
                  <p:cNvSpPr/>
                  <p:nvPr/>
                </p:nvSpPr>
                <p:spPr>
                  <a:xfrm>
                    <a:off x="4662026" y="6210681"/>
                    <a:ext cx="17075" cy="24646"/>
                  </a:xfrm>
                  <a:custGeom>
                    <a:avLst/>
                    <a:gdLst>
                      <a:gd name="connsiteX0" fmla="*/ 4433 w 17075"/>
                      <a:gd name="connsiteY0" fmla="*/ 5406 h 24646"/>
                      <a:gd name="connsiteX1" fmla="*/ 13078 w 17075"/>
                      <a:gd name="connsiteY1" fmla="*/ 12278 h 24646"/>
                      <a:gd name="connsiteX2" fmla="*/ 5142 w 17075"/>
                      <a:gd name="connsiteY2" fmla="*/ 19194 h 24646"/>
                      <a:gd name="connsiteX3" fmla="*/ 1596 w 17075"/>
                      <a:gd name="connsiteY3" fmla="*/ 18529 h 24646"/>
                      <a:gd name="connsiteX4" fmla="*/ 798 w 17075"/>
                      <a:gd name="connsiteY4" fmla="*/ 24646 h 24646"/>
                      <a:gd name="connsiteX5" fmla="*/ 13831 w 17075"/>
                      <a:gd name="connsiteY5" fmla="*/ 3456 h 24646"/>
                      <a:gd name="connsiteX6" fmla="*/ 0 w 17075"/>
                      <a:gd name="connsiteY6" fmla="*/ 530 h 24646"/>
                      <a:gd name="connsiteX7" fmla="*/ 1685 w 17075"/>
                      <a:gd name="connsiteY7" fmla="*/ 5894 h 24646"/>
                      <a:gd name="connsiteX8" fmla="*/ 4433 w 17075"/>
                      <a:gd name="connsiteY8" fmla="*/ 5406 h 24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075" h="24646">
                        <a:moveTo>
                          <a:pt x="4433" y="5406"/>
                        </a:moveTo>
                        <a:cubicBezTo>
                          <a:pt x="8999" y="5406"/>
                          <a:pt x="12856" y="8465"/>
                          <a:pt x="13078" y="12278"/>
                        </a:cubicBezTo>
                        <a:cubicBezTo>
                          <a:pt x="13255" y="16090"/>
                          <a:pt x="9708" y="19194"/>
                          <a:pt x="5142" y="19194"/>
                        </a:cubicBezTo>
                        <a:cubicBezTo>
                          <a:pt x="3857" y="19194"/>
                          <a:pt x="2660" y="18927"/>
                          <a:pt x="1596" y="18529"/>
                        </a:cubicBezTo>
                        <a:cubicBezTo>
                          <a:pt x="1374" y="20568"/>
                          <a:pt x="1108" y="22607"/>
                          <a:pt x="798" y="24646"/>
                        </a:cubicBezTo>
                        <a:cubicBezTo>
                          <a:pt x="11349" y="19105"/>
                          <a:pt x="22830" y="10416"/>
                          <a:pt x="13831" y="3456"/>
                        </a:cubicBezTo>
                        <a:cubicBezTo>
                          <a:pt x="9354" y="-2"/>
                          <a:pt x="4566" y="-623"/>
                          <a:pt x="0" y="530"/>
                        </a:cubicBezTo>
                        <a:cubicBezTo>
                          <a:pt x="842" y="2126"/>
                          <a:pt x="1374" y="3943"/>
                          <a:pt x="1685" y="5894"/>
                        </a:cubicBezTo>
                        <a:cubicBezTo>
                          <a:pt x="2527" y="5584"/>
                          <a:pt x="3458" y="5451"/>
                          <a:pt x="4433" y="540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30" name="Forme libre : forme 19929">
                    <a:extLst>
                      <a:ext uri="{FF2B5EF4-FFF2-40B4-BE49-F238E27FC236}">
                        <a16:creationId xmlns:a16="http://schemas.microsoft.com/office/drawing/2014/main" id="{B64328CC-14C3-49D9-8B04-1AC8495352C4}"/>
                      </a:ext>
                    </a:extLst>
                  </p:cNvPr>
                  <p:cNvSpPr/>
                  <p:nvPr/>
                </p:nvSpPr>
                <p:spPr>
                  <a:xfrm>
                    <a:off x="4638700" y="6211166"/>
                    <a:ext cx="25010" cy="30382"/>
                  </a:xfrm>
                  <a:custGeom>
                    <a:avLst/>
                    <a:gdLst>
                      <a:gd name="connsiteX0" fmla="*/ 1337 w 25010"/>
                      <a:gd name="connsiteY0" fmla="*/ 19284 h 30382"/>
                      <a:gd name="connsiteX1" fmla="*/ 2357 w 25010"/>
                      <a:gd name="connsiteY1" fmla="*/ 29170 h 30382"/>
                      <a:gd name="connsiteX2" fmla="*/ 13174 w 25010"/>
                      <a:gd name="connsiteY2" fmla="*/ 29081 h 30382"/>
                      <a:gd name="connsiteX3" fmla="*/ 24123 w 25010"/>
                      <a:gd name="connsiteY3" fmla="*/ 24161 h 30382"/>
                      <a:gd name="connsiteX4" fmla="*/ 24921 w 25010"/>
                      <a:gd name="connsiteY4" fmla="*/ 18043 h 30382"/>
                      <a:gd name="connsiteX5" fmla="*/ 19868 w 25010"/>
                      <a:gd name="connsiteY5" fmla="*/ 11837 h 30382"/>
                      <a:gd name="connsiteX6" fmla="*/ 25010 w 25010"/>
                      <a:gd name="connsiteY6" fmla="*/ 5364 h 30382"/>
                      <a:gd name="connsiteX7" fmla="*/ 23325 w 25010"/>
                      <a:gd name="connsiteY7" fmla="*/ 0 h 30382"/>
                      <a:gd name="connsiteX8" fmla="*/ 1337 w 25010"/>
                      <a:gd name="connsiteY8" fmla="*/ 19284 h 3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010" h="30382">
                        <a:moveTo>
                          <a:pt x="1337" y="19284"/>
                        </a:moveTo>
                        <a:cubicBezTo>
                          <a:pt x="-259" y="22520"/>
                          <a:pt x="-968" y="26865"/>
                          <a:pt x="2357" y="29170"/>
                        </a:cubicBezTo>
                        <a:cubicBezTo>
                          <a:pt x="5327" y="31209"/>
                          <a:pt x="9716" y="30323"/>
                          <a:pt x="13174" y="29081"/>
                        </a:cubicBezTo>
                        <a:cubicBezTo>
                          <a:pt x="15701" y="28150"/>
                          <a:pt x="19823" y="26422"/>
                          <a:pt x="24123" y="24161"/>
                        </a:cubicBezTo>
                        <a:cubicBezTo>
                          <a:pt x="24434" y="22165"/>
                          <a:pt x="24700" y="20126"/>
                          <a:pt x="24921" y="18043"/>
                        </a:cubicBezTo>
                        <a:cubicBezTo>
                          <a:pt x="22084" y="16935"/>
                          <a:pt x="20001" y="14585"/>
                          <a:pt x="19868" y="11837"/>
                        </a:cubicBezTo>
                        <a:cubicBezTo>
                          <a:pt x="19735" y="8866"/>
                          <a:pt x="21907" y="6340"/>
                          <a:pt x="25010" y="5364"/>
                        </a:cubicBezTo>
                        <a:cubicBezTo>
                          <a:pt x="24700" y="3414"/>
                          <a:pt x="24212" y="1596"/>
                          <a:pt x="23325" y="0"/>
                        </a:cubicBezTo>
                        <a:cubicBezTo>
                          <a:pt x="13440" y="2438"/>
                          <a:pt x="4485" y="12812"/>
                          <a:pt x="1337" y="1928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31" name="Forme libre : forme 19930">
                    <a:extLst>
                      <a:ext uri="{FF2B5EF4-FFF2-40B4-BE49-F238E27FC236}">
                        <a16:creationId xmlns:a16="http://schemas.microsoft.com/office/drawing/2014/main" id="{92AB4A02-FD25-4B36-B50B-050FB0BF9C08}"/>
                      </a:ext>
                    </a:extLst>
                  </p:cNvPr>
                  <p:cNvSpPr/>
                  <p:nvPr/>
                </p:nvSpPr>
                <p:spPr>
                  <a:xfrm>
                    <a:off x="4839172" y="6219739"/>
                    <a:ext cx="21329" cy="24853"/>
                  </a:xfrm>
                  <a:custGeom>
                    <a:avLst/>
                    <a:gdLst>
                      <a:gd name="connsiteX0" fmla="*/ 4566 w 21329"/>
                      <a:gd name="connsiteY0" fmla="*/ 24853 h 24853"/>
                      <a:gd name="connsiteX1" fmla="*/ 18087 w 21329"/>
                      <a:gd name="connsiteY1" fmla="*/ 3441 h 24853"/>
                      <a:gd name="connsiteX2" fmla="*/ 0 w 21329"/>
                      <a:gd name="connsiteY2" fmla="*/ 2067 h 24853"/>
                      <a:gd name="connsiteX3" fmla="*/ 4566 w 21329"/>
                      <a:gd name="connsiteY3" fmla="*/ 24853 h 24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329" h="24853">
                        <a:moveTo>
                          <a:pt x="4566" y="24853"/>
                        </a:moveTo>
                        <a:cubicBezTo>
                          <a:pt x="15250" y="19312"/>
                          <a:pt x="27219" y="10490"/>
                          <a:pt x="18087" y="3441"/>
                        </a:cubicBezTo>
                        <a:cubicBezTo>
                          <a:pt x="12191" y="-1125"/>
                          <a:pt x="5763" y="-682"/>
                          <a:pt x="0" y="2067"/>
                        </a:cubicBezTo>
                        <a:cubicBezTo>
                          <a:pt x="5896" y="8850"/>
                          <a:pt x="7093" y="17405"/>
                          <a:pt x="4566" y="2485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32" name="Forme libre : forme 19931">
                    <a:extLst>
                      <a:ext uri="{FF2B5EF4-FFF2-40B4-BE49-F238E27FC236}">
                        <a16:creationId xmlns:a16="http://schemas.microsoft.com/office/drawing/2014/main" id="{F39C018E-BA1C-40BF-BADC-198167CCDC65}"/>
                      </a:ext>
                    </a:extLst>
                  </p:cNvPr>
                  <p:cNvSpPr/>
                  <p:nvPr/>
                </p:nvSpPr>
                <p:spPr>
                  <a:xfrm>
                    <a:off x="4820147" y="6221806"/>
                    <a:ext cx="24886" cy="28785"/>
                  </a:xfrm>
                  <a:custGeom>
                    <a:avLst/>
                    <a:gdLst>
                      <a:gd name="connsiteX0" fmla="*/ 1337 w 24886"/>
                      <a:gd name="connsiteY0" fmla="*/ 17688 h 28785"/>
                      <a:gd name="connsiteX1" fmla="*/ 2357 w 24886"/>
                      <a:gd name="connsiteY1" fmla="*/ 27574 h 28785"/>
                      <a:gd name="connsiteX2" fmla="*/ 13174 w 24886"/>
                      <a:gd name="connsiteY2" fmla="*/ 27485 h 28785"/>
                      <a:gd name="connsiteX3" fmla="*/ 23636 w 24886"/>
                      <a:gd name="connsiteY3" fmla="*/ 22786 h 28785"/>
                      <a:gd name="connsiteX4" fmla="*/ 19070 w 24886"/>
                      <a:gd name="connsiteY4" fmla="*/ 0 h 28785"/>
                      <a:gd name="connsiteX5" fmla="*/ 1337 w 24886"/>
                      <a:gd name="connsiteY5" fmla="*/ 17688 h 28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86" h="28785">
                        <a:moveTo>
                          <a:pt x="1337" y="17688"/>
                        </a:moveTo>
                        <a:cubicBezTo>
                          <a:pt x="-259" y="20924"/>
                          <a:pt x="-968" y="25268"/>
                          <a:pt x="2357" y="27574"/>
                        </a:cubicBezTo>
                        <a:cubicBezTo>
                          <a:pt x="5327" y="29613"/>
                          <a:pt x="9716" y="28726"/>
                          <a:pt x="13174" y="27485"/>
                        </a:cubicBezTo>
                        <a:cubicBezTo>
                          <a:pt x="15612" y="26599"/>
                          <a:pt x="19557" y="24914"/>
                          <a:pt x="23636" y="22786"/>
                        </a:cubicBezTo>
                        <a:cubicBezTo>
                          <a:pt x="26163" y="15338"/>
                          <a:pt x="24966" y="6783"/>
                          <a:pt x="19070" y="0"/>
                        </a:cubicBezTo>
                        <a:cubicBezTo>
                          <a:pt x="10913" y="3812"/>
                          <a:pt x="3997" y="12147"/>
                          <a:pt x="1337" y="1768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33" name="Forme libre : forme 19932">
                    <a:extLst>
                      <a:ext uri="{FF2B5EF4-FFF2-40B4-BE49-F238E27FC236}">
                        <a16:creationId xmlns:a16="http://schemas.microsoft.com/office/drawing/2014/main" id="{714BB726-6990-4FE5-BE98-141BBEF873B3}"/>
                      </a:ext>
                    </a:extLst>
                  </p:cNvPr>
                  <p:cNvSpPr/>
                  <p:nvPr/>
                </p:nvSpPr>
                <p:spPr>
                  <a:xfrm>
                    <a:off x="4417807" y="6206331"/>
                    <a:ext cx="38088" cy="24340"/>
                  </a:xfrm>
                  <a:custGeom>
                    <a:avLst/>
                    <a:gdLst>
                      <a:gd name="connsiteX0" fmla="*/ 34844 w 38088"/>
                      <a:gd name="connsiteY0" fmla="*/ 3461 h 24340"/>
                      <a:gd name="connsiteX1" fmla="*/ 0 w 38088"/>
                      <a:gd name="connsiteY1" fmla="*/ 18001 h 24340"/>
                      <a:gd name="connsiteX2" fmla="*/ 22431 w 38088"/>
                      <a:gd name="connsiteY2" fmla="*/ 24341 h 24340"/>
                      <a:gd name="connsiteX3" fmla="*/ 34844 w 38088"/>
                      <a:gd name="connsiteY3" fmla="*/ 3461 h 24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088" h="24340">
                        <a:moveTo>
                          <a:pt x="34844" y="3461"/>
                        </a:moveTo>
                        <a:cubicBezTo>
                          <a:pt x="21545" y="-6869"/>
                          <a:pt x="5674" y="8293"/>
                          <a:pt x="0" y="18001"/>
                        </a:cubicBezTo>
                        <a:cubicBezTo>
                          <a:pt x="5586" y="15075"/>
                          <a:pt x="15782" y="18799"/>
                          <a:pt x="22431" y="24341"/>
                        </a:cubicBezTo>
                        <a:cubicBezTo>
                          <a:pt x="32805" y="18755"/>
                          <a:pt x="43666" y="10287"/>
                          <a:pt x="34844" y="346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34" name="Forme libre : forme 19933">
                    <a:extLst>
                      <a:ext uri="{FF2B5EF4-FFF2-40B4-BE49-F238E27FC236}">
                        <a16:creationId xmlns:a16="http://schemas.microsoft.com/office/drawing/2014/main" id="{EB29BAE2-B3AD-4939-B7BD-E1D1195D2B44}"/>
                      </a:ext>
                    </a:extLst>
                  </p:cNvPr>
                  <p:cNvSpPr/>
                  <p:nvPr/>
                </p:nvSpPr>
                <p:spPr>
                  <a:xfrm>
                    <a:off x="4415494" y="6223303"/>
                    <a:ext cx="24744" cy="13901"/>
                  </a:xfrm>
                  <a:custGeom>
                    <a:avLst/>
                    <a:gdLst>
                      <a:gd name="connsiteX0" fmla="*/ 2313 w 24744"/>
                      <a:gd name="connsiteY0" fmla="*/ 1030 h 13901"/>
                      <a:gd name="connsiteX1" fmla="*/ 1337 w 24744"/>
                      <a:gd name="connsiteY1" fmla="*/ 2803 h 13901"/>
                      <a:gd name="connsiteX2" fmla="*/ 2357 w 24744"/>
                      <a:gd name="connsiteY2" fmla="*/ 12689 h 13901"/>
                      <a:gd name="connsiteX3" fmla="*/ 13174 w 24744"/>
                      <a:gd name="connsiteY3" fmla="*/ 12601 h 13901"/>
                      <a:gd name="connsiteX4" fmla="*/ 24744 w 24744"/>
                      <a:gd name="connsiteY4" fmla="*/ 7369 h 13901"/>
                      <a:gd name="connsiteX5" fmla="*/ 2313 w 24744"/>
                      <a:gd name="connsiteY5" fmla="*/ 1030 h 13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744" h="13901">
                        <a:moveTo>
                          <a:pt x="2313" y="1030"/>
                        </a:moveTo>
                        <a:cubicBezTo>
                          <a:pt x="1958" y="1651"/>
                          <a:pt x="1603" y="2271"/>
                          <a:pt x="1337" y="2803"/>
                        </a:cubicBezTo>
                        <a:cubicBezTo>
                          <a:pt x="-259" y="6039"/>
                          <a:pt x="-968" y="10384"/>
                          <a:pt x="2357" y="12689"/>
                        </a:cubicBezTo>
                        <a:cubicBezTo>
                          <a:pt x="5327" y="14728"/>
                          <a:pt x="9716" y="13842"/>
                          <a:pt x="13174" y="12601"/>
                        </a:cubicBezTo>
                        <a:cubicBezTo>
                          <a:pt x="15834" y="11625"/>
                          <a:pt x="20222" y="9763"/>
                          <a:pt x="24744" y="7369"/>
                        </a:cubicBezTo>
                        <a:cubicBezTo>
                          <a:pt x="18094" y="1784"/>
                          <a:pt x="7898" y="-1896"/>
                          <a:pt x="2313" y="103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35" name="Forme libre : forme 19934">
                    <a:extLst>
                      <a:ext uri="{FF2B5EF4-FFF2-40B4-BE49-F238E27FC236}">
                        <a16:creationId xmlns:a16="http://schemas.microsoft.com/office/drawing/2014/main" id="{8E72FE89-F780-43C0-B260-D69FE6C8E8B1}"/>
                      </a:ext>
                    </a:extLst>
                  </p:cNvPr>
                  <p:cNvSpPr/>
                  <p:nvPr/>
                </p:nvSpPr>
                <p:spPr>
                  <a:xfrm>
                    <a:off x="4895199" y="6216171"/>
                    <a:ext cx="40379" cy="30874"/>
                  </a:xfrm>
                  <a:custGeom>
                    <a:avLst/>
                    <a:gdLst>
                      <a:gd name="connsiteX0" fmla="*/ 37157 w 40379"/>
                      <a:gd name="connsiteY0" fmla="*/ 3463 h 30874"/>
                      <a:gd name="connsiteX1" fmla="*/ 1337 w 40379"/>
                      <a:gd name="connsiteY1" fmla="*/ 19777 h 30874"/>
                      <a:gd name="connsiteX2" fmla="*/ 2357 w 40379"/>
                      <a:gd name="connsiteY2" fmla="*/ 29663 h 30874"/>
                      <a:gd name="connsiteX3" fmla="*/ 13174 w 40379"/>
                      <a:gd name="connsiteY3" fmla="*/ 29574 h 30874"/>
                      <a:gd name="connsiteX4" fmla="*/ 37157 w 40379"/>
                      <a:gd name="connsiteY4" fmla="*/ 3463 h 30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79" h="30874">
                        <a:moveTo>
                          <a:pt x="37157" y="3463"/>
                        </a:moveTo>
                        <a:cubicBezTo>
                          <a:pt x="22971" y="-7531"/>
                          <a:pt x="5948" y="10335"/>
                          <a:pt x="1337" y="19777"/>
                        </a:cubicBezTo>
                        <a:cubicBezTo>
                          <a:pt x="-259" y="23013"/>
                          <a:pt x="-968" y="27357"/>
                          <a:pt x="2357" y="29663"/>
                        </a:cubicBezTo>
                        <a:cubicBezTo>
                          <a:pt x="5327" y="31702"/>
                          <a:pt x="9716" y="30815"/>
                          <a:pt x="13174" y="29574"/>
                        </a:cubicBezTo>
                        <a:cubicBezTo>
                          <a:pt x="21996" y="26382"/>
                          <a:pt x="49747" y="13260"/>
                          <a:pt x="37157" y="346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36" name="Forme libre : forme 19935">
                    <a:extLst>
                      <a:ext uri="{FF2B5EF4-FFF2-40B4-BE49-F238E27FC236}">
                        <a16:creationId xmlns:a16="http://schemas.microsoft.com/office/drawing/2014/main" id="{E38FB0F8-DC00-415A-8261-29ECE70E1A77}"/>
                      </a:ext>
                    </a:extLst>
                  </p:cNvPr>
                  <p:cNvSpPr/>
                  <p:nvPr/>
                </p:nvSpPr>
                <p:spPr>
                  <a:xfrm>
                    <a:off x="5077673" y="6201303"/>
                    <a:ext cx="18758" cy="17222"/>
                  </a:xfrm>
                  <a:custGeom>
                    <a:avLst/>
                    <a:gdLst>
                      <a:gd name="connsiteX0" fmla="*/ 6428 w 18758"/>
                      <a:gd name="connsiteY0" fmla="*/ 7603 h 17222"/>
                      <a:gd name="connsiteX1" fmla="*/ 14319 w 18758"/>
                      <a:gd name="connsiteY1" fmla="*/ 14385 h 17222"/>
                      <a:gd name="connsiteX2" fmla="*/ 13698 w 18758"/>
                      <a:gd name="connsiteY2" fmla="*/ 17223 h 17222"/>
                      <a:gd name="connsiteX3" fmla="*/ 15516 w 18758"/>
                      <a:gd name="connsiteY3" fmla="*/ 3436 h 17222"/>
                      <a:gd name="connsiteX4" fmla="*/ 0 w 18758"/>
                      <a:gd name="connsiteY4" fmla="*/ 997 h 17222"/>
                      <a:gd name="connsiteX5" fmla="*/ 6428 w 18758"/>
                      <a:gd name="connsiteY5" fmla="*/ 7603 h 17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758" h="17222">
                        <a:moveTo>
                          <a:pt x="6428" y="7603"/>
                        </a:moveTo>
                        <a:cubicBezTo>
                          <a:pt x="10684" y="7913"/>
                          <a:pt x="14142" y="10795"/>
                          <a:pt x="14319" y="14385"/>
                        </a:cubicBezTo>
                        <a:cubicBezTo>
                          <a:pt x="14363" y="15405"/>
                          <a:pt x="14142" y="16381"/>
                          <a:pt x="13698" y="17223"/>
                        </a:cubicBezTo>
                        <a:cubicBezTo>
                          <a:pt x="18796" y="12745"/>
                          <a:pt x="21101" y="7736"/>
                          <a:pt x="15516" y="3436"/>
                        </a:cubicBezTo>
                        <a:cubicBezTo>
                          <a:pt x="10462" y="-465"/>
                          <a:pt x="5098" y="-687"/>
                          <a:pt x="0" y="997"/>
                        </a:cubicBezTo>
                        <a:cubicBezTo>
                          <a:pt x="2261" y="2815"/>
                          <a:pt x="4477" y="5076"/>
                          <a:pt x="6428" y="760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37" name="Forme libre : forme 19936">
                    <a:extLst>
                      <a:ext uri="{FF2B5EF4-FFF2-40B4-BE49-F238E27FC236}">
                        <a16:creationId xmlns:a16="http://schemas.microsoft.com/office/drawing/2014/main" id="{11DC50B7-6DBC-4488-9E1A-A33B02493B3F}"/>
                      </a:ext>
                    </a:extLst>
                  </p:cNvPr>
                  <p:cNvSpPr/>
                  <p:nvPr/>
                </p:nvSpPr>
                <p:spPr>
                  <a:xfrm>
                    <a:off x="5056032" y="6202300"/>
                    <a:ext cx="30285" cy="29850"/>
                  </a:xfrm>
                  <a:custGeom>
                    <a:avLst/>
                    <a:gdLst>
                      <a:gd name="connsiteX0" fmla="*/ 1337 w 30285"/>
                      <a:gd name="connsiteY0" fmla="*/ 18752 h 29850"/>
                      <a:gd name="connsiteX1" fmla="*/ 2357 w 30285"/>
                      <a:gd name="connsiteY1" fmla="*/ 28638 h 29850"/>
                      <a:gd name="connsiteX2" fmla="*/ 13174 w 30285"/>
                      <a:gd name="connsiteY2" fmla="*/ 28549 h 29850"/>
                      <a:gd name="connsiteX3" fmla="*/ 30285 w 30285"/>
                      <a:gd name="connsiteY3" fmla="*/ 19993 h 29850"/>
                      <a:gd name="connsiteX4" fmla="*/ 27980 w 30285"/>
                      <a:gd name="connsiteY4" fmla="*/ 20304 h 29850"/>
                      <a:gd name="connsiteX5" fmla="*/ 19336 w 30285"/>
                      <a:gd name="connsiteY5" fmla="*/ 13432 h 29850"/>
                      <a:gd name="connsiteX6" fmla="*/ 27271 w 30285"/>
                      <a:gd name="connsiteY6" fmla="*/ 6517 h 29850"/>
                      <a:gd name="connsiteX7" fmla="*/ 28025 w 30285"/>
                      <a:gd name="connsiteY7" fmla="*/ 6561 h 29850"/>
                      <a:gd name="connsiteX8" fmla="*/ 21641 w 30285"/>
                      <a:gd name="connsiteY8" fmla="*/ 0 h 29850"/>
                      <a:gd name="connsiteX9" fmla="*/ 1337 w 30285"/>
                      <a:gd name="connsiteY9" fmla="*/ 18752 h 29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0285" h="29850">
                        <a:moveTo>
                          <a:pt x="1337" y="18752"/>
                        </a:moveTo>
                        <a:cubicBezTo>
                          <a:pt x="-259" y="21989"/>
                          <a:pt x="-968" y="26333"/>
                          <a:pt x="2357" y="28638"/>
                        </a:cubicBezTo>
                        <a:cubicBezTo>
                          <a:pt x="5327" y="30677"/>
                          <a:pt x="9716" y="29791"/>
                          <a:pt x="13174" y="28549"/>
                        </a:cubicBezTo>
                        <a:cubicBezTo>
                          <a:pt x="16986" y="27175"/>
                          <a:pt x="24212" y="23983"/>
                          <a:pt x="30285" y="19993"/>
                        </a:cubicBezTo>
                        <a:cubicBezTo>
                          <a:pt x="29576" y="20171"/>
                          <a:pt x="28778" y="20304"/>
                          <a:pt x="27980" y="20304"/>
                        </a:cubicBezTo>
                        <a:cubicBezTo>
                          <a:pt x="23414" y="20304"/>
                          <a:pt x="19557" y="17245"/>
                          <a:pt x="19336" y="13432"/>
                        </a:cubicBezTo>
                        <a:cubicBezTo>
                          <a:pt x="19158" y="9620"/>
                          <a:pt x="22705" y="6517"/>
                          <a:pt x="27271" y="6517"/>
                        </a:cubicBezTo>
                        <a:cubicBezTo>
                          <a:pt x="27537" y="6517"/>
                          <a:pt x="27759" y="6561"/>
                          <a:pt x="28025" y="6561"/>
                        </a:cubicBezTo>
                        <a:cubicBezTo>
                          <a:pt x="26074" y="4034"/>
                          <a:pt x="23902" y="1773"/>
                          <a:pt x="21641" y="0"/>
                        </a:cubicBezTo>
                        <a:cubicBezTo>
                          <a:pt x="12464" y="3103"/>
                          <a:pt x="4308" y="12679"/>
                          <a:pt x="1337" y="1875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38" name="Forme libre : forme 19937">
                    <a:extLst>
                      <a:ext uri="{FF2B5EF4-FFF2-40B4-BE49-F238E27FC236}">
                        <a16:creationId xmlns:a16="http://schemas.microsoft.com/office/drawing/2014/main" id="{40D3EB23-0462-49DA-B2CA-41D48CF70C14}"/>
                      </a:ext>
                    </a:extLst>
                  </p:cNvPr>
                  <p:cNvSpPr/>
                  <p:nvPr/>
                </p:nvSpPr>
                <p:spPr>
                  <a:xfrm>
                    <a:off x="5214301" y="6292179"/>
                    <a:ext cx="19594" cy="25692"/>
                  </a:xfrm>
                  <a:custGeom>
                    <a:avLst/>
                    <a:gdLst>
                      <a:gd name="connsiteX0" fmla="*/ 8467 w 19594"/>
                      <a:gd name="connsiteY0" fmla="*/ 11993 h 25692"/>
                      <a:gd name="connsiteX1" fmla="*/ 16403 w 19594"/>
                      <a:gd name="connsiteY1" fmla="*/ 5078 h 25692"/>
                      <a:gd name="connsiteX2" fmla="*/ 19594 w 19594"/>
                      <a:gd name="connsiteY2" fmla="*/ 5610 h 25692"/>
                      <a:gd name="connsiteX3" fmla="*/ 17511 w 19594"/>
                      <a:gd name="connsiteY3" fmla="*/ 3438 h 25692"/>
                      <a:gd name="connsiteX4" fmla="*/ 0 w 19594"/>
                      <a:gd name="connsiteY4" fmla="*/ 1798 h 25692"/>
                      <a:gd name="connsiteX5" fmla="*/ 2305 w 19594"/>
                      <a:gd name="connsiteY5" fmla="*/ 24539 h 25692"/>
                      <a:gd name="connsiteX6" fmla="*/ 2350 w 19594"/>
                      <a:gd name="connsiteY6" fmla="*/ 25692 h 25692"/>
                      <a:gd name="connsiteX7" fmla="*/ 14230 w 19594"/>
                      <a:gd name="connsiteY7" fmla="*/ 18422 h 25692"/>
                      <a:gd name="connsiteX8" fmla="*/ 8467 w 19594"/>
                      <a:gd name="connsiteY8" fmla="*/ 11993 h 25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594" h="25692">
                        <a:moveTo>
                          <a:pt x="8467" y="11993"/>
                        </a:moveTo>
                        <a:cubicBezTo>
                          <a:pt x="8290" y="8181"/>
                          <a:pt x="11836" y="5078"/>
                          <a:pt x="16403" y="5078"/>
                        </a:cubicBezTo>
                        <a:cubicBezTo>
                          <a:pt x="17511" y="5078"/>
                          <a:pt x="18619" y="5256"/>
                          <a:pt x="19594" y="5610"/>
                        </a:cubicBezTo>
                        <a:cubicBezTo>
                          <a:pt x="19062" y="4856"/>
                          <a:pt x="18442" y="4147"/>
                          <a:pt x="17511" y="3438"/>
                        </a:cubicBezTo>
                        <a:cubicBezTo>
                          <a:pt x="11792" y="-995"/>
                          <a:pt x="5630" y="-685"/>
                          <a:pt x="0" y="1798"/>
                        </a:cubicBezTo>
                        <a:cubicBezTo>
                          <a:pt x="2749" y="8713"/>
                          <a:pt x="2527" y="17402"/>
                          <a:pt x="2305" y="24539"/>
                        </a:cubicBezTo>
                        <a:cubicBezTo>
                          <a:pt x="2305" y="24938"/>
                          <a:pt x="2350" y="25337"/>
                          <a:pt x="2350" y="25692"/>
                        </a:cubicBezTo>
                        <a:cubicBezTo>
                          <a:pt x="6384" y="23697"/>
                          <a:pt x="10728" y="21170"/>
                          <a:pt x="14230" y="18422"/>
                        </a:cubicBezTo>
                        <a:cubicBezTo>
                          <a:pt x="10994" y="17447"/>
                          <a:pt x="8600" y="14964"/>
                          <a:pt x="8467" y="1199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39" name="Forme libre : forme 19938">
                    <a:extLst>
                      <a:ext uri="{FF2B5EF4-FFF2-40B4-BE49-F238E27FC236}">
                        <a16:creationId xmlns:a16="http://schemas.microsoft.com/office/drawing/2014/main" id="{4D66B056-43AA-47A3-AF30-8CBB6544AA70}"/>
                      </a:ext>
                    </a:extLst>
                  </p:cNvPr>
                  <p:cNvSpPr/>
                  <p:nvPr/>
                </p:nvSpPr>
                <p:spPr>
                  <a:xfrm>
                    <a:off x="5194655" y="6293932"/>
                    <a:ext cx="22072" cy="29051"/>
                  </a:xfrm>
                  <a:custGeom>
                    <a:avLst/>
                    <a:gdLst>
                      <a:gd name="connsiteX0" fmla="*/ 19646 w 22072"/>
                      <a:gd name="connsiteY0" fmla="*/ 0 h 29051"/>
                      <a:gd name="connsiteX1" fmla="*/ 1337 w 22072"/>
                      <a:gd name="connsiteY1" fmla="*/ 17954 h 29051"/>
                      <a:gd name="connsiteX2" fmla="*/ 2357 w 22072"/>
                      <a:gd name="connsiteY2" fmla="*/ 27840 h 29051"/>
                      <a:gd name="connsiteX3" fmla="*/ 13174 w 22072"/>
                      <a:gd name="connsiteY3" fmla="*/ 27751 h 29051"/>
                      <a:gd name="connsiteX4" fmla="*/ 21996 w 22072"/>
                      <a:gd name="connsiteY4" fmla="*/ 23939 h 29051"/>
                      <a:gd name="connsiteX5" fmla="*/ 21951 w 22072"/>
                      <a:gd name="connsiteY5" fmla="*/ 22786 h 29051"/>
                      <a:gd name="connsiteX6" fmla="*/ 19646 w 22072"/>
                      <a:gd name="connsiteY6" fmla="*/ 0 h 29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072" h="29051">
                        <a:moveTo>
                          <a:pt x="19646" y="0"/>
                        </a:moveTo>
                        <a:cubicBezTo>
                          <a:pt x="11267" y="3724"/>
                          <a:pt x="4086" y="12324"/>
                          <a:pt x="1337" y="17954"/>
                        </a:cubicBezTo>
                        <a:cubicBezTo>
                          <a:pt x="-259" y="21190"/>
                          <a:pt x="-968" y="25535"/>
                          <a:pt x="2357" y="27840"/>
                        </a:cubicBezTo>
                        <a:cubicBezTo>
                          <a:pt x="5327" y="29879"/>
                          <a:pt x="9716" y="28993"/>
                          <a:pt x="13174" y="27751"/>
                        </a:cubicBezTo>
                        <a:cubicBezTo>
                          <a:pt x="15302" y="26997"/>
                          <a:pt x="18493" y="25623"/>
                          <a:pt x="21996" y="23939"/>
                        </a:cubicBezTo>
                        <a:cubicBezTo>
                          <a:pt x="21996" y="23539"/>
                          <a:pt x="21951" y="23141"/>
                          <a:pt x="21951" y="22786"/>
                        </a:cubicBezTo>
                        <a:cubicBezTo>
                          <a:pt x="22173" y="15605"/>
                          <a:pt x="22395" y="6915"/>
                          <a:pt x="19646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40" name="Forme libre : forme 19939">
                    <a:extLst>
                      <a:ext uri="{FF2B5EF4-FFF2-40B4-BE49-F238E27FC236}">
                        <a16:creationId xmlns:a16="http://schemas.microsoft.com/office/drawing/2014/main" id="{9080BC05-819F-43D8-9579-91B8D034AB70}"/>
                      </a:ext>
                    </a:extLst>
                  </p:cNvPr>
                  <p:cNvSpPr/>
                  <p:nvPr/>
                </p:nvSpPr>
                <p:spPr>
                  <a:xfrm>
                    <a:off x="4466039" y="6302252"/>
                    <a:ext cx="32697" cy="17614"/>
                  </a:xfrm>
                  <a:custGeom>
                    <a:avLst/>
                    <a:gdLst>
                      <a:gd name="connsiteX0" fmla="*/ 29480 w 32697"/>
                      <a:gd name="connsiteY0" fmla="*/ 3473 h 17614"/>
                      <a:gd name="connsiteX1" fmla="*/ 0 w 32697"/>
                      <a:gd name="connsiteY1" fmla="*/ 10832 h 17614"/>
                      <a:gd name="connsiteX2" fmla="*/ 27175 w 32697"/>
                      <a:gd name="connsiteY2" fmla="*/ 17614 h 17614"/>
                      <a:gd name="connsiteX3" fmla="*/ 29480 w 32697"/>
                      <a:gd name="connsiteY3" fmla="*/ 3473 h 17614"/>
                      <a:gd name="connsiteX4" fmla="*/ 12989 w 32697"/>
                      <a:gd name="connsiteY4" fmla="*/ 7773 h 17614"/>
                      <a:gd name="connsiteX5" fmla="*/ 20924 w 32697"/>
                      <a:gd name="connsiteY5" fmla="*/ 857 h 17614"/>
                      <a:gd name="connsiteX6" fmla="*/ 29569 w 32697"/>
                      <a:gd name="connsiteY6" fmla="*/ 7729 h 17614"/>
                      <a:gd name="connsiteX7" fmla="*/ 21633 w 32697"/>
                      <a:gd name="connsiteY7" fmla="*/ 14644 h 17614"/>
                      <a:gd name="connsiteX8" fmla="*/ 12989 w 32697"/>
                      <a:gd name="connsiteY8" fmla="*/ 7773 h 17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697" h="17614">
                        <a:moveTo>
                          <a:pt x="29480" y="3473"/>
                        </a:moveTo>
                        <a:cubicBezTo>
                          <a:pt x="19240" y="-4507"/>
                          <a:pt x="7492" y="2675"/>
                          <a:pt x="0" y="10832"/>
                        </a:cubicBezTo>
                        <a:lnTo>
                          <a:pt x="27175" y="17614"/>
                        </a:lnTo>
                        <a:cubicBezTo>
                          <a:pt x="32583" y="13048"/>
                          <a:pt x="35199" y="7950"/>
                          <a:pt x="29480" y="3473"/>
                        </a:cubicBezTo>
                        <a:close/>
                        <a:moveTo>
                          <a:pt x="12989" y="7773"/>
                        </a:moveTo>
                        <a:cubicBezTo>
                          <a:pt x="12812" y="3961"/>
                          <a:pt x="16358" y="857"/>
                          <a:pt x="20924" y="857"/>
                        </a:cubicBezTo>
                        <a:cubicBezTo>
                          <a:pt x="25490" y="857"/>
                          <a:pt x="29347" y="3916"/>
                          <a:pt x="29569" y="7729"/>
                        </a:cubicBezTo>
                        <a:cubicBezTo>
                          <a:pt x="29746" y="11541"/>
                          <a:pt x="26200" y="14644"/>
                          <a:pt x="21633" y="14644"/>
                        </a:cubicBezTo>
                        <a:cubicBezTo>
                          <a:pt x="17067" y="14644"/>
                          <a:pt x="13166" y="11585"/>
                          <a:pt x="12989" y="777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41" name="Forme libre : forme 19940">
                    <a:extLst>
                      <a:ext uri="{FF2B5EF4-FFF2-40B4-BE49-F238E27FC236}">
                        <a16:creationId xmlns:a16="http://schemas.microsoft.com/office/drawing/2014/main" id="{E5FFB613-7C9D-4381-A2FE-D6BD41CAB89B}"/>
                      </a:ext>
                    </a:extLst>
                  </p:cNvPr>
                  <p:cNvSpPr/>
                  <p:nvPr/>
                </p:nvSpPr>
                <p:spPr>
                  <a:xfrm>
                    <a:off x="5403247" y="6286352"/>
                    <a:ext cx="13912" cy="27218"/>
                  </a:xfrm>
                  <a:custGeom>
                    <a:avLst/>
                    <a:gdLst>
                      <a:gd name="connsiteX0" fmla="*/ 13912 w 13912"/>
                      <a:gd name="connsiteY0" fmla="*/ 0 h 27218"/>
                      <a:gd name="connsiteX1" fmla="*/ 13558 w 13912"/>
                      <a:gd name="connsiteY1" fmla="*/ 221 h 27218"/>
                      <a:gd name="connsiteX2" fmla="*/ 1810 w 13912"/>
                      <a:gd name="connsiteY2" fmla="*/ 12944 h 27218"/>
                      <a:gd name="connsiteX3" fmla="*/ 170 w 13912"/>
                      <a:gd name="connsiteY3" fmla="*/ 20170 h 27218"/>
                      <a:gd name="connsiteX4" fmla="*/ 6820 w 13912"/>
                      <a:gd name="connsiteY4" fmla="*/ 27219 h 27218"/>
                      <a:gd name="connsiteX5" fmla="*/ 7440 w 13912"/>
                      <a:gd name="connsiteY5" fmla="*/ 22342 h 27218"/>
                      <a:gd name="connsiteX6" fmla="*/ 13912 w 13912"/>
                      <a:gd name="connsiteY6" fmla="*/ 0 h 27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912" h="27218">
                        <a:moveTo>
                          <a:pt x="13912" y="0"/>
                        </a:moveTo>
                        <a:cubicBezTo>
                          <a:pt x="13779" y="88"/>
                          <a:pt x="13647" y="133"/>
                          <a:pt x="13558" y="221"/>
                        </a:cubicBezTo>
                        <a:cubicBezTo>
                          <a:pt x="8371" y="3457"/>
                          <a:pt x="4514" y="8024"/>
                          <a:pt x="1810" y="12944"/>
                        </a:cubicBezTo>
                        <a:cubicBezTo>
                          <a:pt x="569" y="15205"/>
                          <a:pt x="-406" y="17688"/>
                          <a:pt x="170" y="20170"/>
                        </a:cubicBezTo>
                        <a:cubicBezTo>
                          <a:pt x="879" y="23141"/>
                          <a:pt x="3761" y="25446"/>
                          <a:pt x="6820" y="27219"/>
                        </a:cubicBezTo>
                        <a:cubicBezTo>
                          <a:pt x="6997" y="25579"/>
                          <a:pt x="7174" y="23938"/>
                          <a:pt x="7440" y="22342"/>
                        </a:cubicBezTo>
                        <a:cubicBezTo>
                          <a:pt x="8548" y="14718"/>
                          <a:pt x="10499" y="7048"/>
                          <a:pt x="13912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42" name="Forme libre : forme 19941">
                    <a:extLst>
                      <a:ext uri="{FF2B5EF4-FFF2-40B4-BE49-F238E27FC236}">
                        <a16:creationId xmlns:a16="http://schemas.microsoft.com/office/drawing/2014/main" id="{F752ACC5-2850-45A9-9F08-45CF6AF1FA47}"/>
                      </a:ext>
                    </a:extLst>
                  </p:cNvPr>
                  <p:cNvSpPr/>
                  <p:nvPr/>
                </p:nvSpPr>
                <p:spPr>
                  <a:xfrm>
                    <a:off x="5410022" y="6281847"/>
                    <a:ext cx="39177" cy="35907"/>
                  </a:xfrm>
                  <a:custGeom>
                    <a:avLst/>
                    <a:gdLst>
                      <a:gd name="connsiteX0" fmla="*/ 21279 w 39177"/>
                      <a:gd name="connsiteY0" fmla="*/ 34561 h 35907"/>
                      <a:gd name="connsiteX1" fmla="*/ 34489 w 39177"/>
                      <a:gd name="connsiteY1" fmla="*/ 20907 h 35907"/>
                      <a:gd name="connsiteX2" fmla="*/ 38657 w 39177"/>
                      <a:gd name="connsiteY2" fmla="*/ 15853 h 35907"/>
                      <a:gd name="connsiteX3" fmla="*/ 26998 w 39177"/>
                      <a:gd name="connsiteY3" fmla="*/ 1180 h 35907"/>
                      <a:gd name="connsiteX4" fmla="*/ 7137 w 39177"/>
                      <a:gd name="connsiteY4" fmla="*/ 4460 h 35907"/>
                      <a:gd name="connsiteX5" fmla="*/ 621 w 39177"/>
                      <a:gd name="connsiteY5" fmla="*/ 26803 h 35907"/>
                      <a:gd name="connsiteX6" fmla="*/ 0 w 39177"/>
                      <a:gd name="connsiteY6" fmla="*/ 31680 h 35907"/>
                      <a:gd name="connsiteX7" fmla="*/ 177 w 39177"/>
                      <a:gd name="connsiteY7" fmla="*/ 31812 h 35907"/>
                      <a:gd name="connsiteX8" fmla="*/ 21279 w 39177"/>
                      <a:gd name="connsiteY8" fmla="*/ 34561 h 35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177" h="35907">
                        <a:moveTo>
                          <a:pt x="21279" y="34561"/>
                        </a:moveTo>
                        <a:cubicBezTo>
                          <a:pt x="27574" y="31812"/>
                          <a:pt x="30056" y="25562"/>
                          <a:pt x="34489" y="20907"/>
                        </a:cubicBezTo>
                        <a:cubicBezTo>
                          <a:pt x="35997" y="19311"/>
                          <a:pt x="37859" y="17804"/>
                          <a:pt x="38657" y="15853"/>
                        </a:cubicBezTo>
                        <a:cubicBezTo>
                          <a:pt x="41361" y="9514"/>
                          <a:pt x="32938" y="3928"/>
                          <a:pt x="26998" y="1180"/>
                        </a:cubicBezTo>
                        <a:cubicBezTo>
                          <a:pt x="20702" y="-1746"/>
                          <a:pt x="12368" y="1312"/>
                          <a:pt x="7137" y="4460"/>
                        </a:cubicBezTo>
                        <a:cubicBezTo>
                          <a:pt x="3724" y="11509"/>
                          <a:pt x="1773" y="19178"/>
                          <a:pt x="621" y="26803"/>
                        </a:cubicBezTo>
                        <a:cubicBezTo>
                          <a:pt x="399" y="28399"/>
                          <a:pt x="177" y="30039"/>
                          <a:pt x="0" y="31680"/>
                        </a:cubicBezTo>
                        <a:cubicBezTo>
                          <a:pt x="44" y="31723"/>
                          <a:pt x="133" y="31768"/>
                          <a:pt x="177" y="31812"/>
                        </a:cubicBezTo>
                        <a:cubicBezTo>
                          <a:pt x="6472" y="35403"/>
                          <a:pt x="14807" y="37398"/>
                          <a:pt x="21279" y="3456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43" name="Forme libre : forme 19942">
                    <a:extLst>
                      <a:ext uri="{FF2B5EF4-FFF2-40B4-BE49-F238E27FC236}">
                        <a16:creationId xmlns:a16="http://schemas.microsoft.com/office/drawing/2014/main" id="{F09E82A6-65CF-41CA-8629-5D38909C2D08}"/>
                      </a:ext>
                    </a:extLst>
                  </p:cNvPr>
                  <p:cNvSpPr/>
                  <p:nvPr/>
                </p:nvSpPr>
                <p:spPr>
                  <a:xfrm>
                    <a:off x="5430732" y="6184911"/>
                    <a:ext cx="45520" cy="35837"/>
                  </a:xfrm>
                  <a:custGeom>
                    <a:avLst/>
                    <a:gdLst>
                      <a:gd name="connsiteX0" fmla="*/ 40777 w 45520"/>
                      <a:gd name="connsiteY0" fmla="*/ 9587 h 35837"/>
                      <a:gd name="connsiteX1" fmla="*/ 41752 w 45520"/>
                      <a:gd name="connsiteY1" fmla="*/ 6129 h 35837"/>
                      <a:gd name="connsiteX2" fmla="*/ 33773 w 45520"/>
                      <a:gd name="connsiteY2" fmla="*/ 1164 h 35837"/>
                      <a:gd name="connsiteX3" fmla="*/ 13558 w 45520"/>
                      <a:gd name="connsiteY3" fmla="*/ 4666 h 35837"/>
                      <a:gd name="connsiteX4" fmla="*/ 1810 w 45520"/>
                      <a:gd name="connsiteY4" fmla="*/ 17389 h 35837"/>
                      <a:gd name="connsiteX5" fmla="*/ 170 w 45520"/>
                      <a:gd name="connsiteY5" fmla="*/ 24615 h 35837"/>
                      <a:gd name="connsiteX6" fmla="*/ 6997 w 45520"/>
                      <a:gd name="connsiteY6" fmla="*/ 31752 h 35837"/>
                      <a:gd name="connsiteX7" fmla="*/ 28054 w 45520"/>
                      <a:gd name="connsiteY7" fmla="*/ 34501 h 35837"/>
                      <a:gd name="connsiteX8" fmla="*/ 41265 w 45520"/>
                      <a:gd name="connsiteY8" fmla="*/ 20847 h 35837"/>
                      <a:gd name="connsiteX9" fmla="*/ 45432 w 45520"/>
                      <a:gd name="connsiteY9" fmla="*/ 15793 h 35837"/>
                      <a:gd name="connsiteX10" fmla="*/ 45521 w 45520"/>
                      <a:gd name="connsiteY10" fmla="*/ 15572 h 35837"/>
                      <a:gd name="connsiteX11" fmla="*/ 40777 w 45520"/>
                      <a:gd name="connsiteY11" fmla="*/ 9587 h 35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5520" h="35837">
                        <a:moveTo>
                          <a:pt x="40777" y="9587"/>
                        </a:moveTo>
                        <a:cubicBezTo>
                          <a:pt x="40733" y="8346"/>
                          <a:pt x="41087" y="7149"/>
                          <a:pt x="41752" y="6129"/>
                        </a:cubicBezTo>
                        <a:cubicBezTo>
                          <a:pt x="39358" y="4045"/>
                          <a:pt x="36344" y="2361"/>
                          <a:pt x="33773" y="1164"/>
                        </a:cubicBezTo>
                        <a:cubicBezTo>
                          <a:pt x="27345" y="-1806"/>
                          <a:pt x="18700" y="1474"/>
                          <a:pt x="13558" y="4666"/>
                        </a:cubicBezTo>
                        <a:cubicBezTo>
                          <a:pt x="8371" y="7902"/>
                          <a:pt x="4514" y="12468"/>
                          <a:pt x="1810" y="17389"/>
                        </a:cubicBezTo>
                        <a:cubicBezTo>
                          <a:pt x="569" y="19650"/>
                          <a:pt x="-406" y="22133"/>
                          <a:pt x="170" y="24615"/>
                        </a:cubicBezTo>
                        <a:cubicBezTo>
                          <a:pt x="924" y="27674"/>
                          <a:pt x="3894" y="30023"/>
                          <a:pt x="6997" y="31752"/>
                        </a:cubicBezTo>
                        <a:cubicBezTo>
                          <a:pt x="13248" y="35299"/>
                          <a:pt x="21582" y="37338"/>
                          <a:pt x="28054" y="34501"/>
                        </a:cubicBezTo>
                        <a:cubicBezTo>
                          <a:pt x="34349" y="31752"/>
                          <a:pt x="36832" y="25502"/>
                          <a:pt x="41265" y="20847"/>
                        </a:cubicBezTo>
                        <a:cubicBezTo>
                          <a:pt x="42772" y="19251"/>
                          <a:pt x="44634" y="17744"/>
                          <a:pt x="45432" y="15793"/>
                        </a:cubicBezTo>
                        <a:cubicBezTo>
                          <a:pt x="45476" y="15704"/>
                          <a:pt x="45476" y="15660"/>
                          <a:pt x="45521" y="15572"/>
                        </a:cubicBezTo>
                        <a:cubicBezTo>
                          <a:pt x="42816" y="14464"/>
                          <a:pt x="40910" y="12203"/>
                          <a:pt x="40777" y="958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44" name="Forme libre : forme 19943">
                    <a:extLst>
                      <a:ext uri="{FF2B5EF4-FFF2-40B4-BE49-F238E27FC236}">
                        <a16:creationId xmlns:a16="http://schemas.microsoft.com/office/drawing/2014/main" id="{3B4EBF95-B5BB-4B8D-B2B4-C449DD8787D3}"/>
                      </a:ext>
                    </a:extLst>
                  </p:cNvPr>
                  <p:cNvSpPr/>
                  <p:nvPr/>
                </p:nvSpPr>
                <p:spPr>
                  <a:xfrm>
                    <a:off x="5010031" y="6288524"/>
                    <a:ext cx="20296" cy="29834"/>
                  </a:xfrm>
                  <a:custGeom>
                    <a:avLst/>
                    <a:gdLst>
                      <a:gd name="connsiteX0" fmla="*/ 20296 w 20296"/>
                      <a:gd name="connsiteY0" fmla="*/ 0 h 29834"/>
                      <a:gd name="connsiteX1" fmla="*/ 13558 w 20296"/>
                      <a:gd name="connsiteY1" fmla="*/ 3236 h 29834"/>
                      <a:gd name="connsiteX2" fmla="*/ 1810 w 20296"/>
                      <a:gd name="connsiteY2" fmla="*/ 15959 h 29834"/>
                      <a:gd name="connsiteX3" fmla="*/ 170 w 20296"/>
                      <a:gd name="connsiteY3" fmla="*/ 23185 h 29834"/>
                      <a:gd name="connsiteX4" fmla="*/ 6155 w 20296"/>
                      <a:gd name="connsiteY4" fmla="*/ 29835 h 29834"/>
                      <a:gd name="connsiteX5" fmla="*/ 9169 w 20296"/>
                      <a:gd name="connsiteY5" fmla="*/ 16801 h 29834"/>
                      <a:gd name="connsiteX6" fmla="*/ 20296 w 20296"/>
                      <a:gd name="connsiteY6" fmla="*/ 0 h 29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296" h="29834">
                        <a:moveTo>
                          <a:pt x="20296" y="0"/>
                        </a:moveTo>
                        <a:cubicBezTo>
                          <a:pt x="17769" y="886"/>
                          <a:pt x="15420" y="2039"/>
                          <a:pt x="13558" y="3236"/>
                        </a:cubicBezTo>
                        <a:cubicBezTo>
                          <a:pt x="8371" y="6472"/>
                          <a:pt x="4514" y="11038"/>
                          <a:pt x="1810" y="15959"/>
                        </a:cubicBezTo>
                        <a:cubicBezTo>
                          <a:pt x="569" y="18220"/>
                          <a:pt x="-406" y="20702"/>
                          <a:pt x="170" y="23185"/>
                        </a:cubicBezTo>
                        <a:cubicBezTo>
                          <a:pt x="835" y="25934"/>
                          <a:pt x="3406" y="28106"/>
                          <a:pt x="6155" y="29835"/>
                        </a:cubicBezTo>
                        <a:cubicBezTo>
                          <a:pt x="6509" y="25402"/>
                          <a:pt x="7440" y="20968"/>
                          <a:pt x="9169" y="16801"/>
                        </a:cubicBezTo>
                        <a:cubicBezTo>
                          <a:pt x="10898" y="12634"/>
                          <a:pt x="14932" y="6295"/>
                          <a:pt x="20296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45" name="Forme libre : forme 19944">
                    <a:extLst>
                      <a:ext uri="{FF2B5EF4-FFF2-40B4-BE49-F238E27FC236}">
                        <a16:creationId xmlns:a16="http://schemas.microsoft.com/office/drawing/2014/main" id="{0F6FFEA4-37FC-4647-9E93-4AE2EC22FEBE}"/>
                      </a:ext>
                    </a:extLst>
                  </p:cNvPr>
                  <p:cNvSpPr/>
                  <p:nvPr/>
                </p:nvSpPr>
                <p:spPr>
                  <a:xfrm>
                    <a:off x="5016230" y="6287088"/>
                    <a:ext cx="39797" cy="35868"/>
                  </a:xfrm>
                  <a:custGeom>
                    <a:avLst/>
                    <a:gdLst>
                      <a:gd name="connsiteX0" fmla="*/ 21900 w 39797"/>
                      <a:gd name="connsiteY0" fmla="*/ 34552 h 35868"/>
                      <a:gd name="connsiteX1" fmla="*/ 35110 w 39797"/>
                      <a:gd name="connsiteY1" fmla="*/ 20898 h 35868"/>
                      <a:gd name="connsiteX2" fmla="*/ 39277 w 39797"/>
                      <a:gd name="connsiteY2" fmla="*/ 15844 h 35868"/>
                      <a:gd name="connsiteX3" fmla="*/ 27618 w 39797"/>
                      <a:gd name="connsiteY3" fmla="*/ 1170 h 35868"/>
                      <a:gd name="connsiteX4" fmla="*/ 14142 w 39797"/>
                      <a:gd name="connsiteY4" fmla="*/ 1436 h 35868"/>
                      <a:gd name="connsiteX5" fmla="*/ 3015 w 39797"/>
                      <a:gd name="connsiteY5" fmla="*/ 18238 h 35868"/>
                      <a:gd name="connsiteX6" fmla="*/ 0 w 39797"/>
                      <a:gd name="connsiteY6" fmla="*/ 31271 h 35868"/>
                      <a:gd name="connsiteX7" fmla="*/ 842 w 39797"/>
                      <a:gd name="connsiteY7" fmla="*/ 31803 h 35868"/>
                      <a:gd name="connsiteX8" fmla="*/ 21900 w 39797"/>
                      <a:gd name="connsiteY8" fmla="*/ 34552 h 35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797" h="35868">
                        <a:moveTo>
                          <a:pt x="21900" y="34552"/>
                        </a:moveTo>
                        <a:cubicBezTo>
                          <a:pt x="28195" y="31803"/>
                          <a:pt x="30677" y="25552"/>
                          <a:pt x="35110" y="20898"/>
                        </a:cubicBezTo>
                        <a:cubicBezTo>
                          <a:pt x="36617" y="19301"/>
                          <a:pt x="38479" y="17794"/>
                          <a:pt x="39277" y="15844"/>
                        </a:cubicBezTo>
                        <a:cubicBezTo>
                          <a:pt x="41981" y="9504"/>
                          <a:pt x="33559" y="3919"/>
                          <a:pt x="27618" y="1170"/>
                        </a:cubicBezTo>
                        <a:cubicBezTo>
                          <a:pt x="23495" y="-736"/>
                          <a:pt x="18530" y="-71"/>
                          <a:pt x="14142" y="1436"/>
                        </a:cubicBezTo>
                        <a:cubicBezTo>
                          <a:pt x="8778" y="7731"/>
                          <a:pt x="4743" y="14026"/>
                          <a:pt x="3015" y="18238"/>
                        </a:cubicBezTo>
                        <a:cubicBezTo>
                          <a:pt x="1330" y="22405"/>
                          <a:pt x="355" y="26794"/>
                          <a:pt x="0" y="31271"/>
                        </a:cubicBezTo>
                        <a:cubicBezTo>
                          <a:pt x="266" y="31449"/>
                          <a:pt x="532" y="31626"/>
                          <a:pt x="842" y="31803"/>
                        </a:cubicBezTo>
                        <a:cubicBezTo>
                          <a:pt x="7093" y="35349"/>
                          <a:pt x="15427" y="37344"/>
                          <a:pt x="21900" y="3455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46" name="Forme libre : forme 19945">
                    <a:extLst>
                      <a:ext uri="{FF2B5EF4-FFF2-40B4-BE49-F238E27FC236}">
                        <a16:creationId xmlns:a16="http://schemas.microsoft.com/office/drawing/2014/main" id="{C036ADC1-1722-4E15-BADC-C128BB233BE7}"/>
                      </a:ext>
                    </a:extLst>
                  </p:cNvPr>
                  <p:cNvSpPr/>
                  <p:nvPr/>
                </p:nvSpPr>
                <p:spPr>
                  <a:xfrm>
                    <a:off x="4903726" y="6315421"/>
                    <a:ext cx="44766" cy="32373"/>
                  </a:xfrm>
                  <a:custGeom>
                    <a:avLst/>
                    <a:gdLst>
                      <a:gd name="connsiteX0" fmla="*/ 44767 w 44766"/>
                      <a:gd name="connsiteY0" fmla="*/ 9543 h 32373"/>
                      <a:gd name="connsiteX1" fmla="*/ 33773 w 44766"/>
                      <a:gd name="connsiteY1" fmla="*/ 1164 h 32373"/>
                      <a:gd name="connsiteX2" fmla="*/ 13558 w 44766"/>
                      <a:gd name="connsiteY2" fmla="*/ 4667 h 32373"/>
                      <a:gd name="connsiteX3" fmla="*/ 1810 w 44766"/>
                      <a:gd name="connsiteY3" fmla="*/ 17390 h 32373"/>
                      <a:gd name="connsiteX4" fmla="*/ 170 w 44766"/>
                      <a:gd name="connsiteY4" fmla="*/ 24616 h 32373"/>
                      <a:gd name="connsiteX5" fmla="*/ 6997 w 44766"/>
                      <a:gd name="connsiteY5" fmla="*/ 31753 h 32373"/>
                      <a:gd name="connsiteX6" fmla="*/ 8149 w 44766"/>
                      <a:gd name="connsiteY6" fmla="*/ 32373 h 32373"/>
                      <a:gd name="connsiteX7" fmla="*/ 44767 w 44766"/>
                      <a:gd name="connsiteY7" fmla="*/ 9543 h 32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766" h="32373">
                        <a:moveTo>
                          <a:pt x="44767" y="9543"/>
                        </a:moveTo>
                        <a:cubicBezTo>
                          <a:pt x="42550" y="5952"/>
                          <a:pt x="37630" y="2938"/>
                          <a:pt x="33773" y="1164"/>
                        </a:cubicBezTo>
                        <a:cubicBezTo>
                          <a:pt x="27345" y="-1806"/>
                          <a:pt x="18700" y="1474"/>
                          <a:pt x="13558" y="4667"/>
                        </a:cubicBezTo>
                        <a:cubicBezTo>
                          <a:pt x="8371" y="7903"/>
                          <a:pt x="4514" y="12469"/>
                          <a:pt x="1810" y="17390"/>
                        </a:cubicBezTo>
                        <a:cubicBezTo>
                          <a:pt x="569" y="19650"/>
                          <a:pt x="-406" y="22133"/>
                          <a:pt x="170" y="24616"/>
                        </a:cubicBezTo>
                        <a:cubicBezTo>
                          <a:pt x="924" y="27674"/>
                          <a:pt x="3894" y="30024"/>
                          <a:pt x="6997" y="31753"/>
                        </a:cubicBezTo>
                        <a:cubicBezTo>
                          <a:pt x="7352" y="31974"/>
                          <a:pt x="7795" y="32152"/>
                          <a:pt x="8149" y="32373"/>
                        </a:cubicBezTo>
                        <a:cubicBezTo>
                          <a:pt x="10011" y="17833"/>
                          <a:pt x="28852" y="3514"/>
                          <a:pt x="44767" y="954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47" name="Forme libre : forme 19946">
                    <a:extLst>
                      <a:ext uri="{FF2B5EF4-FFF2-40B4-BE49-F238E27FC236}">
                        <a16:creationId xmlns:a16="http://schemas.microsoft.com/office/drawing/2014/main" id="{18BDC5E2-733E-464F-B287-BAD27EC314B6}"/>
                      </a:ext>
                    </a:extLst>
                  </p:cNvPr>
                  <p:cNvSpPr/>
                  <p:nvPr/>
                </p:nvSpPr>
                <p:spPr>
                  <a:xfrm>
                    <a:off x="4911964" y="6323521"/>
                    <a:ext cx="37752" cy="27731"/>
                  </a:xfrm>
                  <a:custGeom>
                    <a:avLst/>
                    <a:gdLst>
                      <a:gd name="connsiteX0" fmla="*/ 19860 w 37752"/>
                      <a:gd name="connsiteY0" fmla="*/ 26401 h 27731"/>
                      <a:gd name="connsiteX1" fmla="*/ 33071 w 37752"/>
                      <a:gd name="connsiteY1" fmla="*/ 12748 h 27731"/>
                      <a:gd name="connsiteX2" fmla="*/ 37238 w 37752"/>
                      <a:gd name="connsiteY2" fmla="*/ 7694 h 27731"/>
                      <a:gd name="connsiteX3" fmla="*/ 36573 w 37752"/>
                      <a:gd name="connsiteY3" fmla="*/ 1399 h 27731"/>
                      <a:gd name="connsiteX4" fmla="*/ 0 w 37752"/>
                      <a:gd name="connsiteY4" fmla="*/ 24229 h 27731"/>
                      <a:gd name="connsiteX5" fmla="*/ 19860 w 37752"/>
                      <a:gd name="connsiteY5" fmla="*/ 26401 h 27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752" h="27731">
                        <a:moveTo>
                          <a:pt x="19860" y="26401"/>
                        </a:moveTo>
                        <a:cubicBezTo>
                          <a:pt x="26155" y="23653"/>
                          <a:pt x="28638" y="17402"/>
                          <a:pt x="33071" y="12748"/>
                        </a:cubicBezTo>
                        <a:cubicBezTo>
                          <a:pt x="34578" y="11151"/>
                          <a:pt x="36440" y="9644"/>
                          <a:pt x="37238" y="7694"/>
                        </a:cubicBezTo>
                        <a:cubicBezTo>
                          <a:pt x="38169" y="5477"/>
                          <a:pt x="37770" y="3349"/>
                          <a:pt x="36573" y="1399"/>
                        </a:cubicBezTo>
                        <a:cubicBezTo>
                          <a:pt x="20658" y="-4586"/>
                          <a:pt x="1773" y="9688"/>
                          <a:pt x="0" y="24229"/>
                        </a:cubicBezTo>
                        <a:cubicBezTo>
                          <a:pt x="6029" y="27421"/>
                          <a:pt x="13743" y="29061"/>
                          <a:pt x="19860" y="2640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48" name="Forme libre : forme 19947">
                    <a:extLst>
                      <a:ext uri="{FF2B5EF4-FFF2-40B4-BE49-F238E27FC236}">
                        <a16:creationId xmlns:a16="http://schemas.microsoft.com/office/drawing/2014/main" id="{4EB8E0EC-A6DD-48CE-AA4A-87A371AFCC47}"/>
                      </a:ext>
                    </a:extLst>
                  </p:cNvPr>
                  <p:cNvSpPr/>
                  <p:nvPr/>
                </p:nvSpPr>
                <p:spPr>
                  <a:xfrm>
                    <a:off x="5788875" y="6195462"/>
                    <a:ext cx="29291" cy="33968"/>
                  </a:xfrm>
                  <a:custGeom>
                    <a:avLst/>
                    <a:gdLst>
                      <a:gd name="connsiteX0" fmla="*/ 9753 w 29291"/>
                      <a:gd name="connsiteY0" fmla="*/ 15084 h 33968"/>
                      <a:gd name="connsiteX1" fmla="*/ 11393 w 29291"/>
                      <a:gd name="connsiteY1" fmla="*/ 14951 h 33968"/>
                      <a:gd name="connsiteX2" fmla="*/ 20038 w 29291"/>
                      <a:gd name="connsiteY2" fmla="*/ 21822 h 33968"/>
                      <a:gd name="connsiteX3" fmla="*/ 12413 w 29291"/>
                      <a:gd name="connsiteY3" fmla="*/ 28738 h 33968"/>
                      <a:gd name="connsiteX4" fmla="*/ 12457 w 29291"/>
                      <a:gd name="connsiteY4" fmla="*/ 33969 h 33968"/>
                      <a:gd name="connsiteX5" fmla="*/ 24604 w 29291"/>
                      <a:gd name="connsiteY5" fmla="*/ 20891 h 33968"/>
                      <a:gd name="connsiteX6" fmla="*/ 28771 w 29291"/>
                      <a:gd name="connsiteY6" fmla="*/ 15838 h 33968"/>
                      <a:gd name="connsiteX7" fmla="*/ 17112 w 29291"/>
                      <a:gd name="connsiteY7" fmla="*/ 1164 h 33968"/>
                      <a:gd name="connsiteX8" fmla="*/ 0 w 29291"/>
                      <a:gd name="connsiteY8" fmla="*/ 2982 h 33968"/>
                      <a:gd name="connsiteX9" fmla="*/ 6517 w 29291"/>
                      <a:gd name="connsiteY9" fmla="*/ 6883 h 33968"/>
                      <a:gd name="connsiteX10" fmla="*/ 9753 w 29291"/>
                      <a:gd name="connsiteY10" fmla="*/ 15084 h 33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291" h="33968">
                        <a:moveTo>
                          <a:pt x="9753" y="15084"/>
                        </a:moveTo>
                        <a:cubicBezTo>
                          <a:pt x="10285" y="14996"/>
                          <a:pt x="10817" y="14951"/>
                          <a:pt x="11393" y="14951"/>
                        </a:cubicBezTo>
                        <a:cubicBezTo>
                          <a:pt x="15959" y="14951"/>
                          <a:pt x="19816" y="18010"/>
                          <a:pt x="20038" y="21822"/>
                        </a:cubicBezTo>
                        <a:cubicBezTo>
                          <a:pt x="20215" y="25546"/>
                          <a:pt x="16846" y="28561"/>
                          <a:pt x="12413" y="28738"/>
                        </a:cubicBezTo>
                        <a:cubicBezTo>
                          <a:pt x="12501" y="30467"/>
                          <a:pt x="12546" y="32240"/>
                          <a:pt x="12457" y="33969"/>
                        </a:cubicBezTo>
                        <a:cubicBezTo>
                          <a:pt x="17954" y="30999"/>
                          <a:pt x="20481" y="25236"/>
                          <a:pt x="24604" y="20891"/>
                        </a:cubicBezTo>
                        <a:cubicBezTo>
                          <a:pt x="26111" y="19296"/>
                          <a:pt x="27973" y="17788"/>
                          <a:pt x="28771" y="15838"/>
                        </a:cubicBezTo>
                        <a:cubicBezTo>
                          <a:pt x="31475" y="9498"/>
                          <a:pt x="23052" y="3913"/>
                          <a:pt x="17112" y="1164"/>
                        </a:cubicBezTo>
                        <a:cubicBezTo>
                          <a:pt x="11836" y="-1274"/>
                          <a:pt x="5098" y="499"/>
                          <a:pt x="0" y="2982"/>
                        </a:cubicBezTo>
                        <a:lnTo>
                          <a:pt x="6517" y="6883"/>
                        </a:lnTo>
                        <a:cubicBezTo>
                          <a:pt x="7758" y="9542"/>
                          <a:pt x="8866" y="12291"/>
                          <a:pt x="9753" y="1508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49" name="Forme libre : forme 19948">
                    <a:extLst>
                      <a:ext uri="{FF2B5EF4-FFF2-40B4-BE49-F238E27FC236}">
                        <a16:creationId xmlns:a16="http://schemas.microsoft.com/office/drawing/2014/main" id="{448C3EEF-4662-41FD-90B6-8C7B22FBB67F}"/>
                      </a:ext>
                    </a:extLst>
                  </p:cNvPr>
                  <p:cNvSpPr/>
                  <p:nvPr/>
                </p:nvSpPr>
                <p:spPr>
                  <a:xfrm>
                    <a:off x="5772214" y="6198399"/>
                    <a:ext cx="29166" cy="32900"/>
                  </a:xfrm>
                  <a:custGeom>
                    <a:avLst/>
                    <a:gdLst>
                      <a:gd name="connsiteX0" fmla="*/ 1810 w 29166"/>
                      <a:gd name="connsiteY0" fmla="*/ 14452 h 32900"/>
                      <a:gd name="connsiteX1" fmla="*/ 170 w 29166"/>
                      <a:gd name="connsiteY1" fmla="*/ 21678 h 32900"/>
                      <a:gd name="connsiteX2" fmla="*/ 6997 w 29166"/>
                      <a:gd name="connsiteY2" fmla="*/ 28815 h 32900"/>
                      <a:gd name="connsiteX3" fmla="*/ 28054 w 29166"/>
                      <a:gd name="connsiteY3" fmla="*/ 31564 h 32900"/>
                      <a:gd name="connsiteX4" fmla="*/ 29118 w 29166"/>
                      <a:gd name="connsiteY4" fmla="*/ 30987 h 32900"/>
                      <a:gd name="connsiteX5" fmla="*/ 29074 w 29166"/>
                      <a:gd name="connsiteY5" fmla="*/ 25757 h 32900"/>
                      <a:gd name="connsiteX6" fmla="*/ 28763 w 29166"/>
                      <a:gd name="connsiteY6" fmla="*/ 25801 h 32900"/>
                      <a:gd name="connsiteX7" fmla="*/ 20119 w 29166"/>
                      <a:gd name="connsiteY7" fmla="*/ 18929 h 32900"/>
                      <a:gd name="connsiteX8" fmla="*/ 26414 w 29166"/>
                      <a:gd name="connsiteY8" fmla="*/ 12147 h 32900"/>
                      <a:gd name="connsiteX9" fmla="*/ 23133 w 29166"/>
                      <a:gd name="connsiteY9" fmla="*/ 3901 h 32900"/>
                      <a:gd name="connsiteX10" fmla="*/ 16617 w 29166"/>
                      <a:gd name="connsiteY10" fmla="*/ 0 h 32900"/>
                      <a:gd name="connsiteX11" fmla="*/ 13514 w 29166"/>
                      <a:gd name="connsiteY11" fmla="*/ 1685 h 32900"/>
                      <a:gd name="connsiteX12" fmla="*/ 1810 w 29166"/>
                      <a:gd name="connsiteY12" fmla="*/ 14452 h 32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9166" h="32900">
                        <a:moveTo>
                          <a:pt x="1810" y="14452"/>
                        </a:moveTo>
                        <a:cubicBezTo>
                          <a:pt x="569" y="16713"/>
                          <a:pt x="-406" y="19196"/>
                          <a:pt x="170" y="21678"/>
                        </a:cubicBezTo>
                        <a:cubicBezTo>
                          <a:pt x="924" y="24737"/>
                          <a:pt x="3894" y="27086"/>
                          <a:pt x="6997" y="28815"/>
                        </a:cubicBezTo>
                        <a:cubicBezTo>
                          <a:pt x="13248" y="32362"/>
                          <a:pt x="21582" y="34401"/>
                          <a:pt x="28054" y="31564"/>
                        </a:cubicBezTo>
                        <a:cubicBezTo>
                          <a:pt x="28453" y="31387"/>
                          <a:pt x="28763" y="31165"/>
                          <a:pt x="29118" y="30987"/>
                        </a:cubicBezTo>
                        <a:cubicBezTo>
                          <a:pt x="29207" y="29259"/>
                          <a:pt x="29162" y="27530"/>
                          <a:pt x="29074" y="25757"/>
                        </a:cubicBezTo>
                        <a:cubicBezTo>
                          <a:pt x="28985" y="25757"/>
                          <a:pt x="28852" y="25801"/>
                          <a:pt x="28763" y="25801"/>
                        </a:cubicBezTo>
                        <a:cubicBezTo>
                          <a:pt x="24197" y="25801"/>
                          <a:pt x="20340" y="22742"/>
                          <a:pt x="20119" y="18929"/>
                        </a:cubicBezTo>
                        <a:cubicBezTo>
                          <a:pt x="19941" y="15605"/>
                          <a:pt x="22690" y="12812"/>
                          <a:pt x="26414" y="12147"/>
                        </a:cubicBezTo>
                        <a:cubicBezTo>
                          <a:pt x="25527" y="9354"/>
                          <a:pt x="24419" y="6605"/>
                          <a:pt x="23133" y="3901"/>
                        </a:cubicBezTo>
                        <a:lnTo>
                          <a:pt x="16617" y="0"/>
                        </a:lnTo>
                        <a:cubicBezTo>
                          <a:pt x="15508" y="532"/>
                          <a:pt x="14444" y="1108"/>
                          <a:pt x="13514" y="1685"/>
                        </a:cubicBezTo>
                        <a:cubicBezTo>
                          <a:pt x="8327" y="4965"/>
                          <a:pt x="4470" y="9531"/>
                          <a:pt x="1810" y="1445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50" name="Forme libre : forme 19949">
                    <a:extLst>
                      <a:ext uri="{FF2B5EF4-FFF2-40B4-BE49-F238E27FC236}">
                        <a16:creationId xmlns:a16="http://schemas.microsoft.com/office/drawing/2014/main" id="{B85852F0-A323-4B08-9E31-C0D287720660}"/>
                      </a:ext>
                    </a:extLst>
                  </p:cNvPr>
                  <p:cNvSpPr/>
                  <p:nvPr/>
                </p:nvSpPr>
                <p:spPr>
                  <a:xfrm>
                    <a:off x="5776703" y="6325762"/>
                    <a:ext cx="41296" cy="17606"/>
                  </a:xfrm>
                  <a:custGeom>
                    <a:avLst/>
                    <a:gdLst>
                      <a:gd name="connsiteX0" fmla="*/ 40277 w 41296"/>
                      <a:gd name="connsiteY0" fmla="*/ 1064 h 17606"/>
                      <a:gd name="connsiteX1" fmla="*/ 12127 w 41296"/>
                      <a:gd name="connsiteY1" fmla="*/ 2217 h 17606"/>
                      <a:gd name="connsiteX2" fmla="*/ 1399 w 41296"/>
                      <a:gd name="connsiteY2" fmla="*/ 0 h 17606"/>
                      <a:gd name="connsiteX3" fmla="*/ 158 w 41296"/>
                      <a:gd name="connsiteY3" fmla="*/ 6384 h 17606"/>
                      <a:gd name="connsiteX4" fmla="*/ 6984 w 41296"/>
                      <a:gd name="connsiteY4" fmla="*/ 13521 h 17606"/>
                      <a:gd name="connsiteX5" fmla="*/ 28042 w 41296"/>
                      <a:gd name="connsiteY5" fmla="*/ 16270 h 17606"/>
                      <a:gd name="connsiteX6" fmla="*/ 41252 w 41296"/>
                      <a:gd name="connsiteY6" fmla="*/ 2616 h 17606"/>
                      <a:gd name="connsiteX7" fmla="*/ 41297 w 41296"/>
                      <a:gd name="connsiteY7" fmla="*/ 2572 h 17606"/>
                      <a:gd name="connsiteX8" fmla="*/ 40277 w 41296"/>
                      <a:gd name="connsiteY8" fmla="*/ 1064 h 17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296" h="17606">
                        <a:moveTo>
                          <a:pt x="40277" y="1064"/>
                        </a:moveTo>
                        <a:cubicBezTo>
                          <a:pt x="31145" y="3103"/>
                          <a:pt x="20505" y="3103"/>
                          <a:pt x="12127" y="2217"/>
                        </a:cubicBezTo>
                        <a:cubicBezTo>
                          <a:pt x="8580" y="1818"/>
                          <a:pt x="4857" y="1153"/>
                          <a:pt x="1399" y="0"/>
                        </a:cubicBezTo>
                        <a:cubicBezTo>
                          <a:pt x="379" y="2040"/>
                          <a:pt x="-330" y="4212"/>
                          <a:pt x="158" y="6384"/>
                        </a:cubicBezTo>
                        <a:cubicBezTo>
                          <a:pt x="911" y="9443"/>
                          <a:pt x="3881" y="11792"/>
                          <a:pt x="6984" y="13521"/>
                        </a:cubicBezTo>
                        <a:cubicBezTo>
                          <a:pt x="13235" y="17068"/>
                          <a:pt x="21569" y="19107"/>
                          <a:pt x="28042" y="16270"/>
                        </a:cubicBezTo>
                        <a:cubicBezTo>
                          <a:pt x="34337" y="13521"/>
                          <a:pt x="36819" y="7270"/>
                          <a:pt x="41252" y="2616"/>
                        </a:cubicBezTo>
                        <a:cubicBezTo>
                          <a:pt x="41252" y="2616"/>
                          <a:pt x="41297" y="2572"/>
                          <a:pt x="41297" y="2572"/>
                        </a:cubicBezTo>
                        <a:cubicBezTo>
                          <a:pt x="40898" y="2128"/>
                          <a:pt x="40543" y="1641"/>
                          <a:pt x="40277" y="106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51" name="Forme libre : forme 19950">
                    <a:extLst>
                      <a:ext uri="{FF2B5EF4-FFF2-40B4-BE49-F238E27FC236}">
                        <a16:creationId xmlns:a16="http://schemas.microsoft.com/office/drawing/2014/main" id="{B5A6F4FA-1510-48AD-8739-D8E6D7C66E38}"/>
                      </a:ext>
                    </a:extLst>
                  </p:cNvPr>
                  <p:cNvSpPr/>
                  <p:nvPr/>
                </p:nvSpPr>
                <p:spPr>
                  <a:xfrm>
                    <a:off x="5778102" y="6307530"/>
                    <a:ext cx="43799" cy="21031"/>
                  </a:xfrm>
                  <a:custGeom>
                    <a:avLst/>
                    <a:gdLst>
                      <a:gd name="connsiteX0" fmla="*/ 38878 w 43799"/>
                      <a:gd name="connsiteY0" fmla="*/ 19296 h 21031"/>
                      <a:gd name="connsiteX1" fmla="*/ 38213 w 43799"/>
                      <a:gd name="connsiteY1" fmla="*/ 16902 h 21031"/>
                      <a:gd name="connsiteX2" fmla="*/ 43799 w 43799"/>
                      <a:gd name="connsiteY2" fmla="*/ 10296 h 21031"/>
                      <a:gd name="connsiteX3" fmla="*/ 32362 w 43799"/>
                      <a:gd name="connsiteY3" fmla="*/ 1164 h 21031"/>
                      <a:gd name="connsiteX4" fmla="*/ 12147 w 43799"/>
                      <a:gd name="connsiteY4" fmla="*/ 4666 h 21031"/>
                      <a:gd name="connsiteX5" fmla="*/ 399 w 43799"/>
                      <a:gd name="connsiteY5" fmla="*/ 17389 h 21031"/>
                      <a:gd name="connsiteX6" fmla="*/ 0 w 43799"/>
                      <a:gd name="connsiteY6" fmla="*/ 18231 h 21031"/>
                      <a:gd name="connsiteX7" fmla="*/ 10728 w 43799"/>
                      <a:gd name="connsiteY7" fmla="*/ 20448 h 21031"/>
                      <a:gd name="connsiteX8" fmla="*/ 38878 w 43799"/>
                      <a:gd name="connsiteY8" fmla="*/ 19296 h 21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799" h="21031">
                        <a:moveTo>
                          <a:pt x="38878" y="19296"/>
                        </a:moveTo>
                        <a:cubicBezTo>
                          <a:pt x="38479" y="18542"/>
                          <a:pt x="38258" y="17744"/>
                          <a:pt x="38213" y="16902"/>
                        </a:cubicBezTo>
                        <a:cubicBezTo>
                          <a:pt x="38036" y="13798"/>
                          <a:pt x="40430" y="11183"/>
                          <a:pt x="43799" y="10296"/>
                        </a:cubicBezTo>
                        <a:cubicBezTo>
                          <a:pt x="41848" y="6351"/>
                          <a:pt x="36529" y="3070"/>
                          <a:pt x="32362" y="1164"/>
                        </a:cubicBezTo>
                        <a:cubicBezTo>
                          <a:pt x="25934" y="-1806"/>
                          <a:pt x="17289" y="1475"/>
                          <a:pt x="12147" y="4666"/>
                        </a:cubicBezTo>
                        <a:cubicBezTo>
                          <a:pt x="6960" y="7902"/>
                          <a:pt x="3103" y="12469"/>
                          <a:pt x="399" y="17389"/>
                        </a:cubicBezTo>
                        <a:cubicBezTo>
                          <a:pt x="266" y="17655"/>
                          <a:pt x="133" y="17966"/>
                          <a:pt x="0" y="18231"/>
                        </a:cubicBezTo>
                        <a:cubicBezTo>
                          <a:pt x="3413" y="19340"/>
                          <a:pt x="7182" y="20049"/>
                          <a:pt x="10728" y="20448"/>
                        </a:cubicBezTo>
                        <a:cubicBezTo>
                          <a:pt x="19107" y="21379"/>
                          <a:pt x="29702" y="21335"/>
                          <a:pt x="38878" y="1929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52" name="Forme libre : forme 19951">
                    <a:extLst>
                      <a:ext uri="{FF2B5EF4-FFF2-40B4-BE49-F238E27FC236}">
                        <a16:creationId xmlns:a16="http://schemas.microsoft.com/office/drawing/2014/main" id="{3341E98B-07B9-42D0-B1AB-C1E2D46C3578}"/>
                      </a:ext>
                    </a:extLst>
                  </p:cNvPr>
                  <p:cNvSpPr/>
                  <p:nvPr/>
                </p:nvSpPr>
                <p:spPr>
                  <a:xfrm>
                    <a:off x="6132794" y="6219722"/>
                    <a:ext cx="27489" cy="35502"/>
                  </a:xfrm>
                  <a:custGeom>
                    <a:avLst/>
                    <a:gdLst>
                      <a:gd name="connsiteX0" fmla="*/ 15294 w 27489"/>
                      <a:gd name="connsiteY0" fmla="*/ 842 h 35502"/>
                      <a:gd name="connsiteX1" fmla="*/ 12590 w 27489"/>
                      <a:gd name="connsiteY1" fmla="*/ 0 h 35502"/>
                      <a:gd name="connsiteX2" fmla="*/ 11748 w 27489"/>
                      <a:gd name="connsiteY2" fmla="*/ 221 h 35502"/>
                      <a:gd name="connsiteX3" fmla="*/ 1906 w 27489"/>
                      <a:gd name="connsiteY3" fmla="*/ 29835 h 35502"/>
                      <a:gd name="connsiteX4" fmla="*/ 0 w 27489"/>
                      <a:gd name="connsiteY4" fmla="*/ 35332 h 35502"/>
                      <a:gd name="connsiteX5" fmla="*/ 9576 w 27489"/>
                      <a:gd name="connsiteY5" fmla="*/ 34179 h 35502"/>
                      <a:gd name="connsiteX6" fmla="*/ 22786 w 27489"/>
                      <a:gd name="connsiteY6" fmla="*/ 20525 h 35502"/>
                      <a:gd name="connsiteX7" fmla="*/ 26953 w 27489"/>
                      <a:gd name="connsiteY7" fmla="*/ 15471 h 35502"/>
                      <a:gd name="connsiteX8" fmla="*/ 15294 w 27489"/>
                      <a:gd name="connsiteY8" fmla="*/ 842 h 35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489" h="35502">
                        <a:moveTo>
                          <a:pt x="15294" y="842"/>
                        </a:moveTo>
                        <a:cubicBezTo>
                          <a:pt x="14408" y="443"/>
                          <a:pt x="13521" y="177"/>
                          <a:pt x="12590" y="0"/>
                        </a:cubicBezTo>
                        <a:cubicBezTo>
                          <a:pt x="12324" y="89"/>
                          <a:pt x="12058" y="177"/>
                          <a:pt x="11748" y="221"/>
                        </a:cubicBezTo>
                        <a:cubicBezTo>
                          <a:pt x="8467" y="10108"/>
                          <a:pt x="5187" y="19949"/>
                          <a:pt x="1906" y="29835"/>
                        </a:cubicBezTo>
                        <a:cubicBezTo>
                          <a:pt x="1286" y="31652"/>
                          <a:pt x="665" y="33514"/>
                          <a:pt x="0" y="35332"/>
                        </a:cubicBezTo>
                        <a:cubicBezTo>
                          <a:pt x="3325" y="35730"/>
                          <a:pt x="6650" y="35465"/>
                          <a:pt x="9576" y="34179"/>
                        </a:cubicBezTo>
                        <a:cubicBezTo>
                          <a:pt x="15871" y="31431"/>
                          <a:pt x="18353" y="25180"/>
                          <a:pt x="22786" y="20525"/>
                        </a:cubicBezTo>
                        <a:cubicBezTo>
                          <a:pt x="24293" y="18929"/>
                          <a:pt x="26155" y="17422"/>
                          <a:pt x="26953" y="15471"/>
                        </a:cubicBezTo>
                        <a:cubicBezTo>
                          <a:pt x="29702" y="9176"/>
                          <a:pt x="21279" y="3591"/>
                          <a:pt x="15294" y="84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53" name="Forme libre : forme 19952">
                    <a:extLst>
                      <a:ext uri="{FF2B5EF4-FFF2-40B4-BE49-F238E27FC236}">
                        <a16:creationId xmlns:a16="http://schemas.microsoft.com/office/drawing/2014/main" id="{B7FD73C9-7183-4EF3-A9E1-C8463A479076}"/>
                      </a:ext>
                    </a:extLst>
                  </p:cNvPr>
                  <p:cNvSpPr/>
                  <p:nvPr/>
                </p:nvSpPr>
                <p:spPr>
                  <a:xfrm>
                    <a:off x="6114316" y="6219678"/>
                    <a:ext cx="30226" cy="35376"/>
                  </a:xfrm>
                  <a:custGeom>
                    <a:avLst/>
                    <a:gdLst>
                      <a:gd name="connsiteX0" fmla="*/ 30226 w 30226"/>
                      <a:gd name="connsiteY0" fmla="*/ 266 h 35376"/>
                      <a:gd name="connsiteX1" fmla="*/ 28231 w 30226"/>
                      <a:gd name="connsiteY1" fmla="*/ 488 h 35376"/>
                      <a:gd name="connsiteX2" fmla="*/ 25084 w 30226"/>
                      <a:gd name="connsiteY2" fmla="*/ 0 h 35376"/>
                      <a:gd name="connsiteX3" fmla="*/ 13558 w 30226"/>
                      <a:gd name="connsiteY3" fmla="*/ 4433 h 35376"/>
                      <a:gd name="connsiteX4" fmla="*/ 1810 w 30226"/>
                      <a:gd name="connsiteY4" fmla="*/ 17156 h 35376"/>
                      <a:gd name="connsiteX5" fmla="*/ 170 w 30226"/>
                      <a:gd name="connsiteY5" fmla="*/ 24382 h 35376"/>
                      <a:gd name="connsiteX6" fmla="*/ 6997 w 30226"/>
                      <a:gd name="connsiteY6" fmla="*/ 31519 h 35376"/>
                      <a:gd name="connsiteX7" fmla="*/ 18478 w 30226"/>
                      <a:gd name="connsiteY7" fmla="*/ 35376 h 35376"/>
                      <a:gd name="connsiteX8" fmla="*/ 20385 w 30226"/>
                      <a:gd name="connsiteY8" fmla="*/ 29879 h 35376"/>
                      <a:gd name="connsiteX9" fmla="*/ 30226 w 30226"/>
                      <a:gd name="connsiteY9" fmla="*/ 266 h 35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0226" h="35376">
                        <a:moveTo>
                          <a:pt x="30226" y="266"/>
                        </a:moveTo>
                        <a:cubicBezTo>
                          <a:pt x="29606" y="399"/>
                          <a:pt x="28941" y="488"/>
                          <a:pt x="28231" y="488"/>
                        </a:cubicBezTo>
                        <a:cubicBezTo>
                          <a:pt x="27123" y="488"/>
                          <a:pt x="26059" y="310"/>
                          <a:pt x="25084" y="0"/>
                        </a:cubicBezTo>
                        <a:cubicBezTo>
                          <a:pt x="20828" y="665"/>
                          <a:pt x="16617" y="2527"/>
                          <a:pt x="13558" y="4433"/>
                        </a:cubicBezTo>
                        <a:cubicBezTo>
                          <a:pt x="8371" y="7669"/>
                          <a:pt x="4514" y="12235"/>
                          <a:pt x="1810" y="17156"/>
                        </a:cubicBezTo>
                        <a:cubicBezTo>
                          <a:pt x="569" y="19417"/>
                          <a:pt x="-406" y="21899"/>
                          <a:pt x="170" y="24382"/>
                        </a:cubicBezTo>
                        <a:cubicBezTo>
                          <a:pt x="923" y="27441"/>
                          <a:pt x="3894" y="29790"/>
                          <a:pt x="6997" y="31519"/>
                        </a:cubicBezTo>
                        <a:cubicBezTo>
                          <a:pt x="10410" y="33470"/>
                          <a:pt x="14444" y="34888"/>
                          <a:pt x="18478" y="35376"/>
                        </a:cubicBezTo>
                        <a:cubicBezTo>
                          <a:pt x="19144" y="33558"/>
                          <a:pt x="19764" y="31697"/>
                          <a:pt x="20385" y="29879"/>
                        </a:cubicBezTo>
                        <a:cubicBezTo>
                          <a:pt x="23665" y="19993"/>
                          <a:pt x="26946" y="10108"/>
                          <a:pt x="30226" y="26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54" name="Forme libre : forme 19953">
                    <a:extLst>
                      <a:ext uri="{FF2B5EF4-FFF2-40B4-BE49-F238E27FC236}">
                        <a16:creationId xmlns:a16="http://schemas.microsoft.com/office/drawing/2014/main" id="{2429AD1C-4D37-45E3-BE71-75DAA000B163}"/>
                      </a:ext>
                    </a:extLst>
                  </p:cNvPr>
                  <p:cNvSpPr/>
                  <p:nvPr/>
                </p:nvSpPr>
                <p:spPr>
                  <a:xfrm>
                    <a:off x="6243629" y="6235581"/>
                    <a:ext cx="45254" cy="28826"/>
                  </a:xfrm>
                  <a:custGeom>
                    <a:avLst/>
                    <a:gdLst>
                      <a:gd name="connsiteX0" fmla="*/ 13070 w 45254"/>
                      <a:gd name="connsiteY0" fmla="*/ 17655 h 28826"/>
                      <a:gd name="connsiteX1" fmla="*/ 45254 w 45254"/>
                      <a:gd name="connsiteY1" fmla="*/ 10474 h 28826"/>
                      <a:gd name="connsiteX2" fmla="*/ 33773 w 45254"/>
                      <a:gd name="connsiteY2" fmla="*/ 1164 h 28826"/>
                      <a:gd name="connsiteX3" fmla="*/ 13558 w 45254"/>
                      <a:gd name="connsiteY3" fmla="*/ 4666 h 28826"/>
                      <a:gd name="connsiteX4" fmla="*/ 1810 w 45254"/>
                      <a:gd name="connsiteY4" fmla="*/ 17389 h 28826"/>
                      <a:gd name="connsiteX5" fmla="*/ 170 w 45254"/>
                      <a:gd name="connsiteY5" fmla="*/ 24615 h 28826"/>
                      <a:gd name="connsiteX6" fmla="*/ 2918 w 45254"/>
                      <a:gd name="connsiteY6" fmla="*/ 28827 h 28826"/>
                      <a:gd name="connsiteX7" fmla="*/ 13070 w 45254"/>
                      <a:gd name="connsiteY7" fmla="*/ 17655 h 28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54" h="28826">
                        <a:moveTo>
                          <a:pt x="13070" y="17655"/>
                        </a:moveTo>
                        <a:cubicBezTo>
                          <a:pt x="21715" y="11582"/>
                          <a:pt x="33640" y="9765"/>
                          <a:pt x="45254" y="10474"/>
                        </a:cubicBezTo>
                        <a:cubicBezTo>
                          <a:pt x="43348" y="6440"/>
                          <a:pt x="37940" y="3115"/>
                          <a:pt x="33773" y="1164"/>
                        </a:cubicBezTo>
                        <a:cubicBezTo>
                          <a:pt x="27345" y="-1806"/>
                          <a:pt x="18700" y="1475"/>
                          <a:pt x="13558" y="4666"/>
                        </a:cubicBezTo>
                        <a:cubicBezTo>
                          <a:pt x="8371" y="7903"/>
                          <a:pt x="4514" y="12469"/>
                          <a:pt x="1810" y="17389"/>
                        </a:cubicBezTo>
                        <a:cubicBezTo>
                          <a:pt x="569" y="19650"/>
                          <a:pt x="-406" y="22133"/>
                          <a:pt x="170" y="24615"/>
                        </a:cubicBezTo>
                        <a:cubicBezTo>
                          <a:pt x="569" y="26211"/>
                          <a:pt x="1588" y="27630"/>
                          <a:pt x="2918" y="28827"/>
                        </a:cubicBezTo>
                        <a:cubicBezTo>
                          <a:pt x="5445" y="24660"/>
                          <a:pt x="8637" y="20759"/>
                          <a:pt x="13070" y="1765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55" name="Forme libre : forme 19954">
                    <a:extLst>
                      <a:ext uri="{FF2B5EF4-FFF2-40B4-BE49-F238E27FC236}">
                        <a16:creationId xmlns:a16="http://schemas.microsoft.com/office/drawing/2014/main" id="{5D1AE749-DC85-4AFD-A7D7-CA298F343C4F}"/>
                      </a:ext>
                    </a:extLst>
                  </p:cNvPr>
                  <p:cNvSpPr/>
                  <p:nvPr/>
                </p:nvSpPr>
                <p:spPr>
                  <a:xfrm>
                    <a:off x="6246548" y="6245852"/>
                    <a:ext cx="43030" cy="25619"/>
                  </a:xfrm>
                  <a:custGeom>
                    <a:avLst/>
                    <a:gdLst>
                      <a:gd name="connsiteX0" fmla="*/ 25136 w 43030"/>
                      <a:gd name="connsiteY0" fmla="*/ 24275 h 25619"/>
                      <a:gd name="connsiteX1" fmla="*/ 38346 w 43030"/>
                      <a:gd name="connsiteY1" fmla="*/ 10621 h 25619"/>
                      <a:gd name="connsiteX2" fmla="*/ 42513 w 43030"/>
                      <a:gd name="connsiteY2" fmla="*/ 5567 h 25619"/>
                      <a:gd name="connsiteX3" fmla="*/ 42336 w 43030"/>
                      <a:gd name="connsiteY3" fmla="*/ 158 h 25619"/>
                      <a:gd name="connsiteX4" fmla="*/ 10152 w 43030"/>
                      <a:gd name="connsiteY4" fmla="*/ 7340 h 25619"/>
                      <a:gd name="connsiteX5" fmla="*/ 0 w 43030"/>
                      <a:gd name="connsiteY5" fmla="*/ 18556 h 25619"/>
                      <a:gd name="connsiteX6" fmla="*/ 4078 w 43030"/>
                      <a:gd name="connsiteY6" fmla="*/ 21482 h 25619"/>
                      <a:gd name="connsiteX7" fmla="*/ 25136 w 43030"/>
                      <a:gd name="connsiteY7" fmla="*/ 24275 h 25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030" h="25619">
                        <a:moveTo>
                          <a:pt x="25136" y="24275"/>
                        </a:moveTo>
                        <a:cubicBezTo>
                          <a:pt x="31431" y="21526"/>
                          <a:pt x="33913" y="15275"/>
                          <a:pt x="38346" y="10621"/>
                        </a:cubicBezTo>
                        <a:cubicBezTo>
                          <a:pt x="39853" y="9024"/>
                          <a:pt x="41715" y="7517"/>
                          <a:pt x="42513" y="5567"/>
                        </a:cubicBezTo>
                        <a:cubicBezTo>
                          <a:pt x="43311" y="3705"/>
                          <a:pt x="43134" y="1887"/>
                          <a:pt x="42336" y="158"/>
                        </a:cubicBezTo>
                        <a:cubicBezTo>
                          <a:pt x="30721" y="-595"/>
                          <a:pt x="18796" y="1267"/>
                          <a:pt x="10152" y="7340"/>
                        </a:cubicBezTo>
                        <a:cubicBezTo>
                          <a:pt x="5719" y="10443"/>
                          <a:pt x="2571" y="14300"/>
                          <a:pt x="0" y="18556"/>
                        </a:cubicBezTo>
                        <a:cubicBezTo>
                          <a:pt x="1197" y="19664"/>
                          <a:pt x="2615" y="20639"/>
                          <a:pt x="4078" y="21482"/>
                        </a:cubicBezTo>
                        <a:cubicBezTo>
                          <a:pt x="10329" y="25117"/>
                          <a:pt x="18619" y="27112"/>
                          <a:pt x="25136" y="2427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56" name="Forme libre : forme 19955">
                    <a:extLst>
                      <a:ext uri="{FF2B5EF4-FFF2-40B4-BE49-F238E27FC236}">
                        <a16:creationId xmlns:a16="http://schemas.microsoft.com/office/drawing/2014/main" id="{1430C3B1-6DF2-487F-B494-77489A52F973}"/>
                      </a:ext>
                    </a:extLst>
                  </p:cNvPr>
                  <p:cNvSpPr/>
                  <p:nvPr/>
                </p:nvSpPr>
                <p:spPr>
                  <a:xfrm>
                    <a:off x="5886765" y="6299640"/>
                    <a:ext cx="41043" cy="27274"/>
                  </a:xfrm>
                  <a:custGeom>
                    <a:avLst/>
                    <a:gdLst>
                      <a:gd name="connsiteX0" fmla="*/ 13469 w 41043"/>
                      <a:gd name="connsiteY0" fmla="*/ 14818 h 27274"/>
                      <a:gd name="connsiteX1" fmla="*/ 41043 w 41043"/>
                      <a:gd name="connsiteY1" fmla="*/ 5553 h 27274"/>
                      <a:gd name="connsiteX2" fmla="*/ 33773 w 41043"/>
                      <a:gd name="connsiteY2" fmla="*/ 1164 h 27274"/>
                      <a:gd name="connsiteX3" fmla="*/ 13558 w 41043"/>
                      <a:gd name="connsiteY3" fmla="*/ 4666 h 27274"/>
                      <a:gd name="connsiteX4" fmla="*/ 1810 w 41043"/>
                      <a:gd name="connsiteY4" fmla="*/ 17389 h 27274"/>
                      <a:gd name="connsiteX5" fmla="*/ 170 w 41043"/>
                      <a:gd name="connsiteY5" fmla="*/ 24615 h 27274"/>
                      <a:gd name="connsiteX6" fmla="*/ 1544 w 41043"/>
                      <a:gd name="connsiteY6" fmla="*/ 27275 h 27274"/>
                      <a:gd name="connsiteX7" fmla="*/ 13469 w 41043"/>
                      <a:gd name="connsiteY7" fmla="*/ 14818 h 27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1043" h="27274">
                        <a:moveTo>
                          <a:pt x="13469" y="14818"/>
                        </a:moveTo>
                        <a:cubicBezTo>
                          <a:pt x="21316" y="9809"/>
                          <a:pt x="31689" y="8478"/>
                          <a:pt x="41043" y="5553"/>
                        </a:cubicBezTo>
                        <a:cubicBezTo>
                          <a:pt x="38782" y="3735"/>
                          <a:pt x="36078" y="2228"/>
                          <a:pt x="33773" y="1164"/>
                        </a:cubicBezTo>
                        <a:cubicBezTo>
                          <a:pt x="27345" y="-1806"/>
                          <a:pt x="18700" y="1474"/>
                          <a:pt x="13558" y="4666"/>
                        </a:cubicBezTo>
                        <a:cubicBezTo>
                          <a:pt x="8371" y="7902"/>
                          <a:pt x="4514" y="12468"/>
                          <a:pt x="1810" y="17389"/>
                        </a:cubicBezTo>
                        <a:cubicBezTo>
                          <a:pt x="569" y="19650"/>
                          <a:pt x="-406" y="22133"/>
                          <a:pt x="170" y="24615"/>
                        </a:cubicBezTo>
                        <a:cubicBezTo>
                          <a:pt x="392" y="25590"/>
                          <a:pt x="924" y="26433"/>
                          <a:pt x="1544" y="27275"/>
                        </a:cubicBezTo>
                        <a:cubicBezTo>
                          <a:pt x="4780" y="22576"/>
                          <a:pt x="8327" y="18054"/>
                          <a:pt x="13469" y="1481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57" name="Forme libre : forme 19956">
                    <a:extLst>
                      <a:ext uri="{FF2B5EF4-FFF2-40B4-BE49-F238E27FC236}">
                        <a16:creationId xmlns:a16="http://schemas.microsoft.com/office/drawing/2014/main" id="{52568CE8-DE7E-446D-A1D0-34DD02F2DCDF}"/>
                      </a:ext>
                    </a:extLst>
                  </p:cNvPr>
                  <p:cNvSpPr/>
                  <p:nvPr/>
                </p:nvSpPr>
                <p:spPr>
                  <a:xfrm>
                    <a:off x="5888309" y="6305148"/>
                    <a:ext cx="44404" cy="30328"/>
                  </a:xfrm>
                  <a:custGeom>
                    <a:avLst/>
                    <a:gdLst>
                      <a:gd name="connsiteX0" fmla="*/ 5453 w 44404"/>
                      <a:gd name="connsiteY0" fmla="*/ 26244 h 30328"/>
                      <a:gd name="connsiteX1" fmla="*/ 26510 w 44404"/>
                      <a:gd name="connsiteY1" fmla="*/ 28992 h 30328"/>
                      <a:gd name="connsiteX2" fmla="*/ 39721 w 44404"/>
                      <a:gd name="connsiteY2" fmla="*/ 15338 h 30328"/>
                      <a:gd name="connsiteX3" fmla="*/ 43888 w 44404"/>
                      <a:gd name="connsiteY3" fmla="*/ 10285 h 30328"/>
                      <a:gd name="connsiteX4" fmla="*/ 39499 w 44404"/>
                      <a:gd name="connsiteY4" fmla="*/ 0 h 30328"/>
                      <a:gd name="connsiteX5" fmla="*/ 11925 w 44404"/>
                      <a:gd name="connsiteY5" fmla="*/ 9265 h 30328"/>
                      <a:gd name="connsiteX6" fmla="*/ 0 w 44404"/>
                      <a:gd name="connsiteY6" fmla="*/ 21722 h 30328"/>
                      <a:gd name="connsiteX7" fmla="*/ 5453 w 44404"/>
                      <a:gd name="connsiteY7" fmla="*/ 26244 h 30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404" h="30328">
                        <a:moveTo>
                          <a:pt x="5453" y="26244"/>
                        </a:moveTo>
                        <a:cubicBezTo>
                          <a:pt x="11703" y="29790"/>
                          <a:pt x="20038" y="31829"/>
                          <a:pt x="26510" y="28992"/>
                        </a:cubicBezTo>
                        <a:cubicBezTo>
                          <a:pt x="32805" y="26244"/>
                          <a:pt x="35287" y="19993"/>
                          <a:pt x="39721" y="15338"/>
                        </a:cubicBezTo>
                        <a:cubicBezTo>
                          <a:pt x="41228" y="13742"/>
                          <a:pt x="43090" y="12235"/>
                          <a:pt x="43888" y="10285"/>
                        </a:cubicBezTo>
                        <a:cubicBezTo>
                          <a:pt x="45528" y="6428"/>
                          <a:pt x="43045" y="2837"/>
                          <a:pt x="39499" y="0"/>
                        </a:cubicBezTo>
                        <a:cubicBezTo>
                          <a:pt x="30145" y="2970"/>
                          <a:pt x="19816" y="4256"/>
                          <a:pt x="11925" y="9265"/>
                        </a:cubicBezTo>
                        <a:cubicBezTo>
                          <a:pt x="6827" y="12545"/>
                          <a:pt x="3281" y="17023"/>
                          <a:pt x="0" y="21722"/>
                        </a:cubicBezTo>
                        <a:cubicBezTo>
                          <a:pt x="1286" y="23539"/>
                          <a:pt x="3325" y="25047"/>
                          <a:pt x="5453" y="2624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58" name="Forme libre : forme 19957">
                    <a:extLst>
                      <a:ext uri="{FF2B5EF4-FFF2-40B4-BE49-F238E27FC236}">
                        <a16:creationId xmlns:a16="http://schemas.microsoft.com/office/drawing/2014/main" id="{7DFDB8A2-5676-4472-8B88-2B3AA153D871}"/>
                      </a:ext>
                    </a:extLst>
                  </p:cNvPr>
                  <p:cNvSpPr/>
                  <p:nvPr/>
                </p:nvSpPr>
                <p:spPr>
                  <a:xfrm>
                    <a:off x="6747975" y="6146994"/>
                    <a:ext cx="30310" cy="24008"/>
                  </a:xfrm>
                  <a:custGeom>
                    <a:avLst/>
                    <a:gdLst>
                      <a:gd name="connsiteX0" fmla="*/ 23052 w 30310"/>
                      <a:gd name="connsiteY0" fmla="*/ 24009 h 24008"/>
                      <a:gd name="connsiteX1" fmla="*/ 25623 w 30310"/>
                      <a:gd name="connsiteY1" fmla="*/ 20905 h 24008"/>
                      <a:gd name="connsiteX2" fmla="*/ 29790 w 30310"/>
                      <a:gd name="connsiteY2" fmla="*/ 15851 h 24008"/>
                      <a:gd name="connsiteX3" fmla="*/ 18131 w 30310"/>
                      <a:gd name="connsiteY3" fmla="*/ 1178 h 24008"/>
                      <a:gd name="connsiteX4" fmla="*/ 0 w 30310"/>
                      <a:gd name="connsiteY4" fmla="*/ 3483 h 24008"/>
                      <a:gd name="connsiteX5" fmla="*/ 9088 w 30310"/>
                      <a:gd name="connsiteY5" fmla="*/ 11330 h 24008"/>
                      <a:gd name="connsiteX6" fmla="*/ 23052 w 30310"/>
                      <a:gd name="connsiteY6" fmla="*/ 24009 h 2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310" h="24008">
                        <a:moveTo>
                          <a:pt x="23052" y="24009"/>
                        </a:moveTo>
                        <a:cubicBezTo>
                          <a:pt x="23850" y="22945"/>
                          <a:pt x="24692" y="21881"/>
                          <a:pt x="25623" y="20905"/>
                        </a:cubicBezTo>
                        <a:cubicBezTo>
                          <a:pt x="27131" y="19309"/>
                          <a:pt x="28992" y="17802"/>
                          <a:pt x="29790" y="15851"/>
                        </a:cubicBezTo>
                        <a:cubicBezTo>
                          <a:pt x="32495" y="9512"/>
                          <a:pt x="24072" y="3927"/>
                          <a:pt x="18131" y="1178"/>
                        </a:cubicBezTo>
                        <a:cubicBezTo>
                          <a:pt x="12501" y="-1437"/>
                          <a:pt x="5187" y="735"/>
                          <a:pt x="0" y="3483"/>
                        </a:cubicBezTo>
                        <a:cubicBezTo>
                          <a:pt x="3414" y="5921"/>
                          <a:pt x="6472" y="8759"/>
                          <a:pt x="9088" y="11330"/>
                        </a:cubicBezTo>
                        <a:cubicBezTo>
                          <a:pt x="13432" y="15586"/>
                          <a:pt x="18353" y="19752"/>
                          <a:pt x="23052" y="2400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59" name="Forme libre : forme 19958">
                    <a:extLst>
                      <a:ext uri="{FF2B5EF4-FFF2-40B4-BE49-F238E27FC236}">
                        <a16:creationId xmlns:a16="http://schemas.microsoft.com/office/drawing/2014/main" id="{7D722A54-0ED4-4961-82EF-5C6D493CC314}"/>
                      </a:ext>
                    </a:extLst>
                  </p:cNvPr>
                  <p:cNvSpPr/>
                  <p:nvPr/>
                </p:nvSpPr>
                <p:spPr>
                  <a:xfrm>
                    <a:off x="6732378" y="6150522"/>
                    <a:ext cx="38649" cy="32368"/>
                  </a:xfrm>
                  <a:custGeom>
                    <a:avLst/>
                    <a:gdLst>
                      <a:gd name="connsiteX0" fmla="*/ 1810 w 38649"/>
                      <a:gd name="connsiteY0" fmla="*/ 13920 h 32368"/>
                      <a:gd name="connsiteX1" fmla="*/ 170 w 38649"/>
                      <a:gd name="connsiteY1" fmla="*/ 21146 h 32368"/>
                      <a:gd name="connsiteX2" fmla="*/ 6997 w 38649"/>
                      <a:gd name="connsiteY2" fmla="*/ 28283 h 32368"/>
                      <a:gd name="connsiteX3" fmla="*/ 28054 w 38649"/>
                      <a:gd name="connsiteY3" fmla="*/ 31032 h 32368"/>
                      <a:gd name="connsiteX4" fmla="*/ 38649 w 38649"/>
                      <a:gd name="connsiteY4" fmla="*/ 20481 h 32368"/>
                      <a:gd name="connsiteX5" fmla="*/ 24685 w 38649"/>
                      <a:gd name="connsiteY5" fmla="*/ 7847 h 32368"/>
                      <a:gd name="connsiteX6" fmla="*/ 15597 w 38649"/>
                      <a:gd name="connsiteY6" fmla="*/ 0 h 32368"/>
                      <a:gd name="connsiteX7" fmla="*/ 13513 w 38649"/>
                      <a:gd name="connsiteY7" fmla="*/ 1197 h 32368"/>
                      <a:gd name="connsiteX8" fmla="*/ 1810 w 38649"/>
                      <a:gd name="connsiteY8" fmla="*/ 13920 h 32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649" h="32368">
                        <a:moveTo>
                          <a:pt x="1810" y="13920"/>
                        </a:moveTo>
                        <a:cubicBezTo>
                          <a:pt x="569" y="16181"/>
                          <a:pt x="-406" y="18663"/>
                          <a:pt x="170" y="21146"/>
                        </a:cubicBezTo>
                        <a:cubicBezTo>
                          <a:pt x="923" y="24205"/>
                          <a:pt x="3894" y="26554"/>
                          <a:pt x="6997" y="28283"/>
                        </a:cubicBezTo>
                        <a:cubicBezTo>
                          <a:pt x="13247" y="31829"/>
                          <a:pt x="21582" y="33869"/>
                          <a:pt x="28054" y="31032"/>
                        </a:cubicBezTo>
                        <a:cubicBezTo>
                          <a:pt x="33019" y="28860"/>
                          <a:pt x="35635" y="24515"/>
                          <a:pt x="38649" y="20481"/>
                        </a:cubicBezTo>
                        <a:cubicBezTo>
                          <a:pt x="33950" y="16225"/>
                          <a:pt x="28985" y="12058"/>
                          <a:pt x="24685" y="7847"/>
                        </a:cubicBezTo>
                        <a:cubicBezTo>
                          <a:pt x="22069" y="5275"/>
                          <a:pt x="19011" y="2482"/>
                          <a:pt x="15597" y="0"/>
                        </a:cubicBezTo>
                        <a:cubicBezTo>
                          <a:pt x="14843" y="399"/>
                          <a:pt x="14178" y="798"/>
                          <a:pt x="13513" y="1197"/>
                        </a:cubicBezTo>
                        <a:cubicBezTo>
                          <a:pt x="8327" y="4433"/>
                          <a:pt x="4470" y="8999"/>
                          <a:pt x="1810" y="1392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60" name="Forme libre : forme 19959">
                    <a:extLst>
                      <a:ext uri="{FF2B5EF4-FFF2-40B4-BE49-F238E27FC236}">
                        <a16:creationId xmlns:a16="http://schemas.microsoft.com/office/drawing/2014/main" id="{75D4AEAA-44CC-4063-99A1-8ACB644B3FEC}"/>
                      </a:ext>
                    </a:extLst>
                  </p:cNvPr>
                  <p:cNvSpPr/>
                  <p:nvPr/>
                </p:nvSpPr>
                <p:spPr>
                  <a:xfrm>
                    <a:off x="7337931" y="6178051"/>
                    <a:ext cx="4477" cy="3413"/>
                  </a:xfrm>
                  <a:custGeom>
                    <a:avLst/>
                    <a:gdLst>
                      <a:gd name="connsiteX0" fmla="*/ 1374 w 4477"/>
                      <a:gd name="connsiteY0" fmla="*/ 3414 h 3413"/>
                      <a:gd name="connsiteX1" fmla="*/ 4477 w 4477"/>
                      <a:gd name="connsiteY1" fmla="*/ 0 h 3413"/>
                      <a:gd name="connsiteX2" fmla="*/ 0 w 4477"/>
                      <a:gd name="connsiteY2" fmla="*/ 2172 h 3413"/>
                      <a:gd name="connsiteX3" fmla="*/ 1374 w 4477"/>
                      <a:gd name="connsiteY3" fmla="*/ 3414 h 3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77" h="3413">
                        <a:moveTo>
                          <a:pt x="1374" y="3414"/>
                        </a:moveTo>
                        <a:lnTo>
                          <a:pt x="4477" y="0"/>
                        </a:lnTo>
                        <a:cubicBezTo>
                          <a:pt x="2837" y="665"/>
                          <a:pt x="1330" y="1375"/>
                          <a:pt x="0" y="2172"/>
                        </a:cubicBezTo>
                        <a:cubicBezTo>
                          <a:pt x="443" y="2571"/>
                          <a:pt x="931" y="2970"/>
                          <a:pt x="1374" y="3414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61" name="Forme libre : forme 19960">
                    <a:extLst>
                      <a:ext uri="{FF2B5EF4-FFF2-40B4-BE49-F238E27FC236}">
                        <a16:creationId xmlns:a16="http://schemas.microsoft.com/office/drawing/2014/main" id="{5F61E05F-2029-4643-892D-C943863E4521}"/>
                      </a:ext>
                    </a:extLst>
                  </p:cNvPr>
                  <p:cNvSpPr/>
                  <p:nvPr/>
                </p:nvSpPr>
                <p:spPr>
                  <a:xfrm>
                    <a:off x="7323391" y="6180223"/>
                    <a:ext cx="15959" cy="18929"/>
                  </a:xfrm>
                  <a:custGeom>
                    <a:avLst/>
                    <a:gdLst>
                      <a:gd name="connsiteX0" fmla="*/ 1773 w 15959"/>
                      <a:gd name="connsiteY0" fmla="*/ 13299 h 18929"/>
                      <a:gd name="connsiteX1" fmla="*/ 0 w 15959"/>
                      <a:gd name="connsiteY1" fmla="*/ 18929 h 18929"/>
                      <a:gd name="connsiteX2" fmla="*/ 15959 w 15959"/>
                      <a:gd name="connsiteY2" fmla="*/ 1241 h 18929"/>
                      <a:gd name="connsiteX3" fmla="*/ 14541 w 15959"/>
                      <a:gd name="connsiteY3" fmla="*/ 0 h 18929"/>
                      <a:gd name="connsiteX4" fmla="*/ 13521 w 15959"/>
                      <a:gd name="connsiteY4" fmla="*/ 576 h 18929"/>
                      <a:gd name="connsiteX5" fmla="*/ 1773 w 15959"/>
                      <a:gd name="connsiteY5" fmla="*/ 13299 h 18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959" h="18929">
                        <a:moveTo>
                          <a:pt x="1773" y="13299"/>
                        </a:moveTo>
                        <a:cubicBezTo>
                          <a:pt x="798" y="15073"/>
                          <a:pt x="0" y="16979"/>
                          <a:pt x="0" y="18929"/>
                        </a:cubicBezTo>
                        <a:lnTo>
                          <a:pt x="15959" y="1241"/>
                        </a:lnTo>
                        <a:cubicBezTo>
                          <a:pt x="15516" y="798"/>
                          <a:pt x="15028" y="399"/>
                          <a:pt x="14541" y="0"/>
                        </a:cubicBezTo>
                        <a:cubicBezTo>
                          <a:pt x="14186" y="177"/>
                          <a:pt x="13831" y="399"/>
                          <a:pt x="13521" y="576"/>
                        </a:cubicBezTo>
                        <a:cubicBezTo>
                          <a:pt x="8290" y="3812"/>
                          <a:pt x="4433" y="8379"/>
                          <a:pt x="1773" y="1329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62" name="Forme libre : forme 19961">
                    <a:extLst>
                      <a:ext uri="{FF2B5EF4-FFF2-40B4-BE49-F238E27FC236}">
                        <a16:creationId xmlns:a16="http://schemas.microsoft.com/office/drawing/2014/main" id="{E7E9EFB3-4413-4B09-94CB-65B7D3D1ABE8}"/>
                      </a:ext>
                    </a:extLst>
                  </p:cNvPr>
                  <p:cNvSpPr/>
                  <p:nvPr/>
                </p:nvSpPr>
                <p:spPr>
                  <a:xfrm>
                    <a:off x="4512432" y="6215289"/>
                    <a:ext cx="45248" cy="31164"/>
                  </a:xfrm>
                  <a:custGeom>
                    <a:avLst/>
                    <a:gdLst>
                      <a:gd name="connsiteX0" fmla="*/ 15581 w 45248"/>
                      <a:gd name="connsiteY0" fmla="*/ 29170 h 31164"/>
                      <a:gd name="connsiteX1" fmla="*/ 36284 w 45248"/>
                      <a:gd name="connsiteY1" fmla="*/ 18841 h 31164"/>
                      <a:gd name="connsiteX2" fmla="*/ 45061 w 45248"/>
                      <a:gd name="connsiteY2" fmla="*/ 11260 h 31164"/>
                      <a:gd name="connsiteX3" fmla="*/ 40628 w 45248"/>
                      <a:gd name="connsiteY3" fmla="*/ 1685 h 31164"/>
                      <a:gd name="connsiteX4" fmla="*/ 16512 w 45248"/>
                      <a:gd name="connsiteY4" fmla="*/ 3946 h 31164"/>
                      <a:gd name="connsiteX5" fmla="*/ 4011 w 45248"/>
                      <a:gd name="connsiteY5" fmla="*/ 12989 h 31164"/>
                      <a:gd name="connsiteX6" fmla="*/ 198 w 45248"/>
                      <a:gd name="connsiteY6" fmla="*/ 24027 h 31164"/>
                      <a:gd name="connsiteX7" fmla="*/ 10173 w 45248"/>
                      <a:gd name="connsiteY7" fmla="*/ 31121 h 31164"/>
                      <a:gd name="connsiteX8" fmla="*/ 15581 w 45248"/>
                      <a:gd name="connsiteY8" fmla="*/ 29170 h 31164"/>
                      <a:gd name="connsiteX9" fmla="*/ 34067 w 45248"/>
                      <a:gd name="connsiteY9" fmla="*/ 3147 h 31164"/>
                      <a:gd name="connsiteX10" fmla="*/ 42712 w 45248"/>
                      <a:gd name="connsiteY10" fmla="*/ 10019 h 31164"/>
                      <a:gd name="connsiteX11" fmla="*/ 34776 w 45248"/>
                      <a:gd name="connsiteY11" fmla="*/ 16934 h 31164"/>
                      <a:gd name="connsiteX12" fmla="*/ 26132 w 45248"/>
                      <a:gd name="connsiteY12" fmla="*/ 10063 h 31164"/>
                      <a:gd name="connsiteX13" fmla="*/ 34067 w 45248"/>
                      <a:gd name="connsiteY13" fmla="*/ 3147 h 31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5248" h="31164">
                        <a:moveTo>
                          <a:pt x="15581" y="29170"/>
                        </a:moveTo>
                        <a:cubicBezTo>
                          <a:pt x="22497" y="25712"/>
                          <a:pt x="29368" y="22299"/>
                          <a:pt x="36284" y="18841"/>
                        </a:cubicBezTo>
                        <a:cubicBezTo>
                          <a:pt x="39786" y="17067"/>
                          <a:pt x="44041" y="14807"/>
                          <a:pt x="45061" y="11260"/>
                        </a:cubicBezTo>
                        <a:cubicBezTo>
                          <a:pt x="45903" y="8157"/>
                          <a:pt x="43820" y="3635"/>
                          <a:pt x="40628" y="1685"/>
                        </a:cubicBezTo>
                        <a:cubicBezTo>
                          <a:pt x="34377" y="-2172"/>
                          <a:pt x="22275" y="1463"/>
                          <a:pt x="16512" y="3946"/>
                        </a:cubicBezTo>
                        <a:cubicBezTo>
                          <a:pt x="11591" y="6118"/>
                          <a:pt x="7247" y="9176"/>
                          <a:pt x="4011" y="12989"/>
                        </a:cubicBezTo>
                        <a:cubicBezTo>
                          <a:pt x="1306" y="16181"/>
                          <a:pt x="-644" y="20082"/>
                          <a:pt x="198" y="24027"/>
                        </a:cubicBezTo>
                        <a:cubicBezTo>
                          <a:pt x="1040" y="27973"/>
                          <a:pt x="5429" y="31608"/>
                          <a:pt x="10173" y="31121"/>
                        </a:cubicBezTo>
                        <a:cubicBezTo>
                          <a:pt x="12123" y="30899"/>
                          <a:pt x="13896" y="30012"/>
                          <a:pt x="15581" y="29170"/>
                        </a:cubicBezTo>
                        <a:close/>
                        <a:moveTo>
                          <a:pt x="34067" y="3147"/>
                        </a:moveTo>
                        <a:cubicBezTo>
                          <a:pt x="38633" y="3147"/>
                          <a:pt x="42490" y="6207"/>
                          <a:pt x="42712" y="10019"/>
                        </a:cubicBezTo>
                        <a:cubicBezTo>
                          <a:pt x="42889" y="13831"/>
                          <a:pt x="39342" y="16934"/>
                          <a:pt x="34776" y="16934"/>
                        </a:cubicBezTo>
                        <a:cubicBezTo>
                          <a:pt x="30210" y="16934"/>
                          <a:pt x="26353" y="13876"/>
                          <a:pt x="26132" y="10063"/>
                        </a:cubicBezTo>
                        <a:cubicBezTo>
                          <a:pt x="25910" y="6295"/>
                          <a:pt x="29501" y="3192"/>
                          <a:pt x="34067" y="314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63" name="Forme libre : forme 19962">
                    <a:extLst>
                      <a:ext uri="{FF2B5EF4-FFF2-40B4-BE49-F238E27FC236}">
                        <a16:creationId xmlns:a16="http://schemas.microsoft.com/office/drawing/2014/main" id="{227A09D9-2521-4061-8742-4BDA6E030DC5}"/>
                      </a:ext>
                    </a:extLst>
                  </p:cNvPr>
                  <p:cNvSpPr/>
                  <p:nvPr/>
                </p:nvSpPr>
                <p:spPr>
                  <a:xfrm>
                    <a:off x="4785422" y="6290209"/>
                    <a:ext cx="45290" cy="31164"/>
                  </a:xfrm>
                  <a:custGeom>
                    <a:avLst/>
                    <a:gdLst>
                      <a:gd name="connsiteX0" fmla="*/ 40628 w 45290"/>
                      <a:gd name="connsiteY0" fmla="*/ 1685 h 31164"/>
                      <a:gd name="connsiteX1" fmla="*/ 16512 w 45290"/>
                      <a:gd name="connsiteY1" fmla="*/ 3946 h 31164"/>
                      <a:gd name="connsiteX2" fmla="*/ 4011 w 45290"/>
                      <a:gd name="connsiteY2" fmla="*/ 12989 h 31164"/>
                      <a:gd name="connsiteX3" fmla="*/ 198 w 45290"/>
                      <a:gd name="connsiteY3" fmla="*/ 24027 h 31164"/>
                      <a:gd name="connsiteX4" fmla="*/ 10173 w 45290"/>
                      <a:gd name="connsiteY4" fmla="*/ 31120 h 31164"/>
                      <a:gd name="connsiteX5" fmla="*/ 15625 w 45290"/>
                      <a:gd name="connsiteY5" fmla="*/ 29214 h 31164"/>
                      <a:gd name="connsiteX6" fmla="*/ 36328 w 45290"/>
                      <a:gd name="connsiteY6" fmla="*/ 18885 h 31164"/>
                      <a:gd name="connsiteX7" fmla="*/ 45105 w 45290"/>
                      <a:gd name="connsiteY7" fmla="*/ 11304 h 31164"/>
                      <a:gd name="connsiteX8" fmla="*/ 40628 w 45290"/>
                      <a:gd name="connsiteY8" fmla="*/ 1685 h 31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290" h="31164">
                        <a:moveTo>
                          <a:pt x="40628" y="1685"/>
                        </a:moveTo>
                        <a:cubicBezTo>
                          <a:pt x="34377" y="-2172"/>
                          <a:pt x="22275" y="1463"/>
                          <a:pt x="16512" y="3946"/>
                        </a:cubicBezTo>
                        <a:cubicBezTo>
                          <a:pt x="11591" y="6118"/>
                          <a:pt x="7247" y="9176"/>
                          <a:pt x="4011" y="12989"/>
                        </a:cubicBezTo>
                        <a:cubicBezTo>
                          <a:pt x="1306" y="16181"/>
                          <a:pt x="-644" y="20082"/>
                          <a:pt x="198" y="24027"/>
                        </a:cubicBezTo>
                        <a:cubicBezTo>
                          <a:pt x="1040" y="27973"/>
                          <a:pt x="5429" y="31608"/>
                          <a:pt x="10173" y="31120"/>
                        </a:cubicBezTo>
                        <a:cubicBezTo>
                          <a:pt x="12168" y="30899"/>
                          <a:pt x="13941" y="30056"/>
                          <a:pt x="15625" y="29214"/>
                        </a:cubicBezTo>
                        <a:cubicBezTo>
                          <a:pt x="22541" y="25756"/>
                          <a:pt x="29412" y="22343"/>
                          <a:pt x="36328" y="18885"/>
                        </a:cubicBezTo>
                        <a:cubicBezTo>
                          <a:pt x="39830" y="17112"/>
                          <a:pt x="44086" y="14851"/>
                          <a:pt x="45105" y="11304"/>
                        </a:cubicBezTo>
                        <a:cubicBezTo>
                          <a:pt x="45948" y="8201"/>
                          <a:pt x="43820" y="3679"/>
                          <a:pt x="40628" y="168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64" name="Forme libre : forme 19963">
                    <a:extLst>
                      <a:ext uri="{FF2B5EF4-FFF2-40B4-BE49-F238E27FC236}">
                        <a16:creationId xmlns:a16="http://schemas.microsoft.com/office/drawing/2014/main" id="{99B7183D-A8C0-42AE-BF02-A9C97744CD92}"/>
                      </a:ext>
                    </a:extLst>
                  </p:cNvPr>
                  <p:cNvSpPr/>
                  <p:nvPr/>
                </p:nvSpPr>
                <p:spPr>
                  <a:xfrm>
                    <a:off x="4643447" y="6332101"/>
                    <a:ext cx="22524" cy="14141"/>
                  </a:xfrm>
                  <a:custGeom>
                    <a:avLst/>
                    <a:gdLst>
                      <a:gd name="connsiteX0" fmla="*/ 1334 w 22524"/>
                      <a:gd name="connsiteY0" fmla="*/ 0 h 14141"/>
                      <a:gd name="connsiteX1" fmla="*/ 182 w 22524"/>
                      <a:gd name="connsiteY1" fmla="*/ 7004 h 14141"/>
                      <a:gd name="connsiteX2" fmla="*/ 10156 w 22524"/>
                      <a:gd name="connsiteY2" fmla="*/ 14097 h 14141"/>
                      <a:gd name="connsiteX3" fmla="*/ 15609 w 22524"/>
                      <a:gd name="connsiteY3" fmla="*/ 12191 h 14141"/>
                      <a:gd name="connsiteX4" fmla="*/ 22524 w 22524"/>
                      <a:gd name="connsiteY4" fmla="*/ 8733 h 14141"/>
                      <a:gd name="connsiteX5" fmla="*/ 7806 w 22524"/>
                      <a:gd name="connsiteY5" fmla="*/ 2793 h 14141"/>
                      <a:gd name="connsiteX6" fmla="*/ 1334 w 22524"/>
                      <a:gd name="connsiteY6" fmla="*/ 0 h 14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524" h="14141">
                        <a:moveTo>
                          <a:pt x="1334" y="0"/>
                        </a:moveTo>
                        <a:cubicBezTo>
                          <a:pt x="226" y="2217"/>
                          <a:pt x="-306" y="4611"/>
                          <a:pt x="182" y="7004"/>
                        </a:cubicBezTo>
                        <a:cubicBezTo>
                          <a:pt x="1024" y="10950"/>
                          <a:pt x="5413" y="14585"/>
                          <a:pt x="10156" y="14097"/>
                        </a:cubicBezTo>
                        <a:cubicBezTo>
                          <a:pt x="12151" y="13876"/>
                          <a:pt x="13924" y="13034"/>
                          <a:pt x="15609" y="12191"/>
                        </a:cubicBezTo>
                        <a:cubicBezTo>
                          <a:pt x="17914" y="11038"/>
                          <a:pt x="20219" y="9886"/>
                          <a:pt x="22524" y="8733"/>
                        </a:cubicBezTo>
                        <a:cubicBezTo>
                          <a:pt x="17604" y="6783"/>
                          <a:pt x="12683" y="4788"/>
                          <a:pt x="7806" y="2793"/>
                        </a:cubicBezTo>
                        <a:cubicBezTo>
                          <a:pt x="5590" y="1906"/>
                          <a:pt x="3418" y="1020"/>
                          <a:pt x="1334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65" name="Forme libre : forme 19964">
                    <a:extLst>
                      <a:ext uri="{FF2B5EF4-FFF2-40B4-BE49-F238E27FC236}">
                        <a16:creationId xmlns:a16="http://schemas.microsoft.com/office/drawing/2014/main" id="{1BD214EF-5257-4564-AAE8-B65C0A04013E}"/>
                      </a:ext>
                    </a:extLst>
                  </p:cNvPr>
                  <p:cNvSpPr/>
                  <p:nvPr/>
                </p:nvSpPr>
                <p:spPr>
                  <a:xfrm>
                    <a:off x="4644781" y="6315123"/>
                    <a:ext cx="43898" cy="25711"/>
                  </a:xfrm>
                  <a:custGeom>
                    <a:avLst/>
                    <a:gdLst>
                      <a:gd name="connsiteX0" fmla="*/ 43710 w 43898"/>
                      <a:gd name="connsiteY0" fmla="*/ 11260 h 25711"/>
                      <a:gd name="connsiteX1" fmla="*/ 39277 w 43898"/>
                      <a:gd name="connsiteY1" fmla="*/ 1685 h 25711"/>
                      <a:gd name="connsiteX2" fmla="*/ 15161 w 43898"/>
                      <a:gd name="connsiteY2" fmla="*/ 3946 h 25711"/>
                      <a:gd name="connsiteX3" fmla="*/ 2660 w 43898"/>
                      <a:gd name="connsiteY3" fmla="*/ 12989 h 25711"/>
                      <a:gd name="connsiteX4" fmla="*/ 0 w 43898"/>
                      <a:gd name="connsiteY4" fmla="*/ 16979 h 25711"/>
                      <a:gd name="connsiteX5" fmla="*/ 6472 w 43898"/>
                      <a:gd name="connsiteY5" fmla="*/ 19772 h 25711"/>
                      <a:gd name="connsiteX6" fmla="*/ 21190 w 43898"/>
                      <a:gd name="connsiteY6" fmla="*/ 25712 h 25711"/>
                      <a:gd name="connsiteX7" fmla="*/ 34977 w 43898"/>
                      <a:gd name="connsiteY7" fmla="*/ 18841 h 25711"/>
                      <a:gd name="connsiteX8" fmla="*/ 43710 w 43898"/>
                      <a:gd name="connsiteY8" fmla="*/ 11260 h 25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898" h="25711">
                        <a:moveTo>
                          <a:pt x="43710" y="11260"/>
                        </a:moveTo>
                        <a:cubicBezTo>
                          <a:pt x="44553" y="8157"/>
                          <a:pt x="42469" y="3635"/>
                          <a:pt x="39277" y="1685"/>
                        </a:cubicBezTo>
                        <a:cubicBezTo>
                          <a:pt x="33027" y="-2172"/>
                          <a:pt x="20924" y="1463"/>
                          <a:pt x="15161" y="3946"/>
                        </a:cubicBezTo>
                        <a:cubicBezTo>
                          <a:pt x="10240" y="6118"/>
                          <a:pt x="5896" y="9176"/>
                          <a:pt x="2660" y="12989"/>
                        </a:cubicBezTo>
                        <a:cubicBezTo>
                          <a:pt x="1596" y="14230"/>
                          <a:pt x="709" y="15560"/>
                          <a:pt x="0" y="16979"/>
                        </a:cubicBezTo>
                        <a:cubicBezTo>
                          <a:pt x="2084" y="17998"/>
                          <a:pt x="4300" y="18885"/>
                          <a:pt x="6472" y="19772"/>
                        </a:cubicBezTo>
                        <a:cubicBezTo>
                          <a:pt x="11349" y="21766"/>
                          <a:pt x="16269" y="23761"/>
                          <a:pt x="21190" y="25712"/>
                        </a:cubicBezTo>
                        <a:cubicBezTo>
                          <a:pt x="25801" y="23406"/>
                          <a:pt x="30367" y="21146"/>
                          <a:pt x="34977" y="18841"/>
                        </a:cubicBezTo>
                        <a:cubicBezTo>
                          <a:pt x="38435" y="17112"/>
                          <a:pt x="42691" y="14851"/>
                          <a:pt x="43710" y="1126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66" name="Forme libre : forme 19965">
                    <a:extLst>
                      <a:ext uri="{FF2B5EF4-FFF2-40B4-BE49-F238E27FC236}">
                        <a16:creationId xmlns:a16="http://schemas.microsoft.com/office/drawing/2014/main" id="{CB929E72-3607-4053-8395-049DDEA5DA8A}"/>
                      </a:ext>
                    </a:extLst>
                  </p:cNvPr>
                  <p:cNvSpPr/>
                  <p:nvPr/>
                </p:nvSpPr>
                <p:spPr>
                  <a:xfrm>
                    <a:off x="5205524" y="6219312"/>
                    <a:ext cx="25633" cy="27186"/>
                  </a:xfrm>
                  <a:custGeom>
                    <a:avLst/>
                    <a:gdLst>
                      <a:gd name="connsiteX0" fmla="*/ 532 w 25633"/>
                      <a:gd name="connsiteY0" fmla="*/ 26742 h 27186"/>
                      <a:gd name="connsiteX1" fmla="*/ 0 w 25633"/>
                      <a:gd name="connsiteY1" fmla="*/ 27186 h 27186"/>
                      <a:gd name="connsiteX2" fmla="*/ 16668 w 25633"/>
                      <a:gd name="connsiteY2" fmla="*/ 18852 h 27186"/>
                      <a:gd name="connsiteX3" fmla="*/ 25446 w 25633"/>
                      <a:gd name="connsiteY3" fmla="*/ 11271 h 27186"/>
                      <a:gd name="connsiteX4" fmla="*/ 21013 w 25633"/>
                      <a:gd name="connsiteY4" fmla="*/ 1696 h 27186"/>
                      <a:gd name="connsiteX5" fmla="*/ 5364 w 25633"/>
                      <a:gd name="connsiteY5" fmla="*/ 1163 h 27186"/>
                      <a:gd name="connsiteX6" fmla="*/ 8334 w 25633"/>
                      <a:gd name="connsiteY6" fmla="*/ 6838 h 27186"/>
                      <a:gd name="connsiteX7" fmla="*/ 532 w 25633"/>
                      <a:gd name="connsiteY7" fmla="*/ 26742 h 27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633" h="27186">
                        <a:moveTo>
                          <a:pt x="532" y="26742"/>
                        </a:moveTo>
                        <a:cubicBezTo>
                          <a:pt x="355" y="26876"/>
                          <a:pt x="177" y="27053"/>
                          <a:pt x="0" y="27186"/>
                        </a:cubicBezTo>
                        <a:cubicBezTo>
                          <a:pt x="5541" y="24393"/>
                          <a:pt x="11127" y="21645"/>
                          <a:pt x="16668" y="18852"/>
                        </a:cubicBezTo>
                        <a:cubicBezTo>
                          <a:pt x="20171" y="17079"/>
                          <a:pt x="24426" y="14818"/>
                          <a:pt x="25446" y="11271"/>
                        </a:cubicBezTo>
                        <a:cubicBezTo>
                          <a:pt x="26288" y="8168"/>
                          <a:pt x="24205" y="3646"/>
                          <a:pt x="21013" y="1696"/>
                        </a:cubicBezTo>
                        <a:cubicBezTo>
                          <a:pt x="17112" y="-743"/>
                          <a:pt x="10905" y="-211"/>
                          <a:pt x="5364" y="1163"/>
                        </a:cubicBezTo>
                        <a:cubicBezTo>
                          <a:pt x="6472" y="2715"/>
                          <a:pt x="7448" y="4577"/>
                          <a:pt x="8334" y="6838"/>
                        </a:cubicBezTo>
                        <a:cubicBezTo>
                          <a:pt x="11748" y="15704"/>
                          <a:pt x="7758" y="21112"/>
                          <a:pt x="532" y="2674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67" name="Forme libre : forme 19966">
                    <a:extLst>
                      <a:ext uri="{FF2B5EF4-FFF2-40B4-BE49-F238E27FC236}">
                        <a16:creationId xmlns:a16="http://schemas.microsoft.com/office/drawing/2014/main" id="{8E469200-2E42-4E6C-A335-8EFD74A4A72D}"/>
                      </a:ext>
                    </a:extLst>
                  </p:cNvPr>
                  <p:cNvSpPr/>
                  <p:nvPr/>
                </p:nvSpPr>
                <p:spPr>
                  <a:xfrm>
                    <a:off x="5185864" y="6220476"/>
                    <a:ext cx="29212" cy="30011"/>
                  </a:xfrm>
                  <a:custGeom>
                    <a:avLst/>
                    <a:gdLst>
                      <a:gd name="connsiteX0" fmla="*/ 4011 w 29212"/>
                      <a:gd name="connsiteY0" fmla="*/ 11837 h 30011"/>
                      <a:gd name="connsiteX1" fmla="*/ 198 w 29212"/>
                      <a:gd name="connsiteY1" fmla="*/ 22875 h 30011"/>
                      <a:gd name="connsiteX2" fmla="*/ 10173 w 29212"/>
                      <a:gd name="connsiteY2" fmla="*/ 29968 h 30011"/>
                      <a:gd name="connsiteX3" fmla="*/ 15625 w 29212"/>
                      <a:gd name="connsiteY3" fmla="*/ 28062 h 30011"/>
                      <a:gd name="connsiteX4" fmla="*/ 19660 w 29212"/>
                      <a:gd name="connsiteY4" fmla="*/ 26067 h 30011"/>
                      <a:gd name="connsiteX5" fmla="*/ 20191 w 29212"/>
                      <a:gd name="connsiteY5" fmla="*/ 25623 h 30011"/>
                      <a:gd name="connsiteX6" fmla="*/ 27949 w 29212"/>
                      <a:gd name="connsiteY6" fmla="*/ 5674 h 30011"/>
                      <a:gd name="connsiteX7" fmla="*/ 24979 w 29212"/>
                      <a:gd name="connsiteY7" fmla="*/ 0 h 30011"/>
                      <a:gd name="connsiteX8" fmla="*/ 16512 w 29212"/>
                      <a:gd name="connsiteY8" fmla="*/ 2837 h 30011"/>
                      <a:gd name="connsiteX9" fmla="*/ 4011 w 29212"/>
                      <a:gd name="connsiteY9" fmla="*/ 11837 h 30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9212" h="30011">
                        <a:moveTo>
                          <a:pt x="4011" y="11837"/>
                        </a:moveTo>
                        <a:cubicBezTo>
                          <a:pt x="1306" y="15028"/>
                          <a:pt x="-644" y="18929"/>
                          <a:pt x="198" y="22875"/>
                        </a:cubicBezTo>
                        <a:cubicBezTo>
                          <a:pt x="1040" y="26820"/>
                          <a:pt x="5429" y="30456"/>
                          <a:pt x="10173" y="29968"/>
                        </a:cubicBezTo>
                        <a:cubicBezTo>
                          <a:pt x="12168" y="29746"/>
                          <a:pt x="13941" y="28904"/>
                          <a:pt x="15625" y="28062"/>
                        </a:cubicBezTo>
                        <a:cubicBezTo>
                          <a:pt x="16955" y="27397"/>
                          <a:pt x="18285" y="26732"/>
                          <a:pt x="19660" y="26067"/>
                        </a:cubicBezTo>
                        <a:cubicBezTo>
                          <a:pt x="19837" y="25934"/>
                          <a:pt x="20014" y="25757"/>
                          <a:pt x="20191" y="25623"/>
                        </a:cubicBezTo>
                        <a:cubicBezTo>
                          <a:pt x="27417" y="19993"/>
                          <a:pt x="31407" y="14585"/>
                          <a:pt x="27949" y="5674"/>
                        </a:cubicBezTo>
                        <a:cubicBezTo>
                          <a:pt x="27063" y="3414"/>
                          <a:pt x="26087" y="1552"/>
                          <a:pt x="24979" y="0"/>
                        </a:cubicBezTo>
                        <a:cubicBezTo>
                          <a:pt x="21699" y="798"/>
                          <a:pt x="18640" y="1906"/>
                          <a:pt x="16512" y="2837"/>
                        </a:cubicBezTo>
                        <a:cubicBezTo>
                          <a:pt x="11591" y="4966"/>
                          <a:pt x="7247" y="8024"/>
                          <a:pt x="4011" y="1183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68" name="Forme libre : forme 19967">
                    <a:extLst>
                      <a:ext uri="{FF2B5EF4-FFF2-40B4-BE49-F238E27FC236}">
                        <a16:creationId xmlns:a16="http://schemas.microsoft.com/office/drawing/2014/main" id="{ADC309ED-C7AC-474D-9CD8-34E745160687}"/>
                      </a:ext>
                    </a:extLst>
                  </p:cNvPr>
                  <p:cNvSpPr/>
                  <p:nvPr/>
                </p:nvSpPr>
                <p:spPr>
                  <a:xfrm>
                    <a:off x="5317947" y="6256916"/>
                    <a:ext cx="20535" cy="23318"/>
                  </a:xfrm>
                  <a:custGeom>
                    <a:avLst/>
                    <a:gdLst>
                      <a:gd name="connsiteX0" fmla="*/ 0 w 20535"/>
                      <a:gd name="connsiteY0" fmla="*/ 23318 h 23318"/>
                      <a:gd name="connsiteX1" fmla="*/ 11570 w 20535"/>
                      <a:gd name="connsiteY1" fmla="*/ 17511 h 23318"/>
                      <a:gd name="connsiteX2" fmla="*/ 20348 w 20535"/>
                      <a:gd name="connsiteY2" fmla="*/ 9930 h 23318"/>
                      <a:gd name="connsiteX3" fmla="*/ 15915 w 20535"/>
                      <a:gd name="connsiteY3" fmla="*/ 354 h 23318"/>
                      <a:gd name="connsiteX4" fmla="*/ 15117 w 20535"/>
                      <a:gd name="connsiteY4" fmla="*/ 0 h 23318"/>
                      <a:gd name="connsiteX5" fmla="*/ 3990 w 20535"/>
                      <a:gd name="connsiteY5" fmla="*/ 16845 h 23318"/>
                      <a:gd name="connsiteX6" fmla="*/ 0 w 20535"/>
                      <a:gd name="connsiteY6" fmla="*/ 23318 h 23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535" h="23318">
                        <a:moveTo>
                          <a:pt x="0" y="23318"/>
                        </a:moveTo>
                        <a:cubicBezTo>
                          <a:pt x="3857" y="21367"/>
                          <a:pt x="7714" y="19461"/>
                          <a:pt x="11570" y="17511"/>
                        </a:cubicBezTo>
                        <a:cubicBezTo>
                          <a:pt x="15073" y="15737"/>
                          <a:pt x="19328" y="13476"/>
                          <a:pt x="20348" y="9930"/>
                        </a:cubicBezTo>
                        <a:cubicBezTo>
                          <a:pt x="21190" y="6827"/>
                          <a:pt x="19107" y="2305"/>
                          <a:pt x="15915" y="354"/>
                        </a:cubicBezTo>
                        <a:cubicBezTo>
                          <a:pt x="15649" y="221"/>
                          <a:pt x="15383" y="133"/>
                          <a:pt x="15117" y="0"/>
                        </a:cubicBezTo>
                        <a:cubicBezTo>
                          <a:pt x="11393" y="5630"/>
                          <a:pt x="7714" y="11260"/>
                          <a:pt x="3990" y="16845"/>
                        </a:cubicBezTo>
                        <a:cubicBezTo>
                          <a:pt x="2571" y="18929"/>
                          <a:pt x="1197" y="21102"/>
                          <a:pt x="0" y="2331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69" name="Forme libre : forme 19968">
                    <a:extLst>
                      <a:ext uri="{FF2B5EF4-FFF2-40B4-BE49-F238E27FC236}">
                        <a16:creationId xmlns:a16="http://schemas.microsoft.com/office/drawing/2014/main" id="{1588A53F-687D-45AA-8814-034C5529A054}"/>
                      </a:ext>
                    </a:extLst>
                  </p:cNvPr>
                  <p:cNvSpPr/>
                  <p:nvPr/>
                </p:nvSpPr>
                <p:spPr>
                  <a:xfrm>
                    <a:off x="5293234" y="6255620"/>
                    <a:ext cx="39785" cy="31130"/>
                  </a:xfrm>
                  <a:custGeom>
                    <a:avLst/>
                    <a:gdLst>
                      <a:gd name="connsiteX0" fmla="*/ 16512 w 39785"/>
                      <a:gd name="connsiteY0" fmla="*/ 3912 h 31130"/>
                      <a:gd name="connsiteX1" fmla="*/ 4011 w 39785"/>
                      <a:gd name="connsiteY1" fmla="*/ 12956 h 31130"/>
                      <a:gd name="connsiteX2" fmla="*/ 198 w 39785"/>
                      <a:gd name="connsiteY2" fmla="*/ 23994 h 31130"/>
                      <a:gd name="connsiteX3" fmla="*/ 10173 w 39785"/>
                      <a:gd name="connsiteY3" fmla="*/ 31087 h 31130"/>
                      <a:gd name="connsiteX4" fmla="*/ 15625 w 39785"/>
                      <a:gd name="connsiteY4" fmla="*/ 29180 h 31130"/>
                      <a:gd name="connsiteX5" fmla="*/ 24713 w 39785"/>
                      <a:gd name="connsiteY5" fmla="*/ 24615 h 31130"/>
                      <a:gd name="connsiteX6" fmla="*/ 28659 w 39785"/>
                      <a:gd name="connsiteY6" fmla="*/ 18142 h 31130"/>
                      <a:gd name="connsiteX7" fmla="*/ 39786 w 39785"/>
                      <a:gd name="connsiteY7" fmla="*/ 1297 h 31130"/>
                      <a:gd name="connsiteX8" fmla="*/ 16512 w 39785"/>
                      <a:gd name="connsiteY8" fmla="*/ 3912 h 31130"/>
                      <a:gd name="connsiteX9" fmla="*/ 26664 w 39785"/>
                      <a:gd name="connsiteY9" fmla="*/ 14817 h 31130"/>
                      <a:gd name="connsiteX10" fmla="*/ 22231 w 39785"/>
                      <a:gd name="connsiteY10" fmla="*/ 11315 h 31130"/>
                      <a:gd name="connsiteX11" fmla="*/ 26309 w 39785"/>
                      <a:gd name="connsiteY11" fmla="*/ 7769 h 31130"/>
                      <a:gd name="connsiteX12" fmla="*/ 30742 w 39785"/>
                      <a:gd name="connsiteY12" fmla="*/ 11271 h 31130"/>
                      <a:gd name="connsiteX13" fmla="*/ 26664 w 39785"/>
                      <a:gd name="connsiteY13" fmla="*/ 14817 h 31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9785" h="31130">
                        <a:moveTo>
                          <a:pt x="16512" y="3912"/>
                        </a:moveTo>
                        <a:cubicBezTo>
                          <a:pt x="11591" y="6084"/>
                          <a:pt x="7247" y="9143"/>
                          <a:pt x="4011" y="12956"/>
                        </a:cubicBezTo>
                        <a:cubicBezTo>
                          <a:pt x="1306" y="16147"/>
                          <a:pt x="-644" y="20048"/>
                          <a:pt x="198" y="23994"/>
                        </a:cubicBezTo>
                        <a:cubicBezTo>
                          <a:pt x="1040" y="27940"/>
                          <a:pt x="5429" y="31574"/>
                          <a:pt x="10173" y="31087"/>
                        </a:cubicBezTo>
                        <a:cubicBezTo>
                          <a:pt x="12168" y="30865"/>
                          <a:pt x="13941" y="30023"/>
                          <a:pt x="15625" y="29180"/>
                        </a:cubicBezTo>
                        <a:cubicBezTo>
                          <a:pt x="18640" y="27673"/>
                          <a:pt x="21699" y="26166"/>
                          <a:pt x="24713" y="24615"/>
                        </a:cubicBezTo>
                        <a:cubicBezTo>
                          <a:pt x="25866" y="22398"/>
                          <a:pt x="27284" y="20226"/>
                          <a:pt x="28659" y="18142"/>
                        </a:cubicBezTo>
                        <a:cubicBezTo>
                          <a:pt x="32382" y="12512"/>
                          <a:pt x="36062" y="6882"/>
                          <a:pt x="39786" y="1297"/>
                        </a:cubicBezTo>
                        <a:cubicBezTo>
                          <a:pt x="33402" y="-1896"/>
                          <a:pt x="22009" y="1518"/>
                          <a:pt x="16512" y="3912"/>
                        </a:cubicBezTo>
                        <a:close/>
                        <a:moveTo>
                          <a:pt x="26664" y="14817"/>
                        </a:moveTo>
                        <a:cubicBezTo>
                          <a:pt x="24314" y="14817"/>
                          <a:pt x="22364" y="13266"/>
                          <a:pt x="22231" y="11315"/>
                        </a:cubicBezTo>
                        <a:cubicBezTo>
                          <a:pt x="22142" y="9365"/>
                          <a:pt x="23960" y="7769"/>
                          <a:pt x="26309" y="7769"/>
                        </a:cubicBezTo>
                        <a:cubicBezTo>
                          <a:pt x="28659" y="7769"/>
                          <a:pt x="30609" y="9320"/>
                          <a:pt x="30742" y="11271"/>
                        </a:cubicBezTo>
                        <a:cubicBezTo>
                          <a:pt x="30831" y="13221"/>
                          <a:pt x="29013" y="14817"/>
                          <a:pt x="26664" y="1481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70" name="Forme libre : forme 19969">
                    <a:extLst>
                      <a:ext uri="{FF2B5EF4-FFF2-40B4-BE49-F238E27FC236}">
                        <a16:creationId xmlns:a16="http://schemas.microsoft.com/office/drawing/2014/main" id="{2D04A515-88B8-4B7C-BB78-D8CBDB6EEA91}"/>
                      </a:ext>
                    </a:extLst>
                  </p:cNvPr>
                  <p:cNvSpPr/>
                  <p:nvPr/>
                </p:nvSpPr>
                <p:spPr>
                  <a:xfrm>
                    <a:off x="5597764" y="6228271"/>
                    <a:ext cx="25944" cy="19467"/>
                  </a:xfrm>
                  <a:custGeom>
                    <a:avLst/>
                    <a:gdLst>
                      <a:gd name="connsiteX0" fmla="*/ 6206 w 25944"/>
                      <a:gd name="connsiteY0" fmla="*/ 8385 h 19467"/>
                      <a:gd name="connsiteX1" fmla="*/ 9088 w 25944"/>
                      <a:gd name="connsiteY1" fmla="*/ 7898 h 19467"/>
                      <a:gd name="connsiteX2" fmla="*/ 17732 w 25944"/>
                      <a:gd name="connsiteY2" fmla="*/ 14769 h 19467"/>
                      <a:gd name="connsiteX3" fmla="*/ 15738 w 25944"/>
                      <a:gd name="connsiteY3" fmla="*/ 19468 h 19467"/>
                      <a:gd name="connsiteX4" fmla="*/ 16979 w 25944"/>
                      <a:gd name="connsiteY4" fmla="*/ 18847 h 19467"/>
                      <a:gd name="connsiteX5" fmla="*/ 25756 w 25944"/>
                      <a:gd name="connsiteY5" fmla="*/ 11267 h 19467"/>
                      <a:gd name="connsiteX6" fmla="*/ 21323 w 25944"/>
                      <a:gd name="connsiteY6" fmla="*/ 1691 h 19467"/>
                      <a:gd name="connsiteX7" fmla="*/ 0 w 25944"/>
                      <a:gd name="connsiteY7" fmla="*/ 2888 h 19467"/>
                      <a:gd name="connsiteX8" fmla="*/ 2970 w 25944"/>
                      <a:gd name="connsiteY8" fmla="*/ 4750 h 19467"/>
                      <a:gd name="connsiteX9" fmla="*/ 6206 w 25944"/>
                      <a:gd name="connsiteY9" fmla="*/ 8385 h 19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5944" h="19467">
                        <a:moveTo>
                          <a:pt x="6206" y="8385"/>
                        </a:moveTo>
                        <a:cubicBezTo>
                          <a:pt x="7093" y="8075"/>
                          <a:pt x="8068" y="7898"/>
                          <a:pt x="9088" y="7898"/>
                        </a:cubicBezTo>
                        <a:cubicBezTo>
                          <a:pt x="13654" y="7898"/>
                          <a:pt x="17511" y="10957"/>
                          <a:pt x="17732" y="14769"/>
                        </a:cubicBezTo>
                        <a:cubicBezTo>
                          <a:pt x="17821" y="16586"/>
                          <a:pt x="17067" y="18227"/>
                          <a:pt x="15738" y="19468"/>
                        </a:cubicBezTo>
                        <a:cubicBezTo>
                          <a:pt x="16137" y="19247"/>
                          <a:pt x="16580" y="19069"/>
                          <a:pt x="16979" y="18847"/>
                        </a:cubicBezTo>
                        <a:cubicBezTo>
                          <a:pt x="20481" y="17074"/>
                          <a:pt x="24737" y="14813"/>
                          <a:pt x="25756" y="11267"/>
                        </a:cubicBezTo>
                        <a:cubicBezTo>
                          <a:pt x="26599" y="8164"/>
                          <a:pt x="24515" y="3642"/>
                          <a:pt x="21323" y="1691"/>
                        </a:cubicBezTo>
                        <a:cubicBezTo>
                          <a:pt x="15959" y="-1634"/>
                          <a:pt x="6251" y="583"/>
                          <a:pt x="0" y="2888"/>
                        </a:cubicBezTo>
                        <a:cubicBezTo>
                          <a:pt x="1020" y="3376"/>
                          <a:pt x="2039" y="3996"/>
                          <a:pt x="2970" y="4750"/>
                        </a:cubicBezTo>
                        <a:cubicBezTo>
                          <a:pt x="4344" y="5814"/>
                          <a:pt x="5364" y="7056"/>
                          <a:pt x="6206" y="838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71" name="Forme libre : forme 19970">
                    <a:extLst>
                      <a:ext uri="{FF2B5EF4-FFF2-40B4-BE49-F238E27FC236}">
                        <a16:creationId xmlns:a16="http://schemas.microsoft.com/office/drawing/2014/main" id="{480FF4CE-8893-401F-ABF3-1BBD96840ED2}"/>
                      </a:ext>
                    </a:extLst>
                  </p:cNvPr>
                  <p:cNvSpPr/>
                  <p:nvPr/>
                </p:nvSpPr>
                <p:spPr>
                  <a:xfrm>
                    <a:off x="5605167" y="6249823"/>
                    <a:ext cx="4167" cy="2083"/>
                  </a:xfrm>
                  <a:custGeom>
                    <a:avLst/>
                    <a:gdLst>
                      <a:gd name="connsiteX0" fmla="*/ 488 w 4167"/>
                      <a:gd name="connsiteY0" fmla="*/ 0 h 2083"/>
                      <a:gd name="connsiteX1" fmla="*/ 0 w 4167"/>
                      <a:gd name="connsiteY1" fmla="*/ 2083 h 2083"/>
                      <a:gd name="connsiteX2" fmla="*/ 4167 w 4167"/>
                      <a:gd name="connsiteY2" fmla="*/ 0 h 2083"/>
                      <a:gd name="connsiteX3" fmla="*/ 2350 w 4167"/>
                      <a:gd name="connsiteY3" fmla="*/ 177 h 2083"/>
                      <a:gd name="connsiteX4" fmla="*/ 488 w 4167"/>
                      <a:gd name="connsiteY4" fmla="*/ 0 h 2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7" h="2083">
                        <a:moveTo>
                          <a:pt x="488" y="0"/>
                        </a:moveTo>
                        <a:cubicBezTo>
                          <a:pt x="355" y="709"/>
                          <a:pt x="177" y="1374"/>
                          <a:pt x="0" y="2083"/>
                        </a:cubicBezTo>
                        <a:cubicBezTo>
                          <a:pt x="1374" y="1374"/>
                          <a:pt x="2793" y="709"/>
                          <a:pt x="4167" y="0"/>
                        </a:cubicBezTo>
                        <a:cubicBezTo>
                          <a:pt x="3591" y="133"/>
                          <a:pt x="2970" y="177"/>
                          <a:pt x="2350" y="177"/>
                        </a:cubicBezTo>
                        <a:cubicBezTo>
                          <a:pt x="1729" y="177"/>
                          <a:pt x="1108" y="88"/>
                          <a:pt x="488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72" name="Forme libre : forme 19971">
                    <a:extLst>
                      <a:ext uri="{FF2B5EF4-FFF2-40B4-BE49-F238E27FC236}">
                        <a16:creationId xmlns:a16="http://schemas.microsoft.com/office/drawing/2014/main" id="{5525CA03-A5CA-447C-A45D-A8BF7721DF5E}"/>
                      </a:ext>
                    </a:extLst>
                  </p:cNvPr>
                  <p:cNvSpPr/>
                  <p:nvPr/>
                </p:nvSpPr>
                <p:spPr>
                  <a:xfrm>
                    <a:off x="5578459" y="6231026"/>
                    <a:ext cx="27284" cy="28371"/>
                  </a:xfrm>
                  <a:custGeom>
                    <a:avLst/>
                    <a:gdLst>
                      <a:gd name="connsiteX0" fmla="*/ 4011 w 27284"/>
                      <a:gd name="connsiteY0" fmla="*/ 10196 h 28371"/>
                      <a:gd name="connsiteX1" fmla="*/ 198 w 27284"/>
                      <a:gd name="connsiteY1" fmla="*/ 21235 h 28371"/>
                      <a:gd name="connsiteX2" fmla="*/ 10173 w 27284"/>
                      <a:gd name="connsiteY2" fmla="*/ 28328 h 28371"/>
                      <a:gd name="connsiteX3" fmla="*/ 15625 w 27284"/>
                      <a:gd name="connsiteY3" fmla="*/ 26422 h 28371"/>
                      <a:gd name="connsiteX4" fmla="*/ 26797 w 27284"/>
                      <a:gd name="connsiteY4" fmla="*/ 20836 h 28371"/>
                      <a:gd name="connsiteX5" fmla="*/ 27284 w 27284"/>
                      <a:gd name="connsiteY5" fmla="*/ 18752 h 28371"/>
                      <a:gd name="connsiteX6" fmla="*/ 20546 w 27284"/>
                      <a:gd name="connsiteY6" fmla="*/ 12058 h 28371"/>
                      <a:gd name="connsiteX7" fmla="*/ 25600 w 27284"/>
                      <a:gd name="connsiteY7" fmla="*/ 5586 h 28371"/>
                      <a:gd name="connsiteX8" fmla="*/ 22319 w 27284"/>
                      <a:gd name="connsiteY8" fmla="*/ 1862 h 28371"/>
                      <a:gd name="connsiteX9" fmla="*/ 19349 w 27284"/>
                      <a:gd name="connsiteY9" fmla="*/ 0 h 28371"/>
                      <a:gd name="connsiteX10" fmla="*/ 16601 w 27284"/>
                      <a:gd name="connsiteY10" fmla="*/ 1108 h 28371"/>
                      <a:gd name="connsiteX11" fmla="*/ 4011 w 27284"/>
                      <a:gd name="connsiteY11" fmla="*/ 10196 h 28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7284" h="28371">
                        <a:moveTo>
                          <a:pt x="4011" y="10196"/>
                        </a:moveTo>
                        <a:cubicBezTo>
                          <a:pt x="1306" y="13388"/>
                          <a:pt x="-644" y="17289"/>
                          <a:pt x="198" y="21235"/>
                        </a:cubicBezTo>
                        <a:cubicBezTo>
                          <a:pt x="1040" y="25180"/>
                          <a:pt x="5429" y="28815"/>
                          <a:pt x="10173" y="28328"/>
                        </a:cubicBezTo>
                        <a:cubicBezTo>
                          <a:pt x="12168" y="28106"/>
                          <a:pt x="13941" y="27264"/>
                          <a:pt x="15625" y="26422"/>
                        </a:cubicBezTo>
                        <a:cubicBezTo>
                          <a:pt x="19349" y="24560"/>
                          <a:pt x="23073" y="22697"/>
                          <a:pt x="26797" y="20836"/>
                        </a:cubicBezTo>
                        <a:cubicBezTo>
                          <a:pt x="26974" y="20171"/>
                          <a:pt x="27107" y="19461"/>
                          <a:pt x="27284" y="18752"/>
                        </a:cubicBezTo>
                        <a:cubicBezTo>
                          <a:pt x="23561" y="18087"/>
                          <a:pt x="20679" y="15339"/>
                          <a:pt x="20546" y="12058"/>
                        </a:cubicBezTo>
                        <a:cubicBezTo>
                          <a:pt x="20413" y="9088"/>
                          <a:pt x="22497" y="6606"/>
                          <a:pt x="25600" y="5586"/>
                        </a:cubicBezTo>
                        <a:cubicBezTo>
                          <a:pt x="24758" y="4256"/>
                          <a:pt x="23738" y="2970"/>
                          <a:pt x="22319" y="1862"/>
                        </a:cubicBezTo>
                        <a:cubicBezTo>
                          <a:pt x="21388" y="1108"/>
                          <a:pt x="20369" y="532"/>
                          <a:pt x="19349" y="0"/>
                        </a:cubicBezTo>
                        <a:cubicBezTo>
                          <a:pt x="18330" y="355"/>
                          <a:pt x="17399" y="754"/>
                          <a:pt x="16601" y="1108"/>
                        </a:cubicBezTo>
                        <a:cubicBezTo>
                          <a:pt x="11547" y="3325"/>
                          <a:pt x="7203" y="6428"/>
                          <a:pt x="4011" y="1019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73" name="Forme libre : forme 19972">
                    <a:extLst>
                      <a:ext uri="{FF2B5EF4-FFF2-40B4-BE49-F238E27FC236}">
                        <a16:creationId xmlns:a16="http://schemas.microsoft.com/office/drawing/2014/main" id="{6DC1B9E0-1153-4D1A-967B-6F246F5AEBA7}"/>
                      </a:ext>
                    </a:extLst>
                  </p:cNvPr>
                  <p:cNvSpPr/>
                  <p:nvPr/>
                </p:nvSpPr>
                <p:spPr>
                  <a:xfrm>
                    <a:off x="5638327" y="6286219"/>
                    <a:ext cx="40385" cy="17776"/>
                  </a:xfrm>
                  <a:custGeom>
                    <a:avLst/>
                    <a:gdLst>
                      <a:gd name="connsiteX0" fmla="*/ 40385 w 40385"/>
                      <a:gd name="connsiteY0" fmla="*/ 2261 h 17776"/>
                      <a:gd name="connsiteX1" fmla="*/ 39632 w 40385"/>
                      <a:gd name="connsiteY1" fmla="*/ 1685 h 17776"/>
                      <a:gd name="connsiteX2" fmla="*/ 15516 w 40385"/>
                      <a:gd name="connsiteY2" fmla="*/ 3946 h 17776"/>
                      <a:gd name="connsiteX3" fmla="*/ 3014 w 40385"/>
                      <a:gd name="connsiteY3" fmla="*/ 12989 h 17776"/>
                      <a:gd name="connsiteX4" fmla="*/ 0 w 40385"/>
                      <a:gd name="connsiteY4" fmla="*/ 17777 h 17776"/>
                      <a:gd name="connsiteX5" fmla="*/ 1951 w 40385"/>
                      <a:gd name="connsiteY5" fmla="*/ 16624 h 17776"/>
                      <a:gd name="connsiteX6" fmla="*/ 40385 w 40385"/>
                      <a:gd name="connsiteY6" fmla="*/ 2261 h 17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385" h="17776">
                        <a:moveTo>
                          <a:pt x="40385" y="2261"/>
                        </a:moveTo>
                        <a:cubicBezTo>
                          <a:pt x="40119" y="2084"/>
                          <a:pt x="39898" y="1862"/>
                          <a:pt x="39632" y="1685"/>
                        </a:cubicBezTo>
                        <a:cubicBezTo>
                          <a:pt x="33381" y="-2172"/>
                          <a:pt x="21279" y="1463"/>
                          <a:pt x="15516" y="3946"/>
                        </a:cubicBezTo>
                        <a:cubicBezTo>
                          <a:pt x="10595" y="6118"/>
                          <a:pt x="6251" y="9176"/>
                          <a:pt x="3014" y="12989"/>
                        </a:cubicBezTo>
                        <a:cubicBezTo>
                          <a:pt x="1773" y="14452"/>
                          <a:pt x="709" y="16048"/>
                          <a:pt x="0" y="17777"/>
                        </a:cubicBezTo>
                        <a:cubicBezTo>
                          <a:pt x="665" y="17422"/>
                          <a:pt x="1286" y="17023"/>
                          <a:pt x="1951" y="16624"/>
                        </a:cubicBezTo>
                        <a:cubicBezTo>
                          <a:pt x="11659" y="11216"/>
                          <a:pt x="26244" y="4078"/>
                          <a:pt x="40385" y="226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74" name="Forme libre : forme 19973">
                    <a:extLst>
                      <a:ext uri="{FF2B5EF4-FFF2-40B4-BE49-F238E27FC236}">
                        <a16:creationId xmlns:a16="http://schemas.microsoft.com/office/drawing/2014/main" id="{DD85FD50-8D83-4CE3-8FE3-4474A26E319A}"/>
                      </a:ext>
                    </a:extLst>
                  </p:cNvPr>
                  <p:cNvSpPr/>
                  <p:nvPr/>
                </p:nvSpPr>
                <p:spPr>
                  <a:xfrm>
                    <a:off x="5637347" y="6288524"/>
                    <a:ext cx="45284" cy="28903"/>
                  </a:xfrm>
                  <a:custGeom>
                    <a:avLst/>
                    <a:gdLst>
                      <a:gd name="connsiteX0" fmla="*/ 182 w 45284"/>
                      <a:gd name="connsiteY0" fmla="*/ 21766 h 28903"/>
                      <a:gd name="connsiteX1" fmla="*/ 10156 w 45284"/>
                      <a:gd name="connsiteY1" fmla="*/ 28860 h 28903"/>
                      <a:gd name="connsiteX2" fmla="*/ 15609 w 45284"/>
                      <a:gd name="connsiteY2" fmla="*/ 26953 h 28903"/>
                      <a:gd name="connsiteX3" fmla="*/ 30815 w 45284"/>
                      <a:gd name="connsiteY3" fmla="*/ 19373 h 28903"/>
                      <a:gd name="connsiteX4" fmla="*/ 30460 w 45284"/>
                      <a:gd name="connsiteY4" fmla="*/ 17688 h 28903"/>
                      <a:gd name="connsiteX5" fmla="*/ 38395 w 45284"/>
                      <a:gd name="connsiteY5" fmla="*/ 10772 h 28903"/>
                      <a:gd name="connsiteX6" fmla="*/ 43272 w 45284"/>
                      <a:gd name="connsiteY6" fmla="*/ 12058 h 28903"/>
                      <a:gd name="connsiteX7" fmla="*/ 45089 w 45284"/>
                      <a:gd name="connsiteY7" fmla="*/ 9043 h 28903"/>
                      <a:gd name="connsiteX8" fmla="*/ 41410 w 45284"/>
                      <a:gd name="connsiteY8" fmla="*/ 0 h 28903"/>
                      <a:gd name="connsiteX9" fmla="*/ 2975 w 45284"/>
                      <a:gd name="connsiteY9" fmla="*/ 14408 h 28903"/>
                      <a:gd name="connsiteX10" fmla="*/ 1024 w 45284"/>
                      <a:gd name="connsiteY10" fmla="*/ 15560 h 28903"/>
                      <a:gd name="connsiteX11" fmla="*/ 182 w 45284"/>
                      <a:gd name="connsiteY11" fmla="*/ 21766 h 28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5284" h="28903">
                        <a:moveTo>
                          <a:pt x="182" y="21766"/>
                        </a:moveTo>
                        <a:cubicBezTo>
                          <a:pt x="1024" y="25712"/>
                          <a:pt x="5413" y="29347"/>
                          <a:pt x="10156" y="28860"/>
                        </a:cubicBezTo>
                        <a:cubicBezTo>
                          <a:pt x="12151" y="28638"/>
                          <a:pt x="13925" y="27796"/>
                          <a:pt x="15609" y="26953"/>
                        </a:cubicBezTo>
                        <a:cubicBezTo>
                          <a:pt x="20663" y="24426"/>
                          <a:pt x="25761" y="21899"/>
                          <a:pt x="30815" y="19373"/>
                        </a:cubicBezTo>
                        <a:cubicBezTo>
                          <a:pt x="30637" y="18841"/>
                          <a:pt x="30504" y="18264"/>
                          <a:pt x="30460" y="17688"/>
                        </a:cubicBezTo>
                        <a:cubicBezTo>
                          <a:pt x="30283" y="13876"/>
                          <a:pt x="33829" y="10772"/>
                          <a:pt x="38395" y="10772"/>
                        </a:cubicBezTo>
                        <a:cubicBezTo>
                          <a:pt x="40169" y="10772"/>
                          <a:pt x="41853" y="11260"/>
                          <a:pt x="43272" y="12058"/>
                        </a:cubicBezTo>
                        <a:cubicBezTo>
                          <a:pt x="44114" y="11171"/>
                          <a:pt x="44779" y="10196"/>
                          <a:pt x="45089" y="9043"/>
                        </a:cubicBezTo>
                        <a:cubicBezTo>
                          <a:pt x="45887" y="6206"/>
                          <a:pt x="44158" y="2172"/>
                          <a:pt x="41410" y="0"/>
                        </a:cubicBezTo>
                        <a:cubicBezTo>
                          <a:pt x="27313" y="1773"/>
                          <a:pt x="12728" y="8911"/>
                          <a:pt x="2975" y="14408"/>
                        </a:cubicBezTo>
                        <a:cubicBezTo>
                          <a:pt x="2310" y="14762"/>
                          <a:pt x="1689" y="15161"/>
                          <a:pt x="1024" y="15560"/>
                        </a:cubicBezTo>
                        <a:cubicBezTo>
                          <a:pt x="138" y="17511"/>
                          <a:pt x="-261" y="19638"/>
                          <a:pt x="182" y="2176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75" name="Forme libre : forme 19974">
                    <a:extLst>
                      <a:ext uri="{FF2B5EF4-FFF2-40B4-BE49-F238E27FC236}">
                        <a16:creationId xmlns:a16="http://schemas.microsoft.com/office/drawing/2014/main" id="{72B201BF-5E0E-4A62-ACB2-ED39D24E29B1}"/>
                      </a:ext>
                    </a:extLst>
                  </p:cNvPr>
                  <p:cNvSpPr/>
                  <p:nvPr/>
                </p:nvSpPr>
                <p:spPr>
                  <a:xfrm>
                    <a:off x="6058629" y="6172687"/>
                    <a:ext cx="310" cy="176"/>
                  </a:xfrm>
                  <a:custGeom>
                    <a:avLst/>
                    <a:gdLst>
                      <a:gd name="connsiteX0" fmla="*/ 0 w 310"/>
                      <a:gd name="connsiteY0" fmla="*/ 177 h 176"/>
                      <a:gd name="connsiteX1" fmla="*/ 310 w 310"/>
                      <a:gd name="connsiteY1" fmla="*/ 0 h 176"/>
                      <a:gd name="connsiteX2" fmla="*/ 44 w 310"/>
                      <a:gd name="connsiteY2" fmla="*/ 44 h 176"/>
                      <a:gd name="connsiteX3" fmla="*/ 0 w 310"/>
                      <a:gd name="connsiteY3" fmla="*/ 177 h 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0" h="176">
                        <a:moveTo>
                          <a:pt x="0" y="177"/>
                        </a:moveTo>
                        <a:cubicBezTo>
                          <a:pt x="89" y="133"/>
                          <a:pt x="222" y="89"/>
                          <a:pt x="310" y="0"/>
                        </a:cubicBezTo>
                        <a:cubicBezTo>
                          <a:pt x="222" y="0"/>
                          <a:pt x="133" y="0"/>
                          <a:pt x="44" y="44"/>
                        </a:cubicBezTo>
                        <a:cubicBezTo>
                          <a:pt x="0" y="89"/>
                          <a:pt x="0" y="133"/>
                          <a:pt x="0" y="17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76" name="Forme libre : forme 19975">
                    <a:extLst>
                      <a:ext uri="{FF2B5EF4-FFF2-40B4-BE49-F238E27FC236}">
                        <a16:creationId xmlns:a16="http://schemas.microsoft.com/office/drawing/2014/main" id="{11730361-C05F-4230-847D-06A48F927DD0}"/>
                      </a:ext>
                    </a:extLst>
                  </p:cNvPr>
                  <p:cNvSpPr/>
                  <p:nvPr/>
                </p:nvSpPr>
                <p:spPr>
                  <a:xfrm>
                    <a:off x="6057786" y="6149063"/>
                    <a:ext cx="19781" cy="21052"/>
                  </a:xfrm>
                  <a:custGeom>
                    <a:avLst/>
                    <a:gdLst>
                      <a:gd name="connsiteX0" fmla="*/ 2394 w 19781"/>
                      <a:gd name="connsiteY0" fmla="*/ 10457 h 21052"/>
                      <a:gd name="connsiteX1" fmla="*/ 7935 w 19781"/>
                      <a:gd name="connsiteY1" fmla="*/ 16841 h 21052"/>
                      <a:gd name="connsiteX2" fmla="*/ 6384 w 19781"/>
                      <a:gd name="connsiteY2" fmla="*/ 21053 h 21052"/>
                      <a:gd name="connsiteX3" fmla="*/ 10817 w 19781"/>
                      <a:gd name="connsiteY3" fmla="*/ 18836 h 21052"/>
                      <a:gd name="connsiteX4" fmla="*/ 19594 w 19781"/>
                      <a:gd name="connsiteY4" fmla="*/ 11256 h 21052"/>
                      <a:gd name="connsiteX5" fmla="*/ 15161 w 19781"/>
                      <a:gd name="connsiteY5" fmla="*/ 1680 h 21052"/>
                      <a:gd name="connsiteX6" fmla="*/ 0 w 19781"/>
                      <a:gd name="connsiteY6" fmla="*/ 1015 h 21052"/>
                      <a:gd name="connsiteX7" fmla="*/ 222 w 19781"/>
                      <a:gd name="connsiteY7" fmla="*/ 1326 h 21052"/>
                      <a:gd name="connsiteX8" fmla="*/ 2394 w 19781"/>
                      <a:gd name="connsiteY8" fmla="*/ 10457 h 21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781" h="21052">
                        <a:moveTo>
                          <a:pt x="2394" y="10457"/>
                        </a:moveTo>
                        <a:cubicBezTo>
                          <a:pt x="5497" y="11478"/>
                          <a:pt x="7758" y="13915"/>
                          <a:pt x="7935" y="16841"/>
                        </a:cubicBezTo>
                        <a:cubicBezTo>
                          <a:pt x="8024" y="18437"/>
                          <a:pt x="7403" y="19900"/>
                          <a:pt x="6384" y="21053"/>
                        </a:cubicBezTo>
                        <a:cubicBezTo>
                          <a:pt x="7847" y="20299"/>
                          <a:pt x="9354" y="19590"/>
                          <a:pt x="10817" y="18836"/>
                        </a:cubicBezTo>
                        <a:cubicBezTo>
                          <a:pt x="14319" y="17063"/>
                          <a:pt x="18575" y="14802"/>
                          <a:pt x="19594" y="11256"/>
                        </a:cubicBezTo>
                        <a:cubicBezTo>
                          <a:pt x="20437" y="8153"/>
                          <a:pt x="18353" y="3631"/>
                          <a:pt x="15161" y="1680"/>
                        </a:cubicBezTo>
                        <a:cubicBezTo>
                          <a:pt x="11349" y="-669"/>
                          <a:pt x="5408" y="-226"/>
                          <a:pt x="0" y="1015"/>
                        </a:cubicBezTo>
                        <a:cubicBezTo>
                          <a:pt x="44" y="1148"/>
                          <a:pt x="133" y="1192"/>
                          <a:pt x="222" y="1326"/>
                        </a:cubicBezTo>
                        <a:cubicBezTo>
                          <a:pt x="1596" y="4118"/>
                          <a:pt x="2217" y="7266"/>
                          <a:pt x="2394" y="1045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77" name="Forme libre : forme 19976">
                    <a:extLst>
                      <a:ext uri="{FF2B5EF4-FFF2-40B4-BE49-F238E27FC236}">
                        <a16:creationId xmlns:a16="http://schemas.microsoft.com/office/drawing/2014/main" id="{B5F3F744-8CB3-4580-9559-9D1036AA2D2B}"/>
                      </a:ext>
                    </a:extLst>
                  </p:cNvPr>
                  <p:cNvSpPr/>
                  <p:nvPr/>
                </p:nvSpPr>
                <p:spPr>
                  <a:xfrm>
                    <a:off x="6032319" y="6150034"/>
                    <a:ext cx="27949" cy="30144"/>
                  </a:xfrm>
                  <a:custGeom>
                    <a:avLst/>
                    <a:gdLst>
                      <a:gd name="connsiteX0" fmla="*/ 4011 w 27949"/>
                      <a:gd name="connsiteY0" fmla="*/ 11969 h 30144"/>
                      <a:gd name="connsiteX1" fmla="*/ 198 w 27949"/>
                      <a:gd name="connsiteY1" fmla="*/ 23008 h 30144"/>
                      <a:gd name="connsiteX2" fmla="*/ 10173 w 27949"/>
                      <a:gd name="connsiteY2" fmla="*/ 30100 h 30144"/>
                      <a:gd name="connsiteX3" fmla="*/ 15625 w 27949"/>
                      <a:gd name="connsiteY3" fmla="*/ 28194 h 30144"/>
                      <a:gd name="connsiteX4" fmla="*/ 26353 w 27949"/>
                      <a:gd name="connsiteY4" fmla="*/ 22830 h 30144"/>
                      <a:gd name="connsiteX5" fmla="*/ 26398 w 27949"/>
                      <a:gd name="connsiteY5" fmla="*/ 22697 h 30144"/>
                      <a:gd name="connsiteX6" fmla="*/ 25555 w 27949"/>
                      <a:gd name="connsiteY6" fmla="*/ 22786 h 30144"/>
                      <a:gd name="connsiteX7" fmla="*/ 16911 w 27949"/>
                      <a:gd name="connsiteY7" fmla="*/ 15915 h 30144"/>
                      <a:gd name="connsiteX8" fmla="*/ 24846 w 27949"/>
                      <a:gd name="connsiteY8" fmla="*/ 8999 h 30144"/>
                      <a:gd name="connsiteX9" fmla="*/ 27949 w 27949"/>
                      <a:gd name="connsiteY9" fmla="*/ 9486 h 30144"/>
                      <a:gd name="connsiteX10" fmla="*/ 25733 w 27949"/>
                      <a:gd name="connsiteY10" fmla="*/ 310 h 30144"/>
                      <a:gd name="connsiteX11" fmla="*/ 25511 w 27949"/>
                      <a:gd name="connsiteY11" fmla="*/ 0 h 30144"/>
                      <a:gd name="connsiteX12" fmla="*/ 16556 w 27949"/>
                      <a:gd name="connsiteY12" fmla="*/ 2925 h 30144"/>
                      <a:gd name="connsiteX13" fmla="*/ 4011 w 27949"/>
                      <a:gd name="connsiteY13" fmla="*/ 11969 h 30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7949" h="30144">
                        <a:moveTo>
                          <a:pt x="4011" y="11969"/>
                        </a:moveTo>
                        <a:cubicBezTo>
                          <a:pt x="1306" y="15161"/>
                          <a:pt x="-644" y="19062"/>
                          <a:pt x="198" y="23008"/>
                        </a:cubicBezTo>
                        <a:cubicBezTo>
                          <a:pt x="1040" y="26953"/>
                          <a:pt x="5429" y="30588"/>
                          <a:pt x="10173" y="30100"/>
                        </a:cubicBezTo>
                        <a:cubicBezTo>
                          <a:pt x="12168" y="29879"/>
                          <a:pt x="13941" y="29036"/>
                          <a:pt x="15625" y="28194"/>
                        </a:cubicBezTo>
                        <a:cubicBezTo>
                          <a:pt x="19216" y="26421"/>
                          <a:pt x="22763" y="24648"/>
                          <a:pt x="26353" y="22830"/>
                        </a:cubicBezTo>
                        <a:cubicBezTo>
                          <a:pt x="26353" y="22786"/>
                          <a:pt x="26353" y="22742"/>
                          <a:pt x="26398" y="22697"/>
                        </a:cubicBezTo>
                        <a:cubicBezTo>
                          <a:pt x="26132" y="22742"/>
                          <a:pt x="25821" y="22786"/>
                          <a:pt x="25555" y="22786"/>
                        </a:cubicBezTo>
                        <a:cubicBezTo>
                          <a:pt x="20989" y="22786"/>
                          <a:pt x="17133" y="19727"/>
                          <a:pt x="16911" y="15915"/>
                        </a:cubicBezTo>
                        <a:cubicBezTo>
                          <a:pt x="16734" y="12102"/>
                          <a:pt x="20280" y="8999"/>
                          <a:pt x="24846" y="8999"/>
                        </a:cubicBezTo>
                        <a:cubicBezTo>
                          <a:pt x="25954" y="8999"/>
                          <a:pt x="26974" y="9176"/>
                          <a:pt x="27949" y="9486"/>
                        </a:cubicBezTo>
                        <a:cubicBezTo>
                          <a:pt x="27772" y="6295"/>
                          <a:pt x="27151" y="3192"/>
                          <a:pt x="25733" y="310"/>
                        </a:cubicBezTo>
                        <a:cubicBezTo>
                          <a:pt x="25688" y="177"/>
                          <a:pt x="25600" y="133"/>
                          <a:pt x="25511" y="0"/>
                        </a:cubicBezTo>
                        <a:cubicBezTo>
                          <a:pt x="22053" y="798"/>
                          <a:pt x="18817" y="1950"/>
                          <a:pt x="16556" y="2925"/>
                        </a:cubicBezTo>
                        <a:cubicBezTo>
                          <a:pt x="11547" y="5098"/>
                          <a:pt x="7203" y="8157"/>
                          <a:pt x="4011" y="1196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78" name="Forme libre : forme 19977">
                    <a:extLst>
                      <a:ext uri="{FF2B5EF4-FFF2-40B4-BE49-F238E27FC236}">
                        <a16:creationId xmlns:a16="http://schemas.microsoft.com/office/drawing/2014/main" id="{5F567697-AC04-423A-9FC1-2943F4677D66}"/>
                      </a:ext>
                    </a:extLst>
                  </p:cNvPr>
                  <p:cNvSpPr/>
                  <p:nvPr/>
                </p:nvSpPr>
                <p:spPr>
                  <a:xfrm>
                    <a:off x="6034512" y="6294509"/>
                    <a:ext cx="4876" cy="2526"/>
                  </a:xfrm>
                  <a:custGeom>
                    <a:avLst/>
                    <a:gdLst>
                      <a:gd name="connsiteX0" fmla="*/ 4876 w 4876"/>
                      <a:gd name="connsiteY0" fmla="*/ 1241 h 2526"/>
                      <a:gd name="connsiteX1" fmla="*/ 0 w 4876"/>
                      <a:gd name="connsiteY1" fmla="*/ 0 h 2526"/>
                      <a:gd name="connsiteX2" fmla="*/ 1108 w 4876"/>
                      <a:gd name="connsiteY2" fmla="*/ 2527 h 2526"/>
                      <a:gd name="connsiteX3" fmla="*/ 4876 w 4876"/>
                      <a:gd name="connsiteY3" fmla="*/ 1241 h 2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76" h="2526">
                        <a:moveTo>
                          <a:pt x="4876" y="1241"/>
                        </a:moveTo>
                        <a:cubicBezTo>
                          <a:pt x="3413" y="532"/>
                          <a:pt x="1818" y="133"/>
                          <a:pt x="0" y="0"/>
                        </a:cubicBezTo>
                        <a:cubicBezTo>
                          <a:pt x="443" y="842"/>
                          <a:pt x="842" y="1640"/>
                          <a:pt x="1108" y="2527"/>
                        </a:cubicBezTo>
                        <a:cubicBezTo>
                          <a:pt x="2217" y="1818"/>
                          <a:pt x="3458" y="1374"/>
                          <a:pt x="4876" y="124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79" name="Forme libre : forme 19978">
                    <a:extLst>
                      <a:ext uri="{FF2B5EF4-FFF2-40B4-BE49-F238E27FC236}">
                        <a16:creationId xmlns:a16="http://schemas.microsoft.com/office/drawing/2014/main" id="{3F2B16FB-7771-439B-BDB0-86DE49AED520}"/>
                      </a:ext>
                    </a:extLst>
                  </p:cNvPr>
                  <p:cNvSpPr/>
                  <p:nvPr/>
                </p:nvSpPr>
                <p:spPr>
                  <a:xfrm>
                    <a:off x="6035488" y="6308251"/>
                    <a:ext cx="6915" cy="5319"/>
                  </a:xfrm>
                  <a:custGeom>
                    <a:avLst/>
                    <a:gdLst>
                      <a:gd name="connsiteX0" fmla="*/ 975 w 6915"/>
                      <a:gd name="connsiteY0" fmla="*/ 0 h 5319"/>
                      <a:gd name="connsiteX1" fmla="*/ 0 w 6915"/>
                      <a:gd name="connsiteY1" fmla="*/ 5319 h 5319"/>
                      <a:gd name="connsiteX2" fmla="*/ 532 w 6915"/>
                      <a:gd name="connsiteY2" fmla="*/ 5054 h 5319"/>
                      <a:gd name="connsiteX3" fmla="*/ 6916 w 6915"/>
                      <a:gd name="connsiteY3" fmla="*/ 1064 h 5319"/>
                      <a:gd name="connsiteX4" fmla="*/ 5719 w 6915"/>
                      <a:gd name="connsiteY4" fmla="*/ 1153 h 5319"/>
                      <a:gd name="connsiteX5" fmla="*/ 975 w 6915"/>
                      <a:gd name="connsiteY5" fmla="*/ 0 h 5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15" h="5319">
                        <a:moveTo>
                          <a:pt x="975" y="0"/>
                        </a:moveTo>
                        <a:cubicBezTo>
                          <a:pt x="754" y="1773"/>
                          <a:pt x="399" y="3547"/>
                          <a:pt x="0" y="5319"/>
                        </a:cubicBezTo>
                        <a:cubicBezTo>
                          <a:pt x="177" y="5231"/>
                          <a:pt x="355" y="5143"/>
                          <a:pt x="532" y="5054"/>
                        </a:cubicBezTo>
                        <a:cubicBezTo>
                          <a:pt x="2704" y="3990"/>
                          <a:pt x="5098" y="2704"/>
                          <a:pt x="6916" y="1064"/>
                        </a:cubicBezTo>
                        <a:cubicBezTo>
                          <a:pt x="6517" y="1108"/>
                          <a:pt x="6118" y="1153"/>
                          <a:pt x="5719" y="1153"/>
                        </a:cubicBezTo>
                        <a:cubicBezTo>
                          <a:pt x="3945" y="1197"/>
                          <a:pt x="2350" y="754"/>
                          <a:pt x="975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80" name="Forme libre : forme 19979">
                    <a:extLst>
                      <a:ext uri="{FF2B5EF4-FFF2-40B4-BE49-F238E27FC236}">
                        <a16:creationId xmlns:a16="http://schemas.microsoft.com/office/drawing/2014/main" id="{71B2AFF3-3892-499B-AE89-DB30B5B16D65}"/>
                      </a:ext>
                    </a:extLst>
                  </p:cNvPr>
                  <p:cNvSpPr/>
                  <p:nvPr/>
                </p:nvSpPr>
                <p:spPr>
                  <a:xfrm>
                    <a:off x="5999736" y="6294457"/>
                    <a:ext cx="36771" cy="31172"/>
                  </a:xfrm>
                  <a:custGeom>
                    <a:avLst/>
                    <a:gdLst>
                      <a:gd name="connsiteX0" fmla="*/ 32826 w 36771"/>
                      <a:gd name="connsiteY0" fmla="*/ 8120 h 31172"/>
                      <a:gd name="connsiteX1" fmla="*/ 35929 w 36771"/>
                      <a:gd name="connsiteY1" fmla="*/ 2579 h 31172"/>
                      <a:gd name="connsiteX2" fmla="*/ 34821 w 36771"/>
                      <a:gd name="connsiteY2" fmla="*/ 52 h 31172"/>
                      <a:gd name="connsiteX3" fmla="*/ 16512 w 36771"/>
                      <a:gd name="connsiteY3" fmla="*/ 3953 h 31172"/>
                      <a:gd name="connsiteX4" fmla="*/ 4011 w 36771"/>
                      <a:gd name="connsiteY4" fmla="*/ 12997 h 31172"/>
                      <a:gd name="connsiteX5" fmla="*/ 198 w 36771"/>
                      <a:gd name="connsiteY5" fmla="*/ 24035 h 31172"/>
                      <a:gd name="connsiteX6" fmla="*/ 10173 w 36771"/>
                      <a:gd name="connsiteY6" fmla="*/ 31128 h 31172"/>
                      <a:gd name="connsiteX7" fmla="*/ 15625 w 36771"/>
                      <a:gd name="connsiteY7" fmla="*/ 29222 h 31172"/>
                      <a:gd name="connsiteX8" fmla="*/ 35796 w 36771"/>
                      <a:gd name="connsiteY8" fmla="*/ 19158 h 31172"/>
                      <a:gd name="connsiteX9" fmla="*/ 36771 w 36771"/>
                      <a:gd name="connsiteY9" fmla="*/ 13839 h 31172"/>
                      <a:gd name="connsiteX10" fmla="*/ 32826 w 36771"/>
                      <a:gd name="connsiteY10" fmla="*/ 8120 h 31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6771" h="31172">
                        <a:moveTo>
                          <a:pt x="32826" y="8120"/>
                        </a:moveTo>
                        <a:cubicBezTo>
                          <a:pt x="32693" y="5859"/>
                          <a:pt x="33934" y="3864"/>
                          <a:pt x="35929" y="2579"/>
                        </a:cubicBezTo>
                        <a:cubicBezTo>
                          <a:pt x="35619" y="1692"/>
                          <a:pt x="35220" y="850"/>
                          <a:pt x="34821" y="52"/>
                        </a:cubicBezTo>
                        <a:cubicBezTo>
                          <a:pt x="28526" y="-391"/>
                          <a:pt x="20768" y="2091"/>
                          <a:pt x="16512" y="3953"/>
                        </a:cubicBezTo>
                        <a:cubicBezTo>
                          <a:pt x="11591" y="6125"/>
                          <a:pt x="7247" y="9184"/>
                          <a:pt x="4011" y="12997"/>
                        </a:cubicBezTo>
                        <a:cubicBezTo>
                          <a:pt x="1306" y="16189"/>
                          <a:pt x="-644" y="20090"/>
                          <a:pt x="198" y="24035"/>
                        </a:cubicBezTo>
                        <a:cubicBezTo>
                          <a:pt x="1040" y="27980"/>
                          <a:pt x="5429" y="31616"/>
                          <a:pt x="10173" y="31128"/>
                        </a:cubicBezTo>
                        <a:cubicBezTo>
                          <a:pt x="12168" y="30906"/>
                          <a:pt x="13941" y="30064"/>
                          <a:pt x="15625" y="29222"/>
                        </a:cubicBezTo>
                        <a:cubicBezTo>
                          <a:pt x="22364" y="25852"/>
                          <a:pt x="29058" y="22528"/>
                          <a:pt x="35796" y="19158"/>
                        </a:cubicBezTo>
                        <a:cubicBezTo>
                          <a:pt x="36195" y="17386"/>
                          <a:pt x="36550" y="15612"/>
                          <a:pt x="36771" y="13839"/>
                        </a:cubicBezTo>
                        <a:cubicBezTo>
                          <a:pt x="34466" y="12553"/>
                          <a:pt x="32914" y="10470"/>
                          <a:pt x="32826" y="812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81" name="Forme libre : forme 19980">
                    <a:extLst>
                      <a:ext uri="{FF2B5EF4-FFF2-40B4-BE49-F238E27FC236}">
                        <a16:creationId xmlns:a16="http://schemas.microsoft.com/office/drawing/2014/main" id="{1C8D125B-A57E-4133-ADD0-C72F0E3C149B}"/>
                      </a:ext>
                    </a:extLst>
                  </p:cNvPr>
                  <p:cNvSpPr/>
                  <p:nvPr/>
                </p:nvSpPr>
                <p:spPr>
                  <a:xfrm>
                    <a:off x="6186799" y="6176677"/>
                    <a:ext cx="21402" cy="12678"/>
                  </a:xfrm>
                  <a:custGeom>
                    <a:avLst/>
                    <a:gdLst>
                      <a:gd name="connsiteX0" fmla="*/ 15595 w 21402"/>
                      <a:gd name="connsiteY0" fmla="*/ 10683 h 12678"/>
                      <a:gd name="connsiteX1" fmla="*/ 21402 w 21402"/>
                      <a:gd name="connsiteY1" fmla="*/ 7802 h 12678"/>
                      <a:gd name="connsiteX2" fmla="*/ 8768 w 21402"/>
                      <a:gd name="connsiteY2" fmla="*/ 1995 h 12678"/>
                      <a:gd name="connsiteX3" fmla="*/ 700 w 21402"/>
                      <a:gd name="connsiteY3" fmla="*/ 0 h 12678"/>
                      <a:gd name="connsiteX4" fmla="*/ 168 w 21402"/>
                      <a:gd name="connsiteY4" fmla="*/ 5541 h 12678"/>
                      <a:gd name="connsiteX5" fmla="*/ 10142 w 21402"/>
                      <a:gd name="connsiteY5" fmla="*/ 12634 h 12678"/>
                      <a:gd name="connsiteX6" fmla="*/ 15595 w 21402"/>
                      <a:gd name="connsiteY6" fmla="*/ 10683 h 12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402" h="12678">
                        <a:moveTo>
                          <a:pt x="15595" y="10683"/>
                        </a:moveTo>
                        <a:cubicBezTo>
                          <a:pt x="17546" y="9708"/>
                          <a:pt x="19452" y="8733"/>
                          <a:pt x="21402" y="7802"/>
                        </a:cubicBezTo>
                        <a:cubicBezTo>
                          <a:pt x="17191" y="6029"/>
                          <a:pt x="13112" y="3546"/>
                          <a:pt x="8768" y="1995"/>
                        </a:cubicBezTo>
                        <a:cubicBezTo>
                          <a:pt x="6197" y="1064"/>
                          <a:pt x="3448" y="488"/>
                          <a:pt x="700" y="0"/>
                        </a:cubicBezTo>
                        <a:cubicBezTo>
                          <a:pt x="35" y="1773"/>
                          <a:pt x="-187" y="3635"/>
                          <a:pt x="168" y="5541"/>
                        </a:cubicBezTo>
                        <a:cubicBezTo>
                          <a:pt x="1010" y="9486"/>
                          <a:pt x="5399" y="13122"/>
                          <a:pt x="10142" y="12634"/>
                        </a:cubicBezTo>
                        <a:cubicBezTo>
                          <a:pt x="12137" y="12412"/>
                          <a:pt x="13910" y="11526"/>
                          <a:pt x="15595" y="1068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82" name="Forme libre : forme 19981">
                    <a:extLst>
                      <a:ext uri="{FF2B5EF4-FFF2-40B4-BE49-F238E27FC236}">
                        <a16:creationId xmlns:a16="http://schemas.microsoft.com/office/drawing/2014/main" id="{3637AB70-7BC9-498B-AF75-0729D10F1868}"/>
                      </a:ext>
                    </a:extLst>
                  </p:cNvPr>
                  <p:cNvSpPr/>
                  <p:nvPr/>
                </p:nvSpPr>
                <p:spPr>
                  <a:xfrm>
                    <a:off x="6187499" y="6158191"/>
                    <a:ext cx="44563" cy="26288"/>
                  </a:xfrm>
                  <a:custGeom>
                    <a:avLst/>
                    <a:gdLst>
                      <a:gd name="connsiteX0" fmla="*/ 20702 w 44563"/>
                      <a:gd name="connsiteY0" fmla="*/ 26288 h 26288"/>
                      <a:gd name="connsiteX1" fmla="*/ 35598 w 44563"/>
                      <a:gd name="connsiteY1" fmla="*/ 18841 h 26288"/>
                      <a:gd name="connsiteX2" fmla="*/ 44375 w 44563"/>
                      <a:gd name="connsiteY2" fmla="*/ 11260 h 26288"/>
                      <a:gd name="connsiteX3" fmla="*/ 39942 w 44563"/>
                      <a:gd name="connsiteY3" fmla="*/ 1685 h 26288"/>
                      <a:gd name="connsiteX4" fmla="*/ 15826 w 44563"/>
                      <a:gd name="connsiteY4" fmla="*/ 3946 h 26288"/>
                      <a:gd name="connsiteX5" fmla="*/ 3325 w 44563"/>
                      <a:gd name="connsiteY5" fmla="*/ 12989 h 26288"/>
                      <a:gd name="connsiteX6" fmla="*/ 0 w 44563"/>
                      <a:gd name="connsiteY6" fmla="*/ 18486 h 26288"/>
                      <a:gd name="connsiteX7" fmla="*/ 8068 w 44563"/>
                      <a:gd name="connsiteY7" fmla="*/ 20481 h 26288"/>
                      <a:gd name="connsiteX8" fmla="*/ 20702 w 44563"/>
                      <a:gd name="connsiteY8" fmla="*/ 26288 h 26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563" h="26288">
                        <a:moveTo>
                          <a:pt x="20702" y="26288"/>
                        </a:moveTo>
                        <a:cubicBezTo>
                          <a:pt x="25668" y="23806"/>
                          <a:pt x="30633" y="21323"/>
                          <a:pt x="35598" y="18841"/>
                        </a:cubicBezTo>
                        <a:cubicBezTo>
                          <a:pt x="39100" y="17067"/>
                          <a:pt x="43356" y="14807"/>
                          <a:pt x="44375" y="11260"/>
                        </a:cubicBezTo>
                        <a:cubicBezTo>
                          <a:pt x="45218" y="8157"/>
                          <a:pt x="43134" y="3635"/>
                          <a:pt x="39942" y="1685"/>
                        </a:cubicBezTo>
                        <a:cubicBezTo>
                          <a:pt x="33691" y="-2172"/>
                          <a:pt x="21589" y="1463"/>
                          <a:pt x="15826" y="3946"/>
                        </a:cubicBezTo>
                        <a:cubicBezTo>
                          <a:pt x="10905" y="6118"/>
                          <a:pt x="6561" y="9176"/>
                          <a:pt x="3325" y="12989"/>
                        </a:cubicBezTo>
                        <a:cubicBezTo>
                          <a:pt x="1906" y="14673"/>
                          <a:pt x="709" y="16536"/>
                          <a:pt x="0" y="18486"/>
                        </a:cubicBezTo>
                        <a:cubicBezTo>
                          <a:pt x="2748" y="18930"/>
                          <a:pt x="5497" y="19550"/>
                          <a:pt x="8068" y="20481"/>
                        </a:cubicBezTo>
                        <a:cubicBezTo>
                          <a:pt x="12413" y="22033"/>
                          <a:pt x="16491" y="24471"/>
                          <a:pt x="20702" y="26288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83" name="Forme libre : forme 19982">
                    <a:extLst>
                      <a:ext uri="{FF2B5EF4-FFF2-40B4-BE49-F238E27FC236}">
                        <a16:creationId xmlns:a16="http://schemas.microsoft.com/office/drawing/2014/main" id="{711DAE0D-8980-4FF8-B929-9E37DC0D4209}"/>
                      </a:ext>
                    </a:extLst>
                  </p:cNvPr>
                  <p:cNvSpPr/>
                  <p:nvPr/>
                </p:nvSpPr>
                <p:spPr>
                  <a:xfrm>
                    <a:off x="6338756" y="6160585"/>
                    <a:ext cx="20316" cy="19682"/>
                  </a:xfrm>
                  <a:custGeom>
                    <a:avLst/>
                    <a:gdLst>
                      <a:gd name="connsiteX0" fmla="*/ 1153 w 20316"/>
                      <a:gd name="connsiteY0" fmla="*/ 15560 h 19682"/>
                      <a:gd name="connsiteX1" fmla="*/ 0 w 20316"/>
                      <a:gd name="connsiteY1" fmla="*/ 19683 h 19682"/>
                      <a:gd name="connsiteX2" fmla="*/ 11349 w 20316"/>
                      <a:gd name="connsiteY2" fmla="*/ 14008 h 19682"/>
                      <a:gd name="connsiteX3" fmla="*/ 20126 w 20316"/>
                      <a:gd name="connsiteY3" fmla="*/ 6428 h 19682"/>
                      <a:gd name="connsiteX4" fmla="*/ 18752 w 20316"/>
                      <a:gd name="connsiteY4" fmla="*/ 0 h 19682"/>
                      <a:gd name="connsiteX5" fmla="*/ 11304 w 20316"/>
                      <a:gd name="connsiteY5" fmla="*/ 4699 h 19682"/>
                      <a:gd name="connsiteX6" fmla="*/ 1153 w 20316"/>
                      <a:gd name="connsiteY6" fmla="*/ 15560 h 19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316" h="19682">
                        <a:moveTo>
                          <a:pt x="1153" y="15560"/>
                        </a:moveTo>
                        <a:cubicBezTo>
                          <a:pt x="576" y="16890"/>
                          <a:pt x="222" y="18309"/>
                          <a:pt x="0" y="19683"/>
                        </a:cubicBezTo>
                        <a:cubicBezTo>
                          <a:pt x="3768" y="17776"/>
                          <a:pt x="7580" y="15915"/>
                          <a:pt x="11349" y="14008"/>
                        </a:cubicBezTo>
                        <a:cubicBezTo>
                          <a:pt x="14851" y="12235"/>
                          <a:pt x="19107" y="9974"/>
                          <a:pt x="20126" y="6428"/>
                        </a:cubicBezTo>
                        <a:cubicBezTo>
                          <a:pt x="20658" y="4521"/>
                          <a:pt x="20038" y="2039"/>
                          <a:pt x="18752" y="0"/>
                        </a:cubicBezTo>
                        <a:cubicBezTo>
                          <a:pt x="16092" y="1507"/>
                          <a:pt x="13477" y="3059"/>
                          <a:pt x="11304" y="4699"/>
                        </a:cubicBezTo>
                        <a:cubicBezTo>
                          <a:pt x="7093" y="7758"/>
                          <a:pt x="3059" y="11215"/>
                          <a:pt x="1153" y="1556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84" name="Forme libre : forme 19983">
                    <a:extLst>
                      <a:ext uri="{FF2B5EF4-FFF2-40B4-BE49-F238E27FC236}">
                        <a16:creationId xmlns:a16="http://schemas.microsoft.com/office/drawing/2014/main" id="{E106A0A7-6BC2-412A-81ED-6CC567D31011}"/>
                      </a:ext>
                    </a:extLst>
                  </p:cNvPr>
                  <p:cNvSpPr/>
                  <p:nvPr/>
                </p:nvSpPr>
                <p:spPr>
                  <a:xfrm>
                    <a:off x="6313777" y="6155753"/>
                    <a:ext cx="43686" cy="31164"/>
                  </a:xfrm>
                  <a:custGeom>
                    <a:avLst/>
                    <a:gdLst>
                      <a:gd name="connsiteX0" fmla="*/ 40628 w 43686"/>
                      <a:gd name="connsiteY0" fmla="*/ 1685 h 31164"/>
                      <a:gd name="connsiteX1" fmla="*/ 16512 w 43686"/>
                      <a:gd name="connsiteY1" fmla="*/ 3946 h 31164"/>
                      <a:gd name="connsiteX2" fmla="*/ 4011 w 43686"/>
                      <a:gd name="connsiteY2" fmla="*/ 12989 h 31164"/>
                      <a:gd name="connsiteX3" fmla="*/ 198 w 43686"/>
                      <a:gd name="connsiteY3" fmla="*/ 24028 h 31164"/>
                      <a:gd name="connsiteX4" fmla="*/ 10173 w 43686"/>
                      <a:gd name="connsiteY4" fmla="*/ 31120 h 31164"/>
                      <a:gd name="connsiteX5" fmla="*/ 15626 w 43686"/>
                      <a:gd name="connsiteY5" fmla="*/ 29215 h 31164"/>
                      <a:gd name="connsiteX6" fmla="*/ 24979 w 43686"/>
                      <a:gd name="connsiteY6" fmla="*/ 24560 h 31164"/>
                      <a:gd name="connsiteX7" fmla="*/ 26132 w 43686"/>
                      <a:gd name="connsiteY7" fmla="*/ 20437 h 31164"/>
                      <a:gd name="connsiteX8" fmla="*/ 36239 w 43686"/>
                      <a:gd name="connsiteY8" fmla="*/ 9531 h 31164"/>
                      <a:gd name="connsiteX9" fmla="*/ 43687 w 43686"/>
                      <a:gd name="connsiteY9" fmla="*/ 4832 h 31164"/>
                      <a:gd name="connsiteX10" fmla="*/ 40628 w 43686"/>
                      <a:gd name="connsiteY10" fmla="*/ 1685 h 31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3686" h="31164">
                        <a:moveTo>
                          <a:pt x="40628" y="1685"/>
                        </a:moveTo>
                        <a:cubicBezTo>
                          <a:pt x="34377" y="-2172"/>
                          <a:pt x="22275" y="1463"/>
                          <a:pt x="16512" y="3946"/>
                        </a:cubicBezTo>
                        <a:cubicBezTo>
                          <a:pt x="11591" y="6118"/>
                          <a:pt x="7247" y="9177"/>
                          <a:pt x="4011" y="12989"/>
                        </a:cubicBezTo>
                        <a:cubicBezTo>
                          <a:pt x="1306" y="16181"/>
                          <a:pt x="-644" y="20082"/>
                          <a:pt x="198" y="24028"/>
                        </a:cubicBezTo>
                        <a:cubicBezTo>
                          <a:pt x="1040" y="27973"/>
                          <a:pt x="5429" y="31608"/>
                          <a:pt x="10173" y="31120"/>
                        </a:cubicBezTo>
                        <a:cubicBezTo>
                          <a:pt x="12168" y="30899"/>
                          <a:pt x="13941" y="30057"/>
                          <a:pt x="15626" y="29215"/>
                        </a:cubicBezTo>
                        <a:cubicBezTo>
                          <a:pt x="18728" y="27663"/>
                          <a:pt x="21832" y="26111"/>
                          <a:pt x="24979" y="24560"/>
                        </a:cubicBezTo>
                        <a:cubicBezTo>
                          <a:pt x="25201" y="23141"/>
                          <a:pt x="25556" y="21767"/>
                          <a:pt x="26132" y="20437"/>
                        </a:cubicBezTo>
                        <a:cubicBezTo>
                          <a:pt x="28038" y="16048"/>
                          <a:pt x="32117" y="12634"/>
                          <a:pt x="36239" y="9531"/>
                        </a:cubicBezTo>
                        <a:cubicBezTo>
                          <a:pt x="38456" y="7891"/>
                          <a:pt x="41027" y="6384"/>
                          <a:pt x="43687" y="4832"/>
                        </a:cubicBezTo>
                        <a:cubicBezTo>
                          <a:pt x="42889" y="3547"/>
                          <a:pt x="41825" y="2438"/>
                          <a:pt x="40628" y="168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85" name="Forme libre : forme 19984">
                    <a:extLst>
                      <a:ext uri="{FF2B5EF4-FFF2-40B4-BE49-F238E27FC236}">
                        <a16:creationId xmlns:a16="http://schemas.microsoft.com/office/drawing/2014/main" id="{91E3DA59-A7DF-4920-83E5-C577F3C3302C}"/>
                      </a:ext>
                    </a:extLst>
                  </p:cNvPr>
                  <p:cNvSpPr/>
                  <p:nvPr/>
                </p:nvSpPr>
                <p:spPr>
                  <a:xfrm>
                    <a:off x="6603234" y="6203873"/>
                    <a:ext cx="29180" cy="28926"/>
                  </a:xfrm>
                  <a:custGeom>
                    <a:avLst/>
                    <a:gdLst>
                      <a:gd name="connsiteX0" fmla="*/ 7536 w 29180"/>
                      <a:gd name="connsiteY0" fmla="*/ 14652 h 28926"/>
                      <a:gd name="connsiteX1" fmla="*/ 0 w 29180"/>
                      <a:gd name="connsiteY1" fmla="*/ 28927 h 28926"/>
                      <a:gd name="connsiteX2" fmla="*/ 20215 w 29180"/>
                      <a:gd name="connsiteY2" fmla="*/ 18819 h 28926"/>
                      <a:gd name="connsiteX3" fmla="*/ 28993 w 29180"/>
                      <a:gd name="connsiteY3" fmla="*/ 11239 h 28926"/>
                      <a:gd name="connsiteX4" fmla="*/ 24560 w 29180"/>
                      <a:gd name="connsiteY4" fmla="*/ 1663 h 28926"/>
                      <a:gd name="connsiteX5" fmla="*/ 10861 w 29180"/>
                      <a:gd name="connsiteY5" fmla="*/ 732 h 28926"/>
                      <a:gd name="connsiteX6" fmla="*/ 7536 w 29180"/>
                      <a:gd name="connsiteY6" fmla="*/ 14652 h 28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80" h="28926">
                        <a:moveTo>
                          <a:pt x="7536" y="14652"/>
                        </a:moveTo>
                        <a:cubicBezTo>
                          <a:pt x="5586" y="18509"/>
                          <a:pt x="3103" y="23961"/>
                          <a:pt x="0" y="28927"/>
                        </a:cubicBezTo>
                        <a:cubicBezTo>
                          <a:pt x="6738" y="25557"/>
                          <a:pt x="13477" y="22188"/>
                          <a:pt x="20215" y="18819"/>
                        </a:cubicBezTo>
                        <a:cubicBezTo>
                          <a:pt x="23717" y="17046"/>
                          <a:pt x="27973" y="14785"/>
                          <a:pt x="28993" y="11239"/>
                        </a:cubicBezTo>
                        <a:cubicBezTo>
                          <a:pt x="29835" y="8136"/>
                          <a:pt x="27751" y="3614"/>
                          <a:pt x="24560" y="1663"/>
                        </a:cubicBezTo>
                        <a:cubicBezTo>
                          <a:pt x="21102" y="-465"/>
                          <a:pt x="15826" y="-287"/>
                          <a:pt x="10861" y="732"/>
                        </a:cubicBezTo>
                        <a:cubicBezTo>
                          <a:pt x="11216" y="5476"/>
                          <a:pt x="9708" y="10308"/>
                          <a:pt x="7536" y="1465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86" name="Forme libre : forme 19985">
                    <a:extLst>
                      <a:ext uri="{FF2B5EF4-FFF2-40B4-BE49-F238E27FC236}">
                        <a16:creationId xmlns:a16="http://schemas.microsoft.com/office/drawing/2014/main" id="{BE020366-57F3-4BD1-8CCE-5FFDF60D1BB0}"/>
                      </a:ext>
                    </a:extLst>
                  </p:cNvPr>
                  <p:cNvSpPr/>
                  <p:nvPr/>
                </p:nvSpPr>
                <p:spPr>
                  <a:xfrm>
                    <a:off x="6587121" y="6204561"/>
                    <a:ext cx="26977" cy="30455"/>
                  </a:xfrm>
                  <a:custGeom>
                    <a:avLst/>
                    <a:gdLst>
                      <a:gd name="connsiteX0" fmla="*/ 4011 w 26977"/>
                      <a:gd name="connsiteY0" fmla="*/ 12280 h 30455"/>
                      <a:gd name="connsiteX1" fmla="*/ 198 w 26977"/>
                      <a:gd name="connsiteY1" fmla="*/ 23318 h 30455"/>
                      <a:gd name="connsiteX2" fmla="*/ 10173 w 26977"/>
                      <a:gd name="connsiteY2" fmla="*/ 30411 h 30455"/>
                      <a:gd name="connsiteX3" fmla="*/ 15625 w 26977"/>
                      <a:gd name="connsiteY3" fmla="*/ 28505 h 30455"/>
                      <a:gd name="connsiteX4" fmla="*/ 16113 w 26977"/>
                      <a:gd name="connsiteY4" fmla="*/ 28239 h 30455"/>
                      <a:gd name="connsiteX5" fmla="*/ 23649 w 26977"/>
                      <a:gd name="connsiteY5" fmla="*/ 13964 h 30455"/>
                      <a:gd name="connsiteX6" fmla="*/ 26885 w 26977"/>
                      <a:gd name="connsiteY6" fmla="*/ 0 h 30455"/>
                      <a:gd name="connsiteX7" fmla="*/ 16512 w 26977"/>
                      <a:gd name="connsiteY7" fmla="*/ 3236 h 30455"/>
                      <a:gd name="connsiteX8" fmla="*/ 4011 w 26977"/>
                      <a:gd name="connsiteY8" fmla="*/ 12280 h 30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977" h="30455">
                        <a:moveTo>
                          <a:pt x="4011" y="12280"/>
                        </a:moveTo>
                        <a:cubicBezTo>
                          <a:pt x="1306" y="15471"/>
                          <a:pt x="-644" y="19373"/>
                          <a:pt x="198" y="23318"/>
                        </a:cubicBezTo>
                        <a:cubicBezTo>
                          <a:pt x="1040" y="27264"/>
                          <a:pt x="5429" y="30899"/>
                          <a:pt x="10173" y="30411"/>
                        </a:cubicBezTo>
                        <a:cubicBezTo>
                          <a:pt x="12168" y="30190"/>
                          <a:pt x="13941" y="29347"/>
                          <a:pt x="15625" y="28505"/>
                        </a:cubicBezTo>
                        <a:cubicBezTo>
                          <a:pt x="15802" y="28416"/>
                          <a:pt x="15936" y="28328"/>
                          <a:pt x="16113" y="28239"/>
                        </a:cubicBezTo>
                        <a:cubicBezTo>
                          <a:pt x="19216" y="23274"/>
                          <a:pt x="21699" y="17866"/>
                          <a:pt x="23649" y="13964"/>
                        </a:cubicBezTo>
                        <a:cubicBezTo>
                          <a:pt x="25866" y="9620"/>
                          <a:pt x="27373" y="4788"/>
                          <a:pt x="26885" y="0"/>
                        </a:cubicBezTo>
                        <a:cubicBezTo>
                          <a:pt x="22896" y="798"/>
                          <a:pt x="19039" y="2128"/>
                          <a:pt x="16512" y="3236"/>
                        </a:cubicBezTo>
                        <a:cubicBezTo>
                          <a:pt x="11547" y="5408"/>
                          <a:pt x="7202" y="8467"/>
                          <a:pt x="4011" y="1228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87" name="Forme libre : forme 19986">
                    <a:extLst>
                      <a:ext uri="{FF2B5EF4-FFF2-40B4-BE49-F238E27FC236}">
                        <a16:creationId xmlns:a16="http://schemas.microsoft.com/office/drawing/2014/main" id="{8AE77EBC-5089-4EBE-91B3-C05B11407FB3}"/>
                      </a:ext>
                    </a:extLst>
                  </p:cNvPr>
                  <p:cNvSpPr/>
                  <p:nvPr/>
                </p:nvSpPr>
                <p:spPr>
                  <a:xfrm>
                    <a:off x="6890322" y="6205136"/>
                    <a:ext cx="34026" cy="30855"/>
                  </a:xfrm>
                  <a:custGeom>
                    <a:avLst/>
                    <a:gdLst>
                      <a:gd name="connsiteX0" fmla="*/ 29391 w 34026"/>
                      <a:gd name="connsiteY0" fmla="*/ 1686 h 30855"/>
                      <a:gd name="connsiteX1" fmla="*/ 11969 w 34026"/>
                      <a:gd name="connsiteY1" fmla="*/ 1642 h 30855"/>
                      <a:gd name="connsiteX2" fmla="*/ 8423 w 34026"/>
                      <a:gd name="connsiteY2" fmla="*/ 6430 h 30855"/>
                      <a:gd name="connsiteX3" fmla="*/ 7758 w 34026"/>
                      <a:gd name="connsiteY3" fmla="*/ 18488 h 30855"/>
                      <a:gd name="connsiteX4" fmla="*/ 0 w 34026"/>
                      <a:gd name="connsiteY4" fmla="*/ 30856 h 30855"/>
                      <a:gd name="connsiteX5" fmla="*/ 4389 w 34026"/>
                      <a:gd name="connsiteY5" fmla="*/ 29215 h 30855"/>
                      <a:gd name="connsiteX6" fmla="*/ 25091 w 34026"/>
                      <a:gd name="connsiteY6" fmla="*/ 18886 h 30855"/>
                      <a:gd name="connsiteX7" fmla="*/ 26554 w 34026"/>
                      <a:gd name="connsiteY7" fmla="*/ 18133 h 30855"/>
                      <a:gd name="connsiteX8" fmla="*/ 25756 w 34026"/>
                      <a:gd name="connsiteY8" fmla="*/ 18221 h 30855"/>
                      <a:gd name="connsiteX9" fmla="*/ 17112 w 34026"/>
                      <a:gd name="connsiteY9" fmla="*/ 11350 h 30855"/>
                      <a:gd name="connsiteX10" fmla="*/ 25047 w 34026"/>
                      <a:gd name="connsiteY10" fmla="*/ 4435 h 30855"/>
                      <a:gd name="connsiteX11" fmla="*/ 33692 w 34026"/>
                      <a:gd name="connsiteY11" fmla="*/ 11306 h 30855"/>
                      <a:gd name="connsiteX12" fmla="*/ 33647 w 34026"/>
                      <a:gd name="connsiteY12" fmla="*/ 11749 h 30855"/>
                      <a:gd name="connsiteX13" fmla="*/ 33825 w 34026"/>
                      <a:gd name="connsiteY13" fmla="*/ 11350 h 30855"/>
                      <a:gd name="connsiteX14" fmla="*/ 29391 w 34026"/>
                      <a:gd name="connsiteY14" fmla="*/ 1686 h 30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4026" h="30855">
                        <a:moveTo>
                          <a:pt x="29391" y="1686"/>
                        </a:moveTo>
                        <a:cubicBezTo>
                          <a:pt x="25047" y="-1018"/>
                          <a:pt x="17866" y="-43"/>
                          <a:pt x="11969" y="1642"/>
                        </a:cubicBezTo>
                        <a:cubicBezTo>
                          <a:pt x="10994" y="3282"/>
                          <a:pt x="9265" y="4435"/>
                          <a:pt x="8423" y="6430"/>
                        </a:cubicBezTo>
                        <a:cubicBezTo>
                          <a:pt x="6738" y="10552"/>
                          <a:pt x="8423" y="14276"/>
                          <a:pt x="7758" y="18488"/>
                        </a:cubicBezTo>
                        <a:cubicBezTo>
                          <a:pt x="7004" y="23408"/>
                          <a:pt x="3946" y="27443"/>
                          <a:pt x="0" y="30856"/>
                        </a:cubicBezTo>
                        <a:cubicBezTo>
                          <a:pt x="1552" y="30501"/>
                          <a:pt x="3014" y="29880"/>
                          <a:pt x="4389" y="29215"/>
                        </a:cubicBezTo>
                        <a:cubicBezTo>
                          <a:pt x="11304" y="25758"/>
                          <a:pt x="18176" y="22344"/>
                          <a:pt x="25091" y="18886"/>
                        </a:cubicBezTo>
                        <a:cubicBezTo>
                          <a:pt x="25579" y="18665"/>
                          <a:pt x="26067" y="18399"/>
                          <a:pt x="26554" y="18133"/>
                        </a:cubicBezTo>
                        <a:cubicBezTo>
                          <a:pt x="26288" y="18177"/>
                          <a:pt x="26022" y="18221"/>
                          <a:pt x="25756" y="18221"/>
                        </a:cubicBezTo>
                        <a:cubicBezTo>
                          <a:pt x="21190" y="18221"/>
                          <a:pt x="17334" y="15163"/>
                          <a:pt x="17112" y="11350"/>
                        </a:cubicBezTo>
                        <a:cubicBezTo>
                          <a:pt x="16934" y="7538"/>
                          <a:pt x="20481" y="4435"/>
                          <a:pt x="25047" y="4435"/>
                        </a:cubicBezTo>
                        <a:cubicBezTo>
                          <a:pt x="29613" y="4435"/>
                          <a:pt x="33470" y="7494"/>
                          <a:pt x="33692" y="11306"/>
                        </a:cubicBezTo>
                        <a:cubicBezTo>
                          <a:pt x="33692" y="11439"/>
                          <a:pt x="33647" y="11572"/>
                          <a:pt x="33647" y="11749"/>
                        </a:cubicBezTo>
                        <a:cubicBezTo>
                          <a:pt x="33692" y="11616"/>
                          <a:pt x="33780" y="11483"/>
                          <a:pt x="33825" y="11350"/>
                        </a:cubicBezTo>
                        <a:cubicBezTo>
                          <a:pt x="34711" y="8203"/>
                          <a:pt x="32583" y="3681"/>
                          <a:pt x="29391" y="168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88" name="Forme libre : forme 19987">
                    <a:extLst>
                      <a:ext uri="{FF2B5EF4-FFF2-40B4-BE49-F238E27FC236}">
                        <a16:creationId xmlns:a16="http://schemas.microsoft.com/office/drawing/2014/main" id="{27A69538-9A2C-4680-AC4F-30CE2516F061}"/>
                      </a:ext>
                    </a:extLst>
                  </p:cNvPr>
                  <p:cNvSpPr/>
                  <p:nvPr/>
                </p:nvSpPr>
                <p:spPr>
                  <a:xfrm>
                    <a:off x="6879129" y="6206778"/>
                    <a:ext cx="23161" cy="29568"/>
                  </a:xfrm>
                  <a:custGeom>
                    <a:avLst/>
                    <a:gdLst>
                      <a:gd name="connsiteX0" fmla="*/ 18950 w 23161"/>
                      <a:gd name="connsiteY0" fmla="*/ 16846 h 29568"/>
                      <a:gd name="connsiteX1" fmla="*/ 19615 w 23161"/>
                      <a:gd name="connsiteY1" fmla="*/ 4788 h 29568"/>
                      <a:gd name="connsiteX2" fmla="*/ 23162 w 23161"/>
                      <a:gd name="connsiteY2" fmla="*/ 0 h 29568"/>
                      <a:gd name="connsiteX3" fmla="*/ 16512 w 23161"/>
                      <a:gd name="connsiteY3" fmla="*/ 2350 h 29568"/>
                      <a:gd name="connsiteX4" fmla="*/ 4011 w 23161"/>
                      <a:gd name="connsiteY4" fmla="*/ 11393 h 29568"/>
                      <a:gd name="connsiteX5" fmla="*/ 198 w 23161"/>
                      <a:gd name="connsiteY5" fmla="*/ 22432 h 29568"/>
                      <a:gd name="connsiteX6" fmla="*/ 10173 w 23161"/>
                      <a:gd name="connsiteY6" fmla="*/ 29525 h 29568"/>
                      <a:gd name="connsiteX7" fmla="*/ 11237 w 23161"/>
                      <a:gd name="connsiteY7" fmla="*/ 29258 h 29568"/>
                      <a:gd name="connsiteX8" fmla="*/ 18950 w 23161"/>
                      <a:gd name="connsiteY8" fmla="*/ 16846 h 29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161" h="29568">
                        <a:moveTo>
                          <a:pt x="18950" y="16846"/>
                        </a:moveTo>
                        <a:cubicBezTo>
                          <a:pt x="19571" y="12679"/>
                          <a:pt x="17931" y="8911"/>
                          <a:pt x="19615" y="4788"/>
                        </a:cubicBezTo>
                        <a:cubicBezTo>
                          <a:pt x="20457" y="2793"/>
                          <a:pt x="22186" y="1596"/>
                          <a:pt x="23162" y="0"/>
                        </a:cubicBezTo>
                        <a:cubicBezTo>
                          <a:pt x="20590" y="709"/>
                          <a:pt x="18241" y="1551"/>
                          <a:pt x="16512" y="2350"/>
                        </a:cubicBezTo>
                        <a:cubicBezTo>
                          <a:pt x="11591" y="4522"/>
                          <a:pt x="7247" y="7581"/>
                          <a:pt x="4011" y="11393"/>
                        </a:cubicBezTo>
                        <a:cubicBezTo>
                          <a:pt x="1306" y="14585"/>
                          <a:pt x="-644" y="18486"/>
                          <a:pt x="198" y="22432"/>
                        </a:cubicBezTo>
                        <a:cubicBezTo>
                          <a:pt x="1040" y="26377"/>
                          <a:pt x="5429" y="30012"/>
                          <a:pt x="10173" y="29525"/>
                        </a:cubicBezTo>
                        <a:cubicBezTo>
                          <a:pt x="10571" y="29480"/>
                          <a:pt x="10882" y="29347"/>
                          <a:pt x="11237" y="29258"/>
                        </a:cubicBezTo>
                        <a:cubicBezTo>
                          <a:pt x="15138" y="25801"/>
                          <a:pt x="18197" y="21767"/>
                          <a:pt x="18950" y="1684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89" name="Forme libre : forme 19988">
                    <a:extLst>
                      <a:ext uri="{FF2B5EF4-FFF2-40B4-BE49-F238E27FC236}">
                        <a16:creationId xmlns:a16="http://schemas.microsoft.com/office/drawing/2014/main" id="{517C9BE5-0177-4477-A182-7A4A2CD15B2A}"/>
                      </a:ext>
                    </a:extLst>
                  </p:cNvPr>
                  <p:cNvSpPr/>
                  <p:nvPr/>
                </p:nvSpPr>
                <p:spPr>
                  <a:xfrm>
                    <a:off x="7094031" y="6227584"/>
                    <a:ext cx="21092" cy="25076"/>
                  </a:xfrm>
                  <a:custGeom>
                    <a:avLst/>
                    <a:gdLst>
                      <a:gd name="connsiteX0" fmla="*/ 2873 w 21092"/>
                      <a:gd name="connsiteY0" fmla="*/ 25076 h 25076"/>
                      <a:gd name="connsiteX1" fmla="*/ 15330 w 21092"/>
                      <a:gd name="connsiteY1" fmla="*/ 18870 h 25076"/>
                      <a:gd name="connsiteX2" fmla="*/ 21093 w 21092"/>
                      <a:gd name="connsiteY2" fmla="*/ 15368 h 25076"/>
                      <a:gd name="connsiteX3" fmla="*/ 20339 w 21092"/>
                      <a:gd name="connsiteY3" fmla="*/ 15457 h 25076"/>
                      <a:gd name="connsiteX4" fmla="*/ 11695 w 21092"/>
                      <a:gd name="connsiteY4" fmla="*/ 8585 h 25076"/>
                      <a:gd name="connsiteX5" fmla="*/ 19630 w 21092"/>
                      <a:gd name="connsiteY5" fmla="*/ 1670 h 25076"/>
                      <a:gd name="connsiteX6" fmla="*/ 6596 w 21092"/>
                      <a:gd name="connsiteY6" fmla="*/ 562 h 25076"/>
                      <a:gd name="connsiteX7" fmla="*/ 5887 w 21092"/>
                      <a:gd name="connsiteY7" fmla="*/ 2334 h 25076"/>
                      <a:gd name="connsiteX8" fmla="*/ 2873 w 21092"/>
                      <a:gd name="connsiteY8" fmla="*/ 25076 h 25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092" h="25076">
                        <a:moveTo>
                          <a:pt x="2873" y="25076"/>
                        </a:moveTo>
                        <a:cubicBezTo>
                          <a:pt x="7040" y="22993"/>
                          <a:pt x="11163" y="20954"/>
                          <a:pt x="15330" y="18870"/>
                        </a:cubicBezTo>
                        <a:cubicBezTo>
                          <a:pt x="17236" y="17895"/>
                          <a:pt x="19364" y="16786"/>
                          <a:pt x="21093" y="15368"/>
                        </a:cubicBezTo>
                        <a:cubicBezTo>
                          <a:pt x="20827" y="15368"/>
                          <a:pt x="20605" y="15457"/>
                          <a:pt x="20339" y="15457"/>
                        </a:cubicBezTo>
                        <a:cubicBezTo>
                          <a:pt x="15773" y="15457"/>
                          <a:pt x="11916" y="12398"/>
                          <a:pt x="11695" y="8585"/>
                        </a:cubicBezTo>
                        <a:cubicBezTo>
                          <a:pt x="11517" y="4773"/>
                          <a:pt x="15064" y="1670"/>
                          <a:pt x="19630" y="1670"/>
                        </a:cubicBezTo>
                        <a:cubicBezTo>
                          <a:pt x="16349" y="-370"/>
                          <a:pt x="11384" y="-281"/>
                          <a:pt x="6596" y="562"/>
                        </a:cubicBezTo>
                        <a:cubicBezTo>
                          <a:pt x="6419" y="1138"/>
                          <a:pt x="6153" y="1758"/>
                          <a:pt x="5887" y="2334"/>
                        </a:cubicBezTo>
                        <a:cubicBezTo>
                          <a:pt x="1011" y="11821"/>
                          <a:pt x="-2891" y="14481"/>
                          <a:pt x="2873" y="2507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90" name="Forme libre : forme 19989">
                    <a:extLst>
                      <a:ext uri="{FF2B5EF4-FFF2-40B4-BE49-F238E27FC236}">
                        <a16:creationId xmlns:a16="http://schemas.microsoft.com/office/drawing/2014/main" id="{43C31D02-A8E0-4B19-9B0C-EB74C5067844}"/>
                      </a:ext>
                    </a:extLst>
                  </p:cNvPr>
                  <p:cNvSpPr/>
                  <p:nvPr/>
                </p:nvSpPr>
                <p:spPr>
                  <a:xfrm>
                    <a:off x="7073077" y="6228234"/>
                    <a:ext cx="27594" cy="30543"/>
                  </a:xfrm>
                  <a:custGeom>
                    <a:avLst/>
                    <a:gdLst>
                      <a:gd name="connsiteX0" fmla="*/ 4011 w 27594"/>
                      <a:gd name="connsiteY0" fmla="*/ 12369 h 30543"/>
                      <a:gd name="connsiteX1" fmla="*/ 198 w 27594"/>
                      <a:gd name="connsiteY1" fmla="*/ 23407 h 30543"/>
                      <a:gd name="connsiteX2" fmla="*/ 10173 w 27594"/>
                      <a:gd name="connsiteY2" fmla="*/ 30500 h 30543"/>
                      <a:gd name="connsiteX3" fmla="*/ 15625 w 27594"/>
                      <a:gd name="connsiteY3" fmla="*/ 28594 h 30543"/>
                      <a:gd name="connsiteX4" fmla="*/ 23871 w 27594"/>
                      <a:gd name="connsiteY4" fmla="*/ 24471 h 30543"/>
                      <a:gd name="connsiteX5" fmla="*/ 26885 w 27594"/>
                      <a:gd name="connsiteY5" fmla="*/ 1773 h 30543"/>
                      <a:gd name="connsiteX6" fmla="*/ 27595 w 27594"/>
                      <a:gd name="connsiteY6" fmla="*/ 0 h 30543"/>
                      <a:gd name="connsiteX7" fmla="*/ 16512 w 27594"/>
                      <a:gd name="connsiteY7" fmla="*/ 3369 h 30543"/>
                      <a:gd name="connsiteX8" fmla="*/ 4011 w 27594"/>
                      <a:gd name="connsiteY8" fmla="*/ 12369 h 30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594" h="30543">
                        <a:moveTo>
                          <a:pt x="4011" y="12369"/>
                        </a:moveTo>
                        <a:cubicBezTo>
                          <a:pt x="1306" y="15560"/>
                          <a:pt x="-644" y="19461"/>
                          <a:pt x="198" y="23407"/>
                        </a:cubicBezTo>
                        <a:cubicBezTo>
                          <a:pt x="1040" y="27352"/>
                          <a:pt x="5429" y="30988"/>
                          <a:pt x="10173" y="30500"/>
                        </a:cubicBezTo>
                        <a:cubicBezTo>
                          <a:pt x="12168" y="30278"/>
                          <a:pt x="13941" y="29436"/>
                          <a:pt x="15625" y="28594"/>
                        </a:cubicBezTo>
                        <a:cubicBezTo>
                          <a:pt x="18374" y="27219"/>
                          <a:pt x="21122" y="25845"/>
                          <a:pt x="23871" y="24471"/>
                        </a:cubicBezTo>
                        <a:cubicBezTo>
                          <a:pt x="18108" y="13876"/>
                          <a:pt x="22009" y="11216"/>
                          <a:pt x="26885" y="1773"/>
                        </a:cubicBezTo>
                        <a:cubicBezTo>
                          <a:pt x="27196" y="1197"/>
                          <a:pt x="27417" y="576"/>
                          <a:pt x="27595" y="0"/>
                        </a:cubicBezTo>
                        <a:cubicBezTo>
                          <a:pt x="23339" y="798"/>
                          <a:pt x="19216" y="2173"/>
                          <a:pt x="16512" y="3369"/>
                        </a:cubicBezTo>
                        <a:cubicBezTo>
                          <a:pt x="11547" y="5453"/>
                          <a:pt x="7203" y="8556"/>
                          <a:pt x="4011" y="12369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91" name="Forme libre : forme 19990">
                    <a:extLst>
                      <a:ext uri="{FF2B5EF4-FFF2-40B4-BE49-F238E27FC236}">
                        <a16:creationId xmlns:a16="http://schemas.microsoft.com/office/drawing/2014/main" id="{A943B56C-1B20-4939-A8BF-075A8776FAB9}"/>
                      </a:ext>
                    </a:extLst>
                  </p:cNvPr>
                  <p:cNvSpPr/>
                  <p:nvPr/>
                </p:nvSpPr>
                <p:spPr>
                  <a:xfrm>
                    <a:off x="6663170" y="6265219"/>
                    <a:ext cx="21998" cy="23659"/>
                  </a:xfrm>
                  <a:custGeom>
                    <a:avLst/>
                    <a:gdLst>
                      <a:gd name="connsiteX0" fmla="*/ 17378 w 21998"/>
                      <a:gd name="connsiteY0" fmla="*/ 1672 h 23659"/>
                      <a:gd name="connsiteX1" fmla="*/ 0 w 21998"/>
                      <a:gd name="connsiteY1" fmla="*/ 1583 h 23659"/>
                      <a:gd name="connsiteX2" fmla="*/ 2882 w 21998"/>
                      <a:gd name="connsiteY2" fmla="*/ 16612 h 23659"/>
                      <a:gd name="connsiteX3" fmla="*/ 3369 w 21998"/>
                      <a:gd name="connsiteY3" fmla="*/ 23660 h 23659"/>
                      <a:gd name="connsiteX4" fmla="*/ 6073 w 21998"/>
                      <a:gd name="connsiteY4" fmla="*/ 22286 h 23659"/>
                      <a:gd name="connsiteX5" fmla="*/ 13033 w 21998"/>
                      <a:gd name="connsiteY5" fmla="*/ 18828 h 23659"/>
                      <a:gd name="connsiteX6" fmla="*/ 21811 w 21998"/>
                      <a:gd name="connsiteY6" fmla="*/ 11247 h 23659"/>
                      <a:gd name="connsiteX7" fmla="*/ 17378 w 21998"/>
                      <a:gd name="connsiteY7" fmla="*/ 1672 h 23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98" h="23659">
                        <a:moveTo>
                          <a:pt x="17378" y="1672"/>
                        </a:moveTo>
                        <a:cubicBezTo>
                          <a:pt x="13033" y="-988"/>
                          <a:pt x="5896" y="-57"/>
                          <a:pt x="0" y="1583"/>
                        </a:cubicBezTo>
                        <a:cubicBezTo>
                          <a:pt x="2926" y="6061"/>
                          <a:pt x="2660" y="11912"/>
                          <a:pt x="2882" y="16612"/>
                        </a:cubicBezTo>
                        <a:cubicBezTo>
                          <a:pt x="3014" y="18961"/>
                          <a:pt x="3236" y="21310"/>
                          <a:pt x="3369" y="23660"/>
                        </a:cubicBezTo>
                        <a:cubicBezTo>
                          <a:pt x="4256" y="23217"/>
                          <a:pt x="5187" y="22774"/>
                          <a:pt x="6073" y="22286"/>
                        </a:cubicBezTo>
                        <a:cubicBezTo>
                          <a:pt x="7403" y="20246"/>
                          <a:pt x="9974" y="18828"/>
                          <a:pt x="13033" y="18828"/>
                        </a:cubicBezTo>
                        <a:cubicBezTo>
                          <a:pt x="16535" y="17055"/>
                          <a:pt x="20791" y="14794"/>
                          <a:pt x="21811" y="11247"/>
                        </a:cubicBezTo>
                        <a:cubicBezTo>
                          <a:pt x="22653" y="8189"/>
                          <a:pt x="20570" y="3622"/>
                          <a:pt x="17378" y="167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92" name="Forme libre : forme 19991">
                    <a:extLst>
                      <a:ext uri="{FF2B5EF4-FFF2-40B4-BE49-F238E27FC236}">
                        <a16:creationId xmlns:a16="http://schemas.microsoft.com/office/drawing/2014/main" id="{4E3A36D5-6A3F-4223-8F62-AD572192C177}"/>
                      </a:ext>
                    </a:extLst>
                  </p:cNvPr>
                  <p:cNvSpPr/>
                  <p:nvPr/>
                </p:nvSpPr>
                <p:spPr>
                  <a:xfrm>
                    <a:off x="6639920" y="6266802"/>
                    <a:ext cx="26663" cy="29568"/>
                  </a:xfrm>
                  <a:custGeom>
                    <a:avLst/>
                    <a:gdLst>
                      <a:gd name="connsiteX0" fmla="*/ 23250 w 26663"/>
                      <a:gd name="connsiteY0" fmla="*/ 0 h 29568"/>
                      <a:gd name="connsiteX1" fmla="*/ 16512 w 26663"/>
                      <a:gd name="connsiteY1" fmla="*/ 2350 h 29568"/>
                      <a:gd name="connsiteX2" fmla="*/ 4011 w 26663"/>
                      <a:gd name="connsiteY2" fmla="*/ 11393 h 29568"/>
                      <a:gd name="connsiteX3" fmla="*/ 198 w 26663"/>
                      <a:gd name="connsiteY3" fmla="*/ 22431 h 29568"/>
                      <a:gd name="connsiteX4" fmla="*/ 10173 w 26663"/>
                      <a:gd name="connsiteY4" fmla="*/ 29525 h 29568"/>
                      <a:gd name="connsiteX5" fmla="*/ 15625 w 26663"/>
                      <a:gd name="connsiteY5" fmla="*/ 27618 h 29568"/>
                      <a:gd name="connsiteX6" fmla="*/ 26664 w 26663"/>
                      <a:gd name="connsiteY6" fmla="*/ 22121 h 29568"/>
                      <a:gd name="connsiteX7" fmla="*/ 26176 w 26663"/>
                      <a:gd name="connsiteY7" fmla="*/ 15073 h 29568"/>
                      <a:gd name="connsiteX8" fmla="*/ 23250 w 26663"/>
                      <a:gd name="connsiteY8" fmla="*/ 0 h 29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663" h="29568">
                        <a:moveTo>
                          <a:pt x="23250" y="0"/>
                        </a:moveTo>
                        <a:cubicBezTo>
                          <a:pt x="20635" y="709"/>
                          <a:pt x="18285" y="1596"/>
                          <a:pt x="16512" y="2350"/>
                        </a:cubicBezTo>
                        <a:cubicBezTo>
                          <a:pt x="11591" y="4522"/>
                          <a:pt x="7247" y="7580"/>
                          <a:pt x="4011" y="11393"/>
                        </a:cubicBezTo>
                        <a:cubicBezTo>
                          <a:pt x="1306" y="14585"/>
                          <a:pt x="-644" y="18486"/>
                          <a:pt x="198" y="22431"/>
                        </a:cubicBezTo>
                        <a:cubicBezTo>
                          <a:pt x="1040" y="26377"/>
                          <a:pt x="5429" y="30012"/>
                          <a:pt x="10173" y="29525"/>
                        </a:cubicBezTo>
                        <a:cubicBezTo>
                          <a:pt x="12168" y="29303"/>
                          <a:pt x="13941" y="28461"/>
                          <a:pt x="15625" y="27618"/>
                        </a:cubicBezTo>
                        <a:cubicBezTo>
                          <a:pt x="19305" y="25800"/>
                          <a:pt x="22984" y="23939"/>
                          <a:pt x="26664" y="22121"/>
                        </a:cubicBezTo>
                        <a:cubicBezTo>
                          <a:pt x="26486" y="19771"/>
                          <a:pt x="26265" y="17422"/>
                          <a:pt x="26176" y="15073"/>
                        </a:cubicBezTo>
                        <a:cubicBezTo>
                          <a:pt x="25910" y="10329"/>
                          <a:pt x="26176" y="4477"/>
                          <a:pt x="23250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93" name="Forme libre : forme 19992">
                    <a:extLst>
                      <a:ext uri="{FF2B5EF4-FFF2-40B4-BE49-F238E27FC236}">
                        <a16:creationId xmlns:a16="http://schemas.microsoft.com/office/drawing/2014/main" id="{59A0FFC9-E178-4E90-AD19-352C948FBA3A}"/>
                      </a:ext>
                    </a:extLst>
                  </p:cNvPr>
                  <p:cNvSpPr/>
                  <p:nvPr/>
                </p:nvSpPr>
                <p:spPr>
                  <a:xfrm>
                    <a:off x="6376659" y="6229786"/>
                    <a:ext cx="44961" cy="30139"/>
                  </a:xfrm>
                  <a:custGeom>
                    <a:avLst/>
                    <a:gdLst>
                      <a:gd name="connsiteX0" fmla="*/ 0 w 44961"/>
                      <a:gd name="connsiteY0" fmla="*/ 23406 h 30139"/>
                      <a:gd name="connsiteX1" fmla="*/ 9842 w 44961"/>
                      <a:gd name="connsiteY1" fmla="*/ 30100 h 30139"/>
                      <a:gd name="connsiteX2" fmla="*/ 15294 w 44961"/>
                      <a:gd name="connsiteY2" fmla="*/ 28194 h 30139"/>
                      <a:gd name="connsiteX3" fmla="*/ 35997 w 44961"/>
                      <a:gd name="connsiteY3" fmla="*/ 17865 h 30139"/>
                      <a:gd name="connsiteX4" fmla="*/ 44774 w 44961"/>
                      <a:gd name="connsiteY4" fmla="*/ 10285 h 30139"/>
                      <a:gd name="connsiteX5" fmla="*/ 40341 w 44961"/>
                      <a:gd name="connsiteY5" fmla="*/ 709 h 30139"/>
                      <a:gd name="connsiteX6" fmla="*/ 38657 w 44961"/>
                      <a:gd name="connsiteY6" fmla="*/ 0 h 30139"/>
                      <a:gd name="connsiteX7" fmla="*/ 28239 w 44961"/>
                      <a:gd name="connsiteY7" fmla="*/ 7093 h 30139"/>
                      <a:gd name="connsiteX8" fmla="*/ 0 w 44961"/>
                      <a:gd name="connsiteY8" fmla="*/ 23406 h 30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961" h="30139">
                        <a:moveTo>
                          <a:pt x="0" y="23406"/>
                        </a:moveTo>
                        <a:cubicBezTo>
                          <a:pt x="1020" y="27175"/>
                          <a:pt x="5275" y="30544"/>
                          <a:pt x="9842" y="30100"/>
                        </a:cubicBezTo>
                        <a:cubicBezTo>
                          <a:pt x="11836" y="29879"/>
                          <a:pt x="13610" y="29036"/>
                          <a:pt x="15294" y="28194"/>
                        </a:cubicBezTo>
                        <a:cubicBezTo>
                          <a:pt x="22210" y="24736"/>
                          <a:pt x="29081" y="21323"/>
                          <a:pt x="35997" y="17865"/>
                        </a:cubicBezTo>
                        <a:cubicBezTo>
                          <a:pt x="39499" y="16092"/>
                          <a:pt x="43755" y="13831"/>
                          <a:pt x="44774" y="10285"/>
                        </a:cubicBezTo>
                        <a:cubicBezTo>
                          <a:pt x="45616" y="7182"/>
                          <a:pt x="43533" y="2660"/>
                          <a:pt x="40341" y="709"/>
                        </a:cubicBezTo>
                        <a:cubicBezTo>
                          <a:pt x="39853" y="399"/>
                          <a:pt x="39233" y="221"/>
                          <a:pt x="38657" y="0"/>
                        </a:cubicBezTo>
                        <a:cubicBezTo>
                          <a:pt x="34622" y="2837"/>
                          <a:pt x="30367" y="5453"/>
                          <a:pt x="28239" y="7093"/>
                        </a:cubicBezTo>
                        <a:cubicBezTo>
                          <a:pt x="19727" y="13432"/>
                          <a:pt x="10196" y="18973"/>
                          <a:pt x="0" y="23406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94" name="Forme libre : forme 19993">
                    <a:extLst>
                      <a:ext uri="{FF2B5EF4-FFF2-40B4-BE49-F238E27FC236}">
                        <a16:creationId xmlns:a16="http://schemas.microsoft.com/office/drawing/2014/main" id="{1BA44BB5-C3B9-4460-B709-8AF52A38A195}"/>
                      </a:ext>
                    </a:extLst>
                  </p:cNvPr>
                  <p:cNvSpPr/>
                  <p:nvPr/>
                </p:nvSpPr>
                <p:spPr>
                  <a:xfrm>
                    <a:off x="6376328" y="6228796"/>
                    <a:ext cx="38943" cy="24396"/>
                  </a:xfrm>
                  <a:custGeom>
                    <a:avLst/>
                    <a:gdLst>
                      <a:gd name="connsiteX0" fmla="*/ 16512 w 38943"/>
                      <a:gd name="connsiteY0" fmla="*/ 3915 h 24396"/>
                      <a:gd name="connsiteX1" fmla="*/ 4011 w 38943"/>
                      <a:gd name="connsiteY1" fmla="*/ 12959 h 24396"/>
                      <a:gd name="connsiteX2" fmla="*/ 198 w 38943"/>
                      <a:gd name="connsiteY2" fmla="*/ 23997 h 24396"/>
                      <a:gd name="connsiteX3" fmla="*/ 331 w 38943"/>
                      <a:gd name="connsiteY3" fmla="*/ 24396 h 24396"/>
                      <a:gd name="connsiteX4" fmla="*/ 28525 w 38943"/>
                      <a:gd name="connsiteY4" fmla="*/ 7994 h 24396"/>
                      <a:gd name="connsiteX5" fmla="*/ 38943 w 38943"/>
                      <a:gd name="connsiteY5" fmla="*/ 901 h 24396"/>
                      <a:gd name="connsiteX6" fmla="*/ 16512 w 38943"/>
                      <a:gd name="connsiteY6" fmla="*/ 3915 h 24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943" h="24396">
                        <a:moveTo>
                          <a:pt x="16512" y="3915"/>
                        </a:moveTo>
                        <a:cubicBezTo>
                          <a:pt x="11591" y="6088"/>
                          <a:pt x="7247" y="9147"/>
                          <a:pt x="4011" y="12959"/>
                        </a:cubicBezTo>
                        <a:cubicBezTo>
                          <a:pt x="1306" y="16151"/>
                          <a:pt x="-644" y="20052"/>
                          <a:pt x="198" y="23997"/>
                        </a:cubicBezTo>
                        <a:cubicBezTo>
                          <a:pt x="242" y="24131"/>
                          <a:pt x="287" y="24264"/>
                          <a:pt x="331" y="24396"/>
                        </a:cubicBezTo>
                        <a:cubicBezTo>
                          <a:pt x="10527" y="19919"/>
                          <a:pt x="20014" y="14422"/>
                          <a:pt x="28525" y="7994"/>
                        </a:cubicBezTo>
                        <a:cubicBezTo>
                          <a:pt x="30654" y="6354"/>
                          <a:pt x="34909" y="3738"/>
                          <a:pt x="38943" y="901"/>
                        </a:cubicBezTo>
                        <a:cubicBezTo>
                          <a:pt x="32427" y="-1582"/>
                          <a:pt x="21787" y="1611"/>
                          <a:pt x="16512" y="391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95" name="Forme libre : forme 19994">
                    <a:extLst>
                      <a:ext uri="{FF2B5EF4-FFF2-40B4-BE49-F238E27FC236}">
                        <a16:creationId xmlns:a16="http://schemas.microsoft.com/office/drawing/2014/main" id="{1327B395-87D3-4AE8-AB17-720C50632E77}"/>
                      </a:ext>
                    </a:extLst>
                  </p:cNvPr>
                  <p:cNvSpPr/>
                  <p:nvPr/>
                </p:nvSpPr>
                <p:spPr>
                  <a:xfrm>
                    <a:off x="6515793" y="6271678"/>
                    <a:ext cx="45248" cy="27086"/>
                  </a:xfrm>
                  <a:custGeom>
                    <a:avLst/>
                    <a:gdLst>
                      <a:gd name="connsiteX0" fmla="*/ 30255 w 45248"/>
                      <a:gd name="connsiteY0" fmla="*/ 8201 h 27086"/>
                      <a:gd name="connsiteX1" fmla="*/ 32959 w 45248"/>
                      <a:gd name="connsiteY1" fmla="*/ 8601 h 27086"/>
                      <a:gd name="connsiteX2" fmla="*/ 42978 w 45248"/>
                      <a:gd name="connsiteY2" fmla="*/ 14585 h 27086"/>
                      <a:gd name="connsiteX3" fmla="*/ 45061 w 45248"/>
                      <a:gd name="connsiteY3" fmla="*/ 11260 h 27086"/>
                      <a:gd name="connsiteX4" fmla="*/ 40628 w 45248"/>
                      <a:gd name="connsiteY4" fmla="*/ 1685 h 27086"/>
                      <a:gd name="connsiteX5" fmla="*/ 16512 w 45248"/>
                      <a:gd name="connsiteY5" fmla="*/ 3946 h 27086"/>
                      <a:gd name="connsiteX6" fmla="*/ 4011 w 45248"/>
                      <a:gd name="connsiteY6" fmla="*/ 12989 h 27086"/>
                      <a:gd name="connsiteX7" fmla="*/ 198 w 45248"/>
                      <a:gd name="connsiteY7" fmla="*/ 24028 h 27086"/>
                      <a:gd name="connsiteX8" fmla="*/ 1617 w 45248"/>
                      <a:gd name="connsiteY8" fmla="*/ 27086 h 27086"/>
                      <a:gd name="connsiteX9" fmla="*/ 24447 w 45248"/>
                      <a:gd name="connsiteY9" fmla="*/ 10285 h 27086"/>
                      <a:gd name="connsiteX10" fmla="*/ 30255 w 45248"/>
                      <a:gd name="connsiteY10" fmla="*/ 8201 h 27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5248" h="27086">
                        <a:moveTo>
                          <a:pt x="30255" y="8201"/>
                        </a:moveTo>
                        <a:cubicBezTo>
                          <a:pt x="31185" y="8201"/>
                          <a:pt x="32117" y="8334"/>
                          <a:pt x="32959" y="8601"/>
                        </a:cubicBezTo>
                        <a:cubicBezTo>
                          <a:pt x="36727" y="8822"/>
                          <a:pt x="40140" y="10640"/>
                          <a:pt x="42978" y="14585"/>
                        </a:cubicBezTo>
                        <a:cubicBezTo>
                          <a:pt x="43953" y="13610"/>
                          <a:pt x="44707" y="12546"/>
                          <a:pt x="45061" y="11260"/>
                        </a:cubicBezTo>
                        <a:cubicBezTo>
                          <a:pt x="45903" y="8157"/>
                          <a:pt x="43820" y="3636"/>
                          <a:pt x="40628" y="1685"/>
                        </a:cubicBezTo>
                        <a:cubicBezTo>
                          <a:pt x="34377" y="-2172"/>
                          <a:pt x="22275" y="1463"/>
                          <a:pt x="16512" y="3946"/>
                        </a:cubicBezTo>
                        <a:cubicBezTo>
                          <a:pt x="11591" y="6118"/>
                          <a:pt x="7247" y="9177"/>
                          <a:pt x="4011" y="12989"/>
                        </a:cubicBezTo>
                        <a:cubicBezTo>
                          <a:pt x="1306" y="16181"/>
                          <a:pt x="-644" y="20082"/>
                          <a:pt x="198" y="24028"/>
                        </a:cubicBezTo>
                        <a:cubicBezTo>
                          <a:pt x="420" y="25092"/>
                          <a:pt x="952" y="26156"/>
                          <a:pt x="1617" y="27086"/>
                        </a:cubicBezTo>
                        <a:cubicBezTo>
                          <a:pt x="8666" y="20392"/>
                          <a:pt x="16822" y="13433"/>
                          <a:pt x="24447" y="10285"/>
                        </a:cubicBezTo>
                        <a:cubicBezTo>
                          <a:pt x="25910" y="9044"/>
                          <a:pt x="27949" y="8246"/>
                          <a:pt x="30255" y="820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96" name="Forme libre : forme 19995">
                    <a:extLst>
                      <a:ext uri="{FF2B5EF4-FFF2-40B4-BE49-F238E27FC236}">
                        <a16:creationId xmlns:a16="http://schemas.microsoft.com/office/drawing/2014/main" id="{58878186-4678-4C27-8C84-CD1D4CB8ED73}"/>
                      </a:ext>
                    </a:extLst>
                  </p:cNvPr>
                  <p:cNvSpPr/>
                  <p:nvPr/>
                </p:nvSpPr>
                <p:spPr>
                  <a:xfrm>
                    <a:off x="6548752" y="6280279"/>
                    <a:ext cx="10018" cy="9220"/>
                  </a:xfrm>
                  <a:custGeom>
                    <a:avLst/>
                    <a:gdLst>
                      <a:gd name="connsiteX0" fmla="*/ 0 w 10018"/>
                      <a:gd name="connsiteY0" fmla="*/ 0 h 9220"/>
                      <a:gd name="connsiteX1" fmla="*/ 5940 w 10018"/>
                      <a:gd name="connsiteY1" fmla="*/ 6472 h 9220"/>
                      <a:gd name="connsiteX2" fmla="*/ 5364 w 10018"/>
                      <a:gd name="connsiteY2" fmla="*/ 9221 h 9220"/>
                      <a:gd name="connsiteX3" fmla="*/ 10019 w 10018"/>
                      <a:gd name="connsiteY3" fmla="*/ 5985 h 9220"/>
                      <a:gd name="connsiteX4" fmla="*/ 0 w 10018"/>
                      <a:gd name="connsiteY4" fmla="*/ 0 h 9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18" h="9220">
                        <a:moveTo>
                          <a:pt x="0" y="0"/>
                        </a:moveTo>
                        <a:cubicBezTo>
                          <a:pt x="3280" y="931"/>
                          <a:pt x="5763" y="3457"/>
                          <a:pt x="5940" y="6472"/>
                        </a:cubicBezTo>
                        <a:cubicBezTo>
                          <a:pt x="5985" y="7447"/>
                          <a:pt x="5763" y="8378"/>
                          <a:pt x="5364" y="9221"/>
                        </a:cubicBezTo>
                        <a:cubicBezTo>
                          <a:pt x="7048" y="8290"/>
                          <a:pt x="8733" y="7270"/>
                          <a:pt x="10019" y="5985"/>
                        </a:cubicBezTo>
                        <a:cubicBezTo>
                          <a:pt x="7182" y="2039"/>
                          <a:pt x="3768" y="22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97" name="Forme libre : forme 19996">
                    <a:extLst>
                      <a:ext uri="{FF2B5EF4-FFF2-40B4-BE49-F238E27FC236}">
                        <a16:creationId xmlns:a16="http://schemas.microsoft.com/office/drawing/2014/main" id="{558691A9-0F46-41AF-8C35-73F096B6C78B}"/>
                      </a:ext>
                    </a:extLst>
                  </p:cNvPr>
                  <p:cNvSpPr/>
                  <p:nvPr/>
                </p:nvSpPr>
                <p:spPr>
                  <a:xfrm>
                    <a:off x="6517498" y="6281963"/>
                    <a:ext cx="28504" cy="20878"/>
                  </a:xfrm>
                  <a:custGeom>
                    <a:avLst/>
                    <a:gdLst>
                      <a:gd name="connsiteX0" fmla="*/ 8467 w 28504"/>
                      <a:gd name="connsiteY0" fmla="*/ 20835 h 20878"/>
                      <a:gd name="connsiteX1" fmla="*/ 13920 w 28504"/>
                      <a:gd name="connsiteY1" fmla="*/ 18929 h 20878"/>
                      <a:gd name="connsiteX2" fmla="*/ 28505 w 28504"/>
                      <a:gd name="connsiteY2" fmla="*/ 11659 h 20878"/>
                      <a:gd name="connsiteX3" fmla="*/ 20658 w 28504"/>
                      <a:gd name="connsiteY3" fmla="*/ 4876 h 20878"/>
                      <a:gd name="connsiteX4" fmla="*/ 22830 w 28504"/>
                      <a:gd name="connsiteY4" fmla="*/ 0 h 20878"/>
                      <a:gd name="connsiteX5" fmla="*/ 0 w 28504"/>
                      <a:gd name="connsiteY5" fmla="*/ 16801 h 20878"/>
                      <a:gd name="connsiteX6" fmla="*/ 8467 w 28504"/>
                      <a:gd name="connsiteY6" fmla="*/ 20835 h 20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504" h="20878">
                        <a:moveTo>
                          <a:pt x="8467" y="20835"/>
                        </a:moveTo>
                        <a:cubicBezTo>
                          <a:pt x="10462" y="20613"/>
                          <a:pt x="12235" y="19771"/>
                          <a:pt x="13920" y="18929"/>
                        </a:cubicBezTo>
                        <a:cubicBezTo>
                          <a:pt x="18796" y="16491"/>
                          <a:pt x="23628" y="14097"/>
                          <a:pt x="28505" y="11659"/>
                        </a:cubicBezTo>
                        <a:cubicBezTo>
                          <a:pt x="24293" y="11348"/>
                          <a:pt x="20836" y="8467"/>
                          <a:pt x="20658" y="4876"/>
                        </a:cubicBezTo>
                        <a:cubicBezTo>
                          <a:pt x="20569" y="2970"/>
                          <a:pt x="21412" y="1285"/>
                          <a:pt x="22830" y="0"/>
                        </a:cubicBezTo>
                        <a:cubicBezTo>
                          <a:pt x="15161" y="3147"/>
                          <a:pt x="7004" y="10107"/>
                          <a:pt x="0" y="16801"/>
                        </a:cubicBezTo>
                        <a:cubicBezTo>
                          <a:pt x="1773" y="19328"/>
                          <a:pt x="5054" y="21190"/>
                          <a:pt x="8467" y="20835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98" name="Forme libre : forme 19997">
                    <a:extLst>
                      <a:ext uri="{FF2B5EF4-FFF2-40B4-BE49-F238E27FC236}">
                        <a16:creationId xmlns:a16="http://schemas.microsoft.com/office/drawing/2014/main" id="{918919E0-9BE0-439D-B34B-62366582F890}"/>
                      </a:ext>
                    </a:extLst>
                  </p:cNvPr>
                  <p:cNvSpPr/>
                  <p:nvPr/>
                </p:nvSpPr>
                <p:spPr>
                  <a:xfrm>
                    <a:off x="6353497" y="6281959"/>
                    <a:ext cx="38411" cy="31123"/>
                  </a:xfrm>
                  <a:custGeom>
                    <a:avLst/>
                    <a:gdLst>
                      <a:gd name="connsiteX0" fmla="*/ 24270 w 38411"/>
                      <a:gd name="connsiteY0" fmla="*/ 8382 h 31123"/>
                      <a:gd name="connsiteX1" fmla="*/ 38411 w 38411"/>
                      <a:gd name="connsiteY1" fmla="*/ 713 h 31123"/>
                      <a:gd name="connsiteX2" fmla="*/ 16512 w 38411"/>
                      <a:gd name="connsiteY2" fmla="*/ 3905 h 31123"/>
                      <a:gd name="connsiteX3" fmla="*/ 4011 w 38411"/>
                      <a:gd name="connsiteY3" fmla="*/ 12948 h 31123"/>
                      <a:gd name="connsiteX4" fmla="*/ 198 w 38411"/>
                      <a:gd name="connsiteY4" fmla="*/ 23987 h 31123"/>
                      <a:gd name="connsiteX5" fmla="*/ 10173 w 38411"/>
                      <a:gd name="connsiteY5" fmla="*/ 31079 h 31123"/>
                      <a:gd name="connsiteX6" fmla="*/ 15093 w 38411"/>
                      <a:gd name="connsiteY6" fmla="*/ 29395 h 31123"/>
                      <a:gd name="connsiteX7" fmla="*/ 18418 w 38411"/>
                      <a:gd name="connsiteY7" fmla="*/ 19509 h 31123"/>
                      <a:gd name="connsiteX8" fmla="*/ 24270 w 38411"/>
                      <a:gd name="connsiteY8" fmla="*/ 8382 h 31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411" h="31123">
                        <a:moveTo>
                          <a:pt x="24270" y="8382"/>
                        </a:moveTo>
                        <a:cubicBezTo>
                          <a:pt x="27683" y="4525"/>
                          <a:pt x="32826" y="1954"/>
                          <a:pt x="38411" y="713"/>
                        </a:cubicBezTo>
                        <a:cubicBezTo>
                          <a:pt x="31851" y="-1415"/>
                          <a:pt x="21610" y="1688"/>
                          <a:pt x="16512" y="3905"/>
                        </a:cubicBezTo>
                        <a:cubicBezTo>
                          <a:pt x="11591" y="6077"/>
                          <a:pt x="7247" y="9136"/>
                          <a:pt x="4011" y="12948"/>
                        </a:cubicBezTo>
                        <a:cubicBezTo>
                          <a:pt x="1306" y="16140"/>
                          <a:pt x="-644" y="20041"/>
                          <a:pt x="198" y="23987"/>
                        </a:cubicBezTo>
                        <a:cubicBezTo>
                          <a:pt x="1040" y="27932"/>
                          <a:pt x="5429" y="31568"/>
                          <a:pt x="10173" y="31079"/>
                        </a:cubicBezTo>
                        <a:cubicBezTo>
                          <a:pt x="11946" y="30903"/>
                          <a:pt x="13542" y="30149"/>
                          <a:pt x="15093" y="29395"/>
                        </a:cubicBezTo>
                        <a:cubicBezTo>
                          <a:pt x="16113" y="26070"/>
                          <a:pt x="17265" y="22745"/>
                          <a:pt x="18418" y="19509"/>
                        </a:cubicBezTo>
                        <a:cubicBezTo>
                          <a:pt x="19837" y="15652"/>
                          <a:pt x="21388" y="11663"/>
                          <a:pt x="24270" y="8382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999" name="Forme libre : forme 19998">
                    <a:extLst>
                      <a:ext uri="{FF2B5EF4-FFF2-40B4-BE49-F238E27FC236}">
                        <a16:creationId xmlns:a16="http://schemas.microsoft.com/office/drawing/2014/main" id="{E0F167CB-8281-4155-B67E-EDA534C9E5B1}"/>
                      </a:ext>
                    </a:extLst>
                  </p:cNvPr>
                  <p:cNvSpPr/>
                  <p:nvPr/>
                </p:nvSpPr>
                <p:spPr>
                  <a:xfrm>
                    <a:off x="6368679" y="6282761"/>
                    <a:ext cx="30111" cy="28726"/>
                  </a:xfrm>
                  <a:custGeom>
                    <a:avLst/>
                    <a:gdLst>
                      <a:gd name="connsiteX0" fmla="*/ 21146 w 30111"/>
                      <a:gd name="connsiteY0" fmla="*/ 18087 h 28726"/>
                      <a:gd name="connsiteX1" fmla="*/ 29923 w 30111"/>
                      <a:gd name="connsiteY1" fmla="*/ 10506 h 28726"/>
                      <a:gd name="connsiteX2" fmla="*/ 25490 w 30111"/>
                      <a:gd name="connsiteY2" fmla="*/ 931 h 28726"/>
                      <a:gd name="connsiteX3" fmla="*/ 23318 w 30111"/>
                      <a:gd name="connsiteY3" fmla="*/ 0 h 28726"/>
                      <a:gd name="connsiteX4" fmla="*/ 9177 w 30111"/>
                      <a:gd name="connsiteY4" fmla="*/ 7669 h 28726"/>
                      <a:gd name="connsiteX5" fmla="*/ 3325 w 30111"/>
                      <a:gd name="connsiteY5" fmla="*/ 18841 h 28726"/>
                      <a:gd name="connsiteX6" fmla="*/ 0 w 30111"/>
                      <a:gd name="connsiteY6" fmla="*/ 28726 h 28726"/>
                      <a:gd name="connsiteX7" fmla="*/ 532 w 30111"/>
                      <a:gd name="connsiteY7" fmla="*/ 28461 h 28726"/>
                      <a:gd name="connsiteX8" fmla="*/ 21146 w 30111"/>
                      <a:gd name="connsiteY8" fmla="*/ 18087 h 28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111" h="28726">
                        <a:moveTo>
                          <a:pt x="21146" y="18087"/>
                        </a:moveTo>
                        <a:cubicBezTo>
                          <a:pt x="24648" y="16314"/>
                          <a:pt x="28904" y="14053"/>
                          <a:pt x="29923" y="10506"/>
                        </a:cubicBezTo>
                        <a:cubicBezTo>
                          <a:pt x="30766" y="7403"/>
                          <a:pt x="28682" y="2882"/>
                          <a:pt x="25490" y="931"/>
                        </a:cubicBezTo>
                        <a:cubicBezTo>
                          <a:pt x="24825" y="532"/>
                          <a:pt x="24072" y="266"/>
                          <a:pt x="23318" y="0"/>
                        </a:cubicBezTo>
                        <a:cubicBezTo>
                          <a:pt x="17688" y="1241"/>
                          <a:pt x="12546" y="3812"/>
                          <a:pt x="9177" y="7669"/>
                        </a:cubicBezTo>
                        <a:cubicBezTo>
                          <a:pt x="6295" y="10950"/>
                          <a:pt x="4743" y="14895"/>
                          <a:pt x="3325" y="18841"/>
                        </a:cubicBezTo>
                        <a:cubicBezTo>
                          <a:pt x="2128" y="22121"/>
                          <a:pt x="1020" y="25402"/>
                          <a:pt x="0" y="28726"/>
                        </a:cubicBezTo>
                        <a:cubicBezTo>
                          <a:pt x="177" y="28638"/>
                          <a:pt x="355" y="28549"/>
                          <a:pt x="532" y="28461"/>
                        </a:cubicBezTo>
                        <a:cubicBezTo>
                          <a:pt x="7314" y="24958"/>
                          <a:pt x="14230" y="21500"/>
                          <a:pt x="21146" y="18087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00" name="Forme libre : forme 19999">
                    <a:extLst>
                      <a:ext uri="{FF2B5EF4-FFF2-40B4-BE49-F238E27FC236}">
                        <a16:creationId xmlns:a16="http://schemas.microsoft.com/office/drawing/2014/main" id="{CA24D70C-A73D-460E-B71F-0359047BFAF1}"/>
                      </a:ext>
                    </a:extLst>
                  </p:cNvPr>
                  <p:cNvSpPr/>
                  <p:nvPr/>
                </p:nvSpPr>
                <p:spPr>
                  <a:xfrm>
                    <a:off x="5920715" y="6240080"/>
                    <a:ext cx="39686" cy="31200"/>
                  </a:xfrm>
                  <a:custGeom>
                    <a:avLst/>
                    <a:gdLst>
                      <a:gd name="connsiteX0" fmla="*/ 39499 w 39686"/>
                      <a:gd name="connsiteY0" fmla="*/ 11251 h 31200"/>
                      <a:gd name="connsiteX1" fmla="*/ 35066 w 39686"/>
                      <a:gd name="connsiteY1" fmla="*/ 1675 h 31200"/>
                      <a:gd name="connsiteX2" fmla="*/ 16846 w 39686"/>
                      <a:gd name="connsiteY2" fmla="*/ 1853 h 31200"/>
                      <a:gd name="connsiteX3" fmla="*/ 19151 w 39686"/>
                      <a:gd name="connsiteY3" fmla="*/ 4645 h 31200"/>
                      <a:gd name="connsiteX4" fmla="*/ 0 w 39686"/>
                      <a:gd name="connsiteY4" fmla="*/ 30313 h 31200"/>
                      <a:gd name="connsiteX5" fmla="*/ 4610 w 39686"/>
                      <a:gd name="connsiteY5" fmla="*/ 31155 h 31200"/>
                      <a:gd name="connsiteX6" fmla="*/ 10063 w 39686"/>
                      <a:gd name="connsiteY6" fmla="*/ 29249 h 31200"/>
                      <a:gd name="connsiteX7" fmla="*/ 30766 w 39686"/>
                      <a:gd name="connsiteY7" fmla="*/ 18920 h 31200"/>
                      <a:gd name="connsiteX8" fmla="*/ 39499 w 39686"/>
                      <a:gd name="connsiteY8" fmla="*/ 11251 h 3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686" h="31200">
                        <a:moveTo>
                          <a:pt x="39499" y="11251"/>
                        </a:moveTo>
                        <a:cubicBezTo>
                          <a:pt x="40341" y="8147"/>
                          <a:pt x="38258" y="3626"/>
                          <a:pt x="35066" y="1675"/>
                        </a:cubicBezTo>
                        <a:cubicBezTo>
                          <a:pt x="30544" y="-1118"/>
                          <a:pt x="22875" y="35"/>
                          <a:pt x="16846" y="1853"/>
                        </a:cubicBezTo>
                        <a:cubicBezTo>
                          <a:pt x="17688" y="2650"/>
                          <a:pt x="18442" y="3537"/>
                          <a:pt x="19151" y="4645"/>
                        </a:cubicBezTo>
                        <a:cubicBezTo>
                          <a:pt x="24958" y="13600"/>
                          <a:pt x="13388" y="23619"/>
                          <a:pt x="0" y="30313"/>
                        </a:cubicBezTo>
                        <a:cubicBezTo>
                          <a:pt x="1419" y="30978"/>
                          <a:pt x="2970" y="31333"/>
                          <a:pt x="4610" y="31155"/>
                        </a:cubicBezTo>
                        <a:cubicBezTo>
                          <a:pt x="6605" y="30933"/>
                          <a:pt x="8379" y="30091"/>
                          <a:pt x="10063" y="29249"/>
                        </a:cubicBezTo>
                        <a:cubicBezTo>
                          <a:pt x="16979" y="25791"/>
                          <a:pt x="23850" y="22378"/>
                          <a:pt x="30766" y="18920"/>
                        </a:cubicBezTo>
                        <a:cubicBezTo>
                          <a:pt x="34268" y="17102"/>
                          <a:pt x="38479" y="14841"/>
                          <a:pt x="39499" y="11251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01" name="Forme libre : forme 20000">
                    <a:extLst>
                      <a:ext uri="{FF2B5EF4-FFF2-40B4-BE49-F238E27FC236}">
                        <a16:creationId xmlns:a16="http://schemas.microsoft.com/office/drawing/2014/main" id="{B2EB2ADD-D6D8-47DC-8182-8DF111221E74}"/>
                      </a:ext>
                    </a:extLst>
                  </p:cNvPr>
                  <p:cNvSpPr/>
                  <p:nvPr/>
                </p:nvSpPr>
                <p:spPr>
                  <a:xfrm>
                    <a:off x="5915153" y="6241888"/>
                    <a:ext cx="26206" cy="28460"/>
                  </a:xfrm>
                  <a:custGeom>
                    <a:avLst/>
                    <a:gdLst>
                      <a:gd name="connsiteX0" fmla="*/ 24669 w 26206"/>
                      <a:gd name="connsiteY0" fmla="*/ 2793 h 28460"/>
                      <a:gd name="connsiteX1" fmla="*/ 22364 w 26206"/>
                      <a:gd name="connsiteY1" fmla="*/ 0 h 28460"/>
                      <a:gd name="connsiteX2" fmla="*/ 16512 w 26206"/>
                      <a:gd name="connsiteY2" fmla="*/ 2128 h 28460"/>
                      <a:gd name="connsiteX3" fmla="*/ 4011 w 26206"/>
                      <a:gd name="connsiteY3" fmla="*/ 11171 h 28460"/>
                      <a:gd name="connsiteX4" fmla="*/ 198 w 26206"/>
                      <a:gd name="connsiteY4" fmla="*/ 22210 h 28460"/>
                      <a:gd name="connsiteX5" fmla="*/ 5562 w 26206"/>
                      <a:gd name="connsiteY5" fmla="*/ 28460 h 28460"/>
                      <a:gd name="connsiteX6" fmla="*/ 24669 w 26206"/>
                      <a:gd name="connsiteY6" fmla="*/ 2793 h 2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206" h="28460">
                        <a:moveTo>
                          <a:pt x="24669" y="2793"/>
                        </a:moveTo>
                        <a:cubicBezTo>
                          <a:pt x="23959" y="1729"/>
                          <a:pt x="23206" y="842"/>
                          <a:pt x="22364" y="0"/>
                        </a:cubicBezTo>
                        <a:cubicBezTo>
                          <a:pt x="20103" y="665"/>
                          <a:pt x="18064" y="1418"/>
                          <a:pt x="16512" y="2128"/>
                        </a:cubicBezTo>
                        <a:cubicBezTo>
                          <a:pt x="11591" y="4300"/>
                          <a:pt x="7247" y="7359"/>
                          <a:pt x="4011" y="11171"/>
                        </a:cubicBezTo>
                        <a:cubicBezTo>
                          <a:pt x="1306" y="14363"/>
                          <a:pt x="-644" y="18264"/>
                          <a:pt x="198" y="22210"/>
                        </a:cubicBezTo>
                        <a:cubicBezTo>
                          <a:pt x="730" y="24781"/>
                          <a:pt x="2858" y="27219"/>
                          <a:pt x="5562" y="28460"/>
                        </a:cubicBezTo>
                        <a:cubicBezTo>
                          <a:pt x="18906" y="21767"/>
                          <a:pt x="30476" y="11703"/>
                          <a:pt x="24669" y="2793"/>
                        </a:cubicBezTo>
                        <a:close/>
                      </a:path>
                    </a:pathLst>
                  </a:custGeom>
                  <a:solidFill>
                    <a:srgbClr val="F9EBB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02" name="Forme libre : forme 20001">
                    <a:extLst>
                      <a:ext uri="{FF2B5EF4-FFF2-40B4-BE49-F238E27FC236}">
                        <a16:creationId xmlns:a16="http://schemas.microsoft.com/office/drawing/2014/main" id="{595F6DE0-C442-4BBF-9E32-BD93B6DB7D71}"/>
                      </a:ext>
                    </a:extLst>
                  </p:cNvPr>
                  <p:cNvSpPr/>
                  <p:nvPr/>
                </p:nvSpPr>
                <p:spPr>
                  <a:xfrm>
                    <a:off x="4538513" y="6218437"/>
                    <a:ext cx="16592" cy="13787"/>
                  </a:xfrm>
                  <a:custGeom>
                    <a:avLst/>
                    <a:gdLst>
                      <a:gd name="connsiteX0" fmla="*/ 8651 w 16592"/>
                      <a:gd name="connsiteY0" fmla="*/ 13787 h 13787"/>
                      <a:gd name="connsiteX1" fmla="*/ 16586 w 16592"/>
                      <a:gd name="connsiteY1" fmla="*/ 6872 h 13787"/>
                      <a:gd name="connsiteX2" fmla="*/ 7942 w 16592"/>
                      <a:gd name="connsiteY2" fmla="*/ 0 h 13787"/>
                      <a:gd name="connsiteX3" fmla="*/ 6 w 16592"/>
                      <a:gd name="connsiteY3" fmla="*/ 6916 h 13787"/>
                      <a:gd name="connsiteX4" fmla="*/ 8651 w 16592"/>
                      <a:gd name="connsiteY4" fmla="*/ 13787 h 13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" h="13787">
                        <a:moveTo>
                          <a:pt x="8651" y="13787"/>
                        </a:moveTo>
                        <a:cubicBezTo>
                          <a:pt x="13217" y="13787"/>
                          <a:pt x="16763" y="10684"/>
                          <a:pt x="16586" y="6872"/>
                        </a:cubicBezTo>
                        <a:cubicBezTo>
                          <a:pt x="16409" y="3059"/>
                          <a:pt x="12552" y="0"/>
                          <a:pt x="7942" y="0"/>
                        </a:cubicBezTo>
                        <a:cubicBezTo>
                          <a:pt x="3375" y="0"/>
                          <a:pt x="-171" y="3103"/>
                          <a:pt x="6" y="6916"/>
                        </a:cubicBezTo>
                        <a:cubicBezTo>
                          <a:pt x="228" y="10773"/>
                          <a:pt x="4085" y="13831"/>
                          <a:pt x="8651" y="137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03" name="Forme libre : forme 20002">
                    <a:extLst>
                      <a:ext uri="{FF2B5EF4-FFF2-40B4-BE49-F238E27FC236}">
                        <a16:creationId xmlns:a16="http://schemas.microsoft.com/office/drawing/2014/main" id="{A955EA5E-7C58-4560-9A4F-5686B216731F}"/>
                      </a:ext>
                    </a:extLst>
                  </p:cNvPr>
                  <p:cNvSpPr/>
                  <p:nvPr/>
                </p:nvSpPr>
                <p:spPr>
                  <a:xfrm>
                    <a:off x="4566493" y="6234307"/>
                    <a:ext cx="5012" cy="6915"/>
                  </a:xfrm>
                  <a:custGeom>
                    <a:avLst/>
                    <a:gdLst>
                      <a:gd name="connsiteX0" fmla="*/ 931 w 5012"/>
                      <a:gd name="connsiteY0" fmla="*/ 6915 h 6915"/>
                      <a:gd name="connsiteX1" fmla="*/ 5009 w 5012"/>
                      <a:gd name="connsiteY1" fmla="*/ 3369 h 6915"/>
                      <a:gd name="connsiteX2" fmla="*/ 1374 w 5012"/>
                      <a:gd name="connsiteY2" fmla="*/ 0 h 6915"/>
                      <a:gd name="connsiteX3" fmla="*/ 0 w 5012"/>
                      <a:gd name="connsiteY3" fmla="*/ 6782 h 6915"/>
                      <a:gd name="connsiteX4" fmla="*/ 931 w 5012"/>
                      <a:gd name="connsiteY4" fmla="*/ 6915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12" h="6915">
                        <a:moveTo>
                          <a:pt x="931" y="6915"/>
                        </a:moveTo>
                        <a:cubicBezTo>
                          <a:pt x="3281" y="6915"/>
                          <a:pt x="5098" y="5319"/>
                          <a:pt x="5009" y="3369"/>
                        </a:cubicBezTo>
                        <a:cubicBezTo>
                          <a:pt x="4921" y="1640"/>
                          <a:pt x="3325" y="266"/>
                          <a:pt x="1374" y="0"/>
                        </a:cubicBezTo>
                        <a:cubicBezTo>
                          <a:pt x="1020" y="2438"/>
                          <a:pt x="532" y="4788"/>
                          <a:pt x="0" y="6782"/>
                        </a:cubicBezTo>
                        <a:cubicBezTo>
                          <a:pt x="266" y="6827"/>
                          <a:pt x="576" y="6915"/>
                          <a:pt x="931" y="69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04" name="Forme libre : forme 20003">
                    <a:extLst>
                      <a:ext uri="{FF2B5EF4-FFF2-40B4-BE49-F238E27FC236}">
                        <a16:creationId xmlns:a16="http://schemas.microsoft.com/office/drawing/2014/main" id="{1A453BF3-6A44-4C97-8ECE-7A0535D2EF67}"/>
                      </a:ext>
                    </a:extLst>
                  </p:cNvPr>
                  <p:cNvSpPr/>
                  <p:nvPr/>
                </p:nvSpPr>
                <p:spPr>
                  <a:xfrm>
                    <a:off x="4562987" y="6234174"/>
                    <a:ext cx="4835" cy="6915"/>
                  </a:xfrm>
                  <a:custGeom>
                    <a:avLst/>
                    <a:gdLst>
                      <a:gd name="connsiteX0" fmla="*/ 3 w 4835"/>
                      <a:gd name="connsiteY0" fmla="*/ 3546 h 6915"/>
                      <a:gd name="connsiteX1" fmla="*/ 3461 w 4835"/>
                      <a:gd name="connsiteY1" fmla="*/ 6915 h 6915"/>
                      <a:gd name="connsiteX2" fmla="*/ 4835 w 4835"/>
                      <a:gd name="connsiteY2" fmla="*/ 133 h 6915"/>
                      <a:gd name="connsiteX3" fmla="*/ 4082 w 4835"/>
                      <a:gd name="connsiteY3" fmla="*/ 0 h 6915"/>
                      <a:gd name="connsiteX4" fmla="*/ 3 w 4835"/>
                      <a:gd name="connsiteY4" fmla="*/ 3546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35" h="6915">
                        <a:moveTo>
                          <a:pt x="3" y="3546"/>
                        </a:moveTo>
                        <a:cubicBezTo>
                          <a:pt x="92" y="5231"/>
                          <a:pt x="1555" y="6561"/>
                          <a:pt x="3461" y="6915"/>
                        </a:cubicBezTo>
                        <a:cubicBezTo>
                          <a:pt x="3993" y="4921"/>
                          <a:pt x="4481" y="2571"/>
                          <a:pt x="4835" y="133"/>
                        </a:cubicBezTo>
                        <a:cubicBezTo>
                          <a:pt x="4569" y="89"/>
                          <a:pt x="4348" y="0"/>
                          <a:pt x="4082" y="0"/>
                        </a:cubicBezTo>
                        <a:cubicBezTo>
                          <a:pt x="1732" y="0"/>
                          <a:pt x="-86" y="1596"/>
                          <a:pt x="3" y="35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05" name="Forme libre : forme 20004">
                    <a:extLst>
                      <a:ext uri="{FF2B5EF4-FFF2-40B4-BE49-F238E27FC236}">
                        <a16:creationId xmlns:a16="http://schemas.microsoft.com/office/drawing/2014/main" id="{D72B8F09-4177-4C07-AB5F-49FF84B965C0}"/>
                      </a:ext>
                    </a:extLst>
                  </p:cNvPr>
                  <p:cNvSpPr/>
                  <p:nvPr/>
                </p:nvSpPr>
                <p:spPr>
                  <a:xfrm>
                    <a:off x="4663578" y="6216087"/>
                    <a:ext cx="11532" cy="13787"/>
                  </a:xfrm>
                  <a:custGeom>
                    <a:avLst/>
                    <a:gdLst>
                      <a:gd name="connsiteX0" fmla="*/ 11526 w 11532"/>
                      <a:gd name="connsiteY0" fmla="*/ 6872 h 13787"/>
                      <a:gd name="connsiteX1" fmla="*/ 2881 w 11532"/>
                      <a:gd name="connsiteY1" fmla="*/ 0 h 13787"/>
                      <a:gd name="connsiteX2" fmla="*/ 89 w 11532"/>
                      <a:gd name="connsiteY2" fmla="*/ 444 h 13787"/>
                      <a:gd name="connsiteX3" fmla="*/ 443 w 11532"/>
                      <a:gd name="connsiteY3" fmla="*/ 6162 h 13787"/>
                      <a:gd name="connsiteX4" fmla="*/ 0 w 11532"/>
                      <a:gd name="connsiteY4" fmla="*/ 13122 h 13787"/>
                      <a:gd name="connsiteX5" fmla="*/ 3546 w 11532"/>
                      <a:gd name="connsiteY5" fmla="*/ 13787 h 13787"/>
                      <a:gd name="connsiteX6" fmla="*/ 11526 w 11532"/>
                      <a:gd name="connsiteY6" fmla="*/ 6872 h 13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532" h="13787">
                        <a:moveTo>
                          <a:pt x="11526" y="6872"/>
                        </a:moveTo>
                        <a:cubicBezTo>
                          <a:pt x="11349" y="3059"/>
                          <a:pt x="7492" y="0"/>
                          <a:pt x="2881" y="0"/>
                        </a:cubicBezTo>
                        <a:cubicBezTo>
                          <a:pt x="1906" y="0"/>
                          <a:pt x="975" y="177"/>
                          <a:pt x="89" y="444"/>
                        </a:cubicBezTo>
                        <a:cubicBezTo>
                          <a:pt x="355" y="2305"/>
                          <a:pt x="443" y="4256"/>
                          <a:pt x="443" y="6162"/>
                        </a:cubicBezTo>
                        <a:cubicBezTo>
                          <a:pt x="399" y="8556"/>
                          <a:pt x="222" y="10817"/>
                          <a:pt x="0" y="13122"/>
                        </a:cubicBezTo>
                        <a:cubicBezTo>
                          <a:pt x="1108" y="13521"/>
                          <a:pt x="2305" y="13787"/>
                          <a:pt x="3546" y="13787"/>
                        </a:cubicBezTo>
                        <a:cubicBezTo>
                          <a:pt x="8157" y="13787"/>
                          <a:pt x="11703" y="10684"/>
                          <a:pt x="11526" y="68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06" name="Forme libre : forme 20005">
                    <a:extLst>
                      <a:ext uri="{FF2B5EF4-FFF2-40B4-BE49-F238E27FC236}">
                        <a16:creationId xmlns:a16="http://schemas.microsoft.com/office/drawing/2014/main" id="{5FBCDB0F-3442-4534-AC95-9D44983B40AB}"/>
                      </a:ext>
                    </a:extLst>
                  </p:cNvPr>
                  <p:cNvSpPr/>
                  <p:nvPr/>
                </p:nvSpPr>
                <p:spPr>
                  <a:xfrm>
                    <a:off x="4658558" y="6216531"/>
                    <a:ext cx="5507" cy="12678"/>
                  </a:xfrm>
                  <a:custGeom>
                    <a:avLst/>
                    <a:gdLst>
                      <a:gd name="connsiteX0" fmla="*/ 5153 w 5507"/>
                      <a:gd name="connsiteY0" fmla="*/ 0 h 12678"/>
                      <a:gd name="connsiteX1" fmla="*/ 10 w 5507"/>
                      <a:gd name="connsiteY1" fmla="*/ 6472 h 12678"/>
                      <a:gd name="connsiteX2" fmla="*/ 5064 w 5507"/>
                      <a:gd name="connsiteY2" fmla="*/ 12679 h 12678"/>
                      <a:gd name="connsiteX3" fmla="*/ 5507 w 5507"/>
                      <a:gd name="connsiteY3" fmla="*/ 5718 h 12678"/>
                      <a:gd name="connsiteX4" fmla="*/ 5153 w 5507"/>
                      <a:gd name="connsiteY4" fmla="*/ 0 h 12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07" h="12678">
                        <a:moveTo>
                          <a:pt x="5153" y="0"/>
                        </a:moveTo>
                        <a:cubicBezTo>
                          <a:pt x="2005" y="975"/>
                          <a:pt x="-167" y="3502"/>
                          <a:pt x="10" y="6472"/>
                        </a:cubicBezTo>
                        <a:cubicBezTo>
                          <a:pt x="143" y="9221"/>
                          <a:pt x="2227" y="11570"/>
                          <a:pt x="5064" y="12679"/>
                        </a:cubicBezTo>
                        <a:cubicBezTo>
                          <a:pt x="5286" y="10418"/>
                          <a:pt x="5507" y="8112"/>
                          <a:pt x="5507" y="5718"/>
                        </a:cubicBezTo>
                        <a:cubicBezTo>
                          <a:pt x="5507" y="3857"/>
                          <a:pt x="5418" y="1906"/>
                          <a:pt x="515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07" name="Forme libre : forme 20006">
                    <a:extLst>
                      <a:ext uri="{FF2B5EF4-FFF2-40B4-BE49-F238E27FC236}">
                        <a16:creationId xmlns:a16="http://schemas.microsoft.com/office/drawing/2014/main" id="{45D42C2E-337A-49C6-82FA-E4200F899B03}"/>
                      </a:ext>
                    </a:extLst>
                  </p:cNvPr>
                  <p:cNvSpPr/>
                  <p:nvPr/>
                </p:nvSpPr>
                <p:spPr>
                  <a:xfrm>
                    <a:off x="4682991" y="6231825"/>
                    <a:ext cx="8517" cy="7048"/>
                  </a:xfrm>
                  <a:custGeom>
                    <a:avLst/>
                    <a:gdLst>
                      <a:gd name="connsiteX0" fmla="*/ 4436 w 8517"/>
                      <a:gd name="connsiteY0" fmla="*/ 7048 h 7048"/>
                      <a:gd name="connsiteX1" fmla="*/ 8515 w 8517"/>
                      <a:gd name="connsiteY1" fmla="*/ 3502 h 7048"/>
                      <a:gd name="connsiteX2" fmla="*/ 4082 w 8517"/>
                      <a:gd name="connsiteY2" fmla="*/ 0 h 7048"/>
                      <a:gd name="connsiteX3" fmla="*/ 3 w 8517"/>
                      <a:gd name="connsiteY3" fmla="*/ 3547 h 7048"/>
                      <a:gd name="connsiteX4" fmla="*/ 4436 w 8517"/>
                      <a:gd name="connsiteY4" fmla="*/ 7048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8">
                        <a:moveTo>
                          <a:pt x="4436" y="7048"/>
                        </a:move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426" y="1551"/>
                          <a:pt x="6431" y="0"/>
                          <a:pt x="4082" y="0"/>
                        </a:cubicBezTo>
                        <a:cubicBezTo>
                          <a:pt x="1732" y="0"/>
                          <a:pt x="-86" y="1596"/>
                          <a:pt x="3" y="3547"/>
                        </a:cubicBezTo>
                        <a:cubicBezTo>
                          <a:pt x="92" y="5497"/>
                          <a:pt x="2087" y="7048"/>
                          <a:pt x="4436" y="7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08" name="Forme libre : forme 20007">
                    <a:extLst>
                      <a:ext uri="{FF2B5EF4-FFF2-40B4-BE49-F238E27FC236}">
                        <a16:creationId xmlns:a16="http://schemas.microsoft.com/office/drawing/2014/main" id="{A63DAAE1-482D-4967-975F-3736ACEF2A72}"/>
                      </a:ext>
                    </a:extLst>
                  </p:cNvPr>
                  <p:cNvSpPr/>
                  <p:nvPr/>
                </p:nvSpPr>
                <p:spPr>
                  <a:xfrm>
                    <a:off x="4478977" y="6303064"/>
                    <a:ext cx="16592" cy="13787"/>
                  </a:xfrm>
                  <a:custGeom>
                    <a:avLst/>
                    <a:gdLst>
                      <a:gd name="connsiteX0" fmla="*/ 16586 w 16592"/>
                      <a:gd name="connsiteY0" fmla="*/ 6872 h 13787"/>
                      <a:gd name="connsiteX1" fmla="*/ 7942 w 16592"/>
                      <a:gd name="connsiteY1" fmla="*/ 0 h 13787"/>
                      <a:gd name="connsiteX2" fmla="*/ 6 w 16592"/>
                      <a:gd name="connsiteY2" fmla="*/ 6916 h 13787"/>
                      <a:gd name="connsiteX3" fmla="*/ 8651 w 16592"/>
                      <a:gd name="connsiteY3" fmla="*/ 13787 h 13787"/>
                      <a:gd name="connsiteX4" fmla="*/ 16586 w 16592"/>
                      <a:gd name="connsiteY4" fmla="*/ 6872 h 13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" h="13787">
                        <a:moveTo>
                          <a:pt x="16586" y="6872"/>
                        </a:moveTo>
                        <a:cubicBezTo>
                          <a:pt x="16409" y="3059"/>
                          <a:pt x="12552" y="0"/>
                          <a:pt x="7942" y="0"/>
                        </a:cubicBezTo>
                        <a:cubicBezTo>
                          <a:pt x="3331" y="0"/>
                          <a:pt x="-171" y="3103"/>
                          <a:pt x="6" y="6916"/>
                        </a:cubicBezTo>
                        <a:cubicBezTo>
                          <a:pt x="184" y="10728"/>
                          <a:pt x="4041" y="13787"/>
                          <a:pt x="8651" y="13787"/>
                        </a:cubicBezTo>
                        <a:cubicBezTo>
                          <a:pt x="13261" y="13787"/>
                          <a:pt x="16764" y="10684"/>
                          <a:pt x="16586" y="68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09" name="Forme libre : forme 20008">
                    <a:extLst>
                      <a:ext uri="{FF2B5EF4-FFF2-40B4-BE49-F238E27FC236}">
                        <a16:creationId xmlns:a16="http://schemas.microsoft.com/office/drawing/2014/main" id="{A23F4BBB-D88F-4184-8867-A47BFB606757}"/>
                      </a:ext>
                    </a:extLst>
                  </p:cNvPr>
                  <p:cNvSpPr/>
                  <p:nvPr/>
                </p:nvSpPr>
                <p:spPr>
                  <a:xfrm>
                    <a:off x="4503407" y="6318802"/>
                    <a:ext cx="8518" cy="5541"/>
                  </a:xfrm>
                  <a:custGeom>
                    <a:avLst/>
                    <a:gdLst>
                      <a:gd name="connsiteX0" fmla="*/ 8515 w 8518"/>
                      <a:gd name="connsiteY0" fmla="*/ 3502 h 5541"/>
                      <a:gd name="connsiteX1" fmla="*/ 4082 w 8518"/>
                      <a:gd name="connsiteY1" fmla="*/ 0 h 5541"/>
                      <a:gd name="connsiteX2" fmla="*/ 3 w 8518"/>
                      <a:gd name="connsiteY2" fmla="*/ 3547 h 5541"/>
                      <a:gd name="connsiteX3" fmla="*/ 47 w 8518"/>
                      <a:gd name="connsiteY3" fmla="*/ 3635 h 5541"/>
                      <a:gd name="connsiteX4" fmla="*/ 7717 w 8518"/>
                      <a:gd name="connsiteY4" fmla="*/ 5541 h 5541"/>
                      <a:gd name="connsiteX5" fmla="*/ 8515 w 8518"/>
                      <a:gd name="connsiteY5" fmla="*/ 3502 h 5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18" h="5541">
                        <a:moveTo>
                          <a:pt x="8515" y="3502"/>
                        </a:moveTo>
                        <a:cubicBezTo>
                          <a:pt x="8426" y="1551"/>
                          <a:pt x="6431" y="0"/>
                          <a:pt x="4082" y="0"/>
                        </a:cubicBezTo>
                        <a:cubicBezTo>
                          <a:pt x="1732" y="0"/>
                          <a:pt x="-86" y="1596"/>
                          <a:pt x="3" y="3547"/>
                        </a:cubicBezTo>
                        <a:cubicBezTo>
                          <a:pt x="3" y="3591"/>
                          <a:pt x="47" y="3591"/>
                          <a:pt x="47" y="3635"/>
                        </a:cubicBezTo>
                        <a:lnTo>
                          <a:pt x="7717" y="5541"/>
                        </a:lnTo>
                        <a:cubicBezTo>
                          <a:pt x="8249" y="4965"/>
                          <a:pt x="8559" y="4300"/>
                          <a:pt x="8515" y="35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10" name="Forme libre : forme 20009">
                    <a:extLst>
                      <a:ext uri="{FF2B5EF4-FFF2-40B4-BE49-F238E27FC236}">
                        <a16:creationId xmlns:a16="http://schemas.microsoft.com/office/drawing/2014/main" id="{2CE543E9-5D87-4462-922B-0DDEA53FA4A9}"/>
                      </a:ext>
                    </a:extLst>
                  </p:cNvPr>
                  <p:cNvSpPr/>
                  <p:nvPr/>
                </p:nvSpPr>
                <p:spPr>
                  <a:xfrm>
                    <a:off x="4754545" y="6227392"/>
                    <a:ext cx="11936" cy="13210"/>
                  </a:xfrm>
                  <a:custGeom>
                    <a:avLst/>
                    <a:gdLst>
                      <a:gd name="connsiteX0" fmla="*/ 11925 w 11936"/>
                      <a:gd name="connsiteY0" fmla="*/ 6872 h 13210"/>
                      <a:gd name="connsiteX1" fmla="*/ 3281 w 11936"/>
                      <a:gd name="connsiteY1" fmla="*/ 0 h 13210"/>
                      <a:gd name="connsiteX2" fmla="*/ 0 w 11936"/>
                      <a:gd name="connsiteY2" fmla="*/ 576 h 13210"/>
                      <a:gd name="connsiteX3" fmla="*/ 4921 w 11936"/>
                      <a:gd name="connsiteY3" fmla="*/ 8024 h 13210"/>
                      <a:gd name="connsiteX4" fmla="*/ 7226 w 11936"/>
                      <a:gd name="connsiteY4" fmla="*/ 13211 h 13210"/>
                      <a:gd name="connsiteX5" fmla="*/ 11925 w 11936"/>
                      <a:gd name="connsiteY5" fmla="*/ 6872 h 13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36" h="13210">
                        <a:moveTo>
                          <a:pt x="11925" y="6872"/>
                        </a:moveTo>
                        <a:cubicBezTo>
                          <a:pt x="11748" y="3059"/>
                          <a:pt x="7891" y="0"/>
                          <a:pt x="3281" y="0"/>
                        </a:cubicBezTo>
                        <a:cubicBezTo>
                          <a:pt x="2084" y="0"/>
                          <a:pt x="975" y="222"/>
                          <a:pt x="0" y="576"/>
                        </a:cubicBezTo>
                        <a:cubicBezTo>
                          <a:pt x="1906" y="2305"/>
                          <a:pt x="3591" y="4699"/>
                          <a:pt x="4921" y="8024"/>
                        </a:cubicBezTo>
                        <a:cubicBezTo>
                          <a:pt x="5541" y="9576"/>
                          <a:pt x="6339" y="11349"/>
                          <a:pt x="7226" y="13211"/>
                        </a:cubicBezTo>
                        <a:cubicBezTo>
                          <a:pt x="10152" y="12147"/>
                          <a:pt x="12102" y="9708"/>
                          <a:pt x="11925" y="68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11" name="Forme libre : forme 20010">
                    <a:extLst>
                      <a:ext uri="{FF2B5EF4-FFF2-40B4-BE49-F238E27FC236}">
                        <a16:creationId xmlns:a16="http://schemas.microsoft.com/office/drawing/2014/main" id="{DD4FB777-2B5B-41A0-ACDE-18C73D68AAD6}"/>
                      </a:ext>
                    </a:extLst>
                  </p:cNvPr>
                  <p:cNvSpPr/>
                  <p:nvPr/>
                </p:nvSpPr>
                <p:spPr>
                  <a:xfrm>
                    <a:off x="4749928" y="6228012"/>
                    <a:ext cx="11887" cy="13210"/>
                  </a:xfrm>
                  <a:custGeom>
                    <a:avLst/>
                    <a:gdLst>
                      <a:gd name="connsiteX0" fmla="*/ 4661 w 11887"/>
                      <a:gd name="connsiteY0" fmla="*/ 0 h 13210"/>
                      <a:gd name="connsiteX1" fmla="*/ 7 w 11887"/>
                      <a:gd name="connsiteY1" fmla="*/ 6339 h 13210"/>
                      <a:gd name="connsiteX2" fmla="*/ 8651 w 11887"/>
                      <a:gd name="connsiteY2" fmla="*/ 13211 h 13210"/>
                      <a:gd name="connsiteX3" fmla="*/ 11887 w 11887"/>
                      <a:gd name="connsiteY3" fmla="*/ 12634 h 13210"/>
                      <a:gd name="connsiteX4" fmla="*/ 9582 w 11887"/>
                      <a:gd name="connsiteY4" fmla="*/ 7447 h 13210"/>
                      <a:gd name="connsiteX5" fmla="*/ 4661 w 11887"/>
                      <a:gd name="connsiteY5" fmla="*/ 0 h 13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887" h="13210">
                        <a:moveTo>
                          <a:pt x="4661" y="0"/>
                        </a:moveTo>
                        <a:cubicBezTo>
                          <a:pt x="1780" y="1064"/>
                          <a:pt x="-126" y="3502"/>
                          <a:pt x="7" y="6339"/>
                        </a:cubicBezTo>
                        <a:cubicBezTo>
                          <a:pt x="184" y="10152"/>
                          <a:pt x="4041" y="13211"/>
                          <a:pt x="8651" y="13211"/>
                        </a:cubicBezTo>
                        <a:cubicBezTo>
                          <a:pt x="9804" y="13211"/>
                          <a:pt x="10912" y="12989"/>
                          <a:pt x="11887" y="12634"/>
                        </a:cubicBezTo>
                        <a:cubicBezTo>
                          <a:pt x="11001" y="10772"/>
                          <a:pt x="10203" y="8999"/>
                          <a:pt x="9582" y="7447"/>
                        </a:cubicBezTo>
                        <a:cubicBezTo>
                          <a:pt x="8252" y="4079"/>
                          <a:pt x="6568" y="1729"/>
                          <a:pt x="466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12" name="Forme libre : forme 20011">
                    <a:extLst>
                      <a:ext uri="{FF2B5EF4-FFF2-40B4-BE49-F238E27FC236}">
                        <a16:creationId xmlns:a16="http://schemas.microsoft.com/office/drawing/2014/main" id="{952A9F2B-C574-4CD0-8297-800EB2487E45}"/>
                      </a:ext>
                    </a:extLst>
                  </p:cNvPr>
                  <p:cNvSpPr/>
                  <p:nvPr/>
                </p:nvSpPr>
                <p:spPr>
                  <a:xfrm>
                    <a:off x="4774357" y="6243129"/>
                    <a:ext cx="8517" cy="7048"/>
                  </a:xfrm>
                  <a:custGeom>
                    <a:avLst/>
                    <a:gdLst>
                      <a:gd name="connsiteX0" fmla="*/ 3 w 8517"/>
                      <a:gd name="connsiteY0" fmla="*/ 3546 h 7048"/>
                      <a:gd name="connsiteX1" fmla="*/ 4436 w 8517"/>
                      <a:gd name="connsiteY1" fmla="*/ 7048 h 7048"/>
                      <a:gd name="connsiteX2" fmla="*/ 8515 w 8517"/>
                      <a:gd name="connsiteY2" fmla="*/ 3502 h 7048"/>
                      <a:gd name="connsiteX3" fmla="*/ 4082 w 8517"/>
                      <a:gd name="connsiteY3" fmla="*/ 0 h 7048"/>
                      <a:gd name="connsiteX4" fmla="*/ 3 w 8517"/>
                      <a:gd name="connsiteY4" fmla="*/ 3546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8">
                        <a:moveTo>
                          <a:pt x="3" y="3546"/>
                        </a:move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426" y="1551"/>
                          <a:pt x="6431" y="0"/>
                          <a:pt x="4082" y="0"/>
                        </a:cubicBezTo>
                        <a:cubicBezTo>
                          <a:pt x="1732" y="0"/>
                          <a:pt x="-86" y="1596"/>
                          <a:pt x="3" y="35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13" name="Forme libre : forme 20012">
                    <a:extLst>
                      <a:ext uri="{FF2B5EF4-FFF2-40B4-BE49-F238E27FC236}">
                        <a16:creationId xmlns:a16="http://schemas.microsoft.com/office/drawing/2014/main" id="{386C6D47-3319-4043-8C94-17CDFBFDF51E}"/>
                      </a:ext>
                    </a:extLst>
                  </p:cNvPr>
                  <p:cNvSpPr/>
                  <p:nvPr/>
                </p:nvSpPr>
                <p:spPr>
                  <a:xfrm>
                    <a:off x="4696997" y="6311044"/>
                    <a:ext cx="16592" cy="13786"/>
                  </a:xfrm>
                  <a:custGeom>
                    <a:avLst/>
                    <a:gdLst>
                      <a:gd name="connsiteX0" fmla="*/ 7942 w 16592"/>
                      <a:gd name="connsiteY0" fmla="*/ 0 h 13786"/>
                      <a:gd name="connsiteX1" fmla="*/ 6 w 16592"/>
                      <a:gd name="connsiteY1" fmla="*/ 6916 h 13786"/>
                      <a:gd name="connsiteX2" fmla="*/ 8651 w 16592"/>
                      <a:gd name="connsiteY2" fmla="*/ 13787 h 13786"/>
                      <a:gd name="connsiteX3" fmla="*/ 16586 w 16592"/>
                      <a:gd name="connsiteY3" fmla="*/ 6872 h 13786"/>
                      <a:gd name="connsiteX4" fmla="*/ 7942 w 16592"/>
                      <a:gd name="connsiteY4" fmla="*/ 0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" h="13786">
                        <a:moveTo>
                          <a:pt x="7942" y="0"/>
                        </a:moveTo>
                        <a:cubicBezTo>
                          <a:pt x="3375" y="0"/>
                          <a:pt x="-171" y="3103"/>
                          <a:pt x="6" y="6916"/>
                        </a:cubicBezTo>
                        <a:cubicBezTo>
                          <a:pt x="184" y="10728"/>
                          <a:pt x="4041" y="13787"/>
                          <a:pt x="8651" y="13787"/>
                        </a:cubicBezTo>
                        <a:cubicBezTo>
                          <a:pt x="13217" y="13787"/>
                          <a:pt x="16763" y="10684"/>
                          <a:pt x="16586" y="6872"/>
                        </a:cubicBezTo>
                        <a:cubicBezTo>
                          <a:pt x="16365" y="3059"/>
                          <a:pt x="12508" y="0"/>
                          <a:pt x="79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14" name="Forme libre : forme 20013">
                    <a:extLst>
                      <a:ext uri="{FF2B5EF4-FFF2-40B4-BE49-F238E27FC236}">
                        <a16:creationId xmlns:a16="http://schemas.microsoft.com/office/drawing/2014/main" id="{1A87D69F-99FF-4AF5-AA75-EC5D8F491BDC}"/>
                      </a:ext>
                    </a:extLst>
                  </p:cNvPr>
                  <p:cNvSpPr/>
                  <p:nvPr/>
                </p:nvSpPr>
                <p:spPr>
                  <a:xfrm>
                    <a:off x="4721426" y="6326782"/>
                    <a:ext cx="8517" cy="7048"/>
                  </a:xfrm>
                  <a:custGeom>
                    <a:avLst/>
                    <a:gdLst>
                      <a:gd name="connsiteX0" fmla="*/ 8515 w 8517"/>
                      <a:gd name="connsiteY0" fmla="*/ 3502 h 7048"/>
                      <a:gd name="connsiteX1" fmla="*/ 4082 w 8517"/>
                      <a:gd name="connsiteY1" fmla="*/ 0 h 7048"/>
                      <a:gd name="connsiteX2" fmla="*/ 3 w 8517"/>
                      <a:gd name="connsiteY2" fmla="*/ 3546 h 7048"/>
                      <a:gd name="connsiteX3" fmla="*/ 358 w 8517"/>
                      <a:gd name="connsiteY3" fmla="*/ 4699 h 7048"/>
                      <a:gd name="connsiteX4" fmla="*/ 2042 w 8517"/>
                      <a:gd name="connsiteY4" fmla="*/ 6383 h 7048"/>
                      <a:gd name="connsiteX5" fmla="*/ 4436 w 8517"/>
                      <a:gd name="connsiteY5" fmla="*/ 7048 h 7048"/>
                      <a:gd name="connsiteX6" fmla="*/ 8515 w 8517"/>
                      <a:gd name="connsiteY6" fmla="*/ 3502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517" h="7048">
                        <a:moveTo>
                          <a:pt x="8515" y="3502"/>
                        </a:moveTo>
                        <a:cubicBezTo>
                          <a:pt x="8426" y="1551"/>
                          <a:pt x="6431" y="0"/>
                          <a:pt x="4082" y="0"/>
                        </a:cubicBezTo>
                        <a:cubicBezTo>
                          <a:pt x="1732" y="0"/>
                          <a:pt x="-86" y="1596"/>
                          <a:pt x="3" y="3546"/>
                        </a:cubicBezTo>
                        <a:cubicBezTo>
                          <a:pt x="3" y="3946"/>
                          <a:pt x="180" y="4344"/>
                          <a:pt x="358" y="4699"/>
                        </a:cubicBezTo>
                        <a:cubicBezTo>
                          <a:pt x="934" y="5275"/>
                          <a:pt x="1466" y="5807"/>
                          <a:pt x="2042" y="6383"/>
                        </a:cubicBezTo>
                        <a:cubicBezTo>
                          <a:pt x="2752" y="6782"/>
                          <a:pt x="3550" y="7048"/>
                          <a:pt x="4436" y="7048"/>
                        </a:cubicBezTo>
                        <a:cubicBezTo>
                          <a:pt x="6786" y="7048"/>
                          <a:pt x="8603" y="5453"/>
                          <a:pt x="8515" y="35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15" name="Forme libre : forme 20014">
                    <a:extLst>
                      <a:ext uri="{FF2B5EF4-FFF2-40B4-BE49-F238E27FC236}">
                        <a16:creationId xmlns:a16="http://schemas.microsoft.com/office/drawing/2014/main" id="{A07D1097-FFE6-43A3-873F-1534AA476671}"/>
                      </a:ext>
                    </a:extLst>
                  </p:cNvPr>
                  <p:cNvSpPr/>
                  <p:nvPr/>
                </p:nvSpPr>
                <p:spPr>
                  <a:xfrm>
                    <a:off x="4721784" y="6331481"/>
                    <a:ext cx="1684" cy="1684"/>
                  </a:xfrm>
                  <a:custGeom>
                    <a:avLst/>
                    <a:gdLst>
                      <a:gd name="connsiteX0" fmla="*/ 0 w 1684"/>
                      <a:gd name="connsiteY0" fmla="*/ 0 h 1684"/>
                      <a:gd name="connsiteX1" fmla="*/ 1685 w 1684"/>
                      <a:gd name="connsiteY1" fmla="*/ 1685 h 1684"/>
                      <a:gd name="connsiteX2" fmla="*/ 0 w 1684"/>
                      <a:gd name="connsiteY2" fmla="*/ 0 h 1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84" h="1684">
                        <a:moveTo>
                          <a:pt x="0" y="0"/>
                        </a:moveTo>
                        <a:cubicBezTo>
                          <a:pt x="355" y="709"/>
                          <a:pt x="931" y="1241"/>
                          <a:pt x="1685" y="1685"/>
                        </a:cubicBezTo>
                        <a:cubicBezTo>
                          <a:pt x="1108" y="1108"/>
                          <a:pt x="576" y="53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16" name="Forme libre : forme 20015">
                    <a:extLst>
                      <a:ext uri="{FF2B5EF4-FFF2-40B4-BE49-F238E27FC236}">
                        <a16:creationId xmlns:a16="http://schemas.microsoft.com/office/drawing/2014/main" id="{884E230A-A29D-4FB0-A1FE-6F6F56F93BB2}"/>
                      </a:ext>
                    </a:extLst>
                  </p:cNvPr>
                  <p:cNvSpPr/>
                  <p:nvPr/>
                </p:nvSpPr>
                <p:spPr>
                  <a:xfrm>
                    <a:off x="4845778" y="6303242"/>
                    <a:ext cx="3063" cy="10595"/>
                  </a:xfrm>
                  <a:custGeom>
                    <a:avLst/>
                    <a:gdLst>
                      <a:gd name="connsiteX0" fmla="*/ 0 w 3063"/>
                      <a:gd name="connsiteY0" fmla="*/ 10595 h 10595"/>
                      <a:gd name="connsiteX1" fmla="*/ 3059 w 3063"/>
                      <a:gd name="connsiteY1" fmla="*/ 5098 h 10595"/>
                      <a:gd name="connsiteX2" fmla="*/ 0 w 3063"/>
                      <a:gd name="connsiteY2" fmla="*/ 0 h 10595"/>
                      <a:gd name="connsiteX3" fmla="*/ 0 w 3063"/>
                      <a:gd name="connsiteY3" fmla="*/ 10595 h 10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63" h="10595">
                        <a:moveTo>
                          <a:pt x="0" y="10595"/>
                        </a:moveTo>
                        <a:cubicBezTo>
                          <a:pt x="1951" y="9309"/>
                          <a:pt x="3148" y="7359"/>
                          <a:pt x="3059" y="5098"/>
                        </a:cubicBezTo>
                        <a:cubicBezTo>
                          <a:pt x="2970" y="3059"/>
                          <a:pt x="1773" y="1241"/>
                          <a:pt x="0" y="0"/>
                        </a:cubicBezTo>
                        <a:cubicBezTo>
                          <a:pt x="310" y="3369"/>
                          <a:pt x="310" y="6916"/>
                          <a:pt x="0" y="105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17" name="Forme libre : forme 20016">
                    <a:extLst>
                      <a:ext uri="{FF2B5EF4-FFF2-40B4-BE49-F238E27FC236}">
                        <a16:creationId xmlns:a16="http://schemas.microsoft.com/office/drawing/2014/main" id="{A39026C2-16BA-409C-8446-E28A60B62B37}"/>
                      </a:ext>
                    </a:extLst>
                  </p:cNvPr>
                  <p:cNvSpPr/>
                  <p:nvPr/>
                </p:nvSpPr>
                <p:spPr>
                  <a:xfrm>
                    <a:off x="4832250" y="6301468"/>
                    <a:ext cx="13776" cy="13786"/>
                  </a:xfrm>
                  <a:custGeom>
                    <a:avLst/>
                    <a:gdLst>
                      <a:gd name="connsiteX0" fmla="*/ 6 w 13776"/>
                      <a:gd name="connsiteY0" fmla="*/ 6916 h 13786"/>
                      <a:gd name="connsiteX1" fmla="*/ 8651 w 13776"/>
                      <a:gd name="connsiteY1" fmla="*/ 13787 h 13786"/>
                      <a:gd name="connsiteX2" fmla="*/ 13527 w 13776"/>
                      <a:gd name="connsiteY2" fmla="*/ 12369 h 13786"/>
                      <a:gd name="connsiteX3" fmla="*/ 13527 w 13776"/>
                      <a:gd name="connsiteY3" fmla="*/ 1729 h 13786"/>
                      <a:gd name="connsiteX4" fmla="*/ 7942 w 13776"/>
                      <a:gd name="connsiteY4" fmla="*/ 0 h 13786"/>
                      <a:gd name="connsiteX5" fmla="*/ 6 w 13776"/>
                      <a:gd name="connsiteY5" fmla="*/ 6916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776" h="13786">
                        <a:moveTo>
                          <a:pt x="6" y="6916"/>
                        </a:moveTo>
                        <a:cubicBezTo>
                          <a:pt x="184" y="10728"/>
                          <a:pt x="4041" y="13787"/>
                          <a:pt x="8651" y="13787"/>
                        </a:cubicBezTo>
                        <a:cubicBezTo>
                          <a:pt x="10513" y="13787"/>
                          <a:pt x="12197" y="13255"/>
                          <a:pt x="13527" y="12369"/>
                        </a:cubicBezTo>
                        <a:cubicBezTo>
                          <a:pt x="13838" y="8734"/>
                          <a:pt x="13882" y="5143"/>
                          <a:pt x="13527" y="1729"/>
                        </a:cubicBezTo>
                        <a:cubicBezTo>
                          <a:pt x="12020" y="665"/>
                          <a:pt x="10070" y="0"/>
                          <a:pt x="7942" y="0"/>
                        </a:cubicBezTo>
                        <a:cubicBezTo>
                          <a:pt x="3376" y="0"/>
                          <a:pt x="-171" y="3103"/>
                          <a:pt x="6" y="69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18" name="Forme libre : forme 20017">
                    <a:extLst>
                      <a:ext uri="{FF2B5EF4-FFF2-40B4-BE49-F238E27FC236}">
                        <a16:creationId xmlns:a16="http://schemas.microsoft.com/office/drawing/2014/main" id="{B36F39A5-0D61-4115-95E3-0CFB92CCCCB8}"/>
                      </a:ext>
                    </a:extLst>
                  </p:cNvPr>
                  <p:cNvSpPr/>
                  <p:nvPr/>
                </p:nvSpPr>
                <p:spPr>
                  <a:xfrm>
                    <a:off x="4856721" y="6317162"/>
                    <a:ext cx="8521" cy="7048"/>
                  </a:xfrm>
                  <a:custGeom>
                    <a:avLst/>
                    <a:gdLst>
                      <a:gd name="connsiteX0" fmla="*/ 7 w 8521"/>
                      <a:gd name="connsiteY0" fmla="*/ 3547 h 7048"/>
                      <a:gd name="connsiteX1" fmla="*/ 4440 w 8521"/>
                      <a:gd name="connsiteY1" fmla="*/ 7048 h 7048"/>
                      <a:gd name="connsiteX2" fmla="*/ 8518 w 8521"/>
                      <a:gd name="connsiteY2" fmla="*/ 3502 h 7048"/>
                      <a:gd name="connsiteX3" fmla="*/ 4085 w 8521"/>
                      <a:gd name="connsiteY3" fmla="*/ 0 h 7048"/>
                      <a:gd name="connsiteX4" fmla="*/ 7 w 8521"/>
                      <a:gd name="connsiteY4" fmla="*/ 3547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21" h="7048">
                        <a:moveTo>
                          <a:pt x="7" y="3547"/>
                        </a:moveTo>
                        <a:cubicBezTo>
                          <a:pt x="95" y="5497"/>
                          <a:pt x="2090" y="7048"/>
                          <a:pt x="4440" y="7048"/>
                        </a:cubicBezTo>
                        <a:cubicBezTo>
                          <a:pt x="6789" y="7048"/>
                          <a:pt x="8607" y="5453"/>
                          <a:pt x="8518" y="3502"/>
                        </a:cubicBezTo>
                        <a:cubicBezTo>
                          <a:pt x="8430" y="1551"/>
                          <a:pt x="6435" y="0"/>
                          <a:pt x="4085" y="0"/>
                        </a:cubicBezTo>
                        <a:cubicBezTo>
                          <a:pt x="1736" y="0"/>
                          <a:pt x="-126" y="1596"/>
                          <a:pt x="7" y="35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19" name="Forme libre : forme 20018">
                    <a:extLst>
                      <a:ext uri="{FF2B5EF4-FFF2-40B4-BE49-F238E27FC236}">
                        <a16:creationId xmlns:a16="http://schemas.microsoft.com/office/drawing/2014/main" id="{BDA3788E-E938-4E7E-BA46-928B7BB548EC}"/>
                      </a:ext>
                    </a:extLst>
                  </p:cNvPr>
                  <p:cNvSpPr/>
                  <p:nvPr/>
                </p:nvSpPr>
                <p:spPr>
                  <a:xfrm>
                    <a:off x="4975623" y="6223845"/>
                    <a:ext cx="7231" cy="13343"/>
                  </a:xfrm>
                  <a:custGeom>
                    <a:avLst/>
                    <a:gdLst>
                      <a:gd name="connsiteX0" fmla="*/ 1552 w 7231"/>
                      <a:gd name="connsiteY0" fmla="*/ 13344 h 13343"/>
                      <a:gd name="connsiteX1" fmla="*/ 7226 w 7231"/>
                      <a:gd name="connsiteY1" fmla="*/ 6738 h 13343"/>
                      <a:gd name="connsiteX2" fmla="*/ 0 w 7231"/>
                      <a:gd name="connsiteY2" fmla="*/ 0 h 13343"/>
                      <a:gd name="connsiteX3" fmla="*/ 1552 w 7231"/>
                      <a:gd name="connsiteY3" fmla="*/ 13344 h 13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231" h="13343">
                        <a:moveTo>
                          <a:pt x="1552" y="13344"/>
                        </a:moveTo>
                        <a:cubicBezTo>
                          <a:pt x="4965" y="12502"/>
                          <a:pt x="7359" y="9886"/>
                          <a:pt x="7226" y="6738"/>
                        </a:cubicBezTo>
                        <a:cubicBezTo>
                          <a:pt x="7049" y="3325"/>
                          <a:pt x="3945" y="532"/>
                          <a:pt x="0" y="0"/>
                        </a:cubicBezTo>
                        <a:cubicBezTo>
                          <a:pt x="1330" y="4167"/>
                          <a:pt x="1773" y="8689"/>
                          <a:pt x="1552" y="133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20" name="Forme libre : forme 20019">
                    <a:extLst>
                      <a:ext uri="{FF2B5EF4-FFF2-40B4-BE49-F238E27FC236}">
                        <a16:creationId xmlns:a16="http://schemas.microsoft.com/office/drawing/2014/main" id="{92A93783-B82C-4C5D-8453-A736C3473756}"/>
                      </a:ext>
                    </a:extLst>
                  </p:cNvPr>
                  <p:cNvSpPr/>
                  <p:nvPr/>
                </p:nvSpPr>
                <p:spPr>
                  <a:xfrm>
                    <a:off x="4966263" y="6223700"/>
                    <a:ext cx="10985" cy="13798"/>
                  </a:xfrm>
                  <a:custGeom>
                    <a:avLst/>
                    <a:gdLst>
                      <a:gd name="connsiteX0" fmla="*/ 6 w 10985"/>
                      <a:gd name="connsiteY0" fmla="*/ 6927 h 13798"/>
                      <a:gd name="connsiteX1" fmla="*/ 8651 w 10985"/>
                      <a:gd name="connsiteY1" fmla="*/ 13799 h 13798"/>
                      <a:gd name="connsiteX2" fmla="*/ 10912 w 10985"/>
                      <a:gd name="connsiteY2" fmla="*/ 13488 h 13798"/>
                      <a:gd name="connsiteX3" fmla="*/ 9360 w 10985"/>
                      <a:gd name="connsiteY3" fmla="*/ 100 h 13798"/>
                      <a:gd name="connsiteX4" fmla="*/ 7986 w 10985"/>
                      <a:gd name="connsiteY4" fmla="*/ 12 h 13798"/>
                      <a:gd name="connsiteX5" fmla="*/ 6 w 10985"/>
                      <a:gd name="connsiteY5" fmla="*/ 6927 h 13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985" h="13798">
                        <a:moveTo>
                          <a:pt x="6" y="6927"/>
                        </a:moveTo>
                        <a:cubicBezTo>
                          <a:pt x="184" y="10740"/>
                          <a:pt x="4041" y="13799"/>
                          <a:pt x="8651" y="13799"/>
                        </a:cubicBezTo>
                        <a:cubicBezTo>
                          <a:pt x="9449" y="13799"/>
                          <a:pt x="10203" y="13666"/>
                          <a:pt x="10912" y="13488"/>
                        </a:cubicBezTo>
                        <a:cubicBezTo>
                          <a:pt x="11178" y="8878"/>
                          <a:pt x="10734" y="4312"/>
                          <a:pt x="9360" y="100"/>
                        </a:cubicBezTo>
                        <a:cubicBezTo>
                          <a:pt x="8917" y="56"/>
                          <a:pt x="8429" y="-32"/>
                          <a:pt x="7986" y="12"/>
                        </a:cubicBezTo>
                        <a:cubicBezTo>
                          <a:pt x="3376" y="12"/>
                          <a:pt x="-171" y="3115"/>
                          <a:pt x="6" y="692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21" name="Forme libre : forme 20020">
                    <a:extLst>
                      <a:ext uri="{FF2B5EF4-FFF2-40B4-BE49-F238E27FC236}">
                        <a16:creationId xmlns:a16="http://schemas.microsoft.com/office/drawing/2014/main" id="{8B8586B3-1589-4498-8143-0BB0E7C0C927}"/>
                      </a:ext>
                    </a:extLst>
                  </p:cNvPr>
                  <p:cNvSpPr/>
                  <p:nvPr/>
                </p:nvSpPr>
                <p:spPr>
                  <a:xfrm>
                    <a:off x="4990693" y="6239405"/>
                    <a:ext cx="8517" cy="7049"/>
                  </a:xfrm>
                  <a:custGeom>
                    <a:avLst/>
                    <a:gdLst>
                      <a:gd name="connsiteX0" fmla="*/ 3 w 8517"/>
                      <a:gd name="connsiteY0" fmla="*/ 3547 h 7049"/>
                      <a:gd name="connsiteX1" fmla="*/ 4436 w 8517"/>
                      <a:gd name="connsiteY1" fmla="*/ 7049 h 7049"/>
                      <a:gd name="connsiteX2" fmla="*/ 8515 w 8517"/>
                      <a:gd name="connsiteY2" fmla="*/ 3502 h 7049"/>
                      <a:gd name="connsiteX3" fmla="*/ 4082 w 8517"/>
                      <a:gd name="connsiteY3" fmla="*/ 0 h 7049"/>
                      <a:gd name="connsiteX4" fmla="*/ 3 w 8517"/>
                      <a:gd name="connsiteY4" fmla="*/ 3547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9">
                        <a:moveTo>
                          <a:pt x="3" y="3547"/>
                        </a:moveTo>
                        <a:cubicBezTo>
                          <a:pt x="92" y="5497"/>
                          <a:pt x="2087" y="7049"/>
                          <a:pt x="4436" y="7049"/>
                        </a:cubicBezTo>
                        <a:cubicBezTo>
                          <a:pt x="6786" y="7049"/>
                          <a:pt x="8603" y="5453"/>
                          <a:pt x="8515" y="3502"/>
                        </a:cubicBezTo>
                        <a:cubicBezTo>
                          <a:pt x="8426" y="1552"/>
                          <a:pt x="6431" y="0"/>
                          <a:pt x="4082" y="0"/>
                        </a:cubicBezTo>
                        <a:cubicBezTo>
                          <a:pt x="1732" y="0"/>
                          <a:pt x="-86" y="1596"/>
                          <a:pt x="3" y="35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22" name="Forme libre : forme 20021">
                    <a:extLst>
                      <a:ext uri="{FF2B5EF4-FFF2-40B4-BE49-F238E27FC236}">
                        <a16:creationId xmlns:a16="http://schemas.microsoft.com/office/drawing/2014/main" id="{F89CC3BB-FAC2-4100-897D-360AD84DB892}"/>
                      </a:ext>
                    </a:extLst>
                  </p:cNvPr>
                  <p:cNvSpPr/>
                  <p:nvPr/>
                </p:nvSpPr>
                <p:spPr>
                  <a:xfrm>
                    <a:off x="5090041" y="6218570"/>
                    <a:ext cx="1285" cy="1551"/>
                  </a:xfrm>
                  <a:custGeom>
                    <a:avLst/>
                    <a:gdLst>
                      <a:gd name="connsiteX0" fmla="*/ 177 w 1285"/>
                      <a:gd name="connsiteY0" fmla="*/ 1551 h 1551"/>
                      <a:gd name="connsiteX1" fmla="*/ 1286 w 1285"/>
                      <a:gd name="connsiteY1" fmla="*/ 0 h 1551"/>
                      <a:gd name="connsiteX2" fmla="*/ 0 w 1285"/>
                      <a:gd name="connsiteY2" fmla="*/ 1064 h 1551"/>
                      <a:gd name="connsiteX3" fmla="*/ 177 w 1285"/>
                      <a:gd name="connsiteY3" fmla="*/ 1551 h 1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85" h="1551">
                        <a:moveTo>
                          <a:pt x="177" y="1551"/>
                        </a:moveTo>
                        <a:cubicBezTo>
                          <a:pt x="621" y="1064"/>
                          <a:pt x="1020" y="576"/>
                          <a:pt x="1286" y="0"/>
                        </a:cubicBezTo>
                        <a:cubicBezTo>
                          <a:pt x="887" y="354"/>
                          <a:pt x="443" y="709"/>
                          <a:pt x="0" y="1064"/>
                        </a:cubicBezTo>
                        <a:cubicBezTo>
                          <a:pt x="44" y="1197"/>
                          <a:pt x="133" y="1374"/>
                          <a:pt x="177" y="15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23" name="Forme libre : forme 20022">
                    <a:extLst>
                      <a:ext uri="{FF2B5EF4-FFF2-40B4-BE49-F238E27FC236}">
                        <a16:creationId xmlns:a16="http://schemas.microsoft.com/office/drawing/2014/main" id="{B8B450DE-A7D1-49FA-9DC6-C727A7F6CAD2}"/>
                      </a:ext>
                    </a:extLst>
                  </p:cNvPr>
                  <p:cNvSpPr/>
                  <p:nvPr/>
                </p:nvSpPr>
                <p:spPr>
                  <a:xfrm>
                    <a:off x="5086317" y="6219589"/>
                    <a:ext cx="3901" cy="2704"/>
                  </a:xfrm>
                  <a:custGeom>
                    <a:avLst/>
                    <a:gdLst>
                      <a:gd name="connsiteX0" fmla="*/ 0 w 3901"/>
                      <a:gd name="connsiteY0" fmla="*/ 2704 h 2704"/>
                      <a:gd name="connsiteX1" fmla="*/ 3901 w 3901"/>
                      <a:gd name="connsiteY1" fmla="*/ 488 h 2704"/>
                      <a:gd name="connsiteX2" fmla="*/ 3724 w 3901"/>
                      <a:gd name="connsiteY2" fmla="*/ 0 h 2704"/>
                      <a:gd name="connsiteX3" fmla="*/ 0 w 3901"/>
                      <a:gd name="connsiteY3" fmla="*/ 2704 h 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01" h="2704">
                        <a:moveTo>
                          <a:pt x="0" y="2704"/>
                        </a:moveTo>
                        <a:cubicBezTo>
                          <a:pt x="1552" y="2305"/>
                          <a:pt x="2926" y="1551"/>
                          <a:pt x="3901" y="488"/>
                        </a:cubicBezTo>
                        <a:cubicBezTo>
                          <a:pt x="3857" y="311"/>
                          <a:pt x="3768" y="177"/>
                          <a:pt x="3724" y="0"/>
                        </a:cubicBezTo>
                        <a:cubicBezTo>
                          <a:pt x="2571" y="975"/>
                          <a:pt x="1330" y="1862"/>
                          <a:pt x="0" y="27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24" name="Forme libre : forme 20023">
                    <a:extLst>
                      <a:ext uri="{FF2B5EF4-FFF2-40B4-BE49-F238E27FC236}">
                        <a16:creationId xmlns:a16="http://schemas.microsoft.com/office/drawing/2014/main" id="{A2644291-733C-427C-AE2E-548518E21185}"/>
                      </a:ext>
                    </a:extLst>
                  </p:cNvPr>
                  <p:cNvSpPr/>
                  <p:nvPr/>
                </p:nvSpPr>
                <p:spPr>
                  <a:xfrm>
                    <a:off x="5084101" y="6208905"/>
                    <a:ext cx="7852" cy="10728"/>
                  </a:xfrm>
                  <a:custGeom>
                    <a:avLst/>
                    <a:gdLst>
                      <a:gd name="connsiteX0" fmla="*/ 0 w 7852"/>
                      <a:gd name="connsiteY0" fmla="*/ 0 h 10728"/>
                      <a:gd name="connsiteX1" fmla="*/ 5940 w 7852"/>
                      <a:gd name="connsiteY1" fmla="*/ 10728 h 10728"/>
                      <a:gd name="connsiteX2" fmla="*/ 7226 w 7852"/>
                      <a:gd name="connsiteY2" fmla="*/ 9664 h 10728"/>
                      <a:gd name="connsiteX3" fmla="*/ 7847 w 7852"/>
                      <a:gd name="connsiteY3" fmla="*/ 6827 h 10728"/>
                      <a:gd name="connsiteX4" fmla="*/ 0 w 7852"/>
                      <a:gd name="connsiteY4" fmla="*/ 0 h 10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52" h="10728">
                        <a:moveTo>
                          <a:pt x="0" y="0"/>
                        </a:moveTo>
                        <a:cubicBezTo>
                          <a:pt x="2527" y="3280"/>
                          <a:pt x="4655" y="6960"/>
                          <a:pt x="5940" y="10728"/>
                        </a:cubicBezTo>
                        <a:cubicBezTo>
                          <a:pt x="6384" y="10374"/>
                          <a:pt x="6827" y="10019"/>
                          <a:pt x="7226" y="9664"/>
                        </a:cubicBezTo>
                        <a:cubicBezTo>
                          <a:pt x="7669" y="8778"/>
                          <a:pt x="7891" y="7847"/>
                          <a:pt x="7847" y="6827"/>
                        </a:cubicBezTo>
                        <a:cubicBezTo>
                          <a:pt x="7669" y="3192"/>
                          <a:pt x="4211" y="31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25" name="Forme libre : forme 20024">
                    <a:extLst>
                      <a:ext uri="{FF2B5EF4-FFF2-40B4-BE49-F238E27FC236}">
                        <a16:creationId xmlns:a16="http://schemas.microsoft.com/office/drawing/2014/main" id="{85915805-512D-49A8-95C3-1768AB9B2254}"/>
                      </a:ext>
                    </a:extLst>
                  </p:cNvPr>
                  <p:cNvSpPr/>
                  <p:nvPr/>
                </p:nvSpPr>
                <p:spPr>
                  <a:xfrm>
                    <a:off x="5075406" y="6208861"/>
                    <a:ext cx="14679" cy="13787"/>
                  </a:xfrm>
                  <a:custGeom>
                    <a:avLst/>
                    <a:gdLst>
                      <a:gd name="connsiteX0" fmla="*/ 8695 w 14679"/>
                      <a:gd name="connsiteY0" fmla="*/ 44 h 13787"/>
                      <a:gd name="connsiteX1" fmla="*/ 7942 w 14679"/>
                      <a:gd name="connsiteY1" fmla="*/ 0 h 13787"/>
                      <a:gd name="connsiteX2" fmla="*/ 6 w 14679"/>
                      <a:gd name="connsiteY2" fmla="*/ 6916 h 13787"/>
                      <a:gd name="connsiteX3" fmla="*/ 8651 w 14679"/>
                      <a:gd name="connsiteY3" fmla="*/ 13787 h 13787"/>
                      <a:gd name="connsiteX4" fmla="*/ 10956 w 14679"/>
                      <a:gd name="connsiteY4" fmla="*/ 13477 h 13787"/>
                      <a:gd name="connsiteX5" fmla="*/ 14680 w 14679"/>
                      <a:gd name="connsiteY5" fmla="*/ 10773 h 13787"/>
                      <a:gd name="connsiteX6" fmla="*/ 8695 w 14679"/>
                      <a:gd name="connsiteY6" fmla="*/ 44 h 13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79" h="13787">
                        <a:moveTo>
                          <a:pt x="8695" y="44"/>
                        </a:moveTo>
                        <a:cubicBezTo>
                          <a:pt x="8429" y="44"/>
                          <a:pt x="8208" y="0"/>
                          <a:pt x="7942" y="0"/>
                        </a:cubicBezTo>
                        <a:cubicBezTo>
                          <a:pt x="3376" y="0"/>
                          <a:pt x="-171" y="3103"/>
                          <a:pt x="6" y="6916"/>
                        </a:cubicBezTo>
                        <a:cubicBezTo>
                          <a:pt x="184" y="10728"/>
                          <a:pt x="4041" y="13787"/>
                          <a:pt x="8651" y="13787"/>
                        </a:cubicBezTo>
                        <a:cubicBezTo>
                          <a:pt x="9449" y="13787"/>
                          <a:pt x="10202" y="13654"/>
                          <a:pt x="10956" y="13477"/>
                        </a:cubicBezTo>
                        <a:cubicBezTo>
                          <a:pt x="12286" y="12635"/>
                          <a:pt x="13527" y="11703"/>
                          <a:pt x="14680" y="10773"/>
                        </a:cubicBezTo>
                        <a:cubicBezTo>
                          <a:pt x="13350" y="7005"/>
                          <a:pt x="11222" y="3325"/>
                          <a:pt x="8695" y="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26" name="Forme libre : forme 20025">
                    <a:extLst>
                      <a:ext uri="{FF2B5EF4-FFF2-40B4-BE49-F238E27FC236}">
                        <a16:creationId xmlns:a16="http://schemas.microsoft.com/office/drawing/2014/main" id="{21FB78AC-20AE-423D-A3C2-46079FA44B38}"/>
                      </a:ext>
                    </a:extLst>
                  </p:cNvPr>
                  <p:cNvSpPr/>
                  <p:nvPr/>
                </p:nvSpPr>
                <p:spPr>
                  <a:xfrm>
                    <a:off x="5099835" y="6224554"/>
                    <a:ext cx="8517" cy="7048"/>
                  </a:xfrm>
                  <a:custGeom>
                    <a:avLst/>
                    <a:gdLst>
                      <a:gd name="connsiteX0" fmla="*/ 4081 w 8517"/>
                      <a:gd name="connsiteY0" fmla="*/ 0 h 7048"/>
                      <a:gd name="connsiteX1" fmla="*/ 3 w 8517"/>
                      <a:gd name="connsiteY1" fmla="*/ 3547 h 7048"/>
                      <a:gd name="connsiteX2" fmla="*/ 4436 w 8517"/>
                      <a:gd name="connsiteY2" fmla="*/ 7048 h 7048"/>
                      <a:gd name="connsiteX3" fmla="*/ 8515 w 8517"/>
                      <a:gd name="connsiteY3" fmla="*/ 3502 h 7048"/>
                      <a:gd name="connsiteX4" fmla="*/ 4081 w 8517"/>
                      <a:gd name="connsiteY4" fmla="*/ 0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8">
                        <a:moveTo>
                          <a:pt x="4081" y="0"/>
                        </a:moveTo>
                        <a:cubicBezTo>
                          <a:pt x="1732" y="0"/>
                          <a:pt x="-86" y="1596"/>
                          <a:pt x="3" y="3547"/>
                        </a:cubicBez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426" y="1551"/>
                          <a:pt x="6431" y="0"/>
                          <a:pt x="408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27" name="Forme libre : forme 20026">
                    <a:extLst>
                      <a:ext uri="{FF2B5EF4-FFF2-40B4-BE49-F238E27FC236}">
                        <a16:creationId xmlns:a16="http://schemas.microsoft.com/office/drawing/2014/main" id="{0A37BF68-8991-4559-9162-4DDA6B750609}"/>
                      </a:ext>
                    </a:extLst>
                  </p:cNvPr>
                  <p:cNvSpPr/>
                  <p:nvPr/>
                </p:nvSpPr>
                <p:spPr>
                  <a:xfrm>
                    <a:off x="5472485" y="6187538"/>
                    <a:ext cx="15566" cy="13786"/>
                  </a:xfrm>
                  <a:custGeom>
                    <a:avLst/>
                    <a:gdLst>
                      <a:gd name="connsiteX0" fmla="*/ 6960 w 15566"/>
                      <a:gd name="connsiteY0" fmla="*/ 0 h 13786"/>
                      <a:gd name="connsiteX1" fmla="*/ 0 w 15566"/>
                      <a:gd name="connsiteY1" fmla="*/ 3502 h 13786"/>
                      <a:gd name="connsiteX2" fmla="*/ 3768 w 15566"/>
                      <a:gd name="connsiteY2" fmla="*/ 12989 h 13786"/>
                      <a:gd name="connsiteX3" fmla="*/ 7625 w 15566"/>
                      <a:gd name="connsiteY3" fmla="*/ 13787 h 13786"/>
                      <a:gd name="connsiteX4" fmla="*/ 15560 w 15566"/>
                      <a:gd name="connsiteY4" fmla="*/ 6872 h 13786"/>
                      <a:gd name="connsiteX5" fmla="*/ 6960 w 15566"/>
                      <a:gd name="connsiteY5" fmla="*/ 0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566" h="13786">
                        <a:moveTo>
                          <a:pt x="6960" y="0"/>
                        </a:moveTo>
                        <a:cubicBezTo>
                          <a:pt x="3901" y="0"/>
                          <a:pt x="1330" y="1418"/>
                          <a:pt x="0" y="3502"/>
                        </a:cubicBezTo>
                        <a:cubicBezTo>
                          <a:pt x="3103" y="6206"/>
                          <a:pt x="5142" y="9487"/>
                          <a:pt x="3768" y="12989"/>
                        </a:cubicBezTo>
                        <a:cubicBezTo>
                          <a:pt x="4965" y="13477"/>
                          <a:pt x="6251" y="13787"/>
                          <a:pt x="7625" y="13787"/>
                        </a:cubicBezTo>
                        <a:cubicBezTo>
                          <a:pt x="12191" y="13787"/>
                          <a:pt x="15737" y="10684"/>
                          <a:pt x="15560" y="6872"/>
                        </a:cubicBezTo>
                        <a:cubicBezTo>
                          <a:pt x="15383" y="3059"/>
                          <a:pt x="11526" y="0"/>
                          <a:pt x="696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28" name="Forme libre : forme 20027">
                    <a:extLst>
                      <a:ext uri="{FF2B5EF4-FFF2-40B4-BE49-F238E27FC236}">
                        <a16:creationId xmlns:a16="http://schemas.microsoft.com/office/drawing/2014/main" id="{CE588DD6-2BFE-4D4F-888C-F59581D3FD0C}"/>
                      </a:ext>
                    </a:extLst>
                  </p:cNvPr>
                  <p:cNvSpPr/>
                  <p:nvPr/>
                </p:nvSpPr>
                <p:spPr>
                  <a:xfrm>
                    <a:off x="5471506" y="6191040"/>
                    <a:ext cx="5183" cy="9530"/>
                  </a:xfrm>
                  <a:custGeom>
                    <a:avLst/>
                    <a:gdLst>
                      <a:gd name="connsiteX0" fmla="*/ 979 w 5183"/>
                      <a:gd name="connsiteY0" fmla="*/ 0 h 9530"/>
                      <a:gd name="connsiteX1" fmla="*/ 4 w 5183"/>
                      <a:gd name="connsiteY1" fmla="*/ 3457 h 9530"/>
                      <a:gd name="connsiteX2" fmla="*/ 4747 w 5183"/>
                      <a:gd name="connsiteY2" fmla="*/ 9531 h 9530"/>
                      <a:gd name="connsiteX3" fmla="*/ 979 w 5183"/>
                      <a:gd name="connsiteY3" fmla="*/ 0 h 9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83" h="9530">
                        <a:moveTo>
                          <a:pt x="979" y="0"/>
                        </a:moveTo>
                        <a:cubicBezTo>
                          <a:pt x="314" y="1020"/>
                          <a:pt x="-41" y="2172"/>
                          <a:pt x="4" y="3457"/>
                        </a:cubicBezTo>
                        <a:cubicBezTo>
                          <a:pt x="137" y="6118"/>
                          <a:pt x="2043" y="8378"/>
                          <a:pt x="4747" y="9531"/>
                        </a:cubicBezTo>
                        <a:cubicBezTo>
                          <a:pt x="6121" y="5985"/>
                          <a:pt x="4082" y="2704"/>
                          <a:pt x="97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29" name="Forme libre : forme 20028">
                    <a:extLst>
                      <a:ext uri="{FF2B5EF4-FFF2-40B4-BE49-F238E27FC236}">
                        <a16:creationId xmlns:a16="http://schemas.microsoft.com/office/drawing/2014/main" id="{345E267B-E267-4F9F-A3D1-62304B394510}"/>
                      </a:ext>
                    </a:extLst>
                  </p:cNvPr>
                  <p:cNvSpPr/>
                  <p:nvPr/>
                </p:nvSpPr>
                <p:spPr>
                  <a:xfrm>
                    <a:off x="5499615" y="6203276"/>
                    <a:ext cx="4835" cy="5673"/>
                  </a:xfrm>
                  <a:custGeom>
                    <a:avLst/>
                    <a:gdLst>
                      <a:gd name="connsiteX0" fmla="*/ 4832 w 4835"/>
                      <a:gd name="connsiteY0" fmla="*/ 3502 h 5673"/>
                      <a:gd name="connsiteX1" fmla="*/ 399 w 4835"/>
                      <a:gd name="connsiteY1" fmla="*/ 0 h 5673"/>
                      <a:gd name="connsiteX2" fmla="*/ 0 w 4835"/>
                      <a:gd name="connsiteY2" fmla="*/ 88 h 5673"/>
                      <a:gd name="connsiteX3" fmla="*/ 3945 w 4835"/>
                      <a:gd name="connsiteY3" fmla="*/ 5674 h 5673"/>
                      <a:gd name="connsiteX4" fmla="*/ 4832 w 4835"/>
                      <a:gd name="connsiteY4" fmla="*/ 3502 h 5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35" h="5673">
                        <a:moveTo>
                          <a:pt x="4832" y="3502"/>
                        </a:moveTo>
                        <a:cubicBezTo>
                          <a:pt x="4743" y="1551"/>
                          <a:pt x="2748" y="0"/>
                          <a:pt x="399" y="0"/>
                        </a:cubicBezTo>
                        <a:cubicBezTo>
                          <a:pt x="266" y="0"/>
                          <a:pt x="133" y="44"/>
                          <a:pt x="0" y="88"/>
                        </a:cubicBezTo>
                        <a:cubicBezTo>
                          <a:pt x="1286" y="1950"/>
                          <a:pt x="2616" y="3812"/>
                          <a:pt x="3945" y="5674"/>
                        </a:cubicBezTo>
                        <a:cubicBezTo>
                          <a:pt x="4522" y="5009"/>
                          <a:pt x="4876" y="4300"/>
                          <a:pt x="4832" y="35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30" name="Forme libre : forme 20029">
                    <a:extLst>
                      <a:ext uri="{FF2B5EF4-FFF2-40B4-BE49-F238E27FC236}">
                        <a16:creationId xmlns:a16="http://schemas.microsoft.com/office/drawing/2014/main" id="{35020DC8-0FB2-4AA8-8E7F-7217D44E93A0}"/>
                      </a:ext>
                    </a:extLst>
                  </p:cNvPr>
                  <p:cNvSpPr/>
                  <p:nvPr/>
                </p:nvSpPr>
                <p:spPr>
                  <a:xfrm>
                    <a:off x="5495932" y="6203320"/>
                    <a:ext cx="7672" cy="7004"/>
                  </a:xfrm>
                  <a:custGeom>
                    <a:avLst/>
                    <a:gdLst>
                      <a:gd name="connsiteX0" fmla="*/ 3 w 7672"/>
                      <a:gd name="connsiteY0" fmla="*/ 3502 h 7004"/>
                      <a:gd name="connsiteX1" fmla="*/ 4437 w 7672"/>
                      <a:gd name="connsiteY1" fmla="*/ 7005 h 7004"/>
                      <a:gd name="connsiteX2" fmla="*/ 7673 w 7672"/>
                      <a:gd name="connsiteY2" fmla="*/ 5586 h 7004"/>
                      <a:gd name="connsiteX3" fmla="*/ 3727 w 7672"/>
                      <a:gd name="connsiteY3" fmla="*/ 0 h 7004"/>
                      <a:gd name="connsiteX4" fmla="*/ 3 w 7672"/>
                      <a:gd name="connsiteY4" fmla="*/ 3502 h 7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72" h="7004">
                        <a:moveTo>
                          <a:pt x="3" y="3502"/>
                        </a:moveTo>
                        <a:cubicBezTo>
                          <a:pt x="92" y="5453"/>
                          <a:pt x="2087" y="7005"/>
                          <a:pt x="4437" y="7005"/>
                        </a:cubicBezTo>
                        <a:cubicBezTo>
                          <a:pt x="5811" y="7005"/>
                          <a:pt x="6919" y="6428"/>
                          <a:pt x="7673" y="5586"/>
                        </a:cubicBezTo>
                        <a:cubicBezTo>
                          <a:pt x="6343" y="3724"/>
                          <a:pt x="5013" y="1906"/>
                          <a:pt x="3727" y="0"/>
                        </a:cubicBezTo>
                        <a:cubicBezTo>
                          <a:pt x="1555" y="177"/>
                          <a:pt x="-85" y="1640"/>
                          <a:pt x="3" y="35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31" name="Forme libre : forme 20030">
                    <a:extLst>
                      <a:ext uri="{FF2B5EF4-FFF2-40B4-BE49-F238E27FC236}">
                        <a16:creationId xmlns:a16="http://schemas.microsoft.com/office/drawing/2014/main" id="{795D45AB-F6D0-49FC-BC22-666731A0AD62}"/>
                      </a:ext>
                    </a:extLst>
                  </p:cNvPr>
                  <p:cNvSpPr/>
                  <p:nvPr/>
                </p:nvSpPr>
                <p:spPr>
                  <a:xfrm>
                    <a:off x="5464727" y="6275269"/>
                    <a:ext cx="2715" cy="7846"/>
                  </a:xfrm>
                  <a:custGeom>
                    <a:avLst/>
                    <a:gdLst>
                      <a:gd name="connsiteX0" fmla="*/ 2704 w 2715"/>
                      <a:gd name="connsiteY0" fmla="*/ 2615 h 7846"/>
                      <a:gd name="connsiteX1" fmla="*/ 1951 w 2715"/>
                      <a:gd name="connsiteY1" fmla="*/ 0 h 7846"/>
                      <a:gd name="connsiteX2" fmla="*/ 0 w 2715"/>
                      <a:gd name="connsiteY2" fmla="*/ 7846 h 7846"/>
                      <a:gd name="connsiteX3" fmla="*/ 2704 w 2715"/>
                      <a:gd name="connsiteY3" fmla="*/ 2615 h 7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5" h="7846">
                        <a:moveTo>
                          <a:pt x="2704" y="2615"/>
                        </a:moveTo>
                        <a:cubicBezTo>
                          <a:pt x="2660" y="1685"/>
                          <a:pt x="2394" y="798"/>
                          <a:pt x="1951" y="0"/>
                        </a:cubicBezTo>
                        <a:cubicBezTo>
                          <a:pt x="1286" y="2615"/>
                          <a:pt x="621" y="5231"/>
                          <a:pt x="0" y="7846"/>
                        </a:cubicBezTo>
                        <a:cubicBezTo>
                          <a:pt x="1773" y="6605"/>
                          <a:pt x="2837" y="4743"/>
                          <a:pt x="2704" y="26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32" name="Forme libre : forme 20031">
                    <a:extLst>
                      <a:ext uri="{FF2B5EF4-FFF2-40B4-BE49-F238E27FC236}">
                        <a16:creationId xmlns:a16="http://schemas.microsoft.com/office/drawing/2014/main" id="{BEB18638-DA00-4F3C-B047-E089881D00AC}"/>
                      </a:ext>
                    </a:extLst>
                  </p:cNvPr>
                  <p:cNvSpPr/>
                  <p:nvPr/>
                </p:nvSpPr>
                <p:spPr>
                  <a:xfrm>
                    <a:off x="5450889" y="6271057"/>
                    <a:ext cx="15832" cy="13787"/>
                  </a:xfrm>
                  <a:custGeom>
                    <a:avLst/>
                    <a:gdLst>
                      <a:gd name="connsiteX0" fmla="*/ 7942 w 15832"/>
                      <a:gd name="connsiteY0" fmla="*/ 1 h 13787"/>
                      <a:gd name="connsiteX1" fmla="*/ 6 w 15832"/>
                      <a:gd name="connsiteY1" fmla="*/ 6917 h 13787"/>
                      <a:gd name="connsiteX2" fmla="*/ 8651 w 15832"/>
                      <a:gd name="connsiteY2" fmla="*/ 13788 h 13787"/>
                      <a:gd name="connsiteX3" fmla="*/ 13882 w 15832"/>
                      <a:gd name="connsiteY3" fmla="*/ 12103 h 13787"/>
                      <a:gd name="connsiteX4" fmla="*/ 15832 w 15832"/>
                      <a:gd name="connsiteY4" fmla="*/ 4257 h 13787"/>
                      <a:gd name="connsiteX5" fmla="*/ 7942 w 15832"/>
                      <a:gd name="connsiteY5" fmla="*/ 1 h 13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832" h="13787">
                        <a:moveTo>
                          <a:pt x="7942" y="1"/>
                        </a:moveTo>
                        <a:cubicBezTo>
                          <a:pt x="3375" y="1"/>
                          <a:pt x="-171" y="3104"/>
                          <a:pt x="6" y="6917"/>
                        </a:cubicBezTo>
                        <a:cubicBezTo>
                          <a:pt x="184" y="10729"/>
                          <a:pt x="4041" y="13788"/>
                          <a:pt x="8651" y="13788"/>
                        </a:cubicBezTo>
                        <a:cubicBezTo>
                          <a:pt x="10690" y="13788"/>
                          <a:pt x="12508" y="13123"/>
                          <a:pt x="13882" y="12103"/>
                        </a:cubicBezTo>
                        <a:cubicBezTo>
                          <a:pt x="14503" y="9488"/>
                          <a:pt x="15167" y="6872"/>
                          <a:pt x="15832" y="4257"/>
                        </a:cubicBezTo>
                        <a:cubicBezTo>
                          <a:pt x="14458" y="1730"/>
                          <a:pt x="11399" y="-44"/>
                          <a:pt x="79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33" name="Forme libre : forme 20032">
                    <a:extLst>
                      <a:ext uri="{FF2B5EF4-FFF2-40B4-BE49-F238E27FC236}">
                        <a16:creationId xmlns:a16="http://schemas.microsoft.com/office/drawing/2014/main" id="{11E0D2D4-13B8-4BFD-9FBE-0D297CB88CE2}"/>
                      </a:ext>
                    </a:extLst>
                  </p:cNvPr>
                  <p:cNvSpPr/>
                  <p:nvPr/>
                </p:nvSpPr>
                <p:spPr>
                  <a:xfrm>
                    <a:off x="5475319" y="6286751"/>
                    <a:ext cx="8517" cy="7048"/>
                  </a:xfrm>
                  <a:custGeom>
                    <a:avLst/>
                    <a:gdLst>
                      <a:gd name="connsiteX0" fmla="*/ 4082 w 8517"/>
                      <a:gd name="connsiteY0" fmla="*/ 0 h 7048"/>
                      <a:gd name="connsiteX1" fmla="*/ 3 w 8517"/>
                      <a:gd name="connsiteY1" fmla="*/ 3546 h 7048"/>
                      <a:gd name="connsiteX2" fmla="*/ 4436 w 8517"/>
                      <a:gd name="connsiteY2" fmla="*/ 7048 h 7048"/>
                      <a:gd name="connsiteX3" fmla="*/ 8515 w 8517"/>
                      <a:gd name="connsiteY3" fmla="*/ 3502 h 7048"/>
                      <a:gd name="connsiteX4" fmla="*/ 4082 w 8517"/>
                      <a:gd name="connsiteY4" fmla="*/ 0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8">
                        <a:moveTo>
                          <a:pt x="4082" y="0"/>
                        </a:moveTo>
                        <a:cubicBezTo>
                          <a:pt x="1732" y="0"/>
                          <a:pt x="-86" y="1596"/>
                          <a:pt x="3" y="3546"/>
                        </a:cubicBez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426" y="1551"/>
                          <a:pt x="6431" y="0"/>
                          <a:pt x="408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34" name="Forme libre : forme 20033">
                    <a:extLst>
                      <a:ext uri="{FF2B5EF4-FFF2-40B4-BE49-F238E27FC236}">
                        <a16:creationId xmlns:a16="http://schemas.microsoft.com/office/drawing/2014/main" id="{B7E57874-E48F-4F89-B3F3-4F9C102F230D}"/>
                      </a:ext>
                    </a:extLst>
                  </p:cNvPr>
                  <p:cNvSpPr/>
                  <p:nvPr/>
                </p:nvSpPr>
                <p:spPr>
                  <a:xfrm>
                    <a:off x="5081042" y="6280633"/>
                    <a:ext cx="2134" cy="8378"/>
                  </a:xfrm>
                  <a:custGeom>
                    <a:avLst/>
                    <a:gdLst>
                      <a:gd name="connsiteX0" fmla="*/ 754 w 2134"/>
                      <a:gd name="connsiteY0" fmla="*/ 0 h 8378"/>
                      <a:gd name="connsiteX1" fmla="*/ 0 w 2134"/>
                      <a:gd name="connsiteY1" fmla="*/ 8379 h 8378"/>
                      <a:gd name="connsiteX2" fmla="*/ 2128 w 2134"/>
                      <a:gd name="connsiteY2" fmla="*/ 3547 h 8378"/>
                      <a:gd name="connsiteX3" fmla="*/ 754 w 2134"/>
                      <a:gd name="connsiteY3" fmla="*/ 0 h 8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34" h="8378">
                        <a:moveTo>
                          <a:pt x="754" y="0"/>
                        </a:moveTo>
                        <a:cubicBezTo>
                          <a:pt x="1153" y="2704"/>
                          <a:pt x="798" y="5541"/>
                          <a:pt x="0" y="8379"/>
                        </a:cubicBezTo>
                        <a:cubicBezTo>
                          <a:pt x="1419" y="7137"/>
                          <a:pt x="2217" y="5408"/>
                          <a:pt x="2128" y="3547"/>
                        </a:cubicBezTo>
                        <a:cubicBezTo>
                          <a:pt x="2084" y="2261"/>
                          <a:pt x="1552" y="1064"/>
                          <a:pt x="75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35" name="Forme libre : forme 20034">
                    <a:extLst>
                      <a:ext uri="{FF2B5EF4-FFF2-40B4-BE49-F238E27FC236}">
                        <a16:creationId xmlns:a16="http://schemas.microsoft.com/office/drawing/2014/main" id="{634DD826-5BFE-4C9B-A13B-5F4E2B6FBBF9}"/>
                      </a:ext>
                    </a:extLst>
                  </p:cNvPr>
                  <p:cNvSpPr/>
                  <p:nvPr/>
                </p:nvSpPr>
                <p:spPr>
                  <a:xfrm>
                    <a:off x="5066628" y="6277308"/>
                    <a:ext cx="15333" cy="13786"/>
                  </a:xfrm>
                  <a:custGeom>
                    <a:avLst/>
                    <a:gdLst>
                      <a:gd name="connsiteX0" fmla="*/ 15168 w 15333"/>
                      <a:gd name="connsiteY0" fmla="*/ 3325 h 13786"/>
                      <a:gd name="connsiteX1" fmla="*/ 7942 w 15333"/>
                      <a:gd name="connsiteY1" fmla="*/ 0 h 13786"/>
                      <a:gd name="connsiteX2" fmla="*/ 6 w 15333"/>
                      <a:gd name="connsiteY2" fmla="*/ 6915 h 13786"/>
                      <a:gd name="connsiteX3" fmla="*/ 8651 w 15333"/>
                      <a:gd name="connsiteY3" fmla="*/ 13787 h 13786"/>
                      <a:gd name="connsiteX4" fmla="*/ 14458 w 15333"/>
                      <a:gd name="connsiteY4" fmla="*/ 11703 h 13786"/>
                      <a:gd name="connsiteX5" fmla="*/ 15168 w 15333"/>
                      <a:gd name="connsiteY5" fmla="*/ 3325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33" h="13786">
                        <a:moveTo>
                          <a:pt x="15168" y="3325"/>
                        </a:moveTo>
                        <a:cubicBezTo>
                          <a:pt x="13616" y="1330"/>
                          <a:pt x="10956" y="0"/>
                          <a:pt x="7942" y="0"/>
                        </a:cubicBezTo>
                        <a:cubicBezTo>
                          <a:pt x="3376" y="0"/>
                          <a:pt x="-171" y="3103"/>
                          <a:pt x="6" y="6915"/>
                        </a:cubicBezTo>
                        <a:cubicBezTo>
                          <a:pt x="184" y="10728"/>
                          <a:pt x="4040" y="13787"/>
                          <a:pt x="8651" y="13787"/>
                        </a:cubicBezTo>
                        <a:cubicBezTo>
                          <a:pt x="10956" y="13787"/>
                          <a:pt x="12995" y="12989"/>
                          <a:pt x="14458" y="11703"/>
                        </a:cubicBezTo>
                        <a:cubicBezTo>
                          <a:pt x="15212" y="8911"/>
                          <a:pt x="15567" y="6073"/>
                          <a:pt x="15168" y="33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36" name="Forme libre : forme 20035">
                    <a:extLst>
                      <a:ext uri="{FF2B5EF4-FFF2-40B4-BE49-F238E27FC236}">
                        <a16:creationId xmlns:a16="http://schemas.microsoft.com/office/drawing/2014/main" id="{88DE1E20-1951-4D79-B33D-C9B01DC25298}"/>
                      </a:ext>
                    </a:extLst>
                  </p:cNvPr>
                  <p:cNvSpPr/>
                  <p:nvPr/>
                </p:nvSpPr>
                <p:spPr>
                  <a:xfrm>
                    <a:off x="5091058" y="6293046"/>
                    <a:ext cx="8517" cy="7048"/>
                  </a:xfrm>
                  <a:custGeom>
                    <a:avLst/>
                    <a:gdLst>
                      <a:gd name="connsiteX0" fmla="*/ 4082 w 8517"/>
                      <a:gd name="connsiteY0" fmla="*/ 0 h 7048"/>
                      <a:gd name="connsiteX1" fmla="*/ 3 w 8517"/>
                      <a:gd name="connsiteY1" fmla="*/ 3546 h 7048"/>
                      <a:gd name="connsiteX2" fmla="*/ 4436 w 8517"/>
                      <a:gd name="connsiteY2" fmla="*/ 7048 h 7048"/>
                      <a:gd name="connsiteX3" fmla="*/ 8515 w 8517"/>
                      <a:gd name="connsiteY3" fmla="*/ 3502 h 7048"/>
                      <a:gd name="connsiteX4" fmla="*/ 4082 w 8517"/>
                      <a:gd name="connsiteY4" fmla="*/ 0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8">
                        <a:moveTo>
                          <a:pt x="4082" y="0"/>
                        </a:moveTo>
                        <a:cubicBezTo>
                          <a:pt x="1732" y="0"/>
                          <a:pt x="-86" y="1596"/>
                          <a:pt x="3" y="3546"/>
                        </a:cubicBez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426" y="1551"/>
                          <a:pt x="6431" y="0"/>
                          <a:pt x="408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37" name="Forme libre : forme 20036">
                    <a:extLst>
                      <a:ext uri="{FF2B5EF4-FFF2-40B4-BE49-F238E27FC236}">
                        <a16:creationId xmlns:a16="http://schemas.microsoft.com/office/drawing/2014/main" id="{FF9F8DC7-4889-4D3F-A052-28029A01AFA0}"/>
                      </a:ext>
                    </a:extLst>
                  </p:cNvPr>
                  <p:cNvSpPr/>
                  <p:nvPr/>
                </p:nvSpPr>
                <p:spPr>
                  <a:xfrm>
                    <a:off x="5228531" y="6297745"/>
                    <a:ext cx="10778" cy="13299"/>
                  </a:xfrm>
                  <a:custGeom>
                    <a:avLst/>
                    <a:gdLst>
                      <a:gd name="connsiteX0" fmla="*/ 5364 w 10778"/>
                      <a:gd name="connsiteY0" fmla="*/ 0 h 13299"/>
                      <a:gd name="connsiteX1" fmla="*/ 0 w 10778"/>
                      <a:gd name="connsiteY1" fmla="*/ 12856 h 13299"/>
                      <a:gd name="connsiteX2" fmla="*/ 2837 w 10778"/>
                      <a:gd name="connsiteY2" fmla="*/ 13299 h 13299"/>
                      <a:gd name="connsiteX3" fmla="*/ 10772 w 10778"/>
                      <a:gd name="connsiteY3" fmla="*/ 6384 h 13299"/>
                      <a:gd name="connsiteX4" fmla="*/ 5364 w 10778"/>
                      <a:gd name="connsiteY4" fmla="*/ 0 h 13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78" h="13299">
                        <a:moveTo>
                          <a:pt x="5364" y="0"/>
                        </a:moveTo>
                        <a:cubicBezTo>
                          <a:pt x="8290" y="4211"/>
                          <a:pt x="5142" y="8777"/>
                          <a:pt x="0" y="12856"/>
                        </a:cubicBezTo>
                        <a:cubicBezTo>
                          <a:pt x="887" y="13122"/>
                          <a:pt x="1862" y="13299"/>
                          <a:pt x="2837" y="13299"/>
                        </a:cubicBezTo>
                        <a:cubicBezTo>
                          <a:pt x="7403" y="13299"/>
                          <a:pt x="10950" y="10196"/>
                          <a:pt x="10772" y="6384"/>
                        </a:cubicBezTo>
                        <a:cubicBezTo>
                          <a:pt x="10639" y="3458"/>
                          <a:pt x="8423" y="1020"/>
                          <a:pt x="536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38" name="Forme libre : forme 20037">
                    <a:extLst>
                      <a:ext uri="{FF2B5EF4-FFF2-40B4-BE49-F238E27FC236}">
                        <a16:creationId xmlns:a16="http://schemas.microsoft.com/office/drawing/2014/main" id="{ED032C4E-C6F1-42DC-A086-24AADF70D2EA}"/>
                      </a:ext>
                    </a:extLst>
                  </p:cNvPr>
                  <p:cNvSpPr/>
                  <p:nvPr/>
                </p:nvSpPr>
                <p:spPr>
                  <a:xfrm>
                    <a:off x="5222762" y="6297213"/>
                    <a:ext cx="12255" cy="13343"/>
                  </a:xfrm>
                  <a:custGeom>
                    <a:avLst/>
                    <a:gdLst>
                      <a:gd name="connsiteX0" fmla="*/ 11133 w 12255"/>
                      <a:gd name="connsiteY0" fmla="*/ 532 h 13343"/>
                      <a:gd name="connsiteX1" fmla="*/ 7942 w 12255"/>
                      <a:gd name="connsiteY1" fmla="*/ 0 h 13343"/>
                      <a:gd name="connsiteX2" fmla="*/ 6 w 12255"/>
                      <a:gd name="connsiteY2" fmla="*/ 6916 h 13343"/>
                      <a:gd name="connsiteX3" fmla="*/ 5769 w 12255"/>
                      <a:gd name="connsiteY3" fmla="*/ 13344 h 13343"/>
                      <a:gd name="connsiteX4" fmla="*/ 11133 w 12255"/>
                      <a:gd name="connsiteY4" fmla="*/ 532 h 13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55" h="13343">
                        <a:moveTo>
                          <a:pt x="11133" y="532"/>
                        </a:moveTo>
                        <a:cubicBezTo>
                          <a:pt x="10158" y="177"/>
                          <a:pt x="9050" y="0"/>
                          <a:pt x="7942" y="0"/>
                        </a:cubicBezTo>
                        <a:cubicBezTo>
                          <a:pt x="3376" y="0"/>
                          <a:pt x="-171" y="3103"/>
                          <a:pt x="6" y="6916"/>
                        </a:cubicBezTo>
                        <a:cubicBezTo>
                          <a:pt x="139" y="9886"/>
                          <a:pt x="2578" y="12413"/>
                          <a:pt x="5769" y="13344"/>
                        </a:cubicBezTo>
                        <a:cubicBezTo>
                          <a:pt x="10912" y="9309"/>
                          <a:pt x="14059" y="4699"/>
                          <a:pt x="11133" y="53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39" name="Forme libre : forme 20038">
                    <a:extLst>
                      <a:ext uri="{FF2B5EF4-FFF2-40B4-BE49-F238E27FC236}">
                        <a16:creationId xmlns:a16="http://schemas.microsoft.com/office/drawing/2014/main" id="{4935EE25-12FB-4352-AD0B-8D4E81E44D13}"/>
                      </a:ext>
                    </a:extLst>
                  </p:cNvPr>
                  <p:cNvSpPr/>
                  <p:nvPr/>
                </p:nvSpPr>
                <p:spPr>
                  <a:xfrm>
                    <a:off x="5247191" y="6312950"/>
                    <a:ext cx="8517" cy="7049"/>
                  </a:xfrm>
                  <a:custGeom>
                    <a:avLst/>
                    <a:gdLst>
                      <a:gd name="connsiteX0" fmla="*/ 4082 w 8517"/>
                      <a:gd name="connsiteY0" fmla="*/ 1 h 7049"/>
                      <a:gd name="connsiteX1" fmla="*/ 3 w 8517"/>
                      <a:gd name="connsiteY1" fmla="*/ 3547 h 7049"/>
                      <a:gd name="connsiteX2" fmla="*/ 4436 w 8517"/>
                      <a:gd name="connsiteY2" fmla="*/ 7049 h 7049"/>
                      <a:gd name="connsiteX3" fmla="*/ 8515 w 8517"/>
                      <a:gd name="connsiteY3" fmla="*/ 3503 h 7049"/>
                      <a:gd name="connsiteX4" fmla="*/ 4082 w 8517"/>
                      <a:gd name="connsiteY4" fmla="*/ 1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9">
                        <a:moveTo>
                          <a:pt x="4082" y="1"/>
                        </a:moveTo>
                        <a:cubicBezTo>
                          <a:pt x="1732" y="1"/>
                          <a:pt x="-86" y="1597"/>
                          <a:pt x="3" y="3547"/>
                        </a:cubicBezTo>
                        <a:cubicBezTo>
                          <a:pt x="92" y="5498"/>
                          <a:pt x="2087" y="7049"/>
                          <a:pt x="4436" y="7049"/>
                        </a:cubicBezTo>
                        <a:cubicBezTo>
                          <a:pt x="6786" y="7049"/>
                          <a:pt x="8603" y="5454"/>
                          <a:pt x="8515" y="3503"/>
                        </a:cubicBezTo>
                        <a:cubicBezTo>
                          <a:pt x="8426" y="1552"/>
                          <a:pt x="6431" y="-43"/>
                          <a:pt x="408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40" name="Forme libre : forme 20039">
                    <a:extLst>
                      <a:ext uri="{FF2B5EF4-FFF2-40B4-BE49-F238E27FC236}">
                        <a16:creationId xmlns:a16="http://schemas.microsoft.com/office/drawing/2014/main" id="{0F56A1B6-F805-4054-9D65-58AA425AF8B7}"/>
                      </a:ext>
                    </a:extLst>
                  </p:cNvPr>
                  <p:cNvSpPr/>
                  <p:nvPr/>
                </p:nvSpPr>
                <p:spPr>
                  <a:xfrm>
                    <a:off x="5798583" y="6210413"/>
                    <a:ext cx="10295" cy="13742"/>
                  </a:xfrm>
                  <a:custGeom>
                    <a:avLst/>
                    <a:gdLst>
                      <a:gd name="connsiteX0" fmla="*/ 10285 w 10295"/>
                      <a:gd name="connsiteY0" fmla="*/ 6871 h 13742"/>
                      <a:gd name="connsiteX1" fmla="*/ 1640 w 10295"/>
                      <a:gd name="connsiteY1" fmla="*/ 0 h 13742"/>
                      <a:gd name="connsiteX2" fmla="*/ 0 w 10295"/>
                      <a:gd name="connsiteY2" fmla="*/ 133 h 13742"/>
                      <a:gd name="connsiteX3" fmla="*/ 2616 w 10295"/>
                      <a:gd name="connsiteY3" fmla="*/ 13742 h 13742"/>
                      <a:gd name="connsiteX4" fmla="*/ 10285 w 10295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95" h="13742">
                        <a:moveTo>
                          <a:pt x="10285" y="6871"/>
                        </a:moveTo>
                        <a:cubicBezTo>
                          <a:pt x="10107" y="3059"/>
                          <a:pt x="6251" y="0"/>
                          <a:pt x="1640" y="0"/>
                        </a:cubicBezTo>
                        <a:cubicBezTo>
                          <a:pt x="1064" y="0"/>
                          <a:pt x="532" y="44"/>
                          <a:pt x="0" y="133"/>
                        </a:cubicBezTo>
                        <a:cubicBezTo>
                          <a:pt x="1463" y="4610"/>
                          <a:pt x="2350" y="9176"/>
                          <a:pt x="2616" y="13742"/>
                        </a:cubicBezTo>
                        <a:cubicBezTo>
                          <a:pt x="7093" y="13609"/>
                          <a:pt x="10506" y="10551"/>
                          <a:pt x="10285" y="687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41" name="Forme libre : forme 20040">
                    <a:extLst>
                      <a:ext uri="{FF2B5EF4-FFF2-40B4-BE49-F238E27FC236}">
                        <a16:creationId xmlns:a16="http://schemas.microsoft.com/office/drawing/2014/main" id="{F9E06C40-836E-449A-954C-A0A3A43B64ED}"/>
                      </a:ext>
                    </a:extLst>
                  </p:cNvPr>
                  <p:cNvSpPr/>
                  <p:nvPr/>
                </p:nvSpPr>
                <p:spPr>
                  <a:xfrm>
                    <a:off x="5792324" y="6210546"/>
                    <a:ext cx="8962" cy="13654"/>
                  </a:xfrm>
                  <a:custGeom>
                    <a:avLst/>
                    <a:gdLst>
                      <a:gd name="connsiteX0" fmla="*/ 8 w 8962"/>
                      <a:gd name="connsiteY0" fmla="*/ 6783 h 13654"/>
                      <a:gd name="connsiteX1" fmla="*/ 8653 w 8962"/>
                      <a:gd name="connsiteY1" fmla="*/ 13654 h 13654"/>
                      <a:gd name="connsiteX2" fmla="*/ 8963 w 8962"/>
                      <a:gd name="connsiteY2" fmla="*/ 13610 h 13654"/>
                      <a:gd name="connsiteX3" fmla="*/ 6347 w 8962"/>
                      <a:gd name="connsiteY3" fmla="*/ 0 h 13654"/>
                      <a:gd name="connsiteX4" fmla="*/ 8 w 8962"/>
                      <a:gd name="connsiteY4" fmla="*/ 6783 h 13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62" h="13654">
                        <a:moveTo>
                          <a:pt x="8" y="6783"/>
                        </a:moveTo>
                        <a:cubicBezTo>
                          <a:pt x="185" y="10595"/>
                          <a:pt x="4042" y="13654"/>
                          <a:pt x="8653" y="13654"/>
                        </a:cubicBezTo>
                        <a:cubicBezTo>
                          <a:pt x="8741" y="13654"/>
                          <a:pt x="8874" y="13610"/>
                          <a:pt x="8963" y="13610"/>
                        </a:cubicBezTo>
                        <a:cubicBezTo>
                          <a:pt x="8697" y="9044"/>
                          <a:pt x="7766" y="4477"/>
                          <a:pt x="6347" y="0"/>
                        </a:cubicBezTo>
                        <a:cubicBezTo>
                          <a:pt x="2579" y="665"/>
                          <a:pt x="-169" y="3458"/>
                          <a:pt x="8" y="67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42" name="Forme libre : forme 20041">
                    <a:extLst>
                      <a:ext uri="{FF2B5EF4-FFF2-40B4-BE49-F238E27FC236}">
                        <a16:creationId xmlns:a16="http://schemas.microsoft.com/office/drawing/2014/main" id="{595652DF-838A-4626-8AC4-90563A4A30C6}"/>
                      </a:ext>
                    </a:extLst>
                  </p:cNvPr>
                  <p:cNvSpPr/>
                  <p:nvPr/>
                </p:nvSpPr>
                <p:spPr>
                  <a:xfrm>
                    <a:off x="5816756" y="6226150"/>
                    <a:ext cx="8517" cy="7049"/>
                  </a:xfrm>
                  <a:custGeom>
                    <a:avLst/>
                    <a:gdLst>
                      <a:gd name="connsiteX0" fmla="*/ 4436 w 8517"/>
                      <a:gd name="connsiteY0" fmla="*/ 7049 h 7049"/>
                      <a:gd name="connsiteX1" fmla="*/ 8515 w 8517"/>
                      <a:gd name="connsiteY1" fmla="*/ 3502 h 7049"/>
                      <a:gd name="connsiteX2" fmla="*/ 4081 w 8517"/>
                      <a:gd name="connsiteY2" fmla="*/ 0 h 7049"/>
                      <a:gd name="connsiteX3" fmla="*/ 3 w 8517"/>
                      <a:gd name="connsiteY3" fmla="*/ 3547 h 7049"/>
                      <a:gd name="connsiteX4" fmla="*/ 4436 w 8517"/>
                      <a:gd name="connsiteY4" fmla="*/ 7049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9">
                        <a:moveTo>
                          <a:pt x="4436" y="7049"/>
                        </a:moveTo>
                        <a:cubicBezTo>
                          <a:pt x="6786" y="7049"/>
                          <a:pt x="8603" y="5453"/>
                          <a:pt x="8515" y="3502"/>
                        </a:cubicBezTo>
                        <a:cubicBezTo>
                          <a:pt x="8426" y="1551"/>
                          <a:pt x="6431" y="0"/>
                          <a:pt x="4081" y="0"/>
                        </a:cubicBezTo>
                        <a:cubicBezTo>
                          <a:pt x="1732" y="0"/>
                          <a:pt x="-86" y="1596"/>
                          <a:pt x="3" y="3547"/>
                        </a:cubicBezTo>
                        <a:cubicBezTo>
                          <a:pt x="92" y="5497"/>
                          <a:pt x="2087" y="7049"/>
                          <a:pt x="4436" y="70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43" name="Forme libre : forme 20042">
                    <a:extLst>
                      <a:ext uri="{FF2B5EF4-FFF2-40B4-BE49-F238E27FC236}">
                        <a16:creationId xmlns:a16="http://schemas.microsoft.com/office/drawing/2014/main" id="{2B02BB8D-1700-48F3-88C0-44A0E0750C03}"/>
                      </a:ext>
                    </a:extLst>
                  </p:cNvPr>
                  <p:cNvSpPr/>
                  <p:nvPr/>
                </p:nvSpPr>
                <p:spPr>
                  <a:xfrm>
                    <a:off x="5609334" y="6247739"/>
                    <a:ext cx="4122" cy="2039"/>
                  </a:xfrm>
                  <a:custGeom>
                    <a:avLst/>
                    <a:gdLst>
                      <a:gd name="connsiteX0" fmla="*/ 4123 w 4122"/>
                      <a:gd name="connsiteY0" fmla="*/ 0 h 2039"/>
                      <a:gd name="connsiteX1" fmla="*/ 0 w 4122"/>
                      <a:gd name="connsiteY1" fmla="*/ 2040 h 2039"/>
                      <a:gd name="connsiteX2" fmla="*/ 4123 w 4122"/>
                      <a:gd name="connsiteY2" fmla="*/ 0 h 2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22" h="2039">
                        <a:moveTo>
                          <a:pt x="4123" y="0"/>
                        </a:moveTo>
                        <a:cubicBezTo>
                          <a:pt x="2748" y="665"/>
                          <a:pt x="1374" y="1375"/>
                          <a:pt x="0" y="2040"/>
                        </a:cubicBezTo>
                        <a:cubicBezTo>
                          <a:pt x="1640" y="1729"/>
                          <a:pt x="3059" y="1020"/>
                          <a:pt x="412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44" name="Forme libre : forme 20043">
                    <a:extLst>
                      <a:ext uri="{FF2B5EF4-FFF2-40B4-BE49-F238E27FC236}">
                        <a16:creationId xmlns:a16="http://schemas.microsoft.com/office/drawing/2014/main" id="{3F685F36-E568-48DF-995C-E37032834033}"/>
                      </a:ext>
                    </a:extLst>
                  </p:cNvPr>
                  <p:cNvSpPr/>
                  <p:nvPr/>
                </p:nvSpPr>
                <p:spPr>
                  <a:xfrm>
                    <a:off x="5603970" y="6236213"/>
                    <a:ext cx="11532" cy="13787"/>
                  </a:xfrm>
                  <a:custGeom>
                    <a:avLst/>
                    <a:gdLst>
                      <a:gd name="connsiteX0" fmla="*/ 2881 w 11532"/>
                      <a:gd name="connsiteY0" fmla="*/ 0 h 13787"/>
                      <a:gd name="connsiteX1" fmla="*/ 0 w 11532"/>
                      <a:gd name="connsiteY1" fmla="*/ 488 h 13787"/>
                      <a:gd name="connsiteX2" fmla="*/ 1729 w 11532"/>
                      <a:gd name="connsiteY2" fmla="*/ 13610 h 13787"/>
                      <a:gd name="connsiteX3" fmla="*/ 3591 w 11532"/>
                      <a:gd name="connsiteY3" fmla="*/ 13787 h 13787"/>
                      <a:gd name="connsiteX4" fmla="*/ 5408 w 11532"/>
                      <a:gd name="connsiteY4" fmla="*/ 13610 h 13787"/>
                      <a:gd name="connsiteX5" fmla="*/ 9531 w 11532"/>
                      <a:gd name="connsiteY5" fmla="*/ 11571 h 13787"/>
                      <a:gd name="connsiteX6" fmla="*/ 11526 w 11532"/>
                      <a:gd name="connsiteY6" fmla="*/ 6872 h 13787"/>
                      <a:gd name="connsiteX7" fmla="*/ 2881 w 11532"/>
                      <a:gd name="connsiteY7" fmla="*/ 0 h 13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532" h="13787">
                        <a:moveTo>
                          <a:pt x="2881" y="0"/>
                        </a:moveTo>
                        <a:cubicBezTo>
                          <a:pt x="1862" y="0"/>
                          <a:pt x="887" y="178"/>
                          <a:pt x="0" y="488"/>
                        </a:cubicBezTo>
                        <a:cubicBezTo>
                          <a:pt x="2483" y="4478"/>
                          <a:pt x="2616" y="9177"/>
                          <a:pt x="1729" y="13610"/>
                        </a:cubicBezTo>
                        <a:cubicBezTo>
                          <a:pt x="2350" y="13743"/>
                          <a:pt x="2970" y="13787"/>
                          <a:pt x="3591" y="13787"/>
                        </a:cubicBezTo>
                        <a:cubicBezTo>
                          <a:pt x="4211" y="13787"/>
                          <a:pt x="4832" y="13699"/>
                          <a:pt x="5408" y="13610"/>
                        </a:cubicBezTo>
                        <a:cubicBezTo>
                          <a:pt x="6783" y="12945"/>
                          <a:pt x="8157" y="12236"/>
                          <a:pt x="9531" y="11571"/>
                        </a:cubicBezTo>
                        <a:cubicBezTo>
                          <a:pt x="10861" y="10329"/>
                          <a:pt x="11615" y="8689"/>
                          <a:pt x="11526" y="6872"/>
                        </a:cubicBezTo>
                        <a:cubicBezTo>
                          <a:pt x="11304" y="3015"/>
                          <a:pt x="7448" y="-44"/>
                          <a:pt x="288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45" name="Forme libre : forme 20044">
                    <a:extLst>
                      <a:ext uri="{FF2B5EF4-FFF2-40B4-BE49-F238E27FC236}">
                        <a16:creationId xmlns:a16="http://schemas.microsoft.com/office/drawing/2014/main" id="{12E318CB-8414-4531-A7A0-C3CD17FC2F04}"/>
                      </a:ext>
                    </a:extLst>
                  </p:cNvPr>
                  <p:cNvSpPr/>
                  <p:nvPr/>
                </p:nvSpPr>
                <p:spPr>
                  <a:xfrm>
                    <a:off x="5598911" y="6236657"/>
                    <a:ext cx="7245" cy="13166"/>
                  </a:xfrm>
                  <a:custGeom>
                    <a:avLst/>
                    <a:gdLst>
                      <a:gd name="connsiteX0" fmla="*/ 5060 w 7245"/>
                      <a:gd name="connsiteY0" fmla="*/ 0 h 13166"/>
                      <a:gd name="connsiteX1" fmla="*/ 6 w 7245"/>
                      <a:gd name="connsiteY1" fmla="*/ 6473 h 13166"/>
                      <a:gd name="connsiteX2" fmla="*/ 6744 w 7245"/>
                      <a:gd name="connsiteY2" fmla="*/ 13167 h 13166"/>
                      <a:gd name="connsiteX3" fmla="*/ 5060 w 7245"/>
                      <a:gd name="connsiteY3" fmla="*/ 0 h 13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245" h="13166">
                        <a:moveTo>
                          <a:pt x="5060" y="0"/>
                        </a:moveTo>
                        <a:cubicBezTo>
                          <a:pt x="2001" y="1020"/>
                          <a:pt x="-127" y="3502"/>
                          <a:pt x="6" y="6473"/>
                        </a:cubicBezTo>
                        <a:cubicBezTo>
                          <a:pt x="183" y="9753"/>
                          <a:pt x="3065" y="12457"/>
                          <a:pt x="6744" y="13167"/>
                        </a:cubicBezTo>
                        <a:cubicBezTo>
                          <a:pt x="7631" y="8734"/>
                          <a:pt x="7498" y="3990"/>
                          <a:pt x="506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46" name="Forme libre : forme 20045">
                    <a:extLst>
                      <a:ext uri="{FF2B5EF4-FFF2-40B4-BE49-F238E27FC236}">
                        <a16:creationId xmlns:a16="http://schemas.microsoft.com/office/drawing/2014/main" id="{4B106058-70B3-451D-A701-2A15D1105157}"/>
                      </a:ext>
                    </a:extLst>
                  </p:cNvPr>
                  <p:cNvSpPr/>
                  <p:nvPr/>
                </p:nvSpPr>
                <p:spPr>
                  <a:xfrm>
                    <a:off x="5623340" y="6251907"/>
                    <a:ext cx="8517" cy="7049"/>
                  </a:xfrm>
                  <a:custGeom>
                    <a:avLst/>
                    <a:gdLst>
                      <a:gd name="connsiteX0" fmla="*/ 4436 w 8517"/>
                      <a:gd name="connsiteY0" fmla="*/ 7048 h 7049"/>
                      <a:gd name="connsiteX1" fmla="*/ 8515 w 8517"/>
                      <a:gd name="connsiteY1" fmla="*/ 3502 h 7049"/>
                      <a:gd name="connsiteX2" fmla="*/ 4081 w 8517"/>
                      <a:gd name="connsiteY2" fmla="*/ 0 h 7049"/>
                      <a:gd name="connsiteX3" fmla="*/ 3 w 8517"/>
                      <a:gd name="connsiteY3" fmla="*/ 3546 h 7049"/>
                      <a:gd name="connsiteX4" fmla="*/ 4436 w 8517"/>
                      <a:gd name="connsiteY4" fmla="*/ 7048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9">
                        <a:moveTo>
                          <a:pt x="4436" y="7048"/>
                        </a:move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426" y="1551"/>
                          <a:pt x="6431" y="0"/>
                          <a:pt x="4081" y="0"/>
                        </a:cubicBezTo>
                        <a:cubicBezTo>
                          <a:pt x="1732" y="0"/>
                          <a:pt x="-86" y="1596"/>
                          <a:pt x="3" y="3546"/>
                        </a:cubicBezTo>
                        <a:cubicBezTo>
                          <a:pt x="92" y="5497"/>
                          <a:pt x="2087" y="7093"/>
                          <a:pt x="4436" y="7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47" name="Forme libre : forme 20046">
                    <a:extLst>
                      <a:ext uri="{FF2B5EF4-FFF2-40B4-BE49-F238E27FC236}">
                        <a16:creationId xmlns:a16="http://schemas.microsoft.com/office/drawing/2014/main" id="{BDC4F05F-6BA6-4FB0-824D-2F21F297C2A9}"/>
                      </a:ext>
                    </a:extLst>
                  </p:cNvPr>
                  <p:cNvSpPr/>
                  <p:nvPr/>
                </p:nvSpPr>
                <p:spPr>
                  <a:xfrm>
                    <a:off x="5668117" y="6300582"/>
                    <a:ext cx="16187" cy="12501"/>
                  </a:xfrm>
                  <a:custGeom>
                    <a:avLst/>
                    <a:gdLst>
                      <a:gd name="connsiteX0" fmla="*/ 5497 w 16187"/>
                      <a:gd name="connsiteY0" fmla="*/ 4566 h 12501"/>
                      <a:gd name="connsiteX1" fmla="*/ 0 w 16187"/>
                      <a:gd name="connsiteY1" fmla="*/ 7315 h 12501"/>
                      <a:gd name="connsiteX2" fmla="*/ 8245 w 16187"/>
                      <a:gd name="connsiteY2" fmla="*/ 12501 h 12501"/>
                      <a:gd name="connsiteX3" fmla="*/ 16181 w 16187"/>
                      <a:gd name="connsiteY3" fmla="*/ 5586 h 12501"/>
                      <a:gd name="connsiteX4" fmla="*/ 12413 w 16187"/>
                      <a:gd name="connsiteY4" fmla="*/ 0 h 12501"/>
                      <a:gd name="connsiteX5" fmla="*/ 5497 w 16187"/>
                      <a:gd name="connsiteY5" fmla="*/ 4566 h 12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187" h="12501">
                        <a:moveTo>
                          <a:pt x="5497" y="4566"/>
                        </a:moveTo>
                        <a:cubicBezTo>
                          <a:pt x="3679" y="5497"/>
                          <a:pt x="1818" y="6383"/>
                          <a:pt x="0" y="7315"/>
                        </a:cubicBezTo>
                        <a:cubicBezTo>
                          <a:pt x="1064" y="10285"/>
                          <a:pt x="4389" y="12501"/>
                          <a:pt x="8245" y="12501"/>
                        </a:cubicBezTo>
                        <a:cubicBezTo>
                          <a:pt x="12812" y="12501"/>
                          <a:pt x="16358" y="9398"/>
                          <a:pt x="16181" y="5586"/>
                        </a:cubicBezTo>
                        <a:cubicBezTo>
                          <a:pt x="16048" y="3280"/>
                          <a:pt x="14585" y="1241"/>
                          <a:pt x="12413" y="0"/>
                        </a:cubicBezTo>
                        <a:cubicBezTo>
                          <a:pt x="10639" y="1906"/>
                          <a:pt x="7935" y="3369"/>
                          <a:pt x="5497" y="456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48" name="Forme libre : forme 20047">
                    <a:extLst>
                      <a:ext uri="{FF2B5EF4-FFF2-40B4-BE49-F238E27FC236}">
                        <a16:creationId xmlns:a16="http://schemas.microsoft.com/office/drawing/2014/main" id="{A95BAFA5-D409-4665-B4C9-2B275F9DEF7E}"/>
                      </a:ext>
                    </a:extLst>
                  </p:cNvPr>
                  <p:cNvSpPr/>
                  <p:nvPr/>
                </p:nvSpPr>
                <p:spPr>
                  <a:xfrm>
                    <a:off x="5667756" y="6299252"/>
                    <a:ext cx="12818" cy="8644"/>
                  </a:xfrm>
                  <a:custGeom>
                    <a:avLst/>
                    <a:gdLst>
                      <a:gd name="connsiteX0" fmla="*/ 6 w 12818"/>
                      <a:gd name="connsiteY0" fmla="*/ 6960 h 8644"/>
                      <a:gd name="connsiteX1" fmla="*/ 361 w 12818"/>
                      <a:gd name="connsiteY1" fmla="*/ 8645 h 8644"/>
                      <a:gd name="connsiteX2" fmla="*/ 5858 w 12818"/>
                      <a:gd name="connsiteY2" fmla="*/ 5896 h 8644"/>
                      <a:gd name="connsiteX3" fmla="*/ 12818 w 12818"/>
                      <a:gd name="connsiteY3" fmla="*/ 1286 h 8644"/>
                      <a:gd name="connsiteX4" fmla="*/ 7942 w 12818"/>
                      <a:gd name="connsiteY4" fmla="*/ 0 h 8644"/>
                      <a:gd name="connsiteX5" fmla="*/ 6 w 12818"/>
                      <a:gd name="connsiteY5" fmla="*/ 6960 h 8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818" h="8644">
                        <a:moveTo>
                          <a:pt x="6" y="6960"/>
                        </a:moveTo>
                        <a:cubicBezTo>
                          <a:pt x="51" y="7537"/>
                          <a:pt x="184" y="8113"/>
                          <a:pt x="361" y="8645"/>
                        </a:cubicBezTo>
                        <a:cubicBezTo>
                          <a:pt x="2179" y="7714"/>
                          <a:pt x="4041" y="6827"/>
                          <a:pt x="5858" y="5896"/>
                        </a:cubicBezTo>
                        <a:cubicBezTo>
                          <a:pt x="8252" y="4699"/>
                          <a:pt x="11000" y="3236"/>
                          <a:pt x="12818" y="1286"/>
                        </a:cubicBezTo>
                        <a:cubicBezTo>
                          <a:pt x="11399" y="488"/>
                          <a:pt x="9759" y="0"/>
                          <a:pt x="7942" y="0"/>
                        </a:cubicBezTo>
                        <a:cubicBezTo>
                          <a:pt x="3376" y="44"/>
                          <a:pt x="-171" y="3148"/>
                          <a:pt x="6" y="69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49" name="Forme libre : forme 20048">
                    <a:extLst>
                      <a:ext uri="{FF2B5EF4-FFF2-40B4-BE49-F238E27FC236}">
                        <a16:creationId xmlns:a16="http://schemas.microsoft.com/office/drawing/2014/main" id="{FD965320-70EE-4AA0-87B2-E02BB1EF74E1}"/>
                      </a:ext>
                    </a:extLst>
                  </p:cNvPr>
                  <p:cNvSpPr/>
                  <p:nvPr/>
                </p:nvSpPr>
                <p:spPr>
                  <a:xfrm>
                    <a:off x="5697065" y="6318359"/>
                    <a:ext cx="3638" cy="3590"/>
                  </a:xfrm>
                  <a:custGeom>
                    <a:avLst/>
                    <a:gdLst>
                      <a:gd name="connsiteX0" fmla="*/ 0 w 3638"/>
                      <a:gd name="connsiteY0" fmla="*/ 3591 h 3590"/>
                      <a:gd name="connsiteX1" fmla="*/ 3635 w 3638"/>
                      <a:gd name="connsiteY1" fmla="*/ 133 h 3590"/>
                      <a:gd name="connsiteX2" fmla="*/ 3591 w 3638"/>
                      <a:gd name="connsiteY2" fmla="*/ 0 h 3590"/>
                      <a:gd name="connsiteX3" fmla="*/ 0 w 3638"/>
                      <a:gd name="connsiteY3" fmla="*/ 3591 h 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38" h="3590">
                        <a:moveTo>
                          <a:pt x="0" y="3591"/>
                        </a:moveTo>
                        <a:cubicBezTo>
                          <a:pt x="2128" y="3414"/>
                          <a:pt x="3724" y="1950"/>
                          <a:pt x="3635" y="133"/>
                        </a:cubicBezTo>
                        <a:cubicBezTo>
                          <a:pt x="3635" y="89"/>
                          <a:pt x="3591" y="44"/>
                          <a:pt x="3591" y="0"/>
                        </a:cubicBezTo>
                        <a:cubicBezTo>
                          <a:pt x="2394" y="1197"/>
                          <a:pt x="1197" y="2394"/>
                          <a:pt x="0" y="35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50" name="Forme libre : forme 20049">
                    <a:extLst>
                      <a:ext uri="{FF2B5EF4-FFF2-40B4-BE49-F238E27FC236}">
                        <a16:creationId xmlns:a16="http://schemas.microsoft.com/office/drawing/2014/main" id="{DF298FF2-5BF5-4CEC-B114-6C84177245BF}"/>
                      </a:ext>
                    </a:extLst>
                  </p:cNvPr>
                  <p:cNvSpPr/>
                  <p:nvPr/>
                </p:nvSpPr>
                <p:spPr>
                  <a:xfrm>
                    <a:off x="5692230" y="6314990"/>
                    <a:ext cx="8425" cy="7048"/>
                  </a:xfrm>
                  <a:custGeom>
                    <a:avLst/>
                    <a:gdLst>
                      <a:gd name="connsiteX0" fmla="*/ 4081 w 8425"/>
                      <a:gd name="connsiteY0" fmla="*/ 0 h 7048"/>
                      <a:gd name="connsiteX1" fmla="*/ 3 w 8425"/>
                      <a:gd name="connsiteY1" fmla="*/ 3547 h 7048"/>
                      <a:gd name="connsiteX2" fmla="*/ 4436 w 8425"/>
                      <a:gd name="connsiteY2" fmla="*/ 7048 h 7048"/>
                      <a:gd name="connsiteX3" fmla="*/ 4835 w 8425"/>
                      <a:gd name="connsiteY3" fmla="*/ 6960 h 7048"/>
                      <a:gd name="connsiteX4" fmla="*/ 8426 w 8425"/>
                      <a:gd name="connsiteY4" fmla="*/ 3325 h 7048"/>
                      <a:gd name="connsiteX5" fmla="*/ 4081 w 8425"/>
                      <a:gd name="connsiteY5" fmla="*/ 0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25" h="7048">
                        <a:moveTo>
                          <a:pt x="4081" y="0"/>
                        </a:moveTo>
                        <a:cubicBezTo>
                          <a:pt x="1732" y="0"/>
                          <a:pt x="-86" y="1596"/>
                          <a:pt x="3" y="3547"/>
                        </a:cubicBez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4569" y="7048"/>
                          <a:pt x="4702" y="7004"/>
                          <a:pt x="4835" y="6960"/>
                        </a:cubicBezTo>
                        <a:cubicBezTo>
                          <a:pt x="6032" y="5719"/>
                          <a:pt x="7229" y="4522"/>
                          <a:pt x="8426" y="3325"/>
                        </a:cubicBezTo>
                        <a:cubicBezTo>
                          <a:pt x="8249" y="1463"/>
                          <a:pt x="6342" y="0"/>
                          <a:pt x="408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51" name="Forme libre : forme 20050">
                    <a:extLst>
                      <a:ext uri="{FF2B5EF4-FFF2-40B4-BE49-F238E27FC236}">
                        <a16:creationId xmlns:a16="http://schemas.microsoft.com/office/drawing/2014/main" id="{7EA09047-62A4-4A6B-BDE5-8C635B01B182}"/>
                      </a:ext>
                    </a:extLst>
                  </p:cNvPr>
                  <p:cNvSpPr/>
                  <p:nvPr/>
                </p:nvSpPr>
                <p:spPr>
                  <a:xfrm>
                    <a:off x="5818000" y="6320575"/>
                    <a:ext cx="14857" cy="10727"/>
                  </a:xfrm>
                  <a:custGeom>
                    <a:avLst/>
                    <a:gdLst>
                      <a:gd name="connsiteX0" fmla="*/ 0 w 14857"/>
                      <a:gd name="connsiteY0" fmla="*/ 7802 h 10727"/>
                      <a:gd name="connsiteX1" fmla="*/ 6916 w 14857"/>
                      <a:gd name="connsiteY1" fmla="*/ 10728 h 10727"/>
                      <a:gd name="connsiteX2" fmla="*/ 14851 w 14857"/>
                      <a:gd name="connsiteY2" fmla="*/ 3812 h 10727"/>
                      <a:gd name="connsiteX3" fmla="*/ 13255 w 14857"/>
                      <a:gd name="connsiteY3" fmla="*/ 0 h 10727"/>
                      <a:gd name="connsiteX4" fmla="*/ 2350 w 14857"/>
                      <a:gd name="connsiteY4" fmla="*/ 5408 h 10727"/>
                      <a:gd name="connsiteX5" fmla="*/ 0 w 14857"/>
                      <a:gd name="connsiteY5" fmla="*/ 7802 h 10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57" h="10727">
                        <a:moveTo>
                          <a:pt x="0" y="7802"/>
                        </a:moveTo>
                        <a:cubicBezTo>
                          <a:pt x="1596" y="9576"/>
                          <a:pt x="4123" y="10728"/>
                          <a:pt x="6916" y="10728"/>
                        </a:cubicBezTo>
                        <a:cubicBezTo>
                          <a:pt x="11482" y="10728"/>
                          <a:pt x="15028" y="7625"/>
                          <a:pt x="14851" y="3812"/>
                        </a:cubicBezTo>
                        <a:cubicBezTo>
                          <a:pt x="14762" y="2394"/>
                          <a:pt x="14186" y="1108"/>
                          <a:pt x="13255" y="0"/>
                        </a:cubicBezTo>
                        <a:cubicBezTo>
                          <a:pt x="10373" y="2394"/>
                          <a:pt x="6605" y="4167"/>
                          <a:pt x="2350" y="5408"/>
                        </a:cubicBezTo>
                        <a:cubicBezTo>
                          <a:pt x="1596" y="6206"/>
                          <a:pt x="754" y="6960"/>
                          <a:pt x="0" y="78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52" name="Forme libre : forme 20051">
                    <a:extLst>
                      <a:ext uri="{FF2B5EF4-FFF2-40B4-BE49-F238E27FC236}">
                        <a16:creationId xmlns:a16="http://schemas.microsoft.com/office/drawing/2014/main" id="{8A26247C-DD3C-4258-B946-8CCB292214F4}"/>
                      </a:ext>
                    </a:extLst>
                  </p:cNvPr>
                  <p:cNvSpPr/>
                  <p:nvPr/>
                </p:nvSpPr>
                <p:spPr>
                  <a:xfrm>
                    <a:off x="5820394" y="6317515"/>
                    <a:ext cx="10905" cy="8424"/>
                  </a:xfrm>
                  <a:custGeom>
                    <a:avLst/>
                    <a:gdLst>
                      <a:gd name="connsiteX0" fmla="*/ 3857 w 10905"/>
                      <a:gd name="connsiteY0" fmla="*/ 1 h 8424"/>
                      <a:gd name="connsiteX1" fmla="*/ 1507 w 10905"/>
                      <a:gd name="connsiteY1" fmla="*/ 312 h 8424"/>
                      <a:gd name="connsiteX2" fmla="*/ 1773 w 10905"/>
                      <a:gd name="connsiteY2" fmla="*/ 5853 h 8424"/>
                      <a:gd name="connsiteX3" fmla="*/ 0 w 10905"/>
                      <a:gd name="connsiteY3" fmla="*/ 8424 h 8424"/>
                      <a:gd name="connsiteX4" fmla="*/ 10906 w 10905"/>
                      <a:gd name="connsiteY4" fmla="*/ 3016 h 8424"/>
                      <a:gd name="connsiteX5" fmla="*/ 3857 w 10905"/>
                      <a:gd name="connsiteY5" fmla="*/ 1 h 8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905" h="8424">
                        <a:moveTo>
                          <a:pt x="3857" y="1"/>
                        </a:moveTo>
                        <a:cubicBezTo>
                          <a:pt x="3015" y="1"/>
                          <a:pt x="2261" y="134"/>
                          <a:pt x="1507" y="312"/>
                        </a:cubicBezTo>
                        <a:cubicBezTo>
                          <a:pt x="2350" y="2041"/>
                          <a:pt x="2571" y="3902"/>
                          <a:pt x="1773" y="5853"/>
                        </a:cubicBezTo>
                        <a:cubicBezTo>
                          <a:pt x="1374" y="6784"/>
                          <a:pt x="709" y="7626"/>
                          <a:pt x="0" y="8424"/>
                        </a:cubicBezTo>
                        <a:cubicBezTo>
                          <a:pt x="4256" y="7183"/>
                          <a:pt x="8024" y="5410"/>
                          <a:pt x="10906" y="3016"/>
                        </a:cubicBezTo>
                        <a:cubicBezTo>
                          <a:pt x="9310" y="1198"/>
                          <a:pt x="6738" y="-43"/>
                          <a:pt x="3857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53" name="Forme libre : forme 20052">
                    <a:extLst>
                      <a:ext uri="{FF2B5EF4-FFF2-40B4-BE49-F238E27FC236}">
                        <a16:creationId xmlns:a16="http://schemas.microsoft.com/office/drawing/2014/main" id="{EF4E05E5-41AF-4264-936F-045AB7390C8B}"/>
                      </a:ext>
                    </a:extLst>
                  </p:cNvPr>
                  <p:cNvSpPr/>
                  <p:nvPr/>
                </p:nvSpPr>
                <p:spPr>
                  <a:xfrm>
                    <a:off x="5816980" y="6325939"/>
                    <a:ext cx="3369" cy="2394"/>
                  </a:xfrm>
                  <a:custGeom>
                    <a:avLst/>
                    <a:gdLst>
                      <a:gd name="connsiteX0" fmla="*/ 0 w 3369"/>
                      <a:gd name="connsiteY0" fmla="*/ 887 h 2394"/>
                      <a:gd name="connsiteX1" fmla="*/ 1020 w 3369"/>
                      <a:gd name="connsiteY1" fmla="*/ 2394 h 2394"/>
                      <a:gd name="connsiteX2" fmla="*/ 3369 w 3369"/>
                      <a:gd name="connsiteY2" fmla="*/ 0 h 2394"/>
                      <a:gd name="connsiteX3" fmla="*/ 0 w 3369"/>
                      <a:gd name="connsiteY3" fmla="*/ 887 h 2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69" h="2394">
                        <a:moveTo>
                          <a:pt x="0" y="887"/>
                        </a:moveTo>
                        <a:cubicBezTo>
                          <a:pt x="266" y="1419"/>
                          <a:pt x="621" y="1951"/>
                          <a:pt x="1020" y="2394"/>
                        </a:cubicBezTo>
                        <a:cubicBezTo>
                          <a:pt x="1773" y="1596"/>
                          <a:pt x="2616" y="798"/>
                          <a:pt x="3369" y="0"/>
                        </a:cubicBezTo>
                        <a:cubicBezTo>
                          <a:pt x="2261" y="355"/>
                          <a:pt x="1153" y="665"/>
                          <a:pt x="0" y="8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54" name="Forme libre : forme 20053">
                    <a:extLst>
                      <a:ext uri="{FF2B5EF4-FFF2-40B4-BE49-F238E27FC236}">
                        <a16:creationId xmlns:a16="http://schemas.microsoft.com/office/drawing/2014/main" id="{800C0ABE-ABBB-4334-8DFB-8A31AB15D5E6}"/>
                      </a:ext>
                    </a:extLst>
                  </p:cNvPr>
                  <p:cNvSpPr/>
                  <p:nvPr/>
                </p:nvSpPr>
                <p:spPr>
                  <a:xfrm>
                    <a:off x="5816306" y="6317827"/>
                    <a:ext cx="6344" cy="8999"/>
                  </a:xfrm>
                  <a:custGeom>
                    <a:avLst/>
                    <a:gdLst>
                      <a:gd name="connsiteX0" fmla="*/ 9 w 6344"/>
                      <a:gd name="connsiteY0" fmla="*/ 6605 h 8999"/>
                      <a:gd name="connsiteX1" fmla="*/ 674 w 6344"/>
                      <a:gd name="connsiteY1" fmla="*/ 8999 h 8999"/>
                      <a:gd name="connsiteX2" fmla="*/ 4043 w 6344"/>
                      <a:gd name="connsiteY2" fmla="*/ 8112 h 8999"/>
                      <a:gd name="connsiteX3" fmla="*/ 5817 w 6344"/>
                      <a:gd name="connsiteY3" fmla="*/ 5541 h 8999"/>
                      <a:gd name="connsiteX4" fmla="*/ 5551 w 6344"/>
                      <a:gd name="connsiteY4" fmla="*/ 0 h 8999"/>
                      <a:gd name="connsiteX5" fmla="*/ 9 w 6344"/>
                      <a:gd name="connsiteY5" fmla="*/ 6605 h 8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44" h="8999">
                        <a:moveTo>
                          <a:pt x="9" y="6605"/>
                        </a:moveTo>
                        <a:cubicBezTo>
                          <a:pt x="54" y="7447"/>
                          <a:pt x="320" y="8245"/>
                          <a:pt x="674" y="8999"/>
                        </a:cubicBezTo>
                        <a:cubicBezTo>
                          <a:pt x="1827" y="8733"/>
                          <a:pt x="2979" y="8423"/>
                          <a:pt x="4043" y="8112"/>
                        </a:cubicBezTo>
                        <a:cubicBezTo>
                          <a:pt x="4797" y="7315"/>
                          <a:pt x="5418" y="6472"/>
                          <a:pt x="5817" y="5541"/>
                        </a:cubicBezTo>
                        <a:cubicBezTo>
                          <a:pt x="6659" y="3591"/>
                          <a:pt x="6437" y="1729"/>
                          <a:pt x="5551" y="0"/>
                        </a:cubicBezTo>
                        <a:cubicBezTo>
                          <a:pt x="2226" y="842"/>
                          <a:pt x="-168" y="3502"/>
                          <a:pt x="9" y="66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55" name="Forme libre : forme 20054">
                    <a:extLst>
                      <a:ext uri="{FF2B5EF4-FFF2-40B4-BE49-F238E27FC236}">
                        <a16:creationId xmlns:a16="http://schemas.microsoft.com/office/drawing/2014/main" id="{4DDBBBA5-F771-472D-8380-CC3CE48793D7}"/>
                      </a:ext>
                    </a:extLst>
                  </p:cNvPr>
                  <p:cNvSpPr/>
                  <p:nvPr/>
                </p:nvSpPr>
                <p:spPr>
                  <a:xfrm>
                    <a:off x="5840739" y="6333210"/>
                    <a:ext cx="8517" cy="7048"/>
                  </a:xfrm>
                  <a:custGeom>
                    <a:avLst/>
                    <a:gdLst>
                      <a:gd name="connsiteX0" fmla="*/ 4081 w 8517"/>
                      <a:gd name="connsiteY0" fmla="*/ 0 h 7048"/>
                      <a:gd name="connsiteX1" fmla="*/ 3 w 8517"/>
                      <a:gd name="connsiteY1" fmla="*/ 3547 h 7048"/>
                      <a:gd name="connsiteX2" fmla="*/ 4436 w 8517"/>
                      <a:gd name="connsiteY2" fmla="*/ 7048 h 7048"/>
                      <a:gd name="connsiteX3" fmla="*/ 8515 w 8517"/>
                      <a:gd name="connsiteY3" fmla="*/ 3502 h 7048"/>
                      <a:gd name="connsiteX4" fmla="*/ 4081 w 8517"/>
                      <a:gd name="connsiteY4" fmla="*/ 0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8">
                        <a:moveTo>
                          <a:pt x="4081" y="0"/>
                        </a:moveTo>
                        <a:cubicBezTo>
                          <a:pt x="1732" y="0"/>
                          <a:pt x="-86" y="1596"/>
                          <a:pt x="3" y="3547"/>
                        </a:cubicBez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426" y="1551"/>
                          <a:pt x="6431" y="0"/>
                          <a:pt x="408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56" name="Forme libre : forme 20055">
                    <a:extLst>
                      <a:ext uri="{FF2B5EF4-FFF2-40B4-BE49-F238E27FC236}">
                        <a16:creationId xmlns:a16="http://schemas.microsoft.com/office/drawing/2014/main" id="{C1FC7071-4C21-491E-A8C5-8BDA08650E7E}"/>
                      </a:ext>
                    </a:extLst>
                  </p:cNvPr>
                  <p:cNvSpPr/>
                  <p:nvPr/>
                </p:nvSpPr>
                <p:spPr>
                  <a:xfrm>
                    <a:off x="6058939" y="6170071"/>
                    <a:ext cx="5231" cy="2615"/>
                  </a:xfrm>
                  <a:custGeom>
                    <a:avLst/>
                    <a:gdLst>
                      <a:gd name="connsiteX0" fmla="*/ 5231 w 5231"/>
                      <a:gd name="connsiteY0" fmla="*/ 0 h 2615"/>
                      <a:gd name="connsiteX1" fmla="*/ 0 w 5231"/>
                      <a:gd name="connsiteY1" fmla="*/ 2616 h 2615"/>
                      <a:gd name="connsiteX2" fmla="*/ 5231 w 5231"/>
                      <a:gd name="connsiteY2" fmla="*/ 0 h 2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231" h="2615">
                        <a:moveTo>
                          <a:pt x="5231" y="0"/>
                        </a:moveTo>
                        <a:cubicBezTo>
                          <a:pt x="3502" y="887"/>
                          <a:pt x="1729" y="1729"/>
                          <a:pt x="0" y="2616"/>
                        </a:cubicBezTo>
                        <a:cubicBezTo>
                          <a:pt x="2172" y="2350"/>
                          <a:pt x="3990" y="1419"/>
                          <a:pt x="523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57" name="Forme libre : forme 20056">
                    <a:extLst>
                      <a:ext uri="{FF2B5EF4-FFF2-40B4-BE49-F238E27FC236}">
                        <a16:creationId xmlns:a16="http://schemas.microsoft.com/office/drawing/2014/main" id="{C5A3D0A5-BD8F-477B-AD32-1808693755B0}"/>
                      </a:ext>
                    </a:extLst>
                  </p:cNvPr>
                  <p:cNvSpPr/>
                  <p:nvPr/>
                </p:nvSpPr>
                <p:spPr>
                  <a:xfrm>
                    <a:off x="6058629" y="6159521"/>
                    <a:ext cx="7056" cy="13211"/>
                  </a:xfrm>
                  <a:custGeom>
                    <a:avLst/>
                    <a:gdLst>
                      <a:gd name="connsiteX0" fmla="*/ 1552 w 7056"/>
                      <a:gd name="connsiteY0" fmla="*/ 0 h 13211"/>
                      <a:gd name="connsiteX1" fmla="*/ 0 w 7056"/>
                      <a:gd name="connsiteY1" fmla="*/ 13211 h 13211"/>
                      <a:gd name="connsiteX2" fmla="*/ 266 w 7056"/>
                      <a:gd name="connsiteY2" fmla="*/ 13167 h 13211"/>
                      <a:gd name="connsiteX3" fmla="*/ 5497 w 7056"/>
                      <a:gd name="connsiteY3" fmla="*/ 10551 h 13211"/>
                      <a:gd name="connsiteX4" fmla="*/ 7049 w 7056"/>
                      <a:gd name="connsiteY4" fmla="*/ 6340 h 13211"/>
                      <a:gd name="connsiteX5" fmla="*/ 1552 w 7056"/>
                      <a:gd name="connsiteY5" fmla="*/ 0 h 13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56" h="13211">
                        <a:moveTo>
                          <a:pt x="1552" y="0"/>
                        </a:moveTo>
                        <a:cubicBezTo>
                          <a:pt x="1773" y="4389"/>
                          <a:pt x="1064" y="8911"/>
                          <a:pt x="0" y="13211"/>
                        </a:cubicBezTo>
                        <a:cubicBezTo>
                          <a:pt x="89" y="13211"/>
                          <a:pt x="177" y="13211"/>
                          <a:pt x="266" y="13167"/>
                        </a:cubicBezTo>
                        <a:cubicBezTo>
                          <a:pt x="1995" y="12280"/>
                          <a:pt x="3768" y="11438"/>
                          <a:pt x="5497" y="10551"/>
                        </a:cubicBezTo>
                        <a:cubicBezTo>
                          <a:pt x="6517" y="9399"/>
                          <a:pt x="7137" y="7935"/>
                          <a:pt x="7049" y="6340"/>
                        </a:cubicBezTo>
                        <a:cubicBezTo>
                          <a:pt x="6960" y="3458"/>
                          <a:pt x="4655" y="976"/>
                          <a:pt x="155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58" name="Forme libre : forme 20057">
                    <a:extLst>
                      <a:ext uri="{FF2B5EF4-FFF2-40B4-BE49-F238E27FC236}">
                        <a16:creationId xmlns:a16="http://schemas.microsoft.com/office/drawing/2014/main" id="{D34E3182-C5B2-46D0-9D0F-4B73A7323C73}"/>
                      </a:ext>
                    </a:extLst>
                  </p:cNvPr>
                  <p:cNvSpPr/>
                  <p:nvPr/>
                </p:nvSpPr>
                <p:spPr>
                  <a:xfrm>
                    <a:off x="6049135" y="6159033"/>
                    <a:ext cx="11087" cy="13786"/>
                  </a:xfrm>
                  <a:custGeom>
                    <a:avLst/>
                    <a:gdLst>
                      <a:gd name="connsiteX0" fmla="*/ 11045 w 11087"/>
                      <a:gd name="connsiteY0" fmla="*/ 488 h 13786"/>
                      <a:gd name="connsiteX1" fmla="*/ 7942 w 11087"/>
                      <a:gd name="connsiteY1" fmla="*/ 0 h 13786"/>
                      <a:gd name="connsiteX2" fmla="*/ 6 w 11087"/>
                      <a:gd name="connsiteY2" fmla="*/ 6916 h 13786"/>
                      <a:gd name="connsiteX3" fmla="*/ 8651 w 11087"/>
                      <a:gd name="connsiteY3" fmla="*/ 13787 h 13786"/>
                      <a:gd name="connsiteX4" fmla="*/ 9493 w 11087"/>
                      <a:gd name="connsiteY4" fmla="*/ 13699 h 13786"/>
                      <a:gd name="connsiteX5" fmla="*/ 11045 w 11087"/>
                      <a:gd name="connsiteY5" fmla="*/ 488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87" h="13786">
                        <a:moveTo>
                          <a:pt x="11045" y="488"/>
                        </a:moveTo>
                        <a:cubicBezTo>
                          <a:pt x="10070" y="177"/>
                          <a:pt x="9050" y="0"/>
                          <a:pt x="7942" y="0"/>
                        </a:cubicBezTo>
                        <a:cubicBezTo>
                          <a:pt x="3376" y="0"/>
                          <a:pt x="-171" y="3103"/>
                          <a:pt x="6" y="6916"/>
                        </a:cubicBezTo>
                        <a:cubicBezTo>
                          <a:pt x="184" y="10728"/>
                          <a:pt x="4040" y="13787"/>
                          <a:pt x="8651" y="13787"/>
                        </a:cubicBezTo>
                        <a:cubicBezTo>
                          <a:pt x="8961" y="13787"/>
                          <a:pt x="9227" y="13743"/>
                          <a:pt x="9493" y="13699"/>
                        </a:cubicBezTo>
                        <a:cubicBezTo>
                          <a:pt x="10602" y="9398"/>
                          <a:pt x="11266" y="4877"/>
                          <a:pt x="11045" y="48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59" name="Forme libre : forme 20058">
                    <a:extLst>
                      <a:ext uri="{FF2B5EF4-FFF2-40B4-BE49-F238E27FC236}">
                        <a16:creationId xmlns:a16="http://schemas.microsoft.com/office/drawing/2014/main" id="{F77007E2-ECE9-4568-86AB-D2FB392F75DD}"/>
                      </a:ext>
                    </a:extLst>
                  </p:cNvPr>
                  <p:cNvSpPr/>
                  <p:nvPr/>
                </p:nvSpPr>
                <p:spPr>
                  <a:xfrm>
                    <a:off x="6073609" y="6174726"/>
                    <a:ext cx="8517" cy="7048"/>
                  </a:xfrm>
                  <a:custGeom>
                    <a:avLst/>
                    <a:gdLst>
                      <a:gd name="connsiteX0" fmla="*/ 3 w 8517"/>
                      <a:gd name="connsiteY0" fmla="*/ 3547 h 7048"/>
                      <a:gd name="connsiteX1" fmla="*/ 4436 w 8517"/>
                      <a:gd name="connsiteY1" fmla="*/ 7048 h 7048"/>
                      <a:gd name="connsiteX2" fmla="*/ 8515 w 8517"/>
                      <a:gd name="connsiteY2" fmla="*/ 3502 h 7048"/>
                      <a:gd name="connsiteX3" fmla="*/ 4081 w 8517"/>
                      <a:gd name="connsiteY3" fmla="*/ 0 h 7048"/>
                      <a:gd name="connsiteX4" fmla="*/ 3 w 8517"/>
                      <a:gd name="connsiteY4" fmla="*/ 3547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8">
                        <a:moveTo>
                          <a:pt x="3" y="3547"/>
                        </a:move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426" y="1551"/>
                          <a:pt x="6431" y="0"/>
                          <a:pt x="4081" y="0"/>
                        </a:cubicBezTo>
                        <a:cubicBezTo>
                          <a:pt x="1732" y="0"/>
                          <a:pt x="-86" y="1596"/>
                          <a:pt x="3" y="35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60" name="Forme libre : forme 20059">
                    <a:extLst>
                      <a:ext uri="{FF2B5EF4-FFF2-40B4-BE49-F238E27FC236}">
                        <a16:creationId xmlns:a16="http://schemas.microsoft.com/office/drawing/2014/main" id="{BC79079A-08FA-4175-A54D-191B61D94120}"/>
                      </a:ext>
                    </a:extLst>
                  </p:cNvPr>
                  <p:cNvSpPr/>
                  <p:nvPr/>
                </p:nvSpPr>
                <p:spPr>
                  <a:xfrm>
                    <a:off x="6039433" y="6295661"/>
                    <a:ext cx="9671" cy="13654"/>
                  </a:xfrm>
                  <a:custGeom>
                    <a:avLst/>
                    <a:gdLst>
                      <a:gd name="connsiteX0" fmla="*/ 1064 w 9671"/>
                      <a:gd name="connsiteY0" fmla="*/ 0 h 13654"/>
                      <a:gd name="connsiteX1" fmla="*/ 0 w 9671"/>
                      <a:gd name="connsiteY1" fmla="*/ 89 h 13654"/>
                      <a:gd name="connsiteX2" fmla="*/ 887 w 9671"/>
                      <a:gd name="connsiteY2" fmla="*/ 488 h 13654"/>
                      <a:gd name="connsiteX3" fmla="*/ 5320 w 9671"/>
                      <a:gd name="connsiteY3" fmla="*/ 10064 h 13654"/>
                      <a:gd name="connsiteX4" fmla="*/ 2926 w 9671"/>
                      <a:gd name="connsiteY4" fmla="*/ 13654 h 13654"/>
                      <a:gd name="connsiteX5" fmla="*/ 9664 w 9671"/>
                      <a:gd name="connsiteY5" fmla="*/ 6827 h 13654"/>
                      <a:gd name="connsiteX6" fmla="*/ 1064 w 9671"/>
                      <a:gd name="connsiteY6" fmla="*/ 0 h 13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71" h="13654">
                        <a:moveTo>
                          <a:pt x="1064" y="0"/>
                        </a:moveTo>
                        <a:cubicBezTo>
                          <a:pt x="709" y="0"/>
                          <a:pt x="355" y="45"/>
                          <a:pt x="0" y="89"/>
                        </a:cubicBezTo>
                        <a:cubicBezTo>
                          <a:pt x="266" y="222"/>
                          <a:pt x="621" y="311"/>
                          <a:pt x="887" y="488"/>
                        </a:cubicBezTo>
                        <a:cubicBezTo>
                          <a:pt x="4079" y="2483"/>
                          <a:pt x="6206" y="7005"/>
                          <a:pt x="5320" y="10064"/>
                        </a:cubicBezTo>
                        <a:cubicBezTo>
                          <a:pt x="4921" y="11438"/>
                          <a:pt x="4079" y="12635"/>
                          <a:pt x="2926" y="13654"/>
                        </a:cubicBezTo>
                        <a:cubicBezTo>
                          <a:pt x="6916" y="13167"/>
                          <a:pt x="9841" y="10285"/>
                          <a:pt x="9664" y="6827"/>
                        </a:cubicBezTo>
                        <a:cubicBezTo>
                          <a:pt x="9487" y="3015"/>
                          <a:pt x="5630" y="-44"/>
                          <a:pt x="106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61" name="Forme libre : forme 20060">
                    <a:extLst>
                      <a:ext uri="{FF2B5EF4-FFF2-40B4-BE49-F238E27FC236}">
                        <a16:creationId xmlns:a16="http://schemas.microsoft.com/office/drawing/2014/main" id="{BC87E3DB-128E-46F1-8C82-9CAB9621185F}"/>
                      </a:ext>
                    </a:extLst>
                  </p:cNvPr>
                  <p:cNvSpPr/>
                  <p:nvPr/>
                </p:nvSpPr>
                <p:spPr>
                  <a:xfrm>
                    <a:off x="6035665" y="6295750"/>
                    <a:ext cx="9275" cy="13656"/>
                  </a:xfrm>
                  <a:custGeom>
                    <a:avLst/>
                    <a:gdLst>
                      <a:gd name="connsiteX0" fmla="*/ 9088 w 9275"/>
                      <a:gd name="connsiteY0" fmla="*/ 9974 h 13656"/>
                      <a:gd name="connsiteX1" fmla="*/ 4655 w 9275"/>
                      <a:gd name="connsiteY1" fmla="*/ 399 h 13656"/>
                      <a:gd name="connsiteX2" fmla="*/ 3768 w 9275"/>
                      <a:gd name="connsiteY2" fmla="*/ 0 h 13656"/>
                      <a:gd name="connsiteX3" fmla="*/ 0 w 9275"/>
                      <a:gd name="connsiteY3" fmla="*/ 1285 h 13656"/>
                      <a:gd name="connsiteX4" fmla="*/ 975 w 9275"/>
                      <a:gd name="connsiteY4" fmla="*/ 11615 h 13656"/>
                      <a:gd name="connsiteX5" fmla="*/ 842 w 9275"/>
                      <a:gd name="connsiteY5" fmla="*/ 12501 h 13656"/>
                      <a:gd name="connsiteX6" fmla="*/ 5541 w 9275"/>
                      <a:gd name="connsiteY6" fmla="*/ 13654 h 13656"/>
                      <a:gd name="connsiteX7" fmla="*/ 6738 w 9275"/>
                      <a:gd name="connsiteY7" fmla="*/ 13565 h 13656"/>
                      <a:gd name="connsiteX8" fmla="*/ 9088 w 9275"/>
                      <a:gd name="connsiteY8" fmla="*/ 9974 h 13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275" h="13656">
                        <a:moveTo>
                          <a:pt x="9088" y="9974"/>
                        </a:moveTo>
                        <a:cubicBezTo>
                          <a:pt x="9930" y="6871"/>
                          <a:pt x="7847" y="2349"/>
                          <a:pt x="4655" y="399"/>
                        </a:cubicBezTo>
                        <a:cubicBezTo>
                          <a:pt x="4389" y="221"/>
                          <a:pt x="4034" y="177"/>
                          <a:pt x="3768" y="0"/>
                        </a:cubicBezTo>
                        <a:cubicBezTo>
                          <a:pt x="2350" y="177"/>
                          <a:pt x="1064" y="621"/>
                          <a:pt x="0" y="1285"/>
                        </a:cubicBezTo>
                        <a:cubicBezTo>
                          <a:pt x="1064" y="4521"/>
                          <a:pt x="1374" y="8112"/>
                          <a:pt x="975" y="11615"/>
                        </a:cubicBezTo>
                        <a:cubicBezTo>
                          <a:pt x="931" y="11925"/>
                          <a:pt x="887" y="12191"/>
                          <a:pt x="842" y="12501"/>
                        </a:cubicBezTo>
                        <a:cubicBezTo>
                          <a:pt x="2217" y="13255"/>
                          <a:pt x="3812" y="13698"/>
                          <a:pt x="5541" y="13654"/>
                        </a:cubicBezTo>
                        <a:cubicBezTo>
                          <a:pt x="5940" y="13654"/>
                          <a:pt x="6339" y="13609"/>
                          <a:pt x="6738" y="13565"/>
                        </a:cubicBezTo>
                        <a:cubicBezTo>
                          <a:pt x="7802" y="12545"/>
                          <a:pt x="8689" y="11348"/>
                          <a:pt x="9088" y="997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62" name="Forme libre : forme 20061">
                    <a:extLst>
                      <a:ext uri="{FF2B5EF4-FFF2-40B4-BE49-F238E27FC236}">
                        <a16:creationId xmlns:a16="http://schemas.microsoft.com/office/drawing/2014/main" id="{7A73AF9D-823F-4F84-8AE7-93E98A122FCB}"/>
                      </a:ext>
                    </a:extLst>
                  </p:cNvPr>
                  <p:cNvSpPr/>
                  <p:nvPr/>
                </p:nvSpPr>
                <p:spPr>
                  <a:xfrm>
                    <a:off x="6032552" y="6297035"/>
                    <a:ext cx="4218" cy="11215"/>
                  </a:xfrm>
                  <a:custGeom>
                    <a:avLst/>
                    <a:gdLst>
                      <a:gd name="connsiteX0" fmla="*/ 10 w 4218"/>
                      <a:gd name="connsiteY0" fmla="*/ 5541 h 11215"/>
                      <a:gd name="connsiteX1" fmla="*/ 3911 w 4218"/>
                      <a:gd name="connsiteY1" fmla="*/ 11216 h 11215"/>
                      <a:gd name="connsiteX2" fmla="*/ 4044 w 4218"/>
                      <a:gd name="connsiteY2" fmla="*/ 10329 h 11215"/>
                      <a:gd name="connsiteX3" fmla="*/ 3069 w 4218"/>
                      <a:gd name="connsiteY3" fmla="*/ 0 h 11215"/>
                      <a:gd name="connsiteX4" fmla="*/ 10 w 4218"/>
                      <a:gd name="connsiteY4" fmla="*/ 5541 h 11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8" h="11215">
                        <a:moveTo>
                          <a:pt x="10" y="5541"/>
                        </a:moveTo>
                        <a:cubicBezTo>
                          <a:pt x="143" y="7891"/>
                          <a:pt x="1650" y="9974"/>
                          <a:pt x="3911" y="11216"/>
                        </a:cubicBezTo>
                        <a:cubicBezTo>
                          <a:pt x="3955" y="10906"/>
                          <a:pt x="3999" y="10640"/>
                          <a:pt x="4044" y="10329"/>
                        </a:cubicBezTo>
                        <a:cubicBezTo>
                          <a:pt x="4443" y="6827"/>
                          <a:pt x="4177" y="3236"/>
                          <a:pt x="3069" y="0"/>
                        </a:cubicBezTo>
                        <a:cubicBezTo>
                          <a:pt x="1118" y="1241"/>
                          <a:pt x="-123" y="3280"/>
                          <a:pt x="10" y="55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63" name="Forme libre : forme 20062">
                    <a:extLst>
                      <a:ext uri="{FF2B5EF4-FFF2-40B4-BE49-F238E27FC236}">
                        <a16:creationId xmlns:a16="http://schemas.microsoft.com/office/drawing/2014/main" id="{6EBA9E10-8848-48AC-A3D5-7F589EF7D2D5}"/>
                      </a:ext>
                    </a:extLst>
                  </p:cNvPr>
                  <p:cNvSpPr/>
                  <p:nvPr/>
                </p:nvSpPr>
                <p:spPr>
                  <a:xfrm>
                    <a:off x="6056985" y="6311354"/>
                    <a:ext cx="8517" cy="7049"/>
                  </a:xfrm>
                  <a:custGeom>
                    <a:avLst/>
                    <a:gdLst>
                      <a:gd name="connsiteX0" fmla="*/ 4081 w 8517"/>
                      <a:gd name="connsiteY0" fmla="*/ 0 h 7049"/>
                      <a:gd name="connsiteX1" fmla="*/ 3 w 8517"/>
                      <a:gd name="connsiteY1" fmla="*/ 3547 h 7049"/>
                      <a:gd name="connsiteX2" fmla="*/ 4436 w 8517"/>
                      <a:gd name="connsiteY2" fmla="*/ 7049 h 7049"/>
                      <a:gd name="connsiteX3" fmla="*/ 8515 w 8517"/>
                      <a:gd name="connsiteY3" fmla="*/ 3502 h 7049"/>
                      <a:gd name="connsiteX4" fmla="*/ 4081 w 8517"/>
                      <a:gd name="connsiteY4" fmla="*/ 0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9">
                        <a:moveTo>
                          <a:pt x="4081" y="0"/>
                        </a:moveTo>
                        <a:cubicBezTo>
                          <a:pt x="1732" y="0"/>
                          <a:pt x="-86" y="1596"/>
                          <a:pt x="3" y="3547"/>
                        </a:cubicBezTo>
                        <a:cubicBezTo>
                          <a:pt x="92" y="5498"/>
                          <a:pt x="2087" y="7049"/>
                          <a:pt x="4436" y="7049"/>
                        </a:cubicBezTo>
                        <a:cubicBezTo>
                          <a:pt x="6786" y="7049"/>
                          <a:pt x="8603" y="5453"/>
                          <a:pt x="8515" y="3502"/>
                        </a:cubicBezTo>
                        <a:cubicBezTo>
                          <a:pt x="8426" y="1552"/>
                          <a:pt x="6431" y="0"/>
                          <a:pt x="408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64" name="Forme libre : forme 20063">
                    <a:extLst>
                      <a:ext uri="{FF2B5EF4-FFF2-40B4-BE49-F238E27FC236}">
                        <a16:creationId xmlns:a16="http://schemas.microsoft.com/office/drawing/2014/main" id="{FC3909AC-4B8D-4776-AADD-9EA31946FFF5}"/>
                      </a:ext>
                    </a:extLst>
                  </p:cNvPr>
                  <p:cNvSpPr/>
                  <p:nvPr/>
                </p:nvSpPr>
                <p:spPr>
                  <a:xfrm>
                    <a:off x="6144675" y="6208817"/>
                    <a:ext cx="5813" cy="10905"/>
                  </a:xfrm>
                  <a:custGeom>
                    <a:avLst/>
                    <a:gdLst>
                      <a:gd name="connsiteX0" fmla="*/ 709 w 5813"/>
                      <a:gd name="connsiteY0" fmla="*/ 10905 h 10905"/>
                      <a:gd name="connsiteX1" fmla="*/ 5807 w 5813"/>
                      <a:gd name="connsiteY1" fmla="*/ 4433 h 10905"/>
                      <a:gd name="connsiteX2" fmla="*/ 3591 w 5813"/>
                      <a:gd name="connsiteY2" fmla="*/ 0 h 10905"/>
                      <a:gd name="connsiteX3" fmla="*/ 0 w 5813"/>
                      <a:gd name="connsiteY3" fmla="*/ 10816 h 10905"/>
                      <a:gd name="connsiteX4" fmla="*/ 709 w 5813"/>
                      <a:gd name="connsiteY4" fmla="*/ 10905 h 10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13" h="10905">
                        <a:moveTo>
                          <a:pt x="709" y="10905"/>
                        </a:moveTo>
                        <a:cubicBezTo>
                          <a:pt x="3812" y="9930"/>
                          <a:pt x="5940" y="7403"/>
                          <a:pt x="5807" y="4433"/>
                        </a:cubicBezTo>
                        <a:cubicBezTo>
                          <a:pt x="5719" y="2704"/>
                          <a:pt x="4876" y="1196"/>
                          <a:pt x="3591" y="0"/>
                        </a:cubicBezTo>
                        <a:cubicBezTo>
                          <a:pt x="2394" y="3591"/>
                          <a:pt x="1197" y="7225"/>
                          <a:pt x="0" y="10816"/>
                        </a:cubicBezTo>
                        <a:cubicBezTo>
                          <a:pt x="222" y="10816"/>
                          <a:pt x="488" y="10861"/>
                          <a:pt x="709" y="109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65" name="Forme libre : forme 20064">
                    <a:extLst>
                      <a:ext uri="{FF2B5EF4-FFF2-40B4-BE49-F238E27FC236}">
                        <a16:creationId xmlns:a16="http://schemas.microsoft.com/office/drawing/2014/main" id="{1D37025B-56E0-4F48-86A3-A41AB6EA9861}"/>
                      </a:ext>
                    </a:extLst>
                  </p:cNvPr>
                  <p:cNvSpPr/>
                  <p:nvPr/>
                </p:nvSpPr>
                <p:spPr>
                  <a:xfrm>
                    <a:off x="6133937" y="6206377"/>
                    <a:ext cx="14328" cy="13256"/>
                  </a:xfrm>
                  <a:custGeom>
                    <a:avLst/>
                    <a:gdLst>
                      <a:gd name="connsiteX0" fmla="*/ 10 w 14328"/>
                      <a:gd name="connsiteY0" fmla="*/ 6917 h 13256"/>
                      <a:gd name="connsiteX1" fmla="*/ 5463 w 14328"/>
                      <a:gd name="connsiteY1" fmla="*/ 13256 h 13256"/>
                      <a:gd name="connsiteX2" fmla="*/ 10738 w 14328"/>
                      <a:gd name="connsiteY2" fmla="*/ 13212 h 13256"/>
                      <a:gd name="connsiteX3" fmla="*/ 14329 w 14328"/>
                      <a:gd name="connsiteY3" fmla="*/ 2395 h 13256"/>
                      <a:gd name="connsiteX4" fmla="*/ 7945 w 14328"/>
                      <a:gd name="connsiteY4" fmla="*/ 1 h 13256"/>
                      <a:gd name="connsiteX5" fmla="*/ 10 w 14328"/>
                      <a:gd name="connsiteY5" fmla="*/ 6917 h 13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28" h="13256">
                        <a:moveTo>
                          <a:pt x="10" y="6917"/>
                        </a:moveTo>
                        <a:cubicBezTo>
                          <a:pt x="143" y="9798"/>
                          <a:pt x="2404" y="12237"/>
                          <a:pt x="5463" y="13256"/>
                        </a:cubicBezTo>
                        <a:cubicBezTo>
                          <a:pt x="7236" y="12990"/>
                          <a:pt x="9009" y="12946"/>
                          <a:pt x="10738" y="13212"/>
                        </a:cubicBezTo>
                        <a:cubicBezTo>
                          <a:pt x="11935" y="9621"/>
                          <a:pt x="13132" y="5986"/>
                          <a:pt x="14329" y="2395"/>
                        </a:cubicBezTo>
                        <a:cubicBezTo>
                          <a:pt x="12733" y="932"/>
                          <a:pt x="10472" y="-43"/>
                          <a:pt x="7945" y="1"/>
                        </a:cubicBezTo>
                        <a:cubicBezTo>
                          <a:pt x="3335" y="46"/>
                          <a:pt x="-212" y="3149"/>
                          <a:pt x="10" y="69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66" name="Forme libre : forme 20065">
                    <a:extLst>
                      <a:ext uri="{FF2B5EF4-FFF2-40B4-BE49-F238E27FC236}">
                        <a16:creationId xmlns:a16="http://schemas.microsoft.com/office/drawing/2014/main" id="{B5AFABFE-53E7-4351-A017-7AC926DFBD41}"/>
                      </a:ext>
                    </a:extLst>
                  </p:cNvPr>
                  <p:cNvSpPr/>
                  <p:nvPr/>
                </p:nvSpPr>
                <p:spPr>
                  <a:xfrm>
                    <a:off x="6144542" y="6219634"/>
                    <a:ext cx="842" cy="310"/>
                  </a:xfrm>
                  <a:custGeom>
                    <a:avLst/>
                    <a:gdLst>
                      <a:gd name="connsiteX0" fmla="*/ 0 w 842"/>
                      <a:gd name="connsiteY0" fmla="*/ 310 h 310"/>
                      <a:gd name="connsiteX1" fmla="*/ 842 w 842"/>
                      <a:gd name="connsiteY1" fmla="*/ 89 h 310"/>
                      <a:gd name="connsiteX2" fmla="*/ 89 w 842"/>
                      <a:gd name="connsiteY2" fmla="*/ 0 h 310"/>
                      <a:gd name="connsiteX3" fmla="*/ 0 w 842"/>
                      <a:gd name="connsiteY3" fmla="*/ 310 h 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2" h="310">
                        <a:moveTo>
                          <a:pt x="0" y="310"/>
                        </a:moveTo>
                        <a:cubicBezTo>
                          <a:pt x="266" y="266"/>
                          <a:pt x="576" y="177"/>
                          <a:pt x="842" y="89"/>
                        </a:cubicBezTo>
                        <a:cubicBezTo>
                          <a:pt x="621" y="44"/>
                          <a:pt x="355" y="44"/>
                          <a:pt x="89" y="0"/>
                        </a:cubicBezTo>
                        <a:cubicBezTo>
                          <a:pt x="89" y="89"/>
                          <a:pt x="44" y="177"/>
                          <a:pt x="0" y="31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67" name="Forme libre : forme 20066">
                    <a:extLst>
                      <a:ext uri="{FF2B5EF4-FFF2-40B4-BE49-F238E27FC236}">
                        <a16:creationId xmlns:a16="http://schemas.microsoft.com/office/drawing/2014/main" id="{0516CC4E-CC0C-4490-BEFA-A9D6B28DE3F0}"/>
                      </a:ext>
                    </a:extLst>
                  </p:cNvPr>
                  <p:cNvSpPr/>
                  <p:nvPr/>
                </p:nvSpPr>
                <p:spPr>
                  <a:xfrm>
                    <a:off x="6139400" y="6219455"/>
                    <a:ext cx="5231" cy="710"/>
                  </a:xfrm>
                  <a:custGeom>
                    <a:avLst/>
                    <a:gdLst>
                      <a:gd name="connsiteX0" fmla="*/ 0 w 5231"/>
                      <a:gd name="connsiteY0" fmla="*/ 223 h 710"/>
                      <a:gd name="connsiteX1" fmla="*/ 3147 w 5231"/>
                      <a:gd name="connsiteY1" fmla="*/ 711 h 710"/>
                      <a:gd name="connsiteX2" fmla="*/ 5142 w 5231"/>
                      <a:gd name="connsiteY2" fmla="*/ 489 h 710"/>
                      <a:gd name="connsiteX3" fmla="*/ 5231 w 5231"/>
                      <a:gd name="connsiteY3" fmla="*/ 179 h 710"/>
                      <a:gd name="connsiteX4" fmla="*/ 0 w 5231"/>
                      <a:gd name="connsiteY4" fmla="*/ 223 h 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31" h="710">
                        <a:moveTo>
                          <a:pt x="0" y="223"/>
                        </a:moveTo>
                        <a:cubicBezTo>
                          <a:pt x="975" y="533"/>
                          <a:pt x="2039" y="711"/>
                          <a:pt x="3147" y="711"/>
                        </a:cubicBezTo>
                        <a:cubicBezTo>
                          <a:pt x="3857" y="711"/>
                          <a:pt x="4522" y="622"/>
                          <a:pt x="5142" y="489"/>
                        </a:cubicBezTo>
                        <a:cubicBezTo>
                          <a:pt x="5187" y="401"/>
                          <a:pt x="5231" y="268"/>
                          <a:pt x="5231" y="179"/>
                        </a:cubicBezTo>
                        <a:cubicBezTo>
                          <a:pt x="3546" y="-87"/>
                          <a:pt x="1773" y="-43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68" name="Forme libre : forme 20067">
                    <a:extLst>
                      <a:ext uri="{FF2B5EF4-FFF2-40B4-BE49-F238E27FC236}">
                        <a16:creationId xmlns:a16="http://schemas.microsoft.com/office/drawing/2014/main" id="{B8F45AD9-4C09-41C2-9844-C1E21CD8AEAC}"/>
                      </a:ext>
                    </a:extLst>
                  </p:cNvPr>
                  <p:cNvSpPr/>
                  <p:nvPr/>
                </p:nvSpPr>
                <p:spPr>
                  <a:xfrm>
                    <a:off x="6158326" y="6222116"/>
                    <a:ext cx="8521" cy="7048"/>
                  </a:xfrm>
                  <a:custGeom>
                    <a:avLst/>
                    <a:gdLst>
                      <a:gd name="connsiteX0" fmla="*/ 8515 w 8521"/>
                      <a:gd name="connsiteY0" fmla="*/ 3502 h 7048"/>
                      <a:gd name="connsiteX1" fmla="*/ 4082 w 8521"/>
                      <a:gd name="connsiteY1" fmla="*/ 0 h 7048"/>
                      <a:gd name="connsiteX2" fmla="*/ 3 w 8521"/>
                      <a:gd name="connsiteY2" fmla="*/ 3546 h 7048"/>
                      <a:gd name="connsiteX3" fmla="*/ 4436 w 8521"/>
                      <a:gd name="connsiteY3" fmla="*/ 7048 h 7048"/>
                      <a:gd name="connsiteX4" fmla="*/ 8515 w 8521"/>
                      <a:gd name="connsiteY4" fmla="*/ 3502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21" h="7048">
                        <a:moveTo>
                          <a:pt x="8515" y="3502"/>
                        </a:moveTo>
                        <a:cubicBezTo>
                          <a:pt x="8426" y="1551"/>
                          <a:pt x="6431" y="0"/>
                          <a:pt x="4082" y="0"/>
                        </a:cubicBezTo>
                        <a:cubicBezTo>
                          <a:pt x="1732" y="0"/>
                          <a:pt x="-86" y="1596"/>
                          <a:pt x="3" y="3546"/>
                        </a:cubicBez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6786" y="7048"/>
                          <a:pt x="8648" y="5453"/>
                          <a:pt x="8515" y="35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69" name="Forme libre : forme 20068">
                    <a:extLst>
                      <a:ext uri="{FF2B5EF4-FFF2-40B4-BE49-F238E27FC236}">
                        <a16:creationId xmlns:a16="http://schemas.microsoft.com/office/drawing/2014/main" id="{DDD7E3FC-BA9E-407B-B894-B24318276B76}"/>
                      </a:ext>
                    </a:extLst>
                  </p:cNvPr>
                  <p:cNvSpPr/>
                  <p:nvPr/>
                </p:nvSpPr>
                <p:spPr>
                  <a:xfrm>
                    <a:off x="6288174" y="6278550"/>
                    <a:ext cx="5807" cy="3369"/>
                  </a:xfrm>
                  <a:custGeom>
                    <a:avLst/>
                    <a:gdLst>
                      <a:gd name="connsiteX0" fmla="*/ 5807 w 5807"/>
                      <a:gd name="connsiteY0" fmla="*/ 0 h 3369"/>
                      <a:gd name="connsiteX1" fmla="*/ 1773 w 5807"/>
                      <a:gd name="connsiteY1" fmla="*/ 1950 h 3369"/>
                      <a:gd name="connsiteX2" fmla="*/ 0 w 5807"/>
                      <a:gd name="connsiteY2" fmla="*/ 3369 h 3369"/>
                      <a:gd name="connsiteX3" fmla="*/ 5807 w 5807"/>
                      <a:gd name="connsiteY3" fmla="*/ 0 h 3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07" h="3369">
                        <a:moveTo>
                          <a:pt x="5807" y="0"/>
                        </a:moveTo>
                        <a:cubicBezTo>
                          <a:pt x="4389" y="532"/>
                          <a:pt x="2970" y="1153"/>
                          <a:pt x="1773" y="1950"/>
                        </a:cubicBezTo>
                        <a:cubicBezTo>
                          <a:pt x="1108" y="2394"/>
                          <a:pt x="532" y="2881"/>
                          <a:pt x="0" y="3369"/>
                        </a:cubicBezTo>
                        <a:cubicBezTo>
                          <a:pt x="2571" y="3059"/>
                          <a:pt x="4655" y="1817"/>
                          <a:pt x="580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70" name="Forme libre : forme 20069">
                    <a:extLst>
                      <a:ext uri="{FF2B5EF4-FFF2-40B4-BE49-F238E27FC236}">
                        <a16:creationId xmlns:a16="http://schemas.microsoft.com/office/drawing/2014/main" id="{10B292DA-ED70-4128-A862-F11E57BA2FE3}"/>
                      </a:ext>
                    </a:extLst>
                  </p:cNvPr>
                  <p:cNvSpPr/>
                  <p:nvPr/>
                </p:nvSpPr>
                <p:spPr>
                  <a:xfrm>
                    <a:off x="6278371" y="6268220"/>
                    <a:ext cx="16589" cy="13786"/>
                  </a:xfrm>
                  <a:custGeom>
                    <a:avLst/>
                    <a:gdLst>
                      <a:gd name="connsiteX0" fmla="*/ 15611 w 16589"/>
                      <a:gd name="connsiteY0" fmla="*/ 10329 h 13786"/>
                      <a:gd name="connsiteX1" fmla="*/ 16586 w 16589"/>
                      <a:gd name="connsiteY1" fmla="*/ 6872 h 13786"/>
                      <a:gd name="connsiteX2" fmla="*/ 7942 w 16589"/>
                      <a:gd name="connsiteY2" fmla="*/ 0 h 13786"/>
                      <a:gd name="connsiteX3" fmla="*/ 6 w 16589"/>
                      <a:gd name="connsiteY3" fmla="*/ 6916 h 13786"/>
                      <a:gd name="connsiteX4" fmla="*/ 8651 w 16589"/>
                      <a:gd name="connsiteY4" fmla="*/ 13787 h 13786"/>
                      <a:gd name="connsiteX5" fmla="*/ 9848 w 16589"/>
                      <a:gd name="connsiteY5" fmla="*/ 13699 h 13786"/>
                      <a:gd name="connsiteX6" fmla="*/ 11621 w 16589"/>
                      <a:gd name="connsiteY6" fmla="*/ 12280 h 13786"/>
                      <a:gd name="connsiteX7" fmla="*/ 15611 w 16589"/>
                      <a:gd name="connsiteY7" fmla="*/ 10329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589" h="13786">
                        <a:moveTo>
                          <a:pt x="15611" y="10329"/>
                        </a:moveTo>
                        <a:cubicBezTo>
                          <a:pt x="16276" y="9310"/>
                          <a:pt x="16631" y="8157"/>
                          <a:pt x="16586" y="6872"/>
                        </a:cubicBezTo>
                        <a:cubicBezTo>
                          <a:pt x="16409" y="3059"/>
                          <a:pt x="12552" y="0"/>
                          <a:pt x="7942" y="0"/>
                        </a:cubicBezTo>
                        <a:cubicBezTo>
                          <a:pt x="3331" y="0"/>
                          <a:pt x="-171" y="3103"/>
                          <a:pt x="6" y="6916"/>
                        </a:cubicBezTo>
                        <a:cubicBezTo>
                          <a:pt x="184" y="10728"/>
                          <a:pt x="4040" y="13787"/>
                          <a:pt x="8651" y="13787"/>
                        </a:cubicBezTo>
                        <a:cubicBezTo>
                          <a:pt x="9050" y="13787"/>
                          <a:pt x="9449" y="13743"/>
                          <a:pt x="9848" y="13699"/>
                        </a:cubicBezTo>
                        <a:cubicBezTo>
                          <a:pt x="10380" y="13211"/>
                          <a:pt x="10956" y="12723"/>
                          <a:pt x="11621" y="12280"/>
                        </a:cubicBezTo>
                        <a:cubicBezTo>
                          <a:pt x="12818" y="11482"/>
                          <a:pt x="14192" y="10906"/>
                          <a:pt x="15611" y="1032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71" name="Forme libre : forme 20070">
                    <a:extLst>
                      <a:ext uri="{FF2B5EF4-FFF2-40B4-BE49-F238E27FC236}">
                        <a16:creationId xmlns:a16="http://schemas.microsoft.com/office/drawing/2014/main" id="{7E818FE0-5B9B-4296-B7A4-94871AD73FE6}"/>
                      </a:ext>
                    </a:extLst>
                  </p:cNvPr>
                  <p:cNvSpPr/>
                  <p:nvPr/>
                </p:nvSpPr>
                <p:spPr>
                  <a:xfrm>
                    <a:off x="6302845" y="6283958"/>
                    <a:ext cx="8517" cy="7048"/>
                  </a:xfrm>
                  <a:custGeom>
                    <a:avLst/>
                    <a:gdLst>
                      <a:gd name="connsiteX0" fmla="*/ 4082 w 8517"/>
                      <a:gd name="connsiteY0" fmla="*/ 0 h 7048"/>
                      <a:gd name="connsiteX1" fmla="*/ 3 w 8517"/>
                      <a:gd name="connsiteY1" fmla="*/ 3547 h 7048"/>
                      <a:gd name="connsiteX2" fmla="*/ 4436 w 8517"/>
                      <a:gd name="connsiteY2" fmla="*/ 7048 h 7048"/>
                      <a:gd name="connsiteX3" fmla="*/ 8515 w 8517"/>
                      <a:gd name="connsiteY3" fmla="*/ 3502 h 7048"/>
                      <a:gd name="connsiteX4" fmla="*/ 4082 w 8517"/>
                      <a:gd name="connsiteY4" fmla="*/ 0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8">
                        <a:moveTo>
                          <a:pt x="4082" y="0"/>
                        </a:moveTo>
                        <a:cubicBezTo>
                          <a:pt x="1732" y="0"/>
                          <a:pt x="-85" y="1596"/>
                          <a:pt x="3" y="3547"/>
                        </a:cubicBez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382" y="1596"/>
                          <a:pt x="6431" y="0"/>
                          <a:pt x="408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72" name="Forme libre : forme 20071">
                    <a:extLst>
                      <a:ext uri="{FF2B5EF4-FFF2-40B4-BE49-F238E27FC236}">
                        <a16:creationId xmlns:a16="http://schemas.microsoft.com/office/drawing/2014/main" id="{E45394F1-B82E-4700-A99A-13DC732058E7}"/>
                      </a:ext>
                    </a:extLst>
                  </p:cNvPr>
                  <p:cNvSpPr/>
                  <p:nvPr/>
                </p:nvSpPr>
                <p:spPr>
                  <a:xfrm>
                    <a:off x="6545959" y="6289499"/>
                    <a:ext cx="8112" cy="4166"/>
                  </a:xfrm>
                  <a:custGeom>
                    <a:avLst/>
                    <a:gdLst>
                      <a:gd name="connsiteX0" fmla="*/ 0 w 8112"/>
                      <a:gd name="connsiteY0" fmla="*/ 4122 h 4166"/>
                      <a:gd name="connsiteX1" fmla="*/ 754 w 8112"/>
                      <a:gd name="connsiteY1" fmla="*/ 4167 h 4166"/>
                      <a:gd name="connsiteX2" fmla="*/ 8113 w 8112"/>
                      <a:gd name="connsiteY2" fmla="*/ 0 h 4166"/>
                      <a:gd name="connsiteX3" fmla="*/ 6118 w 8112"/>
                      <a:gd name="connsiteY3" fmla="*/ 1064 h 4166"/>
                      <a:gd name="connsiteX4" fmla="*/ 0 w 8112"/>
                      <a:gd name="connsiteY4" fmla="*/ 4122 h 4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12" h="4166">
                        <a:moveTo>
                          <a:pt x="0" y="4122"/>
                        </a:moveTo>
                        <a:cubicBezTo>
                          <a:pt x="266" y="4122"/>
                          <a:pt x="488" y="4167"/>
                          <a:pt x="754" y="4167"/>
                        </a:cubicBezTo>
                        <a:cubicBezTo>
                          <a:pt x="4123" y="4167"/>
                          <a:pt x="6960" y="2438"/>
                          <a:pt x="8113" y="0"/>
                        </a:cubicBezTo>
                        <a:cubicBezTo>
                          <a:pt x="7448" y="354"/>
                          <a:pt x="6738" y="709"/>
                          <a:pt x="6118" y="1064"/>
                        </a:cubicBezTo>
                        <a:cubicBezTo>
                          <a:pt x="4078" y="2083"/>
                          <a:pt x="2039" y="3103"/>
                          <a:pt x="0" y="412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73" name="Forme libre : forme 20072">
                    <a:extLst>
                      <a:ext uri="{FF2B5EF4-FFF2-40B4-BE49-F238E27FC236}">
                        <a16:creationId xmlns:a16="http://schemas.microsoft.com/office/drawing/2014/main" id="{00CE2B4C-795E-4CF8-8561-F47A4221443A}"/>
                      </a:ext>
                    </a:extLst>
                  </p:cNvPr>
                  <p:cNvSpPr/>
                  <p:nvPr/>
                </p:nvSpPr>
                <p:spPr>
                  <a:xfrm>
                    <a:off x="6540284" y="6279879"/>
                    <a:ext cx="8467" cy="2083"/>
                  </a:xfrm>
                  <a:custGeom>
                    <a:avLst/>
                    <a:gdLst>
                      <a:gd name="connsiteX0" fmla="*/ 5763 w 8467"/>
                      <a:gd name="connsiteY0" fmla="*/ 0 h 2083"/>
                      <a:gd name="connsiteX1" fmla="*/ 0 w 8467"/>
                      <a:gd name="connsiteY1" fmla="*/ 2084 h 2083"/>
                      <a:gd name="connsiteX2" fmla="*/ 8467 w 8467"/>
                      <a:gd name="connsiteY2" fmla="*/ 399 h 2083"/>
                      <a:gd name="connsiteX3" fmla="*/ 5763 w 8467"/>
                      <a:gd name="connsiteY3" fmla="*/ 0 h 2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67" h="2083">
                        <a:moveTo>
                          <a:pt x="5763" y="0"/>
                        </a:moveTo>
                        <a:cubicBezTo>
                          <a:pt x="3458" y="0"/>
                          <a:pt x="1419" y="798"/>
                          <a:pt x="0" y="2084"/>
                        </a:cubicBezTo>
                        <a:cubicBezTo>
                          <a:pt x="2926" y="887"/>
                          <a:pt x="5808" y="222"/>
                          <a:pt x="8467" y="399"/>
                        </a:cubicBezTo>
                        <a:cubicBezTo>
                          <a:pt x="7625" y="177"/>
                          <a:pt x="6694" y="0"/>
                          <a:pt x="576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74" name="Forme libre : forme 20073">
                    <a:extLst>
                      <a:ext uri="{FF2B5EF4-FFF2-40B4-BE49-F238E27FC236}">
                        <a16:creationId xmlns:a16="http://schemas.microsoft.com/office/drawing/2014/main" id="{27367D1F-4071-466A-BA79-1A30B472DB8A}"/>
                      </a:ext>
                    </a:extLst>
                  </p:cNvPr>
                  <p:cNvSpPr/>
                  <p:nvPr/>
                </p:nvSpPr>
                <p:spPr>
                  <a:xfrm>
                    <a:off x="6538106" y="6280250"/>
                    <a:ext cx="16547" cy="13371"/>
                  </a:xfrm>
                  <a:custGeom>
                    <a:avLst/>
                    <a:gdLst>
                      <a:gd name="connsiteX0" fmla="*/ 10646 w 16547"/>
                      <a:gd name="connsiteY0" fmla="*/ 28 h 13371"/>
                      <a:gd name="connsiteX1" fmla="*/ 2179 w 16547"/>
                      <a:gd name="connsiteY1" fmla="*/ 1713 h 13371"/>
                      <a:gd name="connsiteX2" fmla="*/ 6 w 16547"/>
                      <a:gd name="connsiteY2" fmla="*/ 6589 h 13371"/>
                      <a:gd name="connsiteX3" fmla="*/ 7853 w 16547"/>
                      <a:gd name="connsiteY3" fmla="*/ 13372 h 13371"/>
                      <a:gd name="connsiteX4" fmla="*/ 13971 w 16547"/>
                      <a:gd name="connsiteY4" fmla="*/ 10313 h 13371"/>
                      <a:gd name="connsiteX5" fmla="*/ 15966 w 16547"/>
                      <a:gd name="connsiteY5" fmla="*/ 9249 h 13371"/>
                      <a:gd name="connsiteX6" fmla="*/ 16542 w 16547"/>
                      <a:gd name="connsiteY6" fmla="*/ 6501 h 13371"/>
                      <a:gd name="connsiteX7" fmla="*/ 10646 w 16547"/>
                      <a:gd name="connsiteY7" fmla="*/ 28 h 13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547" h="13371">
                        <a:moveTo>
                          <a:pt x="10646" y="28"/>
                        </a:moveTo>
                        <a:cubicBezTo>
                          <a:pt x="7942" y="-149"/>
                          <a:pt x="5105" y="516"/>
                          <a:pt x="2179" y="1713"/>
                        </a:cubicBezTo>
                        <a:cubicBezTo>
                          <a:pt x="760" y="2954"/>
                          <a:pt x="-82" y="4683"/>
                          <a:pt x="6" y="6589"/>
                        </a:cubicBezTo>
                        <a:cubicBezTo>
                          <a:pt x="184" y="10180"/>
                          <a:pt x="3642" y="13061"/>
                          <a:pt x="7853" y="13372"/>
                        </a:cubicBezTo>
                        <a:cubicBezTo>
                          <a:pt x="9892" y="12352"/>
                          <a:pt x="11931" y="11332"/>
                          <a:pt x="13971" y="10313"/>
                        </a:cubicBezTo>
                        <a:cubicBezTo>
                          <a:pt x="14636" y="10003"/>
                          <a:pt x="15301" y="9648"/>
                          <a:pt x="15966" y="9249"/>
                        </a:cubicBezTo>
                        <a:cubicBezTo>
                          <a:pt x="16364" y="8406"/>
                          <a:pt x="16586" y="7476"/>
                          <a:pt x="16542" y="6501"/>
                        </a:cubicBezTo>
                        <a:cubicBezTo>
                          <a:pt x="16409" y="3486"/>
                          <a:pt x="13926" y="959"/>
                          <a:pt x="10646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75" name="Forme libre : forme 20074">
                    <a:extLst>
                      <a:ext uri="{FF2B5EF4-FFF2-40B4-BE49-F238E27FC236}">
                        <a16:creationId xmlns:a16="http://schemas.microsoft.com/office/drawing/2014/main" id="{6129D956-5BAE-4711-B8E9-F9AAE490A91A}"/>
                      </a:ext>
                    </a:extLst>
                  </p:cNvPr>
                  <p:cNvSpPr/>
                  <p:nvPr/>
                </p:nvSpPr>
                <p:spPr>
                  <a:xfrm>
                    <a:off x="6563070" y="6295617"/>
                    <a:ext cx="7982" cy="7048"/>
                  </a:xfrm>
                  <a:custGeom>
                    <a:avLst/>
                    <a:gdLst>
                      <a:gd name="connsiteX0" fmla="*/ 44 w 7982"/>
                      <a:gd name="connsiteY0" fmla="*/ 5098 h 7048"/>
                      <a:gd name="connsiteX1" fmla="*/ 3901 w 7982"/>
                      <a:gd name="connsiteY1" fmla="*/ 7048 h 7048"/>
                      <a:gd name="connsiteX2" fmla="*/ 7980 w 7982"/>
                      <a:gd name="connsiteY2" fmla="*/ 3502 h 7048"/>
                      <a:gd name="connsiteX3" fmla="*/ 3546 w 7982"/>
                      <a:gd name="connsiteY3" fmla="*/ 0 h 7048"/>
                      <a:gd name="connsiteX4" fmla="*/ 0 w 7982"/>
                      <a:gd name="connsiteY4" fmla="*/ 1818 h 7048"/>
                      <a:gd name="connsiteX5" fmla="*/ 44 w 7982"/>
                      <a:gd name="connsiteY5" fmla="*/ 5098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82" h="7048">
                        <a:moveTo>
                          <a:pt x="44" y="5098"/>
                        </a:moveTo>
                        <a:cubicBezTo>
                          <a:pt x="798" y="6251"/>
                          <a:pt x="2217" y="7048"/>
                          <a:pt x="3901" y="7048"/>
                        </a:cubicBezTo>
                        <a:cubicBezTo>
                          <a:pt x="6251" y="7048"/>
                          <a:pt x="8068" y="5453"/>
                          <a:pt x="7980" y="3502"/>
                        </a:cubicBezTo>
                        <a:cubicBezTo>
                          <a:pt x="7891" y="1551"/>
                          <a:pt x="5896" y="0"/>
                          <a:pt x="3546" y="0"/>
                        </a:cubicBezTo>
                        <a:cubicBezTo>
                          <a:pt x="1995" y="0"/>
                          <a:pt x="709" y="754"/>
                          <a:pt x="0" y="1818"/>
                        </a:cubicBezTo>
                        <a:cubicBezTo>
                          <a:pt x="133" y="2926"/>
                          <a:pt x="133" y="3990"/>
                          <a:pt x="44" y="5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76" name="Forme libre : forme 20075">
                    <a:extLst>
                      <a:ext uri="{FF2B5EF4-FFF2-40B4-BE49-F238E27FC236}">
                        <a16:creationId xmlns:a16="http://schemas.microsoft.com/office/drawing/2014/main" id="{08A0DC21-3DCB-431D-B640-EE29B5C51883}"/>
                      </a:ext>
                    </a:extLst>
                  </p:cNvPr>
                  <p:cNvSpPr/>
                  <p:nvPr/>
                </p:nvSpPr>
                <p:spPr>
                  <a:xfrm>
                    <a:off x="6562533" y="6297435"/>
                    <a:ext cx="630" cy="3280"/>
                  </a:xfrm>
                  <a:custGeom>
                    <a:avLst/>
                    <a:gdLst>
                      <a:gd name="connsiteX0" fmla="*/ 582 w 630"/>
                      <a:gd name="connsiteY0" fmla="*/ 3280 h 3280"/>
                      <a:gd name="connsiteX1" fmla="*/ 538 w 630"/>
                      <a:gd name="connsiteY1" fmla="*/ 0 h 3280"/>
                      <a:gd name="connsiteX2" fmla="*/ 6 w 630"/>
                      <a:gd name="connsiteY2" fmla="*/ 1728 h 3280"/>
                      <a:gd name="connsiteX3" fmla="*/ 582 w 630"/>
                      <a:gd name="connsiteY3" fmla="*/ 3280 h 3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0" h="3280">
                        <a:moveTo>
                          <a:pt x="582" y="3280"/>
                        </a:moveTo>
                        <a:cubicBezTo>
                          <a:pt x="671" y="2172"/>
                          <a:pt x="626" y="1108"/>
                          <a:pt x="538" y="0"/>
                        </a:cubicBezTo>
                        <a:cubicBezTo>
                          <a:pt x="183" y="532"/>
                          <a:pt x="-39" y="1108"/>
                          <a:pt x="6" y="1728"/>
                        </a:cubicBezTo>
                        <a:cubicBezTo>
                          <a:pt x="50" y="2305"/>
                          <a:pt x="272" y="2793"/>
                          <a:pt x="582" y="328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77" name="Forme libre : forme 20076">
                    <a:extLst>
                      <a:ext uri="{FF2B5EF4-FFF2-40B4-BE49-F238E27FC236}">
                        <a16:creationId xmlns:a16="http://schemas.microsoft.com/office/drawing/2014/main" id="{CF3CDC4E-3F42-43F4-ADA7-2AAC9B5E4210}"/>
                      </a:ext>
                    </a:extLst>
                  </p:cNvPr>
                  <p:cNvSpPr/>
                  <p:nvPr/>
                </p:nvSpPr>
                <p:spPr>
                  <a:xfrm>
                    <a:off x="7113617" y="6229254"/>
                    <a:ext cx="8651" cy="13742"/>
                  </a:xfrm>
                  <a:custGeom>
                    <a:avLst/>
                    <a:gdLst>
                      <a:gd name="connsiteX0" fmla="*/ 4477 w 8651"/>
                      <a:gd name="connsiteY0" fmla="*/ 9619 h 13742"/>
                      <a:gd name="connsiteX1" fmla="*/ 1463 w 8651"/>
                      <a:gd name="connsiteY1" fmla="*/ 13742 h 13742"/>
                      <a:gd name="connsiteX2" fmla="*/ 8645 w 8651"/>
                      <a:gd name="connsiteY2" fmla="*/ 6871 h 13742"/>
                      <a:gd name="connsiteX3" fmla="*/ 0 w 8651"/>
                      <a:gd name="connsiteY3" fmla="*/ 0 h 13742"/>
                      <a:gd name="connsiteX4" fmla="*/ 4477 w 8651"/>
                      <a:gd name="connsiteY4" fmla="*/ 9619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1" h="13742">
                        <a:moveTo>
                          <a:pt x="4477" y="9619"/>
                        </a:moveTo>
                        <a:cubicBezTo>
                          <a:pt x="4034" y="11260"/>
                          <a:pt x="2882" y="12590"/>
                          <a:pt x="1463" y="13742"/>
                        </a:cubicBezTo>
                        <a:cubicBezTo>
                          <a:pt x="5630" y="13387"/>
                          <a:pt x="8822" y="10462"/>
                          <a:pt x="8645" y="6871"/>
                        </a:cubicBezTo>
                        <a:cubicBezTo>
                          <a:pt x="8467" y="3059"/>
                          <a:pt x="4611" y="0"/>
                          <a:pt x="0" y="0"/>
                        </a:cubicBezTo>
                        <a:cubicBezTo>
                          <a:pt x="3236" y="1995"/>
                          <a:pt x="5320" y="6517"/>
                          <a:pt x="4477" y="96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78" name="Forme libre : forme 20077">
                    <a:extLst>
                      <a:ext uri="{FF2B5EF4-FFF2-40B4-BE49-F238E27FC236}">
                        <a16:creationId xmlns:a16="http://schemas.microsoft.com/office/drawing/2014/main" id="{51D79E68-96DF-487B-8CE1-2D87CB07256B}"/>
                      </a:ext>
                    </a:extLst>
                  </p:cNvPr>
                  <p:cNvSpPr/>
                  <p:nvPr/>
                </p:nvSpPr>
                <p:spPr>
                  <a:xfrm>
                    <a:off x="7105716" y="6229254"/>
                    <a:ext cx="12610" cy="13786"/>
                  </a:xfrm>
                  <a:custGeom>
                    <a:avLst/>
                    <a:gdLst>
                      <a:gd name="connsiteX0" fmla="*/ 10 w 12610"/>
                      <a:gd name="connsiteY0" fmla="*/ 6915 h 13786"/>
                      <a:gd name="connsiteX1" fmla="*/ 8654 w 12610"/>
                      <a:gd name="connsiteY1" fmla="*/ 13787 h 13786"/>
                      <a:gd name="connsiteX2" fmla="*/ 9408 w 12610"/>
                      <a:gd name="connsiteY2" fmla="*/ 13698 h 13786"/>
                      <a:gd name="connsiteX3" fmla="*/ 12422 w 12610"/>
                      <a:gd name="connsiteY3" fmla="*/ 9575 h 13786"/>
                      <a:gd name="connsiteX4" fmla="*/ 7989 w 12610"/>
                      <a:gd name="connsiteY4" fmla="*/ 0 h 13786"/>
                      <a:gd name="connsiteX5" fmla="*/ 10 w 12610"/>
                      <a:gd name="connsiteY5" fmla="*/ 6915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610" h="13786">
                        <a:moveTo>
                          <a:pt x="10" y="6915"/>
                        </a:moveTo>
                        <a:cubicBezTo>
                          <a:pt x="187" y="10728"/>
                          <a:pt x="4044" y="13787"/>
                          <a:pt x="8654" y="13787"/>
                        </a:cubicBezTo>
                        <a:cubicBezTo>
                          <a:pt x="8920" y="13787"/>
                          <a:pt x="9186" y="13742"/>
                          <a:pt x="9408" y="13698"/>
                        </a:cubicBezTo>
                        <a:cubicBezTo>
                          <a:pt x="10827" y="12545"/>
                          <a:pt x="11935" y="11215"/>
                          <a:pt x="12422" y="9575"/>
                        </a:cubicBezTo>
                        <a:cubicBezTo>
                          <a:pt x="13265" y="6472"/>
                          <a:pt x="11181" y="1950"/>
                          <a:pt x="7989" y="0"/>
                        </a:cubicBezTo>
                        <a:cubicBezTo>
                          <a:pt x="3379" y="44"/>
                          <a:pt x="-212" y="3147"/>
                          <a:pt x="10" y="69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79" name="Forme libre : forme 20078">
                    <a:extLst>
                      <a:ext uri="{FF2B5EF4-FFF2-40B4-BE49-F238E27FC236}">
                        <a16:creationId xmlns:a16="http://schemas.microsoft.com/office/drawing/2014/main" id="{84F095DE-9F1B-468B-B784-BDCB82ABE702}"/>
                      </a:ext>
                    </a:extLst>
                  </p:cNvPr>
                  <p:cNvSpPr/>
                  <p:nvPr/>
                </p:nvSpPr>
                <p:spPr>
                  <a:xfrm>
                    <a:off x="7130149" y="6244946"/>
                    <a:ext cx="8517" cy="7049"/>
                  </a:xfrm>
                  <a:custGeom>
                    <a:avLst/>
                    <a:gdLst>
                      <a:gd name="connsiteX0" fmla="*/ 4081 w 8517"/>
                      <a:gd name="connsiteY0" fmla="*/ 0 h 7049"/>
                      <a:gd name="connsiteX1" fmla="*/ 3 w 8517"/>
                      <a:gd name="connsiteY1" fmla="*/ 3547 h 7049"/>
                      <a:gd name="connsiteX2" fmla="*/ 4436 w 8517"/>
                      <a:gd name="connsiteY2" fmla="*/ 7049 h 7049"/>
                      <a:gd name="connsiteX3" fmla="*/ 8515 w 8517"/>
                      <a:gd name="connsiteY3" fmla="*/ 3502 h 7049"/>
                      <a:gd name="connsiteX4" fmla="*/ 4081 w 8517"/>
                      <a:gd name="connsiteY4" fmla="*/ 0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9">
                        <a:moveTo>
                          <a:pt x="4081" y="0"/>
                        </a:moveTo>
                        <a:cubicBezTo>
                          <a:pt x="1732" y="0"/>
                          <a:pt x="-86" y="1596"/>
                          <a:pt x="3" y="3547"/>
                        </a:cubicBezTo>
                        <a:cubicBezTo>
                          <a:pt x="92" y="5497"/>
                          <a:pt x="2087" y="7049"/>
                          <a:pt x="4436" y="7049"/>
                        </a:cubicBezTo>
                        <a:cubicBezTo>
                          <a:pt x="6786" y="7049"/>
                          <a:pt x="8603" y="5453"/>
                          <a:pt x="8515" y="3502"/>
                        </a:cubicBezTo>
                        <a:cubicBezTo>
                          <a:pt x="8426" y="1552"/>
                          <a:pt x="6431" y="0"/>
                          <a:pt x="408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80" name="Forme libre : forme 20079">
                    <a:extLst>
                      <a:ext uri="{FF2B5EF4-FFF2-40B4-BE49-F238E27FC236}">
                        <a16:creationId xmlns:a16="http://schemas.microsoft.com/office/drawing/2014/main" id="{50A9C986-1471-432F-87DD-E4C9C285C21D}"/>
                      </a:ext>
                    </a:extLst>
                  </p:cNvPr>
                  <p:cNvSpPr/>
                  <p:nvPr/>
                </p:nvSpPr>
                <p:spPr>
                  <a:xfrm>
                    <a:off x="7000129" y="6189621"/>
                    <a:ext cx="11393" cy="8112"/>
                  </a:xfrm>
                  <a:custGeom>
                    <a:avLst/>
                    <a:gdLst>
                      <a:gd name="connsiteX0" fmla="*/ 11304 w 11393"/>
                      <a:gd name="connsiteY0" fmla="*/ 8113 h 8112"/>
                      <a:gd name="connsiteX1" fmla="*/ 11393 w 11393"/>
                      <a:gd name="connsiteY1" fmla="*/ 6872 h 8112"/>
                      <a:gd name="connsiteX2" fmla="*/ 2748 w 11393"/>
                      <a:gd name="connsiteY2" fmla="*/ 0 h 8112"/>
                      <a:gd name="connsiteX3" fmla="*/ 0 w 11393"/>
                      <a:gd name="connsiteY3" fmla="*/ 443 h 8112"/>
                      <a:gd name="connsiteX4" fmla="*/ 11304 w 11393"/>
                      <a:gd name="connsiteY4" fmla="*/ 8113 h 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93" h="8112">
                        <a:moveTo>
                          <a:pt x="11304" y="8113"/>
                        </a:moveTo>
                        <a:cubicBezTo>
                          <a:pt x="11349" y="7714"/>
                          <a:pt x="11393" y="7315"/>
                          <a:pt x="11393" y="6872"/>
                        </a:cubicBezTo>
                        <a:cubicBezTo>
                          <a:pt x="11216" y="3059"/>
                          <a:pt x="7359" y="0"/>
                          <a:pt x="2748" y="0"/>
                        </a:cubicBezTo>
                        <a:cubicBezTo>
                          <a:pt x="1773" y="0"/>
                          <a:pt x="842" y="177"/>
                          <a:pt x="0" y="443"/>
                        </a:cubicBezTo>
                        <a:cubicBezTo>
                          <a:pt x="5187" y="1640"/>
                          <a:pt x="9354" y="3990"/>
                          <a:pt x="11304" y="81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81" name="Forme libre : forme 20080">
                    <a:extLst>
                      <a:ext uri="{FF2B5EF4-FFF2-40B4-BE49-F238E27FC236}">
                        <a16:creationId xmlns:a16="http://schemas.microsoft.com/office/drawing/2014/main" id="{4D3EA021-1B38-487D-9636-51C71442CAB4}"/>
                      </a:ext>
                    </a:extLst>
                  </p:cNvPr>
                  <p:cNvSpPr/>
                  <p:nvPr/>
                </p:nvSpPr>
                <p:spPr>
                  <a:xfrm>
                    <a:off x="6994937" y="6190109"/>
                    <a:ext cx="16496" cy="13343"/>
                  </a:xfrm>
                  <a:custGeom>
                    <a:avLst/>
                    <a:gdLst>
                      <a:gd name="connsiteX0" fmla="*/ 6 w 16496"/>
                      <a:gd name="connsiteY0" fmla="*/ 6473 h 13343"/>
                      <a:gd name="connsiteX1" fmla="*/ 8650 w 16496"/>
                      <a:gd name="connsiteY1" fmla="*/ 13344 h 13343"/>
                      <a:gd name="connsiteX2" fmla="*/ 16497 w 16496"/>
                      <a:gd name="connsiteY2" fmla="*/ 7625 h 13343"/>
                      <a:gd name="connsiteX3" fmla="*/ 5192 w 16496"/>
                      <a:gd name="connsiteY3" fmla="*/ 0 h 13343"/>
                      <a:gd name="connsiteX4" fmla="*/ 6 w 16496"/>
                      <a:gd name="connsiteY4" fmla="*/ 6473 h 13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96" h="13343">
                        <a:moveTo>
                          <a:pt x="6" y="6473"/>
                        </a:moveTo>
                        <a:cubicBezTo>
                          <a:pt x="183" y="10285"/>
                          <a:pt x="4040" y="13344"/>
                          <a:pt x="8650" y="13344"/>
                        </a:cubicBezTo>
                        <a:cubicBezTo>
                          <a:pt x="12729" y="13344"/>
                          <a:pt x="15965" y="10861"/>
                          <a:pt x="16497" y="7625"/>
                        </a:cubicBezTo>
                        <a:cubicBezTo>
                          <a:pt x="14546" y="3502"/>
                          <a:pt x="10379" y="1153"/>
                          <a:pt x="5192" y="0"/>
                        </a:cubicBezTo>
                        <a:cubicBezTo>
                          <a:pt x="2045" y="976"/>
                          <a:pt x="-127" y="3502"/>
                          <a:pt x="6" y="64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82" name="Forme libre : forme 20081">
                    <a:extLst>
                      <a:ext uri="{FF2B5EF4-FFF2-40B4-BE49-F238E27FC236}">
                        <a16:creationId xmlns:a16="http://schemas.microsoft.com/office/drawing/2014/main" id="{BC305E7A-3A86-4BA6-91C8-D49DBEA156B5}"/>
                      </a:ext>
                    </a:extLst>
                  </p:cNvPr>
                  <p:cNvSpPr/>
                  <p:nvPr/>
                </p:nvSpPr>
                <p:spPr>
                  <a:xfrm>
                    <a:off x="7019366" y="6205359"/>
                    <a:ext cx="8517" cy="7048"/>
                  </a:xfrm>
                  <a:custGeom>
                    <a:avLst/>
                    <a:gdLst>
                      <a:gd name="connsiteX0" fmla="*/ 3 w 8517"/>
                      <a:gd name="connsiteY0" fmla="*/ 3546 h 7048"/>
                      <a:gd name="connsiteX1" fmla="*/ 4436 w 8517"/>
                      <a:gd name="connsiteY1" fmla="*/ 7048 h 7048"/>
                      <a:gd name="connsiteX2" fmla="*/ 8515 w 8517"/>
                      <a:gd name="connsiteY2" fmla="*/ 3502 h 7048"/>
                      <a:gd name="connsiteX3" fmla="*/ 4082 w 8517"/>
                      <a:gd name="connsiteY3" fmla="*/ 0 h 7048"/>
                      <a:gd name="connsiteX4" fmla="*/ 3 w 8517"/>
                      <a:gd name="connsiteY4" fmla="*/ 3546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8">
                        <a:moveTo>
                          <a:pt x="3" y="3546"/>
                        </a:move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426" y="1551"/>
                          <a:pt x="6431" y="0"/>
                          <a:pt x="4082" y="0"/>
                        </a:cubicBezTo>
                        <a:cubicBezTo>
                          <a:pt x="1732" y="0"/>
                          <a:pt x="-85" y="1596"/>
                          <a:pt x="3" y="35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83" name="Forme libre : forme 20082">
                    <a:extLst>
                      <a:ext uri="{FF2B5EF4-FFF2-40B4-BE49-F238E27FC236}">
                        <a16:creationId xmlns:a16="http://schemas.microsoft.com/office/drawing/2014/main" id="{568233F5-6ED2-4314-8249-B9027B65009E}"/>
                      </a:ext>
                    </a:extLst>
                  </p:cNvPr>
                  <p:cNvSpPr/>
                  <p:nvPr/>
                </p:nvSpPr>
                <p:spPr>
                  <a:xfrm>
                    <a:off x="6896528" y="6283869"/>
                    <a:ext cx="1022" cy="4123"/>
                  </a:xfrm>
                  <a:custGeom>
                    <a:avLst/>
                    <a:gdLst>
                      <a:gd name="connsiteX0" fmla="*/ 0 w 1022"/>
                      <a:gd name="connsiteY0" fmla="*/ 4123 h 4123"/>
                      <a:gd name="connsiteX1" fmla="*/ 1020 w 1022"/>
                      <a:gd name="connsiteY1" fmla="*/ 621 h 4123"/>
                      <a:gd name="connsiteX2" fmla="*/ 931 w 1022"/>
                      <a:gd name="connsiteY2" fmla="*/ 0 h 4123"/>
                      <a:gd name="connsiteX3" fmla="*/ 310 w 1022"/>
                      <a:gd name="connsiteY3" fmla="*/ 2571 h 4123"/>
                      <a:gd name="connsiteX4" fmla="*/ 0 w 1022"/>
                      <a:gd name="connsiteY4" fmla="*/ 4123 h 4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" h="4123">
                        <a:moveTo>
                          <a:pt x="0" y="4123"/>
                        </a:moveTo>
                        <a:cubicBezTo>
                          <a:pt x="665" y="3103"/>
                          <a:pt x="1064" y="1906"/>
                          <a:pt x="1020" y="621"/>
                        </a:cubicBezTo>
                        <a:cubicBezTo>
                          <a:pt x="1020" y="399"/>
                          <a:pt x="931" y="222"/>
                          <a:pt x="931" y="0"/>
                        </a:cubicBezTo>
                        <a:lnTo>
                          <a:pt x="310" y="2571"/>
                        </a:lnTo>
                        <a:cubicBezTo>
                          <a:pt x="177" y="3059"/>
                          <a:pt x="88" y="3591"/>
                          <a:pt x="0" y="41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84" name="Forme libre : forme 20083">
                    <a:extLst>
                      <a:ext uri="{FF2B5EF4-FFF2-40B4-BE49-F238E27FC236}">
                        <a16:creationId xmlns:a16="http://schemas.microsoft.com/office/drawing/2014/main" id="{1B3545A3-6F62-4EE6-BFC0-066ACF2B5E45}"/>
                      </a:ext>
                    </a:extLst>
                  </p:cNvPr>
                  <p:cNvSpPr/>
                  <p:nvPr/>
                </p:nvSpPr>
                <p:spPr>
                  <a:xfrm>
                    <a:off x="6880961" y="6277618"/>
                    <a:ext cx="16497" cy="13786"/>
                  </a:xfrm>
                  <a:custGeom>
                    <a:avLst/>
                    <a:gdLst>
                      <a:gd name="connsiteX0" fmla="*/ 7942 w 16497"/>
                      <a:gd name="connsiteY0" fmla="*/ 0 h 13786"/>
                      <a:gd name="connsiteX1" fmla="*/ 6 w 16497"/>
                      <a:gd name="connsiteY1" fmla="*/ 6916 h 13786"/>
                      <a:gd name="connsiteX2" fmla="*/ 8651 w 16497"/>
                      <a:gd name="connsiteY2" fmla="*/ 13787 h 13786"/>
                      <a:gd name="connsiteX3" fmla="*/ 15567 w 16497"/>
                      <a:gd name="connsiteY3" fmla="*/ 10374 h 13786"/>
                      <a:gd name="connsiteX4" fmla="*/ 15877 w 16497"/>
                      <a:gd name="connsiteY4" fmla="*/ 8822 h 13786"/>
                      <a:gd name="connsiteX5" fmla="*/ 16497 w 16497"/>
                      <a:gd name="connsiteY5" fmla="*/ 6251 h 13786"/>
                      <a:gd name="connsiteX6" fmla="*/ 7942 w 16497"/>
                      <a:gd name="connsiteY6" fmla="*/ 0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497" h="13786">
                        <a:moveTo>
                          <a:pt x="7942" y="0"/>
                        </a:moveTo>
                        <a:cubicBezTo>
                          <a:pt x="3376" y="0"/>
                          <a:pt x="-171" y="3103"/>
                          <a:pt x="6" y="6916"/>
                        </a:cubicBezTo>
                        <a:cubicBezTo>
                          <a:pt x="184" y="10728"/>
                          <a:pt x="4040" y="13787"/>
                          <a:pt x="8651" y="13787"/>
                        </a:cubicBezTo>
                        <a:cubicBezTo>
                          <a:pt x="11665" y="13787"/>
                          <a:pt x="14237" y="12413"/>
                          <a:pt x="15567" y="10374"/>
                        </a:cubicBezTo>
                        <a:cubicBezTo>
                          <a:pt x="15655" y="9842"/>
                          <a:pt x="15788" y="9310"/>
                          <a:pt x="15877" y="8822"/>
                        </a:cubicBezTo>
                        <a:lnTo>
                          <a:pt x="16497" y="6251"/>
                        </a:lnTo>
                        <a:cubicBezTo>
                          <a:pt x="15921" y="2748"/>
                          <a:pt x="12242" y="0"/>
                          <a:pt x="79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85" name="Forme libre : forme 20084">
                    <a:extLst>
                      <a:ext uri="{FF2B5EF4-FFF2-40B4-BE49-F238E27FC236}">
                        <a16:creationId xmlns:a16="http://schemas.microsoft.com/office/drawing/2014/main" id="{963239B6-FECB-422D-AC21-A063E24D809F}"/>
                      </a:ext>
                    </a:extLst>
                  </p:cNvPr>
                  <p:cNvSpPr/>
                  <p:nvPr/>
                </p:nvSpPr>
                <p:spPr>
                  <a:xfrm>
                    <a:off x="6905391" y="6293355"/>
                    <a:ext cx="8517" cy="7049"/>
                  </a:xfrm>
                  <a:custGeom>
                    <a:avLst/>
                    <a:gdLst>
                      <a:gd name="connsiteX0" fmla="*/ 4081 w 8517"/>
                      <a:gd name="connsiteY0" fmla="*/ 1 h 7049"/>
                      <a:gd name="connsiteX1" fmla="*/ 3 w 8517"/>
                      <a:gd name="connsiteY1" fmla="*/ 3548 h 7049"/>
                      <a:gd name="connsiteX2" fmla="*/ 4436 w 8517"/>
                      <a:gd name="connsiteY2" fmla="*/ 7049 h 7049"/>
                      <a:gd name="connsiteX3" fmla="*/ 8515 w 8517"/>
                      <a:gd name="connsiteY3" fmla="*/ 3503 h 7049"/>
                      <a:gd name="connsiteX4" fmla="*/ 4081 w 8517"/>
                      <a:gd name="connsiteY4" fmla="*/ 1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9">
                        <a:moveTo>
                          <a:pt x="4081" y="1"/>
                        </a:moveTo>
                        <a:cubicBezTo>
                          <a:pt x="1732" y="1"/>
                          <a:pt x="-86" y="1597"/>
                          <a:pt x="3" y="3548"/>
                        </a:cubicBezTo>
                        <a:cubicBezTo>
                          <a:pt x="92" y="5498"/>
                          <a:pt x="2087" y="7049"/>
                          <a:pt x="4436" y="7049"/>
                        </a:cubicBezTo>
                        <a:cubicBezTo>
                          <a:pt x="6786" y="7049"/>
                          <a:pt x="8603" y="5454"/>
                          <a:pt x="8515" y="3503"/>
                        </a:cubicBezTo>
                        <a:cubicBezTo>
                          <a:pt x="8426" y="1552"/>
                          <a:pt x="6431" y="-43"/>
                          <a:pt x="408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86" name="Forme libre : forme 20085">
                    <a:extLst>
                      <a:ext uri="{FF2B5EF4-FFF2-40B4-BE49-F238E27FC236}">
                        <a16:creationId xmlns:a16="http://schemas.microsoft.com/office/drawing/2014/main" id="{934351B6-A487-4C77-A75D-C1246118E968}"/>
                      </a:ext>
                    </a:extLst>
                  </p:cNvPr>
                  <p:cNvSpPr/>
                  <p:nvPr/>
                </p:nvSpPr>
                <p:spPr>
                  <a:xfrm>
                    <a:off x="6776879" y="6235105"/>
                    <a:ext cx="10292" cy="12767"/>
                  </a:xfrm>
                  <a:custGeom>
                    <a:avLst/>
                    <a:gdLst>
                      <a:gd name="connsiteX0" fmla="*/ 1640 w 10292"/>
                      <a:gd name="connsiteY0" fmla="*/ 0 h 12767"/>
                      <a:gd name="connsiteX1" fmla="*/ 0 w 10292"/>
                      <a:gd name="connsiteY1" fmla="*/ 134 h 12767"/>
                      <a:gd name="connsiteX2" fmla="*/ 6517 w 10292"/>
                      <a:gd name="connsiteY2" fmla="*/ 12768 h 12767"/>
                      <a:gd name="connsiteX3" fmla="*/ 10285 w 10292"/>
                      <a:gd name="connsiteY3" fmla="*/ 6828 h 12767"/>
                      <a:gd name="connsiteX4" fmla="*/ 1640 w 10292"/>
                      <a:gd name="connsiteY4" fmla="*/ 0 h 12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92" h="12767">
                        <a:moveTo>
                          <a:pt x="1640" y="0"/>
                        </a:moveTo>
                        <a:cubicBezTo>
                          <a:pt x="1064" y="0"/>
                          <a:pt x="532" y="45"/>
                          <a:pt x="0" y="134"/>
                        </a:cubicBezTo>
                        <a:cubicBezTo>
                          <a:pt x="3812" y="2882"/>
                          <a:pt x="5719" y="7670"/>
                          <a:pt x="6517" y="12768"/>
                        </a:cubicBezTo>
                        <a:cubicBezTo>
                          <a:pt x="8866" y="11571"/>
                          <a:pt x="10418" y="9354"/>
                          <a:pt x="10285" y="6828"/>
                        </a:cubicBezTo>
                        <a:cubicBezTo>
                          <a:pt x="10063" y="3015"/>
                          <a:pt x="6206" y="-44"/>
                          <a:pt x="164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87" name="Forme libre : forme 20086">
                    <a:extLst>
                      <a:ext uri="{FF2B5EF4-FFF2-40B4-BE49-F238E27FC236}">
                        <a16:creationId xmlns:a16="http://schemas.microsoft.com/office/drawing/2014/main" id="{A1CCE479-5A75-4133-8A5E-C51D3AB6EA8F}"/>
                      </a:ext>
                    </a:extLst>
                  </p:cNvPr>
                  <p:cNvSpPr/>
                  <p:nvPr/>
                </p:nvSpPr>
                <p:spPr>
                  <a:xfrm>
                    <a:off x="6770575" y="6235238"/>
                    <a:ext cx="12819" cy="13653"/>
                  </a:xfrm>
                  <a:custGeom>
                    <a:avLst/>
                    <a:gdLst>
                      <a:gd name="connsiteX0" fmla="*/ 6303 w 12819"/>
                      <a:gd name="connsiteY0" fmla="*/ 0 h 13653"/>
                      <a:gd name="connsiteX1" fmla="*/ 8 w 12819"/>
                      <a:gd name="connsiteY1" fmla="*/ 6783 h 13653"/>
                      <a:gd name="connsiteX2" fmla="*/ 8653 w 12819"/>
                      <a:gd name="connsiteY2" fmla="*/ 13654 h 13653"/>
                      <a:gd name="connsiteX3" fmla="*/ 12820 w 12819"/>
                      <a:gd name="connsiteY3" fmla="*/ 12634 h 13653"/>
                      <a:gd name="connsiteX4" fmla="*/ 6303 w 12819"/>
                      <a:gd name="connsiteY4" fmla="*/ 0 h 13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19" h="13653">
                        <a:moveTo>
                          <a:pt x="6303" y="0"/>
                        </a:moveTo>
                        <a:cubicBezTo>
                          <a:pt x="2535" y="665"/>
                          <a:pt x="-169" y="3458"/>
                          <a:pt x="8" y="6783"/>
                        </a:cubicBezTo>
                        <a:cubicBezTo>
                          <a:pt x="186" y="10595"/>
                          <a:pt x="4042" y="13654"/>
                          <a:pt x="8653" y="13654"/>
                        </a:cubicBezTo>
                        <a:cubicBezTo>
                          <a:pt x="10204" y="13654"/>
                          <a:pt x="11623" y="13255"/>
                          <a:pt x="12820" y="12634"/>
                        </a:cubicBezTo>
                        <a:cubicBezTo>
                          <a:pt x="12022" y="7536"/>
                          <a:pt x="10116" y="2748"/>
                          <a:pt x="630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88" name="Forme libre : forme 20087">
                    <a:extLst>
                      <a:ext uri="{FF2B5EF4-FFF2-40B4-BE49-F238E27FC236}">
                        <a16:creationId xmlns:a16="http://schemas.microsoft.com/office/drawing/2014/main" id="{5E61CA31-624C-4C46-8070-4DD855204C22}"/>
                      </a:ext>
                    </a:extLst>
                  </p:cNvPr>
                  <p:cNvSpPr/>
                  <p:nvPr/>
                </p:nvSpPr>
                <p:spPr>
                  <a:xfrm>
                    <a:off x="6795007" y="6250798"/>
                    <a:ext cx="8517" cy="7048"/>
                  </a:xfrm>
                  <a:custGeom>
                    <a:avLst/>
                    <a:gdLst>
                      <a:gd name="connsiteX0" fmla="*/ 4081 w 8517"/>
                      <a:gd name="connsiteY0" fmla="*/ 0 h 7048"/>
                      <a:gd name="connsiteX1" fmla="*/ 3 w 8517"/>
                      <a:gd name="connsiteY1" fmla="*/ 3546 h 7048"/>
                      <a:gd name="connsiteX2" fmla="*/ 4436 w 8517"/>
                      <a:gd name="connsiteY2" fmla="*/ 7048 h 7048"/>
                      <a:gd name="connsiteX3" fmla="*/ 8515 w 8517"/>
                      <a:gd name="connsiteY3" fmla="*/ 3502 h 7048"/>
                      <a:gd name="connsiteX4" fmla="*/ 4081 w 8517"/>
                      <a:gd name="connsiteY4" fmla="*/ 0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8">
                        <a:moveTo>
                          <a:pt x="4081" y="0"/>
                        </a:moveTo>
                        <a:cubicBezTo>
                          <a:pt x="1732" y="0"/>
                          <a:pt x="-86" y="1596"/>
                          <a:pt x="3" y="3546"/>
                        </a:cubicBez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426" y="1551"/>
                          <a:pt x="6431" y="0"/>
                          <a:pt x="408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89" name="Forme libre : forme 20088">
                    <a:extLst>
                      <a:ext uri="{FF2B5EF4-FFF2-40B4-BE49-F238E27FC236}">
                        <a16:creationId xmlns:a16="http://schemas.microsoft.com/office/drawing/2014/main" id="{E401C4C0-3776-4EFA-9414-1C3E82695535}"/>
                      </a:ext>
                    </a:extLst>
                  </p:cNvPr>
                  <p:cNvSpPr/>
                  <p:nvPr/>
                </p:nvSpPr>
                <p:spPr>
                  <a:xfrm>
                    <a:off x="6916876" y="6216841"/>
                    <a:ext cx="7093" cy="6427"/>
                  </a:xfrm>
                  <a:custGeom>
                    <a:avLst/>
                    <a:gdLst>
                      <a:gd name="connsiteX0" fmla="*/ 0 w 7093"/>
                      <a:gd name="connsiteY0" fmla="*/ 6428 h 6427"/>
                      <a:gd name="connsiteX1" fmla="*/ 7093 w 7093"/>
                      <a:gd name="connsiteY1" fmla="*/ 0 h 6427"/>
                      <a:gd name="connsiteX2" fmla="*/ 0 w 7093"/>
                      <a:gd name="connsiteY2" fmla="*/ 6428 h 6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093" h="6427">
                        <a:moveTo>
                          <a:pt x="0" y="6428"/>
                        </a:moveTo>
                        <a:cubicBezTo>
                          <a:pt x="3990" y="6073"/>
                          <a:pt x="7004" y="3369"/>
                          <a:pt x="7093" y="0"/>
                        </a:cubicBezTo>
                        <a:cubicBezTo>
                          <a:pt x="6073" y="2882"/>
                          <a:pt x="3014" y="4876"/>
                          <a:pt x="0" y="64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90" name="Forme libre : forme 20089">
                    <a:extLst>
                      <a:ext uri="{FF2B5EF4-FFF2-40B4-BE49-F238E27FC236}">
                        <a16:creationId xmlns:a16="http://schemas.microsoft.com/office/drawing/2014/main" id="{614FB519-0013-4CE1-BF9C-805A74D775BD}"/>
                      </a:ext>
                    </a:extLst>
                  </p:cNvPr>
                  <p:cNvSpPr/>
                  <p:nvPr/>
                </p:nvSpPr>
                <p:spPr>
                  <a:xfrm>
                    <a:off x="6907471" y="6209570"/>
                    <a:ext cx="16586" cy="13787"/>
                  </a:xfrm>
                  <a:custGeom>
                    <a:avLst/>
                    <a:gdLst>
                      <a:gd name="connsiteX0" fmla="*/ 7942 w 16586"/>
                      <a:gd name="connsiteY0" fmla="*/ 0 h 13787"/>
                      <a:gd name="connsiteX1" fmla="*/ 6 w 16586"/>
                      <a:gd name="connsiteY1" fmla="*/ 6916 h 13787"/>
                      <a:gd name="connsiteX2" fmla="*/ 8651 w 16586"/>
                      <a:gd name="connsiteY2" fmla="*/ 13787 h 13787"/>
                      <a:gd name="connsiteX3" fmla="*/ 9449 w 16586"/>
                      <a:gd name="connsiteY3" fmla="*/ 13699 h 13787"/>
                      <a:gd name="connsiteX4" fmla="*/ 16542 w 16586"/>
                      <a:gd name="connsiteY4" fmla="*/ 7271 h 13787"/>
                      <a:gd name="connsiteX5" fmla="*/ 16586 w 16586"/>
                      <a:gd name="connsiteY5" fmla="*/ 6828 h 13787"/>
                      <a:gd name="connsiteX6" fmla="*/ 7942 w 16586"/>
                      <a:gd name="connsiteY6" fmla="*/ 0 h 13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586" h="13787">
                        <a:moveTo>
                          <a:pt x="7942" y="0"/>
                        </a:moveTo>
                        <a:cubicBezTo>
                          <a:pt x="3376" y="0"/>
                          <a:pt x="-171" y="3104"/>
                          <a:pt x="6" y="6916"/>
                        </a:cubicBezTo>
                        <a:cubicBezTo>
                          <a:pt x="184" y="10729"/>
                          <a:pt x="4041" y="13787"/>
                          <a:pt x="8651" y="13787"/>
                        </a:cubicBezTo>
                        <a:cubicBezTo>
                          <a:pt x="8917" y="13787"/>
                          <a:pt x="9183" y="13743"/>
                          <a:pt x="9449" y="13699"/>
                        </a:cubicBezTo>
                        <a:cubicBezTo>
                          <a:pt x="12463" y="12147"/>
                          <a:pt x="15522" y="10108"/>
                          <a:pt x="16542" y="7271"/>
                        </a:cubicBezTo>
                        <a:cubicBezTo>
                          <a:pt x="16542" y="7138"/>
                          <a:pt x="16586" y="7005"/>
                          <a:pt x="16586" y="6828"/>
                        </a:cubicBezTo>
                        <a:cubicBezTo>
                          <a:pt x="16364" y="3060"/>
                          <a:pt x="12508" y="-44"/>
                          <a:pt x="79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91" name="Forme libre : forme 20090">
                    <a:extLst>
                      <a:ext uri="{FF2B5EF4-FFF2-40B4-BE49-F238E27FC236}">
                        <a16:creationId xmlns:a16="http://schemas.microsoft.com/office/drawing/2014/main" id="{DF85D02B-3D52-4505-B92C-7DC512F07015}"/>
                      </a:ext>
                    </a:extLst>
                  </p:cNvPr>
                  <p:cNvSpPr/>
                  <p:nvPr/>
                </p:nvSpPr>
                <p:spPr>
                  <a:xfrm>
                    <a:off x="6931901" y="6225264"/>
                    <a:ext cx="8517" cy="7048"/>
                  </a:xfrm>
                  <a:custGeom>
                    <a:avLst/>
                    <a:gdLst>
                      <a:gd name="connsiteX0" fmla="*/ 3 w 8517"/>
                      <a:gd name="connsiteY0" fmla="*/ 3546 h 7048"/>
                      <a:gd name="connsiteX1" fmla="*/ 4436 w 8517"/>
                      <a:gd name="connsiteY1" fmla="*/ 7048 h 7048"/>
                      <a:gd name="connsiteX2" fmla="*/ 8515 w 8517"/>
                      <a:gd name="connsiteY2" fmla="*/ 3502 h 7048"/>
                      <a:gd name="connsiteX3" fmla="*/ 4081 w 8517"/>
                      <a:gd name="connsiteY3" fmla="*/ 0 h 7048"/>
                      <a:gd name="connsiteX4" fmla="*/ 3 w 8517"/>
                      <a:gd name="connsiteY4" fmla="*/ 3546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8">
                        <a:moveTo>
                          <a:pt x="3" y="3546"/>
                        </a:move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426" y="1551"/>
                          <a:pt x="6431" y="0"/>
                          <a:pt x="4081" y="0"/>
                        </a:cubicBezTo>
                        <a:cubicBezTo>
                          <a:pt x="1732" y="44"/>
                          <a:pt x="-86" y="1596"/>
                          <a:pt x="3" y="35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92" name="Forme libre : forme 20091">
                    <a:extLst>
                      <a:ext uri="{FF2B5EF4-FFF2-40B4-BE49-F238E27FC236}">
                        <a16:creationId xmlns:a16="http://schemas.microsoft.com/office/drawing/2014/main" id="{FBBE7923-F01F-4BF6-A449-10CD00DC4745}"/>
                      </a:ext>
                    </a:extLst>
                  </p:cNvPr>
                  <p:cNvSpPr/>
                  <p:nvPr/>
                </p:nvSpPr>
                <p:spPr>
                  <a:xfrm>
                    <a:off x="7007216" y="6297878"/>
                    <a:ext cx="16592" cy="13786"/>
                  </a:xfrm>
                  <a:custGeom>
                    <a:avLst/>
                    <a:gdLst>
                      <a:gd name="connsiteX0" fmla="*/ 7942 w 16592"/>
                      <a:gd name="connsiteY0" fmla="*/ 0 h 13786"/>
                      <a:gd name="connsiteX1" fmla="*/ 6 w 16592"/>
                      <a:gd name="connsiteY1" fmla="*/ 6915 h 13786"/>
                      <a:gd name="connsiteX2" fmla="*/ 8651 w 16592"/>
                      <a:gd name="connsiteY2" fmla="*/ 13787 h 13786"/>
                      <a:gd name="connsiteX3" fmla="*/ 16586 w 16592"/>
                      <a:gd name="connsiteY3" fmla="*/ 6871 h 13786"/>
                      <a:gd name="connsiteX4" fmla="*/ 7942 w 16592"/>
                      <a:gd name="connsiteY4" fmla="*/ 0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" h="13786">
                        <a:moveTo>
                          <a:pt x="7942" y="0"/>
                        </a:moveTo>
                        <a:cubicBezTo>
                          <a:pt x="3376" y="0"/>
                          <a:pt x="-171" y="3103"/>
                          <a:pt x="6" y="6915"/>
                        </a:cubicBezTo>
                        <a:cubicBezTo>
                          <a:pt x="184" y="10728"/>
                          <a:pt x="4041" y="13787"/>
                          <a:pt x="8651" y="13787"/>
                        </a:cubicBezTo>
                        <a:cubicBezTo>
                          <a:pt x="13217" y="13787"/>
                          <a:pt x="16764" y="10684"/>
                          <a:pt x="16586" y="6871"/>
                        </a:cubicBezTo>
                        <a:cubicBezTo>
                          <a:pt x="16409" y="3059"/>
                          <a:pt x="12508" y="0"/>
                          <a:pt x="79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93" name="Forme libre : forme 20092">
                    <a:extLst>
                      <a:ext uri="{FF2B5EF4-FFF2-40B4-BE49-F238E27FC236}">
                        <a16:creationId xmlns:a16="http://schemas.microsoft.com/office/drawing/2014/main" id="{84251949-3931-4FA2-82F2-BE3043D21E44}"/>
                      </a:ext>
                    </a:extLst>
                  </p:cNvPr>
                  <p:cNvSpPr/>
                  <p:nvPr/>
                </p:nvSpPr>
                <p:spPr>
                  <a:xfrm>
                    <a:off x="7031646" y="6313614"/>
                    <a:ext cx="8517" cy="7049"/>
                  </a:xfrm>
                  <a:custGeom>
                    <a:avLst/>
                    <a:gdLst>
                      <a:gd name="connsiteX0" fmla="*/ 4081 w 8517"/>
                      <a:gd name="connsiteY0" fmla="*/ 1 h 7049"/>
                      <a:gd name="connsiteX1" fmla="*/ 3 w 8517"/>
                      <a:gd name="connsiteY1" fmla="*/ 3548 h 7049"/>
                      <a:gd name="connsiteX2" fmla="*/ 4436 w 8517"/>
                      <a:gd name="connsiteY2" fmla="*/ 7050 h 7049"/>
                      <a:gd name="connsiteX3" fmla="*/ 8515 w 8517"/>
                      <a:gd name="connsiteY3" fmla="*/ 3503 h 7049"/>
                      <a:gd name="connsiteX4" fmla="*/ 4081 w 8517"/>
                      <a:gd name="connsiteY4" fmla="*/ 1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9">
                        <a:moveTo>
                          <a:pt x="4081" y="1"/>
                        </a:moveTo>
                        <a:cubicBezTo>
                          <a:pt x="1732" y="1"/>
                          <a:pt x="-86" y="1597"/>
                          <a:pt x="3" y="3548"/>
                        </a:cubicBezTo>
                        <a:cubicBezTo>
                          <a:pt x="92" y="5498"/>
                          <a:pt x="2087" y="7050"/>
                          <a:pt x="4436" y="7050"/>
                        </a:cubicBezTo>
                        <a:cubicBezTo>
                          <a:pt x="6786" y="7050"/>
                          <a:pt x="8603" y="5454"/>
                          <a:pt x="8515" y="3503"/>
                        </a:cubicBezTo>
                        <a:cubicBezTo>
                          <a:pt x="8382" y="1553"/>
                          <a:pt x="6431" y="-43"/>
                          <a:pt x="408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94" name="Forme libre : forme 20093">
                    <a:extLst>
                      <a:ext uri="{FF2B5EF4-FFF2-40B4-BE49-F238E27FC236}">
                        <a16:creationId xmlns:a16="http://schemas.microsoft.com/office/drawing/2014/main" id="{A851CD8A-16B6-4FC3-A0AF-031A2119639B}"/>
                      </a:ext>
                    </a:extLst>
                  </p:cNvPr>
                  <p:cNvSpPr/>
                  <p:nvPr/>
                </p:nvSpPr>
                <p:spPr>
                  <a:xfrm>
                    <a:off x="6668300" y="6284091"/>
                    <a:ext cx="16598" cy="13786"/>
                  </a:xfrm>
                  <a:custGeom>
                    <a:avLst/>
                    <a:gdLst>
                      <a:gd name="connsiteX0" fmla="*/ 12 w 16598"/>
                      <a:gd name="connsiteY0" fmla="*/ 6915 h 13786"/>
                      <a:gd name="connsiteX1" fmla="*/ 8657 w 16598"/>
                      <a:gd name="connsiteY1" fmla="*/ 13787 h 13786"/>
                      <a:gd name="connsiteX2" fmla="*/ 16592 w 16598"/>
                      <a:gd name="connsiteY2" fmla="*/ 6871 h 13786"/>
                      <a:gd name="connsiteX3" fmla="*/ 7948 w 16598"/>
                      <a:gd name="connsiteY3" fmla="*/ 0 h 13786"/>
                      <a:gd name="connsiteX4" fmla="*/ 988 w 16598"/>
                      <a:gd name="connsiteY4" fmla="*/ 3457 h 13786"/>
                      <a:gd name="connsiteX5" fmla="*/ 12 w 16598"/>
                      <a:gd name="connsiteY5" fmla="*/ 6915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598" h="13786">
                        <a:moveTo>
                          <a:pt x="12" y="6915"/>
                        </a:moveTo>
                        <a:cubicBezTo>
                          <a:pt x="190" y="10728"/>
                          <a:pt x="4046" y="13787"/>
                          <a:pt x="8657" y="13787"/>
                        </a:cubicBezTo>
                        <a:cubicBezTo>
                          <a:pt x="13223" y="13787"/>
                          <a:pt x="16769" y="10683"/>
                          <a:pt x="16592" y="6871"/>
                        </a:cubicBezTo>
                        <a:cubicBezTo>
                          <a:pt x="16415" y="3059"/>
                          <a:pt x="12558" y="0"/>
                          <a:pt x="7948" y="0"/>
                        </a:cubicBezTo>
                        <a:cubicBezTo>
                          <a:pt x="5642" y="1153"/>
                          <a:pt x="3293" y="2305"/>
                          <a:pt x="988" y="3457"/>
                        </a:cubicBezTo>
                        <a:cubicBezTo>
                          <a:pt x="323" y="4477"/>
                          <a:pt x="-76" y="5674"/>
                          <a:pt x="12" y="69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95" name="Forme libre : forme 20094">
                    <a:extLst>
                      <a:ext uri="{FF2B5EF4-FFF2-40B4-BE49-F238E27FC236}">
                        <a16:creationId xmlns:a16="http://schemas.microsoft.com/office/drawing/2014/main" id="{3E87CE81-1550-48C9-8AAF-8FD6017FCD0B}"/>
                      </a:ext>
                    </a:extLst>
                  </p:cNvPr>
                  <p:cNvSpPr/>
                  <p:nvPr/>
                </p:nvSpPr>
                <p:spPr>
                  <a:xfrm>
                    <a:off x="6669288" y="6284091"/>
                    <a:ext cx="6959" cy="3457"/>
                  </a:xfrm>
                  <a:custGeom>
                    <a:avLst/>
                    <a:gdLst>
                      <a:gd name="connsiteX0" fmla="*/ 0 w 6959"/>
                      <a:gd name="connsiteY0" fmla="*/ 3457 h 3457"/>
                      <a:gd name="connsiteX1" fmla="*/ 6960 w 6959"/>
                      <a:gd name="connsiteY1" fmla="*/ 0 h 3457"/>
                      <a:gd name="connsiteX2" fmla="*/ 0 w 6959"/>
                      <a:gd name="connsiteY2" fmla="*/ 3457 h 3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959" h="3457">
                        <a:moveTo>
                          <a:pt x="0" y="3457"/>
                        </a:moveTo>
                        <a:cubicBezTo>
                          <a:pt x="2305" y="2305"/>
                          <a:pt x="4655" y="1153"/>
                          <a:pt x="6960" y="0"/>
                        </a:cubicBezTo>
                        <a:cubicBezTo>
                          <a:pt x="3901" y="0"/>
                          <a:pt x="1330" y="1418"/>
                          <a:pt x="0" y="34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96" name="Forme libre : forme 20095">
                    <a:extLst>
                      <a:ext uri="{FF2B5EF4-FFF2-40B4-BE49-F238E27FC236}">
                        <a16:creationId xmlns:a16="http://schemas.microsoft.com/office/drawing/2014/main" id="{7112C0CB-60EC-4673-9C3C-F36D202D919A}"/>
                      </a:ext>
                    </a:extLst>
                  </p:cNvPr>
                  <p:cNvSpPr/>
                  <p:nvPr/>
                </p:nvSpPr>
                <p:spPr>
                  <a:xfrm>
                    <a:off x="6692735" y="6299784"/>
                    <a:ext cx="8517" cy="7049"/>
                  </a:xfrm>
                  <a:custGeom>
                    <a:avLst/>
                    <a:gdLst>
                      <a:gd name="connsiteX0" fmla="*/ 4436 w 8517"/>
                      <a:gd name="connsiteY0" fmla="*/ 7049 h 7049"/>
                      <a:gd name="connsiteX1" fmla="*/ 8515 w 8517"/>
                      <a:gd name="connsiteY1" fmla="*/ 3502 h 7049"/>
                      <a:gd name="connsiteX2" fmla="*/ 4082 w 8517"/>
                      <a:gd name="connsiteY2" fmla="*/ 0 h 7049"/>
                      <a:gd name="connsiteX3" fmla="*/ 3 w 8517"/>
                      <a:gd name="connsiteY3" fmla="*/ 3547 h 7049"/>
                      <a:gd name="connsiteX4" fmla="*/ 4436 w 8517"/>
                      <a:gd name="connsiteY4" fmla="*/ 7049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9">
                        <a:moveTo>
                          <a:pt x="4436" y="7049"/>
                        </a:moveTo>
                        <a:cubicBezTo>
                          <a:pt x="6786" y="7049"/>
                          <a:pt x="8603" y="5453"/>
                          <a:pt x="8515" y="3502"/>
                        </a:cubicBezTo>
                        <a:cubicBezTo>
                          <a:pt x="8426" y="1552"/>
                          <a:pt x="6431" y="0"/>
                          <a:pt x="4082" y="0"/>
                        </a:cubicBezTo>
                        <a:cubicBezTo>
                          <a:pt x="1732" y="0"/>
                          <a:pt x="-85" y="1596"/>
                          <a:pt x="3" y="3547"/>
                        </a:cubicBezTo>
                        <a:cubicBezTo>
                          <a:pt x="92" y="5497"/>
                          <a:pt x="2087" y="7093"/>
                          <a:pt x="4436" y="70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97" name="Forme libre : forme 20096">
                    <a:extLst>
                      <a:ext uri="{FF2B5EF4-FFF2-40B4-BE49-F238E27FC236}">
                        <a16:creationId xmlns:a16="http://schemas.microsoft.com/office/drawing/2014/main" id="{D395C096-3BCB-4F93-8C3C-04BF210B2388}"/>
                      </a:ext>
                    </a:extLst>
                  </p:cNvPr>
                  <p:cNvSpPr/>
                  <p:nvPr/>
                </p:nvSpPr>
                <p:spPr>
                  <a:xfrm>
                    <a:off x="5291028" y="6247695"/>
                    <a:ext cx="16595" cy="13786"/>
                  </a:xfrm>
                  <a:custGeom>
                    <a:avLst/>
                    <a:gdLst>
                      <a:gd name="connsiteX0" fmla="*/ 10 w 16595"/>
                      <a:gd name="connsiteY0" fmla="*/ 6916 h 13786"/>
                      <a:gd name="connsiteX1" fmla="*/ 8654 w 16595"/>
                      <a:gd name="connsiteY1" fmla="*/ 13787 h 13786"/>
                      <a:gd name="connsiteX2" fmla="*/ 16590 w 16595"/>
                      <a:gd name="connsiteY2" fmla="*/ 6872 h 13786"/>
                      <a:gd name="connsiteX3" fmla="*/ 7945 w 16595"/>
                      <a:gd name="connsiteY3" fmla="*/ 0 h 13786"/>
                      <a:gd name="connsiteX4" fmla="*/ 10 w 16595"/>
                      <a:gd name="connsiteY4" fmla="*/ 6916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5" h="13786">
                        <a:moveTo>
                          <a:pt x="10" y="6916"/>
                        </a:moveTo>
                        <a:cubicBezTo>
                          <a:pt x="187" y="10728"/>
                          <a:pt x="4044" y="13787"/>
                          <a:pt x="8654" y="13787"/>
                        </a:cubicBezTo>
                        <a:cubicBezTo>
                          <a:pt x="13220" y="13787"/>
                          <a:pt x="16767" y="10684"/>
                          <a:pt x="16590" y="6872"/>
                        </a:cubicBezTo>
                        <a:cubicBezTo>
                          <a:pt x="16412" y="3059"/>
                          <a:pt x="12555" y="0"/>
                          <a:pt x="7945" y="0"/>
                        </a:cubicBezTo>
                        <a:cubicBezTo>
                          <a:pt x="3335" y="0"/>
                          <a:pt x="-212" y="3103"/>
                          <a:pt x="10" y="69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098" name="Forme libre : forme 20097">
                    <a:extLst>
                      <a:ext uri="{FF2B5EF4-FFF2-40B4-BE49-F238E27FC236}">
                        <a16:creationId xmlns:a16="http://schemas.microsoft.com/office/drawing/2014/main" id="{3789BB1E-18D5-4525-9A48-2E572D9C5936}"/>
                      </a:ext>
                    </a:extLst>
                  </p:cNvPr>
                  <p:cNvSpPr/>
                  <p:nvPr/>
                </p:nvSpPr>
                <p:spPr>
                  <a:xfrm>
                    <a:off x="5315461" y="6263388"/>
                    <a:ext cx="8517" cy="7048"/>
                  </a:xfrm>
                  <a:custGeom>
                    <a:avLst/>
                    <a:gdLst>
                      <a:gd name="connsiteX0" fmla="*/ 4082 w 8517"/>
                      <a:gd name="connsiteY0" fmla="*/ 0 h 7048"/>
                      <a:gd name="connsiteX1" fmla="*/ 3 w 8517"/>
                      <a:gd name="connsiteY1" fmla="*/ 3547 h 7048"/>
                      <a:gd name="connsiteX2" fmla="*/ 4436 w 8517"/>
                      <a:gd name="connsiteY2" fmla="*/ 7048 h 7048"/>
                      <a:gd name="connsiteX3" fmla="*/ 8515 w 8517"/>
                      <a:gd name="connsiteY3" fmla="*/ 3502 h 7048"/>
                      <a:gd name="connsiteX4" fmla="*/ 4082 w 8517"/>
                      <a:gd name="connsiteY4" fmla="*/ 0 h 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17" h="7048">
                        <a:moveTo>
                          <a:pt x="4082" y="0"/>
                        </a:moveTo>
                        <a:cubicBezTo>
                          <a:pt x="1732" y="0"/>
                          <a:pt x="-86" y="1596"/>
                          <a:pt x="3" y="3547"/>
                        </a:cubicBezTo>
                        <a:cubicBezTo>
                          <a:pt x="92" y="5497"/>
                          <a:pt x="2087" y="7048"/>
                          <a:pt x="4436" y="7048"/>
                        </a:cubicBezTo>
                        <a:cubicBezTo>
                          <a:pt x="6786" y="7048"/>
                          <a:pt x="8603" y="5453"/>
                          <a:pt x="8515" y="3502"/>
                        </a:cubicBezTo>
                        <a:cubicBezTo>
                          <a:pt x="8382" y="1551"/>
                          <a:pt x="6431" y="0"/>
                          <a:pt x="408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016" name="Forme libre : forme 19015">
                  <a:extLst>
                    <a:ext uri="{FF2B5EF4-FFF2-40B4-BE49-F238E27FC236}">
                      <a16:creationId xmlns:a16="http://schemas.microsoft.com/office/drawing/2014/main" id="{DCD3C44D-7642-4456-85A0-62F05FDFB9AA}"/>
                    </a:ext>
                  </a:extLst>
                </p:cNvPr>
                <p:cNvSpPr/>
                <p:nvPr/>
              </p:nvSpPr>
              <p:spPr>
                <a:xfrm>
                  <a:off x="4271314" y="5554401"/>
                  <a:ext cx="3567380" cy="832272"/>
                </a:xfrm>
                <a:custGeom>
                  <a:avLst/>
                  <a:gdLst>
                    <a:gd name="connsiteX0" fmla="*/ 3567380 w 3567380"/>
                    <a:gd name="connsiteY0" fmla="*/ 45176 h 832272"/>
                    <a:gd name="connsiteX1" fmla="*/ 3524157 w 3567380"/>
                    <a:gd name="connsiteY1" fmla="*/ 4879 h 832272"/>
                    <a:gd name="connsiteX2" fmla="*/ 3489624 w 3567380"/>
                    <a:gd name="connsiteY2" fmla="*/ 20971 h 832272"/>
                    <a:gd name="connsiteX3" fmla="*/ 3429422 w 3567380"/>
                    <a:gd name="connsiteY3" fmla="*/ 1332 h 832272"/>
                    <a:gd name="connsiteX4" fmla="*/ 3347809 w 3567380"/>
                    <a:gd name="connsiteY4" fmla="*/ 56170 h 832272"/>
                    <a:gd name="connsiteX5" fmla="*/ 3267659 w 3567380"/>
                    <a:gd name="connsiteY5" fmla="*/ 46 h 832272"/>
                    <a:gd name="connsiteX6" fmla="*/ 3191454 w 3567380"/>
                    <a:gd name="connsiteY6" fmla="*/ 60825 h 832272"/>
                    <a:gd name="connsiteX7" fmla="*/ 3156122 w 3567380"/>
                    <a:gd name="connsiteY7" fmla="*/ 46949 h 832272"/>
                    <a:gd name="connsiteX8" fmla="*/ 3115958 w 3567380"/>
                    <a:gd name="connsiteY8" fmla="*/ 71198 h 832272"/>
                    <a:gd name="connsiteX9" fmla="*/ 3041083 w 3567380"/>
                    <a:gd name="connsiteY9" fmla="*/ 32054 h 832272"/>
                    <a:gd name="connsiteX10" fmla="*/ 2969001 w 3567380"/>
                    <a:gd name="connsiteY10" fmla="*/ 75985 h 832272"/>
                    <a:gd name="connsiteX11" fmla="*/ 2906583 w 3567380"/>
                    <a:gd name="connsiteY11" fmla="*/ 22700 h 832272"/>
                    <a:gd name="connsiteX12" fmla="*/ 2850859 w 3567380"/>
                    <a:gd name="connsiteY12" fmla="*/ 64282 h 832272"/>
                    <a:gd name="connsiteX13" fmla="*/ 2786623 w 3567380"/>
                    <a:gd name="connsiteY13" fmla="*/ 37462 h 832272"/>
                    <a:gd name="connsiteX14" fmla="*/ 2709044 w 3567380"/>
                    <a:gd name="connsiteY14" fmla="*/ 96998 h 832272"/>
                    <a:gd name="connsiteX15" fmla="*/ 2658950 w 3567380"/>
                    <a:gd name="connsiteY15" fmla="*/ 73148 h 832272"/>
                    <a:gd name="connsiteX16" fmla="*/ 2629116 w 3567380"/>
                    <a:gd name="connsiteY16" fmla="*/ 82192 h 832272"/>
                    <a:gd name="connsiteX17" fmla="*/ 2582612 w 3567380"/>
                    <a:gd name="connsiteY17" fmla="*/ 54973 h 832272"/>
                    <a:gd name="connsiteX18" fmla="*/ 2546749 w 3567380"/>
                    <a:gd name="connsiteY18" fmla="*/ 71641 h 832272"/>
                    <a:gd name="connsiteX19" fmla="*/ 2547103 w 3567380"/>
                    <a:gd name="connsiteY19" fmla="*/ 65967 h 832272"/>
                    <a:gd name="connsiteX20" fmla="*/ 2513633 w 3567380"/>
                    <a:gd name="connsiteY20" fmla="*/ 34625 h 832272"/>
                    <a:gd name="connsiteX21" fmla="*/ 2482291 w 3567380"/>
                    <a:gd name="connsiteY21" fmla="*/ 68095 h 832272"/>
                    <a:gd name="connsiteX22" fmla="*/ 2482867 w 3567380"/>
                    <a:gd name="connsiteY22" fmla="*/ 72971 h 832272"/>
                    <a:gd name="connsiteX23" fmla="*/ 2453565 w 3567380"/>
                    <a:gd name="connsiteY23" fmla="*/ 61179 h 832272"/>
                    <a:gd name="connsiteX24" fmla="*/ 2418322 w 3567380"/>
                    <a:gd name="connsiteY24" fmla="*/ 85960 h 832272"/>
                    <a:gd name="connsiteX25" fmla="*/ 2368494 w 3567380"/>
                    <a:gd name="connsiteY25" fmla="*/ 61001 h 832272"/>
                    <a:gd name="connsiteX26" fmla="*/ 2317425 w 3567380"/>
                    <a:gd name="connsiteY26" fmla="*/ 94782 h 832272"/>
                    <a:gd name="connsiteX27" fmla="*/ 2280320 w 3567380"/>
                    <a:gd name="connsiteY27" fmla="*/ 70799 h 832272"/>
                    <a:gd name="connsiteX28" fmla="*/ 2260326 w 3567380"/>
                    <a:gd name="connsiteY28" fmla="*/ 77182 h 832272"/>
                    <a:gd name="connsiteX29" fmla="*/ 2225925 w 3567380"/>
                    <a:gd name="connsiteY29" fmla="*/ 46062 h 832272"/>
                    <a:gd name="connsiteX30" fmla="*/ 2195647 w 3567380"/>
                    <a:gd name="connsiteY30" fmla="*/ 68006 h 832272"/>
                    <a:gd name="connsiteX31" fmla="*/ 2157390 w 3567380"/>
                    <a:gd name="connsiteY31" fmla="*/ 55194 h 832272"/>
                    <a:gd name="connsiteX32" fmla="*/ 2108759 w 3567380"/>
                    <a:gd name="connsiteY32" fmla="*/ 84807 h 832272"/>
                    <a:gd name="connsiteX33" fmla="*/ 2067974 w 3567380"/>
                    <a:gd name="connsiteY33" fmla="*/ 71863 h 832272"/>
                    <a:gd name="connsiteX34" fmla="*/ 2022092 w 3567380"/>
                    <a:gd name="connsiteY34" fmla="*/ 93363 h 832272"/>
                    <a:gd name="connsiteX35" fmla="*/ 1969914 w 3567380"/>
                    <a:gd name="connsiteY35" fmla="*/ 65213 h 832272"/>
                    <a:gd name="connsiteX36" fmla="*/ 1924209 w 3567380"/>
                    <a:gd name="connsiteY36" fmla="*/ 89462 h 832272"/>
                    <a:gd name="connsiteX37" fmla="*/ 1872563 w 3567380"/>
                    <a:gd name="connsiteY37" fmla="*/ 50717 h 832272"/>
                    <a:gd name="connsiteX38" fmla="*/ 1823223 w 3567380"/>
                    <a:gd name="connsiteY38" fmla="*/ 95181 h 832272"/>
                    <a:gd name="connsiteX39" fmla="*/ 1778803 w 3567380"/>
                    <a:gd name="connsiteY39" fmla="*/ 69558 h 832272"/>
                    <a:gd name="connsiteX40" fmla="*/ 1735403 w 3567380"/>
                    <a:gd name="connsiteY40" fmla="*/ 99791 h 832272"/>
                    <a:gd name="connsiteX41" fmla="*/ 1683713 w 3567380"/>
                    <a:gd name="connsiteY41" fmla="*/ 77581 h 832272"/>
                    <a:gd name="connsiteX42" fmla="*/ 1624930 w 3567380"/>
                    <a:gd name="connsiteY42" fmla="*/ 117923 h 832272"/>
                    <a:gd name="connsiteX43" fmla="*/ 1555951 w 3567380"/>
                    <a:gd name="connsiteY43" fmla="*/ 78867 h 832272"/>
                    <a:gd name="connsiteX44" fmla="*/ 1496193 w 3567380"/>
                    <a:gd name="connsiteY44" fmla="*/ 111273 h 832272"/>
                    <a:gd name="connsiteX45" fmla="*/ 1429475 w 3567380"/>
                    <a:gd name="connsiteY45" fmla="*/ 60425 h 832272"/>
                    <a:gd name="connsiteX46" fmla="*/ 1366703 w 3567380"/>
                    <a:gd name="connsiteY46" fmla="*/ 113490 h 832272"/>
                    <a:gd name="connsiteX47" fmla="*/ 1306501 w 3567380"/>
                    <a:gd name="connsiteY47" fmla="*/ 88044 h 832272"/>
                    <a:gd name="connsiteX48" fmla="*/ 1234109 w 3567380"/>
                    <a:gd name="connsiteY48" fmla="*/ 144166 h 832272"/>
                    <a:gd name="connsiteX49" fmla="*/ 1174483 w 3567380"/>
                    <a:gd name="connsiteY49" fmla="*/ 111051 h 832272"/>
                    <a:gd name="connsiteX50" fmla="*/ 1126429 w 3567380"/>
                    <a:gd name="connsiteY50" fmla="*/ 134148 h 832272"/>
                    <a:gd name="connsiteX51" fmla="*/ 1058159 w 3567380"/>
                    <a:gd name="connsiteY51" fmla="*/ 72616 h 832272"/>
                    <a:gd name="connsiteX52" fmla="*/ 994101 w 3567380"/>
                    <a:gd name="connsiteY52" fmla="*/ 136453 h 832272"/>
                    <a:gd name="connsiteX53" fmla="*/ 949859 w 3567380"/>
                    <a:gd name="connsiteY53" fmla="*/ 113534 h 832272"/>
                    <a:gd name="connsiteX54" fmla="*/ 910094 w 3567380"/>
                    <a:gd name="connsiteY54" fmla="*/ 134813 h 832272"/>
                    <a:gd name="connsiteX55" fmla="*/ 846479 w 3567380"/>
                    <a:gd name="connsiteY55" fmla="*/ 93319 h 832272"/>
                    <a:gd name="connsiteX56" fmla="*/ 784504 w 3567380"/>
                    <a:gd name="connsiteY56" fmla="*/ 142926 h 832272"/>
                    <a:gd name="connsiteX57" fmla="*/ 739863 w 3567380"/>
                    <a:gd name="connsiteY57" fmla="*/ 179853 h 832272"/>
                    <a:gd name="connsiteX58" fmla="*/ 739685 w 3567380"/>
                    <a:gd name="connsiteY58" fmla="*/ 181094 h 832272"/>
                    <a:gd name="connsiteX59" fmla="*/ 685291 w 3567380"/>
                    <a:gd name="connsiteY59" fmla="*/ 221480 h 832272"/>
                    <a:gd name="connsiteX60" fmla="*/ 652265 w 3567380"/>
                    <a:gd name="connsiteY60" fmla="*/ 247635 h 832272"/>
                    <a:gd name="connsiteX61" fmla="*/ 651777 w 3567380"/>
                    <a:gd name="connsiteY61" fmla="*/ 256324 h 832272"/>
                    <a:gd name="connsiteX62" fmla="*/ 615825 w 3567380"/>
                    <a:gd name="connsiteY62" fmla="*/ 275298 h 832272"/>
                    <a:gd name="connsiteX63" fmla="*/ 595344 w 3567380"/>
                    <a:gd name="connsiteY63" fmla="*/ 268027 h 832272"/>
                    <a:gd name="connsiteX64" fmla="*/ 508455 w 3567380"/>
                    <a:gd name="connsiteY64" fmla="*/ 326544 h 832272"/>
                    <a:gd name="connsiteX65" fmla="*/ 507125 w 3567380"/>
                    <a:gd name="connsiteY65" fmla="*/ 340420 h 832272"/>
                    <a:gd name="connsiteX66" fmla="*/ 495289 w 3567380"/>
                    <a:gd name="connsiteY66" fmla="*/ 336385 h 832272"/>
                    <a:gd name="connsiteX67" fmla="*/ 439964 w 3567380"/>
                    <a:gd name="connsiteY67" fmla="*/ 373624 h 832272"/>
                    <a:gd name="connsiteX68" fmla="*/ 440806 w 3567380"/>
                    <a:gd name="connsiteY68" fmla="*/ 395036 h 832272"/>
                    <a:gd name="connsiteX69" fmla="*/ 424891 w 3567380"/>
                    <a:gd name="connsiteY69" fmla="*/ 413167 h 832272"/>
                    <a:gd name="connsiteX70" fmla="*/ 409907 w 3567380"/>
                    <a:gd name="connsiteY70" fmla="*/ 408291 h 832272"/>
                    <a:gd name="connsiteX71" fmla="*/ 331220 w 3567380"/>
                    <a:gd name="connsiteY71" fmla="*/ 461266 h 832272"/>
                    <a:gd name="connsiteX72" fmla="*/ 330732 w 3567380"/>
                    <a:gd name="connsiteY72" fmla="*/ 464546 h 832272"/>
                    <a:gd name="connsiteX73" fmla="*/ 310562 w 3567380"/>
                    <a:gd name="connsiteY73" fmla="*/ 453464 h 832272"/>
                    <a:gd name="connsiteX74" fmla="*/ 266896 w 3567380"/>
                    <a:gd name="connsiteY74" fmla="*/ 479885 h 832272"/>
                    <a:gd name="connsiteX75" fmla="*/ 252267 w 3567380"/>
                    <a:gd name="connsiteY75" fmla="*/ 475097 h 832272"/>
                    <a:gd name="connsiteX76" fmla="*/ 175751 w 3567380"/>
                    <a:gd name="connsiteY76" fmla="*/ 526610 h 832272"/>
                    <a:gd name="connsiteX77" fmla="*/ 179342 w 3567380"/>
                    <a:gd name="connsiteY77" fmla="*/ 563538 h 832272"/>
                    <a:gd name="connsiteX78" fmla="*/ 154073 w 3567380"/>
                    <a:gd name="connsiteY78" fmla="*/ 551302 h 832272"/>
                    <a:gd name="connsiteX79" fmla="*/ 92808 w 3567380"/>
                    <a:gd name="connsiteY79" fmla="*/ 590048 h 832272"/>
                    <a:gd name="connsiteX80" fmla="*/ 92320 w 3567380"/>
                    <a:gd name="connsiteY80" fmla="*/ 605120 h 832272"/>
                    <a:gd name="connsiteX81" fmla="*/ 84651 w 3567380"/>
                    <a:gd name="connsiteY81" fmla="*/ 603081 h 832272"/>
                    <a:gd name="connsiteX82" fmla="*/ 1575 w 3567380"/>
                    <a:gd name="connsiteY82" fmla="*/ 664967 h 832272"/>
                    <a:gd name="connsiteX83" fmla="*/ 55260 w 3567380"/>
                    <a:gd name="connsiteY83" fmla="*/ 753540 h 832272"/>
                    <a:gd name="connsiteX84" fmla="*/ 111782 w 3567380"/>
                    <a:gd name="connsiteY84" fmla="*/ 737758 h 832272"/>
                    <a:gd name="connsiteX85" fmla="*/ 489570 w 3567380"/>
                    <a:gd name="connsiteY85" fmla="*/ 832272 h 832272"/>
                    <a:gd name="connsiteX86" fmla="*/ 2635987 w 3567380"/>
                    <a:gd name="connsiteY86" fmla="*/ 817510 h 832272"/>
                    <a:gd name="connsiteX87" fmla="*/ 2986822 w 3567380"/>
                    <a:gd name="connsiteY87" fmla="*/ 717277 h 832272"/>
                    <a:gd name="connsiteX88" fmla="*/ 3420246 w 3567380"/>
                    <a:gd name="connsiteY88" fmla="*/ 236685 h 832272"/>
                    <a:gd name="connsiteX89" fmla="*/ 3473975 w 3567380"/>
                    <a:gd name="connsiteY89" fmla="*/ 177149 h 832272"/>
                    <a:gd name="connsiteX90" fmla="*/ 3519769 w 3567380"/>
                    <a:gd name="connsiteY90" fmla="*/ 126390 h 832272"/>
                    <a:gd name="connsiteX91" fmla="*/ 3529344 w 3567380"/>
                    <a:gd name="connsiteY91" fmla="*/ 115751 h 832272"/>
                    <a:gd name="connsiteX92" fmla="*/ 3523138 w 3567380"/>
                    <a:gd name="connsiteY92" fmla="*/ 114908 h 832272"/>
                    <a:gd name="connsiteX93" fmla="*/ 3525576 w 3567380"/>
                    <a:gd name="connsiteY93" fmla="*/ 90881 h 832272"/>
                    <a:gd name="connsiteX94" fmla="*/ 3525089 w 3567380"/>
                    <a:gd name="connsiteY94" fmla="*/ 85207 h 832272"/>
                    <a:gd name="connsiteX95" fmla="*/ 3567380 w 3567380"/>
                    <a:gd name="connsiteY95" fmla="*/ 45176 h 832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</a:cxnLst>
                  <a:rect l="l" t="t" r="r" b="b"/>
                  <a:pathLst>
                    <a:path w="3567380" h="832272">
                      <a:moveTo>
                        <a:pt x="3567380" y="45176"/>
                      </a:moveTo>
                      <a:cubicBezTo>
                        <a:pt x="3567380" y="22921"/>
                        <a:pt x="3548008" y="4879"/>
                        <a:pt x="3524157" y="4879"/>
                      </a:cubicBezTo>
                      <a:cubicBezTo>
                        <a:pt x="3510016" y="4879"/>
                        <a:pt x="3497515" y="11218"/>
                        <a:pt x="3489624" y="20971"/>
                      </a:cubicBezTo>
                      <a:cubicBezTo>
                        <a:pt x="3473088" y="8026"/>
                        <a:pt x="3452075" y="578"/>
                        <a:pt x="3429422" y="1332"/>
                      </a:cubicBezTo>
                      <a:cubicBezTo>
                        <a:pt x="3392805" y="2529"/>
                        <a:pt x="3361906" y="24828"/>
                        <a:pt x="3347809" y="56170"/>
                      </a:cubicBezTo>
                      <a:cubicBezTo>
                        <a:pt x="3336815" y="22567"/>
                        <a:pt x="3304764" y="-1194"/>
                        <a:pt x="3267659" y="46"/>
                      </a:cubicBezTo>
                      <a:cubicBezTo>
                        <a:pt x="3230731" y="1243"/>
                        <a:pt x="3200409" y="26867"/>
                        <a:pt x="3191454" y="60825"/>
                      </a:cubicBezTo>
                      <a:cubicBezTo>
                        <a:pt x="3182366" y="51870"/>
                        <a:pt x="3169820" y="46506"/>
                        <a:pt x="3156122" y="46949"/>
                      </a:cubicBezTo>
                      <a:cubicBezTo>
                        <a:pt x="3138788" y="47525"/>
                        <a:pt x="3123982" y="57189"/>
                        <a:pt x="3115958" y="71198"/>
                      </a:cubicBezTo>
                      <a:cubicBezTo>
                        <a:pt x="3100088" y="46816"/>
                        <a:pt x="3072292" y="31034"/>
                        <a:pt x="3041083" y="32054"/>
                      </a:cubicBezTo>
                      <a:cubicBezTo>
                        <a:pt x="3009918" y="33073"/>
                        <a:pt x="2983231" y="50628"/>
                        <a:pt x="2969001" y="75985"/>
                      </a:cubicBezTo>
                      <a:cubicBezTo>
                        <a:pt x="2965144" y="45087"/>
                        <a:pt x="2938280" y="21680"/>
                        <a:pt x="2906583" y="22700"/>
                      </a:cubicBezTo>
                      <a:cubicBezTo>
                        <a:pt x="2880428" y="23542"/>
                        <a:pt x="2858705" y="40831"/>
                        <a:pt x="2850859" y="64282"/>
                      </a:cubicBezTo>
                      <a:cubicBezTo>
                        <a:pt x="2834900" y="47126"/>
                        <a:pt x="2811892" y="36619"/>
                        <a:pt x="2786623" y="37462"/>
                      </a:cubicBezTo>
                      <a:cubicBezTo>
                        <a:pt x="2749740" y="38659"/>
                        <a:pt x="2719240" y="63529"/>
                        <a:pt x="2709044" y="96998"/>
                      </a:cubicBezTo>
                      <a:cubicBezTo>
                        <a:pt x="2697607" y="81971"/>
                        <a:pt x="2679298" y="72484"/>
                        <a:pt x="2658950" y="73148"/>
                      </a:cubicBezTo>
                      <a:cubicBezTo>
                        <a:pt x="2648000" y="73503"/>
                        <a:pt x="2637849" y="76828"/>
                        <a:pt x="2629116" y="82192"/>
                      </a:cubicBezTo>
                      <a:cubicBezTo>
                        <a:pt x="2620382" y="65479"/>
                        <a:pt x="2602694" y="54307"/>
                        <a:pt x="2582612" y="54973"/>
                      </a:cubicBezTo>
                      <a:cubicBezTo>
                        <a:pt x="2568338" y="55460"/>
                        <a:pt x="2555615" y="61800"/>
                        <a:pt x="2546749" y="71641"/>
                      </a:cubicBezTo>
                      <a:cubicBezTo>
                        <a:pt x="2547015" y="69779"/>
                        <a:pt x="2547147" y="67917"/>
                        <a:pt x="2547103" y="65967"/>
                      </a:cubicBezTo>
                      <a:cubicBezTo>
                        <a:pt x="2546527" y="48057"/>
                        <a:pt x="2531543" y="34048"/>
                        <a:pt x="2513633" y="34625"/>
                      </a:cubicBezTo>
                      <a:cubicBezTo>
                        <a:pt x="2495724" y="35201"/>
                        <a:pt x="2481715" y="50185"/>
                        <a:pt x="2482291" y="68095"/>
                      </a:cubicBezTo>
                      <a:cubicBezTo>
                        <a:pt x="2482336" y="69735"/>
                        <a:pt x="2482557" y="71375"/>
                        <a:pt x="2482867" y="72971"/>
                      </a:cubicBezTo>
                      <a:cubicBezTo>
                        <a:pt x="2475420" y="65390"/>
                        <a:pt x="2465002" y="60825"/>
                        <a:pt x="2453565" y="61179"/>
                      </a:cubicBezTo>
                      <a:cubicBezTo>
                        <a:pt x="2437428" y="61711"/>
                        <a:pt x="2423907" y="71907"/>
                        <a:pt x="2418322" y="85960"/>
                      </a:cubicBezTo>
                      <a:cubicBezTo>
                        <a:pt x="2407372" y="70311"/>
                        <a:pt x="2389019" y="60337"/>
                        <a:pt x="2368494" y="61001"/>
                      </a:cubicBezTo>
                      <a:cubicBezTo>
                        <a:pt x="2345708" y="61755"/>
                        <a:pt x="2326468" y="75453"/>
                        <a:pt x="2317425" y="94782"/>
                      </a:cubicBezTo>
                      <a:cubicBezTo>
                        <a:pt x="2311440" y="80242"/>
                        <a:pt x="2296944" y="70223"/>
                        <a:pt x="2280320" y="70799"/>
                      </a:cubicBezTo>
                      <a:cubicBezTo>
                        <a:pt x="2272916" y="71020"/>
                        <a:pt x="2266089" y="73370"/>
                        <a:pt x="2260326" y="77182"/>
                      </a:cubicBezTo>
                      <a:cubicBezTo>
                        <a:pt x="2259129" y="59317"/>
                        <a:pt x="2243968" y="45441"/>
                        <a:pt x="2225925" y="46062"/>
                      </a:cubicBezTo>
                      <a:cubicBezTo>
                        <a:pt x="2211873" y="46506"/>
                        <a:pt x="2200169" y="55593"/>
                        <a:pt x="2195647" y="68006"/>
                      </a:cubicBezTo>
                      <a:cubicBezTo>
                        <a:pt x="2185230" y="59583"/>
                        <a:pt x="2171842" y="54707"/>
                        <a:pt x="2157390" y="55194"/>
                      </a:cubicBezTo>
                      <a:cubicBezTo>
                        <a:pt x="2136377" y="55904"/>
                        <a:pt x="2118378" y="67740"/>
                        <a:pt x="2108759" y="84807"/>
                      </a:cubicBezTo>
                      <a:cubicBezTo>
                        <a:pt x="2097410" y="76252"/>
                        <a:pt x="2083224" y="71375"/>
                        <a:pt x="2067974" y="71863"/>
                      </a:cubicBezTo>
                      <a:cubicBezTo>
                        <a:pt x="2049665" y="72484"/>
                        <a:pt x="2033396" y="80685"/>
                        <a:pt x="2022092" y="93363"/>
                      </a:cubicBezTo>
                      <a:cubicBezTo>
                        <a:pt x="2011363" y="75897"/>
                        <a:pt x="1991858" y="64504"/>
                        <a:pt x="1969914" y="65213"/>
                      </a:cubicBezTo>
                      <a:cubicBezTo>
                        <a:pt x="1951029" y="65834"/>
                        <a:pt x="1934582" y="75276"/>
                        <a:pt x="1924209" y="89462"/>
                      </a:cubicBezTo>
                      <a:cubicBezTo>
                        <a:pt x="1918357" y="66543"/>
                        <a:pt x="1897211" y="49919"/>
                        <a:pt x="1872563" y="50717"/>
                      </a:cubicBezTo>
                      <a:cubicBezTo>
                        <a:pt x="1847073" y="51559"/>
                        <a:pt x="1826592" y="70755"/>
                        <a:pt x="1823223" y="95181"/>
                      </a:cubicBezTo>
                      <a:cubicBezTo>
                        <a:pt x="1814756" y="79399"/>
                        <a:pt x="1797910" y="68937"/>
                        <a:pt x="1778803" y="69558"/>
                      </a:cubicBezTo>
                      <a:cubicBezTo>
                        <a:pt x="1759032" y="70223"/>
                        <a:pt x="1742452" y="82591"/>
                        <a:pt x="1735403" y="99791"/>
                      </a:cubicBezTo>
                      <a:cubicBezTo>
                        <a:pt x="1722769" y="85605"/>
                        <a:pt x="1704150" y="76917"/>
                        <a:pt x="1683713" y="77581"/>
                      </a:cubicBezTo>
                      <a:cubicBezTo>
                        <a:pt x="1657115" y="78468"/>
                        <a:pt x="1634728" y="94915"/>
                        <a:pt x="1624930" y="117923"/>
                      </a:cubicBezTo>
                      <a:cubicBezTo>
                        <a:pt x="1611498" y="93851"/>
                        <a:pt x="1585432" y="77892"/>
                        <a:pt x="1555951" y="78867"/>
                      </a:cubicBezTo>
                      <a:cubicBezTo>
                        <a:pt x="1531082" y="79665"/>
                        <a:pt x="1509493" y="92388"/>
                        <a:pt x="1496193" y="111273"/>
                      </a:cubicBezTo>
                      <a:cubicBezTo>
                        <a:pt x="1489056" y="81217"/>
                        <a:pt x="1461526" y="59361"/>
                        <a:pt x="1429475" y="60425"/>
                      </a:cubicBezTo>
                      <a:cubicBezTo>
                        <a:pt x="1398133" y="61445"/>
                        <a:pt x="1372687" y="84054"/>
                        <a:pt x="1366703" y="113490"/>
                      </a:cubicBezTo>
                      <a:cubicBezTo>
                        <a:pt x="1351852" y="97220"/>
                        <a:pt x="1330218" y="87290"/>
                        <a:pt x="1306501" y="88044"/>
                      </a:cubicBezTo>
                      <a:cubicBezTo>
                        <a:pt x="1271923" y="89196"/>
                        <a:pt x="1243329" y="112647"/>
                        <a:pt x="1234109" y="144166"/>
                      </a:cubicBezTo>
                      <a:cubicBezTo>
                        <a:pt x="1222228" y="123686"/>
                        <a:pt x="1199797" y="110209"/>
                        <a:pt x="1174483" y="111051"/>
                      </a:cubicBezTo>
                      <a:cubicBezTo>
                        <a:pt x="1155155" y="111672"/>
                        <a:pt x="1138132" y="120583"/>
                        <a:pt x="1126429" y="134148"/>
                      </a:cubicBezTo>
                      <a:cubicBezTo>
                        <a:pt x="1123902" y="98772"/>
                        <a:pt x="1093890" y="71420"/>
                        <a:pt x="1058159" y="72616"/>
                      </a:cubicBezTo>
                      <a:cubicBezTo>
                        <a:pt x="1023093" y="73769"/>
                        <a:pt x="995386" y="101919"/>
                        <a:pt x="994101" y="136453"/>
                      </a:cubicBezTo>
                      <a:cubicBezTo>
                        <a:pt x="984614" y="122178"/>
                        <a:pt x="968256" y="112958"/>
                        <a:pt x="949859" y="113534"/>
                      </a:cubicBezTo>
                      <a:cubicBezTo>
                        <a:pt x="933367" y="114066"/>
                        <a:pt x="919004" y="122400"/>
                        <a:pt x="910094" y="134813"/>
                      </a:cubicBezTo>
                      <a:cubicBezTo>
                        <a:pt x="899942" y="109721"/>
                        <a:pt x="875072" y="92388"/>
                        <a:pt x="846479" y="93319"/>
                      </a:cubicBezTo>
                      <a:cubicBezTo>
                        <a:pt x="816378" y="94294"/>
                        <a:pt x="791686" y="115174"/>
                        <a:pt x="784504" y="142926"/>
                      </a:cubicBezTo>
                      <a:cubicBezTo>
                        <a:pt x="763137" y="143014"/>
                        <a:pt x="744119" y="158086"/>
                        <a:pt x="739863" y="179853"/>
                      </a:cubicBezTo>
                      <a:cubicBezTo>
                        <a:pt x="739774" y="180252"/>
                        <a:pt x="739774" y="180695"/>
                        <a:pt x="739685" y="181094"/>
                      </a:cubicBezTo>
                      <a:cubicBezTo>
                        <a:pt x="714417" y="179542"/>
                        <a:pt x="691232" y="196388"/>
                        <a:pt x="685291" y="221480"/>
                      </a:cubicBezTo>
                      <a:cubicBezTo>
                        <a:pt x="669598" y="220904"/>
                        <a:pt x="655368" y="231764"/>
                        <a:pt x="652265" y="247635"/>
                      </a:cubicBezTo>
                      <a:cubicBezTo>
                        <a:pt x="651688" y="250561"/>
                        <a:pt x="651555" y="253487"/>
                        <a:pt x="651777" y="256324"/>
                      </a:cubicBezTo>
                      <a:cubicBezTo>
                        <a:pt x="637059" y="255703"/>
                        <a:pt x="623405" y="263196"/>
                        <a:pt x="615825" y="275298"/>
                      </a:cubicBezTo>
                      <a:cubicBezTo>
                        <a:pt x="609530" y="271973"/>
                        <a:pt x="602658" y="269490"/>
                        <a:pt x="595344" y="268027"/>
                      </a:cubicBezTo>
                      <a:cubicBezTo>
                        <a:pt x="555180" y="260181"/>
                        <a:pt x="516302" y="286381"/>
                        <a:pt x="508455" y="326544"/>
                      </a:cubicBezTo>
                      <a:cubicBezTo>
                        <a:pt x="507524" y="331199"/>
                        <a:pt x="507125" y="335853"/>
                        <a:pt x="507125" y="340420"/>
                      </a:cubicBezTo>
                      <a:cubicBezTo>
                        <a:pt x="503446" y="338602"/>
                        <a:pt x="499500" y="337184"/>
                        <a:pt x="495289" y="336385"/>
                      </a:cubicBezTo>
                      <a:cubicBezTo>
                        <a:pt x="469710" y="331376"/>
                        <a:pt x="444929" y="348089"/>
                        <a:pt x="439964" y="373624"/>
                      </a:cubicBezTo>
                      <a:cubicBezTo>
                        <a:pt x="438545" y="380983"/>
                        <a:pt x="438944" y="388253"/>
                        <a:pt x="440806" y="395036"/>
                      </a:cubicBezTo>
                      <a:cubicBezTo>
                        <a:pt x="433314" y="398405"/>
                        <a:pt x="427374" y="404877"/>
                        <a:pt x="424891" y="413167"/>
                      </a:cubicBezTo>
                      <a:cubicBezTo>
                        <a:pt x="420192" y="411039"/>
                        <a:pt x="415227" y="409355"/>
                        <a:pt x="409907" y="408291"/>
                      </a:cubicBezTo>
                      <a:cubicBezTo>
                        <a:pt x="373556" y="401197"/>
                        <a:pt x="338313" y="424915"/>
                        <a:pt x="331220" y="461266"/>
                      </a:cubicBezTo>
                      <a:cubicBezTo>
                        <a:pt x="330998" y="462374"/>
                        <a:pt x="330910" y="463438"/>
                        <a:pt x="330732" y="464546"/>
                      </a:cubicBezTo>
                      <a:cubicBezTo>
                        <a:pt x="325501" y="459049"/>
                        <a:pt x="318586" y="455060"/>
                        <a:pt x="310562" y="453464"/>
                      </a:cubicBezTo>
                      <a:cubicBezTo>
                        <a:pt x="291189" y="449696"/>
                        <a:pt x="272393" y="461355"/>
                        <a:pt x="266896" y="479885"/>
                      </a:cubicBezTo>
                      <a:cubicBezTo>
                        <a:pt x="262285" y="477801"/>
                        <a:pt x="257409" y="476117"/>
                        <a:pt x="252267" y="475097"/>
                      </a:cubicBezTo>
                      <a:cubicBezTo>
                        <a:pt x="216890" y="468182"/>
                        <a:pt x="182623" y="491278"/>
                        <a:pt x="175751" y="526610"/>
                      </a:cubicBezTo>
                      <a:cubicBezTo>
                        <a:pt x="173224" y="539510"/>
                        <a:pt x="174732" y="552233"/>
                        <a:pt x="179342" y="563538"/>
                      </a:cubicBezTo>
                      <a:cubicBezTo>
                        <a:pt x="172426" y="557553"/>
                        <a:pt x="163826" y="553208"/>
                        <a:pt x="154073" y="551302"/>
                      </a:cubicBezTo>
                      <a:cubicBezTo>
                        <a:pt x="125524" y="545717"/>
                        <a:pt x="98083" y="563050"/>
                        <a:pt x="92808" y="590048"/>
                      </a:cubicBezTo>
                      <a:cubicBezTo>
                        <a:pt x="91833" y="595145"/>
                        <a:pt x="91700" y="600199"/>
                        <a:pt x="92320" y="605120"/>
                      </a:cubicBezTo>
                      <a:cubicBezTo>
                        <a:pt x="89838" y="604278"/>
                        <a:pt x="87267" y="603568"/>
                        <a:pt x="84651" y="603081"/>
                      </a:cubicBezTo>
                      <a:cubicBezTo>
                        <a:pt x="46881" y="595722"/>
                        <a:pt x="9688" y="623428"/>
                        <a:pt x="1575" y="664967"/>
                      </a:cubicBezTo>
                      <a:cubicBezTo>
                        <a:pt x="-6538" y="706505"/>
                        <a:pt x="17490" y="746181"/>
                        <a:pt x="55260" y="753540"/>
                      </a:cubicBezTo>
                      <a:cubicBezTo>
                        <a:pt x="75829" y="757574"/>
                        <a:pt x="96177" y="751102"/>
                        <a:pt x="111782" y="737758"/>
                      </a:cubicBezTo>
                      <a:lnTo>
                        <a:pt x="489570" y="832272"/>
                      </a:lnTo>
                      <a:lnTo>
                        <a:pt x="2635987" y="817510"/>
                      </a:lnTo>
                      <a:lnTo>
                        <a:pt x="2986822" y="717277"/>
                      </a:lnTo>
                      <a:lnTo>
                        <a:pt x="3420246" y="236685"/>
                      </a:lnTo>
                      <a:lnTo>
                        <a:pt x="3473975" y="177149"/>
                      </a:lnTo>
                      <a:cubicBezTo>
                        <a:pt x="3495032" y="166687"/>
                        <a:pt x="3511523" y="148511"/>
                        <a:pt x="3519769" y="126390"/>
                      </a:cubicBezTo>
                      <a:lnTo>
                        <a:pt x="3529344" y="115751"/>
                      </a:lnTo>
                      <a:lnTo>
                        <a:pt x="3523138" y="114908"/>
                      </a:lnTo>
                      <a:cubicBezTo>
                        <a:pt x="3524911" y="107195"/>
                        <a:pt x="3525842" y="99171"/>
                        <a:pt x="3525576" y="90881"/>
                      </a:cubicBezTo>
                      <a:cubicBezTo>
                        <a:pt x="3525532" y="88975"/>
                        <a:pt x="3525266" y="87113"/>
                        <a:pt x="3525089" y="85207"/>
                      </a:cubicBezTo>
                      <a:cubicBezTo>
                        <a:pt x="3548362" y="85073"/>
                        <a:pt x="3567380" y="67208"/>
                        <a:pt x="3567380" y="45176"/>
                      </a:cubicBezTo>
                      <a:close/>
                    </a:path>
                  </a:pathLst>
                </a:custGeom>
                <a:noFill/>
                <a:ln w="3323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8523" name="Graphique 2">
                <a:extLst>
                  <a:ext uri="{FF2B5EF4-FFF2-40B4-BE49-F238E27FC236}">
                    <a16:creationId xmlns:a16="http://schemas.microsoft.com/office/drawing/2014/main" id="{0F341736-8929-45C3-9A12-CD4177684DDF}"/>
                  </a:ext>
                </a:extLst>
              </p:cNvPr>
              <p:cNvGrpSpPr/>
              <p:nvPr/>
            </p:nvGrpSpPr>
            <p:grpSpPr>
              <a:xfrm>
                <a:off x="4198812" y="5573732"/>
                <a:ext cx="3699285" cy="966459"/>
                <a:chOff x="4198812" y="5573732"/>
                <a:chExt cx="3699285" cy="966459"/>
              </a:xfrm>
              <a:solidFill>
                <a:schemeClr val="accent1"/>
              </a:solidFill>
            </p:grpSpPr>
            <p:sp>
              <p:nvSpPr>
                <p:cNvPr id="18525" name="Forme libre : forme 18524">
                  <a:extLst>
                    <a:ext uri="{FF2B5EF4-FFF2-40B4-BE49-F238E27FC236}">
                      <a16:creationId xmlns:a16="http://schemas.microsoft.com/office/drawing/2014/main" id="{CF110D68-6D7A-4157-A008-A7593180701A}"/>
                    </a:ext>
                  </a:extLst>
                </p:cNvPr>
                <p:cNvSpPr/>
                <p:nvPr/>
              </p:nvSpPr>
              <p:spPr>
                <a:xfrm>
                  <a:off x="4198812" y="6217461"/>
                  <a:ext cx="2933601" cy="322729"/>
                </a:xfrm>
                <a:custGeom>
                  <a:avLst/>
                  <a:gdLst>
                    <a:gd name="connsiteX0" fmla="*/ 28150 w 2933601"/>
                    <a:gd name="connsiteY0" fmla="*/ 322197 h 322729"/>
                    <a:gd name="connsiteX1" fmla="*/ 5896 w 2933601"/>
                    <a:gd name="connsiteY1" fmla="*/ 272724 h 322729"/>
                    <a:gd name="connsiteX2" fmla="*/ 30101 w 2933601"/>
                    <a:gd name="connsiteY2" fmla="*/ 221477 h 322729"/>
                    <a:gd name="connsiteX3" fmla="*/ 0 w 2933601"/>
                    <a:gd name="connsiteY3" fmla="*/ 174930 h 322729"/>
                    <a:gd name="connsiteX4" fmla="*/ 33293 w 2933601"/>
                    <a:gd name="connsiteY4" fmla="*/ 127097 h 322729"/>
                    <a:gd name="connsiteX5" fmla="*/ 13787 w 2933601"/>
                    <a:gd name="connsiteY5" fmla="*/ 80106 h 322729"/>
                    <a:gd name="connsiteX6" fmla="*/ 80106 w 2933601"/>
                    <a:gd name="connsiteY6" fmla="*/ 13787 h 322729"/>
                    <a:gd name="connsiteX7" fmla="*/ 142347 w 2933601"/>
                    <a:gd name="connsiteY7" fmla="*/ 57364 h 322729"/>
                    <a:gd name="connsiteX8" fmla="*/ 182821 w 2933601"/>
                    <a:gd name="connsiteY8" fmla="*/ 37371 h 322729"/>
                    <a:gd name="connsiteX9" fmla="*/ 226310 w 2933601"/>
                    <a:gd name="connsiteY9" fmla="*/ 61709 h 322729"/>
                    <a:gd name="connsiteX10" fmla="*/ 292407 w 2933601"/>
                    <a:gd name="connsiteY10" fmla="*/ 0 h 322729"/>
                    <a:gd name="connsiteX11" fmla="*/ 358593 w 2933601"/>
                    <a:gd name="connsiteY11" fmla="*/ 63748 h 322729"/>
                    <a:gd name="connsiteX12" fmla="*/ 407357 w 2933601"/>
                    <a:gd name="connsiteY12" fmla="*/ 42248 h 322729"/>
                    <a:gd name="connsiteX13" fmla="*/ 465830 w 2933601"/>
                    <a:gd name="connsiteY13" fmla="*/ 77313 h 322729"/>
                    <a:gd name="connsiteX14" fmla="*/ 539995 w 2933601"/>
                    <a:gd name="connsiteY14" fmla="*/ 23584 h 322729"/>
                    <a:gd name="connsiteX15" fmla="*/ 599355 w 2933601"/>
                    <a:gd name="connsiteY15" fmla="*/ 50981 h 322729"/>
                    <a:gd name="connsiteX16" fmla="*/ 663856 w 2933601"/>
                    <a:gd name="connsiteY16" fmla="*/ 0 h 322729"/>
                    <a:gd name="connsiteX17" fmla="*/ 728845 w 2933601"/>
                    <a:gd name="connsiteY17" fmla="*/ 53020 h 322729"/>
                    <a:gd name="connsiteX18" fmla="*/ 789623 w 2933601"/>
                    <a:gd name="connsiteY18" fmla="*/ 22609 h 322729"/>
                    <a:gd name="connsiteX19" fmla="*/ 857316 w 2933601"/>
                    <a:gd name="connsiteY19" fmla="*/ 63925 h 322729"/>
                    <a:gd name="connsiteX20" fmla="*/ 917385 w 2933601"/>
                    <a:gd name="connsiteY20" fmla="*/ 25579 h 322729"/>
                    <a:gd name="connsiteX21" fmla="*/ 968321 w 2933601"/>
                    <a:gd name="connsiteY21" fmla="*/ 49474 h 322729"/>
                    <a:gd name="connsiteX22" fmla="*/ 1012697 w 2933601"/>
                    <a:gd name="connsiteY22" fmla="*/ 20703 h 322729"/>
                    <a:gd name="connsiteX23" fmla="*/ 1056274 w 2933601"/>
                    <a:gd name="connsiteY23" fmla="*/ 47789 h 322729"/>
                    <a:gd name="connsiteX24" fmla="*/ 1107077 w 2933601"/>
                    <a:gd name="connsiteY24" fmla="*/ 5009 h 322729"/>
                    <a:gd name="connsiteX25" fmla="*/ 1157437 w 2933601"/>
                    <a:gd name="connsiteY25" fmla="*/ 45439 h 322729"/>
                    <a:gd name="connsiteX26" fmla="*/ 1203896 w 2933601"/>
                    <a:gd name="connsiteY26" fmla="*/ 22697 h 322729"/>
                    <a:gd name="connsiteX27" fmla="*/ 1255143 w 2933601"/>
                    <a:gd name="connsiteY27" fmla="*/ 52532 h 322729"/>
                    <a:gd name="connsiteX28" fmla="*/ 1301690 w 2933601"/>
                    <a:gd name="connsiteY28" fmla="*/ 32539 h 322729"/>
                    <a:gd name="connsiteX29" fmla="*/ 1342031 w 2933601"/>
                    <a:gd name="connsiteY29" fmla="*/ 46813 h 322729"/>
                    <a:gd name="connsiteX30" fmla="*/ 1391593 w 2933601"/>
                    <a:gd name="connsiteY30" fmla="*/ 18796 h 322729"/>
                    <a:gd name="connsiteX31" fmla="*/ 1429408 w 2933601"/>
                    <a:gd name="connsiteY31" fmla="*/ 32894 h 322729"/>
                    <a:gd name="connsiteX32" fmla="*/ 1460395 w 2933601"/>
                    <a:gd name="connsiteY32" fmla="*/ 11925 h 322729"/>
                    <a:gd name="connsiteX33" fmla="*/ 1493732 w 2933601"/>
                    <a:gd name="connsiteY33" fmla="*/ 44198 h 322729"/>
                    <a:gd name="connsiteX34" fmla="*/ 1513947 w 2933601"/>
                    <a:gd name="connsiteY34" fmla="*/ 38479 h 322729"/>
                    <a:gd name="connsiteX35" fmla="*/ 1550254 w 2933601"/>
                    <a:gd name="connsiteY35" fmla="*/ 63704 h 322729"/>
                    <a:gd name="connsiteX36" fmla="*/ 1602387 w 2933601"/>
                    <a:gd name="connsiteY36" fmla="*/ 31608 h 322729"/>
                    <a:gd name="connsiteX37" fmla="*/ 1651373 w 2933601"/>
                    <a:gd name="connsiteY37" fmla="*/ 58207 h 322729"/>
                    <a:gd name="connsiteX38" fmla="*/ 1687414 w 2933601"/>
                    <a:gd name="connsiteY38" fmla="*/ 34578 h 322729"/>
                    <a:gd name="connsiteX39" fmla="*/ 1716318 w 2933601"/>
                    <a:gd name="connsiteY39" fmla="*/ 47301 h 322729"/>
                    <a:gd name="connsiteX40" fmla="*/ 1715918 w 2933601"/>
                    <a:gd name="connsiteY40" fmla="*/ 42424 h 322729"/>
                    <a:gd name="connsiteX41" fmla="*/ 1748369 w 2933601"/>
                    <a:gd name="connsiteY41" fmla="*/ 9974 h 322729"/>
                    <a:gd name="connsiteX42" fmla="*/ 1780819 w 2933601"/>
                    <a:gd name="connsiteY42" fmla="*/ 42424 h 322729"/>
                    <a:gd name="connsiteX43" fmla="*/ 1780287 w 2933601"/>
                    <a:gd name="connsiteY43" fmla="*/ 48099 h 322729"/>
                    <a:gd name="connsiteX44" fmla="*/ 1816683 w 2933601"/>
                    <a:gd name="connsiteY44" fmla="*/ 32583 h 322729"/>
                    <a:gd name="connsiteX45" fmla="*/ 1862255 w 2933601"/>
                    <a:gd name="connsiteY45" fmla="*/ 61310 h 322729"/>
                    <a:gd name="connsiteX46" fmla="*/ 1892356 w 2933601"/>
                    <a:gd name="connsiteY46" fmla="*/ 53242 h 322729"/>
                    <a:gd name="connsiteX47" fmla="*/ 1941607 w 2933601"/>
                    <a:gd name="connsiteY47" fmla="*/ 78732 h 322729"/>
                    <a:gd name="connsiteX48" fmla="*/ 2021093 w 2933601"/>
                    <a:gd name="connsiteY48" fmla="*/ 21767 h 322729"/>
                    <a:gd name="connsiteX49" fmla="*/ 2084442 w 2933601"/>
                    <a:gd name="connsiteY49" fmla="*/ 50670 h 322729"/>
                    <a:gd name="connsiteX50" fmla="*/ 2141496 w 2933601"/>
                    <a:gd name="connsiteY50" fmla="*/ 10950 h 322729"/>
                    <a:gd name="connsiteX51" fmla="*/ 2202140 w 2933601"/>
                    <a:gd name="connsiteY51" fmla="*/ 66230 h 322729"/>
                    <a:gd name="connsiteX52" fmla="*/ 2275641 w 2933601"/>
                    <a:gd name="connsiteY52" fmla="*/ 24692 h 322729"/>
                    <a:gd name="connsiteX53" fmla="*/ 2349186 w 2933601"/>
                    <a:gd name="connsiteY53" fmla="*/ 66275 h 322729"/>
                    <a:gd name="connsiteX54" fmla="*/ 2390148 w 2933601"/>
                    <a:gd name="connsiteY54" fmla="*/ 43356 h 322729"/>
                    <a:gd name="connsiteX55" fmla="*/ 2425037 w 2933601"/>
                    <a:gd name="connsiteY55" fmla="*/ 58384 h 322729"/>
                    <a:gd name="connsiteX56" fmla="*/ 2503192 w 2933601"/>
                    <a:gd name="connsiteY56" fmla="*/ 133 h 322729"/>
                    <a:gd name="connsiteX57" fmla="*/ 2581303 w 2933601"/>
                    <a:gd name="connsiteY57" fmla="*/ 58295 h 322729"/>
                    <a:gd name="connsiteX58" fmla="*/ 2650105 w 2933601"/>
                    <a:gd name="connsiteY58" fmla="*/ 27662 h 322729"/>
                    <a:gd name="connsiteX59" fmla="*/ 2713676 w 2933601"/>
                    <a:gd name="connsiteY59" fmla="*/ 52975 h 322729"/>
                    <a:gd name="connsiteX60" fmla="*/ 2773921 w 2933601"/>
                    <a:gd name="connsiteY60" fmla="*/ 17821 h 322729"/>
                    <a:gd name="connsiteX61" fmla="*/ 2837492 w 2933601"/>
                    <a:gd name="connsiteY61" fmla="*/ 59536 h 322729"/>
                    <a:gd name="connsiteX62" fmla="*/ 2884483 w 2933601"/>
                    <a:gd name="connsiteY62" fmla="*/ 26643 h 322729"/>
                    <a:gd name="connsiteX63" fmla="*/ 2933601 w 2933601"/>
                    <a:gd name="connsiteY63" fmla="*/ 76781 h 322729"/>
                    <a:gd name="connsiteX64" fmla="*/ 2933601 w 2933601"/>
                    <a:gd name="connsiteY64" fmla="*/ 322730 h 322729"/>
                    <a:gd name="connsiteX65" fmla="*/ 28150 w 2933601"/>
                    <a:gd name="connsiteY65" fmla="*/ 322197 h 322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2933601" h="322729">
                      <a:moveTo>
                        <a:pt x="28150" y="322197"/>
                      </a:moveTo>
                      <a:cubicBezTo>
                        <a:pt x="14541" y="310051"/>
                        <a:pt x="5896" y="292407"/>
                        <a:pt x="5896" y="272724"/>
                      </a:cubicBezTo>
                      <a:cubicBezTo>
                        <a:pt x="5896" y="252110"/>
                        <a:pt x="15339" y="233668"/>
                        <a:pt x="30101" y="221477"/>
                      </a:cubicBezTo>
                      <a:cubicBezTo>
                        <a:pt x="12368" y="213454"/>
                        <a:pt x="0" y="195633"/>
                        <a:pt x="0" y="174930"/>
                      </a:cubicBezTo>
                      <a:cubicBezTo>
                        <a:pt x="0" y="152986"/>
                        <a:pt x="13876" y="134323"/>
                        <a:pt x="33293" y="127097"/>
                      </a:cubicBezTo>
                      <a:cubicBezTo>
                        <a:pt x="21235" y="115083"/>
                        <a:pt x="13787" y="98459"/>
                        <a:pt x="13787" y="80106"/>
                      </a:cubicBezTo>
                      <a:cubicBezTo>
                        <a:pt x="13787" y="43488"/>
                        <a:pt x="43489" y="13787"/>
                        <a:pt x="80106" y="13787"/>
                      </a:cubicBezTo>
                      <a:cubicBezTo>
                        <a:pt x="108744" y="13787"/>
                        <a:pt x="133037" y="31962"/>
                        <a:pt x="142347" y="57364"/>
                      </a:cubicBezTo>
                      <a:cubicBezTo>
                        <a:pt x="151701" y="45217"/>
                        <a:pt x="166330" y="37371"/>
                        <a:pt x="182821" y="37371"/>
                      </a:cubicBezTo>
                      <a:cubicBezTo>
                        <a:pt x="201218" y="37371"/>
                        <a:pt x="217310" y="47124"/>
                        <a:pt x="226310" y="61709"/>
                      </a:cubicBezTo>
                      <a:cubicBezTo>
                        <a:pt x="228703" y="27264"/>
                        <a:pt x="257341" y="0"/>
                        <a:pt x="292407" y="0"/>
                      </a:cubicBezTo>
                      <a:cubicBezTo>
                        <a:pt x="328182" y="0"/>
                        <a:pt x="357263" y="28328"/>
                        <a:pt x="358593" y="63748"/>
                      </a:cubicBezTo>
                      <a:cubicBezTo>
                        <a:pt x="370696" y="50582"/>
                        <a:pt x="388073" y="42248"/>
                        <a:pt x="407357" y="42248"/>
                      </a:cubicBezTo>
                      <a:cubicBezTo>
                        <a:pt x="432670" y="42248"/>
                        <a:pt x="454658" y="56433"/>
                        <a:pt x="465830" y="77313"/>
                      </a:cubicBezTo>
                      <a:cubicBezTo>
                        <a:pt x="476070" y="46149"/>
                        <a:pt x="505417" y="23584"/>
                        <a:pt x="539995" y="23584"/>
                      </a:cubicBezTo>
                      <a:cubicBezTo>
                        <a:pt x="563757" y="23584"/>
                        <a:pt x="585036" y="34223"/>
                        <a:pt x="599355" y="50981"/>
                      </a:cubicBezTo>
                      <a:cubicBezTo>
                        <a:pt x="606270" y="21767"/>
                        <a:pt x="632470" y="0"/>
                        <a:pt x="663856" y="0"/>
                      </a:cubicBezTo>
                      <a:cubicBezTo>
                        <a:pt x="695952" y="0"/>
                        <a:pt x="722683" y="22786"/>
                        <a:pt x="728845" y="53020"/>
                      </a:cubicBezTo>
                      <a:cubicBezTo>
                        <a:pt x="742765" y="34578"/>
                        <a:pt x="764753" y="22609"/>
                        <a:pt x="789623" y="22609"/>
                      </a:cubicBezTo>
                      <a:cubicBezTo>
                        <a:pt x="819103" y="22609"/>
                        <a:pt x="844638" y="39410"/>
                        <a:pt x="857316" y="63925"/>
                      </a:cubicBezTo>
                      <a:cubicBezTo>
                        <a:pt x="867867" y="41272"/>
                        <a:pt x="890786" y="25579"/>
                        <a:pt x="917385" y="25579"/>
                      </a:cubicBezTo>
                      <a:cubicBezTo>
                        <a:pt x="937866" y="25579"/>
                        <a:pt x="956175" y="34888"/>
                        <a:pt x="968321" y="49474"/>
                      </a:cubicBezTo>
                      <a:cubicBezTo>
                        <a:pt x="975902" y="32494"/>
                        <a:pt x="992925" y="20703"/>
                        <a:pt x="1012697" y="20703"/>
                      </a:cubicBezTo>
                      <a:cubicBezTo>
                        <a:pt x="1031803" y="20703"/>
                        <a:pt x="1048294" y="31741"/>
                        <a:pt x="1056274" y="47789"/>
                      </a:cubicBezTo>
                      <a:cubicBezTo>
                        <a:pt x="1060441" y="23496"/>
                        <a:pt x="1081587" y="5009"/>
                        <a:pt x="1107077" y="5009"/>
                      </a:cubicBezTo>
                      <a:cubicBezTo>
                        <a:pt x="1131725" y="5009"/>
                        <a:pt x="1152295" y="22299"/>
                        <a:pt x="1157437" y="45439"/>
                      </a:cubicBezTo>
                      <a:cubicBezTo>
                        <a:pt x="1168210" y="31608"/>
                        <a:pt x="1185011" y="22697"/>
                        <a:pt x="1203896" y="22697"/>
                      </a:cubicBezTo>
                      <a:cubicBezTo>
                        <a:pt x="1225840" y="22697"/>
                        <a:pt x="1244991" y="34711"/>
                        <a:pt x="1255143" y="52532"/>
                      </a:cubicBezTo>
                      <a:cubicBezTo>
                        <a:pt x="1266846" y="40252"/>
                        <a:pt x="1283381" y="32539"/>
                        <a:pt x="1301690" y="32539"/>
                      </a:cubicBezTo>
                      <a:cubicBezTo>
                        <a:pt x="1316984" y="32539"/>
                        <a:pt x="1330993" y="37903"/>
                        <a:pt x="1342031" y="46813"/>
                      </a:cubicBezTo>
                      <a:cubicBezTo>
                        <a:pt x="1352183" y="30057"/>
                        <a:pt x="1370580" y="18796"/>
                        <a:pt x="1391593" y="18796"/>
                      </a:cubicBezTo>
                      <a:cubicBezTo>
                        <a:pt x="1406045" y="18796"/>
                        <a:pt x="1419256" y="24116"/>
                        <a:pt x="1429408" y="32894"/>
                      </a:cubicBezTo>
                      <a:cubicBezTo>
                        <a:pt x="1434328" y="20614"/>
                        <a:pt x="1446342" y="11925"/>
                        <a:pt x="1460395" y="11925"/>
                      </a:cubicBezTo>
                      <a:cubicBezTo>
                        <a:pt x="1478438" y="11925"/>
                        <a:pt x="1493155" y="26288"/>
                        <a:pt x="1493732" y="44198"/>
                      </a:cubicBezTo>
                      <a:cubicBezTo>
                        <a:pt x="1499628" y="40607"/>
                        <a:pt x="1506543" y="38479"/>
                        <a:pt x="1513947" y="38479"/>
                      </a:cubicBezTo>
                      <a:cubicBezTo>
                        <a:pt x="1530571" y="38479"/>
                        <a:pt x="1544757" y="48986"/>
                        <a:pt x="1550254" y="63704"/>
                      </a:cubicBezTo>
                      <a:cubicBezTo>
                        <a:pt x="1559918" y="44685"/>
                        <a:pt x="1579601" y="31608"/>
                        <a:pt x="1602387" y="31608"/>
                      </a:cubicBezTo>
                      <a:cubicBezTo>
                        <a:pt x="1622912" y="31608"/>
                        <a:pt x="1640911" y="42203"/>
                        <a:pt x="1651373" y="58207"/>
                      </a:cubicBezTo>
                      <a:cubicBezTo>
                        <a:pt x="1657446" y="44287"/>
                        <a:pt x="1671277" y="34578"/>
                        <a:pt x="1687414" y="34578"/>
                      </a:cubicBezTo>
                      <a:cubicBezTo>
                        <a:pt x="1698851" y="34578"/>
                        <a:pt x="1709136" y="39499"/>
                        <a:pt x="1716318" y="47301"/>
                      </a:cubicBezTo>
                      <a:cubicBezTo>
                        <a:pt x="1716096" y="45705"/>
                        <a:pt x="1715918" y="44109"/>
                        <a:pt x="1715918" y="42424"/>
                      </a:cubicBezTo>
                      <a:cubicBezTo>
                        <a:pt x="1715918" y="24515"/>
                        <a:pt x="1730459" y="9974"/>
                        <a:pt x="1748369" y="9974"/>
                      </a:cubicBezTo>
                      <a:cubicBezTo>
                        <a:pt x="1766279" y="9974"/>
                        <a:pt x="1780819" y="24515"/>
                        <a:pt x="1780819" y="42424"/>
                      </a:cubicBezTo>
                      <a:cubicBezTo>
                        <a:pt x="1780819" y="44375"/>
                        <a:pt x="1780597" y="46237"/>
                        <a:pt x="1780287" y="48099"/>
                      </a:cubicBezTo>
                      <a:cubicBezTo>
                        <a:pt x="1789508" y="38568"/>
                        <a:pt x="1802364" y="32583"/>
                        <a:pt x="1816683" y="32583"/>
                      </a:cubicBezTo>
                      <a:cubicBezTo>
                        <a:pt x="1836765" y="32583"/>
                        <a:pt x="1854098" y="44331"/>
                        <a:pt x="1862255" y="61310"/>
                      </a:cubicBezTo>
                      <a:cubicBezTo>
                        <a:pt x="1871121" y="56211"/>
                        <a:pt x="1881362" y="53242"/>
                        <a:pt x="1892356" y="53242"/>
                      </a:cubicBezTo>
                      <a:cubicBezTo>
                        <a:pt x="1912704" y="53242"/>
                        <a:pt x="1930658" y="63349"/>
                        <a:pt x="1941607" y="78732"/>
                      </a:cubicBezTo>
                      <a:cubicBezTo>
                        <a:pt x="1952868" y="45617"/>
                        <a:pt x="1984165" y="21767"/>
                        <a:pt x="2021093" y="21767"/>
                      </a:cubicBezTo>
                      <a:cubicBezTo>
                        <a:pt x="2046406" y="21767"/>
                        <a:pt x="2069015" y="32982"/>
                        <a:pt x="2084442" y="50670"/>
                      </a:cubicBezTo>
                      <a:cubicBezTo>
                        <a:pt x="2093042" y="27485"/>
                        <a:pt x="2115341" y="10950"/>
                        <a:pt x="2141496" y="10950"/>
                      </a:cubicBezTo>
                      <a:cubicBezTo>
                        <a:pt x="2173237" y="10950"/>
                        <a:pt x="2199304" y="35243"/>
                        <a:pt x="2202140" y="66230"/>
                      </a:cubicBezTo>
                      <a:cubicBezTo>
                        <a:pt x="2217213" y="41361"/>
                        <a:pt x="2244432" y="24692"/>
                        <a:pt x="2275641" y="24692"/>
                      </a:cubicBezTo>
                      <a:cubicBezTo>
                        <a:pt x="2306850" y="24692"/>
                        <a:pt x="2334114" y="41405"/>
                        <a:pt x="2349186" y="66275"/>
                      </a:cubicBezTo>
                      <a:cubicBezTo>
                        <a:pt x="2357654" y="52532"/>
                        <a:pt x="2372815" y="43356"/>
                        <a:pt x="2390148" y="43356"/>
                      </a:cubicBezTo>
                      <a:cubicBezTo>
                        <a:pt x="2403891" y="43356"/>
                        <a:pt x="2416259" y="49119"/>
                        <a:pt x="2425037" y="58384"/>
                      </a:cubicBezTo>
                      <a:cubicBezTo>
                        <a:pt x="2435056" y="24692"/>
                        <a:pt x="2466220" y="133"/>
                        <a:pt x="2503192" y="133"/>
                      </a:cubicBezTo>
                      <a:cubicBezTo>
                        <a:pt x="2540120" y="133"/>
                        <a:pt x="2571240" y="24648"/>
                        <a:pt x="2581303" y="58295"/>
                      </a:cubicBezTo>
                      <a:cubicBezTo>
                        <a:pt x="2598282" y="39499"/>
                        <a:pt x="2622797" y="27662"/>
                        <a:pt x="2650105" y="27662"/>
                      </a:cubicBezTo>
                      <a:cubicBezTo>
                        <a:pt x="2674753" y="27662"/>
                        <a:pt x="2697051" y="37327"/>
                        <a:pt x="2713676" y="52975"/>
                      </a:cubicBezTo>
                      <a:cubicBezTo>
                        <a:pt x="2725601" y="32007"/>
                        <a:pt x="2748076" y="17821"/>
                        <a:pt x="2773921" y="17821"/>
                      </a:cubicBezTo>
                      <a:cubicBezTo>
                        <a:pt x="2802382" y="17821"/>
                        <a:pt x="2826808" y="34977"/>
                        <a:pt x="2837492" y="59536"/>
                      </a:cubicBezTo>
                      <a:cubicBezTo>
                        <a:pt x="2844541" y="40385"/>
                        <a:pt x="2862894" y="26643"/>
                        <a:pt x="2884483" y="26643"/>
                      </a:cubicBezTo>
                      <a:cubicBezTo>
                        <a:pt x="2912145" y="26643"/>
                        <a:pt x="2933601" y="49074"/>
                        <a:pt x="2933601" y="76781"/>
                      </a:cubicBezTo>
                      <a:lnTo>
                        <a:pt x="2933601" y="322730"/>
                      </a:lnTo>
                      <a:lnTo>
                        <a:pt x="28150" y="322197"/>
                      </a:lnTo>
                      <a:close/>
                    </a:path>
                  </a:pathLst>
                </a:custGeom>
                <a:solidFill>
                  <a:srgbClr val="F2D97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26" name="Forme libre : forme 18525">
                  <a:extLst>
                    <a:ext uri="{FF2B5EF4-FFF2-40B4-BE49-F238E27FC236}">
                      <a16:creationId xmlns:a16="http://schemas.microsoft.com/office/drawing/2014/main" id="{EA0C4D99-14C3-4B50-8E2F-C16CBF862011}"/>
                    </a:ext>
                  </a:extLst>
                </p:cNvPr>
                <p:cNvSpPr/>
                <p:nvPr/>
              </p:nvSpPr>
              <p:spPr>
                <a:xfrm>
                  <a:off x="4198856" y="6217506"/>
                  <a:ext cx="2933645" cy="322596"/>
                </a:xfrm>
                <a:custGeom>
                  <a:avLst/>
                  <a:gdLst>
                    <a:gd name="connsiteX0" fmla="*/ 2933646 w 2933645"/>
                    <a:gd name="connsiteY0" fmla="*/ 322597 h 322596"/>
                    <a:gd name="connsiteX1" fmla="*/ 28150 w 2933645"/>
                    <a:gd name="connsiteY1" fmla="*/ 322197 h 322596"/>
                    <a:gd name="connsiteX2" fmla="*/ 5896 w 2933645"/>
                    <a:gd name="connsiteY2" fmla="*/ 272724 h 322596"/>
                    <a:gd name="connsiteX3" fmla="*/ 30101 w 2933645"/>
                    <a:gd name="connsiteY3" fmla="*/ 221477 h 322596"/>
                    <a:gd name="connsiteX4" fmla="*/ 0 w 2933645"/>
                    <a:gd name="connsiteY4" fmla="*/ 174930 h 322596"/>
                    <a:gd name="connsiteX5" fmla="*/ 33293 w 2933645"/>
                    <a:gd name="connsiteY5" fmla="*/ 127097 h 322596"/>
                    <a:gd name="connsiteX6" fmla="*/ 13787 w 2933645"/>
                    <a:gd name="connsiteY6" fmla="*/ 80106 h 322596"/>
                    <a:gd name="connsiteX7" fmla="*/ 80106 w 2933645"/>
                    <a:gd name="connsiteY7" fmla="*/ 13787 h 322596"/>
                    <a:gd name="connsiteX8" fmla="*/ 142347 w 2933645"/>
                    <a:gd name="connsiteY8" fmla="*/ 57364 h 322596"/>
                    <a:gd name="connsiteX9" fmla="*/ 182821 w 2933645"/>
                    <a:gd name="connsiteY9" fmla="*/ 37371 h 322596"/>
                    <a:gd name="connsiteX10" fmla="*/ 226310 w 2933645"/>
                    <a:gd name="connsiteY10" fmla="*/ 61708 h 322596"/>
                    <a:gd name="connsiteX11" fmla="*/ 292407 w 2933645"/>
                    <a:gd name="connsiteY11" fmla="*/ 0 h 322596"/>
                    <a:gd name="connsiteX12" fmla="*/ 358593 w 2933645"/>
                    <a:gd name="connsiteY12" fmla="*/ 63748 h 322596"/>
                    <a:gd name="connsiteX13" fmla="*/ 407357 w 2933645"/>
                    <a:gd name="connsiteY13" fmla="*/ 42248 h 322596"/>
                    <a:gd name="connsiteX14" fmla="*/ 465830 w 2933645"/>
                    <a:gd name="connsiteY14" fmla="*/ 77313 h 322596"/>
                    <a:gd name="connsiteX15" fmla="*/ 539995 w 2933645"/>
                    <a:gd name="connsiteY15" fmla="*/ 23584 h 322596"/>
                    <a:gd name="connsiteX16" fmla="*/ 599355 w 2933645"/>
                    <a:gd name="connsiteY16" fmla="*/ 50981 h 322596"/>
                    <a:gd name="connsiteX17" fmla="*/ 663856 w 2933645"/>
                    <a:gd name="connsiteY17" fmla="*/ 0 h 322596"/>
                    <a:gd name="connsiteX18" fmla="*/ 728845 w 2933645"/>
                    <a:gd name="connsiteY18" fmla="*/ 53020 h 322596"/>
                    <a:gd name="connsiteX19" fmla="*/ 789623 w 2933645"/>
                    <a:gd name="connsiteY19" fmla="*/ 22609 h 322596"/>
                    <a:gd name="connsiteX20" fmla="*/ 857316 w 2933645"/>
                    <a:gd name="connsiteY20" fmla="*/ 63925 h 322596"/>
                    <a:gd name="connsiteX21" fmla="*/ 917385 w 2933645"/>
                    <a:gd name="connsiteY21" fmla="*/ 25579 h 322596"/>
                    <a:gd name="connsiteX22" fmla="*/ 968321 w 2933645"/>
                    <a:gd name="connsiteY22" fmla="*/ 49474 h 322596"/>
                    <a:gd name="connsiteX23" fmla="*/ 1012696 w 2933645"/>
                    <a:gd name="connsiteY23" fmla="*/ 20702 h 322596"/>
                    <a:gd name="connsiteX24" fmla="*/ 1056274 w 2933645"/>
                    <a:gd name="connsiteY24" fmla="*/ 47789 h 322596"/>
                    <a:gd name="connsiteX25" fmla="*/ 1107077 w 2933645"/>
                    <a:gd name="connsiteY25" fmla="*/ 5009 h 322596"/>
                    <a:gd name="connsiteX26" fmla="*/ 1157437 w 2933645"/>
                    <a:gd name="connsiteY26" fmla="*/ 45439 h 322596"/>
                    <a:gd name="connsiteX27" fmla="*/ 1203896 w 2933645"/>
                    <a:gd name="connsiteY27" fmla="*/ 22697 h 322596"/>
                    <a:gd name="connsiteX28" fmla="*/ 1255143 w 2933645"/>
                    <a:gd name="connsiteY28" fmla="*/ 52532 h 322596"/>
                    <a:gd name="connsiteX29" fmla="*/ 1301690 w 2933645"/>
                    <a:gd name="connsiteY29" fmla="*/ 32539 h 322596"/>
                    <a:gd name="connsiteX30" fmla="*/ 1342031 w 2933645"/>
                    <a:gd name="connsiteY30" fmla="*/ 46813 h 322596"/>
                    <a:gd name="connsiteX31" fmla="*/ 1391593 w 2933645"/>
                    <a:gd name="connsiteY31" fmla="*/ 18796 h 322596"/>
                    <a:gd name="connsiteX32" fmla="*/ 1429407 w 2933645"/>
                    <a:gd name="connsiteY32" fmla="*/ 32893 h 322596"/>
                    <a:gd name="connsiteX33" fmla="*/ 1460395 w 2933645"/>
                    <a:gd name="connsiteY33" fmla="*/ 11925 h 322596"/>
                    <a:gd name="connsiteX34" fmla="*/ 1493732 w 2933645"/>
                    <a:gd name="connsiteY34" fmla="*/ 44198 h 322596"/>
                    <a:gd name="connsiteX35" fmla="*/ 1513947 w 2933645"/>
                    <a:gd name="connsiteY35" fmla="*/ 38479 h 322596"/>
                    <a:gd name="connsiteX36" fmla="*/ 1550254 w 2933645"/>
                    <a:gd name="connsiteY36" fmla="*/ 63704 h 322596"/>
                    <a:gd name="connsiteX37" fmla="*/ 1602387 w 2933645"/>
                    <a:gd name="connsiteY37" fmla="*/ 31608 h 322596"/>
                    <a:gd name="connsiteX38" fmla="*/ 1651373 w 2933645"/>
                    <a:gd name="connsiteY38" fmla="*/ 58207 h 322596"/>
                    <a:gd name="connsiteX39" fmla="*/ 1687414 w 2933645"/>
                    <a:gd name="connsiteY39" fmla="*/ 34578 h 322596"/>
                    <a:gd name="connsiteX40" fmla="*/ 1716317 w 2933645"/>
                    <a:gd name="connsiteY40" fmla="*/ 47301 h 322596"/>
                    <a:gd name="connsiteX41" fmla="*/ 1715919 w 2933645"/>
                    <a:gd name="connsiteY41" fmla="*/ 42424 h 322596"/>
                    <a:gd name="connsiteX42" fmla="*/ 1748369 w 2933645"/>
                    <a:gd name="connsiteY42" fmla="*/ 9974 h 322596"/>
                    <a:gd name="connsiteX43" fmla="*/ 1780819 w 2933645"/>
                    <a:gd name="connsiteY43" fmla="*/ 42424 h 322596"/>
                    <a:gd name="connsiteX44" fmla="*/ 1780287 w 2933645"/>
                    <a:gd name="connsiteY44" fmla="*/ 48099 h 322596"/>
                    <a:gd name="connsiteX45" fmla="*/ 1816683 w 2933645"/>
                    <a:gd name="connsiteY45" fmla="*/ 32583 h 322596"/>
                    <a:gd name="connsiteX46" fmla="*/ 1862255 w 2933645"/>
                    <a:gd name="connsiteY46" fmla="*/ 61310 h 322596"/>
                    <a:gd name="connsiteX47" fmla="*/ 1892356 w 2933645"/>
                    <a:gd name="connsiteY47" fmla="*/ 53242 h 322596"/>
                    <a:gd name="connsiteX48" fmla="*/ 1941607 w 2933645"/>
                    <a:gd name="connsiteY48" fmla="*/ 78732 h 322596"/>
                    <a:gd name="connsiteX49" fmla="*/ 2021093 w 2933645"/>
                    <a:gd name="connsiteY49" fmla="*/ 21767 h 322596"/>
                    <a:gd name="connsiteX50" fmla="*/ 2084442 w 2933645"/>
                    <a:gd name="connsiteY50" fmla="*/ 50670 h 322596"/>
                    <a:gd name="connsiteX51" fmla="*/ 2141496 w 2933645"/>
                    <a:gd name="connsiteY51" fmla="*/ 10950 h 322596"/>
                    <a:gd name="connsiteX52" fmla="*/ 2202141 w 2933645"/>
                    <a:gd name="connsiteY52" fmla="*/ 66230 h 322596"/>
                    <a:gd name="connsiteX53" fmla="*/ 2275641 w 2933645"/>
                    <a:gd name="connsiteY53" fmla="*/ 24692 h 322596"/>
                    <a:gd name="connsiteX54" fmla="*/ 2349186 w 2933645"/>
                    <a:gd name="connsiteY54" fmla="*/ 66275 h 322596"/>
                    <a:gd name="connsiteX55" fmla="*/ 2390148 w 2933645"/>
                    <a:gd name="connsiteY55" fmla="*/ 43356 h 322596"/>
                    <a:gd name="connsiteX56" fmla="*/ 2425037 w 2933645"/>
                    <a:gd name="connsiteY56" fmla="*/ 58384 h 322596"/>
                    <a:gd name="connsiteX57" fmla="*/ 2503192 w 2933645"/>
                    <a:gd name="connsiteY57" fmla="*/ 133 h 322596"/>
                    <a:gd name="connsiteX58" fmla="*/ 2581303 w 2933645"/>
                    <a:gd name="connsiteY58" fmla="*/ 58295 h 322596"/>
                    <a:gd name="connsiteX59" fmla="*/ 2650105 w 2933645"/>
                    <a:gd name="connsiteY59" fmla="*/ 27662 h 322596"/>
                    <a:gd name="connsiteX60" fmla="*/ 2713676 w 2933645"/>
                    <a:gd name="connsiteY60" fmla="*/ 52975 h 322596"/>
                    <a:gd name="connsiteX61" fmla="*/ 2773921 w 2933645"/>
                    <a:gd name="connsiteY61" fmla="*/ 17821 h 322596"/>
                    <a:gd name="connsiteX62" fmla="*/ 2837492 w 2933645"/>
                    <a:gd name="connsiteY62" fmla="*/ 59536 h 322596"/>
                    <a:gd name="connsiteX63" fmla="*/ 2884483 w 2933645"/>
                    <a:gd name="connsiteY63" fmla="*/ 26643 h 322596"/>
                    <a:gd name="connsiteX64" fmla="*/ 2933601 w 2933645"/>
                    <a:gd name="connsiteY64" fmla="*/ 76781 h 322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</a:cxnLst>
                  <a:rect l="l" t="t" r="r" b="b"/>
                  <a:pathLst>
                    <a:path w="2933645" h="322596">
                      <a:moveTo>
                        <a:pt x="2933646" y="322597"/>
                      </a:moveTo>
                      <a:lnTo>
                        <a:pt x="28150" y="322197"/>
                      </a:lnTo>
                      <a:cubicBezTo>
                        <a:pt x="14541" y="310051"/>
                        <a:pt x="5896" y="292407"/>
                        <a:pt x="5896" y="272724"/>
                      </a:cubicBezTo>
                      <a:cubicBezTo>
                        <a:pt x="5896" y="252110"/>
                        <a:pt x="15339" y="233668"/>
                        <a:pt x="30101" y="221477"/>
                      </a:cubicBezTo>
                      <a:cubicBezTo>
                        <a:pt x="12368" y="213454"/>
                        <a:pt x="0" y="195633"/>
                        <a:pt x="0" y="174930"/>
                      </a:cubicBezTo>
                      <a:cubicBezTo>
                        <a:pt x="0" y="152986"/>
                        <a:pt x="13876" y="134323"/>
                        <a:pt x="33293" y="127097"/>
                      </a:cubicBezTo>
                      <a:cubicBezTo>
                        <a:pt x="21235" y="115083"/>
                        <a:pt x="13787" y="98459"/>
                        <a:pt x="13787" y="80106"/>
                      </a:cubicBezTo>
                      <a:cubicBezTo>
                        <a:pt x="13787" y="43488"/>
                        <a:pt x="43489" y="13787"/>
                        <a:pt x="80106" y="13787"/>
                      </a:cubicBezTo>
                      <a:cubicBezTo>
                        <a:pt x="108744" y="13787"/>
                        <a:pt x="133037" y="31962"/>
                        <a:pt x="142347" y="57364"/>
                      </a:cubicBezTo>
                      <a:cubicBezTo>
                        <a:pt x="151701" y="45217"/>
                        <a:pt x="166330" y="37371"/>
                        <a:pt x="182821" y="37371"/>
                      </a:cubicBezTo>
                      <a:cubicBezTo>
                        <a:pt x="201218" y="37371"/>
                        <a:pt x="217310" y="47124"/>
                        <a:pt x="226310" y="61708"/>
                      </a:cubicBezTo>
                      <a:cubicBezTo>
                        <a:pt x="228703" y="27264"/>
                        <a:pt x="257341" y="0"/>
                        <a:pt x="292407" y="0"/>
                      </a:cubicBezTo>
                      <a:cubicBezTo>
                        <a:pt x="328182" y="0"/>
                        <a:pt x="357263" y="28328"/>
                        <a:pt x="358593" y="63748"/>
                      </a:cubicBezTo>
                      <a:cubicBezTo>
                        <a:pt x="370695" y="50582"/>
                        <a:pt x="388073" y="42248"/>
                        <a:pt x="407357" y="42248"/>
                      </a:cubicBezTo>
                      <a:cubicBezTo>
                        <a:pt x="432670" y="42248"/>
                        <a:pt x="454658" y="56433"/>
                        <a:pt x="465830" y="77313"/>
                      </a:cubicBezTo>
                      <a:cubicBezTo>
                        <a:pt x="476070" y="46149"/>
                        <a:pt x="505417" y="23584"/>
                        <a:pt x="539995" y="23584"/>
                      </a:cubicBezTo>
                      <a:cubicBezTo>
                        <a:pt x="563757" y="23584"/>
                        <a:pt x="585036" y="34223"/>
                        <a:pt x="599355" y="50981"/>
                      </a:cubicBezTo>
                      <a:cubicBezTo>
                        <a:pt x="606270" y="21767"/>
                        <a:pt x="632470" y="0"/>
                        <a:pt x="663856" y="0"/>
                      </a:cubicBezTo>
                      <a:cubicBezTo>
                        <a:pt x="695952" y="0"/>
                        <a:pt x="722683" y="22786"/>
                        <a:pt x="728845" y="53020"/>
                      </a:cubicBezTo>
                      <a:cubicBezTo>
                        <a:pt x="742765" y="34578"/>
                        <a:pt x="764753" y="22609"/>
                        <a:pt x="789623" y="22609"/>
                      </a:cubicBezTo>
                      <a:cubicBezTo>
                        <a:pt x="819103" y="22609"/>
                        <a:pt x="844638" y="39410"/>
                        <a:pt x="857316" y="63925"/>
                      </a:cubicBezTo>
                      <a:cubicBezTo>
                        <a:pt x="867867" y="41272"/>
                        <a:pt x="890786" y="25579"/>
                        <a:pt x="917385" y="25579"/>
                      </a:cubicBezTo>
                      <a:cubicBezTo>
                        <a:pt x="937866" y="25579"/>
                        <a:pt x="956174" y="34888"/>
                        <a:pt x="968321" y="49474"/>
                      </a:cubicBezTo>
                      <a:cubicBezTo>
                        <a:pt x="975902" y="32494"/>
                        <a:pt x="992925" y="20702"/>
                        <a:pt x="1012696" y="20702"/>
                      </a:cubicBezTo>
                      <a:cubicBezTo>
                        <a:pt x="1031803" y="20702"/>
                        <a:pt x="1048294" y="31741"/>
                        <a:pt x="1056274" y="47789"/>
                      </a:cubicBezTo>
                      <a:cubicBezTo>
                        <a:pt x="1060441" y="23495"/>
                        <a:pt x="1081587" y="5009"/>
                        <a:pt x="1107077" y="5009"/>
                      </a:cubicBezTo>
                      <a:cubicBezTo>
                        <a:pt x="1131725" y="5009"/>
                        <a:pt x="1152295" y="22299"/>
                        <a:pt x="1157437" y="45439"/>
                      </a:cubicBezTo>
                      <a:cubicBezTo>
                        <a:pt x="1168210" y="31608"/>
                        <a:pt x="1185011" y="22697"/>
                        <a:pt x="1203896" y="22697"/>
                      </a:cubicBezTo>
                      <a:cubicBezTo>
                        <a:pt x="1225840" y="22697"/>
                        <a:pt x="1244991" y="34711"/>
                        <a:pt x="1255143" y="52532"/>
                      </a:cubicBezTo>
                      <a:cubicBezTo>
                        <a:pt x="1266846" y="40252"/>
                        <a:pt x="1283381" y="32539"/>
                        <a:pt x="1301690" y="32539"/>
                      </a:cubicBezTo>
                      <a:cubicBezTo>
                        <a:pt x="1316984" y="32539"/>
                        <a:pt x="1330993" y="37903"/>
                        <a:pt x="1342031" y="46813"/>
                      </a:cubicBezTo>
                      <a:cubicBezTo>
                        <a:pt x="1352183" y="30057"/>
                        <a:pt x="1370580" y="18796"/>
                        <a:pt x="1391593" y="18796"/>
                      </a:cubicBezTo>
                      <a:cubicBezTo>
                        <a:pt x="1406045" y="18796"/>
                        <a:pt x="1419256" y="24116"/>
                        <a:pt x="1429407" y="32893"/>
                      </a:cubicBezTo>
                      <a:cubicBezTo>
                        <a:pt x="1434328" y="20614"/>
                        <a:pt x="1446342" y="11925"/>
                        <a:pt x="1460395" y="11925"/>
                      </a:cubicBezTo>
                      <a:cubicBezTo>
                        <a:pt x="1478438" y="11925"/>
                        <a:pt x="1493155" y="26288"/>
                        <a:pt x="1493732" y="44198"/>
                      </a:cubicBezTo>
                      <a:cubicBezTo>
                        <a:pt x="1499628" y="40607"/>
                        <a:pt x="1506543" y="38479"/>
                        <a:pt x="1513947" y="38479"/>
                      </a:cubicBezTo>
                      <a:cubicBezTo>
                        <a:pt x="1530571" y="38479"/>
                        <a:pt x="1544757" y="48985"/>
                        <a:pt x="1550254" y="63704"/>
                      </a:cubicBezTo>
                      <a:cubicBezTo>
                        <a:pt x="1559918" y="44685"/>
                        <a:pt x="1579601" y="31608"/>
                        <a:pt x="1602387" y="31608"/>
                      </a:cubicBezTo>
                      <a:cubicBezTo>
                        <a:pt x="1622912" y="31608"/>
                        <a:pt x="1640911" y="42203"/>
                        <a:pt x="1651373" y="58207"/>
                      </a:cubicBezTo>
                      <a:cubicBezTo>
                        <a:pt x="1657446" y="44287"/>
                        <a:pt x="1671277" y="34578"/>
                        <a:pt x="1687414" y="34578"/>
                      </a:cubicBezTo>
                      <a:cubicBezTo>
                        <a:pt x="1698851" y="34578"/>
                        <a:pt x="1709136" y="39499"/>
                        <a:pt x="1716317" y="47301"/>
                      </a:cubicBezTo>
                      <a:cubicBezTo>
                        <a:pt x="1716096" y="45705"/>
                        <a:pt x="1715919" y="44109"/>
                        <a:pt x="1715919" y="42424"/>
                      </a:cubicBezTo>
                      <a:cubicBezTo>
                        <a:pt x="1715919" y="24515"/>
                        <a:pt x="1730459" y="9974"/>
                        <a:pt x="1748369" y="9974"/>
                      </a:cubicBezTo>
                      <a:cubicBezTo>
                        <a:pt x="1766279" y="9974"/>
                        <a:pt x="1780819" y="24515"/>
                        <a:pt x="1780819" y="42424"/>
                      </a:cubicBezTo>
                      <a:cubicBezTo>
                        <a:pt x="1780819" y="44375"/>
                        <a:pt x="1780597" y="46237"/>
                        <a:pt x="1780287" y="48099"/>
                      </a:cubicBezTo>
                      <a:cubicBezTo>
                        <a:pt x="1789508" y="38568"/>
                        <a:pt x="1802364" y="32583"/>
                        <a:pt x="1816683" y="32583"/>
                      </a:cubicBezTo>
                      <a:cubicBezTo>
                        <a:pt x="1836765" y="32583"/>
                        <a:pt x="1854098" y="44331"/>
                        <a:pt x="1862255" y="61310"/>
                      </a:cubicBezTo>
                      <a:cubicBezTo>
                        <a:pt x="1871121" y="56211"/>
                        <a:pt x="1881362" y="53242"/>
                        <a:pt x="1892356" y="53242"/>
                      </a:cubicBezTo>
                      <a:cubicBezTo>
                        <a:pt x="1912704" y="53242"/>
                        <a:pt x="1930658" y="63349"/>
                        <a:pt x="1941607" y="78732"/>
                      </a:cubicBezTo>
                      <a:cubicBezTo>
                        <a:pt x="1952868" y="45617"/>
                        <a:pt x="1984165" y="21767"/>
                        <a:pt x="2021093" y="21767"/>
                      </a:cubicBezTo>
                      <a:cubicBezTo>
                        <a:pt x="2046406" y="21767"/>
                        <a:pt x="2069015" y="32982"/>
                        <a:pt x="2084442" y="50670"/>
                      </a:cubicBezTo>
                      <a:cubicBezTo>
                        <a:pt x="2093042" y="27485"/>
                        <a:pt x="2115340" y="10950"/>
                        <a:pt x="2141496" y="10950"/>
                      </a:cubicBezTo>
                      <a:cubicBezTo>
                        <a:pt x="2173237" y="10950"/>
                        <a:pt x="2199303" y="35243"/>
                        <a:pt x="2202141" y="66230"/>
                      </a:cubicBezTo>
                      <a:cubicBezTo>
                        <a:pt x="2217213" y="41361"/>
                        <a:pt x="2244432" y="24692"/>
                        <a:pt x="2275641" y="24692"/>
                      </a:cubicBezTo>
                      <a:cubicBezTo>
                        <a:pt x="2306850" y="24692"/>
                        <a:pt x="2334114" y="41405"/>
                        <a:pt x="2349186" y="66275"/>
                      </a:cubicBezTo>
                      <a:cubicBezTo>
                        <a:pt x="2357654" y="52532"/>
                        <a:pt x="2372815" y="43356"/>
                        <a:pt x="2390148" y="43356"/>
                      </a:cubicBezTo>
                      <a:cubicBezTo>
                        <a:pt x="2403891" y="43356"/>
                        <a:pt x="2416259" y="49119"/>
                        <a:pt x="2425037" y="58384"/>
                      </a:cubicBezTo>
                      <a:cubicBezTo>
                        <a:pt x="2435056" y="24692"/>
                        <a:pt x="2466220" y="133"/>
                        <a:pt x="2503192" y="133"/>
                      </a:cubicBezTo>
                      <a:cubicBezTo>
                        <a:pt x="2540120" y="133"/>
                        <a:pt x="2571240" y="24648"/>
                        <a:pt x="2581303" y="58295"/>
                      </a:cubicBezTo>
                      <a:cubicBezTo>
                        <a:pt x="2598282" y="39499"/>
                        <a:pt x="2622797" y="27662"/>
                        <a:pt x="2650105" y="27662"/>
                      </a:cubicBezTo>
                      <a:cubicBezTo>
                        <a:pt x="2674753" y="27662"/>
                        <a:pt x="2697051" y="37326"/>
                        <a:pt x="2713676" y="52975"/>
                      </a:cubicBezTo>
                      <a:cubicBezTo>
                        <a:pt x="2725601" y="32007"/>
                        <a:pt x="2748076" y="17821"/>
                        <a:pt x="2773921" y="17821"/>
                      </a:cubicBezTo>
                      <a:cubicBezTo>
                        <a:pt x="2802382" y="17821"/>
                        <a:pt x="2826808" y="34977"/>
                        <a:pt x="2837492" y="59536"/>
                      </a:cubicBezTo>
                      <a:cubicBezTo>
                        <a:pt x="2844541" y="40385"/>
                        <a:pt x="2862893" y="26643"/>
                        <a:pt x="2884483" y="26643"/>
                      </a:cubicBezTo>
                      <a:cubicBezTo>
                        <a:pt x="2912145" y="26643"/>
                        <a:pt x="2933601" y="49074"/>
                        <a:pt x="2933601" y="76781"/>
                      </a:cubicBezTo>
                    </a:path>
                  </a:pathLst>
                </a:custGeom>
                <a:noFill/>
                <a:ln w="3323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27" name="Forme libre : forme 18526">
                  <a:extLst>
                    <a:ext uri="{FF2B5EF4-FFF2-40B4-BE49-F238E27FC236}">
                      <a16:creationId xmlns:a16="http://schemas.microsoft.com/office/drawing/2014/main" id="{7F22DA94-D68A-46C2-A79F-99839CE3AF3F}"/>
                    </a:ext>
                  </a:extLst>
                </p:cNvPr>
                <p:cNvSpPr/>
                <p:nvPr/>
              </p:nvSpPr>
              <p:spPr>
                <a:xfrm>
                  <a:off x="4236138" y="6336933"/>
                  <a:ext cx="92031" cy="52000"/>
                </a:xfrm>
                <a:custGeom>
                  <a:avLst/>
                  <a:gdLst>
                    <a:gd name="connsiteX0" fmla="*/ 18043 w 92031"/>
                    <a:gd name="connsiteY0" fmla="*/ 16979 h 52000"/>
                    <a:gd name="connsiteX1" fmla="*/ 45395 w 92031"/>
                    <a:gd name="connsiteY1" fmla="*/ 18043 h 52000"/>
                    <a:gd name="connsiteX2" fmla="*/ 65344 w 92031"/>
                    <a:gd name="connsiteY2" fmla="*/ 16270 h 52000"/>
                    <a:gd name="connsiteX3" fmla="*/ 82234 w 92031"/>
                    <a:gd name="connsiteY3" fmla="*/ 9443 h 52000"/>
                    <a:gd name="connsiteX4" fmla="*/ 92031 w 92031"/>
                    <a:gd name="connsiteY4" fmla="*/ 0 h 52000"/>
                    <a:gd name="connsiteX5" fmla="*/ 72215 w 92031"/>
                    <a:gd name="connsiteY5" fmla="*/ 20126 h 52000"/>
                    <a:gd name="connsiteX6" fmla="*/ 64502 w 92031"/>
                    <a:gd name="connsiteY6" fmla="*/ 52000 h 52000"/>
                    <a:gd name="connsiteX7" fmla="*/ 53951 w 92031"/>
                    <a:gd name="connsiteY7" fmla="*/ 25225 h 52000"/>
                    <a:gd name="connsiteX8" fmla="*/ 42292 w 92031"/>
                    <a:gd name="connsiteY8" fmla="*/ 20925 h 52000"/>
                    <a:gd name="connsiteX9" fmla="*/ 25446 w 92031"/>
                    <a:gd name="connsiteY9" fmla="*/ 19063 h 52000"/>
                    <a:gd name="connsiteX10" fmla="*/ 9221 w 92031"/>
                    <a:gd name="connsiteY10" fmla="*/ 17511 h 52000"/>
                    <a:gd name="connsiteX11" fmla="*/ 0 w 92031"/>
                    <a:gd name="connsiteY11" fmla="*/ 10241 h 52000"/>
                    <a:gd name="connsiteX12" fmla="*/ 18043 w 92031"/>
                    <a:gd name="connsiteY12" fmla="*/ 16979 h 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2031" h="52000">
                      <a:moveTo>
                        <a:pt x="18043" y="16979"/>
                      </a:moveTo>
                      <a:cubicBezTo>
                        <a:pt x="27131" y="17644"/>
                        <a:pt x="36263" y="17999"/>
                        <a:pt x="45395" y="18043"/>
                      </a:cubicBezTo>
                      <a:cubicBezTo>
                        <a:pt x="52089" y="18087"/>
                        <a:pt x="58872" y="17910"/>
                        <a:pt x="65344" y="16270"/>
                      </a:cubicBezTo>
                      <a:cubicBezTo>
                        <a:pt x="71240" y="14763"/>
                        <a:pt x="76781" y="12102"/>
                        <a:pt x="82234" y="9443"/>
                      </a:cubicBezTo>
                      <a:cubicBezTo>
                        <a:pt x="86490" y="7403"/>
                        <a:pt x="91277" y="4655"/>
                        <a:pt x="92031" y="0"/>
                      </a:cubicBezTo>
                      <a:cubicBezTo>
                        <a:pt x="87509" y="8290"/>
                        <a:pt x="77978" y="12590"/>
                        <a:pt x="72215" y="20126"/>
                      </a:cubicBezTo>
                      <a:cubicBezTo>
                        <a:pt x="65477" y="28948"/>
                        <a:pt x="64856" y="40874"/>
                        <a:pt x="64502" y="52000"/>
                      </a:cubicBezTo>
                      <a:cubicBezTo>
                        <a:pt x="63615" y="42114"/>
                        <a:pt x="62063" y="30943"/>
                        <a:pt x="53951" y="25225"/>
                      </a:cubicBezTo>
                      <a:cubicBezTo>
                        <a:pt x="50537" y="22831"/>
                        <a:pt x="46370" y="21722"/>
                        <a:pt x="42292" y="20925"/>
                      </a:cubicBezTo>
                      <a:cubicBezTo>
                        <a:pt x="36750" y="19860"/>
                        <a:pt x="31120" y="19240"/>
                        <a:pt x="25446" y="19063"/>
                      </a:cubicBezTo>
                      <a:cubicBezTo>
                        <a:pt x="19993" y="18929"/>
                        <a:pt x="14408" y="19151"/>
                        <a:pt x="9221" y="17511"/>
                      </a:cubicBezTo>
                      <a:cubicBezTo>
                        <a:pt x="5453" y="16314"/>
                        <a:pt x="1818" y="13831"/>
                        <a:pt x="0" y="10241"/>
                      </a:cubicBezTo>
                      <a:cubicBezTo>
                        <a:pt x="4965" y="15073"/>
                        <a:pt x="11304" y="16492"/>
                        <a:pt x="18043" y="16979"/>
                      </a:cubicBezTo>
                      <a:close/>
                    </a:path>
                  </a:pathLst>
                </a:custGeom>
                <a:solidFill>
                  <a:srgbClr val="D3BC5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28" name="Forme libre : forme 18527">
                  <a:extLst>
                    <a:ext uri="{FF2B5EF4-FFF2-40B4-BE49-F238E27FC236}">
                      <a16:creationId xmlns:a16="http://schemas.microsoft.com/office/drawing/2014/main" id="{6BF515BB-99BA-4ECC-8C86-F5CAEFE2B3FC}"/>
                    </a:ext>
                  </a:extLst>
                </p:cNvPr>
                <p:cNvSpPr/>
                <p:nvPr/>
              </p:nvSpPr>
              <p:spPr>
                <a:xfrm>
                  <a:off x="4233655" y="6410656"/>
                  <a:ext cx="60102" cy="29885"/>
                </a:xfrm>
                <a:custGeom>
                  <a:avLst/>
                  <a:gdLst>
                    <a:gd name="connsiteX0" fmla="*/ 24870 w 60102"/>
                    <a:gd name="connsiteY0" fmla="*/ 24293 h 29885"/>
                    <a:gd name="connsiteX1" fmla="*/ 178 w 60102"/>
                    <a:gd name="connsiteY1" fmla="*/ 25402 h 29885"/>
                    <a:gd name="connsiteX2" fmla="*/ 1419 w 60102"/>
                    <a:gd name="connsiteY2" fmla="*/ 27840 h 29885"/>
                    <a:gd name="connsiteX3" fmla="*/ 19418 w 60102"/>
                    <a:gd name="connsiteY3" fmla="*/ 28904 h 29885"/>
                    <a:gd name="connsiteX4" fmla="*/ 47346 w 60102"/>
                    <a:gd name="connsiteY4" fmla="*/ 19550 h 29885"/>
                    <a:gd name="connsiteX5" fmla="*/ 59670 w 60102"/>
                    <a:gd name="connsiteY5" fmla="*/ 0 h 29885"/>
                    <a:gd name="connsiteX6" fmla="*/ 24870 w 60102"/>
                    <a:gd name="connsiteY6" fmla="*/ 24293 h 29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102" h="29885">
                      <a:moveTo>
                        <a:pt x="24870" y="24293"/>
                      </a:moveTo>
                      <a:cubicBezTo>
                        <a:pt x="16758" y="25934"/>
                        <a:pt x="8424" y="25668"/>
                        <a:pt x="178" y="25402"/>
                      </a:cubicBezTo>
                      <a:cubicBezTo>
                        <a:pt x="-398" y="26244"/>
                        <a:pt x="533" y="27352"/>
                        <a:pt x="1419" y="27840"/>
                      </a:cubicBezTo>
                      <a:cubicBezTo>
                        <a:pt x="6783" y="30855"/>
                        <a:pt x="13344" y="29923"/>
                        <a:pt x="19418" y="28904"/>
                      </a:cubicBezTo>
                      <a:cubicBezTo>
                        <a:pt x="29215" y="27264"/>
                        <a:pt x="39367" y="25446"/>
                        <a:pt x="47346" y="19550"/>
                      </a:cubicBezTo>
                      <a:cubicBezTo>
                        <a:pt x="51691" y="16358"/>
                        <a:pt x="62374" y="5763"/>
                        <a:pt x="59670" y="0"/>
                      </a:cubicBezTo>
                      <a:cubicBezTo>
                        <a:pt x="51070" y="12058"/>
                        <a:pt x="39721" y="21279"/>
                        <a:pt x="24870" y="2429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29" name="Forme libre : forme 18528">
                  <a:extLst>
                    <a:ext uri="{FF2B5EF4-FFF2-40B4-BE49-F238E27FC236}">
                      <a16:creationId xmlns:a16="http://schemas.microsoft.com/office/drawing/2014/main" id="{B7E4855D-1733-4A0D-A14E-0A9C0C9063FB}"/>
                    </a:ext>
                  </a:extLst>
                </p:cNvPr>
                <p:cNvSpPr/>
                <p:nvPr/>
              </p:nvSpPr>
              <p:spPr>
                <a:xfrm>
                  <a:off x="4341070" y="6321861"/>
                  <a:ext cx="81302" cy="36301"/>
                </a:xfrm>
                <a:custGeom>
                  <a:avLst/>
                  <a:gdLst>
                    <a:gd name="connsiteX0" fmla="*/ 31120 w 81302"/>
                    <a:gd name="connsiteY0" fmla="*/ 31431 h 36301"/>
                    <a:gd name="connsiteX1" fmla="*/ 81303 w 81302"/>
                    <a:gd name="connsiteY1" fmla="*/ 13831 h 36301"/>
                    <a:gd name="connsiteX2" fmla="*/ 65698 w 81302"/>
                    <a:gd name="connsiteY2" fmla="*/ 30854 h 36301"/>
                    <a:gd name="connsiteX3" fmla="*/ 42691 w 81302"/>
                    <a:gd name="connsiteY3" fmla="*/ 36129 h 36301"/>
                    <a:gd name="connsiteX4" fmla="*/ 28416 w 81302"/>
                    <a:gd name="connsiteY4" fmla="*/ 35199 h 36301"/>
                    <a:gd name="connsiteX5" fmla="*/ 8024 w 81302"/>
                    <a:gd name="connsiteY5" fmla="*/ 18486 h 36301"/>
                    <a:gd name="connsiteX6" fmla="*/ 0 w 81302"/>
                    <a:gd name="connsiteY6" fmla="*/ 0 h 36301"/>
                    <a:gd name="connsiteX7" fmla="*/ 31120 w 81302"/>
                    <a:gd name="connsiteY7" fmla="*/ 31431 h 36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1302" h="36301">
                      <a:moveTo>
                        <a:pt x="31120" y="31431"/>
                      </a:moveTo>
                      <a:cubicBezTo>
                        <a:pt x="49296" y="36529"/>
                        <a:pt x="70132" y="29036"/>
                        <a:pt x="81303" y="13831"/>
                      </a:cubicBezTo>
                      <a:cubicBezTo>
                        <a:pt x="78953" y="21412"/>
                        <a:pt x="72791" y="27352"/>
                        <a:pt x="65698" y="30854"/>
                      </a:cubicBezTo>
                      <a:cubicBezTo>
                        <a:pt x="58606" y="34356"/>
                        <a:pt x="50582" y="35642"/>
                        <a:pt x="42691" y="36129"/>
                      </a:cubicBezTo>
                      <a:cubicBezTo>
                        <a:pt x="37903" y="36440"/>
                        <a:pt x="33027" y="36440"/>
                        <a:pt x="28416" y="35199"/>
                      </a:cubicBezTo>
                      <a:cubicBezTo>
                        <a:pt x="19727" y="32849"/>
                        <a:pt x="12723" y="26199"/>
                        <a:pt x="8024" y="18486"/>
                      </a:cubicBezTo>
                      <a:cubicBezTo>
                        <a:pt x="4477" y="12679"/>
                        <a:pt x="2305" y="6339"/>
                        <a:pt x="0" y="0"/>
                      </a:cubicBezTo>
                      <a:cubicBezTo>
                        <a:pt x="3990" y="14806"/>
                        <a:pt x="16402" y="27307"/>
                        <a:pt x="31120" y="3143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30" name="Forme libre : forme 18529">
                  <a:extLst>
                    <a:ext uri="{FF2B5EF4-FFF2-40B4-BE49-F238E27FC236}">
                      <a16:creationId xmlns:a16="http://schemas.microsoft.com/office/drawing/2014/main" id="{C9281573-0704-4E79-9F2B-34BF082458FA}"/>
                    </a:ext>
                  </a:extLst>
                </p:cNvPr>
                <p:cNvSpPr/>
                <p:nvPr/>
              </p:nvSpPr>
              <p:spPr>
                <a:xfrm>
                  <a:off x="4267162" y="6430826"/>
                  <a:ext cx="37600" cy="31076"/>
                </a:xfrm>
                <a:custGeom>
                  <a:avLst/>
                  <a:gdLst>
                    <a:gd name="connsiteX0" fmla="*/ 37601 w 37600"/>
                    <a:gd name="connsiteY0" fmla="*/ 31076 h 31076"/>
                    <a:gd name="connsiteX1" fmla="*/ 22972 w 37600"/>
                    <a:gd name="connsiteY1" fmla="*/ 13344 h 31076"/>
                    <a:gd name="connsiteX2" fmla="*/ 7633 w 37600"/>
                    <a:gd name="connsiteY2" fmla="*/ 0 h 31076"/>
                    <a:gd name="connsiteX3" fmla="*/ 53 w 37600"/>
                    <a:gd name="connsiteY3" fmla="*/ 7048 h 31076"/>
                    <a:gd name="connsiteX4" fmla="*/ 13352 w 37600"/>
                    <a:gd name="connsiteY4" fmla="*/ 12324 h 31076"/>
                    <a:gd name="connsiteX5" fmla="*/ 37601 w 37600"/>
                    <a:gd name="connsiteY5" fmla="*/ 31076 h 31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600" h="31076">
                      <a:moveTo>
                        <a:pt x="37601" y="31076"/>
                      </a:moveTo>
                      <a:cubicBezTo>
                        <a:pt x="34852" y="23761"/>
                        <a:pt x="29621" y="17466"/>
                        <a:pt x="22972" y="13344"/>
                      </a:cubicBezTo>
                      <a:cubicBezTo>
                        <a:pt x="18317" y="10418"/>
                        <a:pt x="4264" y="8201"/>
                        <a:pt x="7633" y="0"/>
                      </a:cubicBezTo>
                      <a:cubicBezTo>
                        <a:pt x="5195" y="399"/>
                        <a:pt x="-612" y="3724"/>
                        <a:pt x="53" y="7048"/>
                      </a:cubicBezTo>
                      <a:cubicBezTo>
                        <a:pt x="762" y="10506"/>
                        <a:pt x="10293" y="11216"/>
                        <a:pt x="13352" y="12324"/>
                      </a:cubicBezTo>
                      <a:cubicBezTo>
                        <a:pt x="21642" y="15427"/>
                        <a:pt x="34276" y="22121"/>
                        <a:pt x="37601" y="3107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31" name="Forme libre : forme 18530">
                  <a:extLst>
                    <a:ext uri="{FF2B5EF4-FFF2-40B4-BE49-F238E27FC236}">
                      <a16:creationId xmlns:a16="http://schemas.microsoft.com/office/drawing/2014/main" id="{EBFAA56A-7099-4A0B-ADCB-8793C2F3ABF1}"/>
                    </a:ext>
                  </a:extLst>
                </p:cNvPr>
                <p:cNvSpPr/>
                <p:nvPr/>
              </p:nvSpPr>
              <p:spPr>
                <a:xfrm>
                  <a:off x="4513606" y="6291184"/>
                  <a:ext cx="46104" cy="47418"/>
                </a:xfrm>
                <a:custGeom>
                  <a:avLst/>
                  <a:gdLst>
                    <a:gd name="connsiteX0" fmla="*/ 36617 w 46104"/>
                    <a:gd name="connsiteY0" fmla="*/ 17422 h 47418"/>
                    <a:gd name="connsiteX1" fmla="*/ 24116 w 46104"/>
                    <a:gd name="connsiteY1" fmla="*/ 33071 h 47418"/>
                    <a:gd name="connsiteX2" fmla="*/ 13565 w 46104"/>
                    <a:gd name="connsiteY2" fmla="*/ 42735 h 47418"/>
                    <a:gd name="connsiteX3" fmla="*/ 0 w 46104"/>
                    <a:gd name="connsiteY3" fmla="*/ 46281 h 47418"/>
                    <a:gd name="connsiteX4" fmla="*/ 23806 w 46104"/>
                    <a:gd name="connsiteY4" fmla="*/ 41316 h 47418"/>
                    <a:gd name="connsiteX5" fmla="*/ 34312 w 46104"/>
                    <a:gd name="connsiteY5" fmla="*/ 34800 h 47418"/>
                    <a:gd name="connsiteX6" fmla="*/ 46104 w 46104"/>
                    <a:gd name="connsiteY6" fmla="*/ 40208 h 47418"/>
                    <a:gd name="connsiteX7" fmla="*/ 39056 w 46104"/>
                    <a:gd name="connsiteY7" fmla="*/ 29790 h 47418"/>
                    <a:gd name="connsiteX8" fmla="*/ 40696 w 46104"/>
                    <a:gd name="connsiteY8" fmla="*/ 20303 h 47418"/>
                    <a:gd name="connsiteX9" fmla="*/ 42735 w 46104"/>
                    <a:gd name="connsiteY9" fmla="*/ 0 h 47418"/>
                    <a:gd name="connsiteX10" fmla="*/ 40740 w 46104"/>
                    <a:gd name="connsiteY10" fmla="*/ 7625 h 47418"/>
                    <a:gd name="connsiteX11" fmla="*/ 36617 w 46104"/>
                    <a:gd name="connsiteY11" fmla="*/ 17422 h 47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6104" h="47418">
                      <a:moveTo>
                        <a:pt x="36617" y="17422"/>
                      </a:moveTo>
                      <a:cubicBezTo>
                        <a:pt x="33204" y="23185"/>
                        <a:pt x="28638" y="28150"/>
                        <a:pt x="24116" y="33071"/>
                      </a:cubicBezTo>
                      <a:cubicBezTo>
                        <a:pt x="20880" y="36573"/>
                        <a:pt x="17599" y="40119"/>
                        <a:pt x="13565" y="42735"/>
                      </a:cubicBezTo>
                      <a:cubicBezTo>
                        <a:pt x="9576" y="45350"/>
                        <a:pt x="4743" y="46991"/>
                        <a:pt x="0" y="46281"/>
                      </a:cubicBezTo>
                      <a:cubicBezTo>
                        <a:pt x="8068" y="48897"/>
                        <a:pt x="17466" y="46902"/>
                        <a:pt x="23806" y="41316"/>
                      </a:cubicBezTo>
                      <a:cubicBezTo>
                        <a:pt x="26998" y="38523"/>
                        <a:pt x="30056" y="34622"/>
                        <a:pt x="34312" y="34800"/>
                      </a:cubicBezTo>
                      <a:cubicBezTo>
                        <a:pt x="38701" y="34977"/>
                        <a:pt x="41760" y="39587"/>
                        <a:pt x="46104" y="40208"/>
                      </a:cubicBezTo>
                      <a:cubicBezTo>
                        <a:pt x="42159" y="38302"/>
                        <a:pt x="39366" y="34179"/>
                        <a:pt x="39056" y="29790"/>
                      </a:cubicBezTo>
                      <a:cubicBezTo>
                        <a:pt x="38834" y="26554"/>
                        <a:pt x="39898" y="23407"/>
                        <a:pt x="40696" y="20303"/>
                      </a:cubicBezTo>
                      <a:cubicBezTo>
                        <a:pt x="42292" y="14141"/>
                        <a:pt x="43932" y="6295"/>
                        <a:pt x="42735" y="0"/>
                      </a:cubicBezTo>
                      <a:cubicBezTo>
                        <a:pt x="41050" y="2039"/>
                        <a:pt x="41361" y="5143"/>
                        <a:pt x="40740" y="7625"/>
                      </a:cubicBezTo>
                      <a:cubicBezTo>
                        <a:pt x="39898" y="11083"/>
                        <a:pt x="38435" y="14363"/>
                        <a:pt x="36617" y="1742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32" name="Forme libre : forme 18531">
                  <a:extLst>
                    <a:ext uri="{FF2B5EF4-FFF2-40B4-BE49-F238E27FC236}">
                      <a16:creationId xmlns:a16="http://schemas.microsoft.com/office/drawing/2014/main" id="{B7C69A6E-67CE-4C6B-9022-152DBA1F3CF9}"/>
                    </a:ext>
                  </a:extLst>
                </p:cNvPr>
                <p:cNvSpPr/>
                <p:nvPr/>
              </p:nvSpPr>
              <p:spPr>
                <a:xfrm>
                  <a:off x="4428712" y="6301690"/>
                  <a:ext cx="19461" cy="29834"/>
                </a:xfrm>
                <a:custGeom>
                  <a:avLst/>
                  <a:gdLst>
                    <a:gd name="connsiteX0" fmla="*/ 4211 w 19461"/>
                    <a:gd name="connsiteY0" fmla="*/ 15250 h 29834"/>
                    <a:gd name="connsiteX1" fmla="*/ 5275 w 19461"/>
                    <a:gd name="connsiteY1" fmla="*/ 9531 h 29834"/>
                    <a:gd name="connsiteX2" fmla="*/ 4256 w 19461"/>
                    <a:gd name="connsiteY2" fmla="*/ 0 h 29834"/>
                    <a:gd name="connsiteX3" fmla="*/ 5453 w 19461"/>
                    <a:gd name="connsiteY3" fmla="*/ 13920 h 29834"/>
                    <a:gd name="connsiteX4" fmla="*/ 7226 w 19461"/>
                    <a:gd name="connsiteY4" fmla="*/ 19106 h 29834"/>
                    <a:gd name="connsiteX5" fmla="*/ 19461 w 19461"/>
                    <a:gd name="connsiteY5" fmla="*/ 29835 h 29834"/>
                    <a:gd name="connsiteX6" fmla="*/ 6694 w 19461"/>
                    <a:gd name="connsiteY6" fmla="*/ 23096 h 29834"/>
                    <a:gd name="connsiteX7" fmla="*/ 0 w 19461"/>
                    <a:gd name="connsiteY7" fmla="*/ 27929 h 29834"/>
                    <a:gd name="connsiteX8" fmla="*/ 4211 w 19461"/>
                    <a:gd name="connsiteY8" fmla="*/ 15250 h 29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461" h="29834">
                      <a:moveTo>
                        <a:pt x="4211" y="15250"/>
                      </a:moveTo>
                      <a:cubicBezTo>
                        <a:pt x="4743" y="13388"/>
                        <a:pt x="5231" y="11482"/>
                        <a:pt x="5275" y="9531"/>
                      </a:cubicBezTo>
                      <a:cubicBezTo>
                        <a:pt x="5275" y="6339"/>
                        <a:pt x="3901" y="3192"/>
                        <a:pt x="4256" y="0"/>
                      </a:cubicBezTo>
                      <a:cubicBezTo>
                        <a:pt x="3236" y="4566"/>
                        <a:pt x="4256" y="9354"/>
                        <a:pt x="5453" y="13920"/>
                      </a:cubicBezTo>
                      <a:cubicBezTo>
                        <a:pt x="5896" y="15693"/>
                        <a:pt x="6428" y="17466"/>
                        <a:pt x="7226" y="19106"/>
                      </a:cubicBezTo>
                      <a:cubicBezTo>
                        <a:pt x="9664" y="24028"/>
                        <a:pt x="14674" y="27086"/>
                        <a:pt x="19461" y="29835"/>
                      </a:cubicBezTo>
                      <a:cubicBezTo>
                        <a:pt x="14541" y="29391"/>
                        <a:pt x="9841" y="26909"/>
                        <a:pt x="6694" y="23096"/>
                      </a:cubicBezTo>
                      <a:cubicBezTo>
                        <a:pt x="4743" y="24560"/>
                        <a:pt x="2394" y="27751"/>
                        <a:pt x="0" y="27929"/>
                      </a:cubicBezTo>
                      <a:cubicBezTo>
                        <a:pt x="1596" y="23761"/>
                        <a:pt x="3015" y="19594"/>
                        <a:pt x="4211" y="1525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33" name="Forme libre : forme 18532">
                  <a:extLst>
                    <a:ext uri="{FF2B5EF4-FFF2-40B4-BE49-F238E27FC236}">
                      <a16:creationId xmlns:a16="http://schemas.microsoft.com/office/drawing/2014/main" id="{BB37CB8E-174E-4673-BB15-1B136A6AB389}"/>
                    </a:ext>
                  </a:extLst>
                </p:cNvPr>
                <p:cNvSpPr/>
                <p:nvPr/>
              </p:nvSpPr>
              <p:spPr>
                <a:xfrm>
                  <a:off x="4309141" y="6401435"/>
                  <a:ext cx="54227" cy="49960"/>
                </a:xfrm>
                <a:custGeom>
                  <a:avLst/>
                  <a:gdLst>
                    <a:gd name="connsiteX0" fmla="*/ 19561 w 54227"/>
                    <a:gd name="connsiteY0" fmla="*/ 2793 h 49960"/>
                    <a:gd name="connsiteX1" fmla="*/ 38268 w 54227"/>
                    <a:gd name="connsiteY1" fmla="*/ 16580 h 49960"/>
                    <a:gd name="connsiteX2" fmla="*/ 36008 w 54227"/>
                    <a:gd name="connsiteY2" fmla="*/ 35908 h 49960"/>
                    <a:gd name="connsiteX3" fmla="*/ 21866 w 54227"/>
                    <a:gd name="connsiteY3" fmla="*/ 49961 h 49960"/>
                    <a:gd name="connsiteX4" fmla="*/ 37249 w 54227"/>
                    <a:gd name="connsiteY4" fmla="*/ 37991 h 49960"/>
                    <a:gd name="connsiteX5" fmla="*/ 43987 w 54227"/>
                    <a:gd name="connsiteY5" fmla="*/ 28593 h 49960"/>
                    <a:gd name="connsiteX6" fmla="*/ 54228 w 54227"/>
                    <a:gd name="connsiteY6" fmla="*/ 24249 h 49960"/>
                    <a:gd name="connsiteX7" fmla="*/ 48686 w 54227"/>
                    <a:gd name="connsiteY7" fmla="*/ 22919 h 49960"/>
                    <a:gd name="connsiteX8" fmla="*/ 41815 w 54227"/>
                    <a:gd name="connsiteY8" fmla="*/ 13654 h 49960"/>
                    <a:gd name="connsiteX9" fmla="*/ 29447 w 54227"/>
                    <a:gd name="connsiteY9" fmla="*/ 3236 h 49960"/>
                    <a:gd name="connsiteX10" fmla="*/ 13177 w 54227"/>
                    <a:gd name="connsiteY10" fmla="*/ 310 h 49960"/>
                    <a:gd name="connsiteX11" fmla="*/ 11 w 54227"/>
                    <a:gd name="connsiteY11" fmla="*/ 3590 h 49960"/>
                    <a:gd name="connsiteX12" fmla="*/ 19561 w 54227"/>
                    <a:gd name="connsiteY12" fmla="*/ 2793 h 49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227" h="49960">
                      <a:moveTo>
                        <a:pt x="19561" y="2793"/>
                      </a:moveTo>
                      <a:cubicBezTo>
                        <a:pt x="27540" y="4167"/>
                        <a:pt x="35343" y="8999"/>
                        <a:pt x="38268" y="16580"/>
                      </a:cubicBezTo>
                      <a:cubicBezTo>
                        <a:pt x="40662" y="22830"/>
                        <a:pt x="39377" y="30101"/>
                        <a:pt x="36008" y="35908"/>
                      </a:cubicBezTo>
                      <a:cubicBezTo>
                        <a:pt x="32638" y="41715"/>
                        <a:pt x="27452" y="46237"/>
                        <a:pt x="21866" y="49961"/>
                      </a:cubicBezTo>
                      <a:cubicBezTo>
                        <a:pt x="27939" y="47478"/>
                        <a:pt x="33303" y="43267"/>
                        <a:pt x="37249" y="37991"/>
                      </a:cubicBezTo>
                      <a:cubicBezTo>
                        <a:pt x="39554" y="34888"/>
                        <a:pt x="41372" y="31430"/>
                        <a:pt x="43987" y="28593"/>
                      </a:cubicBezTo>
                      <a:cubicBezTo>
                        <a:pt x="46603" y="25800"/>
                        <a:pt x="50415" y="23628"/>
                        <a:pt x="54228" y="24249"/>
                      </a:cubicBezTo>
                      <a:cubicBezTo>
                        <a:pt x="53119" y="22609"/>
                        <a:pt x="50637" y="23318"/>
                        <a:pt x="48686" y="22919"/>
                      </a:cubicBezTo>
                      <a:cubicBezTo>
                        <a:pt x="44741" y="22165"/>
                        <a:pt x="43588" y="17245"/>
                        <a:pt x="41815" y="13654"/>
                      </a:cubicBezTo>
                      <a:cubicBezTo>
                        <a:pt x="39421" y="8689"/>
                        <a:pt x="34633" y="5187"/>
                        <a:pt x="29447" y="3236"/>
                      </a:cubicBezTo>
                      <a:cubicBezTo>
                        <a:pt x="24260" y="1286"/>
                        <a:pt x="18719" y="754"/>
                        <a:pt x="13177" y="310"/>
                      </a:cubicBezTo>
                      <a:cubicBezTo>
                        <a:pt x="10340" y="89"/>
                        <a:pt x="-388" y="-1153"/>
                        <a:pt x="11" y="3590"/>
                      </a:cubicBezTo>
                      <a:cubicBezTo>
                        <a:pt x="6483" y="3945"/>
                        <a:pt x="12822" y="1596"/>
                        <a:pt x="19561" y="279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34" name="Forme libre : forme 18533">
                  <a:extLst>
                    <a:ext uri="{FF2B5EF4-FFF2-40B4-BE49-F238E27FC236}">
                      <a16:creationId xmlns:a16="http://schemas.microsoft.com/office/drawing/2014/main" id="{193AE5D7-A501-433B-959F-C88E73C00229}"/>
                    </a:ext>
                  </a:extLst>
                </p:cNvPr>
                <p:cNvSpPr/>
                <p:nvPr/>
              </p:nvSpPr>
              <p:spPr>
                <a:xfrm>
                  <a:off x="4362349" y="6352449"/>
                  <a:ext cx="24470" cy="47212"/>
                </a:xfrm>
                <a:custGeom>
                  <a:avLst/>
                  <a:gdLst>
                    <a:gd name="connsiteX0" fmla="*/ 1552 w 24470"/>
                    <a:gd name="connsiteY0" fmla="*/ 0 h 47212"/>
                    <a:gd name="connsiteX1" fmla="*/ 12767 w 24470"/>
                    <a:gd name="connsiteY1" fmla="*/ 14541 h 47212"/>
                    <a:gd name="connsiteX2" fmla="*/ 7137 w 24470"/>
                    <a:gd name="connsiteY2" fmla="*/ 39721 h 47212"/>
                    <a:gd name="connsiteX3" fmla="*/ 0 w 24470"/>
                    <a:gd name="connsiteY3" fmla="*/ 47213 h 47212"/>
                    <a:gd name="connsiteX4" fmla="*/ 15782 w 24470"/>
                    <a:gd name="connsiteY4" fmla="*/ 23850 h 47212"/>
                    <a:gd name="connsiteX5" fmla="*/ 16668 w 24470"/>
                    <a:gd name="connsiteY5" fmla="*/ 12324 h 47212"/>
                    <a:gd name="connsiteX6" fmla="*/ 24471 w 24470"/>
                    <a:gd name="connsiteY6" fmla="*/ 5009 h 47212"/>
                    <a:gd name="connsiteX7" fmla="*/ 12457 w 24470"/>
                    <a:gd name="connsiteY7" fmla="*/ 3724 h 47212"/>
                    <a:gd name="connsiteX8" fmla="*/ 7270 w 24470"/>
                    <a:gd name="connsiteY8" fmla="*/ 5143 h 4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470" h="47212">
                      <a:moveTo>
                        <a:pt x="1552" y="0"/>
                      </a:moveTo>
                      <a:cubicBezTo>
                        <a:pt x="7093" y="2970"/>
                        <a:pt x="11304" y="8423"/>
                        <a:pt x="12767" y="14541"/>
                      </a:cubicBezTo>
                      <a:cubicBezTo>
                        <a:pt x="14851" y="23141"/>
                        <a:pt x="11703" y="32140"/>
                        <a:pt x="7137" y="39721"/>
                      </a:cubicBezTo>
                      <a:cubicBezTo>
                        <a:pt x="5320" y="42735"/>
                        <a:pt x="3147" y="45705"/>
                        <a:pt x="0" y="47213"/>
                      </a:cubicBezTo>
                      <a:cubicBezTo>
                        <a:pt x="8157" y="41937"/>
                        <a:pt x="14762" y="33514"/>
                        <a:pt x="15782" y="23850"/>
                      </a:cubicBezTo>
                      <a:cubicBezTo>
                        <a:pt x="16181" y="19993"/>
                        <a:pt x="15693" y="16092"/>
                        <a:pt x="16668" y="12324"/>
                      </a:cubicBezTo>
                      <a:cubicBezTo>
                        <a:pt x="17599" y="8600"/>
                        <a:pt x="20614" y="4921"/>
                        <a:pt x="24471" y="5009"/>
                      </a:cubicBezTo>
                      <a:cubicBezTo>
                        <a:pt x="20481" y="4566"/>
                        <a:pt x="16447" y="4167"/>
                        <a:pt x="12457" y="3724"/>
                      </a:cubicBezTo>
                      <a:cubicBezTo>
                        <a:pt x="10551" y="3502"/>
                        <a:pt x="8246" y="3502"/>
                        <a:pt x="7270" y="5143"/>
                      </a:cubicBezTo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35" name="Forme libre : forme 18534">
                  <a:extLst>
                    <a:ext uri="{FF2B5EF4-FFF2-40B4-BE49-F238E27FC236}">
                      <a16:creationId xmlns:a16="http://schemas.microsoft.com/office/drawing/2014/main" id="{2A75E7BF-0BE4-4EDC-9A51-3E15FB9D6151}"/>
                    </a:ext>
                  </a:extLst>
                </p:cNvPr>
                <p:cNvSpPr/>
                <p:nvPr/>
              </p:nvSpPr>
              <p:spPr>
                <a:xfrm>
                  <a:off x="4224523" y="6244131"/>
                  <a:ext cx="86674" cy="100338"/>
                </a:xfrm>
                <a:custGeom>
                  <a:avLst/>
                  <a:gdLst>
                    <a:gd name="connsiteX0" fmla="*/ 7227 w 86674"/>
                    <a:gd name="connsiteY0" fmla="*/ 17706 h 100338"/>
                    <a:gd name="connsiteX1" fmla="*/ 1 w 86674"/>
                    <a:gd name="connsiteY1" fmla="*/ 44526 h 100338"/>
                    <a:gd name="connsiteX2" fmla="*/ 6296 w 86674"/>
                    <a:gd name="connsiteY2" fmla="*/ 71745 h 100338"/>
                    <a:gd name="connsiteX3" fmla="*/ 12901 w 86674"/>
                    <a:gd name="connsiteY3" fmla="*/ 82606 h 100338"/>
                    <a:gd name="connsiteX4" fmla="*/ 23141 w 86674"/>
                    <a:gd name="connsiteY4" fmla="*/ 91162 h 100338"/>
                    <a:gd name="connsiteX5" fmla="*/ 41051 w 86674"/>
                    <a:gd name="connsiteY5" fmla="*/ 99186 h 100338"/>
                    <a:gd name="connsiteX6" fmla="*/ 57764 w 86674"/>
                    <a:gd name="connsiteY6" fmla="*/ 100339 h 100338"/>
                    <a:gd name="connsiteX7" fmla="*/ 75009 w 86674"/>
                    <a:gd name="connsiteY7" fmla="*/ 98388 h 100338"/>
                    <a:gd name="connsiteX8" fmla="*/ 83077 w 86674"/>
                    <a:gd name="connsiteY8" fmla="*/ 93467 h 100338"/>
                    <a:gd name="connsiteX9" fmla="*/ 86623 w 86674"/>
                    <a:gd name="connsiteY9" fmla="*/ 83936 h 100338"/>
                    <a:gd name="connsiteX10" fmla="*/ 79309 w 86674"/>
                    <a:gd name="connsiteY10" fmla="*/ 73341 h 100338"/>
                    <a:gd name="connsiteX11" fmla="*/ 67650 w 86674"/>
                    <a:gd name="connsiteY11" fmla="*/ 66957 h 100338"/>
                    <a:gd name="connsiteX12" fmla="*/ 57631 w 86674"/>
                    <a:gd name="connsiteY12" fmla="*/ 57515 h 100338"/>
                    <a:gd name="connsiteX13" fmla="*/ 52223 w 86674"/>
                    <a:gd name="connsiteY13" fmla="*/ 37300 h 100338"/>
                    <a:gd name="connsiteX14" fmla="*/ 48011 w 86674"/>
                    <a:gd name="connsiteY14" fmla="*/ 8706 h 100338"/>
                    <a:gd name="connsiteX15" fmla="*/ 27264 w 86674"/>
                    <a:gd name="connsiteY15" fmla="*/ 461 h 100338"/>
                    <a:gd name="connsiteX16" fmla="*/ 7227 w 86674"/>
                    <a:gd name="connsiteY16" fmla="*/ 17706 h 100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6674" h="100338">
                      <a:moveTo>
                        <a:pt x="7227" y="17706"/>
                      </a:moveTo>
                      <a:cubicBezTo>
                        <a:pt x="2262" y="25685"/>
                        <a:pt x="-44" y="35128"/>
                        <a:pt x="1" y="44526"/>
                      </a:cubicBezTo>
                      <a:cubicBezTo>
                        <a:pt x="45" y="53924"/>
                        <a:pt x="2439" y="63189"/>
                        <a:pt x="6296" y="71745"/>
                      </a:cubicBezTo>
                      <a:cubicBezTo>
                        <a:pt x="8069" y="75602"/>
                        <a:pt x="10152" y="79370"/>
                        <a:pt x="12901" y="82606"/>
                      </a:cubicBezTo>
                      <a:cubicBezTo>
                        <a:pt x="15827" y="86020"/>
                        <a:pt x="19418" y="88724"/>
                        <a:pt x="23141" y="91162"/>
                      </a:cubicBezTo>
                      <a:cubicBezTo>
                        <a:pt x="28638" y="94753"/>
                        <a:pt x="34623" y="97812"/>
                        <a:pt x="41051" y="99186"/>
                      </a:cubicBezTo>
                      <a:cubicBezTo>
                        <a:pt x="46504" y="100383"/>
                        <a:pt x="52178" y="100339"/>
                        <a:pt x="57764" y="100339"/>
                      </a:cubicBezTo>
                      <a:cubicBezTo>
                        <a:pt x="63571" y="100294"/>
                        <a:pt x="69512" y="100250"/>
                        <a:pt x="75009" y="98388"/>
                      </a:cubicBezTo>
                      <a:cubicBezTo>
                        <a:pt x="78023" y="97368"/>
                        <a:pt x="80905" y="95773"/>
                        <a:pt x="83077" y="93467"/>
                      </a:cubicBezTo>
                      <a:cubicBezTo>
                        <a:pt x="85471" y="90941"/>
                        <a:pt x="86978" y="87438"/>
                        <a:pt x="86623" y="83936"/>
                      </a:cubicBezTo>
                      <a:cubicBezTo>
                        <a:pt x="86180" y="79503"/>
                        <a:pt x="82988" y="75824"/>
                        <a:pt x="79309" y="73341"/>
                      </a:cubicBezTo>
                      <a:cubicBezTo>
                        <a:pt x="75629" y="70859"/>
                        <a:pt x="71462" y="69218"/>
                        <a:pt x="67650" y="66957"/>
                      </a:cubicBezTo>
                      <a:cubicBezTo>
                        <a:pt x="63704" y="64563"/>
                        <a:pt x="60158" y="61372"/>
                        <a:pt x="57631" y="57515"/>
                      </a:cubicBezTo>
                      <a:cubicBezTo>
                        <a:pt x="53774" y="51575"/>
                        <a:pt x="52444" y="44349"/>
                        <a:pt x="52223" y="37300"/>
                      </a:cubicBezTo>
                      <a:cubicBezTo>
                        <a:pt x="51957" y="27503"/>
                        <a:pt x="53464" y="16819"/>
                        <a:pt x="48011" y="8706"/>
                      </a:cubicBezTo>
                      <a:cubicBezTo>
                        <a:pt x="43755" y="2367"/>
                        <a:pt x="34756" y="-1357"/>
                        <a:pt x="27264" y="461"/>
                      </a:cubicBezTo>
                      <a:cubicBezTo>
                        <a:pt x="19240" y="2367"/>
                        <a:pt x="11349" y="11012"/>
                        <a:pt x="7227" y="1770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36" name="Forme libre : forme 18535">
                  <a:extLst>
                    <a:ext uri="{FF2B5EF4-FFF2-40B4-BE49-F238E27FC236}">
                      <a16:creationId xmlns:a16="http://schemas.microsoft.com/office/drawing/2014/main" id="{2A5B4DC3-B466-4530-ACA2-24E7EDD8987A}"/>
                    </a:ext>
                  </a:extLst>
                </p:cNvPr>
                <p:cNvSpPr/>
                <p:nvPr/>
              </p:nvSpPr>
              <p:spPr>
                <a:xfrm>
                  <a:off x="4205767" y="6359557"/>
                  <a:ext cx="50547" cy="68919"/>
                </a:xfrm>
                <a:custGeom>
                  <a:avLst/>
                  <a:gdLst>
                    <a:gd name="connsiteX0" fmla="*/ 7985 w 50547"/>
                    <a:gd name="connsiteY0" fmla="*/ 12752 h 68919"/>
                    <a:gd name="connsiteX1" fmla="*/ 1424 w 50547"/>
                    <a:gd name="connsiteY1" fmla="*/ 24899 h 68919"/>
                    <a:gd name="connsiteX2" fmla="*/ 5 w 50547"/>
                    <a:gd name="connsiteY2" fmla="*/ 37755 h 68919"/>
                    <a:gd name="connsiteX3" fmla="*/ 1778 w 50547"/>
                    <a:gd name="connsiteY3" fmla="*/ 49990 h 68919"/>
                    <a:gd name="connsiteX4" fmla="*/ 16718 w 50547"/>
                    <a:gd name="connsiteY4" fmla="*/ 65018 h 68919"/>
                    <a:gd name="connsiteX5" fmla="*/ 37997 w 50547"/>
                    <a:gd name="connsiteY5" fmla="*/ 68919 h 68919"/>
                    <a:gd name="connsiteX6" fmla="*/ 42519 w 50547"/>
                    <a:gd name="connsiteY6" fmla="*/ 68343 h 68919"/>
                    <a:gd name="connsiteX7" fmla="*/ 46774 w 50547"/>
                    <a:gd name="connsiteY7" fmla="*/ 64841 h 68919"/>
                    <a:gd name="connsiteX8" fmla="*/ 50409 w 50547"/>
                    <a:gd name="connsiteY8" fmla="*/ 58457 h 68919"/>
                    <a:gd name="connsiteX9" fmla="*/ 48282 w 50547"/>
                    <a:gd name="connsiteY9" fmla="*/ 50168 h 68919"/>
                    <a:gd name="connsiteX10" fmla="*/ 42740 w 50547"/>
                    <a:gd name="connsiteY10" fmla="*/ 43340 h 68919"/>
                    <a:gd name="connsiteX11" fmla="*/ 35027 w 50547"/>
                    <a:gd name="connsiteY11" fmla="*/ 11023 h 68919"/>
                    <a:gd name="connsiteX12" fmla="*/ 25850 w 50547"/>
                    <a:gd name="connsiteY12" fmla="*/ 340 h 68919"/>
                    <a:gd name="connsiteX13" fmla="*/ 7985 w 50547"/>
                    <a:gd name="connsiteY13" fmla="*/ 12752 h 68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547" h="68919">
                      <a:moveTo>
                        <a:pt x="7985" y="12752"/>
                      </a:moveTo>
                      <a:cubicBezTo>
                        <a:pt x="5192" y="16432"/>
                        <a:pt x="2709" y="20466"/>
                        <a:pt x="1424" y="24899"/>
                      </a:cubicBezTo>
                      <a:cubicBezTo>
                        <a:pt x="182" y="29066"/>
                        <a:pt x="-39" y="33455"/>
                        <a:pt x="5" y="37755"/>
                      </a:cubicBezTo>
                      <a:cubicBezTo>
                        <a:pt x="50" y="41878"/>
                        <a:pt x="360" y="46089"/>
                        <a:pt x="1778" y="49990"/>
                      </a:cubicBezTo>
                      <a:cubicBezTo>
                        <a:pt x="4261" y="56817"/>
                        <a:pt x="10113" y="62048"/>
                        <a:pt x="16718" y="65018"/>
                      </a:cubicBezTo>
                      <a:cubicBezTo>
                        <a:pt x="23323" y="67989"/>
                        <a:pt x="30727" y="68875"/>
                        <a:pt x="37997" y="68919"/>
                      </a:cubicBezTo>
                      <a:cubicBezTo>
                        <a:pt x="39504" y="68919"/>
                        <a:pt x="41100" y="68875"/>
                        <a:pt x="42519" y="68343"/>
                      </a:cubicBezTo>
                      <a:cubicBezTo>
                        <a:pt x="44247" y="67634"/>
                        <a:pt x="45577" y="66260"/>
                        <a:pt x="46774" y="64841"/>
                      </a:cubicBezTo>
                      <a:cubicBezTo>
                        <a:pt x="48370" y="62979"/>
                        <a:pt x="49922" y="60896"/>
                        <a:pt x="50409" y="58457"/>
                      </a:cubicBezTo>
                      <a:cubicBezTo>
                        <a:pt x="50941" y="55576"/>
                        <a:pt x="49878" y="52606"/>
                        <a:pt x="48282" y="50168"/>
                      </a:cubicBezTo>
                      <a:cubicBezTo>
                        <a:pt x="46686" y="47729"/>
                        <a:pt x="44558" y="45646"/>
                        <a:pt x="42740" y="43340"/>
                      </a:cubicBezTo>
                      <a:cubicBezTo>
                        <a:pt x="35559" y="34430"/>
                        <a:pt x="32633" y="22194"/>
                        <a:pt x="35027" y="11023"/>
                      </a:cubicBezTo>
                      <a:cubicBezTo>
                        <a:pt x="36667" y="3398"/>
                        <a:pt x="33608" y="-1345"/>
                        <a:pt x="25850" y="340"/>
                      </a:cubicBezTo>
                      <a:cubicBezTo>
                        <a:pt x="18403" y="1891"/>
                        <a:pt x="12551" y="6767"/>
                        <a:pt x="7985" y="1275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37" name="Forme libre : forme 18536">
                  <a:extLst>
                    <a:ext uri="{FF2B5EF4-FFF2-40B4-BE49-F238E27FC236}">
                      <a16:creationId xmlns:a16="http://schemas.microsoft.com/office/drawing/2014/main" id="{180B4070-F9D2-43CF-B76D-2E5DA14E8F57}"/>
                    </a:ext>
                  </a:extLst>
                </p:cNvPr>
                <p:cNvSpPr/>
                <p:nvPr/>
              </p:nvSpPr>
              <p:spPr>
                <a:xfrm>
                  <a:off x="4346959" y="6260929"/>
                  <a:ext cx="54103" cy="83571"/>
                </a:xfrm>
                <a:custGeom>
                  <a:avLst/>
                  <a:gdLst>
                    <a:gd name="connsiteX0" fmla="*/ 9538 w 54103"/>
                    <a:gd name="connsiteY0" fmla="*/ 13631 h 83571"/>
                    <a:gd name="connsiteX1" fmla="*/ 627 w 54103"/>
                    <a:gd name="connsiteY1" fmla="*/ 50470 h 83571"/>
                    <a:gd name="connsiteX2" fmla="*/ 22793 w 54103"/>
                    <a:gd name="connsiteY2" fmla="*/ 80615 h 83571"/>
                    <a:gd name="connsiteX3" fmla="*/ 36624 w 54103"/>
                    <a:gd name="connsiteY3" fmla="*/ 83497 h 83571"/>
                    <a:gd name="connsiteX4" fmla="*/ 48992 w 54103"/>
                    <a:gd name="connsiteY4" fmla="*/ 77113 h 83571"/>
                    <a:gd name="connsiteX5" fmla="*/ 53470 w 54103"/>
                    <a:gd name="connsiteY5" fmla="*/ 64213 h 83571"/>
                    <a:gd name="connsiteX6" fmla="*/ 53292 w 54103"/>
                    <a:gd name="connsiteY6" fmla="*/ 54150 h 83571"/>
                    <a:gd name="connsiteX7" fmla="*/ 48283 w 54103"/>
                    <a:gd name="connsiteY7" fmla="*/ 48076 h 83571"/>
                    <a:gd name="connsiteX8" fmla="*/ 39328 w 54103"/>
                    <a:gd name="connsiteY8" fmla="*/ 39963 h 83571"/>
                    <a:gd name="connsiteX9" fmla="*/ 35028 w 54103"/>
                    <a:gd name="connsiteY9" fmla="*/ 34644 h 83571"/>
                    <a:gd name="connsiteX10" fmla="*/ 34407 w 54103"/>
                    <a:gd name="connsiteY10" fmla="*/ 29236 h 83571"/>
                    <a:gd name="connsiteX11" fmla="*/ 36757 w 54103"/>
                    <a:gd name="connsiteY11" fmla="*/ 11237 h 83571"/>
                    <a:gd name="connsiteX12" fmla="*/ 33166 w 54103"/>
                    <a:gd name="connsiteY12" fmla="*/ 287 h 83571"/>
                    <a:gd name="connsiteX13" fmla="*/ 21551 w 54103"/>
                    <a:gd name="connsiteY13" fmla="*/ 3036 h 83571"/>
                    <a:gd name="connsiteX14" fmla="*/ 9538 w 54103"/>
                    <a:gd name="connsiteY14" fmla="*/ 13631 h 83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4103" h="83571">
                      <a:moveTo>
                        <a:pt x="9538" y="13631"/>
                      </a:moveTo>
                      <a:cubicBezTo>
                        <a:pt x="2046" y="24226"/>
                        <a:pt x="-1545" y="37703"/>
                        <a:pt x="627" y="50470"/>
                      </a:cubicBezTo>
                      <a:cubicBezTo>
                        <a:pt x="2844" y="63237"/>
                        <a:pt x="11089" y="75074"/>
                        <a:pt x="22793" y="80615"/>
                      </a:cubicBezTo>
                      <a:cubicBezTo>
                        <a:pt x="27093" y="82654"/>
                        <a:pt x="31880" y="83896"/>
                        <a:pt x="36624" y="83497"/>
                      </a:cubicBezTo>
                      <a:cubicBezTo>
                        <a:pt x="41367" y="83098"/>
                        <a:pt x="46066" y="80881"/>
                        <a:pt x="48992" y="77113"/>
                      </a:cubicBezTo>
                      <a:cubicBezTo>
                        <a:pt x="51785" y="73478"/>
                        <a:pt x="52672" y="68734"/>
                        <a:pt x="53470" y="64213"/>
                      </a:cubicBezTo>
                      <a:cubicBezTo>
                        <a:pt x="54046" y="60844"/>
                        <a:pt x="54622" y="57297"/>
                        <a:pt x="53292" y="54150"/>
                      </a:cubicBezTo>
                      <a:cubicBezTo>
                        <a:pt x="52273" y="51711"/>
                        <a:pt x="50233" y="49850"/>
                        <a:pt x="48283" y="48076"/>
                      </a:cubicBezTo>
                      <a:cubicBezTo>
                        <a:pt x="45313" y="45372"/>
                        <a:pt x="42298" y="42668"/>
                        <a:pt x="39328" y="39963"/>
                      </a:cubicBezTo>
                      <a:cubicBezTo>
                        <a:pt x="37643" y="38412"/>
                        <a:pt x="35870" y="36816"/>
                        <a:pt x="35028" y="34644"/>
                      </a:cubicBezTo>
                      <a:cubicBezTo>
                        <a:pt x="34363" y="32915"/>
                        <a:pt x="34363" y="31053"/>
                        <a:pt x="34407" y="29236"/>
                      </a:cubicBezTo>
                      <a:cubicBezTo>
                        <a:pt x="34629" y="23118"/>
                        <a:pt x="35560" y="17222"/>
                        <a:pt x="36757" y="11237"/>
                      </a:cubicBezTo>
                      <a:cubicBezTo>
                        <a:pt x="37555" y="7336"/>
                        <a:pt x="37909" y="1750"/>
                        <a:pt x="33166" y="287"/>
                      </a:cubicBezTo>
                      <a:cubicBezTo>
                        <a:pt x="29487" y="-821"/>
                        <a:pt x="24788" y="1529"/>
                        <a:pt x="21551" y="3036"/>
                      </a:cubicBezTo>
                      <a:cubicBezTo>
                        <a:pt x="16631" y="5430"/>
                        <a:pt x="12685" y="9154"/>
                        <a:pt x="9538" y="13631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38" name="Forme libre : forme 18537">
                  <a:extLst>
                    <a:ext uri="{FF2B5EF4-FFF2-40B4-BE49-F238E27FC236}">
                      <a16:creationId xmlns:a16="http://schemas.microsoft.com/office/drawing/2014/main" id="{DF2872A1-935D-4E25-B17F-A8CD5AF58BAA}"/>
                    </a:ext>
                  </a:extLst>
                </p:cNvPr>
                <p:cNvSpPr/>
                <p:nvPr/>
              </p:nvSpPr>
              <p:spPr>
                <a:xfrm>
                  <a:off x="4248457" y="6242271"/>
                  <a:ext cx="43051" cy="46028"/>
                </a:xfrm>
                <a:custGeom>
                  <a:avLst/>
                  <a:gdLst>
                    <a:gd name="connsiteX0" fmla="*/ 8118 w 43051"/>
                    <a:gd name="connsiteY0" fmla="*/ 9369 h 46028"/>
                    <a:gd name="connsiteX1" fmla="*/ 228 w 43051"/>
                    <a:gd name="connsiteY1" fmla="*/ 24664 h 46028"/>
                    <a:gd name="connsiteX2" fmla="*/ 2045 w 43051"/>
                    <a:gd name="connsiteY2" fmla="*/ 37342 h 46028"/>
                    <a:gd name="connsiteX3" fmla="*/ 11576 w 43051"/>
                    <a:gd name="connsiteY3" fmla="*/ 45543 h 46028"/>
                    <a:gd name="connsiteX4" fmla="*/ 26294 w 43051"/>
                    <a:gd name="connsiteY4" fmla="*/ 43061 h 46028"/>
                    <a:gd name="connsiteX5" fmla="*/ 36269 w 43051"/>
                    <a:gd name="connsiteY5" fmla="*/ 36101 h 46028"/>
                    <a:gd name="connsiteX6" fmla="*/ 41721 w 43051"/>
                    <a:gd name="connsiteY6" fmla="*/ 10389 h 46028"/>
                    <a:gd name="connsiteX7" fmla="*/ 33431 w 43051"/>
                    <a:gd name="connsiteY7" fmla="*/ 282 h 46028"/>
                    <a:gd name="connsiteX8" fmla="*/ 23413 w 43051"/>
                    <a:gd name="connsiteY8" fmla="*/ 2365 h 46028"/>
                    <a:gd name="connsiteX9" fmla="*/ 8118 w 43051"/>
                    <a:gd name="connsiteY9" fmla="*/ 9369 h 46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051" h="46028">
                      <a:moveTo>
                        <a:pt x="8118" y="9369"/>
                      </a:moveTo>
                      <a:cubicBezTo>
                        <a:pt x="3685" y="13226"/>
                        <a:pt x="981" y="18856"/>
                        <a:pt x="228" y="24664"/>
                      </a:cubicBezTo>
                      <a:cubicBezTo>
                        <a:pt x="-349" y="28964"/>
                        <a:pt x="139" y="33441"/>
                        <a:pt x="2045" y="37342"/>
                      </a:cubicBezTo>
                      <a:cubicBezTo>
                        <a:pt x="3951" y="41243"/>
                        <a:pt x="7409" y="44435"/>
                        <a:pt x="11576" y="45543"/>
                      </a:cubicBezTo>
                      <a:cubicBezTo>
                        <a:pt x="16497" y="46874"/>
                        <a:pt x="21728" y="45277"/>
                        <a:pt x="26294" y="43061"/>
                      </a:cubicBezTo>
                      <a:cubicBezTo>
                        <a:pt x="29974" y="41288"/>
                        <a:pt x="33476" y="39071"/>
                        <a:pt x="36269" y="36101"/>
                      </a:cubicBezTo>
                      <a:cubicBezTo>
                        <a:pt x="42608" y="29407"/>
                        <a:pt x="44691" y="19078"/>
                        <a:pt x="41721" y="10389"/>
                      </a:cubicBezTo>
                      <a:cubicBezTo>
                        <a:pt x="40391" y="6532"/>
                        <a:pt x="37643" y="1523"/>
                        <a:pt x="33431" y="282"/>
                      </a:cubicBezTo>
                      <a:cubicBezTo>
                        <a:pt x="30062" y="-738"/>
                        <a:pt x="26516" y="1257"/>
                        <a:pt x="23413" y="2365"/>
                      </a:cubicBezTo>
                      <a:cubicBezTo>
                        <a:pt x="18049" y="4271"/>
                        <a:pt x="12596" y="5512"/>
                        <a:pt x="8118" y="9369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39" name="Forme libre : forme 18538">
                  <a:extLst>
                    <a:ext uri="{FF2B5EF4-FFF2-40B4-BE49-F238E27FC236}">
                      <a16:creationId xmlns:a16="http://schemas.microsoft.com/office/drawing/2014/main" id="{0D44C669-8531-4F84-92D3-AF52DF8C4C79}"/>
                    </a:ext>
                  </a:extLst>
                </p:cNvPr>
                <p:cNvSpPr/>
                <p:nvPr/>
              </p:nvSpPr>
              <p:spPr>
                <a:xfrm>
                  <a:off x="4216838" y="6365395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2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8"/>
                        <a:pt x="4583" y="13563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8" y="30188"/>
                        <a:pt x="3253" y="32804"/>
                        <a:pt x="6002" y="34754"/>
                      </a:cubicBezTo>
                      <a:cubicBezTo>
                        <a:pt x="11543" y="38655"/>
                        <a:pt x="19035" y="40916"/>
                        <a:pt x="25064" y="37857"/>
                      </a:cubicBezTo>
                      <a:cubicBezTo>
                        <a:pt x="30916" y="34887"/>
                        <a:pt x="33487" y="28015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49"/>
                        <a:pt x="37078" y="4343"/>
                        <a:pt x="31758" y="1329"/>
                      </a:cubicBezTo>
                      <a:cubicBezTo>
                        <a:pt x="26039" y="-1996"/>
                        <a:pt x="18015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40" name="Forme libre : forme 18539">
                  <a:extLst>
                    <a:ext uri="{FF2B5EF4-FFF2-40B4-BE49-F238E27FC236}">
                      <a16:creationId xmlns:a16="http://schemas.microsoft.com/office/drawing/2014/main" id="{25FF7353-FE31-4CDC-865C-D7B071175F8D}"/>
                    </a:ext>
                  </a:extLst>
                </p:cNvPr>
                <p:cNvSpPr/>
                <p:nvPr/>
              </p:nvSpPr>
              <p:spPr>
                <a:xfrm>
                  <a:off x="4358834" y="6269261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49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317" y="6584"/>
                        <a:pt x="7194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8541" name="Graphique 2">
                  <a:extLst>
                    <a:ext uri="{FF2B5EF4-FFF2-40B4-BE49-F238E27FC236}">
                      <a16:creationId xmlns:a16="http://schemas.microsoft.com/office/drawing/2014/main" id="{356155BA-ECC7-499D-9059-A447592FEF41}"/>
                    </a:ext>
                  </a:extLst>
                </p:cNvPr>
                <p:cNvGrpSpPr/>
                <p:nvPr/>
              </p:nvGrpSpPr>
              <p:grpSpPr>
                <a:xfrm>
                  <a:off x="4283395" y="6250045"/>
                  <a:ext cx="29435" cy="25002"/>
                  <a:chOff x="4283395" y="6250045"/>
                  <a:chExt cx="29435" cy="25002"/>
                </a:xfrm>
                <a:solidFill>
                  <a:srgbClr val="FFFFFF"/>
                </a:solidFill>
              </p:grpSpPr>
              <p:sp>
                <p:nvSpPr>
                  <p:cNvPr id="19012" name="Forme libre : forme 19011">
                    <a:extLst>
                      <a:ext uri="{FF2B5EF4-FFF2-40B4-BE49-F238E27FC236}">
                        <a16:creationId xmlns:a16="http://schemas.microsoft.com/office/drawing/2014/main" id="{432F06A8-90C3-480C-9CFB-9A72462965B0}"/>
                      </a:ext>
                    </a:extLst>
                  </p:cNvPr>
                  <p:cNvSpPr/>
                  <p:nvPr/>
                </p:nvSpPr>
                <p:spPr>
                  <a:xfrm>
                    <a:off x="4283395" y="6250045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7 h 15072"/>
                      <a:gd name="connsiteX1" fmla="*/ 7536 w 15072"/>
                      <a:gd name="connsiteY1" fmla="*/ 15073 h 15072"/>
                      <a:gd name="connsiteX2" fmla="*/ 0 w 15072"/>
                      <a:gd name="connsiteY2" fmla="*/ 7537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7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7"/>
                        </a:moveTo>
                        <a:cubicBezTo>
                          <a:pt x="15073" y="11699"/>
                          <a:pt x="11698" y="15073"/>
                          <a:pt x="7536" y="15073"/>
                        </a:cubicBezTo>
                        <a:cubicBezTo>
                          <a:pt x="3374" y="15073"/>
                          <a:pt x="0" y="11699"/>
                          <a:pt x="0" y="7537"/>
                        </a:cubicBezTo>
                        <a:cubicBezTo>
                          <a:pt x="0" y="3375"/>
                          <a:pt x="3374" y="0"/>
                          <a:pt x="7536" y="0"/>
                        </a:cubicBezTo>
                        <a:cubicBezTo>
                          <a:pt x="11698" y="0"/>
                          <a:pt x="15073" y="3375"/>
                          <a:pt x="15073" y="75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13" name="Forme libre : forme 19012">
                    <a:extLst>
                      <a:ext uri="{FF2B5EF4-FFF2-40B4-BE49-F238E27FC236}">
                        <a16:creationId xmlns:a16="http://schemas.microsoft.com/office/drawing/2014/main" id="{BFE3C700-E957-4652-A90A-BE9BBD5867CA}"/>
                      </a:ext>
                    </a:extLst>
                  </p:cNvPr>
                  <p:cNvSpPr/>
                  <p:nvPr/>
                </p:nvSpPr>
                <p:spPr>
                  <a:xfrm>
                    <a:off x="4305117" y="6267334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542" name="Forme libre : forme 18541">
                  <a:extLst>
                    <a:ext uri="{FF2B5EF4-FFF2-40B4-BE49-F238E27FC236}">
                      <a16:creationId xmlns:a16="http://schemas.microsoft.com/office/drawing/2014/main" id="{5556A5BE-0BB8-4F77-8943-7EC806D435C7}"/>
                    </a:ext>
                  </a:extLst>
                </p:cNvPr>
                <p:cNvSpPr/>
                <p:nvPr/>
              </p:nvSpPr>
              <p:spPr>
                <a:xfrm>
                  <a:off x="4229178" y="6363887"/>
                  <a:ext cx="11082" cy="11082"/>
                </a:xfrm>
                <a:custGeom>
                  <a:avLst/>
                  <a:gdLst>
                    <a:gd name="connsiteX0" fmla="*/ 11083 w 11082"/>
                    <a:gd name="connsiteY0" fmla="*/ 5542 h 11082"/>
                    <a:gd name="connsiteX1" fmla="*/ 5541 w 11082"/>
                    <a:gd name="connsiteY1" fmla="*/ 11083 h 11082"/>
                    <a:gd name="connsiteX2" fmla="*/ 0 w 11082"/>
                    <a:gd name="connsiteY2" fmla="*/ 5542 h 11082"/>
                    <a:gd name="connsiteX3" fmla="*/ 5541 w 11082"/>
                    <a:gd name="connsiteY3" fmla="*/ 0 h 11082"/>
                    <a:gd name="connsiteX4" fmla="*/ 11083 w 11082"/>
                    <a:gd name="connsiteY4" fmla="*/ 5542 h 1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82" h="11082">
                      <a:moveTo>
                        <a:pt x="11083" y="5542"/>
                      </a:moveTo>
                      <a:cubicBezTo>
                        <a:pt x="11083" y="8602"/>
                        <a:pt x="8602" y="11083"/>
                        <a:pt x="5541" y="11083"/>
                      </a:cubicBezTo>
                      <a:cubicBezTo>
                        <a:pt x="2481" y="11083"/>
                        <a:pt x="0" y="8602"/>
                        <a:pt x="0" y="5542"/>
                      </a:cubicBezTo>
                      <a:cubicBezTo>
                        <a:pt x="0" y="2481"/>
                        <a:pt x="2481" y="0"/>
                        <a:pt x="5541" y="0"/>
                      </a:cubicBezTo>
                      <a:cubicBezTo>
                        <a:pt x="8602" y="0"/>
                        <a:pt x="11083" y="2481"/>
                        <a:pt x="11083" y="55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43" name="Forme libre : forme 18542">
                  <a:extLst>
                    <a:ext uri="{FF2B5EF4-FFF2-40B4-BE49-F238E27FC236}">
                      <a16:creationId xmlns:a16="http://schemas.microsoft.com/office/drawing/2014/main" id="{9C46A531-D995-4F0A-9B90-2F656ADA24FF}"/>
                    </a:ext>
                  </a:extLst>
                </p:cNvPr>
                <p:cNvSpPr/>
                <p:nvPr/>
              </p:nvSpPr>
              <p:spPr>
                <a:xfrm>
                  <a:off x="4248595" y="6366679"/>
                  <a:ext cx="8245" cy="8245"/>
                </a:xfrm>
                <a:custGeom>
                  <a:avLst/>
                  <a:gdLst>
                    <a:gd name="connsiteX0" fmla="*/ 8246 w 8245"/>
                    <a:gd name="connsiteY0" fmla="*/ 4123 h 8245"/>
                    <a:gd name="connsiteX1" fmla="*/ 4123 w 8245"/>
                    <a:gd name="connsiteY1" fmla="*/ 8246 h 8245"/>
                    <a:gd name="connsiteX2" fmla="*/ 0 w 8245"/>
                    <a:gd name="connsiteY2" fmla="*/ 4123 h 8245"/>
                    <a:gd name="connsiteX3" fmla="*/ 4123 w 8245"/>
                    <a:gd name="connsiteY3" fmla="*/ 0 h 8245"/>
                    <a:gd name="connsiteX4" fmla="*/ 8246 w 8245"/>
                    <a:gd name="connsiteY4" fmla="*/ 4123 h 8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45" h="8245">
                      <a:moveTo>
                        <a:pt x="8246" y="4123"/>
                      </a:moveTo>
                      <a:cubicBezTo>
                        <a:pt x="8246" y="6400"/>
                        <a:pt x="6400" y="8246"/>
                        <a:pt x="4123" y="8246"/>
                      </a:cubicBezTo>
                      <a:cubicBezTo>
                        <a:pt x="1846" y="8246"/>
                        <a:pt x="0" y="6400"/>
                        <a:pt x="0" y="4123"/>
                      </a:cubicBezTo>
                      <a:cubicBezTo>
                        <a:pt x="0" y="1846"/>
                        <a:pt x="1846" y="0"/>
                        <a:pt x="4123" y="0"/>
                      </a:cubicBezTo>
                      <a:cubicBezTo>
                        <a:pt x="6400" y="0"/>
                        <a:pt x="8246" y="1846"/>
                        <a:pt x="8246" y="4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44" name="Forme libre : forme 18543">
                  <a:extLst>
                    <a:ext uri="{FF2B5EF4-FFF2-40B4-BE49-F238E27FC236}">
                      <a16:creationId xmlns:a16="http://schemas.microsoft.com/office/drawing/2014/main" id="{63E7DE01-542D-47C1-9851-833515A74470}"/>
                    </a:ext>
                  </a:extLst>
                </p:cNvPr>
                <p:cNvSpPr/>
                <p:nvPr/>
              </p:nvSpPr>
              <p:spPr>
                <a:xfrm>
                  <a:off x="4358182" y="6275446"/>
                  <a:ext cx="13299" cy="13299"/>
                </a:xfrm>
                <a:custGeom>
                  <a:avLst/>
                  <a:gdLst>
                    <a:gd name="connsiteX0" fmla="*/ 13299 w 13299"/>
                    <a:gd name="connsiteY0" fmla="*/ 6649 h 13299"/>
                    <a:gd name="connsiteX1" fmla="*/ 6650 w 13299"/>
                    <a:gd name="connsiteY1" fmla="*/ 13299 h 13299"/>
                    <a:gd name="connsiteX2" fmla="*/ 0 w 13299"/>
                    <a:gd name="connsiteY2" fmla="*/ 6649 h 13299"/>
                    <a:gd name="connsiteX3" fmla="*/ 6650 w 13299"/>
                    <a:gd name="connsiteY3" fmla="*/ 0 h 13299"/>
                    <a:gd name="connsiteX4" fmla="*/ 13299 w 13299"/>
                    <a:gd name="connsiteY4" fmla="*/ 6649 h 13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99" h="13299">
                      <a:moveTo>
                        <a:pt x="13299" y="6649"/>
                      </a:moveTo>
                      <a:cubicBezTo>
                        <a:pt x="13299" y="10322"/>
                        <a:pt x="10322" y="13299"/>
                        <a:pt x="6650" y="13299"/>
                      </a:cubicBezTo>
                      <a:cubicBezTo>
                        <a:pt x="2977" y="13299"/>
                        <a:pt x="0" y="10322"/>
                        <a:pt x="0" y="6649"/>
                      </a:cubicBezTo>
                      <a:cubicBezTo>
                        <a:pt x="0" y="2977"/>
                        <a:pt x="2977" y="0"/>
                        <a:pt x="6650" y="0"/>
                      </a:cubicBezTo>
                      <a:cubicBezTo>
                        <a:pt x="10322" y="0"/>
                        <a:pt x="13299" y="2977"/>
                        <a:pt x="13299" y="66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45" name="Forme libre : forme 18544">
                  <a:extLst>
                    <a:ext uri="{FF2B5EF4-FFF2-40B4-BE49-F238E27FC236}">
                      <a16:creationId xmlns:a16="http://schemas.microsoft.com/office/drawing/2014/main" id="{E22641F1-70DE-4C0D-9C9D-C58B20B2F7C2}"/>
                    </a:ext>
                  </a:extLst>
                </p:cNvPr>
                <p:cNvSpPr/>
                <p:nvPr/>
              </p:nvSpPr>
              <p:spPr>
                <a:xfrm>
                  <a:off x="4381411" y="6273584"/>
                  <a:ext cx="6294" cy="6294"/>
                </a:xfrm>
                <a:custGeom>
                  <a:avLst/>
                  <a:gdLst>
                    <a:gd name="connsiteX0" fmla="*/ 6295 w 6294"/>
                    <a:gd name="connsiteY0" fmla="*/ 3148 h 6294"/>
                    <a:gd name="connsiteX1" fmla="*/ 3148 w 6294"/>
                    <a:gd name="connsiteY1" fmla="*/ 6295 h 6294"/>
                    <a:gd name="connsiteX2" fmla="*/ 0 w 6294"/>
                    <a:gd name="connsiteY2" fmla="*/ 3148 h 6294"/>
                    <a:gd name="connsiteX3" fmla="*/ 3148 w 6294"/>
                    <a:gd name="connsiteY3" fmla="*/ 0 h 6294"/>
                    <a:gd name="connsiteX4" fmla="*/ 6295 w 6294"/>
                    <a:gd name="connsiteY4" fmla="*/ 3148 h 6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94" h="6294">
                      <a:moveTo>
                        <a:pt x="6295" y="3148"/>
                      </a:moveTo>
                      <a:cubicBezTo>
                        <a:pt x="6295" y="4886"/>
                        <a:pt x="4886" y="6295"/>
                        <a:pt x="3148" y="6295"/>
                      </a:cubicBezTo>
                      <a:cubicBezTo>
                        <a:pt x="1409" y="6295"/>
                        <a:pt x="0" y="4886"/>
                        <a:pt x="0" y="3148"/>
                      </a:cubicBezTo>
                      <a:cubicBezTo>
                        <a:pt x="0" y="1409"/>
                        <a:pt x="1409" y="0"/>
                        <a:pt x="3148" y="0"/>
                      </a:cubicBezTo>
                      <a:cubicBezTo>
                        <a:pt x="4886" y="0"/>
                        <a:pt x="6295" y="1409"/>
                        <a:pt x="6295" y="31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46" name="Forme libre : forme 18545">
                  <a:extLst>
                    <a:ext uri="{FF2B5EF4-FFF2-40B4-BE49-F238E27FC236}">
                      <a16:creationId xmlns:a16="http://schemas.microsoft.com/office/drawing/2014/main" id="{2DA2B6B6-F9B7-48B4-943F-7424F66BC456}"/>
                    </a:ext>
                  </a:extLst>
                </p:cNvPr>
                <p:cNvSpPr/>
                <p:nvPr/>
              </p:nvSpPr>
              <p:spPr>
                <a:xfrm>
                  <a:off x="7132457" y="5573732"/>
                  <a:ext cx="765595" cy="966370"/>
                </a:xfrm>
                <a:custGeom>
                  <a:avLst/>
                  <a:gdLst>
                    <a:gd name="connsiteX0" fmla="*/ 740194 w 765595"/>
                    <a:gd name="connsiteY0" fmla="*/ 179407 h 966370"/>
                    <a:gd name="connsiteX1" fmla="*/ 745957 w 765595"/>
                    <a:gd name="connsiteY1" fmla="*/ 152720 h 966370"/>
                    <a:gd name="connsiteX2" fmla="*/ 742012 w 765595"/>
                    <a:gd name="connsiteY2" fmla="*/ 130377 h 966370"/>
                    <a:gd name="connsiteX3" fmla="*/ 762670 w 765595"/>
                    <a:gd name="connsiteY3" fmla="*/ 97306 h 966370"/>
                    <a:gd name="connsiteX4" fmla="*/ 753272 w 765595"/>
                    <a:gd name="connsiteY4" fmla="*/ 72791 h 966370"/>
                    <a:gd name="connsiteX5" fmla="*/ 765596 w 765595"/>
                    <a:gd name="connsiteY5" fmla="*/ 42779 h 966370"/>
                    <a:gd name="connsiteX6" fmla="*/ 747597 w 765595"/>
                    <a:gd name="connsiteY6" fmla="*/ 7891 h 966370"/>
                    <a:gd name="connsiteX7" fmla="*/ 722861 w 765595"/>
                    <a:gd name="connsiteY7" fmla="*/ 0 h 966370"/>
                    <a:gd name="connsiteX8" fmla="*/ 684603 w 765595"/>
                    <a:gd name="connsiteY8" fmla="*/ 23717 h 966370"/>
                    <a:gd name="connsiteX9" fmla="*/ 672722 w 765595"/>
                    <a:gd name="connsiteY9" fmla="*/ 22121 h 966370"/>
                    <a:gd name="connsiteX10" fmla="*/ 627017 w 765595"/>
                    <a:gd name="connsiteY10" fmla="*/ 67826 h 966370"/>
                    <a:gd name="connsiteX11" fmla="*/ 627062 w 765595"/>
                    <a:gd name="connsiteY11" fmla="*/ 69067 h 966370"/>
                    <a:gd name="connsiteX12" fmla="*/ 581401 w 765595"/>
                    <a:gd name="connsiteY12" fmla="*/ 119117 h 966370"/>
                    <a:gd name="connsiteX13" fmla="*/ 554004 w 765595"/>
                    <a:gd name="connsiteY13" fmla="*/ 151124 h 966370"/>
                    <a:gd name="connsiteX14" fmla="*/ 555201 w 765595"/>
                    <a:gd name="connsiteY14" fmla="*/ 159768 h 966370"/>
                    <a:gd name="connsiteX15" fmla="*/ 523549 w 765595"/>
                    <a:gd name="connsiteY15" fmla="*/ 185303 h 966370"/>
                    <a:gd name="connsiteX16" fmla="*/ 502048 w 765595"/>
                    <a:gd name="connsiteY16" fmla="*/ 182111 h 966370"/>
                    <a:gd name="connsiteX17" fmla="*/ 427971 w 765595"/>
                    <a:gd name="connsiteY17" fmla="*/ 256188 h 966370"/>
                    <a:gd name="connsiteX18" fmla="*/ 429301 w 765595"/>
                    <a:gd name="connsiteY18" fmla="*/ 270064 h 966370"/>
                    <a:gd name="connsiteX19" fmla="*/ 416889 w 765595"/>
                    <a:gd name="connsiteY19" fmla="*/ 268379 h 966370"/>
                    <a:gd name="connsiteX20" fmla="*/ 369720 w 765595"/>
                    <a:gd name="connsiteY20" fmla="*/ 315548 h 966370"/>
                    <a:gd name="connsiteX21" fmla="*/ 374641 w 765595"/>
                    <a:gd name="connsiteY21" fmla="*/ 336427 h 966370"/>
                    <a:gd name="connsiteX22" fmla="*/ 362494 w 765595"/>
                    <a:gd name="connsiteY22" fmla="*/ 357263 h 966370"/>
                    <a:gd name="connsiteX23" fmla="*/ 346890 w 765595"/>
                    <a:gd name="connsiteY23" fmla="*/ 355357 h 966370"/>
                    <a:gd name="connsiteX24" fmla="*/ 279817 w 765595"/>
                    <a:gd name="connsiteY24" fmla="*/ 422429 h 966370"/>
                    <a:gd name="connsiteX25" fmla="*/ 279995 w 765595"/>
                    <a:gd name="connsiteY25" fmla="*/ 425754 h 966370"/>
                    <a:gd name="connsiteX26" fmla="*/ 258095 w 765595"/>
                    <a:gd name="connsiteY26" fmla="*/ 418750 h 966370"/>
                    <a:gd name="connsiteX27" fmla="*/ 220325 w 765595"/>
                    <a:gd name="connsiteY27" fmla="*/ 453062 h 966370"/>
                    <a:gd name="connsiteX28" fmla="*/ 205031 w 765595"/>
                    <a:gd name="connsiteY28" fmla="*/ 451200 h 966370"/>
                    <a:gd name="connsiteX29" fmla="*/ 139820 w 765595"/>
                    <a:gd name="connsiteY29" fmla="*/ 516411 h 966370"/>
                    <a:gd name="connsiteX30" fmla="*/ 150415 w 765595"/>
                    <a:gd name="connsiteY30" fmla="*/ 551965 h 966370"/>
                    <a:gd name="connsiteX31" fmla="*/ 123240 w 765595"/>
                    <a:gd name="connsiteY31" fmla="*/ 544783 h 966370"/>
                    <a:gd name="connsiteX32" fmla="*/ 70531 w 765595"/>
                    <a:gd name="connsiteY32" fmla="*/ 594523 h 966370"/>
                    <a:gd name="connsiteX33" fmla="*/ 72924 w 765595"/>
                    <a:gd name="connsiteY33" fmla="*/ 609418 h 966370"/>
                    <a:gd name="connsiteX34" fmla="*/ 64989 w 765595"/>
                    <a:gd name="connsiteY34" fmla="*/ 608886 h 966370"/>
                    <a:gd name="connsiteX35" fmla="*/ 0 w 765595"/>
                    <a:gd name="connsiteY35" fmla="*/ 686509 h 966370"/>
                    <a:gd name="connsiteX36" fmla="*/ 0 w 765595"/>
                    <a:gd name="connsiteY36" fmla="*/ 966371 h 966370"/>
                    <a:gd name="connsiteX37" fmla="*/ 708099 w 765595"/>
                    <a:gd name="connsiteY37" fmla="*/ 291919 h 966370"/>
                    <a:gd name="connsiteX38" fmla="*/ 741258 w 765595"/>
                    <a:gd name="connsiteY38" fmla="*/ 257652 h 966370"/>
                    <a:gd name="connsiteX39" fmla="*/ 738820 w 765595"/>
                    <a:gd name="connsiteY39" fmla="*/ 241160 h 966370"/>
                    <a:gd name="connsiteX40" fmla="*/ 764133 w 765595"/>
                    <a:gd name="connsiteY40" fmla="*/ 210128 h 966370"/>
                    <a:gd name="connsiteX41" fmla="*/ 740194 w 765595"/>
                    <a:gd name="connsiteY41" fmla="*/ 179407 h 966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765595" h="966370">
                      <a:moveTo>
                        <a:pt x="740194" y="179407"/>
                      </a:moveTo>
                      <a:cubicBezTo>
                        <a:pt x="743873" y="171251"/>
                        <a:pt x="745957" y="162251"/>
                        <a:pt x="745957" y="152720"/>
                      </a:cubicBezTo>
                      <a:cubicBezTo>
                        <a:pt x="745957" y="144873"/>
                        <a:pt x="744539" y="137337"/>
                        <a:pt x="742012" y="130377"/>
                      </a:cubicBezTo>
                      <a:cubicBezTo>
                        <a:pt x="754247" y="124392"/>
                        <a:pt x="762670" y="111847"/>
                        <a:pt x="762670" y="97306"/>
                      </a:cubicBezTo>
                      <a:cubicBezTo>
                        <a:pt x="762670" y="87864"/>
                        <a:pt x="759079" y="79308"/>
                        <a:pt x="753272" y="72791"/>
                      </a:cubicBezTo>
                      <a:cubicBezTo>
                        <a:pt x="760897" y="65078"/>
                        <a:pt x="765596" y="54482"/>
                        <a:pt x="765596" y="42779"/>
                      </a:cubicBezTo>
                      <a:cubicBezTo>
                        <a:pt x="765596" y="28371"/>
                        <a:pt x="758503" y="15648"/>
                        <a:pt x="747597" y="7891"/>
                      </a:cubicBezTo>
                      <a:cubicBezTo>
                        <a:pt x="740637" y="2925"/>
                        <a:pt x="732082" y="0"/>
                        <a:pt x="722861" y="0"/>
                      </a:cubicBezTo>
                      <a:cubicBezTo>
                        <a:pt x="706104" y="0"/>
                        <a:pt x="691607" y="9664"/>
                        <a:pt x="684603" y="23717"/>
                      </a:cubicBezTo>
                      <a:cubicBezTo>
                        <a:pt x="680791" y="22697"/>
                        <a:pt x="676845" y="22121"/>
                        <a:pt x="672722" y="22121"/>
                      </a:cubicBezTo>
                      <a:cubicBezTo>
                        <a:pt x="647498" y="22121"/>
                        <a:pt x="627017" y="42602"/>
                        <a:pt x="627017" y="67826"/>
                      </a:cubicBezTo>
                      <a:cubicBezTo>
                        <a:pt x="627017" y="68225"/>
                        <a:pt x="627062" y="68669"/>
                        <a:pt x="627062" y="69067"/>
                      </a:cubicBezTo>
                      <a:cubicBezTo>
                        <a:pt x="601926" y="72392"/>
                        <a:pt x="582465" y="93361"/>
                        <a:pt x="581401" y="119117"/>
                      </a:cubicBezTo>
                      <a:cubicBezTo>
                        <a:pt x="565885" y="121555"/>
                        <a:pt x="554004" y="134943"/>
                        <a:pt x="554004" y="151124"/>
                      </a:cubicBezTo>
                      <a:cubicBezTo>
                        <a:pt x="554004" y="154094"/>
                        <a:pt x="554447" y="157020"/>
                        <a:pt x="555201" y="159768"/>
                      </a:cubicBezTo>
                      <a:cubicBezTo>
                        <a:pt x="540661" y="161985"/>
                        <a:pt x="528691" y="171915"/>
                        <a:pt x="523549" y="185303"/>
                      </a:cubicBezTo>
                      <a:cubicBezTo>
                        <a:pt x="516722" y="183220"/>
                        <a:pt x="509540" y="182111"/>
                        <a:pt x="502048" y="182111"/>
                      </a:cubicBezTo>
                      <a:cubicBezTo>
                        <a:pt x="461131" y="182111"/>
                        <a:pt x="427971" y="215271"/>
                        <a:pt x="427971" y="256188"/>
                      </a:cubicBezTo>
                      <a:cubicBezTo>
                        <a:pt x="427971" y="260932"/>
                        <a:pt x="428459" y="265542"/>
                        <a:pt x="429301" y="270064"/>
                      </a:cubicBezTo>
                      <a:cubicBezTo>
                        <a:pt x="425356" y="269000"/>
                        <a:pt x="421189" y="268379"/>
                        <a:pt x="416889" y="268379"/>
                      </a:cubicBezTo>
                      <a:cubicBezTo>
                        <a:pt x="390822" y="268379"/>
                        <a:pt x="369720" y="289481"/>
                        <a:pt x="369720" y="315548"/>
                      </a:cubicBezTo>
                      <a:cubicBezTo>
                        <a:pt x="369720" y="323040"/>
                        <a:pt x="371538" y="330133"/>
                        <a:pt x="374641" y="336427"/>
                      </a:cubicBezTo>
                      <a:cubicBezTo>
                        <a:pt x="367947" y="341171"/>
                        <a:pt x="363337" y="348663"/>
                        <a:pt x="362494" y="357263"/>
                      </a:cubicBezTo>
                      <a:cubicBezTo>
                        <a:pt x="357485" y="356066"/>
                        <a:pt x="352254" y="355357"/>
                        <a:pt x="346890" y="355357"/>
                      </a:cubicBezTo>
                      <a:cubicBezTo>
                        <a:pt x="309829" y="355357"/>
                        <a:pt x="279817" y="385369"/>
                        <a:pt x="279817" y="422429"/>
                      </a:cubicBezTo>
                      <a:cubicBezTo>
                        <a:pt x="279817" y="423538"/>
                        <a:pt x="279950" y="424646"/>
                        <a:pt x="279995" y="425754"/>
                      </a:cubicBezTo>
                      <a:cubicBezTo>
                        <a:pt x="273788" y="421365"/>
                        <a:pt x="266252" y="418750"/>
                        <a:pt x="258095" y="418750"/>
                      </a:cubicBezTo>
                      <a:cubicBezTo>
                        <a:pt x="238368" y="418750"/>
                        <a:pt x="222142" y="433823"/>
                        <a:pt x="220325" y="453062"/>
                      </a:cubicBezTo>
                      <a:cubicBezTo>
                        <a:pt x="215404" y="451865"/>
                        <a:pt x="210306" y="451200"/>
                        <a:pt x="205031" y="451200"/>
                      </a:cubicBezTo>
                      <a:cubicBezTo>
                        <a:pt x="168990" y="451200"/>
                        <a:pt x="139820" y="480415"/>
                        <a:pt x="139820" y="516411"/>
                      </a:cubicBezTo>
                      <a:cubicBezTo>
                        <a:pt x="139820" y="529533"/>
                        <a:pt x="143721" y="541724"/>
                        <a:pt x="150415" y="551965"/>
                      </a:cubicBezTo>
                      <a:cubicBezTo>
                        <a:pt x="142480" y="547443"/>
                        <a:pt x="133214" y="544783"/>
                        <a:pt x="123240" y="544783"/>
                      </a:cubicBezTo>
                      <a:cubicBezTo>
                        <a:pt x="94115" y="544783"/>
                        <a:pt x="70531" y="567037"/>
                        <a:pt x="70531" y="594523"/>
                      </a:cubicBezTo>
                      <a:cubicBezTo>
                        <a:pt x="70531" y="599709"/>
                        <a:pt x="71373" y="604718"/>
                        <a:pt x="72924" y="609418"/>
                      </a:cubicBezTo>
                      <a:cubicBezTo>
                        <a:pt x="70309" y="609107"/>
                        <a:pt x="67693" y="608886"/>
                        <a:pt x="64989" y="608886"/>
                      </a:cubicBezTo>
                      <a:cubicBezTo>
                        <a:pt x="26510" y="608886"/>
                        <a:pt x="0" y="644173"/>
                        <a:pt x="0" y="686509"/>
                      </a:cubicBezTo>
                      <a:lnTo>
                        <a:pt x="0" y="966371"/>
                      </a:lnTo>
                      <a:lnTo>
                        <a:pt x="708099" y="291919"/>
                      </a:lnTo>
                      <a:cubicBezTo>
                        <a:pt x="730707" y="277689"/>
                        <a:pt x="739308" y="269798"/>
                        <a:pt x="741258" y="257652"/>
                      </a:cubicBezTo>
                      <a:cubicBezTo>
                        <a:pt x="742189" y="251755"/>
                        <a:pt x="741169" y="246169"/>
                        <a:pt x="738820" y="241160"/>
                      </a:cubicBezTo>
                      <a:cubicBezTo>
                        <a:pt x="753272" y="238190"/>
                        <a:pt x="764133" y="225423"/>
                        <a:pt x="764133" y="210128"/>
                      </a:cubicBezTo>
                      <a:cubicBezTo>
                        <a:pt x="764133" y="195278"/>
                        <a:pt x="753937" y="182865"/>
                        <a:pt x="740194" y="179407"/>
                      </a:cubicBezTo>
                      <a:close/>
                    </a:path>
                  </a:pathLst>
                </a:custGeom>
                <a:solidFill>
                  <a:srgbClr val="E5CD6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47" name="Forme libre : forme 18546">
                  <a:extLst>
                    <a:ext uri="{FF2B5EF4-FFF2-40B4-BE49-F238E27FC236}">
                      <a16:creationId xmlns:a16="http://schemas.microsoft.com/office/drawing/2014/main" id="{A4C313A7-D35C-4573-B618-C82C24EC9F65}"/>
                    </a:ext>
                  </a:extLst>
                </p:cNvPr>
                <p:cNvSpPr/>
                <p:nvPr/>
              </p:nvSpPr>
              <p:spPr>
                <a:xfrm>
                  <a:off x="7132502" y="5573732"/>
                  <a:ext cx="765595" cy="966370"/>
                </a:xfrm>
                <a:custGeom>
                  <a:avLst/>
                  <a:gdLst>
                    <a:gd name="connsiteX0" fmla="*/ 0 w 765595"/>
                    <a:gd name="connsiteY0" fmla="*/ 966371 h 966370"/>
                    <a:gd name="connsiteX1" fmla="*/ 708098 w 765595"/>
                    <a:gd name="connsiteY1" fmla="*/ 291919 h 966370"/>
                    <a:gd name="connsiteX2" fmla="*/ 741258 w 765595"/>
                    <a:gd name="connsiteY2" fmla="*/ 257652 h 966370"/>
                    <a:gd name="connsiteX3" fmla="*/ 738820 w 765595"/>
                    <a:gd name="connsiteY3" fmla="*/ 241160 h 966370"/>
                    <a:gd name="connsiteX4" fmla="*/ 764133 w 765595"/>
                    <a:gd name="connsiteY4" fmla="*/ 210128 h 966370"/>
                    <a:gd name="connsiteX5" fmla="*/ 740194 w 765595"/>
                    <a:gd name="connsiteY5" fmla="*/ 179407 h 966370"/>
                    <a:gd name="connsiteX6" fmla="*/ 745957 w 765595"/>
                    <a:gd name="connsiteY6" fmla="*/ 152720 h 966370"/>
                    <a:gd name="connsiteX7" fmla="*/ 742012 w 765595"/>
                    <a:gd name="connsiteY7" fmla="*/ 130377 h 966370"/>
                    <a:gd name="connsiteX8" fmla="*/ 762670 w 765595"/>
                    <a:gd name="connsiteY8" fmla="*/ 97306 h 966370"/>
                    <a:gd name="connsiteX9" fmla="*/ 753272 w 765595"/>
                    <a:gd name="connsiteY9" fmla="*/ 72791 h 966370"/>
                    <a:gd name="connsiteX10" fmla="*/ 765596 w 765595"/>
                    <a:gd name="connsiteY10" fmla="*/ 42779 h 966370"/>
                    <a:gd name="connsiteX11" fmla="*/ 747597 w 765595"/>
                    <a:gd name="connsiteY11" fmla="*/ 7891 h 966370"/>
                    <a:gd name="connsiteX12" fmla="*/ 722861 w 765595"/>
                    <a:gd name="connsiteY12" fmla="*/ 0 h 966370"/>
                    <a:gd name="connsiteX13" fmla="*/ 684603 w 765595"/>
                    <a:gd name="connsiteY13" fmla="*/ 23717 h 966370"/>
                    <a:gd name="connsiteX14" fmla="*/ 672722 w 765595"/>
                    <a:gd name="connsiteY14" fmla="*/ 22121 h 966370"/>
                    <a:gd name="connsiteX15" fmla="*/ 627017 w 765595"/>
                    <a:gd name="connsiteY15" fmla="*/ 67826 h 966370"/>
                    <a:gd name="connsiteX16" fmla="*/ 627062 w 765595"/>
                    <a:gd name="connsiteY16" fmla="*/ 69067 h 966370"/>
                    <a:gd name="connsiteX17" fmla="*/ 581401 w 765595"/>
                    <a:gd name="connsiteY17" fmla="*/ 119117 h 966370"/>
                    <a:gd name="connsiteX18" fmla="*/ 554004 w 765595"/>
                    <a:gd name="connsiteY18" fmla="*/ 151124 h 966370"/>
                    <a:gd name="connsiteX19" fmla="*/ 555201 w 765595"/>
                    <a:gd name="connsiteY19" fmla="*/ 159768 h 966370"/>
                    <a:gd name="connsiteX20" fmla="*/ 523549 w 765595"/>
                    <a:gd name="connsiteY20" fmla="*/ 185303 h 966370"/>
                    <a:gd name="connsiteX21" fmla="*/ 502048 w 765595"/>
                    <a:gd name="connsiteY21" fmla="*/ 182111 h 966370"/>
                    <a:gd name="connsiteX22" fmla="*/ 427971 w 765595"/>
                    <a:gd name="connsiteY22" fmla="*/ 256188 h 966370"/>
                    <a:gd name="connsiteX23" fmla="*/ 429301 w 765595"/>
                    <a:gd name="connsiteY23" fmla="*/ 270064 h 966370"/>
                    <a:gd name="connsiteX24" fmla="*/ 416888 w 765595"/>
                    <a:gd name="connsiteY24" fmla="*/ 268379 h 966370"/>
                    <a:gd name="connsiteX25" fmla="*/ 369720 w 765595"/>
                    <a:gd name="connsiteY25" fmla="*/ 315548 h 966370"/>
                    <a:gd name="connsiteX26" fmla="*/ 374641 w 765595"/>
                    <a:gd name="connsiteY26" fmla="*/ 336427 h 966370"/>
                    <a:gd name="connsiteX27" fmla="*/ 362494 w 765595"/>
                    <a:gd name="connsiteY27" fmla="*/ 357263 h 966370"/>
                    <a:gd name="connsiteX28" fmla="*/ 346890 w 765595"/>
                    <a:gd name="connsiteY28" fmla="*/ 355357 h 966370"/>
                    <a:gd name="connsiteX29" fmla="*/ 279817 w 765595"/>
                    <a:gd name="connsiteY29" fmla="*/ 422429 h 966370"/>
                    <a:gd name="connsiteX30" fmla="*/ 279994 w 765595"/>
                    <a:gd name="connsiteY30" fmla="*/ 425754 h 966370"/>
                    <a:gd name="connsiteX31" fmla="*/ 258095 w 765595"/>
                    <a:gd name="connsiteY31" fmla="*/ 418750 h 966370"/>
                    <a:gd name="connsiteX32" fmla="*/ 220325 w 765595"/>
                    <a:gd name="connsiteY32" fmla="*/ 453062 h 966370"/>
                    <a:gd name="connsiteX33" fmla="*/ 205031 w 765595"/>
                    <a:gd name="connsiteY33" fmla="*/ 451200 h 966370"/>
                    <a:gd name="connsiteX34" fmla="*/ 139820 w 765595"/>
                    <a:gd name="connsiteY34" fmla="*/ 516411 h 966370"/>
                    <a:gd name="connsiteX35" fmla="*/ 150415 w 765595"/>
                    <a:gd name="connsiteY35" fmla="*/ 551965 h 966370"/>
                    <a:gd name="connsiteX36" fmla="*/ 123240 w 765595"/>
                    <a:gd name="connsiteY36" fmla="*/ 544783 h 966370"/>
                    <a:gd name="connsiteX37" fmla="*/ 70530 w 765595"/>
                    <a:gd name="connsiteY37" fmla="*/ 594523 h 966370"/>
                    <a:gd name="connsiteX38" fmla="*/ 72924 w 765595"/>
                    <a:gd name="connsiteY38" fmla="*/ 609418 h 966370"/>
                    <a:gd name="connsiteX39" fmla="*/ 64989 w 765595"/>
                    <a:gd name="connsiteY39" fmla="*/ 608886 h 966370"/>
                    <a:gd name="connsiteX40" fmla="*/ 0 w 765595"/>
                    <a:gd name="connsiteY40" fmla="*/ 686509 h 966370"/>
                    <a:gd name="connsiteX41" fmla="*/ 0 w 765595"/>
                    <a:gd name="connsiteY41" fmla="*/ 720423 h 966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765595" h="966370">
                      <a:moveTo>
                        <a:pt x="0" y="966371"/>
                      </a:moveTo>
                      <a:lnTo>
                        <a:pt x="708098" y="291919"/>
                      </a:lnTo>
                      <a:cubicBezTo>
                        <a:pt x="730707" y="277689"/>
                        <a:pt x="739308" y="269798"/>
                        <a:pt x="741258" y="257652"/>
                      </a:cubicBezTo>
                      <a:cubicBezTo>
                        <a:pt x="742189" y="251755"/>
                        <a:pt x="741169" y="246169"/>
                        <a:pt x="738820" y="241160"/>
                      </a:cubicBezTo>
                      <a:cubicBezTo>
                        <a:pt x="753272" y="238190"/>
                        <a:pt x="764133" y="225423"/>
                        <a:pt x="764133" y="210128"/>
                      </a:cubicBezTo>
                      <a:cubicBezTo>
                        <a:pt x="764133" y="195322"/>
                        <a:pt x="753937" y="182910"/>
                        <a:pt x="740194" y="179407"/>
                      </a:cubicBezTo>
                      <a:cubicBezTo>
                        <a:pt x="743873" y="171251"/>
                        <a:pt x="745957" y="162251"/>
                        <a:pt x="745957" y="152720"/>
                      </a:cubicBezTo>
                      <a:cubicBezTo>
                        <a:pt x="745957" y="144873"/>
                        <a:pt x="744539" y="137337"/>
                        <a:pt x="742012" y="130377"/>
                      </a:cubicBezTo>
                      <a:cubicBezTo>
                        <a:pt x="754247" y="124392"/>
                        <a:pt x="762670" y="111847"/>
                        <a:pt x="762670" y="97306"/>
                      </a:cubicBezTo>
                      <a:cubicBezTo>
                        <a:pt x="762670" y="87864"/>
                        <a:pt x="759079" y="79308"/>
                        <a:pt x="753272" y="72791"/>
                      </a:cubicBezTo>
                      <a:cubicBezTo>
                        <a:pt x="760897" y="65078"/>
                        <a:pt x="765596" y="54482"/>
                        <a:pt x="765596" y="42779"/>
                      </a:cubicBezTo>
                      <a:cubicBezTo>
                        <a:pt x="765596" y="28371"/>
                        <a:pt x="758503" y="15648"/>
                        <a:pt x="747597" y="7891"/>
                      </a:cubicBezTo>
                      <a:cubicBezTo>
                        <a:pt x="740637" y="2925"/>
                        <a:pt x="732082" y="0"/>
                        <a:pt x="722861" y="0"/>
                      </a:cubicBezTo>
                      <a:cubicBezTo>
                        <a:pt x="706104" y="0"/>
                        <a:pt x="691607" y="9664"/>
                        <a:pt x="684603" y="23717"/>
                      </a:cubicBezTo>
                      <a:cubicBezTo>
                        <a:pt x="680791" y="22697"/>
                        <a:pt x="676845" y="22121"/>
                        <a:pt x="672722" y="22121"/>
                      </a:cubicBezTo>
                      <a:cubicBezTo>
                        <a:pt x="647498" y="22121"/>
                        <a:pt x="627017" y="42602"/>
                        <a:pt x="627017" y="67826"/>
                      </a:cubicBezTo>
                      <a:cubicBezTo>
                        <a:pt x="627017" y="68225"/>
                        <a:pt x="627062" y="68669"/>
                        <a:pt x="627062" y="69067"/>
                      </a:cubicBezTo>
                      <a:cubicBezTo>
                        <a:pt x="601926" y="72392"/>
                        <a:pt x="582465" y="93361"/>
                        <a:pt x="581401" y="119117"/>
                      </a:cubicBezTo>
                      <a:cubicBezTo>
                        <a:pt x="565885" y="121555"/>
                        <a:pt x="554004" y="134943"/>
                        <a:pt x="554004" y="151124"/>
                      </a:cubicBezTo>
                      <a:cubicBezTo>
                        <a:pt x="554004" y="154094"/>
                        <a:pt x="554447" y="157020"/>
                        <a:pt x="555201" y="159768"/>
                      </a:cubicBezTo>
                      <a:cubicBezTo>
                        <a:pt x="540661" y="161985"/>
                        <a:pt x="528691" y="171915"/>
                        <a:pt x="523549" y="185303"/>
                      </a:cubicBezTo>
                      <a:cubicBezTo>
                        <a:pt x="516722" y="183220"/>
                        <a:pt x="509540" y="182111"/>
                        <a:pt x="502048" y="182111"/>
                      </a:cubicBezTo>
                      <a:cubicBezTo>
                        <a:pt x="461131" y="182111"/>
                        <a:pt x="427971" y="215271"/>
                        <a:pt x="427971" y="256188"/>
                      </a:cubicBezTo>
                      <a:cubicBezTo>
                        <a:pt x="427971" y="260932"/>
                        <a:pt x="428459" y="265542"/>
                        <a:pt x="429301" y="270064"/>
                      </a:cubicBezTo>
                      <a:cubicBezTo>
                        <a:pt x="425356" y="269000"/>
                        <a:pt x="421189" y="268379"/>
                        <a:pt x="416888" y="268379"/>
                      </a:cubicBezTo>
                      <a:cubicBezTo>
                        <a:pt x="390822" y="268379"/>
                        <a:pt x="369720" y="289481"/>
                        <a:pt x="369720" y="315548"/>
                      </a:cubicBezTo>
                      <a:cubicBezTo>
                        <a:pt x="369720" y="323040"/>
                        <a:pt x="371538" y="330133"/>
                        <a:pt x="374641" y="336427"/>
                      </a:cubicBezTo>
                      <a:cubicBezTo>
                        <a:pt x="367947" y="341171"/>
                        <a:pt x="363337" y="348663"/>
                        <a:pt x="362494" y="357263"/>
                      </a:cubicBezTo>
                      <a:cubicBezTo>
                        <a:pt x="357485" y="356066"/>
                        <a:pt x="352254" y="355357"/>
                        <a:pt x="346890" y="355357"/>
                      </a:cubicBezTo>
                      <a:cubicBezTo>
                        <a:pt x="309829" y="355357"/>
                        <a:pt x="279817" y="385369"/>
                        <a:pt x="279817" y="422429"/>
                      </a:cubicBezTo>
                      <a:cubicBezTo>
                        <a:pt x="279817" y="423538"/>
                        <a:pt x="279950" y="424646"/>
                        <a:pt x="279994" y="425754"/>
                      </a:cubicBezTo>
                      <a:cubicBezTo>
                        <a:pt x="273788" y="421365"/>
                        <a:pt x="266252" y="418750"/>
                        <a:pt x="258095" y="418750"/>
                      </a:cubicBezTo>
                      <a:cubicBezTo>
                        <a:pt x="238368" y="418750"/>
                        <a:pt x="222142" y="433823"/>
                        <a:pt x="220325" y="453062"/>
                      </a:cubicBezTo>
                      <a:cubicBezTo>
                        <a:pt x="215404" y="451865"/>
                        <a:pt x="210306" y="451200"/>
                        <a:pt x="205031" y="451200"/>
                      </a:cubicBezTo>
                      <a:cubicBezTo>
                        <a:pt x="168990" y="451200"/>
                        <a:pt x="139820" y="480415"/>
                        <a:pt x="139820" y="516411"/>
                      </a:cubicBezTo>
                      <a:cubicBezTo>
                        <a:pt x="139820" y="529533"/>
                        <a:pt x="143721" y="541724"/>
                        <a:pt x="150415" y="551965"/>
                      </a:cubicBezTo>
                      <a:cubicBezTo>
                        <a:pt x="142480" y="547443"/>
                        <a:pt x="133214" y="544783"/>
                        <a:pt x="123240" y="544783"/>
                      </a:cubicBezTo>
                      <a:cubicBezTo>
                        <a:pt x="94115" y="544783"/>
                        <a:pt x="70530" y="567037"/>
                        <a:pt x="70530" y="594523"/>
                      </a:cubicBezTo>
                      <a:cubicBezTo>
                        <a:pt x="70530" y="599709"/>
                        <a:pt x="71373" y="604718"/>
                        <a:pt x="72924" y="609418"/>
                      </a:cubicBezTo>
                      <a:cubicBezTo>
                        <a:pt x="70309" y="609107"/>
                        <a:pt x="67693" y="608886"/>
                        <a:pt x="64989" y="608886"/>
                      </a:cubicBezTo>
                      <a:cubicBezTo>
                        <a:pt x="26510" y="608886"/>
                        <a:pt x="0" y="644173"/>
                        <a:pt x="0" y="686509"/>
                      </a:cubicBezTo>
                      <a:lnTo>
                        <a:pt x="0" y="720423"/>
                      </a:lnTo>
                    </a:path>
                  </a:pathLst>
                </a:custGeom>
                <a:noFill/>
                <a:ln w="3323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48" name="Forme libre : forme 18547">
                  <a:extLst>
                    <a:ext uri="{FF2B5EF4-FFF2-40B4-BE49-F238E27FC236}">
                      <a16:creationId xmlns:a16="http://schemas.microsoft.com/office/drawing/2014/main" id="{C1CF4B9D-B115-4B57-B487-2A5272771E3E}"/>
                    </a:ext>
                  </a:extLst>
                </p:cNvPr>
                <p:cNvSpPr/>
                <p:nvPr/>
              </p:nvSpPr>
              <p:spPr>
                <a:xfrm>
                  <a:off x="4308623" y="6494264"/>
                  <a:ext cx="16089" cy="43001"/>
                </a:xfrm>
                <a:custGeom>
                  <a:avLst/>
                  <a:gdLst>
                    <a:gd name="connsiteX0" fmla="*/ 3189 w 16089"/>
                    <a:gd name="connsiteY0" fmla="*/ 0 h 43001"/>
                    <a:gd name="connsiteX1" fmla="*/ 4873 w 16089"/>
                    <a:gd name="connsiteY1" fmla="*/ 21900 h 43001"/>
                    <a:gd name="connsiteX2" fmla="*/ 7844 w 16089"/>
                    <a:gd name="connsiteY2" fmla="*/ 34180 h 43001"/>
                    <a:gd name="connsiteX3" fmla="*/ 16089 w 16089"/>
                    <a:gd name="connsiteY3" fmla="*/ 43001 h 43001"/>
                    <a:gd name="connsiteX4" fmla="*/ 307 w 16089"/>
                    <a:gd name="connsiteY4" fmla="*/ 31120 h 43001"/>
                    <a:gd name="connsiteX5" fmla="*/ 4075 w 16089"/>
                    <a:gd name="connsiteY5" fmla="*/ 15738 h 43001"/>
                    <a:gd name="connsiteX6" fmla="*/ 3189 w 16089"/>
                    <a:gd name="connsiteY6" fmla="*/ 0 h 43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089" h="43001">
                      <a:moveTo>
                        <a:pt x="3189" y="0"/>
                      </a:moveTo>
                      <a:cubicBezTo>
                        <a:pt x="2834" y="7315"/>
                        <a:pt x="3809" y="14629"/>
                        <a:pt x="4873" y="21900"/>
                      </a:cubicBezTo>
                      <a:cubicBezTo>
                        <a:pt x="5494" y="26067"/>
                        <a:pt x="6159" y="30323"/>
                        <a:pt x="7844" y="34180"/>
                      </a:cubicBezTo>
                      <a:cubicBezTo>
                        <a:pt x="9528" y="37992"/>
                        <a:pt x="12277" y="41228"/>
                        <a:pt x="16089" y="43001"/>
                      </a:cubicBezTo>
                      <a:cubicBezTo>
                        <a:pt x="8331" y="41849"/>
                        <a:pt x="-1909" y="41406"/>
                        <a:pt x="307" y="31120"/>
                      </a:cubicBezTo>
                      <a:cubicBezTo>
                        <a:pt x="1416" y="25890"/>
                        <a:pt x="3543" y="21235"/>
                        <a:pt x="4075" y="15738"/>
                      </a:cubicBezTo>
                      <a:cubicBezTo>
                        <a:pt x="4563" y="10418"/>
                        <a:pt x="2967" y="5187"/>
                        <a:pt x="3189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49" name="Forme libre : forme 18548">
                  <a:extLst>
                    <a:ext uri="{FF2B5EF4-FFF2-40B4-BE49-F238E27FC236}">
                      <a16:creationId xmlns:a16="http://schemas.microsoft.com/office/drawing/2014/main" id="{024FB91C-0A1B-4699-9950-E8234A8E811F}"/>
                    </a:ext>
                  </a:extLst>
                </p:cNvPr>
                <p:cNvSpPr/>
                <p:nvPr/>
              </p:nvSpPr>
              <p:spPr>
                <a:xfrm>
                  <a:off x="4394400" y="6368763"/>
                  <a:ext cx="96818" cy="79263"/>
                </a:xfrm>
                <a:custGeom>
                  <a:avLst/>
                  <a:gdLst>
                    <a:gd name="connsiteX0" fmla="*/ 81924 w 96818"/>
                    <a:gd name="connsiteY0" fmla="*/ 33958 h 79263"/>
                    <a:gd name="connsiteX1" fmla="*/ 75008 w 96818"/>
                    <a:gd name="connsiteY1" fmla="*/ 42424 h 79263"/>
                    <a:gd name="connsiteX2" fmla="*/ 38391 w 96818"/>
                    <a:gd name="connsiteY2" fmla="*/ 55724 h 79263"/>
                    <a:gd name="connsiteX3" fmla="*/ 0 w 96818"/>
                    <a:gd name="connsiteY3" fmla="*/ 46681 h 79263"/>
                    <a:gd name="connsiteX4" fmla="*/ 55724 w 96818"/>
                    <a:gd name="connsiteY4" fmla="*/ 58029 h 79263"/>
                    <a:gd name="connsiteX5" fmla="*/ 70531 w 96818"/>
                    <a:gd name="connsiteY5" fmla="*/ 56566 h 79263"/>
                    <a:gd name="connsiteX6" fmla="*/ 76959 w 96818"/>
                    <a:gd name="connsiteY6" fmla="*/ 61088 h 79263"/>
                    <a:gd name="connsiteX7" fmla="*/ 96819 w 96818"/>
                    <a:gd name="connsiteY7" fmla="*/ 79264 h 79263"/>
                    <a:gd name="connsiteX8" fmla="*/ 85603 w 96818"/>
                    <a:gd name="connsiteY8" fmla="*/ 61044 h 79263"/>
                    <a:gd name="connsiteX9" fmla="*/ 81835 w 96818"/>
                    <a:gd name="connsiteY9" fmla="*/ 51823 h 79263"/>
                    <a:gd name="connsiteX10" fmla="*/ 89061 w 96818"/>
                    <a:gd name="connsiteY10" fmla="*/ 34755 h 79263"/>
                    <a:gd name="connsiteX11" fmla="*/ 89238 w 96818"/>
                    <a:gd name="connsiteY11" fmla="*/ 16137 h 79263"/>
                    <a:gd name="connsiteX12" fmla="*/ 81170 w 96818"/>
                    <a:gd name="connsiteY12" fmla="*/ 0 h 79263"/>
                    <a:gd name="connsiteX13" fmla="*/ 81924 w 96818"/>
                    <a:gd name="connsiteY13" fmla="*/ 33958 h 79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6818" h="79263">
                      <a:moveTo>
                        <a:pt x="81924" y="33958"/>
                      </a:moveTo>
                      <a:cubicBezTo>
                        <a:pt x="80195" y="37194"/>
                        <a:pt x="77756" y="39987"/>
                        <a:pt x="75008" y="42424"/>
                      </a:cubicBezTo>
                      <a:cubicBezTo>
                        <a:pt x="65122" y="51246"/>
                        <a:pt x="51690" y="55547"/>
                        <a:pt x="38391" y="55724"/>
                      </a:cubicBezTo>
                      <a:cubicBezTo>
                        <a:pt x="25136" y="55901"/>
                        <a:pt x="12014" y="52266"/>
                        <a:pt x="0" y="46681"/>
                      </a:cubicBezTo>
                      <a:cubicBezTo>
                        <a:pt x="15427" y="58827"/>
                        <a:pt x="36750" y="63172"/>
                        <a:pt x="55724" y="58029"/>
                      </a:cubicBezTo>
                      <a:cubicBezTo>
                        <a:pt x="60600" y="56699"/>
                        <a:pt x="65787" y="54793"/>
                        <a:pt x="70531" y="56566"/>
                      </a:cubicBezTo>
                      <a:cubicBezTo>
                        <a:pt x="73013" y="57497"/>
                        <a:pt x="75008" y="59315"/>
                        <a:pt x="76959" y="61088"/>
                      </a:cubicBezTo>
                      <a:cubicBezTo>
                        <a:pt x="83564" y="67162"/>
                        <a:pt x="90213" y="73190"/>
                        <a:pt x="96819" y="79264"/>
                      </a:cubicBezTo>
                      <a:cubicBezTo>
                        <a:pt x="93095" y="73190"/>
                        <a:pt x="89371" y="67117"/>
                        <a:pt x="85603" y="61044"/>
                      </a:cubicBezTo>
                      <a:cubicBezTo>
                        <a:pt x="83830" y="58207"/>
                        <a:pt x="82057" y="55192"/>
                        <a:pt x="81835" y="51823"/>
                      </a:cubicBezTo>
                      <a:cubicBezTo>
                        <a:pt x="81480" y="45572"/>
                        <a:pt x="86623" y="40563"/>
                        <a:pt x="89061" y="34755"/>
                      </a:cubicBezTo>
                      <a:cubicBezTo>
                        <a:pt x="91499" y="28904"/>
                        <a:pt x="91100" y="22210"/>
                        <a:pt x="89238" y="16137"/>
                      </a:cubicBezTo>
                      <a:cubicBezTo>
                        <a:pt x="87509" y="10551"/>
                        <a:pt x="84716" y="4654"/>
                        <a:pt x="81170" y="0"/>
                      </a:cubicBezTo>
                      <a:cubicBezTo>
                        <a:pt x="83076" y="11482"/>
                        <a:pt x="87908" y="22697"/>
                        <a:pt x="81924" y="3395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50" name="Forme libre : forme 18549">
                  <a:extLst>
                    <a:ext uri="{FF2B5EF4-FFF2-40B4-BE49-F238E27FC236}">
                      <a16:creationId xmlns:a16="http://schemas.microsoft.com/office/drawing/2014/main" id="{817611AC-0464-4710-9F46-A66FC5F4D1EF}"/>
                    </a:ext>
                  </a:extLst>
                </p:cNvPr>
                <p:cNvSpPr/>
                <p:nvPr/>
              </p:nvSpPr>
              <p:spPr>
                <a:xfrm>
                  <a:off x="4367580" y="6478704"/>
                  <a:ext cx="80992" cy="24592"/>
                </a:xfrm>
                <a:custGeom>
                  <a:avLst/>
                  <a:gdLst>
                    <a:gd name="connsiteX0" fmla="*/ 23274 w 80992"/>
                    <a:gd name="connsiteY0" fmla="*/ 23673 h 24592"/>
                    <a:gd name="connsiteX1" fmla="*/ 40563 w 80992"/>
                    <a:gd name="connsiteY1" fmla="*/ 0 h 24592"/>
                    <a:gd name="connsiteX2" fmla="*/ 59049 w 80992"/>
                    <a:gd name="connsiteY2" fmla="*/ 11039 h 24592"/>
                    <a:gd name="connsiteX3" fmla="*/ 80993 w 80992"/>
                    <a:gd name="connsiteY3" fmla="*/ 5143 h 24592"/>
                    <a:gd name="connsiteX4" fmla="*/ 76205 w 80992"/>
                    <a:gd name="connsiteY4" fmla="*/ 11615 h 24592"/>
                    <a:gd name="connsiteX5" fmla="*/ 68092 w 80992"/>
                    <a:gd name="connsiteY5" fmla="*/ 13654 h 24592"/>
                    <a:gd name="connsiteX6" fmla="*/ 43444 w 80992"/>
                    <a:gd name="connsiteY6" fmla="*/ 8822 h 24592"/>
                    <a:gd name="connsiteX7" fmla="*/ 36706 w 80992"/>
                    <a:gd name="connsiteY7" fmla="*/ 18176 h 24592"/>
                    <a:gd name="connsiteX8" fmla="*/ 25535 w 80992"/>
                    <a:gd name="connsiteY8" fmla="*/ 22122 h 24592"/>
                    <a:gd name="connsiteX9" fmla="*/ 9398 w 80992"/>
                    <a:gd name="connsiteY9" fmla="*/ 24382 h 24592"/>
                    <a:gd name="connsiteX10" fmla="*/ 0 w 80992"/>
                    <a:gd name="connsiteY10" fmla="*/ 19816 h 24592"/>
                    <a:gd name="connsiteX11" fmla="*/ 23274 w 80992"/>
                    <a:gd name="connsiteY11" fmla="*/ 23673 h 24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0992" h="24592">
                      <a:moveTo>
                        <a:pt x="23274" y="23673"/>
                      </a:moveTo>
                      <a:cubicBezTo>
                        <a:pt x="33470" y="20792"/>
                        <a:pt x="41449" y="10551"/>
                        <a:pt x="40563" y="0"/>
                      </a:cubicBezTo>
                      <a:cubicBezTo>
                        <a:pt x="43267" y="7138"/>
                        <a:pt x="51424" y="10995"/>
                        <a:pt x="59049" y="11039"/>
                      </a:cubicBezTo>
                      <a:cubicBezTo>
                        <a:pt x="66674" y="11083"/>
                        <a:pt x="73944" y="8069"/>
                        <a:pt x="80993" y="5143"/>
                      </a:cubicBezTo>
                      <a:cubicBezTo>
                        <a:pt x="80815" y="7935"/>
                        <a:pt x="78687" y="10329"/>
                        <a:pt x="76205" y="11615"/>
                      </a:cubicBezTo>
                      <a:cubicBezTo>
                        <a:pt x="73722" y="12900"/>
                        <a:pt x="70885" y="13299"/>
                        <a:pt x="68092" y="13654"/>
                      </a:cubicBezTo>
                      <a:cubicBezTo>
                        <a:pt x="59403" y="14807"/>
                        <a:pt x="49163" y="15428"/>
                        <a:pt x="43444" y="8822"/>
                      </a:cubicBezTo>
                      <a:cubicBezTo>
                        <a:pt x="43001" y="12767"/>
                        <a:pt x="40120" y="16092"/>
                        <a:pt x="36706" y="18176"/>
                      </a:cubicBezTo>
                      <a:cubicBezTo>
                        <a:pt x="33293" y="20215"/>
                        <a:pt x="29391" y="21190"/>
                        <a:pt x="25535" y="22122"/>
                      </a:cubicBezTo>
                      <a:cubicBezTo>
                        <a:pt x="20259" y="23407"/>
                        <a:pt x="14851" y="24693"/>
                        <a:pt x="9398" y="24382"/>
                      </a:cubicBezTo>
                      <a:cubicBezTo>
                        <a:pt x="6384" y="24205"/>
                        <a:pt x="89" y="23629"/>
                        <a:pt x="0" y="19816"/>
                      </a:cubicBezTo>
                      <a:cubicBezTo>
                        <a:pt x="7315" y="23673"/>
                        <a:pt x="15117" y="25978"/>
                        <a:pt x="23274" y="2367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51" name="Forme libre : forme 18550">
                  <a:extLst>
                    <a:ext uri="{FF2B5EF4-FFF2-40B4-BE49-F238E27FC236}">
                      <a16:creationId xmlns:a16="http://schemas.microsoft.com/office/drawing/2014/main" id="{096EA63A-20AA-4C61-B263-AC2E7DA6DEBD}"/>
                    </a:ext>
                  </a:extLst>
                </p:cNvPr>
                <p:cNvSpPr/>
                <p:nvPr/>
              </p:nvSpPr>
              <p:spPr>
                <a:xfrm>
                  <a:off x="4510414" y="6346110"/>
                  <a:ext cx="128499" cy="129401"/>
                </a:xfrm>
                <a:custGeom>
                  <a:avLst/>
                  <a:gdLst>
                    <a:gd name="connsiteX0" fmla="*/ 89327 w 128499"/>
                    <a:gd name="connsiteY0" fmla="*/ 48675 h 129401"/>
                    <a:gd name="connsiteX1" fmla="*/ 87997 w 128499"/>
                    <a:gd name="connsiteY1" fmla="*/ 64767 h 129401"/>
                    <a:gd name="connsiteX2" fmla="*/ 60512 w 128499"/>
                    <a:gd name="connsiteY2" fmla="*/ 93494 h 129401"/>
                    <a:gd name="connsiteX3" fmla="*/ 19949 w 128499"/>
                    <a:gd name="connsiteY3" fmla="*/ 97572 h 129401"/>
                    <a:gd name="connsiteX4" fmla="*/ 0 w 128499"/>
                    <a:gd name="connsiteY4" fmla="*/ 96154 h 129401"/>
                    <a:gd name="connsiteX5" fmla="*/ 30012 w 128499"/>
                    <a:gd name="connsiteY5" fmla="*/ 100542 h 129401"/>
                    <a:gd name="connsiteX6" fmla="*/ 91233 w 128499"/>
                    <a:gd name="connsiteY6" fmla="*/ 71816 h 129401"/>
                    <a:gd name="connsiteX7" fmla="*/ 93361 w 128499"/>
                    <a:gd name="connsiteY7" fmla="*/ 69156 h 129401"/>
                    <a:gd name="connsiteX8" fmla="*/ 99479 w 128499"/>
                    <a:gd name="connsiteY8" fmla="*/ 69511 h 129401"/>
                    <a:gd name="connsiteX9" fmla="*/ 121511 w 128499"/>
                    <a:gd name="connsiteY9" fmla="*/ 95090 h 129401"/>
                    <a:gd name="connsiteX10" fmla="*/ 121733 w 128499"/>
                    <a:gd name="connsiteY10" fmla="*/ 129402 h 129401"/>
                    <a:gd name="connsiteX11" fmla="*/ 128116 w 128499"/>
                    <a:gd name="connsiteY11" fmla="*/ 99656 h 129401"/>
                    <a:gd name="connsiteX12" fmla="*/ 128072 w 128499"/>
                    <a:gd name="connsiteY12" fmla="*/ 91366 h 129401"/>
                    <a:gd name="connsiteX13" fmla="*/ 123284 w 128499"/>
                    <a:gd name="connsiteY13" fmla="*/ 83519 h 129401"/>
                    <a:gd name="connsiteX14" fmla="*/ 94159 w 128499"/>
                    <a:gd name="connsiteY14" fmla="*/ 64989 h 129401"/>
                    <a:gd name="connsiteX15" fmla="*/ 82855 w 128499"/>
                    <a:gd name="connsiteY15" fmla="*/ 16624 h 129401"/>
                    <a:gd name="connsiteX16" fmla="*/ 73190 w 128499"/>
                    <a:gd name="connsiteY16" fmla="*/ 3679 h 129401"/>
                    <a:gd name="connsiteX17" fmla="*/ 65565 w 128499"/>
                    <a:gd name="connsiteY17" fmla="*/ 0 h 129401"/>
                    <a:gd name="connsiteX18" fmla="*/ 74121 w 128499"/>
                    <a:gd name="connsiteY18" fmla="*/ 9398 h 129401"/>
                    <a:gd name="connsiteX19" fmla="*/ 81968 w 128499"/>
                    <a:gd name="connsiteY19" fmla="*/ 21190 h 129401"/>
                    <a:gd name="connsiteX20" fmla="*/ 89327 w 128499"/>
                    <a:gd name="connsiteY20" fmla="*/ 48675 h 129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8499" h="129401">
                      <a:moveTo>
                        <a:pt x="89327" y="48675"/>
                      </a:moveTo>
                      <a:cubicBezTo>
                        <a:pt x="89637" y="54084"/>
                        <a:pt x="89416" y="59536"/>
                        <a:pt x="87997" y="64767"/>
                      </a:cubicBezTo>
                      <a:cubicBezTo>
                        <a:pt x="84406" y="78022"/>
                        <a:pt x="73279" y="88351"/>
                        <a:pt x="60512" y="93494"/>
                      </a:cubicBezTo>
                      <a:cubicBezTo>
                        <a:pt x="47789" y="98592"/>
                        <a:pt x="33603" y="99080"/>
                        <a:pt x="19949" y="97572"/>
                      </a:cubicBezTo>
                      <a:cubicBezTo>
                        <a:pt x="13299" y="96819"/>
                        <a:pt x="6650" y="95666"/>
                        <a:pt x="0" y="96154"/>
                      </a:cubicBezTo>
                      <a:cubicBezTo>
                        <a:pt x="10063" y="97306"/>
                        <a:pt x="19949" y="99833"/>
                        <a:pt x="30012" y="100542"/>
                      </a:cubicBezTo>
                      <a:cubicBezTo>
                        <a:pt x="53685" y="102227"/>
                        <a:pt x="79086" y="92208"/>
                        <a:pt x="91233" y="71816"/>
                      </a:cubicBezTo>
                      <a:cubicBezTo>
                        <a:pt x="91809" y="70841"/>
                        <a:pt x="92430" y="69777"/>
                        <a:pt x="93361" y="69156"/>
                      </a:cubicBezTo>
                      <a:cubicBezTo>
                        <a:pt x="95134" y="68004"/>
                        <a:pt x="97528" y="68624"/>
                        <a:pt x="99479" y="69511"/>
                      </a:cubicBezTo>
                      <a:cubicBezTo>
                        <a:pt x="110074" y="74166"/>
                        <a:pt x="117920" y="84051"/>
                        <a:pt x="121511" y="95090"/>
                      </a:cubicBezTo>
                      <a:cubicBezTo>
                        <a:pt x="125058" y="106128"/>
                        <a:pt x="124614" y="118186"/>
                        <a:pt x="121733" y="129402"/>
                      </a:cubicBezTo>
                      <a:cubicBezTo>
                        <a:pt x="124659" y="119694"/>
                        <a:pt x="126787" y="109719"/>
                        <a:pt x="128116" y="99656"/>
                      </a:cubicBezTo>
                      <a:cubicBezTo>
                        <a:pt x="128471" y="96907"/>
                        <a:pt x="128781" y="94026"/>
                        <a:pt x="128072" y="91366"/>
                      </a:cubicBezTo>
                      <a:cubicBezTo>
                        <a:pt x="127274" y="88396"/>
                        <a:pt x="125324" y="85825"/>
                        <a:pt x="123284" y="83519"/>
                      </a:cubicBezTo>
                      <a:cubicBezTo>
                        <a:pt x="115482" y="74831"/>
                        <a:pt x="105286" y="68358"/>
                        <a:pt x="94159" y="64989"/>
                      </a:cubicBezTo>
                      <a:cubicBezTo>
                        <a:pt x="94425" y="48276"/>
                        <a:pt x="90480" y="31475"/>
                        <a:pt x="82855" y="16624"/>
                      </a:cubicBezTo>
                      <a:cubicBezTo>
                        <a:pt x="80372" y="11792"/>
                        <a:pt x="77402" y="7093"/>
                        <a:pt x="73190" y="3679"/>
                      </a:cubicBezTo>
                      <a:cubicBezTo>
                        <a:pt x="70974" y="1906"/>
                        <a:pt x="68358" y="443"/>
                        <a:pt x="65565" y="0"/>
                      </a:cubicBezTo>
                      <a:cubicBezTo>
                        <a:pt x="66230" y="3414"/>
                        <a:pt x="71727" y="6605"/>
                        <a:pt x="74121" y="9398"/>
                      </a:cubicBezTo>
                      <a:cubicBezTo>
                        <a:pt x="77225" y="12989"/>
                        <a:pt x="79840" y="16979"/>
                        <a:pt x="81968" y="21190"/>
                      </a:cubicBezTo>
                      <a:cubicBezTo>
                        <a:pt x="86268" y="29613"/>
                        <a:pt x="88751" y="39144"/>
                        <a:pt x="89327" y="4867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52" name="Forme libre : forme 18551">
                  <a:extLst>
                    <a:ext uri="{FF2B5EF4-FFF2-40B4-BE49-F238E27FC236}">
                      <a16:creationId xmlns:a16="http://schemas.microsoft.com/office/drawing/2014/main" id="{3AB4D2D8-3724-4ACD-84E9-6E59D7522BBC}"/>
                    </a:ext>
                  </a:extLst>
                </p:cNvPr>
                <p:cNvSpPr/>
                <p:nvPr/>
              </p:nvSpPr>
              <p:spPr>
                <a:xfrm>
                  <a:off x="4607366" y="6321152"/>
                  <a:ext cx="56305" cy="52975"/>
                </a:xfrm>
                <a:custGeom>
                  <a:avLst/>
                  <a:gdLst>
                    <a:gd name="connsiteX0" fmla="*/ 37947 w 56305"/>
                    <a:gd name="connsiteY0" fmla="*/ 21279 h 52975"/>
                    <a:gd name="connsiteX1" fmla="*/ 0 w 56305"/>
                    <a:gd name="connsiteY1" fmla="*/ 33026 h 52975"/>
                    <a:gd name="connsiteX2" fmla="*/ 24293 w 56305"/>
                    <a:gd name="connsiteY2" fmla="*/ 31297 h 52975"/>
                    <a:gd name="connsiteX3" fmla="*/ 37992 w 56305"/>
                    <a:gd name="connsiteY3" fmla="*/ 29303 h 52975"/>
                    <a:gd name="connsiteX4" fmla="*/ 44287 w 56305"/>
                    <a:gd name="connsiteY4" fmla="*/ 33115 h 52975"/>
                    <a:gd name="connsiteX5" fmla="*/ 55103 w 56305"/>
                    <a:gd name="connsiteY5" fmla="*/ 52975 h 52975"/>
                    <a:gd name="connsiteX6" fmla="*/ 47789 w 56305"/>
                    <a:gd name="connsiteY6" fmla="*/ 30233 h 52975"/>
                    <a:gd name="connsiteX7" fmla="*/ 42691 w 56305"/>
                    <a:gd name="connsiteY7" fmla="*/ 24825 h 52975"/>
                    <a:gd name="connsiteX8" fmla="*/ 43134 w 56305"/>
                    <a:gd name="connsiteY8" fmla="*/ 22476 h 52975"/>
                    <a:gd name="connsiteX9" fmla="*/ 55148 w 56305"/>
                    <a:gd name="connsiteY9" fmla="*/ 0 h 52975"/>
                    <a:gd name="connsiteX10" fmla="*/ 37947 w 56305"/>
                    <a:gd name="connsiteY10" fmla="*/ 21279 h 5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6305" h="52975">
                      <a:moveTo>
                        <a:pt x="37947" y="21279"/>
                      </a:moveTo>
                      <a:cubicBezTo>
                        <a:pt x="26953" y="29036"/>
                        <a:pt x="13388" y="32450"/>
                        <a:pt x="0" y="33026"/>
                      </a:cubicBezTo>
                      <a:cubicBezTo>
                        <a:pt x="8068" y="34268"/>
                        <a:pt x="16447" y="33691"/>
                        <a:pt x="24293" y="31297"/>
                      </a:cubicBezTo>
                      <a:cubicBezTo>
                        <a:pt x="28771" y="29923"/>
                        <a:pt x="33514" y="27973"/>
                        <a:pt x="37992" y="29303"/>
                      </a:cubicBezTo>
                      <a:cubicBezTo>
                        <a:pt x="40341" y="30012"/>
                        <a:pt x="42380" y="31564"/>
                        <a:pt x="44287" y="33115"/>
                      </a:cubicBezTo>
                      <a:cubicBezTo>
                        <a:pt x="50404" y="38169"/>
                        <a:pt x="56611" y="45217"/>
                        <a:pt x="55103" y="52975"/>
                      </a:cubicBezTo>
                      <a:cubicBezTo>
                        <a:pt x="58251" y="44952"/>
                        <a:pt x="55015" y="34933"/>
                        <a:pt x="47789" y="30233"/>
                      </a:cubicBezTo>
                      <a:cubicBezTo>
                        <a:pt x="45617" y="28815"/>
                        <a:pt x="42868" y="27396"/>
                        <a:pt x="42691" y="24825"/>
                      </a:cubicBezTo>
                      <a:cubicBezTo>
                        <a:pt x="42646" y="24027"/>
                        <a:pt x="42868" y="23229"/>
                        <a:pt x="43134" y="22476"/>
                      </a:cubicBezTo>
                      <a:cubicBezTo>
                        <a:pt x="45395" y="16225"/>
                        <a:pt x="57542" y="6827"/>
                        <a:pt x="55148" y="0"/>
                      </a:cubicBezTo>
                      <a:cubicBezTo>
                        <a:pt x="50670" y="8379"/>
                        <a:pt x="45883" y="15693"/>
                        <a:pt x="37947" y="2127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53" name="Forme libre : forme 18552">
                  <a:extLst>
                    <a:ext uri="{FF2B5EF4-FFF2-40B4-BE49-F238E27FC236}">
                      <a16:creationId xmlns:a16="http://schemas.microsoft.com/office/drawing/2014/main" id="{7E98F685-A053-407F-86E1-71809F3AF21C}"/>
                    </a:ext>
                  </a:extLst>
                </p:cNvPr>
                <p:cNvSpPr/>
                <p:nvPr/>
              </p:nvSpPr>
              <p:spPr>
                <a:xfrm>
                  <a:off x="4624522" y="6397445"/>
                  <a:ext cx="33665" cy="33780"/>
                </a:xfrm>
                <a:custGeom>
                  <a:avLst/>
                  <a:gdLst>
                    <a:gd name="connsiteX0" fmla="*/ 0 w 33665"/>
                    <a:gd name="connsiteY0" fmla="*/ 24781 h 33780"/>
                    <a:gd name="connsiteX1" fmla="*/ 12546 w 33665"/>
                    <a:gd name="connsiteY1" fmla="*/ 26510 h 33780"/>
                    <a:gd name="connsiteX2" fmla="*/ 23229 w 33665"/>
                    <a:gd name="connsiteY2" fmla="*/ 19063 h 33780"/>
                    <a:gd name="connsiteX3" fmla="*/ 33647 w 33665"/>
                    <a:gd name="connsiteY3" fmla="*/ 0 h 33780"/>
                    <a:gd name="connsiteX4" fmla="*/ 26554 w 33665"/>
                    <a:gd name="connsiteY4" fmla="*/ 21368 h 33780"/>
                    <a:gd name="connsiteX5" fmla="*/ 7137 w 33665"/>
                    <a:gd name="connsiteY5" fmla="*/ 32761 h 33780"/>
                    <a:gd name="connsiteX6" fmla="*/ 7182 w 33665"/>
                    <a:gd name="connsiteY6" fmla="*/ 33780 h 33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665" h="33780">
                      <a:moveTo>
                        <a:pt x="0" y="24781"/>
                      </a:moveTo>
                      <a:cubicBezTo>
                        <a:pt x="3458" y="27486"/>
                        <a:pt x="8379" y="27884"/>
                        <a:pt x="12546" y="26510"/>
                      </a:cubicBezTo>
                      <a:cubicBezTo>
                        <a:pt x="16713" y="25180"/>
                        <a:pt x="20259" y="22299"/>
                        <a:pt x="23229" y="19063"/>
                      </a:cubicBezTo>
                      <a:cubicBezTo>
                        <a:pt x="28150" y="13654"/>
                        <a:pt x="31785" y="7048"/>
                        <a:pt x="33647" y="0"/>
                      </a:cubicBezTo>
                      <a:cubicBezTo>
                        <a:pt x="33913" y="7669"/>
                        <a:pt x="31342" y="15383"/>
                        <a:pt x="26554" y="21368"/>
                      </a:cubicBezTo>
                      <a:cubicBezTo>
                        <a:pt x="21722" y="27308"/>
                        <a:pt x="14718" y="31475"/>
                        <a:pt x="7137" y="32761"/>
                      </a:cubicBezTo>
                      <a:cubicBezTo>
                        <a:pt x="7137" y="33115"/>
                        <a:pt x="7182" y="33426"/>
                        <a:pt x="7182" y="33780"/>
                      </a:cubicBezTo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54" name="Forme libre : forme 18553">
                  <a:extLst>
                    <a:ext uri="{FF2B5EF4-FFF2-40B4-BE49-F238E27FC236}">
                      <a16:creationId xmlns:a16="http://schemas.microsoft.com/office/drawing/2014/main" id="{72B9FF91-71A6-4B9E-A3CC-F8FCE5970E50}"/>
                    </a:ext>
                  </a:extLst>
                </p:cNvPr>
                <p:cNvSpPr/>
                <p:nvPr/>
              </p:nvSpPr>
              <p:spPr>
                <a:xfrm>
                  <a:off x="4484480" y="6475024"/>
                  <a:ext cx="34711" cy="20794"/>
                </a:xfrm>
                <a:custGeom>
                  <a:avLst/>
                  <a:gdLst>
                    <a:gd name="connsiteX0" fmla="*/ 14142 w 34711"/>
                    <a:gd name="connsiteY0" fmla="*/ 0 h 20794"/>
                    <a:gd name="connsiteX1" fmla="*/ 21767 w 34711"/>
                    <a:gd name="connsiteY1" fmla="*/ 13211 h 20794"/>
                    <a:gd name="connsiteX2" fmla="*/ 34711 w 34711"/>
                    <a:gd name="connsiteY2" fmla="*/ 20658 h 20794"/>
                    <a:gd name="connsiteX3" fmla="*/ 15383 w 34711"/>
                    <a:gd name="connsiteY3" fmla="*/ 7847 h 20794"/>
                    <a:gd name="connsiteX4" fmla="*/ 0 w 34711"/>
                    <a:gd name="connsiteY4" fmla="*/ 17688 h 20794"/>
                    <a:gd name="connsiteX5" fmla="*/ 14142 w 34711"/>
                    <a:gd name="connsiteY5" fmla="*/ 0 h 20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711" h="20794">
                      <a:moveTo>
                        <a:pt x="14142" y="0"/>
                      </a:moveTo>
                      <a:cubicBezTo>
                        <a:pt x="16314" y="4611"/>
                        <a:pt x="18486" y="9309"/>
                        <a:pt x="21767" y="13211"/>
                      </a:cubicBezTo>
                      <a:cubicBezTo>
                        <a:pt x="25047" y="17112"/>
                        <a:pt x="29613" y="20215"/>
                        <a:pt x="34711" y="20658"/>
                      </a:cubicBezTo>
                      <a:cubicBezTo>
                        <a:pt x="26333" y="21767"/>
                        <a:pt x="17599" y="15959"/>
                        <a:pt x="15383" y="7847"/>
                      </a:cubicBezTo>
                      <a:cubicBezTo>
                        <a:pt x="16402" y="11570"/>
                        <a:pt x="2660" y="17067"/>
                        <a:pt x="0" y="17688"/>
                      </a:cubicBezTo>
                      <a:cubicBezTo>
                        <a:pt x="6694" y="13876"/>
                        <a:pt x="13920" y="8600"/>
                        <a:pt x="14142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55" name="Forme libre : forme 18554">
                  <a:extLst>
                    <a:ext uri="{FF2B5EF4-FFF2-40B4-BE49-F238E27FC236}">
                      <a16:creationId xmlns:a16="http://schemas.microsoft.com/office/drawing/2014/main" id="{96D8CB79-4814-40EC-A872-D1CAF9ACFA9E}"/>
                    </a:ext>
                  </a:extLst>
                </p:cNvPr>
                <p:cNvSpPr/>
                <p:nvPr/>
              </p:nvSpPr>
              <p:spPr>
                <a:xfrm>
                  <a:off x="4534752" y="6506188"/>
                  <a:ext cx="79618" cy="29835"/>
                </a:xfrm>
                <a:custGeom>
                  <a:avLst/>
                  <a:gdLst>
                    <a:gd name="connsiteX0" fmla="*/ 54217 w 79618"/>
                    <a:gd name="connsiteY0" fmla="*/ 11970 h 29835"/>
                    <a:gd name="connsiteX1" fmla="*/ 50360 w 79618"/>
                    <a:gd name="connsiteY1" fmla="*/ 12635 h 29835"/>
                    <a:gd name="connsiteX2" fmla="*/ 47922 w 79618"/>
                    <a:gd name="connsiteY2" fmla="*/ 15561 h 29835"/>
                    <a:gd name="connsiteX3" fmla="*/ 41361 w 79618"/>
                    <a:gd name="connsiteY3" fmla="*/ 29835 h 29835"/>
                    <a:gd name="connsiteX4" fmla="*/ 42691 w 79618"/>
                    <a:gd name="connsiteY4" fmla="*/ 16093 h 29835"/>
                    <a:gd name="connsiteX5" fmla="*/ 0 w 79618"/>
                    <a:gd name="connsiteY5" fmla="*/ 444 h 29835"/>
                    <a:gd name="connsiteX6" fmla="*/ 26421 w 79618"/>
                    <a:gd name="connsiteY6" fmla="*/ 7404 h 29835"/>
                    <a:gd name="connsiteX7" fmla="*/ 37415 w 79618"/>
                    <a:gd name="connsiteY7" fmla="*/ 10729 h 29835"/>
                    <a:gd name="connsiteX8" fmla="*/ 53020 w 79618"/>
                    <a:gd name="connsiteY8" fmla="*/ 8911 h 29835"/>
                    <a:gd name="connsiteX9" fmla="*/ 68580 w 79618"/>
                    <a:gd name="connsiteY9" fmla="*/ 4390 h 29835"/>
                    <a:gd name="connsiteX10" fmla="*/ 79618 w 79618"/>
                    <a:gd name="connsiteY10" fmla="*/ 45 h 29835"/>
                    <a:gd name="connsiteX11" fmla="*/ 54217 w 79618"/>
                    <a:gd name="connsiteY11" fmla="*/ 11970 h 29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79618" h="29835">
                      <a:moveTo>
                        <a:pt x="54217" y="11970"/>
                      </a:moveTo>
                      <a:cubicBezTo>
                        <a:pt x="52887" y="12014"/>
                        <a:pt x="51513" y="11970"/>
                        <a:pt x="50360" y="12635"/>
                      </a:cubicBezTo>
                      <a:cubicBezTo>
                        <a:pt x="49252" y="13256"/>
                        <a:pt x="48542" y="14453"/>
                        <a:pt x="47922" y="15561"/>
                      </a:cubicBezTo>
                      <a:cubicBezTo>
                        <a:pt x="45351" y="20127"/>
                        <a:pt x="43178" y="24915"/>
                        <a:pt x="41361" y="29835"/>
                      </a:cubicBezTo>
                      <a:cubicBezTo>
                        <a:pt x="41095" y="25225"/>
                        <a:pt x="41538" y="20570"/>
                        <a:pt x="42691" y="16093"/>
                      </a:cubicBezTo>
                      <a:cubicBezTo>
                        <a:pt x="27751" y="13211"/>
                        <a:pt x="13255" y="7892"/>
                        <a:pt x="0" y="444"/>
                      </a:cubicBezTo>
                      <a:cubicBezTo>
                        <a:pt x="8910" y="2350"/>
                        <a:pt x="17865" y="4301"/>
                        <a:pt x="26421" y="7404"/>
                      </a:cubicBezTo>
                      <a:cubicBezTo>
                        <a:pt x="30012" y="8690"/>
                        <a:pt x="33603" y="10197"/>
                        <a:pt x="37415" y="10729"/>
                      </a:cubicBezTo>
                      <a:cubicBezTo>
                        <a:pt x="42646" y="11438"/>
                        <a:pt x="47922" y="10153"/>
                        <a:pt x="53020" y="8911"/>
                      </a:cubicBezTo>
                      <a:cubicBezTo>
                        <a:pt x="58251" y="7626"/>
                        <a:pt x="63526" y="6340"/>
                        <a:pt x="68580" y="4390"/>
                      </a:cubicBezTo>
                      <a:cubicBezTo>
                        <a:pt x="71772" y="3148"/>
                        <a:pt x="76205" y="-442"/>
                        <a:pt x="79618" y="45"/>
                      </a:cubicBezTo>
                      <a:cubicBezTo>
                        <a:pt x="74254" y="7537"/>
                        <a:pt x="63127" y="11749"/>
                        <a:pt x="54217" y="1197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56" name="Forme libre : forme 18555">
                  <a:extLst>
                    <a:ext uri="{FF2B5EF4-FFF2-40B4-BE49-F238E27FC236}">
                      <a16:creationId xmlns:a16="http://schemas.microsoft.com/office/drawing/2014/main" id="{86EDF3D4-9D65-4BA3-99B9-216E2974AD66}"/>
                    </a:ext>
                  </a:extLst>
                </p:cNvPr>
                <p:cNvSpPr/>
                <p:nvPr/>
              </p:nvSpPr>
              <p:spPr>
                <a:xfrm>
                  <a:off x="4450523" y="6522503"/>
                  <a:ext cx="35110" cy="14762"/>
                </a:xfrm>
                <a:custGeom>
                  <a:avLst/>
                  <a:gdLst>
                    <a:gd name="connsiteX0" fmla="*/ 13565 w 35110"/>
                    <a:gd name="connsiteY0" fmla="*/ 0 h 14762"/>
                    <a:gd name="connsiteX1" fmla="*/ 14762 w 35110"/>
                    <a:gd name="connsiteY1" fmla="*/ 8423 h 14762"/>
                    <a:gd name="connsiteX2" fmla="*/ 23673 w 35110"/>
                    <a:gd name="connsiteY2" fmla="*/ 11703 h 14762"/>
                    <a:gd name="connsiteX3" fmla="*/ 35110 w 35110"/>
                    <a:gd name="connsiteY3" fmla="*/ 14763 h 14762"/>
                    <a:gd name="connsiteX4" fmla="*/ 15738 w 35110"/>
                    <a:gd name="connsiteY4" fmla="*/ 14364 h 14762"/>
                    <a:gd name="connsiteX5" fmla="*/ 0 w 35110"/>
                    <a:gd name="connsiteY5" fmla="*/ 12502 h 14762"/>
                    <a:gd name="connsiteX6" fmla="*/ 13565 w 35110"/>
                    <a:gd name="connsiteY6" fmla="*/ 0 h 1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110" h="14762">
                      <a:moveTo>
                        <a:pt x="13565" y="0"/>
                      </a:moveTo>
                      <a:cubicBezTo>
                        <a:pt x="13211" y="2882"/>
                        <a:pt x="12989" y="6118"/>
                        <a:pt x="14762" y="8423"/>
                      </a:cubicBezTo>
                      <a:cubicBezTo>
                        <a:pt x="16757" y="10950"/>
                        <a:pt x="20437" y="11260"/>
                        <a:pt x="23673" y="11703"/>
                      </a:cubicBezTo>
                      <a:cubicBezTo>
                        <a:pt x="27574" y="12235"/>
                        <a:pt x="31431" y="13255"/>
                        <a:pt x="35110" y="14763"/>
                      </a:cubicBezTo>
                      <a:cubicBezTo>
                        <a:pt x="28638" y="14674"/>
                        <a:pt x="22166" y="14541"/>
                        <a:pt x="15738" y="14364"/>
                      </a:cubicBezTo>
                      <a:cubicBezTo>
                        <a:pt x="11925" y="14275"/>
                        <a:pt x="2527" y="15738"/>
                        <a:pt x="0" y="12502"/>
                      </a:cubicBezTo>
                      <a:cubicBezTo>
                        <a:pt x="6561" y="9531"/>
                        <a:pt x="12546" y="8290"/>
                        <a:pt x="13565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57" name="Forme libre : forme 18556">
                  <a:extLst>
                    <a:ext uri="{FF2B5EF4-FFF2-40B4-BE49-F238E27FC236}">
                      <a16:creationId xmlns:a16="http://schemas.microsoft.com/office/drawing/2014/main" id="{FAE7080B-8B48-42F2-B918-1BD53C91ADD2}"/>
                    </a:ext>
                  </a:extLst>
                </p:cNvPr>
                <p:cNvSpPr/>
                <p:nvPr/>
              </p:nvSpPr>
              <p:spPr>
                <a:xfrm>
                  <a:off x="4706889" y="6405380"/>
                  <a:ext cx="53995" cy="64811"/>
                </a:xfrm>
                <a:custGeom>
                  <a:avLst/>
                  <a:gdLst>
                    <a:gd name="connsiteX0" fmla="*/ 8911 w 53995"/>
                    <a:gd name="connsiteY0" fmla="*/ 16535 h 64811"/>
                    <a:gd name="connsiteX1" fmla="*/ 23052 w 53995"/>
                    <a:gd name="connsiteY1" fmla="*/ 22609 h 64811"/>
                    <a:gd name="connsiteX2" fmla="*/ 53995 w 53995"/>
                    <a:gd name="connsiteY2" fmla="*/ 64812 h 64811"/>
                    <a:gd name="connsiteX3" fmla="*/ 41449 w 53995"/>
                    <a:gd name="connsiteY3" fmla="*/ 34490 h 64811"/>
                    <a:gd name="connsiteX4" fmla="*/ 34268 w 53995"/>
                    <a:gd name="connsiteY4" fmla="*/ 26953 h 64811"/>
                    <a:gd name="connsiteX5" fmla="*/ 27751 w 53995"/>
                    <a:gd name="connsiteY5" fmla="*/ 0 h 64811"/>
                    <a:gd name="connsiteX6" fmla="*/ 13610 w 53995"/>
                    <a:gd name="connsiteY6" fmla="*/ 11127 h 64811"/>
                    <a:gd name="connsiteX7" fmla="*/ 0 w 53995"/>
                    <a:gd name="connsiteY7" fmla="*/ 12634 h 64811"/>
                    <a:gd name="connsiteX8" fmla="*/ 8911 w 53995"/>
                    <a:gd name="connsiteY8" fmla="*/ 16535 h 64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3995" h="64811">
                      <a:moveTo>
                        <a:pt x="8911" y="16535"/>
                      </a:moveTo>
                      <a:cubicBezTo>
                        <a:pt x="13787" y="18220"/>
                        <a:pt x="18663" y="19905"/>
                        <a:pt x="23052" y="22609"/>
                      </a:cubicBezTo>
                      <a:cubicBezTo>
                        <a:pt x="38080" y="31829"/>
                        <a:pt x="44065" y="50271"/>
                        <a:pt x="53995" y="64812"/>
                      </a:cubicBezTo>
                      <a:cubicBezTo>
                        <a:pt x="53552" y="53640"/>
                        <a:pt x="48986" y="42691"/>
                        <a:pt x="41449" y="34490"/>
                      </a:cubicBezTo>
                      <a:cubicBezTo>
                        <a:pt x="39100" y="31918"/>
                        <a:pt x="36484" y="29657"/>
                        <a:pt x="34268" y="26953"/>
                      </a:cubicBezTo>
                      <a:cubicBezTo>
                        <a:pt x="28194" y="19594"/>
                        <a:pt x="25712" y="9354"/>
                        <a:pt x="27751" y="0"/>
                      </a:cubicBezTo>
                      <a:cubicBezTo>
                        <a:pt x="25357" y="5718"/>
                        <a:pt x="19594" y="9531"/>
                        <a:pt x="13610" y="11127"/>
                      </a:cubicBezTo>
                      <a:cubicBezTo>
                        <a:pt x="9177" y="12324"/>
                        <a:pt x="4477" y="12368"/>
                        <a:pt x="0" y="12634"/>
                      </a:cubicBezTo>
                      <a:cubicBezTo>
                        <a:pt x="2616" y="14673"/>
                        <a:pt x="5763" y="15471"/>
                        <a:pt x="8911" y="1653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58" name="Forme libre : forme 18557">
                  <a:extLst>
                    <a:ext uri="{FF2B5EF4-FFF2-40B4-BE49-F238E27FC236}">
                      <a16:creationId xmlns:a16="http://schemas.microsoft.com/office/drawing/2014/main" id="{7309AD21-2F28-4B7D-8D8B-4E671B348B20}"/>
                    </a:ext>
                  </a:extLst>
                </p:cNvPr>
                <p:cNvSpPr/>
                <p:nvPr/>
              </p:nvSpPr>
              <p:spPr>
                <a:xfrm>
                  <a:off x="4701791" y="6333387"/>
                  <a:ext cx="84450" cy="41360"/>
                </a:xfrm>
                <a:custGeom>
                  <a:avLst/>
                  <a:gdLst>
                    <a:gd name="connsiteX0" fmla="*/ 33293 w 84450"/>
                    <a:gd name="connsiteY0" fmla="*/ 41361 h 41360"/>
                    <a:gd name="connsiteX1" fmla="*/ 39721 w 84450"/>
                    <a:gd name="connsiteY1" fmla="*/ 31475 h 41360"/>
                    <a:gd name="connsiteX2" fmla="*/ 84450 w 84450"/>
                    <a:gd name="connsiteY2" fmla="*/ 0 h 41360"/>
                    <a:gd name="connsiteX3" fmla="*/ 50537 w 84450"/>
                    <a:gd name="connsiteY3" fmla="*/ 19018 h 41360"/>
                    <a:gd name="connsiteX4" fmla="*/ 12590 w 84450"/>
                    <a:gd name="connsiteY4" fmla="*/ 14319 h 41360"/>
                    <a:gd name="connsiteX5" fmla="*/ 0 w 84450"/>
                    <a:gd name="connsiteY5" fmla="*/ 11570 h 41360"/>
                    <a:gd name="connsiteX6" fmla="*/ 19284 w 84450"/>
                    <a:gd name="connsiteY6" fmla="*/ 21500 h 41360"/>
                    <a:gd name="connsiteX7" fmla="*/ 33293 w 84450"/>
                    <a:gd name="connsiteY7" fmla="*/ 41361 h 41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450" h="41360">
                      <a:moveTo>
                        <a:pt x="33293" y="41361"/>
                      </a:moveTo>
                      <a:cubicBezTo>
                        <a:pt x="33780" y="37371"/>
                        <a:pt x="36662" y="34090"/>
                        <a:pt x="39721" y="31475"/>
                      </a:cubicBezTo>
                      <a:cubicBezTo>
                        <a:pt x="53729" y="19550"/>
                        <a:pt x="74343" y="15383"/>
                        <a:pt x="84450" y="0"/>
                      </a:cubicBezTo>
                      <a:cubicBezTo>
                        <a:pt x="74653" y="8689"/>
                        <a:pt x="63216" y="15826"/>
                        <a:pt x="50537" y="19018"/>
                      </a:cubicBezTo>
                      <a:cubicBezTo>
                        <a:pt x="37859" y="22210"/>
                        <a:pt x="23806" y="21102"/>
                        <a:pt x="12590" y="14319"/>
                      </a:cubicBezTo>
                      <a:cubicBezTo>
                        <a:pt x="8600" y="11925"/>
                        <a:pt x="4699" y="9354"/>
                        <a:pt x="0" y="11570"/>
                      </a:cubicBezTo>
                      <a:cubicBezTo>
                        <a:pt x="2571" y="16137"/>
                        <a:pt x="14452" y="17865"/>
                        <a:pt x="19284" y="21500"/>
                      </a:cubicBezTo>
                      <a:cubicBezTo>
                        <a:pt x="25845" y="26465"/>
                        <a:pt x="30987" y="33425"/>
                        <a:pt x="33293" y="4136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59" name="Forme libre : forme 18558">
                  <a:extLst>
                    <a:ext uri="{FF2B5EF4-FFF2-40B4-BE49-F238E27FC236}">
                      <a16:creationId xmlns:a16="http://schemas.microsoft.com/office/drawing/2014/main" id="{8BB34328-0388-43B6-8351-71F556C09FC6}"/>
                    </a:ext>
                  </a:extLst>
                </p:cNvPr>
                <p:cNvSpPr/>
                <p:nvPr/>
              </p:nvSpPr>
              <p:spPr>
                <a:xfrm>
                  <a:off x="4698023" y="6495860"/>
                  <a:ext cx="81480" cy="37738"/>
                </a:xfrm>
                <a:custGeom>
                  <a:avLst/>
                  <a:gdLst>
                    <a:gd name="connsiteX0" fmla="*/ 52577 w 81480"/>
                    <a:gd name="connsiteY0" fmla="*/ 0 h 37738"/>
                    <a:gd name="connsiteX1" fmla="*/ 54926 w 81480"/>
                    <a:gd name="connsiteY1" fmla="*/ 17821 h 37738"/>
                    <a:gd name="connsiteX2" fmla="*/ 81480 w 81480"/>
                    <a:gd name="connsiteY2" fmla="*/ 37149 h 37738"/>
                    <a:gd name="connsiteX3" fmla="*/ 50582 w 81480"/>
                    <a:gd name="connsiteY3" fmla="*/ 23938 h 37738"/>
                    <a:gd name="connsiteX4" fmla="*/ 46858 w 81480"/>
                    <a:gd name="connsiteY4" fmla="*/ 20170 h 37738"/>
                    <a:gd name="connsiteX5" fmla="*/ 42292 w 81480"/>
                    <a:gd name="connsiteY5" fmla="*/ 21412 h 37738"/>
                    <a:gd name="connsiteX6" fmla="*/ 0 w 81480"/>
                    <a:gd name="connsiteY6" fmla="*/ 31519 h 37738"/>
                    <a:gd name="connsiteX7" fmla="*/ 30056 w 81480"/>
                    <a:gd name="connsiteY7" fmla="*/ 21456 h 37738"/>
                    <a:gd name="connsiteX8" fmla="*/ 52577 w 81480"/>
                    <a:gd name="connsiteY8" fmla="*/ 0 h 37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480" h="37738">
                      <a:moveTo>
                        <a:pt x="52577" y="0"/>
                      </a:moveTo>
                      <a:cubicBezTo>
                        <a:pt x="52089" y="6073"/>
                        <a:pt x="51734" y="12634"/>
                        <a:pt x="54926" y="17821"/>
                      </a:cubicBezTo>
                      <a:cubicBezTo>
                        <a:pt x="60733" y="27263"/>
                        <a:pt x="75451" y="27795"/>
                        <a:pt x="81480" y="37149"/>
                      </a:cubicBezTo>
                      <a:cubicBezTo>
                        <a:pt x="69821" y="39632"/>
                        <a:pt x="56877" y="34090"/>
                        <a:pt x="50582" y="23938"/>
                      </a:cubicBezTo>
                      <a:cubicBezTo>
                        <a:pt x="49606" y="22387"/>
                        <a:pt x="48631" y="20613"/>
                        <a:pt x="46858" y="20170"/>
                      </a:cubicBezTo>
                      <a:cubicBezTo>
                        <a:pt x="45306" y="19771"/>
                        <a:pt x="43710" y="20613"/>
                        <a:pt x="42292" y="21412"/>
                      </a:cubicBezTo>
                      <a:cubicBezTo>
                        <a:pt x="33514" y="26244"/>
                        <a:pt x="9576" y="37770"/>
                        <a:pt x="0" y="31519"/>
                      </a:cubicBezTo>
                      <a:cubicBezTo>
                        <a:pt x="10684" y="29923"/>
                        <a:pt x="20747" y="27042"/>
                        <a:pt x="30056" y="21456"/>
                      </a:cubicBezTo>
                      <a:cubicBezTo>
                        <a:pt x="35731" y="17998"/>
                        <a:pt x="52000" y="7492"/>
                        <a:pt x="52577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60" name="Forme libre : forme 18559">
                  <a:extLst>
                    <a:ext uri="{FF2B5EF4-FFF2-40B4-BE49-F238E27FC236}">
                      <a16:creationId xmlns:a16="http://schemas.microsoft.com/office/drawing/2014/main" id="{14B05AD0-9C40-409B-81F2-13B4B1379327}"/>
                    </a:ext>
                  </a:extLst>
                </p:cNvPr>
                <p:cNvSpPr/>
                <p:nvPr/>
              </p:nvSpPr>
              <p:spPr>
                <a:xfrm>
                  <a:off x="4812884" y="6443859"/>
                  <a:ext cx="40341" cy="69511"/>
                </a:xfrm>
                <a:custGeom>
                  <a:avLst/>
                  <a:gdLst>
                    <a:gd name="connsiteX0" fmla="*/ 22875 w 40341"/>
                    <a:gd name="connsiteY0" fmla="*/ 35377 h 69511"/>
                    <a:gd name="connsiteX1" fmla="*/ 28638 w 40341"/>
                    <a:gd name="connsiteY1" fmla="*/ 42646 h 69511"/>
                    <a:gd name="connsiteX2" fmla="*/ 30721 w 40341"/>
                    <a:gd name="connsiteY2" fmla="*/ 53153 h 69511"/>
                    <a:gd name="connsiteX3" fmla="*/ 29214 w 40341"/>
                    <a:gd name="connsiteY3" fmla="*/ 69511 h 69511"/>
                    <a:gd name="connsiteX4" fmla="*/ 33736 w 40341"/>
                    <a:gd name="connsiteY4" fmla="*/ 49518 h 69511"/>
                    <a:gd name="connsiteX5" fmla="*/ 40341 w 40341"/>
                    <a:gd name="connsiteY5" fmla="*/ 54705 h 69511"/>
                    <a:gd name="connsiteX6" fmla="*/ 30012 w 40341"/>
                    <a:gd name="connsiteY6" fmla="*/ 27840 h 69511"/>
                    <a:gd name="connsiteX7" fmla="*/ 36351 w 40341"/>
                    <a:gd name="connsiteY7" fmla="*/ 0 h 69511"/>
                    <a:gd name="connsiteX8" fmla="*/ 30544 w 40341"/>
                    <a:gd name="connsiteY8" fmla="*/ 22387 h 69511"/>
                    <a:gd name="connsiteX9" fmla="*/ 27840 w 40341"/>
                    <a:gd name="connsiteY9" fmla="*/ 27707 h 69511"/>
                    <a:gd name="connsiteX10" fmla="*/ 20614 w 40341"/>
                    <a:gd name="connsiteY10" fmla="*/ 28815 h 69511"/>
                    <a:gd name="connsiteX11" fmla="*/ 13920 w 40341"/>
                    <a:gd name="connsiteY11" fmla="*/ 25225 h 69511"/>
                    <a:gd name="connsiteX12" fmla="*/ 0 w 40341"/>
                    <a:gd name="connsiteY12" fmla="*/ 20393 h 69511"/>
                    <a:gd name="connsiteX13" fmla="*/ 22875 w 40341"/>
                    <a:gd name="connsiteY13" fmla="*/ 35377 h 6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341" h="69511">
                      <a:moveTo>
                        <a:pt x="22875" y="35377"/>
                      </a:moveTo>
                      <a:cubicBezTo>
                        <a:pt x="25136" y="37504"/>
                        <a:pt x="27308" y="39853"/>
                        <a:pt x="28638" y="42646"/>
                      </a:cubicBezTo>
                      <a:cubicBezTo>
                        <a:pt x="30189" y="45883"/>
                        <a:pt x="30633" y="49562"/>
                        <a:pt x="30721" y="53153"/>
                      </a:cubicBezTo>
                      <a:cubicBezTo>
                        <a:pt x="30899" y="58650"/>
                        <a:pt x="30367" y="64147"/>
                        <a:pt x="29214" y="69511"/>
                      </a:cubicBezTo>
                      <a:cubicBezTo>
                        <a:pt x="29835" y="62684"/>
                        <a:pt x="31342" y="55946"/>
                        <a:pt x="33736" y="49518"/>
                      </a:cubicBezTo>
                      <a:cubicBezTo>
                        <a:pt x="36307" y="50671"/>
                        <a:pt x="38612" y="52488"/>
                        <a:pt x="40341" y="54705"/>
                      </a:cubicBezTo>
                      <a:cubicBezTo>
                        <a:pt x="34844" y="46725"/>
                        <a:pt x="30987" y="37504"/>
                        <a:pt x="30012" y="27840"/>
                      </a:cubicBezTo>
                      <a:cubicBezTo>
                        <a:pt x="29037" y="18176"/>
                        <a:pt x="31032" y="8113"/>
                        <a:pt x="36351" y="0"/>
                      </a:cubicBezTo>
                      <a:cubicBezTo>
                        <a:pt x="34622" y="7537"/>
                        <a:pt x="32672" y="14984"/>
                        <a:pt x="30544" y="22387"/>
                      </a:cubicBezTo>
                      <a:cubicBezTo>
                        <a:pt x="29968" y="24338"/>
                        <a:pt x="29347" y="26377"/>
                        <a:pt x="27840" y="27707"/>
                      </a:cubicBezTo>
                      <a:cubicBezTo>
                        <a:pt x="25934" y="29391"/>
                        <a:pt x="23052" y="29525"/>
                        <a:pt x="20614" y="28815"/>
                      </a:cubicBezTo>
                      <a:cubicBezTo>
                        <a:pt x="18176" y="28106"/>
                        <a:pt x="16048" y="26599"/>
                        <a:pt x="13920" y="25225"/>
                      </a:cubicBezTo>
                      <a:cubicBezTo>
                        <a:pt x="10019" y="22742"/>
                        <a:pt x="4433" y="18531"/>
                        <a:pt x="0" y="20393"/>
                      </a:cubicBezTo>
                      <a:cubicBezTo>
                        <a:pt x="8246" y="24604"/>
                        <a:pt x="16092" y="28904"/>
                        <a:pt x="22875" y="3537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61" name="Forme libre : forme 18560">
                  <a:extLst>
                    <a:ext uri="{FF2B5EF4-FFF2-40B4-BE49-F238E27FC236}">
                      <a16:creationId xmlns:a16="http://schemas.microsoft.com/office/drawing/2014/main" id="{CD9969B1-CFF8-4402-BFC6-56FB6280698E}"/>
                    </a:ext>
                  </a:extLst>
                </p:cNvPr>
                <p:cNvSpPr/>
                <p:nvPr/>
              </p:nvSpPr>
              <p:spPr>
                <a:xfrm>
                  <a:off x="4865195" y="6383747"/>
                  <a:ext cx="37947" cy="39099"/>
                </a:xfrm>
                <a:custGeom>
                  <a:avLst/>
                  <a:gdLst>
                    <a:gd name="connsiteX0" fmla="*/ 9265 w 37947"/>
                    <a:gd name="connsiteY0" fmla="*/ 20038 h 39099"/>
                    <a:gd name="connsiteX1" fmla="*/ 0 w 37947"/>
                    <a:gd name="connsiteY1" fmla="*/ 39100 h 39099"/>
                    <a:gd name="connsiteX2" fmla="*/ 37947 w 37947"/>
                    <a:gd name="connsiteY2" fmla="*/ 16890 h 39099"/>
                    <a:gd name="connsiteX3" fmla="*/ 16269 w 37947"/>
                    <a:gd name="connsiteY3" fmla="*/ 17954 h 39099"/>
                    <a:gd name="connsiteX4" fmla="*/ 13831 w 37947"/>
                    <a:gd name="connsiteY4" fmla="*/ 17422 h 39099"/>
                    <a:gd name="connsiteX5" fmla="*/ 13078 w 37947"/>
                    <a:gd name="connsiteY5" fmla="*/ 14452 h 39099"/>
                    <a:gd name="connsiteX6" fmla="*/ 4344 w 37947"/>
                    <a:gd name="connsiteY6" fmla="*/ 0 h 39099"/>
                    <a:gd name="connsiteX7" fmla="*/ 9265 w 37947"/>
                    <a:gd name="connsiteY7" fmla="*/ 20038 h 39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947" h="39099">
                      <a:moveTo>
                        <a:pt x="9265" y="20038"/>
                      </a:moveTo>
                      <a:cubicBezTo>
                        <a:pt x="8910" y="27308"/>
                        <a:pt x="5674" y="34578"/>
                        <a:pt x="0" y="39100"/>
                      </a:cubicBezTo>
                      <a:cubicBezTo>
                        <a:pt x="8556" y="26820"/>
                        <a:pt x="23495" y="20835"/>
                        <a:pt x="37947" y="16890"/>
                      </a:cubicBezTo>
                      <a:cubicBezTo>
                        <a:pt x="30721" y="17245"/>
                        <a:pt x="23495" y="17599"/>
                        <a:pt x="16269" y="17954"/>
                      </a:cubicBezTo>
                      <a:cubicBezTo>
                        <a:pt x="15427" y="17998"/>
                        <a:pt x="14452" y="17998"/>
                        <a:pt x="13831" y="17422"/>
                      </a:cubicBezTo>
                      <a:cubicBezTo>
                        <a:pt x="13033" y="16713"/>
                        <a:pt x="13078" y="15516"/>
                        <a:pt x="13078" y="14452"/>
                      </a:cubicBezTo>
                      <a:cubicBezTo>
                        <a:pt x="13122" y="8777"/>
                        <a:pt x="9753" y="1773"/>
                        <a:pt x="4344" y="0"/>
                      </a:cubicBezTo>
                      <a:cubicBezTo>
                        <a:pt x="6827" y="6561"/>
                        <a:pt x="9620" y="12723"/>
                        <a:pt x="9265" y="2003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62" name="Forme libre : forme 18561">
                  <a:extLst>
                    <a:ext uri="{FF2B5EF4-FFF2-40B4-BE49-F238E27FC236}">
                      <a16:creationId xmlns:a16="http://schemas.microsoft.com/office/drawing/2014/main" id="{5EFE65DA-C8C6-4093-9A4A-CC7A781C4CB9}"/>
                    </a:ext>
                  </a:extLst>
                </p:cNvPr>
                <p:cNvSpPr/>
                <p:nvPr/>
              </p:nvSpPr>
              <p:spPr>
                <a:xfrm>
                  <a:off x="4822726" y="6330461"/>
                  <a:ext cx="67161" cy="31519"/>
                </a:xfrm>
                <a:custGeom>
                  <a:avLst/>
                  <a:gdLst>
                    <a:gd name="connsiteX0" fmla="*/ 38923 w 67161"/>
                    <a:gd name="connsiteY0" fmla="*/ 31519 h 31519"/>
                    <a:gd name="connsiteX1" fmla="*/ 49163 w 67161"/>
                    <a:gd name="connsiteY1" fmla="*/ 13166 h 31519"/>
                    <a:gd name="connsiteX2" fmla="*/ 67161 w 67161"/>
                    <a:gd name="connsiteY2" fmla="*/ 0 h 31519"/>
                    <a:gd name="connsiteX3" fmla="*/ 31741 w 67161"/>
                    <a:gd name="connsiteY3" fmla="*/ 9309 h 31519"/>
                    <a:gd name="connsiteX4" fmla="*/ 25003 w 67161"/>
                    <a:gd name="connsiteY4" fmla="*/ 8290 h 31519"/>
                    <a:gd name="connsiteX5" fmla="*/ 19018 w 67161"/>
                    <a:gd name="connsiteY5" fmla="*/ 4743 h 31519"/>
                    <a:gd name="connsiteX6" fmla="*/ 0 w 67161"/>
                    <a:gd name="connsiteY6" fmla="*/ 1418 h 31519"/>
                    <a:gd name="connsiteX7" fmla="*/ 38923 w 67161"/>
                    <a:gd name="connsiteY7" fmla="*/ 31519 h 31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161" h="31519">
                      <a:moveTo>
                        <a:pt x="38923" y="31519"/>
                      </a:moveTo>
                      <a:cubicBezTo>
                        <a:pt x="37016" y="24249"/>
                        <a:pt x="42868" y="17245"/>
                        <a:pt x="49163" y="13166"/>
                      </a:cubicBezTo>
                      <a:cubicBezTo>
                        <a:pt x="55458" y="9088"/>
                        <a:pt x="62861" y="6118"/>
                        <a:pt x="67161" y="0"/>
                      </a:cubicBezTo>
                      <a:cubicBezTo>
                        <a:pt x="56478" y="6206"/>
                        <a:pt x="44109" y="9443"/>
                        <a:pt x="31741" y="9309"/>
                      </a:cubicBezTo>
                      <a:cubicBezTo>
                        <a:pt x="29436" y="9265"/>
                        <a:pt x="27131" y="9132"/>
                        <a:pt x="25003" y="8290"/>
                      </a:cubicBezTo>
                      <a:cubicBezTo>
                        <a:pt x="22830" y="7448"/>
                        <a:pt x="21013" y="5940"/>
                        <a:pt x="19018" y="4743"/>
                      </a:cubicBezTo>
                      <a:cubicBezTo>
                        <a:pt x="13876" y="1596"/>
                        <a:pt x="5807" y="-1197"/>
                        <a:pt x="0" y="1418"/>
                      </a:cubicBezTo>
                      <a:cubicBezTo>
                        <a:pt x="16890" y="6872"/>
                        <a:pt x="29391" y="16092"/>
                        <a:pt x="38923" y="3151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63" name="Forme libre : forme 18562">
                  <a:extLst>
                    <a:ext uri="{FF2B5EF4-FFF2-40B4-BE49-F238E27FC236}">
                      <a16:creationId xmlns:a16="http://schemas.microsoft.com/office/drawing/2014/main" id="{C4C1D144-5ACC-403D-8A8D-B46F2F43E51D}"/>
                    </a:ext>
                  </a:extLst>
                </p:cNvPr>
                <p:cNvSpPr/>
                <p:nvPr/>
              </p:nvSpPr>
              <p:spPr>
                <a:xfrm>
                  <a:off x="4948138" y="6390854"/>
                  <a:ext cx="70663" cy="121452"/>
                </a:xfrm>
                <a:custGeom>
                  <a:avLst/>
                  <a:gdLst>
                    <a:gd name="connsiteX0" fmla="*/ 28948 w 70663"/>
                    <a:gd name="connsiteY0" fmla="*/ 21929 h 121452"/>
                    <a:gd name="connsiteX1" fmla="*/ 35287 w 70663"/>
                    <a:gd name="connsiteY1" fmla="*/ 59921 h 121452"/>
                    <a:gd name="connsiteX2" fmla="*/ 20392 w 70663"/>
                    <a:gd name="connsiteY2" fmla="*/ 89889 h 121452"/>
                    <a:gd name="connsiteX3" fmla="*/ 0 w 70663"/>
                    <a:gd name="connsiteY3" fmla="*/ 121453 h 121452"/>
                    <a:gd name="connsiteX4" fmla="*/ 37016 w 70663"/>
                    <a:gd name="connsiteY4" fmla="*/ 72378 h 121452"/>
                    <a:gd name="connsiteX5" fmla="*/ 38612 w 70663"/>
                    <a:gd name="connsiteY5" fmla="*/ 117596 h 121452"/>
                    <a:gd name="connsiteX6" fmla="*/ 42247 w 70663"/>
                    <a:gd name="connsiteY6" fmla="*/ 72511 h 121452"/>
                    <a:gd name="connsiteX7" fmla="*/ 48853 w 70663"/>
                    <a:gd name="connsiteY7" fmla="*/ 45824 h 121452"/>
                    <a:gd name="connsiteX8" fmla="*/ 70663 w 70663"/>
                    <a:gd name="connsiteY8" fmla="*/ 32702 h 121452"/>
                    <a:gd name="connsiteX9" fmla="*/ 48720 w 70663"/>
                    <a:gd name="connsiteY9" fmla="*/ 38775 h 121452"/>
                    <a:gd name="connsiteX10" fmla="*/ 43843 w 70663"/>
                    <a:gd name="connsiteY10" fmla="*/ 39041 h 121452"/>
                    <a:gd name="connsiteX11" fmla="*/ 40518 w 70663"/>
                    <a:gd name="connsiteY11" fmla="*/ 35140 h 121452"/>
                    <a:gd name="connsiteX12" fmla="*/ 26421 w 70663"/>
                    <a:gd name="connsiteY12" fmla="*/ 8719 h 121452"/>
                    <a:gd name="connsiteX13" fmla="*/ 4167 w 70663"/>
                    <a:gd name="connsiteY13" fmla="*/ 1626 h 121452"/>
                    <a:gd name="connsiteX14" fmla="*/ 28948 w 70663"/>
                    <a:gd name="connsiteY14" fmla="*/ 21929 h 121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70663" h="121452">
                      <a:moveTo>
                        <a:pt x="28948" y="21929"/>
                      </a:moveTo>
                      <a:cubicBezTo>
                        <a:pt x="35997" y="33056"/>
                        <a:pt x="38346" y="47109"/>
                        <a:pt x="35287" y="59921"/>
                      </a:cubicBezTo>
                      <a:cubicBezTo>
                        <a:pt x="32672" y="70826"/>
                        <a:pt x="26510" y="80491"/>
                        <a:pt x="20392" y="89889"/>
                      </a:cubicBezTo>
                      <a:cubicBezTo>
                        <a:pt x="13610" y="100395"/>
                        <a:pt x="6783" y="110946"/>
                        <a:pt x="0" y="121453"/>
                      </a:cubicBezTo>
                      <a:cubicBezTo>
                        <a:pt x="12324" y="105094"/>
                        <a:pt x="24692" y="88736"/>
                        <a:pt x="37016" y="72378"/>
                      </a:cubicBezTo>
                      <a:cubicBezTo>
                        <a:pt x="31564" y="86874"/>
                        <a:pt x="32140" y="103543"/>
                        <a:pt x="38612" y="117596"/>
                      </a:cubicBezTo>
                      <a:cubicBezTo>
                        <a:pt x="39809" y="102567"/>
                        <a:pt x="41006" y="87539"/>
                        <a:pt x="42247" y="72511"/>
                      </a:cubicBezTo>
                      <a:cubicBezTo>
                        <a:pt x="43001" y="63290"/>
                        <a:pt x="43843" y="53626"/>
                        <a:pt x="48853" y="45824"/>
                      </a:cubicBezTo>
                      <a:cubicBezTo>
                        <a:pt x="53596" y="38421"/>
                        <a:pt x="61886" y="33411"/>
                        <a:pt x="70663" y="32702"/>
                      </a:cubicBezTo>
                      <a:cubicBezTo>
                        <a:pt x="63349" y="34741"/>
                        <a:pt x="56034" y="36736"/>
                        <a:pt x="48720" y="38775"/>
                      </a:cubicBezTo>
                      <a:cubicBezTo>
                        <a:pt x="47124" y="39218"/>
                        <a:pt x="45395" y="39662"/>
                        <a:pt x="43843" y="39041"/>
                      </a:cubicBezTo>
                      <a:cubicBezTo>
                        <a:pt x="42203" y="38376"/>
                        <a:pt x="41272" y="36736"/>
                        <a:pt x="40518" y="35140"/>
                      </a:cubicBezTo>
                      <a:cubicBezTo>
                        <a:pt x="36174" y="26052"/>
                        <a:pt x="33736" y="15590"/>
                        <a:pt x="26421" y="8719"/>
                      </a:cubicBezTo>
                      <a:cubicBezTo>
                        <a:pt x="22476" y="4995"/>
                        <a:pt x="8467" y="-3561"/>
                        <a:pt x="4167" y="1626"/>
                      </a:cubicBezTo>
                      <a:cubicBezTo>
                        <a:pt x="13964" y="6990"/>
                        <a:pt x="22742" y="12088"/>
                        <a:pt x="28948" y="2192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64" name="Forme libre : forme 18563">
                  <a:extLst>
                    <a:ext uri="{FF2B5EF4-FFF2-40B4-BE49-F238E27FC236}">
                      <a16:creationId xmlns:a16="http://schemas.microsoft.com/office/drawing/2014/main" id="{381670E3-A675-4D87-8637-A16AC48C434F}"/>
                    </a:ext>
                  </a:extLst>
                </p:cNvPr>
                <p:cNvSpPr/>
                <p:nvPr/>
              </p:nvSpPr>
              <p:spPr>
                <a:xfrm>
                  <a:off x="5006034" y="6303951"/>
                  <a:ext cx="53019" cy="59713"/>
                </a:xfrm>
                <a:custGeom>
                  <a:avLst/>
                  <a:gdLst>
                    <a:gd name="connsiteX0" fmla="*/ 28948 w 53019"/>
                    <a:gd name="connsiteY0" fmla="*/ 34534 h 59713"/>
                    <a:gd name="connsiteX1" fmla="*/ 14895 w 53019"/>
                    <a:gd name="connsiteY1" fmla="*/ 44242 h 59713"/>
                    <a:gd name="connsiteX2" fmla="*/ 0 w 53019"/>
                    <a:gd name="connsiteY2" fmla="*/ 59714 h 59713"/>
                    <a:gd name="connsiteX3" fmla="*/ 24382 w 53019"/>
                    <a:gd name="connsiteY3" fmla="*/ 43090 h 59713"/>
                    <a:gd name="connsiteX4" fmla="*/ 53020 w 53019"/>
                    <a:gd name="connsiteY4" fmla="*/ 42868 h 59713"/>
                    <a:gd name="connsiteX5" fmla="*/ 47434 w 53019"/>
                    <a:gd name="connsiteY5" fmla="*/ 26155 h 59713"/>
                    <a:gd name="connsiteX6" fmla="*/ 46636 w 53019"/>
                    <a:gd name="connsiteY6" fmla="*/ 0 h 59713"/>
                    <a:gd name="connsiteX7" fmla="*/ 28948 w 53019"/>
                    <a:gd name="connsiteY7" fmla="*/ 34534 h 59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019" h="59713">
                      <a:moveTo>
                        <a:pt x="28948" y="34534"/>
                      </a:moveTo>
                      <a:cubicBezTo>
                        <a:pt x="24604" y="38213"/>
                        <a:pt x="19506" y="40917"/>
                        <a:pt x="14895" y="44242"/>
                      </a:cubicBezTo>
                      <a:cubicBezTo>
                        <a:pt x="9088" y="48453"/>
                        <a:pt x="3990" y="53729"/>
                        <a:pt x="0" y="59714"/>
                      </a:cubicBezTo>
                      <a:cubicBezTo>
                        <a:pt x="7581" y="53375"/>
                        <a:pt x="15294" y="46946"/>
                        <a:pt x="24382" y="43090"/>
                      </a:cubicBezTo>
                      <a:cubicBezTo>
                        <a:pt x="33470" y="39233"/>
                        <a:pt x="44287" y="38258"/>
                        <a:pt x="53020" y="42868"/>
                      </a:cubicBezTo>
                      <a:cubicBezTo>
                        <a:pt x="48143" y="39233"/>
                        <a:pt x="47567" y="32273"/>
                        <a:pt x="47434" y="26155"/>
                      </a:cubicBezTo>
                      <a:cubicBezTo>
                        <a:pt x="47212" y="17511"/>
                        <a:pt x="47523" y="8644"/>
                        <a:pt x="46636" y="0"/>
                      </a:cubicBezTo>
                      <a:cubicBezTo>
                        <a:pt x="43622" y="12989"/>
                        <a:pt x="39499" y="25579"/>
                        <a:pt x="28948" y="34534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65" name="Forme libre : forme 18564">
                  <a:extLst>
                    <a:ext uri="{FF2B5EF4-FFF2-40B4-BE49-F238E27FC236}">
                      <a16:creationId xmlns:a16="http://schemas.microsoft.com/office/drawing/2014/main" id="{B2FE1446-4A6D-46FE-BF21-FFBEF2E10766}"/>
                    </a:ext>
                  </a:extLst>
                </p:cNvPr>
                <p:cNvSpPr/>
                <p:nvPr/>
              </p:nvSpPr>
              <p:spPr>
                <a:xfrm>
                  <a:off x="4899108" y="6287505"/>
                  <a:ext cx="26553" cy="30055"/>
                </a:xfrm>
                <a:custGeom>
                  <a:avLst/>
                  <a:gdLst>
                    <a:gd name="connsiteX0" fmla="*/ 18708 w 26553"/>
                    <a:gd name="connsiteY0" fmla="*/ 13919 h 30055"/>
                    <a:gd name="connsiteX1" fmla="*/ 0 w 26553"/>
                    <a:gd name="connsiteY1" fmla="*/ 30056 h 30055"/>
                    <a:gd name="connsiteX2" fmla="*/ 23096 w 26553"/>
                    <a:gd name="connsiteY2" fmla="*/ 29125 h 30055"/>
                    <a:gd name="connsiteX3" fmla="*/ 17378 w 26553"/>
                    <a:gd name="connsiteY3" fmla="*/ 27751 h 30055"/>
                    <a:gd name="connsiteX4" fmla="*/ 23008 w 26553"/>
                    <a:gd name="connsiteY4" fmla="*/ 15116 h 30055"/>
                    <a:gd name="connsiteX5" fmla="*/ 26421 w 26553"/>
                    <a:gd name="connsiteY5" fmla="*/ 0 h 30055"/>
                    <a:gd name="connsiteX6" fmla="*/ 18708 w 26553"/>
                    <a:gd name="connsiteY6" fmla="*/ 13919 h 30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553" h="30055">
                      <a:moveTo>
                        <a:pt x="18708" y="13919"/>
                      </a:moveTo>
                      <a:cubicBezTo>
                        <a:pt x="14452" y="21190"/>
                        <a:pt x="8024" y="27529"/>
                        <a:pt x="0" y="30056"/>
                      </a:cubicBezTo>
                      <a:cubicBezTo>
                        <a:pt x="7625" y="28859"/>
                        <a:pt x="15383" y="28549"/>
                        <a:pt x="23096" y="29125"/>
                      </a:cubicBezTo>
                      <a:cubicBezTo>
                        <a:pt x="21190" y="28682"/>
                        <a:pt x="19284" y="28194"/>
                        <a:pt x="17378" y="27751"/>
                      </a:cubicBezTo>
                      <a:cubicBezTo>
                        <a:pt x="17112" y="23052"/>
                        <a:pt x="20703" y="19195"/>
                        <a:pt x="23008" y="15116"/>
                      </a:cubicBezTo>
                      <a:cubicBezTo>
                        <a:pt x="25402" y="10772"/>
                        <a:pt x="27042" y="4921"/>
                        <a:pt x="26421" y="0"/>
                      </a:cubicBezTo>
                      <a:cubicBezTo>
                        <a:pt x="22697" y="1285"/>
                        <a:pt x="20969" y="10018"/>
                        <a:pt x="18708" y="1391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66" name="Forme libre : forme 18565">
                  <a:extLst>
                    <a:ext uri="{FF2B5EF4-FFF2-40B4-BE49-F238E27FC236}">
                      <a16:creationId xmlns:a16="http://schemas.microsoft.com/office/drawing/2014/main" id="{EE655A60-DA50-4EED-AFA8-CCBB69628AE5}"/>
                    </a:ext>
                  </a:extLst>
                </p:cNvPr>
                <p:cNvSpPr/>
                <p:nvPr/>
              </p:nvSpPr>
              <p:spPr>
                <a:xfrm>
                  <a:off x="5068956" y="6424931"/>
                  <a:ext cx="80178" cy="98015"/>
                </a:xfrm>
                <a:custGeom>
                  <a:avLst/>
                  <a:gdLst>
                    <a:gd name="connsiteX0" fmla="*/ 8363 w 80178"/>
                    <a:gd name="connsiteY0" fmla="*/ 11171 h 98015"/>
                    <a:gd name="connsiteX1" fmla="*/ 28267 w 80178"/>
                    <a:gd name="connsiteY1" fmla="*/ 29125 h 98015"/>
                    <a:gd name="connsiteX2" fmla="*/ 37754 w 80178"/>
                    <a:gd name="connsiteY2" fmla="*/ 53640 h 98015"/>
                    <a:gd name="connsiteX3" fmla="*/ 33543 w 80178"/>
                    <a:gd name="connsiteY3" fmla="*/ 70043 h 98015"/>
                    <a:gd name="connsiteX4" fmla="*/ 13195 w 80178"/>
                    <a:gd name="connsiteY4" fmla="*/ 98016 h 98015"/>
                    <a:gd name="connsiteX5" fmla="*/ 35094 w 80178"/>
                    <a:gd name="connsiteY5" fmla="*/ 73102 h 98015"/>
                    <a:gd name="connsiteX6" fmla="*/ 41744 w 80178"/>
                    <a:gd name="connsiteY6" fmla="*/ 60467 h 98015"/>
                    <a:gd name="connsiteX7" fmla="*/ 42719 w 80178"/>
                    <a:gd name="connsiteY7" fmla="*/ 53596 h 98015"/>
                    <a:gd name="connsiteX8" fmla="*/ 53625 w 80178"/>
                    <a:gd name="connsiteY8" fmla="*/ 44508 h 98015"/>
                    <a:gd name="connsiteX9" fmla="*/ 80179 w 80178"/>
                    <a:gd name="connsiteY9" fmla="*/ 32583 h 98015"/>
                    <a:gd name="connsiteX10" fmla="*/ 50610 w 80178"/>
                    <a:gd name="connsiteY10" fmla="*/ 42380 h 98015"/>
                    <a:gd name="connsiteX11" fmla="*/ 46266 w 80178"/>
                    <a:gd name="connsiteY11" fmla="*/ 43090 h 98015"/>
                    <a:gd name="connsiteX12" fmla="*/ 41655 w 80178"/>
                    <a:gd name="connsiteY12" fmla="*/ 40030 h 98015"/>
                    <a:gd name="connsiteX13" fmla="*/ 22992 w 80178"/>
                    <a:gd name="connsiteY13" fmla="*/ 16491 h 98015"/>
                    <a:gd name="connsiteX14" fmla="*/ 250 w 80178"/>
                    <a:gd name="connsiteY14" fmla="*/ 0 h 98015"/>
                    <a:gd name="connsiteX15" fmla="*/ 8363 w 80178"/>
                    <a:gd name="connsiteY15" fmla="*/ 11171 h 98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0178" h="98015">
                      <a:moveTo>
                        <a:pt x="8363" y="11171"/>
                      </a:moveTo>
                      <a:cubicBezTo>
                        <a:pt x="15456" y="16624"/>
                        <a:pt x="22637" y="22165"/>
                        <a:pt x="28267" y="29125"/>
                      </a:cubicBezTo>
                      <a:cubicBezTo>
                        <a:pt x="33897" y="36085"/>
                        <a:pt x="37931" y="44685"/>
                        <a:pt x="37754" y="53640"/>
                      </a:cubicBezTo>
                      <a:cubicBezTo>
                        <a:pt x="37621" y="59314"/>
                        <a:pt x="35848" y="64856"/>
                        <a:pt x="33543" y="70043"/>
                      </a:cubicBezTo>
                      <a:cubicBezTo>
                        <a:pt x="28799" y="80638"/>
                        <a:pt x="21839" y="90258"/>
                        <a:pt x="13195" y="98016"/>
                      </a:cubicBezTo>
                      <a:cubicBezTo>
                        <a:pt x="20997" y="90169"/>
                        <a:pt x="28312" y="81835"/>
                        <a:pt x="35094" y="73102"/>
                      </a:cubicBezTo>
                      <a:cubicBezTo>
                        <a:pt x="38064" y="69289"/>
                        <a:pt x="40990" y="65211"/>
                        <a:pt x="41744" y="60467"/>
                      </a:cubicBezTo>
                      <a:cubicBezTo>
                        <a:pt x="42099" y="58162"/>
                        <a:pt x="41966" y="55768"/>
                        <a:pt x="42719" y="53596"/>
                      </a:cubicBezTo>
                      <a:cubicBezTo>
                        <a:pt x="44271" y="48985"/>
                        <a:pt x="49147" y="46503"/>
                        <a:pt x="53625" y="44508"/>
                      </a:cubicBezTo>
                      <a:cubicBezTo>
                        <a:pt x="62491" y="40518"/>
                        <a:pt x="71313" y="36573"/>
                        <a:pt x="80179" y="32583"/>
                      </a:cubicBezTo>
                      <a:cubicBezTo>
                        <a:pt x="70337" y="35864"/>
                        <a:pt x="60452" y="39100"/>
                        <a:pt x="50610" y="42380"/>
                      </a:cubicBezTo>
                      <a:cubicBezTo>
                        <a:pt x="49192" y="42868"/>
                        <a:pt x="47729" y="43311"/>
                        <a:pt x="46266" y="43090"/>
                      </a:cubicBezTo>
                      <a:cubicBezTo>
                        <a:pt x="44404" y="42779"/>
                        <a:pt x="42941" y="41405"/>
                        <a:pt x="41655" y="40030"/>
                      </a:cubicBezTo>
                      <a:cubicBezTo>
                        <a:pt x="34740" y="32760"/>
                        <a:pt x="29420" y="24205"/>
                        <a:pt x="22992" y="16491"/>
                      </a:cubicBezTo>
                      <a:cubicBezTo>
                        <a:pt x="17406" y="9797"/>
                        <a:pt x="9249" y="1196"/>
                        <a:pt x="250" y="0"/>
                      </a:cubicBezTo>
                      <a:cubicBezTo>
                        <a:pt x="-1301" y="5231"/>
                        <a:pt x="4728" y="8422"/>
                        <a:pt x="8363" y="1117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67" name="Forme libre : forme 18566">
                  <a:extLst>
                    <a:ext uri="{FF2B5EF4-FFF2-40B4-BE49-F238E27FC236}">
                      <a16:creationId xmlns:a16="http://schemas.microsoft.com/office/drawing/2014/main" id="{E2C6BB21-9439-447C-A24C-758318C800EF}"/>
                    </a:ext>
                  </a:extLst>
                </p:cNvPr>
                <p:cNvSpPr/>
                <p:nvPr/>
              </p:nvSpPr>
              <p:spPr>
                <a:xfrm>
                  <a:off x="5125196" y="6287538"/>
                  <a:ext cx="95932" cy="93701"/>
                </a:xfrm>
                <a:custGeom>
                  <a:avLst/>
                  <a:gdLst>
                    <a:gd name="connsiteX0" fmla="*/ 56034 w 95932"/>
                    <a:gd name="connsiteY0" fmla="*/ 32993 h 93701"/>
                    <a:gd name="connsiteX1" fmla="*/ 42691 w 95932"/>
                    <a:gd name="connsiteY1" fmla="*/ 69876 h 93701"/>
                    <a:gd name="connsiteX2" fmla="*/ 0 w 95932"/>
                    <a:gd name="connsiteY2" fmla="*/ 92929 h 93701"/>
                    <a:gd name="connsiteX3" fmla="*/ 36795 w 95932"/>
                    <a:gd name="connsiteY3" fmla="*/ 84239 h 93701"/>
                    <a:gd name="connsiteX4" fmla="*/ 55059 w 95932"/>
                    <a:gd name="connsiteY4" fmla="*/ 51124 h 93701"/>
                    <a:gd name="connsiteX5" fmla="*/ 56212 w 95932"/>
                    <a:gd name="connsiteY5" fmla="*/ 41859 h 93701"/>
                    <a:gd name="connsiteX6" fmla="*/ 66496 w 95932"/>
                    <a:gd name="connsiteY6" fmla="*/ 29757 h 93701"/>
                    <a:gd name="connsiteX7" fmla="*/ 95932 w 95932"/>
                    <a:gd name="connsiteY7" fmla="*/ 24570 h 93701"/>
                    <a:gd name="connsiteX8" fmla="*/ 67161 w 95932"/>
                    <a:gd name="connsiteY8" fmla="*/ 13310 h 93701"/>
                    <a:gd name="connsiteX9" fmla="*/ 52399 w 95932"/>
                    <a:gd name="connsiteY9" fmla="*/ 587 h 93701"/>
                    <a:gd name="connsiteX10" fmla="*/ 56034 w 95932"/>
                    <a:gd name="connsiteY10" fmla="*/ 32993 h 93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5932" h="93701">
                      <a:moveTo>
                        <a:pt x="56034" y="32993"/>
                      </a:moveTo>
                      <a:cubicBezTo>
                        <a:pt x="55369" y="46292"/>
                        <a:pt x="51202" y="59636"/>
                        <a:pt x="42691" y="69876"/>
                      </a:cubicBezTo>
                      <a:cubicBezTo>
                        <a:pt x="32140" y="82511"/>
                        <a:pt x="16048" y="89204"/>
                        <a:pt x="0" y="92929"/>
                      </a:cubicBezTo>
                      <a:cubicBezTo>
                        <a:pt x="12767" y="95322"/>
                        <a:pt x="26466" y="92086"/>
                        <a:pt x="36795" y="84239"/>
                      </a:cubicBezTo>
                      <a:cubicBezTo>
                        <a:pt x="47124" y="76393"/>
                        <a:pt x="53906" y="64069"/>
                        <a:pt x="55059" y="51124"/>
                      </a:cubicBezTo>
                      <a:cubicBezTo>
                        <a:pt x="55325" y="48021"/>
                        <a:pt x="55281" y="44830"/>
                        <a:pt x="56212" y="41859"/>
                      </a:cubicBezTo>
                      <a:cubicBezTo>
                        <a:pt x="57852" y="36717"/>
                        <a:pt x="62108" y="32904"/>
                        <a:pt x="66496" y="29757"/>
                      </a:cubicBezTo>
                      <a:cubicBezTo>
                        <a:pt x="75097" y="23550"/>
                        <a:pt x="86977" y="18940"/>
                        <a:pt x="95932" y="24570"/>
                      </a:cubicBezTo>
                      <a:cubicBezTo>
                        <a:pt x="88928" y="16812"/>
                        <a:pt x="76161" y="18585"/>
                        <a:pt x="67161" y="13310"/>
                      </a:cubicBezTo>
                      <a:cubicBezTo>
                        <a:pt x="63172" y="10961"/>
                        <a:pt x="55369" y="-3004"/>
                        <a:pt x="52399" y="587"/>
                      </a:cubicBezTo>
                      <a:cubicBezTo>
                        <a:pt x="50537" y="2803"/>
                        <a:pt x="56300" y="28161"/>
                        <a:pt x="56034" y="3299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68" name="Forme libre : forme 18567">
                  <a:extLst>
                    <a:ext uri="{FF2B5EF4-FFF2-40B4-BE49-F238E27FC236}">
                      <a16:creationId xmlns:a16="http://schemas.microsoft.com/office/drawing/2014/main" id="{46C6FF38-50BB-4DFA-B8FD-547065172B44}"/>
                    </a:ext>
                  </a:extLst>
                </p:cNvPr>
                <p:cNvSpPr/>
                <p:nvPr/>
              </p:nvSpPr>
              <p:spPr>
                <a:xfrm>
                  <a:off x="5244845" y="6279968"/>
                  <a:ext cx="13714" cy="26288"/>
                </a:xfrm>
                <a:custGeom>
                  <a:avLst/>
                  <a:gdLst>
                    <a:gd name="connsiteX0" fmla="*/ 11171 w 13714"/>
                    <a:gd name="connsiteY0" fmla="*/ 0 h 26288"/>
                    <a:gd name="connsiteX1" fmla="*/ 13344 w 13714"/>
                    <a:gd name="connsiteY1" fmla="*/ 9265 h 26288"/>
                    <a:gd name="connsiteX2" fmla="*/ 0 w 13714"/>
                    <a:gd name="connsiteY2" fmla="*/ 26289 h 26288"/>
                    <a:gd name="connsiteX3" fmla="*/ 11171 w 13714"/>
                    <a:gd name="connsiteY3" fmla="*/ 0 h 26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714" h="26288">
                      <a:moveTo>
                        <a:pt x="11171" y="0"/>
                      </a:moveTo>
                      <a:cubicBezTo>
                        <a:pt x="12014" y="3059"/>
                        <a:pt x="12723" y="6162"/>
                        <a:pt x="13344" y="9265"/>
                      </a:cubicBezTo>
                      <a:cubicBezTo>
                        <a:pt x="15471" y="19905"/>
                        <a:pt x="8113" y="22254"/>
                        <a:pt x="0" y="26289"/>
                      </a:cubicBezTo>
                      <a:cubicBezTo>
                        <a:pt x="5586" y="20703"/>
                        <a:pt x="13477" y="8512"/>
                        <a:pt x="11171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69" name="Forme libre : forme 18568">
                  <a:extLst>
                    <a:ext uri="{FF2B5EF4-FFF2-40B4-BE49-F238E27FC236}">
                      <a16:creationId xmlns:a16="http://schemas.microsoft.com/office/drawing/2014/main" id="{F9D684F0-06DC-4C45-9989-8FFA604097C3}"/>
                    </a:ext>
                  </a:extLst>
                </p:cNvPr>
                <p:cNvSpPr/>
                <p:nvPr/>
              </p:nvSpPr>
              <p:spPr>
                <a:xfrm>
                  <a:off x="5179280" y="6407686"/>
                  <a:ext cx="55280" cy="85115"/>
                </a:xfrm>
                <a:custGeom>
                  <a:avLst/>
                  <a:gdLst>
                    <a:gd name="connsiteX0" fmla="*/ 55281 w 55280"/>
                    <a:gd name="connsiteY0" fmla="*/ 0 h 85115"/>
                    <a:gd name="connsiteX1" fmla="*/ 40918 w 55280"/>
                    <a:gd name="connsiteY1" fmla="*/ 14408 h 85115"/>
                    <a:gd name="connsiteX2" fmla="*/ 34445 w 55280"/>
                    <a:gd name="connsiteY2" fmla="*/ 17954 h 85115"/>
                    <a:gd name="connsiteX3" fmla="*/ 28505 w 55280"/>
                    <a:gd name="connsiteY3" fmla="*/ 31297 h 85115"/>
                    <a:gd name="connsiteX4" fmla="*/ 25978 w 55280"/>
                    <a:gd name="connsiteY4" fmla="*/ 62152 h 85115"/>
                    <a:gd name="connsiteX5" fmla="*/ 34179 w 55280"/>
                    <a:gd name="connsiteY5" fmla="*/ 85115 h 85115"/>
                    <a:gd name="connsiteX6" fmla="*/ 23495 w 55280"/>
                    <a:gd name="connsiteY6" fmla="*/ 39676 h 85115"/>
                    <a:gd name="connsiteX7" fmla="*/ 0 w 55280"/>
                    <a:gd name="connsiteY7" fmla="*/ 59004 h 85115"/>
                    <a:gd name="connsiteX8" fmla="*/ 15959 w 55280"/>
                    <a:gd name="connsiteY8" fmla="*/ 42159 h 85115"/>
                    <a:gd name="connsiteX9" fmla="*/ 21190 w 55280"/>
                    <a:gd name="connsiteY9" fmla="*/ 24825 h 85115"/>
                    <a:gd name="connsiteX10" fmla="*/ 13610 w 55280"/>
                    <a:gd name="connsiteY10" fmla="*/ 14762 h 85115"/>
                    <a:gd name="connsiteX11" fmla="*/ 8246 w 55280"/>
                    <a:gd name="connsiteY11" fmla="*/ 4832 h 85115"/>
                    <a:gd name="connsiteX12" fmla="*/ 55281 w 55280"/>
                    <a:gd name="connsiteY12" fmla="*/ 0 h 85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280" h="85115">
                      <a:moveTo>
                        <a:pt x="55281" y="0"/>
                      </a:moveTo>
                      <a:cubicBezTo>
                        <a:pt x="51247" y="5497"/>
                        <a:pt x="46946" y="11171"/>
                        <a:pt x="40918" y="14408"/>
                      </a:cubicBezTo>
                      <a:cubicBezTo>
                        <a:pt x="38745" y="15560"/>
                        <a:pt x="36351" y="16402"/>
                        <a:pt x="34445" y="17954"/>
                      </a:cubicBezTo>
                      <a:cubicBezTo>
                        <a:pt x="30544" y="21057"/>
                        <a:pt x="29303" y="26377"/>
                        <a:pt x="28505" y="31297"/>
                      </a:cubicBezTo>
                      <a:cubicBezTo>
                        <a:pt x="26820" y="41494"/>
                        <a:pt x="25978" y="51823"/>
                        <a:pt x="25978" y="62152"/>
                      </a:cubicBezTo>
                      <a:cubicBezTo>
                        <a:pt x="25978" y="70619"/>
                        <a:pt x="27175" y="80328"/>
                        <a:pt x="34179" y="85115"/>
                      </a:cubicBezTo>
                      <a:cubicBezTo>
                        <a:pt x="23628" y="73057"/>
                        <a:pt x="22121" y="55591"/>
                        <a:pt x="23495" y="39676"/>
                      </a:cubicBezTo>
                      <a:cubicBezTo>
                        <a:pt x="21456" y="50493"/>
                        <a:pt x="10994" y="59093"/>
                        <a:pt x="0" y="59004"/>
                      </a:cubicBezTo>
                      <a:cubicBezTo>
                        <a:pt x="5985" y="54039"/>
                        <a:pt x="11349" y="48365"/>
                        <a:pt x="15959" y="42159"/>
                      </a:cubicBezTo>
                      <a:cubicBezTo>
                        <a:pt x="19727" y="37105"/>
                        <a:pt x="23141" y="30810"/>
                        <a:pt x="21190" y="24825"/>
                      </a:cubicBezTo>
                      <a:cubicBezTo>
                        <a:pt x="19905" y="20791"/>
                        <a:pt x="16447" y="17909"/>
                        <a:pt x="13610" y="14762"/>
                      </a:cubicBezTo>
                      <a:cubicBezTo>
                        <a:pt x="11039" y="11880"/>
                        <a:pt x="8113" y="8511"/>
                        <a:pt x="8246" y="4832"/>
                      </a:cubicBezTo>
                      <a:cubicBezTo>
                        <a:pt x="24471" y="10861"/>
                        <a:pt x="41627" y="14363"/>
                        <a:pt x="55281" y="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70" name="Forme libre : forme 18569">
                  <a:extLst>
                    <a:ext uri="{FF2B5EF4-FFF2-40B4-BE49-F238E27FC236}">
                      <a16:creationId xmlns:a16="http://schemas.microsoft.com/office/drawing/2014/main" id="{D0BF92EF-7621-4C59-B813-357241DB510B}"/>
                    </a:ext>
                  </a:extLst>
                </p:cNvPr>
                <p:cNvSpPr/>
                <p:nvPr/>
              </p:nvSpPr>
              <p:spPr>
                <a:xfrm>
                  <a:off x="5299150" y="6383037"/>
                  <a:ext cx="88041" cy="124703"/>
                </a:xfrm>
                <a:custGeom>
                  <a:avLst/>
                  <a:gdLst>
                    <a:gd name="connsiteX0" fmla="*/ 32184 w 88041"/>
                    <a:gd name="connsiteY0" fmla="*/ 69910 h 124703"/>
                    <a:gd name="connsiteX1" fmla="*/ 17245 w 88041"/>
                    <a:gd name="connsiteY1" fmla="*/ 124703 h 124703"/>
                    <a:gd name="connsiteX2" fmla="*/ 39410 w 88041"/>
                    <a:gd name="connsiteY2" fmla="*/ 69866 h 124703"/>
                    <a:gd name="connsiteX3" fmla="*/ 88041 w 88041"/>
                    <a:gd name="connsiteY3" fmla="*/ 81037 h 124703"/>
                    <a:gd name="connsiteX4" fmla="*/ 54305 w 88041"/>
                    <a:gd name="connsiteY4" fmla="*/ 74343 h 124703"/>
                    <a:gd name="connsiteX5" fmla="*/ 40873 w 88041"/>
                    <a:gd name="connsiteY5" fmla="*/ 61842 h 124703"/>
                    <a:gd name="connsiteX6" fmla="*/ 37327 w 88041"/>
                    <a:gd name="connsiteY6" fmla="*/ 56921 h 124703"/>
                    <a:gd name="connsiteX7" fmla="*/ 36218 w 88041"/>
                    <a:gd name="connsiteY7" fmla="*/ 52178 h 124703"/>
                    <a:gd name="connsiteX8" fmla="*/ 46946 w 88041"/>
                    <a:gd name="connsiteY8" fmla="*/ 0 h 124703"/>
                    <a:gd name="connsiteX9" fmla="*/ 30056 w 88041"/>
                    <a:gd name="connsiteY9" fmla="*/ 36751 h 124703"/>
                    <a:gd name="connsiteX10" fmla="*/ 28372 w 88041"/>
                    <a:gd name="connsiteY10" fmla="*/ 39100 h 124703"/>
                    <a:gd name="connsiteX11" fmla="*/ 23096 w 88041"/>
                    <a:gd name="connsiteY11" fmla="*/ 38169 h 124703"/>
                    <a:gd name="connsiteX12" fmla="*/ 0 w 88041"/>
                    <a:gd name="connsiteY12" fmla="*/ 24604 h 124703"/>
                    <a:gd name="connsiteX13" fmla="*/ 32184 w 88041"/>
                    <a:gd name="connsiteY13" fmla="*/ 69910 h 12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8041" h="124703">
                      <a:moveTo>
                        <a:pt x="32184" y="69910"/>
                      </a:moveTo>
                      <a:cubicBezTo>
                        <a:pt x="36041" y="89194"/>
                        <a:pt x="30544" y="110251"/>
                        <a:pt x="17245" y="124703"/>
                      </a:cubicBezTo>
                      <a:cubicBezTo>
                        <a:pt x="31475" y="110562"/>
                        <a:pt x="35775" y="89549"/>
                        <a:pt x="39410" y="69866"/>
                      </a:cubicBezTo>
                      <a:cubicBezTo>
                        <a:pt x="50183" y="84406"/>
                        <a:pt x="71993" y="89416"/>
                        <a:pt x="88041" y="81037"/>
                      </a:cubicBezTo>
                      <a:cubicBezTo>
                        <a:pt x="76382" y="81835"/>
                        <a:pt x="64103" y="80727"/>
                        <a:pt x="54305" y="74343"/>
                      </a:cubicBezTo>
                      <a:cubicBezTo>
                        <a:pt x="49163" y="71018"/>
                        <a:pt x="44996" y="66408"/>
                        <a:pt x="40873" y="61842"/>
                      </a:cubicBezTo>
                      <a:cubicBezTo>
                        <a:pt x="39499" y="60334"/>
                        <a:pt x="38125" y="58783"/>
                        <a:pt x="37327" y="56921"/>
                      </a:cubicBezTo>
                      <a:cubicBezTo>
                        <a:pt x="36662" y="55414"/>
                        <a:pt x="36440" y="53818"/>
                        <a:pt x="36218" y="52178"/>
                      </a:cubicBezTo>
                      <a:cubicBezTo>
                        <a:pt x="34002" y="34223"/>
                        <a:pt x="37814" y="15605"/>
                        <a:pt x="46946" y="0"/>
                      </a:cubicBezTo>
                      <a:cubicBezTo>
                        <a:pt x="41316" y="12235"/>
                        <a:pt x="35686" y="24515"/>
                        <a:pt x="30056" y="36751"/>
                      </a:cubicBezTo>
                      <a:cubicBezTo>
                        <a:pt x="29657" y="37637"/>
                        <a:pt x="29214" y="38568"/>
                        <a:pt x="28372" y="39100"/>
                      </a:cubicBezTo>
                      <a:cubicBezTo>
                        <a:pt x="26776" y="40120"/>
                        <a:pt x="24737" y="39144"/>
                        <a:pt x="23096" y="38169"/>
                      </a:cubicBezTo>
                      <a:cubicBezTo>
                        <a:pt x="15737" y="33691"/>
                        <a:pt x="7980" y="27574"/>
                        <a:pt x="0" y="24604"/>
                      </a:cubicBezTo>
                      <a:cubicBezTo>
                        <a:pt x="15161" y="37593"/>
                        <a:pt x="27928" y="49296"/>
                        <a:pt x="32184" y="6991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71" name="Forme libre : forme 18570">
                  <a:extLst>
                    <a:ext uri="{FF2B5EF4-FFF2-40B4-BE49-F238E27FC236}">
                      <a16:creationId xmlns:a16="http://schemas.microsoft.com/office/drawing/2014/main" id="{184F6984-2472-4742-B365-DF8D5E4E27C5}"/>
                    </a:ext>
                  </a:extLst>
                </p:cNvPr>
                <p:cNvSpPr/>
                <p:nvPr/>
              </p:nvSpPr>
              <p:spPr>
                <a:xfrm>
                  <a:off x="5310677" y="6268708"/>
                  <a:ext cx="33292" cy="42956"/>
                </a:xfrm>
                <a:custGeom>
                  <a:avLst/>
                  <a:gdLst>
                    <a:gd name="connsiteX0" fmla="*/ 21678 w 33292"/>
                    <a:gd name="connsiteY0" fmla="*/ 28594 h 42956"/>
                    <a:gd name="connsiteX1" fmla="*/ 25535 w 33292"/>
                    <a:gd name="connsiteY1" fmla="*/ 20570 h 42956"/>
                    <a:gd name="connsiteX2" fmla="*/ 33292 w 33292"/>
                    <a:gd name="connsiteY2" fmla="*/ 0 h 42956"/>
                    <a:gd name="connsiteX3" fmla="*/ 22963 w 33292"/>
                    <a:gd name="connsiteY3" fmla="*/ 29037 h 42956"/>
                    <a:gd name="connsiteX4" fmla="*/ 0 w 33292"/>
                    <a:gd name="connsiteY4" fmla="*/ 42957 h 42956"/>
                    <a:gd name="connsiteX5" fmla="*/ 21678 w 33292"/>
                    <a:gd name="connsiteY5" fmla="*/ 28594 h 42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3292" h="42956">
                      <a:moveTo>
                        <a:pt x="21678" y="28594"/>
                      </a:moveTo>
                      <a:cubicBezTo>
                        <a:pt x="23407" y="26200"/>
                        <a:pt x="24471" y="23363"/>
                        <a:pt x="25535" y="20570"/>
                      </a:cubicBezTo>
                      <a:cubicBezTo>
                        <a:pt x="28106" y="13699"/>
                        <a:pt x="30721" y="6872"/>
                        <a:pt x="33292" y="0"/>
                      </a:cubicBezTo>
                      <a:cubicBezTo>
                        <a:pt x="29347" y="9221"/>
                        <a:pt x="27840" y="20304"/>
                        <a:pt x="22963" y="29037"/>
                      </a:cubicBezTo>
                      <a:cubicBezTo>
                        <a:pt x="18043" y="37903"/>
                        <a:pt x="8999" y="39854"/>
                        <a:pt x="0" y="42957"/>
                      </a:cubicBezTo>
                      <a:cubicBezTo>
                        <a:pt x="6871" y="37814"/>
                        <a:pt x="16447" y="35909"/>
                        <a:pt x="21678" y="28594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72" name="Forme libre : forme 18571">
                  <a:extLst>
                    <a:ext uri="{FF2B5EF4-FFF2-40B4-BE49-F238E27FC236}">
                      <a16:creationId xmlns:a16="http://schemas.microsoft.com/office/drawing/2014/main" id="{554736E9-D666-4F8F-B43E-27C319D815C1}"/>
                    </a:ext>
                  </a:extLst>
                </p:cNvPr>
                <p:cNvSpPr/>
                <p:nvPr/>
              </p:nvSpPr>
              <p:spPr>
                <a:xfrm>
                  <a:off x="5386837" y="6295750"/>
                  <a:ext cx="72922" cy="125323"/>
                </a:xfrm>
                <a:custGeom>
                  <a:avLst/>
                  <a:gdLst>
                    <a:gd name="connsiteX0" fmla="*/ 56877 w 72922"/>
                    <a:gd name="connsiteY0" fmla="*/ 44065 h 125323"/>
                    <a:gd name="connsiteX1" fmla="*/ 0 w 72922"/>
                    <a:gd name="connsiteY1" fmla="*/ 68004 h 125323"/>
                    <a:gd name="connsiteX2" fmla="*/ 39100 w 72922"/>
                    <a:gd name="connsiteY2" fmla="*/ 69378 h 125323"/>
                    <a:gd name="connsiteX3" fmla="*/ 57896 w 72922"/>
                    <a:gd name="connsiteY3" fmla="*/ 93848 h 125323"/>
                    <a:gd name="connsiteX4" fmla="*/ 57896 w 72922"/>
                    <a:gd name="connsiteY4" fmla="*/ 125323 h 125323"/>
                    <a:gd name="connsiteX5" fmla="*/ 61487 w 72922"/>
                    <a:gd name="connsiteY5" fmla="*/ 91587 h 125323"/>
                    <a:gd name="connsiteX6" fmla="*/ 41449 w 72922"/>
                    <a:gd name="connsiteY6" fmla="*/ 66319 h 125323"/>
                    <a:gd name="connsiteX7" fmla="*/ 67206 w 72922"/>
                    <a:gd name="connsiteY7" fmla="*/ 30588 h 125323"/>
                    <a:gd name="connsiteX8" fmla="*/ 71550 w 72922"/>
                    <a:gd name="connsiteY8" fmla="*/ 0 h 125323"/>
                    <a:gd name="connsiteX9" fmla="*/ 56877 w 72922"/>
                    <a:gd name="connsiteY9" fmla="*/ 44065 h 125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2922" h="125323">
                      <a:moveTo>
                        <a:pt x="56877" y="44065"/>
                      </a:moveTo>
                      <a:cubicBezTo>
                        <a:pt x="43356" y="60689"/>
                        <a:pt x="21323" y="69954"/>
                        <a:pt x="0" y="68004"/>
                      </a:cubicBezTo>
                      <a:cubicBezTo>
                        <a:pt x="13078" y="65654"/>
                        <a:pt x="27219" y="63437"/>
                        <a:pt x="39100" y="69378"/>
                      </a:cubicBezTo>
                      <a:cubicBezTo>
                        <a:pt x="48587" y="74121"/>
                        <a:pt x="55103" y="83608"/>
                        <a:pt x="57896" y="93848"/>
                      </a:cubicBezTo>
                      <a:cubicBezTo>
                        <a:pt x="60689" y="104089"/>
                        <a:pt x="60024" y="114950"/>
                        <a:pt x="57896" y="125323"/>
                      </a:cubicBezTo>
                      <a:cubicBezTo>
                        <a:pt x="60556" y="114240"/>
                        <a:pt x="63216" y="102848"/>
                        <a:pt x="61487" y="91587"/>
                      </a:cubicBezTo>
                      <a:cubicBezTo>
                        <a:pt x="59758" y="80328"/>
                        <a:pt x="52488" y="69156"/>
                        <a:pt x="41449" y="66319"/>
                      </a:cubicBezTo>
                      <a:cubicBezTo>
                        <a:pt x="53862" y="57985"/>
                        <a:pt x="62418" y="44730"/>
                        <a:pt x="67206" y="30588"/>
                      </a:cubicBezTo>
                      <a:cubicBezTo>
                        <a:pt x="69821" y="22919"/>
                        <a:pt x="75540" y="7492"/>
                        <a:pt x="71550" y="0"/>
                      </a:cubicBezTo>
                      <a:cubicBezTo>
                        <a:pt x="71240" y="16003"/>
                        <a:pt x="67206" y="31386"/>
                        <a:pt x="56877" y="4406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73" name="Forme libre : forme 18572">
                  <a:extLst>
                    <a:ext uri="{FF2B5EF4-FFF2-40B4-BE49-F238E27FC236}">
                      <a16:creationId xmlns:a16="http://schemas.microsoft.com/office/drawing/2014/main" id="{A93F6C63-4AC1-40B7-878A-96A05CCF4E23}"/>
                    </a:ext>
                  </a:extLst>
                </p:cNvPr>
                <p:cNvSpPr/>
                <p:nvPr/>
              </p:nvSpPr>
              <p:spPr>
                <a:xfrm>
                  <a:off x="5505334" y="6426659"/>
                  <a:ext cx="77933" cy="88972"/>
                </a:xfrm>
                <a:custGeom>
                  <a:avLst/>
                  <a:gdLst>
                    <a:gd name="connsiteX0" fmla="*/ 15205 w 77933"/>
                    <a:gd name="connsiteY0" fmla="*/ 11216 h 88972"/>
                    <a:gd name="connsiteX1" fmla="*/ 22431 w 77933"/>
                    <a:gd name="connsiteY1" fmla="*/ 34268 h 88972"/>
                    <a:gd name="connsiteX2" fmla="*/ 3768 w 77933"/>
                    <a:gd name="connsiteY2" fmla="*/ 88973 h 88972"/>
                    <a:gd name="connsiteX3" fmla="*/ 25934 w 77933"/>
                    <a:gd name="connsiteY3" fmla="*/ 47700 h 88972"/>
                    <a:gd name="connsiteX4" fmla="*/ 45838 w 77933"/>
                    <a:gd name="connsiteY4" fmla="*/ 74565 h 88972"/>
                    <a:gd name="connsiteX5" fmla="*/ 77934 w 77933"/>
                    <a:gd name="connsiteY5" fmla="*/ 85515 h 88972"/>
                    <a:gd name="connsiteX6" fmla="*/ 50670 w 77933"/>
                    <a:gd name="connsiteY6" fmla="*/ 71861 h 88972"/>
                    <a:gd name="connsiteX7" fmla="*/ 35332 w 77933"/>
                    <a:gd name="connsiteY7" fmla="*/ 55591 h 88972"/>
                    <a:gd name="connsiteX8" fmla="*/ 32450 w 77933"/>
                    <a:gd name="connsiteY8" fmla="*/ 37549 h 88972"/>
                    <a:gd name="connsiteX9" fmla="*/ 28061 w 77933"/>
                    <a:gd name="connsiteY9" fmla="*/ 23141 h 88972"/>
                    <a:gd name="connsiteX10" fmla="*/ 31519 w 77933"/>
                    <a:gd name="connsiteY10" fmla="*/ 20304 h 88972"/>
                    <a:gd name="connsiteX11" fmla="*/ 56256 w 77933"/>
                    <a:gd name="connsiteY11" fmla="*/ 5409 h 88972"/>
                    <a:gd name="connsiteX12" fmla="*/ 31342 w 77933"/>
                    <a:gd name="connsiteY12" fmla="*/ 14186 h 88972"/>
                    <a:gd name="connsiteX13" fmla="*/ 26953 w 77933"/>
                    <a:gd name="connsiteY13" fmla="*/ 15073 h 88972"/>
                    <a:gd name="connsiteX14" fmla="*/ 25091 w 77933"/>
                    <a:gd name="connsiteY14" fmla="*/ 12369 h 88972"/>
                    <a:gd name="connsiteX15" fmla="*/ 0 w 77933"/>
                    <a:gd name="connsiteY15" fmla="*/ 0 h 88972"/>
                    <a:gd name="connsiteX16" fmla="*/ 15205 w 77933"/>
                    <a:gd name="connsiteY16" fmla="*/ 11216 h 88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7933" h="88972">
                      <a:moveTo>
                        <a:pt x="15205" y="11216"/>
                      </a:moveTo>
                      <a:cubicBezTo>
                        <a:pt x="20171" y="17688"/>
                        <a:pt x="21900" y="26111"/>
                        <a:pt x="22431" y="34268"/>
                      </a:cubicBezTo>
                      <a:cubicBezTo>
                        <a:pt x="23717" y="54128"/>
                        <a:pt x="18131" y="75230"/>
                        <a:pt x="3768" y="88973"/>
                      </a:cubicBezTo>
                      <a:cubicBezTo>
                        <a:pt x="16801" y="79796"/>
                        <a:pt x="21811" y="63127"/>
                        <a:pt x="25934" y="47700"/>
                      </a:cubicBezTo>
                      <a:cubicBezTo>
                        <a:pt x="28682" y="58783"/>
                        <a:pt x="36307" y="68270"/>
                        <a:pt x="45838" y="74565"/>
                      </a:cubicBezTo>
                      <a:cubicBezTo>
                        <a:pt x="55369" y="80860"/>
                        <a:pt x="66585" y="84141"/>
                        <a:pt x="77934" y="85515"/>
                      </a:cubicBezTo>
                      <a:cubicBezTo>
                        <a:pt x="68447" y="81747"/>
                        <a:pt x="59315" y="77180"/>
                        <a:pt x="50670" y="71861"/>
                      </a:cubicBezTo>
                      <a:cubicBezTo>
                        <a:pt x="44154" y="67871"/>
                        <a:pt x="37504" y="62906"/>
                        <a:pt x="35332" y="55591"/>
                      </a:cubicBezTo>
                      <a:cubicBezTo>
                        <a:pt x="33603" y="49740"/>
                        <a:pt x="35021" y="43134"/>
                        <a:pt x="32450" y="37549"/>
                      </a:cubicBezTo>
                      <a:cubicBezTo>
                        <a:pt x="30234" y="32716"/>
                        <a:pt x="25180" y="27574"/>
                        <a:pt x="28061" y="23141"/>
                      </a:cubicBezTo>
                      <a:cubicBezTo>
                        <a:pt x="28859" y="21900"/>
                        <a:pt x="30234" y="21057"/>
                        <a:pt x="31519" y="20304"/>
                      </a:cubicBezTo>
                      <a:cubicBezTo>
                        <a:pt x="39765" y="15339"/>
                        <a:pt x="48010" y="10374"/>
                        <a:pt x="56256" y="5409"/>
                      </a:cubicBezTo>
                      <a:cubicBezTo>
                        <a:pt x="47478" y="6738"/>
                        <a:pt x="38967" y="9709"/>
                        <a:pt x="31342" y="14186"/>
                      </a:cubicBezTo>
                      <a:cubicBezTo>
                        <a:pt x="29968" y="14984"/>
                        <a:pt x="28327" y="15826"/>
                        <a:pt x="26953" y="15073"/>
                      </a:cubicBezTo>
                      <a:cubicBezTo>
                        <a:pt x="25978" y="14541"/>
                        <a:pt x="25579" y="13388"/>
                        <a:pt x="25091" y="12369"/>
                      </a:cubicBezTo>
                      <a:cubicBezTo>
                        <a:pt x="20126" y="2483"/>
                        <a:pt x="5009" y="7980"/>
                        <a:pt x="0" y="0"/>
                      </a:cubicBezTo>
                      <a:cubicBezTo>
                        <a:pt x="5674" y="2305"/>
                        <a:pt x="11393" y="6251"/>
                        <a:pt x="15205" y="1121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74" name="Forme libre : forme 18573">
                  <a:extLst>
                    <a:ext uri="{FF2B5EF4-FFF2-40B4-BE49-F238E27FC236}">
                      <a16:creationId xmlns:a16="http://schemas.microsoft.com/office/drawing/2014/main" id="{66E23E7D-B7DE-4DEE-96D5-9C18DB11FFAC}"/>
                    </a:ext>
                  </a:extLst>
                </p:cNvPr>
                <p:cNvSpPr/>
                <p:nvPr/>
              </p:nvSpPr>
              <p:spPr>
                <a:xfrm>
                  <a:off x="5511363" y="6285727"/>
                  <a:ext cx="70663" cy="61624"/>
                </a:xfrm>
                <a:custGeom>
                  <a:avLst/>
                  <a:gdLst>
                    <a:gd name="connsiteX0" fmla="*/ 40829 w 70663"/>
                    <a:gd name="connsiteY0" fmla="*/ 21593 h 61624"/>
                    <a:gd name="connsiteX1" fmla="*/ 38524 w 70663"/>
                    <a:gd name="connsiteY1" fmla="*/ 33119 h 61624"/>
                    <a:gd name="connsiteX2" fmla="*/ 31652 w 70663"/>
                    <a:gd name="connsiteY2" fmla="*/ 39414 h 61624"/>
                    <a:gd name="connsiteX3" fmla="*/ 0 w 70663"/>
                    <a:gd name="connsiteY3" fmla="*/ 61624 h 61624"/>
                    <a:gd name="connsiteX4" fmla="*/ 29613 w 70663"/>
                    <a:gd name="connsiteY4" fmla="*/ 46950 h 61624"/>
                    <a:gd name="connsiteX5" fmla="*/ 47035 w 70663"/>
                    <a:gd name="connsiteY5" fmla="*/ 33297 h 61624"/>
                    <a:gd name="connsiteX6" fmla="*/ 70664 w 70663"/>
                    <a:gd name="connsiteY6" fmla="*/ 30016 h 61624"/>
                    <a:gd name="connsiteX7" fmla="*/ 57586 w 70663"/>
                    <a:gd name="connsiteY7" fmla="*/ 26115 h 61624"/>
                    <a:gd name="connsiteX8" fmla="*/ 53773 w 70663"/>
                    <a:gd name="connsiteY8" fmla="*/ 24297 h 61624"/>
                    <a:gd name="connsiteX9" fmla="*/ 51513 w 70663"/>
                    <a:gd name="connsiteY9" fmla="*/ 19687 h 61624"/>
                    <a:gd name="connsiteX10" fmla="*/ 36839 w 70663"/>
                    <a:gd name="connsiteY10" fmla="*/ 225 h 61624"/>
                    <a:gd name="connsiteX11" fmla="*/ 40829 w 70663"/>
                    <a:gd name="connsiteY11" fmla="*/ 21593 h 6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70663" h="61624">
                      <a:moveTo>
                        <a:pt x="40829" y="21593"/>
                      </a:moveTo>
                      <a:cubicBezTo>
                        <a:pt x="40962" y="25583"/>
                        <a:pt x="40652" y="29750"/>
                        <a:pt x="38524" y="33119"/>
                      </a:cubicBezTo>
                      <a:cubicBezTo>
                        <a:pt x="36839" y="35779"/>
                        <a:pt x="34224" y="37641"/>
                        <a:pt x="31652" y="39414"/>
                      </a:cubicBezTo>
                      <a:cubicBezTo>
                        <a:pt x="21102" y="46817"/>
                        <a:pt x="10551" y="54221"/>
                        <a:pt x="0" y="61624"/>
                      </a:cubicBezTo>
                      <a:cubicBezTo>
                        <a:pt x="10861" y="59186"/>
                        <a:pt x="21102" y="54088"/>
                        <a:pt x="29613" y="46950"/>
                      </a:cubicBezTo>
                      <a:cubicBezTo>
                        <a:pt x="35287" y="42207"/>
                        <a:pt x="40341" y="36444"/>
                        <a:pt x="47035" y="33297"/>
                      </a:cubicBezTo>
                      <a:cubicBezTo>
                        <a:pt x="54305" y="29883"/>
                        <a:pt x="62640" y="29927"/>
                        <a:pt x="70664" y="30016"/>
                      </a:cubicBezTo>
                      <a:cubicBezTo>
                        <a:pt x="66319" y="28730"/>
                        <a:pt x="61930" y="27400"/>
                        <a:pt x="57586" y="26115"/>
                      </a:cubicBezTo>
                      <a:cubicBezTo>
                        <a:pt x="56212" y="25716"/>
                        <a:pt x="54837" y="25273"/>
                        <a:pt x="53773" y="24297"/>
                      </a:cubicBezTo>
                      <a:cubicBezTo>
                        <a:pt x="52532" y="23100"/>
                        <a:pt x="52045" y="21327"/>
                        <a:pt x="51513" y="19687"/>
                      </a:cubicBezTo>
                      <a:cubicBezTo>
                        <a:pt x="49784" y="13924"/>
                        <a:pt x="44996" y="-2080"/>
                        <a:pt x="36839" y="225"/>
                      </a:cubicBezTo>
                      <a:cubicBezTo>
                        <a:pt x="38213" y="7363"/>
                        <a:pt x="40607" y="14145"/>
                        <a:pt x="40829" y="2159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75" name="Forme libre : forme 18574">
                  <a:extLst>
                    <a:ext uri="{FF2B5EF4-FFF2-40B4-BE49-F238E27FC236}">
                      <a16:creationId xmlns:a16="http://schemas.microsoft.com/office/drawing/2014/main" id="{CE03477D-1A6E-4267-9907-7601562D7395}"/>
                    </a:ext>
                  </a:extLst>
                </p:cNvPr>
                <p:cNvSpPr/>
                <p:nvPr/>
              </p:nvSpPr>
              <p:spPr>
                <a:xfrm>
                  <a:off x="5349777" y="6474281"/>
                  <a:ext cx="40794" cy="56555"/>
                </a:xfrm>
                <a:custGeom>
                  <a:avLst/>
                  <a:gdLst>
                    <a:gd name="connsiteX0" fmla="*/ 34401 w 40794"/>
                    <a:gd name="connsiteY0" fmla="*/ 21490 h 56555"/>
                    <a:gd name="connsiteX1" fmla="*/ 20791 w 40794"/>
                    <a:gd name="connsiteY1" fmla="*/ 38424 h 56555"/>
                    <a:gd name="connsiteX2" fmla="*/ 0 w 40794"/>
                    <a:gd name="connsiteY2" fmla="*/ 42724 h 56555"/>
                    <a:gd name="connsiteX3" fmla="*/ 26510 w 40794"/>
                    <a:gd name="connsiteY3" fmla="*/ 56555 h 56555"/>
                    <a:gd name="connsiteX4" fmla="*/ 21722 w 40794"/>
                    <a:gd name="connsiteY4" fmla="*/ 50926 h 56555"/>
                    <a:gd name="connsiteX5" fmla="*/ 19328 w 40794"/>
                    <a:gd name="connsiteY5" fmla="*/ 44409 h 56555"/>
                    <a:gd name="connsiteX6" fmla="*/ 21456 w 40794"/>
                    <a:gd name="connsiteY6" fmla="*/ 42237 h 56555"/>
                    <a:gd name="connsiteX7" fmla="*/ 37238 w 40794"/>
                    <a:gd name="connsiteY7" fmla="*/ 21224 h 56555"/>
                    <a:gd name="connsiteX8" fmla="*/ 38036 w 40794"/>
                    <a:gd name="connsiteY8" fmla="*/ 33 h 56555"/>
                    <a:gd name="connsiteX9" fmla="*/ 34401 w 40794"/>
                    <a:gd name="connsiteY9" fmla="*/ 21490 h 56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94" h="56555">
                      <a:moveTo>
                        <a:pt x="34401" y="21490"/>
                      </a:moveTo>
                      <a:cubicBezTo>
                        <a:pt x="31120" y="28051"/>
                        <a:pt x="26776" y="34213"/>
                        <a:pt x="20791" y="38424"/>
                      </a:cubicBezTo>
                      <a:cubicBezTo>
                        <a:pt x="14807" y="42636"/>
                        <a:pt x="7049" y="44675"/>
                        <a:pt x="0" y="42724"/>
                      </a:cubicBezTo>
                      <a:cubicBezTo>
                        <a:pt x="10329" y="42902"/>
                        <a:pt x="20481" y="48177"/>
                        <a:pt x="26510" y="56555"/>
                      </a:cubicBezTo>
                      <a:cubicBezTo>
                        <a:pt x="25934" y="54117"/>
                        <a:pt x="23628" y="52610"/>
                        <a:pt x="21722" y="50926"/>
                      </a:cubicBezTo>
                      <a:cubicBezTo>
                        <a:pt x="19860" y="49286"/>
                        <a:pt x="18176" y="46625"/>
                        <a:pt x="19328" y="44409"/>
                      </a:cubicBezTo>
                      <a:cubicBezTo>
                        <a:pt x="19816" y="43522"/>
                        <a:pt x="20658" y="42857"/>
                        <a:pt x="21456" y="42237"/>
                      </a:cubicBezTo>
                      <a:cubicBezTo>
                        <a:pt x="28505" y="36873"/>
                        <a:pt x="34002" y="29469"/>
                        <a:pt x="37238" y="21224"/>
                      </a:cubicBezTo>
                      <a:cubicBezTo>
                        <a:pt x="38523" y="17943"/>
                        <a:pt x="44065" y="-897"/>
                        <a:pt x="38036" y="33"/>
                      </a:cubicBezTo>
                      <a:cubicBezTo>
                        <a:pt x="39455" y="7703"/>
                        <a:pt x="37859" y="14530"/>
                        <a:pt x="34401" y="2149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76" name="Forme libre : forme 18575">
                  <a:extLst>
                    <a:ext uri="{FF2B5EF4-FFF2-40B4-BE49-F238E27FC236}">
                      <a16:creationId xmlns:a16="http://schemas.microsoft.com/office/drawing/2014/main" id="{C9ED5040-5529-46F8-B873-C43419AE3E36}"/>
                    </a:ext>
                  </a:extLst>
                </p:cNvPr>
                <p:cNvSpPr/>
                <p:nvPr/>
              </p:nvSpPr>
              <p:spPr>
                <a:xfrm>
                  <a:off x="5607206" y="6426734"/>
                  <a:ext cx="73678" cy="64781"/>
                </a:xfrm>
                <a:custGeom>
                  <a:avLst/>
                  <a:gdLst>
                    <a:gd name="connsiteX0" fmla="*/ 20880 w 73678"/>
                    <a:gd name="connsiteY0" fmla="*/ 10299 h 64781"/>
                    <a:gd name="connsiteX1" fmla="*/ 36883 w 73678"/>
                    <a:gd name="connsiteY1" fmla="*/ 35080 h 64781"/>
                    <a:gd name="connsiteX2" fmla="*/ 34888 w 73678"/>
                    <a:gd name="connsiteY2" fmla="*/ 47182 h 64781"/>
                    <a:gd name="connsiteX3" fmla="*/ 27707 w 73678"/>
                    <a:gd name="connsiteY3" fmla="*/ 64782 h 64781"/>
                    <a:gd name="connsiteX4" fmla="*/ 44863 w 73678"/>
                    <a:gd name="connsiteY4" fmla="*/ 35612 h 64781"/>
                    <a:gd name="connsiteX5" fmla="*/ 73678 w 73678"/>
                    <a:gd name="connsiteY5" fmla="*/ 18057 h 64781"/>
                    <a:gd name="connsiteX6" fmla="*/ 42602 w 73678"/>
                    <a:gd name="connsiteY6" fmla="*/ 31401 h 64781"/>
                    <a:gd name="connsiteX7" fmla="*/ 24249 w 73678"/>
                    <a:gd name="connsiteY7" fmla="*/ 10166 h 64781"/>
                    <a:gd name="connsiteX8" fmla="*/ 0 w 73678"/>
                    <a:gd name="connsiteY8" fmla="*/ 1433 h 64781"/>
                    <a:gd name="connsiteX9" fmla="*/ 20880 w 73678"/>
                    <a:gd name="connsiteY9" fmla="*/ 10299 h 64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3678" h="64781">
                      <a:moveTo>
                        <a:pt x="20880" y="10299"/>
                      </a:moveTo>
                      <a:cubicBezTo>
                        <a:pt x="29524" y="15752"/>
                        <a:pt x="36617" y="24839"/>
                        <a:pt x="36883" y="35080"/>
                      </a:cubicBezTo>
                      <a:cubicBezTo>
                        <a:pt x="37016" y="39203"/>
                        <a:pt x="36041" y="43237"/>
                        <a:pt x="34888" y="47182"/>
                      </a:cubicBezTo>
                      <a:cubicBezTo>
                        <a:pt x="33071" y="53256"/>
                        <a:pt x="30633" y="59152"/>
                        <a:pt x="27707" y="64782"/>
                      </a:cubicBezTo>
                      <a:cubicBezTo>
                        <a:pt x="32229" y="54364"/>
                        <a:pt x="36883" y="43680"/>
                        <a:pt x="44863" y="35612"/>
                      </a:cubicBezTo>
                      <a:cubicBezTo>
                        <a:pt x="52798" y="27544"/>
                        <a:pt x="63393" y="22712"/>
                        <a:pt x="73678" y="18057"/>
                      </a:cubicBezTo>
                      <a:cubicBezTo>
                        <a:pt x="62906" y="21515"/>
                        <a:pt x="52488" y="25992"/>
                        <a:pt x="42602" y="31401"/>
                      </a:cubicBezTo>
                      <a:cubicBezTo>
                        <a:pt x="44774" y="30204"/>
                        <a:pt x="26067" y="11540"/>
                        <a:pt x="24249" y="10166"/>
                      </a:cubicBezTo>
                      <a:cubicBezTo>
                        <a:pt x="20348" y="7284"/>
                        <a:pt x="4034" y="-3931"/>
                        <a:pt x="0" y="1433"/>
                      </a:cubicBezTo>
                      <a:cubicBezTo>
                        <a:pt x="5896" y="5379"/>
                        <a:pt x="14496" y="6265"/>
                        <a:pt x="20880" y="1029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77" name="Forme libre : forme 18576">
                  <a:extLst>
                    <a:ext uri="{FF2B5EF4-FFF2-40B4-BE49-F238E27FC236}">
                      <a16:creationId xmlns:a16="http://schemas.microsoft.com/office/drawing/2014/main" id="{75DB12DB-C1D8-4D4D-8F72-8AD440FECD80}"/>
                    </a:ext>
                  </a:extLst>
                </p:cNvPr>
                <p:cNvSpPr/>
                <p:nvPr/>
              </p:nvSpPr>
              <p:spPr>
                <a:xfrm>
                  <a:off x="5616826" y="6333254"/>
                  <a:ext cx="23868" cy="87952"/>
                </a:xfrm>
                <a:custGeom>
                  <a:avLst/>
                  <a:gdLst>
                    <a:gd name="connsiteX0" fmla="*/ 16491 w 23868"/>
                    <a:gd name="connsiteY0" fmla="*/ 42735 h 87952"/>
                    <a:gd name="connsiteX1" fmla="*/ 0 w 23868"/>
                    <a:gd name="connsiteY1" fmla="*/ 0 h 87952"/>
                    <a:gd name="connsiteX2" fmla="*/ 12368 w 23868"/>
                    <a:gd name="connsiteY2" fmla="*/ 23584 h 87952"/>
                    <a:gd name="connsiteX3" fmla="*/ 22830 w 23868"/>
                    <a:gd name="connsiteY3" fmla="*/ 48720 h 87952"/>
                    <a:gd name="connsiteX4" fmla="*/ 19195 w 23868"/>
                    <a:gd name="connsiteY4" fmla="*/ 75053 h 87952"/>
                    <a:gd name="connsiteX5" fmla="*/ 3413 w 23868"/>
                    <a:gd name="connsiteY5" fmla="*/ 87952 h 87952"/>
                    <a:gd name="connsiteX6" fmla="*/ 14009 w 23868"/>
                    <a:gd name="connsiteY6" fmla="*/ 68004 h 87952"/>
                    <a:gd name="connsiteX7" fmla="*/ 16491 w 23868"/>
                    <a:gd name="connsiteY7" fmla="*/ 42735 h 87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868" h="87952">
                      <a:moveTo>
                        <a:pt x="16491" y="42735"/>
                      </a:moveTo>
                      <a:cubicBezTo>
                        <a:pt x="14674" y="27441"/>
                        <a:pt x="7802" y="13255"/>
                        <a:pt x="0" y="0"/>
                      </a:cubicBezTo>
                      <a:cubicBezTo>
                        <a:pt x="4123" y="7847"/>
                        <a:pt x="8245" y="15693"/>
                        <a:pt x="12368" y="23584"/>
                      </a:cubicBezTo>
                      <a:cubicBezTo>
                        <a:pt x="16580" y="31652"/>
                        <a:pt x="20880" y="39809"/>
                        <a:pt x="22830" y="48720"/>
                      </a:cubicBezTo>
                      <a:cubicBezTo>
                        <a:pt x="24781" y="57586"/>
                        <a:pt x="24205" y="67427"/>
                        <a:pt x="19195" y="75053"/>
                      </a:cubicBezTo>
                      <a:cubicBezTo>
                        <a:pt x="15427" y="80771"/>
                        <a:pt x="9487" y="84938"/>
                        <a:pt x="3413" y="87952"/>
                      </a:cubicBezTo>
                      <a:cubicBezTo>
                        <a:pt x="2084" y="84362"/>
                        <a:pt x="12413" y="72659"/>
                        <a:pt x="14009" y="68004"/>
                      </a:cubicBezTo>
                      <a:cubicBezTo>
                        <a:pt x="16713" y="59936"/>
                        <a:pt x="17466" y="51202"/>
                        <a:pt x="16491" y="4273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78" name="Forme libre : forme 18577">
                  <a:extLst>
                    <a:ext uri="{FF2B5EF4-FFF2-40B4-BE49-F238E27FC236}">
                      <a16:creationId xmlns:a16="http://schemas.microsoft.com/office/drawing/2014/main" id="{BE1D3EAE-1F6B-4A8C-A752-3D2E02CFF847}"/>
                    </a:ext>
                  </a:extLst>
                </p:cNvPr>
                <p:cNvSpPr/>
                <p:nvPr/>
              </p:nvSpPr>
              <p:spPr>
                <a:xfrm>
                  <a:off x="5620240" y="6258822"/>
                  <a:ext cx="18444" cy="59669"/>
                </a:xfrm>
                <a:custGeom>
                  <a:avLst/>
                  <a:gdLst>
                    <a:gd name="connsiteX0" fmla="*/ 13743 w 18444"/>
                    <a:gd name="connsiteY0" fmla="*/ 29658 h 59669"/>
                    <a:gd name="connsiteX1" fmla="*/ 0 w 18444"/>
                    <a:gd name="connsiteY1" fmla="*/ 59670 h 59669"/>
                    <a:gd name="connsiteX2" fmla="*/ 17954 w 18444"/>
                    <a:gd name="connsiteY2" fmla="*/ 31475 h 59669"/>
                    <a:gd name="connsiteX3" fmla="*/ 12546 w 18444"/>
                    <a:gd name="connsiteY3" fmla="*/ 0 h 59669"/>
                    <a:gd name="connsiteX4" fmla="*/ 13743 w 18444"/>
                    <a:gd name="connsiteY4" fmla="*/ 29658 h 59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44" h="59669">
                      <a:moveTo>
                        <a:pt x="13743" y="29658"/>
                      </a:moveTo>
                      <a:cubicBezTo>
                        <a:pt x="10994" y="40341"/>
                        <a:pt x="5586" y="50139"/>
                        <a:pt x="0" y="59670"/>
                      </a:cubicBezTo>
                      <a:cubicBezTo>
                        <a:pt x="10107" y="54084"/>
                        <a:pt x="16403" y="42913"/>
                        <a:pt x="17954" y="31475"/>
                      </a:cubicBezTo>
                      <a:cubicBezTo>
                        <a:pt x="19107" y="22697"/>
                        <a:pt x="18575" y="7005"/>
                        <a:pt x="12546" y="0"/>
                      </a:cubicBezTo>
                      <a:cubicBezTo>
                        <a:pt x="15383" y="10019"/>
                        <a:pt x="16403" y="19328"/>
                        <a:pt x="13743" y="2965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79" name="Forme libre : forme 18578">
                  <a:extLst>
                    <a:ext uri="{FF2B5EF4-FFF2-40B4-BE49-F238E27FC236}">
                      <a16:creationId xmlns:a16="http://schemas.microsoft.com/office/drawing/2014/main" id="{57C199B0-A56D-48B6-9B0A-FBEA2A7EC7AA}"/>
                    </a:ext>
                  </a:extLst>
                </p:cNvPr>
                <p:cNvSpPr/>
                <p:nvPr/>
              </p:nvSpPr>
              <p:spPr>
                <a:xfrm>
                  <a:off x="5698351" y="6311532"/>
                  <a:ext cx="64944" cy="100941"/>
                </a:xfrm>
                <a:custGeom>
                  <a:avLst/>
                  <a:gdLst>
                    <a:gd name="connsiteX0" fmla="*/ 52976 w 64944"/>
                    <a:gd name="connsiteY0" fmla="*/ 12546 h 100941"/>
                    <a:gd name="connsiteX1" fmla="*/ 48276 w 64944"/>
                    <a:gd name="connsiteY1" fmla="*/ 32672 h 100941"/>
                    <a:gd name="connsiteX2" fmla="*/ 28017 w 64944"/>
                    <a:gd name="connsiteY2" fmla="*/ 53242 h 100941"/>
                    <a:gd name="connsiteX3" fmla="*/ 0 w 64944"/>
                    <a:gd name="connsiteY3" fmla="*/ 61443 h 100941"/>
                    <a:gd name="connsiteX4" fmla="*/ 38036 w 64944"/>
                    <a:gd name="connsiteY4" fmla="*/ 54394 h 100941"/>
                    <a:gd name="connsiteX5" fmla="*/ 41228 w 64944"/>
                    <a:gd name="connsiteY5" fmla="*/ 54439 h 100941"/>
                    <a:gd name="connsiteX6" fmla="*/ 43090 w 64944"/>
                    <a:gd name="connsiteY6" fmla="*/ 56256 h 100941"/>
                    <a:gd name="connsiteX7" fmla="*/ 51601 w 64944"/>
                    <a:gd name="connsiteY7" fmla="*/ 80062 h 100941"/>
                    <a:gd name="connsiteX8" fmla="*/ 64945 w 64944"/>
                    <a:gd name="connsiteY8" fmla="*/ 100942 h 100941"/>
                    <a:gd name="connsiteX9" fmla="*/ 54438 w 64944"/>
                    <a:gd name="connsiteY9" fmla="*/ 72348 h 100941"/>
                    <a:gd name="connsiteX10" fmla="*/ 52710 w 64944"/>
                    <a:gd name="connsiteY10" fmla="*/ 48543 h 100941"/>
                    <a:gd name="connsiteX11" fmla="*/ 57364 w 64944"/>
                    <a:gd name="connsiteY11" fmla="*/ 32273 h 100941"/>
                    <a:gd name="connsiteX12" fmla="*/ 53242 w 64944"/>
                    <a:gd name="connsiteY12" fmla="*/ 0 h 100941"/>
                    <a:gd name="connsiteX13" fmla="*/ 52976 w 64944"/>
                    <a:gd name="connsiteY13" fmla="*/ 12546 h 100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4944" h="100941">
                      <a:moveTo>
                        <a:pt x="52976" y="12546"/>
                      </a:moveTo>
                      <a:cubicBezTo>
                        <a:pt x="52399" y="19461"/>
                        <a:pt x="51202" y="26421"/>
                        <a:pt x="48276" y="32672"/>
                      </a:cubicBezTo>
                      <a:cubicBezTo>
                        <a:pt x="44109" y="41538"/>
                        <a:pt x="36617" y="48587"/>
                        <a:pt x="28017" y="53242"/>
                      </a:cubicBezTo>
                      <a:cubicBezTo>
                        <a:pt x="19417" y="57896"/>
                        <a:pt x="9708" y="60290"/>
                        <a:pt x="0" y="61443"/>
                      </a:cubicBezTo>
                      <a:cubicBezTo>
                        <a:pt x="12679" y="59094"/>
                        <a:pt x="25357" y="56744"/>
                        <a:pt x="38036" y="54394"/>
                      </a:cubicBezTo>
                      <a:cubicBezTo>
                        <a:pt x="39100" y="54217"/>
                        <a:pt x="40253" y="53995"/>
                        <a:pt x="41228" y="54439"/>
                      </a:cubicBezTo>
                      <a:cubicBezTo>
                        <a:pt x="42026" y="54793"/>
                        <a:pt x="42602" y="55547"/>
                        <a:pt x="43090" y="56256"/>
                      </a:cubicBezTo>
                      <a:cubicBezTo>
                        <a:pt x="47878" y="63260"/>
                        <a:pt x="49340" y="71905"/>
                        <a:pt x="51601" y="80062"/>
                      </a:cubicBezTo>
                      <a:cubicBezTo>
                        <a:pt x="53906" y="88219"/>
                        <a:pt x="57586" y="96730"/>
                        <a:pt x="64945" y="100942"/>
                      </a:cubicBezTo>
                      <a:cubicBezTo>
                        <a:pt x="58517" y="92918"/>
                        <a:pt x="56389" y="82411"/>
                        <a:pt x="54438" y="72348"/>
                      </a:cubicBezTo>
                      <a:cubicBezTo>
                        <a:pt x="52931" y="64502"/>
                        <a:pt x="51380" y="56433"/>
                        <a:pt x="52710" y="48543"/>
                      </a:cubicBezTo>
                      <a:cubicBezTo>
                        <a:pt x="53640" y="42957"/>
                        <a:pt x="55990" y="37726"/>
                        <a:pt x="57364" y="32273"/>
                      </a:cubicBezTo>
                      <a:cubicBezTo>
                        <a:pt x="59138" y="25313"/>
                        <a:pt x="61265" y="3857"/>
                        <a:pt x="53242" y="0"/>
                      </a:cubicBezTo>
                      <a:cubicBezTo>
                        <a:pt x="53286" y="4212"/>
                        <a:pt x="53330" y="8334"/>
                        <a:pt x="52976" y="1254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80" name="Forme libre : forme 18579">
                  <a:extLst>
                    <a:ext uri="{FF2B5EF4-FFF2-40B4-BE49-F238E27FC236}">
                      <a16:creationId xmlns:a16="http://schemas.microsoft.com/office/drawing/2014/main" id="{D201FA5A-8E64-4603-A18E-5B5855F3540D}"/>
                    </a:ext>
                  </a:extLst>
                </p:cNvPr>
                <p:cNvSpPr/>
                <p:nvPr/>
              </p:nvSpPr>
              <p:spPr>
                <a:xfrm>
                  <a:off x="5719452" y="6418753"/>
                  <a:ext cx="80549" cy="53566"/>
                </a:xfrm>
                <a:custGeom>
                  <a:avLst/>
                  <a:gdLst>
                    <a:gd name="connsiteX0" fmla="*/ 52843 w 80549"/>
                    <a:gd name="connsiteY0" fmla="*/ 4049 h 53566"/>
                    <a:gd name="connsiteX1" fmla="*/ 27397 w 80549"/>
                    <a:gd name="connsiteY1" fmla="*/ 10920 h 53566"/>
                    <a:gd name="connsiteX2" fmla="*/ 0 w 80549"/>
                    <a:gd name="connsiteY2" fmla="*/ 53567 h 53566"/>
                    <a:gd name="connsiteX3" fmla="*/ 9487 w 80549"/>
                    <a:gd name="connsiteY3" fmla="*/ 25195 h 53566"/>
                    <a:gd name="connsiteX4" fmla="*/ 31076 w 80549"/>
                    <a:gd name="connsiteY4" fmla="*/ 4980 h 53566"/>
                    <a:gd name="connsiteX5" fmla="*/ 59625 w 80549"/>
                    <a:gd name="connsiteY5" fmla="*/ 236 h 53566"/>
                    <a:gd name="connsiteX6" fmla="*/ 80549 w 80549"/>
                    <a:gd name="connsiteY6" fmla="*/ 3162 h 53566"/>
                    <a:gd name="connsiteX7" fmla="*/ 52843 w 80549"/>
                    <a:gd name="connsiteY7" fmla="*/ 4049 h 53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0549" h="53566">
                      <a:moveTo>
                        <a:pt x="52843" y="4049"/>
                      </a:moveTo>
                      <a:cubicBezTo>
                        <a:pt x="44021" y="4891"/>
                        <a:pt x="35066" y="6487"/>
                        <a:pt x="27397" y="10920"/>
                      </a:cubicBezTo>
                      <a:cubicBezTo>
                        <a:pt x="12413" y="19565"/>
                        <a:pt x="5320" y="37076"/>
                        <a:pt x="0" y="53567"/>
                      </a:cubicBezTo>
                      <a:cubicBezTo>
                        <a:pt x="1640" y="43681"/>
                        <a:pt x="4477" y="33884"/>
                        <a:pt x="9487" y="25195"/>
                      </a:cubicBezTo>
                      <a:cubicBezTo>
                        <a:pt x="14496" y="16506"/>
                        <a:pt x="21900" y="9014"/>
                        <a:pt x="31076" y="4980"/>
                      </a:cubicBezTo>
                      <a:cubicBezTo>
                        <a:pt x="39986" y="1079"/>
                        <a:pt x="49917" y="636"/>
                        <a:pt x="59625" y="236"/>
                      </a:cubicBezTo>
                      <a:cubicBezTo>
                        <a:pt x="66186" y="-29"/>
                        <a:pt x="74964" y="-783"/>
                        <a:pt x="80549" y="3162"/>
                      </a:cubicBezTo>
                      <a:cubicBezTo>
                        <a:pt x="72570" y="5556"/>
                        <a:pt x="61398" y="3251"/>
                        <a:pt x="52843" y="404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81" name="Forme libre : forme 18580">
                  <a:extLst>
                    <a:ext uri="{FF2B5EF4-FFF2-40B4-BE49-F238E27FC236}">
                      <a16:creationId xmlns:a16="http://schemas.microsoft.com/office/drawing/2014/main" id="{FF6B1A6C-54F6-4858-975E-145B5763EFE3}"/>
                    </a:ext>
                  </a:extLst>
                </p:cNvPr>
                <p:cNvSpPr/>
                <p:nvPr/>
              </p:nvSpPr>
              <p:spPr>
                <a:xfrm>
                  <a:off x="5832541" y="6293134"/>
                  <a:ext cx="106571" cy="69466"/>
                </a:xfrm>
                <a:custGeom>
                  <a:avLst/>
                  <a:gdLst>
                    <a:gd name="connsiteX0" fmla="*/ 29214 w 106571"/>
                    <a:gd name="connsiteY0" fmla="*/ 47257 h 69466"/>
                    <a:gd name="connsiteX1" fmla="*/ 0 w 106571"/>
                    <a:gd name="connsiteY1" fmla="*/ 69467 h 69466"/>
                    <a:gd name="connsiteX2" fmla="*/ 50271 w 106571"/>
                    <a:gd name="connsiteY2" fmla="*/ 36972 h 69466"/>
                    <a:gd name="connsiteX3" fmla="*/ 106572 w 106571"/>
                    <a:gd name="connsiteY3" fmla="*/ 49474 h 69466"/>
                    <a:gd name="connsiteX4" fmla="*/ 63305 w 106571"/>
                    <a:gd name="connsiteY4" fmla="*/ 31519 h 69466"/>
                    <a:gd name="connsiteX5" fmla="*/ 60201 w 106571"/>
                    <a:gd name="connsiteY5" fmla="*/ 30855 h 69466"/>
                    <a:gd name="connsiteX6" fmla="*/ 58561 w 106571"/>
                    <a:gd name="connsiteY6" fmla="*/ 27840 h 69466"/>
                    <a:gd name="connsiteX7" fmla="*/ 50316 w 106571"/>
                    <a:gd name="connsiteY7" fmla="*/ 0 h 69466"/>
                    <a:gd name="connsiteX8" fmla="*/ 48675 w 106571"/>
                    <a:gd name="connsiteY8" fmla="*/ 11837 h 69466"/>
                    <a:gd name="connsiteX9" fmla="*/ 45794 w 106571"/>
                    <a:gd name="connsiteY9" fmla="*/ 25579 h 69466"/>
                    <a:gd name="connsiteX10" fmla="*/ 29214 w 106571"/>
                    <a:gd name="connsiteY10" fmla="*/ 47257 h 69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6571" h="69466">
                      <a:moveTo>
                        <a:pt x="29214" y="47257"/>
                      </a:moveTo>
                      <a:cubicBezTo>
                        <a:pt x="18929" y="54305"/>
                        <a:pt x="4876" y="57985"/>
                        <a:pt x="0" y="69467"/>
                      </a:cubicBezTo>
                      <a:cubicBezTo>
                        <a:pt x="14275" y="55192"/>
                        <a:pt x="30810" y="42336"/>
                        <a:pt x="50271" y="36972"/>
                      </a:cubicBezTo>
                      <a:cubicBezTo>
                        <a:pt x="69733" y="31608"/>
                        <a:pt x="92519" y="34977"/>
                        <a:pt x="106572" y="49474"/>
                      </a:cubicBezTo>
                      <a:cubicBezTo>
                        <a:pt x="95046" y="38435"/>
                        <a:pt x="79308" y="31874"/>
                        <a:pt x="63305" y="31519"/>
                      </a:cubicBezTo>
                      <a:cubicBezTo>
                        <a:pt x="62241" y="31475"/>
                        <a:pt x="61088" y="31475"/>
                        <a:pt x="60201" y="30855"/>
                      </a:cubicBezTo>
                      <a:cubicBezTo>
                        <a:pt x="59270" y="30190"/>
                        <a:pt x="58872" y="28948"/>
                        <a:pt x="58561" y="27840"/>
                      </a:cubicBezTo>
                      <a:cubicBezTo>
                        <a:pt x="56212" y="19461"/>
                        <a:pt x="54970" y="7093"/>
                        <a:pt x="50316" y="0"/>
                      </a:cubicBezTo>
                      <a:cubicBezTo>
                        <a:pt x="46725" y="1685"/>
                        <a:pt x="48853" y="8467"/>
                        <a:pt x="48675" y="11837"/>
                      </a:cubicBezTo>
                      <a:cubicBezTo>
                        <a:pt x="48409" y="16536"/>
                        <a:pt x="47390" y="21190"/>
                        <a:pt x="45794" y="25579"/>
                      </a:cubicBezTo>
                      <a:cubicBezTo>
                        <a:pt x="42203" y="35155"/>
                        <a:pt x="36130" y="40297"/>
                        <a:pt x="29214" y="4725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82" name="Forme libre : forme 18581">
                  <a:extLst>
                    <a:ext uri="{FF2B5EF4-FFF2-40B4-BE49-F238E27FC236}">
                      <a16:creationId xmlns:a16="http://schemas.microsoft.com/office/drawing/2014/main" id="{A1554830-70FB-4C2E-B408-2DA81B2286A8}"/>
                    </a:ext>
                  </a:extLst>
                </p:cNvPr>
                <p:cNvSpPr/>
                <p:nvPr/>
              </p:nvSpPr>
              <p:spPr>
                <a:xfrm>
                  <a:off x="5909189" y="6389953"/>
                  <a:ext cx="58906" cy="123727"/>
                </a:xfrm>
                <a:custGeom>
                  <a:avLst/>
                  <a:gdLst>
                    <a:gd name="connsiteX0" fmla="*/ 49340 w 58906"/>
                    <a:gd name="connsiteY0" fmla="*/ 32849 h 123727"/>
                    <a:gd name="connsiteX1" fmla="*/ 23894 w 58906"/>
                    <a:gd name="connsiteY1" fmla="*/ 66673 h 123727"/>
                    <a:gd name="connsiteX2" fmla="*/ 0 w 58906"/>
                    <a:gd name="connsiteY2" fmla="*/ 75451 h 123727"/>
                    <a:gd name="connsiteX3" fmla="*/ 17688 w 58906"/>
                    <a:gd name="connsiteY3" fmla="*/ 85780 h 123727"/>
                    <a:gd name="connsiteX4" fmla="*/ 26022 w 58906"/>
                    <a:gd name="connsiteY4" fmla="*/ 105419 h 123727"/>
                    <a:gd name="connsiteX5" fmla="*/ 36617 w 58906"/>
                    <a:gd name="connsiteY5" fmla="*/ 123727 h 123727"/>
                    <a:gd name="connsiteX6" fmla="*/ 29125 w 58906"/>
                    <a:gd name="connsiteY6" fmla="*/ 101030 h 123727"/>
                    <a:gd name="connsiteX7" fmla="*/ 21190 w 58906"/>
                    <a:gd name="connsiteY7" fmla="*/ 81214 h 123727"/>
                    <a:gd name="connsiteX8" fmla="*/ 21057 w 58906"/>
                    <a:gd name="connsiteY8" fmla="*/ 78599 h 123727"/>
                    <a:gd name="connsiteX9" fmla="*/ 23230 w 58906"/>
                    <a:gd name="connsiteY9" fmla="*/ 75673 h 123727"/>
                    <a:gd name="connsiteX10" fmla="*/ 41095 w 58906"/>
                    <a:gd name="connsiteY10" fmla="*/ 59403 h 123727"/>
                    <a:gd name="connsiteX11" fmla="*/ 53640 w 58906"/>
                    <a:gd name="connsiteY11" fmla="*/ 45572 h 123727"/>
                    <a:gd name="connsiteX12" fmla="*/ 58561 w 58906"/>
                    <a:gd name="connsiteY12" fmla="*/ 19594 h 123727"/>
                    <a:gd name="connsiteX13" fmla="*/ 52000 w 58906"/>
                    <a:gd name="connsiteY13" fmla="*/ 0 h 123727"/>
                    <a:gd name="connsiteX14" fmla="*/ 49340 w 58906"/>
                    <a:gd name="connsiteY14" fmla="*/ 32849 h 123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8906" h="123727">
                      <a:moveTo>
                        <a:pt x="49340" y="32849"/>
                      </a:moveTo>
                      <a:cubicBezTo>
                        <a:pt x="44242" y="46193"/>
                        <a:pt x="34844" y="57542"/>
                        <a:pt x="23894" y="66673"/>
                      </a:cubicBezTo>
                      <a:cubicBezTo>
                        <a:pt x="17112" y="72304"/>
                        <a:pt x="8556" y="77402"/>
                        <a:pt x="0" y="75451"/>
                      </a:cubicBezTo>
                      <a:cubicBezTo>
                        <a:pt x="7137" y="75096"/>
                        <a:pt x="13654" y="79840"/>
                        <a:pt x="17688" y="85780"/>
                      </a:cubicBezTo>
                      <a:cubicBezTo>
                        <a:pt x="21678" y="91676"/>
                        <a:pt x="23673" y="98681"/>
                        <a:pt x="26022" y="105419"/>
                      </a:cubicBezTo>
                      <a:cubicBezTo>
                        <a:pt x="28372" y="112157"/>
                        <a:pt x="31298" y="118984"/>
                        <a:pt x="36617" y="123727"/>
                      </a:cubicBezTo>
                      <a:cubicBezTo>
                        <a:pt x="30455" y="118408"/>
                        <a:pt x="31253" y="108877"/>
                        <a:pt x="29125" y="101030"/>
                      </a:cubicBezTo>
                      <a:cubicBezTo>
                        <a:pt x="27264" y="94159"/>
                        <a:pt x="22831" y="88130"/>
                        <a:pt x="21190" y="81214"/>
                      </a:cubicBezTo>
                      <a:cubicBezTo>
                        <a:pt x="20969" y="80372"/>
                        <a:pt x="20836" y="79441"/>
                        <a:pt x="21057" y="78599"/>
                      </a:cubicBezTo>
                      <a:cubicBezTo>
                        <a:pt x="21368" y="77402"/>
                        <a:pt x="22299" y="76471"/>
                        <a:pt x="23230" y="75673"/>
                      </a:cubicBezTo>
                      <a:cubicBezTo>
                        <a:pt x="29170" y="70264"/>
                        <a:pt x="35155" y="64812"/>
                        <a:pt x="41095" y="59403"/>
                      </a:cubicBezTo>
                      <a:cubicBezTo>
                        <a:pt x="45705" y="55192"/>
                        <a:pt x="50404" y="50892"/>
                        <a:pt x="53640" y="45572"/>
                      </a:cubicBezTo>
                      <a:cubicBezTo>
                        <a:pt x="58295" y="37903"/>
                        <a:pt x="59625" y="28505"/>
                        <a:pt x="58561" y="19594"/>
                      </a:cubicBezTo>
                      <a:cubicBezTo>
                        <a:pt x="57896" y="13964"/>
                        <a:pt x="56744" y="3812"/>
                        <a:pt x="52000" y="0"/>
                      </a:cubicBezTo>
                      <a:cubicBezTo>
                        <a:pt x="52976" y="11482"/>
                        <a:pt x="53640" y="21634"/>
                        <a:pt x="49340" y="3284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83" name="Forme libre : forme 18582">
                  <a:extLst>
                    <a:ext uri="{FF2B5EF4-FFF2-40B4-BE49-F238E27FC236}">
                      <a16:creationId xmlns:a16="http://schemas.microsoft.com/office/drawing/2014/main" id="{902019D4-2FB2-4207-91E3-13FBAA79DCEB}"/>
                    </a:ext>
                  </a:extLst>
                </p:cNvPr>
                <p:cNvSpPr/>
                <p:nvPr/>
              </p:nvSpPr>
              <p:spPr>
                <a:xfrm>
                  <a:off x="5984374" y="6271856"/>
                  <a:ext cx="61132" cy="79086"/>
                </a:xfrm>
                <a:custGeom>
                  <a:avLst/>
                  <a:gdLst>
                    <a:gd name="connsiteX0" fmla="*/ 37238 w 61132"/>
                    <a:gd name="connsiteY0" fmla="*/ 79086 h 79086"/>
                    <a:gd name="connsiteX1" fmla="*/ 35110 w 61132"/>
                    <a:gd name="connsiteY1" fmla="*/ 66851 h 79086"/>
                    <a:gd name="connsiteX2" fmla="*/ 27485 w 61132"/>
                    <a:gd name="connsiteY2" fmla="*/ 57896 h 79086"/>
                    <a:gd name="connsiteX3" fmla="*/ 0 w 61132"/>
                    <a:gd name="connsiteY3" fmla="*/ 0 h 79086"/>
                    <a:gd name="connsiteX4" fmla="*/ 11881 w 61132"/>
                    <a:gd name="connsiteY4" fmla="*/ 32761 h 79086"/>
                    <a:gd name="connsiteX5" fmla="*/ 25623 w 61132"/>
                    <a:gd name="connsiteY5" fmla="*/ 48498 h 79086"/>
                    <a:gd name="connsiteX6" fmla="*/ 28859 w 61132"/>
                    <a:gd name="connsiteY6" fmla="*/ 50271 h 79086"/>
                    <a:gd name="connsiteX7" fmla="*/ 32761 w 61132"/>
                    <a:gd name="connsiteY7" fmla="*/ 47478 h 79086"/>
                    <a:gd name="connsiteX8" fmla="*/ 61132 w 61132"/>
                    <a:gd name="connsiteY8" fmla="*/ 18796 h 79086"/>
                    <a:gd name="connsiteX9" fmla="*/ 37238 w 61132"/>
                    <a:gd name="connsiteY9" fmla="*/ 79086 h 79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1132" h="79086">
                      <a:moveTo>
                        <a:pt x="37238" y="79086"/>
                      </a:moveTo>
                      <a:cubicBezTo>
                        <a:pt x="35110" y="75496"/>
                        <a:pt x="36396" y="70841"/>
                        <a:pt x="35110" y="66851"/>
                      </a:cubicBezTo>
                      <a:cubicBezTo>
                        <a:pt x="33869" y="63083"/>
                        <a:pt x="30500" y="60512"/>
                        <a:pt x="27485" y="57896"/>
                      </a:cubicBezTo>
                      <a:cubicBezTo>
                        <a:pt x="10772" y="43577"/>
                        <a:pt x="532" y="21988"/>
                        <a:pt x="0" y="0"/>
                      </a:cubicBezTo>
                      <a:cubicBezTo>
                        <a:pt x="5985" y="10019"/>
                        <a:pt x="6162" y="22609"/>
                        <a:pt x="11881" y="32761"/>
                      </a:cubicBezTo>
                      <a:cubicBezTo>
                        <a:pt x="15294" y="38878"/>
                        <a:pt x="20525" y="43755"/>
                        <a:pt x="25623" y="48498"/>
                      </a:cubicBezTo>
                      <a:cubicBezTo>
                        <a:pt x="26554" y="49340"/>
                        <a:pt x="27574" y="50271"/>
                        <a:pt x="28859" y="50271"/>
                      </a:cubicBezTo>
                      <a:cubicBezTo>
                        <a:pt x="30544" y="50316"/>
                        <a:pt x="31741" y="48808"/>
                        <a:pt x="32761" y="47478"/>
                      </a:cubicBezTo>
                      <a:cubicBezTo>
                        <a:pt x="41006" y="36351"/>
                        <a:pt x="51646" y="28593"/>
                        <a:pt x="61132" y="18796"/>
                      </a:cubicBezTo>
                      <a:cubicBezTo>
                        <a:pt x="43134" y="32406"/>
                        <a:pt x="33869" y="57054"/>
                        <a:pt x="37238" y="7908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84" name="Forme libre : forme 18583">
                  <a:extLst>
                    <a:ext uri="{FF2B5EF4-FFF2-40B4-BE49-F238E27FC236}">
                      <a16:creationId xmlns:a16="http://schemas.microsoft.com/office/drawing/2014/main" id="{9C870B96-06AE-4935-BB6F-E87A17FA7C79}"/>
                    </a:ext>
                  </a:extLst>
                </p:cNvPr>
                <p:cNvSpPr/>
                <p:nvPr/>
              </p:nvSpPr>
              <p:spPr>
                <a:xfrm>
                  <a:off x="6041738" y="6390227"/>
                  <a:ext cx="64146" cy="116981"/>
                </a:xfrm>
                <a:custGeom>
                  <a:avLst/>
                  <a:gdLst>
                    <a:gd name="connsiteX0" fmla="*/ 18841 w 64146"/>
                    <a:gd name="connsiteY0" fmla="*/ 11784 h 116981"/>
                    <a:gd name="connsiteX1" fmla="*/ 26865 w 64146"/>
                    <a:gd name="connsiteY1" fmla="*/ 35545 h 116981"/>
                    <a:gd name="connsiteX2" fmla="*/ 0 w 64146"/>
                    <a:gd name="connsiteY2" fmla="*/ 116981 h 116981"/>
                    <a:gd name="connsiteX3" fmla="*/ 32184 w 64146"/>
                    <a:gd name="connsiteY3" fmla="*/ 68173 h 116981"/>
                    <a:gd name="connsiteX4" fmla="*/ 31608 w 64146"/>
                    <a:gd name="connsiteY4" fmla="*/ 103992 h 116981"/>
                    <a:gd name="connsiteX5" fmla="*/ 39942 w 64146"/>
                    <a:gd name="connsiteY5" fmla="*/ 49332 h 116981"/>
                    <a:gd name="connsiteX6" fmla="*/ 42247 w 64146"/>
                    <a:gd name="connsiteY6" fmla="*/ 43525 h 116981"/>
                    <a:gd name="connsiteX7" fmla="*/ 48010 w 64146"/>
                    <a:gd name="connsiteY7" fmla="*/ 40200 h 116981"/>
                    <a:gd name="connsiteX8" fmla="*/ 64147 w 64146"/>
                    <a:gd name="connsiteY8" fmla="*/ 34304 h 116981"/>
                    <a:gd name="connsiteX9" fmla="*/ 42203 w 64146"/>
                    <a:gd name="connsiteY9" fmla="*/ 40466 h 116981"/>
                    <a:gd name="connsiteX10" fmla="*/ 34844 w 64146"/>
                    <a:gd name="connsiteY10" fmla="*/ 43348 h 116981"/>
                    <a:gd name="connsiteX11" fmla="*/ 29835 w 64146"/>
                    <a:gd name="connsiteY11" fmla="*/ 15330 h 116981"/>
                    <a:gd name="connsiteX12" fmla="*/ 22387 w 64146"/>
                    <a:gd name="connsiteY12" fmla="*/ 6863 h 116981"/>
                    <a:gd name="connsiteX13" fmla="*/ 6871 w 64146"/>
                    <a:gd name="connsiteY13" fmla="*/ 1677 h 116981"/>
                    <a:gd name="connsiteX14" fmla="*/ 18841 w 64146"/>
                    <a:gd name="connsiteY14" fmla="*/ 11784 h 116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4146" h="116981">
                      <a:moveTo>
                        <a:pt x="18841" y="11784"/>
                      </a:moveTo>
                      <a:cubicBezTo>
                        <a:pt x="24027" y="18478"/>
                        <a:pt x="26022" y="27122"/>
                        <a:pt x="26865" y="35545"/>
                      </a:cubicBezTo>
                      <a:cubicBezTo>
                        <a:pt x="29835" y="64848"/>
                        <a:pt x="19816" y="95215"/>
                        <a:pt x="0" y="116981"/>
                      </a:cubicBezTo>
                      <a:cubicBezTo>
                        <a:pt x="13654" y="102928"/>
                        <a:pt x="24648" y="86260"/>
                        <a:pt x="32184" y="68173"/>
                      </a:cubicBezTo>
                      <a:cubicBezTo>
                        <a:pt x="29879" y="80054"/>
                        <a:pt x="27618" y="92555"/>
                        <a:pt x="31608" y="103992"/>
                      </a:cubicBezTo>
                      <a:cubicBezTo>
                        <a:pt x="33248" y="85640"/>
                        <a:pt x="36041" y="67331"/>
                        <a:pt x="39942" y="49332"/>
                      </a:cubicBezTo>
                      <a:cubicBezTo>
                        <a:pt x="40385" y="47293"/>
                        <a:pt x="40873" y="45165"/>
                        <a:pt x="42247" y="43525"/>
                      </a:cubicBezTo>
                      <a:cubicBezTo>
                        <a:pt x="43710" y="41796"/>
                        <a:pt x="45882" y="40998"/>
                        <a:pt x="48010" y="40200"/>
                      </a:cubicBezTo>
                      <a:cubicBezTo>
                        <a:pt x="53374" y="38250"/>
                        <a:pt x="58783" y="36255"/>
                        <a:pt x="64147" y="34304"/>
                      </a:cubicBezTo>
                      <a:cubicBezTo>
                        <a:pt x="56389" y="33639"/>
                        <a:pt x="48454" y="35856"/>
                        <a:pt x="42203" y="40466"/>
                      </a:cubicBezTo>
                      <a:cubicBezTo>
                        <a:pt x="39986" y="42106"/>
                        <a:pt x="37460" y="44145"/>
                        <a:pt x="34844" y="43348"/>
                      </a:cubicBezTo>
                      <a:cubicBezTo>
                        <a:pt x="28815" y="35812"/>
                        <a:pt x="33825" y="24108"/>
                        <a:pt x="29835" y="15330"/>
                      </a:cubicBezTo>
                      <a:cubicBezTo>
                        <a:pt x="28283" y="11873"/>
                        <a:pt x="25402" y="9169"/>
                        <a:pt x="22387" y="6863"/>
                      </a:cubicBezTo>
                      <a:cubicBezTo>
                        <a:pt x="19373" y="4514"/>
                        <a:pt x="10063" y="-3422"/>
                        <a:pt x="6871" y="1677"/>
                      </a:cubicBezTo>
                      <a:cubicBezTo>
                        <a:pt x="10817" y="5090"/>
                        <a:pt x="15471" y="7395"/>
                        <a:pt x="18841" y="11784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85" name="Forme libre : forme 18584">
                  <a:extLst>
                    <a:ext uri="{FF2B5EF4-FFF2-40B4-BE49-F238E27FC236}">
                      <a16:creationId xmlns:a16="http://schemas.microsoft.com/office/drawing/2014/main" id="{28B1B5AA-6E10-4F42-B8CC-D051E1973EF6}"/>
                    </a:ext>
                  </a:extLst>
                </p:cNvPr>
                <p:cNvSpPr/>
                <p:nvPr/>
              </p:nvSpPr>
              <p:spPr>
                <a:xfrm>
                  <a:off x="6116525" y="6305990"/>
                  <a:ext cx="63481" cy="63171"/>
                </a:xfrm>
                <a:custGeom>
                  <a:avLst/>
                  <a:gdLst>
                    <a:gd name="connsiteX0" fmla="*/ 22697 w 63481"/>
                    <a:gd name="connsiteY0" fmla="*/ 27086 h 63171"/>
                    <a:gd name="connsiteX1" fmla="*/ 0 w 63481"/>
                    <a:gd name="connsiteY1" fmla="*/ 47301 h 63171"/>
                    <a:gd name="connsiteX2" fmla="*/ 27441 w 63481"/>
                    <a:gd name="connsiteY2" fmla="*/ 41184 h 63171"/>
                    <a:gd name="connsiteX3" fmla="*/ 36085 w 63481"/>
                    <a:gd name="connsiteY3" fmla="*/ 46946 h 63171"/>
                    <a:gd name="connsiteX4" fmla="*/ 63482 w 63481"/>
                    <a:gd name="connsiteY4" fmla="*/ 63172 h 63171"/>
                    <a:gd name="connsiteX5" fmla="*/ 40341 w 63481"/>
                    <a:gd name="connsiteY5" fmla="*/ 45882 h 63171"/>
                    <a:gd name="connsiteX6" fmla="*/ 30234 w 63481"/>
                    <a:gd name="connsiteY6" fmla="*/ 36839 h 63171"/>
                    <a:gd name="connsiteX7" fmla="*/ 27352 w 63481"/>
                    <a:gd name="connsiteY7" fmla="*/ 35287 h 63171"/>
                    <a:gd name="connsiteX8" fmla="*/ 26865 w 63481"/>
                    <a:gd name="connsiteY8" fmla="*/ 29391 h 63171"/>
                    <a:gd name="connsiteX9" fmla="*/ 26067 w 63481"/>
                    <a:gd name="connsiteY9" fmla="*/ 0 h 63171"/>
                    <a:gd name="connsiteX10" fmla="*/ 22697 w 63481"/>
                    <a:gd name="connsiteY10" fmla="*/ 27086 h 63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3481" h="63171">
                      <a:moveTo>
                        <a:pt x="22697" y="27086"/>
                      </a:moveTo>
                      <a:cubicBezTo>
                        <a:pt x="18087" y="36396"/>
                        <a:pt x="9797" y="43799"/>
                        <a:pt x="0" y="47301"/>
                      </a:cubicBezTo>
                      <a:cubicBezTo>
                        <a:pt x="8378" y="42292"/>
                        <a:pt x="18442" y="37504"/>
                        <a:pt x="27441" y="41184"/>
                      </a:cubicBezTo>
                      <a:cubicBezTo>
                        <a:pt x="30633" y="42513"/>
                        <a:pt x="33337" y="44774"/>
                        <a:pt x="36085" y="46946"/>
                      </a:cubicBezTo>
                      <a:cubicBezTo>
                        <a:pt x="44464" y="53508"/>
                        <a:pt x="53685" y="58960"/>
                        <a:pt x="63482" y="63172"/>
                      </a:cubicBezTo>
                      <a:cubicBezTo>
                        <a:pt x="55236" y="58118"/>
                        <a:pt x="46858" y="52976"/>
                        <a:pt x="40341" y="45882"/>
                      </a:cubicBezTo>
                      <a:cubicBezTo>
                        <a:pt x="37238" y="42513"/>
                        <a:pt x="34401" y="38656"/>
                        <a:pt x="30234" y="36839"/>
                      </a:cubicBezTo>
                      <a:cubicBezTo>
                        <a:pt x="29214" y="36396"/>
                        <a:pt x="28106" y="36085"/>
                        <a:pt x="27352" y="35287"/>
                      </a:cubicBezTo>
                      <a:cubicBezTo>
                        <a:pt x="25934" y="33780"/>
                        <a:pt x="26421" y="31387"/>
                        <a:pt x="26865" y="29391"/>
                      </a:cubicBezTo>
                      <a:cubicBezTo>
                        <a:pt x="28150" y="23806"/>
                        <a:pt x="31608" y="3103"/>
                        <a:pt x="26067" y="0"/>
                      </a:cubicBezTo>
                      <a:cubicBezTo>
                        <a:pt x="26732" y="9576"/>
                        <a:pt x="27131" y="18131"/>
                        <a:pt x="22697" y="2708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86" name="Forme libre : forme 18585">
                  <a:extLst>
                    <a:ext uri="{FF2B5EF4-FFF2-40B4-BE49-F238E27FC236}">
                      <a16:creationId xmlns:a16="http://schemas.microsoft.com/office/drawing/2014/main" id="{7BAB0C73-6F4E-4490-99EC-4AC2DA9241BC}"/>
                    </a:ext>
                  </a:extLst>
                </p:cNvPr>
                <p:cNvSpPr/>
                <p:nvPr/>
              </p:nvSpPr>
              <p:spPr>
                <a:xfrm>
                  <a:off x="6166619" y="6464651"/>
                  <a:ext cx="33425" cy="56916"/>
                </a:xfrm>
                <a:custGeom>
                  <a:avLst/>
                  <a:gdLst>
                    <a:gd name="connsiteX0" fmla="*/ 18575 w 33425"/>
                    <a:gd name="connsiteY0" fmla="*/ 34711 h 56916"/>
                    <a:gd name="connsiteX1" fmla="*/ 0 w 33425"/>
                    <a:gd name="connsiteY1" fmla="*/ 56344 h 56916"/>
                    <a:gd name="connsiteX2" fmla="*/ 9797 w 33425"/>
                    <a:gd name="connsiteY2" fmla="*/ 51778 h 56916"/>
                    <a:gd name="connsiteX3" fmla="*/ 23939 w 33425"/>
                    <a:gd name="connsiteY3" fmla="*/ 34002 h 56916"/>
                    <a:gd name="connsiteX4" fmla="*/ 25402 w 33425"/>
                    <a:gd name="connsiteY4" fmla="*/ 32583 h 56916"/>
                    <a:gd name="connsiteX5" fmla="*/ 29923 w 33425"/>
                    <a:gd name="connsiteY5" fmla="*/ 33780 h 56916"/>
                    <a:gd name="connsiteX6" fmla="*/ 33425 w 33425"/>
                    <a:gd name="connsiteY6" fmla="*/ 37371 h 56916"/>
                    <a:gd name="connsiteX7" fmla="*/ 32184 w 33425"/>
                    <a:gd name="connsiteY7" fmla="*/ 22476 h 56916"/>
                    <a:gd name="connsiteX8" fmla="*/ 20481 w 33425"/>
                    <a:gd name="connsiteY8" fmla="*/ 0 h 56916"/>
                    <a:gd name="connsiteX9" fmla="*/ 18575 w 33425"/>
                    <a:gd name="connsiteY9" fmla="*/ 34711 h 56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425" h="56916">
                      <a:moveTo>
                        <a:pt x="18575" y="34711"/>
                      </a:moveTo>
                      <a:cubicBezTo>
                        <a:pt x="14762" y="43755"/>
                        <a:pt x="9354" y="53330"/>
                        <a:pt x="0" y="56344"/>
                      </a:cubicBezTo>
                      <a:cubicBezTo>
                        <a:pt x="3414" y="58295"/>
                        <a:pt x="7359" y="54882"/>
                        <a:pt x="9797" y="51778"/>
                      </a:cubicBezTo>
                      <a:cubicBezTo>
                        <a:pt x="14496" y="45838"/>
                        <a:pt x="19195" y="39898"/>
                        <a:pt x="23939" y="34002"/>
                      </a:cubicBezTo>
                      <a:cubicBezTo>
                        <a:pt x="24382" y="33470"/>
                        <a:pt x="24826" y="32938"/>
                        <a:pt x="25402" y="32583"/>
                      </a:cubicBezTo>
                      <a:cubicBezTo>
                        <a:pt x="26865" y="31785"/>
                        <a:pt x="28726" y="32628"/>
                        <a:pt x="29923" y="33780"/>
                      </a:cubicBezTo>
                      <a:cubicBezTo>
                        <a:pt x="31120" y="34933"/>
                        <a:pt x="32051" y="36440"/>
                        <a:pt x="33425" y="37371"/>
                      </a:cubicBezTo>
                      <a:cubicBezTo>
                        <a:pt x="31564" y="32672"/>
                        <a:pt x="31120" y="27396"/>
                        <a:pt x="32184" y="22476"/>
                      </a:cubicBezTo>
                      <a:cubicBezTo>
                        <a:pt x="33825" y="15028"/>
                        <a:pt x="27751" y="3192"/>
                        <a:pt x="20481" y="0"/>
                      </a:cubicBezTo>
                      <a:cubicBezTo>
                        <a:pt x="24160" y="12723"/>
                        <a:pt x="23894" y="22254"/>
                        <a:pt x="18575" y="34711"/>
                      </a:cubicBezTo>
                      <a:close/>
                    </a:path>
                  </a:pathLst>
                </a:custGeom>
                <a:solidFill>
                  <a:srgbClr val="F7E07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87" name="Forme libre : forme 18586">
                  <a:extLst>
                    <a:ext uri="{FF2B5EF4-FFF2-40B4-BE49-F238E27FC236}">
                      <a16:creationId xmlns:a16="http://schemas.microsoft.com/office/drawing/2014/main" id="{3D14DF88-0695-4ADF-93FD-28481340C618}"/>
                    </a:ext>
                  </a:extLst>
                </p:cNvPr>
                <p:cNvSpPr/>
                <p:nvPr/>
              </p:nvSpPr>
              <p:spPr>
                <a:xfrm>
                  <a:off x="6237725" y="6305104"/>
                  <a:ext cx="50025" cy="69262"/>
                </a:xfrm>
                <a:custGeom>
                  <a:avLst/>
                  <a:gdLst>
                    <a:gd name="connsiteX0" fmla="*/ 25757 w 50025"/>
                    <a:gd name="connsiteY0" fmla="*/ 49650 h 69262"/>
                    <a:gd name="connsiteX1" fmla="*/ 49828 w 50025"/>
                    <a:gd name="connsiteY1" fmla="*/ 0 h 69262"/>
                    <a:gd name="connsiteX2" fmla="*/ 35465 w 50025"/>
                    <a:gd name="connsiteY2" fmla="*/ 44641 h 69262"/>
                    <a:gd name="connsiteX3" fmla="*/ 0 w 50025"/>
                    <a:gd name="connsiteY3" fmla="*/ 66408 h 69262"/>
                    <a:gd name="connsiteX4" fmla="*/ 25757 w 50025"/>
                    <a:gd name="connsiteY4" fmla="*/ 49650 h 69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25" h="69262">
                      <a:moveTo>
                        <a:pt x="25757" y="49650"/>
                      </a:moveTo>
                      <a:cubicBezTo>
                        <a:pt x="38612" y="36174"/>
                        <a:pt x="45661" y="18131"/>
                        <a:pt x="49828" y="0"/>
                      </a:cubicBezTo>
                      <a:cubicBezTo>
                        <a:pt x="51335" y="15870"/>
                        <a:pt x="43977" y="31165"/>
                        <a:pt x="35465" y="44641"/>
                      </a:cubicBezTo>
                      <a:cubicBezTo>
                        <a:pt x="30234" y="52931"/>
                        <a:pt x="12014" y="77579"/>
                        <a:pt x="0" y="66408"/>
                      </a:cubicBezTo>
                      <a:cubicBezTo>
                        <a:pt x="8246" y="60379"/>
                        <a:pt x="18087" y="57630"/>
                        <a:pt x="25757" y="49650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88" name="Forme libre : forme 18587">
                  <a:extLst>
                    <a:ext uri="{FF2B5EF4-FFF2-40B4-BE49-F238E27FC236}">
                      <a16:creationId xmlns:a16="http://schemas.microsoft.com/office/drawing/2014/main" id="{9593EA87-39EF-4C22-AEDE-9E1AC20DD801}"/>
                    </a:ext>
                  </a:extLst>
                </p:cNvPr>
                <p:cNvSpPr/>
                <p:nvPr/>
              </p:nvSpPr>
              <p:spPr>
                <a:xfrm>
                  <a:off x="6147822" y="6445677"/>
                  <a:ext cx="75802" cy="81037"/>
                </a:xfrm>
                <a:custGeom>
                  <a:avLst/>
                  <a:gdLst>
                    <a:gd name="connsiteX0" fmla="*/ 58207 w 75802"/>
                    <a:gd name="connsiteY0" fmla="*/ 14851 h 81037"/>
                    <a:gd name="connsiteX1" fmla="*/ 75717 w 75802"/>
                    <a:gd name="connsiteY1" fmla="*/ 0 h 81037"/>
                    <a:gd name="connsiteX2" fmla="*/ 64324 w 75802"/>
                    <a:gd name="connsiteY2" fmla="*/ 17999 h 81037"/>
                    <a:gd name="connsiteX3" fmla="*/ 48897 w 75802"/>
                    <a:gd name="connsiteY3" fmla="*/ 33647 h 81037"/>
                    <a:gd name="connsiteX4" fmla="*/ 48099 w 75802"/>
                    <a:gd name="connsiteY4" fmla="*/ 44375 h 81037"/>
                    <a:gd name="connsiteX5" fmla="*/ 49518 w 75802"/>
                    <a:gd name="connsiteY5" fmla="*/ 73722 h 81037"/>
                    <a:gd name="connsiteX6" fmla="*/ 43178 w 75802"/>
                    <a:gd name="connsiteY6" fmla="*/ 37459 h 81037"/>
                    <a:gd name="connsiteX7" fmla="*/ 36351 w 75802"/>
                    <a:gd name="connsiteY7" fmla="*/ 42957 h 81037"/>
                    <a:gd name="connsiteX8" fmla="*/ 0 w 75802"/>
                    <a:gd name="connsiteY8" fmla="*/ 81037 h 81037"/>
                    <a:gd name="connsiteX9" fmla="*/ 30544 w 75802"/>
                    <a:gd name="connsiteY9" fmla="*/ 41051 h 81037"/>
                    <a:gd name="connsiteX10" fmla="*/ 36484 w 75802"/>
                    <a:gd name="connsiteY10" fmla="*/ 24648 h 81037"/>
                    <a:gd name="connsiteX11" fmla="*/ 30145 w 75802"/>
                    <a:gd name="connsiteY11" fmla="*/ 12280 h 81037"/>
                    <a:gd name="connsiteX12" fmla="*/ 58207 w 75802"/>
                    <a:gd name="connsiteY12" fmla="*/ 14851 h 81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5802" h="81037">
                      <a:moveTo>
                        <a:pt x="58207" y="14851"/>
                      </a:moveTo>
                      <a:cubicBezTo>
                        <a:pt x="66142" y="13477"/>
                        <a:pt x="73545" y="7802"/>
                        <a:pt x="75717" y="0"/>
                      </a:cubicBezTo>
                      <a:cubicBezTo>
                        <a:pt x="76604" y="7403"/>
                        <a:pt x="70398" y="13698"/>
                        <a:pt x="64324" y="17999"/>
                      </a:cubicBezTo>
                      <a:cubicBezTo>
                        <a:pt x="58251" y="22299"/>
                        <a:pt x="51202" y="26554"/>
                        <a:pt x="48897" y="33647"/>
                      </a:cubicBezTo>
                      <a:cubicBezTo>
                        <a:pt x="47789" y="37061"/>
                        <a:pt x="47922" y="40784"/>
                        <a:pt x="48099" y="44375"/>
                      </a:cubicBezTo>
                      <a:cubicBezTo>
                        <a:pt x="48542" y="54172"/>
                        <a:pt x="49030" y="63925"/>
                        <a:pt x="49518" y="73722"/>
                      </a:cubicBezTo>
                      <a:cubicBezTo>
                        <a:pt x="46148" y="61930"/>
                        <a:pt x="44021" y="49739"/>
                        <a:pt x="43178" y="37459"/>
                      </a:cubicBezTo>
                      <a:cubicBezTo>
                        <a:pt x="40119" y="36529"/>
                        <a:pt x="37726" y="40075"/>
                        <a:pt x="36351" y="42957"/>
                      </a:cubicBezTo>
                      <a:cubicBezTo>
                        <a:pt x="28594" y="59005"/>
                        <a:pt x="15693" y="72525"/>
                        <a:pt x="0" y="81037"/>
                      </a:cubicBezTo>
                      <a:cubicBezTo>
                        <a:pt x="11482" y="68802"/>
                        <a:pt x="21013" y="54926"/>
                        <a:pt x="30544" y="41051"/>
                      </a:cubicBezTo>
                      <a:cubicBezTo>
                        <a:pt x="33780" y="36307"/>
                        <a:pt x="37460" y="30722"/>
                        <a:pt x="36484" y="24648"/>
                      </a:cubicBezTo>
                      <a:cubicBezTo>
                        <a:pt x="35908" y="21102"/>
                        <a:pt x="29214" y="15161"/>
                        <a:pt x="30145" y="12280"/>
                      </a:cubicBezTo>
                      <a:cubicBezTo>
                        <a:pt x="31785" y="7093"/>
                        <a:pt x="52710" y="15826"/>
                        <a:pt x="58207" y="1485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89" name="Forme libre : forme 18588">
                  <a:extLst>
                    <a:ext uri="{FF2B5EF4-FFF2-40B4-BE49-F238E27FC236}">
                      <a16:creationId xmlns:a16="http://schemas.microsoft.com/office/drawing/2014/main" id="{2E72508D-6E0D-41BC-B4D0-EAE9A5881311}"/>
                    </a:ext>
                  </a:extLst>
                </p:cNvPr>
                <p:cNvSpPr/>
                <p:nvPr/>
              </p:nvSpPr>
              <p:spPr>
                <a:xfrm>
                  <a:off x="6249296" y="6407946"/>
                  <a:ext cx="51695" cy="37465"/>
                </a:xfrm>
                <a:custGeom>
                  <a:avLst/>
                  <a:gdLst>
                    <a:gd name="connsiteX0" fmla="*/ 13876 w 51695"/>
                    <a:gd name="connsiteY0" fmla="*/ 2932 h 37465"/>
                    <a:gd name="connsiteX1" fmla="*/ 33027 w 51695"/>
                    <a:gd name="connsiteY1" fmla="*/ 8074 h 37465"/>
                    <a:gd name="connsiteX2" fmla="*/ 45085 w 51695"/>
                    <a:gd name="connsiteY2" fmla="*/ 16497 h 37465"/>
                    <a:gd name="connsiteX3" fmla="*/ 50271 w 51695"/>
                    <a:gd name="connsiteY3" fmla="*/ 37466 h 37465"/>
                    <a:gd name="connsiteX4" fmla="*/ 48587 w 51695"/>
                    <a:gd name="connsiteY4" fmla="*/ 15610 h 37465"/>
                    <a:gd name="connsiteX5" fmla="*/ 31741 w 51695"/>
                    <a:gd name="connsiteY5" fmla="*/ 1557 h 37465"/>
                    <a:gd name="connsiteX6" fmla="*/ 17156 w 51695"/>
                    <a:gd name="connsiteY6" fmla="*/ 6 h 37465"/>
                    <a:gd name="connsiteX7" fmla="*/ 0 w 51695"/>
                    <a:gd name="connsiteY7" fmla="*/ 5503 h 37465"/>
                    <a:gd name="connsiteX8" fmla="*/ 13876 w 51695"/>
                    <a:gd name="connsiteY8" fmla="*/ 2932 h 37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695" h="37465">
                      <a:moveTo>
                        <a:pt x="13876" y="2932"/>
                      </a:moveTo>
                      <a:cubicBezTo>
                        <a:pt x="20525" y="3198"/>
                        <a:pt x="26953" y="5326"/>
                        <a:pt x="33027" y="8074"/>
                      </a:cubicBezTo>
                      <a:cubicBezTo>
                        <a:pt x="37548" y="10113"/>
                        <a:pt x="42070" y="12552"/>
                        <a:pt x="45085" y="16497"/>
                      </a:cubicBezTo>
                      <a:cubicBezTo>
                        <a:pt x="49562" y="22304"/>
                        <a:pt x="50005" y="30151"/>
                        <a:pt x="50271" y="37466"/>
                      </a:cubicBezTo>
                      <a:cubicBezTo>
                        <a:pt x="52665" y="30328"/>
                        <a:pt x="52000" y="22260"/>
                        <a:pt x="48587" y="15610"/>
                      </a:cubicBezTo>
                      <a:cubicBezTo>
                        <a:pt x="45129" y="8961"/>
                        <a:pt x="38922" y="3774"/>
                        <a:pt x="31741" y="1557"/>
                      </a:cubicBezTo>
                      <a:cubicBezTo>
                        <a:pt x="27042" y="139"/>
                        <a:pt x="22032" y="-38"/>
                        <a:pt x="17156" y="6"/>
                      </a:cubicBezTo>
                      <a:cubicBezTo>
                        <a:pt x="11836" y="50"/>
                        <a:pt x="2660" y="183"/>
                        <a:pt x="0" y="5503"/>
                      </a:cubicBezTo>
                      <a:cubicBezTo>
                        <a:pt x="4433" y="3951"/>
                        <a:pt x="8999" y="2754"/>
                        <a:pt x="13876" y="293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90" name="Forme libre : forme 18589">
                  <a:extLst>
                    <a:ext uri="{FF2B5EF4-FFF2-40B4-BE49-F238E27FC236}">
                      <a16:creationId xmlns:a16="http://schemas.microsoft.com/office/drawing/2014/main" id="{22A22177-A5A5-4AFE-A41B-05D95CDA9888}"/>
                    </a:ext>
                  </a:extLst>
                </p:cNvPr>
                <p:cNvSpPr/>
                <p:nvPr/>
              </p:nvSpPr>
              <p:spPr>
                <a:xfrm>
                  <a:off x="6263305" y="6490584"/>
                  <a:ext cx="69732" cy="41139"/>
                </a:xfrm>
                <a:custGeom>
                  <a:avLst/>
                  <a:gdLst>
                    <a:gd name="connsiteX0" fmla="*/ 21634 w 69732"/>
                    <a:gd name="connsiteY0" fmla="*/ 19417 h 41139"/>
                    <a:gd name="connsiteX1" fmla="*/ 0 w 69732"/>
                    <a:gd name="connsiteY1" fmla="*/ 41139 h 41139"/>
                    <a:gd name="connsiteX2" fmla="*/ 17112 w 69732"/>
                    <a:gd name="connsiteY2" fmla="*/ 28726 h 41139"/>
                    <a:gd name="connsiteX3" fmla="*/ 30721 w 69732"/>
                    <a:gd name="connsiteY3" fmla="*/ 15738 h 41139"/>
                    <a:gd name="connsiteX4" fmla="*/ 36351 w 69732"/>
                    <a:gd name="connsiteY4" fmla="*/ 16447 h 41139"/>
                    <a:gd name="connsiteX5" fmla="*/ 69733 w 69732"/>
                    <a:gd name="connsiteY5" fmla="*/ 24338 h 41139"/>
                    <a:gd name="connsiteX6" fmla="*/ 47567 w 69732"/>
                    <a:gd name="connsiteY6" fmla="*/ 16624 h 41139"/>
                    <a:gd name="connsiteX7" fmla="*/ 35731 w 69732"/>
                    <a:gd name="connsiteY7" fmla="*/ 9265 h 41139"/>
                    <a:gd name="connsiteX8" fmla="*/ 28549 w 69732"/>
                    <a:gd name="connsiteY8" fmla="*/ 0 h 41139"/>
                    <a:gd name="connsiteX9" fmla="*/ 21634 w 69732"/>
                    <a:gd name="connsiteY9" fmla="*/ 19417 h 41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732" h="41139">
                      <a:moveTo>
                        <a:pt x="21634" y="19417"/>
                      </a:moveTo>
                      <a:cubicBezTo>
                        <a:pt x="16269" y="28194"/>
                        <a:pt x="8334" y="35110"/>
                        <a:pt x="0" y="41139"/>
                      </a:cubicBezTo>
                      <a:cubicBezTo>
                        <a:pt x="6827" y="38967"/>
                        <a:pt x="12945" y="34534"/>
                        <a:pt x="17112" y="28726"/>
                      </a:cubicBezTo>
                      <a:cubicBezTo>
                        <a:pt x="20924" y="23451"/>
                        <a:pt x="24249" y="16402"/>
                        <a:pt x="30721" y="15738"/>
                      </a:cubicBezTo>
                      <a:cubicBezTo>
                        <a:pt x="32628" y="15560"/>
                        <a:pt x="34490" y="16003"/>
                        <a:pt x="36351" y="16447"/>
                      </a:cubicBezTo>
                      <a:cubicBezTo>
                        <a:pt x="47479" y="19063"/>
                        <a:pt x="58606" y="21722"/>
                        <a:pt x="69733" y="24338"/>
                      </a:cubicBezTo>
                      <a:cubicBezTo>
                        <a:pt x="62329" y="21767"/>
                        <a:pt x="54926" y="19195"/>
                        <a:pt x="47567" y="16624"/>
                      </a:cubicBezTo>
                      <a:cubicBezTo>
                        <a:pt x="42912" y="14984"/>
                        <a:pt x="38790" y="13255"/>
                        <a:pt x="35731" y="9265"/>
                      </a:cubicBezTo>
                      <a:cubicBezTo>
                        <a:pt x="33159" y="5896"/>
                        <a:pt x="33514" y="576"/>
                        <a:pt x="28549" y="0"/>
                      </a:cubicBezTo>
                      <a:cubicBezTo>
                        <a:pt x="26377" y="6561"/>
                        <a:pt x="25446" y="13166"/>
                        <a:pt x="21634" y="1941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91" name="Forme libre : forme 18590">
                  <a:extLst>
                    <a:ext uri="{FF2B5EF4-FFF2-40B4-BE49-F238E27FC236}">
                      <a16:creationId xmlns:a16="http://schemas.microsoft.com/office/drawing/2014/main" id="{2D8261AB-86DF-4543-8304-C077348DC7FB}"/>
                    </a:ext>
                  </a:extLst>
                </p:cNvPr>
                <p:cNvSpPr/>
                <p:nvPr/>
              </p:nvSpPr>
              <p:spPr>
                <a:xfrm>
                  <a:off x="6324437" y="6302355"/>
                  <a:ext cx="74653" cy="106394"/>
                </a:xfrm>
                <a:custGeom>
                  <a:avLst/>
                  <a:gdLst>
                    <a:gd name="connsiteX0" fmla="*/ 35598 w 74653"/>
                    <a:gd name="connsiteY0" fmla="*/ 26199 h 106394"/>
                    <a:gd name="connsiteX1" fmla="*/ 74653 w 74653"/>
                    <a:gd name="connsiteY1" fmla="*/ 0 h 106394"/>
                    <a:gd name="connsiteX2" fmla="*/ 51645 w 74653"/>
                    <a:gd name="connsiteY2" fmla="*/ 20791 h 106394"/>
                    <a:gd name="connsiteX3" fmla="*/ 32184 w 74653"/>
                    <a:gd name="connsiteY3" fmla="*/ 37858 h 106394"/>
                    <a:gd name="connsiteX4" fmla="*/ 31386 w 74653"/>
                    <a:gd name="connsiteY4" fmla="*/ 48941 h 106394"/>
                    <a:gd name="connsiteX5" fmla="*/ 32317 w 74653"/>
                    <a:gd name="connsiteY5" fmla="*/ 66408 h 106394"/>
                    <a:gd name="connsiteX6" fmla="*/ 40430 w 74653"/>
                    <a:gd name="connsiteY6" fmla="*/ 89637 h 106394"/>
                    <a:gd name="connsiteX7" fmla="*/ 60822 w 74653"/>
                    <a:gd name="connsiteY7" fmla="*/ 100675 h 106394"/>
                    <a:gd name="connsiteX8" fmla="*/ 4477 w 74653"/>
                    <a:gd name="connsiteY8" fmla="*/ 106394 h 106394"/>
                    <a:gd name="connsiteX9" fmla="*/ 25357 w 74653"/>
                    <a:gd name="connsiteY9" fmla="*/ 87376 h 106394"/>
                    <a:gd name="connsiteX10" fmla="*/ 27795 w 74653"/>
                    <a:gd name="connsiteY10" fmla="*/ 71772 h 106394"/>
                    <a:gd name="connsiteX11" fmla="*/ 27795 w 74653"/>
                    <a:gd name="connsiteY11" fmla="*/ 40252 h 106394"/>
                    <a:gd name="connsiteX12" fmla="*/ 25978 w 74653"/>
                    <a:gd name="connsiteY12" fmla="*/ 33913 h 106394"/>
                    <a:gd name="connsiteX13" fmla="*/ 21190 w 74653"/>
                    <a:gd name="connsiteY13" fmla="*/ 31874 h 106394"/>
                    <a:gd name="connsiteX14" fmla="*/ 0 w 74653"/>
                    <a:gd name="connsiteY14" fmla="*/ 22077 h 106394"/>
                    <a:gd name="connsiteX15" fmla="*/ 35598 w 74653"/>
                    <a:gd name="connsiteY15" fmla="*/ 26199 h 106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4653" h="106394">
                      <a:moveTo>
                        <a:pt x="35598" y="26199"/>
                      </a:moveTo>
                      <a:cubicBezTo>
                        <a:pt x="50847" y="21899"/>
                        <a:pt x="63615" y="11348"/>
                        <a:pt x="74653" y="0"/>
                      </a:cubicBezTo>
                      <a:cubicBezTo>
                        <a:pt x="68447" y="8334"/>
                        <a:pt x="60600" y="15471"/>
                        <a:pt x="51645" y="20791"/>
                      </a:cubicBezTo>
                      <a:cubicBezTo>
                        <a:pt x="44065" y="25313"/>
                        <a:pt x="34933" y="29436"/>
                        <a:pt x="32184" y="37858"/>
                      </a:cubicBezTo>
                      <a:cubicBezTo>
                        <a:pt x="31032" y="41405"/>
                        <a:pt x="31209" y="45217"/>
                        <a:pt x="31386" y="48941"/>
                      </a:cubicBezTo>
                      <a:cubicBezTo>
                        <a:pt x="31696" y="54749"/>
                        <a:pt x="32007" y="60600"/>
                        <a:pt x="32317" y="66408"/>
                      </a:cubicBezTo>
                      <a:cubicBezTo>
                        <a:pt x="32760" y="74875"/>
                        <a:pt x="33736" y="84406"/>
                        <a:pt x="40430" y="89637"/>
                      </a:cubicBezTo>
                      <a:cubicBezTo>
                        <a:pt x="46592" y="94469"/>
                        <a:pt x="56300" y="94292"/>
                        <a:pt x="60822" y="100675"/>
                      </a:cubicBezTo>
                      <a:cubicBezTo>
                        <a:pt x="42380" y="94425"/>
                        <a:pt x="21279" y="96552"/>
                        <a:pt x="4477" y="106394"/>
                      </a:cubicBezTo>
                      <a:cubicBezTo>
                        <a:pt x="12767" y="101606"/>
                        <a:pt x="21633" y="96242"/>
                        <a:pt x="25357" y="87376"/>
                      </a:cubicBezTo>
                      <a:cubicBezTo>
                        <a:pt x="27397" y="82500"/>
                        <a:pt x="27662" y="77092"/>
                        <a:pt x="27795" y="71772"/>
                      </a:cubicBezTo>
                      <a:cubicBezTo>
                        <a:pt x="28061" y="61265"/>
                        <a:pt x="28061" y="50759"/>
                        <a:pt x="27795" y="40252"/>
                      </a:cubicBezTo>
                      <a:cubicBezTo>
                        <a:pt x="27751" y="37991"/>
                        <a:pt x="27574" y="35509"/>
                        <a:pt x="25978" y="33913"/>
                      </a:cubicBezTo>
                      <a:cubicBezTo>
                        <a:pt x="24736" y="32672"/>
                        <a:pt x="22919" y="32273"/>
                        <a:pt x="21190" y="31874"/>
                      </a:cubicBezTo>
                      <a:cubicBezTo>
                        <a:pt x="15294" y="30500"/>
                        <a:pt x="2615" y="27928"/>
                        <a:pt x="0" y="22077"/>
                      </a:cubicBezTo>
                      <a:cubicBezTo>
                        <a:pt x="11171" y="27839"/>
                        <a:pt x="23362" y="29613"/>
                        <a:pt x="35598" y="2619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92" name="Forme libre : forme 18591">
                  <a:extLst>
                    <a:ext uri="{FF2B5EF4-FFF2-40B4-BE49-F238E27FC236}">
                      <a16:creationId xmlns:a16="http://schemas.microsoft.com/office/drawing/2014/main" id="{B760D85B-E591-486A-B08B-4A7DAFF8AA59}"/>
                    </a:ext>
                  </a:extLst>
                </p:cNvPr>
                <p:cNvSpPr/>
                <p:nvPr/>
              </p:nvSpPr>
              <p:spPr>
                <a:xfrm>
                  <a:off x="6405563" y="6313881"/>
                  <a:ext cx="63481" cy="64634"/>
                </a:xfrm>
                <a:custGeom>
                  <a:avLst/>
                  <a:gdLst>
                    <a:gd name="connsiteX0" fmla="*/ 16580 w 63481"/>
                    <a:gd name="connsiteY0" fmla="*/ 46725 h 64634"/>
                    <a:gd name="connsiteX1" fmla="*/ 63482 w 63481"/>
                    <a:gd name="connsiteY1" fmla="*/ 64457 h 64634"/>
                    <a:gd name="connsiteX2" fmla="*/ 48986 w 63481"/>
                    <a:gd name="connsiteY2" fmla="*/ 57320 h 64634"/>
                    <a:gd name="connsiteX3" fmla="*/ 18087 w 63481"/>
                    <a:gd name="connsiteY3" fmla="*/ 43799 h 64634"/>
                    <a:gd name="connsiteX4" fmla="*/ 10107 w 63481"/>
                    <a:gd name="connsiteY4" fmla="*/ 30677 h 64634"/>
                    <a:gd name="connsiteX5" fmla="*/ 0 w 63481"/>
                    <a:gd name="connsiteY5" fmla="*/ 0 h 64634"/>
                    <a:gd name="connsiteX6" fmla="*/ 16580 w 63481"/>
                    <a:gd name="connsiteY6" fmla="*/ 46725 h 64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481" h="64634">
                      <a:moveTo>
                        <a:pt x="16580" y="46725"/>
                      </a:moveTo>
                      <a:cubicBezTo>
                        <a:pt x="28549" y="59137"/>
                        <a:pt x="46282" y="65831"/>
                        <a:pt x="63482" y="64457"/>
                      </a:cubicBezTo>
                      <a:cubicBezTo>
                        <a:pt x="58739" y="61841"/>
                        <a:pt x="54039" y="59226"/>
                        <a:pt x="48986" y="57320"/>
                      </a:cubicBezTo>
                      <a:cubicBezTo>
                        <a:pt x="38390" y="53242"/>
                        <a:pt x="25978" y="51956"/>
                        <a:pt x="18087" y="43799"/>
                      </a:cubicBezTo>
                      <a:cubicBezTo>
                        <a:pt x="14496" y="40120"/>
                        <a:pt x="12279" y="35332"/>
                        <a:pt x="10107" y="30677"/>
                      </a:cubicBezTo>
                      <a:cubicBezTo>
                        <a:pt x="5541" y="20880"/>
                        <a:pt x="931" y="10861"/>
                        <a:pt x="0" y="0"/>
                      </a:cubicBezTo>
                      <a:cubicBezTo>
                        <a:pt x="887" y="17644"/>
                        <a:pt x="3812" y="33514"/>
                        <a:pt x="16580" y="46725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93" name="Forme libre : forme 18592">
                  <a:extLst>
                    <a:ext uri="{FF2B5EF4-FFF2-40B4-BE49-F238E27FC236}">
                      <a16:creationId xmlns:a16="http://schemas.microsoft.com/office/drawing/2014/main" id="{0FFCDD76-B69A-4D0B-BD9E-70B8739A1251}"/>
                    </a:ext>
                  </a:extLst>
                </p:cNvPr>
                <p:cNvSpPr/>
                <p:nvPr/>
              </p:nvSpPr>
              <p:spPr>
                <a:xfrm>
                  <a:off x="6402504" y="6386850"/>
                  <a:ext cx="38257" cy="56300"/>
                </a:xfrm>
                <a:custGeom>
                  <a:avLst/>
                  <a:gdLst>
                    <a:gd name="connsiteX0" fmla="*/ 25136 w 38257"/>
                    <a:gd name="connsiteY0" fmla="*/ 9177 h 56300"/>
                    <a:gd name="connsiteX1" fmla="*/ 38258 w 38257"/>
                    <a:gd name="connsiteY1" fmla="*/ 0 h 56300"/>
                    <a:gd name="connsiteX2" fmla="*/ 27352 w 38257"/>
                    <a:gd name="connsiteY2" fmla="*/ 26998 h 56300"/>
                    <a:gd name="connsiteX3" fmla="*/ 30455 w 38257"/>
                    <a:gd name="connsiteY3" fmla="*/ 56301 h 56300"/>
                    <a:gd name="connsiteX4" fmla="*/ 20658 w 38257"/>
                    <a:gd name="connsiteY4" fmla="*/ 22210 h 56300"/>
                    <a:gd name="connsiteX5" fmla="*/ 19816 w 38257"/>
                    <a:gd name="connsiteY5" fmla="*/ 18397 h 56300"/>
                    <a:gd name="connsiteX6" fmla="*/ 16757 w 38257"/>
                    <a:gd name="connsiteY6" fmla="*/ 17378 h 56300"/>
                    <a:gd name="connsiteX7" fmla="*/ 0 w 38257"/>
                    <a:gd name="connsiteY7" fmla="*/ 15250 h 56300"/>
                    <a:gd name="connsiteX8" fmla="*/ 25136 w 38257"/>
                    <a:gd name="connsiteY8" fmla="*/ 9177 h 56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257" h="56300">
                      <a:moveTo>
                        <a:pt x="25136" y="9177"/>
                      </a:moveTo>
                      <a:cubicBezTo>
                        <a:pt x="29746" y="6517"/>
                        <a:pt x="33869" y="3059"/>
                        <a:pt x="38258" y="0"/>
                      </a:cubicBezTo>
                      <a:cubicBezTo>
                        <a:pt x="31696" y="7403"/>
                        <a:pt x="28239" y="17200"/>
                        <a:pt x="27352" y="26998"/>
                      </a:cubicBezTo>
                      <a:cubicBezTo>
                        <a:pt x="26465" y="36795"/>
                        <a:pt x="27973" y="46769"/>
                        <a:pt x="30455" y="56301"/>
                      </a:cubicBezTo>
                      <a:cubicBezTo>
                        <a:pt x="23584" y="46414"/>
                        <a:pt x="20037" y="34223"/>
                        <a:pt x="20658" y="22210"/>
                      </a:cubicBezTo>
                      <a:cubicBezTo>
                        <a:pt x="20747" y="20880"/>
                        <a:pt x="20791" y="19328"/>
                        <a:pt x="19816" y="18397"/>
                      </a:cubicBezTo>
                      <a:cubicBezTo>
                        <a:pt x="19062" y="17599"/>
                        <a:pt x="17865" y="17467"/>
                        <a:pt x="16757" y="17378"/>
                      </a:cubicBezTo>
                      <a:cubicBezTo>
                        <a:pt x="11349" y="16935"/>
                        <a:pt x="4965" y="17289"/>
                        <a:pt x="0" y="15250"/>
                      </a:cubicBezTo>
                      <a:cubicBezTo>
                        <a:pt x="8822" y="15028"/>
                        <a:pt x="17333" y="13699"/>
                        <a:pt x="25136" y="917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94" name="Forme libre : forme 18593">
                  <a:extLst>
                    <a:ext uri="{FF2B5EF4-FFF2-40B4-BE49-F238E27FC236}">
                      <a16:creationId xmlns:a16="http://schemas.microsoft.com/office/drawing/2014/main" id="{6556DB19-E08B-4F57-82F4-A6A869509AD7}"/>
                    </a:ext>
                  </a:extLst>
                </p:cNvPr>
                <p:cNvSpPr/>
                <p:nvPr/>
              </p:nvSpPr>
              <p:spPr>
                <a:xfrm>
                  <a:off x="6520025" y="6305325"/>
                  <a:ext cx="35991" cy="64191"/>
                </a:xfrm>
                <a:custGeom>
                  <a:avLst/>
                  <a:gdLst>
                    <a:gd name="connsiteX0" fmla="*/ 27175 w 35991"/>
                    <a:gd name="connsiteY0" fmla="*/ 29746 h 64191"/>
                    <a:gd name="connsiteX1" fmla="*/ 0 w 35991"/>
                    <a:gd name="connsiteY1" fmla="*/ 64192 h 64191"/>
                    <a:gd name="connsiteX2" fmla="*/ 29303 w 35991"/>
                    <a:gd name="connsiteY2" fmla="*/ 43178 h 64191"/>
                    <a:gd name="connsiteX3" fmla="*/ 34977 w 35991"/>
                    <a:gd name="connsiteY3" fmla="*/ 33825 h 64191"/>
                    <a:gd name="connsiteX4" fmla="*/ 35952 w 35991"/>
                    <a:gd name="connsiteY4" fmla="*/ 25358 h 64191"/>
                    <a:gd name="connsiteX5" fmla="*/ 30145 w 35991"/>
                    <a:gd name="connsiteY5" fmla="*/ 0 h 64191"/>
                    <a:gd name="connsiteX6" fmla="*/ 27175 w 35991"/>
                    <a:gd name="connsiteY6" fmla="*/ 29746 h 64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991" h="64191">
                      <a:moveTo>
                        <a:pt x="27175" y="29746"/>
                      </a:moveTo>
                      <a:cubicBezTo>
                        <a:pt x="22431" y="43888"/>
                        <a:pt x="12679" y="56301"/>
                        <a:pt x="0" y="64192"/>
                      </a:cubicBezTo>
                      <a:cubicBezTo>
                        <a:pt x="11304" y="59714"/>
                        <a:pt x="21456" y="52400"/>
                        <a:pt x="29303" y="43178"/>
                      </a:cubicBezTo>
                      <a:cubicBezTo>
                        <a:pt x="31696" y="40385"/>
                        <a:pt x="33913" y="37327"/>
                        <a:pt x="34977" y="33825"/>
                      </a:cubicBezTo>
                      <a:cubicBezTo>
                        <a:pt x="35819" y="31120"/>
                        <a:pt x="35952" y="28194"/>
                        <a:pt x="35952" y="25358"/>
                      </a:cubicBezTo>
                      <a:cubicBezTo>
                        <a:pt x="35952" y="18486"/>
                        <a:pt x="36839" y="4123"/>
                        <a:pt x="30145" y="0"/>
                      </a:cubicBezTo>
                      <a:cubicBezTo>
                        <a:pt x="29657" y="10063"/>
                        <a:pt x="30544" y="19683"/>
                        <a:pt x="27175" y="29746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95" name="Forme libre : forme 18594">
                  <a:extLst>
                    <a:ext uri="{FF2B5EF4-FFF2-40B4-BE49-F238E27FC236}">
                      <a16:creationId xmlns:a16="http://schemas.microsoft.com/office/drawing/2014/main" id="{7FFA2C01-24AC-4BA8-94BE-1B1BCEC3973F}"/>
                    </a:ext>
                  </a:extLst>
                </p:cNvPr>
                <p:cNvSpPr/>
                <p:nvPr/>
              </p:nvSpPr>
              <p:spPr>
                <a:xfrm>
                  <a:off x="6493024" y="6389155"/>
                  <a:ext cx="82503" cy="119206"/>
                </a:xfrm>
                <a:custGeom>
                  <a:avLst/>
                  <a:gdLst>
                    <a:gd name="connsiteX0" fmla="*/ 40477 w 82503"/>
                    <a:gd name="connsiteY0" fmla="*/ 29391 h 119206"/>
                    <a:gd name="connsiteX1" fmla="*/ 21858 w 82503"/>
                    <a:gd name="connsiteY1" fmla="*/ 43622 h 119206"/>
                    <a:gd name="connsiteX2" fmla="*/ 535 w 82503"/>
                    <a:gd name="connsiteY2" fmla="*/ 79131 h 119206"/>
                    <a:gd name="connsiteX3" fmla="*/ 10953 w 82503"/>
                    <a:gd name="connsiteY3" fmla="*/ 119206 h 119206"/>
                    <a:gd name="connsiteX4" fmla="*/ 8603 w 82503"/>
                    <a:gd name="connsiteY4" fmla="*/ 88662 h 119206"/>
                    <a:gd name="connsiteX5" fmla="*/ 10687 w 82503"/>
                    <a:gd name="connsiteY5" fmla="*/ 63039 h 119206"/>
                    <a:gd name="connsiteX6" fmla="*/ 23676 w 82503"/>
                    <a:gd name="connsiteY6" fmla="*/ 46814 h 119206"/>
                    <a:gd name="connsiteX7" fmla="*/ 82503 w 82503"/>
                    <a:gd name="connsiteY7" fmla="*/ 26111 h 119206"/>
                    <a:gd name="connsiteX8" fmla="*/ 52358 w 82503"/>
                    <a:gd name="connsiteY8" fmla="*/ 19860 h 119206"/>
                    <a:gd name="connsiteX9" fmla="*/ 40433 w 82503"/>
                    <a:gd name="connsiteY9" fmla="*/ 0 h 119206"/>
                    <a:gd name="connsiteX10" fmla="*/ 40477 w 82503"/>
                    <a:gd name="connsiteY10" fmla="*/ 29391 h 119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503" h="119206">
                      <a:moveTo>
                        <a:pt x="40477" y="29391"/>
                      </a:moveTo>
                      <a:cubicBezTo>
                        <a:pt x="35690" y="35598"/>
                        <a:pt x="28198" y="38967"/>
                        <a:pt x="21858" y="43622"/>
                      </a:cubicBezTo>
                      <a:cubicBezTo>
                        <a:pt x="10421" y="52000"/>
                        <a:pt x="2574" y="65078"/>
                        <a:pt x="535" y="79131"/>
                      </a:cubicBezTo>
                      <a:cubicBezTo>
                        <a:pt x="-1504" y="93184"/>
                        <a:pt x="2353" y="107946"/>
                        <a:pt x="10953" y="119206"/>
                      </a:cubicBezTo>
                      <a:cubicBezTo>
                        <a:pt x="10155" y="109010"/>
                        <a:pt x="9401" y="98858"/>
                        <a:pt x="8603" y="88662"/>
                      </a:cubicBezTo>
                      <a:cubicBezTo>
                        <a:pt x="7938" y="80018"/>
                        <a:pt x="7318" y="71018"/>
                        <a:pt x="10687" y="63039"/>
                      </a:cubicBezTo>
                      <a:cubicBezTo>
                        <a:pt x="13391" y="56611"/>
                        <a:pt x="18445" y="51424"/>
                        <a:pt x="23676" y="46814"/>
                      </a:cubicBezTo>
                      <a:cubicBezTo>
                        <a:pt x="39857" y="32494"/>
                        <a:pt x="61446" y="21279"/>
                        <a:pt x="82503" y="26111"/>
                      </a:cubicBezTo>
                      <a:cubicBezTo>
                        <a:pt x="73371" y="20924"/>
                        <a:pt x="60027" y="26997"/>
                        <a:pt x="52358" y="19860"/>
                      </a:cubicBezTo>
                      <a:cubicBezTo>
                        <a:pt x="46639" y="14496"/>
                        <a:pt x="47482" y="3812"/>
                        <a:pt x="40433" y="0"/>
                      </a:cubicBezTo>
                      <a:cubicBezTo>
                        <a:pt x="45620" y="9132"/>
                        <a:pt x="47482" y="20348"/>
                        <a:pt x="40477" y="2939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96" name="Forme libre : forme 18595">
                  <a:extLst>
                    <a:ext uri="{FF2B5EF4-FFF2-40B4-BE49-F238E27FC236}">
                      <a16:creationId xmlns:a16="http://schemas.microsoft.com/office/drawing/2014/main" id="{5D9382A9-2A8A-46C4-B325-6C94C58F6039}"/>
                    </a:ext>
                  </a:extLst>
                </p:cNvPr>
                <p:cNvSpPr/>
                <p:nvPr/>
              </p:nvSpPr>
              <p:spPr>
                <a:xfrm>
                  <a:off x="6595565" y="6294642"/>
                  <a:ext cx="41508" cy="79396"/>
                </a:xfrm>
                <a:custGeom>
                  <a:avLst/>
                  <a:gdLst>
                    <a:gd name="connsiteX0" fmla="*/ 32317 w 41508"/>
                    <a:gd name="connsiteY0" fmla="*/ 28328 h 79396"/>
                    <a:gd name="connsiteX1" fmla="*/ 25136 w 41508"/>
                    <a:gd name="connsiteY1" fmla="*/ 35154 h 79396"/>
                    <a:gd name="connsiteX2" fmla="*/ 0 w 41508"/>
                    <a:gd name="connsiteY2" fmla="*/ 42823 h 79396"/>
                    <a:gd name="connsiteX3" fmla="*/ 19195 w 41508"/>
                    <a:gd name="connsiteY3" fmla="*/ 45661 h 79396"/>
                    <a:gd name="connsiteX4" fmla="*/ 27751 w 41508"/>
                    <a:gd name="connsiteY4" fmla="*/ 65876 h 79396"/>
                    <a:gd name="connsiteX5" fmla="*/ 41228 w 41508"/>
                    <a:gd name="connsiteY5" fmla="*/ 79396 h 79396"/>
                    <a:gd name="connsiteX6" fmla="*/ 24604 w 41508"/>
                    <a:gd name="connsiteY6" fmla="*/ 48099 h 79396"/>
                    <a:gd name="connsiteX7" fmla="*/ 24116 w 41508"/>
                    <a:gd name="connsiteY7" fmla="*/ 44109 h 79396"/>
                    <a:gd name="connsiteX8" fmla="*/ 27086 w 41508"/>
                    <a:gd name="connsiteY8" fmla="*/ 40252 h 79396"/>
                    <a:gd name="connsiteX9" fmla="*/ 36573 w 41508"/>
                    <a:gd name="connsiteY9" fmla="*/ 0 h 79396"/>
                    <a:gd name="connsiteX10" fmla="*/ 32317 w 41508"/>
                    <a:gd name="connsiteY10" fmla="*/ 28328 h 79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1508" h="79396">
                      <a:moveTo>
                        <a:pt x="32317" y="28328"/>
                      </a:moveTo>
                      <a:cubicBezTo>
                        <a:pt x="30322" y="30987"/>
                        <a:pt x="27751" y="33159"/>
                        <a:pt x="25136" y="35154"/>
                      </a:cubicBezTo>
                      <a:cubicBezTo>
                        <a:pt x="17910" y="40651"/>
                        <a:pt x="8733" y="45439"/>
                        <a:pt x="0" y="42823"/>
                      </a:cubicBezTo>
                      <a:cubicBezTo>
                        <a:pt x="6605" y="41893"/>
                        <a:pt x="14186" y="41227"/>
                        <a:pt x="19195" y="45661"/>
                      </a:cubicBezTo>
                      <a:cubicBezTo>
                        <a:pt x="24781" y="50537"/>
                        <a:pt x="24471" y="59226"/>
                        <a:pt x="27751" y="65876"/>
                      </a:cubicBezTo>
                      <a:cubicBezTo>
                        <a:pt x="30588" y="71638"/>
                        <a:pt x="35997" y="75628"/>
                        <a:pt x="41228" y="79396"/>
                      </a:cubicBezTo>
                      <a:cubicBezTo>
                        <a:pt x="33869" y="70087"/>
                        <a:pt x="28194" y="59447"/>
                        <a:pt x="24604" y="48099"/>
                      </a:cubicBezTo>
                      <a:cubicBezTo>
                        <a:pt x="24205" y="46813"/>
                        <a:pt x="23806" y="45439"/>
                        <a:pt x="24116" y="44109"/>
                      </a:cubicBezTo>
                      <a:cubicBezTo>
                        <a:pt x="24515" y="42513"/>
                        <a:pt x="25889" y="41361"/>
                        <a:pt x="27086" y="40252"/>
                      </a:cubicBezTo>
                      <a:cubicBezTo>
                        <a:pt x="31963" y="35864"/>
                        <a:pt x="50138" y="753"/>
                        <a:pt x="36573" y="0"/>
                      </a:cubicBezTo>
                      <a:cubicBezTo>
                        <a:pt x="37016" y="9841"/>
                        <a:pt x="38701" y="19816"/>
                        <a:pt x="32317" y="28328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97" name="Forme libre : forme 18596">
                  <a:extLst>
                    <a:ext uri="{FF2B5EF4-FFF2-40B4-BE49-F238E27FC236}">
                      <a16:creationId xmlns:a16="http://schemas.microsoft.com/office/drawing/2014/main" id="{4A235B8D-FE71-4FC4-BA55-DD6FDACA9045}"/>
                    </a:ext>
                  </a:extLst>
                </p:cNvPr>
                <p:cNvSpPr/>
                <p:nvPr/>
              </p:nvSpPr>
              <p:spPr>
                <a:xfrm>
                  <a:off x="6606252" y="6442283"/>
                  <a:ext cx="38431" cy="73393"/>
                </a:xfrm>
                <a:custGeom>
                  <a:avLst/>
                  <a:gdLst>
                    <a:gd name="connsiteX0" fmla="*/ 38432 w 38431"/>
                    <a:gd name="connsiteY0" fmla="*/ 291 h 73393"/>
                    <a:gd name="connsiteX1" fmla="*/ 23093 w 38431"/>
                    <a:gd name="connsiteY1" fmla="*/ 7827 h 73393"/>
                    <a:gd name="connsiteX2" fmla="*/ 14626 w 38431"/>
                    <a:gd name="connsiteY2" fmla="*/ 8980 h 73393"/>
                    <a:gd name="connsiteX3" fmla="*/ 11922 w 38431"/>
                    <a:gd name="connsiteY3" fmla="*/ 16206 h 73393"/>
                    <a:gd name="connsiteX4" fmla="*/ 11390 w 38431"/>
                    <a:gd name="connsiteY4" fmla="*/ 46174 h 73393"/>
                    <a:gd name="connsiteX5" fmla="*/ 22916 w 38431"/>
                    <a:gd name="connsiteY5" fmla="*/ 73393 h 73393"/>
                    <a:gd name="connsiteX6" fmla="*/ 13429 w 38431"/>
                    <a:gd name="connsiteY6" fmla="*/ 61778 h 73393"/>
                    <a:gd name="connsiteX7" fmla="*/ 8020 w 38431"/>
                    <a:gd name="connsiteY7" fmla="*/ 44312 h 73393"/>
                    <a:gd name="connsiteX8" fmla="*/ 2391 w 38431"/>
                    <a:gd name="connsiteY8" fmla="*/ 1311 h 73393"/>
                    <a:gd name="connsiteX9" fmla="*/ 18749 w 38431"/>
                    <a:gd name="connsiteY9" fmla="*/ 3350 h 73393"/>
                    <a:gd name="connsiteX10" fmla="*/ 38432 w 38431"/>
                    <a:gd name="connsiteY10" fmla="*/ 291 h 73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8431" h="73393">
                      <a:moveTo>
                        <a:pt x="38432" y="291"/>
                      </a:moveTo>
                      <a:cubicBezTo>
                        <a:pt x="34885" y="4990"/>
                        <a:pt x="28989" y="7916"/>
                        <a:pt x="23093" y="7827"/>
                      </a:cubicBezTo>
                      <a:cubicBezTo>
                        <a:pt x="20167" y="7783"/>
                        <a:pt x="16931" y="7207"/>
                        <a:pt x="14626" y="8980"/>
                      </a:cubicBezTo>
                      <a:cubicBezTo>
                        <a:pt x="12542" y="10620"/>
                        <a:pt x="12144" y="13591"/>
                        <a:pt x="11922" y="16206"/>
                      </a:cubicBezTo>
                      <a:cubicBezTo>
                        <a:pt x="11035" y="26180"/>
                        <a:pt x="10193" y="36244"/>
                        <a:pt x="11390" y="46174"/>
                      </a:cubicBezTo>
                      <a:cubicBezTo>
                        <a:pt x="12631" y="56104"/>
                        <a:pt x="16089" y="66034"/>
                        <a:pt x="22916" y="73393"/>
                      </a:cubicBezTo>
                      <a:cubicBezTo>
                        <a:pt x="18970" y="70245"/>
                        <a:pt x="15690" y="66256"/>
                        <a:pt x="13429" y="61778"/>
                      </a:cubicBezTo>
                      <a:cubicBezTo>
                        <a:pt x="10636" y="56326"/>
                        <a:pt x="9351" y="50296"/>
                        <a:pt x="8020" y="44312"/>
                      </a:cubicBezTo>
                      <a:cubicBezTo>
                        <a:pt x="6336" y="36554"/>
                        <a:pt x="-4791" y="7473"/>
                        <a:pt x="2391" y="1311"/>
                      </a:cubicBezTo>
                      <a:cubicBezTo>
                        <a:pt x="6602" y="-2325"/>
                        <a:pt x="13739" y="2685"/>
                        <a:pt x="18749" y="3350"/>
                      </a:cubicBezTo>
                      <a:cubicBezTo>
                        <a:pt x="22162" y="3793"/>
                        <a:pt x="36392" y="4369"/>
                        <a:pt x="38432" y="29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98" name="Forme libre : forme 18597">
                  <a:extLst>
                    <a:ext uri="{FF2B5EF4-FFF2-40B4-BE49-F238E27FC236}">
                      <a16:creationId xmlns:a16="http://schemas.microsoft.com/office/drawing/2014/main" id="{7E74674A-6384-4A43-9B07-4F827E0DB82D}"/>
                    </a:ext>
                  </a:extLst>
                </p:cNvPr>
                <p:cNvSpPr/>
                <p:nvPr/>
              </p:nvSpPr>
              <p:spPr>
                <a:xfrm>
                  <a:off x="6705639" y="6285776"/>
                  <a:ext cx="119294" cy="83829"/>
                </a:xfrm>
                <a:custGeom>
                  <a:avLst/>
                  <a:gdLst>
                    <a:gd name="connsiteX0" fmla="*/ 65477 w 119294"/>
                    <a:gd name="connsiteY0" fmla="*/ 15693 h 83829"/>
                    <a:gd name="connsiteX1" fmla="*/ 48542 w 119294"/>
                    <a:gd name="connsiteY1" fmla="*/ 27839 h 83829"/>
                    <a:gd name="connsiteX2" fmla="*/ 24692 w 119294"/>
                    <a:gd name="connsiteY2" fmla="*/ 40651 h 83829"/>
                    <a:gd name="connsiteX3" fmla="*/ 0 w 119294"/>
                    <a:gd name="connsiteY3" fmla="*/ 47301 h 83829"/>
                    <a:gd name="connsiteX4" fmla="*/ 71240 w 119294"/>
                    <a:gd name="connsiteY4" fmla="*/ 19373 h 83829"/>
                    <a:gd name="connsiteX5" fmla="*/ 119294 w 119294"/>
                    <a:gd name="connsiteY5" fmla="*/ 83829 h 83829"/>
                    <a:gd name="connsiteX6" fmla="*/ 86401 w 119294"/>
                    <a:gd name="connsiteY6" fmla="*/ 46858 h 83829"/>
                    <a:gd name="connsiteX7" fmla="*/ 76648 w 119294"/>
                    <a:gd name="connsiteY7" fmla="*/ 15250 h 83829"/>
                    <a:gd name="connsiteX8" fmla="*/ 73057 w 119294"/>
                    <a:gd name="connsiteY8" fmla="*/ 0 h 83829"/>
                    <a:gd name="connsiteX9" fmla="*/ 65477 w 119294"/>
                    <a:gd name="connsiteY9" fmla="*/ 15693 h 83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9294" h="83829">
                      <a:moveTo>
                        <a:pt x="65477" y="15693"/>
                      </a:moveTo>
                      <a:cubicBezTo>
                        <a:pt x="60822" y="20880"/>
                        <a:pt x="54660" y="24470"/>
                        <a:pt x="48542" y="27839"/>
                      </a:cubicBezTo>
                      <a:cubicBezTo>
                        <a:pt x="40651" y="32228"/>
                        <a:pt x="32716" y="36484"/>
                        <a:pt x="24692" y="40651"/>
                      </a:cubicBezTo>
                      <a:cubicBezTo>
                        <a:pt x="16979" y="44641"/>
                        <a:pt x="8600" y="48587"/>
                        <a:pt x="0" y="47301"/>
                      </a:cubicBezTo>
                      <a:cubicBezTo>
                        <a:pt x="26067" y="48720"/>
                        <a:pt x="50803" y="35597"/>
                        <a:pt x="71240" y="19373"/>
                      </a:cubicBezTo>
                      <a:cubicBezTo>
                        <a:pt x="75274" y="46991"/>
                        <a:pt x="93981" y="72082"/>
                        <a:pt x="119294" y="83829"/>
                      </a:cubicBezTo>
                      <a:cubicBezTo>
                        <a:pt x="106749" y="72924"/>
                        <a:pt x="93937" y="61664"/>
                        <a:pt x="86401" y="46858"/>
                      </a:cubicBezTo>
                      <a:cubicBezTo>
                        <a:pt x="81392" y="37016"/>
                        <a:pt x="78998" y="26067"/>
                        <a:pt x="76648" y="15250"/>
                      </a:cubicBezTo>
                      <a:cubicBezTo>
                        <a:pt x="75540" y="10196"/>
                        <a:pt x="74698" y="4876"/>
                        <a:pt x="73057" y="0"/>
                      </a:cubicBezTo>
                      <a:cubicBezTo>
                        <a:pt x="70664" y="5497"/>
                        <a:pt x="69688" y="10994"/>
                        <a:pt x="65477" y="1569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99" name="Forme libre : forme 18598">
                  <a:extLst>
                    <a:ext uri="{FF2B5EF4-FFF2-40B4-BE49-F238E27FC236}">
                      <a16:creationId xmlns:a16="http://schemas.microsoft.com/office/drawing/2014/main" id="{BE904389-F67B-4F5B-A74B-B5E4437D2BC6}"/>
                    </a:ext>
                  </a:extLst>
                </p:cNvPr>
                <p:cNvSpPr/>
                <p:nvPr/>
              </p:nvSpPr>
              <p:spPr>
                <a:xfrm>
                  <a:off x="6885312" y="6282051"/>
                  <a:ext cx="86002" cy="95932"/>
                </a:xfrm>
                <a:custGeom>
                  <a:avLst/>
                  <a:gdLst>
                    <a:gd name="connsiteX0" fmla="*/ 42735 w 86002"/>
                    <a:gd name="connsiteY0" fmla="*/ 36662 h 95932"/>
                    <a:gd name="connsiteX1" fmla="*/ 41228 w 86002"/>
                    <a:gd name="connsiteY1" fmla="*/ 55636 h 95932"/>
                    <a:gd name="connsiteX2" fmla="*/ 31475 w 86002"/>
                    <a:gd name="connsiteY2" fmla="*/ 70708 h 95932"/>
                    <a:gd name="connsiteX3" fmla="*/ 0 w 86002"/>
                    <a:gd name="connsiteY3" fmla="*/ 95932 h 95932"/>
                    <a:gd name="connsiteX4" fmla="*/ 21368 w 86002"/>
                    <a:gd name="connsiteY4" fmla="*/ 84141 h 95932"/>
                    <a:gd name="connsiteX5" fmla="*/ 49518 w 86002"/>
                    <a:gd name="connsiteY5" fmla="*/ 51690 h 95932"/>
                    <a:gd name="connsiteX6" fmla="*/ 63039 w 86002"/>
                    <a:gd name="connsiteY6" fmla="*/ 34490 h 95932"/>
                    <a:gd name="connsiteX7" fmla="*/ 86002 w 86002"/>
                    <a:gd name="connsiteY7" fmla="*/ 27042 h 95932"/>
                    <a:gd name="connsiteX8" fmla="*/ 51513 w 86002"/>
                    <a:gd name="connsiteY8" fmla="*/ 33204 h 95932"/>
                    <a:gd name="connsiteX9" fmla="*/ 41006 w 86002"/>
                    <a:gd name="connsiteY9" fmla="*/ 12635 h 95932"/>
                    <a:gd name="connsiteX10" fmla="*/ 32051 w 86002"/>
                    <a:gd name="connsiteY10" fmla="*/ 0 h 95932"/>
                    <a:gd name="connsiteX11" fmla="*/ 42735 w 86002"/>
                    <a:gd name="connsiteY11" fmla="*/ 36662 h 95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6002" h="95932">
                      <a:moveTo>
                        <a:pt x="42735" y="36662"/>
                      </a:moveTo>
                      <a:cubicBezTo>
                        <a:pt x="43356" y="43046"/>
                        <a:pt x="43356" y="49607"/>
                        <a:pt x="41228" y="55636"/>
                      </a:cubicBezTo>
                      <a:cubicBezTo>
                        <a:pt x="39233" y="61310"/>
                        <a:pt x="35509" y="66186"/>
                        <a:pt x="31475" y="70708"/>
                      </a:cubicBezTo>
                      <a:cubicBezTo>
                        <a:pt x="22476" y="80771"/>
                        <a:pt x="11792" y="89371"/>
                        <a:pt x="0" y="95932"/>
                      </a:cubicBezTo>
                      <a:cubicBezTo>
                        <a:pt x="8245" y="95001"/>
                        <a:pt x="15250" y="89682"/>
                        <a:pt x="21368" y="84141"/>
                      </a:cubicBezTo>
                      <a:cubicBezTo>
                        <a:pt x="32007" y="74521"/>
                        <a:pt x="41494" y="63615"/>
                        <a:pt x="49518" y="51690"/>
                      </a:cubicBezTo>
                      <a:cubicBezTo>
                        <a:pt x="53596" y="45617"/>
                        <a:pt x="57409" y="39189"/>
                        <a:pt x="63039" y="34490"/>
                      </a:cubicBezTo>
                      <a:cubicBezTo>
                        <a:pt x="69378" y="29170"/>
                        <a:pt x="77801" y="26466"/>
                        <a:pt x="86002" y="27042"/>
                      </a:cubicBezTo>
                      <a:cubicBezTo>
                        <a:pt x="74653" y="23008"/>
                        <a:pt x="62462" y="38302"/>
                        <a:pt x="51513" y="33204"/>
                      </a:cubicBezTo>
                      <a:cubicBezTo>
                        <a:pt x="44287" y="29835"/>
                        <a:pt x="43400" y="20215"/>
                        <a:pt x="41006" y="12635"/>
                      </a:cubicBezTo>
                      <a:cubicBezTo>
                        <a:pt x="39676" y="8467"/>
                        <a:pt x="36662" y="311"/>
                        <a:pt x="32051" y="0"/>
                      </a:cubicBezTo>
                      <a:cubicBezTo>
                        <a:pt x="36529" y="12191"/>
                        <a:pt x="41450" y="23407"/>
                        <a:pt x="42735" y="3666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00" name="Forme libre : forme 18599">
                  <a:extLst>
                    <a:ext uri="{FF2B5EF4-FFF2-40B4-BE49-F238E27FC236}">
                      <a16:creationId xmlns:a16="http://schemas.microsoft.com/office/drawing/2014/main" id="{4F67B3DC-8404-4D4C-85D0-593797B7967C}"/>
                    </a:ext>
                  </a:extLst>
                </p:cNvPr>
                <p:cNvSpPr/>
                <p:nvPr/>
              </p:nvSpPr>
              <p:spPr>
                <a:xfrm>
                  <a:off x="6995874" y="6290608"/>
                  <a:ext cx="58916" cy="42070"/>
                </a:xfrm>
                <a:custGeom>
                  <a:avLst/>
                  <a:gdLst>
                    <a:gd name="connsiteX0" fmla="*/ 31785 w 58916"/>
                    <a:gd name="connsiteY0" fmla="*/ 12102 h 42070"/>
                    <a:gd name="connsiteX1" fmla="*/ 25845 w 58916"/>
                    <a:gd name="connsiteY1" fmla="*/ 14452 h 42070"/>
                    <a:gd name="connsiteX2" fmla="*/ 0 w 58916"/>
                    <a:gd name="connsiteY2" fmla="*/ 20835 h 42070"/>
                    <a:gd name="connsiteX3" fmla="*/ 36174 w 58916"/>
                    <a:gd name="connsiteY3" fmla="*/ 19905 h 42070"/>
                    <a:gd name="connsiteX4" fmla="*/ 58916 w 58916"/>
                    <a:gd name="connsiteY4" fmla="*/ 42070 h 42070"/>
                    <a:gd name="connsiteX5" fmla="*/ 48631 w 58916"/>
                    <a:gd name="connsiteY5" fmla="*/ 29436 h 42070"/>
                    <a:gd name="connsiteX6" fmla="*/ 42026 w 58916"/>
                    <a:gd name="connsiteY6" fmla="*/ 22653 h 42070"/>
                    <a:gd name="connsiteX7" fmla="*/ 38080 w 58916"/>
                    <a:gd name="connsiteY7" fmla="*/ 0 h 42070"/>
                    <a:gd name="connsiteX8" fmla="*/ 31785 w 58916"/>
                    <a:gd name="connsiteY8" fmla="*/ 12102 h 42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916" h="42070">
                      <a:moveTo>
                        <a:pt x="31785" y="12102"/>
                      </a:moveTo>
                      <a:cubicBezTo>
                        <a:pt x="30057" y="13388"/>
                        <a:pt x="27928" y="13964"/>
                        <a:pt x="25845" y="14452"/>
                      </a:cubicBezTo>
                      <a:cubicBezTo>
                        <a:pt x="17245" y="16580"/>
                        <a:pt x="8600" y="18708"/>
                        <a:pt x="0" y="20835"/>
                      </a:cubicBezTo>
                      <a:cubicBezTo>
                        <a:pt x="11526" y="24914"/>
                        <a:pt x="24560" y="16181"/>
                        <a:pt x="36174" y="19905"/>
                      </a:cubicBezTo>
                      <a:cubicBezTo>
                        <a:pt x="46415" y="23185"/>
                        <a:pt x="51335" y="34490"/>
                        <a:pt x="58916" y="42070"/>
                      </a:cubicBezTo>
                      <a:cubicBezTo>
                        <a:pt x="56167" y="37371"/>
                        <a:pt x="52665" y="33115"/>
                        <a:pt x="48631" y="29436"/>
                      </a:cubicBezTo>
                      <a:cubicBezTo>
                        <a:pt x="46282" y="27308"/>
                        <a:pt x="43710" y="25357"/>
                        <a:pt x="42026" y="22653"/>
                      </a:cubicBezTo>
                      <a:cubicBezTo>
                        <a:pt x="37681" y="15738"/>
                        <a:pt x="42380" y="6073"/>
                        <a:pt x="38080" y="0"/>
                      </a:cubicBezTo>
                      <a:cubicBezTo>
                        <a:pt x="36751" y="4034"/>
                        <a:pt x="35420" y="9354"/>
                        <a:pt x="31785" y="1210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01" name="Forme libre : forme 18600">
                  <a:extLst>
                    <a:ext uri="{FF2B5EF4-FFF2-40B4-BE49-F238E27FC236}">
                      <a16:creationId xmlns:a16="http://schemas.microsoft.com/office/drawing/2014/main" id="{B12BB156-C2F1-4F29-9BAE-369209A0A986}"/>
                    </a:ext>
                  </a:extLst>
                </p:cNvPr>
                <p:cNvSpPr/>
                <p:nvPr/>
              </p:nvSpPr>
              <p:spPr>
                <a:xfrm>
                  <a:off x="6954646" y="6369026"/>
                  <a:ext cx="102037" cy="53965"/>
                </a:xfrm>
                <a:custGeom>
                  <a:avLst/>
                  <a:gdLst>
                    <a:gd name="connsiteX0" fmla="*/ 76161 w 102037"/>
                    <a:gd name="connsiteY0" fmla="*/ 30591 h 53965"/>
                    <a:gd name="connsiteX1" fmla="*/ 32672 w 102037"/>
                    <a:gd name="connsiteY1" fmla="*/ 49609 h 53965"/>
                    <a:gd name="connsiteX2" fmla="*/ 0 w 102037"/>
                    <a:gd name="connsiteY2" fmla="*/ 52890 h 53965"/>
                    <a:gd name="connsiteX3" fmla="*/ 18619 w 102037"/>
                    <a:gd name="connsiteY3" fmla="*/ 52535 h 53965"/>
                    <a:gd name="connsiteX4" fmla="*/ 42735 w 102037"/>
                    <a:gd name="connsiteY4" fmla="*/ 49520 h 53965"/>
                    <a:gd name="connsiteX5" fmla="*/ 65876 w 102037"/>
                    <a:gd name="connsiteY5" fmla="*/ 44511 h 53965"/>
                    <a:gd name="connsiteX6" fmla="*/ 85869 w 102037"/>
                    <a:gd name="connsiteY6" fmla="*/ 30591 h 53965"/>
                    <a:gd name="connsiteX7" fmla="*/ 99168 w 102037"/>
                    <a:gd name="connsiteY7" fmla="*/ 91 h 53965"/>
                    <a:gd name="connsiteX8" fmla="*/ 90213 w 102037"/>
                    <a:gd name="connsiteY8" fmla="*/ 16849 h 53965"/>
                    <a:gd name="connsiteX9" fmla="*/ 76161 w 102037"/>
                    <a:gd name="connsiteY9" fmla="*/ 30591 h 53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2037" h="53965">
                      <a:moveTo>
                        <a:pt x="76161" y="30591"/>
                      </a:moveTo>
                      <a:cubicBezTo>
                        <a:pt x="63304" y="39945"/>
                        <a:pt x="47922" y="45132"/>
                        <a:pt x="32672" y="49609"/>
                      </a:cubicBezTo>
                      <a:cubicBezTo>
                        <a:pt x="22032" y="52712"/>
                        <a:pt x="10772" y="55594"/>
                        <a:pt x="0" y="52890"/>
                      </a:cubicBezTo>
                      <a:cubicBezTo>
                        <a:pt x="6118" y="54042"/>
                        <a:pt x="12457" y="53288"/>
                        <a:pt x="18619" y="52535"/>
                      </a:cubicBezTo>
                      <a:cubicBezTo>
                        <a:pt x="26643" y="51515"/>
                        <a:pt x="34711" y="50540"/>
                        <a:pt x="42735" y="49520"/>
                      </a:cubicBezTo>
                      <a:cubicBezTo>
                        <a:pt x="50582" y="48545"/>
                        <a:pt x="58561" y="47526"/>
                        <a:pt x="65876" y="44511"/>
                      </a:cubicBezTo>
                      <a:cubicBezTo>
                        <a:pt x="73412" y="41408"/>
                        <a:pt x="79973" y="36221"/>
                        <a:pt x="85869" y="30591"/>
                      </a:cubicBezTo>
                      <a:cubicBezTo>
                        <a:pt x="88485" y="28064"/>
                        <a:pt x="109586" y="-1859"/>
                        <a:pt x="99168" y="91"/>
                      </a:cubicBezTo>
                      <a:cubicBezTo>
                        <a:pt x="98060" y="313"/>
                        <a:pt x="91588" y="15031"/>
                        <a:pt x="90213" y="16849"/>
                      </a:cubicBezTo>
                      <a:cubicBezTo>
                        <a:pt x="86268" y="22080"/>
                        <a:pt x="81480" y="26734"/>
                        <a:pt x="76161" y="30591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02" name="Forme libre : forme 18601">
                  <a:extLst>
                    <a:ext uri="{FF2B5EF4-FFF2-40B4-BE49-F238E27FC236}">
                      <a16:creationId xmlns:a16="http://schemas.microsoft.com/office/drawing/2014/main" id="{CBC136CE-E80D-4EA2-9ABA-80080834D581}"/>
                    </a:ext>
                  </a:extLst>
                </p:cNvPr>
                <p:cNvSpPr/>
                <p:nvPr/>
              </p:nvSpPr>
              <p:spPr>
                <a:xfrm>
                  <a:off x="7026240" y="6427812"/>
                  <a:ext cx="65565" cy="64944"/>
                </a:xfrm>
                <a:custGeom>
                  <a:avLst/>
                  <a:gdLst>
                    <a:gd name="connsiteX0" fmla="*/ 36130 w 65565"/>
                    <a:gd name="connsiteY0" fmla="*/ 14984 h 64944"/>
                    <a:gd name="connsiteX1" fmla="*/ 65565 w 65565"/>
                    <a:gd name="connsiteY1" fmla="*/ 28017 h 64944"/>
                    <a:gd name="connsiteX2" fmla="*/ 40962 w 65565"/>
                    <a:gd name="connsiteY2" fmla="*/ 31652 h 64944"/>
                    <a:gd name="connsiteX3" fmla="*/ 36529 w 65565"/>
                    <a:gd name="connsiteY3" fmla="*/ 40696 h 64944"/>
                    <a:gd name="connsiteX4" fmla="*/ 35066 w 65565"/>
                    <a:gd name="connsiteY4" fmla="*/ 64945 h 64944"/>
                    <a:gd name="connsiteX5" fmla="*/ 33248 w 65565"/>
                    <a:gd name="connsiteY5" fmla="*/ 47434 h 64944"/>
                    <a:gd name="connsiteX6" fmla="*/ 35199 w 65565"/>
                    <a:gd name="connsiteY6" fmla="*/ 32096 h 64944"/>
                    <a:gd name="connsiteX7" fmla="*/ 26465 w 65565"/>
                    <a:gd name="connsiteY7" fmla="*/ 13521 h 64944"/>
                    <a:gd name="connsiteX8" fmla="*/ 23008 w 65565"/>
                    <a:gd name="connsiteY8" fmla="*/ 10817 h 64944"/>
                    <a:gd name="connsiteX9" fmla="*/ 18974 w 65565"/>
                    <a:gd name="connsiteY9" fmla="*/ 13078 h 64944"/>
                    <a:gd name="connsiteX10" fmla="*/ 0 w 65565"/>
                    <a:gd name="connsiteY10" fmla="*/ 24781 h 64944"/>
                    <a:gd name="connsiteX11" fmla="*/ 25845 w 65565"/>
                    <a:gd name="connsiteY11" fmla="*/ 0 h 64944"/>
                    <a:gd name="connsiteX12" fmla="*/ 36130 w 65565"/>
                    <a:gd name="connsiteY12" fmla="*/ 14984 h 64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5565" h="64944">
                      <a:moveTo>
                        <a:pt x="36130" y="14984"/>
                      </a:moveTo>
                      <a:cubicBezTo>
                        <a:pt x="44065" y="22476"/>
                        <a:pt x="54749" y="26599"/>
                        <a:pt x="65565" y="28017"/>
                      </a:cubicBezTo>
                      <a:cubicBezTo>
                        <a:pt x="57719" y="31209"/>
                        <a:pt x="47301" y="26067"/>
                        <a:pt x="40962" y="31652"/>
                      </a:cubicBezTo>
                      <a:cubicBezTo>
                        <a:pt x="38390" y="33913"/>
                        <a:pt x="37282" y="37371"/>
                        <a:pt x="36529" y="40696"/>
                      </a:cubicBezTo>
                      <a:cubicBezTo>
                        <a:pt x="34711" y="48631"/>
                        <a:pt x="34223" y="56833"/>
                        <a:pt x="35066" y="64945"/>
                      </a:cubicBezTo>
                      <a:cubicBezTo>
                        <a:pt x="33869" y="59182"/>
                        <a:pt x="32716" y="53286"/>
                        <a:pt x="33248" y="47434"/>
                      </a:cubicBezTo>
                      <a:cubicBezTo>
                        <a:pt x="33736" y="42292"/>
                        <a:pt x="35553" y="37238"/>
                        <a:pt x="35199" y="32096"/>
                      </a:cubicBezTo>
                      <a:cubicBezTo>
                        <a:pt x="34755" y="25180"/>
                        <a:pt x="30544" y="19151"/>
                        <a:pt x="26465" y="13521"/>
                      </a:cubicBezTo>
                      <a:cubicBezTo>
                        <a:pt x="25579" y="12280"/>
                        <a:pt x="24515" y="10950"/>
                        <a:pt x="23008" y="10817"/>
                      </a:cubicBezTo>
                      <a:cubicBezTo>
                        <a:pt x="21412" y="10684"/>
                        <a:pt x="20126" y="11970"/>
                        <a:pt x="18974" y="13078"/>
                      </a:cubicBezTo>
                      <a:cubicBezTo>
                        <a:pt x="13654" y="18353"/>
                        <a:pt x="7093" y="22387"/>
                        <a:pt x="0" y="24781"/>
                      </a:cubicBezTo>
                      <a:cubicBezTo>
                        <a:pt x="12811" y="20437"/>
                        <a:pt x="15649" y="5143"/>
                        <a:pt x="25845" y="0"/>
                      </a:cubicBezTo>
                      <a:cubicBezTo>
                        <a:pt x="29436" y="4921"/>
                        <a:pt x="31475" y="10551"/>
                        <a:pt x="36130" y="14984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03" name="Forme libre : forme 18602">
                  <a:extLst>
                    <a:ext uri="{FF2B5EF4-FFF2-40B4-BE49-F238E27FC236}">
                      <a16:creationId xmlns:a16="http://schemas.microsoft.com/office/drawing/2014/main" id="{2AD45E63-5E5F-446F-874A-8CDE48EE9DDE}"/>
                    </a:ext>
                  </a:extLst>
                </p:cNvPr>
                <p:cNvSpPr/>
                <p:nvPr/>
              </p:nvSpPr>
              <p:spPr>
                <a:xfrm>
                  <a:off x="7074251" y="6331134"/>
                  <a:ext cx="53253" cy="18744"/>
                </a:xfrm>
                <a:custGeom>
                  <a:avLst/>
                  <a:gdLst>
                    <a:gd name="connsiteX0" fmla="*/ 52843 w 53253"/>
                    <a:gd name="connsiteY0" fmla="*/ 18744 h 18744"/>
                    <a:gd name="connsiteX1" fmla="*/ 38657 w 53253"/>
                    <a:gd name="connsiteY1" fmla="*/ 6863 h 18744"/>
                    <a:gd name="connsiteX2" fmla="*/ 19284 w 53253"/>
                    <a:gd name="connsiteY2" fmla="*/ 9080 h 18744"/>
                    <a:gd name="connsiteX3" fmla="*/ 0 w 53253"/>
                    <a:gd name="connsiteY3" fmla="*/ 12405 h 18744"/>
                    <a:gd name="connsiteX4" fmla="*/ 26820 w 53253"/>
                    <a:gd name="connsiteY4" fmla="*/ 7218 h 18744"/>
                    <a:gd name="connsiteX5" fmla="*/ 49429 w 53253"/>
                    <a:gd name="connsiteY5" fmla="*/ 126 h 18744"/>
                    <a:gd name="connsiteX6" fmla="*/ 52843 w 53253"/>
                    <a:gd name="connsiteY6" fmla="*/ 18744 h 1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253" h="18744">
                      <a:moveTo>
                        <a:pt x="52843" y="18744"/>
                      </a:moveTo>
                      <a:cubicBezTo>
                        <a:pt x="51424" y="12360"/>
                        <a:pt x="45129" y="7972"/>
                        <a:pt x="38657" y="6863"/>
                      </a:cubicBezTo>
                      <a:cubicBezTo>
                        <a:pt x="32184" y="5755"/>
                        <a:pt x="25623" y="7351"/>
                        <a:pt x="19284" y="9080"/>
                      </a:cubicBezTo>
                      <a:cubicBezTo>
                        <a:pt x="12989" y="10809"/>
                        <a:pt x="6561" y="12760"/>
                        <a:pt x="0" y="12405"/>
                      </a:cubicBezTo>
                      <a:cubicBezTo>
                        <a:pt x="8955" y="10809"/>
                        <a:pt x="17910" y="9080"/>
                        <a:pt x="26820" y="7218"/>
                      </a:cubicBezTo>
                      <a:cubicBezTo>
                        <a:pt x="32140" y="6110"/>
                        <a:pt x="44553" y="-1027"/>
                        <a:pt x="49429" y="126"/>
                      </a:cubicBezTo>
                      <a:cubicBezTo>
                        <a:pt x="56256" y="1721"/>
                        <a:pt x="51601" y="13070"/>
                        <a:pt x="52843" y="18744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04" name="Forme libre : forme 18603">
                  <a:extLst>
                    <a:ext uri="{FF2B5EF4-FFF2-40B4-BE49-F238E27FC236}">
                      <a16:creationId xmlns:a16="http://schemas.microsoft.com/office/drawing/2014/main" id="{5944C284-46AA-4769-B8BA-FE819C40E0BB}"/>
                    </a:ext>
                  </a:extLst>
                </p:cNvPr>
                <p:cNvSpPr/>
                <p:nvPr/>
              </p:nvSpPr>
              <p:spPr>
                <a:xfrm>
                  <a:off x="6647166" y="6388623"/>
                  <a:ext cx="65255" cy="53950"/>
                </a:xfrm>
                <a:custGeom>
                  <a:avLst/>
                  <a:gdLst>
                    <a:gd name="connsiteX0" fmla="*/ 11703 w 65255"/>
                    <a:gd name="connsiteY0" fmla="*/ 23407 h 53950"/>
                    <a:gd name="connsiteX1" fmla="*/ 8822 w 65255"/>
                    <a:gd name="connsiteY1" fmla="*/ 35642 h 53950"/>
                    <a:gd name="connsiteX2" fmla="*/ 0 w 65255"/>
                    <a:gd name="connsiteY2" fmla="*/ 45705 h 53950"/>
                    <a:gd name="connsiteX3" fmla="*/ 19062 w 65255"/>
                    <a:gd name="connsiteY3" fmla="*/ 35287 h 53950"/>
                    <a:gd name="connsiteX4" fmla="*/ 38080 w 65255"/>
                    <a:gd name="connsiteY4" fmla="*/ 29613 h 53950"/>
                    <a:gd name="connsiteX5" fmla="*/ 50493 w 65255"/>
                    <a:gd name="connsiteY5" fmla="*/ 31165 h 53950"/>
                    <a:gd name="connsiteX6" fmla="*/ 51690 w 65255"/>
                    <a:gd name="connsiteY6" fmla="*/ 38790 h 53950"/>
                    <a:gd name="connsiteX7" fmla="*/ 56832 w 65255"/>
                    <a:gd name="connsiteY7" fmla="*/ 53951 h 53950"/>
                    <a:gd name="connsiteX8" fmla="*/ 55680 w 65255"/>
                    <a:gd name="connsiteY8" fmla="*/ 23673 h 53950"/>
                    <a:gd name="connsiteX9" fmla="*/ 65255 w 65255"/>
                    <a:gd name="connsiteY9" fmla="*/ 0 h 53950"/>
                    <a:gd name="connsiteX10" fmla="*/ 42691 w 65255"/>
                    <a:gd name="connsiteY10" fmla="*/ 16668 h 53950"/>
                    <a:gd name="connsiteX11" fmla="*/ 11703 w 65255"/>
                    <a:gd name="connsiteY11" fmla="*/ 23407 h 53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5255" h="53950">
                      <a:moveTo>
                        <a:pt x="11703" y="23407"/>
                      </a:moveTo>
                      <a:cubicBezTo>
                        <a:pt x="13920" y="27308"/>
                        <a:pt x="11792" y="32273"/>
                        <a:pt x="8822" y="35642"/>
                      </a:cubicBezTo>
                      <a:cubicBezTo>
                        <a:pt x="5852" y="39011"/>
                        <a:pt x="1995" y="41716"/>
                        <a:pt x="0" y="45705"/>
                      </a:cubicBezTo>
                      <a:cubicBezTo>
                        <a:pt x="4477" y="39853"/>
                        <a:pt x="12014" y="37416"/>
                        <a:pt x="19062" y="35287"/>
                      </a:cubicBezTo>
                      <a:cubicBezTo>
                        <a:pt x="25402" y="33381"/>
                        <a:pt x="31741" y="31475"/>
                        <a:pt x="38080" y="29613"/>
                      </a:cubicBezTo>
                      <a:cubicBezTo>
                        <a:pt x="42380" y="28328"/>
                        <a:pt x="47966" y="27485"/>
                        <a:pt x="50493" y="31165"/>
                      </a:cubicBezTo>
                      <a:cubicBezTo>
                        <a:pt x="51956" y="33337"/>
                        <a:pt x="51645" y="36174"/>
                        <a:pt x="51690" y="38790"/>
                      </a:cubicBezTo>
                      <a:cubicBezTo>
                        <a:pt x="51779" y="44198"/>
                        <a:pt x="53596" y="49607"/>
                        <a:pt x="56832" y="53951"/>
                      </a:cubicBezTo>
                      <a:cubicBezTo>
                        <a:pt x="58650" y="43799"/>
                        <a:pt x="55015" y="33780"/>
                        <a:pt x="55680" y="23673"/>
                      </a:cubicBezTo>
                      <a:cubicBezTo>
                        <a:pt x="56256" y="14585"/>
                        <a:pt x="65167" y="7980"/>
                        <a:pt x="65255" y="0"/>
                      </a:cubicBezTo>
                      <a:cubicBezTo>
                        <a:pt x="57187" y="310"/>
                        <a:pt x="49252" y="12280"/>
                        <a:pt x="42691" y="16668"/>
                      </a:cubicBezTo>
                      <a:cubicBezTo>
                        <a:pt x="38080" y="19727"/>
                        <a:pt x="16491" y="31874"/>
                        <a:pt x="11703" y="2340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05" name="Forme libre : forme 18604">
                  <a:extLst>
                    <a:ext uri="{FF2B5EF4-FFF2-40B4-BE49-F238E27FC236}">
                      <a16:creationId xmlns:a16="http://schemas.microsoft.com/office/drawing/2014/main" id="{553ACE53-ADA9-42A7-A972-95F0F10F69C3}"/>
                    </a:ext>
                  </a:extLst>
                </p:cNvPr>
                <p:cNvSpPr/>
                <p:nvPr/>
              </p:nvSpPr>
              <p:spPr>
                <a:xfrm>
                  <a:off x="6809418" y="6477906"/>
                  <a:ext cx="57630" cy="53035"/>
                </a:xfrm>
                <a:custGeom>
                  <a:avLst/>
                  <a:gdLst>
                    <a:gd name="connsiteX0" fmla="*/ 13831 w 57630"/>
                    <a:gd name="connsiteY0" fmla="*/ 38967 h 53035"/>
                    <a:gd name="connsiteX1" fmla="*/ 45572 w 57630"/>
                    <a:gd name="connsiteY1" fmla="*/ 0 h 53035"/>
                    <a:gd name="connsiteX2" fmla="*/ 43311 w 57630"/>
                    <a:gd name="connsiteY2" fmla="*/ 25003 h 53035"/>
                    <a:gd name="connsiteX3" fmla="*/ 44242 w 57630"/>
                    <a:gd name="connsiteY3" fmla="*/ 35730 h 53035"/>
                    <a:gd name="connsiteX4" fmla="*/ 57630 w 57630"/>
                    <a:gd name="connsiteY4" fmla="*/ 52975 h 53035"/>
                    <a:gd name="connsiteX5" fmla="*/ 42203 w 57630"/>
                    <a:gd name="connsiteY5" fmla="*/ 44331 h 53035"/>
                    <a:gd name="connsiteX6" fmla="*/ 39898 w 57630"/>
                    <a:gd name="connsiteY6" fmla="*/ 40208 h 53035"/>
                    <a:gd name="connsiteX7" fmla="*/ 32982 w 57630"/>
                    <a:gd name="connsiteY7" fmla="*/ 38656 h 53035"/>
                    <a:gd name="connsiteX8" fmla="*/ 26288 w 57630"/>
                    <a:gd name="connsiteY8" fmla="*/ 41804 h 53035"/>
                    <a:gd name="connsiteX9" fmla="*/ 0 w 57630"/>
                    <a:gd name="connsiteY9" fmla="*/ 47168 h 53035"/>
                    <a:gd name="connsiteX10" fmla="*/ 13831 w 57630"/>
                    <a:gd name="connsiteY10" fmla="*/ 38967 h 5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7630" h="53035">
                      <a:moveTo>
                        <a:pt x="13831" y="38967"/>
                      </a:moveTo>
                      <a:cubicBezTo>
                        <a:pt x="27175" y="28593"/>
                        <a:pt x="38125" y="15161"/>
                        <a:pt x="45572" y="0"/>
                      </a:cubicBezTo>
                      <a:cubicBezTo>
                        <a:pt x="44287" y="8290"/>
                        <a:pt x="43533" y="16624"/>
                        <a:pt x="43311" y="25003"/>
                      </a:cubicBezTo>
                      <a:cubicBezTo>
                        <a:pt x="43223" y="28593"/>
                        <a:pt x="43267" y="32273"/>
                        <a:pt x="44242" y="35730"/>
                      </a:cubicBezTo>
                      <a:cubicBezTo>
                        <a:pt x="46282" y="42824"/>
                        <a:pt x="52089" y="48099"/>
                        <a:pt x="57630" y="52975"/>
                      </a:cubicBezTo>
                      <a:cubicBezTo>
                        <a:pt x="51380" y="53552"/>
                        <a:pt x="44996" y="49961"/>
                        <a:pt x="42203" y="44331"/>
                      </a:cubicBezTo>
                      <a:cubicBezTo>
                        <a:pt x="41494" y="42912"/>
                        <a:pt x="41006" y="41361"/>
                        <a:pt x="39898" y="40208"/>
                      </a:cubicBezTo>
                      <a:cubicBezTo>
                        <a:pt x="38169" y="38435"/>
                        <a:pt x="35376" y="38080"/>
                        <a:pt x="32982" y="38656"/>
                      </a:cubicBezTo>
                      <a:cubicBezTo>
                        <a:pt x="30588" y="39233"/>
                        <a:pt x="28460" y="40607"/>
                        <a:pt x="26288" y="41804"/>
                      </a:cubicBezTo>
                      <a:cubicBezTo>
                        <a:pt x="20880" y="44819"/>
                        <a:pt x="4832" y="53108"/>
                        <a:pt x="0" y="47168"/>
                      </a:cubicBezTo>
                      <a:cubicBezTo>
                        <a:pt x="4965" y="44863"/>
                        <a:pt x="9576" y="42292"/>
                        <a:pt x="13831" y="38967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06" name="Forme libre : forme 18605">
                  <a:extLst>
                    <a:ext uri="{FF2B5EF4-FFF2-40B4-BE49-F238E27FC236}">
                      <a16:creationId xmlns:a16="http://schemas.microsoft.com/office/drawing/2014/main" id="{E5F7C3A4-2B3D-4C94-B514-A9C039EFBECC}"/>
                    </a:ext>
                  </a:extLst>
                </p:cNvPr>
                <p:cNvSpPr/>
                <p:nvPr/>
              </p:nvSpPr>
              <p:spPr>
                <a:xfrm>
                  <a:off x="6846478" y="6405336"/>
                  <a:ext cx="43754" cy="47567"/>
                </a:xfrm>
                <a:custGeom>
                  <a:avLst/>
                  <a:gdLst>
                    <a:gd name="connsiteX0" fmla="*/ 21722 w 43754"/>
                    <a:gd name="connsiteY0" fmla="*/ 18663 h 47567"/>
                    <a:gd name="connsiteX1" fmla="*/ 43755 w 43754"/>
                    <a:gd name="connsiteY1" fmla="*/ 37504 h 47567"/>
                    <a:gd name="connsiteX2" fmla="*/ 28904 w 43754"/>
                    <a:gd name="connsiteY2" fmla="*/ 31829 h 47567"/>
                    <a:gd name="connsiteX3" fmla="*/ 18575 w 43754"/>
                    <a:gd name="connsiteY3" fmla="*/ 27042 h 47567"/>
                    <a:gd name="connsiteX4" fmla="*/ 6783 w 43754"/>
                    <a:gd name="connsiteY4" fmla="*/ 34312 h 47567"/>
                    <a:gd name="connsiteX5" fmla="*/ 0 w 43754"/>
                    <a:gd name="connsiteY5" fmla="*/ 47567 h 47567"/>
                    <a:gd name="connsiteX6" fmla="*/ 8689 w 43754"/>
                    <a:gd name="connsiteY6" fmla="*/ 20348 h 47567"/>
                    <a:gd name="connsiteX7" fmla="*/ 10950 w 43754"/>
                    <a:gd name="connsiteY7" fmla="*/ 17777 h 47567"/>
                    <a:gd name="connsiteX8" fmla="*/ 12014 w 43754"/>
                    <a:gd name="connsiteY8" fmla="*/ 14585 h 47567"/>
                    <a:gd name="connsiteX9" fmla="*/ 17112 w 43754"/>
                    <a:gd name="connsiteY9" fmla="*/ 0 h 47567"/>
                    <a:gd name="connsiteX10" fmla="*/ 21722 w 43754"/>
                    <a:gd name="connsiteY10" fmla="*/ 18663 h 47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754" h="47567">
                      <a:moveTo>
                        <a:pt x="21722" y="18663"/>
                      </a:moveTo>
                      <a:cubicBezTo>
                        <a:pt x="26554" y="27264"/>
                        <a:pt x="34667" y="33736"/>
                        <a:pt x="43755" y="37504"/>
                      </a:cubicBezTo>
                      <a:cubicBezTo>
                        <a:pt x="38524" y="36573"/>
                        <a:pt x="33426" y="34622"/>
                        <a:pt x="28904" y="31829"/>
                      </a:cubicBezTo>
                      <a:cubicBezTo>
                        <a:pt x="25623" y="29790"/>
                        <a:pt x="22431" y="27219"/>
                        <a:pt x="18575" y="27042"/>
                      </a:cubicBezTo>
                      <a:cubicBezTo>
                        <a:pt x="13787" y="26820"/>
                        <a:pt x="9664" y="30455"/>
                        <a:pt x="6783" y="34312"/>
                      </a:cubicBezTo>
                      <a:cubicBezTo>
                        <a:pt x="3813" y="38302"/>
                        <a:pt x="1507" y="42779"/>
                        <a:pt x="0" y="47567"/>
                      </a:cubicBezTo>
                      <a:cubicBezTo>
                        <a:pt x="754" y="37859"/>
                        <a:pt x="1906" y="27308"/>
                        <a:pt x="8689" y="20348"/>
                      </a:cubicBezTo>
                      <a:cubicBezTo>
                        <a:pt x="9487" y="19550"/>
                        <a:pt x="10374" y="18752"/>
                        <a:pt x="10950" y="17777"/>
                      </a:cubicBezTo>
                      <a:cubicBezTo>
                        <a:pt x="11526" y="16802"/>
                        <a:pt x="11748" y="15693"/>
                        <a:pt x="12014" y="14585"/>
                      </a:cubicBezTo>
                      <a:cubicBezTo>
                        <a:pt x="12945" y="10240"/>
                        <a:pt x="12945" y="2217"/>
                        <a:pt x="17112" y="0"/>
                      </a:cubicBezTo>
                      <a:cubicBezTo>
                        <a:pt x="17334" y="6517"/>
                        <a:pt x="18486" y="12856"/>
                        <a:pt x="21722" y="18663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07" name="Forme libre : forme 18606">
                  <a:extLst>
                    <a:ext uri="{FF2B5EF4-FFF2-40B4-BE49-F238E27FC236}">
                      <a16:creationId xmlns:a16="http://schemas.microsoft.com/office/drawing/2014/main" id="{C278AF4C-22C3-496C-9A2F-1BDF22CD6272}"/>
                    </a:ext>
                  </a:extLst>
                </p:cNvPr>
                <p:cNvSpPr/>
                <p:nvPr/>
              </p:nvSpPr>
              <p:spPr>
                <a:xfrm>
                  <a:off x="6974018" y="6456549"/>
                  <a:ext cx="27041" cy="55935"/>
                </a:xfrm>
                <a:custGeom>
                  <a:avLst/>
                  <a:gdLst>
                    <a:gd name="connsiteX0" fmla="*/ 16092 w 27041"/>
                    <a:gd name="connsiteY0" fmla="*/ 17899 h 55935"/>
                    <a:gd name="connsiteX1" fmla="*/ 27042 w 27041"/>
                    <a:gd name="connsiteY1" fmla="*/ 55935 h 55935"/>
                    <a:gd name="connsiteX2" fmla="*/ 21944 w 27041"/>
                    <a:gd name="connsiteY2" fmla="*/ 31198 h 55935"/>
                    <a:gd name="connsiteX3" fmla="*/ 18575 w 27041"/>
                    <a:gd name="connsiteY3" fmla="*/ 12446 h 55935"/>
                    <a:gd name="connsiteX4" fmla="*/ 18752 w 27041"/>
                    <a:gd name="connsiteY4" fmla="*/ 5043 h 55935"/>
                    <a:gd name="connsiteX5" fmla="*/ 23850 w 27041"/>
                    <a:gd name="connsiteY5" fmla="*/ 122 h 55935"/>
                    <a:gd name="connsiteX6" fmla="*/ 0 w 27041"/>
                    <a:gd name="connsiteY6" fmla="*/ 3137 h 55935"/>
                    <a:gd name="connsiteX7" fmla="*/ 16092 w 27041"/>
                    <a:gd name="connsiteY7" fmla="*/ 17899 h 55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041" h="55935">
                      <a:moveTo>
                        <a:pt x="16092" y="17899"/>
                      </a:moveTo>
                      <a:cubicBezTo>
                        <a:pt x="23673" y="28849"/>
                        <a:pt x="19639" y="44808"/>
                        <a:pt x="27042" y="55935"/>
                      </a:cubicBezTo>
                      <a:cubicBezTo>
                        <a:pt x="25357" y="47689"/>
                        <a:pt x="23628" y="39444"/>
                        <a:pt x="21944" y="31198"/>
                      </a:cubicBezTo>
                      <a:cubicBezTo>
                        <a:pt x="20658" y="24992"/>
                        <a:pt x="19373" y="18741"/>
                        <a:pt x="18575" y="12446"/>
                      </a:cubicBezTo>
                      <a:cubicBezTo>
                        <a:pt x="18264" y="9963"/>
                        <a:pt x="17998" y="7392"/>
                        <a:pt x="18752" y="5043"/>
                      </a:cubicBezTo>
                      <a:cubicBezTo>
                        <a:pt x="19506" y="2694"/>
                        <a:pt x="21368" y="477"/>
                        <a:pt x="23850" y="122"/>
                      </a:cubicBezTo>
                      <a:cubicBezTo>
                        <a:pt x="17511" y="565"/>
                        <a:pt x="4522" y="-1607"/>
                        <a:pt x="0" y="3137"/>
                      </a:cubicBezTo>
                      <a:cubicBezTo>
                        <a:pt x="3502" y="9121"/>
                        <a:pt x="11925" y="11826"/>
                        <a:pt x="16092" y="17899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08" name="Forme libre : forme 18607">
                  <a:extLst>
                    <a:ext uri="{FF2B5EF4-FFF2-40B4-BE49-F238E27FC236}">
                      <a16:creationId xmlns:a16="http://schemas.microsoft.com/office/drawing/2014/main" id="{A44360DF-5147-41F3-9646-6965B4B457FA}"/>
                    </a:ext>
                  </a:extLst>
                </p:cNvPr>
                <p:cNvSpPr/>
                <p:nvPr/>
              </p:nvSpPr>
              <p:spPr>
                <a:xfrm>
                  <a:off x="6385880" y="6508849"/>
                  <a:ext cx="41634" cy="21101"/>
                </a:xfrm>
                <a:custGeom>
                  <a:avLst/>
                  <a:gdLst>
                    <a:gd name="connsiteX0" fmla="*/ 0 w 41634"/>
                    <a:gd name="connsiteY0" fmla="*/ 21102 h 21101"/>
                    <a:gd name="connsiteX1" fmla="*/ 40607 w 41634"/>
                    <a:gd name="connsiteY1" fmla="*/ 0 h 21101"/>
                    <a:gd name="connsiteX2" fmla="*/ 24027 w 41634"/>
                    <a:gd name="connsiteY2" fmla="*/ 13477 h 21101"/>
                    <a:gd name="connsiteX3" fmla="*/ 0 w 41634"/>
                    <a:gd name="connsiteY3" fmla="*/ 21102 h 21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634" h="21101">
                      <a:moveTo>
                        <a:pt x="0" y="21102"/>
                      </a:moveTo>
                      <a:cubicBezTo>
                        <a:pt x="8157" y="19727"/>
                        <a:pt x="48542" y="16713"/>
                        <a:pt x="40607" y="0"/>
                      </a:cubicBezTo>
                      <a:cubicBezTo>
                        <a:pt x="34933" y="3990"/>
                        <a:pt x="30633" y="9930"/>
                        <a:pt x="24027" y="13477"/>
                      </a:cubicBezTo>
                      <a:cubicBezTo>
                        <a:pt x="16580" y="17467"/>
                        <a:pt x="8290" y="19683"/>
                        <a:pt x="0" y="2110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09" name="Forme libre : forme 18608">
                  <a:extLst>
                    <a:ext uri="{FF2B5EF4-FFF2-40B4-BE49-F238E27FC236}">
                      <a16:creationId xmlns:a16="http://schemas.microsoft.com/office/drawing/2014/main" id="{69C06D77-8A9D-45FA-B494-928A4793FC60}"/>
                    </a:ext>
                  </a:extLst>
                </p:cNvPr>
                <p:cNvSpPr/>
                <p:nvPr/>
              </p:nvSpPr>
              <p:spPr>
                <a:xfrm>
                  <a:off x="5820305" y="6481420"/>
                  <a:ext cx="38257" cy="51588"/>
                </a:xfrm>
                <a:custGeom>
                  <a:avLst/>
                  <a:gdLst>
                    <a:gd name="connsiteX0" fmla="*/ 33381 w 38257"/>
                    <a:gd name="connsiteY0" fmla="*/ 40152 h 51588"/>
                    <a:gd name="connsiteX1" fmla="*/ 38258 w 38257"/>
                    <a:gd name="connsiteY1" fmla="*/ 51589 h 51588"/>
                    <a:gd name="connsiteX2" fmla="*/ 0 w 38257"/>
                    <a:gd name="connsiteY2" fmla="*/ 47511 h 51588"/>
                    <a:gd name="connsiteX3" fmla="*/ 15826 w 38257"/>
                    <a:gd name="connsiteY3" fmla="*/ 44851 h 51588"/>
                    <a:gd name="connsiteX4" fmla="*/ 22919 w 38257"/>
                    <a:gd name="connsiteY4" fmla="*/ 27606 h 51588"/>
                    <a:gd name="connsiteX5" fmla="*/ 27397 w 38257"/>
                    <a:gd name="connsiteY5" fmla="*/ 6638 h 51588"/>
                    <a:gd name="connsiteX6" fmla="*/ 33603 w 38257"/>
                    <a:gd name="connsiteY6" fmla="*/ 3357 h 51588"/>
                    <a:gd name="connsiteX7" fmla="*/ 29923 w 38257"/>
                    <a:gd name="connsiteY7" fmla="*/ 21710 h 51588"/>
                    <a:gd name="connsiteX8" fmla="*/ 33381 w 38257"/>
                    <a:gd name="connsiteY8" fmla="*/ 40152 h 5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257" h="51588">
                      <a:moveTo>
                        <a:pt x="33381" y="40152"/>
                      </a:moveTo>
                      <a:cubicBezTo>
                        <a:pt x="34933" y="44008"/>
                        <a:pt x="37016" y="47644"/>
                        <a:pt x="38258" y="51589"/>
                      </a:cubicBezTo>
                      <a:cubicBezTo>
                        <a:pt x="26599" y="45516"/>
                        <a:pt x="12634" y="44053"/>
                        <a:pt x="0" y="47511"/>
                      </a:cubicBezTo>
                      <a:cubicBezTo>
                        <a:pt x="5453" y="47910"/>
                        <a:pt x="11437" y="48131"/>
                        <a:pt x="15826" y="44851"/>
                      </a:cubicBezTo>
                      <a:cubicBezTo>
                        <a:pt x="20924" y="41039"/>
                        <a:pt x="21988" y="33945"/>
                        <a:pt x="22919" y="27606"/>
                      </a:cubicBezTo>
                      <a:cubicBezTo>
                        <a:pt x="23983" y="20602"/>
                        <a:pt x="25180" y="13376"/>
                        <a:pt x="27397" y="6638"/>
                      </a:cubicBezTo>
                      <a:cubicBezTo>
                        <a:pt x="28682" y="2603"/>
                        <a:pt x="31697" y="-4091"/>
                        <a:pt x="33603" y="3357"/>
                      </a:cubicBezTo>
                      <a:cubicBezTo>
                        <a:pt x="34578" y="7081"/>
                        <a:pt x="29968" y="17055"/>
                        <a:pt x="29923" y="21710"/>
                      </a:cubicBezTo>
                      <a:cubicBezTo>
                        <a:pt x="29879" y="27961"/>
                        <a:pt x="30987" y="34300"/>
                        <a:pt x="33381" y="40152"/>
                      </a:cubicBezTo>
                      <a:close/>
                    </a:path>
                  </a:pathLst>
                </a:custGeom>
                <a:solidFill>
                  <a:srgbClr val="D3BC5A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10" name="Forme libre : forme 18609">
                  <a:extLst>
                    <a:ext uri="{FF2B5EF4-FFF2-40B4-BE49-F238E27FC236}">
                      <a16:creationId xmlns:a16="http://schemas.microsoft.com/office/drawing/2014/main" id="{26563D88-E389-4062-94CA-A4FDEE301534}"/>
                    </a:ext>
                  </a:extLst>
                </p:cNvPr>
                <p:cNvSpPr/>
                <p:nvPr/>
              </p:nvSpPr>
              <p:spPr>
                <a:xfrm>
                  <a:off x="7181842" y="6214802"/>
                  <a:ext cx="63574" cy="109243"/>
                </a:xfrm>
                <a:custGeom>
                  <a:avLst/>
                  <a:gdLst>
                    <a:gd name="connsiteX0" fmla="*/ 54261 w 63574"/>
                    <a:gd name="connsiteY0" fmla="*/ 66363 h 109243"/>
                    <a:gd name="connsiteX1" fmla="*/ 0 w 63574"/>
                    <a:gd name="connsiteY1" fmla="*/ 108168 h 109243"/>
                    <a:gd name="connsiteX2" fmla="*/ 27618 w 63574"/>
                    <a:gd name="connsiteY2" fmla="*/ 104045 h 109243"/>
                    <a:gd name="connsiteX3" fmla="*/ 48188 w 63574"/>
                    <a:gd name="connsiteY3" fmla="*/ 84495 h 109243"/>
                    <a:gd name="connsiteX4" fmla="*/ 63571 w 63574"/>
                    <a:gd name="connsiteY4" fmla="*/ 38612 h 109243"/>
                    <a:gd name="connsiteX5" fmla="*/ 51468 w 63574"/>
                    <a:gd name="connsiteY5" fmla="*/ 0 h 109243"/>
                    <a:gd name="connsiteX6" fmla="*/ 57497 w 63574"/>
                    <a:gd name="connsiteY6" fmla="*/ 30189 h 109243"/>
                    <a:gd name="connsiteX7" fmla="*/ 54261 w 63574"/>
                    <a:gd name="connsiteY7" fmla="*/ 66363 h 109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574" h="109243">
                      <a:moveTo>
                        <a:pt x="54261" y="66363"/>
                      </a:moveTo>
                      <a:cubicBezTo>
                        <a:pt x="46104" y="89194"/>
                        <a:pt x="24249" y="107414"/>
                        <a:pt x="0" y="108168"/>
                      </a:cubicBezTo>
                      <a:cubicBezTo>
                        <a:pt x="9221" y="110650"/>
                        <a:pt x="19284" y="108655"/>
                        <a:pt x="27618" y="104045"/>
                      </a:cubicBezTo>
                      <a:cubicBezTo>
                        <a:pt x="35952" y="99434"/>
                        <a:pt x="42735" y="92341"/>
                        <a:pt x="48188" y="84495"/>
                      </a:cubicBezTo>
                      <a:cubicBezTo>
                        <a:pt x="57542" y="71062"/>
                        <a:pt x="63438" y="54971"/>
                        <a:pt x="63571" y="38612"/>
                      </a:cubicBezTo>
                      <a:cubicBezTo>
                        <a:pt x="63704" y="25623"/>
                        <a:pt x="60202" y="10019"/>
                        <a:pt x="51468" y="0"/>
                      </a:cubicBezTo>
                      <a:cubicBezTo>
                        <a:pt x="46991" y="3014"/>
                        <a:pt x="56655" y="24071"/>
                        <a:pt x="57497" y="30189"/>
                      </a:cubicBezTo>
                      <a:cubicBezTo>
                        <a:pt x="59270" y="42291"/>
                        <a:pt x="58384" y="54793"/>
                        <a:pt x="54261" y="66363"/>
                      </a:cubicBezTo>
                      <a:close/>
                    </a:path>
                  </a:pathLst>
                </a:custGeom>
                <a:solidFill>
                  <a:srgbClr val="CEB75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11" name="Forme libre : forme 18610">
                  <a:extLst>
                    <a:ext uri="{FF2B5EF4-FFF2-40B4-BE49-F238E27FC236}">
                      <a16:creationId xmlns:a16="http://schemas.microsoft.com/office/drawing/2014/main" id="{091D1BFC-A850-4287-AC9B-AAFE62536B2C}"/>
                    </a:ext>
                  </a:extLst>
                </p:cNvPr>
                <p:cNvSpPr/>
                <p:nvPr/>
              </p:nvSpPr>
              <p:spPr>
                <a:xfrm>
                  <a:off x="7142698" y="6411543"/>
                  <a:ext cx="79130" cy="44730"/>
                </a:xfrm>
                <a:custGeom>
                  <a:avLst/>
                  <a:gdLst>
                    <a:gd name="connsiteX0" fmla="*/ 23318 w 79130"/>
                    <a:gd name="connsiteY0" fmla="*/ 30810 h 44730"/>
                    <a:gd name="connsiteX1" fmla="*/ 37903 w 79130"/>
                    <a:gd name="connsiteY1" fmla="*/ 38125 h 44730"/>
                    <a:gd name="connsiteX2" fmla="*/ 57497 w 79130"/>
                    <a:gd name="connsiteY2" fmla="*/ 41316 h 44730"/>
                    <a:gd name="connsiteX3" fmla="*/ 79131 w 79130"/>
                    <a:gd name="connsiteY3" fmla="*/ 34090 h 44730"/>
                    <a:gd name="connsiteX4" fmla="*/ 55724 w 79130"/>
                    <a:gd name="connsiteY4" fmla="*/ 44153 h 44730"/>
                    <a:gd name="connsiteX5" fmla="*/ 31120 w 79130"/>
                    <a:gd name="connsiteY5" fmla="*/ 39543 h 44730"/>
                    <a:gd name="connsiteX6" fmla="*/ 19506 w 79130"/>
                    <a:gd name="connsiteY6" fmla="*/ 31253 h 44730"/>
                    <a:gd name="connsiteX7" fmla="*/ 0 w 79130"/>
                    <a:gd name="connsiteY7" fmla="*/ 38523 h 44730"/>
                    <a:gd name="connsiteX8" fmla="*/ 6960 w 79130"/>
                    <a:gd name="connsiteY8" fmla="*/ 17732 h 44730"/>
                    <a:gd name="connsiteX9" fmla="*/ 7093 w 79130"/>
                    <a:gd name="connsiteY9" fmla="*/ 0 h 44730"/>
                    <a:gd name="connsiteX10" fmla="*/ 23318 w 79130"/>
                    <a:gd name="connsiteY10" fmla="*/ 30810 h 4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9130" h="44730">
                      <a:moveTo>
                        <a:pt x="23318" y="30810"/>
                      </a:moveTo>
                      <a:cubicBezTo>
                        <a:pt x="27707" y="34002"/>
                        <a:pt x="32761" y="36174"/>
                        <a:pt x="37903" y="38125"/>
                      </a:cubicBezTo>
                      <a:cubicBezTo>
                        <a:pt x="44198" y="40474"/>
                        <a:pt x="50892" y="42513"/>
                        <a:pt x="57497" y="41316"/>
                      </a:cubicBezTo>
                      <a:cubicBezTo>
                        <a:pt x="65034" y="39987"/>
                        <a:pt x="71506" y="34711"/>
                        <a:pt x="79131" y="34090"/>
                      </a:cubicBezTo>
                      <a:cubicBezTo>
                        <a:pt x="71993" y="38790"/>
                        <a:pt x="64147" y="42735"/>
                        <a:pt x="55724" y="44153"/>
                      </a:cubicBezTo>
                      <a:cubicBezTo>
                        <a:pt x="47301" y="45616"/>
                        <a:pt x="38169" y="44375"/>
                        <a:pt x="31120" y="39543"/>
                      </a:cubicBezTo>
                      <a:cubicBezTo>
                        <a:pt x="27175" y="36839"/>
                        <a:pt x="23894" y="33115"/>
                        <a:pt x="19506" y="31253"/>
                      </a:cubicBezTo>
                      <a:cubicBezTo>
                        <a:pt x="12457" y="28328"/>
                        <a:pt x="3414" y="31696"/>
                        <a:pt x="0" y="38523"/>
                      </a:cubicBezTo>
                      <a:cubicBezTo>
                        <a:pt x="4477" y="32583"/>
                        <a:pt x="6916" y="25180"/>
                        <a:pt x="6960" y="17732"/>
                      </a:cubicBezTo>
                      <a:cubicBezTo>
                        <a:pt x="7004" y="13255"/>
                        <a:pt x="2128" y="2394"/>
                        <a:pt x="7093" y="0"/>
                      </a:cubicBezTo>
                      <a:cubicBezTo>
                        <a:pt x="10108" y="12058"/>
                        <a:pt x="12501" y="22963"/>
                        <a:pt x="23318" y="30810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12" name="Forme libre : forme 18611">
                  <a:extLst>
                    <a:ext uri="{FF2B5EF4-FFF2-40B4-BE49-F238E27FC236}">
                      <a16:creationId xmlns:a16="http://schemas.microsoft.com/office/drawing/2014/main" id="{0C26FD27-6E7D-4BE4-BB8B-68F37D8ECE57}"/>
                    </a:ext>
                  </a:extLst>
                </p:cNvPr>
                <p:cNvSpPr/>
                <p:nvPr/>
              </p:nvSpPr>
              <p:spPr>
                <a:xfrm>
                  <a:off x="7248826" y="6296847"/>
                  <a:ext cx="52975" cy="83664"/>
                </a:xfrm>
                <a:custGeom>
                  <a:avLst/>
                  <a:gdLst>
                    <a:gd name="connsiteX0" fmla="*/ 25668 w 52975"/>
                    <a:gd name="connsiteY0" fmla="*/ 27408 h 83664"/>
                    <a:gd name="connsiteX1" fmla="*/ 24027 w 52975"/>
                    <a:gd name="connsiteY1" fmla="*/ 69301 h 83664"/>
                    <a:gd name="connsiteX2" fmla="*/ 21323 w 52975"/>
                    <a:gd name="connsiteY2" fmla="*/ 83664 h 83664"/>
                    <a:gd name="connsiteX3" fmla="*/ 27308 w 52975"/>
                    <a:gd name="connsiteY3" fmla="*/ 45185 h 83664"/>
                    <a:gd name="connsiteX4" fmla="*/ 30189 w 52975"/>
                    <a:gd name="connsiteY4" fmla="*/ 34146 h 83664"/>
                    <a:gd name="connsiteX5" fmla="*/ 36706 w 52975"/>
                    <a:gd name="connsiteY5" fmla="*/ 25590 h 83664"/>
                    <a:gd name="connsiteX6" fmla="*/ 52976 w 52975"/>
                    <a:gd name="connsiteY6" fmla="*/ 8035 h 83664"/>
                    <a:gd name="connsiteX7" fmla="*/ 33071 w 52975"/>
                    <a:gd name="connsiteY7" fmla="*/ 19739 h 83664"/>
                    <a:gd name="connsiteX8" fmla="*/ 18885 w 52975"/>
                    <a:gd name="connsiteY8" fmla="*/ 8080 h 83664"/>
                    <a:gd name="connsiteX9" fmla="*/ 0 w 52975"/>
                    <a:gd name="connsiteY9" fmla="*/ 1430 h 83664"/>
                    <a:gd name="connsiteX10" fmla="*/ 25668 w 52975"/>
                    <a:gd name="connsiteY10" fmla="*/ 27408 h 83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975" h="83664">
                      <a:moveTo>
                        <a:pt x="25668" y="27408"/>
                      </a:moveTo>
                      <a:cubicBezTo>
                        <a:pt x="29259" y="41062"/>
                        <a:pt x="26643" y="55470"/>
                        <a:pt x="24027" y="69301"/>
                      </a:cubicBezTo>
                      <a:cubicBezTo>
                        <a:pt x="23141" y="74088"/>
                        <a:pt x="22210" y="78876"/>
                        <a:pt x="21323" y="83664"/>
                      </a:cubicBezTo>
                      <a:cubicBezTo>
                        <a:pt x="23318" y="70852"/>
                        <a:pt x="25313" y="57996"/>
                        <a:pt x="27308" y="45185"/>
                      </a:cubicBezTo>
                      <a:cubicBezTo>
                        <a:pt x="27884" y="41417"/>
                        <a:pt x="28505" y="37560"/>
                        <a:pt x="30189" y="34146"/>
                      </a:cubicBezTo>
                      <a:cubicBezTo>
                        <a:pt x="31785" y="30910"/>
                        <a:pt x="34268" y="28206"/>
                        <a:pt x="36706" y="25590"/>
                      </a:cubicBezTo>
                      <a:cubicBezTo>
                        <a:pt x="42114" y="19739"/>
                        <a:pt x="47567" y="13887"/>
                        <a:pt x="52976" y="8035"/>
                      </a:cubicBezTo>
                      <a:cubicBezTo>
                        <a:pt x="45572" y="10695"/>
                        <a:pt x="40918" y="20315"/>
                        <a:pt x="33071" y="19739"/>
                      </a:cubicBezTo>
                      <a:cubicBezTo>
                        <a:pt x="26776" y="19295"/>
                        <a:pt x="23229" y="12646"/>
                        <a:pt x="18885" y="8080"/>
                      </a:cubicBezTo>
                      <a:cubicBezTo>
                        <a:pt x="15782" y="4843"/>
                        <a:pt x="3680" y="-3269"/>
                        <a:pt x="0" y="1430"/>
                      </a:cubicBezTo>
                      <a:cubicBezTo>
                        <a:pt x="12812" y="4932"/>
                        <a:pt x="22210" y="14419"/>
                        <a:pt x="25668" y="27408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13" name="Forme libre : forme 18612">
                  <a:extLst>
                    <a:ext uri="{FF2B5EF4-FFF2-40B4-BE49-F238E27FC236}">
                      <a16:creationId xmlns:a16="http://schemas.microsoft.com/office/drawing/2014/main" id="{F0B3C57F-2E70-4E84-8699-0AF0B4E2E4A0}"/>
                    </a:ext>
                  </a:extLst>
                </p:cNvPr>
                <p:cNvSpPr/>
                <p:nvPr/>
              </p:nvSpPr>
              <p:spPr>
                <a:xfrm>
                  <a:off x="7262778" y="6171828"/>
                  <a:ext cx="66277" cy="53613"/>
                </a:xfrm>
                <a:custGeom>
                  <a:avLst/>
                  <a:gdLst>
                    <a:gd name="connsiteX0" fmla="*/ 13799 w 66277"/>
                    <a:gd name="connsiteY0" fmla="*/ 10657 h 53613"/>
                    <a:gd name="connsiteX1" fmla="*/ 54318 w 66277"/>
                    <a:gd name="connsiteY1" fmla="*/ 13449 h 53613"/>
                    <a:gd name="connsiteX2" fmla="*/ 60524 w 66277"/>
                    <a:gd name="connsiteY2" fmla="*/ 53614 h 53613"/>
                    <a:gd name="connsiteX3" fmla="*/ 66243 w 66277"/>
                    <a:gd name="connsiteY3" fmla="*/ 30295 h 53613"/>
                    <a:gd name="connsiteX4" fmla="*/ 65667 w 66277"/>
                    <a:gd name="connsiteY4" fmla="*/ 23734 h 53613"/>
                    <a:gd name="connsiteX5" fmla="*/ 61012 w 66277"/>
                    <a:gd name="connsiteY5" fmla="*/ 16198 h 53613"/>
                    <a:gd name="connsiteX6" fmla="*/ 27054 w 66277"/>
                    <a:gd name="connsiteY6" fmla="*/ 61 h 53613"/>
                    <a:gd name="connsiteX7" fmla="*/ 17700 w 66277"/>
                    <a:gd name="connsiteY7" fmla="*/ 992 h 53613"/>
                    <a:gd name="connsiteX8" fmla="*/ 12 w 66277"/>
                    <a:gd name="connsiteY8" fmla="*/ 16774 h 53613"/>
                    <a:gd name="connsiteX9" fmla="*/ 13799 w 66277"/>
                    <a:gd name="connsiteY9" fmla="*/ 10657 h 53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6277" h="53613">
                      <a:moveTo>
                        <a:pt x="13799" y="10657"/>
                      </a:moveTo>
                      <a:cubicBezTo>
                        <a:pt x="25813" y="2322"/>
                        <a:pt x="43545" y="3564"/>
                        <a:pt x="54318" y="13449"/>
                      </a:cubicBezTo>
                      <a:cubicBezTo>
                        <a:pt x="65090" y="23335"/>
                        <a:pt x="67794" y="40934"/>
                        <a:pt x="60524" y="53614"/>
                      </a:cubicBezTo>
                      <a:cubicBezTo>
                        <a:pt x="63938" y="46343"/>
                        <a:pt x="65888" y="38363"/>
                        <a:pt x="66243" y="30295"/>
                      </a:cubicBezTo>
                      <a:cubicBezTo>
                        <a:pt x="66331" y="28079"/>
                        <a:pt x="66287" y="25818"/>
                        <a:pt x="65667" y="23734"/>
                      </a:cubicBezTo>
                      <a:cubicBezTo>
                        <a:pt x="64824" y="20853"/>
                        <a:pt x="63006" y="18414"/>
                        <a:pt x="61012" y="16198"/>
                      </a:cubicBezTo>
                      <a:cubicBezTo>
                        <a:pt x="52367" y="6667"/>
                        <a:pt x="39910" y="726"/>
                        <a:pt x="27054" y="61"/>
                      </a:cubicBezTo>
                      <a:cubicBezTo>
                        <a:pt x="23907" y="-116"/>
                        <a:pt x="20715" y="61"/>
                        <a:pt x="17700" y="992"/>
                      </a:cubicBezTo>
                      <a:cubicBezTo>
                        <a:pt x="12780" y="2544"/>
                        <a:pt x="234" y="10967"/>
                        <a:pt x="12" y="16774"/>
                      </a:cubicBezTo>
                      <a:cubicBezTo>
                        <a:pt x="-431" y="27059"/>
                        <a:pt x="11184" y="12430"/>
                        <a:pt x="13799" y="10657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14" name="Forme libre : forme 18613">
                  <a:extLst>
                    <a:ext uri="{FF2B5EF4-FFF2-40B4-BE49-F238E27FC236}">
                      <a16:creationId xmlns:a16="http://schemas.microsoft.com/office/drawing/2014/main" id="{5E035654-78E3-45DA-B40C-FFF685C55C8F}"/>
                    </a:ext>
                  </a:extLst>
                </p:cNvPr>
                <p:cNvSpPr/>
                <p:nvPr/>
              </p:nvSpPr>
              <p:spPr>
                <a:xfrm>
                  <a:off x="7333055" y="6242065"/>
                  <a:ext cx="53729" cy="50052"/>
                </a:xfrm>
                <a:custGeom>
                  <a:avLst/>
                  <a:gdLst>
                    <a:gd name="connsiteX0" fmla="*/ 7403 w 53729"/>
                    <a:gd name="connsiteY0" fmla="*/ 0 h 50052"/>
                    <a:gd name="connsiteX1" fmla="*/ 18929 w 53729"/>
                    <a:gd name="connsiteY1" fmla="*/ 34932 h 50052"/>
                    <a:gd name="connsiteX2" fmla="*/ 53729 w 53729"/>
                    <a:gd name="connsiteY2" fmla="*/ 47921 h 50052"/>
                    <a:gd name="connsiteX3" fmla="*/ 25712 w 53729"/>
                    <a:gd name="connsiteY3" fmla="*/ 46503 h 50052"/>
                    <a:gd name="connsiteX4" fmla="*/ 7049 w 53729"/>
                    <a:gd name="connsiteY4" fmla="*/ 25534 h 50052"/>
                    <a:gd name="connsiteX5" fmla="*/ 0 w 53729"/>
                    <a:gd name="connsiteY5" fmla="*/ 35110 h 50052"/>
                    <a:gd name="connsiteX6" fmla="*/ 7403 w 53729"/>
                    <a:gd name="connsiteY6" fmla="*/ 0 h 5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729" h="50052">
                      <a:moveTo>
                        <a:pt x="7403" y="0"/>
                      </a:moveTo>
                      <a:cubicBezTo>
                        <a:pt x="5231" y="12545"/>
                        <a:pt x="9886" y="25934"/>
                        <a:pt x="18929" y="34932"/>
                      </a:cubicBezTo>
                      <a:cubicBezTo>
                        <a:pt x="27928" y="43932"/>
                        <a:pt x="41006" y="48542"/>
                        <a:pt x="53729" y="47921"/>
                      </a:cubicBezTo>
                      <a:cubicBezTo>
                        <a:pt x="44686" y="51202"/>
                        <a:pt x="34356" y="50670"/>
                        <a:pt x="25712" y="46503"/>
                      </a:cubicBezTo>
                      <a:cubicBezTo>
                        <a:pt x="17068" y="42336"/>
                        <a:pt x="10196" y="34622"/>
                        <a:pt x="7049" y="25534"/>
                      </a:cubicBezTo>
                      <a:cubicBezTo>
                        <a:pt x="7980" y="28283"/>
                        <a:pt x="3103" y="36706"/>
                        <a:pt x="0" y="35110"/>
                      </a:cubicBezTo>
                      <a:cubicBezTo>
                        <a:pt x="4123" y="23451"/>
                        <a:pt x="7714" y="12634"/>
                        <a:pt x="7403" y="0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15" name="Forme libre : forme 18614">
                  <a:extLst>
                    <a:ext uri="{FF2B5EF4-FFF2-40B4-BE49-F238E27FC236}">
                      <a16:creationId xmlns:a16="http://schemas.microsoft.com/office/drawing/2014/main" id="{B0F27E3E-5B02-428B-9952-DA3B3E25AAC4}"/>
                    </a:ext>
                  </a:extLst>
                </p:cNvPr>
                <p:cNvSpPr/>
                <p:nvPr/>
              </p:nvSpPr>
              <p:spPr>
                <a:xfrm>
                  <a:off x="7304151" y="6121839"/>
                  <a:ext cx="38257" cy="36085"/>
                </a:xfrm>
                <a:custGeom>
                  <a:avLst/>
                  <a:gdLst>
                    <a:gd name="connsiteX0" fmla="*/ 14452 w 38257"/>
                    <a:gd name="connsiteY0" fmla="*/ 14364 h 36085"/>
                    <a:gd name="connsiteX1" fmla="*/ 38257 w 38257"/>
                    <a:gd name="connsiteY1" fmla="*/ 0 h 36085"/>
                    <a:gd name="connsiteX2" fmla="*/ 29303 w 38257"/>
                    <a:gd name="connsiteY2" fmla="*/ 36085 h 36085"/>
                    <a:gd name="connsiteX3" fmla="*/ 26510 w 38257"/>
                    <a:gd name="connsiteY3" fmla="*/ 11748 h 36085"/>
                    <a:gd name="connsiteX4" fmla="*/ 21545 w 38257"/>
                    <a:gd name="connsiteY4" fmla="*/ 14585 h 36085"/>
                    <a:gd name="connsiteX5" fmla="*/ 0 w 38257"/>
                    <a:gd name="connsiteY5" fmla="*/ 14984 h 36085"/>
                    <a:gd name="connsiteX6" fmla="*/ 14452 w 38257"/>
                    <a:gd name="connsiteY6" fmla="*/ 14364 h 36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257" h="36085">
                      <a:moveTo>
                        <a:pt x="14452" y="14364"/>
                      </a:moveTo>
                      <a:cubicBezTo>
                        <a:pt x="23407" y="11748"/>
                        <a:pt x="30943" y="5808"/>
                        <a:pt x="38257" y="0"/>
                      </a:cubicBezTo>
                      <a:cubicBezTo>
                        <a:pt x="31696" y="10728"/>
                        <a:pt x="28505" y="23496"/>
                        <a:pt x="29303" y="36085"/>
                      </a:cubicBezTo>
                      <a:cubicBezTo>
                        <a:pt x="26510" y="28328"/>
                        <a:pt x="25579" y="19905"/>
                        <a:pt x="26510" y="11748"/>
                      </a:cubicBezTo>
                      <a:cubicBezTo>
                        <a:pt x="25623" y="13521"/>
                        <a:pt x="23495" y="14186"/>
                        <a:pt x="21545" y="14585"/>
                      </a:cubicBezTo>
                      <a:cubicBezTo>
                        <a:pt x="14363" y="16092"/>
                        <a:pt x="7182" y="16004"/>
                        <a:pt x="0" y="14984"/>
                      </a:cubicBezTo>
                      <a:cubicBezTo>
                        <a:pt x="4743" y="16004"/>
                        <a:pt x="9797" y="15738"/>
                        <a:pt x="14452" y="14364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16" name="Forme libre : forme 18615">
                  <a:extLst>
                    <a:ext uri="{FF2B5EF4-FFF2-40B4-BE49-F238E27FC236}">
                      <a16:creationId xmlns:a16="http://schemas.microsoft.com/office/drawing/2014/main" id="{D4570839-3C25-495B-BBE0-678698A00CBF}"/>
                    </a:ext>
                  </a:extLst>
                </p:cNvPr>
                <p:cNvSpPr/>
                <p:nvPr/>
              </p:nvSpPr>
              <p:spPr>
                <a:xfrm>
                  <a:off x="7367367" y="6043196"/>
                  <a:ext cx="27352" cy="59270"/>
                </a:xfrm>
                <a:custGeom>
                  <a:avLst/>
                  <a:gdLst>
                    <a:gd name="connsiteX0" fmla="*/ 8512 w 27352"/>
                    <a:gd name="connsiteY0" fmla="*/ 9842 h 59270"/>
                    <a:gd name="connsiteX1" fmla="*/ 8024 w 27352"/>
                    <a:gd name="connsiteY1" fmla="*/ 31741 h 59270"/>
                    <a:gd name="connsiteX2" fmla="*/ 0 w 27352"/>
                    <a:gd name="connsiteY2" fmla="*/ 59270 h 59270"/>
                    <a:gd name="connsiteX3" fmla="*/ 2926 w 27352"/>
                    <a:gd name="connsiteY3" fmla="*/ 52976 h 59270"/>
                    <a:gd name="connsiteX4" fmla="*/ 3901 w 27352"/>
                    <a:gd name="connsiteY4" fmla="*/ 51646 h 59270"/>
                    <a:gd name="connsiteX5" fmla="*/ 5409 w 27352"/>
                    <a:gd name="connsiteY5" fmla="*/ 51424 h 59270"/>
                    <a:gd name="connsiteX6" fmla="*/ 13477 w 27352"/>
                    <a:gd name="connsiteY6" fmla="*/ 55325 h 59270"/>
                    <a:gd name="connsiteX7" fmla="*/ 27352 w 27352"/>
                    <a:gd name="connsiteY7" fmla="*/ 57719 h 59270"/>
                    <a:gd name="connsiteX8" fmla="*/ 11260 w 27352"/>
                    <a:gd name="connsiteY8" fmla="*/ 50759 h 59270"/>
                    <a:gd name="connsiteX9" fmla="*/ 8999 w 27352"/>
                    <a:gd name="connsiteY9" fmla="*/ 49252 h 59270"/>
                    <a:gd name="connsiteX10" fmla="*/ 8290 w 27352"/>
                    <a:gd name="connsiteY10" fmla="*/ 46193 h 59270"/>
                    <a:gd name="connsiteX11" fmla="*/ 13876 w 27352"/>
                    <a:gd name="connsiteY11" fmla="*/ 19550 h 59270"/>
                    <a:gd name="connsiteX12" fmla="*/ 1640 w 27352"/>
                    <a:gd name="connsiteY12" fmla="*/ 0 h 59270"/>
                    <a:gd name="connsiteX13" fmla="*/ 8512 w 27352"/>
                    <a:gd name="connsiteY13" fmla="*/ 9842 h 59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352" h="59270">
                      <a:moveTo>
                        <a:pt x="8512" y="9842"/>
                      </a:moveTo>
                      <a:cubicBezTo>
                        <a:pt x="11127" y="16757"/>
                        <a:pt x="9753" y="24515"/>
                        <a:pt x="8024" y="31741"/>
                      </a:cubicBezTo>
                      <a:cubicBezTo>
                        <a:pt x="5807" y="41051"/>
                        <a:pt x="3148" y="50227"/>
                        <a:pt x="0" y="59270"/>
                      </a:cubicBezTo>
                      <a:cubicBezTo>
                        <a:pt x="975" y="57187"/>
                        <a:pt x="1951" y="55059"/>
                        <a:pt x="2926" y="52976"/>
                      </a:cubicBezTo>
                      <a:cubicBezTo>
                        <a:pt x="3148" y="52488"/>
                        <a:pt x="3414" y="51956"/>
                        <a:pt x="3901" y="51646"/>
                      </a:cubicBezTo>
                      <a:cubicBezTo>
                        <a:pt x="4345" y="51380"/>
                        <a:pt x="4877" y="51380"/>
                        <a:pt x="5409" y="51424"/>
                      </a:cubicBezTo>
                      <a:cubicBezTo>
                        <a:pt x="8379" y="51779"/>
                        <a:pt x="10861" y="53862"/>
                        <a:pt x="13477" y="55325"/>
                      </a:cubicBezTo>
                      <a:cubicBezTo>
                        <a:pt x="17644" y="57675"/>
                        <a:pt x="22653" y="58517"/>
                        <a:pt x="27352" y="57719"/>
                      </a:cubicBezTo>
                      <a:cubicBezTo>
                        <a:pt x="21944" y="55458"/>
                        <a:pt x="16580" y="53109"/>
                        <a:pt x="11260" y="50759"/>
                      </a:cubicBezTo>
                      <a:cubicBezTo>
                        <a:pt x="10418" y="50404"/>
                        <a:pt x="9576" y="50005"/>
                        <a:pt x="8999" y="49252"/>
                      </a:cubicBezTo>
                      <a:cubicBezTo>
                        <a:pt x="8379" y="48410"/>
                        <a:pt x="8290" y="47257"/>
                        <a:pt x="8290" y="46193"/>
                      </a:cubicBezTo>
                      <a:cubicBezTo>
                        <a:pt x="8467" y="37061"/>
                        <a:pt x="14629" y="28638"/>
                        <a:pt x="13876" y="19550"/>
                      </a:cubicBezTo>
                      <a:cubicBezTo>
                        <a:pt x="13166" y="11127"/>
                        <a:pt x="7049" y="5763"/>
                        <a:pt x="1640" y="0"/>
                      </a:cubicBezTo>
                      <a:cubicBezTo>
                        <a:pt x="4566" y="2793"/>
                        <a:pt x="7093" y="6073"/>
                        <a:pt x="8512" y="9842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17" name="Forme libre : forme 18616">
                  <a:extLst>
                    <a:ext uri="{FF2B5EF4-FFF2-40B4-BE49-F238E27FC236}">
                      <a16:creationId xmlns:a16="http://schemas.microsoft.com/office/drawing/2014/main" id="{D91B9277-5684-44B4-9599-7AA9BC986FCF}"/>
                    </a:ext>
                  </a:extLst>
                </p:cNvPr>
                <p:cNvSpPr/>
                <p:nvPr/>
              </p:nvSpPr>
              <p:spPr>
                <a:xfrm>
                  <a:off x="7383459" y="6140857"/>
                  <a:ext cx="45262" cy="69333"/>
                </a:xfrm>
                <a:custGeom>
                  <a:avLst/>
                  <a:gdLst>
                    <a:gd name="connsiteX0" fmla="*/ 12856 w 45262"/>
                    <a:gd name="connsiteY0" fmla="*/ 19905 h 69333"/>
                    <a:gd name="connsiteX1" fmla="*/ 21900 w 45262"/>
                    <a:gd name="connsiteY1" fmla="*/ 0 h 69333"/>
                    <a:gd name="connsiteX2" fmla="*/ 17289 w 45262"/>
                    <a:gd name="connsiteY2" fmla="*/ 35864 h 69333"/>
                    <a:gd name="connsiteX3" fmla="*/ 26953 w 45262"/>
                    <a:gd name="connsiteY3" fmla="*/ 55990 h 69333"/>
                    <a:gd name="connsiteX4" fmla="*/ 45262 w 45262"/>
                    <a:gd name="connsiteY4" fmla="*/ 69334 h 69333"/>
                    <a:gd name="connsiteX5" fmla="*/ 20969 w 45262"/>
                    <a:gd name="connsiteY5" fmla="*/ 45262 h 69333"/>
                    <a:gd name="connsiteX6" fmla="*/ 14940 w 45262"/>
                    <a:gd name="connsiteY6" fmla="*/ 28594 h 69333"/>
                    <a:gd name="connsiteX7" fmla="*/ 0 w 45262"/>
                    <a:gd name="connsiteY7" fmla="*/ 29037 h 69333"/>
                    <a:gd name="connsiteX8" fmla="*/ 12856 w 45262"/>
                    <a:gd name="connsiteY8" fmla="*/ 19905 h 69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262" h="69333">
                      <a:moveTo>
                        <a:pt x="12856" y="19905"/>
                      </a:moveTo>
                      <a:cubicBezTo>
                        <a:pt x="17466" y="14186"/>
                        <a:pt x="19860" y="7048"/>
                        <a:pt x="21900" y="0"/>
                      </a:cubicBezTo>
                      <a:cubicBezTo>
                        <a:pt x="23318" y="12014"/>
                        <a:pt x="16270" y="23761"/>
                        <a:pt x="17289" y="35864"/>
                      </a:cubicBezTo>
                      <a:cubicBezTo>
                        <a:pt x="17910" y="43400"/>
                        <a:pt x="21767" y="50449"/>
                        <a:pt x="26953" y="55990"/>
                      </a:cubicBezTo>
                      <a:cubicBezTo>
                        <a:pt x="32140" y="61531"/>
                        <a:pt x="38612" y="65699"/>
                        <a:pt x="45262" y="69334"/>
                      </a:cubicBezTo>
                      <a:cubicBezTo>
                        <a:pt x="35199" y="63748"/>
                        <a:pt x="27707" y="54572"/>
                        <a:pt x="20969" y="45262"/>
                      </a:cubicBezTo>
                      <a:cubicBezTo>
                        <a:pt x="17378" y="40341"/>
                        <a:pt x="13787" y="34578"/>
                        <a:pt x="14940" y="28594"/>
                      </a:cubicBezTo>
                      <a:cubicBezTo>
                        <a:pt x="14718" y="29746"/>
                        <a:pt x="842" y="30101"/>
                        <a:pt x="0" y="29037"/>
                      </a:cubicBezTo>
                      <a:cubicBezTo>
                        <a:pt x="3813" y="25623"/>
                        <a:pt x="9221" y="24382"/>
                        <a:pt x="12856" y="19905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18" name="Forme libre : forme 18617">
                  <a:extLst>
                    <a:ext uri="{FF2B5EF4-FFF2-40B4-BE49-F238E27FC236}">
                      <a16:creationId xmlns:a16="http://schemas.microsoft.com/office/drawing/2014/main" id="{2150486E-D7AE-42E1-8C91-778062DA19EA}"/>
                    </a:ext>
                  </a:extLst>
                </p:cNvPr>
                <p:cNvSpPr/>
                <p:nvPr/>
              </p:nvSpPr>
              <p:spPr>
                <a:xfrm>
                  <a:off x="7409792" y="6009376"/>
                  <a:ext cx="40030" cy="26004"/>
                </a:xfrm>
                <a:custGeom>
                  <a:avLst/>
                  <a:gdLst>
                    <a:gd name="connsiteX0" fmla="*/ 8733 w 40030"/>
                    <a:gd name="connsiteY0" fmla="*/ 10237 h 26004"/>
                    <a:gd name="connsiteX1" fmla="*/ 8467 w 40030"/>
                    <a:gd name="connsiteY1" fmla="*/ 15468 h 26004"/>
                    <a:gd name="connsiteX2" fmla="*/ 0 w 40030"/>
                    <a:gd name="connsiteY2" fmla="*/ 22295 h 26004"/>
                    <a:gd name="connsiteX3" fmla="*/ 7847 w 40030"/>
                    <a:gd name="connsiteY3" fmla="*/ 21585 h 26004"/>
                    <a:gd name="connsiteX4" fmla="*/ 13876 w 40030"/>
                    <a:gd name="connsiteY4" fmla="*/ 23226 h 26004"/>
                    <a:gd name="connsiteX5" fmla="*/ 40031 w 40030"/>
                    <a:gd name="connsiteY5" fmla="*/ 25575 h 26004"/>
                    <a:gd name="connsiteX6" fmla="*/ 12767 w 40030"/>
                    <a:gd name="connsiteY6" fmla="*/ 21541 h 26004"/>
                    <a:gd name="connsiteX7" fmla="*/ 11570 w 40030"/>
                    <a:gd name="connsiteY7" fmla="*/ 21097 h 26004"/>
                    <a:gd name="connsiteX8" fmla="*/ 11437 w 40030"/>
                    <a:gd name="connsiteY8" fmla="*/ 18615 h 26004"/>
                    <a:gd name="connsiteX9" fmla="*/ 10950 w 40030"/>
                    <a:gd name="connsiteY9" fmla="*/ 1415 h 26004"/>
                    <a:gd name="connsiteX10" fmla="*/ 8733 w 40030"/>
                    <a:gd name="connsiteY10" fmla="*/ 10237 h 26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030" h="26004">
                      <a:moveTo>
                        <a:pt x="8733" y="10237"/>
                      </a:moveTo>
                      <a:cubicBezTo>
                        <a:pt x="8911" y="12010"/>
                        <a:pt x="8999" y="13827"/>
                        <a:pt x="8467" y="15468"/>
                      </a:cubicBezTo>
                      <a:cubicBezTo>
                        <a:pt x="7270" y="19014"/>
                        <a:pt x="3458" y="20832"/>
                        <a:pt x="0" y="22295"/>
                      </a:cubicBezTo>
                      <a:cubicBezTo>
                        <a:pt x="2527" y="21408"/>
                        <a:pt x="5231" y="21142"/>
                        <a:pt x="7847" y="21585"/>
                      </a:cubicBezTo>
                      <a:cubicBezTo>
                        <a:pt x="9886" y="21896"/>
                        <a:pt x="11881" y="22605"/>
                        <a:pt x="13876" y="23226"/>
                      </a:cubicBezTo>
                      <a:cubicBezTo>
                        <a:pt x="22299" y="25797"/>
                        <a:pt x="31253" y="26594"/>
                        <a:pt x="40031" y="25575"/>
                      </a:cubicBezTo>
                      <a:cubicBezTo>
                        <a:pt x="30899" y="24511"/>
                        <a:pt x="21811" y="23181"/>
                        <a:pt x="12767" y="21541"/>
                      </a:cubicBezTo>
                      <a:cubicBezTo>
                        <a:pt x="12324" y="21452"/>
                        <a:pt x="11881" y="21364"/>
                        <a:pt x="11570" y="21097"/>
                      </a:cubicBezTo>
                      <a:cubicBezTo>
                        <a:pt x="10950" y="20521"/>
                        <a:pt x="11171" y="19457"/>
                        <a:pt x="11437" y="18615"/>
                      </a:cubicBezTo>
                      <a:cubicBezTo>
                        <a:pt x="12590" y="14758"/>
                        <a:pt x="14097" y="4873"/>
                        <a:pt x="10950" y="1415"/>
                      </a:cubicBezTo>
                      <a:cubicBezTo>
                        <a:pt x="5985" y="-3993"/>
                        <a:pt x="8467" y="7666"/>
                        <a:pt x="8733" y="10237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19" name="Forme libre : forme 18618">
                  <a:extLst>
                    <a:ext uri="{FF2B5EF4-FFF2-40B4-BE49-F238E27FC236}">
                      <a16:creationId xmlns:a16="http://schemas.microsoft.com/office/drawing/2014/main" id="{5CEA033B-668C-4D7F-B3FF-ADDFC38C6228}"/>
                    </a:ext>
                  </a:extLst>
                </p:cNvPr>
                <p:cNvSpPr/>
                <p:nvPr/>
              </p:nvSpPr>
              <p:spPr>
                <a:xfrm>
                  <a:off x="7430893" y="6075602"/>
                  <a:ext cx="70220" cy="57319"/>
                </a:xfrm>
                <a:custGeom>
                  <a:avLst/>
                  <a:gdLst>
                    <a:gd name="connsiteX0" fmla="*/ 23141 w 70220"/>
                    <a:gd name="connsiteY0" fmla="*/ 21235 h 57319"/>
                    <a:gd name="connsiteX1" fmla="*/ 43179 w 70220"/>
                    <a:gd name="connsiteY1" fmla="*/ 26421 h 57319"/>
                    <a:gd name="connsiteX2" fmla="*/ 52001 w 70220"/>
                    <a:gd name="connsiteY2" fmla="*/ 41051 h 57319"/>
                    <a:gd name="connsiteX3" fmla="*/ 68182 w 70220"/>
                    <a:gd name="connsiteY3" fmla="*/ 57320 h 57319"/>
                    <a:gd name="connsiteX4" fmla="*/ 52444 w 70220"/>
                    <a:gd name="connsiteY4" fmla="*/ 35997 h 57319"/>
                    <a:gd name="connsiteX5" fmla="*/ 51469 w 70220"/>
                    <a:gd name="connsiteY5" fmla="*/ 28682 h 57319"/>
                    <a:gd name="connsiteX6" fmla="*/ 54572 w 70220"/>
                    <a:gd name="connsiteY6" fmla="*/ 22564 h 57319"/>
                    <a:gd name="connsiteX7" fmla="*/ 70221 w 70220"/>
                    <a:gd name="connsiteY7" fmla="*/ 0 h 57319"/>
                    <a:gd name="connsiteX8" fmla="*/ 51735 w 70220"/>
                    <a:gd name="connsiteY8" fmla="*/ 17998 h 57319"/>
                    <a:gd name="connsiteX9" fmla="*/ 47346 w 70220"/>
                    <a:gd name="connsiteY9" fmla="*/ 20259 h 57319"/>
                    <a:gd name="connsiteX10" fmla="*/ 37948 w 70220"/>
                    <a:gd name="connsiteY10" fmla="*/ 18486 h 57319"/>
                    <a:gd name="connsiteX11" fmla="*/ 16226 w 70220"/>
                    <a:gd name="connsiteY11" fmla="*/ 17688 h 57319"/>
                    <a:gd name="connsiteX12" fmla="*/ 0 w 70220"/>
                    <a:gd name="connsiteY12" fmla="*/ 26820 h 57319"/>
                    <a:gd name="connsiteX13" fmla="*/ 23141 w 70220"/>
                    <a:gd name="connsiteY13" fmla="*/ 21235 h 57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0220" h="57319">
                      <a:moveTo>
                        <a:pt x="23141" y="21235"/>
                      </a:moveTo>
                      <a:cubicBezTo>
                        <a:pt x="30234" y="21013"/>
                        <a:pt x="37903" y="21678"/>
                        <a:pt x="43179" y="26421"/>
                      </a:cubicBezTo>
                      <a:cubicBezTo>
                        <a:pt x="47435" y="30233"/>
                        <a:pt x="49252" y="35997"/>
                        <a:pt x="52001" y="41051"/>
                      </a:cubicBezTo>
                      <a:cubicBezTo>
                        <a:pt x="55725" y="47833"/>
                        <a:pt x="61399" y="53552"/>
                        <a:pt x="68182" y="57320"/>
                      </a:cubicBezTo>
                      <a:cubicBezTo>
                        <a:pt x="60956" y="52000"/>
                        <a:pt x="55414" y="44464"/>
                        <a:pt x="52444" y="35997"/>
                      </a:cubicBezTo>
                      <a:cubicBezTo>
                        <a:pt x="51602" y="33647"/>
                        <a:pt x="50981" y="31120"/>
                        <a:pt x="51469" y="28682"/>
                      </a:cubicBezTo>
                      <a:cubicBezTo>
                        <a:pt x="51912" y="26421"/>
                        <a:pt x="53242" y="24471"/>
                        <a:pt x="54572" y="22564"/>
                      </a:cubicBezTo>
                      <a:cubicBezTo>
                        <a:pt x="59803" y="15028"/>
                        <a:pt x="64990" y="7536"/>
                        <a:pt x="70221" y="0"/>
                      </a:cubicBezTo>
                      <a:cubicBezTo>
                        <a:pt x="65078" y="6915"/>
                        <a:pt x="58783" y="13033"/>
                        <a:pt x="51735" y="17998"/>
                      </a:cubicBezTo>
                      <a:cubicBezTo>
                        <a:pt x="50405" y="18929"/>
                        <a:pt x="48986" y="19860"/>
                        <a:pt x="47346" y="20259"/>
                      </a:cubicBezTo>
                      <a:cubicBezTo>
                        <a:pt x="44199" y="21013"/>
                        <a:pt x="41007" y="19506"/>
                        <a:pt x="37948" y="18486"/>
                      </a:cubicBezTo>
                      <a:cubicBezTo>
                        <a:pt x="30943" y="16092"/>
                        <a:pt x="23407" y="16048"/>
                        <a:pt x="16226" y="17688"/>
                      </a:cubicBezTo>
                      <a:cubicBezTo>
                        <a:pt x="12059" y="18663"/>
                        <a:pt x="-88" y="21634"/>
                        <a:pt x="0" y="26820"/>
                      </a:cubicBezTo>
                      <a:cubicBezTo>
                        <a:pt x="7271" y="23052"/>
                        <a:pt x="14984" y="21456"/>
                        <a:pt x="23141" y="21235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20" name="Forme libre : forme 18619">
                  <a:extLst>
                    <a:ext uri="{FF2B5EF4-FFF2-40B4-BE49-F238E27FC236}">
                      <a16:creationId xmlns:a16="http://schemas.microsoft.com/office/drawing/2014/main" id="{7AA351D2-6CD6-4585-9C54-06B8D9A97F97}"/>
                    </a:ext>
                  </a:extLst>
                </p:cNvPr>
                <p:cNvSpPr/>
                <p:nvPr/>
              </p:nvSpPr>
              <p:spPr>
                <a:xfrm>
                  <a:off x="7481298" y="5938841"/>
                  <a:ext cx="82544" cy="102803"/>
                </a:xfrm>
                <a:custGeom>
                  <a:avLst/>
                  <a:gdLst>
                    <a:gd name="connsiteX0" fmla="*/ 30278 w 82544"/>
                    <a:gd name="connsiteY0" fmla="*/ 11925 h 102803"/>
                    <a:gd name="connsiteX1" fmla="*/ 33736 w 82544"/>
                    <a:gd name="connsiteY1" fmla="*/ 55546 h 102803"/>
                    <a:gd name="connsiteX2" fmla="*/ 0 w 82544"/>
                    <a:gd name="connsiteY2" fmla="*/ 83386 h 102803"/>
                    <a:gd name="connsiteX3" fmla="*/ 16890 w 82544"/>
                    <a:gd name="connsiteY3" fmla="*/ 84096 h 102803"/>
                    <a:gd name="connsiteX4" fmla="*/ 27441 w 82544"/>
                    <a:gd name="connsiteY4" fmla="*/ 102803 h 102803"/>
                    <a:gd name="connsiteX5" fmla="*/ 23185 w 82544"/>
                    <a:gd name="connsiteY5" fmla="*/ 87066 h 102803"/>
                    <a:gd name="connsiteX6" fmla="*/ 22299 w 82544"/>
                    <a:gd name="connsiteY6" fmla="*/ 80416 h 102803"/>
                    <a:gd name="connsiteX7" fmla="*/ 25180 w 82544"/>
                    <a:gd name="connsiteY7" fmla="*/ 74032 h 102803"/>
                    <a:gd name="connsiteX8" fmla="*/ 44198 w 82544"/>
                    <a:gd name="connsiteY8" fmla="*/ 58029 h 102803"/>
                    <a:gd name="connsiteX9" fmla="*/ 82544 w 82544"/>
                    <a:gd name="connsiteY9" fmla="*/ 63083 h 102803"/>
                    <a:gd name="connsiteX10" fmla="*/ 60068 w 82544"/>
                    <a:gd name="connsiteY10" fmla="*/ 57320 h 102803"/>
                    <a:gd name="connsiteX11" fmla="*/ 47922 w 82544"/>
                    <a:gd name="connsiteY11" fmla="*/ 54704 h 102803"/>
                    <a:gd name="connsiteX12" fmla="*/ 41139 w 82544"/>
                    <a:gd name="connsiteY12" fmla="*/ 43355 h 102803"/>
                    <a:gd name="connsiteX13" fmla="*/ 39987 w 82544"/>
                    <a:gd name="connsiteY13" fmla="*/ 29835 h 102803"/>
                    <a:gd name="connsiteX14" fmla="*/ 23850 w 82544"/>
                    <a:gd name="connsiteY14" fmla="*/ 0 h 102803"/>
                    <a:gd name="connsiteX15" fmla="*/ 30278 w 82544"/>
                    <a:gd name="connsiteY15" fmla="*/ 11925 h 102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2544" h="102803">
                      <a:moveTo>
                        <a:pt x="30278" y="11925"/>
                      </a:moveTo>
                      <a:cubicBezTo>
                        <a:pt x="38302" y="24781"/>
                        <a:pt x="39676" y="41582"/>
                        <a:pt x="33736" y="55546"/>
                      </a:cubicBezTo>
                      <a:cubicBezTo>
                        <a:pt x="27796" y="69511"/>
                        <a:pt x="14807" y="80239"/>
                        <a:pt x="0" y="83386"/>
                      </a:cubicBezTo>
                      <a:cubicBezTo>
                        <a:pt x="5143" y="80461"/>
                        <a:pt x="11969" y="80771"/>
                        <a:pt x="16890" y="84096"/>
                      </a:cubicBezTo>
                      <a:cubicBezTo>
                        <a:pt x="22919" y="88219"/>
                        <a:pt x="25357" y="95799"/>
                        <a:pt x="27441" y="102803"/>
                      </a:cubicBezTo>
                      <a:cubicBezTo>
                        <a:pt x="26022" y="97572"/>
                        <a:pt x="24604" y="92297"/>
                        <a:pt x="23185" y="87066"/>
                      </a:cubicBezTo>
                      <a:cubicBezTo>
                        <a:pt x="22609" y="84894"/>
                        <a:pt x="21988" y="82633"/>
                        <a:pt x="22299" y="80416"/>
                      </a:cubicBezTo>
                      <a:cubicBezTo>
                        <a:pt x="22609" y="78067"/>
                        <a:pt x="23850" y="75983"/>
                        <a:pt x="25180" y="74032"/>
                      </a:cubicBezTo>
                      <a:cubicBezTo>
                        <a:pt x="29923" y="67073"/>
                        <a:pt x="36263" y="60822"/>
                        <a:pt x="44198" y="58029"/>
                      </a:cubicBezTo>
                      <a:cubicBezTo>
                        <a:pt x="56655" y="53685"/>
                        <a:pt x="70265" y="58384"/>
                        <a:pt x="82544" y="63083"/>
                      </a:cubicBezTo>
                      <a:cubicBezTo>
                        <a:pt x="75407" y="59936"/>
                        <a:pt x="67782" y="57985"/>
                        <a:pt x="60068" y="57320"/>
                      </a:cubicBezTo>
                      <a:cubicBezTo>
                        <a:pt x="55901" y="56965"/>
                        <a:pt x="51468" y="56876"/>
                        <a:pt x="47922" y="54704"/>
                      </a:cubicBezTo>
                      <a:cubicBezTo>
                        <a:pt x="44065" y="52310"/>
                        <a:pt x="41982" y="47833"/>
                        <a:pt x="41139" y="43355"/>
                      </a:cubicBezTo>
                      <a:cubicBezTo>
                        <a:pt x="40297" y="38878"/>
                        <a:pt x="40474" y="34312"/>
                        <a:pt x="39987" y="29835"/>
                      </a:cubicBezTo>
                      <a:cubicBezTo>
                        <a:pt x="38834" y="19461"/>
                        <a:pt x="33204" y="5541"/>
                        <a:pt x="23850" y="0"/>
                      </a:cubicBezTo>
                      <a:cubicBezTo>
                        <a:pt x="22963" y="3635"/>
                        <a:pt x="28328" y="8822"/>
                        <a:pt x="30278" y="11925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21" name="Forme libre : forme 18620">
                  <a:extLst>
                    <a:ext uri="{FF2B5EF4-FFF2-40B4-BE49-F238E27FC236}">
                      <a16:creationId xmlns:a16="http://schemas.microsoft.com/office/drawing/2014/main" id="{54F2EEFE-6180-4B3A-81E5-409161F0E3AA}"/>
                    </a:ext>
                  </a:extLst>
                </p:cNvPr>
                <p:cNvSpPr/>
                <p:nvPr/>
              </p:nvSpPr>
              <p:spPr>
                <a:xfrm>
                  <a:off x="7540568" y="6038409"/>
                  <a:ext cx="45483" cy="66230"/>
                </a:xfrm>
                <a:custGeom>
                  <a:avLst/>
                  <a:gdLst>
                    <a:gd name="connsiteX0" fmla="*/ 39543 w 45483"/>
                    <a:gd name="connsiteY0" fmla="*/ 17422 h 66230"/>
                    <a:gd name="connsiteX1" fmla="*/ 23451 w 45483"/>
                    <a:gd name="connsiteY1" fmla="*/ 34490 h 66230"/>
                    <a:gd name="connsiteX2" fmla="*/ 0 w 45483"/>
                    <a:gd name="connsiteY2" fmla="*/ 33869 h 66230"/>
                    <a:gd name="connsiteX3" fmla="*/ 12103 w 45483"/>
                    <a:gd name="connsiteY3" fmla="*/ 47700 h 66230"/>
                    <a:gd name="connsiteX4" fmla="*/ 2748 w 45483"/>
                    <a:gd name="connsiteY4" fmla="*/ 66231 h 66230"/>
                    <a:gd name="connsiteX5" fmla="*/ 15383 w 45483"/>
                    <a:gd name="connsiteY5" fmla="*/ 46769 h 66230"/>
                    <a:gd name="connsiteX6" fmla="*/ 16491 w 45483"/>
                    <a:gd name="connsiteY6" fmla="*/ 43977 h 66230"/>
                    <a:gd name="connsiteX7" fmla="*/ 21634 w 45483"/>
                    <a:gd name="connsiteY7" fmla="*/ 40563 h 66230"/>
                    <a:gd name="connsiteX8" fmla="*/ 37548 w 45483"/>
                    <a:gd name="connsiteY8" fmla="*/ 31342 h 66230"/>
                    <a:gd name="connsiteX9" fmla="*/ 45484 w 45483"/>
                    <a:gd name="connsiteY9" fmla="*/ 15250 h 66230"/>
                    <a:gd name="connsiteX10" fmla="*/ 41139 w 45483"/>
                    <a:gd name="connsiteY10" fmla="*/ 0 h 66230"/>
                    <a:gd name="connsiteX11" fmla="*/ 39543 w 45483"/>
                    <a:gd name="connsiteY11" fmla="*/ 17422 h 66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5483" h="66230">
                      <a:moveTo>
                        <a:pt x="39543" y="17422"/>
                      </a:moveTo>
                      <a:cubicBezTo>
                        <a:pt x="36928" y="25047"/>
                        <a:pt x="30899" y="31431"/>
                        <a:pt x="23451" y="34490"/>
                      </a:cubicBezTo>
                      <a:cubicBezTo>
                        <a:pt x="16003" y="37593"/>
                        <a:pt x="7270" y="37327"/>
                        <a:pt x="0" y="33869"/>
                      </a:cubicBezTo>
                      <a:cubicBezTo>
                        <a:pt x="6960" y="32849"/>
                        <a:pt x="12590" y="40696"/>
                        <a:pt x="12103" y="47700"/>
                      </a:cubicBezTo>
                      <a:cubicBezTo>
                        <a:pt x="11615" y="54704"/>
                        <a:pt x="7093" y="60689"/>
                        <a:pt x="2748" y="66231"/>
                      </a:cubicBezTo>
                      <a:cubicBezTo>
                        <a:pt x="8600" y="61044"/>
                        <a:pt x="13033" y="54261"/>
                        <a:pt x="15383" y="46769"/>
                      </a:cubicBezTo>
                      <a:cubicBezTo>
                        <a:pt x="15693" y="45794"/>
                        <a:pt x="15959" y="44819"/>
                        <a:pt x="16491" y="43977"/>
                      </a:cubicBezTo>
                      <a:cubicBezTo>
                        <a:pt x="17600" y="42203"/>
                        <a:pt x="19683" y="41361"/>
                        <a:pt x="21634" y="40563"/>
                      </a:cubicBezTo>
                      <a:cubicBezTo>
                        <a:pt x="27308" y="38213"/>
                        <a:pt x="32982" y="35509"/>
                        <a:pt x="37548" y="31342"/>
                      </a:cubicBezTo>
                      <a:cubicBezTo>
                        <a:pt x="42114" y="27175"/>
                        <a:pt x="45484" y="21412"/>
                        <a:pt x="45484" y="15250"/>
                      </a:cubicBezTo>
                      <a:cubicBezTo>
                        <a:pt x="45484" y="10817"/>
                        <a:pt x="43977" y="3280"/>
                        <a:pt x="41139" y="0"/>
                      </a:cubicBezTo>
                      <a:cubicBezTo>
                        <a:pt x="40607" y="5940"/>
                        <a:pt x="41582" y="11570"/>
                        <a:pt x="39543" y="17422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22" name="Forme libre : forme 18621">
                  <a:extLst>
                    <a:ext uri="{FF2B5EF4-FFF2-40B4-BE49-F238E27FC236}">
                      <a16:creationId xmlns:a16="http://schemas.microsoft.com/office/drawing/2014/main" id="{DE222BC4-FCC3-4212-81E6-5F962C277AFF}"/>
                    </a:ext>
                  </a:extLst>
                </p:cNvPr>
                <p:cNvSpPr/>
                <p:nvPr/>
              </p:nvSpPr>
              <p:spPr>
                <a:xfrm>
                  <a:off x="7627723" y="5981443"/>
                  <a:ext cx="47167" cy="44516"/>
                </a:xfrm>
                <a:custGeom>
                  <a:avLst/>
                  <a:gdLst>
                    <a:gd name="connsiteX0" fmla="*/ 10285 w 47167"/>
                    <a:gd name="connsiteY0" fmla="*/ 35598 h 44516"/>
                    <a:gd name="connsiteX1" fmla="*/ 15959 w 47167"/>
                    <a:gd name="connsiteY1" fmla="*/ 14806 h 44516"/>
                    <a:gd name="connsiteX2" fmla="*/ 26554 w 47167"/>
                    <a:gd name="connsiteY2" fmla="*/ 16845 h 44516"/>
                    <a:gd name="connsiteX3" fmla="*/ 36174 w 47167"/>
                    <a:gd name="connsiteY3" fmla="*/ 11127 h 44516"/>
                    <a:gd name="connsiteX4" fmla="*/ 47168 w 47167"/>
                    <a:gd name="connsiteY4" fmla="*/ 0 h 44516"/>
                    <a:gd name="connsiteX5" fmla="*/ 23894 w 47167"/>
                    <a:gd name="connsiteY5" fmla="*/ 25357 h 44516"/>
                    <a:gd name="connsiteX6" fmla="*/ 20437 w 47167"/>
                    <a:gd name="connsiteY6" fmla="*/ 27485 h 44516"/>
                    <a:gd name="connsiteX7" fmla="*/ 19107 w 47167"/>
                    <a:gd name="connsiteY7" fmla="*/ 30233 h 44516"/>
                    <a:gd name="connsiteX8" fmla="*/ 0 w 47167"/>
                    <a:gd name="connsiteY8" fmla="*/ 43932 h 44516"/>
                    <a:gd name="connsiteX9" fmla="*/ 10285 w 47167"/>
                    <a:gd name="connsiteY9" fmla="*/ 35598 h 44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7167" h="44516">
                      <a:moveTo>
                        <a:pt x="10285" y="35598"/>
                      </a:moveTo>
                      <a:cubicBezTo>
                        <a:pt x="14319" y="29525"/>
                        <a:pt x="15560" y="22077"/>
                        <a:pt x="15959" y="14806"/>
                      </a:cubicBezTo>
                      <a:cubicBezTo>
                        <a:pt x="18708" y="17377"/>
                        <a:pt x="22919" y="17821"/>
                        <a:pt x="26554" y="16845"/>
                      </a:cubicBezTo>
                      <a:cubicBezTo>
                        <a:pt x="30189" y="15826"/>
                        <a:pt x="33293" y="13565"/>
                        <a:pt x="36174" y="11127"/>
                      </a:cubicBezTo>
                      <a:cubicBezTo>
                        <a:pt x="40164" y="7758"/>
                        <a:pt x="43843" y="4034"/>
                        <a:pt x="47168" y="0"/>
                      </a:cubicBezTo>
                      <a:cubicBezTo>
                        <a:pt x="43400" y="11216"/>
                        <a:pt x="34755" y="20658"/>
                        <a:pt x="23894" y="25357"/>
                      </a:cubicBezTo>
                      <a:cubicBezTo>
                        <a:pt x="22653" y="25889"/>
                        <a:pt x="21279" y="26421"/>
                        <a:pt x="20437" y="27485"/>
                      </a:cubicBezTo>
                      <a:cubicBezTo>
                        <a:pt x="19771" y="28283"/>
                        <a:pt x="19461" y="29258"/>
                        <a:pt x="19107" y="30233"/>
                      </a:cubicBezTo>
                      <a:cubicBezTo>
                        <a:pt x="16624" y="36794"/>
                        <a:pt x="8112" y="47079"/>
                        <a:pt x="0" y="43932"/>
                      </a:cubicBezTo>
                      <a:cubicBezTo>
                        <a:pt x="4123" y="42114"/>
                        <a:pt x="7758" y="39455"/>
                        <a:pt x="10285" y="35598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23" name="Forme libre : forme 18622">
                  <a:extLst>
                    <a:ext uri="{FF2B5EF4-FFF2-40B4-BE49-F238E27FC236}">
                      <a16:creationId xmlns:a16="http://schemas.microsoft.com/office/drawing/2014/main" id="{B638DCC7-2044-470B-84A1-22EA64003F6F}"/>
                    </a:ext>
                  </a:extLst>
                </p:cNvPr>
                <p:cNvSpPr/>
                <p:nvPr/>
              </p:nvSpPr>
              <p:spPr>
                <a:xfrm>
                  <a:off x="7568807" y="5862814"/>
                  <a:ext cx="89548" cy="90302"/>
                </a:xfrm>
                <a:custGeom>
                  <a:avLst/>
                  <a:gdLst>
                    <a:gd name="connsiteX0" fmla="*/ 13610 w 89548"/>
                    <a:gd name="connsiteY0" fmla="*/ 15826 h 90302"/>
                    <a:gd name="connsiteX1" fmla="*/ 0 w 89548"/>
                    <a:gd name="connsiteY1" fmla="*/ 36130 h 90302"/>
                    <a:gd name="connsiteX2" fmla="*/ 12723 w 89548"/>
                    <a:gd name="connsiteY2" fmla="*/ 29746 h 90302"/>
                    <a:gd name="connsiteX3" fmla="*/ 30943 w 89548"/>
                    <a:gd name="connsiteY3" fmla="*/ 22697 h 90302"/>
                    <a:gd name="connsiteX4" fmla="*/ 49606 w 89548"/>
                    <a:gd name="connsiteY4" fmla="*/ 26421 h 90302"/>
                    <a:gd name="connsiteX5" fmla="*/ 60689 w 89548"/>
                    <a:gd name="connsiteY5" fmla="*/ 44996 h 90302"/>
                    <a:gd name="connsiteX6" fmla="*/ 64014 w 89548"/>
                    <a:gd name="connsiteY6" fmla="*/ 53419 h 90302"/>
                    <a:gd name="connsiteX7" fmla="*/ 62507 w 89548"/>
                    <a:gd name="connsiteY7" fmla="*/ 64812 h 90302"/>
                    <a:gd name="connsiteX8" fmla="*/ 65477 w 89548"/>
                    <a:gd name="connsiteY8" fmla="*/ 90302 h 90302"/>
                    <a:gd name="connsiteX9" fmla="*/ 64502 w 89548"/>
                    <a:gd name="connsiteY9" fmla="*/ 64856 h 90302"/>
                    <a:gd name="connsiteX10" fmla="*/ 66142 w 89548"/>
                    <a:gd name="connsiteY10" fmla="*/ 57276 h 90302"/>
                    <a:gd name="connsiteX11" fmla="*/ 70575 w 89548"/>
                    <a:gd name="connsiteY11" fmla="*/ 53685 h 90302"/>
                    <a:gd name="connsiteX12" fmla="*/ 89549 w 89548"/>
                    <a:gd name="connsiteY12" fmla="*/ 45838 h 90302"/>
                    <a:gd name="connsiteX13" fmla="*/ 66364 w 89548"/>
                    <a:gd name="connsiteY13" fmla="*/ 44242 h 90302"/>
                    <a:gd name="connsiteX14" fmla="*/ 50626 w 89548"/>
                    <a:gd name="connsiteY14" fmla="*/ 18397 h 90302"/>
                    <a:gd name="connsiteX15" fmla="*/ 34135 w 89548"/>
                    <a:gd name="connsiteY15" fmla="*/ 17067 h 90302"/>
                    <a:gd name="connsiteX16" fmla="*/ 25668 w 89548"/>
                    <a:gd name="connsiteY16" fmla="*/ 18486 h 90302"/>
                    <a:gd name="connsiteX17" fmla="*/ 22165 w 89548"/>
                    <a:gd name="connsiteY17" fmla="*/ 18220 h 90302"/>
                    <a:gd name="connsiteX18" fmla="*/ 20525 w 89548"/>
                    <a:gd name="connsiteY18" fmla="*/ 16048 h 90302"/>
                    <a:gd name="connsiteX19" fmla="*/ 12457 w 89548"/>
                    <a:gd name="connsiteY19" fmla="*/ 0 h 90302"/>
                    <a:gd name="connsiteX20" fmla="*/ 13610 w 89548"/>
                    <a:gd name="connsiteY20" fmla="*/ 15826 h 90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9548" h="90302">
                      <a:moveTo>
                        <a:pt x="13610" y="15826"/>
                      </a:moveTo>
                      <a:cubicBezTo>
                        <a:pt x="12058" y="24071"/>
                        <a:pt x="7049" y="31608"/>
                        <a:pt x="0" y="36130"/>
                      </a:cubicBezTo>
                      <a:cubicBezTo>
                        <a:pt x="4256" y="34002"/>
                        <a:pt x="8467" y="31874"/>
                        <a:pt x="12723" y="29746"/>
                      </a:cubicBezTo>
                      <a:cubicBezTo>
                        <a:pt x="18575" y="26820"/>
                        <a:pt x="24515" y="23850"/>
                        <a:pt x="30943" y="22697"/>
                      </a:cubicBezTo>
                      <a:cubicBezTo>
                        <a:pt x="37371" y="21500"/>
                        <a:pt x="44464" y="22343"/>
                        <a:pt x="49606" y="26421"/>
                      </a:cubicBezTo>
                      <a:cubicBezTo>
                        <a:pt x="55325" y="30943"/>
                        <a:pt x="57497" y="38435"/>
                        <a:pt x="60689" y="44996"/>
                      </a:cubicBezTo>
                      <a:cubicBezTo>
                        <a:pt x="62019" y="47745"/>
                        <a:pt x="63571" y="50404"/>
                        <a:pt x="64014" y="53419"/>
                      </a:cubicBezTo>
                      <a:cubicBezTo>
                        <a:pt x="64590" y="57231"/>
                        <a:pt x="63260" y="61044"/>
                        <a:pt x="62507" y="64812"/>
                      </a:cubicBezTo>
                      <a:cubicBezTo>
                        <a:pt x="60778" y="73324"/>
                        <a:pt x="61842" y="82411"/>
                        <a:pt x="65477" y="90302"/>
                      </a:cubicBezTo>
                      <a:cubicBezTo>
                        <a:pt x="64723" y="81835"/>
                        <a:pt x="64413" y="73368"/>
                        <a:pt x="64502" y="64856"/>
                      </a:cubicBezTo>
                      <a:cubicBezTo>
                        <a:pt x="64546" y="62241"/>
                        <a:pt x="64679" y="59448"/>
                        <a:pt x="66142" y="57276"/>
                      </a:cubicBezTo>
                      <a:cubicBezTo>
                        <a:pt x="67250" y="55679"/>
                        <a:pt x="68935" y="54616"/>
                        <a:pt x="70575" y="53685"/>
                      </a:cubicBezTo>
                      <a:cubicBezTo>
                        <a:pt x="76515" y="50271"/>
                        <a:pt x="82899" y="47656"/>
                        <a:pt x="89549" y="45838"/>
                      </a:cubicBezTo>
                      <a:cubicBezTo>
                        <a:pt x="81791" y="44641"/>
                        <a:pt x="73058" y="48365"/>
                        <a:pt x="66364" y="44242"/>
                      </a:cubicBezTo>
                      <a:cubicBezTo>
                        <a:pt x="57630" y="38790"/>
                        <a:pt x="59226" y="24028"/>
                        <a:pt x="50626" y="18397"/>
                      </a:cubicBezTo>
                      <a:cubicBezTo>
                        <a:pt x="45883" y="15294"/>
                        <a:pt x="39676" y="16137"/>
                        <a:pt x="34135" y="17067"/>
                      </a:cubicBezTo>
                      <a:cubicBezTo>
                        <a:pt x="31298" y="17555"/>
                        <a:pt x="28505" y="18042"/>
                        <a:pt x="25668" y="18486"/>
                      </a:cubicBezTo>
                      <a:cubicBezTo>
                        <a:pt x="24471" y="18708"/>
                        <a:pt x="23185" y="18885"/>
                        <a:pt x="22165" y="18220"/>
                      </a:cubicBezTo>
                      <a:cubicBezTo>
                        <a:pt x="21368" y="17732"/>
                        <a:pt x="20924" y="16890"/>
                        <a:pt x="20525" y="16048"/>
                      </a:cubicBezTo>
                      <a:cubicBezTo>
                        <a:pt x="17866" y="10728"/>
                        <a:pt x="15205" y="5187"/>
                        <a:pt x="12457" y="0"/>
                      </a:cubicBezTo>
                      <a:cubicBezTo>
                        <a:pt x="14097" y="5098"/>
                        <a:pt x="14585" y="10551"/>
                        <a:pt x="13610" y="15826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24" name="Forme libre : forme 18623">
                  <a:extLst>
                    <a:ext uri="{FF2B5EF4-FFF2-40B4-BE49-F238E27FC236}">
                      <a16:creationId xmlns:a16="http://schemas.microsoft.com/office/drawing/2014/main" id="{667617BF-356F-428E-B2AF-49CC7F77286B}"/>
                    </a:ext>
                  </a:extLst>
                </p:cNvPr>
                <p:cNvSpPr/>
                <p:nvPr/>
              </p:nvSpPr>
              <p:spPr>
                <a:xfrm>
                  <a:off x="7658577" y="5764798"/>
                  <a:ext cx="47921" cy="103379"/>
                </a:xfrm>
                <a:custGeom>
                  <a:avLst/>
                  <a:gdLst>
                    <a:gd name="connsiteX0" fmla="*/ 27662 w 47921"/>
                    <a:gd name="connsiteY0" fmla="*/ 46459 h 103379"/>
                    <a:gd name="connsiteX1" fmla="*/ 0 w 47921"/>
                    <a:gd name="connsiteY1" fmla="*/ 93627 h 103379"/>
                    <a:gd name="connsiteX2" fmla="*/ 12235 w 47921"/>
                    <a:gd name="connsiteY2" fmla="*/ 93095 h 103379"/>
                    <a:gd name="connsiteX3" fmla="*/ 20259 w 47921"/>
                    <a:gd name="connsiteY3" fmla="*/ 103380 h 103379"/>
                    <a:gd name="connsiteX4" fmla="*/ 15915 w 47921"/>
                    <a:gd name="connsiteY4" fmla="*/ 84051 h 103379"/>
                    <a:gd name="connsiteX5" fmla="*/ 27574 w 47921"/>
                    <a:gd name="connsiteY5" fmla="*/ 65521 h 103379"/>
                    <a:gd name="connsiteX6" fmla="*/ 37194 w 47921"/>
                    <a:gd name="connsiteY6" fmla="*/ 29790 h 103379"/>
                    <a:gd name="connsiteX7" fmla="*/ 47922 w 47921"/>
                    <a:gd name="connsiteY7" fmla="*/ 16713 h 103379"/>
                    <a:gd name="connsiteX8" fmla="*/ 40873 w 47921"/>
                    <a:gd name="connsiteY8" fmla="*/ 23407 h 103379"/>
                    <a:gd name="connsiteX9" fmla="*/ 32406 w 47921"/>
                    <a:gd name="connsiteY9" fmla="*/ 27396 h 103379"/>
                    <a:gd name="connsiteX10" fmla="*/ 25224 w 47921"/>
                    <a:gd name="connsiteY10" fmla="*/ 19284 h 103379"/>
                    <a:gd name="connsiteX11" fmla="*/ 2394 w 47921"/>
                    <a:gd name="connsiteY11" fmla="*/ 0 h 103379"/>
                    <a:gd name="connsiteX12" fmla="*/ 27662 w 47921"/>
                    <a:gd name="connsiteY12" fmla="*/ 46459 h 103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921" h="103379">
                      <a:moveTo>
                        <a:pt x="27662" y="46459"/>
                      </a:moveTo>
                      <a:cubicBezTo>
                        <a:pt x="27308" y="65477"/>
                        <a:pt x="16314" y="83830"/>
                        <a:pt x="0" y="93627"/>
                      </a:cubicBezTo>
                      <a:cubicBezTo>
                        <a:pt x="3103" y="90480"/>
                        <a:pt x="8512" y="90701"/>
                        <a:pt x="12235" y="93095"/>
                      </a:cubicBezTo>
                      <a:cubicBezTo>
                        <a:pt x="15959" y="95445"/>
                        <a:pt x="18353" y="99434"/>
                        <a:pt x="20259" y="103380"/>
                      </a:cubicBezTo>
                      <a:cubicBezTo>
                        <a:pt x="13654" y="100232"/>
                        <a:pt x="12945" y="90745"/>
                        <a:pt x="15915" y="84051"/>
                      </a:cubicBezTo>
                      <a:cubicBezTo>
                        <a:pt x="18885" y="77357"/>
                        <a:pt x="24382" y="72082"/>
                        <a:pt x="27574" y="65521"/>
                      </a:cubicBezTo>
                      <a:cubicBezTo>
                        <a:pt x="32982" y="54394"/>
                        <a:pt x="31342" y="40696"/>
                        <a:pt x="37194" y="29790"/>
                      </a:cubicBezTo>
                      <a:cubicBezTo>
                        <a:pt x="39853" y="24781"/>
                        <a:pt x="43932" y="20702"/>
                        <a:pt x="47922" y="16713"/>
                      </a:cubicBezTo>
                      <a:cubicBezTo>
                        <a:pt x="44952" y="18087"/>
                        <a:pt x="43045" y="20968"/>
                        <a:pt x="40873" y="23407"/>
                      </a:cubicBezTo>
                      <a:cubicBezTo>
                        <a:pt x="38701" y="25845"/>
                        <a:pt x="35598" y="28061"/>
                        <a:pt x="32406" y="27396"/>
                      </a:cubicBezTo>
                      <a:cubicBezTo>
                        <a:pt x="28727" y="26599"/>
                        <a:pt x="26953" y="22609"/>
                        <a:pt x="25224" y="19284"/>
                      </a:cubicBezTo>
                      <a:cubicBezTo>
                        <a:pt x="20525" y="10240"/>
                        <a:pt x="12103" y="3103"/>
                        <a:pt x="2394" y="0"/>
                      </a:cubicBezTo>
                      <a:cubicBezTo>
                        <a:pt x="17910" y="10418"/>
                        <a:pt x="28062" y="27485"/>
                        <a:pt x="27662" y="46459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25" name="Forme libre : forme 18624">
                  <a:extLst>
                    <a:ext uri="{FF2B5EF4-FFF2-40B4-BE49-F238E27FC236}">
                      <a16:creationId xmlns:a16="http://schemas.microsoft.com/office/drawing/2014/main" id="{90D5184B-D121-4BD0-B35F-C62F3AC46DF0}"/>
                    </a:ext>
                  </a:extLst>
                </p:cNvPr>
                <p:cNvSpPr/>
                <p:nvPr/>
              </p:nvSpPr>
              <p:spPr>
                <a:xfrm>
                  <a:off x="7718912" y="5857982"/>
                  <a:ext cx="54482" cy="50268"/>
                </a:xfrm>
                <a:custGeom>
                  <a:avLst/>
                  <a:gdLst>
                    <a:gd name="connsiteX0" fmla="*/ 33204 w 54482"/>
                    <a:gd name="connsiteY0" fmla="*/ 0 h 50268"/>
                    <a:gd name="connsiteX1" fmla="*/ 28372 w 54482"/>
                    <a:gd name="connsiteY1" fmla="*/ 25579 h 50268"/>
                    <a:gd name="connsiteX2" fmla="*/ 41538 w 54482"/>
                    <a:gd name="connsiteY2" fmla="*/ 46636 h 50268"/>
                    <a:gd name="connsiteX3" fmla="*/ 54483 w 54482"/>
                    <a:gd name="connsiteY3" fmla="*/ 48232 h 50268"/>
                    <a:gd name="connsiteX4" fmla="*/ 32273 w 54482"/>
                    <a:gd name="connsiteY4" fmla="*/ 45173 h 50268"/>
                    <a:gd name="connsiteX5" fmla="*/ 23673 w 54482"/>
                    <a:gd name="connsiteY5" fmla="*/ 23806 h 50268"/>
                    <a:gd name="connsiteX6" fmla="*/ 0 w 54482"/>
                    <a:gd name="connsiteY6" fmla="*/ 33780 h 50268"/>
                    <a:gd name="connsiteX7" fmla="*/ 33204 w 54482"/>
                    <a:gd name="connsiteY7" fmla="*/ 0 h 50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482" h="50268">
                      <a:moveTo>
                        <a:pt x="33204" y="0"/>
                      </a:moveTo>
                      <a:cubicBezTo>
                        <a:pt x="30544" y="8334"/>
                        <a:pt x="27840" y="16845"/>
                        <a:pt x="28372" y="25579"/>
                      </a:cubicBezTo>
                      <a:cubicBezTo>
                        <a:pt x="28904" y="34312"/>
                        <a:pt x="33425" y="43311"/>
                        <a:pt x="41538" y="46636"/>
                      </a:cubicBezTo>
                      <a:cubicBezTo>
                        <a:pt x="45572" y="48320"/>
                        <a:pt x="50094" y="48409"/>
                        <a:pt x="54483" y="48232"/>
                      </a:cubicBezTo>
                      <a:cubicBezTo>
                        <a:pt x="47478" y="51956"/>
                        <a:pt x="38302" y="50360"/>
                        <a:pt x="32273" y="45173"/>
                      </a:cubicBezTo>
                      <a:cubicBezTo>
                        <a:pt x="26244" y="39986"/>
                        <a:pt x="23362" y="31741"/>
                        <a:pt x="23673" y="23806"/>
                      </a:cubicBezTo>
                      <a:cubicBezTo>
                        <a:pt x="23495" y="28283"/>
                        <a:pt x="2438" y="31297"/>
                        <a:pt x="0" y="33780"/>
                      </a:cubicBezTo>
                      <a:cubicBezTo>
                        <a:pt x="15516" y="34622"/>
                        <a:pt x="31874" y="14053"/>
                        <a:pt x="33204" y="0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26" name="Forme libre : forme 18625">
                  <a:extLst>
                    <a:ext uri="{FF2B5EF4-FFF2-40B4-BE49-F238E27FC236}">
                      <a16:creationId xmlns:a16="http://schemas.microsoft.com/office/drawing/2014/main" id="{96F28246-8913-4EC6-B6A8-2AA66FE5E8CB}"/>
                    </a:ext>
                  </a:extLst>
                </p:cNvPr>
                <p:cNvSpPr/>
                <p:nvPr/>
              </p:nvSpPr>
              <p:spPr>
                <a:xfrm>
                  <a:off x="7765947" y="5773576"/>
                  <a:ext cx="49340" cy="72170"/>
                </a:xfrm>
                <a:custGeom>
                  <a:avLst/>
                  <a:gdLst>
                    <a:gd name="connsiteX0" fmla="*/ 29214 w 49340"/>
                    <a:gd name="connsiteY0" fmla="*/ 13831 h 72170"/>
                    <a:gd name="connsiteX1" fmla="*/ 25402 w 49340"/>
                    <a:gd name="connsiteY1" fmla="*/ 47921 h 72170"/>
                    <a:gd name="connsiteX2" fmla="*/ 0 w 49340"/>
                    <a:gd name="connsiteY2" fmla="*/ 72171 h 72170"/>
                    <a:gd name="connsiteX3" fmla="*/ 17156 w 49340"/>
                    <a:gd name="connsiteY3" fmla="*/ 59625 h 72170"/>
                    <a:gd name="connsiteX4" fmla="*/ 24249 w 49340"/>
                    <a:gd name="connsiteY4" fmla="*/ 55679 h 72170"/>
                    <a:gd name="connsiteX5" fmla="*/ 38568 w 49340"/>
                    <a:gd name="connsiteY5" fmla="*/ 60290 h 72170"/>
                    <a:gd name="connsiteX6" fmla="*/ 49340 w 49340"/>
                    <a:gd name="connsiteY6" fmla="*/ 71595 h 72170"/>
                    <a:gd name="connsiteX7" fmla="*/ 32273 w 49340"/>
                    <a:gd name="connsiteY7" fmla="*/ 45794 h 72170"/>
                    <a:gd name="connsiteX8" fmla="*/ 33825 w 49340"/>
                    <a:gd name="connsiteY8" fmla="*/ 33026 h 72170"/>
                    <a:gd name="connsiteX9" fmla="*/ 20126 w 49340"/>
                    <a:gd name="connsiteY9" fmla="*/ 0 h 72170"/>
                    <a:gd name="connsiteX10" fmla="*/ 29214 w 49340"/>
                    <a:gd name="connsiteY10" fmla="*/ 13831 h 72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9340" h="72170">
                      <a:moveTo>
                        <a:pt x="29214" y="13831"/>
                      </a:moveTo>
                      <a:cubicBezTo>
                        <a:pt x="33559" y="24825"/>
                        <a:pt x="31386" y="37681"/>
                        <a:pt x="25402" y="47921"/>
                      </a:cubicBezTo>
                      <a:cubicBezTo>
                        <a:pt x="19417" y="58118"/>
                        <a:pt x="10063" y="65964"/>
                        <a:pt x="0" y="72171"/>
                      </a:cubicBezTo>
                      <a:cubicBezTo>
                        <a:pt x="5719" y="68004"/>
                        <a:pt x="11437" y="63792"/>
                        <a:pt x="17156" y="59625"/>
                      </a:cubicBezTo>
                      <a:cubicBezTo>
                        <a:pt x="19373" y="58029"/>
                        <a:pt x="21634" y="56389"/>
                        <a:pt x="24249" y="55679"/>
                      </a:cubicBezTo>
                      <a:cubicBezTo>
                        <a:pt x="29303" y="54350"/>
                        <a:pt x="34622" y="56876"/>
                        <a:pt x="38568" y="60290"/>
                      </a:cubicBezTo>
                      <a:cubicBezTo>
                        <a:pt x="42513" y="63748"/>
                        <a:pt x="45528" y="68092"/>
                        <a:pt x="49340" y="71595"/>
                      </a:cubicBezTo>
                      <a:cubicBezTo>
                        <a:pt x="41316" y="64634"/>
                        <a:pt x="32672" y="56389"/>
                        <a:pt x="32273" y="45794"/>
                      </a:cubicBezTo>
                      <a:cubicBezTo>
                        <a:pt x="32096" y="41494"/>
                        <a:pt x="33337" y="37282"/>
                        <a:pt x="33825" y="33026"/>
                      </a:cubicBezTo>
                      <a:cubicBezTo>
                        <a:pt x="35420" y="18929"/>
                        <a:pt x="28106" y="10240"/>
                        <a:pt x="20126" y="0"/>
                      </a:cubicBezTo>
                      <a:cubicBezTo>
                        <a:pt x="23939" y="3768"/>
                        <a:pt x="27219" y="8822"/>
                        <a:pt x="29214" y="13831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27" name="Forme libre : forme 18626">
                  <a:extLst>
                    <a:ext uri="{FF2B5EF4-FFF2-40B4-BE49-F238E27FC236}">
                      <a16:creationId xmlns:a16="http://schemas.microsoft.com/office/drawing/2014/main" id="{5E7D768A-15C3-4BD6-A328-AD91DBB1BFEE}"/>
                    </a:ext>
                  </a:extLst>
                </p:cNvPr>
                <p:cNvSpPr/>
                <p:nvPr/>
              </p:nvSpPr>
              <p:spPr>
                <a:xfrm>
                  <a:off x="7782753" y="5646567"/>
                  <a:ext cx="91317" cy="87154"/>
                </a:xfrm>
                <a:custGeom>
                  <a:avLst/>
                  <a:gdLst>
                    <a:gd name="connsiteX0" fmla="*/ 79614 w 91317"/>
                    <a:gd name="connsiteY0" fmla="*/ 6916 h 87154"/>
                    <a:gd name="connsiteX1" fmla="*/ 77885 w 91317"/>
                    <a:gd name="connsiteY1" fmla="*/ 25889 h 87154"/>
                    <a:gd name="connsiteX2" fmla="*/ 87150 w 91317"/>
                    <a:gd name="connsiteY2" fmla="*/ 43178 h 87154"/>
                    <a:gd name="connsiteX3" fmla="*/ 78550 w 91317"/>
                    <a:gd name="connsiteY3" fmla="*/ 32184 h 87154"/>
                    <a:gd name="connsiteX4" fmla="*/ 61704 w 91317"/>
                    <a:gd name="connsiteY4" fmla="*/ 27707 h 87154"/>
                    <a:gd name="connsiteX5" fmla="*/ 20166 w 91317"/>
                    <a:gd name="connsiteY5" fmla="*/ 46282 h 87154"/>
                    <a:gd name="connsiteX6" fmla="*/ 261 w 91317"/>
                    <a:gd name="connsiteY6" fmla="*/ 87155 h 87154"/>
                    <a:gd name="connsiteX7" fmla="*/ 16619 w 91317"/>
                    <a:gd name="connsiteY7" fmla="*/ 40208 h 87154"/>
                    <a:gd name="connsiteX8" fmla="*/ 62901 w 91317"/>
                    <a:gd name="connsiteY8" fmla="*/ 22032 h 87154"/>
                    <a:gd name="connsiteX9" fmla="*/ 69152 w 91317"/>
                    <a:gd name="connsiteY9" fmla="*/ 20880 h 87154"/>
                    <a:gd name="connsiteX10" fmla="*/ 71191 w 91317"/>
                    <a:gd name="connsiteY10" fmla="*/ 13610 h 87154"/>
                    <a:gd name="connsiteX11" fmla="*/ 81077 w 91317"/>
                    <a:gd name="connsiteY11" fmla="*/ 2128 h 87154"/>
                    <a:gd name="connsiteX12" fmla="*/ 91317 w 91317"/>
                    <a:gd name="connsiteY12" fmla="*/ 0 h 87154"/>
                    <a:gd name="connsiteX13" fmla="*/ 79614 w 91317"/>
                    <a:gd name="connsiteY13" fmla="*/ 6916 h 87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1317" h="87154">
                      <a:moveTo>
                        <a:pt x="79614" y="6916"/>
                      </a:moveTo>
                      <a:cubicBezTo>
                        <a:pt x="76023" y="12413"/>
                        <a:pt x="75978" y="19639"/>
                        <a:pt x="77885" y="25889"/>
                      </a:cubicBezTo>
                      <a:cubicBezTo>
                        <a:pt x="79835" y="32184"/>
                        <a:pt x="83515" y="37726"/>
                        <a:pt x="87150" y="43178"/>
                      </a:cubicBezTo>
                      <a:cubicBezTo>
                        <a:pt x="83071" y="40829"/>
                        <a:pt x="81786" y="35554"/>
                        <a:pt x="78550" y="32184"/>
                      </a:cubicBezTo>
                      <a:cubicBezTo>
                        <a:pt x="74383" y="27840"/>
                        <a:pt x="67689" y="27264"/>
                        <a:pt x="61704" y="27707"/>
                      </a:cubicBezTo>
                      <a:cubicBezTo>
                        <a:pt x="46277" y="28904"/>
                        <a:pt x="31293" y="35554"/>
                        <a:pt x="20166" y="46282"/>
                      </a:cubicBezTo>
                      <a:cubicBezTo>
                        <a:pt x="9039" y="57010"/>
                        <a:pt x="1813" y="71772"/>
                        <a:pt x="261" y="87155"/>
                      </a:cubicBezTo>
                      <a:cubicBezTo>
                        <a:pt x="-1379" y="70132"/>
                        <a:pt x="4783" y="52532"/>
                        <a:pt x="16619" y="40208"/>
                      </a:cubicBezTo>
                      <a:cubicBezTo>
                        <a:pt x="28456" y="27884"/>
                        <a:pt x="45833" y="21057"/>
                        <a:pt x="62901" y="22032"/>
                      </a:cubicBezTo>
                      <a:cubicBezTo>
                        <a:pt x="65073" y="22165"/>
                        <a:pt x="67511" y="22299"/>
                        <a:pt x="69152" y="20880"/>
                      </a:cubicBezTo>
                      <a:cubicBezTo>
                        <a:pt x="71058" y="19151"/>
                        <a:pt x="70792" y="16137"/>
                        <a:pt x="71191" y="13610"/>
                      </a:cubicBezTo>
                      <a:cubicBezTo>
                        <a:pt x="72033" y="8423"/>
                        <a:pt x="76200" y="4212"/>
                        <a:pt x="81077" y="2128"/>
                      </a:cubicBezTo>
                      <a:cubicBezTo>
                        <a:pt x="84268" y="754"/>
                        <a:pt x="87815" y="133"/>
                        <a:pt x="91317" y="0"/>
                      </a:cubicBezTo>
                      <a:cubicBezTo>
                        <a:pt x="86662" y="843"/>
                        <a:pt x="82273" y="2793"/>
                        <a:pt x="79614" y="6916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28" name="Forme libre : forme 18627">
                  <a:extLst>
                    <a:ext uri="{FF2B5EF4-FFF2-40B4-BE49-F238E27FC236}">
                      <a16:creationId xmlns:a16="http://schemas.microsoft.com/office/drawing/2014/main" id="{F85F635B-5F40-412C-A94E-BAB5E4AF9639}"/>
                    </a:ext>
                  </a:extLst>
                </p:cNvPr>
                <p:cNvSpPr/>
                <p:nvPr/>
              </p:nvSpPr>
              <p:spPr>
                <a:xfrm>
                  <a:off x="7736334" y="5693302"/>
                  <a:ext cx="13838" cy="41883"/>
                </a:xfrm>
                <a:custGeom>
                  <a:avLst/>
                  <a:gdLst>
                    <a:gd name="connsiteX0" fmla="*/ 6561 w 13838"/>
                    <a:gd name="connsiteY0" fmla="*/ 9478 h 41883"/>
                    <a:gd name="connsiteX1" fmla="*/ 6738 w 13838"/>
                    <a:gd name="connsiteY1" fmla="*/ 41883 h 41883"/>
                    <a:gd name="connsiteX2" fmla="*/ 11349 w 13838"/>
                    <a:gd name="connsiteY2" fmla="*/ 6862 h 41883"/>
                    <a:gd name="connsiteX3" fmla="*/ 9354 w 13838"/>
                    <a:gd name="connsiteY3" fmla="*/ 3404 h 41883"/>
                    <a:gd name="connsiteX4" fmla="*/ 0 w 13838"/>
                    <a:gd name="connsiteY4" fmla="*/ 523 h 41883"/>
                    <a:gd name="connsiteX5" fmla="*/ 6561 w 13838"/>
                    <a:gd name="connsiteY5" fmla="*/ 9478 h 41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838" h="41883">
                      <a:moveTo>
                        <a:pt x="6561" y="9478"/>
                      </a:moveTo>
                      <a:cubicBezTo>
                        <a:pt x="11615" y="19452"/>
                        <a:pt x="11659" y="31820"/>
                        <a:pt x="6738" y="41883"/>
                      </a:cubicBezTo>
                      <a:cubicBezTo>
                        <a:pt x="14097" y="32042"/>
                        <a:pt x="15915" y="18299"/>
                        <a:pt x="11349" y="6862"/>
                      </a:cubicBezTo>
                      <a:cubicBezTo>
                        <a:pt x="10861" y="5621"/>
                        <a:pt x="10285" y="4379"/>
                        <a:pt x="9354" y="3404"/>
                      </a:cubicBezTo>
                      <a:cubicBezTo>
                        <a:pt x="7536" y="1453"/>
                        <a:pt x="2128" y="-1118"/>
                        <a:pt x="0" y="523"/>
                      </a:cubicBezTo>
                      <a:cubicBezTo>
                        <a:pt x="1463" y="3626"/>
                        <a:pt x="5275" y="5842"/>
                        <a:pt x="6561" y="9478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29" name="Forme libre : forme 18628">
                  <a:extLst>
                    <a:ext uri="{FF2B5EF4-FFF2-40B4-BE49-F238E27FC236}">
                      <a16:creationId xmlns:a16="http://schemas.microsoft.com/office/drawing/2014/main" id="{47DC656D-8E04-40BF-A145-3C721264F2AE}"/>
                    </a:ext>
                  </a:extLst>
                </p:cNvPr>
                <p:cNvSpPr/>
                <p:nvPr/>
              </p:nvSpPr>
              <p:spPr>
                <a:xfrm>
                  <a:off x="7780975" y="5624579"/>
                  <a:ext cx="23583" cy="43488"/>
                </a:xfrm>
                <a:custGeom>
                  <a:avLst/>
                  <a:gdLst>
                    <a:gd name="connsiteX0" fmla="*/ 23584 w 23583"/>
                    <a:gd name="connsiteY0" fmla="*/ 43488 h 43488"/>
                    <a:gd name="connsiteX1" fmla="*/ 18708 w 23583"/>
                    <a:gd name="connsiteY1" fmla="*/ 31076 h 43488"/>
                    <a:gd name="connsiteX2" fmla="*/ 17776 w 23583"/>
                    <a:gd name="connsiteY2" fmla="*/ 19816 h 43488"/>
                    <a:gd name="connsiteX3" fmla="*/ 20791 w 23583"/>
                    <a:gd name="connsiteY3" fmla="*/ 0 h 43488"/>
                    <a:gd name="connsiteX4" fmla="*/ 14274 w 23583"/>
                    <a:gd name="connsiteY4" fmla="*/ 16757 h 43488"/>
                    <a:gd name="connsiteX5" fmla="*/ 10684 w 23583"/>
                    <a:gd name="connsiteY5" fmla="*/ 22653 h 43488"/>
                    <a:gd name="connsiteX6" fmla="*/ 8068 w 23583"/>
                    <a:gd name="connsiteY6" fmla="*/ 22653 h 43488"/>
                    <a:gd name="connsiteX7" fmla="*/ 0 w 23583"/>
                    <a:gd name="connsiteY7" fmla="*/ 21767 h 43488"/>
                    <a:gd name="connsiteX8" fmla="*/ 23584 w 23583"/>
                    <a:gd name="connsiteY8" fmla="*/ 43488 h 43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583" h="43488">
                      <a:moveTo>
                        <a:pt x="23584" y="43488"/>
                      </a:moveTo>
                      <a:cubicBezTo>
                        <a:pt x="21013" y="39809"/>
                        <a:pt x="19594" y="35465"/>
                        <a:pt x="18708" y="31076"/>
                      </a:cubicBezTo>
                      <a:cubicBezTo>
                        <a:pt x="17998" y="27352"/>
                        <a:pt x="17688" y="23584"/>
                        <a:pt x="17776" y="19816"/>
                      </a:cubicBezTo>
                      <a:cubicBezTo>
                        <a:pt x="17954" y="13122"/>
                        <a:pt x="19373" y="6517"/>
                        <a:pt x="20791" y="0"/>
                      </a:cubicBezTo>
                      <a:cubicBezTo>
                        <a:pt x="17732" y="5186"/>
                        <a:pt x="15560" y="10861"/>
                        <a:pt x="14274" y="16757"/>
                      </a:cubicBezTo>
                      <a:cubicBezTo>
                        <a:pt x="13742" y="19106"/>
                        <a:pt x="13033" y="21988"/>
                        <a:pt x="10684" y="22653"/>
                      </a:cubicBezTo>
                      <a:cubicBezTo>
                        <a:pt x="9841" y="22919"/>
                        <a:pt x="8910" y="22786"/>
                        <a:pt x="8068" y="22653"/>
                      </a:cubicBezTo>
                      <a:cubicBezTo>
                        <a:pt x="5408" y="22299"/>
                        <a:pt x="2571" y="21767"/>
                        <a:pt x="0" y="21767"/>
                      </a:cubicBezTo>
                      <a:cubicBezTo>
                        <a:pt x="10817" y="27042"/>
                        <a:pt x="17200" y="33470"/>
                        <a:pt x="23584" y="43488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30" name="Forme libre : forme 18629">
                  <a:extLst>
                    <a:ext uri="{FF2B5EF4-FFF2-40B4-BE49-F238E27FC236}">
                      <a16:creationId xmlns:a16="http://schemas.microsoft.com/office/drawing/2014/main" id="{9F44D2EC-F912-433C-9E2A-54E1C7C26A65}"/>
                    </a:ext>
                  </a:extLst>
                </p:cNvPr>
                <p:cNvSpPr/>
                <p:nvPr/>
              </p:nvSpPr>
              <p:spPr>
                <a:xfrm>
                  <a:off x="7841444" y="5623914"/>
                  <a:ext cx="21410" cy="23283"/>
                </a:xfrm>
                <a:custGeom>
                  <a:avLst/>
                  <a:gdLst>
                    <a:gd name="connsiteX0" fmla="*/ 7668 w 21410"/>
                    <a:gd name="connsiteY0" fmla="*/ 19107 h 23283"/>
                    <a:gd name="connsiteX1" fmla="*/ 87 w 21410"/>
                    <a:gd name="connsiteY1" fmla="*/ 0 h 23283"/>
                    <a:gd name="connsiteX2" fmla="*/ 3678 w 21410"/>
                    <a:gd name="connsiteY2" fmla="*/ 11083 h 23283"/>
                    <a:gd name="connsiteX3" fmla="*/ 21411 w 21410"/>
                    <a:gd name="connsiteY3" fmla="*/ 22831 h 23283"/>
                    <a:gd name="connsiteX4" fmla="*/ 7668 w 21410"/>
                    <a:gd name="connsiteY4" fmla="*/ 19107 h 23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410" h="23283">
                      <a:moveTo>
                        <a:pt x="7668" y="19107"/>
                      </a:moveTo>
                      <a:cubicBezTo>
                        <a:pt x="2171" y="14585"/>
                        <a:pt x="-533" y="7093"/>
                        <a:pt x="87" y="0"/>
                      </a:cubicBezTo>
                      <a:cubicBezTo>
                        <a:pt x="708" y="3857"/>
                        <a:pt x="1417" y="7891"/>
                        <a:pt x="3678" y="11083"/>
                      </a:cubicBezTo>
                      <a:cubicBezTo>
                        <a:pt x="7313" y="16314"/>
                        <a:pt x="20435" y="17422"/>
                        <a:pt x="21411" y="22831"/>
                      </a:cubicBezTo>
                      <a:cubicBezTo>
                        <a:pt x="16933" y="24293"/>
                        <a:pt x="11214" y="21988"/>
                        <a:pt x="7668" y="19107"/>
                      </a:cubicBezTo>
                      <a:close/>
                    </a:path>
                  </a:pathLst>
                </a:custGeom>
                <a:solidFill>
                  <a:srgbClr val="CEB75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31" name="Forme libre : forme 18630">
                  <a:extLst>
                    <a:ext uri="{FF2B5EF4-FFF2-40B4-BE49-F238E27FC236}">
                      <a16:creationId xmlns:a16="http://schemas.microsoft.com/office/drawing/2014/main" id="{4A6E369E-6A71-4E00-906D-CCC5D0B7DF36}"/>
                    </a:ext>
                  </a:extLst>
                </p:cNvPr>
                <p:cNvSpPr/>
                <p:nvPr/>
              </p:nvSpPr>
              <p:spPr>
                <a:xfrm>
                  <a:off x="4452006" y="6232396"/>
                  <a:ext cx="41340" cy="86817"/>
                </a:xfrm>
                <a:custGeom>
                  <a:avLst/>
                  <a:gdLst>
                    <a:gd name="connsiteX0" fmla="*/ 41340 w 41340"/>
                    <a:gd name="connsiteY0" fmla="*/ 581 h 86817"/>
                    <a:gd name="connsiteX1" fmla="*/ 24184 w 41340"/>
                    <a:gd name="connsiteY1" fmla="*/ 5103 h 86817"/>
                    <a:gd name="connsiteX2" fmla="*/ 5343 w 41340"/>
                    <a:gd name="connsiteY2" fmla="*/ 31569 h 86817"/>
                    <a:gd name="connsiteX3" fmla="*/ 24 w 41340"/>
                    <a:gd name="connsiteY3" fmla="*/ 63975 h 86817"/>
                    <a:gd name="connsiteX4" fmla="*/ 1575 w 41340"/>
                    <a:gd name="connsiteY4" fmla="*/ 75101 h 86817"/>
                    <a:gd name="connsiteX5" fmla="*/ 25913 w 41340"/>
                    <a:gd name="connsiteY5" fmla="*/ 86672 h 86817"/>
                    <a:gd name="connsiteX6" fmla="*/ 32430 w 41340"/>
                    <a:gd name="connsiteY6" fmla="*/ 85785 h 86817"/>
                    <a:gd name="connsiteX7" fmla="*/ 33272 w 41340"/>
                    <a:gd name="connsiteY7" fmla="*/ 73329 h 86817"/>
                    <a:gd name="connsiteX8" fmla="*/ 35355 w 41340"/>
                    <a:gd name="connsiteY8" fmla="*/ 9891 h 86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340" h="86817">
                      <a:moveTo>
                        <a:pt x="41340" y="581"/>
                      </a:moveTo>
                      <a:cubicBezTo>
                        <a:pt x="35488" y="-1236"/>
                        <a:pt x="29105" y="1468"/>
                        <a:pt x="24184" y="5103"/>
                      </a:cubicBezTo>
                      <a:cubicBezTo>
                        <a:pt x="15362" y="11620"/>
                        <a:pt x="9067" y="21240"/>
                        <a:pt x="5343" y="31569"/>
                      </a:cubicBezTo>
                      <a:cubicBezTo>
                        <a:pt x="1620" y="41898"/>
                        <a:pt x="290" y="52980"/>
                        <a:pt x="24" y="63975"/>
                      </a:cubicBezTo>
                      <a:cubicBezTo>
                        <a:pt x="-65" y="67743"/>
                        <a:pt x="24" y="71644"/>
                        <a:pt x="1575" y="75101"/>
                      </a:cubicBezTo>
                      <a:cubicBezTo>
                        <a:pt x="5476" y="83702"/>
                        <a:pt x="16515" y="85785"/>
                        <a:pt x="25913" y="86672"/>
                      </a:cubicBezTo>
                      <a:cubicBezTo>
                        <a:pt x="28129" y="86894"/>
                        <a:pt x="30568" y="87027"/>
                        <a:pt x="32430" y="85785"/>
                      </a:cubicBezTo>
                      <a:cubicBezTo>
                        <a:pt x="36153" y="83259"/>
                        <a:pt x="34735" y="77584"/>
                        <a:pt x="33272" y="73329"/>
                      </a:cubicBezTo>
                      <a:cubicBezTo>
                        <a:pt x="26135" y="52892"/>
                        <a:pt x="26888" y="29795"/>
                        <a:pt x="35355" y="9891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32" name="Forme libre : forme 18631">
                  <a:extLst>
                    <a:ext uri="{FF2B5EF4-FFF2-40B4-BE49-F238E27FC236}">
                      <a16:creationId xmlns:a16="http://schemas.microsoft.com/office/drawing/2014/main" id="{4F61733D-90C8-4A9D-AF5D-5715802707EF}"/>
                    </a:ext>
                  </a:extLst>
                </p:cNvPr>
                <p:cNvSpPr/>
                <p:nvPr/>
              </p:nvSpPr>
              <p:spPr>
                <a:xfrm>
                  <a:off x="4316145" y="6361586"/>
                  <a:ext cx="29571" cy="30589"/>
                </a:xfrm>
                <a:custGeom>
                  <a:avLst/>
                  <a:gdLst>
                    <a:gd name="connsiteX0" fmla="*/ 1252 w 29571"/>
                    <a:gd name="connsiteY0" fmla="*/ 20255 h 30589"/>
                    <a:gd name="connsiteX1" fmla="*/ 3867 w 29571"/>
                    <a:gd name="connsiteY1" fmla="*/ 26196 h 30589"/>
                    <a:gd name="connsiteX2" fmla="*/ 4665 w 29571"/>
                    <a:gd name="connsiteY2" fmla="*/ 27082 h 30589"/>
                    <a:gd name="connsiteX3" fmla="*/ 14152 w 29571"/>
                    <a:gd name="connsiteY3" fmla="*/ 30584 h 30589"/>
                    <a:gd name="connsiteX4" fmla="*/ 24969 w 29571"/>
                    <a:gd name="connsiteY4" fmla="*/ 26816 h 30589"/>
                    <a:gd name="connsiteX5" fmla="*/ 1252 w 29571"/>
                    <a:gd name="connsiteY5" fmla="*/ 20255 h 30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71" h="30589">
                      <a:moveTo>
                        <a:pt x="1252" y="20255"/>
                      </a:moveTo>
                      <a:cubicBezTo>
                        <a:pt x="1739" y="22383"/>
                        <a:pt x="2537" y="24467"/>
                        <a:pt x="3867" y="26196"/>
                      </a:cubicBezTo>
                      <a:cubicBezTo>
                        <a:pt x="4133" y="26506"/>
                        <a:pt x="4399" y="26816"/>
                        <a:pt x="4665" y="27082"/>
                      </a:cubicBezTo>
                      <a:cubicBezTo>
                        <a:pt x="7103" y="29520"/>
                        <a:pt x="10694" y="30673"/>
                        <a:pt x="14152" y="30584"/>
                      </a:cubicBezTo>
                      <a:cubicBezTo>
                        <a:pt x="18009" y="30496"/>
                        <a:pt x="21732" y="28944"/>
                        <a:pt x="24969" y="26816"/>
                      </a:cubicBezTo>
                      <a:cubicBezTo>
                        <a:pt x="45272" y="13650"/>
                        <a:pt x="-8767" y="-22480"/>
                        <a:pt x="1252" y="2025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33" name="Forme libre : forme 18632">
                  <a:extLst>
                    <a:ext uri="{FF2B5EF4-FFF2-40B4-BE49-F238E27FC236}">
                      <a16:creationId xmlns:a16="http://schemas.microsoft.com/office/drawing/2014/main" id="{C831A7A6-5BF6-4A8B-9E41-2A9DDD04B43C}"/>
                    </a:ext>
                  </a:extLst>
                </p:cNvPr>
                <p:cNvSpPr/>
                <p:nvPr/>
              </p:nvSpPr>
              <p:spPr>
                <a:xfrm>
                  <a:off x="4289822" y="6415255"/>
                  <a:ext cx="32286" cy="23725"/>
                </a:xfrm>
                <a:custGeom>
                  <a:avLst/>
                  <a:gdLst>
                    <a:gd name="connsiteX0" fmla="*/ 1863 w 32286"/>
                    <a:gd name="connsiteY0" fmla="*/ 14552 h 23725"/>
                    <a:gd name="connsiteX1" fmla="*/ 1597 w 32286"/>
                    <a:gd name="connsiteY1" fmla="*/ 22487 h 23725"/>
                    <a:gd name="connsiteX2" fmla="*/ 3902 w 32286"/>
                    <a:gd name="connsiteY2" fmla="*/ 23330 h 23725"/>
                    <a:gd name="connsiteX3" fmla="*/ 31343 w 32286"/>
                    <a:gd name="connsiteY3" fmla="*/ 5553 h 23725"/>
                    <a:gd name="connsiteX4" fmla="*/ 1863 w 32286"/>
                    <a:gd name="connsiteY4" fmla="*/ 14552 h 23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286" h="23725">
                      <a:moveTo>
                        <a:pt x="1863" y="14552"/>
                      </a:moveTo>
                      <a:cubicBezTo>
                        <a:pt x="-221" y="16724"/>
                        <a:pt x="-886" y="20803"/>
                        <a:pt x="1597" y="22487"/>
                      </a:cubicBezTo>
                      <a:cubicBezTo>
                        <a:pt x="2262" y="22931"/>
                        <a:pt x="3104" y="23152"/>
                        <a:pt x="3902" y="23330"/>
                      </a:cubicBezTo>
                      <a:cubicBezTo>
                        <a:pt x="13611" y="25324"/>
                        <a:pt x="37283" y="19827"/>
                        <a:pt x="31343" y="5553"/>
                      </a:cubicBezTo>
                      <a:cubicBezTo>
                        <a:pt x="25447" y="-8721"/>
                        <a:pt x="7892" y="8301"/>
                        <a:pt x="1863" y="1455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34" name="Forme libre : forme 18633">
                  <a:extLst>
                    <a:ext uri="{FF2B5EF4-FFF2-40B4-BE49-F238E27FC236}">
                      <a16:creationId xmlns:a16="http://schemas.microsoft.com/office/drawing/2014/main" id="{1FECA4CF-01E7-42DE-8571-0152CBC8FB61}"/>
                    </a:ext>
                  </a:extLst>
                </p:cNvPr>
                <p:cNvSpPr/>
                <p:nvPr/>
              </p:nvSpPr>
              <p:spPr>
                <a:xfrm>
                  <a:off x="4209081" y="6448138"/>
                  <a:ext cx="59640" cy="86603"/>
                </a:xfrm>
                <a:custGeom>
                  <a:avLst/>
                  <a:gdLst>
                    <a:gd name="connsiteX0" fmla="*/ 56671 w 59640"/>
                    <a:gd name="connsiteY0" fmla="*/ 2681 h 86603"/>
                    <a:gd name="connsiteX1" fmla="*/ 29673 w 59640"/>
                    <a:gd name="connsiteY1" fmla="*/ 3745 h 86603"/>
                    <a:gd name="connsiteX2" fmla="*/ 4493 w 59640"/>
                    <a:gd name="connsiteY2" fmla="*/ 26886 h 86603"/>
                    <a:gd name="connsiteX3" fmla="*/ 3207 w 59640"/>
                    <a:gd name="connsiteY3" fmla="*/ 60577 h 86603"/>
                    <a:gd name="connsiteX4" fmla="*/ 16374 w 59640"/>
                    <a:gd name="connsiteY4" fmla="*/ 78044 h 86603"/>
                    <a:gd name="connsiteX5" fmla="*/ 29052 w 59640"/>
                    <a:gd name="connsiteY5" fmla="*/ 86511 h 86603"/>
                    <a:gd name="connsiteX6" fmla="*/ 38362 w 59640"/>
                    <a:gd name="connsiteY6" fmla="*/ 85004 h 86603"/>
                    <a:gd name="connsiteX7" fmla="*/ 53656 w 59640"/>
                    <a:gd name="connsiteY7" fmla="*/ 75384 h 86603"/>
                    <a:gd name="connsiteX8" fmla="*/ 55429 w 59640"/>
                    <a:gd name="connsiteY8" fmla="*/ 63415 h 86603"/>
                    <a:gd name="connsiteX9" fmla="*/ 59641 w 59640"/>
                    <a:gd name="connsiteY9" fmla="*/ 14341 h 86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9640" h="86603">
                      <a:moveTo>
                        <a:pt x="56671" y="2681"/>
                      </a:moveTo>
                      <a:cubicBezTo>
                        <a:pt x="48469" y="-1840"/>
                        <a:pt x="38185" y="-67"/>
                        <a:pt x="29673" y="3745"/>
                      </a:cubicBezTo>
                      <a:cubicBezTo>
                        <a:pt x="19078" y="8533"/>
                        <a:pt x="9724" y="16513"/>
                        <a:pt x="4493" y="26886"/>
                      </a:cubicBezTo>
                      <a:cubicBezTo>
                        <a:pt x="-782" y="37259"/>
                        <a:pt x="-1669" y="50027"/>
                        <a:pt x="3207" y="60577"/>
                      </a:cubicBezTo>
                      <a:cubicBezTo>
                        <a:pt x="6266" y="67227"/>
                        <a:pt x="11364" y="72724"/>
                        <a:pt x="16374" y="78044"/>
                      </a:cubicBezTo>
                      <a:cubicBezTo>
                        <a:pt x="19920" y="81857"/>
                        <a:pt x="23910" y="85846"/>
                        <a:pt x="29052" y="86511"/>
                      </a:cubicBezTo>
                      <a:cubicBezTo>
                        <a:pt x="32200" y="86910"/>
                        <a:pt x="35347" y="85935"/>
                        <a:pt x="38362" y="85004"/>
                      </a:cubicBezTo>
                      <a:cubicBezTo>
                        <a:pt x="44302" y="83187"/>
                        <a:pt x="50775" y="80881"/>
                        <a:pt x="53656" y="75384"/>
                      </a:cubicBezTo>
                      <a:cubicBezTo>
                        <a:pt x="55562" y="71793"/>
                        <a:pt x="55474" y="67493"/>
                        <a:pt x="55429" y="63415"/>
                      </a:cubicBezTo>
                      <a:cubicBezTo>
                        <a:pt x="55296" y="46968"/>
                        <a:pt x="56715" y="30521"/>
                        <a:pt x="59641" y="14341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35" name="Forme libre : forme 18634">
                  <a:extLst>
                    <a:ext uri="{FF2B5EF4-FFF2-40B4-BE49-F238E27FC236}">
                      <a16:creationId xmlns:a16="http://schemas.microsoft.com/office/drawing/2014/main" id="{14934F8A-1CA0-4B81-BFAE-A6536CC3DC1F}"/>
                    </a:ext>
                  </a:extLst>
                </p:cNvPr>
                <p:cNvSpPr/>
                <p:nvPr/>
              </p:nvSpPr>
              <p:spPr>
                <a:xfrm>
                  <a:off x="4390188" y="6348894"/>
                  <a:ext cx="67229" cy="60861"/>
                </a:xfrm>
                <a:custGeom>
                  <a:avLst/>
                  <a:gdLst>
                    <a:gd name="connsiteX0" fmla="*/ 22388 w 67229"/>
                    <a:gd name="connsiteY0" fmla="*/ 9096 h 60861"/>
                    <a:gd name="connsiteX1" fmla="*/ 7182 w 67229"/>
                    <a:gd name="connsiteY1" fmla="*/ 19292 h 60861"/>
                    <a:gd name="connsiteX2" fmla="*/ 0 w 67229"/>
                    <a:gd name="connsiteY2" fmla="*/ 35739 h 60861"/>
                    <a:gd name="connsiteX3" fmla="*/ 20570 w 67229"/>
                    <a:gd name="connsiteY3" fmla="*/ 59102 h 60861"/>
                    <a:gd name="connsiteX4" fmla="*/ 38480 w 67229"/>
                    <a:gd name="connsiteY4" fmla="*/ 60165 h 60861"/>
                    <a:gd name="connsiteX5" fmla="*/ 63482 w 67229"/>
                    <a:gd name="connsiteY5" fmla="*/ 37247 h 60861"/>
                    <a:gd name="connsiteX6" fmla="*/ 60734 w 67229"/>
                    <a:gd name="connsiteY6" fmla="*/ 984 h 60861"/>
                    <a:gd name="connsiteX7" fmla="*/ 22388 w 67229"/>
                    <a:gd name="connsiteY7" fmla="*/ 9096 h 60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229" h="60861">
                      <a:moveTo>
                        <a:pt x="22388" y="9096"/>
                      </a:moveTo>
                      <a:cubicBezTo>
                        <a:pt x="16846" y="11712"/>
                        <a:pt x="11394" y="14859"/>
                        <a:pt x="7182" y="19292"/>
                      </a:cubicBezTo>
                      <a:cubicBezTo>
                        <a:pt x="2926" y="23726"/>
                        <a:pt x="-44" y="29621"/>
                        <a:pt x="0" y="35739"/>
                      </a:cubicBezTo>
                      <a:cubicBezTo>
                        <a:pt x="45" y="46866"/>
                        <a:pt x="9975" y="55821"/>
                        <a:pt x="20570" y="59102"/>
                      </a:cubicBezTo>
                      <a:cubicBezTo>
                        <a:pt x="26333" y="60875"/>
                        <a:pt x="32584" y="61451"/>
                        <a:pt x="38480" y="60165"/>
                      </a:cubicBezTo>
                      <a:cubicBezTo>
                        <a:pt x="50006" y="57683"/>
                        <a:pt x="59271" y="48285"/>
                        <a:pt x="63482" y="37247"/>
                      </a:cubicBezTo>
                      <a:cubicBezTo>
                        <a:pt x="66719" y="28868"/>
                        <a:pt x="71107" y="4929"/>
                        <a:pt x="60734" y="984"/>
                      </a:cubicBezTo>
                      <a:cubicBezTo>
                        <a:pt x="50981" y="-2740"/>
                        <a:pt x="31121" y="5018"/>
                        <a:pt x="22388" y="909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36" name="Forme libre : forme 18635">
                  <a:extLst>
                    <a:ext uri="{FF2B5EF4-FFF2-40B4-BE49-F238E27FC236}">
                      <a16:creationId xmlns:a16="http://schemas.microsoft.com/office/drawing/2014/main" id="{3B93CCE1-38D2-401A-9A39-1581D5FD2C4F}"/>
                    </a:ext>
                  </a:extLst>
                </p:cNvPr>
                <p:cNvSpPr/>
                <p:nvPr/>
              </p:nvSpPr>
              <p:spPr>
                <a:xfrm>
                  <a:off x="4327476" y="6432337"/>
                  <a:ext cx="98968" cy="59937"/>
                </a:xfrm>
                <a:custGeom>
                  <a:avLst/>
                  <a:gdLst>
                    <a:gd name="connsiteX0" fmla="*/ 35626 w 98968"/>
                    <a:gd name="connsiteY0" fmla="*/ 3765 h 59937"/>
                    <a:gd name="connsiteX1" fmla="*/ 24455 w 98968"/>
                    <a:gd name="connsiteY1" fmla="*/ 18394 h 59937"/>
                    <a:gd name="connsiteX2" fmla="*/ 693 w 98968"/>
                    <a:gd name="connsiteY2" fmla="*/ 39629 h 59937"/>
                    <a:gd name="connsiteX3" fmla="*/ 1358 w 98968"/>
                    <a:gd name="connsiteY3" fmla="*/ 47342 h 59937"/>
                    <a:gd name="connsiteX4" fmla="*/ 15721 w 98968"/>
                    <a:gd name="connsiteY4" fmla="*/ 48539 h 59937"/>
                    <a:gd name="connsiteX5" fmla="*/ 43118 w 98968"/>
                    <a:gd name="connsiteY5" fmla="*/ 58602 h 59937"/>
                    <a:gd name="connsiteX6" fmla="*/ 65195 w 98968"/>
                    <a:gd name="connsiteY6" fmla="*/ 56696 h 59937"/>
                    <a:gd name="connsiteX7" fmla="*/ 70825 w 98968"/>
                    <a:gd name="connsiteY7" fmla="*/ 51776 h 59937"/>
                    <a:gd name="connsiteX8" fmla="*/ 76366 w 98968"/>
                    <a:gd name="connsiteY8" fmla="*/ 38254 h 59937"/>
                    <a:gd name="connsiteX9" fmla="*/ 88114 w 98968"/>
                    <a:gd name="connsiteY9" fmla="*/ 40250 h 59937"/>
                    <a:gd name="connsiteX10" fmla="*/ 98798 w 98968"/>
                    <a:gd name="connsiteY10" fmla="*/ 38077 h 59937"/>
                    <a:gd name="connsiteX11" fmla="*/ 90552 w 98968"/>
                    <a:gd name="connsiteY11" fmla="*/ 28324 h 59937"/>
                    <a:gd name="connsiteX12" fmla="*/ 82484 w 98968"/>
                    <a:gd name="connsiteY12" fmla="*/ 8685 h 59937"/>
                    <a:gd name="connsiteX13" fmla="*/ 80666 w 98968"/>
                    <a:gd name="connsiteY13" fmla="*/ 2480 h 59937"/>
                    <a:gd name="connsiteX14" fmla="*/ 68387 w 98968"/>
                    <a:gd name="connsiteY14" fmla="*/ 1061 h 59937"/>
                    <a:gd name="connsiteX15" fmla="*/ 51319 w 98968"/>
                    <a:gd name="connsiteY15" fmla="*/ 6513 h 59937"/>
                    <a:gd name="connsiteX16" fmla="*/ 35626 w 98968"/>
                    <a:gd name="connsiteY16" fmla="*/ 3765 h 5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8968" h="59937">
                      <a:moveTo>
                        <a:pt x="35626" y="3765"/>
                      </a:moveTo>
                      <a:cubicBezTo>
                        <a:pt x="29686" y="5849"/>
                        <a:pt x="28134" y="13340"/>
                        <a:pt x="24455" y="18394"/>
                      </a:cubicBezTo>
                      <a:cubicBezTo>
                        <a:pt x="18115" y="27127"/>
                        <a:pt x="4506" y="29521"/>
                        <a:pt x="693" y="39629"/>
                      </a:cubicBezTo>
                      <a:cubicBezTo>
                        <a:pt x="-282" y="42156"/>
                        <a:pt x="-371" y="45258"/>
                        <a:pt x="1358" y="47342"/>
                      </a:cubicBezTo>
                      <a:cubicBezTo>
                        <a:pt x="4594" y="51199"/>
                        <a:pt x="10712" y="48938"/>
                        <a:pt x="15721" y="48539"/>
                      </a:cubicBezTo>
                      <a:cubicBezTo>
                        <a:pt x="25519" y="47786"/>
                        <a:pt x="33720" y="55588"/>
                        <a:pt x="43118" y="58602"/>
                      </a:cubicBezTo>
                      <a:cubicBezTo>
                        <a:pt x="50344" y="60907"/>
                        <a:pt x="58456" y="60199"/>
                        <a:pt x="65195" y="56696"/>
                      </a:cubicBezTo>
                      <a:cubicBezTo>
                        <a:pt x="67456" y="55544"/>
                        <a:pt x="69584" y="53992"/>
                        <a:pt x="70825" y="51776"/>
                      </a:cubicBezTo>
                      <a:cubicBezTo>
                        <a:pt x="73263" y="47431"/>
                        <a:pt x="72110" y="40825"/>
                        <a:pt x="76366" y="38254"/>
                      </a:cubicBezTo>
                      <a:cubicBezTo>
                        <a:pt x="79913" y="36127"/>
                        <a:pt x="84301" y="38565"/>
                        <a:pt x="88114" y="40250"/>
                      </a:cubicBezTo>
                      <a:cubicBezTo>
                        <a:pt x="91926" y="41934"/>
                        <a:pt x="97689" y="42067"/>
                        <a:pt x="98798" y="38077"/>
                      </a:cubicBezTo>
                      <a:cubicBezTo>
                        <a:pt x="100039" y="33644"/>
                        <a:pt x="94232" y="31073"/>
                        <a:pt x="90552" y="28324"/>
                      </a:cubicBezTo>
                      <a:cubicBezTo>
                        <a:pt x="84700" y="23936"/>
                        <a:pt x="83193" y="15956"/>
                        <a:pt x="82484" y="8685"/>
                      </a:cubicBezTo>
                      <a:cubicBezTo>
                        <a:pt x="82262" y="6513"/>
                        <a:pt x="82041" y="4209"/>
                        <a:pt x="80666" y="2480"/>
                      </a:cubicBezTo>
                      <a:cubicBezTo>
                        <a:pt x="77962" y="-978"/>
                        <a:pt x="72598" y="-181"/>
                        <a:pt x="68387" y="1061"/>
                      </a:cubicBezTo>
                      <a:cubicBezTo>
                        <a:pt x="63244" y="2568"/>
                        <a:pt x="56683" y="6469"/>
                        <a:pt x="51319" y="6513"/>
                      </a:cubicBezTo>
                      <a:cubicBezTo>
                        <a:pt x="45822" y="6602"/>
                        <a:pt x="41212" y="1770"/>
                        <a:pt x="35626" y="376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37" name="Forme libre : forme 18636">
                  <a:extLst>
                    <a:ext uri="{FF2B5EF4-FFF2-40B4-BE49-F238E27FC236}">
                      <a16:creationId xmlns:a16="http://schemas.microsoft.com/office/drawing/2014/main" id="{9CBF5D20-30A4-4C79-93B1-CCA2251924EA}"/>
                    </a:ext>
                  </a:extLst>
                </p:cNvPr>
                <p:cNvSpPr/>
                <p:nvPr/>
              </p:nvSpPr>
              <p:spPr>
                <a:xfrm>
                  <a:off x="4322898" y="6496859"/>
                  <a:ext cx="45213" cy="34781"/>
                </a:xfrm>
                <a:custGeom>
                  <a:avLst/>
                  <a:gdLst>
                    <a:gd name="connsiteX0" fmla="*/ 45213 w 45213"/>
                    <a:gd name="connsiteY0" fmla="*/ 12876 h 34781"/>
                    <a:gd name="connsiteX1" fmla="*/ 34840 w 45213"/>
                    <a:gd name="connsiteY1" fmla="*/ 7334 h 34781"/>
                    <a:gd name="connsiteX2" fmla="*/ 17196 w 45213"/>
                    <a:gd name="connsiteY2" fmla="*/ 197 h 34781"/>
                    <a:gd name="connsiteX3" fmla="*/ 3320 w 45213"/>
                    <a:gd name="connsiteY3" fmla="*/ 4276 h 34781"/>
                    <a:gd name="connsiteX4" fmla="*/ 439 w 45213"/>
                    <a:gd name="connsiteY4" fmla="*/ 13674 h 34781"/>
                    <a:gd name="connsiteX5" fmla="*/ 2833 w 45213"/>
                    <a:gd name="connsiteY5" fmla="*/ 29544 h 34781"/>
                    <a:gd name="connsiteX6" fmla="*/ 14847 w 45213"/>
                    <a:gd name="connsiteY6" fmla="*/ 34642 h 34781"/>
                    <a:gd name="connsiteX7" fmla="*/ 44460 w 45213"/>
                    <a:gd name="connsiteY7" fmla="*/ 26264 h 34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213" h="34781">
                      <a:moveTo>
                        <a:pt x="45213" y="12876"/>
                      </a:moveTo>
                      <a:cubicBezTo>
                        <a:pt x="41223" y="12832"/>
                        <a:pt x="38032" y="9729"/>
                        <a:pt x="34840" y="7334"/>
                      </a:cubicBezTo>
                      <a:cubicBezTo>
                        <a:pt x="29697" y="3478"/>
                        <a:pt x="23580" y="995"/>
                        <a:pt x="17196" y="197"/>
                      </a:cubicBezTo>
                      <a:cubicBezTo>
                        <a:pt x="12187" y="-423"/>
                        <a:pt x="6424" y="286"/>
                        <a:pt x="3320" y="4276"/>
                      </a:cubicBezTo>
                      <a:cubicBezTo>
                        <a:pt x="1281" y="6891"/>
                        <a:pt x="838" y="10394"/>
                        <a:pt x="439" y="13674"/>
                      </a:cubicBezTo>
                      <a:cubicBezTo>
                        <a:pt x="-182" y="19127"/>
                        <a:pt x="-669" y="25289"/>
                        <a:pt x="2833" y="29544"/>
                      </a:cubicBezTo>
                      <a:cubicBezTo>
                        <a:pt x="5670" y="33002"/>
                        <a:pt x="10413" y="34244"/>
                        <a:pt x="14847" y="34642"/>
                      </a:cubicBezTo>
                      <a:cubicBezTo>
                        <a:pt x="25309" y="35485"/>
                        <a:pt x="35992" y="32470"/>
                        <a:pt x="44460" y="26264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38" name="Forme libre : forme 18637">
                  <a:extLst>
                    <a:ext uri="{FF2B5EF4-FFF2-40B4-BE49-F238E27FC236}">
                      <a16:creationId xmlns:a16="http://schemas.microsoft.com/office/drawing/2014/main" id="{431C9226-3A8A-4A30-8F71-817103266A00}"/>
                    </a:ext>
                  </a:extLst>
                </p:cNvPr>
                <p:cNvSpPr/>
                <p:nvPr/>
              </p:nvSpPr>
              <p:spPr>
                <a:xfrm>
                  <a:off x="4497407" y="6343929"/>
                  <a:ext cx="47615" cy="85688"/>
                </a:xfrm>
                <a:custGeom>
                  <a:avLst/>
                  <a:gdLst>
                    <a:gd name="connsiteX0" fmla="*/ 5559 w 47615"/>
                    <a:gd name="connsiteY0" fmla="*/ 31040 h 85688"/>
                    <a:gd name="connsiteX1" fmla="*/ 550 w 47615"/>
                    <a:gd name="connsiteY1" fmla="*/ 66416 h 85688"/>
                    <a:gd name="connsiteX2" fmla="*/ 1525 w 47615"/>
                    <a:gd name="connsiteY2" fmla="*/ 79272 h 85688"/>
                    <a:gd name="connsiteX3" fmla="*/ 17928 w 47615"/>
                    <a:gd name="connsiteY3" fmla="*/ 85611 h 85688"/>
                    <a:gd name="connsiteX4" fmla="*/ 42797 w 47615"/>
                    <a:gd name="connsiteY4" fmla="*/ 60298 h 85688"/>
                    <a:gd name="connsiteX5" fmla="*/ 47541 w 47615"/>
                    <a:gd name="connsiteY5" fmla="*/ 17785 h 85688"/>
                    <a:gd name="connsiteX6" fmla="*/ 35527 w 47615"/>
                    <a:gd name="connsiteY6" fmla="*/ 185 h 85688"/>
                    <a:gd name="connsiteX7" fmla="*/ 5559 w 47615"/>
                    <a:gd name="connsiteY7" fmla="*/ 31040 h 85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615" h="85688">
                      <a:moveTo>
                        <a:pt x="5559" y="31040"/>
                      </a:moveTo>
                      <a:cubicBezTo>
                        <a:pt x="3875" y="42832"/>
                        <a:pt x="2190" y="54624"/>
                        <a:pt x="550" y="66416"/>
                      </a:cubicBezTo>
                      <a:cubicBezTo>
                        <a:pt x="-71" y="70761"/>
                        <a:pt x="-603" y="75460"/>
                        <a:pt x="1525" y="79272"/>
                      </a:cubicBezTo>
                      <a:cubicBezTo>
                        <a:pt x="4584" y="84680"/>
                        <a:pt x="11766" y="86054"/>
                        <a:pt x="17928" y="85611"/>
                      </a:cubicBezTo>
                      <a:cubicBezTo>
                        <a:pt x="32646" y="84547"/>
                        <a:pt x="43507" y="75327"/>
                        <a:pt x="42797" y="60298"/>
                      </a:cubicBezTo>
                      <a:cubicBezTo>
                        <a:pt x="42044" y="45181"/>
                        <a:pt x="46787" y="32636"/>
                        <a:pt x="47541" y="17785"/>
                      </a:cubicBezTo>
                      <a:cubicBezTo>
                        <a:pt x="47984" y="8608"/>
                        <a:pt x="46743" y="-1499"/>
                        <a:pt x="35527" y="185"/>
                      </a:cubicBezTo>
                      <a:cubicBezTo>
                        <a:pt x="19346" y="2579"/>
                        <a:pt x="7732" y="15790"/>
                        <a:pt x="5559" y="3104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39" name="Forme libre : forme 18638">
                  <a:extLst>
                    <a:ext uri="{FF2B5EF4-FFF2-40B4-BE49-F238E27FC236}">
                      <a16:creationId xmlns:a16="http://schemas.microsoft.com/office/drawing/2014/main" id="{FC1E4156-D2D8-4DFE-8C17-F8F25370FBF9}"/>
                    </a:ext>
                  </a:extLst>
                </p:cNvPr>
                <p:cNvSpPr/>
                <p:nvPr/>
              </p:nvSpPr>
              <p:spPr>
                <a:xfrm>
                  <a:off x="4567850" y="6267074"/>
                  <a:ext cx="50364" cy="73870"/>
                </a:xfrm>
                <a:custGeom>
                  <a:avLst/>
                  <a:gdLst>
                    <a:gd name="connsiteX0" fmla="*/ 2676 w 50364"/>
                    <a:gd name="connsiteY0" fmla="*/ 22470 h 73870"/>
                    <a:gd name="connsiteX1" fmla="*/ 61 w 50364"/>
                    <a:gd name="connsiteY1" fmla="*/ 44369 h 73870"/>
                    <a:gd name="connsiteX2" fmla="*/ 548 w 50364"/>
                    <a:gd name="connsiteY2" fmla="*/ 51462 h 73870"/>
                    <a:gd name="connsiteX3" fmla="*/ 6178 w 50364"/>
                    <a:gd name="connsiteY3" fmla="*/ 59796 h 73870"/>
                    <a:gd name="connsiteX4" fmla="*/ 42530 w 50364"/>
                    <a:gd name="connsiteY4" fmla="*/ 73849 h 73870"/>
                    <a:gd name="connsiteX5" fmla="*/ 47672 w 50364"/>
                    <a:gd name="connsiteY5" fmla="*/ 72608 h 73870"/>
                    <a:gd name="connsiteX6" fmla="*/ 50243 w 50364"/>
                    <a:gd name="connsiteY6" fmla="*/ 65249 h 73870"/>
                    <a:gd name="connsiteX7" fmla="*/ 42441 w 50364"/>
                    <a:gd name="connsiteY7" fmla="*/ 32754 h 73870"/>
                    <a:gd name="connsiteX8" fmla="*/ 41377 w 50364"/>
                    <a:gd name="connsiteY8" fmla="*/ 8372 h 73870"/>
                    <a:gd name="connsiteX9" fmla="*/ 2676 w 50364"/>
                    <a:gd name="connsiteY9" fmla="*/ 22470 h 73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364" h="73870">
                      <a:moveTo>
                        <a:pt x="2676" y="22470"/>
                      </a:moveTo>
                      <a:cubicBezTo>
                        <a:pt x="593" y="29518"/>
                        <a:pt x="327" y="37010"/>
                        <a:pt x="61" y="44369"/>
                      </a:cubicBezTo>
                      <a:cubicBezTo>
                        <a:pt x="-28" y="46763"/>
                        <a:pt x="-117" y="49157"/>
                        <a:pt x="548" y="51462"/>
                      </a:cubicBezTo>
                      <a:cubicBezTo>
                        <a:pt x="1435" y="54743"/>
                        <a:pt x="3696" y="57447"/>
                        <a:pt x="6178" y="59796"/>
                      </a:cubicBezTo>
                      <a:cubicBezTo>
                        <a:pt x="15798" y="69062"/>
                        <a:pt x="29186" y="74248"/>
                        <a:pt x="42530" y="73849"/>
                      </a:cubicBezTo>
                      <a:cubicBezTo>
                        <a:pt x="44303" y="73805"/>
                        <a:pt x="46165" y="73628"/>
                        <a:pt x="47672" y="72608"/>
                      </a:cubicBezTo>
                      <a:cubicBezTo>
                        <a:pt x="49933" y="71101"/>
                        <a:pt x="50687" y="67953"/>
                        <a:pt x="50243" y="65249"/>
                      </a:cubicBezTo>
                      <a:cubicBezTo>
                        <a:pt x="48426" y="53767"/>
                        <a:pt x="42441" y="45034"/>
                        <a:pt x="42441" y="32754"/>
                      </a:cubicBezTo>
                      <a:cubicBezTo>
                        <a:pt x="42441" y="25263"/>
                        <a:pt x="44436" y="15510"/>
                        <a:pt x="41377" y="8372"/>
                      </a:cubicBezTo>
                      <a:cubicBezTo>
                        <a:pt x="32644" y="-11798"/>
                        <a:pt x="6622" y="9126"/>
                        <a:pt x="2676" y="2247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40" name="Forme libre : forme 18639">
                  <a:extLst>
                    <a:ext uri="{FF2B5EF4-FFF2-40B4-BE49-F238E27FC236}">
                      <a16:creationId xmlns:a16="http://schemas.microsoft.com/office/drawing/2014/main" id="{29879D59-6B82-4CA3-8B1C-69DA3266BBEA}"/>
                    </a:ext>
                  </a:extLst>
                </p:cNvPr>
                <p:cNvSpPr/>
                <p:nvPr/>
              </p:nvSpPr>
              <p:spPr>
                <a:xfrm>
                  <a:off x="4675716" y="6255577"/>
                  <a:ext cx="65458" cy="87594"/>
                </a:xfrm>
                <a:custGeom>
                  <a:avLst/>
                  <a:gdLst>
                    <a:gd name="connsiteX0" fmla="*/ 318 w 65458"/>
                    <a:gd name="connsiteY0" fmla="*/ 43365 h 87594"/>
                    <a:gd name="connsiteX1" fmla="*/ 17474 w 65458"/>
                    <a:gd name="connsiteY1" fmla="*/ 79716 h 87594"/>
                    <a:gd name="connsiteX2" fmla="*/ 41457 w 65458"/>
                    <a:gd name="connsiteY2" fmla="*/ 85789 h 87594"/>
                    <a:gd name="connsiteX3" fmla="*/ 54624 w 65458"/>
                    <a:gd name="connsiteY3" fmla="*/ 87518 h 87594"/>
                    <a:gd name="connsiteX4" fmla="*/ 65041 w 65458"/>
                    <a:gd name="connsiteY4" fmla="*/ 80425 h 87594"/>
                    <a:gd name="connsiteX5" fmla="*/ 60076 w 65458"/>
                    <a:gd name="connsiteY5" fmla="*/ 64998 h 87594"/>
                    <a:gd name="connsiteX6" fmla="*/ 49038 w 65458"/>
                    <a:gd name="connsiteY6" fmla="*/ 27760 h 87594"/>
                    <a:gd name="connsiteX7" fmla="*/ 41280 w 65458"/>
                    <a:gd name="connsiteY7" fmla="*/ 2270 h 87594"/>
                    <a:gd name="connsiteX8" fmla="*/ 318 w 65458"/>
                    <a:gd name="connsiteY8" fmla="*/ 43365 h 87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458" h="87594">
                      <a:moveTo>
                        <a:pt x="318" y="43365"/>
                      </a:moveTo>
                      <a:cubicBezTo>
                        <a:pt x="-1544" y="57506"/>
                        <a:pt x="4840" y="73111"/>
                        <a:pt x="17474" y="79716"/>
                      </a:cubicBezTo>
                      <a:cubicBezTo>
                        <a:pt x="24833" y="83573"/>
                        <a:pt x="33345" y="84149"/>
                        <a:pt x="41457" y="85789"/>
                      </a:cubicBezTo>
                      <a:cubicBezTo>
                        <a:pt x="45802" y="86676"/>
                        <a:pt x="50191" y="87917"/>
                        <a:pt x="54624" y="87518"/>
                      </a:cubicBezTo>
                      <a:cubicBezTo>
                        <a:pt x="59057" y="87119"/>
                        <a:pt x="63667" y="84636"/>
                        <a:pt x="65041" y="80425"/>
                      </a:cubicBezTo>
                      <a:cubicBezTo>
                        <a:pt x="66726" y="75106"/>
                        <a:pt x="62958" y="69830"/>
                        <a:pt x="60076" y="64998"/>
                      </a:cubicBezTo>
                      <a:cubicBezTo>
                        <a:pt x="53427" y="53738"/>
                        <a:pt x="51166" y="40483"/>
                        <a:pt x="49038" y="27760"/>
                      </a:cubicBezTo>
                      <a:cubicBezTo>
                        <a:pt x="47841" y="20756"/>
                        <a:pt x="47708" y="7057"/>
                        <a:pt x="41280" y="2270"/>
                      </a:cubicBezTo>
                      <a:cubicBezTo>
                        <a:pt x="24745" y="-10054"/>
                        <a:pt x="1914" y="31262"/>
                        <a:pt x="318" y="4336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41" name="Forme libre : forme 18640">
                  <a:extLst>
                    <a:ext uri="{FF2B5EF4-FFF2-40B4-BE49-F238E27FC236}">
                      <a16:creationId xmlns:a16="http://schemas.microsoft.com/office/drawing/2014/main" id="{D6D6D3FA-1A06-468C-9201-6431623F0B16}"/>
                    </a:ext>
                  </a:extLst>
                </p:cNvPr>
                <p:cNvSpPr/>
                <p:nvPr/>
              </p:nvSpPr>
              <p:spPr>
                <a:xfrm>
                  <a:off x="4604338" y="6364741"/>
                  <a:ext cx="33314" cy="48607"/>
                </a:xfrm>
                <a:custGeom>
                  <a:avLst/>
                  <a:gdLst>
                    <a:gd name="connsiteX0" fmla="*/ 590 w 33314"/>
                    <a:gd name="connsiteY0" fmla="*/ 25389 h 48607"/>
                    <a:gd name="connsiteX1" fmla="*/ 10875 w 33314"/>
                    <a:gd name="connsiteY1" fmla="*/ 45161 h 48607"/>
                    <a:gd name="connsiteX2" fmla="*/ 32287 w 33314"/>
                    <a:gd name="connsiteY2" fmla="*/ 41481 h 48607"/>
                    <a:gd name="connsiteX3" fmla="*/ 27100 w 33314"/>
                    <a:gd name="connsiteY3" fmla="*/ 11868 h 48607"/>
                    <a:gd name="connsiteX4" fmla="*/ 590 w 33314"/>
                    <a:gd name="connsiteY4" fmla="*/ 25389 h 48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14" h="48607">
                      <a:moveTo>
                        <a:pt x="590" y="25389"/>
                      </a:moveTo>
                      <a:cubicBezTo>
                        <a:pt x="2275" y="32793"/>
                        <a:pt x="4934" y="40462"/>
                        <a:pt x="10875" y="45161"/>
                      </a:cubicBezTo>
                      <a:cubicBezTo>
                        <a:pt x="17524" y="50436"/>
                        <a:pt x="28696" y="49993"/>
                        <a:pt x="32287" y="41481"/>
                      </a:cubicBezTo>
                      <a:cubicBezTo>
                        <a:pt x="35789" y="33236"/>
                        <a:pt x="29405" y="20070"/>
                        <a:pt x="27100" y="11868"/>
                      </a:cubicBezTo>
                      <a:cubicBezTo>
                        <a:pt x="20140" y="-12514"/>
                        <a:pt x="-4065" y="5041"/>
                        <a:pt x="590" y="2538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42" name="Forme libre : forme 18641">
                  <a:extLst>
                    <a:ext uri="{FF2B5EF4-FFF2-40B4-BE49-F238E27FC236}">
                      <a16:creationId xmlns:a16="http://schemas.microsoft.com/office/drawing/2014/main" id="{C5F98352-8739-4788-B103-2721415F4F8E}"/>
                    </a:ext>
                  </a:extLst>
                </p:cNvPr>
                <p:cNvSpPr/>
                <p:nvPr/>
              </p:nvSpPr>
              <p:spPr>
                <a:xfrm>
                  <a:off x="4511398" y="6447696"/>
                  <a:ext cx="88130" cy="59427"/>
                </a:xfrm>
                <a:custGeom>
                  <a:avLst/>
                  <a:gdLst>
                    <a:gd name="connsiteX0" fmla="*/ 31555 w 88130"/>
                    <a:gd name="connsiteY0" fmla="*/ 3700 h 59427"/>
                    <a:gd name="connsiteX1" fmla="*/ 12492 w 88130"/>
                    <a:gd name="connsiteY1" fmla="*/ 4986 h 59427"/>
                    <a:gd name="connsiteX2" fmla="*/ 35 w 88130"/>
                    <a:gd name="connsiteY2" fmla="*/ 18019 h 59427"/>
                    <a:gd name="connsiteX3" fmla="*/ 5311 w 88130"/>
                    <a:gd name="connsiteY3" fmla="*/ 30077 h 59427"/>
                    <a:gd name="connsiteX4" fmla="*/ 16704 w 88130"/>
                    <a:gd name="connsiteY4" fmla="*/ 37392 h 59427"/>
                    <a:gd name="connsiteX5" fmla="*/ 60193 w 88130"/>
                    <a:gd name="connsiteY5" fmla="*/ 56853 h 59427"/>
                    <a:gd name="connsiteX6" fmla="*/ 77393 w 88130"/>
                    <a:gd name="connsiteY6" fmla="*/ 58981 h 59427"/>
                    <a:gd name="connsiteX7" fmla="*/ 88121 w 88130"/>
                    <a:gd name="connsiteY7" fmla="*/ 46923 h 59427"/>
                    <a:gd name="connsiteX8" fmla="*/ 77171 w 88130"/>
                    <a:gd name="connsiteY8" fmla="*/ 27905 h 59427"/>
                    <a:gd name="connsiteX9" fmla="*/ 71364 w 88130"/>
                    <a:gd name="connsiteY9" fmla="*/ 7468 h 59427"/>
                    <a:gd name="connsiteX10" fmla="*/ 31555 w 88130"/>
                    <a:gd name="connsiteY10" fmla="*/ 3700 h 59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130" h="59427">
                      <a:moveTo>
                        <a:pt x="31555" y="3700"/>
                      </a:moveTo>
                      <a:cubicBezTo>
                        <a:pt x="25171" y="3700"/>
                        <a:pt x="18610" y="3168"/>
                        <a:pt x="12492" y="4986"/>
                      </a:cubicBezTo>
                      <a:cubicBezTo>
                        <a:pt x="6375" y="6803"/>
                        <a:pt x="567" y="11680"/>
                        <a:pt x="35" y="18019"/>
                      </a:cubicBezTo>
                      <a:cubicBezTo>
                        <a:pt x="-319" y="22541"/>
                        <a:pt x="2030" y="26930"/>
                        <a:pt x="5311" y="30077"/>
                      </a:cubicBezTo>
                      <a:cubicBezTo>
                        <a:pt x="8591" y="33224"/>
                        <a:pt x="12670" y="35308"/>
                        <a:pt x="16704" y="37392"/>
                      </a:cubicBezTo>
                      <a:cubicBezTo>
                        <a:pt x="30890" y="44618"/>
                        <a:pt x="45120" y="51844"/>
                        <a:pt x="60193" y="56853"/>
                      </a:cubicBezTo>
                      <a:cubicBezTo>
                        <a:pt x="65734" y="58671"/>
                        <a:pt x="71674" y="60222"/>
                        <a:pt x="77393" y="58981"/>
                      </a:cubicBezTo>
                      <a:cubicBezTo>
                        <a:pt x="83112" y="57695"/>
                        <a:pt x="88387" y="52774"/>
                        <a:pt x="88121" y="46923"/>
                      </a:cubicBezTo>
                      <a:cubicBezTo>
                        <a:pt x="87811" y="39608"/>
                        <a:pt x="80097" y="34244"/>
                        <a:pt x="77171" y="27905"/>
                      </a:cubicBezTo>
                      <a:cubicBezTo>
                        <a:pt x="74201" y="21433"/>
                        <a:pt x="74467" y="13852"/>
                        <a:pt x="71364" y="7468"/>
                      </a:cubicBezTo>
                      <a:cubicBezTo>
                        <a:pt x="64537" y="-6717"/>
                        <a:pt x="44056" y="3656"/>
                        <a:pt x="31555" y="370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43" name="Forme libre : forme 18642">
                  <a:extLst>
                    <a:ext uri="{FF2B5EF4-FFF2-40B4-BE49-F238E27FC236}">
                      <a16:creationId xmlns:a16="http://schemas.microsoft.com/office/drawing/2014/main" id="{1188BA61-FC0F-4DDF-AAC9-5079E98CEF8B}"/>
                    </a:ext>
                  </a:extLst>
                </p:cNvPr>
                <p:cNvSpPr/>
                <p:nvPr/>
              </p:nvSpPr>
              <p:spPr>
                <a:xfrm>
                  <a:off x="4474449" y="6498804"/>
                  <a:ext cx="52576" cy="31824"/>
                </a:xfrm>
                <a:custGeom>
                  <a:avLst/>
                  <a:gdLst>
                    <a:gd name="connsiteX0" fmla="*/ 5288 w 52576"/>
                    <a:gd name="connsiteY0" fmla="*/ 7917 h 31824"/>
                    <a:gd name="connsiteX1" fmla="*/ 57 w 52576"/>
                    <a:gd name="connsiteY1" fmla="*/ 20197 h 31824"/>
                    <a:gd name="connsiteX2" fmla="*/ 10697 w 52576"/>
                    <a:gd name="connsiteY2" fmla="*/ 31013 h 31824"/>
                    <a:gd name="connsiteX3" fmla="*/ 26744 w 52576"/>
                    <a:gd name="connsiteY3" fmla="*/ 31146 h 31824"/>
                    <a:gd name="connsiteX4" fmla="*/ 42172 w 52576"/>
                    <a:gd name="connsiteY4" fmla="*/ 29994 h 31824"/>
                    <a:gd name="connsiteX5" fmla="*/ 38182 w 52576"/>
                    <a:gd name="connsiteY5" fmla="*/ 6232 h 31824"/>
                    <a:gd name="connsiteX6" fmla="*/ 5288 w 52576"/>
                    <a:gd name="connsiteY6" fmla="*/ 7917 h 31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576" h="31824">
                      <a:moveTo>
                        <a:pt x="5288" y="7917"/>
                      </a:moveTo>
                      <a:cubicBezTo>
                        <a:pt x="2274" y="11375"/>
                        <a:pt x="-430" y="15631"/>
                        <a:pt x="57" y="20197"/>
                      </a:cubicBezTo>
                      <a:cubicBezTo>
                        <a:pt x="589" y="25561"/>
                        <a:pt x="5510" y="29595"/>
                        <a:pt x="10697" y="31013"/>
                      </a:cubicBezTo>
                      <a:cubicBezTo>
                        <a:pt x="15883" y="32388"/>
                        <a:pt x="21380" y="31723"/>
                        <a:pt x="26744" y="31146"/>
                      </a:cubicBezTo>
                      <a:cubicBezTo>
                        <a:pt x="31887" y="30614"/>
                        <a:pt x="37029" y="30260"/>
                        <a:pt x="42172" y="29994"/>
                      </a:cubicBezTo>
                      <a:cubicBezTo>
                        <a:pt x="63716" y="29019"/>
                        <a:pt x="46427" y="13192"/>
                        <a:pt x="38182" y="6232"/>
                      </a:cubicBezTo>
                      <a:cubicBezTo>
                        <a:pt x="28030" y="-2191"/>
                        <a:pt x="14155" y="-2501"/>
                        <a:pt x="5288" y="791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44" name="Forme libre : forme 18643">
                  <a:extLst>
                    <a:ext uri="{FF2B5EF4-FFF2-40B4-BE49-F238E27FC236}">
                      <a16:creationId xmlns:a16="http://schemas.microsoft.com/office/drawing/2014/main" id="{E13E42CA-F652-477C-8617-57381DD264C1}"/>
                    </a:ext>
                  </a:extLst>
                </p:cNvPr>
                <p:cNvSpPr/>
                <p:nvPr/>
              </p:nvSpPr>
              <p:spPr>
                <a:xfrm>
                  <a:off x="4382127" y="6503099"/>
                  <a:ext cx="54064" cy="23396"/>
                </a:xfrm>
                <a:custGeom>
                  <a:avLst/>
                  <a:gdLst>
                    <a:gd name="connsiteX0" fmla="*/ 3850 w 54064"/>
                    <a:gd name="connsiteY0" fmla="*/ 13020 h 23396"/>
                    <a:gd name="connsiteX1" fmla="*/ 38 w 54064"/>
                    <a:gd name="connsiteY1" fmla="*/ 17764 h 23396"/>
                    <a:gd name="connsiteX2" fmla="*/ 2033 w 54064"/>
                    <a:gd name="connsiteY2" fmla="*/ 20380 h 23396"/>
                    <a:gd name="connsiteX3" fmla="*/ 14445 w 54064"/>
                    <a:gd name="connsiteY3" fmla="*/ 22906 h 23396"/>
                    <a:gd name="connsiteX4" fmla="*/ 51683 w 54064"/>
                    <a:gd name="connsiteY4" fmla="*/ 7878 h 23396"/>
                    <a:gd name="connsiteX5" fmla="*/ 3850 w 54064"/>
                    <a:gd name="connsiteY5" fmla="*/ 13020 h 23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064" h="23396">
                      <a:moveTo>
                        <a:pt x="3850" y="13020"/>
                      </a:moveTo>
                      <a:cubicBezTo>
                        <a:pt x="1900" y="13996"/>
                        <a:pt x="-317" y="15591"/>
                        <a:pt x="38" y="17764"/>
                      </a:cubicBezTo>
                      <a:cubicBezTo>
                        <a:pt x="215" y="18872"/>
                        <a:pt x="1102" y="19714"/>
                        <a:pt x="2033" y="20380"/>
                      </a:cubicBezTo>
                      <a:cubicBezTo>
                        <a:pt x="5579" y="22773"/>
                        <a:pt x="10145" y="22906"/>
                        <a:pt x="14445" y="22906"/>
                      </a:cubicBezTo>
                      <a:cubicBezTo>
                        <a:pt x="23843" y="22951"/>
                        <a:pt x="64185" y="27517"/>
                        <a:pt x="51683" y="7878"/>
                      </a:cubicBezTo>
                      <a:cubicBezTo>
                        <a:pt x="40645" y="-9544"/>
                        <a:pt x="16883" y="6415"/>
                        <a:pt x="3850" y="1302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45" name="Forme libre : forme 18644">
                  <a:extLst>
                    <a:ext uri="{FF2B5EF4-FFF2-40B4-BE49-F238E27FC236}">
                      <a16:creationId xmlns:a16="http://schemas.microsoft.com/office/drawing/2014/main" id="{2AB79DBE-EC18-4269-84C2-8287E069CCC2}"/>
                    </a:ext>
                  </a:extLst>
                </p:cNvPr>
                <p:cNvSpPr/>
                <p:nvPr/>
              </p:nvSpPr>
              <p:spPr>
                <a:xfrm>
                  <a:off x="4437401" y="6430945"/>
                  <a:ext cx="55729" cy="38185"/>
                </a:xfrm>
                <a:custGeom>
                  <a:avLst/>
                  <a:gdLst>
                    <a:gd name="connsiteX0" fmla="*/ 0 w 55729"/>
                    <a:gd name="connsiteY0" fmla="*/ 8127 h 38185"/>
                    <a:gd name="connsiteX1" fmla="*/ 17998 w 55729"/>
                    <a:gd name="connsiteY1" fmla="*/ 724 h 38185"/>
                    <a:gd name="connsiteX2" fmla="*/ 23495 w 55729"/>
                    <a:gd name="connsiteY2" fmla="*/ 103 h 38185"/>
                    <a:gd name="connsiteX3" fmla="*/ 27574 w 55729"/>
                    <a:gd name="connsiteY3" fmla="*/ 1744 h 38185"/>
                    <a:gd name="connsiteX4" fmla="*/ 52089 w 55729"/>
                    <a:gd name="connsiteY4" fmla="*/ 23289 h 38185"/>
                    <a:gd name="connsiteX5" fmla="*/ 55724 w 55729"/>
                    <a:gd name="connsiteY5" fmla="*/ 31490 h 38185"/>
                    <a:gd name="connsiteX6" fmla="*/ 55015 w 55729"/>
                    <a:gd name="connsiteY6" fmla="*/ 34948 h 38185"/>
                    <a:gd name="connsiteX7" fmla="*/ 43444 w 55729"/>
                    <a:gd name="connsiteY7" fmla="*/ 36544 h 38185"/>
                    <a:gd name="connsiteX8" fmla="*/ 35598 w 55729"/>
                    <a:gd name="connsiteY8" fmla="*/ 26081 h 38185"/>
                    <a:gd name="connsiteX9" fmla="*/ 26377 w 55729"/>
                    <a:gd name="connsiteY9" fmla="*/ 14555 h 38185"/>
                    <a:gd name="connsiteX10" fmla="*/ 12501 w 55729"/>
                    <a:gd name="connsiteY10" fmla="*/ 10521 h 38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5729" h="38185">
                      <a:moveTo>
                        <a:pt x="0" y="8127"/>
                      </a:moveTo>
                      <a:cubicBezTo>
                        <a:pt x="5674" y="4936"/>
                        <a:pt x="11748" y="2453"/>
                        <a:pt x="17998" y="724"/>
                      </a:cubicBezTo>
                      <a:cubicBezTo>
                        <a:pt x="19816" y="236"/>
                        <a:pt x="21678" y="-207"/>
                        <a:pt x="23495" y="103"/>
                      </a:cubicBezTo>
                      <a:cubicBezTo>
                        <a:pt x="24958" y="369"/>
                        <a:pt x="26288" y="1034"/>
                        <a:pt x="27574" y="1744"/>
                      </a:cubicBezTo>
                      <a:cubicBezTo>
                        <a:pt x="37149" y="7063"/>
                        <a:pt x="45572" y="14467"/>
                        <a:pt x="52089" y="23289"/>
                      </a:cubicBezTo>
                      <a:cubicBezTo>
                        <a:pt x="53906" y="25726"/>
                        <a:pt x="55635" y="28431"/>
                        <a:pt x="55724" y="31490"/>
                      </a:cubicBezTo>
                      <a:cubicBezTo>
                        <a:pt x="55768" y="32687"/>
                        <a:pt x="55547" y="33928"/>
                        <a:pt x="55015" y="34948"/>
                      </a:cubicBezTo>
                      <a:cubicBezTo>
                        <a:pt x="52975" y="38849"/>
                        <a:pt x="47079" y="39026"/>
                        <a:pt x="43444" y="36544"/>
                      </a:cubicBezTo>
                      <a:cubicBezTo>
                        <a:pt x="39809" y="34061"/>
                        <a:pt x="37770" y="29894"/>
                        <a:pt x="35598" y="26081"/>
                      </a:cubicBezTo>
                      <a:cubicBezTo>
                        <a:pt x="33160" y="21781"/>
                        <a:pt x="30278" y="17614"/>
                        <a:pt x="26377" y="14555"/>
                      </a:cubicBezTo>
                      <a:cubicBezTo>
                        <a:pt x="22476" y="11496"/>
                        <a:pt x="17422" y="9679"/>
                        <a:pt x="12501" y="10521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46" name="Forme libre : forme 18645">
                  <a:extLst>
                    <a:ext uri="{FF2B5EF4-FFF2-40B4-BE49-F238E27FC236}">
                      <a16:creationId xmlns:a16="http://schemas.microsoft.com/office/drawing/2014/main" id="{98D00564-FA9B-4D2A-AAD0-DF6090C07254}"/>
                    </a:ext>
                  </a:extLst>
                </p:cNvPr>
                <p:cNvSpPr/>
                <p:nvPr/>
              </p:nvSpPr>
              <p:spPr>
                <a:xfrm>
                  <a:off x="4672000" y="6355843"/>
                  <a:ext cx="37406" cy="50206"/>
                </a:xfrm>
                <a:custGeom>
                  <a:avLst/>
                  <a:gdLst>
                    <a:gd name="connsiteX0" fmla="*/ 0 w 37406"/>
                    <a:gd name="connsiteY0" fmla="*/ 40051 h 50206"/>
                    <a:gd name="connsiteX1" fmla="*/ 4034 w 37406"/>
                    <a:gd name="connsiteY1" fmla="*/ 48607 h 50206"/>
                    <a:gd name="connsiteX2" fmla="*/ 11349 w 37406"/>
                    <a:gd name="connsiteY2" fmla="*/ 50203 h 50206"/>
                    <a:gd name="connsiteX3" fmla="*/ 32362 w 37406"/>
                    <a:gd name="connsiteY3" fmla="*/ 5650 h 50206"/>
                    <a:gd name="connsiteX4" fmla="*/ 18397 w 37406"/>
                    <a:gd name="connsiteY4" fmla="*/ 3522 h 50206"/>
                    <a:gd name="connsiteX5" fmla="*/ 0 w 37406"/>
                    <a:gd name="connsiteY5" fmla="*/ 40051 h 5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406" h="50206">
                      <a:moveTo>
                        <a:pt x="0" y="40051"/>
                      </a:moveTo>
                      <a:cubicBezTo>
                        <a:pt x="0" y="43331"/>
                        <a:pt x="1286" y="46834"/>
                        <a:pt x="4034" y="48607"/>
                      </a:cubicBezTo>
                      <a:cubicBezTo>
                        <a:pt x="6162" y="49981"/>
                        <a:pt x="8822" y="50159"/>
                        <a:pt x="11349" y="50203"/>
                      </a:cubicBezTo>
                      <a:cubicBezTo>
                        <a:pt x="33071" y="50557"/>
                        <a:pt x="44730" y="22851"/>
                        <a:pt x="32362" y="5650"/>
                      </a:cubicBezTo>
                      <a:cubicBezTo>
                        <a:pt x="27796" y="-689"/>
                        <a:pt x="23761" y="-2108"/>
                        <a:pt x="18397" y="3522"/>
                      </a:cubicBezTo>
                      <a:cubicBezTo>
                        <a:pt x="11570" y="10660"/>
                        <a:pt x="0" y="29943"/>
                        <a:pt x="0" y="40051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47" name="Forme libre : forme 18646">
                  <a:extLst>
                    <a:ext uri="{FF2B5EF4-FFF2-40B4-BE49-F238E27FC236}">
                      <a16:creationId xmlns:a16="http://schemas.microsoft.com/office/drawing/2014/main" id="{40D7A407-4898-44FF-8020-1D741DB74500}"/>
                    </a:ext>
                  </a:extLst>
                </p:cNvPr>
                <p:cNvSpPr/>
                <p:nvPr/>
              </p:nvSpPr>
              <p:spPr>
                <a:xfrm>
                  <a:off x="4639098" y="6424085"/>
                  <a:ext cx="68083" cy="90872"/>
                </a:xfrm>
                <a:custGeom>
                  <a:avLst/>
                  <a:gdLst>
                    <a:gd name="connsiteX0" fmla="*/ 4664 w 68083"/>
                    <a:gd name="connsiteY0" fmla="*/ 39723 h 90872"/>
                    <a:gd name="connsiteX1" fmla="*/ 9 w 68083"/>
                    <a:gd name="connsiteY1" fmla="*/ 62731 h 90872"/>
                    <a:gd name="connsiteX2" fmla="*/ 10338 w 68083"/>
                    <a:gd name="connsiteY2" fmla="*/ 82813 h 90872"/>
                    <a:gd name="connsiteX3" fmla="*/ 22574 w 68083"/>
                    <a:gd name="connsiteY3" fmla="*/ 86493 h 90872"/>
                    <a:gd name="connsiteX4" fmla="*/ 44429 w 68083"/>
                    <a:gd name="connsiteY4" fmla="*/ 90261 h 90872"/>
                    <a:gd name="connsiteX5" fmla="*/ 55778 w 68083"/>
                    <a:gd name="connsiteY5" fmla="*/ 89419 h 90872"/>
                    <a:gd name="connsiteX6" fmla="*/ 61186 w 68083"/>
                    <a:gd name="connsiteY6" fmla="*/ 75764 h 90872"/>
                    <a:gd name="connsiteX7" fmla="*/ 59147 w 68083"/>
                    <a:gd name="connsiteY7" fmla="*/ 6254 h 90872"/>
                    <a:gd name="connsiteX8" fmla="*/ 4664 w 68083"/>
                    <a:gd name="connsiteY8" fmla="*/ 39723 h 90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8083" h="90872">
                      <a:moveTo>
                        <a:pt x="4664" y="39723"/>
                      </a:moveTo>
                      <a:cubicBezTo>
                        <a:pt x="2226" y="47216"/>
                        <a:pt x="-168" y="54885"/>
                        <a:pt x="9" y="62731"/>
                      </a:cubicBezTo>
                      <a:cubicBezTo>
                        <a:pt x="231" y="70578"/>
                        <a:pt x="3556" y="78824"/>
                        <a:pt x="10338" y="82813"/>
                      </a:cubicBezTo>
                      <a:cubicBezTo>
                        <a:pt x="14018" y="84986"/>
                        <a:pt x="18318" y="85739"/>
                        <a:pt x="22574" y="86493"/>
                      </a:cubicBezTo>
                      <a:cubicBezTo>
                        <a:pt x="29844" y="87734"/>
                        <a:pt x="37114" y="88975"/>
                        <a:pt x="44429" y="90261"/>
                      </a:cubicBezTo>
                      <a:cubicBezTo>
                        <a:pt x="48241" y="90926"/>
                        <a:pt x="52497" y="91502"/>
                        <a:pt x="55778" y="89419"/>
                      </a:cubicBezTo>
                      <a:cubicBezTo>
                        <a:pt x="60078" y="86715"/>
                        <a:pt x="60787" y="80818"/>
                        <a:pt x="61186" y="75764"/>
                      </a:cubicBezTo>
                      <a:cubicBezTo>
                        <a:pt x="62560" y="57766"/>
                        <a:pt x="77189" y="20218"/>
                        <a:pt x="59147" y="6254"/>
                      </a:cubicBezTo>
                      <a:cubicBezTo>
                        <a:pt x="33213" y="-13784"/>
                        <a:pt x="11402" y="18932"/>
                        <a:pt x="4664" y="39723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48" name="Forme libre : forme 18647">
                  <a:extLst>
                    <a:ext uri="{FF2B5EF4-FFF2-40B4-BE49-F238E27FC236}">
                      <a16:creationId xmlns:a16="http://schemas.microsoft.com/office/drawing/2014/main" id="{17B60D78-8C00-4439-A5D0-B47DC19EEF5D}"/>
                    </a:ext>
                  </a:extLst>
                </p:cNvPr>
                <p:cNvSpPr/>
                <p:nvPr/>
              </p:nvSpPr>
              <p:spPr>
                <a:xfrm>
                  <a:off x="4591878" y="6515556"/>
                  <a:ext cx="45684" cy="21827"/>
                </a:xfrm>
                <a:custGeom>
                  <a:avLst/>
                  <a:gdLst>
                    <a:gd name="connsiteX0" fmla="*/ 9459 w 45684"/>
                    <a:gd name="connsiteY0" fmla="*/ 8099 h 21827"/>
                    <a:gd name="connsiteX1" fmla="*/ 17 w 45684"/>
                    <a:gd name="connsiteY1" fmla="*/ 17941 h 21827"/>
                    <a:gd name="connsiteX2" fmla="*/ 682 w 45684"/>
                    <a:gd name="connsiteY2" fmla="*/ 19891 h 21827"/>
                    <a:gd name="connsiteX3" fmla="*/ 3297 w 45684"/>
                    <a:gd name="connsiteY3" fmla="*/ 21133 h 21827"/>
                    <a:gd name="connsiteX4" fmla="*/ 45678 w 45684"/>
                    <a:gd name="connsiteY4" fmla="*/ 8587 h 21827"/>
                    <a:gd name="connsiteX5" fmla="*/ 9459 w 45684"/>
                    <a:gd name="connsiteY5" fmla="*/ 8099 h 21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684" h="21827">
                      <a:moveTo>
                        <a:pt x="9459" y="8099"/>
                      </a:moveTo>
                      <a:cubicBezTo>
                        <a:pt x="4982" y="9961"/>
                        <a:pt x="-338" y="13064"/>
                        <a:pt x="17" y="17941"/>
                      </a:cubicBezTo>
                      <a:cubicBezTo>
                        <a:pt x="61" y="18650"/>
                        <a:pt x="238" y="19315"/>
                        <a:pt x="682" y="19891"/>
                      </a:cubicBezTo>
                      <a:cubicBezTo>
                        <a:pt x="1302" y="20645"/>
                        <a:pt x="2322" y="20955"/>
                        <a:pt x="3297" y="21133"/>
                      </a:cubicBezTo>
                      <a:cubicBezTo>
                        <a:pt x="12385" y="23083"/>
                        <a:pt x="45323" y="21531"/>
                        <a:pt x="45678" y="8587"/>
                      </a:cubicBezTo>
                      <a:cubicBezTo>
                        <a:pt x="46210" y="-8791"/>
                        <a:pt x="16730" y="5085"/>
                        <a:pt x="9459" y="809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49" name="Forme libre : forme 18648">
                  <a:extLst>
                    <a:ext uri="{FF2B5EF4-FFF2-40B4-BE49-F238E27FC236}">
                      <a16:creationId xmlns:a16="http://schemas.microsoft.com/office/drawing/2014/main" id="{0FA6D452-534B-4458-8A9F-05806EF5FA1E}"/>
                    </a:ext>
                  </a:extLst>
                </p:cNvPr>
                <p:cNvSpPr/>
                <p:nvPr/>
              </p:nvSpPr>
              <p:spPr>
                <a:xfrm>
                  <a:off x="4744650" y="6344343"/>
                  <a:ext cx="85526" cy="102968"/>
                </a:xfrm>
                <a:custGeom>
                  <a:avLst/>
                  <a:gdLst>
                    <a:gd name="connsiteX0" fmla="*/ 8255 w 85526"/>
                    <a:gd name="connsiteY0" fmla="*/ 24243 h 102968"/>
                    <a:gd name="connsiteX1" fmla="*/ 319 w 85526"/>
                    <a:gd name="connsiteY1" fmla="*/ 34572 h 102968"/>
                    <a:gd name="connsiteX2" fmla="*/ 1827 w 85526"/>
                    <a:gd name="connsiteY2" fmla="*/ 45787 h 102968"/>
                    <a:gd name="connsiteX3" fmla="*/ 30331 w 85526"/>
                    <a:gd name="connsiteY3" fmla="*/ 95748 h 102968"/>
                    <a:gd name="connsiteX4" fmla="*/ 42833 w 85526"/>
                    <a:gd name="connsiteY4" fmla="*/ 102886 h 102968"/>
                    <a:gd name="connsiteX5" fmla="*/ 50147 w 85526"/>
                    <a:gd name="connsiteY5" fmla="*/ 98763 h 102968"/>
                    <a:gd name="connsiteX6" fmla="*/ 76391 w 85526"/>
                    <a:gd name="connsiteY6" fmla="*/ 65293 h 102968"/>
                    <a:gd name="connsiteX7" fmla="*/ 70362 w 85526"/>
                    <a:gd name="connsiteY7" fmla="*/ 2698 h 102968"/>
                    <a:gd name="connsiteX8" fmla="*/ 8255 w 85526"/>
                    <a:gd name="connsiteY8" fmla="*/ 24243 h 102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526" h="102968">
                      <a:moveTo>
                        <a:pt x="8255" y="24243"/>
                      </a:moveTo>
                      <a:cubicBezTo>
                        <a:pt x="4885" y="27080"/>
                        <a:pt x="1383" y="30271"/>
                        <a:pt x="319" y="34572"/>
                      </a:cubicBezTo>
                      <a:cubicBezTo>
                        <a:pt x="-567" y="38296"/>
                        <a:pt x="541" y="42152"/>
                        <a:pt x="1827" y="45787"/>
                      </a:cubicBezTo>
                      <a:cubicBezTo>
                        <a:pt x="8166" y="64007"/>
                        <a:pt x="17874" y="80986"/>
                        <a:pt x="30331" y="95748"/>
                      </a:cubicBezTo>
                      <a:cubicBezTo>
                        <a:pt x="33568" y="99605"/>
                        <a:pt x="37868" y="103595"/>
                        <a:pt x="42833" y="102886"/>
                      </a:cubicBezTo>
                      <a:cubicBezTo>
                        <a:pt x="45626" y="102487"/>
                        <a:pt x="48019" y="100625"/>
                        <a:pt x="50147" y="98763"/>
                      </a:cubicBezTo>
                      <a:cubicBezTo>
                        <a:pt x="60831" y="89365"/>
                        <a:pt x="69786" y="77927"/>
                        <a:pt x="76391" y="65293"/>
                      </a:cubicBezTo>
                      <a:cubicBezTo>
                        <a:pt x="85435" y="48004"/>
                        <a:pt x="93680" y="13337"/>
                        <a:pt x="70362" y="2698"/>
                      </a:cubicBezTo>
                      <a:cubicBezTo>
                        <a:pt x="49216" y="-6966"/>
                        <a:pt x="23327" y="11475"/>
                        <a:pt x="8255" y="24243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50" name="Forme libre : forme 18649">
                  <a:extLst>
                    <a:ext uri="{FF2B5EF4-FFF2-40B4-BE49-F238E27FC236}">
                      <a16:creationId xmlns:a16="http://schemas.microsoft.com/office/drawing/2014/main" id="{21A3C7C6-C173-4753-B5E5-8AD07132FE53}"/>
                    </a:ext>
                  </a:extLst>
                </p:cNvPr>
                <p:cNvSpPr/>
                <p:nvPr/>
              </p:nvSpPr>
              <p:spPr>
                <a:xfrm>
                  <a:off x="4815023" y="6225979"/>
                  <a:ext cx="56452" cy="94511"/>
                </a:xfrm>
                <a:custGeom>
                  <a:avLst/>
                  <a:gdLst>
                    <a:gd name="connsiteX0" fmla="*/ 832 w 56452"/>
                    <a:gd name="connsiteY0" fmla="*/ 38917 h 94511"/>
                    <a:gd name="connsiteX1" fmla="*/ 16037 w 56452"/>
                    <a:gd name="connsiteY1" fmla="*/ 82494 h 94511"/>
                    <a:gd name="connsiteX2" fmla="*/ 34789 w 56452"/>
                    <a:gd name="connsiteY2" fmla="*/ 94508 h 94511"/>
                    <a:gd name="connsiteX3" fmla="*/ 48133 w 56452"/>
                    <a:gd name="connsiteY3" fmla="*/ 87415 h 94511"/>
                    <a:gd name="connsiteX4" fmla="*/ 56290 w 56452"/>
                    <a:gd name="connsiteY4" fmla="*/ 68929 h 94511"/>
                    <a:gd name="connsiteX5" fmla="*/ 48665 w 56452"/>
                    <a:gd name="connsiteY5" fmla="*/ 34617 h 94511"/>
                    <a:gd name="connsiteX6" fmla="*/ 46005 w 56452"/>
                    <a:gd name="connsiteY6" fmla="*/ 7840 h 94511"/>
                    <a:gd name="connsiteX7" fmla="*/ 34612 w 56452"/>
                    <a:gd name="connsiteY7" fmla="*/ 2698 h 94511"/>
                    <a:gd name="connsiteX8" fmla="*/ 832 w 56452"/>
                    <a:gd name="connsiteY8" fmla="*/ 38917 h 94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6452" h="94511">
                      <a:moveTo>
                        <a:pt x="832" y="38917"/>
                      </a:moveTo>
                      <a:cubicBezTo>
                        <a:pt x="-2803" y="54432"/>
                        <a:pt x="6063" y="70081"/>
                        <a:pt x="16037" y="82494"/>
                      </a:cubicBezTo>
                      <a:cubicBezTo>
                        <a:pt x="20869" y="88479"/>
                        <a:pt x="27076" y="94685"/>
                        <a:pt x="34789" y="94508"/>
                      </a:cubicBezTo>
                      <a:cubicBezTo>
                        <a:pt x="39976" y="94375"/>
                        <a:pt x="44675" y="91272"/>
                        <a:pt x="48133" y="87415"/>
                      </a:cubicBezTo>
                      <a:cubicBezTo>
                        <a:pt x="52699" y="82317"/>
                        <a:pt x="55581" y="75756"/>
                        <a:pt x="56290" y="68929"/>
                      </a:cubicBezTo>
                      <a:cubicBezTo>
                        <a:pt x="57442" y="57181"/>
                        <a:pt x="52211" y="45877"/>
                        <a:pt x="48665" y="34617"/>
                      </a:cubicBezTo>
                      <a:cubicBezTo>
                        <a:pt x="45739" y="25352"/>
                        <a:pt x="46759" y="17195"/>
                        <a:pt x="46005" y="7840"/>
                      </a:cubicBezTo>
                      <a:cubicBezTo>
                        <a:pt x="45251" y="-1158"/>
                        <a:pt x="42459" y="-1735"/>
                        <a:pt x="34612" y="2698"/>
                      </a:cubicBezTo>
                      <a:cubicBezTo>
                        <a:pt x="20958" y="10368"/>
                        <a:pt x="4556" y="22957"/>
                        <a:pt x="832" y="3891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51" name="Forme libre : forme 18650">
                  <a:extLst>
                    <a:ext uri="{FF2B5EF4-FFF2-40B4-BE49-F238E27FC236}">
                      <a16:creationId xmlns:a16="http://schemas.microsoft.com/office/drawing/2014/main" id="{5579A4EE-5C09-4CCD-9BB5-20565E1F9457}"/>
                    </a:ext>
                  </a:extLst>
                </p:cNvPr>
                <p:cNvSpPr/>
                <p:nvPr/>
              </p:nvSpPr>
              <p:spPr>
                <a:xfrm>
                  <a:off x="4876298" y="6335067"/>
                  <a:ext cx="58352" cy="55378"/>
                </a:xfrm>
                <a:custGeom>
                  <a:avLst/>
                  <a:gdLst>
                    <a:gd name="connsiteX0" fmla="*/ 3260 w 58352"/>
                    <a:gd name="connsiteY0" fmla="*/ 48370 h 55378"/>
                    <a:gd name="connsiteX1" fmla="*/ 16249 w 58352"/>
                    <a:gd name="connsiteY1" fmla="*/ 54931 h 55378"/>
                    <a:gd name="connsiteX2" fmla="*/ 57078 w 58352"/>
                    <a:gd name="connsiteY2" fmla="*/ 40435 h 55378"/>
                    <a:gd name="connsiteX3" fmla="*/ 45685 w 58352"/>
                    <a:gd name="connsiteY3" fmla="*/ 5723 h 55378"/>
                    <a:gd name="connsiteX4" fmla="*/ 16781 w 58352"/>
                    <a:gd name="connsiteY4" fmla="*/ 7142 h 55378"/>
                    <a:gd name="connsiteX5" fmla="*/ 3260 w 58352"/>
                    <a:gd name="connsiteY5" fmla="*/ 48370 h 55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8352" h="55378">
                      <a:moveTo>
                        <a:pt x="3260" y="48370"/>
                      </a:moveTo>
                      <a:cubicBezTo>
                        <a:pt x="6319" y="52271"/>
                        <a:pt x="11328" y="54222"/>
                        <a:pt x="16249" y="54931"/>
                      </a:cubicBezTo>
                      <a:cubicBezTo>
                        <a:pt x="28041" y="56704"/>
                        <a:pt x="51935" y="53468"/>
                        <a:pt x="57078" y="40435"/>
                      </a:cubicBezTo>
                      <a:cubicBezTo>
                        <a:pt x="61422" y="29485"/>
                        <a:pt x="53930" y="13082"/>
                        <a:pt x="45685" y="5723"/>
                      </a:cubicBezTo>
                      <a:cubicBezTo>
                        <a:pt x="36286" y="-2611"/>
                        <a:pt x="25425" y="-1591"/>
                        <a:pt x="16781" y="7142"/>
                      </a:cubicBezTo>
                      <a:cubicBezTo>
                        <a:pt x="8048" y="16097"/>
                        <a:pt x="-6537" y="35869"/>
                        <a:pt x="3260" y="4837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52" name="Forme libre : forme 18651">
                  <a:extLst>
                    <a:ext uri="{FF2B5EF4-FFF2-40B4-BE49-F238E27FC236}">
                      <a16:creationId xmlns:a16="http://schemas.microsoft.com/office/drawing/2014/main" id="{E9FAB4FC-10B5-4E1E-8AD4-C1ABA8EE84F7}"/>
                    </a:ext>
                  </a:extLst>
                </p:cNvPr>
                <p:cNvSpPr/>
                <p:nvPr/>
              </p:nvSpPr>
              <p:spPr>
                <a:xfrm>
                  <a:off x="4939843" y="6251517"/>
                  <a:ext cx="55465" cy="82109"/>
                </a:xfrm>
                <a:custGeom>
                  <a:avLst/>
                  <a:gdLst>
                    <a:gd name="connsiteX0" fmla="*/ 182 w 55465"/>
                    <a:gd name="connsiteY0" fmla="*/ 46272 h 82109"/>
                    <a:gd name="connsiteX1" fmla="*/ 1379 w 55465"/>
                    <a:gd name="connsiteY1" fmla="*/ 58685 h 82109"/>
                    <a:gd name="connsiteX2" fmla="*/ 9979 w 55465"/>
                    <a:gd name="connsiteY2" fmla="*/ 68792 h 82109"/>
                    <a:gd name="connsiteX3" fmla="*/ 26515 w 55465"/>
                    <a:gd name="connsiteY3" fmla="*/ 79609 h 82109"/>
                    <a:gd name="connsiteX4" fmla="*/ 45887 w 55465"/>
                    <a:gd name="connsiteY4" fmla="*/ 80894 h 82109"/>
                    <a:gd name="connsiteX5" fmla="*/ 54532 w 55465"/>
                    <a:gd name="connsiteY5" fmla="*/ 73624 h 82109"/>
                    <a:gd name="connsiteX6" fmla="*/ 42917 w 55465"/>
                    <a:gd name="connsiteY6" fmla="*/ 36696 h 82109"/>
                    <a:gd name="connsiteX7" fmla="*/ 41366 w 55465"/>
                    <a:gd name="connsiteY7" fmla="*/ 4025 h 82109"/>
                    <a:gd name="connsiteX8" fmla="*/ 14235 w 55465"/>
                    <a:gd name="connsiteY8" fmla="*/ 9433 h 82109"/>
                    <a:gd name="connsiteX9" fmla="*/ 182 w 55465"/>
                    <a:gd name="connsiteY9" fmla="*/ 46272 h 82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465" h="82109">
                      <a:moveTo>
                        <a:pt x="182" y="46272"/>
                      </a:moveTo>
                      <a:cubicBezTo>
                        <a:pt x="-128" y="50439"/>
                        <a:pt x="-217" y="54828"/>
                        <a:pt x="1379" y="58685"/>
                      </a:cubicBezTo>
                      <a:cubicBezTo>
                        <a:pt x="3108" y="62807"/>
                        <a:pt x="6566" y="65955"/>
                        <a:pt x="9979" y="68792"/>
                      </a:cubicBezTo>
                      <a:cubicBezTo>
                        <a:pt x="15077" y="73048"/>
                        <a:pt x="20397" y="77082"/>
                        <a:pt x="26515" y="79609"/>
                      </a:cubicBezTo>
                      <a:cubicBezTo>
                        <a:pt x="32633" y="82136"/>
                        <a:pt x="39637" y="83067"/>
                        <a:pt x="45887" y="80894"/>
                      </a:cubicBezTo>
                      <a:cubicBezTo>
                        <a:pt x="49567" y="79653"/>
                        <a:pt x="52980" y="77171"/>
                        <a:pt x="54532" y="73624"/>
                      </a:cubicBezTo>
                      <a:cubicBezTo>
                        <a:pt x="59275" y="62497"/>
                        <a:pt x="44469" y="48001"/>
                        <a:pt x="42917" y="36696"/>
                      </a:cubicBezTo>
                      <a:cubicBezTo>
                        <a:pt x="41676" y="27520"/>
                        <a:pt x="46863" y="12226"/>
                        <a:pt x="41366" y="4025"/>
                      </a:cubicBezTo>
                      <a:cubicBezTo>
                        <a:pt x="35071" y="-5329"/>
                        <a:pt x="20441" y="3803"/>
                        <a:pt x="14235" y="9433"/>
                      </a:cubicBezTo>
                      <a:cubicBezTo>
                        <a:pt x="3950" y="18787"/>
                        <a:pt x="1113" y="33062"/>
                        <a:pt x="182" y="4627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53" name="Forme libre : forme 18652">
                  <a:extLst>
                    <a:ext uri="{FF2B5EF4-FFF2-40B4-BE49-F238E27FC236}">
                      <a16:creationId xmlns:a16="http://schemas.microsoft.com/office/drawing/2014/main" id="{780CFAD4-BED1-405D-95C5-4929CD515503}"/>
                    </a:ext>
                  </a:extLst>
                </p:cNvPr>
                <p:cNvSpPr/>
                <p:nvPr/>
              </p:nvSpPr>
              <p:spPr>
                <a:xfrm>
                  <a:off x="4861486" y="6413355"/>
                  <a:ext cx="61943" cy="96051"/>
                </a:xfrm>
                <a:custGeom>
                  <a:avLst/>
                  <a:gdLst>
                    <a:gd name="connsiteX0" fmla="*/ 3709 w 61943"/>
                    <a:gd name="connsiteY0" fmla="*/ 41232 h 96051"/>
                    <a:gd name="connsiteX1" fmla="*/ 6103 w 61943"/>
                    <a:gd name="connsiteY1" fmla="*/ 85386 h 96051"/>
                    <a:gd name="connsiteX2" fmla="*/ 13462 w 61943"/>
                    <a:gd name="connsiteY2" fmla="*/ 93588 h 96051"/>
                    <a:gd name="connsiteX3" fmla="*/ 26406 w 61943"/>
                    <a:gd name="connsiteY3" fmla="*/ 96026 h 96051"/>
                    <a:gd name="connsiteX4" fmla="*/ 48527 w 61943"/>
                    <a:gd name="connsiteY4" fmla="*/ 85165 h 96051"/>
                    <a:gd name="connsiteX5" fmla="*/ 50256 w 61943"/>
                    <a:gd name="connsiteY5" fmla="*/ 70757 h 96051"/>
                    <a:gd name="connsiteX6" fmla="*/ 58324 w 61943"/>
                    <a:gd name="connsiteY6" fmla="*/ 30770 h 96051"/>
                    <a:gd name="connsiteX7" fmla="*/ 55354 w 61943"/>
                    <a:gd name="connsiteY7" fmla="*/ 3019 h 96051"/>
                    <a:gd name="connsiteX8" fmla="*/ 3709 w 61943"/>
                    <a:gd name="connsiteY8" fmla="*/ 41232 h 96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1943" h="96051">
                      <a:moveTo>
                        <a:pt x="3709" y="41232"/>
                      </a:moveTo>
                      <a:cubicBezTo>
                        <a:pt x="-1700" y="55463"/>
                        <a:pt x="-1434" y="72131"/>
                        <a:pt x="6103" y="85386"/>
                      </a:cubicBezTo>
                      <a:cubicBezTo>
                        <a:pt x="7920" y="88622"/>
                        <a:pt x="10270" y="91681"/>
                        <a:pt x="13462" y="93588"/>
                      </a:cubicBezTo>
                      <a:cubicBezTo>
                        <a:pt x="17318" y="95848"/>
                        <a:pt x="21973" y="96159"/>
                        <a:pt x="26406" y="96026"/>
                      </a:cubicBezTo>
                      <a:cubicBezTo>
                        <a:pt x="35051" y="95715"/>
                        <a:pt x="44848" y="93011"/>
                        <a:pt x="48527" y="85165"/>
                      </a:cubicBezTo>
                      <a:cubicBezTo>
                        <a:pt x="50611" y="80732"/>
                        <a:pt x="50256" y="75633"/>
                        <a:pt x="50256" y="70757"/>
                      </a:cubicBezTo>
                      <a:cubicBezTo>
                        <a:pt x="50212" y="56970"/>
                        <a:pt x="53093" y="43493"/>
                        <a:pt x="58324" y="30770"/>
                      </a:cubicBezTo>
                      <a:cubicBezTo>
                        <a:pt x="62137" y="21417"/>
                        <a:pt x="65151" y="10245"/>
                        <a:pt x="55354" y="3019"/>
                      </a:cubicBezTo>
                      <a:cubicBezTo>
                        <a:pt x="36780" y="-10856"/>
                        <a:pt x="9206" y="26781"/>
                        <a:pt x="3709" y="4123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54" name="Forme libre : forme 18653">
                  <a:extLst>
                    <a:ext uri="{FF2B5EF4-FFF2-40B4-BE49-F238E27FC236}">
                      <a16:creationId xmlns:a16="http://schemas.microsoft.com/office/drawing/2014/main" id="{516FC549-8DBC-40B1-A0F8-942A94052D8F}"/>
                    </a:ext>
                  </a:extLst>
                </p:cNvPr>
                <p:cNvSpPr/>
                <p:nvPr/>
              </p:nvSpPr>
              <p:spPr>
                <a:xfrm>
                  <a:off x="4765106" y="6474115"/>
                  <a:ext cx="48747" cy="56089"/>
                </a:xfrm>
                <a:custGeom>
                  <a:avLst/>
                  <a:gdLst>
                    <a:gd name="connsiteX0" fmla="*/ 610 w 48747"/>
                    <a:gd name="connsiteY0" fmla="*/ 34867 h 56089"/>
                    <a:gd name="connsiteX1" fmla="*/ 8235 w 48747"/>
                    <a:gd name="connsiteY1" fmla="*/ 45595 h 56089"/>
                    <a:gd name="connsiteX2" fmla="*/ 22332 w 48747"/>
                    <a:gd name="connsiteY2" fmla="*/ 55215 h 56089"/>
                    <a:gd name="connsiteX3" fmla="*/ 41749 w 48747"/>
                    <a:gd name="connsiteY3" fmla="*/ 7293 h 56089"/>
                    <a:gd name="connsiteX4" fmla="*/ 610 w 48747"/>
                    <a:gd name="connsiteY4" fmla="*/ 34867 h 56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747" h="56089">
                      <a:moveTo>
                        <a:pt x="610" y="34867"/>
                      </a:moveTo>
                      <a:cubicBezTo>
                        <a:pt x="1718" y="39167"/>
                        <a:pt x="5043" y="42492"/>
                        <a:pt x="8235" y="45595"/>
                      </a:cubicBezTo>
                      <a:cubicBezTo>
                        <a:pt x="12358" y="49585"/>
                        <a:pt x="16747" y="53752"/>
                        <a:pt x="22332" y="55215"/>
                      </a:cubicBezTo>
                      <a:cubicBezTo>
                        <a:pt x="49995" y="62396"/>
                        <a:pt x="54960" y="23474"/>
                        <a:pt x="41749" y="7293"/>
                      </a:cubicBezTo>
                      <a:cubicBezTo>
                        <a:pt x="25036" y="-13276"/>
                        <a:pt x="-4621" y="14075"/>
                        <a:pt x="610" y="3486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55" name="Forme libre : forme 18654">
                  <a:extLst>
                    <a:ext uri="{FF2B5EF4-FFF2-40B4-BE49-F238E27FC236}">
                      <a16:creationId xmlns:a16="http://schemas.microsoft.com/office/drawing/2014/main" id="{BE0A696C-0AA8-4D91-BE4A-693F08F4E577}"/>
                    </a:ext>
                  </a:extLst>
                </p:cNvPr>
                <p:cNvSpPr/>
                <p:nvPr/>
              </p:nvSpPr>
              <p:spPr>
                <a:xfrm>
                  <a:off x="4955150" y="6516681"/>
                  <a:ext cx="16550" cy="11724"/>
                </a:xfrm>
                <a:custGeom>
                  <a:avLst/>
                  <a:gdLst>
                    <a:gd name="connsiteX0" fmla="*/ 2785 w 16550"/>
                    <a:gd name="connsiteY0" fmla="*/ 10034 h 11724"/>
                    <a:gd name="connsiteX1" fmla="*/ 4204 w 16550"/>
                    <a:gd name="connsiteY1" fmla="*/ 10876 h 11724"/>
                    <a:gd name="connsiteX2" fmla="*/ 7041 w 16550"/>
                    <a:gd name="connsiteY2" fmla="*/ 11541 h 11724"/>
                    <a:gd name="connsiteX3" fmla="*/ 11873 w 16550"/>
                    <a:gd name="connsiteY3" fmla="*/ 1744 h 11724"/>
                    <a:gd name="connsiteX4" fmla="*/ 2785 w 16550"/>
                    <a:gd name="connsiteY4" fmla="*/ 10034 h 11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50" h="11724">
                      <a:moveTo>
                        <a:pt x="2785" y="10034"/>
                      </a:moveTo>
                      <a:cubicBezTo>
                        <a:pt x="3229" y="10388"/>
                        <a:pt x="3672" y="10654"/>
                        <a:pt x="4204" y="10876"/>
                      </a:cubicBezTo>
                      <a:cubicBezTo>
                        <a:pt x="5091" y="11231"/>
                        <a:pt x="6110" y="11407"/>
                        <a:pt x="7041" y="11541"/>
                      </a:cubicBezTo>
                      <a:cubicBezTo>
                        <a:pt x="17016" y="12782"/>
                        <a:pt x="19986" y="7551"/>
                        <a:pt x="11873" y="1744"/>
                      </a:cubicBezTo>
                      <a:cubicBezTo>
                        <a:pt x="4736" y="-3355"/>
                        <a:pt x="-4795" y="3738"/>
                        <a:pt x="2785" y="1003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56" name="Forme libre : forme 18655">
                  <a:extLst>
                    <a:ext uri="{FF2B5EF4-FFF2-40B4-BE49-F238E27FC236}">
                      <a16:creationId xmlns:a16="http://schemas.microsoft.com/office/drawing/2014/main" id="{0F27C7DB-2B93-4594-824F-3D039520BA25}"/>
                    </a:ext>
                  </a:extLst>
                </p:cNvPr>
                <p:cNvSpPr/>
                <p:nvPr/>
              </p:nvSpPr>
              <p:spPr>
                <a:xfrm>
                  <a:off x="4996562" y="6429939"/>
                  <a:ext cx="49385" cy="97005"/>
                </a:xfrm>
                <a:custGeom>
                  <a:avLst/>
                  <a:gdLst>
                    <a:gd name="connsiteX0" fmla="*/ 7477 w 49385"/>
                    <a:gd name="connsiteY0" fmla="*/ 26732 h 97005"/>
                    <a:gd name="connsiteX1" fmla="*/ 2778 w 49385"/>
                    <a:gd name="connsiteY1" fmla="*/ 85071 h 97005"/>
                    <a:gd name="connsiteX2" fmla="*/ 12353 w 49385"/>
                    <a:gd name="connsiteY2" fmla="*/ 96021 h 97005"/>
                    <a:gd name="connsiteX3" fmla="*/ 26983 w 49385"/>
                    <a:gd name="connsiteY3" fmla="*/ 95400 h 97005"/>
                    <a:gd name="connsiteX4" fmla="*/ 48793 w 49385"/>
                    <a:gd name="connsiteY4" fmla="*/ 76161 h 97005"/>
                    <a:gd name="connsiteX5" fmla="*/ 48217 w 49385"/>
                    <a:gd name="connsiteY5" fmla="*/ 38036 h 97005"/>
                    <a:gd name="connsiteX6" fmla="*/ 29332 w 49385"/>
                    <a:gd name="connsiteY6" fmla="*/ 0 h 97005"/>
                    <a:gd name="connsiteX7" fmla="*/ 7477 w 49385"/>
                    <a:gd name="connsiteY7" fmla="*/ 26732 h 9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9385" h="97005">
                      <a:moveTo>
                        <a:pt x="7477" y="26732"/>
                      </a:moveTo>
                      <a:cubicBezTo>
                        <a:pt x="4463" y="46326"/>
                        <a:pt x="-4492" y="66630"/>
                        <a:pt x="2778" y="85071"/>
                      </a:cubicBezTo>
                      <a:cubicBezTo>
                        <a:pt x="4595" y="89726"/>
                        <a:pt x="7699" y="94203"/>
                        <a:pt x="12353" y="96021"/>
                      </a:cubicBezTo>
                      <a:cubicBezTo>
                        <a:pt x="16964" y="97883"/>
                        <a:pt x="22195" y="96775"/>
                        <a:pt x="26983" y="95400"/>
                      </a:cubicBezTo>
                      <a:cubicBezTo>
                        <a:pt x="36780" y="92519"/>
                        <a:pt x="47064" y="87155"/>
                        <a:pt x="48793" y="76161"/>
                      </a:cubicBezTo>
                      <a:cubicBezTo>
                        <a:pt x="50655" y="64324"/>
                        <a:pt x="47464" y="50361"/>
                        <a:pt x="48217" y="38036"/>
                      </a:cubicBezTo>
                      <a:cubicBezTo>
                        <a:pt x="49192" y="22432"/>
                        <a:pt x="50655" y="-44"/>
                        <a:pt x="29332" y="0"/>
                      </a:cubicBezTo>
                      <a:cubicBezTo>
                        <a:pt x="12575" y="89"/>
                        <a:pt x="9605" y="12989"/>
                        <a:pt x="7477" y="2673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57" name="Forme libre : forme 18656">
                  <a:extLst>
                    <a:ext uri="{FF2B5EF4-FFF2-40B4-BE49-F238E27FC236}">
                      <a16:creationId xmlns:a16="http://schemas.microsoft.com/office/drawing/2014/main" id="{0B9F0A95-F9F0-482D-AFB1-6859BF17AE1E}"/>
                    </a:ext>
                  </a:extLst>
                </p:cNvPr>
                <p:cNvSpPr/>
                <p:nvPr/>
              </p:nvSpPr>
              <p:spPr>
                <a:xfrm>
                  <a:off x="4990058" y="6355847"/>
                  <a:ext cx="57166" cy="59554"/>
                </a:xfrm>
                <a:custGeom>
                  <a:avLst/>
                  <a:gdLst>
                    <a:gd name="connsiteX0" fmla="*/ 7021 w 57166"/>
                    <a:gd name="connsiteY0" fmla="*/ 26659 h 59554"/>
                    <a:gd name="connsiteX1" fmla="*/ 1037 w 57166"/>
                    <a:gd name="connsiteY1" fmla="*/ 32954 h 59554"/>
                    <a:gd name="connsiteX2" fmla="*/ 150 w 57166"/>
                    <a:gd name="connsiteY2" fmla="*/ 38983 h 59554"/>
                    <a:gd name="connsiteX3" fmla="*/ 17 w 57166"/>
                    <a:gd name="connsiteY3" fmla="*/ 48203 h 59554"/>
                    <a:gd name="connsiteX4" fmla="*/ 549 w 57166"/>
                    <a:gd name="connsiteY4" fmla="*/ 53523 h 59554"/>
                    <a:gd name="connsiteX5" fmla="*/ 15932 w 57166"/>
                    <a:gd name="connsiteY5" fmla="*/ 59109 h 59554"/>
                    <a:gd name="connsiteX6" fmla="*/ 48294 w 57166"/>
                    <a:gd name="connsiteY6" fmla="*/ 34683 h 59554"/>
                    <a:gd name="connsiteX7" fmla="*/ 56273 w 57166"/>
                    <a:gd name="connsiteY7" fmla="*/ 12872 h 59554"/>
                    <a:gd name="connsiteX8" fmla="*/ 7021 w 57166"/>
                    <a:gd name="connsiteY8" fmla="*/ 26659 h 59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166" h="59554">
                      <a:moveTo>
                        <a:pt x="7021" y="26659"/>
                      </a:moveTo>
                      <a:cubicBezTo>
                        <a:pt x="4761" y="28521"/>
                        <a:pt x="2189" y="30250"/>
                        <a:pt x="1037" y="32954"/>
                      </a:cubicBezTo>
                      <a:cubicBezTo>
                        <a:pt x="195" y="34815"/>
                        <a:pt x="150" y="36944"/>
                        <a:pt x="150" y="38983"/>
                      </a:cubicBezTo>
                      <a:cubicBezTo>
                        <a:pt x="106" y="42041"/>
                        <a:pt x="61" y="45145"/>
                        <a:pt x="17" y="48203"/>
                      </a:cubicBezTo>
                      <a:cubicBezTo>
                        <a:pt x="-27" y="49977"/>
                        <a:pt x="-27" y="51839"/>
                        <a:pt x="549" y="53523"/>
                      </a:cubicBezTo>
                      <a:cubicBezTo>
                        <a:pt x="2544" y="59153"/>
                        <a:pt x="10080" y="60350"/>
                        <a:pt x="15932" y="59109"/>
                      </a:cubicBezTo>
                      <a:cubicBezTo>
                        <a:pt x="30739" y="56050"/>
                        <a:pt x="37831" y="44081"/>
                        <a:pt x="48294" y="34683"/>
                      </a:cubicBezTo>
                      <a:cubicBezTo>
                        <a:pt x="55165" y="28521"/>
                        <a:pt x="59022" y="22669"/>
                        <a:pt x="56273" y="12872"/>
                      </a:cubicBezTo>
                      <a:cubicBezTo>
                        <a:pt x="47318" y="-19179"/>
                        <a:pt x="18060" y="17615"/>
                        <a:pt x="7021" y="26659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58" name="Forme libre : forme 18657">
                  <a:extLst>
                    <a:ext uri="{FF2B5EF4-FFF2-40B4-BE49-F238E27FC236}">
                      <a16:creationId xmlns:a16="http://schemas.microsoft.com/office/drawing/2014/main" id="{5F983D00-82CD-4DA7-A882-EA9B79BF9D97}"/>
                    </a:ext>
                  </a:extLst>
                </p:cNvPr>
                <p:cNvSpPr/>
                <p:nvPr/>
              </p:nvSpPr>
              <p:spPr>
                <a:xfrm>
                  <a:off x="5064752" y="6256187"/>
                  <a:ext cx="74363" cy="104657"/>
                </a:xfrm>
                <a:custGeom>
                  <a:avLst/>
                  <a:gdLst>
                    <a:gd name="connsiteX0" fmla="*/ 5651 w 74363"/>
                    <a:gd name="connsiteY0" fmla="*/ 28658 h 104657"/>
                    <a:gd name="connsiteX1" fmla="*/ 641 w 74363"/>
                    <a:gd name="connsiteY1" fmla="*/ 56941 h 104657"/>
                    <a:gd name="connsiteX2" fmla="*/ 774 w 74363"/>
                    <a:gd name="connsiteY2" fmla="*/ 74407 h 104657"/>
                    <a:gd name="connsiteX3" fmla="*/ 25378 w 74363"/>
                    <a:gd name="connsiteY3" fmla="*/ 99676 h 104657"/>
                    <a:gd name="connsiteX4" fmla="*/ 61641 w 74363"/>
                    <a:gd name="connsiteY4" fmla="*/ 104641 h 104657"/>
                    <a:gd name="connsiteX5" fmla="*/ 68423 w 74363"/>
                    <a:gd name="connsiteY5" fmla="*/ 103444 h 104657"/>
                    <a:gd name="connsiteX6" fmla="*/ 72369 w 74363"/>
                    <a:gd name="connsiteY6" fmla="*/ 95420 h 104657"/>
                    <a:gd name="connsiteX7" fmla="*/ 69177 w 74363"/>
                    <a:gd name="connsiteY7" fmla="*/ 46966 h 104657"/>
                    <a:gd name="connsiteX8" fmla="*/ 61641 w 74363"/>
                    <a:gd name="connsiteY8" fmla="*/ 9684 h 104657"/>
                    <a:gd name="connsiteX9" fmla="*/ 36239 w 74363"/>
                    <a:gd name="connsiteY9" fmla="*/ 1306 h 104657"/>
                    <a:gd name="connsiteX10" fmla="*/ 5651 w 74363"/>
                    <a:gd name="connsiteY10" fmla="*/ 28658 h 104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4363" h="104657">
                      <a:moveTo>
                        <a:pt x="5651" y="28658"/>
                      </a:moveTo>
                      <a:cubicBezTo>
                        <a:pt x="2503" y="37746"/>
                        <a:pt x="1572" y="47409"/>
                        <a:pt x="641" y="56941"/>
                      </a:cubicBezTo>
                      <a:cubicBezTo>
                        <a:pt x="65" y="62748"/>
                        <a:pt x="-511" y="68689"/>
                        <a:pt x="774" y="74407"/>
                      </a:cubicBezTo>
                      <a:cubicBezTo>
                        <a:pt x="3434" y="86377"/>
                        <a:pt x="13896" y="95376"/>
                        <a:pt x="25378" y="99676"/>
                      </a:cubicBezTo>
                      <a:cubicBezTo>
                        <a:pt x="36860" y="103976"/>
                        <a:pt x="49405" y="104331"/>
                        <a:pt x="61641" y="104641"/>
                      </a:cubicBezTo>
                      <a:cubicBezTo>
                        <a:pt x="63946" y="104685"/>
                        <a:pt x="66473" y="104730"/>
                        <a:pt x="68423" y="103444"/>
                      </a:cubicBezTo>
                      <a:cubicBezTo>
                        <a:pt x="70995" y="101759"/>
                        <a:pt x="71792" y="98434"/>
                        <a:pt x="72369" y="95420"/>
                      </a:cubicBezTo>
                      <a:cubicBezTo>
                        <a:pt x="75827" y="77377"/>
                        <a:pt x="74807" y="64255"/>
                        <a:pt x="69177" y="46966"/>
                      </a:cubicBezTo>
                      <a:cubicBezTo>
                        <a:pt x="65320" y="35086"/>
                        <a:pt x="66694" y="21077"/>
                        <a:pt x="61641" y="9684"/>
                      </a:cubicBezTo>
                      <a:cubicBezTo>
                        <a:pt x="56720" y="-1355"/>
                        <a:pt x="46923" y="-1000"/>
                        <a:pt x="36239" y="1306"/>
                      </a:cubicBezTo>
                      <a:cubicBezTo>
                        <a:pt x="20989" y="4586"/>
                        <a:pt x="10749" y="13896"/>
                        <a:pt x="5651" y="2865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59" name="Forme libre : forme 18658">
                  <a:extLst>
                    <a:ext uri="{FF2B5EF4-FFF2-40B4-BE49-F238E27FC236}">
                      <a16:creationId xmlns:a16="http://schemas.microsoft.com/office/drawing/2014/main" id="{553A6BA5-E85D-4A03-8CD1-1F603119D23F}"/>
                    </a:ext>
                  </a:extLst>
                </p:cNvPr>
                <p:cNvSpPr/>
                <p:nvPr/>
              </p:nvSpPr>
              <p:spPr>
                <a:xfrm>
                  <a:off x="5067749" y="6388047"/>
                  <a:ext cx="86838" cy="68388"/>
                </a:xfrm>
                <a:custGeom>
                  <a:avLst/>
                  <a:gdLst>
                    <a:gd name="connsiteX0" fmla="*/ 86085 w 86838"/>
                    <a:gd name="connsiteY0" fmla="*/ 0 h 68388"/>
                    <a:gd name="connsiteX1" fmla="*/ 55275 w 86838"/>
                    <a:gd name="connsiteY1" fmla="*/ 4788 h 68388"/>
                    <a:gd name="connsiteX2" fmla="*/ 20165 w 86838"/>
                    <a:gd name="connsiteY2" fmla="*/ 5453 h 68388"/>
                    <a:gd name="connsiteX3" fmla="*/ 6644 w 86838"/>
                    <a:gd name="connsiteY3" fmla="*/ 7714 h 68388"/>
                    <a:gd name="connsiteX4" fmla="*/ 171 w 86838"/>
                    <a:gd name="connsiteY4" fmla="*/ 18796 h 68388"/>
                    <a:gd name="connsiteX5" fmla="*/ 6023 w 86838"/>
                    <a:gd name="connsiteY5" fmla="*/ 26776 h 68388"/>
                    <a:gd name="connsiteX6" fmla="*/ 44325 w 86838"/>
                    <a:gd name="connsiteY6" fmla="*/ 60689 h 68388"/>
                    <a:gd name="connsiteX7" fmla="*/ 55629 w 86838"/>
                    <a:gd name="connsiteY7" fmla="*/ 67959 h 68388"/>
                    <a:gd name="connsiteX8" fmla="*/ 67466 w 86838"/>
                    <a:gd name="connsiteY8" fmla="*/ 63837 h 68388"/>
                    <a:gd name="connsiteX9" fmla="*/ 68086 w 86838"/>
                    <a:gd name="connsiteY9" fmla="*/ 52311 h 68388"/>
                    <a:gd name="connsiteX10" fmla="*/ 75091 w 86838"/>
                    <a:gd name="connsiteY10" fmla="*/ 33514 h 68388"/>
                    <a:gd name="connsiteX11" fmla="*/ 86839 w 86838"/>
                    <a:gd name="connsiteY11" fmla="*/ 13698 h 6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6838" h="68388">
                      <a:moveTo>
                        <a:pt x="86085" y="0"/>
                      </a:moveTo>
                      <a:cubicBezTo>
                        <a:pt x="76554" y="4300"/>
                        <a:pt x="65737" y="4566"/>
                        <a:pt x="55275" y="4788"/>
                      </a:cubicBezTo>
                      <a:cubicBezTo>
                        <a:pt x="43571" y="5009"/>
                        <a:pt x="31868" y="5231"/>
                        <a:pt x="20165" y="5453"/>
                      </a:cubicBezTo>
                      <a:cubicBezTo>
                        <a:pt x="15554" y="5541"/>
                        <a:pt x="10767" y="5674"/>
                        <a:pt x="6644" y="7714"/>
                      </a:cubicBezTo>
                      <a:cubicBezTo>
                        <a:pt x="2521" y="9753"/>
                        <a:pt x="-804" y="14274"/>
                        <a:pt x="171" y="18796"/>
                      </a:cubicBezTo>
                      <a:cubicBezTo>
                        <a:pt x="836" y="22077"/>
                        <a:pt x="3496" y="24560"/>
                        <a:pt x="6023" y="26776"/>
                      </a:cubicBezTo>
                      <a:cubicBezTo>
                        <a:pt x="18790" y="38080"/>
                        <a:pt x="31558" y="49385"/>
                        <a:pt x="44325" y="60689"/>
                      </a:cubicBezTo>
                      <a:cubicBezTo>
                        <a:pt x="47694" y="63704"/>
                        <a:pt x="51241" y="66763"/>
                        <a:pt x="55629" y="67959"/>
                      </a:cubicBezTo>
                      <a:cubicBezTo>
                        <a:pt x="60018" y="69156"/>
                        <a:pt x="65382" y="67871"/>
                        <a:pt x="67466" y="63837"/>
                      </a:cubicBezTo>
                      <a:cubicBezTo>
                        <a:pt x="69239" y="60379"/>
                        <a:pt x="68086" y="56212"/>
                        <a:pt x="68086" y="52311"/>
                      </a:cubicBezTo>
                      <a:cubicBezTo>
                        <a:pt x="68086" y="45528"/>
                        <a:pt x="71633" y="39322"/>
                        <a:pt x="75091" y="33514"/>
                      </a:cubicBezTo>
                      <a:cubicBezTo>
                        <a:pt x="78992" y="26909"/>
                        <a:pt x="82937" y="20303"/>
                        <a:pt x="86839" y="13698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60" name="Forme libre : forme 18659">
                  <a:extLst>
                    <a:ext uri="{FF2B5EF4-FFF2-40B4-BE49-F238E27FC236}">
                      <a16:creationId xmlns:a16="http://schemas.microsoft.com/office/drawing/2014/main" id="{77908211-B2F0-4269-9DF6-77BA4176C901}"/>
                    </a:ext>
                  </a:extLst>
                </p:cNvPr>
                <p:cNvSpPr/>
                <p:nvPr/>
              </p:nvSpPr>
              <p:spPr>
                <a:xfrm>
                  <a:off x="5173821" y="6317148"/>
                  <a:ext cx="56122" cy="96214"/>
                </a:xfrm>
                <a:custGeom>
                  <a:avLst/>
                  <a:gdLst>
                    <a:gd name="connsiteX0" fmla="*/ 17517 w 56122"/>
                    <a:gd name="connsiteY0" fmla="*/ 21160 h 96214"/>
                    <a:gd name="connsiteX1" fmla="*/ 13571 w 56122"/>
                    <a:gd name="connsiteY1" fmla="*/ 40975 h 96214"/>
                    <a:gd name="connsiteX2" fmla="*/ 6 w 56122"/>
                    <a:gd name="connsiteY2" fmla="*/ 71386 h 96214"/>
                    <a:gd name="connsiteX3" fmla="*/ 9094 w 56122"/>
                    <a:gd name="connsiteY3" fmla="*/ 89429 h 96214"/>
                    <a:gd name="connsiteX4" fmla="*/ 28599 w 56122"/>
                    <a:gd name="connsiteY4" fmla="*/ 96167 h 96214"/>
                    <a:gd name="connsiteX5" fmla="*/ 46952 w 56122"/>
                    <a:gd name="connsiteY5" fmla="*/ 89296 h 96214"/>
                    <a:gd name="connsiteX6" fmla="*/ 47706 w 56122"/>
                    <a:gd name="connsiteY6" fmla="*/ 67973 h 96214"/>
                    <a:gd name="connsiteX7" fmla="*/ 45135 w 56122"/>
                    <a:gd name="connsiteY7" fmla="*/ 36320 h 96214"/>
                    <a:gd name="connsiteX8" fmla="*/ 55996 w 56122"/>
                    <a:gd name="connsiteY8" fmla="*/ 8702 h 96214"/>
                    <a:gd name="connsiteX9" fmla="*/ 17517 w 56122"/>
                    <a:gd name="connsiteY9" fmla="*/ 21160 h 96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6122" h="96214">
                      <a:moveTo>
                        <a:pt x="17517" y="21160"/>
                      </a:moveTo>
                      <a:cubicBezTo>
                        <a:pt x="15477" y="27587"/>
                        <a:pt x="15655" y="34548"/>
                        <a:pt x="13571" y="40975"/>
                      </a:cubicBezTo>
                      <a:cubicBezTo>
                        <a:pt x="10025" y="51615"/>
                        <a:pt x="316" y="60215"/>
                        <a:pt x="6" y="71386"/>
                      </a:cubicBezTo>
                      <a:cubicBezTo>
                        <a:pt x="-171" y="78347"/>
                        <a:pt x="3597" y="85129"/>
                        <a:pt x="9094" y="89429"/>
                      </a:cubicBezTo>
                      <a:cubicBezTo>
                        <a:pt x="14591" y="93729"/>
                        <a:pt x="21595" y="95768"/>
                        <a:pt x="28599" y="96167"/>
                      </a:cubicBezTo>
                      <a:cubicBezTo>
                        <a:pt x="35426" y="96522"/>
                        <a:pt x="43096" y="94926"/>
                        <a:pt x="46952" y="89296"/>
                      </a:cubicBezTo>
                      <a:cubicBezTo>
                        <a:pt x="51120" y="83223"/>
                        <a:pt x="49346" y="75110"/>
                        <a:pt x="47706" y="67973"/>
                      </a:cubicBezTo>
                      <a:cubicBezTo>
                        <a:pt x="45312" y="57733"/>
                        <a:pt x="43450" y="46827"/>
                        <a:pt x="45135" y="36320"/>
                      </a:cubicBezTo>
                      <a:cubicBezTo>
                        <a:pt x="46509" y="27676"/>
                        <a:pt x="57415" y="16638"/>
                        <a:pt x="55996" y="8702"/>
                      </a:cubicBezTo>
                      <a:cubicBezTo>
                        <a:pt x="52095" y="-12532"/>
                        <a:pt x="20886" y="10431"/>
                        <a:pt x="17517" y="2116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61" name="Forme libre : forme 18660">
                  <a:extLst>
                    <a:ext uri="{FF2B5EF4-FFF2-40B4-BE49-F238E27FC236}">
                      <a16:creationId xmlns:a16="http://schemas.microsoft.com/office/drawing/2014/main" id="{36A97546-45BC-4C23-B41B-03DC33695859}"/>
                    </a:ext>
                  </a:extLst>
                </p:cNvPr>
                <p:cNvSpPr/>
                <p:nvPr/>
              </p:nvSpPr>
              <p:spPr>
                <a:xfrm>
                  <a:off x="5180903" y="6251184"/>
                  <a:ext cx="45936" cy="40107"/>
                </a:xfrm>
                <a:custGeom>
                  <a:avLst/>
                  <a:gdLst>
                    <a:gd name="connsiteX0" fmla="*/ 815 w 45936"/>
                    <a:gd name="connsiteY0" fmla="*/ 24395 h 40107"/>
                    <a:gd name="connsiteX1" fmla="*/ 5647 w 45936"/>
                    <a:gd name="connsiteY1" fmla="*/ 30114 h 40107"/>
                    <a:gd name="connsiteX2" fmla="*/ 39294 w 45936"/>
                    <a:gd name="connsiteY2" fmla="*/ 39113 h 40107"/>
                    <a:gd name="connsiteX3" fmla="*/ 44791 w 45936"/>
                    <a:gd name="connsiteY3" fmla="*/ 35966 h 40107"/>
                    <a:gd name="connsiteX4" fmla="*/ 27990 w 45936"/>
                    <a:gd name="connsiteY4" fmla="*/ 1077 h 40107"/>
                    <a:gd name="connsiteX5" fmla="*/ 815 w 45936"/>
                    <a:gd name="connsiteY5" fmla="*/ 24395 h 40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936" h="40107">
                      <a:moveTo>
                        <a:pt x="815" y="24395"/>
                      </a:moveTo>
                      <a:cubicBezTo>
                        <a:pt x="1790" y="26701"/>
                        <a:pt x="3696" y="28518"/>
                        <a:pt x="5647" y="30114"/>
                      </a:cubicBezTo>
                      <a:cubicBezTo>
                        <a:pt x="15001" y="37739"/>
                        <a:pt x="27635" y="42216"/>
                        <a:pt x="39294" y="39113"/>
                      </a:cubicBezTo>
                      <a:cubicBezTo>
                        <a:pt x="41378" y="38537"/>
                        <a:pt x="43506" y="37695"/>
                        <a:pt x="44791" y="35966"/>
                      </a:cubicBezTo>
                      <a:cubicBezTo>
                        <a:pt x="50155" y="28740"/>
                        <a:pt x="35349" y="4624"/>
                        <a:pt x="27990" y="1077"/>
                      </a:cubicBezTo>
                      <a:cubicBezTo>
                        <a:pt x="16818" y="-4376"/>
                        <a:pt x="-4416" y="12027"/>
                        <a:pt x="815" y="24395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62" name="Forme libre : forme 18661">
                  <a:extLst>
                    <a:ext uri="{FF2B5EF4-FFF2-40B4-BE49-F238E27FC236}">
                      <a16:creationId xmlns:a16="http://schemas.microsoft.com/office/drawing/2014/main" id="{09765BEB-C00D-4033-8FDE-4710E291733B}"/>
                    </a:ext>
                  </a:extLst>
                </p:cNvPr>
                <p:cNvSpPr/>
                <p:nvPr/>
              </p:nvSpPr>
              <p:spPr>
                <a:xfrm>
                  <a:off x="5097574" y="6472137"/>
                  <a:ext cx="78785" cy="54777"/>
                </a:xfrm>
                <a:custGeom>
                  <a:avLst/>
                  <a:gdLst>
                    <a:gd name="connsiteX0" fmla="*/ 77671 w 78785"/>
                    <a:gd name="connsiteY0" fmla="*/ 493 h 54777"/>
                    <a:gd name="connsiteX1" fmla="*/ 62820 w 78785"/>
                    <a:gd name="connsiteY1" fmla="*/ 6 h 54777"/>
                    <a:gd name="connsiteX2" fmla="*/ 47659 w 78785"/>
                    <a:gd name="connsiteY2" fmla="*/ 2001 h 54777"/>
                    <a:gd name="connsiteX3" fmla="*/ 32631 w 78785"/>
                    <a:gd name="connsiteY3" fmla="*/ 13793 h 54777"/>
                    <a:gd name="connsiteX4" fmla="*/ 1865 w 78785"/>
                    <a:gd name="connsiteY4" fmla="*/ 46199 h 54777"/>
                    <a:gd name="connsiteX5" fmla="*/ 3 w 78785"/>
                    <a:gd name="connsiteY5" fmla="*/ 49479 h 54777"/>
                    <a:gd name="connsiteX6" fmla="*/ 6387 w 78785"/>
                    <a:gd name="connsiteY6" fmla="*/ 53513 h 54777"/>
                    <a:gd name="connsiteX7" fmla="*/ 37286 w 78785"/>
                    <a:gd name="connsiteY7" fmla="*/ 54710 h 54777"/>
                    <a:gd name="connsiteX8" fmla="*/ 54530 w 78785"/>
                    <a:gd name="connsiteY8" fmla="*/ 53425 h 54777"/>
                    <a:gd name="connsiteX9" fmla="*/ 78469 w 78785"/>
                    <a:gd name="connsiteY9" fmla="*/ 14148 h 54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785" h="54777">
                      <a:moveTo>
                        <a:pt x="77671" y="493"/>
                      </a:moveTo>
                      <a:cubicBezTo>
                        <a:pt x="72706" y="183"/>
                        <a:pt x="67786" y="50"/>
                        <a:pt x="62820" y="6"/>
                      </a:cubicBezTo>
                      <a:cubicBezTo>
                        <a:pt x="57678" y="-39"/>
                        <a:pt x="52447" y="139"/>
                        <a:pt x="47659" y="2001"/>
                      </a:cubicBezTo>
                      <a:cubicBezTo>
                        <a:pt x="41675" y="4350"/>
                        <a:pt x="37020" y="9138"/>
                        <a:pt x="32631" y="13793"/>
                      </a:cubicBezTo>
                      <a:cubicBezTo>
                        <a:pt x="22391" y="24610"/>
                        <a:pt x="12106" y="35382"/>
                        <a:pt x="1865" y="46199"/>
                      </a:cubicBezTo>
                      <a:cubicBezTo>
                        <a:pt x="979" y="47129"/>
                        <a:pt x="48" y="48193"/>
                        <a:pt x="3" y="49479"/>
                      </a:cubicBezTo>
                      <a:cubicBezTo>
                        <a:pt x="-130" y="52272"/>
                        <a:pt x="3594" y="53380"/>
                        <a:pt x="6387" y="53513"/>
                      </a:cubicBezTo>
                      <a:cubicBezTo>
                        <a:pt x="16672" y="54045"/>
                        <a:pt x="27001" y="54444"/>
                        <a:pt x="37286" y="54710"/>
                      </a:cubicBezTo>
                      <a:cubicBezTo>
                        <a:pt x="43049" y="54843"/>
                        <a:pt x="48945" y="54932"/>
                        <a:pt x="54530" y="53425"/>
                      </a:cubicBezTo>
                      <a:cubicBezTo>
                        <a:pt x="70667" y="48992"/>
                        <a:pt x="80730" y="30727"/>
                        <a:pt x="78469" y="14148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63" name="Forme libre : forme 18662">
                  <a:extLst>
                    <a:ext uri="{FF2B5EF4-FFF2-40B4-BE49-F238E27FC236}">
                      <a16:creationId xmlns:a16="http://schemas.microsoft.com/office/drawing/2014/main" id="{9275049A-521E-49E9-8575-5AB371E61EF0}"/>
                    </a:ext>
                  </a:extLst>
                </p:cNvPr>
                <p:cNvSpPr/>
                <p:nvPr/>
              </p:nvSpPr>
              <p:spPr>
                <a:xfrm>
                  <a:off x="5220610" y="6406676"/>
                  <a:ext cx="55696" cy="117410"/>
                </a:xfrm>
                <a:custGeom>
                  <a:avLst/>
                  <a:gdLst>
                    <a:gd name="connsiteX0" fmla="*/ 52518 w 55696"/>
                    <a:gd name="connsiteY0" fmla="*/ 434 h 117410"/>
                    <a:gd name="connsiteX1" fmla="*/ 16565 w 55696"/>
                    <a:gd name="connsiteY1" fmla="*/ 15905 h 117410"/>
                    <a:gd name="connsiteX2" fmla="*/ 1582 w 55696"/>
                    <a:gd name="connsiteY2" fmla="*/ 53586 h 117410"/>
                    <a:gd name="connsiteX3" fmla="*/ 4906 w 55696"/>
                    <a:gd name="connsiteY3" fmla="*/ 95790 h 117410"/>
                    <a:gd name="connsiteX4" fmla="*/ 38864 w 55696"/>
                    <a:gd name="connsiteY4" fmla="*/ 117201 h 117410"/>
                    <a:gd name="connsiteX5" fmla="*/ 47553 w 55696"/>
                    <a:gd name="connsiteY5" fmla="*/ 114010 h 117410"/>
                    <a:gd name="connsiteX6" fmla="*/ 53537 w 55696"/>
                    <a:gd name="connsiteY6" fmla="*/ 105852 h 117410"/>
                    <a:gd name="connsiteX7" fmla="*/ 49193 w 55696"/>
                    <a:gd name="connsiteY7" fmla="*/ 58241 h 117410"/>
                    <a:gd name="connsiteX8" fmla="*/ 54646 w 55696"/>
                    <a:gd name="connsiteY8" fmla="*/ 15594 h 117410"/>
                    <a:gd name="connsiteX9" fmla="*/ 54291 w 55696"/>
                    <a:gd name="connsiteY9" fmla="*/ 12979 h 117410"/>
                    <a:gd name="connsiteX10" fmla="*/ 53227 w 55696"/>
                    <a:gd name="connsiteY10" fmla="*/ 14176 h 117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5696" h="117410">
                      <a:moveTo>
                        <a:pt x="52518" y="434"/>
                      </a:moveTo>
                      <a:cubicBezTo>
                        <a:pt x="39041" y="-1872"/>
                        <a:pt x="25166" y="5266"/>
                        <a:pt x="16565" y="15905"/>
                      </a:cubicBezTo>
                      <a:cubicBezTo>
                        <a:pt x="7965" y="26545"/>
                        <a:pt x="3798" y="40110"/>
                        <a:pt x="1582" y="53586"/>
                      </a:cubicBezTo>
                      <a:cubicBezTo>
                        <a:pt x="-768" y="67728"/>
                        <a:pt x="-1123" y="82800"/>
                        <a:pt x="4906" y="95790"/>
                      </a:cubicBezTo>
                      <a:cubicBezTo>
                        <a:pt x="10935" y="108778"/>
                        <a:pt x="24678" y="119019"/>
                        <a:pt x="38864" y="117201"/>
                      </a:cubicBezTo>
                      <a:cubicBezTo>
                        <a:pt x="41967" y="116802"/>
                        <a:pt x="45070" y="115827"/>
                        <a:pt x="47553" y="114010"/>
                      </a:cubicBezTo>
                      <a:cubicBezTo>
                        <a:pt x="50301" y="112014"/>
                        <a:pt x="52252" y="109044"/>
                        <a:pt x="53537" y="105852"/>
                      </a:cubicBezTo>
                      <a:cubicBezTo>
                        <a:pt x="59611" y="90824"/>
                        <a:pt x="51144" y="74333"/>
                        <a:pt x="49193" y="58241"/>
                      </a:cubicBezTo>
                      <a:cubicBezTo>
                        <a:pt x="47464" y="43922"/>
                        <a:pt x="51011" y="29559"/>
                        <a:pt x="54646" y="15594"/>
                      </a:cubicBezTo>
                      <a:cubicBezTo>
                        <a:pt x="54867" y="14664"/>
                        <a:pt x="55045" y="13555"/>
                        <a:pt x="54291" y="12979"/>
                      </a:cubicBezTo>
                      <a:cubicBezTo>
                        <a:pt x="53537" y="12403"/>
                        <a:pt x="52340" y="13865"/>
                        <a:pt x="53227" y="14176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64" name="Forme libre : forme 18663">
                  <a:extLst>
                    <a:ext uri="{FF2B5EF4-FFF2-40B4-BE49-F238E27FC236}">
                      <a16:creationId xmlns:a16="http://schemas.microsoft.com/office/drawing/2014/main" id="{B0E7E44C-199A-4F52-BE78-38A1B15B5E64}"/>
                    </a:ext>
                  </a:extLst>
                </p:cNvPr>
                <p:cNvSpPr/>
                <p:nvPr/>
              </p:nvSpPr>
              <p:spPr>
                <a:xfrm>
                  <a:off x="5235569" y="6310830"/>
                  <a:ext cx="90057" cy="94158"/>
                </a:xfrm>
                <a:custGeom>
                  <a:avLst/>
                  <a:gdLst>
                    <a:gd name="connsiteX0" fmla="*/ 62030 w 90057"/>
                    <a:gd name="connsiteY0" fmla="*/ 5933 h 94158"/>
                    <a:gd name="connsiteX1" fmla="*/ 27496 w 90057"/>
                    <a:gd name="connsiteY1" fmla="*/ 1677 h 94158"/>
                    <a:gd name="connsiteX2" fmla="*/ 3602 w 90057"/>
                    <a:gd name="connsiteY2" fmla="*/ 38782 h 94158"/>
                    <a:gd name="connsiteX3" fmla="*/ 321 w 90057"/>
                    <a:gd name="connsiteY3" fmla="*/ 57800 h 94158"/>
                    <a:gd name="connsiteX4" fmla="*/ 1696 w 90057"/>
                    <a:gd name="connsiteY4" fmla="*/ 67952 h 94158"/>
                    <a:gd name="connsiteX5" fmla="*/ 8257 w 90057"/>
                    <a:gd name="connsiteY5" fmla="*/ 71853 h 94158"/>
                    <a:gd name="connsiteX6" fmla="*/ 62917 w 90057"/>
                    <a:gd name="connsiteY6" fmla="*/ 91580 h 94158"/>
                    <a:gd name="connsiteX7" fmla="*/ 75950 w 90057"/>
                    <a:gd name="connsiteY7" fmla="*/ 94019 h 94158"/>
                    <a:gd name="connsiteX8" fmla="*/ 90003 w 90057"/>
                    <a:gd name="connsiteY8" fmla="*/ 72917 h 94158"/>
                    <a:gd name="connsiteX9" fmla="*/ 79585 w 90057"/>
                    <a:gd name="connsiteY9" fmla="*/ 47294 h 94158"/>
                    <a:gd name="connsiteX10" fmla="*/ 64069 w 90057"/>
                    <a:gd name="connsiteY10" fmla="*/ 17370 h 94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0057" h="94158">
                      <a:moveTo>
                        <a:pt x="62030" y="5933"/>
                      </a:moveTo>
                      <a:cubicBezTo>
                        <a:pt x="50947" y="1721"/>
                        <a:pt x="38623" y="-2401"/>
                        <a:pt x="27496" y="1677"/>
                      </a:cubicBezTo>
                      <a:cubicBezTo>
                        <a:pt x="13044" y="6997"/>
                        <a:pt x="6749" y="23754"/>
                        <a:pt x="3602" y="38782"/>
                      </a:cubicBezTo>
                      <a:cubicBezTo>
                        <a:pt x="2272" y="45077"/>
                        <a:pt x="1164" y="51417"/>
                        <a:pt x="321" y="57800"/>
                      </a:cubicBezTo>
                      <a:cubicBezTo>
                        <a:pt x="-122" y="61258"/>
                        <a:pt x="-432" y="65159"/>
                        <a:pt x="1696" y="67952"/>
                      </a:cubicBezTo>
                      <a:cubicBezTo>
                        <a:pt x="3291" y="69991"/>
                        <a:pt x="5818" y="70966"/>
                        <a:pt x="8257" y="71853"/>
                      </a:cubicBezTo>
                      <a:cubicBezTo>
                        <a:pt x="26477" y="78414"/>
                        <a:pt x="44697" y="85019"/>
                        <a:pt x="62917" y="91580"/>
                      </a:cubicBezTo>
                      <a:cubicBezTo>
                        <a:pt x="67128" y="93087"/>
                        <a:pt x="71517" y="94639"/>
                        <a:pt x="75950" y="94019"/>
                      </a:cubicBezTo>
                      <a:cubicBezTo>
                        <a:pt x="85171" y="92733"/>
                        <a:pt x="90668" y="82226"/>
                        <a:pt x="90003" y="72917"/>
                      </a:cubicBezTo>
                      <a:cubicBezTo>
                        <a:pt x="89338" y="63652"/>
                        <a:pt x="84240" y="55362"/>
                        <a:pt x="79585" y="47294"/>
                      </a:cubicBezTo>
                      <a:cubicBezTo>
                        <a:pt x="73955" y="37541"/>
                        <a:pt x="68768" y="27566"/>
                        <a:pt x="64069" y="17370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65" name="Forme libre : forme 18664">
                  <a:extLst>
                    <a:ext uri="{FF2B5EF4-FFF2-40B4-BE49-F238E27FC236}">
                      <a16:creationId xmlns:a16="http://schemas.microsoft.com/office/drawing/2014/main" id="{1D31D00C-868D-42DE-98EC-7A9EF674E79E}"/>
                    </a:ext>
                  </a:extLst>
                </p:cNvPr>
                <p:cNvSpPr/>
                <p:nvPr/>
              </p:nvSpPr>
              <p:spPr>
                <a:xfrm>
                  <a:off x="5270288" y="6270116"/>
                  <a:ext cx="42156" cy="34194"/>
                </a:xfrm>
                <a:custGeom>
                  <a:avLst/>
                  <a:gdLst>
                    <a:gd name="connsiteX0" fmla="*/ 15164 w 42156"/>
                    <a:gd name="connsiteY0" fmla="*/ 32106 h 34194"/>
                    <a:gd name="connsiteX1" fmla="*/ 29749 w 42156"/>
                    <a:gd name="connsiteY1" fmla="*/ 33880 h 34194"/>
                    <a:gd name="connsiteX2" fmla="*/ 41364 w 42156"/>
                    <a:gd name="connsiteY2" fmla="*/ 25545 h 34194"/>
                    <a:gd name="connsiteX3" fmla="*/ 41408 w 42156"/>
                    <a:gd name="connsiteY3" fmla="*/ 19516 h 34194"/>
                    <a:gd name="connsiteX4" fmla="*/ 38571 w 42156"/>
                    <a:gd name="connsiteY4" fmla="*/ 17167 h 34194"/>
                    <a:gd name="connsiteX5" fmla="*/ 5456 w 42156"/>
                    <a:gd name="connsiteY5" fmla="*/ 1518 h 34194"/>
                    <a:gd name="connsiteX6" fmla="*/ 15164 w 42156"/>
                    <a:gd name="connsiteY6" fmla="*/ 32106 h 34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156" h="34194">
                      <a:moveTo>
                        <a:pt x="15164" y="32106"/>
                      </a:moveTo>
                      <a:cubicBezTo>
                        <a:pt x="19819" y="33791"/>
                        <a:pt x="24873" y="34722"/>
                        <a:pt x="29749" y="33880"/>
                      </a:cubicBezTo>
                      <a:cubicBezTo>
                        <a:pt x="34625" y="33037"/>
                        <a:pt x="39280" y="30067"/>
                        <a:pt x="41364" y="25545"/>
                      </a:cubicBezTo>
                      <a:cubicBezTo>
                        <a:pt x="42250" y="23639"/>
                        <a:pt x="42561" y="21289"/>
                        <a:pt x="41408" y="19516"/>
                      </a:cubicBezTo>
                      <a:cubicBezTo>
                        <a:pt x="40743" y="18497"/>
                        <a:pt x="39635" y="17832"/>
                        <a:pt x="38571" y="17167"/>
                      </a:cubicBezTo>
                      <a:cubicBezTo>
                        <a:pt x="30724" y="12379"/>
                        <a:pt x="16184" y="-5221"/>
                        <a:pt x="5456" y="1518"/>
                      </a:cubicBezTo>
                      <a:cubicBezTo>
                        <a:pt x="-7356" y="9586"/>
                        <a:pt x="5101" y="28560"/>
                        <a:pt x="15164" y="3210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66" name="Forme libre : forme 18665">
                  <a:extLst>
                    <a:ext uri="{FF2B5EF4-FFF2-40B4-BE49-F238E27FC236}">
                      <a16:creationId xmlns:a16="http://schemas.microsoft.com/office/drawing/2014/main" id="{DD5AE6E5-EF14-4D4D-9F95-C332CCF737A7}"/>
                    </a:ext>
                  </a:extLst>
                </p:cNvPr>
                <p:cNvSpPr/>
                <p:nvPr/>
              </p:nvSpPr>
              <p:spPr>
                <a:xfrm>
                  <a:off x="5344384" y="6267644"/>
                  <a:ext cx="81952" cy="77661"/>
                </a:xfrm>
                <a:custGeom>
                  <a:avLst/>
                  <a:gdLst>
                    <a:gd name="connsiteX0" fmla="*/ 78583 w 81952"/>
                    <a:gd name="connsiteY0" fmla="*/ 0 h 77661"/>
                    <a:gd name="connsiteX1" fmla="*/ 33853 w 81952"/>
                    <a:gd name="connsiteY1" fmla="*/ 6872 h 77661"/>
                    <a:gd name="connsiteX2" fmla="*/ 18116 w 81952"/>
                    <a:gd name="connsiteY2" fmla="*/ 13610 h 77661"/>
                    <a:gd name="connsiteX3" fmla="*/ 10757 w 81952"/>
                    <a:gd name="connsiteY3" fmla="*/ 25623 h 77661"/>
                    <a:gd name="connsiteX4" fmla="*/ 959 w 81952"/>
                    <a:gd name="connsiteY4" fmla="*/ 53685 h 77661"/>
                    <a:gd name="connsiteX5" fmla="*/ 605 w 81952"/>
                    <a:gd name="connsiteY5" fmla="*/ 62063 h 77661"/>
                    <a:gd name="connsiteX6" fmla="*/ 4639 w 81952"/>
                    <a:gd name="connsiteY6" fmla="*/ 66408 h 77661"/>
                    <a:gd name="connsiteX7" fmla="*/ 51053 w 81952"/>
                    <a:gd name="connsiteY7" fmla="*/ 76427 h 77661"/>
                    <a:gd name="connsiteX8" fmla="*/ 62136 w 81952"/>
                    <a:gd name="connsiteY8" fmla="*/ 71950 h 77661"/>
                    <a:gd name="connsiteX9" fmla="*/ 73839 w 81952"/>
                    <a:gd name="connsiteY9" fmla="*/ 48143 h 77661"/>
                    <a:gd name="connsiteX10" fmla="*/ 81952 w 81952"/>
                    <a:gd name="connsiteY10" fmla="*/ 11305 h 77661"/>
                    <a:gd name="connsiteX11" fmla="*/ 80312 w 81952"/>
                    <a:gd name="connsiteY11" fmla="*/ 11570 h 77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1952" h="77661">
                      <a:moveTo>
                        <a:pt x="78583" y="0"/>
                      </a:moveTo>
                      <a:cubicBezTo>
                        <a:pt x="63555" y="1241"/>
                        <a:pt x="48571" y="3547"/>
                        <a:pt x="33853" y="6872"/>
                      </a:cubicBezTo>
                      <a:cubicBezTo>
                        <a:pt x="28223" y="8157"/>
                        <a:pt x="22371" y="9709"/>
                        <a:pt x="18116" y="13610"/>
                      </a:cubicBezTo>
                      <a:cubicBezTo>
                        <a:pt x="14613" y="16802"/>
                        <a:pt x="12574" y="21279"/>
                        <a:pt x="10757" y="25623"/>
                      </a:cubicBezTo>
                      <a:cubicBezTo>
                        <a:pt x="6944" y="34756"/>
                        <a:pt x="3664" y="44154"/>
                        <a:pt x="959" y="53685"/>
                      </a:cubicBezTo>
                      <a:cubicBezTo>
                        <a:pt x="161" y="56434"/>
                        <a:pt x="-548" y="59448"/>
                        <a:pt x="605" y="62063"/>
                      </a:cubicBezTo>
                      <a:cubicBezTo>
                        <a:pt x="1403" y="63881"/>
                        <a:pt x="2999" y="65256"/>
                        <a:pt x="4639" y="66408"/>
                      </a:cubicBezTo>
                      <a:cubicBezTo>
                        <a:pt x="17761" y="76072"/>
                        <a:pt x="35094" y="79840"/>
                        <a:pt x="51053" y="76427"/>
                      </a:cubicBezTo>
                      <a:cubicBezTo>
                        <a:pt x="54999" y="75585"/>
                        <a:pt x="58900" y="74299"/>
                        <a:pt x="62136" y="71950"/>
                      </a:cubicBezTo>
                      <a:cubicBezTo>
                        <a:pt x="69451" y="66585"/>
                        <a:pt x="71889" y="56966"/>
                        <a:pt x="73839" y="48143"/>
                      </a:cubicBezTo>
                      <a:cubicBezTo>
                        <a:pt x="76544" y="35864"/>
                        <a:pt x="79248" y="23584"/>
                        <a:pt x="81952" y="11305"/>
                      </a:cubicBezTo>
                      <a:cubicBezTo>
                        <a:pt x="81642" y="10595"/>
                        <a:pt x="80356" y="10817"/>
                        <a:pt x="80312" y="11570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67" name="Forme libre : forme 18666">
                  <a:extLst>
                    <a:ext uri="{FF2B5EF4-FFF2-40B4-BE49-F238E27FC236}">
                      <a16:creationId xmlns:a16="http://schemas.microsoft.com/office/drawing/2014/main" id="{19F322A5-4973-4D3D-BDCC-ECC4D9F5E8FF}"/>
                    </a:ext>
                  </a:extLst>
                </p:cNvPr>
                <p:cNvSpPr/>
                <p:nvPr/>
              </p:nvSpPr>
              <p:spPr>
                <a:xfrm>
                  <a:off x="5337587" y="6374200"/>
                  <a:ext cx="65913" cy="81539"/>
                </a:xfrm>
                <a:custGeom>
                  <a:avLst/>
                  <a:gdLst>
                    <a:gd name="connsiteX0" fmla="*/ 10017 w 65913"/>
                    <a:gd name="connsiteY0" fmla="*/ 26393 h 81539"/>
                    <a:gd name="connsiteX1" fmla="*/ 530 w 65913"/>
                    <a:gd name="connsiteY1" fmla="*/ 45145 h 81539"/>
                    <a:gd name="connsiteX2" fmla="*/ 21499 w 65913"/>
                    <a:gd name="connsiteY2" fmla="*/ 80477 h 81539"/>
                    <a:gd name="connsiteX3" fmla="*/ 57318 w 65913"/>
                    <a:gd name="connsiteY3" fmla="*/ 61370 h 81539"/>
                    <a:gd name="connsiteX4" fmla="*/ 63702 w 65913"/>
                    <a:gd name="connsiteY4" fmla="*/ 27900 h 81539"/>
                    <a:gd name="connsiteX5" fmla="*/ 61397 w 65913"/>
                    <a:gd name="connsiteY5" fmla="*/ 4006 h 81539"/>
                    <a:gd name="connsiteX6" fmla="*/ 10017 w 65913"/>
                    <a:gd name="connsiteY6" fmla="*/ 26393 h 81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913" h="81539">
                      <a:moveTo>
                        <a:pt x="10017" y="26393"/>
                      </a:moveTo>
                      <a:cubicBezTo>
                        <a:pt x="5628" y="31934"/>
                        <a:pt x="1904" y="38229"/>
                        <a:pt x="530" y="45145"/>
                      </a:cubicBezTo>
                      <a:cubicBezTo>
                        <a:pt x="-2396" y="59907"/>
                        <a:pt x="7091" y="76221"/>
                        <a:pt x="21499" y="80477"/>
                      </a:cubicBezTo>
                      <a:cubicBezTo>
                        <a:pt x="35906" y="84732"/>
                        <a:pt x="53062" y="75777"/>
                        <a:pt x="57318" y="61370"/>
                      </a:cubicBezTo>
                      <a:cubicBezTo>
                        <a:pt x="60599" y="50287"/>
                        <a:pt x="59934" y="39027"/>
                        <a:pt x="63702" y="27900"/>
                      </a:cubicBezTo>
                      <a:cubicBezTo>
                        <a:pt x="66273" y="20319"/>
                        <a:pt x="67780" y="10345"/>
                        <a:pt x="61397" y="4006"/>
                      </a:cubicBezTo>
                      <a:cubicBezTo>
                        <a:pt x="47432" y="-9825"/>
                        <a:pt x="18484" y="15754"/>
                        <a:pt x="10017" y="26393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68" name="Forme libre : forme 18667">
                  <a:extLst>
                    <a:ext uri="{FF2B5EF4-FFF2-40B4-BE49-F238E27FC236}">
                      <a16:creationId xmlns:a16="http://schemas.microsoft.com/office/drawing/2014/main" id="{03507DB5-BB89-4173-83A1-679FCEFD5B74}"/>
                    </a:ext>
                  </a:extLst>
                </p:cNvPr>
                <p:cNvSpPr/>
                <p:nvPr/>
              </p:nvSpPr>
              <p:spPr>
                <a:xfrm>
                  <a:off x="5386509" y="6439013"/>
                  <a:ext cx="109766" cy="85798"/>
                </a:xfrm>
                <a:custGeom>
                  <a:avLst/>
                  <a:gdLst>
                    <a:gd name="connsiteX0" fmla="*/ 45412 w 109766"/>
                    <a:gd name="connsiteY0" fmla="*/ 16062 h 85798"/>
                    <a:gd name="connsiteX1" fmla="*/ 2012 w 109766"/>
                    <a:gd name="connsiteY1" fmla="*/ 64073 h 85798"/>
                    <a:gd name="connsiteX2" fmla="*/ 1702 w 109766"/>
                    <a:gd name="connsiteY2" fmla="*/ 79899 h 85798"/>
                    <a:gd name="connsiteX3" fmla="*/ 13538 w 109766"/>
                    <a:gd name="connsiteY3" fmla="*/ 85795 h 85798"/>
                    <a:gd name="connsiteX4" fmla="*/ 26971 w 109766"/>
                    <a:gd name="connsiteY4" fmla="*/ 83002 h 85798"/>
                    <a:gd name="connsiteX5" fmla="*/ 79104 w 109766"/>
                    <a:gd name="connsiteY5" fmla="*/ 56714 h 85798"/>
                    <a:gd name="connsiteX6" fmla="*/ 103619 w 109766"/>
                    <a:gd name="connsiteY6" fmla="*/ 28963 h 85798"/>
                    <a:gd name="connsiteX7" fmla="*/ 105392 w 109766"/>
                    <a:gd name="connsiteY7" fmla="*/ 7684 h 85798"/>
                    <a:gd name="connsiteX8" fmla="*/ 45412 w 109766"/>
                    <a:gd name="connsiteY8" fmla="*/ 16062 h 85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9766" h="85798">
                      <a:moveTo>
                        <a:pt x="45412" y="16062"/>
                      </a:moveTo>
                      <a:cubicBezTo>
                        <a:pt x="27015" y="28032"/>
                        <a:pt x="9859" y="43592"/>
                        <a:pt x="2012" y="64073"/>
                      </a:cubicBezTo>
                      <a:cubicBezTo>
                        <a:pt x="62" y="69171"/>
                        <a:pt x="-1180" y="75244"/>
                        <a:pt x="1702" y="79899"/>
                      </a:cubicBezTo>
                      <a:cubicBezTo>
                        <a:pt x="4096" y="83800"/>
                        <a:pt x="8928" y="85706"/>
                        <a:pt x="13538" y="85795"/>
                      </a:cubicBezTo>
                      <a:cubicBezTo>
                        <a:pt x="18149" y="85884"/>
                        <a:pt x="22626" y="84421"/>
                        <a:pt x="26971" y="83002"/>
                      </a:cubicBezTo>
                      <a:cubicBezTo>
                        <a:pt x="45634" y="76929"/>
                        <a:pt x="65007" y="70368"/>
                        <a:pt x="79104" y="56714"/>
                      </a:cubicBezTo>
                      <a:cubicBezTo>
                        <a:pt x="87926" y="48158"/>
                        <a:pt x="95196" y="37918"/>
                        <a:pt x="103619" y="28963"/>
                      </a:cubicBezTo>
                      <a:cubicBezTo>
                        <a:pt x="110091" y="22091"/>
                        <a:pt x="112618" y="15353"/>
                        <a:pt x="105392" y="7684"/>
                      </a:cubicBezTo>
                      <a:cubicBezTo>
                        <a:pt x="89300" y="-9428"/>
                        <a:pt x="60884" y="5955"/>
                        <a:pt x="45412" y="1606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69" name="Forme libre : forme 18668">
                  <a:extLst>
                    <a:ext uri="{FF2B5EF4-FFF2-40B4-BE49-F238E27FC236}">
                      <a16:creationId xmlns:a16="http://schemas.microsoft.com/office/drawing/2014/main" id="{AFD138B9-E2EF-4028-AA82-C554932449C6}"/>
                    </a:ext>
                  </a:extLst>
                </p:cNvPr>
                <p:cNvSpPr/>
                <p:nvPr/>
              </p:nvSpPr>
              <p:spPr>
                <a:xfrm>
                  <a:off x="5332866" y="6469646"/>
                  <a:ext cx="27368" cy="38033"/>
                </a:xfrm>
                <a:custGeom>
                  <a:avLst/>
                  <a:gdLst>
                    <a:gd name="connsiteX0" fmla="*/ 375 w 27368"/>
                    <a:gd name="connsiteY0" fmla="*/ 23776 h 38033"/>
                    <a:gd name="connsiteX1" fmla="*/ 16733 w 27368"/>
                    <a:gd name="connsiteY1" fmla="*/ 35701 h 38033"/>
                    <a:gd name="connsiteX2" fmla="*/ 27328 w 27368"/>
                    <a:gd name="connsiteY2" fmla="*/ 13801 h 38033"/>
                    <a:gd name="connsiteX3" fmla="*/ 19038 w 27368"/>
                    <a:gd name="connsiteY3" fmla="*/ 14 h 38033"/>
                    <a:gd name="connsiteX4" fmla="*/ 375 w 27368"/>
                    <a:gd name="connsiteY4" fmla="*/ 23776 h 38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68" h="38033">
                      <a:moveTo>
                        <a:pt x="375" y="23776"/>
                      </a:moveTo>
                      <a:cubicBezTo>
                        <a:pt x="-1975" y="34592"/>
                        <a:pt x="7113" y="42040"/>
                        <a:pt x="16733" y="35701"/>
                      </a:cubicBezTo>
                      <a:cubicBezTo>
                        <a:pt x="23205" y="31445"/>
                        <a:pt x="26973" y="21249"/>
                        <a:pt x="27328" y="13801"/>
                      </a:cubicBezTo>
                      <a:cubicBezTo>
                        <a:pt x="27638" y="7817"/>
                        <a:pt x="26264" y="458"/>
                        <a:pt x="19038" y="14"/>
                      </a:cubicBezTo>
                      <a:cubicBezTo>
                        <a:pt x="9596" y="-562"/>
                        <a:pt x="2015" y="16240"/>
                        <a:pt x="375" y="2377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70" name="Forme libre : forme 18669">
                  <a:extLst>
                    <a:ext uri="{FF2B5EF4-FFF2-40B4-BE49-F238E27FC236}">
                      <a16:creationId xmlns:a16="http://schemas.microsoft.com/office/drawing/2014/main" id="{5B01F6AA-67E9-4D82-9482-26934E126604}"/>
                    </a:ext>
                  </a:extLst>
                </p:cNvPr>
                <p:cNvSpPr/>
                <p:nvPr/>
              </p:nvSpPr>
              <p:spPr>
                <a:xfrm>
                  <a:off x="5457597" y="6263506"/>
                  <a:ext cx="69815" cy="94095"/>
                </a:xfrm>
                <a:custGeom>
                  <a:avLst/>
                  <a:gdLst>
                    <a:gd name="connsiteX0" fmla="*/ 64272 w 69815"/>
                    <a:gd name="connsiteY0" fmla="*/ 2365 h 94095"/>
                    <a:gd name="connsiteX1" fmla="*/ 39491 w 69815"/>
                    <a:gd name="connsiteY1" fmla="*/ 104 h 94095"/>
                    <a:gd name="connsiteX2" fmla="*/ 34172 w 69815"/>
                    <a:gd name="connsiteY2" fmla="*/ 1345 h 94095"/>
                    <a:gd name="connsiteX3" fmla="*/ 30226 w 69815"/>
                    <a:gd name="connsiteY3" fmla="*/ 7063 h 94095"/>
                    <a:gd name="connsiteX4" fmla="*/ 7307 w 69815"/>
                    <a:gd name="connsiteY4" fmla="*/ 60527 h 94095"/>
                    <a:gd name="connsiteX5" fmla="*/ 1322 w 69815"/>
                    <a:gd name="connsiteY5" fmla="*/ 76131 h 94095"/>
                    <a:gd name="connsiteX6" fmla="*/ 391 w 69815"/>
                    <a:gd name="connsiteY6" fmla="*/ 87037 h 94095"/>
                    <a:gd name="connsiteX7" fmla="*/ 7928 w 69815"/>
                    <a:gd name="connsiteY7" fmla="*/ 94085 h 94095"/>
                    <a:gd name="connsiteX8" fmla="*/ 14489 w 69815"/>
                    <a:gd name="connsiteY8" fmla="*/ 91691 h 94095"/>
                    <a:gd name="connsiteX9" fmla="*/ 43525 w 69815"/>
                    <a:gd name="connsiteY9" fmla="*/ 58088 h 94095"/>
                    <a:gd name="connsiteX10" fmla="*/ 56825 w 69815"/>
                    <a:gd name="connsiteY10" fmla="*/ 52193 h 94095"/>
                    <a:gd name="connsiteX11" fmla="*/ 68617 w 69815"/>
                    <a:gd name="connsiteY11" fmla="*/ 21782 h 94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9815" h="94095">
                      <a:moveTo>
                        <a:pt x="64272" y="2365"/>
                      </a:moveTo>
                      <a:cubicBezTo>
                        <a:pt x="56160" y="458"/>
                        <a:pt x="47825" y="-296"/>
                        <a:pt x="39491" y="104"/>
                      </a:cubicBezTo>
                      <a:cubicBezTo>
                        <a:pt x="37629" y="192"/>
                        <a:pt x="35723" y="369"/>
                        <a:pt x="34172" y="1345"/>
                      </a:cubicBezTo>
                      <a:cubicBezTo>
                        <a:pt x="32177" y="2586"/>
                        <a:pt x="31113" y="4891"/>
                        <a:pt x="30226" y="7063"/>
                      </a:cubicBezTo>
                      <a:cubicBezTo>
                        <a:pt x="22601" y="24885"/>
                        <a:pt x="14976" y="42706"/>
                        <a:pt x="7307" y="60527"/>
                      </a:cubicBezTo>
                      <a:cubicBezTo>
                        <a:pt x="5090" y="65669"/>
                        <a:pt x="2918" y="70811"/>
                        <a:pt x="1322" y="76131"/>
                      </a:cubicBezTo>
                      <a:cubicBezTo>
                        <a:pt x="258" y="79678"/>
                        <a:pt x="-495" y="83446"/>
                        <a:pt x="391" y="87037"/>
                      </a:cubicBezTo>
                      <a:cubicBezTo>
                        <a:pt x="1278" y="90627"/>
                        <a:pt x="4248" y="93908"/>
                        <a:pt x="7928" y="94085"/>
                      </a:cubicBezTo>
                      <a:cubicBezTo>
                        <a:pt x="10277" y="94218"/>
                        <a:pt x="12538" y="93066"/>
                        <a:pt x="14489" y="91691"/>
                      </a:cubicBezTo>
                      <a:cubicBezTo>
                        <a:pt x="26680" y="83047"/>
                        <a:pt x="30581" y="65536"/>
                        <a:pt x="43525" y="58088"/>
                      </a:cubicBezTo>
                      <a:cubicBezTo>
                        <a:pt x="47737" y="55694"/>
                        <a:pt x="52569" y="54542"/>
                        <a:pt x="56825" y="52193"/>
                      </a:cubicBezTo>
                      <a:cubicBezTo>
                        <a:pt x="67109" y="46474"/>
                        <a:pt x="72340" y="32997"/>
                        <a:pt x="68617" y="21782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71" name="Forme libre : forme 18670">
                  <a:extLst>
                    <a:ext uri="{FF2B5EF4-FFF2-40B4-BE49-F238E27FC236}">
                      <a16:creationId xmlns:a16="http://schemas.microsoft.com/office/drawing/2014/main" id="{EAB6C305-13D9-4E4B-9298-9F6288A1DEE0}"/>
                    </a:ext>
                  </a:extLst>
                </p:cNvPr>
                <p:cNvSpPr/>
                <p:nvPr/>
              </p:nvSpPr>
              <p:spPr>
                <a:xfrm>
                  <a:off x="5477910" y="6335116"/>
                  <a:ext cx="104491" cy="84108"/>
                </a:xfrm>
                <a:custGeom>
                  <a:avLst/>
                  <a:gdLst>
                    <a:gd name="connsiteX0" fmla="*/ 85897 w 104491"/>
                    <a:gd name="connsiteY0" fmla="*/ 0 h 84108"/>
                    <a:gd name="connsiteX1" fmla="*/ 28488 w 104491"/>
                    <a:gd name="connsiteY1" fmla="*/ 35642 h 84108"/>
                    <a:gd name="connsiteX2" fmla="*/ 7608 w 104491"/>
                    <a:gd name="connsiteY2" fmla="*/ 45616 h 84108"/>
                    <a:gd name="connsiteX3" fmla="*/ 1313 w 104491"/>
                    <a:gd name="connsiteY3" fmla="*/ 66230 h 84108"/>
                    <a:gd name="connsiteX4" fmla="*/ 17317 w 104491"/>
                    <a:gd name="connsiteY4" fmla="*/ 76648 h 84108"/>
                    <a:gd name="connsiteX5" fmla="*/ 52338 w 104491"/>
                    <a:gd name="connsiteY5" fmla="*/ 84051 h 84108"/>
                    <a:gd name="connsiteX6" fmla="*/ 86296 w 104491"/>
                    <a:gd name="connsiteY6" fmla="*/ 74742 h 84108"/>
                    <a:gd name="connsiteX7" fmla="*/ 103629 w 104491"/>
                    <a:gd name="connsiteY7" fmla="*/ 45084 h 84108"/>
                    <a:gd name="connsiteX8" fmla="*/ 100038 w 104491"/>
                    <a:gd name="connsiteY8" fmla="*/ 10462 h 8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4491" h="84108">
                      <a:moveTo>
                        <a:pt x="85897" y="0"/>
                      </a:moveTo>
                      <a:cubicBezTo>
                        <a:pt x="67898" y="13654"/>
                        <a:pt x="49545" y="27441"/>
                        <a:pt x="28488" y="35642"/>
                      </a:cubicBezTo>
                      <a:cubicBezTo>
                        <a:pt x="21262" y="38435"/>
                        <a:pt x="13549" y="40696"/>
                        <a:pt x="7608" y="45616"/>
                      </a:cubicBezTo>
                      <a:cubicBezTo>
                        <a:pt x="1668" y="50537"/>
                        <a:pt x="-2145" y="59315"/>
                        <a:pt x="1313" y="66230"/>
                      </a:cubicBezTo>
                      <a:cubicBezTo>
                        <a:pt x="4239" y="72082"/>
                        <a:pt x="11066" y="74698"/>
                        <a:pt x="17317" y="76648"/>
                      </a:cubicBezTo>
                      <a:cubicBezTo>
                        <a:pt x="28710" y="80283"/>
                        <a:pt x="40369" y="83564"/>
                        <a:pt x="52338" y="84051"/>
                      </a:cubicBezTo>
                      <a:cubicBezTo>
                        <a:pt x="64307" y="84539"/>
                        <a:pt x="76720" y="81924"/>
                        <a:pt x="86296" y="74742"/>
                      </a:cubicBezTo>
                      <a:cubicBezTo>
                        <a:pt x="95694" y="67693"/>
                        <a:pt x="101634" y="56655"/>
                        <a:pt x="103629" y="45084"/>
                      </a:cubicBezTo>
                      <a:cubicBezTo>
                        <a:pt x="105668" y="33514"/>
                        <a:pt x="103939" y="21545"/>
                        <a:pt x="100038" y="10462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72" name="Forme libre : forme 18671">
                  <a:extLst>
                    <a:ext uri="{FF2B5EF4-FFF2-40B4-BE49-F238E27FC236}">
                      <a16:creationId xmlns:a16="http://schemas.microsoft.com/office/drawing/2014/main" id="{C638EBED-336C-4FDC-BFCE-745E9DF796EF}"/>
                    </a:ext>
                  </a:extLst>
                </p:cNvPr>
                <p:cNvSpPr/>
                <p:nvPr/>
              </p:nvSpPr>
              <p:spPr>
                <a:xfrm>
                  <a:off x="5570965" y="6254721"/>
                  <a:ext cx="32852" cy="54126"/>
                </a:xfrm>
                <a:custGeom>
                  <a:avLst/>
                  <a:gdLst>
                    <a:gd name="connsiteX0" fmla="*/ 866 w 32852"/>
                    <a:gd name="connsiteY0" fmla="*/ 40098 h 54126"/>
                    <a:gd name="connsiteX1" fmla="*/ 4102 w 32852"/>
                    <a:gd name="connsiteY1" fmla="*/ 49807 h 54126"/>
                    <a:gd name="connsiteX2" fmla="*/ 15583 w 32852"/>
                    <a:gd name="connsiteY2" fmla="*/ 54018 h 54126"/>
                    <a:gd name="connsiteX3" fmla="*/ 18864 w 32852"/>
                    <a:gd name="connsiteY3" fmla="*/ 6318 h 54126"/>
                    <a:gd name="connsiteX4" fmla="*/ 866 w 32852"/>
                    <a:gd name="connsiteY4" fmla="*/ 40098 h 54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852" h="54126">
                      <a:moveTo>
                        <a:pt x="866" y="40098"/>
                      </a:moveTo>
                      <a:cubicBezTo>
                        <a:pt x="1309" y="43512"/>
                        <a:pt x="1929" y="47103"/>
                        <a:pt x="4102" y="49807"/>
                      </a:cubicBezTo>
                      <a:cubicBezTo>
                        <a:pt x="6761" y="53132"/>
                        <a:pt x="11372" y="54550"/>
                        <a:pt x="15583" y="54018"/>
                      </a:cubicBezTo>
                      <a:cubicBezTo>
                        <a:pt x="44221" y="50604"/>
                        <a:pt x="31365" y="19528"/>
                        <a:pt x="18864" y="6318"/>
                      </a:cubicBezTo>
                      <a:cubicBezTo>
                        <a:pt x="-2459" y="-16158"/>
                        <a:pt x="-730" y="27597"/>
                        <a:pt x="866" y="4009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73" name="Forme libre : forme 18672">
                  <a:extLst>
                    <a:ext uri="{FF2B5EF4-FFF2-40B4-BE49-F238E27FC236}">
                      <a16:creationId xmlns:a16="http://schemas.microsoft.com/office/drawing/2014/main" id="{9DEF34A6-E13C-4F28-83F6-C1142F70AF2F}"/>
                    </a:ext>
                  </a:extLst>
                </p:cNvPr>
                <p:cNvSpPr/>
                <p:nvPr/>
              </p:nvSpPr>
              <p:spPr>
                <a:xfrm>
                  <a:off x="5649910" y="6265108"/>
                  <a:ext cx="56272" cy="87252"/>
                </a:xfrm>
                <a:custGeom>
                  <a:avLst/>
                  <a:gdLst>
                    <a:gd name="connsiteX0" fmla="*/ 40505 w 56272"/>
                    <a:gd name="connsiteY0" fmla="*/ 9008 h 87252"/>
                    <a:gd name="connsiteX1" fmla="*/ 9385 w 56272"/>
                    <a:gd name="connsiteY1" fmla="*/ 275 h 87252"/>
                    <a:gd name="connsiteX2" fmla="*/ 6902 w 56272"/>
                    <a:gd name="connsiteY2" fmla="*/ 186 h 87252"/>
                    <a:gd name="connsiteX3" fmla="*/ 5351 w 56272"/>
                    <a:gd name="connsiteY3" fmla="*/ 3289 h 87252"/>
                    <a:gd name="connsiteX4" fmla="*/ 120 w 56272"/>
                    <a:gd name="connsiteY4" fmla="*/ 61939 h 87252"/>
                    <a:gd name="connsiteX5" fmla="*/ 1804 w 56272"/>
                    <a:gd name="connsiteY5" fmla="*/ 76480 h 87252"/>
                    <a:gd name="connsiteX6" fmla="*/ 20290 w 56272"/>
                    <a:gd name="connsiteY6" fmla="*/ 87252 h 87252"/>
                    <a:gd name="connsiteX7" fmla="*/ 41037 w 56272"/>
                    <a:gd name="connsiteY7" fmla="*/ 79184 h 87252"/>
                    <a:gd name="connsiteX8" fmla="*/ 55267 w 56272"/>
                    <a:gd name="connsiteY8" fmla="*/ 59457 h 87252"/>
                    <a:gd name="connsiteX9" fmla="*/ 54292 w 56272"/>
                    <a:gd name="connsiteY9" fmla="*/ 36715 h 87252"/>
                    <a:gd name="connsiteX10" fmla="*/ 49726 w 56272"/>
                    <a:gd name="connsiteY10" fmla="*/ 20312 h 87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6272" h="87252">
                      <a:moveTo>
                        <a:pt x="40505" y="9008"/>
                      </a:moveTo>
                      <a:cubicBezTo>
                        <a:pt x="30132" y="6082"/>
                        <a:pt x="19758" y="3201"/>
                        <a:pt x="9385" y="275"/>
                      </a:cubicBezTo>
                      <a:cubicBezTo>
                        <a:pt x="8587" y="53"/>
                        <a:pt x="7656" y="-169"/>
                        <a:pt x="6902" y="186"/>
                      </a:cubicBezTo>
                      <a:cubicBezTo>
                        <a:pt x="5794" y="674"/>
                        <a:pt x="5484" y="2092"/>
                        <a:pt x="5351" y="3289"/>
                      </a:cubicBezTo>
                      <a:cubicBezTo>
                        <a:pt x="2735" y="22751"/>
                        <a:pt x="962" y="42301"/>
                        <a:pt x="120" y="61939"/>
                      </a:cubicBezTo>
                      <a:cubicBezTo>
                        <a:pt x="-102" y="66860"/>
                        <a:pt x="-235" y="72002"/>
                        <a:pt x="1804" y="76480"/>
                      </a:cubicBezTo>
                      <a:cubicBezTo>
                        <a:pt x="4907" y="83351"/>
                        <a:pt x="12754" y="87296"/>
                        <a:pt x="20290" y="87252"/>
                      </a:cubicBezTo>
                      <a:cubicBezTo>
                        <a:pt x="27826" y="87208"/>
                        <a:pt x="35052" y="83750"/>
                        <a:pt x="41037" y="79184"/>
                      </a:cubicBezTo>
                      <a:cubicBezTo>
                        <a:pt x="47598" y="74175"/>
                        <a:pt x="53184" y="67436"/>
                        <a:pt x="55267" y="59457"/>
                      </a:cubicBezTo>
                      <a:cubicBezTo>
                        <a:pt x="57218" y="52053"/>
                        <a:pt x="56021" y="44207"/>
                        <a:pt x="54292" y="36715"/>
                      </a:cubicBezTo>
                      <a:cubicBezTo>
                        <a:pt x="53051" y="31174"/>
                        <a:pt x="51499" y="25721"/>
                        <a:pt x="49726" y="20312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74" name="Forme libre : forme 18673">
                  <a:extLst>
                    <a:ext uri="{FF2B5EF4-FFF2-40B4-BE49-F238E27FC236}">
                      <a16:creationId xmlns:a16="http://schemas.microsoft.com/office/drawing/2014/main" id="{87773BA5-58E5-4033-8A35-56BB2D000DA3}"/>
                    </a:ext>
                  </a:extLst>
                </p:cNvPr>
                <p:cNvSpPr/>
                <p:nvPr/>
              </p:nvSpPr>
              <p:spPr>
                <a:xfrm>
                  <a:off x="5545929" y="6442196"/>
                  <a:ext cx="65213" cy="41824"/>
                </a:xfrm>
                <a:custGeom>
                  <a:avLst/>
                  <a:gdLst>
                    <a:gd name="connsiteX0" fmla="*/ 21911 w 65213"/>
                    <a:gd name="connsiteY0" fmla="*/ 2063 h 41824"/>
                    <a:gd name="connsiteX1" fmla="*/ 5952 w 65213"/>
                    <a:gd name="connsiteY1" fmla="*/ 8402 h 41824"/>
                    <a:gd name="connsiteX2" fmla="*/ 987 w 65213"/>
                    <a:gd name="connsiteY2" fmla="*/ 18066 h 41824"/>
                    <a:gd name="connsiteX3" fmla="*/ 810 w 65213"/>
                    <a:gd name="connsiteY3" fmla="*/ 29637 h 41824"/>
                    <a:gd name="connsiteX4" fmla="*/ 20360 w 65213"/>
                    <a:gd name="connsiteY4" fmla="*/ 41118 h 41824"/>
                    <a:gd name="connsiteX5" fmla="*/ 65001 w 65213"/>
                    <a:gd name="connsiteY5" fmla="*/ 15539 h 41824"/>
                    <a:gd name="connsiteX6" fmla="*/ 21911 w 65213"/>
                    <a:gd name="connsiteY6" fmla="*/ 2063 h 41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213" h="41824">
                      <a:moveTo>
                        <a:pt x="21911" y="2063"/>
                      </a:moveTo>
                      <a:cubicBezTo>
                        <a:pt x="16148" y="2905"/>
                        <a:pt x="10030" y="4191"/>
                        <a:pt x="5952" y="8402"/>
                      </a:cubicBezTo>
                      <a:cubicBezTo>
                        <a:pt x="3381" y="11017"/>
                        <a:pt x="1962" y="14520"/>
                        <a:pt x="987" y="18066"/>
                      </a:cubicBezTo>
                      <a:cubicBezTo>
                        <a:pt x="-33" y="21834"/>
                        <a:pt x="-520" y="25958"/>
                        <a:pt x="810" y="29637"/>
                      </a:cubicBezTo>
                      <a:cubicBezTo>
                        <a:pt x="3558" y="37128"/>
                        <a:pt x="12469" y="40054"/>
                        <a:pt x="20360" y="41118"/>
                      </a:cubicBezTo>
                      <a:cubicBezTo>
                        <a:pt x="38269" y="43601"/>
                        <a:pt x="68015" y="40542"/>
                        <a:pt x="65001" y="15539"/>
                      </a:cubicBezTo>
                      <a:cubicBezTo>
                        <a:pt x="62518" y="-5030"/>
                        <a:pt x="36186" y="23"/>
                        <a:pt x="21911" y="2063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75" name="Forme libre : forme 18674">
                  <a:extLst>
                    <a:ext uri="{FF2B5EF4-FFF2-40B4-BE49-F238E27FC236}">
                      <a16:creationId xmlns:a16="http://schemas.microsoft.com/office/drawing/2014/main" id="{A7DDE9A3-DCDE-435C-9FA5-AB6C3A5B4C30}"/>
                    </a:ext>
                  </a:extLst>
                </p:cNvPr>
                <p:cNvSpPr/>
                <p:nvPr/>
              </p:nvSpPr>
              <p:spPr>
                <a:xfrm>
                  <a:off x="5651205" y="6384919"/>
                  <a:ext cx="57820" cy="44133"/>
                </a:xfrm>
                <a:custGeom>
                  <a:avLst/>
                  <a:gdLst>
                    <a:gd name="connsiteX0" fmla="*/ 5298 w 57820"/>
                    <a:gd name="connsiteY0" fmla="*/ 21924 h 44133"/>
                    <a:gd name="connsiteX1" fmla="*/ 288 w 57820"/>
                    <a:gd name="connsiteY1" fmla="*/ 35534 h 44133"/>
                    <a:gd name="connsiteX2" fmla="*/ 14829 w 57820"/>
                    <a:gd name="connsiteY2" fmla="*/ 44134 h 44133"/>
                    <a:gd name="connsiteX3" fmla="*/ 56633 w 57820"/>
                    <a:gd name="connsiteY3" fmla="*/ 7827 h 44133"/>
                    <a:gd name="connsiteX4" fmla="*/ 5298 w 57820"/>
                    <a:gd name="connsiteY4" fmla="*/ 21924 h 44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820" h="44133">
                      <a:moveTo>
                        <a:pt x="5298" y="21924"/>
                      </a:moveTo>
                      <a:cubicBezTo>
                        <a:pt x="2017" y="25736"/>
                        <a:pt x="-953" y="30657"/>
                        <a:pt x="288" y="35534"/>
                      </a:cubicBezTo>
                      <a:cubicBezTo>
                        <a:pt x="1796" y="41429"/>
                        <a:pt x="8756" y="44134"/>
                        <a:pt x="14829" y="44134"/>
                      </a:cubicBezTo>
                      <a:cubicBezTo>
                        <a:pt x="27951" y="44134"/>
                        <a:pt x="64878" y="24406"/>
                        <a:pt x="56633" y="7827"/>
                      </a:cubicBezTo>
                      <a:cubicBezTo>
                        <a:pt x="46570" y="-12477"/>
                        <a:pt x="13854" y="11994"/>
                        <a:pt x="5298" y="2192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76" name="Forme libre : forme 18675">
                  <a:extLst>
                    <a:ext uri="{FF2B5EF4-FFF2-40B4-BE49-F238E27FC236}">
                      <a16:creationId xmlns:a16="http://schemas.microsoft.com/office/drawing/2014/main" id="{45873441-F680-47F4-B0BC-837F7AB3C284}"/>
                    </a:ext>
                  </a:extLst>
                </p:cNvPr>
                <p:cNvSpPr/>
                <p:nvPr/>
              </p:nvSpPr>
              <p:spPr>
                <a:xfrm>
                  <a:off x="5642815" y="6456006"/>
                  <a:ext cx="62939" cy="71647"/>
                </a:xfrm>
                <a:custGeom>
                  <a:avLst/>
                  <a:gdLst>
                    <a:gd name="connsiteX0" fmla="*/ 57974 w 62939"/>
                    <a:gd name="connsiteY0" fmla="*/ 0 h 71647"/>
                    <a:gd name="connsiteX1" fmla="*/ 25701 w 62939"/>
                    <a:gd name="connsiteY1" fmla="*/ 13034 h 71647"/>
                    <a:gd name="connsiteX2" fmla="*/ 10274 w 62939"/>
                    <a:gd name="connsiteY2" fmla="*/ 32983 h 71647"/>
                    <a:gd name="connsiteX3" fmla="*/ 698 w 62939"/>
                    <a:gd name="connsiteY3" fmla="*/ 50981 h 71647"/>
                    <a:gd name="connsiteX4" fmla="*/ 6018 w 62939"/>
                    <a:gd name="connsiteY4" fmla="*/ 69422 h 71647"/>
                    <a:gd name="connsiteX5" fmla="*/ 20381 w 62939"/>
                    <a:gd name="connsiteY5" fmla="*/ 70442 h 71647"/>
                    <a:gd name="connsiteX6" fmla="*/ 32838 w 62939"/>
                    <a:gd name="connsiteY6" fmla="*/ 62241 h 71647"/>
                    <a:gd name="connsiteX7" fmla="*/ 52167 w 62939"/>
                    <a:gd name="connsiteY7" fmla="*/ 37903 h 71647"/>
                    <a:gd name="connsiteX8" fmla="*/ 62939 w 62939"/>
                    <a:gd name="connsiteY8" fmla="*/ 10241 h 71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939" h="71647">
                      <a:moveTo>
                        <a:pt x="57974" y="0"/>
                      </a:moveTo>
                      <a:cubicBezTo>
                        <a:pt x="47867" y="5808"/>
                        <a:pt x="35099" y="6162"/>
                        <a:pt x="25701" y="13034"/>
                      </a:cubicBezTo>
                      <a:cubicBezTo>
                        <a:pt x="18874" y="18043"/>
                        <a:pt x="14796" y="25845"/>
                        <a:pt x="10274" y="32983"/>
                      </a:cubicBezTo>
                      <a:cubicBezTo>
                        <a:pt x="6595" y="38746"/>
                        <a:pt x="2427" y="44375"/>
                        <a:pt x="698" y="50981"/>
                      </a:cubicBezTo>
                      <a:cubicBezTo>
                        <a:pt x="-1030" y="57586"/>
                        <a:pt x="344" y="65610"/>
                        <a:pt x="6018" y="69422"/>
                      </a:cubicBezTo>
                      <a:cubicBezTo>
                        <a:pt x="10141" y="72215"/>
                        <a:pt x="15727" y="72171"/>
                        <a:pt x="20381" y="70442"/>
                      </a:cubicBezTo>
                      <a:cubicBezTo>
                        <a:pt x="25080" y="68713"/>
                        <a:pt x="29026" y="65521"/>
                        <a:pt x="32838" y="62241"/>
                      </a:cubicBezTo>
                      <a:cubicBezTo>
                        <a:pt x="40774" y="55414"/>
                        <a:pt x="48443" y="47656"/>
                        <a:pt x="52167" y="37903"/>
                      </a:cubicBezTo>
                      <a:cubicBezTo>
                        <a:pt x="55713" y="28549"/>
                        <a:pt x="55758" y="17200"/>
                        <a:pt x="62939" y="10241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77" name="Forme libre : forme 18676">
                  <a:extLst>
                    <a:ext uri="{FF2B5EF4-FFF2-40B4-BE49-F238E27FC236}">
                      <a16:creationId xmlns:a16="http://schemas.microsoft.com/office/drawing/2014/main" id="{1DB174DA-D583-48C1-A5C6-DCB27FE1B636}"/>
                    </a:ext>
                  </a:extLst>
                </p:cNvPr>
                <p:cNvSpPr/>
                <p:nvPr/>
              </p:nvSpPr>
              <p:spPr>
                <a:xfrm>
                  <a:off x="5722571" y="6438057"/>
                  <a:ext cx="70984" cy="84947"/>
                </a:xfrm>
                <a:custGeom>
                  <a:avLst/>
                  <a:gdLst>
                    <a:gd name="connsiteX0" fmla="*/ 21485 w 70984"/>
                    <a:gd name="connsiteY0" fmla="*/ 20388 h 84947"/>
                    <a:gd name="connsiteX1" fmla="*/ 694 w 70984"/>
                    <a:gd name="connsiteY1" fmla="*/ 62413 h 84947"/>
                    <a:gd name="connsiteX2" fmla="*/ 871 w 70984"/>
                    <a:gd name="connsiteY2" fmla="*/ 75402 h 84947"/>
                    <a:gd name="connsiteX3" fmla="*/ 9471 w 70984"/>
                    <a:gd name="connsiteY3" fmla="*/ 84534 h 84947"/>
                    <a:gd name="connsiteX4" fmla="*/ 18958 w 70984"/>
                    <a:gd name="connsiteY4" fmla="*/ 83958 h 84947"/>
                    <a:gd name="connsiteX5" fmla="*/ 70648 w 70984"/>
                    <a:gd name="connsiteY5" fmla="*/ 23890 h 84947"/>
                    <a:gd name="connsiteX6" fmla="*/ 56683 w 70984"/>
                    <a:gd name="connsiteY6" fmla="*/ 173 h 84947"/>
                    <a:gd name="connsiteX7" fmla="*/ 21485 w 70984"/>
                    <a:gd name="connsiteY7" fmla="*/ 20388 h 84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0984" h="84947">
                      <a:moveTo>
                        <a:pt x="21485" y="20388"/>
                      </a:moveTo>
                      <a:cubicBezTo>
                        <a:pt x="12663" y="33421"/>
                        <a:pt x="3619" y="46942"/>
                        <a:pt x="694" y="62413"/>
                      </a:cubicBezTo>
                      <a:cubicBezTo>
                        <a:pt x="-105" y="66713"/>
                        <a:pt x="-415" y="71235"/>
                        <a:pt x="871" y="75402"/>
                      </a:cubicBezTo>
                      <a:cubicBezTo>
                        <a:pt x="2156" y="79569"/>
                        <a:pt x="5304" y="83382"/>
                        <a:pt x="9471" y="84534"/>
                      </a:cubicBezTo>
                      <a:cubicBezTo>
                        <a:pt x="12574" y="85377"/>
                        <a:pt x="15855" y="84801"/>
                        <a:pt x="18958" y="83958"/>
                      </a:cubicBezTo>
                      <a:cubicBezTo>
                        <a:pt x="46266" y="76688"/>
                        <a:pt x="66880" y="51774"/>
                        <a:pt x="70648" y="23890"/>
                      </a:cubicBezTo>
                      <a:cubicBezTo>
                        <a:pt x="72111" y="13028"/>
                        <a:pt x="69052" y="1503"/>
                        <a:pt x="56683" y="173"/>
                      </a:cubicBezTo>
                      <a:cubicBezTo>
                        <a:pt x="41522" y="-1468"/>
                        <a:pt x="29331" y="8817"/>
                        <a:pt x="21485" y="2038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78" name="Forme libre : forme 18677">
                  <a:extLst>
                    <a:ext uri="{FF2B5EF4-FFF2-40B4-BE49-F238E27FC236}">
                      <a16:creationId xmlns:a16="http://schemas.microsoft.com/office/drawing/2014/main" id="{C6F6C6F5-7D27-4C20-A5FA-5D39098CC998}"/>
                    </a:ext>
                  </a:extLst>
                </p:cNvPr>
                <p:cNvSpPr/>
                <p:nvPr/>
              </p:nvSpPr>
              <p:spPr>
                <a:xfrm>
                  <a:off x="5771076" y="6280519"/>
                  <a:ext cx="50558" cy="109643"/>
                </a:xfrm>
                <a:custGeom>
                  <a:avLst/>
                  <a:gdLst>
                    <a:gd name="connsiteX0" fmla="*/ 2682 w 50558"/>
                    <a:gd name="connsiteY0" fmla="*/ 39258 h 109643"/>
                    <a:gd name="connsiteX1" fmla="*/ 22 w 50558"/>
                    <a:gd name="connsiteY1" fmla="*/ 77605 h 109643"/>
                    <a:gd name="connsiteX2" fmla="*/ 5785 w 50558"/>
                    <a:gd name="connsiteY2" fmla="*/ 103671 h 109643"/>
                    <a:gd name="connsiteX3" fmla="*/ 12524 w 50558"/>
                    <a:gd name="connsiteY3" fmla="*/ 109390 h 109643"/>
                    <a:gd name="connsiteX4" fmla="*/ 22808 w 50558"/>
                    <a:gd name="connsiteY4" fmla="*/ 105445 h 109643"/>
                    <a:gd name="connsiteX5" fmla="*/ 27906 w 50558"/>
                    <a:gd name="connsiteY5" fmla="*/ 95115 h 109643"/>
                    <a:gd name="connsiteX6" fmla="*/ 45860 w 50558"/>
                    <a:gd name="connsiteY6" fmla="*/ 43204 h 109643"/>
                    <a:gd name="connsiteX7" fmla="*/ 48875 w 50558"/>
                    <a:gd name="connsiteY7" fmla="*/ 9512 h 109643"/>
                    <a:gd name="connsiteX8" fmla="*/ 22454 w 50558"/>
                    <a:gd name="connsiteY8" fmla="*/ 3306 h 109643"/>
                    <a:gd name="connsiteX9" fmla="*/ 2682 w 50558"/>
                    <a:gd name="connsiteY9" fmla="*/ 39258 h 109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558" h="109643">
                      <a:moveTo>
                        <a:pt x="2682" y="39258"/>
                      </a:moveTo>
                      <a:cubicBezTo>
                        <a:pt x="731" y="51937"/>
                        <a:pt x="-155" y="64793"/>
                        <a:pt x="22" y="77605"/>
                      </a:cubicBezTo>
                      <a:cubicBezTo>
                        <a:pt x="155" y="86604"/>
                        <a:pt x="953" y="96047"/>
                        <a:pt x="5785" y="103671"/>
                      </a:cubicBezTo>
                      <a:cubicBezTo>
                        <a:pt x="7381" y="106198"/>
                        <a:pt x="9598" y="108592"/>
                        <a:pt x="12524" y="109390"/>
                      </a:cubicBezTo>
                      <a:cubicBezTo>
                        <a:pt x="16247" y="110365"/>
                        <a:pt x="20281" y="108415"/>
                        <a:pt x="22808" y="105445"/>
                      </a:cubicBezTo>
                      <a:cubicBezTo>
                        <a:pt x="25335" y="102519"/>
                        <a:pt x="26621" y="98751"/>
                        <a:pt x="27906" y="95115"/>
                      </a:cubicBezTo>
                      <a:cubicBezTo>
                        <a:pt x="33891" y="77827"/>
                        <a:pt x="40363" y="60671"/>
                        <a:pt x="45860" y="43204"/>
                      </a:cubicBezTo>
                      <a:cubicBezTo>
                        <a:pt x="49008" y="33185"/>
                        <a:pt x="52820" y="19886"/>
                        <a:pt x="48875" y="9512"/>
                      </a:cubicBezTo>
                      <a:cubicBezTo>
                        <a:pt x="44530" y="-1969"/>
                        <a:pt x="32206" y="-1748"/>
                        <a:pt x="22454" y="3306"/>
                      </a:cubicBezTo>
                      <a:cubicBezTo>
                        <a:pt x="9021" y="10178"/>
                        <a:pt x="4854" y="25472"/>
                        <a:pt x="2682" y="3925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79" name="Forme libre : forme 18678">
                  <a:extLst>
                    <a:ext uri="{FF2B5EF4-FFF2-40B4-BE49-F238E27FC236}">
                      <a16:creationId xmlns:a16="http://schemas.microsoft.com/office/drawing/2014/main" id="{3771115D-D7B9-43FD-AB6D-052842D4BB10}"/>
                    </a:ext>
                  </a:extLst>
                </p:cNvPr>
                <p:cNvSpPr/>
                <p:nvPr/>
              </p:nvSpPr>
              <p:spPr>
                <a:xfrm>
                  <a:off x="5824230" y="6344735"/>
                  <a:ext cx="75915" cy="92366"/>
                </a:xfrm>
                <a:custGeom>
                  <a:avLst/>
                  <a:gdLst>
                    <a:gd name="connsiteX0" fmla="*/ 59380 w 75915"/>
                    <a:gd name="connsiteY0" fmla="*/ 0 h 92366"/>
                    <a:gd name="connsiteX1" fmla="*/ 60134 w 75915"/>
                    <a:gd name="connsiteY1" fmla="*/ 0 h 92366"/>
                    <a:gd name="connsiteX2" fmla="*/ 16601 w 75915"/>
                    <a:gd name="connsiteY2" fmla="*/ 27973 h 92366"/>
                    <a:gd name="connsiteX3" fmla="*/ 907 w 75915"/>
                    <a:gd name="connsiteY3" fmla="*/ 67339 h 92366"/>
                    <a:gd name="connsiteX4" fmla="*/ 7601 w 75915"/>
                    <a:gd name="connsiteY4" fmla="*/ 80106 h 92366"/>
                    <a:gd name="connsiteX5" fmla="*/ 20191 w 75915"/>
                    <a:gd name="connsiteY5" fmla="*/ 91012 h 92366"/>
                    <a:gd name="connsiteX6" fmla="*/ 47987 w 75915"/>
                    <a:gd name="connsiteY6" fmla="*/ 82234 h 92366"/>
                    <a:gd name="connsiteX7" fmla="*/ 61286 w 75915"/>
                    <a:gd name="connsiteY7" fmla="*/ 54394 h 92366"/>
                    <a:gd name="connsiteX8" fmla="*/ 75915 w 75915"/>
                    <a:gd name="connsiteY8" fmla="*/ 8423 h 92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915" h="92366">
                      <a:moveTo>
                        <a:pt x="59380" y="0"/>
                      </a:moveTo>
                      <a:cubicBezTo>
                        <a:pt x="59646" y="0"/>
                        <a:pt x="59868" y="0"/>
                        <a:pt x="60134" y="0"/>
                      </a:cubicBezTo>
                      <a:cubicBezTo>
                        <a:pt x="43908" y="6206"/>
                        <a:pt x="28880" y="15649"/>
                        <a:pt x="16601" y="27973"/>
                      </a:cubicBezTo>
                      <a:cubicBezTo>
                        <a:pt x="6094" y="38435"/>
                        <a:pt x="-2949" y="53064"/>
                        <a:pt x="907" y="67339"/>
                      </a:cubicBezTo>
                      <a:cubicBezTo>
                        <a:pt x="2149" y="71993"/>
                        <a:pt x="4720" y="76205"/>
                        <a:pt x="7601" y="80106"/>
                      </a:cubicBezTo>
                      <a:cubicBezTo>
                        <a:pt x="10971" y="84628"/>
                        <a:pt x="14960" y="88928"/>
                        <a:pt x="20191" y="91012"/>
                      </a:cubicBezTo>
                      <a:cubicBezTo>
                        <a:pt x="29811" y="94868"/>
                        <a:pt x="41160" y="90036"/>
                        <a:pt x="47987" y="82234"/>
                      </a:cubicBezTo>
                      <a:cubicBezTo>
                        <a:pt x="54814" y="74432"/>
                        <a:pt x="58139" y="64280"/>
                        <a:pt x="61286" y="54394"/>
                      </a:cubicBezTo>
                      <a:cubicBezTo>
                        <a:pt x="66163" y="39056"/>
                        <a:pt x="71039" y="23761"/>
                        <a:pt x="75915" y="8423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80" name="Forme libre : forme 18679">
                  <a:extLst>
                    <a:ext uri="{FF2B5EF4-FFF2-40B4-BE49-F238E27FC236}">
                      <a16:creationId xmlns:a16="http://schemas.microsoft.com/office/drawing/2014/main" id="{6F1D1256-4883-49C1-990E-FA2A81D257B4}"/>
                    </a:ext>
                  </a:extLst>
                </p:cNvPr>
                <p:cNvSpPr/>
                <p:nvPr/>
              </p:nvSpPr>
              <p:spPr>
                <a:xfrm>
                  <a:off x="5907228" y="6278572"/>
                  <a:ext cx="73733" cy="52120"/>
                </a:xfrm>
                <a:custGeom>
                  <a:avLst/>
                  <a:gdLst>
                    <a:gd name="connsiteX0" fmla="*/ 52454 w 73733"/>
                    <a:gd name="connsiteY0" fmla="*/ 1308 h 52120"/>
                    <a:gd name="connsiteX1" fmla="*/ 44297 w 73733"/>
                    <a:gd name="connsiteY1" fmla="*/ 687 h 52120"/>
                    <a:gd name="connsiteX2" fmla="*/ 26299 w 73733"/>
                    <a:gd name="connsiteY2" fmla="*/ 5564 h 52120"/>
                    <a:gd name="connsiteX3" fmla="*/ 15970 w 73733"/>
                    <a:gd name="connsiteY3" fmla="*/ 9642 h 52120"/>
                    <a:gd name="connsiteX4" fmla="*/ 7724 w 73733"/>
                    <a:gd name="connsiteY4" fmla="*/ 19129 h 52120"/>
                    <a:gd name="connsiteX5" fmla="*/ 897 w 73733"/>
                    <a:gd name="connsiteY5" fmla="*/ 29325 h 52120"/>
                    <a:gd name="connsiteX6" fmla="*/ 11 w 73733"/>
                    <a:gd name="connsiteY6" fmla="*/ 31674 h 52120"/>
                    <a:gd name="connsiteX7" fmla="*/ 1784 w 73733"/>
                    <a:gd name="connsiteY7" fmla="*/ 33979 h 52120"/>
                    <a:gd name="connsiteX8" fmla="*/ 36983 w 73733"/>
                    <a:gd name="connsiteY8" fmla="*/ 43156 h 52120"/>
                    <a:gd name="connsiteX9" fmla="*/ 56400 w 73733"/>
                    <a:gd name="connsiteY9" fmla="*/ 52111 h 52120"/>
                    <a:gd name="connsiteX10" fmla="*/ 73689 w 73733"/>
                    <a:gd name="connsiteY10" fmla="*/ 33359 h 52120"/>
                    <a:gd name="connsiteX11" fmla="*/ 65753 w 73733"/>
                    <a:gd name="connsiteY11" fmla="*/ 6583 h 52120"/>
                    <a:gd name="connsiteX12" fmla="*/ 52454 w 73733"/>
                    <a:gd name="connsiteY12" fmla="*/ 1308 h 52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3733" h="52120">
                      <a:moveTo>
                        <a:pt x="52454" y="1308"/>
                      </a:moveTo>
                      <a:cubicBezTo>
                        <a:pt x="50370" y="-643"/>
                        <a:pt x="47046" y="-22"/>
                        <a:pt x="44297" y="687"/>
                      </a:cubicBezTo>
                      <a:cubicBezTo>
                        <a:pt x="38312" y="2283"/>
                        <a:pt x="32328" y="3923"/>
                        <a:pt x="26299" y="5564"/>
                      </a:cubicBezTo>
                      <a:cubicBezTo>
                        <a:pt x="22708" y="6539"/>
                        <a:pt x="19028" y="7558"/>
                        <a:pt x="15970" y="9642"/>
                      </a:cubicBezTo>
                      <a:cubicBezTo>
                        <a:pt x="12512" y="12036"/>
                        <a:pt x="10074" y="15626"/>
                        <a:pt x="7724" y="19129"/>
                      </a:cubicBezTo>
                      <a:cubicBezTo>
                        <a:pt x="5463" y="22542"/>
                        <a:pt x="3158" y="25911"/>
                        <a:pt x="897" y="29325"/>
                      </a:cubicBezTo>
                      <a:cubicBezTo>
                        <a:pt x="409" y="30034"/>
                        <a:pt x="-78" y="30832"/>
                        <a:pt x="11" y="31674"/>
                      </a:cubicBezTo>
                      <a:cubicBezTo>
                        <a:pt x="99" y="32694"/>
                        <a:pt x="941" y="33403"/>
                        <a:pt x="1784" y="33979"/>
                      </a:cubicBezTo>
                      <a:cubicBezTo>
                        <a:pt x="11802" y="40984"/>
                        <a:pt x="25811" y="38102"/>
                        <a:pt x="36983" y="43156"/>
                      </a:cubicBezTo>
                      <a:cubicBezTo>
                        <a:pt x="43543" y="46126"/>
                        <a:pt x="49218" y="51845"/>
                        <a:pt x="56400" y="52111"/>
                      </a:cubicBezTo>
                      <a:cubicBezTo>
                        <a:pt x="65798" y="52466"/>
                        <a:pt x="73112" y="42757"/>
                        <a:pt x="73689" y="33359"/>
                      </a:cubicBezTo>
                      <a:cubicBezTo>
                        <a:pt x="74221" y="23961"/>
                        <a:pt x="69965" y="15006"/>
                        <a:pt x="65753" y="6583"/>
                      </a:cubicBezTo>
                      <a:cubicBezTo>
                        <a:pt x="65443" y="9243"/>
                        <a:pt x="52764" y="-1352"/>
                        <a:pt x="52454" y="1308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81" name="Forme libre : forme 18680">
                  <a:extLst>
                    <a:ext uri="{FF2B5EF4-FFF2-40B4-BE49-F238E27FC236}">
                      <a16:creationId xmlns:a16="http://schemas.microsoft.com/office/drawing/2014/main" id="{D9786A85-82AA-4867-80D1-DBEB98F5655C}"/>
                    </a:ext>
                  </a:extLst>
                </p:cNvPr>
                <p:cNvSpPr/>
                <p:nvPr/>
              </p:nvSpPr>
              <p:spPr>
                <a:xfrm>
                  <a:off x="5954514" y="6395910"/>
                  <a:ext cx="92903" cy="94918"/>
                </a:xfrm>
                <a:custGeom>
                  <a:avLst/>
                  <a:gdLst>
                    <a:gd name="connsiteX0" fmla="*/ 76452 w 92903"/>
                    <a:gd name="connsiteY0" fmla="*/ 781 h 94918"/>
                    <a:gd name="connsiteX1" fmla="*/ 42007 w 92903"/>
                    <a:gd name="connsiteY1" fmla="*/ 7919 h 94918"/>
                    <a:gd name="connsiteX2" fmla="*/ 15719 w 92903"/>
                    <a:gd name="connsiteY2" fmla="*/ 55131 h 94918"/>
                    <a:gd name="connsiteX3" fmla="*/ 2863 w 92903"/>
                    <a:gd name="connsiteY3" fmla="*/ 71533 h 94918"/>
                    <a:gd name="connsiteX4" fmla="*/ 3262 w 92903"/>
                    <a:gd name="connsiteY4" fmla="*/ 90995 h 94918"/>
                    <a:gd name="connsiteX5" fmla="*/ 18689 w 92903"/>
                    <a:gd name="connsiteY5" fmla="*/ 94098 h 94918"/>
                    <a:gd name="connsiteX6" fmla="*/ 32609 w 92903"/>
                    <a:gd name="connsiteY6" fmla="*/ 85365 h 94918"/>
                    <a:gd name="connsiteX7" fmla="*/ 50385 w 92903"/>
                    <a:gd name="connsiteY7" fmla="*/ 69006 h 94918"/>
                    <a:gd name="connsiteX8" fmla="*/ 61335 w 92903"/>
                    <a:gd name="connsiteY8" fmla="*/ 55352 h 94918"/>
                    <a:gd name="connsiteX9" fmla="*/ 71088 w 92903"/>
                    <a:gd name="connsiteY9" fmla="*/ 38019 h 94918"/>
                    <a:gd name="connsiteX10" fmla="*/ 89352 w 92903"/>
                    <a:gd name="connsiteY10" fmla="*/ 28355 h 94918"/>
                    <a:gd name="connsiteX11" fmla="*/ 92101 w 92903"/>
                    <a:gd name="connsiteY11" fmla="*/ 19799 h 94918"/>
                    <a:gd name="connsiteX12" fmla="*/ 92899 w 92903"/>
                    <a:gd name="connsiteY12" fmla="*/ 5658 h 94918"/>
                    <a:gd name="connsiteX13" fmla="*/ 91835 w 92903"/>
                    <a:gd name="connsiteY13" fmla="*/ 3574 h 94918"/>
                    <a:gd name="connsiteX14" fmla="*/ 91835 w 92903"/>
                    <a:gd name="connsiteY14" fmla="*/ 4682 h 9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2903" h="94918">
                      <a:moveTo>
                        <a:pt x="76452" y="781"/>
                      </a:moveTo>
                      <a:cubicBezTo>
                        <a:pt x="64527" y="-1170"/>
                        <a:pt x="51405" y="293"/>
                        <a:pt x="42007" y="7919"/>
                      </a:cubicBezTo>
                      <a:cubicBezTo>
                        <a:pt x="27865" y="19356"/>
                        <a:pt x="26314" y="40369"/>
                        <a:pt x="15719" y="55131"/>
                      </a:cubicBezTo>
                      <a:cubicBezTo>
                        <a:pt x="11640" y="60761"/>
                        <a:pt x="6276" y="65460"/>
                        <a:pt x="2863" y="71533"/>
                      </a:cubicBezTo>
                      <a:cubicBezTo>
                        <a:pt x="-551" y="77607"/>
                        <a:pt x="-1482" y="85941"/>
                        <a:pt x="3262" y="90995"/>
                      </a:cubicBezTo>
                      <a:cubicBezTo>
                        <a:pt x="7030" y="95028"/>
                        <a:pt x="13413" y="95738"/>
                        <a:pt x="18689" y="94098"/>
                      </a:cubicBezTo>
                      <a:cubicBezTo>
                        <a:pt x="23964" y="92457"/>
                        <a:pt x="28397" y="88911"/>
                        <a:pt x="32609" y="85365"/>
                      </a:cubicBezTo>
                      <a:cubicBezTo>
                        <a:pt x="38726" y="80133"/>
                        <a:pt x="44667" y="74681"/>
                        <a:pt x="50385" y="69006"/>
                      </a:cubicBezTo>
                      <a:cubicBezTo>
                        <a:pt x="54553" y="64884"/>
                        <a:pt x="58631" y="60539"/>
                        <a:pt x="61335" y="55352"/>
                      </a:cubicBezTo>
                      <a:cubicBezTo>
                        <a:pt x="64394" y="49368"/>
                        <a:pt x="65768" y="42098"/>
                        <a:pt x="71088" y="38019"/>
                      </a:cubicBezTo>
                      <a:cubicBezTo>
                        <a:pt x="76629" y="33763"/>
                        <a:pt x="85230" y="33985"/>
                        <a:pt x="89352" y="28355"/>
                      </a:cubicBezTo>
                      <a:cubicBezTo>
                        <a:pt x="91126" y="25917"/>
                        <a:pt x="91702" y="22814"/>
                        <a:pt x="92101" y="19799"/>
                      </a:cubicBezTo>
                      <a:cubicBezTo>
                        <a:pt x="92677" y="15100"/>
                        <a:pt x="92943" y="10401"/>
                        <a:pt x="92899" y="5658"/>
                      </a:cubicBezTo>
                      <a:cubicBezTo>
                        <a:pt x="92899" y="4815"/>
                        <a:pt x="92677" y="3707"/>
                        <a:pt x="91835" y="3574"/>
                      </a:cubicBezTo>
                      <a:cubicBezTo>
                        <a:pt x="90992" y="3441"/>
                        <a:pt x="91259" y="5303"/>
                        <a:pt x="91835" y="4682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82" name="Forme libre : forme 18681">
                  <a:extLst>
                    <a:ext uri="{FF2B5EF4-FFF2-40B4-BE49-F238E27FC236}">
                      <a16:creationId xmlns:a16="http://schemas.microsoft.com/office/drawing/2014/main" id="{B56E6320-F22D-4867-AE81-46128B7FD31C}"/>
                    </a:ext>
                  </a:extLst>
                </p:cNvPr>
                <p:cNvSpPr/>
                <p:nvPr/>
              </p:nvSpPr>
              <p:spPr>
                <a:xfrm>
                  <a:off x="6027569" y="6285970"/>
                  <a:ext cx="79557" cy="83134"/>
                </a:xfrm>
                <a:custGeom>
                  <a:avLst/>
                  <a:gdLst>
                    <a:gd name="connsiteX0" fmla="*/ 43827 w 79557"/>
                    <a:gd name="connsiteY0" fmla="*/ 1180 h 83134"/>
                    <a:gd name="connsiteX1" fmla="*/ 30128 w 79557"/>
                    <a:gd name="connsiteY1" fmla="*/ 9558 h 83134"/>
                    <a:gd name="connsiteX2" fmla="*/ 4150 w 79557"/>
                    <a:gd name="connsiteY2" fmla="*/ 38595 h 83134"/>
                    <a:gd name="connsiteX3" fmla="*/ 6544 w 79557"/>
                    <a:gd name="connsiteY3" fmla="*/ 75656 h 83134"/>
                    <a:gd name="connsiteX4" fmla="*/ 23434 w 79557"/>
                    <a:gd name="connsiteY4" fmla="*/ 83014 h 83134"/>
                    <a:gd name="connsiteX5" fmla="*/ 38418 w 79557"/>
                    <a:gd name="connsiteY5" fmla="*/ 72508 h 83134"/>
                    <a:gd name="connsiteX6" fmla="*/ 46220 w 79557"/>
                    <a:gd name="connsiteY6" fmla="*/ 51495 h 83134"/>
                    <a:gd name="connsiteX7" fmla="*/ 48437 w 79557"/>
                    <a:gd name="connsiteY7" fmla="*/ 33807 h 83134"/>
                    <a:gd name="connsiteX8" fmla="*/ 58146 w 79557"/>
                    <a:gd name="connsiteY8" fmla="*/ 21927 h 83134"/>
                    <a:gd name="connsiteX9" fmla="*/ 79557 w 79557"/>
                    <a:gd name="connsiteY9" fmla="*/ 5790 h 83134"/>
                    <a:gd name="connsiteX10" fmla="*/ 43827 w 79557"/>
                    <a:gd name="connsiteY10" fmla="*/ 1180 h 83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9557" h="83134">
                      <a:moveTo>
                        <a:pt x="43827" y="1180"/>
                      </a:moveTo>
                      <a:cubicBezTo>
                        <a:pt x="38640" y="2731"/>
                        <a:pt x="34295" y="6145"/>
                        <a:pt x="30128" y="9558"/>
                      </a:cubicBezTo>
                      <a:cubicBezTo>
                        <a:pt x="19977" y="17848"/>
                        <a:pt x="9869" y="26847"/>
                        <a:pt x="4150" y="38595"/>
                      </a:cubicBezTo>
                      <a:cubicBezTo>
                        <a:pt x="-1568" y="50387"/>
                        <a:pt x="-1923" y="65681"/>
                        <a:pt x="6544" y="75656"/>
                      </a:cubicBezTo>
                      <a:cubicBezTo>
                        <a:pt x="10711" y="80532"/>
                        <a:pt x="17095" y="83813"/>
                        <a:pt x="23434" y="83014"/>
                      </a:cubicBezTo>
                      <a:cubicBezTo>
                        <a:pt x="29685" y="82217"/>
                        <a:pt x="34828" y="77651"/>
                        <a:pt x="38418" y="72508"/>
                      </a:cubicBezTo>
                      <a:cubicBezTo>
                        <a:pt x="42763" y="66347"/>
                        <a:pt x="45467" y="59032"/>
                        <a:pt x="46220" y="51495"/>
                      </a:cubicBezTo>
                      <a:cubicBezTo>
                        <a:pt x="46797" y="45555"/>
                        <a:pt x="46176" y="39349"/>
                        <a:pt x="48437" y="33807"/>
                      </a:cubicBezTo>
                      <a:cubicBezTo>
                        <a:pt x="50388" y="29020"/>
                        <a:pt x="54244" y="25296"/>
                        <a:pt x="58146" y="21927"/>
                      </a:cubicBezTo>
                      <a:cubicBezTo>
                        <a:pt x="64574" y="16385"/>
                        <a:pt x="74326" y="12041"/>
                        <a:pt x="79557" y="5790"/>
                      </a:cubicBezTo>
                      <a:cubicBezTo>
                        <a:pt x="74814" y="-549"/>
                        <a:pt x="51008" y="-992"/>
                        <a:pt x="43827" y="1180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83" name="Forme libre : forme 18682">
                  <a:extLst>
                    <a:ext uri="{FF2B5EF4-FFF2-40B4-BE49-F238E27FC236}">
                      <a16:creationId xmlns:a16="http://schemas.microsoft.com/office/drawing/2014/main" id="{1316344D-4EB2-4A11-8B24-3339B9F9FAAE}"/>
                    </a:ext>
                  </a:extLst>
                </p:cNvPr>
                <p:cNvSpPr/>
                <p:nvPr/>
              </p:nvSpPr>
              <p:spPr>
                <a:xfrm>
                  <a:off x="6001477" y="6258337"/>
                  <a:ext cx="27314" cy="42275"/>
                </a:xfrm>
                <a:custGeom>
                  <a:avLst/>
                  <a:gdLst>
                    <a:gd name="connsiteX0" fmla="*/ 11447 w 27314"/>
                    <a:gd name="connsiteY0" fmla="*/ 87 h 42275"/>
                    <a:gd name="connsiteX1" fmla="*/ 7457 w 27314"/>
                    <a:gd name="connsiteY1" fmla="*/ 752 h 42275"/>
                    <a:gd name="connsiteX2" fmla="*/ 4531 w 27314"/>
                    <a:gd name="connsiteY2" fmla="*/ 3367 h 42275"/>
                    <a:gd name="connsiteX3" fmla="*/ 9 w 27314"/>
                    <a:gd name="connsiteY3" fmla="*/ 19459 h 42275"/>
                    <a:gd name="connsiteX4" fmla="*/ 3423 w 27314"/>
                    <a:gd name="connsiteY4" fmla="*/ 36083 h 42275"/>
                    <a:gd name="connsiteX5" fmla="*/ 9496 w 27314"/>
                    <a:gd name="connsiteY5" fmla="*/ 42245 h 42275"/>
                    <a:gd name="connsiteX6" fmla="*/ 13974 w 27314"/>
                    <a:gd name="connsiteY6" fmla="*/ 37502 h 42275"/>
                    <a:gd name="connsiteX7" fmla="*/ 26918 w 27314"/>
                    <a:gd name="connsiteY7" fmla="*/ 10017 h 42275"/>
                    <a:gd name="connsiteX8" fmla="*/ 11447 w 27314"/>
                    <a:gd name="connsiteY8" fmla="*/ 87 h 42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14" h="42275">
                      <a:moveTo>
                        <a:pt x="11447" y="87"/>
                      </a:moveTo>
                      <a:cubicBezTo>
                        <a:pt x="10072" y="131"/>
                        <a:pt x="8654" y="175"/>
                        <a:pt x="7457" y="752"/>
                      </a:cubicBezTo>
                      <a:cubicBezTo>
                        <a:pt x="6260" y="1328"/>
                        <a:pt x="5329" y="2303"/>
                        <a:pt x="4531" y="3367"/>
                      </a:cubicBezTo>
                      <a:cubicBezTo>
                        <a:pt x="1162" y="7933"/>
                        <a:pt x="-124" y="13785"/>
                        <a:pt x="9" y="19459"/>
                      </a:cubicBezTo>
                      <a:cubicBezTo>
                        <a:pt x="187" y="25134"/>
                        <a:pt x="1650" y="30675"/>
                        <a:pt x="3423" y="36083"/>
                      </a:cubicBezTo>
                      <a:cubicBezTo>
                        <a:pt x="4398" y="39054"/>
                        <a:pt x="6349" y="42644"/>
                        <a:pt x="9496" y="42245"/>
                      </a:cubicBezTo>
                      <a:cubicBezTo>
                        <a:pt x="11757" y="41935"/>
                        <a:pt x="13087" y="39586"/>
                        <a:pt x="13974" y="37502"/>
                      </a:cubicBezTo>
                      <a:cubicBezTo>
                        <a:pt x="17609" y="29035"/>
                        <a:pt x="24879" y="18750"/>
                        <a:pt x="26918" y="10017"/>
                      </a:cubicBezTo>
                      <a:cubicBezTo>
                        <a:pt x="29401" y="-712"/>
                        <a:pt x="19737" y="-135"/>
                        <a:pt x="11447" y="8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84" name="Forme libre : forme 18683">
                  <a:extLst>
                    <a:ext uri="{FF2B5EF4-FFF2-40B4-BE49-F238E27FC236}">
                      <a16:creationId xmlns:a16="http://schemas.microsoft.com/office/drawing/2014/main" id="{0A5CB3C2-C647-45F2-BDA7-98A362CF89D9}"/>
                    </a:ext>
                  </a:extLst>
                </p:cNvPr>
                <p:cNvSpPr/>
                <p:nvPr/>
              </p:nvSpPr>
              <p:spPr>
                <a:xfrm>
                  <a:off x="6155005" y="6256076"/>
                  <a:ext cx="54073" cy="101426"/>
                </a:xfrm>
                <a:custGeom>
                  <a:avLst/>
                  <a:gdLst>
                    <a:gd name="connsiteX0" fmla="*/ 11259 w 54073"/>
                    <a:gd name="connsiteY0" fmla="*/ 24512 h 101426"/>
                    <a:gd name="connsiteX1" fmla="*/ 8688 w 54073"/>
                    <a:gd name="connsiteY1" fmla="*/ 89102 h 101426"/>
                    <a:gd name="connsiteX2" fmla="*/ 29213 w 54073"/>
                    <a:gd name="connsiteY2" fmla="*/ 101426 h 101426"/>
                    <a:gd name="connsiteX3" fmla="*/ 53507 w 54073"/>
                    <a:gd name="connsiteY3" fmla="*/ 75094 h 101426"/>
                    <a:gd name="connsiteX4" fmla="*/ 52531 w 54073"/>
                    <a:gd name="connsiteY4" fmla="*/ 36083 h 101426"/>
                    <a:gd name="connsiteX5" fmla="*/ 52044 w 54073"/>
                    <a:gd name="connsiteY5" fmla="*/ 7888 h 101426"/>
                    <a:gd name="connsiteX6" fmla="*/ 11259 w 54073"/>
                    <a:gd name="connsiteY6" fmla="*/ 24512 h 101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4073" h="101426">
                      <a:moveTo>
                        <a:pt x="11259" y="24512"/>
                      </a:moveTo>
                      <a:cubicBezTo>
                        <a:pt x="-1597" y="43530"/>
                        <a:pt x="-4744" y="70483"/>
                        <a:pt x="8688" y="89102"/>
                      </a:cubicBezTo>
                      <a:cubicBezTo>
                        <a:pt x="13520" y="95841"/>
                        <a:pt x="20924" y="101382"/>
                        <a:pt x="29213" y="101426"/>
                      </a:cubicBezTo>
                      <a:cubicBezTo>
                        <a:pt x="42247" y="101471"/>
                        <a:pt x="51645" y="87994"/>
                        <a:pt x="53507" y="75094"/>
                      </a:cubicBezTo>
                      <a:cubicBezTo>
                        <a:pt x="55369" y="62060"/>
                        <a:pt x="51999" y="49116"/>
                        <a:pt x="52531" y="36083"/>
                      </a:cubicBezTo>
                      <a:cubicBezTo>
                        <a:pt x="52930" y="26818"/>
                        <a:pt x="55590" y="16976"/>
                        <a:pt x="52044" y="7888"/>
                      </a:cubicBezTo>
                      <a:cubicBezTo>
                        <a:pt x="43577" y="-13612"/>
                        <a:pt x="17998" y="14582"/>
                        <a:pt x="11259" y="2451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85" name="Forme libre : forme 18684">
                  <a:extLst>
                    <a:ext uri="{FF2B5EF4-FFF2-40B4-BE49-F238E27FC236}">
                      <a16:creationId xmlns:a16="http://schemas.microsoft.com/office/drawing/2014/main" id="{2C5E83AE-2FF7-40C2-889E-FC628E969378}"/>
                    </a:ext>
                  </a:extLst>
                </p:cNvPr>
                <p:cNvSpPr/>
                <p:nvPr/>
              </p:nvSpPr>
              <p:spPr>
                <a:xfrm>
                  <a:off x="6086038" y="6365015"/>
                  <a:ext cx="65685" cy="44074"/>
                </a:xfrm>
                <a:custGeom>
                  <a:avLst/>
                  <a:gdLst>
                    <a:gd name="connsiteX0" fmla="*/ 34787 w 65685"/>
                    <a:gd name="connsiteY0" fmla="*/ 1576 h 44074"/>
                    <a:gd name="connsiteX1" fmla="*/ 22418 w 65685"/>
                    <a:gd name="connsiteY1" fmla="*/ 9644 h 44074"/>
                    <a:gd name="connsiteX2" fmla="*/ 7080 w 65685"/>
                    <a:gd name="connsiteY2" fmla="*/ 22145 h 44074"/>
                    <a:gd name="connsiteX3" fmla="*/ 120 w 65685"/>
                    <a:gd name="connsiteY3" fmla="*/ 40055 h 44074"/>
                    <a:gd name="connsiteX4" fmla="*/ 918 w 65685"/>
                    <a:gd name="connsiteY4" fmla="*/ 42493 h 44074"/>
                    <a:gd name="connsiteX5" fmla="*/ 5750 w 65685"/>
                    <a:gd name="connsiteY5" fmla="*/ 44044 h 44074"/>
                    <a:gd name="connsiteX6" fmla="*/ 19626 w 65685"/>
                    <a:gd name="connsiteY6" fmla="*/ 39567 h 44074"/>
                    <a:gd name="connsiteX7" fmla="*/ 46490 w 65685"/>
                    <a:gd name="connsiteY7" fmla="*/ 21524 h 44074"/>
                    <a:gd name="connsiteX8" fmla="*/ 65685 w 65685"/>
                    <a:gd name="connsiteY8" fmla="*/ 2950 h 44074"/>
                    <a:gd name="connsiteX9" fmla="*/ 34787 w 65685"/>
                    <a:gd name="connsiteY9" fmla="*/ 1576 h 44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5685" h="44074">
                      <a:moveTo>
                        <a:pt x="34787" y="1576"/>
                      </a:moveTo>
                      <a:cubicBezTo>
                        <a:pt x="30132" y="3305"/>
                        <a:pt x="26364" y="6629"/>
                        <a:pt x="22418" y="9644"/>
                      </a:cubicBezTo>
                      <a:cubicBezTo>
                        <a:pt x="17187" y="13678"/>
                        <a:pt x="11557" y="17313"/>
                        <a:pt x="7080" y="22145"/>
                      </a:cubicBezTo>
                      <a:cubicBezTo>
                        <a:pt x="2602" y="27021"/>
                        <a:pt x="-678" y="33494"/>
                        <a:pt x="120" y="40055"/>
                      </a:cubicBezTo>
                      <a:cubicBezTo>
                        <a:pt x="209" y="40897"/>
                        <a:pt x="386" y="41784"/>
                        <a:pt x="918" y="42493"/>
                      </a:cubicBezTo>
                      <a:cubicBezTo>
                        <a:pt x="1938" y="43911"/>
                        <a:pt x="3977" y="44178"/>
                        <a:pt x="5750" y="44044"/>
                      </a:cubicBezTo>
                      <a:cubicBezTo>
                        <a:pt x="10626" y="43734"/>
                        <a:pt x="15237" y="41739"/>
                        <a:pt x="19626" y="39567"/>
                      </a:cubicBezTo>
                      <a:cubicBezTo>
                        <a:pt x="29290" y="34691"/>
                        <a:pt x="38333" y="28617"/>
                        <a:pt x="46490" y="21524"/>
                      </a:cubicBezTo>
                      <a:cubicBezTo>
                        <a:pt x="51012" y="17579"/>
                        <a:pt x="65198" y="8270"/>
                        <a:pt x="65685" y="2950"/>
                      </a:cubicBezTo>
                      <a:cubicBezTo>
                        <a:pt x="56553" y="910"/>
                        <a:pt x="43830" y="-1749"/>
                        <a:pt x="34787" y="157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86" name="Forme libre : forme 18685">
                  <a:extLst>
                    <a:ext uri="{FF2B5EF4-FFF2-40B4-BE49-F238E27FC236}">
                      <a16:creationId xmlns:a16="http://schemas.microsoft.com/office/drawing/2014/main" id="{CA93323A-9FFB-4751-9817-A2C201BD29DD}"/>
                    </a:ext>
                  </a:extLst>
                </p:cNvPr>
                <p:cNvSpPr/>
                <p:nvPr/>
              </p:nvSpPr>
              <p:spPr>
                <a:xfrm>
                  <a:off x="6090083" y="6435822"/>
                  <a:ext cx="56009" cy="91901"/>
                </a:xfrm>
                <a:custGeom>
                  <a:avLst/>
                  <a:gdLst>
                    <a:gd name="connsiteX0" fmla="*/ 56010 w 56009"/>
                    <a:gd name="connsiteY0" fmla="*/ 6043 h 91901"/>
                    <a:gd name="connsiteX1" fmla="*/ 34776 w 56009"/>
                    <a:gd name="connsiteY1" fmla="*/ 14 h 91901"/>
                    <a:gd name="connsiteX2" fmla="*/ 15226 w 56009"/>
                    <a:gd name="connsiteY2" fmla="*/ 9279 h 91901"/>
                    <a:gd name="connsiteX3" fmla="*/ 9374 w 56009"/>
                    <a:gd name="connsiteY3" fmla="*/ 21470 h 91901"/>
                    <a:gd name="connsiteX4" fmla="*/ 1793 w 56009"/>
                    <a:gd name="connsiteY4" fmla="*/ 83622 h 91901"/>
                    <a:gd name="connsiteX5" fmla="*/ 6404 w 56009"/>
                    <a:gd name="connsiteY5" fmla="*/ 91291 h 91901"/>
                    <a:gd name="connsiteX6" fmla="*/ 17575 w 56009"/>
                    <a:gd name="connsiteY6" fmla="*/ 87877 h 91901"/>
                    <a:gd name="connsiteX7" fmla="*/ 49715 w 56009"/>
                    <a:gd name="connsiteY7" fmla="*/ 23199 h 91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6009" h="91901">
                      <a:moveTo>
                        <a:pt x="56010" y="6043"/>
                      </a:moveTo>
                      <a:cubicBezTo>
                        <a:pt x="49582" y="2275"/>
                        <a:pt x="42223" y="-208"/>
                        <a:pt x="34776" y="14"/>
                      </a:cubicBezTo>
                      <a:cubicBezTo>
                        <a:pt x="27328" y="235"/>
                        <a:pt x="19792" y="3383"/>
                        <a:pt x="15226" y="9279"/>
                      </a:cubicBezTo>
                      <a:cubicBezTo>
                        <a:pt x="12433" y="12825"/>
                        <a:pt x="10837" y="17170"/>
                        <a:pt x="9374" y="21470"/>
                      </a:cubicBezTo>
                      <a:cubicBezTo>
                        <a:pt x="2458" y="41463"/>
                        <a:pt x="-2950" y="63008"/>
                        <a:pt x="1793" y="83622"/>
                      </a:cubicBezTo>
                      <a:cubicBezTo>
                        <a:pt x="2503" y="86637"/>
                        <a:pt x="3655" y="89917"/>
                        <a:pt x="6404" y="91291"/>
                      </a:cubicBezTo>
                      <a:cubicBezTo>
                        <a:pt x="10128" y="93109"/>
                        <a:pt x="14428" y="90537"/>
                        <a:pt x="17575" y="87877"/>
                      </a:cubicBezTo>
                      <a:cubicBezTo>
                        <a:pt x="36460" y="71874"/>
                        <a:pt x="48385" y="47935"/>
                        <a:pt x="49715" y="23199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87" name="Forme libre : forme 18686">
                  <a:extLst>
                    <a:ext uri="{FF2B5EF4-FFF2-40B4-BE49-F238E27FC236}">
                      <a16:creationId xmlns:a16="http://schemas.microsoft.com/office/drawing/2014/main" id="{838838A0-7856-4B01-85B3-9ABE901C095E}"/>
                    </a:ext>
                  </a:extLst>
                </p:cNvPr>
                <p:cNvSpPr/>
                <p:nvPr/>
              </p:nvSpPr>
              <p:spPr>
                <a:xfrm>
                  <a:off x="6204527" y="6434867"/>
                  <a:ext cx="69654" cy="86865"/>
                </a:xfrm>
                <a:custGeom>
                  <a:avLst/>
                  <a:gdLst>
                    <a:gd name="connsiteX0" fmla="*/ 14490 w 69654"/>
                    <a:gd name="connsiteY0" fmla="*/ 34837 h 86865"/>
                    <a:gd name="connsiteX1" fmla="*/ 2122 w 69654"/>
                    <a:gd name="connsiteY1" fmla="*/ 50663 h 86865"/>
                    <a:gd name="connsiteX2" fmla="*/ 3363 w 69654"/>
                    <a:gd name="connsiteY2" fmla="*/ 76509 h 86865"/>
                    <a:gd name="connsiteX3" fmla="*/ 7708 w 69654"/>
                    <a:gd name="connsiteY3" fmla="*/ 82981 h 86865"/>
                    <a:gd name="connsiteX4" fmla="*/ 34750 w 69654"/>
                    <a:gd name="connsiteY4" fmla="*/ 81030 h 86865"/>
                    <a:gd name="connsiteX5" fmla="*/ 58733 w 69654"/>
                    <a:gd name="connsiteY5" fmla="*/ 49422 h 86865"/>
                    <a:gd name="connsiteX6" fmla="*/ 68574 w 69654"/>
                    <a:gd name="connsiteY6" fmla="*/ 12406 h 86865"/>
                    <a:gd name="connsiteX7" fmla="*/ 14490 w 69654"/>
                    <a:gd name="connsiteY7" fmla="*/ 34837 h 86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54" h="86865">
                      <a:moveTo>
                        <a:pt x="14490" y="34837"/>
                      </a:moveTo>
                      <a:cubicBezTo>
                        <a:pt x="9658" y="39580"/>
                        <a:pt x="4738" y="44457"/>
                        <a:pt x="2122" y="50663"/>
                      </a:cubicBezTo>
                      <a:cubicBezTo>
                        <a:pt x="-1336" y="58820"/>
                        <a:pt x="-316" y="68440"/>
                        <a:pt x="3363" y="76509"/>
                      </a:cubicBezTo>
                      <a:cubicBezTo>
                        <a:pt x="4472" y="78902"/>
                        <a:pt x="5802" y="81207"/>
                        <a:pt x="7708" y="82981"/>
                      </a:cubicBezTo>
                      <a:cubicBezTo>
                        <a:pt x="14845" y="89719"/>
                        <a:pt x="26770" y="86793"/>
                        <a:pt x="34750" y="81030"/>
                      </a:cubicBezTo>
                      <a:cubicBezTo>
                        <a:pt x="45655" y="73095"/>
                        <a:pt x="52748" y="61258"/>
                        <a:pt x="58733" y="49422"/>
                      </a:cubicBezTo>
                      <a:cubicBezTo>
                        <a:pt x="64452" y="38118"/>
                        <a:pt x="72608" y="25484"/>
                        <a:pt x="68574" y="12406"/>
                      </a:cubicBezTo>
                      <a:cubicBezTo>
                        <a:pt x="58024" y="-21463"/>
                        <a:pt x="25972" y="23533"/>
                        <a:pt x="14490" y="3483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88" name="Forme libre : forme 18687">
                  <a:extLst>
                    <a:ext uri="{FF2B5EF4-FFF2-40B4-BE49-F238E27FC236}">
                      <a16:creationId xmlns:a16="http://schemas.microsoft.com/office/drawing/2014/main" id="{892D0A3C-58B0-4A69-8847-D2CBCF8D5F6D}"/>
                    </a:ext>
                  </a:extLst>
                </p:cNvPr>
                <p:cNvSpPr/>
                <p:nvPr/>
              </p:nvSpPr>
              <p:spPr>
                <a:xfrm>
                  <a:off x="6262703" y="6334759"/>
                  <a:ext cx="62108" cy="63261"/>
                </a:xfrm>
                <a:custGeom>
                  <a:avLst/>
                  <a:gdLst>
                    <a:gd name="connsiteX0" fmla="*/ 20462 w 62108"/>
                    <a:gd name="connsiteY0" fmla="*/ 15296 h 63261"/>
                    <a:gd name="connsiteX1" fmla="*/ 3971 w 62108"/>
                    <a:gd name="connsiteY1" fmla="*/ 33560 h 63261"/>
                    <a:gd name="connsiteX2" fmla="*/ 247 w 62108"/>
                    <a:gd name="connsiteY2" fmla="*/ 51957 h 63261"/>
                    <a:gd name="connsiteX3" fmla="*/ 5921 w 62108"/>
                    <a:gd name="connsiteY3" fmla="*/ 62021 h 63261"/>
                    <a:gd name="connsiteX4" fmla="*/ 14300 w 62108"/>
                    <a:gd name="connsiteY4" fmla="*/ 63218 h 63261"/>
                    <a:gd name="connsiteX5" fmla="*/ 29195 w 62108"/>
                    <a:gd name="connsiteY5" fmla="*/ 62730 h 63261"/>
                    <a:gd name="connsiteX6" fmla="*/ 41076 w 62108"/>
                    <a:gd name="connsiteY6" fmla="*/ 60203 h 63261"/>
                    <a:gd name="connsiteX7" fmla="*/ 58453 w 62108"/>
                    <a:gd name="connsiteY7" fmla="*/ 32718 h 63261"/>
                    <a:gd name="connsiteX8" fmla="*/ 60537 w 62108"/>
                    <a:gd name="connsiteY8" fmla="*/ 10375 h 63261"/>
                    <a:gd name="connsiteX9" fmla="*/ 44622 w 62108"/>
                    <a:gd name="connsiteY9" fmla="*/ 2 h 63261"/>
                    <a:gd name="connsiteX10" fmla="*/ 20462 w 62108"/>
                    <a:gd name="connsiteY10" fmla="*/ 15296 h 63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2108" h="63261">
                      <a:moveTo>
                        <a:pt x="20462" y="15296"/>
                      </a:moveTo>
                      <a:cubicBezTo>
                        <a:pt x="15054" y="21502"/>
                        <a:pt x="8138" y="26467"/>
                        <a:pt x="3971" y="33560"/>
                      </a:cubicBezTo>
                      <a:cubicBezTo>
                        <a:pt x="735" y="39057"/>
                        <a:pt x="-595" y="45618"/>
                        <a:pt x="247" y="51957"/>
                      </a:cubicBezTo>
                      <a:cubicBezTo>
                        <a:pt x="779" y="55947"/>
                        <a:pt x="2375" y="60115"/>
                        <a:pt x="5921" y="62021"/>
                      </a:cubicBezTo>
                      <a:cubicBezTo>
                        <a:pt x="8448" y="63395"/>
                        <a:pt x="11463" y="63306"/>
                        <a:pt x="14300" y="63218"/>
                      </a:cubicBezTo>
                      <a:cubicBezTo>
                        <a:pt x="19265" y="63040"/>
                        <a:pt x="24230" y="62908"/>
                        <a:pt x="29195" y="62730"/>
                      </a:cubicBezTo>
                      <a:cubicBezTo>
                        <a:pt x="33274" y="62597"/>
                        <a:pt x="37618" y="62420"/>
                        <a:pt x="41076" y="60203"/>
                      </a:cubicBezTo>
                      <a:cubicBezTo>
                        <a:pt x="48967" y="55282"/>
                        <a:pt x="54685" y="40875"/>
                        <a:pt x="58453" y="32718"/>
                      </a:cubicBezTo>
                      <a:cubicBezTo>
                        <a:pt x="61645" y="25803"/>
                        <a:pt x="63685" y="17778"/>
                        <a:pt x="60537" y="10375"/>
                      </a:cubicBezTo>
                      <a:cubicBezTo>
                        <a:pt x="57656" y="3681"/>
                        <a:pt x="51804" y="135"/>
                        <a:pt x="44622" y="2"/>
                      </a:cubicBezTo>
                      <a:cubicBezTo>
                        <a:pt x="32742" y="-131"/>
                        <a:pt x="27865" y="7937"/>
                        <a:pt x="20462" y="1529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89" name="Forme libre : forme 18688">
                  <a:extLst>
                    <a:ext uri="{FF2B5EF4-FFF2-40B4-BE49-F238E27FC236}">
                      <a16:creationId xmlns:a16="http://schemas.microsoft.com/office/drawing/2014/main" id="{C3F3AB03-BB41-48AC-9C38-C78609816662}"/>
                    </a:ext>
                  </a:extLst>
                </p:cNvPr>
                <p:cNvSpPr/>
                <p:nvPr/>
              </p:nvSpPr>
              <p:spPr>
                <a:xfrm>
                  <a:off x="6297172" y="6254694"/>
                  <a:ext cx="60350" cy="58424"/>
                </a:xfrm>
                <a:custGeom>
                  <a:avLst/>
                  <a:gdLst>
                    <a:gd name="connsiteX0" fmla="*/ 9843 w 60350"/>
                    <a:gd name="connsiteY0" fmla="*/ 5104 h 58424"/>
                    <a:gd name="connsiteX1" fmla="*/ 2 w 60350"/>
                    <a:gd name="connsiteY1" fmla="*/ 17738 h 58424"/>
                    <a:gd name="connsiteX2" fmla="*/ 1465 w 60350"/>
                    <a:gd name="connsiteY2" fmla="*/ 24698 h 58424"/>
                    <a:gd name="connsiteX3" fmla="*/ 5277 w 60350"/>
                    <a:gd name="connsiteY3" fmla="*/ 35914 h 58424"/>
                    <a:gd name="connsiteX4" fmla="*/ 11483 w 60350"/>
                    <a:gd name="connsiteY4" fmla="*/ 49036 h 58424"/>
                    <a:gd name="connsiteX5" fmla="*/ 29260 w 60350"/>
                    <a:gd name="connsiteY5" fmla="*/ 58212 h 58424"/>
                    <a:gd name="connsiteX6" fmla="*/ 49431 w 60350"/>
                    <a:gd name="connsiteY6" fmla="*/ 55464 h 58424"/>
                    <a:gd name="connsiteX7" fmla="*/ 60247 w 60350"/>
                    <a:gd name="connsiteY7" fmla="*/ 46066 h 58424"/>
                    <a:gd name="connsiteX8" fmla="*/ 57011 w 60350"/>
                    <a:gd name="connsiteY8" fmla="*/ 35958 h 58424"/>
                    <a:gd name="connsiteX9" fmla="*/ 45618 w 60350"/>
                    <a:gd name="connsiteY9" fmla="*/ 16896 h 58424"/>
                    <a:gd name="connsiteX10" fmla="*/ 39944 w 60350"/>
                    <a:gd name="connsiteY10" fmla="*/ 4261 h 58424"/>
                    <a:gd name="connsiteX11" fmla="*/ 9843 w 60350"/>
                    <a:gd name="connsiteY11" fmla="*/ 5104 h 58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0350" h="58424">
                      <a:moveTo>
                        <a:pt x="9843" y="5104"/>
                      </a:moveTo>
                      <a:cubicBezTo>
                        <a:pt x="4878" y="7675"/>
                        <a:pt x="135" y="12108"/>
                        <a:pt x="2" y="17738"/>
                      </a:cubicBezTo>
                      <a:cubicBezTo>
                        <a:pt x="-43" y="20132"/>
                        <a:pt x="711" y="22437"/>
                        <a:pt x="1465" y="24698"/>
                      </a:cubicBezTo>
                      <a:cubicBezTo>
                        <a:pt x="2750" y="28422"/>
                        <a:pt x="3992" y="32146"/>
                        <a:pt x="5277" y="35914"/>
                      </a:cubicBezTo>
                      <a:cubicBezTo>
                        <a:pt x="6829" y="40524"/>
                        <a:pt x="8469" y="45223"/>
                        <a:pt x="11483" y="49036"/>
                      </a:cubicBezTo>
                      <a:cubicBezTo>
                        <a:pt x="15739" y="54400"/>
                        <a:pt x="22478" y="57459"/>
                        <a:pt x="29260" y="58212"/>
                      </a:cubicBezTo>
                      <a:cubicBezTo>
                        <a:pt x="36043" y="58966"/>
                        <a:pt x="42959" y="57636"/>
                        <a:pt x="49431" y="55464"/>
                      </a:cubicBezTo>
                      <a:cubicBezTo>
                        <a:pt x="54219" y="53868"/>
                        <a:pt x="59450" y="51031"/>
                        <a:pt x="60247" y="46066"/>
                      </a:cubicBezTo>
                      <a:cubicBezTo>
                        <a:pt x="60824" y="42475"/>
                        <a:pt x="58873" y="39061"/>
                        <a:pt x="57011" y="35958"/>
                      </a:cubicBezTo>
                      <a:cubicBezTo>
                        <a:pt x="53199" y="29663"/>
                        <a:pt x="48899" y="23501"/>
                        <a:pt x="45618" y="16896"/>
                      </a:cubicBezTo>
                      <a:cubicBezTo>
                        <a:pt x="43712" y="13083"/>
                        <a:pt x="42825" y="7453"/>
                        <a:pt x="39944" y="4261"/>
                      </a:cubicBezTo>
                      <a:cubicBezTo>
                        <a:pt x="33028" y="-3541"/>
                        <a:pt x="17779" y="981"/>
                        <a:pt x="9843" y="510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90" name="Forme libre : forme 18689">
                  <a:extLst>
                    <a:ext uri="{FF2B5EF4-FFF2-40B4-BE49-F238E27FC236}">
                      <a16:creationId xmlns:a16="http://schemas.microsoft.com/office/drawing/2014/main" id="{0B716D36-FBFB-49E8-A128-D5644B3A4747}"/>
                    </a:ext>
                  </a:extLst>
                </p:cNvPr>
                <p:cNvSpPr/>
                <p:nvPr/>
              </p:nvSpPr>
              <p:spPr>
                <a:xfrm>
                  <a:off x="5865848" y="6475759"/>
                  <a:ext cx="32512" cy="53450"/>
                </a:xfrm>
                <a:custGeom>
                  <a:avLst/>
                  <a:gdLst>
                    <a:gd name="connsiteX0" fmla="*/ 2512 w 32512"/>
                    <a:gd name="connsiteY0" fmla="*/ 15624 h 53450"/>
                    <a:gd name="connsiteX1" fmla="*/ 473 w 32512"/>
                    <a:gd name="connsiteY1" fmla="*/ 34198 h 53450"/>
                    <a:gd name="connsiteX2" fmla="*/ 7655 w 32512"/>
                    <a:gd name="connsiteY2" fmla="*/ 45325 h 53450"/>
                    <a:gd name="connsiteX3" fmla="*/ 19048 w 32512"/>
                    <a:gd name="connsiteY3" fmla="*/ 53172 h 53450"/>
                    <a:gd name="connsiteX4" fmla="*/ 22018 w 32512"/>
                    <a:gd name="connsiteY4" fmla="*/ 53217 h 53450"/>
                    <a:gd name="connsiteX5" fmla="*/ 24013 w 32512"/>
                    <a:gd name="connsiteY5" fmla="*/ 51399 h 53450"/>
                    <a:gd name="connsiteX6" fmla="*/ 28490 w 32512"/>
                    <a:gd name="connsiteY6" fmla="*/ 5250 h 53450"/>
                    <a:gd name="connsiteX7" fmla="*/ 13373 w 32512"/>
                    <a:gd name="connsiteY7" fmla="*/ 684 h 53450"/>
                    <a:gd name="connsiteX8" fmla="*/ 2512 w 32512"/>
                    <a:gd name="connsiteY8" fmla="*/ 15624 h 53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512" h="53450">
                      <a:moveTo>
                        <a:pt x="2512" y="15624"/>
                      </a:moveTo>
                      <a:cubicBezTo>
                        <a:pt x="1448" y="21830"/>
                        <a:pt x="-1034" y="28125"/>
                        <a:pt x="473" y="34198"/>
                      </a:cubicBezTo>
                      <a:cubicBezTo>
                        <a:pt x="1537" y="38543"/>
                        <a:pt x="4551" y="42134"/>
                        <a:pt x="7655" y="45325"/>
                      </a:cubicBezTo>
                      <a:cubicBezTo>
                        <a:pt x="10891" y="48695"/>
                        <a:pt x="14570" y="51931"/>
                        <a:pt x="19048" y="53172"/>
                      </a:cubicBezTo>
                      <a:cubicBezTo>
                        <a:pt x="20023" y="53438"/>
                        <a:pt x="21087" y="53615"/>
                        <a:pt x="22018" y="53217"/>
                      </a:cubicBezTo>
                      <a:cubicBezTo>
                        <a:pt x="22860" y="52862"/>
                        <a:pt x="23481" y="52108"/>
                        <a:pt x="24013" y="51399"/>
                      </a:cubicBezTo>
                      <a:cubicBezTo>
                        <a:pt x="32303" y="40094"/>
                        <a:pt x="35893" y="18106"/>
                        <a:pt x="28490" y="5250"/>
                      </a:cubicBezTo>
                      <a:cubicBezTo>
                        <a:pt x="25254" y="-380"/>
                        <a:pt x="19713" y="-690"/>
                        <a:pt x="13373" y="684"/>
                      </a:cubicBezTo>
                      <a:cubicBezTo>
                        <a:pt x="4685" y="2546"/>
                        <a:pt x="3887" y="7511"/>
                        <a:pt x="2512" y="1562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91" name="Forme libre : forme 18690">
                  <a:extLst>
                    <a:ext uri="{FF2B5EF4-FFF2-40B4-BE49-F238E27FC236}">
                      <a16:creationId xmlns:a16="http://schemas.microsoft.com/office/drawing/2014/main" id="{8929D82A-B492-4653-ACC5-EFB0E1B8629F}"/>
                    </a:ext>
                  </a:extLst>
                </p:cNvPr>
                <p:cNvSpPr/>
                <p:nvPr/>
              </p:nvSpPr>
              <p:spPr>
                <a:xfrm>
                  <a:off x="6314473" y="6414058"/>
                  <a:ext cx="55113" cy="89482"/>
                </a:xfrm>
                <a:custGeom>
                  <a:avLst/>
                  <a:gdLst>
                    <a:gd name="connsiteX0" fmla="*/ 11161 w 55113"/>
                    <a:gd name="connsiteY0" fmla="*/ 19118 h 89482"/>
                    <a:gd name="connsiteX1" fmla="*/ 1497 w 55113"/>
                    <a:gd name="connsiteY1" fmla="*/ 68015 h 89482"/>
                    <a:gd name="connsiteX2" fmla="*/ 17811 w 55113"/>
                    <a:gd name="connsiteY2" fmla="*/ 89072 h 89482"/>
                    <a:gd name="connsiteX3" fmla="*/ 39489 w 55113"/>
                    <a:gd name="connsiteY3" fmla="*/ 82733 h 89482"/>
                    <a:gd name="connsiteX4" fmla="*/ 53187 w 55113"/>
                    <a:gd name="connsiteY4" fmla="*/ 69966 h 89482"/>
                    <a:gd name="connsiteX5" fmla="*/ 55049 w 55113"/>
                    <a:gd name="connsiteY5" fmla="*/ 54982 h 89482"/>
                    <a:gd name="connsiteX6" fmla="*/ 54207 w 55113"/>
                    <a:gd name="connsiteY6" fmla="*/ 23152 h 89482"/>
                    <a:gd name="connsiteX7" fmla="*/ 49729 w 55113"/>
                    <a:gd name="connsiteY7" fmla="*/ 3203 h 89482"/>
                    <a:gd name="connsiteX8" fmla="*/ 11161 w 55113"/>
                    <a:gd name="connsiteY8" fmla="*/ 19118 h 89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5113" h="89482">
                      <a:moveTo>
                        <a:pt x="11161" y="19118"/>
                      </a:moveTo>
                      <a:cubicBezTo>
                        <a:pt x="876" y="32816"/>
                        <a:pt x="-2182" y="51302"/>
                        <a:pt x="1497" y="68015"/>
                      </a:cubicBezTo>
                      <a:cubicBezTo>
                        <a:pt x="3536" y="77191"/>
                        <a:pt x="8679" y="86988"/>
                        <a:pt x="17811" y="89072"/>
                      </a:cubicBezTo>
                      <a:cubicBezTo>
                        <a:pt x="25347" y="90801"/>
                        <a:pt x="32884" y="86767"/>
                        <a:pt x="39489" y="82733"/>
                      </a:cubicBezTo>
                      <a:cubicBezTo>
                        <a:pt x="44897" y="79408"/>
                        <a:pt x="50527" y="75728"/>
                        <a:pt x="53187" y="69966"/>
                      </a:cubicBezTo>
                      <a:cubicBezTo>
                        <a:pt x="55315" y="65355"/>
                        <a:pt x="55182" y="60080"/>
                        <a:pt x="55049" y="54982"/>
                      </a:cubicBezTo>
                      <a:cubicBezTo>
                        <a:pt x="54739" y="44386"/>
                        <a:pt x="54207" y="33747"/>
                        <a:pt x="54207" y="23152"/>
                      </a:cubicBezTo>
                      <a:cubicBezTo>
                        <a:pt x="54207" y="16680"/>
                        <a:pt x="55138" y="8123"/>
                        <a:pt x="49729" y="3203"/>
                      </a:cubicBezTo>
                      <a:cubicBezTo>
                        <a:pt x="38425" y="-7170"/>
                        <a:pt x="17855" y="10207"/>
                        <a:pt x="11161" y="1911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92" name="Forme libre : forme 18691">
                  <a:extLst>
                    <a:ext uri="{FF2B5EF4-FFF2-40B4-BE49-F238E27FC236}">
                      <a16:creationId xmlns:a16="http://schemas.microsoft.com/office/drawing/2014/main" id="{9EF4DA18-0EAC-44E4-BB07-AE8993C97D8D}"/>
                    </a:ext>
                  </a:extLst>
                </p:cNvPr>
                <p:cNvSpPr/>
                <p:nvPr/>
              </p:nvSpPr>
              <p:spPr>
                <a:xfrm>
                  <a:off x="6361923" y="6339118"/>
                  <a:ext cx="36619" cy="45530"/>
                </a:xfrm>
                <a:custGeom>
                  <a:avLst/>
                  <a:gdLst>
                    <a:gd name="connsiteX0" fmla="*/ 5382 w 36619"/>
                    <a:gd name="connsiteY0" fmla="*/ 40817 h 45530"/>
                    <a:gd name="connsiteX1" fmla="*/ 15844 w 36619"/>
                    <a:gd name="connsiteY1" fmla="*/ 45294 h 45530"/>
                    <a:gd name="connsiteX2" fmla="*/ 22538 w 36619"/>
                    <a:gd name="connsiteY2" fmla="*/ 2426 h 45530"/>
                    <a:gd name="connsiteX3" fmla="*/ 5382 w 36619"/>
                    <a:gd name="connsiteY3" fmla="*/ 40817 h 45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19" h="45530">
                      <a:moveTo>
                        <a:pt x="5382" y="40817"/>
                      </a:moveTo>
                      <a:cubicBezTo>
                        <a:pt x="8042" y="43610"/>
                        <a:pt x="12032" y="44807"/>
                        <a:pt x="15844" y="45294"/>
                      </a:cubicBezTo>
                      <a:cubicBezTo>
                        <a:pt x="44083" y="48752"/>
                        <a:pt x="40714" y="13242"/>
                        <a:pt x="22538" y="2426"/>
                      </a:cubicBezTo>
                      <a:cubicBezTo>
                        <a:pt x="1614" y="-9987"/>
                        <a:pt x="-6232" y="28670"/>
                        <a:pt x="5382" y="4081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93" name="Forme libre : forme 18692">
                  <a:extLst>
                    <a:ext uri="{FF2B5EF4-FFF2-40B4-BE49-F238E27FC236}">
                      <a16:creationId xmlns:a16="http://schemas.microsoft.com/office/drawing/2014/main" id="{0F5ED8B5-7B2A-4CDC-B159-857304EA6D30}"/>
                    </a:ext>
                  </a:extLst>
                </p:cNvPr>
                <p:cNvSpPr/>
                <p:nvPr/>
              </p:nvSpPr>
              <p:spPr>
                <a:xfrm>
                  <a:off x="6425014" y="6286679"/>
                  <a:ext cx="58156" cy="68045"/>
                </a:xfrm>
                <a:custGeom>
                  <a:avLst/>
                  <a:gdLst>
                    <a:gd name="connsiteX0" fmla="*/ 8255 w 58156"/>
                    <a:gd name="connsiteY0" fmla="*/ 46486 h 68045"/>
                    <a:gd name="connsiteX1" fmla="*/ 16279 w 58156"/>
                    <a:gd name="connsiteY1" fmla="*/ 56061 h 68045"/>
                    <a:gd name="connsiteX2" fmla="*/ 36804 w 58156"/>
                    <a:gd name="connsiteY2" fmla="*/ 64351 h 68045"/>
                    <a:gd name="connsiteX3" fmla="*/ 45094 w 58156"/>
                    <a:gd name="connsiteY3" fmla="*/ 67942 h 68045"/>
                    <a:gd name="connsiteX4" fmla="*/ 57551 w 58156"/>
                    <a:gd name="connsiteY4" fmla="*/ 58987 h 68045"/>
                    <a:gd name="connsiteX5" fmla="*/ 54625 w 58156"/>
                    <a:gd name="connsiteY5" fmla="*/ 42983 h 68045"/>
                    <a:gd name="connsiteX6" fmla="*/ 32415 w 58156"/>
                    <a:gd name="connsiteY6" fmla="*/ 15720 h 68045"/>
                    <a:gd name="connsiteX7" fmla="*/ 12467 w 58156"/>
                    <a:gd name="connsiteY7" fmla="*/ 337 h 68045"/>
                    <a:gd name="connsiteX8" fmla="*/ 8255 w 58156"/>
                    <a:gd name="connsiteY8" fmla="*/ 46486 h 68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156" h="68045">
                      <a:moveTo>
                        <a:pt x="8255" y="46486"/>
                      </a:moveTo>
                      <a:cubicBezTo>
                        <a:pt x="10294" y="50121"/>
                        <a:pt x="12865" y="53623"/>
                        <a:pt x="16279" y="56061"/>
                      </a:cubicBezTo>
                      <a:cubicBezTo>
                        <a:pt x="22264" y="60406"/>
                        <a:pt x="30155" y="61026"/>
                        <a:pt x="36804" y="64351"/>
                      </a:cubicBezTo>
                      <a:cubicBezTo>
                        <a:pt x="39508" y="65681"/>
                        <a:pt x="42080" y="67499"/>
                        <a:pt x="45094" y="67942"/>
                      </a:cubicBezTo>
                      <a:cubicBezTo>
                        <a:pt x="50591" y="68784"/>
                        <a:pt x="55999" y="64351"/>
                        <a:pt x="57551" y="58987"/>
                      </a:cubicBezTo>
                      <a:cubicBezTo>
                        <a:pt x="59103" y="53623"/>
                        <a:pt x="57507" y="47772"/>
                        <a:pt x="54625" y="42983"/>
                      </a:cubicBezTo>
                      <a:cubicBezTo>
                        <a:pt x="48818" y="33231"/>
                        <a:pt x="39553" y="24587"/>
                        <a:pt x="32415" y="15720"/>
                      </a:cubicBezTo>
                      <a:cubicBezTo>
                        <a:pt x="27450" y="9558"/>
                        <a:pt x="20668" y="1977"/>
                        <a:pt x="12467" y="337"/>
                      </a:cubicBezTo>
                      <a:cubicBezTo>
                        <a:pt x="-9389" y="-4140"/>
                        <a:pt x="3068" y="37309"/>
                        <a:pt x="8255" y="4648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94" name="Forme libre : forme 18693">
                  <a:extLst>
                    <a:ext uri="{FF2B5EF4-FFF2-40B4-BE49-F238E27FC236}">
                      <a16:creationId xmlns:a16="http://schemas.microsoft.com/office/drawing/2014/main" id="{DC09EB20-C24E-4F2D-8CEA-013133D7BE0F}"/>
                    </a:ext>
                  </a:extLst>
                </p:cNvPr>
                <p:cNvSpPr/>
                <p:nvPr/>
              </p:nvSpPr>
              <p:spPr>
                <a:xfrm>
                  <a:off x="6441116" y="6383164"/>
                  <a:ext cx="36493" cy="85231"/>
                </a:xfrm>
                <a:custGeom>
                  <a:avLst/>
                  <a:gdLst>
                    <a:gd name="connsiteX0" fmla="*/ 89 w 36493"/>
                    <a:gd name="connsiteY0" fmla="*/ 70847 h 85231"/>
                    <a:gd name="connsiteX1" fmla="*/ 1818 w 36493"/>
                    <a:gd name="connsiteY1" fmla="*/ 77718 h 85231"/>
                    <a:gd name="connsiteX2" fmla="*/ 7359 w 36493"/>
                    <a:gd name="connsiteY2" fmla="*/ 82728 h 85231"/>
                    <a:gd name="connsiteX3" fmla="*/ 20570 w 36493"/>
                    <a:gd name="connsiteY3" fmla="*/ 84146 h 85231"/>
                    <a:gd name="connsiteX4" fmla="*/ 25845 w 36493"/>
                    <a:gd name="connsiteY4" fmla="*/ 78560 h 85231"/>
                    <a:gd name="connsiteX5" fmla="*/ 35642 w 36493"/>
                    <a:gd name="connsiteY5" fmla="*/ 34052 h 85231"/>
                    <a:gd name="connsiteX6" fmla="*/ 30588 w 36493"/>
                    <a:gd name="connsiteY6" fmla="*/ 3109 h 85231"/>
                    <a:gd name="connsiteX7" fmla="*/ 89 w 36493"/>
                    <a:gd name="connsiteY7" fmla="*/ 70847 h 85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493" h="85231">
                      <a:moveTo>
                        <a:pt x="89" y="70847"/>
                      </a:moveTo>
                      <a:cubicBezTo>
                        <a:pt x="310" y="73197"/>
                        <a:pt x="621" y="75634"/>
                        <a:pt x="1818" y="77718"/>
                      </a:cubicBezTo>
                      <a:cubicBezTo>
                        <a:pt x="3059" y="79935"/>
                        <a:pt x="5142" y="81486"/>
                        <a:pt x="7359" y="82728"/>
                      </a:cubicBezTo>
                      <a:cubicBezTo>
                        <a:pt x="11393" y="84989"/>
                        <a:pt x="16491" y="86274"/>
                        <a:pt x="20570" y="84146"/>
                      </a:cubicBezTo>
                      <a:cubicBezTo>
                        <a:pt x="22875" y="82949"/>
                        <a:pt x="24515" y="80821"/>
                        <a:pt x="25845" y="78560"/>
                      </a:cubicBezTo>
                      <a:cubicBezTo>
                        <a:pt x="32849" y="66458"/>
                        <a:pt x="33736" y="47795"/>
                        <a:pt x="35642" y="34052"/>
                      </a:cubicBezTo>
                      <a:cubicBezTo>
                        <a:pt x="36750" y="25851"/>
                        <a:pt x="38036" y="9227"/>
                        <a:pt x="30588" y="3109"/>
                      </a:cubicBezTo>
                      <a:cubicBezTo>
                        <a:pt x="6694" y="-16219"/>
                        <a:pt x="-931" y="60474"/>
                        <a:pt x="89" y="70847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95" name="Forme libre : forme 18694">
                  <a:extLst>
                    <a:ext uri="{FF2B5EF4-FFF2-40B4-BE49-F238E27FC236}">
                      <a16:creationId xmlns:a16="http://schemas.microsoft.com/office/drawing/2014/main" id="{34D2CD2E-2C9F-42F3-BF4F-F0FDBBAC5529}"/>
                    </a:ext>
                  </a:extLst>
                </p:cNvPr>
                <p:cNvSpPr/>
                <p:nvPr/>
              </p:nvSpPr>
              <p:spPr>
                <a:xfrm>
                  <a:off x="6513775" y="6427574"/>
                  <a:ext cx="68136" cy="87469"/>
                </a:xfrm>
                <a:custGeom>
                  <a:avLst/>
                  <a:gdLst>
                    <a:gd name="connsiteX0" fmla="*/ 68136 w 68136"/>
                    <a:gd name="connsiteY0" fmla="*/ 3740 h 87469"/>
                    <a:gd name="connsiteX1" fmla="*/ 34268 w 68136"/>
                    <a:gd name="connsiteY1" fmla="*/ 4937 h 87469"/>
                    <a:gd name="connsiteX2" fmla="*/ 4743 w 68136"/>
                    <a:gd name="connsiteY2" fmla="*/ 33486 h 87469"/>
                    <a:gd name="connsiteX3" fmla="*/ 4477 w 68136"/>
                    <a:gd name="connsiteY3" fmla="*/ 73960 h 87469"/>
                    <a:gd name="connsiteX4" fmla="*/ 12678 w 68136"/>
                    <a:gd name="connsiteY4" fmla="*/ 83934 h 87469"/>
                    <a:gd name="connsiteX5" fmla="*/ 41139 w 68136"/>
                    <a:gd name="connsiteY5" fmla="*/ 83181 h 87469"/>
                    <a:gd name="connsiteX6" fmla="*/ 52089 w 68136"/>
                    <a:gd name="connsiteY6" fmla="*/ 73694 h 87469"/>
                    <a:gd name="connsiteX7" fmla="*/ 55901 w 68136"/>
                    <a:gd name="connsiteY7" fmla="*/ 61947 h 87469"/>
                    <a:gd name="connsiteX8" fmla="*/ 65299 w 68136"/>
                    <a:gd name="connsiteY8" fmla="*/ 15887 h 87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8136" h="87469">
                      <a:moveTo>
                        <a:pt x="68136" y="3740"/>
                      </a:moveTo>
                      <a:cubicBezTo>
                        <a:pt x="58118" y="-2467"/>
                        <a:pt x="44907" y="-161"/>
                        <a:pt x="34268" y="4937"/>
                      </a:cubicBezTo>
                      <a:cubicBezTo>
                        <a:pt x="21678" y="10966"/>
                        <a:pt x="10684" y="20896"/>
                        <a:pt x="4743" y="33486"/>
                      </a:cubicBezTo>
                      <a:cubicBezTo>
                        <a:pt x="-1241" y="46121"/>
                        <a:pt x="-1818" y="61503"/>
                        <a:pt x="4477" y="73960"/>
                      </a:cubicBezTo>
                      <a:cubicBezTo>
                        <a:pt x="6428" y="77817"/>
                        <a:pt x="9088" y="81452"/>
                        <a:pt x="12678" y="83934"/>
                      </a:cubicBezTo>
                      <a:cubicBezTo>
                        <a:pt x="20924" y="89565"/>
                        <a:pt x="32317" y="87836"/>
                        <a:pt x="41139" y="83181"/>
                      </a:cubicBezTo>
                      <a:cubicBezTo>
                        <a:pt x="45483" y="80920"/>
                        <a:pt x="49562" y="77861"/>
                        <a:pt x="52089" y="73694"/>
                      </a:cubicBezTo>
                      <a:cubicBezTo>
                        <a:pt x="54216" y="70148"/>
                        <a:pt x="55059" y="65981"/>
                        <a:pt x="55901" y="61947"/>
                      </a:cubicBezTo>
                      <a:cubicBezTo>
                        <a:pt x="59049" y="46608"/>
                        <a:pt x="62152" y="31225"/>
                        <a:pt x="65299" y="15887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96" name="Forme libre : forme 18695">
                  <a:extLst>
                    <a:ext uri="{FF2B5EF4-FFF2-40B4-BE49-F238E27FC236}">
                      <a16:creationId xmlns:a16="http://schemas.microsoft.com/office/drawing/2014/main" id="{FEAD6818-EFD9-4661-8CB4-4D01F393FE93}"/>
                    </a:ext>
                  </a:extLst>
                </p:cNvPr>
                <p:cNvSpPr/>
                <p:nvPr/>
              </p:nvSpPr>
              <p:spPr>
                <a:xfrm>
                  <a:off x="6547627" y="6345195"/>
                  <a:ext cx="40739" cy="53629"/>
                </a:xfrm>
                <a:custGeom>
                  <a:avLst/>
                  <a:gdLst>
                    <a:gd name="connsiteX0" fmla="*/ 3829 w 40739"/>
                    <a:gd name="connsiteY0" fmla="*/ 15101 h 53629"/>
                    <a:gd name="connsiteX1" fmla="*/ 194 w 40739"/>
                    <a:gd name="connsiteY1" fmla="*/ 30661 h 53629"/>
                    <a:gd name="connsiteX2" fmla="*/ 1169 w 40739"/>
                    <a:gd name="connsiteY2" fmla="*/ 45822 h 53629"/>
                    <a:gd name="connsiteX3" fmla="*/ 6090 w 40739"/>
                    <a:gd name="connsiteY3" fmla="*/ 52738 h 53629"/>
                    <a:gd name="connsiteX4" fmla="*/ 20498 w 40739"/>
                    <a:gd name="connsiteY4" fmla="*/ 49103 h 53629"/>
                    <a:gd name="connsiteX5" fmla="*/ 35437 w 40739"/>
                    <a:gd name="connsiteY5" fmla="*/ 29464 h 53629"/>
                    <a:gd name="connsiteX6" fmla="*/ 36590 w 40739"/>
                    <a:gd name="connsiteY6" fmla="*/ 16298 h 53629"/>
                    <a:gd name="connsiteX7" fmla="*/ 40713 w 40739"/>
                    <a:gd name="connsiteY7" fmla="*/ 7742 h 53629"/>
                    <a:gd name="connsiteX8" fmla="*/ 3829 w 40739"/>
                    <a:gd name="connsiteY8" fmla="*/ 15101 h 53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739" h="53629">
                      <a:moveTo>
                        <a:pt x="3829" y="15101"/>
                      </a:moveTo>
                      <a:cubicBezTo>
                        <a:pt x="903" y="19623"/>
                        <a:pt x="504" y="25297"/>
                        <a:pt x="194" y="30661"/>
                      </a:cubicBezTo>
                      <a:cubicBezTo>
                        <a:pt x="-72" y="35759"/>
                        <a:pt x="-294" y="40946"/>
                        <a:pt x="1169" y="45822"/>
                      </a:cubicBezTo>
                      <a:cubicBezTo>
                        <a:pt x="2012" y="48615"/>
                        <a:pt x="3519" y="51364"/>
                        <a:pt x="6090" y="52738"/>
                      </a:cubicBezTo>
                      <a:cubicBezTo>
                        <a:pt x="10700" y="55176"/>
                        <a:pt x="16286" y="52161"/>
                        <a:pt x="20498" y="49103"/>
                      </a:cubicBezTo>
                      <a:cubicBezTo>
                        <a:pt x="27236" y="44182"/>
                        <a:pt x="33974" y="38065"/>
                        <a:pt x="35437" y="29464"/>
                      </a:cubicBezTo>
                      <a:cubicBezTo>
                        <a:pt x="36191" y="24898"/>
                        <a:pt x="34861" y="20775"/>
                        <a:pt x="36590" y="16298"/>
                      </a:cubicBezTo>
                      <a:cubicBezTo>
                        <a:pt x="37875" y="12973"/>
                        <a:pt x="41067" y="11776"/>
                        <a:pt x="40713" y="7742"/>
                      </a:cubicBezTo>
                      <a:cubicBezTo>
                        <a:pt x="39338" y="-10256"/>
                        <a:pt x="8528" y="7786"/>
                        <a:pt x="3829" y="15101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97" name="Forme libre : forme 18696">
                  <a:extLst>
                    <a:ext uri="{FF2B5EF4-FFF2-40B4-BE49-F238E27FC236}">
                      <a16:creationId xmlns:a16="http://schemas.microsoft.com/office/drawing/2014/main" id="{2574EA93-7C90-4D65-B771-A3D719134255}"/>
                    </a:ext>
                  </a:extLst>
                </p:cNvPr>
                <p:cNvSpPr/>
                <p:nvPr/>
              </p:nvSpPr>
              <p:spPr>
                <a:xfrm>
                  <a:off x="6562769" y="6266941"/>
                  <a:ext cx="35086" cy="62033"/>
                </a:xfrm>
                <a:custGeom>
                  <a:avLst/>
                  <a:gdLst>
                    <a:gd name="connsiteX0" fmla="*/ 31422 w 35086"/>
                    <a:gd name="connsiteY0" fmla="*/ 260 h 62033"/>
                    <a:gd name="connsiteX1" fmla="*/ 3183 w 35086"/>
                    <a:gd name="connsiteY1" fmla="*/ 17150 h 62033"/>
                    <a:gd name="connsiteX2" fmla="*/ 3760 w 35086"/>
                    <a:gd name="connsiteY2" fmla="*/ 51551 h 62033"/>
                    <a:gd name="connsiteX3" fmla="*/ 14266 w 35086"/>
                    <a:gd name="connsiteY3" fmla="*/ 62013 h 62033"/>
                    <a:gd name="connsiteX4" fmla="*/ 25570 w 35086"/>
                    <a:gd name="connsiteY4" fmla="*/ 55851 h 62033"/>
                    <a:gd name="connsiteX5" fmla="*/ 34747 w 35086"/>
                    <a:gd name="connsiteY5" fmla="*/ 42330 h 62033"/>
                    <a:gd name="connsiteX6" fmla="*/ 29738 w 35086"/>
                    <a:gd name="connsiteY6" fmla="*/ 15155 h 62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86" h="62033">
                      <a:moveTo>
                        <a:pt x="31422" y="260"/>
                      </a:moveTo>
                      <a:cubicBezTo>
                        <a:pt x="19763" y="-1558"/>
                        <a:pt x="8015" y="6378"/>
                        <a:pt x="3183" y="17150"/>
                      </a:cubicBezTo>
                      <a:cubicBezTo>
                        <a:pt x="-1693" y="27878"/>
                        <a:pt x="-541" y="40601"/>
                        <a:pt x="3760" y="51551"/>
                      </a:cubicBezTo>
                      <a:cubicBezTo>
                        <a:pt x="5666" y="56428"/>
                        <a:pt x="9079" y="61658"/>
                        <a:pt x="14266" y="62013"/>
                      </a:cubicBezTo>
                      <a:cubicBezTo>
                        <a:pt x="18699" y="62323"/>
                        <a:pt x="22423" y="58954"/>
                        <a:pt x="25570" y="55851"/>
                      </a:cubicBezTo>
                      <a:cubicBezTo>
                        <a:pt x="29516" y="51950"/>
                        <a:pt x="33594" y="47738"/>
                        <a:pt x="34747" y="42330"/>
                      </a:cubicBezTo>
                      <a:cubicBezTo>
                        <a:pt x="36698" y="33242"/>
                        <a:pt x="29604" y="24465"/>
                        <a:pt x="29738" y="15155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98" name="Forme libre : forme 18697">
                  <a:extLst>
                    <a:ext uri="{FF2B5EF4-FFF2-40B4-BE49-F238E27FC236}">
                      <a16:creationId xmlns:a16="http://schemas.microsoft.com/office/drawing/2014/main" id="{7A0BAE6C-0396-43CC-9E91-82A631016851}"/>
                    </a:ext>
                  </a:extLst>
                </p:cNvPr>
                <p:cNvSpPr/>
                <p:nvPr/>
              </p:nvSpPr>
              <p:spPr>
                <a:xfrm>
                  <a:off x="6649380" y="6255100"/>
                  <a:ext cx="74212" cy="67993"/>
                </a:xfrm>
                <a:custGeom>
                  <a:avLst/>
                  <a:gdLst>
                    <a:gd name="connsiteX0" fmla="*/ 61977 w 74212"/>
                    <a:gd name="connsiteY0" fmla="*/ 1018 h 67993"/>
                    <a:gd name="connsiteX1" fmla="*/ 15208 w 74212"/>
                    <a:gd name="connsiteY1" fmla="*/ 10416 h 67993"/>
                    <a:gd name="connsiteX2" fmla="*/ 7007 w 74212"/>
                    <a:gd name="connsiteY2" fmla="*/ 17997 h 67993"/>
                    <a:gd name="connsiteX3" fmla="*/ 3194 w 74212"/>
                    <a:gd name="connsiteY3" fmla="*/ 29833 h 67993"/>
                    <a:gd name="connsiteX4" fmla="*/ 91 w 74212"/>
                    <a:gd name="connsiteY4" fmla="*/ 54924 h 67993"/>
                    <a:gd name="connsiteX5" fmla="*/ 579 w 74212"/>
                    <a:gd name="connsiteY5" fmla="*/ 59668 h 67993"/>
                    <a:gd name="connsiteX6" fmla="*/ 5101 w 74212"/>
                    <a:gd name="connsiteY6" fmla="*/ 63436 h 67993"/>
                    <a:gd name="connsiteX7" fmla="*/ 51427 w 74212"/>
                    <a:gd name="connsiteY7" fmla="*/ 60820 h 67993"/>
                    <a:gd name="connsiteX8" fmla="*/ 74213 w 74212"/>
                    <a:gd name="connsiteY8" fmla="*/ 20435 h 679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212" h="67993">
                      <a:moveTo>
                        <a:pt x="61977" y="1018"/>
                      </a:moveTo>
                      <a:cubicBezTo>
                        <a:pt x="45930" y="-1908"/>
                        <a:pt x="28862" y="1550"/>
                        <a:pt x="15208" y="10416"/>
                      </a:cubicBezTo>
                      <a:cubicBezTo>
                        <a:pt x="12061" y="12456"/>
                        <a:pt x="9046" y="14849"/>
                        <a:pt x="7007" y="17997"/>
                      </a:cubicBezTo>
                      <a:cubicBezTo>
                        <a:pt x="4746" y="21499"/>
                        <a:pt x="3904" y="25711"/>
                        <a:pt x="3194" y="29833"/>
                      </a:cubicBezTo>
                      <a:cubicBezTo>
                        <a:pt x="1731" y="38123"/>
                        <a:pt x="712" y="46501"/>
                        <a:pt x="91" y="54924"/>
                      </a:cubicBezTo>
                      <a:cubicBezTo>
                        <a:pt x="-42" y="56520"/>
                        <a:pt x="-130" y="58205"/>
                        <a:pt x="579" y="59668"/>
                      </a:cubicBezTo>
                      <a:cubicBezTo>
                        <a:pt x="1421" y="61485"/>
                        <a:pt x="3283" y="62549"/>
                        <a:pt x="5101" y="63436"/>
                      </a:cubicBezTo>
                      <a:cubicBezTo>
                        <a:pt x="19641" y="70352"/>
                        <a:pt x="37728" y="69332"/>
                        <a:pt x="51427" y="60820"/>
                      </a:cubicBezTo>
                      <a:cubicBezTo>
                        <a:pt x="65125" y="52309"/>
                        <a:pt x="73991" y="36527"/>
                        <a:pt x="74213" y="20435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99" name="Forme libre : forme 18698">
                  <a:extLst>
                    <a:ext uri="{FF2B5EF4-FFF2-40B4-BE49-F238E27FC236}">
                      <a16:creationId xmlns:a16="http://schemas.microsoft.com/office/drawing/2014/main" id="{AA74EDFB-FDCF-4C43-9A35-273432E4E340}"/>
                    </a:ext>
                  </a:extLst>
                </p:cNvPr>
                <p:cNvSpPr/>
                <p:nvPr/>
              </p:nvSpPr>
              <p:spPr>
                <a:xfrm>
                  <a:off x="6641855" y="6337107"/>
                  <a:ext cx="46672" cy="47880"/>
                </a:xfrm>
                <a:custGeom>
                  <a:avLst/>
                  <a:gdLst>
                    <a:gd name="connsiteX0" fmla="*/ 6775 w 46672"/>
                    <a:gd name="connsiteY0" fmla="*/ 1688 h 47880"/>
                    <a:gd name="connsiteX1" fmla="*/ 2209 w 46672"/>
                    <a:gd name="connsiteY1" fmla="*/ 3106 h 47880"/>
                    <a:gd name="connsiteX2" fmla="*/ 746 w 46672"/>
                    <a:gd name="connsiteY2" fmla="*/ 12993 h 47880"/>
                    <a:gd name="connsiteX3" fmla="*/ 25881 w 46672"/>
                    <a:gd name="connsiteY3" fmla="*/ 45354 h 47880"/>
                    <a:gd name="connsiteX4" fmla="*/ 46672 w 46672"/>
                    <a:gd name="connsiteY4" fmla="*/ 14899 h 47880"/>
                    <a:gd name="connsiteX5" fmla="*/ 6775 w 46672"/>
                    <a:gd name="connsiteY5" fmla="*/ 1688 h 47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6672" h="47880">
                      <a:moveTo>
                        <a:pt x="6775" y="1688"/>
                      </a:moveTo>
                      <a:cubicBezTo>
                        <a:pt x="5179" y="1910"/>
                        <a:pt x="3494" y="2131"/>
                        <a:pt x="2209" y="3106"/>
                      </a:cubicBezTo>
                      <a:cubicBezTo>
                        <a:pt x="-629" y="5235"/>
                        <a:pt x="-274" y="9579"/>
                        <a:pt x="746" y="12993"/>
                      </a:cubicBezTo>
                      <a:cubicBezTo>
                        <a:pt x="4691" y="26424"/>
                        <a:pt x="13868" y="38217"/>
                        <a:pt x="25881" y="45354"/>
                      </a:cubicBezTo>
                      <a:cubicBezTo>
                        <a:pt x="44678" y="56525"/>
                        <a:pt x="46628" y="27799"/>
                        <a:pt x="46672" y="14899"/>
                      </a:cubicBezTo>
                      <a:cubicBezTo>
                        <a:pt x="46717" y="-4474"/>
                        <a:pt x="19764" y="-41"/>
                        <a:pt x="6775" y="168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00" name="Forme libre : forme 18699">
                  <a:extLst>
                    <a:ext uri="{FF2B5EF4-FFF2-40B4-BE49-F238E27FC236}">
                      <a16:creationId xmlns:a16="http://schemas.microsoft.com/office/drawing/2014/main" id="{2D4ECEEA-AAD7-4605-AFDE-399CAFFA7220}"/>
                    </a:ext>
                  </a:extLst>
                </p:cNvPr>
                <p:cNvSpPr/>
                <p:nvPr/>
              </p:nvSpPr>
              <p:spPr>
                <a:xfrm>
                  <a:off x="6628657" y="6444497"/>
                  <a:ext cx="56853" cy="85757"/>
                </a:xfrm>
                <a:custGeom>
                  <a:avLst/>
                  <a:gdLst>
                    <a:gd name="connsiteX0" fmla="*/ 12259 w 56853"/>
                    <a:gd name="connsiteY0" fmla="*/ 15632 h 85757"/>
                    <a:gd name="connsiteX1" fmla="*/ 822 w 56853"/>
                    <a:gd name="connsiteY1" fmla="*/ 46132 h 85757"/>
                    <a:gd name="connsiteX2" fmla="*/ 12348 w 56853"/>
                    <a:gd name="connsiteY2" fmla="*/ 63332 h 85757"/>
                    <a:gd name="connsiteX3" fmla="*/ 29415 w 56853"/>
                    <a:gd name="connsiteY3" fmla="*/ 80843 h 85757"/>
                    <a:gd name="connsiteX4" fmla="*/ 52556 w 56853"/>
                    <a:gd name="connsiteY4" fmla="*/ 83769 h 85757"/>
                    <a:gd name="connsiteX5" fmla="*/ 56147 w 56853"/>
                    <a:gd name="connsiteY5" fmla="*/ 80488 h 85757"/>
                    <a:gd name="connsiteX6" fmla="*/ 54905 w 56853"/>
                    <a:gd name="connsiteY6" fmla="*/ 70469 h 85757"/>
                    <a:gd name="connsiteX7" fmla="*/ 47857 w 56853"/>
                    <a:gd name="connsiteY7" fmla="*/ 40457 h 85757"/>
                    <a:gd name="connsiteX8" fmla="*/ 48832 w 56853"/>
                    <a:gd name="connsiteY8" fmla="*/ 10933 h 85757"/>
                    <a:gd name="connsiteX9" fmla="*/ 12259 w 56853"/>
                    <a:gd name="connsiteY9" fmla="*/ 15632 h 85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6853" h="85757">
                      <a:moveTo>
                        <a:pt x="12259" y="15632"/>
                      </a:moveTo>
                      <a:cubicBezTo>
                        <a:pt x="4014" y="23567"/>
                        <a:pt x="-2326" y="35182"/>
                        <a:pt x="822" y="46132"/>
                      </a:cubicBezTo>
                      <a:cubicBezTo>
                        <a:pt x="2728" y="52826"/>
                        <a:pt x="7782" y="58056"/>
                        <a:pt x="12348" y="63332"/>
                      </a:cubicBezTo>
                      <a:cubicBezTo>
                        <a:pt x="17712" y="69539"/>
                        <a:pt x="22677" y="76233"/>
                        <a:pt x="29415" y="80843"/>
                      </a:cubicBezTo>
                      <a:cubicBezTo>
                        <a:pt x="36153" y="85453"/>
                        <a:pt x="45330" y="87625"/>
                        <a:pt x="52556" y="83769"/>
                      </a:cubicBezTo>
                      <a:cubicBezTo>
                        <a:pt x="54019" y="83015"/>
                        <a:pt x="55349" y="81951"/>
                        <a:pt x="56147" y="80488"/>
                      </a:cubicBezTo>
                      <a:cubicBezTo>
                        <a:pt x="57787" y="77385"/>
                        <a:pt x="56236" y="73661"/>
                        <a:pt x="54905" y="70469"/>
                      </a:cubicBezTo>
                      <a:cubicBezTo>
                        <a:pt x="50916" y="60938"/>
                        <a:pt x="48566" y="50742"/>
                        <a:pt x="47857" y="40457"/>
                      </a:cubicBezTo>
                      <a:cubicBezTo>
                        <a:pt x="47192" y="30705"/>
                        <a:pt x="50251" y="20553"/>
                        <a:pt x="48832" y="10933"/>
                      </a:cubicBezTo>
                      <a:cubicBezTo>
                        <a:pt x="45463" y="-11897"/>
                        <a:pt x="21569" y="6721"/>
                        <a:pt x="12259" y="1563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01" name="Forme libre : forme 18700">
                  <a:extLst>
                    <a:ext uri="{FF2B5EF4-FFF2-40B4-BE49-F238E27FC236}">
                      <a16:creationId xmlns:a16="http://schemas.microsoft.com/office/drawing/2014/main" id="{3FDEC8BC-20BB-4706-B5B7-B096278E4B34}"/>
                    </a:ext>
                  </a:extLst>
                </p:cNvPr>
                <p:cNvSpPr/>
                <p:nvPr/>
              </p:nvSpPr>
              <p:spPr>
                <a:xfrm>
                  <a:off x="6793101" y="6255333"/>
                  <a:ext cx="90576" cy="105413"/>
                </a:xfrm>
                <a:custGeom>
                  <a:avLst/>
                  <a:gdLst>
                    <a:gd name="connsiteX0" fmla="*/ 6431 w 90576"/>
                    <a:gd name="connsiteY0" fmla="*/ 11868 h 105413"/>
                    <a:gd name="connsiteX1" fmla="*/ 269 w 90576"/>
                    <a:gd name="connsiteY1" fmla="*/ 37004 h 105413"/>
                    <a:gd name="connsiteX2" fmla="*/ 7627 w 90576"/>
                    <a:gd name="connsiteY2" fmla="*/ 62405 h 105413"/>
                    <a:gd name="connsiteX3" fmla="*/ 26025 w 90576"/>
                    <a:gd name="connsiteY3" fmla="*/ 88915 h 105413"/>
                    <a:gd name="connsiteX4" fmla="*/ 54308 w 90576"/>
                    <a:gd name="connsiteY4" fmla="*/ 103367 h 105413"/>
                    <a:gd name="connsiteX5" fmla="*/ 84453 w 90576"/>
                    <a:gd name="connsiteY5" fmla="*/ 99422 h 105413"/>
                    <a:gd name="connsiteX6" fmla="*/ 83832 w 90576"/>
                    <a:gd name="connsiteY6" fmla="*/ 72158 h 105413"/>
                    <a:gd name="connsiteX7" fmla="*/ 44600 w 90576"/>
                    <a:gd name="connsiteY7" fmla="*/ 21355 h 105413"/>
                    <a:gd name="connsiteX8" fmla="*/ 34315 w 90576"/>
                    <a:gd name="connsiteY8" fmla="*/ 741 h 105413"/>
                    <a:gd name="connsiteX9" fmla="*/ 6431 w 90576"/>
                    <a:gd name="connsiteY9" fmla="*/ 11868 h 105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0576" h="105413">
                      <a:moveTo>
                        <a:pt x="6431" y="11868"/>
                      </a:moveTo>
                      <a:cubicBezTo>
                        <a:pt x="889" y="18784"/>
                        <a:pt x="-706" y="28182"/>
                        <a:pt x="269" y="37004"/>
                      </a:cubicBezTo>
                      <a:cubicBezTo>
                        <a:pt x="1200" y="45781"/>
                        <a:pt x="4436" y="54160"/>
                        <a:pt x="7627" y="62405"/>
                      </a:cubicBezTo>
                      <a:cubicBezTo>
                        <a:pt x="11617" y="72646"/>
                        <a:pt x="16272" y="83773"/>
                        <a:pt x="26025" y="88915"/>
                      </a:cubicBezTo>
                      <a:cubicBezTo>
                        <a:pt x="35423" y="93880"/>
                        <a:pt x="44245" y="100087"/>
                        <a:pt x="54308" y="103367"/>
                      </a:cubicBezTo>
                      <a:cubicBezTo>
                        <a:pt x="64416" y="106648"/>
                        <a:pt x="76518" y="106426"/>
                        <a:pt x="84453" y="99422"/>
                      </a:cubicBezTo>
                      <a:cubicBezTo>
                        <a:pt x="92433" y="92418"/>
                        <a:pt x="93009" y="77478"/>
                        <a:pt x="83832" y="72158"/>
                      </a:cubicBezTo>
                      <a:cubicBezTo>
                        <a:pt x="64682" y="61120"/>
                        <a:pt x="50850" y="42456"/>
                        <a:pt x="44600" y="21355"/>
                      </a:cubicBezTo>
                      <a:cubicBezTo>
                        <a:pt x="42560" y="14439"/>
                        <a:pt x="42206" y="3622"/>
                        <a:pt x="34315" y="741"/>
                      </a:cubicBezTo>
                      <a:cubicBezTo>
                        <a:pt x="25537" y="-2451"/>
                        <a:pt x="11706" y="5307"/>
                        <a:pt x="6431" y="11868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02" name="Forme libre : forme 18701">
                  <a:extLst>
                    <a:ext uri="{FF2B5EF4-FFF2-40B4-BE49-F238E27FC236}">
                      <a16:creationId xmlns:a16="http://schemas.microsoft.com/office/drawing/2014/main" id="{83E5D1B1-C639-4A47-97D5-F14889002482}"/>
                    </a:ext>
                  </a:extLst>
                </p:cNvPr>
                <p:cNvSpPr/>
                <p:nvPr/>
              </p:nvSpPr>
              <p:spPr>
                <a:xfrm>
                  <a:off x="6716234" y="6363095"/>
                  <a:ext cx="84528" cy="148146"/>
                </a:xfrm>
                <a:custGeom>
                  <a:avLst/>
                  <a:gdLst>
                    <a:gd name="connsiteX0" fmla="*/ 12147 w 84528"/>
                    <a:gd name="connsiteY0" fmla="*/ 24686 h 148146"/>
                    <a:gd name="connsiteX1" fmla="*/ 3635 w 84528"/>
                    <a:gd name="connsiteY1" fmla="*/ 53324 h 148146"/>
                    <a:gd name="connsiteX2" fmla="*/ 2571 w 84528"/>
                    <a:gd name="connsiteY2" fmla="*/ 103551 h 148146"/>
                    <a:gd name="connsiteX3" fmla="*/ 38125 w 84528"/>
                    <a:gd name="connsiteY3" fmla="*/ 143981 h 148146"/>
                    <a:gd name="connsiteX4" fmla="*/ 54394 w 84528"/>
                    <a:gd name="connsiteY4" fmla="*/ 147882 h 148146"/>
                    <a:gd name="connsiteX5" fmla="*/ 67073 w 84528"/>
                    <a:gd name="connsiteY5" fmla="*/ 140390 h 148146"/>
                    <a:gd name="connsiteX6" fmla="*/ 84495 w 84528"/>
                    <a:gd name="connsiteY6" fmla="*/ 112550 h 148146"/>
                    <a:gd name="connsiteX7" fmla="*/ 70486 w 84528"/>
                    <a:gd name="connsiteY7" fmla="*/ 88301 h 148146"/>
                    <a:gd name="connsiteX8" fmla="*/ 47213 w 84528"/>
                    <a:gd name="connsiteY8" fmla="*/ 45212 h 148146"/>
                    <a:gd name="connsiteX9" fmla="*/ 50671 w 84528"/>
                    <a:gd name="connsiteY9" fmla="*/ 19499 h 148146"/>
                    <a:gd name="connsiteX10" fmla="*/ 46991 w 84528"/>
                    <a:gd name="connsiteY10" fmla="*/ 2920 h 148146"/>
                    <a:gd name="connsiteX11" fmla="*/ 12147 w 84528"/>
                    <a:gd name="connsiteY11" fmla="*/ 24686 h 148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4528" h="148146">
                      <a:moveTo>
                        <a:pt x="12147" y="24686"/>
                      </a:moveTo>
                      <a:cubicBezTo>
                        <a:pt x="7226" y="33419"/>
                        <a:pt x="5409" y="43483"/>
                        <a:pt x="3635" y="53324"/>
                      </a:cubicBezTo>
                      <a:cubicBezTo>
                        <a:pt x="665" y="69992"/>
                        <a:pt x="-2261" y="87370"/>
                        <a:pt x="2571" y="103551"/>
                      </a:cubicBezTo>
                      <a:cubicBezTo>
                        <a:pt x="7802" y="121239"/>
                        <a:pt x="21856" y="135336"/>
                        <a:pt x="38125" y="143981"/>
                      </a:cubicBezTo>
                      <a:cubicBezTo>
                        <a:pt x="43134" y="146640"/>
                        <a:pt x="48809" y="148946"/>
                        <a:pt x="54394" y="147882"/>
                      </a:cubicBezTo>
                      <a:cubicBezTo>
                        <a:pt x="59271" y="146951"/>
                        <a:pt x="63305" y="143582"/>
                        <a:pt x="67073" y="140390"/>
                      </a:cubicBezTo>
                      <a:cubicBezTo>
                        <a:pt x="75717" y="133031"/>
                        <a:pt x="85160" y="123899"/>
                        <a:pt x="84495" y="112550"/>
                      </a:cubicBezTo>
                      <a:cubicBezTo>
                        <a:pt x="83919" y="103063"/>
                        <a:pt x="76427" y="95704"/>
                        <a:pt x="70486" y="88301"/>
                      </a:cubicBezTo>
                      <a:cubicBezTo>
                        <a:pt x="60246" y="75534"/>
                        <a:pt x="53685" y="60239"/>
                        <a:pt x="47213" y="45212"/>
                      </a:cubicBezTo>
                      <a:cubicBezTo>
                        <a:pt x="41893" y="32799"/>
                        <a:pt x="45661" y="30139"/>
                        <a:pt x="50671" y="19499"/>
                      </a:cubicBezTo>
                      <a:cubicBezTo>
                        <a:pt x="53463" y="13559"/>
                        <a:pt x="52178" y="7264"/>
                        <a:pt x="46991" y="2920"/>
                      </a:cubicBezTo>
                      <a:cubicBezTo>
                        <a:pt x="33913" y="-8030"/>
                        <a:pt x="17821" y="14623"/>
                        <a:pt x="12147" y="24686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03" name="Forme libre : forme 18702">
                  <a:extLst>
                    <a:ext uri="{FF2B5EF4-FFF2-40B4-BE49-F238E27FC236}">
                      <a16:creationId xmlns:a16="http://schemas.microsoft.com/office/drawing/2014/main" id="{F9DB5827-30D9-44C5-98A1-43FC87C2A51C}"/>
                    </a:ext>
                  </a:extLst>
                </p:cNvPr>
                <p:cNvSpPr/>
                <p:nvPr/>
              </p:nvSpPr>
              <p:spPr>
                <a:xfrm>
                  <a:off x="6862337" y="6456808"/>
                  <a:ext cx="109752" cy="76954"/>
                </a:xfrm>
                <a:custGeom>
                  <a:avLst/>
                  <a:gdLst>
                    <a:gd name="connsiteX0" fmla="*/ 12 w 109752"/>
                    <a:gd name="connsiteY0" fmla="*/ 13384 h 76954"/>
                    <a:gd name="connsiteX1" fmla="*/ 3558 w 109752"/>
                    <a:gd name="connsiteY1" fmla="*/ 24733 h 76954"/>
                    <a:gd name="connsiteX2" fmla="*/ 4844 w 109752"/>
                    <a:gd name="connsiteY2" fmla="*/ 55764 h 76954"/>
                    <a:gd name="connsiteX3" fmla="*/ 24128 w 109752"/>
                    <a:gd name="connsiteY3" fmla="*/ 73941 h 76954"/>
                    <a:gd name="connsiteX4" fmla="*/ 51392 w 109752"/>
                    <a:gd name="connsiteY4" fmla="*/ 76955 h 76954"/>
                    <a:gd name="connsiteX5" fmla="*/ 104190 w 109752"/>
                    <a:gd name="connsiteY5" fmla="*/ 68621 h 76954"/>
                    <a:gd name="connsiteX6" fmla="*/ 109376 w 109752"/>
                    <a:gd name="connsiteY6" fmla="*/ 60553 h 76954"/>
                    <a:gd name="connsiteX7" fmla="*/ 107293 w 109752"/>
                    <a:gd name="connsiteY7" fmla="*/ 58336 h 76954"/>
                    <a:gd name="connsiteX8" fmla="*/ 68503 w 109752"/>
                    <a:gd name="connsiteY8" fmla="*/ 45081 h 76954"/>
                    <a:gd name="connsiteX9" fmla="*/ 39422 w 109752"/>
                    <a:gd name="connsiteY9" fmla="*/ 26684 h 76954"/>
                    <a:gd name="connsiteX10" fmla="*/ 32817 w 109752"/>
                    <a:gd name="connsiteY10" fmla="*/ 3321 h 76954"/>
                    <a:gd name="connsiteX11" fmla="*/ 12 w 109752"/>
                    <a:gd name="connsiteY11" fmla="*/ 13384 h 76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9752" h="76954">
                      <a:moveTo>
                        <a:pt x="12" y="13384"/>
                      </a:moveTo>
                      <a:cubicBezTo>
                        <a:pt x="145" y="17374"/>
                        <a:pt x="2406" y="20920"/>
                        <a:pt x="3558" y="24733"/>
                      </a:cubicBezTo>
                      <a:cubicBezTo>
                        <a:pt x="6617" y="34707"/>
                        <a:pt x="1963" y="45746"/>
                        <a:pt x="4844" y="55764"/>
                      </a:cubicBezTo>
                      <a:cubicBezTo>
                        <a:pt x="7371" y="64586"/>
                        <a:pt x="15439" y="70970"/>
                        <a:pt x="24128" y="73941"/>
                      </a:cubicBezTo>
                      <a:cubicBezTo>
                        <a:pt x="32817" y="76910"/>
                        <a:pt x="42215" y="76955"/>
                        <a:pt x="51392" y="76955"/>
                      </a:cubicBezTo>
                      <a:cubicBezTo>
                        <a:pt x="69390" y="76955"/>
                        <a:pt x="88098" y="76600"/>
                        <a:pt x="104190" y="68621"/>
                      </a:cubicBezTo>
                      <a:cubicBezTo>
                        <a:pt x="107382" y="67025"/>
                        <a:pt x="110928" y="63744"/>
                        <a:pt x="109376" y="60553"/>
                      </a:cubicBezTo>
                      <a:cubicBezTo>
                        <a:pt x="108933" y="59621"/>
                        <a:pt x="108135" y="58957"/>
                        <a:pt x="107293" y="58336"/>
                      </a:cubicBezTo>
                      <a:cubicBezTo>
                        <a:pt x="96166" y="49736"/>
                        <a:pt x="82069" y="47165"/>
                        <a:pt x="68503" y="45081"/>
                      </a:cubicBezTo>
                      <a:cubicBezTo>
                        <a:pt x="55470" y="43086"/>
                        <a:pt x="39201" y="43707"/>
                        <a:pt x="39422" y="26684"/>
                      </a:cubicBezTo>
                      <a:cubicBezTo>
                        <a:pt x="39555" y="15601"/>
                        <a:pt x="45096" y="8996"/>
                        <a:pt x="32817" y="3321"/>
                      </a:cubicBezTo>
                      <a:cubicBezTo>
                        <a:pt x="23108" y="-1156"/>
                        <a:pt x="-609" y="-3727"/>
                        <a:pt x="12" y="1338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04" name="Forme libre : forme 18703">
                  <a:extLst>
                    <a:ext uri="{FF2B5EF4-FFF2-40B4-BE49-F238E27FC236}">
                      <a16:creationId xmlns:a16="http://schemas.microsoft.com/office/drawing/2014/main" id="{74C5E43A-164B-46D9-A845-A002131F822F}"/>
                    </a:ext>
                  </a:extLst>
                </p:cNvPr>
                <p:cNvSpPr/>
                <p:nvPr/>
              </p:nvSpPr>
              <p:spPr>
                <a:xfrm>
                  <a:off x="6886082" y="6322184"/>
                  <a:ext cx="114139" cy="101050"/>
                </a:xfrm>
                <a:custGeom>
                  <a:avLst/>
                  <a:gdLst>
                    <a:gd name="connsiteX0" fmla="*/ 53580 w 114139"/>
                    <a:gd name="connsiteY0" fmla="*/ 32304 h 101050"/>
                    <a:gd name="connsiteX1" fmla="*/ 23036 w 114139"/>
                    <a:gd name="connsiteY1" fmla="*/ 55799 h 101050"/>
                    <a:gd name="connsiteX2" fmla="*/ 205 w 114139"/>
                    <a:gd name="connsiteY2" fmla="*/ 85634 h 101050"/>
                    <a:gd name="connsiteX3" fmla="*/ 826 w 114139"/>
                    <a:gd name="connsiteY3" fmla="*/ 92772 h 101050"/>
                    <a:gd name="connsiteX4" fmla="*/ 7564 w 114139"/>
                    <a:gd name="connsiteY4" fmla="*/ 98845 h 101050"/>
                    <a:gd name="connsiteX5" fmla="*/ 35892 w 114139"/>
                    <a:gd name="connsiteY5" fmla="*/ 97382 h 101050"/>
                    <a:gd name="connsiteX6" fmla="*/ 63066 w 114139"/>
                    <a:gd name="connsiteY6" fmla="*/ 87053 h 101050"/>
                    <a:gd name="connsiteX7" fmla="*/ 83414 w 114139"/>
                    <a:gd name="connsiteY7" fmla="*/ 84393 h 101050"/>
                    <a:gd name="connsiteX8" fmla="*/ 108062 w 114139"/>
                    <a:gd name="connsiteY8" fmla="*/ 19005 h 101050"/>
                    <a:gd name="connsiteX9" fmla="*/ 83636 w 114139"/>
                    <a:gd name="connsiteY9" fmla="*/ 164 h 101050"/>
                    <a:gd name="connsiteX10" fmla="*/ 53580 w 114139"/>
                    <a:gd name="connsiteY10" fmla="*/ 32304 h 101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4139" h="101050">
                      <a:moveTo>
                        <a:pt x="53580" y="32304"/>
                      </a:moveTo>
                      <a:cubicBezTo>
                        <a:pt x="45600" y="42456"/>
                        <a:pt x="33719" y="48529"/>
                        <a:pt x="23036" y="55799"/>
                      </a:cubicBezTo>
                      <a:cubicBezTo>
                        <a:pt x="12352" y="63070"/>
                        <a:pt x="1978" y="72867"/>
                        <a:pt x="205" y="85634"/>
                      </a:cubicBezTo>
                      <a:cubicBezTo>
                        <a:pt x="-150" y="88028"/>
                        <a:pt x="-105" y="90555"/>
                        <a:pt x="826" y="92772"/>
                      </a:cubicBezTo>
                      <a:cubicBezTo>
                        <a:pt x="2067" y="95609"/>
                        <a:pt x="4727" y="97559"/>
                        <a:pt x="7564" y="98845"/>
                      </a:cubicBezTo>
                      <a:cubicBezTo>
                        <a:pt x="16430" y="102834"/>
                        <a:pt x="26804" y="100840"/>
                        <a:pt x="35892" y="97382"/>
                      </a:cubicBezTo>
                      <a:cubicBezTo>
                        <a:pt x="44979" y="93924"/>
                        <a:pt x="53580" y="89003"/>
                        <a:pt x="63066" y="87053"/>
                      </a:cubicBezTo>
                      <a:cubicBezTo>
                        <a:pt x="69761" y="85678"/>
                        <a:pt x="76721" y="85856"/>
                        <a:pt x="83414" y="84393"/>
                      </a:cubicBezTo>
                      <a:cubicBezTo>
                        <a:pt x="115111" y="77610"/>
                        <a:pt x="120253" y="44540"/>
                        <a:pt x="108062" y="19005"/>
                      </a:cubicBezTo>
                      <a:cubicBezTo>
                        <a:pt x="103496" y="9474"/>
                        <a:pt x="95605" y="-1476"/>
                        <a:pt x="83636" y="164"/>
                      </a:cubicBezTo>
                      <a:cubicBezTo>
                        <a:pt x="67500" y="2469"/>
                        <a:pt x="62180" y="21354"/>
                        <a:pt x="53580" y="3230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05" name="Forme libre : forme 18704">
                  <a:extLst>
                    <a:ext uri="{FF2B5EF4-FFF2-40B4-BE49-F238E27FC236}">
                      <a16:creationId xmlns:a16="http://schemas.microsoft.com/office/drawing/2014/main" id="{37A1D780-CDBA-499A-9194-DD00BF0373C4}"/>
                    </a:ext>
                  </a:extLst>
                </p:cNvPr>
                <p:cNvSpPr/>
                <p:nvPr/>
              </p:nvSpPr>
              <p:spPr>
                <a:xfrm>
                  <a:off x="6936787" y="6244888"/>
                  <a:ext cx="54058" cy="57348"/>
                </a:xfrm>
                <a:custGeom>
                  <a:avLst/>
                  <a:gdLst>
                    <a:gd name="connsiteX0" fmla="*/ 171 w 54058"/>
                    <a:gd name="connsiteY0" fmla="*/ 45232 h 57348"/>
                    <a:gd name="connsiteX1" fmla="*/ 3851 w 54058"/>
                    <a:gd name="connsiteY1" fmla="*/ 53743 h 57348"/>
                    <a:gd name="connsiteX2" fmla="*/ 13471 w 54058"/>
                    <a:gd name="connsiteY2" fmla="*/ 55029 h 57348"/>
                    <a:gd name="connsiteX3" fmla="*/ 20209 w 54058"/>
                    <a:gd name="connsiteY3" fmla="*/ 57245 h 57348"/>
                    <a:gd name="connsiteX4" fmla="*/ 33641 w 54058"/>
                    <a:gd name="connsiteY4" fmla="*/ 50773 h 57348"/>
                    <a:gd name="connsiteX5" fmla="*/ 53634 w 54058"/>
                    <a:gd name="connsiteY5" fmla="*/ 30514 h 57348"/>
                    <a:gd name="connsiteX6" fmla="*/ 32710 w 54058"/>
                    <a:gd name="connsiteY6" fmla="*/ 3738 h 57348"/>
                    <a:gd name="connsiteX7" fmla="*/ 171 w 54058"/>
                    <a:gd name="connsiteY7" fmla="*/ 45232 h 57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058" h="57348">
                      <a:moveTo>
                        <a:pt x="171" y="45232"/>
                      </a:moveTo>
                      <a:cubicBezTo>
                        <a:pt x="437" y="48424"/>
                        <a:pt x="1102" y="52059"/>
                        <a:pt x="3851" y="53743"/>
                      </a:cubicBezTo>
                      <a:cubicBezTo>
                        <a:pt x="6643" y="55472"/>
                        <a:pt x="10279" y="54364"/>
                        <a:pt x="13471" y="55029"/>
                      </a:cubicBezTo>
                      <a:cubicBezTo>
                        <a:pt x="15820" y="55516"/>
                        <a:pt x="17859" y="56891"/>
                        <a:pt x="20209" y="57245"/>
                      </a:cubicBezTo>
                      <a:cubicBezTo>
                        <a:pt x="25307" y="58044"/>
                        <a:pt x="29696" y="54054"/>
                        <a:pt x="33641" y="50773"/>
                      </a:cubicBezTo>
                      <a:cubicBezTo>
                        <a:pt x="41177" y="44567"/>
                        <a:pt x="56826" y="41863"/>
                        <a:pt x="53634" y="30514"/>
                      </a:cubicBezTo>
                      <a:cubicBezTo>
                        <a:pt x="51019" y="21249"/>
                        <a:pt x="40956" y="8659"/>
                        <a:pt x="32710" y="3738"/>
                      </a:cubicBezTo>
                      <a:cubicBezTo>
                        <a:pt x="5846" y="-12265"/>
                        <a:pt x="-1247" y="27189"/>
                        <a:pt x="171" y="45232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06" name="Forme libre : forme 18705">
                  <a:extLst>
                    <a:ext uri="{FF2B5EF4-FFF2-40B4-BE49-F238E27FC236}">
                      <a16:creationId xmlns:a16="http://schemas.microsoft.com/office/drawing/2014/main" id="{F24867A5-AC11-46AB-A7EC-CE87B32D752C}"/>
                    </a:ext>
                  </a:extLst>
                </p:cNvPr>
                <p:cNvSpPr/>
                <p:nvPr/>
              </p:nvSpPr>
              <p:spPr>
                <a:xfrm>
                  <a:off x="7046151" y="6255947"/>
                  <a:ext cx="45057" cy="71452"/>
                </a:xfrm>
                <a:custGeom>
                  <a:avLst/>
                  <a:gdLst>
                    <a:gd name="connsiteX0" fmla="*/ 28631 w 45057"/>
                    <a:gd name="connsiteY0" fmla="*/ 259 h 71452"/>
                    <a:gd name="connsiteX1" fmla="*/ 13736 w 45057"/>
                    <a:gd name="connsiteY1" fmla="*/ 4825 h 71452"/>
                    <a:gd name="connsiteX2" fmla="*/ 4737 w 45057"/>
                    <a:gd name="connsiteY2" fmla="*/ 17992 h 71452"/>
                    <a:gd name="connsiteX3" fmla="*/ 1767 w 45057"/>
                    <a:gd name="connsiteY3" fmla="*/ 50841 h 71452"/>
                    <a:gd name="connsiteX4" fmla="*/ 25971 w 45057"/>
                    <a:gd name="connsiteY4" fmla="*/ 71411 h 71452"/>
                    <a:gd name="connsiteX5" fmla="*/ 42507 w 45057"/>
                    <a:gd name="connsiteY5" fmla="*/ 64007 h 71452"/>
                    <a:gd name="connsiteX6" fmla="*/ 40157 w 45057"/>
                    <a:gd name="connsiteY6" fmla="*/ 38207 h 71452"/>
                    <a:gd name="connsiteX7" fmla="*/ 31557 w 45057"/>
                    <a:gd name="connsiteY7" fmla="*/ 12849 h 71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057" h="71452">
                      <a:moveTo>
                        <a:pt x="28631" y="259"/>
                      </a:moveTo>
                      <a:cubicBezTo>
                        <a:pt x="23356" y="-760"/>
                        <a:pt x="17814" y="1323"/>
                        <a:pt x="13736" y="4825"/>
                      </a:cubicBezTo>
                      <a:cubicBezTo>
                        <a:pt x="9658" y="8327"/>
                        <a:pt x="6865" y="13071"/>
                        <a:pt x="4737" y="17992"/>
                      </a:cubicBezTo>
                      <a:cubicBezTo>
                        <a:pt x="260" y="28321"/>
                        <a:pt x="-1691" y="40157"/>
                        <a:pt x="1767" y="50841"/>
                      </a:cubicBezTo>
                      <a:cubicBezTo>
                        <a:pt x="5225" y="61524"/>
                        <a:pt x="14756" y="70657"/>
                        <a:pt x="25971" y="71411"/>
                      </a:cubicBezTo>
                      <a:cubicBezTo>
                        <a:pt x="32311" y="71809"/>
                        <a:pt x="39049" y="69327"/>
                        <a:pt x="42507" y="64007"/>
                      </a:cubicBezTo>
                      <a:cubicBezTo>
                        <a:pt x="47472" y="56427"/>
                        <a:pt x="44369" y="46230"/>
                        <a:pt x="40157" y="38207"/>
                      </a:cubicBezTo>
                      <a:cubicBezTo>
                        <a:pt x="35946" y="30138"/>
                        <a:pt x="30626" y="21848"/>
                        <a:pt x="31557" y="12849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07" name="Forme libre : forme 18706">
                  <a:extLst>
                    <a:ext uri="{FF2B5EF4-FFF2-40B4-BE49-F238E27FC236}">
                      <a16:creationId xmlns:a16="http://schemas.microsoft.com/office/drawing/2014/main" id="{9B056744-C73B-4480-90BE-41DE4AE363DA}"/>
                    </a:ext>
                  </a:extLst>
                </p:cNvPr>
                <p:cNvSpPr/>
                <p:nvPr/>
              </p:nvSpPr>
              <p:spPr>
                <a:xfrm>
                  <a:off x="7146384" y="6220571"/>
                  <a:ext cx="45057" cy="71451"/>
                </a:xfrm>
                <a:custGeom>
                  <a:avLst/>
                  <a:gdLst>
                    <a:gd name="connsiteX0" fmla="*/ 28631 w 45057"/>
                    <a:gd name="connsiteY0" fmla="*/ 259 h 71451"/>
                    <a:gd name="connsiteX1" fmla="*/ 13736 w 45057"/>
                    <a:gd name="connsiteY1" fmla="*/ 4825 h 71451"/>
                    <a:gd name="connsiteX2" fmla="*/ 4737 w 45057"/>
                    <a:gd name="connsiteY2" fmla="*/ 17992 h 71451"/>
                    <a:gd name="connsiteX3" fmla="*/ 1767 w 45057"/>
                    <a:gd name="connsiteY3" fmla="*/ 50841 h 71451"/>
                    <a:gd name="connsiteX4" fmla="*/ 25971 w 45057"/>
                    <a:gd name="connsiteY4" fmla="*/ 71410 h 71451"/>
                    <a:gd name="connsiteX5" fmla="*/ 42507 w 45057"/>
                    <a:gd name="connsiteY5" fmla="*/ 64007 h 71451"/>
                    <a:gd name="connsiteX6" fmla="*/ 40157 w 45057"/>
                    <a:gd name="connsiteY6" fmla="*/ 38206 h 71451"/>
                    <a:gd name="connsiteX7" fmla="*/ 31557 w 45057"/>
                    <a:gd name="connsiteY7" fmla="*/ 12849 h 71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057" h="71451">
                      <a:moveTo>
                        <a:pt x="28631" y="259"/>
                      </a:moveTo>
                      <a:cubicBezTo>
                        <a:pt x="23356" y="-760"/>
                        <a:pt x="17815" y="1323"/>
                        <a:pt x="13736" y="4825"/>
                      </a:cubicBezTo>
                      <a:cubicBezTo>
                        <a:pt x="9658" y="8327"/>
                        <a:pt x="6865" y="13071"/>
                        <a:pt x="4737" y="17992"/>
                      </a:cubicBezTo>
                      <a:cubicBezTo>
                        <a:pt x="259" y="28321"/>
                        <a:pt x="-1691" y="40157"/>
                        <a:pt x="1767" y="50841"/>
                      </a:cubicBezTo>
                      <a:cubicBezTo>
                        <a:pt x="5180" y="61569"/>
                        <a:pt x="14756" y="70657"/>
                        <a:pt x="25971" y="71410"/>
                      </a:cubicBezTo>
                      <a:cubicBezTo>
                        <a:pt x="32311" y="71809"/>
                        <a:pt x="39049" y="69327"/>
                        <a:pt x="42507" y="64007"/>
                      </a:cubicBezTo>
                      <a:cubicBezTo>
                        <a:pt x="47472" y="56426"/>
                        <a:pt x="44369" y="46230"/>
                        <a:pt x="40157" y="38206"/>
                      </a:cubicBezTo>
                      <a:cubicBezTo>
                        <a:pt x="35946" y="30138"/>
                        <a:pt x="30626" y="21848"/>
                        <a:pt x="31557" y="12849"/>
                      </a:cubicBezTo>
                    </a:path>
                  </a:pathLst>
                </a:custGeom>
                <a:solidFill>
                  <a:srgbClr val="EDD77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08" name="Forme libre : forme 18707">
                  <a:extLst>
                    <a:ext uri="{FF2B5EF4-FFF2-40B4-BE49-F238E27FC236}">
                      <a16:creationId xmlns:a16="http://schemas.microsoft.com/office/drawing/2014/main" id="{59858E3B-4A75-4A99-825D-C00B3417FFC2}"/>
                    </a:ext>
                  </a:extLst>
                </p:cNvPr>
                <p:cNvSpPr/>
                <p:nvPr/>
              </p:nvSpPr>
              <p:spPr>
                <a:xfrm>
                  <a:off x="7062987" y="6353609"/>
                  <a:ext cx="44058" cy="84115"/>
                </a:xfrm>
                <a:custGeom>
                  <a:avLst/>
                  <a:gdLst>
                    <a:gd name="connsiteX0" fmla="*/ 3329 w 44058"/>
                    <a:gd name="connsiteY0" fmla="*/ 57534 h 84115"/>
                    <a:gd name="connsiteX1" fmla="*/ 20795 w 44058"/>
                    <a:gd name="connsiteY1" fmla="*/ 81030 h 84115"/>
                    <a:gd name="connsiteX2" fmla="*/ 25671 w 44058"/>
                    <a:gd name="connsiteY2" fmla="*/ 84088 h 84115"/>
                    <a:gd name="connsiteX3" fmla="*/ 32986 w 44058"/>
                    <a:gd name="connsiteY3" fmla="*/ 75400 h 84115"/>
                    <a:gd name="connsiteX4" fmla="*/ 34493 w 44058"/>
                    <a:gd name="connsiteY4" fmla="*/ 1101 h 84115"/>
                    <a:gd name="connsiteX5" fmla="*/ 6875 w 44058"/>
                    <a:gd name="connsiteY5" fmla="*/ 17903 h 84115"/>
                    <a:gd name="connsiteX6" fmla="*/ 3329 w 44058"/>
                    <a:gd name="connsiteY6" fmla="*/ 57534 h 84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058" h="84115">
                      <a:moveTo>
                        <a:pt x="3329" y="57534"/>
                      </a:moveTo>
                      <a:cubicBezTo>
                        <a:pt x="7097" y="66622"/>
                        <a:pt x="13924" y="74026"/>
                        <a:pt x="20795" y="81030"/>
                      </a:cubicBezTo>
                      <a:cubicBezTo>
                        <a:pt x="22169" y="82448"/>
                        <a:pt x="23721" y="83911"/>
                        <a:pt x="25671" y="84088"/>
                      </a:cubicBezTo>
                      <a:cubicBezTo>
                        <a:pt x="29794" y="84532"/>
                        <a:pt x="32055" y="79434"/>
                        <a:pt x="32986" y="75400"/>
                      </a:cubicBezTo>
                      <a:cubicBezTo>
                        <a:pt x="36266" y="61036"/>
                        <a:pt x="55240" y="11519"/>
                        <a:pt x="34493" y="1101"/>
                      </a:cubicBezTo>
                      <a:cubicBezTo>
                        <a:pt x="24164" y="-4085"/>
                        <a:pt x="11530" y="10322"/>
                        <a:pt x="6875" y="17903"/>
                      </a:cubicBezTo>
                      <a:cubicBezTo>
                        <a:pt x="48" y="28941"/>
                        <a:pt x="-2700" y="45432"/>
                        <a:pt x="3329" y="57534"/>
                      </a:cubicBezTo>
                      <a:close/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09" name="Forme libre : forme 18708">
                  <a:extLst>
                    <a:ext uri="{FF2B5EF4-FFF2-40B4-BE49-F238E27FC236}">
                      <a16:creationId xmlns:a16="http://schemas.microsoft.com/office/drawing/2014/main" id="{E3FCEAAA-F8C3-4E38-9965-5D4BFEC14D48}"/>
                    </a:ext>
                  </a:extLst>
                </p:cNvPr>
                <p:cNvSpPr/>
                <p:nvPr/>
              </p:nvSpPr>
              <p:spPr>
                <a:xfrm>
                  <a:off x="7003054" y="6459907"/>
                  <a:ext cx="39234" cy="73576"/>
                </a:xfrm>
                <a:custGeom>
                  <a:avLst/>
                  <a:gdLst>
                    <a:gd name="connsiteX0" fmla="*/ 39235 w 39234"/>
                    <a:gd name="connsiteY0" fmla="*/ 0 h 73576"/>
                    <a:gd name="connsiteX1" fmla="*/ 3992 w 39234"/>
                    <a:gd name="connsiteY1" fmla="*/ 25136 h 73576"/>
                    <a:gd name="connsiteX2" fmla="*/ 46 w 39234"/>
                    <a:gd name="connsiteY2" fmla="*/ 42114 h 73576"/>
                    <a:gd name="connsiteX3" fmla="*/ 15252 w 39234"/>
                    <a:gd name="connsiteY3" fmla="*/ 69999 h 73576"/>
                    <a:gd name="connsiteX4" fmla="*/ 21281 w 39234"/>
                    <a:gd name="connsiteY4" fmla="*/ 73545 h 73576"/>
                    <a:gd name="connsiteX5" fmla="*/ 26024 w 39234"/>
                    <a:gd name="connsiteY5" fmla="*/ 69334 h 73576"/>
                    <a:gd name="connsiteX6" fmla="*/ 32940 w 39234"/>
                    <a:gd name="connsiteY6" fmla="*/ 44110 h 73576"/>
                    <a:gd name="connsiteX7" fmla="*/ 35245 w 39234"/>
                    <a:gd name="connsiteY7" fmla="*/ 13654 h 73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234" h="73576">
                      <a:moveTo>
                        <a:pt x="39235" y="0"/>
                      </a:moveTo>
                      <a:cubicBezTo>
                        <a:pt x="24029" y="133"/>
                        <a:pt x="10597" y="11438"/>
                        <a:pt x="3992" y="25136"/>
                      </a:cubicBezTo>
                      <a:cubicBezTo>
                        <a:pt x="1420" y="30412"/>
                        <a:pt x="-309" y="36263"/>
                        <a:pt x="46" y="42114"/>
                      </a:cubicBezTo>
                      <a:cubicBezTo>
                        <a:pt x="711" y="52887"/>
                        <a:pt x="8159" y="61886"/>
                        <a:pt x="15252" y="69999"/>
                      </a:cubicBezTo>
                      <a:cubicBezTo>
                        <a:pt x="16847" y="71816"/>
                        <a:pt x="18887" y="73856"/>
                        <a:pt x="21281" y="73545"/>
                      </a:cubicBezTo>
                      <a:cubicBezTo>
                        <a:pt x="23453" y="73279"/>
                        <a:pt x="24916" y="71240"/>
                        <a:pt x="26024" y="69334"/>
                      </a:cubicBezTo>
                      <a:cubicBezTo>
                        <a:pt x="30369" y="61665"/>
                        <a:pt x="32762" y="52931"/>
                        <a:pt x="32940" y="44110"/>
                      </a:cubicBezTo>
                      <a:cubicBezTo>
                        <a:pt x="33161" y="33825"/>
                        <a:pt x="30501" y="22786"/>
                        <a:pt x="35245" y="13654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10" name="Forme libre : forme 18709">
                  <a:extLst>
                    <a:ext uri="{FF2B5EF4-FFF2-40B4-BE49-F238E27FC236}">
                      <a16:creationId xmlns:a16="http://schemas.microsoft.com/office/drawing/2014/main" id="{331CCCB7-6128-4783-8E30-3790559748ED}"/>
                    </a:ext>
                  </a:extLst>
                </p:cNvPr>
                <p:cNvSpPr/>
                <p:nvPr/>
              </p:nvSpPr>
              <p:spPr>
                <a:xfrm>
                  <a:off x="7072153" y="6465279"/>
                  <a:ext cx="45612" cy="66131"/>
                </a:xfrm>
                <a:custGeom>
                  <a:avLst/>
                  <a:gdLst>
                    <a:gd name="connsiteX0" fmla="*/ 43680 w 45612"/>
                    <a:gd name="connsiteY0" fmla="*/ 4470 h 66131"/>
                    <a:gd name="connsiteX1" fmla="*/ 25904 w 45612"/>
                    <a:gd name="connsiteY1" fmla="*/ 37 h 66131"/>
                    <a:gd name="connsiteX2" fmla="*/ 9058 w 45612"/>
                    <a:gd name="connsiteY2" fmla="*/ 5844 h 66131"/>
                    <a:gd name="connsiteX3" fmla="*/ 2142 w 45612"/>
                    <a:gd name="connsiteY3" fmla="*/ 29428 h 66131"/>
                    <a:gd name="connsiteX4" fmla="*/ 14 w 45612"/>
                    <a:gd name="connsiteY4" fmla="*/ 47515 h 66131"/>
                    <a:gd name="connsiteX5" fmla="*/ 7418 w 45612"/>
                    <a:gd name="connsiteY5" fmla="*/ 63430 h 66131"/>
                    <a:gd name="connsiteX6" fmla="*/ 27411 w 45612"/>
                    <a:gd name="connsiteY6" fmla="*/ 64804 h 66131"/>
                    <a:gd name="connsiteX7" fmla="*/ 43060 w 45612"/>
                    <a:gd name="connsiteY7" fmla="*/ 56381 h 66131"/>
                    <a:gd name="connsiteX8" fmla="*/ 45542 w 45612"/>
                    <a:gd name="connsiteY8" fmla="*/ 41752 h 66131"/>
                    <a:gd name="connsiteX9" fmla="*/ 44656 w 45612"/>
                    <a:gd name="connsiteY9" fmla="*/ 15242 h 66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5612" h="66131">
                      <a:moveTo>
                        <a:pt x="43680" y="4470"/>
                      </a:moveTo>
                      <a:cubicBezTo>
                        <a:pt x="37917" y="2430"/>
                        <a:pt x="32021" y="347"/>
                        <a:pt x="25904" y="37"/>
                      </a:cubicBezTo>
                      <a:cubicBezTo>
                        <a:pt x="19786" y="-274"/>
                        <a:pt x="13269" y="1366"/>
                        <a:pt x="9058" y="5844"/>
                      </a:cubicBezTo>
                      <a:cubicBezTo>
                        <a:pt x="3339" y="11917"/>
                        <a:pt x="3250" y="21138"/>
                        <a:pt x="2142" y="29428"/>
                      </a:cubicBezTo>
                      <a:cubicBezTo>
                        <a:pt x="1344" y="35457"/>
                        <a:pt x="-163" y="41442"/>
                        <a:pt x="14" y="47515"/>
                      </a:cubicBezTo>
                      <a:cubicBezTo>
                        <a:pt x="192" y="53588"/>
                        <a:pt x="2408" y="60016"/>
                        <a:pt x="7418" y="63430"/>
                      </a:cubicBezTo>
                      <a:cubicBezTo>
                        <a:pt x="13136" y="67286"/>
                        <a:pt x="20717" y="66311"/>
                        <a:pt x="27411" y="64804"/>
                      </a:cubicBezTo>
                      <a:cubicBezTo>
                        <a:pt x="33351" y="63474"/>
                        <a:pt x="39735" y="61479"/>
                        <a:pt x="43060" y="56381"/>
                      </a:cubicBezTo>
                      <a:cubicBezTo>
                        <a:pt x="45764" y="52126"/>
                        <a:pt x="45720" y="46761"/>
                        <a:pt x="45542" y="41752"/>
                      </a:cubicBezTo>
                      <a:cubicBezTo>
                        <a:pt x="45232" y="32930"/>
                        <a:pt x="44966" y="24064"/>
                        <a:pt x="44656" y="15242"/>
                      </a:cubicBezTo>
                    </a:path>
                  </a:pathLst>
                </a:custGeom>
                <a:solidFill>
                  <a:srgbClr val="F9E59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11" name="Forme libre : forme 18710">
                  <a:extLst>
                    <a:ext uri="{FF2B5EF4-FFF2-40B4-BE49-F238E27FC236}">
                      <a16:creationId xmlns:a16="http://schemas.microsoft.com/office/drawing/2014/main" id="{2FD708E7-E9BF-4E8B-8240-F39CDE43F0A0}"/>
                    </a:ext>
                  </a:extLst>
                </p:cNvPr>
                <p:cNvSpPr/>
                <p:nvPr/>
              </p:nvSpPr>
              <p:spPr>
                <a:xfrm>
                  <a:off x="4458644" y="6242816"/>
                  <a:ext cx="37592" cy="33729"/>
                </a:xfrm>
                <a:custGeom>
                  <a:avLst/>
                  <a:gdLst>
                    <a:gd name="connsiteX0" fmla="*/ 1454 w 37592"/>
                    <a:gd name="connsiteY0" fmla="*/ 21548 h 33729"/>
                    <a:gd name="connsiteX1" fmla="*/ 1942 w 37592"/>
                    <a:gd name="connsiteY1" fmla="*/ 32365 h 33729"/>
                    <a:gd name="connsiteX2" fmla="*/ 11828 w 37592"/>
                    <a:gd name="connsiteY2" fmla="*/ 32320 h 33729"/>
                    <a:gd name="connsiteX3" fmla="*/ 34880 w 37592"/>
                    <a:gd name="connsiteY3" fmla="*/ 3815 h 33729"/>
                    <a:gd name="connsiteX4" fmla="*/ 1454 w 37592"/>
                    <a:gd name="connsiteY4" fmla="*/ 21548 h 33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92" h="33729">
                      <a:moveTo>
                        <a:pt x="1454" y="21548"/>
                      </a:moveTo>
                      <a:cubicBezTo>
                        <a:pt x="-141" y="25094"/>
                        <a:pt x="-984" y="29838"/>
                        <a:pt x="1942" y="32365"/>
                      </a:cubicBezTo>
                      <a:cubicBezTo>
                        <a:pt x="4558" y="34626"/>
                        <a:pt x="8592" y="33694"/>
                        <a:pt x="11828" y="32320"/>
                      </a:cubicBezTo>
                      <a:cubicBezTo>
                        <a:pt x="20029" y="28862"/>
                        <a:pt x="45963" y="14632"/>
                        <a:pt x="34880" y="3815"/>
                      </a:cubicBezTo>
                      <a:cubicBezTo>
                        <a:pt x="22423" y="-8243"/>
                        <a:pt x="6065" y="11219"/>
                        <a:pt x="1454" y="2154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12" name="Forme libre : forme 18711">
                  <a:extLst>
                    <a:ext uri="{FF2B5EF4-FFF2-40B4-BE49-F238E27FC236}">
                      <a16:creationId xmlns:a16="http://schemas.microsoft.com/office/drawing/2014/main" id="{6D030475-3C2A-4AF6-A516-7E11F912F660}"/>
                    </a:ext>
                  </a:extLst>
                </p:cNvPr>
                <p:cNvSpPr/>
                <p:nvPr/>
              </p:nvSpPr>
              <p:spPr>
                <a:xfrm>
                  <a:off x="4521195" y="6349033"/>
                  <a:ext cx="37592" cy="33729"/>
                </a:xfrm>
                <a:custGeom>
                  <a:avLst/>
                  <a:gdLst>
                    <a:gd name="connsiteX0" fmla="*/ 1454 w 37592"/>
                    <a:gd name="connsiteY0" fmla="*/ 21548 h 33729"/>
                    <a:gd name="connsiteX1" fmla="*/ 1942 w 37592"/>
                    <a:gd name="connsiteY1" fmla="*/ 32364 h 33729"/>
                    <a:gd name="connsiteX2" fmla="*/ 11828 w 37592"/>
                    <a:gd name="connsiteY2" fmla="*/ 32320 h 33729"/>
                    <a:gd name="connsiteX3" fmla="*/ 34880 w 37592"/>
                    <a:gd name="connsiteY3" fmla="*/ 3816 h 33729"/>
                    <a:gd name="connsiteX4" fmla="*/ 1454 w 37592"/>
                    <a:gd name="connsiteY4" fmla="*/ 21548 h 33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92" h="33729">
                      <a:moveTo>
                        <a:pt x="1454" y="21548"/>
                      </a:moveTo>
                      <a:cubicBezTo>
                        <a:pt x="-141" y="25094"/>
                        <a:pt x="-984" y="29838"/>
                        <a:pt x="1942" y="32364"/>
                      </a:cubicBezTo>
                      <a:cubicBezTo>
                        <a:pt x="4558" y="34625"/>
                        <a:pt x="8592" y="33695"/>
                        <a:pt x="11828" y="32320"/>
                      </a:cubicBezTo>
                      <a:cubicBezTo>
                        <a:pt x="20029" y="28862"/>
                        <a:pt x="45963" y="14632"/>
                        <a:pt x="34880" y="3816"/>
                      </a:cubicBezTo>
                      <a:cubicBezTo>
                        <a:pt x="22467" y="-8243"/>
                        <a:pt x="6065" y="11218"/>
                        <a:pt x="1454" y="2154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13" name="Forme libre : forme 18712">
                  <a:extLst>
                    <a:ext uri="{FF2B5EF4-FFF2-40B4-BE49-F238E27FC236}">
                      <a16:creationId xmlns:a16="http://schemas.microsoft.com/office/drawing/2014/main" id="{B4BF638C-F4EF-46E1-BF3D-6AB14274C99C}"/>
                    </a:ext>
                  </a:extLst>
                </p:cNvPr>
                <p:cNvSpPr/>
                <p:nvPr/>
              </p:nvSpPr>
              <p:spPr>
                <a:xfrm>
                  <a:off x="4686328" y="6359832"/>
                  <a:ext cx="37592" cy="33747"/>
                </a:xfrm>
                <a:custGeom>
                  <a:avLst/>
                  <a:gdLst>
                    <a:gd name="connsiteX0" fmla="*/ 1454 w 37592"/>
                    <a:gd name="connsiteY0" fmla="*/ 21566 h 33747"/>
                    <a:gd name="connsiteX1" fmla="*/ 1942 w 37592"/>
                    <a:gd name="connsiteY1" fmla="*/ 32383 h 33747"/>
                    <a:gd name="connsiteX2" fmla="*/ 11828 w 37592"/>
                    <a:gd name="connsiteY2" fmla="*/ 32338 h 33747"/>
                    <a:gd name="connsiteX3" fmla="*/ 34880 w 37592"/>
                    <a:gd name="connsiteY3" fmla="*/ 3833 h 33747"/>
                    <a:gd name="connsiteX4" fmla="*/ 1454 w 37592"/>
                    <a:gd name="connsiteY4" fmla="*/ 21566 h 33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92" h="33747">
                      <a:moveTo>
                        <a:pt x="1454" y="21566"/>
                      </a:moveTo>
                      <a:cubicBezTo>
                        <a:pt x="-141" y="25112"/>
                        <a:pt x="-984" y="29855"/>
                        <a:pt x="1942" y="32383"/>
                      </a:cubicBezTo>
                      <a:cubicBezTo>
                        <a:pt x="4558" y="34643"/>
                        <a:pt x="8592" y="33712"/>
                        <a:pt x="11828" y="32338"/>
                      </a:cubicBezTo>
                      <a:cubicBezTo>
                        <a:pt x="20029" y="28880"/>
                        <a:pt x="45963" y="14650"/>
                        <a:pt x="34880" y="3833"/>
                      </a:cubicBezTo>
                      <a:cubicBezTo>
                        <a:pt x="22423" y="-8269"/>
                        <a:pt x="6065" y="11237"/>
                        <a:pt x="1454" y="2156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14" name="Forme libre : forme 18713">
                  <a:extLst>
                    <a:ext uri="{FF2B5EF4-FFF2-40B4-BE49-F238E27FC236}">
                      <a16:creationId xmlns:a16="http://schemas.microsoft.com/office/drawing/2014/main" id="{EC7CD9C4-8687-47F2-8933-10B8B21B283D}"/>
                    </a:ext>
                  </a:extLst>
                </p:cNvPr>
                <p:cNvSpPr/>
                <p:nvPr/>
              </p:nvSpPr>
              <p:spPr>
                <a:xfrm>
                  <a:off x="4317760" y="6343137"/>
                  <a:ext cx="37591" cy="33729"/>
                </a:xfrm>
                <a:custGeom>
                  <a:avLst/>
                  <a:gdLst>
                    <a:gd name="connsiteX0" fmla="*/ 1454 w 37591"/>
                    <a:gd name="connsiteY0" fmla="*/ 21548 h 33729"/>
                    <a:gd name="connsiteX1" fmla="*/ 1942 w 37591"/>
                    <a:gd name="connsiteY1" fmla="*/ 32365 h 33729"/>
                    <a:gd name="connsiteX2" fmla="*/ 11828 w 37591"/>
                    <a:gd name="connsiteY2" fmla="*/ 32320 h 33729"/>
                    <a:gd name="connsiteX3" fmla="*/ 34880 w 37591"/>
                    <a:gd name="connsiteY3" fmla="*/ 3815 h 33729"/>
                    <a:gd name="connsiteX4" fmla="*/ 1454 w 37591"/>
                    <a:gd name="connsiteY4" fmla="*/ 21548 h 33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91" h="33729">
                      <a:moveTo>
                        <a:pt x="1454" y="21548"/>
                      </a:moveTo>
                      <a:cubicBezTo>
                        <a:pt x="-142" y="25094"/>
                        <a:pt x="-984" y="29838"/>
                        <a:pt x="1942" y="32365"/>
                      </a:cubicBezTo>
                      <a:cubicBezTo>
                        <a:pt x="4558" y="34626"/>
                        <a:pt x="8592" y="33694"/>
                        <a:pt x="11828" y="32320"/>
                      </a:cubicBezTo>
                      <a:cubicBezTo>
                        <a:pt x="20029" y="28862"/>
                        <a:pt x="45963" y="14632"/>
                        <a:pt x="34880" y="3815"/>
                      </a:cubicBezTo>
                      <a:cubicBezTo>
                        <a:pt x="22467" y="-8243"/>
                        <a:pt x="6065" y="11219"/>
                        <a:pt x="1454" y="2154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15" name="Forme libre : forme 18714">
                  <a:extLst>
                    <a:ext uri="{FF2B5EF4-FFF2-40B4-BE49-F238E27FC236}">
                      <a16:creationId xmlns:a16="http://schemas.microsoft.com/office/drawing/2014/main" id="{893DC387-08C6-46F0-A3EA-F575905B257B}"/>
                    </a:ext>
                  </a:extLst>
                </p:cNvPr>
                <p:cNvSpPr/>
                <p:nvPr/>
              </p:nvSpPr>
              <p:spPr>
                <a:xfrm>
                  <a:off x="4754952" y="6356329"/>
                  <a:ext cx="37591" cy="33747"/>
                </a:xfrm>
                <a:custGeom>
                  <a:avLst/>
                  <a:gdLst>
                    <a:gd name="connsiteX0" fmla="*/ 1454 w 37591"/>
                    <a:gd name="connsiteY0" fmla="*/ 21566 h 33747"/>
                    <a:gd name="connsiteX1" fmla="*/ 1942 w 37591"/>
                    <a:gd name="connsiteY1" fmla="*/ 32383 h 33747"/>
                    <a:gd name="connsiteX2" fmla="*/ 11828 w 37591"/>
                    <a:gd name="connsiteY2" fmla="*/ 32338 h 33747"/>
                    <a:gd name="connsiteX3" fmla="*/ 34880 w 37591"/>
                    <a:gd name="connsiteY3" fmla="*/ 3833 h 33747"/>
                    <a:gd name="connsiteX4" fmla="*/ 1454 w 37591"/>
                    <a:gd name="connsiteY4" fmla="*/ 21566 h 33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91" h="33747">
                      <a:moveTo>
                        <a:pt x="1454" y="21566"/>
                      </a:moveTo>
                      <a:cubicBezTo>
                        <a:pt x="-141" y="25112"/>
                        <a:pt x="-984" y="29855"/>
                        <a:pt x="1942" y="32383"/>
                      </a:cubicBezTo>
                      <a:cubicBezTo>
                        <a:pt x="4558" y="34644"/>
                        <a:pt x="8592" y="33712"/>
                        <a:pt x="11828" y="32338"/>
                      </a:cubicBezTo>
                      <a:cubicBezTo>
                        <a:pt x="20029" y="28880"/>
                        <a:pt x="45963" y="14650"/>
                        <a:pt x="34880" y="3833"/>
                      </a:cubicBezTo>
                      <a:cubicBezTo>
                        <a:pt x="22467" y="-8269"/>
                        <a:pt x="6065" y="11237"/>
                        <a:pt x="1454" y="2156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16" name="Forme libre : forme 18715">
                  <a:extLst>
                    <a:ext uri="{FF2B5EF4-FFF2-40B4-BE49-F238E27FC236}">
                      <a16:creationId xmlns:a16="http://schemas.microsoft.com/office/drawing/2014/main" id="{742A1EAC-488C-4612-873D-5A58DD8500EA}"/>
                    </a:ext>
                  </a:extLst>
                </p:cNvPr>
                <p:cNvSpPr/>
                <p:nvPr/>
              </p:nvSpPr>
              <p:spPr>
                <a:xfrm>
                  <a:off x="4698208" y="6267889"/>
                  <a:ext cx="37591" cy="33747"/>
                </a:xfrm>
                <a:custGeom>
                  <a:avLst/>
                  <a:gdLst>
                    <a:gd name="connsiteX0" fmla="*/ 1454 w 37591"/>
                    <a:gd name="connsiteY0" fmla="*/ 21566 h 33747"/>
                    <a:gd name="connsiteX1" fmla="*/ 1942 w 37591"/>
                    <a:gd name="connsiteY1" fmla="*/ 32382 h 33747"/>
                    <a:gd name="connsiteX2" fmla="*/ 11828 w 37591"/>
                    <a:gd name="connsiteY2" fmla="*/ 32338 h 33747"/>
                    <a:gd name="connsiteX3" fmla="*/ 34880 w 37591"/>
                    <a:gd name="connsiteY3" fmla="*/ 3833 h 33747"/>
                    <a:gd name="connsiteX4" fmla="*/ 1454 w 37591"/>
                    <a:gd name="connsiteY4" fmla="*/ 21566 h 33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91" h="33747">
                      <a:moveTo>
                        <a:pt x="1454" y="21566"/>
                      </a:moveTo>
                      <a:cubicBezTo>
                        <a:pt x="-141" y="25112"/>
                        <a:pt x="-984" y="29855"/>
                        <a:pt x="1942" y="32382"/>
                      </a:cubicBezTo>
                      <a:cubicBezTo>
                        <a:pt x="4558" y="34643"/>
                        <a:pt x="8592" y="33712"/>
                        <a:pt x="11828" y="32338"/>
                      </a:cubicBezTo>
                      <a:cubicBezTo>
                        <a:pt x="20029" y="28880"/>
                        <a:pt x="45963" y="14650"/>
                        <a:pt x="34880" y="3833"/>
                      </a:cubicBezTo>
                      <a:cubicBezTo>
                        <a:pt x="22423" y="-8269"/>
                        <a:pt x="6065" y="11237"/>
                        <a:pt x="1454" y="2156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17" name="Forme libre : forme 18716">
                  <a:extLst>
                    <a:ext uri="{FF2B5EF4-FFF2-40B4-BE49-F238E27FC236}">
                      <a16:creationId xmlns:a16="http://schemas.microsoft.com/office/drawing/2014/main" id="{6992FDB9-05E5-4198-8BA0-4D4DD651B345}"/>
                    </a:ext>
                  </a:extLst>
                </p:cNvPr>
                <p:cNvSpPr/>
                <p:nvPr/>
              </p:nvSpPr>
              <p:spPr>
                <a:xfrm>
                  <a:off x="4838427" y="6246428"/>
                  <a:ext cx="37592" cy="33752"/>
                </a:xfrm>
                <a:custGeom>
                  <a:avLst/>
                  <a:gdLst>
                    <a:gd name="connsiteX0" fmla="*/ 1454 w 37592"/>
                    <a:gd name="connsiteY0" fmla="*/ 21571 h 33752"/>
                    <a:gd name="connsiteX1" fmla="*/ 1942 w 37592"/>
                    <a:gd name="connsiteY1" fmla="*/ 32387 h 33752"/>
                    <a:gd name="connsiteX2" fmla="*/ 11828 w 37592"/>
                    <a:gd name="connsiteY2" fmla="*/ 32343 h 33752"/>
                    <a:gd name="connsiteX3" fmla="*/ 34880 w 37592"/>
                    <a:gd name="connsiteY3" fmla="*/ 3838 h 33752"/>
                    <a:gd name="connsiteX4" fmla="*/ 1454 w 37592"/>
                    <a:gd name="connsiteY4" fmla="*/ 21571 h 33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92" h="33752">
                      <a:moveTo>
                        <a:pt x="1454" y="21571"/>
                      </a:moveTo>
                      <a:cubicBezTo>
                        <a:pt x="-142" y="25117"/>
                        <a:pt x="-984" y="29861"/>
                        <a:pt x="1942" y="32387"/>
                      </a:cubicBezTo>
                      <a:cubicBezTo>
                        <a:pt x="4558" y="34648"/>
                        <a:pt x="8592" y="33718"/>
                        <a:pt x="11828" y="32343"/>
                      </a:cubicBezTo>
                      <a:cubicBezTo>
                        <a:pt x="20029" y="28886"/>
                        <a:pt x="45963" y="14655"/>
                        <a:pt x="34880" y="3838"/>
                      </a:cubicBezTo>
                      <a:cubicBezTo>
                        <a:pt x="22423" y="-8264"/>
                        <a:pt x="6065" y="11197"/>
                        <a:pt x="1454" y="21571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18" name="Forme libre : forme 18717">
                  <a:extLst>
                    <a:ext uri="{FF2B5EF4-FFF2-40B4-BE49-F238E27FC236}">
                      <a16:creationId xmlns:a16="http://schemas.microsoft.com/office/drawing/2014/main" id="{60A9818B-B772-49E2-B64C-4DCB33D799DC}"/>
                    </a:ext>
                  </a:extLst>
                </p:cNvPr>
                <p:cNvSpPr/>
                <p:nvPr/>
              </p:nvSpPr>
              <p:spPr>
                <a:xfrm>
                  <a:off x="4902397" y="6340858"/>
                  <a:ext cx="37591" cy="33747"/>
                </a:xfrm>
                <a:custGeom>
                  <a:avLst/>
                  <a:gdLst>
                    <a:gd name="connsiteX0" fmla="*/ 1454 w 37591"/>
                    <a:gd name="connsiteY0" fmla="*/ 21566 h 33747"/>
                    <a:gd name="connsiteX1" fmla="*/ 1942 w 37591"/>
                    <a:gd name="connsiteY1" fmla="*/ 32383 h 33747"/>
                    <a:gd name="connsiteX2" fmla="*/ 11828 w 37591"/>
                    <a:gd name="connsiteY2" fmla="*/ 32338 h 33747"/>
                    <a:gd name="connsiteX3" fmla="*/ 34880 w 37591"/>
                    <a:gd name="connsiteY3" fmla="*/ 3833 h 33747"/>
                    <a:gd name="connsiteX4" fmla="*/ 1454 w 37591"/>
                    <a:gd name="connsiteY4" fmla="*/ 21566 h 33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91" h="33747">
                      <a:moveTo>
                        <a:pt x="1454" y="21566"/>
                      </a:moveTo>
                      <a:cubicBezTo>
                        <a:pt x="-141" y="25112"/>
                        <a:pt x="-984" y="29855"/>
                        <a:pt x="1942" y="32383"/>
                      </a:cubicBezTo>
                      <a:cubicBezTo>
                        <a:pt x="4558" y="34644"/>
                        <a:pt x="8592" y="33712"/>
                        <a:pt x="11828" y="32338"/>
                      </a:cubicBezTo>
                      <a:cubicBezTo>
                        <a:pt x="20029" y="28880"/>
                        <a:pt x="45963" y="14650"/>
                        <a:pt x="34880" y="3833"/>
                      </a:cubicBezTo>
                      <a:cubicBezTo>
                        <a:pt x="22423" y="-8269"/>
                        <a:pt x="6065" y="11237"/>
                        <a:pt x="1454" y="2156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19" name="Forme libre : forme 18718">
                  <a:extLst>
                    <a:ext uri="{FF2B5EF4-FFF2-40B4-BE49-F238E27FC236}">
                      <a16:creationId xmlns:a16="http://schemas.microsoft.com/office/drawing/2014/main" id="{E413EE7E-E85E-45C7-9860-06C80DC75180}"/>
                    </a:ext>
                  </a:extLst>
                </p:cNvPr>
                <p:cNvSpPr/>
                <p:nvPr/>
              </p:nvSpPr>
              <p:spPr>
                <a:xfrm>
                  <a:off x="5024750" y="6441108"/>
                  <a:ext cx="37591" cy="33729"/>
                </a:xfrm>
                <a:custGeom>
                  <a:avLst/>
                  <a:gdLst>
                    <a:gd name="connsiteX0" fmla="*/ 1454 w 37591"/>
                    <a:gd name="connsiteY0" fmla="*/ 21548 h 33729"/>
                    <a:gd name="connsiteX1" fmla="*/ 1942 w 37591"/>
                    <a:gd name="connsiteY1" fmla="*/ 32365 h 33729"/>
                    <a:gd name="connsiteX2" fmla="*/ 11828 w 37591"/>
                    <a:gd name="connsiteY2" fmla="*/ 32320 h 33729"/>
                    <a:gd name="connsiteX3" fmla="*/ 34880 w 37591"/>
                    <a:gd name="connsiteY3" fmla="*/ 3815 h 33729"/>
                    <a:gd name="connsiteX4" fmla="*/ 1454 w 37591"/>
                    <a:gd name="connsiteY4" fmla="*/ 21548 h 33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91" h="33729">
                      <a:moveTo>
                        <a:pt x="1454" y="21548"/>
                      </a:moveTo>
                      <a:cubicBezTo>
                        <a:pt x="-141" y="25094"/>
                        <a:pt x="-984" y="29838"/>
                        <a:pt x="1942" y="32365"/>
                      </a:cubicBezTo>
                      <a:cubicBezTo>
                        <a:pt x="4558" y="34626"/>
                        <a:pt x="8592" y="33695"/>
                        <a:pt x="11828" y="32320"/>
                      </a:cubicBezTo>
                      <a:cubicBezTo>
                        <a:pt x="20029" y="28862"/>
                        <a:pt x="45963" y="14632"/>
                        <a:pt x="34880" y="3815"/>
                      </a:cubicBezTo>
                      <a:cubicBezTo>
                        <a:pt x="22423" y="-8243"/>
                        <a:pt x="6065" y="11219"/>
                        <a:pt x="1454" y="2154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20" name="Forme libre : forme 18719">
                  <a:extLst>
                    <a:ext uri="{FF2B5EF4-FFF2-40B4-BE49-F238E27FC236}">
                      <a16:creationId xmlns:a16="http://schemas.microsoft.com/office/drawing/2014/main" id="{135FD81A-B7EF-4F1D-B1F6-71192E93AD3A}"/>
                    </a:ext>
                  </a:extLst>
                </p:cNvPr>
                <p:cNvSpPr/>
                <p:nvPr/>
              </p:nvSpPr>
              <p:spPr>
                <a:xfrm>
                  <a:off x="4352516" y="6448467"/>
                  <a:ext cx="37592" cy="33729"/>
                </a:xfrm>
                <a:custGeom>
                  <a:avLst/>
                  <a:gdLst>
                    <a:gd name="connsiteX0" fmla="*/ 1454 w 37592"/>
                    <a:gd name="connsiteY0" fmla="*/ 21548 h 33729"/>
                    <a:gd name="connsiteX1" fmla="*/ 1942 w 37592"/>
                    <a:gd name="connsiteY1" fmla="*/ 32365 h 33729"/>
                    <a:gd name="connsiteX2" fmla="*/ 11828 w 37592"/>
                    <a:gd name="connsiteY2" fmla="*/ 32320 h 33729"/>
                    <a:gd name="connsiteX3" fmla="*/ 34880 w 37592"/>
                    <a:gd name="connsiteY3" fmla="*/ 3815 h 33729"/>
                    <a:gd name="connsiteX4" fmla="*/ 1454 w 37592"/>
                    <a:gd name="connsiteY4" fmla="*/ 21548 h 33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92" h="33729">
                      <a:moveTo>
                        <a:pt x="1454" y="21548"/>
                      </a:moveTo>
                      <a:cubicBezTo>
                        <a:pt x="-141" y="25094"/>
                        <a:pt x="-984" y="29838"/>
                        <a:pt x="1942" y="32365"/>
                      </a:cubicBezTo>
                      <a:cubicBezTo>
                        <a:pt x="4558" y="34626"/>
                        <a:pt x="8592" y="33694"/>
                        <a:pt x="11828" y="32320"/>
                      </a:cubicBezTo>
                      <a:cubicBezTo>
                        <a:pt x="20029" y="28862"/>
                        <a:pt x="45963" y="14632"/>
                        <a:pt x="34880" y="3815"/>
                      </a:cubicBezTo>
                      <a:cubicBezTo>
                        <a:pt x="22423" y="-8243"/>
                        <a:pt x="6065" y="11219"/>
                        <a:pt x="1454" y="21548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21" name="Forme libre : forme 18720">
                  <a:extLst>
                    <a:ext uri="{FF2B5EF4-FFF2-40B4-BE49-F238E27FC236}">
                      <a16:creationId xmlns:a16="http://schemas.microsoft.com/office/drawing/2014/main" id="{B6573EBB-EABE-433F-A154-9FD386B2F61E}"/>
                    </a:ext>
                  </a:extLst>
                </p:cNvPr>
                <p:cNvSpPr/>
                <p:nvPr/>
              </p:nvSpPr>
              <p:spPr>
                <a:xfrm>
                  <a:off x="4220587" y="6466891"/>
                  <a:ext cx="37591" cy="33746"/>
                </a:xfrm>
                <a:custGeom>
                  <a:avLst/>
                  <a:gdLst>
                    <a:gd name="connsiteX0" fmla="*/ 1454 w 37591"/>
                    <a:gd name="connsiteY0" fmla="*/ 21566 h 33746"/>
                    <a:gd name="connsiteX1" fmla="*/ 1942 w 37591"/>
                    <a:gd name="connsiteY1" fmla="*/ 32382 h 33746"/>
                    <a:gd name="connsiteX2" fmla="*/ 11828 w 37591"/>
                    <a:gd name="connsiteY2" fmla="*/ 32338 h 33746"/>
                    <a:gd name="connsiteX3" fmla="*/ 34880 w 37591"/>
                    <a:gd name="connsiteY3" fmla="*/ 3833 h 33746"/>
                    <a:gd name="connsiteX4" fmla="*/ 1454 w 37591"/>
                    <a:gd name="connsiteY4" fmla="*/ 21566 h 33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91" h="33746">
                      <a:moveTo>
                        <a:pt x="1454" y="21566"/>
                      </a:moveTo>
                      <a:cubicBezTo>
                        <a:pt x="-142" y="25112"/>
                        <a:pt x="-984" y="29855"/>
                        <a:pt x="1942" y="32382"/>
                      </a:cubicBezTo>
                      <a:cubicBezTo>
                        <a:pt x="4558" y="34643"/>
                        <a:pt x="8592" y="33712"/>
                        <a:pt x="11828" y="32338"/>
                      </a:cubicBezTo>
                      <a:cubicBezTo>
                        <a:pt x="20029" y="28880"/>
                        <a:pt x="45963" y="14650"/>
                        <a:pt x="34880" y="3833"/>
                      </a:cubicBezTo>
                      <a:cubicBezTo>
                        <a:pt x="22423" y="-8269"/>
                        <a:pt x="6065" y="11237"/>
                        <a:pt x="1454" y="21566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22" name="Forme libre : forme 18721">
                  <a:extLst>
                    <a:ext uri="{FF2B5EF4-FFF2-40B4-BE49-F238E27FC236}">
                      <a16:creationId xmlns:a16="http://schemas.microsoft.com/office/drawing/2014/main" id="{7EB8BF44-B6E0-43FD-86FE-3ADF38C18D46}"/>
                    </a:ext>
                  </a:extLst>
                </p:cNvPr>
                <p:cNvSpPr/>
                <p:nvPr/>
              </p:nvSpPr>
              <p:spPr>
                <a:xfrm>
                  <a:off x="4955391" y="6263675"/>
                  <a:ext cx="42325" cy="39261"/>
                </a:xfrm>
                <a:custGeom>
                  <a:avLst/>
                  <a:gdLst>
                    <a:gd name="connsiteX0" fmla="*/ 13183 w 42325"/>
                    <a:gd name="connsiteY0" fmla="*/ 5033 h 39261"/>
                    <a:gd name="connsiteX1" fmla="*/ 1923 w 42325"/>
                    <a:gd name="connsiteY1" fmla="*/ 18953 h 39261"/>
                    <a:gd name="connsiteX2" fmla="*/ 106 w 42325"/>
                    <a:gd name="connsiteY2" fmla="*/ 26844 h 39261"/>
                    <a:gd name="connsiteX3" fmla="*/ 6002 w 42325"/>
                    <a:gd name="connsiteY3" fmla="*/ 34735 h 39261"/>
                    <a:gd name="connsiteX4" fmla="*/ 25064 w 42325"/>
                    <a:gd name="connsiteY4" fmla="*/ 37838 h 39261"/>
                    <a:gd name="connsiteX5" fmla="*/ 37698 w 42325"/>
                    <a:gd name="connsiteY5" fmla="*/ 22943 h 39261"/>
                    <a:gd name="connsiteX6" fmla="*/ 41732 w 42325"/>
                    <a:gd name="connsiteY6" fmla="*/ 17446 h 39261"/>
                    <a:gd name="connsiteX7" fmla="*/ 31758 w 42325"/>
                    <a:gd name="connsiteY7" fmla="*/ 1309 h 39261"/>
                    <a:gd name="connsiteX8" fmla="*/ 13183 w 42325"/>
                    <a:gd name="connsiteY8" fmla="*/ 5033 h 39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61">
                      <a:moveTo>
                        <a:pt x="13183" y="5033"/>
                      </a:moveTo>
                      <a:cubicBezTo>
                        <a:pt x="8307" y="8580"/>
                        <a:pt x="4583" y="13545"/>
                        <a:pt x="1923" y="18953"/>
                      </a:cubicBezTo>
                      <a:cubicBezTo>
                        <a:pt x="682" y="21436"/>
                        <a:pt x="-338" y="24140"/>
                        <a:pt x="106" y="26844"/>
                      </a:cubicBezTo>
                      <a:cubicBezTo>
                        <a:pt x="638" y="30169"/>
                        <a:pt x="3253" y="32784"/>
                        <a:pt x="6002" y="34735"/>
                      </a:cubicBezTo>
                      <a:cubicBezTo>
                        <a:pt x="11543" y="38636"/>
                        <a:pt x="19035" y="40897"/>
                        <a:pt x="25064" y="37838"/>
                      </a:cubicBezTo>
                      <a:cubicBezTo>
                        <a:pt x="30916" y="34868"/>
                        <a:pt x="33487" y="27997"/>
                        <a:pt x="37698" y="22943"/>
                      </a:cubicBezTo>
                      <a:cubicBezTo>
                        <a:pt x="39161" y="21169"/>
                        <a:pt x="40890" y="19574"/>
                        <a:pt x="41732" y="17446"/>
                      </a:cubicBezTo>
                      <a:cubicBezTo>
                        <a:pt x="44481" y="10530"/>
                        <a:pt x="37078" y="4324"/>
                        <a:pt x="31758" y="1309"/>
                      </a:cubicBezTo>
                      <a:cubicBezTo>
                        <a:pt x="26039" y="-1971"/>
                        <a:pt x="18015" y="1531"/>
                        <a:pt x="13183" y="5033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23" name="Forme libre : forme 18722">
                  <a:extLst>
                    <a:ext uri="{FF2B5EF4-FFF2-40B4-BE49-F238E27FC236}">
                      <a16:creationId xmlns:a16="http://schemas.microsoft.com/office/drawing/2014/main" id="{F9D073D2-F5A5-4D0D-9CF0-944ACD738F8E}"/>
                    </a:ext>
                  </a:extLst>
                </p:cNvPr>
                <p:cNvSpPr/>
                <p:nvPr/>
              </p:nvSpPr>
              <p:spPr>
                <a:xfrm>
                  <a:off x="5075528" y="6271059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2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9"/>
                        <a:pt x="4583" y="13564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8" y="30188"/>
                        <a:pt x="3253" y="32804"/>
                        <a:pt x="6002" y="34754"/>
                      </a:cubicBezTo>
                      <a:cubicBezTo>
                        <a:pt x="11543" y="38655"/>
                        <a:pt x="19035" y="40916"/>
                        <a:pt x="25064" y="37857"/>
                      </a:cubicBezTo>
                      <a:cubicBezTo>
                        <a:pt x="30916" y="34887"/>
                        <a:pt x="33487" y="28016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49"/>
                        <a:pt x="37078" y="4343"/>
                        <a:pt x="31758" y="1329"/>
                      </a:cubicBezTo>
                      <a:cubicBezTo>
                        <a:pt x="26039" y="-1996"/>
                        <a:pt x="18060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24" name="Forme libre : forme 18723">
                  <a:extLst>
                    <a:ext uri="{FF2B5EF4-FFF2-40B4-BE49-F238E27FC236}">
                      <a16:creationId xmlns:a16="http://schemas.microsoft.com/office/drawing/2014/main" id="{509E1A44-150D-414E-9508-F81590A86DB8}"/>
                    </a:ext>
                  </a:extLst>
                </p:cNvPr>
                <p:cNvSpPr/>
                <p:nvPr/>
              </p:nvSpPr>
              <p:spPr>
                <a:xfrm>
                  <a:off x="5215570" y="6431005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2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9"/>
                        <a:pt x="4583" y="13564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8" y="30188"/>
                        <a:pt x="3253" y="32803"/>
                        <a:pt x="6002" y="34754"/>
                      </a:cubicBezTo>
                      <a:cubicBezTo>
                        <a:pt x="11543" y="38655"/>
                        <a:pt x="19035" y="40916"/>
                        <a:pt x="25064" y="37857"/>
                      </a:cubicBezTo>
                      <a:cubicBezTo>
                        <a:pt x="30916" y="34887"/>
                        <a:pt x="33487" y="28016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50"/>
                        <a:pt x="37078" y="4343"/>
                        <a:pt x="31758" y="1329"/>
                      </a:cubicBezTo>
                      <a:cubicBezTo>
                        <a:pt x="26039" y="-1996"/>
                        <a:pt x="18060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25" name="Forme libre : forme 18724">
                  <a:extLst>
                    <a:ext uri="{FF2B5EF4-FFF2-40B4-BE49-F238E27FC236}">
                      <a16:creationId xmlns:a16="http://schemas.microsoft.com/office/drawing/2014/main" id="{FED9048E-434A-40F7-BE2A-14DF47A644AB}"/>
                    </a:ext>
                  </a:extLst>
                </p:cNvPr>
                <p:cNvSpPr/>
                <p:nvPr/>
              </p:nvSpPr>
              <p:spPr>
                <a:xfrm>
                  <a:off x="5245094" y="6324852"/>
                  <a:ext cx="42325" cy="39260"/>
                </a:xfrm>
                <a:custGeom>
                  <a:avLst/>
                  <a:gdLst>
                    <a:gd name="connsiteX0" fmla="*/ 13183 w 42325"/>
                    <a:gd name="connsiteY0" fmla="*/ 5033 h 39260"/>
                    <a:gd name="connsiteX1" fmla="*/ 1923 w 42325"/>
                    <a:gd name="connsiteY1" fmla="*/ 18953 h 39260"/>
                    <a:gd name="connsiteX2" fmla="*/ 106 w 42325"/>
                    <a:gd name="connsiteY2" fmla="*/ 26844 h 39260"/>
                    <a:gd name="connsiteX3" fmla="*/ 6002 w 42325"/>
                    <a:gd name="connsiteY3" fmla="*/ 34734 h 39260"/>
                    <a:gd name="connsiteX4" fmla="*/ 25064 w 42325"/>
                    <a:gd name="connsiteY4" fmla="*/ 37838 h 39260"/>
                    <a:gd name="connsiteX5" fmla="*/ 37698 w 42325"/>
                    <a:gd name="connsiteY5" fmla="*/ 22943 h 39260"/>
                    <a:gd name="connsiteX6" fmla="*/ 41732 w 42325"/>
                    <a:gd name="connsiteY6" fmla="*/ 17446 h 39260"/>
                    <a:gd name="connsiteX7" fmla="*/ 31758 w 42325"/>
                    <a:gd name="connsiteY7" fmla="*/ 1309 h 39260"/>
                    <a:gd name="connsiteX8" fmla="*/ 13183 w 42325"/>
                    <a:gd name="connsiteY8" fmla="*/ 5033 h 39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60">
                      <a:moveTo>
                        <a:pt x="13183" y="5033"/>
                      </a:moveTo>
                      <a:cubicBezTo>
                        <a:pt x="8307" y="8580"/>
                        <a:pt x="4583" y="13545"/>
                        <a:pt x="1923" y="18953"/>
                      </a:cubicBezTo>
                      <a:cubicBezTo>
                        <a:pt x="682" y="21435"/>
                        <a:pt x="-338" y="24140"/>
                        <a:pt x="106" y="26844"/>
                      </a:cubicBezTo>
                      <a:cubicBezTo>
                        <a:pt x="638" y="30169"/>
                        <a:pt x="3253" y="32784"/>
                        <a:pt x="6002" y="34734"/>
                      </a:cubicBezTo>
                      <a:cubicBezTo>
                        <a:pt x="11543" y="38636"/>
                        <a:pt x="19035" y="40897"/>
                        <a:pt x="25064" y="37838"/>
                      </a:cubicBezTo>
                      <a:cubicBezTo>
                        <a:pt x="30916" y="34868"/>
                        <a:pt x="33487" y="27997"/>
                        <a:pt x="37698" y="22943"/>
                      </a:cubicBezTo>
                      <a:cubicBezTo>
                        <a:pt x="39161" y="21169"/>
                        <a:pt x="40890" y="19574"/>
                        <a:pt x="41732" y="17446"/>
                      </a:cubicBezTo>
                      <a:cubicBezTo>
                        <a:pt x="44481" y="10530"/>
                        <a:pt x="37078" y="4324"/>
                        <a:pt x="31758" y="1309"/>
                      </a:cubicBezTo>
                      <a:cubicBezTo>
                        <a:pt x="25995" y="-1971"/>
                        <a:pt x="18015" y="1531"/>
                        <a:pt x="13183" y="5033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26" name="Forme libre : forme 18725">
                  <a:extLst>
                    <a:ext uri="{FF2B5EF4-FFF2-40B4-BE49-F238E27FC236}">
                      <a16:creationId xmlns:a16="http://schemas.microsoft.com/office/drawing/2014/main" id="{82D969B9-206B-4FDE-BA02-DCEC0548EBEB}"/>
                    </a:ext>
                  </a:extLst>
                </p:cNvPr>
                <p:cNvSpPr/>
                <p:nvPr/>
              </p:nvSpPr>
              <p:spPr>
                <a:xfrm>
                  <a:off x="4856622" y="6434685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2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8"/>
                        <a:pt x="4583" y="13563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8" y="30188"/>
                        <a:pt x="3253" y="32804"/>
                        <a:pt x="6002" y="34754"/>
                      </a:cubicBezTo>
                      <a:cubicBezTo>
                        <a:pt x="11543" y="38655"/>
                        <a:pt x="19035" y="40916"/>
                        <a:pt x="25064" y="37857"/>
                      </a:cubicBezTo>
                      <a:cubicBezTo>
                        <a:pt x="30916" y="34887"/>
                        <a:pt x="33487" y="28015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49"/>
                        <a:pt x="37078" y="4343"/>
                        <a:pt x="31758" y="1329"/>
                      </a:cubicBezTo>
                      <a:cubicBezTo>
                        <a:pt x="26039" y="-1996"/>
                        <a:pt x="18015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27" name="Forme libre : forme 18726">
                  <a:extLst>
                    <a:ext uri="{FF2B5EF4-FFF2-40B4-BE49-F238E27FC236}">
                      <a16:creationId xmlns:a16="http://schemas.microsoft.com/office/drawing/2014/main" id="{A5F6966A-F459-478D-B4B2-B8EE23BDB021}"/>
                    </a:ext>
                  </a:extLst>
                </p:cNvPr>
                <p:cNvSpPr/>
                <p:nvPr/>
              </p:nvSpPr>
              <p:spPr>
                <a:xfrm>
                  <a:off x="4758340" y="6465140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2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8"/>
                        <a:pt x="4583" y="13563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8" y="30188"/>
                        <a:pt x="3253" y="32804"/>
                        <a:pt x="6002" y="34754"/>
                      </a:cubicBezTo>
                      <a:cubicBezTo>
                        <a:pt x="11543" y="38655"/>
                        <a:pt x="19035" y="40916"/>
                        <a:pt x="25064" y="37857"/>
                      </a:cubicBezTo>
                      <a:cubicBezTo>
                        <a:pt x="30916" y="34887"/>
                        <a:pt x="33487" y="28015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49"/>
                        <a:pt x="37078" y="4343"/>
                        <a:pt x="31758" y="1329"/>
                      </a:cubicBezTo>
                      <a:cubicBezTo>
                        <a:pt x="26039" y="-1996"/>
                        <a:pt x="18060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28" name="Forme libre : forme 18727">
                  <a:extLst>
                    <a:ext uri="{FF2B5EF4-FFF2-40B4-BE49-F238E27FC236}">
                      <a16:creationId xmlns:a16="http://schemas.microsoft.com/office/drawing/2014/main" id="{44BA3297-606E-4402-B0B6-83BBF8E0FC3C}"/>
                    </a:ext>
                  </a:extLst>
                </p:cNvPr>
                <p:cNvSpPr/>
                <p:nvPr/>
              </p:nvSpPr>
              <p:spPr>
                <a:xfrm>
                  <a:off x="5556120" y="6338132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2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9"/>
                        <a:pt x="4583" y="13564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7" y="30188"/>
                        <a:pt x="3253" y="32804"/>
                        <a:pt x="6002" y="34754"/>
                      </a:cubicBezTo>
                      <a:cubicBezTo>
                        <a:pt x="11543" y="38655"/>
                        <a:pt x="19035" y="40916"/>
                        <a:pt x="25064" y="37857"/>
                      </a:cubicBezTo>
                      <a:cubicBezTo>
                        <a:pt x="30916" y="34887"/>
                        <a:pt x="33487" y="28016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49"/>
                        <a:pt x="37078" y="4343"/>
                        <a:pt x="31758" y="1329"/>
                      </a:cubicBezTo>
                      <a:cubicBezTo>
                        <a:pt x="26039" y="-1996"/>
                        <a:pt x="18060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29" name="Forme libre : forme 18728">
                  <a:extLst>
                    <a:ext uri="{FF2B5EF4-FFF2-40B4-BE49-F238E27FC236}">
                      <a16:creationId xmlns:a16="http://schemas.microsoft.com/office/drawing/2014/main" id="{5B28006B-1257-440C-8160-1DE02A26907A}"/>
                    </a:ext>
                  </a:extLst>
                </p:cNvPr>
                <p:cNvSpPr/>
                <p:nvPr/>
              </p:nvSpPr>
              <p:spPr>
                <a:xfrm>
                  <a:off x="5555145" y="6460973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2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9"/>
                        <a:pt x="4583" y="13564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8" y="30188"/>
                        <a:pt x="3253" y="32803"/>
                        <a:pt x="6002" y="34754"/>
                      </a:cubicBezTo>
                      <a:cubicBezTo>
                        <a:pt x="11543" y="38655"/>
                        <a:pt x="19035" y="40916"/>
                        <a:pt x="25064" y="37857"/>
                      </a:cubicBezTo>
                      <a:cubicBezTo>
                        <a:pt x="30916" y="34887"/>
                        <a:pt x="33487" y="28016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49"/>
                        <a:pt x="37078" y="4343"/>
                        <a:pt x="31758" y="1329"/>
                      </a:cubicBezTo>
                      <a:cubicBezTo>
                        <a:pt x="26039" y="-1996"/>
                        <a:pt x="18015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30" name="Forme libre : forme 18729">
                  <a:extLst>
                    <a:ext uri="{FF2B5EF4-FFF2-40B4-BE49-F238E27FC236}">
                      <a16:creationId xmlns:a16="http://schemas.microsoft.com/office/drawing/2014/main" id="{BAF3A120-44C6-4865-B589-9B99DA099108}"/>
                    </a:ext>
                  </a:extLst>
                </p:cNvPr>
                <p:cNvSpPr/>
                <p:nvPr/>
              </p:nvSpPr>
              <p:spPr>
                <a:xfrm>
                  <a:off x="5867191" y="6366141"/>
                  <a:ext cx="42325" cy="39288"/>
                </a:xfrm>
                <a:custGeom>
                  <a:avLst/>
                  <a:gdLst>
                    <a:gd name="connsiteX0" fmla="*/ 13183 w 42325"/>
                    <a:gd name="connsiteY0" fmla="*/ 5060 h 39288"/>
                    <a:gd name="connsiteX1" fmla="*/ 1923 w 42325"/>
                    <a:gd name="connsiteY1" fmla="*/ 18980 h 39288"/>
                    <a:gd name="connsiteX2" fmla="*/ 106 w 42325"/>
                    <a:gd name="connsiteY2" fmla="*/ 26871 h 39288"/>
                    <a:gd name="connsiteX3" fmla="*/ 6002 w 42325"/>
                    <a:gd name="connsiteY3" fmla="*/ 34762 h 39288"/>
                    <a:gd name="connsiteX4" fmla="*/ 25064 w 42325"/>
                    <a:gd name="connsiteY4" fmla="*/ 37865 h 39288"/>
                    <a:gd name="connsiteX5" fmla="*/ 37698 w 42325"/>
                    <a:gd name="connsiteY5" fmla="*/ 22970 h 39288"/>
                    <a:gd name="connsiteX6" fmla="*/ 41732 w 42325"/>
                    <a:gd name="connsiteY6" fmla="*/ 17473 h 39288"/>
                    <a:gd name="connsiteX7" fmla="*/ 31758 w 42325"/>
                    <a:gd name="connsiteY7" fmla="*/ 1336 h 39288"/>
                    <a:gd name="connsiteX8" fmla="*/ 13183 w 42325"/>
                    <a:gd name="connsiteY8" fmla="*/ 5060 h 39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8">
                      <a:moveTo>
                        <a:pt x="13183" y="5060"/>
                      </a:moveTo>
                      <a:cubicBezTo>
                        <a:pt x="8307" y="8607"/>
                        <a:pt x="4583" y="13572"/>
                        <a:pt x="1923" y="18980"/>
                      </a:cubicBezTo>
                      <a:cubicBezTo>
                        <a:pt x="682" y="21463"/>
                        <a:pt x="-338" y="24167"/>
                        <a:pt x="106" y="26871"/>
                      </a:cubicBezTo>
                      <a:cubicBezTo>
                        <a:pt x="638" y="30196"/>
                        <a:pt x="3253" y="32811"/>
                        <a:pt x="6002" y="34762"/>
                      </a:cubicBezTo>
                      <a:cubicBezTo>
                        <a:pt x="11543" y="38663"/>
                        <a:pt x="19035" y="40924"/>
                        <a:pt x="25064" y="37865"/>
                      </a:cubicBezTo>
                      <a:cubicBezTo>
                        <a:pt x="30915" y="34895"/>
                        <a:pt x="33487" y="28024"/>
                        <a:pt x="37698" y="22970"/>
                      </a:cubicBezTo>
                      <a:cubicBezTo>
                        <a:pt x="39161" y="21196"/>
                        <a:pt x="40890" y="19601"/>
                        <a:pt x="41732" y="17473"/>
                      </a:cubicBezTo>
                      <a:cubicBezTo>
                        <a:pt x="44481" y="10557"/>
                        <a:pt x="37078" y="4351"/>
                        <a:pt x="31758" y="1336"/>
                      </a:cubicBezTo>
                      <a:cubicBezTo>
                        <a:pt x="26039" y="-1989"/>
                        <a:pt x="18015" y="1514"/>
                        <a:pt x="13183" y="506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31" name="Forme libre : forme 18730">
                  <a:extLst>
                    <a:ext uri="{FF2B5EF4-FFF2-40B4-BE49-F238E27FC236}">
                      <a16:creationId xmlns:a16="http://schemas.microsoft.com/office/drawing/2014/main" id="{CC619AD2-DF7C-47C1-9A30-EA4092C796FA}"/>
                    </a:ext>
                  </a:extLst>
                </p:cNvPr>
                <p:cNvSpPr/>
                <p:nvPr/>
              </p:nvSpPr>
              <p:spPr>
                <a:xfrm>
                  <a:off x="5984357" y="6384546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2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9"/>
                        <a:pt x="4583" y="13564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8" y="30188"/>
                        <a:pt x="3253" y="32803"/>
                        <a:pt x="6002" y="34754"/>
                      </a:cubicBezTo>
                      <a:cubicBezTo>
                        <a:pt x="11543" y="38655"/>
                        <a:pt x="19035" y="40916"/>
                        <a:pt x="25064" y="37857"/>
                      </a:cubicBezTo>
                      <a:cubicBezTo>
                        <a:pt x="30916" y="34887"/>
                        <a:pt x="33487" y="28016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49"/>
                        <a:pt x="37078" y="4343"/>
                        <a:pt x="31758" y="1329"/>
                      </a:cubicBezTo>
                      <a:cubicBezTo>
                        <a:pt x="26039" y="-1996"/>
                        <a:pt x="18060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32" name="Forme libre : forme 18731">
                  <a:extLst>
                    <a:ext uri="{FF2B5EF4-FFF2-40B4-BE49-F238E27FC236}">
                      <a16:creationId xmlns:a16="http://schemas.microsoft.com/office/drawing/2014/main" id="{8CE77525-70FA-4EFC-BF65-D6E8EEB90A32}"/>
                    </a:ext>
                  </a:extLst>
                </p:cNvPr>
                <p:cNvSpPr/>
                <p:nvPr/>
              </p:nvSpPr>
              <p:spPr>
                <a:xfrm>
                  <a:off x="5660786" y="6279881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2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9"/>
                        <a:pt x="4583" y="13564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8" y="30188"/>
                        <a:pt x="3253" y="32804"/>
                        <a:pt x="6002" y="34754"/>
                      </a:cubicBezTo>
                      <a:cubicBezTo>
                        <a:pt x="11543" y="38656"/>
                        <a:pt x="19035" y="40916"/>
                        <a:pt x="25064" y="37857"/>
                      </a:cubicBezTo>
                      <a:cubicBezTo>
                        <a:pt x="30915" y="34887"/>
                        <a:pt x="33487" y="28016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49"/>
                        <a:pt x="37078" y="4343"/>
                        <a:pt x="31758" y="1329"/>
                      </a:cubicBezTo>
                      <a:cubicBezTo>
                        <a:pt x="26039" y="-1996"/>
                        <a:pt x="18060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33" name="Forme libre : forme 18732">
                  <a:extLst>
                    <a:ext uri="{FF2B5EF4-FFF2-40B4-BE49-F238E27FC236}">
                      <a16:creationId xmlns:a16="http://schemas.microsoft.com/office/drawing/2014/main" id="{848E1DD0-F1F3-4D61-9D98-FBAC67BA624D}"/>
                    </a:ext>
                  </a:extLst>
                </p:cNvPr>
                <p:cNvSpPr/>
                <p:nvPr/>
              </p:nvSpPr>
              <p:spPr>
                <a:xfrm>
                  <a:off x="5577266" y="6246474"/>
                  <a:ext cx="42325" cy="39261"/>
                </a:xfrm>
                <a:custGeom>
                  <a:avLst/>
                  <a:gdLst>
                    <a:gd name="connsiteX0" fmla="*/ 13183 w 42325"/>
                    <a:gd name="connsiteY0" fmla="*/ 5033 h 39261"/>
                    <a:gd name="connsiteX1" fmla="*/ 1923 w 42325"/>
                    <a:gd name="connsiteY1" fmla="*/ 18953 h 39261"/>
                    <a:gd name="connsiteX2" fmla="*/ 106 w 42325"/>
                    <a:gd name="connsiteY2" fmla="*/ 26844 h 39261"/>
                    <a:gd name="connsiteX3" fmla="*/ 6002 w 42325"/>
                    <a:gd name="connsiteY3" fmla="*/ 34735 h 39261"/>
                    <a:gd name="connsiteX4" fmla="*/ 25064 w 42325"/>
                    <a:gd name="connsiteY4" fmla="*/ 37838 h 39261"/>
                    <a:gd name="connsiteX5" fmla="*/ 37698 w 42325"/>
                    <a:gd name="connsiteY5" fmla="*/ 22943 h 39261"/>
                    <a:gd name="connsiteX6" fmla="*/ 41732 w 42325"/>
                    <a:gd name="connsiteY6" fmla="*/ 17446 h 39261"/>
                    <a:gd name="connsiteX7" fmla="*/ 31758 w 42325"/>
                    <a:gd name="connsiteY7" fmla="*/ 1309 h 39261"/>
                    <a:gd name="connsiteX8" fmla="*/ 13183 w 42325"/>
                    <a:gd name="connsiteY8" fmla="*/ 5033 h 39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61">
                      <a:moveTo>
                        <a:pt x="13183" y="5033"/>
                      </a:moveTo>
                      <a:cubicBezTo>
                        <a:pt x="8307" y="8580"/>
                        <a:pt x="4583" y="13545"/>
                        <a:pt x="1923" y="18953"/>
                      </a:cubicBezTo>
                      <a:cubicBezTo>
                        <a:pt x="682" y="21436"/>
                        <a:pt x="-338" y="24140"/>
                        <a:pt x="106" y="26844"/>
                      </a:cubicBezTo>
                      <a:cubicBezTo>
                        <a:pt x="638" y="30169"/>
                        <a:pt x="3253" y="32784"/>
                        <a:pt x="6002" y="34735"/>
                      </a:cubicBezTo>
                      <a:cubicBezTo>
                        <a:pt x="11543" y="38636"/>
                        <a:pt x="19035" y="40897"/>
                        <a:pt x="25064" y="37838"/>
                      </a:cubicBezTo>
                      <a:cubicBezTo>
                        <a:pt x="30915" y="34868"/>
                        <a:pt x="33487" y="27997"/>
                        <a:pt x="37698" y="22943"/>
                      </a:cubicBezTo>
                      <a:cubicBezTo>
                        <a:pt x="39161" y="21169"/>
                        <a:pt x="40890" y="19574"/>
                        <a:pt x="41732" y="17446"/>
                      </a:cubicBezTo>
                      <a:cubicBezTo>
                        <a:pt x="44481" y="10530"/>
                        <a:pt x="37078" y="4324"/>
                        <a:pt x="31758" y="1309"/>
                      </a:cubicBezTo>
                      <a:cubicBezTo>
                        <a:pt x="26039" y="-1971"/>
                        <a:pt x="18015" y="1531"/>
                        <a:pt x="13183" y="5033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34" name="Forme libre : forme 18733">
                  <a:extLst>
                    <a:ext uri="{FF2B5EF4-FFF2-40B4-BE49-F238E27FC236}">
                      <a16:creationId xmlns:a16="http://schemas.microsoft.com/office/drawing/2014/main" id="{11D30BB0-8163-48C4-883F-976AC991462A}"/>
                    </a:ext>
                  </a:extLst>
                </p:cNvPr>
                <p:cNvSpPr/>
                <p:nvPr/>
              </p:nvSpPr>
              <p:spPr>
                <a:xfrm>
                  <a:off x="5655865" y="6452860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2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9"/>
                        <a:pt x="4583" y="13564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7" y="30188"/>
                        <a:pt x="3253" y="32804"/>
                        <a:pt x="6002" y="34754"/>
                      </a:cubicBezTo>
                      <a:cubicBezTo>
                        <a:pt x="11543" y="38655"/>
                        <a:pt x="19035" y="40916"/>
                        <a:pt x="25064" y="37857"/>
                      </a:cubicBezTo>
                      <a:cubicBezTo>
                        <a:pt x="30916" y="34887"/>
                        <a:pt x="33487" y="28016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49"/>
                        <a:pt x="37078" y="4343"/>
                        <a:pt x="31758" y="1329"/>
                      </a:cubicBezTo>
                      <a:cubicBezTo>
                        <a:pt x="26039" y="-1996"/>
                        <a:pt x="18060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35" name="Forme libre : forme 18734">
                  <a:extLst>
                    <a:ext uri="{FF2B5EF4-FFF2-40B4-BE49-F238E27FC236}">
                      <a16:creationId xmlns:a16="http://schemas.microsoft.com/office/drawing/2014/main" id="{D1C0F3AE-CC0A-4139-9D9C-EC15D3FB64D5}"/>
                    </a:ext>
                  </a:extLst>
                </p:cNvPr>
                <p:cNvSpPr/>
                <p:nvPr/>
              </p:nvSpPr>
              <p:spPr>
                <a:xfrm>
                  <a:off x="6176355" y="6275980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1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9"/>
                        <a:pt x="4583" y="13564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8" y="30188"/>
                        <a:pt x="3253" y="32803"/>
                        <a:pt x="6001" y="34754"/>
                      </a:cubicBezTo>
                      <a:cubicBezTo>
                        <a:pt x="11543" y="38655"/>
                        <a:pt x="19035" y="40916"/>
                        <a:pt x="25064" y="37857"/>
                      </a:cubicBezTo>
                      <a:cubicBezTo>
                        <a:pt x="30915" y="34887"/>
                        <a:pt x="33487" y="28016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49"/>
                        <a:pt x="37077" y="4343"/>
                        <a:pt x="31758" y="1329"/>
                      </a:cubicBezTo>
                      <a:cubicBezTo>
                        <a:pt x="25995" y="-1996"/>
                        <a:pt x="18015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36" name="Forme libre : forme 18735">
                  <a:extLst>
                    <a:ext uri="{FF2B5EF4-FFF2-40B4-BE49-F238E27FC236}">
                      <a16:creationId xmlns:a16="http://schemas.microsoft.com/office/drawing/2014/main" id="{6736FB9F-001C-4E88-8859-A516D0CBE4D4}"/>
                    </a:ext>
                  </a:extLst>
                </p:cNvPr>
                <p:cNvSpPr/>
                <p:nvPr/>
              </p:nvSpPr>
              <p:spPr>
                <a:xfrm>
                  <a:off x="6434317" y="6289981"/>
                  <a:ext cx="42325" cy="39287"/>
                </a:xfrm>
                <a:custGeom>
                  <a:avLst/>
                  <a:gdLst>
                    <a:gd name="connsiteX0" fmla="*/ 13183 w 42325"/>
                    <a:gd name="connsiteY0" fmla="*/ 5060 h 39287"/>
                    <a:gd name="connsiteX1" fmla="*/ 1923 w 42325"/>
                    <a:gd name="connsiteY1" fmla="*/ 18980 h 39287"/>
                    <a:gd name="connsiteX2" fmla="*/ 106 w 42325"/>
                    <a:gd name="connsiteY2" fmla="*/ 26871 h 39287"/>
                    <a:gd name="connsiteX3" fmla="*/ 6001 w 42325"/>
                    <a:gd name="connsiteY3" fmla="*/ 34761 h 39287"/>
                    <a:gd name="connsiteX4" fmla="*/ 25064 w 42325"/>
                    <a:gd name="connsiteY4" fmla="*/ 37865 h 39287"/>
                    <a:gd name="connsiteX5" fmla="*/ 37698 w 42325"/>
                    <a:gd name="connsiteY5" fmla="*/ 22970 h 39287"/>
                    <a:gd name="connsiteX6" fmla="*/ 41732 w 42325"/>
                    <a:gd name="connsiteY6" fmla="*/ 17473 h 39287"/>
                    <a:gd name="connsiteX7" fmla="*/ 31758 w 42325"/>
                    <a:gd name="connsiteY7" fmla="*/ 1336 h 39287"/>
                    <a:gd name="connsiteX8" fmla="*/ 13183 w 42325"/>
                    <a:gd name="connsiteY8" fmla="*/ 5060 h 39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7">
                      <a:moveTo>
                        <a:pt x="13183" y="5060"/>
                      </a:moveTo>
                      <a:cubicBezTo>
                        <a:pt x="8307" y="8607"/>
                        <a:pt x="4583" y="13572"/>
                        <a:pt x="1923" y="18980"/>
                      </a:cubicBezTo>
                      <a:cubicBezTo>
                        <a:pt x="682" y="21462"/>
                        <a:pt x="-338" y="24166"/>
                        <a:pt x="106" y="26871"/>
                      </a:cubicBezTo>
                      <a:cubicBezTo>
                        <a:pt x="638" y="30196"/>
                        <a:pt x="3253" y="32811"/>
                        <a:pt x="6001" y="34761"/>
                      </a:cubicBezTo>
                      <a:cubicBezTo>
                        <a:pt x="11543" y="38663"/>
                        <a:pt x="19035" y="40924"/>
                        <a:pt x="25064" y="37865"/>
                      </a:cubicBezTo>
                      <a:cubicBezTo>
                        <a:pt x="30915" y="34895"/>
                        <a:pt x="33487" y="28023"/>
                        <a:pt x="37698" y="22970"/>
                      </a:cubicBezTo>
                      <a:cubicBezTo>
                        <a:pt x="39161" y="21196"/>
                        <a:pt x="40890" y="19601"/>
                        <a:pt x="41732" y="17473"/>
                      </a:cubicBezTo>
                      <a:cubicBezTo>
                        <a:pt x="44481" y="10557"/>
                        <a:pt x="37077" y="4350"/>
                        <a:pt x="31758" y="1336"/>
                      </a:cubicBezTo>
                      <a:cubicBezTo>
                        <a:pt x="26039" y="-1989"/>
                        <a:pt x="18015" y="1513"/>
                        <a:pt x="13183" y="506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37" name="Forme libre : forme 18736">
                  <a:extLst>
                    <a:ext uri="{FF2B5EF4-FFF2-40B4-BE49-F238E27FC236}">
                      <a16:creationId xmlns:a16="http://schemas.microsoft.com/office/drawing/2014/main" id="{5CBA7EA0-0504-468F-9F58-78C646101B46}"/>
                    </a:ext>
                  </a:extLst>
                </p:cNvPr>
                <p:cNvSpPr/>
                <p:nvPr/>
              </p:nvSpPr>
              <p:spPr>
                <a:xfrm>
                  <a:off x="6703361" y="6247962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3 h 39280"/>
                    <a:gd name="connsiteX1" fmla="*/ 1923 w 42325"/>
                    <a:gd name="connsiteY1" fmla="*/ 18973 h 39280"/>
                    <a:gd name="connsiteX2" fmla="*/ 106 w 42325"/>
                    <a:gd name="connsiteY2" fmla="*/ 26863 h 39280"/>
                    <a:gd name="connsiteX3" fmla="*/ 6001 w 42325"/>
                    <a:gd name="connsiteY3" fmla="*/ 34754 h 39280"/>
                    <a:gd name="connsiteX4" fmla="*/ 25064 w 42325"/>
                    <a:gd name="connsiteY4" fmla="*/ 37858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3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3"/>
                      </a:moveTo>
                      <a:cubicBezTo>
                        <a:pt x="8307" y="8599"/>
                        <a:pt x="4583" y="13564"/>
                        <a:pt x="1923" y="18973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8" y="30188"/>
                        <a:pt x="3253" y="32804"/>
                        <a:pt x="6001" y="34754"/>
                      </a:cubicBezTo>
                      <a:cubicBezTo>
                        <a:pt x="11543" y="38655"/>
                        <a:pt x="19035" y="40916"/>
                        <a:pt x="25064" y="37858"/>
                      </a:cubicBezTo>
                      <a:cubicBezTo>
                        <a:pt x="30915" y="34887"/>
                        <a:pt x="33487" y="28016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50"/>
                        <a:pt x="37077" y="4343"/>
                        <a:pt x="31758" y="1329"/>
                      </a:cubicBezTo>
                      <a:cubicBezTo>
                        <a:pt x="26039" y="-1996"/>
                        <a:pt x="18015" y="1550"/>
                        <a:pt x="13183" y="5053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38" name="Forme libre : forme 18737">
                  <a:extLst>
                    <a:ext uri="{FF2B5EF4-FFF2-40B4-BE49-F238E27FC236}">
                      <a16:creationId xmlns:a16="http://schemas.microsoft.com/office/drawing/2014/main" id="{3666A16E-F15A-4EF4-A499-7305A5583156}"/>
                    </a:ext>
                  </a:extLst>
                </p:cNvPr>
                <p:cNvSpPr/>
                <p:nvPr/>
              </p:nvSpPr>
              <p:spPr>
                <a:xfrm>
                  <a:off x="6816139" y="6264897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2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9"/>
                        <a:pt x="4583" y="13564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8" y="30188"/>
                        <a:pt x="3253" y="32803"/>
                        <a:pt x="6002" y="34754"/>
                      </a:cubicBezTo>
                      <a:cubicBezTo>
                        <a:pt x="11543" y="38655"/>
                        <a:pt x="19035" y="40916"/>
                        <a:pt x="25064" y="37857"/>
                      </a:cubicBezTo>
                      <a:cubicBezTo>
                        <a:pt x="30916" y="34887"/>
                        <a:pt x="33487" y="28016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49"/>
                        <a:pt x="37078" y="4343"/>
                        <a:pt x="31758" y="1329"/>
                      </a:cubicBezTo>
                      <a:cubicBezTo>
                        <a:pt x="26039" y="-1996"/>
                        <a:pt x="18015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39" name="Forme libre : forme 18738">
                  <a:extLst>
                    <a:ext uri="{FF2B5EF4-FFF2-40B4-BE49-F238E27FC236}">
                      <a16:creationId xmlns:a16="http://schemas.microsoft.com/office/drawing/2014/main" id="{67266DF4-1864-4C1F-A52F-A9481BE19CE7}"/>
                    </a:ext>
                  </a:extLst>
                </p:cNvPr>
                <p:cNvSpPr/>
                <p:nvPr/>
              </p:nvSpPr>
              <p:spPr>
                <a:xfrm>
                  <a:off x="6972140" y="6324877"/>
                  <a:ext cx="42325" cy="39280"/>
                </a:xfrm>
                <a:custGeom>
                  <a:avLst/>
                  <a:gdLst>
                    <a:gd name="connsiteX0" fmla="*/ 13183 w 42325"/>
                    <a:gd name="connsiteY0" fmla="*/ 5052 h 39280"/>
                    <a:gd name="connsiteX1" fmla="*/ 1923 w 42325"/>
                    <a:gd name="connsiteY1" fmla="*/ 18972 h 39280"/>
                    <a:gd name="connsiteX2" fmla="*/ 106 w 42325"/>
                    <a:gd name="connsiteY2" fmla="*/ 26863 h 39280"/>
                    <a:gd name="connsiteX3" fmla="*/ 6002 w 42325"/>
                    <a:gd name="connsiteY3" fmla="*/ 34754 h 39280"/>
                    <a:gd name="connsiteX4" fmla="*/ 25064 w 42325"/>
                    <a:gd name="connsiteY4" fmla="*/ 37857 h 39280"/>
                    <a:gd name="connsiteX5" fmla="*/ 37698 w 42325"/>
                    <a:gd name="connsiteY5" fmla="*/ 22962 h 39280"/>
                    <a:gd name="connsiteX6" fmla="*/ 41732 w 42325"/>
                    <a:gd name="connsiteY6" fmla="*/ 17465 h 39280"/>
                    <a:gd name="connsiteX7" fmla="*/ 31758 w 42325"/>
                    <a:gd name="connsiteY7" fmla="*/ 1329 h 39280"/>
                    <a:gd name="connsiteX8" fmla="*/ 13183 w 42325"/>
                    <a:gd name="connsiteY8" fmla="*/ 5052 h 3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25" h="39280">
                      <a:moveTo>
                        <a:pt x="13183" y="5052"/>
                      </a:moveTo>
                      <a:cubicBezTo>
                        <a:pt x="8307" y="8599"/>
                        <a:pt x="4583" y="13564"/>
                        <a:pt x="1923" y="18972"/>
                      </a:cubicBezTo>
                      <a:cubicBezTo>
                        <a:pt x="682" y="21455"/>
                        <a:pt x="-338" y="24159"/>
                        <a:pt x="106" y="26863"/>
                      </a:cubicBezTo>
                      <a:cubicBezTo>
                        <a:pt x="638" y="30188"/>
                        <a:pt x="3253" y="32804"/>
                        <a:pt x="6002" y="34754"/>
                      </a:cubicBezTo>
                      <a:cubicBezTo>
                        <a:pt x="11543" y="38655"/>
                        <a:pt x="19035" y="40916"/>
                        <a:pt x="25064" y="37857"/>
                      </a:cubicBezTo>
                      <a:cubicBezTo>
                        <a:pt x="30916" y="34887"/>
                        <a:pt x="33487" y="28016"/>
                        <a:pt x="37698" y="22962"/>
                      </a:cubicBezTo>
                      <a:cubicBezTo>
                        <a:pt x="39161" y="21189"/>
                        <a:pt x="40890" y="19593"/>
                        <a:pt x="41732" y="17465"/>
                      </a:cubicBezTo>
                      <a:cubicBezTo>
                        <a:pt x="44481" y="10549"/>
                        <a:pt x="37078" y="4343"/>
                        <a:pt x="31758" y="1329"/>
                      </a:cubicBezTo>
                      <a:cubicBezTo>
                        <a:pt x="26039" y="-1996"/>
                        <a:pt x="18060" y="1550"/>
                        <a:pt x="13183" y="5052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40" name="Forme libre : forme 18739">
                  <a:extLst>
                    <a:ext uri="{FF2B5EF4-FFF2-40B4-BE49-F238E27FC236}">
                      <a16:creationId xmlns:a16="http://schemas.microsoft.com/office/drawing/2014/main" id="{0EE93533-DF17-4CA4-940F-89080E900D4B}"/>
                    </a:ext>
                  </a:extLst>
                </p:cNvPr>
                <p:cNvSpPr/>
                <p:nvPr/>
              </p:nvSpPr>
              <p:spPr>
                <a:xfrm>
                  <a:off x="4405869" y="6353446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49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317" y="6584"/>
                        <a:pt x="7195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41" name="Forme libre : forme 18740">
                  <a:extLst>
                    <a:ext uri="{FF2B5EF4-FFF2-40B4-BE49-F238E27FC236}">
                      <a16:creationId xmlns:a16="http://schemas.microsoft.com/office/drawing/2014/main" id="{4C80E049-6745-408F-B50C-7B81C12CC364}"/>
                    </a:ext>
                  </a:extLst>
                </p:cNvPr>
                <p:cNvSpPr/>
                <p:nvPr/>
              </p:nvSpPr>
              <p:spPr>
                <a:xfrm>
                  <a:off x="4592635" y="6274803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49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50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42" name="Forme libre : forme 18741">
                  <a:extLst>
                    <a:ext uri="{FF2B5EF4-FFF2-40B4-BE49-F238E27FC236}">
                      <a16:creationId xmlns:a16="http://schemas.microsoft.com/office/drawing/2014/main" id="{3DE00542-E0A0-41A9-8EE8-96DF01B97F39}"/>
                    </a:ext>
                  </a:extLst>
                </p:cNvPr>
                <p:cNvSpPr/>
                <p:nvPr/>
              </p:nvSpPr>
              <p:spPr>
                <a:xfrm>
                  <a:off x="4651595" y="6436965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9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9"/>
                      </a:cubicBezTo>
                      <a:cubicBezTo>
                        <a:pt x="678" y="30478"/>
                        <a:pt x="4535" y="34513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50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94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43" name="Forme libre : forme 18742">
                  <a:extLst>
                    <a:ext uri="{FF2B5EF4-FFF2-40B4-BE49-F238E27FC236}">
                      <a16:creationId xmlns:a16="http://schemas.microsoft.com/office/drawing/2014/main" id="{10921C48-AC9E-44F6-82C1-F1A10CC0F3A4}"/>
                    </a:ext>
                  </a:extLst>
                </p:cNvPr>
                <p:cNvSpPr/>
                <p:nvPr/>
              </p:nvSpPr>
              <p:spPr>
                <a:xfrm>
                  <a:off x="4520863" y="6463520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9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9"/>
                      </a:cubicBezTo>
                      <a:cubicBezTo>
                        <a:pt x="678" y="30478"/>
                        <a:pt x="4535" y="34513"/>
                        <a:pt x="8879" y="34025"/>
                      </a:cubicBezTo>
                      <a:cubicBezTo>
                        <a:pt x="10697" y="33803"/>
                        <a:pt x="12337" y="32873"/>
                        <a:pt x="13933" y="31941"/>
                      </a:cubicBezTo>
                      <a:cubicBezTo>
                        <a:pt x="20361" y="28218"/>
                        <a:pt x="26833" y="24450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7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317" y="6584"/>
                        <a:pt x="7194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44" name="Forme libre : forme 18743">
                  <a:extLst>
                    <a:ext uri="{FF2B5EF4-FFF2-40B4-BE49-F238E27FC236}">
                      <a16:creationId xmlns:a16="http://schemas.microsoft.com/office/drawing/2014/main" id="{989021A1-B172-4664-B87C-E59D57BD380C}"/>
                    </a:ext>
                  </a:extLst>
                </p:cNvPr>
                <p:cNvSpPr/>
                <p:nvPr/>
              </p:nvSpPr>
              <p:spPr>
                <a:xfrm>
                  <a:off x="5020119" y="6361293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7"/>
                        <a:pt x="26833" y="24449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317" y="6628"/>
                        <a:pt x="7194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45" name="Forme libre : forme 18744">
                  <a:extLst>
                    <a:ext uri="{FF2B5EF4-FFF2-40B4-BE49-F238E27FC236}">
                      <a16:creationId xmlns:a16="http://schemas.microsoft.com/office/drawing/2014/main" id="{41195483-B204-4887-B577-21C35D4C9A66}"/>
                    </a:ext>
                  </a:extLst>
                </p:cNvPr>
                <p:cNvSpPr/>
                <p:nvPr/>
              </p:nvSpPr>
              <p:spPr>
                <a:xfrm>
                  <a:off x="5116450" y="6401589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50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95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46" name="Forme libre : forme 18745">
                  <a:extLst>
                    <a:ext uri="{FF2B5EF4-FFF2-40B4-BE49-F238E27FC236}">
                      <a16:creationId xmlns:a16="http://schemas.microsoft.com/office/drawing/2014/main" id="{D33B0BD1-4914-4A23-AA24-D9C009113A1D}"/>
                    </a:ext>
                  </a:extLst>
                </p:cNvPr>
                <p:cNvSpPr/>
                <p:nvPr/>
              </p:nvSpPr>
              <p:spPr>
                <a:xfrm>
                  <a:off x="5377869" y="6373084"/>
                  <a:ext cx="41848" cy="34065"/>
                </a:xfrm>
                <a:custGeom>
                  <a:avLst/>
                  <a:gdLst>
                    <a:gd name="connsiteX0" fmla="*/ 4091 w 41848"/>
                    <a:gd name="connsiteY0" fmla="*/ 14120 h 34065"/>
                    <a:gd name="connsiteX1" fmla="*/ 102 w 41848"/>
                    <a:gd name="connsiteY1" fmla="*/ 26178 h 34065"/>
                    <a:gd name="connsiteX2" fmla="*/ 8879 w 41848"/>
                    <a:gd name="connsiteY2" fmla="*/ 34025 h 34065"/>
                    <a:gd name="connsiteX3" fmla="*/ 13933 w 41848"/>
                    <a:gd name="connsiteY3" fmla="*/ 31941 h 34065"/>
                    <a:gd name="connsiteX4" fmla="*/ 33261 w 41848"/>
                    <a:gd name="connsiteY4" fmla="*/ 20726 h 34065"/>
                    <a:gd name="connsiteX5" fmla="*/ 41595 w 41848"/>
                    <a:gd name="connsiteY5" fmla="*/ 12436 h 34065"/>
                    <a:gd name="connsiteX6" fmla="*/ 37960 w 41848"/>
                    <a:gd name="connsiteY6" fmla="*/ 1885 h 34065"/>
                    <a:gd name="connsiteX7" fmla="*/ 15883 w 41848"/>
                    <a:gd name="connsiteY7" fmla="*/ 4279 h 34065"/>
                    <a:gd name="connsiteX8" fmla="*/ 4091 w 41848"/>
                    <a:gd name="connsiteY8" fmla="*/ 14120 h 34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5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3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7"/>
                        <a:pt x="26833" y="24449"/>
                        <a:pt x="33261" y="20726"/>
                      </a:cubicBezTo>
                      <a:cubicBezTo>
                        <a:pt x="36542" y="18819"/>
                        <a:pt x="40531" y="16381"/>
                        <a:pt x="41595" y="12436"/>
                      </a:cubicBezTo>
                      <a:cubicBezTo>
                        <a:pt x="42526" y="9067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95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47" name="Forme libre : forme 18746">
                  <a:extLst>
                    <a:ext uri="{FF2B5EF4-FFF2-40B4-BE49-F238E27FC236}">
                      <a16:creationId xmlns:a16="http://schemas.microsoft.com/office/drawing/2014/main" id="{FC7E3F65-930E-49BB-89C7-81CEE511F237}"/>
                    </a:ext>
                  </a:extLst>
                </p:cNvPr>
                <p:cNvSpPr/>
                <p:nvPr/>
              </p:nvSpPr>
              <p:spPr>
                <a:xfrm>
                  <a:off x="5341518" y="6286595"/>
                  <a:ext cx="41848" cy="34065"/>
                </a:xfrm>
                <a:custGeom>
                  <a:avLst/>
                  <a:gdLst>
                    <a:gd name="connsiteX0" fmla="*/ 4091 w 41848"/>
                    <a:gd name="connsiteY0" fmla="*/ 14120 h 34065"/>
                    <a:gd name="connsiteX1" fmla="*/ 101 w 41848"/>
                    <a:gd name="connsiteY1" fmla="*/ 26178 h 34065"/>
                    <a:gd name="connsiteX2" fmla="*/ 8879 w 41848"/>
                    <a:gd name="connsiteY2" fmla="*/ 34025 h 34065"/>
                    <a:gd name="connsiteX3" fmla="*/ 13933 w 41848"/>
                    <a:gd name="connsiteY3" fmla="*/ 31942 h 34065"/>
                    <a:gd name="connsiteX4" fmla="*/ 33261 w 41848"/>
                    <a:gd name="connsiteY4" fmla="*/ 20726 h 34065"/>
                    <a:gd name="connsiteX5" fmla="*/ 41595 w 41848"/>
                    <a:gd name="connsiteY5" fmla="*/ 12436 h 34065"/>
                    <a:gd name="connsiteX6" fmla="*/ 37960 w 41848"/>
                    <a:gd name="connsiteY6" fmla="*/ 1885 h 34065"/>
                    <a:gd name="connsiteX7" fmla="*/ 15883 w 41848"/>
                    <a:gd name="connsiteY7" fmla="*/ 4279 h 34065"/>
                    <a:gd name="connsiteX8" fmla="*/ 4091 w 41848"/>
                    <a:gd name="connsiteY8" fmla="*/ 14120 h 34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5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1" y="26178"/>
                      </a:cubicBezTo>
                      <a:cubicBezTo>
                        <a:pt x="678" y="30478"/>
                        <a:pt x="4535" y="34513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2"/>
                      </a:cubicBezTo>
                      <a:cubicBezTo>
                        <a:pt x="20361" y="28217"/>
                        <a:pt x="26833" y="24449"/>
                        <a:pt x="33261" y="20726"/>
                      </a:cubicBezTo>
                      <a:cubicBezTo>
                        <a:pt x="36542" y="18819"/>
                        <a:pt x="40531" y="16381"/>
                        <a:pt x="41595" y="12436"/>
                      </a:cubicBezTo>
                      <a:cubicBezTo>
                        <a:pt x="42526" y="9067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94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48" name="Forme libre : forme 18747">
                  <a:extLst>
                    <a:ext uri="{FF2B5EF4-FFF2-40B4-BE49-F238E27FC236}">
                      <a16:creationId xmlns:a16="http://schemas.microsoft.com/office/drawing/2014/main" id="{31D27D5B-373E-430C-8B09-3D2F77CAD476}"/>
                    </a:ext>
                  </a:extLst>
                </p:cNvPr>
                <p:cNvSpPr/>
                <p:nvPr/>
              </p:nvSpPr>
              <p:spPr>
                <a:xfrm>
                  <a:off x="5428983" y="6436965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9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9"/>
                      </a:cubicBezTo>
                      <a:cubicBezTo>
                        <a:pt x="678" y="30478"/>
                        <a:pt x="4535" y="34513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50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95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49" name="Forme libre : forme 18748">
                  <a:extLst>
                    <a:ext uri="{FF2B5EF4-FFF2-40B4-BE49-F238E27FC236}">
                      <a16:creationId xmlns:a16="http://schemas.microsoft.com/office/drawing/2014/main" id="{9632C3DB-815F-48BD-A205-D1B472AE6792}"/>
                    </a:ext>
                  </a:extLst>
                </p:cNvPr>
                <p:cNvSpPr/>
                <p:nvPr/>
              </p:nvSpPr>
              <p:spPr>
                <a:xfrm>
                  <a:off x="5795556" y="6288545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50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95" y="9998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50" name="Forme libre : forme 18749">
                  <a:extLst>
                    <a:ext uri="{FF2B5EF4-FFF2-40B4-BE49-F238E27FC236}">
                      <a16:creationId xmlns:a16="http://schemas.microsoft.com/office/drawing/2014/main" id="{74CF9AE1-4B56-421D-9ACE-F33B960BB5B1}"/>
                    </a:ext>
                  </a:extLst>
                </p:cNvPr>
                <p:cNvSpPr/>
                <p:nvPr/>
              </p:nvSpPr>
              <p:spPr>
                <a:xfrm>
                  <a:off x="5759204" y="6447782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1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1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7"/>
                        <a:pt x="26833" y="24449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94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51" name="Forme libre : forme 18750">
                  <a:extLst>
                    <a:ext uri="{FF2B5EF4-FFF2-40B4-BE49-F238E27FC236}">
                      <a16:creationId xmlns:a16="http://schemas.microsoft.com/office/drawing/2014/main" id="{C9743A42-B8D6-4436-826B-9EC9735BFF9C}"/>
                    </a:ext>
                  </a:extLst>
                </p:cNvPr>
                <p:cNvSpPr/>
                <p:nvPr/>
              </p:nvSpPr>
              <p:spPr>
                <a:xfrm>
                  <a:off x="5936085" y="6299362"/>
                  <a:ext cx="41848" cy="34065"/>
                </a:xfrm>
                <a:custGeom>
                  <a:avLst/>
                  <a:gdLst>
                    <a:gd name="connsiteX0" fmla="*/ 4091 w 41848"/>
                    <a:gd name="connsiteY0" fmla="*/ 14120 h 34065"/>
                    <a:gd name="connsiteX1" fmla="*/ 102 w 41848"/>
                    <a:gd name="connsiteY1" fmla="*/ 26178 h 34065"/>
                    <a:gd name="connsiteX2" fmla="*/ 8879 w 41848"/>
                    <a:gd name="connsiteY2" fmla="*/ 34025 h 34065"/>
                    <a:gd name="connsiteX3" fmla="*/ 13933 w 41848"/>
                    <a:gd name="connsiteY3" fmla="*/ 31941 h 34065"/>
                    <a:gd name="connsiteX4" fmla="*/ 33261 w 41848"/>
                    <a:gd name="connsiteY4" fmla="*/ 20726 h 34065"/>
                    <a:gd name="connsiteX5" fmla="*/ 41595 w 41848"/>
                    <a:gd name="connsiteY5" fmla="*/ 12436 h 34065"/>
                    <a:gd name="connsiteX6" fmla="*/ 37960 w 41848"/>
                    <a:gd name="connsiteY6" fmla="*/ 1885 h 34065"/>
                    <a:gd name="connsiteX7" fmla="*/ 15883 w 41848"/>
                    <a:gd name="connsiteY7" fmla="*/ 4279 h 34065"/>
                    <a:gd name="connsiteX8" fmla="*/ 4091 w 41848"/>
                    <a:gd name="connsiteY8" fmla="*/ 14120 h 34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5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3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7"/>
                        <a:pt x="26833" y="24449"/>
                        <a:pt x="33261" y="20726"/>
                      </a:cubicBezTo>
                      <a:cubicBezTo>
                        <a:pt x="36542" y="18819"/>
                        <a:pt x="40531" y="16381"/>
                        <a:pt x="41595" y="12436"/>
                      </a:cubicBezTo>
                      <a:cubicBezTo>
                        <a:pt x="42526" y="9067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317" y="6628"/>
                        <a:pt x="7194" y="9997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52" name="Forme libre : forme 18751">
                  <a:extLst>
                    <a:ext uri="{FF2B5EF4-FFF2-40B4-BE49-F238E27FC236}">
                      <a16:creationId xmlns:a16="http://schemas.microsoft.com/office/drawing/2014/main" id="{24E73006-B188-4D75-BDE3-269F7A3D2277}"/>
                    </a:ext>
                  </a:extLst>
                </p:cNvPr>
                <p:cNvSpPr/>
                <p:nvPr/>
              </p:nvSpPr>
              <p:spPr>
                <a:xfrm>
                  <a:off x="6052055" y="6297412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1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1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50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317" y="6628"/>
                        <a:pt x="7194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53" name="Forme libre : forme 18752">
                  <a:extLst>
                    <a:ext uri="{FF2B5EF4-FFF2-40B4-BE49-F238E27FC236}">
                      <a16:creationId xmlns:a16="http://schemas.microsoft.com/office/drawing/2014/main" id="{9390B6DA-10D5-4AFF-A209-C1EB071827B9}"/>
                    </a:ext>
                  </a:extLst>
                </p:cNvPr>
                <p:cNvSpPr/>
                <p:nvPr/>
              </p:nvSpPr>
              <p:spPr>
                <a:xfrm>
                  <a:off x="6318883" y="6262036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49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317" y="6628"/>
                        <a:pt x="7195" y="9997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54" name="Forme libre : forme 18753">
                  <a:extLst>
                    <a:ext uri="{FF2B5EF4-FFF2-40B4-BE49-F238E27FC236}">
                      <a16:creationId xmlns:a16="http://schemas.microsoft.com/office/drawing/2014/main" id="{4AED754C-BCA4-4390-85FA-20B18A52091F}"/>
                    </a:ext>
                  </a:extLst>
                </p:cNvPr>
                <p:cNvSpPr/>
                <p:nvPr/>
              </p:nvSpPr>
              <p:spPr>
                <a:xfrm>
                  <a:off x="6299244" y="6351495"/>
                  <a:ext cx="41848" cy="34065"/>
                </a:xfrm>
                <a:custGeom>
                  <a:avLst/>
                  <a:gdLst>
                    <a:gd name="connsiteX0" fmla="*/ 4091 w 41848"/>
                    <a:gd name="connsiteY0" fmla="*/ 14120 h 34065"/>
                    <a:gd name="connsiteX1" fmla="*/ 102 w 41848"/>
                    <a:gd name="connsiteY1" fmla="*/ 26178 h 34065"/>
                    <a:gd name="connsiteX2" fmla="*/ 8879 w 41848"/>
                    <a:gd name="connsiteY2" fmla="*/ 34025 h 34065"/>
                    <a:gd name="connsiteX3" fmla="*/ 13933 w 41848"/>
                    <a:gd name="connsiteY3" fmla="*/ 31941 h 34065"/>
                    <a:gd name="connsiteX4" fmla="*/ 33261 w 41848"/>
                    <a:gd name="connsiteY4" fmla="*/ 20726 h 34065"/>
                    <a:gd name="connsiteX5" fmla="*/ 41595 w 41848"/>
                    <a:gd name="connsiteY5" fmla="*/ 12436 h 34065"/>
                    <a:gd name="connsiteX6" fmla="*/ 37960 w 41848"/>
                    <a:gd name="connsiteY6" fmla="*/ 1885 h 34065"/>
                    <a:gd name="connsiteX7" fmla="*/ 15883 w 41848"/>
                    <a:gd name="connsiteY7" fmla="*/ 4279 h 34065"/>
                    <a:gd name="connsiteX8" fmla="*/ 4091 w 41848"/>
                    <a:gd name="connsiteY8" fmla="*/ 14120 h 34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5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3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7"/>
                        <a:pt x="26833" y="24449"/>
                        <a:pt x="33261" y="20726"/>
                      </a:cubicBezTo>
                      <a:cubicBezTo>
                        <a:pt x="36542" y="18819"/>
                        <a:pt x="40531" y="16381"/>
                        <a:pt x="41595" y="12436"/>
                      </a:cubicBezTo>
                      <a:cubicBezTo>
                        <a:pt x="42526" y="9067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584"/>
                        <a:pt x="7194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55" name="Forme libre : forme 18754">
                  <a:extLst>
                    <a:ext uri="{FF2B5EF4-FFF2-40B4-BE49-F238E27FC236}">
                      <a16:creationId xmlns:a16="http://schemas.microsoft.com/office/drawing/2014/main" id="{CF1607E0-4458-45BF-B782-D27ED5F19F2D}"/>
                    </a:ext>
                  </a:extLst>
                </p:cNvPr>
                <p:cNvSpPr/>
                <p:nvPr/>
              </p:nvSpPr>
              <p:spPr>
                <a:xfrm>
                  <a:off x="6565585" y="6354421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9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9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50"/>
                        <a:pt x="33261" y="20725"/>
                      </a:cubicBezTo>
                      <a:cubicBezTo>
                        <a:pt x="36541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94" y="9998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56" name="Forme libre : forme 18755">
                  <a:extLst>
                    <a:ext uri="{FF2B5EF4-FFF2-40B4-BE49-F238E27FC236}">
                      <a16:creationId xmlns:a16="http://schemas.microsoft.com/office/drawing/2014/main" id="{4DAAC986-8848-49ED-B69E-F945154105F7}"/>
                    </a:ext>
                  </a:extLst>
                </p:cNvPr>
                <p:cNvSpPr/>
                <p:nvPr/>
              </p:nvSpPr>
              <p:spPr>
                <a:xfrm>
                  <a:off x="6741490" y="6380000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49"/>
                        <a:pt x="33261" y="20725"/>
                      </a:cubicBezTo>
                      <a:cubicBezTo>
                        <a:pt x="36541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584"/>
                        <a:pt x="7194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57" name="Forme libre : forme 18756">
                  <a:extLst>
                    <a:ext uri="{FF2B5EF4-FFF2-40B4-BE49-F238E27FC236}">
                      <a16:creationId xmlns:a16="http://schemas.microsoft.com/office/drawing/2014/main" id="{C08E2BBE-A151-43BA-93A8-2BEDF5DE4DF5}"/>
                    </a:ext>
                  </a:extLst>
                </p:cNvPr>
                <p:cNvSpPr/>
                <p:nvPr/>
              </p:nvSpPr>
              <p:spPr>
                <a:xfrm>
                  <a:off x="6881044" y="6468440"/>
                  <a:ext cx="41848" cy="34065"/>
                </a:xfrm>
                <a:custGeom>
                  <a:avLst/>
                  <a:gdLst>
                    <a:gd name="connsiteX0" fmla="*/ 4091 w 41848"/>
                    <a:gd name="connsiteY0" fmla="*/ 14120 h 34065"/>
                    <a:gd name="connsiteX1" fmla="*/ 102 w 41848"/>
                    <a:gd name="connsiteY1" fmla="*/ 26178 h 34065"/>
                    <a:gd name="connsiteX2" fmla="*/ 8879 w 41848"/>
                    <a:gd name="connsiteY2" fmla="*/ 34025 h 34065"/>
                    <a:gd name="connsiteX3" fmla="*/ 13933 w 41848"/>
                    <a:gd name="connsiteY3" fmla="*/ 31941 h 34065"/>
                    <a:gd name="connsiteX4" fmla="*/ 33261 w 41848"/>
                    <a:gd name="connsiteY4" fmla="*/ 20726 h 34065"/>
                    <a:gd name="connsiteX5" fmla="*/ 41595 w 41848"/>
                    <a:gd name="connsiteY5" fmla="*/ 12436 h 34065"/>
                    <a:gd name="connsiteX6" fmla="*/ 37960 w 41848"/>
                    <a:gd name="connsiteY6" fmla="*/ 1885 h 34065"/>
                    <a:gd name="connsiteX7" fmla="*/ 15883 w 41848"/>
                    <a:gd name="connsiteY7" fmla="*/ 4279 h 34065"/>
                    <a:gd name="connsiteX8" fmla="*/ 4091 w 41848"/>
                    <a:gd name="connsiteY8" fmla="*/ 14120 h 34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5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3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7"/>
                        <a:pt x="26833" y="24449"/>
                        <a:pt x="33261" y="20726"/>
                      </a:cubicBezTo>
                      <a:cubicBezTo>
                        <a:pt x="36542" y="18819"/>
                        <a:pt x="40531" y="16381"/>
                        <a:pt x="41595" y="12436"/>
                      </a:cubicBezTo>
                      <a:cubicBezTo>
                        <a:pt x="42526" y="9067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95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58" name="Forme libre : forme 18757">
                  <a:extLst>
                    <a:ext uri="{FF2B5EF4-FFF2-40B4-BE49-F238E27FC236}">
                      <a16:creationId xmlns:a16="http://schemas.microsoft.com/office/drawing/2014/main" id="{D04CE8A6-D4FC-465F-B814-5F62316F301E}"/>
                    </a:ext>
                  </a:extLst>
                </p:cNvPr>
                <p:cNvSpPr/>
                <p:nvPr/>
              </p:nvSpPr>
              <p:spPr>
                <a:xfrm>
                  <a:off x="6956717" y="6246342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9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9"/>
                      </a:cubicBezTo>
                      <a:cubicBezTo>
                        <a:pt x="678" y="30478"/>
                        <a:pt x="4535" y="34513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50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317" y="6584"/>
                        <a:pt x="7195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59" name="Forme libre : forme 18758">
                  <a:extLst>
                    <a:ext uri="{FF2B5EF4-FFF2-40B4-BE49-F238E27FC236}">
                      <a16:creationId xmlns:a16="http://schemas.microsoft.com/office/drawing/2014/main" id="{F5419FD3-09B5-487A-B2CF-B7DBE636C614}"/>
                    </a:ext>
                  </a:extLst>
                </p:cNvPr>
                <p:cNvSpPr/>
                <p:nvPr/>
              </p:nvSpPr>
              <p:spPr>
                <a:xfrm>
                  <a:off x="7058146" y="6267666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7"/>
                        <a:pt x="26833" y="24449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583"/>
                        <a:pt x="7194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60" name="Forme libre : forme 18759">
                  <a:extLst>
                    <a:ext uri="{FF2B5EF4-FFF2-40B4-BE49-F238E27FC236}">
                      <a16:creationId xmlns:a16="http://schemas.microsoft.com/office/drawing/2014/main" id="{4A3594E8-9D05-4140-8338-B7196DE1FDF0}"/>
                    </a:ext>
                  </a:extLst>
                </p:cNvPr>
                <p:cNvSpPr/>
                <p:nvPr/>
              </p:nvSpPr>
              <p:spPr>
                <a:xfrm>
                  <a:off x="6344639" y="6419011"/>
                  <a:ext cx="41848" cy="34065"/>
                </a:xfrm>
                <a:custGeom>
                  <a:avLst/>
                  <a:gdLst>
                    <a:gd name="connsiteX0" fmla="*/ 4091 w 41848"/>
                    <a:gd name="connsiteY0" fmla="*/ 14120 h 34065"/>
                    <a:gd name="connsiteX1" fmla="*/ 102 w 41848"/>
                    <a:gd name="connsiteY1" fmla="*/ 26178 h 34065"/>
                    <a:gd name="connsiteX2" fmla="*/ 8879 w 41848"/>
                    <a:gd name="connsiteY2" fmla="*/ 34025 h 34065"/>
                    <a:gd name="connsiteX3" fmla="*/ 13933 w 41848"/>
                    <a:gd name="connsiteY3" fmla="*/ 31942 h 34065"/>
                    <a:gd name="connsiteX4" fmla="*/ 33261 w 41848"/>
                    <a:gd name="connsiteY4" fmla="*/ 20726 h 34065"/>
                    <a:gd name="connsiteX5" fmla="*/ 41595 w 41848"/>
                    <a:gd name="connsiteY5" fmla="*/ 12436 h 34065"/>
                    <a:gd name="connsiteX6" fmla="*/ 37960 w 41848"/>
                    <a:gd name="connsiteY6" fmla="*/ 1885 h 34065"/>
                    <a:gd name="connsiteX7" fmla="*/ 15883 w 41848"/>
                    <a:gd name="connsiteY7" fmla="*/ 4279 h 34065"/>
                    <a:gd name="connsiteX8" fmla="*/ 4091 w 41848"/>
                    <a:gd name="connsiteY8" fmla="*/ 14120 h 34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5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3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2"/>
                      </a:cubicBezTo>
                      <a:cubicBezTo>
                        <a:pt x="20361" y="28217"/>
                        <a:pt x="26833" y="24449"/>
                        <a:pt x="33261" y="20726"/>
                      </a:cubicBezTo>
                      <a:cubicBezTo>
                        <a:pt x="36542" y="18819"/>
                        <a:pt x="40531" y="16381"/>
                        <a:pt x="41595" y="12436"/>
                      </a:cubicBezTo>
                      <a:cubicBezTo>
                        <a:pt x="42526" y="9067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95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61" name="Forme libre : forme 18760">
                  <a:extLst>
                    <a:ext uri="{FF2B5EF4-FFF2-40B4-BE49-F238E27FC236}">
                      <a16:creationId xmlns:a16="http://schemas.microsoft.com/office/drawing/2014/main" id="{0817F740-0DFC-4AD1-90A0-BCF063A80AD4}"/>
                    </a:ext>
                  </a:extLst>
                </p:cNvPr>
                <p:cNvSpPr/>
                <p:nvPr/>
              </p:nvSpPr>
              <p:spPr>
                <a:xfrm>
                  <a:off x="6105828" y="6377739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50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584"/>
                        <a:pt x="7150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62" name="Forme libre : forme 18761">
                  <a:extLst>
                    <a:ext uri="{FF2B5EF4-FFF2-40B4-BE49-F238E27FC236}">
                      <a16:creationId xmlns:a16="http://schemas.microsoft.com/office/drawing/2014/main" id="{6D2DA943-EE07-490A-8F9F-FE7A23DA42B2}"/>
                    </a:ext>
                  </a:extLst>
                </p:cNvPr>
                <p:cNvSpPr/>
                <p:nvPr/>
              </p:nvSpPr>
              <p:spPr>
                <a:xfrm>
                  <a:off x="6231107" y="6425484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49"/>
                        <a:pt x="33261" y="20725"/>
                      </a:cubicBezTo>
                      <a:cubicBezTo>
                        <a:pt x="36541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50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63" name="Forme libre : forme 18762">
                  <a:extLst>
                    <a:ext uri="{FF2B5EF4-FFF2-40B4-BE49-F238E27FC236}">
                      <a16:creationId xmlns:a16="http://schemas.microsoft.com/office/drawing/2014/main" id="{A925BE39-5CD9-43DE-9AE2-472BEBE71A87}"/>
                    </a:ext>
                  </a:extLst>
                </p:cNvPr>
                <p:cNvSpPr/>
                <p:nvPr/>
              </p:nvSpPr>
              <p:spPr>
                <a:xfrm>
                  <a:off x="6082554" y="6435901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50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628"/>
                        <a:pt x="7195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64" name="Forme libre : forme 18763">
                  <a:extLst>
                    <a:ext uri="{FF2B5EF4-FFF2-40B4-BE49-F238E27FC236}">
                      <a16:creationId xmlns:a16="http://schemas.microsoft.com/office/drawing/2014/main" id="{70C69B6A-9552-4605-A432-8F9F4A2E2B59}"/>
                    </a:ext>
                  </a:extLst>
                </p:cNvPr>
                <p:cNvSpPr/>
                <p:nvPr/>
              </p:nvSpPr>
              <p:spPr>
                <a:xfrm>
                  <a:off x="5684551" y="6387758"/>
                  <a:ext cx="41848" cy="34064"/>
                </a:xfrm>
                <a:custGeom>
                  <a:avLst/>
                  <a:gdLst>
                    <a:gd name="connsiteX0" fmla="*/ 4091 w 41848"/>
                    <a:gd name="connsiteY0" fmla="*/ 14120 h 34064"/>
                    <a:gd name="connsiteX1" fmla="*/ 102 w 41848"/>
                    <a:gd name="connsiteY1" fmla="*/ 26178 h 34064"/>
                    <a:gd name="connsiteX2" fmla="*/ 8879 w 41848"/>
                    <a:gd name="connsiteY2" fmla="*/ 34025 h 34064"/>
                    <a:gd name="connsiteX3" fmla="*/ 13933 w 41848"/>
                    <a:gd name="connsiteY3" fmla="*/ 31941 h 34064"/>
                    <a:gd name="connsiteX4" fmla="*/ 33261 w 41848"/>
                    <a:gd name="connsiteY4" fmla="*/ 20725 h 34064"/>
                    <a:gd name="connsiteX5" fmla="*/ 41595 w 41848"/>
                    <a:gd name="connsiteY5" fmla="*/ 12435 h 34064"/>
                    <a:gd name="connsiteX6" fmla="*/ 37960 w 41848"/>
                    <a:gd name="connsiteY6" fmla="*/ 1885 h 34064"/>
                    <a:gd name="connsiteX7" fmla="*/ 15883 w 41848"/>
                    <a:gd name="connsiteY7" fmla="*/ 4279 h 34064"/>
                    <a:gd name="connsiteX8" fmla="*/ 4091 w 41848"/>
                    <a:gd name="connsiteY8" fmla="*/ 14120 h 34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48" h="34064">
                      <a:moveTo>
                        <a:pt x="4091" y="14120"/>
                      </a:moveTo>
                      <a:cubicBezTo>
                        <a:pt x="1476" y="17622"/>
                        <a:pt x="-475" y="21878"/>
                        <a:pt x="102" y="26178"/>
                      </a:cubicBezTo>
                      <a:cubicBezTo>
                        <a:pt x="678" y="30478"/>
                        <a:pt x="4535" y="34512"/>
                        <a:pt x="8879" y="34025"/>
                      </a:cubicBezTo>
                      <a:cubicBezTo>
                        <a:pt x="10697" y="33803"/>
                        <a:pt x="12337" y="32872"/>
                        <a:pt x="13933" y="31941"/>
                      </a:cubicBezTo>
                      <a:cubicBezTo>
                        <a:pt x="20361" y="28218"/>
                        <a:pt x="26833" y="24449"/>
                        <a:pt x="33261" y="20725"/>
                      </a:cubicBezTo>
                      <a:cubicBezTo>
                        <a:pt x="36542" y="18819"/>
                        <a:pt x="40531" y="16381"/>
                        <a:pt x="41595" y="12435"/>
                      </a:cubicBezTo>
                      <a:cubicBezTo>
                        <a:pt x="42526" y="9066"/>
                        <a:pt x="40797" y="4057"/>
                        <a:pt x="37960" y="1885"/>
                      </a:cubicBezTo>
                      <a:cubicBezTo>
                        <a:pt x="32463" y="-2371"/>
                        <a:pt x="21203" y="1530"/>
                        <a:pt x="15883" y="4279"/>
                      </a:cubicBezTo>
                      <a:cubicBezTo>
                        <a:pt x="11273" y="6584"/>
                        <a:pt x="7150" y="9953"/>
                        <a:pt x="4091" y="14120"/>
                      </a:cubicBezTo>
                      <a:close/>
                    </a:path>
                  </a:pathLst>
                </a:custGeom>
                <a:solidFill>
                  <a:srgbClr val="F9EBB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8765" name="Graphique 2">
                  <a:extLst>
                    <a:ext uri="{FF2B5EF4-FFF2-40B4-BE49-F238E27FC236}">
                      <a16:creationId xmlns:a16="http://schemas.microsoft.com/office/drawing/2014/main" id="{E28284B2-0B19-4732-AE1D-DA858CB6E2D8}"/>
                    </a:ext>
                  </a:extLst>
                </p:cNvPr>
                <p:cNvGrpSpPr/>
                <p:nvPr/>
              </p:nvGrpSpPr>
              <p:grpSpPr>
                <a:xfrm>
                  <a:off x="4483860" y="6246410"/>
                  <a:ext cx="29480" cy="25046"/>
                  <a:chOff x="4483860" y="6246410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9010" name="Forme libre : forme 19009">
                    <a:extLst>
                      <a:ext uri="{FF2B5EF4-FFF2-40B4-BE49-F238E27FC236}">
                        <a16:creationId xmlns:a16="http://schemas.microsoft.com/office/drawing/2014/main" id="{97D72B5B-D2A4-427B-9D63-A81755B30F43}"/>
                      </a:ext>
                    </a:extLst>
                  </p:cNvPr>
                  <p:cNvSpPr/>
                  <p:nvPr/>
                </p:nvSpPr>
                <p:spPr>
                  <a:xfrm>
                    <a:off x="4483860" y="6246410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11" name="Forme libre : forme 19010">
                    <a:extLst>
                      <a:ext uri="{FF2B5EF4-FFF2-40B4-BE49-F238E27FC236}">
                        <a16:creationId xmlns:a16="http://schemas.microsoft.com/office/drawing/2014/main" id="{2DA74EE1-4F5E-4225-AE44-979885344E0B}"/>
                      </a:ext>
                    </a:extLst>
                  </p:cNvPr>
                  <p:cNvSpPr/>
                  <p:nvPr/>
                </p:nvSpPr>
                <p:spPr>
                  <a:xfrm>
                    <a:off x="4505626" y="6263743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66" name="Graphique 2">
                  <a:extLst>
                    <a:ext uri="{FF2B5EF4-FFF2-40B4-BE49-F238E27FC236}">
                      <a16:creationId xmlns:a16="http://schemas.microsoft.com/office/drawing/2014/main" id="{ED58C018-8C40-48B2-9B67-726089E3C148}"/>
                    </a:ext>
                  </a:extLst>
                </p:cNvPr>
                <p:cNvGrpSpPr/>
                <p:nvPr/>
              </p:nvGrpSpPr>
              <p:grpSpPr>
                <a:xfrm>
                  <a:off x="4430308" y="6356971"/>
                  <a:ext cx="29480" cy="25046"/>
                  <a:chOff x="4430308" y="6356971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9008" name="Forme libre : forme 19007">
                    <a:extLst>
                      <a:ext uri="{FF2B5EF4-FFF2-40B4-BE49-F238E27FC236}">
                        <a16:creationId xmlns:a16="http://schemas.microsoft.com/office/drawing/2014/main" id="{47FA5BBD-11D2-4DDE-8C71-D905C02695B8}"/>
                      </a:ext>
                    </a:extLst>
                  </p:cNvPr>
                  <p:cNvSpPr/>
                  <p:nvPr/>
                </p:nvSpPr>
                <p:spPr>
                  <a:xfrm>
                    <a:off x="4430308" y="6356971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7 h 15072"/>
                      <a:gd name="connsiteX1" fmla="*/ 7536 w 15072"/>
                      <a:gd name="connsiteY1" fmla="*/ 15073 h 15072"/>
                      <a:gd name="connsiteX2" fmla="*/ 0 w 15072"/>
                      <a:gd name="connsiteY2" fmla="*/ 7537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7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7"/>
                        </a:moveTo>
                        <a:cubicBezTo>
                          <a:pt x="15073" y="11698"/>
                          <a:pt x="11698" y="15073"/>
                          <a:pt x="7536" y="15073"/>
                        </a:cubicBezTo>
                        <a:cubicBezTo>
                          <a:pt x="3374" y="15073"/>
                          <a:pt x="0" y="11698"/>
                          <a:pt x="0" y="7537"/>
                        </a:cubicBezTo>
                        <a:cubicBezTo>
                          <a:pt x="0" y="3375"/>
                          <a:pt x="3374" y="0"/>
                          <a:pt x="7536" y="0"/>
                        </a:cubicBezTo>
                        <a:cubicBezTo>
                          <a:pt x="11698" y="0"/>
                          <a:pt x="15073" y="3375"/>
                          <a:pt x="15073" y="75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09" name="Forme libre : forme 19008">
                    <a:extLst>
                      <a:ext uri="{FF2B5EF4-FFF2-40B4-BE49-F238E27FC236}">
                        <a16:creationId xmlns:a16="http://schemas.microsoft.com/office/drawing/2014/main" id="{22E46789-2A11-41C3-9004-005F187DEB98}"/>
                      </a:ext>
                    </a:extLst>
                  </p:cNvPr>
                  <p:cNvSpPr/>
                  <p:nvPr/>
                </p:nvSpPr>
                <p:spPr>
                  <a:xfrm>
                    <a:off x="4452074" y="6374304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67" name="Graphique 2">
                  <a:extLst>
                    <a:ext uri="{FF2B5EF4-FFF2-40B4-BE49-F238E27FC236}">
                      <a16:creationId xmlns:a16="http://schemas.microsoft.com/office/drawing/2014/main" id="{6635E1BA-A8D8-4431-B9AA-506B55E47ED3}"/>
                    </a:ext>
                  </a:extLst>
                </p:cNvPr>
                <p:cNvGrpSpPr/>
                <p:nvPr/>
              </p:nvGrpSpPr>
              <p:grpSpPr>
                <a:xfrm>
                  <a:off x="4539894" y="6355020"/>
                  <a:ext cx="29435" cy="25002"/>
                  <a:chOff x="4539894" y="6355020"/>
                  <a:chExt cx="29435" cy="25002"/>
                </a:xfrm>
                <a:solidFill>
                  <a:srgbClr val="FFFFFF"/>
                </a:solidFill>
              </p:grpSpPr>
              <p:sp>
                <p:nvSpPr>
                  <p:cNvPr id="19006" name="Forme libre : forme 19005">
                    <a:extLst>
                      <a:ext uri="{FF2B5EF4-FFF2-40B4-BE49-F238E27FC236}">
                        <a16:creationId xmlns:a16="http://schemas.microsoft.com/office/drawing/2014/main" id="{7F4DDFF2-9628-448E-B87B-B231D7759FA4}"/>
                      </a:ext>
                    </a:extLst>
                  </p:cNvPr>
                  <p:cNvSpPr/>
                  <p:nvPr/>
                </p:nvSpPr>
                <p:spPr>
                  <a:xfrm>
                    <a:off x="4539894" y="6355020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07" name="Forme libre : forme 19006">
                    <a:extLst>
                      <a:ext uri="{FF2B5EF4-FFF2-40B4-BE49-F238E27FC236}">
                        <a16:creationId xmlns:a16="http://schemas.microsoft.com/office/drawing/2014/main" id="{F4055F26-2F0F-411F-B303-700C86DBCA38}"/>
                      </a:ext>
                    </a:extLst>
                  </p:cNvPr>
                  <p:cNvSpPr/>
                  <p:nvPr/>
                </p:nvSpPr>
                <p:spPr>
                  <a:xfrm>
                    <a:off x="4561616" y="6372309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68" name="Graphique 2">
                  <a:extLst>
                    <a:ext uri="{FF2B5EF4-FFF2-40B4-BE49-F238E27FC236}">
                      <a16:creationId xmlns:a16="http://schemas.microsoft.com/office/drawing/2014/main" id="{430ECAB2-EB43-4D55-A862-94E595C9522E}"/>
                    </a:ext>
                  </a:extLst>
                </p:cNvPr>
                <p:cNvGrpSpPr/>
                <p:nvPr/>
              </p:nvGrpSpPr>
              <p:grpSpPr>
                <a:xfrm>
                  <a:off x="4612154" y="6282761"/>
                  <a:ext cx="29435" cy="25046"/>
                  <a:chOff x="4612154" y="6282761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9004" name="Forme libre : forme 19003">
                    <a:extLst>
                      <a:ext uri="{FF2B5EF4-FFF2-40B4-BE49-F238E27FC236}">
                        <a16:creationId xmlns:a16="http://schemas.microsoft.com/office/drawing/2014/main" id="{DB3489B3-9AA9-4C45-94AF-9322C29577C4}"/>
                      </a:ext>
                    </a:extLst>
                  </p:cNvPr>
                  <p:cNvSpPr/>
                  <p:nvPr/>
                </p:nvSpPr>
                <p:spPr>
                  <a:xfrm>
                    <a:off x="4612154" y="6282761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05" name="Forme libre : forme 19004">
                    <a:extLst>
                      <a:ext uri="{FF2B5EF4-FFF2-40B4-BE49-F238E27FC236}">
                        <a16:creationId xmlns:a16="http://schemas.microsoft.com/office/drawing/2014/main" id="{1A335F24-BCF2-4052-B8AE-69D9662F46FB}"/>
                      </a:ext>
                    </a:extLst>
                  </p:cNvPr>
                  <p:cNvSpPr/>
                  <p:nvPr/>
                </p:nvSpPr>
                <p:spPr>
                  <a:xfrm>
                    <a:off x="4633876" y="6300094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69" name="Graphique 2">
                  <a:extLst>
                    <a:ext uri="{FF2B5EF4-FFF2-40B4-BE49-F238E27FC236}">
                      <a16:creationId xmlns:a16="http://schemas.microsoft.com/office/drawing/2014/main" id="{0379EA35-6190-4555-B9CF-0FF5BB0B6B96}"/>
                    </a:ext>
                  </a:extLst>
                </p:cNvPr>
                <p:cNvGrpSpPr/>
                <p:nvPr/>
              </p:nvGrpSpPr>
              <p:grpSpPr>
                <a:xfrm>
                  <a:off x="4726616" y="6269994"/>
                  <a:ext cx="29480" cy="25046"/>
                  <a:chOff x="4726616" y="6269994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9002" name="Forme libre : forme 19001">
                    <a:extLst>
                      <a:ext uri="{FF2B5EF4-FFF2-40B4-BE49-F238E27FC236}">
                        <a16:creationId xmlns:a16="http://schemas.microsoft.com/office/drawing/2014/main" id="{D51A4C71-DA91-4A07-B873-CCAEE8901BBA}"/>
                      </a:ext>
                    </a:extLst>
                  </p:cNvPr>
                  <p:cNvSpPr/>
                  <p:nvPr/>
                </p:nvSpPr>
                <p:spPr>
                  <a:xfrm>
                    <a:off x="4726616" y="6269994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7 h 15072"/>
                      <a:gd name="connsiteX1" fmla="*/ 7536 w 15072"/>
                      <a:gd name="connsiteY1" fmla="*/ 15073 h 15072"/>
                      <a:gd name="connsiteX2" fmla="*/ 0 w 15072"/>
                      <a:gd name="connsiteY2" fmla="*/ 7537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7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7"/>
                        </a:moveTo>
                        <a:cubicBezTo>
                          <a:pt x="15073" y="11699"/>
                          <a:pt x="11698" y="15073"/>
                          <a:pt x="7536" y="15073"/>
                        </a:cubicBezTo>
                        <a:cubicBezTo>
                          <a:pt x="3374" y="15073"/>
                          <a:pt x="0" y="11699"/>
                          <a:pt x="0" y="7537"/>
                        </a:cubicBezTo>
                        <a:cubicBezTo>
                          <a:pt x="0" y="3375"/>
                          <a:pt x="3374" y="0"/>
                          <a:pt x="7536" y="0"/>
                        </a:cubicBezTo>
                        <a:cubicBezTo>
                          <a:pt x="11698" y="0"/>
                          <a:pt x="15073" y="3375"/>
                          <a:pt x="15073" y="75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03" name="Forme libre : forme 19002">
                    <a:extLst>
                      <a:ext uri="{FF2B5EF4-FFF2-40B4-BE49-F238E27FC236}">
                        <a16:creationId xmlns:a16="http://schemas.microsoft.com/office/drawing/2014/main" id="{D63CC544-0972-4CBF-ADC7-BEAADAB10697}"/>
                      </a:ext>
                    </a:extLst>
                  </p:cNvPr>
                  <p:cNvSpPr/>
                  <p:nvPr/>
                </p:nvSpPr>
                <p:spPr>
                  <a:xfrm>
                    <a:off x="4748383" y="6287327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70" name="Graphique 2">
                  <a:extLst>
                    <a:ext uri="{FF2B5EF4-FFF2-40B4-BE49-F238E27FC236}">
                      <a16:creationId xmlns:a16="http://schemas.microsoft.com/office/drawing/2014/main" id="{F105BD97-7613-4443-85E7-0EE190A516B2}"/>
                    </a:ext>
                  </a:extLst>
                </p:cNvPr>
                <p:cNvGrpSpPr/>
                <p:nvPr/>
              </p:nvGrpSpPr>
              <p:grpSpPr>
                <a:xfrm>
                  <a:off x="4252231" y="6470059"/>
                  <a:ext cx="29480" cy="25046"/>
                  <a:chOff x="4252231" y="6470059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9000" name="Forme libre : forme 18999">
                    <a:extLst>
                      <a:ext uri="{FF2B5EF4-FFF2-40B4-BE49-F238E27FC236}">
                        <a16:creationId xmlns:a16="http://schemas.microsoft.com/office/drawing/2014/main" id="{1B8B6A84-B0C7-4625-85FF-EBE77DAD5E3C}"/>
                      </a:ext>
                    </a:extLst>
                  </p:cNvPr>
                  <p:cNvSpPr/>
                  <p:nvPr/>
                </p:nvSpPr>
                <p:spPr>
                  <a:xfrm>
                    <a:off x="4252231" y="6470059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001" name="Forme libre : forme 19000">
                    <a:extLst>
                      <a:ext uri="{FF2B5EF4-FFF2-40B4-BE49-F238E27FC236}">
                        <a16:creationId xmlns:a16="http://schemas.microsoft.com/office/drawing/2014/main" id="{3328EF26-04A2-4E00-92E3-8B6DF307C733}"/>
                      </a:ext>
                    </a:extLst>
                  </p:cNvPr>
                  <p:cNvSpPr/>
                  <p:nvPr/>
                </p:nvSpPr>
                <p:spPr>
                  <a:xfrm>
                    <a:off x="4273997" y="6487393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71" name="Graphique 2">
                  <a:extLst>
                    <a:ext uri="{FF2B5EF4-FFF2-40B4-BE49-F238E27FC236}">
                      <a16:creationId xmlns:a16="http://schemas.microsoft.com/office/drawing/2014/main" id="{5FE376C5-7C17-4476-9BAD-871E99E3A2D4}"/>
                    </a:ext>
                  </a:extLst>
                </p:cNvPr>
                <p:cNvGrpSpPr/>
                <p:nvPr/>
              </p:nvGrpSpPr>
              <p:grpSpPr>
                <a:xfrm>
                  <a:off x="4372146" y="6449401"/>
                  <a:ext cx="29435" cy="25046"/>
                  <a:chOff x="4372146" y="6449401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98" name="Forme libre : forme 18997">
                    <a:extLst>
                      <a:ext uri="{FF2B5EF4-FFF2-40B4-BE49-F238E27FC236}">
                        <a16:creationId xmlns:a16="http://schemas.microsoft.com/office/drawing/2014/main" id="{119AA961-C543-4669-A136-3CCB0B77DFA2}"/>
                      </a:ext>
                    </a:extLst>
                  </p:cNvPr>
                  <p:cNvSpPr/>
                  <p:nvPr/>
                </p:nvSpPr>
                <p:spPr>
                  <a:xfrm>
                    <a:off x="4372146" y="6449401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99" name="Forme libre : forme 18998">
                    <a:extLst>
                      <a:ext uri="{FF2B5EF4-FFF2-40B4-BE49-F238E27FC236}">
                        <a16:creationId xmlns:a16="http://schemas.microsoft.com/office/drawing/2014/main" id="{1DABBCF2-24C2-4FDA-8A9A-F22A8C5DB2BF}"/>
                      </a:ext>
                    </a:extLst>
                  </p:cNvPr>
                  <p:cNvSpPr/>
                  <p:nvPr/>
                </p:nvSpPr>
                <p:spPr>
                  <a:xfrm>
                    <a:off x="4393868" y="6466734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72" name="Graphique 2">
                  <a:extLst>
                    <a:ext uri="{FF2B5EF4-FFF2-40B4-BE49-F238E27FC236}">
                      <a16:creationId xmlns:a16="http://schemas.microsoft.com/office/drawing/2014/main" id="{46000E4A-2C78-4816-8108-496E81A56DAC}"/>
                    </a:ext>
                  </a:extLst>
                </p:cNvPr>
                <p:cNvGrpSpPr/>
                <p:nvPr/>
              </p:nvGrpSpPr>
              <p:grpSpPr>
                <a:xfrm>
                  <a:off x="4622749" y="6367832"/>
                  <a:ext cx="29480" cy="25046"/>
                  <a:chOff x="4622749" y="6367832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8996" name="Forme libre : forme 18995">
                    <a:extLst>
                      <a:ext uri="{FF2B5EF4-FFF2-40B4-BE49-F238E27FC236}">
                        <a16:creationId xmlns:a16="http://schemas.microsoft.com/office/drawing/2014/main" id="{C03FC8D6-ACBE-4A78-B04C-BF2C086D5DC9}"/>
                      </a:ext>
                    </a:extLst>
                  </p:cNvPr>
                  <p:cNvSpPr/>
                  <p:nvPr/>
                </p:nvSpPr>
                <p:spPr>
                  <a:xfrm>
                    <a:off x="4622749" y="6367832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97" name="Forme libre : forme 18996">
                    <a:extLst>
                      <a:ext uri="{FF2B5EF4-FFF2-40B4-BE49-F238E27FC236}">
                        <a16:creationId xmlns:a16="http://schemas.microsoft.com/office/drawing/2014/main" id="{2991DF95-88DE-4D12-95AD-E0406CB59CBA}"/>
                      </a:ext>
                    </a:extLst>
                  </p:cNvPr>
                  <p:cNvSpPr/>
                  <p:nvPr/>
                </p:nvSpPr>
                <p:spPr>
                  <a:xfrm>
                    <a:off x="4644515" y="6385165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73" name="Graphique 2">
                  <a:extLst>
                    <a:ext uri="{FF2B5EF4-FFF2-40B4-BE49-F238E27FC236}">
                      <a16:creationId xmlns:a16="http://schemas.microsoft.com/office/drawing/2014/main" id="{EFEC763C-1F38-4229-A7FC-F2E9233AF01D}"/>
                    </a:ext>
                  </a:extLst>
                </p:cNvPr>
                <p:cNvGrpSpPr/>
                <p:nvPr/>
              </p:nvGrpSpPr>
              <p:grpSpPr>
                <a:xfrm>
                  <a:off x="4570660" y="6459242"/>
                  <a:ext cx="29480" cy="25046"/>
                  <a:chOff x="4570660" y="6459242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8994" name="Forme libre : forme 18993">
                    <a:extLst>
                      <a:ext uri="{FF2B5EF4-FFF2-40B4-BE49-F238E27FC236}">
                        <a16:creationId xmlns:a16="http://schemas.microsoft.com/office/drawing/2014/main" id="{91C85F97-CA4A-4A02-B5D0-69E53340E5A8}"/>
                      </a:ext>
                    </a:extLst>
                  </p:cNvPr>
                  <p:cNvSpPr/>
                  <p:nvPr/>
                </p:nvSpPr>
                <p:spPr>
                  <a:xfrm>
                    <a:off x="4570660" y="6459242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95" name="Forme libre : forme 18994">
                    <a:extLst>
                      <a:ext uri="{FF2B5EF4-FFF2-40B4-BE49-F238E27FC236}">
                        <a16:creationId xmlns:a16="http://schemas.microsoft.com/office/drawing/2014/main" id="{D8AACE88-2728-470F-A81F-440D08195127}"/>
                      </a:ext>
                    </a:extLst>
                  </p:cNvPr>
                  <p:cNvSpPr/>
                  <p:nvPr/>
                </p:nvSpPr>
                <p:spPr>
                  <a:xfrm>
                    <a:off x="4592426" y="6476576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74" name="Graphique 2">
                  <a:extLst>
                    <a:ext uri="{FF2B5EF4-FFF2-40B4-BE49-F238E27FC236}">
                      <a16:creationId xmlns:a16="http://schemas.microsoft.com/office/drawing/2014/main" id="{40F48789-910A-40CD-AFD4-9C2454A7D42D}"/>
                    </a:ext>
                  </a:extLst>
                </p:cNvPr>
                <p:cNvGrpSpPr/>
                <p:nvPr/>
              </p:nvGrpSpPr>
              <p:grpSpPr>
                <a:xfrm>
                  <a:off x="4694521" y="6449401"/>
                  <a:ext cx="29435" cy="25046"/>
                  <a:chOff x="4694521" y="6449401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92" name="Forme libre : forme 18991">
                    <a:extLst>
                      <a:ext uri="{FF2B5EF4-FFF2-40B4-BE49-F238E27FC236}">
                        <a16:creationId xmlns:a16="http://schemas.microsoft.com/office/drawing/2014/main" id="{605C7F70-981A-41F0-ADD5-76F343702169}"/>
                      </a:ext>
                    </a:extLst>
                  </p:cNvPr>
                  <p:cNvSpPr/>
                  <p:nvPr/>
                </p:nvSpPr>
                <p:spPr>
                  <a:xfrm>
                    <a:off x="4694521" y="6449401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93" name="Forme libre : forme 18992">
                    <a:extLst>
                      <a:ext uri="{FF2B5EF4-FFF2-40B4-BE49-F238E27FC236}">
                        <a16:creationId xmlns:a16="http://schemas.microsoft.com/office/drawing/2014/main" id="{CE31CDFD-5FBA-4654-9A34-CED92FA4F315}"/>
                      </a:ext>
                    </a:extLst>
                  </p:cNvPr>
                  <p:cNvSpPr/>
                  <p:nvPr/>
                </p:nvSpPr>
                <p:spPr>
                  <a:xfrm>
                    <a:off x="4716243" y="6466734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75" name="Graphique 2">
                  <a:extLst>
                    <a:ext uri="{FF2B5EF4-FFF2-40B4-BE49-F238E27FC236}">
                      <a16:creationId xmlns:a16="http://schemas.microsoft.com/office/drawing/2014/main" id="{E0DAE2C8-FAE1-40C7-920A-8D0E2AF82BE9}"/>
                    </a:ext>
                  </a:extLst>
                </p:cNvPr>
                <p:cNvGrpSpPr/>
                <p:nvPr/>
              </p:nvGrpSpPr>
              <p:grpSpPr>
                <a:xfrm>
                  <a:off x="4820287" y="6364906"/>
                  <a:ext cx="29480" cy="25046"/>
                  <a:chOff x="4820287" y="6364906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8990" name="Forme libre : forme 18989">
                    <a:extLst>
                      <a:ext uri="{FF2B5EF4-FFF2-40B4-BE49-F238E27FC236}">
                        <a16:creationId xmlns:a16="http://schemas.microsoft.com/office/drawing/2014/main" id="{37CA9ABB-5C9E-4518-B134-F6F47F96C2AB}"/>
                      </a:ext>
                    </a:extLst>
                  </p:cNvPr>
                  <p:cNvSpPr/>
                  <p:nvPr/>
                </p:nvSpPr>
                <p:spPr>
                  <a:xfrm>
                    <a:off x="4820287" y="6364906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91" name="Forme libre : forme 18990">
                    <a:extLst>
                      <a:ext uri="{FF2B5EF4-FFF2-40B4-BE49-F238E27FC236}">
                        <a16:creationId xmlns:a16="http://schemas.microsoft.com/office/drawing/2014/main" id="{4B2A730E-8E90-4E12-AFC5-8DAD9824B364}"/>
                      </a:ext>
                    </a:extLst>
                  </p:cNvPr>
                  <p:cNvSpPr/>
                  <p:nvPr/>
                </p:nvSpPr>
                <p:spPr>
                  <a:xfrm>
                    <a:off x="4842054" y="6382240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76" name="Graphique 2">
                  <a:extLst>
                    <a:ext uri="{FF2B5EF4-FFF2-40B4-BE49-F238E27FC236}">
                      <a16:creationId xmlns:a16="http://schemas.microsoft.com/office/drawing/2014/main" id="{126F2BB5-C5B6-4D40-BB17-2E6A1B4DDE95}"/>
                    </a:ext>
                  </a:extLst>
                </p:cNvPr>
                <p:cNvGrpSpPr/>
                <p:nvPr/>
              </p:nvGrpSpPr>
              <p:grpSpPr>
                <a:xfrm>
                  <a:off x="4920564" y="6349169"/>
                  <a:ext cx="29435" cy="25046"/>
                  <a:chOff x="4920564" y="6349169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88" name="Forme libre : forme 18987">
                    <a:extLst>
                      <a:ext uri="{FF2B5EF4-FFF2-40B4-BE49-F238E27FC236}">
                        <a16:creationId xmlns:a16="http://schemas.microsoft.com/office/drawing/2014/main" id="{1F9C474C-492D-45F9-882E-65E8BF74C36B}"/>
                      </a:ext>
                    </a:extLst>
                  </p:cNvPr>
                  <p:cNvSpPr/>
                  <p:nvPr/>
                </p:nvSpPr>
                <p:spPr>
                  <a:xfrm>
                    <a:off x="4920564" y="6349169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3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3"/>
                          <a:pt x="7536" y="15073"/>
                        </a:cubicBezTo>
                        <a:cubicBezTo>
                          <a:pt x="3374" y="15073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89" name="Forme libre : forme 18988">
                    <a:extLst>
                      <a:ext uri="{FF2B5EF4-FFF2-40B4-BE49-F238E27FC236}">
                        <a16:creationId xmlns:a16="http://schemas.microsoft.com/office/drawing/2014/main" id="{F2D0BADE-7C21-45CB-B9E5-C69E9C6AC977}"/>
                      </a:ext>
                    </a:extLst>
                  </p:cNvPr>
                  <p:cNvSpPr/>
                  <p:nvPr/>
                </p:nvSpPr>
                <p:spPr>
                  <a:xfrm>
                    <a:off x="4942286" y="6366502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77" name="Graphique 2">
                  <a:extLst>
                    <a:ext uri="{FF2B5EF4-FFF2-40B4-BE49-F238E27FC236}">
                      <a16:creationId xmlns:a16="http://schemas.microsoft.com/office/drawing/2014/main" id="{20AAD33F-B05B-4244-8968-39EF88E9D71B}"/>
                    </a:ext>
                  </a:extLst>
                </p:cNvPr>
                <p:cNvGrpSpPr/>
                <p:nvPr/>
              </p:nvGrpSpPr>
              <p:grpSpPr>
                <a:xfrm>
                  <a:off x="4990917" y="6269949"/>
                  <a:ext cx="29480" cy="25002"/>
                  <a:chOff x="4990917" y="6269949"/>
                  <a:chExt cx="29480" cy="25002"/>
                </a:xfrm>
                <a:solidFill>
                  <a:srgbClr val="FFFFFF"/>
                </a:solidFill>
              </p:grpSpPr>
              <p:sp>
                <p:nvSpPr>
                  <p:cNvPr id="18986" name="Forme libre : forme 18985">
                    <a:extLst>
                      <a:ext uri="{FF2B5EF4-FFF2-40B4-BE49-F238E27FC236}">
                        <a16:creationId xmlns:a16="http://schemas.microsoft.com/office/drawing/2014/main" id="{4DD14C54-1B32-42F4-967C-E6997CAA0DBE}"/>
                      </a:ext>
                    </a:extLst>
                  </p:cNvPr>
                  <p:cNvSpPr/>
                  <p:nvPr/>
                </p:nvSpPr>
                <p:spPr>
                  <a:xfrm>
                    <a:off x="4990917" y="6269949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3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3"/>
                          <a:pt x="7536" y="15073"/>
                        </a:cubicBezTo>
                        <a:cubicBezTo>
                          <a:pt x="3374" y="15073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87" name="Forme libre : forme 18986">
                    <a:extLst>
                      <a:ext uri="{FF2B5EF4-FFF2-40B4-BE49-F238E27FC236}">
                        <a16:creationId xmlns:a16="http://schemas.microsoft.com/office/drawing/2014/main" id="{D527B7C2-0EFD-4EBF-950F-DA217E661E27}"/>
                      </a:ext>
                    </a:extLst>
                  </p:cNvPr>
                  <p:cNvSpPr/>
                  <p:nvPr/>
                </p:nvSpPr>
                <p:spPr>
                  <a:xfrm>
                    <a:off x="5012684" y="6287238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78" name="Graphique 2">
                  <a:extLst>
                    <a:ext uri="{FF2B5EF4-FFF2-40B4-BE49-F238E27FC236}">
                      <a16:creationId xmlns:a16="http://schemas.microsoft.com/office/drawing/2014/main" id="{00D40763-BCF1-4B02-B4F7-E03A5B980355}"/>
                    </a:ext>
                  </a:extLst>
                </p:cNvPr>
                <p:cNvGrpSpPr/>
                <p:nvPr/>
              </p:nvGrpSpPr>
              <p:grpSpPr>
                <a:xfrm>
                  <a:off x="4869982" y="6250355"/>
                  <a:ext cx="29480" cy="25002"/>
                  <a:chOff x="4869982" y="6250355"/>
                  <a:chExt cx="29480" cy="25002"/>
                </a:xfrm>
                <a:solidFill>
                  <a:srgbClr val="FFFFFF"/>
                </a:solidFill>
              </p:grpSpPr>
              <p:sp>
                <p:nvSpPr>
                  <p:cNvPr id="18984" name="Forme libre : forme 18983">
                    <a:extLst>
                      <a:ext uri="{FF2B5EF4-FFF2-40B4-BE49-F238E27FC236}">
                        <a16:creationId xmlns:a16="http://schemas.microsoft.com/office/drawing/2014/main" id="{07A6B46D-9F77-4A67-A97A-A77B1998E404}"/>
                      </a:ext>
                    </a:extLst>
                  </p:cNvPr>
                  <p:cNvSpPr/>
                  <p:nvPr/>
                </p:nvSpPr>
                <p:spPr>
                  <a:xfrm>
                    <a:off x="4869982" y="6250355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85" name="Forme libre : forme 18984">
                    <a:extLst>
                      <a:ext uri="{FF2B5EF4-FFF2-40B4-BE49-F238E27FC236}">
                        <a16:creationId xmlns:a16="http://schemas.microsoft.com/office/drawing/2014/main" id="{52D36040-A157-47CC-B296-B03588F75118}"/>
                      </a:ext>
                    </a:extLst>
                  </p:cNvPr>
                  <p:cNvSpPr/>
                  <p:nvPr/>
                </p:nvSpPr>
                <p:spPr>
                  <a:xfrm>
                    <a:off x="4891749" y="6267644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79" name="Graphique 2">
                  <a:extLst>
                    <a:ext uri="{FF2B5EF4-FFF2-40B4-BE49-F238E27FC236}">
                      <a16:creationId xmlns:a16="http://schemas.microsoft.com/office/drawing/2014/main" id="{3F2F252B-982C-401B-867A-EBDD2CBDF05D}"/>
                    </a:ext>
                  </a:extLst>
                </p:cNvPr>
                <p:cNvGrpSpPr/>
                <p:nvPr/>
              </p:nvGrpSpPr>
              <p:grpSpPr>
                <a:xfrm>
                  <a:off x="5113803" y="6277796"/>
                  <a:ext cx="29435" cy="25046"/>
                  <a:chOff x="5113803" y="6277796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82" name="Forme libre : forme 18981">
                    <a:extLst>
                      <a:ext uri="{FF2B5EF4-FFF2-40B4-BE49-F238E27FC236}">
                        <a16:creationId xmlns:a16="http://schemas.microsoft.com/office/drawing/2014/main" id="{E2E41D87-451A-47CE-A9DA-8E6F98ECEC97}"/>
                      </a:ext>
                    </a:extLst>
                  </p:cNvPr>
                  <p:cNvSpPr/>
                  <p:nvPr/>
                </p:nvSpPr>
                <p:spPr>
                  <a:xfrm>
                    <a:off x="5113803" y="6277796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83" name="Forme libre : forme 18982">
                    <a:extLst>
                      <a:ext uri="{FF2B5EF4-FFF2-40B4-BE49-F238E27FC236}">
                        <a16:creationId xmlns:a16="http://schemas.microsoft.com/office/drawing/2014/main" id="{7652ED18-3CEE-4066-9921-5F9098124977}"/>
                      </a:ext>
                    </a:extLst>
                  </p:cNvPr>
                  <p:cNvSpPr/>
                  <p:nvPr/>
                </p:nvSpPr>
                <p:spPr>
                  <a:xfrm>
                    <a:off x="5135525" y="6295129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80" name="Graphique 2">
                  <a:extLst>
                    <a:ext uri="{FF2B5EF4-FFF2-40B4-BE49-F238E27FC236}">
                      <a16:creationId xmlns:a16="http://schemas.microsoft.com/office/drawing/2014/main" id="{9DED6ED2-2A9A-4ADB-B74D-98340C7BF99C}"/>
                    </a:ext>
                  </a:extLst>
                </p:cNvPr>
                <p:cNvGrpSpPr/>
                <p:nvPr/>
              </p:nvGrpSpPr>
              <p:grpSpPr>
                <a:xfrm>
                  <a:off x="5282881" y="6327846"/>
                  <a:ext cx="29480" cy="25046"/>
                  <a:chOff x="5282881" y="6327846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8980" name="Forme libre : forme 18979">
                    <a:extLst>
                      <a:ext uri="{FF2B5EF4-FFF2-40B4-BE49-F238E27FC236}">
                        <a16:creationId xmlns:a16="http://schemas.microsoft.com/office/drawing/2014/main" id="{478448E3-E50A-4238-B486-80D144FB5D6E}"/>
                      </a:ext>
                    </a:extLst>
                  </p:cNvPr>
                  <p:cNvSpPr/>
                  <p:nvPr/>
                </p:nvSpPr>
                <p:spPr>
                  <a:xfrm>
                    <a:off x="5282881" y="6327846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9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81" name="Forme libre : forme 18980">
                    <a:extLst>
                      <a:ext uri="{FF2B5EF4-FFF2-40B4-BE49-F238E27FC236}">
                        <a16:creationId xmlns:a16="http://schemas.microsoft.com/office/drawing/2014/main" id="{F7D6F772-0D26-4E4A-9821-A5EA42B1BF70}"/>
                      </a:ext>
                    </a:extLst>
                  </p:cNvPr>
                  <p:cNvSpPr/>
                  <p:nvPr/>
                </p:nvSpPr>
                <p:spPr>
                  <a:xfrm>
                    <a:off x="5304648" y="6345179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6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6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81" name="Graphique 2">
                  <a:extLst>
                    <a:ext uri="{FF2B5EF4-FFF2-40B4-BE49-F238E27FC236}">
                      <a16:creationId xmlns:a16="http://schemas.microsoft.com/office/drawing/2014/main" id="{837FFA87-5B85-4C02-B83F-57391E0E515D}"/>
                    </a:ext>
                  </a:extLst>
                </p:cNvPr>
                <p:cNvGrpSpPr/>
                <p:nvPr/>
              </p:nvGrpSpPr>
              <p:grpSpPr>
                <a:xfrm>
                  <a:off x="5260272" y="6419256"/>
                  <a:ext cx="29480" cy="25046"/>
                  <a:chOff x="5260272" y="6419256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8978" name="Forme libre : forme 18977">
                    <a:extLst>
                      <a:ext uri="{FF2B5EF4-FFF2-40B4-BE49-F238E27FC236}">
                        <a16:creationId xmlns:a16="http://schemas.microsoft.com/office/drawing/2014/main" id="{2A8DA0F2-0774-4128-8AFC-146271A2D59C}"/>
                      </a:ext>
                    </a:extLst>
                  </p:cNvPr>
                  <p:cNvSpPr/>
                  <p:nvPr/>
                </p:nvSpPr>
                <p:spPr>
                  <a:xfrm>
                    <a:off x="5260272" y="6419256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79" name="Forme libre : forme 18978">
                    <a:extLst>
                      <a:ext uri="{FF2B5EF4-FFF2-40B4-BE49-F238E27FC236}">
                        <a16:creationId xmlns:a16="http://schemas.microsoft.com/office/drawing/2014/main" id="{064CE371-3488-4446-862E-A1A757BCBDE2}"/>
                      </a:ext>
                    </a:extLst>
                  </p:cNvPr>
                  <p:cNvSpPr/>
                  <p:nvPr/>
                </p:nvSpPr>
                <p:spPr>
                  <a:xfrm>
                    <a:off x="5282039" y="6436589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82" name="Graphique 2">
                  <a:extLst>
                    <a:ext uri="{FF2B5EF4-FFF2-40B4-BE49-F238E27FC236}">
                      <a16:creationId xmlns:a16="http://schemas.microsoft.com/office/drawing/2014/main" id="{BEC44582-18FD-4A72-9904-DEB634747F4D}"/>
                    </a:ext>
                  </a:extLst>
                </p:cNvPr>
                <p:cNvGrpSpPr/>
                <p:nvPr/>
              </p:nvGrpSpPr>
              <p:grpSpPr>
                <a:xfrm>
                  <a:off x="4909437" y="6424177"/>
                  <a:ext cx="29435" cy="25046"/>
                  <a:chOff x="4909437" y="6424177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76" name="Forme libre : forme 18975">
                    <a:extLst>
                      <a:ext uri="{FF2B5EF4-FFF2-40B4-BE49-F238E27FC236}">
                        <a16:creationId xmlns:a16="http://schemas.microsoft.com/office/drawing/2014/main" id="{15E3777B-3307-48A7-9819-1859906E1B74}"/>
                      </a:ext>
                    </a:extLst>
                  </p:cNvPr>
                  <p:cNvSpPr/>
                  <p:nvPr/>
                </p:nvSpPr>
                <p:spPr>
                  <a:xfrm>
                    <a:off x="4909437" y="6424177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77" name="Forme libre : forme 18976">
                    <a:extLst>
                      <a:ext uri="{FF2B5EF4-FFF2-40B4-BE49-F238E27FC236}">
                        <a16:creationId xmlns:a16="http://schemas.microsoft.com/office/drawing/2014/main" id="{D0EFFD82-E578-471C-B9F8-88BCA4B31408}"/>
                      </a:ext>
                    </a:extLst>
                  </p:cNvPr>
                  <p:cNvSpPr/>
                  <p:nvPr/>
                </p:nvSpPr>
                <p:spPr>
                  <a:xfrm>
                    <a:off x="4931159" y="6441510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83" name="Graphique 2">
                  <a:extLst>
                    <a:ext uri="{FF2B5EF4-FFF2-40B4-BE49-F238E27FC236}">
                      <a16:creationId xmlns:a16="http://schemas.microsoft.com/office/drawing/2014/main" id="{5FE940BA-9B4B-4921-ADB1-2E991E23B5AB}"/>
                    </a:ext>
                  </a:extLst>
                </p:cNvPr>
                <p:cNvGrpSpPr/>
                <p:nvPr/>
              </p:nvGrpSpPr>
              <p:grpSpPr>
                <a:xfrm>
                  <a:off x="5050941" y="6446785"/>
                  <a:ext cx="29480" cy="25046"/>
                  <a:chOff x="5050941" y="6446785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8974" name="Forme libre : forme 18973">
                    <a:extLst>
                      <a:ext uri="{FF2B5EF4-FFF2-40B4-BE49-F238E27FC236}">
                        <a16:creationId xmlns:a16="http://schemas.microsoft.com/office/drawing/2014/main" id="{E370910B-A02F-48C3-821E-A44742AF55B2}"/>
                      </a:ext>
                    </a:extLst>
                  </p:cNvPr>
                  <p:cNvSpPr/>
                  <p:nvPr/>
                </p:nvSpPr>
                <p:spPr>
                  <a:xfrm>
                    <a:off x="5050941" y="6446785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75" name="Forme libre : forme 18974">
                    <a:extLst>
                      <a:ext uri="{FF2B5EF4-FFF2-40B4-BE49-F238E27FC236}">
                        <a16:creationId xmlns:a16="http://schemas.microsoft.com/office/drawing/2014/main" id="{E23CFC26-D807-41C2-B5C8-1DB2B28333A6}"/>
                      </a:ext>
                    </a:extLst>
                  </p:cNvPr>
                  <p:cNvSpPr/>
                  <p:nvPr/>
                </p:nvSpPr>
                <p:spPr>
                  <a:xfrm>
                    <a:off x="5072708" y="6464119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84" name="Graphique 2">
                  <a:extLst>
                    <a:ext uri="{FF2B5EF4-FFF2-40B4-BE49-F238E27FC236}">
                      <a16:creationId xmlns:a16="http://schemas.microsoft.com/office/drawing/2014/main" id="{3EED6D6F-DFD6-4284-ABE5-F4F7CD3A92F7}"/>
                    </a:ext>
                  </a:extLst>
                </p:cNvPr>
                <p:cNvGrpSpPr/>
                <p:nvPr/>
              </p:nvGrpSpPr>
              <p:grpSpPr>
                <a:xfrm>
                  <a:off x="5412638" y="6276776"/>
                  <a:ext cx="29435" cy="25002"/>
                  <a:chOff x="5412638" y="6276776"/>
                  <a:chExt cx="29435" cy="25002"/>
                </a:xfrm>
                <a:solidFill>
                  <a:srgbClr val="FFFFFF"/>
                </a:solidFill>
              </p:grpSpPr>
              <p:sp>
                <p:nvSpPr>
                  <p:cNvPr id="18972" name="Forme libre : forme 18971">
                    <a:extLst>
                      <a:ext uri="{FF2B5EF4-FFF2-40B4-BE49-F238E27FC236}">
                        <a16:creationId xmlns:a16="http://schemas.microsoft.com/office/drawing/2014/main" id="{713AE6FD-7BEF-4ED3-905D-94B0CF3F8AAF}"/>
                      </a:ext>
                    </a:extLst>
                  </p:cNvPr>
                  <p:cNvSpPr/>
                  <p:nvPr/>
                </p:nvSpPr>
                <p:spPr>
                  <a:xfrm>
                    <a:off x="5412638" y="6276776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73" name="Forme libre : forme 18972">
                    <a:extLst>
                      <a:ext uri="{FF2B5EF4-FFF2-40B4-BE49-F238E27FC236}">
                        <a16:creationId xmlns:a16="http://schemas.microsoft.com/office/drawing/2014/main" id="{E5C8E225-BDC9-44E0-91E7-3919A3F2DBDB}"/>
                      </a:ext>
                    </a:extLst>
                  </p:cNvPr>
                  <p:cNvSpPr/>
                  <p:nvPr/>
                </p:nvSpPr>
                <p:spPr>
                  <a:xfrm>
                    <a:off x="5434360" y="6294065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85" name="Graphique 2">
                  <a:extLst>
                    <a:ext uri="{FF2B5EF4-FFF2-40B4-BE49-F238E27FC236}">
                      <a16:creationId xmlns:a16="http://schemas.microsoft.com/office/drawing/2014/main" id="{A9E98A03-2F0F-42E4-9812-E270F8DDD892}"/>
                    </a:ext>
                  </a:extLst>
                </p:cNvPr>
                <p:cNvGrpSpPr/>
                <p:nvPr/>
              </p:nvGrpSpPr>
              <p:grpSpPr>
                <a:xfrm>
                  <a:off x="5574534" y="6354533"/>
                  <a:ext cx="29480" cy="25046"/>
                  <a:chOff x="5574534" y="6354533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8970" name="Forme libre : forme 18969">
                    <a:extLst>
                      <a:ext uri="{FF2B5EF4-FFF2-40B4-BE49-F238E27FC236}">
                        <a16:creationId xmlns:a16="http://schemas.microsoft.com/office/drawing/2014/main" id="{61E356F2-FA0B-4FD9-957E-D81A43C341E5}"/>
                      </a:ext>
                    </a:extLst>
                  </p:cNvPr>
                  <p:cNvSpPr/>
                  <p:nvPr/>
                </p:nvSpPr>
                <p:spPr>
                  <a:xfrm>
                    <a:off x="5574534" y="6354533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71" name="Forme libre : forme 18970">
                    <a:extLst>
                      <a:ext uri="{FF2B5EF4-FFF2-40B4-BE49-F238E27FC236}">
                        <a16:creationId xmlns:a16="http://schemas.microsoft.com/office/drawing/2014/main" id="{C56DA0E9-5565-483A-B3A0-9163AE580ADB}"/>
                      </a:ext>
                    </a:extLst>
                  </p:cNvPr>
                  <p:cNvSpPr/>
                  <p:nvPr/>
                </p:nvSpPr>
                <p:spPr>
                  <a:xfrm>
                    <a:off x="5596301" y="6371866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86" name="Graphique 2">
                  <a:extLst>
                    <a:ext uri="{FF2B5EF4-FFF2-40B4-BE49-F238E27FC236}">
                      <a16:creationId xmlns:a16="http://schemas.microsoft.com/office/drawing/2014/main" id="{2C35B215-4B34-4B7A-9202-B1E922F24679}"/>
                    </a:ext>
                  </a:extLst>
                </p:cNvPr>
                <p:cNvGrpSpPr/>
                <p:nvPr/>
              </p:nvGrpSpPr>
              <p:grpSpPr>
                <a:xfrm>
                  <a:off x="5396900" y="6381841"/>
                  <a:ext cx="29480" cy="25002"/>
                  <a:chOff x="5396900" y="6381841"/>
                  <a:chExt cx="29480" cy="25002"/>
                </a:xfrm>
                <a:solidFill>
                  <a:srgbClr val="FFFFFF"/>
                </a:solidFill>
              </p:grpSpPr>
              <p:sp>
                <p:nvSpPr>
                  <p:cNvPr id="18968" name="Forme libre : forme 18967">
                    <a:extLst>
                      <a:ext uri="{FF2B5EF4-FFF2-40B4-BE49-F238E27FC236}">
                        <a16:creationId xmlns:a16="http://schemas.microsoft.com/office/drawing/2014/main" id="{680CC110-8AFA-4D16-8EDB-09D7D3D198DB}"/>
                      </a:ext>
                    </a:extLst>
                  </p:cNvPr>
                  <p:cNvSpPr/>
                  <p:nvPr/>
                </p:nvSpPr>
                <p:spPr>
                  <a:xfrm>
                    <a:off x="5396900" y="6381841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9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69" name="Forme libre : forme 18968">
                    <a:extLst>
                      <a:ext uri="{FF2B5EF4-FFF2-40B4-BE49-F238E27FC236}">
                        <a16:creationId xmlns:a16="http://schemas.microsoft.com/office/drawing/2014/main" id="{2228BA1E-6B28-4C22-863A-B177D42AD042}"/>
                      </a:ext>
                    </a:extLst>
                  </p:cNvPr>
                  <p:cNvSpPr/>
                  <p:nvPr/>
                </p:nvSpPr>
                <p:spPr>
                  <a:xfrm>
                    <a:off x="5418667" y="6399130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87" name="Graphique 2">
                  <a:extLst>
                    <a:ext uri="{FF2B5EF4-FFF2-40B4-BE49-F238E27FC236}">
                      <a16:creationId xmlns:a16="http://schemas.microsoft.com/office/drawing/2014/main" id="{AD43286F-D97A-4760-AD88-882817639101}"/>
                    </a:ext>
                  </a:extLst>
                </p:cNvPr>
                <p:cNvGrpSpPr/>
                <p:nvPr/>
              </p:nvGrpSpPr>
              <p:grpSpPr>
                <a:xfrm>
                  <a:off x="5456880" y="6451307"/>
                  <a:ext cx="29435" cy="25002"/>
                  <a:chOff x="5456880" y="6451307"/>
                  <a:chExt cx="29435" cy="25002"/>
                </a:xfrm>
                <a:solidFill>
                  <a:srgbClr val="FFFFFF"/>
                </a:solidFill>
              </p:grpSpPr>
              <p:sp>
                <p:nvSpPr>
                  <p:cNvPr id="18966" name="Forme libre : forme 18965">
                    <a:extLst>
                      <a:ext uri="{FF2B5EF4-FFF2-40B4-BE49-F238E27FC236}">
                        <a16:creationId xmlns:a16="http://schemas.microsoft.com/office/drawing/2014/main" id="{311032A7-FF4C-4BD3-8093-5AA883F5AD82}"/>
                      </a:ext>
                    </a:extLst>
                  </p:cNvPr>
                  <p:cNvSpPr/>
                  <p:nvPr/>
                </p:nvSpPr>
                <p:spPr>
                  <a:xfrm>
                    <a:off x="5456880" y="6451307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9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67" name="Forme libre : forme 18966">
                    <a:extLst>
                      <a:ext uri="{FF2B5EF4-FFF2-40B4-BE49-F238E27FC236}">
                        <a16:creationId xmlns:a16="http://schemas.microsoft.com/office/drawing/2014/main" id="{24C89D47-FFFF-48CD-A24A-12C5E3E679A7}"/>
                      </a:ext>
                    </a:extLst>
                  </p:cNvPr>
                  <p:cNvSpPr/>
                  <p:nvPr/>
                </p:nvSpPr>
                <p:spPr>
                  <a:xfrm>
                    <a:off x="5478602" y="6468596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88" name="Graphique 2">
                  <a:extLst>
                    <a:ext uri="{FF2B5EF4-FFF2-40B4-BE49-F238E27FC236}">
                      <a16:creationId xmlns:a16="http://schemas.microsoft.com/office/drawing/2014/main" id="{622990B6-3171-4447-9A57-A7F6C37A22B6}"/>
                    </a:ext>
                  </a:extLst>
                </p:cNvPr>
                <p:cNvGrpSpPr/>
                <p:nvPr/>
              </p:nvGrpSpPr>
              <p:grpSpPr>
                <a:xfrm>
                  <a:off x="5591557" y="6472010"/>
                  <a:ext cx="29435" cy="25046"/>
                  <a:chOff x="5591557" y="6472010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64" name="Forme libre : forme 18963">
                    <a:extLst>
                      <a:ext uri="{FF2B5EF4-FFF2-40B4-BE49-F238E27FC236}">
                        <a16:creationId xmlns:a16="http://schemas.microsoft.com/office/drawing/2014/main" id="{7A7A014C-E661-4FB6-AD90-B4BEE065993E}"/>
                      </a:ext>
                    </a:extLst>
                  </p:cNvPr>
                  <p:cNvSpPr/>
                  <p:nvPr/>
                </p:nvSpPr>
                <p:spPr>
                  <a:xfrm>
                    <a:off x="5591557" y="6472010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65" name="Forme libre : forme 18964">
                    <a:extLst>
                      <a:ext uri="{FF2B5EF4-FFF2-40B4-BE49-F238E27FC236}">
                        <a16:creationId xmlns:a16="http://schemas.microsoft.com/office/drawing/2014/main" id="{FD678A89-6D77-464F-8F10-24FAFCB1370C}"/>
                      </a:ext>
                    </a:extLst>
                  </p:cNvPr>
                  <p:cNvSpPr/>
                  <p:nvPr/>
                </p:nvSpPr>
                <p:spPr>
                  <a:xfrm>
                    <a:off x="5613280" y="6489343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89" name="Graphique 2">
                  <a:extLst>
                    <a:ext uri="{FF2B5EF4-FFF2-40B4-BE49-F238E27FC236}">
                      <a16:creationId xmlns:a16="http://schemas.microsoft.com/office/drawing/2014/main" id="{43951CE6-F1E1-4B5B-A428-D0C141BFF9EF}"/>
                    </a:ext>
                  </a:extLst>
                </p:cNvPr>
                <p:cNvGrpSpPr/>
                <p:nvPr/>
              </p:nvGrpSpPr>
              <p:grpSpPr>
                <a:xfrm>
                  <a:off x="5688110" y="6292159"/>
                  <a:ext cx="29435" cy="25046"/>
                  <a:chOff x="5688110" y="6292159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62" name="Forme libre : forme 18961">
                    <a:extLst>
                      <a:ext uri="{FF2B5EF4-FFF2-40B4-BE49-F238E27FC236}">
                        <a16:creationId xmlns:a16="http://schemas.microsoft.com/office/drawing/2014/main" id="{5EEDE0C2-0953-4593-99B1-B29E5F635F12}"/>
                      </a:ext>
                    </a:extLst>
                  </p:cNvPr>
                  <p:cNvSpPr/>
                  <p:nvPr/>
                </p:nvSpPr>
                <p:spPr>
                  <a:xfrm>
                    <a:off x="5688110" y="6292159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7 h 15072"/>
                      <a:gd name="connsiteX1" fmla="*/ 7536 w 15072"/>
                      <a:gd name="connsiteY1" fmla="*/ 15073 h 15072"/>
                      <a:gd name="connsiteX2" fmla="*/ 0 w 15072"/>
                      <a:gd name="connsiteY2" fmla="*/ 7537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7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7"/>
                        </a:moveTo>
                        <a:cubicBezTo>
                          <a:pt x="15073" y="11699"/>
                          <a:pt x="11699" y="15073"/>
                          <a:pt x="7536" y="15073"/>
                        </a:cubicBezTo>
                        <a:cubicBezTo>
                          <a:pt x="3374" y="15073"/>
                          <a:pt x="0" y="11699"/>
                          <a:pt x="0" y="7537"/>
                        </a:cubicBezTo>
                        <a:cubicBezTo>
                          <a:pt x="0" y="3375"/>
                          <a:pt x="3374" y="0"/>
                          <a:pt x="7536" y="0"/>
                        </a:cubicBezTo>
                        <a:cubicBezTo>
                          <a:pt x="11698" y="0"/>
                          <a:pt x="15073" y="3375"/>
                          <a:pt x="15073" y="75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63" name="Forme libre : forme 18962">
                    <a:extLst>
                      <a:ext uri="{FF2B5EF4-FFF2-40B4-BE49-F238E27FC236}">
                        <a16:creationId xmlns:a16="http://schemas.microsoft.com/office/drawing/2014/main" id="{1531D508-D1AF-41E1-A768-B09E8DA02871}"/>
                      </a:ext>
                    </a:extLst>
                  </p:cNvPr>
                  <p:cNvSpPr/>
                  <p:nvPr/>
                </p:nvSpPr>
                <p:spPr>
                  <a:xfrm>
                    <a:off x="5709833" y="6309492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90" name="Graphique 2">
                  <a:extLst>
                    <a:ext uri="{FF2B5EF4-FFF2-40B4-BE49-F238E27FC236}">
                      <a16:creationId xmlns:a16="http://schemas.microsoft.com/office/drawing/2014/main" id="{E7BBD94E-3D7C-40DA-A756-7CB0AACCC5E6}"/>
                    </a:ext>
                  </a:extLst>
                </p:cNvPr>
                <p:cNvGrpSpPr/>
                <p:nvPr/>
              </p:nvGrpSpPr>
              <p:grpSpPr>
                <a:xfrm>
                  <a:off x="5811217" y="6299562"/>
                  <a:ext cx="29435" cy="25002"/>
                  <a:chOff x="5811217" y="6299562"/>
                  <a:chExt cx="29435" cy="25002"/>
                </a:xfrm>
                <a:solidFill>
                  <a:srgbClr val="FFFFFF"/>
                </a:solidFill>
              </p:grpSpPr>
              <p:sp>
                <p:nvSpPr>
                  <p:cNvPr id="18960" name="Forme libre : forme 18959">
                    <a:extLst>
                      <a:ext uri="{FF2B5EF4-FFF2-40B4-BE49-F238E27FC236}">
                        <a16:creationId xmlns:a16="http://schemas.microsoft.com/office/drawing/2014/main" id="{3C5A58F7-3862-4668-9A06-C6ADD9AB75F4}"/>
                      </a:ext>
                    </a:extLst>
                  </p:cNvPr>
                  <p:cNvSpPr/>
                  <p:nvPr/>
                </p:nvSpPr>
                <p:spPr>
                  <a:xfrm>
                    <a:off x="5811217" y="6299562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61" name="Forme libre : forme 18960">
                    <a:extLst>
                      <a:ext uri="{FF2B5EF4-FFF2-40B4-BE49-F238E27FC236}">
                        <a16:creationId xmlns:a16="http://schemas.microsoft.com/office/drawing/2014/main" id="{4A3D9814-3441-4102-A9F1-3DCABF908778}"/>
                      </a:ext>
                    </a:extLst>
                  </p:cNvPr>
                  <p:cNvSpPr/>
                  <p:nvPr/>
                </p:nvSpPr>
                <p:spPr>
                  <a:xfrm>
                    <a:off x="5832940" y="6316851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91" name="Graphique 2">
                  <a:extLst>
                    <a:ext uri="{FF2B5EF4-FFF2-40B4-BE49-F238E27FC236}">
                      <a16:creationId xmlns:a16="http://schemas.microsoft.com/office/drawing/2014/main" id="{69E08985-5E58-47EB-A0E0-F5B05182BDFE}"/>
                    </a:ext>
                  </a:extLst>
                </p:cNvPr>
                <p:cNvGrpSpPr/>
                <p:nvPr/>
              </p:nvGrpSpPr>
              <p:grpSpPr>
                <a:xfrm>
                  <a:off x="5789806" y="6449179"/>
                  <a:ext cx="29480" cy="25002"/>
                  <a:chOff x="5789806" y="6449179"/>
                  <a:chExt cx="29480" cy="25002"/>
                </a:xfrm>
                <a:solidFill>
                  <a:srgbClr val="FFFFFF"/>
                </a:solidFill>
              </p:grpSpPr>
              <p:sp>
                <p:nvSpPr>
                  <p:cNvPr id="18958" name="Forme libre : forme 18957">
                    <a:extLst>
                      <a:ext uri="{FF2B5EF4-FFF2-40B4-BE49-F238E27FC236}">
                        <a16:creationId xmlns:a16="http://schemas.microsoft.com/office/drawing/2014/main" id="{96165FA5-A3FA-4749-8F28-756D7C204525}"/>
                      </a:ext>
                    </a:extLst>
                  </p:cNvPr>
                  <p:cNvSpPr/>
                  <p:nvPr/>
                </p:nvSpPr>
                <p:spPr>
                  <a:xfrm>
                    <a:off x="5789806" y="6449179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59" name="Forme libre : forme 18958">
                    <a:extLst>
                      <a:ext uri="{FF2B5EF4-FFF2-40B4-BE49-F238E27FC236}">
                        <a16:creationId xmlns:a16="http://schemas.microsoft.com/office/drawing/2014/main" id="{E5CAEE6B-C1AA-4070-823A-430566A15203}"/>
                      </a:ext>
                    </a:extLst>
                  </p:cNvPr>
                  <p:cNvSpPr/>
                  <p:nvPr/>
                </p:nvSpPr>
                <p:spPr>
                  <a:xfrm>
                    <a:off x="5811572" y="6466468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92" name="Graphique 2">
                  <a:extLst>
                    <a:ext uri="{FF2B5EF4-FFF2-40B4-BE49-F238E27FC236}">
                      <a16:creationId xmlns:a16="http://schemas.microsoft.com/office/drawing/2014/main" id="{59BF6E75-0E54-434D-A44B-4D386B77958F}"/>
                    </a:ext>
                  </a:extLst>
                </p:cNvPr>
                <p:cNvGrpSpPr/>
                <p:nvPr/>
              </p:nvGrpSpPr>
              <p:grpSpPr>
                <a:xfrm>
                  <a:off x="5886403" y="6351873"/>
                  <a:ext cx="29435" cy="25046"/>
                  <a:chOff x="5886403" y="6351873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56" name="Forme libre : forme 18955">
                    <a:extLst>
                      <a:ext uri="{FF2B5EF4-FFF2-40B4-BE49-F238E27FC236}">
                        <a16:creationId xmlns:a16="http://schemas.microsoft.com/office/drawing/2014/main" id="{72BD8AEB-E35A-4D8F-B1F2-23D82F34A840}"/>
                      </a:ext>
                    </a:extLst>
                  </p:cNvPr>
                  <p:cNvSpPr/>
                  <p:nvPr/>
                </p:nvSpPr>
                <p:spPr>
                  <a:xfrm>
                    <a:off x="5886403" y="6351873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57" name="Forme libre : forme 18956">
                    <a:extLst>
                      <a:ext uri="{FF2B5EF4-FFF2-40B4-BE49-F238E27FC236}">
                        <a16:creationId xmlns:a16="http://schemas.microsoft.com/office/drawing/2014/main" id="{9416839F-23FA-4F13-A303-EA1431B87DDD}"/>
                      </a:ext>
                    </a:extLst>
                  </p:cNvPr>
                  <p:cNvSpPr/>
                  <p:nvPr/>
                </p:nvSpPr>
                <p:spPr>
                  <a:xfrm>
                    <a:off x="5908125" y="6369206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93" name="Graphique 2">
                  <a:extLst>
                    <a:ext uri="{FF2B5EF4-FFF2-40B4-BE49-F238E27FC236}">
                      <a16:creationId xmlns:a16="http://schemas.microsoft.com/office/drawing/2014/main" id="{DCE247BF-1809-4DD5-8E55-BD2B313E1E30}"/>
                    </a:ext>
                  </a:extLst>
                </p:cNvPr>
                <p:cNvGrpSpPr/>
                <p:nvPr/>
              </p:nvGrpSpPr>
              <p:grpSpPr>
                <a:xfrm>
                  <a:off x="5940176" y="6283337"/>
                  <a:ext cx="29480" cy="25002"/>
                  <a:chOff x="5940176" y="6283337"/>
                  <a:chExt cx="29480" cy="25002"/>
                </a:xfrm>
                <a:solidFill>
                  <a:srgbClr val="FFFFFF"/>
                </a:solidFill>
              </p:grpSpPr>
              <p:sp>
                <p:nvSpPr>
                  <p:cNvPr id="18954" name="Forme libre : forme 18953">
                    <a:extLst>
                      <a:ext uri="{FF2B5EF4-FFF2-40B4-BE49-F238E27FC236}">
                        <a16:creationId xmlns:a16="http://schemas.microsoft.com/office/drawing/2014/main" id="{A97D7714-8F5F-4F87-9CF4-BD6AFDAF4853}"/>
                      </a:ext>
                    </a:extLst>
                  </p:cNvPr>
                  <p:cNvSpPr/>
                  <p:nvPr/>
                </p:nvSpPr>
                <p:spPr>
                  <a:xfrm>
                    <a:off x="5940176" y="6283337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55" name="Forme libre : forme 18954">
                    <a:extLst>
                      <a:ext uri="{FF2B5EF4-FFF2-40B4-BE49-F238E27FC236}">
                        <a16:creationId xmlns:a16="http://schemas.microsoft.com/office/drawing/2014/main" id="{E653CD0A-5D4B-4BA7-A630-4BA0C72BAB85}"/>
                      </a:ext>
                    </a:extLst>
                  </p:cNvPr>
                  <p:cNvSpPr/>
                  <p:nvPr/>
                </p:nvSpPr>
                <p:spPr>
                  <a:xfrm>
                    <a:off x="5961943" y="6300626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94" name="Graphique 2">
                  <a:extLst>
                    <a:ext uri="{FF2B5EF4-FFF2-40B4-BE49-F238E27FC236}">
                      <a16:creationId xmlns:a16="http://schemas.microsoft.com/office/drawing/2014/main" id="{0DAC2F18-5196-44EC-892D-49A2DD9AD8F1}"/>
                    </a:ext>
                  </a:extLst>
                </p:cNvPr>
                <p:cNvGrpSpPr/>
                <p:nvPr/>
              </p:nvGrpSpPr>
              <p:grpSpPr>
                <a:xfrm>
                  <a:off x="6015361" y="6420409"/>
                  <a:ext cx="29480" cy="25046"/>
                  <a:chOff x="6015361" y="6420409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8952" name="Forme libre : forme 18951">
                    <a:extLst>
                      <a:ext uri="{FF2B5EF4-FFF2-40B4-BE49-F238E27FC236}">
                        <a16:creationId xmlns:a16="http://schemas.microsoft.com/office/drawing/2014/main" id="{E7497648-61B9-466F-8FF1-885599BB5943}"/>
                      </a:ext>
                    </a:extLst>
                  </p:cNvPr>
                  <p:cNvSpPr/>
                  <p:nvPr/>
                </p:nvSpPr>
                <p:spPr>
                  <a:xfrm>
                    <a:off x="6015361" y="6420409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53" name="Forme libre : forme 18952">
                    <a:extLst>
                      <a:ext uri="{FF2B5EF4-FFF2-40B4-BE49-F238E27FC236}">
                        <a16:creationId xmlns:a16="http://schemas.microsoft.com/office/drawing/2014/main" id="{DF8F215A-40CD-4FED-B76E-CEF58AB7D7CA}"/>
                      </a:ext>
                    </a:extLst>
                  </p:cNvPr>
                  <p:cNvSpPr/>
                  <p:nvPr/>
                </p:nvSpPr>
                <p:spPr>
                  <a:xfrm>
                    <a:off x="6037128" y="6437742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95" name="Graphique 2">
                  <a:extLst>
                    <a:ext uri="{FF2B5EF4-FFF2-40B4-BE49-F238E27FC236}">
                      <a16:creationId xmlns:a16="http://schemas.microsoft.com/office/drawing/2014/main" id="{681B30A2-945B-4B54-8C8E-F581D39950D5}"/>
                    </a:ext>
                  </a:extLst>
                </p:cNvPr>
                <p:cNvGrpSpPr/>
                <p:nvPr/>
              </p:nvGrpSpPr>
              <p:grpSpPr>
                <a:xfrm>
                  <a:off x="6090059" y="6291760"/>
                  <a:ext cx="29435" cy="25046"/>
                  <a:chOff x="6090059" y="6291760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50" name="Forme libre : forme 18949">
                    <a:extLst>
                      <a:ext uri="{FF2B5EF4-FFF2-40B4-BE49-F238E27FC236}">
                        <a16:creationId xmlns:a16="http://schemas.microsoft.com/office/drawing/2014/main" id="{B7D62736-661A-4B2B-8165-DE729B58468F}"/>
                      </a:ext>
                    </a:extLst>
                  </p:cNvPr>
                  <p:cNvSpPr/>
                  <p:nvPr/>
                </p:nvSpPr>
                <p:spPr>
                  <a:xfrm>
                    <a:off x="6090059" y="6291760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51" name="Forme libre : forme 18950">
                    <a:extLst>
                      <a:ext uri="{FF2B5EF4-FFF2-40B4-BE49-F238E27FC236}">
                        <a16:creationId xmlns:a16="http://schemas.microsoft.com/office/drawing/2014/main" id="{0BFB8ADB-0531-414A-83D2-90B7C6F705C0}"/>
                      </a:ext>
                    </a:extLst>
                  </p:cNvPr>
                  <p:cNvSpPr/>
                  <p:nvPr/>
                </p:nvSpPr>
                <p:spPr>
                  <a:xfrm>
                    <a:off x="6111781" y="6309094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96" name="Graphique 2">
                  <a:extLst>
                    <a:ext uri="{FF2B5EF4-FFF2-40B4-BE49-F238E27FC236}">
                      <a16:creationId xmlns:a16="http://schemas.microsoft.com/office/drawing/2014/main" id="{40FEB9A3-058D-4056-83EF-6D791BD67B83}"/>
                    </a:ext>
                  </a:extLst>
                </p:cNvPr>
                <p:cNvGrpSpPr/>
                <p:nvPr/>
              </p:nvGrpSpPr>
              <p:grpSpPr>
                <a:xfrm>
                  <a:off x="6201374" y="6265250"/>
                  <a:ext cx="29435" cy="25002"/>
                  <a:chOff x="6201374" y="6265250"/>
                  <a:chExt cx="29435" cy="25002"/>
                </a:xfrm>
                <a:solidFill>
                  <a:srgbClr val="FFFFFF"/>
                </a:solidFill>
              </p:grpSpPr>
              <p:sp>
                <p:nvSpPr>
                  <p:cNvPr id="18948" name="Forme libre : forme 18947">
                    <a:extLst>
                      <a:ext uri="{FF2B5EF4-FFF2-40B4-BE49-F238E27FC236}">
                        <a16:creationId xmlns:a16="http://schemas.microsoft.com/office/drawing/2014/main" id="{27E12344-80C1-4D1C-816A-05E831718027}"/>
                      </a:ext>
                    </a:extLst>
                  </p:cNvPr>
                  <p:cNvSpPr/>
                  <p:nvPr/>
                </p:nvSpPr>
                <p:spPr>
                  <a:xfrm>
                    <a:off x="6201374" y="6265250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49" name="Forme libre : forme 18948">
                    <a:extLst>
                      <a:ext uri="{FF2B5EF4-FFF2-40B4-BE49-F238E27FC236}">
                        <a16:creationId xmlns:a16="http://schemas.microsoft.com/office/drawing/2014/main" id="{75CCCB4D-84B8-49C1-8B5F-8DEAC4C43488}"/>
                      </a:ext>
                    </a:extLst>
                  </p:cNvPr>
                  <p:cNvSpPr/>
                  <p:nvPr/>
                </p:nvSpPr>
                <p:spPr>
                  <a:xfrm>
                    <a:off x="6223096" y="6282539"/>
                    <a:ext cx="7713" cy="7713"/>
                  </a:xfrm>
                  <a:custGeom>
                    <a:avLst/>
                    <a:gdLst>
                      <a:gd name="connsiteX0" fmla="*/ 7713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3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3" y="3857"/>
                        </a:moveTo>
                        <a:cubicBezTo>
                          <a:pt x="7713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3" y="1727"/>
                          <a:pt x="7713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97" name="Graphique 2">
                  <a:extLst>
                    <a:ext uri="{FF2B5EF4-FFF2-40B4-BE49-F238E27FC236}">
                      <a16:creationId xmlns:a16="http://schemas.microsoft.com/office/drawing/2014/main" id="{B488AE11-C8C8-4FF7-A87B-C5FBAC0EC570}"/>
                    </a:ext>
                  </a:extLst>
                </p:cNvPr>
                <p:cNvGrpSpPr/>
                <p:nvPr/>
              </p:nvGrpSpPr>
              <p:grpSpPr>
                <a:xfrm>
                  <a:off x="6349351" y="6263965"/>
                  <a:ext cx="29435" cy="25046"/>
                  <a:chOff x="6349351" y="6263965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46" name="Forme libre : forme 18945">
                    <a:extLst>
                      <a:ext uri="{FF2B5EF4-FFF2-40B4-BE49-F238E27FC236}">
                        <a16:creationId xmlns:a16="http://schemas.microsoft.com/office/drawing/2014/main" id="{A97900A3-F112-4FD8-B9F2-4C23A254A126}"/>
                      </a:ext>
                    </a:extLst>
                  </p:cNvPr>
                  <p:cNvSpPr/>
                  <p:nvPr/>
                </p:nvSpPr>
                <p:spPr>
                  <a:xfrm>
                    <a:off x="6349351" y="6263965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47" name="Forme libre : forme 18946">
                    <a:extLst>
                      <a:ext uri="{FF2B5EF4-FFF2-40B4-BE49-F238E27FC236}">
                        <a16:creationId xmlns:a16="http://schemas.microsoft.com/office/drawing/2014/main" id="{F5410BA8-6B87-4478-8CCD-926FE14E9579}"/>
                      </a:ext>
                    </a:extLst>
                  </p:cNvPr>
                  <p:cNvSpPr/>
                  <p:nvPr/>
                </p:nvSpPr>
                <p:spPr>
                  <a:xfrm>
                    <a:off x="6371073" y="6281298"/>
                    <a:ext cx="7713" cy="7713"/>
                  </a:xfrm>
                  <a:custGeom>
                    <a:avLst/>
                    <a:gdLst>
                      <a:gd name="connsiteX0" fmla="*/ 7713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3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3" y="3857"/>
                        </a:moveTo>
                        <a:cubicBezTo>
                          <a:pt x="7713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3" y="1727"/>
                          <a:pt x="7713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98" name="Graphique 2">
                  <a:extLst>
                    <a:ext uri="{FF2B5EF4-FFF2-40B4-BE49-F238E27FC236}">
                      <a16:creationId xmlns:a16="http://schemas.microsoft.com/office/drawing/2014/main" id="{4517E558-3571-4352-A61F-61090344D5E8}"/>
                    </a:ext>
                  </a:extLst>
                </p:cNvPr>
                <p:cNvGrpSpPr/>
                <p:nvPr/>
              </p:nvGrpSpPr>
              <p:grpSpPr>
                <a:xfrm>
                  <a:off x="6251778" y="6434506"/>
                  <a:ext cx="29480" cy="25002"/>
                  <a:chOff x="6251778" y="6434506"/>
                  <a:chExt cx="29480" cy="25002"/>
                </a:xfrm>
                <a:solidFill>
                  <a:srgbClr val="FFFFFF"/>
                </a:solidFill>
              </p:grpSpPr>
              <p:sp>
                <p:nvSpPr>
                  <p:cNvPr id="18944" name="Forme libre : forme 18943">
                    <a:extLst>
                      <a:ext uri="{FF2B5EF4-FFF2-40B4-BE49-F238E27FC236}">
                        <a16:creationId xmlns:a16="http://schemas.microsoft.com/office/drawing/2014/main" id="{175BD27F-0E23-43A5-86FC-DA75F30629B4}"/>
                      </a:ext>
                    </a:extLst>
                  </p:cNvPr>
                  <p:cNvSpPr/>
                  <p:nvPr/>
                </p:nvSpPr>
                <p:spPr>
                  <a:xfrm>
                    <a:off x="6251778" y="6434506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3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3"/>
                          <a:pt x="7536" y="15073"/>
                        </a:cubicBezTo>
                        <a:cubicBezTo>
                          <a:pt x="3374" y="15073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45" name="Forme libre : forme 18944">
                    <a:extLst>
                      <a:ext uri="{FF2B5EF4-FFF2-40B4-BE49-F238E27FC236}">
                        <a16:creationId xmlns:a16="http://schemas.microsoft.com/office/drawing/2014/main" id="{4E1482D4-D0CD-4F89-BE05-90CD03266648}"/>
                      </a:ext>
                    </a:extLst>
                  </p:cNvPr>
                  <p:cNvSpPr/>
                  <p:nvPr/>
                </p:nvSpPr>
                <p:spPr>
                  <a:xfrm>
                    <a:off x="6273545" y="6451795"/>
                    <a:ext cx="7713" cy="7713"/>
                  </a:xfrm>
                  <a:custGeom>
                    <a:avLst/>
                    <a:gdLst>
                      <a:gd name="connsiteX0" fmla="*/ 7713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3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3" y="3857"/>
                        </a:moveTo>
                        <a:cubicBezTo>
                          <a:pt x="7713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3" y="1727"/>
                          <a:pt x="7713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799" name="Graphique 2">
                  <a:extLst>
                    <a:ext uri="{FF2B5EF4-FFF2-40B4-BE49-F238E27FC236}">
                      <a16:creationId xmlns:a16="http://schemas.microsoft.com/office/drawing/2014/main" id="{228F2A6D-BB41-4059-A109-74A343857A45}"/>
                    </a:ext>
                  </a:extLst>
                </p:cNvPr>
                <p:cNvGrpSpPr/>
                <p:nvPr/>
              </p:nvGrpSpPr>
              <p:grpSpPr>
                <a:xfrm>
                  <a:off x="6459646" y="6289278"/>
                  <a:ext cx="29480" cy="25046"/>
                  <a:chOff x="6459646" y="6289278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8942" name="Forme libre : forme 18941">
                    <a:extLst>
                      <a:ext uri="{FF2B5EF4-FFF2-40B4-BE49-F238E27FC236}">
                        <a16:creationId xmlns:a16="http://schemas.microsoft.com/office/drawing/2014/main" id="{90C987C4-ACB8-4482-AA47-77DCC1CDFC6B}"/>
                      </a:ext>
                    </a:extLst>
                  </p:cNvPr>
                  <p:cNvSpPr/>
                  <p:nvPr/>
                </p:nvSpPr>
                <p:spPr>
                  <a:xfrm>
                    <a:off x="6459646" y="6289278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43" name="Forme libre : forme 18942">
                    <a:extLst>
                      <a:ext uri="{FF2B5EF4-FFF2-40B4-BE49-F238E27FC236}">
                        <a16:creationId xmlns:a16="http://schemas.microsoft.com/office/drawing/2014/main" id="{9E29FED5-E28C-4EFF-AE2E-E1403104DA87}"/>
                      </a:ext>
                    </a:extLst>
                  </p:cNvPr>
                  <p:cNvSpPr/>
                  <p:nvPr/>
                </p:nvSpPr>
                <p:spPr>
                  <a:xfrm>
                    <a:off x="6481413" y="6306611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00" name="Graphique 2">
                  <a:extLst>
                    <a:ext uri="{FF2B5EF4-FFF2-40B4-BE49-F238E27FC236}">
                      <a16:creationId xmlns:a16="http://schemas.microsoft.com/office/drawing/2014/main" id="{97A2BD93-E2DD-4BD2-A4E5-2E2908B9E53B}"/>
                    </a:ext>
                  </a:extLst>
                </p:cNvPr>
                <p:cNvGrpSpPr/>
                <p:nvPr/>
              </p:nvGrpSpPr>
              <p:grpSpPr>
                <a:xfrm>
                  <a:off x="6732548" y="6258512"/>
                  <a:ext cx="29480" cy="25046"/>
                  <a:chOff x="6732548" y="6258512"/>
                  <a:chExt cx="29480" cy="25046"/>
                </a:xfrm>
                <a:solidFill>
                  <a:srgbClr val="FFFFFF"/>
                </a:solidFill>
              </p:grpSpPr>
              <p:sp>
                <p:nvSpPr>
                  <p:cNvPr id="18940" name="Forme libre : forme 18939">
                    <a:extLst>
                      <a:ext uri="{FF2B5EF4-FFF2-40B4-BE49-F238E27FC236}">
                        <a16:creationId xmlns:a16="http://schemas.microsoft.com/office/drawing/2014/main" id="{1D5DCABE-5835-4289-B3C6-AAA67C97B136}"/>
                      </a:ext>
                    </a:extLst>
                  </p:cNvPr>
                  <p:cNvSpPr/>
                  <p:nvPr/>
                </p:nvSpPr>
                <p:spPr>
                  <a:xfrm>
                    <a:off x="6732548" y="6258512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41" name="Forme libre : forme 18940">
                    <a:extLst>
                      <a:ext uri="{FF2B5EF4-FFF2-40B4-BE49-F238E27FC236}">
                        <a16:creationId xmlns:a16="http://schemas.microsoft.com/office/drawing/2014/main" id="{D6C7FABB-6B88-41B4-A940-5DACDB2F9BD4}"/>
                      </a:ext>
                    </a:extLst>
                  </p:cNvPr>
                  <p:cNvSpPr/>
                  <p:nvPr/>
                </p:nvSpPr>
                <p:spPr>
                  <a:xfrm>
                    <a:off x="6754314" y="6275845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01" name="Graphique 2">
                  <a:extLst>
                    <a:ext uri="{FF2B5EF4-FFF2-40B4-BE49-F238E27FC236}">
                      <a16:creationId xmlns:a16="http://schemas.microsoft.com/office/drawing/2014/main" id="{26FE7942-1878-40C6-AC5E-35A4D16220C6}"/>
                    </a:ext>
                  </a:extLst>
                </p:cNvPr>
                <p:cNvGrpSpPr/>
                <p:nvPr/>
              </p:nvGrpSpPr>
              <p:grpSpPr>
                <a:xfrm>
                  <a:off x="6865053" y="6259088"/>
                  <a:ext cx="29435" cy="25002"/>
                  <a:chOff x="6865053" y="6259088"/>
                  <a:chExt cx="29435" cy="25002"/>
                </a:xfrm>
                <a:solidFill>
                  <a:srgbClr val="FFFFFF"/>
                </a:solidFill>
              </p:grpSpPr>
              <p:sp>
                <p:nvSpPr>
                  <p:cNvPr id="18938" name="Forme libre : forme 18937">
                    <a:extLst>
                      <a:ext uri="{FF2B5EF4-FFF2-40B4-BE49-F238E27FC236}">
                        <a16:creationId xmlns:a16="http://schemas.microsoft.com/office/drawing/2014/main" id="{A9BAE10D-5A5B-442B-8877-8FBA7BD5A0A8}"/>
                      </a:ext>
                    </a:extLst>
                  </p:cNvPr>
                  <p:cNvSpPr/>
                  <p:nvPr/>
                </p:nvSpPr>
                <p:spPr>
                  <a:xfrm>
                    <a:off x="6865053" y="6259088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39" name="Forme libre : forme 18938">
                    <a:extLst>
                      <a:ext uri="{FF2B5EF4-FFF2-40B4-BE49-F238E27FC236}">
                        <a16:creationId xmlns:a16="http://schemas.microsoft.com/office/drawing/2014/main" id="{FD095AC2-04BF-46F1-953F-D3778C893B43}"/>
                      </a:ext>
                    </a:extLst>
                  </p:cNvPr>
                  <p:cNvSpPr/>
                  <p:nvPr/>
                </p:nvSpPr>
                <p:spPr>
                  <a:xfrm>
                    <a:off x="6886775" y="6276377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02" name="Graphique 2">
                  <a:extLst>
                    <a:ext uri="{FF2B5EF4-FFF2-40B4-BE49-F238E27FC236}">
                      <a16:creationId xmlns:a16="http://schemas.microsoft.com/office/drawing/2014/main" id="{ADE3E16E-D2C4-4209-A63B-00937238C788}"/>
                    </a:ext>
                  </a:extLst>
                </p:cNvPr>
                <p:cNvGrpSpPr/>
                <p:nvPr/>
              </p:nvGrpSpPr>
              <p:grpSpPr>
                <a:xfrm>
                  <a:off x="6980801" y="6254655"/>
                  <a:ext cx="29435" cy="25002"/>
                  <a:chOff x="6980801" y="6254655"/>
                  <a:chExt cx="29435" cy="25002"/>
                </a:xfrm>
                <a:solidFill>
                  <a:srgbClr val="FFFFFF"/>
                </a:solidFill>
              </p:grpSpPr>
              <p:sp>
                <p:nvSpPr>
                  <p:cNvPr id="18936" name="Forme libre : forme 18935">
                    <a:extLst>
                      <a:ext uri="{FF2B5EF4-FFF2-40B4-BE49-F238E27FC236}">
                        <a16:creationId xmlns:a16="http://schemas.microsoft.com/office/drawing/2014/main" id="{61A6AB8D-758D-414B-920B-5780567BC787}"/>
                      </a:ext>
                    </a:extLst>
                  </p:cNvPr>
                  <p:cNvSpPr/>
                  <p:nvPr/>
                </p:nvSpPr>
                <p:spPr>
                  <a:xfrm>
                    <a:off x="6980801" y="6254655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37" name="Forme libre : forme 18936">
                    <a:extLst>
                      <a:ext uri="{FF2B5EF4-FFF2-40B4-BE49-F238E27FC236}">
                        <a16:creationId xmlns:a16="http://schemas.microsoft.com/office/drawing/2014/main" id="{79FEF8CC-9802-4D75-AD4A-F16D35CF491F}"/>
                      </a:ext>
                    </a:extLst>
                  </p:cNvPr>
                  <p:cNvSpPr/>
                  <p:nvPr/>
                </p:nvSpPr>
                <p:spPr>
                  <a:xfrm>
                    <a:off x="7002523" y="6271944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03" name="Graphique 2">
                  <a:extLst>
                    <a:ext uri="{FF2B5EF4-FFF2-40B4-BE49-F238E27FC236}">
                      <a16:creationId xmlns:a16="http://schemas.microsoft.com/office/drawing/2014/main" id="{29F59956-BB98-4A60-AF84-255EA989702A}"/>
                    </a:ext>
                  </a:extLst>
                </p:cNvPr>
                <p:cNvGrpSpPr/>
                <p:nvPr/>
              </p:nvGrpSpPr>
              <p:grpSpPr>
                <a:xfrm>
                  <a:off x="6771958" y="6381885"/>
                  <a:ext cx="29435" cy="25046"/>
                  <a:chOff x="6771958" y="6381885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34" name="Forme libre : forme 18933">
                    <a:extLst>
                      <a:ext uri="{FF2B5EF4-FFF2-40B4-BE49-F238E27FC236}">
                        <a16:creationId xmlns:a16="http://schemas.microsoft.com/office/drawing/2014/main" id="{2343141D-8BEC-45C9-9A40-3EA81808506E}"/>
                      </a:ext>
                    </a:extLst>
                  </p:cNvPr>
                  <p:cNvSpPr/>
                  <p:nvPr/>
                </p:nvSpPr>
                <p:spPr>
                  <a:xfrm>
                    <a:off x="6771958" y="6381885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3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3"/>
                          <a:pt x="7536" y="15073"/>
                        </a:cubicBezTo>
                        <a:cubicBezTo>
                          <a:pt x="3374" y="15073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35" name="Forme libre : forme 18934">
                    <a:extLst>
                      <a:ext uri="{FF2B5EF4-FFF2-40B4-BE49-F238E27FC236}">
                        <a16:creationId xmlns:a16="http://schemas.microsoft.com/office/drawing/2014/main" id="{FE81BC5F-62A5-4968-A0A6-DD9EDCED4727}"/>
                      </a:ext>
                    </a:extLst>
                  </p:cNvPr>
                  <p:cNvSpPr/>
                  <p:nvPr/>
                </p:nvSpPr>
                <p:spPr>
                  <a:xfrm>
                    <a:off x="6793680" y="6399218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04" name="Graphique 2">
                  <a:extLst>
                    <a:ext uri="{FF2B5EF4-FFF2-40B4-BE49-F238E27FC236}">
                      <a16:creationId xmlns:a16="http://schemas.microsoft.com/office/drawing/2014/main" id="{FF4AB542-260A-4617-A791-3A509953923F}"/>
                    </a:ext>
                  </a:extLst>
                </p:cNvPr>
                <p:cNvGrpSpPr/>
                <p:nvPr/>
              </p:nvGrpSpPr>
              <p:grpSpPr>
                <a:xfrm>
                  <a:off x="6672657" y="6337953"/>
                  <a:ext cx="29480" cy="25002"/>
                  <a:chOff x="6672657" y="6337953"/>
                  <a:chExt cx="29480" cy="25002"/>
                </a:xfrm>
                <a:solidFill>
                  <a:srgbClr val="FFFFFF"/>
                </a:solidFill>
              </p:grpSpPr>
              <p:sp>
                <p:nvSpPr>
                  <p:cNvPr id="18932" name="Forme libre : forme 18931">
                    <a:extLst>
                      <a:ext uri="{FF2B5EF4-FFF2-40B4-BE49-F238E27FC236}">
                        <a16:creationId xmlns:a16="http://schemas.microsoft.com/office/drawing/2014/main" id="{940C128E-E930-4B6D-B5EE-5E6F0DB3EB2A}"/>
                      </a:ext>
                    </a:extLst>
                  </p:cNvPr>
                  <p:cNvSpPr/>
                  <p:nvPr/>
                </p:nvSpPr>
                <p:spPr>
                  <a:xfrm>
                    <a:off x="6672657" y="6337953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33" name="Forme libre : forme 18932">
                    <a:extLst>
                      <a:ext uri="{FF2B5EF4-FFF2-40B4-BE49-F238E27FC236}">
                        <a16:creationId xmlns:a16="http://schemas.microsoft.com/office/drawing/2014/main" id="{8943457E-99D2-4DE6-8B02-0023FE23019F}"/>
                      </a:ext>
                    </a:extLst>
                  </p:cNvPr>
                  <p:cNvSpPr/>
                  <p:nvPr/>
                </p:nvSpPr>
                <p:spPr>
                  <a:xfrm>
                    <a:off x="6694423" y="6355242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05" name="Graphique 2">
                  <a:extLst>
                    <a:ext uri="{FF2B5EF4-FFF2-40B4-BE49-F238E27FC236}">
                      <a16:creationId xmlns:a16="http://schemas.microsoft.com/office/drawing/2014/main" id="{0EBC7EE3-8A28-4891-B5EF-310991D304BC}"/>
                    </a:ext>
                  </a:extLst>
                </p:cNvPr>
                <p:cNvGrpSpPr/>
                <p:nvPr/>
              </p:nvGrpSpPr>
              <p:grpSpPr>
                <a:xfrm>
                  <a:off x="6564711" y="6433752"/>
                  <a:ext cx="29435" cy="25046"/>
                  <a:chOff x="6564711" y="6433752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30" name="Forme libre : forme 18929">
                    <a:extLst>
                      <a:ext uri="{FF2B5EF4-FFF2-40B4-BE49-F238E27FC236}">
                        <a16:creationId xmlns:a16="http://schemas.microsoft.com/office/drawing/2014/main" id="{2F9F9E75-2EF6-4A37-A411-8893F0D8E497}"/>
                      </a:ext>
                    </a:extLst>
                  </p:cNvPr>
                  <p:cNvSpPr/>
                  <p:nvPr/>
                </p:nvSpPr>
                <p:spPr>
                  <a:xfrm>
                    <a:off x="6564711" y="6433752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31" name="Forme libre : forme 18930">
                    <a:extLst>
                      <a:ext uri="{FF2B5EF4-FFF2-40B4-BE49-F238E27FC236}">
                        <a16:creationId xmlns:a16="http://schemas.microsoft.com/office/drawing/2014/main" id="{5B52E52D-389C-4EBA-B4E3-9118E44356AD}"/>
                      </a:ext>
                    </a:extLst>
                  </p:cNvPr>
                  <p:cNvSpPr/>
                  <p:nvPr/>
                </p:nvSpPr>
                <p:spPr>
                  <a:xfrm>
                    <a:off x="6586433" y="6451086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06" name="Graphique 2">
                  <a:extLst>
                    <a:ext uri="{FF2B5EF4-FFF2-40B4-BE49-F238E27FC236}">
                      <a16:creationId xmlns:a16="http://schemas.microsoft.com/office/drawing/2014/main" id="{AB78C7EF-C3BF-47AE-B51F-8BA652471EA0}"/>
                    </a:ext>
                  </a:extLst>
                </p:cNvPr>
                <p:cNvGrpSpPr/>
                <p:nvPr/>
              </p:nvGrpSpPr>
              <p:grpSpPr>
                <a:xfrm>
                  <a:off x="6465941" y="6386584"/>
                  <a:ext cx="29435" cy="25046"/>
                  <a:chOff x="6465941" y="6386584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28" name="Forme libre : forme 18927">
                    <a:extLst>
                      <a:ext uri="{FF2B5EF4-FFF2-40B4-BE49-F238E27FC236}">
                        <a16:creationId xmlns:a16="http://schemas.microsoft.com/office/drawing/2014/main" id="{C3D881BF-B963-48AF-B4D1-ABA9B7185555}"/>
                      </a:ext>
                    </a:extLst>
                  </p:cNvPr>
                  <p:cNvSpPr/>
                  <p:nvPr/>
                </p:nvSpPr>
                <p:spPr>
                  <a:xfrm>
                    <a:off x="6465941" y="6386584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29" name="Forme libre : forme 18928">
                    <a:extLst>
                      <a:ext uri="{FF2B5EF4-FFF2-40B4-BE49-F238E27FC236}">
                        <a16:creationId xmlns:a16="http://schemas.microsoft.com/office/drawing/2014/main" id="{35D69FF3-2E0F-4BB2-B3A0-CCB6295868B6}"/>
                      </a:ext>
                    </a:extLst>
                  </p:cNvPr>
                  <p:cNvSpPr/>
                  <p:nvPr/>
                </p:nvSpPr>
                <p:spPr>
                  <a:xfrm>
                    <a:off x="6487664" y="6403917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6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6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07" name="Graphique 2">
                  <a:extLst>
                    <a:ext uri="{FF2B5EF4-FFF2-40B4-BE49-F238E27FC236}">
                      <a16:creationId xmlns:a16="http://schemas.microsoft.com/office/drawing/2014/main" id="{494478AD-7FE2-4787-9511-C005F6824EBE}"/>
                    </a:ext>
                  </a:extLst>
                </p:cNvPr>
                <p:cNvGrpSpPr/>
                <p:nvPr/>
              </p:nvGrpSpPr>
              <p:grpSpPr>
                <a:xfrm>
                  <a:off x="6591974" y="6359320"/>
                  <a:ext cx="29435" cy="25002"/>
                  <a:chOff x="6591974" y="6359320"/>
                  <a:chExt cx="29435" cy="25002"/>
                </a:xfrm>
                <a:solidFill>
                  <a:srgbClr val="FFFFFF"/>
                </a:solidFill>
              </p:grpSpPr>
              <p:sp>
                <p:nvSpPr>
                  <p:cNvPr id="18926" name="Forme libre : forme 18925">
                    <a:extLst>
                      <a:ext uri="{FF2B5EF4-FFF2-40B4-BE49-F238E27FC236}">
                        <a16:creationId xmlns:a16="http://schemas.microsoft.com/office/drawing/2014/main" id="{F708CA99-198C-405E-B3A6-00DB950B30B6}"/>
                      </a:ext>
                    </a:extLst>
                  </p:cNvPr>
                  <p:cNvSpPr/>
                  <p:nvPr/>
                </p:nvSpPr>
                <p:spPr>
                  <a:xfrm>
                    <a:off x="6591974" y="6359320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9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9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27" name="Forme libre : forme 18926">
                    <a:extLst>
                      <a:ext uri="{FF2B5EF4-FFF2-40B4-BE49-F238E27FC236}">
                        <a16:creationId xmlns:a16="http://schemas.microsoft.com/office/drawing/2014/main" id="{3E3F86CF-0B61-4ED3-9EC6-54C24FBB0EA5}"/>
                      </a:ext>
                    </a:extLst>
                  </p:cNvPr>
                  <p:cNvSpPr/>
                  <p:nvPr/>
                </p:nvSpPr>
                <p:spPr>
                  <a:xfrm>
                    <a:off x="6613696" y="6376610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08" name="Graphique 2">
                  <a:extLst>
                    <a:ext uri="{FF2B5EF4-FFF2-40B4-BE49-F238E27FC236}">
                      <a16:creationId xmlns:a16="http://schemas.microsoft.com/office/drawing/2014/main" id="{5B42D7F2-D6C3-483B-BA71-E6895272521E}"/>
                    </a:ext>
                  </a:extLst>
                </p:cNvPr>
                <p:cNvGrpSpPr/>
                <p:nvPr/>
              </p:nvGrpSpPr>
              <p:grpSpPr>
                <a:xfrm>
                  <a:off x="6992017" y="6338130"/>
                  <a:ext cx="29480" cy="25002"/>
                  <a:chOff x="6992017" y="6338130"/>
                  <a:chExt cx="29480" cy="25002"/>
                </a:xfrm>
                <a:solidFill>
                  <a:srgbClr val="FFFFFF"/>
                </a:solidFill>
              </p:grpSpPr>
              <p:sp>
                <p:nvSpPr>
                  <p:cNvPr id="18924" name="Forme libre : forme 18923">
                    <a:extLst>
                      <a:ext uri="{FF2B5EF4-FFF2-40B4-BE49-F238E27FC236}">
                        <a16:creationId xmlns:a16="http://schemas.microsoft.com/office/drawing/2014/main" id="{90E1C40E-F9FD-4A39-940F-85994C6695E3}"/>
                      </a:ext>
                    </a:extLst>
                  </p:cNvPr>
                  <p:cNvSpPr/>
                  <p:nvPr/>
                </p:nvSpPr>
                <p:spPr>
                  <a:xfrm>
                    <a:off x="6992017" y="6338130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7 h 15072"/>
                      <a:gd name="connsiteX1" fmla="*/ 7536 w 15072"/>
                      <a:gd name="connsiteY1" fmla="*/ 15073 h 15072"/>
                      <a:gd name="connsiteX2" fmla="*/ 0 w 15072"/>
                      <a:gd name="connsiteY2" fmla="*/ 7537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7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7"/>
                        </a:moveTo>
                        <a:cubicBezTo>
                          <a:pt x="15073" y="11698"/>
                          <a:pt x="11699" y="15073"/>
                          <a:pt x="7536" y="15073"/>
                        </a:cubicBezTo>
                        <a:cubicBezTo>
                          <a:pt x="3374" y="15073"/>
                          <a:pt x="0" y="11698"/>
                          <a:pt x="0" y="7537"/>
                        </a:cubicBezTo>
                        <a:cubicBezTo>
                          <a:pt x="0" y="3375"/>
                          <a:pt x="3374" y="0"/>
                          <a:pt x="7536" y="0"/>
                        </a:cubicBezTo>
                        <a:cubicBezTo>
                          <a:pt x="11699" y="0"/>
                          <a:pt x="15073" y="3375"/>
                          <a:pt x="15073" y="75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25" name="Forme libre : forme 18924">
                    <a:extLst>
                      <a:ext uri="{FF2B5EF4-FFF2-40B4-BE49-F238E27FC236}">
                        <a16:creationId xmlns:a16="http://schemas.microsoft.com/office/drawing/2014/main" id="{0548718B-17CB-4407-9D26-A53BDF74D8D2}"/>
                      </a:ext>
                    </a:extLst>
                  </p:cNvPr>
                  <p:cNvSpPr/>
                  <p:nvPr/>
                </p:nvSpPr>
                <p:spPr>
                  <a:xfrm>
                    <a:off x="7013783" y="6355419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09" name="Graphique 2">
                  <a:extLst>
                    <a:ext uri="{FF2B5EF4-FFF2-40B4-BE49-F238E27FC236}">
                      <a16:creationId xmlns:a16="http://schemas.microsoft.com/office/drawing/2014/main" id="{EBDE875C-50AC-49BB-B063-1EFA34F1683B}"/>
                    </a:ext>
                  </a:extLst>
                </p:cNvPr>
                <p:cNvGrpSpPr/>
                <p:nvPr/>
              </p:nvGrpSpPr>
              <p:grpSpPr>
                <a:xfrm>
                  <a:off x="7086353" y="6273274"/>
                  <a:ext cx="29480" cy="25002"/>
                  <a:chOff x="7086353" y="6273274"/>
                  <a:chExt cx="29480" cy="25002"/>
                </a:xfrm>
                <a:solidFill>
                  <a:srgbClr val="FFFFFF"/>
                </a:solidFill>
              </p:grpSpPr>
              <p:sp>
                <p:nvSpPr>
                  <p:cNvPr id="18922" name="Forme libre : forme 18921">
                    <a:extLst>
                      <a:ext uri="{FF2B5EF4-FFF2-40B4-BE49-F238E27FC236}">
                        <a16:creationId xmlns:a16="http://schemas.microsoft.com/office/drawing/2014/main" id="{5AD1FE81-1AF8-448B-905A-D820839E4605}"/>
                      </a:ext>
                    </a:extLst>
                  </p:cNvPr>
                  <p:cNvSpPr/>
                  <p:nvPr/>
                </p:nvSpPr>
                <p:spPr>
                  <a:xfrm>
                    <a:off x="7086353" y="6273274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3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3"/>
                          <a:pt x="7536" y="15073"/>
                        </a:cubicBezTo>
                        <a:cubicBezTo>
                          <a:pt x="3374" y="15073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23" name="Forme libre : forme 18922">
                    <a:extLst>
                      <a:ext uri="{FF2B5EF4-FFF2-40B4-BE49-F238E27FC236}">
                        <a16:creationId xmlns:a16="http://schemas.microsoft.com/office/drawing/2014/main" id="{ACF29A75-8466-4EDC-BE41-451068834FC2}"/>
                      </a:ext>
                    </a:extLst>
                  </p:cNvPr>
                  <p:cNvSpPr/>
                  <p:nvPr/>
                </p:nvSpPr>
                <p:spPr>
                  <a:xfrm>
                    <a:off x="7108120" y="6290563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10" name="Graphique 2">
                  <a:extLst>
                    <a:ext uri="{FF2B5EF4-FFF2-40B4-BE49-F238E27FC236}">
                      <a16:creationId xmlns:a16="http://schemas.microsoft.com/office/drawing/2014/main" id="{381D8610-91F1-48CA-8238-773664B9B9E7}"/>
                    </a:ext>
                  </a:extLst>
                </p:cNvPr>
                <p:cNvGrpSpPr/>
                <p:nvPr/>
              </p:nvGrpSpPr>
              <p:grpSpPr>
                <a:xfrm>
                  <a:off x="6913728" y="6461769"/>
                  <a:ext cx="29435" cy="25046"/>
                  <a:chOff x="6913728" y="6461769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20" name="Forme libre : forme 18919">
                    <a:extLst>
                      <a:ext uri="{FF2B5EF4-FFF2-40B4-BE49-F238E27FC236}">
                        <a16:creationId xmlns:a16="http://schemas.microsoft.com/office/drawing/2014/main" id="{72B3D811-DD7B-4158-B2EC-15028682A006}"/>
                      </a:ext>
                    </a:extLst>
                  </p:cNvPr>
                  <p:cNvSpPr/>
                  <p:nvPr/>
                </p:nvSpPr>
                <p:spPr>
                  <a:xfrm>
                    <a:off x="6913728" y="6461769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21" name="Forme libre : forme 18920">
                    <a:extLst>
                      <a:ext uri="{FF2B5EF4-FFF2-40B4-BE49-F238E27FC236}">
                        <a16:creationId xmlns:a16="http://schemas.microsoft.com/office/drawing/2014/main" id="{8B6FE3A4-4D29-42E6-B0DD-AF58C366B88E}"/>
                      </a:ext>
                    </a:extLst>
                  </p:cNvPr>
                  <p:cNvSpPr/>
                  <p:nvPr/>
                </p:nvSpPr>
                <p:spPr>
                  <a:xfrm>
                    <a:off x="6935451" y="6479103"/>
                    <a:ext cx="7713" cy="7713"/>
                  </a:xfrm>
                  <a:custGeom>
                    <a:avLst/>
                    <a:gdLst>
                      <a:gd name="connsiteX0" fmla="*/ 7713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3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3" y="3857"/>
                        </a:moveTo>
                        <a:cubicBezTo>
                          <a:pt x="7713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3" y="1727"/>
                          <a:pt x="7713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11" name="Graphique 2">
                  <a:extLst>
                    <a:ext uri="{FF2B5EF4-FFF2-40B4-BE49-F238E27FC236}">
                      <a16:creationId xmlns:a16="http://schemas.microsoft.com/office/drawing/2014/main" id="{E5740A51-110E-42BC-8414-86F7E3805380}"/>
                    </a:ext>
                  </a:extLst>
                </p:cNvPr>
                <p:cNvGrpSpPr/>
                <p:nvPr/>
              </p:nvGrpSpPr>
              <p:grpSpPr>
                <a:xfrm>
                  <a:off x="6678952" y="6456627"/>
                  <a:ext cx="29435" cy="25002"/>
                  <a:chOff x="6678952" y="6456627"/>
                  <a:chExt cx="29435" cy="25002"/>
                </a:xfrm>
                <a:solidFill>
                  <a:srgbClr val="FFFFFF"/>
                </a:solidFill>
              </p:grpSpPr>
              <p:sp>
                <p:nvSpPr>
                  <p:cNvPr id="18918" name="Forme libre : forme 18917">
                    <a:extLst>
                      <a:ext uri="{FF2B5EF4-FFF2-40B4-BE49-F238E27FC236}">
                        <a16:creationId xmlns:a16="http://schemas.microsoft.com/office/drawing/2014/main" id="{7CE5B643-5F0A-4484-BE9D-3BD96BA1AEC0}"/>
                      </a:ext>
                    </a:extLst>
                  </p:cNvPr>
                  <p:cNvSpPr/>
                  <p:nvPr/>
                </p:nvSpPr>
                <p:spPr>
                  <a:xfrm>
                    <a:off x="6678952" y="6456627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9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9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19" name="Forme libre : forme 18918">
                    <a:extLst>
                      <a:ext uri="{FF2B5EF4-FFF2-40B4-BE49-F238E27FC236}">
                        <a16:creationId xmlns:a16="http://schemas.microsoft.com/office/drawing/2014/main" id="{CC4B9B32-21D2-44ED-97CA-C8CF617E68C8}"/>
                      </a:ext>
                    </a:extLst>
                  </p:cNvPr>
                  <p:cNvSpPr/>
                  <p:nvPr/>
                </p:nvSpPr>
                <p:spPr>
                  <a:xfrm>
                    <a:off x="6700674" y="6473916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12" name="Graphique 2">
                  <a:extLst>
                    <a:ext uri="{FF2B5EF4-FFF2-40B4-BE49-F238E27FC236}">
                      <a16:creationId xmlns:a16="http://schemas.microsoft.com/office/drawing/2014/main" id="{B69A48D6-DDA0-41B4-BCE1-EF63EA63F127}"/>
                    </a:ext>
                  </a:extLst>
                </p:cNvPr>
                <p:cNvGrpSpPr/>
                <p:nvPr/>
              </p:nvGrpSpPr>
              <p:grpSpPr>
                <a:xfrm>
                  <a:off x="6370364" y="6439737"/>
                  <a:ext cx="29435" cy="25046"/>
                  <a:chOff x="6370364" y="6439737"/>
                  <a:chExt cx="29435" cy="25046"/>
                </a:xfrm>
                <a:solidFill>
                  <a:srgbClr val="FFFFFF"/>
                </a:solidFill>
              </p:grpSpPr>
              <p:sp>
                <p:nvSpPr>
                  <p:cNvPr id="18916" name="Forme libre : forme 18915">
                    <a:extLst>
                      <a:ext uri="{FF2B5EF4-FFF2-40B4-BE49-F238E27FC236}">
                        <a16:creationId xmlns:a16="http://schemas.microsoft.com/office/drawing/2014/main" id="{5697CDFA-F739-4EE0-B9FF-D8FAE2BDE8DF}"/>
                      </a:ext>
                    </a:extLst>
                  </p:cNvPr>
                  <p:cNvSpPr/>
                  <p:nvPr/>
                </p:nvSpPr>
                <p:spPr>
                  <a:xfrm>
                    <a:off x="6370364" y="6439737"/>
                    <a:ext cx="15072" cy="15072"/>
                  </a:xfrm>
                  <a:custGeom>
                    <a:avLst/>
                    <a:gdLst>
                      <a:gd name="connsiteX0" fmla="*/ 15072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2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2" y="7536"/>
                        </a:moveTo>
                        <a:cubicBezTo>
                          <a:pt x="15072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2" y="3374"/>
                          <a:pt x="15072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17" name="Forme libre : forme 18916">
                    <a:extLst>
                      <a:ext uri="{FF2B5EF4-FFF2-40B4-BE49-F238E27FC236}">
                        <a16:creationId xmlns:a16="http://schemas.microsoft.com/office/drawing/2014/main" id="{95032123-A558-4EFA-AFFE-84E1771EBD95}"/>
                      </a:ext>
                    </a:extLst>
                  </p:cNvPr>
                  <p:cNvSpPr/>
                  <p:nvPr/>
                </p:nvSpPr>
                <p:spPr>
                  <a:xfrm>
                    <a:off x="6392086" y="6457070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4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4"/>
                          <a:pt x="3857" y="7714"/>
                        </a:cubicBezTo>
                        <a:cubicBezTo>
                          <a:pt x="1727" y="7714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13" name="Graphique 2">
                  <a:extLst>
                    <a:ext uri="{FF2B5EF4-FFF2-40B4-BE49-F238E27FC236}">
                      <a16:creationId xmlns:a16="http://schemas.microsoft.com/office/drawing/2014/main" id="{4094DF77-15E0-4257-A83A-0C0BCAFC636E}"/>
                    </a:ext>
                  </a:extLst>
                </p:cNvPr>
                <p:cNvGrpSpPr/>
                <p:nvPr/>
              </p:nvGrpSpPr>
              <p:grpSpPr>
                <a:xfrm>
                  <a:off x="5115487" y="6392835"/>
                  <a:ext cx="29480" cy="25002"/>
                  <a:chOff x="5115487" y="6392835"/>
                  <a:chExt cx="29480" cy="25002"/>
                </a:xfrm>
                <a:solidFill>
                  <a:srgbClr val="FFFFFF"/>
                </a:solidFill>
              </p:grpSpPr>
              <p:sp>
                <p:nvSpPr>
                  <p:cNvPr id="18914" name="Forme libre : forme 18913">
                    <a:extLst>
                      <a:ext uri="{FF2B5EF4-FFF2-40B4-BE49-F238E27FC236}">
                        <a16:creationId xmlns:a16="http://schemas.microsoft.com/office/drawing/2014/main" id="{449027B2-94DA-48B5-8541-ADAA8398118A}"/>
                      </a:ext>
                    </a:extLst>
                  </p:cNvPr>
                  <p:cNvSpPr/>
                  <p:nvPr/>
                </p:nvSpPr>
                <p:spPr>
                  <a:xfrm>
                    <a:off x="5115487" y="6392835"/>
                    <a:ext cx="15072" cy="15072"/>
                  </a:xfrm>
                  <a:custGeom>
                    <a:avLst/>
                    <a:gdLst>
                      <a:gd name="connsiteX0" fmla="*/ 15073 w 15072"/>
                      <a:gd name="connsiteY0" fmla="*/ 7536 h 15072"/>
                      <a:gd name="connsiteX1" fmla="*/ 7536 w 15072"/>
                      <a:gd name="connsiteY1" fmla="*/ 15072 h 15072"/>
                      <a:gd name="connsiteX2" fmla="*/ 0 w 15072"/>
                      <a:gd name="connsiteY2" fmla="*/ 7536 h 15072"/>
                      <a:gd name="connsiteX3" fmla="*/ 7536 w 15072"/>
                      <a:gd name="connsiteY3" fmla="*/ 0 h 15072"/>
                      <a:gd name="connsiteX4" fmla="*/ 15073 w 15072"/>
                      <a:gd name="connsiteY4" fmla="*/ 7536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2" h="15072">
                        <a:moveTo>
                          <a:pt x="15073" y="7536"/>
                        </a:moveTo>
                        <a:cubicBezTo>
                          <a:pt x="15073" y="11698"/>
                          <a:pt x="11698" y="15072"/>
                          <a:pt x="7536" y="15072"/>
                        </a:cubicBezTo>
                        <a:cubicBezTo>
                          <a:pt x="3374" y="15072"/>
                          <a:pt x="0" y="11698"/>
                          <a:pt x="0" y="7536"/>
                        </a:cubicBezTo>
                        <a:cubicBezTo>
                          <a:pt x="0" y="3374"/>
                          <a:pt x="3374" y="0"/>
                          <a:pt x="7536" y="0"/>
                        </a:cubicBezTo>
                        <a:cubicBezTo>
                          <a:pt x="11698" y="0"/>
                          <a:pt x="15073" y="3374"/>
                          <a:pt x="15073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15" name="Forme libre : forme 18914">
                    <a:extLst>
                      <a:ext uri="{FF2B5EF4-FFF2-40B4-BE49-F238E27FC236}">
                        <a16:creationId xmlns:a16="http://schemas.microsoft.com/office/drawing/2014/main" id="{2C8D94E0-86FE-4F5D-B944-1B742696756E}"/>
                      </a:ext>
                    </a:extLst>
                  </p:cNvPr>
                  <p:cNvSpPr/>
                  <p:nvPr/>
                </p:nvSpPr>
                <p:spPr>
                  <a:xfrm>
                    <a:off x="5137254" y="6410124"/>
                    <a:ext cx="7713" cy="7713"/>
                  </a:xfrm>
                  <a:custGeom>
                    <a:avLst/>
                    <a:gdLst>
                      <a:gd name="connsiteX0" fmla="*/ 7714 w 7713"/>
                      <a:gd name="connsiteY0" fmla="*/ 3857 h 7713"/>
                      <a:gd name="connsiteX1" fmla="*/ 3857 w 7713"/>
                      <a:gd name="connsiteY1" fmla="*/ 7713 h 7713"/>
                      <a:gd name="connsiteX2" fmla="*/ 0 w 7713"/>
                      <a:gd name="connsiteY2" fmla="*/ 3857 h 7713"/>
                      <a:gd name="connsiteX3" fmla="*/ 3857 w 7713"/>
                      <a:gd name="connsiteY3" fmla="*/ 0 h 7713"/>
                      <a:gd name="connsiteX4" fmla="*/ 7714 w 7713"/>
                      <a:gd name="connsiteY4" fmla="*/ 3857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13" h="7713">
                        <a:moveTo>
                          <a:pt x="7714" y="3857"/>
                        </a:moveTo>
                        <a:cubicBezTo>
                          <a:pt x="7714" y="5987"/>
                          <a:pt x="5987" y="7713"/>
                          <a:pt x="3857" y="7713"/>
                        </a:cubicBezTo>
                        <a:cubicBezTo>
                          <a:pt x="1727" y="7713"/>
                          <a:pt x="0" y="5987"/>
                          <a:pt x="0" y="3857"/>
                        </a:cubicBezTo>
                        <a:cubicBezTo>
                          <a:pt x="0" y="1727"/>
                          <a:pt x="1727" y="0"/>
                          <a:pt x="3857" y="0"/>
                        </a:cubicBezTo>
                        <a:cubicBezTo>
                          <a:pt x="5987" y="0"/>
                          <a:pt x="7714" y="1727"/>
                          <a:pt x="7714" y="3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814" name="Forme libre : forme 18813">
                  <a:extLst>
                    <a:ext uri="{FF2B5EF4-FFF2-40B4-BE49-F238E27FC236}">
                      <a16:creationId xmlns:a16="http://schemas.microsoft.com/office/drawing/2014/main" id="{23517BAF-29CC-4E4B-98FF-B4C22E0EF530}"/>
                    </a:ext>
                  </a:extLst>
                </p:cNvPr>
                <p:cNvSpPr/>
                <p:nvPr/>
              </p:nvSpPr>
              <p:spPr>
                <a:xfrm>
                  <a:off x="7162329" y="6340474"/>
                  <a:ext cx="67193" cy="99250"/>
                </a:xfrm>
                <a:custGeom>
                  <a:avLst/>
                  <a:gdLst>
                    <a:gd name="connsiteX0" fmla="*/ 1515 w 67193"/>
                    <a:gd name="connsiteY0" fmla="*/ 41411 h 99250"/>
                    <a:gd name="connsiteX1" fmla="*/ 2047 w 67193"/>
                    <a:gd name="connsiteY1" fmla="*/ 74304 h 99250"/>
                    <a:gd name="connsiteX2" fmla="*/ 23237 w 67193"/>
                    <a:gd name="connsiteY2" fmla="*/ 98021 h 99250"/>
                    <a:gd name="connsiteX3" fmla="*/ 55909 w 67193"/>
                    <a:gd name="connsiteY3" fmla="*/ 93544 h 99250"/>
                    <a:gd name="connsiteX4" fmla="*/ 65927 w 67193"/>
                    <a:gd name="connsiteY4" fmla="*/ 86805 h 99250"/>
                    <a:gd name="connsiteX5" fmla="*/ 67169 w 67193"/>
                    <a:gd name="connsiteY5" fmla="*/ 79136 h 99250"/>
                    <a:gd name="connsiteX6" fmla="*/ 64686 w 67193"/>
                    <a:gd name="connsiteY6" fmla="*/ 62645 h 99250"/>
                    <a:gd name="connsiteX7" fmla="*/ 37689 w 67193"/>
                    <a:gd name="connsiteY7" fmla="*/ 1158 h 99250"/>
                    <a:gd name="connsiteX8" fmla="*/ 1515 w 67193"/>
                    <a:gd name="connsiteY8" fmla="*/ 41411 h 9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7193" h="99250">
                      <a:moveTo>
                        <a:pt x="1515" y="41411"/>
                      </a:moveTo>
                      <a:cubicBezTo>
                        <a:pt x="-170" y="52360"/>
                        <a:pt x="-1012" y="63665"/>
                        <a:pt x="2047" y="74304"/>
                      </a:cubicBezTo>
                      <a:cubicBezTo>
                        <a:pt x="5106" y="84944"/>
                        <a:pt x="12686" y="94785"/>
                        <a:pt x="23237" y="98021"/>
                      </a:cubicBezTo>
                      <a:cubicBezTo>
                        <a:pt x="33965" y="101302"/>
                        <a:pt x="45402" y="97401"/>
                        <a:pt x="55909" y="93544"/>
                      </a:cubicBezTo>
                      <a:cubicBezTo>
                        <a:pt x="59766" y="92125"/>
                        <a:pt x="63977" y="90441"/>
                        <a:pt x="65927" y="86805"/>
                      </a:cubicBezTo>
                      <a:cubicBezTo>
                        <a:pt x="67169" y="84500"/>
                        <a:pt x="67258" y="81752"/>
                        <a:pt x="67169" y="79136"/>
                      </a:cubicBezTo>
                      <a:cubicBezTo>
                        <a:pt x="66947" y="73551"/>
                        <a:pt x="65795" y="68098"/>
                        <a:pt x="64686" y="62645"/>
                      </a:cubicBezTo>
                      <a:cubicBezTo>
                        <a:pt x="60874" y="43982"/>
                        <a:pt x="60164" y="8340"/>
                        <a:pt x="37689" y="1158"/>
                      </a:cubicBezTo>
                      <a:cubicBezTo>
                        <a:pt x="14282" y="-6378"/>
                        <a:pt x="4529" y="24698"/>
                        <a:pt x="1515" y="41411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15" name="Forme libre : forme 18814">
                  <a:extLst>
                    <a:ext uri="{FF2B5EF4-FFF2-40B4-BE49-F238E27FC236}">
                      <a16:creationId xmlns:a16="http://schemas.microsoft.com/office/drawing/2014/main" id="{E958EB7F-55E7-42E6-BE77-FF412314B9E4}"/>
                    </a:ext>
                  </a:extLst>
                </p:cNvPr>
                <p:cNvSpPr/>
                <p:nvPr/>
              </p:nvSpPr>
              <p:spPr>
                <a:xfrm>
                  <a:off x="7260265" y="6204770"/>
                  <a:ext cx="38133" cy="86414"/>
                </a:xfrm>
                <a:custGeom>
                  <a:avLst/>
                  <a:gdLst>
                    <a:gd name="connsiteX0" fmla="*/ 309 w 38133"/>
                    <a:gd name="connsiteY0" fmla="*/ 50107 h 86414"/>
                    <a:gd name="connsiteX1" fmla="*/ 7934 w 38133"/>
                    <a:gd name="connsiteY1" fmla="*/ 84375 h 86414"/>
                    <a:gd name="connsiteX2" fmla="*/ 11126 w 38133"/>
                    <a:gd name="connsiteY2" fmla="*/ 86414 h 86414"/>
                    <a:gd name="connsiteX3" fmla="*/ 14584 w 38133"/>
                    <a:gd name="connsiteY3" fmla="*/ 83666 h 86414"/>
                    <a:gd name="connsiteX4" fmla="*/ 32183 w 38133"/>
                    <a:gd name="connsiteY4" fmla="*/ 7682 h 86414"/>
                    <a:gd name="connsiteX5" fmla="*/ 309 w 38133"/>
                    <a:gd name="connsiteY5" fmla="*/ 50107 h 86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8133" h="86414">
                      <a:moveTo>
                        <a:pt x="309" y="50107"/>
                      </a:moveTo>
                      <a:cubicBezTo>
                        <a:pt x="-666" y="62077"/>
                        <a:pt x="354" y="75065"/>
                        <a:pt x="7934" y="84375"/>
                      </a:cubicBezTo>
                      <a:cubicBezTo>
                        <a:pt x="8776" y="85395"/>
                        <a:pt x="9840" y="86414"/>
                        <a:pt x="11126" y="86414"/>
                      </a:cubicBezTo>
                      <a:cubicBezTo>
                        <a:pt x="12678" y="86370"/>
                        <a:pt x="13741" y="84951"/>
                        <a:pt x="14584" y="83666"/>
                      </a:cubicBezTo>
                      <a:cubicBezTo>
                        <a:pt x="26952" y="64603"/>
                        <a:pt x="48674" y="29803"/>
                        <a:pt x="32183" y="7682"/>
                      </a:cubicBezTo>
                      <a:cubicBezTo>
                        <a:pt x="11259" y="-20423"/>
                        <a:pt x="1462" y="36631"/>
                        <a:pt x="309" y="50107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16" name="Forme libre : forme 18815">
                  <a:extLst>
                    <a:ext uri="{FF2B5EF4-FFF2-40B4-BE49-F238E27FC236}">
                      <a16:creationId xmlns:a16="http://schemas.microsoft.com/office/drawing/2014/main" id="{738C07D0-5775-42AC-B699-3DD1428B39B0}"/>
                    </a:ext>
                  </a:extLst>
                </p:cNvPr>
                <p:cNvSpPr/>
                <p:nvPr/>
              </p:nvSpPr>
              <p:spPr>
                <a:xfrm>
                  <a:off x="7219760" y="6134218"/>
                  <a:ext cx="40995" cy="55985"/>
                </a:xfrm>
                <a:custGeom>
                  <a:avLst/>
                  <a:gdLst>
                    <a:gd name="connsiteX0" fmla="*/ 12397 w 40995"/>
                    <a:gd name="connsiteY0" fmla="*/ 10186 h 55985"/>
                    <a:gd name="connsiteX1" fmla="*/ 2024 w 40995"/>
                    <a:gd name="connsiteY1" fmla="*/ 19451 h 55985"/>
                    <a:gd name="connsiteX2" fmla="*/ 3177 w 40995"/>
                    <a:gd name="connsiteY2" fmla="*/ 41927 h 55985"/>
                    <a:gd name="connsiteX3" fmla="*/ 15634 w 40995"/>
                    <a:gd name="connsiteY3" fmla="*/ 55891 h 55985"/>
                    <a:gd name="connsiteX4" fmla="*/ 29642 w 40995"/>
                    <a:gd name="connsiteY4" fmla="*/ 45252 h 55985"/>
                    <a:gd name="connsiteX5" fmla="*/ 34120 w 40995"/>
                    <a:gd name="connsiteY5" fmla="*/ 23619 h 55985"/>
                    <a:gd name="connsiteX6" fmla="*/ 40991 w 40995"/>
                    <a:gd name="connsiteY6" fmla="*/ 7127 h 55985"/>
                    <a:gd name="connsiteX7" fmla="*/ 12397 w 40995"/>
                    <a:gd name="connsiteY7" fmla="*/ 10186 h 55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995" h="55985">
                      <a:moveTo>
                        <a:pt x="12397" y="10186"/>
                      </a:moveTo>
                      <a:cubicBezTo>
                        <a:pt x="8452" y="12669"/>
                        <a:pt x="4329" y="15373"/>
                        <a:pt x="2024" y="19451"/>
                      </a:cubicBezTo>
                      <a:cubicBezTo>
                        <a:pt x="-1788" y="26234"/>
                        <a:pt x="472" y="34657"/>
                        <a:pt x="3177" y="41927"/>
                      </a:cubicBezTo>
                      <a:cubicBezTo>
                        <a:pt x="5482" y="48089"/>
                        <a:pt x="9117" y="55005"/>
                        <a:pt x="15634" y="55891"/>
                      </a:cubicBezTo>
                      <a:cubicBezTo>
                        <a:pt x="21929" y="56778"/>
                        <a:pt x="27470" y="51237"/>
                        <a:pt x="29642" y="45252"/>
                      </a:cubicBezTo>
                      <a:cubicBezTo>
                        <a:pt x="32169" y="38248"/>
                        <a:pt x="31726" y="30623"/>
                        <a:pt x="34120" y="23619"/>
                      </a:cubicBezTo>
                      <a:cubicBezTo>
                        <a:pt x="35937" y="18299"/>
                        <a:pt x="40902" y="12979"/>
                        <a:pt x="40991" y="7127"/>
                      </a:cubicBezTo>
                      <a:cubicBezTo>
                        <a:pt x="41346" y="-8699"/>
                        <a:pt x="18737" y="6197"/>
                        <a:pt x="12397" y="10186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17" name="Forme libre : forme 18816">
                  <a:extLst>
                    <a:ext uri="{FF2B5EF4-FFF2-40B4-BE49-F238E27FC236}">
                      <a16:creationId xmlns:a16="http://schemas.microsoft.com/office/drawing/2014/main" id="{DB85DA22-E501-4BC6-8143-43808A81769E}"/>
                    </a:ext>
                  </a:extLst>
                </p:cNvPr>
                <p:cNvSpPr/>
                <p:nvPr/>
              </p:nvSpPr>
              <p:spPr>
                <a:xfrm>
                  <a:off x="7289343" y="6318646"/>
                  <a:ext cx="24538" cy="55563"/>
                </a:xfrm>
                <a:custGeom>
                  <a:avLst/>
                  <a:gdLst>
                    <a:gd name="connsiteX0" fmla="*/ 2 w 24538"/>
                    <a:gd name="connsiteY0" fmla="*/ 45729 h 55563"/>
                    <a:gd name="connsiteX1" fmla="*/ 4435 w 24538"/>
                    <a:gd name="connsiteY1" fmla="*/ 55393 h 55563"/>
                    <a:gd name="connsiteX2" fmla="*/ 11129 w 24538"/>
                    <a:gd name="connsiteY2" fmla="*/ 52290 h 55563"/>
                    <a:gd name="connsiteX3" fmla="*/ 21812 w 24538"/>
                    <a:gd name="connsiteY3" fmla="*/ 22189 h 55563"/>
                    <a:gd name="connsiteX4" fmla="*/ 20394 w 24538"/>
                    <a:gd name="connsiteY4" fmla="*/ 1176 h 55563"/>
                    <a:gd name="connsiteX5" fmla="*/ 2 w 24538"/>
                    <a:gd name="connsiteY5" fmla="*/ 45729 h 55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538" h="55563">
                      <a:moveTo>
                        <a:pt x="2" y="45729"/>
                      </a:moveTo>
                      <a:cubicBezTo>
                        <a:pt x="-43" y="49541"/>
                        <a:pt x="755" y="54329"/>
                        <a:pt x="4435" y="55393"/>
                      </a:cubicBezTo>
                      <a:cubicBezTo>
                        <a:pt x="6962" y="56102"/>
                        <a:pt x="9666" y="54506"/>
                        <a:pt x="11129" y="52290"/>
                      </a:cubicBezTo>
                      <a:cubicBezTo>
                        <a:pt x="16227" y="44487"/>
                        <a:pt x="18222" y="31144"/>
                        <a:pt x="21812" y="22189"/>
                      </a:cubicBezTo>
                      <a:cubicBezTo>
                        <a:pt x="24118" y="16515"/>
                        <a:pt x="27177" y="5787"/>
                        <a:pt x="20394" y="1176"/>
                      </a:cubicBezTo>
                      <a:cubicBezTo>
                        <a:pt x="7095" y="-7867"/>
                        <a:pt x="135" y="37971"/>
                        <a:pt x="2" y="4572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18" name="Forme libre : forme 18817">
                  <a:extLst>
                    <a:ext uri="{FF2B5EF4-FFF2-40B4-BE49-F238E27FC236}">
                      <a16:creationId xmlns:a16="http://schemas.microsoft.com/office/drawing/2014/main" id="{DC1F6888-48F3-4D20-8091-D360DF1485FD}"/>
                    </a:ext>
                  </a:extLst>
                </p:cNvPr>
                <p:cNvSpPr/>
                <p:nvPr/>
              </p:nvSpPr>
              <p:spPr>
                <a:xfrm>
                  <a:off x="7288378" y="6084723"/>
                  <a:ext cx="53929" cy="33204"/>
                </a:xfrm>
                <a:custGeom>
                  <a:avLst/>
                  <a:gdLst>
                    <a:gd name="connsiteX0" fmla="*/ 28452 w 53929"/>
                    <a:gd name="connsiteY0" fmla="*/ 32861 h 33204"/>
                    <a:gd name="connsiteX1" fmla="*/ 35589 w 53929"/>
                    <a:gd name="connsiteY1" fmla="*/ 32373 h 33204"/>
                    <a:gd name="connsiteX2" fmla="*/ 40598 w 53929"/>
                    <a:gd name="connsiteY2" fmla="*/ 27541 h 33204"/>
                    <a:gd name="connsiteX3" fmla="*/ 49509 w 53929"/>
                    <a:gd name="connsiteY3" fmla="*/ 19163 h 33204"/>
                    <a:gd name="connsiteX4" fmla="*/ 53809 w 53929"/>
                    <a:gd name="connsiteY4" fmla="*/ 8169 h 33204"/>
                    <a:gd name="connsiteX5" fmla="*/ 53188 w 53929"/>
                    <a:gd name="connsiteY5" fmla="*/ 6750 h 33204"/>
                    <a:gd name="connsiteX6" fmla="*/ 50750 w 53929"/>
                    <a:gd name="connsiteY6" fmla="*/ 6395 h 33204"/>
                    <a:gd name="connsiteX7" fmla="*/ 25703 w 53929"/>
                    <a:gd name="connsiteY7" fmla="*/ 9410 h 33204"/>
                    <a:gd name="connsiteX8" fmla="*/ 7350 w 53929"/>
                    <a:gd name="connsiteY8" fmla="*/ 2184 h 33204"/>
                    <a:gd name="connsiteX9" fmla="*/ 966 w 53929"/>
                    <a:gd name="connsiteY9" fmla="*/ 7504 h 33204"/>
                    <a:gd name="connsiteX10" fmla="*/ 28452 w 53929"/>
                    <a:gd name="connsiteY10" fmla="*/ 32861 h 33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3929" h="33204">
                      <a:moveTo>
                        <a:pt x="28452" y="32861"/>
                      </a:moveTo>
                      <a:cubicBezTo>
                        <a:pt x="30846" y="33304"/>
                        <a:pt x="33417" y="33482"/>
                        <a:pt x="35589" y="32373"/>
                      </a:cubicBezTo>
                      <a:cubicBezTo>
                        <a:pt x="37672" y="31309"/>
                        <a:pt x="39047" y="29270"/>
                        <a:pt x="40598" y="27541"/>
                      </a:cubicBezTo>
                      <a:cubicBezTo>
                        <a:pt x="43302" y="24482"/>
                        <a:pt x="46716" y="22133"/>
                        <a:pt x="49509" y="19163"/>
                      </a:cubicBezTo>
                      <a:cubicBezTo>
                        <a:pt x="52302" y="16192"/>
                        <a:pt x="54474" y="12203"/>
                        <a:pt x="53809" y="8169"/>
                      </a:cubicBezTo>
                      <a:cubicBezTo>
                        <a:pt x="53720" y="7637"/>
                        <a:pt x="53587" y="7105"/>
                        <a:pt x="53188" y="6750"/>
                      </a:cubicBezTo>
                      <a:cubicBezTo>
                        <a:pt x="52568" y="6174"/>
                        <a:pt x="51592" y="6262"/>
                        <a:pt x="50750" y="6395"/>
                      </a:cubicBezTo>
                      <a:cubicBezTo>
                        <a:pt x="42460" y="7858"/>
                        <a:pt x="34126" y="9898"/>
                        <a:pt x="25703" y="9410"/>
                      </a:cubicBezTo>
                      <a:cubicBezTo>
                        <a:pt x="17990" y="8966"/>
                        <a:pt x="13734" y="5465"/>
                        <a:pt x="7350" y="2184"/>
                      </a:cubicBezTo>
                      <a:cubicBezTo>
                        <a:pt x="479" y="-1318"/>
                        <a:pt x="-1383" y="-1318"/>
                        <a:pt x="966" y="7504"/>
                      </a:cubicBezTo>
                      <a:cubicBezTo>
                        <a:pt x="4247" y="20094"/>
                        <a:pt x="15729" y="30511"/>
                        <a:pt x="28452" y="32861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19" name="Forme libre : forme 18818">
                  <a:extLst>
                    <a:ext uri="{FF2B5EF4-FFF2-40B4-BE49-F238E27FC236}">
                      <a16:creationId xmlns:a16="http://schemas.microsoft.com/office/drawing/2014/main" id="{C9E3F9AB-8F32-4CB9-A340-A4F62955D6C5}"/>
                    </a:ext>
                  </a:extLst>
                </p:cNvPr>
                <p:cNvSpPr/>
                <p:nvPr/>
              </p:nvSpPr>
              <p:spPr>
                <a:xfrm>
                  <a:off x="7347409" y="6202309"/>
                  <a:ext cx="58348" cy="71919"/>
                </a:xfrm>
                <a:custGeom>
                  <a:avLst/>
                  <a:gdLst>
                    <a:gd name="connsiteX0" fmla="*/ 187 w 58348"/>
                    <a:gd name="connsiteY0" fmla="*/ 33860 h 71919"/>
                    <a:gd name="connsiteX1" fmla="*/ 4708 w 58348"/>
                    <a:gd name="connsiteY1" fmla="*/ 51238 h 71919"/>
                    <a:gd name="connsiteX2" fmla="*/ 13397 w 58348"/>
                    <a:gd name="connsiteY2" fmla="*/ 60724 h 71919"/>
                    <a:gd name="connsiteX3" fmla="*/ 36494 w 58348"/>
                    <a:gd name="connsiteY3" fmla="*/ 71807 h 71919"/>
                    <a:gd name="connsiteX4" fmla="*/ 58349 w 58348"/>
                    <a:gd name="connsiteY4" fmla="*/ 60946 h 71919"/>
                    <a:gd name="connsiteX5" fmla="*/ 37602 w 58348"/>
                    <a:gd name="connsiteY5" fmla="*/ 37761 h 71919"/>
                    <a:gd name="connsiteX6" fmla="*/ 23017 w 58348"/>
                    <a:gd name="connsiteY6" fmla="*/ 9433 h 71919"/>
                    <a:gd name="connsiteX7" fmla="*/ 7767 w 58348"/>
                    <a:gd name="connsiteY7" fmla="*/ 3139 h 71919"/>
                    <a:gd name="connsiteX8" fmla="*/ 187 w 58348"/>
                    <a:gd name="connsiteY8" fmla="*/ 33860 h 71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348" h="71919">
                      <a:moveTo>
                        <a:pt x="187" y="33860"/>
                      </a:moveTo>
                      <a:cubicBezTo>
                        <a:pt x="497" y="39889"/>
                        <a:pt x="1605" y="46051"/>
                        <a:pt x="4708" y="51238"/>
                      </a:cubicBezTo>
                      <a:cubicBezTo>
                        <a:pt x="6925" y="54917"/>
                        <a:pt x="10072" y="57976"/>
                        <a:pt x="13397" y="60724"/>
                      </a:cubicBezTo>
                      <a:cubicBezTo>
                        <a:pt x="20047" y="66266"/>
                        <a:pt x="27849" y="70965"/>
                        <a:pt x="36494" y="71807"/>
                      </a:cubicBezTo>
                      <a:cubicBezTo>
                        <a:pt x="45138" y="72649"/>
                        <a:pt x="54625" y="68748"/>
                        <a:pt x="58349" y="60946"/>
                      </a:cubicBezTo>
                      <a:cubicBezTo>
                        <a:pt x="58349" y="60990"/>
                        <a:pt x="39198" y="40110"/>
                        <a:pt x="37602" y="37761"/>
                      </a:cubicBezTo>
                      <a:cubicBezTo>
                        <a:pt x="31484" y="28939"/>
                        <a:pt x="26918" y="19452"/>
                        <a:pt x="23017" y="9433"/>
                      </a:cubicBezTo>
                      <a:cubicBezTo>
                        <a:pt x="19914" y="1542"/>
                        <a:pt x="16101" y="-3644"/>
                        <a:pt x="7767" y="3139"/>
                      </a:cubicBezTo>
                      <a:cubicBezTo>
                        <a:pt x="-434" y="9788"/>
                        <a:pt x="-301" y="24373"/>
                        <a:pt x="187" y="33860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20" name="Forme libre : forme 18819">
                  <a:extLst>
                    <a:ext uri="{FF2B5EF4-FFF2-40B4-BE49-F238E27FC236}">
                      <a16:creationId xmlns:a16="http://schemas.microsoft.com/office/drawing/2014/main" id="{8C284953-AD89-44CD-84B3-6103AB47FCC3}"/>
                    </a:ext>
                  </a:extLst>
                </p:cNvPr>
                <p:cNvSpPr/>
                <p:nvPr/>
              </p:nvSpPr>
              <p:spPr>
                <a:xfrm>
                  <a:off x="7418382" y="6108230"/>
                  <a:ext cx="47916" cy="100265"/>
                </a:xfrm>
                <a:custGeom>
                  <a:avLst/>
                  <a:gdLst>
                    <a:gd name="connsiteX0" fmla="*/ 29091 w 47916"/>
                    <a:gd name="connsiteY0" fmla="*/ 0 h 100265"/>
                    <a:gd name="connsiteX1" fmla="*/ 7147 w 47916"/>
                    <a:gd name="connsiteY1" fmla="*/ 25889 h 100265"/>
                    <a:gd name="connsiteX2" fmla="*/ 5463 w 47916"/>
                    <a:gd name="connsiteY2" fmla="*/ 76382 h 100265"/>
                    <a:gd name="connsiteX3" fmla="*/ 43188 w 47916"/>
                    <a:gd name="connsiteY3" fmla="*/ 99789 h 100265"/>
                    <a:gd name="connsiteX4" fmla="*/ 47577 w 47916"/>
                    <a:gd name="connsiteY4" fmla="*/ 99346 h 100265"/>
                    <a:gd name="connsiteX5" fmla="*/ 47577 w 47916"/>
                    <a:gd name="connsiteY5" fmla="*/ 96375 h 100265"/>
                    <a:gd name="connsiteX6" fmla="*/ 38888 w 47916"/>
                    <a:gd name="connsiteY6" fmla="*/ 76338 h 100265"/>
                    <a:gd name="connsiteX7" fmla="*/ 33923 w 47916"/>
                    <a:gd name="connsiteY7" fmla="*/ 16225 h 100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16" h="100265">
                      <a:moveTo>
                        <a:pt x="29091" y="0"/>
                      </a:moveTo>
                      <a:cubicBezTo>
                        <a:pt x="18451" y="4611"/>
                        <a:pt x="11846" y="15294"/>
                        <a:pt x="7147" y="25889"/>
                      </a:cubicBezTo>
                      <a:cubicBezTo>
                        <a:pt x="54" y="41937"/>
                        <a:pt x="-3803" y="61487"/>
                        <a:pt x="5463" y="76382"/>
                      </a:cubicBezTo>
                      <a:cubicBezTo>
                        <a:pt x="13442" y="89194"/>
                        <a:pt x="28869" y="94913"/>
                        <a:pt x="43188" y="99789"/>
                      </a:cubicBezTo>
                      <a:cubicBezTo>
                        <a:pt x="44695" y="100321"/>
                        <a:pt x="46690" y="100675"/>
                        <a:pt x="47577" y="99346"/>
                      </a:cubicBezTo>
                      <a:cubicBezTo>
                        <a:pt x="48153" y="98503"/>
                        <a:pt x="47887" y="97351"/>
                        <a:pt x="47577" y="96375"/>
                      </a:cubicBezTo>
                      <a:cubicBezTo>
                        <a:pt x="45360" y="89416"/>
                        <a:pt x="41592" y="83121"/>
                        <a:pt x="38888" y="76338"/>
                      </a:cubicBezTo>
                      <a:cubicBezTo>
                        <a:pt x="31352" y="57497"/>
                        <a:pt x="32549" y="36440"/>
                        <a:pt x="33923" y="16225"/>
                      </a:cubicBezTo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21" name="Forme libre : forme 18820">
                  <a:extLst>
                    <a:ext uri="{FF2B5EF4-FFF2-40B4-BE49-F238E27FC236}">
                      <a16:creationId xmlns:a16="http://schemas.microsoft.com/office/drawing/2014/main" id="{1E69F798-621F-4AFF-8AC6-75EB6B1331E1}"/>
                    </a:ext>
                  </a:extLst>
                </p:cNvPr>
                <p:cNvSpPr/>
                <p:nvPr/>
              </p:nvSpPr>
              <p:spPr>
                <a:xfrm>
                  <a:off x="7339716" y="6143573"/>
                  <a:ext cx="28398" cy="41446"/>
                </a:xfrm>
                <a:custGeom>
                  <a:avLst/>
                  <a:gdLst>
                    <a:gd name="connsiteX0" fmla="*/ 9076 w 28398"/>
                    <a:gd name="connsiteY0" fmla="*/ 40862 h 41446"/>
                    <a:gd name="connsiteX1" fmla="*/ 18297 w 28398"/>
                    <a:gd name="connsiteY1" fmla="*/ 875 h 41446"/>
                    <a:gd name="connsiteX2" fmla="*/ 9076 w 28398"/>
                    <a:gd name="connsiteY2" fmla="*/ 40862 h 4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8398" h="41446">
                      <a:moveTo>
                        <a:pt x="9076" y="40862"/>
                      </a:moveTo>
                      <a:cubicBezTo>
                        <a:pt x="24282" y="46624"/>
                        <a:pt x="38733" y="8057"/>
                        <a:pt x="18297" y="875"/>
                      </a:cubicBezTo>
                      <a:cubicBezTo>
                        <a:pt x="-2760" y="-6528"/>
                        <a:pt x="-5376" y="35320"/>
                        <a:pt x="9076" y="40862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22" name="Forme libre : forme 18821">
                  <a:extLst>
                    <a:ext uri="{FF2B5EF4-FFF2-40B4-BE49-F238E27FC236}">
                      <a16:creationId xmlns:a16="http://schemas.microsoft.com/office/drawing/2014/main" id="{3B740EE6-116A-460C-A663-D9D874B06497}"/>
                    </a:ext>
                  </a:extLst>
                </p:cNvPr>
                <p:cNvSpPr/>
                <p:nvPr/>
              </p:nvSpPr>
              <p:spPr>
                <a:xfrm>
                  <a:off x="7393884" y="6054197"/>
                  <a:ext cx="56176" cy="33651"/>
                </a:xfrm>
                <a:custGeom>
                  <a:avLst/>
                  <a:gdLst>
                    <a:gd name="connsiteX0" fmla="*/ 20030 w 56176"/>
                    <a:gd name="connsiteY0" fmla="*/ 33641 h 33651"/>
                    <a:gd name="connsiteX1" fmla="*/ 40024 w 56176"/>
                    <a:gd name="connsiteY1" fmla="*/ 28631 h 33651"/>
                    <a:gd name="connsiteX2" fmla="*/ 54919 w 56176"/>
                    <a:gd name="connsiteY2" fmla="*/ 21671 h 33651"/>
                    <a:gd name="connsiteX3" fmla="*/ 56160 w 56176"/>
                    <a:gd name="connsiteY3" fmla="*/ 19721 h 33651"/>
                    <a:gd name="connsiteX4" fmla="*/ 54919 w 56176"/>
                    <a:gd name="connsiteY4" fmla="*/ 18346 h 33651"/>
                    <a:gd name="connsiteX5" fmla="*/ 6909 w 56176"/>
                    <a:gd name="connsiteY5" fmla="*/ 3717 h 33651"/>
                    <a:gd name="connsiteX6" fmla="*/ 20030 w 56176"/>
                    <a:gd name="connsiteY6" fmla="*/ 33641 h 33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176" h="33651">
                      <a:moveTo>
                        <a:pt x="20030" y="33641"/>
                      </a:moveTo>
                      <a:cubicBezTo>
                        <a:pt x="26946" y="33508"/>
                        <a:pt x="33551" y="31025"/>
                        <a:pt x="40024" y="28631"/>
                      </a:cubicBezTo>
                      <a:cubicBezTo>
                        <a:pt x="45166" y="26725"/>
                        <a:pt x="50442" y="24863"/>
                        <a:pt x="54919" y="21671"/>
                      </a:cubicBezTo>
                      <a:cubicBezTo>
                        <a:pt x="55584" y="21184"/>
                        <a:pt x="56293" y="20519"/>
                        <a:pt x="56160" y="19721"/>
                      </a:cubicBezTo>
                      <a:cubicBezTo>
                        <a:pt x="56071" y="19100"/>
                        <a:pt x="55451" y="18701"/>
                        <a:pt x="54919" y="18346"/>
                      </a:cubicBezTo>
                      <a:cubicBezTo>
                        <a:pt x="41930" y="10278"/>
                        <a:pt x="22823" y="-7764"/>
                        <a:pt x="6909" y="3717"/>
                      </a:cubicBezTo>
                      <a:cubicBezTo>
                        <a:pt x="-8120" y="14534"/>
                        <a:pt x="3717" y="34173"/>
                        <a:pt x="20030" y="33641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23" name="Forme libre : forme 18822">
                  <a:extLst>
                    <a:ext uri="{FF2B5EF4-FFF2-40B4-BE49-F238E27FC236}">
                      <a16:creationId xmlns:a16="http://schemas.microsoft.com/office/drawing/2014/main" id="{7C308964-BF6B-4E40-90A8-EDCA8D8A60DE}"/>
                    </a:ext>
                  </a:extLst>
                </p:cNvPr>
                <p:cNvSpPr/>
                <p:nvPr/>
              </p:nvSpPr>
              <p:spPr>
                <a:xfrm>
                  <a:off x="7428501" y="5991522"/>
                  <a:ext cx="68756" cy="29846"/>
                </a:xfrm>
                <a:custGeom>
                  <a:avLst/>
                  <a:gdLst>
                    <a:gd name="connsiteX0" fmla="*/ 1373 w 68756"/>
                    <a:gd name="connsiteY0" fmla="*/ 20066 h 29846"/>
                    <a:gd name="connsiteX1" fmla="*/ 5939 w 68756"/>
                    <a:gd name="connsiteY1" fmla="*/ 25563 h 29846"/>
                    <a:gd name="connsiteX2" fmla="*/ 38655 w 68756"/>
                    <a:gd name="connsiteY2" fmla="*/ 25341 h 29846"/>
                    <a:gd name="connsiteX3" fmla="*/ 68756 w 68756"/>
                    <a:gd name="connsiteY3" fmla="*/ 8850 h 29846"/>
                    <a:gd name="connsiteX4" fmla="*/ 41049 w 68756"/>
                    <a:gd name="connsiteY4" fmla="*/ 6811 h 29846"/>
                    <a:gd name="connsiteX5" fmla="*/ 24957 w 68756"/>
                    <a:gd name="connsiteY5" fmla="*/ 5703 h 29846"/>
                    <a:gd name="connsiteX6" fmla="*/ 10505 w 68756"/>
                    <a:gd name="connsiteY6" fmla="*/ 29 h 29846"/>
                    <a:gd name="connsiteX7" fmla="*/ 1373 w 68756"/>
                    <a:gd name="connsiteY7" fmla="*/ 20066 h 29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756" h="29846">
                      <a:moveTo>
                        <a:pt x="1373" y="20066"/>
                      </a:moveTo>
                      <a:cubicBezTo>
                        <a:pt x="2215" y="22327"/>
                        <a:pt x="3988" y="24144"/>
                        <a:pt x="5939" y="25563"/>
                      </a:cubicBezTo>
                      <a:cubicBezTo>
                        <a:pt x="15204" y="32257"/>
                        <a:pt x="28326" y="30262"/>
                        <a:pt x="38655" y="25341"/>
                      </a:cubicBezTo>
                      <a:cubicBezTo>
                        <a:pt x="48984" y="20421"/>
                        <a:pt x="58072" y="12973"/>
                        <a:pt x="68756" y="8850"/>
                      </a:cubicBezTo>
                      <a:cubicBezTo>
                        <a:pt x="59580" y="7432"/>
                        <a:pt x="50314" y="6766"/>
                        <a:pt x="41049" y="6811"/>
                      </a:cubicBezTo>
                      <a:cubicBezTo>
                        <a:pt x="35641" y="6855"/>
                        <a:pt x="30188" y="7077"/>
                        <a:pt x="24957" y="5703"/>
                      </a:cubicBezTo>
                      <a:cubicBezTo>
                        <a:pt x="20125" y="4417"/>
                        <a:pt x="15515" y="383"/>
                        <a:pt x="10505" y="29"/>
                      </a:cubicBezTo>
                      <a:cubicBezTo>
                        <a:pt x="-46" y="-681"/>
                        <a:pt x="-1686" y="11953"/>
                        <a:pt x="1373" y="20066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24" name="Forme libre : forme 18823">
                  <a:extLst>
                    <a:ext uri="{FF2B5EF4-FFF2-40B4-BE49-F238E27FC236}">
                      <a16:creationId xmlns:a16="http://schemas.microsoft.com/office/drawing/2014/main" id="{3BD2AC35-29E3-4311-838E-937CB1D8A2AC}"/>
                    </a:ext>
                  </a:extLst>
                </p:cNvPr>
                <p:cNvSpPr/>
                <p:nvPr/>
              </p:nvSpPr>
              <p:spPr>
                <a:xfrm>
                  <a:off x="7515414" y="6010307"/>
                  <a:ext cx="41238" cy="55376"/>
                </a:xfrm>
                <a:custGeom>
                  <a:avLst/>
                  <a:gdLst>
                    <a:gd name="connsiteX0" fmla="*/ 1748 w 41238"/>
                    <a:gd name="connsiteY0" fmla="*/ 10768 h 55376"/>
                    <a:gd name="connsiteX1" fmla="*/ 2723 w 41238"/>
                    <a:gd name="connsiteY1" fmla="*/ 32047 h 55376"/>
                    <a:gd name="connsiteX2" fmla="*/ 29410 w 41238"/>
                    <a:gd name="connsiteY2" fmla="*/ 54745 h 55376"/>
                    <a:gd name="connsiteX3" fmla="*/ 40803 w 41238"/>
                    <a:gd name="connsiteY3" fmla="*/ 51863 h 55376"/>
                    <a:gd name="connsiteX4" fmla="*/ 37168 w 41238"/>
                    <a:gd name="connsiteY4" fmla="*/ 41623 h 55376"/>
                    <a:gd name="connsiteX5" fmla="*/ 19746 w 41238"/>
                    <a:gd name="connsiteY5" fmla="*/ 12187 h 55376"/>
                    <a:gd name="connsiteX6" fmla="*/ 13495 w 41238"/>
                    <a:gd name="connsiteY6" fmla="*/ 85 h 55376"/>
                    <a:gd name="connsiteX7" fmla="*/ 1748 w 41238"/>
                    <a:gd name="connsiteY7" fmla="*/ 10768 h 55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1238" h="55376">
                      <a:moveTo>
                        <a:pt x="1748" y="10768"/>
                      </a:moveTo>
                      <a:cubicBezTo>
                        <a:pt x="-1134" y="17462"/>
                        <a:pt x="-203" y="25353"/>
                        <a:pt x="2723" y="32047"/>
                      </a:cubicBezTo>
                      <a:cubicBezTo>
                        <a:pt x="7555" y="43086"/>
                        <a:pt x="17751" y="51509"/>
                        <a:pt x="29410" y="54745"/>
                      </a:cubicBezTo>
                      <a:cubicBezTo>
                        <a:pt x="33533" y="55897"/>
                        <a:pt x="39074" y="55764"/>
                        <a:pt x="40803" y="51863"/>
                      </a:cubicBezTo>
                      <a:cubicBezTo>
                        <a:pt x="42311" y="48361"/>
                        <a:pt x="39606" y="44593"/>
                        <a:pt x="37168" y="41623"/>
                      </a:cubicBezTo>
                      <a:cubicBezTo>
                        <a:pt x="29942" y="32757"/>
                        <a:pt x="24046" y="22827"/>
                        <a:pt x="19746" y="12187"/>
                      </a:cubicBezTo>
                      <a:cubicBezTo>
                        <a:pt x="18505" y="9083"/>
                        <a:pt x="17352" y="1015"/>
                        <a:pt x="13495" y="85"/>
                      </a:cubicBezTo>
                      <a:cubicBezTo>
                        <a:pt x="8929" y="-935"/>
                        <a:pt x="3166" y="7532"/>
                        <a:pt x="1748" y="10768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25" name="Forme libre : forme 18824">
                  <a:extLst>
                    <a:ext uri="{FF2B5EF4-FFF2-40B4-BE49-F238E27FC236}">
                      <a16:creationId xmlns:a16="http://schemas.microsoft.com/office/drawing/2014/main" id="{1CF3FDDD-3265-4750-95F4-F6119722CB53}"/>
                    </a:ext>
                  </a:extLst>
                </p:cNvPr>
                <p:cNvSpPr/>
                <p:nvPr/>
              </p:nvSpPr>
              <p:spPr>
                <a:xfrm>
                  <a:off x="7500636" y="6091383"/>
                  <a:ext cx="42510" cy="58892"/>
                </a:xfrm>
                <a:custGeom>
                  <a:avLst/>
                  <a:gdLst>
                    <a:gd name="connsiteX0" fmla="*/ 34 w 42510"/>
                    <a:gd name="connsiteY0" fmla="*/ 19019 h 58892"/>
                    <a:gd name="connsiteX1" fmla="*/ 8147 w 42510"/>
                    <a:gd name="connsiteY1" fmla="*/ 38658 h 58892"/>
                    <a:gd name="connsiteX2" fmla="*/ 30046 w 42510"/>
                    <a:gd name="connsiteY2" fmla="*/ 57144 h 58892"/>
                    <a:gd name="connsiteX3" fmla="*/ 37627 w 42510"/>
                    <a:gd name="connsiteY3" fmla="*/ 58252 h 58892"/>
                    <a:gd name="connsiteX4" fmla="*/ 40154 w 42510"/>
                    <a:gd name="connsiteY4" fmla="*/ 54662 h 58892"/>
                    <a:gd name="connsiteX5" fmla="*/ 41351 w 42510"/>
                    <a:gd name="connsiteY5" fmla="*/ 37771 h 58892"/>
                    <a:gd name="connsiteX6" fmla="*/ 38114 w 42510"/>
                    <a:gd name="connsiteY6" fmla="*/ 32319 h 58892"/>
                    <a:gd name="connsiteX7" fmla="*/ 26899 w 42510"/>
                    <a:gd name="connsiteY7" fmla="*/ 16049 h 58892"/>
                    <a:gd name="connsiteX8" fmla="*/ 16259 w 42510"/>
                    <a:gd name="connsiteY8" fmla="*/ 711 h 58892"/>
                    <a:gd name="connsiteX9" fmla="*/ 34 w 42510"/>
                    <a:gd name="connsiteY9" fmla="*/ 19019 h 58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2510" h="58892">
                      <a:moveTo>
                        <a:pt x="34" y="19019"/>
                      </a:moveTo>
                      <a:cubicBezTo>
                        <a:pt x="-409" y="26245"/>
                        <a:pt x="3536" y="33028"/>
                        <a:pt x="8147" y="38658"/>
                      </a:cubicBezTo>
                      <a:cubicBezTo>
                        <a:pt x="14220" y="46106"/>
                        <a:pt x="21712" y="52401"/>
                        <a:pt x="30046" y="57144"/>
                      </a:cubicBezTo>
                      <a:cubicBezTo>
                        <a:pt x="32396" y="58474"/>
                        <a:pt x="35322" y="59671"/>
                        <a:pt x="37627" y="58252"/>
                      </a:cubicBezTo>
                      <a:cubicBezTo>
                        <a:pt x="38912" y="57455"/>
                        <a:pt x="39577" y="56036"/>
                        <a:pt x="40154" y="54662"/>
                      </a:cubicBezTo>
                      <a:cubicBezTo>
                        <a:pt x="42370" y="49297"/>
                        <a:pt x="43523" y="43136"/>
                        <a:pt x="41351" y="37771"/>
                      </a:cubicBezTo>
                      <a:cubicBezTo>
                        <a:pt x="40553" y="35821"/>
                        <a:pt x="39356" y="34048"/>
                        <a:pt x="38114" y="32319"/>
                      </a:cubicBezTo>
                      <a:cubicBezTo>
                        <a:pt x="34391" y="26911"/>
                        <a:pt x="30667" y="21502"/>
                        <a:pt x="26899" y="16049"/>
                      </a:cubicBezTo>
                      <a:cubicBezTo>
                        <a:pt x="24372" y="12370"/>
                        <a:pt x="20160" y="2750"/>
                        <a:pt x="16259" y="711"/>
                      </a:cubicBezTo>
                      <a:cubicBezTo>
                        <a:pt x="8324" y="-3456"/>
                        <a:pt x="34" y="11749"/>
                        <a:pt x="34" y="1901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26" name="Forme libre : forme 18825">
                  <a:extLst>
                    <a:ext uri="{FF2B5EF4-FFF2-40B4-BE49-F238E27FC236}">
                      <a16:creationId xmlns:a16="http://schemas.microsoft.com/office/drawing/2014/main" id="{E11EEA72-D052-4154-828F-065AB13B4A53}"/>
                    </a:ext>
                  </a:extLst>
                </p:cNvPr>
                <p:cNvSpPr/>
                <p:nvPr/>
              </p:nvSpPr>
              <p:spPr>
                <a:xfrm>
                  <a:off x="7531343" y="5900667"/>
                  <a:ext cx="88250" cy="96166"/>
                </a:xfrm>
                <a:custGeom>
                  <a:avLst/>
                  <a:gdLst>
                    <a:gd name="connsiteX0" fmla="*/ 10599 w 88250"/>
                    <a:gd name="connsiteY0" fmla="*/ 26649 h 96166"/>
                    <a:gd name="connsiteX1" fmla="*/ 4 w 88250"/>
                    <a:gd name="connsiteY1" fmla="*/ 48681 h 96166"/>
                    <a:gd name="connsiteX2" fmla="*/ 7940 w 88250"/>
                    <a:gd name="connsiteY2" fmla="*/ 67921 h 96166"/>
                    <a:gd name="connsiteX3" fmla="*/ 14190 w 88250"/>
                    <a:gd name="connsiteY3" fmla="*/ 75634 h 96166"/>
                    <a:gd name="connsiteX4" fmla="*/ 50143 w 88250"/>
                    <a:gd name="connsiteY4" fmla="*/ 82772 h 96166"/>
                    <a:gd name="connsiteX5" fmla="*/ 72929 w 88250"/>
                    <a:gd name="connsiteY5" fmla="*/ 95140 h 96166"/>
                    <a:gd name="connsiteX6" fmla="*/ 84366 w 88250"/>
                    <a:gd name="connsiteY6" fmla="*/ 94254 h 96166"/>
                    <a:gd name="connsiteX7" fmla="*/ 87425 w 88250"/>
                    <a:gd name="connsiteY7" fmla="*/ 89288 h 96166"/>
                    <a:gd name="connsiteX8" fmla="*/ 75544 w 88250"/>
                    <a:gd name="connsiteY8" fmla="*/ 55641 h 96166"/>
                    <a:gd name="connsiteX9" fmla="*/ 64994 w 88250"/>
                    <a:gd name="connsiteY9" fmla="*/ 26560 h 96166"/>
                    <a:gd name="connsiteX10" fmla="*/ 57812 w 88250"/>
                    <a:gd name="connsiteY10" fmla="*/ 2134 h 96166"/>
                    <a:gd name="connsiteX11" fmla="*/ 10599 w 88250"/>
                    <a:gd name="connsiteY11" fmla="*/ 26649 h 9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8250" h="96166">
                      <a:moveTo>
                        <a:pt x="10599" y="26649"/>
                      </a:moveTo>
                      <a:cubicBezTo>
                        <a:pt x="4970" y="32810"/>
                        <a:pt x="-173" y="40303"/>
                        <a:pt x="4" y="48681"/>
                      </a:cubicBezTo>
                      <a:cubicBezTo>
                        <a:pt x="182" y="55730"/>
                        <a:pt x="4083" y="62025"/>
                        <a:pt x="7940" y="67921"/>
                      </a:cubicBezTo>
                      <a:cubicBezTo>
                        <a:pt x="9757" y="70714"/>
                        <a:pt x="11619" y="73507"/>
                        <a:pt x="14190" y="75634"/>
                      </a:cubicBezTo>
                      <a:cubicBezTo>
                        <a:pt x="23766" y="83525"/>
                        <a:pt x="38351" y="78870"/>
                        <a:pt x="50143" y="82772"/>
                      </a:cubicBezTo>
                      <a:cubicBezTo>
                        <a:pt x="58388" y="85476"/>
                        <a:pt x="64772" y="92258"/>
                        <a:pt x="72929" y="95140"/>
                      </a:cubicBezTo>
                      <a:cubicBezTo>
                        <a:pt x="76697" y="96470"/>
                        <a:pt x="81307" y="96825"/>
                        <a:pt x="84366" y="94254"/>
                      </a:cubicBezTo>
                      <a:cubicBezTo>
                        <a:pt x="85874" y="92968"/>
                        <a:pt x="86804" y="91150"/>
                        <a:pt x="87425" y="89288"/>
                      </a:cubicBezTo>
                      <a:cubicBezTo>
                        <a:pt x="91060" y="77541"/>
                        <a:pt x="81884" y="66192"/>
                        <a:pt x="75544" y="55641"/>
                      </a:cubicBezTo>
                      <a:cubicBezTo>
                        <a:pt x="70180" y="46730"/>
                        <a:pt x="66634" y="36800"/>
                        <a:pt x="64994" y="26560"/>
                      </a:cubicBezTo>
                      <a:cubicBezTo>
                        <a:pt x="63752" y="18802"/>
                        <a:pt x="65304" y="7365"/>
                        <a:pt x="57812" y="2134"/>
                      </a:cubicBezTo>
                      <a:cubicBezTo>
                        <a:pt x="44335" y="-7397"/>
                        <a:pt x="18889" y="17561"/>
                        <a:pt x="10599" y="2664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27" name="Forme libre : forme 18826">
                  <a:extLst>
                    <a:ext uri="{FF2B5EF4-FFF2-40B4-BE49-F238E27FC236}">
                      <a16:creationId xmlns:a16="http://schemas.microsoft.com/office/drawing/2014/main" id="{5723A325-A44C-46F8-88DD-1602FF77ACE9}"/>
                    </a:ext>
                  </a:extLst>
                </p:cNvPr>
                <p:cNvSpPr/>
                <p:nvPr/>
              </p:nvSpPr>
              <p:spPr>
                <a:xfrm>
                  <a:off x="7527057" y="5875609"/>
                  <a:ext cx="40835" cy="42662"/>
                </a:xfrm>
                <a:custGeom>
                  <a:avLst/>
                  <a:gdLst>
                    <a:gd name="connsiteX0" fmla="*/ 10807 w 40835"/>
                    <a:gd name="connsiteY0" fmla="*/ 37210 h 42662"/>
                    <a:gd name="connsiteX1" fmla="*/ 522 w 40835"/>
                    <a:gd name="connsiteY1" fmla="*/ 42663 h 42662"/>
                    <a:gd name="connsiteX2" fmla="*/ 1897 w 40835"/>
                    <a:gd name="connsiteY2" fmla="*/ 32866 h 42662"/>
                    <a:gd name="connsiteX3" fmla="*/ 20117 w 40835"/>
                    <a:gd name="connsiteY3" fmla="*/ 6001 h 42662"/>
                    <a:gd name="connsiteX4" fmla="*/ 36741 w 40835"/>
                    <a:gd name="connsiteY4" fmla="*/ 814 h 42662"/>
                    <a:gd name="connsiteX5" fmla="*/ 10807 w 40835"/>
                    <a:gd name="connsiteY5" fmla="*/ 37210 h 42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835" h="42662">
                      <a:moveTo>
                        <a:pt x="10807" y="37210"/>
                      </a:moveTo>
                      <a:cubicBezTo>
                        <a:pt x="7571" y="39382"/>
                        <a:pt x="4291" y="41599"/>
                        <a:pt x="522" y="42663"/>
                      </a:cubicBezTo>
                      <a:cubicBezTo>
                        <a:pt x="-630" y="39471"/>
                        <a:pt x="256" y="35836"/>
                        <a:pt x="1897" y="32866"/>
                      </a:cubicBezTo>
                      <a:cubicBezTo>
                        <a:pt x="6507" y="24620"/>
                        <a:pt x="13866" y="12917"/>
                        <a:pt x="20117" y="6001"/>
                      </a:cubicBezTo>
                      <a:cubicBezTo>
                        <a:pt x="23663" y="2100"/>
                        <a:pt x="31288" y="-1713"/>
                        <a:pt x="36741" y="814"/>
                      </a:cubicBezTo>
                      <a:cubicBezTo>
                        <a:pt x="52744" y="8306"/>
                        <a:pt x="17102" y="32998"/>
                        <a:pt x="10807" y="37210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28" name="Forme libre : forme 18827">
                  <a:extLst>
                    <a:ext uri="{FF2B5EF4-FFF2-40B4-BE49-F238E27FC236}">
                      <a16:creationId xmlns:a16="http://schemas.microsoft.com/office/drawing/2014/main" id="{85FE55DA-2837-412C-AF97-7F8988A91398}"/>
                    </a:ext>
                  </a:extLst>
                </p:cNvPr>
                <p:cNvSpPr/>
                <p:nvPr/>
              </p:nvSpPr>
              <p:spPr>
                <a:xfrm>
                  <a:off x="7642925" y="5910996"/>
                  <a:ext cx="90394" cy="64685"/>
                </a:xfrm>
                <a:custGeom>
                  <a:avLst/>
                  <a:gdLst>
                    <a:gd name="connsiteX0" fmla="*/ 20706 w 90394"/>
                    <a:gd name="connsiteY0" fmla="*/ 5281 h 64685"/>
                    <a:gd name="connsiteX1" fmla="*/ 4 w 90394"/>
                    <a:gd name="connsiteY1" fmla="*/ 25674 h 64685"/>
                    <a:gd name="connsiteX2" fmla="*/ 2575 w 90394"/>
                    <a:gd name="connsiteY2" fmla="*/ 39194 h 64685"/>
                    <a:gd name="connsiteX3" fmla="*/ 4969 w 90394"/>
                    <a:gd name="connsiteY3" fmla="*/ 54799 h 64685"/>
                    <a:gd name="connsiteX4" fmla="*/ 15963 w 90394"/>
                    <a:gd name="connsiteY4" fmla="*/ 64684 h 64685"/>
                    <a:gd name="connsiteX5" fmla="*/ 26957 w 90394"/>
                    <a:gd name="connsiteY5" fmla="*/ 59719 h 64685"/>
                    <a:gd name="connsiteX6" fmla="*/ 65436 w 90394"/>
                    <a:gd name="connsiteY6" fmla="*/ 41854 h 64685"/>
                    <a:gd name="connsiteX7" fmla="*/ 90394 w 90394"/>
                    <a:gd name="connsiteY7" fmla="*/ 10025 h 64685"/>
                    <a:gd name="connsiteX8" fmla="*/ 31212 w 90394"/>
                    <a:gd name="connsiteY8" fmla="*/ 1114 h 64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394" h="64685">
                      <a:moveTo>
                        <a:pt x="20706" y="5281"/>
                      </a:moveTo>
                      <a:cubicBezTo>
                        <a:pt x="9889" y="4882"/>
                        <a:pt x="-218" y="14812"/>
                        <a:pt x="4" y="25674"/>
                      </a:cubicBezTo>
                      <a:cubicBezTo>
                        <a:pt x="92" y="30284"/>
                        <a:pt x="1777" y="34672"/>
                        <a:pt x="2575" y="39194"/>
                      </a:cubicBezTo>
                      <a:cubicBezTo>
                        <a:pt x="3506" y="44381"/>
                        <a:pt x="3328" y="49745"/>
                        <a:pt x="4969" y="54799"/>
                      </a:cubicBezTo>
                      <a:cubicBezTo>
                        <a:pt x="6609" y="59853"/>
                        <a:pt x="10687" y="64596"/>
                        <a:pt x="15963" y="64684"/>
                      </a:cubicBezTo>
                      <a:cubicBezTo>
                        <a:pt x="20041" y="64729"/>
                        <a:pt x="23543" y="61980"/>
                        <a:pt x="26957" y="59719"/>
                      </a:cubicBezTo>
                      <a:cubicBezTo>
                        <a:pt x="38704" y="51828"/>
                        <a:pt x="52846" y="48327"/>
                        <a:pt x="65436" y="41854"/>
                      </a:cubicBezTo>
                      <a:cubicBezTo>
                        <a:pt x="78026" y="35382"/>
                        <a:pt x="89907" y="24166"/>
                        <a:pt x="90394" y="10025"/>
                      </a:cubicBezTo>
                      <a:cubicBezTo>
                        <a:pt x="72130" y="1247"/>
                        <a:pt x="51250" y="-1901"/>
                        <a:pt x="31212" y="1114"/>
                      </a:cubicBezTo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29" name="Forme libre : forme 18828">
                  <a:extLst>
                    <a:ext uri="{FF2B5EF4-FFF2-40B4-BE49-F238E27FC236}">
                      <a16:creationId xmlns:a16="http://schemas.microsoft.com/office/drawing/2014/main" id="{D651AAE3-0904-45DD-ACB5-564AB6A49F0C}"/>
                    </a:ext>
                  </a:extLst>
                </p:cNvPr>
                <p:cNvSpPr/>
                <p:nvPr/>
              </p:nvSpPr>
              <p:spPr>
                <a:xfrm>
                  <a:off x="7559351" y="6059637"/>
                  <a:ext cx="44807" cy="51833"/>
                </a:xfrm>
                <a:custGeom>
                  <a:avLst/>
                  <a:gdLst>
                    <a:gd name="connsiteX0" fmla="*/ 9589 w 44807"/>
                    <a:gd name="connsiteY0" fmla="*/ 26073 h 51833"/>
                    <a:gd name="connsiteX1" fmla="*/ 14 w 44807"/>
                    <a:gd name="connsiteY1" fmla="*/ 45800 h 51833"/>
                    <a:gd name="connsiteX2" fmla="*/ 1831 w 44807"/>
                    <a:gd name="connsiteY2" fmla="*/ 50632 h 51833"/>
                    <a:gd name="connsiteX3" fmla="*/ 9545 w 44807"/>
                    <a:gd name="connsiteY3" fmla="*/ 50233 h 51833"/>
                    <a:gd name="connsiteX4" fmla="*/ 14333 w 44807"/>
                    <a:gd name="connsiteY4" fmla="*/ 43406 h 51833"/>
                    <a:gd name="connsiteX5" fmla="*/ 26790 w 44807"/>
                    <a:gd name="connsiteY5" fmla="*/ 25496 h 51833"/>
                    <a:gd name="connsiteX6" fmla="*/ 39513 w 44807"/>
                    <a:gd name="connsiteY6" fmla="*/ 139 h 51833"/>
                    <a:gd name="connsiteX7" fmla="*/ 9589 w 44807"/>
                    <a:gd name="connsiteY7" fmla="*/ 26073 h 51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4807" h="51833">
                      <a:moveTo>
                        <a:pt x="9589" y="26073"/>
                      </a:moveTo>
                      <a:cubicBezTo>
                        <a:pt x="4713" y="31791"/>
                        <a:pt x="-296" y="38308"/>
                        <a:pt x="14" y="45800"/>
                      </a:cubicBezTo>
                      <a:cubicBezTo>
                        <a:pt x="102" y="47573"/>
                        <a:pt x="546" y="49435"/>
                        <a:pt x="1831" y="50632"/>
                      </a:cubicBezTo>
                      <a:cubicBezTo>
                        <a:pt x="3870" y="52538"/>
                        <a:pt x="7328" y="52006"/>
                        <a:pt x="9545" y="50233"/>
                      </a:cubicBezTo>
                      <a:cubicBezTo>
                        <a:pt x="11762" y="48504"/>
                        <a:pt x="13003" y="45844"/>
                        <a:pt x="14333" y="43406"/>
                      </a:cubicBezTo>
                      <a:cubicBezTo>
                        <a:pt x="17746" y="36978"/>
                        <a:pt x="21958" y="30949"/>
                        <a:pt x="26790" y="25496"/>
                      </a:cubicBezTo>
                      <a:cubicBezTo>
                        <a:pt x="30913" y="20886"/>
                        <a:pt x="55383" y="3242"/>
                        <a:pt x="39513" y="139"/>
                      </a:cubicBezTo>
                      <a:cubicBezTo>
                        <a:pt x="29139" y="-1900"/>
                        <a:pt x="15530" y="19112"/>
                        <a:pt x="9589" y="26073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30" name="Forme libre : forme 18829">
                  <a:extLst>
                    <a:ext uri="{FF2B5EF4-FFF2-40B4-BE49-F238E27FC236}">
                      <a16:creationId xmlns:a16="http://schemas.microsoft.com/office/drawing/2014/main" id="{D54AA5B1-2C69-4583-B9EF-7ABF4D2E9D11}"/>
                    </a:ext>
                  </a:extLst>
                </p:cNvPr>
                <p:cNvSpPr/>
                <p:nvPr/>
              </p:nvSpPr>
              <p:spPr>
                <a:xfrm>
                  <a:off x="7619913" y="5785223"/>
                  <a:ext cx="48306" cy="77080"/>
                </a:xfrm>
                <a:custGeom>
                  <a:avLst/>
                  <a:gdLst>
                    <a:gd name="connsiteX0" fmla="*/ 42565 w 48306"/>
                    <a:gd name="connsiteY0" fmla="*/ 53519 h 77080"/>
                    <a:gd name="connsiteX1" fmla="*/ 17696 w 48306"/>
                    <a:gd name="connsiteY1" fmla="*/ 76039 h 77080"/>
                    <a:gd name="connsiteX2" fmla="*/ 6391 w 48306"/>
                    <a:gd name="connsiteY2" fmla="*/ 76260 h 77080"/>
                    <a:gd name="connsiteX3" fmla="*/ 8 w 48306"/>
                    <a:gd name="connsiteY3" fmla="*/ 67616 h 77080"/>
                    <a:gd name="connsiteX4" fmla="*/ 2933 w 48306"/>
                    <a:gd name="connsiteY4" fmla="*/ 60568 h 77080"/>
                    <a:gd name="connsiteX5" fmla="*/ 16632 w 48306"/>
                    <a:gd name="connsiteY5" fmla="*/ 24881 h 77080"/>
                    <a:gd name="connsiteX6" fmla="*/ 31748 w 48306"/>
                    <a:gd name="connsiteY6" fmla="*/ 1696 h 77080"/>
                    <a:gd name="connsiteX7" fmla="*/ 42565 w 48306"/>
                    <a:gd name="connsiteY7" fmla="*/ 53519 h 77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306" h="77080">
                      <a:moveTo>
                        <a:pt x="42565" y="53519"/>
                      </a:moveTo>
                      <a:cubicBezTo>
                        <a:pt x="37600" y="63892"/>
                        <a:pt x="28734" y="72759"/>
                        <a:pt x="17696" y="76039"/>
                      </a:cubicBezTo>
                      <a:cubicBezTo>
                        <a:pt x="14016" y="77147"/>
                        <a:pt x="9982" y="77591"/>
                        <a:pt x="6391" y="76260"/>
                      </a:cubicBezTo>
                      <a:cubicBezTo>
                        <a:pt x="2800" y="74931"/>
                        <a:pt x="-170" y="71428"/>
                        <a:pt x="8" y="67616"/>
                      </a:cubicBezTo>
                      <a:cubicBezTo>
                        <a:pt x="140" y="65045"/>
                        <a:pt x="1603" y="62784"/>
                        <a:pt x="2933" y="60568"/>
                      </a:cubicBezTo>
                      <a:cubicBezTo>
                        <a:pt x="9672" y="49441"/>
                        <a:pt x="13706" y="37515"/>
                        <a:pt x="16632" y="24881"/>
                      </a:cubicBezTo>
                      <a:cubicBezTo>
                        <a:pt x="18759" y="15616"/>
                        <a:pt x="22439" y="6129"/>
                        <a:pt x="31748" y="1696"/>
                      </a:cubicBezTo>
                      <a:cubicBezTo>
                        <a:pt x="56485" y="-10096"/>
                        <a:pt x="47530" y="43101"/>
                        <a:pt x="42565" y="53519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31" name="Forme libre : forme 18830">
                  <a:extLst>
                    <a:ext uri="{FF2B5EF4-FFF2-40B4-BE49-F238E27FC236}">
                      <a16:creationId xmlns:a16="http://schemas.microsoft.com/office/drawing/2014/main" id="{3C2903E2-8FC4-478C-9536-4ABCB036FB4E}"/>
                    </a:ext>
                  </a:extLst>
                </p:cNvPr>
                <p:cNvSpPr/>
                <p:nvPr/>
              </p:nvSpPr>
              <p:spPr>
                <a:xfrm>
                  <a:off x="7678847" y="5706949"/>
                  <a:ext cx="35843" cy="67954"/>
                </a:xfrm>
                <a:custGeom>
                  <a:avLst/>
                  <a:gdLst>
                    <a:gd name="connsiteX0" fmla="*/ 25036 w 35843"/>
                    <a:gd name="connsiteY0" fmla="*/ 25044 h 67954"/>
                    <a:gd name="connsiteX1" fmla="*/ 24194 w 35843"/>
                    <a:gd name="connsiteY1" fmla="*/ 30187 h 67954"/>
                    <a:gd name="connsiteX2" fmla="*/ 20958 w 35843"/>
                    <a:gd name="connsiteY2" fmla="*/ 33112 h 67954"/>
                    <a:gd name="connsiteX3" fmla="*/ 6993 w 35843"/>
                    <a:gd name="connsiteY3" fmla="*/ 42599 h 67954"/>
                    <a:gd name="connsiteX4" fmla="*/ 33 w 35843"/>
                    <a:gd name="connsiteY4" fmla="*/ 57406 h 67954"/>
                    <a:gd name="connsiteX5" fmla="*/ 10939 w 35843"/>
                    <a:gd name="connsiteY5" fmla="*/ 67912 h 67954"/>
                    <a:gd name="connsiteX6" fmla="*/ 22775 w 35843"/>
                    <a:gd name="connsiteY6" fmla="*/ 56430 h 67954"/>
                    <a:gd name="connsiteX7" fmla="*/ 33370 w 35843"/>
                    <a:gd name="connsiteY7" fmla="*/ 33511 h 67954"/>
                    <a:gd name="connsiteX8" fmla="*/ 35498 w 35843"/>
                    <a:gd name="connsiteY8" fmla="*/ 27128 h 67954"/>
                    <a:gd name="connsiteX9" fmla="*/ 30666 w 35843"/>
                    <a:gd name="connsiteY9" fmla="*/ 86 h 67954"/>
                    <a:gd name="connsiteX10" fmla="*/ 25036 w 35843"/>
                    <a:gd name="connsiteY10" fmla="*/ 25044 h 67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843" h="67954">
                      <a:moveTo>
                        <a:pt x="25036" y="25044"/>
                      </a:moveTo>
                      <a:cubicBezTo>
                        <a:pt x="25125" y="26817"/>
                        <a:pt x="25080" y="28679"/>
                        <a:pt x="24194" y="30187"/>
                      </a:cubicBezTo>
                      <a:cubicBezTo>
                        <a:pt x="23440" y="31427"/>
                        <a:pt x="22199" y="32314"/>
                        <a:pt x="20958" y="33112"/>
                      </a:cubicBezTo>
                      <a:cubicBezTo>
                        <a:pt x="16214" y="36127"/>
                        <a:pt x="11116" y="38787"/>
                        <a:pt x="6993" y="42599"/>
                      </a:cubicBezTo>
                      <a:cubicBezTo>
                        <a:pt x="2871" y="46411"/>
                        <a:pt x="-366" y="51776"/>
                        <a:pt x="33" y="57406"/>
                      </a:cubicBezTo>
                      <a:cubicBezTo>
                        <a:pt x="388" y="63035"/>
                        <a:pt x="5353" y="68489"/>
                        <a:pt x="10939" y="67912"/>
                      </a:cubicBezTo>
                      <a:cubicBezTo>
                        <a:pt x="16657" y="67336"/>
                        <a:pt x="20204" y="61573"/>
                        <a:pt x="22775" y="56430"/>
                      </a:cubicBezTo>
                      <a:cubicBezTo>
                        <a:pt x="26499" y="48894"/>
                        <a:pt x="30045" y="41225"/>
                        <a:pt x="33370" y="33511"/>
                      </a:cubicBezTo>
                      <a:cubicBezTo>
                        <a:pt x="34257" y="31427"/>
                        <a:pt x="35143" y="29344"/>
                        <a:pt x="35498" y="27128"/>
                      </a:cubicBezTo>
                      <a:cubicBezTo>
                        <a:pt x="36119" y="23359"/>
                        <a:pt x="36562" y="1238"/>
                        <a:pt x="30666" y="86"/>
                      </a:cubicBezTo>
                      <a:cubicBezTo>
                        <a:pt x="22243" y="-1554"/>
                        <a:pt x="24859" y="20833"/>
                        <a:pt x="25036" y="25044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32" name="Forme libre : forme 18831">
                  <a:extLst>
                    <a:ext uri="{FF2B5EF4-FFF2-40B4-BE49-F238E27FC236}">
                      <a16:creationId xmlns:a16="http://schemas.microsoft.com/office/drawing/2014/main" id="{D6087ED9-997A-48F9-B720-6917413565A1}"/>
                    </a:ext>
                  </a:extLst>
                </p:cNvPr>
                <p:cNvSpPr/>
                <p:nvPr/>
              </p:nvSpPr>
              <p:spPr>
                <a:xfrm>
                  <a:off x="7683349" y="5798689"/>
                  <a:ext cx="54739" cy="81334"/>
                </a:xfrm>
                <a:custGeom>
                  <a:avLst/>
                  <a:gdLst>
                    <a:gd name="connsiteX0" fmla="*/ 15215 w 54739"/>
                    <a:gd name="connsiteY0" fmla="*/ 34290 h 81334"/>
                    <a:gd name="connsiteX1" fmla="*/ 1384 w 54739"/>
                    <a:gd name="connsiteY1" fmla="*/ 58894 h 81334"/>
                    <a:gd name="connsiteX2" fmla="*/ 2492 w 54739"/>
                    <a:gd name="connsiteY2" fmla="*/ 74011 h 81334"/>
                    <a:gd name="connsiteX3" fmla="*/ 8344 w 54739"/>
                    <a:gd name="connsiteY3" fmla="*/ 78134 h 81334"/>
                    <a:gd name="connsiteX4" fmla="*/ 46956 w 54739"/>
                    <a:gd name="connsiteY4" fmla="*/ 72991 h 81334"/>
                    <a:gd name="connsiteX5" fmla="*/ 54404 w 54739"/>
                    <a:gd name="connsiteY5" fmla="*/ 61820 h 81334"/>
                    <a:gd name="connsiteX6" fmla="*/ 46247 w 54739"/>
                    <a:gd name="connsiteY6" fmla="*/ 31320 h 81334"/>
                    <a:gd name="connsiteX7" fmla="*/ 38001 w 54739"/>
                    <a:gd name="connsiteY7" fmla="*/ 6406 h 81334"/>
                    <a:gd name="connsiteX8" fmla="*/ 15215 w 54739"/>
                    <a:gd name="connsiteY8" fmla="*/ 34290 h 81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4739" h="81334">
                      <a:moveTo>
                        <a:pt x="15215" y="34290"/>
                      </a:moveTo>
                      <a:cubicBezTo>
                        <a:pt x="11624" y="42979"/>
                        <a:pt x="4664" y="50028"/>
                        <a:pt x="1384" y="58894"/>
                      </a:cubicBezTo>
                      <a:cubicBezTo>
                        <a:pt x="-434" y="63859"/>
                        <a:pt x="-833" y="69888"/>
                        <a:pt x="2492" y="74011"/>
                      </a:cubicBezTo>
                      <a:cubicBezTo>
                        <a:pt x="3999" y="75873"/>
                        <a:pt x="6127" y="77158"/>
                        <a:pt x="8344" y="78134"/>
                      </a:cubicBezTo>
                      <a:cubicBezTo>
                        <a:pt x="20801" y="83852"/>
                        <a:pt x="36449" y="81769"/>
                        <a:pt x="46956" y="72991"/>
                      </a:cubicBezTo>
                      <a:cubicBezTo>
                        <a:pt x="50458" y="70065"/>
                        <a:pt x="53517" y="66297"/>
                        <a:pt x="54404" y="61820"/>
                      </a:cubicBezTo>
                      <a:cubicBezTo>
                        <a:pt x="56531" y="51447"/>
                        <a:pt x="47931" y="41295"/>
                        <a:pt x="46247" y="31320"/>
                      </a:cubicBezTo>
                      <a:cubicBezTo>
                        <a:pt x="44695" y="22144"/>
                        <a:pt x="44119" y="14075"/>
                        <a:pt x="38001" y="6406"/>
                      </a:cubicBezTo>
                      <a:cubicBezTo>
                        <a:pt x="20756" y="-15316"/>
                        <a:pt x="19382" y="24360"/>
                        <a:pt x="15215" y="34290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33" name="Forme libre : forme 18832">
                  <a:extLst>
                    <a:ext uri="{FF2B5EF4-FFF2-40B4-BE49-F238E27FC236}">
                      <a16:creationId xmlns:a16="http://schemas.microsoft.com/office/drawing/2014/main" id="{7FBB4475-0D02-4594-A0C8-60F0FA166EDA}"/>
                    </a:ext>
                  </a:extLst>
                </p:cNvPr>
                <p:cNvSpPr/>
                <p:nvPr/>
              </p:nvSpPr>
              <p:spPr>
                <a:xfrm>
                  <a:off x="7756448" y="5852925"/>
                  <a:ext cx="41352" cy="45362"/>
                </a:xfrm>
                <a:custGeom>
                  <a:avLst/>
                  <a:gdLst>
                    <a:gd name="connsiteX0" fmla="*/ 677 w 41352"/>
                    <a:gd name="connsiteY0" fmla="*/ 28995 h 45362"/>
                    <a:gd name="connsiteX1" fmla="*/ 1830 w 41352"/>
                    <a:gd name="connsiteY1" fmla="*/ 41142 h 45362"/>
                    <a:gd name="connsiteX2" fmla="*/ 8125 w 41352"/>
                    <a:gd name="connsiteY2" fmla="*/ 44733 h 45362"/>
                    <a:gd name="connsiteX3" fmla="*/ 38004 w 41352"/>
                    <a:gd name="connsiteY3" fmla="*/ 37684 h 45362"/>
                    <a:gd name="connsiteX4" fmla="*/ 33172 w 41352"/>
                    <a:gd name="connsiteY4" fmla="*/ 10643 h 45362"/>
                    <a:gd name="connsiteX5" fmla="*/ 13888 w 41352"/>
                    <a:gd name="connsiteY5" fmla="*/ 934 h 45362"/>
                    <a:gd name="connsiteX6" fmla="*/ 677 w 41352"/>
                    <a:gd name="connsiteY6" fmla="*/ 28995 h 45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1352" h="45362">
                      <a:moveTo>
                        <a:pt x="677" y="28995"/>
                      </a:moveTo>
                      <a:cubicBezTo>
                        <a:pt x="-76" y="33118"/>
                        <a:pt x="-741" y="37818"/>
                        <a:pt x="1830" y="41142"/>
                      </a:cubicBezTo>
                      <a:cubicBezTo>
                        <a:pt x="3337" y="43093"/>
                        <a:pt x="5731" y="44157"/>
                        <a:pt x="8125" y="44733"/>
                      </a:cubicBezTo>
                      <a:cubicBezTo>
                        <a:pt x="16504" y="46772"/>
                        <a:pt x="31532" y="43713"/>
                        <a:pt x="38004" y="37684"/>
                      </a:cubicBezTo>
                      <a:cubicBezTo>
                        <a:pt x="45851" y="30370"/>
                        <a:pt x="38093" y="17824"/>
                        <a:pt x="33172" y="10643"/>
                      </a:cubicBezTo>
                      <a:cubicBezTo>
                        <a:pt x="28695" y="4081"/>
                        <a:pt x="22399" y="-2480"/>
                        <a:pt x="13888" y="934"/>
                      </a:cubicBezTo>
                      <a:cubicBezTo>
                        <a:pt x="3071" y="5323"/>
                        <a:pt x="2495" y="19287"/>
                        <a:pt x="677" y="28995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34" name="Forme libre : forme 18833">
                  <a:extLst>
                    <a:ext uri="{FF2B5EF4-FFF2-40B4-BE49-F238E27FC236}">
                      <a16:creationId xmlns:a16="http://schemas.microsoft.com/office/drawing/2014/main" id="{75AE0209-8614-48EC-B0A5-E4EDACE40A51}"/>
                    </a:ext>
                  </a:extLst>
                </p:cNvPr>
                <p:cNvSpPr/>
                <p:nvPr/>
              </p:nvSpPr>
              <p:spPr>
                <a:xfrm>
                  <a:off x="7743355" y="5763809"/>
                  <a:ext cx="40548" cy="42039"/>
                </a:xfrm>
                <a:custGeom>
                  <a:avLst/>
                  <a:gdLst>
                    <a:gd name="connsiteX0" fmla="*/ 10800 w 40548"/>
                    <a:gd name="connsiteY0" fmla="*/ 14 h 42039"/>
                    <a:gd name="connsiteX1" fmla="*/ 33364 w 40548"/>
                    <a:gd name="connsiteY1" fmla="*/ 12737 h 42039"/>
                    <a:gd name="connsiteX2" fmla="*/ 40546 w 40548"/>
                    <a:gd name="connsiteY2" fmla="*/ 38183 h 42039"/>
                    <a:gd name="connsiteX3" fmla="*/ 38285 w 40548"/>
                    <a:gd name="connsiteY3" fmla="*/ 42040 h 42039"/>
                    <a:gd name="connsiteX4" fmla="*/ 36556 w 40548"/>
                    <a:gd name="connsiteY4" fmla="*/ 41330 h 42039"/>
                    <a:gd name="connsiteX5" fmla="*/ 20774 w 40548"/>
                    <a:gd name="connsiteY5" fmla="*/ 15929 h 42039"/>
                    <a:gd name="connsiteX6" fmla="*/ 8539 w 40548"/>
                    <a:gd name="connsiteY6" fmla="*/ 7328 h 42039"/>
                    <a:gd name="connsiteX7" fmla="*/ 10800 w 40548"/>
                    <a:gd name="connsiteY7" fmla="*/ 14 h 42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548" h="42039">
                      <a:moveTo>
                        <a:pt x="10800" y="14"/>
                      </a:moveTo>
                      <a:cubicBezTo>
                        <a:pt x="19755" y="191"/>
                        <a:pt x="28222" y="5422"/>
                        <a:pt x="33364" y="12737"/>
                      </a:cubicBezTo>
                      <a:cubicBezTo>
                        <a:pt x="38507" y="20051"/>
                        <a:pt x="40635" y="29228"/>
                        <a:pt x="40546" y="38183"/>
                      </a:cubicBezTo>
                      <a:cubicBezTo>
                        <a:pt x="40546" y="39868"/>
                        <a:pt x="39925" y="42040"/>
                        <a:pt x="38285" y="42040"/>
                      </a:cubicBezTo>
                      <a:cubicBezTo>
                        <a:pt x="37664" y="42040"/>
                        <a:pt x="37088" y="41685"/>
                        <a:pt x="36556" y="41330"/>
                      </a:cubicBezTo>
                      <a:cubicBezTo>
                        <a:pt x="28399" y="35479"/>
                        <a:pt x="26936" y="23908"/>
                        <a:pt x="20774" y="15929"/>
                      </a:cubicBezTo>
                      <a:cubicBezTo>
                        <a:pt x="17671" y="11939"/>
                        <a:pt x="13371" y="8880"/>
                        <a:pt x="8539" y="7328"/>
                      </a:cubicBezTo>
                      <a:cubicBezTo>
                        <a:pt x="-4051" y="3295"/>
                        <a:pt x="-2234" y="-252"/>
                        <a:pt x="10800" y="14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35" name="Forme libre : forme 18834">
                  <a:extLst>
                    <a:ext uri="{FF2B5EF4-FFF2-40B4-BE49-F238E27FC236}">
                      <a16:creationId xmlns:a16="http://schemas.microsoft.com/office/drawing/2014/main" id="{CAAEAD7B-6B7D-435B-8393-159566E07502}"/>
                    </a:ext>
                  </a:extLst>
                </p:cNvPr>
                <p:cNvSpPr/>
                <p:nvPr/>
              </p:nvSpPr>
              <p:spPr>
                <a:xfrm>
                  <a:off x="7795543" y="5683229"/>
                  <a:ext cx="54822" cy="77814"/>
                </a:xfrm>
                <a:custGeom>
                  <a:avLst/>
                  <a:gdLst>
                    <a:gd name="connsiteX0" fmla="*/ 48870 w 54822"/>
                    <a:gd name="connsiteY0" fmla="*/ 0 h 77814"/>
                    <a:gd name="connsiteX1" fmla="*/ 22315 w 54822"/>
                    <a:gd name="connsiteY1" fmla="*/ 12457 h 77814"/>
                    <a:gd name="connsiteX2" fmla="*/ 8528 w 54822"/>
                    <a:gd name="connsiteY2" fmla="*/ 22786 h 77814"/>
                    <a:gd name="connsiteX3" fmla="*/ 17 w 54822"/>
                    <a:gd name="connsiteY3" fmla="*/ 54793 h 77814"/>
                    <a:gd name="connsiteX4" fmla="*/ 1125 w 54822"/>
                    <a:gd name="connsiteY4" fmla="*/ 63526 h 77814"/>
                    <a:gd name="connsiteX5" fmla="*/ 5647 w 54822"/>
                    <a:gd name="connsiteY5" fmla="*/ 69289 h 77814"/>
                    <a:gd name="connsiteX6" fmla="*/ 48160 w 54822"/>
                    <a:gd name="connsiteY6" fmla="*/ 72260 h 77814"/>
                    <a:gd name="connsiteX7" fmla="*/ 54721 w 54822"/>
                    <a:gd name="connsiteY7" fmla="*/ 61398 h 77814"/>
                    <a:gd name="connsiteX8" fmla="*/ 45234 w 54822"/>
                    <a:gd name="connsiteY8" fmla="*/ 50759 h 77814"/>
                    <a:gd name="connsiteX9" fmla="*/ 38496 w 54822"/>
                    <a:gd name="connsiteY9" fmla="*/ 33337 h 77814"/>
                    <a:gd name="connsiteX10" fmla="*/ 41466 w 54822"/>
                    <a:gd name="connsiteY10" fmla="*/ 14452 h 77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4822" h="77814">
                      <a:moveTo>
                        <a:pt x="48870" y="0"/>
                      </a:moveTo>
                      <a:cubicBezTo>
                        <a:pt x="39737" y="3547"/>
                        <a:pt x="30871" y="7714"/>
                        <a:pt x="22315" y="12457"/>
                      </a:cubicBezTo>
                      <a:cubicBezTo>
                        <a:pt x="17262" y="15250"/>
                        <a:pt x="12252" y="18353"/>
                        <a:pt x="8528" y="22786"/>
                      </a:cubicBezTo>
                      <a:cubicBezTo>
                        <a:pt x="1302" y="31431"/>
                        <a:pt x="238" y="43533"/>
                        <a:pt x="17" y="54793"/>
                      </a:cubicBezTo>
                      <a:cubicBezTo>
                        <a:pt x="-28" y="57763"/>
                        <a:pt x="-72" y="60822"/>
                        <a:pt x="1125" y="63526"/>
                      </a:cubicBezTo>
                      <a:cubicBezTo>
                        <a:pt x="2100" y="65787"/>
                        <a:pt x="3785" y="67649"/>
                        <a:pt x="5647" y="69289"/>
                      </a:cubicBezTo>
                      <a:cubicBezTo>
                        <a:pt x="17084" y="79397"/>
                        <a:pt x="35437" y="80682"/>
                        <a:pt x="48160" y="72260"/>
                      </a:cubicBezTo>
                      <a:cubicBezTo>
                        <a:pt x="51884" y="69777"/>
                        <a:pt x="55475" y="65831"/>
                        <a:pt x="54721" y="61398"/>
                      </a:cubicBezTo>
                      <a:cubicBezTo>
                        <a:pt x="53923" y="56611"/>
                        <a:pt x="48736" y="54128"/>
                        <a:pt x="45234" y="50759"/>
                      </a:cubicBezTo>
                      <a:cubicBezTo>
                        <a:pt x="40624" y="46326"/>
                        <a:pt x="38585" y="39720"/>
                        <a:pt x="38496" y="33337"/>
                      </a:cubicBezTo>
                      <a:cubicBezTo>
                        <a:pt x="38363" y="26953"/>
                        <a:pt x="39915" y="20658"/>
                        <a:pt x="41466" y="14452"/>
                      </a:cubicBezTo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36" name="Forme libre : forme 18835">
                  <a:extLst>
                    <a:ext uri="{FF2B5EF4-FFF2-40B4-BE49-F238E27FC236}">
                      <a16:creationId xmlns:a16="http://schemas.microsoft.com/office/drawing/2014/main" id="{FD9E4B6D-1E27-464B-8A33-9D3C031E0C75}"/>
                    </a:ext>
                  </a:extLst>
                </p:cNvPr>
                <p:cNvSpPr/>
                <p:nvPr/>
              </p:nvSpPr>
              <p:spPr>
                <a:xfrm>
                  <a:off x="7861946" y="5770289"/>
                  <a:ext cx="17732" cy="33081"/>
                </a:xfrm>
                <a:custGeom>
                  <a:avLst/>
                  <a:gdLst>
                    <a:gd name="connsiteX0" fmla="*/ 17222 w 17732"/>
                    <a:gd name="connsiteY0" fmla="*/ 9271 h 33081"/>
                    <a:gd name="connsiteX1" fmla="*/ 15316 w 17732"/>
                    <a:gd name="connsiteY1" fmla="*/ 24964 h 33081"/>
                    <a:gd name="connsiteX2" fmla="*/ 14075 w 17732"/>
                    <a:gd name="connsiteY2" fmla="*/ 26914 h 33081"/>
                    <a:gd name="connsiteX3" fmla="*/ 2371 w 17732"/>
                    <a:gd name="connsiteY3" fmla="*/ 33076 h 33081"/>
                    <a:gd name="connsiteX4" fmla="*/ 554 w 17732"/>
                    <a:gd name="connsiteY4" fmla="*/ 32456 h 33081"/>
                    <a:gd name="connsiteX5" fmla="*/ 22 w 17732"/>
                    <a:gd name="connsiteY5" fmla="*/ 30771 h 33081"/>
                    <a:gd name="connsiteX6" fmla="*/ 17222 w 17732"/>
                    <a:gd name="connsiteY6" fmla="*/ 9271 h 33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32" h="33081">
                      <a:moveTo>
                        <a:pt x="17222" y="9271"/>
                      </a:moveTo>
                      <a:cubicBezTo>
                        <a:pt x="18198" y="14546"/>
                        <a:pt x="17887" y="20220"/>
                        <a:pt x="15316" y="24964"/>
                      </a:cubicBezTo>
                      <a:cubicBezTo>
                        <a:pt x="14961" y="25629"/>
                        <a:pt x="14518" y="26294"/>
                        <a:pt x="14075" y="26914"/>
                      </a:cubicBezTo>
                      <a:cubicBezTo>
                        <a:pt x="11326" y="30594"/>
                        <a:pt x="6937" y="33210"/>
                        <a:pt x="2371" y="33076"/>
                      </a:cubicBezTo>
                      <a:cubicBezTo>
                        <a:pt x="1706" y="33076"/>
                        <a:pt x="997" y="32943"/>
                        <a:pt x="554" y="32456"/>
                      </a:cubicBezTo>
                      <a:cubicBezTo>
                        <a:pt x="155" y="32013"/>
                        <a:pt x="66" y="31347"/>
                        <a:pt x="22" y="30771"/>
                      </a:cubicBezTo>
                      <a:cubicBezTo>
                        <a:pt x="-599" y="21019"/>
                        <a:pt x="12257" y="-17417"/>
                        <a:pt x="17222" y="9271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37" name="Forme libre : forme 18836">
                  <a:extLst>
                    <a:ext uri="{FF2B5EF4-FFF2-40B4-BE49-F238E27FC236}">
                      <a16:creationId xmlns:a16="http://schemas.microsoft.com/office/drawing/2014/main" id="{FB7AE40F-2E56-4FDE-9B19-39783039A006}"/>
                    </a:ext>
                  </a:extLst>
                </p:cNvPr>
                <p:cNvSpPr/>
                <p:nvPr/>
              </p:nvSpPr>
              <p:spPr>
                <a:xfrm>
                  <a:off x="7807534" y="5802557"/>
                  <a:ext cx="43279" cy="47114"/>
                </a:xfrm>
                <a:custGeom>
                  <a:avLst/>
                  <a:gdLst>
                    <a:gd name="connsiteX0" fmla="*/ 5581 w 43279"/>
                    <a:gd name="connsiteY0" fmla="*/ 34455 h 47114"/>
                    <a:gd name="connsiteX1" fmla="*/ 13693 w 43279"/>
                    <a:gd name="connsiteY1" fmla="*/ 43632 h 47114"/>
                    <a:gd name="connsiteX2" fmla="*/ 27746 w 43279"/>
                    <a:gd name="connsiteY2" fmla="*/ 46913 h 47114"/>
                    <a:gd name="connsiteX3" fmla="*/ 38119 w 43279"/>
                    <a:gd name="connsiteY3" fmla="*/ 46071 h 47114"/>
                    <a:gd name="connsiteX4" fmla="*/ 30716 w 43279"/>
                    <a:gd name="connsiteY4" fmla="*/ 25368 h 47114"/>
                    <a:gd name="connsiteX5" fmla="*/ 12939 w 43279"/>
                    <a:gd name="connsiteY5" fmla="*/ 4266 h 47114"/>
                    <a:gd name="connsiteX6" fmla="*/ 5581 w 43279"/>
                    <a:gd name="connsiteY6" fmla="*/ 34455 h 47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3279" h="47114">
                      <a:moveTo>
                        <a:pt x="5581" y="34455"/>
                      </a:moveTo>
                      <a:cubicBezTo>
                        <a:pt x="7575" y="38046"/>
                        <a:pt x="10147" y="41504"/>
                        <a:pt x="13693" y="43632"/>
                      </a:cubicBezTo>
                      <a:cubicBezTo>
                        <a:pt x="17860" y="46114"/>
                        <a:pt x="22914" y="46558"/>
                        <a:pt x="27746" y="46913"/>
                      </a:cubicBezTo>
                      <a:cubicBezTo>
                        <a:pt x="31248" y="47179"/>
                        <a:pt x="34883" y="47400"/>
                        <a:pt x="38119" y="46071"/>
                      </a:cubicBezTo>
                      <a:cubicBezTo>
                        <a:pt x="51463" y="40485"/>
                        <a:pt x="35238" y="30067"/>
                        <a:pt x="30716" y="25368"/>
                      </a:cubicBezTo>
                      <a:cubicBezTo>
                        <a:pt x="24377" y="18718"/>
                        <a:pt x="19988" y="10340"/>
                        <a:pt x="12939" y="4266"/>
                      </a:cubicBezTo>
                      <a:cubicBezTo>
                        <a:pt x="-6610" y="-12580"/>
                        <a:pt x="438" y="25279"/>
                        <a:pt x="5581" y="34455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38" name="Forme libre : forme 18837">
                  <a:extLst>
                    <a:ext uri="{FF2B5EF4-FFF2-40B4-BE49-F238E27FC236}">
                      <a16:creationId xmlns:a16="http://schemas.microsoft.com/office/drawing/2014/main" id="{4CCAAC5C-70A4-4060-8E53-B64DD8E814AE}"/>
                    </a:ext>
                  </a:extLst>
                </p:cNvPr>
                <p:cNvSpPr/>
                <p:nvPr/>
              </p:nvSpPr>
              <p:spPr>
                <a:xfrm>
                  <a:off x="7869342" y="5590974"/>
                  <a:ext cx="22350" cy="41162"/>
                </a:xfrm>
                <a:custGeom>
                  <a:avLst/>
                  <a:gdLst>
                    <a:gd name="connsiteX0" fmla="*/ 21751 w 22350"/>
                    <a:gd name="connsiteY0" fmla="*/ 27887 h 41162"/>
                    <a:gd name="connsiteX1" fmla="*/ 22194 w 22350"/>
                    <a:gd name="connsiteY1" fmla="*/ 34536 h 41162"/>
                    <a:gd name="connsiteX2" fmla="*/ 18382 w 22350"/>
                    <a:gd name="connsiteY2" fmla="*/ 39635 h 41162"/>
                    <a:gd name="connsiteX3" fmla="*/ 13284 w 22350"/>
                    <a:gd name="connsiteY3" fmla="*/ 40433 h 41162"/>
                    <a:gd name="connsiteX4" fmla="*/ 10535 w 22350"/>
                    <a:gd name="connsiteY4" fmla="*/ 41097 h 41162"/>
                    <a:gd name="connsiteX5" fmla="*/ 1225 w 22350"/>
                    <a:gd name="connsiteY5" fmla="*/ 2308 h 41162"/>
                    <a:gd name="connsiteX6" fmla="*/ 12929 w 22350"/>
                    <a:gd name="connsiteY6" fmla="*/ 5500 h 41162"/>
                    <a:gd name="connsiteX7" fmla="*/ 21751 w 22350"/>
                    <a:gd name="connsiteY7" fmla="*/ 27887 h 4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350" h="41162">
                      <a:moveTo>
                        <a:pt x="21751" y="27887"/>
                      </a:moveTo>
                      <a:cubicBezTo>
                        <a:pt x="22150" y="30059"/>
                        <a:pt x="22593" y="32320"/>
                        <a:pt x="22194" y="34536"/>
                      </a:cubicBezTo>
                      <a:cubicBezTo>
                        <a:pt x="21839" y="36753"/>
                        <a:pt x="20510" y="38925"/>
                        <a:pt x="18382" y="39635"/>
                      </a:cubicBezTo>
                      <a:cubicBezTo>
                        <a:pt x="16741" y="40211"/>
                        <a:pt x="14924" y="39856"/>
                        <a:pt x="13284" y="40433"/>
                      </a:cubicBezTo>
                      <a:cubicBezTo>
                        <a:pt x="12397" y="40743"/>
                        <a:pt x="11466" y="41363"/>
                        <a:pt x="10535" y="41097"/>
                      </a:cubicBezTo>
                      <a:cubicBezTo>
                        <a:pt x="4018" y="39457"/>
                        <a:pt x="-2853" y="8115"/>
                        <a:pt x="1225" y="2308"/>
                      </a:cubicBezTo>
                      <a:cubicBezTo>
                        <a:pt x="4861" y="-2834"/>
                        <a:pt x="8806" y="1687"/>
                        <a:pt x="12929" y="5500"/>
                      </a:cubicBezTo>
                      <a:cubicBezTo>
                        <a:pt x="19756" y="11795"/>
                        <a:pt x="20111" y="19065"/>
                        <a:pt x="21751" y="27887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39" name="Forme libre : forme 18838">
                  <a:extLst>
                    <a:ext uri="{FF2B5EF4-FFF2-40B4-BE49-F238E27FC236}">
                      <a16:creationId xmlns:a16="http://schemas.microsoft.com/office/drawing/2014/main" id="{850A5CE2-2074-41EA-B29D-9ED0089C7180}"/>
                    </a:ext>
                  </a:extLst>
                </p:cNvPr>
                <p:cNvSpPr/>
                <p:nvPr/>
              </p:nvSpPr>
              <p:spPr>
                <a:xfrm>
                  <a:off x="7808693" y="5622462"/>
                  <a:ext cx="29050" cy="44117"/>
                </a:xfrm>
                <a:custGeom>
                  <a:avLst/>
                  <a:gdLst>
                    <a:gd name="connsiteX0" fmla="*/ 211 w 29050"/>
                    <a:gd name="connsiteY0" fmla="*/ 19318 h 44117"/>
                    <a:gd name="connsiteX1" fmla="*/ 1807 w 29050"/>
                    <a:gd name="connsiteY1" fmla="*/ 36119 h 44117"/>
                    <a:gd name="connsiteX2" fmla="*/ 14086 w 29050"/>
                    <a:gd name="connsiteY2" fmla="*/ 44099 h 44117"/>
                    <a:gd name="connsiteX3" fmla="*/ 27386 w 29050"/>
                    <a:gd name="connsiteY3" fmla="*/ 37759 h 44117"/>
                    <a:gd name="connsiteX4" fmla="*/ 28804 w 29050"/>
                    <a:gd name="connsiteY4" fmla="*/ 32085 h 44117"/>
                    <a:gd name="connsiteX5" fmla="*/ 27031 w 29050"/>
                    <a:gd name="connsiteY5" fmla="*/ 29602 h 44117"/>
                    <a:gd name="connsiteX6" fmla="*/ 12490 w 29050"/>
                    <a:gd name="connsiteY6" fmla="*/ 2339 h 44117"/>
                    <a:gd name="connsiteX7" fmla="*/ 211 w 29050"/>
                    <a:gd name="connsiteY7" fmla="*/ 19318 h 44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050" h="44117">
                      <a:moveTo>
                        <a:pt x="211" y="19318"/>
                      </a:moveTo>
                      <a:cubicBezTo>
                        <a:pt x="78" y="24992"/>
                        <a:pt x="-676" y="31021"/>
                        <a:pt x="1807" y="36119"/>
                      </a:cubicBezTo>
                      <a:cubicBezTo>
                        <a:pt x="4068" y="40685"/>
                        <a:pt x="8988" y="43833"/>
                        <a:pt x="14086" y="44099"/>
                      </a:cubicBezTo>
                      <a:cubicBezTo>
                        <a:pt x="19184" y="44365"/>
                        <a:pt x="24327" y="41882"/>
                        <a:pt x="27386" y="37759"/>
                      </a:cubicBezTo>
                      <a:cubicBezTo>
                        <a:pt x="28583" y="36119"/>
                        <a:pt x="29514" y="33991"/>
                        <a:pt x="28804" y="32085"/>
                      </a:cubicBezTo>
                      <a:cubicBezTo>
                        <a:pt x="28450" y="31110"/>
                        <a:pt x="27696" y="30356"/>
                        <a:pt x="27031" y="29602"/>
                      </a:cubicBezTo>
                      <a:cubicBezTo>
                        <a:pt x="20160" y="21800"/>
                        <a:pt x="21135" y="8368"/>
                        <a:pt x="12490" y="2339"/>
                      </a:cubicBezTo>
                      <a:cubicBezTo>
                        <a:pt x="122" y="-6306"/>
                        <a:pt x="344" y="11205"/>
                        <a:pt x="211" y="19318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40" name="Forme libre : forme 18839">
                  <a:extLst>
                    <a:ext uri="{FF2B5EF4-FFF2-40B4-BE49-F238E27FC236}">
                      <a16:creationId xmlns:a16="http://schemas.microsoft.com/office/drawing/2014/main" id="{20728A0A-DE23-4DBB-B0B8-47A616240FBC}"/>
                    </a:ext>
                  </a:extLst>
                </p:cNvPr>
                <p:cNvSpPr/>
                <p:nvPr/>
              </p:nvSpPr>
              <p:spPr>
                <a:xfrm>
                  <a:off x="7750242" y="5666153"/>
                  <a:ext cx="27111" cy="49192"/>
                </a:xfrm>
                <a:custGeom>
                  <a:avLst/>
                  <a:gdLst>
                    <a:gd name="connsiteX0" fmla="*/ 6439 w 27111"/>
                    <a:gd name="connsiteY0" fmla="*/ 43808 h 49192"/>
                    <a:gd name="connsiteX1" fmla="*/ 16414 w 27111"/>
                    <a:gd name="connsiteY1" fmla="*/ 49127 h 49192"/>
                    <a:gd name="connsiteX2" fmla="*/ 14951 w 27111"/>
                    <a:gd name="connsiteY2" fmla="*/ 1338 h 49192"/>
                    <a:gd name="connsiteX3" fmla="*/ 6439 w 27111"/>
                    <a:gd name="connsiteY3" fmla="*/ 43808 h 49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111" h="49192">
                      <a:moveTo>
                        <a:pt x="6439" y="43808"/>
                      </a:moveTo>
                      <a:cubicBezTo>
                        <a:pt x="8922" y="46866"/>
                        <a:pt x="12513" y="49659"/>
                        <a:pt x="16414" y="49127"/>
                      </a:cubicBezTo>
                      <a:cubicBezTo>
                        <a:pt x="33215" y="46911"/>
                        <a:pt x="28294" y="7323"/>
                        <a:pt x="14951" y="1338"/>
                      </a:cubicBezTo>
                      <a:cubicBezTo>
                        <a:pt x="-6062" y="-8060"/>
                        <a:pt x="-964" y="34808"/>
                        <a:pt x="6439" y="43808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41" name="Forme libre : forme 18840">
                  <a:extLst>
                    <a:ext uri="{FF2B5EF4-FFF2-40B4-BE49-F238E27FC236}">
                      <a16:creationId xmlns:a16="http://schemas.microsoft.com/office/drawing/2014/main" id="{42D57AD5-4A13-49A3-8DC4-008455299BB1}"/>
                    </a:ext>
                  </a:extLst>
                </p:cNvPr>
                <p:cNvSpPr/>
                <p:nvPr/>
              </p:nvSpPr>
              <p:spPr>
                <a:xfrm>
                  <a:off x="7631273" y="5870888"/>
                  <a:ext cx="27677" cy="30316"/>
                </a:xfrm>
                <a:custGeom>
                  <a:avLst/>
                  <a:gdLst>
                    <a:gd name="connsiteX0" fmla="*/ 129 w 27677"/>
                    <a:gd name="connsiteY0" fmla="*/ 20031 h 30316"/>
                    <a:gd name="connsiteX1" fmla="*/ 1238 w 27677"/>
                    <a:gd name="connsiteY1" fmla="*/ 26460 h 30316"/>
                    <a:gd name="connsiteX2" fmla="*/ 8242 w 27677"/>
                    <a:gd name="connsiteY2" fmla="*/ 29652 h 30316"/>
                    <a:gd name="connsiteX3" fmla="*/ 17818 w 27677"/>
                    <a:gd name="connsiteY3" fmla="*/ 30317 h 30316"/>
                    <a:gd name="connsiteX4" fmla="*/ 19945 w 27677"/>
                    <a:gd name="connsiteY4" fmla="*/ 2166 h 30316"/>
                    <a:gd name="connsiteX5" fmla="*/ 129 w 27677"/>
                    <a:gd name="connsiteY5" fmla="*/ 20031 h 30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677" h="30316">
                      <a:moveTo>
                        <a:pt x="129" y="20031"/>
                      </a:moveTo>
                      <a:cubicBezTo>
                        <a:pt x="-137" y="22248"/>
                        <a:pt x="-92" y="24642"/>
                        <a:pt x="1238" y="26460"/>
                      </a:cubicBezTo>
                      <a:cubicBezTo>
                        <a:pt x="2789" y="28588"/>
                        <a:pt x="5627" y="29297"/>
                        <a:pt x="8242" y="29652"/>
                      </a:cubicBezTo>
                      <a:cubicBezTo>
                        <a:pt x="11390" y="30095"/>
                        <a:pt x="14626" y="30317"/>
                        <a:pt x="17818" y="30317"/>
                      </a:cubicBezTo>
                      <a:cubicBezTo>
                        <a:pt x="33112" y="30183"/>
                        <a:pt x="28014" y="9392"/>
                        <a:pt x="19945" y="2166"/>
                      </a:cubicBezTo>
                      <a:cubicBezTo>
                        <a:pt x="10503" y="-6168"/>
                        <a:pt x="1105" y="11653"/>
                        <a:pt x="129" y="20031"/>
                      </a:cubicBezTo>
                      <a:close/>
                    </a:path>
                  </a:pathLst>
                </a:custGeom>
                <a:solidFill>
                  <a:srgbClr val="EED77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42" name="Forme libre : forme 18841">
                  <a:extLst>
                    <a:ext uri="{FF2B5EF4-FFF2-40B4-BE49-F238E27FC236}">
                      <a16:creationId xmlns:a16="http://schemas.microsoft.com/office/drawing/2014/main" id="{34F8B4CA-AE34-4525-AFD9-F7D33EA4AA28}"/>
                    </a:ext>
                  </a:extLst>
                </p:cNvPr>
                <p:cNvSpPr/>
                <p:nvPr/>
              </p:nvSpPr>
              <p:spPr>
                <a:xfrm>
                  <a:off x="7149162" y="6269947"/>
                  <a:ext cx="20746" cy="35948"/>
                </a:xfrm>
                <a:custGeom>
                  <a:avLst/>
                  <a:gdLst>
                    <a:gd name="connsiteX0" fmla="*/ 4131 w 20746"/>
                    <a:gd name="connsiteY0" fmla="*/ 32364 h 35948"/>
                    <a:gd name="connsiteX1" fmla="*/ 11490 w 20746"/>
                    <a:gd name="connsiteY1" fmla="*/ 35910 h 35948"/>
                    <a:gd name="connsiteX2" fmla="*/ 17963 w 20746"/>
                    <a:gd name="connsiteY2" fmla="*/ 30901 h 35948"/>
                    <a:gd name="connsiteX3" fmla="*/ 10471 w 20746"/>
                    <a:gd name="connsiteY3" fmla="*/ 2 h 35948"/>
                    <a:gd name="connsiteX4" fmla="*/ 4131 w 20746"/>
                    <a:gd name="connsiteY4" fmla="*/ 32364 h 35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46" h="35948">
                      <a:moveTo>
                        <a:pt x="4131" y="32364"/>
                      </a:moveTo>
                      <a:cubicBezTo>
                        <a:pt x="5860" y="34625"/>
                        <a:pt x="8653" y="36221"/>
                        <a:pt x="11490" y="35910"/>
                      </a:cubicBezTo>
                      <a:cubicBezTo>
                        <a:pt x="14327" y="35600"/>
                        <a:pt x="16721" y="33472"/>
                        <a:pt x="17963" y="30901"/>
                      </a:cubicBezTo>
                      <a:cubicBezTo>
                        <a:pt x="21819" y="23187"/>
                        <a:pt x="23504" y="-263"/>
                        <a:pt x="10471" y="2"/>
                      </a:cubicBezTo>
                      <a:cubicBezTo>
                        <a:pt x="-3006" y="268"/>
                        <a:pt x="-1543" y="24916"/>
                        <a:pt x="4131" y="32364"/>
                      </a:cubicBezTo>
                      <a:close/>
                    </a:path>
                  </a:pathLst>
                </a:custGeom>
                <a:solidFill>
                  <a:srgbClr val="F9E79D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43" name="Forme libre : forme 18842">
                  <a:extLst>
                    <a:ext uri="{FF2B5EF4-FFF2-40B4-BE49-F238E27FC236}">
                      <a16:creationId xmlns:a16="http://schemas.microsoft.com/office/drawing/2014/main" id="{DD09F2DE-DA9F-45EE-BCD2-0B8020E00AB0}"/>
                    </a:ext>
                  </a:extLst>
                </p:cNvPr>
                <p:cNvSpPr/>
                <p:nvPr/>
              </p:nvSpPr>
              <p:spPr>
                <a:xfrm>
                  <a:off x="7294065" y="6075674"/>
                  <a:ext cx="28569" cy="31666"/>
                </a:xfrm>
                <a:custGeom>
                  <a:avLst/>
                  <a:gdLst>
                    <a:gd name="connsiteX0" fmla="*/ 18377 w 28569"/>
                    <a:gd name="connsiteY0" fmla="*/ 31359 h 31666"/>
                    <a:gd name="connsiteX1" fmla="*/ 26356 w 28569"/>
                    <a:gd name="connsiteY1" fmla="*/ 29586 h 31666"/>
                    <a:gd name="connsiteX2" fmla="*/ 28351 w 28569"/>
                    <a:gd name="connsiteY2" fmla="*/ 21651 h 31666"/>
                    <a:gd name="connsiteX3" fmla="*/ 3348 w 28569"/>
                    <a:gd name="connsiteY3" fmla="*/ 2012 h 31666"/>
                    <a:gd name="connsiteX4" fmla="*/ 18377 w 28569"/>
                    <a:gd name="connsiteY4" fmla="*/ 31359 h 31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69" h="31666">
                      <a:moveTo>
                        <a:pt x="18377" y="31359"/>
                      </a:moveTo>
                      <a:cubicBezTo>
                        <a:pt x="21125" y="32069"/>
                        <a:pt x="24317" y="31581"/>
                        <a:pt x="26356" y="29586"/>
                      </a:cubicBezTo>
                      <a:cubicBezTo>
                        <a:pt x="28395" y="27591"/>
                        <a:pt x="28927" y="24444"/>
                        <a:pt x="28351" y="21651"/>
                      </a:cubicBezTo>
                      <a:cubicBezTo>
                        <a:pt x="26622" y="13184"/>
                        <a:pt x="13412" y="-6278"/>
                        <a:pt x="3348" y="2012"/>
                      </a:cubicBezTo>
                      <a:cubicBezTo>
                        <a:pt x="-7070" y="10568"/>
                        <a:pt x="9333" y="29054"/>
                        <a:pt x="18377" y="31359"/>
                      </a:cubicBezTo>
                      <a:close/>
                    </a:path>
                  </a:pathLst>
                </a:custGeom>
                <a:solidFill>
                  <a:srgbClr val="F9E79D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44" name="Forme libre : forme 18843">
                  <a:extLst>
                    <a:ext uri="{FF2B5EF4-FFF2-40B4-BE49-F238E27FC236}">
                      <a16:creationId xmlns:a16="http://schemas.microsoft.com/office/drawing/2014/main" id="{8A20FA8E-D7A4-4030-A88F-1A77A8D3ECAD}"/>
                    </a:ext>
                  </a:extLst>
                </p:cNvPr>
                <p:cNvSpPr/>
                <p:nvPr/>
              </p:nvSpPr>
              <p:spPr>
                <a:xfrm>
                  <a:off x="7546131" y="5958463"/>
                  <a:ext cx="28613" cy="31666"/>
                </a:xfrm>
                <a:custGeom>
                  <a:avLst/>
                  <a:gdLst>
                    <a:gd name="connsiteX0" fmla="*/ 18420 w 28613"/>
                    <a:gd name="connsiteY0" fmla="*/ 31359 h 31666"/>
                    <a:gd name="connsiteX1" fmla="*/ 26400 w 28613"/>
                    <a:gd name="connsiteY1" fmla="*/ 29586 h 31666"/>
                    <a:gd name="connsiteX2" fmla="*/ 28395 w 28613"/>
                    <a:gd name="connsiteY2" fmla="*/ 21650 h 31666"/>
                    <a:gd name="connsiteX3" fmla="*/ 3348 w 28613"/>
                    <a:gd name="connsiteY3" fmla="*/ 2012 h 31666"/>
                    <a:gd name="connsiteX4" fmla="*/ 18420 w 28613"/>
                    <a:gd name="connsiteY4" fmla="*/ 31359 h 31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13" h="31666">
                      <a:moveTo>
                        <a:pt x="18420" y="31359"/>
                      </a:moveTo>
                      <a:cubicBezTo>
                        <a:pt x="21169" y="32068"/>
                        <a:pt x="24361" y="31581"/>
                        <a:pt x="26400" y="29586"/>
                      </a:cubicBezTo>
                      <a:cubicBezTo>
                        <a:pt x="28439" y="27591"/>
                        <a:pt x="28971" y="24443"/>
                        <a:pt x="28395" y="21650"/>
                      </a:cubicBezTo>
                      <a:cubicBezTo>
                        <a:pt x="26666" y="13184"/>
                        <a:pt x="13455" y="-6278"/>
                        <a:pt x="3348" y="2012"/>
                      </a:cubicBezTo>
                      <a:cubicBezTo>
                        <a:pt x="-7070" y="10612"/>
                        <a:pt x="9332" y="29054"/>
                        <a:pt x="18420" y="31359"/>
                      </a:cubicBezTo>
                      <a:close/>
                    </a:path>
                  </a:pathLst>
                </a:custGeom>
                <a:solidFill>
                  <a:srgbClr val="F9E79D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45" name="Forme libre : forme 18844">
                  <a:extLst>
                    <a:ext uri="{FF2B5EF4-FFF2-40B4-BE49-F238E27FC236}">
                      <a16:creationId xmlns:a16="http://schemas.microsoft.com/office/drawing/2014/main" id="{0BC743F7-5DD8-4919-B375-8C3049C9347E}"/>
                    </a:ext>
                  </a:extLst>
                </p:cNvPr>
                <p:cNvSpPr/>
                <p:nvPr/>
              </p:nvSpPr>
              <p:spPr>
                <a:xfrm>
                  <a:off x="7253400" y="6233188"/>
                  <a:ext cx="17900" cy="33141"/>
                </a:xfrm>
                <a:custGeom>
                  <a:avLst/>
                  <a:gdLst>
                    <a:gd name="connsiteX0" fmla="*/ 346 w 17900"/>
                    <a:gd name="connsiteY0" fmla="*/ 22752 h 33141"/>
                    <a:gd name="connsiteX1" fmla="*/ 391 w 17900"/>
                    <a:gd name="connsiteY1" fmla="*/ 29092 h 33141"/>
                    <a:gd name="connsiteX2" fmla="*/ 4868 w 17900"/>
                    <a:gd name="connsiteY2" fmla="*/ 33126 h 33141"/>
                    <a:gd name="connsiteX3" fmla="*/ 16173 w 17900"/>
                    <a:gd name="connsiteY3" fmla="*/ 2493 h 33141"/>
                    <a:gd name="connsiteX4" fmla="*/ 346 w 17900"/>
                    <a:gd name="connsiteY4" fmla="*/ 22752 h 33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00" h="33141">
                      <a:moveTo>
                        <a:pt x="346" y="22752"/>
                      </a:moveTo>
                      <a:cubicBezTo>
                        <a:pt x="-8" y="24836"/>
                        <a:pt x="-230" y="27053"/>
                        <a:pt x="391" y="29092"/>
                      </a:cubicBezTo>
                      <a:cubicBezTo>
                        <a:pt x="1011" y="31131"/>
                        <a:pt x="2740" y="32949"/>
                        <a:pt x="4868" y="33126"/>
                      </a:cubicBezTo>
                      <a:cubicBezTo>
                        <a:pt x="13779" y="33835"/>
                        <a:pt x="21448" y="9143"/>
                        <a:pt x="16173" y="2493"/>
                      </a:cubicBezTo>
                      <a:cubicBezTo>
                        <a:pt x="8016" y="-7747"/>
                        <a:pt x="1455" y="16458"/>
                        <a:pt x="346" y="22752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46" name="Forme libre : forme 18845">
                  <a:extLst>
                    <a:ext uri="{FF2B5EF4-FFF2-40B4-BE49-F238E27FC236}">
                      <a16:creationId xmlns:a16="http://schemas.microsoft.com/office/drawing/2014/main" id="{4EB1A5A4-2EA8-43B5-B659-267825D44ADA}"/>
                    </a:ext>
                  </a:extLst>
                </p:cNvPr>
                <p:cNvSpPr/>
                <p:nvPr/>
              </p:nvSpPr>
              <p:spPr>
                <a:xfrm>
                  <a:off x="7152297" y="6363062"/>
                  <a:ext cx="35226" cy="40759"/>
                </a:xfrm>
                <a:custGeom>
                  <a:avLst/>
                  <a:gdLst>
                    <a:gd name="connsiteX0" fmla="*/ 2415 w 35226"/>
                    <a:gd name="connsiteY0" fmla="*/ 25118 h 40759"/>
                    <a:gd name="connsiteX1" fmla="*/ 7956 w 35226"/>
                    <a:gd name="connsiteY1" fmla="*/ 32654 h 40759"/>
                    <a:gd name="connsiteX2" fmla="*/ 14030 w 35226"/>
                    <a:gd name="connsiteY2" fmla="*/ 38905 h 40759"/>
                    <a:gd name="connsiteX3" fmla="*/ 26309 w 35226"/>
                    <a:gd name="connsiteY3" fmla="*/ 40634 h 40759"/>
                    <a:gd name="connsiteX4" fmla="*/ 26797 w 35226"/>
                    <a:gd name="connsiteY4" fmla="*/ 2509 h 40759"/>
                    <a:gd name="connsiteX5" fmla="*/ 2415 w 35226"/>
                    <a:gd name="connsiteY5" fmla="*/ 25118 h 40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226" h="40759">
                      <a:moveTo>
                        <a:pt x="2415" y="25118"/>
                      </a:moveTo>
                      <a:cubicBezTo>
                        <a:pt x="4277" y="27644"/>
                        <a:pt x="6139" y="30172"/>
                        <a:pt x="7956" y="32654"/>
                      </a:cubicBezTo>
                      <a:cubicBezTo>
                        <a:pt x="9685" y="35003"/>
                        <a:pt x="11503" y="37442"/>
                        <a:pt x="14030" y="38905"/>
                      </a:cubicBezTo>
                      <a:cubicBezTo>
                        <a:pt x="17665" y="41032"/>
                        <a:pt x="22142" y="40855"/>
                        <a:pt x="26309" y="40634"/>
                      </a:cubicBezTo>
                      <a:cubicBezTo>
                        <a:pt x="40673" y="39880"/>
                        <a:pt x="35309" y="8627"/>
                        <a:pt x="26797" y="2509"/>
                      </a:cubicBezTo>
                      <a:cubicBezTo>
                        <a:pt x="13764" y="-6889"/>
                        <a:pt x="-7116" y="12217"/>
                        <a:pt x="2415" y="25118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47" name="Forme libre : forme 18846">
                  <a:extLst>
                    <a:ext uri="{FF2B5EF4-FFF2-40B4-BE49-F238E27FC236}">
                      <a16:creationId xmlns:a16="http://schemas.microsoft.com/office/drawing/2014/main" id="{1EFD396B-0380-4710-8420-BF832766F615}"/>
                    </a:ext>
                  </a:extLst>
                </p:cNvPr>
                <p:cNvSpPr/>
                <p:nvPr/>
              </p:nvSpPr>
              <p:spPr>
                <a:xfrm>
                  <a:off x="7409872" y="6072141"/>
                  <a:ext cx="22545" cy="23200"/>
                </a:xfrm>
                <a:custGeom>
                  <a:avLst/>
                  <a:gdLst>
                    <a:gd name="connsiteX0" fmla="*/ 6569 w 22545"/>
                    <a:gd name="connsiteY0" fmla="*/ 18888 h 23200"/>
                    <a:gd name="connsiteX1" fmla="*/ 12820 w 22545"/>
                    <a:gd name="connsiteY1" fmla="*/ 22878 h 23200"/>
                    <a:gd name="connsiteX2" fmla="*/ 17120 w 22545"/>
                    <a:gd name="connsiteY2" fmla="*/ 22923 h 23200"/>
                    <a:gd name="connsiteX3" fmla="*/ 19780 w 22545"/>
                    <a:gd name="connsiteY3" fmla="*/ 21371 h 23200"/>
                    <a:gd name="connsiteX4" fmla="*/ 21908 w 22545"/>
                    <a:gd name="connsiteY4" fmla="*/ 16627 h 23200"/>
                    <a:gd name="connsiteX5" fmla="*/ 21420 w 22545"/>
                    <a:gd name="connsiteY5" fmla="*/ 6254 h 23200"/>
                    <a:gd name="connsiteX6" fmla="*/ 6569 w 22545"/>
                    <a:gd name="connsiteY6" fmla="*/ 18888 h 23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545" h="23200">
                      <a:moveTo>
                        <a:pt x="6569" y="18888"/>
                      </a:moveTo>
                      <a:cubicBezTo>
                        <a:pt x="8387" y="20573"/>
                        <a:pt x="10426" y="22169"/>
                        <a:pt x="12820" y="22878"/>
                      </a:cubicBezTo>
                      <a:cubicBezTo>
                        <a:pt x="14194" y="23277"/>
                        <a:pt x="15746" y="23321"/>
                        <a:pt x="17120" y="22923"/>
                      </a:cubicBezTo>
                      <a:cubicBezTo>
                        <a:pt x="18140" y="22656"/>
                        <a:pt x="19071" y="22124"/>
                        <a:pt x="19780" y="21371"/>
                      </a:cubicBezTo>
                      <a:cubicBezTo>
                        <a:pt x="20977" y="20085"/>
                        <a:pt x="21509" y="18312"/>
                        <a:pt x="21908" y="16627"/>
                      </a:cubicBezTo>
                      <a:cubicBezTo>
                        <a:pt x="22661" y="13169"/>
                        <a:pt x="23016" y="9401"/>
                        <a:pt x="21420" y="6254"/>
                      </a:cubicBezTo>
                      <a:cubicBezTo>
                        <a:pt x="15125" y="-6336"/>
                        <a:pt x="-12404" y="1200"/>
                        <a:pt x="6569" y="18888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48" name="Forme libre : forme 18847">
                  <a:extLst>
                    <a:ext uri="{FF2B5EF4-FFF2-40B4-BE49-F238E27FC236}">
                      <a16:creationId xmlns:a16="http://schemas.microsoft.com/office/drawing/2014/main" id="{D435590F-7EA1-476A-828F-F86F18D3FCD0}"/>
                    </a:ext>
                  </a:extLst>
                </p:cNvPr>
                <p:cNvSpPr/>
                <p:nvPr/>
              </p:nvSpPr>
              <p:spPr>
                <a:xfrm>
                  <a:off x="7638875" y="5950254"/>
                  <a:ext cx="18085" cy="22594"/>
                </a:xfrm>
                <a:custGeom>
                  <a:avLst/>
                  <a:gdLst>
                    <a:gd name="connsiteX0" fmla="*/ 152 w 18085"/>
                    <a:gd name="connsiteY0" fmla="*/ 11152 h 22594"/>
                    <a:gd name="connsiteX1" fmla="*/ 418 w 18085"/>
                    <a:gd name="connsiteY1" fmla="*/ 17712 h 22594"/>
                    <a:gd name="connsiteX2" fmla="*/ 3344 w 18085"/>
                    <a:gd name="connsiteY2" fmla="*/ 21835 h 22594"/>
                    <a:gd name="connsiteX3" fmla="*/ 4629 w 18085"/>
                    <a:gd name="connsiteY3" fmla="*/ 22412 h 22594"/>
                    <a:gd name="connsiteX4" fmla="*/ 12520 w 18085"/>
                    <a:gd name="connsiteY4" fmla="*/ 19176 h 22594"/>
                    <a:gd name="connsiteX5" fmla="*/ 11722 w 18085"/>
                    <a:gd name="connsiteY5" fmla="*/ 1487 h 22594"/>
                    <a:gd name="connsiteX6" fmla="*/ 152 w 18085"/>
                    <a:gd name="connsiteY6" fmla="*/ 11152 h 22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85" h="22594">
                      <a:moveTo>
                        <a:pt x="152" y="11152"/>
                      </a:moveTo>
                      <a:cubicBezTo>
                        <a:pt x="-25" y="13324"/>
                        <a:pt x="-158" y="15585"/>
                        <a:pt x="418" y="17712"/>
                      </a:cubicBezTo>
                      <a:cubicBezTo>
                        <a:pt x="861" y="19353"/>
                        <a:pt x="1881" y="20949"/>
                        <a:pt x="3344" y="21835"/>
                      </a:cubicBezTo>
                      <a:cubicBezTo>
                        <a:pt x="3743" y="22101"/>
                        <a:pt x="4186" y="22279"/>
                        <a:pt x="4629" y="22412"/>
                      </a:cubicBezTo>
                      <a:cubicBezTo>
                        <a:pt x="7511" y="23209"/>
                        <a:pt x="10392" y="21259"/>
                        <a:pt x="12520" y="19176"/>
                      </a:cubicBezTo>
                      <a:cubicBezTo>
                        <a:pt x="18904" y="12836"/>
                        <a:pt x="21209" y="5920"/>
                        <a:pt x="11722" y="1487"/>
                      </a:cubicBezTo>
                      <a:cubicBezTo>
                        <a:pt x="2457" y="-2857"/>
                        <a:pt x="728" y="2906"/>
                        <a:pt x="152" y="11152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49" name="Forme libre : forme 18848">
                  <a:extLst>
                    <a:ext uri="{FF2B5EF4-FFF2-40B4-BE49-F238E27FC236}">
                      <a16:creationId xmlns:a16="http://schemas.microsoft.com/office/drawing/2014/main" id="{26E9F1C6-85AA-475D-8671-3A38BAAD124D}"/>
                    </a:ext>
                  </a:extLst>
                </p:cNvPr>
                <p:cNvSpPr/>
                <p:nvPr/>
              </p:nvSpPr>
              <p:spPr>
                <a:xfrm>
                  <a:off x="7689461" y="5825670"/>
                  <a:ext cx="18584" cy="34835"/>
                </a:xfrm>
                <a:custGeom>
                  <a:avLst/>
                  <a:gdLst>
                    <a:gd name="connsiteX0" fmla="*/ 5645 w 18584"/>
                    <a:gd name="connsiteY0" fmla="*/ 704 h 34835"/>
                    <a:gd name="connsiteX1" fmla="*/ 192 w 18584"/>
                    <a:gd name="connsiteY1" fmla="*/ 24864 h 34835"/>
                    <a:gd name="connsiteX2" fmla="*/ 2231 w 18584"/>
                    <a:gd name="connsiteY2" fmla="*/ 31647 h 34835"/>
                    <a:gd name="connsiteX3" fmla="*/ 8260 w 18584"/>
                    <a:gd name="connsiteY3" fmla="*/ 34794 h 34835"/>
                    <a:gd name="connsiteX4" fmla="*/ 13890 w 18584"/>
                    <a:gd name="connsiteY4" fmla="*/ 30317 h 34835"/>
                    <a:gd name="connsiteX5" fmla="*/ 18368 w 18584"/>
                    <a:gd name="connsiteY5" fmla="*/ 1590 h 34835"/>
                    <a:gd name="connsiteX6" fmla="*/ 16949 w 18584"/>
                    <a:gd name="connsiteY6" fmla="*/ 172 h 34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584" h="34835">
                      <a:moveTo>
                        <a:pt x="5645" y="704"/>
                      </a:moveTo>
                      <a:cubicBezTo>
                        <a:pt x="1300" y="7885"/>
                        <a:pt x="-650" y="16485"/>
                        <a:pt x="192" y="24864"/>
                      </a:cubicBezTo>
                      <a:cubicBezTo>
                        <a:pt x="414" y="27258"/>
                        <a:pt x="901" y="29652"/>
                        <a:pt x="2231" y="31647"/>
                      </a:cubicBezTo>
                      <a:cubicBezTo>
                        <a:pt x="3561" y="33641"/>
                        <a:pt x="5911" y="35105"/>
                        <a:pt x="8260" y="34794"/>
                      </a:cubicBezTo>
                      <a:cubicBezTo>
                        <a:pt x="10698" y="34484"/>
                        <a:pt x="12605" y="32444"/>
                        <a:pt x="13890" y="30317"/>
                      </a:cubicBezTo>
                      <a:cubicBezTo>
                        <a:pt x="19077" y="21938"/>
                        <a:pt x="18811" y="11432"/>
                        <a:pt x="18368" y="1590"/>
                      </a:cubicBezTo>
                      <a:cubicBezTo>
                        <a:pt x="18323" y="748"/>
                        <a:pt x="17525" y="-449"/>
                        <a:pt x="16949" y="172"/>
                      </a:cubicBezTo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50" name="Forme libre : forme 18849">
                  <a:extLst>
                    <a:ext uri="{FF2B5EF4-FFF2-40B4-BE49-F238E27FC236}">
                      <a16:creationId xmlns:a16="http://schemas.microsoft.com/office/drawing/2014/main" id="{81F08059-115B-4568-82A8-7653FA7523C5}"/>
                    </a:ext>
                  </a:extLst>
                </p:cNvPr>
                <p:cNvSpPr/>
                <p:nvPr/>
              </p:nvSpPr>
              <p:spPr>
                <a:xfrm>
                  <a:off x="7753388" y="5865467"/>
                  <a:ext cx="15885" cy="26533"/>
                </a:xfrm>
                <a:custGeom>
                  <a:avLst/>
                  <a:gdLst>
                    <a:gd name="connsiteX0" fmla="*/ 14820 w 15885"/>
                    <a:gd name="connsiteY0" fmla="*/ 538 h 26533"/>
                    <a:gd name="connsiteX1" fmla="*/ 146 w 15885"/>
                    <a:gd name="connsiteY1" fmla="*/ 10025 h 26533"/>
                    <a:gd name="connsiteX2" fmla="*/ 9633 w 15885"/>
                    <a:gd name="connsiteY2" fmla="*/ 26029 h 26533"/>
                    <a:gd name="connsiteX3" fmla="*/ 11717 w 15885"/>
                    <a:gd name="connsiteY3" fmla="*/ 26516 h 26533"/>
                    <a:gd name="connsiteX4" fmla="*/ 14554 w 15885"/>
                    <a:gd name="connsiteY4" fmla="*/ 22526 h 26533"/>
                    <a:gd name="connsiteX5" fmla="*/ 15618 w 15885"/>
                    <a:gd name="connsiteY5" fmla="*/ 3110 h 26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885" h="26533">
                      <a:moveTo>
                        <a:pt x="14820" y="538"/>
                      </a:moveTo>
                      <a:cubicBezTo>
                        <a:pt x="8569" y="-1723"/>
                        <a:pt x="1166" y="3464"/>
                        <a:pt x="146" y="10025"/>
                      </a:cubicBezTo>
                      <a:cubicBezTo>
                        <a:pt x="-873" y="16586"/>
                        <a:pt x="3560" y="23280"/>
                        <a:pt x="9633" y="26029"/>
                      </a:cubicBezTo>
                      <a:cubicBezTo>
                        <a:pt x="10298" y="26339"/>
                        <a:pt x="11007" y="26605"/>
                        <a:pt x="11717" y="26516"/>
                      </a:cubicBezTo>
                      <a:cubicBezTo>
                        <a:pt x="13446" y="26295"/>
                        <a:pt x="14199" y="24255"/>
                        <a:pt x="14554" y="22526"/>
                      </a:cubicBezTo>
                      <a:cubicBezTo>
                        <a:pt x="15839" y="16143"/>
                        <a:pt x="16194" y="9582"/>
                        <a:pt x="15618" y="3110"/>
                      </a:cubicBezTo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51" name="Forme libre : forme 18850">
                  <a:extLst>
                    <a:ext uri="{FF2B5EF4-FFF2-40B4-BE49-F238E27FC236}">
                      <a16:creationId xmlns:a16="http://schemas.microsoft.com/office/drawing/2014/main" id="{A8A66FB0-F6E1-4A0B-9F9A-3F31E2FF06B8}"/>
                    </a:ext>
                  </a:extLst>
                </p:cNvPr>
                <p:cNvSpPr/>
                <p:nvPr/>
              </p:nvSpPr>
              <p:spPr>
                <a:xfrm>
                  <a:off x="7597876" y="5843380"/>
                  <a:ext cx="23097" cy="27184"/>
                </a:xfrm>
                <a:custGeom>
                  <a:avLst/>
                  <a:gdLst>
                    <a:gd name="connsiteX0" fmla="*/ 6219 w 23097"/>
                    <a:gd name="connsiteY0" fmla="*/ 23468 h 27184"/>
                    <a:gd name="connsiteX1" fmla="*/ 18676 w 23097"/>
                    <a:gd name="connsiteY1" fmla="*/ 25994 h 27184"/>
                    <a:gd name="connsiteX2" fmla="*/ 20449 w 23097"/>
                    <a:gd name="connsiteY2" fmla="*/ 24088 h 27184"/>
                    <a:gd name="connsiteX3" fmla="*/ 22399 w 23097"/>
                    <a:gd name="connsiteY3" fmla="*/ 18414 h 27184"/>
                    <a:gd name="connsiteX4" fmla="*/ 22754 w 23097"/>
                    <a:gd name="connsiteY4" fmla="*/ 8306 h 27184"/>
                    <a:gd name="connsiteX5" fmla="*/ 6219 w 23097"/>
                    <a:gd name="connsiteY5" fmla="*/ 23468 h 27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097" h="27184">
                      <a:moveTo>
                        <a:pt x="6219" y="23468"/>
                      </a:moveTo>
                      <a:cubicBezTo>
                        <a:pt x="9676" y="26437"/>
                        <a:pt x="14952" y="28654"/>
                        <a:pt x="18676" y="25994"/>
                      </a:cubicBezTo>
                      <a:cubicBezTo>
                        <a:pt x="19385" y="25462"/>
                        <a:pt x="19961" y="24842"/>
                        <a:pt x="20449" y="24088"/>
                      </a:cubicBezTo>
                      <a:cubicBezTo>
                        <a:pt x="21513" y="22447"/>
                        <a:pt x="22045" y="20408"/>
                        <a:pt x="22399" y="18414"/>
                      </a:cubicBezTo>
                      <a:cubicBezTo>
                        <a:pt x="23020" y="15089"/>
                        <a:pt x="23419" y="11631"/>
                        <a:pt x="22754" y="8306"/>
                      </a:cubicBezTo>
                      <a:cubicBezTo>
                        <a:pt x="18986" y="-10756"/>
                        <a:pt x="-13287" y="6710"/>
                        <a:pt x="6219" y="23468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52" name="Forme libre : forme 18851">
                  <a:extLst>
                    <a:ext uri="{FF2B5EF4-FFF2-40B4-BE49-F238E27FC236}">
                      <a16:creationId xmlns:a16="http://schemas.microsoft.com/office/drawing/2014/main" id="{28AC242D-4ED6-4638-B7E5-5F571B42B8A1}"/>
                    </a:ext>
                  </a:extLst>
                </p:cNvPr>
                <p:cNvSpPr/>
                <p:nvPr/>
              </p:nvSpPr>
              <p:spPr>
                <a:xfrm>
                  <a:off x="7440057" y="5975547"/>
                  <a:ext cx="21424" cy="33387"/>
                </a:xfrm>
                <a:custGeom>
                  <a:avLst/>
                  <a:gdLst>
                    <a:gd name="connsiteX0" fmla="*/ 9987 w 21424"/>
                    <a:gd name="connsiteY0" fmla="*/ 0 h 33387"/>
                    <a:gd name="connsiteX1" fmla="*/ 13 w 21424"/>
                    <a:gd name="connsiteY1" fmla="*/ 26909 h 33387"/>
                    <a:gd name="connsiteX2" fmla="*/ 633 w 21424"/>
                    <a:gd name="connsiteY2" fmla="*/ 30810 h 33387"/>
                    <a:gd name="connsiteX3" fmla="*/ 7549 w 21424"/>
                    <a:gd name="connsiteY3" fmla="*/ 33027 h 33387"/>
                    <a:gd name="connsiteX4" fmla="*/ 13401 w 21424"/>
                    <a:gd name="connsiteY4" fmla="*/ 27884 h 33387"/>
                    <a:gd name="connsiteX5" fmla="*/ 21424 w 21424"/>
                    <a:gd name="connsiteY5" fmla="*/ 709 h 33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424" h="33387">
                      <a:moveTo>
                        <a:pt x="9987" y="0"/>
                      </a:moveTo>
                      <a:cubicBezTo>
                        <a:pt x="3781" y="7537"/>
                        <a:pt x="234" y="17200"/>
                        <a:pt x="13" y="26909"/>
                      </a:cubicBezTo>
                      <a:cubicBezTo>
                        <a:pt x="-32" y="28239"/>
                        <a:pt x="13" y="29613"/>
                        <a:pt x="633" y="30810"/>
                      </a:cubicBezTo>
                      <a:cubicBezTo>
                        <a:pt x="1874" y="33160"/>
                        <a:pt x="5066" y="33913"/>
                        <a:pt x="7549" y="33027"/>
                      </a:cubicBezTo>
                      <a:cubicBezTo>
                        <a:pt x="10031" y="32140"/>
                        <a:pt x="11938" y="30057"/>
                        <a:pt x="13401" y="27884"/>
                      </a:cubicBezTo>
                      <a:cubicBezTo>
                        <a:pt x="18720" y="19949"/>
                        <a:pt x="20139" y="10152"/>
                        <a:pt x="21424" y="709"/>
                      </a:cubicBezTo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53" name="Forme libre : forme 18852">
                  <a:extLst>
                    <a:ext uri="{FF2B5EF4-FFF2-40B4-BE49-F238E27FC236}">
                      <a16:creationId xmlns:a16="http://schemas.microsoft.com/office/drawing/2014/main" id="{595136C7-8919-424C-8BB8-F7AA6853877A}"/>
                    </a:ext>
                  </a:extLst>
                </p:cNvPr>
                <p:cNvSpPr/>
                <p:nvPr/>
              </p:nvSpPr>
              <p:spPr>
                <a:xfrm>
                  <a:off x="7779849" y="5717548"/>
                  <a:ext cx="27927" cy="45014"/>
                </a:xfrm>
                <a:custGeom>
                  <a:avLst/>
                  <a:gdLst>
                    <a:gd name="connsiteX0" fmla="*/ 62 w 27927"/>
                    <a:gd name="connsiteY0" fmla="*/ 34172 h 45014"/>
                    <a:gd name="connsiteX1" fmla="*/ 5426 w 27927"/>
                    <a:gd name="connsiteY1" fmla="*/ 44856 h 45014"/>
                    <a:gd name="connsiteX2" fmla="*/ 12164 w 27927"/>
                    <a:gd name="connsiteY2" fmla="*/ 42728 h 45014"/>
                    <a:gd name="connsiteX3" fmla="*/ 16287 w 27927"/>
                    <a:gd name="connsiteY3" fmla="*/ 36655 h 45014"/>
                    <a:gd name="connsiteX4" fmla="*/ 24178 w 27927"/>
                    <a:gd name="connsiteY4" fmla="*/ 38 h 45014"/>
                    <a:gd name="connsiteX5" fmla="*/ 8839 w 27927"/>
                    <a:gd name="connsiteY5" fmla="*/ 15243 h 45014"/>
                    <a:gd name="connsiteX6" fmla="*/ 62 w 27927"/>
                    <a:gd name="connsiteY6" fmla="*/ 34172 h 450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927" h="45014">
                      <a:moveTo>
                        <a:pt x="62" y="34172"/>
                      </a:moveTo>
                      <a:cubicBezTo>
                        <a:pt x="-337" y="38517"/>
                        <a:pt x="1170" y="43837"/>
                        <a:pt x="5426" y="44856"/>
                      </a:cubicBezTo>
                      <a:cubicBezTo>
                        <a:pt x="7820" y="45432"/>
                        <a:pt x="10391" y="44369"/>
                        <a:pt x="12164" y="42728"/>
                      </a:cubicBezTo>
                      <a:cubicBezTo>
                        <a:pt x="13982" y="41044"/>
                        <a:pt x="15134" y="38827"/>
                        <a:pt x="16287" y="36655"/>
                      </a:cubicBezTo>
                      <a:cubicBezTo>
                        <a:pt x="18592" y="32133"/>
                        <a:pt x="35216" y="2653"/>
                        <a:pt x="24178" y="38"/>
                      </a:cubicBezTo>
                      <a:cubicBezTo>
                        <a:pt x="20631" y="-804"/>
                        <a:pt x="10790" y="12761"/>
                        <a:pt x="8839" y="15243"/>
                      </a:cubicBezTo>
                      <a:cubicBezTo>
                        <a:pt x="4495" y="20829"/>
                        <a:pt x="727" y="27035"/>
                        <a:pt x="62" y="34172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54" name="Forme libre : forme 18853">
                  <a:extLst>
                    <a:ext uri="{FF2B5EF4-FFF2-40B4-BE49-F238E27FC236}">
                      <a16:creationId xmlns:a16="http://schemas.microsoft.com/office/drawing/2014/main" id="{2F4BD0A6-EFBB-4342-B882-E0DD75C6598C}"/>
                    </a:ext>
                  </a:extLst>
                </p:cNvPr>
                <p:cNvSpPr/>
                <p:nvPr/>
              </p:nvSpPr>
              <p:spPr>
                <a:xfrm>
                  <a:off x="7708554" y="5704286"/>
                  <a:ext cx="16430" cy="18043"/>
                </a:xfrm>
                <a:custGeom>
                  <a:avLst/>
                  <a:gdLst>
                    <a:gd name="connsiteX0" fmla="*/ 12574 w 16430"/>
                    <a:gd name="connsiteY0" fmla="*/ 1862 h 18043"/>
                    <a:gd name="connsiteX1" fmla="*/ 28 w 16430"/>
                    <a:gd name="connsiteY1" fmla="*/ 15028 h 18043"/>
                    <a:gd name="connsiteX2" fmla="*/ 738 w 16430"/>
                    <a:gd name="connsiteY2" fmla="*/ 17599 h 18043"/>
                    <a:gd name="connsiteX3" fmla="*/ 2910 w 16430"/>
                    <a:gd name="connsiteY3" fmla="*/ 17999 h 18043"/>
                    <a:gd name="connsiteX4" fmla="*/ 12308 w 16430"/>
                    <a:gd name="connsiteY4" fmla="*/ 11216 h 18043"/>
                    <a:gd name="connsiteX5" fmla="*/ 16431 w 16430"/>
                    <a:gd name="connsiteY5" fmla="*/ 0 h 18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430" h="18043">
                      <a:moveTo>
                        <a:pt x="12574" y="1862"/>
                      </a:moveTo>
                      <a:cubicBezTo>
                        <a:pt x="6057" y="2704"/>
                        <a:pt x="560" y="8467"/>
                        <a:pt x="28" y="15028"/>
                      </a:cubicBezTo>
                      <a:cubicBezTo>
                        <a:pt x="-60" y="15959"/>
                        <a:pt x="28" y="16979"/>
                        <a:pt x="738" y="17599"/>
                      </a:cubicBezTo>
                      <a:cubicBezTo>
                        <a:pt x="1314" y="18087"/>
                        <a:pt x="2156" y="18087"/>
                        <a:pt x="2910" y="17999"/>
                      </a:cubicBezTo>
                      <a:cubicBezTo>
                        <a:pt x="6855" y="17511"/>
                        <a:pt x="10224" y="14629"/>
                        <a:pt x="12308" y="11216"/>
                      </a:cubicBezTo>
                      <a:cubicBezTo>
                        <a:pt x="14392" y="7802"/>
                        <a:pt x="15455" y="3857"/>
                        <a:pt x="16431" y="0"/>
                      </a:cubicBezTo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55" name="Forme libre : forme 18854">
                  <a:extLst>
                    <a:ext uri="{FF2B5EF4-FFF2-40B4-BE49-F238E27FC236}">
                      <a16:creationId xmlns:a16="http://schemas.microsoft.com/office/drawing/2014/main" id="{F08E31DC-00BB-40B1-BD2A-B6299033A485}"/>
                    </a:ext>
                  </a:extLst>
                </p:cNvPr>
                <p:cNvSpPr/>
                <p:nvPr/>
              </p:nvSpPr>
              <p:spPr>
                <a:xfrm>
                  <a:off x="7758256" y="5659069"/>
                  <a:ext cx="18908" cy="24915"/>
                </a:xfrm>
                <a:custGeom>
                  <a:avLst/>
                  <a:gdLst>
                    <a:gd name="connsiteX0" fmla="*/ 10616 w 18908"/>
                    <a:gd name="connsiteY0" fmla="*/ 0 h 24915"/>
                    <a:gd name="connsiteX1" fmla="*/ 3080 w 18908"/>
                    <a:gd name="connsiteY1" fmla="*/ 9443 h 24915"/>
                    <a:gd name="connsiteX2" fmla="*/ 21 w 18908"/>
                    <a:gd name="connsiteY2" fmla="*/ 18486 h 24915"/>
                    <a:gd name="connsiteX3" fmla="*/ 6006 w 18908"/>
                    <a:gd name="connsiteY3" fmla="*/ 24914 h 24915"/>
                    <a:gd name="connsiteX4" fmla="*/ 13365 w 18908"/>
                    <a:gd name="connsiteY4" fmla="*/ 17821 h 24915"/>
                    <a:gd name="connsiteX5" fmla="*/ 17887 w 18908"/>
                    <a:gd name="connsiteY5" fmla="*/ 8157 h 24915"/>
                    <a:gd name="connsiteX6" fmla="*/ 18906 w 18908"/>
                    <a:gd name="connsiteY6" fmla="*/ 4610 h 24915"/>
                    <a:gd name="connsiteX7" fmla="*/ 16690 w 18908"/>
                    <a:gd name="connsiteY7" fmla="*/ 2039 h 24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908" h="24915">
                      <a:moveTo>
                        <a:pt x="10616" y="0"/>
                      </a:moveTo>
                      <a:cubicBezTo>
                        <a:pt x="7779" y="2837"/>
                        <a:pt x="5252" y="6029"/>
                        <a:pt x="3080" y="9443"/>
                      </a:cubicBezTo>
                      <a:cubicBezTo>
                        <a:pt x="1351" y="12191"/>
                        <a:pt x="-200" y="15250"/>
                        <a:pt x="21" y="18486"/>
                      </a:cubicBezTo>
                      <a:cubicBezTo>
                        <a:pt x="243" y="21722"/>
                        <a:pt x="2770" y="25002"/>
                        <a:pt x="6006" y="24914"/>
                      </a:cubicBezTo>
                      <a:cubicBezTo>
                        <a:pt x="9597" y="24825"/>
                        <a:pt x="11813" y="21057"/>
                        <a:pt x="13365" y="17821"/>
                      </a:cubicBezTo>
                      <a:cubicBezTo>
                        <a:pt x="14872" y="14585"/>
                        <a:pt x="16379" y="11393"/>
                        <a:pt x="17887" y="8157"/>
                      </a:cubicBezTo>
                      <a:cubicBezTo>
                        <a:pt x="18419" y="7048"/>
                        <a:pt x="18951" y="5851"/>
                        <a:pt x="18906" y="4610"/>
                      </a:cubicBezTo>
                      <a:cubicBezTo>
                        <a:pt x="18818" y="3369"/>
                        <a:pt x="17931" y="2083"/>
                        <a:pt x="16690" y="2039"/>
                      </a:cubicBezTo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56" name="Forme libre : forme 18855">
                  <a:extLst>
                    <a:ext uri="{FF2B5EF4-FFF2-40B4-BE49-F238E27FC236}">
                      <a16:creationId xmlns:a16="http://schemas.microsoft.com/office/drawing/2014/main" id="{1B4F62B9-6DA4-4F79-8A3B-A00A8765B232}"/>
                    </a:ext>
                  </a:extLst>
                </p:cNvPr>
                <p:cNvSpPr/>
                <p:nvPr/>
              </p:nvSpPr>
              <p:spPr>
                <a:xfrm>
                  <a:off x="7805742" y="5629190"/>
                  <a:ext cx="10830" cy="22736"/>
                </a:xfrm>
                <a:custGeom>
                  <a:avLst/>
                  <a:gdLst>
                    <a:gd name="connsiteX0" fmla="*/ 9900 w 10830"/>
                    <a:gd name="connsiteY0" fmla="*/ 0 h 22736"/>
                    <a:gd name="connsiteX1" fmla="*/ 369 w 10830"/>
                    <a:gd name="connsiteY1" fmla="*/ 22564 h 22736"/>
                    <a:gd name="connsiteX2" fmla="*/ 5378 w 10830"/>
                    <a:gd name="connsiteY2" fmla="*/ 19284 h 22736"/>
                    <a:gd name="connsiteX3" fmla="*/ 10831 w 10830"/>
                    <a:gd name="connsiteY3" fmla="*/ 3591 h 2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30" h="22736">
                      <a:moveTo>
                        <a:pt x="9900" y="0"/>
                      </a:moveTo>
                      <a:cubicBezTo>
                        <a:pt x="2674" y="4743"/>
                        <a:pt x="-1271" y="14053"/>
                        <a:pt x="369" y="22564"/>
                      </a:cubicBezTo>
                      <a:cubicBezTo>
                        <a:pt x="2408" y="23362"/>
                        <a:pt x="4314" y="21234"/>
                        <a:pt x="5378" y="19284"/>
                      </a:cubicBezTo>
                      <a:cubicBezTo>
                        <a:pt x="8038" y="14363"/>
                        <a:pt x="9856" y="9043"/>
                        <a:pt x="10831" y="3591"/>
                      </a:cubicBezTo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57" name="Forme libre : forme 18856">
                  <a:extLst>
                    <a:ext uri="{FF2B5EF4-FFF2-40B4-BE49-F238E27FC236}">
                      <a16:creationId xmlns:a16="http://schemas.microsoft.com/office/drawing/2014/main" id="{2F16E083-CDBE-4578-A026-7B661F3406EC}"/>
                    </a:ext>
                  </a:extLst>
                </p:cNvPr>
                <p:cNvSpPr/>
                <p:nvPr/>
              </p:nvSpPr>
              <p:spPr>
                <a:xfrm>
                  <a:off x="7866543" y="5593154"/>
                  <a:ext cx="14937" cy="14975"/>
                </a:xfrm>
                <a:custGeom>
                  <a:avLst/>
                  <a:gdLst>
                    <a:gd name="connsiteX0" fmla="*/ 13379 w 14937"/>
                    <a:gd name="connsiteY0" fmla="*/ 6511 h 14975"/>
                    <a:gd name="connsiteX1" fmla="*/ 14797 w 14937"/>
                    <a:gd name="connsiteY1" fmla="*/ 9791 h 14975"/>
                    <a:gd name="connsiteX2" fmla="*/ 13379 w 14937"/>
                    <a:gd name="connsiteY2" fmla="*/ 14402 h 14975"/>
                    <a:gd name="connsiteX3" fmla="*/ 5399 w 14937"/>
                    <a:gd name="connsiteY3" fmla="*/ 12008 h 14975"/>
                    <a:gd name="connsiteX4" fmla="*/ 13379 w 14937"/>
                    <a:gd name="connsiteY4" fmla="*/ 6511 h 14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37" h="14975">
                      <a:moveTo>
                        <a:pt x="13379" y="6511"/>
                      </a:moveTo>
                      <a:cubicBezTo>
                        <a:pt x="14044" y="7442"/>
                        <a:pt x="14576" y="8639"/>
                        <a:pt x="14797" y="9791"/>
                      </a:cubicBezTo>
                      <a:cubicBezTo>
                        <a:pt x="15152" y="11609"/>
                        <a:pt x="14886" y="13426"/>
                        <a:pt x="13379" y="14402"/>
                      </a:cubicBezTo>
                      <a:cubicBezTo>
                        <a:pt x="10896" y="16042"/>
                        <a:pt x="7749" y="13826"/>
                        <a:pt x="5399" y="12008"/>
                      </a:cubicBezTo>
                      <a:cubicBezTo>
                        <a:pt x="-6747" y="2565"/>
                        <a:pt x="4114" y="-6567"/>
                        <a:pt x="13379" y="6511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58" name="Forme libre : forme 18857">
                  <a:extLst>
                    <a:ext uri="{FF2B5EF4-FFF2-40B4-BE49-F238E27FC236}">
                      <a16:creationId xmlns:a16="http://schemas.microsoft.com/office/drawing/2014/main" id="{A657F515-B228-487D-8A74-A565412551FC}"/>
                    </a:ext>
                  </a:extLst>
                </p:cNvPr>
                <p:cNvSpPr/>
                <p:nvPr/>
              </p:nvSpPr>
              <p:spPr>
                <a:xfrm>
                  <a:off x="7814090" y="5780803"/>
                  <a:ext cx="14251" cy="31120"/>
                </a:xfrm>
                <a:custGeom>
                  <a:avLst/>
                  <a:gdLst>
                    <a:gd name="connsiteX0" fmla="*/ 7758 w 14251"/>
                    <a:gd name="connsiteY0" fmla="*/ 7003 h 31120"/>
                    <a:gd name="connsiteX1" fmla="*/ 488 w 14251"/>
                    <a:gd name="connsiteY1" fmla="*/ 26996 h 31120"/>
                    <a:gd name="connsiteX2" fmla="*/ 3680 w 14251"/>
                    <a:gd name="connsiteY2" fmla="*/ 31075 h 31120"/>
                    <a:gd name="connsiteX3" fmla="*/ 8379 w 14251"/>
                    <a:gd name="connsiteY3" fmla="*/ 27971 h 31120"/>
                    <a:gd name="connsiteX4" fmla="*/ 13521 w 14251"/>
                    <a:gd name="connsiteY4" fmla="*/ 176 h 31120"/>
                    <a:gd name="connsiteX5" fmla="*/ 7625 w 14251"/>
                    <a:gd name="connsiteY5" fmla="*/ 4476 h 31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251" h="31120">
                      <a:moveTo>
                        <a:pt x="7758" y="7003"/>
                      </a:moveTo>
                      <a:cubicBezTo>
                        <a:pt x="1729" y="11524"/>
                        <a:pt x="-1241" y="19681"/>
                        <a:pt x="488" y="26996"/>
                      </a:cubicBezTo>
                      <a:cubicBezTo>
                        <a:pt x="887" y="28769"/>
                        <a:pt x="1862" y="30764"/>
                        <a:pt x="3680" y="31075"/>
                      </a:cubicBezTo>
                      <a:cubicBezTo>
                        <a:pt x="5630" y="31429"/>
                        <a:pt x="7315" y="29656"/>
                        <a:pt x="8379" y="27971"/>
                      </a:cubicBezTo>
                      <a:cubicBezTo>
                        <a:pt x="13565" y="19814"/>
                        <a:pt x="15427" y="9662"/>
                        <a:pt x="13521" y="176"/>
                      </a:cubicBezTo>
                      <a:cubicBezTo>
                        <a:pt x="10817" y="-667"/>
                        <a:pt x="7625" y="1639"/>
                        <a:pt x="7625" y="4476"/>
                      </a:cubicBezTo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59" name="Forme libre : forme 18858">
                  <a:extLst>
                    <a:ext uri="{FF2B5EF4-FFF2-40B4-BE49-F238E27FC236}">
                      <a16:creationId xmlns:a16="http://schemas.microsoft.com/office/drawing/2014/main" id="{1CA8BE57-1940-460D-81E9-333A82BA5FF6}"/>
                    </a:ext>
                  </a:extLst>
                </p:cNvPr>
                <p:cNvSpPr/>
                <p:nvPr/>
              </p:nvSpPr>
              <p:spPr>
                <a:xfrm>
                  <a:off x="7856914" y="5763690"/>
                  <a:ext cx="19129" cy="20305"/>
                </a:xfrm>
                <a:custGeom>
                  <a:avLst/>
                  <a:gdLst>
                    <a:gd name="connsiteX0" fmla="*/ 2926 w 19129"/>
                    <a:gd name="connsiteY0" fmla="*/ 0 h 20305"/>
                    <a:gd name="connsiteX1" fmla="*/ 13388 w 19129"/>
                    <a:gd name="connsiteY1" fmla="*/ 5586 h 20305"/>
                    <a:gd name="connsiteX2" fmla="*/ 18442 w 19129"/>
                    <a:gd name="connsiteY2" fmla="*/ 18574 h 20305"/>
                    <a:gd name="connsiteX3" fmla="*/ 16979 w 19129"/>
                    <a:gd name="connsiteY3" fmla="*/ 20170 h 20305"/>
                    <a:gd name="connsiteX4" fmla="*/ 13432 w 19129"/>
                    <a:gd name="connsiteY4" fmla="*/ 18885 h 20305"/>
                    <a:gd name="connsiteX5" fmla="*/ 0 w 19129"/>
                    <a:gd name="connsiteY5" fmla="*/ 3946 h 20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129" h="20305">
                      <a:moveTo>
                        <a:pt x="2926" y="0"/>
                      </a:moveTo>
                      <a:cubicBezTo>
                        <a:pt x="6738" y="1197"/>
                        <a:pt x="10285" y="3103"/>
                        <a:pt x="13388" y="5586"/>
                      </a:cubicBezTo>
                      <a:cubicBezTo>
                        <a:pt x="17289" y="8733"/>
                        <a:pt x="20614" y="14053"/>
                        <a:pt x="18442" y="18574"/>
                      </a:cubicBezTo>
                      <a:cubicBezTo>
                        <a:pt x="18131" y="19239"/>
                        <a:pt x="17644" y="19905"/>
                        <a:pt x="16979" y="20170"/>
                      </a:cubicBezTo>
                      <a:cubicBezTo>
                        <a:pt x="15738" y="20658"/>
                        <a:pt x="14408" y="19727"/>
                        <a:pt x="13432" y="18885"/>
                      </a:cubicBezTo>
                      <a:cubicBezTo>
                        <a:pt x="8334" y="14496"/>
                        <a:pt x="3813" y="9443"/>
                        <a:pt x="0" y="3946"/>
                      </a:cubicBezTo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60" name="Forme libre : forme 18859">
                  <a:extLst>
                    <a:ext uri="{FF2B5EF4-FFF2-40B4-BE49-F238E27FC236}">
                      <a16:creationId xmlns:a16="http://schemas.microsoft.com/office/drawing/2014/main" id="{84C5CA18-EE23-4C8A-8C9A-782A9E0E3579}"/>
                    </a:ext>
                  </a:extLst>
                </p:cNvPr>
                <p:cNvSpPr/>
                <p:nvPr/>
              </p:nvSpPr>
              <p:spPr>
                <a:xfrm>
                  <a:off x="7642529" y="6014674"/>
                  <a:ext cx="13454" cy="23535"/>
                </a:xfrm>
                <a:custGeom>
                  <a:avLst/>
                  <a:gdLst>
                    <a:gd name="connsiteX0" fmla="*/ 0 w 13454"/>
                    <a:gd name="connsiteY0" fmla="*/ 23336 h 23535"/>
                    <a:gd name="connsiteX1" fmla="*/ 6029 w 13454"/>
                    <a:gd name="connsiteY1" fmla="*/ 19124 h 23535"/>
                    <a:gd name="connsiteX2" fmla="*/ 8689 w 13454"/>
                    <a:gd name="connsiteY2" fmla="*/ 639 h 23535"/>
                    <a:gd name="connsiteX3" fmla="*/ 0 w 13454"/>
                    <a:gd name="connsiteY3" fmla="*/ 23336 h 23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54" h="23535">
                      <a:moveTo>
                        <a:pt x="0" y="23336"/>
                      </a:moveTo>
                      <a:cubicBezTo>
                        <a:pt x="2527" y="24311"/>
                        <a:pt x="4788" y="21518"/>
                        <a:pt x="6029" y="19124"/>
                      </a:cubicBezTo>
                      <a:cubicBezTo>
                        <a:pt x="7980" y="15401"/>
                        <a:pt x="19949" y="-3706"/>
                        <a:pt x="8689" y="639"/>
                      </a:cubicBezTo>
                      <a:cubicBezTo>
                        <a:pt x="1374" y="3520"/>
                        <a:pt x="0" y="17085"/>
                        <a:pt x="0" y="23336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61" name="Forme libre : forme 18860">
                  <a:extLst>
                    <a:ext uri="{FF2B5EF4-FFF2-40B4-BE49-F238E27FC236}">
                      <a16:creationId xmlns:a16="http://schemas.microsoft.com/office/drawing/2014/main" id="{CABA8F55-D347-4300-9923-E9E02908C278}"/>
                    </a:ext>
                  </a:extLst>
                </p:cNvPr>
                <p:cNvSpPr/>
                <p:nvPr/>
              </p:nvSpPr>
              <p:spPr>
                <a:xfrm>
                  <a:off x="7405295" y="6147889"/>
                  <a:ext cx="18736" cy="32925"/>
                </a:xfrm>
                <a:custGeom>
                  <a:avLst/>
                  <a:gdLst>
                    <a:gd name="connsiteX0" fmla="*/ 108 w 18736"/>
                    <a:gd name="connsiteY0" fmla="*/ 24044 h 32925"/>
                    <a:gd name="connsiteX1" fmla="*/ 3433 w 18736"/>
                    <a:gd name="connsiteY1" fmla="*/ 32644 h 32925"/>
                    <a:gd name="connsiteX2" fmla="*/ 11102 w 18736"/>
                    <a:gd name="connsiteY2" fmla="*/ 29142 h 32925"/>
                    <a:gd name="connsiteX3" fmla="*/ 15978 w 18736"/>
                    <a:gd name="connsiteY3" fmla="*/ 637 h 32925"/>
                    <a:gd name="connsiteX4" fmla="*/ 108 w 18736"/>
                    <a:gd name="connsiteY4" fmla="*/ 24044 h 32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36" h="32925">
                      <a:moveTo>
                        <a:pt x="108" y="24044"/>
                      </a:moveTo>
                      <a:cubicBezTo>
                        <a:pt x="-291" y="27324"/>
                        <a:pt x="330" y="31447"/>
                        <a:pt x="3433" y="32644"/>
                      </a:cubicBezTo>
                      <a:cubicBezTo>
                        <a:pt x="6270" y="33708"/>
                        <a:pt x="9284" y="31580"/>
                        <a:pt x="11102" y="29142"/>
                      </a:cubicBezTo>
                      <a:cubicBezTo>
                        <a:pt x="14427" y="24798"/>
                        <a:pt x="23160" y="5159"/>
                        <a:pt x="15978" y="637"/>
                      </a:cubicBezTo>
                      <a:cubicBezTo>
                        <a:pt x="8575" y="-4062"/>
                        <a:pt x="729" y="18591"/>
                        <a:pt x="108" y="24044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62" name="Forme libre : forme 18861">
                  <a:extLst>
                    <a:ext uri="{FF2B5EF4-FFF2-40B4-BE49-F238E27FC236}">
                      <a16:creationId xmlns:a16="http://schemas.microsoft.com/office/drawing/2014/main" id="{CFBD1C6E-DC0A-4F76-B9A5-5E9C94892AF5}"/>
                    </a:ext>
                  </a:extLst>
                </p:cNvPr>
                <p:cNvSpPr/>
                <p:nvPr/>
              </p:nvSpPr>
              <p:spPr>
                <a:xfrm>
                  <a:off x="7499844" y="6117359"/>
                  <a:ext cx="8266" cy="18901"/>
                </a:xfrm>
                <a:custGeom>
                  <a:avLst/>
                  <a:gdLst>
                    <a:gd name="connsiteX0" fmla="*/ 1225 w 8266"/>
                    <a:gd name="connsiteY0" fmla="*/ 15297 h 18901"/>
                    <a:gd name="connsiteX1" fmla="*/ 2156 w 8266"/>
                    <a:gd name="connsiteY1" fmla="*/ 17026 h 18901"/>
                    <a:gd name="connsiteX2" fmla="*/ 6013 w 8266"/>
                    <a:gd name="connsiteY2" fmla="*/ 18711 h 18901"/>
                    <a:gd name="connsiteX3" fmla="*/ 8052 w 8266"/>
                    <a:gd name="connsiteY3" fmla="*/ 14499 h 18901"/>
                    <a:gd name="connsiteX4" fmla="*/ 3265 w 8266"/>
                    <a:gd name="connsiteY4" fmla="*/ 3 h 18901"/>
                    <a:gd name="connsiteX5" fmla="*/ 1225 w 8266"/>
                    <a:gd name="connsiteY5" fmla="*/ 15297 h 18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66" h="18901">
                      <a:moveTo>
                        <a:pt x="1225" y="15297"/>
                      </a:moveTo>
                      <a:cubicBezTo>
                        <a:pt x="1447" y="15873"/>
                        <a:pt x="1757" y="16494"/>
                        <a:pt x="2156" y="17026"/>
                      </a:cubicBezTo>
                      <a:cubicBezTo>
                        <a:pt x="3132" y="18356"/>
                        <a:pt x="4550" y="19331"/>
                        <a:pt x="6013" y="18711"/>
                      </a:cubicBezTo>
                      <a:cubicBezTo>
                        <a:pt x="7520" y="18090"/>
                        <a:pt x="7919" y="16139"/>
                        <a:pt x="8052" y="14499"/>
                      </a:cubicBezTo>
                      <a:cubicBezTo>
                        <a:pt x="8318" y="11662"/>
                        <a:pt x="9249" y="-219"/>
                        <a:pt x="3265" y="3"/>
                      </a:cubicBezTo>
                      <a:cubicBezTo>
                        <a:pt x="-1656" y="180"/>
                        <a:pt x="162" y="12460"/>
                        <a:pt x="1225" y="15297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63" name="Forme libre : forme 18862">
                  <a:extLst>
                    <a:ext uri="{FF2B5EF4-FFF2-40B4-BE49-F238E27FC236}">
                      <a16:creationId xmlns:a16="http://schemas.microsoft.com/office/drawing/2014/main" id="{BA81C85C-B8CF-4728-8399-6FAECA4E37ED}"/>
                    </a:ext>
                  </a:extLst>
                </p:cNvPr>
                <p:cNvSpPr/>
                <p:nvPr/>
              </p:nvSpPr>
              <p:spPr>
                <a:xfrm>
                  <a:off x="7354644" y="6234468"/>
                  <a:ext cx="10906" cy="18896"/>
                </a:xfrm>
                <a:custGeom>
                  <a:avLst/>
                  <a:gdLst>
                    <a:gd name="connsiteX0" fmla="*/ 0 w 10906"/>
                    <a:gd name="connsiteY0" fmla="*/ 6445 h 18896"/>
                    <a:gd name="connsiteX1" fmla="*/ 5941 w 10906"/>
                    <a:gd name="connsiteY1" fmla="*/ 18636 h 18896"/>
                    <a:gd name="connsiteX2" fmla="*/ 6739 w 10906"/>
                    <a:gd name="connsiteY2" fmla="*/ 18857 h 18896"/>
                    <a:gd name="connsiteX3" fmla="*/ 8379 w 10906"/>
                    <a:gd name="connsiteY3" fmla="*/ 18547 h 18896"/>
                    <a:gd name="connsiteX4" fmla="*/ 9221 w 10906"/>
                    <a:gd name="connsiteY4" fmla="*/ 16641 h 18896"/>
                    <a:gd name="connsiteX5" fmla="*/ 7803 w 10906"/>
                    <a:gd name="connsiteY5" fmla="*/ 415 h 18896"/>
                    <a:gd name="connsiteX6" fmla="*/ 0 w 10906"/>
                    <a:gd name="connsiteY6" fmla="*/ 6445 h 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906" h="18896">
                      <a:moveTo>
                        <a:pt x="0" y="6445"/>
                      </a:moveTo>
                      <a:cubicBezTo>
                        <a:pt x="45" y="11277"/>
                        <a:pt x="1419" y="16951"/>
                        <a:pt x="5941" y="18636"/>
                      </a:cubicBezTo>
                      <a:cubicBezTo>
                        <a:pt x="6207" y="18724"/>
                        <a:pt x="6473" y="18813"/>
                        <a:pt x="6739" y="18857"/>
                      </a:cubicBezTo>
                      <a:cubicBezTo>
                        <a:pt x="7315" y="18946"/>
                        <a:pt x="7936" y="18901"/>
                        <a:pt x="8379" y="18547"/>
                      </a:cubicBezTo>
                      <a:cubicBezTo>
                        <a:pt x="8955" y="18104"/>
                        <a:pt x="9088" y="17350"/>
                        <a:pt x="9221" y="16641"/>
                      </a:cubicBezTo>
                      <a:cubicBezTo>
                        <a:pt x="9975" y="12074"/>
                        <a:pt x="13300" y="2632"/>
                        <a:pt x="7803" y="415"/>
                      </a:cubicBezTo>
                      <a:cubicBezTo>
                        <a:pt x="3503" y="-1313"/>
                        <a:pt x="-44" y="2676"/>
                        <a:pt x="0" y="6445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64" name="Forme libre : forme 18863">
                  <a:extLst>
                    <a:ext uri="{FF2B5EF4-FFF2-40B4-BE49-F238E27FC236}">
                      <a16:creationId xmlns:a16="http://schemas.microsoft.com/office/drawing/2014/main" id="{F6BE937B-37A0-45DC-BE02-BDDA0C5335B3}"/>
                    </a:ext>
                  </a:extLst>
                </p:cNvPr>
                <p:cNvSpPr/>
                <p:nvPr/>
              </p:nvSpPr>
              <p:spPr>
                <a:xfrm>
                  <a:off x="7346642" y="6134460"/>
                  <a:ext cx="11324" cy="34366"/>
                </a:xfrm>
                <a:custGeom>
                  <a:avLst/>
                  <a:gdLst>
                    <a:gd name="connsiteX0" fmla="*/ 4456 w 11324"/>
                    <a:gd name="connsiteY0" fmla="*/ 15530 h 34366"/>
                    <a:gd name="connsiteX1" fmla="*/ 466 w 11324"/>
                    <a:gd name="connsiteY1" fmla="*/ 21914 h 34366"/>
                    <a:gd name="connsiteX2" fmla="*/ 732 w 11324"/>
                    <a:gd name="connsiteY2" fmla="*/ 30514 h 34366"/>
                    <a:gd name="connsiteX3" fmla="*/ 7736 w 11324"/>
                    <a:gd name="connsiteY3" fmla="*/ 34016 h 34366"/>
                    <a:gd name="connsiteX4" fmla="*/ 11150 w 11324"/>
                    <a:gd name="connsiteY4" fmla="*/ 26037 h 34366"/>
                    <a:gd name="connsiteX5" fmla="*/ 8490 w 11324"/>
                    <a:gd name="connsiteY5" fmla="*/ 2053 h 34366"/>
                    <a:gd name="connsiteX6" fmla="*/ 7426 w 11324"/>
                    <a:gd name="connsiteY6" fmla="*/ 413 h 34366"/>
                    <a:gd name="connsiteX7" fmla="*/ 3525 w 11324"/>
                    <a:gd name="connsiteY7" fmla="*/ 1566 h 34366"/>
                    <a:gd name="connsiteX8" fmla="*/ 3126 w 11324"/>
                    <a:gd name="connsiteY8" fmla="*/ 6088 h 34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324" h="34366">
                      <a:moveTo>
                        <a:pt x="4456" y="15530"/>
                      </a:moveTo>
                      <a:cubicBezTo>
                        <a:pt x="1884" y="16151"/>
                        <a:pt x="909" y="19254"/>
                        <a:pt x="466" y="21914"/>
                      </a:cubicBezTo>
                      <a:cubicBezTo>
                        <a:pt x="-22" y="24795"/>
                        <a:pt x="-376" y="27854"/>
                        <a:pt x="732" y="30514"/>
                      </a:cubicBezTo>
                      <a:cubicBezTo>
                        <a:pt x="1884" y="33174"/>
                        <a:pt x="5076" y="35213"/>
                        <a:pt x="7736" y="34016"/>
                      </a:cubicBezTo>
                      <a:cubicBezTo>
                        <a:pt x="10529" y="32775"/>
                        <a:pt x="11017" y="29095"/>
                        <a:pt x="11150" y="26037"/>
                      </a:cubicBezTo>
                      <a:cubicBezTo>
                        <a:pt x="11460" y="17924"/>
                        <a:pt x="11726" y="9501"/>
                        <a:pt x="8490" y="2053"/>
                      </a:cubicBezTo>
                      <a:cubicBezTo>
                        <a:pt x="8224" y="1433"/>
                        <a:pt x="7914" y="812"/>
                        <a:pt x="7426" y="413"/>
                      </a:cubicBezTo>
                      <a:cubicBezTo>
                        <a:pt x="6185" y="-518"/>
                        <a:pt x="4278" y="236"/>
                        <a:pt x="3525" y="1566"/>
                      </a:cubicBezTo>
                      <a:cubicBezTo>
                        <a:pt x="2771" y="2895"/>
                        <a:pt x="2860" y="4536"/>
                        <a:pt x="3126" y="6088"/>
                      </a:cubicBezTo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65" name="Forme libre : forme 18864">
                  <a:extLst>
                    <a:ext uri="{FF2B5EF4-FFF2-40B4-BE49-F238E27FC236}">
                      <a16:creationId xmlns:a16="http://schemas.microsoft.com/office/drawing/2014/main" id="{C563F06F-220B-418B-84B7-3C18436735F1}"/>
                    </a:ext>
                  </a:extLst>
                </p:cNvPr>
                <p:cNvSpPr/>
                <p:nvPr/>
              </p:nvSpPr>
              <p:spPr>
                <a:xfrm>
                  <a:off x="7220607" y="6156548"/>
                  <a:ext cx="15883" cy="34235"/>
                </a:xfrm>
                <a:custGeom>
                  <a:avLst/>
                  <a:gdLst>
                    <a:gd name="connsiteX0" fmla="*/ 24 w 15883"/>
                    <a:gd name="connsiteY0" fmla="*/ 26291 h 34235"/>
                    <a:gd name="connsiteX1" fmla="*/ 1487 w 15883"/>
                    <a:gd name="connsiteY1" fmla="*/ 31832 h 34235"/>
                    <a:gd name="connsiteX2" fmla="*/ 6408 w 15883"/>
                    <a:gd name="connsiteY2" fmla="*/ 34138 h 34235"/>
                    <a:gd name="connsiteX3" fmla="*/ 10620 w 15883"/>
                    <a:gd name="connsiteY3" fmla="*/ 29261 h 34235"/>
                    <a:gd name="connsiteX4" fmla="*/ 11550 w 15883"/>
                    <a:gd name="connsiteY4" fmla="*/ 3 h 34235"/>
                    <a:gd name="connsiteX5" fmla="*/ 24 w 15883"/>
                    <a:gd name="connsiteY5" fmla="*/ 26291 h 34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883" h="34235">
                      <a:moveTo>
                        <a:pt x="24" y="26291"/>
                      </a:moveTo>
                      <a:cubicBezTo>
                        <a:pt x="113" y="28242"/>
                        <a:pt x="423" y="30192"/>
                        <a:pt x="1487" y="31832"/>
                      </a:cubicBezTo>
                      <a:cubicBezTo>
                        <a:pt x="2551" y="33472"/>
                        <a:pt x="4546" y="34581"/>
                        <a:pt x="6408" y="34138"/>
                      </a:cubicBezTo>
                      <a:cubicBezTo>
                        <a:pt x="8580" y="33606"/>
                        <a:pt x="9822" y="31345"/>
                        <a:pt x="10620" y="29261"/>
                      </a:cubicBezTo>
                      <a:cubicBezTo>
                        <a:pt x="12481" y="24562"/>
                        <a:pt x="20904" y="-308"/>
                        <a:pt x="11550" y="3"/>
                      </a:cubicBezTo>
                      <a:cubicBezTo>
                        <a:pt x="3172" y="269"/>
                        <a:pt x="-330" y="20528"/>
                        <a:pt x="24" y="26291"/>
                      </a:cubicBezTo>
                      <a:close/>
                    </a:path>
                  </a:pathLst>
                </a:custGeom>
                <a:solidFill>
                  <a:srgbClr val="F9E79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8866" name="Graphique 2">
                  <a:extLst>
                    <a:ext uri="{FF2B5EF4-FFF2-40B4-BE49-F238E27FC236}">
                      <a16:creationId xmlns:a16="http://schemas.microsoft.com/office/drawing/2014/main" id="{620D958D-DDAC-42B6-94A2-F56C08589C24}"/>
                    </a:ext>
                  </a:extLst>
                </p:cNvPr>
                <p:cNvGrpSpPr/>
                <p:nvPr/>
              </p:nvGrpSpPr>
              <p:grpSpPr>
                <a:xfrm>
                  <a:off x="7163932" y="6235637"/>
                  <a:ext cx="23584" cy="24116"/>
                  <a:chOff x="7163932" y="6235637"/>
                  <a:chExt cx="23584" cy="24116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912" name="Forme libre : forme 18911">
                    <a:extLst>
                      <a:ext uri="{FF2B5EF4-FFF2-40B4-BE49-F238E27FC236}">
                        <a16:creationId xmlns:a16="http://schemas.microsoft.com/office/drawing/2014/main" id="{87FB1AA1-B412-40B9-A7B3-59ADF3924B09}"/>
                      </a:ext>
                    </a:extLst>
                  </p:cNvPr>
                  <p:cNvSpPr/>
                  <p:nvPr/>
                </p:nvSpPr>
                <p:spPr>
                  <a:xfrm>
                    <a:off x="7163932" y="6235637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7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7"/>
                          <a:pt x="0" y="6871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13" name="Forme libre : forme 18912">
                    <a:extLst>
                      <a:ext uri="{FF2B5EF4-FFF2-40B4-BE49-F238E27FC236}">
                        <a16:creationId xmlns:a16="http://schemas.microsoft.com/office/drawing/2014/main" id="{9DE65A5B-D577-4298-92EE-63FE3DF80B10}"/>
                      </a:ext>
                    </a:extLst>
                  </p:cNvPr>
                  <p:cNvSpPr/>
                  <p:nvPr/>
                </p:nvSpPr>
                <p:spPr>
                  <a:xfrm>
                    <a:off x="7180601" y="6252838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8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8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67" name="Graphique 2">
                  <a:extLst>
                    <a:ext uri="{FF2B5EF4-FFF2-40B4-BE49-F238E27FC236}">
                      <a16:creationId xmlns:a16="http://schemas.microsoft.com/office/drawing/2014/main" id="{636DD358-0B9A-458C-B16C-F71FC2B0727F}"/>
                    </a:ext>
                  </a:extLst>
                </p:cNvPr>
                <p:cNvGrpSpPr/>
                <p:nvPr/>
              </p:nvGrpSpPr>
              <p:grpSpPr>
                <a:xfrm>
                  <a:off x="7170316" y="6359010"/>
                  <a:ext cx="23628" cy="24071"/>
                  <a:chOff x="7170316" y="6359010"/>
                  <a:chExt cx="23628" cy="24071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910" name="Forme libre : forme 18909">
                    <a:extLst>
                      <a:ext uri="{FF2B5EF4-FFF2-40B4-BE49-F238E27FC236}">
                        <a16:creationId xmlns:a16="http://schemas.microsoft.com/office/drawing/2014/main" id="{E3C171F4-F92B-4531-BDFC-C6918AA1B48D}"/>
                      </a:ext>
                    </a:extLst>
                  </p:cNvPr>
                  <p:cNvSpPr/>
                  <p:nvPr/>
                </p:nvSpPr>
                <p:spPr>
                  <a:xfrm>
                    <a:off x="7170316" y="6359010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6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6"/>
                          <a:pt x="0" y="6871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11" name="Forme libre : forme 18910">
                    <a:extLst>
                      <a:ext uri="{FF2B5EF4-FFF2-40B4-BE49-F238E27FC236}">
                        <a16:creationId xmlns:a16="http://schemas.microsoft.com/office/drawing/2014/main" id="{A777C81D-9830-43E4-BC6A-673DBC2F5092}"/>
                      </a:ext>
                    </a:extLst>
                  </p:cNvPr>
                  <p:cNvSpPr/>
                  <p:nvPr/>
                </p:nvSpPr>
                <p:spPr>
                  <a:xfrm>
                    <a:off x="7187029" y="6376166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7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7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68" name="Graphique 2">
                  <a:extLst>
                    <a:ext uri="{FF2B5EF4-FFF2-40B4-BE49-F238E27FC236}">
                      <a16:creationId xmlns:a16="http://schemas.microsoft.com/office/drawing/2014/main" id="{D06789FE-CFC1-4D27-8FA3-2AACC9BF426E}"/>
                    </a:ext>
                  </a:extLst>
                </p:cNvPr>
                <p:cNvGrpSpPr/>
                <p:nvPr/>
              </p:nvGrpSpPr>
              <p:grpSpPr>
                <a:xfrm>
                  <a:off x="7306456" y="6072987"/>
                  <a:ext cx="23584" cy="24116"/>
                  <a:chOff x="7306456" y="6072987"/>
                  <a:chExt cx="23584" cy="24116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908" name="Forme libre : forme 18907">
                    <a:extLst>
                      <a:ext uri="{FF2B5EF4-FFF2-40B4-BE49-F238E27FC236}">
                        <a16:creationId xmlns:a16="http://schemas.microsoft.com/office/drawing/2014/main" id="{60F94F9A-7366-4C88-9C39-663D67BC2740}"/>
                      </a:ext>
                    </a:extLst>
                  </p:cNvPr>
                  <p:cNvSpPr/>
                  <p:nvPr/>
                </p:nvSpPr>
                <p:spPr>
                  <a:xfrm>
                    <a:off x="7306456" y="6072987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6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6"/>
                          <a:pt x="0" y="6871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09" name="Forme libre : forme 18908">
                    <a:extLst>
                      <a:ext uri="{FF2B5EF4-FFF2-40B4-BE49-F238E27FC236}">
                        <a16:creationId xmlns:a16="http://schemas.microsoft.com/office/drawing/2014/main" id="{E203FE2F-B6B3-4A65-BC49-3D5F28477511}"/>
                      </a:ext>
                    </a:extLst>
                  </p:cNvPr>
                  <p:cNvSpPr/>
                  <p:nvPr/>
                </p:nvSpPr>
                <p:spPr>
                  <a:xfrm>
                    <a:off x="7323125" y="6090187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7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7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69" name="Graphique 2">
                  <a:extLst>
                    <a:ext uri="{FF2B5EF4-FFF2-40B4-BE49-F238E27FC236}">
                      <a16:creationId xmlns:a16="http://schemas.microsoft.com/office/drawing/2014/main" id="{362E738A-BB7D-4BF5-A259-32FBA509D3D6}"/>
                    </a:ext>
                  </a:extLst>
                </p:cNvPr>
                <p:cNvGrpSpPr/>
                <p:nvPr/>
              </p:nvGrpSpPr>
              <p:grpSpPr>
                <a:xfrm>
                  <a:off x="7411166" y="6061195"/>
                  <a:ext cx="23584" cy="24116"/>
                  <a:chOff x="7411166" y="6061195"/>
                  <a:chExt cx="23584" cy="24116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906" name="Forme libre : forme 18905">
                    <a:extLst>
                      <a:ext uri="{FF2B5EF4-FFF2-40B4-BE49-F238E27FC236}">
                        <a16:creationId xmlns:a16="http://schemas.microsoft.com/office/drawing/2014/main" id="{0A93E119-4E20-40C4-81F8-E7F95CF436E6}"/>
                      </a:ext>
                    </a:extLst>
                  </p:cNvPr>
                  <p:cNvSpPr/>
                  <p:nvPr/>
                </p:nvSpPr>
                <p:spPr>
                  <a:xfrm>
                    <a:off x="7411166" y="6061195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2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2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2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2"/>
                        </a:moveTo>
                        <a:cubicBezTo>
                          <a:pt x="13743" y="10667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7"/>
                          <a:pt x="0" y="6872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07" name="Forme libre : forme 18906">
                    <a:extLst>
                      <a:ext uri="{FF2B5EF4-FFF2-40B4-BE49-F238E27FC236}">
                        <a16:creationId xmlns:a16="http://schemas.microsoft.com/office/drawing/2014/main" id="{D69A194D-9950-4EB2-8643-F937AA822CF2}"/>
                      </a:ext>
                    </a:extLst>
                  </p:cNvPr>
                  <p:cNvSpPr/>
                  <p:nvPr/>
                </p:nvSpPr>
                <p:spPr>
                  <a:xfrm>
                    <a:off x="7427835" y="6078395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8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8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70" name="Graphique 2">
                  <a:extLst>
                    <a:ext uri="{FF2B5EF4-FFF2-40B4-BE49-F238E27FC236}">
                      <a16:creationId xmlns:a16="http://schemas.microsoft.com/office/drawing/2014/main" id="{AC6BD159-F7AE-40C6-823D-27DA12DC5458}"/>
                    </a:ext>
                  </a:extLst>
                </p:cNvPr>
                <p:cNvGrpSpPr/>
                <p:nvPr/>
              </p:nvGrpSpPr>
              <p:grpSpPr>
                <a:xfrm>
                  <a:off x="7415555" y="6139350"/>
                  <a:ext cx="23584" cy="24071"/>
                  <a:chOff x="7415555" y="6139350"/>
                  <a:chExt cx="23584" cy="24071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904" name="Forme libre : forme 18903">
                    <a:extLst>
                      <a:ext uri="{FF2B5EF4-FFF2-40B4-BE49-F238E27FC236}">
                        <a16:creationId xmlns:a16="http://schemas.microsoft.com/office/drawing/2014/main" id="{554E4C3F-D054-46F0-A102-DCDB71EC5F2B}"/>
                      </a:ext>
                    </a:extLst>
                  </p:cNvPr>
                  <p:cNvSpPr/>
                  <p:nvPr/>
                </p:nvSpPr>
                <p:spPr>
                  <a:xfrm>
                    <a:off x="7415555" y="6139350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6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6"/>
                          <a:pt x="0" y="6871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05" name="Forme libre : forme 18904">
                    <a:extLst>
                      <a:ext uri="{FF2B5EF4-FFF2-40B4-BE49-F238E27FC236}">
                        <a16:creationId xmlns:a16="http://schemas.microsoft.com/office/drawing/2014/main" id="{37477667-2062-4475-BCA1-B59856F055C0}"/>
                      </a:ext>
                    </a:extLst>
                  </p:cNvPr>
                  <p:cNvSpPr/>
                  <p:nvPr/>
                </p:nvSpPr>
                <p:spPr>
                  <a:xfrm>
                    <a:off x="7432223" y="6156506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8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8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71" name="Graphique 2">
                  <a:extLst>
                    <a:ext uri="{FF2B5EF4-FFF2-40B4-BE49-F238E27FC236}">
                      <a16:creationId xmlns:a16="http://schemas.microsoft.com/office/drawing/2014/main" id="{39673C71-9F78-4C42-BFBD-5260DA23DA0D}"/>
                    </a:ext>
                  </a:extLst>
                </p:cNvPr>
                <p:cNvGrpSpPr/>
                <p:nvPr/>
              </p:nvGrpSpPr>
              <p:grpSpPr>
                <a:xfrm>
                  <a:off x="7353137" y="6222382"/>
                  <a:ext cx="23584" cy="24071"/>
                  <a:chOff x="7353137" y="6222382"/>
                  <a:chExt cx="23584" cy="24071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902" name="Forme libre : forme 18901">
                    <a:extLst>
                      <a:ext uri="{FF2B5EF4-FFF2-40B4-BE49-F238E27FC236}">
                        <a16:creationId xmlns:a16="http://schemas.microsoft.com/office/drawing/2014/main" id="{B9E94BA3-4C61-4819-9F85-D8EB65045410}"/>
                      </a:ext>
                    </a:extLst>
                  </p:cNvPr>
                  <p:cNvSpPr/>
                  <p:nvPr/>
                </p:nvSpPr>
                <p:spPr>
                  <a:xfrm>
                    <a:off x="7353137" y="6222382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7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7"/>
                          <a:pt x="0" y="6871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03" name="Forme libre : forme 18902">
                    <a:extLst>
                      <a:ext uri="{FF2B5EF4-FFF2-40B4-BE49-F238E27FC236}">
                        <a16:creationId xmlns:a16="http://schemas.microsoft.com/office/drawing/2014/main" id="{74E45F72-85B3-4D15-A29E-D6546B49239C}"/>
                      </a:ext>
                    </a:extLst>
                  </p:cNvPr>
                  <p:cNvSpPr/>
                  <p:nvPr/>
                </p:nvSpPr>
                <p:spPr>
                  <a:xfrm>
                    <a:off x="7369805" y="6239538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8"/>
                          <a:pt x="5368" y="6916"/>
                          <a:pt x="3458" y="6916"/>
                        </a:cubicBezTo>
                        <a:cubicBezTo>
                          <a:pt x="1548" y="6916"/>
                          <a:pt x="0" y="5368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8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72" name="Graphique 2">
                  <a:extLst>
                    <a:ext uri="{FF2B5EF4-FFF2-40B4-BE49-F238E27FC236}">
                      <a16:creationId xmlns:a16="http://schemas.microsoft.com/office/drawing/2014/main" id="{CB9EE5E3-D518-4627-865F-95F5A6DE1C69}"/>
                    </a:ext>
                  </a:extLst>
                </p:cNvPr>
                <p:cNvGrpSpPr/>
                <p:nvPr/>
              </p:nvGrpSpPr>
              <p:grpSpPr>
                <a:xfrm>
                  <a:off x="7266160" y="6223845"/>
                  <a:ext cx="23584" cy="24116"/>
                  <a:chOff x="7266160" y="6223845"/>
                  <a:chExt cx="23584" cy="24116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900" name="Forme libre : forme 18899">
                    <a:extLst>
                      <a:ext uri="{FF2B5EF4-FFF2-40B4-BE49-F238E27FC236}">
                        <a16:creationId xmlns:a16="http://schemas.microsoft.com/office/drawing/2014/main" id="{DD7DEAEC-ECBD-4837-A657-BA15BFF7825E}"/>
                      </a:ext>
                    </a:extLst>
                  </p:cNvPr>
                  <p:cNvSpPr/>
                  <p:nvPr/>
                </p:nvSpPr>
                <p:spPr>
                  <a:xfrm>
                    <a:off x="7266160" y="6223845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6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6"/>
                          <a:pt x="0" y="6871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901" name="Forme libre : forme 18900">
                    <a:extLst>
                      <a:ext uri="{FF2B5EF4-FFF2-40B4-BE49-F238E27FC236}">
                        <a16:creationId xmlns:a16="http://schemas.microsoft.com/office/drawing/2014/main" id="{99A0C671-BB21-49E4-AF04-9B6011207661}"/>
                      </a:ext>
                    </a:extLst>
                  </p:cNvPr>
                  <p:cNvSpPr/>
                  <p:nvPr/>
                </p:nvSpPr>
                <p:spPr>
                  <a:xfrm>
                    <a:off x="7282828" y="6241045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7"/>
                          <a:pt x="5368" y="6916"/>
                          <a:pt x="3458" y="6916"/>
                        </a:cubicBezTo>
                        <a:cubicBezTo>
                          <a:pt x="1548" y="6916"/>
                          <a:pt x="0" y="5367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8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73" name="Graphique 2">
                  <a:extLst>
                    <a:ext uri="{FF2B5EF4-FFF2-40B4-BE49-F238E27FC236}">
                      <a16:creationId xmlns:a16="http://schemas.microsoft.com/office/drawing/2014/main" id="{B161E8A1-1AD8-4C3F-B5B2-892E8F8CFB1A}"/>
                    </a:ext>
                  </a:extLst>
                </p:cNvPr>
                <p:cNvGrpSpPr/>
                <p:nvPr/>
              </p:nvGrpSpPr>
              <p:grpSpPr>
                <a:xfrm>
                  <a:off x="7529796" y="5930507"/>
                  <a:ext cx="23584" cy="24071"/>
                  <a:chOff x="7529796" y="5930507"/>
                  <a:chExt cx="23584" cy="24071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898" name="Forme libre : forme 18897">
                    <a:extLst>
                      <a:ext uri="{FF2B5EF4-FFF2-40B4-BE49-F238E27FC236}">
                        <a16:creationId xmlns:a16="http://schemas.microsoft.com/office/drawing/2014/main" id="{961AA973-ACD7-4E2B-A6FA-2FEF35DCD015}"/>
                      </a:ext>
                    </a:extLst>
                  </p:cNvPr>
                  <p:cNvSpPr/>
                  <p:nvPr/>
                </p:nvSpPr>
                <p:spPr>
                  <a:xfrm>
                    <a:off x="7529796" y="5930507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6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6"/>
                          <a:pt x="0" y="6871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899" name="Forme libre : forme 18898">
                    <a:extLst>
                      <a:ext uri="{FF2B5EF4-FFF2-40B4-BE49-F238E27FC236}">
                        <a16:creationId xmlns:a16="http://schemas.microsoft.com/office/drawing/2014/main" id="{D0AE2D32-F11E-441D-AFBF-0E79BBB8CF5D}"/>
                      </a:ext>
                    </a:extLst>
                  </p:cNvPr>
                  <p:cNvSpPr/>
                  <p:nvPr/>
                </p:nvSpPr>
                <p:spPr>
                  <a:xfrm>
                    <a:off x="7546464" y="5947663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8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8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74" name="Graphique 2">
                  <a:extLst>
                    <a:ext uri="{FF2B5EF4-FFF2-40B4-BE49-F238E27FC236}">
                      <a16:creationId xmlns:a16="http://schemas.microsoft.com/office/drawing/2014/main" id="{66127362-0247-4A7B-A88D-9CF8F2198453}"/>
                    </a:ext>
                  </a:extLst>
                </p:cNvPr>
                <p:cNvGrpSpPr/>
                <p:nvPr/>
              </p:nvGrpSpPr>
              <p:grpSpPr>
                <a:xfrm>
                  <a:off x="7603740" y="5835151"/>
                  <a:ext cx="23584" cy="24116"/>
                  <a:chOff x="7603740" y="5835151"/>
                  <a:chExt cx="23584" cy="24116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896" name="Forme libre : forme 18895">
                    <a:extLst>
                      <a:ext uri="{FF2B5EF4-FFF2-40B4-BE49-F238E27FC236}">
                        <a16:creationId xmlns:a16="http://schemas.microsoft.com/office/drawing/2014/main" id="{25115FEC-0407-4D81-B8DF-354BFD02B344}"/>
                      </a:ext>
                    </a:extLst>
                  </p:cNvPr>
                  <p:cNvSpPr/>
                  <p:nvPr/>
                </p:nvSpPr>
                <p:spPr>
                  <a:xfrm>
                    <a:off x="7603740" y="5835151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6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6"/>
                          <a:pt x="0" y="6871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897" name="Forme libre : forme 18896">
                    <a:extLst>
                      <a:ext uri="{FF2B5EF4-FFF2-40B4-BE49-F238E27FC236}">
                        <a16:creationId xmlns:a16="http://schemas.microsoft.com/office/drawing/2014/main" id="{029D1348-E010-432B-83DC-FEA973F27071}"/>
                      </a:ext>
                    </a:extLst>
                  </p:cNvPr>
                  <p:cNvSpPr/>
                  <p:nvPr/>
                </p:nvSpPr>
                <p:spPr>
                  <a:xfrm>
                    <a:off x="7620408" y="5852352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8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8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75" name="Graphique 2">
                  <a:extLst>
                    <a:ext uri="{FF2B5EF4-FFF2-40B4-BE49-F238E27FC236}">
                      <a16:creationId xmlns:a16="http://schemas.microsoft.com/office/drawing/2014/main" id="{591AF144-36F5-4537-8315-1F8B1ED5E748}"/>
                    </a:ext>
                  </a:extLst>
                </p:cNvPr>
                <p:cNvGrpSpPr/>
                <p:nvPr/>
              </p:nvGrpSpPr>
              <p:grpSpPr>
                <a:xfrm>
                  <a:off x="7777916" y="5846943"/>
                  <a:ext cx="23628" cy="24116"/>
                  <a:chOff x="7777916" y="5846943"/>
                  <a:chExt cx="23628" cy="24116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894" name="Forme libre : forme 18893">
                    <a:extLst>
                      <a:ext uri="{FF2B5EF4-FFF2-40B4-BE49-F238E27FC236}">
                        <a16:creationId xmlns:a16="http://schemas.microsoft.com/office/drawing/2014/main" id="{70C50A46-BC99-40CD-897B-CEBC50C4F3B9}"/>
                      </a:ext>
                    </a:extLst>
                  </p:cNvPr>
                  <p:cNvSpPr/>
                  <p:nvPr/>
                </p:nvSpPr>
                <p:spPr>
                  <a:xfrm>
                    <a:off x="7777916" y="5846943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6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6"/>
                          <a:pt x="0" y="6871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895" name="Forme libre : forme 18894">
                    <a:extLst>
                      <a:ext uri="{FF2B5EF4-FFF2-40B4-BE49-F238E27FC236}">
                        <a16:creationId xmlns:a16="http://schemas.microsoft.com/office/drawing/2014/main" id="{FAB44370-66A2-4EDD-9E06-1A157DAD997D}"/>
                      </a:ext>
                    </a:extLst>
                  </p:cNvPr>
                  <p:cNvSpPr/>
                  <p:nvPr/>
                </p:nvSpPr>
                <p:spPr>
                  <a:xfrm>
                    <a:off x="7794629" y="5864144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7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7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76" name="Graphique 2">
                  <a:extLst>
                    <a:ext uri="{FF2B5EF4-FFF2-40B4-BE49-F238E27FC236}">
                      <a16:creationId xmlns:a16="http://schemas.microsoft.com/office/drawing/2014/main" id="{03D74531-9700-4198-8A04-8A6B8E0AEE04}"/>
                    </a:ext>
                  </a:extLst>
                </p:cNvPr>
                <p:cNvGrpSpPr/>
                <p:nvPr/>
              </p:nvGrpSpPr>
              <p:grpSpPr>
                <a:xfrm>
                  <a:off x="7697367" y="5906923"/>
                  <a:ext cx="23584" cy="24071"/>
                  <a:chOff x="7697367" y="5906923"/>
                  <a:chExt cx="23584" cy="24071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892" name="Forme libre : forme 18891">
                    <a:extLst>
                      <a:ext uri="{FF2B5EF4-FFF2-40B4-BE49-F238E27FC236}">
                        <a16:creationId xmlns:a16="http://schemas.microsoft.com/office/drawing/2014/main" id="{24E85F2B-CADC-4801-B69E-5F0A8DEF3B48}"/>
                      </a:ext>
                    </a:extLst>
                  </p:cNvPr>
                  <p:cNvSpPr/>
                  <p:nvPr/>
                </p:nvSpPr>
                <p:spPr>
                  <a:xfrm>
                    <a:off x="7697367" y="5906923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6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6"/>
                          <a:pt x="0" y="6871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893" name="Forme libre : forme 18892">
                    <a:extLst>
                      <a:ext uri="{FF2B5EF4-FFF2-40B4-BE49-F238E27FC236}">
                        <a16:creationId xmlns:a16="http://schemas.microsoft.com/office/drawing/2014/main" id="{A8F94F73-3454-4A85-A014-1244AFFA9D34}"/>
                      </a:ext>
                    </a:extLst>
                  </p:cNvPr>
                  <p:cNvSpPr/>
                  <p:nvPr/>
                </p:nvSpPr>
                <p:spPr>
                  <a:xfrm>
                    <a:off x="7714035" y="5924079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7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7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77" name="Graphique 2">
                  <a:extLst>
                    <a:ext uri="{FF2B5EF4-FFF2-40B4-BE49-F238E27FC236}">
                      <a16:creationId xmlns:a16="http://schemas.microsoft.com/office/drawing/2014/main" id="{7F5424C3-5066-4D84-B0C1-41F101474ACB}"/>
                    </a:ext>
                  </a:extLst>
                </p:cNvPr>
                <p:cNvGrpSpPr/>
                <p:nvPr/>
              </p:nvGrpSpPr>
              <p:grpSpPr>
                <a:xfrm>
                  <a:off x="7698076" y="5806425"/>
                  <a:ext cx="23628" cy="24071"/>
                  <a:chOff x="7698076" y="5806425"/>
                  <a:chExt cx="23628" cy="24071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890" name="Forme libre : forme 18889">
                    <a:extLst>
                      <a:ext uri="{FF2B5EF4-FFF2-40B4-BE49-F238E27FC236}">
                        <a16:creationId xmlns:a16="http://schemas.microsoft.com/office/drawing/2014/main" id="{9D03F4D7-A999-41E8-9746-091F2D7741D4}"/>
                      </a:ext>
                    </a:extLst>
                  </p:cNvPr>
                  <p:cNvSpPr/>
                  <p:nvPr/>
                </p:nvSpPr>
                <p:spPr>
                  <a:xfrm>
                    <a:off x="7698076" y="5806425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6"/>
                          <a:pt x="10666" y="13743"/>
                          <a:pt x="6871" y="13743"/>
                        </a:cubicBezTo>
                        <a:cubicBezTo>
                          <a:pt x="3076" y="13743"/>
                          <a:pt x="0" y="10666"/>
                          <a:pt x="0" y="6871"/>
                        </a:cubicBezTo>
                        <a:cubicBezTo>
                          <a:pt x="0" y="3076"/>
                          <a:pt x="3076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891" name="Forme libre : forme 18890">
                    <a:extLst>
                      <a:ext uri="{FF2B5EF4-FFF2-40B4-BE49-F238E27FC236}">
                        <a16:creationId xmlns:a16="http://schemas.microsoft.com/office/drawing/2014/main" id="{5A7DBF3B-D837-459D-8394-A592B40CC605}"/>
                      </a:ext>
                    </a:extLst>
                  </p:cNvPr>
                  <p:cNvSpPr/>
                  <p:nvPr/>
                </p:nvSpPr>
                <p:spPr>
                  <a:xfrm>
                    <a:off x="7714789" y="5823581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7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7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78" name="Graphique 2">
                  <a:extLst>
                    <a:ext uri="{FF2B5EF4-FFF2-40B4-BE49-F238E27FC236}">
                      <a16:creationId xmlns:a16="http://schemas.microsoft.com/office/drawing/2014/main" id="{B7367157-890C-433A-843C-8040A5CF6A5A}"/>
                    </a:ext>
                  </a:extLst>
                </p:cNvPr>
                <p:cNvGrpSpPr/>
                <p:nvPr/>
              </p:nvGrpSpPr>
              <p:grpSpPr>
                <a:xfrm>
                  <a:off x="7797599" y="5707655"/>
                  <a:ext cx="23584" cy="24071"/>
                  <a:chOff x="7797599" y="5707655"/>
                  <a:chExt cx="23584" cy="24071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888" name="Forme libre : forme 18887">
                    <a:extLst>
                      <a:ext uri="{FF2B5EF4-FFF2-40B4-BE49-F238E27FC236}">
                        <a16:creationId xmlns:a16="http://schemas.microsoft.com/office/drawing/2014/main" id="{8BDFFF61-B229-438F-AD9D-E90A47FCCD2B}"/>
                      </a:ext>
                    </a:extLst>
                  </p:cNvPr>
                  <p:cNvSpPr/>
                  <p:nvPr/>
                </p:nvSpPr>
                <p:spPr>
                  <a:xfrm>
                    <a:off x="7797599" y="5707655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2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2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2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2"/>
                        </a:moveTo>
                        <a:cubicBezTo>
                          <a:pt x="13743" y="10667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7"/>
                          <a:pt x="0" y="6872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889" name="Forme libre : forme 18888">
                    <a:extLst>
                      <a:ext uri="{FF2B5EF4-FFF2-40B4-BE49-F238E27FC236}">
                        <a16:creationId xmlns:a16="http://schemas.microsoft.com/office/drawing/2014/main" id="{B79A9423-2D22-480E-AE42-89C59C7A4C5C}"/>
                      </a:ext>
                    </a:extLst>
                  </p:cNvPr>
                  <p:cNvSpPr/>
                  <p:nvPr/>
                </p:nvSpPr>
                <p:spPr>
                  <a:xfrm>
                    <a:off x="7814268" y="5724811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8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8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79" name="Graphique 2">
                  <a:extLst>
                    <a:ext uri="{FF2B5EF4-FFF2-40B4-BE49-F238E27FC236}">
                      <a16:creationId xmlns:a16="http://schemas.microsoft.com/office/drawing/2014/main" id="{584E3DA2-6E9E-42E7-8DDB-1B87E944322B}"/>
                    </a:ext>
                  </a:extLst>
                </p:cNvPr>
                <p:cNvGrpSpPr/>
                <p:nvPr/>
              </p:nvGrpSpPr>
              <p:grpSpPr>
                <a:xfrm>
                  <a:off x="7701711" y="5712443"/>
                  <a:ext cx="23628" cy="24071"/>
                  <a:chOff x="7701711" y="5712443"/>
                  <a:chExt cx="23628" cy="24071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886" name="Forme libre : forme 18885">
                    <a:extLst>
                      <a:ext uri="{FF2B5EF4-FFF2-40B4-BE49-F238E27FC236}">
                        <a16:creationId xmlns:a16="http://schemas.microsoft.com/office/drawing/2014/main" id="{C80345AF-EDAA-4073-AA0E-95ACC8FEBAAB}"/>
                      </a:ext>
                    </a:extLst>
                  </p:cNvPr>
                  <p:cNvSpPr/>
                  <p:nvPr/>
                </p:nvSpPr>
                <p:spPr>
                  <a:xfrm>
                    <a:off x="7701711" y="5712443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6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6"/>
                          <a:pt x="0" y="6871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887" name="Forme libre : forme 18886">
                    <a:extLst>
                      <a:ext uri="{FF2B5EF4-FFF2-40B4-BE49-F238E27FC236}">
                        <a16:creationId xmlns:a16="http://schemas.microsoft.com/office/drawing/2014/main" id="{6177381E-52B2-4037-B9DE-08D8803A2415}"/>
                      </a:ext>
                    </a:extLst>
                  </p:cNvPr>
                  <p:cNvSpPr/>
                  <p:nvPr/>
                </p:nvSpPr>
                <p:spPr>
                  <a:xfrm>
                    <a:off x="7718424" y="5729599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7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7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80" name="Graphique 2">
                  <a:extLst>
                    <a:ext uri="{FF2B5EF4-FFF2-40B4-BE49-F238E27FC236}">
                      <a16:creationId xmlns:a16="http://schemas.microsoft.com/office/drawing/2014/main" id="{D655605B-765E-4613-9BB6-8B1ECAF3CDAA}"/>
                    </a:ext>
                  </a:extLst>
                </p:cNvPr>
                <p:cNvGrpSpPr/>
                <p:nvPr/>
              </p:nvGrpSpPr>
              <p:grpSpPr>
                <a:xfrm>
                  <a:off x="7846984" y="5593414"/>
                  <a:ext cx="23584" cy="24071"/>
                  <a:chOff x="7846984" y="5593414"/>
                  <a:chExt cx="23584" cy="24071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884" name="Forme libre : forme 18883">
                    <a:extLst>
                      <a:ext uri="{FF2B5EF4-FFF2-40B4-BE49-F238E27FC236}">
                        <a16:creationId xmlns:a16="http://schemas.microsoft.com/office/drawing/2014/main" id="{911E9C1A-C535-4B29-A78C-E1966CAAEA46}"/>
                      </a:ext>
                    </a:extLst>
                  </p:cNvPr>
                  <p:cNvSpPr/>
                  <p:nvPr/>
                </p:nvSpPr>
                <p:spPr>
                  <a:xfrm>
                    <a:off x="7846984" y="5593414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7"/>
                          <a:pt x="10666" y="13743"/>
                          <a:pt x="6871" y="13743"/>
                        </a:cubicBezTo>
                        <a:cubicBezTo>
                          <a:pt x="3077" y="13743"/>
                          <a:pt x="0" y="10667"/>
                          <a:pt x="0" y="6871"/>
                        </a:cubicBezTo>
                        <a:cubicBezTo>
                          <a:pt x="0" y="3076"/>
                          <a:pt x="3077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885" name="Forme libre : forme 18884">
                    <a:extLst>
                      <a:ext uri="{FF2B5EF4-FFF2-40B4-BE49-F238E27FC236}">
                        <a16:creationId xmlns:a16="http://schemas.microsoft.com/office/drawing/2014/main" id="{83DF5BF7-ADAB-457C-A342-A212717081EE}"/>
                      </a:ext>
                    </a:extLst>
                  </p:cNvPr>
                  <p:cNvSpPr/>
                  <p:nvPr/>
                </p:nvSpPr>
                <p:spPr>
                  <a:xfrm>
                    <a:off x="7863652" y="5610571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8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8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8881" name="Graphique 2">
                  <a:extLst>
                    <a:ext uri="{FF2B5EF4-FFF2-40B4-BE49-F238E27FC236}">
                      <a16:creationId xmlns:a16="http://schemas.microsoft.com/office/drawing/2014/main" id="{013B7036-AC59-4831-9E28-0B786E005E2F}"/>
                    </a:ext>
                  </a:extLst>
                </p:cNvPr>
                <p:cNvGrpSpPr/>
                <p:nvPr/>
              </p:nvGrpSpPr>
              <p:grpSpPr>
                <a:xfrm>
                  <a:off x="7546243" y="6016509"/>
                  <a:ext cx="23584" cy="24071"/>
                  <a:chOff x="7546243" y="6016509"/>
                  <a:chExt cx="23584" cy="24071"/>
                </a:xfrm>
                <a:solidFill>
                  <a:srgbClr val="FFFFFF">
                    <a:alpha val="70000"/>
                  </a:srgbClr>
                </a:solidFill>
              </p:grpSpPr>
              <p:sp>
                <p:nvSpPr>
                  <p:cNvPr id="18882" name="Forme libre : forme 18881">
                    <a:extLst>
                      <a:ext uri="{FF2B5EF4-FFF2-40B4-BE49-F238E27FC236}">
                        <a16:creationId xmlns:a16="http://schemas.microsoft.com/office/drawing/2014/main" id="{5C06ECF0-0E0A-4E5B-9EFB-F42BC0E38591}"/>
                      </a:ext>
                    </a:extLst>
                  </p:cNvPr>
                  <p:cNvSpPr/>
                  <p:nvPr/>
                </p:nvSpPr>
                <p:spPr>
                  <a:xfrm>
                    <a:off x="7546243" y="6016509"/>
                    <a:ext cx="13742" cy="13742"/>
                  </a:xfrm>
                  <a:custGeom>
                    <a:avLst/>
                    <a:gdLst>
                      <a:gd name="connsiteX0" fmla="*/ 13743 w 13742"/>
                      <a:gd name="connsiteY0" fmla="*/ 6871 h 13742"/>
                      <a:gd name="connsiteX1" fmla="*/ 6871 w 13742"/>
                      <a:gd name="connsiteY1" fmla="*/ 13743 h 13742"/>
                      <a:gd name="connsiteX2" fmla="*/ 0 w 13742"/>
                      <a:gd name="connsiteY2" fmla="*/ 6871 h 13742"/>
                      <a:gd name="connsiteX3" fmla="*/ 6871 w 13742"/>
                      <a:gd name="connsiteY3" fmla="*/ 0 h 13742"/>
                      <a:gd name="connsiteX4" fmla="*/ 13743 w 13742"/>
                      <a:gd name="connsiteY4" fmla="*/ 6871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13742">
                        <a:moveTo>
                          <a:pt x="13743" y="6871"/>
                        </a:moveTo>
                        <a:cubicBezTo>
                          <a:pt x="13743" y="10666"/>
                          <a:pt x="10666" y="13743"/>
                          <a:pt x="6871" y="13743"/>
                        </a:cubicBezTo>
                        <a:cubicBezTo>
                          <a:pt x="3076" y="13743"/>
                          <a:pt x="0" y="10666"/>
                          <a:pt x="0" y="6871"/>
                        </a:cubicBezTo>
                        <a:cubicBezTo>
                          <a:pt x="0" y="3076"/>
                          <a:pt x="3076" y="0"/>
                          <a:pt x="6871" y="0"/>
                        </a:cubicBezTo>
                        <a:cubicBezTo>
                          <a:pt x="10666" y="0"/>
                          <a:pt x="13743" y="3076"/>
                          <a:pt x="13743" y="687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883" name="Forme libre : forme 18882">
                    <a:extLst>
                      <a:ext uri="{FF2B5EF4-FFF2-40B4-BE49-F238E27FC236}">
                        <a16:creationId xmlns:a16="http://schemas.microsoft.com/office/drawing/2014/main" id="{733F9ACF-B478-4AE8-97A0-3D3296C813EC}"/>
                      </a:ext>
                    </a:extLst>
                  </p:cNvPr>
                  <p:cNvSpPr/>
                  <p:nvPr/>
                </p:nvSpPr>
                <p:spPr>
                  <a:xfrm>
                    <a:off x="7562911" y="6033665"/>
                    <a:ext cx="6915" cy="6915"/>
                  </a:xfrm>
                  <a:custGeom>
                    <a:avLst/>
                    <a:gdLst>
                      <a:gd name="connsiteX0" fmla="*/ 6916 w 6915"/>
                      <a:gd name="connsiteY0" fmla="*/ 3458 h 6915"/>
                      <a:gd name="connsiteX1" fmla="*/ 3458 w 6915"/>
                      <a:gd name="connsiteY1" fmla="*/ 6916 h 6915"/>
                      <a:gd name="connsiteX2" fmla="*/ 0 w 6915"/>
                      <a:gd name="connsiteY2" fmla="*/ 3458 h 6915"/>
                      <a:gd name="connsiteX3" fmla="*/ 3458 w 6915"/>
                      <a:gd name="connsiteY3" fmla="*/ 0 h 6915"/>
                      <a:gd name="connsiteX4" fmla="*/ 6916 w 6915"/>
                      <a:gd name="connsiteY4" fmla="*/ 3458 h 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5" h="6915">
                        <a:moveTo>
                          <a:pt x="6916" y="3458"/>
                        </a:moveTo>
                        <a:cubicBezTo>
                          <a:pt x="6916" y="5367"/>
                          <a:pt x="5367" y="6916"/>
                          <a:pt x="3458" y="6916"/>
                        </a:cubicBezTo>
                        <a:cubicBezTo>
                          <a:pt x="1548" y="6916"/>
                          <a:pt x="0" y="5367"/>
                          <a:pt x="0" y="3458"/>
                        </a:cubicBezTo>
                        <a:cubicBezTo>
                          <a:pt x="0" y="1548"/>
                          <a:pt x="1548" y="0"/>
                          <a:pt x="3458" y="0"/>
                        </a:cubicBezTo>
                        <a:cubicBezTo>
                          <a:pt x="5367" y="0"/>
                          <a:pt x="6916" y="1548"/>
                          <a:pt x="6916" y="3458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8524" name="Forme libre : forme 18523">
                <a:extLst>
                  <a:ext uri="{FF2B5EF4-FFF2-40B4-BE49-F238E27FC236}">
                    <a16:creationId xmlns:a16="http://schemas.microsoft.com/office/drawing/2014/main" id="{2DF5D5FD-30A2-43B3-8696-05FED3FA697D}"/>
                  </a:ext>
                </a:extLst>
              </p:cNvPr>
              <p:cNvSpPr/>
              <p:nvPr/>
            </p:nvSpPr>
            <p:spPr>
              <a:xfrm>
                <a:off x="7130817" y="6291805"/>
                <a:ext cx="3369" cy="245948"/>
              </a:xfrm>
              <a:custGeom>
                <a:avLst/>
                <a:gdLst>
                  <a:gd name="connsiteX0" fmla="*/ 1685 w 3369"/>
                  <a:gd name="connsiteY0" fmla="*/ 0 h 245948"/>
                  <a:gd name="connsiteX1" fmla="*/ 2970 w 3369"/>
                  <a:gd name="connsiteY1" fmla="*/ 61487 h 245948"/>
                  <a:gd name="connsiteX2" fmla="*/ 3369 w 3369"/>
                  <a:gd name="connsiteY2" fmla="*/ 122974 h 245948"/>
                  <a:gd name="connsiteX3" fmla="*/ 2970 w 3369"/>
                  <a:gd name="connsiteY3" fmla="*/ 184461 h 245948"/>
                  <a:gd name="connsiteX4" fmla="*/ 1685 w 3369"/>
                  <a:gd name="connsiteY4" fmla="*/ 245948 h 245948"/>
                  <a:gd name="connsiteX5" fmla="*/ 399 w 3369"/>
                  <a:gd name="connsiteY5" fmla="*/ 184461 h 245948"/>
                  <a:gd name="connsiteX6" fmla="*/ 0 w 3369"/>
                  <a:gd name="connsiteY6" fmla="*/ 122974 h 245948"/>
                  <a:gd name="connsiteX7" fmla="*/ 399 w 3369"/>
                  <a:gd name="connsiteY7" fmla="*/ 61487 h 245948"/>
                  <a:gd name="connsiteX8" fmla="*/ 1685 w 3369"/>
                  <a:gd name="connsiteY8" fmla="*/ 0 h 245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69" h="245948">
                    <a:moveTo>
                      <a:pt x="1685" y="0"/>
                    </a:moveTo>
                    <a:cubicBezTo>
                      <a:pt x="2350" y="20481"/>
                      <a:pt x="2704" y="41006"/>
                      <a:pt x="2970" y="61487"/>
                    </a:cubicBezTo>
                    <a:lnTo>
                      <a:pt x="3369" y="122974"/>
                    </a:lnTo>
                    <a:lnTo>
                      <a:pt x="2970" y="184461"/>
                    </a:lnTo>
                    <a:cubicBezTo>
                      <a:pt x="2704" y="204942"/>
                      <a:pt x="2394" y="225467"/>
                      <a:pt x="1685" y="245948"/>
                    </a:cubicBezTo>
                    <a:cubicBezTo>
                      <a:pt x="975" y="225467"/>
                      <a:pt x="665" y="204942"/>
                      <a:pt x="399" y="184461"/>
                    </a:cubicBezTo>
                    <a:lnTo>
                      <a:pt x="0" y="122974"/>
                    </a:lnTo>
                    <a:lnTo>
                      <a:pt x="399" y="61487"/>
                    </a:lnTo>
                    <a:cubicBezTo>
                      <a:pt x="665" y="41006"/>
                      <a:pt x="975" y="20525"/>
                      <a:pt x="16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8417" name="Graphique 2">
              <a:extLst>
                <a:ext uri="{FF2B5EF4-FFF2-40B4-BE49-F238E27FC236}">
                  <a16:creationId xmlns:a16="http://schemas.microsoft.com/office/drawing/2014/main" id="{9BE4954D-9B58-42F4-9198-C96A9AE9574B}"/>
                </a:ext>
              </a:extLst>
            </p:cNvPr>
            <p:cNvGrpSpPr/>
            <p:nvPr/>
          </p:nvGrpSpPr>
          <p:grpSpPr>
            <a:xfrm>
              <a:off x="4195606" y="5449435"/>
              <a:ext cx="3697254" cy="825169"/>
              <a:chOff x="4195606" y="5449435"/>
              <a:chExt cx="3697254" cy="825169"/>
            </a:xfrm>
            <a:solidFill>
              <a:schemeClr val="accent1"/>
            </a:solidFill>
          </p:grpSpPr>
          <p:sp>
            <p:nvSpPr>
              <p:cNvPr id="18445" name="Forme libre : forme 18444">
                <a:extLst>
                  <a:ext uri="{FF2B5EF4-FFF2-40B4-BE49-F238E27FC236}">
                    <a16:creationId xmlns:a16="http://schemas.microsoft.com/office/drawing/2014/main" id="{443E9775-96BB-4134-957B-BBDBE36FBF0E}"/>
                  </a:ext>
                </a:extLst>
              </p:cNvPr>
              <p:cNvSpPr/>
              <p:nvPr/>
            </p:nvSpPr>
            <p:spPr>
              <a:xfrm>
                <a:off x="4195872" y="5449435"/>
                <a:ext cx="3696988" cy="824991"/>
              </a:xfrm>
              <a:custGeom>
                <a:avLst/>
                <a:gdLst>
                  <a:gd name="connsiteX0" fmla="*/ 3670174 w 3696988"/>
                  <a:gd name="connsiteY0" fmla="*/ 72208 h 824991"/>
                  <a:gd name="connsiteX1" fmla="*/ 3512090 w 3696988"/>
                  <a:gd name="connsiteY1" fmla="*/ 204048 h 824991"/>
                  <a:gd name="connsiteX2" fmla="*/ 3686089 w 3696988"/>
                  <a:gd name="connsiteY2" fmla="*/ 28409 h 824991"/>
                  <a:gd name="connsiteX3" fmla="*/ 3690344 w 3696988"/>
                  <a:gd name="connsiteY3" fmla="*/ 6864 h 824991"/>
                  <a:gd name="connsiteX4" fmla="*/ 3668799 w 3696988"/>
                  <a:gd name="connsiteY4" fmla="*/ 2608 h 824991"/>
                  <a:gd name="connsiteX5" fmla="*/ 3504642 w 3696988"/>
                  <a:gd name="connsiteY5" fmla="*/ 161535 h 824991"/>
                  <a:gd name="connsiteX6" fmla="*/ 3325855 w 3696988"/>
                  <a:gd name="connsiteY6" fmla="*/ 227367 h 824991"/>
                  <a:gd name="connsiteX7" fmla="*/ 3380693 w 3696988"/>
                  <a:gd name="connsiteY7" fmla="*/ 188710 h 824991"/>
                  <a:gd name="connsiteX8" fmla="*/ 3387209 w 3696988"/>
                  <a:gd name="connsiteY8" fmla="*/ 167741 h 824991"/>
                  <a:gd name="connsiteX9" fmla="*/ 3366241 w 3696988"/>
                  <a:gd name="connsiteY9" fmla="*/ 161225 h 824991"/>
                  <a:gd name="connsiteX10" fmla="*/ 3270707 w 3696988"/>
                  <a:gd name="connsiteY10" fmla="*/ 238183 h 824991"/>
                  <a:gd name="connsiteX11" fmla="*/ 3177524 w 3696988"/>
                  <a:gd name="connsiteY11" fmla="*/ 246252 h 824991"/>
                  <a:gd name="connsiteX12" fmla="*/ 3202349 w 3696988"/>
                  <a:gd name="connsiteY12" fmla="*/ 228696 h 824991"/>
                  <a:gd name="connsiteX13" fmla="*/ 3309896 w 3696988"/>
                  <a:gd name="connsiteY13" fmla="*/ 179888 h 824991"/>
                  <a:gd name="connsiteX14" fmla="*/ 3319959 w 3696988"/>
                  <a:gd name="connsiteY14" fmla="*/ 160382 h 824991"/>
                  <a:gd name="connsiteX15" fmla="*/ 3300454 w 3696988"/>
                  <a:gd name="connsiteY15" fmla="*/ 150319 h 824991"/>
                  <a:gd name="connsiteX16" fmla="*/ 3183908 w 3696988"/>
                  <a:gd name="connsiteY16" fmla="*/ 203738 h 824991"/>
                  <a:gd name="connsiteX17" fmla="*/ 3122819 w 3696988"/>
                  <a:gd name="connsiteY17" fmla="*/ 245409 h 824991"/>
                  <a:gd name="connsiteX18" fmla="*/ 3022720 w 3696988"/>
                  <a:gd name="connsiteY18" fmla="*/ 236277 h 824991"/>
                  <a:gd name="connsiteX19" fmla="*/ 3015538 w 3696988"/>
                  <a:gd name="connsiteY19" fmla="*/ 235435 h 824991"/>
                  <a:gd name="connsiteX20" fmla="*/ 2981315 w 3696988"/>
                  <a:gd name="connsiteY20" fmla="*/ 232110 h 824991"/>
                  <a:gd name="connsiteX21" fmla="*/ 3009465 w 3696988"/>
                  <a:gd name="connsiteY21" fmla="*/ 219254 h 824991"/>
                  <a:gd name="connsiteX22" fmla="*/ 3113820 w 3696988"/>
                  <a:gd name="connsiteY22" fmla="*/ 202186 h 824991"/>
                  <a:gd name="connsiteX23" fmla="*/ 3127962 w 3696988"/>
                  <a:gd name="connsiteY23" fmla="*/ 185429 h 824991"/>
                  <a:gd name="connsiteX24" fmla="*/ 3111205 w 3696988"/>
                  <a:gd name="connsiteY24" fmla="*/ 171288 h 824991"/>
                  <a:gd name="connsiteX25" fmla="*/ 3000333 w 3696988"/>
                  <a:gd name="connsiteY25" fmla="*/ 189596 h 824991"/>
                  <a:gd name="connsiteX26" fmla="*/ 2926478 w 3696988"/>
                  <a:gd name="connsiteY26" fmla="*/ 228519 h 824991"/>
                  <a:gd name="connsiteX27" fmla="*/ 2509900 w 3696988"/>
                  <a:gd name="connsiteY27" fmla="*/ 246872 h 824991"/>
                  <a:gd name="connsiteX28" fmla="*/ 2402840 w 3696988"/>
                  <a:gd name="connsiteY28" fmla="*/ 253965 h 824991"/>
                  <a:gd name="connsiteX29" fmla="*/ 2362366 w 3696988"/>
                  <a:gd name="connsiteY29" fmla="*/ 257068 h 824991"/>
                  <a:gd name="connsiteX30" fmla="*/ 2354165 w 3696988"/>
                  <a:gd name="connsiteY30" fmla="*/ 257556 h 824991"/>
                  <a:gd name="connsiteX31" fmla="*/ 2353810 w 3696988"/>
                  <a:gd name="connsiteY31" fmla="*/ 257733 h 824991"/>
                  <a:gd name="connsiteX32" fmla="*/ 2111896 w 3696988"/>
                  <a:gd name="connsiteY32" fmla="*/ 265580 h 824991"/>
                  <a:gd name="connsiteX33" fmla="*/ 2098907 w 3696988"/>
                  <a:gd name="connsiteY33" fmla="*/ 265314 h 824991"/>
                  <a:gd name="connsiteX34" fmla="*/ 2093942 w 3696988"/>
                  <a:gd name="connsiteY34" fmla="*/ 265225 h 824991"/>
                  <a:gd name="connsiteX35" fmla="*/ 2170369 w 3696988"/>
                  <a:gd name="connsiteY35" fmla="*/ 244256 h 824991"/>
                  <a:gd name="connsiteX36" fmla="*/ 2186771 w 3696988"/>
                  <a:gd name="connsiteY36" fmla="*/ 229671 h 824991"/>
                  <a:gd name="connsiteX37" fmla="*/ 2172186 w 3696988"/>
                  <a:gd name="connsiteY37" fmla="*/ 213269 h 824991"/>
                  <a:gd name="connsiteX38" fmla="*/ 2071910 w 3696988"/>
                  <a:gd name="connsiteY38" fmla="*/ 241552 h 824991"/>
                  <a:gd name="connsiteX39" fmla="*/ 2031746 w 3696988"/>
                  <a:gd name="connsiteY39" fmla="*/ 264028 h 824991"/>
                  <a:gd name="connsiteX40" fmla="*/ 2031169 w 3696988"/>
                  <a:gd name="connsiteY40" fmla="*/ 264028 h 824991"/>
                  <a:gd name="connsiteX41" fmla="*/ 1860052 w 3696988"/>
                  <a:gd name="connsiteY41" fmla="*/ 194960 h 824991"/>
                  <a:gd name="connsiteX42" fmla="*/ 1842630 w 3696988"/>
                  <a:gd name="connsiteY42" fmla="*/ 208304 h 824991"/>
                  <a:gd name="connsiteX43" fmla="*/ 1855974 w 3696988"/>
                  <a:gd name="connsiteY43" fmla="*/ 225726 h 824991"/>
                  <a:gd name="connsiteX44" fmla="*/ 1972475 w 3696988"/>
                  <a:gd name="connsiteY44" fmla="*/ 263275 h 824991"/>
                  <a:gd name="connsiteX45" fmla="*/ 1795196 w 3696988"/>
                  <a:gd name="connsiteY45" fmla="*/ 266067 h 824991"/>
                  <a:gd name="connsiteX46" fmla="*/ 1786729 w 3696988"/>
                  <a:gd name="connsiteY46" fmla="*/ 266511 h 824991"/>
                  <a:gd name="connsiteX47" fmla="*/ 1595751 w 3696988"/>
                  <a:gd name="connsiteY47" fmla="*/ 285617 h 824991"/>
                  <a:gd name="connsiteX48" fmla="*/ 1600228 w 3696988"/>
                  <a:gd name="connsiteY48" fmla="*/ 280164 h 824991"/>
                  <a:gd name="connsiteX49" fmla="*/ 1601159 w 3696988"/>
                  <a:gd name="connsiteY49" fmla="*/ 279677 h 824991"/>
                  <a:gd name="connsiteX50" fmla="*/ 1608474 w 3696988"/>
                  <a:gd name="connsiteY50" fmla="*/ 268594 h 824991"/>
                  <a:gd name="connsiteX51" fmla="*/ 1615434 w 3696988"/>
                  <a:gd name="connsiteY51" fmla="*/ 255517 h 824991"/>
                  <a:gd name="connsiteX52" fmla="*/ 1658656 w 3696988"/>
                  <a:gd name="connsiteY52" fmla="*/ 206974 h 824991"/>
                  <a:gd name="connsiteX53" fmla="*/ 1661582 w 3696988"/>
                  <a:gd name="connsiteY53" fmla="*/ 185208 h 824991"/>
                  <a:gd name="connsiteX54" fmla="*/ 1639816 w 3696988"/>
                  <a:gd name="connsiteY54" fmla="*/ 182282 h 824991"/>
                  <a:gd name="connsiteX55" fmla="*/ 1589234 w 3696988"/>
                  <a:gd name="connsiteY55" fmla="*/ 238272 h 824991"/>
                  <a:gd name="connsiteX56" fmla="*/ 1480180 w 3696988"/>
                  <a:gd name="connsiteY56" fmla="*/ 191015 h 824991"/>
                  <a:gd name="connsiteX57" fmla="*/ 1462847 w 3696988"/>
                  <a:gd name="connsiteY57" fmla="*/ 204447 h 824991"/>
                  <a:gd name="connsiteX58" fmla="*/ 1476279 w 3696988"/>
                  <a:gd name="connsiteY58" fmla="*/ 221781 h 824991"/>
                  <a:gd name="connsiteX59" fmla="*/ 1572477 w 3696988"/>
                  <a:gd name="connsiteY59" fmla="*/ 265136 h 824991"/>
                  <a:gd name="connsiteX60" fmla="*/ 1541534 w 3696988"/>
                  <a:gd name="connsiteY60" fmla="*/ 295636 h 824991"/>
                  <a:gd name="connsiteX61" fmla="*/ 1496538 w 3696988"/>
                  <a:gd name="connsiteY61" fmla="*/ 305965 h 824991"/>
                  <a:gd name="connsiteX62" fmla="*/ 1394045 w 3696988"/>
                  <a:gd name="connsiteY62" fmla="*/ 263363 h 824991"/>
                  <a:gd name="connsiteX63" fmla="*/ 1292527 w 3696988"/>
                  <a:gd name="connsiteY63" fmla="*/ 208792 h 824991"/>
                  <a:gd name="connsiteX64" fmla="*/ 1276523 w 3696988"/>
                  <a:gd name="connsiteY64" fmla="*/ 223820 h 824991"/>
                  <a:gd name="connsiteX65" fmla="*/ 1291552 w 3696988"/>
                  <a:gd name="connsiteY65" fmla="*/ 239823 h 824991"/>
                  <a:gd name="connsiteX66" fmla="*/ 1375781 w 3696988"/>
                  <a:gd name="connsiteY66" fmla="*/ 288454 h 824991"/>
                  <a:gd name="connsiteX67" fmla="*/ 1412265 w 3696988"/>
                  <a:gd name="connsiteY67" fmla="*/ 307739 h 824991"/>
                  <a:gd name="connsiteX68" fmla="*/ 1411556 w 3696988"/>
                  <a:gd name="connsiteY68" fmla="*/ 307739 h 824991"/>
                  <a:gd name="connsiteX69" fmla="*/ 1380701 w 3696988"/>
                  <a:gd name="connsiteY69" fmla="*/ 307561 h 824991"/>
                  <a:gd name="connsiteX70" fmla="*/ 1135906 w 3696988"/>
                  <a:gd name="connsiteY70" fmla="*/ 306098 h 824991"/>
                  <a:gd name="connsiteX71" fmla="*/ 1185778 w 3696988"/>
                  <a:gd name="connsiteY71" fmla="*/ 233307 h 824991"/>
                  <a:gd name="connsiteX72" fmla="*/ 1176557 w 3696988"/>
                  <a:gd name="connsiteY72" fmla="*/ 213491 h 824991"/>
                  <a:gd name="connsiteX73" fmla="*/ 1156653 w 3696988"/>
                  <a:gd name="connsiteY73" fmla="*/ 222623 h 824991"/>
                  <a:gd name="connsiteX74" fmla="*/ 1091176 w 3696988"/>
                  <a:gd name="connsiteY74" fmla="*/ 306098 h 824991"/>
                  <a:gd name="connsiteX75" fmla="*/ 1050657 w 3696988"/>
                  <a:gd name="connsiteY75" fmla="*/ 306231 h 824991"/>
                  <a:gd name="connsiteX76" fmla="*/ 913852 w 3696988"/>
                  <a:gd name="connsiteY76" fmla="*/ 220495 h 824991"/>
                  <a:gd name="connsiteX77" fmla="*/ 894657 w 3696988"/>
                  <a:gd name="connsiteY77" fmla="*/ 231090 h 824991"/>
                  <a:gd name="connsiteX78" fmla="*/ 905252 w 3696988"/>
                  <a:gd name="connsiteY78" fmla="*/ 250285 h 824991"/>
                  <a:gd name="connsiteX79" fmla="*/ 1010183 w 3696988"/>
                  <a:gd name="connsiteY79" fmla="*/ 306542 h 824991"/>
                  <a:gd name="connsiteX80" fmla="*/ 964788 w 3696988"/>
                  <a:gd name="connsiteY80" fmla="*/ 307605 h 824991"/>
                  <a:gd name="connsiteX81" fmla="*/ 766141 w 3696988"/>
                  <a:gd name="connsiteY81" fmla="*/ 307605 h 824991"/>
                  <a:gd name="connsiteX82" fmla="*/ 765787 w 3696988"/>
                  <a:gd name="connsiteY82" fmla="*/ 307605 h 824991"/>
                  <a:gd name="connsiteX83" fmla="*/ 750271 w 3696988"/>
                  <a:gd name="connsiteY83" fmla="*/ 322811 h 824991"/>
                  <a:gd name="connsiteX84" fmla="*/ 765476 w 3696988"/>
                  <a:gd name="connsiteY84" fmla="*/ 338637 h 824991"/>
                  <a:gd name="connsiteX85" fmla="*/ 835696 w 3696988"/>
                  <a:gd name="connsiteY85" fmla="*/ 339701 h 824991"/>
                  <a:gd name="connsiteX86" fmla="*/ 803557 w 3696988"/>
                  <a:gd name="connsiteY86" fmla="*/ 369358 h 824991"/>
                  <a:gd name="connsiteX87" fmla="*/ 757319 w 3696988"/>
                  <a:gd name="connsiteY87" fmla="*/ 414487 h 824991"/>
                  <a:gd name="connsiteX88" fmla="*/ 754216 w 3696988"/>
                  <a:gd name="connsiteY88" fmla="*/ 418743 h 824991"/>
                  <a:gd name="connsiteX89" fmla="*/ 682223 w 3696988"/>
                  <a:gd name="connsiteY89" fmla="*/ 374545 h 824991"/>
                  <a:gd name="connsiteX90" fmla="*/ 661742 w 3696988"/>
                  <a:gd name="connsiteY90" fmla="*/ 382392 h 824991"/>
                  <a:gd name="connsiteX91" fmla="*/ 669588 w 3696988"/>
                  <a:gd name="connsiteY91" fmla="*/ 402873 h 824991"/>
                  <a:gd name="connsiteX92" fmla="*/ 739853 w 3696988"/>
                  <a:gd name="connsiteY92" fmla="*/ 447115 h 824991"/>
                  <a:gd name="connsiteX93" fmla="*/ 725844 w 3696988"/>
                  <a:gd name="connsiteY93" fmla="*/ 510730 h 824991"/>
                  <a:gd name="connsiteX94" fmla="*/ 604378 w 3696988"/>
                  <a:gd name="connsiteY94" fmla="*/ 497342 h 824991"/>
                  <a:gd name="connsiteX95" fmla="*/ 566031 w 3696988"/>
                  <a:gd name="connsiteY95" fmla="*/ 448445 h 824991"/>
                  <a:gd name="connsiteX96" fmla="*/ 544087 w 3696988"/>
                  <a:gd name="connsiteY96" fmla="*/ 448445 h 824991"/>
                  <a:gd name="connsiteX97" fmla="*/ 544087 w 3696988"/>
                  <a:gd name="connsiteY97" fmla="*/ 470389 h 824991"/>
                  <a:gd name="connsiteX98" fmla="*/ 566430 w 3696988"/>
                  <a:gd name="connsiteY98" fmla="*/ 496411 h 824991"/>
                  <a:gd name="connsiteX99" fmla="*/ 485305 w 3696988"/>
                  <a:gd name="connsiteY99" fmla="*/ 506607 h 824991"/>
                  <a:gd name="connsiteX100" fmla="*/ 475419 w 3696988"/>
                  <a:gd name="connsiteY100" fmla="*/ 526201 h 824991"/>
                  <a:gd name="connsiteX101" fmla="*/ 495013 w 3696988"/>
                  <a:gd name="connsiteY101" fmla="*/ 536087 h 824991"/>
                  <a:gd name="connsiteX102" fmla="*/ 584695 w 3696988"/>
                  <a:gd name="connsiteY102" fmla="*/ 527576 h 824991"/>
                  <a:gd name="connsiteX103" fmla="*/ 609653 w 3696988"/>
                  <a:gd name="connsiteY103" fmla="*/ 583477 h 824991"/>
                  <a:gd name="connsiteX104" fmla="*/ 566785 w 3696988"/>
                  <a:gd name="connsiteY104" fmla="*/ 587201 h 824991"/>
                  <a:gd name="connsiteX105" fmla="*/ 375984 w 3696988"/>
                  <a:gd name="connsiteY105" fmla="*/ 576650 h 824991"/>
                  <a:gd name="connsiteX106" fmla="*/ 355282 w 3696988"/>
                  <a:gd name="connsiteY106" fmla="*/ 583965 h 824991"/>
                  <a:gd name="connsiteX107" fmla="*/ 362596 w 3696988"/>
                  <a:gd name="connsiteY107" fmla="*/ 604667 h 824991"/>
                  <a:gd name="connsiteX108" fmla="*/ 572770 w 3696988"/>
                  <a:gd name="connsiteY108" fmla="*/ 617700 h 824991"/>
                  <a:gd name="connsiteX109" fmla="*/ 632572 w 3696988"/>
                  <a:gd name="connsiteY109" fmla="*/ 617124 h 824991"/>
                  <a:gd name="connsiteX110" fmla="*/ 518331 w 3696988"/>
                  <a:gd name="connsiteY110" fmla="*/ 666110 h 824991"/>
                  <a:gd name="connsiteX111" fmla="*/ 399302 w 3696988"/>
                  <a:gd name="connsiteY111" fmla="*/ 672006 h 824991"/>
                  <a:gd name="connsiteX112" fmla="*/ 398859 w 3696988"/>
                  <a:gd name="connsiteY112" fmla="*/ 671740 h 824991"/>
                  <a:gd name="connsiteX113" fmla="*/ 350494 w 3696988"/>
                  <a:gd name="connsiteY113" fmla="*/ 644343 h 824991"/>
                  <a:gd name="connsiteX114" fmla="*/ 259483 w 3696988"/>
                  <a:gd name="connsiteY114" fmla="*/ 619385 h 824991"/>
                  <a:gd name="connsiteX115" fmla="*/ 243967 w 3696988"/>
                  <a:gd name="connsiteY115" fmla="*/ 634901 h 824991"/>
                  <a:gd name="connsiteX116" fmla="*/ 259483 w 3696988"/>
                  <a:gd name="connsiteY116" fmla="*/ 650417 h 824991"/>
                  <a:gd name="connsiteX117" fmla="*/ 330634 w 3696988"/>
                  <a:gd name="connsiteY117" fmla="*/ 668193 h 824991"/>
                  <a:gd name="connsiteX118" fmla="*/ 351780 w 3696988"/>
                  <a:gd name="connsiteY118" fmla="*/ 682069 h 824991"/>
                  <a:gd name="connsiteX119" fmla="*/ 272693 w 3696988"/>
                  <a:gd name="connsiteY119" fmla="*/ 708402 h 824991"/>
                  <a:gd name="connsiteX120" fmla="*/ 18987 w 3696988"/>
                  <a:gd name="connsiteY120" fmla="*/ 671341 h 824991"/>
                  <a:gd name="connsiteX121" fmla="*/ 412 w 3696988"/>
                  <a:gd name="connsiteY121" fmla="*/ 683000 h 824991"/>
                  <a:gd name="connsiteX122" fmla="*/ 12071 w 3696988"/>
                  <a:gd name="connsiteY122" fmla="*/ 701575 h 824991"/>
                  <a:gd name="connsiteX123" fmla="*/ 202517 w 3696988"/>
                  <a:gd name="connsiteY123" fmla="*/ 732119 h 824991"/>
                  <a:gd name="connsiteX124" fmla="*/ 13091 w 3696988"/>
                  <a:gd name="connsiteY124" fmla="*/ 772814 h 824991"/>
                  <a:gd name="connsiteX125" fmla="*/ 191 w 3696988"/>
                  <a:gd name="connsiteY125" fmla="*/ 790591 h 824991"/>
                  <a:gd name="connsiteX126" fmla="*/ 17968 w 3696988"/>
                  <a:gd name="connsiteY126" fmla="*/ 803492 h 824991"/>
                  <a:gd name="connsiteX127" fmla="*/ 267285 w 3696988"/>
                  <a:gd name="connsiteY127" fmla="*/ 743689 h 824991"/>
                  <a:gd name="connsiteX128" fmla="*/ 272294 w 3696988"/>
                  <a:gd name="connsiteY128" fmla="*/ 741783 h 824991"/>
                  <a:gd name="connsiteX129" fmla="*/ 277126 w 3696988"/>
                  <a:gd name="connsiteY129" fmla="*/ 739921 h 824991"/>
                  <a:gd name="connsiteX130" fmla="*/ 680095 w 3696988"/>
                  <a:gd name="connsiteY130" fmla="*/ 744664 h 824991"/>
                  <a:gd name="connsiteX131" fmla="*/ 745084 w 3696988"/>
                  <a:gd name="connsiteY131" fmla="*/ 738680 h 824991"/>
                  <a:gd name="connsiteX132" fmla="*/ 762284 w 3696988"/>
                  <a:gd name="connsiteY132" fmla="*/ 736951 h 824991"/>
                  <a:gd name="connsiteX133" fmla="*/ 820801 w 3696988"/>
                  <a:gd name="connsiteY133" fmla="*/ 750516 h 824991"/>
                  <a:gd name="connsiteX134" fmla="*/ 1213973 w 3696988"/>
                  <a:gd name="connsiteY134" fmla="*/ 813112 h 824991"/>
                  <a:gd name="connsiteX135" fmla="*/ 1324623 w 3696988"/>
                  <a:gd name="connsiteY135" fmla="*/ 803358 h 824991"/>
                  <a:gd name="connsiteX136" fmla="*/ 1421175 w 3696988"/>
                  <a:gd name="connsiteY136" fmla="*/ 785537 h 824991"/>
                  <a:gd name="connsiteX137" fmla="*/ 1453360 w 3696988"/>
                  <a:gd name="connsiteY137" fmla="*/ 795024 h 824991"/>
                  <a:gd name="connsiteX138" fmla="*/ 1628999 w 3696988"/>
                  <a:gd name="connsiteY138" fmla="*/ 824992 h 824991"/>
                  <a:gd name="connsiteX139" fmla="*/ 1869849 w 3696988"/>
                  <a:gd name="connsiteY139" fmla="*/ 786867 h 824991"/>
                  <a:gd name="connsiteX140" fmla="*/ 1942774 w 3696988"/>
                  <a:gd name="connsiteY140" fmla="*/ 771219 h 824991"/>
                  <a:gd name="connsiteX141" fmla="*/ 2094740 w 3696988"/>
                  <a:gd name="connsiteY141" fmla="*/ 791655 h 824991"/>
                  <a:gd name="connsiteX142" fmla="*/ 2662177 w 3696988"/>
                  <a:gd name="connsiteY142" fmla="*/ 762530 h 824991"/>
                  <a:gd name="connsiteX143" fmla="*/ 2801110 w 3696988"/>
                  <a:gd name="connsiteY143" fmla="*/ 762352 h 824991"/>
                  <a:gd name="connsiteX144" fmla="*/ 3020903 w 3696988"/>
                  <a:gd name="connsiteY144" fmla="*/ 689118 h 824991"/>
                  <a:gd name="connsiteX145" fmla="*/ 3027198 w 3696988"/>
                  <a:gd name="connsiteY145" fmla="*/ 681980 h 824991"/>
                  <a:gd name="connsiteX146" fmla="*/ 3061687 w 3696988"/>
                  <a:gd name="connsiteY146" fmla="*/ 638581 h 824991"/>
                  <a:gd name="connsiteX147" fmla="*/ 3468335 w 3696988"/>
                  <a:gd name="connsiteY147" fmla="*/ 272584 h 824991"/>
                  <a:gd name="connsiteX148" fmla="*/ 3469842 w 3696988"/>
                  <a:gd name="connsiteY148" fmla="*/ 270057 h 824991"/>
                  <a:gd name="connsiteX149" fmla="*/ 3692384 w 3696988"/>
                  <a:gd name="connsiteY149" fmla="*/ 94107 h 824991"/>
                  <a:gd name="connsiteX150" fmla="*/ 3692517 w 3696988"/>
                  <a:gd name="connsiteY150" fmla="*/ 72164 h 824991"/>
                  <a:gd name="connsiteX151" fmla="*/ 3670174 w 3696988"/>
                  <a:gd name="connsiteY151" fmla="*/ 72208 h 824991"/>
                  <a:gd name="connsiteX152" fmla="*/ 1422151 w 3696988"/>
                  <a:gd name="connsiteY152" fmla="*/ 754018 h 824991"/>
                  <a:gd name="connsiteX153" fmla="*/ 1416388 w 3696988"/>
                  <a:gd name="connsiteY153" fmla="*/ 752555 h 824991"/>
                  <a:gd name="connsiteX154" fmla="*/ 1301571 w 3696988"/>
                  <a:gd name="connsiteY154" fmla="*/ 728262 h 824991"/>
                  <a:gd name="connsiteX155" fmla="*/ 1262072 w 3696988"/>
                  <a:gd name="connsiteY155" fmla="*/ 629315 h 824991"/>
                  <a:gd name="connsiteX156" fmla="*/ 1271248 w 3696988"/>
                  <a:gd name="connsiteY156" fmla="*/ 619917 h 824991"/>
                  <a:gd name="connsiteX157" fmla="*/ 1279937 w 3696988"/>
                  <a:gd name="connsiteY157" fmla="*/ 620139 h 824991"/>
                  <a:gd name="connsiteX158" fmla="*/ 1536658 w 3696988"/>
                  <a:gd name="connsiteY158" fmla="*/ 551958 h 824991"/>
                  <a:gd name="connsiteX159" fmla="*/ 1650943 w 3696988"/>
                  <a:gd name="connsiteY159" fmla="*/ 588531 h 824991"/>
                  <a:gd name="connsiteX160" fmla="*/ 1735482 w 3696988"/>
                  <a:gd name="connsiteY160" fmla="*/ 615129 h 824991"/>
                  <a:gd name="connsiteX161" fmla="*/ 1748693 w 3696988"/>
                  <a:gd name="connsiteY161" fmla="*/ 653697 h 824991"/>
                  <a:gd name="connsiteX162" fmla="*/ 1685920 w 3696988"/>
                  <a:gd name="connsiteY162" fmla="*/ 728085 h 824991"/>
                  <a:gd name="connsiteX163" fmla="*/ 1422151 w 3696988"/>
                  <a:gd name="connsiteY163" fmla="*/ 754018 h 824991"/>
                  <a:gd name="connsiteX164" fmla="*/ 831441 w 3696988"/>
                  <a:gd name="connsiteY164" fmla="*/ 622799 h 824991"/>
                  <a:gd name="connsiteX165" fmla="*/ 816368 w 3696988"/>
                  <a:gd name="connsiteY165" fmla="*/ 617035 h 824991"/>
                  <a:gd name="connsiteX166" fmla="*/ 829268 w 3696988"/>
                  <a:gd name="connsiteY166" fmla="*/ 613090 h 824991"/>
                  <a:gd name="connsiteX167" fmla="*/ 831441 w 3696988"/>
                  <a:gd name="connsiteY167" fmla="*/ 622799 h 824991"/>
                  <a:gd name="connsiteX168" fmla="*/ 858793 w 3696988"/>
                  <a:gd name="connsiteY168" fmla="*/ 602850 h 824991"/>
                  <a:gd name="connsiteX169" fmla="*/ 904986 w 3696988"/>
                  <a:gd name="connsiteY169" fmla="*/ 582945 h 824991"/>
                  <a:gd name="connsiteX170" fmla="*/ 1027162 w 3696988"/>
                  <a:gd name="connsiteY170" fmla="*/ 492421 h 824991"/>
                  <a:gd name="connsiteX171" fmla="*/ 1057218 w 3696988"/>
                  <a:gd name="connsiteY171" fmla="*/ 455892 h 824991"/>
                  <a:gd name="connsiteX172" fmla="*/ 1109351 w 3696988"/>
                  <a:gd name="connsiteY172" fmla="*/ 552490 h 824991"/>
                  <a:gd name="connsiteX173" fmla="*/ 1122651 w 3696988"/>
                  <a:gd name="connsiteY173" fmla="*/ 566809 h 824991"/>
                  <a:gd name="connsiteX174" fmla="*/ 1072734 w 3696988"/>
                  <a:gd name="connsiteY174" fmla="*/ 598904 h 824991"/>
                  <a:gd name="connsiteX175" fmla="*/ 1065242 w 3696988"/>
                  <a:gd name="connsiteY175" fmla="*/ 602583 h 824991"/>
                  <a:gd name="connsiteX176" fmla="*/ 902991 w 3696988"/>
                  <a:gd name="connsiteY176" fmla="*/ 695945 h 824991"/>
                  <a:gd name="connsiteX177" fmla="*/ 876791 w 3696988"/>
                  <a:gd name="connsiteY177" fmla="*/ 697009 h 824991"/>
                  <a:gd name="connsiteX178" fmla="*/ 858793 w 3696988"/>
                  <a:gd name="connsiteY178" fmla="*/ 602850 h 824991"/>
                  <a:gd name="connsiteX179" fmla="*/ 828426 w 3696988"/>
                  <a:gd name="connsiteY179" fmla="*/ 503903 h 824991"/>
                  <a:gd name="connsiteX180" fmla="*/ 962749 w 3696988"/>
                  <a:gd name="connsiteY180" fmla="*/ 421181 h 824991"/>
                  <a:gd name="connsiteX181" fmla="*/ 1043254 w 3696988"/>
                  <a:gd name="connsiteY181" fmla="*/ 423974 h 824991"/>
                  <a:gd name="connsiteX182" fmla="*/ 1044407 w 3696988"/>
                  <a:gd name="connsiteY182" fmla="*/ 423974 h 824991"/>
                  <a:gd name="connsiteX183" fmla="*/ 1002381 w 3696988"/>
                  <a:gd name="connsiteY183" fmla="*/ 473847 h 824991"/>
                  <a:gd name="connsiteX184" fmla="*/ 949494 w 3696988"/>
                  <a:gd name="connsiteY184" fmla="*/ 521547 h 824991"/>
                  <a:gd name="connsiteX185" fmla="*/ 836805 w 3696988"/>
                  <a:gd name="connsiteY185" fmla="*/ 522522 h 824991"/>
                  <a:gd name="connsiteX186" fmla="*/ 828426 w 3696988"/>
                  <a:gd name="connsiteY186" fmla="*/ 503903 h 824991"/>
                  <a:gd name="connsiteX187" fmla="*/ 2247061 w 3696988"/>
                  <a:gd name="connsiteY187" fmla="*/ 295193 h 824991"/>
                  <a:gd name="connsiteX188" fmla="*/ 2312627 w 3696988"/>
                  <a:gd name="connsiteY188" fmla="*/ 291779 h 824991"/>
                  <a:gd name="connsiteX189" fmla="*/ 2239436 w 3696988"/>
                  <a:gd name="connsiteY189" fmla="*/ 306010 h 824991"/>
                  <a:gd name="connsiteX190" fmla="*/ 2246529 w 3696988"/>
                  <a:gd name="connsiteY190" fmla="*/ 296124 h 824991"/>
                  <a:gd name="connsiteX191" fmla="*/ 2247061 w 3696988"/>
                  <a:gd name="connsiteY191" fmla="*/ 295193 h 824991"/>
                  <a:gd name="connsiteX192" fmla="*/ 3228194 w 3696988"/>
                  <a:gd name="connsiteY192" fmla="*/ 274845 h 824991"/>
                  <a:gd name="connsiteX193" fmla="*/ 3164180 w 3696988"/>
                  <a:gd name="connsiteY193" fmla="*/ 290272 h 824991"/>
                  <a:gd name="connsiteX194" fmla="*/ 3159836 w 3696988"/>
                  <a:gd name="connsiteY194" fmla="*/ 290671 h 824991"/>
                  <a:gd name="connsiteX195" fmla="*/ 3064657 w 3696988"/>
                  <a:gd name="connsiteY195" fmla="*/ 282381 h 824991"/>
                  <a:gd name="connsiteX196" fmla="*/ 3067672 w 3696988"/>
                  <a:gd name="connsiteY196" fmla="*/ 272584 h 824991"/>
                  <a:gd name="connsiteX197" fmla="*/ 3228194 w 3696988"/>
                  <a:gd name="connsiteY197" fmla="*/ 274845 h 824991"/>
                  <a:gd name="connsiteX198" fmla="*/ 2616338 w 3696988"/>
                  <a:gd name="connsiteY198" fmla="*/ 473891 h 824991"/>
                  <a:gd name="connsiteX199" fmla="*/ 2543680 w 3696988"/>
                  <a:gd name="connsiteY199" fmla="*/ 724139 h 824991"/>
                  <a:gd name="connsiteX200" fmla="*/ 2542439 w 3696988"/>
                  <a:gd name="connsiteY200" fmla="*/ 736286 h 824991"/>
                  <a:gd name="connsiteX201" fmla="*/ 2538404 w 3696988"/>
                  <a:gd name="connsiteY201" fmla="*/ 736463 h 824991"/>
                  <a:gd name="connsiteX202" fmla="*/ 2444999 w 3696988"/>
                  <a:gd name="connsiteY202" fmla="*/ 740276 h 824991"/>
                  <a:gd name="connsiteX203" fmla="*/ 2402353 w 3696988"/>
                  <a:gd name="connsiteY203" fmla="*/ 656534 h 824991"/>
                  <a:gd name="connsiteX204" fmla="*/ 2446107 w 3696988"/>
                  <a:gd name="connsiteY204" fmla="*/ 600234 h 824991"/>
                  <a:gd name="connsiteX205" fmla="*/ 2546340 w 3696988"/>
                  <a:gd name="connsiteY205" fmla="*/ 502395 h 824991"/>
                  <a:gd name="connsiteX206" fmla="*/ 2621170 w 3696988"/>
                  <a:gd name="connsiteY206" fmla="*/ 432131 h 824991"/>
                  <a:gd name="connsiteX207" fmla="*/ 2623830 w 3696988"/>
                  <a:gd name="connsiteY207" fmla="*/ 432840 h 824991"/>
                  <a:gd name="connsiteX208" fmla="*/ 2635046 w 3696988"/>
                  <a:gd name="connsiteY208" fmla="*/ 452923 h 824991"/>
                  <a:gd name="connsiteX209" fmla="*/ 2616515 w 3696988"/>
                  <a:gd name="connsiteY209" fmla="*/ 473625 h 824991"/>
                  <a:gd name="connsiteX210" fmla="*/ 2616383 w 3696988"/>
                  <a:gd name="connsiteY210" fmla="*/ 473758 h 824991"/>
                  <a:gd name="connsiteX211" fmla="*/ 2616338 w 3696988"/>
                  <a:gd name="connsiteY211" fmla="*/ 473891 h 824991"/>
                  <a:gd name="connsiteX212" fmla="*/ 2156804 w 3696988"/>
                  <a:gd name="connsiteY212" fmla="*/ 769623 h 824991"/>
                  <a:gd name="connsiteX213" fmla="*/ 2153168 w 3696988"/>
                  <a:gd name="connsiteY213" fmla="*/ 761865 h 824991"/>
                  <a:gd name="connsiteX214" fmla="*/ 2252913 w 3696988"/>
                  <a:gd name="connsiteY214" fmla="*/ 769800 h 824991"/>
                  <a:gd name="connsiteX215" fmla="*/ 2325483 w 3696988"/>
                  <a:gd name="connsiteY215" fmla="*/ 773435 h 824991"/>
                  <a:gd name="connsiteX216" fmla="*/ 2323710 w 3696988"/>
                  <a:gd name="connsiteY216" fmla="*/ 781991 h 824991"/>
                  <a:gd name="connsiteX217" fmla="*/ 2156804 w 3696988"/>
                  <a:gd name="connsiteY217" fmla="*/ 769623 h 824991"/>
                  <a:gd name="connsiteX218" fmla="*/ 1929386 w 3696988"/>
                  <a:gd name="connsiteY218" fmla="*/ 738813 h 824991"/>
                  <a:gd name="connsiteX219" fmla="*/ 2006566 w 3696988"/>
                  <a:gd name="connsiteY219" fmla="*/ 657554 h 824991"/>
                  <a:gd name="connsiteX220" fmla="*/ 2098597 w 3696988"/>
                  <a:gd name="connsiteY220" fmla="*/ 729326 h 824991"/>
                  <a:gd name="connsiteX221" fmla="*/ 1941532 w 3696988"/>
                  <a:gd name="connsiteY221" fmla="*/ 740054 h 824991"/>
                  <a:gd name="connsiteX222" fmla="*/ 1929386 w 3696988"/>
                  <a:gd name="connsiteY222" fmla="*/ 738813 h 824991"/>
                  <a:gd name="connsiteX223" fmla="*/ 1296561 w 3696988"/>
                  <a:gd name="connsiteY223" fmla="*/ 776671 h 824991"/>
                  <a:gd name="connsiteX224" fmla="*/ 1146058 w 3696988"/>
                  <a:gd name="connsiteY224" fmla="*/ 779287 h 824991"/>
                  <a:gd name="connsiteX225" fmla="*/ 1143664 w 3696988"/>
                  <a:gd name="connsiteY225" fmla="*/ 736241 h 824991"/>
                  <a:gd name="connsiteX226" fmla="*/ 1282154 w 3696988"/>
                  <a:gd name="connsiteY226" fmla="*/ 756279 h 824991"/>
                  <a:gd name="connsiteX227" fmla="*/ 1296561 w 3696988"/>
                  <a:gd name="connsiteY227" fmla="*/ 776671 h 824991"/>
                  <a:gd name="connsiteX228" fmla="*/ 1087984 w 3696988"/>
                  <a:gd name="connsiteY228" fmla="*/ 423176 h 824991"/>
                  <a:gd name="connsiteX229" fmla="*/ 1139585 w 3696988"/>
                  <a:gd name="connsiteY229" fmla="*/ 420339 h 824991"/>
                  <a:gd name="connsiteX230" fmla="*/ 1145526 w 3696988"/>
                  <a:gd name="connsiteY230" fmla="*/ 426412 h 824991"/>
                  <a:gd name="connsiteX231" fmla="*/ 1189591 w 3696988"/>
                  <a:gd name="connsiteY231" fmla="*/ 494682 h 824991"/>
                  <a:gd name="connsiteX232" fmla="*/ 1145969 w 3696988"/>
                  <a:gd name="connsiteY232" fmla="*/ 546239 h 824991"/>
                  <a:gd name="connsiteX233" fmla="*/ 1132448 w 3696988"/>
                  <a:gd name="connsiteY233" fmla="*/ 531698 h 824991"/>
                  <a:gd name="connsiteX234" fmla="*/ 1083374 w 3696988"/>
                  <a:gd name="connsiteY234" fmla="*/ 427920 h 824991"/>
                  <a:gd name="connsiteX235" fmla="*/ 1087984 w 3696988"/>
                  <a:gd name="connsiteY235" fmla="*/ 423176 h 824991"/>
                  <a:gd name="connsiteX236" fmla="*/ 1326839 w 3696988"/>
                  <a:gd name="connsiteY236" fmla="*/ 390859 h 824991"/>
                  <a:gd name="connsiteX237" fmla="*/ 1312565 w 3696988"/>
                  <a:gd name="connsiteY237" fmla="*/ 508735 h 824991"/>
                  <a:gd name="connsiteX238" fmla="*/ 1240083 w 3696988"/>
                  <a:gd name="connsiteY238" fmla="*/ 551825 h 824991"/>
                  <a:gd name="connsiteX239" fmla="*/ 1230951 w 3696988"/>
                  <a:gd name="connsiteY239" fmla="*/ 518754 h 824991"/>
                  <a:gd name="connsiteX240" fmla="*/ 1178419 w 3696988"/>
                  <a:gd name="connsiteY240" fmla="*/ 416881 h 824991"/>
                  <a:gd name="connsiteX241" fmla="*/ 1326839 w 3696988"/>
                  <a:gd name="connsiteY241" fmla="*/ 390859 h 824991"/>
                  <a:gd name="connsiteX242" fmla="*/ 1194467 w 3696988"/>
                  <a:gd name="connsiteY242" fmla="*/ 593407 h 824991"/>
                  <a:gd name="connsiteX243" fmla="*/ 1167824 w 3696988"/>
                  <a:gd name="connsiteY243" fmla="*/ 568404 h 824991"/>
                  <a:gd name="connsiteX244" fmla="*/ 1201915 w 3696988"/>
                  <a:gd name="connsiteY244" fmla="*/ 530369 h 824991"/>
                  <a:gd name="connsiteX245" fmla="*/ 1211712 w 3696988"/>
                  <a:gd name="connsiteY245" fmla="*/ 565789 h 824991"/>
                  <a:gd name="connsiteX246" fmla="*/ 1227006 w 3696988"/>
                  <a:gd name="connsiteY246" fmla="*/ 620405 h 824991"/>
                  <a:gd name="connsiteX247" fmla="*/ 1224257 w 3696988"/>
                  <a:gd name="connsiteY247" fmla="*/ 623197 h 824991"/>
                  <a:gd name="connsiteX248" fmla="*/ 1194467 w 3696988"/>
                  <a:gd name="connsiteY248" fmla="*/ 593407 h 824991"/>
                  <a:gd name="connsiteX249" fmla="*/ 1252053 w 3696988"/>
                  <a:gd name="connsiteY249" fmla="*/ 595136 h 824991"/>
                  <a:gd name="connsiteX250" fmla="*/ 1248950 w 3696988"/>
                  <a:gd name="connsiteY250" fmla="*/ 583965 h 824991"/>
                  <a:gd name="connsiteX251" fmla="*/ 1280070 w 3696988"/>
                  <a:gd name="connsiteY251" fmla="*/ 562420 h 824991"/>
                  <a:gd name="connsiteX252" fmla="*/ 1252053 w 3696988"/>
                  <a:gd name="connsiteY252" fmla="*/ 595136 h 824991"/>
                  <a:gd name="connsiteX253" fmla="*/ 1144639 w 3696988"/>
                  <a:gd name="connsiteY253" fmla="*/ 589152 h 824991"/>
                  <a:gd name="connsiteX254" fmla="*/ 1173498 w 3696988"/>
                  <a:gd name="connsiteY254" fmla="*/ 616326 h 824991"/>
                  <a:gd name="connsiteX255" fmla="*/ 1202757 w 3696988"/>
                  <a:gd name="connsiteY255" fmla="*/ 646427 h 824991"/>
                  <a:gd name="connsiteX256" fmla="*/ 1160332 w 3696988"/>
                  <a:gd name="connsiteY256" fmla="*/ 706850 h 824991"/>
                  <a:gd name="connsiteX257" fmla="*/ 1134931 w 3696988"/>
                  <a:gd name="connsiteY257" fmla="*/ 704101 h 824991"/>
                  <a:gd name="connsiteX258" fmla="*/ 1117996 w 3696988"/>
                  <a:gd name="connsiteY258" fmla="*/ 670853 h 824991"/>
                  <a:gd name="connsiteX259" fmla="*/ 1093304 w 3696988"/>
                  <a:gd name="connsiteY259" fmla="*/ 623331 h 824991"/>
                  <a:gd name="connsiteX260" fmla="*/ 1144639 w 3696988"/>
                  <a:gd name="connsiteY260" fmla="*/ 589152 h 824991"/>
                  <a:gd name="connsiteX261" fmla="*/ 1065419 w 3696988"/>
                  <a:gd name="connsiteY261" fmla="*/ 637117 h 824991"/>
                  <a:gd name="connsiteX262" fmla="*/ 1092860 w 3696988"/>
                  <a:gd name="connsiteY262" fmla="*/ 689029 h 824991"/>
                  <a:gd name="connsiteX263" fmla="*/ 1099865 w 3696988"/>
                  <a:gd name="connsiteY263" fmla="*/ 700821 h 824991"/>
                  <a:gd name="connsiteX264" fmla="*/ 958006 w 3696988"/>
                  <a:gd name="connsiteY264" fmla="*/ 694969 h 824991"/>
                  <a:gd name="connsiteX265" fmla="*/ 1065419 w 3696988"/>
                  <a:gd name="connsiteY265" fmla="*/ 637117 h 824991"/>
                  <a:gd name="connsiteX266" fmla="*/ 1193359 w 3696988"/>
                  <a:gd name="connsiteY266" fmla="*/ 710929 h 824991"/>
                  <a:gd name="connsiteX267" fmla="*/ 1237424 w 3696988"/>
                  <a:gd name="connsiteY267" fmla="*/ 654273 h 824991"/>
                  <a:gd name="connsiteX268" fmla="*/ 1263313 w 3696988"/>
                  <a:gd name="connsiteY268" fmla="*/ 721479 h 824991"/>
                  <a:gd name="connsiteX269" fmla="*/ 1193359 w 3696988"/>
                  <a:gd name="connsiteY269" fmla="*/ 710929 h 824991"/>
                  <a:gd name="connsiteX270" fmla="*/ 1335439 w 3696988"/>
                  <a:gd name="connsiteY270" fmla="*/ 532319 h 824991"/>
                  <a:gd name="connsiteX271" fmla="*/ 1403709 w 3696988"/>
                  <a:gd name="connsiteY271" fmla="*/ 506917 h 824991"/>
                  <a:gd name="connsiteX272" fmla="*/ 1446267 w 3696988"/>
                  <a:gd name="connsiteY272" fmla="*/ 494283 h 824991"/>
                  <a:gd name="connsiteX273" fmla="*/ 1581210 w 3696988"/>
                  <a:gd name="connsiteY273" fmla="*/ 498184 h 824991"/>
                  <a:gd name="connsiteX274" fmla="*/ 1563966 w 3696988"/>
                  <a:gd name="connsiteY274" fmla="*/ 505898 h 824991"/>
                  <a:gd name="connsiteX275" fmla="*/ 1299132 w 3696988"/>
                  <a:gd name="connsiteY275" fmla="*/ 588132 h 824991"/>
                  <a:gd name="connsiteX276" fmla="*/ 1335439 w 3696988"/>
                  <a:gd name="connsiteY276" fmla="*/ 532319 h 824991"/>
                  <a:gd name="connsiteX277" fmla="*/ 1730916 w 3696988"/>
                  <a:gd name="connsiteY277" fmla="*/ 350296 h 824991"/>
                  <a:gd name="connsiteX278" fmla="*/ 1818071 w 3696988"/>
                  <a:gd name="connsiteY278" fmla="*/ 360182 h 824991"/>
                  <a:gd name="connsiteX279" fmla="*/ 1817095 w 3696988"/>
                  <a:gd name="connsiteY279" fmla="*/ 427654 h 824991"/>
                  <a:gd name="connsiteX280" fmla="*/ 1648194 w 3696988"/>
                  <a:gd name="connsiteY280" fmla="*/ 471586 h 824991"/>
                  <a:gd name="connsiteX281" fmla="*/ 1641101 w 3696988"/>
                  <a:gd name="connsiteY281" fmla="*/ 470965 h 824991"/>
                  <a:gd name="connsiteX282" fmla="*/ 1645224 w 3696988"/>
                  <a:gd name="connsiteY282" fmla="*/ 414399 h 824991"/>
                  <a:gd name="connsiteX283" fmla="*/ 1730916 w 3696988"/>
                  <a:gd name="connsiteY283" fmla="*/ 350296 h 824991"/>
                  <a:gd name="connsiteX284" fmla="*/ 1647707 w 3696988"/>
                  <a:gd name="connsiteY284" fmla="*/ 376895 h 824991"/>
                  <a:gd name="connsiteX285" fmla="*/ 1654578 w 3696988"/>
                  <a:gd name="connsiteY285" fmla="*/ 344799 h 824991"/>
                  <a:gd name="connsiteX286" fmla="*/ 1690043 w 3696988"/>
                  <a:gd name="connsiteY286" fmla="*/ 347060 h 824991"/>
                  <a:gd name="connsiteX287" fmla="*/ 1647707 w 3696988"/>
                  <a:gd name="connsiteY287" fmla="*/ 376895 h 824991"/>
                  <a:gd name="connsiteX288" fmla="*/ 1933021 w 3696988"/>
                  <a:gd name="connsiteY288" fmla="*/ 368915 h 824991"/>
                  <a:gd name="connsiteX289" fmla="*/ 2169349 w 3696988"/>
                  <a:gd name="connsiteY289" fmla="*/ 348656 h 824991"/>
                  <a:gd name="connsiteX290" fmla="*/ 2136367 w 3696988"/>
                  <a:gd name="connsiteY290" fmla="*/ 390815 h 824991"/>
                  <a:gd name="connsiteX291" fmla="*/ 2083569 w 3696988"/>
                  <a:gd name="connsiteY291" fmla="*/ 475265 h 824991"/>
                  <a:gd name="connsiteX292" fmla="*/ 2032721 w 3696988"/>
                  <a:gd name="connsiteY292" fmla="*/ 485727 h 824991"/>
                  <a:gd name="connsiteX293" fmla="*/ 1889399 w 3696988"/>
                  <a:gd name="connsiteY293" fmla="*/ 368029 h 824991"/>
                  <a:gd name="connsiteX294" fmla="*/ 1889000 w 3696988"/>
                  <a:gd name="connsiteY294" fmla="*/ 367762 h 824991"/>
                  <a:gd name="connsiteX295" fmla="*/ 1933021 w 3696988"/>
                  <a:gd name="connsiteY295" fmla="*/ 368915 h 824991"/>
                  <a:gd name="connsiteX296" fmla="*/ 2529450 w 3696988"/>
                  <a:gd name="connsiteY296" fmla="*/ 408281 h 824991"/>
                  <a:gd name="connsiteX297" fmla="*/ 2589385 w 3696988"/>
                  <a:gd name="connsiteY297" fmla="*/ 423664 h 824991"/>
                  <a:gd name="connsiteX298" fmla="*/ 2530824 w 3696988"/>
                  <a:gd name="connsiteY298" fmla="*/ 475221 h 824991"/>
                  <a:gd name="connsiteX299" fmla="*/ 2530114 w 3696988"/>
                  <a:gd name="connsiteY299" fmla="*/ 474512 h 824991"/>
                  <a:gd name="connsiteX300" fmla="*/ 2528430 w 3696988"/>
                  <a:gd name="connsiteY300" fmla="*/ 476240 h 824991"/>
                  <a:gd name="connsiteX301" fmla="*/ 2255484 w 3696988"/>
                  <a:gd name="connsiteY301" fmla="*/ 475088 h 824991"/>
                  <a:gd name="connsiteX302" fmla="*/ 2213592 w 3696988"/>
                  <a:gd name="connsiteY302" fmla="*/ 471009 h 824991"/>
                  <a:gd name="connsiteX303" fmla="*/ 2166689 w 3696988"/>
                  <a:gd name="connsiteY303" fmla="*/ 402606 h 824991"/>
                  <a:gd name="connsiteX304" fmla="*/ 2213326 w 3696988"/>
                  <a:gd name="connsiteY304" fmla="*/ 341651 h 824991"/>
                  <a:gd name="connsiteX305" fmla="*/ 2365070 w 3696988"/>
                  <a:gd name="connsiteY305" fmla="*/ 311994 h 824991"/>
                  <a:gd name="connsiteX306" fmla="*/ 2529450 w 3696988"/>
                  <a:gd name="connsiteY306" fmla="*/ 408281 h 824991"/>
                  <a:gd name="connsiteX307" fmla="*/ 2027091 w 3696988"/>
                  <a:gd name="connsiteY307" fmla="*/ 632640 h 824991"/>
                  <a:gd name="connsiteX308" fmla="*/ 2047616 w 3696988"/>
                  <a:gd name="connsiteY308" fmla="*/ 605554 h 824991"/>
                  <a:gd name="connsiteX309" fmla="*/ 2084234 w 3696988"/>
                  <a:gd name="connsiteY309" fmla="*/ 539988 h 824991"/>
                  <a:gd name="connsiteX310" fmla="*/ 2103385 w 3696988"/>
                  <a:gd name="connsiteY310" fmla="*/ 503903 h 824991"/>
                  <a:gd name="connsiteX311" fmla="*/ 2199317 w 3696988"/>
                  <a:gd name="connsiteY311" fmla="*/ 501243 h 824991"/>
                  <a:gd name="connsiteX312" fmla="*/ 2227423 w 3696988"/>
                  <a:gd name="connsiteY312" fmla="*/ 526423 h 824991"/>
                  <a:gd name="connsiteX313" fmla="*/ 2365913 w 3696988"/>
                  <a:gd name="connsiteY313" fmla="*/ 659017 h 824991"/>
                  <a:gd name="connsiteX314" fmla="*/ 2333462 w 3696988"/>
                  <a:gd name="connsiteY314" fmla="*/ 742492 h 824991"/>
                  <a:gd name="connsiteX315" fmla="*/ 2256282 w 3696988"/>
                  <a:gd name="connsiteY315" fmla="*/ 738990 h 824991"/>
                  <a:gd name="connsiteX316" fmla="*/ 2136012 w 3696988"/>
                  <a:gd name="connsiteY316" fmla="*/ 730124 h 824991"/>
                  <a:gd name="connsiteX317" fmla="*/ 2027091 w 3696988"/>
                  <a:gd name="connsiteY317" fmla="*/ 632640 h 824991"/>
                  <a:gd name="connsiteX318" fmla="*/ 1746254 w 3696988"/>
                  <a:gd name="connsiteY318" fmla="*/ 484974 h 824991"/>
                  <a:gd name="connsiteX319" fmla="*/ 1717262 w 3696988"/>
                  <a:gd name="connsiteY319" fmla="*/ 482092 h 824991"/>
                  <a:gd name="connsiteX320" fmla="*/ 1749712 w 3696988"/>
                  <a:gd name="connsiteY320" fmla="*/ 473448 h 824991"/>
                  <a:gd name="connsiteX321" fmla="*/ 1746254 w 3696988"/>
                  <a:gd name="connsiteY321" fmla="*/ 484974 h 824991"/>
                  <a:gd name="connsiteX322" fmla="*/ 1778572 w 3696988"/>
                  <a:gd name="connsiteY322" fmla="*/ 485239 h 824991"/>
                  <a:gd name="connsiteX323" fmla="*/ 1785221 w 3696988"/>
                  <a:gd name="connsiteY323" fmla="*/ 465335 h 824991"/>
                  <a:gd name="connsiteX324" fmla="*/ 1816209 w 3696988"/>
                  <a:gd name="connsiteY324" fmla="*/ 459528 h 824991"/>
                  <a:gd name="connsiteX325" fmla="*/ 1815233 w 3696988"/>
                  <a:gd name="connsiteY325" fmla="*/ 480496 h 824991"/>
                  <a:gd name="connsiteX326" fmla="*/ 1815233 w 3696988"/>
                  <a:gd name="connsiteY326" fmla="*/ 480541 h 824991"/>
                  <a:gd name="connsiteX327" fmla="*/ 1778572 w 3696988"/>
                  <a:gd name="connsiteY327" fmla="*/ 485239 h 824991"/>
                  <a:gd name="connsiteX328" fmla="*/ 1848881 w 3696988"/>
                  <a:gd name="connsiteY328" fmla="*/ 377648 h 824991"/>
                  <a:gd name="connsiteX329" fmla="*/ 1873750 w 3696988"/>
                  <a:gd name="connsiteY329" fmla="*/ 394804 h 824991"/>
                  <a:gd name="connsiteX330" fmla="*/ 1910767 w 3696988"/>
                  <a:gd name="connsiteY330" fmla="*/ 417679 h 824991"/>
                  <a:gd name="connsiteX331" fmla="*/ 1848171 w 3696988"/>
                  <a:gd name="connsiteY331" fmla="*/ 423087 h 824991"/>
                  <a:gd name="connsiteX332" fmla="*/ 1848881 w 3696988"/>
                  <a:gd name="connsiteY332" fmla="*/ 377648 h 824991"/>
                  <a:gd name="connsiteX333" fmla="*/ 2049966 w 3696988"/>
                  <a:gd name="connsiteY333" fmla="*/ 513301 h 824991"/>
                  <a:gd name="connsiteX334" fmla="*/ 2064950 w 3696988"/>
                  <a:gd name="connsiteY334" fmla="*/ 509976 h 824991"/>
                  <a:gd name="connsiteX335" fmla="*/ 2056749 w 3696988"/>
                  <a:gd name="connsiteY335" fmla="*/ 525492 h 824991"/>
                  <a:gd name="connsiteX336" fmla="*/ 2056217 w 3696988"/>
                  <a:gd name="connsiteY336" fmla="*/ 526467 h 824991"/>
                  <a:gd name="connsiteX337" fmla="*/ 2049966 w 3696988"/>
                  <a:gd name="connsiteY337" fmla="*/ 513301 h 824991"/>
                  <a:gd name="connsiteX338" fmla="*/ 2146253 w 3696988"/>
                  <a:gd name="connsiteY338" fmla="*/ 430003 h 824991"/>
                  <a:gd name="connsiteX339" fmla="*/ 2172142 w 3696988"/>
                  <a:gd name="connsiteY339" fmla="*/ 469369 h 824991"/>
                  <a:gd name="connsiteX340" fmla="*/ 2121427 w 3696988"/>
                  <a:gd name="connsiteY340" fmla="*/ 471009 h 824991"/>
                  <a:gd name="connsiteX341" fmla="*/ 2146253 w 3696988"/>
                  <a:gd name="connsiteY341" fmla="*/ 430003 h 824991"/>
                  <a:gd name="connsiteX342" fmla="*/ 2251627 w 3696988"/>
                  <a:gd name="connsiteY342" fmla="*/ 505898 h 824991"/>
                  <a:gd name="connsiteX343" fmla="*/ 2486670 w 3696988"/>
                  <a:gd name="connsiteY343" fmla="*/ 518532 h 824991"/>
                  <a:gd name="connsiteX344" fmla="*/ 2425671 w 3696988"/>
                  <a:gd name="connsiteY344" fmla="*/ 576827 h 824991"/>
                  <a:gd name="connsiteX345" fmla="*/ 2382404 w 3696988"/>
                  <a:gd name="connsiteY345" fmla="*/ 629714 h 824991"/>
                  <a:gd name="connsiteX346" fmla="*/ 2251627 w 3696988"/>
                  <a:gd name="connsiteY346" fmla="*/ 505898 h 824991"/>
                  <a:gd name="connsiteX347" fmla="*/ 1610114 w 3696988"/>
                  <a:gd name="connsiteY347" fmla="*/ 468660 h 824991"/>
                  <a:gd name="connsiteX348" fmla="*/ 1531471 w 3696988"/>
                  <a:gd name="connsiteY348" fmla="*/ 465114 h 824991"/>
                  <a:gd name="connsiteX349" fmla="*/ 1613040 w 3696988"/>
                  <a:gd name="connsiteY349" fmla="*/ 430713 h 824991"/>
                  <a:gd name="connsiteX350" fmla="*/ 1610114 w 3696988"/>
                  <a:gd name="connsiteY350" fmla="*/ 468660 h 824991"/>
                  <a:gd name="connsiteX351" fmla="*/ 1577043 w 3696988"/>
                  <a:gd name="connsiteY351" fmla="*/ 534092 h 824991"/>
                  <a:gd name="connsiteX352" fmla="*/ 1652317 w 3696988"/>
                  <a:gd name="connsiteY352" fmla="*/ 503105 h 824991"/>
                  <a:gd name="connsiteX353" fmla="*/ 1680866 w 3696988"/>
                  <a:gd name="connsiteY353" fmla="*/ 507184 h 824991"/>
                  <a:gd name="connsiteX354" fmla="*/ 1738497 w 3696988"/>
                  <a:gd name="connsiteY354" fmla="*/ 515562 h 824991"/>
                  <a:gd name="connsiteX355" fmla="*/ 1731093 w 3696988"/>
                  <a:gd name="connsiteY355" fmla="*/ 579842 h 824991"/>
                  <a:gd name="connsiteX356" fmla="*/ 1652317 w 3696988"/>
                  <a:gd name="connsiteY356" fmla="*/ 557544 h 824991"/>
                  <a:gd name="connsiteX357" fmla="*/ 1570748 w 3696988"/>
                  <a:gd name="connsiteY357" fmla="*/ 536974 h 824991"/>
                  <a:gd name="connsiteX358" fmla="*/ 1577043 w 3696988"/>
                  <a:gd name="connsiteY358" fmla="*/ 534092 h 824991"/>
                  <a:gd name="connsiteX359" fmla="*/ 1764120 w 3696988"/>
                  <a:gd name="connsiteY359" fmla="*/ 600988 h 824991"/>
                  <a:gd name="connsiteX360" fmla="*/ 1770060 w 3696988"/>
                  <a:gd name="connsiteY360" fmla="*/ 516582 h 824991"/>
                  <a:gd name="connsiteX361" fmla="*/ 1809337 w 3696988"/>
                  <a:gd name="connsiteY361" fmla="*/ 513346 h 824991"/>
                  <a:gd name="connsiteX362" fmla="*/ 1769040 w 3696988"/>
                  <a:gd name="connsiteY362" fmla="*/ 619607 h 824991"/>
                  <a:gd name="connsiteX363" fmla="*/ 1764120 w 3696988"/>
                  <a:gd name="connsiteY363" fmla="*/ 600988 h 824991"/>
                  <a:gd name="connsiteX364" fmla="*/ 1846176 w 3696988"/>
                  <a:gd name="connsiteY364" fmla="*/ 482846 h 824991"/>
                  <a:gd name="connsiteX365" fmla="*/ 1847418 w 3696988"/>
                  <a:gd name="connsiteY365" fmla="*/ 454828 h 824991"/>
                  <a:gd name="connsiteX366" fmla="*/ 1949911 w 3696988"/>
                  <a:gd name="connsiteY366" fmla="*/ 448533 h 824991"/>
                  <a:gd name="connsiteX367" fmla="*/ 1953147 w 3696988"/>
                  <a:gd name="connsiteY367" fmla="*/ 448401 h 824991"/>
                  <a:gd name="connsiteX368" fmla="*/ 2001202 w 3696988"/>
                  <a:gd name="connsiteY368" fmla="*/ 495525 h 824991"/>
                  <a:gd name="connsiteX369" fmla="*/ 1879159 w 3696988"/>
                  <a:gd name="connsiteY369" fmla="*/ 572040 h 824991"/>
                  <a:gd name="connsiteX370" fmla="*/ 1878715 w 3696988"/>
                  <a:gd name="connsiteY370" fmla="*/ 572483 h 824991"/>
                  <a:gd name="connsiteX371" fmla="*/ 1835227 w 3696988"/>
                  <a:gd name="connsiteY371" fmla="*/ 538392 h 824991"/>
                  <a:gd name="connsiteX372" fmla="*/ 1846176 w 3696988"/>
                  <a:gd name="connsiteY372" fmla="*/ 482846 h 824991"/>
                  <a:gd name="connsiteX373" fmla="*/ 2019422 w 3696988"/>
                  <a:gd name="connsiteY373" fmla="*/ 522034 h 824991"/>
                  <a:gd name="connsiteX374" fmla="*/ 2035957 w 3696988"/>
                  <a:gd name="connsiteY374" fmla="*/ 564459 h 824991"/>
                  <a:gd name="connsiteX375" fmla="*/ 2036002 w 3696988"/>
                  <a:gd name="connsiteY375" fmla="*/ 564548 h 824991"/>
                  <a:gd name="connsiteX376" fmla="*/ 2022215 w 3696988"/>
                  <a:gd name="connsiteY376" fmla="*/ 587777 h 824991"/>
                  <a:gd name="connsiteX377" fmla="*/ 1997168 w 3696988"/>
                  <a:gd name="connsiteY377" fmla="*/ 620449 h 824991"/>
                  <a:gd name="connsiteX378" fmla="*/ 1953989 w 3696988"/>
                  <a:gd name="connsiteY378" fmla="*/ 606130 h 824991"/>
                  <a:gd name="connsiteX379" fmla="*/ 1907131 w 3696988"/>
                  <a:gd name="connsiteY379" fmla="*/ 587910 h 824991"/>
                  <a:gd name="connsiteX380" fmla="*/ 2019422 w 3696988"/>
                  <a:gd name="connsiteY380" fmla="*/ 522034 h 824991"/>
                  <a:gd name="connsiteX381" fmla="*/ 2099262 w 3696988"/>
                  <a:gd name="connsiteY381" fmla="*/ 761200 h 824991"/>
                  <a:gd name="connsiteX382" fmla="*/ 2093765 w 3696988"/>
                  <a:gd name="connsiteY382" fmla="*/ 760313 h 824991"/>
                  <a:gd name="connsiteX383" fmla="*/ 2117748 w 3696988"/>
                  <a:gd name="connsiteY383" fmla="*/ 760579 h 824991"/>
                  <a:gd name="connsiteX384" fmla="*/ 2119743 w 3696988"/>
                  <a:gd name="connsiteY384" fmla="*/ 764348 h 824991"/>
                  <a:gd name="connsiteX385" fmla="*/ 2099262 w 3696988"/>
                  <a:gd name="connsiteY385" fmla="*/ 761200 h 824991"/>
                  <a:gd name="connsiteX386" fmla="*/ 2386083 w 3696988"/>
                  <a:gd name="connsiteY386" fmla="*/ 688231 h 824991"/>
                  <a:gd name="connsiteX387" fmla="*/ 2412505 w 3696988"/>
                  <a:gd name="connsiteY387" fmla="*/ 741295 h 824991"/>
                  <a:gd name="connsiteX388" fmla="*/ 2365780 w 3696988"/>
                  <a:gd name="connsiteY388" fmla="*/ 742270 h 824991"/>
                  <a:gd name="connsiteX389" fmla="*/ 2386083 w 3696988"/>
                  <a:gd name="connsiteY389" fmla="*/ 688231 h 824991"/>
                  <a:gd name="connsiteX390" fmla="*/ 2936541 w 3696988"/>
                  <a:gd name="connsiteY390" fmla="*/ 260215 h 824991"/>
                  <a:gd name="connsiteX391" fmla="*/ 2916814 w 3696988"/>
                  <a:gd name="connsiteY391" fmla="*/ 282204 h 824991"/>
                  <a:gd name="connsiteX392" fmla="*/ 2905066 w 3696988"/>
                  <a:gd name="connsiteY392" fmla="*/ 279721 h 824991"/>
                  <a:gd name="connsiteX393" fmla="*/ 2934768 w 3696988"/>
                  <a:gd name="connsiteY393" fmla="*/ 260083 h 824991"/>
                  <a:gd name="connsiteX394" fmla="*/ 2936541 w 3696988"/>
                  <a:gd name="connsiteY394" fmla="*/ 260215 h 824991"/>
                  <a:gd name="connsiteX395" fmla="*/ 2840032 w 3696988"/>
                  <a:gd name="connsiteY395" fmla="*/ 624483 h 824991"/>
                  <a:gd name="connsiteX396" fmla="*/ 2757399 w 3696988"/>
                  <a:gd name="connsiteY396" fmla="*/ 539146 h 824991"/>
                  <a:gd name="connsiteX397" fmla="*/ 2710630 w 3696988"/>
                  <a:gd name="connsiteY397" fmla="*/ 496012 h 824991"/>
                  <a:gd name="connsiteX398" fmla="*/ 2794150 w 3696988"/>
                  <a:gd name="connsiteY398" fmla="*/ 412714 h 824991"/>
                  <a:gd name="connsiteX399" fmla="*/ 2908923 w 3696988"/>
                  <a:gd name="connsiteY399" fmla="*/ 478413 h 824991"/>
                  <a:gd name="connsiteX400" fmla="*/ 2881304 w 3696988"/>
                  <a:gd name="connsiteY400" fmla="*/ 548722 h 824991"/>
                  <a:gd name="connsiteX401" fmla="*/ 2872970 w 3696988"/>
                  <a:gd name="connsiteY401" fmla="*/ 570488 h 824991"/>
                  <a:gd name="connsiteX402" fmla="*/ 2840032 w 3696988"/>
                  <a:gd name="connsiteY402" fmla="*/ 624483 h 824991"/>
                  <a:gd name="connsiteX403" fmla="*/ 2867828 w 3696988"/>
                  <a:gd name="connsiteY403" fmla="*/ 297852 h 824991"/>
                  <a:gd name="connsiteX404" fmla="*/ 2886491 w 3696988"/>
                  <a:gd name="connsiteY404" fmla="*/ 306763 h 824991"/>
                  <a:gd name="connsiteX405" fmla="*/ 2855415 w 3696988"/>
                  <a:gd name="connsiteY405" fmla="*/ 328086 h 824991"/>
                  <a:gd name="connsiteX406" fmla="*/ 2791357 w 3696988"/>
                  <a:gd name="connsiteY406" fmla="*/ 374545 h 824991"/>
                  <a:gd name="connsiteX407" fmla="*/ 2752922 w 3696988"/>
                  <a:gd name="connsiteY407" fmla="*/ 349542 h 824991"/>
                  <a:gd name="connsiteX408" fmla="*/ 2719142 w 3696988"/>
                  <a:gd name="connsiteY408" fmla="*/ 325825 h 824991"/>
                  <a:gd name="connsiteX409" fmla="*/ 2660714 w 3696988"/>
                  <a:gd name="connsiteY409" fmla="*/ 285218 h 824991"/>
                  <a:gd name="connsiteX410" fmla="*/ 2867828 w 3696988"/>
                  <a:gd name="connsiteY410" fmla="*/ 297852 h 824991"/>
                  <a:gd name="connsiteX411" fmla="*/ 2720871 w 3696988"/>
                  <a:gd name="connsiteY411" fmla="*/ 364970 h 824991"/>
                  <a:gd name="connsiteX412" fmla="*/ 2735057 w 3696988"/>
                  <a:gd name="connsiteY412" fmla="*/ 374944 h 824991"/>
                  <a:gd name="connsiteX413" fmla="*/ 2766354 w 3696988"/>
                  <a:gd name="connsiteY413" fmla="*/ 395558 h 824991"/>
                  <a:gd name="connsiteX414" fmla="*/ 2688775 w 3696988"/>
                  <a:gd name="connsiteY414" fmla="*/ 473713 h 824991"/>
                  <a:gd name="connsiteX415" fmla="*/ 2673171 w 3696988"/>
                  <a:gd name="connsiteY415" fmla="*/ 453986 h 824991"/>
                  <a:gd name="connsiteX416" fmla="*/ 2720871 w 3696988"/>
                  <a:gd name="connsiteY416" fmla="*/ 364970 h 824991"/>
                  <a:gd name="connsiteX417" fmla="*/ 2979497 w 3696988"/>
                  <a:gd name="connsiteY417" fmla="*/ 480496 h 824991"/>
                  <a:gd name="connsiteX418" fmla="*/ 2948820 w 3696988"/>
                  <a:gd name="connsiteY418" fmla="*/ 464582 h 824991"/>
                  <a:gd name="connsiteX419" fmla="*/ 2976439 w 3696988"/>
                  <a:gd name="connsiteY419" fmla="*/ 409788 h 824991"/>
                  <a:gd name="connsiteX420" fmla="*/ 3025203 w 3696988"/>
                  <a:gd name="connsiteY420" fmla="*/ 415374 h 824991"/>
                  <a:gd name="connsiteX421" fmla="*/ 2979497 w 3696988"/>
                  <a:gd name="connsiteY421" fmla="*/ 480496 h 824991"/>
                  <a:gd name="connsiteX422" fmla="*/ 2995678 w 3696988"/>
                  <a:gd name="connsiteY422" fmla="*/ 379732 h 824991"/>
                  <a:gd name="connsiteX423" fmla="*/ 3005564 w 3696988"/>
                  <a:gd name="connsiteY423" fmla="*/ 366743 h 824991"/>
                  <a:gd name="connsiteX424" fmla="*/ 3011194 w 3696988"/>
                  <a:gd name="connsiteY424" fmla="*/ 359960 h 824991"/>
                  <a:gd name="connsiteX425" fmla="*/ 3047014 w 3696988"/>
                  <a:gd name="connsiteY425" fmla="*/ 314565 h 824991"/>
                  <a:gd name="connsiteX426" fmla="*/ 3072016 w 3696988"/>
                  <a:gd name="connsiteY426" fmla="*/ 312969 h 824991"/>
                  <a:gd name="connsiteX427" fmla="*/ 3036684 w 3696988"/>
                  <a:gd name="connsiteY427" fmla="*/ 385584 h 824991"/>
                  <a:gd name="connsiteX428" fmla="*/ 2995678 w 3696988"/>
                  <a:gd name="connsiteY428" fmla="*/ 379732 h 824991"/>
                  <a:gd name="connsiteX429" fmla="*/ 2987300 w 3696988"/>
                  <a:gd name="connsiteY429" fmla="*/ 340144 h 824991"/>
                  <a:gd name="connsiteX430" fmla="*/ 2981670 w 3696988"/>
                  <a:gd name="connsiteY430" fmla="*/ 346971 h 824991"/>
                  <a:gd name="connsiteX431" fmla="*/ 2921380 w 3696988"/>
                  <a:gd name="connsiteY431" fmla="*/ 449775 h 824991"/>
                  <a:gd name="connsiteX432" fmla="*/ 2819773 w 3696988"/>
                  <a:gd name="connsiteY432" fmla="*/ 391790 h 824991"/>
                  <a:gd name="connsiteX433" fmla="*/ 2872350 w 3696988"/>
                  <a:gd name="connsiteY433" fmla="*/ 354153 h 824991"/>
                  <a:gd name="connsiteX434" fmla="*/ 2926433 w 3696988"/>
                  <a:gd name="connsiteY434" fmla="*/ 315097 h 824991"/>
                  <a:gd name="connsiteX435" fmla="*/ 3006318 w 3696988"/>
                  <a:gd name="connsiteY435" fmla="*/ 317048 h 824991"/>
                  <a:gd name="connsiteX436" fmla="*/ 2987300 w 3696988"/>
                  <a:gd name="connsiteY436" fmla="*/ 340144 h 824991"/>
                  <a:gd name="connsiteX437" fmla="*/ 2869158 w 3696988"/>
                  <a:gd name="connsiteY437" fmla="*/ 266865 h 824991"/>
                  <a:gd name="connsiteX438" fmla="*/ 2717546 w 3696988"/>
                  <a:gd name="connsiteY438" fmla="*/ 257954 h 824991"/>
                  <a:gd name="connsiteX439" fmla="*/ 2882280 w 3696988"/>
                  <a:gd name="connsiteY439" fmla="*/ 257778 h 824991"/>
                  <a:gd name="connsiteX440" fmla="*/ 2869158 w 3696988"/>
                  <a:gd name="connsiteY440" fmla="*/ 266865 h 824991"/>
                  <a:gd name="connsiteX441" fmla="*/ 2694715 w 3696988"/>
                  <a:gd name="connsiteY441" fmla="*/ 346661 h 824991"/>
                  <a:gd name="connsiteX442" fmla="*/ 2693962 w 3696988"/>
                  <a:gd name="connsiteY442" fmla="*/ 348345 h 824991"/>
                  <a:gd name="connsiteX443" fmla="*/ 2663639 w 3696988"/>
                  <a:gd name="connsiteY443" fmla="*/ 411517 h 824991"/>
                  <a:gd name="connsiteX444" fmla="*/ 2645996 w 3696988"/>
                  <a:gd name="connsiteY444" fmla="*/ 406729 h 824991"/>
                  <a:gd name="connsiteX445" fmla="*/ 2617491 w 3696988"/>
                  <a:gd name="connsiteY445" fmla="*/ 293109 h 824991"/>
                  <a:gd name="connsiteX446" fmla="*/ 2694715 w 3696988"/>
                  <a:gd name="connsiteY446" fmla="*/ 346661 h 824991"/>
                  <a:gd name="connsiteX447" fmla="*/ 2653399 w 3696988"/>
                  <a:gd name="connsiteY447" fmla="*/ 479477 h 824991"/>
                  <a:gd name="connsiteX448" fmla="*/ 2686248 w 3696988"/>
                  <a:gd name="connsiteY448" fmla="*/ 515650 h 824991"/>
                  <a:gd name="connsiteX449" fmla="*/ 2736431 w 3696988"/>
                  <a:gd name="connsiteY449" fmla="*/ 561977 h 824991"/>
                  <a:gd name="connsiteX450" fmla="*/ 2817246 w 3696988"/>
                  <a:gd name="connsiteY450" fmla="*/ 648732 h 824991"/>
                  <a:gd name="connsiteX451" fmla="*/ 2794859 w 3696988"/>
                  <a:gd name="connsiteY451" fmla="*/ 668371 h 824991"/>
                  <a:gd name="connsiteX452" fmla="*/ 2712581 w 3696988"/>
                  <a:gd name="connsiteY452" fmla="*/ 584452 h 824991"/>
                  <a:gd name="connsiteX453" fmla="*/ 2692188 w 3696988"/>
                  <a:gd name="connsiteY453" fmla="*/ 567252 h 824991"/>
                  <a:gd name="connsiteX454" fmla="*/ 2642892 w 3696988"/>
                  <a:gd name="connsiteY454" fmla="*/ 491180 h 824991"/>
                  <a:gd name="connsiteX455" fmla="*/ 2653399 w 3696988"/>
                  <a:gd name="connsiteY455" fmla="*/ 479477 h 824991"/>
                  <a:gd name="connsiteX456" fmla="*/ 2901963 w 3696988"/>
                  <a:gd name="connsiteY456" fmla="*/ 581615 h 824991"/>
                  <a:gd name="connsiteX457" fmla="*/ 2910341 w 3696988"/>
                  <a:gd name="connsiteY457" fmla="*/ 559716 h 824991"/>
                  <a:gd name="connsiteX458" fmla="*/ 2936452 w 3696988"/>
                  <a:gd name="connsiteY458" fmla="*/ 493219 h 824991"/>
                  <a:gd name="connsiteX459" fmla="*/ 2976217 w 3696988"/>
                  <a:gd name="connsiteY459" fmla="*/ 513434 h 824991"/>
                  <a:gd name="connsiteX460" fmla="*/ 3056057 w 3696988"/>
                  <a:gd name="connsiteY460" fmla="*/ 589417 h 824991"/>
                  <a:gd name="connsiteX461" fmla="*/ 3057254 w 3696988"/>
                  <a:gd name="connsiteY461" fmla="*/ 592920 h 824991"/>
                  <a:gd name="connsiteX462" fmla="*/ 3050072 w 3696988"/>
                  <a:gd name="connsiteY462" fmla="*/ 602362 h 824991"/>
                  <a:gd name="connsiteX463" fmla="*/ 3040763 w 3696988"/>
                  <a:gd name="connsiteY463" fmla="*/ 614597 h 824991"/>
                  <a:gd name="connsiteX464" fmla="*/ 2864237 w 3696988"/>
                  <a:gd name="connsiteY464" fmla="*/ 675464 h 824991"/>
                  <a:gd name="connsiteX465" fmla="*/ 2823630 w 3696988"/>
                  <a:gd name="connsiteY465" fmla="*/ 684995 h 824991"/>
                  <a:gd name="connsiteX466" fmla="*/ 2901963 w 3696988"/>
                  <a:gd name="connsiteY466" fmla="*/ 581615 h 824991"/>
                  <a:gd name="connsiteX467" fmla="*/ 3079996 w 3696988"/>
                  <a:gd name="connsiteY467" fmla="*/ 563174 h 824991"/>
                  <a:gd name="connsiteX468" fmla="*/ 3008401 w 3696988"/>
                  <a:gd name="connsiteY468" fmla="*/ 494948 h 824991"/>
                  <a:gd name="connsiteX469" fmla="*/ 3055658 w 3696988"/>
                  <a:gd name="connsiteY469" fmla="*/ 422644 h 824991"/>
                  <a:gd name="connsiteX470" fmla="*/ 3152698 w 3696988"/>
                  <a:gd name="connsiteY470" fmla="*/ 472428 h 824991"/>
                  <a:gd name="connsiteX471" fmla="*/ 3079996 w 3696988"/>
                  <a:gd name="connsiteY471" fmla="*/ 563174 h 824991"/>
                  <a:gd name="connsiteX472" fmla="*/ 3173135 w 3696988"/>
                  <a:gd name="connsiteY472" fmla="*/ 448755 h 824991"/>
                  <a:gd name="connsiteX473" fmla="*/ 3067184 w 3696988"/>
                  <a:gd name="connsiteY473" fmla="*/ 393208 h 824991"/>
                  <a:gd name="connsiteX474" fmla="*/ 3108013 w 3696988"/>
                  <a:gd name="connsiteY474" fmla="*/ 311462 h 824991"/>
                  <a:gd name="connsiteX475" fmla="*/ 3140685 w 3696988"/>
                  <a:gd name="connsiteY475" fmla="*/ 316028 h 824991"/>
                  <a:gd name="connsiteX476" fmla="*/ 3145162 w 3696988"/>
                  <a:gd name="connsiteY476" fmla="*/ 320639 h 824991"/>
                  <a:gd name="connsiteX477" fmla="*/ 3147867 w 3696988"/>
                  <a:gd name="connsiteY477" fmla="*/ 322057 h 824991"/>
                  <a:gd name="connsiteX478" fmla="*/ 3153807 w 3696988"/>
                  <a:gd name="connsiteY478" fmla="*/ 329904 h 824991"/>
                  <a:gd name="connsiteX479" fmla="*/ 3160501 w 3696988"/>
                  <a:gd name="connsiteY479" fmla="*/ 339169 h 824991"/>
                  <a:gd name="connsiteX480" fmla="*/ 3237016 w 3696988"/>
                  <a:gd name="connsiteY480" fmla="*/ 383633 h 824991"/>
                  <a:gd name="connsiteX481" fmla="*/ 3173135 w 3696988"/>
                  <a:gd name="connsiteY481" fmla="*/ 448755 h 824991"/>
                  <a:gd name="connsiteX482" fmla="*/ 3029370 w 3696988"/>
                  <a:gd name="connsiteY482" fmla="*/ 284642 h 824991"/>
                  <a:gd name="connsiteX483" fmla="*/ 3026001 w 3696988"/>
                  <a:gd name="connsiteY483" fmla="*/ 284864 h 824991"/>
                  <a:gd name="connsiteX484" fmla="*/ 2955958 w 3696988"/>
                  <a:gd name="connsiteY484" fmla="*/ 286193 h 824991"/>
                  <a:gd name="connsiteX485" fmla="*/ 2969700 w 3696988"/>
                  <a:gd name="connsiteY485" fmla="*/ 262432 h 824991"/>
                  <a:gd name="connsiteX486" fmla="*/ 3011992 w 3696988"/>
                  <a:gd name="connsiteY486" fmla="*/ 266377 h 824991"/>
                  <a:gd name="connsiteX487" fmla="*/ 3019129 w 3696988"/>
                  <a:gd name="connsiteY487" fmla="*/ 267220 h 824991"/>
                  <a:gd name="connsiteX488" fmla="*/ 3036330 w 3696988"/>
                  <a:gd name="connsiteY488" fmla="*/ 269215 h 824991"/>
                  <a:gd name="connsiteX489" fmla="*/ 3029370 w 3696988"/>
                  <a:gd name="connsiteY489" fmla="*/ 284642 h 824991"/>
                  <a:gd name="connsiteX490" fmla="*/ 2578967 w 3696988"/>
                  <a:gd name="connsiteY490" fmla="*/ 278967 h 824991"/>
                  <a:gd name="connsiteX491" fmla="*/ 2585440 w 3696988"/>
                  <a:gd name="connsiteY491" fmla="*/ 279544 h 824991"/>
                  <a:gd name="connsiteX492" fmla="*/ 2607782 w 3696988"/>
                  <a:gd name="connsiteY492" fmla="*/ 396312 h 824991"/>
                  <a:gd name="connsiteX493" fmla="*/ 2607694 w 3696988"/>
                  <a:gd name="connsiteY493" fmla="*/ 396489 h 824991"/>
                  <a:gd name="connsiteX494" fmla="*/ 2536897 w 3696988"/>
                  <a:gd name="connsiteY494" fmla="*/ 378224 h 824991"/>
                  <a:gd name="connsiteX495" fmla="*/ 2399959 w 3696988"/>
                  <a:gd name="connsiteY495" fmla="*/ 304103 h 824991"/>
                  <a:gd name="connsiteX496" fmla="*/ 2458963 w 3696988"/>
                  <a:gd name="connsiteY496" fmla="*/ 289651 h 824991"/>
                  <a:gd name="connsiteX497" fmla="*/ 2513136 w 3696988"/>
                  <a:gd name="connsiteY497" fmla="*/ 277992 h 824991"/>
                  <a:gd name="connsiteX498" fmla="*/ 2578967 w 3696988"/>
                  <a:gd name="connsiteY498" fmla="*/ 278967 h 824991"/>
                  <a:gd name="connsiteX499" fmla="*/ 1908772 w 3696988"/>
                  <a:gd name="connsiteY499" fmla="*/ 337263 h 824991"/>
                  <a:gd name="connsiteX500" fmla="*/ 1846265 w 3696988"/>
                  <a:gd name="connsiteY500" fmla="*/ 332874 h 824991"/>
                  <a:gd name="connsiteX501" fmla="*/ 1817982 w 3696988"/>
                  <a:gd name="connsiteY501" fmla="*/ 296257 h 824991"/>
                  <a:gd name="connsiteX502" fmla="*/ 1980056 w 3696988"/>
                  <a:gd name="connsiteY502" fmla="*/ 294439 h 824991"/>
                  <a:gd name="connsiteX503" fmla="*/ 1908772 w 3696988"/>
                  <a:gd name="connsiteY503" fmla="*/ 337263 h 824991"/>
                  <a:gd name="connsiteX504" fmla="*/ 1782783 w 3696988"/>
                  <a:gd name="connsiteY504" fmla="*/ 297852 h 824991"/>
                  <a:gd name="connsiteX505" fmla="*/ 1800959 w 3696988"/>
                  <a:gd name="connsiteY505" fmla="*/ 326535 h 824991"/>
                  <a:gd name="connsiteX506" fmla="*/ 1667966 w 3696988"/>
                  <a:gd name="connsiteY506" fmla="*/ 314521 h 824991"/>
                  <a:gd name="connsiteX507" fmla="*/ 1673286 w 3696988"/>
                  <a:gd name="connsiteY507" fmla="*/ 306542 h 824991"/>
                  <a:gd name="connsiteX508" fmla="*/ 1782783 w 3696988"/>
                  <a:gd name="connsiteY508" fmla="*/ 297852 h 824991"/>
                  <a:gd name="connsiteX509" fmla="*/ 1633831 w 3696988"/>
                  <a:gd name="connsiteY509" fmla="*/ 312659 h 824991"/>
                  <a:gd name="connsiteX510" fmla="*/ 1627226 w 3696988"/>
                  <a:gd name="connsiteY510" fmla="*/ 312349 h 824991"/>
                  <a:gd name="connsiteX511" fmla="*/ 1634496 w 3696988"/>
                  <a:gd name="connsiteY511" fmla="*/ 311374 h 824991"/>
                  <a:gd name="connsiteX512" fmla="*/ 1633831 w 3696988"/>
                  <a:gd name="connsiteY512" fmla="*/ 312659 h 824991"/>
                  <a:gd name="connsiteX513" fmla="*/ 1622704 w 3696988"/>
                  <a:gd name="connsiteY513" fmla="*/ 343203 h 824991"/>
                  <a:gd name="connsiteX514" fmla="*/ 1615478 w 3696988"/>
                  <a:gd name="connsiteY514" fmla="*/ 389573 h 824991"/>
                  <a:gd name="connsiteX515" fmla="*/ 1615212 w 3696988"/>
                  <a:gd name="connsiteY515" fmla="*/ 395070 h 824991"/>
                  <a:gd name="connsiteX516" fmla="*/ 1395331 w 3696988"/>
                  <a:gd name="connsiteY516" fmla="*/ 477127 h 824991"/>
                  <a:gd name="connsiteX517" fmla="*/ 1351886 w 3696988"/>
                  <a:gd name="connsiteY517" fmla="*/ 491668 h 824991"/>
                  <a:gd name="connsiteX518" fmla="*/ 1356940 w 3696988"/>
                  <a:gd name="connsiteY518" fmla="*/ 382791 h 824991"/>
                  <a:gd name="connsiteX519" fmla="*/ 1415324 w 3696988"/>
                  <a:gd name="connsiteY519" fmla="*/ 363596 h 824991"/>
                  <a:gd name="connsiteX520" fmla="*/ 1491351 w 3696988"/>
                  <a:gd name="connsiteY520" fmla="*/ 339524 h 824991"/>
                  <a:gd name="connsiteX521" fmla="*/ 1622704 w 3696988"/>
                  <a:gd name="connsiteY521" fmla="*/ 343203 h 824991"/>
                  <a:gd name="connsiteX522" fmla="*/ 1150358 w 3696988"/>
                  <a:gd name="connsiteY522" fmla="*/ 388022 h 824991"/>
                  <a:gd name="connsiteX523" fmla="*/ 1137324 w 3696988"/>
                  <a:gd name="connsiteY523" fmla="*/ 377604 h 824991"/>
                  <a:gd name="connsiteX524" fmla="*/ 1198501 w 3696988"/>
                  <a:gd name="connsiteY524" fmla="*/ 338016 h 824991"/>
                  <a:gd name="connsiteX525" fmla="*/ 1199831 w 3696988"/>
                  <a:gd name="connsiteY525" fmla="*/ 337440 h 824991"/>
                  <a:gd name="connsiteX526" fmla="*/ 1380169 w 3696988"/>
                  <a:gd name="connsiteY526" fmla="*/ 338726 h 824991"/>
                  <a:gd name="connsiteX527" fmla="*/ 1392360 w 3696988"/>
                  <a:gd name="connsiteY527" fmla="*/ 338814 h 824991"/>
                  <a:gd name="connsiteX528" fmla="*/ 1150358 w 3696988"/>
                  <a:gd name="connsiteY528" fmla="*/ 388022 h 824991"/>
                  <a:gd name="connsiteX529" fmla="*/ 1138521 w 3696988"/>
                  <a:gd name="connsiteY529" fmla="*/ 337263 h 824991"/>
                  <a:gd name="connsiteX530" fmla="*/ 1075261 w 3696988"/>
                  <a:gd name="connsiteY530" fmla="*/ 392189 h 824991"/>
                  <a:gd name="connsiteX531" fmla="*/ 1021399 w 3696988"/>
                  <a:gd name="connsiteY531" fmla="*/ 392499 h 824991"/>
                  <a:gd name="connsiteX532" fmla="*/ 1102924 w 3696988"/>
                  <a:gd name="connsiteY532" fmla="*/ 337218 h 824991"/>
                  <a:gd name="connsiteX533" fmla="*/ 1138521 w 3696988"/>
                  <a:gd name="connsiteY533" fmla="*/ 337263 h 824991"/>
                  <a:gd name="connsiteX534" fmla="*/ 870807 w 3696988"/>
                  <a:gd name="connsiteY534" fmla="*/ 553864 h 824991"/>
                  <a:gd name="connsiteX535" fmla="*/ 894568 w 3696988"/>
                  <a:gd name="connsiteY535" fmla="*/ 553731 h 824991"/>
                  <a:gd name="connsiteX536" fmla="*/ 851390 w 3696988"/>
                  <a:gd name="connsiteY536" fmla="*/ 572704 h 824991"/>
                  <a:gd name="connsiteX537" fmla="*/ 846336 w 3696988"/>
                  <a:gd name="connsiteY537" fmla="*/ 553687 h 824991"/>
                  <a:gd name="connsiteX538" fmla="*/ 870807 w 3696988"/>
                  <a:gd name="connsiteY538" fmla="*/ 553864 h 824991"/>
                  <a:gd name="connsiteX539" fmla="*/ 1111258 w 3696988"/>
                  <a:gd name="connsiteY539" fmla="*/ 733005 h 824991"/>
                  <a:gd name="connsiteX540" fmla="*/ 1115159 w 3696988"/>
                  <a:gd name="connsiteY540" fmla="*/ 776272 h 824991"/>
                  <a:gd name="connsiteX541" fmla="*/ 902548 w 3696988"/>
                  <a:gd name="connsiteY541" fmla="*/ 737749 h 824991"/>
                  <a:gd name="connsiteX542" fmla="*/ 914473 w 3696988"/>
                  <a:gd name="connsiteY542" fmla="*/ 726710 h 824991"/>
                  <a:gd name="connsiteX543" fmla="*/ 1111258 w 3696988"/>
                  <a:gd name="connsiteY543" fmla="*/ 733005 h 824991"/>
                  <a:gd name="connsiteX544" fmla="*/ 1332469 w 3696988"/>
                  <a:gd name="connsiteY544" fmla="*/ 770377 h 824991"/>
                  <a:gd name="connsiteX545" fmla="*/ 1327194 w 3696988"/>
                  <a:gd name="connsiteY545" fmla="*/ 764835 h 824991"/>
                  <a:gd name="connsiteX546" fmla="*/ 1343818 w 3696988"/>
                  <a:gd name="connsiteY546" fmla="*/ 768204 h 824991"/>
                  <a:gd name="connsiteX547" fmla="*/ 1332469 w 3696988"/>
                  <a:gd name="connsiteY547" fmla="*/ 770377 h 824991"/>
                  <a:gd name="connsiteX548" fmla="*/ 1763012 w 3696988"/>
                  <a:gd name="connsiteY548" fmla="*/ 687256 h 824991"/>
                  <a:gd name="connsiteX549" fmla="*/ 1776178 w 3696988"/>
                  <a:gd name="connsiteY549" fmla="*/ 728617 h 824991"/>
                  <a:gd name="connsiteX550" fmla="*/ 1729985 w 3696988"/>
                  <a:gd name="connsiteY550" fmla="*/ 727775 h 824991"/>
                  <a:gd name="connsiteX551" fmla="*/ 1763012 w 3696988"/>
                  <a:gd name="connsiteY551" fmla="*/ 687256 h 824991"/>
                  <a:gd name="connsiteX552" fmla="*/ 1783670 w 3696988"/>
                  <a:gd name="connsiteY552" fmla="*/ 656534 h 824991"/>
                  <a:gd name="connsiteX553" fmla="*/ 1783581 w 3696988"/>
                  <a:gd name="connsiteY553" fmla="*/ 656313 h 824991"/>
                  <a:gd name="connsiteX554" fmla="*/ 1824587 w 3696988"/>
                  <a:gd name="connsiteY554" fmla="*/ 571108 h 824991"/>
                  <a:gd name="connsiteX555" fmla="*/ 1944813 w 3696988"/>
                  <a:gd name="connsiteY555" fmla="*/ 635832 h 824991"/>
                  <a:gd name="connsiteX556" fmla="*/ 1975800 w 3696988"/>
                  <a:gd name="connsiteY556" fmla="*/ 645895 h 824991"/>
                  <a:gd name="connsiteX557" fmla="*/ 1887138 w 3696988"/>
                  <a:gd name="connsiteY557" fmla="*/ 735000 h 824991"/>
                  <a:gd name="connsiteX558" fmla="*/ 1807874 w 3696988"/>
                  <a:gd name="connsiteY558" fmla="*/ 729858 h 824991"/>
                  <a:gd name="connsiteX559" fmla="*/ 1783670 w 3696988"/>
                  <a:gd name="connsiteY559" fmla="*/ 656534 h 824991"/>
                  <a:gd name="connsiteX560" fmla="*/ 1840413 w 3696988"/>
                  <a:gd name="connsiteY560" fmla="*/ 762707 h 824991"/>
                  <a:gd name="connsiteX561" fmla="*/ 1810889 w 3696988"/>
                  <a:gd name="connsiteY561" fmla="*/ 769977 h 824991"/>
                  <a:gd name="connsiteX562" fmla="*/ 1810889 w 3696988"/>
                  <a:gd name="connsiteY562" fmla="*/ 761067 h 824991"/>
                  <a:gd name="connsiteX563" fmla="*/ 1840413 w 3696988"/>
                  <a:gd name="connsiteY563" fmla="*/ 762707 h 824991"/>
                  <a:gd name="connsiteX564" fmla="*/ 2357357 w 3696988"/>
                  <a:gd name="connsiteY564" fmla="*/ 773479 h 824991"/>
                  <a:gd name="connsiteX565" fmla="*/ 2500501 w 3696988"/>
                  <a:gd name="connsiteY565" fmla="*/ 769179 h 824991"/>
                  <a:gd name="connsiteX566" fmla="*/ 2355362 w 3696988"/>
                  <a:gd name="connsiteY566" fmla="*/ 781902 h 824991"/>
                  <a:gd name="connsiteX567" fmla="*/ 2357357 w 3696988"/>
                  <a:gd name="connsiteY567" fmla="*/ 773479 h 824991"/>
                  <a:gd name="connsiteX568" fmla="*/ 2573781 w 3696988"/>
                  <a:gd name="connsiteY568" fmla="*/ 734956 h 824991"/>
                  <a:gd name="connsiteX569" fmla="*/ 2574579 w 3696988"/>
                  <a:gd name="connsiteY569" fmla="*/ 727286 h 824991"/>
                  <a:gd name="connsiteX570" fmla="*/ 2619042 w 3696988"/>
                  <a:gd name="connsiteY570" fmla="*/ 522832 h 824991"/>
                  <a:gd name="connsiteX571" fmla="*/ 2671974 w 3696988"/>
                  <a:gd name="connsiteY571" fmla="*/ 590792 h 824991"/>
                  <a:gd name="connsiteX572" fmla="*/ 2692632 w 3696988"/>
                  <a:gd name="connsiteY572" fmla="*/ 608258 h 824991"/>
                  <a:gd name="connsiteX573" fmla="*/ 2769945 w 3696988"/>
                  <a:gd name="connsiteY573" fmla="*/ 687078 h 824991"/>
                  <a:gd name="connsiteX574" fmla="*/ 2737406 w 3696988"/>
                  <a:gd name="connsiteY574" fmla="*/ 707515 h 824991"/>
                  <a:gd name="connsiteX575" fmla="*/ 2656591 w 3696988"/>
                  <a:gd name="connsiteY575" fmla="*/ 731897 h 824991"/>
                  <a:gd name="connsiteX576" fmla="*/ 2573781 w 3696988"/>
                  <a:gd name="connsiteY576" fmla="*/ 734956 h 824991"/>
                  <a:gd name="connsiteX577" fmla="*/ 2784574 w 3696988"/>
                  <a:gd name="connsiteY577" fmla="*/ 726710 h 824991"/>
                  <a:gd name="connsiteX578" fmla="*/ 2785062 w 3696988"/>
                  <a:gd name="connsiteY578" fmla="*/ 730877 h 824991"/>
                  <a:gd name="connsiteX579" fmla="*/ 2770344 w 3696988"/>
                  <a:gd name="connsiteY579" fmla="*/ 730523 h 824991"/>
                  <a:gd name="connsiteX580" fmla="*/ 2784574 w 3696988"/>
                  <a:gd name="connsiteY580" fmla="*/ 726710 h 824991"/>
                  <a:gd name="connsiteX581" fmla="*/ 2816493 w 3696988"/>
                  <a:gd name="connsiteY581" fmla="*/ 732074 h 824991"/>
                  <a:gd name="connsiteX582" fmla="*/ 2814808 w 3696988"/>
                  <a:gd name="connsiteY582" fmla="*/ 719041 h 824991"/>
                  <a:gd name="connsiteX583" fmla="*/ 2871197 w 3696988"/>
                  <a:gd name="connsiteY583" fmla="*/ 705653 h 824991"/>
                  <a:gd name="connsiteX584" fmla="*/ 2996565 w 3696988"/>
                  <a:gd name="connsiteY584" fmla="*/ 669524 h 824991"/>
                  <a:gd name="connsiteX585" fmla="*/ 2816493 w 3696988"/>
                  <a:gd name="connsiteY585" fmla="*/ 732074 h 824991"/>
                  <a:gd name="connsiteX586" fmla="*/ 3110673 w 3696988"/>
                  <a:gd name="connsiteY586" fmla="*/ 574212 h 824991"/>
                  <a:gd name="connsiteX587" fmla="*/ 3175307 w 3696988"/>
                  <a:gd name="connsiteY587" fmla="*/ 493707 h 824991"/>
                  <a:gd name="connsiteX588" fmla="*/ 3194414 w 3696988"/>
                  <a:gd name="connsiteY588" fmla="*/ 517158 h 824991"/>
                  <a:gd name="connsiteX589" fmla="*/ 3110673 w 3696988"/>
                  <a:gd name="connsiteY589" fmla="*/ 574212 h 824991"/>
                  <a:gd name="connsiteX590" fmla="*/ 3195744 w 3696988"/>
                  <a:gd name="connsiteY590" fmla="*/ 469990 h 824991"/>
                  <a:gd name="connsiteX591" fmla="*/ 3280815 w 3696988"/>
                  <a:gd name="connsiteY591" fmla="*/ 388111 h 824991"/>
                  <a:gd name="connsiteX592" fmla="*/ 3381668 w 3696988"/>
                  <a:gd name="connsiteY592" fmla="*/ 324185 h 824991"/>
                  <a:gd name="connsiteX593" fmla="*/ 3407336 w 3696988"/>
                  <a:gd name="connsiteY593" fmla="*/ 308714 h 824991"/>
                  <a:gd name="connsiteX594" fmla="*/ 3219106 w 3696988"/>
                  <a:gd name="connsiteY594" fmla="*/ 498317 h 824991"/>
                  <a:gd name="connsiteX595" fmla="*/ 3195744 w 3696988"/>
                  <a:gd name="connsiteY595" fmla="*/ 469990 h 824991"/>
                  <a:gd name="connsiteX596" fmla="*/ 3446524 w 3696988"/>
                  <a:gd name="connsiteY596" fmla="*/ 248069 h 824991"/>
                  <a:gd name="connsiteX597" fmla="*/ 3365709 w 3696988"/>
                  <a:gd name="connsiteY597" fmla="*/ 297587 h 824991"/>
                  <a:gd name="connsiteX598" fmla="*/ 3268003 w 3696988"/>
                  <a:gd name="connsiteY598" fmla="*/ 359162 h 824991"/>
                  <a:gd name="connsiteX599" fmla="*/ 3185370 w 3696988"/>
                  <a:gd name="connsiteY599" fmla="*/ 320506 h 824991"/>
                  <a:gd name="connsiteX600" fmla="*/ 3184440 w 3696988"/>
                  <a:gd name="connsiteY600" fmla="*/ 319220 h 824991"/>
                  <a:gd name="connsiteX601" fmla="*/ 3286755 w 3696988"/>
                  <a:gd name="connsiteY601" fmla="*/ 267309 h 824991"/>
                  <a:gd name="connsiteX602" fmla="*/ 3286844 w 3696988"/>
                  <a:gd name="connsiteY602" fmla="*/ 267176 h 824991"/>
                  <a:gd name="connsiteX603" fmla="*/ 3468867 w 3696988"/>
                  <a:gd name="connsiteY603" fmla="*/ 212250 h 824991"/>
                  <a:gd name="connsiteX604" fmla="*/ 3446524 w 3696988"/>
                  <a:gd name="connsiteY604" fmla="*/ 248069 h 824991"/>
                  <a:gd name="connsiteX605" fmla="*/ 2111231 w 3696988"/>
                  <a:gd name="connsiteY605" fmla="*/ 296700 h 824991"/>
                  <a:gd name="connsiteX606" fmla="*/ 2208050 w 3696988"/>
                  <a:gd name="connsiteY606" fmla="*/ 296434 h 824991"/>
                  <a:gd name="connsiteX607" fmla="*/ 2195593 w 3696988"/>
                  <a:gd name="connsiteY607" fmla="*/ 313457 h 824991"/>
                  <a:gd name="connsiteX608" fmla="*/ 1969461 w 3696988"/>
                  <a:gd name="connsiteY608" fmla="*/ 336908 h 824991"/>
                  <a:gd name="connsiteX609" fmla="*/ 2039858 w 3696988"/>
                  <a:gd name="connsiteY609" fmla="*/ 295281 h 824991"/>
                  <a:gd name="connsiteX610" fmla="*/ 2098242 w 3696988"/>
                  <a:gd name="connsiteY610" fmla="*/ 296434 h 824991"/>
                  <a:gd name="connsiteX611" fmla="*/ 2111231 w 3696988"/>
                  <a:gd name="connsiteY611" fmla="*/ 296700 h 824991"/>
                  <a:gd name="connsiteX612" fmla="*/ 781480 w 3696988"/>
                  <a:gd name="connsiteY612" fmla="*/ 433771 h 824991"/>
                  <a:gd name="connsiteX613" fmla="*/ 823683 w 3696988"/>
                  <a:gd name="connsiteY613" fmla="*/ 392854 h 824991"/>
                  <a:gd name="connsiteX614" fmla="*/ 874575 w 3696988"/>
                  <a:gd name="connsiteY614" fmla="*/ 340011 h 824991"/>
                  <a:gd name="connsiteX615" fmla="*/ 966163 w 3696988"/>
                  <a:gd name="connsiteY615" fmla="*/ 338682 h 824991"/>
                  <a:gd name="connsiteX616" fmla="*/ 1051588 w 3696988"/>
                  <a:gd name="connsiteY616" fmla="*/ 337307 h 824991"/>
                  <a:gd name="connsiteX617" fmla="*/ 967093 w 3696988"/>
                  <a:gd name="connsiteY617" fmla="*/ 384963 h 824991"/>
                  <a:gd name="connsiteX618" fmla="*/ 957119 w 3696988"/>
                  <a:gd name="connsiteY618" fmla="*/ 389529 h 824991"/>
                  <a:gd name="connsiteX619" fmla="*/ 943243 w 3696988"/>
                  <a:gd name="connsiteY619" fmla="*/ 396046 h 824991"/>
                  <a:gd name="connsiteX620" fmla="*/ 811492 w 3696988"/>
                  <a:gd name="connsiteY620" fmla="*/ 476462 h 824991"/>
                  <a:gd name="connsiteX621" fmla="*/ 777889 w 3696988"/>
                  <a:gd name="connsiteY621" fmla="*/ 439003 h 824991"/>
                  <a:gd name="connsiteX622" fmla="*/ 781480 w 3696988"/>
                  <a:gd name="connsiteY622" fmla="*/ 433771 h 824991"/>
                  <a:gd name="connsiteX623" fmla="*/ 764856 w 3696988"/>
                  <a:gd name="connsiteY623" fmla="*/ 469857 h 824991"/>
                  <a:gd name="connsiteX624" fmla="*/ 802493 w 3696988"/>
                  <a:gd name="connsiteY624" fmla="*/ 521369 h 824991"/>
                  <a:gd name="connsiteX625" fmla="*/ 762639 w 3696988"/>
                  <a:gd name="connsiteY625" fmla="*/ 517335 h 824991"/>
                  <a:gd name="connsiteX626" fmla="*/ 756255 w 3696988"/>
                  <a:gd name="connsiteY626" fmla="*/ 516138 h 824991"/>
                  <a:gd name="connsiteX627" fmla="*/ 764856 w 3696988"/>
                  <a:gd name="connsiteY627" fmla="*/ 469857 h 824991"/>
                  <a:gd name="connsiteX628" fmla="*/ 619228 w 3696988"/>
                  <a:gd name="connsiteY628" fmla="*/ 529393 h 824991"/>
                  <a:gd name="connsiteX629" fmla="*/ 756787 w 3696988"/>
                  <a:gd name="connsiteY629" fmla="*/ 547746 h 824991"/>
                  <a:gd name="connsiteX630" fmla="*/ 813841 w 3696988"/>
                  <a:gd name="connsiteY630" fmla="*/ 552889 h 824991"/>
                  <a:gd name="connsiteX631" fmla="*/ 821954 w 3696988"/>
                  <a:gd name="connsiteY631" fmla="*/ 583123 h 824991"/>
                  <a:gd name="connsiteX632" fmla="*/ 728150 w 3696988"/>
                  <a:gd name="connsiteY632" fmla="*/ 603958 h 824991"/>
                  <a:gd name="connsiteX633" fmla="*/ 666219 w 3696988"/>
                  <a:gd name="connsiteY633" fmla="*/ 592964 h 824991"/>
                  <a:gd name="connsiteX634" fmla="*/ 645472 w 3696988"/>
                  <a:gd name="connsiteY634" fmla="*/ 588176 h 824991"/>
                  <a:gd name="connsiteX635" fmla="*/ 619228 w 3696988"/>
                  <a:gd name="connsiteY635" fmla="*/ 529393 h 824991"/>
                  <a:gd name="connsiteX636" fmla="*/ 709442 w 3696988"/>
                  <a:gd name="connsiteY636" fmla="*/ 637162 h 824991"/>
                  <a:gd name="connsiteX637" fmla="*/ 728903 w 3696988"/>
                  <a:gd name="connsiteY637" fmla="*/ 635123 h 824991"/>
                  <a:gd name="connsiteX638" fmla="*/ 739986 w 3696988"/>
                  <a:gd name="connsiteY638" fmla="*/ 635743 h 824991"/>
                  <a:gd name="connsiteX639" fmla="*/ 836184 w 3696988"/>
                  <a:gd name="connsiteY639" fmla="*/ 661145 h 824991"/>
                  <a:gd name="connsiteX640" fmla="*/ 839731 w 3696988"/>
                  <a:gd name="connsiteY640" fmla="*/ 663538 h 824991"/>
                  <a:gd name="connsiteX641" fmla="*/ 845671 w 3696988"/>
                  <a:gd name="connsiteY641" fmla="*/ 698871 h 824991"/>
                  <a:gd name="connsiteX642" fmla="*/ 763925 w 3696988"/>
                  <a:gd name="connsiteY642" fmla="*/ 705742 h 824991"/>
                  <a:gd name="connsiteX643" fmla="*/ 656378 w 3696988"/>
                  <a:gd name="connsiteY643" fmla="*/ 683133 h 824991"/>
                  <a:gd name="connsiteX644" fmla="*/ 569799 w 3696988"/>
                  <a:gd name="connsiteY644" fmla="*/ 670232 h 824991"/>
                  <a:gd name="connsiteX645" fmla="*/ 709442 w 3696988"/>
                  <a:gd name="connsiteY645" fmla="*/ 637162 h 824991"/>
                  <a:gd name="connsiteX646" fmla="*/ 350804 w 3696988"/>
                  <a:gd name="connsiteY646" fmla="*/ 714652 h 824991"/>
                  <a:gd name="connsiteX647" fmla="*/ 650748 w 3696988"/>
                  <a:gd name="connsiteY647" fmla="*/ 713633 h 824991"/>
                  <a:gd name="connsiteX648" fmla="*/ 658683 w 3696988"/>
                  <a:gd name="connsiteY648" fmla="*/ 715140 h 824991"/>
                  <a:gd name="connsiteX649" fmla="*/ 350804 w 3696988"/>
                  <a:gd name="connsiteY649" fmla="*/ 714652 h 824991"/>
                  <a:gd name="connsiteX650" fmla="*/ 868856 w 3696988"/>
                  <a:gd name="connsiteY650" fmla="*/ 728572 h 824991"/>
                  <a:gd name="connsiteX651" fmla="*/ 867836 w 3696988"/>
                  <a:gd name="connsiteY651" fmla="*/ 729814 h 824991"/>
                  <a:gd name="connsiteX652" fmla="*/ 863625 w 3696988"/>
                  <a:gd name="connsiteY652" fmla="*/ 728838 h 824991"/>
                  <a:gd name="connsiteX653" fmla="*/ 868856 w 3696988"/>
                  <a:gd name="connsiteY653" fmla="*/ 728572 h 824991"/>
                  <a:gd name="connsiteX654" fmla="*/ 1779857 w 3696988"/>
                  <a:gd name="connsiteY654" fmla="*/ 759826 h 824991"/>
                  <a:gd name="connsiteX655" fmla="*/ 1779636 w 3696988"/>
                  <a:gd name="connsiteY655" fmla="*/ 776893 h 824991"/>
                  <a:gd name="connsiteX656" fmla="*/ 1492460 w 3696988"/>
                  <a:gd name="connsiteY656" fmla="*/ 774588 h 824991"/>
                  <a:gd name="connsiteX657" fmla="*/ 1779857 w 3696988"/>
                  <a:gd name="connsiteY657" fmla="*/ 759826 h 824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</a:cxnLst>
                <a:rect l="l" t="t" r="r" b="b"/>
                <a:pathLst>
                  <a:path w="3696988" h="824991">
                    <a:moveTo>
                      <a:pt x="3670174" y="72208"/>
                    </a:moveTo>
                    <a:cubicBezTo>
                      <a:pt x="3630232" y="111662"/>
                      <a:pt x="3554248" y="174081"/>
                      <a:pt x="3512090" y="204048"/>
                    </a:cubicBezTo>
                    <a:cubicBezTo>
                      <a:pt x="3588826" y="95703"/>
                      <a:pt x="3685246" y="28985"/>
                      <a:pt x="3686089" y="28409"/>
                    </a:cubicBezTo>
                    <a:cubicBezTo>
                      <a:pt x="3693181" y="23621"/>
                      <a:pt x="3695088" y="14002"/>
                      <a:pt x="3690344" y="6864"/>
                    </a:cubicBezTo>
                    <a:cubicBezTo>
                      <a:pt x="3685557" y="-229"/>
                      <a:pt x="3675937" y="-2135"/>
                      <a:pt x="3668799" y="2608"/>
                    </a:cubicBezTo>
                    <a:cubicBezTo>
                      <a:pt x="3665431" y="4869"/>
                      <a:pt x="3577123" y="65824"/>
                      <a:pt x="3504642" y="161535"/>
                    </a:cubicBezTo>
                    <a:cubicBezTo>
                      <a:pt x="3439786" y="193719"/>
                      <a:pt x="3380338" y="214466"/>
                      <a:pt x="3325855" y="227367"/>
                    </a:cubicBezTo>
                    <a:cubicBezTo>
                      <a:pt x="3354803" y="202541"/>
                      <a:pt x="3380338" y="188887"/>
                      <a:pt x="3380693" y="188710"/>
                    </a:cubicBezTo>
                    <a:cubicBezTo>
                      <a:pt x="3388273" y="184720"/>
                      <a:pt x="3391199" y="175322"/>
                      <a:pt x="3387209" y="167741"/>
                    </a:cubicBezTo>
                    <a:cubicBezTo>
                      <a:pt x="3383219" y="160161"/>
                      <a:pt x="3373821" y="157235"/>
                      <a:pt x="3366241" y="161225"/>
                    </a:cubicBezTo>
                    <a:cubicBezTo>
                      <a:pt x="3363980" y="162422"/>
                      <a:pt x="3313531" y="189286"/>
                      <a:pt x="3270707" y="238183"/>
                    </a:cubicBezTo>
                    <a:cubicBezTo>
                      <a:pt x="3237681" y="243281"/>
                      <a:pt x="3206694" y="245675"/>
                      <a:pt x="3177524" y="246252"/>
                    </a:cubicBezTo>
                    <a:cubicBezTo>
                      <a:pt x="3186257" y="240266"/>
                      <a:pt x="3195123" y="234061"/>
                      <a:pt x="3202349" y="228696"/>
                    </a:cubicBezTo>
                    <a:cubicBezTo>
                      <a:pt x="3223318" y="213225"/>
                      <a:pt x="3265521" y="194074"/>
                      <a:pt x="3309896" y="179888"/>
                    </a:cubicBezTo>
                    <a:cubicBezTo>
                      <a:pt x="3318053" y="177272"/>
                      <a:pt x="3322575" y="168539"/>
                      <a:pt x="3319959" y="160382"/>
                    </a:cubicBezTo>
                    <a:cubicBezTo>
                      <a:pt x="3317344" y="152225"/>
                      <a:pt x="3308655" y="147703"/>
                      <a:pt x="3300454" y="150319"/>
                    </a:cubicBezTo>
                    <a:cubicBezTo>
                      <a:pt x="3252399" y="165658"/>
                      <a:pt x="3207713" y="186139"/>
                      <a:pt x="3183908" y="203738"/>
                    </a:cubicBezTo>
                    <a:cubicBezTo>
                      <a:pt x="3162097" y="219830"/>
                      <a:pt x="3123751" y="244833"/>
                      <a:pt x="3122819" y="245409"/>
                    </a:cubicBezTo>
                    <a:cubicBezTo>
                      <a:pt x="3086246" y="243636"/>
                      <a:pt x="3052998" y="239779"/>
                      <a:pt x="3022720" y="236277"/>
                    </a:cubicBezTo>
                    <a:lnTo>
                      <a:pt x="3015538" y="235435"/>
                    </a:lnTo>
                    <a:cubicBezTo>
                      <a:pt x="3005742" y="234282"/>
                      <a:pt x="2994215" y="233174"/>
                      <a:pt x="2981315" y="232110"/>
                    </a:cubicBezTo>
                    <a:cubicBezTo>
                      <a:pt x="2992398" y="226125"/>
                      <a:pt x="3002239" y="221470"/>
                      <a:pt x="3009465" y="219254"/>
                    </a:cubicBezTo>
                    <a:cubicBezTo>
                      <a:pt x="3045728" y="208082"/>
                      <a:pt x="3113155" y="202231"/>
                      <a:pt x="3113820" y="202186"/>
                    </a:cubicBezTo>
                    <a:cubicBezTo>
                      <a:pt x="3122376" y="201477"/>
                      <a:pt x="3128671" y="193941"/>
                      <a:pt x="3127962" y="185429"/>
                    </a:cubicBezTo>
                    <a:cubicBezTo>
                      <a:pt x="3127253" y="176874"/>
                      <a:pt x="3119672" y="170534"/>
                      <a:pt x="3111205" y="171288"/>
                    </a:cubicBezTo>
                    <a:cubicBezTo>
                      <a:pt x="3108323" y="171553"/>
                      <a:pt x="3039788" y="177450"/>
                      <a:pt x="3000333" y="189596"/>
                    </a:cubicBezTo>
                    <a:cubicBezTo>
                      <a:pt x="2981980" y="195227"/>
                      <a:pt x="2952988" y="211851"/>
                      <a:pt x="2926478" y="228519"/>
                    </a:cubicBezTo>
                    <a:cubicBezTo>
                      <a:pt x="2813035" y="222712"/>
                      <a:pt x="2644400" y="223066"/>
                      <a:pt x="2509900" y="246872"/>
                    </a:cubicBezTo>
                    <a:cubicBezTo>
                      <a:pt x="2478247" y="248069"/>
                      <a:pt x="2442827" y="250817"/>
                      <a:pt x="2402840" y="253965"/>
                    </a:cubicBezTo>
                    <a:cubicBezTo>
                      <a:pt x="2389896" y="254985"/>
                      <a:pt x="2376375" y="256049"/>
                      <a:pt x="2362366" y="257068"/>
                    </a:cubicBezTo>
                    <a:cubicBezTo>
                      <a:pt x="2359706" y="256492"/>
                      <a:pt x="2356913" y="256581"/>
                      <a:pt x="2354165" y="257556"/>
                    </a:cubicBezTo>
                    <a:cubicBezTo>
                      <a:pt x="2354032" y="257600"/>
                      <a:pt x="2353943" y="257689"/>
                      <a:pt x="2353810" y="257733"/>
                    </a:cubicBezTo>
                    <a:cubicBezTo>
                      <a:pt x="2284388" y="262831"/>
                      <a:pt x="2203041" y="267441"/>
                      <a:pt x="2111896" y="265580"/>
                    </a:cubicBezTo>
                    <a:lnTo>
                      <a:pt x="2098907" y="265314"/>
                    </a:lnTo>
                    <a:cubicBezTo>
                      <a:pt x="2097267" y="265269"/>
                      <a:pt x="2095583" y="265225"/>
                      <a:pt x="2093942" y="265225"/>
                    </a:cubicBezTo>
                    <a:cubicBezTo>
                      <a:pt x="2132067" y="246739"/>
                      <a:pt x="2161769" y="243769"/>
                      <a:pt x="2170369" y="244256"/>
                    </a:cubicBezTo>
                    <a:cubicBezTo>
                      <a:pt x="2178836" y="244700"/>
                      <a:pt x="2186284" y="238227"/>
                      <a:pt x="2186771" y="229671"/>
                    </a:cubicBezTo>
                    <a:cubicBezTo>
                      <a:pt x="2187259" y="221116"/>
                      <a:pt x="2180742" y="213757"/>
                      <a:pt x="2172186" y="213269"/>
                    </a:cubicBezTo>
                    <a:cubicBezTo>
                      <a:pt x="2156626" y="212383"/>
                      <a:pt x="2118102" y="217303"/>
                      <a:pt x="2071910" y="241552"/>
                    </a:cubicBezTo>
                    <a:cubicBezTo>
                      <a:pt x="2061802" y="246872"/>
                      <a:pt x="2047616" y="254852"/>
                      <a:pt x="2031746" y="264028"/>
                    </a:cubicBezTo>
                    <a:cubicBezTo>
                      <a:pt x="2031569" y="264028"/>
                      <a:pt x="2031347" y="264028"/>
                      <a:pt x="2031169" y="264028"/>
                    </a:cubicBezTo>
                    <a:cubicBezTo>
                      <a:pt x="2011708" y="248823"/>
                      <a:pt x="1951152" y="206974"/>
                      <a:pt x="1860052" y="194960"/>
                    </a:cubicBezTo>
                    <a:cubicBezTo>
                      <a:pt x="1851585" y="193852"/>
                      <a:pt x="1843783" y="199792"/>
                      <a:pt x="1842630" y="208304"/>
                    </a:cubicBezTo>
                    <a:cubicBezTo>
                      <a:pt x="1841477" y="216816"/>
                      <a:pt x="1847506" y="224574"/>
                      <a:pt x="1855974" y="225726"/>
                    </a:cubicBezTo>
                    <a:cubicBezTo>
                      <a:pt x="1905092" y="232198"/>
                      <a:pt x="1944768" y="248424"/>
                      <a:pt x="1972475" y="263275"/>
                    </a:cubicBezTo>
                    <a:cubicBezTo>
                      <a:pt x="1914845" y="262831"/>
                      <a:pt x="1855176" y="263319"/>
                      <a:pt x="1795196" y="266067"/>
                    </a:cubicBezTo>
                    <a:cubicBezTo>
                      <a:pt x="1792447" y="265447"/>
                      <a:pt x="1789521" y="265535"/>
                      <a:pt x="1786729" y="266511"/>
                    </a:cubicBezTo>
                    <a:cubicBezTo>
                      <a:pt x="1722670" y="269702"/>
                      <a:pt x="1658346" y="275510"/>
                      <a:pt x="1595751" y="285617"/>
                    </a:cubicBezTo>
                    <a:cubicBezTo>
                      <a:pt x="1597258" y="283800"/>
                      <a:pt x="1598765" y="281982"/>
                      <a:pt x="1600228" y="280164"/>
                    </a:cubicBezTo>
                    <a:cubicBezTo>
                      <a:pt x="1600539" y="279987"/>
                      <a:pt x="1600849" y="279854"/>
                      <a:pt x="1601159" y="279677"/>
                    </a:cubicBezTo>
                    <a:cubicBezTo>
                      <a:pt x="1605326" y="277195"/>
                      <a:pt x="1607809" y="273027"/>
                      <a:pt x="1608474" y="268594"/>
                    </a:cubicBezTo>
                    <a:cubicBezTo>
                      <a:pt x="1611267" y="264205"/>
                      <a:pt x="1613661" y="259817"/>
                      <a:pt x="1615434" y="255517"/>
                    </a:cubicBezTo>
                    <a:cubicBezTo>
                      <a:pt x="1622970" y="237030"/>
                      <a:pt x="1649170" y="214200"/>
                      <a:pt x="1658656" y="206974"/>
                    </a:cubicBezTo>
                    <a:cubicBezTo>
                      <a:pt x="1665483" y="201788"/>
                      <a:pt x="1666769" y="192034"/>
                      <a:pt x="1661582" y="185208"/>
                    </a:cubicBezTo>
                    <a:cubicBezTo>
                      <a:pt x="1656396" y="178381"/>
                      <a:pt x="1646643" y="177095"/>
                      <a:pt x="1639816" y="182282"/>
                    </a:cubicBezTo>
                    <a:cubicBezTo>
                      <a:pt x="1635915" y="185252"/>
                      <a:pt x="1603243" y="210698"/>
                      <a:pt x="1589234" y="238272"/>
                    </a:cubicBezTo>
                    <a:cubicBezTo>
                      <a:pt x="1570881" y="221116"/>
                      <a:pt x="1536658" y="198152"/>
                      <a:pt x="1480180" y="191015"/>
                    </a:cubicBezTo>
                    <a:cubicBezTo>
                      <a:pt x="1471713" y="189951"/>
                      <a:pt x="1463911" y="195980"/>
                      <a:pt x="1462847" y="204447"/>
                    </a:cubicBezTo>
                    <a:cubicBezTo>
                      <a:pt x="1461783" y="212915"/>
                      <a:pt x="1467812" y="220717"/>
                      <a:pt x="1476279" y="221781"/>
                    </a:cubicBezTo>
                    <a:cubicBezTo>
                      <a:pt x="1530939" y="228696"/>
                      <a:pt x="1560020" y="251926"/>
                      <a:pt x="1572477" y="265136"/>
                    </a:cubicBezTo>
                    <a:cubicBezTo>
                      <a:pt x="1562059" y="277416"/>
                      <a:pt x="1549070" y="289297"/>
                      <a:pt x="1541534" y="295636"/>
                    </a:cubicBezTo>
                    <a:cubicBezTo>
                      <a:pt x="1526373" y="298784"/>
                      <a:pt x="1511389" y="302241"/>
                      <a:pt x="1496538" y="305965"/>
                    </a:cubicBezTo>
                    <a:cubicBezTo>
                      <a:pt x="1468920" y="296966"/>
                      <a:pt x="1412841" y="277106"/>
                      <a:pt x="1394045" y="263363"/>
                    </a:cubicBezTo>
                    <a:cubicBezTo>
                      <a:pt x="1356851" y="236188"/>
                      <a:pt x="1318328" y="209634"/>
                      <a:pt x="1292527" y="208792"/>
                    </a:cubicBezTo>
                    <a:cubicBezTo>
                      <a:pt x="1283882" y="208526"/>
                      <a:pt x="1276790" y="215220"/>
                      <a:pt x="1276523" y="223820"/>
                    </a:cubicBezTo>
                    <a:cubicBezTo>
                      <a:pt x="1276258" y="232376"/>
                      <a:pt x="1282952" y="239558"/>
                      <a:pt x="1291552" y="239823"/>
                    </a:cubicBezTo>
                    <a:cubicBezTo>
                      <a:pt x="1309949" y="240400"/>
                      <a:pt x="1356098" y="274091"/>
                      <a:pt x="1375781" y="288454"/>
                    </a:cubicBezTo>
                    <a:cubicBezTo>
                      <a:pt x="1384336" y="294705"/>
                      <a:pt x="1397591" y="301355"/>
                      <a:pt x="1412265" y="307739"/>
                    </a:cubicBezTo>
                    <a:cubicBezTo>
                      <a:pt x="1412043" y="307739"/>
                      <a:pt x="1411777" y="307739"/>
                      <a:pt x="1411556" y="307739"/>
                    </a:cubicBezTo>
                    <a:cubicBezTo>
                      <a:pt x="1398966" y="307694"/>
                      <a:pt x="1388504" y="307650"/>
                      <a:pt x="1380701" y="307561"/>
                    </a:cubicBezTo>
                    <a:cubicBezTo>
                      <a:pt x="1342222" y="307118"/>
                      <a:pt x="1233833" y="306231"/>
                      <a:pt x="1135906" y="306098"/>
                    </a:cubicBezTo>
                    <a:cubicBezTo>
                      <a:pt x="1173188" y="266377"/>
                      <a:pt x="1184936" y="235612"/>
                      <a:pt x="1185778" y="233307"/>
                    </a:cubicBezTo>
                    <a:cubicBezTo>
                      <a:pt x="1188704" y="225283"/>
                      <a:pt x="1184581" y="216461"/>
                      <a:pt x="1176557" y="213491"/>
                    </a:cubicBezTo>
                    <a:cubicBezTo>
                      <a:pt x="1168533" y="210521"/>
                      <a:pt x="1159623" y="214644"/>
                      <a:pt x="1156653" y="222623"/>
                    </a:cubicBezTo>
                    <a:cubicBezTo>
                      <a:pt x="1156431" y="223199"/>
                      <a:pt x="1141669" y="260836"/>
                      <a:pt x="1091176" y="306098"/>
                    </a:cubicBezTo>
                    <a:cubicBezTo>
                      <a:pt x="1077034" y="306098"/>
                      <a:pt x="1063425" y="306142"/>
                      <a:pt x="1050657" y="306231"/>
                    </a:cubicBezTo>
                    <a:cubicBezTo>
                      <a:pt x="1038644" y="288676"/>
                      <a:pt x="1001627" y="245852"/>
                      <a:pt x="913852" y="220495"/>
                    </a:cubicBezTo>
                    <a:cubicBezTo>
                      <a:pt x="905606" y="218101"/>
                      <a:pt x="897006" y="222845"/>
                      <a:pt x="894657" y="231090"/>
                    </a:cubicBezTo>
                    <a:cubicBezTo>
                      <a:pt x="892263" y="239336"/>
                      <a:pt x="897006" y="247936"/>
                      <a:pt x="905252" y="250285"/>
                    </a:cubicBezTo>
                    <a:cubicBezTo>
                      <a:pt x="960665" y="266289"/>
                      <a:pt x="992850" y="289651"/>
                      <a:pt x="1010183" y="306542"/>
                    </a:cubicBezTo>
                    <a:cubicBezTo>
                      <a:pt x="990323" y="306763"/>
                      <a:pt x="974541" y="307118"/>
                      <a:pt x="964788" y="307605"/>
                    </a:cubicBezTo>
                    <a:cubicBezTo>
                      <a:pt x="906316" y="310487"/>
                      <a:pt x="767515" y="307605"/>
                      <a:pt x="766141" y="307605"/>
                    </a:cubicBezTo>
                    <a:cubicBezTo>
                      <a:pt x="766008" y="307605"/>
                      <a:pt x="765919" y="307605"/>
                      <a:pt x="765787" y="307605"/>
                    </a:cubicBezTo>
                    <a:cubicBezTo>
                      <a:pt x="757364" y="307605"/>
                      <a:pt x="750448" y="314344"/>
                      <a:pt x="750271" y="322811"/>
                    </a:cubicBezTo>
                    <a:cubicBezTo>
                      <a:pt x="750093" y="331367"/>
                      <a:pt x="756876" y="338460"/>
                      <a:pt x="765476" y="338637"/>
                    </a:cubicBezTo>
                    <a:cubicBezTo>
                      <a:pt x="768136" y="338682"/>
                      <a:pt x="798192" y="339302"/>
                      <a:pt x="835696" y="339701"/>
                    </a:cubicBezTo>
                    <a:cubicBezTo>
                      <a:pt x="826564" y="349409"/>
                      <a:pt x="814950" y="359473"/>
                      <a:pt x="803557" y="369358"/>
                    </a:cubicBezTo>
                    <a:cubicBezTo>
                      <a:pt x="786977" y="383766"/>
                      <a:pt x="769776" y="398661"/>
                      <a:pt x="757319" y="414487"/>
                    </a:cubicBezTo>
                    <a:cubicBezTo>
                      <a:pt x="756255" y="415861"/>
                      <a:pt x="755191" y="417280"/>
                      <a:pt x="754216" y="418743"/>
                    </a:cubicBezTo>
                    <a:cubicBezTo>
                      <a:pt x="718219" y="390859"/>
                      <a:pt x="684883" y="375742"/>
                      <a:pt x="682223" y="374545"/>
                    </a:cubicBezTo>
                    <a:cubicBezTo>
                      <a:pt x="674376" y="371043"/>
                      <a:pt x="665244" y="374545"/>
                      <a:pt x="661742" y="382392"/>
                    </a:cubicBezTo>
                    <a:cubicBezTo>
                      <a:pt x="658240" y="390194"/>
                      <a:pt x="661742" y="399370"/>
                      <a:pt x="669588" y="402873"/>
                    </a:cubicBezTo>
                    <a:cubicBezTo>
                      <a:pt x="670209" y="403138"/>
                      <a:pt x="704565" y="418832"/>
                      <a:pt x="739853" y="447115"/>
                    </a:cubicBezTo>
                    <a:cubicBezTo>
                      <a:pt x="731386" y="469901"/>
                      <a:pt x="727529" y="494638"/>
                      <a:pt x="725844" y="510730"/>
                    </a:cubicBezTo>
                    <a:cubicBezTo>
                      <a:pt x="694281" y="505676"/>
                      <a:pt x="649196" y="499603"/>
                      <a:pt x="604378" y="497342"/>
                    </a:cubicBezTo>
                    <a:cubicBezTo>
                      <a:pt x="589926" y="472516"/>
                      <a:pt x="567139" y="449553"/>
                      <a:pt x="566031" y="448445"/>
                    </a:cubicBezTo>
                    <a:cubicBezTo>
                      <a:pt x="559958" y="442372"/>
                      <a:pt x="550161" y="442372"/>
                      <a:pt x="544087" y="448445"/>
                    </a:cubicBezTo>
                    <a:cubicBezTo>
                      <a:pt x="538014" y="454518"/>
                      <a:pt x="538014" y="464315"/>
                      <a:pt x="544087" y="470389"/>
                    </a:cubicBezTo>
                    <a:cubicBezTo>
                      <a:pt x="548520" y="474822"/>
                      <a:pt x="557786" y="484929"/>
                      <a:pt x="566430" y="496411"/>
                    </a:cubicBezTo>
                    <a:cubicBezTo>
                      <a:pt x="535665" y="496633"/>
                      <a:pt x="506982" y="499426"/>
                      <a:pt x="485305" y="506607"/>
                    </a:cubicBezTo>
                    <a:cubicBezTo>
                      <a:pt x="477148" y="509311"/>
                      <a:pt x="472759" y="518044"/>
                      <a:pt x="475419" y="526201"/>
                    </a:cubicBezTo>
                    <a:cubicBezTo>
                      <a:pt x="478079" y="534358"/>
                      <a:pt x="486900" y="538747"/>
                      <a:pt x="495013" y="536087"/>
                    </a:cubicBezTo>
                    <a:cubicBezTo>
                      <a:pt x="516602" y="528950"/>
                      <a:pt x="548609" y="526689"/>
                      <a:pt x="584695" y="527576"/>
                    </a:cubicBezTo>
                    <a:cubicBezTo>
                      <a:pt x="591920" y="543801"/>
                      <a:pt x="602205" y="566853"/>
                      <a:pt x="609653" y="583477"/>
                    </a:cubicBezTo>
                    <a:cubicBezTo>
                      <a:pt x="596886" y="583078"/>
                      <a:pt x="582877" y="584053"/>
                      <a:pt x="566785" y="587201"/>
                    </a:cubicBezTo>
                    <a:cubicBezTo>
                      <a:pt x="503436" y="599569"/>
                      <a:pt x="407282" y="591634"/>
                      <a:pt x="375984" y="576650"/>
                    </a:cubicBezTo>
                    <a:cubicBezTo>
                      <a:pt x="368271" y="572926"/>
                      <a:pt x="359006" y="576207"/>
                      <a:pt x="355282" y="583965"/>
                    </a:cubicBezTo>
                    <a:cubicBezTo>
                      <a:pt x="351602" y="591678"/>
                      <a:pt x="354838" y="600943"/>
                      <a:pt x="362596" y="604667"/>
                    </a:cubicBezTo>
                    <a:cubicBezTo>
                      <a:pt x="398992" y="622089"/>
                      <a:pt x="500865" y="631753"/>
                      <a:pt x="572770" y="617700"/>
                    </a:cubicBezTo>
                    <a:cubicBezTo>
                      <a:pt x="596797" y="613002"/>
                      <a:pt x="614795" y="613932"/>
                      <a:pt x="632572" y="617124"/>
                    </a:cubicBezTo>
                    <a:cubicBezTo>
                      <a:pt x="562573" y="632507"/>
                      <a:pt x="529281" y="656579"/>
                      <a:pt x="518331" y="666110"/>
                    </a:cubicBezTo>
                    <a:cubicBezTo>
                      <a:pt x="471961" y="664027"/>
                      <a:pt x="433216" y="666598"/>
                      <a:pt x="399302" y="672006"/>
                    </a:cubicBezTo>
                    <a:cubicBezTo>
                      <a:pt x="399169" y="671917"/>
                      <a:pt x="399036" y="671829"/>
                      <a:pt x="398859" y="671740"/>
                    </a:cubicBezTo>
                    <a:cubicBezTo>
                      <a:pt x="384718" y="664913"/>
                      <a:pt x="359050" y="651481"/>
                      <a:pt x="350494" y="644343"/>
                    </a:cubicBezTo>
                    <a:cubicBezTo>
                      <a:pt x="331742" y="628694"/>
                      <a:pt x="297696" y="619385"/>
                      <a:pt x="259483" y="619385"/>
                    </a:cubicBezTo>
                    <a:cubicBezTo>
                      <a:pt x="250927" y="619385"/>
                      <a:pt x="243967" y="626345"/>
                      <a:pt x="243967" y="634901"/>
                    </a:cubicBezTo>
                    <a:cubicBezTo>
                      <a:pt x="243967" y="643457"/>
                      <a:pt x="250927" y="650417"/>
                      <a:pt x="259483" y="650417"/>
                    </a:cubicBezTo>
                    <a:cubicBezTo>
                      <a:pt x="296233" y="650417"/>
                      <a:pt x="320792" y="659992"/>
                      <a:pt x="330634" y="668193"/>
                    </a:cubicBezTo>
                    <a:cubicBezTo>
                      <a:pt x="335732" y="672449"/>
                      <a:pt x="343578" y="677370"/>
                      <a:pt x="351780" y="682069"/>
                    </a:cubicBezTo>
                    <a:cubicBezTo>
                      <a:pt x="323098" y="689605"/>
                      <a:pt x="297563" y="698915"/>
                      <a:pt x="272693" y="708402"/>
                    </a:cubicBezTo>
                    <a:cubicBezTo>
                      <a:pt x="120727" y="694216"/>
                      <a:pt x="20716" y="671740"/>
                      <a:pt x="18987" y="671341"/>
                    </a:cubicBezTo>
                    <a:cubicBezTo>
                      <a:pt x="10609" y="669435"/>
                      <a:pt x="2319" y="674666"/>
                      <a:pt x="412" y="683000"/>
                    </a:cubicBezTo>
                    <a:cubicBezTo>
                      <a:pt x="-1494" y="691334"/>
                      <a:pt x="3737" y="699668"/>
                      <a:pt x="12071" y="701575"/>
                    </a:cubicBezTo>
                    <a:cubicBezTo>
                      <a:pt x="13534" y="701929"/>
                      <a:pt x="86592" y="718376"/>
                      <a:pt x="202517" y="732119"/>
                    </a:cubicBezTo>
                    <a:cubicBezTo>
                      <a:pt x="117757" y="756058"/>
                      <a:pt x="14377" y="772637"/>
                      <a:pt x="13091" y="772814"/>
                    </a:cubicBezTo>
                    <a:cubicBezTo>
                      <a:pt x="4624" y="774145"/>
                      <a:pt x="-1139" y="782124"/>
                      <a:pt x="191" y="790591"/>
                    </a:cubicBezTo>
                    <a:cubicBezTo>
                      <a:pt x="1521" y="799059"/>
                      <a:pt x="9500" y="804822"/>
                      <a:pt x="17968" y="803492"/>
                    </a:cubicBezTo>
                    <a:cubicBezTo>
                      <a:pt x="24484" y="802472"/>
                      <a:pt x="178313" y="777779"/>
                      <a:pt x="267285" y="743689"/>
                    </a:cubicBezTo>
                    <a:lnTo>
                      <a:pt x="272294" y="741783"/>
                    </a:lnTo>
                    <a:cubicBezTo>
                      <a:pt x="273890" y="741162"/>
                      <a:pt x="275486" y="740542"/>
                      <a:pt x="277126" y="739921"/>
                    </a:cubicBezTo>
                    <a:cubicBezTo>
                      <a:pt x="390170" y="750161"/>
                      <a:pt x="530433" y="755658"/>
                      <a:pt x="680095" y="744664"/>
                    </a:cubicBezTo>
                    <a:cubicBezTo>
                      <a:pt x="700221" y="743202"/>
                      <a:pt x="722032" y="740985"/>
                      <a:pt x="745084" y="738680"/>
                    </a:cubicBezTo>
                    <a:cubicBezTo>
                      <a:pt x="750670" y="738103"/>
                      <a:pt x="756433" y="737527"/>
                      <a:pt x="762284" y="736951"/>
                    </a:cubicBezTo>
                    <a:cubicBezTo>
                      <a:pt x="781480" y="741340"/>
                      <a:pt x="800941" y="745861"/>
                      <a:pt x="820801" y="750516"/>
                    </a:cubicBezTo>
                    <a:cubicBezTo>
                      <a:pt x="953218" y="781415"/>
                      <a:pt x="1089092" y="813112"/>
                      <a:pt x="1213973" y="813112"/>
                    </a:cubicBezTo>
                    <a:cubicBezTo>
                      <a:pt x="1252008" y="813112"/>
                      <a:pt x="1289025" y="810186"/>
                      <a:pt x="1324623" y="803358"/>
                    </a:cubicBezTo>
                    <a:cubicBezTo>
                      <a:pt x="1356319" y="797285"/>
                      <a:pt x="1388238" y="791212"/>
                      <a:pt x="1421175" y="785537"/>
                    </a:cubicBezTo>
                    <a:cubicBezTo>
                      <a:pt x="1431593" y="788375"/>
                      <a:pt x="1442233" y="791611"/>
                      <a:pt x="1453360" y="795024"/>
                    </a:cubicBezTo>
                    <a:cubicBezTo>
                      <a:pt x="1499109" y="809033"/>
                      <a:pt x="1551065" y="824992"/>
                      <a:pt x="1628999" y="824992"/>
                    </a:cubicBezTo>
                    <a:cubicBezTo>
                      <a:pt x="1690131" y="824992"/>
                      <a:pt x="1767267" y="815151"/>
                      <a:pt x="1869849" y="786867"/>
                    </a:cubicBezTo>
                    <a:cubicBezTo>
                      <a:pt x="1892990" y="780484"/>
                      <a:pt x="1917328" y="775297"/>
                      <a:pt x="1942774" y="771219"/>
                    </a:cubicBezTo>
                    <a:cubicBezTo>
                      <a:pt x="1989986" y="776272"/>
                      <a:pt x="2040479" y="782966"/>
                      <a:pt x="2094740" y="791655"/>
                    </a:cubicBezTo>
                    <a:cubicBezTo>
                      <a:pt x="2251184" y="816702"/>
                      <a:pt x="2440876" y="832706"/>
                      <a:pt x="2662177" y="762530"/>
                    </a:cubicBezTo>
                    <a:cubicBezTo>
                      <a:pt x="2713778" y="760978"/>
                      <a:pt x="2761965" y="760446"/>
                      <a:pt x="2801110" y="762352"/>
                    </a:cubicBezTo>
                    <a:cubicBezTo>
                      <a:pt x="2950195" y="769667"/>
                      <a:pt x="2986147" y="728705"/>
                      <a:pt x="3020903" y="689118"/>
                    </a:cubicBezTo>
                    <a:cubicBezTo>
                      <a:pt x="3022986" y="686768"/>
                      <a:pt x="3025070" y="684374"/>
                      <a:pt x="3027198" y="681980"/>
                    </a:cubicBezTo>
                    <a:cubicBezTo>
                      <a:pt x="3035177" y="673025"/>
                      <a:pt x="3047014" y="657820"/>
                      <a:pt x="3061687" y="638581"/>
                    </a:cubicBezTo>
                    <a:cubicBezTo>
                      <a:pt x="3198404" y="564991"/>
                      <a:pt x="3376393" y="430580"/>
                      <a:pt x="3468335" y="272584"/>
                    </a:cubicBezTo>
                    <a:cubicBezTo>
                      <a:pt x="3468823" y="271742"/>
                      <a:pt x="3469354" y="270899"/>
                      <a:pt x="3469842" y="270057"/>
                    </a:cubicBezTo>
                    <a:cubicBezTo>
                      <a:pt x="3531817" y="230292"/>
                      <a:pt x="3631517" y="154309"/>
                      <a:pt x="3692384" y="94107"/>
                    </a:cubicBezTo>
                    <a:cubicBezTo>
                      <a:pt x="3698457" y="88078"/>
                      <a:pt x="3698546" y="78237"/>
                      <a:pt x="3692517" y="72164"/>
                    </a:cubicBezTo>
                    <a:cubicBezTo>
                      <a:pt x="3686133" y="66223"/>
                      <a:pt x="3676291" y="66179"/>
                      <a:pt x="3670174" y="72208"/>
                    </a:cubicBezTo>
                    <a:close/>
                    <a:moveTo>
                      <a:pt x="1422151" y="754018"/>
                    </a:moveTo>
                    <a:cubicBezTo>
                      <a:pt x="1420245" y="753531"/>
                      <a:pt x="1418294" y="752999"/>
                      <a:pt x="1416388" y="752555"/>
                    </a:cubicBezTo>
                    <a:cubicBezTo>
                      <a:pt x="1376313" y="743068"/>
                      <a:pt x="1338099" y="735044"/>
                      <a:pt x="1301571" y="728262"/>
                    </a:cubicBezTo>
                    <a:cubicBezTo>
                      <a:pt x="1285789" y="699979"/>
                      <a:pt x="1273243" y="665667"/>
                      <a:pt x="1262072" y="629315"/>
                    </a:cubicBezTo>
                    <a:cubicBezTo>
                      <a:pt x="1265131" y="626256"/>
                      <a:pt x="1268189" y="623153"/>
                      <a:pt x="1271248" y="619917"/>
                    </a:cubicBezTo>
                    <a:cubicBezTo>
                      <a:pt x="1273553" y="620050"/>
                      <a:pt x="1276435" y="620139"/>
                      <a:pt x="1279937" y="620139"/>
                    </a:cubicBezTo>
                    <a:cubicBezTo>
                      <a:pt x="1311855" y="620139"/>
                      <a:pt x="1394355" y="612647"/>
                      <a:pt x="1536658" y="551958"/>
                    </a:cubicBezTo>
                    <a:cubicBezTo>
                      <a:pt x="1544150" y="557942"/>
                      <a:pt x="1582274" y="585694"/>
                      <a:pt x="1650943" y="588531"/>
                    </a:cubicBezTo>
                    <a:cubicBezTo>
                      <a:pt x="1670404" y="589328"/>
                      <a:pt x="1713494" y="605908"/>
                      <a:pt x="1735482" y="615129"/>
                    </a:cubicBezTo>
                    <a:cubicBezTo>
                      <a:pt x="1738851" y="628827"/>
                      <a:pt x="1743595" y="641506"/>
                      <a:pt x="1748693" y="653697"/>
                    </a:cubicBezTo>
                    <a:cubicBezTo>
                      <a:pt x="1732157" y="678744"/>
                      <a:pt x="1711499" y="704146"/>
                      <a:pt x="1685920" y="728085"/>
                    </a:cubicBezTo>
                    <a:cubicBezTo>
                      <a:pt x="1584491" y="730124"/>
                      <a:pt x="1500262" y="740763"/>
                      <a:pt x="1422151" y="754018"/>
                    </a:cubicBezTo>
                    <a:close/>
                    <a:moveTo>
                      <a:pt x="831441" y="622799"/>
                    </a:moveTo>
                    <a:cubicBezTo>
                      <a:pt x="827052" y="620892"/>
                      <a:pt x="822043" y="618942"/>
                      <a:pt x="816368" y="617035"/>
                    </a:cubicBezTo>
                    <a:cubicBezTo>
                      <a:pt x="820757" y="615750"/>
                      <a:pt x="825057" y="614464"/>
                      <a:pt x="829268" y="613090"/>
                    </a:cubicBezTo>
                    <a:cubicBezTo>
                      <a:pt x="830022" y="616415"/>
                      <a:pt x="830731" y="619651"/>
                      <a:pt x="831441" y="622799"/>
                    </a:cubicBezTo>
                    <a:close/>
                    <a:moveTo>
                      <a:pt x="858793" y="602850"/>
                    </a:moveTo>
                    <a:cubicBezTo>
                      <a:pt x="876392" y="596156"/>
                      <a:pt x="891908" y="589328"/>
                      <a:pt x="904986" y="582945"/>
                    </a:cubicBezTo>
                    <a:cubicBezTo>
                      <a:pt x="959247" y="556612"/>
                      <a:pt x="1003799" y="523586"/>
                      <a:pt x="1027162" y="492421"/>
                    </a:cubicBezTo>
                    <a:cubicBezTo>
                      <a:pt x="1035851" y="480851"/>
                      <a:pt x="1046091" y="468438"/>
                      <a:pt x="1057218" y="455892"/>
                    </a:cubicBezTo>
                    <a:cubicBezTo>
                      <a:pt x="1064223" y="483067"/>
                      <a:pt x="1078808" y="518754"/>
                      <a:pt x="1109351" y="552490"/>
                    </a:cubicBezTo>
                    <a:cubicBezTo>
                      <a:pt x="1113962" y="557544"/>
                      <a:pt x="1118351" y="562287"/>
                      <a:pt x="1122651" y="566809"/>
                    </a:cubicBezTo>
                    <a:cubicBezTo>
                      <a:pt x="1108022" y="578556"/>
                      <a:pt x="1091353" y="589772"/>
                      <a:pt x="1072734" y="598904"/>
                    </a:cubicBezTo>
                    <a:lnTo>
                      <a:pt x="1065242" y="602583"/>
                    </a:lnTo>
                    <a:cubicBezTo>
                      <a:pt x="1006770" y="631266"/>
                      <a:pt x="946967" y="660702"/>
                      <a:pt x="902991" y="695945"/>
                    </a:cubicBezTo>
                    <a:cubicBezTo>
                      <a:pt x="894080" y="696255"/>
                      <a:pt x="885303" y="696610"/>
                      <a:pt x="876791" y="697009"/>
                    </a:cubicBezTo>
                    <a:cubicBezTo>
                      <a:pt x="874397" y="680384"/>
                      <a:pt x="868945" y="646471"/>
                      <a:pt x="858793" y="602850"/>
                    </a:cubicBezTo>
                    <a:close/>
                    <a:moveTo>
                      <a:pt x="828426" y="503903"/>
                    </a:moveTo>
                    <a:cubicBezTo>
                      <a:pt x="835076" y="495081"/>
                      <a:pt x="861763" y="468571"/>
                      <a:pt x="962749" y="421181"/>
                    </a:cubicBezTo>
                    <a:cubicBezTo>
                      <a:pt x="976270" y="422201"/>
                      <a:pt x="1004730" y="423974"/>
                      <a:pt x="1043254" y="423974"/>
                    </a:cubicBezTo>
                    <a:cubicBezTo>
                      <a:pt x="1043609" y="423974"/>
                      <a:pt x="1044008" y="423974"/>
                      <a:pt x="1044407" y="423974"/>
                    </a:cubicBezTo>
                    <a:cubicBezTo>
                      <a:pt x="1028181" y="441529"/>
                      <a:pt x="1013685" y="458774"/>
                      <a:pt x="1002381" y="473847"/>
                    </a:cubicBezTo>
                    <a:cubicBezTo>
                      <a:pt x="991564" y="488254"/>
                      <a:pt x="973433" y="504923"/>
                      <a:pt x="949494" y="521547"/>
                    </a:cubicBezTo>
                    <a:cubicBezTo>
                      <a:pt x="937126" y="521946"/>
                      <a:pt x="885081" y="523453"/>
                      <a:pt x="836805" y="522522"/>
                    </a:cubicBezTo>
                    <a:cubicBezTo>
                      <a:pt x="834322" y="516094"/>
                      <a:pt x="831529" y="509888"/>
                      <a:pt x="828426" y="503903"/>
                    </a:cubicBezTo>
                    <a:close/>
                    <a:moveTo>
                      <a:pt x="2247061" y="295193"/>
                    </a:moveTo>
                    <a:cubicBezTo>
                      <a:pt x="2269803" y="294262"/>
                      <a:pt x="2291658" y="293109"/>
                      <a:pt x="2312627" y="291779"/>
                    </a:cubicBezTo>
                    <a:cubicBezTo>
                      <a:pt x="2287447" y="297010"/>
                      <a:pt x="2263065" y="301754"/>
                      <a:pt x="2239436" y="306010"/>
                    </a:cubicBezTo>
                    <a:cubicBezTo>
                      <a:pt x="2243825" y="299936"/>
                      <a:pt x="2246441" y="296257"/>
                      <a:pt x="2246529" y="296124"/>
                    </a:cubicBezTo>
                    <a:cubicBezTo>
                      <a:pt x="2246751" y="295769"/>
                      <a:pt x="2246884" y="295459"/>
                      <a:pt x="2247061" y="295193"/>
                    </a:cubicBezTo>
                    <a:close/>
                    <a:moveTo>
                      <a:pt x="3228194" y="274845"/>
                    </a:moveTo>
                    <a:cubicBezTo>
                      <a:pt x="3204344" y="286504"/>
                      <a:pt x="3178987" y="288898"/>
                      <a:pt x="3164180" y="290272"/>
                    </a:cubicBezTo>
                    <a:cubicBezTo>
                      <a:pt x="3162629" y="290405"/>
                      <a:pt x="3161210" y="290538"/>
                      <a:pt x="3159836" y="290671"/>
                    </a:cubicBezTo>
                    <a:cubicBezTo>
                      <a:pt x="3144231" y="279766"/>
                      <a:pt x="3121756" y="278967"/>
                      <a:pt x="3064657" y="282381"/>
                    </a:cubicBezTo>
                    <a:cubicBezTo>
                      <a:pt x="3065854" y="279145"/>
                      <a:pt x="3066874" y="275864"/>
                      <a:pt x="3067672" y="272584"/>
                    </a:cubicBezTo>
                    <a:cubicBezTo>
                      <a:pt x="3114751" y="277195"/>
                      <a:pt x="3167948" y="280120"/>
                      <a:pt x="3228194" y="274845"/>
                    </a:cubicBezTo>
                    <a:close/>
                    <a:moveTo>
                      <a:pt x="2616338" y="473891"/>
                    </a:moveTo>
                    <a:cubicBezTo>
                      <a:pt x="2563673" y="526822"/>
                      <a:pt x="2551172" y="650328"/>
                      <a:pt x="2543680" y="724139"/>
                    </a:cubicBezTo>
                    <a:cubicBezTo>
                      <a:pt x="2543237" y="728351"/>
                      <a:pt x="2542837" y="732429"/>
                      <a:pt x="2542439" y="736286"/>
                    </a:cubicBezTo>
                    <a:cubicBezTo>
                      <a:pt x="2541109" y="736330"/>
                      <a:pt x="2539734" y="736419"/>
                      <a:pt x="2538404" y="736463"/>
                    </a:cubicBezTo>
                    <a:cubicBezTo>
                      <a:pt x="2507151" y="737837"/>
                      <a:pt x="2475587" y="739167"/>
                      <a:pt x="2444999" y="740276"/>
                    </a:cubicBezTo>
                    <a:cubicBezTo>
                      <a:pt x="2435202" y="710618"/>
                      <a:pt x="2420307" y="682601"/>
                      <a:pt x="2402353" y="656534"/>
                    </a:cubicBezTo>
                    <a:cubicBezTo>
                      <a:pt x="2416982" y="631177"/>
                      <a:pt x="2432365" y="612292"/>
                      <a:pt x="2446107" y="600234"/>
                    </a:cubicBezTo>
                    <a:cubicBezTo>
                      <a:pt x="2475853" y="574212"/>
                      <a:pt x="2528474" y="520749"/>
                      <a:pt x="2546340" y="502395"/>
                    </a:cubicBezTo>
                    <a:cubicBezTo>
                      <a:pt x="2576573" y="488077"/>
                      <a:pt x="2598340" y="465157"/>
                      <a:pt x="2621170" y="432131"/>
                    </a:cubicBezTo>
                    <a:cubicBezTo>
                      <a:pt x="2622057" y="432353"/>
                      <a:pt x="2622988" y="432619"/>
                      <a:pt x="2623830" y="432840"/>
                    </a:cubicBezTo>
                    <a:cubicBezTo>
                      <a:pt x="2627288" y="439534"/>
                      <a:pt x="2631012" y="446273"/>
                      <a:pt x="2635046" y="452923"/>
                    </a:cubicBezTo>
                    <a:cubicBezTo>
                      <a:pt x="2629283" y="460060"/>
                      <a:pt x="2623121" y="467019"/>
                      <a:pt x="2616515" y="473625"/>
                    </a:cubicBezTo>
                    <a:cubicBezTo>
                      <a:pt x="2616471" y="473669"/>
                      <a:pt x="2616427" y="473713"/>
                      <a:pt x="2616383" y="473758"/>
                    </a:cubicBezTo>
                    <a:cubicBezTo>
                      <a:pt x="2616383" y="473802"/>
                      <a:pt x="2616383" y="473847"/>
                      <a:pt x="2616338" y="473891"/>
                    </a:cubicBezTo>
                    <a:close/>
                    <a:moveTo>
                      <a:pt x="2156804" y="769623"/>
                    </a:moveTo>
                    <a:cubicBezTo>
                      <a:pt x="2155607" y="767007"/>
                      <a:pt x="2154365" y="764436"/>
                      <a:pt x="2153168" y="761865"/>
                    </a:cubicBezTo>
                    <a:cubicBezTo>
                      <a:pt x="2185042" y="763372"/>
                      <a:pt x="2218202" y="765988"/>
                      <a:pt x="2252913" y="769800"/>
                    </a:cubicBezTo>
                    <a:cubicBezTo>
                      <a:pt x="2273438" y="772061"/>
                      <a:pt x="2297998" y="773169"/>
                      <a:pt x="2325483" y="773435"/>
                    </a:cubicBezTo>
                    <a:cubicBezTo>
                      <a:pt x="2324862" y="776228"/>
                      <a:pt x="2324286" y="779154"/>
                      <a:pt x="2323710" y="781991"/>
                    </a:cubicBezTo>
                    <a:cubicBezTo>
                      <a:pt x="2264705" y="781504"/>
                      <a:pt x="2209025" y="776539"/>
                      <a:pt x="2156804" y="769623"/>
                    </a:cubicBezTo>
                    <a:close/>
                    <a:moveTo>
                      <a:pt x="1929386" y="738813"/>
                    </a:moveTo>
                    <a:cubicBezTo>
                      <a:pt x="1958866" y="711372"/>
                      <a:pt x="1985597" y="682247"/>
                      <a:pt x="2006566" y="657554"/>
                    </a:cubicBezTo>
                    <a:cubicBezTo>
                      <a:pt x="2044690" y="673779"/>
                      <a:pt x="2073550" y="694127"/>
                      <a:pt x="2098597" y="729326"/>
                    </a:cubicBezTo>
                    <a:cubicBezTo>
                      <a:pt x="2041986" y="728971"/>
                      <a:pt x="1989764" y="732562"/>
                      <a:pt x="1941532" y="740054"/>
                    </a:cubicBezTo>
                    <a:cubicBezTo>
                      <a:pt x="1937454" y="739655"/>
                      <a:pt x="1933420" y="739212"/>
                      <a:pt x="1929386" y="738813"/>
                    </a:cubicBezTo>
                    <a:close/>
                    <a:moveTo>
                      <a:pt x="1296561" y="776671"/>
                    </a:moveTo>
                    <a:cubicBezTo>
                      <a:pt x="1248861" y="783498"/>
                      <a:pt x="1198324" y="783587"/>
                      <a:pt x="1146058" y="779287"/>
                    </a:cubicBezTo>
                    <a:cubicBezTo>
                      <a:pt x="1147255" y="765056"/>
                      <a:pt x="1146190" y="750383"/>
                      <a:pt x="1143664" y="736241"/>
                    </a:cubicBezTo>
                    <a:cubicBezTo>
                      <a:pt x="1186709" y="740896"/>
                      <a:pt x="1232813" y="747413"/>
                      <a:pt x="1282154" y="756279"/>
                    </a:cubicBezTo>
                    <a:cubicBezTo>
                      <a:pt x="1286675" y="763461"/>
                      <a:pt x="1291463" y="770288"/>
                      <a:pt x="1296561" y="776671"/>
                    </a:cubicBezTo>
                    <a:close/>
                    <a:moveTo>
                      <a:pt x="1087984" y="423176"/>
                    </a:moveTo>
                    <a:cubicBezTo>
                      <a:pt x="1104165" y="422600"/>
                      <a:pt x="1121454" y="421713"/>
                      <a:pt x="1139585" y="420339"/>
                    </a:cubicBezTo>
                    <a:cubicBezTo>
                      <a:pt x="1141536" y="422245"/>
                      <a:pt x="1143486" y="424240"/>
                      <a:pt x="1145526" y="426412"/>
                    </a:cubicBezTo>
                    <a:cubicBezTo>
                      <a:pt x="1159002" y="440820"/>
                      <a:pt x="1176070" y="463296"/>
                      <a:pt x="1189591" y="494682"/>
                    </a:cubicBezTo>
                    <a:cubicBezTo>
                      <a:pt x="1182409" y="505188"/>
                      <a:pt x="1167602" y="525182"/>
                      <a:pt x="1145969" y="546239"/>
                    </a:cubicBezTo>
                    <a:cubicBezTo>
                      <a:pt x="1141624" y="541673"/>
                      <a:pt x="1137147" y="536885"/>
                      <a:pt x="1132448" y="531698"/>
                    </a:cubicBezTo>
                    <a:cubicBezTo>
                      <a:pt x="1097382" y="492909"/>
                      <a:pt x="1086654" y="450662"/>
                      <a:pt x="1083374" y="427920"/>
                    </a:cubicBezTo>
                    <a:cubicBezTo>
                      <a:pt x="1084881" y="426324"/>
                      <a:pt x="1086432" y="424772"/>
                      <a:pt x="1087984" y="423176"/>
                    </a:cubicBezTo>
                    <a:close/>
                    <a:moveTo>
                      <a:pt x="1326839" y="390859"/>
                    </a:moveTo>
                    <a:cubicBezTo>
                      <a:pt x="1335173" y="435367"/>
                      <a:pt x="1327947" y="474467"/>
                      <a:pt x="1312565" y="508735"/>
                    </a:cubicBezTo>
                    <a:cubicBezTo>
                      <a:pt x="1280247" y="524472"/>
                      <a:pt x="1255466" y="540698"/>
                      <a:pt x="1240083" y="551825"/>
                    </a:cubicBezTo>
                    <a:cubicBezTo>
                      <a:pt x="1237069" y="540742"/>
                      <a:pt x="1234010" y="529704"/>
                      <a:pt x="1230951" y="518754"/>
                    </a:cubicBezTo>
                    <a:cubicBezTo>
                      <a:pt x="1218228" y="473758"/>
                      <a:pt x="1197925" y="440465"/>
                      <a:pt x="1178419" y="416881"/>
                    </a:cubicBezTo>
                    <a:cubicBezTo>
                      <a:pt x="1224967" y="411872"/>
                      <a:pt x="1275548" y="403759"/>
                      <a:pt x="1326839" y="390859"/>
                    </a:cubicBezTo>
                    <a:close/>
                    <a:moveTo>
                      <a:pt x="1194467" y="593407"/>
                    </a:moveTo>
                    <a:cubicBezTo>
                      <a:pt x="1186576" y="586137"/>
                      <a:pt x="1177710" y="578024"/>
                      <a:pt x="1167824" y="568404"/>
                    </a:cubicBezTo>
                    <a:cubicBezTo>
                      <a:pt x="1181921" y="554662"/>
                      <a:pt x="1193359" y="541363"/>
                      <a:pt x="1201915" y="530369"/>
                    </a:cubicBezTo>
                    <a:cubicBezTo>
                      <a:pt x="1205195" y="542116"/>
                      <a:pt x="1208476" y="553952"/>
                      <a:pt x="1211712" y="565789"/>
                    </a:cubicBezTo>
                    <a:cubicBezTo>
                      <a:pt x="1216677" y="584009"/>
                      <a:pt x="1221730" y="602318"/>
                      <a:pt x="1227006" y="620405"/>
                    </a:cubicBezTo>
                    <a:cubicBezTo>
                      <a:pt x="1226075" y="621336"/>
                      <a:pt x="1225144" y="622267"/>
                      <a:pt x="1224257" y="623197"/>
                    </a:cubicBezTo>
                    <a:cubicBezTo>
                      <a:pt x="1217076" y="614154"/>
                      <a:pt x="1207146" y="605022"/>
                      <a:pt x="1194467" y="593407"/>
                    </a:cubicBezTo>
                    <a:close/>
                    <a:moveTo>
                      <a:pt x="1252053" y="595136"/>
                    </a:moveTo>
                    <a:cubicBezTo>
                      <a:pt x="1250989" y="591412"/>
                      <a:pt x="1249969" y="587688"/>
                      <a:pt x="1248950" y="583965"/>
                    </a:cubicBezTo>
                    <a:cubicBezTo>
                      <a:pt x="1255200" y="579133"/>
                      <a:pt x="1265795" y="571419"/>
                      <a:pt x="1280070" y="562420"/>
                    </a:cubicBezTo>
                    <a:cubicBezTo>
                      <a:pt x="1271204" y="574034"/>
                      <a:pt x="1261673" y="584895"/>
                      <a:pt x="1252053" y="595136"/>
                    </a:cubicBezTo>
                    <a:close/>
                    <a:moveTo>
                      <a:pt x="1144639" y="589152"/>
                    </a:moveTo>
                    <a:cubicBezTo>
                      <a:pt x="1155677" y="599924"/>
                      <a:pt x="1165342" y="608834"/>
                      <a:pt x="1173498" y="616326"/>
                    </a:cubicBezTo>
                    <a:cubicBezTo>
                      <a:pt x="1187640" y="629271"/>
                      <a:pt x="1197703" y="638581"/>
                      <a:pt x="1202757" y="646427"/>
                    </a:cubicBezTo>
                    <a:cubicBezTo>
                      <a:pt x="1176690" y="676395"/>
                      <a:pt x="1164810" y="697540"/>
                      <a:pt x="1160332" y="706850"/>
                    </a:cubicBezTo>
                    <a:cubicBezTo>
                      <a:pt x="1151732" y="705875"/>
                      <a:pt x="1143265" y="704944"/>
                      <a:pt x="1134931" y="704101"/>
                    </a:cubicBezTo>
                    <a:cubicBezTo>
                      <a:pt x="1130098" y="690980"/>
                      <a:pt x="1124202" y="679454"/>
                      <a:pt x="1117996" y="670853"/>
                    </a:cubicBezTo>
                    <a:cubicBezTo>
                      <a:pt x="1108820" y="658175"/>
                      <a:pt x="1099022" y="636807"/>
                      <a:pt x="1093304" y="623331"/>
                    </a:cubicBezTo>
                    <a:cubicBezTo>
                      <a:pt x="1112455" y="613223"/>
                      <a:pt x="1129611" y="601387"/>
                      <a:pt x="1144639" y="589152"/>
                    </a:cubicBezTo>
                    <a:close/>
                    <a:moveTo>
                      <a:pt x="1065419" y="637117"/>
                    </a:moveTo>
                    <a:cubicBezTo>
                      <a:pt x="1071803" y="651968"/>
                      <a:pt x="1082310" y="674489"/>
                      <a:pt x="1092860" y="689029"/>
                    </a:cubicBezTo>
                    <a:cubicBezTo>
                      <a:pt x="1095299" y="692354"/>
                      <a:pt x="1097648" y="696388"/>
                      <a:pt x="1099865" y="700821"/>
                    </a:cubicBezTo>
                    <a:cubicBezTo>
                      <a:pt x="1048086" y="696565"/>
                      <a:pt x="1001007" y="694925"/>
                      <a:pt x="958006" y="694969"/>
                    </a:cubicBezTo>
                    <a:cubicBezTo>
                      <a:pt x="990234" y="674577"/>
                      <a:pt x="1027827" y="655648"/>
                      <a:pt x="1065419" y="637117"/>
                    </a:cubicBezTo>
                    <a:close/>
                    <a:moveTo>
                      <a:pt x="1193359" y="710929"/>
                    </a:moveTo>
                    <a:cubicBezTo>
                      <a:pt x="1200230" y="699314"/>
                      <a:pt x="1213485" y="679852"/>
                      <a:pt x="1237424" y="654273"/>
                    </a:cubicBezTo>
                    <a:cubicBezTo>
                      <a:pt x="1245093" y="677946"/>
                      <a:pt x="1253560" y="700644"/>
                      <a:pt x="1263313" y="721479"/>
                    </a:cubicBezTo>
                    <a:cubicBezTo>
                      <a:pt x="1239241" y="717445"/>
                      <a:pt x="1215923" y="713943"/>
                      <a:pt x="1193359" y="710929"/>
                    </a:cubicBezTo>
                    <a:close/>
                    <a:moveTo>
                      <a:pt x="1335439" y="532319"/>
                    </a:moveTo>
                    <a:cubicBezTo>
                      <a:pt x="1355610" y="522965"/>
                      <a:pt x="1378529" y="514055"/>
                      <a:pt x="1403709" y="506917"/>
                    </a:cubicBezTo>
                    <a:cubicBezTo>
                      <a:pt x="1415634" y="503548"/>
                      <a:pt x="1430130" y="499293"/>
                      <a:pt x="1446267" y="494283"/>
                    </a:cubicBezTo>
                    <a:cubicBezTo>
                      <a:pt x="1461339" y="494461"/>
                      <a:pt x="1523092" y="495391"/>
                      <a:pt x="1581210" y="498184"/>
                    </a:cubicBezTo>
                    <a:cubicBezTo>
                      <a:pt x="1575492" y="500711"/>
                      <a:pt x="1569773" y="503238"/>
                      <a:pt x="1563966" y="505898"/>
                    </a:cubicBezTo>
                    <a:cubicBezTo>
                      <a:pt x="1427160" y="569025"/>
                      <a:pt x="1340936" y="584674"/>
                      <a:pt x="1299132" y="588132"/>
                    </a:cubicBezTo>
                    <a:cubicBezTo>
                      <a:pt x="1312565" y="571375"/>
                      <a:pt x="1325155" y="552755"/>
                      <a:pt x="1335439" y="532319"/>
                    </a:cubicBezTo>
                    <a:close/>
                    <a:moveTo>
                      <a:pt x="1730916" y="350296"/>
                    </a:moveTo>
                    <a:cubicBezTo>
                      <a:pt x="1760662" y="352912"/>
                      <a:pt x="1790009" y="356148"/>
                      <a:pt x="1818071" y="360182"/>
                    </a:cubicBezTo>
                    <a:cubicBezTo>
                      <a:pt x="1817938" y="375787"/>
                      <a:pt x="1817627" y="402606"/>
                      <a:pt x="1817095" y="427654"/>
                    </a:cubicBezTo>
                    <a:cubicBezTo>
                      <a:pt x="1769617" y="435411"/>
                      <a:pt x="1711987" y="448800"/>
                      <a:pt x="1648194" y="471586"/>
                    </a:cubicBezTo>
                    <a:cubicBezTo>
                      <a:pt x="1645889" y="471364"/>
                      <a:pt x="1643495" y="471142"/>
                      <a:pt x="1641101" y="470965"/>
                    </a:cubicBezTo>
                    <a:cubicBezTo>
                      <a:pt x="1642343" y="456557"/>
                      <a:pt x="1643894" y="436475"/>
                      <a:pt x="1645224" y="414399"/>
                    </a:cubicBezTo>
                    <a:cubicBezTo>
                      <a:pt x="1680822" y="394937"/>
                      <a:pt x="1711499" y="373392"/>
                      <a:pt x="1730916" y="350296"/>
                    </a:cubicBezTo>
                    <a:close/>
                    <a:moveTo>
                      <a:pt x="1647707" y="376895"/>
                    </a:moveTo>
                    <a:cubicBezTo>
                      <a:pt x="1649214" y="364659"/>
                      <a:pt x="1651696" y="353976"/>
                      <a:pt x="1654578" y="344799"/>
                    </a:cubicBezTo>
                    <a:cubicBezTo>
                      <a:pt x="1666370" y="345464"/>
                      <a:pt x="1678206" y="346218"/>
                      <a:pt x="1690043" y="347060"/>
                    </a:cubicBezTo>
                    <a:cubicBezTo>
                      <a:pt x="1680290" y="355350"/>
                      <a:pt x="1666592" y="365457"/>
                      <a:pt x="1647707" y="376895"/>
                    </a:cubicBezTo>
                    <a:close/>
                    <a:moveTo>
                      <a:pt x="1933021" y="368915"/>
                    </a:moveTo>
                    <a:cubicBezTo>
                      <a:pt x="2004482" y="368915"/>
                      <a:pt x="2086273" y="361068"/>
                      <a:pt x="2169349" y="348656"/>
                    </a:cubicBezTo>
                    <a:cubicBezTo>
                      <a:pt x="2158444" y="363019"/>
                      <a:pt x="2147051" y="377692"/>
                      <a:pt x="2136367" y="390815"/>
                    </a:cubicBezTo>
                    <a:cubicBezTo>
                      <a:pt x="2120142" y="410808"/>
                      <a:pt x="2101434" y="442637"/>
                      <a:pt x="2083569" y="475265"/>
                    </a:cubicBezTo>
                    <a:cubicBezTo>
                      <a:pt x="2065969" y="477881"/>
                      <a:pt x="2048991" y="481383"/>
                      <a:pt x="2032721" y="485727"/>
                    </a:cubicBezTo>
                    <a:cubicBezTo>
                      <a:pt x="1995306" y="434436"/>
                      <a:pt x="1936434" y="395514"/>
                      <a:pt x="1889399" y="368029"/>
                    </a:cubicBezTo>
                    <a:cubicBezTo>
                      <a:pt x="1889266" y="367940"/>
                      <a:pt x="1889133" y="367851"/>
                      <a:pt x="1889000" y="367762"/>
                    </a:cubicBezTo>
                    <a:cubicBezTo>
                      <a:pt x="1903186" y="368516"/>
                      <a:pt x="1917860" y="368915"/>
                      <a:pt x="1933021" y="368915"/>
                    </a:cubicBezTo>
                    <a:close/>
                    <a:moveTo>
                      <a:pt x="2529450" y="408281"/>
                    </a:moveTo>
                    <a:cubicBezTo>
                      <a:pt x="2547182" y="412625"/>
                      <a:pt x="2568771" y="418255"/>
                      <a:pt x="2589385" y="423664"/>
                    </a:cubicBezTo>
                    <a:cubicBezTo>
                      <a:pt x="2572229" y="447381"/>
                      <a:pt x="2555117" y="464360"/>
                      <a:pt x="2530824" y="475221"/>
                    </a:cubicBezTo>
                    <a:lnTo>
                      <a:pt x="2530114" y="474512"/>
                    </a:lnTo>
                    <a:cubicBezTo>
                      <a:pt x="2530070" y="474556"/>
                      <a:pt x="2529450" y="475176"/>
                      <a:pt x="2528430" y="476240"/>
                    </a:cubicBezTo>
                    <a:cubicBezTo>
                      <a:pt x="2481218" y="496233"/>
                      <a:pt x="2407052" y="494239"/>
                      <a:pt x="2255484" y="475088"/>
                    </a:cubicBezTo>
                    <a:cubicBezTo>
                      <a:pt x="2241298" y="473315"/>
                      <a:pt x="2227334" y="471940"/>
                      <a:pt x="2213592" y="471009"/>
                    </a:cubicBezTo>
                    <a:cubicBezTo>
                      <a:pt x="2189741" y="444233"/>
                      <a:pt x="2173738" y="416172"/>
                      <a:pt x="2166689" y="402606"/>
                    </a:cubicBezTo>
                    <a:cubicBezTo>
                      <a:pt x="2182471" y="382835"/>
                      <a:pt x="2199228" y="360670"/>
                      <a:pt x="2213326" y="341651"/>
                    </a:cubicBezTo>
                    <a:cubicBezTo>
                      <a:pt x="2264705" y="333051"/>
                      <a:pt x="2315996" y="322899"/>
                      <a:pt x="2365070" y="311994"/>
                    </a:cubicBezTo>
                    <a:cubicBezTo>
                      <a:pt x="2398939" y="352912"/>
                      <a:pt x="2463796" y="392144"/>
                      <a:pt x="2529450" y="408281"/>
                    </a:cubicBezTo>
                    <a:close/>
                    <a:moveTo>
                      <a:pt x="2027091" y="632640"/>
                    </a:moveTo>
                    <a:cubicBezTo>
                      <a:pt x="2036223" y="621158"/>
                      <a:pt x="2043272" y="611716"/>
                      <a:pt x="2047616" y="605554"/>
                    </a:cubicBezTo>
                    <a:cubicBezTo>
                      <a:pt x="2056039" y="593496"/>
                      <a:pt x="2068496" y="569911"/>
                      <a:pt x="2084234" y="539988"/>
                    </a:cubicBezTo>
                    <a:cubicBezTo>
                      <a:pt x="2090307" y="528462"/>
                      <a:pt x="2096735" y="516227"/>
                      <a:pt x="2103385" y="503903"/>
                    </a:cubicBezTo>
                    <a:cubicBezTo>
                      <a:pt x="2133530" y="500401"/>
                      <a:pt x="2165581" y="499470"/>
                      <a:pt x="2199317" y="501243"/>
                    </a:cubicBezTo>
                    <a:cubicBezTo>
                      <a:pt x="2207873" y="510021"/>
                      <a:pt x="2217227" y="518576"/>
                      <a:pt x="2227423" y="526423"/>
                    </a:cubicBezTo>
                    <a:cubicBezTo>
                      <a:pt x="2271177" y="560070"/>
                      <a:pt x="2325173" y="605288"/>
                      <a:pt x="2365913" y="659017"/>
                    </a:cubicBezTo>
                    <a:cubicBezTo>
                      <a:pt x="2353810" y="682823"/>
                      <a:pt x="2342595" y="710707"/>
                      <a:pt x="2333462" y="742492"/>
                    </a:cubicBezTo>
                    <a:cubicBezTo>
                      <a:pt x="2303761" y="742359"/>
                      <a:pt x="2277384" y="741340"/>
                      <a:pt x="2256282" y="738990"/>
                    </a:cubicBezTo>
                    <a:cubicBezTo>
                      <a:pt x="2214168" y="734380"/>
                      <a:pt x="2174181" y="731454"/>
                      <a:pt x="2136012" y="730124"/>
                    </a:cubicBezTo>
                    <a:cubicBezTo>
                      <a:pt x="2105291" y="679542"/>
                      <a:pt x="2069826" y="652234"/>
                      <a:pt x="2027091" y="632640"/>
                    </a:cubicBezTo>
                    <a:close/>
                    <a:moveTo>
                      <a:pt x="1746254" y="484974"/>
                    </a:moveTo>
                    <a:cubicBezTo>
                      <a:pt x="1737344" y="484442"/>
                      <a:pt x="1727724" y="483555"/>
                      <a:pt x="1717262" y="482092"/>
                    </a:cubicBezTo>
                    <a:cubicBezTo>
                      <a:pt x="1728345" y="478945"/>
                      <a:pt x="1739206" y="476063"/>
                      <a:pt x="1749712" y="473448"/>
                    </a:cubicBezTo>
                    <a:cubicBezTo>
                      <a:pt x="1748604" y="476994"/>
                      <a:pt x="1747451" y="480806"/>
                      <a:pt x="1746254" y="484974"/>
                    </a:cubicBezTo>
                    <a:close/>
                    <a:moveTo>
                      <a:pt x="1778572" y="485239"/>
                    </a:moveTo>
                    <a:cubicBezTo>
                      <a:pt x="1781276" y="476506"/>
                      <a:pt x="1783714" y="469547"/>
                      <a:pt x="1785221" y="465335"/>
                    </a:cubicBezTo>
                    <a:cubicBezTo>
                      <a:pt x="1795994" y="463118"/>
                      <a:pt x="1806323" y="461212"/>
                      <a:pt x="1816209" y="459528"/>
                    </a:cubicBezTo>
                    <a:cubicBezTo>
                      <a:pt x="1815898" y="468172"/>
                      <a:pt x="1815588" y="475487"/>
                      <a:pt x="1815233" y="480496"/>
                    </a:cubicBezTo>
                    <a:cubicBezTo>
                      <a:pt x="1815233" y="480496"/>
                      <a:pt x="1815233" y="480541"/>
                      <a:pt x="1815233" y="480541"/>
                    </a:cubicBezTo>
                    <a:cubicBezTo>
                      <a:pt x="1809426" y="481959"/>
                      <a:pt x="1797013" y="484397"/>
                      <a:pt x="1778572" y="485239"/>
                    </a:cubicBezTo>
                    <a:close/>
                    <a:moveTo>
                      <a:pt x="1848881" y="377648"/>
                    </a:moveTo>
                    <a:cubicBezTo>
                      <a:pt x="1856550" y="383766"/>
                      <a:pt x="1864795" y="389573"/>
                      <a:pt x="1873750" y="394804"/>
                    </a:cubicBezTo>
                    <a:cubicBezTo>
                      <a:pt x="1885498" y="401676"/>
                      <a:pt x="1898044" y="409300"/>
                      <a:pt x="1910767" y="417679"/>
                    </a:cubicBezTo>
                    <a:cubicBezTo>
                      <a:pt x="1894187" y="418389"/>
                      <a:pt x="1873085" y="419940"/>
                      <a:pt x="1848171" y="423087"/>
                    </a:cubicBezTo>
                    <a:cubicBezTo>
                      <a:pt x="1848526" y="407173"/>
                      <a:pt x="1848748" y="390992"/>
                      <a:pt x="1848881" y="377648"/>
                    </a:cubicBezTo>
                    <a:close/>
                    <a:moveTo>
                      <a:pt x="2049966" y="513301"/>
                    </a:moveTo>
                    <a:cubicBezTo>
                      <a:pt x="2054886" y="512104"/>
                      <a:pt x="2059896" y="510996"/>
                      <a:pt x="2064950" y="509976"/>
                    </a:cubicBezTo>
                    <a:cubicBezTo>
                      <a:pt x="2062157" y="515252"/>
                      <a:pt x="2059408" y="520438"/>
                      <a:pt x="2056749" y="525492"/>
                    </a:cubicBezTo>
                    <a:cubicBezTo>
                      <a:pt x="2056571" y="525802"/>
                      <a:pt x="2056394" y="526157"/>
                      <a:pt x="2056217" y="526467"/>
                    </a:cubicBezTo>
                    <a:cubicBezTo>
                      <a:pt x="2054354" y="522034"/>
                      <a:pt x="2052227" y="517646"/>
                      <a:pt x="2049966" y="513301"/>
                    </a:cubicBezTo>
                    <a:close/>
                    <a:moveTo>
                      <a:pt x="2146253" y="430003"/>
                    </a:moveTo>
                    <a:cubicBezTo>
                      <a:pt x="2152503" y="440908"/>
                      <a:pt x="2161148" y="454740"/>
                      <a:pt x="2172142" y="469369"/>
                    </a:cubicBezTo>
                    <a:cubicBezTo>
                      <a:pt x="2154764" y="469236"/>
                      <a:pt x="2137874" y="469768"/>
                      <a:pt x="2121427" y="471009"/>
                    </a:cubicBezTo>
                    <a:cubicBezTo>
                      <a:pt x="2129850" y="456114"/>
                      <a:pt x="2138273" y="442017"/>
                      <a:pt x="2146253" y="430003"/>
                    </a:cubicBezTo>
                    <a:close/>
                    <a:moveTo>
                      <a:pt x="2251627" y="505898"/>
                    </a:moveTo>
                    <a:cubicBezTo>
                      <a:pt x="2362144" y="519862"/>
                      <a:pt x="2434670" y="525004"/>
                      <a:pt x="2486670" y="518532"/>
                    </a:cubicBezTo>
                    <a:cubicBezTo>
                      <a:pt x="2465790" y="539324"/>
                      <a:pt x="2441896" y="562642"/>
                      <a:pt x="2425671" y="576827"/>
                    </a:cubicBezTo>
                    <a:cubicBezTo>
                      <a:pt x="2412017" y="588797"/>
                      <a:pt x="2396989" y="606529"/>
                      <a:pt x="2382404" y="629714"/>
                    </a:cubicBezTo>
                    <a:cubicBezTo>
                      <a:pt x="2342417" y="579975"/>
                      <a:pt x="2293121" y="538127"/>
                      <a:pt x="2251627" y="505898"/>
                    </a:cubicBezTo>
                    <a:close/>
                    <a:moveTo>
                      <a:pt x="1610114" y="468660"/>
                    </a:moveTo>
                    <a:cubicBezTo>
                      <a:pt x="1584535" y="467064"/>
                      <a:pt x="1556828" y="465956"/>
                      <a:pt x="1531471" y="465114"/>
                    </a:cubicBezTo>
                    <a:cubicBezTo>
                      <a:pt x="1558601" y="454873"/>
                      <a:pt x="1586530" y="443347"/>
                      <a:pt x="1613040" y="430713"/>
                    </a:cubicBezTo>
                    <a:cubicBezTo>
                      <a:pt x="1612020" y="445386"/>
                      <a:pt x="1611001" y="458508"/>
                      <a:pt x="1610114" y="468660"/>
                    </a:cubicBezTo>
                    <a:close/>
                    <a:moveTo>
                      <a:pt x="1577043" y="534092"/>
                    </a:moveTo>
                    <a:cubicBezTo>
                      <a:pt x="1602799" y="522212"/>
                      <a:pt x="1627979" y="511971"/>
                      <a:pt x="1652317" y="503105"/>
                    </a:cubicBezTo>
                    <a:cubicBezTo>
                      <a:pt x="1663843" y="504302"/>
                      <a:pt x="1673640" y="505632"/>
                      <a:pt x="1680866" y="507184"/>
                    </a:cubicBezTo>
                    <a:cubicBezTo>
                      <a:pt x="1702278" y="511705"/>
                      <a:pt x="1721518" y="514276"/>
                      <a:pt x="1738497" y="515562"/>
                    </a:cubicBezTo>
                    <a:cubicBezTo>
                      <a:pt x="1734108" y="535866"/>
                      <a:pt x="1730783" y="558430"/>
                      <a:pt x="1731093" y="579842"/>
                    </a:cubicBezTo>
                    <a:cubicBezTo>
                      <a:pt x="1707642" y="570621"/>
                      <a:pt x="1673020" y="558430"/>
                      <a:pt x="1652317" y="557544"/>
                    </a:cubicBezTo>
                    <a:cubicBezTo>
                      <a:pt x="1613395" y="555903"/>
                      <a:pt x="1586175" y="545131"/>
                      <a:pt x="1570748" y="536974"/>
                    </a:cubicBezTo>
                    <a:cubicBezTo>
                      <a:pt x="1572787" y="535999"/>
                      <a:pt x="1574871" y="535067"/>
                      <a:pt x="1577043" y="534092"/>
                    </a:cubicBezTo>
                    <a:close/>
                    <a:moveTo>
                      <a:pt x="1764120" y="600988"/>
                    </a:moveTo>
                    <a:cubicBezTo>
                      <a:pt x="1759110" y="575852"/>
                      <a:pt x="1763676" y="543712"/>
                      <a:pt x="1770060" y="516582"/>
                    </a:cubicBezTo>
                    <a:cubicBezTo>
                      <a:pt x="1786507" y="516360"/>
                      <a:pt x="1799673" y="514941"/>
                      <a:pt x="1809337" y="513346"/>
                    </a:cubicBezTo>
                    <a:cubicBezTo>
                      <a:pt x="1803308" y="539146"/>
                      <a:pt x="1791516" y="577626"/>
                      <a:pt x="1769040" y="619607"/>
                    </a:cubicBezTo>
                    <a:cubicBezTo>
                      <a:pt x="1767090" y="613578"/>
                      <a:pt x="1765405" y="607371"/>
                      <a:pt x="1764120" y="600988"/>
                    </a:cubicBezTo>
                    <a:close/>
                    <a:moveTo>
                      <a:pt x="1846176" y="482846"/>
                    </a:moveTo>
                    <a:cubicBezTo>
                      <a:pt x="1846664" y="476373"/>
                      <a:pt x="1847063" y="466443"/>
                      <a:pt x="1847418" y="454828"/>
                    </a:cubicBezTo>
                    <a:cubicBezTo>
                      <a:pt x="1910190" y="446494"/>
                      <a:pt x="1949113" y="448489"/>
                      <a:pt x="1949911" y="448533"/>
                    </a:cubicBezTo>
                    <a:cubicBezTo>
                      <a:pt x="1951019" y="448622"/>
                      <a:pt x="1952083" y="448533"/>
                      <a:pt x="1953147" y="448401"/>
                    </a:cubicBezTo>
                    <a:cubicBezTo>
                      <a:pt x="1970791" y="462631"/>
                      <a:pt x="1987370" y="478368"/>
                      <a:pt x="2001202" y="495525"/>
                    </a:cubicBezTo>
                    <a:cubicBezTo>
                      <a:pt x="1952837" y="512769"/>
                      <a:pt x="1911609" y="538437"/>
                      <a:pt x="1879159" y="572040"/>
                    </a:cubicBezTo>
                    <a:cubicBezTo>
                      <a:pt x="1878981" y="572217"/>
                      <a:pt x="1878893" y="572306"/>
                      <a:pt x="1878715" y="572483"/>
                    </a:cubicBezTo>
                    <a:cubicBezTo>
                      <a:pt x="1857259" y="559184"/>
                      <a:pt x="1843073" y="546372"/>
                      <a:pt x="1835227" y="538392"/>
                    </a:cubicBezTo>
                    <a:cubicBezTo>
                      <a:pt x="1842009" y="514498"/>
                      <a:pt x="1845290" y="494993"/>
                      <a:pt x="1846176" y="482846"/>
                    </a:cubicBezTo>
                    <a:close/>
                    <a:moveTo>
                      <a:pt x="2019422" y="522034"/>
                    </a:moveTo>
                    <a:cubicBezTo>
                      <a:pt x="2027047" y="535422"/>
                      <a:pt x="2032810" y="549564"/>
                      <a:pt x="2035957" y="564459"/>
                    </a:cubicBezTo>
                    <a:cubicBezTo>
                      <a:pt x="2035957" y="564503"/>
                      <a:pt x="2035957" y="564503"/>
                      <a:pt x="2036002" y="564548"/>
                    </a:cubicBezTo>
                    <a:cubicBezTo>
                      <a:pt x="2030460" y="574655"/>
                      <a:pt x="2025717" y="582768"/>
                      <a:pt x="2022215" y="587777"/>
                    </a:cubicBezTo>
                    <a:cubicBezTo>
                      <a:pt x="2017250" y="594870"/>
                      <a:pt x="2008605" y="606396"/>
                      <a:pt x="1997168" y="620449"/>
                    </a:cubicBezTo>
                    <a:cubicBezTo>
                      <a:pt x="1983469" y="615439"/>
                      <a:pt x="1969106" y="610785"/>
                      <a:pt x="1953989" y="606130"/>
                    </a:cubicBezTo>
                    <a:cubicBezTo>
                      <a:pt x="1936346" y="600722"/>
                      <a:pt x="1920830" y="594471"/>
                      <a:pt x="1907131" y="587910"/>
                    </a:cubicBezTo>
                    <a:cubicBezTo>
                      <a:pt x="1937099" y="558829"/>
                      <a:pt x="1975002" y="536752"/>
                      <a:pt x="2019422" y="522034"/>
                    </a:cubicBezTo>
                    <a:close/>
                    <a:moveTo>
                      <a:pt x="2099262" y="761200"/>
                    </a:moveTo>
                    <a:cubicBezTo>
                      <a:pt x="2097400" y="760890"/>
                      <a:pt x="2095583" y="760623"/>
                      <a:pt x="2093765" y="760313"/>
                    </a:cubicBezTo>
                    <a:cubicBezTo>
                      <a:pt x="2101656" y="760313"/>
                      <a:pt x="2109635" y="760402"/>
                      <a:pt x="2117748" y="760579"/>
                    </a:cubicBezTo>
                    <a:cubicBezTo>
                      <a:pt x="2118413" y="761820"/>
                      <a:pt x="2119078" y="763062"/>
                      <a:pt x="2119743" y="764348"/>
                    </a:cubicBezTo>
                    <a:cubicBezTo>
                      <a:pt x="2112871" y="763327"/>
                      <a:pt x="2106045" y="762264"/>
                      <a:pt x="2099262" y="761200"/>
                    </a:cubicBezTo>
                    <a:close/>
                    <a:moveTo>
                      <a:pt x="2386083" y="688231"/>
                    </a:moveTo>
                    <a:cubicBezTo>
                      <a:pt x="2396678" y="705210"/>
                      <a:pt x="2405677" y="722942"/>
                      <a:pt x="2412505" y="741295"/>
                    </a:cubicBezTo>
                    <a:cubicBezTo>
                      <a:pt x="2396457" y="741738"/>
                      <a:pt x="2380808" y="742093"/>
                      <a:pt x="2365780" y="742270"/>
                    </a:cubicBezTo>
                    <a:cubicBezTo>
                      <a:pt x="2371853" y="722454"/>
                      <a:pt x="2378724" y="704412"/>
                      <a:pt x="2386083" y="688231"/>
                    </a:cubicBezTo>
                    <a:close/>
                    <a:moveTo>
                      <a:pt x="2936541" y="260215"/>
                    </a:moveTo>
                    <a:cubicBezTo>
                      <a:pt x="2933349" y="265180"/>
                      <a:pt x="2927453" y="272451"/>
                      <a:pt x="2916814" y="282204"/>
                    </a:cubicBezTo>
                    <a:cubicBezTo>
                      <a:pt x="2912381" y="281406"/>
                      <a:pt x="2908479" y="280564"/>
                      <a:pt x="2905066" y="279721"/>
                    </a:cubicBezTo>
                    <a:cubicBezTo>
                      <a:pt x="2914021" y="273648"/>
                      <a:pt x="2924217" y="266865"/>
                      <a:pt x="2934768" y="260083"/>
                    </a:cubicBezTo>
                    <a:cubicBezTo>
                      <a:pt x="2935388" y="260171"/>
                      <a:pt x="2935964" y="260171"/>
                      <a:pt x="2936541" y="260215"/>
                    </a:cubicBezTo>
                    <a:close/>
                    <a:moveTo>
                      <a:pt x="2840032" y="624483"/>
                    </a:moveTo>
                    <a:cubicBezTo>
                      <a:pt x="2828905" y="604889"/>
                      <a:pt x="2808956" y="586536"/>
                      <a:pt x="2757399" y="539146"/>
                    </a:cubicBezTo>
                    <a:cubicBezTo>
                      <a:pt x="2744144" y="526955"/>
                      <a:pt x="2728673" y="512725"/>
                      <a:pt x="2710630" y="496012"/>
                    </a:cubicBezTo>
                    <a:cubicBezTo>
                      <a:pt x="2724816" y="479210"/>
                      <a:pt x="2753365" y="447558"/>
                      <a:pt x="2794150" y="412714"/>
                    </a:cubicBezTo>
                    <a:cubicBezTo>
                      <a:pt x="2830058" y="434348"/>
                      <a:pt x="2872527" y="458552"/>
                      <a:pt x="2908923" y="478413"/>
                    </a:cubicBezTo>
                    <a:cubicBezTo>
                      <a:pt x="2898859" y="502529"/>
                      <a:pt x="2889727" y="526512"/>
                      <a:pt x="2881304" y="548722"/>
                    </a:cubicBezTo>
                    <a:cubicBezTo>
                      <a:pt x="2878423" y="556258"/>
                      <a:pt x="2875674" y="563572"/>
                      <a:pt x="2872970" y="570488"/>
                    </a:cubicBezTo>
                    <a:cubicBezTo>
                      <a:pt x="2865390" y="590127"/>
                      <a:pt x="2853598" y="608258"/>
                      <a:pt x="2840032" y="624483"/>
                    </a:cubicBezTo>
                    <a:close/>
                    <a:moveTo>
                      <a:pt x="2867828" y="297852"/>
                    </a:moveTo>
                    <a:cubicBezTo>
                      <a:pt x="2871773" y="300601"/>
                      <a:pt x="2877714" y="303749"/>
                      <a:pt x="2886491" y="306763"/>
                    </a:cubicBezTo>
                    <a:cubicBezTo>
                      <a:pt x="2877669" y="313236"/>
                      <a:pt x="2867429" y="320328"/>
                      <a:pt x="2855415" y="328086"/>
                    </a:cubicBezTo>
                    <a:cubicBezTo>
                      <a:pt x="2831875" y="343336"/>
                      <a:pt x="2810508" y="359118"/>
                      <a:pt x="2791357" y="374545"/>
                    </a:cubicBezTo>
                    <a:cubicBezTo>
                      <a:pt x="2775930" y="365014"/>
                      <a:pt x="2762630" y="356414"/>
                      <a:pt x="2752922" y="349542"/>
                    </a:cubicBezTo>
                    <a:cubicBezTo>
                      <a:pt x="2742770" y="342361"/>
                      <a:pt x="2731156" y="334248"/>
                      <a:pt x="2719142" y="325825"/>
                    </a:cubicBezTo>
                    <a:cubicBezTo>
                      <a:pt x="2699503" y="312083"/>
                      <a:pt x="2678535" y="297542"/>
                      <a:pt x="2660714" y="285218"/>
                    </a:cubicBezTo>
                    <a:cubicBezTo>
                      <a:pt x="2746361" y="291203"/>
                      <a:pt x="2844643" y="296612"/>
                      <a:pt x="2867828" y="297852"/>
                    </a:cubicBezTo>
                    <a:close/>
                    <a:moveTo>
                      <a:pt x="2720871" y="364970"/>
                    </a:moveTo>
                    <a:cubicBezTo>
                      <a:pt x="2725791" y="368427"/>
                      <a:pt x="2730579" y="371797"/>
                      <a:pt x="2735057" y="374944"/>
                    </a:cubicBezTo>
                    <a:cubicBezTo>
                      <a:pt x="2743435" y="380840"/>
                      <a:pt x="2754119" y="387889"/>
                      <a:pt x="2766354" y="395558"/>
                    </a:cubicBezTo>
                    <a:cubicBezTo>
                      <a:pt x="2729559" y="427698"/>
                      <a:pt x="2703316" y="456557"/>
                      <a:pt x="2688775" y="473713"/>
                    </a:cubicBezTo>
                    <a:cubicBezTo>
                      <a:pt x="2683145" y="467286"/>
                      <a:pt x="2677958" y="460680"/>
                      <a:pt x="2673171" y="453986"/>
                    </a:cubicBezTo>
                    <a:cubicBezTo>
                      <a:pt x="2699503" y="416571"/>
                      <a:pt x="2715196" y="379599"/>
                      <a:pt x="2720871" y="364970"/>
                    </a:cubicBezTo>
                    <a:close/>
                    <a:moveTo>
                      <a:pt x="2979497" y="480496"/>
                    </a:moveTo>
                    <a:cubicBezTo>
                      <a:pt x="2970942" y="476240"/>
                      <a:pt x="2960479" y="470832"/>
                      <a:pt x="2948820" y="464582"/>
                    </a:cubicBezTo>
                    <a:cubicBezTo>
                      <a:pt x="2957376" y="445608"/>
                      <a:pt x="2966553" y="426944"/>
                      <a:pt x="2976439" y="409788"/>
                    </a:cubicBezTo>
                    <a:cubicBezTo>
                      <a:pt x="2986546" y="410143"/>
                      <a:pt x="3003924" y="411340"/>
                      <a:pt x="3025203" y="415374"/>
                    </a:cubicBezTo>
                    <a:cubicBezTo>
                      <a:pt x="3015007" y="440598"/>
                      <a:pt x="2991556" y="467596"/>
                      <a:pt x="2979497" y="480496"/>
                    </a:cubicBezTo>
                    <a:close/>
                    <a:moveTo>
                      <a:pt x="2995678" y="379732"/>
                    </a:moveTo>
                    <a:cubicBezTo>
                      <a:pt x="2998914" y="375210"/>
                      <a:pt x="3002195" y="370821"/>
                      <a:pt x="3005564" y="366743"/>
                    </a:cubicBezTo>
                    <a:lnTo>
                      <a:pt x="3011194" y="359960"/>
                    </a:lnTo>
                    <a:cubicBezTo>
                      <a:pt x="3025557" y="342627"/>
                      <a:pt x="3037615" y="328086"/>
                      <a:pt x="3047014" y="314565"/>
                    </a:cubicBezTo>
                    <a:cubicBezTo>
                      <a:pt x="3056234" y="313945"/>
                      <a:pt x="3064524" y="313413"/>
                      <a:pt x="3072016" y="312969"/>
                    </a:cubicBezTo>
                    <a:cubicBezTo>
                      <a:pt x="3062529" y="330924"/>
                      <a:pt x="3047678" y="359960"/>
                      <a:pt x="3036684" y="385584"/>
                    </a:cubicBezTo>
                    <a:cubicBezTo>
                      <a:pt x="3021035" y="382436"/>
                      <a:pt x="3007071" y="380663"/>
                      <a:pt x="2995678" y="379732"/>
                    </a:cubicBezTo>
                    <a:close/>
                    <a:moveTo>
                      <a:pt x="2987300" y="340144"/>
                    </a:moveTo>
                    <a:lnTo>
                      <a:pt x="2981670" y="346971"/>
                    </a:lnTo>
                    <a:cubicBezTo>
                      <a:pt x="2958352" y="375166"/>
                      <a:pt x="2938580" y="411739"/>
                      <a:pt x="2921380" y="449775"/>
                    </a:cubicBezTo>
                    <a:cubicBezTo>
                      <a:pt x="2889107" y="432087"/>
                      <a:pt x="2852179" y="411074"/>
                      <a:pt x="2819773" y="391790"/>
                    </a:cubicBezTo>
                    <a:cubicBezTo>
                      <a:pt x="2835865" y="379200"/>
                      <a:pt x="2853420" y="366477"/>
                      <a:pt x="2872350" y="354153"/>
                    </a:cubicBezTo>
                    <a:cubicBezTo>
                      <a:pt x="2893983" y="340100"/>
                      <a:pt x="2911937" y="327111"/>
                      <a:pt x="2926433" y="315097"/>
                    </a:cubicBezTo>
                    <a:cubicBezTo>
                      <a:pt x="2946515" y="317447"/>
                      <a:pt x="2972537" y="318466"/>
                      <a:pt x="3006318" y="317048"/>
                    </a:cubicBezTo>
                    <a:cubicBezTo>
                      <a:pt x="3000643" y="324052"/>
                      <a:pt x="2994348" y="331677"/>
                      <a:pt x="2987300" y="340144"/>
                    </a:cubicBezTo>
                    <a:close/>
                    <a:moveTo>
                      <a:pt x="2869158" y="266865"/>
                    </a:moveTo>
                    <a:cubicBezTo>
                      <a:pt x="2850450" y="265846"/>
                      <a:pt x="2785727" y="262299"/>
                      <a:pt x="2717546" y="257954"/>
                    </a:cubicBezTo>
                    <a:cubicBezTo>
                      <a:pt x="2775708" y="255827"/>
                      <a:pt x="2832540" y="256137"/>
                      <a:pt x="2882280" y="257778"/>
                    </a:cubicBezTo>
                    <a:cubicBezTo>
                      <a:pt x="2876738" y="261590"/>
                      <a:pt x="2872217" y="264693"/>
                      <a:pt x="2869158" y="266865"/>
                    </a:cubicBezTo>
                    <a:close/>
                    <a:moveTo>
                      <a:pt x="2694715" y="346661"/>
                    </a:moveTo>
                    <a:cubicBezTo>
                      <a:pt x="2694449" y="347193"/>
                      <a:pt x="2694139" y="347725"/>
                      <a:pt x="2693962" y="348345"/>
                    </a:cubicBezTo>
                    <a:cubicBezTo>
                      <a:pt x="2693785" y="348789"/>
                      <a:pt x="2683721" y="377516"/>
                      <a:pt x="2663639" y="411517"/>
                    </a:cubicBezTo>
                    <a:cubicBezTo>
                      <a:pt x="2659251" y="410320"/>
                      <a:pt x="2653222" y="408680"/>
                      <a:pt x="2645996" y="406729"/>
                    </a:cubicBezTo>
                    <a:cubicBezTo>
                      <a:pt x="2626845" y="364526"/>
                      <a:pt x="2619840" y="322855"/>
                      <a:pt x="2617491" y="293109"/>
                    </a:cubicBezTo>
                    <a:cubicBezTo>
                      <a:pt x="2636021" y="305921"/>
                      <a:pt x="2666211" y="326801"/>
                      <a:pt x="2694715" y="346661"/>
                    </a:cubicBezTo>
                    <a:close/>
                    <a:moveTo>
                      <a:pt x="2653399" y="479477"/>
                    </a:moveTo>
                    <a:cubicBezTo>
                      <a:pt x="2662974" y="491933"/>
                      <a:pt x="2673836" y="504080"/>
                      <a:pt x="2686248" y="515650"/>
                    </a:cubicBezTo>
                    <a:cubicBezTo>
                      <a:pt x="2705754" y="533782"/>
                      <a:pt x="2722333" y="548987"/>
                      <a:pt x="2736431" y="561977"/>
                    </a:cubicBezTo>
                    <a:cubicBezTo>
                      <a:pt x="2798272" y="618853"/>
                      <a:pt x="2809976" y="630113"/>
                      <a:pt x="2817246" y="648732"/>
                    </a:cubicBezTo>
                    <a:cubicBezTo>
                      <a:pt x="2809799" y="655825"/>
                      <a:pt x="2802218" y="662386"/>
                      <a:pt x="2794859" y="668371"/>
                    </a:cubicBezTo>
                    <a:cubicBezTo>
                      <a:pt x="2775043" y="636807"/>
                      <a:pt x="2744322" y="611051"/>
                      <a:pt x="2712581" y="584452"/>
                    </a:cubicBezTo>
                    <a:cubicBezTo>
                      <a:pt x="2705887" y="578822"/>
                      <a:pt x="2699060" y="573104"/>
                      <a:pt x="2692188" y="567252"/>
                    </a:cubicBezTo>
                    <a:cubicBezTo>
                      <a:pt x="2649720" y="530856"/>
                      <a:pt x="2643602" y="501598"/>
                      <a:pt x="2642892" y="491180"/>
                    </a:cubicBezTo>
                    <a:cubicBezTo>
                      <a:pt x="2646483" y="487279"/>
                      <a:pt x="2649986" y="483422"/>
                      <a:pt x="2653399" y="479477"/>
                    </a:cubicBezTo>
                    <a:close/>
                    <a:moveTo>
                      <a:pt x="2901963" y="581615"/>
                    </a:moveTo>
                    <a:cubicBezTo>
                      <a:pt x="2904667" y="574655"/>
                      <a:pt x="2907415" y="567340"/>
                      <a:pt x="2910341" y="559716"/>
                    </a:cubicBezTo>
                    <a:cubicBezTo>
                      <a:pt x="2918099" y="539368"/>
                      <a:pt x="2926788" y="516493"/>
                      <a:pt x="2936452" y="493219"/>
                    </a:cubicBezTo>
                    <a:cubicBezTo>
                      <a:pt x="2952677" y="501819"/>
                      <a:pt x="2966508" y="508868"/>
                      <a:pt x="2976217" y="513434"/>
                    </a:cubicBezTo>
                    <a:cubicBezTo>
                      <a:pt x="3023518" y="535599"/>
                      <a:pt x="3050383" y="561178"/>
                      <a:pt x="3056057" y="589417"/>
                    </a:cubicBezTo>
                    <a:cubicBezTo>
                      <a:pt x="3056323" y="590659"/>
                      <a:pt x="3056766" y="591811"/>
                      <a:pt x="3057254" y="592920"/>
                    </a:cubicBezTo>
                    <a:cubicBezTo>
                      <a:pt x="3054816" y="596111"/>
                      <a:pt x="3052422" y="599259"/>
                      <a:pt x="3050072" y="602362"/>
                    </a:cubicBezTo>
                    <a:cubicBezTo>
                      <a:pt x="3046836" y="606573"/>
                      <a:pt x="3043777" y="610652"/>
                      <a:pt x="3040763" y="614597"/>
                    </a:cubicBezTo>
                    <a:cubicBezTo>
                      <a:pt x="2973336" y="650195"/>
                      <a:pt x="2929625" y="660347"/>
                      <a:pt x="2864237" y="675464"/>
                    </a:cubicBezTo>
                    <a:cubicBezTo>
                      <a:pt x="2851603" y="678390"/>
                      <a:pt x="2838170" y="681493"/>
                      <a:pt x="2823630" y="684995"/>
                    </a:cubicBezTo>
                    <a:cubicBezTo>
                      <a:pt x="2853996" y="658840"/>
                      <a:pt x="2885693" y="623774"/>
                      <a:pt x="2901963" y="581615"/>
                    </a:cubicBezTo>
                    <a:close/>
                    <a:moveTo>
                      <a:pt x="3079996" y="563174"/>
                    </a:moveTo>
                    <a:cubicBezTo>
                      <a:pt x="3068425" y="537373"/>
                      <a:pt x="3044797" y="514853"/>
                      <a:pt x="3008401" y="494948"/>
                    </a:cubicBezTo>
                    <a:cubicBezTo>
                      <a:pt x="3023430" y="478102"/>
                      <a:pt x="3045817" y="450041"/>
                      <a:pt x="3055658" y="422644"/>
                    </a:cubicBezTo>
                    <a:cubicBezTo>
                      <a:pt x="3086690" y="431643"/>
                      <a:pt x="3121490" y="446849"/>
                      <a:pt x="3152698" y="472428"/>
                    </a:cubicBezTo>
                    <a:cubicBezTo>
                      <a:pt x="3127208" y="502484"/>
                      <a:pt x="3102383" y="534092"/>
                      <a:pt x="3079996" y="563174"/>
                    </a:cubicBezTo>
                    <a:close/>
                    <a:moveTo>
                      <a:pt x="3173135" y="448755"/>
                    </a:moveTo>
                    <a:cubicBezTo>
                      <a:pt x="3138912" y="420251"/>
                      <a:pt x="3101097" y="403272"/>
                      <a:pt x="3067184" y="393208"/>
                    </a:cubicBezTo>
                    <a:cubicBezTo>
                      <a:pt x="3082611" y="358231"/>
                      <a:pt x="3104998" y="317004"/>
                      <a:pt x="3108013" y="311462"/>
                    </a:cubicBezTo>
                    <a:cubicBezTo>
                      <a:pt x="3125435" y="311285"/>
                      <a:pt x="3134479" y="312615"/>
                      <a:pt x="3140685" y="316028"/>
                    </a:cubicBezTo>
                    <a:cubicBezTo>
                      <a:pt x="3141793" y="317801"/>
                      <a:pt x="3143300" y="319398"/>
                      <a:pt x="3145162" y="320639"/>
                    </a:cubicBezTo>
                    <a:cubicBezTo>
                      <a:pt x="3146049" y="321215"/>
                      <a:pt x="3146936" y="321658"/>
                      <a:pt x="3147867" y="322057"/>
                    </a:cubicBezTo>
                    <a:cubicBezTo>
                      <a:pt x="3149773" y="324274"/>
                      <a:pt x="3151635" y="326889"/>
                      <a:pt x="3153807" y="329904"/>
                    </a:cubicBezTo>
                    <a:cubicBezTo>
                      <a:pt x="3155802" y="332697"/>
                      <a:pt x="3158018" y="335800"/>
                      <a:pt x="3160501" y="339169"/>
                    </a:cubicBezTo>
                    <a:cubicBezTo>
                      <a:pt x="3178189" y="362797"/>
                      <a:pt x="3211747" y="376363"/>
                      <a:pt x="3237016" y="383633"/>
                    </a:cubicBezTo>
                    <a:cubicBezTo>
                      <a:pt x="3216491" y="401809"/>
                      <a:pt x="3194813" y="424329"/>
                      <a:pt x="3173135" y="448755"/>
                    </a:cubicBezTo>
                    <a:close/>
                    <a:moveTo>
                      <a:pt x="3029370" y="284642"/>
                    </a:moveTo>
                    <a:cubicBezTo>
                      <a:pt x="3028217" y="284731"/>
                      <a:pt x="3027153" y="284775"/>
                      <a:pt x="3026001" y="284864"/>
                    </a:cubicBezTo>
                    <a:cubicBezTo>
                      <a:pt x="2997452" y="286770"/>
                      <a:pt x="2974444" y="286991"/>
                      <a:pt x="2955958" y="286193"/>
                    </a:cubicBezTo>
                    <a:cubicBezTo>
                      <a:pt x="2962873" y="277682"/>
                      <a:pt x="2967395" y="269791"/>
                      <a:pt x="2969700" y="262432"/>
                    </a:cubicBezTo>
                    <a:cubicBezTo>
                      <a:pt x="2985970" y="263673"/>
                      <a:pt x="3000244" y="265004"/>
                      <a:pt x="3011992" y="266377"/>
                    </a:cubicBezTo>
                    <a:lnTo>
                      <a:pt x="3019129" y="267220"/>
                    </a:lnTo>
                    <a:cubicBezTo>
                      <a:pt x="3024759" y="267885"/>
                      <a:pt x="3030522" y="268550"/>
                      <a:pt x="3036330" y="269215"/>
                    </a:cubicBezTo>
                    <a:cubicBezTo>
                      <a:pt x="3034734" y="274224"/>
                      <a:pt x="3032384" y="279322"/>
                      <a:pt x="3029370" y="284642"/>
                    </a:cubicBezTo>
                    <a:close/>
                    <a:moveTo>
                      <a:pt x="2578967" y="278967"/>
                    </a:moveTo>
                    <a:cubicBezTo>
                      <a:pt x="2581095" y="279145"/>
                      <a:pt x="2583223" y="279367"/>
                      <a:pt x="2585440" y="279544"/>
                    </a:cubicBezTo>
                    <a:cubicBezTo>
                      <a:pt x="2586326" y="307472"/>
                      <a:pt x="2590892" y="350385"/>
                      <a:pt x="2607782" y="396312"/>
                    </a:cubicBezTo>
                    <a:cubicBezTo>
                      <a:pt x="2607738" y="396356"/>
                      <a:pt x="2607694" y="396401"/>
                      <a:pt x="2607694" y="396489"/>
                    </a:cubicBezTo>
                    <a:cubicBezTo>
                      <a:pt x="2583977" y="390194"/>
                      <a:pt x="2557821" y="383367"/>
                      <a:pt x="2536897" y="378224"/>
                    </a:cubicBezTo>
                    <a:cubicBezTo>
                      <a:pt x="2480907" y="364482"/>
                      <a:pt x="2429971" y="333849"/>
                      <a:pt x="2399959" y="304103"/>
                    </a:cubicBezTo>
                    <a:cubicBezTo>
                      <a:pt x="2420174" y="299360"/>
                      <a:pt x="2439901" y="294528"/>
                      <a:pt x="2458963" y="289651"/>
                    </a:cubicBezTo>
                    <a:cubicBezTo>
                      <a:pt x="2476119" y="285263"/>
                      <a:pt x="2494295" y="281361"/>
                      <a:pt x="2513136" y="277992"/>
                    </a:cubicBezTo>
                    <a:cubicBezTo>
                      <a:pt x="2537474" y="277061"/>
                      <a:pt x="2559329" y="277195"/>
                      <a:pt x="2578967" y="278967"/>
                    </a:cubicBezTo>
                    <a:close/>
                    <a:moveTo>
                      <a:pt x="1908772" y="337263"/>
                    </a:moveTo>
                    <a:cubicBezTo>
                      <a:pt x="1885010" y="336642"/>
                      <a:pt x="1864086" y="335135"/>
                      <a:pt x="1846265" y="332874"/>
                    </a:cubicBezTo>
                    <a:cubicBezTo>
                      <a:pt x="1834118" y="319841"/>
                      <a:pt x="1824676" y="306763"/>
                      <a:pt x="1817982" y="296257"/>
                    </a:cubicBezTo>
                    <a:cubicBezTo>
                      <a:pt x="1872864" y="294217"/>
                      <a:pt x="1927302" y="293951"/>
                      <a:pt x="1980056" y="294439"/>
                    </a:cubicBezTo>
                    <a:cubicBezTo>
                      <a:pt x="1948005" y="313501"/>
                      <a:pt x="1918746" y="331189"/>
                      <a:pt x="1908772" y="337263"/>
                    </a:cubicBezTo>
                    <a:close/>
                    <a:moveTo>
                      <a:pt x="1782783" y="297852"/>
                    </a:moveTo>
                    <a:cubicBezTo>
                      <a:pt x="1786640" y="304946"/>
                      <a:pt x="1792713" y="315097"/>
                      <a:pt x="1800959" y="326535"/>
                    </a:cubicBezTo>
                    <a:cubicBezTo>
                      <a:pt x="1757958" y="321082"/>
                      <a:pt x="1712607" y="317225"/>
                      <a:pt x="1667966" y="314521"/>
                    </a:cubicBezTo>
                    <a:cubicBezTo>
                      <a:pt x="1670537" y="310221"/>
                      <a:pt x="1672488" y="307561"/>
                      <a:pt x="1673286" y="306542"/>
                    </a:cubicBezTo>
                    <a:cubicBezTo>
                      <a:pt x="1709548" y="302552"/>
                      <a:pt x="1746166" y="299759"/>
                      <a:pt x="1782783" y="297852"/>
                    </a:cubicBezTo>
                    <a:close/>
                    <a:moveTo>
                      <a:pt x="1633831" y="312659"/>
                    </a:moveTo>
                    <a:cubicBezTo>
                      <a:pt x="1631615" y="312571"/>
                      <a:pt x="1629398" y="312437"/>
                      <a:pt x="1627226" y="312349"/>
                    </a:cubicBezTo>
                    <a:cubicBezTo>
                      <a:pt x="1629620" y="311994"/>
                      <a:pt x="1632058" y="311684"/>
                      <a:pt x="1634496" y="311374"/>
                    </a:cubicBezTo>
                    <a:cubicBezTo>
                      <a:pt x="1634274" y="311772"/>
                      <a:pt x="1634053" y="312172"/>
                      <a:pt x="1633831" y="312659"/>
                    </a:cubicBezTo>
                    <a:close/>
                    <a:moveTo>
                      <a:pt x="1622704" y="343203"/>
                    </a:moveTo>
                    <a:cubicBezTo>
                      <a:pt x="1619069" y="356458"/>
                      <a:pt x="1616320" y="371885"/>
                      <a:pt x="1615478" y="389573"/>
                    </a:cubicBezTo>
                    <a:cubicBezTo>
                      <a:pt x="1615389" y="391391"/>
                      <a:pt x="1615301" y="393253"/>
                      <a:pt x="1615212" y="395070"/>
                    </a:cubicBezTo>
                    <a:cubicBezTo>
                      <a:pt x="1567556" y="419630"/>
                      <a:pt x="1497513" y="448223"/>
                      <a:pt x="1395331" y="477127"/>
                    </a:cubicBezTo>
                    <a:cubicBezTo>
                      <a:pt x="1379992" y="481471"/>
                      <a:pt x="1365496" y="486392"/>
                      <a:pt x="1351886" y="491668"/>
                    </a:cubicBezTo>
                    <a:cubicBezTo>
                      <a:pt x="1361683" y="459173"/>
                      <a:pt x="1364831" y="422866"/>
                      <a:pt x="1356940" y="382791"/>
                    </a:cubicBezTo>
                    <a:cubicBezTo>
                      <a:pt x="1376446" y="377161"/>
                      <a:pt x="1395951" y="370821"/>
                      <a:pt x="1415324" y="363596"/>
                    </a:cubicBezTo>
                    <a:cubicBezTo>
                      <a:pt x="1439927" y="354419"/>
                      <a:pt x="1465329" y="346484"/>
                      <a:pt x="1491351" y="339524"/>
                    </a:cubicBezTo>
                    <a:cubicBezTo>
                      <a:pt x="1530496" y="339967"/>
                      <a:pt x="1575624" y="341031"/>
                      <a:pt x="1622704" y="343203"/>
                    </a:cubicBezTo>
                    <a:close/>
                    <a:moveTo>
                      <a:pt x="1150358" y="388022"/>
                    </a:moveTo>
                    <a:cubicBezTo>
                      <a:pt x="1145481" y="383810"/>
                      <a:pt x="1141092" y="380353"/>
                      <a:pt x="1137324" y="377604"/>
                    </a:cubicBezTo>
                    <a:cubicBezTo>
                      <a:pt x="1161174" y="357699"/>
                      <a:pt x="1183207" y="342804"/>
                      <a:pt x="1198501" y="338016"/>
                    </a:cubicBezTo>
                    <a:cubicBezTo>
                      <a:pt x="1198989" y="337883"/>
                      <a:pt x="1199388" y="337618"/>
                      <a:pt x="1199831" y="337440"/>
                    </a:cubicBezTo>
                    <a:cubicBezTo>
                      <a:pt x="1279139" y="337750"/>
                      <a:pt x="1353659" y="338415"/>
                      <a:pt x="1380169" y="338726"/>
                    </a:cubicBezTo>
                    <a:cubicBezTo>
                      <a:pt x="1383716" y="338770"/>
                      <a:pt x="1387839" y="338814"/>
                      <a:pt x="1392360" y="338814"/>
                    </a:cubicBezTo>
                    <a:cubicBezTo>
                      <a:pt x="1310038" y="367807"/>
                      <a:pt x="1223991" y="381727"/>
                      <a:pt x="1150358" y="388022"/>
                    </a:cubicBezTo>
                    <a:close/>
                    <a:moveTo>
                      <a:pt x="1138521" y="337263"/>
                    </a:moveTo>
                    <a:cubicBezTo>
                      <a:pt x="1118085" y="352424"/>
                      <a:pt x="1096141" y="371752"/>
                      <a:pt x="1075261" y="392189"/>
                    </a:cubicBezTo>
                    <a:cubicBezTo>
                      <a:pt x="1055223" y="392721"/>
                      <a:pt x="1037136" y="392765"/>
                      <a:pt x="1021399" y="392499"/>
                    </a:cubicBezTo>
                    <a:cubicBezTo>
                      <a:pt x="1054558" y="374323"/>
                      <a:pt x="1081379" y="355394"/>
                      <a:pt x="1102924" y="337218"/>
                    </a:cubicBezTo>
                    <a:cubicBezTo>
                      <a:pt x="1114538" y="337218"/>
                      <a:pt x="1126463" y="337218"/>
                      <a:pt x="1138521" y="337263"/>
                    </a:cubicBezTo>
                    <a:close/>
                    <a:moveTo>
                      <a:pt x="870807" y="553864"/>
                    </a:moveTo>
                    <a:cubicBezTo>
                      <a:pt x="879008" y="553864"/>
                      <a:pt x="886987" y="553819"/>
                      <a:pt x="894568" y="553731"/>
                    </a:cubicBezTo>
                    <a:cubicBezTo>
                      <a:pt x="881091" y="560425"/>
                      <a:pt x="866639" y="566809"/>
                      <a:pt x="851390" y="572704"/>
                    </a:cubicBezTo>
                    <a:cubicBezTo>
                      <a:pt x="849794" y="566498"/>
                      <a:pt x="848109" y="560159"/>
                      <a:pt x="846336" y="553687"/>
                    </a:cubicBezTo>
                    <a:cubicBezTo>
                      <a:pt x="854537" y="553819"/>
                      <a:pt x="862783" y="553864"/>
                      <a:pt x="870807" y="553864"/>
                    </a:cubicBezTo>
                    <a:close/>
                    <a:moveTo>
                      <a:pt x="1111258" y="733005"/>
                    </a:moveTo>
                    <a:cubicBezTo>
                      <a:pt x="1114627" y="747103"/>
                      <a:pt x="1116267" y="762264"/>
                      <a:pt x="1115159" y="776272"/>
                    </a:cubicBezTo>
                    <a:cubicBezTo>
                      <a:pt x="1045914" y="768470"/>
                      <a:pt x="974186" y="753929"/>
                      <a:pt x="902548" y="737749"/>
                    </a:cubicBezTo>
                    <a:cubicBezTo>
                      <a:pt x="906271" y="734025"/>
                      <a:pt x="910305" y="730301"/>
                      <a:pt x="914473" y="726710"/>
                    </a:cubicBezTo>
                    <a:cubicBezTo>
                      <a:pt x="971527" y="725114"/>
                      <a:pt x="1036560" y="726267"/>
                      <a:pt x="1111258" y="733005"/>
                    </a:cubicBezTo>
                    <a:close/>
                    <a:moveTo>
                      <a:pt x="1332469" y="770377"/>
                    </a:moveTo>
                    <a:cubicBezTo>
                      <a:pt x="1330696" y="768603"/>
                      <a:pt x="1328923" y="766741"/>
                      <a:pt x="1327194" y="764835"/>
                    </a:cubicBezTo>
                    <a:cubicBezTo>
                      <a:pt x="1332691" y="765943"/>
                      <a:pt x="1338232" y="767052"/>
                      <a:pt x="1343818" y="768204"/>
                    </a:cubicBezTo>
                    <a:cubicBezTo>
                      <a:pt x="1340005" y="768958"/>
                      <a:pt x="1336237" y="769667"/>
                      <a:pt x="1332469" y="770377"/>
                    </a:cubicBezTo>
                    <a:close/>
                    <a:moveTo>
                      <a:pt x="1763012" y="687256"/>
                    </a:moveTo>
                    <a:cubicBezTo>
                      <a:pt x="1768376" y="700333"/>
                      <a:pt x="1773075" y="713766"/>
                      <a:pt x="1776178" y="728617"/>
                    </a:cubicBezTo>
                    <a:cubicBezTo>
                      <a:pt x="1760396" y="728129"/>
                      <a:pt x="1744969" y="727863"/>
                      <a:pt x="1729985" y="727775"/>
                    </a:cubicBezTo>
                    <a:cubicBezTo>
                      <a:pt x="1742132" y="714563"/>
                      <a:pt x="1753126" y="700954"/>
                      <a:pt x="1763012" y="687256"/>
                    </a:cubicBezTo>
                    <a:close/>
                    <a:moveTo>
                      <a:pt x="1783670" y="656534"/>
                    </a:moveTo>
                    <a:cubicBezTo>
                      <a:pt x="1783625" y="656446"/>
                      <a:pt x="1783625" y="656401"/>
                      <a:pt x="1783581" y="656313"/>
                    </a:cubicBezTo>
                    <a:cubicBezTo>
                      <a:pt x="1801624" y="626611"/>
                      <a:pt x="1814967" y="597353"/>
                      <a:pt x="1824587" y="571108"/>
                    </a:cubicBezTo>
                    <a:cubicBezTo>
                      <a:pt x="1846221" y="590260"/>
                      <a:pt x="1884877" y="617346"/>
                      <a:pt x="1944813" y="635832"/>
                    </a:cubicBezTo>
                    <a:cubicBezTo>
                      <a:pt x="1955718" y="639201"/>
                      <a:pt x="1966047" y="642481"/>
                      <a:pt x="1975800" y="645895"/>
                    </a:cubicBezTo>
                    <a:cubicBezTo>
                      <a:pt x="1951551" y="673868"/>
                      <a:pt x="1920564" y="706495"/>
                      <a:pt x="1887138" y="735000"/>
                    </a:cubicBezTo>
                    <a:cubicBezTo>
                      <a:pt x="1859609" y="732740"/>
                      <a:pt x="1833232" y="731011"/>
                      <a:pt x="1807874" y="729858"/>
                    </a:cubicBezTo>
                    <a:cubicBezTo>
                      <a:pt x="1802998" y="701132"/>
                      <a:pt x="1792935" y="677946"/>
                      <a:pt x="1783670" y="656534"/>
                    </a:cubicBezTo>
                    <a:close/>
                    <a:moveTo>
                      <a:pt x="1840413" y="762707"/>
                    </a:moveTo>
                    <a:cubicBezTo>
                      <a:pt x="1830262" y="765323"/>
                      <a:pt x="1820509" y="767716"/>
                      <a:pt x="1810889" y="769977"/>
                    </a:cubicBezTo>
                    <a:cubicBezTo>
                      <a:pt x="1810933" y="766963"/>
                      <a:pt x="1810933" y="763993"/>
                      <a:pt x="1810889" y="761067"/>
                    </a:cubicBezTo>
                    <a:cubicBezTo>
                      <a:pt x="1820553" y="761510"/>
                      <a:pt x="1830439" y="762087"/>
                      <a:pt x="1840413" y="762707"/>
                    </a:cubicBezTo>
                    <a:close/>
                    <a:moveTo>
                      <a:pt x="2357357" y="773479"/>
                    </a:moveTo>
                    <a:cubicBezTo>
                      <a:pt x="2400712" y="773125"/>
                      <a:pt x="2449521" y="771307"/>
                      <a:pt x="2500501" y="769179"/>
                    </a:cubicBezTo>
                    <a:cubicBezTo>
                      <a:pt x="2450186" y="777159"/>
                      <a:pt x="2401776" y="781016"/>
                      <a:pt x="2355362" y="781902"/>
                    </a:cubicBezTo>
                    <a:cubicBezTo>
                      <a:pt x="2355983" y="779021"/>
                      <a:pt x="2356692" y="776272"/>
                      <a:pt x="2357357" y="773479"/>
                    </a:cubicBezTo>
                    <a:close/>
                    <a:moveTo>
                      <a:pt x="2573781" y="734956"/>
                    </a:moveTo>
                    <a:cubicBezTo>
                      <a:pt x="2574047" y="732473"/>
                      <a:pt x="2574313" y="729902"/>
                      <a:pt x="2574579" y="727286"/>
                    </a:cubicBezTo>
                    <a:cubicBezTo>
                      <a:pt x="2580519" y="668858"/>
                      <a:pt x="2589784" y="577448"/>
                      <a:pt x="2619042" y="522832"/>
                    </a:cubicBezTo>
                    <a:cubicBezTo>
                      <a:pt x="2626667" y="541451"/>
                      <a:pt x="2641917" y="565035"/>
                      <a:pt x="2671974" y="590792"/>
                    </a:cubicBezTo>
                    <a:cubicBezTo>
                      <a:pt x="2678934" y="596732"/>
                      <a:pt x="2685849" y="602540"/>
                      <a:pt x="2692632" y="608258"/>
                    </a:cubicBezTo>
                    <a:cubicBezTo>
                      <a:pt x="2725038" y="635433"/>
                      <a:pt x="2753232" y="659105"/>
                      <a:pt x="2769945" y="687078"/>
                    </a:cubicBezTo>
                    <a:cubicBezTo>
                      <a:pt x="2754740" y="697629"/>
                      <a:pt x="2742593" y="704633"/>
                      <a:pt x="2737406" y="707515"/>
                    </a:cubicBezTo>
                    <a:cubicBezTo>
                      <a:pt x="2713290" y="714342"/>
                      <a:pt x="2686559" y="722321"/>
                      <a:pt x="2656591" y="731897"/>
                    </a:cubicBezTo>
                    <a:cubicBezTo>
                      <a:pt x="2629549" y="732651"/>
                      <a:pt x="2601709" y="733759"/>
                      <a:pt x="2573781" y="734956"/>
                    </a:cubicBezTo>
                    <a:close/>
                    <a:moveTo>
                      <a:pt x="2784574" y="726710"/>
                    </a:moveTo>
                    <a:cubicBezTo>
                      <a:pt x="2784796" y="728085"/>
                      <a:pt x="2784929" y="729459"/>
                      <a:pt x="2785062" y="730877"/>
                    </a:cubicBezTo>
                    <a:cubicBezTo>
                      <a:pt x="2780230" y="730744"/>
                      <a:pt x="2775353" y="730611"/>
                      <a:pt x="2770344" y="730523"/>
                    </a:cubicBezTo>
                    <a:cubicBezTo>
                      <a:pt x="2775221" y="729193"/>
                      <a:pt x="2779964" y="727951"/>
                      <a:pt x="2784574" y="726710"/>
                    </a:cubicBezTo>
                    <a:close/>
                    <a:moveTo>
                      <a:pt x="2816493" y="732074"/>
                    </a:moveTo>
                    <a:cubicBezTo>
                      <a:pt x="2816138" y="727597"/>
                      <a:pt x="2815562" y="723253"/>
                      <a:pt x="2814808" y="719041"/>
                    </a:cubicBezTo>
                    <a:cubicBezTo>
                      <a:pt x="2835555" y="713899"/>
                      <a:pt x="2854130" y="709598"/>
                      <a:pt x="2871197" y="705653"/>
                    </a:cubicBezTo>
                    <a:cubicBezTo>
                      <a:pt x="2918498" y="694703"/>
                      <a:pt x="2954849" y="686325"/>
                      <a:pt x="2996565" y="669524"/>
                    </a:cubicBezTo>
                    <a:cubicBezTo>
                      <a:pt x="2965400" y="705033"/>
                      <a:pt x="2937605" y="735709"/>
                      <a:pt x="2816493" y="732074"/>
                    </a:cubicBezTo>
                    <a:close/>
                    <a:moveTo>
                      <a:pt x="3110673" y="574212"/>
                    </a:moveTo>
                    <a:cubicBezTo>
                      <a:pt x="3130932" y="548057"/>
                      <a:pt x="3152964" y="520217"/>
                      <a:pt x="3175307" y="493707"/>
                    </a:cubicBezTo>
                    <a:cubicBezTo>
                      <a:pt x="3182001" y="500888"/>
                      <a:pt x="3188385" y="508691"/>
                      <a:pt x="3194414" y="517158"/>
                    </a:cubicBezTo>
                    <a:cubicBezTo>
                      <a:pt x="3166308" y="537949"/>
                      <a:pt x="3138114" y="557056"/>
                      <a:pt x="3110673" y="574212"/>
                    </a:cubicBezTo>
                    <a:close/>
                    <a:moveTo>
                      <a:pt x="3195744" y="469990"/>
                    </a:moveTo>
                    <a:cubicBezTo>
                      <a:pt x="3225401" y="436431"/>
                      <a:pt x="3254881" y="406818"/>
                      <a:pt x="3280815" y="388111"/>
                    </a:cubicBezTo>
                    <a:cubicBezTo>
                      <a:pt x="3308699" y="367984"/>
                      <a:pt x="3342524" y="347680"/>
                      <a:pt x="3381668" y="324185"/>
                    </a:cubicBezTo>
                    <a:cubicBezTo>
                      <a:pt x="3390002" y="319176"/>
                      <a:pt x="3398602" y="313989"/>
                      <a:pt x="3407336" y="308714"/>
                    </a:cubicBezTo>
                    <a:cubicBezTo>
                      <a:pt x="3356178" y="379377"/>
                      <a:pt x="3288839" y="443923"/>
                      <a:pt x="3219106" y="498317"/>
                    </a:cubicBezTo>
                    <a:cubicBezTo>
                      <a:pt x="3211792" y="488032"/>
                      <a:pt x="3203945" y="478634"/>
                      <a:pt x="3195744" y="469990"/>
                    </a:cubicBezTo>
                    <a:close/>
                    <a:moveTo>
                      <a:pt x="3446524" y="248069"/>
                    </a:moveTo>
                    <a:cubicBezTo>
                      <a:pt x="3418330" y="266023"/>
                      <a:pt x="3391066" y="282381"/>
                      <a:pt x="3365709" y="297587"/>
                    </a:cubicBezTo>
                    <a:cubicBezTo>
                      <a:pt x="3329889" y="319087"/>
                      <a:pt x="3296021" y="339435"/>
                      <a:pt x="3268003" y="359162"/>
                    </a:cubicBezTo>
                    <a:cubicBezTo>
                      <a:pt x="3246281" y="355128"/>
                      <a:pt x="3202172" y="342937"/>
                      <a:pt x="3185370" y="320506"/>
                    </a:cubicBezTo>
                    <a:cubicBezTo>
                      <a:pt x="3185016" y="320062"/>
                      <a:pt x="3184750" y="319663"/>
                      <a:pt x="3184440" y="319220"/>
                    </a:cubicBezTo>
                    <a:cubicBezTo>
                      <a:pt x="3213077" y="315319"/>
                      <a:pt x="3256655" y="304724"/>
                      <a:pt x="3286755" y="267309"/>
                    </a:cubicBezTo>
                    <a:cubicBezTo>
                      <a:pt x="3286800" y="267264"/>
                      <a:pt x="3286844" y="267220"/>
                      <a:pt x="3286844" y="267176"/>
                    </a:cubicBezTo>
                    <a:cubicBezTo>
                      <a:pt x="3342036" y="257733"/>
                      <a:pt x="3402504" y="240754"/>
                      <a:pt x="3468867" y="212250"/>
                    </a:cubicBezTo>
                    <a:cubicBezTo>
                      <a:pt x="3461419" y="223642"/>
                      <a:pt x="3453972" y="235612"/>
                      <a:pt x="3446524" y="248069"/>
                    </a:cubicBezTo>
                    <a:close/>
                    <a:moveTo>
                      <a:pt x="2111231" y="296700"/>
                    </a:moveTo>
                    <a:cubicBezTo>
                      <a:pt x="2144923" y="297409"/>
                      <a:pt x="2177151" y="297188"/>
                      <a:pt x="2208050" y="296434"/>
                    </a:cubicBezTo>
                    <a:cubicBezTo>
                      <a:pt x="2204459" y="301399"/>
                      <a:pt x="2200248" y="307162"/>
                      <a:pt x="2195593" y="313457"/>
                    </a:cubicBezTo>
                    <a:cubicBezTo>
                      <a:pt x="2107419" y="327688"/>
                      <a:pt x="2031657" y="334869"/>
                      <a:pt x="1969461" y="336908"/>
                    </a:cubicBezTo>
                    <a:cubicBezTo>
                      <a:pt x="1991094" y="323919"/>
                      <a:pt x="2016895" y="308625"/>
                      <a:pt x="2039858" y="295281"/>
                    </a:cubicBezTo>
                    <a:cubicBezTo>
                      <a:pt x="2059674" y="295636"/>
                      <a:pt x="2079180" y="296035"/>
                      <a:pt x="2098242" y="296434"/>
                    </a:cubicBezTo>
                    <a:lnTo>
                      <a:pt x="2111231" y="296700"/>
                    </a:lnTo>
                    <a:close/>
                    <a:moveTo>
                      <a:pt x="781480" y="433771"/>
                    </a:moveTo>
                    <a:cubicBezTo>
                      <a:pt x="792119" y="420251"/>
                      <a:pt x="808167" y="406331"/>
                      <a:pt x="823683" y="392854"/>
                    </a:cubicBezTo>
                    <a:cubicBezTo>
                      <a:pt x="844075" y="375166"/>
                      <a:pt x="863492" y="358275"/>
                      <a:pt x="874575" y="340011"/>
                    </a:cubicBezTo>
                    <a:cubicBezTo>
                      <a:pt x="908532" y="340100"/>
                      <a:pt x="943066" y="339834"/>
                      <a:pt x="966163" y="338682"/>
                    </a:cubicBezTo>
                    <a:cubicBezTo>
                      <a:pt x="981501" y="337928"/>
                      <a:pt x="1012710" y="337529"/>
                      <a:pt x="1051588" y="337307"/>
                    </a:cubicBezTo>
                    <a:cubicBezTo>
                      <a:pt x="1028447" y="353444"/>
                      <a:pt x="1000563" y="369713"/>
                      <a:pt x="967093" y="384963"/>
                    </a:cubicBezTo>
                    <a:cubicBezTo>
                      <a:pt x="963724" y="386514"/>
                      <a:pt x="960399" y="388022"/>
                      <a:pt x="957119" y="389529"/>
                    </a:cubicBezTo>
                    <a:cubicBezTo>
                      <a:pt x="951445" y="389086"/>
                      <a:pt x="946302" y="391746"/>
                      <a:pt x="943243" y="396046"/>
                    </a:cubicBezTo>
                    <a:cubicBezTo>
                      <a:pt x="878343" y="426900"/>
                      <a:pt x="833480" y="454341"/>
                      <a:pt x="811492" y="476462"/>
                    </a:cubicBezTo>
                    <a:cubicBezTo>
                      <a:pt x="801340" y="462631"/>
                      <a:pt x="789814" y="450085"/>
                      <a:pt x="777889" y="439003"/>
                    </a:cubicBezTo>
                    <a:cubicBezTo>
                      <a:pt x="778997" y="437185"/>
                      <a:pt x="780194" y="435411"/>
                      <a:pt x="781480" y="433771"/>
                    </a:cubicBezTo>
                    <a:close/>
                    <a:moveTo>
                      <a:pt x="764856" y="469857"/>
                    </a:moveTo>
                    <a:cubicBezTo>
                      <a:pt x="779618" y="484796"/>
                      <a:pt x="793094" y="502041"/>
                      <a:pt x="802493" y="521369"/>
                    </a:cubicBezTo>
                    <a:cubicBezTo>
                      <a:pt x="786578" y="520527"/>
                      <a:pt x="772614" y="519241"/>
                      <a:pt x="762639" y="517335"/>
                    </a:cubicBezTo>
                    <a:cubicBezTo>
                      <a:pt x="760910" y="517025"/>
                      <a:pt x="758738" y="516582"/>
                      <a:pt x="756255" y="516138"/>
                    </a:cubicBezTo>
                    <a:cubicBezTo>
                      <a:pt x="757541" y="503371"/>
                      <a:pt x="760157" y="486171"/>
                      <a:pt x="764856" y="469857"/>
                    </a:cubicBezTo>
                    <a:close/>
                    <a:moveTo>
                      <a:pt x="619228" y="529393"/>
                    </a:moveTo>
                    <a:cubicBezTo>
                      <a:pt x="665510" y="532674"/>
                      <a:pt x="715072" y="539767"/>
                      <a:pt x="756787" y="547746"/>
                    </a:cubicBezTo>
                    <a:cubicBezTo>
                      <a:pt x="770752" y="550406"/>
                      <a:pt x="791277" y="552002"/>
                      <a:pt x="813841" y="552889"/>
                    </a:cubicBezTo>
                    <a:cubicBezTo>
                      <a:pt x="816767" y="563262"/>
                      <a:pt x="819471" y="573369"/>
                      <a:pt x="821954" y="583123"/>
                    </a:cubicBezTo>
                    <a:cubicBezTo>
                      <a:pt x="792873" y="592432"/>
                      <a:pt x="761353" y="599747"/>
                      <a:pt x="728150" y="603958"/>
                    </a:cubicBezTo>
                    <a:cubicBezTo>
                      <a:pt x="703324" y="602008"/>
                      <a:pt x="684484" y="597441"/>
                      <a:pt x="666219" y="592964"/>
                    </a:cubicBezTo>
                    <a:cubicBezTo>
                      <a:pt x="659304" y="591279"/>
                      <a:pt x="652432" y="589595"/>
                      <a:pt x="645472" y="588176"/>
                    </a:cubicBezTo>
                    <a:cubicBezTo>
                      <a:pt x="641217" y="578601"/>
                      <a:pt x="629203" y="551736"/>
                      <a:pt x="619228" y="529393"/>
                    </a:cubicBezTo>
                    <a:close/>
                    <a:moveTo>
                      <a:pt x="709442" y="637162"/>
                    </a:moveTo>
                    <a:cubicBezTo>
                      <a:pt x="716047" y="636585"/>
                      <a:pt x="722520" y="635876"/>
                      <a:pt x="728903" y="635123"/>
                    </a:cubicBezTo>
                    <a:cubicBezTo>
                      <a:pt x="732494" y="635388"/>
                      <a:pt x="736129" y="635610"/>
                      <a:pt x="739986" y="635743"/>
                    </a:cubicBezTo>
                    <a:cubicBezTo>
                      <a:pt x="809054" y="638359"/>
                      <a:pt x="835342" y="660391"/>
                      <a:pt x="836184" y="661145"/>
                    </a:cubicBezTo>
                    <a:cubicBezTo>
                      <a:pt x="837248" y="662120"/>
                      <a:pt x="838489" y="662874"/>
                      <a:pt x="839731" y="663538"/>
                    </a:cubicBezTo>
                    <a:cubicBezTo>
                      <a:pt x="842523" y="678479"/>
                      <a:pt x="844430" y="690536"/>
                      <a:pt x="845671" y="698871"/>
                    </a:cubicBezTo>
                    <a:cubicBezTo>
                      <a:pt x="816013" y="700821"/>
                      <a:pt x="788883" y="703304"/>
                      <a:pt x="763925" y="705742"/>
                    </a:cubicBezTo>
                    <a:cubicBezTo>
                      <a:pt x="727219" y="697407"/>
                      <a:pt x="691532" y="689649"/>
                      <a:pt x="656378" y="683133"/>
                    </a:cubicBezTo>
                    <a:cubicBezTo>
                      <a:pt x="624991" y="677281"/>
                      <a:pt x="596309" y="673114"/>
                      <a:pt x="569799" y="670232"/>
                    </a:cubicBezTo>
                    <a:cubicBezTo>
                      <a:pt x="596265" y="657643"/>
                      <a:pt x="640463" y="642969"/>
                      <a:pt x="709442" y="637162"/>
                    </a:cubicBezTo>
                    <a:close/>
                    <a:moveTo>
                      <a:pt x="350804" y="714652"/>
                    </a:moveTo>
                    <a:cubicBezTo>
                      <a:pt x="419163" y="695546"/>
                      <a:pt x="505697" y="686635"/>
                      <a:pt x="650748" y="713633"/>
                    </a:cubicBezTo>
                    <a:cubicBezTo>
                      <a:pt x="653363" y="714120"/>
                      <a:pt x="656023" y="714652"/>
                      <a:pt x="658683" y="715140"/>
                    </a:cubicBezTo>
                    <a:cubicBezTo>
                      <a:pt x="547811" y="722321"/>
                      <a:pt x="442658" y="720460"/>
                      <a:pt x="350804" y="714652"/>
                    </a:cubicBezTo>
                    <a:close/>
                    <a:moveTo>
                      <a:pt x="868856" y="728572"/>
                    </a:moveTo>
                    <a:cubicBezTo>
                      <a:pt x="868501" y="728971"/>
                      <a:pt x="868191" y="729415"/>
                      <a:pt x="867836" y="729814"/>
                    </a:cubicBezTo>
                    <a:cubicBezTo>
                      <a:pt x="866418" y="729503"/>
                      <a:pt x="865044" y="729148"/>
                      <a:pt x="863625" y="728838"/>
                    </a:cubicBezTo>
                    <a:cubicBezTo>
                      <a:pt x="865398" y="728750"/>
                      <a:pt x="867127" y="728661"/>
                      <a:pt x="868856" y="728572"/>
                    </a:cubicBezTo>
                    <a:close/>
                    <a:moveTo>
                      <a:pt x="1779857" y="759826"/>
                    </a:moveTo>
                    <a:cubicBezTo>
                      <a:pt x="1780035" y="765278"/>
                      <a:pt x="1779946" y="770953"/>
                      <a:pt x="1779636" y="776893"/>
                    </a:cubicBezTo>
                    <a:cubicBezTo>
                      <a:pt x="1635959" y="806418"/>
                      <a:pt x="1555144" y="792276"/>
                      <a:pt x="1492460" y="774588"/>
                    </a:cubicBezTo>
                    <a:cubicBezTo>
                      <a:pt x="1575048" y="763195"/>
                      <a:pt x="1666991" y="756190"/>
                      <a:pt x="1779857" y="759826"/>
                    </a:cubicBezTo>
                    <a:close/>
                  </a:path>
                </a:pathLst>
              </a:custGeom>
              <a:noFill/>
              <a:ln w="8860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8446" name="Graphique 2">
                <a:extLst>
                  <a:ext uri="{FF2B5EF4-FFF2-40B4-BE49-F238E27FC236}">
                    <a16:creationId xmlns:a16="http://schemas.microsoft.com/office/drawing/2014/main" id="{71B6C795-A976-464B-B567-6E7C1CBD8460}"/>
                  </a:ext>
                </a:extLst>
              </p:cNvPr>
              <p:cNvGrpSpPr/>
              <p:nvPr/>
            </p:nvGrpSpPr>
            <p:grpSpPr>
              <a:xfrm>
                <a:off x="4195606" y="5449448"/>
                <a:ext cx="3696960" cy="825156"/>
                <a:chOff x="4195606" y="5449448"/>
                <a:chExt cx="3696960" cy="825156"/>
              </a:xfrm>
              <a:solidFill>
                <a:schemeClr val="accent1"/>
              </a:solidFill>
            </p:grpSpPr>
            <p:sp>
              <p:nvSpPr>
                <p:cNvPr id="18447" name="Forme libre : forme 18446">
                  <a:extLst>
                    <a:ext uri="{FF2B5EF4-FFF2-40B4-BE49-F238E27FC236}">
                      <a16:creationId xmlns:a16="http://schemas.microsoft.com/office/drawing/2014/main" id="{130411F5-9B6E-4454-9AA4-E6488C10BDD5}"/>
                    </a:ext>
                  </a:extLst>
                </p:cNvPr>
                <p:cNvSpPr/>
                <p:nvPr/>
              </p:nvSpPr>
              <p:spPr>
                <a:xfrm>
                  <a:off x="5352829" y="5807995"/>
                  <a:ext cx="204391" cy="374444"/>
                </a:xfrm>
                <a:custGeom>
                  <a:avLst/>
                  <a:gdLst>
                    <a:gd name="connsiteX0" fmla="*/ 15522 w 204391"/>
                    <a:gd name="connsiteY0" fmla="*/ 374445 h 374444"/>
                    <a:gd name="connsiteX1" fmla="*/ 9981 w 204391"/>
                    <a:gd name="connsiteY1" fmla="*/ 373425 h 374444"/>
                    <a:gd name="connsiteX2" fmla="*/ 982 w 204391"/>
                    <a:gd name="connsiteY2" fmla="*/ 353565 h 374444"/>
                    <a:gd name="connsiteX3" fmla="*/ 76921 w 204391"/>
                    <a:gd name="connsiteY3" fmla="*/ 255017 h 374444"/>
                    <a:gd name="connsiteX4" fmla="*/ 167046 w 204391"/>
                    <a:gd name="connsiteY4" fmla="*/ 19265 h 374444"/>
                    <a:gd name="connsiteX5" fmla="*/ 178350 w 204391"/>
                    <a:gd name="connsiteY5" fmla="*/ 469 h 374444"/>
                    <a:gd name="connsiteX6" fmla="*/ 197146 w 204391"/>
                    <a:gd name="connsiteY6" fmla="*/ 11774 h 374444"/>
                    <a:gd name="connsiteX7" fmla="*/ 98599 w 204391"/>
                    <a:gd name="connsiteY7" fmla="*/ 277271 h 374444"/>
                    <a:gd name="connsiteX8" fmla="*/ 30018 w 204391"/>
                    <a:gd name="connsiteY8" fmla="*/ 364604 h 374444"/>
                    <a:gd name="connsiteX9" fmla="*/ 15522 w 204391"/>
                    <a:gd name="connsiteY9" fmla="*/ 374445 h 37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4391" h="374444">
                      <a:moveTo>
                        <a:pt x="15522" y="374445"/>
                      </a:moveTo>
                      <a:cubicBezTo>
                        <a:pt x="13705" y="374445"/>
                        <a:pt x="11798" y="374135"/>
                        <a:pt x="9981" y="373425"/>
                      </a:cubicBezTo>
                      <a:cubicBezTo>
                        <a:pt x="2001" y="370366"/>
                        <a:pt x="-1988" y="361544"/>
                        <a:pt x="982" y="353565"/>
                      </a:cubicBezTo>
                      <a:cubicBezTo>
                        <a:pt x="1558" y="351969"/>
                        <a:pt x="16143" y="314244"/>
                        <a:pt x="76921" y="255017"/>
                      </a:cubicBezTo>
                      <a:cubicBezTo>
                        <a:pt x="132733" y="200623"/>
                        <a:pt x="193378" y="124640"/>
                        <a:pt x="167046" y="19265"/>
                      </a:cubicBezTo>
                      <a:cubicBezTo>
                        <a:pt x="164962" y="10931"/>
                        <a:pt x="170016" y="2508"/>
                        <a:pt x="178350" y="469"/>
                      </a:cubicBezTo>
                      <a:cubicBezTo>
                        <a:pt x="186684" y="-1615"/>
                        <a:pt x="195107" y="3439"/>
                        <a:pt x="197146" y="11774"/>
                      </a:cubicBezTo>
                      <a:cubicBezTo>
                        <a:pt x="227646" y="133816"/>
                        <a:pt x="155519" y="221769"/>
                        <a:pt x="98599" y="277271"/>
                      </a:cubicBezTo>
                      <a:cubicBezTo>
                        <a:pt x="43628" y="330868"/>
                        <a:pt x="30151" y="364249"/>
                        <a:pt x="30018" y="364604"/>
                      </a:cubicBezTo>
                      <a:cubicBezTo>
                        <a:pt x="27625" y="370677"/>
                        <a:pt x="21729" y="374445"/>
                        <a:pt x="15522" y="374445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48" name="Forme libre : forme 18447">
                  <a:extLst>
                    <a:ext uri="{FF2B5EF4-FFF2-40B4-BE49-F238E27FC236}">
                      <a16:creationId xmlns:a16="http://schemas.microsoft.com/office/drawing/2014/main" id="{E3C28358-C76D-47D2-A010-AE35AC3C3820}"/>
                    </a:ext>
                  </a:extLst>
                </p:cNvPr>
                <p:cNvSpPr/>
                <p:nvPr/>
              </p:nvSpPr>
              <p:spPr>
                <a:xfrm>
                  <a:off x="4991671" y="5662049"/>
                  <a:ext cx="390743" cy="306671"/>
                </a:xfrm>
                <a:custGeom>
                  <a:avLst/>
                  <a:gdLst>
                    <a:gd name="connsiteX0" fmla="*/ 15516 w 390743"/>
                    <a:gd name="connsiteY0" fmla="*/ 306671 h 306671"/>
                    <a:gd name="connsiteX1" fmla="*/ 0 w 390743"/>
                    <a:gd name="connsiteY1" fmla="*/ 291156 h 306671"/>
                    <a:gd name="connsiteX2" fmla="*/ 171250 w 390743"/>
                    <a:gd name="connsiteY2" fmla="*/ 172348 h 306671"/>
                    <a:gd name="connsiteX3" fmla="*/ 360677 w 390743"/>
                    <a:gd name="connsiteY3" fmla="*/ 10097 h 306671"/>
                    <a:gd name="connsiteX4" fmla="*/ 380581 w 390743"/>
                    <a:gd name="connsiteY4" fmla="*/ 965 h 306671"/>
                    <a:gd name="connsiteX5" fmla="*/ 389802 w 390743"/>
                    <a:gd name="connsiteY5" fmla="*/ 20781 h 306671"/>
                    <a:gd name="connsiteX6" fmla="*/ 184107 w 390743"/>
                    <a:gd name="connsiteY6" fmla="*/ 200632 h 306671"/>
                    <a:gd name="connsiteX7" fmla="*/ 30766 w 390743"/>
                    <a:gd name="connsiteY7" fmla="*/ 294214 h 306671"/>
                    <a:gd name="connsiteX8" fmla="*/ 15516 w 390743"/>
                    <a:gd name="connsiteY8" fmla="*/ 306671 h 306671"/>
                    <a:gd name="connsiteX9" fmla="*/ 31032 w 390743"/>
                    <a:gd name="connsiteY9" fmla="*/ 291244 h 306671"/>
                    <a:gd name="connsiteX10" fmla="*/ 31032 w 390743"/>
                    <a:gd name="connsiteY10" fmla="*/ 291244 h 306671"/>
                    <a:gd name="connsiteX11" fmla="*/ 31032 w 390743"/>
                    <a:gd name="connsiteY11" fmla="*/ 291244 h 306671"/>
                    <a:gd name="connsiteX12" fmla="*/ 31032 w 390743"/>
                    <a:gd name="connsiteY12" fmla="*/ 291200 h 306671"/>
                    <a:gd name="connsiteX13" fmla="*/ 31032 w 390743"/>
                    <a:gd name="connsiteY13" fmla="*/ 291200 h 306671"/>
                    <a:gd name="connsiteX14" fmla="*/ 31032 w 390743"/>
                    <a:gd name="connsiteY14" fmla="*/ 291200 h 306671"/>
                    <a:gd name="connsiteX15" fmla="*/ 31032 w 390743"/>
                    <a:gd name="connsiteY15" fmla="*/ 291156 h 306671"/>
                    <a:gd name="connsiteX16" fmla="*/ 31032 w 390743"/>
                    <a:gd name="connsiteY16" fmla="*/ 291156 h 306671"/>
                    <a:gd name="connsiteX17" fmla="*/ 31032 w 390743"/>
                    <a:gd name="connsiteY17" fmla="*/ 291156 h 30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90743" h="306671">
                      <a:moveTo>
                        <a:pt x="15516" y="306671"/>
                      </a:moveTo>
                      <a:cubicBezTo>
                        <a:pt x="6960" y="306671"/>
                        <a:pt x="0" y="299711"/>
                        <a:pt x="0" y="291156"/>
                      </a:cubicBezTo>
                      <a:cubicBezTo>
                        <a:pt x="0" y="264734"/>
                        <a:pt x="60822" y="222576"/>
                        <a:pt x="171250" y="172348"/>
                      </a:cubicBezTo>
                      <a:cubicBezTo>
                        <a:pt x="324503" y="102705"/>
                        <a:pt x="360322" y="11028"/>
                        <a:pt x="360677" y="10097"/>
                      </a:cubicBezTo>
                      <a:cubicBezTo>
                        <a:pt x="363691" y="2117"/>
                        <a:pt x="372557" y="-2005"/>
                        <a:pt x="380581" y="965"/>
                      </a:cubicBezTo>
                      <a:cubicBezTo>
                        <a:pt x="388605" y="3935"/>
                        <a:pt x="392728" y="12757"/>
                        <a:pt x="389802" y="20781"/>
                      </a:cubicBezTo>
                      <a:cubicBezTo>
                        <a:pt x="388251" y="24992"/>
                        <a:pt x="350303" y="125091"/>
                        <a:pt x="184107" y="200632"/>
                      </a:cubicBezTo>
                      <a:cubicBezTo>
                        <a:pt x="51202" y="261055"/>
                        <a:pt x="32716" y="290357"/>
                        <a:pt x="30766" y="294214"/>
                      </a:cubicBezTo>
                      <a:cubicBezTo>
                        <a:pt x="29347" y="301307"/>
                        <a:pt x="23052" y="306671"/>
                        <a:pt x="15516" y="306671"/>
                      </a:cubicBezTo>
                      <a:close/>
                      <a:moveTo>
                        <a:pt x="31032" y="291244"/>
                      </a:moveTo>
                      <a:cubicBezTo>
                        <a:pt x="31032" y="291244"/>
                        <a:pt x="31032" y="291244"/>
                        <a:pt x="31032" y="291244"/>
                      </a:cubicBezTo>
                      <a:cubicBezTo>
                        <a:pt x="31032" y="291244"/>
                        <a:pt x="31032" y="291244"/>
                        <a:pt x="31032" y="291244"/>
                      </a:cubicBezTo>
                      <a:close/>
                      <a:moveTo>
                        <a:pt x="31032" y="291200"/>
                      </a:moveTo>
                      <a:cubicBezTo>
                        <a:pt x="31032" y="291200"/>
                        <a:pt x="31032" y="291200"/>
                        <a:pt x="31032" y="291200"/>
                      </a:cubicBezTo>
                      <a:cubicBezTo>
                        <a:pt x="31032" y="291200"/>
                        <a:pt x="31032" y="291200"/>
                        <a:pt x="31032" y="291200"/>
                      </a:cubicBezTo>
                      <a:close/>
                      <a:moveTo>
                        <a:pt x="31032" y="291156"/>
                      </a:moveTo>
                      <a:cubicBezTo>
                        <a:pt x="31032" y="291200"/>
                        <a:pt x="31032" y="291200"/>
                        <a:pt x="31032" y="291156"/>
                      </a:cubicBezTo>
                      <a:cubicBezTo>
                        <a:pt x="31032" y="291200"/>
                        <a:pt x="31032" y="291200"/>
                        <a:pt x="31032" y="291156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49" name="Forme libre : forme 18448">
                  <a:extLst>
                    <a:ext uri="{FF2B5EF4-FFF2-40B4-BE49-F238E27FC236}">
                      <a16:creationId xmlns:a16="http://schemas.microsoft.com/office/drawing/2014/main" id="{5CC19737-2E2F-467E-B641-45E5C657B699}"/>
                    </a:ext>
                  </a:extLst>
                </p:cNvPr>
                <p:cNvSpPr/>
                <p:nvPr/>
              </p:nvSpPr>
              <p:spPr>
                <a:xfrm>
                  <a:off x="4856060" y="5822710"/>
                  <a:ext cx="218221" cy="352414"/>
                </a:xfrm>
                <a:custGeom>
                  <a:avLst/>
                  <a:gdLst>
                    <a:gd name="connsiteX0" fmla="*/ 202728 w 218221"/>
                    <a:gd name="connsiteY0" fmla="*/ 352415 h 352414"/>
                    <a:gd name="connsiteX1" fmla="*/ 187345 w 218221"/>
                    <a:gd name="connsiteY1" fmla="*/ 338717 h 352414"/>
                    <a:gd name="connsiteX2" fmla="*/ 150994 w 218221"/>
                    <a:gd name="connsiteY2" fmla="*/ 170259 h 352414"/>
                    <a:gd name="connsiteX3" fmla="*/ 9179 w 218221"/>
                    <a:gd name="connsiteY3" fmla="*/ 29686 h 352414"/>
                    <a:gd name="connsiteX4" fmla="*/ 1332 w 218221"/>
                    <a:gd name="connsiteY4" fmla="*/ 9205 h 352414"/>
                    <a:gd name="connsiteX5" fmla="*/ 21813 w 218221"/>
                    <a:gd name="connsiteY5" fmla="*/ 1358 h 352414"/>
                    <a:gd name="connsiteX6" fmla="*/ 180740 w 218221"/>
                    <a:gd name="connsiteY6" fmla="*/ 161526 h 352414"/>
                    <a:gd name="connsiteX7" fmla="*/ 218111 w 218221"/>
                    <a:gd name="connsiteY7" fmla="*/ 335082 h 352414"/>
                    <a:gd name="connsiteX8" fmla="*/ 204501 w 218221"/>
                    <a:gd name="connsiteY8" fmla="*/ 352282 h 352414"/>
                    <a:gd name="connsiteX9" fmla="*/ 202728 w 218221"/>
                    <a:gd name="connsiteY9" fmla="*/ 352415 h 352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8221" h="352414">
                      <a:moveTo>
                        <a:pt x="202728" y="352415"/>
                      </a:moveTo>
                      <a:cubicBezTo>
                        <a:pt x="194970" y="352415"/>
                        <a:pt x="188276" y="346608"/>
                        <a:pt x="187345" y="338717"/>
                      </a:cubicBezTo>
                      <a:cubicBezTo>
                        <a:pt x="187256" y="337963"/>
                        <a:pt x="178302" y="263576"/>
                        <a:pt x="150994" y="170259"/>
                      </a:cubicBezTo>
                      <a:cubicBezTo>
                        <a:pt x="125370" y="82617"/>
                        <a:pt x="10332" y="30218"/>
                        <a:pt x="9179" y="29686"/>
                      </a:cubicBezTo>
                      <a:cubicBezTo>
                        <a:pt x="1377" y="26183"/>
                        <a:pt x="-2125" y="17007"/>
                        <a:pt x="1332" y="9205"/>
                      </a:cubicBezTo>
                      <a:cubicBezTo>
                        <a:pt x="4835" y="1358"/>
                        <a:pt x="13967" y="-2144"/>
                        <a:pt x="21813" y="1358"/>
                      </a:cubicBezTo>
                      <a:cubicBezTo>
                        <a:pt x="27089" y="3708"/>
                        <a:pt x="151082" y="60008"/>
                        <a:pt x="180740" y="161526"/>
                      </a:cubicBezTo>
                      <a:cubicBezTo>
                        <a:pt x="208801" y="257503"/>
                        <a:pt x="217756" y="331934"/>
                        <a:pt x="218111" y="335082"/>
                      </a:cubicBezTo>
                      <a:cubicBezTo>
                        <a:pt x="219130" y="343593"/>
                        <a:pt x="213013" y="351307"/>
                        <a:pt x="204501" y="352282"/>
                      </a:cubicBezTo>
                      <a:cubicBezTo>
                        <a:pt x="203925" y="352370"/>
                        <a:pt x="203304" y="352415"/>
                        <a:pt x="202728" y="352415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50" name="Forme libre : forme 18449">
                  <a:extLst>
                    <a:ext uri="{FF2B5EF4-FFF2-40B4-BE49-F238E27FC236}">
                      <a16:creationId xmlns:a16="http://schemas.microsoft.com/office/drawing/2014/main" id="{07BCBCA5-7A72-4455-90C2-E2AE863F484D}"/>
                    </a:ext>
                  </a:extLst>
                </p:cNvPr>
                <p:cNvSpPr/>
                <p:nvPr/>
              </p:nvSpPr>
              <p:spPr>
                <a:xfrm>
                  <a:off x="4735139" y="5893502"/>
                  <a:ext cx="107801" cy="160422"/>
                </a:xfrm>
                <a:custGeom>
                  <a:avLst/>
                  <a:gdLst>
                    <a:gd name="connsiteX0" fmla="*/ 79519 w 107801"/>
                    <a:gd name="connsiteY0" fmla="*/ 160423 h 160422"/>
                    <a:gd name="connsiteX1" fmla="*/ 42635 w 107801"/>
                    <a:gd name="connsiteY1" fmla="*/ 77834 h 160422"/>
                    <a:gd name="connsiteX2" fmla="*/ 4555 w 107801"/>
                    <a:gd name="connsiteY2" fmla="*/ 26499 h 160422"/>
                    <a:gd name="connsiteX3" fmla="*/ 4555 w 107801"/>
                    <a:gd name="connsiteY3" fmla="*/ 4555 h 160422"/>
                    <a:gd name="connsiteX4" fmla="*/ 26499 w 107801"/>
                    <a:gd name="connsiteY4" fmla="*/ 4555 h 160422"/>
                    <a:gd name="connsiteX5" fmla="*/ 70963 w 107801"/>
                    <a:gd name="connsiteY5" fmla="*/ 65244 h 160422"/>
                    <a:gd name="connsiteX6" fmla="*/ 107802 w 107801"/>
                    <a:gd name="connsiteY6" fmla="*/ 147744 h 160422"/>
                    <a:gd name="connsiteX7" fmla="*/ 79519 w 107801"/>
                    <a:gd name="connsiteY7" fmla="*/ 160423 h 160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7801" h="160422">
                      <a:moveTo>
                        <a:pt x="79519" y="160423"/>
                      </a:moveTo>
                      <a:cubicBezTo>
                        <a:pt x="79519" y="160423"/>
                        <a:pt x="54427" y="104388"/>
                        <a:pt x="42635" y="77834"/>
                      </a:cubicBezTo>
                      <a:cubicBezTo>
                        <a:pt x="33902" y="58240"/>
                        <a:pt x="12180" y="34124"/>
                        <a:pt x="4555" y="26499"/>
                      </a:cubicBezTo>
                      <a:cubicBezTo>
                        <a:pt x="-1518" y="20426"/>
                        <a:pt x="-1518" y="10628"/>
                        <a:pt x="4555" y="4555"/>
                      </a:cubicBezTo>
                      <a:cubicBezTo>
                        <a:pt x="10628" y="-1518"/>
                        <a:pt x="20426" y="-1518"/>
                        <a:pt x="26499" y="4555"/>
                      </a:cubicBezTo>
                      <a:cubicBezTo>
                        <a:pt x="27784" y="5841"/>
                        <a:pt x="58151" y="36429"/>
                        <a:pt x="70963" y="65244"/>
                      </a:cubicBezTo>
                      <a:cubicBezTo>
                        <a:pt x="82755" y="91754"/>
                        <a:pt x="107802" y="147744"/>
                        <a:pt x="107802" y="147744"/>
                      </a:cubicBezTo>
                      <a:lnTo>
                        <a:pt x="79519" y="160423"/>
                      </a:ln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51" name="Forme libre : forme 18450">
                  <a:extLst>
                    <a:ext uri="{FF2B5EF4-FFF2-40B4-BE49-F238E27FC236}">
                      <a16:creationId xmlns:a16="http://schemas.microsoft.com/office/drawing/2014/main" id="{42381188-436D-477D-8AC8-B9BB708FFECC}"/>
                    </a:ext>
                  </a:extLst>
                </p:cNvPr>
                <p:cNvSpPr/>
                <p:nvPr/>
              </p:nvSpPr>
              <p:spPr>
                <a:xfrm>
                  <a:off x="5136158" y="5620839"/>
                  <a:ext cx="2187686" cy="252570"/>
                </a:xfrm>
                <a:custGeom>
                  <a:avLst/>
                  <a:gdLst>
                    <a:gd name="connsiteX0" fmla="*/ 102968 w 2187686"/>
                    <a:gd name="connsiteY0" fmla="*/ 252570 h 252570"/>
                    <a:gd name="connsiteX1" fmla="*/ 13996 w 2187686"/>
                    <a:gd name="connsiteY1" fmla="*/ 249068 h 252570"/>
                    <a:gd name="connsiteX2" fmla="*/ 76 w 2187686"/>
                    <a:gd name="connsiteY2" fmla="*/ 232134 h 252570"/>
                    <a:gd name="connsiteX3" fmla="*/ 17011 w 2187686"/>
                    <a:gd name="connsiteY3" fmla="*/ 218214 h 252570"/>
                    <a:gd name="connsiteX4" fmla="*/ 464133 w 2187686"/>
                    <a:gd name="connsiteY4" fmla="*/ 163110 h 252570"/>
                    <a:gd name="connsiteX5" fmla="*/ 1158577 w 2187686"/>
                    <a:gd name="connsiteY5" fmla="*/ 94043 h 252570"/>
                    <a:gd name="connsiteX6" fmla="*/ 1171566 w 2187686"/>
                    <a:gd name="connsiteY6" fmla="*/ 94308 h 252570"/>
                    <a:gd name="connsiteX7" fmla="*/ 1462510 w 2187686"/>
                    <a:gd name="connsiteY7" fmla="*/ 82738 h 252570"/>
                    <a:gd name="connsiteX8" fmla="*/ 1641386 w 2187686"/>
                    <a:gd name="connsiteY8" fmla="*/ 76709 h 252570"/>
                    <a:gd name="connsiteX9" fmla="*/ 1928828 w 2187686"/>
                    <a:gd name="connsiteY9" fmla="*/ 95550 h 252570"/>
                    <a:gd name="connsiteX10" fmla="*/ 2060003 w 2187686"/>
                    <a:gd name="connsiteY10" fmla="*/ 18369 h 252570"/>
                    <a:gd name="connsiteX11" fmla="*/ 2170875 w 2187686"/>
                    <a:gd name="connsiteY11" fmla="*/ 61 h 252570"/>
                    <a:gd name="connsiteX12" fmla="*/ 2187632 w 2187686"/>
                    <a:gd name="connsiteY12" fmla="*/ 14203 h 252570"/>
                    <a:gd name="connsiteX13" fmla="*/ 2173490 w 2187686"/>
                    <a:gd name="connsiteY13" fmla="*/ 30960 h 252570"/>
                    <a:gd name="connsiteX14" fmla="*/ 2069135 w 2187686"/>
                    <a:gd name="connsiteY14" fmla="*/ 48027 h 252570"/>
                    <a:gd name="connsiteX15" fmla="*/ 1942393 w 2187686"/>
                    <a:gd name="connsiteY15" fmla="*/ 123966 h 252570"/>
                    <a:gd name="connsiteX16" fmla="*/ 1937960 w 2187686"/>
                    <a:gd name="connsiteY16" fmla="*/ 127113 h 252570"/>
                    <a:gd name="connsiteX17" fmla="*/ 1932551 w 2187686"/>
                    <a:gd name="connsiteY17" fmla="*/ 126848 h 252570"/>
                    <a:gd name="connsiteX18" fmla="*/ 1638637 w 2187686"/>
                    <a:gd name="connsiteY18" fmla="*/ 107652 h 252570"/>
                    <a:gd name="connsiteX19" fmla="*/ 1464948 w 2187686"/>
                    <a:gd name="connsiteY19" fmla="*/ 113725 h 252570"/>
                    <a:gd name="connsiteX20" fmla="*/ 1170901 w 2187686"/>
                    <a:gd name="connsiteY20" fmla="*/ 125384 h 252570"/>
                    <a:gd name="connsiteX21" fmla="*/ 1157912 w 2187686"/>
                    <a:gd name="connsiteY21" fmla="*/ 125119 h 252570"/>
                    <a:gd name="connsiteX22" fmla="*/ 474949 w 2187686"/>
                    <a:gd name="connsiteY22" fmla="*/ 192236 h 252570"/>
                    <a:gd name="connsiteX23" fmla="*/ 102968 w 2187686"/>
                    <a:gd name="connsiteY23" fmla="*/ 252570 h 252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2187686" h="252570">
                      <a:moveTo>
                        <a:pt x="102968" y="252570"/>
                      </a:moveTo>
                      <a:cubicBezTo>
                        <a:pt x="51278" y="252570"/>
                        <a:pt x="17631" y="249422"/>
                        <a:pt x="13996" y="249068"/>
                      </a:cubicBezTo>
                      <a:cubicBezTo>
                        <a:pt x="5484" y="248226"/>
                        <a:pt x="-766" y="240645"/>
                        <a:pt x="76" y="232134"/>
                      </a:cubicBezTo>
                      <a:cubicBezTo>
                        <a:pt x="918" y="223622"/>
                        <a:pt x="8499" y="217416"/>
                        <a:pt x="17011" y="218214"/>
                      </a:cubicBezTo>
                      <a:cubicBezTo>
                        <a:pt x="19404" y="218435"/>
                        <a:pt x="256398" y="240468"/>
                        <a:pt x="464133" y="163110"/>
                      </a:cubicBezTo>
                      <a:cubicBezTo>
                        <a:pt x="676389" y="84068"/>
                        <a:pt x="943749" y="89610"/>
                        <a:pt x="1158577" y="94043"/>
                      </a:cubicBezTo>
                      <a:lnTo>
                        <a:pt x="1171566" y="94308"/>
                      </a:lnTo>
                      <a:cubicBezTo>
                        <a:pt x="1285098" y="96614"/>
                        <a:pt x="1383468" y="88900"/>
                        <a:pt x="1462510" y="82738"/>
                      </a:cubicBezTo>
                      <a:cubicBezTo>
                        <a:pt x="1535878" y="76975"/>
                        <a:pt x="1593819" y="72409"/>
                        <a:pt x="1641386" y="76709"/>
                      </a:cubicBezTo>
                      <a:cubicBezTo>
                        <a:pt x="1729604" y="84600"/>
                        <a:pt x="1896732" y="93821"/>
                        <a:pt x="1928828" y="95550"/>
                      </a:cubicBezTo>
                      <a:cubicBezTo>
                        <a:pt x="1948245" y="81896"/>
                        <a:pt x="2024316" y="29364"/>
                        <a:pt x="2060003" y="18369"/>
                      </a:cubicBezTo>
                      <a:cubicBezTo>
                        <a:pt x="2099458" y="6223"/>
                        <a:pt x="2167949" y="283"/>
                        <a:pt x="2170875" y="61"/>
                      </a:cubicBezTo>
                      <a:cubicBezTo>
                        <a:pt x="2179342" y="-693"/>
                        <a:pt x="2186922" y="5647"/>
                        <a:pt x="2187632" y="14203"/>
                      </a:cubicBezTo>
                      <a:cubicBezTo>
                        <a:pt x="2188341" y="22759"/>
                        <a:pt x="2182046" y="30250"/>
                        <a:pt x="2173490" y="30960"/>
                      </a:cubicBezTo>
                      <a:cubicBezTo>
                        <a:pt x="2172825" y="31004"/>
                        <a:pt x="2105398" y="36856"/>
                        <a:pt x="2069135" y="48027"/>
                      </a:cubicBezTo>
                      <a:cubicBezTo>
                        <a:pt x="2039655" y="57071"/>
                        <a:pt x="1967662" y="105923"/>
                        <a:pt x="1942393" y="123966"/>
                      </a:cubicBezTo>
                      <a:lnTo>
                        <a:pt x="1937960" y="127113"/>
                      </a:lnTo>
                      <a:lnTo>
                        <a:pt x="1932551" y="126848"/>
                      </a:lnTo>
                      <a:cubicBezTo>
                        <a:pt x="1930601" y="126759"/>
                        <a:pt x="1736564" y="116430"/>
                        <a:pt x="1638637" y="107652"/>
                      </a:cubicBezTo>
                      <a:cubicBezTo>
                        <a:pt x="1593641" y="103618"/>
                        <a:pt x="1536853" y="108096"/>
                        <a:pt x="1464948" y="113725"/>
                      </a:cubicBezTo>
                      <a:cubicBezTo>
                        <a:pt x="1385241" y="119976"/>
                        <a:pt x="1285984" y="127779"/>
                        <a:pt x="1170901" y="125384"/>
                      </a:cubicBezTo>
                      <a:lnTo>
                        <a:pt x="1157912" y="125119"/>
                      </a:lnTo>
                      <a:cubicBezTo>
                        <a:pt x="945700" y="120730"/>
                        <a:pt x="681620" y="115233"/>
                        <a:pt x="474949" y="192236"/>
                      </a:cubicBezTo>
                      <a:cubicBezTo>
                        <a:pt x="338499" y="242950"/>
                        <a:pt x="193226" y="252570"/>
                        <a:pt x="102968" y="252570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52" name="Forme libre : forme 18451">
                  <a:extLst>
                    <a:ext uri="{FF2B5EF4-FFF2-40B4-BE49-F238E27FC236}">
                      <a16:creationId xmlns:a16="http://schemas.microsoft.com/office/drawing/2014/main" id="{50115D78-C73D-4721-A620-6DAFD9AEA130}"/>
                    </a:ext>
                  </a:extLst>
                </p:cNvPr>
                <p:cNvSpPr/>
                <p:nvPr/>
              </p:nvSpPr>
              <p:spPr>
                <a:xfrm>
                  <a:off x="7057715" y="5721220"/>
                  <a:ext cx="425476" cy="119250"/>
                </a:xfrm>
                <a:custGeom>
                  <a:avLst/>
                  <a:gdLst>
                    <a:gd name="connsiteX0" fmla="*/ 409928 w 425476"/>
                    <a:gd name="connsiteY0" fmla="*/ 119250 h 119250"/>
                    <a:gd name="connsiteX1" fmla="*/ 407712 w 425476"/>
                    <a:gd name="connsiteY1" fmla="*/ 119073 h 119250"/>
                    <a:gd name="connsiteX2" fmla="*/ 298746 w 425476"/>
                    <a:gd name="connsiteY2" fmla="*/ 67339 h 119250"/>
                    <a:gd name="connsiteX3" fmla="*/ 292052 w 425476"/>
                    <a:gd name="connsiteY3" fmla="*/ 58074 h 119250"/>
                    <a:gd name="connsiteX4" fmla="*/ 166285 w 425476"/>
                    <a:gd name="connsiteY4" fmla="*/ 44021 h 119250"/>
                    <a:gd name="connsiteX5" fmla="*/ 0 w 425476"/>
                    <a:gd name="connsiteY5" fmla="*/ 20792 h 119250"/>
                    <a:gd name="connsiteX6" fmla="*/ 23850 w 425476"/>
                    <a:gd name="connsiteY6" fmla="*/ 931 h 119250"/>
                    <a:gd name="connsiteX7" fmla="*/ 22963 w 425476"/>
                    <a:gd name="connsiteY7" fmla="*/ 0 h 119250"/>
                    <a:gd name="connsiteX8" fmla="*/ 164202 w 425476"/>
                    <a:gd name="connsiteY8" fmla="*/ 13078 h 119250"/>
                    <a:gd name="connsiteX9" fmla="*/ 317365 w 425476"/>
                    <a:gd name="connsiteY9" fmla="*/ 40120 h 119250"/>
                    <a:gd name="connsiteX10" fmla="*/ 323616 w 425476"/>
                    <a:gd name="connsiteY10" fmla="*/ 48720 h 119250"/>
                    <a:gd name="connsiteX11" fmla="*/ 412189 w 425476"/>
                    <a:gd name="connsiteY11" fmla="*/ 88352 h 119250"/>
                    <a:gd name="connsiteX12" fmla="*/ 425311 w 425476"/>
                    <a:gd name="connsiteY12" fmla="*/ 105907 h 119250"/>
                    <a:gd name="connsiteX13" fmla="*/ 409928 w 425476"/>
                    <a:gd name="connsiteY13" fmla="*/ 119250 h 11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25476" h="119250">
                      <a:moveTo>
                        <a:pt x="409928" y="119250"/>
                      </a:moveTo>
                      <a:cubicBezTo>
                        <a:pt x="409219" y="119250"/>
                        <a:pt x="408466" y="119206"/>
                        <a:pt x="407712" y="119073"/>
                      </a:cubicBezTo>
                      <a:cubicBezTo>
                        <a:pt x="404520" y="118630"/>
                        <a:pt x="328758" y="107370"/>
                        <a:pt x="298746" y="67339"/>
                      </a:cubicBezTo>
                      <a:cubicBezTo>
                        <a:pt x="296220" y="63970"/>
                        <a:pt x="294047" y="60911"/>
                        <a:pt x="292052" y="58074"/>
                      </a:cubicBezTo>
                      <a:cubicBezTo>
                        <a:pt x="277069" y="36972"/>
                        <a:pt x="276803" y="36573"/>
                        <a:pt x="166285" y="44021"/>
                      </a:cubicBezTo>
                      <a:cubicBezTo>
                        <a:pt x="37194" y="52710"/>
                        <a:pt x="6384" y="28416"/>
                        <a:pt x="0" y="20792"/>
                      </a:cubicBezTo>
                      <a:lnTo>
                        <a:pt x="23850" y="931"/>
                      </a:lnTo>
                      <a:cubicBezTo>
                        <a:pt x="23850" y="931"/>
                        <a:pt x="23628" y="576"/>
                        <a:pt x="22963" y="0"/>
                      </a:cubicBezTo>
                      <a:cubicBezTo>
                        <a:pt x="23185" y="222"/>
                        <a:pt x="48454" y="20925"/>
                        <a:pt x="164202" y="13078"/>
                      </a:cubicBezTo>
                      <a:cubicBezTo>
                        <a:pt x="283009" y="5054"/>
                        <a:pt x="292629" y="5276"/>
                        <a:pt x="317365" y="40120"/>
                      </a:cubicBezTo>
                      <a:cubicBezTo>
                        <a:pt x="319227" y="42735"/>
                        <a:pt x="321266" y="45617"/>
                        <a:pt x="323616" y="48720"/>
                      </a:cubicBezTo>
                      <a:cubicBezTo>
                        <a:pt x="342146" y="73412"/>
                        <a:pt x="393836" y="85736"/>
                        <a:pt x="412189" y="88352"/>
                      </a:cubicBezTo>
                      <a:cubicBezTo>
                        <a:pt x="420657" y="89593"/>
                        <a:pt x="426552" y="97440"/>
                        <a:pt x="425311" y="105907"/>
                      </a:cubicBezTo>
                      <a:cubicBezTo>
                        <a:pt x="424159" y="113665"/>
                        <a:pt x="417509" y="119250"/>
                        <a:pt x="409928" y="119250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53" name="Forme libre : forme 18452">
                  <a:extLst>
                    <a:ext uri="{FF2B5EF4-FFF2-40B4-BE49-F238E27FC236}">
                      <a16:creationId xmlns:a16="http://schemas.microsoft.com/office/drawing/2014/main" id="{52D9BBB7-DB70-485C-83D3-7C2B7A25907A}"/>
                    </a:ext>
                  </a:extLst>
                </p:cNvPr>
                <p:cNvSpPr/>
                <p:nvPr/>
              </p:nvSpPr>
              <p:spPr>
                <a:xfrm>
                  <a:off x="7334173" y="5608919"/>
                  <a:ext cx="250738" cy="163726"/>
                </a:xfrm>
                <a:custGeom>
                  <a:avLst/>
                  <a:gdLst>
                    <a:gd name="connsiteX0" fmla="*/ 15506 w 250738"/>
                    <a:gd name="connsiteY0" fmla="*/ 163726 h 163726"/>
                    <a:gd name="connsiteX1" fmla="*/ 6906 w 250738"/>
                    <a:gd name="connsiteY1" fmla="*/ 161110 h 163726"/>
                    <a:gd name="connsiteX2" fmla="*/ 2606 w 250738"/>
                    <a:gd name="connsiteY2" fmla="*/ 139610 h 163726"/>
                    <a:gd name="connsiteX3" fmla="*/ 25880 w 250738"/>
                    <a:gd name="connsiteY3" fmla="*/ 130744 h 163726"/>
                    <a:gd name="connsiteX4" fmla="*/ 124339 w 250738"/>
                    <a:gd name="connsiteY4" fmla="*/ 88363 h 163726"/>
                    <a:gd name="connsiteX5" fmla="*/ 227985 w 250738"/>
                    <a:gd name="connsiteY5" fmla="*/ 1785 h 163726"/>
                    <a:gd name="connsiteX6" fmla="*/ 248953 w 250738"/>
                    <a:gd name="connsiteY6" fmla="*/ 8301 h 163726"/>
                    <a:gd name="connsiteX7" fmla="*/ 242437 w 250738"/>
                    <a:gd name="connsiteY7" fmla="*/ 29270 h 163726"/>
                    <a:gd name="connsiteX8" fmla="*/ 148544 w 250738"/>
                    <a:gd name="connsiteY8" fmla="*/ 107825 h 163726"/>
                    <a:gd name="connsiteX9" fmla="*/ 28761 w 250738"/>
                    <a:gd name="connsiteY9" fmla="*/ 161642 h 163726"/>
                    <a:gd name="connsiteX10" fmla="*/ 21979 w 250738"/>
                    <a:gd name="connsiteY10" fmla="*/ 162307 h 163726"/>
                    <a:gd name="connsiteX11" fmla="*/ 15506 w 250738"/>
                    <a:gd name="connsiteY11" fmla="*/ 163726 h 163726"/>
                    <a:gd name="connsiteX12" fmla="*/ 28407 w 250738"/>
                    <a:gd name="connsiteY12" fmla="*/ 156899 h 163726"/>
                    <a:gd name="connsiteX13" fmla="*/ 28407 w 250738"/>
                    <a:gd name="connsiteY13" fmla="*/ 156899 h 163726"/>
                    <a:gd name="connsiteX14" fmla="*/ 28407 w 250738"/>
                    <a:gd name="connsiteY14" fmla="*/ 156899 h 163726"/>
                    <a:gd name="connsiteX15" fmla="*/ 28407 w 250738"/>
                    <a:gd name="connsiteY15" fmla="*/ 156855 h 163726"/>
                    <a:gd name="connsiteX16" fmla="*/ 28407 w 250738"/>
                    <a:gd name="connsiteY16" fmla="*/ 156855 h 163726"/>
                    <a:gd name="connsiteX17" fmla="*/ 28407 w 250738"/>
                    <a:gd name="connsiteY17" fmla="*/ 156855 h 163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0738" h="163726">
                      <a:moveTo>
                        <a:pt x="15506" y="163726"/>
                      </a:moveTo>
                      <a:cubicBezTo>
                        <a:pt x="12536" y="163726"/>
                        <a:pt x="9566" y="162883"/>
                        <a:pt x="6906" y="161110"/>
                      </a:cubicBezTo>
                      <a:cubicBezTo>
                        <a:pt x="-231" y="156367"/>
                        <a:pt x="-2137" y="146703"/>
                        <a:pt x="2606" y="139610"/>
                      </a:cubicBezTo>
                      <a:cubicBezTo>
                        <a:pt x="7394" y="132473"/>
                        <a:pt x="14354" y="131807"/>
                        <a:pt x="25880" y="130744"/>
                      </a:cubicBezTo>
                      <a:cubicBezTo>
                        <a:pt x="48400" y="128660"/>
                        <a:pt x="95302" y="124360"/>
                        <a:pt x="124339" y="88363"/>
                      </a:cubicBezTo>
                      <a:cubicBezTo>
                        <a:pt x="168581" y="33437"/>
                        <a:pt x="225546" y="3071"/>
                        <a:pt x="227985" y="1785"/>
                      </a:cubicBezTo>
                      <a:cubicBezTo>
                        <a:pt x="235565" y="-2205"/>
                        <a:pt x="244963" y="721"/>
                        <a:pt x="248953" y="8301"/>
                      </a:cubicBezTo>
                      <a:cubicBezTo>
                        <a:pt x="252943" y="15882"/>
                        <a:pt x="250017" y="25280"/>
                        <a:pt x="242437" y="29270"/>
                      </a:cubicBezTo>
                      <a:cubicBezTo>
                        <a:pt x="241905" y="29536"/>
                        <a:pt x="188619" y="58085"/>
                        <a:pt x="148544" y="107825"/>
                      </a:cubicBezTo>
                      <a:cubicBezTo>
                        <a:pt x="111305" y="154062"/>
                        <a:pt x="53454" y="159381"/>
                        <a:pt x="28761" y="161642"/>
                      </a:cubicBezTo>
                      <a:cubicBezTo>
                        <a:pt x="26412" y="161864"/>
                        <a:pt x="23663" y="162130"/>
                        <a:pt x="21979" y="162307"/>
                      </a:cubicBezTo>
                      <a:cubicBezTo>
                        <a:pt x="19939" y="163282"/>
                        <a:pt x="17723" y="163726"/>
                        <a:pt x="15506" y="163726"/>
                      </a:cubicBezTo>
                      <a:close/>
                      <a:moveTo>
                        <a:pt x="28407" y="156899"/>
                      </a:moveTo>
                      <a:lnTo>
                        <a:pt x="28407" y="156899"/>
                      </a:lnTo>
                      <a:lnTo>
                        <a:pt x="28407" y="156899"/>
                      </a:lnTo>
                      <a:close/>
                      <a:moveTo>
                        <a:pt x="28407" y="156855"/>
                      </a:moveTo>
                      <a:cubicBezTo>
                        <a:pt x="28407" y="156855"/>
                        <a:pt x="28407" y="156855"/>
                        <a:pt x="28407" y="156855"/>
                      </a:cubicBezTo>
                      <a:cubicBezTo>
                        <a:pt x="28407" y="156855"/>
                        <a:pt x="28407" y="156855"/>
                        <a:pt x="28407" y="156855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54" name="Forme libre : forme 18453">
                  <a:extLst>
                    <a:ext uri="{FF2B5EF4-FFF2-40B4-BE49-F238E27FC236}">
                      <a16:creationId xmlns:a16="http://schemas.microsoft.com/office/drawing/2014/main" id="{261EABDE-DC84-4954-8D34-0E664C6343F9}"/>
                    </a:ext>
                  </a:extLst>
                </p:cNvPr>
                <p:cNvSpPr/>
                <p:nvPr/>
              </p:nvSpPr>
              <p:spPr>
                <a:xfrm>
                  <a:off x="6737101" y="5787287"/>
                  <a:ext cx="182847" cy="426140"/>
                </a:xfrm>
                <a:custGeom>
                  <a:avLst/>
                  <a:gdLst>
                    <a:gd name="connsiteX0" fmla="*/ 15529 w 182847"/>
                    <a:gd name="connsiteY0" fmla="*/ 426141 h 426140"/>
                    <a:gd name="connsiteX1" fmla="*/ 13800 w 182847"/>
                    <a:gd name="connsiteY1" fmla="*/ 426052 h 426140"/>
                    <a:gd name="connsiteX2" fmla="*/ 102 w 182847"/>
                    <a:gd name="connsiteY2" fmla="*/ 408896 h 426140"/>
                    <a:gd name="connsiteX3" fmla="*/ 2451 w 182847"/>
                    <a:gd name="connsiteY3" fmla="*/ 386243 h 426140"/>
                    <a:gd name="connsiteX4" fmla="*/ 75287 w 182847"/>
                    <a:gd name="connsiteY4" fmla="*/ 135773 h 426140"/>
                    <a:gd name="connsiteX5" fmla="*/ 152689 w 182847"/>
                    <a:gd name="connsiteY5" fmla="*/ 10449 h 426140"/>
                    <a:gd name="connsiteX6" fmla="*/ 172416 w 182847"/>
                    <a:gd name="connsiteY6" fmla="*/ 874 h 426140"/>
                    <a:gd name="connsiteX7" fmla="*/ 181991 w 182847"/>
                    <a:gd name="connsiteY7" fmla="*/ 20601 h 426140"/>
                    <a:gd name="connsiteX8" fmla="*/ 97231 w 182847"/>
                    <a:gd name="connsiteY8" fmla="*/ 157717 h 426140"/>
                    <a:gd name="connsiteX9" fmla="*/ 33305 w 182847"/>
                    <a:gd name="connsiteY9" fmla="*/ 389391 h 426140"/>
                    <a:gd name="connsiteX10" fmla="*/ 30912 w 182847"/>
                    <a:gd name="connsiteY10" fmla="*/ 412354 h 426140"/>
                    <a:gd name="connsiteX11" fmla="*/ 15529 w 182847"/>
                    <a:gd name="connsiteY11" fmla="*/ 426141 h 42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2847" h="426140">
                      <a:moveTo>
                        <a:pt x="15529" y="426141"/>
                      </a:moveTo>
                      <a:cubicBezTo>
                        <a:pt x="14952" y="426141"/>
                        <a:pt x="14376" y="426096"/>
                        <a:pt x="13800" y="426052"/>
                      </a:cubicBezTo>
                      <a:cubicBezTo>
                        <a:pt x="5288" y="425121"/>
                        <a:pt x="-874" y="417452"/>
                        <a:pt x="102" y="408896"/>
                      </a:cubicBezTo>
                      <a:cubicBezTo>
                        <a:pt x="855" y="402114"/>
                        <a:pt x="1609" y="394488"/>
                        <a:pt x="2451" y="386243"/>
                      </a:cubicBezTo>
                      <a:cubicBezTo>
                        <a:pt x="9943" y="312299"/>
                        <a:pt x="22489" y="188571"/>
                        <a:pt x="75287" y="135773"/>
                      </a:cubicBezTo>
                      <a:cubicBezTo>
                        <a:pt x="126711" y="84349"/>
                        <a:pt x="152423" y="11203"/>
                        <a:pt x="152689" y="10449"/>
                      </a:cubicBezTo>
                      <a:cubicBezTo>
                        <a:pt x="155482" y="2337"/>
                        <a:pt x="164303" y="-1963"/>
                        <a:pt x="172416" y="874"/>
                      </a:cubicBezTo>
                      <a:cubicBezTo>
                        <a:pt x="180529" y="3667"/>
                        <a:pt x="184784" y="12533"/>
                        <a:pt x="181991" y="20601"/>
                      </a:cubicBezTo>
                      <a:cubicBezTo>
                        <a:pt x="180883" y="23882"/>
                        <a:pt x="153620" y="101283"/>
                        <a:pt x="97231" y="157717"/>
                      </a:cubicBezTo>
                      <a:cubicBezTo>
                        <a:pt x="52235" y="202712"/>
                        <a:pt x="40398" y="319569"/>
                        <a:pt x="33305" y="389391"/>
                      </a:cubicBezTo>
                      <a:cubicBezTo>
                        <a:pt x="32463" y="397724"/>
                        <a:pt x="31665" y="405438"/>
                        <a:pt x="30912" y="412354"/>
                      </a:cubicBezTo>
                      <a:cubicBezTo>
                        <a:pt x="30069" y="420289"/>
                        <a:pt x="23331" y="426141"/>
                        <a:pt x="15529" y="426141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55" name="Forme libre : forme 18454">
                  <a:extLst>
                    <a:ext uri="{FF2B5EF4-FFF2-40B4-BE49-F238E27FC236}">
                      <a16:creationId xmlns:a16="http://schemas.microsoft.com/office/drawing/2014/main" id="{1DC7876A-7A4B-49FA-9BB7-C1115FD8FC93}"/>
                    </a:ext>
                  </a:extLst>
                </p:cNvPr>
                <p:cNvSpPr/>
                <p:nvPr/>
              </p:nvSpPr>
              <p:spPr>
                <a:xfrm>
                  <a:off x="6807579" y="5918515"/>
                  <a:ext cx="205302" cy="293449"/>
                </a:xfrm>
                <a:custGeom>
                  <a:avLst/>
                  <a:gdLst>
                    <a:gd name="connsiteX0" fmla="*/ 189758 w 205302"/>
                    <a:gd name="connsiteY0" fmla="*/ 293449 h 293449"/>
                    <a:gd name="connsiteX1" fmla="*/ 189448 w 205302"/>
                    <a:gd name="connsiteY1" fmla="*/ 293449 h 293449"/>
                    <a:gd name="connsiteX2" fmla="*/ 174242 w 205302"/>
                    <a:gd name="connsiteY2" fmla="*/ 277623 h 293449"/>
                    <a:gd name="connsiteX3" fmla="*/ 80926 w 205302"/>
                    <a:gd name="connsiteY3" fmla="*/ 139088 h 293449"/>
                    <a:gd name="connsiteX4" fmla="*/ 60267 w 205302"/>
                    <a:gd name="connsiteY4" fmla="*/ 121622 h 293449"/>
                    <a:gd name="connsiteX5" fmla="*/ 553 w 205302"/>
                    <a:gd name="connsiteY5" fmla="*/ 12790 h 293449"/>
                    <a:gd name="connsiteX6" fmla="*/ 18552 w 205302"/>
                    <a:gd name="connsiteY6" fmla="*/ 244 h 293449"/>
                    <a:gd name="connsiteX7" fmla="*/ 31142 w 205302"/>
                    <a:gd name="connsiteY7" fmla="*/ 17932 h 293449"/>
                    <a:gd name="connsiteX8" fmla="*/ 80438 w 205302"/>
                    <a:gd name="connsiteY8" fmla="*/ 98082 h 293449"/>
                    <a:gd name="connsiteX9" fmla="*/ 100830 w 205302"/>
                    <a:gd name="connsiteY9" fmla="*/ 115283 h 293449"/>
                    <a:gd name="connsiteX10" fmla="*/ 205274 w 205302"/>
                    <a:gd name="connsiteY10" fmla="*/ 278199 h 293449"/>
                    <a:gd name="connsiteX11" fmla="*/ 189758 w 205302"/>
                    <a:gd name="connsiteY11" fmla="*/ 293449 h 293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5302" h="293449">
                      <a:moveTo>
                        <a:pt x="189758" y="293449"/>
                      </a:moveTo>
                      <a:cubicBezTo>
                        <a:pt x="189669" y="293449"/>
                        <a:pt x="189536" y="293449"/>
                        <a:pt x="189448" y="293449"/>
                      </a:cubicBezTo>
                      <a:cubicBezTo>
                        <a:pt x="180892" y="293272"/>
                        <a:pt x="174065" y="286223"/>
                        <a:pt x="174242" y="277623"/>
                      </a:cubicBezTo>
                      <a:cubicBezTo>
                        <a:pt x="175395" y="218264"/>
                        <a:pt x="133724" y="183331"/>
                        <a:pt x="80926" y="139088"/>
                      </a:cubicBezTo>
                      <a:cubicBezTo>
                        <a:pt x="74143" y="133414"/>
                        <a:pt x="67227" y="127607"/>
                        <a:pt x="60267" y="121622"/>
                      </a:cubicBezTo>
                      <a:cubicBezTo>
                        <a:pt x="-6451" y="64435"/>
                        <a:pt x="-378" y="17888"/>
                        <a:pt x="553" y="12790"/>
                      </a:cubicBezTo>
                      <a:cubicBezTo>
                        <a:pt x="2061" y="4367"/>
                        <a:pt x="10129" y="-1263"/>
                        <a:pt x="18552" y="244"/>
                      </a:cubicBezTo>
                      <a:cubicBezTo>
                        <a:pt x="26886" y="1707"/>
                        <a:pt x="32472" y="9598"/>
                        <a:pt x="31142" y="17932"/>
                      </a:cubicBezTo>
                      <a:cubicBezTo>
                        <a:pt x="31009" y="19218"/>
                        <a:pt x="28127" y="53219"/>
                        <a:pt x="80438" y="98082"/>
                      </a:cubicBezTo>
                      <a:cubicBezTo>
                        <a:pt x="87309" y="103979"/>
                        <a:pt x="94136" y="109697"/>
                        <a:pt x="100830" y="115283"/>
                      </a:cubicBezTo>
                      <a:cubicBezTo>
                        <a:pt x="155268" y="160899"/>
                        <a:pt x="206692" y="203989"/>
                        <a:pt x="205274" y="278199"/>
                      </a:cubicBezTo>
                      <a:cubicBezTo>
                        <a:pt x="205097" y="286711"/>
                        <a:pt x="198181" y="293449"/>
                        <a:pt x="189758" y="293449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56" name="Forme libre : forme 18455">
                  <a:extLst>
                    <a:ext uri="{FF2B5EF4-FFF2-40B4-BE49-F238E27FC236}">
                      <a16:creationId xmlns:a16="http://schemas.microsoft.com/office/drawing/2014/main" id="{F5F41605-23AA-4C22-93A8-500DDDAF4640}"/>
                    </a:ext>
                  </a:extLst>
                </p:cNvPr>
                <p:cNvSpPr/>
                <p:nvPr/>
              </p:nvSpPr>
              <p:spPr>
                <a:xfrm>
                  <a:off x="6539566" y="5706183"/>
                  <a:ext cx="339162" cy="187351"/>
                </a:xfrm>
                <a:custGeom>
                  <a:avLst/>
                  <a:gdLst>
                    <a:gd name="connsiteX0" fmla="*/ 323625 w 339162"/>
                    <a:gd name="connsiteY0" fmla="*/ 187352 h 187351"/>
                    <a:gd name="connsiteX1" fmla="*/ 319503 w 339162"/>
                    <a:gd name="connsiteY1" fmla="*/ 186776 h 187351"/>
                    <a:gd name="connsiteX2" fmla="*/ 185756 w 339162"/>
                    <a:gd name="connsiteY2" fmla="*/ 151488 h 187351"/>
                    <a:gd name="connsiteX3" fmla="*/ 852 w 339162"/>
                    <a:gd name="connsiteY3" fmla="*/ 20579 h 187351"/>
                    <a:gd name="connsiteX4" fmla="*/ 10471 w 339162"/>
                    <a:gd name="connsiteY4" fmla="*/ 852 h 187351"/>
                    <a:gd name="connsiteX5" fmla="*/ 30199 w 339162"/>
                    <a:gd name="connsiteY5" fmla="*/ 10472 h 187351"/>
                    <a:gd name="connsiteX6" fmla="*/ 193204 w 339162"/>
                    <a:gd name="connsiteY6" fmla="*/ 121344 h 187351"/>
                    <a:gd name="connsiteX7" fmla="*/ 327748 w 339162"/>
                    <a:gd name="connsiteY7" fmla="*/ 156808 h 187351"/>
                    <a:gd name="connsiteX8" fmla="*/ 338609 w 339162"/>
                    <a:gd name="connsiteY8" fmla="*/ 175870 h 187351"/>
                    <a:gd name="connsiteX9" fmla="*/ 323625 w 339162"/>
                    <a:gd name="connsiteY9" fmla="*/ 187352 h 187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9162" h="187351">
                      <a:moveTo>
                        <a:pt x="323625" y="187352"/>
                      </a:moveTo>
                      <a:cubicBezTo>
                        <a:pt x="322251" y="187352"/>
                        <a:pt x="320877" y="187175"/>
                        <a:pt x="319503" y="186776"/>
                      </a:cubicBezTo>
                      <a:cubicBezTo>
                        <a:pt x="318660" y="186554"/>
                        <a:pt x="236515" y="163945"/>
                        <a:pt x="185756" y="151488"/>
                      </a:cubicBezTo>
                      <a:cubicBezTo>
                        <a:pt x="101527" y="130786"/>
                        <a:pt x="18584" y="72091"/>
                        <a:pt x="852" y="20579"/>
                      </a:cubicBezTo>
                      <a:cubicBezTo>
                        <a:pt x="-1941" y="12466"/>
                        <a:pt x="2359" y="3645"/>
                        <a:pt x="10471" y="852"/>
                      </a:cubicBezTo>
                      <a:cubicBezTo>
                        <a:pt x="18584" y="-1941"/>
                        <a:pt x="27406" y="2359"/>
                        <a:pt x="30199" y="10472"/>
                      </a:cubicBezTo>
                      <a:cubicBezTo>
                        <a:pt x="42833" y="47089"/>
                        <a:pt x="112876" y="101616"/>
                        <a:pt x="193204" y="121344"/>
                      </a:cubicBezTo>
                      <a:cubicBezTo>
                        <a:pt x="244362" y="133889"/>
                        <a:pt x="326950" y="156586"/>
                        <a:pt x="327748" y="156808"/>
                      </a:cubicBezTo>
                      <a:cubicBezTo>
                        <a:pt x="335994" y="159069"/>
                        <a:pt x="340870" y="167625"/>
                        <a:pt x="338609" y="175870"/>
                      </a:cubicBezTo>
                      <a:cubicBezTo>
                        <a:pt x="336703" y="182831"/>
                        <a:pt x="330452" y="187352"/>
                        <a:pt x="323625" y="187352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57" name="Forme libre : forme 18456">
                  <a:extLst>
                    <a:ext uri="{FF2B5EF4-FFF2-40B4-BE49-F238E27FC236}">
                      <a16:creationId xmlns:a16="http://schemas.microsoft.com/office/drawing/2014/main" id="{ACBC7B2D-5EF5-4F54-9420-569C50C35F69}"/>
                    </a:ext>
                  </a:extLst>
                </p:cNvPr>
                <p:cNvSpPr/>
                <p:nvPr/>
              </p:nvSpPr>
              <p:spPr>
                <a:xfrm>
                  <a:off x="6045709" y="5721041"/>
                  <a:ext cx="399576" cy="516014"/>
                </a:xfrm>
                <a:custGeom>
                  <a:avLst/>
                  <a:gdLst>
                    <a:gd name="connsiteX0" fmla="*/ 15535 w 399576"/>
                    <a:gd name="connsiteY0" fmla="*/ 516015 h 516014"/>
                    <a:gd name="connsiteX1" fmla="*/ 2989 w 399576"/>
                    <a:gd name="connsiteY1" fmla="*/ 509675 h 516014"/>
                    <a:gd name="connsiteX2" fmla="*/ 6358 w 399576"/>
                    <a:gd name="connsiteY2" fmla="*/ 487997 h 516014"/>
                    <a:gd name="connsiteX3" fmla="*/ 172333 w 399576"/>
                    <a:gd name="connsiteY3" fmla="*/ 316215 h 516014"/>
                    <a:gd name="connsiteX4" fmla="*/ 206911 w 399576"/>
                    <a:gd name="connsiteY4" fmla="*/ 253974 h 516014"/>
                    <a:gd name="connsiteX5" fmla="*/ 286530 w 399576"/>
                    <a:gd name="connsiteY5" fmla="*/ 119253 h 516014"/>
                    <a:gd name="connsiteX6" fmla="*/ 371424 w 399576"/>
                    <a:gd name="connsiteY6" fmla="*/ 6519 h 516014"/>
                    <a:gd name="connsiteX7" fmla="*/ 393057 w 399576"/>
                    <a:gd name="connsiteY7" fmla="*/ 2884 h 516014"/>
                    <a:gd name="connsiteX8" fmla="*/ 396692 w 399576"/>
                    <a:gd name="connsiteY8" fmla="*/ 24517 h 516014"/>
                    <a:gd name="connsiteX9" fmla="*/ 310601 w 399576"/>
                    <a:gd name="connsiteY9" fmla="*/ 138802 h 516014"/>
                    <a:gd name="connsiteX10" fmla="*/ 234352 w 399576"/>
                    <a:gd name="connsiteY10" fmla="*/ 268426 h 516014"/>
                    <a:gd name="connsiteX11" fmla="*/ 197735 w 399576"/>
                    <a:gd name="connsiteY11" fmla="*/ 333992 h 516014"/>
                    <a:gd name="connsiteX12" fmla="*/ 24667 w 399576"/>
                    <a:gd name="connsiteY12" fmla="*/ 513044 h 516014"/>
                    <a:gd name="connsiteX13" fmla="*/ 15535 w 399576"/>
                    <a:gd name="connsiteY13" fmla="*/ 516015 h 5160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99576" h="516014">
                      <a:moveTo>
                        <a:pt x="15535" y="516015"/>
                      </a:moveTo>
                      <a:cubicBezTo>
                        <a:pt x="10747" y="516015"/>
                        <a:pt x="6048" y="513798"/>
                        <a:pt x="2989" y="509675"/>
                      </a:cubicBezTo>
                      <a:cubicBezTo>
                        <a:pt x="-2065" y="502759"/>
                        <a:pt x="-557" y="493051"/>
                        <a:pt x="6358" y="487997"/>
                      </a:cubicBezTo>
                      <a:cubicBezTo>
                        <a:pt x="82740" y="432185"/>
                        <a:pt x="153537" y="343035"/>
                        <a:pt x="172333" y="316215"/>
                      </a:cubicBezTo>
                      <a:cubicBezTo>
                        <a:pt x="179648" y="305797"/>
                        <a:pt x="192282" y="281770"/>
                        <a:pt x="206911" y="253974"/>
                      </a:cubicBezTo>
                      <a:cubicBezTo>
                        <a:pt x="231382" y="207471"/>
                        <a:pt x="261837" y="149664"/>
                        <a:pt x="286530" y="119253"/>
                      </a:cubicBezTo>
                      <a:cubicBezTo>
                        <a:pt x="324078" y="73015"/>
                        <a:pt x="370980" y="7184"/>
                        <a:pt x="371424" y="6519"/>
                      </a:cubicBezTo>
                      <a:cubicBezTo>
                        <a:pt x="376389" y="-485"/>
                        <a:pt x="386097" y="-2081"/>
                        <a:pt x="393057" y="2884"/>
                      </a:cubicBezTo>
                      <a:cubicBezTo>
                        <a:pt x="400062" y="7849"/>
                        <a:pt x="401657" y="17557"/>
                        <a:pt x="396692" y="24517"/>
                      </a:cubicBezTo>
                      <a:cubicBezTo>
                        <a:pt x="396205" y="25182"/>
                        <a:pt x="348771" y="91811"/>
                        <a:pt x="310601" y="138802"/>
                      </a:cubicBezTo>
                      <a:cubicBezTo>
                        <a:pt x="287860" y="166820"/>
                        <a:pt x="258202" y="223164"/>
                        <a:pt x="234352" y="268426"/>
                      </a:cubicBezTo>
                      <a:cubicBezTo>
                        <a:pt x="218615" y="298349"/>
                        <a:pt x="206158" y="321978"/>
                        <a:pt x="197735" y="333992"/>
                      </a:cubicBezTo>
                      <a:cubicBezTo>
                        <a:pt x="178185" y="361920"/>
                        <a:pt x="104463" y="454749"/>
                        <a:pt x="24667" y="513044"/>
                      </a:cubicBezTo>
                      <a:cubicBezTo>
                        <a:pt x="21918" y="515039"/>
                        <a:pt x="18727" y="516015"/>
                        <a:pt x="15535" y="516015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58" name="Forme libre : forme 18457">
                  <a:extLst>
                    <a:ext uri="{FF2B5EF4-FFF2-40B4-BE49-F238E27FC236}">
                      <a16:creationId xmlns:a16="http://schemas.microsoft.com/office/drawing/2014/main" id="{DE5F3AED-A760-4318-AA89-77429B17F639}"/>
                    </a:ext>
                  </a:extLst>
                </p:cNvPr>
                <p:cNvSpPr/>
                <p:nvPr/>
              </p:nvSpPr>
              <p:spPr>
                <a:xfrm>
                  <a:off x="7163205" y="5737169"/>
                  <a:ext cx="143085" cy="227162"/>
                </a:xfrm>
                <a:custGeom>
                  <a:avLst/>
                  <a:gdLst>
                    <a:gd name="connsiteX0" fmla="*/ 15490 w 143085"/>
                    <a:gd name="connsiteY0" fmla="*/ 227163 h 227162"/>
                    <a:gd name="connsiteX1" fmla="*/ 4363 w 143085"/>
                    <a:gd name="connsiteY1" fmla="*/ 222419 h 227162"/>
                    <a:gd name="connsiteX2" fmla="*/ 4718 w 143085"/>
                    <a:gd name="connsiteY2" fmla="*/ 200475 h 227162"/>
                    <a:gd name="connsiteX3" fmla="*/ 59777 w 143085"/>
                    <a:gd name="connsiteY3" fmla="*/ 122674 h 227162"/>
                    <a:gd name="connsiteX4" fmla="*/ 113993 w 143085"/>
                    <a:gd name="connsiteY4" fmla="*/ 8035 h 227162"/>
                    <a:gd name="connsiteX5" fmla="*/ 135051 w 143085"/>
                    <a:gd name="connsiteY5" fmla="*/ 1917 h 227162"/>
                    <a:gd name="connsiteX6" fmla="*/ 141168 w 143085"/>
                    <a:gd name="connsiteY6" fmla="*/ 22974 h 227162"/>
                    <a:gd name="connsiteX7" fmla="*/ 89212 w 143085"/>
                    <a:gd name="connsiteY7" fmla="*/ 132428 h 227162"/>
                    <a:gd name="connsiteX8" fmla="*/ 26307 w 143085"/>
                    <a:gd name="connsiteY8" fmla="*/ 222685 h 227162"/>
                    <a:gd name="connsiteX9" fmla="*/ 15490 w 143085"/>
                    <a:gd name="connsiteY9" fmla="*/ 227163 h 227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3085" h="227162">
                      <a:moveTo>
                        <a:pt x="15490" y="227163"/>
                      </a:moveTo>
                      <a:cubicBezTo>
                        <a:pt x="11456" y="227163"/>
                        <a:pt x="7378" y="225567"/>
                        <a:pt x="4363" y="222419"/>
                      </a:cubicBezTo>
                      <a:cubicBezTo>
                        <a:pt x="-1577" y="216257"/>
                        <a:pt x="-1445" y="206460"/>
                        <a:pt x="4718" y="200475"/>
                      </a:cubicBezTo>
                      <a:cubicBezTo>
                        <a:pt x="5161" y="200077"/>
                        <a:pt x="47852" y="158361"/>
                        <a:pt x="59777" y="122674"/>
                      </a:cubicBezTo>
                      <a:cubicBezTo>
                        <a:pt x="73342" y="81979"/>
                        <a:pt x="112309" y="11049"/>
                        <a:pt x="113993" y="8035"/>
                      </a:cubicBezTo>
                      <a:cubicBezTo>
                        <a:pt x="118116" y="543"/>
                        <a:pt x="127559" y="-2206"/>
                        <a:pt x="135051" y="1917"/>
                      </a:cubicBezTo>
                      <a:cubicBezTo>
                        <a:pt x="142543" y="6040"/>
                        <a:pt x="145291" y="15482"/>
                        <a:pt x="141168" y="22974"/>
                      </a:cubicBezTo>
                      <a:cubicBezTo>
                        <a:pt x="140769" y="23684"/>
                        <a:pt x="101891" y="94436"/>
                        <a:pt x="89212" y="132428"/>
                      </a:cubicBezTo>
                      <a:cubicBezTo>
                        <a:pt x="74894" y="175340"/>
                        <a:pt x="28302" y="220779"/>
                        <a:pt x="26307" y="222685"/>
                      </a:cubicBezTo>
                      <a:cubicBezTo>
                        <a:pt x="23248" y="225700"/>
                        <a:pt x="19347" y="227163"/>
                        <a:pt x="15490" y="227163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59" name="Forme libre : forme 18458">
                  <a:extLst>
                    <a:ext uri="{FF2B5EF4-FFF2-40B4-BE49-F238E27FC236}">
                      <a16:creationId xmlns:a16="http://schemas.microsoft.com/office/drawing/2014/main" id="{5AB77C1B-4B03-4109-AADB-E489FCC75ABD}"/>
                    </a:ext>
                  </a:extLst>
                </p:cNvPr>
                <p:cNvSpPr/>
                <p:nvPr/>
              </p:nvSpPr>
              <p:spPr>
                <a:xfrm>
                  <a:off x="5447195" y="5866579"/>
                  <a:ext cx="715065" cy="202993"/>
                </a:xfrm>
                <a:custGeom>
                  <a:avLst/>
                  <a:gdLst>
                    <a:gd name="connsiteX0" fmla="*/ 28615 w 715065"/>
                    <a:gd name="connsiteY0" fmla="*/ 202994 h 202993"/>
                    <a:gd name="connsiteX1" fmla="*/ 13321 w 715065"/>
                    <a:gd name="connsiteY1" fmla="*/ 202240 h 202993"/>
                    <a:gd name="connsiteX2" fmla="*/ 154 w 715065"/>
                    <a:gd name="connsiteY2" fmla="*/ 184685 h 202993"/>
                    <a:gd name="connsiteX3" fmla="*/ 17621 w 715065"/>
                    <a:gd name="connsiteY3" fmla="*/ 171519 h 202993"/>
                    <a:gd name="connsiteX4" fmla="*/ 312688 w 715065"/>
                    <a:gd name="connsiteY4" fmla="*/ 88753 h 202993"/>
                    <a:gd name="connsiteX5" fmla="*/ 700495 w 715065"/>
                    <a:gd name="connsiteY5" fmla="*/ 401 h 202993"/>
                    <a:gd name="connsiteX6" fmla="*/ 715035 w 715065"/>
                    <a:gd name="connsiteY6" fmla="*/ 16848 h 202993"/>
                    <a:gd name="connsiteX7" fmla="*/ 698589 w 715065"/>
                    <a:gd name="connsiteY7" fmla="*/ 31388 h 202993"/>
                    <a:gd name="connsiteX8" fmla="*/ 325677 w 715065"/>
                    <a:gd name="connsiteY8" fmla="*/ 116947 h 202993"/>
                    <a:gd name="connsiteX9" fmla="*/ 28615 w 715065"/>
                    <a:gd name="connsiteY9" fmla="*/ 202994 h 2029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15065" h="202993">
                      <a:moveTo>
                        <a:pt x="28615" y="202994"/>
                      </a:moveTo>
                      <a:cubicBezTo>
                        <a:pt x="19172" y="202994"/>
                        <a:pt x="14163" y="202329"/>
                        <a:pt x="13321" y="202240"/>
                      </a:cubicBezTo>
                      <a:cubicBezTo>
                        <a:pt x="4853" y="201043"/>
                        <a:pt x="-1043" y="193153"/>
                        <a:pt x="154" y="184685"/>
                      </a:cubicBezTo>
                      <a:cubicBezTo>
                        <a:pt x="1351" y="176218"/>
                        <a:pt x="9198" y="170411"/>
                        <a:pt x="17621" y="171519"/>
                      </a:cubicBezTo>
                      <a:cubicBezTo>
                        <a:pt x="19217" y="171740"/>
                        <a:pt x="111070" y="181848"/>
                        <a:pt x="312688" y="88753"/>
                      </a:cubicBezTo>
                      <a:cubicBezTo>
                        <a:pt x="524590" y="-9041"/>
                        <a:pt x="693402" y="-42"/>
                        <a:pt x="700495" y="401"/>
                      </a:cubicBezTo>
                      <a:cubicBezTo>
                        <a:pt x="709051" y="933"/>
                        <a:pt x="715567" y="8292"/>
                        <a:pt x="715035" y="16848"/>
                      </a:cubicBezTo>
                      <a:cubicBezTo>
                        <a:pt x="714504" y="25404"/>
                        <a:pt x="707189" y="31921"/>
                        <a:pt x="698589" y="31388"/>
                      </a:cubicBezTo>
                      <a:cubicBezTo>
                        <a:pt x="696948" y="31300"/>
                        <a:pt x="530087" y="22655"/>
                        <a:pt x="325677" y="116947"/>
                      </a:cubicBezTo>
                      <a:cubicBezTo>
                        <a:pt x="158460" y="194128"/>
                        <a:pt x="63459" y="202994"/>
                        <a:pt x="28615" y="202994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60" name="Forme libre : forme 18459">
                  <a:extLst>
                    <a:ext uri="{FF2B5EF4-FFF2-40B4-BE49-F238E27FC236}">
                      <a16:creationId xmlns:a16="http://schemas.microsoft.com/office/drawing/2014/main" id="{A6ABBCEB-69BB-4ADA-80D3-D6D462F350CA}"/>
                    </a:ext>
                  </a:extLst>
                </p:cNvPr>
                <p:cNvSpPr/>
                <p:nvPr/>
              </p:nvSpPr>
              <p:spPr>
                <a:xfrm>
                  <a:off x="5803960" y="5729824"/>
                  <a:ext cx="69362" cy="227104"/>
                </a:xfrm>
                <a:custGeom>
                  <a:avLst/>
                  <a:gdLst>
                    <a:gd name="connsiteX0" fmla="*/ 15548 w 69362"/>
                    <a:gd name="connsiteY0" fmla="*/ 227104 h 227104"/>
                    <a:gd name="connsiteX1" fmla="*/ 13996 w 69362"/>
                    <a:gd name="connsiteY1" fmla="*/ 227016 h 227104"/>
                    <a:gd name="connsiteX2" fmla="*/ 76 w 69362"/>
                    <a:gd name="connsiteY2" fmla="*/ 210037 h 227104"/>
                    <a:gd name="connsiteX3" fmla="*/ 7391 w 69362"/>
                    <a:gd name="connsiteY3" fmla="*/ 109140 h 227104"/>
                    <a:gd name="connsiteX4" fmla="*/ 42102 w 69362"/>
                    <a:gd name="connsiteY4" fmla="*/ 5361 h 227104"/>
                    <a:gd name="connsiteX5" fmla="*/ 64001 w 69362"/>
                    <a:gd name="connsiteY5" fmla="*/ 3765 h 227104"/>
                    <a:gd name="connsiteX6" fmla="*/ 65597 w 69362"/>
                    <a:gd name="connsiteY6" fmla="*/ 25665 h 227104"/>
                    <a:gd name="connsiteX7" fmla="*/ 38378 w 69362"/>
                    <a:gd name="connsiteY7" fmla="*/ 110603 h 227104"/>
                    <a:gd name="connsiteX8" fmla="*/ 30930 w 69362"/>
                    <a:gd name="connsiteY8" fmla="*/ 213140 h 227104"/>
                    <a:gd name="connsiteX9" fmla="*/ 15548 w 69362"/>
                    <a:gd name="connsiteY9" fmla="*/ 227104 h 22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362" h="227104">
                      <a:moveTo>
                        <a:pt x="15548" y="227104"/>
                      </a:moveTo>
                      <a:cubicBezTo>
                        <a:pt x="15016" y="227104"/>
                        <a:pt x="14528" y="227060"/>
                        <a:pt x="13996" y="227016"/>
                      </a:cubicBezTo>
                      <a:cubicBezTo>
                        <a:pt x="5484" y="226174"/>
                        <a:pt x="-766" y="218549"/>
                        <a:pt x="76" y="210037"/>
                      </a:cubicBezTo>
                      <a:cubicBezTo>
                        <a:pt x="120" y="209550"/>
                        <a:pt x="4908" y="161096"/>
                        <a:pt x="7391" y="109140"/>
                      </a:cubicBezTo>
                      <a:cubicBezTo>
                        <a:pt x="10538" y="42643"/>
                        <a:pt x="40816" y="6869"/>
                        <a:pt x="42102" y="5361"/>
                      </a:cubicBezTo>
                      <a:cubicBezTo>
                        <a:pt x="47687" y="-1111"/>
                        <a:pt x="57485" y="-1821"/>
                        <a:pt x="64001" y="3765"/>
                      </a:cubicBezTo>
                      <a:cubicBezTo>
                        <a:pt x="70474" y="9351"/>
                        <a:pt x="71183" y="19148"/>
                        <a:pt x="65597" y="25665"/>
                      </a:cubicBezTo>
                      <a:cubicBezTo>
                        <a:pt x="65420" y="25886"/>
                        <a:pt x="41038" y="55455"/>
                        <a:pt x="38378" y="110603"/>
                      </a:cubicBezTo>
                      <a:cubicBezTo>
                        <a:pt x="35851" y="163445"/>
                        <a:pt x="30975" y="212653"/>
                        <a:pt x="30930" y="213140"/>
                      </a:cubicBezTo>
                      <a:cubicBezTo>
                        <a:pt x="30132" y="221164"/>
                        <a:pt x="23394" y="227104"/>
                        <a:pt x="15548" y="227104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61" name="Forme libre : forme 18460">
                  <a:extLst>
                    <a:ext uri="{FF2B5EF4-FFF2-40B4-BE49-F238E27FC236}">
                      <a16:creationId xmlns:a16="http://schemas.microsoft.com/office/drawing/2014/main" id="{78B42E88-447C-4F3F-83B0-AEA424A38145}"/>
                    </a:ext>
                  </a:extLst>
                </p:cNvPr>
                <p:cNvSpPr/>
                <p:nvPr/>
              </p:nvSpPr>
              <p:spPr>
                <a:xfrm>
                  <a:off x="5926894" y="5889101"/>
                  <a:ext cx="80034" cy="361210"/>
                </a:xfrm>
                <a:custGeom>
                  <a:avLst/>
                  <a:gdLst>
                    <a:gd name="connsiteX0" fmla="*/ 63598 w 80034"/>
                    <a:gd name="connsiteY0" fmla="*/ 361210 h 361210"/>
                    <a:gd name="connsiteX1" fmla="*/ 62223 w 80034"/>
                    <a:gd name="connsiteY1" fmla="*/ 361166 h 361210"/>
                    <a:gd name="connsiteX2" fmla="*/ 48126 w 80034"/>
                    <a:gd name="connsiteY2" fmla="*/ 344364 h 361210"/>
                    <a:gd name="connsiteX3" fmla="*/ 24187 w 80034"/>
                    <a:gd name="connsiteY3" fmla="*/ 229281 h 361210"/>
                    <a:gd name="connsiteX4" fmla="*/ 2687 w 80034"/>
                    <a:gd name="connsiteY4" fmla="*/ 167439 h 361210"/>
                    <a:gd name="connsiteX5" fmla="*/ 27069 w 80034"/>
                    <a:gd name="connsiteY5" fmla="*/ 9843 h 361210"/>
                    <a:gd name="connsiteX6" fmla="*/ 47195 w 80034"/>
                    <a:gd name="connsiteY6" fmla="*/ 1066 h 361210"/>
                    <a:gd name="connsiteX7" fmla="*/ 55973 w 80034"/>
                    <a:gd name="connsiteY7" fmla="*/ 21191 h 361210"/>
                    <a:gd name="connsiteX8" fmla="*/ 33142 w 80034"/>
                    <a:gd name="connsiteY8" fmla="*/ 161366 h 361210"/>
                    <a:gd name="connsiteX9" fmla="*/ 52692 w 80034"/>
                    <a:gd name="connsiteY9" fmla="*/ 216913 h 361210"/>
                    <a:gd name="connsiteX10" fmla="*/ 79113 w 80034"/>
                    <a:gd name="connsiteY10" fmla="*/ 347113 h 361210"/>
                    <a:gd name="connsiteX11" fmla="*/ 63598 w 80034"/>
                    <a:gd name="connsiteY11" fmla="*/ 361210 h 361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0034" h="361210">
                      <a:moveTo>
                        <a:pt x="63598" y="361210"/>
                      </a:moveTo>
                      <a:cubicBezTo>
                        <a:pt x="63154" y="361210"/>
                        <a:pt x="62666" y="361210"/>
                        <a:pt x="62223" y="361166"/>
                      </a:cubicBezTo>
                      <a:cubicBezTo>
                        <a:pt x="53667" y="360412"/>
                        <a:pt x="47372" y="352876"/>
                        <a:pt x="48126" y="344364"/>
                      </a:cubicBezTo>
                      <a:cubicBezTo>
                        <a:pt x="52515" y="294492"/>
                        <a:pt x="38728" y="262795"/>
                        <a:pt x="24187" y="229281"/>
                      </a:cubicBezTo>
                      <a:cubicBezTo>
                        <a:pt x="15853" y="210086"/>
                        <a:pt x="7253" y="190270"/>
                        <a:pt x="2687" y="167439"/>
                      </a:cubicBezTo>
                      <a:cubicBezTo>
                        <a:pt x="-9859" y="104711"/>
                        <a:pt x="25517" y="13655"/>
                        <a:pt x="27069" y="9843"/>
                      </a:cubicBezTo>
                      <a:cubicBezTo>
                        <a:pt x="30216" y="1863"/>
                        <a:pt x="39216" y="-2038"/>
                        <a:pt x="47195" y="1066"/>
                      </a:cubicBezTo>
                      <a:cubicBezTo>
                        <a:pt x="55175" y="4213"/>
                        <a:pt x="59076" y="13212"/>
                        <a:pt x="55973" y="21191"/>
                      </a:cubicBezTo>
                      <a:cubicBezTo>
                        <a:pt x="55618" y="22034"/>
                        <a:pt x="22414" y="107637"/>
                        <a:pt x="33142" y="161366"/>
                      </a:cubicBezTo>
                      <a:cubicBezTo>
                        <a:pt x="37043" y="180960"/>
                        <a:pt x="44668" y="198427"/>
                        <a:pt x="52692" y="216913"/>
                      </a:cubicBezTo>
                      <a:cubicBezTo>
                        <a:pt x="67454" y="250870"/>
                        <a:pt x="84167" y="289349"/>
                        <a:pt x="79113" y="347113"/>
                      </a:cubicBezTo>
                      <a:cubicBezTo>
                        <a:pt x="78315" y="355093"/>
                        <a:pt x="71577" y="361210"/>
                        <a:pt x="63598" y="361210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62" name="Forme libre : forme 18461">
                  <a:extLst>
                    <a:ext uri="{FF2B5EF4-FFF2-40B4-BE49-F238E27FC236}">
                      <a16:creationId xmlns:a16="http://schemas.microsoft.com/office/drawing/2014/main" id="{1A196431-601D-4A74-AC69-C4EBD03382BF}"/>
                    </a:ext>
                  </a:extLst>
                </p:cNvPr>
                <p:cNvSpPr/>
                <p:nvPr/>
              </p:nvSpPr>
              <p:spPr>
                <a:xfrm>
                  <a:off x="5725823" y="5973081"/>
                  <a:ext cx="234447" cy="95916"/>
                </a:xfrm>
                <a:custGeom>
                  <a:avLst/>
                  <a:gdLst>
                    <a:gd name="connsiteX0" fmla="*/ 218964 w 234447"/>
                    <a:gd name="connsiteY0" fmla="*/ 95916 h 95916"/>
                    <a:gd name="connsiteX1" fmla="*/ 212713 w 234447"/>
                    <a:gd name="connsiteY1" fmla="*/ 94586 h 95916"/>
                    <a:gd name="connsiteX2" fmla="*/ 120992 w 234447"/>
                    <a:gd name="connsiteY2" fmla="*/ 64929 h 95916"/>
                    <a:gd name="connsiteX3" fmla="*/ 5288 w 234447"/>
                    <a:gd name="connsiteY3" fmla="*/ 27203 h 95916"/>
                    <a:gd name="connsiteX4" fmla="*/ 3825 w 234447"/>
                    <a:gd name="connsiteY4" fmla="*/ 5303 h 95916"/>
                    <a:gd name="connsiteX5" fmla="*/ 25725 w 234447"/>
                    <a:gd name="connsiteY5" fmla="*/ 3841 h 95916"/>
                    <a:gd name="connsiteX6" fmla="*/ 122278 w 234447"/>
                    <a:gd name="connsiteY6" fmla="*/ 33941 h 95916"/>
                    <a:gd name="connsiteX7" fmla="*/ 225170 w 234447"/>
                    <a:gd name="connsiteY7" fmla="*/ 66214 h 95916"/>
                    <a:gd name="connsiteX8" fmla="*/ 233150 w 234447"/>
                    <a:gd name="connsiteY8" fmla="*/ 86651 h 95916"/>
                    <a:gd name="connsiteX9" fmla="*/ 218964 w 234447"/>
                    <a:gd name="connsiteY9" fmla="*/ 95916 h 95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4447" h="95916">
                      <a:moveTo>
                        <a:pt x="218964" y="95916"/>
                      </a:moveTo>
                      <a:cubicBezTo>
                        <a:pt x="216880" y="95916"/>
                        <a:pt x="214752" y="95473"/>
                        <a:pt x="212713" y="94586"/>
                      </a:cubicBezTo>
                      <a:cubicBezTo>
                        <a:pt x="194626" y="86651"/>
                        <a:pt x="142892" y="65815"/>
                        <a:pt x="120992" y="64929"/>
                      </a:cubicBezTo>
                      <a:cubicBezTo>
                        <a:pt x="45630" y="61781"/>
                        <a:pt x="6884" y="28621"/>
                        <a:pt x="5288" y="27203"/>
                      </a:cubicBezTo>
                      <a:cubicBezTo>
                        <a:pt x="-1140" y="21573"/>
                        <a:pt x="-1805" y="11776"/>
                        <a:pt x="3825" y="5303"/>
                      </a:cubicBezTo>
                      <a:cubicBezTo>
                        <a:pt x="9456" y="-1169"/>
                        <a:pt x="19253" y="-1790"/>
                        <a:pt x="25725" y="3841"/>
                      </a:cubicBezTo>
                      <a:cubicBezTo>
                        <a:pt x="25991" y="4062"/>
                        <a:pt x="58574" y="31281"/>
                        <a:pt x="122278" y="33941"/>
                      </a:cubicBezTo>
                      <a:cubicBezTo>
                        <a:pt x="153886" y="35271"/>
                        <a:pt x="217944" y="63022"/>
                        <a:pt x="225170" y="66214"/>
                      </a:cubicBezTo>
                      <a:cubicBezTo>
                        <a:pt x="233017" y="69672"/>
                        <a:pt x="236563" y="78804"/>
                        <a:pt x="233150" y="86651"/>
                      </a:cubicBezTo>
                      <a:cubicBezTo>
                        <a:pt x="230623" y="92414"/>
                        <a:pt x="224904" y="95916"/>
                        <a:pt x="218964" y="95916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63" name="Forme libre : forme 18462">
                  <a:extLst>
                    <a:ext uri="{FF2B5EF4-FFF2-40B4-BE49-F238E27FC236}">
                      <a16:creationId xmlns:a16="http://schemas.microsoft.com/office/drawing/2014/main" id="{B08BAEE8-6207-4E37-808A-DFE3ABDEB7D0}"/>
                    </a:ext>
                  </a:extLst>
                </p:cNvPr>
                <p:cNvSpPr/>
                <p:nvPr/>
              </p:nvSpPr>
              <p:spPr>
                <a:xfrm>
                  <a:off x="5729280" y="5628606"/>
                  <a:ext cx="131309" cy="146033"/>
                </a:xfrm>
                <a:custGeom>
                  <a:avLst/>
                  <a:gdLst>
                    <a:gd name="connsiteX0" fmla="*/ 15529 w 131309"/>
                    <a:gd name="connsiteY0" fmla="*/ 146033 h 146033"/>
                    <a:gd name="connsiteX1" fmla="*/ 3471 w 131309"/>
                    <a:gd name="connsiteY1" fmla="*/ 140270 h 146033"/>
                    <a:gd name="connsiteX2" fmla="*/ 5776 w 131309"/>
                    <a:gd name="connsiteY2" fmla="*/ 118460 h 146033"/>
                    <a:gd name="connsiteX3" fmla="*/ 53255 w 131309"/>
                    <a:gd name="connsiteY3" fmla="*/ 64730 h 146033"/>
                    <a:gd name="connsiteX4" fmla="*/ 106363 w 131309"/>
                    <a:gd name="connsiteY4" fmla="*/ 3199 h 146033"/>
                    <a:gd name="connsiteX5" fmla="*/ 128130 w 131309"/>
                    <a:gd name="connsiteY5" fmla="*/ 6125 h 146033"/>
                    <a:gd name="connsiteX6" fmla="*/ 125204 w 131309"/>
                    <a:gd name="connsiteY6" fmla="*/ 27891 h 146033"/>
                    <a:gd name="connsiteX7" fmla="*/ 81981 w 131309"/>
                    <a:gd name="connsiteY7" fmla="*/ 76434 h 146033"/>
                    <a:gd name="connsiteX8" fmla="*/ 25282 w 131309"/>
                    <a:gd name="connsiteY8" fmla="*/ 142575 h 146033"/>
                    <a:gd name="connsiteX9" fmla="*/ 15529 w 131309"/>
                    <a:gd name="connsiteY9" fmla="*/ 146033 h 146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1309" h="146033">
                      <a:moveTo>
                        <a:pt x="15529" y="146033"/>
                      </a:moveTo>
                      <a:cubicBezTo>
                        <a:pt x="11007" y="146033"/>
                        <a:pt x="6530" y="144083"/>
                        <a:pt x="3471" y="140270"/>
                      </a:cubicBezTo>
                      <a:cubicBezTo>
                        <a:pt x="-1937" y="133620"/>
                        <a:pt x="-918" y="123823"/>
                        <a:pt x="5776" y="118460"/>
                      </a:cubicBezTo>
                      <a:cubicBezTo>
                        <a:pt x="16416" y="109859"/>
                        <a:pt x="45674" y="83394"/>
                        <a:pt x="53255" y="64730"/>
                      </a:cubicBezTo>
                      <a:cubicBezTo>
                        <a:pt x="65313" y="35117"/>
                        <a:pt x="102196" y="6391"/>
                        <a:pt x="106363" y="3199"/>
                      </a:cubicBezTo>
                      <a:cubicBezTo>
                        <a:pt x="113190" y="-2032"/>
                        <a:pt x="122899" y="-702"/>
                        <a:pt x="128130" y="6125"/>
                      </a:cubicBezTo>
                      <a:cubicBezTo>
                        <a:pt x="133317" y="12952"/>
                        <a:pt x="132031" y="22660"/>
                        <a:pt x="125204" y="27891"/>
                      </a:cubicBezTo>
                      <a:cubicBezTo>
                        <a:pt x="115762" y="35117"/>
                        <a:pt x="89518" y="57992"/>
                        <a:pt x="81981" y="76434"/>
                      </a:cubicBezTo>
                      <a:cubicBezTo>
                        <a:pt x="70012" y="105825"/>
                        <a:pt x="29848" y="138896"/>
                        <a:pt x="25282" y="142575"/>
                      </a:cubicBezTo>
                      <a:cubicBezTo>
                        <a:pt x="22400" y="144881"/>
                        <a:pt x="18943" y="146033"/>
                        <a:pt x="15529" y="146033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64" name="Forme libre : forme 18463">
                  <a:extLst>
                    <a:ext uri="{FF2B5EF4-FFF2-40B4-BE49-F238E27FC236}">
                      <a16:creationId xmlns:a16="http://schemas.microsoft.com/office/drawing/2014/main" id="{23A60620-FBB7-46DB-BAD8-06C17E892592}"/>
                    </a:ext>
                  </a:extLst>
                </p:cNvPr>
                <p:cNvSpPr/>
                <p:nvPr/>
              </p:nvSpPr>
              <p:spPr>
                <a:xfrm>
                  <a:off x="5658499" y="5640460"/>
                  <a:ext cx="146035" cy="90956"/>
                </a:xfrm>
                <a:custGeom>
                  <a:avLst/>
                  <a:gdLst>
                    <a:gd name="connsiteX0" fmla="*/ 130509 w 146035"/>
                    <a:gd name="connsiteY0" fmla="*/ 90957 h 90956"/>
                    <a:gd name="connsiteX1" fmla="*/ 117254 w 146035"/>
                    <a:gd name="connsiteY1" fmla="*/ 83509 h 90956"/>
                    <a:gd name="connsiteX2" fmla="*/ 13564 w 146035"/>
                    <a:gd name="connsiteY2" fmla="*/ 30888 h 90956"/>
                    <a:gd name="connsiteX3" fmla="*/ 131 w 146035"/>
                    <a:gd name="connsiteY3" fmla="*/ 13555 h 90956"/>
                    <a:gd name="connsiteX4" fmla="*/ 17465 w 146035"/>
                    <a:gd name="connsiteY4" fmla="*/ 122 h 90956"/>
                    <a:gd name="connsiteX5" fmla="*/ 143808 w 146035"/>
                    <a:gd name="connsiteY5" fmla="*/ 67505 h 90956"/>
                    <a:gd name="connsiteX6" fmla="*/ 138488 w 146035"/>
                    <a:gd name="connsiteY6" fmla="*/ 88784 h 90956"/>
                    <a:gd name="connsiteX7" fmla="*/ 130509 w 146035"/>
                    <a:gd name="connsiteY7" fmla="*/ 90957 h 90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6035" h="90956">
                      <a:moveTo>
                        <a:pt x="130509" y="90957"/>
                      </a:moveTo>
                      <a:cubicBezTo>
                        <a:pt x="125278" y="90957"/>
                        <a:pt x="120180" y="88297"/>
                        <a:pt x="117254" y="83509"/>
                      </a:cubicBezTo>
                      <a:cubicBezTo>
                        <a:pt x="116013" y="81514"/>
                        <a:pt x="89414" y="40464"/>
                        <a:pt x="13564" y="30888"/>
                      </a:cubicBezTo>
                      <a:cubicBezTo>
                        <a:pt x="5052" y="29824"/>
                        <a:pt x="-977" y="22066"/>
                        <a:pt x="131" y="13555"/>
                      </a:cubicBezTo>
                      <a:cubicBezTo>
                        <a:pt x="1240" y="5043"/>
                        <a:pt x="8998" y="-941"/>
                        <a:pt x="17465" y="122"/>
                      </a:cubicBezTo>
                      <a:cubicBezTo>
                        <a:pt x="109407" y="11737"/>
                        <a:pt x="142434" y="65201"/>
                        <a:pt x="143808" y="67505"/>
                      </a:cubicBezTo>
                      <a:cubicBezTo>
                        <a:pt x="148241" y="74864"/>
                        <a:pt x="145847" y="84396"/>
                        <a:pt x="138488" y="88784"/>
                      </a:cubicBezTo>
                      <a:cubicBezTo>
                        <a:pt x="136006" y="90203"/>
                        <a:pt x="133257" y="90957"/>
                        <a:pt x="130509" y="90957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65" name="Forme libre : forme 18464">
                  <a:extLst>
                    <a:ext uri="{FF2B5EF4-FFF2-40B4-BE49-F238E27FC236}">
                      <a16:creationId xmlns:a16="http://schemas.microsoft.com/office/drawing/2014/main" id="{C2785AB1-4396-491B-90C3-80020FC818EC}"/>
                    </a:ext>
                  </a:extLst>
                </p:cNvPr>
                <p:cNvSpPr/>
                <p:nvPr/>
              </p:nvSpPr>
              <p:spPr>
                <a:xfrm>
                  <a:off x="4439617" y="6068864"/>
                  <a:ext cx="163699" cy="81923"/>
                </a:xfrm>
                <a:custGeom>
                  <a:avLst/>
                  <a:gdLst>
                    <a:gd name="connsiteX0" fmla="*/ 148154 w 163699"/>
                    <a:gd name="connsiteY0" fmla="*/ 81924 h 81923"/>
                    <a:gd name="connsiteX1" fmla="*/ 141460 w 163699"/>
                    <a:gd name="connsiteY1" fmla="*/ 80372 h 81923"/>
                    <a:gd name="connsiteX2" fmla="*/ 86667 w 163699"/>
                    <a:gd name="connsiteY2" fmla="*/ 48808 h 81923"/>
                    <a:gd name="connsiteX3" fmla="*/ 15516 w 163699"/>
                    <a:gd name="connsiteY3" fmla="*/ 31032 h 81923"/>
                    <a:gd name="connsiteX4" fmla="*/ 0 w 163699"/>
                    <a:gd name="connsiteY4" fmla="*/ 15516 h 81923"/>
                    <a:gd name="connsiteX5" fmla="*/ 15516 w 163699"/>
                    <a:gd name="connsiteY5" fmla="*/ 0 h 81923"/>
                    <a:gd name="connsiteX6" fmla="*/ 106527 w 163699"/>
                    <a:gd name="connsiteY6" fmla="*/ 24958 h 81923"/>
                    <a:gd name="connsiteX7" fmla="*/ 154892 w 163699"/>
                    <a:gd name="connsiteY7" fmla="*/ 52355 h 81923"/>
                    <a:gd name="connsiteX8" fmla="*/ 162163 w 163699"/>
                    <a:gd name="connsiteY8" fmla="*/ 73057 h 81923"/>
                    <a:gd name="connsiteX9" fmla="*/ 148154 w 163699"/>
                    <a:gd name="connsiteY9" fmla="*/ 81924 h 81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3699" h="81923">
                      <a:moveTo>
                        <a:pt x="148154" y="81924"/>
                      </a:moveTo>
                      <a:cubicBezTo>
                        <a:pt x="145893" y="81924"/>
                        <a:pt x="143632" y="81436"/>
                        <a:pt x="141460" y="80372"/>
                      </a:cubicBezTo>
                      <a:cubicBezTo>
                        <a:pt x="137382" y="78422"/>
                        <a:pt x="100986" y="60778"/>
                        <a:pt x="86667" y="48808"/>
                      </a:cubicBezTo>
                      <a:cubicBezTo>
                        <a:pt x="76826" y="40607"/>
                        <a:pt x="52266" y="31032"/>
                        <a:pt x="15516" y="31032"/>
                      </a:cubicBezTo>
                      <a:cubicBezTo>
                        <a:pt x="6960" y="31032"/>
                        <a:pt x="0" y="24072"/>
                        <a:pt x="0" y="15516"/>
                      </a:cubicBezTo>
                      <a:cubicBezTo>
                        <a:pt x="0" y="6960"/>
                        <a:pt x="6960" y="0"/>
                        <a:pt x="15516" y="0"/>
                      </a:cubicBezTo>
                      <a:cubicBezTo>
                        <a:pt x="53729" y="0"/>
                        <a:pt x="87775" y="9354"/>
                        <a:pt x="106527" y="24958"/>
                      </a:cubicBezTo>
                      <a:cubicBezTo>
                        <a:pt x="115083" y="32096"/>
                        <a:pt x="140751" y="45572"/>
                        <a:pt x="154892" y="52355"/>
                      </a:cubicBezTo>
                      <a:cubicBezTo>
                        <a:pt x="162606" y="56079"/>
                        <a:pt x="165886" y="65344"/>
                        <a:pt x="162163" y="73057"/>
                      </a:cubicBezTo>
                      <a:cubicBezTo>
                        <a:pt x="159503" y="78687"/>
                        <a:pt x="153917" y="81924"/>
                        <a:pt x="148154" y="81924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66" name="Forme libre : forme 18465">
                  <a:extLst>
                    <a:ext uri="{FF2B5EF4-FFF2-40B4-BE49-F238E27FC236}">
                      <a16:creationId xmlns:a16="http://schemas.microsoft.com/office/drawing/2014/main" id="{E2C1815D-FF00-4C44-8843-BAC3A77BC658}"/>
                    </a:ext>
                  </a:extLst>
                </p:cNvPr>
                <p:cNvSpPr/>
                <p:nvPr/>
              </p:nvSpPr>
              <p:spPr>
                <a:xfrm>
                  <a:off x="4670320" y="5945940"/>
                  <a:ext cx="493985" cy="57358"/>
                </a:xfrm>
                <a:custGeom>
                  <a:avLst/>
                  <a:gdLst>
                    <a:gd name="connsiteX0" fmla="*/ 396359 w 493985"/>
                    <a:gd name="connsiteY0" fmla="*/ 57358 h 57358"/>
                    <a:gd name="connsiteX1" fmla="*/ 282384 w 493985"/>
                    <a:gd name="connsiteY1" fmla="*/ 51241 h 57358"/>
                    <a:gd name="connsiteX2" fmla="*/ 20388 w 493985"/>
                    <a:gd name="connsiteY2" fmla="*/ 39670 h 57358"/>
                    <a:gd name="connsiteX3" fmla="*/ 793 w 493985"/>
                    <a:gd name="connsiteY3" fmla="*/ 29785 h 57358"/>
                    <a:gd name="connsiteX4" fmla="*/ 10679 w 493985"/>
                    <a:gd name="connsiteY4" fmla="*/ 10191 h 57358"/>
                    <a:gd name="connsiteX5" fmla="*/ 288235 w 493985"/>
                    <a:gd name="connsiteY5" fmla="*/ 20741 h 57358"/>
                    <a:gd name="connsiteX6" fmla="*/ 477883 w 493985"/>
                    <a:gd name="connsiteY6" fmla="*/ 24908 h 57358"/>
                    <a:gd name="connsiteX7" fmla="*/ 478459 w 493985"/>
                    <a:gd name="connsiteY7" fmla="*/ 24908 h 57358"/>
                    <a:gd name="connsiteX8" fmla="*/ 493975 w 493985"/>
                    <a:gd name="connsiteY8" fmla="*/ 39848 h 57358"/>
                    <a:gd name="connsiteX9" fmla="*/ 479036 w 493985"/>
                    <a:gd name="connsiteY9" fmla="*/ 55896 h 57358"/>
                    <a:gd name="connsiteX10" fmla="*/ 396359 w 493985"/>
                    <a:gd name="connsiteY10" fmla="*/ 57358 h 57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93985" h="57358">
                      <a:moveTo>
                        <a:pt x="396359" y="57358"/>
                      </a:moveTo>
                      <a:cubicBezTo>
                        <a:pt x="354687" y="57358"/>
                        <a:pt x="307741" y="56117"/>
                        <a:pt x="282384" y="51241"/>
                      </a:cubicBezTo>
                      <a:cubicBezTo>
                        <a:pt x="195628" y="34661"/>
                        <a:pt x="74959" y="21672"/>
                        <a:pt x="20388" y="39670"/>
                      </a:cubicBezTo>
                      <a:cubicBezTo>
                        <a:pt x="12275" y="42374"/>
                        <a:pt x="3498" y="37941"/>
                        <a:pt x="793" y="29785"/>
                      </a:cubicBezTo>
                      <a:cubicBezTo>
                        <a:pt x="-1911" y="21672"/>
                        <a:pt x="2522" y="12895"/>
                        <a:pt x="10679" y="10191"/>
                      </a:cubicBezTo>
                      <a:cubicBezTo>
                        <a:pt x="88347" y="-15388"/>
                        <a:pt x="255519" y="14491"/>
                        <a:pt x="288235" y="20741"/>
                      </a:cubicBezTo>
                      <a:cubicBezTo>
                        <a:pt x="336068" y="29873"/>
                        <a:pt x="476465" y="24953"/>
                        <a:pt x="477883" y="24908"/>
                      </a:cubicBezTo>
                      <a:cubicBezTo>
                        <a:pt x="478060" y="24908"/>
                        <a:pt x="478282" y="24908"/>
                        <a:pt x="478459" y="24908"/>
                      </a:cubicBezTo>
                      <a:cubicBezTo>
                        <a:pt x="486749" y="24908"/>
                        <a:pt x="493665" y="31514"/>
                        <a:pt x="493975" y="39848"/>
                      </a:cubicBezTo>
                      <a:cubicBezTo>
                        <a:pt x="494286" y="48404"/>
                        <a:pt x="487592" y="55586"/>
                        <a:pt x="479036" y="55896"/>
                      </a:cubicBezTo>
                      <a:cubicBezTo>
                        <a:pt x="475977" y="56073"/>
                        <a:pt x="438916" y="57358"/>
                        <a:pt x="396359" y="57358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67" name="Forme libre : forme 18466">
                  <a:extLst>
                    <a:ext uri="{FF2B5EF4-FFF2-40B4-BE49-F238E27FC236}">
                      <a16:creationId xmlns:a16="http://schemas.microsoft.com/office/drawing/2014/main" id="{F68D3E38-3522-4666-B5BC-617764FA0134}"/>
                    </a:ext>
                  </a:extLst>
                </p:cNvPr>
                <p:cNvSpPr/>
                <p:nvPr/>
              </p:nvSpPr>
              <p:spPr>
                <a:xfrm>
                  <a:off x="4920202" y="5758576"/>
                  <a:ext cx="156334" cy="235236"/>
                </a:xfrm>
                <a:custGeom>
                  <a:avLst/>
                  <a:gdLst>
                    <a:gd name="connsiteX0" fmla="*/ 15523 w 156334"/>
                    <a:gd name="connsiteY0" fmla="*/ 235236 h 235236"/>
                    <a:gd name="connsiteX1" fmla="*/ 15036 w 156334"/>
                    <a:gd name="connsiteY1" fmla="*/ 235236 h 235236"/>
                    <a:gd name="connsiteX2" fmla="*/ 8 w 156334"/>
                    <a:gd name="connsiteY2" fmla="*/ 219232 h 235236"/>
                    <a:gd name="connsiteX3" fmla="*/ 32812 w 156334"/>
                    <a:gd name="connsiteY3" fmla="*/ 105435 h 235236"/>
                    <a:gd name="connsiteX4" fmla="*/ 79050 w 156334"/>
                    <a:gd name="connsiteY4" fmla="*/ 60306 h 235236"/>
                    <a:gd name="connsiteX5" fmla="*/ 126573 w 156334"/>
                    <a:gd name="connsiteY5" fmla="*/ 9370 h 235236"/>
                    <a:gd name="connsiteX6" fmla="*/ 146965 w 156334"/>
                    <a:gd name="connsiteY6" fmla="*/ 1257 h 235236"/>
                    <a:gd name="connsiteX7" fmla="*/ 155077 w 156334"/>
                    <a:gd name="connsiteY7" fmla="*/ 21650 h 235236"/>
                    <a:gd name="connsiteX8" fmla="*/ 99398 w 156334"/>
                    <a:gd name="connsiteY8" fmla="*/ 83713 h 235236"/>
                    <a:gd name="connsiteX9" fmla="*/ 57195 w 156334"/>
                    <a:gd name="connsiteY9" fmla="*/ 124630 h 235236"/>
                    <a:gd name="connsiteX10" fmla="*/ 31039 w 156334"/>
                    <a:gd name="connsiteY10" fmla="*/ 220208 h 235236"/>
                    <a:gd name="connsiteX11" fmla="*/ 15523 w 156334"/>
                    <a:gd name="connsiteY11" fmla="*/ 235236 h 235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6334" h="235236">
                      <a:moveTo>
                        <a:pt x="15523" y="235236"/>
                      </a:moveTo>
                      <a:cubicBezTo>
                        <a:pt x="15346" y="235236"/>
                        <a:pt x="15169" y="235236"/>
                        <a:pt x="15036" y="235236"/>
                      </a:cubicBezTo>
                      <a:cubicBezTo>
                        <a:pt x="6480" y="234970"/>
                        <a:pt x="-258" y="227789"/>
                        <a:pt x="8" y="219232"/>
                      </a:cubicBezTo>
                      <a:cubicBezTo>
                        <a:pt x="96" y="216174"/>
                        <a:pt x="2712" y="143693"/>
                        <a:pt x="32812" y="105435"/>
                      </a:cubicBezTo>
                      <a:cubicBezTo>
                        <a:pt x="45269" y="89609"/>
                        <a:pt x="62426" y="74714"/>
                        <a:pt x="79050" y="60306"/>
                      </a:cubicBezTo>
                      <a:cubicBezTo>
                        <a:pt x="99132" y="42884"/>
                        <a:pt x="119923" y="24841"/>
                        <a:pt x="126573" y="9370"/>
                      </a:cubicBezTo>
                      <a:cubicBezTo>
                        <a:pt x="129986" y="1523"/>
                        <a:pt x="139118" y="-2112"/>
                        <a:pt x="146965" y="1257"/>
                      </a:cubicBezTo>
                      <a:cubicBezTo>
                        <a:pt x="154811" y="4671"/>
                        <a:pt x="158446" y="13803"/>
                        <a:pt x="155077" y="21650"/>
                      </a:cubicBezTo>
                      <a:cubicBezTo>
                        <a:pt x="145590" y="43593"/>
                        <a:pt x="123159" y="63055"/>
                        <a:pt x="99398" y="83713"/>
                      </a:cubicBezTo>
                      <a:cubicBezTo>
                        <a:pt x="83882" y="97190"/>
                        <a:pt x="67878" y="111110"/>
                        <a:pt x="57195" y="124630"/>
                      </a:cubicBezTo>
                      <a:cubicBezTo>
                        <a:pt x="37467" y="149677"/>
                        <a:pt x="31616" y="202121"/>
                        <a:pt x="31039" y="220208"/>
                      </a:cubicBezTo>
                      <a:cubicBezTo>
                        <a:pt x="30729" y="228587"/>
                        <a:pt x="23858" y="235236"/>
                        <a:pt x="15523" y="235236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68" name="Forme libre : forme 18467">
                  <a:extLst>
                    <a:ext uri="{FF2B5EF4-FFF2-40B4-BE49-F238E27FC236}">
                      <a16:creationId xmlns:a16="http://schemas.microsoft.com/office/drawing/2014/main" id="{0F320F44-E247-47D8-A9A7-AE92DF48F8FC}"/>
                    </a:ext>
                  </a:extLst>
                </p:cNvPr>
                <p:cNvSpPr/>
                <p:nvPr/>
              </p:nvSpPr>
              <p:spPr>
                <a:xfrm>
                  <a:off x="5297587" y="5816832"/>
                  <a:ext cx="241077" cy="434942"/>
                </a:xfrm>
                <a:custGeom>
                  <a:avLst/>
                  <a:gdLst>
                    <a:gd name="connsiteX0" fmla="*/ 225568 w 241077"/>
                    <a:gd name="connsiteY0" fmla="*/ 434942 h 434942"/>
                    <a:gd name="connsiteX1" fmla="*/ 215283 w 241077"/>
                    <a:gd name="connsiteY1" fmla="*/ 431041 h 434942"/>
                    <a:gd name="connsiteX2" fmla="*/ 110042 w 241077"/>
                    <a:gd name="connsiteY2" fmla="*/ 198392 h 434942"/>
                    <a:gd name="connsiteX3" fmla="*/ 99358 w 241077"/>
                    <a:gd name="connsiteY3" fmla="*/ 159780 h 434942"/>
                    <a:gd name="connsiteX4" fmla="*/ 43767 w 241077"/>
                    <a:gd name="connsiteY4" fmla="*/ 59060 h 434942"/>
                    <a:gd name="connsiteX5" fmla="*/ 7992 w 241077"/>
                    <a:gd name="connsiteY5" fmla="*/ 29092 h 434942"/>
                    <a:gd name="connsiteX6" fmla="*/ 1918 w 241077"/>
                    <a:gd name="connsiteY6" fmla="*/ 8035 h 434942"/>
                    <a:gd name="connsiteX7" fmla="*/ 22931 w 241077"/>
                    <a:gd name="connsiteY7" fmla="*/ 1917 h 434942"/>
                    <a:gd name="connsiteX8" fmla="*/ 129193 w 241077"/>
                    <a:gd name="connsiteY8" fmla="*/ 151357 h 434942"/>
                    <a:gd name="connsiteX9" fmla="*/ 139921 w 241077"/>
                    <a:gd name="connsiteY9" fmla="*/ 190235 h 434942"/>
                    <a:gd name="connsiteX10" fmla="*/ 235853 w 241077"/>
                    <a:gd name="connsiteY10" fmla="*/ 407856 h 434942"/>
                    <a:gd name="connsiteX11" fmla="*/ 237139 w 241077"/>
                    <a:gd name="connsiteY11" fmla="*/ 429755 h 434942"/>
                    <a:gd name="connsiteX12" fmla="*/ 225568 w 241077"/>
                    <a:gd name="connsiteY12" fmla="*/ 434942 h 434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1077" h="434942">
                      <a:moveTo>
                        <a:pt x="225568" y="434942"/>
                      </a:moveTo>
                      <a:cubicBezTo>
                        <a:pt x="221889" y="434942"/>
                        <a:pt x="218209" y="433656"/>
                        <a:pt x="215283" y="431041"/>
                      </a:cubicBezTo>
                      <a:cubicBezTo>
                        <a:pt x="160313" y="382232"/>
                        <a:pt x="134734" y="288783"/>
                        <a:pt x="110042" y="198392"/>
                      </a:cubicBezTo>
                      <a:cubicBezTo>
                        <a:pt x="106495" y="185492"/>
                        <a:pt x="102993" y="172547"/>
                        <a:pt x="99358" y="159780"/>
                      </a:cubicBezTo>
                      <a:cubicBezTo>
                        <a:pt x="85527" y="110883"/>
                        <a:pt x="61499" y="78033"/>
                        <a:pt x="43767" y="59060"/>
                      </a:cubicBezTo>
                      <a:cubicBezTo>
                        <a:pt x="24439" y="38402"/>
                        <a:pt x="8169" y="29181"/>
                        <a:pt x="7992" y="29092"/>
                      </a:cubicBezTo>
                      <a:cubicBezTo>
                        <a:pt x="544" y="24925"/>
                        <a:pt x="-2204" y="15527"/>
                        <a:pt x="1918" y="8035"/>
                      </a:cubicBezTo>
                      <a:cubicBezTo>
                        <a:pt x="6041" y="543"/>
                        <a:pt x="15440" y="-2206"/>
                        <a:pt x="22931" y="1917"/>
                      </a:cubicBezTo>
                      <a:cubicBezTo>
                        <a:pt x="26035" y="3602"/>
                        <a:pt x="99003" y="44608"/>
                        <a:pt x="129193" y="151357"/>
                      </a:cubicBezTo>
                      <a:cubicBezTo>
                        <a:pt x="132828" y="164213"/>
                        <a:pt x="136374" y="177246"/>
                        <a:pt x="139921" y="190235"/>
                      </a:cubicBezTo>
                      <a:cubicBezTo>
                        <a:pt x="163461" y="276237"/>
                        <a:pt x="187754" y="365165"/>
                        <a:pt x="235853" y="407856"/>
                      </a:cubicBezTo>
                      <a:cubicBezTo>
                        <a:pt x="242281" y="413530"/>
                        <a:pt x="242857" y="423372"/>
                        <a:pt x="237139" y="429755"/>
                      </a:cubicBezTo>
                      <a:cubicBezTo>
                        <a:pt x="234124" y="433169"/>
                        <a:pt x="229868" y="434942"/>
                        <a:pt x="225568" y="434942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69" name="Forme libre : forme 18468">
                  <a:extLst>
                    <a:ext uri="{FF2B5EF4-FFF2-40B4-BE49-F238E27FC236}">
                      <a16:creationId xmlns:a16="http://schemas.microsoft.com/office/drawing/2014/main" id="{833F2955-59CA-4C46-9794-2B6907448115}"/>
                    </a:ext>
                  </a:extLst>
                </p:cNvPr>
                <p:cNvSpPr/>
                <p:nvPr/>
              </p:nvSpPr>
              <p:spPr>
                <a:xfrm>
                  <a:off x="5057369" y="5936492"/>
                  <a:ext cx="359745" cy="269177"/>
                </a:xfrm>
                <a:custGeom>
                  <a:avLst/>
                  <a:gdLst>
                    <a:gd name="connsiteX0" fmla="*/ 24958 w 359745"/>
                    <a:gd name="connsiteY0" fmla="*/ 269177 h 269177"/>
                    <a:gd name="connsiteX1" fmla="*/ 0 w 359745"/>
                    <a:gd name="connsiteY1" fmla="*/ 250736 h 269177"/>
                    <a:gd name="connsiteX2" fmla="*/ 203789 w 359745"/>
                    <a:gd name="connsiteY2" fmla="*/ 115571 h 269177"/>
                    <a:gd name="connsiteX3" fmla="*/ 211281 w 359745"/>
                    <a:gd name="connsiteY3" fmla="*/ 111891 h 269177"/>
                    <a:gd name="connsiteX4" fmla="*/ 333014 w 359745"/>
                    <a:gd name="connsiteY4" fmla="*/ 0 h 269177"/>
                    <a:gd name="connsiteX5" fmla="*/ 359746 w 359745"/>
                    <a:gd name="connsiteY5" fmla="*/ 15782 h 269177"/>
                    <a:gd name="connsiteX6" fmla="*/ 224980 w 359745"/>
                    <a:gd name="connsiteY6" fmla="*/ 139731 h 269177"/>
                    <a:gd name="connsiteX7" fmla="*/ 217488 w 359745"/>
                    <a:gd name="connsiteY7" fmla="*/ 143411 h 269177"/>
                    <a:gd name="connsiteX8" fmla="*/ 24958 w 359745"/>
                    <a:gd name="connsiteY8" fmla="*/ 269177 h 269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9745" h="269177">
                      <a:moveTo>
                        <a:pt x="24958" y="269177"/>
                      </a:moveTo>
                      <a:lnTo>
                        <a:pt x="0" y="250736"/>
                      </a:lnTo>
                      <a:cubicBezTo>
                        <a:pt x="40829" y="195499"/>
                        <a:pt x="123683" y="154848"/>
                        <a:pt x="203789" y="115571"/>
                      </a:cubicBezTo>
                      <a:lnTo>
                        <a:pt x="211281" y="111891"/>
                      </a:lnTo>
                      <a:cubicBezTo>
                        <a:pt x="288462" y="73988"/>
                        <a:pt x="332571" y="709"/>
                        <a:pt x="333014" y="0"/>
                      </a:cubicBezTo>
                      <a:lnTo>
                        <a:pt x="359746" y="15782"/>
                      </a:lnTo>
                      <a:cubicBezTo>
                        <a:pt x="357795" y="19106"/>
                        <a:pt x="310716" y="97661"/>
                        <a:pt x="224980" y="139731"/>
                      </a:cubicBezTo>
                      <a:lnTo>
                        <a:pt x="217488" y="143411"/>
                      </a:lnTo>
                      <a:cubicBezTo>
                        <a:pt x="140707" y="181092"/>
                        <a:pt x="61310" y="220059"/>
                        <a:pt x="24958" y="269177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70" name="Forme libre : forme 18469">
                  <a:extLst>
                    <a:ext uri="{FF2B5EF4-FFF2-40B4-BE49-F238E27FC236}">
                      <a16:creationId xmlns:a16="http://schemas.microsoft.com/office/drawing/2014/main" id="{A2154689-2FD1-4491-9036-7B2E1373D50B}"/>
                    </a:ext>
                  </a:extLst>
                </p:cNvPr>
                <p:cNvSpPr/>
                <p:nvPr/>
              </p:nvSpPr>
              <p:spPr>
                <a:xfrm>
                  <a:off x="5254077" y="6050522"/>
                  <a:ext cx="88370" cy="199789"/>
                </a:xfrm>
                <a:custGeom>
                  <a:avLst/>
                  <a:gdLst>
                    <a:gd name="connsiteX0" fmla="*/ 71584 w 88370"/>
                    <a:gd name="connsiteY0" fmla="*/ 199789 h 199789"/>
                    <a:gd name="connsiteX1" fmla="*/ 69234 w 88370"/>
                    <a:gd name="connsiteY1" fmla="*/ 199612 h 199789"/>
                    <a:gd name="connsiteX2" fmla="*/ 56201 w 88370"/>
                    <a:gd name="connsiteY2" fmla="*/ 181968 h 199789"/>
                    <a:gd name="connsiteX3" fmla="*/ 34656 w 88370"/>
                    <a:gd name="connsiteY3" fmla="*/ 87986 h 199789"/>
                    <a:gd name="connsiteX4" fmla="*/ 1053 w 88370"/>
                    <a:gd name="connsiteY4" fmla="*/ 21091 h 199789"/>
                    <a:gd name="connsiteX5" fmla="*/ 9920 w 88370"/>
                    <a:gd name="connsiteY5" fmla="*/ 1053 h 199789"/>
                    <a:gd name="connsiteX6" fmla="*/ 30001 w 88370"/>
                    <a:gd name="connsiteY6" fmla="*/ 9919 h 199789"/>
                    <a:gd name="connsiteX7" fmla="*/ 59792 w 88370"/>
                    <a:gd name="connsiteY7" fmla="*/ 69811 h 199789"/>
                    <a:gd name="connsiteX8" fmla="*/ 86878 w 88370"/>
                    <a:gd name="connsiteY8" fmla="*/ 186623 h 199789"/>
                    <a:gd name="connsiteX9" fmla="*/ 71584 w 88370"/>
                    <a:gd name="connsiteY9" fmla="*/ 199789 h 199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8370" h="199789">
                      <a:moveTo>
                        <a:pt x="71584" y="199789"/>
                      </a:moveTo>
                      <a:cubicBezTo>
                        <a:pt x="70830" y="199789"/>
                        <a:pt x="70032" y="199745"/>
                        <a:pt x="69234" y="199612"/>
                      </a:cubicBezTo>
                      <a:cubicBezTo>
                        <a:pt x="60767" y="198326"/>
                        <a:pt x="54915" y="190435"/>
                        <a:pt x="56201" y="181968"/>
                      </a:cubicBezTo>
                      <a:cubicBezTo>
                        <a:pt x="61166" y="149163"/>
                        <a:pt x="48886" y="107625"/>
                        <a:pt x="34656" y="87986"/>
                      </a:cubicBezTo>
                      <a:cubicBezTo>
                        <a:pt x="18165" y="65244"/>
                        <a:pt x="1763" y="22864"/>
                        <a:pt x="1053" y="21091"/>
                      </a:cubicBezTo>
                      <a:cubicBezTo>
                        <a:pt x="-2050" y="13112"/>
                        <a:pt x="1940" y="4112"/>
                        <a:pt x="9920" y="1053"/>
                      </a:cubicBezTo>
                      <a:cubicBezTo>
                        <a:pt x="17899" y="-2050"/>
                        <a:pt x="26898" y="1940"/>
                        <a:pt x="30001" y="9919"/>
                      </a:cubicBezTo>
                      <a:cubicBezTo>
                        <a:pt x="30179" y="10319"/>
                        <a:pt x="45695" y="50305"/>
                        <a:pt x="59792" y="69811"/>
                      </a:cubicBezTo>
                      <a:cubicBezTo>
                        <a:pt x="77746" y="94591"/>
                        <a:pt x="93350" y="143976"/>
                        <a:pt x="86878" y="186623"/>
                      </a:cubicBezTo>
                      <a:cubicBezTo>
                        <a:pt x="85725" y="194248"/>
                        <a:pt x="79120" y="199789"/>
                        <a:pt x="71584" y="199789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71" name="Forme libre : forme 18470">
                  <a:extLst>
                    <a:ext uri="{FF2B5EF4-FFF2-40B4-BE49-F238E27FC236}">
                      <a16:creationId xmlns:a16="http://schemas.microsoft.com/office/drawing/2014/main" id="{20A53BD5-7FB2-4A9C-AD96-A4FCD93B0443}"/>
                    </a:ext>
                  </a:extLst>
                </p:cNvPr>
                <p:cNvSpPr/>
                <p:nvPr/>
              </p:nvSpPr>
              <p:spPr>
                <a:xfrm>
                  <a:off x="5412552" y="5771127"/>
                  <a:ext cx="520452" cy="271315"/>
                </a:xfrm>
                <a:custGeom>
                  <a:avLst/>
                  <a:gdLst>
                    <a:gd name="connsiteX0" fmla="*/ 15513 w 520452"/>
                    <a:gd name="connsiteY0" fmla="*/ 271316 h 271315"/>
                    <a:gd name="connsiteX1" fmla="*/ 3765 w 520452"/>
                    <a:gd name="connsiteY1" fmla="*/ 265952 h 271315"/>
                    <a:gd name="connsiteX2" fmla="*/ 5361 w 520452"/>
                    <a:gd name="connsiteY2" fmla="*/ 244097 h 271315"/>
                    <a:gd name="connsiteX3" fmla="*/ 178606 w 520452"/>
                    <a:gd name="connsiteY3" fmla="*/ 155390 h 271315"/>
                    <a:gd name="connsiteX4" fmla="*/ 492736 w 520452"/>
                    <a:gd name="connsiteY4" fmla="*/ 5951 h 271315"/>
                    <a:gd name="connsiteX5" fmla="*/ 514502 w 520452"/>
                    <a:gd name="connsiteY5" fmla="*/ 3291 h 271315"/>
                    <a:gd name="connsiteX6" fmla="*/ 517162 w 520452"/>
                    <a:gd name="connsiteY6" fmla="*/ 25057 h 271315"/>
                    <a:gd name="connsiteX7" fmla="*/ 187074 w 520452"/>
                    <a:gd name="connsiteY7" fmla="*/ 185225 h 271315"/>
                    <a:gd name="connsiteX8" fmla="*/ 25665 w 520452"/>
                    <a:gd name="connsiteY8" fmla="*/ 267548 h 271315"/>
                    <a:gd name="connsiteX9" fmla="*/ 15513 w 520452"/>
                    <a:gd name="connsiteY9" fmla="*/ 271316 h 271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20452" h="271315">
                      <a:moveTo>
                        <a:pt x="15513" y="271316"/>
                      </a:moveTo>
                      <a:cubicBezTo>
                        <a:pt x="11168" y="271316"/>
                        <a:pt x="6824" y="269498"/>
                        <a:pt x="3765" y="265952"/>
                      </a:cubicBezTo>
                      <a:cubicBezTo>
                        <a:pt x="-1821" y="259479"/>
                        <a:pt x="-1111" y="249682"/>
                        <a:pt x="5361" y="244097"/>
                      </a:cubicBezTo>
                      <a:cubicBezTo>
                        <a:pt x="8154" y="241703"/>
                        <a:pt x="74783" y="184737"/>
                        <a:pt x="178606" y="155390"/>
                      </a:cubicBezTo>
                      <a:cubicBezTo>
                        <a:pt x="413516" y="88983"/>
                        <a:pt x="478417" y="24215"/>
                        <a:pt x="492736" y="5951"/>
                      </a:cubicBezTo>
                      <a:cubicBezTo>
                        <a:pt x="498011" y="-788"/>
                        <a:pt x="507764" y="-1985"/>
                        <a:pt x="514502" y="3291"/>
                      </a:cubicBezTo>
                      <a:cubicBezTo>
                        <a:pt x="521240" y="8566"/>
                        <a:pt x="522437" y="18319"/>
                        <a:pt x="517162" y="25057"/>
                      </a:cubicBezTo>
                      <a:cubicBezTo>
                        <a:pt x="456517" y="102548"/>
                        <a:pt x="266116" y="162882"/>
                        <a:pt x="187074" y="185225"/>
                      </a:cubicBezTo>
                      <a:cubicBezTo>
                        <a:pt x="90166" y="212622"/>
                        <a:pt x="26285" y="267016"/>
                        <a:pt x="25665" y="267548"/>
                      </a:cubicBezTo>
                      <a:cubicBezTo>
                        <a:pt x="22739" y="270075"/>
                        <a:pt x="19148" y="271316"/>
                        <a:pt x="15513" y="271316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72" name="Forme libre : forme 18471">
                  <a:extLst>
                    <a:ext uri="{FF2B5EF4-FFF2-40B4-BE49-F238E27FC236}">
                      <a16:creationId xmlns:a16="http://schemas.microsoft.com/office/drawing/2014/main" id="{0F038116-BD5C-4FCC-84D1-D4D0EAE91CF2}"/>
                    </a:ext>
                  </a:extLst>
                </p:cNvPr>
                <p:cNvSpPr/>
                <p:nvPr/>
              </p:nvSpPr>
              <p:spPr>
                <a:xfrm>
                  <a:off x="5638726" y="5912642"/>
                  <a:ext cx="386299" cy="53419"/>
                </a:xfrm>
                <a:custGeom>
                  <a:avLst/>
                  <a:gdLst>
                    <a:gd name="connsiteX0" fmla="*/ 322818 w 386299"/>
                    <a:gd name="connsiteY0" fmla="*/ 53419 h 53419"/>
                    <a:gd name="connsiteX1" fmla="*/ 237969 w 386299"/>
                    <a:gd name="connsiteY1" fmla="*/ 43977 h 53419"/>
                    <a:gd name="connsiteX2" fmla="*/ 0 w 386299"/>
                    <a:gd name="connsiteY2" fmla="*/ 31032 h 53419"/>
                    <a:gd name="connsiteX3" fmla="*/ 310 w 386299"/>
                    <a:gd name="connsiteY3" fmla="*/ 0 h 53419"/>
                    <a:gd name="connsiteX4" fmla="*/ 244397 w 386299"/>
                    <a:gd name="connsiteY4" fmla="*/ 13609 h 53419"/>
                    <a:gd name="connsiteX5" fmla="*/ 376281 w 386299"/>
                    <a:gd name="connsiteY5" fmla="*/ 16314 h 53419"/>
                    <a:gd name="connsiteX6" fmla="*/ 386300 w 386299"/>
                    <a:gd name="connsiteY6" fmla="*/ 45705 h 53419"/>
                    <a:gd name="connsiteX7" fmla="*/ 322818 w 386299"/>
                    <a:gd name="connsiteY7" fmla="*/ 53419 h 53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86299" h="53419">
                      <a:moveTo>
                        <a:pt x="322818" y="53419"/>
                      </a:moveTo>
                      <a:cubicBezTo>
                        <a:pt x="300209" y="53419"/>
                        <a:pt x="271793" y="51114"/>
                        <a:pt x="237969" y="43977"/>
                      </a:cubicBezTo>
                      <a:cubicBezTo>
                        <a:pt x="186190" y="33026"/>
                        <a:pt x="1862" y="31076"/>
                        <a:pt x="0" y="31032"/>
                      </a:cubicBezTo>
                      <a:lnTo>
                        <a:pt x="310" y="0"/>
                      </a:lnTo>
                      <a:cubicBezTo>
                        <a:pt x="8024" y="89"/>
                        <a:pt x="189603" y="2039"/>
                        <a:pt x="244397" y="13609"/>
                      </a:cubicBezTo>
                      <a:cubicBezTo>
                        <a:pt x="328891" y="31475"/>
                        <a:pt x="375794" y="16447"/>
                        <a:pt x="376281" y="16314"/>
                      </a:cubicBezTo>
                      <a:lnTo>
                        <a:pt x="386300" y="45705"/>
                      </a:lnTo>
                      <a:cubicBezTo>
                        <a:pt x="384881" y="46149"/>
                        <a:pt x="362982" y="53419"/>
                        <a:pt x="322818" y="53419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73" name="Forme libre : forme 18472">
                  <a:extLst>
                    <a:ext uri="{FF2B5EF4-FFF2-40B4-BE49-F238E27FC236}">
                      <a16:creationId xmlns:a16="http://schemas.microsoft.com/office/drawing/2014/main" id="{B8B66ECD-E0C5-46C4-B75D-A76A2E1697B0}"/>
                    </a:ext>
                  </a:extLst>
                </p:cNvPr>
                <p:cNvSpPr/>
                <p:nvPr/>
              </p:nvSpPr>
              <p:spPr>
                <a:xfrm>
                  <a:off x="5998560" y="5979404"/>
                  <a:ext cx="357706" cy="260133"/>
                </a:xfrm>
                <a:custGeom>
                  <a:avLst/>
                  <a:gdLst>
                    <a:gd name="connsiteX0" fmla="*/ 329290 w 357706"/>
                    <a:gd name="connsiteY0" fmla="*/ 260134 h 260133"/>
                    <a:gd name="connsiteX1" fmla="*/ 142125 w 357706"/>
                    <a:gd name="connsiteY1" fmla="*/ 105862 h 260133"/>
                    <a:gd name="connsiteX2" fmla="*/ 0 w 357706"/>
                    <a:gd name="connsiteY2" fmla="*/ 18397 h 260133"/>
                    <a:gd name="connsiteX3" fmla="*/ 25003 w 357706"/>
                    <a:gd name="connsiteY3" fmla="*/ 0 h 260133"/>
                    <a:gd name="connsiteX4" fmla="*/ 151257 w 357706"/>
                    <a:gd name="connsiteY4" fmla="*/ 76205 h 260133"/>
                    <a:gd name="connsiteX5" fmla="*/ 357707 w 357706"/>
                    <a:gd name="connsiteY5" fmla="*/ 247721 h 260133"/>
                    <a:gd name="connsiteX6" fmla="*/ 329290 w 357706"/>
                    <a:gd name="connsiteY6" fmla="*/ 260134 h 260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7706" h="260133">
                      <a:moveTo>
                        <a:pt x="329290" y="260134"/>
                      </a:moveTo>
                      <a:cubicBezTo>
                        <a:pt x="285225" y="159414"/>
                        <a:pt x="236151" y="134766"/>
                        <a:pt x="142125" y="105862"/>
                      </a:cubicBezTo>
                      <a:cubicBezTo>
                        <a:pt x="42513" y="75230"/>
                        <a:pt x="1729" y="20702"/>
                        <a:pt x="0" y="18397"/>
                      </a:cubicBezTo>
                      <a:lnTo>
                        <a:pt x="25003" y="0"/>
                      </a:lnTo>
                      <a:cubicBezTo>
                        <a:pt x="25357" y="488"/>
                        <a:pt x="62196" y="48808"/>
                        <a:pt x="151257" y="76205"/>
                      </a:cubicBezTo>
                      <a:cubicBezTo>
                        <a:pt x="242978" y="104443"/>
                        <a:pt x="306903" y="131618"/>
                        <a:pt x="357707" y="247721"/>
                      </a:cubicBezTo>
                      <a:lnTo>
                        <a:pt x="329290" y="260134"/>
                      </a:ln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74" name="Forme libre : forme 18473">
                  <a:extLst>
                    <a:ext uri="{FF2B5EF4-FFF2-40B4-BE49-F238E27FC236}">
                      <a16:creationId xmlns:a16="http://schemas.microsoft.com/office/drawing/2014/main" id="{78AE8036-CED9-43B9-AB7E-47F0A9A90D38}"/>
                    </a:ext>
                  </a:extLst>
                </p:cNvPr>
                <p:cNvSpPr/>
                <p:nvPr/>
              </p:nvSpPr>
              <p:spPr>
                <a:xfrm>
                  <a:off x="6930485" y="5703532"/>
                  <a:ext cx="335496" cy="482365"/>
                </a:xfrm>
                <a:custGeom>
                  <a:avLst/>
                  <a:gdLst>
                    <a:gd name="connsiteX0" fmla="*/ 14275 w 335496"/>
                    <a:gd name="connsiteY0" fmla="*/ 482365 h 482365"/>
                    <a:gd name="connsiteX1" fmla="*/ 44 w 335496"/>
                    <a:gd name="connsiteY1" fmla="*/ 454792 h 482365"/>
                    <a:gd name="connsiteX2" fmla="*/ 138401 w 335496"/>
                    <a:gd name="connsiteY2" fmla="*/ 316302 h 482365"/>
                    <a:gd name="connsiteX3" fmla="*/ 146736 w 335496"/>
                    <a:gd name="connsiteY3" fmla="*/ 294535 h 482365"/>
                    <a:gd name="connsiteX4" fmla="*/ 247101 w 335496"/>
                    <a:gd name="connsiteY4" fmla="*/ 92829 h 482365"/>
                    <a:gd name="connsiteX5" fmla="*/ 252731 w 335496"/>
                    <a:gd name="connsiteY5" fmla="*/ 86002 h 482365"/>
                    <a:gd name="connsiteX6" fmla="*/ 304465 w 335496"/>
                    <a:gd name="connsiteY6" fmla="*/ 0 h 482365"/>
                    <a:gd name="connsiteX7" fmla="*/ 335497 w 335496"/>
                    <a:gd name="connsiteY7" fmla="*/ 976 h 482365"/>
                    <a:gd name="connsiteX8" fmla="*/ 276625 w 335496"/>
                    <a:gd name="connsiteY8" fmla="*/ 105818 h 482365"/>
                    <a:gd name="connsiteX9" fmla="*/ 270995 w 335496"/>
                    <a:gd name="connsiteY9" fmla="*/ 112601 h 482365"/>
                    <a:gd name="connsiteX10" fmla="*/ 175728 w 335496"/>
                    <a:gd name="connsiteY10" fmla="*/ 305574 h 482365"/>
                    <a:gd name="connsiteX11" fmla="*/ 167349 w 335496"/>
                    <a:gd name="connsiteY11" fmla="*/ 327473 h 482365"/>
                    <a:gd name="connsiteX12" fmla="*/ 14275 w 335496"/>
                    <a:gd name="connsiteY12" fmla="*/ 482365 h 482365"/>
                    <a:gd name="connsiteX13" fmla="*/ 7137 w 335496"/>
                    <a:gd name="connsiteY13" fmla="*/ 468623 h 482365"/>
                    <a:gd name="connsiteX14" fmla="*/ 0 w 335496"/>
                    <a:gd name="connsiteY14" fmla="*/ 454836 h 482365"/>
                    <a:gd name="connsiteX15" fmla="*/ 0 w 335496"/>
                    <a:gd name="connsiteY15" fmla="*/ 454836 h 482365"/>
                    <a:gd name="connsiteX16" fmla="*/ 7137 w 335496"/>
                    <a:gd name="connsiteY16" fmla="*/ 468623 h 482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35496" h="482365">
                      <a:moveTo>
                        <a:pt x="14275" y="482365"/>
                      </a:moveTo>
                      <a:lnTo>
                        <a:pt x="44" y="454792"/>
                      </a:lnTo>
                      <a:cubicBezTo>
                        <a:pt x="1596" y="453994"/>
                        <a:pt x="106660" y="398624"/>
                        <a:pt x="138401" y="316302"/>
                      </a:cubicBezTo>
                      <a:cubicBezTo>
                        <a:pt x="141061" y="309386"/>
                        <a:pt x="143854" y="302116"/>
                        <a:pt x="146736" y="294535"/>
                      </a:cubicBezTo>
                      <a:cubicBezTo>
                        <a:pt x="171916" y="228260"/>
                        <a:pt x="203302" y="145716"/>
                        <a:pt x="247101" y="92829"/>
                      </a:cubicBezTo>
                      <a:lnTo>
                        <a:pt x="252731" y="86002"/>
                      </a:lnTo>
                      <a:cubicBezTo>
                        <a:pt x="285580" y="46371"/>
                        <a:pt x="303711" y="24560"/>
                        <a:pt x="304465" y="0"/>
                      </a:cubicBezTo>
                      <a:lnTo>
                        <a:pt x="335497" y="976"/>
                      </a:lnTo>
                      <a:cubicBezTo>
                        <a:pt x="334388" y="36130"/>
                        <a:pt x="312666" y="62374"/>
                        <a:pt x="276625" y="105818"/>
                      </a:cubicBezTo>
                      <a:lnTo>
                        <a:pt x="270995" y="112601"/>
                      </a:lnTo>
                      <a:cubicBezTo>
                        <a:pt x="230477" y="161542"/>
                        <a:pt x="198825" y="244796"/>
                        <a:pt x="175728" y="305574"/>
                      </a:cubicBezTo>
                      <a:cubicBezTo>
                        <a:pt x="172846" y="313154"/>
                        <a:pt x="170054" y="320513"/>
                        <a:pt x="167349" y="327473"/>
                      </a:cubicBezTo>
                      <a:cubicBezTo>
                        <a:pt x="131220" y="421100"/>
                        <a:pt x="19018" y="479927"/>
                        <a:pt x="14275" y="482365"/>
                      </a:cubicBezTo>
                      <a:close/>
                      <a:moveTo>
                        <a:pt x="7137" y="468623"/>
                      </a:moveTo>
                      <a:lnTo>
                        <a:pt x="0" y="454836"/>
                      </a:lnTo>
                      <a:cubicBezTo>
                        <a:pt x="0" y="454836"/>
                        <a:pt x="0" y="454836"/>
                        <a:pt x="0" y="454836"/>
                      </a:cubicBezTo>
                      <a:lnTo>
                        <a:pt x="7137" y="468623"/>
                      </a:ln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75" name="Forme libre : forme 18474">
                  <a:extLst>
                    <a:ext uri="{FF2B5EF4-FFF2-40B4-BE49-F238E27FC236}">
                      <a16:creationId xmlns:a16="http://schemas.microsoft.com/office/drawing/2014/main" id="{8A85DC3C-0656-4866-9F48-AE3A460A1629}"/>
                    </a:ext>
                  </a:extLst>
                </p:cNvPr>
                <p:cNvSpPr/>
                <p:nvPr/>
              </p:nvSpPr>
              <p:spPr>
                <a:xfrm>
                  <a:off x="7161272" y="5828047"/>
                  <a:ext cx="261375" cy="147766"/>
                </a:xfrm>
                <a:custGeom>
                  <a:avLst/>
                  <a:gdLst>
                    <a:gd name="connsiteX0" fmla="*/ 235264 w 261375"/>
                    <a:gd name="connsiteY0" fmla="*/ 147766 h 147766"/>
                    <a:gd name="connsiteX1" fmla="*/ 1286 w 261375"/>
                    <a:gd name="connsiteY1" fmla="*/ 31087 h 147766"/>
                    <a:gd name="connsiteX2" fmla="*/ 0 w 261375"/>
                    <a:gd name="connsiteY2" fmla="*/ 99 h 147766"/>
                    <a:gd name="connsiteX3" fmla="*/ 261375 w 261375"/>
                    <a:gd name="connsiteY3" fmla="*/ 131053 h 147766"/>
                    <a:gd name="connsiteX4" fmla="*/ 235264 w 261375"/>
                    <a:gd name="connsiteY4" fmla="*/ 147766 h 147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375" h="147766">
                      <a:moveTo>
                        <a:pt x="235264" y="147766"/>
                      </a:moveTo>
                      <a:cubicBezTo>
                        <a:pt x="157685" y="26388"/>
                        <a:pt x="2882" y="31043"/>
                        <a:pt x="1286" y="31087"/>
                      </a:cubicBezTo>
                      <a:lnTo>
                        <a:pt x="0" y="99"/>
                      </a:lnTo>
                      <a:cubicBezTo>
                        <a:pt x="7093" y="-211"/>
                        <a:pt x="174043" y="-5575"/>
                        <a:pt x="261375" y="131053"/>
                      </a:cubicBezTo>
                      <a:lnTo>
                        <a:pt x="235264" y="147766"/>
                      </a:ln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76" name="Forme libre : forme 18475">
                  <a:extLst>
                    <a:ext uri="{FF2B5EF4-FFF2-40B4-BE49-F238E27FC236}">
                      <a16:creationId xmlns:a16="http://schemas.microsoft.com/office/drawing/2014/main" id="{A5562F7B-8A3E-4A89-8DE0-744A71667ABD}"/>
                    </a:ext>
                  </a:extLst>
                </p:cNvPr>
                <p:cNvSpPr/>
                <p:nvPr/>
              </p:nvSpPr>
              <p:spPr>
                <a:xfrm>
                  <a:off x="7311540" y="5599145"/>
                  <a:ext cx="204989" cy="124381"/>
                </a:xfrm>
                <a:custGeom>
                  <a:avLst/>
                  <a:gdLst>
                    <a:gd name="connsiteX0" fmla="*/ 15530 w 204989"/>
                    <a:gd name="connsiteY0" fmla="*/ 124381 h 124381"/>
                    <a:gd name="connsiteX1" fmla="*/ 2497 w 204989"/>
                    <a:gd name="connsiteY1" fmla="*/ 117333 h 124381"/>
                    <a:gd name="connsiteX2" fmla="*/ 7063 w 204989"/>
                    <a:gd name="connsiteY2" fmla="*/ 95877 h 124381"/>
                    <a:gd name="connsiteX3" fmla="*/ 68196 w 204989"/>
                    <a:gd name="connsiteY3" fmla="*/ 54161 h 124381"/>
                    <a:gd name="connsiteX4" fmla="*/ 184742 w 204989"/>
                    <a:gd name="connsiteY4" fmla="*/ 742 h 124381"/>
                    <a:gd name="connsiteX5" fmla="*/ 204247 w 204989"/>
                    <a:gd name="connsiteY5" fmla="*/ 10805 h 124381"/>
                    <a:gd name="connsiteX6" fmla="*/ 194184 w 204989"/>
                    <a:gd name="connsiteY6" fmla="*/ 30311 h 124381"/>
                    <a:gd name="connsiteX7" fmla="*/ 86637 w 204989"/>
                    <a:gd name="connsiteY7" fmla="*/ 79119 h 124381"/>
                    <a:gd name="connsiteX8" fmla="*/ 23953 w 204989"/>
                    <a:gd name="connsiteY8" fmla="*/ 121899 h 124381"/>
                    <a:gd name="connsiteX9" fmla="*/ 15530 w 204989"/>
                    <a:gd name="connsiteY9" fmla="*/ 124381 h 12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4989" h="124381">
                      <a:moveTo>
                        <a:pt x="15530" y="124381"/>
                      </a:moveTo>
                      <a:cubicBezTo>
                        <a:pt x="10477" y="124381"/>
                        <a:pt x="5467" y="121899"/>
                        <a:pt x="2497" y="117333"/>
                      </a:cubicBezTo>
                      <a:cubicBezTo>
                        <a:pt x="-2158" y="110151"/>
                        <a:pt x="-119" y="100531"/>
                        <a:pt x="7063" y="95877"/>
                      </a:cubicBezTo>
                      <a:cubicBezTo>
                        <a:pt x="7462" y="95610"/>
                        <a:pt x="46252" y="70386"/>
                        <a:pt x="68196" y="54161"/>
                      </a:cubicBezTo>
                      <a:cubicBezTo>
                        <a:pt x="92001" y="36562"/>
                        <a:pt x="136687" y="16081"/>
                        <a:pt x="184742" y="742"/>
                      </a:cubicBezTo>
                      <a:cubicBezTo>
                        <a:pt x="192899" y="-1873"/>
                        <a:pt x="201632" y="2648"/>
                        <a:pt x="204247" y="10805"/>
                      </a:cubicBezTo>
                      <a:cubicBezTo>
                        <a:pt x="206863" y="18962"/>
                        <a:pt x="202341" y="27696"/>
                        <a:pt x="194184" y="30311"/>
                      </a:cubicBezTo>
                      <a:cubicBezTo>
                        <a:pt x="149809" y="44453"/>
                        <a:pt x="107606" y="63648"/>
                        <a:pt x="86637" y="79119"/>
                      </a:cubicBezTo>
                      <a:cubicBezTo>
                        <a:pt x="63940" y="95921"/>
                        <a:pt x="25593" y="120879"/>
                        <a:pt x="23953" y="121899"/>
                      </a:cubicBezTo>
                      <a:cubicBezTo>
                        <a:pt x="21382" y="123583"/>
                        <a:pt x="18456" y="124381"/>
                        <a:pt x="15530" y="124381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77" name="Forme libre : forme 18476">
                  <a:extLst>
                    <a:ext uri="{FF2B5EF4-FFF2-40B4-BE49-F238E27FC236}">
                      <a16:creationId xmlns:a16="http://schemas.microsoft.com/office/drawing/2014/main" id="{B50F347E-7F3A-4BAB-A0EA-D7082B0207F6}"/>
                    </a:ext>
                  </a:extLst>
                </p:cNvPr>
                <p:cNvSpPr/>
                <p:nvPr/>
              </p:nvSpPr>
              <p:spPr>
                <a:xfrm>
                  <a:off x="5089687" y="5669398"/>
                  <a:ext cx="162976" cy="116546"/>
                </a:xfrm>
                <a:custGeom>
                  <a:avLst/>
                  <a:gdLst>
                    <a:gd name="connsiteX0" fmla="*/ 147489 w 162976"/>
                    <a:gd name="connsiteY0" fmla="*/ 116546 h 116546"/>
                    <a:gd name="connsiteX1" fmla="*/ 133613 w 162976"/>
                    <a:gd name="connsiteY1" fmla="*/ 107990 h 116546"/>
                    <a:gd name="connsiteX2" fmla="*/ 11216 w 162976"/>
                    <a:gd name="connsiteY2" fmla="*/ 30411 h 116546"/>
                    <a:gd name="connsiteX3" fmla="*/ 621 w 162976"/>
                    <a:gd name="connsiteY3" fmla="*/ 11216 h 116546"/>
                    <a:gd name="connsiteX4" fmla="*/ 19816 w 162976"/>
                    <a:gd name="connsiteY4" fmla="*/ 621 h 116546"/>
                    <a:gd name="connsiteX5" fmla="*/ 161365 w 162976"/>
                    <a:gd name="connsiteY5" fmla="*/ 94159 h 116546"/>
                    <a:gd name="connsiteX6" fmla="*/ 154316 w 162976"/>
                    <a:gd name="connsiteY6" fmla="*/ 114950 h 116546"/>
                    <a:gd name="connsiteX7" fmla="*/ 147489 w 162976"/>
                    <a:gd name="connsiteY7" fmla="*/ 116546 h 1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2976" h="116546">
                      <a:moveTo>
                        <a:pt x="147489" y="116546"/>
                      </a:moveTo>
                      <a:cubicBezTo>
                        <a:pt x="141815" y="116546"/>
                        <a:pt x="136362" y="113398"/>
                        <a:pt x="133613" y="107990"/>
                      </a:cubicBezTo>
                      <a:cubicBezTo>
                        <a:pt x="133081" y="106926"/>
                        <a:pt x="106306" y="57852"/>
                        <a:pt x="11216" y="30411"/>
                      </a:cubicBezTo>
                      <a:cubicBezTo>
                        <a:pt x="2970" y="28017"/>
                        <a:pt x="-1773" y="19417"/>
                        <a:pt x="621" y="11216"/>
                      </a:cubicBezTo>
                      <a:cubicBezTo>
                        <a:pt x="3014" y="2970"/>
                        <a:pt x="11615" y="-1773"/>
                        <a:pt x="19816" y="621"/>
                      </a:cubicBezTo>
                      <a:cubicBezTo>
                        <a:pt x="129801" y="32362"/>
                        <a:pt x="160123" y="91677"/>
                        <a:pt x="161365" y="94159"/>
                      </a:cubicBezTo>
                      <a:cubicBezTo>
                        <a:pt x="165177" y="101828"/>
                        <a:pt x="161985" y="111137"/>
                        <a:pt x="154316" y="114950"/>
                      </a:cubicBezTo>
                      <a:cubicBezTo>
                        <a:pt x="152144" y="116014"/>
                        <a:pt x="149794" y="116546"/>
                        <a:pt x="147489" y="116546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78" name="Forme libre : forme 18477">
                  <a:extLst>
                    <a:ext uri="{FF2B5EF4-FFF2-40B4-BE49-F238E27FC236}">
                      <a16:creationId xmlns:a16="http://schemas.microsoft.com/office/drawing/2014/main" id="{4F4092AC-BB66-4C78-A8F4-16F26F7105A5}"/>
                    </a:ext>
                  </a:extLst>
                </p:cNvPr>
                <p:cNvSpPr/>
                <p:nvPr/>
              </p:nvSpPr>
              <p:spPr>
                <a:xfrm>
                  <a:off x="5472211" y="5658354"/>
                  <a:ext cx="238161" cy="129806"/>
                </a:xfrm>
                <a:custGeom>
                  <a:avLst/>
                  <a:gdLst>
                    <a:gd name="connsiteX0" fmla="*/ 222682 w 238161"/>
                    <a:gd name="connsiteY0" fmla="*/ 129807 h 129806"/>
                    <a:gd name="connsiteX1" fmla="*/ 218027 w 238161"/>
                    <a:gd name="connsiteY1" fmla="*/ 129097 h 129806"/>
                    <a:gd name="connsiteX2" fmla="*/ 99265 w 238161"/>
                    <a:gd name="connsiteY2" fmla="*/ 79668 h 129806"/>
                    <a:gd name="connsiteX3" fmla="*/ 15036 w 238161"/>
                    <a:gd name="connsiteY3" fmla="*/ 31037 h 129806"/>
                    <a:gd name="connsiteX4" fmla="*/ 8 w 238161"/>
                    <a:gd name="connsiteY4" fmla="*/ 15034 h 129806"/>
                    <a:gd name="connsiteX5" fmla="*/ 16011 w 238161"/>
                    <a:gd name="connsiteY5" fmla="*/ 5 h 129806"/>
                    <a:gd name="connsiteX6" fmla="*/ 117529 w 238161"/>
                    <a:gd name="connsiteY6" fmla="*/ 54576 h 129806"/>
                    <a:gd name="connsiteX7" fmla="*/ 227292 w 238161"/>
                    <a:gd name="connsiteY7" fmla="*/ 99484 h 129806"/>
                    <a:gd name="connsiteX8" fmla="*/ 237444 w 238161"/>
                    <a:gd name="connsiteY8" fmla="*/ 118945 h 129806"/>
                    <a:gd name="connsiteX9" fmla="*/ 222682 w 238161"/>
                    <a:gd name="connsiteY9" fmla="*/ 129807 h 129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8161" h="129806">
                      <a:moveTo>
                        <a:pt x="222682" y="129807"/>
                      </a:moveTo>
                      <a:cubicBezTo>
                        <a:pt x="221130" y="129807"/>
                        <a:pt x="219579" y="129585"/>
                        <a:pt x="218027" y="129097"/>
                      </a:cubicBezTo>
                      <a:cubicBezTo>
                        <a:pt x="208895" y="126215"/>
                        <a:pt x="127769" y="100459"/>
                        <a:pt x="99265" y="79668"/>
                      </a:cubicBezTo>
                      <a:cubicBezTo>
                        <a:pt x="79582" y="65305"/>
                        <a:pt x="33433" y="31658"/>
                        <a:pt x="15036" y="31037"/>
                      </a:cubicBezTo>
                      <a:cubicBezTo>
                        <a:pt x="6480" y="30771"/>
                        <a:pt x="-258" y="23589"/>
                        <a:pt x="8" y="15034"/>
                      </a:cubicBezTo>
                      <a:cubicBezTo>
                        <a:pt x="274" y="6478"/>
                        <a:pt x="7367" y="-217"/>
                        <a:pt x="16011" y="5"/>
                      </a:cubicBezTo>
                      <a:cubicBezTo>
                        <a:pt x="41812" y="847"/>
                        <a:pt x="80335" y="27402"/>
                        <a:pt x="117529" y="54576"/>
                      </a:cubicBezTo>
                      <a:cubicBezTo>
                        <a:pt x="138187" y="69649"/>
                        <a:pt x="203753" y="92081"/>
                        <a:pt x="227292" y="99484"/>
                      </a:cubicBezTo>
                      <a:cubicBezTo>
                        <a:pt x="235449" y="102055"/>
                        <a:pt x="240015" y="110744"/>
                        <a:pt x="237444" y="118945"/>
                      </a:cubicBezTo>
                      <a:cubicBezTo>
                        <a:pt x="235405" y="125550"/>
                        <a:pt x="229287" y="129807"/>
                        <a:pt x="222682" y="129807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79" name="Forme libre : forme 18478">
                  <a:extLst>
                    <a:ext uri="{FF2B5EF4-FFF2-40B4-BE49-F238E27FC236}">
                      <a16:creationId xmlns:a16="http://schemas.microsoft.com/office/drawing/2014/main" id="{B71E3615-8B09-4261-8223-11BFA2DD7D7E}"/>
                    </a:ext>
                  </a:extLst>
                </p:cNvPr>
                <p:cNvSpPr/>
                <p:nvPr/>
              </p:nvSpPr>
              <p:spPr>
                <a:xfrm>
                  <a:off x="6093658" y="5662696"/>
                  <a:ext cx="289011" cy="154943"/>
                </a:xfrm>
                <a:custGeom>
                  <a:avLst/>
                  <a:gdLst>
                    <a:gd name="connsiteX0" fmla="*/ 15508 w 289011"/>
                    <a:gd name="connsiteY0" fmla="*/ 154944 h 154943"/>
                    <a:gd name="connsiteX1" fmla="*/ 2253 w 289011"/>
                    <a:gd name="connsiteY1" fmla="*/ 147497 h 154943"/>
                    <a:gd name="connsiteX2" fmla="*/ 7440 w 289011"/>
                    <a:gd name="connsiteY2" fmla="*/ 126173 h 154943"/>
                    <a:gd name="connsiteX3" fmla="*/ 174124 w 289011"/>
                    <a:gd name="connsiteY3" fmla="*/ 28379 h 154943"/>
                    <a:gd name="connsiteX4" fmla="*/ 274401 w 289011"/>
                    <a:gd name="connsiteY4" fmla="*/ 96 h 154943"/>
                    <a:gd name="connsiteX5" fmla="*/ 288986 w 289011"/>
                    <a:gd name="connsiteY5" fmla="*/ 16498 h 154943"/>
                    <a:gd name="connsiteX6" fmla="*/ 272583 w 289011"/>
                    <a:gd name="connsiteY6" fmla="*/ 31084 h 154943"/>
                    <a:gd name="connsiteX7" fmla="*/ 188576 w 289011"/>
                    <a:gd name="connsiteY7" fmla="*/ 55864 h 154943"/>
                    <a:gd name="connsiteX8" fmla="*/ 23576 w 289011"/>
                    <a:gd name="connsiteY8" fmla="*/ 152684 h 154943"/>
                    <a:gd name="connsiteX9" fmla="*/ 15508 w 289011"/>
                    <a:gd name="connsiteY9" fmla="*/ 154944 h 154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9011" h="154943">
                      <a:moveTo>
                        <a:pt x="15508" y="154944"/>
                      </a:moveTo>
                      <a:cubicBezTo>
                        <a:pt x="10277" y="154944"/>
                        <a:pt x="5179" y="152284"/>
                        <a:pt x="2253" y="147497"/>
                      </a:cubicBezTo>
                      <a:cubicBezTo>
                        <a:pt x="-2180" y="140182"/>
                        <a:pt x="125" y="130651"/>
                        <a:pt x="7440" y="126173"/>
                      </a:cubicBezTo>
                      <a:cubicBezTo>
                        <a:pt x="12449" y="123115"/>
                        <a:pt x="130724" y="51210"/>
                        <a:pt x="174124" y="28379"/>
                      </a:cubicBezTo>
                      <a:cubicBezTo>
                        <a:pt x="220317" y="4131"/>
                        <a:pt x="258841" y="-791"/>
                        <a:pt x="274401" y="96"/>
                      </a:cubicBezTo>
                      <a:cubicBezTo>
                        <a:pt x="282957" y="584"/>
                        <a:pt x="289474" y="7943"/>
                        <a:pt x="288986" y="16498"/>
                      </a:cubicBezTo>
                      <a:cubicBezTo>
                        <a:pt x="288498" y="25055"/>
                        <a:pt x="281051" y="31527"/>
                        <a:pt x="272583" y="31084"/>
                      </a:cubicBezTo>
                      <a:cubicBezTo>
                        <a:pt x="263407" y="30552"/>
                        <a:pt x="230292" y="33965"/>
                        <a:pt x="188576" y="55864"/>
                      </a:cubicBezTo>
                      <a:cubicBezTo>
                        <a:pt x="146018" y="78207"/>
                        <a:pt x="24818" y="151930"/>
                        <a:pt x="23576" y="152684"/>
                      </a:cubicBezTo>
                      <a:cubicBezTo>
                        <a:pt x="21049" y="154191"/>
                        <a:pt x="18257" y="154944"/>
                        <a:pt x="15508" y="154944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80" name="Forme libre : forme 18479">
                  <a:extLst>
                    <a:ext uri="{FF2B5EF4-FFF2-40B4-BE49-F238E27FC236}">
                      <a16:creationId xmlns:a16="http://schemas.microsoft.com/office/drawing/2014/main" id="{0159954B-717D-4F56-86EA-6456C485EA2F}"/>
                    </a:ext>
                  </a:extLst>
                </p:cNvPr>
                <p:cNvSpPr/>
                <p:nvPr/>
              </p:nvSpPr>
              <p:spPr>
                <a:xfrm>
                  <a:off x="6038369" y="5644342"/>
                  <a:ext cx="200570" cy="101792"/>
                </a:xfrm>
                <a:custGeom>
                  <a:avLst/>
                  <a:gdLst>
                    <a:gd name="connsiteX0" fmla="*/ 185037 w 200570"/>
                    <a:gd name="connsiteY0" fmla="*/ 101793 h 101792"/>
                    <a:gd name="connsiteX1" fmla="*/ 174708 w 200570"/>
                    <a:gd name="connsiteY1" fmla="*/ 97848 h 101792"/>
                    <a:gd name="connsiteX2" fmla="*/ 174708 w 200570"/>
                    <a:gd name="connsiteY2" fmla="*/ 97848 h 101792"/>
                    <a:gd name="connsiteX3" fmla="*/ 13477 w 200570"/>
                    <a:gd name="connsiteY3" fmla="*/ 30908 h 101792"/>
                    <a:gd name="connsiteX4" fmla="*/ 133 w 200570"/>
                    <a:gd name="connsiteY4" fmla="*/ 13486 h 101792"/>
                    <a:gd name="connsiteX5" fmla="*/ 17555 w 200570"/>
                    <a:gd name="connsiteY5" fmla="*/ 142 h 101792"/>
                    <a:gd name="connsiteX6" fmla="*/ 195411 w 200570"/>
                    <a:gd name="connsiteY6" fmla="*/ 74707 h 101792"/>
                    <a:gd name="connsiteX7" fmla="*/ 196608 w 200570"/>
                    <a:gd name="connsiteY7" fmla="*/ 96606 h 101792"/>
                    <a:gd name="connsiteX8" fmla="*/ 185037 w 200570"/>
                    <a:gd name="connsiteY8" fmla="*/ 101793 h 101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0570" h="101792">
                      <a:moveTo>
                        <a:pt x="185037" y="101793"/>
                      </a:moveTo>
                      <a:cubicBezTo>
                        <a:pt x="181358" y="101793"/>
                        <a:pt x="177679" y="100508"/>
                        <a:pt x="174708" y="97848"/>
                      </a:cubicBezTo>
                      <a:lnTo>
                        <a:pt x="174708" y="97848"/>
                      </a:lnTo>
                      <a:cubicBezTo>
                        <a:pt x="174088" y="97316"/>
                        <a:pt x="113177" y="44030"/>
                        <a:pt x="13477" y="30908"/>
                      </a:cubicBezTo>
                      <a:cubicBezTo>
                        <a:pt x="4965" y="29799"/>
                        <a:pt x="-975" y="21997"/>
                        <a:pt x="133" y="13486"/>
                      </a:cubicBezTo>
                      <a:cubicBezTo>
                        <a:pt x="1241" y="4974"/>
                        <a:pt x="9088" y="-1011"/>
                        <a:pt x="17555" y="142"/>
                      </a:cubicBezTo>
                      <a:cubicBezTo>
                        <a:pt x="127186" y="14594"/>
                        <a:pt x="192662" y="72269"/>
                        <a:pt x="195411" y="74707"/>
                      </a:cubicBezTo>
                      <a:cubicBezTo>
                        <a:pt x="201795" y="80425"/>
                        <a:pt x="202327" y="90222"/>
                        <a:pt x="196608" y="96606"/>
                      </a:cubicBezTo>
                      <a:cubicBezTo>
                        <a:pt x="193505" y="100064"/>
                        <a:pt x="189293" y="101793"/>
                        <a:pt x="185037" y="101793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81" name="Forme libre : forme 18480">
                  <a:extLst>
                    <a:ext uri="{FF2B5EF4-FFF2-40B4-BE49-F238E27FC236}">
                      <a16:creationId xmlns:a16="http://schemas.microsoft.com/office/drawing/2014/main" id="{AE3DA584-DDEE-4FA4-9A22-C63AF25268F3}"/>
                    </a:ext>
                  </a:extLst>
                </p:cNvPr>
                <p:cNvSpPr/>
                <p:nvPr/>
              </p:nvSpPr>
              <p:spPr>
                <a:xfrm>
                  <a:off x="6517011" y="5923991"/>
                  <a:ext cx="231319" cy="325433"/>
                </a:xfrm>
                <a:custGeom>
                  <a:avLst/>
                  <a:gdLst>
                    <a:gd name="connsiteX0" fmla="*/ 30500 w 231319"/>
                    <a:gd name="connsiteY0" fmla="*/ 325433 h 325433"/>
                    <a:gd name="connsiteX1" fmla="*/ 0 w 231319"/>
                    <a:gd name="connsiteY1" fmla="*/ 319715 h 325433"/>
                    <a:gd name="connsiteX2" fmla="*/ 104532 w 231319"/>
                    <a:gd name="connsiteY2" fmla="*/ 102316 h 325433"/>
                    <a:gd name="connsiteX3" fmla="*/ 209021 w 231319"/>
                    <a:gd name="connsiteY3" fmla="*/ 0 h 325433"/>
                    <a:gd name="connsiteX4" fmla="*/ 231319 w 231319"/>
                    <a:gd name="connsiteY4" fmla="*/ 21589 h 325433"/>
                    <a:gd name="connsiteX5" fmla="*/ 125013 w 231319"/>
                    <a:gd name="connsiteY5" fmla="*/ 125678 h 325433"/>
                    <a:gd name="connsiteX6" fmla="*/ 30500 w 231319"/>
                    <a:gd name="connsiteY6" fmla="*/ 325433 h 32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1319" h="325433">
                      <a:moveTo>
                        <a:pt x="30500" y="325433"/>
                      </a:moveTo>
                      <a:lnTo>
                        <a:pt x="0" y="319715"/>
                      </a:lnTo>
                      <a:cubicBezTo>
                        <a:pt x="20836" y="208621"/>
                        <a:pt x="67649" y="134589"/>
                        <a:pt x="104532" y="102316"/>
                      </a:cubicBezTo>
                      <a:cubicBezTo>
                        <a:pt x="139022" y="72126"/>
                        <a:pt x="208311" y="709"/>
                        <a:pt x="209021" y="0"/>
                      </a:cubicBezTo>
                      <a:lnTo>
                        <a:pt x="231319" y="21589"/>
                      </a:lnTo>
                      <a:cubicBezTo>
                        <a:pt x="228438" y="24559"/>
                        <a:pt x="160434" y="94647"/>
                        <a:pt x="125013" y="125678"/>
                      </a:cubicBezTo>
                      <a:cubicBezTo>
                        <a:pt x="91987" y="154538"/>
                        <a:pt x="49828" y="222142"/>
                        <a:pt x="30500" y="325433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82" name="Forme libre : forme 18481">
                  <a:extLst>
                    <a:ext uri="{FF2B5EF4-FFF2-40B4-BE49-F238E27FC236}">
                      <a16:creationId xmlns:a16="http://schemas.microsoft.com/office/drawing/2014/main" id="{10273A3D-F49E-4B3F-967A-AE34A1717707}"/>
                    </a:ext>
                  </a:extLst>
                </p:cNvPr>
                <p:cNvSpPr/>
                <p:nvPr/>
              </p:nvSpPr>
              <p:spPr>
                <a:xfrm>
                  <a:off x="4195627" y="5517154"/>
                  <a:ext cx="3696940" cy="757450"/>
                </a:xfrm>
                <a:custGeom>
                  <a:avLst/>
                  <a:gdLst>
                    <a:gd name="connsiteX0" fmla="*/ 1628890 w 3696940"/>
                    <a:gd name="connsiteY0" fmla="*/ 757450 h 757450"/>
                    <a:gd name="connsiteX1" fmla="*/ 1453251 w 3696940"/>
                    <a:gd name="connsiteY1" fmla="*/ 727483 h 757450"/>
                    <a:gd name="connsiteX2" fmla="*/ 1409452 w 3696940"/>
                    <a:gd name="connsiteY2" fmla="*/ 715025 h 757450"/>
                    <a:gd name="connsiteX3" fmla="*/ 745019 w 3696940"/>
                    <a:gd name="connsiteY3" fmla="*/ 671094 h 757450"/>
                    <a:gd name="connsiteX4" fmla="*/ 680030 w 3696940"/>
                    <a:gd name="connsiteY4" fmla="*/ 677078 h 757450"/>
                    <a:gd name="connsiteX5" fmla="*/ 12051 w 3696940"/>
                    <a:gd name="connsiteY5" fmla="*/ 633989 h 757450"/>
                    <a:gd name="connsiteX6" fmla="*/ 392 w 3696940"/>
                    <a:gd name="connsiteY6" fmla="*/ 615414 h 757450"/>
                    <a:gd name="connsiteX7" fmla="*/ 18967 w 3696940"/>
                    <a:gd name="connsiteY7" fmla="*/ 603755 h 757450"/>
                    <a:gd name="connsiteX8" fmla="*/ 677769 w 3696940"/>
                    <a:gd name="connsiteY8" fmla="*/ 646180 h 757450"/>
                    <a:gd name="connsiteX9" fmla="*/ 741960 w 3696940"/>
                    <a:gd name="connsiteY9" fmla="*/ 640284 h 757450"/>
                    <a:gd name="connsiteX10" fmla="*/ 1416633 w 3696940"/>
                    <a:gd name="connsiteY10" fmla="*/ 684881 h 757450"/>
                    <a:gd name="connsiteX11" fmla="*/ 1462383 w 3696940"/>
                    <a:gd name="connsiteY11" fmla="*/ 697869 h 757450"/>
                    <a:gd name="connsiteX12" fmla="*/ 1861539 w 3696940"/>
                    <a:gd name="connsiteY12" fmla="*/ 689447 h 757450"/>
                    <a:gd name="connsiteX13" fmla="*/ 2256528 w 3696940"/>
                    <a:gd name="connsiteY13" fmla="*/ 671271 h 757450"/>
                    <a:gd name="connsiteX14" fmla="*/ 2538694 w 3696940"/>
                    <a:gd name="connsiteY14" fmla="*/ 668744 h 757450"/>
                    <a:gd name="connsiteX15" fmla="*/ 2802508 w 3696940"/>
                    <a:gd name="connsiteY15" fmla="*/ 663824 h 757450"/>
                    <a:gd name="connsiteX16" fmla="*/ 2997475 w 3696940"/>
                    <a:gd name="connsiteY16" fmla="*/ 601095 h 757450"/>
                    <a:gd name="connsiteX17" fmla="*/ 3003948 w 3696940"/>
                    <a:gd name="connsiteY17" fmla="*/ 593780 h 757450"/>
                    <a:gd name="connsiteX18" fmla="*/ 3050362 w 3696940"/>
                    <a:gd name="connsiteY18" fmla="*/ 534599 h 757450"/>
                    <a:gd name="connsiteX19" fmla="*/ 3262973 w 3696940"/>
                    <a:gd name="connsiteY19" fmla="*/ 295211 h 757450"/>
                    <a:gd name="connsiteX20" fmla="*/ 3366043 w 3696940"/>
                    <a:gd name="connsiteY20" fmla="*/ 229868 h 757450"/>
                    <a:gd name="connsiteX21" fmla="*/ 3670508 w 3696940"/>
                    <a:gd name="connsiteY21" fmla="*/ 4489 h 757450"/>
                    <a:gd name="connsiteX22" fmla="*/ 3692452 w 3696940"/>
                    <a:gd name="connsiteY22" fmla="*/ 4622 h 757450"/>
                    <a:gd name="connsiteX23" fmla="*/ 3692319 w 3696940"/>
                    <a:gd name="connsiteY23" fmla="*/ 26566 h 757450"/>
                    <a:gd name="connsiteX24" fmla="*/ 3382002 w 3696940"/>
                    <a:gd name="connsiteY24" fmla="*/ 256511 h 757450"/>
                    <a:gd name="connsiteX25" fmla="*/ 3281149 w 3696940"/>
                    <a:gd name="connsiteY25" fmla="*/ 320435 h 757450"/>
                    <a:gd name="connsiteX26" fmla="*/ 3075099 w 3696940"/>
                    <a:gd name="connsiteY26" fmla="*/ 553439 h 757450"/>
                    <a:gd name="connsiteX27" fmla="*/ 3027133 w 3696940"/>
                    <a:gd name="connsiteY27" fmla="*/ 614483 h 757450"/>
                    <a:gd name="connsiteX28" fmla="*/ 3020838 w 3696940"/>
                    <a:gd name="connsiteY28" fmla="*/ 621620 h 757450"/>
                    <a:gd name="connsiteX29" fmla="*/ 2801045 w 3696940"/>
                    <a:gd name="connsiteY29" fmla="*/ 694855 h 757450"/>
                    <a:gd name="connsiteX30" fmla="*/ 2540068 w 3696940"/>
                    <a:gd name="connsiteY30" fmla="*/ 699776 h 757450"/>
                    <a:gd name="connsiteX31" fmla="*/ 2253159 w 3696940"/>
                    <a:gd name="connsiteY31" fmla="*/ 702126 h 757450"/>
                    <a:gd name="connsiteX32" fmla="*/ 1869784 w 3696940"/>
                    <a:gd name="connsiteY32" fmla="*/ 719370 h 757450"/>
                    <a:gd name="connsiteX33" fmla="*/ 1628890 w 3696940"/>
                    <a:gd name="connsiteY33" fmla="*/ 757450 h 757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696940" h="757450">
                      <a:moveTo>
                        <a:pt x="1628890" y="757450"/>
                      </a:moveTo>
                      <a:cubicBezTo>
                        <a:pt x="1551000" y="757450"/>
                        <a:pt x="1499000" y="741491"/>
                        <a:pt x="1453251" y="727483"/>
                      </a:cubicBezTo>
                      <a:cubicBezTo>
                        <a:pt x="1438001" y="722828"/>
                        <a:pt x="1423593" y="718395"/>
                        <a:pt x="1409452" y="715025"/>
                      </a:cubicBezTo>
                      <a:cubicBezTo>
                        <a:pt x="1081447" y="637402"/>
                        <a:pt x="878987" y="657706"/>
                        <a:pt x="745019" y="671094"/>
                      </a:cubicBezTo>
                      <a:cubicBezTo>
                        <a:pt x="721967" y="673399"/>
                        <a:pt x="700156" y="675571"/>
                        <a:pt x="680030" y="677078"/>
                      </a:cubicBezTo>
                      <a:cubicBezTo>
                        <a:pt x="320683" y="703499"/>
                        <a:pt x="15066" y="634653"/>
                        <a:pt x="12051" y="633989"/>
                      </a:cubicBezTo>
                      <a:cubicBezTo>
                        <a:pt x="3717" y="632082"/>
                        <a:pt x="-1514" y="623748"/>
                        <a:pt x="392" y="615414"/>
                      </a:cubicBezTo>
                      <a:cubicBezTo>
                        <a:pt x="2298" y="607080"/>
                        <a:pt x="10632" y="601849"/>
                        <a:pt x="18967" y="603755"/>
                      </a:cubicBezTo>
                      <a:cubicBezTo>
                        <a:pt x="21981" y="604464"/>
                        <a:pt x="323254" y="672202"/>
                        <a:pt x="677769" y="646180"/>
                      </a:cubicBezTo>
                      <a:cubicBezTo>
                        <a:pt x="697496" y="644717"/>
                        <a:pt x="719086" y="642544"/>
                        <a:pt x="741960" y="640284"/>
                      </a:cubicBezTo>
                      <a:cubicBezTo>
                        <a:pt x="877968" y="626674"/>
                        <a:pt x="1083575" y="606060"/>
                        <a:pt x="1416633" y="684881"/>
                      </a:cubicBezTo>
                      <a:cubicBezTo>
                        <a:pt x="1431750" y="688471"/>
                        <a:pt x="1446601" y="693037"/>
                        <a:pt x="1462383" y="697869"/>
                      </a:cubicBezTo>
                      <a:cubicBezTo>
                        <a:pt x="1540184" y="721719"/>
                        <a:pt x="1636958" y="751422"/>
                        <a:pt x="1861539" y="689447"/>
                      </a:cubicBezTo>
                      <a:cubicBezTo>
                        <a:pt x="1968864" y="659834"/>
                        <a:pt x="2098045" y="653893"/>
                        <a:pt x="2256528" y="671271"/>
                      </a:cubicBezTo>
                      <a:cubicBezTo>
                        <a:pt x="2320098" y="678275"/>
                        <a:pt x="2431236" y="673443"/>
                        <a:pt x="2538694" y="668744"/>
                      </a:cubicBezTo>
                      <a:cubicBezTo>
                        <a:pt x="2633740" y="664621"/>
                        <a:pt x="2732021" y="660366"/>
                        <a:pt x="2802508" y="663824"/>
                      </a:cubicBezTo>
                      <a:cubicBezTo>
                        <a:pt x="2936653" y="670384"/>
                        <a:pt x="2964848" y="638289"/>
                        <a:pt x="2997475" y="601095"/>
                      </a:cubicBezTo>
                      <a:cubicBezTo>
                        <a:pt x="2999603" y="598657"/>
                        <a:pt x="3001731" y="596219"/>
                        <a:pt x="3003948" y="593780"/>
                      </a:cubicBezTo>
                      <a:cubicBezTo>
                        <a:pt x="3013435" y="583141"/>
                        <a:pt x="3029748" y="561729"/>
                        <a:pt x="3050362" y="534599"/>
                      </a:cubicBezTo>
                      <a:cubicBezTo>
                        <a:pt x="3108081" y="458704"/>
                        <a:pt x="3195280" y="344020"/>
                        <a:pt x="3262973" y="295211"/>
                      </a:cubicBezTo>
                      <a:cubicBezTo>
                        <a:pt x="3291966" y="274332"/>
                        <a:pt x="3327918" y="252743"/>
                        <a:pt x="3366043" y="229868"/>
                      </a:cubicBezTo>
                      <a:cubicBezTo>
                        <a:pt x="3447390" y="181059"/>
                        <a:pt x="3582112" y="91865"/>
                        <a:pt x="3670508" y="4489"/>
                      </a:cubicBezTo>
                      <a:cubicBezTo>
                        <a:pt x="3676626" y="-1540"/>
                        <a:pt x="3686423" y="-1496"/>
                        <a:pt x="3692452" y="4622"/>
                      </a:cubicBezTo>
                      <a:cubicBezTo>
                        <a:pt x="3698481" y="10739"/>
                        <a:pt x="3698436" y="20537"/>
                        <a:pt x="3692319" y="26566"/>
                      </a:cubicBezTo>
                      <a:cubicBezTo>
                        <a:pt x="3601263" y="116602"/>
                        <a:pt x="3464812" y="206815"/>
                        <a:pt x="3382002" y="256511"/>
                      </a:cubicBezTo>
                      <a:cubicBezTo>
                        <a:pt x="3342858" y="280006"/>
                        <a:pt x="3309033" y="300310"/>
                        <a:pt x="3281149" y="320435"/>
                      </a:cubicBezTo>
                      <a:cubicBezTo>
                        <a:pt x="3217224" y="366540"/>
                        <a:pt x="3131710" y="479007"/>
                        <a:pt x="3075099" y="553439"/>
                      </a:cubicBezTo>
                      <a:cubicBezTo>
                        <a:pt x="3054042" y="581102"/>
                        <a:pt x="3037418" y="602957"/>
                        <a:pt x="3027133" y="614483"/>
                      </a:cubicBezTo>
                      <a:cubicBezTo>
                        <a:pt x="3025005" y="616877"/>
                        <a:pt x="3022921" y="619226"/>
                        <a:pt x="3020838" y="621620"/>
                      </a:cubicBezTo>
                      <a:cubicBezTo>
                        <a:pt x="2986082" y="661208"/>
                        <a:pt x="2950130" y="702170"/>
                        <a:pt x="2801045" y="694855"/>
                      </a:cubicBezTo>
                      <a:cubicBezTo>
                        <a:pt x="2731933" y="691486"/>
                        <a:pt x="2634405" y="695697"/>
                        <a:pt x="2540068" y="699776"/>
                      </a:cubicBezTo>
                      <a:cubicBezTo>
                        <a:pt x="2426448" y="704697"/>
                        <a:pt x="2319123" y="709351"/>
                        <a:pt x="2253159" y="702126"/>
                      </a:cubicBezTo>
                      <a:cubicBezTo>
                        <a:pt x="2098665" y="685191"/>
                        <a:pt x="1973253" y="690821"/>
                        <a:pt x="1869784" y="719370"/>
                      </a:cubicBezTo>
                      <a:cubicBezTo>
                        <a:pt x="1767158" y="747609"/>
                        <a:pt x="1690022" y="757450"/>
                        <a:pt x="1628890" y="757450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83" name="Forme libre : forme 18482">
                  <a:extLst>
                    <a:ext uri="{FF2B5EF4-FFF2-40B4-BE49-F238E27FC236}">
                      <a16:creationId xmlns:a16="http://schemas.microsoft.com/office/drawing/2014/main" id="{78A5AFCF-3EDE-49F5-87D9-ACB407EA07DB}"/>
                    </a:ext>
                  </a:extLst>
                </p:cNvPr>
                <p:cNvSpPr/>
                <p:nvPr/>
              </p:nvSpPr>
              <p:spPr>
                <a:xfrm>
                  <a:off x="6788665" y="5701798"/>
                  <a:ext cx="493935" cy="349510"/>
                </a:xfrm>
                <a:custGeom>
                  <a:avLst/>
                  <a:gdLst>
                    <a:gd name="connsiteX0" fmla="*/ 478425 w 493935"/>
                    <a:gd name="connsiteY0" fmla="*/ 349511 h 349510"/>
                    <a:gd name="connsiteX1" fmla="*/ 463220 w 493935"/>
                    <a:gd name="connsiteY1" fmla="*/ 337054 h 349510"/>
                    <a:gd name="connsiteX2" fmla="*/ 383379 w 493935"/>
                    <a:gd name="connsiteY2" fmla="*/ 261070 h 349510"/>
                    <a:gd name="connsiteX3" fmla="*/ 142175 w 493935"/>
                    <a:gd name="connsiteY3" fmla="*/ 122580 h 349510"/>
                    <a:gd name="connsiteX4" fmla="*/ 108528 w 493935"/>
                    <a:gd name="connsiteY4" fmla="*/ 98952 h 349510"/>
                    <a:gd name="connsiteX5" fmla="*/ 6699 w 493935"/>
                    <a:gd name="connsiteY5" fmla="*/ 28288 h 349510"/>
                    <a:gd name="connsiteX6" fmla="*/ 2754 w 493935"/>
                    <a:gd name="connsiteY6" fmla="*/ 6699 h 349510"/>
                    <a:gd name="connsiteX7" fmla="*/ 24343 w 493935"/>
                    <a:gd name="connsiteY7" fmla="*/ 2754 h 349510"/>
                    <a:gd name="connsiteX8" fmla="*/ 126304 w 493935"/>
                    <a:gd name="connsiteY8" fmla="*/ 73506 h 349510"/>
                    <a:gd name="connsiteX9" fmla="*/ 160084 w 493935"/>
                    <a:gd name="connsiteY9" fmla="*/ 97223 h 349510"/>
                    <a:gd name="connsiteX10" fmla="*/ 396546 w 493935"/>
                    <a:gd name="connsiteY10" fmla="*/ 232965 h 349510"/>
                    <a:gd name="connsiteX11" fmla="*/ 493631 w 493935"/>
                    <a:gd name="connsiteY11" fmla="*/ 330936 h 349510"/>
                    <a:gd name="connsiteX12" fmla="*/ 481440 w 493935"/>
                    <a:gd name="connsiteY12" fmla="*/ 349200 h 349510"/>
                    <a:gd name="connsiteX13" fmla="*/ 478425 w 493935"/>
                    <a:gd name="connsiteY13" fmla="*/ 349511 h 34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3935" h="349510">
                      <a:moveTo>
                        <a:pt x="478425" y="349511"/>
                      </a:moveTo>
                      <a:cubicBezTo>
                        <a:pt x="471199" y="349511"/>
                        <a:pt x="464683" y="344413"/>
                        <a:pt x="463220" y="337054"/>
                      </a:cubicBezTo>
                      <a:cubicBezTo>
                        <a:pt x="457589" y="308815"/>
                        <a:pt x="430725" y="283280"/>
                        <a:pt x="383379" y="261070"/>
                      </a:cubicBezTo>
                      <a:cubicBezTo>
                        <a:pt x="336522" y="239127"/>
                        <a:pt x="194308" y="159375"/>
                        <a:pt x="142175" y="122580"/>
                      </a:cubicBezTo>
                      <a:cubicBezTo>
                        <a:pt x="132067" y="115443"/>
                        <a:pt x="120541" y="107331"/>
                        <a:pt x="108528" y="98952"/>
                      </a:cubicBezTo>
                      <a:cubicBezTo>
                        <a:pt x="61626" y="66192"/>
                        <a:pt x="7231" y="28688"/>
                        <a:pt x="6699" y="28288"/>
                      </a:cubicBezTo>
                      <a:cubicBezTo>
                        <a:pt x="-349" y="23412"/>
                        <a:pt x="-2122" y="13748"/>
                        <a:pt x="2754" y="6699"/>
                      </a:cubicBezTo>
                      <a:cubicBezTo>
                        <a:pt x="7630" y="-349"/>
                        <a:pt x="17295" y="-2123"/>
                        <a:pt x="24343" y="2754"/>
                      </a:cubicBezTo>
                      <a:cubicBezTo>
                        <a:pt x="24875" y="3109"/>
                        <a:pt x="79358" y="40701"/>
                        <a:pt x="126304" y="73506"/>
                      </a:cubicBezTo>
                      <a:cubicBezTo>
                        <a:pt x="138362" y="81929"/>
                        <a:pt x="149933" y="90042"/>
                        <a:pt x="160084" y="97223"/>
                      </a:cubicBezTo>
                      <a:cubicBezTo>
                        <a:pt x="209425" y="132067"/>
                        <a:pt x="350841" y="211509"/>
                        <a:pt x="396546" y="232965"/>
                      </a:cubicBezTo>
                      <a:cubicBezTo>
                        <a:pt x="454087" y="259918"/>
                        <a:pt x="485829" y="291969"/>
                        <a:pt x="493631" y="330936"/>
                      </a:cubicBezTo>
                      <a:cubicBezTo>
                        <a:pt x="495315" y="339359"/>
                        <a:pt x="489863" y="347516"/>
                        <a:pt x="481440" y="349200"/>
                      </a:cubicBezTo>
                      <a:cubicBezTo>
                        <a:pt x="480464" y="349378"/>
                        <a:pt x="479445" y="349511"/>
                        <a:pt x="478425" y="349511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84" name="Forme libre : forme 18483">
                  <a:extLst>
                    <a:ext uri="{FF2B5EF4-FFF2-40B4-BE49-F238E27FC236}">
                      <a16:creationId xmlns:a16="http://schemas.microsoft.com/office/drawing/2014/main" id="{9DFDC997-16A8-4516-B45C-3EB9076F039D}"/>
                    </a:ext>
                  </a:extLst>
                </p:cNvPr>
                <p:cNvSpPr/>
                <p:nvPr/>
              </p:nvSpPr>
              <p:spPr>
                <a:xfrm>
                  <a:off x="6781093" y="5696706"/>
                  <a:ext cx="262835" cy="405539"/>
                </a:xfrm>
                <a:custGeom>
                  <a:avLst/>
                  <a:gdLst>
                    <a:gd name="connsiteX0" fmla="*/ 233533 w 262835"/>
                    <a:gd name="connsiteY0" fmla="*/ 405540 h 405539"/>
                    <a:gd name="connsiteX1" fmla="*/ 151210 w 262835"/>
                    <a:gd name="connsiteY1" fmla="*/ 314705 h 405539"/>
                    <a:gd name="connsiteX2" fmla="*/ 101028 w 262835"/>
                    <a:gd name="connsiteY2" fmla="*/ 268379 h 405539"/>
                    <a:gd name="connsiteX3" fmla="*/ 795 w 262835"/>
                    <a:gd name="connsiteY3" fmla="*/ 0 h 405539"/>
                    <a:gd name="connsiteX4" fmla="*/ 31694 w 262835"/>
                    <a:gd name="connsiteY4" fmla="*/ 2970 h 405539"/>
                    <a:gd name="connsiteX5" fmla="*/ 122129 w 262835"/>
                    <a:gd name="connsiteY5" fmla="*/ 245682 h 405539"/>
                    <a:gd name="connsiteX6" fmla="*/ 172179 w 262835"/>
                    <a:gd name="connsiteY6" fmla="*/ 291875 h 405539"/>
                    <a:gd name="connsiteX7" fmla="*/ 262836 w 262835"/>
                    <a:gd name="connsiteY7" fmla="*/ 395476 h 405539"/>
                    <a:gd name="connsiteX8" fmla="*/ 233533 w 262835"/>
                    <a:gd name="connsiteY8" fmla="*/ 405540 h 405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2835" h="405539">
                      <a:moveTo>
                        <a:pt x="233533" y="405540"/>
                      </a:moveTo>
                      <a:cubicBezTo>
                        <a:pt x="226174" y="384216"/>
                        <a:pt x="217441" y="375616"/>
                        <a:pt x="151210" y="314705"/>
                      </a:cubicBezTo>
                      <a:cubicBezTo>
                        <a:pt x="137113" y="301761"/>
                        <a:pt x="120577" y="286511"/>
                        <a:pt x="101028" y="268379"/>
                      </a:cubicBezTo>
                      <a:cubicBezTo>
                        <a:pt x="-13346" y="162162"/>
                        <a:pt x="175" y="6561"/>
                        <a:pt x="795" y="0"/>
                      </a:cubicBezTo>
                      <a:lnTo>
                        <a:pt x="31694" y="2970"/>
                      </a:lnTo>
                      <a:cubicBezTo>
                        <a:pt x="31561" y="4433"/>
                        <a:pt x="19237" y="150105"/>
                        <a:pt x="122129" y="245682"/>
                      </a:cubicBezTo>
                      <a:cubicBezTo>
                        <a:pt x="141590" y="263769"/>
                        <a:pt x="158126" y="278974"/>
                        <a:pt x="172179" y="291875"/>
                      </a:cubicBezTo>
                      <a:cubicBezTo>
                        <a:pt x="238808" y="353140"/>
                        <a:pt x="252684" y="365863"/>
                        <a:pt x="262836" y="395476"/>
                      </a:cubicBezTo>
                      <a:lnTo>
                        <a:pt x="233533" y="405540"/>
                      </a:ln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85" name="Forme libre : forme 18484">
                  <a:extLst>
                    <a:ext uri="{FF2B5EF4-FFF2-40B4-BE49-F238E27FC236}">
                      <a16:creationId xmlns:a16="http://schemas.microsoft.com/office/drawing/2014/main" id="{ADA2DD61-5455-498B-82C2-B782F3F4CCFD}"/>
                    </a:ext>
                  </a:extLst>
                </p:cNvPr>
                <p:cNvSpPr/>
                <p:nvPr/>
              </p:nvSpPr>
              <p:spPr>
                <a:xfrm>
                  <a:off x="4195606" y="5449448"/>
                  <a:ext cx="3693249" cy="813275"/>
                </a:xfrm>
                <a:custGeom>
                  <a:avLst/>
                  <a:gdLst>
                    <a:gd name="connsiteX0" fmla="*/ 1213928 w 3693249"/>
                    <a:gd name="connsiteY0" fmla="*/ 813275 h 813275"/>
                    <a:gd name="connsiteX1" fmla="*/ 820757 w 3693249"/>
                    <a:gd name="connsiteY1" fmla="*/ 750680 h 813275"/>
                    <a:gd name="connsiteX2" fmla="*/ 651014 w 3693249"/>
                    <a:gd name="connsiteY2" fmla="*/ 713619 h 813275"/>
                    <a:gd name="connsiteX3" fmla="*/ 272294 w 3693249"/>
                    <a:gd name="connsiteY3" fmla="*/ 741903 h 813275"/>
                    <a:gd name="connsiteX4" fmla="*/ 267285 w 3693249"/>
                    <a:gd name="connsiteY4" fmla="*/ 743809 h 813275"/>
                    <a:gd name="connsiteX5" fmla="*/ 17968 w 3693249"/>
                    <a:gd name="connsiteY5" fmla="*/ 803611 h 813275"/>
                    <a:gd name="connsiteX6" fmla="*/ 191 w 3693249"/>
                    <a:gd name="connsiteY6" fmla="*/ 790711 h 813275"/>
                    <a:gd name="connsiteX7" fmla="*/ 13091 w 3693249"/>
                    <a:gd name="connsiteY7" fmla="*/ 772934 h 813275"/>
                    <a:gd name="connsiteX8" fmla="*/ 256158 w 3693249"/>
                    <a:gd name="connsiteY8" fmla="*/ 714816 h 813275"/>
                    <a:gd name="connsiteX9" fmla="*/ 261167 w 3693249"/>
                    <a:gd name="connsiteY9" fmla="*/ 712910 h 813275"/>
                    <a:gd name="connsiteX10" fmla="*/ 656688 w 3693249"/>
                    <a:gd name="connsiteY10" fmla="*/ 683120 h 813275"/>
                    <a:gd name="connsiteX11" fmla="*/ 827806 w 3693249"/>
                    <a:gd name="connsiteY11" fmla="*/ 720447 h 813275"/>
                    <a:gd name="connsiteX12" fmla="*/ 1318727 w 3693249"/>
                    <a:gd name="connsiteY12" fmla="*/ 773067 h 813275"/>
                    <a:gd name="connsiteX13" fmla="*/ 2099528 w 3693249"/>
                    <a:gd name="connsiteY13" fmla="*/ 761186 h 813275"/>
                    <a:gd name="connsiteX14" fmla="*/ 2655483 w 3693249"/>
                    <a:gd name="connsiteY14" fmla="*/ 732238 h 813275"/>
                    <a:gd name="connsiteX15" fmla="*/ 2864503 w 3693249"/>
                    <a:gd name="connsiteY15" fmla="*/ 675406 h 813275"/>
                    <a:gd name="connsiteX16" fmla="*/ 3045019 w 3693249"/>
                    <a:gd name="connsiteY16" fmla="*/ 612456 h 813275"/>
                    <a:gd name="connsiteX17" fmla="*/ 3441382 w 3693249"/>
                    <a:gd name="connsiteY17" fmla="*/ 257144 h 813275"/>
                    <a:gd name="connsiteX18" fmla="*/ 3669065 w 3693249"/>
                    <a:gd name="connsiteY18" fmla="*/ 2639 h 813275"/>
                    <a:gd name="connsiteX19" fmla="*/ 3690610 w 3693249"/>
                    <a:gd name="connsiteY19" fmla="*/ 6895 h 813275"/>
                    <a:gd name="connsiteX20" fmla="*/ 3686355 w 3693249"/>
                    <a:gd name="connsiteY20" fmla="*/ 28440 h 813275"/>
                    <a:gd name="connsiteX21" fmla="*/ 3468202 w 3693249"/>
                    <a:gd name="connsiteY21" fmla="*/ 272793 h 813275"/>
                    <a:gd name="connsiteX22" fmla="*/ 3059648 w 3693249"/>
                    <a:gd name="connsiteY22" fmla="*/ 639853 h 813275"/>
                    <a:gd name="connsiteX23" fmla="*/ 2871463 w 3693249"/>
                    <a:gd name="connsiteY23" fmla="*/ 705684 h 813275"/>
                    <a:gd name="connsiteX24" fmla="*/ 2664925 w 3693249"/>
                    <a:gd name="connsiteY24" fmla="*/ 761852 h 813275"/>
                    <a:gd name="connsiteX25" fmla="*/ 2094607 w 3693249"/>
                    <a:gd name="connsiteY25" fmla="*/ 791864 h 813275"/>
                    <a:gd name="connsiteX26" fmla="*/ 1324534 w 3693249"/>
                    <a:gd name="connsiteY26" fmla="*/ 803567 h 813275"/>
                    <a:gd name="connsiteX27" fmla="*/ 1213928 w 3693249"/>
                    <a:gd name="connsiteY27" fmla="*/ 813275 h 813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693249" h="813275">
                      <a:moveTo>
                        <a:pt x="1213928" y="813275"/>
                      </a:moveTo>
                      <a:cubicBezTo>
                        <a:pt x="1089048" y="813275"/>
                        <a:pt x="953173" y="781579"/>
                        <a:pt x="820757" y="750680"/>
                      </a:cubicBezTo>
                      <a:cubicBezTo>
                        <a:pt x="761442" y="736849"/>
                        <a:pt x="705408" y="723771"/>
                        <a:pt x="651014" y="713619"/>
                      </a:cubicBezTo>
                      <a:cubicBezTo>
                        <a:pt x="445584" y="675362"/>
                        <a:pt x="357498" y="709186"/>
                        <a:pt x="272294" y="741903"/>
                      </a:cubicBezTo>
                      <a:lnTo>
                        <a:pt x="267285" y="743809"/>
                      </a:lnTo>
                      <a:cubicBezTo>
                        <a:pt x="178357" y="777899"/>
                        <a:pt x="24484" y="802592"/>
                        <a:pt x="17968" y="803611"/>
                      </a:cubicBezTo>
                      <a:cubicBezTo>
                        <a:pt x="9545" y="804941"/>
                        <a:pt x="1565" y="799178"/>
                        <a:pt x="191" y="790711"/>
                      </a:cubicBezTo>
                      <a:cubicBezTo>
                        <a:pt x="-1139" y="782244"/>
                        <a:pt x="4624" y="774309"/>
                        <a:pt x="13091" y="772934"/>
                      </a:cubicBezTo>
                      <a:cubicBezTo>
                        <a:pt x="14643" y="772669"/>
                        <a:pt x="170244" y="747754"/>
                        <a:pt x="256158" y="714816"/>
                      </a:cubicBezTo>
                      <a:lnTo>
                        <a:pt x="261167" y="712910"/>
                      </a:lnTo>
                      <a:cubicBezTo>
                        <a:pt x="350405" y="678687"/>
                        <a:pt x="442658" y="643222"/>
                        <a:pt x="656688" y="683120"/>
                      </a:cubicBezTo>
                      <a:cubicBezTo>
                        <a:pt x="711747" y="693360"/>
                        <a:pt x="768136" y="706527"/>
                        <a:pt x="827806" y="720447"/>
                      </a:cubicBezTo>
                      <a:cubicBezTo>
                        <a:pt x="997416" y="760034"/>
                        <a:pt x="1172833" y="800951"/>
                        <a:pt x="1318727" y="773067"/>
                      </a:cubicBezTo>
                      <a:cubicBezTo>
                        <a:pt x="1510236" y="736450"/>
                        <a:pt x="1708307" y="698591"/>
                        <a:pt x="2099528" y="761186"/>
                      </a:cubicBezTo>
                      <a:cubicBezTo>
                        <a:pt x="2253046" y="785746"/>
                        <a:pt x="2439148" y="801528"/>
                        <a:pt x="2655483" y="732238"/>
                      </a:cubicBezTo>
                      <a:cubicBezTo>
                        <a:pt x="2751326" y="701562"/>
                        <a:pt x="2814054" y="687065"/>
                        <a:pt x="2864503" y="675406"/>
                      </a:cubicBezTo>
                      <a:cubicBezTo>
                        <a:pt x="2931221" y="659979"/>
                        <a:pt x="2975286" y="649827"/>
                        <a:pt x="3045019" y="612456"/>
                      </a:cubicBezTo>
                      <a:cubicBezTo>
                        <a:pt x="3178233" y="541083"/>
                        <a:pt x="3352277" y="410307"/>
                        <a:pt x="3441382" y="257144"/>
                      </a:cubicBezTo>
                      <a:cubicBezTo>
                        <a:pt x="3536427" y="93784"/>
                        <a:pt x="3664721" y="5565"/>
                        <a:pt x="3669065" y="2639"/>
                      </a:cubicBezTo>
                      <a:cubicBezTo>
                        <a:pt x="3676159" y="-2148"/>
                        <a:pt x="3685823" y="-242"/>
                        <a:pt x="3690610" y="6895"/>
                      </a:cubicBezTo>
                      <a:cubicBezTo>
                        <a:pt x="3695398" y="13988"/>
                        <a:pt x="3693492" y="23652"/>
                        <a:pt x="3686355" y="28440"/>
                      </a:cubicBezTo>
                      <a:cubicBezTo>
                        <a:pt x="3685379" y="29105"/>
                        <a:pt x="3559346" y="116082"/>
                        <a:pt x="3468202" y="272793"/>
                      </a:cubicBezTo>
                      <a:cubicBezTo>
                        <a:pt x="3375861" y="431541"/>
                        <a:pt x="3196586" y="566485"/>
                        <a:pt x="3059648" y="639853"/>
                      </a:cubicBezTo>
                      <a:cubicBezTo>
                        <a:pt x="2986280" y="679174"/>
                        <a:pt x="2940575" y="689725"/>
                        <a:pt x="2871463" y="705684"/>
                      </a:cubicBezTo>
                      <a:cubicBezTo>
                        <a:pt x="2821591" y="717210"/>
                        <a:pt x="2759527" y="731529"/>
                        <a:pt x="2664925" y="761852"/>
                      </a:cubicBezTo>
                      <a:cubicBezTo>
                        <a:pt x="2442384" y="833136"/>
                        <a:pt x="2251760" y="817043"/>
                        <a:pt x="2094607" y="791864"/>
                      </a:cubicBezTo>
                      <a:cubicBezTo>
                        <a:pt x="1708750" y="730110"/>
                        <a:pt x="1513428" y="767482"/>
                        <a:pt x="1324534" y="803567"/>
                      </a:cubicBezTo>
                      <a:cubicBezTo>
                        <a:pt x="1288980" y="810350"/>
                        <a:pt x="1251964" y="813275"/>
                        <a:pt x="1213928" y="813275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86" name="Forme libre : forme 18485">
                  <a:extLst>
                    <a:ext uri="{FF2B5EF4-FFF2-40B4-BE49-F238E27FC236}">
                      <a16:creationId xmlns:a16="http://schemas.microsoft.com/office/drawing/2014/main" id="{D8C99618-8B0A-40D5-9D70-67219E9DE2DD}"/>
                    </a:ext>
                  </a:extLst>
                </p:cNvPr>
                <p:cNvSpPr/>
                <p:nvPr/>
              </p:nvSpPr>
              <p:spPr>
                <a:xfrm>
                  <a:off x="6871392" y="5684515"/>
                  <a:ext cx="295951" cy="273566"/>
                </a:xfrm>
                <a:custGeom>
                  <a:avLst/>
                  <a:gdLst>
                    <a:gd name="connsiteX0" fmla="*/ 24870 w 295951"/>
                    <a:gd name="connsiteY0" fmla="*/ 273566 h 273566"/>
                    <a:gd name="connsiteX1" fmla="*/ 0 w 295951"/>
                    <a:gd name="connsiteY1" fmla="*/ 254992 h 273566"/>
                    <a:gd name="connsiteX2" fmla="*/ 179895 w 295951"/>
                    <a:gd name="connsiteY2" fmla="*/ 93051 h 273566"/>
                    <a:gd name="connsiteX3" fmla="*/ 264922 w 295951"/>
                    <a:gd name="connsiteY3" fmla="*/ 16580 h 273566"/>
                    <a:gd name="connsiteX4" fmla="*/ 267538 w 295951"/>
                    <a:gd name="connsiteY4" fmla="*/ 21456 h 273566"/>
                    <a:gd name="connsiteX5" fmla="*/ 289969 w 295951"/>
                    <a:gd name="connsiteY5" fmla="*/ 0 h 273566"/>
                    <a:gd name="connsiteX6" fmla="*/ 295732 w 295951"/>
                    <a:gd name="connsiteY6" fmla="*/ 20303 h 273566"/>
                    <a:gd name="connsiteX7" fmla="*/ 196785 w 295951"/>
                    <a:gd name="connsiteY7" fmla="*/ 119073 h 273566"/>
                    <a:gd name="connsiteX8" fmla="*/ 24870 w 295951"/>
                    <a:gd name="connsiteY8" fmla="*/ 273566 h 273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5951" h="273566">
                      <a:moveTo>
                        <a:pt x="24870" y="273566"/>
                      </a:moveTo>
                      <a:lnTo>
                        <a:pt x="0" y="254992"/>
                      </a:lnTo>
                      <a:cubicBezTo>
                        <a:pt x="2660" y="251401"/>
                        <a:pt x="66851" y="166418"/>
                        <a:pt x="179895" y="93051"/>
                      </a:cubicBezTo>
                      <a:cubicBezTo>
                        <a:pt x="263592" y="38745"/>
                        <a:pt x="264922" y="16801"/>
                        <a:pt x="264922" y="16580"/>
                      </a:cubicBezTo>
                      <a:cubicBezTo>
                        <a:pt x="264922" y="16580"/>
                        <a:pt x="264922" y="18708"/>
                        <a:pt x="267538" y="21456"/>
                      </a:cubicBezTo>
                      <a:lnTo>
                        <a:pt x="289969" y="0"/>
                      </a:lnTo>
                      <a:cubicBezTo>
                        <a:pt x="291654" y="1773"/>
                        <a:pt x="297106" y="8511"/>
                        <a:pt x="295732" y="20303"/>
                      </a:cubicBezTo>
                      <a:cubicBezTo>
                        <a:pt x="292806" y="45439"/>
                        <a:pt x="260444" y="77756"/>
                        <a:pt x="196785" y="119073"/>
                      </a:cubicBezTo>
                      <a:cubicBezTo>
                        <a:pt x="88618" y="189293"/>
                        <a:pt x="25490" y="272724"/>
                        <a:pt x="24870" y="273566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87" name="Forme libre : forme 18486">
                  <a:extLst>
                    <a:ext uri="{FF2B5EF4-FFF2-40B4-BE49-F238E27FC236}">
                      <a16:creationId xmlns:a16="http://schemas.microsoft.com/office/drawing/2014/main" id="{99607BA0-38C6-4461-8EC5-2115B74F26E1}"/>
                    </a:ext>
                  </a:extLst>
                </p:cNvPr>
                <p:cNvSpPr/>
                <p:nvPr/>
              </p:nvSpPr>
              <p:spPr>
                <a:xfrm>
                  <a:off x="5246701" y="5844854"/>
                  <a:ext cx="184340" cy="265414"/>
                </a:xfrm>
                <a:custGeom>
                  <a:avLst/>
                  <a:gdLst>
                    <a:gd name="connsiteX0" fmla="*/ 168862 w 184340"/>
                    <a:gd name="connsiteY0" fmla="*/ 265415 h 265414"/>
                    <a:gd name="connsiteX1" fmla="*/ 154455 w 184340"/>
                    <a:gd name="connsiteY1" fmla="*/ 255662 h 265414"/>
                    <a:gd name="connsiteX2" fmla="*/ 122669 w 184340"/>
                    <a:gd name="connsiteY2" fmla="*/ 220862 h 265414"/>
                    <a:gd name="connsiteX3" fmla="*/ 58567 w 184340"/>
                    <a:gd name="connsiteY3" fmla="*/ 157114 h 265414"/>
                    <a:gd name="connsiteX4" fmla="*/ 6 w 184340"/>
                    <a:gd name="connsiteY4" fmla="*/ 15167 h 265414"/>
                    <a:gd name="connsiteX5" fmla="*/ 15832 w 184340"/>
                    <a:gd name="connsiteY5" fmla="*/ 5 h 265414"/>
                    <a:gd name="connsiteX6" fmla="*/ 31037 w 184340"/>
                    <a:gd name="connsiteY6" fmla="*/ 15787 h 265414"/>
                    <a:gd name="connsiteX7" fmla="*/ 81574 w 184340"/>
                    <a:gd name="connsiteY7" fmla="*/ 136279 h 265414"/>
                    <a:gd name="connsiteX8" fmla="*/ 143638 w 184340"/>
                    <a:gd name="connsiteY8" fmla="*/ 197987 h 265414"/>
                    <a:gd name="connsiteX9" fmla="*/ 183225 w 184340"/>
                    <a:gd name="connsiteY9" fmla="*/ 244092 h 265414"/>
                    <a:gd name="connsiteX10" fmla="*/ 174581 w 184340"/>
                    <a:gd name="connsiteY10" fmla="*/ 264262 h 265414"/>
                    <a:gd name="connsiteX11" fmla="*/ 168862 w 184340"/>
                    <a:gd name="connsiteY11" fmla="*/ 265415 h 26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4340" h="265414">
                      <a:moveTo>
                        <a:pt x="168862" y="265415"/>
                      </a:moveTo>
                      <a:cubicBezTo>
                        <a:pt x="162700" y="265415"/>
                        <a:pt x="156893" y="261735"/>
                        <a:pt x="154455" y="255662"/>
                      </a:cubicBezTo>
                      <a:cubicBezTo>
                        <a:pt x="150908" y="246796"/>
                        <a:pt x="139692" y="236467"/>
                        <a:pt x="122669" y="220862"/>
                      </a:cubicBezTo>
                      <a:cubicBezTo>
                        <a:pt x="106754" y="206233"/>
                        <a:pt x="84899" y="186195"/>
                        <a:pt x="58567" y="157114"/>
                      </a:cubicBezTo>
                      <a:cubicBezTo>
                        <a:pt x="-926" y="91371"/>
                        <a:pt x="-39" y="18270"/>
                        <a:pt x="6" y="15167"/>
                      </a:cubicBezTo>
                      <a:cubicBezTo>
                        <a:pt x="183" y="6611"/>
                        <a:pt x="7453" y="-216"/>
                        <a:pt x="15832" y="5"/>
                      </a:cubicBezTo>
                      <a:cubicBezTo>
                        <a:pt x="24388" y="183"/>
                        <a:pt x="31170" y="7276"/>
                        <a:pt x="31037" y="15787"/>
                      </a:cubicBezTo>
                      <a:cubicBezTo>
                        <a:pt x="31037" y="16762"/>
                        <a:pt x="30815" y="80200"/>
                        <a:pt x="81574" y="136279"/>
                      </a:cubicBezTo>
                      <a:cubicBezTo>
                        <a:pt x="106932" y="164340"/>
                        <a:pt x="127280" y="183004"/>
                        <a:pt x="143638" y="197987"/>
                      </a:cubicBezTo>
                      <a:cubicBezTo>
                        <a:pt x="163764" y="216474"/>
                        <a:pt x="177063" y="228665"/>
                        <a:pt x="183225" y="244092"/>
                      </a:cubicBezTo>
                      <a:cubicBezTo>
                        <a:pt x="186417" y="252027"/>
                        <a:pt x="182516" y="261070"/>
                        <a:pt x="174581" y="264262"/>
                      </a:cubicBezTo>
                      <a:cubicBezTo>
                        <a:pt x="172719" y="265060"/>
                        <a:pt x="170768" y="265415"/>
                        <a:pt x="168862" y="265415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88" name="Forme libre : forme 18487">
                  <a:extLst>
                    <a:ext uri="{FF2B5EF4-FFF2-40B4-BE49-F238E27FC236}">
                      <a16:creationId xmlns:a16="http://schemas.microsoft.com/office/drawing/2014/main" id="{9115A00D-FC79-4D6B-A9B7-DEBB95A5EFF4}"/>
                    </a:ext>
                  </a:extLst>
                </p:cNvPr>
                <p:cNvSpPr/>
                <p:nvPr/>
              </p:nvSpPr>
              <p:spPr>
                <a:xfrm>
                  <a:off x="4705718" y="5757121"/>
                  <a:ext cx="699479" cy="388435"/>
                </a:xfrm>
                <a:custGeom>
                  <a:avLst/>
                  <a:gdLst>
                    <a:gd name="connsiteX0" fmla="*/ 15489 w 699479"/>
                    <a:gd name="connsiteY0" fmla="*/ 388436 h 388435"/>
                    <a:gd name="connsiteX1" fmla="*/ 4983 w 699479"/>
                    <a:gd name="connsiteY1" fmla="*/ 384313 h 388435"/>
                    <a:gd name="connsiteX2" fmla="*/ 3963 w 699479"/>
                    <a:gd name="connsiteY2" fmla="*/ 362590 h 388435"/>
                    <a:gd name="connsiteX3" fmla="*/ 196936 w 699479"/>
                    <a:gd name="connsiteY3" fmla="*/ 298577 h 388435"/>
                    <a:gd name="connsiteX4" fmla="*/ 492446 w 699479"/>
                    <a:gd name="connsiteY4" fmla="*/ 166160 h 388435"/>
                    <a:gd name="connsiteX5" fmla="*/ 679346 w 699479"/>
                    <a:gd name="connsiteY5" fmla="*/ 717 h 388435"/>
                    <a:gd name="connsiteX6" fmla="*/ 698763 w 699479"/>
                    <a:gd name="connsiteY6" fmla="*/ 10913 h 388435"/>
                    <a:gd name="connsiteX7" fmla="*/ 688566 w 699479"/>
                    <a:gd name="connsiteY7" fmla="*/ 30330 h 388435"/>
                    <a:gd name="connsiteX8" fmla="*/ 517227 w 699479"/>
                    <a:gd name="connsiteY8" fmla="*/ 184779 h 388435"/>
                    <a:gd name="connsiteX9" fmla="*/ 395051 w 699479"/>
                    <a:gd name="connsiteY9" fmla="*/ 275303 h 388435"/>
                    <a:gd name="connsiteX10" fmla="*/ 199507 w 699479"/>
                    <a:gd name="connsiteY10" fmla="*/ 329520 h 388435"/>
                    <a:gd name="connsiteX11" fmla="*/ 26794 w 699479"/>
                    <a:gd name="connsiteY11" fmla="*/ 383559 h 388435"/>
                    <a:gd name="connsiteX12" fmla="*/ 15489 w 699479"/>
                    <a:gd name="connsiteY12" fmla="*/ 388436 h 388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99479" h="388435">
                      <a:moveTo>
                        <a:pt x="15489" y="388436"/>
                      </a:moveTo>
                      <a:cubicBezTo>
                        <a:pt x="11721" y="388436"/>
                        <a:pt x="7953" y="387061"/>
                        <a:pt x="4983" y="384313"/>
                      </a:cubicBezTo>
                      <a:cubicBezTo>
                        <a:pt x="-1223" y="378550"/>
                        <a:pt x="-1711" y="368885"/>
                        <a:pt x="3963" y="362590"/>
                      </a:cubicBezTo>
                      <a:cubicBezTo>
                        <a:pt x="5870" y="360462"/>
                        <a:pt x="52461" y="310768"/>
                        <a:pt x="196936" y="298577"/>
                      </a:cubicBezTo>
                      <a:cubicBezTo>
                        <a:pt x="341411" y="286386"/>
                        <a:pt x="456716" y="213816"/>
                        <a:pt x="492446" y="166160"/>
                      </a:cubicBezTo>
                      <a:cubicBezTo>
                        <a:pt x="536245" y="107776"/>
                        <a:pt x="628542" y="16587"/>
                        <a:pt x="679346" y="717"/>
                      </a:cubicBezTo>
                      <a:cubicBezTo>
                        <a:pt x="687547" y="-1854"/>
                        <a:pt x="696236" y="2712"/>
                        <a:pt x="698763" y="10913"/>
                      </a:cubicBezTo>
                      <a:cubicBezTo>
                        <a:pt x="701334" y="19070"/>
                        <a:pt x="696768" y="27803"/>
                        <a:pt x="688566" y="30330"/>
                      </a:cubicBezTo>
                      <a:cubicBezTo>
                        <a:pt x="648403" y="42875"/>
                        <a:pt x="562002" y="125065"/>
                        <a:pt x="517227" y="184779"/>
                      </a:cubicBezTo>
                      <a:cubicBezTo>
                        <a:pt x="493820" y="215944"/>
                        <a:pt x="449312" y="248970"/>
                        <a:pt x="395051" y="275303"/>
                      </a:cubicBezTo>
                      <a:cubicBezTo>
                        <a:pt x="352139" y="296138"/>
                        <a:pt x="283381" y="322427"/>
                        <a:pt x="199507" y="329520"/>
                      </a:cubicBezTo>
                      <a:cubicBezTo>
                        <a:pt x="69086" y="340514"/>
                        <a:pt x="27193" y="383160"/>
                        <a:pt x="26794" y="383559"/>
                      </a:cubicBezTo>
                      <a:cubicBezTo>
                        <a:pt x="23779" y="386795"/>
                        <a:pt x="19657" y="388436"/>
                        <a:pt x="15489" y="388436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89" name="Forme libre : forme 18488">
                  <a:extLst>
                    <a:ext uri="{FF2B5EF4-FFF2-40B4-BE49-F238E27FC236}">
                      <a16:creationId xmlns:a16="http://schemas.microsoft.com/office/drawing/2014/main" id="{4E0FD8F0-6086-49C6-9A17-64CB2933E585}"/>
                    </a:ext>
                  </a:extLst>
                </p:cNvPr>
                <p:cNvSpPr/>
                <p:nvPr/>
              </p:nvSpPr>
              <p:spPr>
                <a:xfrm>
                  <a:off x="4549423" y="6024575"/>
                  <a:ext cx="508655" cy="90082"/>
                </a:xfrm>
                <a:custGeom>
                  <a:avLst/>
                  <a:gdLst>
                    <a:gd name="connsiteX0" fmla="*/ 493140 w 508655"/>
                    <a:gd name="connsiteY0" fmla="*/ 90082 h 90082"/>
                    <a:gd name="connsiteX1" fmla="*/ 482633 w 508655"/>
                    <a:gd name="connsiteY1" fmla="*/ 85960 h 90082"/>
                    <a:gd name="connsiteX2" fmla="*/ 386435 w 508655"/>
                    <a:gd name="connsiteY2" fmla="*/ 60558 h 90082"/>
                    <a:gd name="connsiteX3" fmla="*/ 305354 w 508655"/>
                    <a:gd name="connsiteY3" fmla="*/ 47924 h 90082"/>
                    <a:gd name="connsiteX4" fmla="*/ 218997 w 508655"/>
                    <a:gd name="connsiteY4" fmla="*/ 42560 h 90082"/>
                    <a:gd name="connsiteX5" fmla="*/ 8824 w 508655"/>
                    <a:gd name="connsiteY5" fmla="*/ 29527 h 90082"/>
                    <a:gd name="connsiteX6" fmla="*/ 1509 w 508655"/>
                    <a:gd name="connsiteY6" fmla="*/ 8824 h 90082"/>
                    <a:gd name="connsiteX7" fmla="*/ 22212 w 508655"/>
                    <a:gd name="connsiteY7" fmla="*/ 1509 h 90082"/>
                    <a:gd name="connsiteX8" fmla="*/ 213012 w 508655"/>
                    <a:gd name="connsiteY8" fmla="*/ 12060 h 90082"/>
                    <a:gd name="connsiteX9" fmla="*/ 312668 w 508655"/>
                    <a:gd name="connsiteY9" fmla="*/ 17690 h 90082"/>
                    <a:gd name="connsiteX10" fmla="*/ 387588 w 508655"/>
                    <a:gd name="connsiteY10" fmla="*/ 29438 h 90082"/>
                    <a:gd name="connsiteX11" fmla="*/ 503823 w 508655"/>
                    <a:gd name="connsiteY11" fmla="*/ 63174 h 90082"/>
                    <a:gd name="connsiteX12" fmla="*/ 504400 w 508655"/>
                    <a:gd name="connsiteY12" fmla="*/ 85117 h 90082"/>
                    <a:gd name="connsiteX13" fmla="*/ 493140 w 508655"/>
                    <a:gd name="connsiteY13" fmla="*/ 90082 h 90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8655" h="90082">
                      <a:moveTo>
                        <a:pt x="493140" y="90082"/>
                      </a:moveTo>
                      <a:cubicBezTo>
                        <a:pt x="489371" y="90082"/>
                        <a:pt x="485603" y="88708"/>
                        <a:pt x="482633" y="85960"/>
                      </a:cubicBezTo>
                      <a:cubicBezTo>
                        <a:pt x="481791" y="85206"/>
                        <a:pt x="455458" y="63174"/>
                        <a:pt x="386435" y="60558"/>
                      </a:cubicBezTo>
                      <a:cubicBezTo>
                        <a:pt x="351768" y="59273"/>
                        <a:pt x="327120" y="53244"/>
                        <a:pt x="305354" y="47924"/>
                      </a:cubicBezTo>
                      <a:cubicBezTo>
                        <a:pt x="277071" y="41053"/>
                        <a:pt x="254772" y="35600"/>
                        <a:pt x="218997" y="42560"/>
                      </a:cubicBezTo>
                      <a:cubicBezTo>
                        <a:pt x="147092" y="56613"/>
                        <a:pt x="45220" y="46948"/>
                        <a:pt x="8824" y="29527"/>
                      </a:cubicBezTo>
                      <a:cubicBezTo>
                        <a:pt x="1110" y="25847"/>
                        <a:pt x="-2170" y="16582"/>
                        <a:pt x="1509" y="8824"/>
                      </a:cubicBezTo>
                      <a:cubicBezTo>
                        <a:pt x="5189" y="1110"/>
                        <a:pt x="14454" y="-2170"/>
                        <a:pt x="22212" y="1509"/>
                      </a:cubicBezTo>
                      <a:cubicBezTo>
                        <a:pt x="53554" y="16493"/>
                        <a:pt x="149663" y="24473"/>
                        <a:pt x="213012" y="12060"/>
                      </a:cubicBezTo>
                      <a:cubicBezTo>
                        <a:pt x="255437" y="3770"/>
                        <a:pt x="283233" y="10553"/>
                        <a:pt x="312668" y="17690"/>
                      </a:cubicBezTo>
                      <a:cubicBezTo>
                        <a:pt x="333992" y="22877"/>
                        <a:pt x="356068" y="28285"/>
                        <a:pt x="387588" y="29438"/>
                      </a:cubicBezTo>
                      <a:cubicBezTo>
                        <a:pt x="469201" y="32496"/>
                        <a:pt x="500499" y="60026"/>
                        <a:pt x="503823" y="63174"/>
                      </a:cubicBezTo>
                      <a:cubicBezTo>
                        <a:pt x="510030" y="69070"/>
                        <a:pt x="510296" y="78867"/>
                        <a:pt x="504400" y="85117"/>
                      </a:cubicBezTo>
                      <a:cubicBezTo>
                        <a:pt x="501385" y="88487"/>
                        <a:pt x="497262" y="90082"/>
                        <a:pt x="493140" y="90082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90" name="Forme libre : forme 18489">
                  <a:extLst>
                    <a:ext uri="{FF2B5EF4-FFF2-40B4-BE49-F238E27FC236}">
                      <a16:creationId xmlns:a16="http://schemas.microsoft.com/office/drawing/2014/main" id="{A14D979C-3CD8-427D-9C5B-247E5253C656}"/>
                    </a:ext>
                  </a:extLst>
                </p:cNvPr>
                <p:cNvSpPr/>
                <p:nvPr/>
              </p:nvSpPr>
              <p:spPr>
                <a:xfrm>
                  <a:off x="6328798" y="5834502"/>
                  <a:ext cx="316618" cy="380642"/>
                </a:xfrm>
                <a:custGeom>
                  <a:avLst/>
                  <a:gdLst>
                    <a:gd name="connsiteX0" fmla="*/ 286495 w 316618"/>
                    <a:gd name="connsiteY0" fmla="*/ 377728 h 380642"/>
                    <a:gd name="connsiteX1" fmla="*/ 94497 w 316618"/>
                    <a:gd name="connsiteY1" fmla="*/ 141312 h 380642"/>
                    <a:gd name="connsiteX2" fmla="*/ 1358 w 316618"/>
                    <a:gd name="connsiteY2" fmla="*/ 21840 h 380642"/>
                    <a:gd name="connsiteX3" fmla="*/ 9205 w 316618"/>
                    <a:gd name="connsiteY3" fmla="*/ 1359 h 380642"/>
                    <a:gd name="connsiteX4" fmla="*/ 29686 w 316618"/>
                    <a:gd name="connsiteY4" fmla="*/ 9161 h 380642"/>
                    <a:gd name="connsiteX5" fmla="*/ 29686 w 316618"/>
                    <a:gd name="connsiteY5" fmla="*/ 9161 h 380642"/>
                    <a:gd name="connsiteX6" fmla="*/ 113427 w 316618"/>
                    <a:gd name="connsiteY6" fmla="*/ 116708 h 380642"/>
                    <a:gd name="connsiteX7" fmla="*/ 316507 w 316618"/>
                    <a:gd name="connsiteY7" fmla="*/ 369749 h 380642"/>
                    <a:gd name="connsiteX8" fmla="*/ 286495 w 316618"/>
                    <a:gd name="connsiteY8" fmla="*/ 377728 h 380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6618" h="380642">
                      <a:moveTo>
                        <a:pt x="286495" y="377728"/>
                      </a:moveTo>
                      <a:cubicBezTo>
                        <a:pt x="259808" y="277674"/>
                        <a:pt x="164141" y="194908"/>
                        <a:pt x="94497" y="141312"/>
                      </a:cubicBezTo>
                      <a:cubicBezTo>
                        <a:pt x="34606" y="95207"/>
                        <a:pt x="2688" y="24810"/>
                        <a:pt x="1358" y="21840"/>
                      </a:cubicBezTo>
                      <a:cubicBezTo>
                        <a:pt x="-2144" y="14038"/>
                        <a:pt x="1358" y="4861"/>
                        <a:pt x="9205" y="1359"/>
                      </a:cubicBezTo>
                      <a:cubicBezTo>
                        <a:pt x="17007" y="-2143"/>
                        <a:pt x="26183" y="1359"/>
                        <a:pt x="29686" y="9161"/>
                      </a:cubicBezTo>
                      <a:lnTo>
                        <a:pt x="29686" y="9161"/>
                      </a:lnTo>
                      <a:cubicBezTo>
                        <a:pt x="29996" y="9826"/>
                        <a:pt x="59875" y="75525"/>
                        <a:pt x="113427" y="116708"/>
                      </a:cubicBezTo>
                      <a:cubicBezTo>
                        <a:pt x="186661" y="173053"/>
                        <a:pt x="287382" y="260562"/>
                        <a:pt x="316507" y="369749"/>
                      </a:cubicBezTo>
                      <a:cubicBezTo>
                        <a:pt x="318679" y="378039"/>
                        <a:pt x="288357" y="384689"/>
                        <a:pt x="286495" y="377728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91" name="Forme libre : forme 18490">
                  <a:extLst>
                    <a:ext uri="{FF2B5EF4-FFF2-40B4-BE49-F238E27FC236}">
                      <a16:creationId xmlns:a16="http://schemas.microsoft.com/office/drawing/2014/main" id="{234C269C-9068-417A-8D44-2EC5ADEA790D}"/>
                    </a:ext>
                  </a:extLst>
                </p:cNvPr>
                <p:cNvSpPr/>
                <p:nvPr/>
              </p:nvSpPr>
              <p:spPr>
                <a:xfrm>
                  <a:off x="6072415" y="5834442"/>
                  <a:ext cx="764620" cy="217044"/>
                </a:xfrm>
                <a:custGeom>
                  <a:avLst/>
                  <a:gdLst>
                    <a:gd name="connsiteX0" fmla="*/ 12501 w 764620"/>
                    <a:gd name="connsiteY0" fmla="*/ 217044 h 217044"/>
                    <a:gd name="connsiteX1" fmla="*/ 3236 w 764620"/>
                    <a:gd name="connsiteY1" fmla="*/ 192130 h 217044"/>
                    <a:gd name="connsiteX2" fmla="*/ 0 w 764620"/>
                    <a:gd name="connsiteY2" fmla="*/ 189648 h 217044"/>
                    <a:gd name="connsiteX3" fmla="*/ 2571 w 764620"/>
                    <a:gd name="connsiteY3" fmla="*/ 187033 h 217044"/>
                    <a:gd name="connsiteX4" fmla="*/ 378941 w 764620"/>
                    <a:gd name="connsiteY4" fmla="*/ 90125 h 217044"/>
                    <a:gd name="connsiteX5" fmla="*/ 738288 w 764620"/>
                    <a:gd name="connsiteY5" fmla="*/ 0 h 217044"/>
                    <a:gd name="connsiteX6" fmla="*/ 764620 w 764620"/>
                    <a:gd name="connsiteY6" fmla="*/ 16403 h 217044"/>
                    <a:gd name="connsiteX7" fmla="*/ 375084 w 764620"/>
                    <a:gd name="connsiteY7" fmla="*/ 120891 h 217044"/>
                    <a:gd name="connsiteX8" fmla="*/ 24914 w 764620"/>
                    <a:gd name="connsiteY8" fmla="*/ 208577 h 217044"/>
                    <a:gd name="connsiteX9" fmla="*/ 12501 w 764620"/>
                    <a:gd name="connsiteY9" fmla="*/ 217044 h 217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4620" h="217044">
                      <a:moveTo>
                        <a:pt x="12501" y="217044"/>
                      </a:moveTo>
                      <a:lnTo>
                        <a:pt x="3236" y="192130"/>
                      </a:lnTo>
                      <a:cubicBezTo>
                        <a:pt x="-621" y="192884"/>
                        <a:pt x="266" y="189426"/>
                        <a:pt x="0" y="189648"/>
                      </a:cubicBezTo>
                      <a:cubicBezTo>
                        <a:pt x="576" y="189116"/>
                        <a:pt x="1419" y="188229"/>
                        <a:pt x="2571" y="187033"/>
                      </a:cubicBezTo>
                      <a:cubicBezTo>
                        <a:pt x="82722" y="104000"/>
                        <a:pt x="216379" y="69600"/>
                        <a:pt x="378941" y="90125"/>
                      </a:cubicBezTo>
                      <a:cubicBezTo>
                        <a:pt x="650557" y="124437"/>
                        <a:pt x="673698" y="103690"/>
                        <a:pt x="738288" y="0"/>
                      </a:cubicBezTo>
                      <a:lnTo>
                        <a:pt x="764620" y="16403"/>
                      </a:lnTo>
                      <a:cubicBezTo>
                        <a:pt x="690410" y="135564"/>
                        <a:pt x="651754" y="155823"/>
                        <a:pt x="375084" y="120891"/>
                      </a:cubicBezTo>
                      <a:cubicBezTo>
                        <a:pt x="222453" y="101607"/>
                        <a:pt x="98104" y="132727"/>
                        <a:pt x="24914" y="208577"/>
                      </a:cubicBezTo>
                      <a:cubicBezTo>
                        <a:pt x="20614" y="213011"/>
                        <a:pt x="17777" y="215980"/>
                        <a:pt x="12501" y="217044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92" name="Forme libre : forme 18491">
                  <a:extLst>
                    <a:ext uri="{FF2B5EF4-FFF2-40B4-BE49-F238E27FC236}">
                      <a16:creationId xmlns:a16="http://schemas.microsoft.com/office/drawing/2014/main" id="{397DEA93-9B6F-442C-9A8E-C0AC5433F06F}"/>
                    </a:ext>
                  </a:extLst>
                </p:cNvPr>
                <p:cNvSpPr/>
                <p:nvPr/>
              </p:nvSpPr>
              <p:spPr>
                <a:xfrm>
                  <a:off x="5972031" y="5715127"/>
                  <a:ext cx="290504" cy="311090"/>
                </a:xfrm>
                <a:custGeom>
                  <a:avLst/>
                  <a:gdLst>
                    <a:gd name="connsiteX0" fmla="*/ 274960 w 290504"/>
                    <a:gd name="connsiteY0" fmla="*/ 311090 h 311090"/>
                    <a:gd name="connsiteX1" fmla="*/ 259799 w 290504"/>
                    <a:gd name="connsiteY1" fmla="*/ 298766 h 311090"/>
                    <a:gd name="connsiteX2" fmla="*/ 97592 w 290504"/>
                    <a:gd name="connsiteY2" fmla="*/ 129112 h 311090"/>
                    <a:gd name="connsiteX3" fmla="*/ 1393 w 290504"/>
                    <a:gd name="connsiteY3" fmla="*/ 21920 h 311090"/>
                    <a:gd name="connsiteX4" fmla="*/ 9107 w 290504"/>
                    <a:gd name="connsiteY4" fmla="*/ 1394 h 311090"/>
                    <a:gd name="connsiteX5" fmla="*/ 29632 w 290504"/>
                    <a:gd name="connsiteY5" fmla="*/ 9063 h 311090"/>
                    <a:gd name="connsiteX6" fmla="*/ 113285 w 290504"/>
                    <a:gd name="connsiteY6" fmla="*/ 102336 h 311090"/>
                    <a:gd name="connsiteX7" fmla="*/ 290165 w 290504"/>
                    <a:gd name="connsiteY7" fmla="*/ 292383 h 311090"/>
                    <a:gd name="connsiteX8" fmla="*/ 278196 w 290504"/>
                    <a:gd name="connsiteY8" fmla="*/ 310780 h 311090"/>
                    <a:gd name="connsiteX9" fmla="*/ 274960 w 290504"/>
                    <a:gd name="connsiteY9" fmla="*/ 311090 h 311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0504" h="311090">
                      <a:moveTo>
                        <a:pt x="274960" y="311090"/>
                      </a:moveTo>
                      <a:cubicBezTo>
                        <a:pt x="267778" y="311090"/>
                        <a:pt x="261350" y="306081"/>
                        <a:pt x="259799" y="298766"/>
                      </a:cubicBezTo>
                      <a:cubicBezTo>
                        <a:pt x="243706" y="222384"/>
                        <a:pt x="159522" y="165375"/>
                        <a:pt x="97592" y="129112"/>
                      </a:cubicBezTo>
                      <a:cubicBezTo>
                        <a:pt x="33622" y="91696"/>
                        <a:pt x="2679" y="24712"/>
                        <a:pt x="1393" y="21920"/>
                      </a:cubicBezTo>
                      <a:cubicBezTo>
                        <a:pt x="-2153" y="14117"/>
                        <a:pt x="1305" y="4941"/>
                        <a:pt x="9107" y="1394"/>
                      </a:cubicBezTo>
                      <a:cubicBezTo>
                        <a:pt x="16909" y="-2152"/>
                        <a:pt x="26086" y="1306"/>
                        <a:pt x="29632" y="9063"/>
                      </a:cubicBezTo>
                      <a:cubicBezTo>
                        <a:pt x="29987" y="9817"/>
                        <a:pt x="58093" y="70063"/>
                        <a:pt x="113285" y="102336"/>
                      </a:cubicBezTo>
                      <a:cubicBezTo>
                        <a:pt x="180313" y="141569"/>
                        <a:pt x="271546" y="203942"/>
                        <a:pt x="290165" y="292383"/>
                      </a:cubicBezTo>
                      <a:cubicBezTo>
                        <a:pt x="291939" y="300761"/>
                        <a:pt x="286574" y="309007"/>
                        <a:pt x="278196" y="310780"/>
                      </a:cubicBezTo>
                      <a:cubicBezTo>
                        <a:pt x="277088" y="311002"/>
                        <a:pt x="275979" y="311090"/>
                        <a:pt x="274960" y="311090"/>
                      </a:cubicBezTo>
                      <a:close/>
                    </a:path>
                  </a:pathLst>
                </a:custGeom>
                <a:solidFill>
                  <a:srgbClr val="0592D8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93" name="Forme libre : forme 18492">
                  <a:extLst>
                    <a:ext uri="{FF2B5EF4-FFF2-40B4-BE49-F238E27FC236}">
                      <a16:creationId xmlns:a16="http://schemas.microsoft.com/office/drawing/2014/main" id="{2D3411C7-AA46-4911-A843-C06148EF935B}"/>
                    </a:ext>
                  </a:extLst>
                </p:cNvPr>
                <p:cNvSpPr/>
                <p:nvPr/>
              </p:nvSpPr>
              <p:spPr>
                <a:xfrm>
                  <a:off x="5875453" y="5796140"/>
                  <a:ext cx="169610" cy="410416"/>
                </a:xfrm>
                <a:custGeom>
                  <a:avLst/>
                  <a:gdLst>
                    <a:gd name="connsiteX0" fmla="*/ 20703 w 169610"/>
                    <a:gd name="connsiteY0" fmla="*/ 410416 h 410416"/>
                    <a:gd name="connsiteX1" fmla="*/ 0 w 169610"/>
                    <a:gd name="connsiteY1" fmla="*/ 387320 h 410416"/>
                    <a:gd name="connsiteX2" fmla="*/ 135653 w 169610"/>
                    <a:gd name="connsiteY2" fmla="*/ 133835 h 410416"/>
                    <a:gd name="connsiteX3" fmla="*/ 138579 w 169610"/>
                    <a:gd name="connsiteY3" fmla="*/ 0 h 410416"/>
                    <a:gd name="connsiteX4" fmla="*/ 169610 w 169610"/>
                    <a:gd name="connsiteY4" fmla="*/ 222 h 410416"/>
                    <a:gd name="connsiteX5" fmla="*/ 166640 w 169610"/>
                    <a:gd name="connsiteY5" fmla="*/ 136185 h 410416"/>
                    <a:gd name="connsiteX6" fmla="*/ 20703 w 169610"/>
                    <a:gd name="connsiteY6" fmla="*/ 410416 h 410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610" h="410416">
                      <a:moveTo>
                        <a:pt x="20703" y="410416"/>
                      </a:moveTo>
                      <a:lnTo>
                        <a:pt x="0" y="387320"/>
                      </a:lnTo>
                      <a:cubicBezTo>
                        <a:pt x="121644" y="278399"/>
                        <a:pt x="135564" y="135254"/>
                        <a:pt x="135653" y="133835"/>
                      </a:cubicBezTo>
                      <a:cubicBezTo>
                        <a:pt x="137781" y="105197"/>
                        <a:pt x="138534" y="1064"/>
                        <a:pt x="138579" y="0"/>
                      </a:cubicBezTo>
                      <a:lnTo>
                        <a:pt x="169610" y="222"/>
                      </a:lnTo>
                      <a:cubicBezTo>
                        <a:pt x="169566" y="4566"/>
                        <a:pt x="168857" y="106483"/>
                        <a:pt x="166640" y="136185"/>
                      </a:cubicBezTo>
                      <a:cubicBezTo>
                        <a:pt x="163404" y="178964"/>
                        <a:pt x="130909" y="311736"/>
                        <a:pt x="20703" y="410416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94" name="Forme libre : forme 18493">
                  <a:extLst>
                    <a:ext uri="{FF2B5EF4-FFF2-40B4-BE49-F238E27FC236}">
                      <a16:creationId xmlns:a16="http://schemas.microsoft.com/office/drawing/2014/main" id="{D7CD5E84-223E-4665-90AC-3EEE1FFCE95E}"/>
                    </a:ext>
                  </a:extLst>
                </p:cNvPr>
                <p:cNvSpPr/>
                <p:nvPr/>
              </p:nvSpPr>
              <p:spPr>
                <a:xfrm>
                  <a:off x="4945962" y="5607966"/>
                  <a:ext cx="2779898" cy="210383"/>
                </a:xfrm>
                <a:custGeom>
                  <a:avLst/>
                  <a:gdLst>
                    <a:gd name="connsiteX0" fmla="*/ 1182931 w 2779898"/>
                    <a:gd name="connsiteY0" fmla="*/ 210384 h 210383"/>
                    <a:gd name="connsiteX1" fmla="*/ 1081236 w 2779898"/>
                    <a:gd name="connsiteY1" fmla="*/ 203601 h 210383"/>
                    <a:gd name="connsiteX2" fmla="*/ 661244 w 2779898"/>
                    <a:gd name="connsiteY2" fmla="*/ 180372 h 210383"/>
                    <a:gd name="connsiteX3" fmla="*/ 630124 w 2779898"/>
                    <a:gd name="connsiteY3" fmla="*/ 180195 h 210383"/>
                    <a:gd name="connsiteX4" fmla="*/ 216073 w 2779898"/>
                    <a:gd name="connsiteY4" fmla="*/ 180195 h 210383"/>
                    <a:gd name="connsiteX5" fmla="*/ 15209 w 2779898"/>
                    <a:gd name="connsiteY5" fmla="*/ 180195 h 210383"/>
                    <a:gd name="connsiteX6" fmla="*/ 3 w 2779898"/>
                    <a:gd name="connsiteY6" fmla="*/ 164368 h 210383"/>
                    <a:gd name="connsiteX7" fmla="*/ 15519 w 2779898"/>
                    <a:gd name="connsiteY7" fmla="*/ 149163 h 210383"/>
                    <a:gd name="connsiteX8" fmla="*/ 15874 w 2779898"/>
                    <a:gd name="connsiteY8" fmla="*/ 149163 h 210383"/>
                    <a:gd name="connsiteX9" fmla="*/ 214521 w 2779898"/>
                    <a:gd name="connsiteY9" fmla="*/ 149163 h 210383"/>
                    <a:gd name="connsiteX10" fmla="*/ 630434 w 2779898"/>
                    <a:gd name="connsiteY10" fmla="*/ 149163 h 210383"/>
                    <a:gd name="connsiteX11" fmla="*/ 661288 w 2779898"/>
                    <a:gd name="connsiteY11" fmla="*/ 149340 h 210383"/>
                    <a:gd name="connsiteX12" fmla="*/ 1085935 w 2779898"/>
                    <a:gd name="connsiteY12" fmla="*/ 172924 h 210383"/>
                    <a:gd name="connsiteX13" fmla="*/ 1701071 w 2779898"/>
                    <a:gd name="connsiteY13" fmla="*/ 100975 h 210383"/>
                    <a:gd name="connsiteX14" fmla="*/ 2265404 w 2779898"/>
                    <a:gd name="connsiteY14" fmla="*/ 76992 h 210383"/>
                    <a:gd name="connsiteX15" fmla="*/ 2272586 w 2779898"/>
                    <a:gd name="connsiteY15" fmla="*/ 77834 h 210383"/>
                    <a:gd name="connsiteX16" fmla="*/ 2757434 w 2779898"/>
                    <a:gd name="connsiteY16" fmla="*/ 1629 h 210383"/>
                    <a:gd name="connsiteX17" fmla="*/ 2778269 w 2779898"/>
                    <a:gd name="connsiteY17" fmla="*/ 8589 h 210383"/>
                    <a:gd name="connsiteX18" fmla="*/ 2771309 w 2779898"/>
                    <a:gd name="connsiteY18" fmla="*/ 29425 h 210383"/>
                    <a:gd name="connsiteX19" fmla="*/ 2268995 w 2779898"/>
                    <a:gd name="connsiteY19" fmla="*/ 108689 h 210383"/>
                    <a:gd name="connsiteX20" fmla="*/ 2261858 w 2779898"/>
                    <a:gd name="connsiteY20" fmla="*/ 107846 h 210383"/>
                    <a:gd name="connsiteX21" fmla="*/ 1708785 w 2779898"/>
                    <a:gd name="connsiteY21" fmla="*/ 131076 h 210383"/>
                    <a:gd name="connsiteX22" fmla="*/ 1182931 w 2779898"/>
                    <a:gd name="connsiteY22" fmla="*/ 210384 h 210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779898" h="210383">
                      <a:moveTo>
                        <a:pt x="1182931" y="210384"/>
                      </a:moveTo>
                      <a:cubicBezTo>
                        <a:pt x="1145826" y="210384"/>
                        <a:pt x="1111514" y="208256"/>
                        <a:pt x="1081236" y="203601"/>
                      </a:cubicBezTo>
                      <a:cubicBezTo>
                        <a:pt x="936318" y="181258"/>
                        <a:pt x="750527" y="180638"/>
                        <a:pt x="661244" y="180372"/>
                      </a:cubicBezTo>
                      <a:cubicBezTo>
                        <a:pt x="648521" y="180327"/>
                        <a:pt x="638015" y="180283"/>
                        <a:pt x="630124" y="180195"/>
                      </a:cubicBezTo>
                      <a:cubicBezTo>
                        <a:pt x="571164" y="179485"/>
                        <a:pt x="275299" y="177224"/>
                        <a:pt x="216073" y="180195"/>
                      </a:cubicBezTo>
                      <a:cubicBezTo>
                        <a:pt x="156492" y="183164"/>
                        <a:pt x="20972" y="180327"/>
                        <a:pt x="15209" y="180195"/>
                      </a:cubicBezTo>
                      <a:cubicBezTo>
                        <a:pt x="6653" y="180017"/>
                        <a:pt x="-174" y="172924"/>
                        <a:pt x="3" y="164368"/>
                      </a:cubicBezTo>
                      <a:cubicBezTo>
                        <a:pt x="181" y="155901"/>
                        <a:pt x="7096" y="149163"/>
                        <a:pt x="15519" y="149163"/>
                      </a:cubicBezTo>
                      <a:cubicBezTo>
                        <a:pt x="15608" y="149163"/>
                        <a:pt x="15741" y="149163"/>
                        <a:pt x="15874" y="149163"/>
                      </a:cubicBezTo>
                      <a:cubicBezTo>
                        <a:pt x="17248" y="149207"/>
                        <a:pt x="156048" y="152088"/>
                        <a:pt x="214521" y="149163"/>
                      </a:cubicBezTo>
                      <a:cubicBezTo>
                        <a:pt x="274368" y="146193"/>
                        <a:pt x="562297" y="148320"/>
                        <a:pt x="630434" y="149163"/>
                      </a:cubicBezTo>
                      <a:cubicBezTo>
                        <a:pt x="638281" y="149251"/>
                        <a:pt x="648698" y="149296"/>
                        <a:pt x="661288" y="149340"/>
                      </a:cubicBezTo>
                      <a:cubicBezTo>
                        <a:pt x="751325" y="149650"/>
                        <a:pt x="938711" y="150227"/>
                        <a:pt x="1085935" y="172924"/>
                      </a:cubicBezTo>
                      <a:cubicBezTo>
                        <a:pt x="1187009" y="188484"/>
                        <a:pt x="1401704" y="177801"/>
                        <a:pt x="1701071" y="100975"/>
                      </a:cubicBezTo>
                      <a:cubicBezTo>
                        <a:pt x="1880745" y="54871"/>
                        <a:pt x="2163886" y="65200"/>
                        <a:pt x="2265404" y="76992"/>
                      </a:cubicBezTo>
                      <a:lnTo>
                        <a:pt x="2272586" y="77834"/>
                      </a:lnTo>
                      <a:cubicBezTo>
                        <a:pt x="2386339" y="91089"/>
                        <a:pt x="2542118" y="109265"/>
                        <a:pt x="2757434" y="1629"/>
                      </a:cubicBezTo>
                      <a:cubicBezTo>
                        <a:pt x="2765103" y="-2183"/>
                        <a:pt x="2774412" y="920"/>
                        <a:pt x="2778269" y="8589"/>
                      </a:cubicBezTo>
                      <a:cubicBezTo>
                        <a:pt x="2782082" y="16258"/>
                        <a:pt x="2778978" y="25568"/>
                        <a:pt x="2771309" y="29425"/>
                      </a:cubicBezTo>
                      <a:cubicBezTo>
                        <a:pt x="2547704" y="141228"/>
                        <a:pt x="2386605" y="122431"/>
                        <a:pt x="2268995" y="108689"/>
                      </a:cubicBezTo>
                      <a:lnTo>
                        <a:pt x="2261858" y="107846"/>
                      </a:lnTo>
                      <a:cubicBezTo>
                        <a:pt x="2162113" y="96276"/>
                        <a:pt x="1884291" y="86036"/>
                        <a:pt x="1708785" y="131076"/>
                      </a:cubicBezTo>
                      <a:cubicBezTo>
                        <a:pt x="1547553" y="172392"/>
                        <a:pt x="1340261" y="210339"/>
                        <a:pt x="1182931" y="210384"/>
                      </a:cubicBezTo>
                      <a:close/>
                    </a:path>
                  </a:pathLst>
                </a:custGeom>
                <a:solidFill>
                  <a:srgbClr val="D80707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95" name="Forme libre : forme 18494">
                  <a:extLst>
                    <a:ext uri="{FF2B5EF4-FFF2-40B4-BE49-F238E27FC236}">
                      <a16:creationId xmlns:a16="http://schemas.microsoft.com/office/drawing/2014/main" id="{DFEA28BC-E9DA-4225-B113-927D37748223}"/>
                    </a:ext>
                  </a:extLst>
                </p:cNvPr>
                <p:cNvSpPr/>
                <p:nvPr/>
              </p:nvSpPr>
              <p:spPr>
                <a:xfrm>
                  <a:off x="4425875" y="6126658"/>
                  <a:ext cx="419592" cy="62919"/>
                </a:xfrm>
                <a:custGeom>
                  <a:avLst/>
                  <a:gdLst>
                    <a:gd name="connsiteX0" fmla="*/ 0 w 419592"/>
                    <a:gd name="connsiteY0" fmla="*/ 62919 h 62919"/>
                    <a:gd name="connsiteX1" fmla="*/ 101695 w 419592"/>
                    <a:gd name="connsiteY1" fmla="*/ 28607 h 62919"/>
                    <a:gd name="connsiteX2" fmla="*/ 152986 w 419592"/>
                    <a:gd name="connsiteY2" fmla="*/ 12604 h 62919"/>
                    <a:gd name="connsiteX3" fmla="*/ 205962 w 419592"/>
                    <a:gd name="connsiteY3" fmla="*/ 2674 h 62919"/>
                    <a:gd name="connsiteX4" fmla="*/ 313464 w 419592"/>
                    <a:gd name="connsiteY4" fmla="*/ 2585 h 62919"/>
                    <a:gd name="connsiteX5" fmla="*/ 419593 w 419592"/>
                    <a:gd name="connsiteY5" fmla="*/ 18721 h 62919"/>
                    <a:gd name="connsiteX6" fmla="*/ 393038 w 419592"/>
                    <a:gd name="connsiteY6" fmla="*/ 14731 h 62919"/>
                    <a:gd name="connsiteX7" fmla="*/ 366440 w 419592"/>
                    <a:gd name="connsiteY7" fmla="*/ 11230 h 62919"/>
                    <a:gd name="connsiteX8" fmla="*/ 339797 w 419592"/>
                    <a:gd name="connsiteY8" fmla="*/ 8215 h 62919"/>
                    <a:gd name="connsiteX9" fmla="*/ 313110 w 419592"/>
                    <a:gd name="connsiteY9" fmla="*/ 5954 h 62919"/>
                    <a:gd name="connsiteX10" fmla="*/ 259646 w 419592"/>
                    <a:gd name="connsiteY10" fmla="*/ 4004 h 62919"/>
                    <a:gd name="connsiteX11" fmla="*/ 206361 w 419592"/>
                    <a:gd name="connsiteY11" fmla="*/ 7062 h 62919"/>
                    <a:gd name="connsiteX12" fmla="*/ 153917 w 419592"/>
                    <a:gd name="connsiteY12" fmla="*/ 16505 h 62919"/>
                    <a:gd name="connsiteX13" fmla="*/ 102626 w 419592"/>
                    <a:gd name="connsiteY13" fmla="*/ 31887 h 62919"/>
                    <a:gd name="connsiteX14" fmla="*/ 0 w 419592"/>
                    <a:gd name="connsiteY14" fmla="*/ 62919 h 62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9592" h="62919">
                      <a:moveTo>
                        <a:pt x="0" y="62919"/>
                      </a:moveTo>
                      <a:cubicBezTo>
                        <a:pt x="33780" y="51128"/>
                        <a:pt x="67738" y="39823"/>
                        <a:pt x="101695" y="28607"/>
                      </a:cubicBezTo>
                      <a:cubicBezTo>
                        <a:pt x="118674" y="23021"/>
                        <a:pt x="135608" y="17170"/>
                        <a:pt x="152986" y="12604"/>
                      </a:cubicBezTo>
                      <a:cubicBezTo>
                        <a:pt x="170364" y="7993"/>
                        <a:pt x="188096" y="4757"/>
                        <a:pt x="205962" y="2674"/>
                      </a:cubicBezTo>
                      <a:cubicBezTo>
                        <a:pt x="241737" y="-1139"/>
                        <a:pt x="277778" y="-607"/>
                        <a:pt x="313464" y="2585"/>
                      </a:cubicBezTo>
                      <a:cubicBezTo>
                        <a:pt x="349151" y="5776"/>
                        <a:pt x="384571" y="11407"/>
                        <a:pt x="419593" y="18721"/>
                      </a:cubicBezTo>
                      <a:lnTo>
                        <a:pt x="393038" y="14731"/>
                      </a:lnTo>
                      <a:cubicBezTo>
                        <a:pt x="384216" y="13269"/>
                        <a:pt x="375306" y="12426"/>
                        <a:pt x="366440" y="11230"/>
                      </a:cubicBezTo>
                      <a:cubicBezTo>
                        <a:pt x="357574" y="9944"/>
                        <a:pt x="348707" y="9146"/>
                        <a:pt x="339797" y="8215"/>
                      </a:cubicBezTo>
                      <a:cubicBezTo>
                        <a:pt x="330931" y="7195"/>
                        <a:pt x="322020" y="6575"/>
                        <a:pt x="313110" y="5954"/>
                      </a:cubicBezTo>
                      <a:cubicBezTo>
                        <a:pt x="295289" y="4668"/>
                        <a:pt x="277468" y="4048"/>
                        <a:pt x="259646" y="4004"/>
                      </a:cubicBezTo>
                      <a:cubicBezTo>
                        <a:pt x="241825" y="4269"/>
                        <a:pt x="224004" y="4890"/>
                        <a:pt x="206361" y="7062"/>
                      </a:cubicBezTo>
                      <a:cubicBezTo>
                        <a:pt x="188673" y="9013"/>
                        <a:pt x="171118" y="12072"/>
                        <a:pt x="153917" y="16505"/>
                      </a:cubicBezTo>
                      <a:cubicBezTo>
                        <a:pt x="136672" y="20849"/>
                        <a:pt x="119782" y="26789"/>
                        <a:pt x="102626" y="31887"/>
                      </a:cubicBezTo>
                      <a:cubicBezTo>
                        <a:pt x="68536" y="42394"/>
                        <a:pt x="34356" y="52900"/>
                        <a:pt x="0" y="629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96" name="Forme libre : forme 18495">
                  <a:extLst>
                    <a:ext uri="{FF2B5EF4-FFF2-40B4-BE49-F238E27FC236}">
                      <a16:creationId xmlns:a16="http://schemas.microsoft.com/office/drawing/2014/main" id="{9F4100B5-3093-48C2-9EFA-83E35236BF3C}"/>
                    </a:ext>
                  </a:extLst>
                </p:cNvPr>
                <p:cNvSpPr/>
                <p:nvPr/>
              </p:nvSpPr>
              <p:spPr>
                <a:xfrm>
                  <a:off x="5152149" y="6217107"/>
                  <a:ext cx="440295" cy="30231"/>
                </a:xfrm>
                <a:custGeom>
                  <a:avLst/>
                  <a:gdLst>
                    <a:gd name="connsiteX0" fmla="*/ 0 w 440295"/>
                    <a:gd name="connsiteY0" fmla="*/ 0 h 30231"/>
                    <a:gd name="connsiteX1" fmla="*/ 54660 w 440295"/>
                    <a:gd name="connsiteY1" fmla="*/ 9265 h 30231"/>
                    <a:gd name="connsiteX2" fmla="*/ 109586 w 440295"/>
                    <a:gd name="connsiteY2" fmla="*/ 16580 h 30231"/>
                    <a:gd name="connsiteX3" fmla="*/ 219970 w 440295"/>
                    <a:gd name="connsiteY3" fmla="*/ 25135 h 30231"/>
                    <a:gd name="connsiteX4" fmla="*/ 330620 w 440295"/>
                    <a:gd name="connsiteY4" fmla="*/ 23983 h 30231"/>
                    <a:gd name="connsiteX5" fmla="*/ 358194 w 440295"/>
                    <a:gd name="connsiteY5" fmla="*/ 21677 h 30231"/>
                    <a:gd name="connsiteX6" fmla="*/ 365110 w 440295"/>
                    <a:gd name="connsiteY6" fmla="*/ 21101 h 30231"/>
                    <a:gd name="connsiteX7" fmla="*/ 371981 w 440295"/>
                    <a:gd name="connsiteY7" fmla="*/ 20170 h 30231"/>
                    <a:gd name="connsiteX8" fmla="*/ 385679 w 440295"/>
                    <a:gd name="connsiteY8" fmla="*/ 18309 h 30231"/>
                    <a:gd name="connsiteX9" fmla="*/ 440295 w 440295"/>
                    <a:gd name="connsiteY9" fmla="*/ 8910 h 30231"/>
                    <a:gd name="connsiteX10" fmla="*/ 330886 w 440295"/>
                    <a:gd name="connsiteY10" fmla="*/ 27396 h 30231"/>
                    <a:gd name="connsiteX11" fmla="*/ 219837 w 440295"/>
                    <a:gd name="connsiteY11" fmla="*/ 29613 h 30231"/>
                    <a:gd name="connsiteX12" fmla="*/ 109187 w 440295"/>
                    <a:gd name="connsiteY12" fmla="*/ 19993 h 30231"/>
                    <a:gd name="connsiteX13" fmla="*/ 0 w 440295"/>
                    <a:gd name="connsiteY13" fmla="*/ 0 h 30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40295" h="30231">
                      <a:moveTo>
                        <a:pt x="0" y="0"/>
                      </a:moveTo>
                      <a:cubicBezTo>
                        <a:pt x="18176" y="3457"/>
                        <a:pt x="36351" y="6650"/>
                        <a:pt x="54660" y="9265"/>
                      </a:cubicBezTo>
                      <a:cubicBezTo>
                        <a:pt x="72924" y="12058"/>
                        <a:pt x="91233" y="14496"/>
                        <a:pt x="109586" y="16580"/>
                      </a:cubicBezTo>
                      <a:cubicBezTo>
                        <a:pt x="146292" y="20747"/>
                        <a:pt x="183087" y="23806"/>
                        <a:pt x="219970" y="25135"/>
                      </a:cubicBezTo>
                      <a:cubicBezTo>
                        <a:pt x="256854" y="26776"/>
                        <a:pt x="293781" y="26022"/>
                        <a:pt x="330620" y="23983"/>
                      </a:cubicBezTo>
                      <a:lnTo>
                        <a:pt x="358194" y="21677"/>
                      </a:lnTo>
                      <a:lnTo>
                        <a:pt x="365110" y="21101"/>
                      </a:lnTo>
                      <a:lnTo>
                        <a:pt x="371981" y="20170"/>
                      </a:lnTo>
                      <a:lnTo>
                        <a:pt x="385679" y="18309"/>
                      </a:lnTo>
                      <a:cubicBezTo>
                        <a:pt x="404077" y="16447"/>
                        <a:pt x="422075" y="12102"/>
                        <a:pt x="440295" y="8910"/>
                      </a:cubicBezTo>
                      <a:cubicBezTo>
                        <a:pt x="404476" y="18176"/>
                        <a:pt x="367814" y="24205"/>
                        <a:pt x="330886" y="27396"/>
                      </a:cubicBezTo>
                      <a:cubicBezTo>
                        <a:pt x="293959" y="30189"/>
                        <a:pt x="256854" y="30899"/>
                        <a:pt x="219837" y="29613"/>
                      </a:cubicBezTo>
                      <a:cubicBezTo>
                        <a:pt x="182821" y="27884"/>
                        <a:pt x="145893" y="24914"/>
                        <a:pt x="109187" y="19993"/>
                      </a:cubicBezTo>
                      <a:cubicBezTo>
                        <a:pt x="72481" y="14940"/>
                        <a:pt x="35952" y="873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97" name="Forme libre : forme 18496">
                  <a:extLst>
                    <a:ext uri="{FF2B5EF4-FFF2-40B4-BE49-F238E27FC236}">
                      <a16:creationId xmlns:a16="http://schemas.microsoft.com/office/drawing/2014/main" id="{DB53D958-117A-4D65-B2DE-22873A78044B}"/>
                    </a:ext>
                  </a:extLst>
                </p:cNvPr>
                <p:cNvSpPr/>
                <p:nvPr/>
              </p:nvSpPr>
              <p:spPr>
                <a:xfrm>
                  <a:off x="7205205" y="6006801"/>
                  <a:ext cx="163137" cy="87509"/>
                </a:xfrm>
                <a:custGeom>
                  <a:avLst/>
                  <a:gdLst>
                    <a:gd name="connsiteX0" fmla="*/ 163138 w 163137"/>
                    <a:gd name="connsiteY0" fmla="*/ 0 h 87509"/>
                    <a:gd name="connsiteX1" fmla="*/ 123949 w 163137"/>
                    <a:gd name="connsiteY1" fmla="*/ 24781 h 87509"/>
                    <a:gd name="connsiteX2" fmla="*/ 83741 w 163137"/>
                    <a:gd name="connsiteY2" fmla="*/ 47833 h 87509"/>
                    <a:gd name="connsiteX3" fmla="*/ 42513 w 163137"/>
                    <a:gd name="connsiteY3" fmla="*/ 69024 h 87509"/>
                    <a:gd name="connsiteX4" fmla="*/ 0 w 163137"/>
                    <a:gd name="connsiteY4" fmla="*/ 87509 h 87509"/>
                    <a:gd name="connsiteX5" fmla="*/ 20525 w 163137"/>
                    <a:gd name="connsiteY5" fmla="*/ 76782 h 87509"/>
                    <a:gd name="connsiteX6" fmla="*/ 40962 w 163137"/>
                    <a:gd name="connsiteY6" fmla="*/ 65964 h 87509"/>
                    <a:gd name="connsiteX7" fmla="*/ 81613 w 163137"/>
                    <a:gd name="connsiteY7" fmla="*/ 43932 h 87509"/>
                    <a:gd name="connsiteX8" fmla="*/ 122265 w 163137"/>
                    <a:gd name="connsiteY8" fmla="*/ 21855 h 87509"/>
                    <a:gd name="connsiteX9" fmla="*/ 142613 w 163137"/>
                    <a:gd name="connsiteY9" fmla="*/ 10861 h 87509"/>
                    <a:gd name="connsiteX10" fmla="*/ 163138 w 163137"/>
                    <a:gd name="connsiteY10" fmla="*/ 0 h 87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137" h="87509">
                      <a:moveTo>
                        <a:pt x="163138" y="0"/>
                      </a:moveTo>
                      <a:cubicBezTo>
                        <a:pt x="150371" y="8689"/>
                        <a:pt x="137204" y="16802"/>
                        <a:pt x="123949" y="24781"/>
                      </a:cubicBezTo>
                      <a:cubicBezTo>
                        <a:pt x="110739" y="32761"/>
                        <a:pt x="97306" y="40385"/>
                        <a:pt x="83741" y="47833"/>
                      </a:cubicBezTo>
                      <a:cubicBezTo>
                        <a:pt x="70132" y="55148"/>
                        <a:pt x="56478" y="62374"/>
                        <a:pt x="42513" y="69024"/>
                      </a:cubicBezTo>
                      <a:cubicBezTo>
                        <a:pt x="28549" y="75673"/>
                        <a:pt x="14496" y="82101"/>
                        <a:pt x="0" y="87509"/>
                      </a:cubicBezTo>
                      <a:cubicBezTo>
                        <a:pt x="6827" y="83874"/>
                        <a:pt x="13742" y="80505"/>
                        <a:pt x="20525" y="76782"/>
                      </a:cubicBezTo>
                      <a:cubicBezTo>
                        <a:pt x="27397" y="73279"/>
                        <a:pt x="34179" y="69644"/>
                        <a:pt x="40962" y="65964"/>
                      </a:cubicBezTo>
                      <a:lnTo>
                        <a:pt x="81613" y="43932"/>
                      </a:lnTo>
                      <a:lnTo>
                        <a:pt x="122265" y="21855"/>
                      </a:lnTo>
                      <a:lnTo>
                        <a:pt x="142613" y="10861"/>
                      </a:lnTo>
                      <a:lnTo>
                        <a:pt x="16313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98" name="Forme libre : forme 18497">
                  <a:extLst>
                    <a:ext uri="{FF2B5EF4-FFF2-40B4-BE49-F238E27FC236}">
                      <a16:creationId xmlns:a16="http://schemas.microsoft.com/office/drawing/2014/main" id="{7BD1B6BC-855A-4E46-BD23-D9CEE9911BC5}"/>
                    </a:ext>
                  </a:extLst>
                </p:cNvPr>
                <p:cNvSpPr/>
                <p:nvPr/>
              </p:nvSpPr>
              <p:spPr>
                <a:xfrm>
                  <a:off x="5348491" y="5863301"/>
                  <a:ext cx="89193" cy="199090"/>
                </a:xfrm>
                <a:custGeom>
                  <a:avLst/>
                  <a:gdLst>
                    <a:gd name="connsiteX0" fmla="*/ 0 w 89193"/>
                    <a:gd name="connsiteY0" fmla="*/ 0 h 199090"/>
                    <a:gd name="connsiteX1" fmla="*/ 20437 w 89193"/>
                    <a:gd name="connsiteY1" fmla="*/ 18796 h 199090"/>
                    <a:gd name="connsiteX2" fmla="*/ 28771 w 89193"/>
                    <a:gd name="connsiteY2" fmla="*/ 29968 h 199090"/>
                    <a:gd name="connsiteX3" fmla="*/ 36307 w 89193"/>
                    <a:gd name="connsiteY3" fmla="*/ 41716 h 199090"/>
                    <a:gd name="connsiteX4" fmla="*/ 60201 w 89193"/>
                    <a:gd name="connsiteY4" fmla="*/ 91987 h 199090"/>
                    <a:gd name="connsiteX5" fmla="*/ 69289 w 89193"/>
                    <a:gd name="connsiteY5" fmla="*/ 118275 h 199090"/>
                    <a:gd name="connsiteX6" fmla="*/ 77136 w 89193"/>
                    <a:gd name="connsiteY6" fmla="*/ 144918 h 199090"/>
                    <a:gd name="connsiteX7" fmla="*/ 83785 w 89193"/>
                    <a:gd name="connsiteY7" fmla="*/ 171871 h 199090"/>
                    <a:gd name="connsiteX8" fmla="*/ 89194 w 89193"/>
                    <a:gd name="connsiteY8" fmla="*/ 199091 h 199090"/>
                    <a:gd name="connsiteX9" fmla="*/ 73855 w 89193"/>
                    <a:gd name="connsiteY9" fmla="*/ 145893 h 199090"/>
                    <a:gd name="connsiteX10" fmla="*/ 65477 w 89193"/>
                    <a:gd name="connsiteY10" fmla="*/ 119560 h 199090"/>
                    <a:gd name="connsiteX11" fmla="*/ 56079 w 89193"/>
                    <a:gd name="connsiteY11" fmla="*/ 93627 h 199090"/>
                    <a:gd name="connsiteX12" fmla="*/ 33381 w 89193"/>
                    <a:gd name="connsiteY12" fmla="*/ 43489 h 199090"/>
                    <a:gd name="connsiteX13" fmla="*/ 26466 w 89193"/>
                    <a:gd name="connsiteY13" fmla="*/ 31608 h 199090"/>
                    <a:gd name="connsiteX14" fmla="*/ 18752 w 89193"/>
                    <a:gd name="connsiteY14" fmla="*/ 20215 h 199090"/>
                    <a:gd name="connsiteX15" fmla="*/ 0 w 89193"/>
                    <a:gd name="connsiteY15" fmla="*/ 0 h 199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9193" h="199090">
                      <a:moveTo>
                        <a:pt x="0" y="0"/>
                      </a:moveTo>
                      <a:cubicBezTo>
                        <a:pt x="7847" y="4965"/>
                        <a:pt x="14408" y="11703"/>
                        <a:pt x="20437" y="18796"/>
                      </a:cubicBezTo>
                      <a:cubicBezTo>
                        <a:pt x="23362" y="22432"/>
                        <a:pt x="26200" y="26111"/>
                        <a:pt x="28771" y="29968"/>
                      </a:cubicBezTo>
                      <a:cubicBezTo>
                        <a:pt x="31519" y="33736"/>
                        <a:pt x="33869" y="37726"/>
                        <a:pt x="36307" y="41716"/>
                      </a:cubicBezTo>
                      <a:cubicBezTo>
                        <a:pt x="45794" y="57719"/>
                        <a:pt x="53330" y="74742"/>
                        <a:pt x="60201" y="91987"/>
                      </a:cubicBezTo>
                      <a:cubicBezTo>
                        <a:pt x="63393" y="100675"/>
                        <a:pt x="66408" y="109453"/>
                        <a:pt x="69289" y="118275"/>
                      </a:cubicBezTo>
                      <a:cubicBezTo>
                        <a:pt x="71860" y="127186"/>
                        <a:pt x="74964" y="135919"/>
                        <a:pt x="77136" y="144918"/>
                      </a:cubicBezTo>
                      <a:cubicBezTo>
                        <a:pt x="79352" y="153917"/>
                        <a:pt x="81791" y="162828"/>
                        <a:pt x="83785" y="171871"/>
                      </a:cubicBezTo>
                      <a:cubicBezTo>
                        <a:pt x="85603" y="180959"/>
                        <a:pt x="87554" y="190002"/>
                        <a:pt x="89194" y="199091"/>
                      </a:cubicBezTo>
                      <a:cubicBezTo>
                        <a:pt x="84051" y="181314"/>
                        <a:pt x="79308" y="163493"/>
                        <a:pt x="73855" y="145893"/>
                      </a:cubicBezTo>
                      <a:cubicBezTo>
                        <a:pt x="71196" y="137072"/>
                        <a:pt x="68270" y="128338"/>
                        <a:pt x="65477" y="119560"/>
                      </a:cubicBezTo>
                      <a:cubicBezTo>
                        <a:pt x="62507" y="110872"/>
                        <a:pt x="59315" y="102227"/>
                        <a:pt x="56079" y="93627"/>
                      </a:cubicBezTo>
                      <a:cubicBezTo>
                        <a:pt x="49606" y="76427"/>
                        <a:pt x="42114" y="59625"/>
                        <a:pt x="33381" y="43489"/>
                      </a:cubicBezTo>
                      <a:cubicBezTo>
                        <a:pt x="31165" y="39455"/>
                        <a:pt x="28992" y="35420"/>
                        <a:pt x="26466" y="31608"/>
                      </a:cubicBezTo>
                      <a:cubicBezTo>
                        <a:pt x="24116" y="27662"/>
                        <a:pt x="21456" y="23939"/>
                        <a:pt x="18752" y="20215"/>
                      </a:cubicBezTo>
                      <a:cubicBezTo>
                        <a:pt x="13344" y="12679"/>
                        <a:pt x="7226" y="576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99" name="Forme libre : forme 18498">
                  <a:extLst>
                    <a:ext uri="{FF2B5EF4-FFF2-40B4-BE49-F238E27FC236}">
                      <a16:creationId xmlns:a16="http://schemas.microsoft.com/office/drawing/2014/main" id="{C18E7A66-5490-46B2-B15C-4C32525ADB08}"/>
                    </a:ext>
                  </a:extLst>
                </p:cNvPr>
                <p:cNvSpPr/>
                <p:nvPr/>
              </p:nvSpPr>
              <p:spPr>
                <a:xfrm>
                  <a:off x="4713095" y="5954420"/>
                  <a:ext cx="187918" cy="20905"/>
                </a:xfrm>
                <a:custGeom>
                  <a:avLst/>
                  <a:gdLst>
                    <a:gd name="connsiteX0" fmla="*/ 0 w 187918"/>
                    <a:gd name="connsiteY0" fmla="*/ 5434 h 20905"/>
                    <a:gd name="connsiteX1" fmla="*/ 47257 w 187918"/>
                    <a:gd name="connsiteY1" fmla="*/ 203 h 20905"/>
                    <a:gd name="connsiteX2" fmla="*/ 94868 w 187918"/>
                    <a:gd name="connsiteY2" fmla="*/ 1578 h 20905"/>
                    <a:gd name="connsiteX3" fmla="*/ 141992 w 187918"/>
                    <a:gd name="connsiteY3" fmla="*/ 8582 h 20905"/>
                    <a:gd name="connsiteX4" fmla="*/ 165177 w 187918"/>
                    <a:gd name="connsiteY4" fmla="*/ 13990 h 20905"/>
                    <a:gd name="connsiteX5" fmla="*/ 187919 w 187918"/>
                    <a:gd name="connsiteY5" fmla="*/ 20906 h 20905"/>
                    <a:gd name="connsiteX6" fmla="*/ 141371 w 187918"/>
                    <a:gd name="connsiteY6" fmla="*/ 11951 h 20905"/>
                    <a:gd name="connsiteX7" fmla="*/ 94469 w 187918"/>
                    <a:gd name="connsiteY7" fmla="*/ 6011 h 20905"/>
                    <a:gd name="connsiteX8" fmla="*/ 47257 w 187918"/>
                    <a:gd name="connsiteY8" fmla="*/ 3617 h 20905"/>
                    <a:gd name="connsiteX9" fmla="*/ 23584 w 187918"/>
                    <a:gd name="connsiteY9" fmla="*/ 3927 h 20905"/>
                    <a:gd name="connsiteX10" fmla="*/ 0 w 187918"/>
                    <a:gd name="connsiteY10" fmla="*/ 5434 h 20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7918" h="20905">
                      <a:moveTo>
                        <a:pt x="0" y="5434"/>
                      </a:moveTo>
                      <a:cubicBezTo>
                        <a:pt x="15516" y="2065"/>
                        <a:pt x="31431" y="779"/>
                        <a:pt x="47257" y="203"/>
                      </a:cubicBezTo>
                      <a:cubicBezTo>
                        <a:pt x="63127" y="-329"/>
                        <a:pt x="79042" y="203"/>
                        <a:pt x="94868" y="1578"/>
                      </a:cubicBezTo>
                      <a:cubicBezTo>
                        <a:pt x="110650" y="3173"/>
                        <a:pt x="126476" y="5124"/>
                        <a:pt x="141992" y="8582"/>
                      </a:cubicBezTo>
                      <a:cubicBezTo>
                        <a:pt x="149794" y="10044"/>
                        <a:pt x="157464" y="12128"/>
                        <a:pt x="165177" y="13990"/>
                      </a:cubicBezTo>
                      <a:cubicBezTo>
                        <a:pt x="172802" y="16118"/>
                        <a:pt x="180383" y="18467"/>
                        <a:pt x="187919" y="20906"/>
                      </a:cubicBezTo>
                      <a:cubicBezTo>
                        <a:pt x="172403" y="17714"/>
                        <a:pt x="156976" y="14345"/>
                        <a:pt x="141371" y="11951"/>
                      </a:cubicBezTo>
                      <a:cubicBezTo>
                        <a:pt x="125811" y="9336"/>
                        <a:pt x="110162" y="7518"/>
                        <a:pt x="94469" y="6011"/>
                      </a:cubicBezTo>
                      <a:cubicBezTo>
                        <a:pt x="78776" y="4547"/>
                        <a:pt x="63039" y="3883"/>
                        <a:pt x="47257" y="3617"/>
                      </a:cubicBezTo>
                      <a:cubicBezTo>
                        <a:pt x="39366" y="3439"/>
                        <a:pt x="31475" y="3617"/>
                        <a:pt x="23584" y="3927"/>
                      </a:cubicBezTo>
                      <a:cubicBezTo>
                        <a:pt x="15782" y="4149"/>
                        <a:pt x="7891" y="4636"/>
                        <a:pt x="0" y="5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00" name="Forme libre : forme 18499">
                  <a:extLst>
                    <a:ext uri="{FF2B5EF4-FFF2-40B4-BE49-F238E27FC236}">
                      <a16:creationId xmlns:a16="http://schemas.microsoft.com/office/drawing/2014/main" id="{6A1ACDCB-35F8-4A00-85B8-BEAEB1F2BAE6}"/>
                    </a:ext>
                  </a:extLst>
                </p:cNvPr>
                <p:cNvSpPr/>
                <p:nvPr/>
              </p:nvSpPr>
              <p:spPr>
                <a:xfrm>
                  <a:off x="5270335" y="5766346"/>
                  <a:ext cx="315503" cy="6298"/>
                </a:xfrm>
                <a:custGeom>
                  <a:avLst/>
                  <a:gdLst>
                    <a:gd name="connsiteX0" fmla="*/ 0 w 315503"/>
                    <a:gd name="connsiteY0" fmla="*/ 1112 h 6298"/>
                    <a:gd name="connsiteX1" fmla="*/ 78909 w 315503"/>
                    <a:gd name="connsiteY1" fmla="*/ 3 h 6298"/>
                    <a:gd name="connsiteX2" fmla="*/ 157818 w 315503"/>
                    <a:gd name="connsiteY2" fmla="*/ 624 h 6298"/>
                    <a:gd name="connsiteX3" fmla="*/ 236683 w 315503"/>
                    <a:gd name="connsiteY3" fmla="*/ 2486 h 6298"/>
                    <a:gd name="connsiteX4" fmla="*/ 315504 w 315503"/>
                    <a:gd name="connsiteY4" fmla="*/ 6299 h 6298"/>
                    <a:gd name="connsiteX5" fmla="*/ 236639 w 315503"/>
                    <a:gd name="connsiteY5" fmla="*/ 5899 h 6298"/>
                    <a:gd name="connsiteX6" fmla="*/ 157774 w 315503"/>
                    <a:gd name="connsiteY6" fmla="*/ 5057 h 6298"/>
                    <a:gd name="connsiteX7" fmla="*/ 78909 w 315503"/>
                    <a:gd name="connsiteY7" fmla="*/ 3417 h 6298"/>
                    <a:gd name="connsiteX8" fmla="*/ 0 w 315503"/>
                    <a:gd name="connsiteY8" fmla="*/ 1112 h 6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5503" h="6298">
                      <a:moveTo>
                        <a:pt x="0" y="1112"/>
                      </a:moveTo>
                      <a:cubicBezTo>
                        <a:pt x="26288" y="3"/>
                        <a:pt x="52621" y="92"/>
                        <a:pt x="78909" y="3"/>
                      </a:cubicBezTo>
                      <a:cubicBezTo>
                        <a:pt x="105197" y="-41"/>
                        <a:pt x="131486" y="358"/>
                        <a:pt x="157818" y="624"/>
                      </a:cubicBezTo>
                      <a:cubicBezTo>
                        <a:pt x="184106" y="1200"/>
                        <a:pt x="210395" y="1644"/>
                        <a:pt x="236683" y="2486"/>
                      </a:cubicBezTo>
                      <a:cubicBezTo>
                        <a:pt x="262971" y="3417"/>
                        <a:pt x="289260" y="4259"/>
                        <a:pt x="315504" y="6299"/>
                      </a:cubicBezTo>
                      <a:lnTo>
                        <a:pt x="236639" y="5899"/>
                      </a:lnTo>
                      <a:lnTo>
                        <a:pt x="157774" y="5057"/>
                      </a:lnTo>
                      <a:lnTo>
                        <a:pt x="78909" y="3417"/>
                      </a:lnTo>
                      <a:lnTo>
                        <a:pt x="0" y="11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01" name="Forme libre : forme 18500">
                  <a:extLst>
                    <a:ext uri="{FF2B5EF4-FFF2-40B4-BE49-F238E27FC236}">
                      <a16:creationId xmlns:a16="http://schemas.microsoft.com/office/drawing/2014/main" id="{3940559C-2A61-4635-8439-E07568790FF0}"/>
                    </a:ext>
                  </a:extLst>
                </p:cNvPr>
                <p:cNvSpPr/>
                <p:nvPr/>
              </p:nvSpPr>
              <p:spPr>
                <a:xfrm>
                  <a:off x="5951037" y="5861839"/>
                  <a:ext cx="79894" cy="256498"/>
                </a:xfrm>
                <a:custGeom>
                  <a:avLst/>
                  <a:gdLst>
                    <a:gd name="connsiteX0" fmla="*/ 78510 w 79894"/>
                    <a:gd name="connsiteY0" fmla="*/ 0 h 256498"/>
                    <a:gd name="connsiteX1" fmla="*/ 79884 w 79894"/>
                    <a:gd name="connsiteY1" fmla="*/ 34223 h 256498"/>
                    <a:gd name="connsiteX2" fmla="*/ 77313 w 79894"/>
                    <a:gd name="connsiteY2" fmla="*/ 68402 h 256498"/>
                    <a:gd name="connsiteX3" fmla="*/ 63083 w 79894"/>
                    <a:gd name="connsiteY3" fmla="*/ 135520 h 256498"/>
                    <a:gd name="connsiteX4" fmla="*/ 37061 w 79894"/>
                    <a:gd name="connsiteY4" fmla="*/ 198957 h 256498"/>
                    <a:gd name="connsiteX5" fmla="*/ 33071 w 79894"/>
                    <a:gd name="connsiteY5" fmla="*/ 206538 h 256498"/>
                    <a:gd name="connsiteX6" fmla="*/ 28859 w 79894"/>
                    <a:gd name="connsiteY6" fmla="*/ 213986 h 256498"/>
                    <a:gd name="connsiteX7" fmla="*/ 19905 w 79894"/>
                    <a:gd name="connsiteY7" fmla="*/ 228615 h 256498"/>
                    <a:gd name="connsiteX8" fmla="*/ 10152 w 79894"/>
                    <a:gd name="connsiteY8" fmla="*/ 242712 h 256498"/>
                    <a:gd name="connsiteX9" fmla="*/ 0 w 79894"/>
                    <a:gd name="connsiteY9" fmla="*/ 256499 h 256498"/>
                    <a:gd name="connsiteX10" fmla="*/ 34002 w 79894"/>
                    <a:gd name="connsiteY10" fmla="*/ 197405 h 256498"/>
                    <a:gd name="connsiteX11" fmla="*/ 37681 w 79894"/>
                    <a:gd name="connsiteY11" fmla="*/ 189736 h 256498"/>
                    <a:gd name="connsiteX12" fmla="*/ 41228 w 79894"/>
                    <a:gd name="connsiteY12" fmla="*/ 182023 h 256498"/>
                    <a:gd name="connsiteX13" fmla="*/ 47789 w 79894"/>
                    <a:gd name="connsiteY13" fmla="*/ 166330 h 256498"/>
                    <a:gd name="connsiteX14" fmla="*/ 53596 w 79894"/>
                    <a:gd name="connsiteY14" fmla="*/ 150370 h 256498"/>
                    <a:gd name="connsiteX15" fmla="*/ 58872 w 79894"/>
                    <a:gd name="connsiteY15" fmla="*/ 134190 h 256498"/>
                    <a:gd name="connsiteX16" fmla="*/ 73988 w 79894"/>
                    <a:gd name="connsiteY16" fmla="*/ 67915 h 256498"/>
                    <a:gd name="connsiteX17" fmla="*/ 78510 w 79894"/>
                    <a:gd name="connsiteY17" fmla="*/ 0 h 256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9894" h="256498">
                      <a:moveTo>
                        <a:pt x="78510" y="0"/>
                      </a:moveTo>
                      <a:cubicBezTo>
                        <a:pt x="79884" y="11348"/>
                        <a:pt x="79929" y="22786"/>
                        <a:pt x="79884" y="34223"/>
                      </a:cubicBezTo>
                      <a:cubicBezTo>
                        <a:pt x="79486" y="45661"/>
                        <a:pt x="78687" y="57054"/>
                        <a:pt x="77313" y="68402"/>
                      </a:cubicBezTo>
                      <a:cubicBezTo>
                        <a:pt x="74609" y="91100"/>
                        <a:pt x="69777" y="113620"/>
                        <a:pt x="63083" y="135520"/>
                      </a:cubicBezTo>
                      <a:cubicBezTo>
                        <a:pt x="56123" y="157331"/>
                        <a:pt x="47878" y="178787"/>
                        <a:pt x="37061" y="198957"/>
                      </a:cubicBezTo>
                      <a:lnTo>
                        <a:pt x="33071" y="206538"/>
                      </a:lnTo>
                      <a:cubicBezTo>
                        <a:pt x="31785" y="209109"/>
                        <a:pt x="30411" y="211592"/>
                        <a:pt x="28859" y="213986"/>
                      </a:cubicBezTo>
                      <a:lnTo>
                        <a:pt x="19905" y="228615"/>
                      </a:lnTo>
                      <a:cubicBezTo>
                        <a:pt x="17023" y="233535"/>
                        <a:pt x="13477" y="238057"/>
                        <a:pt x="10152" y="242712"/>
                      </a:cubicBezTo>
                      <a:lnTo>
                        <a:pt x="0" y="256499"/>
                      </a:lnTo>
                      <a:cubicBezTo>
                        <a:pt x="12324" y="237303"/>
                        <a:pt x="24426" y="218064"/>
                        <a:pt x="34002" y="197405"/>
                      </a:cubicBezTo>
                      <a:lnTo>
                        <a:pt x="37681" y="189736"/>
                      </a:lnTo>
                      <a:cubicBezTo>
                        <a:pt x="38967" y="187210"/>
                        <a:pt x="40164" y="184638"/>
                        <a:pt x="41228" y="182023"/>
                      </a:cubicBezTo>
                      <a:lnTo>
                        <a:pt x="47789" y="166330"/>
                      </a:lnTo>
                      <a:cubicBezTo>
                        <a:pt x="50050" y="161143"/>
                        <a:pt x="51646" y="155690"/>
                        <a:pt x="53596" y="150370"/>
                      </a:cubicBezTo>
                      <a:cubicBezTo>
                        <a:pt x="55502" y="145051"/>
                        <a:pt x="57364" y="139687"/>
                        <a:pt x="58872" y="134190"/>
                      </a:cubicBezTo>
                      <a:cubicBezTo>
                        <a:pt x="65876" y="112600"/>
                        <a:pt x="70575" y="90347"/>
                        <a:pt x="73988" y="67915"/>
                      </a:cubicBezTo>
                      <a:cubicBezTo>
                        <a:pt x="77313" y="45484"/>
                        <a:pt x="79175" y="22786"/>
                        <a:pt x="785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02" name="Forme libre : forme 18501">
                  <a:extLst>
                    <a:ext uri="{FF2B5EF4-FFF2-40B4-BE49-F238E27FC236}">
                      <a16:creationId xmlns:a16="http://schemas.microsoft.com/office/drawing/2014/main" id="{1A2C7B62-53B1-4448-9AFC-98CAFCBACBD7}"/>
                    </a:ext>
                  </a:extLst>
                </p:cNvPr>
                <p:cNvSpPr/>
                <p:nvPr/>
              </p:nvSpPr>
              <p:spPr>
                <a:xfrm>
                  <a:off x="6151147" y="6073386"/>
                  <a:ext cx="135608" cy="70752"/>
                </a:xfrm>
                <a:custGeom>
                  <a:avLst/>
                  <a:gdLst>
                    <a:gd name="connsiteX0" fmla="*/ 0 w 135608"/>
                    <a:gd name="connsiteY0" fmla="*/ 0 h 70752"/>
                    <a:gd name="connsiteX1" fmla="*/ 38302 w 135608"/>
                    <a:gd name="connsiteY1" fmla="*/ 7714 h 70752"/>
                    <a:gd name="connsiteX2" fmla="*/ 74653 w 135608"/>
                    <a:gd name="connsiteY2" fmla="*/ 22343 h 70752"/>
                    <a:gd name="connsiteX3" fmla="*/ 91765 w 135608"/>
                    <a:gd name="connsiteY3" fmla="*/ 31962 h 70752"/>
                    <a:gd name="connsiteX4" fmla="*/ 99878 w 135608"/>
                    <a:gd name="connsiteY4" fmla="*/ 37459 h 70752"/>
                    <a:gd name="connsiteX5" fmla="*/ 103912 w 135608"/>
                    <a:gd name="connsiteY5" fmla="*/ 40252 h 70752"/>
                    <a:gd name="connsiteX6" fmla="*/ 107724 w 135608"/>
                    <a:gd name="connsiteY6" fmla="*/ 43356 h 70752"/>
                    <a:gd name="connsiteX7" fmla="*/ 135609 w 135608"/>
                    <a:gd name="connsiteY7" fmla="*/ 70752 h 70752"/>
                    <a:gd name="connsiteX8" fmla="*/ 121023 w 135608"/>
                    <a:gd name="connsiteY8" fmla="*/ 57896 h 70752"/>
                    <a:gd name="connsiteX9" fmla="*/ 113532 w 135608"/>
                    <a:gd name="connsiteY9" fmla="*/ 51734 h 70752"/>
                    <a:gd name="connsiteX10" fmla="*/ 105685 w 135608"/>
                    <a:gd name="connsiteY10" fmla="*/ 46104 h 70752"/>
                    <a:gd name="connsiteX11" fmla="*/ 72614 w 135608"/>
                    <a:gd name="connsiteY11" fmla="*/ 26288 h 70752"/>
                    <a:gd name="connsiteX12" fmla="*/ 37194 w 135608"/>
                    <a:gd name="connsiteY12" fmla="*/ 10950 h 70752"/>
                    <a:gd name="connsiteX13" fmla="*/ 28062 w 135608"/>
                    <a:gd name="connsiteY13" fmla="*/ 7758 h 70752"/>
                    <a:gd name="connsiteX14" fmla="*/ 18796 w 135608"/>
                    <a:gd name="connsiteY14" fmla="*/ 4921 h 70752"/>
                    <a:gd name="connsiteX15" fmla="*/ 0 w 135608"/>
                    <a:gd name="connsiteY15" fmla="*/ 0 h 70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35608" h="70752">
                      <a:moveTo>
                        <a:pt x="0" y="0"/>
                      </a:moveTo>
                      <a:cubicBezTo>
                        <a:pt x="12989" y="1108"/>
                        <a:pt x="25801" y="3990"/>
                        <a:pt x="38302" y="7714"/>
                      </a:cubicBezTo>
                      <a:cubicBezTo>
                        <a:pt x="50847" y="11437"/>
                        <a:pt x="62950" y="16447"/>
                        <a:pt x="74653" y="22343"/>
                      </a:cubicBezTo>
                      <a:cubicBezTo>
                        <a:pt x="80549" y="25224"/>
                        <a:pt x="86135" y="28638"/>
                        <a:pt x="91765" y="31962"/>
                      </a:cubicBezTo>
                      <a:cubicBezTo>
                        <a:pt x="94514" y="33736"/>
                        <a:pt x="97173" y="35642"/>
                        <a:pt x="99878" y="37459"/>
                      </a:cubicBezTo>
                      <a:lnTo>
                        <a:pt x="103912" y="40252"/>
                      </a:lnTo>
                      <a:lnTo>
                        <a:pt x="107724" y="43356"/>
                      </a:lnTo>
                      <a:cubicBezTo>
                        <a:pt x="118186" y="51246"/>
                        <a:pt x="127274" y="60778"/>
                        <a:pt x="135609" y="70752"/>
                      </a:cubicBezTo>
                      <a:cubicBezTo>
                        <a:pt x="130599" y="66541"/>
                        <a:pt x="126254" y="61753"/>
                        <a:pt x="121023" y="57896"/>
                      </a:cubicBezTo>
                      <a:lnTo>
                        <a:pt x="113532" y="51734"/>
                      </a:lnTo>
                      <a:lnTo>
                        <a:pt x="105685" y="46104"/>
                      </a:lnTo>
                      <a:cubicBezTo>
                        <a:pt x="95134" y="38745"/>
                        <a:pt x="84140" y="31962"/>
                        <a:pt x="72614" y="26288"/>
                      </a:cubicBezTo>
                      <a:cubicBezTo>
                        <a:pt x="61177" y="20437"/>
                        <a:pt x="49296" y="15383"/>
                        <a:pt x="37194" y="10950"/>
                      </a:cubicBezTo>
                      <a:lnTo>
                        <a:pt x="28062" y="7758"/>
                      </a:lnTo>
                      <a:lnTo>
                        <a:pt x="18796" y="4921"/>
                      </a:lnTo>
                      <a:cubicBezTo>
                        <a:pt x="12634" y="3014"/>
                        <a:pt x="6339" y="141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03" name="Forme libre : forme 18502">
                  <a:extLst>
                    <a:ext uri="{FF2B5EF4-FFF2-40B4-BE49-F238E27FC236}">
                      <a16:creationId xmlns:a16="http://schemas.microsoft.com/office/drawing/2014/main" id="{E32B2E5E-0390-456C-8019-A700AF0DD241}"/>
                    </a:ext>
                  </a:extLst>
                </p:cNvPr>
                <p:cNvSpPr/>
                <p:nvPr/>
              </p:nvSpPr>
              <p:spPr>
                <a:xfrm>
                  <a:off x="6258783" y="5929471"/>
                  <a:ext cx="183751" cy="13448"/>
                </a:xfrm>
                <a:custGeom>
                  <a:avLst/>
                  <a:gdLst>
                    <a:gd name="connsiteX0" fmla="*/ 0 w 183751"/>
                    <a:gd name="connsiteY0" fmla="*/ 13448 h 13448"/>
                    <a:gd name="connsiteX1" fmla="*/ 45439 w 183751"/>
                    <a:gd name="connsiteY1" fmla="*/ 4272 h 13448"/>
                    <a:gd name="connsiteX2" fmla="*/ 91677 w 183751"/>
                    <a:gd name="connsiteY2" fmla="*/ 238 h 13448"/>
                    <a:gd name="connsiteX3" fmla="*/ 138091 w 183751"/>
                    <a:gd name="connsiteY3" fmla="*/ 1524 h 13448"/>
                    <a:gd name="connsiteX4" fmla="*/ 183752 w 183751"/>
                    <a:gd name="connsiteY4" fmla="*/ 9503 h 13448"/>
                    <a:gd name="connsiteX5" fmla="*/ 160788 w 183751"/>
                    <a:gd name="connsiteY5" fmla="*/ 6710 h 13448"/>
                    <a:gd name="connsiteX6" fmla="*/ 149307 w 183751"/>
                    <a:gd name="connsiteY6" fmla="*/ 5602 h 13448"/>
                    <a:gd name="connsiteX7" fmla="*/ 137825 w 183751"/>
                    <a:gd name="connsiteY7" fmla="*/ 4937 h 13448"/>
                    <a:gd name="connsiteX8" fmla="*/ 91765 w 183751"/>
                    <a:gd name="connsiteY8" fmla="*/ 4671 h 13448"/>
                    <a:gd name="connsiteX9" fmla="*/ 45794 w 183751"/>
                    <a:gd name="connsiteY9" fmla="*/ 7686 h 13448"/>
                    <a:gd name="connsiteX10" fmla="*/ 22875 w 183751"/>
                    <a:gd name="connsiteY10" fmla="*/ 10301 h 13448"/>
                    <a:gd name="connsiteX11" fmla="*/ 0 w 183751"/>
                    <a:gd name="connsiteY11" fmla="*/ 13448 h 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3751" h="13448">
                      <a:moveTo>
                        <a:pt x="0" y="13448"/>
                      </a:moveTo>
                      <a:cubicBezTo>
                        <a:pt x="14895" y="9281"/>
                        <a:pt x="30145" y="6489"/>
                        <a:pt x="45439" y="4272"/>
                      </a:cubicBezTo>
                      <a:cubicBezTo>
                        <a:pt x="60733" y="2056"/>
                        <a:pt x="76205" y="814"/>
                        <a:pt x="91677" y="238"/>
                      </a:cubicBezTo>
                      <a:cubicBezTo>
                        <a:pt x="107148" y="-339"/>
                        <a:pt x="122664" y="149"/>
                        <a:pt x="138091" y="1524"/>
                      </a:cubicBezTo>
                      <a:cubicBezTo>
                        <a:pt x="153518" y="2853"/>
                        <a:pt x="168812" y="5646"/>
                        <a:pt x="183752" y="9503"/>
                      </a:cubicBezTo>
                      <a:cubicBezTo>
                        <a:pt x="176038" y="8705"/>
                        <a:pt x="168502" y="7154"/>
                        <a:pt x="160788" y="6710"/>
                      </a:cubicBezTo>
                      <a:cubicBezTo>
                        <a:pt x="156976" y="6355"/>
                        <a:pt x="153164" y="5824"/>
                        <a:pt x="149307" y="5602"/>
                      </a:cubicBezTo>
                      <a:lnTo>
                        <a:pt x="137825" y="4937"/>
                      </a:lnTo>
                      <a:cubicBezTo>
                        <a:pt x="122486" y="4361"/>
                        <a:pt x="107148" y="4006"/>
                        <a:pt x="91765" y="4671"/>
                      </a:cubicBezTo>
                      <a:cubicBezTo>
                        <a:pt x="76427" y="5158"/>
                        <a:pt x="61088" y="6267"/>
                        <a:pt x="45794" y="7686"/>
                      </a:cubicBezTo>
                      <a:cubicBezTo>
                        <a:pt x="38125" y="8439"/>
                        <a:pt x="30500" y="9281"/>
                        <a:pt x="22875" y="10301"/>
                      </a:cubicBezTo>
                      <a:cubicBezTo>
                        <a:pt x="15250" y="11099"/>
                        <a:pt x="7625" y="12252"/>
                        <a:pt x="0" y="134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04" name="Forme libre : forme 18503">
                  <a:extLst>
                    <a:ext uri="{FF2B5EF4-FFF2-40B4-BE49-F238E27FC236}">
                      <a16:creationId xmlns:a16="http://schemas.microsoft.com/office/drawing/2014/main" id="{1A39EAE2-01EF-45A1-8E23-763312058119}"/>
                    </a:ext>
                  </a:extLst>
                </p:cNvPr>
                <p:cNvSpPr/>
                <p:nvPr/>
              </p:nvSpPr>
              <p:spPr>
                <a:xfrm>
                  <a:off x="6088774" y="5833821"/>
                  <a:ext cx="150414" cy="147444"/>
                </a:xfrm>
                <a:custGeom>
                  <a:avLst/>
                  <a:gdLst>
                    <a:gd name="connsiteX0" fmla="*/ 0 w 150414"/>
                    <a:gd name="connsiteY0" fmla="*/ 0 h 147444"/>
                    <a:gd name="connsiteX1" fmla="*/ 47745 w 150414"/>
                    <a:gd name="connsiteY1" fmla="*/ 25180 h 147444"/>
                    <a:gd name="connsiteX2" fmla="*/ 90480 w 150414"/>
                    <a:gd name="connsiteY2" fmla="*/ 58428 h 147444"/>
                    <a:gd name="connsiteX3" fmla="*/ 100188 w 150414"/>
                    <a:gd name="connsiteY3" fmla="*/ 67915 h 147444"/>
                    <a:gd name="connsiteX4" fmla="*/ 109276 w 150414"/>
                    <a:gd name="connsiteY4" fmla="*/ 77979 h 147444"/>
                    <a:gd name="connsiteX5" fmla="*/ 117920 w 150414"/>
                    <a:gd name="connsiteY5" fmla="*/ 88441 h 147444"/>
                    <a:gd name="connsiteX6" fmla="*/ 125989 w 150414"/>
                    <a:gd name="connsiteY6" fmla="*/ 99346 h 147444"/>
                    <a:gd name="connsiteX7" fmla="*/ 150415 w 150414"/>
                    <a:gd name="connsiteY7" fmla="*/ 147445 h 147444"/>
                    <a:gd name="connsiteX8" fmla="*/ 144430 w 150414"/>
                    <a:gd name="connsiteY8" fmla="*/ 135387 h 147444"/>
                    <a:gd name="connsiteX9" fmla="*/ 141460 w 150414"/>
                    <a:gd name="connsiteY9" fmla="*/ 129402 h 147444"/>
                    <a:gd name="connsiteX10" fmla="*/ 137958 w 150414"/>
                    <a:gd name="connsiteY10" fmla="*/ 123683 h 147444"/>
                    <a:gd name="connsiteX11" fmla="*/ 131042 w 150414"/>
                    <a:gd name="connsiteY11" fmla="*/ 112246 h 147444"/>
                    <a:gd name="connsiteX12" fmla="*/ 123240 w 150414"/>
                    <a:gd name="connsiteY12" fmla="*/ 101341 h 147444"/>
                    <a:gd name="connsiteX13" fmla="*/ 87509 w 150414"/>
                    <a:gd name="connsiteY13" fmla="*/ 61665 h 147444"/>
                    <a:gd name="connsiteX14" fmla="*/ 45927 w 150414"/>
                    <a:gd name="connsiteY14" fmla="*/ 28017 h 147444"/>
                    <a:gd name="connsiteX15" fmla="*/ 23495 w 150414"/>
                    <a:gd name="connsiteY15" fmla="*/ 13344 h 147444"/>
                    <a:gd name="connsiteX16" fmla="*/ 0 w 150414"/>
                    <a:gd name="connsiteY16" fmla="*/ 0 h 147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0414" h="147444">
                      <a:moveTo>
                        <a:pt x="0" y="0"/>
                      </a:moveTo>
                      <a:cubicBezTo>
                        <a:pt x="16713" y="6650"/>
                        <a:pt x="32539" y="15427"/>
                        <a:pt x="47745" y="25180"/>
                      </a:cubicBezTo>
                      <a:cubicBezTo>
                        <a:pt x="62906" y="34977"/>
                        <a:pt x="77092" y="46237"/>
                        <a:pt x="90480" y="58428"/>
                      </a:cubicBezTo>
                      <a:lnTo>
                        <a:pt x="100188" y="67915"/>
                      </a:lnTo>
                      <a:lnTo>
                        <a:pt x="109276" y="77979"/>
                      </a:lnTo>
                      <a:cubicBezTo>
                        <a:pt x="112423" y="81259"/>
                        <a:pt x="115083" y="84894"/>
                        <a:pt x="117920" y="88441"/>
                      </a:cubicBezTo>
                      <a:cubicBezTo>
                        <a:pt x="120669" y="92031"/>
                        <a:pt x="123639" y="95445"/>
                        <a:pt x="125989" y="99346"/>
                      </a:cubicBezTo>
                      <a:cubicBezTo>
                        <a:pt x="136451" y="114108"/>
                        <a:pt x="144297" y="130599"/>
                        <a:pt x="150415" y="147445"/>
                      </a:cubicBezTo>
                      <a:cubicBezTo>
                        <a:pt x="148376" y="143411"/>
                        <a:pt x="146381" y="139421"/>
                        <a:pt x="144430" y="135387"/>
                      </a:cubicBezTo>
                      <a:cubicBezTo>
                        <a:pt x="143411" y="133392"/>
                        <a:pt x="142524" y="131353"/>
                        <a:pt x="141460" y="129402"/>
                      </a:cubicBezTo>
                      <a:lnTo>
                        <a:pt x="137958" y="123683"/>
                      </a:lnTo>
                      <a:cubicBezTo>
                        <a:pt x="135609" y="119871"/>
                        <a:pt x="133480" y="115926"/>
                        <a:pt x="131042" y="112246"/>
                      </a:cubicBezTo>
                      <a:lnTo>
                        <a:pt x="123240" y="101341"/>
                      </a:lnTo>
                      <a:cubicBezTo>
                        <a:pt x="112423" y="87199"/>
                        <a:pt x="100853" y="73545"/>
                        <a:pt x="87509" y="61665"/>
                      </a:cubicBezTo>
                      <a:cubicBezTo>
                        <a:pt x="74565" y="49385"/>
                        <a:pt x="60512" y="38302"/>
                        <a:pt x="45927" y="28017"/>
                      </a:cubicBezTo>
                      <a:cubicBezTo>
                        <a:pt x="38612" y="22875"/>
                        <a:pt x="31165" y="17954"/>
                        <a:pt x="23495" y="13344"/>
                      </a:cubicBezTo>
                      <a:cubicBezTo>
                        <a:pt x="15782" y="8467"/>
                        <a:pt x="7935" y="416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05" name="Forme libre : forme 18504">
                  <a:extLst>
                    <a:ext uri="{FF2B5EF4-FFF2-40B4-BE49-F238E27FC236}">
                      <a16:creationId xmlns:a16="http://schemas.microsoft.com/office/drawing/2014/main" id="{2D7649A8-D3F4-4E51-8645-F66C6C1380F8}"/>
                    </a:ext>
                  </a:extLst>
                </p:cNvPr>
                <p:cNvSpPr/>
                <p:nvPr/>
              </p:nvSpPr>
              <p:spPr>
                <a:xfrm>
                  <a:off x="5281906" y="5943851"/>
                  <a:ext cx="105153" cy="127805"/>
                </a:xfrm>
                <a:custGeom>
                  <a:avLst/>
                  <a:gdLst>
                    <a:gd name="connsiteX0" fmla="*/ 105153 w 105153"/>
                    <a:gd name="connsiteY0" fmla="*/ 127806 h 127805"/>
                    <a:gd name="connsiteX1" fmla="*/ 71861 w 105153"/>
                    <a:gd name="connsiteY1" fmla="*/ 102271 h 127805"/>
                    <a:gd name="connsiteX2" fmla="*/ 42514 w 105153"/>
                    <a:gd name="connsiteY2" fmla="*/ 72127 h 127805"/>
                    <a:gd name="connsiteX3" fmla="*/ 17954 w 105153"/>
                    <a:gd name="connsiteY3" fmla="*/ 37947 h 127805"/>
                    <a:gd name="connsiteX4" fmla="*/ 0 w 105153"/>
                    <a:gd name="connsiteY4" fmla="*/ 0 h 127805"/>
                    <a:gd name="connsiteX5" fmla="*/ 9930 w 105153"/>
                    <a:gd name="connsiteY5" fmla="*/ 18397 h 127805"/>
                    <a:gd name="connsiteX6" fmla="*/ 15161 w 105153"/>
                    <a:gd name="connsiteY6" fmla="*/ 27396 h 127805"/>
                    <a:gd name="connsiteX7" fmla="*/ 20880 w 105153"/>
                    <a:gd name="connsiteY7" fmla="*/ 36085 h 127805"/>
                    <a:gd name="connsiteX8" fmla="*/ 45971 w 105153"/>
                    <a:gd name="connsiteY8" fmla="*/ 69201 h 127805"/>
                    <a:gd name="connsiteX9" fmla="*/ 74254 w 105153"/>
                    <a:gd name="connsiteY9" fmla="*/ 99700 h 127805"/>
                    <a:gd name="connsiteX10" fmla="*/ 89460 w 105153"/>
                    <a:gd name="connsiteY10" fmla="*/ 113975 h 127805"/>
                    <a:gd name="connsiteX11" fmla="*/ 105153 w 105153"/>
                    <a:gd name="connsiteY11" fmla="*/ 127806 h 127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5153" h="127805">
                      <a:moveTo>
                        <a:pt x="105153" y="127806"/>
                      </a:moveTo>
                      <a:cubicBezTo>
                        <a:pt x="93317" y="120358"/>
                        <a:pt x="82323" y="111581"/>
                        <a:pt x="71861" y="102271"/>
                      </a:cubicBezTo>
                      <a:cubicBezTo>
                        <a:pt x="61354" y="92962"/>
                        <a:pt x="51646" y="82810"/>
                        <a:pt x="42514" y="72127"/>
                      </a:cubicBezTo>
                      <a:cubicBezTo>
                        <a:pt x="33381" y="61443"/>
                        <a:pt x="25180" y="50005"/>
                        <a:pt x="17954" y="37947"/>
                      </a:cubicBezTo>
                      <a:cubicBezTo>
                        <a:pt x="10551" y="25978"/>
                        <a:pt x="4743" y="13122"/>
                        <a:pt x="0" y="0"/>
                      </a:cubicBezTo>
                      <a:cubicBezTo>
                        <a:pt x="3458" y="6118"/>
                        <a:pt x="6118" y="12545"/>
                        <a:pt x="9930" y="18397"/>
                      </a:cubicBezTo>
                      <a:cubicBezTo>
                        <a:pt x="11703" y="21412"/>
                        <a:pt x="13344" y="24426"/>
                        <a:pt x="15161" y="27396"/>
                      </a:cubicBezTo>
                      <a:lnTo>
                        <a:pt x="20880" y="36085"/>
                      </a:lnTo>
                      <a:cubicBezTo>
                        <a:pt x="28682" y="47523"/>
                        <a:pt x="36883" y="58739"/>
                        <a:pt x="45971" y="69201"/>
                      </a:cubicBezTo>
                      <a:cubicBezTo>
                        <a:pt x="54882" y="79796"/>
                        <a:pt x="64413" y="89903"/>
                        <a:pt x="74254" y="99700"/>
                      </a:cubicBezTo>
                      <a:cubicBezTo>
                        <a:pt x="79220" y="104577"/>
                        <a:pt x="84229" y="109364"/>
                        <a:pt x="89460" y="113975"/>
                      </a:cubicBezTo>
                      <a:cubicBezTo>
                        <a:pt x="94425" y="118851"/>
                        <a:pt x="99789" y="123329"/>
                        <a:pt x="105153" y="1278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06" name="Forme libre : forme 18505">
                  <a:extLst>
                    <a:ext uri="{FF2B5EF4-FFF2-40B4-BE49-F238E27FC236}">
                      <a16:creationId xmlns:a16="http://schemas.microsoft.com/office/drawing/2014/main" id="{ABC223E6-DC53-4689-8389-9BFB1DCFD4C9}"/>
                    </a:ext>
                  </a:extLst>
                </p:cNvPr>
                <p:cNvSpPr/>
                <p:nvPr/>
              </p:nvSpPr>
              <p:spPr>
                <a:xfrm>
                  <a:off x="5212129" y="5801371"/>
                  <a:ext cx="122841" cy="122840"/>
                </a:xfrm>
                <a:custGeom>
                  <a:avLst/>
                  <a:gdLst>
                    <a:gd name="connsiteX0" fmla="*/ 122841 w 122841"/>
                    <a:gd name="connsiteY0" fmla="*/ 0 h 122840"/>
                    <a:gd name="connsiteX1" fmla="*/ 105907 w 122841"/>
                    <a:gd name="connsiteY1" fmla="*/ 13698 h 122840"/>
                    <a:gd name="connsiteX2" fmla="*/ 89549 w 122841"/>
                    <a:gd name="connsiteY2" fmla="*/ 28017 h 122840"/>
                    <a:gd name="connsiteX3" fmla="*/ 58251 w 122841"/>
                    <a:gd name="connsiteY3" fmla="*/ 58162 h 122840"/>
                    <a:gd name="connsiteX4" fmla="*/ 28549 w 122841"/>
                    <a:gd name="connsiteY4" fmla="*/ 89903 h 122840"/>
                    <a:gd name="connsiteX5" fmla="*/ 0 w 122841"/>
                    <a:gd name="connsiteY5" fmla="*/ 122841 h 122840"/>
                    <a:gd name="connsiteX6" fmla="*/ 12501 w 122841"/>
                    <a:gd name="connsiteY6" fmla="*/ 104931 h 122840"/>
                    <a:gd name="connsiteX7" fmla="*/ 25978 w 122841"/>
                    <a:gd name="connsiteY7" fmla="*/ 87687 h 122840"/>
                    <a:gd name="connsiteX8" fmla="*/ 55103 w 122841"/>
                    <a:gd name="connsiteY8" fmla="*/ 55059 h 122840"/>
                    <a:gd name="connsiteX9" fmla="*/ 87332 w 122841"/>
                    <a:gd name="connsiteY9" fmla="*/ 25446 h 122840"/>
                    <a:gd name="connsiteX10" fmla="*/ 122841 w 122841"/>
                    <a:gd name="connsiteY10" fmla="*/ 0 h 122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841" h="122840">
                      <a:moveTo>
                        <a:pt x="122841" y="0"/>
                      </a:moveTo>
                      <a:cubicBezTo>
                        <a:pt x="117034" y="4433"/>
                        <a:pt x="111359" y="8955"/>
                        <a:pt x="105907" y="13698"/>
                      </a:cubicBezTo>
                      <a:cubicBezTo>
                        <a:pt x="100321" y="18309"/>
                        <a:pt x="94868" y="23141"/>
                        <a:pt x="89549" y="28017"/>
                      </a:cubicBezTo>
                      <a:cubicBezTo>
                        <a:pt x="78865" y="37814"/>
                        <a:pt x="68403" y="47833"/>
                        <a:pt x="58251" y="58162"/>
                      </a:cubicBezTo>
                      <a:cubicBezTo>
                        <a:pt x="48143" y="68535"/>
                        <a:pt x="38213" y="79086"/>
                        <a:pt x="28549" y="89903"/>
                      </a:cubicBezTo>
                      <a:cubicBezTo>
                        <a:pt x="18796" y="100675"/>
                        <a:pt x="9531" y="111803"/>
                        <a:pt x="0" y="122841"/>
                      </a:cubicBezTo>
                      <a:cubicBezTo>
                        <a:pt x="4034" y="116812"/>
                        <a:pt x="8246" y="110827"/>
                        <a:pt x="12501" y="104931"/>
                      </a:cubicBezTo>
                      <a:cubicBezTo>
                        <a:pt x="16979" y="99213"/>
                        <a:pt x="21279" y="93272"/>
                        <a:pt x="25978" y="87687"/>
                      </a:cubicBezTo>
                      <a:cubicBezTo>
                        <a:pt x="35066" y="76293"/>
                        <a:pt x="44996" y="65565"/>
                        <a:pt x="55103" y="55059"/>
                      </a:cubicBezTo>
                      <a:cubicBezTo>
                        <a:pt x="65433" y="44730"/>
                        <a:pt x="76028" y="34711"/>
                        <a:pt x="87332" y="25446"/>
                      </a:cubicBezTo>
                      <a:cubicBezTo>
                        <a:pt x="98548" y="16225"/>
                        <a:pt x="110207" y="7315"/>
                        <a:pt x="1228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07" name="Forme libre : forme 18506">
                  <a:extLst>
                    <a:ext uri="{FF2B5EF4-FFF2-40B4-BE49-F238E27FC236}">
                      <a16:creationId xmlns:a16="http://schemas.microsoft.com/office/drawing/2014/main" id="{2925B573-0BA7-4D8E-A6CC-6078B39F677F}"/>
                    </a:ext>
                  </a:extLst>
                </p:cNvPr>
                <p:cNvSpPr/>
                <p:nvPr/>
              </p:nvSpPr>
              <p:spPr>
                <a:xfrm>
                  <a:off x="6156556" y="5738510"/>
                  <a:ext cx="433379" cy="63836"/>
                </a:xfrm>
                <a:custGeom>
                  <a:avLst/>
                  <a:gdLst>
                    <a:gd name="connsiteX0" fmla="*/ 0 w 433379"/>
                    <a:gd name="connsiteY0" fmla="*/ 63837 h 63836"/>
                    <a:gd name="connsiteX1" fmla="*/ 54571 w 433379"/>
                    <a:gd name="connsiteY1" fmla="*/ 58517 h 63836"/>
                    <a:gd name="connsiteX2" fmla="*/ 109099 w 433379"/>
                    <a:gd name="connsiteY2" fmla="*/ 52710 h 63836"/>
                    <a:gd name="connsiteX3" fmla="*/ 217842 w 433379"/>
                    <a:gd name="connsiteY3" fmla="*/ 39145 h 63836"/>
                    <a:gd name="connsiteX4" fmla="*/ 326098 w 433379"/>
                    <a:gd name="connsiteY4" fmla="*/ 22254 h 63836"/>
                    <a:gd name="connsiteX5" fmla="*/ 379872 w 433379"/>
                    <a:gd name="connsiteY5" fmla="*/ 11837 h 63836"/>
                    <a:gd name="connsiteX6" fmla="*/ 433379 w 433379"/>
                    <a:gd name="connsiteY6" fmla="*/ 0 h 63836"/>
                    <a:gd name="connsiteX7" fmla="*/ 326675 w 433379"/>
                    <a:gd name="connsiteY7" fmla="*/ 25623 h 63836"/>
                    <a:gd name="connsiteX8" fmla="*/ 218374 w 433379"/>
                    <a:gd name="connsiteY8" fmla="*/ 43578 h 63836"/>
                    <a:gd name="connsiteX9" fmla="*/ 109365 w 433379"/>
                    <a:gd name="connsiteY9" fmla="*/ 56123 h 63836"/>
                    <a:gd name="connsiteX10" fmla="*/ 0 w 433379"/>
                    <a:gd name="connsiteY10" fmla="*/ 63837 h 6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3379" h="63836">
                      <a:moveTo>
                        <a:pt x="0" y="63837"/>
                      </a:moveTo>
                      <a:cubicBezTo>
                        <a:pt x="18220" y="62152"/>
                        <a:pt x="36396" y="60468"/>
                        <a:pt x="54571" y="58517"/>
                      </a:cubicBezTo>
                      <a:cubicBezTo>
                        <a:pt x="72747" y="56699"/>
                        <a:pt x="90923" y="54793"/>
                        <a:pt x="109099" y="52710"/>
                      </a:cubicBezTo>
                      <a:cubicBezTo>
                        <a:pt x="145406" y="48587"/>
                        <a:pt x="181668" y="44242"/>
                        <a:pt x="217842" y="39145"/>
                      </a:cubicBezTo>
                      <a:cubicBezTo>
                        <a:pt x="254061" y="34223"/>
                        <a:pt x="290102" y="28505"/>
                        <a:pt x="326098" y="22254"/>
                      </a:cubicBezTo>
                      <a:cubicBezTo>
                        <a:pt x="344053" y="18885"/>
                        <a:pt x="362051" y="15782"/>
                        <a:pt x="379872" y="11837"/>
                      </a:cubicBezTo>
                      <a:cubicBezTo>
                        <a:pt x="397826" y="8423"/>
                        <a:pt x="415559" y="3946"/>
                        <a:pt x="433379" y="0"/>
                      </a:cubicBezTo>
                      <a:cubicBezTo>
                        <a:pt x="398269" y="10241"/>
                        <a:pt x="362583" y="18397"/>
                        <a:pt x="326675" y="25623"/>
                      </a:cubicBezTo>
                      <a:cubicBezTo>
                        <a:pt x="290767" y="32583"/>
                        <a:pt x="254593" y="38302"/>
                        <a:pt x="218374" y="43578"/>
                      </a:cubicBezTo>
                      <a:cubicBezTo>
                        <a:pt x="182112" y="48321"/>
                        <a:pt x="145760" y="52710"/>
                        <a:pt x="109365" y="56123"/>
                      </a:cubicBezTo>
                      <a:cubicBezTo>
                        <a:pt x="73013" y="59448"/>
                        <a:pt x="36573" y="62330"/>
                        <a:pt x="0" y="638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08" name="Forme libre : forme 18507">
                  <a:extLst>
                    <a:ext uri="{FF2B5EF4-FFF2-40B4-BE49-F238E27FC236}">
                      <a16:creationId xmlns:a16="http://schemas.microsoft.com/office/drawing/2014/main" id="{1093879F-A701-4900-BCD9-B75F2B34E7C3}"/>
                    </a:ext>
                  </a:extLst>
                </p:cNvPr>
                <p:cNvSpPr/>
                <p:nvPr/>
              </p:nvSpPr>
              <p:spPr>
                <a:xfrm>
                  <a:off x="6805206" y="5786653"/>
                  <a:ext cx="156266" cy="227019"/>
                </a:xfrm>
                <a:custGeom>
                  <a:avLst/>
                  <a:gdLst>
                    <a:gd name="connsiteX0" fmla="*/ 0 w 156266"/>
                    <a:gd name="connsiteY0" fmla="*/ 0 h 227019"/>
                    <a:gd name="connsiteX1" fmla="*/ 21279 w 156266"/>
                    <a:gd name="connsiteY1" fmla="*/ 67250 h 227019"/>
                    <a:gd name="connsiteX2" fmla="*/ 56034 w 156266"/>
                    <a:gd name="connsiteY2" fmla="*/ 128427 h 227019"/>
                    <a:gd name="connsiteX3" fmla="*/ 66541 w 156266"/>
                    <a:gd name="connsiteY3" fmla="*/ 142569 h 227019"/>
                    <a:gd name="connsiteX4" fmla="*/ 71905 w 156266"/>
                    <a:gd name="connsiteY4" fmla="*/ 149573 h 227019"/>
                    <a:gd name="connsiteX5" fmla="*/ 77668 w 156266"/>
                    <a:gd name="connsiteY5" fmla="*/ 156222 h 227019"/>
                    <a:gd name="connsiteX6" fmla="*/ 89371 w 156266"/>
                    <a:gd name="connsiteY6" fmla="*/ 169433 h 227019"/>
                    <a:gd name="connsiteX7" fmla="*/ 101873 w 156266"/>
                    <a:gd name="connsiteY7" fmla="*/ 181846 h 227019"/>
                    <a:gd name="connsiteX8" fmla="*/ 128161 w 156266"/>
                    <a:gd name="connsiteY8" fmla="*/ 205430 h 227019"/>
                    <a:gd name="connsiteX9" fmla="*/ 156267 w 156266"/>
                    <a:gd name="connsiteY9" fmla="*/ 227019 h 227019"/>
                    <a:gd name="connsiteX10" fmla="*/ 141460 w 156266"/>
                    <a:gd name="connsiteY10" fmla="*/ 217266 h 227019"/>
                    <a:gd name="connsiteX11" fmla="*/ 134057 w 156266"/>
                    <a:gd name="connsiteY11" fmla="*/ 212345 h 227019"/>
                    <a:gd name="connsiteX12" fmla="*/ 130333 w 156266"/>
                    <a:gd name="connsiteY12" fmla="*/ 209863 h 227019"/>
                    <a:gd name="connsiteX13" fmla="*/ 126831 w 156266"/>
                    <a:gd name="connsiteY13" fmla="*/ 207115 h 227019"/>
                    <a:gd name="connsiteX14" fmla="*/ 112911 w 156266"/>
                    <a:gd name="connsiteY14" fmla="*/ 196032 h 227019"/>
                    <a:gd name="connsiteX15" fmla="*/ 106040 w 156266"/>
                    <a:gd name="connsiteY15" fmla="*/ 190357 h 227019"/>
                    <a:gd name="connsiteX16" fmla="*/ 99523 w 156266"/>
                    <a:gd name="connsiteY16" fmla="*/ 184284 h 227019"/>
                    <a:gd name="connsiteX17" fmla="*/ 86578 w 156266"/>
                    <a:gd name="connsiteY17" fmla="*/ 172049 h 227019"/>
                    <a:gd name="connsiteX18" fmla="*/ 74609 w 156266"/>
                    <a:gd name="connsiteY18" fmla="*/ 158838 h 227019"/>
                    <a:gd name="connsiteX19" fmla="*/ 68713 w 156266"/>
                    <a:gd name="connsiteY19" fmla="*/ 152144 h 227019"/>
                    <a:gd name="connsiteX20" fmla="*/ 63216 w 156266"/>
                    <a:gd name="connsiteY20" fmla="*/ 145140 h 227019"/>
                    <a:gd name="connsiteX21" fmla="*/ 57719 w 156266"/>
                    <a:gd name="connsiteY21" fmla="*/ 138135 h 227019"/>
                    <a:gd name="connsiteX22" fmla="*/ 52444 w 156266"/>
                    <a:gd name="connsiteY22" fmla="*/ 130954 h 227019"/>
                    <a:gd name="connsiteX23" fmla="*/ 42558 w 156266"/>
                    <a:gd name="connsiteY23" fmla="*/ 116103 h 227019"/>
                    <a:gd name="connsiteX24" fmla="*/ 33603 w 156266"/>
                    <a:gd name="connsiteY24" fmla="*/ 100676 h 227019"/>
                    <a:gd name="connsiteX25" fmla="*/ 25402 w 156266"/>
                    <a:gd name="connsiteY25" fmla="*/ 84850 h 227019"/>
                    <a:gd name="connsiteX26" fmla="*/ 18176 w 156266"/>
                    <a:gd name="connsiteY26" fmla="*/ 68580 h 227019"/>
                    <a:gd name="connsiteX27" fmla="*/ 6561 w 156266"/>
                    <a:gd name="connsiteY27" fmla="*/ 34933 h 227019"/>
                    <a:gd name="connsiteX28" fmla="*/ 0 w 156266"/>
                    <a:gd name="connsiteY28" fmla="*/ 0 h 22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56266" h="227019">
                      <a:moveTo>
                        <a:pt x="0" y="0"/>
                      </a:moveTo>
                      <a:cubicBezTo>
                        <a:pt x="4123" y="23318"/>
                        <a:pt x="11748" y="45750"/>
                        <a:pt x="21279" y="67250"/>
                      </a:cubicBezTo>
                      <a:cubicBezTo>
                        <a:pt x="30943" y="88662"/>
                        <a:pt x="42203" y="109453"/>
                        <a:pt x="56034" y="128427"/>
                      </a:cubicBezTo>
                      <a:cubicBezTo>
                        <a:pt x="59182" y="133392"/>
                        <a:pt x="63083" y="137825"/>
                        <a:pt x="66541" y="142569"/>
                      </a:cubicBezTo>
                      <a:lnTo>
                        <a:pt x="71905" y="149573"/>
                      </a:lnTo>
                      <a:cubicBezTo>
                        <a:pt x="73678" y="151922"/>
                        <a:pt x="75762" y="154006"/>
                        <a:pt x="77668" y="156222"/>
                      </a:cubicBezTo>
                      <a:lnTo>
                        <a:pt x="89371" y="169433"/>
                      </a:lnTo>
                      <a:lnTo>
                        <a:pt x="101873" y="181846"/>
                      </a:lnTo>
                      <a:cubicBezTo>
                        <a:pt x="109941" y="190446"/>
                        <a:pt x="119339" y="197628"/>
                        <a:pt x="128161" y="205430"/>
                      </a:cubicBezTo>
                      <a:cubicBezTo>
                        <a:pt x="137160" y="213055"/>
                        <a:pt x="146957" y="219660"/>
                        <a:pt x="156267" y="227019"/>
                      </a:cubicBezTo>
                      <a:lnTo>
                        <a:pt x="141460" y="217266"/>
                      </a:lnTo>
                      <a:lnTo>
                        <a:pt x="134057" y="212345"/>
                      </a:lnTo>
                      <a:lnTo>
                        <a:pt x="130333" y="209863"/>
                      </a:lnTo>
                      <a:lnTo>
                        <a:pt x="126831" y="207115"/>
                      </a:lnTo>
                      <a:lnTo>
                        <a:pt x="112911" y="196032"/>
                      </a:lnTo>
                      <a:cubicBezTo>
                        <a:pt x="110650" y="194125"/>
                        <a:pt x="108168" y="192441"/>
                        <a:pt x="106040" y="190357"/>
                      </a:cubicBezTo>
                      <a:lnTo>
                        <a:pt x="99523" y="184284"/>
                      </a:lnTo>
                      <a:cubicBezTo>
                        <a:pt x="95179" y="180250"/>
                        <a:pt x="90790" y="176216"/>
                        <a:pt x="86578" y="172049"/>
                      </a:cubicBezTo>
                      <a:lnTo>
                        <a:pt x="74609" y="158838"/>
                      </a:lnTo>
                      <a:cubicBezTo>
                        <a:pt x="72659" y="156622"/>
                        <a:pt x="70531" y="154494"/>
                        <a:pt x="68713" y="152144"/>
                      </a:cubicBezTo>
                      <a:lnTo>
                        <a:pt x="63216" y="145140"/>
                      </a:lnTo>
                      <a:lnTo>
                        <a:pt x="57719" y="138135"/>
                      </a:lnTo>
                      <a:cubicBezTo>
                        <a:pt x="55857" y="135830"/>
                        <a:pt x="54039" y="133480"/>
                        <a:pt x="52444" y="130954"/>
                      </a:cubicBezTo>
                      <a:lnTo>
                        <a:pt x="42558" y="116103"/>
                      </a:lnTo>
                      <a:cubicBezTo>
                        <a:pt x="39499" y="111005"/>
                        <a:pt x="36573" y="105818"/>
                        <a:pt x="33603" y="100676"/>
                      </a:cubicBezTo>
                      <a:cubicBezTo>
                        <a:pt x="30500" y="95622"/>
                        <a:pt x="28150" y="90081"/>
                        <a:pt x="25402" y="84850"/>
                      </a:cubicBezTo>
                      <a:cubicBezTo>
                        <a:pt x="22609" y="79619"/>
                        <a:pt x="20437" y="74033"/>
                        <a:pt x="18176" y="68580"/>
                      </a:cubicBezTo>
                      <a:cubicBezTo>
                        <a:pt x="13610" y="57630"/>
                        <a:pt x="9886" y="46326"/>
                        <a:pt x="6561" y="34933"/>
                      </a:cubicBezTo>
                      <a:cubicBezTo>
                        <a:pt x="3635" y="23407"/>
                        <a:pt x="975" y="1179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09" name="Forme libre : forme 18508">
                  <a:extLst>
                    <a:ext uri="{FF2B5EF4-FFF2-40B4-BE49-F238E27FC236}">
                      <a16:creationId xmlns:a16="http://schemas.microsoft.com/office/drawing/2014/main" id="{6DD403D6-399F-4730-A158-1CE9F29ADBFC}"/>
                    </a:ext>
                  </a:extLst>
                </p:cNvPr>
                <p:cNvSpPr/>
                <p:nvPr/>
              </p:nvSpPr>
              <p:spPr>
                <a:xfrm>
                  <a:off x="6931017" y="5784658"/>
                  <a:ext cx="140573" cy="106172"/>
                </a:xfrm>
                <a:custGeom>
                  <a:avLst/>
                  <a:gdLst>
                    <a:gd name="connsiteX0" fmla="*/ 0 w 140573"/>
                    <a:gd name="connsiteY0" fmla="*/ 106172 h 106172"/>
                    <a:gd name="connsiteX1" fmla="*/ 31298 w 140573"/>
                    <a:gd name="connsiteY1" fmla="*/ 74875 h 106172"/>
                    <a:gd name="connsiteX2" fmla="*/ 65167 w 140573"/>
                    <a:gd name="connsiteY2" fmla="*/ 46326 h 106172"/>
                    <a:gd name="connsiteX3" fmla="*/ 101518 w 140573"/>
                    <a:gd name="connsiteY3" fmla="*/ 20924 h 106172"/>
                    <a:gd name="connsiteX4" fmla="*/ 140574 w 140573"/>
                    <a:gd name="connsiteY4" fmla="*/ 0 h 106172"/>
                    <a:gd name="connsiteX5" fmla="*/ 121777 w 140573"/>
                    <a:gd name="connsiteY5" fmla="*/ 11615 h 106172"/>
                    <a:gd name="connsiteX6" fmla="*/ 103380 w 140573"/>
                    <a:gd name="connsiteY6" fmla="*/ 23761 h 106172"/>
                    <a:gd name="connsiteX7" fmla="*/ 67871 w 140573"/>
                    <a:gd name="connsiteY7" fmla="*/ 49828 h 106172"/>
                    <a:gd name="connsiteX8" fmla="*/ 33514 w 140573"/>
                    <a:gd name="connsiteY8" fmla="*/ 77402 h 106172"/>
                    <a:gd name="connsiteX9" fmla="*/ 16713 w 140573"/>
                    <a:gd name="connsiteY9" fmla="*/ 91677 h 106172"/>
                    <a:gd name="connsiteX10" fmla="*/ 0 w 140573"/>
                    <a:gd name="connsiteY10" fmla="*/ 106172 h 106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573" h="106172">
                      <a:moveTo>
                        <a:pt x="0" y="106172"/>
                      </a:moveTo>
                      <a:cubicBezTo>
                        <a:pt x="9797" y="95134"/>
                        <a:pt x="20392" y="84850"/>
                        <a:pt x="31298" y="74875"/>
                      </a:cubicBezTo>
                      <a:cubicBezTo>
                        <a:pt x="42159" y="64856"/>
                        <a:pt x="53552" y="55458"/>
                        <a:pt x="65167" y="46326"/>
                      </a:cubicBezTo>
                      <a:cubicBezTo>
                        <a:pt x="76870" y="37282"/>
                        <a:pt x="88972" y="28771"/>
                        <a:pt x="101518" y="20924"/>
                      </a:cubicBezTo>
                      <a:cubicBezTo>
                        <a:pt x="114064" y="13077"/>
                        <a:pt x="127053" y="5985"/>
                        <a:pt x="140574" y="0"/>
                      </a:cubicBezTo>
                      <a:cubicBezTo>
                        <a:pt x="134323" y="3990"/>
                        <a:pt x="127851" y="7448"/>
                        <a:pt x="121777" y="11615"/>
                      </a:cubicBezTo>
                      <a:cubicBezTo>
                        <a:pt x="115526" y="15427"/>
                        <a:pt x="109453" y="19639"/>
                        <a:pt x="103380" y="23761"/>
                      </a:cubicBezTo>
                      <a:cubicBezTo>
                        <a:pt x="91410" y="32229"/>
                        <a:pt x="79441" y="40740"/>
                        <a:pt x="67871" y="49828"/>
                      </a:cubicBezTo>
                      <a:cubicBezTo>
                        <a:pt x="56256" y="58783"/>
                        <a:pt x="44863" y="68048"/>
                        <a:pt x="33514" y="77402"/>
                      </a:cubicBezTo>
                      <a:cubicBezTo>
                        <a:pt x="27840" y="82101"/>
                        <a:pt x="22254" y="86844"/>
                        <a:pt x="16713" y="91677"/>
                      </a:cubicBezTo>
                      <a:cubicBezTo>
                        <a:pt x="11038" y="96375"/>
                        <a:pt x="5541" y="101296"/>
                        <a:pt x="0" y="1061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10" name="Forme libre : forme 18509">
                  <a:extLst>
                    <a:ext uri="{FF2B5EF4-FFF2-40B4-BE49-F238E27FC236}">
                      <a16:creationId xmlns:a16="http://schemas.microsoft.com/office/drawing/2014/main" id="{34EF6F7B-B51F-4337-8711-059BA2AAFB6A}"/>
                    </a:ext>
                  </a:extLst>
                </p:cNvPr>
                <p:cNvSpPr/>
                <p:nvPr/>
              </p:nvSpPr>
              <p:spPr>
                <a:xfrm>
                  <a:off x="7042066" y="5875094"/>
                  <a:ext cx="193593" cy="105152"/>
                </a:xfrm>
                <a:custGeom>
                  <a:avLst/>
                  <a:gdLst>
                    <a:gd name="connsiteX0" fmla="*/ 0 w 193593"/>
                    <a:gd name="connsiteY0" fmla="*/ 0 h 105152"/>
                    <a:gd name="connsiteX1" fmla="*/ 50626 w 193593"/>
                    <a:gd name="connsiteY1" fmla="*/ 21988 h 105152"/>
                    <a:gd name="connsiteX2" fmla="*/ 100099 w 193593"/>
                    <a:gd name="connsiteY2" fmla="*/ 46503 h 105152"/>
                    <a:gd name="connsiteX3" fmla="*/ 148154 w 193593"/>
                    <a:gd name="connsiteY3" fmla="*/ 73767 h 105152"/>
                    <a:gd name="connsiteX4" fmla="*/ 193594 w 193593"/>
                    <a:gd name="connsiteY4" fmla="*/ 105153 h 105152"/>
                    <a:gd name="connsiteX5" fmla="*/ 181979 w 193593"/>
                    <a:gd name="connsiteY5" fmla="*/ 97749 h 105152"/>
                    <a:gd name="connsiteX6" fmla="*/ 170187 w 193593"/>
                    <a:gd name="connsiteY6" fmla="*/ 90612 h 105152"/>
                    <a:gd name="connsiteX7" fmla="*/ 146425 w 193593"/>
                    <a:gd name="connsiteY7" fmla="*/ 76737 h 105152"/>
                    <a:gd name="connsiteX8" fmla="*/ 98060 w 193593"/>
                    <a:gd name="connsiteY8" fmla="*/ 50449 h 105152"/>
                    <a:gd name="connsiteX9" fmla="*/ 49163 w 193593"/>
                    <a:gd name="connsiteY9" fmla="*/ 25091 h 105152"/>
                    <a:gd name="connsiteX10" fmla="*/ 0 w 193593"/>
                    <a:gd name="connsiteY10" fmla="*/ 0 h 105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3593" h="105152">
                      <a:moveTo>
                        <a:pt x="0" y="0"/>
                      </a:moveTo>
                      <a:cubicBezTo>
                        <a:pt x="17156" y="6738"/>
                        <a:pt x="33958" y="14230"/>
                        <a:pt x="50626" y="21988"/>
                      </a:cubicBezTo>
                      <a:cubicBezTo>
                        <a:pt x="67295" y="29746"/>
                        <a:pt x="83741" y="38036"/>
                        <a:pt x="100099" y="46503"/>
                      </a:cubicBezTo>
                      <a:cubicBezTo>
                        <a:pt x="116280" y="55281"/>
                        <a:pt x="132505" y="64058"/>
                        <a:pt x="148154" y="73767"/>
                      </a:cubicBezTo>
                      <a:cubicBezTo>
                        <a:pt x="163803" y="83475"/>
                        <a:pt x="179230" y="93627"/>
                        <a:pt x="193594" y="105153"/>
                      </a:cubicBezTo>
                      <a:cubicBezTo>
                        <a:pt x="189692" y="102714"/>
                        <a:pt x="185791" y="100232"/>
                        <a:pt x="181979" y="97749"/>
                      </a:cubicBezTo>
                      <a:cubicBezTo>
                        <a:pt x="178122" y="95267"/>
                        <a:pt x="174132" y="93006"/>
                        <a:pt x="170187" y="90612"/>
                      </a:cubicBezTo>
                      <a:cubicBezTo>
                        <a:pt x="162384" y="85825"/>
                        <a:pt x="154405" y="81214"/>
                        <a:pt x="146425" y="76737"/>
                      </a:cubicBezTo>
                      <a:cubicBezTo>
                        <a:pt x="130466" y="67649"/>
                        <a:pt x="114330" y="58915"/>
                        <a:pt x="98060" y="50449"/>
                      </a:cubicBezTo>
                      <a:cubicBezTo>
                        <a:pt x="81924" y="41671"/>
                        <a:pt x="65477" y="33470"/>
                        <a:pt x="49163" y="2509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11" name="Forme libre : forme 18510">
                  <a:extLst>
                    <a:ext uri="{FF2B5EF4-FFF2-40B4-BE49-F238E27FC236}">
                      <a16:creationId xmlns:a16="http://schemas.microsoft.com/office/drawing/2014/main" id="{E9B2968D-35AF-4CD5-92C4-23AC3C033DA1}"/>
                    </a:ext>
                  </a:extLst>
                </p:cNvPr>
                <p:cNvSpPr/>
                <p:nvPr/>
              </p:nvSpPr>
              <p:spPr>
                <a:xfrm>
                  <a:off x="7315278" y="5857406"/>
                  <a:ext cx="112024" cy="124835"/>
                </a:xfrm>
                <a:custGeom>
                  <a:avLst/>
                  <a:gdLst>
                    <a:gd name="connsiteX0" fmla="*/ 112024 w 112024"/>
                    <a:gd name="connsiteY0" fmla="*/ 0 h 124835"/>
                    <a:gd name="connsiteX1" fmla="*/ 98104 w 112024"/>
                    <a:gd name="connsiteY1" fmla="*/ 15737 h 124835"/>
                    <a:gd name="connsiteX2" fmla="*/ 84007 w 112024"/>
                    <a:gd name="connsiteY2" fmla="*/ 31297 h 124835"/>
                    <a:gd name="connsiteX3" fmla="*/ 55813 w 112024"/>
                    <a:gd name="connsiteY3" fmla="*/ 62285 h 124835"/>
                    <a:gd name="connsiteX4" fmla="*/ 27663 w 112024"/>
                    <a:gd name="connsiteY4" fmla="*/ 93316 h 124835"/>
                    <a:gd name="connsiteX5" fmla="*/ 13787 w 112024"/>
                    <a:gd name="connsiteY5" fmla="*/ 109010 h 124835"/>
                    <a:gd name="connsiteX6" fmla="*/ 0 w 112024"/>
                    <a:gd name="connsiteY6" fmla="*/ 124836 h 124835"/>
                    <a:gd name="connsiteX7" fmla="*/ 25091 w 112024"/>
                    <a:gd name="connsiteY7" fmla="*/ 91100 h 124835"/>
                    <a:gd name="connsiteX8" fmla="*/ 52532 w 112024"/>
                    <a:gd name="connsiteY8" fmla="*/ 59315 h 124835"/>
                    <a:gd name="connsiteX9" fmla="*/ 81569 w 112024"/>
                    <a:gd name="connsiteY9" fmla="*/ 28948 h 124835"/>
                    <a:gd name="connsiteX10" fmla="*/ 112024 w 112024"/>
                    <a:gd name="connsiteY10" fmla="*/ 0 h 124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2024" h="124835">
                      <a:moveTo>
                        <a:pt x="112024" y="0"/>
                      </a:moveTo>
                      <a:lnTo>
                        <a:pt x="98104" y="15737"/>
                      </a:lnTo>
                      <a:lnTo>
                        <a:pt x="84007" y="31297"/>
                      </a:lnTo>
                      <a:lnTo>
                        <a:pt x="55813" y="62285"/>
                      </a:lnTo>
                      <a:lnTo>
                        <a:pt x="27663" y="93316"/>
                      </a:lnTo>
                      <a:cubicBezTo>
                        <a:pt x="23008" y="98503"/>
                        <a:pt x="18309" y="103690"/>
                        <a:pt x="13787" y="109010"/>
                      </a:cubicBezTo>
                      <a:cubicBezTo>
                        <a:pt x="9044" y="114152"/>
                        <a:pt x="4655" y="119560"/>
                        <a:pt x="0" y="124836"/>
                      </a:cubicBezTo>
                      <a:cubicBezTo>
                        <a:pt x="7714" y="113133"/>
                        <a:pt x="16270" y="102006"/>
                        <a:pt x="25091" y="91100"/>
                      </a:cubicBezTo>
                      <a:cubicBezTo>
                        <a:pt x="33869" y="80150"/>
                        <a:pt x="43179" y="69688"/>
                        <a:pt x="52532" y="59315"/>
                      </a:cubicBezTo>
                      <a:cubicBezTo>
                        <a:pt x="61975" y="48985"/>
                        <a:pt x="71639" y="38834"/>
                        <a:pt x="81569" y="28948"/>
                      </a:cubicBezTo>
                      <a:cubicBezTo>
                        <a:pt x="91499" y="19018"/>
                        <a:pt x="101518" y="9265"/>
                        <a:pt x="1120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12" name="Forme libre : forme 18511">
                  <a:extLst>
                    <a:ext uri="{FF2B5EF4-FFF2-40B4-BE49-F238E27FC236}">
                      <a16:creationId xmlns:a16="http://schemas.microsoft.com/office/drawing/2014/main" id="{66DCD5C3-CB68-4883-BB88-7E12BDE0A3E5}"/>
                    </a:ext>
                  </a:extLst>
                </p:cNvPr>
                <p:cNvSpPr/>
                <p:nvPr/>
              </p:nvSpPr>
              <p:spPr>
                <a:xfrm>
                  <a:off x="7499119" y="5673609"/>
                  <a:ext cx="174885" cy="228038"/>
                </a:xfrm>
                <a:custGeom>
                  <a:avLst/>
                  <a:gdLst>
                    <a:gd name="connsiteX0" fmla="*/ 174886 w 174885"/>
                    <a:gd name="connsiteY0" fmla="*/ 0 h 228038"/>
                    <a:gd name="connsiteX1" fmla="*/ 139997 w 174885"/>
                    <a:gd name="connsiteY1" fmla="*/ 63260 h 228038"/>
                    <a:gd name="connsiteX2" fmla="*/ 98592 w 174885"/>
                    <a:gd name="connsiteY2" fmla="*/ 122531 h 228038"/>
                    <a:gd name="connsiteX3" fmla="*/ 51779 w 174885"/>
                    <a:gd name="connsiteY3" fmla="*/ 177634 h 228038"/>
                    <a:gd name="connsiteX4" fmla="*/ 26554 w 174885"/>
                    <a:gd name="connsiteY4" fmla="*/ 203524 h 228038"/>
                    <a:gd name="connsiteX5" fmla="*/ 13388 w 174885"/>
                    <a:gd name="connsiteY5" fmla="*/ 215892 h 228038"/>
                    <a:gd name="connsiteX6" fmla="*/ 0 w 174885"/>
                    <a:gd name="connsiteY6" fmla="*/ 228039 h 228038"/>
                    <a:gd name="connsiteX7" fmla="*/ 49296 w 174885"/>
                    <a:gd name="connsiteY7" fmla="*/ 175374 h 228038"/>
                    <a:gd name="connsiteX8" fmla="*/ 95134 w 174885"/>
                    <a:gd name="connsiteY8" fmla="*/ 119827 h 228038"/>
                    <a:gd name="connsiteX9" fmla="*/ 137204 w 174885"/>
                    <a:gd name="connsiteY9" fmla="*/ 61399 h 228038"/>
                    <a:gd name="connsiteX10" fmla="*/ 174886 w 174885"/>
                    <a:gd name="connsiteY10" fmla="*/ 0 h 228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4885" h="228038">
                      <a:moveTo>
                        <a:pt x="174886" y="0"/>
                      </a:moveTo>
                      <a:cubicBezTo>
                        <a:pt x="164867" y="21944"/>
                        <a:pt x="152809" y="42824"/>
                        <a:pt x="139997" y="63260"/>
                      </a:cubicBezTo>
                      <a:cubicBezTo>
                        <a:pt x="127097" y="83653"/>
                        <a:pt x="113266" y="103424"/>
                        <a:pt x="98592" y="122531"/>
                      </a:cubicBezTo>
                      <a:cubicBezTo>
                        <a:pt x="83653" y="141460"/>
                        <a:pt x="68358" y="160123"/>
                        <a:pt x="51779" y="177634"/>
                      </a:cubicBezTo>
                      <a:cubicBezTo>
                        <a:pt x="43666" y="186545"/>
                        <a:pt x="35066" y="195012"/>
                        <a:pt x="26554" y="203524"/>
                      </a:cubicBezTo>
                      <a:cubicBezTo>
                        <a:pt x="22298" y="207824"/>
                        <a:pt x="17777" y="211813"/>
                        <a:pt x="13388" y="215892"/>
                      </a:cubicBezTo>
                      <a:lnTo>
                        <a:pt x="0" y="228039"/>
                      </a:lnTo>
                      <a:cubicBezTo>
                        <a:pt x="16757" y="210750"/>
                        <a:pt x="33559" y="193549"/>
                        <a:pt x="49296" y="175374"/>
                      </a:cubicBezTo>
                      <a:cubicBezTo>
                        <a:pt x="65299" y="157464"/>
                        <a:pt x="80549" y="138889"/>
                        <a:pt x="95134" y="119827"/>
                      </a:cubicBezTo>
                      <a:cubicBezTo>
                        <a:pt x="110029" y="100986"/>
                        <a:pt x="123772" y="81303"/>
                        <a:pt x="137204" y="61399"/>
                      </a:cubicBezTo>
                      <a:cubicBezTo>
                        <a:pt x="150504" y="41450"/>
                        <a:pt x="163271" y="21102"/>
                        <a:pt x="1748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13" name="Forme libre : forme 18512">
                  <a:extLst>
                    <a:ext uri="{FF2B5EF4-FFF2-40B4-BE49-F238E27FC236}">
                      <a16:creationId xmlns:a16="http://schemas.microsoft.com/office/drawing/2014/main" id="{F137C162-D809-4C65-B1D9-1DC67E5D317E}"/>
                    </a:ext>
                  </a:extLst>
                </p:cNvPr>
                <p:cNvSpPr/>
                <p:nvPr/>
              </p:nvSpPr>
              <p:spPr>
                <a:xfrm>
                  <a:off x="6534433" y="6049048"/>
                  <a:ext cx="86977" cy="120890"/>
                </a:xfrm>
                <a:custGeom>
                  <a:avLst/>
                  <a:gdLst>
                    <a:gd name="connsiteX0" fmla="*/ 0 w 86977"/>
                    <a:gd name="connsiteY0" fmla="*/ 0 h 120890"/>
                    <a:gd name="connsiteX1" fmla="*/ 26731 w 86977"/>
                    <a:gd name="connsiteY1" fmla="*/ 26332 h 120890"/>
                    <a:gd name="connsiteX2" fmla="*/ 50759 w 86977"/>
                    <a:gd name="connsiteY2" fmla="*/ 55236 h 120890"/>
                    <a:gd name="connsiteX3" fmla="*/ 71461 w 86977"/>
                    <a:gd name="connsiteY3" fmla="*/ 86667 h 120890"/>
                    <a:gd name="connsiteX4" fmla="*/ 86977 w 86977"/>
                    <a:gd name="connsiteY4" fmla="*/ 120891 h 120890"/>
                    <a:gd name="connsiteX5" fmla="*/ 78111 w 86977"/>
                    <a:gd name="connsiteY5" fmla="*/ 104399 h 120890"/>
                    <a:gd name="connsiteX6" fmla="*/ 68535 w 86977"/>
                    <a:gd name="connsiteY6" fmla="*/ 88440 h 120890"/>
                    <a:gd name="connsiteX7" fmla="*/ 47212 w 86977"/>
                    <a:gd name="connsiteY7" fmla="*/ 57896 h 120890"/>
                    <a:gd name="connsiteX8" fmla="*/ 24160 w 86977"/>
                    <a:gd name="connsiteY8" fmla="*/ 28549 h 120890"/>
                    <a:gd name="connsiteX9" fmla="*/ 12191 w 86977"/>
                    <a:gd name="connsiteY9" fmla="*/ 14230 h 120890"/>
                    <a:gd name="connsiteX10" fmla="*/ 0 w 86977"/>
                    <a:gd name="connsiteY10" fmla="*/ 0 h 120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977" h="120890">
                      <a:moveTo>
                        <a:pt x="0" y="0"/>
                      </a:moveTo>
                      <a:cubicBezTo>
                        <a:pt x="9487" y="8157"/>
                        <a:pt x="18264" y="17112"/>
                        <a:pt x="26731" y="26332"/>
                      </a:cubicBezTo>
                      <a:cubicBezTo>
                        <a:pt x="35243" y="35554"/>
                        <a:pt x="43178" y="45262"/>
                        <a:pt x="50759" y="55236"/>
                      </a:cubicBezTo>
                      <a:cubicBezTo>
                        <a:pt x="58207" y="65344"/>
                        <a:pt x="65255" y="75717"/>
                        <a:pt x="71461" y="86667"/>
                      </a:cubicBezTo>
                      <a:cubicBezTo>
                        <a:pt x="77579" y="97617"/>
                        <a:pt x="83032" y="109010"/>
                        <a:pt x="86977" y="120891"/>
                      </a:cubicBezTo>
                      <a:cubicBezTo>
                        <a:pt x="83963" y="115394"/>
                        <a:pt x="81436" y="109719"/>
                        <a:pt x="78111" y="104399"/>
                      </a:cubicBezTo>
                      <a:cubicBezTo>
                        <a:pt x="75230" y="98902"/>
                        <a:pt x="71772" y="93716"/>
                        <a:pt x="68535" y="88440"/>
                      </a:cubicBezTo>
                      <a:cubicBezTo>
                        <a:pt x="61709" y="78067"/>
                        <a:pt x="54616" y="67870"/>
                        <a:pt x="47212" y="57896"/>
                      </a:cubicBezTo>
                      <a:cubicBezTo>
                        <a:pt x="39765" y="47921"/>
                        <a:pt x="32007" y="38258"/>
                        <a:pt x="24160" y="28549"/>
                      </a:cubicBezTo>
                      <a:cubicBezTo>
                        <a:pt x="20259" y="23717"/>
                        <a:pt x="16225" y="18929"/>
                        <a:pt x="12191" y="14230"/>
                      </a:cubicBezTo>
                      <a:cubicBezTo>
                        <a:pt x="8245" y="9398"/>
                        <a:pt x="4078" y="47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14" name="Forme libre : forme 18513">
                  <a:extLst>
                    <a:ext uri="{FF2B5EF4-FFF2-40B4-BE49-F238E27FC236}">
                      <a16:creationId xmlns:a16="http://schemas.microsoft.com/office/drawing/2014/main" id="{391CC040-98F6-4BE4-96F4-B3CE55BBA576}"/>
                    </a:ext>
                  </a:extLst>
                </p:cNvPr>
                <p:cNvSpPr/>
                <p:nvPr/>
              </p:nvSpPr>
              <p:spPr>
                <a:xfrm>
                  <a:off x="7009129" y="6133809"/>
                  <a:ext cx="201262" cy="70388"/>
                </a:xfrm>
                <a:custGeom>
                  <a:avLst/>
                  <a:gdLst>
                    <a:gd name="connsiteX0" fmla="*/ 0 w 201262"/>
                    <a:gd name="connsiteY0" fmla="*/ 67826 h 70388"/>
                    <a:gd name="connsiteX1" fmla="*/ 27618 w 201262"/>
                    <a:gd name="connsiteY1" fmla="*/ 68137 h 70388"/>
                    <a:gd name="connsiteX2" fmla="*/ 55148 w 201262"/>
                    <a:gd name="connsiteY2" fmla="*/ 66452 h 70388"/>
                    <a:gd name="connsiteX3" fmla="*/ 109143 w 201262"/>
                    <a:gd name="connsiteY3" fmla="*/ 56566 h 70388"/>
                    <a:gd name="connsiteX4" fmla="*/ 135077 w 201262"/>
                    <a:gd name="connsiteY4" fmla="*/ 47700 h 70388"/>
                    <a:gd name="connsiteX5" fmla="*/ 159547 w 201262"/>
                    <a:gd name="connsiteY5" fmla="*/ 35465 h 70388"/>
                    <a:gd name="connsiteX6" fmla="*/ 201263 w 201262"/>
                    <a:gd name="connsiteY6" fmla="*/ 0 h 70388"/>
                    <a:gd name="connsiteX7" fmla="*/ 183309 w 201262"/>
                    <a:gd name="connsiteY7" fmla="*/ 21190 h 70388"/>
                    <a:gd name="connsiteX8" fmla="*/ 161320 w 201262"/>
                    <a:gd name="connsiteY8" fmla="*/ 38346 h 70388"/>
                    <a:gd name="connsiteX9" fmla="*/ 110340 w 201262"/>
                    <a:gd name="connsiteY9" fmla="*/ 60822 h 70388"/>
                    <a:gd name="connsiteX10" fmla="*/ 55414 w 201262"/>
                    <a:gd name="connsiteY10" fmla="*/ 69821 h 70388"/>
                    <a:gd name="connsiteX11" fmla="*/ 0 w 201262"/>
                    <a:gd name="connsiteY11" fmla="*/ 67826 h 70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1262" h="70388">
                      <a:moveTo>
                        <a:pt x="0" y="67826"/>
                      </a:moveTo>
                      <a:cubicBezTo>
                        <a:pt x="9221" y="68314"/>
                        <a:pt x="18442" y="68447"/>
                        <a:pt x="27618" y="68137"/>
                      </a:cubicBezTo>
                      <a:cubicBezTo>
                        <a:pt x="36795" y="67959"/>
                        <a:pt x="46016" y="67383"/>
                        <a:pt x="55148" y="66452"/>
                      </a:cubicBezTo>
                      <a:cubicBezTo>
                        <a:pt x="73412" y="64679"/>
                        <a:pt x="91544" y="61620"/>
                        <a:pt x="109143" y="56566"/>
                      </a:cubicBezTo>
                      <a:cubicBezTo>
                        <a:pt x="117965" y="54084"/>
                        <a:pt x="126609" y="51158"/>
                        <a:pt x="135077" y="47700"/>
                      </a:cubicBezTo>
                      <a:cubicBezTo>
                        <a:pt x="143544" y="44242"/>
                        <a:pt x="151612" y="39942"/>
                        <a:pt x="159547" y="35465"/>
                      </a:cubicBezTo>
                      <a:cubicBezTo>
                        <a:pt x="175285" y="26200"/>
                        <a:pt x="189382" y="14186"/>
                        <a:pt x="201263" y="0"/>
                      </a:cubicBezTo>
                      <a:cubicBezTo>
                        <a:pt x="195987" y="7580"/>
                        <a:pt x="190003" y="14718"/>
                        <a:pt x="183309" y="21190"/>
                      </a:cubicBezTo>
                      <a:cubicBezTo>
                        <a:pt x="176482" y="27485"/>
                        <a:pt x="169211" y="33337"/>
                        <a:pt x="161320" y="38346"/>
                      </a:cubicBezTo>
                      <a:cubicBezTo>
                        <a:pt x="145627" y="48453"/>
                        <a:pt x="128161" y="55547"/>
                        <a:pt x="110340" y="60822"/>
                      </a:cubicBezTo>
                      <a:cubicBezTo>
                        <a:pt x="92341" y="65610"/>
                        <a:pt x="73944" y="68757"/>
                        <a:pt x="55414" y="69821"/>
                      </a:cubicBezTo>
                      <a:cubicBezTo>
                        <a:pt x="36928" y="70885"/>
                        <a:pt x="18309" y="70575"/>
                        <a:pt x="0" y="678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15" name="Forme libre : forme 18514">
                  <a:extLst>
                    <a:ext uri="{FF2B5EF4-FFF2-40B4-BE49-F238E27FC236}">
                      <a16:creationId xmlns:a16="http://schemas.microsoft.com/office/drawing/2014/main" id="{277348BF-5AC0-4524-B335-90572F6867EC}"/>
                    </a:ext>
                  </a:extLst>
                </p:cNvPr>
                <p:cNvSpPr/>
                <p:nvPr/>
              </p:nvSpPr>
              <p:spPr>
                <a:xfrm>
                  <a:off x="5096381" y="6158627"/>
                  <a:ext cx="438654" cy="44470"/>
                </a:xfrm>
                <a:custGeom>
                  <a:avLst/>
                  <a:gdLst>
                    <a:gd name="connsiteX0" fmla="*/ 0 w 438654"/>
                    <a:gd name="connsiteY0" fmla="*/ 3908 h 44470"/>
                    <a:gd name="connsiteX1" fmla="*/ 55192 w 438654"/>
                    <a:gd name="connsiteY1" fmla="*/ 494 h 44470"/>
                    <a:gd name="connsiteX2" fmla="*/ 110517 w 438654"/>
                    <a:gd name="connsiteY2" fmla="*/ 96 h 44470"/>
                    <a:gd name="connsiteX3" fmla="*/ 220990 w 438654"/>
                    <a:gd name="connsiteY3" fmla="*/ 5947 h 44470"/>
                    <a:gd name="connsiteX4" fmla="*/ 330665 w 438654"/>
                    <a:gd name="connsiteY4" fmla="*/ 20621 h 44470"/>
                    <a:gd name="connsiteX5" fmla="*/ 357884 w 438654"/>
                    <a:gd name="connsiteY5" fmla="*/ 25630 h 44470"/>
                    <a:gd name="connsiteX6" fmla="*/ 384970 w 438654"/>
                    <a:gd name="connsiteY6" fmla="*/ 31305 h 44470"/>
                    <a:gd name="connsiteX7" fmla="*/ 411879 w 438654"/>
                    <a:gd name="connsiteY7" fmla="*/ 37688 h 44470"/>
                    <a:gd name="connsiteX8" fmla="*/ 438655 w 438654"/>
                    <a:gd name="connsiteY8" fmla="*/ 44471 h 44470"/>
                    <a:gd name="connsiteX9" fmla="*/ 330133 w 438654"/>
                    <a:gd name="connsiteY9" fmla="*/ 23946 h 44470"/>
                    <a:gd name="connsiteX10" fmla="*/ 275517 w 438654"/>
                    <a:gd name="connsiteY10" fmla="*/ 16143 h 44470"/>
                    <a:gd name="connsiteX11" fmla="*/ 248120 w 438654"/>
                    <a:gd name="connsiteY11" fmla="*/ 13040 h 44470"/>
                    <a:gd name="connsiteX12" fmla="*/ 220680 w 438654"/>
                    <a:gd name="connsiteY12" fmla="*/ 10336 h 44470"/>
                    <a:gd name="connsiteX13" fmla="*/ 110561 w 438654"/>
                    <a:gd name="connsiteY13" fmla="*/ 3465 h 44470"/>
                    <a:gd name="connsiteX14" fmla="*/ 0 w 438654"/>
                    <a:gd name="connsiteY14" fmla="*/ 3908 h 44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38654" h="44470">
                      <a:moveTo>
                        <a:pt x="0" y="3908"/>
                      </a:moveTo>
                      <a:cubicBezTo>
                        <a:pt x="18353" y="2046"/>
                        <a:pt x="36750" y="1248"/>
                        <a:pt x="55192" y="494"/>
                      </a:cubicBezTo>
                      <a:cubicBezTo>
                        <a:pt x="73634" y="51"/>
                        <a:pt x="92075" y="-126"/>
                        <a:pt x="110517" y="96"/>
                      </a:cubicBezTo>
                      <a:cubicBezTo>
                        <a:pt x="147400" y="539"/>
                        <a:pt x="184239" y="2578"/>
                        <a:pt x="220990" y="5947"/>
                      </a:cubicBezTo>
                      <a:cubicBezTo>
                        <a:pt x="257696" y="9538"/>
                        <a:pt x="294358" y="14060"/>
                        <a:pt x="330665" y="20621"/>
                      </a:cubicBezTo>
                      <a:cubicBezTo>
                        <a:pt x="339708" y="22305"/>
                        <a:pt x="348840" y="23724"/>
                        <a:pt x="357884" y="25630"/>
                      </a:cubicBezTo>
                      <a:lnTo>
                        <a:pt x="384970" y="31305"/>
                      </a:lnTo>
                      <a:cubicBezTo>
                        <a:pt x="394014" y="33122"/>
                        <a:pt x="402924" y="35427"/>
                        <a:pt x="411879" y="37688"/>
                      </a:cubicBezTo>
                      <a:lnTo>
                        <a:pt x="438655" y="44471"/>
                      </a:lnTo>
                      <a:cubicBezTo>
                        <a:pt x="402569" y="36890"/>
                        <a:pt x="366573" y="29354"/>
                        <a:pt x="330133" y="23946"/>
                      </a:cubicBezTo>
                      <a:cubicBezTo>
                        <a:pt x="311957" y="20975"/>
                        <a:pt x="293737" y="18582"/>
                        <a:pt x="275517" y="16143"/>
                      </a:cubicBezTo>
                      <a:cubicBezTo>
                        <a:pt x="266385" y="14946"/>
                        <a:pt x="257253" y="14104"/>
                        <a:pt x="248120" y="13040"/>
                      </a:cubicBezTo>
                      <a:cubicBezTo>
                        <a:pt x="238988" y="11976"/>
                        <a:pt x="229856" y="11045"/>
                        <a:pt x="220680" y="10336"/>
                      </a:cubicBezTo>
                      <a:cubicBezTo>
                        <a:pt x="184062" y="6656"/>
                        <a:pt x="147312" y="4662"/>
                        <a:pt x="110561" y="3465"/>
                      </a:cubicBezTo>
                      <a:cubicBezTo>
                        <a:pt x="73634" y="2356"/>
                        <a:pt x="36795" y="2223"/>
                        <a:pt x="0" y="39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16" name="Forme libre : forme 18515">
                  <a:extLst>
                    <a:ext uri="{FF2B5EF4-FFF2-40B4-BE49-F238E27FC236}">
                      <a16:creationId xmlns:a16="http://schemas.microsoft.com/office/drawing/2014/main" id="{38DF1F7D-903F-43FB-AE65-E4C05605DD79}"/>
                    </a:ext>
                  </a:extLst>
                </p:cNvPr>
                <p:cNvSpPr/>
                <p:nvPr/>
              </p:nvSpPr>
              <p:spPr>
                <a:xfrm>
                  <a:off x="4531782" y="6181686"/>
                  <a:ext cx="316966" cy="7093"/>
                </a:xfrm>
                <a:custGeom>
                  <a:avLst/>
                  <a:gdLst>
                    <a:gd name="connsiteX0" fmla="*/ 0 w 316966"/>
                    <a:gd name="connsiteY0" fmla="*/ 44 h 7093"/>
                    <a:gd name="connsiteX1" fmla="*/ 79264 w 316966"/>
                    <a:gd name="connsiteY1" fmla="*/ 1685 h 7093"/>
                    <a:gd name="connsiteX2" fmla="*/ 158483 w 316966"/>
                    <a:gd name="connsiteY2" fmla="*/ 2705 h 7093"/>
                    <a:gd name="connsiteX3" fmla="*/ 237703 w 316966"/>
                    <a:gd name="connsiteY3" fmla="*/ 2217 h 7093"/>
                    <a:gd name="connsiteX4" fmla="*/ 277335 w 316966"/>
                    <a:gd name="connsiteY4" fmla="*/ 1241 h 7093"/>
                    <a:gd name="connsiteX5" fmla="*/ 316966 w 316966"/>
                    <a:gd name="connsiteY5" fmla="*/ 0 h 7093"/>
                    <a:gd name="connsiteX6" fmla="*/ 237836 w 316966"/>
                    <a:gd name="connsiteY6" fmla="*/ 5586 h 7093"/>
                    <a:gd name="connsiteX7" fmla="*/ 158483 w 316966"/>
                    <a:gd name="connsiteY7" fmla="*/ 7093 h 7093"/>
                    <a:gd name="connsiteX8" fmla="*/ 79175 w 316966"/>
                    <a:gd name="connsiteY8" fmla="*/ 5009 h 7093"/>
                    <a:gd name="connsiteX9" fmla="*/ 39588 w 316966"/>
                    <a:gd name="connsiteY9" fmla="*/ 2749 h 7093"/>
                    <a:gd name="connsiteX10" fmla="*/ 0 w 316966"/>
                    <a:gd name="connsiteY10" fmla="*/ 44 h 7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6966" h="7093">
                      <a:moveTo>
                        <a:pt x="0" y="44"/>
                      </a:moveTo>
                      <a:cubicBezTo>
                        <a:pt x="26466" y="-177"/>
                        <a:pt x="52843" y="1330"/>
                        <a:pt x="79264" y="1685"/>
                      </a:cubicBezTo>
                      <a:cubicBezTo>
                        <a:pt x="105685" y="2261"/>
                        <a:pt x="132062" y="2793"/>
                        <a:pt x="158483" y="2705"/>
                      </a:cubicBezTo>
                      <a:cubicBezTo>
                        <a:pt x="184904" y="2970"/>
                        <a:pt x="211281" y="2616"/>
                        <a:pt x="237703" y="2217"/>
                      </a:cubicBezTo>
                      <a:cubicBezTo>
                        <a:pt x="250913" y="1995"/>
                        <a:pt x="264124" y="1729"/>
                        <a:pt x="277335" y="1241"/>
                      </a:cubicBezTo>
                      <a:lnTo>
                        <a:pt x="316966" y="0"/>
                      </a:lnTo>
                      <a:cubicBezTo>
                        <a:pt x="290678" y="2705"/>
                        <a:pt x="264257" y="4433"/>
                        <a:pt x="237836" y="5586"/>
                      </a:cubicBezTo>
                      <a:cubicBezTo>
                        <a:pt x="211414" y="6738"/>
                        <a:pt x="184949" y="7049"/>
                        <a:pt x="158483" y="7093"/>
                      </a:cubicBezTo>
                      <a:cubicBezTo>
                        <a:pt x="132018" y="6827"/>
                        <a:pt x="105596" y="6295"/>
                        <a:pt x="79175" y="5009"/>
                      </a:cubicBezTo>
                      <a:cubicBezTo>
                        <a:pt x="65964" y="4345"/>
                        <a:pt x="52754" y="3591"/>
                        <a:pt x="39588" y="2749"/>
                      </a:cubicBezTo>
                      <a:cubicBezTo>
                        <a:pt x="26333" y="1951"/>
                        <a:pt x="13166" y="532"/>
                        <a:pt x="0" y="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17" name="Forme libre : forme 18516">
                  <a:extLst>
                    <a:ext uri="{FF2B5EF4-FFF2-40B4-BE49-F238E27FC236}">
                      <a16:creationId xmlns:a16="http://schemas.microsoft.com/office/drawing/2014/main" id="{D4BF8356-4DDE-4769-B587-C820C38C1130}"/>
                    </a:ext>
                  </a:extLst>
                </p:cNvPr>
                <p:cNvSpPr/>
                <p:nvPr/>
              </p:nvSpPr>
              <p:spPr>
                <a:xfrm>
                  <a:off x="5705976" y="6227436"/>
                  <a:ext cx="333900" cy="33568"/>
                </a:xfrm>
                <a:custGeom>
                  <a:avLst/>
                  <a:gdLst>
                    <a:gd name="connsiteX0" fmla="*/ 0 w 333900"/>
                    <a:gd name="connsiteY0" fmla="*/ 21367 h 33568"/>
                    <a:gd name="connsiteX1" fmla="*/ 41582 w 333900"/>
                    <a:gd name="connsiteY1" fmla="*/ 27618 h 33568"/>
                    <a:gd name="connsiteX2" fmla="*/ 62551 w 333900"/>
                    <a:gd name="connsiteY2" fmla="*/ 29170 h 33568"/>
                    <a:gd name="connsiteX3" fmla="*/ 83564 w 333900"/>
                    <a:gd name="connsiteY3" fmla="*/ 29746 h 33568"/>
                    <a:gd name="connsiteX4" fmla="*/ 167571 w 333900"/>
                    <a:gd name="connsiteY4" fmla="*/ 26155 h 33568"/>
                    <a:gd name="connsiteX5" fmla="*/ 251046 w 333900"/>
                    <a:gd name="connsiteY5" fmla="*/ 15605 h 33568"/>
                    <a:gd name="connsiteX6" fmla="*/ 292540 w 333900"/>
                    <a:gd name="connsiteY6" fmla="*/ 8290 h 33568"/>
                    <a:gd name="connsiteX7" fmla="*/ 333901 w 333900"/>
                    <a:gd name="connsiteY7" fmla="*/ 0 h 33568"/>
                    <a:gd name="connsiteX8" fmla="*/ 292983 w 333900"/>
                    <a:gd name="connsiteY8" fmla="*/ 10418 h 33568"/>
                    <a:gd name="connsiteX9" fmla="*/ 251623 w 333900"/>
                    <a:gd name="connsiteY9" fmla="*/ 18974 h 33568"/>
                    <a:gd name="connsiteX10" fmla="*/ 167926 w 333900"/>
                    <a:gd name="connsiteY10" fmla="*/ 30588 h 33568"/>
                    <a:gd name="connsiteX11" fmla="*/ 83431 w 333900"/>
                    <a:gd name="connsiteY11" fmla="*/ 33159 h 33568"/>
                    <a:gd name="connsiteX12" fmla="*/ 62329 w 333900"/>
                    <a:gd name="connsiteY12" fmla="*/ 31962 h 33568"/>
                    <a:gd name="connsiteX13" fmla="*/ 41316 w 333900"/>
                    <a:gd name="connsiteY13" fmla="*/ 29790 h 33568"/>
                    <a:gd name="connsiteX14" fmla="*/ 0 w 333900"/>
                    <a:gd name="connsiteY14" fmla="*/ 21367 h 33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33900" h="33568">
                      <a:moveTo>
                        <a:pt x="0" y="21367"/>
                      </a:moveTo>
                      <a:cubicBezTo>
                        <a:pt x="13698" y="24604"/>
                        <a:pt x="27618" y="26465"/>
                        <a:pt x="41582" y="27618"/>
                      </a:cubicBezTo>
                      <a:cubicBezTo>
                        <a:pt x="48542" y="28372"/>
                        <a:pt x="55591" y="28638"/>
                        <a:pt x="62551" y="29170"/>
                      </a:cubicBezTo>
                      <a:cubicBezTo>
                        <a:pt x="69555" y="29347"/>
                        <a:pt x="76560" y="29657"/>
                        <a:pt x="83564" y="29746"/>
                      </a:cubicBezTo>
                      <a:cubicBezTo>
                        <a:pt x="111581" y="30145"/>
                        <a:pt x="139643" y="28815"/>
                        <a:pt x="167571" y="26155"/>
                      </a:cubicBezTo>
                      <a:cubicBezTo>
                        <a:pt x="195544" y="24071"/>
                        <a:pt x="223295" y="19816"/>
                        <a:pt x="251046" y="15605"/>
                      </a:cubicBezTo>
                      <a:cubicBezTo>
                        <a:pt x="264878" y="13344"/>
                        <a:pt x="278709" y="10728"/>
                        <a:pt x="292540" y="8290"/>
                      </a:cubicBezTo>
                      <a:cubicBezTo>
                        <a:pt x="306327" y="5541"/>
                        <a:pt x="320070" y="2615"/>
                        <a:pt x="333901" y="0"/>
                      </a:cubicBezTo>
                      <a:cubicBezTo>
                        <a:pt x="320291" y="3591"/>
                        <a:pt x="306637" y="6915"/>
                        <a:pt x="292983" y="10418"/>
                      </a:cubicBezTo>
                      <a:cubicBezTo>
                        <a:pt x="279196" y="13255"/>
                        <a:pt x="265454" y="16270"/>
                        <a:pt x="251623" y="18974"/>
                      </a:cubicBezTo>
                      <a:cubicBezTo>
                        <a:pt x="223916" y="23894"/>
                        <a:pt x="196032" y="28106"/>
                        <a:pt x="167926" y="30588"/>
                      </a:cubicBezTo>
                      <a:cubicBezTo>
                        <a:pt x="139864" y="32894"/>
                        <a:pt x="111625" y="34312"/>
                        <a:pt x="83431" y="33159"/>
                      </a:cubicBezTo>
                      <a:cubicBezTo>
                        <a:pt x="76382" y="32849"/>
                        <a:pt x="69334" y="32362"/>
                        <a:pt x="62329" y="31962"/>
                      </a:cubicBezTo>
                      <a:cubicBezTo>
                        <a:pt x="55325" y="31209"/>
                        <a:pt x="48276" y="30810"/>
                        <a:pt x="41316" y="29790"/>
                      </a:cubicBezTo>
                      <a:cubicBezTo>
                        <a:pt x="27397" y="27884"/>
                        <a:pt x="13432" y="25579"/>
                        <a:pt x="0" y="213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18" name="Forme libre : forme 18517">
                  <a:extLst>
                    <a:ext uri="{FF2B5EF4-FFF2-40B4-BE49-F238E27FC236}">
                      <a16:creationId xmlns:a16="http://schemas.microsoft.com/office/drawing/2014/main" id="{8DE50D52-F6EF-4D2D-BD11-40A9249232E4}"/>
                    </a:ext>
                  </a:extLst>
                </p:cNvPr>
                <p:cNvSpPr/>
                <p:nvPr/>
              </p:nvSpPr>
              <p:spPr>
                <a:xfrm>
                  <a:off x="5740598" y="5931892"/>
                  <a:ext cx="249893" cy="19091"/>
                </a:xfrm>
                <a:custGeom>
                  <a:avLst/>
                  <a:gdLst>
                    <a:gd name="connsiteX0" fmla="*/ 0 w 249893"/>
                    <a:gd name="connsiteY0" fmla="*/ 2915 h 19091"/>
                    <a:gd name="connsiteX1" fmla="*/ 7714 w 249893"/>
                    <a:gd name="connsiteY1" fmla="*/ 1540 h 19091"/>
                    <a:gd name="connsiteX2" fmla="*/ 15560 w 249893"/>
                    <a:gd name="connsiteY2" fmla="*/ 920 h 19091"/>
                    <a:gd name="connsiteX3" fmla="*/ 31253 w 249893"/>
                    <a:gd name="connsiteY3" fmla="*/ 166 h 19091"/>
                    <a:gd name="connsiteX4" fmla="*/ 62728 w 249893"/>
                    <a:gd name="connsiteY4" fmla="*/ 166 h 19091"/>
                    <a:gd name="connsiteX5" fmla="*/ 125501 w 249893"/>
                    <a:gd name="connsiteY5" fmla="*/ 5575 h 19091"/>
                    <a:gd name="connsiteX6" fmla="*/ 156267 w 249893"/>
                    <a:gd name="connsiteY6" fmla="*/ 11604 h 19091"/>
                    <a:gd name="connsiteX7" fmla="*/ 187298 w 249893"/>
                    <a:gd name="connsiteY7" fmla="*/ 15283 h 19091"/>
                    <a:gd name="connsiteX8" fmla="*/ 218552 w 249893"/>
                    <a:gd name="connsiteY8" fmla="*/ 16613 h 19091"/>
                    <a:gd name="connsiteX9" fmla="*/ 249894 w 249893"/>
                    <a:gd name="connsiteY9" fmla="*/ 15460 h 19091"/>
                    <a:gd name="connsiteX10" fmla="*/ 187121 w 249893"/>
                    <a:gd name="connsiteY10" fmla="*/ 18697 h 19091"/>
                    <a:gd name="connsiteX11" fmla="*/ 155735 w 249893"/>
                    <a:gd name="connsiteY11" fmla="*/ 15593 h 19091"/>
                    <a:gd name="connsiteX12" fmla="*/ 124792 w 249893"/>
                    <a:gd name="connsiteY12" fmla="*/ 9963 h 19091"/>
                    <a:gd name="connsiteX13" fmla="*/ 62640 w 249893"/>
                    <a:gd name="connsiteY13" fmla="*/ 3580 h 19091"/>
                    <a:gd name="connsiteX14" fmla="*/ 31298 w 249893"/>
                    <a:gd name="connsiteY14" fmla="*/ 2339 h 19091"/>
                    <a:gd name="connsiteX15" fmla="*/ 15605 w 249893"/>
                    <a:gd name="connsiteY15" fmla="*/ 2073 h 19091"/>
                    <a:gd name="connsiteX16" fmla="*/ 7758 w 249893"/>
                    <a:gd name="connsiteY16" fmla="*/ 2161 h 19091"/>
                    <a:gd name="connsiteX17" fmla="*/ 0 w 249893"/>
                    <a:gd name="connsiteY17" fmla="*/ 2915 h 1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49893" h="19091">
                      <a:moveTo>
                        <a:pt x="0" y="2915"/>
                      </a:moveTo>
                      <a:cubicBezTo>
                        <a:pt x="2394" y="1895"/>
                        <a:pt x="5142" y="1895"/>
                        <a:pt x="7714" y="1540"/>
                      </a:cubicBezTo>
                      <a:cubicBezTo>
                        <a:pt x="10329" y="1275"/>
                        <a:pt x="12945" y="1097"/>
                        <a:pt x="15560" y="920"/>
                      </a:cubicBezTo>
                      <a:cubicBezTo>
                        <a:pt x="20791" y="610"/>
                        <a:pt x="26022" y="344"/>
                        <a:pt x="31253" y="166"/>
                      </a:cubicBezTo>
                      <a:cubicBezTo>
                        <a:pt x="41715" y="-55"/>
                        <a:pt x="52222" y="-55"/>
                        <a:pt x="62728" y="166"/>
                      </a:cubicBezTo>
                      <a:cubicBezTo>
                        <a:pt x="83697" y="698"/>
                        <a:pt x="104665" y="2205"/>
                        <a:pt x="125501" y="5575"/>
                      </a:cubicBezTo>
                      <a:cubicBezTo>
                        <a:pt x="135963" y="7570"/>
                        <a:pt x="145938" y="10008"/>
                        <a:pt x="156267" y="11604"/>
                      </a:cubicBezTo>
                      <a:cubicBezTo>
                        <a:pt x="166551" y="13199"/>
                        <a:pt x="176881" y="14396"/>
                        <a:pt x="187298" y="15283"/>
                      </a:cubicBezTo>
                      <a:cubicBezTo>
                        <a:pt x="197672" y="16125"/>
                        <a:pt x="208090" y="16613"/>
                        <a:pt x="218552" y="16613"/>
                      </a:cubicBezTo>
                      <a:cubicBezTo>
                        <a:pt x="229014" y="16746"/>
                        <a:pt x="239432" y="16392"/>
                        <a:pt x="249894" y="15460"/>
                      </a:cubicBezTo>
                      <a:cubicBezTo>
                        <a:pt x="229236" y="19051"/>
                        <a:pt x="208090" y="19628"/>
                        <a:pt x="187121" y="18697"/>
                      </a:cubicBezTo>
                      <a:cubicBezTo>
                        <a:pt x="176615" y="18342"/>
                        <a:pt x="166152" y="17012"/>
                        <a:pt x="155735" y="15593"/>
                      </a:cubicBezTo>
                      <a:cubicBezTo>
                        <a:pt x="145361" y="14131"/>
                        <a:pt x="134899" y="11781"/>
                        <a:pt x="124792" y="9963"/>
                      </a:cubicBezTo>
                      <a:cubicBezTo>
                        <a:pt x="104355" y="6284"/>
                        <a:pt x="83475" y="4821"/>
                        <a:pt x="62640" y="3580"/>
                      </a:cubicBezTo>
                      <a:cubicBezTo>
                        <a:pt x="52222" y="2959"/>
                        <a:pt x="41760" y="2560"/>
                        <a:pt x="31298" y="2339"/>
                      </a:cubicBezTo>
                      <a:cubicBezTo>
                        <a:pt x="26067" y="2205"/>
                        <a:pt x="20836" y="2073"/>
                        <a:pt x="15605" y="2073"/>
                      </a:cubicBezTo>
                      <a:lnTo>
                        <a:pt x="7758" y="2161"/>
                      </a:lnTo>
                      <a:cubicBezTo>
                        <a:pt x="5187" y="2294"/>
                        <a:pt x="2483" y="2117"/>
                        <a:pt x="0" y="29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19" name="Forme libre : forme 18518">
                  <a:extLst>
                    <a:ext uri="{FF2B5EF4-FFF2-40B4-BE49-F238E27FC236}">
                      <a16:creationId xmlns:a16="http://schemas.microsoft.com/office/drawing/2014/main" id="{7D3B401E-2C33-476B-B304-1143A28E5593}"/>
                    </a:ext>
                  </a:extLst>
                </p:cNvPr>
                <p:cNvSpPr/>
                <p:nvPr/>
              </p:nvSpPr>
              <p:spPr>
                <a:xfrm>
                  <a:off x="5861489" y="5724031"/>
                  <a:ext cx="287486" cy="14700"/>
                </a:xfrm>
                <a:custGeom>
                  <a:avLst/>
                  <a:gdLst>
                    <a:gd name="connsiteX0" fmla="*/ 0 w 287486"/>
                    <a:gd name="connsiteY0" fmla="*/ 14700 h 14700"/>
                    <a:gd name="connsiteX1" fmla="*/ 71506 w 287486"/>
                    <a:gd name="connsiteY1" fmla="*/ 5435 h 14700"/>
                    <a:gd name="connsiteX2" fmla="*/ 143455 w 287486"/>
                    <a:gd name="connsiteY2" fmla="*/ 692 h 14700"/>
                    <a:gd name="connsiteX3" fmla="*/ 215581 w 287486"/>
                    <a:gd name="connsiteY3" fmla="*/ 426 h 14700"/>
                    <a:gd name="connsiteX4" fmla="*/ 287486 w 287486"/>
                    <a:gd name="connsiteY4" fmla="*/ 5834 h 14700"/>
                    <a:gd name="connsiteX5" fmla="*/ 251489 w 287486"/>
                    <a:gd name="connsiteY5" fmla="*/ 4460 h 14700"/>
                    <a:gd name="connsiteX6" fmla="*/ 233491 w 287486"/>
                    <a:gd name="connsiteY6" fmla="*/ 3972 h 14700"/>
                    <a:gd name="connsiteX7" fmla="*/ 215493 w 287486"/>
                    <a:gd name="connsiteY7" fmla="*/ 3839 h 14700"/>
                    <a:gd name="connsiteX8" fmla="*/ 143588 w 287486"/>
                    <a:gd name="connsiteY8" fmla="*/ 5080 h 14700"/>
                    <a:gd name="connsiteX9" fmla="*/ 71727 w 287486"/>
                    <a:gd name="connsiteY9" fmla="*/ 8804 h 14700"/>
                    <a:gd name="connsiteX10" fmla="*/ 35819 w 287486"/>
                    <a:gd name="connsiteY10" fmla="*/ 11509 h 14700"/>
                    <a:gd name="connsiteX11" fmla="*/ 0 w 287486"/>
                    <a:gd name="connsiteY11" fmla="*/ 14700 h 1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7486" h="14700">
                      <a:moveTo>
                        <a:pt x="0" y="14700"/>
                      </a:moveTo>
                      <a:cubicBezTo>
                        <a:pt x="23673" y="10622"/>
                        <a:pt x="47567" y="7784"/>
                        <a:pt x="71506" y="5435"/>
                      </a:cubicBezTo>
                      <a:cubicBezTo>
                        <a:pt x="95445" y="3130"/>
                        <a:pt x="119428" y="1755"/>
                        <a:pt x="143455" y="692"/>
                      </a:cubicBezTo>
                      <a:cubicBezTo>
                        <a:pt x="167482" y="-106"/>
                        <a:pt x="191554" y="-239"/>
                        <a:pt x="215581" y="426"/>
                      </a:cubicBezTo>
                      <a:cubicBezTo>
                        <a:pt x="239609" y="1090"/>
                        <a:pt x="263636" y="2952"/>
                        <a:pt x="287486" y="5834"/>
                      </a:cubicBezTo>
                      <a:cubicBezTo>
                        <a:pt x="275473" y="5523"/>
                        <a:pt x="263503" y="4504"/>
                        <a:pt x="251489" y="4460"/>
                      </a:cubicBezTo>
                      <a:lnTo>
                        <a:pt x="233491" y="3972"/>
                      </a:lnTo>
                      <a:lnTo>
                        <a:pt x="215493" y="3839"/>
                      </a:lnTo>
                      <a:cubicBezTo>
                        <a:pt x="191510" y="3839"/>
                        <a:pt x="167527" y="3972"/>
                        <a:pt x="143588" y="5080"/>
                      </a:cubicBezTo>
                      <a:cubicBezTo>
                        <a:pt x="119605" y="5790"/>
                        <a:pt x="95666" y="7208"/>
                        <a:pt x="71727" y="8804"/>
                      </a:cubicBezTo>
                      <a:cubicBezTo>
                        <a:pt x="59758" y="9602"/>
                        <a:pt x="47789" y="10488"/>
                        <a:pt x="35819" y="11509"/>
                      </a:cubicBezTo>
                      <a:cubicBezTo>
                        <a:pt x="23894" y="12439"/>
                        <a:pt x="11969" y="13592"/>
                        <a:pt x="0" y="147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20" name="Forme libre : forme 18519">
                  <a:extLst>
                    <a:ext uri="{FF2B5EF4-FFF2-40B4-BE49-F238E27FC236}">
                      <a16:creationId xmlns:a16="http://schemas.microsoft.com/office/drawing/2014/main" id="{8831B459-184D-4D14-AD86-179121101585}"/>
                    </a:ext>
                  </a:extLst>
                </p:cNvPr>
                <p:cNvSpPr/>
                <p:nvPr/>
              </p:nvSpPr>
              <p:spPr>
                <a:xfrm>
                  <a:off x="6769830" y="5685116"/>
                  <a:ext cx="465075" cy="18460"/>
                </a:xfrm>
                <a:custGeom>
                  <a:avLst/>
                  <a:gdLst>
                    <a:gd name="connsiteX0" fmla="*/ 0 w 465075"/>
                    <a:gd name="connsiteY0" fmla="*/ 16998 h 18460"/>
                    <a:gd name="connsiteX1" fmla="*/ 116058 w 465075"/>
                    <a:gd name="connsiteY1" fmla="*/ 4852 h 18460"/>
                    <a:gd name="connsiteX2" fmla="*/ 232693 w 465075"/>
                    <a:gd name="connsiteY2" fmla="*/ 20 h 18460"/>
                    <a:gd name="connsiteX3" fmla="*/ 349372 w 465075"/>
                    <a:gd name="connsiteY3" fmla="*/ 3433 h 18460"/>
                    <a:gd name="connsiteX4" fmla="*/ 465076 w 465075"/>
                    <a:gd name="connsiteY4" fmla="*/ 18461 h 18460"/>
                    <a:gd name="connsiteX5" fmla="*/ 407224 w 465075"/>
                    <a:gd name="connsiteY5" fmla="*/ 11457 h 18460"/>
                    <a:gd name="connsiteX6" fmla="*/ 349151 w 465075"/>
                    <a:gd name="connsiteY6" fmla="*/ 6891 h 18460"/>
                    <a:gd name="connsiteX7" fmla="*/ 232693 w 465075"/>
                    <a:gd name="connsiteY7" fmla="*/ 4497 h 18460"/>
                    <a:gd name="connsiteX8" fmla="*/ 116236 w 465075"/>
                    <a:gd name="connsiteY8" fmla="*/ 8265 h 18460"/>
                    <a:gd name="connsiteX9" fmla="*/ 58073 w 465075"/>
                    <a:gd name="connsiteY9" fmla="*/ 12077 h 18460"/>
                    <a:gd name="connsiteX10" fmla="*/ 0 w 465075"/>
                    <a:gd name="connsiteY10" fmla="*/ 16998 h 18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5075" h="18460">
                      <a:moveTo>
                        <a:pt x="0" y="16998"/>
                      </a:moveTo>
                      <a:cubicBezTo>
                        <a:pt x="38479" y="11412"/>
                        <a:pt x="77224" y="7689"/>
                        <a:pt x="116058" y="4852"/>
                      </a:cubicBezTo>
                      <a:cubicBezTo>
                        <a:pt x="154848" y="2059"/>
                        <a:pt x="193771" y="640"/>
                        <a:pt x="232693" y="20"/>
                      </a:cubicBezTo>
                      <a:cubicBezTo>
                        <a:pt x="271616" y="-158"/>
                        <a:pt x="310538" y="862"/>
                        <a:pt x="349372" y="3433"/>
                      </a:cubicBezTo>
                      <a:cubicBezTo>
                        <a:pt x="388206" y="6359"/>
                        <a:pt x="426907" y="11058"/>
                        <a:pt x="465076" y="18461"/>
                      </a:cubicBezTo>
                      <a:cubicBezTo>
                        <a:pt x="445748" y="16067"/>
                        <a:pt x="426597" y="12875"/>
                        <a:pt x="407224" y="11457"/>
                      </a:cubicBezTo>
                      <a:cubicBezTo>
                        <a:pt x="387940" y="9196"/>
                        <a:pt x="368523" y="8221"/>
                        <a:pt x="349151" y="6891"/>
                      </a:cubicBezTo>
                      <a:cubicBezTo>
                        <a:pt x="310361" y="5029"/>
                        <a:pt x="271527" y="3965"/>
                        <a:pt x="232693" y="4497"/>
                      </a:cubicBezTo>
                      <a:cubicBezTo>
                        <a:pt x="193859" y="4763"/>
                        <a:pt x="155025" y="6225"/>
                        <a:pt x="116236" y="8265"/>
                      </a:cubicBezTo>
                      <a:cubicBezTo>
                        <a:pt x="96819" y="9285"/>
                        <a:pt x="77446" y="10526"/>
                        <a:pt x="58073" y="12077"/>
                      </a:cubicBezTo>
                      <a:cubicBezTo>
                        <a:pt x="38701" y="13363"/>
                        <a:pt x="19373" y="15136"/>
                        <a:pt x="0" y="16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21" name="Forme libre : forme 18520">
                  <a:extLst>
                    <a:ext uri="{FF2B5EF4-FFF2-40B4-BE49-F238E27FC236}">
                      <a16:creationId xmlns:a16="http://schemas.microsoft.com/office/drawing/2014/main" id="{18B238EE-4180-4CF9-9275-F7B983C10F4E}"/>
                    </a:ext>
                  </a:extLst>
                </p:cNvPr>
                <p:cNvSpPr/>
                <p:nvPr/>
              </p:nvSpPr>
              <p:spPr>
                <a:xfrm>
                  <a:off x="6038635" y="6198443"/>
                  <a:ext cx="581843" cy="53424"/>
                </a:xfrm>
                <a:custGeom>
                  <a:avLst/>
                  <a:gdLst>
                    <a:gd name="connsiteX0" fmla="*/ 0 w 581843"/>
                    <a:gd name="connsiteY0" fmla="*/ 0 h 53424"/>
                    <a:gd name="connsiteX1" fmla="*/ 145849 w 581843"/>
                    <a:gd name="connsiteY1" fmla="*/ 12058 h 53424"/>
                    <a:gd name="connsiteX2" fmla="*/ 218507 w 581843"/>
                    <a:gd name="connsiteY2" fmla="*/ 21190 h 53424"/>
                    <a:gd name="connsiteX3" fmla="*/ 290811 w 581843"/>
                    <a:gd name="connsiteY3" fmla="*/ 33027 h 53424"/>
                    <a:gd name="connsiteX4" fmla="*/ 326719 w 581843"/>
                    <a:gd name="connsiteY4" fmla="*/ 39677 h 53424"/>
                    <a:gd name="connsiteX5" fmla="*/ 362893 w 581843"/>
                    <a:gd name="connsiteY5" fmla="*/ 44464 h 53424"/>
                    <a:gd name="connsiteX6" fmla="*/ 399245 w 581843"/>
                    <a:gd name="connsiteY6" fmla="*/ 47789 h 53424"/>
                    <a:gd name="connsiteX7" fmla="*/ 435729 w 581843"/>
                    <a:gd name="connsiteY7" fmla="*/ 49695 h 53424"/>
                    <a:gd name="connsiteX8" fmla="*/ 508787 w 581843"/>
                    <a:gd name="connsiteY8" fmla="*/ 50404 h 53424"/>
                    <a:gd name="connsiteX9" fmla="*/ 581844 w 581843"/>
                    <a:gd name="connsiteY9" fmla="*/ 47213 h 53424"/>
                    <a:gd name="connsiteX10" fmla="*/ 435596 w 581843"/>
                    <a:gd name="connsiteY10" fmla="*/ 53108 h 53424"/>
                    <a:gd name="connsiteX11" fmla="*/ 362450 w 581843"/>
                    <a:gd name="connsiteY11" fmla="*/ 48498 h 53424"/>
                    <a:gd name="connsiteX12" fmla="*/ 326054 w 581843"/>
                    <a:gd name="connsiteY12" fmla="*/ 43888 h 53424"/>
                    <a:gd name="connsiteX13" fmla="*/ 289969 w 581843"/>
                    <a:gd name="connsiteY13" fmla="*/ 37416 h 53424"/>
                    <a:gd name="connsiteX14" fmla="*/ 145494 w 581843"/>
                    <a:gd name="connsiteY14" fmla="*/ 15471 h 53424"/>
                    <a:gd name="connsiteX15" fmla="*/ 72836 w 581843"/>
                    <a:gd name="connsiteY15" fmla="*/ 7226 h 53424"/>
                    <a:gd name="connsiteX16" fmla="*/ 0 w 581843"/>
                    <a:gd name="connsiteY16" fmla="*/ 0 h 53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81843" h="53424">
                      <a:moveTo>
                        <a:pt x="0" y="0"/>
                      </a:moveTo>
                      <a:cubicBezTo>
                        <a:pt x="48720" y="2616"/>
                        <a:pt x="97351" y="6827"/>
                        <a:pt x="145849" y="12058"/>
                      </a:cubicBezTo>
                      <a:cubicBezTo>
                        <a:pt x="170098" y="14674"/>
                        <a:pt x="194347" y="17732"/>
                        <a:pt x="218507" y="21190"/>
                      </a:cubicBezTo>
                      <a:cubicBezTo>
                        <a:pt x="242668" y="24648"/>
                        <a:pt x="266784" y="28416"/>
                        <a:pt x="290811" y="33027"/>
                      </a:cubicBezTo>
                      <a:cubicBezTo>
                        <a:pt x="302825" y="35376"/>
                        <a:pt x="314750" y="37504"/>
                        <a:pt x="326719" y="39677"/>
                      </a:cubicBezTo>
                      <a:cubicBezTo>
                        <a:pt x="338777" y="41361"/>
                        <a:pt x="350747" y="43311"/>
                        <a:pt x="362893" y="44464"/>
                      </a:cubicBezTo>
                      <a:cubicBezTo>
                        <a:pt x="374951" y="45971"/>
                        <a:pt x="387098" y="46769"/>
                        <a:pt x="399245" y="47789"/>
                      </a:cubicBezTo>
                      <a:cubicBezTo>
                        <a:pt x="411391" y="48454"/>
                        <a:pt x="423538" y="49296"/>
                        <a:pt x="435729" y="49695"/>
                      </a:cubicBezTo>
                      <a:cubicBezTo>
                        <a:pt x="460067" y="50671"/>
                        <a:pt x="484449" y="50847"/>
                        <a:pt x="508787" y="50404"/>
                      </a:cubicBezTo>
                      <a:cubicBezTo>
                        <a:pt x="533169" y="50050"/>
                        <a:pt x="557506" y="48986"/>
                        <a:pt x="581844" y="47213"/>
                      </a:cubicBezTo>
                      <a:cubicBezTo>
                        <a:pt x="533346" y="52444"/>
                        <a:pt x="484449" y="54217"/>
                        <a:pt x="435596" y="53108"/>
                      </a:cubicBezTo>
                      <a:cubicBezTo>
                        <a:pt x="411170" y="52665"/>
                        <a:pt x="386743" y="51069"/>
                        <a:pt x="362450" y="48498"/>
                      </a:cubicBezTo>
                      <a:cubicBezTo>
                        <a:pt x="350259" y="47390"/>
                        <a:pt x="338201" y="45528"/>
                        <a:pt x="326054" y="43888"/>
                      </a:cubicBezTo>
                      <a:cubicBezTo>
                        <a:pt x="313996" y="41804"/>
                        <a:pt x="301894" y="39721"/>
                        <a:pt x="289969" y="37416"/>
                      </a:cubicBezTo>
                      <a:cubicBezTo>
                        <a:pt x="242180" y="28062"/>
                        <a:pt x="193815" y="21589"/>
                        <a:pt x="145494" y="15471"/>
                      </a:cubicBezTo>
                      <a:cubicBezTo>
                        <a:pt x="121290" y="12413"/>
                        <a:pt x="97085" y="9753"/>
                        <a:pt x="72836" y="7226"/>
                      </a:cubicBezTo>
                      <a:cubicBezTo>
                        <a:pt x="48587" y="4522"/>
                        <a:pt x="24293" y="22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sp>
          <p:nvSpPr>
            <p:cNvPr id="4" name="Forme libre : forme 18417">
              <a:extLst>
                <a:ext uri="{FF2B5EF4-FFF2-40B4-BE49-F238E27FC236}">
                  <a16:creationId xmlns:a16="http://schemas.microsoft.com/office/drawing/2014/main" id="{B1B36360-9CE0-4ADB-84A9-637441391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183" y="4960206"/>
              <a:ext cx="3696368" cy="1313510"/>
            </a:xfrm>
            <a:custGeom>
              <a:avLst/>
              <a:gdLst/>
              <a:ahLst/>
              <a:cxnLst/>
              <a:rect l="0" t="0" r="r" b="b"/>
              <a:pathLst>
                <a:path w="3696368" h="1313510">
                  <a:moveTo>
                    <a:pt x="3669864" y="561436"/>
                  </a:moveTo>
                  <a:cubicBezTo>
                    <a:pt x="3626331" y="604482"/>
                    <a:pt x="3571715" y="647749"/>
                    <a:pt x="3517808" y="686450"/>
                  </a:cubicBezTo>
                  <a:cubicBezTo>
                    <a:pt x="3599067" y="577351"/>
                    <a:pt x="3684980" y="518214"/>
                    <a:pt x="3685778" y="517637"/>
                  </a:cubicBezTo>
                  <a:cubicBezTo>
                    <a:pt x="3692871" y="512849"/>
                    <a:pt x="3694778" y="503230"/>
                    <a:pt x="3690034" y="496093"/>
                  </a:cubicBezTo>
                  <a:cubicBezTo>
                    <a:pt x="3685246" y="488999"/>
                    <a:pt x="3675627" y="487093"/>
                    <a:pt x="3668489" y="491837"/>
                  </a:cubicBezTo>
                  <a:cubicBezTo>
                    <a:pt x="3664278" y="494674"/>
                    <a:pt x="3542456" y="578238"/>
                    <a:pt x="3448209" y="734238"/>
                  </a:cubicBezTo>
                  <a:cubicBezTo>
                    <a:pt x="3421920" y="751571"/>
                    <a:pt x="3397184" y="767176"/>
                    <a:pt x="3375595" y="780298"/>
                  </a:cubicBezTo>
                  <a:cubicBezTo>
                    <a:pt x="3374353" y="777904"/>
                    <a:pt x="3373068" y="775200"/>
                    <a:pt x="3371694" y="772053"/>
                  </a:cubicBezTo>
                  <a:cubicBezTo>
                    <a:pt x="3362561" y="750729"/>
                    <a:pt x="3350282" y="707684"/>
                    <a:pt x="3343676" y="623854"/>
                  </a:cubicBezTo>
                  <a:cubicBezTo>
                    <a:pt x="3340086" y="578326"/>
                    <a:pt x="3338844" y="508771"/>
                    <a:pt x="3337514" y="435138"/>
                  </a:cubicBezTo>
                  <a:cubicBezTo>
                    <a:pt x="3334323" y="257104"/>
                    <a:pt x="3321777" y="55310"/>
                    <a:pt x="3285736" y="10180"/>
                  </a:cubicBezTo>
                  <a:cubicBezTo>
                    <a:pt x="3279574" y="2467"/>
                    <a:pt x="3272614" y="-902"/>
                    <a:pt x="3265033" y="206"/>
                  </a:cubicBezTo>
                  <a:lnTo>
                    <a:pt x="3265388" y="5482"/>
                  </a:lnTo>
                  <a:cubicBezTo>
                    <a:pt x="3265299" y="5482"/>
                    <a:pt x="3265211" y="5482"/>
                    <a:pt x="3265166" y="5482"/>
                  </a:cubicBezTo>
                  <a:lnTo>
                    <a:pt x="3264457" y="295"/>
                  </a:lnTo>
                  <a:cubicBezTo>
                    <a:pt x="3221456" y="12397"/>
                    <a:pt x="3200044" y="99463"/>
                    <a:pt x="3208157" y="266502"/>
                  </a:cubicBezTo>
                  <a:cubicBezTo>
                    <a:pt x="3214762" y="402155"/>
                    <a:pt x="3232849" y="565559"/>
                    <a:pt x="3248631" y="682726"/>
                  </a:cubicBezTo>
                  <a:lnTo>
                    <a:pt x="3250626" y="697444"/>
                  </a:lnTo>
                  <a:cubicBezTo>
                    <a:pt x="3259182" y="761147"/>
                    <a:pt x="3264058" y="810576"/>
                    <a:pt x="3266674" y="848790"/>
                  </a:cubicBezTo>
                  <a:cubicBezTo>
                    <a:pt x="3265432" y="849676"/>
                    <a:pt x="3264147" y="850563"/>
                    <a:pt x="3262950" y="851405"/>
                  </a:cubicBezTo>
                  <a:cubicBezTo>
                    <a:pt x="3195300" y="900213"/>
                    <a:pt x="3108057" y="1014898"/>
                    <a:pt x="3050338" y="1090792"/>
                  </a:cubicBezTo>
                  <a:cubicBezTo>
                    <a:pt x="3047102" y="1095004"/>
                    <a:pt x="3044043" y="1099082"/>
                    <a:pt x="3041029" y="1103028"/>
                  </a:cubicBezTo>
                  <a:cubicBezTo>
                    <a:pt x="2973601" y="1138625"/>
                    <a:pt x="2929891" y="1148777"/>
                    <a:pt x="2864503" y="1163894"/>
                  </a:cubicBezTo>
                  <a:cubicBezTo>
                    <a:pt x="2814320" y="1175465"/>
                    <a:pt x="2751902" y="1189916"/>
                    <a:pt x="2656857" y="1220283"/>
                  </a:cubicBezTo>
                  <a:cubicBezTo>
                    <a:pt x="2618378" y="1221480"/>
                    <a:pt x="2578258" y="1223209"/>
                    <a:pt x="2538670" y="1224938"/>
                  </a:cubicBezTo>
                  <a:cubicBezTo>
                    <a:pt x="2524795" y="1225558"/>
                    <a:pt x="2510919" y="1226135"/>
                    <a:pt x="2497043" y="1226711"/>
                  </a:cubicBezTo>
                  <a:lnTo>
                    <a:pt x="2497132" y="1226445"/>
                  </a:lnTo>
                  <a:cubicBezTo>
                    <a:pt x="2496157" y="1226090"/>
                    <a:pt x="2401510" y="1189473"/>
                    <a:pt x="2429395" y="930004"/>
                  </a:cubicBezTo>
                  <a:lnTo>
                    <a:pt x="2433118" y="895603"/>
                  </a:lnTo>
                  <a:cubicBezTo>
                    <a:pt x="2457811" y="668318"/>
                    <a:pt x="2491680" y="357026"/>
                    <a:pt x="2401510" y="252228"/>
                  </a:cubicBezTo>
                  <a:cubicBezTo>
                    <a:pt x="2381517" y="228999"/>
                    <a:pt x="2356204" y="216364"/>
                    <a:pt x="2326325" y="214679"/>
                  </a:cubicBezTo>
                  <a:cubicBezTo>
                    <a:pt x="2326325" y="214679"/>
                    <a:pt x="2326281" y="214679"/>
                    <a:pt x="2326281" y="214679"/>
                  </a:cubicBezTo>
                  <a:cubicBezTo>
                    <a:pt x="2325704" y="214635"/>
                    <a:pt x="2325084" y="214591"/>
                    <a:pt x="2324507" y="214547"/>
                  </a:cubicBezTo>
                  <a:lnTo>
                    <a:pt x="2324507" y="214635"/>
                  </a:lnTo>
                  <a:cubicBezTo>
                    <a:pt x="2324375" y="214635"/>
                    <a:pt x="2324241" y="214635"/>
                    <a:pt x="2324109" y="214635"/>
                  </a:cubicBezTo>
                  <a:cubicBezTo>
                    <a:pt x="2293077" y="216808"/>
                    <a:pt x="2266611" y="229531"/>
                    <a:pt x="2246396" y="255375"/>
                  </a:cubicBezTo>
                  <a:cubicBezTo>
                    <a:pt x="2177240" y="343948"/>
                    <a:pt x="2175467" y="576686"/>
                    <a:pt x="2241210" y="947027"/>
                  </a:cubicBezTo>
                  <a:cubicBezTo>
                    <a:pt x="2265680" y="1084941"/>
                    <a:pt x="2249943" y="1173913"/>
                    <a:pt x="2232033" y="1224849"/>
                  </a:cubicBezTo>
                  <a:cubicBezTo>
                    <a:pt x="2121560" y="1214210"/>
                    <a:pt x="2025717" y="1215363"/>
                    <a:pt x="1941798" y="1228440"/>
                  </a:cubicBezTo>
                  <a:cubicBezTo>
                    <a:pt x="1814790" y="1215052"/>
                    <a:pt x="1711100" y="1213722"/>
                    <a:pt x="1620886" y="1219042"/>
                  </a:cubicBezTo>
                  <a:cubicBezTo>
                    <a:pt x="1618980" y="1206053"/>
                    <a:pt x="1617783" y="1191113"/>
                    <a:pt x="1617783" y="1174090"/>
                  </a:cubicBezTo>
                  <a:cubicBezTo>
                    <a:pt x="1617828" y="1127454"/>
                    <a:pt x="1610025" y="1087867"/>
                    <a:pt x="1592116" y="1086758"/>
                  </a:cubicBezTo>
                  <a:cubicBezTo>
                    <a:pt x="1588480" y="1085606"/>
                    <a:pt x="1580856" y="1087157"/>
                    <a:pt x="1577088" y="1089817"/>
                  </a:cubicBezTo>
                  <a:cubicBezTo>
                    <a:pt x="1563567" y="1099304"/>
                    <a:pt x="1560197" y="1122932"/>
                    <a:pt x="1558247" y="1150462"/>
                  </a:cubicBezTo>
                  <a:cubicBezTo>
                    <a:pt x="1554833" y="1197940"/>
                    <a:pt x="1529786" y="1219928"/>
                    <a:pt x="1515778" y="1228617"/>
                  </a:cubicBezTo>
                  <a:cubicBezTo>
                    <a:pt x="1483327" y="1232607"/>
                    <a:pt x="1452429" y="1237306"/>
                    <a:pt x="1422417" y="1242404"/>
                  </a:cubicBezTo>
                  <a:cubicBezTo>
                    <a:pt x="1420511" y="1241917"/>
                    <a:pt x="1418560" y="1241385"/>
                    <a:pt x="1416654" y="1240941"/>
                  </a:cubicBezTo>
                  <a:cubicBezTo>
                    <a:pt x="1101239" y="1166288"/>
                    <a:pt x="900198" y="1180829"/>
                    <a:pt x="764235" y="1194128"/>
                  </a:cubicBezTo>
                  <a:cubicBezTo>
                    <a:pt x="727529" y="1185794"/>
                    <a:pt x="691842" y="1178036"/>
                    <a:pt x="656688" y="1171519"/>
                  </a:cubicBezTo>
                  <a:cubicBezTo>
                    <a:pt x="451879" y="1133350"/>
                    <a:pt x="358562" y="1164160"/>
                    <a:pt x="272693" y="1196921"/>
                  </a:cubicBezTo>
                  <a:cubicBezTo>
                    <a:pt x="120727" y="1182734"/>
                    <a:pt x="20716" y="1160259"/>
                    <a:pt x="18987" y="1159860"/>
                  </a:cubicBezTo>
                  <a:cubicBezTo>
                    <a:pt x="10609" y="1157954"/>
                    <a:pt x="2319" y="1163185"/>
                    <a:pt x="412" y="1171519"/>
                  </a:cubicBezTo>
                  <a:cubicBezTo>
                    <a:pt x="-1494" y="1179853"/>
                    <a:pt x="3737" y="1188188"/>
                    <a:pt x="12071" y="1190094"/>
                  </a:cubicBezTo>
                  <a:cubicBezTo>
                    <a:pt x="13534" y="1190448"/>
                    <a:pt x="86592" y="1206895"/>
                    <a:pt x="202517" y="1220638"/>
                  </a:cubicBezTo>
                  <a:cubicBezTo>
                    <a:pt x="117757" y="1244577"/>
                    <a:pt x="14377" y="1261156"/>
                    <a:pt x="13091" y="1261334"/>
                  </a:cubicBezTo>
                  <a:cubicBezTo>
                    <a:pt x="4624" y="1262663"/>
                    <a:pt x="-1139" y="1270643"/>
                    <a:pt x="191" y="1279110"/>
                  </a:cubicBezTo>
                  <a:cubicBezTo>
                    <a:pt x="1521" y="1287577"/>
                    <a:pt x="9500" y="1293341"/>
                    <a:pt x="17968" y="1292010"/>
                  </a:cubicBezTo>
                  <a:cubicBezTo>
                    <a:pt x="24484" y="1290991"/>
                    <a:pt x="178313" y="1266299"/>
                    <a:pt x="267285" y="1232208"/>
                  </a:cubicBezTo>
                  <a:lnTo>
                    <a:pt x="272294" y="1230302"/>
                  </a:lnTo>
                  <a:cubicBezTo>
                    <a:pt x="273890" y="1229681"/>
                    <a:pt x="275486" y="1229061"/>
                    <a:pt x="277126" y="1228440"/>
                  </a:cubicBezTo>
                  <a:cubicBezTo>
                    <a:pt x="390170" y="1238680"/>
                    <a:pt x="530433" y="1244178"/>
                    <a:pt x="680095" y="1233183"/>
                  </a:cubicBezTo>
                  <a:cubicBezTo>
                    <a:pt x="700221" y="1231720"/>
                    <a:pt x="722032" y="1229504"/>
                    <a:pt x="745084" y="1227199"/>
                  </a:cubicBezTo>
                  <a:cubicBezTo>
                    <a:pt x="750670" y="1226622"/>
                    <a:pt x="756433" y="1226046"/>
                    <a:pt x="762284" y="1225470"/>
                  </a:cubicBezTo>
                  <a:cubicBezTo>
                    <a:pt x="781480" y="1229858"/>
                    <a:pt x="800941" y="1234380"/>
                    <a:pt x="820801" y="1239035"/>
                  </a:cubicBezTo>
                  <a:cubicBezTo>
                    <a:pt x="953218" y="1269934"/>
                    <a:pt x="1089092" y="1301630"/>
                    <a:pt x="1213973" y="1301630"/>
                  </a:cubicBezTo>
                  <a:cubicBezTo>
                    <a:pt x="1252009" y="1301630"/>
                    <a:pt x="1289025" y="1298704"/>
                    <a:pt x="1324623" y="1291877"/>
                  </a:cubicBezTo>
                  <a:cubicBezTo>
                    <a:pt x="1356319" y="1285804"/>
                    <a:pt x="1388238" y="1279731"/>
                    <a:pt x="1421175" y="1274057"/>
                  </a:cubicBezTo>
                  <a:cubicBezTo>
                    <a:pt x="1431593" y="1276850"/>
                    <a:pt x="1442233" y="1280130"/>
                    <a:pt x="1453360" y="1283543"/>
                  </a:cubicBezTo>
                  <a:cubicBezTo>
                    <a:pt x="1499109" y="1297552"/>
                    <a:pt x="1551065" y="1313511"/>
                    <a:pt x="1628999" y="1313511"/>
                  </a:cubicBezTo>
                  <a:cubicBezTo>
                    <a:pt x="1690131" y="1313511"/>
                    <a:pt x="1767267" y="1303669"/>
                    <a:pt x="1869849" y="1275386"/>
                  </a:cubicBezTo>
                  <a:cubicBezTo>
                    <a:pt x="1892990" y="1269003"/>
                    <a:pt x="1917328" y="1263816"/>
                    <a:pt x="1942774" y="1259737"/>
                  </a:cubicBezTo>
                  <a:cubicBezTo>
                    <a:pt x="1989986" y="1264791"/>
                    <a:pt x="2040479" y="1271485"/>
                    <a:pt x="2094740" y="1280174"/>
                  </a:cubicBezTo>
                  <a:cubicBezTo>
                    <a:pt x="2251184" y="1305221"/>
                    <a:pt x="2440876" y="1321224"/>
                    <a:pt x="2662176" y="1251049"/>
                  </a:cubicBezTo>
                  <a:cubicBezTo>
                    <a:pt x="2713778" y="1249497"/>
                    <a:pt x="2761965" y="1248965"/>
                    <a:pt x="2801110" y="1250871"/>
                  </a:cubicBezTo>
                  <a:cubicBezTo>
                    <a:pt x="2950195" y="1258186"/>
                    <a:pt x="2986147" y="1217224"/>
                    <a:pt x="3020903" y="1177637"/>
                  </a:cubicBezTo>
                  <a:cubicBezTo>
                    <a:pt x="3022986" y="1175287"/>
                    <a:pt x="3025070" y="1172893"/>
                    <a:pt x="3027198" y="1170499"/>
                  </a:cubicBezTo>
                  <a:cubicBezTo>
                    <a:pt x="3035177" y="1161545"/>
                    <a:pt x="3047014" y="1146339"/>
                    <a:pt x="3061687" y="1127099"/>
                  </a:cubicBezTo>
                  <a:cubicBezTo>
                    <a:pt x="3198404" y="1053510"/>
                    <a:pt x="3376393" y="919098"/>
                    <a:pt x="3468335" y="761103"/>
                  </a:cubicBezTo>
                  <a:cubicBezTo>
                    <a:pt x="3469310" y="759418"/>
                    <a:pt x="3470330" y="757778"/>
                    <a:pt x="3471305" y="756093"/>
                  </a:cubicBezTo>
                  <a:cubicBezTo>
                    <a:pt x="3544673" y="707374"/>
                    <a:pt x="3628902" y="645443"/>
                    <a:pt x="3691763" y="583291"/>
                  </a:cubicBezTo>
                  <a:cubicBezTo>
                    <a:pt x="3697836" y="577262"/>
                    <a:pt x="3697925" y="567421"/>
                    <a:pt x="3691896" y="561348"/>
                  </a:cubicBezTo>
                  <a:cubicBezTo>
                    <a:pt x="3685823" y="555451"/>
                    <a:pt x="3675981" y="555407"/>
                    <a:pt x="3669864" y="561436"/>
                  </a:cubicBezTo>
                  <a:close/>
                  <a:moveTo>
                    <a:pt x="3289593" y="870689"/>
                  </a:moveTo>
                  <a:cubicBezTo>
                    <a:pt x="3315792" y="852469"/>
                    <a:pt x="3346691" y="833939"/>
                    <a:pt x="3381978" y="812748"/>
                  </a:cubicBezTo>
                  <a:cubicBezTo>
                    <a:pt x="3390135" y="807872"/>
                    <a:pt x="3398824" y="802552"/>
                    <a:pt x="3407912" y="796923"/>
                  </a:cubicBezTo>
                  <a:cubicBezTo>
                    <a:pt x="3374531" y="843071"/>
                    <a:pt x="3334234" y="886648"/>
                    <a:pt x="3290878" y="926457"/>
                  </a:cubicBezTo>
                  <a:cubicBezTo>
                    <a:pt x="3291277" y="913823"/>
                    <a:pt x="3291100" y="895958"/>
                    <a:pt x="3289593" y="870689"/>
                  </a:cubicBezTo>
                  <a:close/>
                  <a:moveTo>
                    <a:pt x="3306926" y="171767"/>
                  </a:moveTo>
                  <a:cubicBezTo>
                    <a:pt x="3300542" y="168886"/>
                    <a:pt x="3288661" y="165383"/>
                    <a:pt x="3273899" y="169107"/>
                  </a:cubicBezTo>
                  <a:lnTo>
                    <a:pt x="3273899" y="169019"/>
                  </a:lnTo>
                  <a:cubicBezTo>
                    <a:pt x="3261177" y="172077"/>
                    <a:pt x="3251113" y="178239"/>
                    <a:pt x="3244818" y="183027"/>
                  </a:cubicBezTo>
                  <a:cubicBezTo>
                    <a:pt x="3248099" y="170348"/>
                    <a:pt x="3251424" y="162458"/>
                    <a:pt x="3253951" y="157714"/>
                  </a:cubicBezTo>
                  <a:cubicBezTo>
                    <a:pt x="3261487" y="151153"/>
                    <a:pt x="3260866" y="150267"/>
                    <a:pt x="3267782" y="148803"/>
                  </a:cubicBezTo>
                  <a:cubicBezTo>
                    <a:pt x="3268314" y="148759"/>
                    <a:pt x="3280726" y="147873"/>
                    <a:pt x="3289726" y="144016"/>
                  </a:cubicBezTo>
                  <a:cubicBezTo>
                    <a:pt x="3295223" y="141622"/>
                    <a:pt x="3301118" y="142819"/>
                    <a:pt x="3304576" y="143927"/>
                  </a:cubicBezTo>
                  <a:cubicBezTo>
                    <a:pt x="3305419" y="152882"/>
                    <a:pt x="3306217" y="162192"/>
                    <a:pt x="3306926" y="171767"/>
                  </a:cubicBezTo>
                  <a:close/>
                  <a:moveTo>
                    <a:pt x="3298725" y="94631"/>
                  </a:moveTo>
                  <a:cubicBezTo>
                    <a:pt x="3291011" y="91084"/>
                    <a:pt x="3282278" y="92237"/>
                    <a:pt x="3276027" y="93966"/>
                  </a:cubicBezTo>
                  <a:cubicBezTo>
                    <a:pt x="3283696" y="78938"/>
                    <a:pt x="3288484" y="65373"/>
                    <a:pt x="3291233" y="56240"/>
                  </a:cubicBezTo>
                  <a:cubicBezTo>
                    <a:pt x="3294070" y="67191"/>
                    <a:pt x="3296553" y="80135"/>
                    <a:pt x="3298725" y="94631"/>
                  </a:cubicBezTo>
                  <a:close/>
                  <a:moveTo>
                    <a:pt x="3266540" y="17673"/>
                  </a:moveTo>
                  <a:cubicBezTo>
                    <a:pt x="3270575" y="17185"/>
                    <a:pt x="3274121" y="18958"/>
                    <a:pt x="3277623" y="23347"/>
                  </a:cubicBezTo>
                  <a:cubicBezTo>
                    <a:pt x="3281391" y="28090"/>
                    <a:pt x="3284760" y="35272"/>
                    <a:pt x="3287819" y="44449"/>
                  </a:cubicBezTo>
                  <a:cubicBezTo>
                    <a:pt x="3285691" y="53093"/>
                    <a:pt x="3277402" y="82396"/>
                    <a:pt x="3257807" y="111078"/>
                  </a:cubicBezTo>
                  <a:cubicBezTo>
                    <a:pt x="3255192" y="114580"/>
                    <a:pt x="3252354" y="116309"/>
                    <a:pt x="3249296" y="116087"/>
                  </a:cubicBezTo>
                  <a:cubicBezTo>
                    <a:pt x="3241449" y="115467"/>
                    <a:pt x="3232937" y="103275"/>
                    <a:pt x="3228593" y="95651"/>
                  </a:cubicBezTo>
                  <a:cubicBezTo>
                    <a:pt x="3235243" y="49325"/>
                    <a:pt x="3247921" y="23214"/>
                    <a:pt x="3266540" y="17673"/>
                  </a:cubicBezTo>
                  <a:close/>
                  <a:moveTo>
                    <a:pt x="3227130" y="106689"/>
                  </a:moveTo>
                  <a:cubicBezTo>
                    <a:pt x="3232228" y="114447"/>
                    <a:pt x="3240297" y="124200"/>
                    <a:pt x="3248897" y="124865"/>
                  </a:cubicBezTo>
                  <a:cubicBezTo>
                    <a:pt x="3249251" y="124909"/>
                    <a:pt x="3249562" y="124909"/>
                    <a:pt x="3249916" y="124909"/>
                  </a:cubicBezTo>
                  <a:cubicBezTo>
                    <a:pt x="3254261" y="124909"/>
                    <a:pt x="3258206" y="122604"/>
                    <a:pt x="3261708" y="118038"/>
                  </a:cubicBezTo>
                  <a:lnTo>
                    <a:pt x="3261753" y="118082"/>
                  </a:lnTo>
                  <a:cubicBezTo>
                    <a:pt x="3261841" y="117949"/>
                    <a:pt x="3261930" y="117816"/>
                    <a:pt x="3262019" y="117683"/>
                  </a:cubicBezTo>
                  <a:cubicBezTo>
                    <a:pt x="3262551" y="116974"/>
                    <a:pt x="3263083" y="116176"/>
                    <a:pt x="3263615" y="115334"/>
                  </a:cubicBezTo>
                  <a:lnTo>
                    <a:pt x="3263570" y="115290"/>
                  </a:lnTo>
                  <a:cubicBezTo>
                    <a:pt x="3265787" y="111920"/>
                    <a:pt x="3267959" y="108551"/>
                    <a:pt x="3269910" y="105226"/>
                  </a:cubicBezTo>
                  <a:cubicBezTo>
                    <a:pt x="3270796" y="104783"/>
                    <a:pt x="3289016" y="96271"/>
                    <a:pt x="3300232" y="105138"/>
                  </a:cubicBezTo>
                  <a:cubicBezTo>
                    <a:pt x="3301473" y="114447"/>
                    <a:pt x="3302626" y="124377"/>
                    <a:pt x="3303690" y="134707"/>
                  </a:cubicBezTo>
                  <a:cubicBezTo>
                    <a:pt x="3299478" y="133687"/>
                    <a:pt x="3293627" y="133155"/>
                    <a:pt x="3287952" y="135593"/>
                  </a:cubicBezTo>
                  <a:cubicBezTo>
                    <a:pt x="3279707" y="139140"/>
                    <a:pt x="3267560" y="140070"/>
                    <a:pt x="3267427" y="140070"/>
                  </a:cubicBezTo>
                  <a:cubicBezTo>
                    <a:pt x="3261354" y="140691"/>
                    <a:pt x="3258339" y="143573"/>
                    <a:pt x="3249828" y="151064"/>
                  </a:cubicBezTo>
                  <a:cubicBezTo>
                    <a:pt x="3249828" y="151064"/>
                    <a:pt x="3249828" y="151109"/>
                    <a:pt x="3249828" y="151109"/>
                  </a:cubicBezTo>
                  <a:cubicBezTo>
                    <a:pt x="3249606" y="151286"/>
                    <a:pt x="3249429" y="151463"/>
                    <a:pt x="3249207" y="151641"/>
                  </a:cubicBezTo>
                  <a:lnTo>
                    <a:pt x="3247567" y="153060"/>
                  </a:lnTo>
                  <a:cubicBezTo>
                    <a:pt x="3239853" y="159797"/>
                    <a:pt x="3226776" y="155852"/>
                    <a:pt x="3223717" y="154832"/>
                  </a:cubicBezTo>
                  <a:cubicBezTo>
                    <a:pt x="3224337" y="137056"/>
                    <a:pt x="3225490" y="121052"/>
                    <a:pt x="3227130" y="106689"/>
                  </a:cubicBezTo>
                  <a:close/>
                  <a:moveTo>
                    <a:pt x="3223362" y="163699"/>
                  </a:moveTo>
                  <a:cubicBezTo>
                    <a:pt x="3225889" y="164497"/>
                    <a:pt x="3230411" y="165649"/>
                    <a:pt x="3235464" y="165649"/>
                  </a:cubicBezTo>
                  <a:cubicBezTo>
                    <a:pt x="3238169" y="165649"/>
                    <a:pt x="3241006" y="165294"/>
                    <a:pt x="3243799" y="164408"/>
                  </a:cubicBezTo>
                  <a:cubicBezTo>
                    <a:pt x="3241405" y="170969"/>
                    <a:pt x="3238834" y="179525"/>
                    <a:pt x="3236440" y="190697"/>
                  </a:cubicBezTo>
                  <a:cubicBezTo>
                    <a:pt x="3234002" y="202134"/>
                    <a:pt x="3227308" y="208385"/>
                    <a:pt x="3223140" y="211266"/>
                  </a:cubicBezTo>
                  <a:cubicBezTo>
                    <a:pt x="3222919" y="194331"/>
                    <a:pt x="3222963" y="178461"/>
                    <a:pt x="3223362" y="163699"/>
                  </a:cubicBezTo>
                  <a:close/>
                  <a:moveTo>
                    <a:pt x="3223362" y="220797"/>
                  </a:moveTo>
                  <a:cubicBezTo>
                    <a:pt x="3227574" y="218448"/>
                    <a:pt x="3237504" y="211399"/>
                    <a:pt x="3241715" y="195883"/>
                  </a:cubicBezTo>
                  <a:cubicBezTo>
                    <a:pt x="3244419" y="193268"/>
                    <a:pt x="3255990" y="183027"/>
                    <a:pt x="3272614" y="178372"/>
                  </a:cubicBezTo>
                  <a:cubicBezTo>
                    <a:pt x="3289681" y="173097"/>
                    <a:pt x="3303069" y="178993"/>
                    <a:pt x="3307635" y="181475"/>
                  </a:cubicBezTo>
                  <a:cubicBezTo>
                    <a:pt x="3313177" y="260739"/>
                    <a:pt x="3314906" y="355696"/>
                    <a:pt x="3316368" y="435670"/>
                  </a:cubicBezTo>
                  <a:cubicBezTo>
                    <a:pt x="3317698" y="509702"/>
                    <a:pt x="3318984" y="579612"/>
                    <a:pt x="3322619" y="625893"/>
                  </a:cubicBezTo>
                  <a:cubicBezTo>
                    <a:pt x="3330155" y="721826"/>
                    <a:pt x="3345095" y="768684"/>
                    <a:pt x="3357153" y="791558"/>
                  </a:cubicBezTo>
                  <a:cubicBezTo>
                    <a:pt x="3332239" y="806542"/>
                    <a:pt x="3308389" y="820950"/>
                    <a:pt x="3287066" y="835047"/>
                  </a:cubicBezTo>
                  <a:cubicBezTo>
                    <a:pt x="3284007" y="798873"/>
                    <a:pt x="3278953" y="752060"/>
                    <a:pt x="3270796" y="691415"/>
                  </a:cubicBezTo>
                  <a:lnTo>
                    <a:pt x="3268801" y="676697"/>
                  </a:lnTo>
                  <a:cubicBezTo>
                    <a:pt x="3253064" y="559929"/>
                    <a:pt x="3231519" y="400072"/>
                    <a:pt x="3225002" y="265439"/>
                  </a:cubicBezTo>
                  <a:cubicBezTo>
                    <a:pt x="3224204" y="249745"/>
                    <a:pt x="3223672" y="234939"/>
                    <a:pt x="3223362" y="220797"/>
                  </a:cubicBezTo>
                  <a:close/>
                  <a:moveTo>
                    <a:pt x="3268713" y="886205"/>
                  </a:moveTo>
                  <a:cubicBezTo>
                    <a:pt x="3269732" y="914266"/>
                    <a:pt x="3269289" y="933639"/>
                    <a:pt x="3268402" y="946540"/>
                  </a:cubicBezTo>
                  <a:cubicBezTo>
                    <a:pt x="3217156" y="991092"/>
                    <a:pt x="3162673" y="1030413"/>
                    <a:pt x="3110939" y="1062731"/>
                  </a:cubicBezTo>
                  <a:cubicBezTo>
                    <a:pt x="3159924" y="999426"/>
                    <a:pt x="3219372" y="926324"/>
                    <a:pt x="3268713" y="886205"/>
                  </a:cubicBezTo>
                  <a:close/>
                  <a:moveTo>
                    <a:pt x="2238638" y="1266786"/>
                  </a:moveTo>
                  <a:cubicBezTo>
                    <a:pt x="2240146" y="1263860"/>
                    <a:pt x="2241697" y="1260713"/>
                    <a:pt x="2243293" y="1257344"/>
                  </a:cubicBezTo>
                  <a:cubicBezTo>
                    <a:pt x="2246574" y="1257698"/>
                    <a:pt x="2249854" y="1257965"/>
                    <a:pt x="2253179" y="1258363"/>
                  </a:cubicBezTo>
                  <a:cubicBezTo>
                    <a:pt x="2311474" y="1264747"/>
                    <a:pt x="2402087" y="1261866"/>
                    <a:pt x="2500812" y="1257698"/>
                  </a:cubicBezTo>
                  <a:cubicBezTo>
                    <a:pt x="2406608" y="1272593"/>
                    <a:pt x="2319144" y="1273037"/>
                    <a:pt x="2238638" y="1266786"/>
                  </a:cubicBezTo>
                  <a:close/>
                  <a:moveTo>
                    <a:pt x="2435113" y="432477"/>
                  </a:moveTo>
                  <a:cubicBezTo>
                    <a:pt x="2426735" y="428842"/>
                    <a:pt x="2416672" y="423567"/>
                    <a:pt x="2411840" y="417848"/>
                  </a:cubicBezTo>
                  <a:cubicBezTo>
                    <a:pt x="2406032" y="410977"/>
                    <a:pt x="2397166" y="407031"/>
                    <a:pt x="2389940" y="404859"/>
                  </a:cubicBezTo>
                  <a:cubicBezTo>
                    <a:pt x="2403550" y="398254"/>
                    <a:pt x="2422213" y="391649"/>
                    <a:pt x="2430059" y="388945"/>
                  </a:cubicBezTo>
                  <a:cubicBezTo>
                    <a:pt x="2432188" y="402820"/>
                    <a:pt x="2433872" y="417361"/>
                    <a:pt x="2435113" y="432477"/>
                  </a:cubicBezTo>
                  <a:close/>
                  <a:moveTo>
                    <a:pt x="2428641" y="380034"/>
                  </a:moveTo>
                  <a:cubicBezTo>
                    <a:pt x="2423986" y="381585"/>
                    <a:pt x="2413258" y="385309"/>
                    <a:pt x="2402131" y="389831"/>
                  </a:cubicBezTo>
                  <a:cubicBezTo>
                    <a:pt x="2400048" y="389210"/>
                    <a:pt x="2381695" y="383669"/>
                    <a:pt x="2368085" y="378261"/>
                  </a:cubicBezTo>
                  <a:cubicBezTo>
                    <a:pt x="2361790" y="375734"/>
                    <a:pt x="2354786" y="375025"/>
                    <a:pt x="2348579" y="375113"/>
                  </a:cubicBezTo>
                  <a:cubicBezTo>
                    <a:pt x="2355406" y="369528"/>
                    <a:pt x="2361657" y="362567"/>
                    <a:pt x="2365647" y="354455"/>
                  </a:cubicBezTo>
                  <a:cubicBezTo>
                    <a:pt x="2374114" y="337210"/>
                    <a:pt x="2387768" y="313006"/>
                    <a:pt x="2389630" y="309725"/>
                  </a:cubicBezTo>
                  <a:cubicBezTo>
                    <a:pt x="2399782" y="308528"/>
                    <a:pt x="2407717" y="309592"/>
                    <a:pt x="2409933" y="309903"/>
                  </a:cubicBezTo>
                  <a:cubicBezTo>
                    <a:pt x="2418090" y="330117"/>
                    <a:pt x="2424208" y="353745"/>
                    <a:pt x="2428641" y="380034"/>
                  </a:cubicBezTo>
                  <a:close/>
                  <a:moveTo>
                    <a:pt x="2317681" y="381408"/>
                  </a:moveTo>
                  <a:cubicBezTo>
                    <a:pt x="2307928" y="383004"/>
                    <a:pt x="2302608" y="381674"/>
                    <a:pt x="2293165" y="380078"/>
                  </a:cubicBezTo>
                  <a:cubicBezTo>
                    <a:pt x="2285585" y="375823"/>
                    <a:pt x="2278049" y="349667"/>
                    <a:pt x="2274768" y="338185"/>
                  </a:cubicBezTo>
                  <a:cubicBezTo>
                    <a:pt x="2272906" y="331624"/>
                    <a:pt x="2271754" y="327812"/>
                    <a:pt x="2270734" y="325729"/>
                  </a:cubicBezTo>
                  <a:cubicBezTo>
                    <a:pt x="2269005" y="322226"/>
                    <a:pt x="2266700" y="316197"/>
                    <a:pt x="2264927" y="311232"/>
                  </a:cubicBezTo>
                  <a:cubicBezTo>
                    <a:pt x="2270601" y="313626"/>
                    <a:pt x="2277162" y="315798"/>
                    <a:pt x="2284565" y="317394"/>
                  </a:cubicBezTo>
                  <a:cubicBezTo>
                    <a:pt x="2290993" y="318769"/>
                    <a:pt x="2298086" y="318636"/>
                    <a:pt x="2306288" y="318458"/>
                  </a:cubicBezTo>
                  <a:cubicBezTo>
                    <a:pt x="2313114" y="318325"/>
                    <a:pt x="2311253" y="318503"/>
                    <a:pt x="2319587" y="319301"/>
                  </a:cubicBezTo>
                  <a:cubicBezTo>
                    <a:pt x="2320119" y="319345"/>
                    <a:pt x="2325571" y="320365"/>
                    <a:pt x="2333507" y="320365"/>
                  </a:cubicBezTo>
                  <a:cubicBezTo>
                    <a:pt x="2344013" y="320365"/>
                    <a:pt x="2358731" y="319256"/>
                    <a:pt x="2371410" y="314247"/>
                  </a:cubicBezTo>
                  <a:cubicBezTo>
                    <a:pt x="2373715" y="313360"/>
                    <a:pt x="2375976" y="312607"/>
                    <a:pt x="2378192" y="311986"/>
                  </a:cubicBezTo>
                  <a:cubicBezTo>
                    <a:pt x="2373050" y="321207"/>
                    <a:pt x="2363962" y="337742"/>
                    <a:pt x="2357667" y="350554"/>
                  </a:cubicBezTo>
                  <a:cubicBezTo>
                    <a:pt x="2349023" y="368242"/>
                    <a:pt x="2326857" y="379591"/>
                    <a:pt x="2317681" y="381408"/>
                  </a:cubicBezTo>
                  <a:close/>
                  <a:moveTo>
                    <a:pt x="2263907" y="269162"/>
                  </a:moveTo>
                  <a:cubicBezTo>
                    <a:pt x="2280265" y="248238"/>
                    <a:pt x="2299859" y="238662"/>
                    <a:pt x="2324641" y="236889"/>
                  </a:cubicBezTo>
                  <a:cubicBezTo>
                    <a:pt x="2348801" y="238130"/>
                    <a:pt x="2368484" y="247927"/>
                    <a:pt x="2384753" y="266768"/>
                  </a:cubicBezTo>
                  <a:cubicBezTo>
                    <a:pt x="2392822" y="276166"/>
                    <a:pt x="2399826" y="287515"/>
                    <a:pt x="2405855" y="300504"/>
                  </a:cubicBezTo>
                  <a:cubicBezTo>
                    <a:pt x="2397831" y="299884"/>
                    <a:pt x="2383335" y="299928"/>
                    <a:pt x="2368129" y="305957"/>
                  </a:cubicBezTo>
                  <a:cubicBezTo>
                    <a:pt x="2348092" y="313892"/>
                    <a:pt x="2320340" y="310435"/>
                    <a:pt x="2320074" y="310390"/>
                  </a:cubicBezTo>
                  <a:cubicBezTo>
                    <a:pt x="2311208" y="309548"/>
                    <a:pt x="2313203" y="309414"/>
                    <a:pt x="2306110" y="309548"/>
                  </a:cubicBezTo>
                  <a:cubicBezTo>
                    <a:pt x="2298485" y="309725"/>
                    <a:pt x="2291880" y="309858"/>
                    <a:pt x="2286471" y="308706"/>
                  </a:cubicBezTo>
                  <a:cubicBezTo>
                    <a:pt x="2268695" y="304893"/>
                    <a:pt x="2256415" y="297490"/>
                    <a:pt x="2249500" y="292214"/>
                  </a:cubicBezTo>
                  <a:cubicBezTo>
                    <a:pt x="2253888" y="283658"/>
                    <a:pt x="2258676" y="275901"/>
                    <a:pt x="2263907" y="269162"/>
                  </a:cubicBezTo>
                  <a:close/>
                  <a:moveTo>
                    <a:pt x="2245510" y="300460"/>
                  </a:moveTo>
                  <a:cubicBezTo>
                    <a:pt x="2247859" y="302145"/>
                    <a:pt x="2250652" y="304006"/>
                    <a:pt x="2253888" y="305868"/>
                  </a:cubicBezTo>
                  <a:lnTo>
                    <a:pt x="2253667" y="305913"/>
                  </a:lnTo>
                  <a:cubicBezTo>
                    <a:pt x="2253888" y="306578"/>
                    <a:pt x="2259164" y="322537"/>
                    <a:pt x="2262754" y="329718"/>
                  </a:cubicBezTo>
                  <a:cubicBezTo>
                    <a:pt x="2263464" y="331137"/>
                    <a:pt x="2264794" y="335747"/>
                    <a:pt x="2266168" y="340624"/>
                  </a:cubicBezTo>
                  <a:cubicBezTo>
                    <a:pt x="2270114" y="354411"/>
                    <a:pt x="2274148" y="367444"/>
                    <a:pt x="2279157" y="376576"/>
                  </a:cubicBezTo>
                  <a:cubicBezTo>
                    <a:pt x="2270424" y="373694"/>
                    <a:pt x="2262888" y="369926"/>
                    <a:pt x="2257479" y="366779"/>
                  </a:cubicBezTo>
                  <a:cubicBezTo>
                    <a:pt x="2246130" y="360218"/>
                    <a:pt x="2234383" y="359110"/>
                    <a:pt x="2227024" y="359199"/>
                  </a:cubicBezTo>
                  <a:cubicBezTo>
                    <a:pt x="2231856" y="336589"/>
                    <a:pt x="2238018" y="317040"/>
                    <a:pt x="2245510" y="300460"/>
                  </a:cubicBezTo>
                  <a:close/>
                  <a:moveTo>
                    <a:pt x="2225384" y="368153"/>
                  </a:moveTo>
                  <a:cubicBezTo>
                    <a:pt x="2231324" y="367887"/>
                    <a:pt x="2242540" y="368375"/>
                    <a:pt x="2253135" y="374493"/>
                  </a:cubicBezTo>
                  <a:cubicBezTo>
                    <a:pt x="2261691" y="379413"/>
                    <a:pt x="2275079" y="385841"/>
                    <a:pt x="2290461" y="388634"/>
                  </a:cubicBezTo>
                  <a:cubicBezTo>
                    <a:pt x="2290860" y="388811"/>
                    <a:pt x="2291747" y="388811"/>
                    <a:pt x="2291747" y="388811"/>
                  </a:cubicBezTo>
                  <a:cubicBezTo>
                    <a:pt x="2296180" y="389565"/>
                    <a:pt x="2299948" y="390008"/>
                    <a:pt x="2304603" y="390452"/>
                  </a:cubicBezTo>
                  <a:cubicBezTo>
                    <a:pt x="2312361" y="391205"/>
                    <a:pt x="2316395" y="390762"/>
                    <a:pt x="2319365" y="390097"/>
                  </a:cubicBezTo>
                  <a:cubicBezTo>
                    <a:pt x="2323089" y="389343"/>
                    <a:pt x="2328143" y="387570"/>
                    <a:pt x="2333063" y="385132"/>
                  </a:cubicBezTo>
                  <a:cubicBezTo>
                    <a:pt x="2333063" y="385132"/>
                    <a:pt x="2351594" y="381187"/>
                    <a:pt x="2364760" y="386462"/>
                  </a:cubicBezTo>
                  <a:cubicBezTo>
                    <a:pt x="2372917" y="389698"/>
                    <a:pt x="2382448" y="392934"/>
                    <a:pt x="2389541" y="395195"/>
                  </a:cubicBezTo>
                  <a:cubicBezTo>
                    <a:pt x="2383955" y="397766"/>
                    <a:pt x="2378813" y="400426"/>
                    <a:pt x="2375001" y="402953"/>
                  </a:cubicBezTo>
                  <a:cubicBezTo>
                    <a:pt x="2360504" y="412617"/>
                    <a:pt x="2327699" y="418070"/>
                    <a:pt x="2327345" y="418114"/>
                  </a:cubicBezTo>
                  <a:cubicBezTo>
                    <a:pt x="2317902" y="420331"/>
                    <a:pt x="2303140" y="418513"/>
                    <a:pt x="2285186" y="418690"/>
                  </a:cubicBezTo>
                  <a:cubicBezTo>
                    <a:pt x="2275921" y="418779"/>
                    <a:pt x="2266345" y="418868"/>
                    <a:pt x="2257834" y="419267"/>
                  </a:cubicBezTo>
                  <a:cubicBezTo>
                    <a:pt x="2242628" y="419932"/>
                    <a:pt x="2228620" y="414524"/>
                    <a:pt x="2219266" y="409691"/>
                  </a:cubicBezTo>
                  <a:cubicBezTo>
                    <a:pt x="2220906" y="394973"/>
                    <a:pt x="2222945" y="381098"/>
                    <a:pt x="2225384" y="368153"/>
                  </a:cubicBezTo>
                  <a:close/>
                  <a:moveTo>
                    <a:pt x="2218424" y="419178"/>
                  </a:moveTo>
                  <a:cubicBezTo>
                    <a:pt x="2227955" y="423744"/>
                    <a:pt x="2240988" y="428222"/>
                    <a:pt x="2255351" y="428222"/>
                  </a:cubicBezTo>
                  <a:cubicBezTo>
                    <a:pt x="2256326" y="428222"/>
                    <a:pt x="2257302" y="428222"/>
                    <a:pt x="2258321" y="428177"/>
                  </a:cubicBezTo>
                  <a:cubicBezTo>
                    <a:pt x="2262666" y="428000"/>
                    <a:pt x="2267365" y="427867"/>
                    <a:pt x="2272153" y="427778"/>
                  </a:cubicBezTo>
                  <a:cubicBezTo>
                    <a:pt x="2262710" y="434827"/>
                    <a:pt x="2254775" y="444403"/>
                    <a:pt x="2247017" y="453801"/>
                  </a:cubicBezTo>
                  <a:cubicBezTo>
                    <a:pt x="2244047" y="457391"/>
                    <a:pt x="2241077" y="461027"/>
                    <a:pt x="2238018" y="464485"/>
                  </a:cubicBezTo>
                  <a:cubicBezTo>
                    <a:pt x="2230083" y="473483"/>
                    <a:pt x="2221128" y="474769"/>
                    <a:pt x="2215276" y="474326"/>
                  </a:cubicBezTo>
                  <a:cubicBezTo>
                    <a:pt x="2215764" y="454776"/>
                    <a:pt x="2216828" y="436378"/>
                    <a:pt x="2218424" y="419178"/>
                  </a:cubicBezTo>
                  <a:close/>
                  <a:moveTo>
                    <a:pt x="2263109" y="943303"/>
                  </a:moveTo>
                  <a:cubicBezTo>
                    <a:pt x="2229063" y="751571"/>
                    <a:pt x="2213059" y="597921"/>
                    <a:pt x="2215054" y="483192"/>
                  </a:cubicBezTo>
                  <a:cubicBezTo>
                    <a:pt x="2215808" y="483237"/>
                    <a:pt x="2216562" y="483281"/>
                    <a:pt x="2217360" y="483281"/>
                  </a:cubicBezTo>
                  <a:cubicBezTo>
                    <a:pt x="2225073" y="483281"/>
                    <a:pt x="2235447" y="480798"/>
                    <a:pt x="2244667" y="470336"/>
                  </a:cubicBezTo>
                  <a:cubicBezTo>
                    <a:pt x="2247771" y="466789"/>
                    <a:pt x="2250829" y="463110"/>
                    <a:pt x="2253844" y="459431"/>
                  </a:cubicBezTo>
                  <a:cubicBezTo>
                    <a:pt x="2265370" y="445422"/>
                    <a:pt x="2276320" y="432212"/>
                    <a:pt x="2291392" y="427512"/>
                  </a:cubicBezTo>
                  <a:cubicBezTo>
                    <a:pt x="2308371" y="427335"/>
                    <a:pt x="2319498" y="428709"/>
                    <a:pt x="2328808" y="426537"/>
                  </a:cubicBezTo>
                  <a:cubicBezTo>
                    <a:pt x="2330182" y="426315"/>
                    <a:pt x="2361923" y="421395"/>
                    <a:pt x="2378503" y="411243"/>
                  </a:cubicBezTo>
                  <a:cubicBezTo>
                    <a:pt x="2384709" y="412130"/>
                    <a:pt x="2398407" y="415543"/>
                    <a:pt x="2405101" y="423479"/>
                  </a:cubicBezTo>
                  <a:cubicBezTo>
                    <a:pt x="2412327" y="432034"/>
                    <a:pt x="2426912" y="438772"/>
                    <a:pt x="2435911" y="442319"/>
                  </a:cubicBezTo>
                  <a:cubicBezTo>
                    <a:pt x="2445575" y="576198"/>
                    <a:pt x="2426557" y="751395"/>
                    <a:pt x="2411130" y="893254"/>
                  </a:cubicBezTo>
                  <a:lnTo>
                    <a:pt x="2407406" y="927654"/>
                  </a:lnTo>
                  <a:cubicBezTo>
                    <a:pt x="2386926" y="1118233"/>
                    <a:pt x="2430547" y="1196876"/>
                    <a:pt x="2461978" y="1228129"/>
                  </a:cubicBezTo>
                  <a:cubicBezTo>
                    <a:pt x="2381029" y="1231233"/>
                    <a:pt x="2305002" y="1232740"/>
                    <a:pt x="2256592" y="1227420"/>
                  </a:cubicBezTo>
                  <a:cubicBezTo>
                    <a:pt x="2256105" y="1227376"/>
                    <a:pt x="2255662" y="1227332"/>
                    <a:pt x="2255174" y="1227287"/>
                  </a:cubicBezTo>
                  <a:cubicBezTo>
                    <a:pt x="2273482" y="1172539"/>
                    <a:pt x="2287624" y="1081438"/>
                    <a:pt x="2263109" y="943303"/>
                  </a:cubicBezTo>
                  <a:close/>
                  <a:moveTo>
                    <a:pt x="2219487" y="1254994"/>
                  </a:moveTo>
                  <a:cubicBezTo>
                    <a:pt x="2217670" y="1258629"/>
                    <a:pt x="2215897" y="1261866"/>
                    <a:pt x="2214301" y="1264659"/>
                  </a:cubicBezTo>
                  <a:cubicBezTo>
                    <a:pt x="2174270" y="1260846"/>
                    <a:pt x="2136012" y="1255526"/>
                    <a:pt x="2099572" y="1249719"/>
                  </a:cubicBezTo>
                  <a:cubicBezTo>
                    <a:pt x="2097710" y="1249408"/>
                    <a:pt x="2095893" y="1249143"/>
                    <a:pt x="2094075" y="1248876"/>
                  </a:cubicBezTo>
                  <a:cubicBezTo>
                    <a:pt x="2133530" y="1248921"/>
                    <a:pt x="2175290" y="1251004"/>
                    <a:pt x="2219487" y="1254994"/>
                  </a:cubicBezTo>
                  <a:close/>
                  <a:moveTo>
                    <a:pt x="1567024" y="1186326"/>
                  </a:moveTo>
                  <a:cubicBezTo>
                    <a:pt x="1569064" y="1175420"/>
                    <a:pt x="1570305" y="1163717"/>
                    <a:pt x="1571457" y="1152412"/>
                  </a:cubicBezTo>
                  <a:cubicBezTo>
                    <a:pt x="1573452" y="1133217"/>
                    <a:pt x="1573231" y="1101033"/>
                    <a:pt x="1588702" y="1100855"/>
                  </a:cubicBezTo>
                  <a:cubicBezTo>
                    <a:pt x="1603464" y="1105820"/>
                    <a:pt x="1604395" y="1134370"/>
                    <a:pt x="1604617" y="1179188"/>
                  </a:cubicBezTo>
                  <a:cubicBezTo>
                    <a:pt x="1604661" y="1190227"/>
                    <a:pt x="1604706" y="1201620"/>
                    <a:pt x="1605238" y="1212835"/>
                  </a:cubicBezTo>
                  <a:cubicBezTo>
                    <a:pt x="1605371" y="1215363"/>
                    <a:pt x="1605548" y="1217756"/>
                    <a:pt x="1605725" y="1220150"/>
                  </a:cubicBezTo>
                  <a:cubicBezTo>
                    <a:pt x="1585688" y="1221524"/>
                    <a:pt x="1566315" y="1223209"/>
                    <a:pt x="1547474" y="1225160"/>
                  </a:cubicBezTo>
                  <a:cubicBezTo>
                    <a:pt x="1556163" y="1215495"/>
                    <a:pt x="1563921" y="1202728"/>
                    <a:pt x="1567024" y="1186326"/>
                  </a:cubicBezTo>
                  <a:close/>
                  <a:moveTo>
                    <a:pt x="351115" y="1203172"/>
                  </a:moveTo>
                  <a:cubicBezTo>
                    <a:pt x="419473" y="1184065"/>
                    <a:pt x="506007" y="1175154"/>
                    <a:pt x="651058" y="1202151"/>
                  </a:cubicBezTo>
                  <a:cubicBezTo>
                    <a:pt x="653674" y="1202639"/>
                    <a:pt x="656333" y="1203172"/>
                    <a:pt x="658993" y="1203659"/>
                  </a:cubicBezTo>
                  <a:cubicBezTo>
                    <a:pt x="548121" y="1210841"/>
                    <a:pt x="442968" y="1208979"/>
                    <a:pt x="351115" y="1203172"/>
                  </a:cubicBezTo>
                  <a:close/>
                  <a:moveTo>
                    <a:pt x="1344128" y="1256768"/>
                  </a:moveTo>
                  <a:cubicBezTo>
                    <a:pt x="1335661" y="1258363"/>
                    <a:pt x="1327238" y="1260004"/>
                    <a:pt x="1318815" y="1261599"/>
                  </a:cubicBezTo>
                  <a:cubicBezTo>
                    <a:pt x="1183251" y="1287533"/>
                    <a:pt x="1022197" y="1254019"/>
                    <a:pt x="864024" y="1217402"/>
                  </a:cubicBezTo>
                  <a:cubicBezTo>
                    <a:pt x="980570" y="1210708"/>
                    <a:pt x="1134797" y="1213190"/>
                    <a:pt x="1344128" y="1256768"/>
                  </a:cubicBezTo>
                  <a:close/>
                  <a:moveTo>
                    <a:pt x="1610424" y="1251004"/>
                  </a:moveTo>
                  <a:cubicBezTo>
                    <a:pt x="1613483" y="1264038"/>
                    <a:pt x="1617384" y="1274500"/>
                    <a:pt x="1620975" y="1282391"/>
                  </a:cubicBezTo>
                  <a:cubicBezTo>
                    <a:pt x="1567689" y="1281548"/>
                    <a:pt x="1527437" y="1272860"/>
                    <a:pt x="1492770" y="1263062"/>
                  </a:cubicBezTo>
                  <a:cubicBezTo>
                    <a:pt x="1529742" y="1258009"/>
                    <a:pt x="1568620" y="1253797"/>
                    <a:pt x="1610424" y="1251004"/>
                  </a:cubicBezTo>
                  <a:close/>
                  <a:moveTo>
                    <a:pt x="1640525" y="1282347"/>
                  </a:moveTo>
                  <a:cubicBezTo>
                    <a:pt x="1636934" y="1276007"/>
                    <a:pt x="1631881" y="1265412"/>
                    <a:pt x="1627403" y="1249940"/>
                  </a:cubicBezTo>
                  <a:cubicBezTo>
                    <a:pt x="1690619" y="1246394"/>
                    <a:pt x="1760573" y="1246217"/>
                    <a:pt x="1840679" y="1251182"/>
                  </a:cubicBezTo>
                  <a:cubicBezTo>
                    <a:pt x="1757780" y="1272771"/>
                    <a:pt x="1693146" y="1281327"/>
                    <a:pt x="1640525" y="1282347"/>
                  </a:cubicBezTo>
                  <a:close/>
                  <a:moveTo>
                    <a:pt x="2770654" y="1219042"/>
                  </a:moveTo>
                  <a:cubicBezTo>
                    <a:pt x="2810729" y="1208225"/>
                    <a:pt x="2843091" y="1200733"/>
                    <a:pt x="2871507" y="1194172"/>
                  </a:cubicBezTo>
                  <a:cubicBezTo>
                    <a:pt x="2918808" y="1183266"/>
                    <a:pt x="2955160" y="1174844"/>
                    <a:pt x="2996875" y="1158042"/>
                  </a:cubicBezTo>
                  <a:cubicBezTo>
                    <a:pt x="2964469" y="1194926"/>
                    <a:pt x="2935832" y="1226578"/>
                    <a:pt x="2802528" y="1220061"/>
                  </a:cubicBezTo>
                  <a:cubicBezTo>
                    <a:pt x="2792465" y="1219574"/>
                    <a:pt x="2781781" y="1219219"/>
                    <a:pt x="2770654" y="1219042"/>
                  </a:cubicBezTo>
                  <a:close/>
                </a:path>
              </a:pathLst>
            </a:custGeom>
            <a:noFill/>
            <a:ln w="886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" name="Forme libre : forme 18418">
              <a:extLst>
                <a:ext uri="{FF2B5EF4-FFF2-40B4-BE49-F238E27FC236}">
                  <a16:creationId xmlns:a16="http://schemas.microsoft.com/office/drawing/2014/main" id="{2C0F4C8C-8D07-4C61-BC36-4462EEFD5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0973" y="6157659"/>
              <a:ext cx="7137" cy="13786"/>
            </a:xfrm>
            <a:custGeom>
              <a:avLst/>
              <a:gdLst>
                <a:gd name="T0" fmla="*/ 7137 w 7137"/>
                <a:gd name="T1" fmla="*/ 13787 h 13786"/>
                <a:gd name="T2" fmla="*/ 0 w 7137"/>
                <a:gd name="T3" fmla="*/ 0 h 13786"/>
                <a:gd name="T4" fmla="*/ 0 w 7137"/>
                <a:gd name="T5" fmla="*/ 0 h 13786"/>
                <a:gd name="T6" fmla="*/ 7137 w 7137"/>
                <a:gd name="T7" fmla="*/ 13787 h 137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37" h="13786">
                  <a:moveTo>
                    <a:pt x="7137" y="13787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7137" y="13787"/>
                  </a:lnTo>
                  <a:close/>
                </a:path>
              </a:pathLst>
            </a:custGeom>
            <a:solidFill>
              <a:srgbClr val="D8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" name="Forme libre : forme 18419">
              <a:extLst>
                <a:ext uri="{FF2B5EF4-FFF2-40B4-BE49-F238E27FC236}">
                  <a16:creationId xmlns:a16="http://schemas.microsoft.com/office/drawing/2014/main" id="{5B164A25-953E-477C-9FBE-32D0BB17F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114" y="5517154"/>
              <a:ext cx="3696319" cy="756740"/>
            </a:xfrm>
            <a:custGeom>
              <a:avLst/>
              <a:gdLst>
                <a:gd name="T0" fmla="*/ 1628890 w 3696319"/>
                <a:gd name="T1" fmla="*/ 756741 h 756740"/>
                <a:gd name="T2" fmla="*/ 1453251 w 3696319"/>
                <a:gd name="T3" fmla="*/ 726773 h 756740"/>
                <a:gd name="T4" fmla="*/ 1409452 w 3696319"/>
                <a:gd name="T5" fmla="*/ 714317 h 756740"/>
                <a:gd name="T6" fmla="*/ 745019 w 3696319"/>
                <a:gd name="T7" fmla="*/ 670384 h 756740"/>
                <a:gd name="T8" fmla="*/ 680030 w 3696319"/>
                <a:gd name="T9" fmla="*/ 676369 h 756740"/>
                <a:gd name="T10" fmla="*/ 12051 w 3696319"/>
                <a:gd name="T11" fmla="*/ 633279 h 756740"/>
                <a:gd name="T12" fmla="*/ 392 w 3696319"/>
                <a:gd name="T13" fmla="*/ 614704 h 756740"/>
                <a:gd name="T14" fmla="*/ 18967 w 3696319"/>
                <a:gd name="T15" fmla="*/ 603045 h 756740"/>
                <a:gd name="T16" fmla="*/ 677769 w 3696319"/>
                <a:gd name="T17" fmla="*/ 645470 h 756740"/>
                <a:gd name="T18" fmla="*/ 741960 w 3696319"/>
                <a:gd name="T19" fmla="*/ 639575 h 756740"/>
                <a:gd name="T20" fmla="*/ 1416633 w 3696319"/>
                <a:gd name="T21" fmla="*/ 684171 h 756740"/>
                <a:gd name="T22" fmla="*/ 1462383 w 3696319"/>
                <a:gd name="T23" fmla="*/ 697160 h 756740"/>
                <a:gd name="T24" fmla="*/ 1861539 w 3696319"/>
                <a:gd name="T25" fmla="*/ 688737 h 756740"/>
                <a:gd name="T26" fmla="*/ 2256528 w 3696319"/>
                <a:gd name="T27" fmla="*/ 670562 h 756740"/>
                <a:gd name="T28" fmla="*/ 2538694 w 3696319"/>
                <a:gd name="T29" fmla="*/ 668035 h 756740"/>
                <a:gd name="T30" fmla="*/ 2802508 w 3696319"/>
                <a:gd name="T31" fmla="*/ 663114 h 756740"/>
                <a:gd name="T32" fmla="*/ 2997476 w 3696319"/>
                <a:gd name="T33" fmla="*/ 600386 h 756740"/>
                <a:gd name="T34" fmla="*/ 3003948 w 3696319"/>
                <a:gd name="T35" fmla="*/ 593071 h 756740"/>
                <a:gd name="T36" fmla="*/ 3050362 w 3696319"/>
                <a:gd name="T37" fmla="*/ 533889 h 756740"/>
                <a:gd name="T38" fmla="*/ 3262973 w 3696319"/>
                <a:gd name="T39" fmla="*/ 294502 h 756740"/>
                <a:gd name="T40" fmla="*/ 3366043 w 3696319"/>
                <a:gd name="T41" fmla="*/ 229158 h 756740"/>
                <a:gd name="T42" fmla="*/ 3669888 w 3696319"/>
                <a:gd name="T43" fmla="*/ 4489 h 756740"/>
                <a:gd name="T44" fmla="*/ 3691831 w 3696319"/>
                <a:gd name="T45" fmla="*/ 4622 h 756740"/>
                <a:gd name="T46" fmla="*/ 3691698 w 3696319"/>
                <a:gd name="T47" fmla="*/ 26566 h 756740"/>
                <a:gd name="T48" fmla="*/ 3382002 w 3696319"/>
                <a:gd name="T49" fmla="*/ 255801 h 756740"/>
                <a:gd name="T50" fmla="*/ 3281149 w 3696319"/>
                <a:gd name="T51" fmla="*/ 319727 h 756740"/>
                <a:gd name="T52" fmla="*/ 3075099 w 3696319"/>
                <a:gd name="T53" fmla="*/ 552730 h 756740"/>
                <a:gd name="T54" fmla="*/ 3027133 w 3696319"/>
                <a:gd name="T55" fmla="*/ 613774 h 756740"/>
                <a:gd name="T56" fmla="*/ 3020838 w 3696319"/>
                <a:gd name="T57" fmla="*/ 620911 h 756740"/>
                <a:gd name="T58" fmla="*/ 2801045 w 3696319"/>
                <a:gd name="T59" fmla="*/ 694146 h 756740"/>
                <a:gd name="T60" fmla="*/ 2540068 w 3696319"/>
                <a:gd name="T61" fmla="*/ 699066 h 756740"/>
                <a:gd name="T62" fmla="*/ 2253159 w 3696319"/>
                <a:gd name="T63" fmla="*/ 701416 h 756740"/>
                <a:gd name="T64" fmla="*/ 1869784 w 3696319"/>
                <a:gd name="T65" fmla="*/ 718661 h 756740"/>
                <a:gd name="T66" fmla="*/ 1628890 w 3696319"/>
                <a:gd name="T67" fmla="*/ 756741 h 7567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696319" h="756740">
                  <a:moveTo>
                    <a:pt x="1628890" y="756741"/>
                  </a:moveTo>
                  <a:cubicBezTo>
                    <a:pt x="1551000" y="756741"/>
                    <a:pt x="1499000" y="740782"/>
                    <a:pt x="1453251" y="726773"/>
                  </a:cubicBezTo>
                  <a:cubicBezTo>
                    <a:pt x="1438001" y="722119"/>
                    <a:pt x="1423593" y="717686"/>
                    <a:pt x="1409452" y="714317"/>
                  </a:cubicBezTo>
                  <a:cubicBezTo>
                    <a:pt x="1081447" y="636693"/>
                    <a:pt x="878987" y="656996"/>
                    <a:pt x="745019" y="670384"/>
                  </a:cubicBezTo>
                  <a:cubicBezTo>
                    <a:pt x="721967" y="672690"/>
                    <a:pt x="700156" y="674862"/>
                    <a:pt x="680030" y="676369"/>
                  </a:cubicBezTo>
                  <a:cubicBezTo>
                    <a:pt x="320683" y="702790"/>
                    <a:pt x="15066" y="633944"/>
                    <a:pt x="12051" y="633279"/>
                  </a:cubicBezTo>
                  <a:cubicBezTo>
                    <a:pt x="3717" y="631373"/>
                    <a:pt x="-1514" y="623039"/>
                    <a:pt x="392" y="614704"/>
                  </a:cubicBezTo>
                  <a:cubicBezTo>
                    <a:pt x="2298" y="606370"/>
                    <a:pt x="10633" y="601139"/>
                    <a:pt x="18967" y="603045"/>
                  </a:cubicBezTo>
                  <a:cubicBezTo>
                    <a:pt x="21981" y="603755"/>
                    <a:pt x="323254" y="671493"/>
                    <a:pt x="677769" y="645470"/>
                  </a:cubicBezTo>
                  <a:cubicBezTo>
                    <a:pt x="697496" y="644008"/>
                    <a:pt x="719086" y="641835"/>
                    <a:pt x="741960" y="639575"/>
                  </a:cubicBezTo>
                  <a:cubicBezTo>
                    <a:pt x="877968" y="625965"/>
                    <a:pt x="1083575" y="605351"/>
                    <a:pt x="1416633" y="684171"/>
                  </a:cubicBezTo>
                  <a:cubicBezTo>
                    <a:pt x="1431750" y="687762"/>
                    <a:pt x="1446601" y="692328"/>
                    <a:pt x="1462383" y="697160"/>
                  </a:cubicBezTo>
                  <a:cubicBezTo>
                    <a:pt x="1540184" y="721011"/>
                    <a:pt x="1636958" y="750712"/>
                    <a:pt x="1861539" y="688737"/>
                  </a:cubicBezTo>
                  <a:cubicBezTo>
                    <a:pt x="1968864" y="659124"/>
                    <a:pt x="2098045" y="653184"/>
                    <a:pt x="2256528" y="670562"/>
                  </a:cubicBezTo>
                  <a:cubicBezTo>
                    <a:pt x="2320098" y="677566"/>
                    <a:pt x="2431236" y="672734"/>
                    <a:pt x="2538694" y="668035"/>
                  </a:cubicBezTo>
                  <a:cubicBezTo>
                    <a:pt x="2633740" y="663912"/>
                    <a:pt x="2732022" y="659656"/>
                    <a:pt x="2802508" y="663114"/>
                  </a:cubicBezTo>
                  <a:cubicBezTo>
                    <a:pt x="2936653" y="669675"/>
                    <a:pt x="2964848" y="637579"/>
                    <a:pt x="2997476" y="600386"/>
                  </a:cubicBezTo>
                  <a:cubicBezTo>
                    <a:pt x="2999603" y="597948"/>
                    <a:pt x="3001731" y="595509"/>
                    <a:pt x="3003948" y="593071"/>
                  </a:cubicBezTo>
                  <a:cubicBezTo>
                    <a:pt x="3013435" y="582432"/>
                    <a:pt x="3029748" y="561020"/>
                    <a:pt x="3050362" y="533889"/>
                  </a:cubicBezTo>
                  <a:cubicBezTo>
                    <a:pt x="3108081" y="457995"/>
                    <a:pt x="3195280" y="343310"/>
                    <a:pt x="3262973" y="294502"/>
                  </a:cubicBezTo>
                  <a:cubicBezTo>
                    <a:pt x="3291966" y="273622"/>
                    <a:pt x="3327918" y="252033"/>
                    <a:pt x="3366043" y="229158"/>
                  </a:cubicBezTo>
                  <a:cubicBezTo>
                    <a:pt x="3447390" y="180350"/>
                    <a:pt x="3581492" y="91865"/>
                    <a:pt x="3669888" y="4489"/>
                  </a:cubicBezTo>
                  <a:cubicBezTo>
                    <a:pt x="3676005" y="-1540"/>
                    <a:pt x="3685802" y="-1496"/>
                    <a:pt x="3691831" y="4622"/>
                  </a:cubicBezTo>
                  <a:cubicBezTo>
                    <a:pt x="3697860" y="10739"/>
                    <a:pt x="3697816" y="20537"/>
                    <a:pt x="3691698" y="26566"/>
                  </a:cubicBezTo>
                  <a:cubicBezTo>
                    <a:pt x="3600643" y="116602"/>
                    <a:pt x="3464812" y="206106"/>
                    <a:pt x="3382002" y="255801"/>
                  </a:cubicBezTo>
                  <a:cubicBezTo>
                    <a:pt x="3342858" y="279297"/>
                    <a:pt x="3309033" y="299600"/>
                    <a:pt x="3281149" y="319727"/>
                  </a:cubicBezTo>
                  <a:cubicBezTo>
                    <a:pt x="3217224" y="365831"/>
                    <a:pt x="3131710" y="478299"/>
                    <a:pt x="3075099" y="552730"/>
                  </a:cubicBezTo>
                  <a:cubicBezTo>
                    <a:pt x="3054042" y="580392"/>
                    <a:pt x="3037418" y="602248"/>
                    <a:pt x="3027133" y="613774"/>
                  </a:cubicBezTo>
                  <a:cubicBezTo>
                    <a:pt x="3025005" y="616168"/>
                    <a:pt x="3022921" y="618517"/>
                    <a:pt x="3020838" y="620911"/>
                  </a:cubicBezTo>
                  <a:cubicBezTo>
                    <a:pt x="2986082" y="660499"/>
                    <a:pt x="2950130" y="701460"/>
                    <a:pt x="2801045" y="694146"/>
                  </a:cubicBezTo>
                  <a:cubicBezTo>
                    <a:pt x="2731933" y="690777"/>
                    <a:pt x="2634405" y="694988"/>
                    <a:pt x="2540068" y="699066"/>
                  </a:cubicBezTo>
                  <a:cubicBezTo>
                    <a:pt x="2426448" y="703987"/>
                    <a:pt x="2319123" y="708642"/>
                    <a:pt x="2253159" y="701416"/>
                  </a:cubicBezTo>
                  <a:cubicBezTo>
                    <a:pt x="2098665" y="684481"/>
                    <a:pt x="1973253" y="690111"/>
                    <a:pt x="1869784" y="718661"/>
                  </a:cubicBezTo>
                  <a:cubicBezTo>
                    <a:pt x="1767158" y="746944"/>
                    <a:pt x="1690022" y="756741"/>
                    <a:pt x="1628890" y="756741"/>
                  </a:cubicBezTo>
                  <a:close/>
                </a:path>
              </a:pathLst>
            </a:custGeom>
            <a:solidFill>
              <a:srgbClr val="059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7" name="Forme libre : forme 18420">
              <a:extLst>
                <a:ext uri="{FF2B5EF4-FFF2-40B4-BE49-F238E27FC236}">
                  <a16:creationId xmlns:a16="http://schemas.microsoft.com/office/drawing/2014/main" id="{D73C419F-179B-4321-8749-2B3617FF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2903" y="6047118"/>
              <a:ext cx="70160" cy="216979"/>
            </a:xfrm>
            <a:custGeom>
              <a:avLst/>
              <a:gdLst>
                <a:gd name="T0" fmla="*/ 61322 w 70160"/>
                <a:gd name="T1" fmla="*/ 216980 h 216979"/>
                <a:gd name="T2" fmla="*/ 54318 w 70160"/>
                <a:gd name="T3" fmla="*/ 213522 h 216979"/>
                <a:gd name="T4" fmla="*/ 28384 w 70160"/>
                <a:gd name="T5" fmla="*/ 125968 h 216979"/>
                <a:gd name="T6" fmla="*/ 27763 w 70160"/>
                <a:gd name="T7" fmla="*/ 92321 h 216979"/>
                <a:gd name="T8" fmla="*/ 11849 w 70160"/>
                <a:gd name="T9" fmla="*/ 13988 h 216979"/>
                <a:gd name="T10" fmla="*/ 12 w 70160"/>
                <a:gd name="T11" fmla="*/ 7338 h 216979"/>
                <a:gd name="T12" fmla="*/ 15306 w 70160"/>
                <a:gd name="T13" fmla="*/ 24 h 216979"/>
                <a:gd name="T14" fmla="*/ 40974 w 70160"/>
                <a:gd name="T15" fmla="*/ 87356 h 216979"/>
                <a:gd name="T16" fmla="*/ 68326 w 70160"/>
                <a:gd name="T17" fmla="*/ 202749 h 216979"/>
                <a:gd name="T18" fmla="*/ 66730 w 70160"/>
                <a:gd name="T19" fmla="*/ 215162 h 216979"/>
                <a:gd name="T20" fmla="*/ 61322 w 70160"/>
                <a:gd name="T21" fmla="*/ 216980 h 2169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160" h="216979">
                  <a:moveTo>
                    <a:pt x="61322" y="216980"/>
                  </a:moveTo>
                  <a:cubicBezTo>
                    <a:pt x="58662" y="216980"/>
                    <a:pt x="56046" y="215783"/>
                    <a:pt x="54318" y="213522"/>
                  </a:cubicBezTo>
                  <a:cubicBezTo>
                    <a:pt x="53387" y="212280"/>
                    <a:pt x="30955" y="182623"/>
                    <a:pt x="28384" y="125968"/>
                  </a:cubicBezTo>
                  <a:cubicBezTo>
                    <a:pt x="27896" y="114752"/>
                    <a:pt x="27808" y="103359"/>
                    <a:pt x="27763" y="92321"/>
                  </a:cubicBezTo>
                  <a:cubicBezTo>
                    <a:pt x="27542" y="47503"/>
                    <a:pt x="26611" y="18953"/>
                    <a:pt x="11849" y="13988"/>
                  </a:cubicBezTo>
                  <a:cubicBezTo>
                    <a:pt x="7194" y="12437"/>
                    <a:pt x="-343" y="12215"/>
                    <a:pt x="12" y="7338"/>
                  </a:cubicBezTo>
                  <a:cubicBezTo>
                    <a:pt x="367" y="2462"/>
                    <a:pt x="10386" y="-286"/>
                    <a:pt x="15306" y="24"/>
                  </a:cubicBezTo>
                  <a:cubicBezTo>
                    <a:pt x="33260" y="1088"/>
                    <a:pt x="41018" y="40720"/>
                    <a:pt x="40974" y="87356"/>
                  </a:cubicBezTo>
                  <a:cubicBezTo>
                    <a:pt x="40930" y="168393"/>
                    <a:pt x="68105" y="202483"/>
                    <a:pt x="68326" y="202749"/>
                  </a:cubicBezTo>
                  <a:cubicBezTo>
                    <a:pt x="71296" y="206606"/>
                    <a:pt x="70587" y="212192"/>
                    <a:pt x="66730" y="215162"/>
                  </a:cubicBezTo>
                  <a:cubicBezTo>
                    <a:pt x="65090" y="216359"/>
                    <a:pt x="63184" y="216980"/>
                    <a:pt x="61322" y="216980"/>
                  </a:cubicBezTo>
                  <a:close/>
                </a:path>
              </a:pathLst>
            </a:custGeom>
            <a:solidFill>
              <a:srgbClr val="059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8" name="Forme libre : forme 18421">
              <a:extLst>
                <a:ext uri="{FF2B5EF4-FFF2-40B4-BE49-F238E27FC236}">
                  <a16:creationId xmlns:a16="http://schemas.microsoft.com/office/drawing/2014/main" id="{680FA78C-4EBD-4C76-9224-BB7BFF363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429" y="6046730"/>
              <a:ext cx="85780" cy="163550"/>
            </a:xfrm>
            <a:custGeom>
              <a:avLst/>
              <a:gdLst>
                <a:gd name="T0" fmla="*/ 6561 w 85780"/>
                <a:gd name="T1" fmla="*/ 163550 h 163550"/>
                <a:gd name="T2" fmla="*/ 0 w 85780"/>
                <a:gd name="T3" fmla="*/ 147059 h 163550"/>
                <a:gd name="T4" fmla="*/ 51912 w 85780"/>
                <a:gd name="T5" fmla="*/ 64071 h 163550"/>
                <a:gd name="T6" fmla="*/ 70752 w 85780"/>
                <a:gd name="T7" fmla="*/ 3427 h 163550"/>
                <a:gd name="T8" fmla="*/ 85780 w 85780"/>
                <a:gd name="T9" fmla="*/ 367 h 163550"/>
                <a:gd name="T10" fmla="*/ 82323 w 85780"/>
                <a:gd name="T11" fmla="*/ 14332 h 163550"/>
                <a:gd name="T12" fmla="*/ 65078 w 85780"/>
                <a:gd name="T13" fmla="*/ 65889 h 163550"/>
                <a:gd name="T14" fmla="*/ 60645 w 85780"/>
                <a:gd name="T15" fmla="*/ 99802 h 163550"/>
                <a:gd name="T16" fmla="*/ 6561 w 85780"/>
                <a:gd name="T17" fmla="*/ 163550 h 1635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780" h="163550">
                  <a:moveTo>
                    <a:pt x="6561" y="163550"/>
                  </a:moveTo>
                  <a:lnTo>
                    <a:pt x="0" y="147059"/>
                  </a:lnTo>
                  <a:cubicBezTo>
                    <a:pt x="355" y="146926"/>
                    <a:pt x="47168" y="130257"/>
                    <a:pt x="51912" y="64071"/>
                  </a:cubicBezTo>
                  <a:cubicBezTo>
                    <a:pt x="53906" y="36542"/>
                    <a:pt x="57231" y="12913"/>
                    <a:pt x="70752" y="3427"/>
                  </a:cubicBezTo>
                  <a:cubicBezTo>
                    <a:pt x="74565" y="767"/>
                    <a:pt x="82145" y="-741"/>
                    <a:pt x="85780" y="367"/>
                  </a:cubicBezTo>
                  <a:lnTo>
                    <a:pt x="82323" y="14332"/>
                  </a:lnTo>
                  <a:cubicBezTo>
                    <a:pt x="66851" y="14509"/>
                    <a:pt x="67073" y="46694"/>
                    <a:pt x="65078" y="65889"/>
                  </a:cubicBezTo>
                  <a:cubicBezTo>
                    <a:pt x="63881" y="77193"/>
                    <a:pt x="62684" y="88897"/>
                    <a:pt x="60645" y="99802"/>
                  </a:cubicBezTo>
                  <a:cubicBezTo>
                    <a:pt x="52089" y="145019"/>
                    <a:pt x="8423" y="162796"/>
                    <a:pt x="6561" y="163550"/>
                  </a:cubicBezTo>
                  <a:close/>
                </a:path>
              </a:pathLst>
            </a:custGeom>
            <a:solidFill>
              <a:srgbClr val="D8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" name="Forme libre : forme 18422">
              <a:extLst>
                <a:ext uri="{FF2B5EF4-FFF2-40B4-BE49-F238E27FC236}">
                  <a16:creationId xmlns:a16="http://schemas.microsoft.com/office/drawing/2014/main" id="{21633AE1-89FF-4881-916A-C3D2D891A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094" y="5449448"/>
              <a:ext cx="3692629" cy="812566"/>
            </a:xfrm>
            <a:custGeom>
              <a:avLst/>
              <a:gdLst>
                <a:gd name="T0" fmla="*/ 1213928 w 3692629"/>
                <a:gd name="T1" fmla="*/ 812566 h 812566"/>
                <a:gd name="T2" fmla="*/ 820757 w 3692629"/>
                <a:gd name="T3" fmla="*/ 749971 h 812566"/>
                <a:gd name="T4" fmla="*/ 651014 w 3692629"/>
                <a:gd name="T5" fmla="*/ 712910 h 812566"/>
                <a:gd name="T6" fmla="*/ 272294 w 3692629"/>
                <a:gd name="T7" fmla="*/ 741193 h 812566"/>
                <a:gd name="T8" fmla="*/ 267285 w 3692629"/>
                <a:gd name="T9" fmla="*/ 743100 h 812566"/>
                <a:gd name="T10" fmla="*/ 17968 w 3692629"/>
                <a:gd name="T11" fmla="*/ 802902 h 812566"/>
                <a:gd name="T12" fmla="*/ 191 w 3692629"/>
                <a:gd name="T13" fmla="*/ 790002 h 812566"/>
                <a:gd name="T14" fmla="*/ 13091 w 3692629"/>
                <a:gd name="T15" fmla="*/ 772225 h 812566"/>
                <a:gd name="T16" fmla="*/ 256158 w 3692629"/>
                <a:gd name="T17" fmla="*/ 714107 h 812566"/>
                <a:gd name="T18" fmla="*/ 261167 w 3692629"/>
                <a:gd name="T19" fmla="*/ 712201 h 812566"/>
                <a:gd name="T20" fmla="*/ 656688 w 3692629"/>
                <a:gd name="T21" fmla="*/ 682410 h 812566"/>
                <a:gd name="T22" fmla="*/ 827806 w 3692629"/>
                <a:gd name="T23" fmla="*/ 719737 h 812566"/>
                <a:gd name="T24" fmla="*/ 1318727 w 3692629"/>
                <a:gd name="T25" fmla="*/ 772358 h 812566"/>
                <a:gd name="T26" fmla="*/ 2099528 w 3692629"/>
                <a:gd name="T27" fmla="*/ 760478 h 812566"/>
                <a:gd name="T28" fmla="*/ 2655482 w 3692629"/>
                <a:gd name="T29" fmla="*/ 731529 h 812566"/>
                <a:gd name="T30" fmla="*/ 2864503 w 3692629"/>
                <a:gd name="T31" fmla="*/ 674697 h 812566"/>
                <a:gd name="T32" fmla="*/ 3045019 w 3692629"/>
                <a:gd name="T33" fmla="*/ 611747 h 812566"/>
                <a:gd name="T34" fmla="*/ 3441382 w 3692629"/>
                <a:gd name="T35" fmla="*/ 256434 h 812566"/>
                <a:gd name="T36" fmla="*/ 3668445 w 3692629"/>
                <a:gd name="T37" fmla="*/ 2639 h 812566"/>
                <a:gd name="T38" fmla="*/ 3689990 w 3692629"/>
                <a:gd name="T39" fmla="*/ 6895 h 812566"/>
                <a:gd name="T40" fmla="*/ 3685734 w 3692629"/>
                <a:gd name="T41" fmla="*/ 28440 h 812566"/>
                <a:gd name="T42" fmla="*/ 3468202 w 3692629"/>
                <a:gd name="T43" fmla="*/ 272083 h 812566"/>
                <a:gd name="T44" fmla="*/ 3059648 w 3692629"/>
                <a:gd name="T45" fmla="*/ 639143 h 812566"/>
                <a:gd name="T46" fmla="*/ 2871463 w 3692629"/>
                <a:gd name="T47" fmla="*/ 704975 h 812566"/>
                <a:gd name="T48" fmla="*/ 2664925 w 3692629"/>
                <a:gd name="T49" fmla="*/ 761142 h 812566"/>
                <a:gd name="T50" fmla="*/ 2094607 w 3692629"/>
                <a:gd name="T51" fmla="*/ 791154 h 812566"/>
                <a:gd name="T52" fmla="*/ 1324534 w 3692629"/>
                <a:gd name="T53" fmla="*/ 802858 h 812566"/>
                <a:gd name="T54" fmla="*/ 1213928 w 3692629"/>
                <a:gd name="T55" fmla="*/ 812566 h 81256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692629" h="812566">
                  <a:moveTo>
                    <a:pt x="1213928" y="812566"/>
                  </a:moveTo>
                  <a:cubicBezTo>
                    <a:pt x="1089048" y="812566"/>
                    <a:pt x="953174" y="780870"/>
                    <a:pt x="820757" y="749971"/>
                  </a:cubicBezTo>
                  <a:cubicBezTo>
                    <a:pt x="761442" y="736139"/>
                    <a:pt x="705408" y="723062"/>
                    <a:pt x="651014" y="712910"/>
                  </a:cubicBezTo>
                  <a:cubicBezTo>
                    <a:pt x="445584" y="674652"/>
                    <a:pt x="357498" y="708477"/>
                    <a:pt x="272294" y="741193"/>
                  </a:cubicBezTo>
                  <a:lnTo>
                    <a:pt x="267285" y="743100"/>
                  </a:lnTo>
                  <a:cubicBezTo>
                    <a:pt x="178357" y="777190"/>
                    <a:pt x="24484" y="801883"/>
                    <a:pt x="17968" y="802902"/>
                  </a:cubicBezTo>
                  <a:cubicBezTo>
                    <a:pt x="9545" y="804232"/>
                    <a:pt x="1565" y="798469"/>
                    <a:pt x="191" y="790002"/>
                  </a:cubicBezTo>
                  <a:cubicBezTo>
                    <a:pt x="-1139" y="781535"/>
                    <a:pt x="4624" y="773599"/>
                    <a:pt x="13091" y="772225"/>
                  </a:cubicBezTo>
                  <a:cubicBezTo>
                    <a:pt x="14643" y="771959"/>
                    <a:pt x="170244" y="747045"/>
                    <a:pt x="256158" y="714107"/>
                  </a:cubicBezTo>
                  <a:lnTo>
                    <a:pt x="261167" y="712201"/>
                  </a:lnTo>
                  <a:cubicBezTo>
                    <a:pt x="350405" y="677977"/>
                    <a:pt x="442658" y="642512"/>
                    <a:pt x="656688" y="682410"/>
                  </a:cubicBezTo>
                  <a:cubicBezTo>
                    <a:pt x="711747" y="692651"/>
                    <a:pt x="768136" y="705817"/>
                    <a:pt x="827806" y="719737"/>
                  </a:cubicBezTo>
                  <a:cubicBezTo>
                    <a:pt x="997416" y="759325"/>
                    <a:pt x="1172833" y="800242"/>
                    <a:pt x="1318727" y="772358"/>
                  </a:cubicBezTo>
                  <a:cubicBezTo>
                    <a:pt x="1510236" y="735741"/>
                    <a:pt x="1708307" y="697882"/>
                    <a:pt x="2099528" y="760478"/>
                  </a:cubicBezTo>
                  <a:cubicBezTo>
                    <a:pt x="2253046" y="785037"/>
                    <a:pt x="2439147" y="800819"/>
                    <a:pt x="2655482" y="731529"/>
                  </a:cubicBezTo>
                  <a:cubicBezTo>
                    <a:pt x="2751326" y="700852"/>
                    <a:pt x="2814054" y="686356"/>
                    <a:pt x="2864503" y="674697"/>
                  </a:cubicBezTo>
                  <a:cubicBezTo>
                    <a:pt x="2931221" y="659270"/>
                    <a:pt x="2975286" y="649118"/>
                    <a:pt x="3045019" y="611747"/>
                  </a:cubicBezTo>
                  <a:cubicBezTo>
                    <a:pt x="3178233" y="540374"/>
                    <a:pt x="3352276" y="409598"/>
                    <a:pt x="3441382" y="256434"/>
                  </a:cubicBezTo>
                  <a:cubicBezTo>
                    <a:pt x="3536427" y="93075"/>
                    <a:pt x="3664101" y="5565"/>
                    <a:pt x="3668445" y="2639"/>
                  </a:cubicBezTo>
                  <a:cubicBezTo>
                    <a:pt x="3675538" y="-2148"/>
                    <a:pt x="3685202" y="-242"/>
                    <a:pt x="3689990" y="6895"/>
                  </a:cubicBezTo>
                  <a:cubicBezTo>
                    <a:pt x="3694778" y="13988"/>
                    <a:pt x="3692871" y="23652"/>
                    <a:pt x="3685734" y="28440"/>
                  </a:cubicBezTo>
                  <a:cubicBezTo>
                    <a:pt x="3684759" y="29105"/>
                    <a:pt x="3559391" y="115373"/>
                    <a:pt x="3468202" y="272083"/>
                  </a:cubicBezTo>
                  <a:cubicBezTo>
                    <a:pt x="3375861" y="430832"/>
                    <a:pt x="3196586" y="565776"/>
                    <a:pt x="3059648" y="639143"/>
                  </a:cubicBezTo>
                  <a:cubicBezTo>
                    <a:pt x="2986280" y="678465"/>
                    <a:pt x="2940575" y="689016"/>
                    <a:pt x="2871463" y="704975"/>
                  </a:cubicBezTo>
                  <a:cubicBezTo>
                    <a:pt x="2821590" y="716501"/>
                    <a:pt x="2759527" y="730820"/>
                    <a:pt x="2664925" y="761142"/>
                  </a:cubicBezTo>
                  <a:cubicBezTo>
                    <a:pt x="2442384" y="832427"/>
                    <a:pt x="2251760" y="816334"/>
                    <a:pt x="2094607" y="791154"/>
                  </a:cubicBezTo>
                  <a:cubicBezTo>
                    <a:pt x="1708750" y="729402"/>
                    <a:pt x="1513428" y="766772"/>
                    <a:pt x="1324534" y="802858"/>
                  </a:cubicBezTo>
                  <a:cubicBezTo>
                    <a:pt x="1288981" y="809640"/>
                    <a:pt x="1251964" y="812566"/>
                    <a:pt x="1213928" y="812566"/>
                  </a:cubicBezTo>
                  <a:close/>
                </a:path>
              </a:pathLst>
            </a:custGeom>
            <a:solidFill>
              <a:srgbClr val="D8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0" name="Forme libre : forme 18423">
              <a:extLst>
                <a:ext uri="{FF2B5EF4-FFF2-40B4-BE49-F238E27FC236}">
                  <a16:creationId xmlns:a16="http://schemas.microsoft.com/office/drawing/2014/main" id="{05177AAE-9949-4758-8F97-BA942B954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3030" y="6052337"/>
              <a:ext cx="45630" cy="82536"/>
            </a:xfrm>
            <a:custGeom>
              <a:avLst/>
              <a:gdLst>
                <a:gd name="T0" fmla="*/ 0 w 45630"/>
                <a:gd name="T1" fmla="*/ 37540 h 82536"/>
                <a:gd name="T2" fmla="*/ 2217 w 45630"/>
                <a:gd name="T3" fmla="*/ 20207 h 82536"/>
                <a:gd name="T4" fmla="*/ 10240 w 45630"/>
                <a:gd name="T5" fmla="*/ 4780 h 82536"/>
                <a:gd name="T6" fmla="*/ 26066 w 45630"/>
                <a:gd name="T7" fmla="*/ 702 h 82536"/>
                <a:gd name="T8" fmla="*/ 38125 w 45630"/>
                <a:gd name="T9" fmla="*/ 13247 h 82536"/>
                <a:gd name="T10" fmla="*/ 45218 w 45630"/>
                <a:gd name="T11" fmla="*/ 47648 h 82536"/>
                <a:gd name="T12" fmla="*/ 44686 w 45630"/>
                <a:gd name="T13" fmla="*/ 82536 h 82536"/>
                <a:gd name="T14" fmla="*/ 43666 w 45630"/>
                <a:gd name="T15" fmla="*/ 65203 h 82536"/>
                <a:gd name="T16" fmla="*/ 42159 w 45630"/>
                <a:gd name="T17" fmla="*/ 48002 h 82536"/>
                <a:gd name="T18" fmla="*/ 34578 w 45630"/>
                <a:gd name="T19" fmla="*/ 15375 h 82536"/>
                <a:gd name="T20" fmla="*/ 24958 w 45630"/>
                <a:gd name="T21" fmla="*/ 4824 h 82536"/>
                <a:gd name="T22" fmla="*/ 12191 w 45630"/>
                <a:gd name="T23" fmla="*/ 7484 h 82536"/>
                <a:gd name="T24" fmla="*/ 4078 w 45630"/>
                <a:gd name="T25" fmla="*/ 20916 h 82536"/>
                <a:gd name="T26" fmla="*/ 0 w 45630"/>
                <a:gd name="T27" fmla="*/ 37540 h 82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630" h="82536">
                  <a:moveTo>
                    <a:pt x="0" y="37540"/>
                  </a:moveTo>
                  <a:cubicBezTo>
                    <a:pt x="0" y="31733"/>
                    <a:pt x="798" y="25926"/>
                    <a:pt x="2217" y="20207"/>
                  </a:cubicBezTo>
                  <a:cubicBezTo>
                    <a:pt x="3724" y="14621"/>
                    <a:pt x="6073" y="8947"/>
                    <a:pt x="10240" y="4780"/>
                  </a:cubicBezTo>
                  <a:cubicBezTo>
                    <a:pt x="14408" y="480"/>
                    <a:pt x="20525" y="-1027"/>
                    <a:pt x="26066" y="702"/>
                  </a:cubicBezTo>
                  <a:cubicBezTo>
                    <a:pt x="31741" y="2607"/>
                    <a:pt x="35598" y="7972"/>
                    <a:pt x="38125" y="13247"/>
                  </a:cubicBezTo>
                  <a:cubicBezTo>
                    <a:pt x="42912" y="24197"/>
                    <a:pt x="44464" y="36033"/>
                    <a:pt x="45218" y="47648"/>
                  </a:cubicBezTo>
                  <a:cubicBezTo>
                    <a:pt x="45927" y="59307"/>
                    <a:pt x="45705" y="70966"/>
                    <a:pt x="44686" y="82536"/>
                  </a:cubicBezTo>
                  <a:cubicBezTo>
                    <a:pt x="44287" y="76729"/>
                    <a:pt x="44154" y="70966"/>
                    <a:pt x="43666" y="65203"/>
                  </a:cubicBezTo>
                  <a:cubicBezTo>
                    <a:pt x="43356" y="59440"/>
                    <a:pt x="42824" y="53721"/>
                    <a:pt x="42159" y="48002"/>
                  </a:cubicBezTo>
                  <a:cubicBezTo>
                    <a:pt x="40696" y="36698"/>
                    <a:pt x="39011" y="25216"/>
                    <a:pt x="34578" y="15375"/>
                  </a:cubicBezTo>
                  <a:cubicBezTo>
                    <a:pt x="32362" y="10587"/>
                    <a:pt x="29170" y="6375"/>
                    <a:pt x="24958" y="4824"/>
                  </a:cubicBezTo>
                  <a:cubicBezTo>
                    <a:pt x="20702" y="3317"/>
                    <a:pt x="15782" y="4336"/>
                    <a:pt x="12191" y="7484"/>
                  </a:cubicBezTo>
                  <a:cubicBezTo>
                    <a:pt x="8423" y="10632"/>
                    <a:pt x="5896" y="15685"/>
                    <a:pt x="4078" y="20916"/>
                  </a:cubicBezTo>
                  <a:cubicBezTo>
                    <a:pt x="2083" y="26192"/>
                    <a:pt x="887" y="31821"/>
                    <a:pt x="0" y="375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" name="Forme libre : forme 18424">
              <a:extLst>
                <a:ext uri="{FF2B5EF4-FFF2-40B4-BE49-F238E27FC236}">
                  <a16:creationId xmlns:a16="http://schemas.microsoft.com/office/drawing/2014/main" id="{6BA6D756-848E-4948-BBE4-E1E583C49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363" y="6125949"/>
              <a:ext cx="419592" cy="62919"/>
            </a:xfrm>
            <a:custGeom>
              <a:avLst/>
              <a:gdLst>
                <a:gd name="T0" fmla="*/ 0 w 419592"/>
                <a:gd name="T1" fmla="*/ 62920 h 62919"/>
                <a:gd name="T2" fmla="*/ 101695 w 419592"/>
                <a:gd name="T3" fmla="*/ 28607 h 62919"/>
                <a:gd name="T4" fmla="*/ 152986 w 419592"/>
                <a:gd name="T5" fmla="*/ 12604 h 62919"/>
                <a:gd name="T6" fmla="*/ 205962 w 419592"/>
                <a:gd name="T7" fmla="*/ 2674 h 62919"/>
                <a:gd name="T8" fmla="*/ 313464 w 419592"/>
                <a:gd name="T9" fmla="*/ 2585 h 62919"/>
                <a:gd name="T10" fmla="*/ 419593 w 419592"/>
                <a:gd name="T11" fmla="*/ 18721 h 62919"/>
                <a:gd name="T12" fmla="*/ 393038 w 419592"/>
                <a:gd name="T13" fmla="*/ 14731 h 62919"/>
                <a:gd name="T14" fmla="*/ 366440 w 419592"/>
                <a:gd name="T15" fmla="*/ 11230 h 62919"/>
                <a:gd name="T16" fmla="*/ 339797 w 419592"/>
                <a:gd name="T17" fmla="*/ 8215 h 62919"/>
                <a:gd name="T18" fmla="*/ 313110 w 419592"/>
                <a:gd name="T19" fmla="*/ 5954 h 62919"/>
                <a:gd name="T20" fmla="*/ 259646 w 419592"/>
                <a:gd name="T21" fmla="*/ 4004 h 62919"/>
                <a:gd name="T22" fmla="*/ 206361 w 419592"/>
                <a:gd name="T23" fmla="*/ 7062 h 62919"/>
                <a:gd name="T24" fmla="*/ 153917 w 419592"/>
                <a:gd name="T25" fmla="*/ 16505 h 62919"/>
                <a:gd name="T26" fmla="*/ 102626 w 419592"/>
                <a:gd name="T27" fmla="*/ 31888 h 62919"/>
                <a:gd name="T28" fmla="*/ 0 w 419592"/>
                <a:gd name="T29" fmla="*/ 62920 h 629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9592" h="62919">
                  <a:moveTo>
                    <a:pt x="0" y="62920"/>
                  </a:moveTo>
                  <a:cubicBezTo>
                    <a:pt x="33780" y="51128"/>
                    <a:pt x="67738" y="39823"/>
                    <a:pt x="101695" y="28607"/>
                  </a:cubicBezTo>
                  <a:cubicBezTo>
                    <a:pt x="118674" y="23022"/>
                    <a:pt x="135608" y="17170"/>
                    <a:pt x="152986" y="12604"/>
                  </a:cubicBezTo>
                  <a:cubicBezTo>
                    <a:pt x="170364" y="7994"/>
                    <a:pt x="188096" y="4757"/>
                    <a:pt x="205962" y="2674"/>
                  </a:cubicBezTo>
                  <a:cubicBezTo>
                    <a:pt x="241737" y="-1139"/>
                    <a:pt x="277778" y="-607"/>
                    <a:pt x="313464" y="2585"/>
                  </a:cubicBezTo>
                  <a:cubicBezTo>
                    <a:pt x="349151" y="5777"/>
                    <a:pt x="384571" y="11407"/>
                    <a:pt x="419593" y="18721"/>
                  </a:cubicBezTo>
                  <a:lnTo>
                    <a:pt x="393038" y="14731"/>
                  </a:lnTo>
                  <a:cubicBezTo>
                    <a:pt x="384216" y="13269"/>
                    <a:pt x="375306" y="12427"/>
                    <a:pt x="366440" y="11230"/>
                  </a:cubicBezTo>
                  <a:cubicBezTo>
                    <a:pt x="357574" y="9944"/>
                    <a:pt x="348707" y="9146"/>
                    <a:pt x="339797" y="8215"/>
                  </a:cubicBezTo>
                  <a:cubicBezTo>
                    <a:pt x="330931" y="7195"/>
                    <a:pt x="322020" y="6575"/>
                    <a:pt x="313110" y="5954"/>
                  </a:cubicBezTo>
                  <a:cubicBezTo>
                    <a:pt x="295289" y="4669"/>
                    <a:pt x="277468" y="4048"/>
                    <a:pt x="259646" y="4004"/>
                  </a:cubicBezTo>
                  <a:cubicBezTo>
                    <a:pt x="241825" y="4269"/>
                    <a:pt x="224004" y="4890"/>
                    <a:pt x="206361" y="7062"/>
                  </a:cubicBezTo>
                  <a:cubicBezTo>
                    <a:pt x="188673" y="9013"/>
                    <a:pt x="171118" y="12072"/>
                    <a:pt x="153917" y="16505"/>
                  </a:cubicBezTo>
                  <a:cubicBezTo>
                    <a:pt x="136672" y="20849"/>
                    <a:pt x="119782" y="26790"/>
                    <a:pt x="102626" y="31888"/>
                  </a:cubicBezTo>
                  <a:cubicBezTo>
                    <a:pt x="68536" y="42394"/>
                    <a:pt x="34356" y="52901"/>
                    <a:pt x="0" y="629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2" name="Forme libre : forme 18425">
              <a:extLst>
                <a:ext uri="{FF2B5EF4-FFF2-40B4-BE49-F238E27FC236}">
                  <a16:creationId xmlns:a16="http://schemas.microsoft.com/office/drawing/2014/main" id="{1AEF509E-4458-4124-B86D-4C01DFF56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637" y="6216398"/>
              <a:ext cx="440294" cy="30231"/>
            </a:xfrm>
            <a:custGeom>
              <a:avLst/>
              <a:gdLst>
                <a:gd name="T0" fmla="*/ 0 w 440294"/>
                <a:gd name="T1" fmla="*/ 0 h 30231"/>
                <a:gd name="T2" fmla="*/ 54660 w 440294"/>
                <a:gd name="T3" fmla="*/ 9265 h 30231"/>
                <a:gd name="T4" fmla="*/ 109586 w 440294"/>
                <a:gd name="T5" fmla="*/ 16580 h 30231"/>
                <a:gd name="T6" fmla="*/ 219970 w 440294"/>
                <a:gd name="T7" fmla="*/ 25135 h 30231"/>
                <a:gd name="T8" fmla="*/ 330620 w 440294"/>
                <a:gd name="T9" fmla="*/ 23983 h 30231"/>
                <a:gd name="T10" fmla="*/ 358194 w 440294"/>
                <a:gd name="T11" fmla="*/ 21678 h 30231"/>
                <a:gd name="T12" fmla="*/ 365110 w 440294"/>
                <a:gd name="T13" fmla="*/ 21102 h 30231"/>
                <a:gd name="T14" fmla="*/ 371981 w 440294"/>
                <a:gd name="T15" fmla="*/ 20170 h 30231"/>
                <a:gd name="T16" fmla="*/ 385679 w 440294"/>
                <a:gd name="T17" fmla="*/ 18309 h 30231"/>
                <a:gd name="T18" fmla="*/ 440295 w 440294"/>
                <a:gd name="T19" fmla="*/ 8911 h 30231"/>
                <a:gd name="T20" fmla="*/ 330886 w 440294"/>
                <a:gd name="T21" fmla="*/ 27396 h 30231"/>
                <a:gd name="T22" fmla="*/ 219837 w 440294"/>
                <a:gd name="T23" fmla="*/ 29613 h 30231"/>
                <a:gd name="T24" fmla="*/ 109187 w 440294"/>
                <a:gd name="T25" fmla="*/ 19993 h 30231"/>
                <a:gd name="T26" fmla="*/ 0 w 440294"/>
                <a:gd name="T27" fmla="*/ 0 h 302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0294" h="30231">
                  <a:moveTo>
                    <a:pt x="0" y="0"/>
                  </a:moveTo>
                  <a:cubicBezTo>
                    <a:pt x="18176" y="3458"/>
                    <a:pt x="36351" y="6650"/>
                    <a:pt x="54660" y="9265"/>
                  </a:cubicBezTo>
                  <a:cubicBezTo>
                    <a:pt x="72924" y="12058"/>
                    <a:pt x="91233" y="14496"/>
                    <a:pt x="109586" y="16580"/>
                  </a:cubicBezTo>
                  <a:cubicBezTo>
                    <a:pt x="146292" y="20747"/>
                    <a:pt x="183087" y="23806"/>
                    <a:pt x="219970" y="25135"/>
                  </a:cubicBezTo>
                  <a:cubicBezTo>
                    <a:pt x="256854" y="26776"/>
                    <a:pt x="293781" y="26022"/>
                    <a:pt x="330620" y="23983"/>
                  </a:cubicBezTo>
                  <a:lnTo>
                    <a:pt x="358194" y="21678"/>
                  </a:lnTo>
                  <a:lnTo>
                    <a:pt x="365110" y="21102"/>
                  </a:lnTo>
                  <a:lnTo>
                    <a:pt x="371981" y="20170"/>
                  </a:lnTo>
                  <a:lnTo>
                    <a:pt x="385679" y="18309"/>
                  </a:lnTo>
                  <a:cubicBezTo>
                    <a:pt x="404077" y="16447"/>
                    <a:pt x="422075" y="12102"/>
                    <a:pt x="440295" y="8911"/>
                  </a:cubicBezTo>
                  <a:cubicBezTo>
                    <a:pt x="404476" y="18176"/>
                    <a:pt x="367814" y="24205"/>
                    <a:pt x="330886" y="27396"/>
                  </a:cubicBezTo>
                  <a:cubicBezTo>
                    <a:pt x="293959" y="30189"/>
                    <a:pt x="256854" y="30899"/>
                    <a:pt x="219837" y="29613"/>
                  </a:cubicBezTo>
                  <a:cubicBezTo>
                    <a:pt x="182821" y="27884"/>
                    <a:pt x="145893" y="24914"/>
                    <a:pt x="109187" y="19993"/>
                  </a:cubicBezTo>
                  <a:cubicBezTo>
                    <a:pt x="72481" y="14940"/>
                    <a:pt x="35952" y="87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3" name="Forme libre : forme 18426">
              <a:extLst>
                <a:ext uri="{FF2B5EF4-FFF2-40B4-BE49-F238E27FC236}">
                  <a16:creationId xmlns:a16="http://schemas.microsoft.com/office/drawing/2014/main" id="{6F884FF5-DFDC-4593-921F-AF2740C8F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5692" y="6006091"/>
              <a:ext cx="163137" cy="87509"/>
            </a:xfrm>
            <a:custGeom>
              <a:avLst/>
              <a:gdLst>
                <a:gd name="T0" fmla="*/ 163138 w 163137"/>
                <a:gd name="T1" fmla="*/ 0 h 87509"/>
                <a:gd name="T2" fmla="*/ 123949 w 163137"/>
                <a:gd name="T3" fmla="*/ 24781 h 87509"/>
                <a:gd name="T4" fmla="*/ 83741 w 163137"/>
                <a:gd name="T5" fmla="*/ 47833 h 87509"/>
                <a:gd name="T6" fmla="*/ 42513 w 163137"/>
                <a:gd name="T7" fmla="*/ 69024 h 87509"/>
                <a:gd name="T8" fmla="*/ 0 w 163137"/>
                <a:gd name="T9" fmla="*/ 87509 h 87509"/>
                <a:gd name="T10" fmla="*/ 20525 w 163137"/>
                <a:gd name="T11" fmla="*/ 76782 h 87509"/>
                <a:gd name="T12" fmla="*/ 40962 w 163137"/>
                <a:gd name="T13" fmla="*/ 65964 h 87509"/>
                <a:gd name="T14" fmla="*/ 81613 w 163137"/>
                <a:gd name="T15" fmla="*/ 43932 h 87509"/>
                <a:gd name="T16" fmla="*/ 122265 w 163137"/>
                <a:gd name="T17" fmla="*/ 21855 h 87509"/>
                <a:gd name="T18" fmla="*/ 142613 w 163137"/>
                <a:gd name="T19" fmla="*/ 10861 h 87509"/>
                <a:gd name="T20" fmla="*/ 163138 w 163137"/>
                <a:gd name="T21" fmla="*/ 0 h 875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3137" h="87509">
                  <a:moveTo>
                    <a:pt x="163138" y="0"/>
                  </a:moveTo>
                  <a:cubicBezTo>
                    <a:pt x="150371" y="8689"/>
                    <a:pt x="137204" y="16802"/>
                    <a:pt x="123949" y="24781"/>
                  </a:cubicBezTo>
                  <a:cubicBezTo>
                    <a:pt x="110739" y="32761"/>
                    <a:pt x="97307" y="40385"/>
                    <a:pt x="83741" y="47833"/>
                  </a:cubicBezTo>
                  <a:cubicBezTo>
                    <a:pt x="70132" y="55148"/>
                    <a:pt x="56478" y="62374"/>
                    <a:pt x="42513" y="69024"/>
                  </a:cubicBezTo>
                  <a:cubicBezTo>
                    <a:pt x="28549" y="75673"/>
                    <a:pt x="14496" y="82101"/>
                    <a:pt x="0" y="87509"/>
                  </a:cubicBezTo>
                  <a:cubicBezTo>
                    <a:pt x="6827" y="83874"/>
                    <a:pt x="13742" y="80505"/>
                    <a:pt x="20525" y="76782"/>
                  </a:cubicBezTo>
                  <a:cubicBezTo>
                    <a:pt x="27397" y="73279"/>
                    <a:pt x="34179" y="69644"/>
                    <a:pt x="40962" y="65964"/>
                  </a:cubicBezTo>
                  <a:lnTo>
                    <a:pt x="81613" y="43932"/>
                  </a:lnTo>
                  <a:lnTo>
                    <a:pt x="122265" y="21855"/>
                  </a:lnTo>
                  <a:lnTo>
                    <a:pt x="142613" y="10861"/>
                  </a:lnTo>
                  <a:lnTo>
                    <a:pt x="163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4" name="Forme libre : forme 18427">
              <a:extLst>
                <a:ext uri="{FF2B5EF4-FFF2-40B4-BE49-F238E27FC236}">
                  <a16:creationId xmlns:a16="http://schemas.microsoft.com/office/drawing/2014/main" id="{8BB5A7DC-0D61-4C89-BA09-1E95217C2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5766" y="5856696"/>
              <a:ext cx="112024" cy="124836"/>
            </a:xfrm>
            <a:custGeom>
              <a:avLst/>
              <a:gdLst>
                <a:gd name="T0" fmla="*/ 112024 w 112024"/>
                <a:gd name="T1" fmla="*/ 0 h 124836"/>
                <a:gd name="T2" fmla="*/ 98104 w 112024"/>
                <a:gd name="T3" fmla="*/ 15738 h 124836"/>
                <a:gd name="T4" fmla="*/ 84007 w 112024"/>
                <a:gd name="T5" fmla="*/ 31297 h 124836"/>
                <a:gd name="T6" fmla="*/ 55813 w 112024"/>
                <a:gd name="T7" fmla="*/ 62285 h 124836"/>
                <a:gd name="T8" fmla="*/ 27662 w 112024"/>
                <a:gd name="T9" fmla="*/ 93317 h 124836"/>
                <a:gd name="T10" fmla="*/ 13787 w 112024"/>
                <a:gd name="T11" fmla="*/ 109010 h 124836"/>
                <a:gd name="T12" fmla="*/ 0 w 112024"/>
                <a:gd name="T13" fmla="*/ 124836 h 124836"/>
                <a:gd name="T14" fmla="*/ 25091 w 112024"/>
                <a:gd name="T15" fmla="*/ 91100 h 124836"/>
                <a:gd name="T16" fmla="*/ 52532 w 112024"/>
                <a:gd name="T17" fmla="*/ 59315 h 124836"/>
                <a:gd name="T18" fmla="*/ 81569 w 112024"/>
                <a:gd name="T19" fmla="*/ 28948 h 124836"/>
                <a:gd name="T20" fmla="*/ 112024 w 112024"/>
                <a:gd name="T21" fmla="*/ 0 h 1248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024" h="124836">
                  <a:moveTo>
                    <a:pt x="112024" y="0"/>
                  </a:moveTo>
                  <a:lnTo>
                    <a:pt x="98104" y="15738"/>
                  </a:lnTo>
                  <a:lnTo>
                    <a:pt x="84007" y="31297"/>
                  </a:lnTo>
                  <a:lnTo>
                    <a:pt x="55813" y="62285"/>
                  </a:lnTo>
                  <a:lnTo>
                    <a:pt x="27662" y="93317"/>
                  </a:lnTo>
                  <a:cubicBezTo>
                    <a:pt x="23008" y="98503"/>
                    <a:pt x="18309" y="103690"/>
                    <a:pt x="13787" y="109010"/>
                  </a:cubicBezTo>
                  <a:cubicBezTo>
                    <a:pt x="9043" y="114152"/>
                    <a:pt x="4655" y="119560"/>
                    <a:pt x="0" y="124836"/>
                  </a:cubicBezTo>
                  <a:cubicBezTo>
                    <a:pt x="7714" y="113133"/>
                    <a:pt x="16269" y="102006"/>
                    <a:pt x="25091" y="91100"/>
                  </a:cubicBezTo>
                  <a:cubicBezTo>
                    <a:pt x="33869" y="80150"/>
                    <a:pt x="43178" y="69688"/>
                    <a:pt x="52532" y="59315"/>
                  </a:cubicBezTo>
                  <a:cubicBezTo>
                    <a:pt x="61975" y="48986"/>
                    <a:pt x="71639" y="38834"/>
                    <a:pt x="81569" y="28948"/>
                  </a:cubicBezTo>
                  <a:cubicBezTo>
                    <a:pt x="91499" y="19063"/>
                    <a:pt x="101518" y="9265"/>
                    <a:pt x="1120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5" name="Forme libre : forme 18428">
              <a:extLst>
                <a:ext uri="{FF2B5EF4-FFF2-40B4-BE49-F238E27FC236}">
                  <a16:creationId xmlns:a16="http://schemas.microsoft.com/office/drawing/2014/main" id="{8D1BEF05-998E-4C10-8519-40239A66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606" y="5672900"/>
              <a:ext cx="174885" cy="228038"/>
            </a:xfrm>
            <a:custGeom>
              <a:avLst/>
              <a:gdLst>
                <a:gd name="T0" fmla="*/ 174886 w 174885"/>
                <a:gd name="T1" fmla="*/ 0 h 228038"/>
                <a:gd name="T2" fmla="*/ 139997 w 174885"/>
                <a:gd name="T3" fmla="*/ 63260 h 228038"/>
                <a:gd name="T4" fmla="*/ 98592 w 174885"/>
                <a:gd name="T5" fmla="*/ 122531 h 228038"/>
                <a:gd name="T6" fmla="*/ 51779 w 174885"/>
                <a:gd name="T7" fmla="*/ 177634 h 228038"/>
                <a:gd name="T8" fmla="*/ 26554 w 174885"/>
                <a:gd name="T9" fmla="*/ 203523 h 228038"/>
                <a:gd name="T10" fmla="*/ 13388 w 174885"/>
                <a:gd name="T11" fmla="*/ 215892 h 228038"/>
                <a:gd name="T12" fmla="*/ 0 w 174885"/>
                <a:gd name="T13" fmla="*/ 228038 h 228038"/>
                <a:gd name="T14" fmla="*/ 49296 w 174885"/>
                <a:gd name="T15" fmla="*/ 175373 h 228038"/>
                <a:gd name="T16" fmla="*/ 95134 w 174885"/>
                <a:gd name="T17" fmla="*/ 119826 h 228038"/>
                <a:gd name="T18" fmla="*/ 137204 w 174885"/>
                <a:gd name="T19" fmla="*/ 61398 h 228038"/>
                <a:gd name="T20" fmla="*/ 174886 w 174885"/>
                <a:gd name="T21" fmla="*/ 0 h 2280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4885" h="228038">
                  <a:moveTo>
                    <a:pt x="174886" y="0"/>
                  </a:moveTo>
                  <a:cubicBezTo>
                    <a:pt x="164867" y="21944"/>
                    <a:pt x="152809" y="42823"/>
                    <a:pt x="139997" y="63260"/>
                  </a:cubicBezTo>
                  <a:cubicBezTo>
                    <a:pt x="127097" y="83653"/>
                    <a:pt x="113266" y="103424"/>
                    <a:pt x="98592" y="122531"/>
                  </a:cubicBezTo>
                  <a:cubicBezTo>
                    <a:pt x="83653" y="141460"/>
                    <a:pt x="68358" y="160123"/>
                    <a:pt x="51779" y="177634"/>
                  </a:cubicBezTo>
                  <a:cubicBezTo>
                    <a:pt x="43666" y="186545"/>
                    <a:pt x="35066" y="195012"/>
                    <a:pt x="26554" y="203523"/>
                  </a:cubicBezTo>
                  <a:cubicBezTo>
                    <a:pt x="22299" y="207824"/>
                    <a:pt x="17777" y="211813"/>
                    <a:pt x="13388" y="215892"/>
                  </a:cubicBezTo>
                  <a:lnTo>
                    <a:pt x="0" y="228038"/>
                  </a:lnTo>
                  <a:cubicBezTo>
                    <a:pt x="16757" y="210749"/>
                    <a:pt x="33559" y="193549"/>
                    <a:pt x="49296" y="175373"/>
                  </a:cubicBezTo>
                  <a:cubicBezTo>
                    <a:pt x="65299" y="157463"/>
                    <a:pt x="80549" y="138889"/>
                    <a:pt x="95134" y="119826"/>
                  </a:cubicBezTo>
                  <a:cubicBezTo>
                    <a:pt x="110029" y="100986"/>
                    <a:pt x="123772" y="81303"/>
                    <a:pt x="137204" y="61398"/>
                  </a:cubicBezTo>
                  <a:cubicBezTo>
                    <a:pt x="150504" y="41494"/>
                    <a:pt x="163271" y="21102"/>
                    <a:pt x="1748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6" name="Forme libre : forme 18429">
              <a:extLst>
                <a:ext uri="{FF2B5EF4-FFF2-40B4-BE49-F238E27FC236}">
                  <a16:creationId xmlns:a16="http://schemas.microsoft.com/office/drawing/2014/main" id="{E812C793-1AF4-4D9A-A80B-6CC77496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2602" y="4960590"/>
              <a:ext cx="84517" cy="969119"/>
            </a:xfrm>
            <a:custGeom>
              <a:avLst/>
              <a:gdLst>
                <a:gd name="T0" fmla="*/ 64200 w 84517"/>
                <a:gd name="T1" fmla="*/ 690942 h 969119"/>
                <a:gd name="T2" fmla="*/ 62205 w 84517"/>
                <a:gd name="T3" fmla="*/ 676225 h 969119"/>
                <a:gd name="T4" fmla="*/ 18406 w 84517"/>
                <a:gd name="T5" fmla="*/ 264966 h 969119"/>
                <a:gd name="T6" fmla="*/ 16810 w 84517"/>
                <a:gd name="T7" fmla="*/ 220413 h 969119"/>
                <a:gd name="T8" fmla="*/ 35163 w 84517"/>
                <a:gd name="T9" fmla="*/ 195499 h 969119"/>
                <a:gd name="T10" fmla="*/ 68367 w 84517"/>
                <a:gd name="T11" fmla="*/ 177279 h 969119"/>
                <a:gd name="T12" fmla="*/ 67347 w 84517"/>
                <a:gd name="T13" fmla="*/ 168635 h 969119"/>
                <a:gd name="T14" fmla="*/ 38266 w 84517"/>
                <a:gd name="T15" fmla="*/ 182643 h 969119"/>
                <a:gd name="T16" fmla="*/ 47398 w 84517"/>
                <a:gd name="T17" fmla="*/ 157331 h 969119"/>
                <a:gd name="T18" fmla="*/ 61229 w 84517"/>
                <a:gd name="T19" fmla="*/ 148420 h 969119"/>
                <a:gd name="T20" fmla="*/ 60831 w 84517"/>
                <a:gd name="T21" fmla="*/ 139687 h 969119"/>
                <a:gd name="T22" fmla="*/ 43231 w 84517"/>
                <a:gd name="T23" fmla="*/ 150681 h 969119"/>
                <a:gd name="T24" fmla="*/ 43231 w 84517"/>
                <a:gd name="T25" fmla="*/ 150681 h 969119"/>
                <a:gd name="T26" fmla="*/ 43231 w 84517"/>
                <a:gd name="T27" fmla="*/ 150725 h 969119"/>
                <a:gd name="T28" fmla="*/ 42610 w 84517"/>
                <a:gd name="T29" fmla="*/ 151257 h 969119"/>
                <a:gd name="T30" fmla="*/ 40970 w 84517"/>
                <a:gd name="T31" fmla="*/ 152676 h 969119"/>
                <a:gd name="T32" fmla="*/ 17120 w 84517"/>
                <a:gd name="T33" fmla="*/ 154449 h 969119"/>
                <a:gd name="T34" fmla="*/ 20622 w 84517"/>
                <a:gd name="T35" fmla="*/ 106350 h 969119"/>
                <a:gd name="T36" fmla="*/ 42389 w 84517"/>
                <a:gd name="T37" fmla="*/ 124526 h 969119"/>
                <a:gd name="T38" fmla="*/ 43409 w 84517"/>
                <a:gd name="T39" fmla="*/ 124570 h 969119"/>
                <a:gd name="T40" fmla="*/ 57062 w 84517"/>
                <a:gd name="T41" fmla="*/ 114995 h 969119"/>
                <a:gd name="T42" fmla="*/ 52408 w 84517"/>
                <a:gd name="T43" fmla="*/ 109187 h 969119"/>
                <a:gd name="T44" fmla="*/ 42744 w 84517"/>
                <a:gd name="T45" fmla="*/ 115748 h 969119"/>
                <a:gd name="T46" fmla="*/ 22041 w 84517"/>
                <a:gd name="T47" fmla="*/ 95312 h 969119"/>
                <a:gd name="T48" fmla="*/ 60387 w 84517"/>
                <a:gd name="T49" fmla="*/ 17200 h 969119"/>
                <a:gd name="T50" fmla="*/ 57993 w 84517"/>
                <a:gd name="T51" fmla="*/ 0 h 969119"/>
                <a:gd name="T52" fmla="*/ 1693 w 84517"/>
                <a:gd name="T53" fmla="*/ 266208 h 969119"/>
                <a:gd name="T54" fmla="*/ 42167 w 84517"/>
                <a:gd name="T55" fmla="*/ 682431 h 969119"/>
                <a:gd name="T56" fmla="*/ 44162 w 84517"/>
                <a:gd name="T57" fmla="*/ 697149 h 969119"/>
                <a:gd name="T58" fmla="*/ 58924 w 84517"/>
                <a:gd name="T59" fmla="*/ 969119 h 969119"/>
                <a:gd name="T60" fmla="*/ 81046 w 84517"/>
                <a:gd name="T61" fmla="*/ 955110 h 969119"/>
                <a:gd name="T62" fmla="*/ 64200 w 84517"/>
                <a:gd name="T63" fmla="*/ 690942 h 969119"/>
                <a:gd name="T64" fmla="*/ 28957 w 84517"/>
                <a:gd name="T65" fmla="*/ 165266 h 969119"/>
                <a:gd name="T66" fmla="*/ 37291 w 84517"/>
                <a:gd name="T67" fmla="*/ 164025 h 969119"/>
                <a:gd name="T68" fmla="*/ 29932 w 84517"/>
                <a:gd name="T69" fmla="*/ 190313 h 969119"/>
                <a:gd name="T70" fmla="*/ 16633 w 84517"/>
                <a:gd name="T71" fmla="*/ 210883 h 969119"/>
                <a:gd name="T72" fmla="*/ 16810 w 84517"/>
                <a:gd name="T73" fmla="*/ 163315 h 969119"/>
                <a:gd name="T74" fmla="*/ 28957 w 84517"/>
                <a:gd name="T75" fmla="*/ 165266 h 96911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4517" h="969119">
                  <a:moveTo>
                    <a:pt x="64200" y="690942"/>
                  </a:moveTo>
                  <a:lnTo>
                    <a:pt x="62205" y="676225"/>
                  </a:lnTo>
                  <a:cubicBezTo>
                    <a:pt x="46467" y="559457"/>
                    <a:pt x="24922" y="399599"/>
                    <a:pt x="18406" y="264966"/>
                  </a:cubicBezTo>
                  <a:cubicBezTo>
                    <a:pt x="17652" y="249362"/>
                    <a:pt x="17120" y="234555"/>
                    <a:pt x="16810" y="220413"/>
                  </a:cubicBezTo>
                  <a:cubicBezTo>
                    <a:pt x="21021" y="218064"/>
                    <a:pt x="30951" y="211015"/>
                    <a:pt x="35163" y="195499"/>
                  </a:cubicBezTo>
                  <a:cubicBezTo>
                    <a:pt x="38000" y="192751"/>
                    <a:pt x="50457" y="181624"/>
                    <a:pt x="68367" y="177279"/>
                  </a:cubicBezTo>
                  <a:lnTo>
                    <a:pt x="67347" y="168635"/>
                  </a:lnTo>
                  <a:cubicBezTo>
                    <a:pt x="54624" y="171694"/>
                    <a:pt x="44561" y="177856"/>
                    <a:pt x="38266" y="182643"/>
                  </a:cubicBezTo>
                  <a:cubicBezTo>
                    <a:pt x="41591" y="169965"/>
                    <a:pt x="44871" y="162074"/>
                    <a:pt x="47398" y="157331"/>
                  </a:cubicBezTo>
                  <a:cubicBezTo>
                    <a:pt x="54935" y="150770"/>
                    <a:pt x="54314" y="149883"/>
                    <a:pt x="61229" y="148420"/>
                  </a:cubicBezTo>
                  <a:lnTo>
                    <a:pt x="60831" y="139687"/>
                  </a:lnTo>
                  <a:cubicBezTo>
                    <a:pt x="54757" y="140308"/>
                    <a:pt x="51743" y="143189"/>
                    <a:pt x="43231" y="150681"/>
                  </a:cubicBezTo>
                  <a:cubicBezTo>
                    <a:pt x="43231" y="150681"/>
                    <a:pt x="43231" y="150725"/>
                    <a:pt x="43231" y="150725"/>
                  </a:cubicBezTo>
                  <a:cubicBezTo>
                    <a:pt x="43010" y="150903"/>
                    <a:pt x="42832" y="151080"/>
                    <a:pt x="42610" y="151257"/>
                  </a:cubicBezTo>
                  <a:lnTo>
                    <a:pt x="40970" y="152676"/>
                  </a:lnTo>
                  <a:cubicBezTo>
                    <a:pt x="33257" y="159414"/>
                    <a:pt x="20135" y="155469"/>
                    <a:pt x="17120" y="154449"/>
                  </a:cubicBezTo>
                  <a:cubicBezTo>
                    <a:pt x="17785" y="136717"/>
                    <a:pt x="18938" y="120669"/>
                    <a:pt x="20622" y="106350"/>
                  </a:cubicBezTo>
                  <a:cubicBezTo>
                    <a:pt x="25720" y="114108"/>
                    <a:pt x="33789" y="123861"/>
                    <a:pt x="42389" y="124526"/>
                  </a:cubicBezTo>
                  <a:cubicBezTo>
                    <a:pt x="42744" y="124570"/>
                    <a:pt x="43054" y="124570"/>
                    <a:pt x="43409" y="124570"/>
                  </a:cubicBezTo>
                  <a:cubicBezTo>
                    <a:pt x="48551" y="124570"/>
                    <a:pt x="53117" y="121334"/>
                    <a:pt x="57062" y="114995"/>
                  </a:cubicBezTo>
                  <a:lnTo>
                    <a:pt x="52408" y="109187"/>
                  </a:lnTo>
                  <a:cubicBezTo>
                    <a:pt x="49482" y="113887"/>
                    <a:pt x="46246" y="116014"/>
                    <a:pt x="42744" y="115748"/>
                  </a:cubicBezTo>
                  <a:cubicBezTo>
                    <a:pt x="34897" y="115127"/>
                    <a:pt x="26385" y="102936"/>
                    <a:pt x="22041" y="95312"/>
                  </a:cubicBezTo>
                  <a:cubicBezTo>
                    <a:pt x="28735" y="48631"/>
                    <a:pt x="41547" y="22476"/>
                    <a:pt x="60387" y="17200"/>
                  </a:cubicBezTo>
                  <a:lnTo>
                    <a:pt x="57993" y="0"/>
                  </a:lnTo>
                  <a:cubicBezTo>
                    <a:pt x="14992" y="12102"/>
                    <a:pt x="-6420" y="99168"/>
                    <a:pt x="1693" y="266208"/>
                  </a:cubicBezTo>
                  <a:cubicBezTo>
                    <a:pt x="8298" y="401860"/>
                    <a:pt x="26385" y="565264"/>
                    <a:pt x="42167" y="682431"/>
                  </a:cubicBezTo>
                  <a:lnTo>
                    <a:pt x="44162" y="697149"/>
                  </a:lnTo>
                  <a:cubicBezTo>
                    <a:pt x="74041" y="919070"/>
                    <a:pt x="59102" y="968454"/>
                    <a:pt x="58924" y="969119"/>
                  </a:cubicBezTo>
                  <a:lnTo>
                    <a:pt x="81046" y="955110"/>
                  </a:lnTo>
                  <a:cubicBezTo>
                    <a:pt x="81843" y="952274"/>
                    <a:pt x="95010" y="920134"/>
                    <a:pt x="64200" y="690942"/>
                  </a:cubicBezTo>
                  <a:close/>
                  <a:moveTo>
                    <a:pt x="28957" y="165266"/>
                  </a:moveTo>
                  <a:cubicBezTo>
                    <a:pt x="31661" y="165266"/>
                    <a:pt x="34498" y="164911"/>
                    <a:pt x="37291" y="164025"/>
                  </a:cubicBezTo>
                  <a:cubicBezTo>
                    <a:pt x="34897" y="170585"/>
                    <a:pt x="32326" y="179142"/>
                    <a:pt x="29932" y="190313"/>
                  </a:cubicBezTo>
                  <a:cubicBezTo>
                    <a:pt x="27494" y="201750"/>
                    <a:pt x="20800" y="208001"/>
                    <a:pt x="16633" y="210883"/>
                  </a:cubicBezTo>
                  <a:cubicBezTo>
                    <a:pt x="16367" y="193904"/>
                    <a:pt x="16411" y="178078"/>
                    <a:pt x="16810" y="163315"/>
                  </a:cubicBezTo>
                  <a:cubicBezTo>
                    <a:pt x="19337" y="164113"/>
                    <a:pt x="23859" y="165266"/>
                    <a:pt x="28957" y="165266"/>
                  </a:cubicBezTo>
                  <a:close/>
                </a:path>
              </a:pathLst>
            </a:custGeom>
            <a:solidFill>
              <a:srgbClr val="D8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7" name="Forme libre : forme 18430">
              <a:extLst>
                <a:ext uri="{FF2B5EF4-FFF2-40B4-BE49-F238E27FC236}">
                  <a16:creationId xmlns:a16="http://schemas.microsoft.com/office/drawing/2014/main" id="{CABDA3BD-AF86-4BEF-8C48-F0A23A7C3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3414" y="4960251"/>
              <a:ext cx="129889" cy="812837"/>
            </a:xfrm>
            <a:custGeom>
              <a:avLst/>
              <a:gdLst>
                <a:gd name="T0" fmla="*/ 114374 w 129889"/>
                <a:gd name="T1" fmla="*/ 772052 h 812837"/>
                <a:gd name="T2" fmla="*/ 86357 w 129889"/>
                <a:gd name="T3" fmla="*/ 623854 h 812837"/>
                <a:gd name="T4" fmla="*/ 80195 w 129889"/>
                <a:gd name="T5" fmla="*/ 435137 h 812837"/>
                <a:gd name="T6" fmla="*/ 28416 w 129889"/>
                <a:gd name="T7" fmla="*/ 10180 h 812837"/>
                <a:gd name="T8" fmla="*/ 7714 w 129889"/>
                <a:gd name="T9" fmla="*/ 206 h 812837"/>
                <a:gd name="T10" fmla="*/ 8955 w 129889"/>
                <a:gd name="T11" fmla="*/ 17673 h 812837"/>
                <a:gd name="T12" fmla="*/ 20259 w 129889"/>
                <a:gd name="T13" fmla="*/ 23347 h 812837"/>
                <a:gd name="T14" fmla="*/ 30455 w 129889"/>
                <a:gd name="T15" fmla="*/ 44448 h 812837"/>
                <a:gd name="T16" fmla="*/ 0 w 129889"/>
                <a:gd name="T17" fmla="*/ 111743 h 812837"/>
                <a:gd name="T18" fmla="*/ 4389 w 129889"/>
                <a:gd name="T19" fmla="*/ 118038 h 812837"/>
                <a:gd name="T20" fmla="*/ 12546 w 129889"/>
                <a:gd name="T21" fmla="*/ 105182 h 812837"/>
                <a:gd name="T22" fmla="*/ 42868 w 129889"/>
                <a:gd name="T23" fmla="*/ 105093 h 812837"/>
                <a:gd name="T24" fmla="*/ 46326 w 129889"/>
                <a:gd name="T25" fmla="*/ 134662 h 812837"/>
                <a:gd name="T26" fmla="*/ 30588 w 129889"/>
                <a:gd name="T27" fmla="*/ 135549 h 812837"/>
                <a:gd name="T28" fmla="*/ 10063 w 129889"/>
                <a:gd name="T29" fmla="*/ 140026 h 812837"/>
                <a:gd name="T30" fmla="*/ 10462 w 129889"/>
                <a:gd name="T31" fmla="*/ 148759 h 812837"/>
                <a:gd name="T32" fmla="*/ 32406 w 129889"/>
                <a:gd name="T33" fmla="*/ 143972 h 812837"/>
                <a:gd name="T34" fmla="*/ 47257 w 129889"/>
                <a:gd name="T35" fmla="*/ 143883 h 812837"/>
                <a:gd name="T36" fmla="*/ 49606 w 129889"/>
                <a:gd name="T37" fmla="*/ 171767 h 812837"/>
                <a:gd name="T38" fmla="*/ 13565 w 129889"/>
                <a:gd name="T39" fmla="*/ 169905 h 812837"/>
                <a:gd name="T40" fmla="*/ 14895 w 129889"/>
                <a:gd name="T41" fmla="*/ 178461 h 812837"/>
                <a:gd name="T42" fmla="*/ 50271 w 129889"/>
                <a:gd name="T43" fmla="*/ 181431 h 812837"/>
                <a:gd name="T44" fmla="*/ 59004 w 129889"/>
                <a:gd name="T45" fmla="*/ 435625 h 812837"/>
                <a:gd name="T46" fmla="*/ 65255 w 129889"/>
                <a:gd name="T47" fmla="*/ 625849 h 812837"/>
                <a:gd name="T48" fmla="*/ 117654 w 129889"/>
                <a:gd name="T49" fmla="*/ 812837 h 812837"/>
                <a:gd name="T50" fmla="*/ 129890 w 129889"/>
                <a:gd name="T51" fmla="*/ 795947 h 812837"/>
                <a:gd name="T52" fmla="*/ 114374 w 129889"/>
                <a:gd name="T53" fmla="*/ 772052 h 812837"/>
                <a:gd name="T54" fmla="*/ 18663 w 129889"/>
                <a:gd name="T55" fmla="*/ 93922 h 812837"/>
                <a:gd name="T56" fmla="*/ 33869 w 129889"/>
                <a:gd name="T57" fmla="*/ 56196 h 812837"/>
                <a:gd name="T58" fmla="*/ 41361 w 129889"/>
                <a:gd name="T59" fmla="*/ 94631 h 812837"/>
                <a:gd name="T60" fmla="*/ 18663 w 129889"/>
                <a:gd name="T61" fmla="*/ 93922 h 81283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9889" h="812837">
                  <a:moveTo>
                    <a:pt x="114374" y="772052"/>
                  </a:moveTo>
                  <a:cubicBezTo>
                    <a:pt x="105242" y="750729"/>
                    <a:pt x="92962" y="707684"/>
                    <a:pt x="86357" y="623854"/>
                  </a:cubicBezTo>
                  <a:cubicBezTo>
                    <a:pt x="82766" y="578326"/>
                    <a:pt x="81525" y="508771"/>
                    <a:pt x="80195" y="435137"/>
                  </a:cubicBezTo>
                  <a:cubicBezTo>
                    <a:pt x="77003" y="257104"/>
                    <a:pt x="64457" y="55310"/>
                    <a:pt x="28416" y="10180"/>
                  </a:cubicBezTo>
                  <a:cubicBezTo>
                    <a:pt x="22254" y="2467"/>
                    <a:pt x="15294" y="-902"/>
                    <a:pt x="7714" y="206"/>
                  </a:cubicBezTo>
                  <a:lnTo>
                    <a:pt x="8955" y="17673"/>
                  </a:lnTo>
                  <a:cubicBezTo>
                    <a:pt x="13078" y="17096"/>
                    <a:pt x="16668" y="18870"/>
                    <a:pt x="20259" y="23347"/>
                  </a:cubicBezTo>
                  <a:cubicBezTo>
                    <a:pt x="24027" y="28090"/>
                    <a:pt x="27397" y="35272"/>
                    <a:pt x="30455" y="44448"/>
                  </a:cubicBezTo>
                  <a:cubicBezTo>
                    <a:pt x="28283" y="53137"/>
                    <a:pt x="19905" y="82839"/>
                    <a:pt x="0" y="111743"/>
                  </a:cubicBezTo>
                  <a:lnTo>
                    <a:pt x="4389" y="118038"/>
                  </a:lnTo>
                  <a:cubicBezTo>
                    <a:pt x="7359" y="113738"/>
                    <a:pt x="10063" y="109438"/>
                    <a:pt x="12546" y="105182"/>
                  </a:cubicBezTo>
                  <a:cubicBezTo>
                    <a:pt x="13432" y="104739"/>
                    <a:pt x="31652" y="96227"/>
                    <a:pt x="42868" y="105093"/>
                  </a:cubicBezTo>
                  <a:cubicBezTo>
                    <a:pt x="44109" y="114403"/>
                    <a:pt x="45262" y="124333"/>
                    <a:pt x="46326" y="134662"/>
                  </a:cubicBezTo>
                  <a:cubicBezTo>
                    <a:pt x="42114" y="133643"/>
                    <a:pt x="36263" y="133110"/>
                    <a:pt x="30588" y="135549"/>
                  </a:cubicBezTo>
                  <a:cubicBezTo>
                    <a:pt x="22343" y="139095"/>
                    <a:pt x="10196" y="140026"/>
                    <a:pt x="10063" y="140026"/>
                  </a:cubicBezTo>
                  <a:lnTo>
                    <a:pt x="10462" y="148759"/>
                  </a:lnTo>
                  <a:cubicBezTo>
                    <a:pt x="10994" y="148715"/>
                    <a:pt x="23407" y="147828"/>
                    <a:pt x="32406" y="143972"/>
                  </a:cubicBezTo>
                  <a:cubicBezTo>
                    <a:pt x="37903" y="141578"/>
                    <a:pt x="43799" y="142775"/>
                    <a:pt x="47257" y="143883"/>
                  </a:cubicBezTo>
                  <a:cubicBezTo>
                    <a:pt x="48099" y="152882"/>
                    <a:pt x="48897" y="162192"/>
                    <a:pt x="49606" y="171767"/>
                  </a:cubicBezTo>
                  <a:cubicBezTo>
                    <a:pt x="42824" y="168664"/>
                    <a:pt x="29746" y="164763"/>
                    <a:pt x="13565" y="169905"/>
                  </a:cubicBezTo>
                  <a:lnTo>
                    <a:pt x="14895" y="178461"/>
                  </a:lnTo>
                  <a:cubicBezTo>
                    <a:pt x="32184" y="173008"/>
                    <a:pt x="45705" y="178949"/>
                    <a:pt x="50271" y="181431"/>
                  </a:cubicBezTo>
                  <a:cubicBezTo>
                    <a:pt x="55813" y="260695"/>
                    <a:pt x="57542" y="355652"/>
                    <a:pt x="59004" y="435625"/>
                  </a:cubicBezTo>
                  <a:cubicBezTo>
                    <a:pt x="60334" y="509658"/>
                    <a:pt x="61620" y="579568"/>
                    <a:pt x="65255" y="625849"/>
                  </a:cubicBezTo>
                  <a:cubicBezTo>
                    <a:pt x="78333" y="792312"/>
                    <a:pt x="113665" y="811241"/>
                    <a:pt x="117654" y="812837"/>
                  </a:cubicBezTo>
                  <a:lnTo>
                    <a:pt x="129890" y="795947"/>
                  </a:lnTo>
                  <a:cubicBezTo>
                    <a:pt x="129801" y="795858"/>
                    <a:pt x="122930" y="792046"/>
                    <a:pt x="114374" y="772052"/>
                  </a:cubicBezTo>
                  <a:close/>
                  <a:moveTo>
                    <a:pt x="18663" y="93922"/>
                  </a:moveTo>
                  <a:cubicBezTo>
                    <a:pt x="26333" y="78893"/>
                    <a:pt x="31120" y="65328"/>
                    <a:pt x="33869" y="56196"/>
                  </a:cubicBezTo>
                  <a:cubicBezTo>
                    <a:pt x="36706" y="67146"/>
                    <a:pt x="39188" y="80090"/>
                    <a:pt x="41361" y="94631"/>
                  </a:cubicBezTo>
                  <a:cubicBezTo>
                    <a:pt x="33647" y="91084"/>
                    <a:pt x="24914" y="92237"/>
                    <a:pt x="18663" y="93922"/>
                  </a:cubicBezTo>
                  <a:close/>
                </a:path>
              </a:pathLst>
            </a:custGeom>
            <a:solidFill>
              <a:srgbClr val="059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" name="Forme libre : forme 18431">
              <a:extLst>
                <a:ext uri="{FF2B5EF4-FFF2-40B4-BE49-F238E27FC236}">
                  <a16:creationId xmlns:a16="http://schemas.microsoft.com/office/drawing/2014/main" id="{A3AD7798-BE41-4085-99C0-69B492FDE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9187" y="5174896"/>
              <a:ext cx="142302" cy="1080368"/>
            </a:xfrm>
            <a:custGeom>
              <a:avLst/>
              <a:gdLst>
                <a:gd name="T0" fmla="*/ 24178 w 142302"/>
                <a:gd name="T1" fmla="*/ 268591 h 1080368"/>
                <a:gd name="T2" fmla="*/ 51485 w 142302"/>
                <a:gd name="T3" fmla="*/ 255647 h 1080368"/>
                <a:gd name="T4" fmla="*/ 60662 w 142302"/>
                <a:gd name="T5" fmla="*/ 244741 h 1080368"/>
                <a:gd name="T6" fmla="*/ 98210 w 142302"/>
                <a:gd name="T7" fmla="*/ 212823 h 1080368"/>
                <a:gd name="T8" fmla="*/ 135625 w 142302"/>
                <a:gd name="T9" fmla="*/ 211848 h 1080368"/>
                <a:gd name="T10" fmla="*/ 134251 w 142302"/>
                <a:gd name="T11" fmla="*/ 203425 h 1080368"/>
                <a:gd name="T12" fmla="*/ 92092 w 142302"/>
                <a:gd name="T13" fmla="*/ 204001 h 1080368"/>
                <a:gd name="T14" fmla="*/ 64740 w 142302"/>
                <a:gd name="T15" fmla="*/ 204577 h 1080368"/>
                <a:gd name="T16" fmla="*/ 26172 w 142302"/>
                <a:gd name="T17" fmla="*/ 195002 h 1080368"/>
                <a:gd name="T18" fmla="*/ 32201 w 142302"/>
                <a:gd name="T19" fmla="*/ 153419 h 1080368"/>
                <a:gd name="T20" fmla="*/ 59952 w 142302"/>
                <a:gd name="T21" fmla="*/ 159759 h 1080368"/>
                <a:gd name="T22" fmla="*/ 97279 w 142302"/>
                <a:gd name="T23" fmla="*/ 173901 h 1080368"/>
                <a:gd name="T24" fmla="*/ 98565 w 142302"/>
                <a:gd name="T25" fmla="*/ 174078 h 1080368"/>
                <a:gd name="T26" fmla="*/ 111421 w 142302"/>
                <a:gd name="T27" fmla="*/ 175718 h 1080368"/>
                <a:gd name="T28" fmla="*/ 126183 w 142302"/>
                <a:gd name="T29" fmla="*/ 175363 h 1080368"/>
                <a:gd name="T30" fmla="*/ 124454 w 142302"/>
                <a:gd name="T31" fmla="*/ 166675 h 1080368"/>
                <a:gd name="T32" fmla="*/ 99939 w 142302"/>
                <a:gd name="T33" fmla="*/ 165345 h 1080368"/>
                <a:gd name="T34" fmla="*/ 81542 w 142302"/>
                <a:gd name="T35" fmla="*/ 123452 h 1080368"/>
                <a:gd name="T36" fmla="*/ 77508 w 142302"/>
                <a:gd name="T37" fmla="*/ 110995 h 1080368"/>
                <a:gd name="T38" fmla="*/ 71700 w 142302"/>
                <a:gd name="T39" fmla="*/ 96498 h 1080368"/>
                <a:gd name="T40" fmla="*/ 91339 w 142302"/>
                <a:gd name="T41" fmla="*/ 102660 h 1080368"/>
                <a:gd name="T42" fmla="*/ 113061 w 142302"/>
                <a:gd name="T43" fmla="*/ 103724 h 1080368"/>
                <a:gd name="T44" fmla="*/ 126360 w 142302"/>
                <a:gd name="T45" fmla="*/ 104567 h 1080368"/>
                <a:gd name="T46" fmla="*/ 126848 w 142302"/>
                <a:gd name="T47" fmla="*/ 95701 h 1080368"/>
                <a:gd name="T48" fmla="*/ 112884 w 142302"/>
                <a:gd name="T49" fmla="*/ 94858 h 1080368"/>
                <a:gd name="T50" fmla="*/ 93245 w 142302"/>
                <a:gd name="T51" fmla="*/ 94016 h 1080368"/>
                <a:gd name="T52" fmla="*/ 56273 w 142302"/>
                <a:gd name="T53" fmla="*/ 77525 h 1080368"/>
                <a:gd name="T54" fmla="*/ 70725 w 142302"/>
                <a:gd name="T55" fmla="*/ 54428 h 1080368"/>
                <a:gd name="T56" fmla="*/ 131591 w 142302"/>
                <a:gd name="T57" fmla="*/ 22155 h 1080368"/>
                <a:gd name="T58" fmla="*/ 142275 w 142302"/>
                <a:gd name="T59" fmla="*/ 8856 h 1080368"/>
                <a:gd name="T60" fmla="*/ 130926 w 142302"/>
                <a:gd name="T61" fmla="*/ 34 h 1080368"/>
                <a:gd name="T62" fmla="*/ 53214 w 142302"/>
                <a:gd name="T63" fmla="*/ 40775 h 1080368"/>
                <a:gd name="T64" fmla="*/ 48027 w 142302"/>
                <a:gd name="T65" fmla="*/ 732426 h 1080368"/>
                <a:gd name="T66" fmla="*/ 10878 w 142302"/>
                <a:gd name="T67" fmla="*/ 1065086 h 1080368"/>
                <a:gd name="T68" fmla="*/ 11898 w 142302"/>
                <a:gd name="T69" fmla="*/ 1072755 h 1080368"/>
                <a:gd name="T70" fmla="*/ 18326 w 142302"/>
                <a:gd name="T71" fmla="*/ 1074883 h 1080368"/>
                <a:gd name="T72" fmla="*/ 27325 w 142302"/>
                <a:gd name="T73" fmla="*/ 1079893 h 1080368"/>
                <a:gd name="T74" fmla="*/ 69838 w 142302"/>
                <a:gd name="T75" fmla="*/ 728525 h 1080368"/>
                <a:gd name="T76" fmla="*/ 21784 w 142302"/>
                <a:gd name="T77" fmla="*/ 268414 h 1080368"/>
                <a:gd name="T78" fmla="*/ 24178 w 142302"/>
                <a:gd name="T79" fmla="*/ 268591 h 1080368"/>
                <a:gd name="T80" fmla="*/ 62213 w 142302"/>
                <a:gd name="T81" fmla="*/ 213532 h 1080368"/>
                <a:gd name="T82" fmla="*/ 65184 w 142302"/>
                <a:gd name="T83" fmla="*/ 213488 h 1080368"/>
                <a:gd name="T84" fmla="*/ 79015 w 142302"/>
                <a:gd name="T85" fmla="*/ 213089 h 1080368"/>
                <a:gd name="T86" fmla="*/ 53879 w 142302"/>
                <a:gd name="T87" fmla="*/ 239111 h 1080368"/>
                <a:gd name="T88" fmla="*/ 44880 w 142302"/>
                <a:gd name="T89" fmla="*/ 249795 h 1080368"/>
                <a:gd name="T90" fmla="*/ 22138 w 142302"/>
                <a:gd name="T91" fmla="*/ 259637 h 1080368"/>
                <a:gd name="T92" fmla="*/ 25286 w 142302"/>
                <a:gd name="T93" fmla="*/ 204489 h 1080368"/>
                <a:gd name="T94" fmla="*/ 62213 w 142302"/>
                <a:gd name="T95" fmla="*/ 213532 h 1080368"/>
                <a:gd name="T96" fmla="*/ 60751 w 142302"/>
                <a:gd name="T97" fmla="*/ 91135 h 1080368"/>
                <a:gd name="T98" fmla="*/ 60529 w 142302"/>
                <a:gd name="T99" fmla="*/ 91179 h 1080368"/>
                <a:gd name="T100" fmla="*/ 69617 w 142302"/>
                <a:gd name="T101" fmla="*/ 114985 h 1080368"/>
                <a:gd name="T102" fmla="*/ 73030 w 142302"/>
                <a:gd name="T103" fmla="*/ 125890 h 1080368"/>
                <a:gd name="T104" fmla="*/ 86019 w 142302"/>
                <a:gd name="T105" fmla="*/ 161842 h 1080368"/>
                <a:gd name="T106" fmla="*/ 64341 w 142302"/>
                <a:gd name="T107" fmla="*/ 152045 h 1080368"/>
                <a:gd name="T108" fmla="*/ 33886 w 142302"/>
                <a:gd name="T109" fmla="*/ 144465 h 1080368"/>
                <a:gd name="T110" fmla="*/ 52328 w 142302"/>
                <a:gd name="T111" fmla="*/ 85682 h 1080368"/>
                <a:gd name="T112" fmla="*/ 60751 w 142302"/>
                <a:gd name="T113" fmla="*/ 91135 h 10803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2302" h="1080368">
                  <a:moveTo>
                    <a:pt x="24178" y="268591"/>
                  </a:moveTo>
                  <a:cubicBezTo>
                    <a:pt x="31891" y="268591"/>
                    <a:pt x="42264" y="266109"/>
                    <a:pt x="51485" y="255647"/>
                  </a:cubicBezTo>
                  <a:cubicBezTo>
                    <a:pt x="54589" y="252100"/>
                    <a:pt x="57647" y="248421"/>
                    <a:pt x="60662" y="244741"/>
                  </a:cubicBezTo>
                  <a:cubicBezTo>
                    <a:pt x="72188" y="230733"/>
                    <a:pt x="83138" y="217522"/>
                    <a:pt x="98210" y="212823"/>
                  </a:cubicBezTo>
                  <a:cubicBezTo>
                    <a:pt x="115189" y="212646"/>
                    <a:pt x="126316" y="214020"/>
                    <a:pt x="135625" y="211848"/>
                  </a:cubicBezTo>
                  <a:lnTo>
                    <a:pt x="134251" y="203425"/>
                  </a:lnTo>
                  <a:cubicBezTo>
                    <a:pt x="124809" y="205641"/>
                    <a:pt x="110047" y="203824"/>
                    <a:pt x="92092" y="204001"/>
                  </a:cubicBezTo>
                  <a:cubicBezTo>
                    <a:pt x="82827" y="204090"/>
                    <a:pt x="73252" y="204178"/>
                    <a:pt x="64740" y="204577"/>
                  </a:cubicBezTo>
                  <a:cubicBezTo>
                    <a:pt x="49535" y="205242"/>
                    <a:pt x="35526" y="199834"/>
                    <a:pt x="26172" y="195002"/>
                  </a:cubicBezTo>
                  <a:cubicBezTo>
                    <a:pt x="27768" y="180240"/>
                    <a:pt x="29763" y="166364"/>
                    <a:pt x="32201" y="153419"/>
                  </a:cubicBezTo>
                  <a:cubicBezTo>
                    <a:pt x="38142" y="153153"/>
                    <a:pt x="49358" y="153641"/>
                    <a:pt x="59952" y="159759"/>
                  </a:cubicBezTo>
                  <a:cubicBezTo>
                    <a:pt x="68509" y="164679"/>
                    <a:pt x="81896" y="171108"/>
                    <a:pt x="97279" y="173901"/>
                  </a:cubicBezTo>
                  <a:cubicBezTo>
                    <a:pt x="97678" y="174078"/>
                    <a:pt x="98565" y="174078"/>
                    <a:pt x="98565" y="174078"/>
                  </a:cubicBezTo>
                  <a:cubicBezTo>
                    <a:pt x="102998" y="174831"/>
                    <a:pt x="106766" y="175275"/>
                    <a:pt x="111421" y="175718"/>
                  </a:cubicBezTo>
                  <a:cubicBezTo>
                    <a:pt x="119179" y="176472"/>
                    <a:pt x="123213" y="176028"/>
                    <a:pt x="126183" y="175363"/>
                  </a:cubicBezTo>
                  <a:lnTo>
                    <a:pt x="124454" y="166675"/>
                  </a:lnTo>
                  <a:cubicBezTo>
                    <a:pt x="114701" y="168270"/>
                    <a:pt x="109382" y="166940"/>
                    <a:pt x="99939" y="165345"/>
                  </a:cubicBezTo>
                  <a:cubicBezTo>
                    <a:pt x="92358" y="161089"/>
                    <a:pt x="84822" y="134934"/>
                    <a:pt x="81542" y="123452"/>
                  </a:cubicBezTo>
                  <a:cubicBezTo>
                    <a:pt x="79680" y="116891"/>
                    <a:pt x="78527" y="113078"/>
                    <a:pt x="77508" y="110995"/>
                  </a:cubicBezTo>
                  <a:cubicBezTo>
                    <a:pt x="75779" y="107492"/>
                    <a:pt x="73474" y="101463"/>
                    <a:pt x="71700" y="96498"/>
                  </a:cubicBezTo>
                  <a:cubicBezTo>
                    <a:pt x="77375" y="98892"/>
                    <a:pt x="83936" y="101065"/>
                    <a:pt x="91339" y="102660"/>
                  </a:cubicBezTo>
                  <a:cubicBezTo>
                    <a:pt x="97767" y="104035"/>
                    <a:pt x="104860" y="103902"/>
                    <a:pt x="113061" y="103724"/>
                  </a:cubicBezTo>
                  <a:cubicBezTo>
                    <a:pt x="119888" y="103591"/>
                    <a:pt x="118026" y="103769"/>
                    <a:pt x="126360" y="104567"/>
                  </a:cubicBezTo>
                  <a:lnTo>
                    <a:pt x="126848" y="95701"/>
                  </a:lnTo>
                  <a:cubicBezTo>
                    <a:pt x="117982" y="94858"/>
                    <a:pt x="119977" y="94725"/>
                    <a:pt x="112884" y="94858"/>
                  </a:cubicBezTo>
                  <a:cubicBezTo>
                    <a:pt x="105259" y="95036"/>
                    <a:pt x="98654" y="95169"/>
                    <a:pt x="93245" y="94016"/>
                  </a:cubicBezTo>
                  <a:cubicBezTo>
                    <a:pt x="75468" y="90204"/>
                    <a:pt x="63189" y="82800"/>
                    <a:pt x="56273" y="77525"/>
                  </a:cubicBezTo>
                  <a:cubicBezTo>
                    <a:pt x="60706" y="68925"/>
                    <a:pt x="65494" y="61167"/>
                    <a:pt x="70725" y="54428"/>
                  </a:cubicBezTo>
                  <a:cubicBezTo>
                    <a:pt x="87127" y="33460"/>
                    <a:pt x="106766" y="23884"/>
                    <a:pt x="131591" y="22155"/>
                  </a:cubicBezTo>
                  <a:cubicBezTo>
                    <a:pt x="137709" y="21712"/>
                    <a:pt x="142719" y="14974"/>
                    <a:pt x="142275" y="8856"/>
                  </a:cubicBezTo>
                  <a:cubicBezTo>
                    <a:pt x="141832" y="2738"/>
                    <a:pt x="137000" y="-365"/>
                    <a:pt x="130926" y="34"/>
                  </a:cubicBezTo>
                  <a:cubicBezTo>
                    <a:pt x="99895" y="2206"/>
                    <a:pt x="73429" y="14929"/>
                    <a:pt x="53214" y="40775"/>
                  </a:cubicBezTo>
                  <a:cubicBezTo>
                    <a:pt x="-15942" y="129348"/>
                    <a:pt x="-17715" y="362085"/>
                    <a:pt x="48027" y="732426"/>
                  </a:cubicBezTo>
                  <a:cubicBezTo>
                    <a:pt x="90497" y="971769"/>
                    <a:pt x="11853" y="1064022"/>
                    <a:pt x="10878" y="1065086"/>
                  </a:cubicBezTo>
                  <a:cubicBezTo>
                    <a:pt x="6800" y="1069607"/>
                    <a:pt x="7376" y="1068677"/>
                    <a:pt x="11898" y="1072755"/>
                  </a:cubicBezTo>
                  <a:cubicBezTo>
                    <a:pt x="14026" y="1074661"/>
                    <a:pt x="15710" y="1074883"/>
                    <a:pt x="18326" y="1074883"/>
                  </a:cubicBezTo>
                  <a:cubicBezTo>
                    <a:pt x="21340" y="1074883"/>
                    <a:pt x="25153" y="1082286"/>
                    <a:pt x="27325" y="1079893"/>
                  </a:cubicBezTo>
                  <a:cubicBezTo>
                    <a:pt x="30916" y="1075947"/>
                    <a:pt x="114480" y="980103"/>
                    <a:pt x="69838" y="728525"/>
                  </a:cubicBezTo>
                  <a:cubicBezTo>
                    <a:pt x="35792" y="536794"/>
                    <a:pt x="19789" y="383143"/>
                    <a:pt x="21784" y="268414"/>
                  </a:cubicBezTo>
                  <a:cubicBezTo>
                    <a:pt x="22626" y="268591"/>
                    <a:pt x="23424" y="268591"/>
                    <a:pt x="24178" y="268591"/>
                  </a:cubicBezTo>
                  <a:close/>
                  <a:moveTo>
                    <a:pt x="62213" y="213532"/>
                  </a:moveTo>
                  <a:cubicBezTo>
                    <a:pt x="63189" y="213532"/>
                    <a:pt x="64164" y="213532"/>
                    <a:pt x="65184" y="213488"/>
                  </a:cubicBezTo>
                  <a:cubicBezTo>
                    <a:pt x="69528" y="213310"/>
                    <a:pt x="74227" y="213178"/>
                    <a:pt x="79015" y="213089"/>
                  </a:cubicBezTo>
                  <a:cubicBezTo>
                    <a:pt x="69572" y="220138"/>
                    <a:pt x="61637" y="229713"/>
                    <a:pt x="53879" y="239111"/>
                  </a:cubicBezTo>
                  <a:cubicBezTo>
                    <a:pt x="50909" y="242702"/>
                    <a:pt x="47939" y="246337"/>
                    <a:pt x="44880" y="249795"/>
                  </a:cubicBezTo>
                  <a:cubicBezTo>
                    <a:pt x="36945" y="258794"/>
                    <a:pt x="27990" y="260080"/>
                    <a:pt x="22138" y="259637"/>
                  </a:cubicBezTo>
                  <a:cubicBezTo>
                    <a:pt x="22626" y="240086"/>
                    <a:pt x="23690" y="221689"/>
                    <a:pt x="25286" y="204489"/>
                  </a:cubicBezTo>
                  <a:cubicBezTo>
                    <a:pt x="34817" y="209055"/>
                    <a:pt x="47850" y="213532"/>
                    <a:pt x="62213" y="213532"/>
                  </a:cubicBezTo>
                  <a:close/>
                  <a:moveTo>
                    <a:pt x="60751" y="91135"/>
                  </a:moveTo>
                  <a:lnTo>
                    <a:pt x="60529" y="91179"/>
                  </a:lnTo>
                  <a:cubicBezTo>
                    <a:pt x="60751" y="91844"/>
                    <a:pt x="66026" y="107803"/>
                    <a:pt x="69617" y="114985"/>
                  </a:cubicBezTo>
                  <a:cubicBezTo>
                    <a:pt x="70326" y="116403"/>
                    <a:pt x="71656" y="121014"/>
                    <a:pt x="73030" y="125890"/>
                  </a:cubicBezTo>
                  <a:cubicBezTo>
                    <a:pt x="76976" y="139677"/>
                    <a:pt x="81010" y="152710"/>
                    <a:pt x="86019" y="161842"/>
                  </a:cubicBezTo>
                  <a:cubicBezTo>
                    <a:pt x="77286" y="158961"/>
                    <a:pt x="69750" y="155193"/>
                    <a:pt x="64341" y="152045"/>
                  </a:cubicBezTo>
                  <a:cubicBezTo>
                    <a:pt x="52993" y="145484"/>
                    <a:pt x="41245" y="144376"/>
                    <a:pt x="33886" y="144465"/>
                  </a:cubicBezTo>
                  <a:cubicBezTo>
                    <a:pt x="38629" y="121812"/>
                    <a:pt x="44791" y="102262"/>
                    <a:pt x="52328" y="85682"/>
                  </a:cubicBezTo>
                  <a:cubicBezTo>
                    <a:pt x="54721" y="87455"/>
                    <a:pt x="57514" y="89317"/>
                    <a:pt x="60751" y="91135"/>
                  </a:cubicBezTo>
                  <a:close/>
                </a:path>
              </a:pathLst>
            </a:custGeom>
            <a:solidFill>
              <a:srgbClr val="D8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9" name="Forme libre : forme 18432">
              <a:extLst>
                <a:ext uri="{FF2B5EF4-FFF2-40B4-BE49-F238E27FC236}">
                  <a16:creationId xmlns:a16="http://schemas.microsoft.com/office/drawing/2014/main" id="{2EA55AE1-DACF-4835-9360-787980AE2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642" y="5174841"/>
              <a:ext cx="179407" cy="1032867"/>
            </a:xfrm>
            <a:custGeom>
              <a:avLst/>
              <a:gdLst>
                <a:gd name="T0" fmla="*/ 111847 w 179407"/>
                <a:gd name="T1" fmla="*/ 715458 h 1032867"/>
                <a:gd name="T2" fmla="*/ 115571 w 179407"/>
                <a:gd name="T3" fmla="*/ 681057 h 1032867"/>
                <a:gd name="T4" fmla="*/ 83963 w 179407"/>
                <a:gd name="T5" fmla="*/ 37681 h 1032867"/>
                <a:gd name="T6" fmla="*/ 6916 w 179407"/>
                <a:gd name="T7" fmla="*/ 0 h 1032867"/>
                <a:gd name="T8" fmla="*/ 5985 w 179407"/>
                <a:gd name="T9" fmla="*/ 22165 h 1032867"/>
                <a:gd name="T10" fmla="*/ 67117 w 179407"/>
                <a:gd name="T11" fmla="*/ 52178 h 1032867"/>
                <a:gd name="T12" fmla="*/ 88218 w 179407"/>
                <a:gd name="T13" fmla="*/ 85913 h 1032867"/>
                <a:gd name="T14" fmla="*/ 50493 w 179407"/>
                <a:gd name="T15" fmla="*/ 91367 h 1032867"/>
                <a:gd name="T16" fmla="*/ 2438 w 179407"/>
                <a:gd name="T17" fmla="*/ 95800 h 1032867"/>
                <a:gd name="T18" fmla="*/ 1951 w 179407"/>
                <a:gd name="T19" fmla="*/ 104666 h 1032867"/>
                <a:gd name="T20" fmla="*/ 15870 w 179407"/>
                <a:gd name="T21" fmla="*/ 105730 h 1032867"/>
                <a:gd name="T22" fmla="*/ 53773 w 179407"/>
                <a:gd name="T23" fmla="*/ 99612 h 1032867"/>
                <a:gd name="T24" fmla="*/ 60556 w 179407"/>
                <a:gd name="T25" fmla="*/ 97351 h 1032867"/>
                <a:gd name="T26" fmla="*/ 40031 w 179407"/>
                <a:gd name="T27" fmla="*/ 135919 h 1032867"/>
                <a:gd name="T28" fmla="*/ 0 w 179407"/>
                <a:gd name="T29" fmla="*/ 166773 h 1032867"/>
                <a:gd name="T30" fmla="*/ 1729 w 179407"/>
                <a:gd name="T31" fmla="*/ 175462 h 1032867"/>
                <a:gd name="T32" fmla="*/ 15427 w 179407"/>
                <a:gd name="T33" fmla="*/ 170497 h 1032867"/>
                <a:gd name="T34" fmla="*/ 47124 w 179407"/>
                <a:gd name="T35" fmla="*/ 171827 h 1032867"/>
                <a:gd name="T36" fmla="*/ 71905 w 179407"/>
                <a:gd name="T37" fmla="*/ 180560 h 1032867"/>
                <a:gd name="T38" fmla="*/ 57364 w 179407"/>
                <a:gd name="T39" fmla="*/ 188318 h 1032867"/>
                <a:gd name="T40" fmla="*/ 9708 w 179407"/>
                <a:gd name="T41" fmla="*/ 203479 h 1032867"/>
                <a:gd name="T42" fmla="*/ 11083 w 179407"/>
                <a:gd name="T43" fmla="*/ 211902 h 1032867"/>
                <a:gd name="T44" fmla="*/ 60778 w 179407"/>
                <a:gd name="T45" fmla="*/ 196608 h 1032867"/>
                <a:gd name="T46" fmla="*/ 87376 w 179407"/>
                <a:gd name="T47" fmla="*/ 208844 h 1032867"/>
                <a:gd name="T48" fmla="*/ 118186 w 179407"/>
                <a:gd name="T49" fmla="*/ 227684 h 1032867"/>
                <a:gd name="T50" fmla="*/ 93405 w 179407"/>
                <a:gd name="T51" fmla="*/ 678619 h 1032867"/>
                <a:gd name="T52" fmla="*/ 89681 w 179407"/>
                <a:gd name="T53" fmla="*/ 713020 h 1032867"/>
                <a:gd name="T54" fmla="*/ 172447 w 179407"/>
                <a:gd name="T55" fmla="*/ 1032868 h 1032867"/>
                <a:gd name="T56" fmla="*/ 179407 w 179407"/>
                <a:gd name="T57" fmla="*/ 1011810 h 1032867"/>
                <a:gd name="T58" fmla="*/ 111847 w 179407"/>
                <a:gd name="T59" fmla="*/ 715458 h 1032867"/>
                <a:gd name="T60" fmla="*/ 50493 w 179407"/>
                <a:gd name="T61" fmla="*/ 163626 h 1032867"/>
                <a:gd name="T62" fmla="*/ 30987 w 179407"/>
                <a:gd name="T63" fmla="*/ 160478 h 1032867"/>
                <a:gd name="T64" fmla="*/ 48055 w 179407"/>
                <a:gd name="T65" fmla="*/ 139820 h 1032867"/>
                <a:gd name="T66" fmla="*/ 72038 w 179407"/>
                <a:gd name="T67" fmla="*/ 95090 h 1032867"/>
                <a:gd name="T68" fmla="*/ 92341 w 179407"/>
                <a:gd name="T69" fmla="*/ 95268 h 1032867"/>
                <a:gd name="T70" fmla="*/ 111093 w 179407"/>
                <a:gd name="T71" fmla="*/ 165355 h 1032867"/>
                <a:gd name="T72" fmla="*/ 84583 w 179407"/>
                <a:gd name="T73" fmla="*/ 175152 h 1032867"/>
                <a:gd name="T74" fmla="*/ 50493 w 179407"/>
                <a:gd name="T75" fmla="*/ 163626 h 1032867"/>
                <a:gd name="T76" fmla="*/ 94247 w 179407"/>
                <a:gd name="T77" fmla="*/ 203214 h 1032867"/>
                <a:gd name="T78" fmla="*/ 72348 w 179407"/>
                <a:gd name="T79" fmla="*/ 190224 h 1032867"/>
                <a:gd name="T80" fmla="*/ 112468 w 179407"/>
                <a:gd name="T81" fmla="*/ 174310 h 1032867"/>
                <a:gd name="T82" fmla="*/ 117521 w 179407"/>
                <a:gd name="T83" fmla="*/ 217842 h 1032867"/>
                <a:gd name="T84" fmla="*/ 94247 w 179407"/>
                <a:gd name="T85" fmla="*/ 203214 h 103286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79407" h="1032867">
                  <a:moveTo>
                    <a:pt x="111847" y="715458"/>
                  </a:moveTo>
                  <a:lnTo>
                    <a:pt x="115571" y="681057"/>
                  </a:lnTo>
                  <a:cubicBezTo>
                    <a:pt x="140263" y="453772"/>
                    <a:pt x="174132" y="142480"/>
                    <a:pt x="83963" y="37681"/>
                  </a:cubicBezTo>
                  <a:cubicBezTo>
                    <a:pt x="63570" y="13964"/>
                    <a:pt x="37637" y="1286"/>
                    <a:pt x="6916" y="0"/>
                  </a:cubicBezTo>
                  <a:lnTo>
                    <a:pt x="5985" y="22165"/>
                  </a:lnTo>
                  <a:cubicBezTo>
                    <a:pt x="30633" y="23186"/>
                    <a:pt x="50670" y="32983"/>
                    <a:pt x="67117" y="52178"/>
                  </a:cubicBezTo>
                  <a:cubicBezTo>
                    <a:pt x="75185" y="61576"/>
                    <a:pt x="82190" y="72925"/>
                    <a:pt x="88218" y="85913"/>
                  </a:cubicBezTo>
                  <a:cubicBezTo>
                    <a:pt x="80195" y="85293"/>
                    <a:pt x="65699" y="85337"/>
                    <a:pt x="50493" y="91367"/>
                  </a:cubicBezTo>
                  <a:cubicBezTo>
                    <a:pt x="30455" y="99301"/>
                    <a:pt x="2704" y="95844"/>
                    <a:pt x="2438" y="95800"/>
                  </a:cubicBezTo>
                  <a:lnTo>
                    <a:pt x="1951" y="104666"/>
                  </a:lnTo>
                  <a:cubicBezTo>
                    <a:pt x="2483" y="104710"/>
                    <a:pt x="7935" y="105730"/>
                    <a:pt x="15870" y="105730"/>
                  </a:cubicBezTo>
                  <a:cubicBezTo>
                    <a:pt x="26377" y="105730"/>
                    <a:pt x="41095" y="104622"/>
                    <a:pt x="53773" y="99612"/>
                  </a:cubicBezTo>
                  <a:cubicBezTo>
                    <a:pt x="56079" y="98725"/>
                    <a:pt x="58339" y="97972"/>
                    <a:pt x="60556" y="97351"/>
                  </a:cubicBezTo>
                  <a:cubicBezTo>
                    <a:pt x="55414" y="106572"/>
                    <a:pt x="46326" y="123107"/>
                    <a:pt x="40031" y="135919"/>
                  </a:cubicBezTo>
                  <a:cubicBezTo>
                    <a:pt x="31386" y="153607"/>
                    <a:pt x="9221" y="164956"/>
                    <a:pt x="0" y="166773"/>
                  </a:cubicBezTo>
                  <a:lnTo>
                    <a:pt x="1729" y="175462"/>
                  </a:lnTo>
                  <a:cubicBezTo>
                    <a:pt x="5453" y="174708"/>
                    <a:pt x="10506" y="172935"/>
                    <a:pt x="15427" y="170497"/>
                  </a:cubicBezTo>
                  <a:cubicBezTo>
                    <a:pt x="15427" y="170497"/>
                    <a:pt x="33957" y="166552"/>
                    <a:pt x="47124" y="171827"/>
                  </a:cubicBezTo>
                  <a:cubicBezTo>
                    <a:pt x="55281" y="175063"/>
                    <a:pt x="64812" y="178300"/>
                    <a:pt x="71905" y="180560"/>
                  </a:cubicBezTo>
                  <a:cubicBezTo>
                    <a:pt x="66319" y="183131"/>
                    <a:pt x="61177" y="185791"/>
                    <a:pt x="57364" y="188318"/>
                  </a:cubicBezTo>
                  <a:cubicBezTo>
                    <a:pt x="42868" y="197982"/>
                    <a:pt x="10063" y="203435"/>
                    <a:pt x="9708" y="203479"/>
                  </a:cubicBezTo>
                  <a:lnTo>
                    <a:pt x="11083" y="211902"/>
                  </a:lnTo>
                  <a:cubicBezTo>
                    <a:pt x="12457" y="211680"/>
                    <a:pt x="44198" y="206760"/>
                    <a:pt x="60778" y="196608"/>
                  </a:cubicBezTo>
                  <a:cubicBezTo>
                    <a:pt x="66984" y="197495"/>
                    <a:pt x="80682" y="200908"/>
                    <a:pt x="87376" y="208844"/>
                  </a:cubicBezTo>
                  <a:cubicBezTo>
                    <a:pt x="94602" y="217399"/>
                    <a:pt x="109187" y="224138"/>
                    <a:pt x="118186" y="227684"/>
                  </a:cubicBezTo>
                  <a:cubicBezTo>
                    <a:pt x="127850" y="361564"/>
                    <a:pt x="108832" y="536760"/>
                    <a:pt x="93405" y="678619"/>
                  </a:cubicBezTo>
                  <a:lnTo>
                    <a:pt x="89681" y="713020"/>
                  </a:lnTo>
                  <a:cubicBezTo>
                    <a:pt x="59581" y="992970"/>
                    <a:pt x="167837" y="1031360"/>
                    <a:pt x="172447" y="1032868"/>
                  </a:cubicBezTo>
                  <a:lnTo>
                    <a:pt x="179407" y="1011810"/>
                  </a:lnTo>
                  <a:cubicBezTo>
                    <a:pt x="178609" y="1011544"/>
                    <a:pt x="83963" y="974927"/>
                    <a:pt x="111847" y="715458"/>
                  </a:cubicBezTo>
                  <a:close/>
                  <a:moveTo>
                    <a:pt x="50493" y="163626"/>
                  </a:moveTo>
                  <a:cubicBezTo>
                    <a:pt x="44198" y="161099"/>
                    <a:pt x="37193" y="160390"/>
                    <a:pt x="30987" y="160478"/>
                  </a:cubicBezTo>
                  <a:cubicBezTo>
                    <a:pt x="37814" y="154893"/>
                    <a:pt x="44065" y="147932"/>
                    <a:pt x="48055" y="139820"/>
                  </a:cubicBezTo>
                  <a:cubicBezTo>
                    <a:pt x="56522" y="122575"/>
                    <a:pt x="70176" y="98371"/>
                    <a:pt x="72038" y="95090"/>
                  </a:cubicBezTo>
                  <a:cubicBezTo>
                    <a:pt x="82190" y="93893"/>
                    <a:pt x="90125" y="94957"/>
                    <a:pt x="92341" y="95268"/>
                  </a:cubicBezTo>
                  <a:cubicBezTo>
                    <a:pt x="100498" y="115438"/>
                    <a:pt x="106616" y="139066"/>
                    <a:pt x="111093" y="165355"/>
                  </a:cubicBezTo>
                  <a:cubicBezTo>
                    <a:pt x="106438" y="166906"/>
                    <a:pt x="95710" y="170630"/>
                    <a:pt x="84583" y="175152"/>
                  </a:cubicBezTo>
                  <a:cubicBezTo>
                    <a:pt x="82455" y="174575"/>
                    <a:pt x="64102" y="169078"/>
                    <a:pt x="50493" y="163626"/>
                  </a:cubicBezTo>
                  <a:close/>
                  <a:moveTo>
                    <a:pt x="94247" y="203214"/>
                  </a:moveTo>
                  <a:cubicBezTo>
                    <a:pt x="88440" y="196342"/>
                    <a:pt x="79574" y="192396"/>
                    <a:pt x="72348" y="190224"/>
                  </a:cubicBezTo>
                  <a:cubicBezTo>
                    <a:pt x="85958" y="183619"/>
                    <a:pt x="104621" y="177014"/>
                    <a:pt x="112468" y="174310"/>
                  </a:cubicBezTo>
                  <a:cubicBezTo>
                    <a:pt x="114551" y="188185"/>
                    <a:pt x="116236" y="202726"/>
                    <a:pt x="117521" y="217842"/>
                  </a:cubicBezTo>
                  <a:cubicBezTo>
                    <a:pt x="109143" y="214208"/>
                    <a:pt x="99124" y="208932"/>
                    <a:pt x="94247" y="203214"/>
                  </a:cubicBezTo>
                  <a:close/>
                </a:path>
              </a:pathLst>
            </a:custGeom>
            <a:solidFill>
              <a:srgbClr val="059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0" name="Forme libre : forme 18433">
              <a:extLst>
                <a:ext uri="{FF2B5EF4-FFF2-40B4-BE49-F238E27FC236}">
                  <a16:creationId xmlns:a16="http://schemas.microsoft.com/office/drawing/2014/main" id="{99E62E69-AB5E-4F90-86ED-0384DFDEB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7783" y="5392329"/>
              <a:ext cx="62894" cy="747375"/>
            </a:xfrm>
            <a:custGeom>
              <a:avLst/>
              <a:gdLst>
                <a:gd name="T0" fmla="*/ 1441 w 62894"/>
                <a:gd name="T1" fmla="*/ 0 h 747375"/>
                <a:gd name="T2" fmla="*/ 1662 w 62894"/>
                <a:gd name="T3" fmla="*/ 94026 h 747375"/>
                <a:gd name="T4" fmla="*/ 5564 w 62894"/>
                <a:gd name="T5" fmla="*/ 187963 h 747375"/>
                <a:gd name="T6" fmla="*/ 28882 w 62894"/>
                <a:gd name="T7" fmla="*/ 374287 h 747375"/>
                <a:gd name="T8" fmla="*/ 58761 w 62894"/>
                <a:gd name="T9" fmla="*/ 560077 h 747375"/>
                <a:gd name="T10" fmla="*/ 62750 w 62894"/>
                <a:gd name="T11" fmla="*/ 654104 h 747375"/>
                <a:gd name="T12" fmla="*/ 59647 w 62894"/>
                <a:gd name="T13" fmla="*/ 701050 h 747375"/>
                <a:gd name="T14" fmla="*/ 51623 w 62894"/>
                <a:gd name="T15" fmla="*/ 747376 h 747375"/>
                <a:gd name="T16" fmla="*/ 58849 w 62894"/>
                <a:gd name="T17" fmla="*/ 700961 h 747375"/>
                <a:gd name="T18" fmla="*/ 61155 w 62894"/>
                <a:gd name="T19" fmla="*/ 654059 h 747375"/>
                <a:gd name="T20" fmla="*/ 56589 w 62894"/>
                <a:gd name="T21" fmla="*/ 560255 h 747375"/>
                <a:gd name="T22" fmla="*/ 25645 w 62894"/>
                <a:gd name="T23" fmla="*/ 374907 h 747375"/>
                <a:gd name="T24" fmla="*/ 3391 w 62894"/>
                <a:gd name="T25" fmla="*/ 188052 h 747375"/>
                <a:gd name="T26" fmla="*/ 111 w 62894"/>
                <a:gd name="T27" fmla="*/ 94026 h 747375"/>
                <a:gd name="T28" fmla="*/ 1441 w 62894"/>
                <a:gd name="T29" fmla="*/ 0 h 7473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894" h="747375">
                  <a:moveTo>
                    <a:pt x="1441" y="0"/>
                  </a:moveTo>
                  <a:cubicBezTo>
                    <a:pt x="643" y="31342"/>
                    <a:pt x="865" y="62684"/>
                    <a:pt x="1662" y="94026"/>
                  </a:cubicBezTo>
                  <a:cubicBezTo>
                    <a:pt x="2327" y="125368"/>
                    <a:pt x="3613" y="156665"/>
                    <a:pt x="5564" y="187963"/>
                  </a:cubicBezTo>
                  <a:cubicBezTo>
                    <a:pt x="9775" y="250470"/>
                    <a:pt x="16425" y="312932"/>
                    <a:pt x="28882" y="374287"/>
                  </a:cubicBezTo>
                  <a:cubicBezTo>
                    <a:pt x="41472" y="435685"/>
                    <a:pt x="52732" y="497571"/>
                    <a:pt x="58761" y="560077"/>
                  </a:cubicBezTo>
                  <a:cubicBezTo>
                    <a:pt x="61731" y="591331"/>
                    <a:pt x="63415" y="622717"/>
                    <a:pt x="62750" y="654104"/>
                  </a:cubicBezTo>
                  <a:cubicBezTo>
                    <a:pt x="62484" y="669796"/>
                    <a:pt x="61243" y="685445"/>
                    <a:pt x="59647" y="701050"/>
                  </a:cubicBezTo>
                  <a:cubicBezTo>
                    <a:pt x="57741" y="716610"/>
                    <a:pt x="55170" y="732126"/>
                    <a:pt x="51623" y="747376"/>
                  </a:cubicBezTo>
                  <a:cubicBezTo>
                    <a:pt x="54904" y="732037"/>
                    <a:pt x="57209" y="716521"/>
                    <a:pt x="58849" y="700961"/>
                  </a:cubicBezTo>
                  <a:cubicBezTo>
                    <a:pt x="60179" y="685357"/>
                    <a:pt x="61155" y="669708"/>
                    <a:pt x="61155" y="654059"/>
                  </a:cubicBezTo>
                  <a:cubicBezTo>
                    <a:pt x="61554" y="622761"/>
                    <a:pt x="59780" y="591420"/>
                    <a:pt x="56589" y="560255"/>
                  </a:cubicBezTo>
                  <a:cubicBezTo>
                    <a:pt x="50205" y="497881"/>
                    <a:pt x="38590" y="436261"/>
                    <a:pt x="25645" y="374907"/>
                  </a:cubicBezTo>
                  <a:cubicBezTo>
                    <a:pt x="13543" y="313243"/>
                    <a:pt x="7248" y="250647"/>
                    <a:pt x="3391" y="188052"/>
                  </a:cubicBezTo>
                  <a:cubicBezTo>
                    <a:pt x="1662" y="156710"/>
                    <a:pt x="510" y="125368"/>
                    <a:pt x="111" y="94026"/>
                  </a:cubicBezTo>
                  <a:cubicBezTo>
                    <a:pt x="-199" y="62684"/>
                    <a:pt x="111" y="31342"/>
                    <a:pt x="1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1" name="Forme libre : forme 18434">
              <a:extLst>
                <a:ext uri="{FF2B5EF4-FFF2-40B4-BE49-F238E27FC236}">
                  <a16:creationId xmlns:a16="http://schemas.microsoft.com/office/drawing/2014/main" id="{7DB54515-FB06-4231-A68F-FB2FDBB5B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5446" y="5522042"/>
              <a:ext cx="41454" cy="595586"/>
            </a:xfrm>
            <a:custGeom>
              <a:avLst/>
              <a:gdLst>
                <a:gd name="T0" fmla="*/ 41454 w 41454"/>
                <a:gd name="T1" fmla="*/ 0 h 595586"/>
                <a:gd name="T2" fmla="*/ 36799 w 41454"/>
                <a:gd name="T3" fmla="*/ 74919 h 595586"/>
                <a:gd name="T4" fmla="*/ 31435 w 41454"/>
                <a:gd name="T5" fmla="*/ 149795 h 595586"/>
                <a:gd name="T6" fmla="*/ 18092 w 41454"/>
                <a:gd name="T7" fmla="*/ 299323 h 595586"/>
                <a:gd name="T8" fmla="*/ 13570 w 41454"/>
                <a:gd name="T9" fmla="*/ 336605 h 595586"/>
                <a:gd name="T10" fmla="*/ 7984 w 41454"/>
                <a:gd name="T11" fmla="*/ 373710 h 595586"/>
                <a:gd name="T12" fmla="*/ 2576 w 41454"/>
                <a:gd name="T13" fmla="*/ 448319 h 595586"/>
                <a:gd name="T14" fmla="*/ 6034 w 41454"/>
                <a:gd name="T15" fmla="*/ 523061 h 595586"/>
                <a:gd name="T16" fmla="*/ 23722 w 41454"/>
                <a:gd name="T17" fmla="*/ 595586 h 595586"/>
                <a:gd name="T18" fmla="*/ 4438 w 41454"/>
                <a:gd name="T19" fmla="*/ 523283 h 595586"/>
                <a:gd name="T20" fmla="*/ 5 w 41454"/>
                <a:gd name="T21" fmla="*/ 448275 h 595586"/>
                <a:gd name="T22" fmla="*/ 4970 w 41454"/>
                <a:gd name="T23" fmla="*/ 373267 h 595586"/>
                <a:gd name="T24" fmla="*/ 10378 w 41454"/>
                <a:gd name="T25" fmla="*/ 336162 h 595586"/>
                <a:gd name="T26" fmla="*/ 14722 w 41454"/>
                <a:gd name="T27" fmla="*/ 298923 h 595586"/>
                <a:gd name="T28" fmla="*/ 28820 w 41454"/>
                <a:gd name="T29" fmla="*/ 149573 h 595586"/>
                <a:gd name="T30" fmla="*/ 41454 w 41454"/>
                <a:gd name="T31" fmla="*/ 0 h 5955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1454" h="595586">
                  <a:moveTo>
                    <a:pt x="41454" y="0"/>
                  </a:moveTo>
                  <a:lnTo>
                    <a:pt x="36799" y="74919"/>
                  </a:lnTo>
                  <a:lnTo>
                    <a:pt x="31435" y="149795"/>
                  </a:lnTo>
                  <a:cubicBezTo>
                    <a:pt x="27623" y="199667"/>
                    <a:pt x="23323" y="249539"/>
                    <a:pt x="18092" y="299323"/>
                  </a:cubicBezTo>
                  <a:cubicBezTo>
                    <a:pt x="16717" y="311779"/>
                    <a:pt x="15254" y="324192"/>
                    <a:pt x="13570" y="336605"/>
                  </a:cubicBezTo>
                  <a:cubicBezTo>
                    <a:pt x="11885" y="349018"/>
                    <a:pt x="9757" y="361386"/>
                    <a:pt x="7984" y="373710"/>
                  </a:cubicBezTo>
                  <a:cubicBezTo>
                    <a:pt x="4659" y="398447"/>
                    <a:pt x="3063" y="423361"/>
                    <a:pt x="2576" y="448319"/>
                  </a:cubicBezTo>
                  <a:cubicBezTo>
                    <a:pt x="2133" y="473277"/>
                    <a:pt x="3063" y="498280"/>
                    <a:pt x="6034" y="523061"/>
                  </a:cubicBezTo>
                  <a:cubicBezTo>
                    <a:pt x="8959" y="547798"/>
                    <a:pt x="13437" y="572667"/>
                    <a:pt x="23722" y="595586"/>
                  </a:cubicBezTo>
                  <a:cubicBezTo>
                    <a:pt x="12949" y="572933"/>
                    <a:pt x="7896" y="548019"/>
                    <a:pt x="4438" y="523283"/>
                  </a:cubicBezTo>
                  <a:cubicBezTo>
                    <a:pt x="1113" y="498457"/>
                    <a:pt x="-84" y="473366"/>
                    <a:pt x="5" y="448275"/>
                  </a:cubicBezTo>
                  <a:cubicBezTo>
                    <a:pt x="93" y="423228"/>
                    <a:pt x="1778" y="398136"/>
                    <a:pt x="4970" y="373267"/>
                  </a:cubicBezTo>
                  <a:cubicBezTo>
                    <a:pt x="6699" y="360810"/>
                    <a:pt x="8738" y="348486"/>
                    <a:pt x="10378" y="336162"/>
                  </a:cubicBezTo>
                  <a:cubicBezTo>
                    <a:pt x="11974" y="323794"/>
                    <a:pt x="13393" y="311381"/>
                    <a:pt x="14722" y="298923"/>
                  </a:cubicBezTo>
                  <a:cubicBezTo>
                    <a:pt x="20219" y="249229"/>
                    <a:pt x="24431" y="199356"/>
                    <a:pt x="28820" y="149573"/>
                  </a:cubicBezTo>
                  <a:lnTo>
                    <a:pt x="41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2" name="Forme libre : forme 18435">
              <a:extLst>
                <a:ext uri="{FF2B5EF4-FFF2-40B4-BE49-F238E27FC236}">
                  <a16:creationId xmlns:a16="http://schemas.microsoft.com/office/drawing/2014/main" id="{3D8B2D59-2373-4057-9D1A-E72EBB3BA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8608" y="5183846"/>
              <a:ext cx="137115" cy="41178"/>
            </a:xfrm>
            <a:custGeom>
              <a:avLst/>
              <a:gdLst>
                <a:gd name="T0" fmla="*/ 0 w 137115"/>
                <a:gd name="T1" fmla="*/ 41179 h 41178"/>
                <a:gd name="T2" fmla="*/ 28904 w 137115"/>
                <a:gd name="T3" fmla="*/ 14181 h 41178"/>
                <a:gd name="T4" fmla="*/ 66408 w 137115"/>
                <a:gd name="T5" fmla="*/ 350 h 41178"/>
                <a:gd name="T6" fmla="*/ 105730 w 137115"/>
                <a:gd name="T7" fmla="*/ 7443 h 41178"/>
                <a:gd name="T8" fmla="*/ 122664 w 137115"/>
                <a:gd name="T9" fmla="*/ 18038 h 41178"/>
                <a:gd name="T10" fmla="*/ 130200 w 137115"/>
                <a:gd name="T11" fmla="*/ 24510 h 41178"/>
                <a:gd name="T12" fmla="*/ 137116 w 137115"/>
                <a:gd name="T13" fmla="*/ 31603 h 41178"/>
                <a:gd name="T14" fmla="*/ 104355 w 137115"/>
                <a:gd name="T15" fmla="*/ 10546 h 41178"/>
                <a:gd name="T16" fmla="*/ 66851 w 137115"/>
                <a:gd name="T17" fmla="*/ 4739 h 41178"/>
                <a:gd name="T18" fmla="*/ 30677 w 137115"/>
                <a:gd name="T19" fmla="*/ 17062 h 41178"/>
                <a:gd name="T20" fmla="*/ 14585 w 137115"/>
                <a:gd name="T21" fmla="*/ 28012 h 41178"/>
                <a:gd name="T22" fmla="*/ 0 w 137115"/>
                <a:gd name="T23" fmla="*/ 41179 h 411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115" h="41178">
                  <a:moveTo>
                    <a:pt x="0" y="41179"/>
                  </a:moveTo>
                  <a:cubicBezTo>
                    <a:pt x="7802" y="30539"/>
                    <a:pt x="17732" y="21451"/>
                    <a:pt x="28904" y="14181"/>
                  </a:cubicBezTo>
                  <a:cubicBezTo>
                    <a:pt x="40075" y="6911"/>
                    <a:pt x="52887" y="1768"/>
                    <a:pt x="66408" y="350"/>
                  </a:cubicBezTo>
                  <a:cubicBezTo>
                    <a:pt x="79884" y="-980"/>
                    <a:pt x="93716" y="1502"/>
                    <a:pt x="105730" y="7443"/>
                  </a:cubicBezTo>
                  <a:cubicBezTo>
                    <a:pt x="111758" y="10368"/>
                    <a:pt x="117389" y="14004"/>
                    <a:pt x="122664" y="18038"/>
                  </a:cubicBezTo>
                  <a:cubicBezTo>
                    <a:pt x="125324" y="20033"/>
                    <a:pt x="127673" y="22382"/>
                    <a:pt x="130200" y="24510"/>
                  </a:cubicBezTo>
                  <a:cubicBezTo>
                    <a:pt x="132594" y="26771"/>
                    <a:pt x="134855" y="29209"/>
                    <a:pt x="137116" y="31603"/>
                  </a:cubicBezTo>
                  <a:cubicBezTo>
                    <a:pt x="127097" y="23092"/>
                    <a:pt x="116236" y="15600"/>
                    <a:pt x="104355" y="10546"/>
                  </a:cubicBezTo>
                  <a:cubicBezTo>
                    <a:pt x="92475" y="5581"/>
                    <a:pt x="79574" y="3409"/>
                    <a:pt x="66851" y="4739"/>
                  </a:cubicBezTo>
                  <a:cubicBezTo>
                    <a:pt x="54128" y="5980"/>
                    <a:pt x="41893" y="10723"/>
                    <a:pt x="30677" y="17062"/>
                  </a:cubicBezTo>
                  <a:cubicBezTo>
                    <a:pt x="25047" y="20255"/>
                    <a:pt x="19683" y="23978"/>
                    <a:pt x="14585" y="28012"/>
                  </a:cubicBezTo>
                  <a:cubicBezTo>
                    <a:pt x="9443" y="32046"/>
                    <a:pt x="4566" y="36435"/>
                    <a:pt x="0" y="411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3" name="Forme libre : forme 18436">
              <a:extLst>
                <a:ext uri="{FF2B5EF4-FFF2-40B4-BE49-F238E27FC236}">
                  <a16:creationId xmlns:a16="http://schemas.microsoft.com/office/drawing/2014/main" id="{BA06EB4F-5F84-47C2-8CD5-EF0BD3E89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9918" y="4965650"/>
              <a:ext cx="57851" cy="39005"/>
            </a:xfrm>
            <a:custGeom>
              <a:avLst/>
              <a:gdLst>
                <a:gd name="T0" fmla="*/ 0 w 57851"/>
                <a:gd name="T1" fmla="*/ 39005 h 39005"/>
                <a:gd name="T2" fmla="*/ 10639 w 57851"/>
                <a:gd name="T3" fmla="*/ 15953 h 39005"/>
                <a:gd name="T4" fmla="*/ 27263 w 57851"/>
                <a:gd name="T5" fmla="*/ 748 h 39005"/>
                <a:gd name="T6" fmla="*/ 37504 w 57851"/>
                <a:gd name="T7" fmla="*/ 1058 h 39005"/>
                <a:gd name="T8" fmla="*/ 46326 w 57851"/>
                <a:gd name="T9" fmla="*/ 7974 h 39005"/>
                <a:gd name="T10" fmla="*/ 57852 w 57851"/>
                <a:gd name="T11" fmla="*/ 30227 h 39005"/>
                <a:gd name="T12" fmla="*/ 44863 w 57851"/>
                <a:gd name="T13" fmla="*/ 10678 h 39005"/>
                <a:gd name="T14" fmla="*/ 27973 w 57851"/>
                <a:gd name="T15" fmla="*/ 4959 h 39005"/>
                <a:gd name="T16" fmla="*/ 12368 w 57851"/>
                <a:gd name="T17" fmla="*/ 18303 h 39005"/>
                <a:gd name="T18" fmla="*/ 0 w 57851"/>
                <a:gd name="T19" fmla="*/ 39005 h 390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851" h="39005">
                  <a:moveTo>
                    <a:pt x="0" y="39005"/>
                  </a:moveTo>
                  <a:cubicBezTo>
                    <a:pt x="2660" y="30671"/>
                    <a:pt x="6206" y="22824"/>
                    <a:pt x="10639" y="15953"/>
                  </a:cubicBezTo>
                  <a:cubicBezTo>
                    <a:pt x="15028" y="9170"/>
                    <a:pt x="20525" y="3052"/>
                    <a:pt x="27263" y="748"/>
                  </a:cubicBezTo>
                  <a:cubicBezTo>
                    <a:pt x="30633" y="-316"/>
                    <a:pt x="34179" y="-272"/>
                    <a:pt x="37504" y="1058"/>
                  </a:cubicBezTo>
                  <a:cubicBezTo>
                    <a:pt x="40829" y="2388"/>
                    <a:pt x="43799" y="4959"/>
                    <a:pt x="46326" y="7974"/>
                  </a:cubicBezTo>
                  <a:cubicBezTo>
                    <a:pt x="51468" y="14047"/>
                    <a:pt x="55059" y="21982"/>
                    <a:pt x="57852" y="30227"/>
                  </a:cubicBezTo>
                  <a:cubicBezTo>
                    <a:pt x="54039" y="22869"/>
                    <a:pt x="49872" y="15864"/>
                    <a:pt x="44863" y="10678"/>
                  </a:cubicBezTo>
                  <a:cubicBezTo>
                    <a:pt x="39942" y="5358"/>
                    <a:pt x="33780" y="2875"/>
                    <a:pt x="27973" y="4959"/>
                  </a:cubicBezTo>
                  <a:cubicBezTo>
                    <a:pt x="22121" y="6865"/>
                    <a:pt x="16934" y="12274"/>
                    <a:pt x="12368" y="18303"/>
                  </a:cubicBezTo>
                  <a:cubicBezTo>
                    <a:pt x="7802" y="24553"/>
                    <a:pt x="3679" y="31557"/>
                    <a:pt x="0" y="3900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4" name="Forme libre : forme 18437">
              <a:extLst>
                <a:ext uri="{FF2B5EF4-FFF2-40B4-BE49-F238E27FC236}">
                  <a16:creationId xmlns:a16="http://schemas.microsoft.com/office/drawing/2014/main" id="{989161FD-6AA4-430C-916F-73086BCD4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1140" y="5349151"/>
              <a:ext cx="54278" cy="553649"/>
            </a:xfrm>
            <a:custGeom>
              <a:avLst/>
              <a:gdLst>
                <a:gd name="T0" fmla="*/ 0 w 54278"/>
                <a:gd name="T1" fmla="*/ 0 h 553649"/>
                <a:gd name="T2" fmla="*/ 17954 w 54278"/>
                <a:gd name="T3" fmla="*/ 137603 h 553649"/>
                <a:gd name="T4" fmla="*/ 35110 w 54278"/>
                <a:gd name="T5" fmla="*/ 275384 h 553649"/>
                <a:gd name="T6" fmla="*/ 43489 w 54278"/>
                <a:gd name="T7" fmla="*/ 344363 h 553649"/>
                <a:gd name="T8" fmla="*/ 50005 w 54278"/>
                <a:gd name="T9" fmla="*/ 413829 h 553649"/>
                <a:gd name="T10" fmla="*/ 53463 w 54278"/>
                <a:gd name="T11" fmla="*/ 553649 h 553649"/>
                <a:gd name="T12" fmla="*/ 52222 w 54278"/>
                <a:gd name="T13" fmla="*/ 483784 h 553649"/>
                <a:gd name="T14" fmla="*/ 47656 w 54278"/>
                <a:gd name="T15" fmla="*/ 414184 h 553649"/>
                <a:gd name="T16" fmla="*/ 40740 w 54278"/>
                <a:gd name="T17" fmla="*/ 345028 h 553649"/>
                <a:gd name="T18" fmla="*/ 32140 w 54278"/>
                <a:gd name="T19" fmla="*/ 276182 h 553649"/>
                <a:gd name="T20" fmla="*/ 15693 w 54278"/>
                <a:gd name="T21" fmla="*/ 138180 h 553649"/>
                <a:gd name="T22" fmla="*/ 0 w 54278"/>
                <a:gd name="T23" fmla="*/ 0 h 5536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278" h="553649">
                  <a:moveTo>
                    <a:pt x="0" y="0"/>
                  </a:moveTo>
                  <a:cubicBezTo>
                    <a:pt x="6206" y="45794"/>
                    <a:pt x="12103" y="91676"/>
                    <a:pt x="17954" y="137603"/>
                  </a:cubicBezTo>
                  <a:lnTo>
                    <a:pt x="35110" y="275384"/>
                  </a:lnTo>
                  <a:cubicBezTo>
                    <a:pt x="37903" y="298391"/>
                    <a:pt x="40519" y="321355"/>
                    <a:pt x="43489" y="344363"/>
                  </a:cubicBezTo>
                  <a:cubicBezTo>
                    <a:pt x="46193" y="367415"/>
                    <a:pt x="48365" y="390600"/>
                    <a:pt x="50005" y="413829"/>
                  </a:cubicBezTo>
                  <a:cubicBezTo>
                    <a:pt x="53242" y="460244"/>
                    <a:pt x="55591" y="507058"/>
                    <a:pt x="53463" y="553649"/>
                  </a:cubicBezTo>
                  <a:cubicBezTo>
                    <a:pt x="53951" y="530331"/>
                    <a:pt x="53375" y="507013"/>
                    <a:pt x="52222" y="483784"/>
                  </a:cubicBezTo>
                  <a:cubicBezTo>
                    <a:pt x="51158" y="460554"/>
                    <a:pt x="49562" y="437325"/>
                    <a:pt x="47656" y="414184"/>
                  </a:cubicBezTo>
                  <a:cubicBezTo>
                    <a:pt x="45617" y="391088"/>
                    <a:pt x="43577" y="367947"/>
                    <a:pt x="40740" y="345028"/>
                  </a:cubicBezTo>
                  <a:cubicBezTo>
                    <a:pt x="37726" y="322197"/>
                    <a:pt x="34977" y="299145"/>
                    <a:pt x="32140" y="276182"/>
                  </a:cubicBezTo>
                  <a:lnTo>
                    <a:pt x="15693" y="138180"/>
                  </a:lnTo>
                  <a:cubicBezTo>
                    <a:pt x="10285" y="92120"/>
                    <a:pt x="4965" y="4610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5" name="Forme libre : forme 18438">
              <a:extLst>
                <a:ext uri="{FF2B5EF4-FFF2-40B4-BE49-F238E27FC236}">
                  <a16:creationId xmlns:a16="http://schemas.microsoft.com/office/drawing/2014/main" id="{6A2A47D3-F506-4012-BDC6-43DF34C5D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8804" y="5254105"/>
              <a:ext cx="37767" cy="464145"/>
            </a:xfrm>
            <a:custGeom>
              <a:avLst/>
              <a:gdLst>
                <a:gd name="T0" fmla="*/ 86 w 37767"/>
                <a:gd name="T1" fmla="*/ 0 h 464145"/>
                <a:gd name="T2" fmla="*/ 2923 w 37767"/>
                <a:gd name="T3" fmla="*/ 117699 h 464145"/>
                <a:gd name="T4" fmla="*/ 6426 w 37767"/>
                <a:gd name="T5" fmla="*/ 235309 h 464145"/>
                <a:gd name="T6" fmla="*/ 8199 w 37767"/>
                <a:gd name="T7" fmla="*/ 264567 h 464145"/>
                <a:gd name="T8" fmla="*/ 9972 w 37767"/>
                <a:gd name="T9" fmla="*/ 293959 h 464145"/>
                <a:gd name="T10" fmla="*/ 14095 w 37767"/>
                <a:gd name="T11" fmla="*/ 352431 h 464145"/>
                <a:gd name="T12" fmla="*/ 22074 w 37767"/>
                <a:gd name="T13" fmla="*/ 409973 h 464145"/>
                <a:gd name="T14" fmla="*/ 37767 w 37767"/>
                <a:gd name="T15" fmla="*/ 464146 h 464145"/>
                <a:gd name="T16" fmla="*/ 20611 w 37767"/>
                <a:gd name="T17" fmla="*/ 410593 h 464145"/>
                <a:gd name="T18" fmla="*/ 11745 w 37767"/>
                <a:gd name="T19" fmla="*/ 352919 h 464145"/>
                <a:gd name="T20" fmla="*/ 7179 w 37767"/>
                <a:gd name="T21" fmla="*/ 294313 h 464145"/>
                <a:gd name="T22" fmla="*/ 5273 w 37767"/>
                <a:gd name="T23" fmla="*/ 265055 h 464145"/>
                <a:gd name="T24" fmla="*/ 3367 w 37767"/>
                <a:gd name="T25" fmla="*/ 235664 h 464145"/>
                <a:gd name="T26" fmla="*/ 574 w 37767"/>
                <a:gd name="T27" fmla="*/ 117876 h 464145"/>
                <a:gd name="T28" fmla="*/ 86 w 37767"/>
                <a:gd name="T29" fmla="*/ 0 h 4641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767" h="464145">
                  <a:moveTo>
                    <a:pt x="86" y="0"/>
                  </a:moveTo>
                  <a:lnTo>
                    <a:pt x="2923" y="117699"/>
                  </a:lnTo>
                  <a:cubicBezTo>
                    <a:pt x="3899" y="156932"/>
                    <a:pt x="4652" y="196165"/>
                    <a:pt x="6426" y="235309"/>
                  </a:cubicBezTo>
                  <a:cubicBezTo>
                    <a:pt x="6824" y="245106"/>
                    <a:pt x="7401" y="254726"/>
                    <a:pt x="8199" y="264567"/>
                  </a:cubicBezTo>
                  <a:cubicBezTo>
                    <a:pt x="8908" y="274364"/>
                    <a:pt x="9440" y="284162"/>
                    <a:pt x="9972" y="293959"/>
                  </a:cubicBezTo>
                  <a:cubicBezTo>
                    <a:pt x="11036" y="313509"/>
                    <a:pt x="12321" y="333014"/>
                    <a:pt x="14095" y="352431"/>
                  </a:cubicBezTo>
                  <a:cubicBezTo>
                    <a:pt x="15912" y="371848"/>
                    <a:pt x="18351" y="391133"/>
                    <a:pt x="22074" y="409973"/>
                  </a:cubicBezTo>
                  <a:cubicBezTo>
                    <a:pt x="25710" y="428814"/>
                    <a:pt x="30675" y="447255"/>
                    <a:pt x="37767" y="464146"/>
                  </a:cubicBezTo>
                  <a:cubicBezTo>
                    <a:pt x="30098" y="447743"/>
                    <a:pt x="24778" y="429346"/>
                    <a:pt x="20611" y="410593"/>
                  </a:cubicBezTo>
                  <a:cubicBezTo>
                    <a:pt x="16577" y="391753"/>
                    <a:pt x="13829" y="372380"/>
                    <a:pt x="11745" y="352919"/>
                  </a:cubicBezTo>
                  <a:cubicBezTo>
                    <a:pt x="9617" y="333458"/>
                    <a:pt x="8376" y="313863"/>
                    <a:pt x="7179" y="294313"/>
                  </a:cubicBezTo>
                  <a:cubicBezTo>
                    <a:pt x="6559" y="284516"/>
                    <a:pt x="6027" y="274764"/>
                    <a:pt x="5273" y="265055"/>
                  </a:cubicBezTo>
                  <a:cubicBezTo>
                    <a:pt x="4475" y="255391"/>
                    <a:pt x="3810" y="245417"/>
                    <a:pt x="3367" y="235664"/>
                  </a:cubicBezTo>
                  <a:cubicBezTo>
                    <a:pt x="1859" y="196386"/>
                    <a:pt x="1062" y="157154"/>
                    <a:pt x="574" y="117876"/>
                  </a:cubicBezTo>
                  <a:cubicBezTo>
                    <a:pt x="86" y="78555"/>
                    <a:pt x="-136" y="39278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6" name="Forme libre : forme 18439">
              <a:extLst>
                <a:ext uri="{FF2B5EF4-FFF2-40B4-BE49-F238E27FC236}">
                  <a16:creationId xmlns:a16="http://schemas.microsoft.com/office/drawing/2014/main" id="{90217A3F-7E43-45E5-9264-BF88B49AA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9616" y="6133100"/>
              <a:ext cx="201262" cy="70407"/>
            </a:xfrm>
            <a:custGeom>
              <a:avLst/>
              <a:gdLst>
                <a:gd name="T0" fmla="*/ 0 w 201262"/>
                <a:gd name="T1" fmla="*/ 67827 h 70407"/>
                <a:gd name="T2" fmla="*/ 27618 w 201262"/>
                <a:gd name="T3" fmla="*/ 68137 h 70407"/>
                <a:gd name="T4" fmla="*/ 55148 w 201262"/>
                <a:gd name="T5" fmla="*/ 66452 h 70407"/>
                <a:gd name="T6" fmla="*/ 109143 w 201262"/>
                <a:gd name="T7" fmla="*/ 56566 h 70407"/>
                <a:gd name="T8" fmla="*/ 135076 w 201262"/>
                <a:gd name="T9" fmla="*/ 47700 h 70407"/>
                <a:gd name="T10" fmla="*/ 159547 w 201262"/>
                <a:gd name="T11" fmla="*/ 35465 h 70407"/>
                <a:gd name="T12" fmla="*/ 201262 w 201262"/>
                <a:gd name="T13" fmla="*/ 0 h 70407"/>
                <a:gd name="T14" fmla="*/ 183308 w 201262"/>
                <a:gd name="T15" fmla="*/ 21190 h 70407"/>
                <a:gd name="T16" fmla="*/ 161320 w 201262"/>
                <a:gd name="T17" fmla="*/ 38346 h 70407"/>
                <a:gd name="T18" fmla="*/ 110340 w 201262"/>
                <a:gd name="T19" fmla="*/ 60822 h 70407"/>
                <a:gd name="T20" fmla="*/ 55414 w 201262"/>
                <a:gd name="T21" fmla="*/ 69821 h 70407"/>
                <a:gd name="T22" fmla="*/ 0 w 201262"/>
                <a:gd name="T23" fmla="*/ 67827 h 704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262" h="70407">
                  <a:moveTo>
                    <a:pt x="0" y="67827"/>
                  </a:moveTo>
                  <a:cubicBezTo>
                    <a:pt x="9221" y="68314"/>
                    <a:pt x="18442" y="68447"/>
                    <a:pt x="27618" y="68137"/>
                  </a:cubicBezTo>
                  <a:cubicBezTo>
                    <a:pt x="36795" y="67960"/>
                    <a:pt x="46015" y="67383"/>
                    <a:pt x="55148" y="66452"/>
                  </a:cubicBezTo>
                  <a:cubicBezTo>
                    <a:pt x="73412" y="64679"/>
                    <a:pt x="91543" y="61620"/>
                    <a:pt x="109143" y="56566"/>
                  </a:cubicBezTo>
                  <a:cubicBezTo>
                    <a:pt x="117965" y="54084"/>
                    <a:pt x="126609" y="51158"/>
                    <a:pt x="135076" y="47700"/>
                  </a:cubicBezTo>
                  <a:cubicBezTo>
                    <a:pt x="143543" y="44242"/>
                    <a:pt x="151612" y="39942"/>
                    <a:pt x="159547" y="35465"/>
                  </a:cubicBezTo>
                  <a:cubicBezTo>
                    <a:pt x="175285" y="26200"/>
                    <a:pt x="189382" y="14186"/>
                    <a:pt x="201262" y="0"/>
                  </a:cubicBezTo>
                  <a:cubicBezTo>
                    <a:pt x="195987" y="7580"/>
                    <a:pt x="190002" y="14718"/>
                    <a:pt x="183308" y="21190"/>
                  </a:cubicBezTo>
                  <a:cubicBezTo>
                    <a:pt x="176482" y="27486"/>
                    <a:pt x="169211" y="33337"/>
                    <a:pt x="161320" y="38346"/>
                  </a:cubicBezTo>
                  <a:cubicBezTo>
                    <a:pt x="145627" y="48454"/>
                    <a:pt x="128161" y="55547"/>
                    <a:pt x="110340" y="60822"/>
                  </a:cubicBezTo>
                  <a:cubicBezTo>
                    <a:pt x="92341" y="65610"/>
                    <a:pt x="73944" y="68757"/>
                    <a:pt x="55414" y="69821"/>
                  </a:cubicBezTo>
                  <a:cubicBezTo>
                    <a:pt x="36927" y="70930"/>
                    <a:pt x="18308" y="70575"/>
                    <a:pt x="0" y="678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7" name="Forme libre : forme 18440">
              <a:extLst>
                <a:ext uri="{FF2B5EF4-FFF2-40B4-BE49-F238E27FC236}">
                  <a16:creationId xmlns:a16="http://schemas.microsoft.com/office/drawing/2014/main" id="{F4114C32-D4F0-4651-AB60-432F2C2AA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868" y="6157963"/>
              <a:ext cx="438654" cy="44470"/>
            </a:xfrm>
            <a:custGeom>
              <a:avLst/>
              <a:gdLst>
                <a:gd name="T0" fmla="*/ 0 w 438654"/>
                <a:gd name="T1" fmla="*/ 3908 h 44470"/>
                <a:gd name="T2" fmla="*/ 55192 w 438654"/>
                <a:gd name="T3" fmla="*/ 494 h 44470"/>
                <a:gd name="T4" fmla="*/ 110517 w 438654"/>
                <a:gd name="T5" fmla="*/ 95 h 44470"/>
                <a:gd name="T6" fmla="*/ 220990 w 438654"/>
                <a:gd name="T7" fmla="*/ 5947 h 44470"/>
                <a:gd name="T8" fmla="*/ 330665 w 438654"/>
                <a:gd name="T9" fmla="*/ 20621 h 44470"/>
                <a:gd name="T10" fmla="*/ 357884 w 438654"/>
                <a:gd name="T11" fmla="*/ 25630 h 44470"/>
                <a:gd name="T12" fmla="*/ 384970 w 438654"/>
                <a:gd name="T13" fmla="*/ 31304 h 44470"/>
                <a:gd name="T14" fmla="*/ 411879 w 438654"/>
                <a:gd name="T15" fmla="*/ 37688 h 44470"/>
                <a:gd name="T16" fmla="*/ 438655 w 438654"/>
                <a:gd name="T17" fmla="*/ 44471 h 44470"/>
                <a:gd name="T18" fmla="*/ 330133 w 438654"/>
                <a:gd name="T19" fmla="*/ 23945 h 44470"/>
                <a:gd name="T20" fmla="*/ 275517 w 438654"/>
                <a:gd name="T21" fmla="*/ 16143 h 44470"/>
                <a:gd name="T22" fmla="*/ 248120 w 438654"/>
                <a:gd name="T23" fmla="*/ 13040 h 44470"/>
                <a:gd name="T24" fmla="*/ 220680 w 438654"/>
                <a:gd name="T25" fmla="*/ 10336 h 44470"/>
                <a:gd name="T26" fmla="*/ 110561 w 438654"/>
                <a:gd name="T27" fmla="*/ 3464 h 44470"/>
                <a:gd name="T28" fmla="*/ 0 w 438654"/>
                <a:gd name="T29" fmla="*/ 3908 h 444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8654" h="44470">
                  <a:moveTo>
                    <a:pt x="0" y="3908"/>
                  </a:moveTo>
                  <a:cubicBezTo>
                    <a:pt x="18353" y="2046"/>
                    <a:pt x="36750" y="1248"/>
                    <a:pt x="55192" y="494"/>
                  </a:cubicBezTo>
                  <a:cubicBezTo>
                    <a:pt x="73634" y="51"/>
                    <a:pt x="92075" y="-126"/>
                    <a:pt x="110517" y="95"/>
                  </a:cubicBezTo>
                  <a:cubicBezTo>
                    <a:pt x="147400" y="538"/>
                    <a:pt x="184239" y="2578"/>
                    <a:pt x="220990" y="5947"/>
                  </a:cubicBezTo>
                  <a:cubicBezTo>
                    <a:pt x="257696" y="9538"/>
                    <a:pt x="294358" y="14060"/>
                    <a:pt x="330665" y="20621"/>
                  </a:cubicBezTo>
                  <a:cubicBezTo>
                    <a:pt x="339708" y="22305"/>
                    <a:pt x="348840" y="23724"/>
                    <a:pt x="357884" y="25630"/>
                  </a:cubicBezTo>
                  <a:lnTo>
                    <a:pt x="384970" y="31304"/>
                  </a:lnTo>
                  <a:cubicBezTo>
                    <a:pt x="394014" y="33122"/>
                    <a:pt x="402924" y="35427"/>
                    <a:pt x="411879" y="37688"/>
                  </a:cubicBezTo>
                  <a:lnTo>
                    <a:pt x="438655" y="44471"/>
                  </a:lnTo>
                  <a:cubicBezTo>
                    <a:pt x="402569" y="36890"/>
                    <a:pt x="366573" y="29354"/>
                    <a:pt x="330133" y="23945"/>
                  </a:cubicBezTo>
                  <a:cubicBezTo>
                    <a:pt x="311957" y="20975"/>
                    <a:pt x="293737" y="18582"/>
                    <a:pt x="275517" y="16143"/>
                  </a:cubicBezTo>
                  <a:cubicBezTo>
                    <a:pt x="266385" y="14946"/>
                    <a:pt x="257253" y="14104"/>
                    <a:pt x="248120" y="13040"/>
                  </a:cubicBezTo>
                  <a:cubicBezTo>
                    <a:pt x="238988" y="11976"/>
                    <a:pt x="229856" y="11045"/>
                    <a:pt x="220680" y="10336"/>
                  </a:cubicBezTo>
                  <a:cubicBezTo>
                    <a:pt x="184062" y="6656"/>
                    <a:pt x="147312" y="4662"/>
                    <a:pt x="110561" y="3464"/>
                  </a:cubicBezTo>
                  <a:cubicBezTo>
                    <a:pt x="73634" y="2356"/>
                    <a:pt x="36795" y="2223"/>
                    <a:pt x="0" y="39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8" name="Forme libre : forme 18441">
              <a:extLst>
                <a:ext uri="{FF2B5EF4-FFF2-40B4-BE49-F238E27FC236}">
                  <a16:creationId xmlns:a16="http://schemas.microsoft.com/office/drawing/2014/main" id="{44F8F5BE-F07E-4DD3-931D-C1754FCB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269" y="6180977"/>
              <a:ext cx="316966" cy="7092"/>
            </a:xfrm>
            <a:custGeom>
              <a:avLst/>
              <a:gdLst>
                <a:gd name="T0" fmla="*/ 0 w 316966"/>
                <a:gd name="T1" fmla="*/ 44 h 7092"/>
                <a:gd name="T2" fmla="*/ 79264 w 316966"/>
                <a:gd name="T3" fmla="*/ 1685 h 7092"/>
                <a:gd name="T4" fmla="*/ 158483 w 316966"/>
                <a:gd name="T5" fmla="*/ 2704 h 7092"/>
                <a:gd name="T6" fmla="*/ 237703 w 316966"/>
                <a:gd name="T7" fmla="*/ 2217 h 7092"/>
                <a:gd name="T8" fmla="*/ 277335 w 316966"/>
                <a:gd name="T9" fmla="*/ 1241 h 7092"/>
                <a:gd name="T10" fmla="*/ 316966 w 316966"/>
                <a:gd name="T11" fmla="*/ 0 h 7092"/>
                <a:gd name="T12" fmla="*/ 237836 w 316966"/>
                <a:gd name="T13" fmla="*/ 5586 h 7092"/>
                <a:gd name="T14" fmla="*/ 158483 w 316966"/>
                <a:gd name="T15" fmla="*/ 7093 h 7092"/>
                <a:gd name="T16" fmla="*/ 79175 w 316966"/>
                <a:gd name="T17" fmla="*/ 5009 h 7092"/>
                <a:gd name="T18" fmla="*/ 39588 w 316966"/>
                <a:gd name="T19" fmla="*/ 2748 h 7092"/>
                <a:gd name="T20" fmla="*/ 0 w 316966"/>
                <a:gd name="T21" fmla="*/ 44 h 70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6966" h="7092">
                  <a:moveTo>
                    <a:pt x="0" y="44"/>
                  </a:moveTo>
                  <a:cubicBezTo>
                    <a:pt x="26466" y="-177"/>
                    <a:pt x="52842" y="1330"/>
                    <a:pt x="79264" y="1685"/>
                  </a:cubicBezTo>
                  <a:cubicBezTo>
                    <a:pt x="105685" y="2261"/>
                    <a:pt x="132062" y="2793"/>
                    <a:pt x="158483" y="2704"/>
                  </a:cubicBezTo>
                  <a:cubicBezTo>
                    <a:pt x="184904" y="2970"/>
                    <a:pt x="211281" y="2615"/>
                    <a:pt x="237703" y="2217"/>
                  </a:cubicBezTo>
                  <a:cubicBezTo>
                    <a:pt x="250913" y="1995"/>
                    <a:pt x="264124" y="1729"/>
                    <a:pt x="277335" y="1241"/>
                  </a:cubicBezTo>
                  <a:lnTo>
                    <a:pt x="316966" y="0"/>
                  </a:lnTo>
                  <a:cubicBezTo>
                    <a:pt x="290678" y="2704"/>
                    <a:pt x="264257" y="4433"/>
                    <a:pt x="237836" y="5586"/>
                  </a:cubicBezTo>
                  <a:cubicBezTo>
                    <a:pt x="211414" y="6738"/>
                    <a:pt x="184949" y="7048"/>
                    <a:pt x="158483" y="7093"/>
                  </a:cubicBezTo>
                  <a:cubicBezTo>
                    <a:pt x="132018" y="6827"/>
                    <a:pt x="105596" y="6295"/>
                    <a:pt x="79175" y="5009"/>
                  </a:cubicBezTo>
                  <a:cubicBezTo>
                    <a:pt x="65964" y="4344"/>
                    <a:pt x="52754" y="3591"/>
                    <a:pt x="39588" y="2748"/>
                  </a:cubicBezTo>
                  <a:cubicBezTo>
                    <a:pt x="26333" y="1950"/>
                    <a:pt x="13166" y="57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9" name="Forme libre : forme 18442">
              <a:extLst>
                <a:ext uri="{FF2B5EF4-FFF2-40B4-BE49-F238E27FC236}">
                  <a16:creationId xmlns:a16="http://schemas.microsoft.com/office/drawing/2014/main" id="{767DACCE-E4E8-473F-8E19-E46A3D89A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6463" y="6226726"/>
              <a:ext cx="333900" cy="33568"/>
            </a:xfrm>
            <a:custGeom>
              <a:avLst/>
              <a:gdLst>
                <a:gd name="T0" fmla="*/ 0 w 333900"/>
                <a:gd name="T1" fmla="*/ 21368 h 33568"/>
                <a:gd name="T2" fmla="*/ 41582 w 333900"/>
                <a:gd name="T3" fmla="*/ 27618 h 33568"/>
                <a:gd name="T4" fmla="*/ 62551 w 333900"/>
                <a:gd name="T5" fmla="*/ 29170 h 33568"/>
                <a:gd name="T6" fmla="*/ 83564 w 333900"/>
                <a:gd name="T7" fmla="*/ 29746 h 33568"/>
                <a:gd name="T8" fmla="*/ 167571 w 333900"/>
                <a:gd name="T9" fmla="*/ 26155 h 33568"/>
                <a:gd name="T10" fmla="*/ 251046 w 333900"/>
                <a:gd name="T11" fmla="*/ 15605 h 33568"/>
                <a:gd name="T12" fmla="*/ 292540 w 333900"/>
                <a:gd name="T13" fmla="*/ 8290 h 33568"/>
                <a:gd name="T14" fmla="*/ 333901 w 333900"/>
                <a:gd name="T15" fmla="*/ 0 h 33568"/>
                <a:gd name="T16" fmla="*/ 292983 w 333900"/>
                <a:gd name="T17" fmla="*/ 10418 h 33568"/>
                <a:gd name="T18" fmla="*/ 251623 w 333900"/>
                <a:gd name="T19" fmla="*/ 18974 h 33568"/>
                <a:gd name="T20" fmla="*/ 167926 w 333900"/>
                <a:gd name="T21" fmla="*/ 30588 h 33568"/>
                <a:gd name="T22" fmla="*/ 83431 w 333900"/>
                <a:gd name="T23" fmla="*/ 33159 h 33568"/>
                <a:gd name="T24" fmla="*/ 62329 w 333900"/>
                <a:gd name="T25" fmla="*/ 31963 h 33568"/>
                <a:gd name="T26" fmla="*/ 41316 w 333900"/>
                <a:gd name="T27" fmla="*/ 29790 h 33568"/>
                <a:gd name="T28" fmla="*/ 0 w 333900"/>
                <a:gd name="T29" fmla="*/ 21368 h 335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3900" h="33568">
                  <a:moveTo>
                    <a:pt x="0" y="21368"/>
                  </a:moveTo>
                  <a:cubicBezTo>
                    <a:pt x="13698" y="24604"/>
                    <a:pt x="27618" y="26465"/>
                    <a:pt x="41582" y="27618"/>
                  </a:cubicBezTo>
                  <a:cubicBezTo>
                    <a:pt x="48542" y="28372"/>
                    <a:pt x="55591" y="28638"/>
                    <a:pt x="62551" y="29170"/>
                  </a:cubicBezTo>
                  <a:cubicBezTo>
                    <a:pt x="69555" y="29347"/>
                    <a:pt x="76560" y="29658"/>
                    <a:pt x="83564" y="29746"/>
                  </a:cubicBezTo>
                  <a:cubicBezTo>
                    <a:pt x="111581" y="30145"/>
                    <a:pt x="139643" y="28815"/>
                    <a:pt x="167571" y="26155"/>
                  </a:cubicBezTo>
                  <a:cubicBezTo>
                    <a:pt x="195544" y="24072"/>
                    <a:pt x="223295" y="19816"/>
                    <a:pt x="251046" y="15605"/>
                  </a:cubicBezTo>
                  <a:cubicBezTo>
                    <a:pt x="264878" y="13344"/>
                    <a:pt x="278709" y="10728"/>
                    <a:pt x="292540" y="8290"/>
                  </a:cubicBezTo>
                  <a:cubicBezTo>
                    <a:pt x="306327" y="5541"/>
                    <a:pt x="320069" y="2615"/>
                    <a:pt x="333901" y="0"/>
                  </a:cubicBezTo>
                  <a:cubicBezTo>
                    <a:pt x="320291" y="3591"/>
                    <a:pt x="306637" y="6916"/>
                    <a:pt x="292983" y="10418"/>
                  </a:cubicBezTo>
                  <a:cubicBezTo>
                    <a:pt x="279196" y="13255"/>
                    <a:pt x="265454" y="16270"/>
                    <a:pt x="251623" y="18974"/>
                  </a:cubicBezTo>
                  <a:cubicBezTo>
                    <a:pt x="223916" y="23894"/>
                    <a:pt x="196032" y="28106"/>
                    <a:pt x="167926" y="30588"/>
                  </a:cubicBezTo>
                  <a:cubicBezTo>
                    <a:pt x="139864" y="32894"/>
                    <a:pt x="111625" y="34312"/>
                    <a:pt x="83431" y="33159"/>
                  </a:cubicBezTo>
                  <a:cubicBezTo>
                    <a:pt x="76382" y="32849"/>
                    <a:pt x="69334" y="32362"/>
                    <a:pt x="62329" y="31963"/>
                  </a:cubicBezTo>
                  <a:cubicBezTo>
                    <a:pt x="55325" y="31209"/>
                    <a:pt x="48276" y="30810"/>
                    <a:pt x="41316" y="29790"/>
                  </a:cubicBezTo>
                  <a:cubicBezTo>
                    <a:pt x="27397" y="27884"/>
                    <a:pt x="13432" y="25579"/>
                    <a:pt x="0" y="213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0" name="Forme libre : forme 18443">
              <a:extLst>
                <a:ext uri="{FF2B5EF4-FFF2-40B4-BE49-F238E27FC236}">
                  <a16:creationId xmlns:a16="http://schemas.microsoft.com/office/drawing/2014/main" id="{CBBBA753-D07B-4281-8CDA-37FB9A4C3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9123" y="6197734"/>
              <a:ext cx="581843" cy="53424"/>
            </a:xfrm>
            <a:custGeom>
              <a:avLst/>
              <a:gdLst>
                <a:gd name="T0" fmla="*/ 0 w 581843"/>
                <a:gd name="T1" fmla="*/ 0 h 53424"/>
                <a:gd name="T2" fmla="*/ 145849 w 581843"/>
                <a:gd name="T3" fmla="*/ 12058 h 53424"/>
                <a:gd name="T4" fmla="*/ 218507 w 581843"/>
                <a:gd name="T5" fmla="*/ 21190 h 53424"/>
                <a:gd name="T6" fmla="*/ 290811 w 581843"/>
                <a:gd name="T7" fmla="*/ 33026 h 53424"/>
                <a:gd name="T8" fmla="*/ 326719 w 581843"/>
                <a:gd name="T9" fmla="*/ 39676 h 53424"/>
                <a:gd name="T10" fmla="*/ 362893 w 581843"/>
                <a:gd name="T11" fmla="*/ 44464 h 53424"/>
                <a:gd name="T12" fmla="*/ 399245 w 581843"/>
                <a:gd name="T13" fmla="*/ 47788 h 53424"/>
                <a:gd name="T14" fmla="*/ 435729 w 581843"/>
                <a:gd name="T15" fmla="*/ 49695 h 53424"/>
                <a:gd name="T16" fmla="*/ 508786 w 581843"/>
                <a:gd name="T17" fmla="*/ 50404 h 53424"/>
                <a:gd name="T18" fmla="*/ 581844 w 581843"/>
                <a:gd name="T19" fmla="*/ 47212 h 53424"/>
                <a:gd name="T20" fmla="*/ 435596 w 581843"/>
                <a:gd name="T21" fmla="*/ 53108 h 53424"/>
                <a:gd name="T22" fmla="*/ 362450 w 581843"/>
                <a:gd name="T23" fmla="*/ 48498 h 53424"/>
                <a:gd name="T24" fmla="*/ 326054 w 581843"/>
                <a:gd name="T25" fmla="*/ 43887 h 53424"/>
                <a:gd name="T26" fmla="*/ 289969 w 581843"/>
                <a:gd name="T27" fmla="*/ 37415 h 53424"/>
                <a:gd name="T28" fmla="*/ 145494 w 581843"/>
                <a:gd name="T29" fmla="*/ 15471 h 53424"/>
                <a:gd name="T30" fmla="*/ 72836 w 581843"/>
                <a:gd name="T31" fmla="*/ 7225 h 53424"/>
                <a:gd name="T32" fmla="*/ 0 w 581843"/>
                <a:gd name="T33" fmla="*/ 0 h 534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1843" h="53424">
                  <a:moveTo>
                    <a:pt x="0" y="0"/>
                  </a:moveTo>
                  <a:cubicBezTo>
                    <a:pt x="48720" y="2615"/>
                    <a:pt x="97351" y="6827"/>
                    <a:pt x="145849" y="12058"/>
                  </a:cubicBezTo>
                  <a:cubicBezTo>
                    <a:pt x="170098" y="14673"/>
                    <a:pt x="194347" y="17732"/>
                    <a:pt x="218507" y="21190"/>
                  </a:cubicBezTo>
                  <a:cubicBezTo>
                    <a:pt x="242668" y="24648"/>
                    <a:pt x="266784" y="28416"/>
                    <a:pt x="290811" y="33026"/>
                  </a:cubicBezTo>
                  <a:cubicBezTo>
                    <a:pt x="302825" y="35376"/>
                    <a:pt x="314750" y="37504"/>
                    <a:pt x="326719" y="39676"/>
                  </a:cubicBezTo>
                  <a:cubicBezTo>
                    <a:pt x="338777" y="41361"/>
                    <a:pt x="350746" y="43311"/>
                    <a:pt x="362893" y="44464"/>
                  </a:cubicBezTo>
                  <a:cubicBezTo>
                    <a:pt x="374951" y="45971"/>
                    <a:pt x="387098" y="46769"/>
                    <a:pt x="399245" y="47788"/>
                  </a:cubicBezTo>
                  <a:cubicBezTo>
                    <a:pt x="411391" y="48453"/>
                    <a:pt x="423538" y="49296"/>
                    <a:pt x="435729" y="49695"/>
                  </a:cubicBezTo>
                  <a:cubicBezTo>
                    <a:pt x="460067" y="50670"/>
                    <a:pt x="484449" y="50847"/>
                    <a:pt x="508786" y="50404"/>
                  </a:cubicBezTo>
                  <a:cubicBezTo>
                    <a:pt x="533168" y="50049"/>
                    <a:pt x="557506" y="48985"/>
                    <a:pt x="581844" y="47212"/>
                  </a:cubicBezTo>
                  <a:cubicBezTo>
                    <a:pt x="533346" y="52443"/>
                    <a:pt x="484449" y="54217"/>
                    <a:pt x="435596" y="53108"/>
                  </a:cubicBezTo>
                  <a:cubicBezTo>
                    <a:pt x="411170" y="52665"/>
                    <a:pt x="386743" y="51069"/>
                    <a:pt x="362450" y="48498"/>
                  </a:cubicBezTo>
                  <a:cubicBezTo>
                    <a:pt x="350259" y="47390"/>
                    <a:pt x="338201" y="45527"/>
                    <a:pt x="326054" y="43887"/>
                  </a:cubicBezTo>
                  <a:cubicBezTo>
                    <a:pt x="313996" y="41804"/>
                    <a:pt x="301894" y="39720"/>
                    <a:pt x="289969" y="37415"/>
                  </a:cubicBezTo>
                  <a:cubicBezTo>
                    <a:pt x="242180" y="28061"/>
                    <a:pt x="193815" y="21589"/>
                    <a:pt x="145494" y="15471"/>
                  </a:cubicBezTo>
                  <a:cubicBezTo>
                    <a:pt x="121289" y="12412"/>
                    <a:pt x="97085" y="9753"/>
                    <a:pt x="72836" y="7225"/>
                  </a:cubicBezTo>
                  <a:cubicBezTo>
                    <a:pt x="48542" y="4521"/>
                    <a:pt x="24293" y="22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</p:grpSp>
      <p:grpSp>
        <p:nvGrpSpPr>
          <p:cNvPr id="20099" name="Cross-section-of-human-skin">
            <a:extLst>
              <a:ext uri="{FF2B5EF4-FFF2-40B4-BE49-F238E27FC236}">
                <a16:creationId xmlns:a16="http://schemas.microsoft.com/office/drawing/2014/main" id="{290690DC-776B-452E-9E4B-9467E809FD49}"/>
              </a:ext>
            </a:extLst>
          </p:cNvPr>
          <p:cNvGrpSpPr/>
          <p:nvPr/>
        </p:nvGrpSpPr>
        <p:grpSpPr>
          <a:xfrm>
            <a:off x="7748190" y="1546134"/>
            <a:ext cx="2714262" cy="1662444"/>
            <a:chOff x="4212421" y="68358"/>
            <a:chExt cx="3669941" cy="2247783"/>
          </a:xfrm>
          <a:solidFill>
            <a:schemeClr val="accent1"/>
          </a:solidFill>
        </p:grpSpPr>
        <p:sp>
          <p:nvSpPr>
            <p:cNvPr id="20100" name="Forme libre : forme 20099">
              <a:extLst>
                <a:ext uri="{FF2B5EF4-FFF2-40B4-BE49-F238E27FC236}">
                  <a16:creationId xmlns:a16="http://schemas.microsoft.com/office/drawing/2014/main" id="{67335588-28CE-4302-ADD5-9DB28A8DE00C}"/>
                </a:ext>
              </a:extLst>
            </p:cNvPr>
            <p:cNvSpPr/>
            <p:nvPr/>
          </p:nvSpPr>
          <p:spPr>
            <a:xfrm>
              <a:off x="4234099" y="725653"/>
              <a:ext cx="3544997" cy="801826"/>
            </a:xfrm>
            <a:custGeom>
              <a:avLst/>
              <a:gdLst>
                <a:gd name="connsiteX0" fmla="*/ 0 w 3544997"/>
                <a:gd name="connsiteY0" fmla="*/ 646611 h 801826"/>
                <a:gd name="connsiteX1" fmla="*/ 72747 w 3544997"/>
                <a:gd name="connsiteY1" fmla="*/ 719359 h 801826"/>
                <a:gd name="connsiteX2" fmla="*/ 263415 w 3544997"/>
                <a:gd name="connsiteY2" fmla="*/ 709517 h 801826"/>
                <a:gd name="connsiteX3" fmla="*/ 591685 w 3544997"/>
                <a:gd name="connsiteY3" fmla="*/ 727205 h 801826"/>
                <a:gd name="connsiteX4" fmla="*/ 862947 w 3544997"/>
                <a:gd name="connsiteY4" fmla="*/ 628923 h 801826"/>
                <a:gd name="connsiteX5" fmla="*/ 1053614 w 3544997"/>
                <a:gd name="connsiteY5" fmla="*/ 680037 h 801826"/>
                <a:gd name="connsiteX6" fmla="*/ 1334672 w 3544997"/>
                <a:gd name="connsiteY6" fmla="*/ 638765 h 801826"/>
                <a:gd name="connsiteX7" fmla="*/ 1932209 w 3544997"/>
                <a:gd name="connsiteY7" fmla="*/ 623027 h 801826"/>
                <a:gd name="connsiteX8" fmla="*/ 2095347 w 3544997"/>
                <a:gd name="connsiteY8" fmla="*/ 719359 h 801826"/>
                <a:gd name="connsiteX9" fmla="*/ 2223109 w 3544997"/>
                <a:gd name="connsiteY9" fmla="*/ 687928 h 801826"/>
                <a:gd name="connsiteX10" fmla="*/ 2455049 w 3544997"/>
                <a:gd name="connsiteY10" fmla="*/ 662393 h 801826"/>
                <a:gd name="connsiteX11" fmla="*/ 2657508 w 3544997"/>
                <a:gd name="connsiteY11" fmla="*/ 707611 h 801826"/>
                <a:gd name="connsiteX12" fmla="*/ 2773478 w 3544997"/>
                <a:gd name="connsiteY12" fmla="*/ 715457 h 801826"/>
                <a:gd name="connsiteX13" fmla="*/ 2958249 w 3544997"/>
                <a:gd name="connsiteY13" fmla="*/ 725299 h 801826"/>
                <a:gd name="connsiteX14" fmla="*/ 3074219 w 3544997"/>
                <a:gd name="connsiteY14" fmla="*/ 564112 h 801826"/>
                <a:gd name="connsiteX15" fmla="*/ 3213773 w 3544997"/>
                <a:gd name="connsiteY15" fmla="*/ 552319 h 801826"/>
                <a:gd name="connsiteX16" fmla="*/ 3300263 w 3544997"/>
                <a:gd name="connsiteY16" fmla="*/ 355756 h 801826"/>
                <a:gd name="connsiteX17" fmla="*/ 3378906 w 3544997"/>
                <a:gd name="connsiteY17" fmla="*/ 306637 h 801826"/>
                <a:gd name="connsiteX18" fmla="*/ 3461450 w 3544997"/>
                <a:gd name="connsiteY18" fmla="*/ 320380 h 801826"/>
                <a:gd name="connsiteX19" fmla="*/ 3528301 w 3544997"/>
                <a:gd name="connsiteY19" fmla="*/ 133658 h 801826"/>
                <a:gd name="connsiteX20" fmla="*/ 3512564 w 3544997"/>
                <a:gd name="connsiteY20" fmla="*/ 0 h 801826"/>
                <a:gd name="connsiteX21" fmla="*/ 2899245 w 3544997"/>
                <a:gd name="connsiteY21" fmla="*/ 412721 h 801826"/>
                <a:gd name="connsiteX22" fmla="*/ 463879 w 3544997"/>
                <a:gd name="connsiteY22" fmla="*/ 445171 h 801826"/>
                <a:gd name="connsiteX23" fmla="*/ 24559 w 3544997"/>
                <a:gd name="connsiteY23" fmla="*/ 524790 h 801826"/>
                <a:gd name="connsiteX24" fmla="*/ 0 w 3544997"/>
                <a:gd name="connsiteY24" fmla="*/ 646611 h 801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44997" h="801826">
                  <a:moveTo>
                    <a:pt x="0" y="646611"/>
                  </a:moveTo>
                  <a:cubicBezTo>
                    <a:pt x="0" y="646611"/>
                    <a:pt x="35598" y="685711"/>
                    <a:pt x="72747" y="719359"/>
                  </a:cubicBezTo>
                  <a:cubicBezTo>
                    <a:pt x="124836" y="766527"/>
                    <a:pt x="203036" y="771226"/>
                    <a:pt x="263415" y="709517"/>
                  </a:cubicBezTo>
                  <a:cubicBezTo>
                    <a:pt x="354825" y="616156"/>
                    <a:pt x="436394" y="550325"/>
                    <a:pt x="591685" y="727205"/>
                  </a:cubicBezTo>
                  <a:cubicBezTo>
                    <a:pt x="746977" y="904086"/>
                    <a:pt x="815778" y="723260"/>
                    <a:pt x="862947" y="628923"/>
                  </a:cubicBezTo>
                  <a:cubicBezTo>
                    <a:pt x="910115" y="534587"/>
                    <a:pt x="1000550" y="581755"/>
                    <a:pt x="1053614" y="680037"/>
                  </a:cubicBezTo>
                  <a:cubicBezTo>
                    <a:pt x="1106678" y="778319"/>
                    <a:pt x="1252128" y="870704"/>
                    <a:pt x="1334672" y="638765"/>
                  </a:cubicBezTo>
                  <a:cubicBezTo>
                    <a:pt x="1417217" y="406825"/>
                    <a:pt x="1863408" y="595542"/>
                    <a:pt x="1932209" y="623027"/>
                  </a:cubicBezTo>
                  <a:cubicBezTo>
                    <a:pt x="2001011" y="650557"/>
                    <a:pt x="2069813" y="740948"/>
                    <a:pt x="2095347" y="719359"/>
                  </a:cubicBezTo>
                  <a:cubicBezTo>
                    <a:pt x="2120882" y="697725"/>
                    <a:pt x="2160203" y="621077"/>
                    <a:pt x="2223109" y="687928"/>
                  </a:cubicBezTo>
                  <a:cubicBezTo>
                    <a:pt x="2286015" y="754779"/>
                    <a:pt x="2384297" y="870749"/>
                    <a:pt x="2455049" y="662393"/>
                  </a:cubicBezTo>
                  <a:cubicBezTo>
                    <a:pt x="2525801" y="454038"/>
                    <a:pt x="2657508" y="707611"/>
                    <a:pt x="2657508" y="707611"/>
                  </a:cubicBezTo>
                  <a:cubicBezTo>
                    <a:pt x="2657508" y="707611"/>
                    <a:pt x="2732206" y="658492"/>
                    <a:pt x="2773478" y="715457"/>
                  </a:cubicBezTo>
                  <a:cubicBezTo>
                    <a:pt x="2814750" y="772467"/>
                    <a:pt x="2928769" y="839274"/>
                    <a:pt x="2958249" y="725299"/>
                  </a:cubicBezTo>
                  <a:cubicBezTo>
                    <a:pt x="2987730" y="611280"/>
                    <a:pt x="3032947" y="540527"/>
                    <a:pt x="3074219" y="564112"/>
                  </a:cubicBezTo>
                  <a:cubicBezTo>
                    <a:pt x="3115492" y="587696"/>
                    <a:pt x="3174452" y="682032"/>
                    <a:pt x="3213773" y="552319"/>
                  </a:cubicBezTo>
                  <a:cubicBezTo>
                    <a:pt x="3253095" y="422607"/>
                    <a:pt x="3253095" y="355756"/>
                    <a:pt x="3300263" y="355756"/>
                  </a:cubicBezTo>
                  <a:cubicBezTo>
                    <a:pt x="3347431" y="355756"/>
                    <a:pt x="3378906" y="306637"/>
                    <a:pt x="3378906" y="306637"/>
                  </a:cubicBezTo>
                  <a:cubicBezTo>
                    <a:pt x="3378906" y="306637"/>
                    <a:pt x="3412331" y="357751"/>
                    <a:pt x="3461450" y="320380"/>
                  </a:cubicBezTo>
                  <a:cubicBezTo>
                    <a:pt x="3510569" y="283053"/>
                    <a:pt x="3483084" y="155291"/>
                    <a:pt x="3528301" y="133658"/>
                  </a:cubicBezTo>
                  <a:cubicBezTo>
                    <a:pt x="3573519" y="112024"/>
                    <a:pt x="3512564" y="0"/>
                    <a:pt x="3512564" y="0"/>
                  </a:cubicBezTo>
                  <a:lnTo>
                    <a:pt x="2899245" y="412721"/>
                  </a:lnTo>
                  <a:lnTo>
                    <a:pt x="463879" y="445171"/>
                  </a:lnTo>
                  <a:lnTo>
                    <a:pt x="24559" y="524790"/>
                  </a:lnTo>
                  <a:lnTo>
                    <a:pt x="0" y="646611"/>
                  </a:lnTo>
                  <a:close/>
                </a:path>
              </a:pathLst>
            </a:custGeom>
            <a:solidFill>
              <a:srgbClr val="E87D77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01" name="Forme libre : forme 20100">
              <a:extLst>
                <a:ext uri="{FF2B5EF4-FFF2-40B4-BE49-F238E27FC236}">
                  <a16:creationId xmlns:a16="http://schemas.microsoft.com/office/drawing/2014/main" id="{4A62E22A-6FB2-42A9-A0A9-EA6D5E730DE7}"/>
                </a:ext>
              </a:extLst>
            </p:cNvPr>
            <p:cNvSpPr/>
            <p:nvPr/>
          </p:nvSpPr>
          <p:spPr>
            <a:xfrm>
              <a:off x="4234099" y="725653"/>
              <a:ext cx="3544997" cy="801826"/>
            </a:xfrm>
            <a:custGeom>
              <a:avLst/>
              <a:gdLst>
                <a:gd name="connsiteX0" fmla="*/ 0 w 3544997"/>
                <a:gd name="connsiteY0" fmla="*/ 646611 h 801826"/>
                <a:gd name="connsiteX1" fmla="*/ 72747 w 3544997"/>
                <a:gd name="connsiteY1" fmla="*/ 719359 h 801826"/>
                <a:gd name="connsiteX2" fmla="*/ 263415 w 3544997"/>
                <a:gd name="connsiteY2" fmla="*/ 709517 h 801826"/>
                <a:gd name="connsiteX3" fmla="*/ 591685 w 3544997"/>
                <a:gd name="connsiteY3" fmla="*/ 727205 h 801826"/>
                <a:gd name="connsiteX4" fmla="*/ 862947 w 3544997"/>
                <a:gd name="connsiteY4" fmla="*/ 628923 h 801826"/>
                <a:gd name="connsiteX5" fmla="*/ 1053614 w 3544997"/>
                <a:gd name="connsiteY5" fmla="*/ 680037 h 801826"/>
                <a:gd name="connsiteX6" fmla="*/ 1334672 w 3544997"/>
                <a:gd name="connsiteY6" fmla="*/ 638765 h 801826"/>
                <a:gd name="connsiteX7" fmla="*/ 1932209 w 3544997"/>
                <a:gd name="connsiteY7" fmla="*/ 623027 h 801826"/>
                <a:gd name="connsiteX8" fmla="*/ 2095347 w 3544997"/>
                <a:gd name="connsiteY8" fmla="*/ 719359 h 801826"/>
                <a:gd name="connsiteX9" fmla="*/ 2223109 w 3544997"/>
                <a:gd name="connsiteY9" fmla="*/ 687928 h 801826"/>
                <a:gd name="connsiteX10" fmla="*/ 2455049 w 3544997"/>
                <a:gd name="connsiteY10" fmla="*/ 662393 h 801826"/>
                <a:gd name="connsiteX11" fmla="*/ 2657508 w 3544997"/>
                <a:gd name="connsiteY11" fmla="*/ 707611 h 801826"/>
                <a:gd name="connsiteX12" fmla="*/ 2773478 w 3544997"/>
                <a:gd name="connsiteY12" fmla="*/ 715457 h 801826"/>
                <a:gd name="connsiteX13" fmla="*/ 2958249 w 3544997"/>
                <a:gd name="connsiteY13" fmla="*/ 725299 h 801826"/>
                <a:gd name="connsiteX14" fmla="*/ 3074219 w 3544997"/>
                <a:gd name="connsiteY14" fmla="*/ 564112 h 801826"/>
                <a:gd name="connsiteX15" fmla="*/ 3213773 w 3544997"/>
                <a:gd name="connsiteY15" fmla="*/ 552319 h 801826"/>
                <a:gd name="connsiteX16" fmla="*/ 3300263 w 3544997"/>
                <a:gd name="connsiteY16" fmla="*/ 355756 h 801826"/>
                <a:gd name="connsiteX17" fmla="*/ 3378906 w 3544997"/>
                <a:gd name="connsiteY17" fmla="*/ 306637 h 801826"/>
                <a:gd name="connsiteX18" fmla="*/ 3461450 w 3544997"/>
                <a:gd name="connsiteY18" fmla="*/ 320380 h 801826"/>
                <a:gd name="connsiteX19" fmla="*/ 3528301 w 3544997"/>
                <a:gd name="connsiteY19" fmla="*/ 133658 h 801826"/>
                <a:gd name="connsiteX20" fmla="*/ 3512564 w 3544997"/>
                <a:gd name="connsiteY20" fmla="*/ 0 h 801826"/>
                <a:gd name="connsiteX21" fmla="*/ 2899245 w 3544997"/>
                <a:gd name="connsiteY21" fmla="*/ 412721 h 801826"/>
                <a:gd name="connsiteX22" fmla="*/ 463879 w 3544997"/>
                <a:gd name="connsiteY22" fmla="*/ 445171 h 801826"/>
                <a:gd name="connsiteX23" fmla="*/ 24559 w 3544997"/>
                <a:gd name="connsiteY23" fmla="*/ 524790 h 801826"/>
                <a:gd name="connsiteX24" fmla="*/ 0 w 3544997"/>
                <a:gd name="connsiteY24" fmla="*/ 646611 h 801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44997" h="801826">
                  <a:moveTo>
                    <a:pt x="0" y="646611"/>
                  </a:moveTo>
                  <a:cubicBezTo>
                    <a:pt x="0" y="646611"/>
                    <a:pt x="35598" y="685711"/>
                    <a:pt x="72747" y="719359"/>
                  </a:cubicBezTo>
                  <a:cubicBezTo>
                    <a:pt x="124836" y="766527"/>
                    <a:pt x="203036" y="771226"/>
                    <a:pt x="263415" y="709517"/>
                  </a:cubicBezTo>
                  <a:cubicBezTo>
                    <a:pt x="354825" y="616156"/>
                    <a:pt x="436394" y="550325"/>
                    <a:pt x="591685" y="727205"/>
                  </a:cubicBezTo>
                  <a:cubicBezTo>
                    <a:pt x="746977" y="904086"/>
                    <a:pt x="815778" y="723260"/>
                    <a:pt x="862947" y="628923"/>
                  </a:cubicBezTo>
                  <a:cubicBezTo>
                    <a:pt x="910115" y="534587"/>
                    <a:pt x="1000550" y="581755"/>
                    <a:pt x="1053614" y="680037"/>
                  </a:cubicBezTo>
                  <a:cubicBezTo>
                    <a:pt x="1106678" y="778319"/>
                    <a:pt x="1252128" y="870704"/>
                    <a:pt x="1334672" y="638765"/>
                  </a:cubicBezTo>
                  <a:cubicBezTo>
                    <a:pt x="1417217" y="406825"/>
                    <a:pt x="1863408" y="595542"/>
                    <a:pt x="1932209" y="623027"/>
                  </a:cubicBezTo>
                  <a:cubicBezTo>
                    <a:pt x="2001011" y="650557"/>
                    <a:pt x="2069813" y="740948"/>
                    <a:pt x="2095347" y="719359"/>
                  </a:cubicBezTo>
                  <a:cubicBezTo>
                    <a:pt x="2120882" y="697725"/>
                    <a:pt x="2160203" y="621077"/>
                    <a:pt x="2223109" y="687928"/>
                  </a:cubicBezTo>
                  <a:cubicBezTo>
                    <a:pt x="2286015" y="754779"/>
                    <a:pt x="2384297" y="870749"/>
                    <a:pt x="2455049" y="662393"/>
                  </a:cubicBezTo>
                  <a:cubicBezTo>
                    <a:pt x="2525801" y="454038"/>
                    <a:pt x="2657508" y="707611"/>
                    <a:pt x="2657508" y="707611"/>
                  </a:cubicBezTo>
                  <a:cubicBezTo>
                    <a:pt x="2657508" y="707611"/>
                    <a:pt x="2732206" y="658492"/>
                    <a:pt x="2773478" y="715457"/>
                  </a:cubicBezTo>
                  <a:cubicBezTo>
                    <a:pt x="2814750" y="772467"/>
                    <a:pt x="2928769" y="839274"/>
                    <a:pt x="2958249" y="725299"/>
                  </a:cubicBezTo>
                  <a:cubicBezTo>
                    <a:pt x="2987730" y="611280"/>
                    <a:pt x="3032947" y="540527"/>
                    <a:pt x="3074219" y="564112"/>
                  </a:cubicBezTo>
                  <a:cubicBezTo>
                    <a:pt x="3115492" y="587696"/>
                    <a:pt x="3174452" y="682032"/>
                    <a:pt x="3213773" y="552319"/>
                  </a:cubicBezTo>
                  <a:cubicBezTo>
                    <a:pt x="3253095" y="422607"/>
                    <a:pt x="3253095" y="355756"/>
                    <a:pt x="3300263" y="355756"/>
                  </a:cubicBezTo>
                  <a:cubicBezTo>
                    <a:pt x="3347431" y="355756"/>
                    <a:pt x="3378906" y="306637"/>
                    <a:pt x="3378906" y="306637"/>
                  </a:cubicBezTo>
                  <a:cubicBezTo>
                    <a:pt x="3378906" y="306637"/>
                    <a:pt x="3412331" y="357751"/>
                    <a:pt x="3461450" y="320380"/>
                  </a:cubicBezTo>
                  <a:cubicBezTo>
                    <a:pt x="3510569" y="283053"/>
                    <a:pt x="3483084" y="155291"/>
                    <a:pt x="3528301" y="133658"/>
                  </a:cubicBezTo>
                  <a:cubicBezTo>
                    <a:pt x="3573519" y="112024"/>
                    <a:pt x="3512564" y="0"/>
                    <a:pt x="3512564" y="0"/>
                  </a:cubicBezTo>
                  <a:lnTo>
                    <a:pt x="2899245" y="412721"/>
                  </a:lnTo>
                  <a:lnTo>
                    <a:pt x="463879" y="445171"/>
                  </a:lnTo>
                  <a:lnTo>
                    <a:pt x="24559" y="524790"/>
                  </a:lnTo>
                  <a:lnTo>
                    <a:pt x="0" y="646611"/>
                  </a:lnTo>
                  <a:close/>
                </a:path>
              </a:pathLst>
            </a:custGeom>
            <a:noFill/>
            <a:ln w="3323" cap="rnd">
              <a:solidFill>
                <a:srgbClr val="333333"/>
              </a:solidFill>
              <a:prstDash val="solid"/>
              <a:round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02" name="Forme libre : forme 20101">
              <a:extLst>
                <a:ext uri="{FF2B5EF4-FFF2-40B4-BE49-F238E27FC236}">
                  <a16:creationId xmlns:a16="http://schemas.microsoft.com/office/drawing/2014/main" id="{18AE700B-2FC3-459B-B52C-B466A4377B97}"/>
                </a:ext>
              </a:extLst>
            </p:cNvPr>
            <p:cNvSpPr/>
            <p:nvPr/>
          </p:nvSpPr>
          <p:spPr>
            <a:xfrm>
              <a:off x="4212599" y="534675"/>
              <a:ext cx="3666303" cy="1777605"/>
            </a:xfrm>
            <a:custGeom>
              <a:avLst/>
              <a:gdLst>
                <a:gd name="connsiteX0" fmla="*/ 3666304 w 3666303"/>
                <a:gd name="connsiteY0" fmla="*/ 0 h 1777605"/>
                <a:gd name="connsiteX1" fmla="*/ 825531 w 3666303"/>
                <a:gd name="connsiteY1" fmla="*/ 0 h 1777605"/>
                <a:gd name="connsiteX2" fmla="*/ 0 w 3666303"/>
                <a:gd name="connsiteY2" fmla="*/ 501250 h 1777605"/>
                <a:gd name="connsiteX3" fmla="*/ 754 w 3666303"/>
                <a:gd name="connsiteY3" fmla="*/ 906834 h 1777605"/>
                <a:gd name="connsiteX4" fmla="*/ 186766 w 3666303"/>
                <a:gd name="connsiteY4" fmla="*/ 765596 h 1777605"/>
                <a:gd name="connsiteX5" fmla="*/ 459978 w 3666303"/>
                <a:gd name="connsiteY5" fmla="*/ 958214 h 1777605"/>
                <a:gd name="connsiteX6" fmla="*/ 717452 w 3666303"/>
                <a:gd name="connsiteY6" fmla="*/ 775393 h 1777605"/>
                <a:gd name="connsiteX7" fmla="*/ 989689 w 3666303"/>
                <a:gd name="connsiteY7" fmla="*/ 923813 h 1777605"/>
                <a:gd name="connsiteX8" fmla="*/ 1213782 w 3666303"/>
                <a:gd name="connsiteY8" fmla="*/ 765596 h 1777605"/>
                <a:gd name="connsiteX9" fmla="*/ 1482073 w 3666303"/>
                <a:gd name="connsiteY9" fmla="*/ 962159 h 1777605"/>
                <a:gd name="connsiteX10" fmla="*/ 1668795 w 3666303"/>
                <a:gd name="connsiteY10" fmla="*/ 861661 h 1777605"/>
                <a:gd name="connsiteX11" fmla="*/ 1572951 w 3666303"/>
                <a:gd name="connsiteY11" fmla="*/ 1227258 h 1777605"/>
                <a:gd name="connsiteX12" fmla="*/ 1553800 w 3666303"/>
                <a:gd name="connsiteY12" fmla="*/ 1777140 h 1777605"/>
                <a:gd name="connsiteX13" fmla="*/ 1691625 w 3666303"/>
                <a:gd name="connsiteY13" fmla="*/ 1237588 h 1777605"/>
                <a:gd name="connsiteX14" fmla="*/ 1795537 w 3666303"/>
                <a:gd name="connsiteY14" fmla="*/ 1095330 h 1777605"/>
                <a:gd name="connsiteX15" fmla="*/ 1807329 w 3666303"/>
                <a:gd name="connsiteY15" fmla="*/ 1165372 h 1777605"/>
                <a:gd name="connsiteX16" fmla="*/ 1816904 w 3666303"/>
                <a:gd name="connsiteY16" fmla="*/ 1225796 h 1777605"/>
                <a:gd name="connsiteX17" fmla="*/ 1827234 w 3666303"/>
                <a:gd name="connsiteY17" fmla="*/ 1303907 h 1777605"/>
                <a:gd name="connsiteX18" fmla="*/ 1918644 w 3666303"/>
                <a:gd name="connsiteY18" fmla="*/ 1309803 h 1777605"/>
                <a:gd name="connsiteX19" fmla="*/ 2006375 w 3666303"/>
                <a:gd name="connsiteY19" fmla="*/ 1354045 h 1777605"/>
                <a:gd name="connsiteX20" fmla="*/ 2035101 w 3666303"/>
                <a:gd name="connsiteY20" fmla="*/ 1240513 h 1777605"/>
                <a:gd name="connsiteX21" fmla="*/ 2026989 w 3666303"/>
                <a:gd name="connsiteY21" fmla="*/ 1168298 h 1777605"/>
                <a:gd name="connsiteX22" fmla="*/ 2018123 w 3666303"/>
                <a:gd name="connsiteY22" fmla="*/ 1082075 h 1777605"/>
                <a:gd name="connsiteX23" fmla="*/ 1963596 w 3666303"/>
                <a:gd name="connsiteY23" fmla="*/ 1053348 h 1777605"/>
                <a:gd name="connsiteX24" fmla="*/ 1914211 w 3666303"/>
                <a:gd name="connsiteY24" fmla="*/ 1015002 h 1777605"/>
                <a:gd name="connsiteX25" fmla="*/ 1811762 w 3666303"/>
                <a:gd name="connsiteY25" fmla="*/ 1029010 h 1777605"/>
                <a:gd name="connsiteX26" fmla="*/ 1839026 w 3666303"/>
                <a:gd name="connsiteY26" fmla="*/ 880856 h 1777605"/>
                <a:gd name="connsiteX27" fmla="*/ 1934116 w 3666303"/>
                <a:gd name="connsiteY27" fmla="*/ 939107 h 1777605"/>
                <a:gd name="connsiteX28" fmla="*/ 2144200 w 3666303"/>
                <a:gd name="connsiteY28" fmla="*/ 911844 h 1777605"/>
                <a:gd name="connsiteX29" fmla="*/ 2318155 w 3666303"/>
                <a:gd name="connsiteY29" fmla="*/ 752651 h 1777605"/>
                <a:gd name="connsiteX30" fmla="*/ 2478101 w 3666303"/>
                <a:gd name="connsiteY30" fmla="*/ 917740 h 1777605"/>
                <a:gd name="connsiteX31" fmla="*/ 2732383 w 3666303"/>
                <a:gd name="connsiteY31" fmla="*/ 904485 h 1777605"/>
                <a:gd name="connsiteX32" fmla="*/ 2907801 w 3666303"/>
                <a:gd name="connsiteY32" fmla="*/ 745292 h 1777605"/>
                <a:gd name="connsiteX33" fmla="*/ 3055201 w 3666303"/>
                <a:gd name="connsiteY33" fmla="*/ 880901 h 1777605"/>
                <a:gd name="connsiteX34" fmla="*/ 3166516 w 3666303"/>
                <a:gd name="connsiteY34" fmla="*/ 649449 h 1777605"/>
                <a:gd name="connsiteX35" fmla="*/ 3219580 w 3666303"/>
                <a:gd name="connsiteY35" fmla="*/ 520445 h 1777605"/>
                <a:gd name="connsiteX36" fmla="*/ 3301415 w 3666303"/>
                <a:gd name="connsiteY36" fmla="*/ 593414 h 1777605"/>
                <a:gd name="connsiteX37" fmla="*/ 3397259 w 3666303"/>
                <a:gd name="connsiteY37" fmla="*/ 609639 h 1777605"/>
                <a:gd name="connsiteX38" fmla="*/ 3453293 w 3666303"/>
                <a:gd name="connsiteY38" fmla="*/ 368612 h 1777605"/>
                <a:gd name="connsiteX39" fmla="*/ 3540271 w 3666303"/>
                <a:gd name="connsiteY39" fmla="*/ 367149 h 1777605"/>
                <a:gd name="connsiteX40" fmla="*/ 3606590 w 3666303"/>
                <a:gd name="connsiteY40" fmla="*/ 446014 h 1777605"/>
                <a:gd name="connsiteX41" fmla="*/ 3666304 w 3666303"/>
                <a:gd name="connsiteY41" fmla="*/ 330310 h 1777605"/>
                <a:gd name="connsiteX42" fmla="*/ 3666304 w 3666303"/>
                <a:gd name="connsiteY42" fmla="*/ 0 h 177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666303" h="1777605">
                  <a:moveTo>
                    <a:pt x="3666304" y="0"/>
                  </a:moveTo>
                  <a:lnTo>
                    <a:pt x="825531" y="0"/>
                  </a:lnTo>
                  <a:lnTo>
                    <a:pt x="0" y="501250"/>
                  </a:lnTo>
                  <a:lnTo>
                    <a:pt x="754" y="906834"/>
                  </a:lnTo>
                  <a:cubicBezTo>
                    <a:pt x="754" y="906834"/>
                    <a:pt x="59004" y="774462"/>
                    <a:pt x="186766" y="765596"/>
                  </a:cubicBezTo>
                  <a:cubicBezTo>
                    <a:pt x="351633" y="754203"/>
                    <a:pt x="338334" y="951254"/>
                    <a:pt x="459978" y="958214"/>
                  </a:cubicBezTo>
                  <a:cubicBezTo>
                    <a:pt x="579893" y="965085"/>
                    <a:pt x="571027" y="773398"/>
                    <a:pt x="717452" y="775393"/>
                  </a:cubicBezTo>
                  <a:cubicBezTo>
                    <a:pt x="860952" y="777343"/>
                    <a:pt x="845214" y="925764"/>
                    <a:pt x="989689" y="923813"/>
                  </a:cubicBezTo>
                  <a:cubicBezTo>
                    <a:pt x="1110624" y="922173"/>
                    <a:pt x="1072721" y="765596"/>
                    <a:pt x="1213782" y="765596"/>
                  </a:cubicBezTo>
                  <a:cubicBezTo>
                    <a:pt x="1326781" y="765596"/>
                    <a:pt x="1346996" y="957372"/>
                    <a:pt x="1482073" y="962159"/>
                  </a:cubicBezTo>
                  <a:cubicBezTo>
                    <a:pt x="1579601" y="965617"/>
                    <a:pt x="1604692" y="828501"/>
                    <a:pt x="1668795" y="861661"/>
                  </a:cubicBezTo>
                  <a:cubicBezTo>
                    <a:pt x="1732942" y="894820"/>
                    <a:pt x="1600968" y="1161649"/>
                    <a:pt x="1572951" y="1227258"/>
                  </a:cubicBezTo>
                  <a:cubicBezTo>
                    <a:pt x="1544934" y="1292868"/>
                    <a:pt x="1329707" y="1760915"/>
                    <a:pt x="1553800" y="1777140"/>
                  </a:cubicBezTo>
                  <a:cubicBezTo>
                    <a:pt x="1760560" y="1792079"/>
                    <a:pt x="1662721" y="1444480"/>
                    <a:pt x="1691625" y="1237588"/>
                  </a:cubicBezTo>
                  <a:cubicBezTo>
                    <a:pt x="1701201" y="1169052"/>
                    <a:pt x="1755861" y="1074317"/>
                    <a:pt x="1795537" y="1095330"/>
                  </a:cubicBezTo>
                  <a:cubicBezTo>
                    <a:pt x="1820584" y="1108584"/>
                    <a:pt x="1769736" y="1139572"/>
                    <a:pt x="1807329" y="1165372"/>
                  </a:cubicBezTo>
                  <a:cubicBezTo>
                    <a:pt x="1837164" y="1185853"/>
                    <a:pt x="1822091" y="1205182"/>
                    <a:pt x="1816904" y="1225796"/>
                  </a:cubicBezTo>
                  <a:cubicBezTo>
                    <a:pt x="1811762" y="1246454"/>
                    <a:pt x="1797000" y="1282539"/>
                    <a:pt x="1827234" y="1303907"/>
                  </a:cubicBezTo>
                  <a:cubicBezTo>
                    <a:pt x="1857467" y="1325274"/>
                    <a:pt x="1883268" y="1296548"/>
                    <a:pt x="1918644" y="1309803"/>
                  </a:cubicBezTo>
                  <a:cubicBezTo>
                    <a:pt x="1954020" y="1323058"/>
                    <a:pt x="1962886" y="1354045"/>
                    <a:pt x="2006375" y="1354045"/>
                  </a:cubicBezTo>
                  <a:cubicBezTo>
                    <a:pt x="2049864" y="1354045"/>
                    <a:pt x="2079344" y="1277397"/>
                    <a:pt x="2035101" y="1240513"/>
                  </a:cubicBezTo>
                  <a:cubicBezTo>
                    <a:pt x="1990859" y="1203674"/>
                    <a:pt x="1986470" y="1185233"/>
                    <a:pt x="2026989" y="1168298"/>
                  </a:cubicBezTo>
                  <a:cubicBezTo>
                    <a:pt x="2067508" y="1151364"/>
                    <a:pt x="2060902" y="1079104"/>
                    <a:pt x="2018123" y="1082075"/>
                  </a:cubicBezTo>
                  <a:cubicBezTo>
                    <a:pt x="1975388" y="1085045"/>
                    <a:pt x="1956192" y="1089433"/>
                    <a:pt x="1963596" y="1053348"/>
                  </a:cubicBezTo>
                  <a:cubicBezTo>
                    <a:pt x="1970955" y="1017218"/>
                    <a:pt x="1945154" y="994388"/>
                    <a:pt x="1914211" y="1015002"/>
                  </a:cubicBezTo>
                  <a:cubicBezTo>
                    <a:pt x="1883268" y="1035660"/>
                    <a:pt x="1844922" y="1067357"/>
                    <a:pt x="1811762" y="1029010"/>
                  </a:cubicBezTo>
                  <a:cubicBezTo>
                    <a:pt x="1778602" y="990664"/>
                    <a:pt x="1791858" y="887506"/>
                    <a:pt x="1839026" y="880856"/>
                  </a:cubicBezTo>
                  <a:cubicBezTo>
                    <a:pt x="1886194" y="874207"/>
                    <a:pt x="1913901" y="915922"/>
                    <a:pt x="1934116" y="939107"/>
                  </a:cubicBezTo>
                  <a:cubicBezTo>
                    <a:pt x="1989396" y="1002500"/>
                    <a:pt x="2098761" y="993590"/>
                    <a:pt x="2144200" y="911844"/>
                  </a:cubicBezTo>
                  <a:cubicBezTo>
                    <a:pt x="2184718" y="838875"/>
                    <a:pt x="2216060" y="751188"/>
                    <a:pt x="2318155" y="752651"/>
                  </a:cubicBezTo>
                  <a:cubicBezTo>
                    <a:pt x="2422067" y="754114"/>
                    <a:pt x="2433858" y="868355"/>
                    <a:pt x="2478101" y="917740"/>
                  </a:cubicBezTo>
                  <a:cubicBezTo>
                    <a:pt x="2522343" y="967124"/>
                    <a:pt x="2638047" y="1030518"/>
                    <a:pt x="2732383" y="904485"/>
                  </a:cubicBezTo>
                  <a:cubicBezTo>
                    <a:pt x="2826719" y="778452"/>
                    <a:pt x="2840728" y="742322"/>
                    <a:pt x="2907801" y="745292"/>
                  </a:cubicBezTo>
                  <a:cubicBezTo>
                    <a:pt x="2974874" y="748262"/>
                    <a:pt x="2988129" y="874295"/>
                    <a:pt x="3055201" y="880901"/>
                  </a:cubicBezTo>
                  <a:cubicBezTo>
                    <a:pt x="3122274" y="887550"/>
                    <a:pt x="3165009" y="709162"/>
                    <a:pt x="3166516" y="649449"/>
                  </a:cubicBezTo>
                  <a:cubicBezTo>
                    <a:pt x="3167979" y="589735"/>
                    <a:pt x="3179062" y="528558"/>
                    <a:pt x="3219580" y="520445"/>
                  </a:cubicBezTo>
                  <a:cubicBezTo>
                    <a:pt x="3260099" y="512333"/>
                    <a:pt x="3286653" y="539597"/>
                    <a:pt x="3301415" y="593414"/>
                  </a:cubicBezTo>
                  <a:cubicBezTo>
                    <a:pt x="3316178" y="647232"/>
                    <a:pt x="3382497" y="680392"/>
                    <a:pt x="3397259" y="609639"/>
                  </a:cubicBezTo>
                  <a:cubicBezTo>
                    <a:pt x="3412021" y="538887"/>
                    <a:pt x="3418626" y="415026"/>
                    <a:pt x="3453293" y="368612"/>
                  </a:cubicBezTo>
                  <a:cubicBezTo>
                    <a:pt x="3487916" y="322153"/>
                    <a:pt x="3527016" y="313331"/>
                    <a:pt x="3540271" y="367149"/>
                  </a:cubicBezTo>
                  <a:cubicBezTo>
                    <a:pt x="3553526" y="420967"/>
                    <a:pt x="3571967" y="479173"/>
                    <a:pt x="3606590" y="446014"/>
                  </a:cubicBezTo>
                  <a:cubicBezTo>
                    <a:pt x="3641212" y="412854"/>
                    <a:pt x="3666304" y="330310"/>
                    <a:pt x="3666304" y="330310"/>
                  </a:cubicBezTo>
                  <a:lnTo>
                    <a:pt x="3666304" y="0"/>
                  </a:lnTo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20103" name="Graphique 2">
              <a:extLst>
                <a:ext uri="{FF2B5EF4-FFF2-40B4-BE49-F238E27FC236}">
                  <a16:creationId xmlns:a16="http://schemas.microsoft.com/office/drawing/2014/main" id="{F980C6B8-60F0-4EB0-BCEE-1E3D8E84A520}"/>
                </a:ext>
              </a:extLst>
            </p:cNvPr>
            <p:cNvGrpSpPr/>
            <p:nvPr/>
          </p:nvGrpSpPr>
          <p:grpSpPr>
            <a:xfrm>
              <a:off x="5973513" y="1535140"/>
              <a:ext cx="296020" cy="346841"/>
              <a:chOff x="5973513" y="1535140"/>
              <a:chExt cx="296020" cy="346841"/>
            </a:xfrm>
            <a:solidFill>
              <a:srgbClr val="F4C74A"/>
            </a:solidFill>
          </p:grpSpPr>
          <p:sp>
            <p:nvSpPr>
              <p:cNvPr id="26846" name="Forme libre : forme 26845">
                <a:extLst>
                  <a:ext uri="{FF2B5EF4-FFF2-40B4-BE49-F238E27FC236}">
                    <a16:creationId xmlns:a16="http://schemas.microsoft.com/office/drawing/2014/main" id="{AA596FC6-7FED-4616-87ED-322D4CAF258C}"/>
                  </a:ext>
                </a:extLst>
              </p:cNvPr>
              <p:cNvSpPr/>
              <p:nvPr/>
            </p:nvSpPr>
            <p:spPr>
              <a:xfrm>
                <a:off x="6005445" y="1535140"/>
                <a:ext cx="264087" cy="346841"/>
              </a:xfrm>
              <a:custGeom>
                <a:avLst/>
                <a:gdLst>
                  <a:gd name="connsiteX0" fmla="*/ 70295 w 264087"/>
                  <a:gd name="connsiteY0" fmla="*/ 76511 h 346841"/>
                  <a:gd name="connsiteX1" fmla="*/ 48129 w 264087"/>
                  <a:gd name="connsiteY1" fmla="*/ 98677 h 346841"/>
                  <a:gd name="connsiteX2" fmla="*/ 9207 w 264087"/>
                  <a:gd name="connsiteY2" fmla="*/ 94997 h 346841"/>
                  <a:gd name="connsiteX3" fmla="*/ 14393 w 264087"/>
                  <a:gd name="connsiteY3" fmla="*/ 158169 h 346841"/>
                  <a:gd name="connsiteX4" fmla="*/ 23969 w 264087"/>
                  <a:gd name="connsiteY4" fmla="*/ 218592 h 346841"/>
                  <a:gd name="connsiteX5" fmla="*/ 34298 w 264087"/>
                  <a:gd name="connsiteY5" fmla="*/ 296703 h 346841"/>
                  <a:gd name="connsiteX6" fmla="*/ 125708 w 264087"/>
                  <a:gd name="connsiteY6" fmla="*/ 302599 h 346841"/>
                  <a:gd name="connsiteX7" fmla="*/ 213439 w 264087"/>
                  <a:gd name="connsiteY7" fmla="*/ 346841 h 346841"/>
                  <a:gd name="connsiteX8" fmla="*/ 242166 w 264087"/>
                  <a:gd name="connsiteY8" fmla="*/ 233310 h 346841"/>
                  <a:gd name="connsiteX9" fmla="*/ 234053 w 264087"/>
                  <a:gd name="connsiteY9" fmla="*/ 161095 h 346841"/>
                  <a:gd name="connsiteX10" fmla="*/ 225187 w 264087"/>
                  <a:gd name="connsiteY10" fmla="*/ 74871 h 346841"/>
                  <a:gd name="connsiteX11" fmla="*/ 170660 w 264087"/>
                  <a:gd name="connsiteY11" fmla="*/ 46145 h 346841"/>
                  <a:gd name="connsiteX12" fmla="*/ 121275 w 264087"/>
                  <a:gd name="connsiteY12" fmla="*/ 7798 h 346841"/>
                  <a:gd name="connsiteX13" fmla="*/ 56995 w 264087"/>
                  <a:gd name="connsiteY13" fmla="*/ 39672 h 346841"/>
                  <a:gd name="connsiteX14" fmla="*/ 70295 w 264087"/>
                  <a:gd name="connsiteY14" fmla="*/ 76511 h 34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4087" h="346841">
                    <a:moveTo>
                      <a:pt x="70295" y="76511"/>
                    </a:moveTo>
                    <a:cubicBezTo>
                      <a:pt x="65862" y="85377"/>
                      <a:pt x="56995" y="94244"/>
                      <a:pt x="48129" y="98677"/>
                    </a:cubicBezTo>
                    <a:cubicBezTo>
                      <a:pt x="36249" y="101647"/>
                      <a:pt x="22373" y="98632"/>
                      <a:pt x="9207" y="94997"/>
                    </a:cubicBezTo>
                    <a:cubicBezTo>
                      <a:pt x="14704" y="110336"/>
                      <a:pt x="-17702" y="136136"/>
                      <a:pt x="14393" y="158169"/>
                    </a:cubicBezTo>
                    <a:cubicBezTo>
                      <a:pt x="44228" y="178650"/>
                      <a:pt x="29156" y="197978"/>
                      <a:pt x="23969" y="218592"/>
                    </a:cubicBezTo>
                    <a:cubicBezTo>
                      <a:pt x="18782" y="239206"/>
                      <a:pt x="4064" y="275336"/>
                      <a:pt x="34298" y="296703"/>
                    </a:cubicBezTo>
                    <a:cubicBezTo>
                      <a:pt x="64532" y="318071"/>
                      <a:pt x="90332" y="289344"/>
                      <a:pt x="125708" y="302599"/>
                    </a:cubicBezTo>
                    <a:cubicBezTo>
                      <a:pt x="161085" y="315854"/>
                      <a:pt x="169951" y="346841"/>
                      <a:pt x="213439" y="346841"/>
                    </a:cubicBezTo>
                    <a:cubicBezTo>
                      <a:pt x="256928" y="346841"/>
                      <a:pt x="286408" y="270193"/>
                      <a:pt x="242166" y="233310"/>
                    </a:cubicBezTo>
                    <a:cubicBezTo>
                      <a:pt x="197923" y="196471"/>
                      <a:pt x="193535" y="178029"/>
                      <a:pt x="234053" y="161095"/>
                    </a:cubicBezTo>
                    <a:cubicBezTo>
                      <a:pt x="274572" y="144160"/>
                      <a:pt x="267967" y="71901"/>
                      <a:pt x="225187" y="74871"/>
                    </a:cubicBezTo>
                    <a:cubicBezTo>
                      <a:pt x="182408" y="77841"/>
                      <a:pt x="163257" y="82230"/>
                      <a:pt x="170660" y="46145"/>
                    </a:cubicBezTo>
                    <a:cubicBezTo>
                      <a:pt x="178019" y="10015"/>
                      <a:pt x="152218" y="-12816"/>
                      <a:pt x="121275" y="7798"/>
                    </a:cubicBezTo>
                    <a:cubicBezTo>
                      <a:pt x="101725" y="20832"/>
                      <a:pt x="79250" y="38254"/>
                      <a:pt x="56995" y="39672"/>
                    </a:cubicBezTo>
                    <a:cubicBezTo>
                      <a:pt x="67901" y="49070"/>
                      <a:pt x="75703" y="60330"/>
                      <a:pt x="70295" y="76511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47" name="Forme libre : forme 26846">
                <a:extLst>
                  <a:ext uri="{FF2B5EF4-FFF2-40B4-BE49-F238E27FC236}">
                    <a16:creationId xmlns:a16="http://schemas.microsoft.com/office/drawing/2014/main" id="{492BF43E-C4E1-4814-BA07-566FB30F1500}"/>
                  </a:ext>
                </a:extLst>
              </p:cNvPr>
              <p:cNvSpPr/>
              <p:nvPr/>
            </p:nvSpPr>
            <p:spPr>
              <a:xfrm>
                <a:off x="6034335" y="1601633"/>
                <a:ext cx="42735" cy="42735"/>
              </a:xfrm>
              <a:custGeom>
                <a:avLst/>
                <a:gdLst>
                  <a:gd name="connsiteX0" fmla="*/ 42735 w 42735"/>
                  <a:gd name="connsiteY0" fmla="*/ 21367 h 42735"/>
                  <a:gd name="connsiteX1" fmla="*/ 21368 w 42735"/>
                  <a:gd name="connsiteY1" fmla="*/ 42735 h 42735"/>
                  <a:gd name="connsiteX2" fmla="*/ 0 w 42735"/>
                  <a:gd name="connsiteY2" fmla="*/ 21367 h 42735"/>
                  <a:gd name="connsiteX3" fmla="*/ 21368 w 42735"/>
                  <a:gd name="connsiteY3" fmla="*/ 0 h 42735"/>
                  <a:gd name="connsiteX4" fmla="*/ 42735 w 42735"/>
                  <a:gd name="connsiteY4" fmla="*/ 21367 h 42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35" h="42735">
                    <a:moveTo>
                      <a:pt x="42735" y="21367"/>
                    </a:moveTo>
                    <a:cubicBezTo>
                      <a:pt x="42735" y="33168"/>
                      <a:pt x="33169" y="42735"/>
                      <a:pt x="21368" y="42735"/>
                    </a:cubicBezTo>
                    <a:cubicBezTo>
                      <a:pt x="9567" y="42735"/>
                      <a:pt x="0" y="33168"/>
                      <a:pt x="0" y="21367"/>
                    </a:cubicBezTo>
                    <a:cubicBezTo>
                      <a:pt x="0" y="9566"/>
                      <a:pt x="9567" y="0"/>
                      <a:pt x="21368" y="0"/>
                    </a:cubicBezTo>
                    <a:cubicBezTo>
                      <a:pt x="33169" y="0"/>
                      <a:pt x="42735" y="9566"/>
                      <a:pt x="42735" y="21367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48" name="Forme libre : forme 26847">
                <a:extLst>
                  <a:ext uri="{FF2B5EF4-FFF2-40B4-BE49-F238E27FC236}">
                    <a16:creationId xmlns:a16="http://schemas.microsoft.com/office/drawing/2014/main" id="{C3A837EC-089D-4198-A897-F07A9E7E8BDE}"/>
                  </a:ext>
                </a:extLst>
              </p:cNvPr>
              <p:cNvSpPr/>
              <p:nvPr/>
            </p:nvSpPr>
            <p:spPr>
              <a:xfrm>
                <a:off x="6066386" y="1602386"/>
                <a:ext cx="13653" cy="13653"/>
              </a:xfrm>
              <a:custGeom>
                <a:avLst/>
                <a:gdLst>
                  <a:gd name="connsiteX0" fmla="*/ 13654 w 13653"/>
                  <a:gd name="connsiteY0" fmla="*/ 6827 h 13653"/>
                  <a:gd name="connsiteX1" fmla="*/ 6827 w 13653"/>
                  <a:gd name="connsiteY1" fmla="*/ 13654 h 13653"/>
                  <a:gd name="connsiteX2" fmla="*/ 0 w 13653"/>
                  <a:gd name="connsiteY2" fmla="*/ 6827 h 13653"/>
                  <a:gd name="connsiteX3" fmla="*/ 6827 w 13653"/>
                  <a:gd name="connsiteY3" fmla="*/ 0 h 13653"/>
                  <a:gd name="connsiteX4" fmla="*/ 13654 w 13653"/>
                  <a:gd name="connsiteY4" fmla="*/ 6827 h 13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53" h="13653">
                    <a:moveTo>
                      <a:pt x="13654" y="6827"/>
                    </a:moveTo>
                    <a:cubicBezTo>
                      <a:pt x="13654" y="10597"/>
                      <a:pt x="10597" y="13654"/>
                      <a:pt x="6827" y="13654"/>
                    </a:cubicBezTo>
                    <a:cubicBezTo>
                      <a:pt x="3056" y="13654"/>
                      <a:pt x="0" y="10597"/>
                      <a:pt x="0" y="6827"/>
                    </a:cubicBezTo>
                    <a:cubicBezTo>
                      <a:pt x="0" y="3057"/>
                      <a:pt x="3056" y="0"/>
                      <a:pt x="6827" y="0"/>
                    </a:cubicBezTo>
                    <a:cubicBezTo>
                      <a:pt x="10597" y="0"/>
                      <a:pt x="13654" y="3057"/>
                      <a:pt x="13654" y="6827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49" name="Forme libre : forme 26848">
                <a:extLst>
                  <a:ext uri="{FF2B5EF4-FFF2-40B4-BE49-F238E27FC236}">
                    <a16:creationId xmlns:a16="http://schemas.microsoft.com/office/drawing/2014/main" id="{2B72F3E6-E119-4376-A12C-66721AC7FF9C}"/>
                  </a:ext>
                </a:extLst>
              </p:cNvPr>
              <p:cNvSpPr/>
              <p:nvPr/>
            </p:nvSpPr>
            <p:spPr>
              <a:xfrm>
                <a:off x="6057919" y="1599062"/>
                <a:ext cx="13299" cy="13299"/>
              </a:xfrm>
              <a:custGeom>
                <a:avLst/>
                <a:gdLst>
                  <a:gd name="connsiteX0" fmla="*/ 13299 w 13299"/>
                  <a:gd name="connsiteY0" fmla="*/ 6650 h 13299"/>
                  <a:gd name="connsiteX1" fmla="*/ 6650 w 13299"/>
                  <a:gd name="connsiteY1" fmla="*/ 13299 h 13299"/>
                  <a:gd name="connsiteX2" fmla="*/ 0 w 13299"/>
                  <a:gd name="connsiteY2" fmla="*/ 6650 h 13299"/>
                  <a:gd name="connsiteX3" fmla="*/ 6650 w 13299"/>
                  <a:gd name="connsiteY3" fmla="*/ 0 h 13299"/>
                  <a:gd name="connsiteX4" fmla="*/ 13299 w 13299"/>
                  <a:gd name="connsiteY4" fmla="*/ 6650 h 13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99" h="13299">
                    <a:moveTo>
                      <a:pt x="13299" y="6650"/>
                    </a:moveTo>
                    <a:cubicBezTo>
                      <a:pt x="13299" y="10322"/>
                      <a:pt x="10322" y="13299"/>
                      <a:pt x="6650" y="13299"/>
                    </a:cubicBezTo>
                    <a:cubicBezTo>
                      <a:pt x="2977" y="13299"/>
                      <a:pt x="0" y="10322"/>
                      <a:pt x="0" y="6650"/>
                    </a:cubicBezTo>
                    <a:cubicBezTo>
                      <a:pt x="0" y="2977"/>
                      <a:pt x="2977" y="0"/>
                      <a:pt x="6650" y="0"/>
                    </a:cubicBezTo>
                    <a:cubicBezTo>
                      <a:pt x="10322" y="0"/>
                      <a:pt x="13299" y="2977"/>
                      <a:pt x="13299" y="6650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50" name="Forme libre : forme 26849">
                <a:extLst>
                  <a:ext uri="{FF2B5EF4-FFF2-40B4-BE49-F238E27FC236}">
                    <a16:creationId xmlns:a16="http://schemas.microsoft.com/office/drawing/2014/main" id="{03202DD3-EDDB-4167-91AF-F7349813CD86}"/>
                  </a:ext>
                </a:extLst>
              </p:cNvPr>
              <p:cNvSpPr/>
              <p:nvPr/>
            </p:nvSpPr>
            <p:spPr>
              <a:xfrm>
                <a:off x="6066431" y="1594274"/>
                <a:ext cx="14717" cy="14717"/>
              </a:xfrm>
              <a:custGeom>
                <a:avLst/>
                <a:gdLst>
                  <a:gd name="connsiteX0" fmla="*/ 14718 w 14717"/>
                  <a:gd name="connsiteY0" fmla="*/ 7359 h 14717"/>
                  <a:gd name="connsiteX1" fmla="*/ 7359 w 14717"/>
                  <a:gd name="connsiteY1" fmla="*/ 14718 h 14717"/>
                  <a:gd name="connsiteX2" fmla="*/ 0 w 14717"/>
                  <a:gd name="connsiteY2" fmla="*/ 7359 h 14717"/>
                  <a:gd name="connsiteX3" fmla="*/ 7359 w 14717"/>
                  <a:gd name="connsiteY3" fmla="*/ 0 h 14717"/>
                  <a:gd name="connsiteX4" fmla="*/ 14718 w 14717"/>
                  <a:gd name="connsiteY4" fmla="*/ 7359 h 14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17" h="14717">
                    <a:moveTo>
                      <a:pt x="14718" y="7359"/>
                    </a:moveTo>
                    <a:cubicBezTo>
                      <a:pt x="14718" y="11423"/>
                      <a:pt x="11423" y="14718"/>
                      <a:pt x="7359" y="14718"/>
                    </a:cubicBezTo>
                    <a:cubicBezTo>
                      <a:pt x="3295" y="14718"/>
                      <a:pt x="0" y="11423"/>
                      <a:pt x="0" y="7359"/>
                    </a:cubicBezTo>
                    <a:cubicBezTo>
                      <a:pt x="0" y="3295"/>
                      <a:pt x="3295" y="0"/>
                      <a:pt x="7359" y="0"/>
                    </a:cubicBezTo>
                    <a:cubicBezTo>
                      <a:pt x="11423" y="0"/>
                      <a:pt x="14718" y="3295"/>
                      <a:pt x="14718" y="7359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51" name="Forme libre : forme 26850">
                <a:extLst>
                  <a:ext uri="{FF2B5EF4-FFF2-40B4-BE49-F238E27FC236}">
                    <a16:creationId xmlns:a16="http://schemas.microsoft.com/office/drawing/2014/main" id="{ED2E8AE6-0E97-4345-8794-8FC45A0AD4AF}"/>
                  </a:ext>
                </a:extLst>
              </p:cNvPr>
              <p:cNvSpPr/>
              <p:nvPr/>
            </p:nvSpPr>
            <p:spPr>
              <a:xfrm>
                <a:off x="6027685" y="1624463"/>
                <a:ext cx="15515" cy="15515"/>
              </a:xfrm>
              <a:custGeom>
                <a:avLst/>
                <a:gdLst>
                  <a:gd name="connsiteX0" fmla="*/ 15516 w 15515"/>
                  <a:gd name="connsiteY0" fmla="*/ 7758 h 15515"/>
                  <a:gd name="connsiteX1" fmla="*/ 7758 w 15515"/>
                  <a:gd name="connsiteY1" fmla="*/ 15516 h 15515"/>
                  <a:gd name="connsiteX2" fmla="*/ 0 w 15515"/>
                  <a:gd name="connsiteY2" fmla="*/ 7758 h 15515"/>
                  <a:gd name="connsiteX3" fmla="*/ 7758 w 15515"/>
                  <a:gd name="connsiteY3" fmla="*/ 0 h 15515"/>
                  <a:gd name="connsiteX4" fmla="*/ 15516 w 15515"/>
                  <a:gd name="connsiteY4" fmla="*/ 7758 h 1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15" h="15515">
                    <a:moveTo>
                      <a:pt x="15516" y="7758"/>
                    </a:moveTo>
                    <a:cubicBezTo>
                      <a:pt x="15516" y="12042"/>
                      <a:pt x="12042" y="15516"/>
                      <a:pt x="7758" y="15516"/>
                    </a:cubicBezTo>
                    <a:cubicBezTo>
                      <a:pt x="3473" y="15516"/>
                      <a:pt x="0" y="12042"/>
                      <a:pt x="0" y="7758"/>
                    </a:cubicBezTo>
                    <a:cubicBezTo>
                      <a:pt x="0" y="3473"/>
                      <a:pt x="3473" y="0"/>
                      <a:pt x="7758" y="0"/>
                    </a:cubicBezTo>
                    <a:cubicBezTo>
                      <a:pt x="12042" y="0"/>
                      <a:pt x="15516" y="3473"/>
                      <a:pt x="15516" y="7758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52" name="Forme libre : forme 26851">
                <a:extLst>
                  <a:ext uri="{FF2B5EF4-FFF2-40B4-BE49-F238E27FC236}">
                    <a16:creationId xmlns:a16="http://schemas.microsoft.com/office/drawing/2014/main" id="{CD269363-C8E4-4B6E-B2FF-83A69DE2DDF9}"/>
                  </a:ext>
                </a:extLst>
              </p:cNvPr>
              <p:cNvSpPr/>
              <p:nvPr/>
            </p:nvSpPr>
            <p:spPr>
              <a:xfrm>
                <a:off x="6024050" y="1611962"/>
                <a:ext cx="19860" cy="19860"/>
              </a:xfrm>
              <a:custGeom>
                <a:avLst/>
                <a:gdLst>
                  <a:gd name="connsiteX0" fmla="*/ 19860 w 19860"/>
                  <a:gd name="connsiteY0" fmla="*/ 9930 h 19860"/>
                  <a:gd name="connsiteX1" fmla="*/ 9930 w 19860"/>
                  <a:gd name="connsiteY1" fmla="*/ 19860 h 19860"/>
                  <a:gd name="connsiteX2" fmla="*/ 0 w 19860"/>
                  <a:gd name="connsiteY2" fmla="*/ 9930 h 19860"/>
                  <a:gd name="connsiteX3" fmla="*/ 9930 w 19860"/>
                  <a:gd name="connsiteY3" fmla="*/ 0 h 19860"/>
                  <a:gd name="connsiteX4" fmla="*/ 19860 w 19860"/>
                  <a:gd name="connsiteY4" fmla="*/ 9930 h 19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60" h="19860">
                    <a:moveTo>
                      <a:pt x="19860" y="9930"/>
                    </a:moveTo>
                    <a:cubicBezTo>
                      <a:pt x="19860" y="15414"/>
                      <a:pt x="15414" y="19860"/>
                      <a:pt x="9930" y="19860"/>
                    </a:cubicBezTo>
                    <a:cubicBezTo>
                      <a:pt x="4446" y="19860"/>
                      <a:pt x="0" y="15414"/>
                      <a:pt x="0" y="9930"/>
                    </a:cubicBezTo>
                    <a:cubicBezTo>
                      <a:pt x="0" y="4446"/>
                      <a:pt x="4446" y="0"/>
                      <a:pt x="9930" y="0"/>
                    </a:cubicBezTo>
                    <a:cubicBezTo>
                      <a:pt x="15414" y="0"/>
                      <a:pt x="19860" y="4446"/>
                      <a:pt x="19860" y="9930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53" name="Forme libre : forme 26852">
                <a:extLst>
                  <a:ext uri="{FF2B5EF4-FFF2-40B4-BE49-F238E27FC236}">
                    <a16:creationId xmlns:a16="http://schemas.microsoft.com/office/drawing/2014/main" id="{6C338E2E-1CBE-402D-9CFC-D9C1C981FF36}"/>
                  </a:ext>
                </a:extLst>
              </p:cNvPr>
              <p:cNvSpPr/>
              <p:nvPr/>
            </p:nvSpPr>
            <p:spPr>
              <a:xfrm>
                <a:off x="6028838" y="1604248"/>
                <a:ext cx="14717" cy="14717"/>
              </a:xfrm>
              <a:custGeom>
                <a:avLst/>
                <a:gdLst>
                  <a:gd name="connsiteX0" fmla="*/ 14718 w 14717"/>
                  <a:gd name="connsiteY0" fmla="*/ 7359 h 14717"/>
                  <a:gd name="connsiteX1" fmla="*/ 7359 w 14717"/>
                  <a:gd name="connsiteY1" fmla="*/ 14718 h 14717"/>
                  <a:gd name="connsiteX2" fmla="*/ 0 w 14717"/>
                  <a:gd name="connsiteY2" fmla="*/ 7359 h 14717"/>
                  <a:gd name="connsiteX3" fmla="*/ 7359 w 14717"/>
                  <a:gd name="connsiteY3" fmla="*/ 0 h 14717"/>
                  <a:gd name="connsiteX4" fmla="*/ 14718 w 14717"/>
                  <a:gd name="connsiteY4" fmla="*/ 7359 h 14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17" h="14717">
                    <a:moveTo>
                      <a:pt x="14718" y="7359"/>
                    </a:moveTo>
                    <a:cubicBezTo>
                      <a:pt x="14718" y="11423"/>
                      <a:pt x="11423" y="14718"/>
                      <a:pt x="7359" y="14718"/>
                    </a:cubicBezTo>
                    <a:cubicBezTo>
                      <a:pt x="3295" y="14718"/>
                      <a:pt x="0" y="11423"/>
                      <a:pt x="0" y="7359"/>
                    </a:cubicBezTo>
                    <a:cubicBezTo>
                      <a:pt x="0" y="3295"/>
                      <a:pt x="3295" y="0"/>
                      <a:pt x="7359" y="0"/>
                    </a:cubicBezTo>
                    <a:cubicBezTo>
                      <a:pt x="11423" y="0"/>
                      <a:pt x="14718" y="3295"/>
                      <a:pt x="14718" y="7359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54" name="Forme libre : forme 26853">
                <a:extLst>
                  <a:ext uri="{FF2B5EF4-FFF2-40B4-BE49-F238E27FC236}">
                    <a16:creationId xmlns:a16="http://schemas.microsoft.com/office/drawing/2014/main" id="{3FB269EC-D37C-48E3-921F-D2569D5C823C}"/>
                  </a:ext>
                </a:extLst>
              </p:cNvPr>
              <p:cNvSpPr/>
              <p:nvPr/>
            </p:nvSpPr>
            <p:spPr>
              <a:xfrm>
                <a:off x="6042093" y="1597200"/>
                <a:ext cx="14008" cy="14008"/>
              </a:xfrm>
              <a:custGeom>
                <a:avLst/>
                <a:gdLst>
                  <a:gd name="connsiteX0" fmla="*/ 14009 w 14008"/>
                  <a:gd name="connsiteY0" fmla="*/ 7004 h 14008"/>
                  <a:gd name="connsiteX1" fmla="*/ 7004 w 14008"/>
                  <a:gd name="connsiteY1" fmla="*/ 14009 h 14008"/>
                  <a:gd name="connsiteX2" fmla="*/ 0 w 14008"/>
                  <a:gd name="connsiteY2" fmla="*/ 7004 h 14008"/>
                  <a:gd name="connsiteX3" fmla="*/ 7004 w 14008"/>
                  <a:gd name="connsiteY3" fmla="*/ 0 h 14008"/>
                  <a:gd name="connsiteX4" fmla="*/ 14009 w 14008"/>
                  <a:gd name="connsiteY4" fmla="*/ 7004 h 14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08" h="14008">
                    <a:moveTo>
                      <a:pt x="14009" y="7004"/>
                    </a:moveTo>
                    <a:cubicBezTo>
                      <a:pt x="14009" y="10873"/>
                      <a:pt x="10873" y="14009"/>
                      <a:pt x="7004" y="14009"/>
                    </a:cubicBezTo>
                    <a:cubicBezTo>
                      <a:pt x="3136" y="14009"/>
                      <a:pt x="0" y="10873"/>
                      <a:pt x="0" y="7004"/>
                    </a:cubicBezTo>
                    <a:cubicBezTo>
                      <a:pt x="0" y="3136"/>
                      <a:pt x="3136" y="0"/>
                      <a:pt x="7004" y="0"/>
                    </a:cubicBezTo>
                    <a:cubicBezTo>
                      <a:pt x="10873" y="0"/>
                      <a:pt x="14009" y="3136"/>
                      <a:pt x="14009" y="7004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55" name="Forme libre : forme 26854">
                <a:extLst>
                  <a:ext uri="{FF2B5EF4-FFF2-40B4-BE49-F238E27FC236}">
                    <a16:creationId xmlns:a16="http://schemas.microsoft.com/office/drawing/2014/main" id="{9FFD445C-9472-4C3C-9EBD-D2ED94EFCAB2}"/>
                  </a:ext>
                </a:extLst>
              </p:cNvPr>
              <p:cNvSpPr/>
              <p:nvPr/>
            </p:nvSpPr>
            <p:spPr>
              <a:xfrm>
                <a:off x="6029946" y="1593565"/>
                <a:ext cx="12501" cy="12501"/>
              </a:xfrm>
              <a:custGeom>
                <a:avLst/>
                <a:gdLst>
                  <a:gd name="connsiteX0" fmla="*/ 12501 w 12501"/>
                  <a:gd name="connsiteY0" fmla="*/ 6251 h 12501"/>
                  <a:gd name="connsiteX1" fmla="*/ 6251 w 12501"/>
                  <a:gd name="connsiteY1" fmla="*/ 12501 h 12501"/>
                  <a:gd name="connsiteX2" fmla="*/ 0 w 12501"/>
                  <a:gd name="connsiteY2" fmla="*/ 6251 h 12501"/>
                  <a:gd name="connsiteX3" fmla="*/ 6251 w 12501"/>
                  <a:gd name="connsiteY3" fmla="*/ 0 h 12501"/>
                  <a:gd name="connsiteX4" fmla="*/ 12501 w 12501"/>
                  <a:gd name="connsiteY4" fmla="*/ 6251 h 12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1" h="12501">
                    <a:moveTo>
                      <a:pt x="12501" y="6251"/>
                    </a:moveTo>
                    <a:cubicBezTo>
                      <a:pt x="12501" y="9703"/>
                      <a:pt x="9703" y="12501"/>
                      <a:pt x="6251" y="12501"/>
                    </a:cubicBezTo>
                    <a:cubicBezTo>
                      <a:pt x="2799" y="12501"/>
                      <a:pt x="0" y="9703"/>
                      <a:pt x="0" y="6251"/>
                    </a:cubicBezTo>
                    <a:cubicBezTo>
                      <a:pt x="0" y="2799"/>
                      <a:pt x="2799" y="0"/>
                      <a:pt x="6251" y="0"/>
                    </a:cubicBezTo>
                    <a:cubicBezTo>
                      <a:pt x="9703" y="0"/>
                      <a:pt x="12501" y="2799"/>
                      <a:pt x="12501" y="6251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56" name="Forme libre : forme 26855">
                <a:extLst>
                  <a:ext uri="{FF2B5EF4-FFF2-40B4-BE49-F238E27FC236}">
                    <a16:creationId xmlns:a16="http://schemas.microsoft.com/office/drawing/2014/main" id="{589DC372-1C5E-47DF-9DB2-A75DCEA0B828}"/>
                  </a:ext>
                </a:extLst>
              </p:cNvPr>
              <p:cNvSpPr/>
              <p:nvPr/>
            </p:nvSpPr>
            <p:spPr>
              <a:xfrm>
                <a:off x="6012613" y="1590240"/>
                <a:ext cx="10284" cy="10284"/>
              </a:xfrm>
              <a:custGeom>
                <a:avLst/>
                <a:gdLst>
                  <a:gd name="connsiteX0" fmla="*/ 10285 w 10284"/>
                  <a:gd name="connsiteY0" fmla="*/ 5142 h 10284"/>
                  <a:gd name="connsiteX1" fmla="*/ 5142 w 10284"/>
                  <a:gd name="connsiteY1" fmla="*/ 10285 h 10284"/>
                  <a:gd name="connsiteX2" fmla="*/ 0 w 10284"/>
                  <a:gd name="connsiteY2" fmla="*/ 5142 h 10284"/>
                  <a:gd name="connsiteX3" fmla="*/ 5142 w 10284"/>
                  <a:gd name="connsiteY3" fmla="*/ 0 h 10284"/>
                  <a:gd name="connsiteX4" fmla="*/ 10285 w 10284"/>
                  <a:gd name="connsiteY4" fmla="*/ 5142 h 10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4" h="10284">
                    <a:moveTo>
                      <a:pt x="10285" y="5142"/>
                    </a:moveTo>
                    <a:cubicBezTo>
                      <a:pt x="10285" y="7983"/>
                      <a:pt x="7983" y="10285"/>
                      <a:pt x="5142" y="10285"/>
                    </a:cubicBezTo>
                    <a:cubicBezTo>
                      <a:pt x="2302" y="10285"/>
                      <a:pt x="0" y="7983"/>
                      <a:pt x="0" y="5142"/>
                    </a:cubicBezTo>
                    <a:cubicBezTo>
                      <a:pt x="0" y="2302"/>
                      <a:pt x="2302" y="0"/>
                      <a:pt x="5142" y="0"/>
                    </a:cubicBezTo>
                    <a:cubicBezTo>
                      <a:pt x="7983" y="0"/>
                      <a:pt x="10285" y="2302"/>
                      <a:pt x="10285" y="5142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57" name="Forme libre : forme 26856">
                <a:extLst>
                  <a:ext uri="{FF2B5EF4-FFF2-40B4-BE49-F238E27FC236}">
                    <a16:creationId xmlns:a16="http://schemas.microsoft.com/office/drawing/2014/main" id="{9CF56CEC-3F54-472C-B7FB-76E68164101D}"/>
                  </a:ext>
                </a:extLst>
              </p:cNvPr>
              <p:cNvSpPr/>
              <p:nvPr/>
            </p:nvSpPr>
            <p:spPr>
              <a:xfrm>
                <a:off x="6024006" y="1585408"/>
                <a:ext cx="6649" cy="6649"/>
              </a:xfrm>
              <a:custGeom>
                <a:avLst/>
                <a:gdLst>
                  <a:gd name="connsiteX0" fmla="*/ 6650 w 6649"/>
                  <a:gd name="connsiteY0" fmla="*/ 3325 h 6649"/>
                  <a:gd name="connsiteX1" fmla="*/ 3325 w 6649"/>
                  <a:gd name="connsiteY1" fmla="*/ 6650 h 6649"/>
                  <a:gd name="connsiteX2" fmla="*/ 0 w 6649"/>
                  <a:gd name="connsiteY2" fmla="*/ 3325 h 6649"/>
                  <a:gd name="connsiteX3" fmla="*/ 3325 w 6649"/>
                  <a:gd name="connsiteY3" fmla="*/ 0 h 6649"/>
                  <a:gd name="connsiteX4" fmla="*/ 6650 w 6649"/>
                  <a:gd name="connsiteY4" fmla="*/ 3325 h 6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49" h="6649">
                    <a:moveTo>
                      <a:pt x="6650" y="3325"/>
                    </a:moveTo>
                    <a:cubicBezTo>
                      <a:pt x="6650" y="5161"/>
                      <a:pt x="5161" y="6650"/>
                      <a:pt x="3325" y="6650"/>
                    </a:cubicBezTo>
                    <a:cubicBezTo>
                      <a:pt x="1489" y="6650"/>
                      <a:pt x="0" y="5161"/>
                      <a:pt x="0" y="3325"/>
                    </a:cubicBezTo>
                    <a:cubicBezTo>
                      <a:pt x="0" y="1489"/>
                      <a:pt x="1489" y="0"/>
                      <a:pt x="3325" y="0"/>
                    </a:cubicBezTo>
                    <a:cubicBezTo>
                      <a:pt x="5161" y="0"/>
                      <a:pt x="6650" y="1489"/>
                      <a:pt x="6650" y="3325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58" name="Forme libre : forme 26857">
                <a:extLst>
                  <a:ext uri="{FF2B5EF4-FFF2-40B4-BE49-F238E27FC236}">
                    <a16:creationId xmlns:a16="http://schemas.microsoft.com/office/drawing/2014/main" id="{85B1A8E2-6C8E-49AA-930F-5325F016FE55}"/>
                  </a:ext>
                </a:extLst>
              </p:cNvPr>
              <p:cNvSpPr/>
              <p:nvPr/>
            </p:nvSpPr>
            <p:spPr>
              <a:xfrm>
                <a:off x="6024361" y="1602386"/>
                <a:ext cx="4433" cy="4433"/>
              </a:xfrm>
              <a:custGeom>
                <a:avLst/>
                <a:gdLst>
                  <a:gd name="connsiteX0" fmla="*/ 4433 w 4433"/>
                  <a:gd name="connsiteY0" fmla="*/ 2217 h 4433"/>
                  <a:gd name="connsiteX1" fmla="*/ 2217 w 4433"/>
                  <a:gd name="connsiteY1" fmla="*/ 4433 h 4433"/>
                  <a:gd name="connsiteX2" fmla="*/ 0 w 4433"/>
                  <a:gd name="connsiteY2" fmla="*/ 2217 h 4433"/>
                  <a:gd name="connsiteX3" fmla="*/ 2217 w 4433"/>
                  <a:gd name="connsiteY3" fmla="*/ 0 h 4433"/>
                  <a:gd name="connsiteX4" fmla="*/ 4433 w 4433"/>
                  <a:gd name="connsiteY4" fmla="*/ 2217 h 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3" h="4433">
                    <a:moveTo>
                      <a:pt x="4433" y="2217"/>
                    </a:moveTo>
                    <a:cubicBezTo>
                      <a:pt x="4433" y="3441"/>
                      <a:pt x="3441" y="4433"/>
                      <a:pt x="2217" y="4433"/>
                    </a:cubicBezTo>
                    <a:cubicBezTo>
                      <a:pt x="992" y="4433"/>
                      <a:pt x="0" y="3441"/>
                      <a:pt x="0" y="2217"/>
                    </a:cubicBezTo>
                    <a:cubicBezTo>
                      <a:pt x="0" y="992"/>
                      <a:pt x="992" y="0"/>
                      <a:pt x="2217" y="0"/>
                    </a:cubicBezTo>
                    <a:cubicBezTo>
                      <a:pt x="3441" y="0"/>
                      <a:pt x="4433" y="992"/>
                      <a:pt x="4433" y="2217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59" name="Forme libre : forme 26858">
                <a:extLst>
                  <a:ext uri="{FF2B5EF4-FFF2-40B4-BE49-F238E27FC236}">
                    <a16:creationId xmlns:a16="http://schemas.microsoft.com/office/drawing/2014/main" id="{6C7BA3C3-5FD9-49AC-AAC1-27A8AE024CA8}"/>
                  </a:ext>
                </a:extLst>
              </p:cNvPr>
              <p:cNvSpPr/>
              <p:nvPr/>
            </p:nvSpPr>
            <p:spPr>
              <a:xfrm>
                <a:off x="6001530" y="1567720"/>
                <a:ext cx="13299" cy="13299"/>
              </a:xfrm>
              <a:custGeom>
                <a:avLst/>
                <a:gdLst>
                  <a:gd name="connsiteX0" fmla="*/ 13299 w 13299"/>
                  <a:gd name="connsiteY0" fmla="*/ 6650 h 13299"/>
                  <a:gd name="connsiteX1" fmla="*/ 6650 w 13299"/>
                  <a:gd name="connsiteY1" fmla="*/ 13299 h 13299"/>
                  <a:gd name="connsiteX2" fmla="*/ 0 w 13299"/>
                  <a:gd name="connsiteY2" fmla="*/ 6650 h 13299"/>
                  <a:gd name="connsiteX3" fmla="*/ 6650 w 13299"/>
                  <a:gd name="connsiteY3" fmla="*/ 0 h 13299"/>
                  <a:gd name="connsiteX4" fmla="*/ 13299 w 13299"/>
                  <a:gd name="connsiteY4" fmla="*/ 6650 h 13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99" h="13299">
                    <a:moveTo>
                      <a:pt x="13299" y="6650"/>
                    </a:moveTo>
                    <a:cubicBezTo>
                      <a:pt x="13299" y="10322"/>
                      <a:pt x="10322" y="13299"/>
                      <a:pt x="6650" y="13299"/>
                    </a:cubicBezTo>
                    <a:cubicBezTo>
                      <a:pt x="2977" y="13299"/>
                      <a:pt x="0" y="10322"/>
                      <a:pt x="0" y="6650"/>
                    </a:cubicBezTo>
                    <a:cubicBezTo>
                      <a:pt x="0" y="2977"/>
                      <a:pt x="2977" y="0"/>
                      <a:pt x="6650" y="0"/>
                    </a:cubicBezTo>
                    <a:cubicBezTo>
                      <a:pt x="10322" y="0"/>
                      <a:pt x="13299" y="2977"/>
                      <a:pt x="13299" y="6650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60" name="Forme libre : forme 26859">
                <a:extLst>
                  <a:ext uri="{FF2B5EF4-FFF2-40B4-BE49-F238E27FC236}">
                    <a16:creationId xmlns:a16="http://schemas.microsoft.com/office/drawing/2014/main" id="{6F2FE68F-F1D5-4011-8307-C818965056DB}"/>
                  </a:ext>
                </a:extLst>
              </p:cNvPr>
              <p:cNvSpPr/>
              <p:nvPr/>
            </p:nvSpPr>
            <p:spPr>
              <a:xfrm>
                <a:off x="5993772" y="1589841"/>
                <a:ext cx="13653" cy="13653"/>
              </a:xfrm>
              <a:custGeom>
                <a:avLst/>
                <a:gdLst>
                  <a:gd name="connsiteX0" fmla="*/ 13654 w 13653"/>
                  <a:gd name="connsiteY0" fmla="*/ 6827 h 13653"/>
                  <a:gd name="connsiteX1" fmla="*/ 6827 w 13653"/>
                  <a:gd name="connsiteY1" fmla="*/ 13654 h 13653"/>
                  <a:gd name="connsiteX2" fmla="*/ 0 w 13653"/>
                  <a:gd name="connsiteY2" fmla="*/ 6827 h 13653"/>
                  <a:gd name="connsiteX3" fmla="*/ 6827 w 13653"/>
                  <a:gd name="connsiteY3" fmla="*/ 0 h 13653"/>
                  <a:gd name="connsiteX4" fmla="*/ 13654 w 13653"/>
                  <a:gd name="connsiteY4" fmla="*/ 6827 h 13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53" h="13653">
                    <a:moveTo>
                      <a:pt x="13654" y="6827"/>
                    </a:moveTo>
                    <a:cubicBezTo>
                      <a:pt x="13654" y="10597"/>
                      <a:pt x="10597" y="13654"/>
                      <a:pt x="6827" y="13654"/>
                    </a:cubicBezTo>
                    <a:cubicBezTo>
                      <a:pt x="3056" y="13654"/>
                      <a:pt x="0" y="10597"/>
                      <a:pt x="0" y="6827"/>
                    </a:cubicBezTo>
                    <a:cubicBezTo>
                      <a:pt x="0" y="3057"/>
                      <a:pt x="3056" y="0"/>
                      <a:pt x="6827" y="0"/>
                    </a:cubicBezTo>
                    <a:cubicBezTo>
                      <a:pt x="10597" y="0"/>
                      <a:pt x="13654" y="3057"/>
                      <a:pt x="13654" y="6827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61" name="Forme libre : forme 26860">
                <a:extLst>
                  <a:ext uri="{FF2B5EF4-FFF2-40B4-BE49-F238E27FC236}">
                    <a16:creationId xmlns:a16="http://schemas.microsoft.com/office/drawing/2014/main" id="{65073534-CC79-48F1-8BEC-506650F423D5}"/>
                  </a:ext>
                </a:extLst>
              </p:cNvPr>
              <p:cNvSpPr/>
              <p:nvPr/>
            </p:nvSpPr>
            <p:spPr>
              <a:xfrm>
                <a:off x="6013721" y="1605711"/>
                <a:ext cx="7713" cy="7713"/>
              </a:xfrm>
              <a:custGeom>
                <a:avLst/>
                <a:gdLst>
                  <a:gd name="connsiteX0" fmla="*/ 7714 w 7713"/>
                  <a:gd name="connsiteY0" fmla="*/ 3857 h 7713"/>
                  <a:gd name="connsiteX1" fmla="*/ 3857 w 7713"/>
                  <a:gd name="connsiteY1" fmla="*/ 7714 h 7713"/>
                  <a:gd name="connsiteX2" fmla="*/ 0 w 7713"/>
                  <a:gd name="connsiteY2" fmla="*/ 3857 h 7713"/>
                  <a:gd name="connsiteX3" fmla="*/ 3857 w 7713"/>
                  <a:gd name="connsiteY3" fmla="*/ 0 h 7713"/>
                  <a:gd name="connsiteX4" fmla="*/ 7714 w 7713"/>
                  <a:gd name="connsiteY4" fmla="*/ 3857 h 7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13" h="7713">
                    <a:moveTo>
                      <a:pt x="7714" y="3857"/>
                    </a:moveTo>
                    <a:cubicBezTo>
                      <a:pt x="7714" y="5987"/>
                      <a:pt x="5987" y="7714"/>
                      <a:pt x="3857" y="7714"/>
                    </a:cubicBezTo>
                    <a:cubicBezTo>
                      <a:pt x="1727" y="7714"/>
                      <a:pt x="0" y="5987"/>
                      <a:pt x="0" y="3857"/>
                    </a:cubicBezTo>
                    <a:cubicBezTo>
                      <a:pt x="0" y="1727"/>
                      <a:pt x="1727" y="0"/>
                      <a:pt x="3857" y="0"/>
                    </a:cubicBezTo>
                    <a:cubicBezTo>
                      <a:pt x="5987" y="0"/>
                      <a:pt x="7714" y="1727"/>
                      <a:pt x="7714" y="3857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62" name="Forme libre : forme 26861">
                <a:extLst>
                  <a:ext uri="{FF2B5EF4-FFF2-40B4-BE49-F238E27FC236}">
                    <a16:creationId xmlns:a16="http://schemas.microsoft.com/office/drawing/2014/main" id="{EAB1C44D-5CA1-46CE-AEAA-81F62CD73772}"/>
                  </a:ext>
                </a:extLst>
              </p:cNvPr>
              <p:cNvSpPr/>
              <p:nvPr/>
            </p:nvSpPr>
            <p:spPr>
              <a:xfrm>
                <a:off x="5984197" y="1573616"/>
                <a:ext cx="10728" cy="10728"/>
              </a:xfrm>
              <a:custGeom>
                <a:avLst/>
                <a:gdLst>
                  <a:gd name="connsiteX0" fmla="*/ 10728 w 10728"/>
                  <a:gd name="connsiteY0" fmla="*/ 5364 h 10728"/>
                  <a:gd name="connsiteX1" fmla="*/ 5364 w 10728"/>
                  <a:gd name="connsiteY1" fmla="*/ 10728 h 10728"/>
                  <a:gd name="connsiteX2" fmla="*/ 0 w 10728"/>
                  <a:gd name="connsiteY2" fmla="*/ 5364 h 10728"/>
                  <a:gd name="connsiteX3" fmla="*/ 5364 w 10728"/>
                  <a:gd name="connsiteY3" fmla="*/ 0 h 10728"/>
                  <a:gd name="connsiteX4" fmla="*/ 10728 w 10728"/>
                  <a:gd name="connsiteY4" fmla="*/ 5364 h 1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28" h="10728">
                    <a:moveTo>
                      <a:pt x="10728" y="5364"/>
                    </a:moveTo>
                    <a:cubicBezTo>
                      <a:pt x="10728" y="8327"/>
                      <a:pt x="8327" y="10728"/>
                      <a:pt x="5364" y="10728"/>
                    </a:cubicBezTo>
                    <a:cubicBezTo>
                      <a:pt x="2402" y="10728"/>
                      <a:pt x="0" y="8326"/>
                      <a:pt x="0" y="5364"/>
                    </a:cubicBezTo>
                    <a:cubicBezTo>
                      <a:pt x="0" y="2401"/>
                      <a:pt x="2402" y="0"/>
                      <a:pt x="5364" y="0"/>
                    </a:cubicBezTo>
                    <a:cubicBezTo>
                      <a:pt x="8327" y="0"/>
                      <a:pt x="10728" y="2402"/>
                      <a:pt x="10728" y="5364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63" name="Forme libre : forme 26862">
                <a:extLst>
                  <a:ext uri="{FF2B5EF4-FFF2-40B4-BE49-F238E27FC236}">
                    <a16:creationId xmlns:a16="http://schemas.microsoft.com/office/drawing/2014/main" id="{916EF4E8-EED0-49DE-B191-61116F5EA4A8}"/>
                  </a:ext>
                </a:extLst>
              </p:cNvPr>
              <p:cNvSpPr/>
              <p:nvPr/>
            </p:nvSpPr>
            <p:spPr>
              <a:xfrm>
                <a:off x="5988630" y="1559651"/>
                <a:ext cx="7713" cy="7713"/>
              </a:xfrm>
              <a:custGeom>
                <a:avLst/>
                <a:gdLst>
                  <a:gd name="connsiteX0" fmla="*/ 7714 w 7713"/>
                  <a:gd name="connsiteY0" fmla="*/ 3857 h 7713"/>
                  <a:gd name="connsiteX1" fmla="*/ 3857 w 7713"/>
                  <a:gd name="connsiteY1" fmla="*/ 7714 h 7713"/>
                  <a:gd name="connsiteX2" fmla="*/ 0 w 7713"/>
                  <a:gd name="connsiteY2" fmla="*/ 3857 h 7713"/>
                  <a:gd name="connsiteX3" fmla="*/ 3857 w 7713"/>
                  <a:gd name="connsiteY3" fmla="*/ 0 h 7713"/>
                  <a:gd name="connsiteX4" fmla="*/ 7714 w 7713"/>
                  <a:gd name="connsiteY4" fmla="*/ 3857 h 7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13" h="7713">
                    <a:moveTo>
                      <a:pt x="7714" y="3857"/>
                    </a:moveTo>
                    <a:cubicBezTo>
                      <a:pt x="7714" y="5987"/>
                      <a:pt x="5987" y="7714"/>
                      <a:pt x="3857" y="7714"/>
                    </a:cubicBezTo>
                    <a:cubicBezTo>
                      <a:pt x="1727" y="7714"/>
                      <a:pt x="0" y="5987"/>
                      <a:pt x="0" y="3857"/>
                    </a:cubicBezTo>
                    <a:cubicBezTo>
                      <a:pt x="0" y="1727"/>
                      <a:pt x="1727" y="0"/>
                      <a:pt x="3857" y="0"/>
                    </a:cubicBezTo>
                    <a:cubicBezTo>
                      <a:pt x="5987" y="0"/>
                      <a:pt x="7714" y="1727"/>
                      <a:pt x="7714" y="3857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64" name="Forme libre : forme 26863">
                <a:extLst>
                  <a:ext uri="{FF2B5EF4-FFF2-40B4-BE49-F238E27FC236}">
                    <a16:creationId xmlns:a16="http://schemas.microsoft.com/office/drawing/2014/main" id="{FBD215B3-F32C-402C-8674-B5A667F989C4}"/>
                  </a:ext>
                </a:extLst>
              </p:cNvPr>
              <p:cNvSpPr/>
              <p:nvPr/>
            </p:nvSpPr>
            <p:spPr>
              <a:xfrm>
                <a:off x="5973868" y="1559962"/>
                <a:ext cx="8866" cy="8866"/>
              </a:xfrm>
              <a:custGeom>
                <a:avLst/>
                <a:gdLst>
                  <a:gd name="connsiteX0" fmla="*/ 8866 w 8866"/>
                  <a:gd name="connsiteY0" fmla="*/ 4433 h 8866"/>
                  <a:gd name="connsiteX1" fmla="*/ 4433 w 8866"/>
                  <a:gd name="connsiteY1" fmla="*/ 8866 h 8866"/>
                  <a:gd name="connsiteX2" fmla="*/ 0 w 8866"/>
                  <a:gd name="connsiteY2" fmla="*/ 4433 h 8866"/>
                  <a:gd name="connsiteX3" fmla="*/ 4433 w 8866"/>
                  <a:gd name="connsiteY3" fmla="*/ 0 h 8866"/>
                  <a:gd name="connsiteX4" fmla="*/ 8866 w 8866"/>
                  <a:gd name="connsiteY4" fmla="*/ 4433 h 8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66" h="8866">
                    <a:moveTo>
                      <a:pt x="8866" y="4433"/>
                    </a:moveTo>
                    <a:cubicBezTo>
                      <a:pt x="8866" y="6881"/>
                      <a:pt x="6881" y="8866"/>
                      <a:pt x="4433" y="8866"/>
                    </a:cubicBezTo>
                    <a:cubicBezTo>
                      <a:pt x="1985" y="8866"/>
                      <a:pt x="0" y="6881"/>
                      <a:pt x="0" y="4433"/>
                    </a:cubicBezTo>
                    <a:cubicBezTo>
                      <a:pt x="0" y="1985"/>
                      <a:pt x="1985" y="0"/>
                      <a:pt x="4433" y="0"/>
                    </a:cubicBezTo>
                    <a:cubicBezTo>
                      <a:pt x="6881" y="0"/>
                      <a:pt x="8866" y="1985"/>
                      <a:pt x="8866" y="4433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65" name="Forme libre : forme 26864">
                <a:extLst>
                  <a:ext uri="{FF2B5EF4-FFF2-40B4-BE49-F238E27FC236}">
                    <a16:creationId xmlns:a16="http://schemas.microsoft.com/office/drawing/2014/main" id="{71C0A4F1-DA66-4953-A62F-116241180164}"/>
                  </a:ext>
                </a:extLst>
              </p:cNvPr>
              <p:cNvSpPr/>
              <p:nvPr/>
            </p:nvSpPr>
            <p:spPr>
              <a:xfrm>
                <a:off x="5973513" y="1588378"/>
                <a:ext cx="11082" cy="11082"/>
              </a:xfrm>
              <a:custGeom>
                <a:avLst/>
                <a:gdLst>
                  <a:gd name="connsiteX0" fmla="*/ 11083 w 11082"/>
                  <a:gd name="connsiteY0" fmla="*/ 5541 h 11082"/>
                  <a:gd name="connsiteX1" fmla="*/ 5541 w 11082"/>
                  <a:gd name="connsiteY1" fmla="*/ 11083 h 11082"/>
                  <a:gd name="connsiteX2" fmla="*/ 0 w 11082"/>
                  <a:gd name="connsiteY2" fmla="*/ 5541 h 11082"/>
                  <a:gd name="connsiteX3" fmla="*/ 5541 w 11082"/>
                  <a:gd name="connsiteY3" fmla="*/ 0 h 11082"/>
                  <a:gd name="connsiteX4" fmla="*/ 11083 w 11082"/>
                  <a:gd name="connsiteY4" fmla="*/ 5541 h 1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2" h="11082">
                    <a:moveTo>
                      <a:pt x="11083" y="5541"/>
                    </a:moveTo>
                    <a:cubicBezTo>
                      <a:pt x="11083" y="8602"/>
                      <a:pt x="8602" y="11083"/>
                      <a:pt x="5541" y="11083"/>
                    </a:cubicBezTo>
                    <a:cubicBezTo>
                      <a:pt x="2481" y="11083"/>
                      <a:pt x="0" y="8602"/>
                      <a:pt x="0" y="5541"/>
                    </a:cubicBezTo>
                    <a:cubicBezTo>
                      <a:pt x="0" y="2481"/>
                      <a:pt x="2481" y="0"/>
                      <a:pt x="5541" y="0"/>
                    </a:cubicBezTo>
                    <a:cubicBezTo>
                      <a:pt x="8602" y="0"/>
                      <a:pt x="11083" y="2481"/>
                      <a:pt x="11083" y="5541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66" name="Forme libre : forme 26865">
                <a:extLst>
                  <a:ext uri="{FF2B5EF4-FFF2-40B4-BE49-F238E27FC236}">
                    <a16:creationId xmlns:a16="http://schemas.microsoft.com/office/drawing/2014/main" id="{DA501B34-594D-4FA7-8857-35222E24D78B}"/>
                  </a:ext>
                </a:extLst>
              </p:cNvPr>
              <p:cNvSpPr/>
              <p:nvPr/>
            </p:nvSpPr>
            <p:spPr>
              <a:xfrm>
                <a:off x="5988630" y="1600170"/>
                <a:ext cx="4078" cy="4078"/>
              </a:xfrm>
              <a:custGeom>
                <a:avLst/>
                <a:gdLst>
                  <a:gd name="connsiteX0" fmla="*/ 4079 w 4078"/>
                  <a:gd name="connsiteY0" fmla="*/ 2039 h 4078"/>
                  <a:gd name="connsiteX1" fmla="*/ 2039 w 4078"/>
                  <a:gd name="connsiteY1" fmla="*/ 4078 h 4078"/>
                  <a:gd name="connsiteX2" fmla="*/ 0 w 4078"/>
                  <a:gd name="connsiteY2" fmla="*/ 2039 h 4078"/>
                  <a:gd name="connsiteX3" fmla="*/ 2039 w 4078"/>
                  <a:gd name="connsiteY3" fmla="*/ 0 h 4078"/>
                  <a:gd name="connsiteX4" fmla="*/ 4079 w 4078"/>
                  <a:gd name="connsiteY4" fmla="*/ 2039 h 4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8" h="4078">
                    <a:moveTo>
                      <a:pt x="4079" y="2039"/>
                    </a:moveTo>
                    <a:cubicBezTo>
                      <a:pt x="4079" y="3166"/>
                      <a:pt x="3165" y="4078"/>
                      <a:pt x="2039" y="4078"/>
                    </a:cubicBezTo>
                    <a:cubicBezTo>
                      <a:pt x="913" y="4078"/>
                      <a:pt x="0" y="3165"/>
                      <a:pt x="0" y="2039"/>
                    </a:cubicBezTo>
                    <a:cubicBezTo>
                      <a:pt x="0" y="913"/>
                      <a:pt x="913" y="0"/>
                      <a:pt x="2039" y="0"/>
                    </a:cubicBezTo>
                    <a:cubicBezTo>
                      <a:pt x="3166" y="0"/>
                      <a:pt x="4079" y="913"/>
                      <a:pt x="4079" y="2039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67" name="Forme libre : forme 26866">
                <a:extLst>
                  <a:ext uri="{FF2B5EF4-FFF2-40B4-BE49-F238E27FC236}">
                    <a16:creationId xmlns:a16="http://schemas.microsoft.com/office/drawing/2014/main" id="{C7E56545-F8F0-47C6-8C2A-B1DF3A572E53}"/>
                  </a:ext>
                </a:extLst>
              </p:cNvPr>
              <p:cNvSpPr/>
              <p:nvPr/>
            </p:nvSpPr>
            <p:spPr>
              <a:xfrm>
                <a:off x="6005963" y="1577694"/>
                <a:ext cx="10284" cy="10284"/>
              </a:xfrm>
              <a:custGeom>
                <a:avLst/>
                <a:gdLst>
                  <a:gd name="connsiteX0" fmla="*/ 10285 w 10284"/>
                  <a:gd name="connsiteY0" fmla="*/ 5142 h 10284"/>
                  <a:gd name="connsiteX1" fmla="*/ 5142 w 10284"/>
                  <a:gd name="connsiteY1" fmla="*/ 10285 h 10284"/>
                  <a:gd name="connsiteX2" fmla="*/ 0 w 10284"/>
                  <a:gd name="connsiteY2" fmla="*/ 5142 h 10284"/>
                  <a:gd name="connsiteX3" fmla="*/ 5142 w 10284"/>
                  <a:gd name="connsiteY3" fmla="*/ 0 h 10284"/>
                  <a:gd name="connsiteX4" fmla="*/ 10285 w 10284"/>
                  <a:gd name="connsiteY4" fmla="*/ 5142 h 10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4" h="10284">
                    <a:moveTo>
                      <a:pt x="10285" y="5142"/>
                    </a:moveTo>
                    <a:cubicBezTo>
                      <a:pt x="10285" y="7982"/>
                      <a:pt x="7983" y="10285"/>
                      <a:pt x="5142" y="10285"/>
                    </a:cubicBezTo>
                    <a:cubicBezTo>
                      <a:pt x="2302" y="10285"/>
                      <a:pt x="0" y="7982"/>
                      <a:pt x="0" y="5142"/>
                    </a:cubicBezTo>
                    <a:cubicBezTo>
                      <a:pt x="0" y="2302"/>
                      <a:pt x="2302" y="0"/>
                      <a:pt x="5142" y="0"/>
                    </a:cubicBezTo>
                    <a:cubicBezTo>
                      <a:pt x="7983" y="0"/>
                      <a:pt x="10285" y="2302"/>
                      <a:pt x="10285" y="5142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68" name="Forme libre : forme 26867">
                <a:extLst>
                  <a:ext uri="{FF2B5EF4-FFF2-40B4-BE49-F238E27FC236}">
                    <a16:creationId xmlns:a16="http://schemas.microsoft.com/office/drawing/2014/main" id="{5D6E3450-6540-4625-80A6-876DE2A22B24}"/>
                  </a:ext>
                </a:extLst>
              </p:cNvPr>
              <p:cNvSpPr/>
              <p:nvPr/>
            </p:nvSpPr>
            <p:spPr>
              <a:xfrm>
                <a:off x="6020327" y="1579157"/>
                <a:ext cx="4078" cy="4078"/>
              </a:xfrm>
              <a:custGeom>
                <a:avLst/>
                <a:gdLst>
                  <a:gd name="connsiteX0" fmla="*/ 4078 w 4078"/>
                  <a:gd name="connsiteY0" fmla="*/ 2039 h 4078"/>
                  <a:gd name="connsiteX1" fmla="*/ 2039 w 4078"/>
                  <a:gd name="connsiteY1" fmla="*/ 4078 h 4078"/>
                  <a:gd name="connsiteX2" fmla="*/ 0 w 4078"/>
                  <a:gd name="connsiteY2" fmla="*/ 2039 h 4078"/>
                  <a:gd name="connsiteX3" fmla="*/ 2039 w 4078"/>
                  <a:gd name="connsiteY3" fmla="*/ 0 h 4078"/>
                  <a:gd name="connsiteX4" fmla="*/ 4078 w 4078"/>
                  <a:gd name="connsiteY4" fmla="*/ 2039 h 4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8" h="4078">
                    <a:moveTo>
                      <a:pt x="4078" y="2039"/>
                    </a:moveTo>
                    <a:cubicBezTo>
                      <a:pt x="4078" y="3165"/>
                      <a:pt x="3165" y="4078"/>
                      <a:pt x="2039" y="4078"/>
                    </a:cubicBezTo>
                    <a:cubicBezTo>
                      <a:pt x="913" y="4078"/>
                      <a:pt x="0" y="3165"/>
                      <a:pt x="0" y="2039"/>
                    </a:cubicBezTo>
                    <a:cubicBezTo>
                      <a:pt x="0" y="913"/>
                      <a:pt x="913" y="0"/>
                      <a:pt x="2039" y="0"/>
                    </a:cubicBezTo>
                    <a:cubicBezTo>
                      <a:pt x="3166" y="0"/>
                      <a:pt x="4078" y="913"/>
                      <a:pt x="4078" y="2039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69" name="Forme libre : forme 26868">
                <a:extLst>
                  <a:ext uri="{FF2B5EF4-FFF2-40B4-BE49-F238E27FC236}">
                    <a16:creationId xmlns:a16="http://schemas.microsoft.com/office/drawing/2014/main" id="{4ADD828B-3E9D-4736-94D3-076D7DB197D3}"/>
                  </a:ext>
                </a:extLst>
              </p:cNvPr>
              <p:cNvSpPr/>
              <p:nvPr/>
            </p:nvSpPr>
            <p:spPr>
              <a:xfrm>
                <a:off x="5996742" y="1583546"/>
                <a:ext cx="8511" cy="8511"/>
              </a:xfrm>
              <a:custGeom>
                <a:avLst/>
                <a:gdLst>
                  <a:gd name="connsiteX0" fmla="*/ 8512 w 8511"/>
                  <a:gd name="connsiteY0" fmla="*/ 4256 h 8511"/>
                  <a:gd name="connsiteX1" fmla="*/ 4256 w 8511"/>
                  <a:gd name="connsiteY1" fmla="*/ 8512 h 8511"/>
                  <a:gd name="connsiteX2" fmla="*/ 0 w 8511"/>
                  <a:gd name="connsiteY2" fmla="*/ 4256 h 8511"/>
                  <a:gd name="connsiteX3" fmla="*/ 4256 w 8511"/>
                  <a:gd name="connsiteY3" fmla="*/ 0 h 8511"/>
                  <a:gd name="connsiteX4" fmla="*/ 8512 w 8511"/>
                  <a:gd name="connsiteY4" fmla="*/ 4256 h 8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1" h="8511">
                    <a:moveTo>
                      <a:pt x="8512" y="4256"/>
                    </a:moveTo>
                    <a:cubicBezTo>
                      <a:pt x="8512" y="6606"/>
                      <a:pt x="6606" y="8512"/>
                      <a:pt x="4256" y="8512"/>
                    </a:cubicBezTo>
                    <a:cubicBezTo>
                      <a:pt x="1905" y="8512"/>
                      <a:pt x="0" y="6606"/>
                      <a:pt x="0" y="4256"/>
                    </a:cubicBezTo>
                    <a:cubicBezTo>
                      <a:pt x="0" y="1905"/>
                      <a:pt x="1905" y="0"/>
                      <a:pt x="4256" y="0"/>
                    </a:cubicBezTo>
                    <a:cubicBezTo>
                      <a:pt x="6606" y="0"/>
                      <a:pt x="8512" y="1905"/>
                      <a:pt x="8512" y="4256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70" name="Forme libre : forme 26869">
                <a:extLst>
                  <a:ext uri="{FF2B5EF4-FFF2-40B4-BE49-F238E27FC236}">
                    <a16:creationId xmlns:a16="http://schemas.microsoft.com/office/drawing/2014/main" id="{2810FD24-D5A8-4900-9339-3DD8201E8E8D}"/>
                  </a:ext>
                </a:extLst>
              </p:cNvPr>
              <p:cNvSpPr/>
              <p:nvPr/>
            </p:nvSpPr>
            <p:spPr>
              <a:xfrm>
                <a:off x="5981227" y="1576542"/>
                <a:ext cx="8334" cy="8334"/>
              </a:xfrm>
              <a:custGeom>
                <a:avLst/>
                <a:gdLst>
                  <a:gd name="connsiteX0" fmla="*/ 8334 w 8334"/>
                  <a:gd name="connsiteY0" fmla="*/ 4167 h 8334"/>
                  <a:gd name="connsiteX1" fmla="*/ 4167 w 8334"/>
                  <a:gd name="connsiteY1" fmla="*/ 8334 h 8334"/>
                  <a:gd name="connsiteX2" fmla="*/ 0 w 8334"/>
                  <a:gd name="connsiteY2" fmla="*/ 4167 h 8334"/>
                  <a:gd name="connsiteX3" fmla="*/ 4167 w 8334"/>
                  <a:gd name="connsiteY3" fmla="*/ 0 h 8334"/>
                  <a:gd name="connsiteX4" fmla="*/ 8334 w 8334"/>
                  <a:gd name="connsiteY4" fmla="*/ 4167 h 8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4" h="8334">
                    <a:moveTo>
                      <a:pt x="8334" y="4167"/>
                    </a:moveTo>
                    <a:cubicBezTo>
                      <a:pt x="8334" y="6469"/>
                      <a:pt x="6469" y="8334"/>
                      <a:pt x="4167" y="8334"/>
                    </a:cubicBezTo>
                    <a:cubicBezTo>
                      <a:pt x="1866" y="8334"/>
                      <a:pt x="0" y="6469"/>
                      <a:pt x="0" y="4167"/>
                    </a:cubicBezTo>
                    <a:cubicBezTo>
                      <a:pt x="0" y="1866"/>
                      <a:pt x="1866" y="0"/>
                      <a:pt x="4167" y="0"/>
                    </a:cubicBezTo>
                    <a:cubicBezTo>
                      <a:pt x="6468" y="0"/>
                      <a:pt x="8334" y="1866"/>
                      <a:pt x="8334" y="4167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71" name="Forme libre : forme 26870">
                <a:extLst>
                  <a:ext uri="{FF2B5EF4-FFF2-40B4-BE49-F238E27FC236}">
                    <a16:creationId xmlns:a16="http://schemas.microsoft.com/office/drawing/2014/main" id="{0D6FA6CA-3697-4456-9F44-4769BB639C45}"/>
                  </a:ext>
                </a:extLst>
              </p:cNvPr>
              <p:cNvSpPr/>
              <p:nvPr/>
            </p:nvSpPr>
            <p:spPr>
              <a:xfrm>
                <a:off x="6021435" y="1609568"/>
                <a:ext cx="9220" cy="9220"/>
              </a:xfrm>
              <a:custGeom>
                <a:avLst/>
                <a:gdLst>
                  <a:gd name="connsiteX0" fmla="*/ 9221 w 9220"/>
                  <a:gd name="connsiteY0" fmla="*/ 4610 h 9220"/>
                  <a:gd name="connsiteX1" fmla="*/ 4610 w 9220"/>
                  <a:gd name="connsiteY1" fmla="*/ 9221 h 9220"/>
                  <a:gd name="connsiteX2" fmla="*/ 0 w 9220"/>
                  <a:gd name="connsiteY2" fmla="*/ 4610 h 9220"/>
                  <a:gd name="connsiteX3" fmla="*/ 4610 w 9220"/>
                  <a:gd name="connsiteY3" fmla="*/ 0 h 9220"/>
                  <a:gd name="connsiteX4" fmla="*/ 9221 w 9220"/>
                  <a:gd name="connsiteY4" fmla="*/ 4610 h 9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20" h="9220">
                    <a:moveTo>
                      <a:pt x="9221" y="4610"/>
                    </a:moveTo>
                    <a:cubicBezTo>
                      <a:pt x="9221" y="7157"/>
                      <a:pt x="7157" y="9221"/>
                      <a:pt x="4610" y="9221"/>
                    </a:cubicBezTo>
                    <a:cubicBezTo>
                      <a:pt x="2064" y="9221"/>
                      <a:pt x="0" y="7157"/>
                      <a:pt x="0" y="4610"/>
                    </a:cubicBezTo>
                    <a:cubicBezTo>
                      <a:pt x="0" y="2064"/>
                      <a:pt x="2064" y="0"/>
                      <a:pt x="4610" y="0"/>
                    </a:cubicBezTo>
                    <a:cubicBezTo>
                      <a:pt x="7157" y="0"/>
                      <a:pt x="9221" y="2064"/>
                      <a:pt x="9221" y="4610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72" name="Forme libre : forme 26871">
                <a:extLst>
                  <a:ext uri="{FF2B5EF4-FFF2-40B4-BE49-F238E27FC236}">
                    <a16:creationId xmlns:a16="http://schemas.microsoft.com/office/drawing/2014/main" id="{9F84156D-227E-4EE9-800F-988BB53B89E3}"/>
                  </a:ext>
                </a:extLst>
              </p:cNvPr>
              <p:cNvSpPr/>
              <p:nvPr/>
            </p:nvSpPr>
            <p:spPr>
              <a:xfrm>
                <a:off x="6057210" y="1595028"/>
                <a:ext cx="12146" cy="12146"/>
              </a:xfrm>
              <a:custGeom>
                <a:avLst/>
                <a:gdLst>
                  <a:gd name="connsiteX0" fmla="*/ 12147 w 12146"/>
                  <a:gd name="connsiteY0" fmla="*/ 6073 h 12146"/>
                  <a:gd name="connsiteX1" fmla="*/ 6073 w 12146"/>
                  <a:gd name="connsiteY1" fmla="*/ 12147 h 12146"/>
                  <a:gd name="connsiteX2" fmla="*/ 0 w 12146"/>
                  <a:gd name="connsiteY2" fmla="*/ 6073 h 12146"/>
                  <a:gd name="connsiteX3" fmla="*/ 6073 w 12146"/>
                  <a:gd name="connsiteY3" fmla="*/ 0 h 12146"/>
                  <a:gd name="connsiteX4" fmla="*/ 12147 w 12146"/>
                  <a:gd name="connsiteY4" fmla="*/ 6073 h 1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46" h="12146">
                    <a:moveTo>
                      <a:pt x="12147" y="6073"/>
                    </a:moveTo>
                    <a:cubicBezTo>
                      <a:pt x="12147" y="9428"/>
                      <a:pt x="9427" y="12147"/>
                      <a:pt x="6073" y="12147"/>
                    </a:cubicBezTo>
                    <a:cubicBezTo>
                      <a:pt x="2719" y="12147"/>
                      <a:pt x="0" y="9428"/>
                      <a:pt x="0" y="6073"/>
                    </a:cubicBezTo>
                    <a:cubicBezTo>
                      <a:pt x="0" y="2719"/>
                      <a:pt x="2719" y="0"/>
                      <a:pt x="6073" y="0"/>
                    </a:cubicBezTo>
                    <a:cubicBezTo>
                      <a:pt x="9427" y="0"/>
                      <a:pt x="12147" y="2719"/>
                      <a:pt x="12147" y="6073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73" name="Forme libre : forme 26872">
                <a:extLst>
                  <a:ext uri="{FF2B5EF4-FFF2-40B4-BE49-F238E27FC236}">
                    <a16:creationId xmlns:a16="http://schemas.microsoft.com/office/drawing/2014/main" id="{093BD1D3-FD0D-481C-B888-C4E351E72280}"/>
                  </a:ext>
                </a:extLst>
              </p:cNvPr>
              <p:cNvSpPr/>
              <p:nvPr/>
            </p:nvSpPr>
            <p:spPr>
              <a:xfrm>
                <a:off x="6052777" y="1594629"/>
                <a:ext cx="4433" cy="4433"/>
              </a:xfrm>
              <a:custGeom>
                <a:avLst/>
                <a:gdLst>
                  <a:gd name="connsiteX0" fmla="*/ 4433 w 4433"/>
                  <a:gd name="connsiteY0" fmla="*/ 2217 h 4433"/>
                  <a:gd name="connsiteX1" fmla="*/ 2217 w 4433"/>
                  <a:gd name="connsiteY1" fmla="*/ 4433 h 4433"/>
                  <a:gd name="connsiteX2" fmla="*/ 0 w 4433"/>
                  <a:gd name="connsiteY2" fmla="*/ 2217 h 4433"/>
                  <a:gd name="connsiteX3" fmla="*/ 2217 w 4433"/>
                  <a:gd name="connsiteY3" fmla="*/ 0 h 4433"/>
                  <a:gd name="connsiteX4" fmla="*/ 4433 w 4433"/>
                  <a:gd name="connsiteY4" fmla="*/ 2217 h 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3" h="4433">
                    <a:moveTo>
                      <a:pt x="4433" y="2217"/>
                    </a:moveTo>
                    <a:cubicBezTo>
                      <a:pt x="4433" y="3441"/>
                      <a:pt x="3441" y="4433"/>
                      <a:pt x="2217" y="4433"/>
                    </a:cubicBezTo>
                    <a:cubicBezTo>
                      <a:pt x="992" y="4433"/>
                      <a:pt x="0" y="3441"/>
                      <a:pt x="0" y="2217"/>
                    </a:cubicBezTo>
                    <a:cubicBezTo>
                      <a:pt x="0" y="992"/>
                      <a:pt x="992" y="0"/>
                      <a:pt x="2217" y="0"/>
                    </a:cubicBezTo>
                    <a:cubicBezTo>
                      <a:pt x="3441" y="0"/>
                      <a:pt x="4433" y="992"/>
                      <a:pt x="4433" y="2217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74" name="Forme libre : forme 26873">
                <a:extLst>
                  <a:ext uri="{FF2B5EF4-FFF2-40B4-BE49-F238E27FC236}">
                    <a16:creationId xmlns:a16="http://schemas.microsoft.com/office/drawing/2014/main" id="{525CE7CD-57A3-4BC7-A1F3-DE22DA8F7EAC}"/>
                  </a:ext>
                </a:extLst>
              </p:cNvPr>
              <p:cNvSpPr/>
              <p:nvPr/>
            </p:nvSpPr>
            <p:spPr>
              <a:xfrm>
                <a:off x="6039522" y="1590240"/>
                <a:ext cx="7358" cy="7358"/>
              </a:xfrm>
              <a:custGeom>
                <a:avLst/>
                <a:gdLst>
                  <a:gd name="connsiteX0" fmla="*/ 7359 w 7358"/>
                  <a:gd name="connsiteY0" fmla="*/ 3679 h 7358"/>
                  <a:gd name="connsiteX1" fmla="*/ 3680 w 7358"/>
                  <a:gd name="connsiteY1" fmla="*/ 7359 h 7358"/>
                  <a:gd name="connsiteX2" fmla="*/ 0 w 7358"/>
                  <a:gd name="connsiteY2" fmla="*/ 3679 h 7358"/>
                  <a:gd name="connsiteX3" fmla="*/ 3680 w 7358"/>
                  <a:gd name="connsiteY3" fmla="*/ 0 h 7358"/>
                  <a:gd name="connsiteX4" fmla="*/ 7359 w 7358"/>
                  <a:gd name="connsiteY4" fmla="*/ 3679 h 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8" h="7358">
                    <a:moveTo>
                      <a:pt x="7359" y="3679"/>
                    </a:moveTo>
                    <a:cubicBezTo>
                      <a:pt x="7359" y="5712"/>
                      <a:pt x="5712" y="7359"/>
                      <a:pt x="3680" y="7359"/>
                    </a:cubicBezTo>
                    <a:cubicBezTo>
                      <a:pt x="1647" y="7359"/>
                      <a:pt x="0" y="5711"/>
                      <a:pt x="0" y="3679"/>
                    </a:cubicBezTo>
                    <a:cubicBezTo>
                      <a:pt x="0" y="1647"/>
                      <a:pt x="1648" y="0"/>
                      <a:pt x="3680" y="0"/>
                    </a:cubicBezTo>
                    <a:cubicBezTo>
                      <a:pt x="5712" y="0"/>
                      <a:pt x="7359" y="1647"/>
                      <a:pt x="7359" y="3679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75" name="Forme libre : forme 26874">
                <a:extLst>
                  <a:ext uri="{FF2B5EF4-FFF2-40B4-BE49-F238E27FC236}">
                    <a16:creationId xmlns:a16="http://schemas.microsoft.com/office/drawing/2014/main" id="{1A668AE8-7466-4BA0-AADF-5C8EAD3F8078}"/>
                  </a:ext>
                </a:extLst>
              </p:cNvPr>
              <p:cNvSpPr/>
              <p:nvPr/>
            </p:nvSpPr>
            <p:spPr>
              <a:xfrm>
                <a:off x="5987300" y="1588023"/>
                <a:ext cx="6383" cy="6383"/>
              </a:xfrm>
              <a:custGeom>
                <a:avLst/>
                <a:gdLst>
                  <a:gd name="connsiteX0" fmla="*/ 6384 w 6383"/>
                  <a:gd name="connsiteY0" fmla="*/ 3192 h 6383"/>
                  <a:gd name="connsiteX1" fmla="*/ 3192 w 6383"/>
                  <a:gd name="connsiteY1" fmla="*/ 6384 h 6383"/>
                  <a:gd name="connsiteX2" fmla="*/ 0 w 6383"/>
                  <a:gd name="connsiteY2" fmla="*/ 3192 h 6383"/>
                  <a:gd name="connsiteX3" fmla="*/ 3192 w 6383"/>
                  <a:gd name="connsiteY3" fmla="*/ 0 h 6383"/>
                  <a:gd name="connsiteX4" fmla="*/ 6384 w 6383"/>
                  <a:gd name="connsiteY4" fmla="*/ 3192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83" h="6383">
                    <a:moveTo>
                      <a:pt x="6384" y="3192"/>
                    </a:moveTo>
                    <a:cubicBezTo>
                      <a:pt x="6384" y="4955"/>
                      <a:pt x="4955" y="6384"/>
                      <a:pt x="3192" y="6384"/>
                    </a:cubicBezTo>
                    <a:cubicBezTo>
                      <a:pt x="1429" y="6384"/>
                      <a:pt x="0" y="4955"/>
                      <a:pt x="0" y="3192"/>
                    </a:cubicBezTo>
                    <a:cubicBezTo>
                      <a:pt x="0" y="1429"/>
                      <a:pt x="1429" y="0"/>
                      <a:pt x="3192" y="0"/>
                    </a:cubicBezTo>
                    <a:cubicBezTo>
                      <a:pt x="4955" y="0"/>
                      <a:pt x="6384" y="1429"/>
                      <a:pt x="6384" y="3192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76" name="Forme libre : forme 26875">
                <a:extLst>
                  <a:ext uri="{FF2B5EF4-FFF2-40B4-BE49-F238E27FC236}">
                    <a16:creationId xmlns:a16="http://schemas.microsoft.com/office/drawing/2014/main" id="{84895466-0098-4393-A91D-EF257C08B5A5}"/>
                  </a:ext>
                </a:extLst>
              </p:cNvPr>
              <p:cNvSpPr/>
              <p:nvPr/>
            </p:nvSpPr>
            <p:spPr>
              <a:xfrm>
                <a:off x="6009643" y="1599328"/>
                <a:ext cx="5142" cy="5142"/>
              </a:xfrm>
              <a:custGeom>
                <a:avLst/>
                <a:gdLst>
                  <a:gd name="connsiteX0" fmla="*/ 5142 w 5142"/>
                  <a:gd name="connsiteY0" fmla="*/ 2571 h 5142"/>
                  <a:gd name="connsiteX1" fmla="*/ 2571 w 5142"/>
                  <a:gd name="connsiteY1" fmla="*/ 5142 h 5142"/>
                  <a:gd name="connsiteX2" fmla="*/ 0 w 5142"/>
                  <a:gd name="connsiteY2" fmla="*/ 2571 h 5142"/>
                  <a:gd name="connsiteX3" fmla="*/ 2571 w 5142"/>
                  <a:gd name="connsiteY3" fmla="*/ 0 h 5142"/>
                  <a:gd name="connsiteX4" fmla="*/ 5142 w 5142"/>
                  <a:gd name="connsiteY4" fmla="*/ 2571 h 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2" h="5142">
                    <a:moveTo>
                      <a:pt x="5142" y="2571"/>
                    </a:moveTo>
                    <a:cubicBezTo>
                      <a:pt x="5142" y="3991"/>
                      <a:pt x="3991" y="5142"/>
                      <a:pt x="2571" y="5142"/>
                    </a:cubicBezTo>
                    <a:cubicBezTo>
                      <a:pt x="1151" y="5142"/>
                      <a:pt x="0" y="3991"/>
                      <a:pt x="0" y="2571"/>
                    </a:cubicBezTo>
                    <a:cubicBezTo>
                      <a:pt x="0" y="1151"/>
                      <a:pt x="1151" y="0"/>
                      <a:pt x="2571" y="0"/>
                    </a:cubicBezTo>
                    <a:cubicBezTo>
                      <a:pt x="3991" y="0"/>
                      <a:pt x="5142" y="1151"/>
                      <a:pt x="5142" y="2571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77" name="Forme libre : forme 26876">
                <a:extLst>
                  <a:ext uri="{FF2B5EF4-FFF2-40B4-BE49-F238E27FC236}">
                    <a16:creationId xmlns:a16="http://schemas.microsoft.com/office/drawing/2014/main" id="{3607D492-5994-4AD7-9FE4-B48FBBA679D6}"/>
                  </a:ext>
                </a:extLst>
              </p:cNvPr>
              <p:cNvSpPr/>
              <p:nvPr/>
            </p:nvSpPr>
            <p:spPr>
              <a:xfrm>
                <a:off x="6005697" y="1605445"/>
                <a:ext cx="3191" cy="3191"/>
              </a:xfrm>
              <a:custGeom>
                <a:avLst/>
                <a:gdLst>
                  <a:gd name="connsiteX0" fmla="*/ 3192 w 3191"/>
                  <a:gd name="connsiteY0" fmla="*/ 1596 h 3191"/>
                  <a:gd name="connsiteX1" fmla="*/ 1596 w 3191"/>
                  <a:gd name="connsiteY1" fmla="*/ 3192 h 3191"/>
                  <a:gd name="connsiteX2" fmla="*/ 0 w 3191"/>
                  <a:gd name="connsiteY2" fmla="*/ 1596 h 3191"/>
                  <a:gd name="connsiteX3" fmla="*/ 1596 w 3191"/>
                  <a:gd name="connsiteY3" fmla="*/ 0 h 3191"/>
                  <a:gd name="connsiteX4" fmla="*/ 3192 w 3191"/>
                  <a:gd name="connsiteY4" fmla="*/ 1596 h 3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1" h="3191">
                    <a:moveTo>
                      <a:pt x="3192" y="1596"/>
                    </a:moveTo>
                    <a:cubicBezTo>
                      <a:pt x="3192" y="2477"/>
                      <a:pt x="2477" y="3192"/>
                      <a:pt x="1596" y="3192"/>
                    </a:cubicBezTo>
                    <a:cubicBezTo>
                      <a:pt x="715" y="3192"/>
                      <a:pt x="0" y="2477"/>
                      <a:pt x="0" y="1596"/>
                    </a:cubicBezTo>
                    <a:cubicBezTo>
                      <a:pt x="0" y="715"/>
                      <a:pt x="715" y="0"/>
                      <a:pt x="1596" y="0"/>
                    </a:cubicBezTo>
                    <a:cubicBezTo>
                      <a:pt x="2477" y="0"/>
                      <a:pt x="3192" y="715"/>
                      <a:pt x="3192" y="1596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78" name="Forme libre : forme 26877">
                <a:extLst>
                  <a:ext uri="{FF2B5EF4-FFF2-40B4-BE49-F238E27FC236}">
                    <a16:creationId xmlns:a16="http://schemas.microsoft.com/office/drawing/2014/main" id="{F776CE1E-EFE6-49B5-8E0F-492640230D19}"/>
                  </a:ext>
                </a:extLst>
              </p:cNvPr>
              <p:cNvSpPr/>
              <p:nvPr/>
            </p:nvSpPr>
            <p:spPr>
              <a:xfrm>
                <a:off x="6021435" y="1572286"/>
                <a:ext cx="4433" cy="4433"/>
              </a:xfrm>
              <a:custGeom>
                <a:avLst/>
                <a:gdLst>
                  <a:gd name="connsiteX0" fmla="*/ 4433 w 4433"/>
                  <a:gd name="connsiteY0" fmla="*/ 2217 h 4433"/>
                  <a:gd name="connsiteX1" fmla="*/ 2217 w 4433"/>
                  <a:gd name="connsiteY1" fmla="*/ 4433 h 4433"/>
                  <a:gd name="connsiteX2" fmla="*/ 0 w 4433"/>
                  <a:gd name="connsiteY2" fmla="*/ 2217 h 4433"/>
                  <a:gd name="connsiteX3" fmla="*/ 2217 w 4433"/>
                  <a:gd name="connsiteY3" fmla="*/ 0 h 4433"/>
                  <a:gd name="connsiteX4" fmla="*/ 4433 w 4433"/>
                  <a:gd name="connsiteY4" fmla="*/ 2217 h 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3" h="4433">
                    <a:moveTo>
                      <a:pt x="4433" y="2217"/>
                    </a:moveTo>
                    <a:cubicBezTo>
                      <a:pt x="4433" y="3441"/>
                      <a:pt x="3441" y="4433"/>
                      <a:pt x="2217" y="4433"/>
                    </a:cubicBezTo>
                    <a:cubicBezTo>
                      <a:pt x="992" y="4433"/>
                      <a:pt x="0" y="3441"/>
                      <a:pt x="0" y="2217"/>
                    </a:cubicBezTo>
                    <a:cubicBezTo>
                      <a:pt x="0" y="992"/>
                      <a:pt x="992" y="0"/>
                      <a:pt x="2217" y="0"/>
                    </a:cubicBezTo>
                    <a:cubicBezTo>
                      <a:pt x="3441" y="0"/>
                      <a:pt x="4433" y="992"/>
                      <a:pt x="4433" y="2217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79" name="Forme libre : forme 26878">
                <a:extLst>
                  <a:ext uri="{FF2B5EF4-FFF2-40B4-BE49-F238E27FC236}">
                    <a16:creationId xmlns:a16="http://schemas.microsoft.com/office/drawing/2014/main" id="{4FEB168D-8FD7-44B7-9405-958407B1A032}"/>
                  </a:ext>
                </a:extLst>
              </p:cNvPr>
              <p:cNvSpPr/>
              <p:nvPr/>
            </p:nvSpPr>
            <p:spPr>
              <a:xfrm>
                <a:off x="6032518" y="1587004"/>
                <a:ext cx="4167" cy="4167"/>
              </a:xfrm>
              <a:custGeom>
                <a:avLst/>
                <a:gdLst>
                  <a:gd name="connsiteX0" fmla="*/ 4167 w 4167"/>
                  <a:gd name="connsiteY0" fmla="*/ 2084 h 4167"/>
                  <a:gd name="connsiteX1" fmla="*/ 2084 w 4167"/>
                  <a:gd name="connsiteY1" fmla="*/ 4167 h 4167"/>
                  <a:gd name="connsiteX2" fmla="*/ 0 w 4167"/>
                  <a:gd name="connsiteY2" fmla="*/ 2084 h 4167"/>
                  <a:gd name="connsiteX3" fmla="*/ 2084 w 4167"/>
                  <a:gd name="connsiteY3" fmla="*/ 0 h 4167"/>
                  <a:gd name="connsiteX4" fmla="*/ 4167 w 4167"/>
                  <a:gd name="connsiteY4" fmla="*/ 2084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7" h="4167">
                    <a:moveTo>
                      <a:pt x="4167" y="2084"/>
                    </a:moveTo>
                    <a:cubicBezTo>
                      <a:pt x="4167" y="3234"/>
                      <a:pt x="3234" y="4167"/>
                      <a:pt x="2084" y="4167"/>
                    </a:cubicBezTo>
                    <a:cubicBezTo>
                      <a:pt x="933" y="4167"/>
                      <a:pt x="0" y="3234"/>
                      <a:pt x="0" y="2084"/>
                    </a:cubicBezTo>
                    <a:cubicBezTo>
                      <a:pt x="0" y="933"/>
                      <a:pt x="933" y="0"/>
                      <a:pt x="2084" y="0"/>
                    </a:cubicBezTo>
                    <a:cubicBezTo>
                      <a:pt x="3234" y="0"/>
                      <a:pt x="4167" y="933"/>
                      <a:pt x="4167" y="2084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80" name="Forme libre : forme 26879">
                <a:extLst>
                  <a:ext uri="{FF2B5EF4-FFF2-40B4-BE49-F238E27FC236}">
                    <a16:creationId xmlns:a16="http://schemas.microsoft.com/office/drawing/2014/main" id="{478D091E-5E85-4093-A99E-D0544F16756B}"/>
                  </a:ext>
                </a:extLst>
              </p:cNvPr>
              <p:cNvSpPr/>
              <p:nvPr/>
            </p:nvSpPr>
            <p:spPr>
              <a:xfrm>
                <a:off x="6025868" y="1594629"/>
                <a:ext cx="4167" cy="4167"/>
              </a:xfrm>
              <a:custGeom>
                <a:avLst/>
                <a:gdLst>
                  <a:gd name="connsiteX0" fmla="*/ 4167 w 4167"/>
                  <a:gd name="connsiteY0" fmla="*/ 2084 h 4167"/>
                  <a:gd name="connsiteX1" fmla="*/ 2084 w 4167"/>
                  <a:gd name="connsiteY1" fmla="*/ 4167 h 4167"/>
                  <a:gd name="connsiteX2" fmla="*/ 0 w 4167"/>
                  <a:gd name="connsiteY2" fmla="*/ 2084 h 4167"/>
                  <a:gd name="connsiteX3" fmla="*/ 2084 w 4167"/>
                  <a:gd name="connsiteY3" fmla="*/ 0 h 4167"/>
                  <a:gd name="connsiteX4" fmla="*/ 4167 w 4167"/>
                  <a:gd name="connsiteY4" fmla="*/ 2084 h 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7" h="4167">
                    <a:moveTo>
                      <a:pt x="4167" y="2084"/>
                    </a:moveTo>
                    <a:cubicBezTo>
                      <a:pt x="4167" y="3234"/>
                      <a:pt x="3234" y="4167"/>
                      <a:pt x="2084" y="4167"/>
                    </a:cubicBezTo>
                    <a:cubicBezTo>
                      <a:pt x="933" y="4167"/>
                      <a:pt x="0" y="3234"/>
                      <a:pt x="0" y="2084"/>
                    </a:cubicBezTo>
                    <a:cubicBezTo>
                      <a:pt x="0" y="933"/>
                      <a:pt x="933" y="0"/>
                      <a:pt x="2084" y="0"/>
                    </a:cubicBezTo>
                    <a:cubicBezTo>
                      <a:pt x="3234" y="0"/>
                      <a:pt x="4167" y="933"/>
                      <a:pt x="4167" y="2084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81" name="Forme libre : forme 26880">
                <a:extLst>
                  <a:ext uri="{FF2B5EF4-FFF2-40B4-BE49-F238E27FC236}">
                    <a16:creationId xmlns:a16="http://schemas.microsoft.com/office/drawing/2014/main" id="{AF408FD9-702A-4F32-B024-551DF8A26EC3}"/>
                  </a:ext>
                </a:extLst>
              </p:cNvPr>
              <p:cNvSpPr/>
              <p:nvPr/>
            </p:nvSpPr>
            <p:spPr>
              <a:xfrm>
                <a:off x="6015539" y="1576231"/>
                <a:ext cx="4876" cy="4876"/>
              </a:xfrm>
              <a:custGeom>
                <a:avLst/>
                <a:gdLst>
                  <a:gd name="connsiteX0" fmla="*/ 4876 w 4876"/>
                  <a:gd name="connsiteY0" fmla="*/ 2438 h 4876"/>
                  <a:gd name="connsiteX1" fmla="*/ 2438 w 4876"/>
                  <a:gd name="connsiteY1" fmla="*/ 4876 h 4876"/>
                  <a:gd name="connsiteX2" fmla="*/ 0 w 4876"/>
                  <a:gd name="connsiteY2" fmla="*/ 2438 h 4876"/>
                  <a:gd name="connsiteX3" fmla="*/ 2438 w 4876"/>
                  <a:gd name="connsiteY3" fmla="*/ 0 h 4876"/>
                  <a:gd name="connsiteX4" fmla="*/ 4876 w 4876"/>
                  <a:gd name="connsiteY4" fmla="*/ 2438 h 4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6" h="4876">
                    <a:moveTo>
                      <a:pt x="4876" y="2438"/>
                    </a:moveTo>
                    <a:cubicBezTo>
                      <a:pt x="4876" y="3785"/>
                      <a:pt x="3785" y="4876"/>
                      <a:pt x="2438" y="4876"/>
                    </a:cubicBezTo>
                    <a:cubicBezTo>
                      <a:pt x="1092" y="4876"/>
                      <a:pt x="0" y="3785"/>
                      <a:pt x="0" y="2438"/>
                    </a:cubicBezTo>
                    <a:cubicBezTo>
                      <a:pt x="0" y="1092"/>
                      <a:pt x="1092" y="0"/>
                      <a:pt x="2438" y="0"/>
                    </a:cubicBezTo>
                    <a:cubicBezTo>
                      <a:pt x="3785" y="0"/>
                      <a:pt x="4876" y="1092"/>
                      <a:pt x="4876" y="2438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82" name="Forme libre : forme 26881">
                <a:extLst>
                  <a:ext uri="{FF2B5EF4-FFF2-40B4-BE49-F238E27FC236}">
                    <a16:creationId xmlns:a16="http://schemas.microsoft.com/office/drawing/2014/main" id="{8D5B174F-066D-49DF-B31F-7A184C990E1D}"/>
                  </a:ext>
                </a:extLst>
              </p:cNvPr>
              <p:cNvSpPr/>
              <p:nvPr/>
            </p:nvSpPr>
            <p:spPr>
              <a:xfrm>
                <a:off x="5997851" y="1577650"/>
                <a:ext cx="4699" cy="4699"/>
              </a:xfrm>
              <a:custGeom>
                <a:avLst/>
                <a:gdLst>
                  <a:gd name="connsiteX0" fmla="*/ 4699 w 4699"/>
                  <a:gd name="connsiteY0" fmla="*/ 2350 h 4699"/>
                  <a:gd name="connsiteX1" fmla="*/ 2350 w 4699"/>
                  <a:gd name="connsiteY1" fmla="*/ 4699 h 4699"/>
                  <a:gd name="connsiteX2" fmla="*/ 0 w 4699"/>
                  <a:gd name="connsiteY2" fmla="*/ 2350 h 4699"/>
                  <a:gd name="connsiteX3" fmla="*/ 2350 w 4699"/>
                  <a:gd name="connsiteY3" fmla="*/ 0 h 4699"/>
                  <a:gd name="connsiteX4" fmla="*/ 4699 w 4699"/>
                  <a:gd name="connsiteY4" fmla="*/ 2350 h 4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9" h="4699">
                    <a:moveTo>
                      <a:pt x="4699" y="2350"/>
                    </a:moveTo>
                    <a:cubicBezTo>
                      <a:pt x="4699" y="3647"/>
                      <a:pt x="3647" y="4699"/>
                      <a:pt x="2350" y="4699"/>
                    </a:cubicBezTo>
                    <a:cubicBezTo>
                      <a:pt x="1052" y="4699"/>
                      <a:pt x="0" y="3647"/>
                      <a:pt x="0" y="2350"/>
                    </a:cubicBezTo>
                    <a:cubicBezTo>
                      <a:pt x="0" y="1052"/>
                      <a:pt x="1052" y="0"/>
                      <a:pt x="2350" y="0"/>
                    </a:cubicBezTo>
                    <a:cubicBezTo>
                      <a:pt x="3647" y="0"/>
                      <a:pt x="4699" y="1052"/>
                      <a:pt x="4699" y="2350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83" name="Forme libre : forme 26882">
                <a:extLst>
                  <a:ext uri="{FF2B5EF4-FFF2-40B4-BE49-F238E27FC236}">
                    <a16:creationId xmlns:a16="http://schemas.microsoft.com/office/drawing/2014/main" id="{BA7E5AF3-BF83-4A4F-9DCE-9421A71C1BF3}"/>
                  </a:ext>
                </a:extLst>
              </p:cNvPr>
              <p:cNvSpPr/>
              <p:nvPr/>
            </p:nvSpPr>
            <p:spPr>
              <a:xfrm>
                <a:off x="5993905" y="1568340"/>
                <a:ext cx="3191" cy="3191"/>
              </a:xfrm>
              <a:custGeom>
                <a:avLst/>
                <a:gdLst>
                  <a:gd name="connsiteX0" fmla="*/ 3192 w 3191"/>
                  <a:gd name="connsiteY0" fmla="*/ 1596 h 3191"/>
                  <a:gd name="connsiteX1" fmla="*/ 1596 w 3191"/>
                  <a:gd name="connsiteY1" fmla="*/ 3192 h 3191"/>
                  <a:gd name="connsiteX2" fmla="*/ 0 w 3191"/>
                  <a:gd name="connsiteY2" fmla="*/ 1596 h 3191"/>
                  <a:gd name="connsiteX3" fmla="*/ 1596 w 3191"/>
                  <a:gd name="connsiteY3" fmla="*/ 0 h 3191"/>
                  <a:gd name="connsiteX4" fmla="*/ 3192 w 3191"/>
                  <a:gd name="connsiteY4" fmla="*/ 1596 h 3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1" h="3191">
                    <a:moveTo>
                      <a:pt x="3192" y="1596"/>
                    </a:moveTo>
                    <a:cubicBezTo>
                      <a:pt x="3192" y="2477"/>
                      <a:pt x="2477" y="3192"/>
                      <a:pt x="1596" y="3192"/>
                    </a:cubicBezTo>
                    <a:cubicBezTo>
                      <a:pt x="715" y="3192"/>
                      <a:pt x="0" y="2477"/>
                      <a:pt x="0" y="1596"/>
                    </a:cubicBezTo>
                    <a:cubicBezTo>
                      <a:pt x="0" y="715"/>
                      <a:pt x="715" y="0"/>
                      <a:pt x="1596" y="0"/>
                    </a:cubicBezTo>
                    <a:cubicBezTo>
                      <a:pt x="2477" y="0"/>
                      <a:pt x="3192" y="715"/>
                      <a:pt x="3192" y="1596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84" name="Forme libre : forme 26883">
                <a:extLst>
                  <a:ext uri="{FF2B5EF4-FFF2-40B4-BE49-F238E27FC236}">
                    <a16:creationId xmlns:a16="http://schemas.microsoft.com/office/drawing/2014/main" id="{C603F8DA-E432-49C8-A466-3E4230534A49}"/>
                  </a:ext>
                </a:extLst>
              </p:cNvPr>
              <p:cNvSpPr/>
              <p:nvPr/>
            </p:nvSpPr>
            <p:spPr>
              <a:xfrm>
                <a:off x="6002771" y="1558011"/>
                <a:ext cx="3191" cy="3191"/>
              </a:xfrm>
              <a:custGeom>
                <a:avLst/>
                <a:gdLst>
                  <a:gd name="connsiteX0" fmla="*/ 3192 w 3191"/>
                  <a:gd name="connsiteY0" fmla="*/ 1596 h 3191"/>
                  <a:gd name="connsiteX1" fmla="*/ 1596 w 3191"/>
                  <a:gd name="connsiteY1" fmla="*/ 3192 h 3191"/>
                  <a:gd name="connsiteX2" fmla="*/ 0 w 3191"/>
                  <a:gd name="connsiteY2" fmla="*/ 1596 h 3191"/>
                  <a:gd name="connsiteX3" fmla="*/ 1596 w 3191"/>
                  <a:gd name="connsiteY3" fmla="*/ 0 h 3191"/>
                  <a:gd name="connsiteX4" fmla="*/ 3192 w 3191"/>
                  <a:gd name="connsiteY4" fmla="*/ 1596 h 3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1" h="3191">
                    <a:moveTo>
                      <a:pt x="3192" y="1596"/>
                    </a:moveTo>
                    <a:cubicBezTo>
                      <a:pt x="3192" y="2477"/>
                      <a:pt x="2477" y="3192"/>
                      <a:pt x="1596" y="3192"/>
                    </a:cubicBezTo>
                    <a:cubicBezTo>
                      <a:pt x="715" y="3192"/>
                      <a:pt x="0" y="2477"/>
                      <a:pt x="0" y="1596"/>
                    </a:cubicBezTo>
                    <a:cubicBezTo>
                      <a:pt x="0" y="715"/>
                      <a:pt x="715" y="0"/>
                      <a:pt x="1596" y="0"/>
                    </a:cubicBezTo>
                    <a:cubicBezTo>
                      <a:pt x="2477" y="0"/>
                      <a:pt x="3192" y="715"/>
                      <a:pt x="3192" y="1596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85" name="Forme libre : forme 26884">
                <a:extLst>
                  <a:ext uri="{FF2B5EF4-FFF2-40B4-BE49-F238E27FC236}">
                    <a16:creationId xmlns:a16="http://schemas.microsoft.com/office/drawing/2014/main" id="{E8A763AB-FD15-4F64-98EB-83B0ADCC0792}"/>
                  </a:ext>
                </a:extLst>
              </p:cNvPr>
              <p:cNvSpPr/>
              <p:nvPr/>
            </p:nvSpPr>
            <p:spPr>
              <a:xfrm>
                <a:off x="5980872" y="1605667"/>
                <a:ext cx="5674" cy="5674"/>
              </a:xfrm>
              <a:custGeom>
                <a:avLst/>
                <a:gdLst>
                  <a:gd name="connsiteX0" fmla="*/ 5674 w 5674"/>
                  <a:gd name="connsiteY0" fmla="*/ 2837 h 5674"/>
                  <a:gd name="connsiteX1" fmla="*/ 2837 w 5674"/>
                  <a:gd name="connsiteY1" fmla="*/ 5674 h 5674"/>
                  <a:gd name="connsiteX2" fmla="*/ 0 w 5674"/>
                  <a:gd name="connsiteY2" fmla="*/ 2837 h 5674"/>
                  <a:gd name="connsiteX3" fmla="*/ 2837 w 5674"/>
                  <a:gd name="connsiteY3" fmla="*/ 0 h 5674"/>
                  <a:gd name="connsiteX4" fmla="*/ 5674 w 5674"/>
                  <a:gd name="connsiteY4" fmla="*/ 2837 h 5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74" h="5674">
                    <a:moveTo>
                      <a:pt x="5674" y="2837"/>
                    </a:moveTo>
                    <a:cubicBezTo>
                      <a:pt x="5674" y="4404"/>
                      <a:pt x="4404" y="5674"/>
                      <a:pt x="2837" y="5674"/>
                    </a:cubicBezTo>
                    <a:cubicBezTo>
                      <a:pt x="1270" y="5674"/>
                      <a:pt x="0" y="4404"/>
                      <a:pt x="0" y="2837"/>
                    </a:cubicBezTo>
                    <a:cubicBezTo>
                      <a:pt x="0" y="1270"/>
                      <a:pt x="1270" y="0"/>
                      <a:pt x="2837" y="0"/>
                    </a:cubicBezTo>
                    <a:cubicBezTo>
                      <a:pt x="4404" y="0"/>
                      <a:pt x="5674" y="1270"/>
                      <a:pt x="5674" y="2837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86" name="Forme libre : forme 26885">
                <a:extLst>
                  <a:ext uri="{FF2B5EF4-FFF2-40B4-BE49-F238E27FC236}">
                    <a16:creationId xmlns:a16="http://schemas.microsoft.com/office/drawing/2014/main" id="{E54A27B9-F00F-4646-B940-0D3A3C0CB6E6}"/>
                  </a:ext>
                </a:extLst>
              </p:cNvPr>
              <p:cNvSpPr/>
              <p:nvPr/>
            </p:nvSpPr>
            <p:spPr>
              <a:xfrm>
                <a:off x="5995147" y="1604692"/>
                <a:ext cx="4433" cy="4433"/>
              </a:xfrm>
              <a:custGeom>
                <a:avLst/>
                <a:gdLst>
                  <a:gd name="connsiteX0" fmla="*/ 4433 w 4433"/>
                  <a:gd name="connsiteY0" fmla="*/ 2217 h 4433"/>
                  <a:gd name="connsiteX1" fmla="*/ 2217 w 4433"/>
                  <a:gd name="connsiteY1" fmla="*/ 4433 h 4433"/>
                  <a:gd name="connsiteX2" fmla="*/ 0 w 4433"/>
                  <a:gd name="connsiteY2" fmla="*/ 2217 h 4433"/>
                  <a:gd name="connsiteX3" fmla="*/ 2217 w 4433"/>
                  <a:gd name="connsiteY3" fmla="*/ 0 h 4433"/>
                  <a:gd name="connsiteX4" fmla="*/ 4433 w 4433"/>
                  <a:gd name="connsiteY4" fmla="*/ 2217 h 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3" h="4433">
                    <a:moveTo>
                      <a:pt x="4433" y="2217"/>
                    </a:moveTo>
                    <a:cubicBezTo>
                      <a:pt x="4433" y="3441"/>
                      <a:pt x="3441" y="4433"/>
                      <a:pt x="2217" y="4433"/>
                    </a:cubicBezTo>
                    <a:cubicBezTo>
                      <a:pt x="992" y="4433"/>
                      <a:pt x="0" y="3441"/>
                      <a:pt x="0" y="2217"/>
                    </a:cubicBezTo>
                    <a:cubicBezTo>
                      <a:pt x="0" y="992"/>
                      <a:pt x="992" y="0"/>
                      <a:pt x="2217" y="0"/>
                    </a:cubicBezTo>
                    <a:cubicBezTo>
                      <a:pt x="3441" y="0"/>
                      <a:pt x="4433" y="992"/>
                      <a:pt x="4433" y="2217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87" name="Forme libre : forme 26886">
                <a:extLst>
                  <a:ext uri="{FF2B5EF4-FFF2-40B4-BE49-F238E27FC236}">
                    <a16:creationId xmlns:a16="http://schemas.microsoft.com/office/drawing/2014/main" id="{B7F66F79-B5D0-4B7A-81B2-82577F6E5C2E}"/>
                  </a:ext>
                </a:extLst>
              </p:cNvPr>
              <p:cNvSpPr/>
              <p:nvPr/>
            </p:nvSpPr>
            <p:spPr>
              <a:xfrm>
                <a:off x="6003968" y="1599771"/>
                <a:ext cx="3457" cy="3457"/>
              </a:xfrm>
              <a:custGeom>
                <a:avLst/>
                <a:gdLst>
                  <a:gd name="connsiteX0" fmla="*/ 3458 w 3457"/>
                  <a:gd name="connsiteY0" fmla="*/ 1729 h 3457"/>
                  <a:gd name="connsiteX1" fmla="*/ 1729 w 3457"/>
                  <a:gd name="connsiteY1" fmla="*/ 3458 h 3457"/>
                  <a:gd name="connsiteX2" fmla="*/ 0 w 3457"/>
                  <a:gd name="connsiteY2" fmla="*/ 1729 h 3457"/>
                  <a:gd name="connsiteX3" fmla="*/ 1729 w 3457"/>
                  <a:gd name="connsiteY3" fmla="*/ 0 h 3457"/>
                  <a:gd name="connsiteX4" fmla="*/ 3458 w 3457"/>
                  <a:gd name="connsiteY4" fmla="*/ 1729 h 3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57" h="3457">
                    <a:moveTo>
                      <a:pt x="3458" y="1729"/>
                    </a:moveTo>
                    <a:cubicBezTo>
                      <a:pt x="3458" y="2684"/>
                      <a:pt x="2684" y="3458"/>
                      <a:pt x="1729" y="3458"/>
                    </a:cubicBezTo>
                    <a:cubicBezTo>
                      <a:pt x="774" y="3458"/>
                      <a:pt x="0" y="2684"/>
                      <a:pt x="0" y="1729"/>
                    </a:cubicBezTo>
                    <a:cubicBezTo>
                      <a:pt x="0" y="774"/>
                      <a:pt x="774" y="0"/>
                      <a:pt x="1729" y="0"/>
                    </a:cubicBezTo>
                    <a:cubicBezTo>
                      <a:pt x="2684" y="0"/>
                      <a:pt x="3458" y="774"/>
                      <a:pt x="3458" y="1729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88" name="Forme libre : forme 26887">
                <a:extLst>
                  <a:ext uri="{FF2B5EF4-FFF2-40B4-BE49-F238E27FC236}">
                    <a16:creationId xmlns:a16="http://schemas.microsoft.com/office/drawing/2014/main" id="{0AB12A71-E050-4EC0-9EEB-0B7F58FE66A4}"/>
                  </a:ext>
                </a:extLst>
              </p:cNvPr>
              <p:cNvSpPr/>
              <p:nvPr/>
            </p:nvSpPr>
            <p:spPr>
              <a:xfrm>
                <a:off x="6008889" y="1589974"/>
                <a:ext cx="3191" cy="3191"/>
              </a:xfrm>
              <a:custGeom>
                <a:avLst/>
                <a:gdLst>
                  <a:gd name="connsiteX0" fmla="*/ 3192 w 3191"/>
                  <a:gd name="connsiteY0" fmla="*/ 1596 h 3191"/>
                  <a:gd name="connsiteX1" fmla="*/ 1596 w 3191"/>
                  <a:gd name="connsiteY1" fmla="*/ 3192 h 3191"/>
                  <a:gd name="connsiteX2" fmla="*/ 0 w 3191"/>
                  <a:gd name="connsiteY2" fmla="*/ 1596 h 3191"/>
                  <a:gd name="connsiteX3" fmla="*/ 1596 w 3191"/>
                  <a:gd name="connsiteY3" fmla="*/ 0 h 3191"/>
                  <a:gd name="connsiteX4" fmla="*/ 3192 w 3191"/>
                  <a:gd name="connsiteY4" fmla="*/ 1596 h 3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1" h="3191">
                    <a:moveTo>
                      <a:pt x="3192" y="1596"/>
                    </a:moveTo>
                    <a:cubicBezTo>
                      <a:pt x="3192" y="2477"/>
                      <a:pt x="2477" y="3192"/>
                      <a:pt x="1596" y="3192"/>
                    </a:cubicBezTo>
                    <a:cubicBezTo>
                      <a:pt x="715" y="3192"/>
                      <a:pt x="0" y="2477"/>
                      <a:pt x="0" y="1596"/>
                    </a:cubicBezTo>
                    <a:cubicBezTo>
                      <a:pt x="0" y="714"/>
                      <a:pt x="715" y="0"/>
                      <a:pt x="1596" y="0"/>
                    </a:cubicBezTo>
                    <a:cubicBezTo>
                      <a:pt x="2477" y="0"/>
                      <a:pt x="3192" y="714"/>
                      <a:pt x="3192" y="1596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89" name="Forme libre : forme 26888">
                <a:extLst>
                  <a:ext uri="{FF2B5EF4-FFF2-40B4-BE49-F238E27FC236}">
                    <a16:creationId xmlns:a16="http://schemas.microsoft.com/office/drawing/2014/main" id="{573964FA-EA8E-4BB2-9E27-FA8AEEE752FF}"/>
                  </a:ext>
                </a:extLst>
              </p:cNvPr>
              <p:cNvSpPr/>
              <p:nvPr/>
            </p:nvSpPr>
            <p:spPr>
              <a:xfrm>
                <a:off x="6017002" y="1588511"/>
                <a:ext cx="3191" cy="3191"/>
              </a:xfrm>
              <a:custGeom>
                <a:avLst/>
                <a:gdLst>
                  <a:gd name="connsiteX0" fmla="*/ 3192 w 3191"/>
                  <a:gd name="connsiteY0" fmla="*/ 1596 h 3191"/>
                  <a:gd name="connsiteX1" fmla="*/ 1596 w 3191"/>
                  <a:gd name="connsiteY1" fmla="*/ 3192 h 3191"/>
                  <a:gd name="connsiteX2" fmla="*/ 0 w 3191"/>
                  <a:gd name="connsiteY2" fmla="*/ 1596 h 3191"/>
                  <a:gd name="connsiteX3" fmla="*/ 1596 w 3191"/>
                  <a:gd name="connsiteY3" fmla="*/ 0 h 3191"/>
                  <a:gd name="connsiteX4" fmla="*/ 3192 w 3191"/>
                  <a:gd name="connsiteY4" fmla="*/ 1596 h 3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1" h="3191">
                    <a:moveTo>
                      <a:pt x="3192" y="1596"/>
                    </a:moveTo>
                    <a:cubicBezTo>
                      <a:pt x="3192" y="2477"/>
                      <a:pt x="2477" y="3192"/>
                      <a:pt x="1596" y="3192"/>
                    </a:cubicBezTo>
                    <a:cubicBezTo>
                      <a:pt x="715" y="3192"/>
                      <a:pt x="0" y="2477"/>
                      <a:pt x="0" y="1596"/>
                    </a:cubicBezTo>
                    <a:cubicBezTo>
                      <a:pt x="0" y="715"/>
                      <a:pt x="715" y="0"/>
                      <a:pt x="1596" y="0"/>
                    </a:cubicBezTo>
                    <a:cubicBezTo>
                      <a:pt x="2477" y="0"/>
                      <a:pt x="3192" y="715"/>
                      <a:pt x="3192" y="1596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90" name="Forme libre : forme 26889">
                <a:extLst>
                  <a:ext uri="{FF2B5EF4-FFF2-40B4-BE49-F238E27FC236}">
                    <a16:creationId xmlns:a16="http://schemas.microsoft.com/office/drawing/2014/main" id="{46E43F1E-F7F6-435F-AB46-2C4A2A3395D0}"/>
                  </a:ext>
                </a:extLst>
              </p:cNvPr>
              <p:cNvSpPr/>
              <p:nvPr/>
            </p:nvSpPr>
            <p:spPr>
              <a:xfrm>
                <a:off x="6019706" y="1602254"/>
                <a:ext cx="4699" cy="4699"/>
              </a:xfrm>
              <a:custGeom>
                <a:avLst/>
                <a:gdLst>
                  <a:gd name="connsiteX0" fmla="*/ 4699 w 4699"/>
                  <a:gd name="connsiteY0" fmla="*/ 2350 h 4699"/>
                  <a:gd name="connsiteX1" fmla="*/ 2350 w 4699"/>
                  <a:gd name="connsiteY1" fmla="*/ 4699 h 4699"/>
                  <a:gd name="connsiteX2" fmla="*/ 0 w 4699"/>
                  <a:gd name="connsiteY2" fmla="*/ 2350 h 4699"/>
                  <a:gd name="connsiteX3" fmla="*/ 2350 w 4699"/>
                  <a:gd name="connsiteY3" fmla="*/ 0 h 4699"/>
                  <a:gd name="connsiteX4" fmla="*/ 4699 w 4699"/>
                  <a:gd name="connsiteY4" fmla="*/ 2350 h 4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9" h="4699">
                    <a:moveTo>
                      <a:pt x="4699" y="2350"/>
                    </a:moveTo>
                    <a:cubicBezTo>
                      <a:pt x="4699" y="3647"/>
                      <a:pt x="3647" y="4699"/>
                      <a:pt x="2350" y="4699"/>
                    </a:cubicBezTo>
                    <a:cubicBezTo>
                      <a:pt x="1052" y="4699"/>
                      <a:pt x="0" y="3647"/>
                      <a:pt x="0" y="2350"/>
                    </a:cubicBezTo>
                    <a:cubicBezTo>
                      <a:pt x="0" y="1052"/>
                      <a:pt x="1052" y="0"/>
                      <a:pt x="2350" y="0"/>
                    </a:cubicBezTo>
                    <a:cubicBezTo>
                      <a:pt x="3647" y="0"/>
                      <a:pt x="4699" y="1052"/>
                      <a:pt x="4699" y="2350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91" name="Forme libre : forme 26890">
                <a:extLst>
                  <a:ext uri="{FF2B5EF4-FFF2-40B4-BE49-F238E27FC236}">
                    <a16:creationId xmlns:a16="http://schemas.microsoft.com/office/drawing/2014/main" id="{B87FA9ED-15EE-4112-9015-A0E528B1DADA}"/>
                  </a:ext>
                </a:extLst>
              </p:cNvPr>
              <p:cNvSpPr/>
              <p:nvPr/>
            </p:nvSpPr>
            <p:spPr>
              <a:xfrm>
                <a:off x="6031498" y="1593121"/>
                <a:ext cx="3723" cy="3723"/>
              </a:xfrm>
              <a:custGeom>
                <a:avLst/>
                <a:gdLst>
                  <a:gd name="connsiteX0" fmla="*/ 3724 w 3723"/>
                  <a:gd name="connsiteY0" fmla="*/ 1862 h 3723"/>
                  <a:gd name="connsiteX1" fmla="*/ 1862 w 3723"/>
                  <a:gd name="connsiteY1" fmla="*/ 3724 h 3723"/>
                  <a:gd name="connsiteX2" fmla="*/ 0 w 3723"/>
                  <a:gd name="connsiteY2" fmla="*/ 1862 h 3723"/>
                  <a:gd name="connsiteX3" fmla="*/ 1862 w 3723"/>
                  <a:gd name="connsiteY3" fmla="*/ 0 h 3723"/>
                  <a:gd name="connsiteX4" fmla="*/ 3724 w 3723"/>
                  <a:gd name="connsiteY4" fmla="*/ 1862 h 3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3" h="3723">
                    <a:moveTo>
                      <a:pt x="3724" y="1862"/>
                    </a:moveTo>
                    <a:cubicBezTo>
                      <a:pt x="3724" y="2890"/>
                      <a:pt x="2890" y="3724"/>
                      <a:pt x="1862" y="3724"/>
                    </a:cubicBezTo>
                    <a:cubicBezTo>
                      <a:pt x="834" y="3724"/>
                      <a:pt x="0" y="2890"/>
                      <a:pt x="0" y="1862"/>
                    </a:cubicBezTo>
                    <a:cubicBezTo>
                      <a:pt x="0" y="834"/>
                      <a:pt x="834" y="0"/>
                      <a:pt x="1862" y="0"/>
                    </a:cubicBezTo>
                    <a:cubicBezTo>
                      <a:pt x="2890" y="0"/>
                      <a:pt x="3724" y="834"/>
                      <a:pt x="3724" y="1862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92" name="Forme libre : forme 26891">
                <a:extLst>
                  <a:ext uri="{FF2B5EF4-FFF2-40B4-BE49-F238E27FC236}">
                    <a16:creationId xmlns:a16="http://schemas.microsoft.com/office/drawing/2014/main" id="{EE1D4E75-4D24-4F9E-9D57-E67A400505F0}"/>
                  </a:ext>
                </a:extLst>
              </p:cNvPr>
              <p:cNvSpPr/>
              <p:nvPr/>
            </p:nvSpPr>
            <p:spPr>
              <a:xfrm>
                <a:off x="6017977" y="1584299"/>
                <a:ext cx="4433" cy="4433"/>
              </a:xfrm>
              <a:custGeom>
                <a:avLst/>
                <a:gdLst>
                  <a:gd name="connsiteX0" fmla="*/ 4433 w 4433"/>
                  <a:gd name="connsiteY0" fmla="*/ 2217 h 4433"/>
                  <a:gd name="connsiteX1" fmla="*/ 2217 w 4433"/>
                  <a:gd name="connsiteY1" fmla="*/ 4433 h 4433"/>
                  <a:gd name="connsiteX2" fmla="*/ 0 w 4433"/>
                  <a:gd name="connsiteY2" fmla="*/ 2217 h 4433"/>
                  <a:gd name="connsiteX3" fmla="*/ 2217 w 4433"/>
                  <a:gd name="connsiteY3" fmla="*/ 0 h 4433"/>
                  <a:gd name="connsiteX4" fmla="*/ 4433 w 4433"/>
                  <a:gd name="connsiteY4" fmla="*/ 2217 h 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3" h="4433">
                    <a:moveTo>
                      <a:pt x="4433" y="2217"/>
                    </a:moveTo>
                    <a:cubicBezTo>
                      <a:pt x="4433" y="3441"/>
                      <a:pt x="3441" y="4433"/>
                      <a:pt x="2217" y="4433"/>
                    </a:cubicBezTo>
                    <a:cubicBezTo>
                      <a:pt x="992" y="4433"/>
                      <a:pt x="0" y="3441"/>
                      <a:pt x="0" y="2217"/>
                    </a:cubicBezTo>
                    <a:cubicBezTo>
                      <a:pt x="0" y="992"/>
                      <a:pt x="992" y="0"/>
                      <a:pt x="2217" y="0"/>
                    </a:cubicBezTo>
                    <a:cubicBezTo>
                      <a:pt x="3441" y="0"/>
                      <a:pt x="4433" y="992"/>
                      <a:pt x="4433" y="2217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93" name="Forme libre : forme 26892">
                <a:extLst>
                  <a:ext uri="{FF2B5EF4-FFF2-40B4-BE49-F238E27FC236}">
                    <a16:creationId xmlns:a16="http://schemas.microsoft.com/office/drawing/2014/main" id="{1284C5AB-0BB6-47E4-BFBC-1A2EF1BF9115}"/>
                  </a:ext>
                </a:extLst>
              </p:cNvPr>
              <p:cNvSpPr/>
              <p:nvPr/>
            </p:nvSpPr>
            <p:spPr>
              <a:xfrm>
                <a:off x="6027818" y="1580886"/>
                <a:ext cx="2925" cy="2925"/>
              </a:xfrm>
              <a:custGeom>
                <a:avLst/>
                <a:gdLst>
                  <a:gd name="connsiteX0" fmla="*/ 2926 w 2925"/>
                  <a:gd name="connsiteY0" fmla="*/ 1463 h 2925"/>
                  <a:gd name="connsiteX1" fmla="*/ 1463 w 2925"/>
                  <a:gd name="connsiteY1" fmla="*/ 2926 h 2925"/>
                  <a:gd name="connsiteX2" fmla="*/ 0 w 2925"/>
                  <a:gd name="connsiteY2" fmla="*/ 1463 h 2925"/>
                  <a:gd name="connsiteX3" fmla="*/ 1463 w 2925"/>
                  <a:gd name="connsiteY3" fmla="*/ 0 h 2925"/>
                  <a:gd name="connsiteX4" fmla="*/ 2926 w 2925"/>
                  <a:gd name="connsiteY4" fmla="*/ 1463 h 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5" h="2925">
                    <a:moveTo>
                      <a:pt x="2926" y="1463"/>
                    </a:moveTo>
                    <a:cubicBezTo>
                      <a:pt x="2926" y="2271"/>
                      <a:pt x="2271" y="2926"/>
                      <a:pt x="1463" y="2926"/>
                    </a:cubicBezTo>
                    <a:cubicBezTo>
                      <a:pt x="655" y="2926"/>
                      <a:pt x="0" y="2271"/>
                      <a:pt x="0" y="1463"/>
                    </a:cubicBezTo>
                    <a:cubicBezTo>
                      <a:pt x="0" y="655"/>
                      <a:pt x="655" y="0"/>
                      <a:pt x="1463" y="0"/>
                    </a:cubicBezTo>
                    <a:cubicBezTo>
                      <a:pt x="2271" y="0"/>
                      <a:pt x="2926" y="655"/>
                      <a:pt x="2926" y="1463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94" name="Forme libre : forme 26893">
                <a:extLst>
                  <a:ext uri="{FF2B5EF4-FFF2-40B4-BE49-F238E27FC236}">
                    <a16:creationId xmlns:a16="http://schemas.microsoft.com/office/drawing/2014/main" id="{40DAAF34-C3D8-4371-92E9-DA91FD59BF90}"/>
                  </a:ext>
                </a:extLst>
              </p:cNvPr>
              <p:cNvSpPr/>
              <p:nvPr/>
            </p:nvSpPr>
            <p:spPr>
              <a:xfrm>
                <a:off x="6022898" y="1590461"/>
                <a:ext cx="4433" cy="4433"/>
              </a:xfrm>
              <a:custGeom>
                <a:avLst/>
                <a:gdLst>
                  <a:gd name="connsiteX0" fmla="*/ 4433 w 4433"/>
                  <a:gd name="connsiteY0" fmla="*/ 2216 h 4433"/>
                  <a:gd name="connsiteX1" fmla="*/ 2217 w 4433"/>
                  <a:gd name="connsiteY1" fmla="*/ 4433 h 4433"/>
                  <a:gd name="connsiteX2" fmla="*/ 0 w 4433"/>
                  <a:gd name="connsiteY2" fmla="*/ 2216 h 4433"/>
                  <a:gd name="connsiteX3" fmla="*/ 2217 w 4433"/>
                  <a:gd name="connsiteY3" fmla="*/ 0 h 4433"/>
                  <a:gd name="connsiteX4" fmla="*/ 4433 w 4433"/>
                  <a:gd name="connsiteY4" fmla="*/ 2216 h 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3" h="4433">
                    <a:moveTo>
                      <a:pt x="4433" y="2216"/>
                    </a:moveTo>
                    <a:cubicBezTo>
                      <a:pt x="4433" y="3441"/>
                      <a:pt x="3441" y="4433"/>
                      <a:pt x="2217" y="4433"/>
                    </a:cubicBezTo>
                    <a:cubicBezTo>
                      <a:pt x="992" y="4433"/>
                      <a:pt x="0" y="3441"/>
                      <a:pt x="0" y="2216"/>
                    </a:cubicBezTo>
                    <a:cubicBezTo>
                      <a:pt x="0" y="992"/>
                      <a:pt x="992" y="0"/>
                      <a:pt x="2217" y="0"/>
                    </a:cubicBezTo>
                    <a:cubicBezTo>
                      <a:pt x="3441" y="0"/>
                      <a:pt x="4433" y="992"/>
                      <a:pt x="4433" y="2216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95" name="Forme libre : forme 26894">
                <a:extLst>
                  <a:ext uri="{FF2B5EF4-FFF2-40B4-BE49-F238E27FC236}">
                    <a16:creationId xmlns:a16="http://schemas.microsoft.com/office/drawing/2014/main" id="{DE470230-B18B-46E0-90BA-8EEBF73B9B09}"/>
                  </a:ext>
                </a:extLst>
              </p:cNvPr>
              <p:cNvSpPr/>
              <p:nvPr/>
            </p:nvSpPr>
            <p:spPr>
              <a:xfrm>
                <a:off x="6008889" y="1607041"/>
                <a:ext cx="4787" cy="4787"/>
              </a:xfrm>
              <a:custGeom>
                <a:avLst/>
                <a:gdLst>
                  <a:gd name="connsiteX0" fmla="*/ 4788 w 4787"/>
                  <a:gd name="connsiteY0" fmla="*/ 2394 h 4787"/>
                  <a:gd name="connsiteX1" fmla="*/ 2394 w 4787"/>
                  <a:gd name="connsiteY1" fmla="*/ 4788 h 4787"/>
                  <a:gd name="connsiteX2" fmla="*/ 0 w 4787"/>
                  <a:gd name="connsiteY2" fmla="*/ 2394 h 4787"/>
                  <a:gd name="connsiteX3" fmla="*/ 2394 w 4787"/>
                  <a:gd name="connsiteY3" fmla="*/ 0 h 4787"/>
                  <a:gd name="connsiteX4" fmla="*/ 4788 w 4787"/>
                  <a:gd name="connsiteY4" fmla="*/ 2394 h 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87" h="4787">
                    <a:moveTo>
                      <a:pt x="4788" y="2394"/>
                    </a:moveTo>
                    <a:cubicBezTo>
                      <a:pt x="4788" y="3716"/>
                      <a:pt x="3716" y="4788"/>
                      <a:pt x="2394" y="4788"/>
                    </a:cubicBezTo>
                    <a:cubicBezTo>
                      <a:pt x="1072" y="4788"/>
                      <a:pt x="0" y="3716"/>
                      <a:pt x="0" y="2394"/>
                    </a:cubicBezTo>
                    <a:cubicBezTo>
                      <a:pt x="0" y="1072"/>
                      <a:pt x="1072" y="0"/>
                      <a:pt x="2394" y="0"/>
                    </a:cubicBezTo>
                    <a:cubicBezTo>
                      <a:pt x="3716" y="0"/>
                      <a:pt x="4788" y="1072"/>
                      <a:pt x="4788" y="2394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96" name="Forme libre : forme 26895">
                <a:extLst>
                  <a:ext uri="{FF2B5EF4-FFF2-40B4-BE49-F238E27FC236}">
                    <a16:creationId xmlns:a16="http://schemas.microsoft.com/office/drawing/2014/main" id="{FE5F703E-A1AD-42B8-A8CE-D79C3B7D9942}"/>
                  </a:ext>
                </a:extLst>
              </p:cNvPr>
              <p:cNvSpPr/>
              <p:nvPr/>
            </p:nvSpPr>
            <p:spPr>
              <a:xfrm>
                <a:off x="6018731" y="1599549"/>
                <a:ext cx="2482" cy="2482"/>
              </a:xfrm>
              <a:custGeom>
                <a:avLst/>
                <a:gdLst>
                  <a:gd name="connsiteX0" fmla="*/ 2483 w 2482"/>
                  <a:gd name="connsiteY0" fmla="*/ 1241 h 2482"/>
                  <a:gd name="connsiteX1" fmla="*/ 1241 w 2482"/>
                  <a:gd name="connsiteY1" fmla="*/ 2483 h 2482"/>
                  <a:gd name="connsiteX2" fmla="*/ 0 w 2482"/>
                  <a:gd name="connsiteY2" fmla="*/ 1241 h 2482"/>
                  <a:gd name="connsiteX3" fmla="*/ 1241 w 2482"/>
                  <a:gd name="connsiteY3" fmla="*/ 0 h 2482"/>
                  <a:gd name="connsiteX4" fmla="*/ 2483 w 2482"/>
                  <a:gd name="connsiteY4" fmla="*/ 1241 h 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2" h="2482">
                    <a:moveTo>
                      <a:pt x="2483" y="1241"/>
                    </a:moveTo>
                    <a:cubicBezTo>
                      <a:pt x="2483" y="1927"/>
                      <a:pt x="1927" y="2483"/>
                      <a:pt x="1241" y="2483"/>
                    </a:cubicBezTo>
                    <a:cubicBezTo>
                      <a:pt x="556" y="2483"/>
                      <a:pt x="0" y="1927"/>
                      <a:pt x="0" y="1241"/>
                    </a:cubicBezTo>
                    <a:cubicBezTo>
                      <a:pt x="0" y="556"/>
                      <a:pt x="556" y="0"/>
                      <a:pt x="1241" y="0"/>
                    </a:cubicBezTo>
                    <a:cubicBezTo>
                      <a:pt x="1927" y="0"/>
                      <a:pt x="2483" y="556"/>
                      <a:pt x="2483" y="1241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97" name="Forme libre : forme 26896">
                <a:extLst>
                  <a:ext uri="{FF2B5EF4-FFF2-40B4-BE49-F238E27FC236}">
                    <a16:creationId xmlns:a16="http://schemas.microsoft.com/office/drawing/2014/main" id="{D4A4E485-532E-4B11-B2DD-005E7509D7E2}"/>
                  </a:ext>
                </a:extLst>
              </p:cNvPr>
              <p:cNvSpPr/>
              <p:nvPr/>
            </p:nvSpPr>
            <p:spPr>
              <a:xfrm>
                <a:off x="6000067" y="1568828"/>
                <a:ext cx="5142" cy="5142"/>
              </a:xfrm>
              <a:custGeom>
                <a:avLst/>
                <a:gdLst>
                  <a:gd name="connsiteX0" fmla="*/ 5142 w 5142"/>
                  <a:gd name="connsiteY0" fmla="*/ 2571 h 5142"/>
                  <a:gd name="connsiteX1" fmla="*/ 2571 w 5142"/>
                  <a:gd name="connsiteY1" fmla="*/ 5142 h 5142"/>
                  <a:gd name="connsiteX2" fmla="*/ 0 w 5142"/>
                  <a:gd name="connsiteY2" fmla="*/ 2571 h 5142"/>
                  <a:gd name="connsiteX3" fmla="*/ 2571 w 5142"/>
                  <a:gd name="connsiteY3" fmla="*/ 0 h 5142"/>
                  <a:gd name="connsiteX4" fmla="*/ 5142 w 5142"/>
                  <a:gd name="connsiteY4" fmla="*/ 2571 h 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2" h="5142">
                    <a:moveTo>
                      <a:pt x="5142" y="2571"/>
                    </a:moveTo>
                    <a:cubicBezTo>
                      <a:pt x="5142" y="3991"/>
                      <a:pt x="3991" y="5142"/>
                      <a:pt x="2571" y="5142"/>
                    </a:cubicBezTo>
                    <a:cubicBezTo>
                      <a:pt x="1151" y="5142"/>
                      <a:pt x="0" y="3991"/>
                      <a:pt x="0" y="2571"/>
                    </a:cubicBezTo>
                    <a:cubicBezTo>
                      <a:pt x="0" y="1151"/>
                      <a:pt x="1151" y="0"/>
                      <a:pt x="2571" y="0"/>
                    </a:cubicBezTo>
                    <a:cubicBezTo>
                      <a:pt x="3991" y="0"/>
                      <a:pt x="5142" y="1151"/>
                      <a:pt x="5142" y="2571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98" name="Forme libre : forme 26897">
                <a:extLst>
                  <a:ext uri="{FF2B5EF4-FFF2-40B4-BE49-F238E27FC236}">
                    <a16:creationId xmlns:a16="http://schemas.microsoft.com/office/drawing/2014/main" id="{A66B11D8-93C1-4B97-A647-04DABA2AEC47}"/>
                  </a:ext>
                </a:extLst>
              </p:cNvPr>
              <p:cNvSpPr/>
              <p:nvPr/>
            </p:nvSpPr>
            <p:spPr>
              <a:xfrm>
                <a:off x="6003259" y="1563907"/>
                <a:ext cx="2482" cy="2482"/>
              </a:xfrm>
              <a:custGeom>
                <a:avLst/>
                <a:gdLst>
                  <a:gd name="connsiteX0" fmla="*/ 2483 w 2482"/>
                  <a:gd name="connsiteY0" fmla="*/ 1241 h 2482"/>
                  <a:gd name="connsiteX1" fmla="*/ 1241 w 2482"/>
                  <a:gd name="connsiteY1" fmla="*/ 2483 h 2482"/>
                  <a:gd name="connsiteX2" fmla="*/ 0 w 2482"/>
                  <a:gd name="connsiteY2" fmla="*/ 1241 h 2482"/>
                  <a:gd name="connsiteX3" fmla="*/ 1241 w 2482"/>
                  <a:gd name="connsiteY3" fmla="*/ 0 h 2482"/>
                  <a:gd name="connsiteX4" fmla="*/ 2483 w 2482"/>
                  <a:gd name="connsiteY4" fmla="*/ 1241 h 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2" h="2482">
                    <a:moveTo>
                      <a:pt x="2483" y="1241"/>
                    </a:moveTo>
                    <a:cubicBezTo>
                      <a:pt x="2483" y="1927"/>
                      <a:pt x="1927" y="2483"/>
                      <a:pt x="1241" y="2483"/>
                    </a:cubicBezTo>
                    <a:cubicBezTo>
                      <a:pt x="556" y="2483"/>
                      <a:pt x="0" y="1927"/>
                      <a:pt x="0" y="1241"/>
                    </a:cubicBezTo>
                    <a:cubicBezTo>
                      <a:pt x="0" y="556"/>
                      <a:pt x="556" y="0"/>
                      <a:pt x="1241" y="0"/>
                    </a:cubicBezTo>
                    <a:cubicBezTo>
                      <a:pt x="1927" y="0"/>
                      <a:pt x="2483" y="556"/>
                      <a:pt x="2483" y="1241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899" name="Forme libre : forme 26898">
                <a:extLst>
                  <a:ext uri="{FF2B5EF4-FFF2-40B4-BE49-F238E27FC236}">
                    <a16:creationId xmlns:a16="http://schemas.microsoft.com/office/drawing/2014/main" id="{853BAB44-EF9C-4A35-8DF7-977FF5E7C97E}"/>
                  </a:ext>
                </a:extLst>
              </p:cNvPr>
              <p:cNvSpPr/>
              <p:nvPr/>
            </p:nvSpPr>
            <p:spPr>
              <a:xfrm>
                <a:off x="6010130" y="1565636"/>
                <a:ext cx="2925" cy="2925"/>
              </a:xfrm>
              <a:custGeom>
                <a:avLst/>
                <a:gdLst>
                  <a:gd name="connsiteX0" fmla="*/ 2926 w 2925"/>
                  <a:gd name="connsiteY0" fmla="*/ 1463 h 2925"/>
                  <a:gd name="connsiteX1" fmla="*/ 1463 w 2925"/>
                  <a:gd name="connsiteY1" fmla="*/ 2926 h 2925"/>
                  <a:gd name="connsiteX2" fmla="*/ 0 w 2925"/>
                  <a:gd name="connsiteY2" fmla="*/ 1463 h 2925"/>
                  <a:gd name="connsiteX3" fmla="*/ 1463 w 2925"/>
                  <a:gd name="connsiteY3" fmla="*/ 0 h 2925"/>
                  <a:gd name="connsiteX4" fmla="*/ 2926 w 2925"/>
                  <a:gd name="connsiteY4" fmla="*/ 1463 h 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5" h="2925">
                    <a:moveTo>
                      <a:pt x="2926" y="1463"/>
                    </a:moveTo>
                    <a:cubicBezTo>
                      <a:pt x="2926" y="2271"/>
                      <a:pt x="2271" y="2926"/>
                      <a:pt x="1463" y="2926"/>
                    </a:cubicBezTo>
                    <a:cubicBezTo>
                      <a:pt x="655" y="2926"/>
                      <a:pt x="0" y="2271"/>
                      <a:pt x="0" y="1463"/>
                    </a:cubicBezTo>
                    <a:cubicBezTo>
                      <a:pt x="0" y="655"/>
                      <a:pt x="655" y="0"/>
                      <a:pt x="1463" y="0"/>
                    </a:cubicBezTo>
                    <a:cubicBezTo>
                      <a:pt x="2271" y="0"/>
                      <a:pt x="2926" y="655"/>
                      <a:pt x="2926" y="1463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00" name="Forme libre : forme 26899">
                <a:extLst>
                  <a:ext uri="{FF2B5EF4-FFF2-40B4-BE49-F238E27FC236}">
                    <a16:creationId xmlns:a16="http://schemas.microsoft.com/office/drawing/2014/main" id="{0E447A0E-9FB5-42E1-A061-3B68319A277F}"/>
                  </a:ext>
                </a:extLst>
              </p:cNvPr>
              <p:cNvSpPr/>
              <p:nvPr/>
            </p:nvSpPr>
            <p:spPr>
              <a:xfrm>
                <a:off x="5998826" y="1561203"/>
                <a:ext cx="3457" cy="3457"/>
              </a:xfrm>
              <a:custGeom>
                <a:avLst/>
                <a:gdLst>
                  <a:gd name="connsiteX0" fmla="*/ 3458 w 3457"/>
                  <a:gd name="connsiteY0" fmla="*/ 1729 h 3457"/>
                  <a:gd name="connsiteX1" fmla="*/ 1729 w 3457"/>
                  <a:gd name="connsiteY1" fmla="*/ 3458 h 3457"/>
                  <a:gd name="connsiteX2" fmla="*/ 0 w 3457"/>
                  <a:gd name="connsiteY2" fmla="*/ 1729 h 3457"/>
                  <a:gd name="connsiteX3" fmla="*/ 1729 w 3457"/>
                  <a:gd name="connsiteY3" fmla="*/ 0 h 3457"/>
                  <a:gd name="connsiteX4" fmla="*/ 3458 w 3457"/>
                  <a:gd name="connsiteY4" fmla="*/ 1729 h 3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57" h="3457">
                    <a:moveTo>
                      <a:pt x="3458" y="1729"/>
                    </a:moveTo>
                    <a:cubicBezTo>
                      <a:pt x="3458" y="2684"/>
                      <a:pt x="2684" y="3458"/>
                      <a:pt x="1729" y="3458"/>
                    </a:cubicBezTo>
                    <a:cubicBezTo>
                      <a:pt x="774" y="3458"/>
                      <a:pt x="0" y="2684"/>
                      <a:pt x="0" y="1729"/>
                    </a:cubicBezTo>
                    <a:cubicBezTo>
                      <a:pt x="0" y="774"/>
                      <a:pt x="774" y="0"/>
                      <a:pt x="1729" y="0"/>
                    </a:cubicBezTo>
                    <a:cubicBezTo>
                      <a:pt x="2684" y="0"/>
                      <a:pt x="3458" y="774"/>
                      <a:pt x="3458" y="1729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01" name="Forme libre : forme 26900">
                <a:extLst>
                  <a:ext uri="{FF2B5EF4-FFF2-40B4-BE49-F238E27FC236}">
                    <a16:creationId xmlns:a16="http://schemas.microsoft.com/office/drawing/2014/main" id="{654779ED-407C-454D-95B4-61D7F374B01B}"/>
                  </a:ext>
                </a:extLst>
              </p:cNvPr>
              <p:cNvSpPr/>
              <p:nvPr/>
            </p:nvSpPr>
            <p:spPr>
              <a:xfrm>
                <a:off x="5985305" y="1570069"/>
                <a:ext cx="1950" cy="1950"/>
              </a:xfrm>
              <a:custGeom>
                <a:avLst/>
                <a:gdLst>
                  <a:gd name="connsiteX0" fmla="*/ 1951 w 1950"/>
                  <a:gd name="connsiteY0" fmla="*/ 975 h 1950"/>
                  <a:gd name="connsiteX1" fmla="*/ 975 w 1950"/>
                  <a:gd name="connsiteY1" fmla="*/ 1951 h 1950"/>
                  <a:gd name="connsiteX2" fmla="*/ 0 w 1950"/>
                  <a:gd name="connsiteY2" fmla="*/ 975 h 1950"/>
                  <a:gd name="connsiteX3" fmla="*/ 975 w 1950"/>
                  <a:gd name="connsiteY3" fmla="*/ 0 h 1950"/>
                  <a:gd name="connsiteX4" fmla="*/ 1951 w 1950"/>
                  <a:gd name="connsiteY4" fmla="*/ 975 h 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0" h="1950">
                    <a:moveTo>
                      <a:pt x="1951" y="975"/>
                    </a:moveTo>
                    <a:cubicBezTo>
                      <a:pt x="1951" y="1514"/>
                      <a:pt x="1514" y="1951"/>
                      <a:pt x="975" y="1951"/>
                    </a:cubicBezTo>
                    <a:cubicBezTo>
                      <a:pt x="437" y="1951"/>
                      <a:pt x="0" y="1514"/>
                      <a:pt x="0" y="975"/>
                    </a:cubicBezTo>
                    <a:cubicBezTo>
                      <a:pt x="0" y="437"/>
                      <a:pt x="437" y="0"/>
                      <a:pt x="975" y="0"/>
                    </a:cubicBezTo>
                    <a:cubicBezTo>
                      <a:pt x="1514" y="0"/>
                      <a:pt x="1951" y="437"/>
                      <a:pt x="1951" y="975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02" name="Forme libre : forme 26901">
                <a:extLst>
                  <a:ext uri="{FF2B5EF4-FFF2-40B4-BE49-F238E27FC236}">
                    <a16:creationId xmlns:a16="http://schemas.microsoft.com/office/drawing/2014/main" id="{E28C24C8-0822-474D-84D5-D6BC7966E9AE}"/>
                  </a:ext>
                </a:extLst>
              </p:cNvPr>
              <p:cNvSpPr/>
              <p:nvPr/>
            </p:nvSpPr>
            <p:spPr>
              <a:xfrm>
                <a:off x="5974045" y="1581640"/>
                <a:ext cx="2925" cy="2925"/>
              </a:xfrm>
              <a:custGeom>
                <a:avLst/>
                <a:gdLst>
                  <a:gd name="connsiteX0" fmla="*/ 2926 w 2925"/>
                  <a:gd name="connsiteY0" fmla="*/ 1463 h 2925"/>
                  <a:gd name="connsiteX1" fmla="*/ 1463 w 2925"/>
                  <a:gd name="connsiteY1" fmla="*/ 2926 h 2925"/>
                  <a:gd name="connsiteX2" fmla="*/ 0 w 2925"/>
                  <a:gd name="connsiteY2" fmla="*/ 1463 h 2925"/>
                  <a:gd name="connsiteX3" fmla="*/ 1463 w 2925"/>
                  <a:gd name="connsiteY3" fmla="*/ 0 h 2925"/>
                  <a:gd name="connsiteX4" fmla="*/ 2926 w 2925"/>
                  <a:gd name="connsiteY4" fmla="*/ 1463 h 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5" h="2925">
                    <a:moveTo>
                      <a:pt x="2926" y="1463"/>
                    </a:moveTo>
                    <a:cubicBezTo>
                      <a:pt x="2926" y="2271"/>
                      <a:pt x="2271" y="2926"/>
                      <a:pt x="1463" y="2926"/>
                    </a:cubicBezTo>
                    <a:cubicBezTo>
                      <a:pt x="655" y="2926"/>
                      <a:pt x="0" y="2271"/>
                      <a:pt x="0" y="1463"/>
                    </a:cubicBezTo>
                    <a:cubicBezTo>
                      <a:pt x="0" y="655"/>
                      <a:pt x="655" y="0"/>
                      <a:pt x="1463" y="0"/>
                    </a:cubicBezTo>
                    <a:cubicBezTo>
                      <a:pt x="2271" y="0"/>
                      <a:pt x="2926" y="655"/>
                      <a:pt x="2926" y="1463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03" name="Forme libre : forme 26902">
                <a:extLst>
                  <a:ext uri="{FF2B5EF4-FFF2-40B4-BE49-F238E27FC236}">
                    <a16:creationId xmlns:a16="http://schemas.microsoft.com/office/drawing/2014/main" id="{EE5FE9C4-B4F2-486F-A6CC-8A55E4BD98B7}"/>
                  </a:ext>
                </a:extLst>
              </p:cNvPr>
              <p:cNvSpPr/>
              <p:nvPr/>
            </p:nvSpPr>
            <p:spPr>
              <a:xfrm>
                <a:off x="5977946" y="1602475"/>
                <a:ext cx="3457" cy="3457"/>
              </a:xfrm>
              <a:custGeom>
                <a:avLst/>
                <a:gdLst>
                  <a:gd name="connsiteX0" fmla="*/ 3458 w 3457"/>
                  <a:gd name="connsiteY0" fmla="*/ 1729 h 3457"/>
                  <a:gd name="connsiteX1" fmla="*/ 1729 w 3457"/>
                  <a:gd name="connsiteY1" fmla="*/ 3458 h 3457"/>
                  <a:gd name="connsiteX2" fmla="*/ 0 w 3457"/>
                  <a:gd name="connsiteY2" fmla="*/ 1729 h 3457"/>
                  <a:gd name="connsiteX3" fmla="*/ 1729 w 3457"/>
                  <a:gd name="connsiteY3" fmla="*/ 0 h 3457"/>
                  <a:gd name="connsiteX4" fmla="*/ 3458 w 3457"/>
                  <a:gd name="connsiteY4" fmla="*/ 1729 h 3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57" h="3457">
                    <a:moveTo>
                      <a:pt x="3458" y="1729"/>
                    </a:moveTo>
                    <a:cubicBezTo>
                      <a:pt x="3458" y="2684"/>
                      <a:pt x="2684" y="3458"/>
                      <a:pt x="1729" y="3458"/>
                    </a:cubicBezTo>
                    <a:cubicBezTo>
                      <a:pt x="774" y="3458"/>
                      <a:pt x="0" y="2684"/>
                      <a:pt x="0" y="1729"/>
                    </a:cubicBezTo>
                    <a:cubicBezTo>
                      <a:pt x="0" y="774"/>
                      <a:pt x="774" y="0"/>
                      <a:pt x="1729" y="0"/>
                    </a:cubicBezTo>
                    <a:cubicBezTo>
                      <a:pt x="2684" y="0"/>
                      <a:pt x="3458" y="774"/>
                      <a:pt x="3458" y="1729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04" name="Forme libre : forme 26903">
                <a:extLst>
                  <a:ext uri="{FF2B5EF4-FFF2-40B4-BE49-F238E27FC236}">
                    <a16:creationId xmlns:a16="http://schemas.microsoft.com/office/drawing/2014/main" id="{AA33F993-A2E3-497E-9633-442D05BF8960}"/>
                  </a:ext>
                </a:extLst>
              </p:cNvPr>
              <p:cNvSpPr/>
              <p:nvPr/>
            </p:nvSpPr>
            <p:spPr>
              <a:xfrm>
                <a:off x="5986546" y="1599815"/>
                <a:ext cx="1684" cy="1684"/>
              </a:xfrm>
              <a:custGeom>
                <a:avLst/>
                <a:gdLst>
                  <a:gd name="connsiteX0" fmla="*/ 1685 w 1684"/>
                  <a:gd name="connsiteY0" fmla="*/ 842 h 1684"/>
                  <a:gd name="connsiteX1" fmla="*/ 842 w 1684"/>
                  <a:gd name="connsiteY1" fmla="*/ 1685 h 1684"/>
                  <a:gd name="connsiteX2" fmla="*/ 0 w 1684"/>
                  <a:gd name="connsiteY2" fmla="*/ 842 h 1684"/>
                  <a:gd name="connsiteX3" fmla="*/ 842 w 1684"/>
                  <a:gd name="connsiteY3" fmla="*/ 0 h 1684"/>
                  <a:gd name="connsiteX4" fmla="*/ 1685 w 1684"/>
                  <a:gd name="connsiteY4" fmla="*/ 842 h 1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4" h="1684">
                    <a:moveTo>
                      <a:pt x="1685" y="842"/>
                    </a:moveTo>
                    <a:cubicBezTo>
                      <a:pt x="1685" y="1307"/>
                      <a:pt x="1308" y="1685"/>
                      <a:pt x="842" y="1685"/>
                    </a:cubicBezTo>
                    <a:cubicBezTo>
                      <a:pt x="377" y="1685"/>
                      <a:pt x="0" y="1308"/>
                      <a:pt x="0" y="842"/>
                    </a:cubicBezTo>
                    <a:cubicBezTo>
                      <a:pt x="0" y="377"/>
                      <a:pt x="377" y="0"/>
                      <a:pt x="842" y="0"/>
                    </a:cubicBezTo>
                    <a:cubicBezTo>
                      <a:pt x="1307" y="0"/>
                      <a:pt x="1685" y="377"/>
                      <a:pt x="1685" y="842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05" name="Forme libre : forme 26904">
                <a:extLst>
                  <a:ext uri="{FF2B5EF4-FFF2-40B4-BE49-F238E27FC236}">
                    <a16:creationId xmlns:a16="http://schemas.microsoft.com/office/drawing/2014/main" id="{3E925FF4-A7A7-407B-AD81-174C07F9D30D}"/>
                  </a:ext>
                </a:extLst>
              </p:cNvPr>
              <p:cNvSpPr/>
              <p:nvPr/>
            </p:nvSpPr>
            <p:spPr>
              <a:xfrm>
                <a:off x="6020460" y="1615021"/>
                <a:ext cx="3457" cy="3457"/>
              </a:xfrm>
              <a:custGeom>
                <a:avLst/>
                <a:gdLst>
                  <a:gd name="connsiteX0" fmla="*/ 3458 w 3457"/>
                  <a:gd name="connsiteY0" fmla="*/ 1729 h 3457"/>
                  <a:gd name="connsiteX1" fmla="*/ 1729 w 3457"/>
                  <a:gd name="connsiteY1" fmla="*/ 3458 h 3457"/>
                  <a:gd name="connsiteX2" fmla="*/ 0 w 3457"/>
                  <a:gd name="connsiteY2" fmla="*/ 1729 h 3457"/>
                  <a:gd name="connsiteX3" fmla="*/ 1729 w 3457"/>
                  <a:gd name="connsiteY3" fmla="*/ 0 h 3457"/>
                  <a:gd name="connsiteX4" fmla="*/ 3458 w 3457"/>
                  <a:gd name="connsiteY4" fmla="*/ 1729 h 3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57" h="3457">
                    <a:moveTo>
                      <a:pt x="3458" y="1729"/>
                    </a:moveTo>
                    <a:cubicBezTo>
                      <a:pt x="3458" y="2684"/>
                      <a:pt x="2684" y="3458"/>
                      <a:pt x="1729" y="3458"/>
                    </a:cubicBezTo>
                    <a:cubicBezTo>
                      <a:pt x="774" y="3458"/>
                      <a:pt x="0" y="2684"/>
                      <a:pt x="0" y="1729"/>
                    </a:cubicBezTo>
                    <a:cubicBezTo>
                      <a:pt x="0" y="774"/>
                      <a:pt x="774" y="0"/>
                      <a:pt x="1729" y="0"/>
                    </a:cubicBezTo>
                    <a:cubicBezTo>
                      <a:pt x="2684" y="0"/>
                      <a:pt x="3458" y="774"/>
                      <a:pt x="3458" y="1729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06" name="Forme libre : forme 26905">
                <a:extLst>
                  <a:ext uri="{FF2B5EF4-FFF2-40B4-BE49-F238E27FC236}">
                    <a16:creationId xmlns:a16="http://schemas.microsoft.com/office/drawing/2014/main" id="{749838DF-CCC2-43E4-B81E-8759C5282726}"/>
                  </a:ext>
                </a:extLst>
              </p:cNvPr>
              <p:cNvSpPr/>
              <p:nvPr/>
            </p:nvSpPr>
            <p:spPr>
              <a:xfrm>
                <a:off x="6048255" y="1596136"/>
                <a:ext cx="2659" cy="2659"/>
              </a:xfrm>
              <a:custGeom>
                <a:avLst/>
                <a:gdLst>
                  <a:gd name="connsiteX0" fmla="*/ 2660 w 2659"/>
                  <a:gd name="connsiteY0" fmla="*/ 1330 h 2659"/>
                  <a:gd name="connsiteX1" fmla="*/ 1330 w 2659"/>
                  <a:gd name="connsiteY1" fmla="*/ 2660 h 2659"/>
                  <a:gd name="connsiteX2" fmla="*/ 0 w 2659"/>
                  <a:gd name="connsiteY2" fmla="*/ 1330 h 2659"/>
                  <a:gd name="connsiteX3" fmla="*/ 1330 w 2659"/>
                  <a:gd name="connsiteY3" fmla="*/ 0 h 2659"/>
                  <a:gd name="connsiteX4" fmla="*/ 2660 w 2659"/>
                  <a:gd name="connsiteY4" fmla="*/ 1330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9" h="2659">
                    <a:moveTo>
                      <a:pt x="2660" y="1330"/>
                    </a:moveTo>
                    <a:cubicBezTo>
                      <a:pt x="2660" y="2064"/>
                      <a:pt x="2064" y="2660"/>
                      <a:pt x="1330" y="2660"/>
                    </a:cubicBezTo>
                    <a:cubicBezTo>
                      <a:pt x="595" y="2660"/>
                      <a:pt x="0" y="2064"/>
                      <a:pt x="0" y="1330"/>
                    </a:cubicBezTo>
                    <a:cubicBezTo>
                      <a:pt x="0" y="595"/>
                      <a:pt x="595" y="0"/>
                      <a:pt x="1330" y="0"/>
                    </a:cubicBezTo>
                    <a:cubicBezTo>
                      <a:pt x="2064" y="0"/>
                      <a:pt x="2660" y="595"/>
                      <a:pt x="2660" y="1330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07" name="Forme libre : forme 26906">
                <a:extLst>
                  <a:ext uri="{FF2B5EF4-FFF2-40B4-BE49-F238E27FC236}">
                    <a16:creationId xmlns:a16="http://schemas.microsoft.com/office/drawing/2014/main" id="{470FEDF2-B6BC-49DD-A4F6-2E635C31FD8C}"/>
                  </a:ext>
                </a:extLst>
              </p:cNvPr>
              <p:cNvSpPr/>
              <p:nvPr/>
            </p:nvSpPr>
            <p:spPr>
              <a:xfrm>
                <a:off x="6060978" y="1594141"/>
                <a:ext cx="3723" cy="3723"/>
              </a:xfrm>
              <a:custGeom>
                <a:avLst/>
                <a:gdLst>
                  <a:gd name="connsiteX0" fmla="*/ 3724 w 3723"/>
                  <a:gd name="connsiteY0" fmla="*/ 1862 h 3723"/>
                  <a:gd name="connsiteX1" fmla="*/ 1862 w 3723"/>
                  <a:gd name="connsiteY1" fmla="*/ 3724 h 3723"/>
                  <a:gd name="connsiteX2" fmla="*/ 0 w 3723"/>
                  <a:gd name="connsiteY2" fmla="*/ 1862 h 3723"/>
                  <a:gd name="connsiteX3" fmla="*/ 1862 w 3723"/>
                  <a:gd name="connsiteY3" fmla="*/ 0 h 3723"/>
                  <a:gd name="connsiteX4" fmla="*/ 3724 w 3723"/>
                  <a:gd name="connsiteY4" fmla="*/ 1862 h 3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3" h="3723">
                    <a:moveTo>
                      <a:pt x="3724" y="1862"/>
                    </a:moveTo>
                    <a:cubicBezTo>
                      <a:pt x="3724" y="2890"/>
                      <a:pt x="2890" y="3724"/>
                      <a:pt x="1862" y="3724"/>
                    </a:cubicBezTo>
                    <a:cubicBezTo>
                      <a:pt x="834" y="3724"/>
                      <a:pt x="0" y="2890"/>
                      <a:pt x="0" y="1862"/>
                    </a:cubicBezTo>
                    <a:cubicBezTo>
                      <a:pt x="0" y="834"/>
                      <a:pt x="834" y="0"/>
                      <a:pt x="1862" y="0"/>
                    </a:cubicBezTo>
                    <a:cubicBezTo>
                      <a:pt x="2890" y="0"/>
                      <a:pt x="3724" y="834"/>
                      <a:pt x="3724" y="1862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08" name="Forme libre : forme 26907">
                <a:extLst>
                  <a:ext uri="{FF2B5EF4-FFF2-40B4-BE49-F238E27FC236}">
                    <a16:creationId xmlns:a16="http://schemas.microsoft.com/office/drawing/2014/main" id="{5341B60C-2D95-494F-84F7-07DB72A5EC52}"/>
                  </a:ext>
                </a:extLst>
              </p:cNvPr>
              <p:cNvSpPr/>
              <p:nvPr/>
            </p:nvSpPr>
            <p:spPr>
              <a:xfrm>
                <a:off x="6069091" y="1595338"/>
                <a:ext cx="2482" cy="2482"/>
              </a:xfrm>
              <a:custGeom>
                <a:avLst/>
                <a:gdLst>
                  <a:gd name="connsiteX0" fmla="*/ 2482 w 2482"/>
                  <a:gd name="connsiteY0" fmla="*/ 1241 h 2482"/>
                  <a:gd name="connsiteX1" fmla="*/ 1241 w 2482"/>
                  <a:gd name="connsiteY1" fmla="*/ 2483 h 2482"/>
                  <a:gd name="connsiteX2" fmla="*/ 0 w 2482"/>
                  <a:gd name="connsiteY2" fmla="*/ 1241 h 2482"/>
                  <a:gd name="connsiteX3" fmla="*/ 1241 w 2482"/>
                  <a:gd name="connsiteY3" fmla="*/ 0 h 2482"/>
                  <a:gd name="connsiteX4" fmla="*/ 2482 w 2482"/>
                  <a:gd name="connsiteY4" fmla="*/ 1241 h 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2" h="2482">
                    <a:moveTo>
                      <a:pt x="2482" y="1241"/>
                    </a:moveTo>
                    <a:cubicBezTo>
                      <a:pt x="2482" y="1927"/>
                      <a:pt x="1927" y="2483"/>
                      <a:pt x="1241" y="2483"/>
                    </a:cubicBezTo>
                    <a:cubicBezTo>
                      <a:pt x="556" y="2483"/>
                      <a:pt x="0" y="1927"/>
                      <a:pt x="0" y="1241"/>
                    </a:cubicBezTo>
                    <a:cubicBezTo>
                      <a:pt x="0" y="556"/>
                      <a:pt x="556" y="0"/>
                      <a:pt x="1241" y="0"/>
                    </a:cubicBezTo>
                    <a:cubicBezTo>
                      <a:pt x="1927" y="0"/>
                      <a:pt x="2482" y="556"/>
                      <a:pt x="2482" y="1241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09" name="Forme libre : forme 26908">
                <a:extLst>
                  <a:ext uri="{FF2B5EF4-FFF2-40B4-BE49-F238E27FC236}">
                    <a16:creationId xmlns:a16="http://schemas.microsoft.com/office/drawing/2014/main" id="{F224E450-B81E-4D18-8EFE-C0F804EA8136}"/>
                  </a:ext>
                </a:extLst>
              </p:cNvPr>
              <p:cNvSpPr/>
              <p:nvPr/>
            </p:nvSpPr>
            <p:spPr>
              <a:xfrm>
                <a:off x="6071307" y="1593432"/>
                <a:ext cx="1950" cy="1950"/>
              </a:xfrm>
              <a:custGeom>
                <a:avLst/>
                <a:gdLst>
                  <a:gd name="connsiteX0" fmla="*/ 1951 w 1950"/>
                  <a:gd name="connsiteY0" fmla="*/ 975 h 1950"/>
                  <a:gd name="connsiteX1" fmla="*/ 975 w 1950"/>
                  <a:gd name="connsiteY1" fmla="*/ 1951 h 1950"/>
                  <a:gd name="connsiteX2" fmla="*/ 0 w 1950"/>
                  <a:gd name="connsiteY2" fmla="*/ 975 h 1950"/>
                  <a:gd name="connsiteX3" fmla="*/ 975 w 1950"/>
                  <a:gd name="connsiteY3" fmla="*/ 0 h 1950"/>
                  <a:gd name="connsiteX4" fmla="*/ 1951 w 1950"/>
                  <a:gd name="connsiteY4" fmla="*/ 975 h 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0" h="1950">
                    <a:moveTo>
                      <a:pt x="1951" y="975"/>
                    </a:moveTo>
                    <a:cubicBezTo>
                      <a:pt x="1951" y="1514"/>
                      <a:pt x="1514" y="1951"/>
                      <a:pt x="975" y="1951"/>
                    </a:cubicBezTo>
                    <a:cubicBezTo>
                      <a:pt x="437" y="1951"/>
                      <a:pt x="0" y="1514"/>
                      <a:pt x="0" y="975"/>
                    </a:cubicBezTo>
                    <a:cubicBezTo>
                      <a:pt x="0" y="437"/>
                      <a:pt x="437" y="0"/>
                      <a:pt x="975" y="0"/>
                    </a:cubicBezTo>
                    <a:cubicBezTo>
                      <a:pt x="1514" y="0"/>
                      <a:pt x="1951" y="437"/>
                      <a:pt x="1951" y="975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10" name="Forme libre : forme 26909">
                <a:extLst>
                  <a:ext uri="{FF2B5EF4-FFF2-40B4-BE49-F238E27FC236}">
                    <a16:creationId xmlns:a16="http://schemas.microsoft.com/office/drawing/2014/main" id="{3B53CEB7-A112-4D6C-934E-4A2DB8A1F4B1}"/>
                  </a:ext>
                </a:extLst>
              </p:cNvPr>
              <p:cNvSpPr/>
              <p:nvPr/>
            </p:nvSpPr>
            <p:spPr>
              <a:xfrm>
                <a:off x="6065633" y="1594141"/>
                <a:ext cx="3723" cy="3723"/>
              </a:xfrm>
              <a:custGeom>
                <a:avLst/>
                <a:gdLst>
                  <a:gd name="connsiteX0" fmla="*/ 3724 w 3723"/>
                  <a:gd name="connsiteY0" fmla="*/ 1862 h 3723"/>
                  <a:gd name="connsiteX1" fmla="*/ 1862 w 3723"/>
                  <a:gd name="connsiteY1" fmla="*/ 3724 h 3723"/>
                  <a:gd name="connsiteX2" fmla="*/ 0 w 3723"/>
                  <a:gd name="connsiteY2" fmla="*/ 1862 h 3723"/>
                  <a:gd name="connsiteX3" fmla="*/ 1862 w 3723"/>
                  <a:gd name="connsiteY3" fmla="*/ 0 h 3723"/>
                  <a:gd name="connsiteX4" fmla="*/ 3724 w 3723"/>
                  <a:gd name="connsiteY4" fmla="*/ 1862 h 3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3" h="3723">
                    <a:moveTo>
                      <a:pt x="3724" y="1862"/>
                    </a:moveTo>
                    <a:cubicBezTo>
                      <a:pt x="3724" y="2890"/>
                      <a:pt x="2890" y="3724"/>
                      <a:pt x="1862" y="3724"/>
                    </a:cubicBezTo>
                    <a:cubicBezTo>
                      <a:pt x="833" y="3724"/>
                      <a:pt x="0" y="2890"/>
                      <a:pt x="0" y="1862"/>
                    </a:cubicBezTo>
                    <a:cubicBezTo>
                      <a:pt x="0" y="834"/>
                      <a:pt x="833" y="0"/>
                      <a:pt x="1862" y="0"/>
                    </a:cubicBezTo>
                    <a:cubicBezTo>
                      <a:pt x="2890" y="0"/>
                      <a:pt x="3724" y="834"/>
                      <a:pt x="3724" y="1862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11" name="Forme libre : forme 26910">
                <a:extLst>
                  <a:ext uri="{FF2B5EF4-FFF2-40B4-BE49-F238E27FC236}">
                    <a16:creationId xmlns:a16="http://schemas.microsoft.com/office/drawing/2014/main" id="{9ADA46FB-F343-47A8-BB37-7D7B43A58FBA}"/>
                  </a:ext>
                </a:extLst>
              </p:cNvPr>
              <p:cNvSpPr/>
              <p:nvPr/>
            </p:nvSpPr>
            <p:spPr>
              <a:xfrm>
                <a:off x="6058318" y="1595648"/>
                <a:ext cx="2925" cy="2925"/>
              </a:xfrm>
              <a:custGeom>
                <a:avLst/>
                <a:gdLst>
                  <a:gd name="connsiteX0" fmla="*/ 2926 w 2925"/>
                  <a:gd name="connsiteY0" fmla="*/ 1463 h 2925"/>
                  <a:gd name="connsiteX1" fmla="*/ 1463 w 2925"/>
                  <a:gd name="connsiteY1" fmla="*/ 2926 h 2925"/>
                  <a:gd name="connsiteX2" fmla="*/ 0 w 2925"/>
                  <a:gd name="connsiteY2" fmla="*/ 1463 h 2925"/>
                  <a:gd name="connsiteX3" fmla="*/ 1463 w 2925"/>
                  <a:gd name="connsiteY3" fmla="*/ 0 h 2925"/>
                  <a:gd name="connsiteX4" fmla="*/ 2926 w 2925"/>
                  <a:gd name="connsiteY4" fmla="*/ 1463 h 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5" h="2925">
                    <a:moveTo>
                      <a:pt x="2926" y="1463"/>
                    </a:moveTo>
                    <a:cubicBezTo>
                      <a:pt x="2926" y="2271"/>
                      <a:pt x="2271" y="2926"/>
                      <a:pt x="1463" y="2926"/>
                    </a:cubicBezTo>
                    <a:cubicBezTo>
                      <a:pt x="655" y="2926"/>
                      <a:pt x="0" y="2271"/>
                      <a:pt x="0" y="1463"/>
                    </a:cubicBezTo>
                    <a:cubicBezTo>
                      <a:pt x="0" y="655"/>
                      <a:pt x="655" y="0"/>
                      <a:pt x="1463" y="0"/>
                    </a:cubicBezTo>
                    <a:cubicBezTo>
                      <a:pt x="2271" y="0"/>
                      <a:pt x="2926" y="655"/>
                      <a:pt x="2926" y="1463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12" name="Forme libre : forme 26911">
                <a:extLst>
                  <a:ext uri="{FF2B5EF4-FFF2-40B4-BE49-F238E27FC236}">
                    <a16:creationId xmlns:a16="http://schemas.microsoft.com/office/drawing/2014/main" id="{BF7668CD-263C-48A9-94D5-9DB55BF537AF}"/>
                  </a:ext>
                </a:extLst>
              </p:cNvPr>
              <p:cNvSpPr/>
              <p:nvPr/>
            </p:nvSpPr>
            <p:spPr>
              <a:xfrm>
                <a:off x="6040852" y="1599062"/>
                <a:ext cx="3901" cy="3901"/>
              </a:xfrm>
              <a:custGeom>
                <a:avLst/>
                <a:gdLst>
                  <a:gd name="connsiteX0" fmla="*/ 3901 w 3901"/>
                  <a:gd name="connsiteY0" fmla="*/ 1951 h 3901"/>
                  <a:gd name="connsiteX1" fmla="*/ 1951 w 3901"/>
                  <a:gd name="connsiteY1" fmla="*/ 3901 h 3901"/>
                  <a:gd name="connsiteX2" fmla="*/ 0 w 3901"/>
                  <a:gd name="connsiteY2" fmla="*/ 1951 h 3901"/>
                  <a:gd name="connsiteX3" fmla="*/ 1951 w 3901"/>
                  <a:gd name="connsiteY3" fmla="*/ 0 h 3901"/>
                  <a:gd name="connsiteX4" fmla="*/ 3901 w 3901"/>
                  <a:gd name="connsiteY4" fmla="*/ 1951 h 3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1" h="3901">
                    <a:moveTo>
                      <a:pt x="3901" y="1951"/>
                    </a:moveTo>
                    <a:cubicBezTo>
                      <a:pt x="3901" y="3028"/>
                      <a:pt x="3028" y="3901"/>
                      <a:pt x="1951" y="3901"/>
                    </a:cubicBezTo>
                    <a:cubicBezTo>
                      <a:pt x="873" y="3901"/>
                      <a:pt x="0" y="3028"/>
                      <a:pt x="0" y="1951"/>
                    </a:cubicBezTo>
                    <a:cubicBezTo>
                      <a:pt x="0" y="873"/>
                      <a:pt x="873" y="0"/>
                      <a:pt x="1951" y="0"/>
                    </a:cubicBezTo>
                    <a:cubicBezTo>
                      <a:pt x="3028" y="0"/>
                      <a:pt x="3901" y="873"/>
                      <a:pt x="3901" y="1951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13" name="Forme libre : forme 26912">
                <a:extLst>
                  <a:ext uri="{FF2B5EF4-FFF2-40B4-BE49-F238E27FC236}">
                    <a16:creationId xmlns:a16="http://schemas.microsoft.com/office/drawing/2014/main" id="{44320D40-EDDC-4DAD-A6BB-389D195B948A}"/>
                  </a:ext>
                </a:extLst>
              </p:cNvPr>
              <p:cNvSpPr/>
              <p:nvPr/>
            </p:nvSpPr>
            <p:spPr>
              <a:xfrm>
                <a:off x="6045994" y="1595604"/>
                <a:ext cx="3103" cy="3103"/>
              </a:xfrm>
              <a:custGeom>
                <a:avLst/>
                <a:gdLst>
                  <a:gd name="connsiteX0" fmla="*/ 3103 w 3103"/>
                  <a:gd name="connsiteY0" fmla="*/ 1552 h 3103"/>
                  <a:gd name="connsiteX1" fmla="*/ 1552 w 3103"/>
                  <a:gd name="connsiteY1" fmla="*/ 3103 h 3103"/>
                  <a:gd name="connsiteX2" fmla="*/ 0 w 3103"/>
                  <a:gd name="connsiteY2" fmla="*/ 1552 h 3103"/>
                  <a:gd name="connsiteX3" fmla="*/ 1552 w 3103"/>
                  <a:gd name="connsiteY3" fmla="*/ 0 h 3103"/>
                  <a:gd name="connsiteX4" fmla="*/ 3103 w 3103"/>
                  <a:gd name="connsiteY4" fmla="*/ 1552 h 3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3" h="3103">
                    <a:moveTo>
                      <a:pt x="3103" y="1552"/>
                    </a:moveTo>
                    <a:cubicBezTo>
                      <a:pt x="3103" y="2408"/>
                      <a:pt x="2409" y="3103"/>
                      <a:pt x="1552" y="3103"/>
                    </a:cubicBezTo>
                    <a:cubicBezTo>
                      <a:pt x="695" y="3103"/>
                      <a:pt x="0" y="2408"/>
                      <a:pt x="0" y="1552"/>
                    </a:cubicBezTo>
                    <a:cubicBezTo>
                      <a:pt x="0" y="695"/>
                      <a:pt x="695" y="0"/>
                      <a:pt x="1552" y="0"/>
                    </a:cubicBezTo>
                    <a:cubicBezTo>
                      <a:pt x="2409" y="0"/>
                      <a:pt x="3103" y="695"/>
                      <a:pt x="3103" y="1552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14" name="Forme libre : forme 26913">
                <a:extLst>
                  <a:ext uri="{FF2B5EF4-FFF2-40B4-BE49-F238E27FC236}">
                    <a16:creationId xmlns:a16="http://schemas.microsoft.com/office/drawing/2014/main" id="{79E94E65-EB6E-475B-9C40-F416C9E8B3CE}"/>
                  </a:ext>
                </a:extLst>
              </p:cNvPr>
              <p:cNvSpPr/>
              <p:nvPr/>
            </p:nvSpPr>
            <p:spPr>
              <a:xfrm>
                <a:off x="6049585" y="1596136"/>
                <a:ext cx="1329" cy="1329"/>
              </a:xfrm>
              <a:custGeom>
                <a:avLst/>
                <a:gdLst>
                  <a:gd name="connsiteX0" fmla="*/ 1330 w 1329"/>
                  <a:gd name="connsiteY0" fmla="*/ 665 h 1329"/>
                  <a:gd name="connsiteX1" fmla="*/ 665 w 1329"/>
                  <a:gd name="connsiteY1" fmla="*/ 1330 h 1329"/>
                  <a:gd name="connsiteX2" fmla="*/ 0 w 1329"/>
                  <a:gd name="connsiteY2" fmla="*/ 665 h 1329"/>
                  <a:gd name="connsiteX3" fmla="*/ 665 w 1329"/>
                  <a:gd name="connsiteY3" fmla="*/ 0 h 1329"/>
                  <a:gd name="connsiteX4" fmla="*/ 1330 w 1329"/>
                  <a:gd name="connsiteY4" fmla="*/ 665 h 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9" h="1329">
                    <a:moveTo>
                      <a:pt x="1330" y="665"/>
                    </a:moveTo>
                    <a:cubicBezTo>
                      <a:pt x="1330" y="1032"/>
                      <a:pt x="1032" y="1330"/>
                      <a:pt x="665" y="1330"/>
                    </a:cubicBezTo>
                    <a:cubicBezTo>
                      <a:pt x="298" y="1330"/>
                      <a:pt x="0" y="1032"/>
                      <a:pt x="0" y="665"/>
                    </a:cubicBezTo>
                    <a:cubicBezTo>
                      <a:pt x="0" y="298"/>
                      <a:pt x="298" y="0"/>
                      <a:pt x="665" y="0"/>
                    </a:cubicBezTo>
                    <a:cubicBezTo>
                      <a:pt x="1032" y="0"/>
                      <a:pt x="1330" y="298"/>
                      <a:pt x="1330" y="665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15" name="Forme libre : forme 26914">
                <a:extLst>
                  <a:ext uri="{FF2B5EF4-FFF2-40B4-BE49-F238E27FC236}">
                    <a16:creationId xmlns:a16="http://schemas.microsoft.com/office/drawing/2014/main" id="{9E88A813-FC3A-43E3-BAE5-9F59A47F1F41}"/>
                  </a:ext>
                </a:extLst>
              </p:cNvPr>
              <p:cNvSpPr/>
              <p:nvPr/>
            </p:nvSpPr>
            <p:spPr>
              <a:xfrm>
                <a:off x="6026577" y="1606775"/>
                <a:ext cx="5940" cy="5940"/>
              </a:xfrm>
              <a:custGeom>
                <a:avLst/>
                <a:gdLst>
                  <a:gd name="connsiteX0" fmla="*/ 5940 w 5940"/>
                  <a:gd name="connsiteY0" fmla="*/ 2970 h 5940"/>
                  <a:gd name="connsiteX1" fmla="*/ 2970 w 5940"/>
                  <a:gd name="connsiteY1" fmla="*/ 5940 h 5940"/>
                  <a:gd name="connsiteX2" fmla="*/ 0 w 5940"/>
                  <a:gd name="connsiteY2" fmla="*/ 2970 h 5940"/>
                  <a:gd name="connsiteX3" fmla="*/ 2970 w 5940"/>
                  <a:gd name="connsiteY3" fmla="*/ 0 h 5940"/>
                  <a:gd name="connsiteX4" fmla="*/ 5940 w 5940"/>
                  <a:gd name="connsiteY4" fmla="*/ 2970 h 5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40" h="5940">
                    <a:moveTo>
                      <a:pt x="5940" y="2970"/>
                    </a:moveTo>
                    <a:cubicBezTo>
                      <a:pt x="5940" y="4611"/>
                      <a:pt x="4611" y="5940"/>
                      <a:pt x="2970" y="5940"/>
                    </a:cubicBezTo>
                    <a:cubicBezTo>
                      <a:pt x="1330" y="5940"/>
                      <a:pt x="0" y="4611"/>
                      <a:pt x="0" y="2970"/>
                    </a:cubicBezTo>
                    <a:cubicBezTo>
                      <a:pt x="0" y="1330"/>
                      <a:pt x="1330" y="0"/>
                      <a:pt x="2970" y="0"/>
                    </a:cubicBezTo>
                    <a:cubicBezTo>
                      <a:pt x="4610" y="0"/>
                      <a:pt x="5940" y="1330"/>
                      <a:pt x="5940" y="2970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16" name="Forme libre : forme 26915">
                <a:extLst>
                  <a:ext uri="{FF2B5EF4-FFF2-40B4-BE49-F238E27FC236}">
                    <a16:creationId xmlns:a16="http://schemas.microsoft.com/office/drawing/2014/main" id="{E5690610-2EE0-43CF-A307-3357242E9723}"/>
                  </a:ext>
                </a:extLst>
              </p:cNvPr>
              <p:cNvSpPr/>
              <p:nvPr/>
            </p:nvSpPr>
            <p:spPr>
              <a:xfrm>
                <a:off x="6025646" y="1598840"/>
                <a:ext cx="2925" cy="2925"/>
              </a:xfrm>
              <a:custGeom>
                <a:avLst/>
                <a:gdLst>
                  <a:gd name="connsiteX0" fmla="*/ 2926 w 2925"/>
                  <a:gd name="connsiteY0" fmla="*/ 1463 h 2925"/>
                  <a:gd name="connsiteX1" fmla="*/ 1463 w 2925"/>
                  <a:gd name="connsiteY1" fmla="*/ 2926 h 2925"/>
                  <a:gd name="connsiteX2" fmla="*/ 0 w 2925"/>
                  <a:gd name="connsiteY2" fmla="*/ 1463 h 2925"/>
                  <a:gd name="connsiteX3" fmla="*/ 1463 w 2925"/>
                  <a:gd name="connsiteY3" fmla="*/ 0 h 2925"/>
                  <a:gd name="connsiteX4" fmla="*/ 2926 w 2925"/>
                  <a:gd name="connsiteY4" fmla="*/ 1463 h 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5" h="2925">
                    <a:moveTo>
                      <a:pt x="2926" y="1463"/>
                    </a:moveTo>
                    <a:cubicBezTo>
                      <a:pt x="2926" y="2271"/>
                      <a:pt x="2271" y="2926"/>
                      <a:pt x="1463" y="2926"/>
                    </a:cubicBezTo>
                    <a:cubicBezTo>
                      <a:pt x="655" y="2926"/>
                      <a:pt x="0" y="2271"/>
                      <a:pt x="0" y="1463"/>
                    </a:cubicBezTo>
                    <a:cubicBezTo>
                      <a:pt x="0" y="655"/>
                      <a:pt x="655" y="0"/>
                      <a:pt x="1463" y="0"/>
                    </a:cubicBezTo>
                    <a:cubicBezTo>
                      <a:pt x="2271" y="0"/>
                      <a:pt x="2926" y="655"/>
                      <a:pt x="2926" y="1463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17" name="Forme libre : forme 26916">
                <a:extLst>
                  <a:ext uri="{FF2B5EF4-FFF2-40B4-BE49-F238E27FC236}">
                    <a16:creationId xmlns:a16="http://schemas.microsoft.com/office/drawing/2014/main" id="{A2948192-B067-4973-82B7-7AD44C3D6B34}"/>
                  </a:ext>
                </a:extLst>
              </p:cNvPr>
              <p:cNvSpPr/>
              <p:nvPr/>
            </p:nvSpPr>
            <p:spPr>
              <a:xfrm>
                <a:off x="6022942" y="1598086"/>
                <a:ext cx="2925" cy="2925"/>
              </a:xfrm>
              <a:custGeom>
                <a:avLst/>
                <a:gdLst>
                  <a:gd name="connsiteX0" fmla="*/ 2926 w 2925"/>
                  <a:gd name="connsiteY0" fmla="*/ 1463 h 2925"/>
                  <a:gd name="connsiteX1" fmla="*/ 1463 w 2925"/>
                  <a:gd name="connsiteY1" fmla="*/ 2926 h 2925"/>
                  <a:gd name="connsiteX2" fmla="*/ 0 w 2925"/>
                  <a:gd name="connsiteY2" fmla="*/ 1463 h 2925"/>
                  <a:gd name="connsiteX3" fmla="*/ 1463 w 2925"/>
                  <a:gd name="connsiteY3" fmla="*/ 0 h 2925"/>
                  <a:gd name="connsiteX4" fmla="*/ 2926 w 2925"/>
                  <a:gd name="connsiteY4" fmla="*/ 1463 h 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5" h="2925">
                    <a:moveTo>
                      <a:pt x="2926" y="1463"/>
                    </a:moveTo>
                    <a:cubicBezTo>
                      <a:pt x="2926" y="2271"/>
                      <a:pt x="2271" y="2926"/>
                      <a:pt x="1463" y="2926"/>
                    </a:cubicBezTo>
                    <a:cubicBezTo>
                      <a:pt x="655" y="2926"/>
                      <a:pt x="0" y="2271"/>
                      <a:pt x="0" y="1463"/>
                    </a:cubicBezTo>
                    <a:cubicBezTo>
                      <a:pt x="0" y="655"/>
                      <a:pt x="655" y="0"/>
                      <a:pt x="1463" y="0"/>
                    </a:cubicBezTo>
                    <a:cubicBezTo>
                      <a:pt x="2271" y="0"/>
                      <a:pt x="2926" y="655"/>
                      <a:pt x="2926" y="1463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6918" name="Forme libre : forme 26917">
                <a:extLst>
                  <a:ext uri="{FF2B5EF4-FFF2-40B4-BE49-F238E27FC236}">
                    <a16:creationId xmlns:a16="http://schemas.microsoft.com/office/drawing/2014/main" id="{DEB1A4A3-B354-4B6B-B428-338D12384B7E}"/>
                  </a:ext>
                </a:extLst>
              </p:cNvPr>
              <p:cNvSpPr/>
              <p:nvPr/>
            </p:nvSpPr>
            <p:spPr>
              <a:xfrm>
                <a:off x="6022188" y="1618479"/>
                <a:ext cx="3191" cy="3191"/>
              </a:xfrm>
              <a:custGeom>
                <a:avLst/>
                <a:gdLst>
                  <a:gd name="connsiteX0" fmla="*/ 3192 w 3191"/>
                  <a:gd name="connsiteY0" fmla="*/ 1596 h 3191"/>
                  <a:gd name="connsiteX1" fmla="*/ 1596 w 3191"/>
                  <a:gd name="connsiteY1" fmla="*/ 3192 h 3191"/>
                  <a:gd name="connsiteX2" fmla="*/ 0 w 3191"/>
                  <a:gd name="connsiteY2" fmla="*/ 1596 h 3191"/>
                  <a:gd name="connsiteX3" fmla="*/ 1596 w 3191"/>
                  <a:gd name="connsiteY3" fmla="*/ 0 h 3191"/>
                  <a:gd name="connsiteX4" fmla="*/ 3192 w 3191"/>
                  <a:gd name="connsiteY4" fmla="*/ 1596 h 3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1" h="3191">
                    <a:moveTo>
                      <a:pt x="3192" y="1596"/>
                    </a:moveTo>
                    <a:cubicBezTo>
                      <a:pt x="3192" y="2477"/>
                      <a:pt x="2477" y="3192"/>
                      <a:pt x="1596" y="3192"/>
                    </a:cubicBezTo>
                    <a:cubicBezTo>
                      <a:pt x="715" y="3192"/>
                      <a:pt x="0" y="2477"/>
                      <a:pt x="0" y="1596"/>
                    </a:cubicBezTo>
                    <a:cubicBezTo>
                      <a:pt x="0" y="715"/>
                      <a:pt x="715" y="0"/>
                      <a:pt x="1596" y="0"/>
                    </a:cubicBezTo>
                    <a:cubicBezTo>
                      <a:pt x="2477" y="0"/>
                      <a:pt x="3192" y="715"/>
                      <a:pt x="3192" y="1596"/>
                    </a:cubicBezTo>
                    <a:close/>
                  </a:path>
                </a:pathLst>
              </a:custGeom>
              <a:solidFill>
                <a:srgbClr val="F4C74A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0104" name="Forme libre : forme 20103">
              <a:extLst>
                <a:ext uri="{FF2B5EF4-FFF2-40B4-BE49-F238E27FC236}">
                  <a16:creationId xmlns:a16="http://schemas.microsoft.com/office/drawing/2014/main" id="{D3EDC1F1-D409-4285-8673-BF43426E8C93}"/>
                </a:ext>
              </a:extLst>
            </p:cNvPr>
            <p:cNvSpPr/>
            <p:nvPr/>
          </p:nvSpPr>
          <p:spPr>
            <a:xfrm>
              <a:off x="5999440" y="1665381"/>
              <a:ext cx="41663" cy="75185"/>
            </a:xfrm>
            <a:custGeom>
              <a:avLst/>
              <a:gdLst>
                <a:gd name="connsiteX0" fmla="*/ 361 w 41663"/>
                <a:gd name="connsiteY0" fmla="*/ 0 h 75185"/>
                <a:gd name="connsiteX1" fmla="*/ 30329 w 41663"/>
                <a:gd name="connsiteY1" fmla="*/ 75185 h 75185"/>
                <a:gd name="connsiteX2" fmla="*/ 41633 w 41663"/>
                <a:gd name="connsiteY2" fmla="*/ 51601 h 75185"/>
                <a:gd name="connsiteX3" fmla="*/ 17074 w 41663"/>
                <a:gd name="connsiteY3" fmla="*/ 16713 h 75185"/>
                <a:gd name="connsiteX4" fmla="*/ 361 w 41663"/>
                <a:gd name="connsiteY4" fmla="*/ 0 h 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63" h="75185">
                  <a:moveTo>
                    <a:pt x="361" y="0"/>
                  </a:moveTo>
                  <a:cubicBezTo>
                    <a:pt x="361" y="0"/>
                    <a:pt x="-5535" y="50138"/>
                    <a:pt x="30329" y="75185"/>
                  </a:cubicBezTo>
                  <a:cubicBezTo>
                    <a:pt x="30329" y="75185"/>
                    <a:pt x="42342" y="53906"/>
                    <a:pt x="41633" y="51601"/>
                  </a:cubicBezTo>
                  <a:cubicBezTo>
                    <a:pt x="40924" y="49296"/>
                    <a:pt x="18714" y="19506"/>
                    <a:pt x="17074" y="16713"/>
                  </a:cubicBezTo>
                  <a:cubicBezTo>
                    <a:pt x="15434" y="13920"/>
                    <a:pt x="361" y="0"/>
                    <a:pt x="361" y="0"/>
                  </a:cubicBezTo>
                  <a:close/>
                </a:path>
              </a:pathLst>
            </a:custGeom>
            <a:solidFill>
              <a:srgbClr val="FC9B8B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05" name="Forme libre : forme 20104">
              <a:extLst>
                <a:ext uri="{FF2B5EF4-FFF2-40B4-BE49-F238E27FC236}">
                  <a16:creationId xmlns:a16="http://schemas.microsoft.com/office/drawing/2014/main" id="{5B332347-9A4E-418C-B278-0AA38702542B}"/>
                </a:ext>
              </a:extLst>
            </p:cNvPr>
            <p:cNvSpPr/>
            <p:nvPr/>
          </p:nvSpPr>
          <p:spPr>
            <a:xfrm>
              <a:off x="6010332" y="1781838"/>
              <a:ext cx="253326" cy="135541"/>
            </a:xfrm>
            <a:custGeom>
              <a:avLst/>
              <a:gdLst>
                <a:gd name="connsiteX0" fmla="*/ 7645 w 253326"/>
                <a:gd name="connsiteY0" fmla="*/ 0 h 135541"/>
                <a:gd name="connsiteX1" fmla="*/ 36149 w 253326"/>
                <a:gd name="connsiteY1" fmla="*/ 108611 h 135541"/>
                <a:gd name="connsiteX2" fmla="*/ 137357 w 253326"/>
                <a:gd name="connsiteY2" fmla="*/ 117477 h 135541"/>
                <a:gd name="connsiteX3" fmla="*/ 253327 w 253326"/>
                <a:gd name="connsiteY3" fmla="*/ 92430 h 135541"/>
                <a:gd name="connsiteX4" fmla="*/ 199287 w 253326"/>
                <a:gd name="connsiteY4" fmla="*/ 101296 h 135541"/>
                <a:gd name="connsiteX5" fmla="*/ 138332 w 253326"/>
                <a:gd name="connsiteY5" fmla="*/ 63438 h 135541"/>
                <a:gd name="connsiteX6" fmla="*/ 85268 w 253326"/>
                <a:gd name="connsiteY6" fmla="*/ 55103 h 135541"/>
                <a:gd name="connsiteX7" fmla="*/ 32692 w 253326"/>
                <a:gd name="connsiteY7" fmla="*/ 52665 h 135541"/>
                <a:gd name="connsiteX8" fmla="*/ 20412 w 253326"/>
                <a:gd name="connsiteY8" fmla="*/ 35465 h 135541"/>
                <a:gd name="connsiteX9" fmla="*/ 7645 w 253326"/>
                <a:gd name="connsiteY9" fmla="*/ 0 h 13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326" h="135541">
                  <a:moveTo>
                    <a:pt x="7645" y="0"/>
                  </a:moveTo>
                  <a:cubicBezTo>
                    <a:pt x="7645" y="0"/>
                    <a:pt x="-22234" y="71461"/>
                    <a:pt x="36149" y="108611"/>
                  </a:cubicBezTo>
                  <a:cubicBezTo>
                    <a:pt x="63191" y="125811"/>
                    <a:pt x="103976" y="101740"/>
                    <a:pt x="137357" y="117477"/>
                  </a:cubicBezTo>
                  <a:cubicBezTo>
                    <a:pt x="170783" y="133214"/>
                    <a:pt x="202701" y="158262"/>
                    <a:pt x="253327" y="92430"/>
                  </a:cubicBezTo>
                  <a:lnTo>
                    <a:pt x="199287" y="101296"/>
                  </a:lnTo>
                  <a:lnTo>
                    <a:pt x="138332" y="63438"/>
                  </a:lnTo>
                  <a:lnTo>
                    <a:pt x="85268" y="55103"/>
                  </a:lnTo>
                  <a:lnTo>
                    <a:pt x="32692" y="52665"/>
                  </a:lnTo>
                  <a:lnTo>
                    <a:pt x="20412" y="3546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FC9B8B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06" name="Forme libre : forme 20105">
              <a:extLst>
                <a:ext uri="{FF2B5EF4-FFF2-40B4-BE49-F238E27FC236}">
                  <a16:creationId xmlns:a16="http://schemas.microsoft.com/office/drawing/2014/main" id="{3FB14D45-D76C-4AB7-865C-D4215DD24382}"/>
                </a:ext>
              </a:extLst>
            </p:cNvPr>
            <p:cNvSpPr/>
            <p:nvPr/>
          </p:nvSpPr>
          <p:spPr>
            <a:xfrm>
              <a:off x="6214053" y="1647205"/>
              <a:ext cx="67924" cy="111049"/>
            </a:xfrm>
            <a:custGeom>
              <a:avLst/>
              <a:gdLst>
                <a:gd name="connsiteX0" fmla="*/ 67339 w 67924"/>
                <a:gd name="connsiteY0" fmla="*/ 0 h 111049"/>
                <a:gd name="connsiteX1" fmla="*/ 33425 w 67924"/>
                <a:gd name="connsiteY1" fmla="*/ 111049 h 111049"/>
                <a:gd name="connsiteX2" fmla="*/ 4433 w 67924"/>
                <a:gd name="connsiteY2" fmla="*/ 87953 h 111049"/>
                <a:gd name="connsiteX3" fmla="*/ 0 w 67924"/>
                <a:gd name="connsiteY3" fmla="*/ 69289 h 111049"/>
                <a:gd name="connsiteX4" fmla="*/ 28505 w 67924"/>
                <a:gd name="connsiteY4" fmla="*/ 47656 h 111049"/>
                <a:gd name="connsiteX5" fmla="*/ 50626 w 67924"/>
                <a:gd name="connsiteY5" fmla="*/ 29480 h 111049"/>
                <a:gd name="connsiteX6" fmla="*/ 67339 w 67924"/>
                <a:gd name="connsiteY6" fmla="*/ 0 h 111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924" h="111049">
                  <a:moveTo>
                    <a:pt x="67339" y="0"/>
                  </a:moveTo>
                  <a:cubicBezTo>
                    <a:pt x="67339" y="0"/>
                    <a:pt x="75185" y="68802"/>
                    <a:pt x="33425" y="111049"/>
                  </a:cubicBezTo>
                  <a:lnTo>
                    <a:pt x="4433" y="87953"/>
                  </a:lnTo>
                  <a:lnTo>
                    <a:pt x="0" y="69289"/>
                  </a:lnTo>
                  <a:lnTo>
                    <a:pt x="28505" y="47656"/>
                  </a:lnTo>
                  <a:lnTo>
                    <a:pt x="50626" y="29480"/>
                  </a:lnTo>
                  <a:lnTo>
                    <a:pt x="67339" y="0"/>
                  </a:lnTo>
                  <a:close/>
                </a:path>
              </a:pathLst>
            </a:custGeom>
            <a:solidFill>
              <a:srgbClr val="FC9B8B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07" name="Forme libre : forme 20106">
              <a:extLst>
                <a:ext uri="{FF2B5EF4-FFF2-40B4-BE49-F238E27FC236}">
                  <a16:creationId xmlns:a16="http://schemas.microsoft.com/office/drawing/2014/main" id="{21CF81F5-E4C7-46C9-A97E-61909EC0BA28}"/>
                </a:ext>
              </a:extLst>
            </p:cNvPr>
            <p:cNvSpPr/>
            <p:nvPr/>
          </p:nvSpPr>
          <p:spPr>
            <a:xfrm>
              <a:off x="5999440" y="1665381"/>
              <a:ext cx="41663" cy="75185"/>
            </a:xfrm>
            <a:custGeom>
              <a:avLst/>
              <a:gdLst>
                <a:gd name="connsiteX0" fmla="*/ 361 w 41663"/>
                <a:gd name="connsiteY0" fmla="*/ 0 h 75185"/>
                <a:gd name="connsiteX1" fmla="*/ 30329 w 41663"/>
                <a:gd name="connsiteY1" fmla="*/ 75185 h 75185"/>
                <a:gd name="connsiteX2" fmla="*/ 41633 w 41663"/>
                <a:gd name="connsiteY2" fmla="*/ 51601 h 75185"/>
                <a:gd name="connsiteX3" fmla="*/ 17074 w 41663"/>
                <a:gd name="connsiteY3" fmla="*/ 16713 h 75185"/>
                <a:gd name="connsiteX4" fmla="*/ 361 w 41663"/>
                <a:gd name="connsiteY4" fmla="*/ 0 h 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63" h="75185">
                  <a:moveTo>
                    <a:pt x="361" y="0"/>
                  </a:moveTo>
                  <a:cubicBezTo>
                    <a:pt x="361" y="0"/>
                    <a:pt x="-5535" y="50138"/>
                    <a:pt x="30329" y="75185"/>
                  </a:cubicBezTo>
                  <a:cubicBezTo>
                    <a:pt x="30329" y="75185"/>
                    <a:pt x="42342" y="53906"/>
                    <a:pt x="41633" y="51601"/>
                  </a:cubicBezTo>
                  <a:cubicBezTo>
                    <a:pt x="40924" y="49296"/>
                    <a:pt x="18714" y="19506"/>
                    <a:pt x="17074" y="16713"/>
                  </a:cubicBezTo>
                  <a:cubicBezTo>
                    <a:pt x="15434" y="13920"/>
                    <a:pt x="361" y="0"/>
                    <a:pt x="361" y="0"/>
                  </a:cubicBezTo>
                  <a:close/>
                </a:path>
              </a:pathLst>
            </a:custGeom>
            <a:noFill/>
            <a:ln w="3323" cap="rnd">
              <a:solidFill>
                <a:srgbClr val="333333"/>
              </a:solidFill>
              <a:prstDash val="solid"/>
              <a:round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08" name="Forme libre : forme 20107">
              <a:extLst>
                <a:ext uri="{FF2B5EF4-FFF2-40B4-BE49-F238E27FC236}">
                  <a16:creationId xmlns:a16="http://schemas.microsoft.com/office/drawing/2014/main" id="{D25F5311-F7AF-4342-A901-300046279700}"/>
                </a:ext>
              </a:extLst>
            </p:cNvPr>
            <p:cNvSpPr/>
            <p:nvPr/>
          </p:nvSpPr>
          <p:spPr>
            <a:xfrm>
              <a:off x="6010332" y="1781838"/>
              <a:ext cx="253326" cy="135541"/>
            </a:xfrm>
            <a:custGeom>
              <a:avLst/>
              <a:gdLst>
                <a:gd name="connsiteX0" fmla="*/ 7645 w 253326"/>
                <a:gd name="connsiteY0" fmla="*/ 0 h 135541"/>
                <a:gd name="connsiteX1" fmla="*/ 36149 w 253326"/>
                <a:gd name="connsiteY1" fmla="*/ 108611 h 135541"/>
                <a:gd name="connsiteX2" fmla="*/ 137357 w 253326"/>
                <a:gd name="connsiteY2" fmla="*/ 117477 h 135541"/>
                <a:gd name="connsiteX3" fmla="*/ 253327 w 253326"/>
                <a:gd name="connsiteY3" fmla="*/ 92430 h 135541"/>
                <a:gd name="connsiteX4" fmla="*/ 199287 w 253326"/>
                <a:gd name="connsiteY4" fmla="*/ 101296 h 135541"/>
                <a:gd name="connsiteX5" fmla="*/ 138332 w 253326"/>
                <a:gd name="connsiteY5" fmla="*/ 63438 h 135541"/>
                <a:gd name="connsiteX6" fmla="*/ 85268 w 253326"/>
                <a:gd name="connsiteY6" fmla="*/ 55103 h 135541"/>
                <a:gd name="connsiteX7" fmla="*/ 32692 w 253326"/>
                <a:gd name="connsiteY7" fmla="*/ 52665 h 135541"/>
                <a:gd name="connsiteX8" fmla="*/ 20412 w 253326"/>
                <a:gd name="connsiteY8" fmla="*/ 35465 h 135541"/>
                <a:gd name="connsiteX9" fmla="*/ 7645 w 253326"/>
                <a:gd name="connsiteY9" fmla="*/ 0 h 13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326" h="135541">
                  <a:moveTo>
                    <a:pt x="7645" y="0"/>
                  </a:moveTo>
                  <a:cubicBezTo>
                    <a:pt x="7645" y="0"/>
                    <a:pt x="-22234" y="71461"/>
                    <a:pt x="36149" y="108611"/>
                  </a:cubicBezTo>
                  <a:cubicBezTo>
                    <a:pt x="63191" y="125811"/>
                    <a:pt x="103976" y="101740"/>
                    <a:pt x="137357" y="117477"/>
                  </a:cubicBezTo>
                  <a:cubicBezTo>
                    <a:pt x="170783" y="133214"/>
                    <a:pt x="202701" y="158262"/>
                    <a:pt x="253327" y="92430"/>
                  </a:cubicBezTo>
                  <a:lnTo>
                    <a:pt x="199287" y="101296"/>
                  </a:lnTo>
                  <a:lnTo>
                    <a:pt x="138332" y="63438"/>
                  </a:lnTo>
                  <a:lnTo>
                    <a:pt x="85268" y="55103"/>
                  </a:lnTo>
                  <a:lnTo>
                    <a:pt x="32692" y="52665"/>
                  </a:lnTo>
                  <a:lnTo>
                    <a:pt x="20412" y="35465"/>
                  </a:lnTo>
                  <a:lnTo>
                    <a:pt x="7645" y="0"/>
                  </a:lnTo>
                  <a:close/>
                </a:path>
              </a:pathLst>
            </a:custGeom>
            <a:noFill/>
            <a:ln w="3323" cap="rnd">
              <a:solidFill>
                <a:srgbClr val="333333"/>
              </a:solidFill>
              <a:prstDash val="solid"/>
              <a:round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09" name="Forme libre : forme 20108">
              <a:extLst>
                <a:ext uri="{FF2B5EF4-FFF2-40B4-BE49-F238E27FC236}">
                  <a16:creationId xmlns:a16="http://schemas.microsoft.com/office/drawing/2014/main" id="{738FFD41-51BF-4C5B-B3E3-107128B8F8FE}"/>
                </a:ext>
              </a:extLst>
            </p:cNvPr>
            <p:cNvSpPr/>
            <p:nvPr/>
          </p:nvSpPr>
          <p:spPr>
            <a:xfrm>
              <a:off x="6214053" y="1647205"/>
              <a:ext cx="67924" cy="111049"/>
            </a:xfrm>
            <a:custGeom>
              <a:avLst/>
              <a:gdLst>
                <a:gd name="connsiteX0" fmla="*/ 67339 w 67924"/>
                <a:gd name="connsiteY0" fmla="*/ 0 h 111049"/>
                <a:gd name="connsiteX1" fmla="*/ 33425 w 67924"/>
                <a:gd name="connsiteY1" fmla="*/ 111049 h 111049"/>
                <a:gd name="connsiteX2" fmla="*/ 4433 w 67924"/>
                <a:gd name="connsiteY2" fmla="*/ 87953 h 111049"/>
                <a:gd name="connsiteX3" fmla="*/ 0 w 67924"/>
                <a:gd name="connsiteY3" fmla="*/ 69289 h 111049"/>
                <a:gd name="connsiteX4" fmla="*/ 28505 w 67924"/>
                <a:gd name="connsiteY4" fmla="*/ 47656 h 111049"/>
                <a:gd name="connsiteX5" fmla="*/ 50626 w 67924"/>
                <a:gd name="connsiteY5" fmla="*/ 29480 h 111049"/>
                <a:gd name="connsiteX6" fmla="*/ 67339 w 67924"/>
                <a:gd name="connsiteY6" fmla="*/ 0 h 111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924" h="111049">
                  <a:moveTo>
                    <a:pt x="67339" y="0"/>
                  </a:moveTo>
                  <a:cubicBezTo>
                    <a:pt x="67339" y="0"/>
                    <a:pt x="75185" y="68802"/>
                    <a:pt x="33425" y="111049"/>
                  </a:cubicBezTo>
                  <a:lnTo>
                    <a:pt x="4433" y="87953"/>
                  </a:lnTo>
                  <a:lnTo>
                    <a:pt x="0" y="69289"/>
                  </a:lnTo>
                  <a:lnTo>
                    <a:pt x="28505" y="47656"/>
                  </a:lnTo>
                  <a:lnTo>
                    <a:pt x="50626" y="29480"/>
                  </a:lnTo>
                  <a:lnTo>
                    <a:pt x="67339" y="0"/>
                  </a:lnTo>
                  <a:close/>
                </a:path>
              </a:pathLst>
            </a:custGeom>
            <a:noFill/>
            <a:ln w="3323" cap="rnd">
              <a:solidFill>
                <a:srgbClr val="333333"/>
              </a:solidFill>
              <a:prstDash val="solid"/>
              <a:round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10" name="Forme libre : forme 20109">
              <a:extLst>
                <a:ext uri="{FF2B5EF4-FFF2-40B4-BE49-F238E27FC236}">
                  <a16:creationId xmlns:a16="http://schemas.microsoft.com/office/drawing/2014/main" id="{58E76D5E-AA01-4DCA-B15B-32F6DF06397D}"/>
                </a:ext>
              </a:extLst>
            </p:cNvPr>
            <p:cNvSpPr/>
            <p:nvPr/>
          </p:nvSpPr>
          <p:spPr>
            <a:xfrm>
              <a:off x="7134452" y="534675"/>
              <a:ext cx="744449" cy="614781"/>
            </a:xfrm>
            <a:custGeom>
              <a:avLst/>
              <a:gdLst>
                <a:gd name="connsiteX0" fmla="*/ 0 w 744449"/>
                <a:gd name="connsiteY0" fmla="*/ 501250 h 614781"/>
                <a:gd name="connsiteX1" fmla="*/ 0 w 744449"/>
                <a:gd name="connsiteY1" fmla="*/ 614782 h 614781"/>
                <a:gd name="connsiteX2" fmla="*/ 20437 w 744449"/>
                <a:gd name="connsiteY2" fmla="*/ 612831 h 614781"/>
                <a:gd name="connsiteX3" fmla="*/ 80062 w 744449"/>
                <a:gd name="connsiteY3" fmla="*/ 583484 h 614781"/>
                <a:gd name="connsiteX4" fmla="*/ 123861 w 744449"/>
                <a:gd name="connsiteY4" fmla="*/ 547665 h 614781"/>
                <a:gd name="connsiteX5" fmla="*/ 166418 w 744449"/>
                <a:gd name="connsiteY5" fmla="*/ 527007 h 614781"/>
                <a:gd name="connsiteX6" fmla="*/ 213498 w 744449"/>
                <a:gd name="connsiteY6" fmla="*/ 478508 h 614781"/>
                <a:gd name="connsiteX7" fmla="*/ 260799 w 744449"/>
                <a:gd name="connsiteY7" fmla="*/ 436749 h 614781"/>
                <a:gd name="connsiteX8" fmla="*/ 294712 w 744449"/>
                <a:gd name="connsiteY8" fmla="*/ 433512 h 614781"/>
                <a:gd name="connsiteX9" fmla="*/ 319892 w 744449"/>
                <a:gd name="connsiteY9" fmla="*/ 433512 h 614781"/>
                <a:gd name="connsiteX10" fmla="*/ 319671 w 744449"/>
                <a:gd name="connsiteY10" fmla="*/ 421011 h 614781"/>
                <a:gd name="connsiteX11" fmla="*/ 371715 w 744449"/>
                <a:gd name="connsiteY11" fmla="*/ 378852 h 614781"/>
                <a:gd name="connsiteX12" fmla="*/ 435286 w 744449"/>
                <a:gd name="connsiteY12" fmla="*/ 332394 h 614781"/>
                <a:gd name="connsiteX13" fmla="*/ 490522 w 744449"/>
                <a:gd name="connsiteY13" fmla="*/ 291254 h 614781"/>
                <a:gd name="connsiteX14" fmla="*/ 567835 w 744449"/>
                <a:gd name="connsiteY14" fmla="*/ 235796 h 614781"/>
                <a:gd name="connsiteX15" fmla="*/ 577588 w 744449"/>
                <a:gd name="connsiteY15" fmla="*/ 223472 h 614781"/>
                <a:gd name="connsiteX16" fmla="*/ 568367 w 744449"/>
                <a:gd name="connsiteY16" fmla="*/ 214518 h 614781"/>
                <a:gd name="connsiteX17" fmla="*/ 654059 w 744449"/>
                <a:gd name="connsiteY17" fmla="*/ 159680 h 614781"/>
                <a:gd name="connsiteX18" fmla="*/ 743962 w 744449"/>
                <a:gd name="connsiteY18" fmla="*/ 83076 h 614781"/>
                <a:gd name="connsiteX19" fmla="*/ 744450 w 744449"/>
                <a:gd name="connsiteY19" fmla="*/ 0 h 614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4449" h="614781">
                  <a:moveTo>
                    <a:pt x="0" y="501250"/>
                  </a:moveTo>
                  <a:lnTo>
                    <a:pt x="0" y="614782"/>
                  </a:lnTo>
                  <a:lnTo>
                    <a:pt x="20437" y="612831"/>
                  </a:lnTo>
                  <a:lnTo>
                    <a:pt x="80062" y="583484"/>
                  </a:lnTo>
                  <a:lnTo>
                    <a:pt x="123861" y="547665"/>
                  </a:lnTo>
                  <a:lnTo>
                    <a:pt x="166418" y="527007"/>
                  </a:lnTo>
                  <a:lnTo>
                    <a:pt x="213498" y="478508"/>
                  </a:lnTo>
                  <a:lnTo>
                    <a:pt x="260799" y="436749"/>
                  </a:lnTo>
                  <a:lnTo>
                    <a:pt x="294712" y="433512"/>
                  </a:lnTo>
                  <a:lnTo>
                    <a:pt x="319892" y="433512"/>
                  </a:lnTo>
                  <a:lnTo>
                    <a:pt x="319671" y="421011"/>
                  </a:lnTo>
                  <a:lnTo>
                    <a:pt x="371715" y="378852"/>
                  </a:lnTo>
                  <a:lnTo>
                    <a:pt x="435286" y="332394"/>
                  </a:lnTo>
                  <a:lnTo>
                    <a:pt x="490522" y="291254"/>
                  </a:lnTo>
                  <a:lnTo>
                    <a:pt x="567835" y="235796"/>
                  </a:lnTo>
                  <a:lnTo>
                    <a:pt x="577588" y="223472"/>
                  </a:lnTo>
                  <a:lnTo>
                    <a:pt x="568367" y="214518"/>
                  </a:lnTo>
                  <a:lnTo>
                    <a:pt x="654059" y="159680"/>
                  </a:lnTo>
                  <a:lnTo>
                    <a:pt x="743962" y="83076"/>
                  </a:lnTo>
                  <a:lnTo>
                    <a:pt x="744450" y="0"/>
                  </a:lnTo>
                  <a:close/>
                </a:path>
              </a:pathLst>
            </a:custGeom>
            <a:solidFill>
              <a:srgbClr val="F7B08D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20111" name="Graphique 2">
              <a:extLst>
                <a:ext uri="{FF2B5EF4-FFF2-40B4-BE49-F238E27FC236}">
                  <a16:creationId xmlns:a16="http://schemas.microsoft.com/office/drawing/2014/main" id="{63C686A5-46DA-4965-8C05-AA045D250C68}"/>
                </a:ext>
              </a:extLst>
            </p:cNvPr>
            <p:cNvGrpSpPr/>
            <p:nvPr/>
          </p:nvGrpSpPr>
          <p:grpSpPr>
            <a:xfrm>
              <a:off x="4213840" y="806085"/>
              <a:ext cx="3668522" cy="1510057"/>
              <a:chOff x="4213840" y="806085"/>
              <a:chExt cx="3668522" cy="1510057"/>
            </a:xfrm>
            <a:solidFill>
              <a:schemeClr val="accent1"/>
            </a:solidFill>
          </p:grpSpPr>
          <p:grpSp>
            <p:nvGrpSpPr>
              <p:cNvPr id="25327" name="Graphique 2">
                <a:extLst>
                  <a:ext uri="{FF2B5EF4-FFF2-40B4-BE49-F238E27FC236}">
                    <a16:creationId xmlns:a16="http://schemas.microsoft.com/office/drawing/2014/main" id="{0171659A-CDE1-4296-8CE5-4D2F7C79B9F3}"/>
                  </a:ext>
                </a:extLst>
              </p:cNvPr>
              <p:cNvGrpSpPr/>
              <p:nvPr/>
            </p:nvGrpSpPr>
            <p:grpSpPr>
              <a:xfrm>
                <a:off x="4213840" y="1418236"/>
                <a:ext cx="27895" cy="70929"/>
                <a:chOff x="4213840" y="1418236"/>
                <a:chExt cx="27895" cy="70929"/>
              </a:xfrm>
              <a:solidFill>
                <a:schemeClr val="accent1"/>
              </a:solidFill>
            </p:grpSpPr>
            <p:sp>
              <p:nvSpPr>
                <p:cNvPr id="26836" name="Forme libre : forme 26835">
                  <a:extLst>
                    <a:ext uri="{FF2B5EF4-FFF2-40B4-BE49-F238E27FC236}">
                      <a16:creationId xmlns:a16="http://schemas.microsoft.com/office/drawing/2014/main" id="{BCCAA545-1B1C-41AF-B58B-2FE4549065F1}"/>
                    </a:ext>
                  </a:extLst>
                </p:cNvPr>
                <p:cNvSpPr/>
                <p:nvPr/>
              </p:nvSpPr>
              <p:spPr>
                <a:xfrm>
                  <a:off x="4213840" y="1418236"/>
                  <a:ext cx="27895" cy="70885"/>
                </a:xfrm>
                <a:custGeom>
                  <a:avLst/>
                  <a:gdLst>
                    <a:gd name="connsiteX0" fmla="*/ 26776 w 27895"/>
                    <a:gd name="connsiteY0" fmla="*/ 20437 h 70885"/>
                    <a:gd name="connsiteX1" fmla="*/ 17333 w 27895"/>
                    <a:gd name="connsiteY1" fmla="*/ 8600 h 70885"/>
                    <a:gd name="connsiteX2" fmla="*/ 4167 w 27895"/>
                    <a:gd name="connsiteY2" fmla="*/ 1507 h 70885"/>
                    <a:gd name="connsiteX3" fmla="*/ 133 w 27895"/>
                    <a:gd name="connsiteY3" fmla="*/ 0 h 70885"/>
                    <a:gd name="connsiteX4" fmla="*/ 0 w 27895"/>
                    <a:gd name="connsiteY4" fmla="*/ 70885 h 70885"/>
                    <a:gd name="connsiteX5" fmla="*/ 11437 w 27895"/>
                    <a:gd name="connsiteY5" fmla="*/ 60645 h 70885"/>
                    <a:gd name="connsiteX6" fmla="*/ 24205 w 27895"/>
                    <a:gd name="connsiteY6" fmla="*/ 37947 h 70885"/>
                    <a:gd name="connsiteX7" fmla="*/ 26022 w 27895"/>
                    <a:gd name="connsiteY7" fmla="*/ 33869 h 70885"/>
                    <a:gd name="connsiteX8" fmla="*/ 27884 w 27895"/>
                    <a:gd name="connsiteY8" fmla="*/ 27751 h 70885"/>
                    <a:gd name="connsiteX9" fmla="*/ 26776 w 27895"/>
                    <a:gd name="connsiteY9" fmla="*/ 20437 h 70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895" h="70885">
                      <a:moveTo>
                        <a:pt x="26776" y="20437"/>
                      </a:moveTo>
                      <a:cubicBezTo>
                        <a:pt x="25269" y="15604"/>
                        <a:pt x="22077" y="11171"/>
                        <a:pt x="17333" y="8600"/>
                      </a:cubicBezTo>
                      <a:lnTo>
                        <a:pt x="4167" y="1507"/>
                      </a:lnTo>
                      <a:cubicBezTo>
                        <a:pt x="2882" y="798"/>
                        <a:pt x="1507" y="310"/>
                        <a:pt x="133" y="0"/>
                      </a:cubicBezTo>
                      <a:lnTo>
                        <a:pt x="0" y="70885"/>
                      </a:lnTo>
                      <a:cubicBezTo>
                        <a:pt x="4566" y="68979"/>
                        <a:pt x="8689" y="65477"/>
                        <a:pt x="11437" y="60645"/>
                      </a:cubicBezTo>
                      <a:lnTo>
                        <a:pt x="24205" y="37947"/>
                      </a:lnTo>
                      <a:cubicBezTo>
                        <a:pt x="24958" y="36617"/>
                        <a:pt x="25579" y="35243"/>
                        <a:pt x="26022" y="33869"/>
                      </a:cubicBezTo>
                      <a:cubicBezTo>
                        <a:pt x="26067" y="33337"/>
                        <a:pt x="28062" y="28771"/>
                        <a:pt x="27884" y="27751"/>
                      </a:cubicBezTo>
                      <a:cubicBezTo>
                        <a:pt x="27884" y="25446"/>
                        <a:pt x="27530" y="22875"/>
                        <a:pt x="26776" y="2043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37" name="Forme libre : forme 26836">
                  <a:extLst>
                    <a:ext uri="{FF2B5EF4-FFF2-40B4-BE49-F238E27FC236}">
                      <a16:creationId xmlns:a16="http://schemas.microsoft.com/office/drawing/2014/main" id="{629A0651-A75D-4F07-B43B-61F79A5D112A}"/>
                    </a:ext>
                  </a:extLst>
                </p:cNvPr>
                <p:cNvSpPr/>
                <p:nvPr/>
              </p:nvSpPr>
              <p:spPr>
                <a:xfrm>
                  <a:off x="4213840" y="1426614"/>
                  <a:ext cx="27895" cy="62551"/>
                </a:xfrm>
                <a:custGeom>
                  <a:avLst/>
                  <a:gdLst>
                    <a:gd name="connsiteX0" fmla="*/ 26776 w 27895"/>
                    <a:gd name="connsiteY0" fmla="*/ 12058 h 62551"/>
                    <a:gd name="connsiteX1" fmla="*/ 17333 w 27895"/>
                    <a:gd name="connsiteY1" fmla="*/ 222 h 62551"/>
                    <a:gd name="connsiteX2" fmla="*/ 16890 w 27895"/>
                    <a:gd name="connsiteY2" fmla="*/ 0 h 62551"/>
                    <a:gd name="connsiteX3" fmla="*/ 12324 w 27895"/>
                    <a:gd name="connsiteY3" fmla="*/ 9664 h 62551"/>
                    <a:gd name="connsiteX4" fmla="*/ 11216 w 27895"/>
                    <a:gd name="connsiteY4" fmla="*/ 12014 h 62551"/>
                    <a:gd name="connsiteX5" fmla="*/ 9708 w 27895"/>
                    <a:gd name="connsiteY5" fmla="*/ 14984 h 62551"/>
                    <a:gd name="connsiteX6" fmla="*/ 7004 w 27895"/>
                    <a:gd name="connsiteY6" fmla="*/ 19683 h 62551"/>
                    <a:gd name="connsiteX7" fmla="*/ 44 w 27895"/>
                    <a:gd name="connsiteY7" fmla="*/ 34046 h 62551"/>
                    <a:gd name="connsiteX8" fmla="*/ 0 w 27895"/>
                    <a:gd name="connsiteY8" fmla="*/ 62551 h 62551"/>
                    <a:gd name="connsiteX9" fmla="*/ 11437 w 27895"/>
                    <a:gd name="connsiteY9" fmla="*/ 52310 h 62551"/>
                    <a:gd name="connsiteX10" fmla="*/ 24205 w 27895"/>
                    <a:gd name="connsiteY10" fmla="*/ 29613 h 62551"/>
                    <a:gd name="connsiteX11" fmla="*/ 26022 w 27895"/>
                    <a:gd name="connsiteY11" fmla="*/ 25535 h 62551"/>
                    <a:gd name="connsiteX12" fmla="*/ 27884 w 27895"/>
                    <a:gd name="connsiteY12" fmla="*/ 19417 h 62551"/>
                    <a:gd name="connsiteX13" fmla="*/ 26776 w 27895"/>
                    <a:gd name="connsiteY13" fmla="*/ 12058 h 6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895" h="62551">
                      <a:moveTo>
                        <a:pt x="26776" y="12058"/>
                      </a:moveTo>
                      <a:cubicBezTo>
                        <a:pt x="25269" y="7226"/>
                        <a:pt x="22077" y="2793"/>
                        <a:pt x="17333" y="222"/>
                      </a:cubicBezTo>
                      <a:lnTo>
                        <a:pt x="16890" y="0"/>
                      </a:lnTo>
                      <a:cubicBezTo>
                        <a:pt x="15427" y="3325"/>
                        <a:pt x="13831" y="6517"/>
                        <a:pt x="12324" y="9664"/>
                      </a:cubicBezTo>
                      <a:lnTo>
                        <a:pt x="11216" y="12014"/>
                      </a:lnTo>
                      <a:cubicBezTo>
                        <a:pt x="10861" y="12856"/>
                        <a:pt x="10285" y="14053"/>
                        <a:pt x="9708" y="14984"/>
                      </a:cubicBezTo>
                      <a:lnTo>
                        <a:pt x="7004" y="19683"/>
                      </a:lnTo>
                      <a:cubicBezTo>
                        <a:pt x="4389" y="24293"/>
                        <a:pt x="1995" y="28992"/>
                        <a:pt x="44" y="34046"/>
                      </a:cubicBezTo>
                      <a:lnTo>
                        <a:pt x="0" y="62551"/>
                      </a:lnTo>
                      <a:cubicBezTo>
                        <a:pt x="4566" y="60645"/>
                        <a:pt x="8689" y="57143"/>
                        <a:pt x="11437" y="52310"/>
                      </a:cubicBezTo>
                      <a:lnTo>
                        <a:pt x="24205" y="29613"/>
                      </a:lnTo>
                      <a:cubicBezTo>
                        <a:pt x="24958" y="28283"/>
                        <a:pt x="25579" y="26909"/>
                        <a:pt x="26022" y="25535"/>
                      </a:cubicBezTo>
                      <a:cubicBezTo>
                        <a:pt x="26067" y="25003"/>
                        <a:pt x="28062" y="20437"/>
                        <a:pt x="27884" y="19417"/>
                      </a:cubicBezTo>
                      <a:cubicBezTo>
                        <a:pt x="27884" y="17067"/>
                        <a:pt x="27530" y="14496"/>
                        <a:pt x="26776" y="12058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38" name="Forme libre : forme 26837">
                  <a:extLst>
                    <a:ext uri="{FF2B5EF4-FFF2-40B4-BE49-F238E27FC236}">
                      <a16:creationId xmlns:a16="http://schemas.microsoft.com/office/drawing/2014/main" id="{448126FB-E5EC-4892-AAD4-E9E7102BD7C3}"/>
                    </a:ext>
                  </a:extLst>
                </p:cNvPr>
                <p:cNvSpPr/>
                <p:nvPr/>
              </p:nvSpPr>
              <p:spPr>
                <a:xfrm>
                  <a:off x="4213884" y="1436136"/>
                  <a:ext cx="9428" cy="27051"/>
                </a:xfrm>
                <a:custGeom>
                  <a:avLst/>
                  <a:gdLst>
                    <a:gd name="connsiteX0" fmla="*/ 8290 w 9428"/>
                    <a:gd name="connsiteY0" fmla="*/ 3689 h 27051"/>
                    <a:gd name="connsiteX1" fmla="*/ 5364 w 9428"/>
                    <a:gd name="connsiteY1" fmla="*/ 675 h 27051"/>
                    <a:gd name="connsiteX2" fmla="*/ 1241 w 9428"/>
                    <a:gd name="connsiteY2" fmla="*/ 10 h 27051"/>
                    <a:gd name="connsiteX3" fmla="*/ 44 w 9428"/>
                    <a:gd name="connsiteY3" fmla="*/ 187 h 27051"/>
                    <a:gd name="connsiteX4" fmla="*/ 0 w 9428"/>
                    <a:gd name="connsiteY4" fmla="*/ 27052 h 27051"/>
                    <a:gd name="connsiteX5" fmla="*/ 6472 w 9428"/>
                    <a:gd name="connsiteY5" fmla="*/ 19737 h 27051"/>
                    <a:gd name="connsiteX6" fmla="*/ 9398 w 9428"/>
                    <a:gd name="connsiteY6" fmla="*/ 8388 h 27051"/>
                    <a:gd name="connsiteX7" fmla="*/ 8290 w 9428"/>
                    <a:gd name="connsiteY7" fmla="*/ 3689 h 27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428" h="27051">
                      <a:moveTo>
                        <a:pt x="8290" y="3689"/>
                      </a:moveTo>
                      <a:cubicBezTo>
                        <a:pt x="7714" y="2271"/>
                        <a:pt x="6605" y="1251"/>
                        <a:pt x="5364" y="675"/>
                      </a:cubicBezTo>
                      <a:cubicBezTo>
                        <a:pt x="4078" y="54"/>
                        <a:pt x="2704" y="-35"/>
                        <a:pt x="1241" y="10"/>
                      </a:cubicBezTo>
                      <a:cubicBezTo>
                        <a:pt x="842" y="10"/>
                        <a:pt x="443" y="143"/>
                        <a:pt x="44" y="187"/>
                      </a:cubicBezTo>
                      <a:lnTo>
                        <a:pt x="0" y="27052"/>
                      </a:lnTo>
                      <a:cubicBezTo>
                        <a:pt x="2438" y="25367"/>
                        <a:pt x="4699" y="22884"/>
                        <a:pt x="6472" y="19737"/>
                      </a:cubicBezTo>
                      <a:cubicBezTo>
                        <a:pt x="8645" y="15880"/>
                        <a:pt x="9620" y="11846"/>
                        <a:pt x="9398" y="8388"/>
                      </a:cubicBezTo>
                      <a:cubicBezTo>
                        <a:pt x="9309" y="6659"/>
                        <a:pt x="8822" y="5196"/>
                        <a:pt x="8290" y="3689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39" name="Forme libre : forme 26838">
                  <a:extLst>
                    <a:ext uri="{FF2B5EF4-FFF2-40B4-BE49-F238E27FC236}">
                      <a16:creationId xmlns:a16="http://schemas.microsoft.com/office/drawing/2014/main" id="{7CF3A305-296D-4469-95D6-F1C0AFDA73DE}"/>
                    </a:ext>
                  </a:extLst>
                </p:cNvPr>
                <p:cNvSpPr/>
                <p:nvPr/>
              </p:nvSpPr>
              <p:spPr>
                <a:xfrm>
                  <a:off x="4213884" y="1449090"/>
                  <a:ext cx="9043" cy="14141"/>
                </a:xfrm>
                <a:custGeom>
                  <a:avLst/>
                  <a:gdLst>
                    <a:gd name="connsiteX0" fmla="*/ 6428 w 9043"/>
                    <a:gd name="connsiteY0" fmla="*/ 3103 h 14141"/>
                    <a:gd name="connsiteX1" fmla="*/ 0 w 9043"/>
                    <a:gd name="connsiteY1" fmla="*/ 6472 h 14141"/>
                    <a:gd name="connsiteX2" fmla="*/ 0 w 9043"/>
                    <a:gd name="connsiteY2" fmla="*/ 14142 h 14141"/>
                    <a:gd name="connsiteX3" fmla="*/ 6472 w 9043"/>
                    <a:gd name="connsiteY3" fmla="*/ 6827 h 14141"/>
                    <a:gd name="connsiteX4" fmla="*/ 9044 w 9043"/>
                    <a:gd name="connsiteY4" fmla="*/ 0 h 14141"/>
                    <a:gd name="connsiteX5" fmla="*/ 6428 w 9043"/>
                    <a:gd name="connsiteY5" fmla="*/ 3103 h 14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043" h="14141">
                      <a:moveTo>
                        <a:pt x="6428" y="3103"/>
                      </a:moveTo>
                      <a:cubicBezTo>
                        <a:pt x="4477" y="4566"/>
                        <a:pt x="2261" y="5674"/>
                        <a:pt x="0" y="6472"/>
                      </a:cubicBezTo>
                      <a:lnTo>
                        <a:pt x="0" y="14142"/>
                      </a:lnTo>
                      <a:cubicBezTo>
                        <a:pt x="2438" y="12457"/>
                        <a:pt x="4699" y="9974"/>
                        <a:pt x="6472" y="6827"/>
                      </a:cubicBezTo>
                      <a:cubicBezTo>
                        <a:pt x="7758" y="4566"/>
                        <a:pt x="8600" y="2261"/>
                        <a:pt x="9044" y="0"/>
                      </a:cubicBezTo>
                      <a:cubicBezTo>
                        <a:pt x="8334" y="1108"/>
                        <a:pt x="7492" y="2172"/>
                        <a:pt x="6428" y="3103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40" name="Forme libre : forme 26839">
                  <a:extLst>
                    <a:ext uri="{FF2B5EF4-FFF2-40B4-BE49-F238E27FC236}">
                      <a16:creationId xmlns:a16="http://schemas.microsoft.com/office/drawing/2014/main" id="{A4E09D38-2ACC-4E51-B93C-AC0A6FF6938D}"/>
                    </a:ext>
                  </a:extLst>
                </p:cNvPr>
                <p:cNvSpPr/>
                <p:nvPr/>
              </p:nvSpPr>
              <p:spPr>
                <a:xfrm>
                  <a:off x="4213840" y="1435654"/>
                  <a:ext cx="12177" cy="28774"/>
                </a:xfrm>
                <a:custGeom>
                  <a:avLst/>
                  <a:gdLst>
                    <a:gd name="connsiteX0" fmla="*/ 12058 w 12177"/>
                    <a:gd name="connsiteY0" fmla="*/ 7318 h 28774"/>
                    <a:gd name="connsiteX1" fmla="*/ 11969 w 12177"/>
                    <a:gd name="connsiteY1" fmla="*/ 5855 h 28774"/>
                    <a:gd name="connsiteX2" fmla="*/ 11260 w 12177"/>
                    <a:gd name="connsiteY2" fmla="*/ 3373 h 28774"/>
                    <a:gd name="connsiteX3" fmla="*/ 8113 w 12177"/>
                    <a:gd name="connsiteY3" fmla="*/ 624 h 28774"/>
                    <a:gd name="connsiteX4" fmla="*/ 3945 w 12177"/>
                    <a:gd name="connsiteY4" fmla="*/ 92 h 28774"/>
                    <a:gd name="connsiteX5" fmla="*/ 44 w 12177"/>
                    <a:gd name="connsiteY5" fmla="*/ 1289 h 28774"/>
                    <a:gd name="connsiteX6" fmla="*/ 0 w 12177"/>
                    <a:gd name="connsiteY6" fmla="*/ 28774 h 28774"/>
                    <a:gd name="connsiteX7" fmla="*/ 9221 w 12177"/>
                    <a:gd name="connsiteY7" fmla="*/ 19908 h 28774"/>
                    <a:gd name="connsiteX8" fmla="*/ 12147 w 12177"/>
                    <a:gd name="connsiteY8" fmla="*/ 8560 h 28774"/>
                    <a:gd name="connsiteX9" fmla="*/ 12058 w 12177"/>
                    <a:gd name="connsiteY9" fmla="*/ 7318 h 28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177" h="28774">
                      <a:moveTo>
                        <a:pt x="12058" y="7318"/>
                      </a:moveTo>
                      <a:cubicBezTo>
                        <a:pt x="12058" y="6831"/>
                        <a:pt x="12014" y="6299"/>
                        <a:pt x="11969" y="5855"/>
                      </a:cubicBezTo>
                      <a:cubicBezTo>
                        <a:pt x="11881" y="4924"/>
                        <a:pt x="11570" y="4082"/>
                        <a:pt x="11260" y="3373"/>
                      </a:cubicBezTo>
                      <a:cubicBezTo>
                        <a:pt x="10462" y="2176"/>
                        <a:pt x="9398" y="1201"/>
                        <a:pt x="8113" y="624"/>
                      </a:cubicBezTo>
                      <a:cubicBezTo>
                        <a:pt x="6827" y="48"/>
                        <a:pt x="5408" y="-129"/>
                        <a:pt x="3945" y="92"/>
                      </a:cubicBezTo>
                      <a:cubicBezTo>
                        <a:pt x="2660" y="358"/>
                        <a:pt x="1419" y="624"/>
                        <a:pt x="44" y="1289"/>
                      </a:cubicBezTo>
                      <a:lnTo>
                        <a:pt x="0" y="28774"/>
                      </a:lnTo>
                      <a:cubicBezTo>
                        <a:pt x="3413" y="27312"/>
                        <a:pt x="6827" y="24208"/>
                        <a:pt x="9221" y="19908"/>
                      </a:cubicBezTo>
                      <a:cubicBezTo>
                        <a:pt x="11393" y="16052"/>
                        <a:pt x="12368" y="12017"/>
                        <a:pt x="12147" y="8560"/>
                      </a:cubicBezTo>
                      <a:cubicBezTo>
                        <a:pt x="12147" y="8161"/>
                        <a:pt x="12102" y="7717"/>
                        <a:pt x="12058" y="731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41" name="Forme libre : forme 26840">
                  <a:extLst>
                    <a:ext uri="{FF2B5EF4-FFF2-40B4-BE49-F238E27FC236}">
                      <a16:creationId xmlns:a16="http://schemas.microsoft.com/office/drawing/2014/main" id="{E8A10BE9-DFF0-4FD2-939F-242A9D00141A}"/>
                    </a:ext>
                  </a:extLst>
                </p:cNvPr>
                <p:cNvSpPr/>
                <p:nvPr/>
              </p:nvSpPr>
              <p:spPr>
                <a:xfrm>
                  <a:off x="4213884" y="1447427"/>
                  <a:ext cx="17003" cy="32383"/>
                </a:xfrm>
                <a:custGeom>
                  <a:avLst/>
                  <a:gdLst>
                    <a:gd name="connsiteX0" fmla="*/ 11570 w 17003"/>
                    <a:gd name="connsiteY0" fmla="*/ 22 h 32383"/>
                    <a:gd name="connsiteX1" fmla="*/ 4655 w 17003"/>
                    <a:gd name="connsiteY1" fmla="*/ 2549 h 32383"/>
                    <a:gd name="connsiteX2" fmla="*/ 44 w 17003"/>
                    <a:gd name="connsiteY2" fmla="*/ 4943 h 32383"/>
                    <a:gd name="connsiteX3" fmla="*/ 0 w 17003"/>
                    <a:gd name="connsiteY3" fmla="*/ 32384 h 32383"/>
                    <a:gd name="connsiteX4" fmla="*/ 9886 w 17003"/>
                    <a:gd name="connsiteY4" fmla="*/ 24537 h 32383"/>
                    <a:gd name="connsiteX5" fmla="*/ 16979 w 17003"/>
                    <a:gd name="connsiteY5" fmla="*/ 9243 h 32383"/>
                    <a:gd name="connsiteX6" fmla="*/ 11570 w 17003"/>
                    <a:gd name="connsiteY6" fmla="*/ 22 h 32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003" h="32383">
                      <a:moveTo>
                        <a:pt x="11570" y="22"/>
                      </a:moveTo>
                      <a:cubicBezTo>
                        <a:pt x="9177" y="-199"/>
                        <a:pt x="6827" y="1264"/>
                        <a:pt x="4655" y="2549"/>
                      </a:cubicBezTo>
                      <a:cubicBezTo>
                        <a:pt x="3147" y="3436"/>
                        <a:pt x="1596" y="4190"/>
                        <a:pt x="44" y="4943"/>
                      </a:cubicBezTo>
                      <a:lnTo>
                        <a:pt x="0" y="32384"/>
                      </a:lnTo>
                      <a:cubicBezTo>
                        <a:pt x="3679" y="30788"/>
                        <a:pt x="7137" y="27818"/>
                        <a:pt x="9886" y="24537"/>
                      </a:cubicBezTo>
                      <a:cubicBezTo>
                        <a:pt x="13565" y="20149"/>
                        <a:pt x="16580" y="14829"/>
                        <a:pt x="16979" y="9243"/>
                      </a:cubicBezTo>
                      <a:cubicBezTo>
                        <a:pt x="17245" y="5076"/>
                        <a:pt x="15383" y="377"/>
                        <a:pt x="11570" y="2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42" name="Forme libre : forme 26841">
                  <a:extLst>
                    <a:ext uri="{FF2B5EF4-FFF2-40B4-BE49-F238E27FC236}">
                      <a16:creationId xmlns:a16="http://schemas.microsoft.com/office/drawing/2014/main" id="{4C721BBD-EB8C-4ED3-BE93-806919220814}"/>
                    </a:ext>
                  </a:extLst>
                </p:cNvPr>
                <p:cNvSpPr/>
                <p:nvPr/>
              </p:nvSpPr>
              <p:spPr>
                <a:xfrm>
                  <a:off x="4228247" y="1427678"/>
                  <a:ext cx="11192" cy="27573"/>
                </a:xfrm>
                <a:custGeom>
                  <a:avLst/>
                  <a:gdLst>
                    <a:gd name="connsiteX0" fmla="*/ 0 w 11192"/>
                    <a:gd name="connsiteY0" fmla="*/ 0 h 27573"/>
                    <a:gd name="connsiteX1" fmla="*/ 6561 w 11192"/>
                    <a:gd name="connsiteY1" fmla="*/ 5719 h 27573"/>
                    <a:gd name="connsiteX2" fmla="*/ 10329 w 11192"/>
                    <a:gd name="connsiteY2" fmla="*/ 13521 h 27573"/>
                    <a:gd name="connsiteX3" fmla="*/ 10905 w 11192"/>
                    <a:gd name="connsiteY3" fmla="*/ 16004 h 27573"/>
                    <a:gd name="connsiteX4" fmla="*/ 11127 w 11192"/>
                    <a:gd name="connsiteY4" fmla="*/ 17289 h 27573"/>
                    <a:gd name="connsiteX5" fmla="*/ 10905 w 11192"/>
                    <a:gd name="connsiteY5" fmla="*/ 19417 h 27573"/>
                    <a:gd name="connsiteX6" fmla="*/ 10152 w 11192"/>
                    <a:gd name="connsiteY6" fmla="*/ 22210 h 27573"/>
                    <a:gd name="connsiteX7" fmla="*/ 9886 w 11192"/>
                    <a:gd name="connsiteY7" fmla="*/ 23939 h 27573"/>
                    <a:gd name="connsiteX8" fmla="*/ 9044 w 11192"/>
                    <a:gd name="connsiteY8" fmla="*/ 27574 h 27573"/>
                    <a:gd name="connsiteX9" fmla="*/ 9398 w 11192"/>
                    <a:gd name="connsiteY9" fmla="*/ 24914 h 27573"/>
                    <a:gd name="connsiteX10" fmla="*/ 9531 w 11192"/>
                    <a:gd name="connsiteY10" fmla="*/ 21944 h 27573"/>
                    <a:gd name="connsiteX11" fmla="*/ 10063 w 11192"/>
                    <a:gd name="connsiteY11" fmla="*/ 19018 h 27573"/>
                    <a:gd name="connsiteX12" fmla="*/ 10196 w 11192"/>
                    <a:gd name="connsiteY12" fmla="*/ 17422 h 27573"/>
                    <a:gd name="connsiteX13" fmla="*/ 9974 w 11192"/>
                    <a:gd name="connsiteY13" fmla="*/ 16580 h 27573"/>
                    <a:gd name="connsiteX14" fmla="*/ 0 w 11192"/>
                    <a:gd name="connsiteY14" fmla="*/ 0 h 27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92" h="27573">
                      <a:moveTo>
                        <a:pt x="0" y="0"/>
                      </a:moveTo>
                      <a:cubicBezTo>
                        <a:pt x="0" y="0"/>
                        <a:pt x="3546" y="1685"/>
                        <a:pt x="6561" y="5719"/>
                      </a:cubicBezTo>
                      <a:cubicBezTo>
                        <a:pt x="8068" y="7714"/>
                        <a:pt x="9442" y="10329"/>
                        <a:pt x="10329" y="13521"/>
                      </a:cubicBezTo>
                      <a:cubicBezTo>
                        <a:pt x="10551" y="14319"/>
                        <a:pt x="10728" y="15161"/>
                        <a:pt x="10905" y="16004"/>
                      </a:cubicBezTo>
                      <a:lnTo>
                        <a:pt x="11127" y="17289"/>
                      </a:lnTo>
                      <a:cubicBezTo>
                        <a:pt x="11304" y="17511"/>
                        <a:pt x="11083" y="18486"/>
                        <a:pt x="10905" y="19417"/>
                      </a:cubicBezTo>
                      <a:cubicBezTo>
                        <a:pt x="10728" y="20348"/>
                        <a:pt x="10462" y="21235"/>
                        <a:pt x="10152" y="22210"/>
                      </a:cubicBezTo>
                      <a:lnTo>
                        <a:pt x="9886" y="23939"/>
                      </a:lnTo>
                      <a:cubicBezTo>
                        <a:pt x="9664" y="25091"/>
                        <a:pt x="9398" y="26288"/>
                        <a:pt x="9044" y="27574"/>
                      </a:cubicBezTo>
                      <a:cubicBezTo>
                        <a:pt x="9044" y="27574"/>
                        <a:pt x="9265" y="26554"/>
                        <a:pt x="9398" y="24914"/>
                      </a:cubicBezTo>
                      <a:cubicBezTo>
                        <a:pt x="9487" y="24072"/>
                        <a:pt x="9531" y="23097"/>
                        <a:pt x="9531" y="21944"/>
                      </a:cubicBezTo>
                      <a:cubicBezTo>
                        <a:pt x="9753" y="21013"/>
                        <a:pt x="9930" y="20038"/>
                        <a:pt x="10063" y="19018"/>
                      </a:cubicBezTo>
                      <a:cubicBezTo>
                        <a:pt x="10107" y="18530"/>
                        <a:pt x="10152" y="17998"/>
                        <a:pt x="10196" y="17422"/>
                      </a:cubicBezTo>
                      <a:cubicBezTo>
                        <a:pt x="10152" y="17067"/>
                        <a:pt x="10019" y="16890"/>
                        <a:pt x="9974" y="16580"/>
                      </a:cubicBezTo>
                      <a:cubicBezTo>
                        <a:pt x="8600" y="11836"/>
                        <a:pt x="6118" y="532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43" name="Forme libre : forme 26842">
                  <a:extLst>
                    <a:ext uri="{FF2B5EF4-FFF2-40B4-BE49-F238E27FC236}">
                      <a16:creationId xmlns:a16="http://schemas.microsoft.com/office/drawing/2014/main" id="{2F056049-C8EC-4950-ADD8-6B64915A051F}"/>
                    </a:ext>
                  </a:extLst>
                </p:cNvPr>
                <p:cNvSpPr/>
                <p:nvPr/>
              </p:nvSpPr>
              <p:spPr>
                <a:xfrm>
                  <a:off x="4213929" y="1442751"/>
                  <a:ext cx="4433" cy="531"/>
                </a:xfrm>
                <a:custGeom>
                  <a:avLst/>
                  <a:gdLst>
                    <a:gd name="connsiteX0" fmla="*/ 0 w 4433"/>
                    <a:gd name="connsiteY0" fmla="*/ 0 h 531"/>
                    <a:gd name="connsiteX1" fmla="*/ 0 w 4433"/>
                    <a:gd name="connsiteY1" fmla="*/ 532 h 531"/>
                    <a:gd name="connsiteX2" fmla="*/ 0 w 4433"/>
                    <a:gd name="connsiteY2" fmla="*/ 0 h 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433" h="531">
                      <a:moveTo>
                        <a:pt x="0" y="0"/>
                      </a:moveTo>
                      <a:lnTo>
                        <a:pt x="0" y="532"/>
                      </a:lnTo>
                      <a:cubicBezTo>
                        <a:pt x="0" y="355"/>
                        <a:pt x="0" y="177"/>
                        <a:pt x="0" y="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44" name="Forme libre : forme 26843">
                  <a:extLst>
                    <a:ext uri="{FF2B5EF4-FFF2-40B4-BE49-F238E27FC236}">
                      <a16:creationId xmlns:a16="http://schemas.microsoft.com/office/drawing/2014/main" id="{194F71AA-8229-420E-A90B-66D597536F5C}"/>
                    </a:ext>
                  </a:extLst>
                </p:cNvPr>
                <p:cNvSpPr/>
                <p:nvPr/>
              </p:nvSpPr>
              <p:spPr>
                <a:xfrm>
                  <a:off x="4213929" y="1440135"/>
                  <a:ext cx="309" cy="1861"/>
                </a:xfrm>
                <a:custGeom>
                  <a:avLst/>
                  <a:gdLst>
                    <a:gd name="connsiteX0" fmla="*/ 0 w 309"/>
                    <a:gd name="connsiteY0" fmla="*/ 0 h 1861"/>
                    <a:gd name="connsiteX1" fmla="*/ 0 w 309"/>
                    <a:gd name="connsiteY1" fmla="*/ 1862 h 1861"/>
                    <a:gd name="connsiteX2" fmla="*/ 133 w 309"/>
                    <a:gd name="connsiteY2" fmla="*/ 1685 h 1861"/>
                    <a:gd name="connsiteX3" fmla="*/ 0 w 309"/>
                    <a:gd name="connsiteY3" fmla="*/ 0 h 1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9" h="1861">
                      <a:moveTo>
                        <a:pt x="0" y="0"/>
                      </a:moveTo>
                      <a:lnTo>
                        <a:pt x="0" y="1862"/>
                      </a:lnTo>
                      <a:cubicBezTo>
                        <a:pt x="44" y="1818"/>
                        <a:pt x="89" y="1773"/>
                        <a:pt x="133" y="1685"/>
                      </a:cubicBezTo>
                      <a:cubicBezTo>
                        <a:pt x="443" y="1108"/>
                        <a:pt x="310" y="4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45" name="Forme libre : forme 26844">
                  <a:extLst>
                    <a:ext uri="{FF2B5EF4-FFF2-40B4-BE49-F238E27FC236}">
                      <a16:creationId xmlns:a16="http://schemas.microsoft.com/office/drawing/2014/main" id="{F6DAFABF-8451-4AFC-9F6C-42CA8F01AEED}"/>
                    </a:ext>
                  </a:extLst>
                </p:cNvPr>
                <p:cNvSpPr/>
                <p:nvPr/>
              </p:nvSpPr>
              <p:spPr>
                <a:xfrm>
                  <a:off x="4213929" y="1424575"/>
                  <a:ext cx="10123" cy="9043"/>
                </a:xfrm>
                <a:custGeom>
                  <a:avLst/>
                  <a:gdLst>
                    <a:gd name="connsiteX0" fmla="*/ 7536 w 10123"/>
                    <a:gd name="connsiteY0" fmla="*/ 3014 h 9043"/>
                    <a:gd name="connsiteX1" fmla="*/ 0 w 10123"/>
                    <a:gd name="connsiteY1" fmla="*/ 0 h 9043"/>
                    <a:gd name="connsiteX2" fmla="*/ 0 w 10123"/>
                    <a:gd name="connsiteY2" fmla="*/ 9044 h 9043"/>
                    <a:gd name="connsiteX3" fmla="*/ 6162 w 10123"/>
                    <a:gd name="connsiteY3" fmla="*/ 8955 h 9043"/>
                    <a:gd name="connsiteX4" fmla="*/ 10019 w 10123"/>
                    <a:gd name="connsiteY4" fmla="*/ 6871 h 9043"/>
                    <a:gd name="connsiteX5" fmla="*/ 7536 w 10123"/>
                    <a:gd name="connsiteY5" fmla="*/ 3014 h 9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123" h="9043">
                      <a:moveTo>
                        <a:pt x="7536" y="3014"/>
                      </a:moveTo>
                      <a:cubicBezTo>
                        <a:pt x="5142" y="1729"/>
                        <a:pt x="2660" y="665"/>
                        <a:pt x="0" y="0"/>
                      </a:cubicBezTo>
                      <a:lnTo>
                        <a:pt x="0" y="9044"/>
                      </a:lnTo>
                      <a:cubicBezTo>
                        <a:pt x="2039" y="8999"/>
                        <a:pt x="4123" y="9044"/>
                        <a:pt x="6162" y="8955"/>
                      </a:cubicBezTo>
                      <a:cubicBezTo>
                        <a:pt x="7669" y="8910"/>
                        <a:pt x="9531" y="8423"/>
                        <a:pt x="10019" y="6871"/>
                      </a:cubicBezTo>
                      <a:cubicBezTo>
                        <a:pt x="10551" y="5187"/>
                        <a:pt x="8955" y="3812"/>
                        <a:pt x="7536" y="301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28" name="Graphique 2">
                <a:extLst>
                  <a:ext uri="{FF2B5EF4-FFF2-40B4-BE49-F238E27FC236}">
                    <a16:creationId xmlns:a16="http://schemas.microsoft.com/office/drawing/2014/main" id="{B3587534-A894-4A2D-B086-4D557C53510F}"/>
                  </a:ext>
                </a:extLst>
              </p:cNvPr>
              <p:cNvGrpSpPr/>
              <p:nvPr/>
            </p:nvGrpSpPr>
            <p:grpSpPr>
              <a:xfrm>
                <a:off x="4213973" y="1356538"/>
                <a:ext cx="63069" cy="72576"/>
                <a:chOff x="4213973" y="1356538"/>
                <a:chExt cx="63069" cy="72576"/>
              </a:xfrm>
              <a:solidFill>
                <a:schemeClr val="accent1"/>
              </a:solidFill>
            </p:grpSpPr>
            <p:sp>
              <p:nvSpPr>
                <p:cNvPr id="26823" name="Forme libre : forme 26822">
                  <a:extLst>
                    <a:ext uri="{FF2B5EF4-FFF2-40B4-BE49-F238E27FC236}">
                      <a16:creationId xmlns:a16="http://schemas.microsoft.com/office/drawing/2014/main" id="{4DB02BC7-ECC4-4CA7-AF76-99ED301BCC9B}"/>
                    </a:ext>
                  </a:extLst>
                </p:cNvPr>
                <p:cNvSpPr/>
                <p:nvPr/>
              </p:nvSpPr>
              <p:spPr>
                <a:xfrm>
                  <a:off x="4213973" y="1356538"/>
                  <a:ext cx="63069" cy="72576"/>
                </a:xfrm>
                <a:custGeom>
                  <a:avLst/>
                  <a:gdLst>
                    <a:gd name="connsiteX0" fmla="*/ 56611 w 63069"/>
                    <a:gd name="connsiteY0" fmla="*/ 14441 h 72576"/>
                    <a:gd name="connsiteX1" fmla="*/ 45439 w 63069"/>
                    <a:gd name="connsiteY1" fmla="*/ 4378 h 72576"/>
                    <a:gd name="connsiteX2" fmla="*/ 30455 w 63069"/>
                    <a:gd name="connsiteY2" fmla="*/ 300 h 72576"/>
                    <a:gd name="connsiteX3" fmla="*/ 15294 w 63069"/>
                    <a:gd name="connsiteY3" fmla="*/ 9786 h 72576"/>
                    <a:gd name="connsiteX4" fmla="*/ 44 w 63069"/>
                    <a:gd name="connsiteY4" fmla="*/ 31464 h 72576"/>
                    <a:gd name="connsiteX5" fmla="*/ 0 w 63069"/>
                    <a:gd name="connsiteY5" fmla="*/ 60058 h 72576"/>
                    <a:gd name="connsiteX6" fmla="*/ 4034 w 63069"/>
                    <a:gd name="connsiteY6" fmla="*/ 63249 h 72576"/>
                    <a:gd name="connsiteX7" fmla="*/ 17200 w 63069"/>
                    <a:gd name="connsiteY7" fmla="*/ 70342 h 72576"/>
                    <a:gd name="connsiteX8" fmla="*/ 32362 w 63069"/>
                    <a:gd name="connsiteY8" fmla="*/ 71672 h 72576"/>
                    <a:gd name="connsiteX9" fmla="*/ 44774 w 63069"/>
                    <a:gd name="connsiteY9" fmla="*/ 62407 h 72576"/>
                    <a:gd name="connsiteX10" fmla="*/ 58473 w 63069"/>
                    <a:gd name="connsiteY10" fmla="*/ 43034 h 72576"/>
                    <a:gd name="connsiteX11" fmla="*/ 63039 w 63069"/>
                    <a:gd name="connsiteY11" fmla="*/ 28272 h 72576"/>
                    <a:gd name="connsiteX12" fmla="*/ 56611 w 63069"/>
                    <a:gd name="connsiteY12" fmla="*/ 14441 h 72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069" h="72576">
                      <a:moveTo>
                        <a:pt x="56611" y="14441"/>
                      </a:moveTo>
                      <a:lnTo>
                        <a:pt x="45439" y="4378"/>
                      </a:lnTo>
                      <a:cubicBezTo>
                        <a:pt x="41449" y="743"/>
                        <a:pt x="35952" y="-676"/>
                        <a:pt x="30455" y="300"/>
                      </a:cubicBezTo>
                      <a:cubicBezTo>
                        <a:pt x="24914" y="1230"/>
                        <a:pt x="19328" y="4511"/>
                        <a:pt x="15294" y="9786"/>
                      </a:cubicBezTo>
                      <a:cubicBezTo>
                        <a:pt x="9886" y="16791"/>
                        <a:pt x="4876" y="24061"/>
                        <a:pt x="44" y="31464"/>
                      </a:cubicBezTo>
                      <a:lnTo>
                        <a:pt x="0" y="60058"/>
                      </a:lnTo>
                      <a:cubicBezTo>
                        <a:pt x="1197" y="61299"/>
                        <a:pt x="2483" y="62407"/>
                        <a:pt x="4034" y="63249"/>
                      </a:cubicBezTo>
                      <a:lnTo>
                        <a:pt x="17200" y="70342"/>
                      </a:lnTo>
                      <a:cubicBezTo>
                        <a:pt x="21988" y="72914"/>
                        <a:pt x="27397" y="73135"/>
                        <a:pt x="32362" y="71672"/>
                      </a:cubicBezTo>
                      <a:cubicBezTo>
                        <a:pt x="37282" y="70209"/>
                        <a:pt x="41760" y="67062"/>
                        <a:pt x="44774" y="62407"/>
                      </a:cubicBezTo>
                      <a:cubicBezTo>
                        <a:pt x="49074" y="55757"/>
                        <a:pt x="53596" y="49285"/>
                        <a:pt x="58473" y="43034"/>
                      </a:cubicBezTo>
                      <a:cubicBezTo>
                        <a:pt x="61842" y="38690"/>
                        <a:pt x="63305" y="33415"/>
                        <a:pt x="63039" y="28272"/>
                      </a:cubicBezTo>
                      <a:cubicBezTo>
                        <a:pt x="62640" y="23086"/>
                        <a:pt x="60645" y="18076"/>
                        <a:pt x="56611" y="1444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24" name="Forme libre : forme 26823">
                  <a:extLst>
                    <a:ext uri="{FF2B5EF4-FFF2-40B4-BE49-F238E27FC236}">
                      <a16:creationId xmlns:a16="http://schemas.microsoft.com/office/drawing/2014/main" id="{6F75D8B6-4C6B-4F85-A14D-FDC5AFC8336D}"/>
                    </a:ext>
                  </a:extLst>
                </p:cNvPr>
                <p:cNvSpPr/>
                <p:nvPr/>
              </p:nvSpPr>
              <p:spPr>
                <a:xfrm>
                  <a:off x="4225499" y="1370624"/>
                  <a:ext cx="51543" cy="58445"/>
                </a:xfrm>
                <a:custGeom>
                  <a:avLst/>
                  <a:gdLst>
                    <a:gd name="connsiteX0" fmla="*/ 20614 w 51543"/>
                    <a:gd name="connsiteY0" fmla="*/ 34888 h 58445"/>
                    <a:gd name="connsiteX1" fmla="*/ 0 w 51543"/>
                    <a:gd name="connsiteY1" fmla="*/ 53153 h 58445"/>
                    <a:gd name="connsiteX2" fmla="*/ 5674 w 51543"/>
                    <a:gd name="connsiteY2" fmla="*/ 56212 h 58445"/>
                    <a:gd name="connsiteX3" fmla="*/ 20836 w 51543"/>
                    <a:gd name="connsiteY3" fmla="*/ 57542 h 58445"/>
                    <a:gd name="connsiteX4" fmla="*/ 33248 w 51543"/>
                    <a:gd name="connsiteY4" fmla="*/ 48276 h 58445"/>
                    <a:gd name="connsiteX5" fmla="*/ 46947 w 51543"/>
                    <a:gd name="connsiteY5" fmla="*/ 28904 h 58445"/>
                    <a:gd name="connsiteX6" fmla="*/ 51513 w 51543"/>
                    <a:gd name="connsiteY6" fmla="*/ 14142 h 58445"/>
                    <a:gd name="connsiteX7" fmla="*/ 45129 w 51543"/>
                    <a:gd name="connsiteY7" fmla="*/ 310 h 58445"/>
                    <a:gd name="connsiteX8" fmla="*/ 44774 w 51543"/>
                    <a:gd name="connsiteY8" fmla="*/ 0 h 58445"/>
                    <a:gd name="connsiteX9" fmla="*/ 31298 w 51543"/>
                    <a:gd name="connsiteY9" fmla="*/ 16535 h 58445"/>
                    <a:gd name="connsiteX10" fmla="*/ 20614 w 51543"/>
                    <a:gd name="connsiteY10" fmla="*/ 34888 h 58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1543" h="58445">
                      <a:moveTo>
                        <a:pt x="20614" y="34888"/>
                      </a:moveTo>
                      <a:cubicBezTo>
                        <a:pt x="17067" y="44508"/>
                        <a:pt x="9354" y="51690"/>
                        <a:pt x="0" y="53153"/>
                      </a:cubicBezTo>
                      <a:lnTo>
                        <a:pt x="5674" y="56212"/>
                      </a:lnTo>
                      <a:cubicBezTo>
                        <a:pt x="10462" y="58783"/>
                        <a:pt x="15870" y="59005"/>
                        <a:pt x="20836" y="57542"/>
                      </a:cubicBezTo>
                      <a:cubicBezTo>
                        <a:pt x="25756" y="56079"/>
                        <a:pt x="30234" y="52931"/>
                        <a:pt x="33248" y="48276"/>
                      </a:cubicBezTo>
                      <a:cubicBezTo>
                        <a:pt x="37548" y="41627"/>
                        <a:pt x="42070" y="35154"/>
                        <a:pt x="46947" y="28904"/>
                      </a:cubicBezTo>
                      <a:cubicBezTo>
                        <a:pt x="50316" y="24559"/>
                        <a:pt x="51779" y="19284"/>
                        <a:pt x="51513" y="14142"/>
                      </a:cubicBezTo>
                      <a:cubicBezTo>
                        <a:pt x="51158" y="8955"/>
                        <a:pt x="49163" y="3990"/>
                        <a:pt x="45129" y="310"/>
                      </a:cubicBezTo>
                      <a:lnTo>
                        <a:pt x="44774" y="0"/>
                      </a:lnTo>
                      <a:cubicBezTo>
                        <a:pt x="40297" y="5674"/>
                        <a:pt x="35598" y="10994"/>
                        <a:pt x="31298" y="16535"/>
                      </a:cubicBezTo>
                      <a:cubicBezTo>
                        <a:pt x="26909" y="22121"/>
                        <a:pt x="23096" y="28062"/>
                        <a:pt x="20614" y="34888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25" name="Forme libre : forme 26824">
                  <a:extLst>
                    <a:ext uri="{FF2B5EF4-FFF2-40B4-BE49-F238E27FC236}">
                      <a16:creationId xmlns:a16="http://schemas.microsoft.com/office/drawing/2014/main" id="{8151F17F-F976-48E0-A79C-88F9D2179C41}"/>
                    </a:ext>
                  </a:extLst>
                </p:cNvPr>
                <p:cNvSpPr/>
                <p:nvPr/>
              </p:nvSpPr>
              <p:spPr>
                <a:xfrm>
                  <a:off x="4234304" y="1376133"/>
                  <a:ext cx="25094" cy="28527"/>
                </a:xfrm>
                <a:custGeom>
                  <a:avLst/>
                  <a:gdLst>
                    <a:gd name="connsiteX0" fmla="*/ 22227 w 25094"/>
                    <a:gd name="connsiteY0" fmla="*/ 1584 h 28527"/>
                    <a:gd name="connsiteX1" fmla="*/ 20852 w 25094"/>
                    <a:gd name="connsiteY1" fmla="*/ 20292 h 28527"/>
                    <a:gd name="connsiteX2" fmla="*/ 3475 w 25094"/>
                    <a:gd name="connsiteY2" fmla="*/ 27385 h 28527"/>
                    <a:gd name="connsiteX3" fmla="*/ 4184 w 25094"/>
                    <a:gd name="connsiteY3" fmla="*/ 8190 h 28527"/>
                    <a:gd name="connsiteX4" fmla="*/ 22227 w 25094"/>
                    <a:gd name="connsiteY4" fmla="*/ 1584 h 28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94" h="28527">
                      <a:moveTo>
                        <a:pt x="22227" y="1584"/>
                      </a:moveTo>
                      <a:cubicBezTo>
                        <a:pt x="26616" y="5220"/>
                        <a:pt x="25818" y="13421"/>
                        <a:pt x="20852" y="20292"/>
                      </a:cubicBezTo>
                      <a:cubicBezTo>
                        <a:pt x="15843" y="27119"/>
                        <a:pt x="8307" y="30444"/>
                        <a:pt x="3475" y="27385"/>
                      </a:cubicBezTo>
                      <a:cubicBezTo>
                        <a:pt x="-1313" y="24326"/>
                        <a:pt x="-1224" y="15593"/>
                        <a:pt x="4184" y="8190"/>
                      </a:cubicBezTo>
                      <a:cubicBezTo>
                        <a:pt x="9592" y="742"/>
                        <a:pt x="17882" y="-2051"/>
                        <a:pt x="22227" y="158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26" name="Forme libre : forme 26825">
                  <a:extLst>
                    <a:ext uri="{FF2B5EF4-FFF2-40B4-BE49-F238E27FC236}">
                      <a16:creationId xmlns:a16="http://schemas.microsoft.com/office/drawing/2014/main" id="{B244BF9B-6B10-48AA-8F7D-63BF3C2A6ADD}"/>
                    </a:ext>
                  </a:extLst>
                </p:cNvPr>
                <p:cNvSpPr/>
                <p:nvPr/>
              </p:nvSpPr>
              <p:spPr>
                <a:xfrm>
                  <a:off x="4234292" y="1390219"/>
                  <a:ext cx="24144" cy="14441"/>
                </a:xfrm>
                <a:custGeom>
                  <a:avLst/>
                  <a:gdLst>
                    <a:gd name="connsiteX0" fmla="*/ 339 w 24144"/>
                    <a:gd name="connsiteY0" fmla="*/ 2660 h 14441"/>
                    <a:gd name="connsiteX1" fmla="*/ 3487 w 24144"/>
                    <a:gd name="connsiteY1" fmla="*/ 13299 h 14441"/>
                    <a:gd name="connsiteX2" fmla="*/ 20864 w 24144"/>
                    <a:gd name="connsiteY2" fmla="*/ 6206 h 14441"/>
                    <a:gd name="connsiteX3" fmla="*/ 24145 w 24144"/>
                    <a:gd name="connsiteY3" fmla="*/ 0 h 14441"/>
                    <a:gd name="connsiteX4" fmla="*/ 21263 w 24144"/>
                    <a:gd name="connsiteY4" fmla="*/ 2616 h 14441"/>
                    <a:gd name="connsiteX5" fmla="*/ 339 w 24144"/>
                    <a:gd name="connsiteY5" fmla="*/ 2660 h 14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144" h="14441">
                      <a:moveTo>
                        <a:pt x="339" y="2660"/>
                      </a:moveTo>
                      <a:cubicBezTo>
                        <a:pt x="-636" y="7270"/>
                        <a:pt x="516" y="11393"/>
                        <a:pt x="3487" y="13299"/>
                      </a:cubicBezTo>
                      <a:cubicBezTo>
                        <a:pt x="8274" y="16358"/>
                        <a:pt x="15855" y="13033"/>
                        <a:pt x="20864" y="6206"/>
                      </a:cubicBezTo>
                      <a:cubicBezTo>
                        <a:pt x="22283" y="4167"/>
                        <a:pt x="23436" y="2084"/>
                        <a:pt x="24145" y="0"/>
                      </a:cubicBezTo>
                      <a:cubicBezTo>
                        <a:pt x="23303" y="1020"/>
                        <a:pt x="22372" y="1906"/>
                        <a:pt x="21263" y="2616"/>
                      </a:cubicBezTo>
                      <a:cubicBezTo>
                        <a:pt x="14658" y="6206"/>
                        <a:pt x="5747" y="6960"/>
                        <a:pt x="339" y="266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27" name="Forme libre : forme 26826">
                  <a:extLst>
                    <a:ext uri="{FF2B5EF4-FFF2-40B4-BE49-F238E27FC236}">
                      <a16:creationId xmlns:a16="http://schemas.microsoft.com/office/drawing/2014/main" id="{8C8693B8-F01F-4412-9712-31FEDA796300}"/>
                    </a:ext>
                  </a:extLst>
                </p:cNvPr>
                <p:cNvSpPr/>
                <p:nvPr/>
              </p:nvSpPr>
              <p:spPr>
                <a:xfrm>
                  <a:off x="4237118" y="1376288"/>
                  <a:ext cx="25069" cy="28262"/>
                </a:xfrm>
                <a:custGeom>
                  <a:avLst/>
                  <a:gdLst>
                    <a:gd name="connsiteX0" fmla="*/ 22206 w 25069"/>
                    <a:gd name="connsiteY0" fmla="*/ 1607 h 28262"/>
                    <a:gd name="connsiteX1" fmla="*/ 20787 w 25069"/>
                    <a:gd name="connsiteY1" fmla="*/ 20181 h 28262"/>
                    <a:gd name="connsiteX2" fmla="*/ 3454 w 25069"/>
                    <a:gd name="connsiteY2" fmla="*/ 27097 h 28262"/>
                    <a:gd name="connsiteX3" fmla="*/ 4208 w 25069"/>
                    <a:gd name="connsiteY3" fmla="*/ 7990 h 28262"/>
                    <a:gd name="connsiteX4" fmla="*/ 22206 w 25069"/>
                    <a:gd name="connsiteY4" fmla="*/ 1607 h 28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69" h="28262">
                      <a:moveTo>
                        <a:pt x="22206" y="1607"/>
                      </a:moveTo>
                      <a:cubicBezTo>
                        <a:pt x="26595" y="5286"/>
                        <a:pt x="25797" y="13443"/>
                        <a:pt x="20787" y="20181"/>
                      </a:cubicBezTo>
                      <a:cubicBezTo>
                        <a:pt x="15822" y="26964"/>
                        <a:pt x="8242" y="30156"/>
                        <a:pt x="3454" y="27097"/>
                      </a:cubicBezTo>
                      <a:cubicBezTo>
                        <a:pt x="-1334" y="24038"/>
                        <a:pt x="-1201" y="15349"/>
                        <a:pt x="4208" y="7990"/>
                      </a:cubicBezTo>
                      <a:cubicBezTo>
                        <a:pt x="9572" y="676"/>
                        <a:pt x="17862" y="-2028"/>
                        <a:pt x="22206" y="160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28" name="Forme libre : forme 26827">
                  <a:extLst>
                    <a:ext uri="{FF2B5EF4-FFF2-40B4-BE49-F238E27FC236}">
                      <a16:creationId xmlns:a16="http://schemas.microsoft.com/office/drawing/2014/main" id="{219C1B24-D0AC-4E46-B40F-595221F4C297}"/>
                    </a:ext>
                  </a:extLst>
                </p:cNvPr>
                <p:cNvSpPr/>
                <p:nvPr/>
              </p:nvSpPr>
              <p:spPr>
                <a:xfrm>
                  <a:off x="4219122" y="1388885"/>
                  <a:ext cx="46401" cy="30843"/>
                </a:xfrm>
                <a:custGeom>
                  <a:avLst/>
                  <a:gdLst>
                    <a:gd name="connsiteX0" fmla="*/ 12760 w 46401"/>
                    <a:gd name="connsiteY0" fmla="*/ 26823 h 30843"/>
                    <a:gd name="connsiteX1" fmla="*/ 21494 w 46401"/>
                    <a:gd name="connsiteY1" fmla="*/ 30725 h 30843"/>
                    <a:gd name="connsiteX2" fmla="*/ 38251 w 46401"/>
                    <a:gd name="connsiteY2" fmla="*/ 23321 h 30843"/>
                    <a:gd name="connsiteX3" fmla="*/ 46230 w 46401"/>
                    <a:gd name="connsiteY3" fmla="*/ 9845 h 30843"/>
                    <a:gd name="connsiteX4" fmla="*/ 41974 w 46401"/>
                    <a:gd name="connsiteY4" fmla="*/ 181 h 30843"/>
                    <a:gd name="connsiteX5" fmla="*/ 34881 w 46401"/>
                    <a:gd name="connsiteY5" fmla="*/ 1555 h 30843"/>
                    <a:gd name="connsiteX6" fmla="*/ 17770 w 46401"/>
                    <a:gd name="connsiteY6" fmla="*/ 6077 h 30843"/>
                    <a:gd name="connsiteX7" fmla="*/ 126 w 46401"/>
                    <a:gd name="connsiteY7" fmla="*/ 14322 h 30843"/>
                    <a:gd name="connsiteX8" fmla="*/ 12760 w 46401"/>
                    <a:gd name="connsiteY8" fmla="*/ 26823 h 30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401" h="30843">
                      <a:moveTo>
                        <a:pt x="12760" y="26823"/>
                      </a:moveTo>
                      <a:cubicBezTo>
                        <a:pt x="15464" y="28552"/>
                        <a:pt x="18302" y="30281"/>
                        <a:pt x="21494" y="30725"/>
                      </a:cubicBezTo>
                      <a:cubicBezTo>
                        <a:pt x="27611" y="31567"/>
                        <a:pt x="33773" y="27799"/>
                        <a:pt x="38251" y="23321"/>
                      </a:cubicBezTo>
                      <a:cubicBezTo>
                        <a:pt x="42063" y="19597"/>
                        <a:pt x="45255" y="15031"/>
                        <a:pt x="46230" y="9845"/>
                      </a:cubicBezTo>
                      <a:cubicBezTo>
                        <a:pt x="46895" y="5988"/>
                        <a:pt x="45654" y="1156"/>
                        <a:pt x="41974" y="181"/>
                      </a:cubicBezTo>
                      <a:cubicBezTo>
                        <a:pt x="39669" y="-440"/>
                        <a:pt x="37187" y="668"/>
                        <a:pt x="34881" y="1555"/>
                      </a:cubicBezTo>
                      <a:cubicBezTo>
                        <a:pt x="29384" y="3771"/>
                        <a:pt x="23577" y="5279"/>
                        <a:pt x="17770" y="6077"/>
                      </a:cubicBezTo>
                      <a:cubicBezTo>
                        <a:pt x="12849" y="6653"/>
                        <a:pt x="1766" y="6963"/>
                        <a:pt x="126" y="14322"/>
                      </a:cubicBezTo>
                      <a:cubicBezTo>
                        <a:pt x="-1248" y="20927"/>
                        <a:pt x="8992" y="24385"/>
                        <a:pt x="12760" y="2682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29" name="Forme libre : forme 26828">
                  <a:extLst>
                    <a:ext uri="{FF2B5EF4-FFF2-40B4-BE49-F238E27FC236}">
                      <a16:creationId xmlns:a16="http://schemas.microsoft.com/office/drawing/2014/main" id="{D01A8261-D355-4E99-AED1-E8952129F884}"/>
                    </a:ext>
                  </a:extLst>
                </p:cNvPr>
                <p:cNvSpPr/>
                <p:nvPr/>
              </p:nvSpPr>
              <p:spPr>
                <a:xfrm>
                  <a:off x="4224615" y="1390210"/>
                  <a:ext cx="7659" cy="15258"/>
                </a:xfrm>
                <a:custGeom>
                  <a:avLst/>
                  <a:gdLst>
                    <a:gd name="connsiteX0" fmla="*/ 1239 w 7659"/>
                    <a:gd name="connsiteY0" fmla="*/ 13131 h 15258"/>
                    <a:gd name="connsiteX1" fmla="*/ 2702 w 7659"/>
                    <a:gd name="connsiteY1" fmla="*/ 14948 h 15258"/>
                    <a:gd name="connsiteX2" fmla="*/ 4962 w 7659"/>
                    <a:gd name="connsiteY2" fmla="*/ 14904 h 15258"/>
                    <a:gd name="connsiteX3" fmla="*/ 6159 w 7659"/>
                    <a:gd name="connsiteY3" fmla="*/ 12820 h 15258"/>
                    <a:gd name="connsiteX4" fmla="*/ 7534 w 7659"/>
                    <a:gd name="connsiteY4" fmla="*/ 6836 h 15258"/>
                    <a:gd name="connsiteX5" fmla="*/ 7622 w 7659"/>
                    <a:gd name="connsiteY5" fmla="*/ 4353 h 15258"/>
                    <a:gd name="connsiteX6" fmla="*/ 1106 w 7659"/>
                    <a:gd name="connsiteY6" fmla="*/ 2137 h 15258"/>
                    <a:gd name="connsiteX7" fmla="*/ 1239 w 7659"/>
                    <a:gd name="connsiteY7" fmla="*/ 13131 h 15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59" h="15258">
                      <a:moveTo>
                        <a:pt x="1239" y="13131"/>
                      </a:moveTo>
                      <a:cubicBezTo>
                        <a:pt x="1593" y="13840"/>
                        <a:pt x="2037" y="14549"/>
                        <a:pt x="2702" y="14948"/>
                      </a:cubicBezTo>
                      <a:cubicBezTo>
                        <a:pt x="3367" y="15347"/>
                        <a:pt x="4297" y="15392"/>
                        <a:pt x="4962" y="14904"/>
                      </a:cubicBezTo>
                      <a:cubicBezTo>
                        <a:pt x="5583" y="14416"/>
                        <a:pt x="5893" y="13619"/>
                        <a:pt x="6159" y="12820"/>
                      </a:cubicBezTo>
                      <a:cubicBezTo>
                        <a:pt x="6780" y="10870"/>
                        <a:pt x="7268" y="8875"/>
                        <a:pt x="7534" y="6836"/>
                      </a:cubicBezTo>
                      <a:cubicBezTo>
                        <a:pt x="7622" y="5994"/>
                        <a:pt x="7711" y="5151"/>
                        <a:pt x="7622" y="4353"/>
                      </a:cubicBezTo>
                      <a:cubicBezTo>
                        <a:pt x="7135" y="1028"/>
                        <a:pt x="3322" y="-2296"/>
                        <a:pt x="1106" y="2137"/>
                      </a:cubicBezTo>
                      <a:cubicBezTo>
                        <a:pt x="-579" y="5594"/>
                        <a:pt x="-180" y="10205"/>
                        <a:pt x="1239" y="1313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30" name="Forme libre : forme 26829">
                  <a:extLst>
                    <a:ext uri="{FF2B5EF4-FFF2-40B4-BE49-F238E27FC236}">
                      <a16:creationId xmlns:a16="http://schemas.microsoft.com/office/drawing/2014/main" id="{3173340D-6013-43AC-AB41-1F6AF31E5839}"/>
                    </a:ext>
                  </a:extLst>
                </p:cNvPr>
                <p:cNvSpPr/>
                <p:nvPr/>
              </p:nvSpPr>
              <p:spPr>
                <a:xfrm>
                  <a:off x="4267525" y="1371068"/>
                  <a:ext cx="6738" cy="27440"/>
                </a:xfrm>
                <a:custGeom>
                  <a:avLst/>
                  <a:gdLst>
                    <a:gd name="connsiteX0" fmla="*/ 0 w 6738"/>
                    <a:gd name="connsiteY0" fmla="*/ 0 h 27440"/>
                    <a:gd name="connsiteX1" fmla="*/ 5009 w 6738"/>
                    <a:gd name="connsiteY1" fmla="*/ 7137 h 27440"/>
                    <a:gd name="connsiteX2" fmla="*/ 6738 w 6738"/>
                    <a:gd name="connsiteY2" fmla="*/ 15737 h 27440"/>
                    <a:gd name="connsiteX3" fmla="*/ 4167 w 6738"/>
                    <a:gd name="connsiteY3" fmla="*/ 27441 h 27440"/>
                    <a:gd name="connsiteX4" fmla="*/ 5497 w 6738"/>
                    <a:gd name="connsiteY4" fmla="*/ 18708 h 27440"/>
                    <a:gd name="connsiteX5" fmla="*/ 0 w 6738"/>
                    <a:gd name="connsiteY5" fmla="*/ 0 h 27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738" h="27440">
                      <a:moveTo>
                        <a:pt x="0" y="0"/>
                      </a:moveTo>
                      <a:cubicBezTo>
                        <a:pt x="0" y="0"/>
                        <a:pt x="3059" y="2483"/>
                        <a:pt x="5009" y="7137"/>
                      </a:cubicBezTo>
                      <a:cubicBezTo>
                        <a:pt x="6029" y="9487"/>
                        <a:pt x="6738" y="12368"/>
                        <a:pt x="6738" y="15737"/>
                      </a:cubicBezTo>
                      <a:cubicBezTo>
                        <a:pt x="6694" y="19062"/>
                        <a:pt x="6073" y="23008"/>
                        <a:pt x="4167" y="27441"/>
                      </a:cubicBezTo>
                      <a:cubicBezTo>
                        <a:pt x="4167" y="27441"/>
                        <a:pt x="5408" y="23939"/>
                        <a:pt x="5497" y="18708"/>
                      </a:cubicBezTo>
                      <a:cubicBezTo>
                        <a:pt x="5674" y="13565"/>
                        <a:pt x="4699" y="665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31" name="Forme libre : forme 26830">
                  <a:extLst>
                    <a:ext uri="{FF2B5EF4-FFF2-40B4-BE49-F238E27FC236}">
                      <a16:creationId xmlns:a16="http://schemas.microsoft.com/office/drawing/2014/main" id="{41377641-CE2E-453A-8FC9-AF1E316E5A44}"/>
                    </a:ext>
                  </a:extLst>
                </p:cNvPr>
                <p:cNvSpPr/>
                <p:nvPr/>
              </p:nvSpPr>
              <p:spPr>
                <a:xfrm>
                  <a:off x="4213973" y="1389199"/>
                  <a:ext cx="1108" cy="2881"/>
                </a:xfrm>
                <a:custGeom>
                  <a:avLst/>
                  <a:gdLst>
                    <a:gd name="connsiteX0" fmla="*/ 1108 w 1108"/>
                    <a:gd name="connsiteY0" fmla="*/ 0 h 2881"/>
                    <a:gd name="connsiteX1" fmla="*/ 0 w 1108"/>
                    <a:gd name="connsiteY1" fmla="*/ 2172 h 2881"/>
                    <a:gd name="connsiteX2" fmla="*/ 0 w 1108"/>
                    <a:gd name="connsiteY2" fmla="*/ 2881 h 2881"/>
                    <a:gd name="connsiteX3" fmla="*/ 1108 w 1108"/>
                    <a:gd name="connsiteY3" fmla="*/ 0 h 2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8" h="2881">
                      <a:moveTo>
                        <a:pt x="1108" y="0"/>
                      </a:moveTo>
                      <a:cubicBezTo>
                        <a:pt x="1108" y="0"/>
                        <a:pt x="621" y="798"/>
                        <a:pt x="0" y="2172"/>
                      </a:cubicBezTo>
                      <a:lnTo>
                        <a:pt x="0" y="2881"/>
                      </a:lnTo>
                      <a:cubicBezTo>
                        <a:pt x="355" y="1906"/>
                        <a:pt x="709" y="975"/>
                        <a:pt x="110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32" name="Forme libre : forme 26831">
                  <a:extLst>
                    <a:ext uri="{FF2B5EF4-FFF2-40B4-BE49-F238E27FC236}">
                      <a16:creationId xmlns:a16="http://schemas.microsoft.com/office/drawing/2014/main" id="{5B23359F-0208-4509-939B-0063475E5DCD}"/>
                    </a:ext>
                  </a:extLst>
                </p:cNvPr>
                <p:cNvSpPr/>
                <p:nvPr/>
              </p:nvSpPr>
              <p:spPr>
                <a:xfrm>
                  <a:off x="4214017" y="1409636"/>
                  <a:ext cx="6073" cy="9752"/>
                </a:xfrm>
                <a:custGeom>
                  <a:avLst/>
                  <a:gdLst>
                    <a:gd name="connsiteX0" fmla="*/ 6073 w 6073"/>
                    <a:gd name="connsiteY0" fmla="*/ 9753 h 9752"/>
                    <a:gd name="connsiteX1" fmla="*/ 621 w 6073"/>
                    <a:gd name="connsiteY1" fmla="*/ 1640 h 9752"/>
                    <a:gd name="connsiteX2" fmla="*/ 0 w 6073"/>
                    <a:gd name="connsiteY2" fmla="*/ 0 h 9752"/>
                    <a:gd name="connsiteX3" fmla="*/ 0 w 6073"/>
                    <a:gd name="connsiteY3" fmla="*/ 3236 h 9752"/>
                    <a:gd name="connsiteX4" fmla="*/ 6073 w 6073"/>
                    <a:gd name="connsiteY4" fmla="*/ 9753 h 9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73" h="9752">
                      <a:moveTo>
                        <a:pt x="6073" y="9753"/>
                      </a:moveTo>
                      <a:cubicBezTo>
                        <a:pt x="6073" y="9753"/>
                        <a:pt x="2882" y="6871"/>
                        <a:pt x="621" y="1640"/>
                      </a:cubicBezTo>
                      <a:cubicBezTo>
                        <a:pt x="399" y="1108"/>
                        <a:pt x="177" y="532"/>
                        <a:pt x="0" y="0"/>
                      </a:cubicBezTo>
                      <a:lnTo>
                        <a:pt x="0" y="3236"/>
                      </a:lnTo>
                      <a:cubicBezTo>
                        <a:pt x="1330" y="5541"/>
                        <a:pt x="3280" y="7758"/>
                        <a:pt x="6073" y="97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33" name="Forme libre : forme 26832">
                  <a:extLst>
                    <a:ext uri="{FF2B5EF4-FFF2-40B4-BE49-F238E27FC236}">
                      <a16:creationId xmlns:a16="http://schemas.microsoft.com/office/drawing/2014/main" id="{F683B5C5-8574-4D42-AC5A-DD8716DF8395}"/>
                    </a:ext>
                  </a:extLst>
                </p:cNvPr>
                <p:cNvSpPr/>
                <p:nvPr/>
              </p:nvSpPr>
              <p:spPr>
                <a:xfrm>
                  <a:off x="4239811" y="1380429"/>
                  <a:ext cx="10594" cy="9345"/>
                </a:xfrm>
                <a:custGeom>
                  <a:avLst/>
                  <a:gdLst>
                    <a:gd name="connsiteX0" fmla="*/ 10292 w 10594"/>
                    <a:gd name="connsiteY0" fmla="*/ 1012 h 9345"/>
                    <a:gd name="connsiteX1" fmla="*/ 7056 w 10594"/>
                    <a:gd name="connsiteY1" fmla="*/ 7484 h 9345"/>
                    <a:gd name="connsiteX2" fmla="*/ 317 w 10594"/>
                    <a:gd name="connsiteY2" fmla="*/ 8415 h 9345"/>
                    <a:gd name="connsiteX3" fmla="*/ 3509 w 10594"/>
                    <a:gd name="connsiteY3" fmla="*/ 1810 h 9345"/>
                    <a:gd name="connsiteX4" fmla="*/ 10292 w 10594"/>
                    <a:gd name="connsiteY4" fmla="*/ 1012 h 9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94" h="9345">
                      <a:moveTo>
                        <a:pt x="10292" y="1012"/>
                      </a:moveTo>
                      <a:cubicBezTo>
                        <a:pt x="11267" y="2608"/>
                        <a:pt x="9804" y="5490"/>
                        <a:pt x="7056" y="7484"/>
                      </a:cubicBezTo>
                      <a:cubicBezTo>
                        <a:pt x="4352" y="9524"/>
                        <a:pt x="1337" y="9967"/>
                        <a:pt x="317" y="8415"/>
                      </a:cubicBezTo>
                      <a:cubicBezTo>
                        <a:pt x="-658" y="6864"/>
                        <a:pt x="672" y="3805"/>
                        <a:pt x="3509" y="1810"/>
                      </a:cubicBezTo>
                      <a:cubicBezTo>
                        <a:pt x="6302" y="-274"/>
                        <a:pt x="9317" y="-584"/>
                        <a:pt x="10292" y="101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34" name="Forme libre : forme 26833">
                  <a:extLst>
                    <a:ext uri="{FF2B5EF4-FFF2-40B4-BE49-F238E27FC236}">
                      <a16:creationId xmlns:a16="http://schemas.microsoft.com/office/drawing/2014/main" id="{A43E4DAD-E941-4BB2-AC44-0830ADE4E9BB}"/>
                    </a:ext>
                  </a:extLst>
                </p:cNvPr>
                <p:cNvSpPr/>
                <p:nvPr/>
              </p:nvSpPr>
              <p:spPr>
                <a:xfrm>
                  <a:off x="4247921" y="1379250"/>
                  <a:ext cx="3097" cy="3205"/>
                </a:xfrm>
                <a:custGeom>
                  <a:avLst/>
                  <a:gdLst>
                    <a:gd name="connsiteX0" fmla="*/ 2581 w 3097"/>
                    <a:gd name="connsiteY0" fmla="*/ 285 h 3205"/>
                    <a:gd name="connsiteX1" fmla="*/ 2714 w 3097"/>
                    <a:gd name="connsiteY1" fmla="*/ 2501 h 3205"/>
                    <a:gd name="connsiteX2" fmla="*/ 541 w 3097"/>
                    <a:gd name="connsiteY2" fmla="*/ 2945 h 3205"/>
                    <a:gd name="connsiteX3" fmla="*/ 364 w 3097"/>
                    <a:gd name="connsiteY3" fmla="*/ 728 h 3205"/>
                    <a:gd name="connsiteX4" fmla="*/ 2581 w 3097"/>
                    <a:gd name="connsiteY4" fmla="*/ 285 h 3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7" h="3205">
                      <a:moveTo>
                        <a:pt x="2581" y="285"/>
                      </a:moveTo>
                      <a:cubicBezTo>
                        <a:pt x="3246" y="772"/>
                        <a:pt x="3246" y="1748"/>
                        <a:pt x="2714" y="2501"/>
                      </a:cubicBezTo>
                      <a:cubicBezTo>
                        <a:pt x="2182" y="3211"/>
                        <a:pt x="1206" y="3432"/>
                        <a:pt x="541" y="2945"/>
                      </a:cubicBezTo>
                      <a:cubicBezTo>
                        <a:pt x="-124" y="2457"/>
                        <a:pt x="-168" y="1437"/>
                        <a:pt x="364" y="728"/>
                      </a:cubicBezTo>
                      <a:cubicBezTo>
                        <a:pt x="896" y="-70"/>
                        <a:pt x="1916" y="-203"/>
                        <a:pt x="2581" y="2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35" name="Forme libre : forme 26834">
                  <a:extLst>
                    <a:ext uri="{FF2B5EF4-FFF2-40B4-BE49-F238E27FC236}">
                      <a16:creationId xmlns:a16="http://schemas.microsoft.com/office/drawing/2014/main" id="{EC7C7386-8EA2-440F-827B-CEBC06E66FD4}"/>
                    </a:ext>
                  </a:extLst>
                </p:cNvPr>
                <p:cNvSpPr/>
                <p:nvPr/>
              </p:nvSpPr>
              <p:spPr>
                <a:xfrm>
                  <a:off x="4227205" y="1362368"/>
                  <a:ext cx="35572" cy="18550"/>
                </a:xfrm>
                <a:custGeom>
                  <a:avLst/>
                  <a:gdLst>
                    <a:gd name="connsiteX0" fmla="*/ 22410 w 35572"/>
                    <a:gd name="connsiteY0" fmla="*/ 410 h 18550"/>
                    <a:gd name="connsiteX1" fmla="*/ 33759 w 35572"/>
                    <a:gd name="connsiteY1" fmla="*/ 7015 h 18550"/>
                    <a:gd name="connsiteX2" fmla="*/ 35222 w 35572"/>
                    <a:gd name="connsiteY2" fmla="*/ 11404 h 18550"/>
                    <a:gd name="connsiteX3" fmla="*/ 30966 w 35572"/>
                    <a:gd name="connsiteY3" fmla="*/ 12468 h 18550"/>
                    <a:gd name="connsiteX4" fmla="*/ 17001 w 35572"/>
                    <a:gd name="connsiteY4" fmla="*/ 10739 h 18550"/>
                    <a:gd name="connsiteX5" fmla="*/ 200 w 35572"/>
                    <a:gd name="connsiteY5" fmla="*/ 17300 h 18550"/>
                    <a:gd name="connsiteX6" fmla="*/ 11770 w 35572"/>
                    <a:gd name="connsiteY6" fmla="*/ 1607 h 18550"/>
                    <a:gd name="connsiteX7" fmla="*/ 22410 w 35572"/>
                    <a:gd name="connsiteY7" fmla="*/ 410 h 18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572" h="18550">
                      <a:moveTo>
                        <a:pt x="22410" y="410"/>
                      </a:moveTo>
                      <a:cubicBezTo>
                        <a:pt x="26843" y="1430"/>
                        <a:pt x="30522" y="4045"/>
                        <a:pt x="33759" y="7015"/>
                      </a:cubicBezTo>
                      <a:cubicBezTo>
                        <a:pt x="34956" y="8124"/>
                        <a:pt x="36197" y="9853"/>
                        <a:pt x="35222" y="11404"/>
                      </a:cubicBezTo>
                      <a:cubicBezTo>
                        <a:pt x="34379" y="12779"/>
                        <a:pt x="32429" y="12779"/>
                        <a:pt x="30966" y="12468"/>
                      </a:cubicBezTo>
                      <a:cubicBezTo>
                        <a:pt x="26355" y="11493"/>
                        <a:pt x="21878" y="9409"/>
                        <a:pt x="17001" y="10739"/>
                      </a:cubicBezTo>
                      <a:cubicBezTo>
                        <a:pt x="13898" y="11448"/>
                        <a:pt x="1796" y="22132"/>
                        <a:pt x="200" y="17300"/>
                      </a:cubicBezTo>
                      <a:cubicBezTo>
                        <a:pt x="-1485" y="12291"/>
                        <a:pt x="7914" y="3336"/>
                        <a:pt x="11770" y="1607"/>
                      </a:cubicBezTo>
                      <a:cubicBezTo>
                        <a:pt x="15228" y="-122"/>
                        <a:pt x="19085" y="-344"/>
                        <a:pt x="22410" y="41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29" name="Graphique 2">
                <a:extLst>
                  <a:ext uri="{FF2B5EF4-FFF2-40B4-BE49-F238E27FC236}">
                    <a16:creationId xmlns:a16="http://schemas.microsoft.com/office/drawing/2014/main" id="{920F5E7B-3F33-463C-8D6B-17542BCC241C}"/>
                  </a:ext>
                </a:extLst>
              </p:cNvPr>
              <p:cNvGrpSpPr/>
              <p:nvPr/>
            </p:nvGrpSpPr>
            <p:grpSpPr>
              <a:xfrm>
                <a:off x="4253732" y="1306181"/>
                <a:ext cx="71686" cy="69733"/>
                <a:chOff x="4253732" y="1306181"/>
                <a:chExt cx="71686" cy="69733"/>
              </a:xfrm>
              <a:solidFill>
                <a:schemeClr val="accent1"/>
              </a:solidFill>
            </p:grpSpPr>
            <p:sp>
              <p:nvSpPr>
                <p:cNvPr id="26811" name="Forme libre : forme 26810">
                  <a:extLst>
                    <a:ext uri="{FF2B5EF4-FFF2-40B4-BE49-F238E27FC236}">
                      <a16:creationId xmlns:a16="http://schemas.microsoft.com/office/drawing/2014/main" id="{E8024F7A-CB3E-4909-A939-5348E912A98C}"/>
                    </a:ext>
                  </a:extLst>
                </p:cNvPr>
                <p:cNvSpPr/>
                <p:nvPr/>
              </p:nvSpPr>
              <p:spPr>
                <a:xfrm>
                  <a:off x="4253732" y="1306181"/>
                  <a:ext cx="71686" cy="69733"/>
                </a:xfrm>
                <a:custGeom>
                  <a:avLst/>
                  <a:gdLst>
                    <a:gd name="connsiteX0" fmla="*/ 63089 w 71686"/>
                    <a:gd name="connsiteY0" fmla="*/ 49061 h 69733"/>
                    <a:gd name="connsiteX1" fmla="*/ 54090 w 71686"/>
                    <a:gd name="connsiteY1" fmla="*/ 56198 h 69733"/>
                    <a:gd name="connsiteX2" fmla="*/ 45401 w 71686"/>
                    <a:gd name="connsiteY2" fmla="*/ 63823 h 69733"/>
                    <a:gd name="connsiteX3" fmla="*/ 31259 w 71686"/>
                    <a:gd name="connsiteY3" fmla="*/ 69719 h 69733"/>
                    <a:gd name="connsiteX4" fmla="*/ 16852 w 71686"/>
                    <a:gd name="connsiteY4" fmla="*/ 64798 h 69733"/>
                    <a:gd name="connsiteX5" fmla="*/ 5680 w 71686"/>
                    <a:gd name="connsiteY5" fmla="*/ 54735 h 69733"/>
                    <a:gd name="connsiteX6" fmla="*/ 50 w 71686"/>
                    <a:gd name="connsiteY6" fmla="*/ 40239 h 69733"/>
                    <a:gd name="connsiteX7" fmla="*/ 8030 w 71686"/>
                    <a:gd name="connsiteY7" fmla="*/ 24014 h 69733"/>
                    <a:gd name="connsiteX8" fmla="*/ 18846 w 71686"/>
                    <a:gd name="connsiteY8" fmla="*/ 14394 h 69733"/>
                    <a:gd name="connsiteX9" fmla="*/ 30239 w 71686"/>
                    <a:gd name="connsiteY9" fmla="*/ 5306 h 69733"/>
                    <a:gd name="connsiteX10" fmla="*/ 38973 w 71686"/>
                    <a:gd name="connsiteY10" fmla="*/ 962 h 69733"/>
                    <a:gd name="connsiteX11" fmla="*/ 47839 w 71686"/>
                    <a:gd name="connsiteY11" fmla="*/ 164 h 69733"/>
                    <a:gd name="connsiteX12" fmla="*/ 61138 w 71686"/>
                    <a:gd name="connsiteY12" fmla="*/ 8365 h 69733"/>
                    <a:gd name="connsiteX13" fmla="*/ 68896 w 71686"/>
                    <a:gd name="connsiteY13" fmla="*/ 21310 h 69733"/>
                    <a:gd name="connsiteX14" fmla="*/ 71157 w 71686"/>
                    <a:gd name="connsiteY14" fmla="*/ 36382 h 69733"/>
                    <a:gd name="connsiteX15" fmla="*/ 68320 w 71686"/>
                    <a:gd name="connsiteY15" fmla="*/ 43386 h 69733"/>
                    <a:gd name="connsiteX16" fmla="*/ 63089 w 71686"/>
                    <a:gd name="connsiteY16" fmla="*/ 49061 h 69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1686" h="69733">
                      <a:moveTo>
                        <a:pt x="63089" y="49061"/>
                      </a:moveTo>
                      <a:cubicBezTo>
                        <a:pt x="60030" y="51322"/>
                        <a:pt x="57015" y="53716"/>
                        <a:pt x="54090" y="56198"/>
                      </a:cubicBezTo>
                      <a:cubicBezTo>
                        <a:pt x="51119" y="58592"/>
                        <a:pt x="48282" y="61296"/>
                        <a:pt x="45401" y="63823"/>
                      </a:cubicBezTo>
                      <a:cubicBezTo>
                        <a:pt x="41455" y="67547"/>
                        <a:pt x="36401" y="69453"/>
                        <a:pt x="31259" y="69719"/>
                      </a:cubicBezTo>
                      <a:cubicBezTo>
                        <a:pt x="26117" y="69896"/>
                        <a:pt x="20886" y="68433"/>
                        <a:pt x="16852" y="64798"/>
                      </a:cubicBezTo>
                      <a:lnTo>
                        <a:pt x="5680" y="54735"/>
                      </a:lnTo>
                      <a:cubicBezTo>
                        <a:pt x="1646" y="51144"/>
                        <a:pt x="-349" y="45825"/>
                        <a:pt x="50" y="40239"/>
                      </a:cubicBezTo>
                      <a:cubicBezTo>
                        <a:pt x="405" y="34609"/>
                        <a:pt x="3153" y="28668"/>
                        <a:pt x="8030" y="24014"/>
                      </a:cubicBezTo>
                      <a:cubicBezTo>
                        <a:pt x="11620" y="20778"/>
                        <a:pt x="15123" y="17453"/>
                        <a:pt x="18846" y="14394"/>
                      </a:cubicBezTo>
                      <a:cubicBezTo>
                        <a:pt x="22526" y="11246"/>
                        <a:pt x="26338" y="8232"/>
                        <a:pt x="30239" y="5306"/>
                      </a:cubicBezTo>
                      <a:cubicBezTo>
                        <a:pt x="32944" y="3178"/>
                        <a:pt x="35958" y="1804"/>
                        <a:pt x="38973" y="962"/>
                      </a:cubicBezTo>
                      <a:cubicBezTo>
                        <a:pt x="41987" y="119"/>
                        <a:pt x="44957" y="-235"/>
                        <a:pt x="47839" y="164"/>
                      </a:cubicBezTo>
                      <a:cubicBezTo>
                        <a:pt x="53558" y="829"/>
                        <a:pt x="58345" y="3666"/>
                        <a:pt x="61138" y="8365"/>
                      </a:cubicBezTo>
                      <a:lnTo>
                        <a:pt x="68896" y="21310"/>
                      </a:lnTo>
                      <a:cubicBezTo>
                        <a:pt x="71689" y="26009"/>
                        <a:pt x="72265" y="31506"/>
                        <a:pt x="71157" y="36382"/>
                      </a:cubicBezTo>
                      <a:cubicBezTo>
                        <a:pt x="70581" y="38820"/>
                        <a:pt x="69650" y="41259"/>
                        <a:pt x="68320" y="43386"/>
                      </a:cubicBezTo>
                      <a:cubicBezTo>
                        <a:pt x="66945" y="45559"/>
                        <a:pt x="65172" y="47376"/>
                        <a:pt x="63089" y="4906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12" name="Forme libre : forme 26811">
                  <a:extLst>
                    <a:ext uri="{FF2B5EF4-FFF2-40B4-BE49-F238E27FC236}">
                      <a16:creationId xmlns:a16="http://schemas.microsoft.com/office/drawing/2014/main" id="{A030B169-ABEC-41BF-9873-3038EE38B13E}"/>
                    </a:ext>
                  </a:extLst>
                </p:cNvPr>
                <p:cNvSpPr/>
                <p:nvPr/>
              </p:nvSpPr>
              <p:spPr>
                <a:xfrm>
                  <a:off x="4265707" y="1327047"/>
                  <a:ext cx="59666" cy="48829"/>
                </a:xfrm>
                <a:custGeom>
                  <a:avLst/>
                  <a:gdLst>
                    <a:gd name="connsiteX0" fmla="*/ 24426 w 59666"/>
                    <a:gd name="connsiteY0" fmla="*/ 26865 h 48829"/>
                    <a:gd name="connsiteX1" fmla="*/ 13610 w 59666"/>
                    <a:gd name="connsiteY1" fmla="*/ 36617 h 48829"/>
                    <a:gd name="connsiteX2" fmla="*/ 0 w 59666"/>
                    <a:gd name="connsiteY2" fmla="*/ 39543 h 48829"/>
                    <a:gd name="connsiteX3" fmla="*/ 4832 w 59666"/>
                    <a:gd name="connsiteY3" fmla="*/ 43888 h 48829"/>
                    <a:gd name="connsiteX4" fmla="*/ 19240 w 59666"/>
                    <a:gd name="connsiteY4" fmla="*/ 48808 h 48829"/>
                    <a:gd name="connsiteX5" fmla="*/ 33381 w 59666"/>
                    <a:gd name="connsiteY5" fmla="*/ 42912 h 48829"/>
                    <a:gd name="connsiteX6" fmla="*/ 42070 w 59666"/>
                    <a:gd name="connsiteY6" fmla="*/ 35287 h 48829"/>
                    <a:gd name="connsiteX7" fmla="*/ 51069 w 59666"/>
                    <a:gd name="connsiteY7" fmla="*/ 28150 h 48829"/>
                    <a:gd name="connsiteX8" fmla="*/ 56300 w 59666"/>
                    <a:gd name="connsiteY8" fmla="*/ 22476 h 48829"/>
                    <a:gd name="connsiteX9" fmla="*/ 59138 w 59666"/>
                    <a:gd name="connsiteY9" fmla="*/ 15471 h 48829"/>
                    <a:gd name="connsiteX10" fmla="*/ 56877 w 59666"/>
                    <a:gd name="connsiteY10" fmla="*/ 399 h 48829"/>
                    <a:gd name="connsiteX11" fmla="*/ 56611 w 59666"/>
                    <a:gd name="connsiteY11" fmla="*/ 0 h 48829"/>
                    <a:gd name="connsiteX12" fmla="*/ 47789 w 59666"/>
                    <a:gd name="connsiteY12" fmla="*/ 5985 h 48829"/>
                    <a:gd name="connsiteX13" fmla="*/ 39189 w 59666"/>
                    <a:gd name="connsiteY13" fmla="*/ 12014 h 48829"/>
                    <a:gd name="connsiteX14" fmla="*/ 31209 w 59666"/>
                    <a:gd name="connsiteY14" fmla="*/ 18752 h 48829"/>
                    <a:gd name="connsiteX15" fmla="*/ 24426 w 59666"/>
                    <a:gd name="connsiteY15" fmla="*/ 26865 h 48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9666" h="48829">
                      <a:moveTo>
                        <a:pt x="24426" y="26865"/>
                      </a:moveTo>
                      <a:cubicBezTo>
                        <a:pt x="21501" y="31032"/>
                        <a:pt x="17821" y="34445"/>
                        <a:pt x="13610" y="36617"/>
                      </a:cubicBezTo>
                      <a:cubicBezTo>
                        <a:pt x="9443" y="38834"/>
                        <a:pt x="4743" y="39942"/>
                        <a:pt x="0" y="39543"/>
                      </a:cubicBezTo>
                      <a:lnTo>
                        <a:pt x="4832" y="43888"/>
                      </a:lnTo>
                      <a:cubicBezTo>
                        <a:pt x="8911" y="47523"/>
                        <a:pt x="14097" y="49030"/>
                        <a:pt x="19240" y="48808"/>
                      </a:cubicBezTo>
                      <a:cubicBezTo>
                        <a:pt x="24382" y="48587"/>
                        <a:pt x="29436" y="46636"/>
                        <a:pt x="33381" y="42912"/>
                      </a:cubicBezTo>
                      <a:cubicBezTo>
                        <a:pt x="36263" y="40341"/>
                        <a:pt x="39056" y="37681"/>
                        <a:pt x="42070" y="35287"/>
                      </a:cubicBezTo>
                      <a:cubicBezTo>
                        <a:pt x="44996" y="32805"/>
                        <a:pt x="48010" y="30411"/>
                        <a:pt x="51069" y="28150"/>
                      </a:cubicBezTo>
                      <a:cubicBezTo>
                        <a:pt x="53153" y="26466"/>
                        <a:pt x="54970" y="24648"/>
                        <a:pt x="56300" y="22476"/>
                      </a:cubicBezTo>
                      <a:cubicBezTo>
                        <a:pt x="57630" y="20348"/>
                        <a:pt x="58561" y="17865"/>
                        <a:pt x="59138" y="15471"/>
                      </a:cubicBezTo>
                      <a:cubicBezTo>
                        <a:pt x="60246" y="10551"/>
                        <a:pt x="59669" y="5054"/>
                        <a:pt x="56877" y="399"/>
                      </a:cubicBezTo>
                      <a:lnTo>
                        <a:pt x="56611" y="0"/>
                      </a:lnTo>
                      <a:cubicBezTo>
                        <a:pt x="53729" y="2172"/>
                        <a:pt x="50670" y="3945"/>
                        <a:pt x="47789" y="5985"/>
                      </a:cubicBezTo>
                      <a:cubicBezTo>
                        <a:pt x="44907" y="8024"/>
                        <a:pt x="41937" y="9841"/>
                        <a:pt x="39189" y="12014"/>
                      </a:cubicBezTo>
                      <a:cubicBezTo>
                        <a:pt x="36396" y="14142"/>
                        <a:pt x="33647" y="16269"/>
                        <a:pt x="31209" y="18752"/>
                      </a:cubicBezTo>
                      <a:cubicBezTo>
                        <a:pt x="28771" y="21190"/>
                        <a:pt x="26421" y="23850"/>
                        <a:pt x="24426" y="26865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13" name="Forme libre : forme 26812">
                  <a:extLst>
                    <a:ext uri="{FF2B5EF4-FFF2-40B4-BE49-F238E27FC236}">
                      <a16:creationId xmlns:a16="http://schemas.microsoft.com/office/drawing/2014/main" id="{0BD16513-317B-4537-81AC-2FC4EA5102A7}"/>
                    </a:ext>
                  </a:extLst>
                </p:cNvPr>
                <p:cNvSpPr/>
                <p:nvPr/>
              </p:nvSpPr>
              <p:spPr>
                <a:xfrm>
                  <a:off x="4280623" y="1326630"/>
                  <a:ext cx="28010" cy="25695"/>
                </a:xfrm>
                <a:custGeom>
                  <a:avLst/>
                  <a:gdLst>
                    <a:gd name="connsiteX0" fmla="*/ 26711 w 28010"/>
                    <a:gd name="connsiteY0" fmla="*/ 3299 h 25695"/>
                    <a:gd name="connsiteX1" fmla="*/ 27199 w 28010"/>
                    <a:gd name="connsiteY1" fmla="*/ 11855 h 25695"/>
                    <a:gd name="connsiteX2" fmla="*/ 20460 w 28010"/>
                    <a:gd name="connsiteY2" fmla="*/ 20854 h 25695"/>
                    <a:gd name="connsiteX3" fmla="*/ 10220 w 28010"/>
                    <a:gd name="connsiteY3" fmla="*/ 25553 h 25695"/>
                    <a:gd name="connsiteX4" fmla="*/ 1886 w 28010"/>
                    <a:gd name="connsiteY4" fmla="*/ 23203 h 25695"/>
                    <a:gd name="connsiteX5" fmla="*/ 511 w 28010"/>
                    <a:gd name="connsiteY5" fmla="*/ 14648 h 25695"/>
                    <a:gd name="connsiteX6" fmla="*/ 7471 w 28010"/>
                    <a:gd name="connsiteY6" fmla="*/ 4762 h 25695"/>
                    <a:gd name="connsiteX7" fmla="*/ 18554 w 28010"/>
                    <a:gd name="connsiteY7" fmla="*/ 18 h 25695"/>
                    <a:gd name="connsiteX8" fmla="*/ 26711 w 28010"/>
                    <a:gd name="connsiteY8" fmla="*/ 3299 h 25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010" h="25695">
                      <a:moveTo>
                        <a:pt x="26711" y="3299"/>
                      </a:moveTo>
                      <a:cubicBezTo>
                        <a:pt x="28351" y="5648"/>
                        <a:pt x="28351" y="8752"/>
                        <a:pt x="27199" y="11855"/>
                      </a:cubicBezTo>
                      <a:cubicBezTo>
                        <a:pt x="26090" y="15091"/>
                        <a:pt x="23697" y="18194"/>
                        <a:pt x="20460" y="20854"/>
                      </a:cubicBezTo>
                      <a:cubicBezTo>
                        <a:pt x="17224" y="23514"/>
                        <a:pt x="13545" y="25065"/>
                        <a:pt x="10220" y="25553"/>
                      </a:cubicBezTo>
                      <a:cubicBezTo>
                        <a:pt x="6895" y="26041"/>
                        <a:pt x="3836" y="25287"/>
                        <a:pt x="1886" y="23203"/>
                      </a:cubicBezTo>
                      <a:cubicBezTo>
                        <a:pt x="-65" y="21120"/>
                        <a:pt x="-464" y="18017"/>
                        <a:pt x="511" y="14648"/>
                      </a:cubicBezTo>
                      <a:cubicBezTo>
                        <a:pt x="1442" y="11234"/>
                        <a:pt x="3925" y="7688"/>
                        <a:pt x="7471" y="4762"/>
                      </a:cubicBezTo>
                      <a:cubicBezTo>
                        <a:pt x="11018" y="1836"/>
                        <a:pt x="15141" y="329"/>
                        <a:pt x="18554" y="18"/>
                      </a:cubicBezTo>
                      <a:cubicBezTo>
                        <a:pt x="22101" y="-159"/>
                        <a:pt x="25115" y="949"/>
                        <a:pt x="26711" y="3299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14" name="Forme libre : forme 26813">
                  <a:extLst>
                    <a:ext uri="{FF2B5EF4-FFF2-40B4-BE49-F238E27FC236}">
                      <a16:creationId xmlns:a16="http://schemas.microsoft.com/office/drawing/2014/main" id="{C72E6763-1449-460A-8A6C-F300E253807E}"/>
                    </a:ext>
                  </a:extLst>
                </p:cNvPr>
                <p:cNvSpPr/>
                <p:nvPr/>
              </p:nvSpPr>
              <p:spPr>
                <a:xfrm>
                  <a:off x="4280687" y="1338750"/>
                  <a:ext cx="25184" cy="13603"/>
                </a:xfrm>
                <a:custGeom>
                  <a:avLst/>
                  <a:gdLst>
                    <a:gd name="connsiteX0" fmla="*/ 1467 w 25184"/>
                    <a:gd name="connsiteY0" fmla="*/ 0 h 13603"/>
                    <a:gd name="connsiteX1" fmla="*/ 1866 w 25184"/>
                    <a:gd name="connsiteY1" fmla="*/ 11127 h 13603"/>
                    <a:gd name="connsiteX2" fmla="*/ 10200 w 25184"/>
                    <a:gd name="connsiteY2" fmla="*/ 13477 h 13603"/>
                    <a:gd name="connsiteX3" fmla="*/ 20441 w 25184"/>
                    <a:gd name="connsiteY3" fmla="*/ 8778 h 13603"/>
                    <a:gd name="connsiteX4" fmla="*/ 25184 w 25184"/>
                    <a:gd name="connsiteY4" fmla="*/ 3724 h 13603"/>
                    <a:gd name="connsiteX5" fmla="*/ 21726 w 25184"/>
                    <a:gd name="connsiteY5" fmla="*/ 5453 h 13603"/>
                    <a:gd name="connsiteX6" fmla="*/ 10466 w 25184"/>
                    <a:gd name="connsiteY6" fmla="*/ 5453 h 13603"/>
                    <a:gd name="connsiteX7" fmla="*/ 1467 w 25184"/>
                    <a:gd name="connsiteY7" fmla="*/ 0 h 13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84" h="13603">
                      <a:moveTo>
                        <a:pt x="1467" y="0"/>
                      </a:moveTo>
                      <a:cubicBezTo>
                        <a:pt x="-572" y="4344"/>
                        <a:pt x="-528" y="8512"/>
                        <a:pt x="1866" y="11127"/>
                      </a:cubicBezTo>
                      <a:cubicBezTo>
                        <a:pt x="3817" y="13211"/>
                        <a:pt x="6875" y="13920"/>
                        <a:pt x="10200" y="13477"/>
                      </a:cubicBezTo>
                      <a:cubicBezTo>
                        <a:pt x="13481" y="12945"/>
                        <a:pt x="17160" y="11437"/>
                        <a:pt x="20441" y="8778"/>
                      </a:cubicBezTo>
                      <a:cubicBezTo>
                        <a:pt x="22303" y="7182"/>
                        <a:pt x="23943" y="5541"/>
                        <a:pt x="25184" y="3724"/>
                      </a:cubicBezTo>
                      <a:cubicBezTo>
                        <a:pt x="24120" y="4477"/>
                        <a:pt x="23012" y="5054"/>
                        <a:pt x="21726" y="5453"/>
                      </a:cubicBezTo>
                      <a:cubicBezTo>
                        <a:pt x="18091" y="6295"/>
                        <a:pt x="14146" y="6384"/>
                        <a:pt x="10466" y="5453"/>
                      </a:cubicBezTo>
                      <a:cubicBezTo>
                        <a:pt x="6787" y="4522"/>
                        <a:pt x="3551" y="2793"/>
                        <a:pt x="1467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15" name="Forme libre : forme 26814">
                  <a:extLst>
                    <a:ext uri="{FF2B5EF4-FFF2-40B4-BE49-F238E27FC236}">
                      <a16:creationId xmlns:a16="http://schemas.microsoft.com/office/drawing/2014/main" id="{8595CB29-3061-4438-A663-A4130B5AAE43}"/>
                    </a:ext>
                  </a:extLst>
                </p:cNvPr>
                <p:cNvSpPr/>
                <p:nvPr/>
              </p:nvSpPr>
              <p:spPr>
                <a:xfrm>
                  <a:off x="4283426" y="1327595"/>
                  <a:ext cx="27807" cy="25418"/>
                </a:xfrm>
                <a:custGeom>
                  <a:avLst/>
                  <a:gdLst>
                    <a:gd name="connsiteX0" fmla="*/ 26523 w 27807"/>
                    <a:gd name="connsiteY0" fmla="*/ 3308 h 25418"/>
                    <a:gd name="connsiteX1" fmla="*/ 27011 w 27807"/>
                    <a:gd name="connsiteY1" fmla="*/ 11864 h 25418"/>
                    <a:gd name="connsiteX2" fmla="*/ 20273 w 27807"/>
                    <a:gd name="connsiteY2" fmla="*/ 20730 h 25418"/>
                    <a:gd name="connsiteX3" fmla="*/ 10121 w 27807"/>
                    <a:gd name="connsiteY3" fmla="*/ 25296 h 25418"/>
                    <a:gd name="connsiteX4" fmla="*/ 1875 w 27807"/>
                    <a:gd name="connsiteY4" fmla="*/ 22903 h 25418"/>
                    <a:gd name="connsiteX5" fmla="*/ 501 w 27807"/>
                    <a:gd name="connsiteY5" fmla="*/ 14347 h 25418"/>
                    <a:gd name="connsiteX6" fmla="*/ 7417 w 27807"/>
                    <a:gd name="connsiteY6" fmla="*/ 4594 h 25418"/>
                    <a:gd name="connsiteX7" fmla="*/ 18499 w 27807"/>
                    <a:gd name="connsiteY7" fmla="*/ 28 h 25418"/>
                    <a:gd name="connsiteX8" fmla="*/ 26523 w 27807"/>
                    <a:gd name="connsiteY8" fmla="*/ 3308 h 25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807" h="25418">
                      <a:moveTo>
                        <a:pt x="26523" y="3308"/>
                      </a:moveTo>
                      <a:cubicBezTo>
                        <a:pt x="28119" y="5658"/>
                        <a:pt x="28164" y="8805"/>
                        <a:pt x="27011" y="11864"/>
                      </a:cubicBezTo>
                      <a:cubicBezTo>
                        <a:pt x="25858" y="14967"/>
                        <a:pt x="23598" y="18203"/>
                        <a:pt x="20273" y="20730"/>
                      </a:cubicBezTo>
                      <a:cubicBezTo>
                        <a:pt x="17081" y="23434"/>
                        <a:pt x="13357" y="24809"/>
                        <a:pt x="10121" y="25296"/>
                      </a:cubicBezTo>
                      <a:cubicBezTo>
                        <a:pt x="6840" y="25740"/>
                        <a:pt x="3782" y="24986"/>
                        <a:pt x="1875" y="22903"/>
                      </a:cubicBezTo>
                      <a:cubicBezTo>
                        <a:pt x="-31" y="20819"/>
                        <a:pt x="-474" y="17716"/>
                        <a:pt x="501" y="14347"/>
                      </a:cubicBezTo>
                      <a:cubicBezTo>
                        <a:pt x="1432" y="10933"/>
                        <a:pt x="3915" y="7520"/>
                        <a:pt x="7417" y="4594"/>
                      </a:cubicBezTo>
                      <a:cubicBezTo>
                        <a:pt x="11052" y="1845"/>
                        <a:pt x="14997" y="205"/>
                        <a:pt x="18499" y="28"/>
                      </a:cubicBezTo>
                      <a:cubicBezTo>
                        <a:pt x="22002" y="-194"/>
                        <a:pt x="24927" y="914"/>
                        <a:pt x="26523" y="330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16" name="Forme libre : forme 26815">
                  <a:extLst>
                    <a:ext uri="{FF2B5EF4-FFF2-40B4-BE49-F238E27FC236}">
                      <a16:creationId xmlns:a16="http://schemas.microsoft.com/office/drawing/2014/main" id="{560BD7A1-851C-43ED-81D5-CCBB4AF33F99}"/>
                    </a:ext>
                  </a:extLst>
                </p:cNvPr>
                <p:cNvSpPr/>
                <p:nvPr/>
              </p:nvSpPr>
              <p:spPr>
                <a:xfrm>
                  <a:off x="4263987" y="1340397"/>
                  <a:ext cx="47420" cy="26802"/>
                </a:xfrm>
                <a:custGeom>
                  <a:avLst/>
                  <a:gdLst>
                    <a:gd name="connsiteX0" fmla="*/ 9922 w 47420"/>
                    <a:gd name="connsiteY0" fmla="*/ 19899 h 26802"/>
                    <a:gd name="connsiteX1" fmla="*/ 17502 w 47420"/>
                    <a:gd name="connsiteY1" fmla="*/ 25839 h 26802"/>
                    <a:gd name="connsiteX2" fmla="*/ 35501 w 47420"/>
                    <a:gd name="connsiteY2" fmla="*/ 22913 h 26802"/>
                    <a:gd name="connsiteX3" fmla="*/ 46362 w 47420"/>
                    <a:gd name="connsiteY3" fmla="*/ 12141 h 26802"/>
                    <a:gd name="connsiteX4" fmla="*/ 44722 w 47420"/>
                    <a:gd name="connsiteY4" fmla="*/ 1723 h 26802"/>
                    <a:gd name="connsiteX5" fmla="*/ 37540 w 47420"/>
                    <a:gd name="connsiteY5" fmla="*/ 1102 h 26802"/>
                    <a:gd name="connsiteX6" fmla="*/ 19808 w 47420"/>
                    <a:gd name="connsiteY6" fmla="*/ 969 h 26802"/>
                    <a:gd name="connsiteX7" fmla="*/ 568 w 47420"/>
                    <a:gd name="connsiteY7" fmla="*/ 4693 h 26802"/>
                    <a:gd name="connsiteX8" fmla="*/ 9922 w 47420"/>
                    <a:gd name="connsiteY8" fmla="*/ 19899 h 26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420" h="26802">
                      <a:moveTo>
                        <a:pt x="9922" y="19899"/>
                      </a:moveTo>
                      <a:cubicBezTo>
                        <a:pt x="12138" y="22248"/>
                        <a:pt x="14488" y="24598"/>
                        <a:pt x="17502" y="25839"/>
                      </a:cubicBezTo>
                      <a:cubicBezTo>
                        <a:pt x="23265" y="28144"/>
                        <a:pt x="30048" y="25972"/>
                        <a:pt x="35501" y="22913"/>
                      </a:cubicBezTo>
                      <a:cubicBezTo>
                        <a:pt x="39978" y="20253"/>
                        <a:pt x="44190" y="16840"/>
                        <a:pt x="46362" y="12141"/>
                      </a:cubicBezTo>
                      <a:cubicBezTo>
                        <a:pt x="47958" y="8683"/>
                        <a:pt x="48002" y="3673"/>
                        <a:pt x="44722" y="1723"/>
                      </a:cubicBezTo>
                      <a:cubicBezTo>
                        <a:pt x="42682" y="526"/>
                        <a:pt x="40023" y="836"/>
                        <a:pt x="37540" y="1102"/>
                      </a:cubicBezTo>
                      <a:cubicBezTo>
                        <a:pt x="31644" y="1723"/>
                        <a:pt x="25659" y="1723"/>
                        <a:pt x="19808" y="969"/>
                      </a:cubicBezTo>
                      <a:cubicBezTo>
                        <a:pt x="14887" y="304"/>
                        <a:pt x="3981" y="-2134"/>
                        <a:pt x="568" y="4693"/>
                      </a:cubicBezTo>
                      <a:cubicBezTo>
                        <a:pt x="-2358" y="10766"/>
                        <a:pt x="6819" y="16618"/>
                        <a:pt x="9922" y="1989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17" name="Forme libre : forme 26816">
                  <a:extLst>
                    <a:ext uri="{FF2B5EF4-FFF2-40B4-BE49-F238E27FC236}">
                      <a16:creationId xmlns:a16="http://schemas.microsoft.com/office/drawing/2014/main" id="{E24146D8-3613-48A7-81D7-1FEA3700F1D3}"/>
                    </a:ext>
                  </a:extLst>
                </p:cNvPr>
                <p:cNvSpPr/>
                <p:nvPr/>
              </p:nvSpPr>
              <p:spPr>
                <a:xfrm>
                  <a:off x="4270742" y="1334529"/>
                  <a:ext cx="8686" cy="15057"/>
                </a:xfrm>
                <a:custGeom>
                  <a:avLst/>
                  <a:gdLst>
                    <a:gd name="connsiteX0" fmla="*/ 240 w 8686"/>
                    <a:gd name="connsiteY0" fmla="*/ 12290 h 15057"/>
                    <a:gd name="connsiteX1" fmla="*/ 1216 w 8686"/>
                    <a:gd name="connsiteY1" fmla="*/ 14418 h 15057"/>
                    <a:gd name="connsiteX2" fmla="*/ 3477 w 8686"/>
                    <a:gd name="connsiteY2" fmla="*/ 14905 h 15057"/>
                    <a:gd name="connsiteX3" fmla="*/ 5117 w 8686"/>
                    <a:gd name="connsiteY3" fmla="*/ 13177 h 15057"/>
                    <a:gd name="connsiteX4" fmla="*/ 7954 w 8686"/>
                    <a:gd name="connsiteY4" fmla="*/ 7679 h 15057"/>
                    <a:gd name="connsiteX5" fmla="*/ 8663 w 8686"/>
                    <a:gd name="connsiteY5" fmla="*/ 5286 h 15057"/>
                    <a:gd name="connsiteX6" fmla="*/ 2856 w 8686"/>
                    <a:gd name="connsiteY6" fmla="*/ 1518 h 15057"/>
                    <a:gd name="connsiteX7" fmla="*/ 240 w 8686"/>
                    <a:gd name="connsiteY7" fmla="*/ 12290 h 15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686" h="15057">
                      <a:moveTo>
                        <a:pt x="240" y="12290"/>
                      </a:moveTo>
                      <a:cubicBezTo>
                        <a:pt x="418" y="13088"/>
                        <a:pt x="639" y="13886"/>
                        <a:pt x="1216" y="14418"/>
                      </a:cubicBezTo>
                      <a:cubicBezTo>
                        <a:pt x="1748" y="14950"/>
                        <a:pt x="2634" y="15260"/>
                        <a:pt x="3477" y="14905"/>
                      </a:cubicBezTo>
                      <a:cubicBezTo>
                        <a:pt x="4230" y="14595"/>
                        <a:pt x="4718" y="13886"/>
                        <a:pt x="5117" y="13177"/>
                      </a:cubicBezTo>
                      <a:cubicBezTo>
                        <a:pt x="6181" y="11403"/>
                        <a:pt x="7156" y="9541"/>
                        <a:pt x="7954" y="7679"/>
                      </a:cubicBezTo>
                      <a:cubicBezTo>
                        <a:pt x="8264" y="6882"/>
                        <a:pt x="8575" y="6084"/>
                        <a:pt x="8663" y="5286"/>
                      </a:cubicBezTo>
                      <a:cubicBezTo>
                        <a:pt x="8974" y="1872"/>
                        <a:pt x="6136" y="-2295"/>
                        <a:pt x="2856" y="1518"/>
                      </a:cubicBezTo>
                      <a:cubicBezTo>
                        <a:pt x="240" y="4443"/>
                        <a:pt x="-425" y="9098"/>
                        <a:pt x="240" y="1229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18" name="Forme libre : forme 26817">
                  <a:extLst>
                    <a:ext uri="{FF2B5EF4-FFF2-40B4-BE49-F238E27FC236}">
                      <a16:creationId xmlns:a16="http://schemas.microsoft.com/office/drawing/2014/main" id="{4E13907F-0BC0-4D5D-8B13-FF69B8F595B8}"/>
                    </a:ext>
                  </a:extLst>
                </p:cNvPr>
                <p:cNvSpPr/>
                <p:nvPr/>
              </p:nvSpPr>
              <p:spPr>
                <a:xfrm>
                  <a:off x="4316466" y="1326692"/>
                  <a:ext cx="6224" cy="27396"/>
                </a:xfrm>
                <a:custGeom>
                  <a:avLst/>
                  <a:gdLst>
                    <a:gd name="connsiteX0" fmla="*/ 3280 w 6224"/>
                    <a:gd name="connsiteY0" fmla="*/ 0 h 27396"/>
                    <a:gd name="connsiteX1" fmla="*/ 6073 w 6224"/>
                    <a:gd name="connsiteY1" fmla="*/ 8334 h 27396"/>
                    <a:gd name="connsiteX2" fmla="*/ 5364 w 6224"/>
                    <a:gd name="connsiteY2" fmla="*/ 16979 h 27396"/>
                    <a:gd name="connsiteX3" fmla="*/ 0 w 6224"/>
                    <a:gd name="connsiteY3" fmla="*/ 27397 h 27396"/>
                    <a:gd name="connsiteX4" fmla="*/ 1197 w 6224"/>
                    <a:gd name="connsiteY4" fmla="*/ 25224 h 27396"/>
                    <a:gd name="connsiteX5" fmla="*/ 3502 w 6224"/>
                    <a:gd name="connsiteY5" fmla="*/ 19461 h 27396"/>
                    <a:gd name="connsiteX6" fmla="*/ 3280 w 6224"/>
                    <a:gd name="connsiteY6" fmla="*/ 0 h 27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24" h="27396">
                      <a:moveTo>
                        <a:pt x="3280" y="0"/>
                      </a:moveTo>
                      <a:cubicBezTo>
                        <a:pt x="3280" y="0"/>
                        <a:pt x="5497" y="3281"/>
                        <a:pt x="6073" y="8334"/>
                      </a:cubicBezTo>
                      <a:cubicBezTo>
                        <a:pt x="6384" y="10861"/>
                        <a:pt x="6251" y="13743"/>
                        <a:pt x="5364" y="16979"/>
                      </a:cubicBezTo>
                      <a:cubicBezTo>
                        <a:pt x="4522" y="20304"/>
                        <a:pt x="2793" y="23628"/>
                        <a:pt x="0" y="27397"/>
                      </a:cubicBezTo>
                      <a:cubicBezTo>
                        <a:pt x="0" y="27397"/>
                        <a:pt x="488" y="26643"/>
                        <a:pt x="1197" y="25224"/>
                      </a:cubicBezTo>
                      <a:cubicBezTo>
                        <a:pt x="1862" y="23850"/>
                        <a:pt x="2793" y="21944"/>
                        <a:pt x="3502" y="19461"/>
                      </a:cubicBezTo>
                      <a:cubicBezTo>
                        <a:pt x="4832" y="14496"/>
                        <a:pt x="5852" y="7847"/>
                        <a:pt x="328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19" name="Forme libre : forme 26818">
                  <a:extLst>
                    <a:ext uri="{FF2B5EF4-FFF2-40B4-BE49-F238E27FC236}">
                      <a16:creationId xmlns:a16="http://schemas.microsoft.com/office/drawing/2014/main" id="{AC0E7985-E14D-4ACB-AAE0-C6EDE5FC2D1B}"/>
                    </a:ext>
                  </a:extLst>
                </p:cNvPr>
                <p:cNvSpPr/>
                <p:nvPr/>
              </p:nvSpPr>
              <p:spPr>
                <a:xfrm>
                  <a:off x="4256287" y="1330327"/>
                  <a:ext cx="7691" cy="30721"/>
                </a:xfrm>
                <a:custGeom>
                  <a:avLst/>
                  <a:gdLst>
                    <a:gd name="connsiteX0" fmla="*/ 7692 w 7691"/>
                    <a:gd name="connsiteY0" fmla="*/ 0 h 30721"/>
                    <a:gd name="connsiteX1" fmla="*/ 1485 w 7691"/>
                    <a:gd name="connsiteY1" fmla="*/ 9797 h 30721"/>
                    <a:gd name="connsiteX2" fmla="*/ 5209 w 7691"/>
                    <a:gd name="connsiteY2" fmla="*/ 30721 h 30721"/>
                    <a:gd name="connsiteX3" fmla="*/ 1796 w 7691"/>
                    <a:gd name="connsiteY3" fmla="*/ 21501 h 30721"/>
                    <a:gd name="connsiteX4" fmla="*/ 2017 w 7691"/>
                    <a:gd name="connsiteY4" fmla="*/ 11659 h 30721"/>
                    <a:gd name="connsiteX5" fmla="*/ 7692 w 7691"/>
                    <a:gd name="connsiteY5" fmla="*/ 0 h 30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691" h="30721">
                      <a:moveTo>
                        <a:pt x="7692" y="0"/>
                      </a:moveTo>
                      <a:cubicBezTo>
                        <a:pt x="7692" y="0"/>
                        <a:pt x="3791" y="3946"/>
                        <a:pt x="1485" y="9797"/>
                      </a:cubicBezTo>
                      <a:cubicBezTo>
                        <a:pt x="-731" y="15738"/>
                        <a:pt x="-1175" y="23451"/>
                        <a:pt x="5209" y="30721"/>
                      </a:cubicBezTo>
                      <a:cubicBezTo>
                        <a:pt x="5209" y="30721"/>
                        <a:pt x="2771" y="27131"/>
                        <a:pt x="1796" y="21501"/>
                      </a:cubicBezTo>
                      <a:cubicBezTo>
                        <a:pt x="1352" y="18708"/>
                        <a:pt x="1219" y="15338"/>
                        <a:pt x="2017" y="11659"/>
                      </a:cubicBezTo>
                      <a:cubicBezTo>
                        <a:pt x="2815" y="7935"/>
                        <a:pt x="4588" y="4034"/>
                        <a:pt x="76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20" name="Forme libre : forme 26819">
                  <a:extLst>
                    <a:ext uri="{FF2B5EF4-FFF2-40B4-BE49-F238E27FC236}">
                      <a16:creationId xmlns:a16="http://schemas.microsoft.com/office/drawing/2014/main" id="{C0D9568F-4600-475D-A7EF-6617301779B7}"/>
                    </a:ext>
                  </a:extLst>
                </p:cNvPr>
                <p:cNvSpPr/>
                <p:nvPr/>
              </p:nvSpPr>
              <p:spPr>
                <a:xfrm>
                  <a:off x="4288442" y="1329961"/>
                  <a:ext cx="11735" cy="7874"/>
                </a:xfrm>
                <a:custGeom>
                  <a:avLst/>
                  <a:gdLst>
                    <a:gd name="connsiteX0" fmla="*/ 11666 w 11735"/>
                    <a:gd name="connsiteY0" fmla="*/ 1740 h 7874"/>
                    <a:gd name="connsiteX1" fmla="*/ 6834 w 11735"/>
                    <a:gd name="connsiteY1" fmla="*/ 7104 h 7874"/>
                    <a:gd name="connsiteX2" fmla="*/ 96 w 11735"/>
                    <a:gd name="connsiteY2" fmla="*/ 6262 h 7874"/>
                    <a:gd name="connsiteX3" fmla="*/ 4928 w 11735"/>
                    <a:gd name="connsiteY3" fmla="*/ 676 h 7874"/>
                    <a:gd name="connsiteX4" fmla="*/ 11666 w 11735"/>
                    <a:gd name="connsiteY4" fmla="*/ 1740 h 7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35" h="7874">
                      <a:moveTo>
                        <a:pt x="11666" y="1740"/>
                      </a:moveTo>
                      <a:cubicBezTo>
                        <a:pt x="12154" y="3558"/>
                        <a:pt x="10026" y="5908"/>
                        <a:pt x="6834" y="7104"/>
                      </a:cubicBezTo>
                      <a:cubicBezTo>
                        <a:pt x="3731" y="8390"/>
                        <a:pt x="672" y="8035"/>
                        <a:pt x="96" y="6262"/>
                      </a:cubicBezTo>
                      <a:cubicBezTo>
                        <a:pt x="-481" y="4533"/>
                        <a:pt x="1603" y="1829"/>
                        <a:pt x="4928" y="676"/>
                      </a:cubicBezTo>
                      <a:cubicBezTo>
                        <a:pt x="8164" y="-565"/>
                        <a:pt x="11178" y="-33"/>
                        <a:pt x="11666" y="174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21" name="Forme libre : forme 26820">
                  <a:extLst>
                    <a:ext uri="{FF2B5EF4-FFF2-40B4-BE49-F238E27FC236}">
                      <a16:creationId xmlns:a16="http://schemas.microsoft.com/office/drawing/2014/main" id="{0770746B-7DFC-4ECA-B253-4BF0C39003E0}"/>
                    </a:ext>
                  </a:extLst>
                </p:cNvPr>
                <p:cNvSpPr/>
                <p:nvPr/>
              </p:nvSpPr>
              <p:spPr>
                <a:xfrm>
                  <a:off x="4298062" y="1329413"/>
                  <a:ext cx="3193" cy="3158"/>
                </a:xfrm>
                <a:custGeom>
                  <a:avLst/>
                  <a:gdLst>
                    <a:gd name="connsiteX0" fmla="*/ 2933 w 3193"/>
                    <a:gd name="connsiteY0" fmla="*/ 560 h 3158"/>
                    <a:gd name="connsiteX1" fmla="*/ 2489 w 3193"/>
                    <a:gd name="connsiteY1" fmla="*/ 2776 h 3158"/>
                    <a:gd name="connsiteX2" fmla="*/ 273 w 3193"/>
                    <a:gd name="connsiteY2" fmla="*/ 2599 h 3158"/>
                    <a:gd name="connsiteX3" fmla="*/ 716 w 3193"/>
                    <a:gd name="connsiteY3" fmla="*/ 382 h 3158"/>
                    <a:gd name="connsiteX4" fmla="*/ 2933 w 3193"/>
                    <a:gd name="connsiteY4" fmla="*/ 560 h 3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3" h="3158">
                      <a:moveTo>
                        <a:pt x="2933" y="560"/>
                      </a:moveTo>
                      <a:cubicBezTo>
                        <a:pt x="3420" y="1224"/>
                        <a:pt x="3199" y="2200"/>
                        <a:pt x="2489" y="2776"/>
                      </a:cubicBezTo>
                      <a:cubicBezTo>
                        <a:pt x="1780" y="3352"/>
                        <a:pt x="760" y="3264"/>
                        <a:pt x="273" y="2599"/>
                      </a:cubicBezTo>
                      <a:cubicBezTo>
                        <a:pt x="-215" y="1934"/>
                        <a:pt x="-38" y="958"/>
                        <a:pt x="716" y="382"/>
                      </a:cubicBezTo>
                      <a:cubicBezTo>
                        <a:pt x="1470" y="-194"/>
                        <a:pt x="2445" y="-106"/>
                        <a:pt x="2933" y="5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22" name="Forme libre : forme 26821">
                  <a:extLst>
                    <a:ext uri="{FF2B5EF4-FFF2-40B4-BE49-F238E27FC236}">
                      <a16:creationId xmlns:a16="http://schemas.microsoft.com/office/drawing/2014/main" id="{F8568730-1D72-40A2-8BF0-12BEE326B4F3}"/>
                    </a:ext>
                  </a:extLst>
                </p:cNvPr>
                <p:cNvSpPr/>
                <p:nvPr/>
              </p:nvSpPr>
              <p:spPr>
                <a:xfrm>
                  <a:off x="4278514" y="1311487"/>
                  <a:ext cx="36348" cy="16820"/>
                </a:xfrm>
                <a:custGeom>
                  <a:avLst/>
                  <a:gdLst>
                    <a:gd name="connsiteX0" fmla="*/ 26337 w 36348"/>
                    <a:gd name="connsiteY0" fmla="*/ 2039 h 16820"/>
                    <a:gd name="connsiteX1" fmla="*/ 35425 w 36348"/>
                    <a:gd name="connsiteY1" fmla="*/ 11659 h 16820"/>
                    <a:gd name="connsiteX2" fmla="*/ 35558 w 36348"/>
                    <a:gd name="connsiteY2" fmla="*/ 16225 h 16820"/>
                    <a:gd name="connsiteX3" fmla="*/ 31169 w 36348"/>
                    <a:gd name="connsiteY3" fmla="*/ 16047 h 16820"/>
                    <a:gd name="connsiteX4" fmla="*/ 18136 w 36348"/>
                    <a:gd name="connsiteY4" fmla="*/ 10506 h 16820"/>
                    <a:gd name="connsiteX5" fmla="*/ 7940 w 36348"/>
                    <a:gd name="connsiteY5" fmla="*/ 13343 h 16820"/>
                    <a:gd name="connsiteX6" fmla="*/ 5 w 36348"/>
                    <a:gd name="connsiteY6" fmla="*/ 12545 h 16820"/>
                    <a:gd name="connsiteX7" fmla="*/ 6122 w 36348"/>
                    <a:gd name="connsiteY7" fmla="*/ 4610 h 16820"/>
                    <a:gd name="connsiteX8" fmla="*/ 15698 w 36348"/>
                    <a:gd name="connsiteY8" fmla="*/ 221 h 16820"/>
                    <a:gd name="connsiteX9" fmla="*/ 26337 w 36348"/>
                    <a:gd name="connsiteY9" fmla="*/ 2039 h 16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348" h="16820">
                      <a:moveTo>
                        <a:pt x="26337" y="2039"/>
                      </a:moveTo>
                      <a:cubicBezTo>
                        <a:pt x="30371" y="4300"/>
                        <a:pt x="33164" y="7891"/>
                        <a:pt x="35425" y="11659"/>
                      </a:cubicBezTo>
                      <a:cubicBezTo>
                        <a:pt x="36267" y="13077"/>
                        <a:pt x="36932" y="15072"/>
                        <a:pt x="35558" y="16225"/>
                      </a:cubicBezTo>
                      <a:cubicBezTo>
                        <a:pt x="34317" y="17244"/>
                        <a:pt x="32499" y="16801"/>
                        <a:pt x="31169" y="16047"/>
                      </a:cubicBezTo>
                      <a:cubicBezTo>
                        <a:pt x="27047" y="13875"/>
                        <a:pt x="23278" y="10550"/>
                        <a:pt x="18136" y="10506"/>
                      </a:cubicBezTo>
                      <a:cubicBezTo>
                        <a:pt x="16540" y="10506"/>
                        <a:pt x="12107" y="12235"/>
                        <a:pt x="7940" y="13343"/>
                      </a:cubicBezTo>
                      <a:cubicBezTo>
                        <a:pt x="3861" y="14496"/>
                        <a:pt x="138" y="15161"/>
                        <a:pt x="5" y="12545"/>
                      </a:cubicBezTo>
                      <a:cubicBezTo>
                        <a:pt x="-128" y="9930"/>
                        <a:pt x="2620" y="6915"/>
                        <a:pt x="6122" y="4610"/>
                      </a:cubicBezTo>
                      <a:cubicBezTo>
                        <a:pt x="9536" y="2216"/>
                        <a:pt x="13526" y="576"/>
                        <a:pt x="15698" y="221"/>
                      </a:cubicBezTo>
                      <a:cubicBezTo>
                        <a:pt x="19599" y="-399"/>
                        <a:pt x="23278" y="310"/>
                        <a:pt x="26337" y="203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30" name="Graphique 2">
                <a:extLst>
                  <a:ext uri="{FF2B5EF4-FFF2-40B4-BE49-F238E27FC236}">
                    <a16:creationId xmlns:a16="http://schemas.microsoft.com/office/drawing/2014/main" id="{30A60BE7-C0BB-4C10-9E48-5B466293D178}"/>
                  </a:ext>
                </a:extLst>
              </p:cNvPr>
              <p:cNvGrpSpPr/>
              <p:nvPr/>
            </p:nvGrpSpPr>
            <p:grpSpPr>
              <a:xfrm>
                <a:off x="4312544" y="1274133"/>
                <a:ext cx="73327" cy="63339"/>
                <a:chOff x="4312544" y="1274133"/>
                <a:chExt cx="73327" cy="63339"/>
              </a:xfrm>
              <a:solidFill>
                <a:schemeClr val="accent1"/>
              </a:solidFill>
            </p:grpSpPr>
            <p:sp>
              <p:nvSpPr>
                <p:cNvPr id="26799" name="Forme libre : forme 26798">
                  <a:extLst>
                    <a:ext uri="{FF2B5EF4-FFF2-40B4-BE49-F238E27FC236}">
                      <a16:creationId xmlns:a16="http://schemas.microsoft.com/office/drawing/2014/main" id="{A2448044-CC0C-4891-954B-A72540714F24}"/>
                    </a:ext>
                  </a:extLst>
                </p:cNvPr>
                <p:cNvSpPr/>
                <p:nvPr/>
              </p:nvSpPr>
              <p:spPr>
                <a:xfrm>
                  <a:off x="4312544" y="1274133"/>
                  <a:ext cx="73295" cy="63339"/>
                </a:xfrm>
                <a:custGeom>
                  <a:avLst/>
                  <a:gdLst>
                    <a:gd name="connsiteX0" fmla="*/ 58006 w 73295"/>
                    <a:gd name="connsiteY0" fmla="*/ 53756 h 63339"/>
                    <a:gd name="connsiteX1" fmla="*/ 47500 w 73295"/>
                    <a:gd name="connsiteY1" fmla="*/ 57258 h 63339"/>
                    <a:gd name="connsiteX2" fmla="*/ 37215 w 73295"/>
                    <a:gd name="connsiteY2" fmla="*/ 61470 h 63339"/>
                    <a:gd name="connsiteX3" fmla="*/ 29856 w 73295"/>
                    <a:gd name="connsiteY3" fmla="*/ 63332 h 63339"/>
                    <a:gd name="connsiteX4" fmla="*/ 22364 w 73295"/>
                    <a:gd name="connsiteY4" fmla="*/ 62489 h 63339"/>
                    <a:gd name="connsiteX5" fmla="*/ 10129 w 73295"/>
                    <a:gd name="connsiteY5" fmla="*/ 53357 h 63339"/>
                    <a:gd name="connsiteX6" fmla="*/ 2371 w 73295"/>
                    <a:gd name="connsiteY6" fmla="*/ 40412 h 63339"/>
                    <a:gd name="connsiteX7" fmla="*/ 1440 w 73295"/>
                    <a:gd name="connsiteY7" fmla="*/ 24852 h 63339"/>
                    <a:gd name="connsiteX8" fmla="*/ 6361 w 73295"/>
                    <a:gd name="connsiteY8" fmla="*/ 17360 h 63339"/>
                    <a:gd name="connsiteX9" fmla="*/ 14473 w 73295"/>
                    <a:gd name="connsiteY9" fmla="*/ 11642 h 63339"/>
                    <a:gd name="connsiteX10" fmla="*/ 28260 w 73295"/>
                    <a:gd name="connsiteY10" fmla="*/ 5967 h 63339"/>
                    <a:gd name="connsiteX11" fmla="*/ 42446 w 73295"/>
                    <a:gd name="connsiteY11" fmla="*/ 1224 h 63339"/>
                    <a:gd name="connsiteX12" fmla="*/ 52332 w 73295"/>
                    <a:gd name="connsiteY12" fmla="*/ 116 h 63339"/>
                    <a:gd name="connsiteX13" fmla="*/ 61021 w 73295"/>
                    <a:gd name="connsiteY13" fmla="*/ 2509 h 63339"/>
                    <a:gd name="connsiteX14" fmla="*/ 67360 w 73295"/>
                    <a:gd name="connsiteY14" fmla="*/ 7741 h 63339"/>
                    <a:gd name="connsiteX15" fmla="*/ 70508 w 73295"/>
                    <a:gd name="connsiteY15" fmla="*/ 15055 h 63339"/>
                    <a:gd name="connsiteX16" fmla="*/ 73034 w 73295"/>
                    <a:gd name="connsiteY16" fmla="*/ 29950 h 63339"/>
                    <a:gd name="connsiteX17" fmla="*/ 72724 w 73295"/>
                    <a:gd name="connsiteY17" fmla="*/ 37841 h 63339"/>
                    <a:gd name="connsiteX18" fmla="*/ 69710 w 73295"/>
                    <a:gd name="connsiteY18" fmla="*/ 44846 h 63339"/>
                    <a:gd name="connsiteX19" fmla="*/ 64656 w 73295"/>
                    <a:gd name="connsiteY19" fmla="*/ 50387 h 63339"/>
                    <a:gd name="connsiteX20" fmla="*/ 58006 w 73295"/>
                    <a:gd name="connsiteY20" fmla="*/ 53756 h 63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295" h="63339">
                      <a:moveTo>
                        <a:pt x="58006" y="53756"/>
                      </a:moveTo>
                      <a:cubicBezTo>
                        <a:pt x="54415" y="54687"/>
                        <a:pt x="50958" y="56017"/>
                        <a:pt x="47500" y="57258"/>
                      </a:cubicBezTo>
                      <a:cubicBezTo>
                        <a:pt x="43998" y="58455"/>
                        <a:pt x="40628" y="60095"/>
                        <a:pt x="37215" y="61470"/>
                      </a:cubicBezTo>
                      <a:cubicBezTo>
                        <a:pt x="34865" y="62622"/>
                        <a:pt x="32383" y="63199"/>
                        <a:pt x="29856" y="63332"/>
                      </a:cubicBezTo>
                      <a:cubicBezTo>
                        <a:pt x="27329" y="63376"/>
                        <a:pt x="24847" y="63243"/>
                        <a:pt x="22364" y="62489"/>
                      </a:cubicBezTo>
                      <a:cubicBezTo>
                        <a:pt x="17488" y="61071"/>
                        <a:pt x="12922" y="57967"/>
                        <a:pt x="10129" y="53357"/>
                      </a:cubicBezTo>
                      <a:lnTo>
                        <a:pt x="2371" y="40412"/>
                      </a:lnTo>
                      <a:cubicBezTo>
                        <a:pt x="-466" y="35713"/>
                        <a:pt x="-732" y="30128"/>
                        <a:pt x="1440" y="24852"/>
                      </a:cubicBezTo>
                      <a:cubicBezTo>
                        <a:pt x="2548" y="22237"/>
                        <a:pt x="4100" y="19533"/>
                        <a:pt x="6361" y="17360"/>
                      </a:cubicBezTo>
                      <a:cubicBezTo>
                        <a:pt x="8577" y="15144"/>
                        <a:pt x="11326" y="13149"/>
                        <a:pt x="14473" y="11642"/>
                      </a:cubicBezTo>
                      <a:cubicBezTo>
                        <a:pt x="19084" y="9735"/>
                        <a:pt x="23561" y="7608"/>
                        <a:pt x="28260" y="5967"/>
                      </a:cubicBezTo>
                      <a:cubicBezTo>
                        <a:pt x="32959" y="4283"/>
                        <a:pt x="37614" y="2509"/>
                        <a:pt x="42446" y="1224"/>
                      </a:cubicBezTo>
                      <a:cubicBezTo>
                        <a:pt x="45815" y="249"/>
                        <a:pt x="49140" y="-239"/>
                        <a:pt x="52332" y="116"/>
                      </a:cubicBezTo>
                      <a:cubicBezTo>
                        <a:pt x="55524" y="426"/>
                        <a:pt x="58494" y="1224"/>
                        <a:pt x="61021" y="2509"/>
                      </a:cubicBezTo>
                      <a:cubicBezTo>
                        <a:pt x="63548" y="3706"/>
                        <a:pt x="65764" y="5657"/>
                        <a:pt x="67360" y="7741"/>
                      </a:cubicBezTo>
                      <a:cubicBezTo>
                        <a:pt x="69000" y="9868"/>
                        <a:pt x="70064" y="12351"/>
                        <a:pt x="70508" y="15055"/>
                      </a:cubicBezTo>
                      <a:lnTo>
                        <a:pt x="73034" y="29950"/>
                      </a:lnTo>
                      <a:cubicBezTo>
                        <a:pt x="73478" y="32654"/>
                        <a:pt x="73345" y="35314"/>
                        <a:pt x="72724" y="37841"/>
                      </a:cubicBezTo>
                      <a:cubicBezTo>
                        <a:pt x="72148" y="40368"/>
                        <a:pt x="71084" y="42629"/>
                        <a:pt x="69710" y="44846"/>
                      </a:cubicBezTo>
                      <a:cubicBezTo>
                        <a:pt x="68335" y="47018"/>
                        <a:pt x="66651" y="48880"/>
                        <a:pt x="64656" y="50387"/>
                      </a:cubicBezTo>
                      <a:cubicBezTo>
                        <a:pt x="62661" y="51673"/>
                        <a:pt x="60489" y="53047"/>
                        <a:pt x="58006" y="5375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00" name="Forme libre : forme 26799">
                  <a:extLst>
                    <a:ext uri="{FF2B5EF4-FFF2-40B4-BE49-F238E27FC236}">
                      <a16:creationId xmlns:a16="http://schemas.microsoft.com/office/drawing/2014/main" id="{450025D9-0FAD-479B-B902-A11DC4B18DEE}"/>
                    </a:ext>
                  </a:extLst>
                </p:cNvPr>
                <p:cNvSpPr/>
                <p:nvPr/>
              </p:nvSpPr>
              <p:spPr>
                <a:xfrm>
                  <a:off x="4319303" y="1303463"/>
                  <a:ext cx="66567" cy="33965"/>
                </a:xfrm>
                <a:custGeom>
                  <a:avLst/>
                  <a:gdLst>
                    <a:gd name="connsiteX0" fmla="*/ 26998 w 66567"/>
                    <a:gd name="connsiteY0" fmla="*/ 14009 h 33965"/>
                    <a:gd name="connsiteX1" fmla="*/ 13787 w 66567"/>
                    <a:gd name="connsiteY1" fmla="*/ 19727 h 33965"/>
                    <a:gd name="connsiteX2" fmla="*/ 0 w 66567"/>
                    <a:gd name="connsiteY2" fmla="*/ 18397 h 33965"/>
                    <a:gd name="connsiteX3" fmla="*/ 3369 w 66567"/>
                    <a:gd name="connsiteY3" fmla="*/ 23983 h 33965"/>
                    <a:gd name="connsiteX4" fmla="*/ 15604 w 66567"/>
                    <a:gd name="connsiteY4" fmla="*/ 33115 h 33965"/>
                    <a:gd name="connsiteX5" fmla="*/ 23096 w 66567"/>
                    <a:gd name="connsiteY5" fmla="*/ 33958 h 33965"/>
                    <a:gd name="connsiteX6" fmla="*/ 30455 w 66567"/>
                    <a:gd name="connsiteY6" fmla="*/ 32096 h 33965"/>
                    <a:gd name="connsiteX7" fmla="*/ 40740 w 66567"/>
                    <a:gd name="connsiteY7" fmla="*/ 27884 h 33965"/>
                    <a:gd name="connsiteX8" fmla="*/ 51247 w 66567"/>
                    <a:gd name="connsiteY8" fmla="*/ 24382 h 33965"/>
                    <a:gd name="connsiteX9" fmla="*/ 57941 w 66567"/>
                    <a:gd name="connsiteY9" fmla="*/ 20924 h 33965"/>
                    <a:gd name="connsiteX10" fmla="*/ 62994 w 66567"/>
                    <a:gd name="connsiteY10" fmla="*/ 15383 h 33965"/>
                    <a:gd name="connsiteX11" fmla="*/ 66009 w 66567"/>
                    <a:gd name="connsiteY11" fmla="*/ 8379 h 33965"/>
                    <a:gd name="connsiteX12" fmla="*/ 66319 w 66567"/>
                    <a:gd name="connsiteY12" fmla="*/ 488 h 33965"/>
                    <a:gd name="connsiteX13" fmla="*/ 66230 w 66567"/>
                    <a:gd name="connsiteY13" fmla="*/ 0 h 33965"/>
                    <a:gd name="connsiteX14" fmla="*/ 55901 w 66567"/>
                    <a:gd name="connsiteY14" fmla="*/ 2394 h 33965"/>
                    <a:gd name="connsiteX15" fmla="*/ 45794 w 66567"/>
                    <a:gd name="connsiteY15" fmla="*/ 4965 h 33965"/>
                    <a:gd name="connsiteX16" fmla="*/ 40829 w 66567"/>
                    <a:gd name="connsiteY16" fmla="*/ 6517 h 33965"/>
                    <a:gd name="connsiteX17" fmla="*/ 36041 w 66567"/>
                    <a:gd name="connsiteY17" fmla="*/ 8556 h 33965"/>
                    <a:gd name="connsiteX18" fmla="*/ 26998 w 66567"/>
                    <a:gd name="connsiteY18" fmla="*/ 14009 h 33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6567" h="33965">
                      <a:moveTo>
                        <a:pt x="26998" y="14009"/>
                      </a:moveTo>
                      <a:cubicBezTo>
                        <a:pt x="22919" y="16934"/>
                        <a:pt x="18486" y="19107"/>
                        <a:pt x="13787" y="19727"/>
                      </a:cubicBezTo>
                      <a:cubicBezTo>
                        <a:pt x="9221" y="20658"/>
                        <a:pt x="4389" y="20171"/>
                        <a:pt x="0" y="18397"/>
                      </a:cubicBezTo>
                      <a:lnTo>
                        <a:pt x="3369" y="23983"/>
                      </a:lnTo>
                      <a:cubicBezTo>
                        <a:pt x="6162" y="28638"/>
                        <a:pt x="10728" y="31697"/>
                        <a:pt x="15604" y="33115"/>
                      </a:cubicBezTo>
                      <a:cubicBezTo>
                        <a:pt x="18043" y="33869"/>
                        <a:pt x="20525" y="34002"/>
                        <a:pt x="23096" y="33958"/>
                      </a:cubicBezTo>
                      <a:cubicBezTo>
                        <a:pt x="25623" y="33869"/>
                        <a:pt x="28106" y="33248"/>
                        <a:pt x="30455" y="32096"/>
                      </a:cubicBezTo>
                      <a:cubicBezTo>
                        <a:pt x="33913" y="30721"/>
                        <a:pt x="37238" y="29081"/>
                        <a:pt x="40740" y="27884"/>
                      </a:cubicBezTo>
                      <a:cubicBezTo>
                        <a:pt x="44242" y="26643"/>
                        <a:pt x="47700" y="25313"/>
                        <a:pt x="51247" y="24382"/>
                      </a:cubicBezTo>
                      <a:cubicBezTo>
                        <a:pt x="53729" y="23673"/>
                        <a:pt x="55946" y="22343"/>
                        <a:pt x="57941" y="20924"/>
                      </a:cubicBezTo>
                      <a:cubicBezTo>
                        <a:pt x="59935" y="19461"/>
                        <a:pt x="61620" y="17555"/>
                        <a:pt x="62994" y="15383"/>
                      </a:cubicBezTo>
                      <a:cubicBezTo>
                        <a:pt x="64324" y="13166"/>
                        <a:pt x="65433" y="10950"/>
                        <a:pt x="66009" y="8379"/>
                      </a:cubicBezTo>
                      <a:cubicBezTo>
                        <a:pt x="66585" y="5896"/>
                        <a:pt x="66762" y="3192"/>
                        <a:pt x="66319" y="488"/>
                      </a:cubicBezTo>
                      <a:lnTo>
                        <a:pt x="66230" y="0"/>
                      </a:lnTo>
                      <a:cubicBezTo>
                        <a:pt x="62728" y="754"/>
                        <a:pt x="59315" y="1596"/>
                        <a:pt x="55901" y="2394"/>
                      </a:cubicBezTo>
                      <a:cubicBezTo>
                        <a:pt x="52488" y="3103"/>
                        <a:pt x="49119" y="3946"/>
                        <a:pt x="45794" y="4965"/>
                      </a:cubicBezTo>
                      <a:cubicBezTo>
                        <a:pt x="44154" y="5453"/>
                        <a:pt x="42469" y="5940"/>
                        <a:pt x="40829" y="6517"/>
                      </a:cubicBezTo>
                      <a:cubicBezTo>
                        <a:pt x="39233" y="7137"/>
                        <a:pt x="37637" y="7847"/>
                        <a:pt x="36041" y="8556"/>
                      </a:cubicBezTo>
                      <a:cubicBezTo>
                        <a:pt x="32849" y="10019"/>
                        <a:pt x="29790" y="11792"/>
                        <a:pt x="26998" y="1400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01" name="Forme libre : forme 26800">
                  <a:extLst>
                    <a:ext uri="{FF2B5EF4-FFF2-40B4-BE49-F238E27FC236}">
                      <a16:creationId xmlns:a16="http://schemas.microsoft.com/office/drawing/2014/main" id="{499CF209-B613-4695-8F27-F6DA39226449}"/>
                    </a:ext>
                  </a:extLst>
                </p:cNvPr>
                <p:cNvSpPr/>
                <p:nvPr/>
              </p:nvSpPr>
              <p:spPr>
                <a:xfrm>
                  <a:off x="4339818" y="1294201"/>
                  <a:ext cx="30812" cy="22179"/>
                </a:xfrm>
                <a:custGeom>
                  <a:avLst/>
                  <a:gdLst>
                    <a:gd name="connsiteX0" fmla="*/ 30599 w 30812"/>
                    <a:gd name="connsiteY0" fmla="*/ 6557 h 22179"/>
                    <a:gd name="connsiteX1" fmla="*/ 28072 w 30812"/>
                    <a:gd name="connsiteY1" fmla="*/ 14847 h 22179"/>
                    <a:gd name="connsiteX2" fmla="*/ 18762 w 30812"/>
                    <a:gd name="connsiteY2" fmla="*/ 20920 h 22179"/>
                    <a:gd name="connsiteX3" fmla="*/ 12955 w 30812"/>
                    <a:gd name="connsiteY3" fmla="*/ 22117 h 22179"/>
                    <a:gd name="connsiteX4" fmla="*/ 7680 w 30812"/>
                    <a:gd name="connsiteY4" fmla="*/ 21896 h 22179"/>
                    <a:gd name="connsiteX5" fmla="*/ 587 w 30812"/>
                    <a:gd name="connsiteY5" fmla="*/ 16931 h 22179"/>
                    <a:gd name="connsiteX6" fmla="*/ 2049 w 30812"/>
                    <a:gd name="connsiteY6" fmla="*/ 8330 h 22179"/>
                    <a:gd name="connsiteX7" fmla="*/ 6128 w 30812"/>
                    <a:gd name="connsiteY7" fmla="*/ 4252 h 22179"/>
                    <a:gd name="connsiteX8" fmla="*/ 11980 w 30812"/>
                    <a:gd name="connsiteY8" fmla="*/ 1282 h 22179"/>
                    <a:gd name="connsiteX9" fmla="*/ 24126 w 30812"/>
                    <a:gd name="connsiteY9" fmla="*/ 661 h 22179"/>
                    <a:gd name="connsiteX10" fmla="*/ 30599 w 30812"/>
                    <a:gd name="connsiteY10" fmla="*/ 6557 h 22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812" h="22179">
                      <a:moveTo>
                        <a:pt x="30599" y="6557"/>
                      </a:moveTo>
                      <a:cubicBezTo>
                        <a:pt x="31308" y="9350"/>
                        <a:pt x="30200" y="12187"/>
                        <a:pt x="28072" y="14847"/>
                      </a:cubicBezTo>
                      <a:cubicBezTo>
                        <a:pt x="25944" y="17507"/>
                        <a:pt x="22619" y="19413"/>
                        <a:pt x="18762" y="20920"/>
                      </a:cubicBezTo>
                      <a:cubicBezTo>
                        <a:pt x="16812" y="21630"/>
                        <a:pt x="14861" y="22029"/>
                        <a:pt x="12955" y="22117"/>
                      </a:cubicBezTo>
                      <a:cubicBezTo>
                        <a:pt x="11049" y="22206"/>
                        <a:pt x="9320" y="22250"/>
                        <a:pt x="7680" y="21896"/>
                      </a:cubicBezTo>
                      <a:cubicBezTo>
                        <a:pt x="4399" y="21231"/>
                        <a:pt x="1739" y="19546"/>
                        <a:pt x="587" y="16931"/>
                      </a:cubicBezTo>
                      <a:cubicBezTo>
                        <a:pt x="-566" y="14315"/>
                        <a:pt x="10" y="11256"/>
                        <a:pt x="2049" y="8330"/>
                      </a:cubicBezTo>
                      <a:cubicBezTo>
                        <a:pt x="3069" y="6912"/>
                        <a:pt x="4399" y="5405"/>
                        <a:pt x="6128" y="4252"/>
                      </a:cubicBezTo>
                      <a:cubicBezTo>
                        <a:pt x="7812" y="3099"/>
                        <a:pt x="9807" y="2080"/>
                        <a:pt x="11980" y="1282"/>
                      </a:cubicBezTo>
                      <a:cubicBezTo>
                        <a:pt x="16324" y="-403"/>
                        <a:pt x="20801" y="-225"/>
                        <a:pt x="24126" y="661"/>
                      </a:cubicBezTo>
                      <a:cubicBezTo>
                        <a:pt x="27495" y="1636"/>
                        <a:pt x="29889" y="3764"/>
                        <a:pt x="30599" y="655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02" name="Forme libre : forme 26801">
                  <a:extLst>
                    <a:ext uri="{FF2B5EF4-FFF2-40B4-BE49-F238E27FC236}">
                      <a16:creationId xmlns:a16="http://schemas.microsoft.com/office/drawing/2014/main" id="{B93FD3BF-53DE-437A-B9DF-5E4A853CAC1F}"/>
                    </a:ext>
                  </a:extLst>
                </p:cNvPr>
                <p:cNvSpPr/>
                <p:nvPr/>
              </p:nvSpPr>
              <p:spPr>
                <a:xfrm>
                  <a:off x="4339816" y="1300448"/>
                  <a:ext cx="24838" cy="15932"/>
                </a:xfrm>
                <a:custGeom>
                  <a:avLst/>
                  <a:gdLst>
                    <a:gd name="connsiteX0" fmla="*/ 3825 w 24838"/>
                    <a:gd name="connsiteY0" fmla="*/ 0 h 15932"/>
                    <a:gd name="connsiteX1" fmla="*/ 589 w 24838"/>
                    <a:gd name="connsiteY1" fmla="*/ 10684 h 15932"/>
                    <a:gd name="connsiteX2" fmla="*/ 7682 w 24838"/>
                    <a:gd name="connsiteY2" fmla="*/ 15649 h 15932"/>
                    <a:gd name="connsiteX3" fmla="*/ 12957 w 24838"/>
                    <a:gd name="connsiteY3" fmla="*/ 15870 h 15932"/>
                    <a:gd name="connsiteX4" fmla="*/ 18765 w 24838"/>
                    <a:gd name="connsiteY4" fmla="*/ 14674 h 15932"/>
                    <a:gd name="connsiteX5" fmla="*/ 24838 w 24838"/>
                    <a:gd name="connsiteY5" fmla="*/ 11526 h 15932"/>
                    <a:gd name="connsiteX6" fmla="*/ 21026 w 24838"/>
                    <a:gd name="connsiteY6" fmla="*/ 11881 h 15932"/>
                    <a:gd name="connsiteX7" fmla="*/ 10519 w 24838"/>
                    <a:gd name="connsiteY7" fmla="*/ 8068 h 15932"/>
                    <a:gd name="connsiteX8" fmla="*/ 3825 w 24838"/>
                    <a:gd name="connsiteY8" fmla="*/ 0 h 15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838" h="15932">
                      <a:moveTo>
                        <a:pt x="3825" y="0"/>
                      </a:moveTo>
                      <a:cubicBezTo>
                        <a:pt x="456" y="3458"/>
                        <a:pt x="-874" y="7448"/>
                        <a:pt x="589" y="10684"/>
                      </a:cubicBezTo>
                      <a:cubicBezTo>
                        <a:pt x="1742" y="13299"/>
                        <a:pt x="4446" y="14984"/>
                        <a:pt x="7682" y="15649"/>
                      </a:cubicBezTo>
                      <a:cubicBezTo>
                        <a:pt x="9322" y="16003"/>
                        <a:pt x="11095" y="15959"/>
                        <a:pt x="12957" y="15870"/>
                      </a:cubicBezTo>
                      <a:cubicBezTo>
                        <a:pt x="14864" y="15737"/>
                        <a:pt x="16814" y="15383"/>
                        <a:pt x="18765" y="14674"/>
                      </a:cubicBezTo>
                      <a:cubicBezTo>
                        <a:pt x="21026" y="13787"/>
                        <a:pt x="23109" y="12767"/>
                        <a:pt x="24838" y="11526"/>
                      </a:cubicBezTo>
                      <a:cubicBezTo>
                        <a:pt x="23597" y="11836"/>
                        <a:pt x="22356" y="11969"/>
                        <a:pt x="21026" y="11881"/>
                      </a:cubicBezTo>
                      <a:cubicBezTo>
                        <a:pt x="17390" y="11526"/>
                        <a:pt x="13667" y="10152"/>
                        <a:pt x="10519" y="8068"/>
                      </a:cubicBezTo>
                      <a:cubicBezTo>
                        <a:pt x="7372" y="5985"/>
                        <a:pt x="4889" y="3369"/>
                        <a:pt x="3825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03" name="Forme libre : forme 26802">
                  <a:extLst>
                    <a:ext uri="{FF2B5EF4-FFF2-40B4-BE49-F238E27FC236}">
                      <a16:creationId xmlns:a16="http://schemas.microsoft.com/office/drawing/2014/main" id="{124C9444-8C1C-4482-927D-026BCAEBA1BB}"/>
                    </a:ext>
                  </a:extLst>
                </p:cNvPr>
                <p:cNvSpPr/>
                <p:nvPr/>
              </p:nvSpPr>
              <p:spPr>
                <a:xfrm>
                  <a:off x="4342222" y="1295921"/>
                  <a:ext cx="30514" cy="22044"/>
                </a:xfrm>
                <a:custGeom>
                  <a:avLst/>
                  <a:gdLst>
                    <a:gd name="connsiteX0" fmla="*/ 30322 w 30514"/>
                    <a:gd name="connsiteY0" fmla="*/ 6700 h 22044"/>
                    <a:gd name="connsiteX1" fmla="*/ 27751 w 30514"/>
                    <a:gd name="connsiteY1" fmla="*/ 14901 h 22044"/>
                    <a:gd name="connsiteX2" fmla="*/ 23806 w 30514"/>
                    <a:gd name="connsiteY2" fmla="*/ 18359 h 22044"/>
                    <a:gd name="connsiteX3" fmla="*/ 18530 w 30514"/>
                    <a:gd name="connsiteY3" fmla="*/ 20841 h 22044"/>
                    <a:gd name="connsiteX4" fmla="*/ 7581 w 30514"/>
                    <a:gd name="connsiteY4" fmla="*/ 21683 h 22044"/>
                    <a:gd name="connsiteX5" fmla="*/ 576 w 30514"/>
                    <a:gd name="connsiteY5" fmla="*/ 16674 h 22044"/>
                    <a:gd name="connsiteX6" fmla="*/ 2039 w 30514"/>
                    <a:gd name="connsiteY6" fmla="*/ 8074 h 22044"/>
                    <a:gd name="connsiteX7" fmla="*/ 11881 w 30514"/>
                    <a:gd name="connsiteY7" fmla="*/ 1158 h 22044"/>
                    <a:gd name="connsiteX8" fmla="*/ 18264 w 30514"/>
                    <a:gd name="connsiteY8" fmla="*/ 6 h 22044"/>
                    <a:gd name="connsiteX9" fmla="*/ 23894 w 30514"/>
                    <a:gd name="connsiteY9" fmla="*/ 671 h 22044"/>
                    <a:gd name="connsiteX10" fmla="*/ 30322 w 30514"/>
                    <a:gd name="connsiteY10" fmla="*/ 6700 h 22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514" h="22044">
                      <a:moveTo>
                        <a:pt x="30322" y="6700"/>
                      </a:moveTo>
                      <a:cubicBezTo>
                        <a:pt x="30987" y="9537"/>
                        <a:pt x="29879" y="12330"/>
                        <a:pt x="27751" y="14901"/>
                      </a:cubicBezTo>
                      <a:cubicBezTo>
                        <a:pt x="26687" y="16186"/>
                        <a:pt x="25357" y="17383"/>
                        <a:pt x="23806" y="18359"/>
                      </a:cubicBezTo>
                      <a:cubicBezTo>
                        <a:pt x="22254" y="19378"/>
                        <a:pt x="20437" y="20087"/>
                        <a:pt x="18530" y="20841"/>
                      </a:cubicBezTo>
                      <a:cubicBezTo>
                        <a:pt x="14718" y="22260"/>
                        <a:pt x="10773" y="22260"/>
                        <a:pt x="7581" y="21683"/>
                      </a:cubicBezTo>
                      <a:cubicBezTo>
                        <a:pt x="4345" y="21018"/>
                        <a:pt x="1729" y="19334"/>
                        <a:pt x="576" y="16674"/>
                      </a:cubicBezTo>
                      <a:cubicBezTo>
                        <a:pt x="-576" y="14058"/>
                        <a:pt x="44" y="11000"/>
                        <a:pt x="2039" y="8074"/>
                      </a:cubicBezTo>
                      <a:cubicBezTo>
                        <a:pt x="3990" y="5104"/>
                        <a:pt x="7581" y="2754"/>
                        <a:pt x="11881" y="1158"/>
                      </a:cubicBezTo>
                      <a:cubicBezTo>
                        <a:pt x="14009" y="316"/>
                        <a:pt x="16225" y="94"/>
                        <a:pt x="18264" y="6"/>
                      </a:cubicBezTo>
                      <a:cubicBezTo>
                        <a:pt x="20304" y="-39"/>
                        <a:pt x="22210" y="183"/>
                        <a:pt x="23894" y="671"/>
                      </a:cubicBezTo>
                      <a:cubicBezTo>
                        <a:pt x="27264" y="1690"/>
                        <a:pt x="29658" y="3951"/>
                        <a:pt x="30322" y="670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04" name="Forme libre : forme 26803">
                  <a:extLst>
                    <a:ext uri="{FF2B5EF4-FFF2-40B4-BE49-F238E27FC236}">
                      <a16:creationId xmlns:a16="http://schemas.microsoft.com/office/drawing/2014/main" id="{C206C33F-497A-4753-951C-1A52F868D823}"/>
                    </a:ext>
                  </a:extLst>
                </p:cNvPr>
                <p:cNvSpPr/>
                <p:nvPr/>
              </p:nvSpPr>
              <p:spPr>
                <a:xfrm>
                  <a:off x="4323081" y="1298565"/>
                  <a:ext cx="45493" cy="31355"/>
                </a:xfrm>
                <a:custGeom>
                  <a:avLst/>
                  <a:gdLst>
                    <a:gd name="connsiteX0" fmla="*/ 5842 w 45493"/>
                    <a:gd name="connsiteY0" fmla="*/ 19705 h 31355"/>
                    <a:gd name="connsiteX1" fmla="*/ 11250 w 45493"/>
                    <a:gd name="connsiteY1" fmla="*/ 27684 h 31355"/>
                    <a:gd name="connsiteX2" fmla="*/ 28938 w 45493"/>
                    <a:gd name="connsiteY2" fmla="*/ 30832 h 31355"/>
                    <a:gd name="connsiteX3" fmla="*/ 42371 w 45493"/>
                    <a:gd name="connsiteY3" fmla="*/ 24404 h 31355"/>
                    <a:gd name="connsiteX4" fmla="*/ 44366 w 45493"/>
                    <a:gd name="connsiteY4" fmla="*/ 14119 h 31355"/>
                    <a:gd name="connsiteX5" fmla="*/ 37849 w 45493"/>
                    <a:gd name="connsiteY5" fmla="*/ 10972 h 31355"/>
                    <a:gd name="connsiteX6" fmla="*/ 21225 w 45493"/>
                    <a:gd name="connsiteY6" fmla="*/ 4898 h 31355"/>
                    <a:gd name="connsiteX7" fmla="*/ 1631 w 45493"/>
                    <a:gd name="connsiteY7" fmla="*/ 2327 h 31355"/>
                    <a:gd name="connsiteX8" fmla="*/ 5842 w 45493"/>
                    <a:gd name="connsiteY8" fmla="*/ 19705 h 31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493" h="31355">
                      <a:moveTo>
                        <a:pt x="5842" y="19705"/>
                      </a:moveTo>
                      <a:cubicBezTo>
                        <a:pt x="7261" y="22631"/>
                        <a:pt x="8768" y="25601"/>
                        <a:pt x="11250" y="27684"/>
                      </a:cubicBezTo>
                      <a:cubicBezTo>
                        <a:pt x="16082" y="31851"/>
                        <a:pt x="22954" y="31763"/>
                        <a:pt x="28938" y="30832"/>
                      </a:cubicBezTo>
                      <a:cubicBezTo>
                        <a:pt x="33859" y="29768"/>
                        <a:pt x="38869" y="28172"/>
                        <a:pt x="42371" y="24404"/>
                      </a:cubicBezTo>
                      <a:cubicBezTo>
                        <a:pt x="44986" y="21788"/>
                        <a:pt x="46760" y="17134"/>
                        <a:pt x="44366" y="14119"/>
                      </a:cubicBezTo>
                      <a:cubicBezTo>
                        <a:pt x="42903" y="12257"/>
                        <a:pt x="40287" y="11636"/>
                        <a:pt x="37849" y="10972"/>
                      </a:cubicBezTo>
                      <a:cubicBezTo>
                        <a:pt x="32175" y="9642"/>
                        <a:pt x="26500" y="7469"/>
                        <a:pt x="21225" y="4898"/>
                      </a:cubicBezTo>
                      <a:cubicBezTo>
                        <a:pt x="16836" y="2682"/>
                        <a:pt x="7083" y="-3259"/>
                        <a:pt x="1631" y="2327"/>
                      </a:cubicBezTo>
                      <a:cubicBezTo>
                        <a:pt x="-3157" y="7203"/>
                        <a:pt x="3936" y="15715"/>
                        <a:pt x="5842" y="1970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05" name="Forme libre : forme 26804">
                  <a:extLst>
                    <a:ext uri="{FF2B5EF4-FFF2-40B4-BE49-F238E27FC236}">
                      <a16:creationId xmlns:a16="http://schemas.microsoft.com/office/drawing/2014/main" id="{D9DDF502-5686-45FA-BCBA-86C6D6395EF6}"/>
                    </a:ext>
                  </a:extLst>
                </p:cNvPr>
                <p:cNvSpPr/>
                <p:nvPr/>
              </p:nvSpPr>
              <p:spPr>
                <a:xfrm>
                  <a:off x="4330337" y="1294362"/>
                  <a:ext cx="10928" cy="13676"/>
                </a:xfrm>
                <a:custGeom>
                  <a:avLst/>
                  <a:gdLst>
                    <a:gd name="connsiteX0" fmla="*/ 49 w 10928"/>
                    <a:gd name="connsiteY0" fmla="*/ 10165 h 13676"/>
                    <a:gd name="connsiteX1" fmla="*/ 315 w 10928"/>
                    <a:gd name="connsiteY1" fmla="*/ 12515 h 13676"/>
                    <a:gd name="connsiteX2" fmla="*/ 2310 w 10928"/>
                    <a:gd name="connsiteY2" fmla="*/ 13667 h 13676"/>
                    <a:gd name="connsiteX3" fmla="*/ 4438 w 10928"/>
                    <a:gd name="connsiteY3" fmla="*/ 12515 h 13676"/>
                    <a:gd name="connsiteX4" fmla="*/ 8915 w 10928"/>
                    <a:gd name="connsiteY4" fmla="*/ 8214 h 13676"/>
                    <a:gd name="connsiteX5" fmla="*/ 10378 w 10928"/>
                    <a:gd name="connsiteY5" fmla="*/ 6175 h 13676"/>
                    <a:gd name="connsiteX6" fmla="*/ 6078 w 10928"/>
                    <a:gd name="connsiteY6" fmla="*/ 723 h 13676"/>
                    <a:gd name="connsiteX7" fmla="*/ 49 w 10928"/>
                    <a:gd name="connsiteY7" fmla="*/ 10165 h 13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928" h="13676">
                      <a:moveTo>
                        <a:pt x="49" y="10165"/>
                      </a:moveTo>
                      <a:cubicBezTo>
                        <a:pt x="-39" y="10963"/>
                        <a:pt x="-39" y="11805"/>
                        <a:pt x="315" y="12515"/>
                      </a:cubicBezTo>
                      <a:cubicBezTo>
                        <a:pt x="670" y="13224"/>
                        <a:pt x="1424" y="13756"/>
                        <a:pt x="2310" y="13667"/>
                      </a:cubicBezTo>
                      <a:cubicBezTo>
                        <a:pt x="3108" y="13623"/>
                        <a:pt x="3817" y="13047"/>
                        <a:pt x="4438" y="12515"/>
                      </a:cubicBezTo>
                      <a:cubicBezTo>
                        <a:pt x="5990" y="11096"/>
                        <a:pt x="7541" y="9766"/>
                        <a:pt x="8915" y="8214"/>
                      </a:cubicBezTo>
                      <a:cubicBezTo>
                        <a:pt x="9492" y="7594"/>
                        <a:pt x="10024" y="6929"/>
                        <a:pt x="10378" y="6175"/>
                      </a:cubicBezTo>
                      <a:cubicBezTo>
                        <a:pt x="11797" y="3028"/>
                        <a:pt x="10511" y="-1849"/>
                        <a:pt x="6078" y="723"/>
                      </a:cubicBezTo>
                      <a:cubicBezTo>
                        <a:pt x="2576" y="2673"/>
                        <a:pt x="404" y="6885"/>
                        <a:pt x="49" y="1016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06" name="Forme libre : forme 26805">
                  <a:extLst>
                    <a:ext uri="{FF2B5EF4-FFF2-40B4-BE49-F238E27FC236}">
                      <a16:creationId xmlns:a16="http://schemas.microsoft.com/office/drawing/2014/main" id="{A2FF1BAC-22B5-47D1-8DDE-970526B67972}"/>
                    </a:ext>
                  </a:extLst>
                </p:cNvPr>
                <p:cNvSpPr/>
                <p:nvPr/>
              </p:nvSpPr>
              <p:spPr>
                <a:xfrm>
                  <a:off x="4370639" y="1302222"/>
                  <a:ext cx="12799" cy="24426"/>
                </a:xfrm>
                <a:custGeom>
                  <a:avLst/>
                  <a:gdLst>
                    <a:gd name="connsiteX0" fmla="*/ 12501 w 12799"/>
                    <a:gd name="connsiteY0" fmla="*/ 0 h 24426"/>
                    <a:gd name="connsiteX1" fmla="*/ 12102 w 12799"/>
                    <a:gd name="connsiteY1" fmla="*/ 8733 h 24426"/>
                    <a:gd name="connsiteX2" fmla="*/ 8467 w 12799"/>
                    <a:gd name="connsiteY2" fmla="*/ 16668 h 24426"/>
                    <a:gd name="connsiteX3" fmla="*/ 0 w 12799"/>
                    <a:gd name="connsiteY3" fmla="*/ 24426 h 24426"/>
                    <a:gd name="connsiteX4" fmla="*/ 1818 w 12799"/>
                    <a:gd name="connsiteY4" fmla="*/ 22830 h 24426"/>
                    <a:gd name="connsiteX5" fmla="*/ 5852 w 12799"/>
                    <a:gd name="connsiteY5" fmla="*/ 18220 h 24426"/>
                    <a:gd name="connsiteX6" fmla="*/ 12501 w 12799"/>
                    <a:gd name="connsiteY6" fmla="*/ 0 h 24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799" h="24426">
                      <a:moveTo>
                        <a:pt x="12501" y="0"/>
                      </a:moveTo>
                      <a:cubicBezTo>
                        <a:pt x="12501" y="0"/>
                        <a:pt x="13388" y="3857"/>
                        <a:pt x="12102" y="8733"/>
                      </a:cubicBezTo>
                      <a:cubicBezTo>
                        <a:pt x="11482" y="11171"/>
                        <a:pt x="10373" y="14009"/>
                        <a:pt x="8467" y="16668"/>
                      </a:cubicBezTo>
                      <a:cubicBezTo>
                        <a:pt x="6561" y="19373"/>
                        <a:pt x="3812" y="21900"/>
                        <a:pt x="0" y="24426"/>
                      </a:cubicBezTo>
                      <a:cubicBezTo>
                        <a:pt x="0" y="24426"/>
                        <a:pt x="709" y="23894"/>
                        <a:pt x="1818" y="22830"/>
                      </a:cubicBezTo>
                      <a:cubicBezTo>
                        <a:pt x="2881" y="21767"/>
                        <a:pt x="4344" y="20171"/>
                        <a:pt x="5852" y="18220"/>
                      </a:cubicBezTo>
                      <a:cubicBezTo>
                        <a:pt x="8778" y="14275"/>
                        <a:pt x="12058" y="8113"/>
                        <a:pt x="1250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07" name="Forme libre : forme 26806">
                  <a:extLst>
                    <a:ext uri="{FF2B5EF4-FFF2-40B4-BE49-F238E27FC236}">
                      <a16:creationId xmlns:a16="http://schemas.microsoft.com/office/drawing/2014/main" id="{57E7DEB2-3D80-40DF-9B4C-93CAFE950D69}"/>
                    </a:ext>
                  </a:extLst>
                </p:cNvPr>
                <p:cNvSpPr/>
                <p:nvPr/>
              </p:nvSpPr>
              <p:spPr>
                <a:xfrm>
                  <a:off x="4314966" y="1286617"/>
                  <a:ext cx="14089" cy="28682"/>
                </a:xfrm>
                <a:custGeom>
                  <a:avLst/>
                  <a:gdLst>
                    <a:gd name="connsiteX0" fmla="*/ 14090 w 14089"/>
                    <a:gd name="connsiteY0" fmla="*/ 0 h 28682"/>
                    <a:gd name="connsiteX1" fmla="*/ 10987 w 14089"/>
                    <a:gd name="connsiteY1" fmla="*/ 1862 h 28682"/>
                    <a:gd name="connsiteX2" fmla="*/ 4825 w 14089"/>
                    <a:gd name="connsiteY2" fmla="*/ 7492 h 28682"/>
                    <a:gd name="connsiteX3" fmla="*/ 347 w 14089"/>
                    <a:gd name="connsiteY3" fmla="*/ 16668 h 28682"/>
                    <a:gd name="connsiteX4" fmla="*/ 1899 w 14089"/>
                    <a:gd name="connsiteY4" fmla="*/ 28682 h 28682"/>
                    <a:gd name="connsiteX5" fmla="*/ 1456 w 14089"/>
                    <a:gd name="connsiteY5" fmla="*/ 18885 h 28682"/>
                    <a:gd name="connsiteX6" fmla="*/ 4780 w 14089"/>
                    <a:gd name="connsiteY6" fmla="*/ 9442 h 28682"/>
                    <a:gd name="connsiteX7" fmla="*/ 14090 w 14089"/>
                    <a:gd name="connsiteY7" fmla="*/ 0 h 28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089" h="28682">
                      <a:moveTo>
                        <a:pt x="14090" y="0"/>
                      </a:moveTo>
                      <a:cubicBezTo>
                        <a:pt x="14090" y="0"/>
                        <a:pt x="12760" y="532"/>
                        <a:pt x="10987" y="1862"/>
                      </a:cubicBezTo>
                      <a:cubicBezTo>
                        <a:pt x="9214" y="3147"/>
                        <a:pt x="6908" y="5054"/>
                        <a:pt x="4825" y="7492"/>
                      </a:cubicBezTo>
                      <a:cubicBezTo>
                        <a:pt x="2741" y="9886"/>
                        <a:pt x="1101" y="13122"/>
                        <a:pt x="347" y="16668"/>
                      </a:cubicBezTo>
                      <a:cubicBezTo>
                        <a:pt x="-362" y="20259"/>
                        <a:pt x="-52" y="24249"/>
                        <a:pt x="1899" y="28682"/>
                      </a:cubicBezTo>
                      <a:cubicBezTo>
                        <a:pt x="1899" y="28682"/>
                        <a:pt x="613" y="24559"/>
                        <a:pt x="1456" y="18885"/>
                      </a:cubicBezTo>
                      <a:cubicBezTo>
                        <a:pt x="1899" y="16048"/>
                        <a:pt x="2786" y="12723"/>
                        <a:pt x="4780" y="9442"/>
                      </a:cubicBezTo>
                      <a:cubicBezTo>
                        <a:pt x="6775" y="6162"/>
                        <a:pt x="9701" y="2793"/>
                        <a:pt x="1409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08" name="Forme libre : forme 26807">
                  <a:extLst>
                    <a:ext uri="{FF2B5EF4-FFF2-40B4-BE49-F238E27FC236}">
                      <a16:creationId xmlns:a16="http://schemas.microsoft.com/office/drawing/2014/main" id="{9ED476C7-ABF0-4C5A-B364-316199EDCF3C}"/>
                    </a:ext>
                  </a:extLst>
                </p:cNvPr>
                <p:cNvSpPr/>
                <p:nvPr/>
              </p:nvSpPr>
              <p:spPr>
                <a:xfrm>
                  <a:off x="4350556" y="1296547"/>
                  <a:ext cx="12506" cy="6791"/>
                </a:xfrm>
                <a:custGeom>
                  <a:avLst/>
                  <a:gdLst>
                    <a:gd name="connsiteX0" fmla="*/ 12502 w 12506"/>
                    <a:gd name="connsiteY0" fmla="*/ 3413 h 6791"/>
                    <a:gd name="connsiteX1" fmla="*/ 6074 w 12506"/>
                    <a:gd name="connsiteY1" fmla="*/ 6783 h 6791"/>
                    <a:gd name="connsiteX2" fmla="*/ 1 w 12506"/>
                    <a:gd name="connsiteY2" fmla="*/ 3679 h 6791"/>
                    <a:gd name="connsiteX3" fmla="*/ 6473 w 12506"/>
                    <a:gd name="connsiteY3" fmla="*/ 0 h 6791"/>
                    <a:gd name="connsiteX4" fmla="*/ 12502 w 12506"/>
                    <a:gd name="connsiteY4" fmla="*/ 3413 h 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06" h="6791">
                      <a:moveTo>
                        <a:pt x="12502" y="3413"/>
                      </a:moveTo>
                      <a:cubicBezTo>
                        <a:pt x="12325" y="5320"/>
                        <a:pt x="9487" y="6650"/>
                        <a:pt x="6074" y="6783"/>
                      </a:cubicBezTo>
                      <a:cubicBezTo>
                        <a:pt x="2705" y="6916"/>
                        <a:pt x="-44" y="5541"/>
                        <a:pt x="1" y="3679"/>
                      </a:cubicBezTo>
                      <a:cubicBezTo>
                        <a:pt x="45" y="1818"/>
                        <a:pt x="2971" y="44"/>
                        <a:pt x="6473" y="0"/>
                      </a:cubicBezTo>
                      <a:cubicBezTo>
                        <a:pt x="10019" y="0"/>
                        <a:pt x="12635" y="1552"/>
                        <a:pt x="12502" y="341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09" name="Forme libre : forme 26808">
                  <a:extLst>
                    <a:ext uri="{FF2B5EF4-FFF2-40B4-BE49-F238E27FC236}">
                      <a16:creationId xmlns:a16="http://schemas.microsoft.com/office/drawing/2014/main" id="{1A188198-F122-4185-8416-1CEB20D54FD0}"/>
                    </a:ext>
                  </a:extLst>
                </p:cNvPr>
                <p:cNvSpPr/>
                <p:nvPr/>
              </p:nvSpPr>
              <p:spPr>
                <a:xfrm>
                  <a:off x="4361175" y="1297578"/>
                  <a:ext cx="3351" cy="3036"/>
                </a:xfrm>
                <a:custGeom>
                  <a:avLst/>
                  <a:gdLst>
                    <a:gd name="connsiteX0" fmla="*/ 3301 w 3351"/>
                    <a:gd name="connsiteY0" fmla="*/ 1053 h 3036"/>
                    <a:gd name="connsiteX1" fmla="*/ 2104 w 3351"/>
                    <a:gd name="connsiteY1" fmla="*/ 2959 h 3036"/>
                    <a:gd name="connsiteX2" fmla="*/ 65 w 3351"/>
                    <a:gd name="connsiteY2" fmla="*/ 1984 h 3036"/>
                    <a:gd name="connsiteX3" fmla="*/ 1262 w 3351"/>
                    <a:gd name="connsiteY3" fmla="*/ 77 h 3036"/>
                    <a:gd name="connsiteX4" fmla="*/ 3301 w 3351"/>
                    <a:gd name="connsiteY4" fmla="*/ 1053 h 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51" h="3036">
                      <a:moveTo>
                        <a:pt x="3301" y="1053"/>
                      </a:moveTo>
                      <a:cubicBezTo>
                        <a:pt x="3523" y="1851"/>
                        <a:pt x="2991" y="2693"/>
                        <a:pt x="2104" y="2959"/>
                      </a:cubicBezTo>
                      <a:cubicBezTo>
                        <a:pt x="1218" y="3225"/>
                        <a:pt x="331" y="2781"/>
                        <a:pt x="65" y="1984"/>
                      </a:cubicBezTo>
                      <a:cubicBezTo>
                        <a:pt x="-201" y="1186"/>
                        <a:pt x="376" y="343"/>
                        <a:pt x="1262" y="77"/>
                      </a:cubicBezTo>
                      <a:cubicBezTo>
                        <a:pt x="2149" y="-189"/>
                        <a:pt x="3080" y="255"/>
                        <a:pt x="3301" y="10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810" name="Forme libre : forme 26809">
                  <a:extLst>
                    <a:ext uri="{FF2B5EF4-FFF2-40B4-BE49-F238E27FC236}">
                      <a16:creationId xmlns:a16="http://schemas.microsoft.com/office/drawing/2014/main" id="{002B1104-8DBE-4B34-AC5A-BA5880574ED5}"/>
                    </a:ext>
                  </a:extLst>
                </p:cNvPr>
                <p:cNvSpPr/>
                <p:nvPr/>
              </p:nvSpPr>
              <p:spPr>
                <a:xfrm>
                  <a:off x="4345043" y="1278819"/>
                  <a:ext cx="34043" cy="22491"/>
                </a:xfrm>
                <a:custGeom>
                  <a:avLst/>
                  <a:gdLst>
                    <a:gd name="connsiteX0" fmla="*/ 28921 w 34043"/>
                    <a:gd name="connsiteY0" fmla="*/ 5715 h 22491"/>
                    <a:gd name="connsiteX1" fmla="*/ 33930 w 34043"/>
                    <a:gd name="connsiteY1" fmla="*/ 17906 h 22491"/>
                    <a:gd name="connsiteX2" fmla="*/ 32423 w 34043"/>
                    <a:gd name="connsiteY2" fmla="*/ 22339 h 22491"/>
                    <a:gd name="connsiteX3" fmla="*/ 28389 w 34043"/>
                    <a:gd name="connsiteY3" fmla="*/ 20610 h 22491"/>
                    <a:gd name="connsiteX4" fmla="*/ 18104 w 34043"/>
                    <a:gd name="connsiteY4" fmla="*/ 10813 h 22491"/>
                    <a:gd name="connsiteX5" fmla="*/ 7420 w 34043"/>
                    <a:gd name="connsiteY5" fmla="*/ 9926 h 22491"/>
                    <a:gd name="connsiteX6" fmla="*/ 105 w 34043"/>
                    <a:gd name="connsiteY6" fmla="*/ 6512 h 22491"/>
                    <a:gd name="connsiteX7" fmla="*/ 8750 w 34043"/>
                    <a:gd name="connsiteY7" fmla="*/ 1060 h 22491"/>
                    <a:gd name="connsiteX8" fmla="*/ 19434 w 34043"/>
                    <a:gd name="connsiteY8" fmla="*/ 217 h 22491"/>
                    <a:gd name="connsiteX9" fmla="*/ 28921 w 34043"/>
                    <a:gd name="connsiteY9" fmla="*/ 5715 h 22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043" h="22491">
                      <a:moveTo>
                        <a:pt x="28921" y="5715"/>
                      </a:moveTo>
                      <a:cubicBezTo>
                        <a:pt x="31891" y="9172"/>
                        <a:pt x="33176" y="13561"/>
                        <a:pt x="33930" y="17906"/>
                      </a:cubicBezTo>
                      <a:cubicBezTo>
                        <a:pt x="34196" y="19501"/>
                        <a:pt x="34107" y="21674"/>
                        <a:pt x="32423" y="22339"/>
                      </a:cubicBezTo>
                      <a:cubicBezTo>
                        <a:pt x="30915" y="22915"/>
                        <a:pt x="29408" y="21762"/>
                        <a:pt x="28389" y="20610"/>
                      </a:cubicBezTo>
                      <a:cubicBezTo>
                        <a:pt x="25330" y="17108"/>
                        <a:pt x="22892" y="12408"/>
                        <a:pt x="18104" y="10813"/>
                      </a:cubicBezTo>
                      <a:cubicBezTo>
                        <a:pt x="16597" y="10325"/>
                        <a:pt x="11764" y="10281"/>
                        <a:pt x="7420" y="9926"/>
                      </a:cubicBezTo>
                      <a:cubicBezTo>
                        <a:pt x="3164" y="9704"/>
                        <a:pt x="-693" y="9039"/>
                        <a:pt x="105" y="6512"/>
                      </a:cubicBezTo>
                      <a:cubicBezTo>
                        <a:pt x="903" y="4074"/>
                        <a:pt x="4583" y="1946"/>
                        <a:pt x="8750" y="1060"/>
                      </a:cubicBezTo>
                      <a:cubicBezTo>
                        <a:pt x="12873" y="84"/>
                        <a:pt x="17262" y="-270"/>
                        <a:pt x="19434" y="217"/>
                      </a:cubicBezTo>
                      <a:cubicBezTo>
                        <a:pt x="23424" y="1015"/>
                        <a:pt x="26704" y="3099"/>
                        <a:pt x="28921" y="571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31" name="Graphique 2">
                <a:extLst>
                  <a:ext uri="{FF2B5EF4-FFF2-40B4-BE49-F238E27FC236}">
                    <a16:creationId xmlns:a16="http://schemas.microsoft.com/office/drawing/2014/main" id="{DA522DD3-62F7-489F-ABB2-348C821C78D5}"/>
                  </a:ext>
                </a:extLst>
              </p:cNvPr>
              <p:cNvGrpSpPr/>
              <p:nvPr/>
            </p:nvGrpSpPr>
            <p:grpSpPr>
              <a:xfrm>
                <a:off x="4382808" y="1266446"/>
                <a:ext cx="73680" cy="55734"/>
                <a:chOff x="4382808" y="1266446"/>
                <a:chExt cx="73680" cy="55734"/>
              </a:xfrm>
              <a:solidFill>
                <a:schemeClr val="accent1"/>
              </a:solidFill>
            </p:grpSpPr>
            <p:sp>
              <p:nvSpPr>
                <p:cNvPr id="26787" name="Forme libre : forme 26786">
                  <a:extLst>
                    <a:ext uri="{FF2B5EF4-FFF2-40B4-BE49-F238E27FC236}">
                      <a16:creationId xmlns:a16="http://schemas.microsoft.com/office/drawing/2014/main" id="{996A18EF-2D5D-4BB5-B9DC-A2F1EAE0604B}"/>
                    </a:ext>
                  </a:extLst>
                </p:cNvPr>
                <p:cNvSpPr/>
                <p:nvPr/>
              </p:nvSpPr>
              <p:spPr>
                <a:xfrm>
                  <a:off x="4382808" y="1266446"/>
                  <a:ext cx="73680" cy="55734"/>
                </a:xfrm>
                <a:custGeom>
                  <a:avLst/>
                  <a:gdLst>
                    <a:gd name="connsiteX0" fmla="*/ 46879 w 73680"/>
                    <a:gd name="connsiteY0" fmla="*/ 55547 h 55734"/>
                    <a:gd name="connsiteX1" fmla="*/ 36018 w 73680"/>
                    <a:gd name="connsiteY1" fmla="*/ 54971 h 55734"/>
                    <a:gd name="connsiteX2" fmla="*/ 24891 w 73680"/>
                    <a:gd name="connsiteY2" fmla="*/ 55193 h 55734"/>
                    <a:gd name="connsiteX3" fmla="*/ 17399 w 73680"/>
                    <a:gd name="connsiteY3" fmla="*/ 54129 h 55734"/>
                    <a:gd name="connsiteX4" fmla="*/ 10794 w 73680"/>
                    <a:gd name="connsiteY4" fmla="*/ 50494 h 55734"/>
                    <a:gd name="connsiteX5" fmla="*/ 2770 w 73680"/>
                    <a:gd name="connsiteY5" fmla="*/ 37593 h 55734"/>
                    <a:gd name="connsiteX6" fmla="*/ 243 w 73680"/>
                    <a:gd name="connsiteY6" fmla="*/ 22698 h 55734"/>
                    <a:gd name="connsiteX7" fmla="*/ 5075 w 73680"/>
                    <a:gd name="connsiteY7" fmla="*/ 7670 h 55734"/>
                    <a:gd name="connsiteX8" fmla="*/ 12478 w 73680"/>
                    <a:gd name="connsiteY8" fmla="*/ 2616 h 55734"/>
                    <a:gd name="connsiteX9" fmla="*/ 22142 w 73680"/>
                    <a:gd name="connsiteY9" fmla="*/ 355 h 55734"/>
                    <a:gd name="connsiteX10" fmla="*/ 37038 w 73680"/>
                    <a:gd name="connsiteY10" fmla="*/ 45 h 55734"/>
                    <a:gd name="connsiteX11" fmla="*/ 52154 w 73680"/>
                    <a:gd name="connsiteY11" fmla="*/ 843 h 55734"/>
                    <a:gd name="connsiteX12" fmla="*/ 61996 w 73680"/>
                    <a:gd name="connsiteY12" fmla="*/ 3724 h 55734"/>
                    <a:gd name="connsiteX13" fmla="*/ 66030 w 73680"/>
                    <a:gd name="connsiteY13" fmla="*/ 6163 h 55734"/>
                    <a:gd name="connsiteX14" fmla="*/ 69311 w 73680"/>
                    <a:gd name="connsiteY14" fmla="*/ 9399 h 55734"/>
                    <a:gd name="connsiteX15" fmla="*/ 73167 w 73680"/>
                    <a:gd name="connsiteY15" fmla="*/ 24693 h 55734"/>
                    <a:gd name="connsiteX16" fmla="*/ 69444 w 73680"/>
                    <a:gd name="connsiteY16" fmla="*/ 39366 h 55734"/>
                    <a:gd name="connsiteX17" fmla="*/ 60622 w 73680"/>
                    <a:gd name="connsiteY17" fmla="*/ 51823 h 55734"/>
                    <a:gd name="connsiteX18" fmla="*/ 57474 w 73680"/>
                    <a:gd name="connsiteY18" fmla="*/ 53597 h 55734"/>
                    <a:gd name="connsiteX19" fmla="*/ 54061 w 73680"/>
                    <a:gd name="connsiteY19" fmla="*/ 55015 h 55734"/>
                    <a:gd name="connsiteX20" fmla="*/ 46879 w 73680"/>
                    <a:gd name="connsiteY20" fmla="*/ 55547 h 55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680" h="55734">
                      <a:moveTo>
                        <a:pt x="46879" y="55547"/>
                      </a:moveTo>
                      <a:cubicBezTo>
                        <a:pt x="43288" y="55281"/>
                        <a:pt x="39653" y="55193"/>
                        <a:pt x="36018" y="54971"/>
                      </a:cubicBezTo>
                      <a:cubicBezTo>
                        <a:pt x="32383" y="54838"/>
                        <a:pt x="28615" y="55148"/>
                        <a:pt x="24891" y="55193"/>
                      </a:cubicBezTo>
                      <a:cubicBezTo>
                        <a:pt x="22275" y="55193"/>
                        <a:pt x="19749" y="54882"/>
                        <a:pt x="17399" y="54129"/>
                      </a:cubicBezTo>
                      <a:cubicBezTo>
                        <a:pt x="15049" y="53375"/>
                        <a:pt x="12789" y="52089"/>
                        <a:pt x="10794" y="50494"/>
                      </a:cubicBezTo>
                      <a:cubicBezTo>
                        <a:pt x="6848" y="47523"/>
                        <a:pt x="3701" y="42957"/>
                        <a:pt x="2770" y="37593"/>
                      </a:cubicBezTo>
                      <a:lnTo>
                        <a:pt x="243" y="22698"/>
                      </a:lnTo>
                      <a:cubicBezTo>
                        <a:pt x="-688" y="17290"/>
                        <a:pt x="1085" y="11970"/>
                        <a:pt x="5075" y="7670"/>
                      </a:cubicBezTo>
                      <a:cubicBezTo>
                        <a:pt x="7070" y="5631"/>
                        <a:pt x="9597" y="3902"/>
                        <a:pt x="12478" y="2616"/>
                      </a:cubicBezTo>
                      <a:cubicBezTo>
                        <a:pt x="15360" y="1286"/>
                        <a:pt x="18685" y="400"/>
                        <a:pt x="22142" y="355"/>
                      </a:cubicBezTo>
                      <a:cubicBezTo>
                        <a:pt x="27107" y="267"/>
                        <a:pt x="32028" y="-132"/>
                        <a:pt x="37038" y="45"/>
                      </a:cubicBezTo>
                      <a:cubicBezTo>
                        <a:pt x="42091" y="311"/>
                        <a:pt x="47101" y="444"/>
                        <a:pt x="52154" y="843"/>
                      </a:cubicBezTo>
                      <a:cubicBezTo>
                        <a:pt x="55745" y="1286"/>
                        <a:pt x="59070" y="2306"/>
                        <a:pt x="61996" y="3724"/>
                      </a:cubicBezTo>
                      <a:cubicBezTo>
                        <a:pt x="63459" y="4434"/>
                        <a:pt x="64833" y="5232"/>
                        <a:pt x="66030" y="6163"/>
                      </a:cubicBezTo>
                      <a:cubicBezTo>
                        <a:pt x="67271" y="7182"/>
                        <a:pt x="68335" y="8246"/>
                        <a:pt x="69311" y="9399"/>
                      </a:cubicBezTo>
                      <a:cubicBezTo>
                        <a:pt x="73123" y="13965"/>
                        <a:pt x="74542" y="19418"/>
                        <a:pt x="73167" y="24693"/>
                      </a:cubicBezTo>
                      <a:lnTo>
                        <a:pt x="69444" y="39366"/>
                      </a:lnTo>
                      <a:cubicBezTo>
                        <a:pt x="68069" y="44686"/>
                        <a:pt x="64611" y="49031"/>
                        <a:pt x="60622" y="51823"/>
                      </a:cubicBezTo>
                      <a:cubicBezTo>
                        <a:pt x="59602" y="52533"/>
                        <a:pt x="58582" y="53109"/>
                        <a:pt x="57474" y="53597"/>
                      </a:cubicBezTo>
                      <a:cubicBezTo>
                        <a:pt x="56366" y="54173"/>
                        <a:pt x="55213" y="54661"/>
                        <a:pt x="54061" y="55015"/>
                      </a:cubicBezTo>
                      <a:cubicBezTo>
                        <a:pt x="51756" y="55680"/>
                        <a:pt x="49317" y="55946"/>
                        <a:pt x="46879" y="5554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88" name="Forme libre : forme 26787">
                  <a:extLst>
                    <a:ext uri="{FF2B5EF4-FFF2-40B4-BE49-F238E27FC236}">
                      <a16:creationId xmlns:a16="http://schemas.microsoft.com/office/drawing/2014/main" id="{11502A6F-2B29-4F98-BF07-F472C7ACC423}"/>
                    </a:ext>
                  </a:extLst>
                </p:cNvPr>
                <p:cNvSpPr/>
                <p:nvPr/>
              </p:nvSpPr>
              <p:spPr>
                <a:xfrm>
                  <a:off x="4384470" y="1297611"/>
                  <a:ext cx="67915" cy="24548"/>
                </a:xfrm>
                <a:custGeom>
                  <a:avLst/>
                  <a:gdLst>
                    <a:gd name="connsiteX0" fmla="*/ 26687 w 67915"/>
                    <a:gd name="connsiteY0" fmla="*/ 5852 h 24548"/>
                    <a:gd name="connsiteX1" fmla="*/ 19373 w 67915"/>
                    <a:gd name="connsiteY1" fmla="*/ 6871 h 24548"/>
                    <a:gd name="connsiteX2" fmla="*/ 12324 w 67915"/>
                    <a:gd name="connsiteY2" fmla="*/ 6339 h 24548"/>
                    <a:gd name="connsiteX3" fmla="*/ 0 w 67915"/>
                    <a:gd name="connsiteY3" fmla="*/ 0 h 24548"/>
                    <a:gd name="connsiteX4" fmla="*/ 1108 w 67915"/>
                    <a:gd name="connsiteY4" fmla="*/ 6428 h 24548"/>
                    <a:gd name="connsiteX5" fmla="*/ 9132 w 67915"/>
                    <a:gd name="connsiteY5" fmla="*/ 19328 h 24548"/>
                    <a:gd name="connsiteX6" fmla="*/ 15738 w 67915"/>
                    <a:gd name="connsiteY6" fmla="*/ 22964 h 24548"/>
                    <a:gd name="connsiteX7" fmla="*/ 23229 w 67915"/>
                    <a:gd name="connsiteY7" fmla="*/ 24027 h 24548"/>
                    <a:gd name="connsiteX8" fmla="*/ 34356 w 67915"/>
                    <a:gd name="connsiteY8" fmla="*/ 23806 h 24548"/>
                    <a:gd name="connsiteX9" fmla="*/ 45218 w 67915"/>
                    <a:gd name="connsiteY9" fmla="*/ 24382 h 24548"/>
                    <a:gd name="connsiteX10" fmla="*/ 52399 w 67915"/>
                    <a:gd name="connsiteY10" fmla="*/ 23806 h 24548"/>
                    <a:gd name="connsiteX11" fmla="*/ 55813 w 67915"/>
                    <a:gd name="connsiteY11" fmla="*/ 22387 h 24548"/>
                    <a:gd name="connsiteX12" fmla="*/ 58960 w 67915"/>
                    <a:gd name="connsiteY12" fmla="*/ 20614 h 24548"/>
                    <a:gd name="connsiteX13" fmla="*/ 67782 w 67915"/>
                    <a:gd name="connsiteY13" fmla="*/ 8157 h 24548"/>
                    <a:gd name="connsiteX14" fmla="*/ 67915 w 67915"/>
                    <a:gd name="connsiteY14" fmla="*/ 7669 h 24548"/>
                    <a:gd name="connsiteX15" fmla="*/ 57630 w 67915"/>
                    <a:gd name="connsiteY15" fmla="*/ 5763 h 24548"/>
                    <a:gd name="connsiteX16" fmla="*/ 47390 w 67915"/>
                    <a:gd name="connsiteY16" fmla="*/ 4300 h 24548"/>
                    <a:gd name="connsiteX17" fmla="*/ 37061 w 67915"/>
                    <a:gd name="connsiteY17" fmla="*/ 4079 h 24548"/>
                    <a:gd name="connsiteX18" fmla="*/ 26687 w 67915"/>
                    <a:gd name="connsiteY18" fmla="*/ 5852 h 24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7915" h="24548">
                      <a:moveTo>
                        <a:pt x="26687" y="5852"/>
                      </a:moveTo>
                      <a:cubicBezTo>
                        <a:pt x="24249" y="6517"/>
                        <a:pt x="21811" y="6871"/>
                        <a:pt x="19373" y="6871"/>
                      </a:cubicBezTo>
                      <a:cubicBezTo>
                        <a:pt x="16979" y="6960"/>
                        <a:pt x="14585" y="6871"/>
                        <a:pt x="12324" y="6339"/>
                      </a:cubicBezTo>
                      <a:cubicBezTo>
                        <a:pt x="7714" y="5231"/>
                        <a:pt x="3458" y="3325"/>
                        <a:pt x="0" y="0"/>
                      </a:cubicBezTo>
                      <a:lnTo>
                        <a:pt x="1108" y="6428"/>
                      </a:lnTo>
                      <a:cubicBezTo>
                        <a:pt x="2039" y="11836"/>
                        <a:pt x="5187" y="16358"/>
                        <a:pt x="9132" y="19328"/>
                      </a:cubicBezTo>
                      <a:cubicBezTo>
                        <a:pt x="11127" y="20924"/>
                        <a:pt x="13388" y="22210"/>
                        <a:pt x="15738" y="22964"/>
                      </a:cubicBezTo>
                      <a:cubicBezTo>
                        <a:pt x="18087" y="23717"/>
                        <a:pt x="20614" y="24027"/>
                        <a:pt x="23229" y="24027"/>
                      </a:cubicBezTo>
                      <a:cubicBezTo>
                        <a:pt x="26953" y="23983"/>
                        <a:pt x="30721" y="23673"/>
                        <a:pt x="34356" y="23806"/>
                      </a:cubicBezTo>
                      <a:cubicBezTo>
                        <a:pt x="37992" y="24027"/>
                        <a:pt x="41627" y="24116"/>
                        <a:pt x="45218" y="24382"/>
                      </a:cubicBezTo>
                      <a:cubicBezTo>
                        <a:pt x="47700" y="24737"/>
                        <a:pt x="50094" y="24515"/>
                        <a:pt x="52399" y="23806"/>
                      </a:cubicBezTo>
                      <a:cubicBezTo>
                        <a:pt x="53552" y="23451"/>
                        <a:pt x="54704" y="22964"/>
                        <a:pt x="55813" y="22387"/>
                      </a:cubicBezTo>
                      <a:cubicBezTo>
                        <a:pt x="56877" y="21900"/>
                        <a:pt x="57941" y="21323"/>
                        <a:pt x="58960" y="20614"/>
                      </a:cubicBezTo>
                      <a:cubicBezTo>
                        <a:pt x="62950" y="17821"/>
                        <a:pt x="66408" y="13477"/>
                        <a:pt x="67782" y="8157"/>
                      </a:cubicBezTo>
                      <a:lnTo>
                        <a:pt x="67915" y="7669"/>
                      </a:lnTo>
                      <a:cubicBezTo>
                        <a:pt x="64413" y="7182"/>
                        <a:pt x="61044" y="6339"/>
                        <a:pt x="57630" y="5763"/>
                      </a:cubicBezTo>
                      <a:cubicBezTo>
                        <a:pt x="54217" y="5275"/>
                        <a:pt x="50803" y="4788"/>
                        <a:pt x="47390" y="4300"/>
                      </a:cubicBezTo>
                      <a:cubicBezTo>
                        <a:pt x="43976" y="3946"/>
                        <a:pt x="40518" y="3990"/>
                        <a:pt x="37061" y="4079"/>
                      </a:cubicBezTo>
                      <a:cubicBezTo>
                        <a:pt x="33603" y="4167"/>
                        <a:pt x="30145" y="4832"/>
                        <a:pt x="26687" y="5852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89" name="Forme libre : forme 26788">
                  <a:extLst>
                    <a:ext uri="{FF2B5EF4-FFF2-40B4-BE49-F238E27FC236}">
                      <a16:creationId xmlns:a16="http://schemas.microsoft.com/office/drawing/2014/main" id="{C2F9670E-1E99-49A1-AC3D-6DF98F4F4B0F}"/>
                    </a:ext>
                  </a:extLst>
                </p:cNvPr>
                <p:cNvSpPr/>
                <p:nvPr/>
              </p:nvSpPr>
              <p:spPr>
                <a:xfrm>
                  <a:off x="4408002" y="1285022"/>
                  <a:ext cx="31783" cy="20812"/>
                </a:xfrm>
                <a:custGeom>
                  <a:avLst/>
                  <a:gdLst>
                    <a:gd name="connsiteX0" fmla="*/ 31704 w 31783"/>
                    <a:gd name="connsiteY0" fmla="*/ 11879 h 20812"/>
                    <a:gd name="connsiteX1" fmla="*/ 26251 w 31783"/>
                    <a:gd name="connsiteY1" fmla="*/ 18573 h 20812"/>
                    <a:gd name="connsiteX2" fmla="*/ 21286 w 31783"/>
                    <a:gd name="connsiteY2" fmla="*/ 20258 h 20812"/>
                    <a:gd name="connsiteX3" fmla="*/ 15434 w 31783"/>
                    <a:gd name="connsiteY3" fmla="*/ 20790 h 20812"/>
                    <a:gd name="connsiteX4" fmla="*/ 9627 w 31783"/>
                    <a:gd name="connsiteY4" fmla="*/ 19682 h 20812"/>
                    <a:gd name="connsiteX5" fmla="*/ 4795 w 31783"/>
                    <a:gd name="connsiteY5" fmla="*/ 17598 h 20812"/>
                    <a:gd name="connsiteX6" fmla="*/ 7 w 31783"/>
                    <a:gd name="connsiteY6" fmla="*/ 10417 h 20812"/>
                    <a:gd name="connsiteX7" fmla="*/ 4529 w 31783"/>
                    <a:gd name="connsiteY7" fmla="*/ 2925 h 20812"/>
                    <a:gd name="connsiteX8" fmla="*/ 9804 w 31783"/>
                    <a:gd name="connsiteY8" fmla="*/ 531 h 20812"/>
                    <a:gd name="connsiteX9" fmla="*/ 16365 w 31783"/>
                    <a:gd name="connsiteY9" fmla="*/ 43 h 20812"/>
                    <a:gd name="connsiteX10" fmla="*/ 22882 w 31783"/>
                    <a:gd name="connsiteY10" fmla="*/ 1196 h 20812"/>
                    <a:gd name="connsiteX11" fmla="*/ 27936 w 31783"/>
                    <a:gd name="connsiteY11" fmla="*/ 3989 h 20812"/>
                    <a:gd name="connsiteX12" fmla="*/ 31704 w 31783"/>
                    <a:gd name="connsiteY12" fmla="*/ 11879 h 20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783" h="20812">
                      <a:moveTo>
                        <a:pt x="31704" y="11879"/>
                      </a:moveTo>
                      <a:cubicBezTo>
                        <a:pt x="31261" y="14717"/>
                        <a:pt x="29177" y="17066"/>
                        <a:pt x="26251" y="18573"/>
                      </a:cubicBezTo>
                      <a:cubicBezTo>
                        <a:pt x="24788" y="19371"/>
                        <a:pt x="23148" y="19770"/>
                        <a:pt x="21286" y="20258"/>
                      </a:cubicBezTo>
                      <a:cubicBezTo>
                        <a:pt x="19469" y="20701"/>
                        <a:pt x="17474" y="20879"/>
                        <a:pt x="15434" y="20790"/>
                      </a:cubicBezTo>
                      <a:cubicBezTo>
                        <a:pt x="13395" y="20701"/>
                        <a:pt x="11445" y="20302"/>
                        <a:pt x="9627" y="19682"/>
                      </a:cubicBezTo>
                      <a:cubicBezTo>
                        <a:pt x="7810" y="19194"/>
                        <a:pt x="6169" y="18485"/>
                        <a:pt x="4795" y="17598"/>
                      </a:cubicBezTo>
                      <a:cubicBezTo>
                        <a:pt x="2002" y="15825"/>
                        <a:pt x="140" y="13254"/>
                        <a:pt x="7" y="10417"/>
                      </a:cubicBezTo>
                      <a:cubicBezTo>
                        <a:pt x="-126" y="7579"/>
                        <a:pt x="1559" y="4875"/>
                        <a:pt x="4529" y="2925"/>
                      </a:cubicBezTo>
                      <a:cubicBezTo>
                        <a:pt x="5992" y="1949"/>
                        <a:pt x="7810" y="1107"/>
                        <a:pt x="9804" y="531"/>
                      </a:cubicBezTo>
                      <a:cubicBezTo>
                        <a:pt x="11799" y="88"/>
                        <a:pt x="14060" y="-90"/>
                        <a:pt x="16365" y="43"/>
                      </a:cubicBezTo>
                      <a:cubicBezTo>
                        <a:pt x="18715" y="176"/>
                        <a:pt x="20887" y="575"/>
                        <a:pt x="22882" y="1196"/>
                      </a:cubicBezTo>
                      <a:cubicBezTo>
                        <a:pt x="24833" y="1772"/>
                        <a:pt x="26562" y="2925"/>
                        <a:pt x="27936" y="3989"/>
                      </a:cubicBezTo>
                      <a:cubicBezTo>
                        <a:pt x="30729" y="6249"/>
                        <a:pt x="32147" y="9042"/>
                        <a:pt x="31704" y="11879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90" name="Forme libre : forme 26789">
                  <a:extLst>
                    <a:ext uri="{FF2B5EF4-FFF2-40B4-BE49-F238E27FC236}">
                      <a16:creationId xmlns:a16="http://schemas.microsoft.com/office/drawing/2014/main" id="{D534FD87-98C1-43B0-A224-95AAA810BC5D}"/>
                    </a:ext>
                  </a:extLst>
                </p:cNvPr>
                <p:cNvSpPr/>
                <p:nvPr/>
              </p:nvSpPr>
              <p:spPr>
                <a:xfrm>
                  <a:off x="4408001" y="1286573"/>
                  <a:ext cx="22218" cy="19225"/>
                </a:xfrm>
                <a:custGeom>
                  <a:avLst/>
                  <a:gdLst>
                    <a:gd name="connsiteX0" fmla="*/ 6968 w 22218"/>
                    <a:gd name="connsiteY0" fmla="*/ 0 h 19225"/>
                    <a:gd name="connsiteX1" fmla="*/ 8 w 22218"/>
                    <a:gd name="connsiteY1" fmla="*/ 8822 h 19225"/>
                    <a:gd name="connsiteX2" fmla="*/ 4796 w 22218"/>
                    <a:gd name="connsiteY2" fmla="*/ 16003 h 19225"/>
                    <a:gd name="connsiteX3" fmla="*/ 9628 w 22218"/>
                    <a:gd name="connsiteY3" fmla="*/ 18087 h 19225"/>
                    <a:gd name="connsiteX4" fmla="*/ 15435 w 22218"/>
                    <a:gd name="connsiteY4" fmla="*/ 19195 h 19225"/>
                    <a:gd name="connsiteX5" fmla="*/ 22218 w 22218"/>
                    <a:gd name="connsiteY5" fmla="*/ 18397 h 19225"/>
                    <a:gd name="connsiteX6" fmla="*/ 18539 w 22218"/>
                    <a:gd name="connsiteY6" fmla="*/ 17511 h 19225"/>
                    <a:gd name="connsiteX7" fmla="*/ 10204 w 22218"/>
                    <a:gd name="connsiteY7" fmla="*/ 9930 h 19225"/>
                    <a:gd name="connsiteX8" fmla="*/ 6968 w 22218"/>
                    <a:gd name="connsiteY8" fmla="*/ 0 h 19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218" h="19225">
                      <a:moveTo>
                        <a:pt x="6968" y="0"/>
                      </a:moveTo>
                      <a:cubicBezTo>
                        <a:pt x="2535" y="1995"/>
                        <a:pt x="-169" y="5275"/>
                        <a:pt x="8" y="8822"/>
                      </a:cubicBezTo>
                      <a:cubicBezTo>
                        <a:pt x="141" y="11703"/>
                        <a:pt x="2003" y="14230"/>
                        <a:pt x="4796" y="16003"/>
                      </a:cubicBezTo>
                      <a:cubicBezTo>
                        <a:pt x="6215" y="16890"/>
                        <a:pt x="7855" y="17599"/>
                        <a:pt x="9628" y="18087"/>
                      </a:cubicBezTo>
                      <a:cubicBezTo>
                        <a:pt x="11401" y="18708"/>
                        <a:pt x="13352" y="19107"/>
                        <a:pt x="15435" y="19195"/>
                      </a:cubicBezTo>
                      <a:cubicBezTo>
                        <a:pt x="17829" y="19328"/>
                        <a:pt x="20134" y="19018"/>
                        <a:pt x="22218" y="18397"/>
                      </a:cubicBezTo>
                      <a:cubicBezTo>
                        <a:pt x="20977" y="18309"/>
                        <a:pt x="19735" y="17998"/>
                        <a:pt x="18539" y="17511"/>
                      </a:cubicBezTo>
                      <a:cubicBezTo>
                        <a:pt x="15302" y="15782"/>
                        <a:pt x="12377" y="13078"/>
                        <a:pt x="10204" y="9930"/>
                      </a:cubicBezTo>
                      <a:cubicBezTo>
                        <a:pt x="8076" y="6916"/>
                        <a:pt x="6702" y="3546"/>
                        <a:pt x="6968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91" name="Forme libre : forme 26790">
                  <a:extLst>
                    <a:ext uri="{FF2B5EF4-FFF2-40B4-BE49-F238E27FC236}">
                      <a16:creationId xmlns:a16="http://schemas.microsoft.com/office/drawing/2014/main" id="{31DDC06B-604A-4D73-BAA9-6C78C042AF31}"/>
                    </a:ext>
                  </a:extLst>
                </p:cNvPr>
                <p:cNvSpPr/>
                <p:nvPr/>
              </p:nvSpPr>
              <p:spPr>
                <a:xfrm>
                  <a:off x="4409779" y="1287372"/>
                  <a:ext cx="31251" cy="20853"/>
                </a:xfrm>
                <a:custGeom>
                  <a:avLst/>
                  <a:gdLst>
                    <a:gd name="connsiteX0" fmla="*/ 31168 w 31251"/>
                    <a:gd name="connsiteY0" fmla="*/ 12012 h 20853"/>
                    <a:gd name="connsiteX1" fmla="*/ 25715 w 31251"/>
                    <a:gd name="connsiteY1" fmla="*/ 18706 h 20853"/>
                    <a:gd name="connsiteX2" fmla="*/ 20839 w 31251"/>
                    <a:gd name="connsiteY2" fmla="*/ 20302 h 20853"/>
                    <a:gd name="connsiteX3" fmla="*/ 15076 w 31251"/>
                    <a:gd name="connsiteY3" fmla="*/ 20834 h 20853"/>
                    <a:gd name="connsiteX4" fmla="*/ 9402 w 31251"/>
                    <a:gd name="connsiteY4" fmla="*/ 19726 h 20853"/>
                    <a:gd name="connsiteX5" fmla="*/ 4658 w 31251"/>
                    <a:gd name="connsiteY5" fmla="*/ 17510 h 20853"/>
                    <a:gd name="connsiteX6" fmla="*/ 3 w 31251"/>
                    <a:gd name="connsiteY6" fmla="*/ 10284 h 20853"/>
                    <a:gd name="connsiteX7" fmla="*/ 4525 w 31251"/>
                    <a:gd name="connsiteY7" fmla="*/ 2792 h 20853"/>
                    <a:gd name="connsiteX8" fmla="*/ 9756 w 31251"/>
                    <a:gd name="connsiteY8" fmla="*/ 531 h 20853"/>
                    <a:gd name="connsiteX9" fmla="*/ 16228 w 31251"/>
                    <a:gd name="connsiteY9" fmla="*/ 43 h 20853"/>
                    <a:gd name="connsiteX10" fmla="*/ 22612 w 31251"/>
                    <a:gd name="connsiteY10" fmla="*/ 1196 h 20853"/>
                    <a:gd name="connsiteX11" fmla="*/ 27577 w 31251"/>
                    <a:gd name="connsiteY11" fmla="*/ 4122 h 20853"/>
                    <a:gd name="connsiteX12" fmla="*/ 31168 w 31251"/>
                    <a:gd name="connsiteY12" fmla="*/ 12012 h 20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251" h="20853">
                      <a:moveTo>
                        <a:pt x="31168" y="12012"/>
                      </a:moveTo>
                      <a:cubicBezTo>
                        <a:pt x="30725" y="14850"/>
                        <a:pt x="28597" y="17199"/>
                        <a:pt x="25715" y="18706"/>
                      </a:cubicBezTo>
                      <a:cubicBezTo>
                        <a:pt x="24252" y="19460"/>
                        <a:pt x="22612" y="19992"/>
                        <a:pt x="20839" y="20302"/>
                      </a:cubicBezTo>
                      <a:cubicBezTo>
                        <a:pt x="19021" y="20701"/>
                        <a:pt x="17071" y="20923"/>
                        <a:pt x="15076" y="20834"/>
                      </a:cubicBezTo>
                      <a:cubicBezTo>
                        <a:pt x="13037" y="20746"/>
                        <a:pt x="11130" y="20347"/>
                        <a:pt x="9402" y="19726"/>
                      </a:cubicBezTo>
                      <a:cubicBezTo>
                        <a:pt x="7673" y="19061"/>
                        <a:pt x="6032" y="18441"/>
                        <a:pt x="4658" y="17510"/>
                      </a:cubicBezTo>
                      <a:cubicBezTo>
                        <a:pt x="1910" y="15736"/>
                        <a:pt x="92" y="13165"/>
                        <a:pt x="3" y="10284"/>
                      </a:cubicBezTo>
                      <a:cubicBezTo>
                        <a:pt x="-85" y="7402"/>
                        <a:pt x="1599" y="4742"/>
                        <a:pt x="4525" y="2792"/>
                      </a:cubicBezTo>
                      <a:cubicBezTo>
                        <a:pt x="5988" y="1816"/>
                        <a:pt x="7761" y="930"/>
                        <a:pt x="9756" y="531"/>
                      </a:cubicBezTo>
                      <a:cubicBezTo>
                        <a:pt x="11751" y="88"/>
                        <a:pt x="13968" y="-90"/>
                        <a:pt x="16228" y="43"/>
                      </a:cubicBezTo>
                      <a:cubicBezTo>
                        <a:pt x="18534" y="176"/>
                        <a:pt x="20706" y="531"/>
                        <a:pt x="22612" y="1196"/>
                      </a:cubicBezTo>
                      <a:cubicBezTo>
                        <a:pt x="24518" y="1994"/>
                        <a:pt x="26247" y="2969"/>
                        <a:pt x="27577" y="4122"/>
                      </a:cubicBezTo>
                      <a:cubicBezTo>
                        <a:pt x="30281" y="6382"/>
                        <a:pt x="31611" y="9175"/>
                        <a:pt x="31168" y="1201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92" name="Forme libre : forme 26791">
                  <a:extLst>
                    <a:ext uri="{FF2B5EF4-FFF2-40B4-BE49-F238E27FC236}">
                      <a16:creationId xmlns:a16="http://schemas.microsoft.com/office/drawing/2014/main" id="{43880E8B-9565-4EE8-BDAE-F707D923FEC2}"/>
                    </a:ext>
                  </a:extLst>
                </p:cNvPr>
                <p:cNvSpPr/>
                <p:nvPr/>
              </p:nvSpPr>
              <p:spPr>
                <a:xfrm>
                  <a:off x="4393516" y="1279304"/>
                  <a:ext cx="39155" cy="38010"/>
                </a:xfrm>
                <a:custGeom>
                  <a:avLst/>
                  <a:gdLst>
                    <a:gd name="connsiteX0" fmla="*/ 1239 w 39155"/>
                    <a:gd name="connsiteY0" fmla="*/ 18484 h 38010"/>
                    <a:gd name="connsiteX1" fmla="*/ 3322 w 39155"/>
                    <a:gd name="connsiteY1" fmla="*/ 27971 h 38010"/>
                    <a:gd name="connsiteX2" fmla="*/ 9839 w 39155"/>
                    <a:gd name="connsiteY2" fmla="*/ 34222 h 38010"/>
                    <a:gd name="connsiteX3" fmla="*/ 18617 w 39155"/>
                    <a:gd name="connsiteY3" fmla="*/ 37414 h 38010"/>
                    <a:gd name="connsiteX4" fmla="*/ 33335 w 39155"/>
                    <a:gd name="connsiteY4" fmla="*/ 36394 h 38010"/>
                    <a:gd name="connsiteX5" fmla="*/ 38965 w 39155"/>
                    <a:gd name="connsiteY5" fmla="*/ 27483 h 38010"/>
                    <a:gd name="connsiteX6" fmla="*/ 34133 w 39155"/>
                    <a:gd name="connsiteY6" fmla="*/ 22164 h 38010"/>
                    <a:gd name="connsiteX7" fmla="*/ 20966 w 39155"/>
                    <a:gd name="connsiteY7" fmla="*/ 10327 h 38010"/>
                    <a:gd name="connsiteX8" fmla="*/ 13785 w 39155"/>
                    <a:gd name="connsiteY8" fmla="*/ 2968 h 38010"/>
                    <a:gd name="connsiteX9" fmla="*/ 3677 w 39155"/>
                    <a:gd name="connsiteY9" fmla="*/ 708 h 38010"/>
                    <a:gd name="connsiteX10" fmla="*/ 1239 w 39155"/>
                    <a:gd name="connsiteY10" fmla="*/ 18484 h 38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155" h="38010">
                      <a:moveTo>
                        <a:pt x="1239" y="18484"/>
                      </a:moveTo>
                      <a:cubicBezTo>
                        <a:pt x="1505" y="21720"/>
                        <a:pt x="1815" y="25045"/>
                        <a:pt x="3322" y="27971"/>
                      </a:cubicBezTo>
                      <a:cubicBezTo>
                        <a:pt x="4785" y="30720"/>
                        <a:pt x="7135" y="32759"/>
                        <a:pt x="9839" y="34222"/>
                      </a:cubicBezTo>
                      <a:cubicBezTo>
                        <a:pt x="12543" y="35773"/>
                        <a:pt x="15646" y="36882"/>
                        <a:pt x="18617" y="37414"/>
                      </a:cubicBezTo>
                      <a:cubicBezTo>
                        <a:pt x="23670" y="38123"/>
                        <a:pt x="28724" y="38611"/>
                        <a:pt x="33335" y="36394"/>
                      </a:cubicBezTo>
                      <a:cubicBezTo>
                        <a:pt x="36748" y="34621"/>
                        <a:pt x="39984" y="31296"/>
                        <a:pt x="38965" y="27483"/>
                      </a:cubicBezTo>
                      <a:cubicBezTo>
                        <a:pt x="38344" y="25090"/>
                        <a:pt x="36172" y="23538"/>
                        <a:pt x="34133" y="22164"/>
                      </a:cubicBezTo>
                      <a:cubicBezTo>
                        <a:pt x="29389" y="18928"/>
                        <a:pt x="24912" y="14450"/>
                        <a:pt x="20966" y="10327"/>
                      </a:cubicBezTo>
                      <a:cubicBezTo>
                        <a:pt x="19282" y="8510"/>
                        <a:pt x="16843" y="5318"/>
                        <a:pt x="13785" y="2968"/>
                      </a:cubicBezTo>
                      <a:cubicBezTo>
                        <a:pt x="10770" y="575"/>
                        <a:pt x="7179" y="-977"/>
                        <a:pt x="3677" y="708"/>
                      </a:cubicBezTo>
                      <a:cubicBezTo>
                        <a:pt x="-2529" y="3545"/>
                        <a:pt x="929" y="13963"/>
                        <a:pt x="1239" y="1848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93" name="Forme libre : forme 26792">
                  <a:extLst>
                    <a:ext uri="{FF2B5EF4-FFF2-40B4-BE49-F238E27FC236}">
                      <a16:creationId xmlns:a16="http://schemas.microsoft.com/office/drawing/2014/main" id="{4E6BD412-2407-4D43-BC9C-34394D780AFD}"/>
                    </a:ext>
                  </a:extLst>
                </p:cNvPr>
                <p:cNvSpPr/>
                <p:nvPr/>
              </p:nvSpPr>
              <p:spPr>
                <a:xfrm>
                  <a:off x="4400502" y="1278908"/>
                  <a:ext cx="13532" cy="10692"/>
                </a:xfrm>
                <a:custGeom>
                  <a:avLst/>
                  <a:gdLst>
                    <a:gd name="connsiteX0" fmla="*/ 636 w 13532"/>
                    <a:gd name="connsiteY0" fmla="*/ 6512 h 10692"/>
                    <a:gd name="connsiteX1" fmla="*/ 15 w 13532"/>
                    <a:gd name="connsiteY1" fmla="*/ 8818 h 10692"/>
                    <a:gd name="connsiteX2" fmla="*/ 1434 w 13532"/>
                    <a:gd name="connsiteY2" fmla="*/ 10591 h 10692"/>
                    <a:gd name="connsiteX3" fmla="*/ 3828 w 13532"/>
                    <a:gd name="connsiteY3" fmla="*/ 10414 h 10692"/>
                    <a:gd name="connsiteX4" fmla="*/ 9591 w 13532"/>
                    <a:gd name="connsiteY4" fmla="*/ 8108 h 10692"/>
                    <a:gd name="connsiteX5" fmla="*/ 11674 w 13532"/>
                    <a:gd name="connsiteY5" fmla="*/ 6734 h 10692"/>
                    <a:gd name="connsiteX6" fmla="*/ 9724 w 13532"/>
                    <a:gd name="connsiteY6" fmla="*/ 85 h 10692"/>
                    <a:gd name="connsiteX7" fmla="*/ 636 w 13532"/>
                    <a:gd name="connsiteY7" fmla="*/ 6512 h 10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32" h="10692">
                      <a:moveTo>
                        <a:pt x="636" y="6512"/>
                      </a:moveTo>
                      <a:cubicBezTo>
                        <a:pt x="237" y="7222"/>
                        <a:pt x="-73" y="8020"/>
                        <a:pt x="15" y="8818"/>
                      </a:cubicBezTo>
                      <a:cubicBezTo>
                        <a:pt x="60" y="9616"/>
                        <a:pt x="592" y="10369"/>
                        <a:pt x="1434" y="10591"/>
                      </a:cubicBezTo>
                      <a:cubicBezTo>
                        <a:pt x="2187" y="10813"/>
                        <a:pt x="3030" y="10635"/>
                        <a:pt x="3828" y="10414"/>
                      </a:cubicBezTo>
                      <a:cubicBezTo>
                        <a:pt x="5823" y="9837"/>
                        <a:pt x="7729" y="9039"/>
                        <a:pt x="9591" y="8108"/>
                      </a:cubicBezTo>
                      <a:cubicBezTo>
                        <a:pt x="10344" y="7709"/>
                        <a:pt x="11098" y="7311"/>
                        <a:pt x="11674" y="6734"/>
                      </a:cubicBezTo>
                      <a:cubicBezTo>
                        <a:pt x="14157" y="4340"/>
                        <a:pt x="14733" y="-714"/>
                        <a:pt x="9724" y="85"/>
                      </a:cubicBezTo>
                      <a:cubicBezTo>
                        <a:pt x="5778" y="705"/>
                        <a:pt x="2187" y="3542"/>
                        <a:pt x="636" y="651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94" name="Forme libre : forme 26793">
                  <a:extLst>
                    <a:ext uri="{FF2B5EF4-FFF2-40B4-BE49-F238E27FC236}">
                      <a16:creationId xmlns:a16="http://schemas.microsoft.com/office/drawing/2014/main" id="{CD9CEBC5-2346-4078-A645-28C1B7B1566A}"/>
                    </a:ext>
                  </a:extLst>
                </p:cNvPr>
                <p:cNvSpPr/>
                <p:nvPr/>
              </p:nvSpPr>
              <p:spPr>
                <a:xfrm>
                  <a:off x="4430219" y="1303197"/>
                  <a:ext cx="20569" cy="17688"/>
                </a:xfrm>
                <a:custGeom>
                  <a:avLst/>
                  <a:gdLst>
                    <a:gd name="connsiteX0" fmla="*/ 20570 w 20569"/>
                    <a:gd name="connsiteY0" fmla="*/ 0 h 17688"/>
                    <a:gd name="connsiteX1" fmla="*/ 16713 w 20569"/>
                    <a:gd name="connsiteY1" fmla="*/ 7935 h 17688"/>
                    <a:gd name="connsiteX2" fmla="*/ 10462 w 20569"/>
                    <a:gd name="connsiteY2" fmla="*/ 13654 h 17688"/>
                    <a:gd name="connsiteX3" fmla="*/ 0 w 20569"/>
                    <a:gd name="connsiteY3" fmla="*/ 17688 h 17688"/>
                    <a:gd name="connsiteX4" fmla="*/ 7492 w 20569"/>
                    <a:gd name="connsiteY4" fmla="*/ 14230 h 17688"/>
                    <a:gd name="connsiteX5" fmla="*/ 14230 w 20569"/>
                    <a:gd name="connsiteY5" fmla="*/ 8866 h 17688"/>
                    <a:gd name="connsiteX6" fmla="*/ 20570 w 20569"/>
                    <a:gd name="connsiteY6" fmla="*/ 0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569" h="17688">
                      <a:moveTo>
                        <a:pt x="20570" y="0"/>
                      </a:moveTo>
                      <a:cubicBezTo>
                        <a:pt x="20570" y="0"/>
                        <a:pt x="19772" y="3901"/>
                        <a:pt x="16713" y="7935"/>
                      </a:cubicBezTo>
                      <a:cubicBezTo>
                        <a:pt x="15206" y="9974"/>
                        <a:pt x="13122" y="12014"/>
                        <a:pt x="10462" y="13654"/>
                      </a:cubicBezTo>
                      <a:cubicBezTo>
                        <a:pt x="7714" y="15516"/>
                        <a:pt x="4256" y="17023"/>
                        <a:pt x="0" y="17688"/>
                      </a:cubicBezTo>
                      <a:cubicBezTo>
                        <a:pt x="0" y="17688"/>
                        <a:pt x="3281" y="16934"/>
                        <a:pt x="7492" y="14230"/>
                      </a:cubicBezTo>
                      <a:cubicBezTo>
                        <a:pt x="9620" y="12812"/>
                        <a:pt x="11969" y="11083"/>
                        <a:pt x="14230" y="8866"/>
                      </a:cubicBezTo>
                      <a:cubicBezTo>
                        <a:pt x="16447" y="6605"/>
                        <a:pt x="18708" y="3724"/>
                        <a:pt x="205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95" name="Forme libre : forme 26794">
                  <a:extLst>
                    <a:ext uri="{FF2B5EF4-FFF2-40B4-BE49-F238E27FC236}">
                      <a16:creationId xmlns:a16="http://schemas.microsoft.com/office/drawing/2014/main" id="{9E97A4CD-31C5-4DFB-B66A-BC2ECD285B03}"/>
                    </a:ext>
                  </a:extLst>
                </p:cNvPr>
                <p:cNvSpPr/>
                <p:nvPr/>
              </p:nvSpPr>
              <p:spPr>
                <a:xfrm>
                  <a:off x="4384664" y="1268308"/>
                  <a:ext cx="21882" cy="22254"/>
                </a:xfrm>
                <a:custGeom>
                  <a:avLst/>
                  <a:gdLst>
                    <a:gd name="connsiteX0" fmla="*/ 21882 w 21882"/>
                    <a:gd name="connsiteY0" fmla="*/ 0 h 22254"/>
                    <a:gd name="connsiteX1" fmla="*/ 18336 w 21882"/>
                    <a:gd name="connsiteY1" fmla="*/ 532 h 22254"/>
                    <a:gd name="connsiteX2" fmla="*/ 10534 w 21882"/>
                    <a:gd name="connsiteY2" fmla="*/ 3546 h 22254"/>
                    <a:gd name="connsiteX3" fmla="*/ 2953 w 21882"/>
                    <a:gd name="connsiteY3" fmla="*/ 10373 h 22254"/>
                    <a:gd name="connsiteX4" fmla="*/ 27 w 21882"/>
                    <a:gd name="connsiteY4" fmla="*/ 22254 h 22254"/>
                    <a:gd name="connsiteX5" fmla="*/ 3175 w 21882"/>
                    <a:gd name="connsiteY5" fmla="*/ 12812 h 22254"/>
                    <a:gd name="connsiteX6" fmla="*/ 9780 w 21882"/>
                    <a:gd name="connsiteY6" fmla="*/ 5320 h 22254"/>
                    <a:gd name="connsiteX7" fmla="*/ 21882 w 21882"/>
                    <a:gd name="connsiteY7" fmla="*/ 0 h 22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882" h="22254">
                      <a:moveTo>
                        <a:pt x="21882" y="0"/>
                      </a:moveTo>
                      <a:cubicBezTo>
                        <a:pt x="21882" y="0"/>
                        <a:pt x="20464" y="89"/>
                        <a:pt x="18336" y="532"/>
                      </a:cubicBezTo>
                      <a:cubicBezTo>
                        <a:pt x="16208" y="887"/>
                        <a:pt x="13326" y="1951"/>
                        <a:pt x="10534" y="3546"/>
                      </a:cubicBezTo>
                      <a:cubicBezTo>
                        <a:pt x="7696" y="5142"/>
                        <a:pt x="4904" y="7270"/>
                        <a:pt x="2953" y="10373"/>
                      </a:cubicBezTo>
                      <a:cubicBezTo>
                        <a:pt x="958" y="13521"/>
                        <a:pt x="-195" y="17422"/>
                        <a:pt x="27" y="22254"/>
                      </a:cubicBezTo>
                      <a:cubicBezTo>
                        <a:pt x="27" y="22254"/>
                        <a:pt x="337" y="17910"/>
                        <a:pt x="3175" y="12812"/>
                      </a:cubicBezTo>
                      <a:cubicBezTo>
                        <a:pt x="4593" y="10196"/>
                        <a:pt x="6721" y="7669"/>
                        <a:pt x="9780" y="5320"/>
                      </a:cubicBezTo>
                      <a:cubicBezTo>
                        <a:pt x="12750" y="2970"/>
                        <a:pt x="16740" y="842"/>
                        <a:pt x="218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96" name="Forme libre : forme 26795">
                  <a:extLst>
                    <a:ext uri="{FF2B5EF4-FFF2-40B4-BE49-F238E27FC236}">
                      <a16:creationId xmlns:a16="http://schemas.microsoft.com/office/drawing/2014/main" id="{628C2EA3-5A4F-47A4-8EBE-0AD2FCAEF5A0}"/>
                    </a:ext>
                  </a:extLst>
                </p:cNvPr>
                <p:cNvSpPr/>
                <p:nvPr/>
              </p:nvSpPr>
              <p:spPr>
                <a:xfrm>
                  <a:off x="4421301" y="1287229"/>
                  <a:ext cx="12102" cy="7529"/>
                </a:xfrm>
                <a:custGeom>
                  <a:avLst/>
                  <a:gdLst>
                    <a:gd name="connsiteX0" fmla="*/ 11889 w 12102"/>
                    <a:gd name="connsiteY0" fmla="*/ 6038 h 7529"/>
                    <a:gd name="connsiteX1" fmla="*/ 4663 w 12102"/>
                    <a:gd name="connsiteY1" fmla="*/ 6880 h 7529"/>
                    <a:gd name="connsiteX2" fmla="*/ 141 w 12102"/>
                    <a:gd name="connsiteY2" fmla="*/ 1649 h 7529"/>
                    <a:gd name="connsiteX3" fmla="*/ 7544 w 12102"/>
                    <a:gd name="connsiteY3" fmla="*/ 673 h 7529"/>
                    <a:gd name="connsiteX4" fmla="*/ 11268 w 12102"/>
                    <a:gd name="connsiteY4" fmla="*/ 3156 h 7529"/>
                    <a:gd name="connsiteX5" fmla="*/ 11889 w 12102"/>
                    <a:gd name="connsiteY5" fmla="*/ 6038 h 7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102" h="7529">
                      <a:moveTo>
                        <a:pt x="11889" y="6038"/>
                      </a:moveTo>
                      <a:cubicBezTo>
                        <a:pt x="11046" y="7589"/>
                        <a:pt x="7855" y="8032"/>
                        <a:pt x="4663" y="6880"/>
                      </a:cubicBezTo>
                      <a:cubicBezTo>
                        <a:pt x="1471" y="5727"/>
                        <a:pt x="-568" y="3378"/>
                        <a:pt x="141" y="1649"/>
                      </a:cubicBezTo>
                      <a:cubicBezTo>
                        <a:pt x="895" y="-80"/>
                        <a:pt x="4219" y="-524"/>
                        <a:pt x="7544" y="673"/>
                      </a:cubicBezTo>
                      <a:cubicBezTo>
                        <a:pt x="9184" y="1294"/>
                        <a:pt x="10514" y="2092"/>
                        <a:pt x="11268" y="3156"/>
                      </a:cubicBezTo>
                      <a:cubicBezTo>
                        <a:pt x="12066" y="4131"/>
                        <a:pt x="12332" y="5195"/>
                        <a:pt x="11889" y="603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97" name="Forme libre : forme 26796">
                  <a:extLst>
                    <a:ext uri="{FF2B5EF4-FFF2-40B4-BE49-F238E27FC236}">
                      <a16:creationId xmlns:a16="http://schemas.microsoft.com/office/drawing/2014/main" id="{725D9CE9-5A82-4DAB-915F-C88B5422D18D}"/>
                    </a:ext>
                  </a:extLst>
                </p:cNvPr>
                <p:cNvSpPr/>
                <p:nvPr/>
              </p:nvSpPr>
              <p:spPr>
                <a:xfrm>
                  <a:off x="4431719" y="1290863"/>
                  <a:ext cx="3340" cy="2998"/>
                </a:xfrm>
                <a:custGeom>
                  <a:avLst/>
                  <a:gdLst>
                    <a:gd name="connsiteX0" fmla="*/ 3333 w 3340"/>
                    <a:gd name="connsiteY0" fmla="*/ 1738 h 2998"/>
                    <a:gd name="connsiteX1" fmla="*/ 1515 w 3340"/>
                    <a:gd name="connsiteY1" fmla="*/ 2980 h 2998"/>
                    <a:gd name="connsiteX2" fmla="*/ 8 w 3340"/>
                    <a:gd name="connsiteY2" fmla="*/ 1295 h 2998"/>
                    <a:gd name="connsiteX3" fmla="*/ 1825 w 3340"/>
                    <a:gd name="connsiteY3" fmla="*/ 10 h 2998"/>
                    <a:gd name="connsiteX4" fmla="*/ 3333 w 3340"/>
                    <a:gd name="connsiteY4" fmla="*/ 1738 h 2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40" h="2998">
                      <a:moveTo>
                        <a:pt x="3333" y="1738"/>
                      </a:moveTo>
                      <a:cubicBezTo>
                        <a:pt x="3244" y="2537"/>
                        <a:pt x="2446" y="3113"/>
                        <a:pt x="1515" y="2980"/>
                      </a:cubicBezTo>
                      <a:cubicBezTo>
                        <a:pt x="584" y="2847"/>
                        <a:pt x="-81" y="2093"/>
                        <a:pt x="8" y="1295"/>
                      </a:cubicBezTo>
                      <a:cubicBezTo>
                        <a:pt x="97" y="453"/>
                        <a:pt x="895" y="-79"/>
                        <a:pt x="1825" y="10"/>
                      </a:cubicBezTo>
                      <a:cubicBezTo>
                        <a:pt x="2712" y="143"/>
                        <a:pt x="3421" y="941"/>
                        <a:pt x="3333" y="17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98" name="Forme libre : forme 26797">
                  <a:extLst>
                    <a:ext uri="{FF2B5EF4-FFF2-40B4-BE49-F238E27FC236}">
                      <a16:creationId xmlns:a16="http://schemas.microsoft.com/office/drawing/2014/main" id="{104A320E-F9C5-4C5B-B301-0F766260496C}"/>
                    </a:ext>
                  </a:extLst>
                </p:cNvPr>
                <p:cNvSpPr/>
                <p:nvPr/>
              </p:nvSpPr>
              <p:spPr>
                <a:xfrm>
                  <a:off x="4421589" y="1271039"/>
                  <a:ext cx="28605" cy="28968"/>
                </a:xfrm>
                <a:custGeom>
                  <a:avLst/>
                  <a:gdLst>
                    <a:gd name="connsiteX0" fmla="*/ 27781 w 28605"/>
                    <a:gd name="connsiteY0" fmla="*/ 12208 h 28968"/>
                    <a:gd name="connsiteX1" fmla="*/ 27559 w 28605"/>
                    <a:gd name="connsiteY1" fmla="*/ 25552 h 28968"/>
                    <a:gd name="connsiteX2" fmla="*/ 24456 w 28605"/>
                    <a:gd name="connsiteY2" fmla="*/ 28966 h 28968"/>
                    <a:gd name="connsiteX3" fmla="*/ 21442 w 28605"/>
                    <a:gd name="connsiteY3" fmla="*/ 25774 h 28968"/>
                    <a:gd name="connsiteX4" fmla="*/ 15679 w 28605"/>
                    <a:gd name="connsiteY4" fmla="*/ 12829 h 28968"/>
                    <a:gd name="connsiteX5" fmla="*/ 11866 w 28605"/>
                    <a:gd name="connsiteY5" fmla="*/ 10612 h 28968"/>
                    <a:gd name="connsiteX6" fmla="*/ 6014 w 28605"/>
                    <a:gd name="connsiteY6" fmla="*/ 8041 h 28968"/>
                    <a:gd name="connsiteX7" fmla="*/ 429 w 28605"/>
                    <a:gd name="connsiteY7" fmla="*/ 2101 h 28968"/>
                    <a:gd name="connsiteX8" fmla="*/ 10581 w 28605"/>
                    <a:gd name="connsiteY8" fmla="*/ 195 h 28968"/>
                    <a:gd name="connsiteX9" fmla="*/ 20998 w 28605"/>
                    <a:gd name="connsiteY9" fmla="*/ 3608 h 28968"/>
                    <a:gd name="connsiteX10" fmla="*/ 27781 w 28605"/>
                    <a:gd name="connsiteY10" fmla="*/ 12208 h 28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605" h="28968">
                      <a:moveTo>
                        <a:pt x="27781" y="12208"/>
                      </a:moveTo>
                      <a:cubicBezTo>
                        <a:pt x="29155" y="16686"/>
                        <a:pt x="28623" y="21208"/>
                        <a:pt x="27559" y="25552"/>
                      </a:cubicBezTo>
                      <a:cubicBezTo>
                        <a:pt x="27160" y="27148"/>
                        <a:pt x="26229" y="29054"/>
                        <a:pt x="24456" y="28966"/>
                      </a:cubicBezTo>
                      <a:cubicBezTo>
                        <a:pt x="22860" y="28833"/>
                        <a:pt x="21929" y="27148"/>
                        <a:pt x="21442" y="25774"/>
                      </a:cubicBezTo>
                      <a:cubicBezTo>
                        <a:pt x="19979" y="21341"/>
                        <a:pt x="19491" y="16331"/>
                        <a:pt x="15679" y="12829"/>
                      </a:cubicBezTo>
                      <a:cubicBezTo>
                        <a:pt x="15058" y="12297"/>
                        <a:pt x="13639" y="11499"/>
                        <a:pt x="11866" y="10612"/>
                      </a:cubicBezTo>
                      <a:cubicBezTo>
                        <a:pt x="10093" y="9726"/>
                        <a:pt x="7965" y="8972"/>
                        <a:pt x="6014" y="8041"/>
                      </a:cubicBezTo>
                      <a:cubicBezTo>
                        <a:pt x="2113" y="6179"/>
                        <a:pt x="-1212" y="4096"/>
                        <a:pt x="429" y="2101"/>
                      </a:cubicBezTo>
                      <a:cubicBezTo>
                        <a:pt x="2113" y="62"/>
                        <a:pt x="6325" y="-293"/>
                        <a:pt x="10581" y="195"/>
                      </a:cubicBezTo>
                      <a:cubicBezTo>
                        <a:pt x="14836" y="727"/>
                        <a:pt x="19136" y="2456"/>
                        <a:pt x="20998" y="3608"/>
                      </a:cubicBezTo>
                      <a:cubicBezTo>
                        <a:pt x="24456" y="5647"/>
                        <a:pt x="26761" y="8751"/>
                        <a:pt x="27781" y="1220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32" name="Graphique 2">
                <a:extLst>
                  <a:ext uri="{FF2B5EF4-FFF2-40B4-BE49-F238E27FC236}">
                    <a16:creationId xmlns:a16="http://schemas.microsoft.com/office/drawing/2014/main" id="{F239FE41-5BA8-478E-AAA2-EA3D7380326C}"/>
                  </a:ext>
                </a:extLst>
              </p:cNvPr>
              <p:cNvGrpSpPr/>
              <p:nvPr/>
            </p:nvGrpSpPr>
            <p:grpSpPr>
              <a:xfrm>
                <a:off x="4451604" y="1278103"/>
                <a:ext cx="72823" cy="66655"/>
                <a:chOff x="4451604" y="1278103"/>
                <a:chExt cx="72823" cy="66655"/>
              </a:xfrm>
              <a:solidFill>
                <a:schemeClr val="accent1"/>
              </a:solidFill>
            </p:grpSpPr>
            <p:sp>
              <p:nvSpPr>
                <p:cNvPr id="26775" name="Forme libre : forme 26774">
                  <a:extLst>
                    <a:ext uri="{FF2B5EF4-FFF2-40B4-BE49-F238E27FC236}">
                      <a16:creationId xmlns:a16="http://schemas.microsoft.com/office/drawing/2014/main" id="{CAA453DB-CE61-41E9-BC70-5C1E6496D326}"/>
                    </a:ext>
                  </a:extLst>
                </p:cNvPr>
                <p:cNvSpPr/>
                <p:nvPr/>
              </p:nvSpPr>
              <p:spPr>
                <a:xfrm>
                  <a:off x="4451604" y="1278103"/>
                  <a:ext cx="72823" cy="66655"/>
                </a:xfrm>
                <a:custGeom>
                  <a:avLst/>
                  <a:gdLst>
                    <a:gd name="connsiteX0" fmla="*/ 30040 w 72823"/>
                    <a:gd name="connsiteY0" fmla="*/ 62908 h 66655"/>
                    <a:gd name="connsiteX1" fmla="*/ 21306 w 72823"/>
                    <a:gd name="connsiteY1" fmla="*/ 57367 h 66655"/>
                    <a:gd name="connsiteX2" fmla="*/ 12174 w 72823"/>
                    <a:gd name="connsiteY2" fmla="*/ 52757 h 66655"/>
                    <a:gd name="connsiteX3" fmla="*/ 6500 w 72823"/>
                    <a:gd name="connsiteY3" fmla="*/ 48678 h 66655"/>
                    <a:gd name="connsiteX4" fmla="*/ 2377 w 72823"/>
                    <a:gd name="connsiteY4" fmla="*/ 42871 h 66655"/>
                    <a:gd name="connsiteX5" fmla="*/ 205 w 72823"/>
                    <a:gd name="connsiteY5" fmla="*/ 35556 h 66655"/>
                    <a:gd name="connsiteX6" fmla="*/ 604 w 72823"/>
                    <a:gd name="connsiteY6" fmla="*/ 27710 h 66655"/>
                    <a:gd name="connsiteX7" fmla="*/ 4328 w 72823"/>
                    <a:gd name="connsiteY7" fmla="*/ 13036 h 66655"/>
                    <a:gd name="connsiteX8" fmla="*/ 8140 w 72823"/>
                    <a:gd name="connsiteY8" fmla="*/ 5987 h 66655"/>
                    <a:gd name="connsiteX9" fmla="*/ 15100 w 72823"/>
                    <a:gd name="connsiteY9" fmla="*/ 1466 h 66655"/>
                    <a:gd name="connsiteX10" fmla="*/ 24410 w 72823"/>
                    <a:gd name="connsiteY10" fmla="*/ 3 h 66655"/>
                    <a:gd name="connsiteX11" fmla="*/ 34606 w 72823"/>
                    <a:gd name="connsiteY11" fmla="*/ 2530 h 66655"/>
                    <a:gd name="connsiteX12" fmla="*/ 48703 w 72823"/>
                    <a:gd name="connsiteY12" fmla="*/ 9667 h 66655"/>
                    <a:gd name="connsiteX13" fmla="*/ 61958 w 72823"/>
                    <a:gd name="connsiteY13" fmla="*/ 18046 h 66655"/>
                    <a:gd name="connsiteX14" fmla="*/ 69095 w 72823"/>
                    <a:gd name="connsiteY14" fmla="*/ 25493 h 66655"/>
                    <a:gd name="connsiteX15" fmla="*/ 72509 w 72823"/>
                    <a:gd name="connsiteY15" fmla="*/ 34005 h 66655"/>
                    <a:gd name="connsiteX16" fmla="*/ 68253 w 72823"/>
                    <a:gd name="connsiteY16" fmla="*/ 49122 h 66655"/>
                    <a:gd name="connsiteX17" fmla="*/ 57791 w 72823"/>
                    <a:gd name="connsiteY17" fmla="*/ 60116 h 66655"/>
                    <a:gd name="connsiteX18" fmla="*/ 43827 w 72823"/>
                    <a:gd name="connsiteY18" fmla="*/ 66588 h 66655"/>
                    <a:gd name="connsiteX19" fmla="*/ 36512 w 72823"/>
                    <a:gd name="connsiteY19" fmla="*/ 66012 h 66655"/>
                    <a:gd name="connsiteX20" fmla="*/ 30040 w 72823"/>
                    <a:gd name="connsiteY20" fmla="*/ 62908 h 66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2823" h="66655">
                      <a:moveTo>
                        <a:pt x="30040" y="62908"/>
                      </a:moveTo>
                      <a:cubicBezTo>
                        <a:pt x="27114" y="61135"/>
                        <a:pt x="24321" y="58963"/>
                        <a:pt x="21306" y="57367"/>
                      </a:cubicBezTo>
                      <a:cubicBezTo>
                        <a:pt x="18248" y="55815"/>
                        <a:pt x="15366" y="53909"/>
                        <a:pt x="12174" y="52757"/>
                      </a:cubicBezTo>
                      <a:cubicBezTo>
                        <a:pt x="9958" y="51870"/>
                        <a:pt x="8140" y="50318"/>
                        <a:pt x="6500" y="48678"/>
                      </a:cubicBezTo>
                      <a:cubicBezTo>
                        <a:pt x="4815" y="47082"/>
                        <a:pt x="3441" y="45087"/>
                        <a:pt x="2377" y="42871"/>
                      </a:cubicBezTo>
                      <a:cubicBezTo>
                        <a:pt x="1313" y="40654"/>
                        <a:pt x="604" y="38039"/>
                        <a:pt x="205" y="35556"/>
                      </a:cubicBezTo>
                      <a:cubicBezTo>
                        <a:pt x="-150" y="33029"/>
                        <a:pt x="-61" y="30370"/>
                        <a:pt x="604" y="27710"/>
                      </a:cubicBezTo>
                      <a:lnTo>
                        <a:pt x="4328" y="13036"/>
                      </a:lnTo>
                      <a:cubicBezTo>
                        <a:pt x="4993" y="10376"/>
                        <a:pt x="6278" y="7982"/>
                        <a:pt x="8140" y="5987"/>
                      </a:cubicBezTo>
                      <a:cubicBezTo>
                        <a:pt x="10002" y="3904"/>
                        <a:pt x="12307" y="2530"/>
                        <a:pt x="15100" y="1466"/>
                      </a:cubicBezTo>
                      <a:cubicBezTo>
                        <a:pt x="17849" y="446"/>
                        <a:pt x="21041" y="-42"/>
                        <a:pt x="24410" y="3"/>
                      </a:cubicBezTo>
                      <a:cubicBezTo>
                        <a:pt x="27735" y="91"/>
                        <a:pt x="31192" y="1111"/>
                        <a:pt x="34606" y="2530"/>
                      </a:cubicBezTo>
                      <a:cubicBezTo>
                        <a:pt x="39527" y="4480"/>
                        <a:pt x="44048" y="7184"/>
                        <a:pt x="48703" y="9667"/>
                      </a:cubicBezTo>
                      <a:cubicBezTo>
                        <a:pt x="53313" y="12194"/>
                        <a:pt x="57525" y="15253"/>
                        <a:pt x="61958" y="18046"/>
                      </a:cubicBezTo>
                      <a:cubicBezTo>
                        <a:pt x="64840" y="20218"/>
                        <a:pt x="67233" y="22789"/>
                        <a:pt x="69095" y="25493"/>
                      </a:cubicBezTo>
                      <a:cubicBezTo>
                        <a:pt x="71002" y="28153"/>
                        <a:pt x="72021" y="31167"/>
                        <a:pt x="72509" y="34005"/>
                      </a:cubicBezTo>
                      <a:cubicBezTo>
                        <a:pt x="73528" y="39768"/>
                        <a:pt x="72065" y="45176"/>
                        <a:pt x="68253" y="49122"/>
                      </a:cubicBezTo>
                      <a:lnTo>
                        <a:pt x="57791" y="60116"/>
                      </a:lnTo>
                      <a:cubicBezTo>
                        <a:pt x="54023" y="64061"/>
                        <a:pt x="48836" y="66145"/>
                        <a:pt x="43827" y="66588"/>
                      </a:cubicBezTo>
                      <a:cubicBezTo>
                        <a:pt x="41300" y="66810"/>
                        <a:pt x="38906" y="66455"/>
                        <a:pt x="36512" y="66012"/>
                      </a:cubicBezTo>
                      <a:cubicBezTo>
                        <a:pt x="34207" y="65391"/>
                        <a:pt x="31990" y="64416"/>
                        <a:pt x="30040" y="6290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76" name="Forme libre : forme 26775">
                  <a:extLst>
                    <a:ext uri="{FF2B5EF4-FFF2-40B4-BE49-F238E27FC236}">
                      <a16:creationId xmlns:a16="http://schemas.microsoft.com/office/drawing/2014/main" id="{2023C8CD-B9A8-4063-A1CD-27E159C114C0}"/>
                    </a:ext>
                  </a:extLst>
                </p:cNvPr>
                <p:cNvSpPr/>
                <p:nvPr/>
              </p:nvSpPr>
              <p:spPr>
                <a:xfrm>
                  <a:off x="4451604" y="1299473"/>
                  <a:ext cx="58189" cy="45241"/>
                </a:xfrm>
                <a:custGeom>
                  <a:avLst/>
                  <a:gdLst>
                    <a:gd name="connsiteX0" fmla="*/ 23479 w 58189"/>
                    <a:gd name="connsiteY0" fmla="*/ 16580 h 45241"/>
                    <a:gd name="connsiteX1" fmla="*/ 16607 w 58189"/>
                    <a:gd name="connsiteY1" fmla="*/ 14452 h 45241"/>
                    <a:gd name="connsiteX2" fmla="*/ 10667 w 58189"/>
                    <a:gd name="connsiteY2" fmla="*/ 10861 h 45241"/>
                    <a:gd name="connsiteX3" fmla="*/ 2244 w 58189"/>
                    <a:gd name="connsiteY3" fmla="*/ 0 h 45241"/>
                    <a:gd name="connsiteX4" fmla="*/ 604 w 58189"/>
                    <a:gd name="connsiteY4" fmla="*/ 6339 h 45241"/>
                    <a:gd name="connsiteX5" fmla="*/ 205 w 58189"/>
                    <a:gd name="connsiteY5" fmla="*/ 14186 h 45241"/>
                    <a:gd name="connsiteX6" fmla="*/ 2377 w 58189"/>
                    <a:gd name="connsiteY6" fmla="*/ 21501 h 45241"/>
                    <a:gd name="connsiteX7" fmla="*/ 6500 w 58189"/>
                    <a:gd name="connsiteY7" fmla="*/ 27308 h 45241"/>
                    <a:gd name="connsiteX8" fmla="*/ 12174 w 58189"/>
                    <a:gd name="connsiteY8" fmla="*/ 31386 h 45241"/>
                    <a:gd name="connsiteX9" fmla="*/ 21306 w 58189"/>
                    <a:gd name="connsiteY9" fmla="*/ 35997 h 45241"/>
                    <a:gd name="connsiteX10" fmla="*/ 30040 w 58189"/>
                    <a:gd name="connsiteY10" fmla="*/ 41538 h 45241"/>
                    <a:gd name="connsiteX11" fmla="*/ 36556 w 58189"/>
                    <a:gd name="connsiteY11" fmla="*/ 44597 h 45241"/>
                    <a:gd name="connsiteX12" fmla="*/ 43871 w 58189"/>
                    <a:gd name="connsiteY12" fmla="*/ 45173 h 45241"/>
                    <a:gd name="connsiteX13" fmla="*/ 57835 w 58189"/>
                    <a:gd name="connsiteY13" fmla="*/ 38701 h 45241"/>
                    <a:gd name="connsiteX14" fmla="*/ 58190 w 58189"/>
                    <a:gd name="connsiteY14" fmla="*/ 38346 h 45241"/>
                    <a:gd name="connsiteX15" fmla="*/ 50122 w 58189"/>
                    <a:gd name="connsiteY15" fmla="*/ 31564 h 45241"/>
                    <a:gd name="connsiteX16" fmla="*/ 42009 w 58189"/>
                    <a:gd name="connsiteY16" fmla="*/ 25224 h 45241"/>
                    <a:gd name="connsiteX17" fmla="*/ 33232 w 58189"/>
                    <a:gd name="connsiteY17" fmla="*/ 19949 h 45241"/>
                    <a:gd name="connsiteX18" fmla="*/ 23479 w 58189"/>
                    <a:gd name="connsiteY18" fmla="*/ 16580 h 45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8189" h="45241">
                      <a:moveTo>
                        <a:pt x="23479" y="16580"/>
                      </a:moveTo>
                      <a:cubicBezTo>
                        <a:pt x="21041" y="16092"/>
                        <a:pt x="18735" y="15471"/>
                        <a:pt x="16607" y="14452"/>
                      </a:cubicBezTo>
                      <a:cubicBezTo>
                        <a:pt x="14480" y="13432"/>
                        <a:pt x="12573" y="12147"/>
                        <a:pt x="10667" y="10861"/>
                      </a:cubicBezTo>
                      <a:cubicBezTo>
                        <a:pt x="6988" y="8245"/>
                        <a:pt x="4150" y="4167"/>
                        <a:pt x="2244" y="0"/>
                      </a:cubicBezTo>
                      <a:lnTo>
                        <a:pt x="604" y="6339"/>
                      </a:lnTo>
                      <a:cubicBezTo>
                        <a:pt x="-61" y="8999"/>
                        <a:pt x="-150" y="11659"/>
                        <a:pt x="205" y="14186"/>
                      </a:cubicBezTo>
                      <a:cubicBezTo>
                        <a:pt x="604" y="16624"/>
                        <a:pt x="1269" y="19284"/>
                        <a:pt x="2377" y="21501"/>
                      </a:cubicBezTo>
                      <a:cubicBezTo>
                        <a:pt x="3441" y="23761"/>
                        <a:pt x="4815" y="25756"/>
                        <a:pt x="6500" y="27308"/>
                      </a:cubicBezTo>
                      <a:cubicBezTo>
                        <a:pt x="8140" y="28948"/>
                        <a:pt x="9958" y="30500"/>
                        <a:pt x="12174" y="31386"/>
                      </a:cubicBezTo>
                      <a:cubicBezTo>
                        <a:pt x="15366" y="32539"/>
                        <a:pt x="18248" y="34445"/>
                        <a:pt x="21306" y="35997"/>
                      </a:cubicBezTo>
                      <a:cubicBezTo>
                        <a:pt x="24321" y="37593"/>
                        <a:pt x="27114" y="39721"/>
                        <a:pt x="30040" y="41538"/>
                      </a:cubicBezTo>
                      <a:cubicBezTo>
                        <a:pt x="31990" y="43045"/>
                        <a:pt x="34162" y="44065"/>
                        <a:pt x="36556" y="44597"/>
                      </a:cubicBezTo>
                      <a:cubicBezTo>
                        <a:pt x="38950" y="45040"/>
                        <a:pt x="41344" y="45395"/>
                        <a:pt x="43871" y="45173"/>
                      </a:cubicBezTo>
                      <a:cubicBezTo>
                        <a:pt x="48836" y="44774"/>
                        <a:pt x="54023" y="42646"/>
                        <a:pt x="57835" y="38701"/>
                      </a:cubicBezTo>
                      <a:lnTo>
                        <a:pt x="58190" y="38346"/>
                      </a:lnTo>
                      <a:cubicBezTo>
                        <a:pt x="55353" y="36174"/>
                        <a:pt x="52693" y="33913"/>
                        <a:pt x="50122" y="31564"/>
                      </a:cubicBezTo>
                      <a:cubicBezTo>
                        <a:pt x="47417" y="29436"/>
                        <a:pt x="44713" y="27308"/>
                        <a:pt x="42009" y="25224"/>
                      </a:cubicBezTo>
                      <a:cubicBezTo>
                        <a:pt x="39172" y="23362"/>
                        <a:pt x="36246" y="21545"/>
                        <a:pt x="33232" y="19949"/>
                      </a:cubicBezTo>
                      <a:cubicBezTo>
                        <a:pt x="30084" y="18530"/>
                        <a:pt x="26804" y="17422"/>
                        <a:pt x="23479" y="16580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77" name="Forme libre : forme 26776">
                  <a:extLst>
                    <a:ext uri="{FF2B5EF4-FFF2-40B4-BE49-F238E27FC236}">
                      <a16:creationId xmlns:a16="http://schemas.microsoft.com/office/drawing/2014/main" id="{0EA1CFF8-A949-4746-89B6-1E5E77B100B0}"/>
                    </a:ext>
                  </a:extLst>
                </p:cNvPr>
                <p:cNvSpPr/>
                <p:nvPr/>
              </p:nvSpPr>
              <p:spPr>
                <a:xfrm>
                  <a:off x="4475368" y="1302951"/>
                  <a:ext cx="29051" cy="24374"/>
                </a:xfrm>
                <a:custGeom>
                  <a:avLst/>
                  <a:gdLst>
                    <a:gd name="connsiteX0" fmla="*/ 27510 w 29051"/>
                    <a:gd name="connsiteY0" fmla="*/ 21259 h 24374"/>
                    <a:gd name="connsiteX1" fmla="*/ 19442 w 29051"/>
                    <a:gd name="connsiteY1" fmla="*/ 24362 h 24374"/>
                    <a:gd name="connsiteX2" fmla="*/ 14299 w 29051"/>
                    <a:gd name="connsiteY2" fmla="*/ 23431 h 24374"/>
                    <a:gd name="connsiteX3" fmla="*/ 9068 w 29051"/>
                    <a:gd name="connsiteY3" fmla="*/ 20993 h 24374"/>
                    <a:gd name="connsiteX4" fmla="*/ 1488 w 29051"/>
                    <a:gd name="connsiteY4" fmla="*/ 13191 h 24374"/>
                    <a:gd name="connsiteX5" fmla="*/ 645 w 29051"/>
                    <a:gd name="connsiteY5" fmla="*/ 4591 h 24374"/>
                    <a:gd name="connsiteX6" fmla="*/ 8137 w 29051"/>
                    <a:gd name="connsiteY6" fmla="*/ 25 h 24374"/>
                    <a:gd name="connsiteX7" fmla="*/ 20062 w 29051"/>
                    <a:gd name="connsiteY7" fmla="*/ 3261 h 24374"/>
                    <a:gd name="connsiteX8" fmla="*/ 25160 w 29051"/>
                    <a:gd name="connsiteY8" fmla="*/ 7561 h 24374"/>
                    <a:gd name="connsiteX9" fmla="*/ 28219 w 29051"/>
                    <a:gd name="connsiteY9" fmla="*/ 12482 h 24374"/>
                    <a:gd name="connsiteX10" fmla="*/ 27510 w 29051"/>
                    <a:gd name="connsiteY10" fmla="*/ 21259 h 2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051" h="24374">
                      <a:moveTo>
                        <a:pt x="27510" y="21259"/>
                      </a:moveTo>
                      <a:cubicBezTo>
                        <a:pt x="25737" y="23520"/>
                        <a:pt x="22722" y="24495"/>
                        <a:pt x="19442" y="24362"/>
                      </a:cubicBezTo>
                      <a:cubicBezTo>
                        <a:pt x="17801" y="24274"/>
                        <a:pt x="16117" y="23919"/>
                        <a:pt x="14299" y="23431"/>
                      </a:cubicBezTo>
                      <a:cubicBezTo>
                        <a:pt x="12526" y="22899"/>
                        <a:pt x="10753" y="22101"/>
                        <a:pt x="9068" y="20993"/>
                      </a:cubicBezTo>
                      <a:cubicBezTo>
                        <a:pt x="5699" y="18732"/>
                        <a:pt x="2950" y="16250"/>
                        <a:pt x="1488" y="13191"/>
                      </a:cubicBezTo>
                      <a:cubicBezTo>
                        <a:pt x="25" y="10132"/>
                        <a:pt x="-552" y="7250"/>
                        <a:pt x="645" y="4591"/>
                      </a:cubicBezTo>
                      <a:cubicBezTo>
                        <a:pt x="1842" y="2019"/>
                        <a:pt x="4635" y="202"/>
                        <a:pt x="8137" y="25"/>
                      </a:cubicBezTo>
                      <a:cubicBezTo>
                        <a:pt x="11595" y="-153"/>
                        <a:pt x="16117" y="601"/>
                        <a:pt x="20062" y="3261"/>
                      </a:cubicBezTo>
                      <a:cubicBezTo>
                        <a:pt x="22057" y="4546"/>
                        <a:pt x="23786" y="6009"/>
                        <a:pt x="25160" y="7561"/>
                      </a:cubicBezTo>
                      <a:cubicBezTo>
                        <a:pt x="26579" y="9068"/>
                        <a:pt x="27598" y="10797"/>
                        <a:pt x="28219" y="12482"/>
                      </a:cubicBezTo>
                      <a:cubicBezTo>
                        <a:pt x="29505" y="15851"/>
                        <a:pt x="29327" y="18998"/>
                        <a:pt x="27510" y="21259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78" name="Forme libre : forme 26777">
                  <a:extLst>
                    <a:ext uri="{FF2B5EF4-FFF2-40B4-BE49-F238E27FC236}">
                      <a16:creationId xmlns:a16="http://schemas.microsoft.com/office/drawing/2014/main" id="{1CE40463-19F4-429A-992F-0E6B9B587C5E}"/>
                    </a:ext>
                  </a:extLst>
                </p:cNvPr>
                <p:cNvSpPr/>
                <p:nvPr/>
              </p:nvSpPr>
              <p:spPr>
                <a:xfrm>
                  <a:off x="4475368" y="1302912"/>
                  <a:ext cx="15185" cy="23647"/>
                </a:xfrm>
                <a:custGeom>
                  <a:avLst/>
                  <a:gdLst>
                    <a:gd name="connsiteX0" fmla="*/ 10930 w 15185"/>
                    <a:gd name="connsiteY0" fmla="*/ 108 h 23647"/>
                    <a:gd name="connsiteX1" fmla="*/ 645 w 15185"/>
                    <a:gd name="connsiteY1" fmla="*/ 4585 h 23647"/>
                    <a:gd name="connsiteX2" fmla="*/ 1488 w 15185"/>
                    <a:gd name="connsiteY2" fmla="*/ 13185 h 23647"/>
                    <a:gd name="connsiteX3" fmla="*/ 9068 w 15185"/>
                    <a:gd name="connsiteY3" fmla="*/ 20988 h 23647"/>
                    <a:gd name="connsiteX4" fmla="*/ 15186 w 15185"/>
                    <a:gd name="connsiteY4" fmla="*/ 23647 h 23647"/>
                    <a:gd name="connsiteX5" fmla="*/ 12526 w 15185"/>
                    <a:gd name="connsiteY5" fmla="*/ 21032 h 23647"/>
                    <a:gd name="connsiteX6" fmla="*/ 8979 w 15185"/>
                    <a:gd name="connsiteY6" fmla="*/ 10481 h 23647"/>
                    <a:gd name="connsiteX7" fmla="*/ 10930 w 15185"/>
                    <a:gd name="connsiteY7" fmla="*/ 108 h 23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185" h="23647">
                      <a:moveTo>
                        <a:pt x="10930" y="108"/>
                      </a:moveTo>
                      <a:cubicBezTo>
                        <a:pt x="6098" y="-469"/>
                        <a:pt x="2153" y="1305"/>
                        <a:pt x="645" y="4585"/>
                      </a:cubicBezTo>
                      <a:cubicBezTo>
                        <a:pt x="-552" y="7245"/>
                        <a:pt x="25" y="10126"/>
                        <a:pt x="1488" y="13185"/>
                      </a:cubicBezTo>
                      <a:cubicBezTo>
                        <a:pt x="2995" y="16244"/>
                        <a:pt x="5743" y="18727"/>
                        <a:pt x="9068" y="20988"/>
                      </a:cubicBezTo>
                      <a:cubicBezTo>
                        <a:pt x="11063" y="22273"/>
                        <a:pt x="13147" y="23160"/>
                        <a:pt x="15186" y="23647"/>
                      </a:cubicBezTo>
                      <a:cubicBezTo>
                        <a:pt x="14166" y="22938"/>
                        <a:pt x="13280" y="22096"/>
                        <a:pt x="12526" y="21032"/>
                      </a:cubicBezTo>
                      <a:cubicBezTo>
                        <a:pt x="10664" y="17884"/>
                        <a:pt x="9467" y="14072"/>
                        <a:pt x="8979" y="10481"/>
                      </a:cubicBezTo>
                      <a:cubicBezTo>
                        <a:pt x="8581" y="6802"/>
                        <a:pt x="9024" y="3078"/>
                        <a:pt x="10930" y="108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79" name="Forme libre : forme 26778">
                  <a:extLst>
                    <a:ext uri="{FF2B5EF4-FFF2-40B4-BE49-F238E27FC236}">
                      <a16:creationId xmlns:a16="http://schemas.microsoft.com/office/drawing/2014/main" id="{BCB4FD5D-180D-431C-9D08-DAE6F0081A0C}"/>
                    </a:ext>
                  </a:extLst>
                </p:cNvPr>
                <p:cNvSpPr/>
                <p:nvPr/>
              </p:nvSpPr>
              <p:spPr>
                <a:xfrm>
                  <a:off x="4475781" y="1305681"/>
                  <a:ext cx="28525" cy="24347"/>
                </a:xfrm>
                <a:custGeom>
                  <a:avLst/>
                  <a:gdLst>
                    <a:gd name="connsiteX0" fmla="*/ 26920 w 28525"/>
                    <a:gd name="connsiteY0" fmla="*/ 21277 h 24347"/>
                    <a:gd name="connsiteX1" fmla="*/ 18852 w 28525"/>
                    <a:gd name="connsiteY1" fmla="*/ 24336 h 24347"/>
                    <a:gd name="connsiteX2" fmla="*/ 13798 w 28525"/>
                    <a:gd name="connsiteY2" fmla="*/ 23317 h 24347"/>
                    <a:gd name="connsiteX3" fmla="*/ 8656 w 28525"/>
                    <a:gd name="connsiteY3" fmla="*/ 20923 h 24347"/>
                    <a:gd name="connsiteX4" fmla="*/ 4311 w 28525"/>
                    <a:gd name="connsiteY4" fmla="*/ 17287 h 24347"/>
                    <a:gd name="connsiteX5" fmla="*/ 1341 w 28525"/>
                    <a:gd name="connsiteY5" fmla="*/ 13120 h 24347"/>
                    <a:gd name="connsiteX6" fmla="*/ 720 w 28525"/>
                    <a:gd name="connsiteY6" fmla="*/ 4476 h 24347"/>
                    <a:gd name="connsiteX7" fmla="*/ 8168 w 28525"/>
                    <a:gd name="connsiteY7" fmla="*/ 43 h 24347"/>
                    <a:gd name="connsiteX8" fmla="*/ 13887 w 28525"/>
                    <a:gd name="connsiteY8" fmla="*/ 575 h 24347"/>
                    <a:gd name="connsiteX9" fmla="*/ 19871 w 28525"/>
                    <a:gd name="connsiteY9" fmla="*/ 3279 h 24347"/>
                    <a:gd name="connsiteX10" fmla="*/ 24881 w 28525"/>
                    <a:gd name="connsiteY10" fmla="*/ 7535 h 24347"/>
                    <a:gd name="connsiteX11" fmla="*/ 27762 w 28525"/>
                    <a:gd name="connsiteY11" fmla="*/ 12500 h 24347"/>
                    <a:gd name="connsiteX12" fmla="*/ 26920 w 28525"/>
                    <a:gd name="connsiteY12" fmla="*/ 21277 h 24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8525" h="24347">
                      <a:moveTo>
                        <a:pt x="26920" y="21277"/>
                      </a:moveTo>
                      <a:cubicBezTo>
                        <a:pt x="25102" y="23494"/>
                        <a:pt x="22088" y="24469"/>
                        <a:pt x="18852" y="24336"/>
                      </a:cubicBezTo>
                      <a:cubicBezTo>
                        <a:pt x="17211" y="24292"/>
                        <a:pt x="15527" y="23893"/>
                        <a:pt x="13798" y="23317"/>
                      </a:cubicBezTo>
                      <a:cubicBezTo>
                        <a:pt x="12025" y="22829"/>
                        <a:pt x="10296" y="22031"/>
                        <a:pt x="8656" y="20923"/>
                      </a:cubicBezTo>
                      <a:cubicBezTo>
                        <a:pt x="7015" y="19859"/>
                        <a:pt x="5597" y="18484"/>
                        <a:pt x="4311" y="17287"/>
                      </a:cubicBezTo>
                      <a:cubicBezTo>
                        <a:pt x="3070" y="16002"/>
                        <a:pt x="2050" y="14628"/>
                        <a:pt x="1341" y="13120"/>
                      </a:cubicBezTo>
                      <a:cubicBezTo>
                        <a:pt x="-122" y="10194"/>
                        <a:pt x="-477" y="7047"/>
                        <a:pt x="720" y="4476"/>
                      </a:cubicBezTo>
                      <a:cubicBezTo>
                        <a:pt x="1962" y="1816"/>
                        <a:pt x="4666" y="309"/>
                        <a:pt x="8168" y="43"/>
                      </a:cubicBezTo>
                      <a:cubicBezTo>
                        <a:pt x="9897" y="-90"/>
                        <a:pt x="11847" y="87"/>
                        <a:pt x="13887" y="575"/>
                      </a:cubicBezTo>
                      <a:cubicBezTo>
                        <a:pt x="15970" y="1018"/>
                        <a:pt x="17921" y="2038"/>
                        <a:pt x="19871" y="3279"/>
                      </a:cubicBezTo>
                      <a:cubicBezTo>
                        <a:pt x="21822" y="4564"/>
                        <a:pt x="23506" y="5983"/>
                        <a:pt x="24881" y="7535"/>
                      </a:cubicBezTo>
                      <a:cubicBezTo>
                        <a:pt x="26211" y="9086"/>
                        <a:pt x="27142" y="10860"/>
                        <a:pt x="27762" y="12500"/>
                      </a:cubicBezTo>
                      <a:cubicBezTo>
                        <a:pt x="29003" y="15958"/>
                        <a:pt x="28737" y="19061"/>
                        <a:pt x="26920" y="2127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80" name="Forme libre : forme 26779">
                  <a:extLst>
                    <a:ext uri="{FF2B5EF4-FFF2-40B4-BE49-F238E27FC236}">
                      <a16:creationId xmlns:a16="http://schemas.microsoft.com/office/drawing/2014/main" id="{F758B004-2B02-4F4D-B41E-9203BF696D89}"/>
                    </a:ext>
                  </a:extLst>
                </p:cNvPr>
                <p:cNvSpPr/>
                <p:nvPr/>
              </p:nvSpPr>
              <p:spPr>
                <a:xfrm>
                  <a:off x="4460891" y="1288745"/>
                  <a:ext cx="31034" cy="45403"/>
                </a:xfrm>
                <a:custGeom>
                  <a:avLst/>
                  <a:gdLst>
                    <a:gd name="connsiteX0" fmla="*/ 2177 w 31034"/>
                    <a:gd name="connsiteY0" fmla="*/ 15161 h 45403"/>
                    <a:gd name="connsiteX1" fmla="*/ 5 w 31034"/>
                    <a:gd name="connsiteY1" fmla="*/ 24604 h 45403"/>
                    <a:gd name="connsiteX2" fmla="*/ 8827 w 31034"/>
                    <a:gd name="connsiteY2" fmla="*/ 39499 h 45403"/>
                    <a:gd name="connsiteX3" fmla="*/ 14767 w 31034"/>
                    <a:gd name="connsiteY3" fmla="*/ 43400 h 45403"/>
                    <a:gd name="connsiteX4" fmla="*/ 21594 w 31034"/>
                    <a:gd name="connsiteY4" fmla="*/ 45395 h 45403"/>
                    <a:gd name="connsiteX5" fmla="*/ 30859 w 31034"/>
                    <a:gd name="connsiteY5" fmla="*/ 40386 h 45403"/>
                    <a:gd name="connsiteX6" fmla="*/ 29352 w 31034"/>
                    <a:gd name="connsiteY6" fmla="*/ 33426 h 45403"/>
                    <a:gd name="connsiteX7" fmla="*/ 26160 w 31034"/>
                    <a:gd name="connsiteY7" fmla="*/ 25136 h 45403"/>
                    <a:gd name="connsiteX8" fmla="*/ 23545 w 31034"/>
                    <a:gd name="connsiteY8" fmla="*/ 16668 h 45403"/>
                    <a:gd name="connsiteX9" fmla="*/ 20530 w 31034"/>
                    <a:gd name="connsiteY9" fmla="*/ 6694 h 45403"/>
                    <a:gd name="connsiteX10" fmla="*/ 12196 w 31034"/>
                    <a:gd name="connsiteY10" fmla="*/ 0 h 45403"/>
                    <a:gd name="connsiteX11" fmla="*/ 2177 w 31034"/>
                    <a:gd name="connsiteY11" fmla="*/ 15161 h 45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034" h="45403">
                      <a:moveTo>
                        <a:pt x="2177" y="15161"/>
                      </a:moveTo>
                      <a:cubicBezTo>
                        <a:pt x="1025" y="18220"/>
                        <a:pt x="-84" y="21368"/>
                        <a:pt x="5" y="24604"/>
                      </a:cubicBezTo>
                      <a:cubicBezTo>
                        <a:pt x="360" y="30633"/>
                        <a:pt x="4394" y="36085"/>
                        <a:pt x="8827" y="39499"/>
                      </a:cubicBezTo>
                      <a:cubicBezTo>
                        <a:pt x="10600" y="41095"/>
                        <a:pt x="12595" y="42469"/>
                        <a:pt x="14767" y="43400"/>
                      </a:cubicBezTo>
                      <a:cubicBezTo>
                        <a:pt x="16895" y="44375"/>
                        <a:pt x="19112" y="45262"/>
                        <a:pt x="21594" y="45395"/>
                      </a:cubicBezTo>
                      <a:cubicBezTo>
                        <a:pt x="25274" y="45528"/>
                        <a:pt x="29884" y="44154"/>
                        <a:pt x="30859" y="40386"/>
                      </a:cubicBezTo>
                      <a:cubicBezTo>
                        <a:pt x="31480" y="37992"/>
                        <a:pt x="30327" y="35687"/>
                        <a:pt x="29352" y="33426"/>
                      </a:cubicBezTo>
                      <a:cubicBezTo>
                        <a:pt x="28155" y="30810"/>
                        <a:pt x="27136" y="27929"/>
                        <a:pt x="26160" y="25136"/>
                      </a:cubicBezTo>
                      <a:cubicBezTo>
                        <a:pt x="25141" y="22431"/>
                        <a:pt x="24298" y="19594"/>
                        <a:pt x="23545" y="16668"/>
                      </a:cubicBezTo>
                      <a:cubicBezTo>
                        <a:pt x="22924" y="14230"/>
                        <a:pt x="22303" y="10019"/>
                        <a:pt x="20530" y="6694"/>
                      </a:cubicBezTo>
                      <a:cubicBezTo>
                        <a:pt x="18801" y="3281"/>
                        <a:pt x="16141" y="266"/>
                        <a:pt x="12196" y="0"/>
                      </a:cubicBezTo>
                      <a:cubicBezTo>
                        <a:pt x="5059" y="44"/>
                        <a:pt x="3862" y="10950"/>
                        <a:pt x="2177" y="1516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81" name="Forme libre : forme 26780">
                  <a:extLst>
                    <a:ext uri="{FF2B5EF4-FFF2-40B4-BE49-F238E27FC236}">
                      <a16:creationId xmlns:a16="http://schemas.microsoft.com/office/drawing/2014/main" id="{2F73D7A4-C2AA-4417-9FB8-6F50A5D72DED}"/>
                    </a:ext>
                  </a:extLst>
                </p:cNvPr>
                <p:cNvSpPr/>
                <p:nvPr/>
              </p:nvSpPr>
              <p:spPr>
                <a:xfrm>
                  <a:off x="4472483" y="1293257"/>
                  <a:ext cx="15680" cy="7613"/>
                </a:xfrm>
                <a:custGeom>
                  <a:avLst/>
                  <a:gdLst>
                    <a:gd name="connsiteX0" fmla="*/ 1757 w 15680"/>
                    <a:gd name="connsiteY0" fmla="*/ 2271 h 7613"/>
                    <a:gd name="connsiteX1" fmla="*/ 161 w 15680"/>
                    <a:gd name="connsiteY1" fmla="*/ 4000 h 7613"/>
                    <a:gd name="connsiteX2" fmla="*/ 604 w 15680"/>
                    <a:gd name="connsiteY2" fmla="*/ 6305 h 7613"/>
                    <a:gd name="connsiteX3" fmla="*/ 2865 w 15680"/>
                    <a:gd name="connsiteY3" fmla="*/ 7192 h 7613"/>
                    <a:gd name="connsiteX4" fmla="*/ 9205 w 15680"/>
                    <a:gd name="connsiteY4" fmla="*/ 7591 h 7613"/>
                    <a:gd name="connsiteX5" fmla="*/ 11731 w 15680"/>
                    <a:gd name="connsiteY5" fmla="*/ 7413 h 7613"/>
                    <a:gd name="connsiteX6" fmla="*/ 13061 w 15680"/>
                    <a:gd name="connsiteY6" fmla="*/ 498 h 7613"/>
                    <a:gd name="connsiteX7" fmla="*/ 1757 w 15680"/>
                    <a:gd name="connsiteY7" fmla="*/ 2271 h 7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680" h="7613">
                      <a:moveTo>
                        <a:pt x="1757" y="2271"/>
                      </a:moveTo>
                      <a:cubicBezTo>
                        <a:pt x="1092" y="2714"/>
                        <a:pt x="471" y="3290"/>
                        <a:pt x="161" y="4000"/>
                      </a:cubicBezTo>
                      <a:cubicBezTo>
                        <a:pt x="-149" y="4709"/>
                        <a:pt x="-16" y="5684"/>
                        <a:pt x="604" y="6305"/>
                      </a:cubicBezTo>
                      <a:cubicBezTo>
                        <a:pt x="1181" y="6881"/>
                        <a:pt x="2067" y="7059"/>
                        <a:pt x="2865" y="7192"/>
                      </a:cubicBezTo>
                      <a:cubicBezTo>
                        <a:pt x="4949" y="7502"/>
                        <a:pt x="7077" y="7635"/>
                        <a:pt x="9205" y="7591"/>
                      </a:cubicBezTo>
                      <a:cubicBezTo>
                        <a:pt x="10047" y="7635"/>
                        <a:pt x="10933" y="7635"/>
                        <a:pt x="11731" y="7413"/>
                      </a:cubicBezTo>
                      <a:cubicBezTo>
                        <a:pt x="15056" y="6527"/>
                        <a:pt x="17982" y="2404"/>
                        <a:pt x="13061" y="498"/>
                      </a:cubicBezTo>
                      <a:cubicBezTo>
                        <a:pt x="9160" y="-699"/>
                        <a:pt x="4461" y="409"/>
                        <a:pt x="1757" y="227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82" name="Forme libre : forme 26781">
                  <a:extLst>
                    <a:ext uri="{FF2B5EF4-FFF2-40B4-BE49-F238E27FC236}">
                      <a16:creationId xmlns:a16="http://schemas.microsoft.com/office/drawing/2014/main" id="{7F209D96-F423-4E2E-A22C-2CFB625633E1}"/>
                    </a:ext>
                  </a:extLst>
                </p:cNvPr>
                <p:cNvSpPr/>
                <p:nvPr/>
              </p:nvSpPr>
              <p:spPr>
                <a:xfrm>
                  <a:off x="4482619" y="1335159"/>
                  <a:ext cx="26775" cy="6886"/>
                </a:xfrm>
                <a:custGeom>
                  <a:avLst/>
                  <a:gdLst>
                    <a:gd name="connsiteX0" fmla="*/ 26776 w 26775"/>
                    <a:gd name="connsiteY0" fmla="*/ 0 h 6886"/>
                    <a:gd name="connsiteX1" fmla="*/ 19461 w 26775"/>
                    <a:gd name="connsiteY1" fmla="*/ 5009 h 6886"/>
                    <a:gd name="connsiteX2" fmla="*/ 11038 w 26775"/>
                    <a:gd name="connsiteY2" fmla="*/ 6871 h 6886"/>
                    <a:gd name="connsiteX3" fmla="*/ 0 w 26775"/>
                    <a:gd name="connsiteY3" fmla="*/ 5142 h 6886"/>
                    <a:gd name="connsiteX4" fmla="*/ 8201 w 26775"/>
                    <a:gd name="connsiteY4" fmla="*/ 5852 h 6886"/>
                    <a:gd name="connsiteX5" fmla="*/ 26776 w 26775"/>
                    <a:gd name="connsiteY5" fmla="*/ 0 h 6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775" h="6886">
                      <a:moveTo>
                        <a:pt x="26776" y="0"/>
                      </a:moveTo>
                      <a:cubicBezTo>
                        <a:pt x="26776" y="0"/>
                        <a:pt x="24160" y="3014"/>
                        <a:pt x="19461" y="5009"/>
                      </a:cubicBezTo>
                      <a:cubicBezTo>
                        <a:pt x="17112" y="6029"/>
                        <a:pt x="14275" y="6783"/>
                        <a:pt x="11038" y="6871"/>
                      </a:cubicBezTo>
                      <a:cubicBezTo>
                        <a:pt x="7802" y="6960"/>
                        <a:pt x="4034" y="6694"/>
                        <a:pt x="0" y="5142"/>
                      </a:cubicBezTo>
                      <a:cubicBezTo>
                        <a:pt x="0" y="5142"/>
                        <a:pt x="3192" y="6118"/>
                        <a:pt x="8201" y="5852"/>
                      </a:cubicBezTo>
                      <a:cubicBezTo>
                        <a:pt x="13211" y="5586"/>
                        <a:pt x="19860" y="4743"/>
                        <a:pt x="267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83" name="Forme libre : forme 26782">
                  <a:extLst>
                    <a:ext uri="{FF2B5EF4-FFF2-40B4-BE49-F238E27FC236}">
                      <a16:creationId xmlns:a16="http://schemas.microsoft.com/office/drawing/2014/main" id="{569D8E1F-1593-4742-AB95-09EF7F7EE66A}"/>
                    </a:ext>
                  </a:extLst>
                </p:cNvPr>
                <p:cNvSpPr/>
                <p:nvPr/>
              </p:nvSpPr>
              <p:spPr>
                <a:xfrm>
                  <a:off x="4456907" y="1280458"/>
                  <a:ext cx="30145" cy="12543"/>
                </a:xfrm>
                <a:custGeom>
                  <a:avLst/>
                  <a:gdLst>
                    <a:gd name="connsiteX0" fmla="*/ 30145 w 30145"/>
                    <a:gd name="connsiteY0" fmla="*/ 2214 h 12543"/>
                    <a:gd name="connsiteX1" fmla="*/ 26510 w 30145"/>
                    <a:gd name="connsiteY1" fmla="*/ 1061 h 12543"/>
                    <a:gd name="connsiteX2" fmla="*/ 17821 w 30145"/>
                    <a:gd name="connsiteY2" fmla="*/ 42 h 12543"/>
                    <a:gd name="connsiteX3" fmla="*/ 7669 w 30145"/>
                    <a:gd name="connsiteY3" fmla="*/ 3012 h 12543"/>
                    <a:gd name="connsiteX4" fmla="*/ 0 w 30145"/>
                    <a:gd name="connsiteY4" fmla="*/ 12543 h 12543"/>
                    <a:gd name="connsiteX5" fmla="*/ 6827 w 30145"/>
                    <a:gd name="connsiteY5" fmla="*/ 5317 h 12543"/>
                    <a:gd name="connsiteX6" fmla="*/ 16269 w 30145"/>
                    <a:gd name="connsiteY6" fmla="*/ 1327 h 12543"/>
                    <a:gd name="connsiteX7" fmla="*/ 30145 w 30145"/>
                    <a:gd name="connsiteY7" fmla="*/ 2214 h 12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145" h="12543">
                      <a:moveTo>
                        <a:pt x="30145" y="2214"/>
                      </a:moveTo>
                      <a:cubicBezTo>
                        <a:pt x="30145" y="2214"/>
                        <a:pt x="28726" y="1638"/>
                        <a:pt x="26510" y="1061"/>
                      </a:cubicBezTo>
                      <a:cubicBezTo>
                        <a:pt x="24249" y="529"/>
                        <a:pt x="21190" y="-180"/>
                        <a:pt x="17821" y="42"/>
                      </a:cubicBezTo>
                      <a:cubicBezTo>
                        <a:pt x="14408" y="263"/>
                        <a:pt x="10817" y="1106"/>
                        <a:pt x="7669" y="3012"/>
                      </a:cubicBezTo>
                      <a:cubicBezTo>
                        <a:pt x="4522" y="4874"/>
                        <a:pt x="1818" y="7933"/>
                        <a:pt x="0" y="12543"/>
                      </a:cubicBezTo>
                      <a:cubicBezTo>
                        <a:pt x="0" y="12543"/>
                        <a:pt x="2084" y="8598"/>
                        <a:pt x="6827" y="5317"/>
                      </a:cubicBezTo>
                      <a:cubicBezTo>
                        <a:pt x="9221" y="3677"/>
                        <a:pt x="12368" y="2125"/>
                        <a:pt x="16269" y="1327"/>
                      </a:cubicBezTo>
                      <a:cubicBezTo>
                        <a:pt x="20215" y="396"/>
                        <a:pt x="24781" y="840"/>
                        <a:pt x="30145" y="22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84" name="Forme libre : forme 26783">
                  <a:extLst>
                    <a:ext uri="{FF2B5EF4-FFF2-40B4-BE49-F238E27FC236}">
                      <a16:creationId xmlns:a16="http://schemas.microsoft.com/office/drawing/2014/main" id="{C1F867AC-598F-4454-B354-702752DE82BD}"/>
                    </a:ext>
                  </a:extLst>
                </p:cNvPr>
                <p:cNvSpPr/>
                <p:nvPr/>
              </p:nvSpPr>
              <p:spPr>
                <a:xfrm>
                  <a:off x="4490271" y="1307701"/>
                  <a:ext cx="9769" cy="10423"/>
                </a:xfrm>
                <a:custGeom>
                  <a:avLst/>
                  <a:gdLst>
                    <a:gd name="connsiteX0" fmla="*/ 8839 w 9769"/>
                    <a:gd name="connsiteY0" fmla="*/ 10081 h 10423"/>
                    <a:gd name="connsiteX1" fmla="*/ 2145 w 9769"/>
                    <a:gd name="connsiteY1" fmla="*/ 7243 h 10423"/>
                    <a:gd name="connsiteX2" fmla="*/ 815 w 9769"/>
                    <a:gd name="connsiteY2" fmla="*/ 416 h 10423"/>
                    <a:gd name="connsiteX3" fmla="*/ 7730 w 9769"/>
                    <a:gd name="connsiteY3" fmla="*/ 3298 h 10423"/>
                    <a:gd name="connsiteX4" fmla="*/ 8839 w 9769"/>
                    <a:gd name="connsiteY4" fmla="*/ 10081 h 10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69" h="10423">
                      <a:moveTo>
                        <a:pt x="8839" y="10081"/>
                      </a:moveTo>
                      <a:cubicBezTo>
                        <a:pt x="7287" y="11056"/>
                        <a:pt x="4272" y="9903"/>
                        <a:pt x="2145" y="7243"/>
                      </a:cubicBezTo>
                      <a:cubicBezTo>
                        <a:pt x="-28" y="4628"/>
                        <a:pt x="-693" y="1525"/>
                        <a:pt x="815" y="416"/>
                      </a:cubicBezTo>
                      <a:cubicBezTo>
                        <a:pt x="2278" y="-736"/>
                        <a:pt x="5425" y="594"/>
                        <a:pt x="7730" y="3298"/>
                      </a:cubicBezTo>
                      <a:cubicBezTo>
                        <a:pt x="9991" y="5958"/>
                        <a:pt x="10390" y="9017"/>
                        <a:pt x="8839" y="1008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85" name="Forme libre : forme 26784">
                  <a:extLst>
                    <a:ext uri="{FF2B5EF4-FFF2-40B4-BE49-F238E27FC236}">
                      <a16:creationId xmlns:a16="http://schemas.microsoft.com/office/drawing/2014/main" id="{AD2CEEF1-8314-458B-B1B3-5044056F9FCF}"/>
                    </a:ext>
                  </a:extLst>
                </p:cNvPr>
                <p:cNvSpPr/>
                <p:nvPr/>
              </p:nvSpPr>
              <p:spPr>
                <a:xfrm>
                  <a:off x="4498019" y="1315528"/>
                  <a:ext cx="3225" cy="3167"/>
                </a:xfrm>
                <a:custGeom>
                  <a:avLst/>
                  <a:gdLst>
                    <a:gd name="connsiteX0" fmla="*/ 2953 w 3225"/>
                    <a:gd name="connsiteY0" fmla="*/ 2608 h 3167"/>
                    <a:gd name="connsiteX1" fmla="*/ 736 w 3225"/>
                    <a:gd name="connsiteY1" fmla="*/ 2785 h 3167"/>
                    <a:gd name="connsiteX2" fmla="*/ 248 w 3225"/>
                    <a:gd name="connsiteY2" fmla="*/ 613 h 3167"/>
                    <a:gd name="connsiteX3" fmla="*/ 2509 w 3225"/>
                    <a:gd name="connsiteY3" fmla="*/ 347 h 3167"/>
                    <a:gd name="connsiteX4" fmla="*/ 2953 w 3225"/>
                    <a:gd name="connsiteY4" fmla="*/ 2608 h 3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25" h="3167">
                      <a:moveTo>
                        <a:pt x="2953" y="2608"/>
                      </a:moveTo>
                      <a:cubicBezTo>
                        <a:pt x="2465" y="3273"/>
                        <a:pt x="1490" y="3362"/>
                        <a:pt x="736" y="2785"/>
                      </a:cubicBezTo>
                      <a:cubicBezTo>
                        <a:pt x="27" y="2209"/>
                        <a:pt x="-239" y="1322"/>
                        <a:pt x="248" y="613"/>
                      </a:cubicBezTo>
                      <a:cubicBezTo>
                        <a:pt x="692" y="-52"/>
                        <a:pt x="1756" y="-229"/>
                        <a:pt x="2509" y="347"/>
                      </a:cubicBezTo>
                      <a:cubicBezTo>
                        <a:pt x="3263" y="923"/>
                        <a:pt x="3440" y="1943"/>
                        <a:pt x="2953" y="26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86" name="Forme libre : forme 26785">
                  <a:extLst>
                    <a:ext uri="{FF2B5EF4-FFF2-40B4-BE49-F238E27FC236}">
                      <a16:creationId xmlns:a16="http://schemas.microsoft.com/office/drawing/2014/main" id="{A4947369-5D0E-4B4F-BAF5-D2F1B52C6E38}"/>
                    </a:ext>
                  </a:extLst>
                </p:cNvPr>
                <p:cNvSpPr/>
                <p:nvPr/>
              </p:nvSpPr>
              <p:spPr>
                <a:xfrm>
                  <a:off x="4498075" y="1294224"/>
                  <a:ext cx="20384" cy="36169"/>
                </a:xfrm>
                <a:custGeom>
                  <a:avLst/>
                  <a:gdLst>
                    <a:gd name="connsiteX0" fmla="*/ 19964 w 20384"/>
                    <a:gd name="connsiteY0" fmla="*/ 22937 h 36169"/>
                    <a:gd name="connsiteX1" fmla="*/ 13182 w 20384"/>
                    <a:gd name="connsiteY1" fmla="*/ 34374 h 36169"/>
                    <a:gd name="connsiteX2" fmla="*/ 8793 w 20384"/>
                    <a:gd name="connsiteY2" fmla="*/ 35837 h 36169"/>
                    <a:gd name="connsiteX3" fmla="*/ 7817 w 20384"/>
                    <a:gd name="connsiteY3" fmla="*/ 31493 h 36169"/>
                    <a:gd name="connsiteX4" fmla="*/ 9280 w 20384"/>
                    <a:gd name="connsiteY4" fmla="*/ 17396 h 36169"/>
                    <a:gd name="connsiteX5" fmla="*/ 7064 w 20384"/>
                    <a:gd name="connsiteY5" fmla="*/ 13583 h 36169"/>
                    <a:gd name="connsiteX6" fmla="*/ 3163 w 20384"/>
                    <a:gd name="connsiteY6" fmla="*/ 8352 h 36169"/>
                    <a:gd name="connsiteX7" fmla="*/ 1168 w 20384"/>
                    <a:gd name="connsiteY7" fmla="*/ 239 h 36169"/>
                    <a:gd name="connsiteX8" fmla="*/ 11142 w 20384"/>
                    <a:gd name="connsiteY8" fmla="*/ 3830 h 36169"/>
                    <a:gd name="connsiteX9" fmla="*/ 18546 w 20384"/>
                    <a:gd name="connsiteY9" fmla="*/ 11987 h 36169"/>
                    <a:gd name="connsiteX10" fmla="*/ 19964 w 20384"/>
                    <a:gd name="connsiteY10" fmla="*/ 22937 h 36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384" h="36169">
                      <a:moveTo>
                        <a:pt x="19964" y="22937"/>
                      </a:moveTo>
                      <a:cubicBezTo>
                        <a:pt x="18945" y="27459"/>
                        <a:pt x="16196" y="31138"/>
                        <a:pt x="13182" y="34374"/>
                      </a:cubicBezTo>
                      <a:cubicBezTo>
                        <a:pt x="12073" y="35571"/>
                        <a:pt x="10256" y="36768"/>
                        <a:pt x="8793" y="35837"/>
                      </a:cubicBezTo>
                      <a:cubicBezTo>
                        <a:pt x="7419" y="34951"/>
                        <a:pt x="7507" y="33000"/>
                        <a:pt x="7817" y="31493"/>
                      </a:cubicBezTo>
                      <a:cubicBezTo>
                        <a:pt x="8748" y="26927"/>
                        <a:pt x="10876" y="22361"/>
                        <a:pt x="9280" y="17396"/>
                      </a:cubicBezTo>
                      <a:cubicBezTo>
                        <a:pt x="9014" y="16642"/>
                        <a:pt x="8172" y="15223"/>
                        <a:pt x="7064" y="13583"/>
                      </a:cubicBezTo>
                      <a:cubicBezTo>
                        <a:pt x="5867" y="12032"/>
                        <a:pt x="4448" y="10170"/>
                        <a:pt x="3163" y="8352"/>
                      </a:cubicBezTo>
                      <a:cubicBezTo>
                        <a:pt x="636" y="4717"/>
                        <a:pt x="-1359" y="1215"/>
                        <a:pt x="1168" y="239"/>
                      </a:cubicBezTo>
                      <a:cubicBezTo>
                        <a:pt x="3650" y="-691"/>
                        <a:pt x="7596" y="1215"/>
                        <a:pt x="11142" y="3830"/>
                      </a:cubicBezTo>
                      <a:cubicBezTo>
                        <a:pt x="14733" y="6402"/>
                        <a:pt x="17482" y="10081"/>
                        <a:pt x="18546" y="11987"/>
                      </a:cubicBezTo>
                      <a:cubicBezTo>
                        <a:pt x="20496" y="15578"/>
                        <a:pt x="20762" y="19523"/>
                        <a:pt x="19964" y="2293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33" name="Graphique 2">
                <a:extLst>
                  <a:ext uri="{FF2B5EF4-FFF2-40B4-BE49-F238E27FC236}">
                    <a16:creationId xmlns:a16="http://schemas.microsoft.com/office/drawing/2014/main" id="{F9F8B239-B152-4F3A-81E4-6CFE6540AFC8}"/>
                  </a:ext>
                </a:extLst>
              </p:cNvPr>
              <p:cNvGrpSpPr/>
              <p:nvPr/>
            </p:nvGrpSpPr>
            <p:grpSpPr>
              <a:xfrm>
                <a:off x="4503717" y="1321943"/>
                <a:ext cx="68981" cy="73122"/>
                <a:chOff x="4503717" y="1321943"/>
                <a:chExt cx="68981" cy="73122"/>
              </a:xfrm>
              <a:solidFill>
                <a:schemeClr val="accent1"/>
              </a:solidFill>
            </p:grpSpPr>
            <p:sp>
              <p:nvSpPr>
                <p:cNvPr id="26763" name="Forme libre : forme 26762">
                  <a:extLst>
                    <a:ext uri="{FF2B5EF4-FFF2-40B4-BE49-F238E27FC236}">
                      <a16:creationId xmlns:a16="http://schemas.microsoft.com/office/drawing/2014/main" id="{C6297EC9-AEB1-4F94-ADFD-0E83EA80FF07}"/>
                    </a:ext>
                  </a:extLst>
                </p:cNvPr>
                <p:cNvSpPr/>
                <p:nvPr/>
              </p:nvSpPr>
              <p:spPr>
                <a:xfrm>
                  <a:off x="4503717" y="1321943"/>
                  <a:ext cx="68981" cy="73078"/>
                </a:xfrm>
                <a:custGeom>
                  <a:avLst/>
                  <a:gdLst>
                    <a:gd name="connsiteX0" fmla="*/ 19420 w 68981"/>
                    <a:gd name="connsiteY0" fmla="*/ 63532 h 73078"/>
                    <a:gd name="connsiteX1" fmla="*/ 12283 w 68981"/>
                    <a:gd name="connsiteY1" fmla="*/ 53824 h 73078"/>
                    <a:gd name="connsiteX2" fmla="*/ 4968 w 68981"/>
                    <a:gd name="connsiteY2" fmla="*/ 44647 h 73078"/>
                    <a:gd name="connsiteX3" fmla="*/ 1156 w 68981"/>
                    <a:gd name="connsiteY3" fmla="*/ 37953 h 73078"/>
                    <a:gd name="connsiteX4" fmla="*/ 3 w 68981"/>
                    <a:gd name="connsiteY4" fmla="*/ 30506 h 73078"/>
                    <a:gd name="connsiteX5" fmla="*/ 5677 w 68981"/>
                    <a:gd name="connsiteY5" fmla="*/ 16187 h 73078"/>
                    <a:gd name="connsiteX6" fmla="*/ 16140 w 68981"/>
                    <a:gd name="connsiteY6" fmla="*/ 5193 h 73078"/>
                    <a:gd name="connsiteX7" fmla="*/ 30990 w 68981"/>
                    <a:gd name="connsiteY7" fmla="*/ 139 h 73078"/>
                    <a:gd name="connsiteX8" fmla="*/ 39546 w 68981"/>
                    <a:gd name="connsiteY8" fmla="*/ 2932 h 73078"/>
                    <a:gd name="connsiteX9" fmla="*/ 47127 w 68981"/>
                    <a:gd name="connsiteY9" fmla="*/ 9094 h 73078"/>
                    <a:gd name="connsiteX10" fmla="*/ 56082 w 68981"/>
                    <a:gd name="connsiteY10" fmla="*/ 20265 h 73078"/>
                    <a:gd name="connsiteX11" fmla="*/ 64372 w 68981"/>
                    <a:gd name="connsiteY11" fmla="*/ 31525 h 73078"/>
                    <a:gd name="connsiteX12" fmla="*/ 60692 w 68981"/>
                    <a:gd name="connsiteY12" fmla="*/ 61626 h 73078"/>
                    <a:gd name="connsiteX13" fmla="*/ 48013 w 68981"/>
                    <a:gd name="connsiteY13" fmla="*/ 70004 h 73078"/>
                    <a:gd name="connsiteX14" fmla="*/ 19420 w 68981"/>
                    <a:gd name="connsiteY14" fmla="*/ 63532 h 73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8981" h="73078">
                      <a:moveTo>
                        <a:pt x="19420" y="63532"/>
                      </a:moveTo>
                      <a:cubicBezTo>
                        <a:pt x="17070" y="60163"/>
                        <a:pt x="14677" y="57015"/>
                        <a:pt x="12283" y="53824"/>
                      </a:cubicBezTo>
                      <a:cubicBezTo>
                        <a:pt x="9889" y="50587"/>
                        <a:pt x="7406" y="47750"/>
                        <a:pt x="4968" y="44647"/>
                      </a:cubicBezTo>
                      <a:cubicBezTo>
                        <a:pt x="3195" y="42608"/>
                        <a:pt x="1954" y="40391"/>
                        <a:pt x="1156" y="37953"/>
                      </a:cubicBezTo>
                      <a:cubicBezTo>
                        <a:pt x="402" y="35471"/>
                        <a:pt x="-41" y="33032"/>
                        <a:pt x="3" y="30506"/>
                      </a:cubicBezTo>
                      <a:cubicBezTo>
                        <a:pt x="92" y="25452"/>
                        <a:pt x="1909" y="20176"/>
                        <a:pt x="5677" y="16187"/>
                      </a:cubicBezTo>
                      <a:lnTo>
                        <a:pt x="16140" y="5193"/>
                      </a:lnTo>
                      <a:cubicBezTo>
                        <a:pt x="19908" y="1203"/>
                        <a:pt x="25227" y="-526"/>
                        <a:pt x="30990" y="139"/>
                      </a:cubicBezTo>
                      <a:cubicBezTo>
                        <a:pt x="33872" y="449"/>
                        <a:pt x="36886" y="1380"/>
                        <a:pt x="39546" y="2932"/>
                      </a:cubicBezTo>
                      <a:cubicBezTo>
                        <a:pt x="42250" y="4439"/>
                        <a:pt x="44910" y="6523"/>
                        <a:pt x="47127" y="9094"/>
                      </a:cubicBezTo>
                      <a:cubicBezTo>
                        <a:pt x="50097" y="12818"/>
                        <a:pt x="53289" y="16497"/>
                        <a:pt x="56082" y="20265"/>
                      </a:cubicBezTo>
                      <a:cubicBezTo>
                        <a:pt x="58919" y="24033"/>
                        <a:pt x="61800" y="27757"/>
                        <a:pt x="64372" y="31525"/>
                      </a:cubicBezTo>
                      <a:cubicBezTo>
                        <a:pt x="71908" y="42165"/>
                        <a:pt x="69869" y="55597"/>
                        <a:pt x="60692" y="61626"/>
                      </a:cubicBezTo>
                      <a:lnTo>
                        <a:pt x="48013" y="70004"/>
                      </a:lnTo>
                      <a:cubicBezTo>
                        <a:pt x="38837" y="76078"/>
                        <a:pt x="25981" y="72753"/>
                        <a:pt x="19420" y="6353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64" name="Forme libre : forme 26763">
                  <a:extLst>
                    <a:ext uri="{FF2B5EF4-FFF2-40B4-BE49-F238E27FC236}">
                      <a16:creationId xmlns:a16="http://schemas.microsoft.com/office/drawing/2014/main" id="{6A35E82D-5E34-46D9-A9FA-AE1D87EFF621}"/>
                    </a:ext>
                  </a:extLst>
                </p:cNvPr>
                <p:cNvSpPr/>
                <p:nvPr/>
              </p:nvSpPr>
              <p:spPr>
                <a:xfrm>
                  <a:off x="4503717" y="1333431"/>
                  <a:ext cx="48457" cy="61635"/>
                </a:xfrm>
                <a:custGeom>
                  <a:avLst/>
                  <a:gdLst>
                    <a:gd name="connsiteX0" fmla="*/ 21637 w 48457"/>
                    <a:gd name="connsiteY0" fmla="*/ 24958 h 61635"/>
                    <a:gd name="connsiteX1" fmla="*/ 12460 w 48457"/>
                    <a:gd name="connsiteY1" fmla="*/ 13698 h 61635"/>
                    <a:gd name="connsiteX2" fmla="*/ 10199 w 48457"/>
                    <a:gd name="connsiteY2" fmla="*/ 0 h 61635"/>
                    <a:gd name="connsiteX3" fmla="*/ 5678 w 48457"/>
                    <a:gd name="connsiteY3" fmla="*/ 4743 h 61635"/>
                    <a:gd name="connsiteX4" fmla="*/ 3 w 48457"/>
                    <a:gd name="connsiteY4" fmla="*/ 19062 h 61635"/>
                    <a:gd name="connsiteX5" fmla="*/ 1156 w 48457"/>
                    <a:gd name="connsiteY5" fmla="*/ 26510 h 61635"/>
                    <a:gd name="connsiteX6" fmla="*/ 4968 w 48457"/>
                    <a:gd name="connsiteY6" fmla="*/ 33204 h 61635"/>
                    <a:gd name="connsiteX7" fmla="*/ 12283 w 48457"/>
                    <a:gd name="connsiteY7" fmla="*/ 42380 h 61635"/>
                    <a:gd name="connsiteX8" fmla="*/ 19420 w 48457"/>
                    <a:gd name="connsiteY8" fmla="*/ 52089 h 61635"/>
                    <a:gd name="connsiteX9" fmla="*/ 48058 w 48457"/>
                    <a:gd name="connsiteY9" fmla="*/ 58561 h 61635"/>
                    <a:gd name="connsiteX10" fmla="*/ 48457 w 48457"/>
                    <a:gd name="connsiteY10" fmla="*/ 58295 h 61635"/>
                    <a:gd name="connsiteX11" fmla="*/ 36044 w 48457"/>
                    <a:gd name="connsiteY11" fmla="*/ 40563 h 61635"/>
                    <a:gd name="connsiteX12" fmla="*/ 29483 w 48457"/>
                    <a:gd name="connsiteY12" fmla="*/ 32229 h 61635"/>
                    <a:gd name="connsiteX13" fmla="*/ 21637 w 48457"/>
                    <a:gd name="connsiteY13" fmla="*/ 24958 h 61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8457" h="61635">
                      <a:moveTo>
                        <a:pt x="21637" y="24958"/>
                      </a:moveTo>
                      <a:cubicBezTo>
                        <a:pt x="17603" y="21767"/>
                        <a:pt x="14367" y="18043"/>
                        <a:pt x="12460" y="13698"/>
                      </a:cubicBezTo>
                      <a:cubicBezTo>
                        <a:pt x="10465" y="9487"/>
                        <a:pt x="9534" y="4832"/>
                        <a:pt x="10199" y="0"/>
                      </a:cubicBezTo>
                      <a:lnTo>
                        <a:pt x="5678" y="4743"/>
                      </a:lnTo>
                      <a:cubicBezTo>
                        <a:pt x="1910" y="8733"/>
                        <a:pt x="92" y="14009"/>
                        <a:pt x="3" y="19062"/>
                      </a:cubicBezTo>
                      <a:cubicBezTo>
                        <a:pt x="-41" y="21589"/>
                        <a:pt x="358" y="24027"/>
                        <a:pt x="1156" y="26510"/>
                      </a:cubicBezTo>
                      <a:cubicBezTo>
                        <a:pt x="1954" y="28948"/>
                        <a:pt x="3239" y="31165"/>
                        <a:pt x="4968" y="33204"/>
                      </a:cubicBezTo>
                      <a:cubicBezTo>
                        <a:pt x="7407" y="36263"/>
                        <a:pt x="9889" y="39144"/>
                        <a:pt x="12283" y="42380"/>
                      </a:cubicBezTo>
                      <a:cubicBezTo>
                        <a:pt x="14677" y="45572"/>
                        <a:pt x="17071" y="48720"/>
                        <a:pt x="19420" y="52089"/>
                      </a:cubicBezTo>
                      <a:cubicBezTo>
                        <a:pt x="25981" y="61310"/>
                        <a:pt x="38837" y="64634"/>
                        <a:pt x="48058" y="58561"/>
                      </a:cubicBezTo>
                      <a:lnTo>
                        <a:pt x="48457" y="58295"/>
                      </a:lnTo>
                      <a:cubicBezTo>
                        <a:pt x="43935" y="52443"/>
                        <a:pt x="40211" y="46326"/>
                        <a:pt x="36044" y="40563"/>
                      </a:cubicBezTo>
                      <a:cubicBezTo>
                        <a:pt x="34005" y="37637"/>
                        <a:pt x="31833" y="34844"/>
                        <a:pt x="29483" y="32229"/>
                      </a:cubicBezTo>
                      <a:cubicBezTo>
                        <a:pt x="27134" y="29524"/>
                        <a:pt x="24563" y="27086"/>
                        <a:pt x="21637" y="24958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65" name="Forme libre : forme 26764">
                  <a:extLst>
                    <a:ext uri="{FF2B5EF4-FFF2-40B4-BE49-F238E27FC236}">
                      <a16:creationId xmlns:a16="http://schemas.microsoft.com/office/drawing/2014/main" id="{0E87C2C8-DA4A-4B5E-ADB4-E08765E9F054}"/>
                    </a:ext>
                  </a:extLst>
                </p:cNvPr>
                <p:cNvSpPr/>
                <p:nvPr/>
              </p:nvSpPr>
              <p:spPr>
                <a:xfrm>
                  <a:off x="4526967" y="1349225"/>
                  <a:ext cx="25357" cy="28536"/>
                </a:xfrm>
                <a:custGeom>
                  <a:avLst/>
                  <a:gdLst>
                    <a:gd name="connsiteX0" fmla="*/ 22015 w 25357"/>
                    <a:gd name="connsiteY0" fmla="*/ 27251 h 28536"/>
                    <a:gd name="connsiteX1" fmla="*/ 13282 w 25357"/>
                    <a:gd name="connsiteY1" fmla="*/ 27650 h 28536"/>
                    <a:gd name="connsiteX2" fmla="*/ 4327 w 25357"/>
                    <a:gd name="connsiteY2" fmla="*/ 20469 h 28536"/>
                    <a:gd name="connsiteX3" fmla="*/ 2864 w 25357"/>
                    <a:gd name="connsiteY3" fmla="*/ 1672 h 28536"/>
                    <a:gd name="connsiteX4" fmla="*/ 21084 w 25357"/>
                    <a:gd name="connsiteY4" fmla="*/ 8012 h 28536"/>
                    <a:gd name="connsiteX5" fmla="*/ 25340 w 25357"/>
                    <a:gd name="connsiteY5" fmla="*/ 19139 h 28536"/>
                    <a:gd name="connsiteX6" fmla="*/ 22015 w 25357"/>
                    <a:gd name="connsiteY6" fmla="*/ 27251 h 28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357" h="28536">
                      <a:moveTo>
                        <a:pt x="22015" y="27251"/>
                      </a:moveTo>
                      <a:cubicBezTo>
                        <a:pt x="19665" y="28891"/>
                        <a:pt x="16474" y="28891"/>
                        <a:pt x="13282" y="27650"/>
                      </a:cubicBezTo>
                      <a:cubicBezTo>
                        <a:pt x="10090" y="26453"/>
                        <a:pt x="6942" y="23838"/>
                        <a:pt x="4327" y="20469"/>
                      </a:cubicBezTo>
                      <a:cubicBezTo>
                        <a:pt x="-682" y="13597"/>
                        <a:pt x="-1569" y="5485"/>
                        <a:pt x="2864" y="1672"/>
                      </a:cubicBezTo>
                      <a:cubicBezTo>
                        <a:pt x="7208" y="-2051"/>
                        <a:pt x="15676" y="608"/>
                        <a:pt x="21084" y="8012"/>
                      </a:cubicBezTo>
                      <a:cubicBezTo>
                        <a:pt x="23877" y="11602"/>
                        <a:pt x="25162" y="15681"/>
                        <a:pt x="25340" y="19139"/>
                      </a:cubicBezTo>
                      <a:cubicBezTo>
                        <a:pt x="25517" y="22641"/>
                        <a:pt x="24364" y="25611"/>
                        <a:pt x="22015" y="27251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66" name="Forme libre : forme 26765">
                  <a:extLst>
                    <a:ext uri="{FF2B5EF4-FFF2-40B4-BE49-F238E27FC236}">
                      <a16:creationId xmlns:a16="http://schemas.microsoft.com/office/drawing/2014/main" id="{070B12FF-A630-46A1-A0C9-95BCF6AD9C9B}"/>
                    </a:ext>
                  </a:extLst>
                </p:cNvPr>
                <p:cNvSpPr/>
                <p:nvPr/>
              </p:nvSpPr>
              <p:spPr>
                <a:xfrm>
                  <a:off x="4526967" y="1349272"/>
                  <a:ext cx="14079" cy="25430"/>
                </a:xfrm>
                <a:custGeom>
                  <a:avLst/>
                  <a:gdLst>
                    <a:gd name="connsiteX0" fmla="*/ 14080 w 14079"/>
                    <a:gd name="connsiteY0" fmla="*/ 1758 h 25430"/>
                    <a:gd name="connsiteX1" fmla="*/ 2864 w 14079"/>
                    <a:gd name="connsiteY1" fmla="*/ 1669 h 25430"/>
                    <a:gd name="connsiteX2" fmla="*/ 4327 w 14079"/>
                    <a:gd name="connsiteY2" fmla="*/ 20465 h 25430"/>
                    <a:gd name="connsiteX3" fmla="*/ 9336 w 14079"/>
                    <a:gd name="connsiteY3" fmla="*/ 25430 h 25430"/>
                    <a:gd name="connsiteX4" fmla="*/ 7696 w 14079"/>
                    <a:gd name="connsiteY4" fmla="*/ 21840 h 25430"/>
                    <a:gd name="connsiteX5" fmla="*/ 14080 w 14079"/>
                    <a:gd name="connsiteY5" fmla="*/ 1758 h 25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079" h="25430">
                      <a:moveTo>
                        <a:pt x="14080" y="1758"/>
                      </a:moveTo>
                      <a:cubicBezTo>
                        <a:pt x="9868" y="-503"/>
                        <a:pt x="5613" y="-636"/>
                        <a:pt x="2864" y="1669"/>
                      </a:cubicBezTo>
                      <a:cubicBezTo>
                        <a:pt x="-1569" y="5437"/>
                        <a:pt x="-682" y="13594"/>
                        <a:pt x="4327" y="20465"/>
                      </a:cubicBezTo>
                      <a:cubicBezTo>
                        <a:pt x="5834" y="22460"/>
                        <a:pt x="7563" y="24100"/>
                        <a:pt x="9336" y="25430"/>
                      </a:cubicBezTo>
                      <a:cubicBezTo>
                        <a:pt x="8627" y="24322"/>
                        <a:pt x="8051" y="23125"/>
                        <a:pt x="7696" y="21840"/>
                      </a:cubicBezTo>
                      <a:cubicBezTo>
                        <a:pt x="6189" y="14481"/>
                        <a:pt x="8317" y="5703"/>
                        <a:pt x="14080" y="1758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67" name="Forme libre : forme 26766">
                  <a:extLst>
                    <a:ext uri="{FF2B5EF4-FFF2-40B4-BE49-F238E27FC236}">
                      <a16:creationId xmlns:a16="http://schemas.microsoft.com/office/drawing/2014/main" id="{D74FE36E-044B-4F80-BBD0-35B06B98A7A2}"/>
                    </a:ext>
                  </a:extLst>
                </p:cNvPr>
                <p:cNvSpPr/>
                <p:nvPr/>
              </p:nvSpPr>
              <p:spPr>
                <a:xfrm>
                  <a:off x="4526196" y="1352100"/>
                  <a:ext cx="25197" cy="28303"/>
                </a:xfrm>
                <a:custGeom>
                  <a:avLst/>
                  <a:gdLst>
                    <a:gd name="connsiteX0" fmla="*/ 21766 w 25197"/>
                    <a:gd name="connsiteY0" fmla="*/ 27036 h 28303"/>
                    <a:gd name="connsiteX1" fmla="*/ 13078 w 25197"/>
                    <a:gd name="connsiteY1" fmla="*/ 27435 h 28303"/>
                    <a:gd name="connsiteX2" fmla="*/ 4211 w 25197"/>
                    <a:gd name="connsiteY2" fmla="*/ 20298 h 28303"/>
                    <a:gd name="connsiteX3" fmla="*/ 44 w 25197"/>
                    <a:gd name="connsiteY3" fmla="*/ 9791 h 28303"/>
                    <a:gd name="connsiteX4" fmla="*/ 2926 w 25197"/>
                    <a:gd name="connsiteY4" fmla="*/ 1634 h 28303"/>
                    <a:gd name="connsiteX5" fmla="*/ 11615 w 25197"/>
                    <a:gd name="connsiteY5" fmla="*/ 659 h 28303"/>
                    <a:gd name="connsiteX6" fmla="*/ 21013 w 25197"/>
                    <a:gd name="connsiteY6" fmla="*/ 7929 h 28303"/>
                    <a:gd name="connsiteX7" fmla="*/ 25180 w 25197"/>
                    <a:gd name="connsiteY7" fmla="*/ 19012 h 28303"/>
                    <a:gd name="connsiteX8" fmla="*/ 21766 w 25197"/>
                    <a:gd name="connsiteY8" fmla="*/ 27036 h 28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197" h="28303">
                      <a:moveTo>
                        <a:pt x="21766" y="27036"/>
                      </a:moveTo>
                      <a:cubicBezTo>
                        <a:pt x="19373" y="28676"/>
                        <a:pt x="16269" y="28632"/>
                        <a:pt x="13078" y="27435"/>
                      </a:cubicBezTo>
                      <a:cubicBezTo>
                        <a:pt x="9886" y="26238"/>
                        <a:pt x="6738" y="23667"/>
                        <a:pt x="4211" y="20298"/>
                      </a:cubicBezTo>
                      <a:cubicBezTo>
                        <a:pt x="1640" y="16929"/>
                        <a:pt x="355" y="13072"/>
                        <a:pt x="44" y="9791"/>
                      </a:cubicBezTo>
                      <a:cubicBezTo>
                        <a:pt x="-222" y="6466"/>
                        <a:pt x="709" y="3452"/>
                        <a:pt x="2926" y="1634"/>
                      </a:cubicBezTo>
                      <a:cubicBezTo>
                        <a:pt x="5142" y="-183"/>
                        <a:pt x="8290" y="-449"/>
                        <a:pt x="11615" y="659"/>
                      </a:cubicBezTo>
                      <a:cubicBezTo>
                        <a:pt x="14984" y="1723"/>
                        <a:pt x="18309" y="4383"/>
                        <a:pt x="21013" y="7929"/>
                      </a:cubicBezTo>
                      <a:cubicBezTo>
                        <a:pt x="23717" y="11565"/>
                        <a:pt x="25047" y="15599"/>
                        <a:pt x="25180" y="19012"/>
                      </a:cubicBezTo>
                      <a:cubicBezTo>
                        <a:pt x="25357" y="22426"/>
                        <a:pt x="24160" y="25396"/>
                        <a:pt x="21766" y="2703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68" name="Forme libre : forme 26767">
                  <a:extLst>
                    <a:ext uri="{FF2B5EF4-FFF2-40B4-BE49-F238E27FC236}">
                      <a16:creationId xmlns:a16="http://schemas.microsoft.com/office/drawing/2014/main" id="{6503300A-29B0-4CCF-98BB-A56DE60AD0B2}"/>
                    </a:ext>
                  </a:extLst>
                </p:cNvPr>
                <p:cNvSpPr/>
                <p:nvPr/>
              </p:nvSpPr>
              <p:spPr>
                <a:xfrm>
                  <a:off x="4512264" y="1332382"/>
                  <a:ext cx="27683" cy="47835"/>
                </a:xfrm>
                <a:custGeom>
                  <a:avLst/>
                  <a:gdLst>
                    <a:gd name="connsiteX0" fmla="*/ 7682 w 27683"/>
                    <a:gd name="connsiteY0" fmla="*/ 9383 h 47835"/>
                    <a:gd name="connsiteX1" fmla="*/ 1342 w 27683"/>
                    <a:gd name="connsiteY1" fmla="*/ 16786 h 47835"/>
                    <a:gd name="connsiteX2" fmla="*/ 3204 w 27683"/>
                    <a:gd name="connsiteY2" fmla="*/ 34917 h 47835"/>
                    <a:gd name="connsiteX3" fmla="*/ 13755 w 27683"/>
                    <a:gd name="connsiteY3" fmla="*/ 46488 h 47835"/>
                    <a:gd name="connsiteX4" fmla="*/ 24394 w 27683"/>
                    <a:gd name="connsiteY4" fmla="*/ 45291 h 47835"/>
                    <a:gd name="connsiteX5" fmla="*/ 25192 w 27683"/>
                    <a:gd name="connsiteY5" fmla="*/ 37976 h 47835"/>
                    <a:gd name="connsiteX6" fmla="*/ 26123 w 27683"/>
                    <a:gd name="connsiteY6" fmla="*/ 20200 h 47835"/>
                    <a:gd name="connsiteX7" fmla="*/ 23419 w 27683"/>
                    <a:gd name="connsiteY7" fmla="*/ 738 h 47835"/>
                    <a:gd name="connsiteX8" fmla="*/ 7682 w 27683"/>
                    <a:gd name="connsiteY8" fmla="*/ 9383 h 47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683" h="47835">
                      <a:moveTo>
                        <a:pt x="7682" y="9383"/>
                      </a:moveTo>
                      <a:cubicBezTo>
                        <a:pt x="5199" y="11555"/>
                        <a:pt x="2761" y="13772"/>
                        <a:pt x="1342" y="16786"/>
                      </a:cubicBezTo>
                      <a:cubicBezTo>
                        <a:pt x="-1362" y="22593"/>
                        <a:pt x="411" y="29199"/>
                        <a:pt x="3204" y="34917"/>
                      </a:cubicBezTo>
                      <a:cubicBezTo>
                        <a:pt x="5642" y="39484"/>
                        <a:pt x="8967" y="44138"/>
                        <a:pt x="13755" y="46488"/>
                      </a:cubicBezTo>
                      <a:cubicBezTo>
                        <a:pt x="17301" y="48350"/>
                        <a:pt x="22311" y="48571"/>
                        <a:pt x="24394" y="45291"/>
                      </a:cubicBezTo>
                      <a:cubicBezTo>
                        <a:pt x="25680" y="43252"/>
                        <a:pt x="25370" y="40503"/>
                        <a:pt x="25192" y="37976"/>
                      </a:cubicBezTo>
                      <a:cubicBezTo>
                        <a:pt x="24660" y="32080"/>
                        <a:pt x="25104" y="26007"/>
                        <a:pt x="26123" y="20200"/>
                      </a:cubicBezTo>
                      <a:cubicBezTo>
                        <a:pt x="27054" y="15323"/>
                        <a:pt x="30246" y="4462"/>
                        <a:pt x="23419" y="738"/>
                      </a:cubicBezTo>
                      <a:cubicBezTo>
                        <a:pt x="17479" y="-2631"/>
                        <a:pt x="11051" y="6457"/>
                        <a:pt x="7682" y="938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69" name="Forme libre : forme 26768">
                  <a:extLst>
                    <a:ext uri="{FF2B5EF4-FFF2-40B4-BE49-F238E27FC236}">
                      <a16:creationId xmlns:a16="http://schemas.microsoft.com/office/drawing/2014/main" id="{8B0EB75A-DE01-43BC-B979-A8A6F92135A6}"/>
                    </a:ext>
                  </a:extLst>
                </p:cNvPr>
                <p:cNvSpPr/>
                <p:nvPr/>
              </p:nvSpPr>
              <p:spPr>
                <a:xfrm>
                  <a:off x="4530659" y="1339320"/>
                  <a:ext cx="14890" cy="8930"/>
                </a:xfrm>
                <a:custGeom>
                  <a:avLst/>
                  <a:gdLst>
                    <a:gd name="connsiteX0" fmla="*/ 2940 w 14890"/>
                    <a:gd name="connsiteY0" fmla="*/ 140 h 8930"/>
                    <a:gd name="connsiteX1" fmla="*/ 723 w 14890"/>
                    <a:gd name="connsiteY1" fmla="*/ 1027 h 8930"/>
                    <a:gd name="connsiteX2" fmla="*/ 103 w 14890"/>
                    <a:gd name="connsiteY2" fmla="*/ 3243 h 8930"/>
                    <a:gd name="connsiteX3" fmla="*/ 1743 w 14890"/>
                    <a:gd name="connsiteY3" fmla="*/ 4972 h 8930"/>
                    <a:gd name="connsiteX4" fmla="*/ 7063 w 14890"/>
                    <a:gd name="connsiteY4" fmla="*/ 8075 h 8930"/>
                    <a:gd name="connsiteX5" fmla="*/ 9412 w 14890"/>
                    <a:gd name="connsiteY5" fmla="*/ 8873 h 8930"/>
                    <a:gd name="connsiteX6" fmla="*/ 13535 w 14890"/>
                    <a:gd name="connsiteY6" fmla="*/ 3243 h 8930"/>
                    <a:gd name="connsiteX7" fmla="*/ 2940 w 14890"/>
                    <a:gd name="connsiteY7" fmla="*/ 140 h 8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890" h="8930">
                      <a:moveTo>
                        <a:pt x="2940" y="140"/>
                      </a:moveTo>
                      <a:cubicBezTo>
                        <a:pt x="2142" y="273"/>
                        <a:pt x="1344" y="495"/>
                        <a:pt x="723" y="1027"/>
                      </a:cubicBezTo>
                      <a:cubicBezTo>
                        <a:pt x="103" y="1558"/>
                        <a:pt x="-163" y="2445"/>
                        <a:pt x="103" y="3243"/>
                      </a:cubicBezTo>
                      <a:cubicBezTo>
                        <a:pt x="369" y="3997"/>
                        <a:pt x="1078" y="4529"/>
                        <a:pt x="1743" y="4972"/>
                      </a:cubicBezTo>
                      <a:cubicBezTo>
                        <a:pt x="3516" y="6125"/>
                        <a:pt x="5201" y="7233"/>
                        <a:pt x="7063" y="8075"/>
                      </a:cubicBezTo>
                      <a:cubicBezTo>
                        <a:pt x="7816" y="8430"/>
                        <a:pt x="8614" y="8784"/>
                        <a:pt x="9412" y="8873"/>
                      </a:cubicBezTo>
                      <a:cubicBezTo>
                        <a:pt x="12826" y="9361"/>
                        <a:pt x="17126" y="6701"/>
                        <a:pt x="13535" y="3243"/>
                      </a:cubicBezTo>
                      <a:cubicBezTo>
                        <a:pt x="10831" y="583"/>
                        <a:pt x="6220" y="-392"/>
                        <a:pt x="2940" y="14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70" name="Forme libre : forme 26769">
                  <a:extLst>
                    <a:ext uri="{FF2B5EF4-FFF2-40B4-BE49-F238E27FC236}">
                      <a16:creationId xmlns:a16="http://schemas.microsoft.com/office/drawing/2014/main" id="{1CD3894B-17E7-4392-B766-4187E602120E}"/>
                    </a:ext>
                  </a:extLst>
                </p:cNvPr>
                <p:cNvSpPr/>
                <p:nvPr/>
              </p:nvSpPr>
              <p:spPr>
                <a:xfrm>
                  <a:off x="4524334" y="1385209"/>
                  <a:ext cx="28105" cy="6963"/>
                </a:xfrm>
                <a:custGeom>
                  <a:avLst/>
                  <a:gdLst>
                    <a:gd name="connsiteX0" fmla="*/ 28106 w 28105"/>
                    <a:gd name="connsiteY0" fmla="*/ 3768 h 6963"/>
                    <a:gd name="connsiteX1" fmla="*/ 19772 w 28105"/>
                    <a:gd name="connsiteY1" fmla="*/ 6783 h 6963"/>
                    <a:gd name="connsiteX2" fmla="*/ 0 w 28105"/>
                    <a:gd name="connsiteY2" fmla="*/ 0 h 6963"/>
                    <a:gd name="connsiteX3" fmla="*/ 8201 w 28105"/>
                    <a:gd name="connsiteY3" fmla="*/ 3945 h 6963"/>
                    <a:gd name="connsiteX4" fmla="*/ 28106 w 28105"/>
                    <a:gd name="connsiteY4" fmla="*/ 3768 h 6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105" h="6963">
                      <a:moveTo>
                        <a:pt x="28106" y="3768"/>
                      </a:moveTo>
                      <a:cubicBezTo>
                        <a:pt x="28106" y="3768"/>
                        <a:pt x="24914" y="6162"/>
                        <a:pt x="19772" y="6783"/>
                      </a:cubicBezTo>
                      <a:cubicBezTo>
                        <a:pt x="14629" y="7492"/>
                        <a:pt x="7625" y="6295"/>
                        <a:pt x="0" y="0"/>
                      </a:cubicBezTo>
                      <a:cubicBezTo>
                        <a:pt x="0" y="0"/>
                        <a:pt x="3147" y="2217"/>
                        <a:pt x="8201" y="3945"/>
                      </a:cubicBezTo>
                      <a:cubicBezTo>
                        <a:pt x="13255" y="5630"/>
                        <a:pt x="20304" y="6605"/>
                        <a:pt x="28106" y="37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71" name="Forme libre : forme 26770">
                  <a:extLst>
                    <a:ext uri="{FF2B5EF4-FFF2-40B4-BE49-F238E27FC236}">
                      <a16:creationId xmlns:a16="http://schemas.microsoft.com/office/drawing/2014/main" id="{0B8FEB09-0FD2-446C-BDE4-DA36FD316A16}"/>
                    </a:ext>
                  </a:extLst>
                </p:cNvPr>
                <p:cNvSpPr/>
                <p:nvPr/>
              </p:nvSpPr>
              <p:spPr>
                <a:xfrm>
                  <a:off x="4519679" y="1324572"/>
                  <a:ext cx="30898" cy="8681"/>
                </a:xfrm>
                <a:custGeom>
                  <a:avLst/>
                  <a:gdLst>
                    <a:gd name="connsiteX0" fmla="*/ 30899 w 30898"/>
                    <a:gd name="connsiteY0" fmla="*/ 8681 h 8681"/>
                    <a:gd name="connsiteX1" fmla="*/ 28327 w 30898"/>
                    <a:gd name="connsiteY1" fmla="*/ 6287 h 8681"/>
                    <a:gd name="connsiteX2" fmla="*/ 21323 w 30898"/>
                    <a:gd name="connsiteY2" fmla="*/ 1943 h 8681"/>
                    <a:gd name="connsiteX3" fmla="*/ 11260 w 30898"/>
                    <a:gd name="connsiteY3" fmla="*/ 37 h 8681"/>
                    <a:gd name="connsiteX4" fmla="*/ 0 w 30898"/>
                    <a:gd name="connsiteY4" fmla="*/ 4736 h 8681"/>
                    <a:gd name="connsiteX5" fmla="*/ 9398 w 30898"/>
                    <a:gd name="connsiteY5" fmla="*/ 1677 h 8681"/>
                    <a:gd name="connsiteX6" fmla="*/ 19417 w 30898"/>
                    <a:gd name="connsiteY6" fmla="*/ 2342 h 8681"/>
                    <a:gd name="connsiteX7" fmla="*/ 30899 w 30898"/>
                    <a:gd name="connsiteY7" fmla="*/ 8681 h 8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898" h="8681">
                      <a:moveTo>
                        <a:pt x="30899" y="8681"/>
                      </a:moveTo>
                      <a:cubicBezTo>
                        <a:pt x="30899" y="8681"/>
                        <a:pt x="30056" y="7617"/>
                        <a:pt x="28327" y="6287"/>
                      </a:cubicBezTo>
                      <a:cubicBezTo>
                        <a:pt x="26643" y="4913"/>
                        <a:pt x="24205" y="3229"/>
                        <a:pt x="21323" y="1943"/>
                      </a:cubicBezTo>
                      <a:cubicBezTo>
                        <a:pt x="18486" y="613"/>
                        <a:pt x="14895" y="-185"/>
                        <a:pt x="11260" y="37"/>
                      </a:cubicBezTo>
                      <a:cubicBezTo>
                        <a:pt x="7581" y="303"/>
                        <a:pt x="3768" y="1677"/>
                        <a:pt x="0" y="4736"/>
                      </a:cubicBezTo>
                      <a:cubicBezTo>
                        <a:pt x="0" y="4736"/>
                        <a:pt x="3635" y="2386"/>
                        <a:pt x="9398" y="1677"/>
                      </a:cubicBezTo>
                      <a:cubicBezTo>
                        <a:pt x="12235" y="1322"/>
                        <a:pt x="15826" y="1322"/>
                        <a:pt x="19417" y="2342"/>
                      </a:cubicBezTo>
                      <a:cubicBezTo>
                        <a:pt x="23008" y="3406"/>
                        <a:pt x="27086" y="5312"/>
                        <a:pt x="30899" y="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72" name="Forme libre : forme 26771">
                  <a:extLst>
                    <a:ext uri="{FF2B5EF4-FFF2-40B4-BE49-F238E27FC236}">
                      <a16:creationId xmlns:a16="http://schemas.microsoft.com/office/drawing/2014/main" id="{38AA897B-DC24-4BA7-8DA6-3E42B11D1AD6}"/>
                    </a:ext>
                  </a:extLst>
                </p:cNvPr>
                <p:cNvSpPr/>
                <p:nvPr/>
              </p:nvSpPr>
              <p:spPr>
                <a:xfrm>
                  <a:off x="4541414" y="1357469"/>
                  <a:ext cx="7763" cy="11847"/>
                </a:xfrm>
                <a:custGeom>
                  <a:avLst/>
                  <a:gdLst>
                    <a:gd name="connsiteX0" fmla="*/ 5840 w 7763"/>
                    <a:gd name="connsiteY0" fmla="*/ 11781 h 11847"/>
                    <a:gd name="connsiteX1" fmla="*/ 609 w 7763"/>
                    <a:gd name="connsiteY1" fmla="*/ 6816 h 11847"/>
                    <a:gd name="connsiteX2" fmla="*/ 1805 w 7763"/>
                    <a:gd name="connsiteY2" fmla="*/ 78 h 11847"/>
                    <a:gd name="connsiteX3" fmla="*/ 7214 w 7763"/>
                    <a:gd name="connsiteY3" fmla="*/ 5043 h 11847"/>
                    <a:gd name="connsiteX4" fmla="*/ 5840 w 7763"/>
                    <a:gd name="connsiteY4" fmla="*/ 11781 h 1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63" h="11847">
                      <a:moveTo>
                        <a:pt x="5840" y="11781"/>
                      </a:moveTo>
                      <a:cubicBezTo>
                        <a:pt x="3978" y="12269"/>
                        <a:pt x="1717" y="10008"/>
                        <a:pt x="609" y="6816"/>
                      </a:cubicBezTo>
                      <a:cubicBezTo>
                        <a:pt x="-544" y="3624"/>
                        <a:pt x="-12" y="565"/>
                        <a:pt x="1805" y="78"/>
                      </a:cubicBezTo>
                      <a:cubicBezTo>
                        <a:pt x="3623" y="-454"/>
                        <a:pt x="6061" y="1807"/>
                        <a:pt x="7214" y="5043"/>
                      </a:cubicBezTo>
                      <a:cubicBezTo>
                        <a:pt x="8322" y="8279"/>
                        <a:pt x="7701" y="11293"/>
                        <a:pt x="5840" y="1178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73" name="Forme libre : forme 26772">
                  <a:extLst>
                    <a:ext uri="{FF2B5EF4-FFF2-40B4-BE49-F238E27FC236}">
                      <a16:creationId xmlns:a16="http://schemas.microsoft.com/office/drawing/2014/main" id="{50E5D46D-2B3A-4E1C-B319-3A7A2B274296}"/>
                    </a:ext>
                  </a:extLst>
                </p:cNvPr>
                <p:cNvSpPr/>
                <p:nvPr/>
              </p:nvSpPr>
              <p:spPr>
                <a:xfrm>
                  <a:off x="4546481" y="1367173"/>
                  <a:ext cx="3094" cy="3222"/>
                </a:xfrm>
                <a:custGeom>
                  <a:avLst/>
                  <a:gdLst>
                    <a:gd name="connsiteX0" fmla="*/ 2500 w 3094"/>
                    <a:gd name="connsiteY0" fmla="*/ 2963 h 3222"/>
                    <a:gd name="connsiteX1" fmla="*/ 328 w 3094"/>
                    <a:gd name="connsiteY1" fmla="*/ 2476 h 3222"/>
                    <a:gd name="connsiteX2" fmla="*/ 594 w 3094"/>
                    <a:gd name="connsiteY2" fmla="*/ 259 h 3222"/>
                    <a:gd name="connsiteX3" fmla="*/ 2766 w 3094"/>
                    <a:gd name="connsiteY3" fmla="*/ 747 h 3222"/>
                    <a:gd name="connsiteX4" fmla="*/ 2500 w 3094"/>
                    <a:gd name="connsiteY4" fmla="*/ 2963 h 3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4" h="3222">
                      <a:moveTo>
                        <a:pt x="2500" y="2963"/>
                      </a:moveTo>
                      <a:cubicBezTo>
                        <a:pt x="1836" y="3451"/>
                        <a:pt x="860" y="3229"/>
                        <a:pt x="328" y="2476"/>
                      </a:cubicBezTo>
                      <a:cubicBezTo>
                        <a:pt x="-204" y="1722"/>
                        <a:pt x="-71" y="747"/>
                        <a:pt x="594" y="259"/>
                      </a:cubicBezTo>
                      <a:cubicBezTo>
                        <a:pt x="1259" y="-228"/>
                        <a:pt x="2234" y="-7"/>
                        <a:pt x="2766" y="747"/>
                      </a:cubicBezTo>
                      <a:cubicBezTo>
                        <a:pt x="3298" y="1500"/>
                        <a:pt x="3165" y="2476"/>
                        <a:pt x="2500" y="29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74" name="Forme libre : forme 26773">
                  <a:extLst>
                    <a:ext uri="{FF2B5EF4-FFF2-40B4-BE49-F238E27FC236}">
                      <a16:creationId xmlns:a16="http://schemas.microsoft.com/office/drawing/2014/main" id="{C1F0B83D-995C-4379-9968-D20190A11ED0}"/>
                    </a:ext>
                  </a:extLst>
                </p:cNvPr>
                <p:cNvSpPr/>
                <p:nvPr/>
              </p:nvSpPr>
              <p:spPr>
                <a:xfrm>
                  <a:off x="4550517" y="1347971"/>
                  <a:ext cx="16999" cy="36024"/>
                </a:xfrm>
                <a:custGeom>
                  <a:avLst/>
                  <a:gdLst>
                    <a:gd name="connsiteX0" fmla="*/ 14823 w 16999"/>
                    <a:gd name="connsiteY0" fmla="*/ 25757 h 36024"/>
                    <a:gd name="connsiteX1" fmla="*/ 5292 w 16999"/>
                    <a:gd name="connsiteY1" fmla="*/ 35022 h 36024"/>
                    <a:gd name="connsiteX2" fmla="*/ 637 w 16999"/>
                    <a:gd name="connsiteY2" fmla="*/ 35288 h 36024"/>
                    <a:gd name="connsiteX3" fmla="*/ 770 w 16999"/>
                    <a:gd name="connsiteY3" fmla="*/ 30855 h 36024"/>
                    <a:gd name="connsiteX4" fmla="*/ 6533 w 16999"/>
                    <a:gd name="connsiteY4" fmla="*/ 17910 h 36024"/>
                    <a:gd name="connsiteX5" fmla="*/ 4183 w 16999"/>
                    <a:gd name="connsiteY5" fmla="*/ 7847 h 36024"/>
                    <a:gd name="connsiteX6" fmla="*/ 5425 w 16999"/>
                    <a:gd name="connsiteY6" fmla="*/ 1 h 36024"/>
                    <a:gd name="connsiteX7" fmla="*/ 12961 w 16999"/>
                    <a:gd name="connsiteY7" fmla="*/ 6118 h 36024"/>
                    <a:gd name="connsiteX8" fmla="*/ 16862 w 16999"/>
                    <a:gd name="connsiteY8" fmla="*/ 15383 h 36024"/>
                    <a:gd name="connsiteX9" fmla="*/ 14823 w 16999"/>
                    <a:gd name="connsiteY9" fmla="*/ 25757 h 36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999" h="36024">
                      <a:moveTo>
                        <a:pt x="14823" y="25757"/>
                      </a:moveTo>
                      <a:cubicBezTo>
                        <a:pt x="12606" y="29747"/>
                        <a:pt x="9060" y="32628"/>
                        <a:pt x="5292" y="35022"/>
                      </a:cubicBezTo>
                      <a:cubicBezTo>
                        <a:pt x="3917" y="35909"/>
                        <a:pt x="1878" y="36618"/>
                        <a:pt x="637" y="35288"/>
                      </a:cubicBezTo>
                      <a:cubicBezTo>
                        <a:pt x="-471" y="34091"/>
                        <a:pt x="61" y="32229"/>
                        <a:pt x="770" y="30855"/>
                      </a:cubicBezTo>
                      <a:cubicBezTo>
                        <a:pt x="2986" y="26688"/>
                        <a:pt x="6444" y="22920"/>
                        <a:pt x="6533" y="17910"/>
                      </a:cubicBezTo>
                      <a:cubicBezTo>
                        <a:pt x="6533" y="16359"/>
                        <a:pt x="5114" y="11926"/>
                        <a:pt x="4183" y="7847"/>
                      </a:cubicBezTo>
                      <a:cubicBezTo>
                        <a:pt x="3208" y="3769"/>
                        <a:pt x="2809" y="45"/>
                        <a:pt x="5425" y="1"/>
                      </a:cubicBezTo>
                      <a:cubicBezTo>
                        <a:pt x="7996" y="-44"/>
                        <a:pt x="10922" y="2793"/>
                        <a:pt x="12961" y="6118"/>
                      </a:cubicBezTo>
                      <a:cubicBezTo>
                        <a:pt x="15044" y="9487"/>
                        <a:pt x="16596" y="13344"/>
                        <a:pt x="16862" y="15383"/>
                      </a:cubicBezTo>
                      <a:cubicBezTo>
                        <a:pt x="17350" y="19107"/>
                        <a:pt x="16507" y="22787"/>
                        <a:pt x="14823" y="2575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34" name="Graphique 2">
                <a:extLst>
                  <a:ext uri="{FF2B5EF4-FFF2-40B4-BE49-F238E27FC236}">
                    <a16:creationId xmlns:a16="http://schemas.microsoft.com/office/drawing/2014/main" id="{7CD7DA94-7D1C-4106-8785-0A930EFE5E62}"/>
                  </a:ext>
                </a:extLst>
              </p:cNvPr>
              <p:cNvGrpSpPr/>
              <p:nvPr/>
            </p:nvGrpSpPr>
            <p:grpSpPr>
              <a:xfrm>
                <a:off x="4543233" y="1380638"/>
                <a:ext cx="68188" cy="73656"/>
                <a:chOff x="4543233" y="1380638"/>
                <a:chExt cx="68188" cy="73656"/>
              </a:xfrm>
              <a:solidFill>
                <a:schemeClr val="accent1"/>
              </a:solidFill>
            </p:grpSpPr>
            <p:sp>
              <p:nvSpPr>
                <p:cNvPr id="26751" name="Forme libre : forme 26750">
                  <a:extLst>
                    <a:ext uri="{FF2B5EF4-FFF2-40B4-BE49-F238E27FC236}">
                      <a16:creationId xmlns:a16="http://schemas.microsoft.com/office/drawing/2014/main" id="{34D58365-2254-45C7-B423-0D429B867350}"/>
                    </a:ext>
                  </a:extLst>
                </p:cNvPr>
                <p:cNvSpPr/>
                <p:nvPr/>
              </p:nvSpPr>
              <p:spPr>
                <a:xfrm>
                  <a:off x="4543278" y="1380638"/>
                  <a:ext cx="68144" cy="73656"/>
                </a:xfrm>
                <a:custGeom>
                  <a:avLst/>
                  <a:gdLst>
                    <a:gd name="connsiteX0" fmla="*/ 19358 w 68144"/>
                    <a:gd name="connsiteY0" fmla="*/ 63310 h 73656"/>
                    <a:gd name="connsiteX1" fmla="*/ 11467 w 68144"/>
                    <a:gd name="connsiteY1" fmla="*/ 52005 h 73656"/>
                    <a:gd name="connsiteX2" fmla="*/ 3975 w 68144"/>
                    <a:gd name="connsiteY2" fmla="*/ 40834 h 73656"/>
                    <a:gd name="connsiteX3" fmla="*/ 251 w 68144"/>
                    <a:gd name="connsiteY3" fmla="*/ 24476 h 73656"/>
                    <a:gd name="connsiteX4" fmla="*/ 8497 w 68144"/>
                    <a:gd name="connsiteY4" fmla="*/ 11354 h 73656"/>
                    <a:gd name="connsiteX5" fmla="*/ 21176 w 68144"/>
                    <a:gd name="connsiteY5" fmla="*/ 2975 h 73656"/>
                    <a:gd name="connsiteX6" fmla="*/ 36559 w 68144"/>
                    <a:gd name="connsiteY6" fmla="*/ 714 h 73656"/>
                    <a:gd name="connsiteX7" fmla="*/ 49991 w 68144"/>
                    <a:gd name="connsiteY7" fmla="*/ 10511 h 73656"/>
                    <a:gd name="connsiteX8" fmla="*/ 56995 w 68144"/>
                    <a:gd name="connsiteY8" fmla="*/ 20974 h 73656"/>
                    <a:gd name="connsiteX9" fmla="*/ 63999 w 68144"/>
                    <a:gd name="connsiteY9" fmla="*/ 31037 h 73656"/>
                    <a:gd name="connsiteX10" fmla="*/ 67457 w 68144"/>
                    <a:gd name="connsiteY10" fmla="*/ 38263 h 73656"/>
                    <a:gd name="connsiteX11" fmla="*/ 68034 w 68144"/>
                    <a:gd name="connsiteY11" fmla="*/ 45932 h 73656"/>
                    <a:gd name="connsiteX12" fmla="*/ 61074 w 68144"/>
                    <a:gd name="connsiteY12" fmla="*/ 59674 h 73656"/>
                    <a:gd name="connsiteX13" fmla="*/ 49592 w 68144"/>
                    <a:gd name="connsiteY13" fmla="*/ 69560 h 73656"/>
                    <a:gd name="connsiteX14" fmla="*/ 34386 w 68144"/>
                    <a:gd name="connsiteY14" fmla="*/ 73240 h 73656"/>
                    <a:gd name="connsiteX15" fmla="*/ 26229 w 68144"/>
                    <a:gd name="connsiteY15" fmla="*/ 69871 h 73656"/>
                    <a:gd name="connsiteX16" fmla="*/ 19358 w 68144"/>
                    <a:gd name="connsiteY16" fmla="*/ 63310 h 73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8144" h="73656">
                      <a:moveTo>
                        <a:pt x="19358" y="63310"/>
                      </a:moveTo>
                      <a:cubicBezTo>
                        <a:pt x="16743" y="59541"/>
                        <a:pt x="13905" y="55729"/>
                        <a:pt x="11467" y="52005"/>
                      </a:cubicBezTo>
                      <a:lnTo>
                        <a:pt x="3975" y="40834"/>
                      </a:lnTo>
                      <a:cubicBezTo>
                        <a:pt x="517" y="35603"/>
                        <a:pt x="-546" y="29840"/>
                        <a:pt x="251" y="24476"/>
                      </a:cubicBezTo>
                      <a:cubicBezTo>
                        <a:pt x="1094" y="19200"/>
                        <a:pt x="3931" y="14368"/>
                        <a:pt x="8497" y="11354"/>
                      </a:cubicBezTo>
                      <a:lnTo>
                        <a:pt x="21176" y="2975"/>
                      </a:lnTo>
                      <a:cubicBezTo>
                        <a:pt x="25742" y="-39"/>
                        <a:pt x="31327" y="-704"/>
                        <a:pt x="36559" y="714"/>
                      </a:cubicBezTo>
                      <a:cubicBezTo>
                        <a:pt x="41790" y="2089"/>
                        <a:pt x="46710" y="5591"/>
                        <a:pt x="49991" y="10511"/>
                      </a:cubicBezTo>
                      <a:lnTo>
                        <a:pt x="56995" y="20974"/>
                      </a:lnTo>
                      <a:cubicBezTo>
                        <a:pt x="59300" y="24476"/>
                        <a:pt x="61694" y="27667"/>
                        <a:pt x="63999" y="31037"/>
                      </a:cubicBezTo>
                      <a:cubicBezTo>
                        <a:pt x="65640" y="33298"/>
                        <a:pt x="66792" y="35691"/>
                        <a:pt x="67457" y="38263"/>
                      </a:cubicBezTo>
                      <a:cubicBezTo>
                        <a:pt x="68078" y="40878"/>
                        <a:pt x="68299" y="43361"/>
                        <a:pt x="68034" y="45932"/>
                      </a:cubicBezTo>
                      <a:cubicBezTo>
                        <a:pt x="67502" y="51030"/>
                        <a:pt x="65196" y="56128"/>
                        <a:pt x="61074" y="59674"/>
                      </a:cubicBezTo>
                      <a:lnTo>
                        <a:pt x="49592" y="69560"/>
                      </a:lnTo>
                      <a:cubicBezTo>
                        <a:pt x="45380" y="73151"/>
                        <a:pt x="39972" y="74392"/>
                        <a:pt x="34386" y="73240"/>
                      </a:cubicBezTo>
                      <a:cubicBezTo>
                        <a:pt x="31593" y="72663"/>
                        <a:pt x="28712" y="71555"/>
                        <a:pt x="26229" y="69871"/>
                      </a:cubicBezTo>
                      <a:cubicBezTo>
                        <a:pt x="23703" y="68186"/>
                        <a:pt x="21264" y="65969"/>
                        <a:pt x="19358" y="63310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52" name="Forme libre : forme 26751">
                  <a:extLst>
                    <a:ext uri="{FF2B5EF4-FFF2-40B4-BE49-F238E27FC236}">
                      <a16:creationId xmlns:a16="http://schemas.microsoft.com/office/drawing/2014/main" id="{FD05AD44-6E67-4EC3-8038-77B83E5C60E8}"/>
                    </a:ext>
                  </a:extLst>
                </p:cNvPr>
                <p:cNvSpPr/>
                <p:nvPr/>
              </p:nvSpPr>
              <p:spPr>
                <a:xfrm>
                  <a:off x="4543233" y="1388357"/>
                  <a:ext cx="49946" cy="65875"/>
                </a:xfrm>
                <a:custGeom>
                  <a:avLst/>
                  <a:gdLst>
                    <a:gd name="connsiteX0" fmla="*/ 21708 w 49946"/>
                    <a:gd name="connsiteY0" fmla="*/ 27042 h 65875"/>
                    <a:gd name="connsiteX1" fmla="*/ 13994 w 49946"/>
                    <a:gd name="connsiteY1" fmla="*/ 0 h 65875"/>
                    <a:gd name="connsiteX2" fmla="*/ 8497 w 49946"/>
                    <a:gd name="connsiteY2" fmla="*/ 3635 h 65875"/>
                    <a:gd name="connsiteX3" fmla="*/ 251 w 49946"/>
                    <a:gd name="connsiteY3" fmla="*/ 16757 h 65875"/>
                    <a:gd name="connsiteX4" fmla="*/ 3975 w 49946"/>
                    <a:gd name="connsiteY4" fmla="*/ 33115 h 65875"/>
                    <a:gd name="connsiteX5" fmla="*/ 11467 w 49946"/>
                    <a:gd name="connsiteY5" fmla="*/ 44287 h 65875"/>
                    <a:gd name="connsiteX6" fmla="*/ 19358 w 49946"/>
                    <a:gd name="connsiteY6" fmla="*/ 55591 h 65875"/>
                    <a:gd name="connsiteX7" fmla="*/ 26229 w 49946"/>
                    <a:gd name="connsiteY7" fmla="*/ 62108 h 65875"/>
                    <a:gd name="connsiteX8" fmla="*/ 34386 w 49946"/>
                    <a:gd name="connsiteY8" fmla="*/ 65477 h 65875"/>
                    <a:gd name="connsiteX9" fmla="*/ 49592 w 49946"/>
                    <a:gd name="connsiteY9" fmla="*/ 61797 h 65875"/>
                    <a:gd name="connsiteX10" fmla="*/ 49946 w 49946"/>
                    <a:gd name="connsiteY10" fmla="*/ 61487 h 65875"/>
                    <a:gd name="connsiteX11" fmla="*/ 42499 w 49946"/>
                    <a:gd name="connsiteY11" fmla="*/ 52887 h 65875"/>
                    <a:gd name="connsiteX12" fmla="*/ 35894 w 49946"/>
                    <a:gd name="connsiteY12" fmla="*/ 43932 h 65875"/>
                    <a:gd name="connsiteX13" fmla="*/ 21708 w 49946"/>
                    <a:gd name="connsiteY13" fmla="*/ 27042 h 65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946" h="65875">
                      <a:moveTo>
                        <a:pt x="21708" y="27042"/>
                      </a:moveTo>
                      <a:cubicBezTo>
                        <a:pt x="13905" y="19683"/>
                        <a:pt x="10758" y="8999"/>
                        <a:pt x="13994" y="0"/>
                      </a:cubicBezTo>
                      <a:lnTo>
                        <a:pt x="8497" y="3635"/>
                      </a:lnTo>
                      <a:cubicBezTo>
                        <a:pt x="3931" y="6650"/>
                        <a:pt x="1094" y="11482"/>
                        <a:pt x="251" y="16757"/>
                      </a:cubicBezTo>
                      <a:cubicBezTo>
                        <a:pt x="-546" y="22121"/>
                        <a:pt x="518" y="27884"/>
                        <a:pt x="3975" y="33115"/>
                      </a:cubicBezTo>
                      <a:lnTo>
                        <a:pt x="11467" y="44287"/>
                      </a:lnTo>
                      <a:cubicBezTo>
                        <a:pt x="13950" y="48011"/>
                        <a:pt x="16743" y="51823"/>
                        <a:pt x="19358" y="55591"/>
                      </a:cubicBezTo>
                      <a:cubicBezTo>
                        <a:pt x="21264" y="58251"/>
                        <a:pt x="23703" y="60468"/>
                        <a:pt x="26229" y="62108"/>
                      </a:cubicBezTo>
                      <a:cubicBezTo>
                        <a:pt x="28712" y="63792"/>
                        <a:pt x="31593" y="64945"/>
                        <a:pt x="34386" y="65477"/>
                      </a:cubicBezTo>
                      <a:cubicBezTo>
                        <a:pt x="39972" y="66585"/>
                        <a:pt x="45425" y="65388"/>
                        <a:pt x="49592" y="61797"/>
                      </a:cubicBezTo>
                      <a:lnTo>
                        <a:pt x="49946" y="61487"/>
                      </a:lnTo>
                      <a:cubicBezTo>
                        <a:pt x="47287" y="58739"/>
                        <a:pt x="44848" y="55813"/>
                        <a:pt x="42499" y="52887"/>
                      </a:cubicBezTo>
                      <a:cubicBezTo>
                        <a:pt x="40282" y="49872"/>
                        <a:pt x="38066" y="46902"/>
                        <a:pt x="35894" y="43932"/>
                      </a:cubicBezTo>
                      <a:cubicBezTo>
                        <a:pt x="31638" y="37992"/>
                        <a:pt x="27249" y="32184"/>
                        <a:pt x="21708" y="27042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53" name="Forme libre : forme 26752">
                  <a:extLst>
                    <a:ext uri="{FF2B5EF4-FFF2-40B4-BE49-F238E27FC236}">
                      <a16:creationId xmlns:a16="http://schemas.microsoft.com/office/drawing/2014/main" id="{0189540F-BF73-49EB-81F1-8F31A0C70B0B}"/>
                    </a:ext>
                  </a:extLst>
                </p:cNvPr>
                <p:cNvSpPr/>
                <p:nvPr/>
              </p:nvSpPr>
              <p:spPr>
                <a:xfrm>
                  <a:off x="4566585" y="1407212"/>
                  <a:ext cx="25099" cy="28912"/>
                </a:xfrm>
                <a:custGeom>
                  <a:avLst/>
                  <a:gdLst>
                    <a:gd name="connsiteX0" fmla="*/ 21941 w 25099"/>
                    <a:gd name="connsiteY0" fmla="*/ 27470 h 28912"/>
                    <a:gd name="connsiteX1" fmla="*/ 13163 w 25099"/>
                    <a:gd name="connsiteY1" fmla="*/ 28091 h 28912"/>
                    <a:gd name="connsiteX2" fmla="*/ 3942 w 25099"/>
                    <a:gd name="connsiteY2" fmla="*/ 20422 h 28912"/>
                    <a:gd name="connsiteX3" fmla="*/ 3543 w 25099"/>
                    <a:gd name="connsiteY3" fmla="*/ 1182 h 28912"/>
                    <a:gd name="connsiteX4" fmla="*/ 21098 w 25099"/>
                    <a:gd name="connsiteY4" fmla="*/ 8541 h 28912"/>
                    <a:gd name="connsiteX5" fmla="*/ 25088 w 25099"/>
                    <a:gd name="connsiteY5" fmla="*/ 19358 h 28912"/>
                    <a:gd name="connsiteX6" fmla="*/ 21941 w 25099"/>
                    <a:gd name="connsiteY6" fmla="*/ 27470 h 28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099" h="28912">
                      <a:moveTo>
                        <a:pt x="21941" y="27470"/>
                      </a:moveTo>
                      <a:cubicBezTo>
                        <a:pt x="19635" y="29199"/>
                        <a:pt x="16488" y="29332"/>
                        <a:pt x="13163" y="28091"/>
                      </a:cubicBezTo>
                      <a:cubicBezTo>
                        <a:pt x="9838" y="26850"/>
                        <a:pt x="6558" y="24146"/>
                        <a:pt x="3942" y="20422"/>
                      </a:cubicBezTo>
                      <a:cubicBezTo>
                        <a:pt x="-1200" y="12974"/>
                        <a:pt x="-1289" y="4330"/>
                        <a:pt x="3543" y="1182"/>
                      </a:cubicBezTo>
                      <a:cubicBezTo>
                        <a:pt x="8331" y="-1965"/>
                        <a:pt x="16177" y="1404"/>
                        <a:pt x="21098" y="8541"/>
                      </a:cubicBezTo>
                      <a:cubicBezTo>
                        <a:pt x="23625" y="12043"/>
                        <a:pt x="24866" y="15989"/>
                        <a:pt x="25088" y="19358"/>
                      </a:cubicBezTo>
                      <a:cubicBezTo>
                        <a:pt x="25221" y="22727"/>
                        <a:pt x="24246" y="25741"/>
                        <a:pt x="21941" y="2747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54" name="Forme libre : forme 26753">
                  <a:extLst>
                    <a:ext uri="{FF2B5EF4-FFF2-40B4-BE49-F238E27FC236}">
                      <a16:creationId xmlns:a16="http://schemas.microsoft.com/office/drawing/2014/main" id="{51933A93-CD84-4C84-B558-A3E55DA76036}"/>
                    </a:ext>
                  </a:extLst>
                </p:cNvPr>
                <p:cNvSpPr/>
                <p:nvPr/>
              </p:nvSpPr>
              <p:spPr>
                <a:xfrm>
                  <a:off x="4566585" y="1407204"/>
                  <a:ext cx="14625" cy="25793"/>
                </a:xfrm>
                <a:custGeom>
                  <a:avLst/>
                  <a:gdLst>
                    <a:gd name="connsiteX0" fmla="*/ 14626 w 14625"/>
                    <a:gd name="connsiteY0" fmla="*/ 2254 h 25793"/>
                    <a:gd name="connsiteX1" fmla="*/ 3543 w 14625"/>
                    <a:gd name="connsiteY1" fmla="*/ 1190 h 25793"/>
                    <a:gd name="connsiteX2" fmla="*/ 3942 w 14625"/>
                    <a:gd name="connsiteY2" fmla="*/ 20429 h 25793"/>
                    <a:gd name="connsiteX3" fmla="*/ 9129 w 14625"/>
                    <a:gd name="connsiteY3" fmla="*/ 25793 h 25793"/>
                    <a:gd name="connsiteX4" fmla="*/ 7356 w 14625"/>
                    <a:gd name="connsiteY4" fmla="*/ 22025 h 25793"/>
                    <a:gd name="connsiteX5" fmla="*/ 14626 w 14625"/>
                    <a:gd name="connsiteY5" fmla="*/ 2254 h 25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625" h="25793">
                      <a:moveTo>
                        <a:pt x="14626" y="2254"/>
                      </a:moveTo>
                      <a:cubicBezTo>
                        <a:pt x="10725" y="-184"/>
                        <a:pt x="6558" y="-805"/>
                        <a:pt x="3543" y="1190"/>
                      </a:cubicBezTo>
                      <a:cubicBezTo>
                        <a:pt x="-1289" y="4337"/>
                        <a:pt x="-1200" y="12982"/>
                        <a:pt x="3942" y="20429"/>
                      </a:cubicBezTo>
                      <a:cubicBezTo>
                        <a:pt x="5494" y="22602"/>
                        <a:pt x="7267" y="24419"/>
                        <a:pt x="9129" y="25793"/>
                      </a:cubicBezTo>
                      <a:cubicBezTo>
                        <a:pt x="8375" y="24641"/>
                        <a:pt x="7755" y="23400"/>
                        <a:pt x="7356" y="22025"/>
                      </a:cubicBezTo>
                      <a:cubicBezTo>
                        <a:pt x="5715" y="14312"/>
                        <a:pt x="8508" y="5712"/>
                        <a:pt x="14626" y="225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55" name="Forme libre : forme 26754">
                  <a:extLst>
                    <a:ext uri="{FF2B5EF4-FFF2-40B4-BE49-F238E27FC236}">
                      <a16:creationId xmlns:a16="http://schemas.microsoft.com/office/drawing/2014/main" id="{0450DFA5-83FE-492F-95BF-F438835095B8}"/>
                    </a:ext>
                  </a:extLst>
                </p:cNvPr>
                <p:cNvSpPr/>
                <p:nvPr/>
              </p:nvSpPr>
              <p:spPr>
                <a:xfrm>
                  <a:off x="4565575" y="1409809"/>
                  <a:ext cx="25202" cy="29041"/>
                </a:xfrm>
                <a:custGeom>
                  <a:avLst/>
                  <a:gdLst>
                    <a:gd name="connsiteX0" fmla="*/ 22108 w 25202"/>
                    <a:gd name="connsiteY0" fmla="*/ 27578 h 29041"/>
                    <a:gd name="connsiteX1" fmla="*/ 4021 w 25202"/>
                    <a:gd name="connsiteY1" fmla="*/ 20485 h 29041"/>
                    <a:gd name="connsiteX2" fmla="*/ 3533 w 25202"/>
                    <a:gd name="connsiteY2" fmla="*/ 1201 h 29041"/>
                    <a:gd name="connsiteX3" fmla="*/ 21132 w 25202"/>
                    <a:gd name="connsiteY3" fmla="*/ 8560 h 29041"/>
                    <a:gd name="connsiteX4" fmla="*/ 22108 w 25202"/>
                    <a:gd name="connsiteY4" fmla="*/ 27578 h 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202" h="29041">
                      <a:moveTo>
                        <a:pt x="22108" y="27578"/>
                      </a:moveTo>
                      <a:cubicBezTo>
                        <a:pt x="17630" y="31124"/>
                        <a:pt x="9207" y="28021"/>
                        <a:pt x="4021" y="20485"/>
                      </a:cubicBezTo>
                      <a:cubicBezTo>
                        <a:pt x="-1210" y="12993"/>
                        <a:pt x="-1299" y="4348"/>
                        <a:pt x="3533" y="1201"/>
                      </a:cubicBezTo>
                      <a:cubicBezTo>
                        <a:pt x="8321" y="-1991"/>
                        <a:pt x="16167" y="1423"/>
                        <a:pt x="21132" y="8560"/>
                      </a:cubicBezTo>
                      <a:cubicBezTo>
                        <a:pt x="26053" y="15697"/>
                        <a:pt x="26674" y="23987"/>
                        <a:pt x="22108" y="2757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56" name="Forme libre : forme 26755">
                  <a:extLst>
                    <a:ext uri="{FF2B5EF4-FFF2-40B4-BE49-F238E27FC236}">
                      <a16:creationId xmlns:a16="http://schemas.microsoft.com/office/drawing/2014/main" id="{51A85978-4E2E-4918-B12B-9F8721A69A9C}"/>
                    </a:ext>
                  </a:extLst>
                </p:cNvPr>
                <p:cNvSpPr/>
                <p:nvPr/>
              </p:nvSpPr>
              <p:spPr>
                <a:xfrm>
                  <a:off x="4551738" y="1390628"/>
                  <a:ext cx="29595" cy="48033"/>
                </a:xfrm>
                <a:custGeom>
                  <a:avLst/>
                  <a:gdLst>
                    <a:gd name="connsiteX0" fmla="*/ 9746 w 29595"/>
                    <a:gd name="connsiteY0" fmla="*/ 7172 h 48033"/>
                    <a:gd name="connsiteX1" fmla="*/ 2254 w 29595"/>
                    <a:gd name="connsiteY1" fmla="*/ 13378 h 48033"/>
                    <a:gd name="connsiteX2" fmla="*/ 2520 w 29595"/>
                    <a:gd name="connsiteY2" fmla="*/ 32706 h 48033"/>
                    <a:gd name="connsiteX3" fmla="*/ 13514 w 29595"/>
                    <a:gd name="connsiteY3" fmla="*/ 46360 h 48033"/>
                    <a:gd name="connsiteX4" fmla="*/ 24375 w 29595"/>
                    <a:gd name="connsiteY4" fmla="*/ 45474 h 48033"/>
                    <a:gd name="connsiteX5" fmla="*/ 25040 w 29595"/>
                    <a:gd name="connsiteY5" fmla="*/ 37937 h 48033"/>
                    <a:gd name="connsiteX6" fmla="*/ 26724 w 29595"/>
                    <a:gd name="connsiteY6" fmla="*/ 20116 h 48033"/>
                    <a:gd name="connsiteX7" fmla="*/ 26724 w 29595"/>
                    <a:gd name="connsiteY7" fmla="*/ 1054 h 48033"/>
                    <a:gd name="connsiteX8" fmla="*/ 9746 w 29595"/>
                    <a:gd name="connsiteY8" fmla="*/ 7172 h 48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595" h="48033">
                      <a:moveTo>
                        <a:pt x="9746" y="7172"/>
                      </a:moveTo>
                      <a:cubicBezTo>
                        <a:pt x="6953" y="8856"/>
                        <a:pt x="4115" y="10629"/>
                        <a:pt x="2254" y="13378"/>
                      </a:cubicBezTo>
                      <a:cubicBezTo>
                        <a:pt x="-1293" y="18609"/>
                        <a:pt x="-229" y="26234"/>
                        <a:pt x="2520" y="32706"/>
                      </a:cubicBezTo>
                      <a:cubicBezTo>
                        <a:pt x="4869" y="38115"/>
                        <a:pt x="8416" y="43390"/>
                        <a:pt x="13514" y="46360"/>
                      </a:cubicBezTo>
                      <a:cubicBezTo>
                        <a:pt x="17237" y="48577"/>
                        <a:pt x="22424" y="48887"/>
                        <a:pt x="24375" y="45474"/>
                      </a:cubicBezTo>
                      <a:cubicBezTo>
                        <a:pt x="25572" y="43346"/>
                        <a:pt x="25217" y="40553"/>
                        <a:pt x="25040" y="37937"/>
                      </a:cubicBezTo>
                      <a:cubicBezTo>
                        <a:pt x="24508" y="31820"/>
                        <a:pt x="25173" y="25791"/>
                        <a:pt x="26724" y="20116"/>
                      </a:cubicBezTo>
                      <a:cubicBezTo>
                        <a:pt x="28010" y="15328"/>
                        <a:pt x="32487" y="5310"/>
                        <a:pt x="26724" y="1054"/>
                      </a:cubicBezTo>
                      <a:cubicBezTo>
                        <a:pt x="21537" y="-2759"/>
                        <a:pt x="13647" y="4822"/>
                        <a:pt x="9746" y="717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57" name="Forme libre : forme 26756">
                  <a:extLst>
                    <a:ext uri="{FF2B5EF4-FFF2-40B4-BE49-F238E27FC236}">
                      <a16:creationId xmlns:a16="http://schemas.microsoft.com/office/drawing/2014/main" id="{1DFF637B-9A5F-4C94-B8C9-27832A5FB948}"/>
                    </a:ext>
                  </a:extLst>
                </p:cNvPr>
                <p:cNvSpPr/>
                <p:nvPr/>
              </p:nvSpPr>
              <p:spPr>
                <a:xfrm>
                  <a:off x="4572128" y="1397568"/>
                  <a:ext cx="14207" cy="9209"/>
                </a:xfrm>
                <a:custGeom>
                  <a:avLst/>
                  <a:gdLst>
                    <a:gd name="connsiteX0" fmla="*/ 3231 w 14207"/>
                    <a:gd name="connsiteY0" fmla="*/ 9 h 9209"/>
                    <a:gd name="connsiteX1" fmla="*/ 970 w 14207"/>
                    <a:gd name="connsiteY1" fmla="*/ 585 h 9209"/>
                    <a:gd name="connsiteX2" fmla="*/ 39 w 14207"/>
                    <a:gd name="connsiteY2" fmla="*/ 2669 h 9209"/>
                    <a:gd name="connsiteX3" fmla="*/ 1414 w 14207"/>
                    <a:gd name="connsiteY3" fmla="*/ 4575 h 9209"/>
                    <a:gd name="connsiteX4" fmla="*/ 6290 w 14207"/>
                    <a:gd name="connsiteY4" fmla="*/ 8122 h 9209"/>
                    <a:gd name="connsiteX5" fmla="*/ 8506 w 14207"/>
                    <a:gd name="connsiteY5" fmla="*/ 9097 h 9209"/>
                    <a:gd name="connsiteX6" fmla="*/ 13161 w 14207"/>
                    <a:gd name="connsiteY6" fmla="*/ 3954 h 9209"/>
                    <a:gd name="connsiteX7" fmla="*/ 3231 w 14207"/>
                    <a:gd name="connsiteY7" fmla="*/ 9 h 9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07" h="9209">
                      <a:moveTo>
                        <a:pt x="3231" y="9"/>
                      </a:moveTo>
                      <a:cubicBezTo>
                        <a:pt x="2433" y="53"/>
                        <a:pt x="1591" y="142"/>
                        <a:pt x="970" y="585"/>
                      </a:cubicBezTo>
                      <a:cubicBezTo>
                        <a:pt x="305" y="1029"/>
                        <a:pt x="-138" y="1827"/>
                        <a:pt x="39" y="2669"/>
                      </a:cubicBezTo>
                      <a:cubicBezTo>
                        <a:pt x="172" y="3423"/>
                        <a:pt x="793" y="4043"/>
                        <a:pt x="1414" y="4575"/>
                      </a:cubicBezTo>
                      <a:cubicBezTo>
                        <a:pt x="2921" y="5905"/>
                        <a:pt x="4561" y="7102"/>
                        <a:pt x="6290" y="8122"/>
                      </a:cubicBezTo>
                      <a:cubicBezTo>
                        <a:pt x="6999" y="8521"/>
                        <a:pt x="7753" y="8920"/>
                        <a:pt x="8506" y="9097"/>
                      </a:cubicBezTo>
                      <a:cubicBezTo>
                        <a:pt x="11787" y="9762"/>
                        <a:pt x="16264" y="7412"/>
                        <a:pt x="13161" y="3954"/>
                      </a:cubicBezTo>
                      <a:cubicBezTo>
                        <a:pt x="10767" y="1206"/>
                        <a:pt x="6467" y="-124"/>
                        <a:pt x="3231" y="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58" name="Forme libre : forme 26757">
                  <a:extLst>
                    <a:ext uri="{FF2B5EF4-FFF2-40B4-BE49-F238E27FC236}">
                      <a16:creationId xmlns:a16="http://schemas.microsoft.com/office/drawing/2014/main" id="{A50FD29B-B8D0-4C65-9662-6BA7833C5DBE}"/>
                    </a:ext>
                  </a:extLst>
                </p:cNvPr>
                <p:cNvSpPr/>
                <p:nvPr/>
              </p:nvSpPr>
              <p:spPr>
                <a:xfrm>
                  <a:off x="4563877" y="1443682"/>
                  <a:ext cx="29258" cy="7557"/>
                </a:xfrm>
                <a:custGeom>
                  <a:avLst/>
                  <a:gdLst>
                    <a:gd name="connsiteX0" fmla="*/ 29258 w 29258"/>
                    <a:gd name="connsiteY0" fmla="*/ 3369 h 7557"/>
                    <a:gd name="connsiteX1" fmla="*/ 21279 w 29258"/>
                    <a:gd name="connsiteY1" fmla="*/ 7182 h 7557"/>
                    <a:gd name="connsiteX2" fmla="*/ 0 w 29258"/>
                    <a:gd name="connsiteY2" fmla="*/ 0 h 7557"/>
                    <a:gd name="connsiteX3" fmla="*/ 8955 w 29258"/>
                    <a:gd name="connsiteY3" fmla="*/ 4522 h 7557"/>
                    <a:gd name="connsiteX4" fmla="*/ 29258 w 29258"/>
                    <a:gd name="connsiteY4" fmla="*/ 3369 h 7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258" h="7557">
                      <a:moveTo>
                        <a:pt x="29258" y="3369"/>
                      </a:moveTo>
                      <a:cubicBezTo>
                        <a:pt x="29258" y="3369"/>
                        <a:pt x="26377" y="6118"/>
                        <a:pt x="21279" y="7182"/>
                      </a:cubicBezTo>
                      <a:cubicBezTo>
                        <a:pt x="16136" y="8245"/>
                        <a:pt x="8600" y="7403"/>
                        <a:pt x="0" y="0"/>
                      </a:cubicBezTo>
                      <a:cubicBezTo>
                        <a:pt x="0" y="0"/>
                        <a:pt x="3546" y="2704"/>
                        <a:pt x="8955" y="4522"/>
                      </a:cubicBezTo>
                      <a:cubicBezTo>
                        <a:pt x="14363" y="6384"/>
                        <a:pt x="21900" y="7093"/>
                        <a:pt x="29258" y="33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59" name="Forme libre : forme 26758">
                  <a:extLst>
                    <a:ext uri="{FF2B5EF4-FFF2-40B4-BE49-F238E27FC236}">
                      <a16:creationId xmlns:a16="http://schemas.microsoft.com/office/drawing/2014/main" id="{113E9599-68EE-4CD3-838E-0B668BF5FABD}"/>
                    </a:ext>
                  </a:extLst>
                </p:cNvPr>
                <p:cNvSpPr/>
                <p:nvPr/>
              </p:nvSpPr>
              <p:spPr>
                <a:xfrm>
                  <a:off x="4563744" y="1382976"/>
                  <a:ext cx="28903" cy="10124"/>
                </a:xfrm>
                <a:custGeom>
                  <a:avLst/>
                  <a:gdLst>
                    <a:gd name="connsiteX0" fmla="*/ 28904 w 28903"/>
                    <a:gd name="connsiteY0" fmla="*/ 10124 h 10124"/>
                    <a:gd name="connsiteX1" fmla="*/ 21013 w 28903"/>
                    <a:gd name="connsiteY1" fmla="*/ 3120 h 10124"/>
                    <a:gd name="connsiteX2" fmla="*/ 0 w 28903"/>
                    <a:gd name="connsiteY2" fmla="*/ 2588 h 10124"/>
                    <a:gd name="connsiteX3" fmla="*/ 9797 w 28903"/>
                    <a:gd name="connsiteY3" fmla="*/ 1347 h 10124"/>
                    <a:gd name="connsiteX4" fmla="*/ 28904 w 28903"/>
                    <a:gd name="connsiteY4" fmla="*/ 10124 h 10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903" h="10124">
                      <a:moveTo>
                        <a:pt x="28904" y="10124"/>
                      </a:moveTo>
                      <a:cubicBezTo>
                        <a:pt x="28904" y="10124"/>
                        <a:pt x="26111" y="6179"/>
                        <a:pt x="21013" y="3120"/>
                      </a:cubicBezTo>
                      <a:cubicBezTo>
                        <a:pt x="15959" y="150"/>
                        <a:pt x="8689" y="-1845"/>
                        <a:pt x="0" y="2588"/>
                      </a:cubicBezTo>
                      <a:cubicBezTo>
                        <a:pt x="0" y="2588"/>
                        <a:pt x="4078" y="1081"/>
                        <a:pt x="9797" y="1347"/>
                      </a:cubicBezTo>
                      <a:cubicBezTo>
                        <a:pt x="15427" y="1568"/>
                        <a:pt x="22742" y="3608"/>
                        <a:pt x="28904" y="101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60" name="Forme libre : forme 26759">
                  <a:extLst>
                    <a:ext uri="{FF2B5EF4-FFF2-40B4-BE49-F238E27FC236}">
                      <a16:creationId xmlns:a16="http://schemas.microsoft.com/office/drawing/2014/main" id="{9309DD03-5DB8-4FF3-B15B-B2BEBED3CCB9}"/>
                    </a:ext>
                  </a:extLst>
                </p:cNvPr>
                <p:cNvSpPr/>
                <p:nvPr/>
              </p:nvSpPr>
              <p:spPr>
                <a:xfrm>
                  <a:off x="4580934" y="1415839"/>
                  <a:ext cx="7564" cy="11772"/>
                </a:xfrm>
                <a:custGeom>
                  <a:avLst/>
                  <a:gdLst>
                    <a:gd name="connsiteX0" fmla="*/ 5685 w 7564"/>
                    <a:gd name="connsiteY0" fmla="*/ 11706 h 11772"/>
                    <a:gd name="connsiteX1" fmla="*/ 498 w 7564"/>
                    <a:gd name="connsiteY1" fmla="*/ 6697 h 11772"/>
                    <a:gd name="connsiteX2" fmla="*/ 1961 w 7564"/>
                    <a:gd name="connsiteY2" fmla="*/ 47 h 11772"/>
                    <a:gd name="connsiteX3" fmla="*/ 7104 w 7564"/>
                    <a:gd name="connsiteY3" fmla="*/ 5012 h 11772"/>
                    <a:gd name="connsiteX4" fmla="*/ 5685 w 7564"/>
                    <a:gd name="connsiteY4" fmla="*/ 11706 h 11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64" h="11772">
                      <a:moveTo>
                        <a:pt x="5685" y="11706"/>
                      </a:moveTo>
                      <a:cubicBezTo>
                        <a:pt x="3868" y="12194"/>
                        <a:pt x="1562" y="9933"/>
                        <a:pt x="498" y="6697"/>
                      </a:cubicBezTo>
                      <a:cubicBezTo>
                        <a:pt x="-566" y="3461"/>
                        <a:pt x="144" y="490"/>
                        <a:pt x="1961" y="47"/>
                      </a:cubicBezTo>
                      <a:cubicBezTo>
                        <a:pt x="3779" y="-352"/>
                        <a:pt x="6084" y="1820"/>
                        <a:pt x="7104" y="5012"/>
                      </a:cubicBezTo>
                      <a:cubicBezTo>
                        <a:pt x="8079" y="8204"/>
                        <a:pt x="7458" y="11219"/>
                        <a:pt x="5685" y="1170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61" name="Forme libre : forme 26760">
                  <a:extLst>
                    <a:ext uri="{FF2B5EF4-FFF2-40B4-BE49-F238E27FC236}">
                      <a16:creationId xmlns:a16="http://schemas.microsoft.com/office/drawing/2014/main" id="{820EFD9C-C50A-4B40-B24B-C17F39137C82}"/>
                    </a:ext>
                  </a:extLst>
                </p:cNvPr>
                <p:cNvSpPr/>
                <p:nvPr/>
              </p:nvSpPr>
              <p:spPr>
                <a:xfrm>
                  <a:off x="4585803" y="1425468"/>
                  <a:ext cx="3112" cy="3191"/>
                </a:xfrm>
                <a:custGeom>
                  <a:avLst/>
                  <a:gdLst>
                    <a:gd name="connsiteX0" fmla="*/ 2545 w 3112"/>
                    <a:gd name="connsiteY0" fmla="*/ 2919 h 3191"/>
                    <a:gd name="connsiteX1" fmla="*/ 328 w 3112"/>
                    <a:gd name="connsiteY1" fmla="*/ 2476 h 3191"/>
                    <a:gd name="connsiteX2" fmla="*/ 594 w 3112"/>
                    <a:gd name="connsiteY2" fmla="*/ 259 h 3191"/>
                    <a:gd name="connsiteX3" fmla="*/ 2766 w 3112"/>
                    <a:gd name="connsiteY3" fmla="*/ 747 h 3191"/>
                    <a:gd name="connsiteX4" fmla="*/ 2545 w 3112"/>
                    <a:gd name="connsiteY4" fmla="*/ 2919 h 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12" h="3191">
                      <a:moveTo>
                        <a:pt x="2545" y="2919"/>
                      </a:moveTo>
                      <a:cubicBezTo>
                        <a:pt x="1880" y="3407"/>
                        <a:pt x="905" y="3229"/>
                        <a:pt x="328" y="2476"/>
                      </a:cubicBezTo>
                      <a:cubicBezTo>
                        <a:pt x="-204" y="1722"/>
                        <a:pt x="-71" y="747"/>
                        <a:pt x="594" y="259"/>
                      </a:cubicBezTo>
                      <a:cubicBezTo>
                        <a:pt x="1259" y="-228"/>
                        <a:pt x="2234" y="-7"/>
                        <a:pt x="2766" y="747"/>
                      </a:cubicBezTo>
                      <a:cubicBezTo>
                        <a:pt x="3298" y="1456"/>
                        <a:pt x="3210" y="2431"/>
                        <a:pt x="2545" y="29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62" name="Forme libre : forme 26761">
                  <a:extLst>
                    <a:ext uri="{FF2B5EF4-FFF2-40B4-BE49-F238E27FC236}">
                      <a16:creationId xmlns:a16="http://schemas.microsoft.com/office/drawing/2014/main" id="{34B2E5A9-1E7F-4938-BC69-79A8ECC89A1F}"/>
                    </a:ext>
                  </a:extLst>
                </p:cNvPr>
                <p:cNvSpPr/>
                <p:nvPr/>
              </p:nvSpPr>
              <p:spPr>
                <a:xfrm>
                  <a:off x="4590398" y="1406931"/>
                  <a:ext cx="16007" cy="35052"/>
                </a:xfrm>
                <a:custGeom>
                  <a:avLst/>
                  <a:gdLst>
                    <a:gd name="connsiteX0" fmla="*/ 14131 w 16007"/>
                    <a:gd name="connsiteY0" fmla="*/ 23761 h 35052"/>
                    <a:gd name="connsiteX1" fmla="*/ 5442 w 16007"/>
                    <a:gd name="connsiteY1" fmla="*/ 33780 h 35052"/>
                    <a:gd name="connsiteX2" fmla="*/ 832 w 16007"/>
                    <a:gd name="connsiteY2" fmla="*/ 34445 h 35052"/>
                    <a:gd name="connsiteX3" fmla="*/ 566 w 16007"/>
                    <a:gd name="connsiteY3" fmla="*/ 30012 h 35052"/>
                    <a:gd name="connsiteX4" fmla="*/ 5841 w 16007"/>
                    <a:gd name="connsiteY4" fmla="*/ 16979 h 35052"/>
                    <a:gd name="connsiteX5" fmla="*/ 5575 w 16007"/>
                    <a:gd name="connsiteY5" fmla="*/ 0 h 35052"/>
                    <a:gd name="connsiteX6" fmla="*/ 12402 w 16007"/>
                    <a:gd name="connsiteY6" fmla="*/ 5497 h 35052"/>
                    <a:gd name="connsiteX7" fmla="*/ 15860 w 16007"/>
                    <a:gd name="connsiteY7" fmla="*/ 13787 h 35052"/>
                    <a:gd name="connsiteX8" fmla="*/ 14131 w 16007"/>
                    <a:gd name="connsiteY8" fmla="*/ 23761 h 35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07" h="35052">
                      <a:moveTo>
                        <a:pt x="14131" y="23761"/>
                      </a:moveTo>
                      <a:cubicBezTo>
                        <a:pt x="12180" y="27796"/>
                        <a:pt x="8944" y="31032"/>
                        <a:pt x="5442" y="33780"/>
                      </a:cubicBezTo>
                      <a:cubicBezTo>
                        <a:pt x="4156" y="34800"/>
                        <a:pt x="2206" y="35687"/>
                        <a:pt x="832" y="34445"/>
                      </a:cubicBezTo>
                      <a:cubicBezTo>
                        <a:pt x="-410" y="33293"/>
                        <a:pt x="-55" y="31431"/>
                        <a:pt x="566" y="30012"/>
                      </a:cubicBezTo>
                      <a:cubicBezTo>
                        <a:pt x="2560" y="25668"/>
                        <a:pt x="5752" y="21767"/>
                        <a:pt x="5841" y="16979"/>
                      </a:cubicBezTo>
                      <a:cubicBezTo>
                        <a:pt x="5841" y="14009"/>
                        <a:pt x="477" y="89"/>
                        <a:pt x="5575" y="0"/>
                      </a:cubicBezTo>
                      <a:cubicBezTo>
                        <a:pt x="8102" y="0"/>
                        <a:pt x="10540" y="2483"/>
                        <a:pt x="12402" y="5497"/>
                      </a:cubicBezTo>
                      <a:cubicBezTo>
                        <a:pt x="14220" y="8600"/>
                        <a:pt x="15638" y="11881"/>
                        <a:pt x="15860" y="13787"/>
                      </a:cubicBezTo>
                      <a:cubicBezTo>
                        <a:pt x="16347" y="17289"/>
                        <a:pt x="15594" y="20791"/>
                        <a:pt x="14131" y="2376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35" name="Graphique 2">
                <a:extLst>
                  <a:ext uri="{FF2B5EF4-FFF2-40B4-BE49-F238E27FC236}">
                    <a16:creationId xmlns:a16="http://schemas.microsoft.com/office/drawing/2014/main" id="{6DA53AA3-6345-4B4C-8312-B67D92B30EA5}"/>
                  </a:ext>
                </a:extLst>
              </p:cNvPr>
              <p:cNvGrpSpPr/>
              <p:nvPr/>
            </p:nvGrpSpPr>
            <p:grpSpPr>
              <a:xfrm>
                <a:off x="4586978" y="1435378"/>
                <a:ext cx="71596" cy="68252"/>
                <a:chOff x="4586978" y="1435378"/>
                <a:chExt cx="71596" cy="68252"/>
              </a:xfrm>
              <a:solidFill>
                <a:schemeClr val="accent1"/>
              </a:solidFill>
            </p:grpSpPr>
            <p:sp>
              <p:nvSpPr>
                <p:cNvPr id="26739" name="Forme libre : forme 26738">
                  <a:extLst>
                    <a:ext uri="{FF2B5EF4-FFF2-40B4-BE49-F238E27FC236}">
                      <a16:creationId xmlns:a16="http://schemas.microsoft.com/office/drawing/2014/main" id="{5943AEE9-A8AA-46DA-B42C-B23586EE5C48}"/>
                    </a:ext>
                  </a:extLst>
                </p:cNvPr>
                <p:cNvSpPr/>
                <p:nvPr/>
              </p:nvSpPr>
              <p:spPr>
                <a:xfrm>
                  <a:off x="4586978" y="1435378"/>
                  <a:ext cx="71596" cy="68252"/>
                </a:xfrm>
                <a:custGeom>
                  <a:avLst/>
                  <a:gdLst>
                    <a:gd name="connsiteX0" fmla="*/ 35594 w 71596"/>
                    <a:gd name="connsiteY0" fmla="*/ 64826 h 68252"/>
                    <a:gd name="connsiteX1" fmla="*/ 21585 w 71596"/>
                    <a:gd name="connsiteY1" fmla="*/ 56181 h 68252"/>
                    <a:gd name="connsiteX2" fmla="*/ 15024 w 71596"/>
                    <a:gd name="connsiteY2" fmla="*/ 51394 h 68252"/>
                    <a:gd name="connsiteX3" fmla="*/ 8951 w 71596"/>
                    <a:gd name="connsiteY3" fmla="*/ 46295 h 68252"/>
                    <a:gd name="connsiteX4" fmla="*/ 2567 w 71596"/>
                    <a:gd name="connsiteY4" fmla="*/ 38183 h 68252"/>
                    <a:gd name="connsiteX5" fmla="*/ 40 w 71596"/>
                    <a:gd name="connsiteY5" fmla="*/ 29405 h 68252"/>
                    <a:gd name="connsiteX6" fmla="*/ 5848 w 71596"/>
                    <a:gd name="connsiteY6" fmla="*/ 14820 h 68252"/>
                    <a:gd name="connsiteX7" fmla="*/ 17329 w 71596"/>
                    <a:gd name="connsiteY7" fmla="*/ 4935 h 68252"/>
                    <a:gd name="connsiteX8" fmla="*/ 31870 w 71596"/>
                    <a:gd name="connsiteY8" fmla="*/ 14 h 68252"/>
                    <a:gd name="connsiteX9" fmla="*/ 39140 w 71596"/>
                    <a:gd name="connsiteY9" fmla="*/ 1344 h 68252"/>
                    <a:gd name="connsiteX10" fmla="*/ 45302 w 71596"/>
                    <a:gd name="connsiteY10" fmla="*/ 4979 h 68252"/>
                    <a:gd name="connsiteX11" fmla="*/ 49159 w 71596"/>
                    <a:gd name="connsiteY11" fmla="*/ 8304 h 68252"/>
                    <a:gd name="connsiteX12" fmla="*/ 53149 w 71596"/>
                    <a:gd name="connsiteY12" fmla="*/ 11185 h 68252"/>
                    <a:gd name="connsiteX13" fmla="*/ 61261 w 71596"/>
                    <a:gd name="connsiteY13" fmla="*/ 16283 h 68252"/>
                    <a:gd name="connsiteX14" fmla="*/ 66226 w 71596"/>
                    <a:gd name="connsiteY14" fmla="*/ 20317 h 68252"/>
                    <a:gd name="connsiteX15" fmla="*/ 69684 w 71596"/>
                    <a:gd name="connsiteY15" fmla="*/ 26125 h 68252"/>
                    <a:gd name="connsiteX16" fmla="*/ 71457 w 71596"/>
                    <a:gd name="connsiteY16" fmla="*/ 33395 h 68252"/>
                    <a:gd name="connsiteX17" fmla="*/ 70970 w 71596"/>
                    <a:gd name="connsiteY17" fmla="*/ 41197 h 68252"/>
                    <a:gd name="connsiteX18" fmla="*/ 67202 w 71596"/>
                    <a:gd name="connsiteY18" fmla="*/ 55827 h 68252"/>
                    <a:gd name="connsiteX19" fmla="*/ 63301 w 71596"/>
                    <a:gd name="connsiteY19" fmla="*/ 62831 h 68252"/>
                    <a:gd name="connsiteX20" fmla="*/ 56030 w 71596"/>
                    <a:gd name="connsiteY20" fmla="*/ 67087 h 68252"/>
                    <a:gd name="connsiteX21" fmla="*/ 46277 w 71596"/>
                    <a:gd name="connsiteY21" fmla="*/ 68062 h 68252"/>
                    <a:gd name="connsiteX22" fmla="*/ 35594 w 71596"/>
                    <a:gd name="connsiteY22" fmla="*/ 64826 h 68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1596" h="68252">
                      <a:moveTo>
                        <a:pt x="35594" y="64826"/>
                      </a:moveTo>
                      <a:cubicBezTo>
                        <a:pt x="30850" y="62033"/>
                        <a:pt x="25841" y="59462"/>
                        <a:pt x="21585" y="56181"/>
                      </a:cubicBezTo>
                      <a:cubicBezTo>
                        <a:pt x="19413" y="54585"/>
                        <a:pt x="17152" y="53078"/>
                        <a:pt x="15024" y="51394"/>
                      </a:cubicBezTo>
                      <a:lnTo>
                        <a:pt x="8951" y="46295"/>
                      </a:lnTo>
                      <a:cubicBezTo>
                        <a:pt x="6025" y="43946"/>
                        <a:pt x="4119" y="41020"/>
                        <a:pt x="2567" y="38183"/>
                      </a:cubicBezTo>
                      <a:cubicBezTo>
                        <a:pt x="1016" y="35301"/>
                        <a:pt x="173" y="32331"/>
                        <a:pt x="40" y="29405"/>
                      </a:cubicBezTo>
                      <a:cubicBezTo>
                        <a:pt x="-314" y="23598"/>
                        <a:pt x="1680" y="18367"/>
                        <a:pt x="5848" y="14820"/>
                      </a:cubicBezTo>
                      <a:lnTo>
                        <a:pt x="17329" y="4935"/>
                      </a:lnTo>
                      <a:cubicBezTo>
                        <a:pt x="21496" y="1344"/>
                        <a:pt x="26860" y="-163"/>
                        <a:pt x="31870" y="14"/>
                      </a:cubicBezTo>
                      <a:cubicBezTo>
                        <a:pt x="34352" y="147"/>
                        <a:pt x="36835" y="590"/>
                        <a:pt x="39140" y="1344"/>
                      </a:cubicBezTo>
                      <a:cubicBezTo>
                        <a:pt x="41445" y="2098"/>
                        <a:pt x="43440" y="3560"/>
                        <a:pt x="45302" y="4979"/>
                      </a:cubicBezTo>
                      <a:lnTo>
                        <a:pt x="49159" y="8304"/>
                      </a:lnTo>
                      <a:cubicBezTo>
                        <a:pt x="50489" y="9323"/>
                        <a:pt x="51819" y="10210"/>
                        <a:pt x="53149" y="11185"/>
                      </a:cubicBezTo>
                      <a:cubicBezTo>
                        <a:pt x="55720" y="13269"/>
                        <a:pt x="58557" y="14554"/>
                        <a:pt x="61261" y="16283"/>
                      </a:cubicBezTo>
                      <a:cubicBezTo>
                        <a:pt x="63212" y="17259"/>
                        <a:pt x="64852" y="18544"/>
                        <a:pt x="66226" y="20317"/>
                      </a:cubicBezTo>
                      <a:cubicBezTo>
                        <a:pt x="67556" y="22179"/>
                        <a:pt x="68798" y="23820"/>
                        <a:pt x="69684" y="26125"/>
                      </a:cubicBezTo>
                      <a:cubicBezTo>
                        <a:pt x="70571" y="28341"/>
                        <a:pt x="71191" y="30824"/>
                        <a:pt x="71457" y="33395"/>
                      </a:cubicBezTo>
                      <a:cubicBezTo>
                        <a:pt x="71723" y="35922"/>
                        <a:pt x="71635" y="38538"/>
                        <a:pt x="70970" y="41197"/>
                      </a:cubicBezTo>
                      <a:lnTo>
                        <a:pt x="67202" y="55827"/>
                      </a:lnTo>
                      <a:cubicBezTo>
                        <a:pt x="66537" y="58487"/>
                        <a:pt x="65207" y="60880"/>
                        <a:pt x="63301" y="62831"/>
                      </a:cubicBezTo>
                      <a:cubicBezTo>
                        <a:pt x="61439" y="64737"/>
                        <a:pt x="58956" y="66156"/>
                        <a:pt x="56030" y="67087"/>
                      </a:cubicBezTo>
                      <a:cubicBezTo>
                        <a:pt x="53149" y="67929"/>
                        <a:pt x="49691" y="68594"/>
                        <a:pt x="46277" y="68062"/>
                      </a:cubicBezTo>
                      <a:cubicBezTo>
                        <a:pt x="42820" y="67574"/>
                        <a:pt x="39096" y="66599"/>
                        <a:pt x="35594" y="6482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40" name="Forme libre : forme 26739">
                  <a:extLst>
                    <a:ext uri="{FF2B5EF4-FFF2-40B4-BE49-F238E27FC236}">
                      <a16:creationId xmlns:a16="http://schemas.microsoft.com/office/drawing/2014/main" id="{CE19845F-0EC9-4B3D-B185-0D422635E935}"/>
                    </a:ext>
                  </a:extLst>
                </p:cNvPr>
                <p:cNvSpPr/>
                <p:nvPr/>
              </p:nvSpPr>
              <p:spPr>
                <a:xfrm>
                  <a:off x="4587022" y="1445898"/>
                  <a:ext cx="67290" cy="57732"/>
                </a:xfrm>
                <a:custGeom>
                  <a:avLst/>
                  <a:gdLst>
                    <a:gd name="connsiteX0" fmla="*/ 24688 w 67290"/>
                    <a:gd name="connsiteY0" fmla="*/ 25402 h 57732"/>
                    <a:gd name="connsiteX1" fmla="*/ 17861 w 67290"/>
                    <a:gd name="connsiteY1" fmla="*/ 20569 h 57732"/>
                    <a:gd name="connsiteX2" fmla="*/ 13074 w 67290"/>
                    <a:gd name="connsiteY2" fmla="*/ 14230 h 57732"/>
                    <a:gd name="connsiteX3" fmla="*/ 10813 w 67290"/>
                    <a:gd name="connsiteY3" fmla="*/ 0 h 57732"/>
                    <a:gd name="connsiteX4" fmla="*/ 5848 w 67290"/>
                    <a:gd name="connsiteY4" fmla="*/ 4300 h 57732"/>
                    <a:gd name="connsiteX5" fmla="*/ 40 w 67290"/>
                    <a:gd name="connsiteY5" fmla="*/ 18885 h 57732"/>
                    <a:gd name="connsiteX6" fmla="*/ 2567 w 67290"/>
                    <a:gd name="connsiteY6" fmla="*/ 27662 h 57732"/>
                    <a:gd name="connsiteX7" fmla="*/ 8951 w 67290"/>
                    <a:gd name="connsiteY7" fmla="*/ 35775 h 57732"/>
                    <a:gd name="connsiteX8" fmla="*/ 15024 w 67290"/>
                    <a:gd name="connsiteY8" fmla="*/ 40873 h 57732"/>
                    <a:gd name="connsiteX9" fmla="*/ 21585 w 67290"/>
                    <a:gd name="connsiteY9" fmla="*/ 45661 h 57732"/>
                    <a:gd name="connsiteX10" fmla="*/ 35594 w 67290"/>
                    <a:gd name="connsiteY10" fmla="*/ 54305 h 57732"/>
                    <a:gd name="connsiteX11" fmla="*/ 46233 w 67290"/>
                    <a:gd name="connsiteY11" fmla="*/ 57542 h 57732"/>
                    <a:gd name="connsiteX12" fmla="*/ 55986 w 67290"/>
                    <a:gd name="connsiteY12" fmla="*/ 56566 h 57732"/>
                    <a:gd name="connsiteX13" fmla="*/ 63256 w 67290"/>
                    <a:gd name="connsiteY13" fmla="*/ 52310 h 57732"/>
                    <a:gd name="connsiteX14" fmla="*/ 67157 w 67290"/>
                    <a:gd name="connsiteY14" fmla="*/ 45306 h 57732"/>
                    <a:gd name="connsiteX15" fmla="*/ 67290 w 67290"/>
                    <a:gd name="connsiteY15" fmla="*/ 44819 h 57732"/>
                    <a:gd name="connsiteX16" fmla="*/ 55897 w 67290"/>
                    <a:gd name="connsiteY16" fmla="*/ 41538 h 57732"/>
                    <a:gd name="connsiteX17" fmla="*/ 45258 w 67290"/>
                    <a:gd name="connsiteY17" fmla="*/ 36662 h 57732"/>
                    <a:gd name="connsiteX18" fmla="*/ 35106 w 67290"/>
                    <a:gd name="connsiteY18" fmla="*/ 31032 h 57732"/>
                    <a:gd name="connsiteX19" fmla="*/ 24688 w 67290"/>
                    <a:gd name="connsiteY19" fmla="*/ 25402 h 57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7290" h="57732">
                      <a:moveTo>
                        <a:pt x="24688" y="25402"/>
                      </a:moveTo>
                      <a:cubicBezTo>
                        <a:pt x="22206" y="24072"/>
                        <a:pt x="19856" y="22476"/>
                        <a:pt x="17861" y="20569"/>
                      </a:cubicBezTo>
                      <a:cubicBezTo>
                        <a:pt x="15955" y="18619"/>
                        <a:pt x="14359" y="16447"/>
                        <a:pt x="13074" y="14230"/>
                      </a:cubicBezTo>
                      <a:cubicBezTo>
                        <a:pt x="10591" y="9708"/>
                        <a:pt x="9882" y="4610"/>
                        <a:pt x="10813" y="0"/>
                      </a:cubicBezTo>
                      <a:lnTo>
                        <a:pt x="5848" y="4300"/>
                      </a:lnTo>
                      <a:cubicBezTo>
                        <a:pt x="1681" y="7891"/>
                        <a:pt x="-314" y="13122"/>
                        <a:pt x="40" y="18885"/>
                      </a:cubicBezTo>
                      <a:cubicBezTo>
                        <a:pt x="173" y="21811"/>
                        <a:pt x="1016" y="24781"/>
                        <a:pt x="2567" y="27662"/>
                      </a:cubicBezTo>
                      <a:cubicBezTo>
                        <a:pt x="4119" y="30544"/>
                        <a:pt x="6025" y="33426"/>
                        <a:pt x="8951" y="35775"/>
                      </a:cubicBezTo>
                      <a:lnTo>
                        <a:pt x="15024" y="40873"/>
                      </a:lnTo>
                      <a:cubicBezTo>
                        <a:pt x="17108" y="42513"/>
                        <a:pt x="19369" y="44065"/>
                        <a:pt x="21585" y="45661"/>
                      </a:cubicBezTo>
                      <a:cubicBezTo>
                        <a:pt x="25841" y="48941"/>
                        <a:pt x="30850" y="51513"/>
                        <a:pt x="35594" y="54305"/>
                      </a:cubicBezTo>
                      <a:cubicBezTo>
                        <a:pt x="39051" y="56079"/>
                        <a:pt x="42775" y="57054"/>
                        <a:pt x="46233" y="57542"/>
                      </a:cubicBezTo>
                      <a:cubicBezTo>
                        <a:pt x="49647" y="58074"/>
                        <a:pt x="53104" y="57409"/>
                        <a:pt x="55986" y="56566"/>
                      </a:cubicBezTo>
                      <a:cubicBezTo>
                        <a:pt x="58912" y="55635"/>
                        <a:pt x="61350" y="54172"/>
                        <a:pt x="63256" y="52310"/>
                      </a:cubicBezTo>
                      <a:cubicBezTo>
                        <a:pt x="65162" y="50360"/>
                        <a:pt x="66492" y="47922"/>
                        <a:pt x="67157" y="45306"/>
                      </a:cubicBezTo>
                      <a:lnTo>
                        <a:pt x="67290" y="44819"/>
                      </a:lnTo>
                      <a:cubicBezTo>
                        <a:pt x="63345" y="44154"/>
                        <a:pt x="59621" y="42735"/>
                        <a:pt x="55897" y="41538"/>
                      </a:cubicBezTo>
                      <a:cubicBezTo>
                        <a:pt x="52262" y="40031"/>
                        <a:pt x="48760" y="38302"/>
                        <a:pt x="45258" y="36662"/>
                      </a:cubicBezTo>
                      <a:cubicBezTo>
                        <a:pt x="41933" y="34667"/>
                        <a:pt x="38475" y="32938"/>
                        <a:pt x="35106" y="31032"/>
                      </a:cubicBezTo>
                      <a:cubicBezTo>
                        <a:pt x="31826" y="28948"/>
                        <a:pt x="28146" y="27308"/>
                        <a:pt x="24688" y="25402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41" name="Forme libre : forme 26740">
                  <a:extLst>
                    <a:ext uri="{FF2B5EF4-FFF2-40B4-BE49-F238E27FC236}">
                      <a16:creationId xmlns:a16="http://schemas.microsoft.com/office/drawing/2014/main" id="{FEDD47E6-8CE5-4D3C-A56A-A6BD041CCE49}"/>
                    </a:ext>
                  </a:extLst>
                </p:cNvPr>
                <p:cNvSpPr/>
                <p:nvPr/>
              </p:nvSpPr>
              <p:spPr>
                <a:xfrm>
                  <a:off x="4612938" y="1460288"/>
                  <a:ext cx="29490" cy="24756"/>
                </a:xfrm>
                <a:custGeom>
                  <a:avLst/>
                  <a:gdLst>
                    <a:gd name="connsiteX0" fmla="*/ 28917 w 29490"/>
                    <a:gd name="connsiteY0" fmla="*/ 20011 h 24756"/>
                    <a:gd name="connsiteX1" fmla="*/ 21381 w 29490"/>
                    <a:gd name="connsiteY1" fmla="*/ 24666 h 24756"/>
                    <a:gd name="connsiteX2" fmla="*/ 15396 w 29490"/>
                    <a:gd name="connsiteY2" fmla="*/ 24045 h 24756"/>
                    <a:gd name="connsiteX3" fmla="*/ 9013 w 29490"/>
                    <a:gd name="connsiteY3" fmla="*/ 21252 h 24756"/>
                    <a:gd name="connsiteX4" fmla="*/ 3826 w 29490"/>
                    <a:gd name="connsiteY4" fmla="*/ 16642 h 24756"/>
                    <a:gd name="connsiteX5" fmla="*/ 723 w 29490"/>
                    <a:gd name="connsiteY5" fmla="*/ 11588 h 24756"/>
                    <a:gd name="connsiteX6" fmla="*/ 1698 w 29490"/>
                    <a:gd name="connsiteY6" fmla="*/ 2766 h 24756"/>
                    <a:gd name="connsiteX7" fmla="*/ 9899 w 29490"/>
                    <a:gd name="connsiteY7" fmla="*/ 62 h 24756"/>
                    <a:gd name="connsiteX8" fmla="*/ 15086 w 29490"/>
                    <a:gd name="connsiteY8" fmla="*/ 1082 h 24756"/>
                    <a:gd name="connsiteX9" fmla="*/ 20228 w 29490"/>
                    <a:gd name="connsiteY9" fmla="*/ 3697 h 24756"/>
                    <a:gd name="connsiteX10" fmla="*/ 24706 w 29490"/>
                    <a:gd name="connsiteY10" fmla="*/ 7288 h 24756"/>
                    <a:gd name="connsiteX11" fmla="*/ 27853 w 29490"/>
                    <a:gd name="connsiteY11" fmla="*/ 11455 h 24756"/>
                    <a:gd name="connsiteX12" fmla="*/ 28917 w 29490"/>
                    <a:gd name="connsiteY12" fmla="*/ 20011 h 24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490" h="24756">
                      <a:moveTo>
                        <a:pt x="28917" y="20011"/>
                      </a:moveTo>
                      <a:cubicBezTo>
                        <a:pt x="27809" y="22671"/>
                        <a:pt x="25060" y="24267"/>
                        <a:pt x="21381" y="24666"/>
                      </a:cubicBezTo>
                      <a:cubicBezTo>
                        <a:pt x="19519" y="24887"/>
                        <a:pt x="17436" y="24710"/>
                        <a:pt x="15396" y="24045"/>
                      </a:cubicBezTo>
                      <a:cubicBezTo>
                        <a:pt x="13313" y="23425"/>
                        <a:pt x="11141" y="22494"/>
                        <a:pt x="9013" y="21252"/>
                      </a:cubicBezTo>
                      <a:cubicBezTo>
                        <a:pt x="6929" y="19967"/>
                        <a:pt x="5245" y="18282"/>
                        <a:pt x="3826" y="16642"/>
                      </a:cubicBezTo>
                      <a:cubicBezTo>
                        <a:pt x="2452" y="14957"/>
                        <a:pt x="1299" y="13317"/>
                        <a:pt x="723" y="11588"/>
                      </a:cubicBezTo>
                      <a:cubicBezTo>
                        <a:pt x="-474" y="8130"/>
                        <a:pt x="-208" y="4939"/>
                        <a:pt x="1698" y="2766"/>
                      </a:cubicBezTo>
                      <a:cubicBezTo>
                        <a:pt x="3560" y="594"/>
                        <a:pt x="6619" y="-248"/>
                        <a:pt x="9899" y="62"/>
                      </a:cubicBezTo>
                      <a:cubicBezTo>
                        <a:pt x="11540" y="239"/>
                        <a:pt x="13357" y="461"/>
                        <a:pt x="15086" y="1082"/>
                      </a:cubicBezTo>
                      <a:cubicBezTo>
                        <a:pt x="16859" y="1658"/>
                        <a:pt x="18544" y="2633"/>
                        <a:pt x="20228" y="3697"/>
                      </a:cubicBezTo>
                      <a:cubicBezTo>
                        <a:pt x="21957" y="4717"/>
                        <a:pt x="23465" y="5914"/>
                        <a:pt x="24706" y="7288"/>
                      </a:cubicBezTo>
                      <a:cubicBezTo>
                        <a:pt x="25947" y="8707"/>
                        <a:pt x="27011" y="10081"/>
                        <a:pt x="27853" y="11455"/>
                      </a:cubicBezTo>
                      <a:cubicBezTo>
                        <a:pt x="29449" y="14248"/>
                        <a:pt x="30026" y="17351"/>
                        <a:pt x="28917" y="20011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42" name="Forme libre : forme 26741">
                  <a:extLst>
                    <a:ext uri="{FF2B5EF4-FFF2-40B4-BE49-F238E27FC236}">
                      <a16:creationId xmlns:a16="http://schemas.microsoft.com/office/drawing/2014/main" id="{377F0022-3DCF-4DD5-9A24-D06C76BEE60D}"/>
                    </a:ext>
                  </a:extLst>
                </p:cNvPr>
                <p:cNvSpPr/>
                <p:nvPr/>
              </p:nvSpPr>
              <p:spPr>
                <a:xfrm>
                  <a:off x="4612906" y="1460270"/>
                  <a:ext cx="16447" cy="24328"/>
                </a:xfrm>
                <a:custGeom>
                  <a:avLst/>
                  <a:gdLst>
                    <a:gd name="connsiteX0" fmla="*/ 12414 w 16447"/>
                    <a:gd name="connsiteY0" fmla="*/ 390 h 24328"/>
                    <a:gd name="connsiteX1" fmla="*/ 6340 w 16447"/>
                    <a:gd name="connsiteY1" fmla="*/ 213 h 24328"/>
                    <a:gd name="connsiteX2" fmla="*/ 1685 w 16447"/>
                    <a:gd name="connsiteY2" fmla="*/ 2784 h 24328"/>
                    <a:gd name="connsiteX3" fmla="*/ 710 w 16447"/>
                    <a:gd name="connsiteY3" fmla="*/ 11606 h 24328"/>
                    <a:gd name="connsiteX4" fmla="*/ 3813 w 16447"/>
                    <a:gd name="connsiteY4" fmla="*/ 16660 h 24328"/>
                    <a:gd name="connsiteX5" fmla="*/ 9000 w 16447"/>
                    <a:gd name="connsiteY5" fmla="*/ 21270 h 24328"/>
                    <a:gd name="connsiteX6" fmla="*/ 16448 w 16447"/>
                    <a:gd name="connsiteY6" fmla="*/ 24329 h 24328"/>
                    <a:gd name="connsiteX7" fmla="*/ 13034 w 16447"/>
                    <a:gd name="connsiteY7" fmla="*/ 21492 h 24328"/>
                    <a:gd name="connsiteX8" fmla="*/ 9000 w 16447"/>
                    <a:gd name="connsiteY8" fmla="*/ 10320 h 24328"/>
                    <a:gd name="connsiteX9" fmla="*/ 12414 w 16447"/>
                    <a:gd name="connsiteY9" fmla="*/ 390 h 24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47" h="24328">
                      <a:moveTo>
                        <a:pt x="12414" y="390"/>
                      </a:moveTo>
                      <a:cubicBezTo>
                        <a:pt x="10197" y="35"/>
                        <a:pt x="8202" y="-186"/>
                        <a:pt x="6340" y="213"/>
                      </a:cubicBezTo>
                      <a:cubicBezTo>
                        <a:pt x="4478" y="567"/>
                        <a:pt x="2838" y="1410"/>
                        <a:pt x="1685" y="2784"/>
                      </a:cubicBezTo>
                      <a:cubicBezTo>
                        <a:pt x="-176" y="4956"/>
                        <a:pt x="-487" y="8148"/>
                        <a:pt x="710" y="11606"/>
                      </a:cubicBezTo>
                      <a:cubicBezTo>
                        <a:pt x="1286" y="13335"/>
                        <a:pt x="2439" y="14975"/>
                        <a:pt x="3813" y="16660"/>
                      </a:cubicBezTo>
                      <a:cubicBezTo>
                        <a:pt x="5232" y="18300"/>
                        <a:pt x="6916" y="19984"/>
                        <a:pt x="9000" y="21270"/>
                      </a:cubicBezTo>
                      <a:cubicBezTo>
                        <a:pt x="11483" y="22733"/>
                        <a:pt x="14054" y="23753"/>
                        <a:pt x="16448" y="24329"/>
                      </a:cubicBezTo>
                      <a:cubicBezTo>
                        <a:pt x="15206" y="23531"/>
                        <a:pt x="14009" y="22600"/>
                        <a:pt x="13034" y="21492"/>
                      </a:cubicBezTo>
                      <a:cubicBezTo>
                        <a:pt x="10419" y="18255"/>
                        <a:pt x="9089" y="14133"/>
                        <a:pt x="9000" y="10320"/>
                      </a:cubicBezTo>
                      <a:cubicBezTo>
                        <a:pt x="8956" y="6508"/>
                        <a:pt x="10064" y="3050"/>
                        <a:pt x="12414" y="39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43" name="Forme libre : forme 26742">
                  <a:extLst>
                    <a:ext uri="{FF2B5EF4-FFF2-40B4-BE49-F238E27FC236}">
                      <a16:creationId xmlns:a16="http://schemas.microsoft.com/office/drawing/2014/main" id="{C619DC8D-D496-4788-A3A1-E9714864102D}"/>
                    </a:ext>
                  </a:extLst>
                </p:cNvPr>
                <p:cNvSpPr/>
                <p:nvPr/>
              </p:nvSpPr>
              <p:spPr>
                <a:xfrm>
                  <a:off x="4612734" y="1463106"/>
                  <a:ext cx="30254" cy="24711"/>
                </a:xfrm>
                <a:custGeom>
                  <a:avLst/>
                  <a:gdLst>
                    <a:gd name="connsiteX0" fmla="*/ 29742 w 30254"/>
                    <a:gd name="connsiteY0" fmla="*/ 19986 h 24711"/>
                    <a:gd name="connsiteX1" fmla="*/ 22206 w 30254"/>
                    <a:gd name="connsiteY1" fmla="*/ 24640 h 24711"/>
                    <a:gd name="connsiteX2" fmla="*/ 16044 w 30254"/>
                    <a:gd name="connsiteY2" fmla="*/ 24153 h 24711"/>
                    <a:gd name="connsiteX3" fmla="*/ 9527 w 30254"/>
                    <a:gd name="connsiteY3" fmla="*/ 21316 h 24711"/>
                    <a:gd name="connsiteX4" fmla="*/ 838 w 30254"/>
                    <a:gd name="connsiteY4" fmla="*/ 11696 h 24711"/>
                    <a:gd name="connsiteX5" fmla="*/ 40 w 30254"/>
                    <a:gd name="connsiteY5" fmla="*/ 6775 h 24711"/>
                    <a:gd name="connsiteX6" fmla="*/ 1636 w 30254"/>
                    <a:gd name="connsiteY6" fmla="*/ 2785 h 24711"/>
                    <a:gd name="connsiteX7" fmla="*/ 5183 w 30254"/>
                    <a:gd name="connsiteY7" fmla="*/ 480 h 24711"/>
                    <a:gd name="connsiteX8" fmla="*/ 9838 w 30254"/>
                    <a:gd name="connsiteY8" fmla="*/ 37 h 24711"/>
                    <a:gd name="connsiteX9" fmla="*/ 20433 w 30254"/>
                    <a:gd name="connsiteY9" fmla="*/ 3628 h 24711"/>
                    <a:gd name="connsiteX10" fmla="*/ 25043 w 30254"/>
                    <a:gd name="connsiteY10" fmla="*/ 7263 h 24711"/>
                    <a:gd name="connsiteX11" fmla="*/ 28412 w 30254"/>
                    <a:gd name="connsiteY11" fmla="*/ 11341 h 24711"/>
                    <a:gd name="connsiteX12" fmla="*/ 29742 w 30254"/>
                    <a:gd name="connsiteY12" fmla="*/ 19986 h 24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254" h="24711">
                      <a:moveTo>
                        <a:pt x="29742" y="19986"/>
                      </a:moveTo>
                      <a:cubicBezTo>
                        <a:pt x="28678" y="22646"/>
                        <a:pt x="25930" y="24286"/>
                        <a:pt x="22206" y="24640"/>
                      </a:cubicBezTo>
                      <a:cubicBezTo>
                        <a:pt x="20344" y="24773"/>
                        <a:pt x="18172" y="24773"/>
                        <a:pt x="16044" y="24153"/>
                      </a:cubicBezTo>
                      <a:cubicBezTo>
                        <a:pt x="13916" y="23532"/>
                        <a:pt x="11700" y="22557"/>
                        <a:pt x="9527" y="21316"/>
                      </a:cubicBezTo>
                      <a:cubicBezTo>
                        <a:pt x="5139" y="18789"/>
                        <a:pt x="2346" y="14932"/>
                        <a:pt x="838" y="11696"/>
                      </a:cubicBezTo>
                      <a:cubicBezTo>
                        <a:pt x="85" y="10056"/>
                        <a:pt x="-93" y="8282"/>
                        <a:pt x="40" y="6775"/>
                      </a:cubicBezTo>
                      <a:cubicBezTo>
                        <a:pt x="173" y="5268"/>
                        <a:pt x="705" y="3894"/>
                        <a:pt x="1636" y="2785"/>
                      </a:cubicBezTo>
                      <a:cubicBezTo>
                        <a:pt x="2567" y="1677"/>
                        <a:pt x="3764" y="923"/>
                        <a:pt x="5183" y="480"/>
                      </a:cubicBezTo>
                      <a:cubicBezTo>
                        <a:pt x="6601" y="-8"/>
                        <a:pt x="8109" y="-52"/>
                        <a:pt x="9838" y="37"/>
                      </a:cubicBezTo>
                      <a:cubicBezTo>
                        <a:pt x="13340" y="81"/>
                        <a:pt x="16886" y="1588"/>
                        <a:pt x="20433" y="3628"/>
                      </a:cubicBezTo>
                      <a:cubicBezTo>
                        <a:pt x="22206" y="4647"/>
                        <a:pt x="23758" y="5888"/>
                        <a:pt x="25043" y="7263"/>
                      </a:cubicBezTo>
                      <a:cubicBezTo>
                        <a:pt x="26329" y="8681"/>
                        <a:pt x="27526" y="9878"/>
                        <a:pt x="28412" y="11341"/>
                      </a:cubicBezTo>
                      <a:cubicBezTo>
                        <a:pt x="30141" y="14178"/>
                        <a:pt x="30806" y="17326"/>
                        <a:pt x="29742" y="1998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44" name="Forme libre : forme 26743">
                  <a:extLst>
                    <a:ext uri="{FF2B5EF4-FFF2-40B4-BE49-F238E27FC236}">
                      <a16:creationId xmlns:a16="http://schemas.microsoft.com/office/drawing/2014/main" id="{74851D6E-47E9-48E5-8B10-CDB342FF642B}"/>
                    </a:ext>
                  </a:extLst>
                </p:cNvPr>
                <p:cNvSpPr/>
                <p:nvPr/>
              </p:nvSpPr>
              <p:spPr>
                <a:xfrm>
                  <a:off x="4596755" y="1444754"/>
                  <a:ext cx="34504" cy="47818"/>
                </a:xfrm>
                <a:custGeom>
                  <a:avLst/>
                  <a:gdLst>
                    <a:gd name="connsiteX0" fmla="*/ 6842 w 34504"/>
                    <a:gd name="connsiteY0" fmla="*/ 9877 h 47818"/>
                    <a:gd name="connsiteX1" fmla="*/ 725 w 34504"/>
                    <a:gd name="connsiteY1" fmla="*/ 17413 h 47818"/>
                    <a:gd name="connsiteX2" fmla="*/ 991 w 34504"/>
                    <a:gd name="connsiteY2" fmla="*/ 27344 h 47818"/>
                    <a:gd name="connsiteX3" fmla="*/ 7153 w 34504"/>
                    <a:gd name="connsiteY3" fmla="*/ 37362 h 47818"/>
                    <a:gd name="connsiteX4" fmla="*/ 24575 w 34504"/>
                    <a:gd name="connsiteY4" fmla="*/ 47647 h 47818"/>
                    <a:gd name="connsiteX5" fmla="*/ 31357 w 34504"/>
                    <a:gd name="connsiteY5" fmla="*/ 46938 h 47818"/>
                    <a:gd name="connsiteX6" fmla="*/ 34505 w 34504"/>
                    <a:gd name="connsiteY6" fmla="*/ 42505 h 47818"/>
                    <a:gd name="connsiteX7" fmla="*/ 31490 w 34504"/>
                    <a:gd name="connsiteY7" fmla="*/ 35234 h 47818"/>
                    <a:gd name="connsiteX8" fmla="*/ 26348 w 34504"/>
                    <a:gd name="connsiteY8" fmla="*/ 18078 h 47818"/>
                    <a:gd name="connsiteX9" fmla="*/ 26304 w 34504"/>
                    <a:gd name="connsiteY9" fmla="*/ 8193 h 47818"/>
                    <a:gd name="connsiteX10" fmla="*/ 25195 w 34504"/>
                    <a:gd name="connsiteY10" fmla="*/ 3494 h 47818"/>
                    <a:gd name="connsiteX11" fmla="*/ 22092 w 34504"/>
                    <a:gd name="connsiteY11" fmla="*/ 346 h 47818"/>
                    <a:gd name="connsiteX12" fmla="*/ 6842 w 34504"/>
                    <a:gd name="connsiteY12" fmla="*/ 9877 h 47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504" h="47818">
                      <a:moveTo>
                        <a:pt x="6842" y="9877"/>
                      </a:moveTo>
                      <a:cubicBezTo>
                        <a:pt x="4404" y="12049"/>
                        <a:pt x="1922" y="14310"/>
                        <a:pt x="725" y="17413"/>
                      </a:cubicBezTo>
                      <a:cubicBezTo>
                        <a:pt x="-384" y="20384"/>
                        <a:pt x="-162" y="23797"/>
                        <a:pt x="991" y="27344"/>
                      </a:cubicBezTo>
                      <a:cubicBezTo>
                        <a:pt x="2099" y="30890"/>
                        <a:pt x="4581" y="34259"/>
                        <a:pt x="7153" y="37362"/>
                      </a:cubicBezTo>
                      <a:cubicBezTo>
                        <a:pt x="11719" y="42327"/>
                        <a:pt x="17881" y="46761"/>
                        <a:pt x="24575" y="47647"/>
                      </a:cubicBezTo>
                      <a:cubicBezTo>
                        <a:pt x="27013" y="48002"/>
                        <a:pt x="29495" y="47824"/>
                        <a:pt x="31357" y="46938"/>
                      </a:cubicBezTo>
                      <a:cubicBezTo>
                        <a:pt x="33264" y="46007"/>
                        <a:pt x="34505" y="44500"/>
                        <a:pt x="34505" y="42505"/>
                      </a:cubicBezTo>
                      <a:cubicBezTo>
                        <a:pt x="34460" y="40155"/>
                        <a:pt x="32865" y="37495"/>
                        <a:pt x="31490" y="35234"/>
                      </a:cubicBezTo>
                      <a:cubicBezTo>
                        <a:pt x="28166" y="29870"/>
                        <a:pt x="26658" y="23708"/>
                        <a:pt x="26348" y="18078"/>
                      </a:cubicBezTo>
                      <a:cubicBezTo>
                        <a:pt x="26171" y="15729"/>
                        <a:pt x="26614" y="11650"/>
                        <a:pt x="26304" y="8193"/>
                      </a:cubicBezTo>
                      <a:cubicBezTo>
                        <a:pt x="26171" y="6464"/>
                        <a:pt x="25816" y="4823"/>
                        <a:pt x="25195" y="3494"/>
                      </a:cubicBezTo>
                      <a:cubicBezTo>
                        <a:pt x="24575" y="2075"/>
                        <a:pt x="23644" y="967"/>
                        <a:pt x="22092" y="346"/>
                      </a:cubicBezTo>
                      <a:cubicBezTo>
                        <a:pt x="16639" y="-1826"/>
                        <a:pt x="10167" y="6818"/>
                        <a:pt x="6842" y="987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45" name="Forme libre : forme 26744">
                  <a:extLst>
                    <a:ext uri="{FF2B5EF4-FFF2-40B4-BE49-F238E27FC236}">
                      <a16:creationId xmlns:a16="http://schemas.microsoft.com/office/drawing/2014/main" id="{997CA58B-88E8-48FA-BCED-60A58E70640A}"/>
                    </a:ext>
                  </a:extLst>
                </p:cNvPr>
                <p:cNvSpPr/>
                <p:nvPr/>
              </p:nvSpPr>
              <p:spPr>
                <a:xfrm>
                  <a:off x="4614327" y="1450789"/>
                  <a:ext cx="14174" cy="7505"/>
                </a:xfrm>
                <a:custGeom>
                  <a:avLst/>
                  <a:gdLst>
                    <a:gd name="connsiteX0" fmla="*/ 2659 w 14174"/>
                    <a:gd name="connsiteY0" fmla="*/ 606 h 7505"/>
                    <a:gd name="connsiteX1" fmla="*/ 620 w 14174"/>
                    <a:gd name="connsiteY1" fmla="*/ 1714 h 7505"/>
                    <a:gd name="connsiteX2" fmla="*/ 132 w 14174"/>
                    <a:gd name="connsiteY2" fmla="*/ 3931 h 7505"/>
                    <a:gd name="connsiteX3" fmla="*/ 1861 w 14174"/>
                    <a:gd name="connsiteY3" fmla="*/ 5394 h 7505"/>
                    <a:gd name="connsiteX4" fmla="*/ 7358 w 14174"/>
                    <a:gd name="connsiteY4" fmla="*/ 7256 h 7505"/>
                    <a:gd name="connsiteX5" fmla="*/ 9663 w 14174"/>
                    <a:gd name="connsiteY5" fmla="*/ 7477 h 7505"/>
                    <a:gd name="connsiteX6" fmla="*/ 13697 w 14174"/>
                    <a:gd name="connsiteY6" fmla="*/ 4995 h 7505"/>
                    <a:gd name="connsiteX7" fmla="*/ 12678 w 14174"/>
                    <a:gd name="connsiteY7" fmla="*/ 1271 h 7505"/>
                    <a:gd name="connsiteX8" fmla="*/ 2659 w 14174"/>
                    <a:gd name="connsiteY8" fmla="*/ 606 h 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74" h="7505">
                      <a:moveTo>
                        <a:pt x="2659" y="606"/>
                      </a:moveTo>
                      <a:cubicBezTo>
                        <a:pt x="1905" y="828"/>
                        <a:pt x="1152" y="1138"/>
                        <a:pt x="620" y="1714"/>
                      </a:cubicBezTo>
                      <a:cubicBezTo>
                        <a:pt x="88" y="2291"/>
                        <a:pt x="-178" y="3177"/>
                        <a:pt x="132" y="3931"/>
                      </a:cubicBezTo>
                      <a:cubicBezTo>
                        <a:pt x="442" y="4640"/>
                        <a:pt x="1152" y="5083"/>
                        <a:pt x="1861" y="5394"/>
                      </a:cubicBezTo>
                      <a:cubicBezTo>
                        <a:pt x="3679" y="6236"/>
                        <a:pt x="5496" y="6857"/>
                        <a:pt x="7358" y="7256"/>
                      </a:cubicBezTo>
                      <a:cubicBezTo>
                        <a:pt x="8112" y="7433"/>
                        <a:pt x="8910" y="7566"/>
                        <a:pt x="9663" y="7477"/>
                      </a:cubicBezTo>
                      <a:cubicBezTo>
                        <a:pt x="11259" y="7344"/>
                        <a:pt x="12944" y="6192"/>
                        <a:pt x="13697" y="4995"/>
                      </a:cubicBezTo>
                      <a:cubicBezTo>
                        <a:pt x="14451" y="3798"/>
                        <a:pt x="14451" y="2379"/>
                        <a:pt x="12678" y="1271"/>
                      </a:cubicBezTo>
                      <a:cubicBezTo>
                        <a:pt x="10018" y="-414"/>
                        <a:pt x="5674" y="-192"/>
                        <a:pt x="2659" y="60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46" name="Forme libre : forme 26745">
                  <a:extLst>
                    <a:ext uri="{FF2B5EF4-FFF2-40B4-BE49-F238E27FC236}">
                      <a16:creationId xmlns:a16="http://schemas.microsoft.com/office/drawing/2014/main" id="{F700AAFD-A4DE-4C7A-A239-A34FA257078E}"/>
                    </a:ext>
                  </a:extLst>
                </p:cNvPr>
                <p:cNvSpPr/>
                <p:nvPr/>
              </p:nvSpPr>
              <p:spPr>
                <a:xfrm>
                  <a:off x="4623635" y="1488456"/>
                  <a:ext cx="28859" cy="12501"/>
                </a:xfrm>
                <a:custGeom>
                  <a:avLst/>
                  <a:gdLst>
                    <a:gd name="connsiteX0" fmla="*/ 28859 w 28859"/>
                    <a:gd name="connsiteY0" fmla="*/ 0 h 12501"/>
                    <a:gd name="connsiteX1" fmla="*/ 24205 w 28859"/>
                    <a:gd name="connsiteY1" fmla="*/ 7492 h 12501"/>
                    <a:gd name="connsiteX2" fmla="*/ 15516 w 28859"/>
                    <a:gd name="connsiteY2" fmla="*/ 11925 h 12501"/>
                    <a:gd name="connsiteX3" fmla="*/ 0 w 28859"/>
                    <a:gd name="connsiteY3" fmla="*/ 11038 h 12501"/>
                    <a:gd name="connsiteX4" fmla="*/ 11349 w 28859"/>
                    <a:gd name="connsiteY4" fmla="*/ 11349 h 12501"/>
                    <a:gd name="connsiteX5" fmla="*/ 20969 w 28859"/>
                    <a:gd name="connsiteY5" fmla="*/ 7980 h 12501"/>
                    <a:gd name="connsiteX6" fmla="*/ 28859 w 28859"/>
                    <a:gd name="connsiteY6" fmla="*/ 0 h 12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859" h="12501">
                      <a:moveTo>
                        <a:pt x="28859" y="0"/>
                      </a:moveTo>
                      <a:cubicBezTo>
                        <a:pt x="28859" y="0"/>
                        <a:pt x="28062" y="3901"/>
                        <a:pt x="24205" y="7492"/>
                      </a:cubicBezTo>
                      <a:cubicBezTo>
                        <a:pt x="22254" y="9265"/>
                        <a:pt x="19506" y="10950"/>
                        <a:pt x="15516" y="11925"/>
                      </a:cubicBezTo>
                      <a:cubicBezTo>
                        <a:pt x="11526" y="12945"/>
                        <a:pt x="6517" y="12590"/>
                        <a:pt x="0" y="11038"/>
                      </a:cubicBezTo>
                      <a:cubicBezTo>
                        <a:pt x="0" y="11038"/>
                        <a:pt x="5187" y="12147"/>
                        <a:pt x="11349" y="11349"/>
                      </a:cubicBezTo>
                      <a:cubicBezTo>
                        <a:pt x="14408" y="11083"/>
                        <a:pt x="17910" y="9753"/>
                        <a:pt x="20969" y="7980"/>
                      </a:cubicBezTo>
                      <a:cubicBezTo>
                        <a:pt x="24072" y="6162"/>
                        <a:pt x="26820" y="3591"/>
                        <a:pt x="288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47" name="Forme libre : forme 26746">
                  <a:extLst>
                    <a:ext uri="{FF2B5EF4-FFF2-40B4-BE49-F238E27FC236}">
                      <a16:creationId xmlns:a16="http://schemas.microsoft.com/office/drawing/2014/main" id="{698E8491-CAF9-4CA0-A72D-E4C5E34B4123}"/>
                    </a:ext>
                  </a:extLst>
                </p:cNvPr>
                <p:cNvSpPr/>
                <p:nvPr/>
              </p:nvSpPr>
              <p:spPr>
                <a:xfrm>
                  <a:off x="4603908" y="1437666"/>
                  <a:ext cx="28150" cy="4597"/>
                </a:xfrm>
                <a:custGeom>
                  <a:avLst/>
                  <a:gdLst>
                    <a:gd name="connsiteX0" fmla="*/ 28150 w 28150"/>
                    <a:gd name="connsiteY0" fmla="*/ 4553 h 4597"/>
                    <a:gd name="connsiteX1" fmla="*/ 25934 w 28150"/>
                    <a:gd name="connsiteY1" fmla="*/ 3223 h 4597"/>
                    <a:gd name="connsiteX2" fmla="*/ 20038 w 28150"/>
                    <a:gd name="connsiteY2" fmla="*/ 785 h 4597"/>
                    <a:gd name="connsiteX3" fmla="*/ 0 w 28150"/>
                    <a:gd name="connsiteY3" fmla="*/ 4597 h 4597"/>
                    <a:gd name="connsiteX4" fmla="*/ 9310 w 28150"/>
                    <a:gd name="connsiteY4" fmla="*/ 1716 h 4597"/>
                    <a:gd name="connsiteX5" fmla="*/ 18353 w 28150"/>
                    <a:gd name="connsiteY5" fmla="*/ 1450 h 4597"/>
                    <a:gd name="connsiteX6" fmla="*/ 28150 w 28150"/>
                    <a:gd name="connsiteY6" fmla="*/ 4553 h 4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150" h="4597">
                      <a:moveTo>
                        <a:pt x="28150" y="4553"/>
                      </a:moveTo>
                      <a:cubicBezTo>
                        <a:pt x="28150" y="4553"/>
                        <a:pt x="27352" y="3932"/>
                        <a:pt x="25934" y="3223"/>
                      </a:cubicBezTo>
                      <a:cubicBezTo>
                        <a:pt x="24515" y="2514"/>
                        <a:pt x="22564" y="1406"/>
                        <a:pt x="20038" y="785"/>
                      </a:cubicBezTo>
                      <a:cubicBezTo>
                        <a:pt x="14984" y="-368"/>
                        <a:pt x="8068" y="-1033"/>
                        <a:pt x="0" y="4597"/>
                      </a:cubicBezTo>
                      <a:cubicBezTo>
                        <a:pt x="0" y="4597"/>
                        <a:pt x="3857" y="2558"/>
                        <a:pt x="9310" y="1716"/>
                      </a:cubicBezTo>
                      <a:cubicBezTo>
                        <a:pt x="12014" y="1273"/>
                        <a:pt x="15073" y="1184"/>
                        <a:pt x="18353" y="1450"/>
                      </a:cubicBezTo>
                      <a:cubicBezTo>
                        <a:pt x="21634" y="1760"/>
                        <a:pt x="24825" y="2913"/>
                        <a:pt x="28150" y="45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48" name="Forme libre : forme 26747">
                  <a:extLst>
                    <a:ext uri="{FF2B5EF4-FFF2-40B4-BE49-F238E27FC236}">
                      <a16:creationId xmlns:a16="http://schemas.microsoft.com/office/drawing/2014/main" id="{A27A98F1-7574-4E18-8043-1EEC87E27AAB}"/>
                    </a:ext>
                  </a:extLst>
                </p:cNvPr>
                <p:cNvSpPr/>
                <p:nvPr/>
              </p:nvSpPr>
              <p:spPr>
                <a:xfrm>
                  <a:off x="4627963" y="1465560"/>
                  <a:ext cx="9487" cy="9885"/>
                </a:xfrm>
                <a:custGeom>
                  <a:avLst/>
                  <a:gdLst>
                    <a:gd name="connsiteX0" fmla="*/ 8794 w 9487"/>
                    <a:gd name="connsiteY0" fmla="*/ 9374 h 9885"/>
                    <a:gd name="connsiteX1" fmla="*/ 2056 w 9487"/>
                    <a:gd name="connsiteY1" fmla="*/ 7025 h 9885"/>
                    <a:gd name="connsiteX2" fmla="*/ 903 w 9487"/>
                    <a:gd name="connsiteY2" fmla="*/ 375 h 9885"/>
                    <a:gd name="connsiteX3" fmla="*/ 7287 w 9487"/>
                    <a:gd name="connsiteY3" fmla="*/ 2725 h 9885"/>
                    <a:gd name="connsiteX4" fmla="*/ 8794 w 9487"/>
                    <a:gd name="connsiteY4" fmla="*/ 9374 h 9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87" h="9885">
                      <a:moveTo>
                        <a:pt x="8794" y="9374"/>
                      </a:moveTo>
                      <a:cubicBezTo>
                        <a:pt x="7420" y="10616"/>
                        <a:pt x="4361" y="9507"/>
                        <a:pt x="2056" y="7025"/>
                      </a:cubicBezTo>
                      <a:cubicBezTo>
                        <a:pt x="-294" y="4587"/>
                        <a:pt x="-560" y="1439"/>
                        <a:pt x="903" y="375"/>
                      </a:cubicBezTo>
                      <a:cubicBezTo>
                        <a:pt x="2366" y="-600"/>
                        <a:pt x="5203" y="375"/>
                        <a:pt x="7287" y="2725"/>
                      </a:cubicBezTo>
                      <a:cubicBezTo>
                        <a:pt x="9415" y="5163"/>
                        <a:pt x="10168" y="8133"/>
                        <a:pt x="8794" y="937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49" name="Forme libre : forme 26748">
                  <a:extLst>
                    <a:ext uri="{FF2B5EF4-FFF2-40B4-BE49-F238E27FC236}">
                      <a16:creationId xmlns:a16="http://schemas.microsoft.com/office/drawing/2014/main" id="{88CBD18D-BB81-49C7-92B9-368EC6262C9D}"/>
                    </a:ext>
                  </a:extLst>
                </p:cNvPr>
                <p:cNvSpPr/>
                <p:nvPr/>
              </p:nvSpPr>
              <p:spPr>
                <a:xfrm>
                  <a:off x="4635653" y="1472644"/>
                  <a:ext cx="3192" cy="3022"/>
                </a:xfrm>
                <a:custGeom>
                  <a:avLst/>
                  <a:gdLst>
                    <a:gd name="connsiteX0" fmla="*/ 3055 w 3192"/>
                    <a:gd name="connsiteY0" fmla="*/ 2202 h 3022"/>
                    <a:gd name="connsiteX1" fmla="*/ 883 w 3192"/>
                    <a:gd name="connsiteY1" fmla="*/ 2867 h 3022"/>
                    <a:gd name="connsiteX2" fmla="*/ 174 w 3192"/>
                    <a:gd name="connsiteY2" fmla="*/ 739 h 3022"/>
                    <a:gd name="connsiteX3" fmla="*/ 2257 w 3192"/>
                    <a:gd name="connsiteY3" fmla="*/ 207 h 3022"/>
                    <a:gd name="connsiteX4" fmla="*/ 3055 w 3192"/>
                    <a:gd name="connsiteY4" fmla="*/ 2202 h 3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2" h="3022">
                      <a:moveTo>
                        <a:pt x="3055" y="2202"/>
                      </a:moveTo>
                      <a:cubicBezTo>
                        <a:pt x="2700" y="2956"/>
                        <a:pt x="1725" y="3222"/>
                        <a:pt x="883" y="2867"/>
                      </a:cubicBezTo>
                      <a:cubicBezTo>
                        <a:pt x="85" y="2468"/>
                        <a:pt x="-225" y="1448"/>
                        <a:pt x="174" y="739"/>
                      </a:cubicBezTo>
                      <a:cubicBezTo>
                        <a:pt x="573" y="-14"/>
                        <a:pt x="1504" y="-192"/>
                        <a:pt x="2257" y="207"/>
                      </a:cubicBezTo>
                      <a:cubicBezTo>
                        <a:pt x="3055" y="562"/>
                        <a:pt x="3410" y="1493"/>
                        <a:pt x="3055" y="22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50" name="Forme libre : forme 26749">
                  <a:extLst>
                    <a:ext uri="{FF2B5EF4-FFF2-40B4-BE49-F238E27FC236}">
                      <a16:creationId xmlns:a16="http://schemas.microsoft.com/office/drawing/2014/main" id="{1612A0B7-EA56-489A-8A29-FF10F4E4F3BD}"/>
                    </a:ext>
                  </a:extLst>
                </p:cNvPr>
                <p:cNvSpPr/>
                <p:nvPr/>
              </p:nvSpPr>
              <p:spPr>
                <a:xfrm>
                  <a:off x="4636577" y="1452464"/>
                  <a:ext cx="16777" cy="32268"/>
                </a:xfrm>
                <a:custGeom>
                  <a:avLst/>
                  <a:gdLst>
                    <a:gd name="connsiteX0" fmla="*/ 16715 w 16777"/>
                    <a:gd name="connsiteY0" fmla="*/ 16132 h 32268"/>
                    <a:gd name="connsiteX1" fmla="*/ 14676 w 16777"/>
                    <a:gd name="connsiteY1" fmla="*/ 29209 h 32268"/>
                    <a:gd name="connsiteX2" fmla="*/ 11130 w 16777"/>
                    <a:gd name="connsiteY2" fmla="*/ 32224 h 32268"/>
                    <a:gd name="connsiteX3" fmla="*/ 8558 w 16777"/>
                    <a:gd name="connsiteY3" fmla="*/ 28633 h 32268"/>
                    <a:gd name="connsiteX4" fmla="*/ 7051 w 16777"/>
                    <a:gd name="connsiteY4" fmla="*/ 14758 h 32268"/>
                    <a:gd name="connsiteX5" fmla="*/ 4879 w 16777"/>
                    <a:gd name="connsiteY5" fmla="*/ 11876 h 32268"/>
                    <a:gd name="connsiteX6" fmla="*/ 1864 w 16777"/>
                    <a:gd name="connsiteY6" fmla="*/ 7487 h 32268"/>
                    <a:gd name="connsiteX7" fmla="*/ 47 w 16777"/>
                    <a:gd name="connsiteY7" fmla="*/ 3231 h 32268"/>
                    <a:gd name="connsiteX8" fmla="*/ 1244 w 16777"/>
                    <a:gd name="connsiteY8" fmla="*/ 394 h 32268"/>
                    <a:gd name="connsiteX9" fmla="*/ 8425 w 16777"/>
                    <a:gd name="connsiteY9" fmla="*/ 1946 h 32268"/>
                    <a:gd name="connsiteX10" fmla="*/ 11750 w 16777"/>
                    <a:gd name="connsiteY10" fmla="*/ 4561 h 32268"/>
                    <a:gd name="connsiteX11" fmla="*/ 13967 w 16777"/>
                    <a:gd name="connsiteY11" fmla="*/ 7044 h 32268"/>
                    <a:gd name="connsiteX12" fmla="*/ 16715 w 16777"/>
                    <a:gd name="connsiteY12" fmla="*/ 16132 h 32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6777" h="32268">
                      <a:moveTo>
                        <a:pt x="16715" y="16132"/>
                      </a:moveTo>
                      <a:cubicBezTo>
                        <a:pt x="17026" y="20520"/>
                        <a:pt x="16139" y="24998"/>
                        <a:pt x="14676" y="29209"/>
                      </a:cubicBezTo>
                      <a:cubicBezTo>
                        <a:pt x="14144" y="30761"/>
                        <a:pt x="12992" y="32578"/>
                        <a:pt x="11130" y="32224"/>
                      </a:cubicBezTo>
                      <a:cubicBezTo>
                        <a:pt x="9445" y="31914"/>
                        <a:pt x="8736" y="30096"/>
                        <a:pt x="8558" y="28633"/>
                      </a:cubicBezTo>
                      <a:cubicBezTo>
                        <a:pt x="8026" y="23934"/>
                        <a:pt x="8957" y="18880"/>
                        <a:pt x="7051" y="14758"/>
                      </a:cubicBezTo>
                      <a:cubicBezTo>
                        <a:pt x="6785" y="14093"/>
                        <a:pt x="5854" y="13162"/>
                        <a:pt x="4879" y="11876"/>
                      </a:cubicBezTo>
                      <a:cubicBezTo>
                        <a:pt x="3904" y="10546"/>
                        <a:pt x="2795" y="8995"/>
                        <a:pt x="1864" y="7487"/>
                      </a:cubicBezTo>
                      <a:cubicBezTo>
                        <a:pt x="933" y="5980"/>
                        <a:pt x="180" y="4606"/>
                        <a:pt x="47" y="3231"/>
                      </a:cubicBezTo>
                      <a:cubicBezTo>
                        <a:pt x="-130" y="1902"/>
                        <a:pt x="180" y="882"/>
                        <a:pt x="1244" y="394"/>
                      </a:cubicBezTo>
                      <a:cubicBezTo>
                        <a:pt x="3327" y="-537"/>
                        <a:pt x="6076" y="261"/>
                        <a:pt x="8425" y="1946"/>
                      </a:cubicBezTo>
                      <a:cubicBezTo>
                        <a:pt x="9578" y="2832"/>
                        <a:pt x="10731" y="3763"/>
                        <a:pt x="11750" y="4561"/>
                      </a:cubicBezTo>
                      <a:cubicBezTo>
                        <a:pt x="12726" y="5448"/>
                        <a:pt x="13523" y="6335"/>
                        <a:pt x="13967" y="7044"/>
                      </a:cubicBezTo>
                      <a:cubicBezTo>
                        <a:pt x="15474" y="9748"/>
                        <a:pt x="16449" y="12807"/>
                        <a:pt x="16715" y="1613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36" name="Graphique 2">
                <a:extLst>
                  <a:ext uri="{FF2B5EF4-FFF2-40B4-BE49-F238E27FC236}">
                    <a16:creationId xmlns:a16="http://schemas.microsoft.com/office/drawing/2014/main" id="{6B705FFE-0559-4C6E-A47F-79EE31DF43E8}"/>
                  </a:ext>
                </a:extLst>
              </p:cNvPr>
              <p:cNvGrpSpPr/>
              <p:nvPr/>
            </p:nvGrpSpPr>
            <p:grpSpPr>
              <a:xfrm>
                <a:off x="4653634" y="1457480"/>
                <a:ext cx="76257" cy="57013"/>
                <a:chOff x="4653634" y="1457480"/>
                <a:chExt cx="76257" cy="57013"/>
              </a:xfrm>
              <a:solidFill>
                <a:schemeClr val="accent1"/>
              </a:solidFill>
            </p:grpSpPr>
            <p:sp>
              <p:nvSpPr>
                <p:cNvPr id="26727" name="Forme libre : forme 26726">
                  <a:extLst>
                    <a:ext uri="{FF2B5EF4-FFF2-40B4-BE49-F238E27FC236}">
                      <a16:creationId xmlns:a16="http://schemas.microsoft.com/office/drawing/2014/main" id="{1256B271-4ECB-4A25-A229-63254A67A947}"/>
                    </a:ext>
                  </a:extLst>
                </p:cNvPr>
                <p:cNvSpPr/>
                <p:nvPr/>
              </p:nvSpPr>
              <p:spPr>
                <a:xfrm>
                  <a:off x="4653634" y="1457480"/>
                  <a:ext cx="76197" cy="56955"/>
                </a:xfrm>
                <a:custGeom>
                  <a:avLst/>
                  <a:gdLst>
                    <a:gd name="connsiteX0" fmla="*/ 56535 w 76197"/>
                    <a:gd name="connsiteY0" fmla="*/ 53673 h 56955"/>
                    <a:gd name="connsiteX1" fmla="*/ 48157 w 76197"/>
                    <a:gd name="connsiteY1" fmla="*/ 55447 h 56955"/>
                    <a:gd name="connsiteX2" fmla="*/ 39778 w 76197"/>
                    <a:gd name="connsiteY2" fmla="*/ 56422 h 56955"/>
                    <a:gd name="connsiteX3" fmla="*/ 23243 w 76197"/>
                    <a:gd name="connsiteY3" fmla="*/ 56910 h 56955"/>
                    <a:gd name="connsiteX4" fmla="*/ 12648 w 76197"/>
                    <a:gd name="connsiteY4" fmla="*/ 54471 h 56955"/>
                    <a:gd name="connsiteX5" fmla="*/ 4757 w 76197"/>
                    <a:gd name="connsiteY5" fmla="*/ 48974 h 56955"/>
                    <a:gd name="connsiteX6" fmla="*/ 501 w 76197"/>
                    <a:gd name="connsiteY6" fmla="*/ 33680 h 56955"/>
                    <a:gd name="connsiteX7" fmla="*/ 4269 w 76197"/>
                    <a:gd name="connsiteY7" fmla="*/ 19051 h 56955"/>
                    <a:gd name="connsiteX8" fmla="*/ 12736 w 76197"/>
                    <a:gd name="connsiteY8" fmla="*/ 6505 h 56955"/>
                    <a:gd name="connsiteX9" fmla="*/ 18765 w 76197"/>
                    <a:gd name="connsiteY9" fmla="*/ 3047 h 56955"/>
                    <a:gd name="connsiteX10" fmla="*/ 25282 w 76197"/>
                    <a:gd name="connsiteY10" fmla="*/ 2028 h 56955"/>
                    <a:gd name="connsiteX11" fmla="*/ 34769 w 76197"/>
                    <a:gd name="connsiteY11" fmla="*/ 1762 h 56955"/>
                    <a:gd name="connsiteX12" fmla="*/ 39335 w 76197"/>
                    <a:gd name="connsiteY12" fmla="*/ 1319 h 56955"/>
                    <a:gd name="connsiteX13" fmla="*/ 43680 w 76197"/>
                    <a:gd name="connsiteY13" fmla="*/ 388 h 56955"/>
                    <a:gd name="connsiteX14" fmla="*/ 49797 w 76197"/>
                    <a:gd name="connsiteY14" fmla="*/ 210 h 56955"/>
                    <a:gd name="connsiteX15" fmla="*/ 52989 w 76197"/>
                    <a:gd name="connsiteY15" fmla="*/ 1097 h 56955"/>
                    <a:gd name="connsiteX16" fmla="*/ 56137 w 76197"/>
                    <a:gd name="connsiteY16" fmla="*/ 2294 h 56955"/>
                    <a:gd name="connsiteX17" fmla="*/ 67219 w 76197"/>
                    <a:gd name="connsiteY17" fmla="*/ 12534 h 56955"/>
                    <a:gd name="connsiteX18" fmla="*/ 74357 w 76197"/>
                    <a:gd name="connsiteY18" fmla="*/ 25789 h 56955"/>
                    <a:gd name="connsiteX19" fmla="*/ 73692 w 76197"/>
                    <a:gd name="connsiteY19" fmla="*/ 41615 h 56955"/>
                    <a:gd name="connsiteX20" fmla="*/ 70854 w 76197"/>
                    <a:gd name="connsiteY20" fmla="*/ 45561 h 56955"/>
                    <a:gd name="connsiteX21" fmla="*/ 66909 w 76197"/>
                    <a:gd name="connsiteY21" fmla="*/ 48886 h 56955"/>
                    <a:gd name="connsiteX22" fmla="*/ 56535 w 76197"/>
                    <a:gd name="connsiteY22" fmla="*/ 53673 h 5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6197" h="56955">
                      <a:moveTo>
                        <a:pt x="56535" y="53673"/>
                      </a:moveTo>
                      <a:lnTo>
                        <a:pt x="48157" y="55447"/>
                      </a:lnTo>
                      <a:cubicBezTo>
                        <a:pt x="45364" y="55890"/>
                        <a:pt x="42571" y="56112"/>
                        <a:pt x="39778" y="56422"/>
                      </a:cubicBezTo>
                      <a:cubicBezTo>
                        <a:pt x="34148" y="57176"/>
                        <a:pt x="28740" y="56910"/>
                        <a:pt x="23243" y="56910"/>
                      </a:cubicBezTo>
                      <a:cubicBezTo>
                        <a:pt x="19386" y="56954"/>
                        <a:pt x="15795" y="55757"/>
                        <a:pt x="12648" y="54471"/>
                      </a:cubicBezTo>
                      <a:cubicBezTo>
                        <a:pt x="9500" y="53142"/>
                        <a:pt x="6796" y="51368"/>
                        <a:pt x="4757" y="48974"/>
                      </a:cubicBezTo>
                      <a:cubicBezTo>
                        <a:pt x="590" y="44408"/>
                        <a:pt x="-873" y="38956"/>
                        <a:pt x="501" y="33680"/>
                      </a:cubicBezTo>
                      <a:lnTo>
                        <a:pt x="4269" y="19051"/>
                      </a:lnTo>
                      <a:cubicBezTo>
                        <a:pt x="5644" y="13776"/>
                        <a:pt x="9057" y="9387"/>
                        <a:pt x="12736" y="6505"/>
                      </a:cubicBezTo>
                      <a:cubicBezTo>
                        <a:pt x="14554" y="5175"/>
                        <a:pt x="16638" y="3890"/>
                        <a:pt x="18765" y="3047"/>
                      </a:cubicBezTo>
                      <a:cubicBezTo>
                        <a:pt x="20893" y="2161"/>
                        <a:pt x="23066" y="2161"/>
                        <a:pt x="25282" y="2028"/>
                      </a:cubicBezTo>
                      <a:cubicBezTo>
                        <a:pt x="28474" y="1984"/>
                        <a:pt x="31799" y="2294"/>
                        <a:pt x="34769" y="1762"/>
                      </a:cubicBezTo>
                      <a:cubicBezTo>
                        <a:pt x="36276" y="1585"/>
                        <a:pt x="37828" y="1540"/>
                        <a:pt x="39335" y="1319"/>
                      </a:cubicBezTo>
                      <a:lnTo>
                        <a:pt x="43680" y="388"/>
                      </a:lnTo>
                      <a:cubicBezTo>
                        <a:pt x="45763" y="122"/>
                        <a:pt x="47669" y="-233"/>
                        <a:pt x="49797" y="210"/>
                      </a:cubicBezTo>
                      <a:cubicBezTo>
                        <a:pt x="50817" y="388"/>
                        <a:pt x="51925" y="742"/>
                        <a:pt x="52989" y="1097"/>
                      </a:cubicBezTo>
                      <a:cubicBezTo>
                        <a:pt x="54009" y="1407"/>
                        <a:pt x="55073" y="1806"/>
                        <a:pt x="56137" y="2294"/>
                      </a:cubicBezTo>
                      <a:cubicBezTo>
                        <a:pt x="60304" y="4333"/>
                        <a:pt x="64648" y="7835"/>
                        <a:pt x="67219" y="12534"/>
                      </a:cubicBezTo>
                      <a:lnTo>
                        <a:pt x="74357" y="25789"/>
                      </a:lnTo>
                      <a:cubicBezTo>
                        <a:pt x="77016" y="30621"/>
                        <a:pt x="76795" y="36251"/>
                        <a:pt x="73692" y="41615"/>
                      </a:cubicBezTo>
                      <a:cubicBezTo>
                        <a:pt x="72938" y="42945"/>
                        <a:pt x="71963" y="44275"/>
                        <a:pt x="70854" y="45561"/>
                      </a:cubicBezTo>
                      <a:cubicBezTo>
                        <a:pt x="69702" y="46758"/>
                        <a:pt x="68372" y="47866"/>
                        <a:pt x="66909" y="48886"/>
                      </a:cubicBezTo>
                      <a:cubicBezTo>
                        <a:pt x="63939" y="50969"/>
                        <a:pt x="60481" y="52964"/>
                        <a:pt x="56535" y="53673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28" name="Forme libre : forme 26727">
                  <a:extLst>
                    <a:ext uri="{FF2B5EF4-FFF2-40B4-BE49-F238E27FC236}">
                      <a16:creationId xmlns:a16="http://schemas.microsoft.com/office/drawing/2014/main" id="{5F3F7351-C800-4EEB-9856-B60BF2521F61}"/>
                    </a:ext>
                  </a:extLst>
                </p:cNvPr>
                <p:cNvSpPr/>
                <p:nvPr/>
              </p:nvSpPr>
              <p:spPr>
                <a:xfrm>
                  <a:off x="4653678" y="1482959"/>
                  <a:ext cx="76213" cy="31534"/>
                </a:xfrm>
                <a:custGeom>
                  <a:avLst/>
                  <a:gdLst>
                    <a:gd name="connsiteX0" fmla="*/ 28917 w 76213"/>
                    <a:gd name="connsiteY0" fmla="*/ 13432 h 31534"/>
                    <a:gd name="connsiteX1" fmla="*/ 20450 w 76213"/>
                    <a:gd name="connsiteY1" fmla="*/ 14053 h 31534"/>
                    <a:gd name="connsiteX2" fmla="*/ 12604 w 76213"/>
                    <a:gd name="connsiteY2" fmla="*/ 12014 h 31534"/>
                    <a:gd name="connsiteX3" fmla="*/ 6264 w 76213"/>
                    <a:gd name="connsiteY3" fmla="*/ 7802 h 31534"/>
                    <a:gd name="connsiteX4" fmla="*/ 2141 w 76213"/>
                    <a:gd name="connsiteY4" fmla="*/ 1906 h 31534"/>
                    <a:gd name="connsiteX5" fmla="*/ 501 w 76213"/>
                    <a:gd name="connsiteY5" fmla="*/ 8246 h 31534"/>
                    <a:gd name="connsiteX6" fmla="*/ 4757 w 76213"/>
                    <a:gd name="connsiteY6" fmla="*/ 23540 h 31534"/>
                    <a:gd name="connsiteX7" fmla="*/ 12648 w 76213"/>
                    <a:gd name="connsiteY7" fmla="*/ 29037 h 31534"/>
                    <a:gd name="connsiteX8" fmla="*/ 23243 w 76213"/>
                    <a:gd name="connsiteY8" fmla="*/ 31475 h 31534"/>
                    <a:gd name="connsiteX9" fmla="*/ 39778 w 76213"/>
                    <a:gd name="connsiteY9" fmla="*/ 30987 h 31534"/>
                    <a:gd name="connsiteX10" fmla="*/ 48157 w 76213"/>
                    <a:gd name="connsiteY10" fmla="*/ 30012 h 31534"/>
                    <a:gd name="connsiteX11" fmla="*/ 56535 w 76213"/>
                    <a:gd name="connsiteY11" fmla="*/ 28239 h 31534"/>
                    <a:gd name="connsiteX12" fmla="*/ 66909 w 76213"/>
                    <a:gd name="connsiteY12" fmla="*/ 23540 h 31534"/>
                    <a:gd name="connsiteX13" fmla="*/ 70854 w 76213"/>
                    <a:gd name="connsiteY13" fmla="*/ 20215 h 31534"/>
                    <a:gd name="connsiteX14" fmla="*/ 73692 w 76213"/>
                    <a:gd name="connsiteY14" fmla="*/ 16270 h 31534"/>
                    <a:gd name="connsiteX15" fmla="*/ 74357 w 76213"/>
                    <a:gd name="connsiteY15" fmla="*/ 443 h 31534"/>
                    <a:gd name="connsiteX16" fmla="*/ 74135 w 76213"/>
                    <a:gd name="connsiteY16" fmla="*/ 0 h 31534"/>
                    <a:gd name="connsiteX17" fmla="*/ 63451 w 76213"/>
                    <a:gd name="connsiteY17" fmla="*/ 5275 h 31534"/>
                    <a:gd name="connsiteX18" fmla="*/ 57821 w 76213"/>
                    <a:gd name="connsiteY18" fmla="*/ 7137 h 31534"/>
                    <a:gd name="connsiteX19" fmla="*/ 52147 w 76213"/>
                    <a:gd name="connsiteY19" fmla="*/ 8689 h 31534"/>
                    <a:gd name="connsiteX20" fmla="*/ 40665 w 76213"/>
                    <a:gd name="connsiteY20" fmla="*/ 11083 h 31534"/>
                    <a:gd name="connsiteX21" fmla="*/ 28917 w 76213"/>
                    <a:gd name="connsiteY21" fmla="*/ 13432 h 31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6213" h="31534">
                      <a:moveTo>
                        <a:pt x="28917" y="13432"/>
                      </a:moveTo>
                      <a:cubicBezTo>
                        <a:pt x="26124" y="13964"/>
                        <a:pt x="23199" y="14363"/>
                        <a:pt x="20450" y="14053"/>
                      </a:cubicBezTo>
                      <a:cubicBezTo>
                        <a:pt x="17702" y="13698"/>
                        <a:pt x="14997" y="12989"/>
                        <a:pt x="12604" y="12014"/>
                      </a:cubicBezTo>
                      <a:cubicBezTo>
                        <a:pt x="10165" y="11127"/>
                        <a:pt x="8037" y="9531"/>
                        <a:pt x="6264" y="7802"/>
                      </a:cubicBezTo>
                      <a:cubicBezTo>
                        <a:pt x="4491" y="6073"/>
                        <a:pt x="3072" y="4079"/>
                        <a:pt x="2141" y="1906"/>
                      </a:cubicBezTo>
                      <a:lnTo>
                        <a:pt x="501" y="8246"/>
                      </a:lnTo>
                      <a:cubicBezTo>
                        <a:pt x="-873" y="13521"/>
                        <a:pt x="590" y="18974"/>
                        <a:pt x="4757" y="23540"/>
                      </a:cubicBezTo>
                      <a:cubicBezTo>
                        <a:pt x="6841" y="25934"/>
                        <a:pt x="9500" y="27663"/>
                        <a:pt x="12648" y="29037"/>
                      </a:cubicBezTo>
                      <a:cubicBezTo>
                        <a:pt x="15795" y="30322"/>
                        <a:pt x="19386" y="31519"/>
                        <a:pt x="23243" y="31475"/>
                      </a:cubicBezTo>
                      <a:cubicBezTo>
                        <a:pt x="28740" y="31475"/>
                        <a:pt x="34148" y="31785"/>
                        <a:pt x="39778" y="30987"/>
                      </a:cubicBezTo>
                      <a:cubicBezTo>
                        <a:pt x="42571" y="30677"/>
                        <a:pt x="45364" y="30455"/>
                        <a:pt x="48157" y="30012"/>
                      </a:cubicBezTo>
                      <a:lnTo>
                        <a:pt x="56535" y="28239"/>
                      </a:lnTo>
                      <a:cubicBezTo>
                        <a:pt x="60481" y="27530"/>
                        <a:pt x="63939" y="25535"/>
                        <a:pt x="66909" y="23540"/>
                      </a:cubicBezTo>
                      <a:cubicBezTo>
                        <a:pt x="68372" y="22520"/>
                        <a:pt x="69702" y="21412"/>
                        <a:pt x="70854" y="20215"/>
                      </a:cubicBezTo>
                      <a:cubicBezTo>
                        <a:pt x="71963" y="18929"/>
                        <a:pt x="72894" y="17599"/>
                        <a:pt x="73692" y="16270"/>
                      </a:cubicBezTo>
                      <a:cubicBezTo>
                        <a:pt x="76839" y="10906"/>
                        <a:pt x="77016" y="5275"/>
                        <a:pt x="74357" y="443"/>
                      </a:cubicBezTo>
                      <a:lnTo>
                        <a:pt x="74135" y="0"/>
                      </a:lnTo>
                      <a:cubicBezTo>
                        <a:pt x="70677" y="2039"/>
                        <a:pt x="67086" y="3813"/>
                        <a:pt x="63451" y="5275"/>
                      </a:cubicBezTo>
                      <a:lnTo>
                        <a:pt x="57821" y="7137"/>
                      </a:lnTo>
                      <a:cubicBezTo>
                        <a:pt x="55959" y="7802"/>
                        <a:pt x="54097" y="8334"/>
                        <a:pt x="52147" y="8689"/>
                      </a:cubicBezTo>
                      <a:cubicBezTo>
                        <a:pt x="48334" y="9487"/>
                        <a:pt x="44566" y="10595"/>
                        <a:pt x="40665" y="11083"/>
                      </a:cubicBezTo>
                      <a:cubicBezTo>
                        <a:pt x="36897" y="11792"/>
                        <a:pt x="33084" y="12590"/>
                        <a:pt x="28917" y="13432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29" name="Forme libre : forme 26728">
                  <a:extLst>
                    <a:ext uri="{FF2B5EF4-FFF2-40B4-BE49-F238E27FC236}">
                      <a16:creationId xmlns:a16="http://schemas.microsoft.com/office/drawing/2014/main" id="{9432B78E-2457-47AD-8037-8B24EF57ECE3}"/>
                    </a:ext>
                  </a:extLst>
                </p:cNvPr>
                <p:cNvSpPr/>
                <p:nvPr/>
              </p:nvSpPr>
              <p:spPr>
                <a:xfrm>
                  <a:off x="4679536" y="1476744"/>
                  <a:ext cx="32316" cy="21019"/>
                </a:xfrm>
                <a:custGeom>
                  <a:avLst/>
                  <a:gdLst>
                    <a:gd name="connsiteX0" fmla="*/ 31963 w 32316"/>
                    <a:gd name="connsiteY0" fmla="*/ 6836 h 21019"/>
                    <a:gd name="connsiteX1" fmla="*/ 29392 w 32316"/>
                    <a:gd name="connsiteY1" fmla="*/ 15392 h 21019"/>
                    <a:gd name="connsiteX2" fmla="*/ 24383 w 32316"/>
                    <a:gd name="connsiteY2" fmla="*/ 18761 h 21019"/>
                    <a:gd name="connsiteX3" fmla="*/ 17645 w 32316"/>
                    <a:gd name="connsiteY3" fmla="*/ 20845 h 21019"/>
                    <a:gd name="connsiteX4" fmla="*/ 10596 w 32316"/>
                    <a:gd name="connsiteY4" fmla="*/ 20756 h 21019"/>
                    <a:gd name="connsiteX5" fmla="*/ 4922 w 32316"/>
                    <a:gd name="connsiteY5" fmla="*/ 18805 h 21019"/>
                    <a:gd name="connsiteX6" fmla="*/ 1 w 32316"/>
                    <a:gd name="connsiteY6" fmla="*/ 11446 h 21019"/>
                    <a:gd name="connsiteX7" fmla="*/ 4567 w 32316"/>
                    <a:gd name="connsiteY7" fmla="*/ 4132 h 21019"/>
                    <a:gd name="connsiteX8" fmla="*/ 9177 w 32316"/>
                    <a:gd name="connsiteY8" fmla="*/ 1694 h 21019"/>
                    <a:gd name="connsiteX9" fmla="*/ 14719 w 32316"/>
                    <a:gd name="connsiteY9" fmla="*/ 319 h 21019"/>
                    <a:gd name="connsiteX10" fmla="*/ 20393 w 32316"/>
                    <a:gd name="connsiteY10" fmla="*/ 53 h 21019"/>
                    <a:gd name="connsiteX11" fmla="*/ 25491 w 32316"/>
                    <a:gd name="connsiteY11" fmla="*/ 1206 h 21019"/>
                    <a:gd name="connsiteX12" fmla="*/ 31963 w 32316"/>
                    <a:gd name="connsiteY12" fmla="*/ 6836 h 21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316" h="21019">
                      <a:moveTo>
                        <a:pt x="31963" y="6836"/>
                      </a:moveTo>
                      <a:cubicBezTo>
                        <a:pt x="32894" y="9540"/>
                        <a:pt x="31963" y="12599"/>
                        <a:pt x="29392" y="15392"/>
                      </a:cubicBezTo>
                      <a:cubicBezTo>
                        <a:pt x="28107" y="16677"/>
                        <a:pt x="26378" y="17786"/>
                        <a:pt x="24383" y="18761"/>
                      </a:cubicBezTo>
                      <a:cubicBezTo>
                        <a:pt x="22388" y="19648"/>
                        <a:pt x="20083" y="20667"/>
                        <a:pt x="17645" y="20845"/>
                      </a:cubicBezTo>
                      <a:cubicBezTo>
                        <a:pt x="15162" y="21111"/>
                        <a:pt x="12768" y="21066"/>
                        <a:pt x="10596" y="20756"/>
                      </a:cubicBezTo>
                      <a:cubicBezTo>
                        <a:pt x="8424" y="20490"/>
                        <a:pt x="6517" y="19825"/>
                        <a:pt x="4922" y="18805"/>
                      </a:cubicBezTo>
                      <a:cubicBezTo>
                        <a:pt x="1730" y="16899"/>
                        <a:pt x="-43" y="14284"/>
                        <a:pt x="1" y="11446"/>
                      </a:cubicBezTo>
                      <a:cubicBezTo>
                        <a:pt x="89" y="8565"/>
                        <a:pt x="1907" y="5994"/>
                        <a:pt x="4567" y="4132"/>
                      </a:cubicBezTo>
                      <a:cubicBezTo>
                        <a:pt x="5897" y="3245"/>
                        <a:pt x="7493" y="2447"/>
                        <a:pt x="9177" y="1694"/>
                      </a:cubicBezTo>
                      <a:cubicBezTo>
                        <a:pt x="10862" y="984"/>
                        <a:pt x="12724" y="497"/>
                        <a:pt x="14719" y="319"/>
                      </a:cubicBezTo>
                      <a:cubicBezTo>
                        <a:pt x="16714" y="186"/>
                        <a:pt x="18575" y="-124"/>
                        <a:pt x="20393" y="53"/>
                      </a:cubicBezTo>
                      <a:cubicBezTo>
                        <a:pt x="22211" y="186"/>
                        <a:pt x="23940" y="630"/>
                        <a:pt x="25491" y="1206"/>
                      </a:cubicBezTo>
                      <a:cubicBezTo>
                        <a:pt x="28550" y="2226"/>
                        <a:pt x="31032" y="4132"/>
                        <a:pt x="31963" y="6836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30" name="Forme libre : forme 26729">
                  <a:extLst>
                    <a:ext uri="{FF2B5EF4-FFF2-40B4-BE49-F238E27FC236}">
                      <a16:creationId xmlns:a16="http://schemas.microsoft.com/office/drawing/2014/main" id="{B339BEA5-337A-4126-BF09-904E472A7584}"/>
                    </a:ext>
                  </a:extLst>
                </p:cNvPr>
                <p:cNvSpPr/>
                <p:nvPr/>
              </p:nvSpPr>
              <p:spPr>
                <a:xfrm>
                  <a:off x="4679578" y="1479678"/>
                  <a:ext cx="25404" cy="18128"/>
                </a:xfrm>
                <a:custGeom>
                  <a:avLst/>
                  <a:gdLst>
                    <a:gd name="connsiteX0" fmla="*/ 6741 w 25404"/>
                    <a:gd name="connsiteY0" fmla="*/ 0 h 18128"/>
                    <a:gd name="connsiteX1" fmla="*/ 3 w 25404"/>
                    <a:gd name="connsiteY1" fmla="*/ 8556 h 18128"/>
                    <a:gd name="connsiteX2" fmla="*/ 4924 w 25404"/>
                    <a:gd name="connsiteY2" fmla="*/ 15915 h 18128"/>
                    <a:gd name="connsiteX3" fmla="*/ 10598 w 25404"/>
                    <a:gd name="connsiteY3" fmla="*/ 17865 h 18128"/>
                    <a:gd name="connsiteX4" fmla="*/ 17647 w 25404"/>
                    <a:gd name="connsiteY4" fmla="*/ 17954 h 18128"/>
                    <a:gd name="connsiteX5" fmla="*/ 25405 w 25404"/>
                    <a:gd name="connsiteY5" fmla="*/ 15338 h 18128"/>
                    <a:gd name="connsiteX6" fmla="*/ 20927 w 25404"/>
                    <a:gd name="connsiteY6" fmla="*/ 15560 h 18128"/>
                    <a:gd name="connsiteX7" fmla="*/ 10554 w 25404"/>
                    <a:gd name="connsiteY7" fmla="*/ 9664 h 18128"/>
                    <a:gd name="connsiteX8" fmla="*/ 6741 w 25404"/>
                    <a:gd name="connsiteY8" fmla="*/ 0 h 18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404" h="18128">
                      <a:moveTo>
                        <a:pt x="6741" y="0"/>
                      </a:moveTo>
                      <a:cubicBezTo>
                        <a:pt x="2885" y="1818"/>
                        <a:pt x="92" y="4965"/>
                        <a:pt x="3" y="8556"/>
                      </a:cubicBezTo>
                      <a:cubicBezTo>
                        <a:pt x="-86" y="11437"/>
                        <a:pt x="1732" y="14009"/>
                        <a:pt x="4924" y="15915"/>
                      </a:cubicBezTo>
                      <a:cubicBezTo>
                        <a:pt x="6520" y="16934"/>
                        <a:pt x="8426" y="17599"/>
                        <a:pt x="10598" y="17865"/>
                      </a:cubicBezTo>
                      <a:cubicBezTo>
                        <a:pt x="12770" y="18176"/>
                        <a:pt x="15164" y="18220"/>
                        <a:pt x="17647" y="17954"/>
                      </a:cubicBezTo>
                      <a:cubicBezTo>
                        <a:pt x="20528" y="17644"/>
                        <a:pt x="23188" y="16491"/>
                        <a:pt x="25405" y="15338"/>
                      </a:cubicBezTo>
                      <a:cubicBezTo>
                        <a:pt x="23942" y="15604"/>
                        <a:pt x="22435" y="15693"/>
                        <a:pt x="20927" y="15560"/>
                      </a:cubicBezTo>
                      <a:cubicBezTo>
                        <a:pt x="16805" y="14851"/>
                        <a:pt x="13036" y="12368"/>
                        <a:pt x="10554" y="9664"/>
                      </a:cubicBezTo>
                      <a:cubicBezTo>
                        <a:pt x="7938" y="6916"/>
                        <a:pt x="6608" y="3546"/>
                        <a:pt x="6741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31" name="Forme libre : forme 26730">
                  <a:extLst>
                    <a:ext uri="{FF2B5EF4-FFF2-40B4-BE49-F238E27FC236}">
                      <a16:creationId xmlns:a16="http://schemas.microsoft.com/office/drawing/2014/main" id="{A456FE7C-EEAB-43F1-97D3-1D55BC094FCC}"/>
                    </a:ext>
                  </a:extLst>
                </p:cNvPr>
                <p:cNvSpPr/>
                <p:nvPr/>
              </p:nvSpPr>
              <p:spPr>
                <a:xfrm>
                  <a:off x="4681221" y="1478673"/>
                  <a:ext cx="33006" cy="21228"/>
                </a:xfrm>
                <a:custGeom>
                  <a:avLst/>
                  <a:gdLst>
                    <a:gd name="connsiteX0" fmla="*/ 32628 w 33006"/>
                    <a:gd name="connsiteY0" fmla="*/ 6547 h 21228"/>
                    <a:gd name="connsiteX1" fmla="*/ 30101 w 33006"/>
                    <a:gd name="connsiteY1" fmla="*/ 15103 h 21228"/>
                    <a:gd name="connsiteX2" fmla="*/ 18176 w 33006"/>
                    <a:gd name="connsiteY2" fmla="*/ 20999 h 21228"/>
                    <a:gd name="connsiteX3" fmla="*/ 10994 w 33006"/>
                    <a:gd name="connsiteY3" fmla="*/ 20954 h 21228"/>
                    <a:gd name="connsiteX4" fmla="*/ 5142 w 33006"/>
                    <a:gd name="connsiteY4" fmla="*/ 19181 h 21228"/>
                    <a:gd name="connsiteX5" fmla="*/ 0 w 33006"/>
                    <a:gd name="connsiteY5" fmla="*/ 11822 h 21228"/>
                    <a:gd name="connsiteX6" fmla="*/ 4566 w 33006"/>
                    <a:gd name="connsiteY6" fmla="*/ 4508 h 21228"/>
                    <a:gd name="connsiteX7" fmla="*/ 9221 w 33006"/>
                    <a:gd name="connsiteY7" fmla="*/ 1892 h 21228"/>
                    <a:gd name="connsiteX8" fmla="*/ 14895 w 33006"/>
                    <a:gd name="connsiteY8" fmla="*/ 473 h 21228"/>
                    <a:gd name="connsiteX9" fmla="*/ 25889 w 33006"/>
                    <a:gd name="connsiteY9" fmla="*/ 1005 h 21228"/>
                    <a:gd name="connsiteX10" fmla="*/ 32628 w 33006"/>
                    <a:gd name="connsiteY10" fmla="*/ 6547 h 21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006" h="21228">
                      <a:moveTo>
                        <a:pt x="32628" y="6547"/>
                      </a:moveTo>
                      <a:cubicBezTo>
                        <a:pt x="33603" y="9251"/>
                        <a:pt x="32672" y="12310"/>
                        <a:pt x="30101" y="15103"/>
                      </a:cubicBezTo>
                      <a:cubicBezTo>
                        <a:pt x="27574" y="18028"/>
                        <a:pt x="23185" y="19846"/>
                        <a:pt x="18176" y="20999"/>
                      </a:cubicBezTo>
                      <a:cubicBezTo>
                        <a:pt x="15649" y="21353"/>
                        <a:pt x="13211" y="21265"/>
                        <a:pt x="10994" y="20954"/>
                      </a:cubicBezTo>
                      <a:cubicBezTo>
                        <a:pt x="8778" y="20600"/>
                        <a:pt x="6783" y="20156"/>
                        <a:pt x="5142" y="19181"/>
                      </a:cubicBezTo>
                      <a:cubicBezTo>
                        <a:pt x="1862" y="17319"/>
                        <a:pt x="0" y="14704"/>
                        <a:pt x="0" y="11822"/>
                      </a:cubicBezTo>
                      <a:cubicBezTo>
                        <a:pt x="44" y="8941"/>
                        <a:pt x="1862" y="6369"/>
                        <a:pt x="4566" y="4508"/>
                      </a:cubicBezTo>
                      <a:cubicBezTo>
                        <a:pt x="5940" y="3577"/>
                        <a:pt x="7492" y="2557"/>
                        <a:pt x="9221" y="1892"/>
                      </a:cubicBezTo>
                      <a:cubicBezTo>
                        <a:pt x="10950" y="1183"/>
                        <a:pt x="12856" y="739"/>
                        <a:pt x="14895" y="473"/>
                      </a:cubicBezTo>
                      <a:cubicBezTo>
                        <a:pt x="18841" y="-502"/>
                        <a:pt x="22786" y="207"/>
                        <a:pt x="25889" y="1005"/>
                      </a:cubicBezTo>
                      <a:cubicBezTo>
                        <a:pt x="29037" y="1981"/>
                        <a:pt x="31608" y="3843"/>
                        <a:pt x="32628" y="654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32" name="Forme libre : forme 26731">
                  <a:extLst>
                    <a:ext uri="{FF2B5EF4-FFF2-40B4-BE49-F238E27FC236}">
                      <a16:creationId xmlns:a16="http://schemas.microsoft.com/office/drawing/2014/main" id="{E9CA66B1-4288-41CF-A87D-9E224CEDCB6D}"/>
                    </a:ext>
                  </a:extLst>
                </p:cNvPr>
                <p:cNvSpPr/>
                <p:nvPr/>
              </p:nvSpPr>
              <p:spPr>
                <a:xfrm>
                  <a:off x="4664910" y="1471484"/>
                  <a:ext cx="44389" cy="38588"/>
                </a:xfrm>
                <a:custGeom>
                  <a:avLst/>
                  <a:gdLst>
                    <a:gd name="connsiteX0" fmla="*/ 752 w 44389"/>
                    <a:gd name="connsiteY0" fmla="*/ 17016 h 38588"/>
                    <a:gd name="connsiteX1" fmla="*/ 530 w 44389"/>
                    <a:gd name="connsiteY1" fmla="*/ 26680 h 38588"/>
                    <a:gd name="connsiteX2" fmla="*/ 18617 w 44389"/>
                    <a:gd name="connsiteY2" fmla="*/ 38118 h 38588"/>
                    <a:gd name="connsiteX3" fmla="*/ 29256 w 44389"/>
                    <a:gd name="connsiteY3" fmla="*/ 38162 h 38588"/>
                    <a:gd name="connsiteX4" fmla="*/ 39054 w 44389"/>
                    <a:gd name="connsiteY4" fmla="*/ 34749 h 38588"/>
                    <a:gd name="connsiteX5" fmla="*/ 43309 w 44389"/>
                    <a:gd name="connsiteY5" fmla="*/ 24331 h 38588"/>
                    <a:gd name="connsiteX6" fmla="*/ 36172 w 44389"/>
                    <a:gd name="connsiteY6" fmla="*/ 20917 h 38588"/>
                    <a:gd name="connsiteX7" fmla="*/ 27793 w 44389"/>
                    <a:gd name="connsiteY7" fmla="*/ 16883 h 38588"/>
                    <a:gd name="connsiteX8" fmla="*/ 21099 w 44389"/>
                    <a:gd name="connsiteY8" fmla="*/ 11298 h 38588"/>
                    <a:gd name="connsiteX9" fmla="*/ 14849 w 44389"/>
                    <a:gd name="connsiteY9" fmla="*/ 3673 h 38588"/>
                    <a:gd name="connsiteX10" fmla="*/ 6958 w 44389"/>
                    <a:gd name="connsiteY10" fmla="*/ 215 h 38588"/>
                    <a:gd name="connsiteX11" fmla="*/ 752 w 44389"/>
                    <a:gd name="connsiteY11" fmla="*/ 17016 h 3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389" h="38588">
                      <a:moveTo>
                        <a:pt x="752" y="17016"/>
                      </a:moveTo>
                      <a:cubicBezTo>
                        <a:pt x="175" y="20208"/>
                        <a:pt x="-490" y="23489"/>
                        <a:pt x="530" y="26680"/>
                      </a:cubicBezTo>
                      <a:cubicBezTo>
                        <a:pt x="2392" y="32709"/>
                        <a:pt x="10327" y="37098"/>
                        <a:pt x="18617" y="38118"/>
                      </a:cubicBezTo>
                      <a:cubicBezTo>
                        <a:pt x="21986" y="38783"/>
                        <a:pt x="25710" y="38694"/>
                        <a:pt x="29256" y="38162"/>
                      </a:cubicBezTo>
                      <a:cubicBezTo>
                        <a:pt x="32803" y="37674"/>
                        <a:pt x="36216" y="36699"/>
                        <a:pt x="39054" y="34749"/>
                      </a:cubicBezTo>
                      <a:cubicBezTo>
                        <a:pt x="43398" y="32000"/>
                        <a:pt x="45969" y="27345"/>
                        <a:pt x="43309" y="24331"/>
                      </a:cubicBezTo>
                      <a:cubicBezTo>
                        <a:pt x="41669" y="22425"/>
                        <a:pt x="38743" y="21715"/>
                        <a:pt x="36172" y="20917"/>
                      </a:cubicBezTo>
                      <a:cubicBezTo>
                        <a:pt x="33158" y="20075"/>
                        <a:pt x="30320" y="18523"/>
                        <a:pt x="27793" y="16883"/>
                      </a:cubicBezTo>
                      <a:cubicBezTo>
                        <a:pt x="25267" y="15199"/>
                        <a:pt x="23050" y="13425"/>
                        <a:pt x="21099" y="11298"/>
                      </a:cubicBezTo>
                      <a:cubicBezTo>
                        <a:pt x="19459" y="9391"/>
                        <a:pt x="17198" y="6155"/>
                        <a:pt x="14849" y="3673"/>
                      </a:cubicBezTo>
                      <a:cubicBezTo>
                        <a:pt x="12455" y="1323"/>
                        <a:pt x="9928" y="-672"/>
                        <a:pt x="6958" y="215"/>
                      </a:cubicBezTo>
                      <a:cubicBezTo>
                        <a:pt x="1505" y="1811"/>
                        <a:pt x="1505" y="12583"/>
                        <a:pt x="752" y="1701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33" name="Forme libre : forme 26732">
                  <a:extLst>
                    <a:ext uri="{FF2B5EF4-FFF2-40B4-BE49-F238E27FC236}">
                      <a16:creationId xmlns:a16="http://schemas.microsoft.com/office/drawing/2014/main" id="{8D567F9B-496C-40E2-AB96-FD405A247C54}"/>
                    </a:ext>
                  </a:extLst>
                </p:cNvPr>
                <p:cNvSpPr/>
                <p:nvPr/>
              </p:nvSpPr>
              <p:spPr>
                <a:xfrm>
                  <a:off x="4673228" y="1471912"/>
                  <a:ext cx="12091" cy="10250"/>
                </a:xfrm>
                <a:custGeom>
                  <a:avLst/>
                  <a:gdLst>
                    <a:gd name="connsiteX0" fmla="*/ 900 w 12091"/>
                    <a:gd name="connsiteY0" fmla="*/ 5816 h 10250"/>
                    <a:gd name="connsiteX1" fmla="*/ 13 w 12091"/>
                    <a:gd name="connsiteY1" fmla="*/ 7944 h 10250"/>
                    <a:gd name="connsiteX2" fmla="*/ 1033 w 12091"/>
                    <a:gd name="connsiteY2" fmla="*/ 9983 h 10250"/>
                    <a:gd name="connsiteX3" fmla="*/ 3249 w 12091"/>
                    <a:gd name="connsiteY3" fmla="*/ 10116 h 10250"/>
                    <a:gd name="connsiteX4" fmla="*/ 8658 w 12091"/>
                    <a:gd name="connsiteY4" fmla="*/ 8032 h 10250"/>
                    <a:gd name="connsiteX5" fmla="*/ 10564 w 12091"/>
                    <a:gd name="connsiteY5" fmla="*/ 6747 h 10250"/>
                    <a:gd name="connsiteX6" fmla="*/ 8968 w 12091"/>
                    <a:gd name="connsiteY6" fmla="*/ 53 h 10250"/>
                    <a:gd name="connsiteX7" fmla="*/ 900 w 12091"/>
                    <a:gd name="connsiteY7" fmla="*/ 5816 h 10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91" h="10250">
                      <a:moveTo>
                        <a:pt x="900" y="5816"/>
                      </a:moveTo>
                      <a:cubicBezTo>
                        <a:pt x="457" y="6436"/>
                        <a:pt x="58" y="7146"/>
                        <a:pt x="13" y="7944"/>
                      </a:cubicBezTo>
                      <a:cubicBezTo>
                        <a:pt x="-75" y="8742"/>
                        <a:pt x="279" y="9584"/>
                        <a:pt x="1033" y="9983"/>
                      </a:cubicBezTo>
                      <a:cubicBezTo>
                        <a:pt x="1698" y="10337"/>
                        <a:pt x="2496" y="10293"/>
                        <a:pt x="3249" y="10116"/>
                      </a:cubicBezTo>
                      <a:cubicBezTo>
                        <a:pt x="5156" y="9584"/>
                        <a:pt x="6973" y="8875"/>
                        <a:pt x="8658" y="8032"/>
                      </a:cubicBezTo>
                      <a:cubicBezTo>
                        <a:pt x="9367" y="7678"/>
                        <a:pt x="10032" y="7279"/>
                        <a:pt x="10564" y="6747"/>
                      </a:cubicBezTo>
                      <a:cubicBezTo>
                        <a:pt x="12736" y="4442"/>
                        <a:pt x="12914" y="-568"/>
                        <a:pt x="8968" y="53"/>
                      </a:cubicBezTo>
                      <a:cubicBezTo>
                        <a:pt x="5865" y="452"/>
                        <a:pt x="2718" y="3333"/>
                        <a:pt x="900" y="581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34" name="Forme libre : forme 26733">
                  <a:extLst>
                    <a:ext uri="{FF2B5EF4-FFF2-40B4-BE49-F238E27FC236}">
                      <a16:creationId xmlns:a16="http://schemas.microsoft.com/office/drawing/2014/main" id="{37A6B773-E558-47FE-8DF0-3447B36BA18A}"/>
                    </a:ext>
                  </a:extLst>
                </p:cNvPr>
                <p:cNvSpPr/>
                <p:nvPr/>
              </p:nvSpPr>
              <p:spPr>
                <a:xfrm>
                  <a:off x="4710480" y="1482427"/>
                  <a:ext cx="16109" cy="27440"/>
                </a:xfrm>
                <a:custGeom>
                  <a:avLst/>
                  <a:gdLst>
                    <a:gd name="connsiteX0" fmla="*/ 14408 w 16109"/>
                    <a:gd name="connsiteY0" fmla="*/ 0 h 27440"/>
                    <a:gd name="connsiteX1" fmla="*/ 16048 w 16109"/>
                    <a:gd name="connsiteY1" fmla="*/ 8645 h 27440"/>
                    <a:gd name="connsiteX2" fmla="*/ 12546 w 16109"/>
                    <a:gd name="connsiteY2" fmla="*/ 17865 h 27440"/>
                    <a:gd name="connsiteX3" fmla="*/ 0 w 16109"/>
                    <a:gd name="connsiteY3" fmla="*/ 27441 h 27440"/>
                    <a:gd name="connsiteX4" fmla="*/ 2926 w 16109"/>
                    <a:gd name="connsiteY4" fmla="*/ 25712 h 27440"/>
                    <a:gd name="connsiteX5" fmla="*/ 8955 w 16109"/>
                    <a:gd name="connsiteY5" fmla="*/ 20126 h 27440"/>
                    <a:gd name="connsiteX6" fmla="*/ 11881 w 16109"/>
                    <a:gd name="connsiteY6" fmla="*/ 16137 h 27440"/>
                    <a:gd name="connsiteX7" fmla="*/ 13964 w 16109"/>
                    <a:gd name="connsiteY7" fmla="*/ 11216 h 27440"/>
                    <a:gd name="connsiteX8" fmla="*/ 14408 w 16109"/>
                    <a:gd name="connsiteY8" fmla="*/ 0 h 27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109" h="27440">
                      <a:moveTo>
                        <a:pt x="14408" y="0"/>
                      </a:moveTo>
                      <a:cubicBezTo>
                        <a:pt x="14408" y="0"/>
                        <a:pt x="16491" y="3369"/>
                        <a:pt x="16048" y="8645"/>
                      </a:cubicBezTo>
                      <a:cubicBezTo>
                        <a:pt x="15826" y="11304"/>
                        <a:pt x="14895" y="14408"/>
                        <a:pt x="12546" y="17865"/>
                      </a:cubicBezTo>
                      <a:cubicBezTo>
                        <a:pt x="10063" y="20924"/>
                        <a:pt x="6162" y="24692"/>
                        <a:pt x="0" y="27441"/>
                      </a:cubicBezTo>
                      <a:cubicBezTo>
                        <a:pt x="0" y="27441"/>
                        <a:pt x="1197" y="26909"/>
                        <a:pt x="2926" y="25712"/>
                      </a:cubicBezTo>
                      <a:cubicBezTo>
                        <a:pt x="4610" y="24426"/>
                        <a:pt x="6871" y="22520"/>
                        <a:pt x="8955" y="20126"/>
                      </a:cubicBezTo>
                      <a:cubicBezTo>
                        <a:pt x="10019" y="18929"/>
                        <a:pt x="10994" y="17599"/>
                        <a:pt x="11881" y="16137"/>
                      </a:cubicBezTo>
                      <a:cubicBezTo>
                        <a:pt x="12723" y="14585"/>
                        <a:pt x="13432" y="12945"/>
                        <a:pt x="13964" y="11216"/>
                      </a:cubicBezTo>
                      <a:cubicBezTo>
                        <a:pt x="15028" y="7802"/>
                        <a:pt x="15294" y="4034"/>
                        <a:pt x="1440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35" name="Forme libre : forme 26734">
                  <a:extLst>
                    <a:ext uri="{FF2B5EF4-FFF2-40B4-BE49-F238E27FC236}">
                      <a16:creationId xmlns:a16="http://schemas.microsoft.com/office/drawing/2014/main" id="{52FF348A-9783-454C-970D-B3A956E2FF69}"/>
                    </a:ext>
                  </a:extLst>
                </p:cNvPr>
                <p:cNvSpPr/>
                <p:nvPr/>
              </p:nvSpPr>
              <p:spPr>
                <a:xfrm>
                  <a:off x="4658701" y="1461148"/>
                  <a:ext cx="21190" cy="17244"/>
                </a:xfrm>
                <a:custGeom>
                  <a:avLst/>
                  <a:gdLst>
                    <a:gd name="connsiteX0" fmla="*/ 21190 w 21190"/>
                    <a:gd name="connsiteY0" fmla="*/ 0 h 17244"/>
                    <a:gd name="connsiteX1" fmla="*/ 18796 w 21190"/>
                    <a:gd name="connsiteY1" fmla="*/ 399 h 17244"/>
                    <a:gd name="connsiteX2" fmla="*/ 13122 w 21190"/>
                    <a:gd name="connsiteY2" fmla="*/ 2128 h 17244"/>
                    <a:gd name="connsiteX3" fmla="*/ 9664 w 21190"/>
                    <a:gd name="connsiteY3" fmla="*/ 4211 h 17244"/>
                    <a:gd name="connsiteX4" fmla="*/ 6206 w 21190"/>
                    <a:gd name="connsiteY4" fmla="*/ 7093 h 17244"/>
                    <a:gd name="connsiteX5" fmla="*/ 0 w 21190"/>
                    <a:gd name="connsiteY5" fmla="*/ 17245 h 17244"/>
                    <a:gd name="connsiteX6" fmla="*/ 5674 w 21190"/>
                    <a:gd name="connsiteY6" fmla="*/ 9443 h 17244"/>
                    <a:gd name="connsiteX7" fmla="*/ 12280 w 21190"/>
                    <a:gd name="connsiteY7" fmla="*/ 3724 h 17244"/>
                    <a:gd name="connsiteX8" fmla="*/ 21190 w 21190"/>
                    <a:gd name="connsiteY8" fmla="*/ 0 h 17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190" h="17244">
                      <a:moveTo>
                        <a:pt x="21190" y="0"/>
                      </a:moveTo>
                      <a:cubicBezTo>
                        <a:pt x="21190" y="0"/>
                        <a:pt x="20259" y="44"/>
                        <a:pt x="18796" y="399"/>
                      </a:cubicBezTo>
                      <a:cubicBezTo>
                        <a:pt x="17333" y="621"/>
                        <a:pt x="15339" y="1064"/>
                        <a:pt x="13122" y="2128"/>
                      </a:cubicBezTo>
                      <a:cubicBezTo>
                        <a:pt x="12014" y="2660"/>
                        <a:pt x="10861" y="3325"/>
                        <a:pt x="9664" y="4211"/>
                      </a:cubicBezTo>
                      <a:cubicBezTo>
                        <a:pt x="8512" y="5009"/>
                        <a:pt x="7359" y="5896"/>
                        <a:pt x="6206" y="7093"/>
                      </a:cubicBezTo>
                      <a:cubicBezTo>
                        <a:pt x="3901" y="9443"/>
                        <a:pt x="1640" y="12679"/>
                        <a:pt x="0" y="17245"/>
                      </a:cubicBezTo>
                      <a:cubicBezTo>
                        <a:pt x="0" y="17245"/>
                        <a:pt x="2039" y="13344"/>
                        <a:pt x="5674" y="9443"/>
                      </a:cubicBezTo>
                      <a:cubicBezTo>
                        <a:pt x="7492" y="7536"/>
                        <a:pt x="9664" y="5586"/>
                        <a:pt x="12280" y="3724"/>
                      </a:cubicBezTo>
                      <a:cubicBezTo>
                        <a:pt x="14851" y="1862"/>
                        <a:pt x="17777" y="975"/>
                        <a:pt x="2119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36" name="Forme libre : forme 26735">
                  <a:extLst>
                    <a:ext uri="{FF2B5EF4-FFF2-40B4-BE49-F238E27FC236}">
                      <a16:creationId xmlns:a16="http://schemas.microsoft.com/office/drawing/2014/main" id="{D0E90C9F-9F1F-4928-82E2-0683E5376A85}"/>
                    </a:ext>
                  </a:extLst>
                </p:cNvPr>
                <p:cNvSpPr/>
                <p:nvPr/>
              </p:nvSpPr>
              <p:spPr>
                <a:xfrm>
                  <a:off x="4692292" y="1478972"/>
                  <a:ext cx="11857" cy="6781"/>
                </a:xfrm>
                <a:custGeom>
                  <a:avLst/>
                  <a:gdLst>
                    <a:gd name="connsiteX0" fmla="*/ 11848 w 11857"/>
                    <a:gd name="connsiteY0" fmla="*/ 3942 h 6781"/>
                    <a:gd name="connsiteX1" fmla="*/ 5243 w 11857"/>
                    <a:gd name="connsiteY1" fmla="*/ 6735 h 6781"/>
                    <a:gd name="connsiteX2" fmla="*/ 1209 w 11857"/>
                    <a:gd name="connsiteY2" fmla="*/ 5006 h 6781"/>
                    <a:gd name="connsiteX3" fmla="*/ 56 w 11857"/>
                    <a:gd name="connsiteY3" fmla="*/ 2346 h 6781"/>
                    <a:gd name="connsiteX4" fmla="*/ 6396 w 11857"/>
                    <a:gd name="connsiteY4" fmla="*/ 41 h 6781"/>
                    <a:gd name="connsiteX5" fmla="*/ 11848 w 11857"/>
                    <a:gd name="connsiteY5" fmla="*/ 3942 h 6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857" h="6781">
                      <a:moveTo>
                        <a:pt x="11848" y="3942"/>
                      </a:moveTo>
                      <a:cubicBezTo>
                        <a:pt x="11627" y="5760"/>
                        <a:pt x="8612" y="7045"/>
                        <a:pt x="5243" y="6735"/>
                      </a:cubicBezTo>
                      <a:cubicBezTo>
                        <a:pt x="3558" y="6558"/>
                        <a:pt x="2140" y="5760"/>
                        <a:pt x="1209" y="5006"/>
                      </a:cubicBezTo>
                      <a:cubicBezTo>
                        <a:pt x="278" y="4208"/>
                        <a:pt x="-165" y="3233"/>
                        <a:pt x="56" y="2346"/>
                      </a:cubicBezTo>
                      <a:cubicBezTo>
                        <a:pt x="500" y="484"/>
                        <a:pt x="3337" y="-181"/>
                        <a:pt x="6396" y="41"/>
                      </a:cubicBezTo>
                      <a:cubicBezTo>
                        <a:pt x="9499" y="396"/>
                        <a:pt x="12026" y="2125"/>
                        <a:pt x="11848" y="394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37" name="Forme libre : forme 26736">
                  <a:extLst>
                    <a:ext uri="{FF2B5EF4-FFF2-40B4-BE49-F238E27FC236}">
                      <a16:creationId xmlns:a16="http://schemas.microsoft.com/office/drawing/2014/main" id="{9E42D72F-4DCF-4E32-A3FF-EA7346291F03}"/>
                    </a:ext>
                  </a:extLst>
                </p:cNvPr>
                <p:cNvSpPr/>
                <p:nvPr/>
              </p:nvSpPr>
              <p:spPr>
                <a:xfrm>
                  <a:off x="4702377" y="1480617"/>
                  <a:ext cx="3231" cy="2954"/>
                </a:xfrm>
                <a:custGeom>
                  <a:avLst/>
                  <a:gdLst>
                    <a:gd name="connsiteX0" fmla="*/ 3182 w 3231"/>
                    <a:gd name="connsiteY0" fmla="*/ 1145 h 2954"/>
                    <a:gd name="connsiteX1" fmla="*/ 1985 w 3231"/>
                    <a:gd name="connsiteY1" fmla="*/ 2918 h 2954"/>
                    <a:gd name="connsiteX2" fmla="*/ 34 w 3231"/>
                    <a:gd name="connsiteY2" fmla="*/ 1810 h 2954"/>
                    <a:gd name="connsiteX3" fmla="*/ 1231 w 3231"/>
                    <a:gd name="connsiteY3" fmla="*/ 36 h 2954"/>
                    <a:gd name="connsiteX4" fmla="*/ 3182 w 3231"/>
                    <a:gd name="connsiteY4" fmla="*/ 1145 h 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31" h="2954">
                      <a:moveTo>
                        <a:pt x="3182" y="1145"/>
                      </a:moveTo>
                      <a:cubicBezTo>
                        <a:pt x="3403" y="1943"/>
                        <a:pt x="2871" y="2740"/>
                        <a:pt x="1985" y="2918"/>
                      </a:cubicBezTo>
                      <a:cubicBezTo>
                        <a:pt x="1098" y="3095"/>
                        <a:pt x="211" y="2608"/>
                        <a:pt x="34" y="1810"/>
                      </a:cubicBezTo>
                      <a:cubicBezTo>
                        <a:pt x="-143" y="1012"/>
                        <a:pt x="389" y="214"/>
                        <a:pt x="1231" y="36"/>
                      </a:cubicBezTo>
                      <a:cubicBezTo>
                        <a:pt x="2073" y="-141"/>
                        <a:pt x="2960" y="347"/>
                        <a:pt x="3182" y="11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38" name="Forme libre : forme 26737">
                  <a:extLst>
                    <a:ext uri="{FF2B5EF4-FFF2-40B4-BE49-F238E27FC236}">
                      <a16:creationId xmlns:a16="http://schemas.microsoft.com/office/drawing/2014/main" id="{8AB1F539-E9BC-4D16-93C8-1452A627A750}"/>
                    </a:ext>
                  </a:extLst>
                </p:cNvPr>
                <p:cNvSpPr/>
                <p:nvPr/>
              </p:nvSpPr>
              <p:spPr>
                <a:xfrm>
                  <a:off x="4690491" y="1461995"/>
                  <a:ext cx="29461" cy="21340"/>
                </a:xfrm>
                <a:custGeom>
                  <a:avLst/>
                  <a:gdLst>
                    <a:gd name="connsiteX0" fmla="*/ 21629 w 29461"/>
                    <a:gd name="connsiteY0" fmla="*/ 5359 h 21340"/>
                    <a:gd name="connsiteX1" fmla="*/ 28900 w 29461"/>
                    <a:gd name="connsiteY1" fmla="*/ 16309 h 21340"/>
                    <a:gd name="connsiteX2" fmla="*/ 28323 w 29461"/>
                    <a:gd name="connsiteY2" fmla="*/ 20920 h 21340"/>
                    <a:gd name="connsiteX3" fmla="*/ 23979 w 29461"/>
                    <a:gd name="connsiteY3" fmla="*/ 19944 h 21340"/>
                    <a:gd name="connsiteX4" fmla="*/ 13694 w 29461"/>
                    <a:gd name="connsiteY4" fmla="*/ 10768 h 21340"/>
                    <a:gd name="connsiteX5" fmla="*/ 5182 w 29461"/>
                    <a:gd name="connsiteY5" fmla="*/ 8684 h 21340"/>
                    <a:gd name="connsiteX6" fmla="*/ 1104 w 29461"/>
                    <a:gd name="connsiteY6" fmla="*/ 6512 h 21340"/>
                    <a:gd name="connsiteX7" fmla="*/ 173 w 29461"/>
                    <a:gd name="connsiteY7" fmla="*/ 3586 h 21340"/>
                    <a:gd name="connsiteX8" fmla="*/ 2611 w 29461"/>
                    <a:gd name="connsiteY8" fmla="*/ 1281 h 21340"/>
                    <a:gd name="connsiteX9" fmla="*/ 6379 w 29461"/>
                    <a:gd name="connsiteY9" fmla="*/ 128 h 21340"/>
                    <a:gd name="connsiteX10" fmla="*/ 10458 w 29461"/>
                    <a:gd name="connsiteY10" fmla="*/ 40 h 21340"/>
                    <a:gd name="connsiteX11" fmla="*/ 13605 w 29461"/>
                    <a:gd name="connsiteY11" fmla="*/ 350 h 21340"/>
                    <a:gd name="connsiteX12" fmla="*/ 21629 w 29461"/>
                    <a:gd name="connsiteY12" fmla="*/ 5359 h 21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461" h="21340">
                      <a:moveTo>
                        <a:pt x="21629" y="5359"/>
                      </a:moveTo>
                      <a:cubicBezTo>
                        <a:pt x="24777" y="8330"/>
                        <a:pt x="27126" y="12231"/>
                        <a:pt x="28900" y="16309"/>
                      </a:cubicBezTo>
                      <a:cubicBezTo>
                        <a:pt x="29564" y="17816"/>
                        <a:pt x="29919" y="19900"/>
                        <a:pt x="28323" y="20920"/>
                      </a:cubicBezTo>
                      <a:cubicBezTo>
                        <a:pt x="26905" y="21895"/>
                        <a:pt x="25131" y="21008"/>
                        <a:pt x="23979" y="19944"/>
                      </a:cubicBezTo>
                      <a:cubicBezTo>
                        <a:pt x="20432" y="16752"/>
                        <a:pt x="17728" y="12497"/>
                        <a:pt x="13694" y="10768"/>
                      </a:cubicBezTo>
                      <a:cubicBezTo>
                        <a:pt x="12453" y="10280"/>
                        <a:pt x="8374" y="9615"/>
                        <a:pt x="5182" y="8684"/>
                      </a:cubicBezTo>
                      <a:cubicBezTo>
                        <a:pt x="3587" y="8285"/>
                        <a:pt x="2035" y="7354"/>
                        <a:pt x="1104" y="6512"/>
                      </a:cubicBezTo>
                      <a:cubicBezTo>
                        <a:pt x="173" y="5625"/>
                        <a:pt x="-270" y="4694"/>
                        <a:pt x="173" y="3586"/>
                      </a:cubicBezTo>
                      <a:cubicBezTo>
                        <a:pt x="616" y="2478"/>
                        <a:pt x="1503" y="1724"/>
                        <a:pt x="2611" y="1281"/>
                      </a:cubicBezTo>
                      <a:cubicBezTo>
                        <a:pt x="3720" y="705"/>
                        <a:pt x="5005" y="306"/>
                        <a:pt x="6379" y="128"/>
                      </a:cubicBezTo>
                      <a:cubicBezTo>
                        <a:pt x="7754" y="-93"/>
                        <a:pt x="9217" y="40"/>
                        <a:pt x="10458" y="40"/>
                      </a:cubicBezTo>
                      <a:cubicBezTo>
                        <a:pt x="11699" y="-5"/>
                        <a:pt x="12852" y="128"/>
                        <a:pt x="13605" y="350"/>
                      </a:cubicBezTo>
                      <a:cubicBezTo>
                        <a:pt x="16398" y="1281"/>
                        <a:pt x="19280" y="3231"/>
                        <a:pt x="21629" y="535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37" name="Graphique 2">
                <a:extLst>
                  <a:ext uri="{FF2B5EF4-FFF2-40B4-BE49-F238E27FC236}">
                    <a16:creationId xmlns:a16="http://schemas.microsoft.com/office/drawing/2014/main" id="{87AEFB25-5163-41CD-B3DD-2B45CC9859F0}"/>
                  </a:ext>
                </a:extLst>
              </p:cNvPr>
              <p:cNvGrpSpPr/>
              <p:nvPr/>
            </p:nvGrpSpPr>
            <p:grpSpPr>
              <a:xfrm>
                <a:off x="4718181" y="1420070"/>
                <a:ext cx="69387" cy="71613"/>
                <a:chOff x="4718181" y="1420070"/>
                <a:chExt cx="69387" cy="71613"/>
              </a:xfrm>
              <a:solidFill>
                <a:schemeClr val="accent1"/>
              </a:solidFill>
            </p:grpSpPr>
            <p:sp>
              <p:nvSpPr>
                <p:cNvPr id="26715" name="Forme libre : forme 26714">
                  <a:extLst>
                    <a:ext uri="{FF2B5EF4-FFF2-40B4-BE49-F238E27FC236}">
                      <a16:creationId xmlns:a16="http://schemas.microsoft.com/office/drawing/2014/main" id="{3103BE01-594E-4FF4-9F68-1DD0382E24B9}"/>
                    </a:ext>
                  </a:extLst>
                </p:cNvPr>
                <p:cNvSpPr/>
                <p:nvPr/>
              </p:nvSpPr>
              <p:spPr>
                <a:xfrm>
                  <a:off x="4718181" y="1420070"/>
                  <a:ext cx="69328" cy="71613"/>
                </a:xfrm>
                <a:custGeom>
                  <a:avLst/>
                  <a:gdLst>
                    <a:gd name="connsiteX0" fmla="*/ 63361 w 69328"/>
                    <a:gd name="connsiteY0" fmla="*/ 42807 h 71613"/>
                    <a:gd name="connsiteX1" fmla="*/ 53431 w 69328"/>
                    <a:gd name="connsiteY1" fmla="*/ 53979 h 71613"/>
                    <a:gd name="connsiteX2" fmla="*/ 42082 w 69328"/>
                    <a:gd name="connsiteY2" fmla="*/ 64707 h 71613"/>
                    <a:gd name="connsiteX3" fmla="*/ 37694 w 69328"/>
                    <a:gd name="connsiteY3" fmla="*/ 67943 h 71613"/>
                    <a:gd name="connsiteX4" fmla="*/ 32817 w 69328"/>
                    <a:gd name="connsiteY4" fmla="*/ 70115 h 71613"/>
                    <a:gd name="connsiteX5" fmla="*/ 23286 w 69328"/>
                    <a:gd name="connsiteY5" fmla="*/ 71534 h 71613"/>
                    <a:gd name="connsiteX6" fmla="*/ 9765 w 69328"/>
                    <a:gd name="connsiteY6" fmla="*/ 63288 h 71613"/>
                    <a:gd name="connsiteX7" fmla="*/ 2628 w 69328"/>
                    <a:gd name="connsiteY7" fmla="*/ 50033 h 71613"/>
                    <a:gd name="connsiteX8" fmla="*/ 323 w 69328"/>
                    <a:gd name="connsiteY8" fmla="*/ 35138 h 71613"/>
                    <a:gd name="connsiteX9" fmla="*/ 2362 w 69328"/>
                    <a:gd name="connsiteY9" fmla="*/ 28577 h 71613"/>
                    <a:gd name="connsiteX10" fmla="*/ 4179 w 69328"/>
                    <a:gd name="connsiteY10" fmla="*/ 25828 h 71613"/>
                    <a:gd name="connsiteX11" fmla="*/ 6529 w 69328"/>
                    <a:gd name="connsiteY11" fmla="*/ 23257 h 71613"/>
                    <a:gd name="connsiteX12" fmla="*/ 14110 w 69328"/>
                    <a:gd name="connsiteY12" fmla="*/ 16164 h 71613"/>
                    <a:gd name="connsiteX13" fmla="*/ 21513 w 69328"/>
                    <a:gd name="connsiteY13" fmla="*/ 7919 h 71613"/>
                    <a:gd name="connsiteX14" fmla="*/ 27542 w 69328"/>
                    <a:gd name="connsiteY14" fmla="*/ 2954 h 71613"/>
                    <a:gd name="connsiteX15" fmla="*/ 34856 w 69328"/>
                    <a:gd name="connsiteY15" fmla="*/ 338 h 71613"/>
                    <a:gd name="connsiteX16" fmla="*/ 49796 w 69328"/>
                    <a:gd name="connsiteY16" fmla="*/ 3441 h 71613"/>
                    <a:gd name="connsiteX17" fmla="*/ 61987 w 69328"/>
                    <a:gd name="connsiteY17" fmla="*/ 12130 h 71613"/>
                    <a:gd name="connsiteX18" fmla="*/ 69302 w 69328"/>
                    <a:gd name="connsiteY18" fmla="*/ 25784 h 71613"/>
                    <a:gd name="connsiteX19" fmla="*/ 68149 w 69328"/>
                    <a:gd name="connsiteY19" fmla="*/ 34429 h 71613"/>
                    <a:gd name="connsiteX20" fmla="*/ 63361 w 69328"/>
                    <a:gd name="connsiteY20" fmla="*/ 42807 h 71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328" h="71613">
                      <a:moveTo>
                        <a:pt x="63361" y="42807"/>
                      </a:moveTo>
                      <a:cubicBezTo>
                        <a:pt x="60302" y="46575"/>
                        <a:pt x="56889" y="50299"/>
                        <a:pt x="53431" y="53979"/>
                      </a:cubicBezTo>
                      <a:cubicBezTo>
                        <a:pt x="49796" y="57614"/>
                        <a:pt x="46250" y="61293"/>
                        <a:pt x="42082" y="64707"/>
                      </a:cubicBezTo>
                      <a:cubicBezTo>
                        <a:pt x="40664" y="65904"/>
                        <a:pt x="39201" y="67012"/>
                        <a:pt x="37694" y="67943"/>
                      </a:cubicBezTo>
                      <a:cubicBezTo>
                        <a:pt x="36098" y="68829"/>
                        <a:pt x="34457" y="69539"/>
                        <a:pt x="32817" y="70115"/>
                      </a:cubicBezTo>
                      <a:cubicBezTo>
                        <a:pt x="29537" y="71223"/>
                        <a:pt x="26434" y="71844"/>
                        <a:pt x="23286" y="71534"/>
                      </a:cubicBezTo>
                      <a:cubicBezTo>
                        <a:pt x="17124" y="71046"/>
                        <a:pt x="12336" y="68076"/>
                        <a:pt x="9765" y="63288"/>
                      </a:cubicBezTo>
                      <a:lnTo>
                        <a:pt x="2628" y="50033"/>
                      </a:lnTo>
                      <a:cubicBezTo>
                        <a:pt x="57" y="45245"/>
                        <a:pt x="-431" y="39748"/>
                        <a:pt x="323" y="35138"/>
                      </a:cubicBezTo>
                      <a:cubicBezTo>
                        <a:pt x="722" y="32966"/>
                        <a:pt x="1342" y="30483"/>
                        <a:pt x="2362" y="28577"/>
                      </a:cubicBezTo>
                      <a:cubicBezTo>
                        <a:pt x="2894" y="27602"/>
                        <a:pt x="3470" y="26715"/>
                        <a:pt x="4179" y="25828"/>
                      </a:cubicBezTo>
                      <a:cubicBezTo>
                        <a:pt x="4844" y="24897"/>
                        <a:pt x="5642" y="24011"/>
                        <a:pt x="6529" y="23257"/>
                      </a:cubicBezTo>
                      <a:cubicBezTo>
                        <a:pt x="9144" y="21218"/>
                        <a:pt x="11583" y="18602"/>
                        <a:pt x="14110" y="16164"/>
                      </a:cubicBezTo>
                      <a:cubicBezTo>
                        <a:pt x="16592" y="13504"/>
                        <a:pt x="19075" y="10844"/>
                        <a:pt x="21513" y="7919"/>
                      </a:cubicBezTo>
                      <a:cubicBezTo>
                        <a:pt x="23197" y="5835"/>
                        <a:pt x="25281" y="4283"/>
                        <a:pt x="27542" y="2954"/>
                      </a:cubicBezTo>
                      <a:cubicBezTo>
                        <a:pt x="29803" y="1624"/>
                        <a:pt x="32285" y="737"/>
                        <a:pt x="34856" y="338"/>
                      </a:cubicBezTo>
                      <a:cubicBezTo>
                        <a:pt x="39999" y="-549"/>
                        <a:pt x="45363" y="249"/>
                        <a:pt x="49796" y="3441"/>
                      </a:cubicBezTo>
                      <a:lnTo>
                        <a:pt x="61987" y="12130"/>
                      </a:lnTo>
                      <a:cubicBezTo>
                        <a:pt x="66376" y="15278"/>
                        <a:pt x="68991" y="20198"/>
                        <a:pt x="69302" y="25784"/>
                      </a:cubicBezTo>
                      <a:cubicBezTo>
                        <a:pt x="69435" y="28577"/>
                        <a:pt x="69080" y="31503"/>
                        <a:pt x="68149" y="34429"/>
                      </a:cubicBezTo>
                      <a:cubicBezTo>
                        <a:pt x="67174" y="37266"/>
                        <a:pt x="65489" y="40147"/>
                        <a:pt x="63361" y="4280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16" name="Forme libre : forme 26715">
                  <a:extLst>
                    <a:ext uri="{FF2B5EF4-FFF2-40B4-BE49-F238E27FC236}">
                      <a16:creationId xmlns:a16="http://schemas.microsoft.com/office/drawing/2014/main" id="{480F2B2B-9DD1-48F3-8591-45B19E489945}"/>
                    </a:ext>
                  </a:extLst>
                </p:cNvPr>
                <p:cNvSpPr/>
                <p:nvPr/>
              </p:nvSpPr>
              <p:spPr>
                <a:xfrm>
                  <a:off x="4724887" y="1431845"/>
                  <a:ext cx="62680" cy="59793"/>
                </a:xfrm>
                <a:custGeom>
                  <a:avLst/>
                  <a:gdLst>
                    <a:gd name="connsiteX0" fmla="*/ 27485 w 62680"/>
                    <a:gd name="connsiteY0" fmla="*/ 36041 h 59793"/>
                    <a:gd name="connsiteX1" fmla="*/ 14541 w 62680"/>
                    <a:gd name="connsiteY1" fmla="*/ 45971 h 59793"/>
                    <a:gd name="connsiteX2" fmla="*/ 10817 w 62680"/>
                    <a:gd name="connsiteY2" fmla="*/ 47035 h 59793"/>
                    <a:gd name="connsiteX3" fmla="*/ 7004 w 62680"/>
                    <a:gd name="connsiteY3" fmla="*/ 47257 h 59793"/>
                    <a:gd name="connsiteX4" fmla="*/ 0 w 62680"/>
                    <a:gd name="connsiteY4" fmla="*/ 45750 h 59793"/>
                    <a:gd name="connsiteX5" fmla="*/ 3103 w 62680"/>
                    <a:gd name="connsiteY5" fmla="*/ 51468 h 59793"/>
                    <a:gd name="connsiteX6" fmla="*/ 16624 w 62680"/>
                    <a:gd name="connsiteY6" fmla="*/ 59714 h 59793"/>
                    <a:gd name="connsiteX7" fmla="*/ 26155 w 62680"/>
                    <a:gd name="connsiteY7" fmla="*/ 58295 h 59793"/>
                    <a:gd name="connsiteX8" fmla="*/ 31032 w 62680"/>
                    <a:gd name="connsiteY8" fmla="*/ 56123 h 59793"/>
                    <a:gd name="connsiteX9" fmla="*/ 35420 w 62680"/>
                    <a:gd name="connsiteY9" fmla="*/ 52887 h 59793"/>
                    <a:gd name="connsiteX10" fmla="*/ 46769 w 62680"/>
                    <a:gd name="connsiteY10" fmla="*/ 42159 h 59793"/>
                    <a:gd name="connsiteX11" fmla="*/ 56699 w 62680"/>
                    <a:gd name="connsiteY11" fmla="*/ 30987 h 59793"/>
                    <a:gd name="connsiteX12" fmla="*/ 61487 w 62680"/>
                    <a:gd name="connsiteY12" fmla="*/ 22564 h 59793"/>
                    <a:gd name="connsiteX13" fmla="*/ 62640 w 62680"/>
                    <a:gd name="connsiteY13" fmla="*/ 13920 h 59793"/>
                    <a:gd name="connsiteX14" fmla="*/ 55325 w 62680"/>
                    <a:gd name="connsiteY14" fmla="*/ 266 h 59793"/>
                    <a:gd name="connsiteX15" fmla="*/ 54926 w 62680"/>
                    <a:gd name="connsiteY15" fmla="*/ 0 h 59793"/>
                    <a:gd name="connsiteX16" fmla="*/ 41538 w 62680"/>
                    <a:gd name="connsiteY16" fmla="*/ 17998 h 59793"/>
                    <a:gd name="connsiteX17" fmla="*/ 34401 w 62680"/>
                    <a:gd name="connsiteY17" fmla="*/ 26687 h 59793"/>
                    <a:gd name="connsiteX18" fmla="*/ 27485 w 62680"/>
                    <a:gd name="connsiteY18" fmla="*/ 36041 h 59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2680" h="59793">
                      <a:moveTo>
                        <a:pt x="27485" y="36041"/>
                      </a:moveTo>
                      <a:cubicBezTo>
                        <a:pt x="24116" y="40607"/>
                        <a:pt x="19594" y="44287"/>
                        <a:pt x="14541" y="45971"/>
                      </a:cubicBezTo>
                      <a:cubicBezTo>
                        <a:pt x="13299" y="46415"/>
                        <a:pt x="12058" y="46769"/>
                        <a:pt x="10817" y="47035"/>
                      </a:cubicBezTo>
                      <a:cubicBezTo>
                        <a:pt x="9531" y="47213"/>
                        <a:pt x="8246" y="47301"/>
                        <a:pt x="7004" y="47257"/>
                      </a:cubicBezTo>
                      <a:cubicBezTo>
                        <a:pt x="4522" y="47213"/>
                        <a:pt x="2128" y="46725"/>
                        <a:pt x="0" y="45750"/>
                      </a:cubicBezTo>
                      <a:lnTo>
                        <a:pt x="3103" y="51468"/>
                      </a:lnTo>
                      <a:cubicBezTo>
                        <a:pt x="5674" y="56256"/>
                        <a:pt x="10462" y="59226"/>
                        <a:pt x="16624" y="59714"/>
                      </a:cubicBezTo>
                      <a:cubicBezTo>
                        <a:pt x="19772" y="60024"/>
                        <a:pt x="22875" y="59404"/>
                        <a:pt x="26155" y="58295"/>
                      </a:cubicBezTo>
                      <a:cubicBezTo>
                        <a:pt x="27795" y="57719"/>
                        <a:pt x="29436" y="57010"/>
                        <a:pt x="31032" y="56123"/>
                      </a:cubicBezTo>
                      <a:cubicBezTo>
                        <a:pt x="32539" y="55192"/>
                        <a:pt x="34002" y="54128"/>
                        <a:pt x="35420" y="52887"/>
                      </a:cubicBezTo>
                      <a:cubicBezTo>
                        <a:pt x="39588" y="49473"/>
                        <a:pt x="43134" y="45794"/>
                        <a:pt x="46769" y="42159"/>
                      </a:cubicBezTo>
                      <a:cubicBezTo>
                        <a:pt x="50183" y="38479"/>
                        <a:pt x="53596" y="34755"/>
                        <a:pt x="56699" y="30987"/>
                      </a:cubicBezTo>
                      <a:cubicBezTo>
                        <a:pt x="58827" y="28328"/>
                        <a:pt x="60512" y="25446"/>
                        <a:pt x="61487" y="22564"/>
                      </a:cubicBezTo>
                      <a:cubicBezTo>
                        <a:pt x="62418" y="19639"/>
                        <a:pt x="62817" y="16713"/>
                        <a:pt x="62640" y="13920"/>
                      </a:cubicBezTo>
                      <a:cubicBezTo>
                        <a:pt x="62329" y="8379"/>
                        <a:pt x="59714" y="3414"/>
                        <a:pt x="55325" y="266"/>
                      </a:cubicBezTo>
                      <a:lnTo>
                        <a:pt x="54926" y="0"/>
                      </a:lnTo>
                      <a:cubicBezTo>
                        <a:pt x="51025" y="6472"/>
                        <a:pt x="46281" y="12235"/>
                        <a:pt x="41538" y="17998"/>
                      </a:cubicBezTo>
                      <a:cubicBezTo>
                        <a:pt x="39277" y="20924"/>
                        <a:pt x="36662" y="23673"/>
                        <a:pt x="34401" y="26687"/>
                      </a:cubicBezTo>
                      <a:cubicBezTo>
                        <a:pt x="32051" y="29702"/>
                        <a:pt x="29613" y="32672"/>
                        <a:pt x="27485" y="3604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17" name="Forme libre : forme 26716">
                  <a:extLst>
                    <a:ext uri="{FF2B5EF4-FFF2-40B4-BE49-F238E27FC236}">
                      <a16:creationId xmlns:a16="http://schemas.microsoft.com/office/drawing/2014/main" id="{4E8B7835-09F8-4A78-B0FC-699FB59A5892}"/>
                    </a:ext>
                  </a:extLst>
                </p:cNvPr>
                <p:cNvSpPr/>
                <p:nvPr/>
              </p:nvSpPr>
              <p:spPr>
                <a:xfrm>
                  <a:off x="4742822" y="1438672"/>
                  <a:ext cx="26462" cy="27630"/>
                </a:xfrm>
                <a:custGeom>
                  <a:avLst/>
                  <a:gdLst>
                    <a:gd name="connsiteX0" fmla="*/ 23647 w 26462"/>
                    <a:gd name="connsiteY0" fmla="*/ 1552 h 27630"/>
                    <a:gd name="connsiteX1" fmla="*/ 26351 w 26462"/>
                    <a:gd name="connsiteY1" fmla="*/ 9797 h 27630"/>
                    <a:gd name="connsiteX2" fmla="*/ 20899 w 26462"/>
                    <a:gd name="connsiteY2" fmla="*/ 20791 h 27630"/>
                    <a:gd name="connsiteX3" fmla="*/ 10348 w 26462"/>
                    <a:gd name="connsiteY3" fmla="*/ 27308 h 27630"/>
                    <a:gd name="connsiteX4" fmla="*/ 1836 w 26462"/>
                    <a:gd name="connsiteY4" fmla="*/ 25180 h 27630"/>
                    <a:gd name="connsiteX5" fmla="*/ 329 w 26462"/>
                    <a:gd name="connsiteY5" fmla="*/ 16713 h 27630"/>
                    <a:gd name="connsiteX6" fmla="*/ 5693 w 26462"/>
                    <a:gd name="connsiteY6" fmla="*/ 6871 h 27630"/>
                    <a:gd name="connsiteX7" fmla="*/ 15091 w 26462"/>
                    <a:gd name="connsiteY7" fmla="*/ 577 h 27630"/>
                    <a:gd name="connsiteX8" fmla="*/ 23647 w 26462"/>
                    <a:gd name="connsiteY8" fmla="*/ 1552 h 27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462" h="27630">
                      <a:moveTo>
                        <a:pt x="23647" y="1552"/>
                      </a:moveTo>
                      <a:cubicBezTo>
                        <a:pt x="25908" y="3281"/>
                        <a:pt x="26795" y="6295"/>
                        <a:pt x="26351" y="9797"/>
                      </a:cubicBezTo>
                      <a:cubicBezTo>
                        <a:pt x="25952" y="13344"/>
                        <a:pt x="24135" y="17334"/>
                        <a:pt x="20899" y="20791"/>
                      </a:cubicBezTo>
                      <a:cubicBezTo>
                        <a:pt x="17840" y="24382"/>
                        <a:pt x="13761" y="26510"/>
                        <a:pt x="10348" y="27308"/>
                      </a:cubicBezTo>
                      <a:cubicBezTo>
                        <a:pt x="6890" y="28150"/>
                        <a:pt x="3654" y="27308"/>
                        <a:pt x="1836" y="25180"/>
                      </a:cubicBezTo>
                      <a:cubicBezTo>
                        <a:pt x="-70" y="23008"/>
                        <a:pt x="-336" y="20038"/>
                        <a:pt x="329" y="16713"/>
                      </a:cubicBezTo>
                      <a:cubicBezTo>
                        <a:pt x="994" y="13344"/>
                        <a:pt x="2945" y="10108"/>
                        <a:pt x="5693" y="6871"/>
                      </a:cubicBezTo>
                      <a:cubicBezTo>
                        <a:pt x="8530" y="3813"/>
                        <a:pt x="11855" y="1640"/>
                        <a:pt x="15091" y="577"/>
                      </a:cubicBezTo>
                      <a:cubicBezTo>
                        <a:pt x="18239" y="-399"/>
                        <a:pt x="21386" y="-177"/>
                        <a:pt x="23647" y="155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18" name="Forme libre : forme 26717">
                  <a:extLst>
                    <a:ext uri="{FF2B5EF4-FFF2-40B4-BE49-F238E27FC236}">
                      <a16:creationId xmlns:a16="http://schemas.microsoft.com/office/drawing/2014/main" id="{FBFBA782-2D4D-4EDB-905A-8EBC3733F5EE}"/>
                    </a:ext>
                  </a:extLst>
                </p:cNvPr>
                <p:cNvSpPr/>
                <p:nvPr/>
              </p:nvSpPr>
              <p:spPr>
                <a:xfrm>
                  <a:off x="4742748" y="1452947"/>
                  <a:ext cx="25095" cy="13444"/>
                </a:xfrm>
                <a:custGeom>
                  <a:avLst/>
                  <a:gdLst>
                    <a:gd name="connsiteX0" fmla="*/ 1068 w 25095"/>
                    <a:gd name="connsiteY0" fmla="*/ 0 h 13444"/>
                    <a:gd name="connsiteX1" fmla="*/ 4 w 25095"/>
                    <a:gd name="connsiteY1" fmla="*/ 6073 h 13444"/>
                    <a:gd name="connsiteX2" fmla="*/ 1822 w 25095"/>
                    <a:gd name="connsiteY2" fmla="*/ 10994 h 13444"/>
                    <a:gd name="connsiteX3" fmla="*/ 10333 w 25095"/>
                    <a:gd name="connsiteY3" fmla="*/ 13122 h 13444"/>
                    <a:gd name="connsiteX4" fmla="*/ 20884 w 25095"/>
                    <a:gd name="connsiteY4" fmla="*/ 6605 h 13444"/>
                    <a:gd name="connsiteX5" fmla="*/ 25095 w 25095"/>
                    <a:gd name="connsiteY5" fmla="*/ 177 h 13444"/>
                    <a:gd name="connsiteX6" fmla="*/ 21815 w 25095"/>
                    <a:gd name="connsiteY6" fmla="*/ 2837 h 13444"/>
                    <a:gd name="connsiteX7" fmla="*/ 10333 w 25095"/>
                    <a:gd name="connsiteY7" fmla="*/ 4832 h 13444"/>
                    <a:gd name="connsiteX8" fmla="*/ 1068 w 25095"/>
                    <a:gd name="connsiteY8" fmla="*/ 0 h 13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95" h="13444">
                      <a:moveTo>
                        <a:pt x="1068" y="0"/>
                      </a:moveTo>
                      <a:cubicBezTo>
                        <a:pt x="270" y="2039"/>
                        <a:pt x="-40" y="4256"/>
                        <a:pt x="4" y="6073"/>
                      </a:cubicBezTo>
                      <a:cubicBezTo>
                        <a:pt x="93" y="7935"/>
                        <a:pt x="669" y="9664"/>
                        <a:pt x="1822" y="10994"/>
                      </a:cubicBezTo>
                      <a:cubicBezTo>
                        <a:pt x="3639" y="13122"/>
                        <a:pt x="6920" y="13964"/>
                        <a:pt x="10333" y="13122"/>
                      </a:cubicBezTo>
                      <a:cubicBezTo>
                        <a:pt x="13747" y="12280"/>
                        <a:pt x="17870" y="10152"/>
                        <a:pt x="20884" y="6605"/>
                      </a:cubicBezTo>
                      <a:cubicBezTo>
                        <a:pt x="22702" y="4522"/>
                        <a:pt x="24209" y="2394"/>
                        <a:pt x="25095" y="177"/>
                      </a:cubicBezTo>
                      <a:cubicBezTo>
                        <a:pt x="24209" y="1241"/>
                        <a:pt x="23056" y="2128"/>
                        <a:pt x="21815" y="2837"/>
                      </a:cubicBezTo>
                      <a:cubicBezTo>
                        <a:pt x="18135" y="4566"/>
                        <a:pt x="14146" y="5364"/>
                        <a:pt x="10333" y="4832"/>
                      </a:cubicBezTo>
                      <a:cubicBezTo>
                        <a:pt x="6609" y="4300"/>
                        <a:pt x="3329" y="2660"/>
                        <a:pt x="1068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19" name="Forme libre : forme 26718">
                  <a:extLst>
                    <a:ext uri="{FF2B5EF4-FFF2-40B4-BE49-F238E27FC236}">
                      <a16:creationId xmlns:a16="http://schemas.microsoft.com/office/drawing/2014/main" id="{DBCBA2E4-5B6B-4F55-9902-8226439C3CF7}"/>
                    </a:ext>
                  </a:extLst>
                </p:cNvPr>
                <p:cNvSpPr/>
                <p:nvPr/>
              </p:nvSpPr>
              <p:spPr>
                <a:xfrm>
                  <a:off x="4745503" y="1438856"/>
                  <a:ext cx="26586" cy="27949"/>
                </a:xfrm>
                <a:custGeom>
                  <a:avLst/>
                  <a:gdLst>
                    <a:gd name="connsiteX0" fmla="*/ 23716 w 26586"/>
                    <a:gd name="connsiteY0" fmla="*/ 1457 h 27949"/>
                    <a:gd name="connsiteX1" fmla="*/ 26464 w 26586"/>
                    <a:gd name="connsiteY1" fmla="*/ 9747 h 27949"/>
                    <a:gd name="connsiteX2" fmla="*/ 21056 w 26586"/>
                    <a:gd name="connsiteY2" fmla="*/ 20874 h 27949"/>
                    <a:gd name="connsiteX3" fmla="*/ 15913 w 26586"/>
                    <a:gd name="connsiteY3" fmla="*/ 25262 h 27949"/>
                    <a:gd name="connsiteX4" fmla="*/ 10461 w 26586"/>
                    <a:gd name="connsiteY4" fmla="*/ 27568 h 27949"/>
                    <a:gd name="connsiteX5" fmla="*/ 1905 w 26586"/>
                    <a:gd name="connsiteY5" fmla="*/ 25661 h 27949"/>
                    <a:gd name="connsiteX6" fmla="*/ 309 w 26586"/>
                    <a:gd name="connsiteY6" fmla="*/ 17106 h 27949"/>
                    <a:gd name="connsiteX7" fmla="*/ 2259 w 26586"/>
                    <a:gd name="connsiteY7" fmla="*/ 12096 h 27949"/>
                    <a:gd name="connsiteX8" fmla="*/ 5717 w 26586"/>
                    <a:gd name="connsiteY8" fmla="*/ 7131 h 27949"/>
                    <a:gd name="connsiteX9" fmla="*/ 15160 w 26586"/>
                    <a:gd name="connsiteY9" fmla="*/ 659 h 27949"/>
                    <a:gd name="connsiteX10" fmla="*/ 23716 w 26586"/>
                    <a:gd name="connsiteY10" fmla="*/ 1457 h 27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586" h="27949">
                      <a:moveTo>
                        <a:pt x="23716" y="1457"/>
                      </a:moveTo>
                      <a:cubicBezTo>
                        <a:pt x="25976" y="3186"/>
                        <a:pt x="26952" y="6245"/>
                        <a:pt x="26464" y="9747"/>
                      </a:cubicBezTo>
                      <a:cubicBezTo>
                        <a:pt x="25976" y="13249"/>
                        <a:pt x="24292" y="17327"/>
                        <a:pt x="21056" y="20874"/>
                      </a:cubicBezTo>
                      <a:cubicBezTo>
                        <a:pt x="19460" y="22647"/>
                        <a:pt x="17775" y="24154"/>
                        <a:pt x="15913" y="25262"/>
                      </a:cubicBezTo>
                      <a:cubicBezTo>
                        <a:pt x="14051" y="26371"/>
                        <a:pt x="12190" y="27169"/>
                        <a:pt x="10461" y="27568"/>
                      </a:cubicBezTo>
                      <a:cubicBezTo>
                        <a:pt x="7003" y="28454"/>
                        <a:pt x="3811" y="27789"/>
                        <a:pt x="1905" y="25661"/>
                      </a:cubicBezTo>
                      <a:cubicBezTo>
                        <a:pt x="-1" y="23578"/>
                        <a:pt x="-356" y="20475"/>
                        <a:pt x="309" y="17106"/>
                      </a:cubicBezTo>
                      <a:cubicBezTo>
                        <a:pt x="663" y="15421"/>
                        <a:pt x="1328" y="13737"/>
                        <a:pt x="2259" y="12096"/>
                      </a:cubicBezTo>
                      <a:cubicBezTo>
                        <a:pt x="3190" y="10456"/>
                        <a:pt x="4299" y="8683"/>
                        <a:pt x="5717" y="7131"/>
                      </a:cubicBezTo>
                      <a:cubicBezTo>
                        <a:pt x="8599" y="4028"/>
                        <a:pt x="11879" y="1678"/>
                        <a:pt x="15160" y="659"/>
                      </a:cubicBezTo>
                      <a:cubicBezTo>
                        <a:pt x="18396" y="-361"/>
                        <a:pt x="21499" y="-272"/>
                        <a:pt x="23716" y="145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20" name="Forme libre : forme 26719">
                  <a:extLst>
                    <a:ext uri="{FF2B5EF4-FFF2-40B4-BE49-F238E27FC236}">
                      <a16:creationId xmlns:a16="http://schemas.microsoft.com/office/drawing/2014/main" id="{13338E3C-5F11-49D5-A9B7-5198A8F47994}"/>
                    </a:ext>
                  </a:extLst>
                </p:cNvPr>
                <p:cNvSpPr/>
                <p:nvPr/>
              </p:nvSpPr>
              <p:spPr>
                <a:xfrm>
                  <a:off x="4727045" y="1451662"/>
                  <a:ext cx="47681" cy="30504"/>
                </a:xfrm>
                <a:custGeom>
                  <a:avLst/>
                  <a:gdLst>
                    <a:gd name="connsiteX0" fmla="*/ 7551 w 47681"/>
                    <a:gd name="connsiteY0" fmla="*/ 21854 h 30504"/>
                    <a:gd name="connsiteX1" fmla="*/ 13979 w 47681"/>
                    <a:gd name="connsiteY1" fmla="*/ 29036 h 30504"/>
                    <a:gd name="connsiteX2" fmla="*/ 24042 w 47681"/>
                    <a:gd name="connsiteY2" fmla="*/ 30100 h 30504"/>
                    <a:gd name="connsiteX3" fmla="*/ 34859 w 47681"/>
                    <a:gd name="connsiteY3" fmla="*/ 25312 h 30504"/>
                    <a:gd name="connsiteX4" fmla="*/ 42351 w 47681"/>
                    <a:gd name="connsiteY4" fmla="*/ 18751 h 30504"/>
                    <a:gd name="connsiteX5" fmla="*/ 47050 w 47681"/>
                    <a:gd name="connsiteY5" fmla="*/ 10594 h 30504"/>
                    <a:gd name="connsiteX6" fmla="*/ 43725 w 47681"/>
                    <a:gd name="connsiteY6" fmla="*/ 176 h 30504"/>
                    <a:gd name="connsiteX7" fmla="*/ 36278 w 47681"/>
                    <a:gd name="connsiteY7" fmla="*/ 1551 h 30504"/>
                    <a:gd name="connsiteX8" fmla="*/ 27411 w 47681"/>
                    <a:gd name="connsiteY8" fmla="*/ 3678 h 30504"/>
                    <a:gd name="connsiteX9" fmla="*/ 18589 w 47681"/>
                    <a:gd name="connsiteY9" fmla="*/ 3811 h 30504"/>
                    <a:gd name="connsiteX10" fmla="*/ 8881 w 47681"/>
                    <a:gd name="connsiteY10" fmla="*/ 2570 h 30504"/>
                    <a:gd name="connsiteX11" fmla="*/ 680 w 47681"/>
                    <a:gd name="connsiteY11" fmla="*/ 5496 h 30504"/>
                    <a:gd name="connsiteX12" fmla="*/ 7551 w 47681"/>
                    <a:gd name="connsiteY12" fmla="*/ 21854 h 3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681" h="30504">
                      <a:moveTo>
                        <a:pt x="7551" y="21854"/>
                      </a:moveTo>
                      <a:cubicBezTo>
                        <a:pt x="9280" y="24558"/>
                        <a:pt x="11053" y="27396"/>
                        <a:pt x="13979" y="29036"/>
                      </a:cubicBezTo>
                      <a:cubicBezTo>
                        <a:pt x="16728" y="30587"/>
                        <a:pt x="20274" y="30853"/>
                        <a:pt x="24042" y="30100"/>
                      </a:cubicBezTo>
                      <a:cubicBezTo>
                        <a:pt x="27633" y="29257"/>
                        <a:pt x="31490" y="27529"/>
                        <a:pt x="34859" y="25312"/>
                      </a:cubicBezTo>
                      <a:cubicBezTo>
                        <a:pt x="37519" y="23450"/>
                        <a:pt x="40134" y="21189"/>
                        <a:pt x="42351" y="18751"/>
                      </a:cubicBezTo>
                      <a:cubicBezTo>
                        <a:pt x="44434" y="16224"/>
                        <a:pt x="46075" y="13476"/>
                        <a:pt x="47050" y="10594"/>
                      </a:cubicBezTo>
                      <a:cubicBezTo>
                        <a:pt x="48513" y="6250"/>
                        <a:pt x="47449" y="1107"/>
                        <a:pt x="43725" y="176"/>
                      </a:cubicBezTo>
                      <a:cubicBezTo>
                        <a:pt x="41376" y="-444"/>
                        <a:pt x="38849" y="708"/>
                        <a:pt x="36278" y="1551"/>
                      </a:cubicBezTo>
                      <a:cubicBezTo>
                        <a:pt x="33307" y="2526"/>
                        <a:pt x="30337" y="3235"/>
                        <a:pt x="27411" y="3678"/>
                      </a:cubicBezTo>
                      <a:cubicBezTo>
                        <a:pt x="24441" y="4033"/>
                        <a:pt x="21427" y="4033"/>
                        <a:pt x="18589" y="3811"/>
                      </a:cubicBezTo>
                      <a:cubicBezTo>
                        <a:pt x="16151" y="3590"/>
                        <a:pt x="12383" y="2836"/>
                        <a:pt x="8881" y="2570"/>
                      </a:cubicBezTo>
                      <a:cubicBezTo>
                        <a:pt x="5334" y="2304"/>
                        <a:pt x="2320" y="2969"/>
                        <a:pt x="680" y="5496"/>
                      </a:cubicBezTo>
                      <a:cubicBezTo>
                        <a:pt x="-2246" y="10239"/>
                        <a:pt x="5069" y="18130"/>
                        <a:pt x="7551" y="2185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21" name="Forme libre : forme 26720">
                  <a:extLst>
                    <a:ext uri="{FF2B5EF4-FFF2-40B4-BE49-F238E27FC236}">
                      <a16:creationId xmlns:a16="http://schemas.microsoft.com/office/drawing/2014/main" id="{7A872FFE-7B33-41E3-A7FC-AEB0207A03C0}"/>
                    </a:ext>
                  </a:extLst>
                </p:cNvPr>
                <p:cNvSpPr/>
                <p:nvPr/>
              </p:nvSpPr>
              <p:spPr>
                <a:xfrm>
                  <a:off x="4733340" y="1448896"/>
                  <a:ext cx="7994" cy="14100"/>
                </a:xfrm>
                <a:custGeom>
                  <a:avLst/>
                  <a:gdLst>
                    <a:gd name="connsiteX0" fmla="*/ 192 w 7994"/>
                    <a:gd name="connsiteY0" fmla="*/ 11055 h 14100"/>
                    <a:gd name="connsiteX1" fmla="*/ 990 w 7994"/>
                    <a:gd name="connsiteY1" fmla="*/ 13228 h 14100"/>
                    <a:gd name="connsiteX2" fmla="*/ 3118 w 7994"/>
                    <a:gd name="connsiteY2" fmla="*/ 14025 h 14100"/>
                    <a:gd name="connsiteX3" fmla="*/ 4758 w 7994"/>
                    <a:gd name="connsiteY3" fmla="*/ 12474 h 14100"/>
                    <a:gd name="connsiteX4" fmla="*/ 7462 w 7994"/>
                    <a:gd name="connsiteY4" fmla="*/ 7376 h 14100"/>
                    <a:gd name="connsiteX5" fmla="*/ 7994 w 7994"/>
                    <a:gd name="connsiteY5" fmla="*/ 5071 h 14100"/>
                    <a:gd name="connsiteX6" fmla="*/ 2320 w 7994"/>
                    <a:gd name="connsiteY6" fmla="*/ 1302 h 14100"/>
                    <a:gd name="connsiteX7" fmla="*/ 192 w 7994"/>
                    <a:gd name="connsiteY7" fmla="*/ 11055 h 14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994" h="14100">
                      <a:moveTo>
                        <a:pt x="192" y="11055"/>
                      </a:moveTo>
                      <a:cubicBezTo>
                        <a:pt x="325" y="11809"/>
                        <a:pt x="502" y="12607"/>
                        <a:pt x="990" y="13228"/>
                      </a:cubicBezTo>
                      <a:cubicBezTo>
                        <a:pt x="1477" y="13804"/>
                        <a:pt x="2320" y="14291"/>
                        <a:pt x="3118" y="14025"/>
                      </a:cubicBezTo>
                      <a:cubicBezTo>
                        <a:pt x="3827" y="13804"/>
                        <a:pt x="4359" y="13139"/>
                        <a:pt x="4758" y="12474"/>
                      </a:cubicBezTo>
                      <a:cubicBezTo>
                        <a:pt x="5866" y="10834"/>
                        <a:pt x="6753" y="9105"/>
                        <a:pt x="7462" y="7376"/>
                      </a:cubicBezTo>
                      <a:cubicBezTo>
                        <a:pt x="7772" y="6666"/>
                        <a:pt x="7950" y="5869"/>
                        <a:pt x="7994" y="5071"/>
                      </a:cubicBezTo>
                      <a:cubicBezTo>
                        <a:pt x="8038" y="1790"/>
                        <a:pt x="4847" y="-2067"/>
                        <a:pt x="2320" y="1302"/>
                      </a:cubicBezTo>
                      <a:cubicBezTo>
                        <a:pt x="192" y="3696"/>
                        <a:pt x="-340" y="7863"/>
                        <a:pt x="192" y="1105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22" name="Forme libre : forme 26721">
                  <a:extLst>
                    <a:ext uri="{FF2B5EF4-FFF2-40B4-BE49-F238E27FC236}">
                      <a16:creationId xmlns:a16="http://schemas.microsoft.com/office/drawing/2014/main" id="{2ACF1ED7-DC9C-45DA-9BE7-296E06ECF4F6}"/>
                    </a:ext>
                  </a:extLst>
                </p:cNvPr>
                <p:cNvSpPr/>
                <p:nvPr/>
              </p:nvSpPr>
              <p:spPr>
                <a:xfrm>
                  <a:off x="4777153" y="1432643"/>
                  <a:ext cx="7538" cy="29036"/>
                </a:xfrm>
                <a:custGeom>
                  <a:avLst/>
                  <a:gdLst>
                    <a:gd name="connsiteX0" fmla="*/ 0 w 7538"/>
                    <a:gd name="connsiteY0" fmla="*/ 0 h 29036"/>
                    <a:gd name="connsiteX1" fmla="*/ 5630 w 7538"/>
                    <a:gd name="connsiteY1" fmla="*/ 6738 h 29036"/>
                    <a:gd name="connsiteX2" fmla="*/ 7536 w 7538"/>
                    <a:gd name="connsiteY2" fmla="*/ 15693 h 29036"/>
                    <a:gd name="connsiteX3" fmla="*/ 3901 w 7538"/>
                    <a:gd name="connsiteY3" fmla="*/ 29037 h 29036"/>
                    <a:gd name="connsiteX4" fmla="*/ 4876 w 7538"/>
                    <a:gd name="connsiteY4" fmla="*/ 26244 h 29036"/>
                    <a:gd name="connsiteX5" fmla="*/ 6162 w 7538"/>
                    <a:gd name="connsiteY5" fmla="*/ 19151 h 29036"/>
                    <a:gd name="connsiteX6" fmla="*/ 0 w 7538"/>
                    <a:gd name="connsiteY6" fmla="*/ 0 h 29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38" h="29036">
                      <a:moveTo>
                        <a:pt x="0" y="0"/>
                      </a:moveTo>
                      <a:cubicBezTo>
                        <a:pt x="0" y="0"/>
                        <a:pt x="3325" y="2084"/>
                        <a:pt x="5630" y="6738"/>
                      </a:cubicBezTo>
                      <a:cubicBezTo>
                        <a:pt x="6783" y="9043"/>
                        <a:pt x="7581" y="12014"/>
                        <a:pt x="7536" y="15693"/>
                      </a:cubicBezTo>
                      <a:cubicBezTo>
                        <a:pt x="7536" y="19373"/>
                        <a:pt x="6561" y="23806"/>
                        <a:pt x="3901" y="29037"/>
                      </a:cubicBezTo>
                      <a:cubicBezTo>
                        <a:pt x="3901" y="29037"/>
                        <a:pt x="4344" y="27973"/>
                        <a:pt x="4876" y="26244"/>
                      </a:cubicBezTo>
                      <a:cubicBezTo>
                        <a:pt x="5364" y="24471"/>
                        <a:pt x="6073" y="21988"/>
                        <a:pt x="6162" y="19151"/>
                      </a:cubicBezTo>
                      <a:cubicBezTo>
                        <a:pt x="6472" y="13388"/>
                        <a:pt x="5408" y="625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23" name="Forme libre : forme 26722">
                  <a:extLst>
                    <a:ext uri="{FF2B5EF4-FFF2-40B4-BE49-F238E27FC236}">
                      <a16:creationId xmlns:a16="http://schemas.microsoft.com/office/drawing/2014/main" id="{DEEBC74B-7203-4B9D-89DB-1B78873EF6D0}"/>
                    </a:ext>
                  </a:extLst>
                </p:cNvPr>
                <p:cNvSpPr/>
                <p:nvPr/>
              </p:nvSpPr>
              <p:spPr>
                <a:xfrm>
                  <a:off x="4720312" y="1443859"/>
                  <a:ext cx="6303" cy="27086"/>
                </a:xfrm>
                <a:custGeom>
                  <a:avLst/>
                  <a:gdLst>
                    <a:gd name="connsiteX0" fmla="*/ 6304 w 6303"/>
                    <a:gd name="connsiteY0" fmla="*/ 0 h 27086"/>
                    <a:gd name="connsiteX1" fmla="*/ 4663 w 6303"/>
                    <a:gd name="connsiteY1" fmla="*/ 1951 h 27086"/>
                    <a:gd name="connsiteX2" fmla="*/ 1693 w 6303"/>
                    <a:gd name="connsiteY2" fmla="*/ 7182 h 27086"/>
                    <a:gd name="connsiteX3" fmla="*/ 9 w 6303"/>
                    <a:gd name="connsiteY3" fmla="*/ 15471 h 27086"/>
                    <a:gd name="connsiteX4" fmla="*/ 2358 w 6303"/>
                    <a:gd name="connsiteY4" fmla="*/ 27086 h 27086"/>
                    <a:gd name="connsiteX5" fmla="*/ 1206 w 6303"/>
                    <a:gd name="connsiteY5" fmla="*/ 17555 h 27086"/>
                    <a:gd name="connsiteX6" fmla="*/ 1427 w 6303"/>
                    <a:gd name="connsiteY6" fmla="*/ 13432 h 27086"/>
                    <a:gd name="connsiteX7" fmla="*/ 2137 w 6303"/>
                    <a:gd name="connsiteY7" fmla="*/ 8910 h 27086"/>
                    <a:gd name="connsiteX8" fmla="*/ 3688 w 6303"/>
                    <a:gd name="connsiteY8" fmla="*/ 4522 h 27086"/>
                    <a:gd name="connsiteX9" fmla="*/ 6304 w 6303"/>
                    <a:gd name="connsiteY9" fmla="*/ 0 h 2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03" h="27086">
                      <a:moveTo>
                        <a:pt x="6304" y="0"/>
                      </a:moveTo>
                      <a:cubicBezTo>
                        <a:pt x="6304" y="0"/>
                        <a:pt x="5594" y="665"/>
                        <a:pt x="4663" y="1951"/>
                      </a:cubicBezTo>
                      <a:cubicBezTo>
                        <a:pt x="3777" y="3280"/>
                        <a:pt x="2624" y="4965"/>
                        <a:pt x="1693" y="7182"/>
                      </a:cubicBezTo>
                      <a:cubicBezTo>
                        <a:pt x="762" y="9442"/>
                        <a:pt x="142" y="12324"/>
                        <a:pt x="9" y="15471"/>
                      </a:cubicBezTo>
                      <a:cubicBezTo>
                        <a:pt x="-80" y="18708"/>
                        <a:pt x="496" y="22653"/>
                        <a:pt x="2358" y="27086"/>
                      </a:cubicBezTo>
                      <a:cubicBezTo>
                        <a:pt x="2358" y="27086"/>
                        <a:pt x="1206" y="22875"/>
                        <a:pt x="1206" y="17555"/>
                      </a:cubicBezTo>
                      <a:cubicBezTo>
                        <a:pt x="1206" y="16225"/>
                        <a:pt x="1250" y="14851"/>
                        <a:pt x="1427" y="13432"/>
                      </a:cubicBezTo>
                      <a:cubicBezTo>
                        <a:pt x="1560" y="11925"/>
                        <a:pt x="1782" y="10418"/>
                        <a:pt x="2137" y="8910"/>
                      </a:cubicBezTo>
                      <a:cubicBezTo>
                        <a:pt x="2491" y="7403"/>
                        <a:pt x="3023" y="5940"/>
                        <a:pt x="3688" y="4522"/>
                      </a:cubicBezTo>
                      <a:cubicBezTo>
                        <a:pt x="4309" y="2970"/>
                        <a:pt x="5151" y="1418"/>
                        <a:pt x="63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24" name="Forme libre : forme 26723">
                  <a:extLst>
                    <a:ext uri="{FF2B5EF4-FFF2-40B4-BE49-F238E27FC236}">
                      <a16:creationId xmlns:a16="http://schemas.microsoft.com/office/drawing/2014/main" id="{C0825F07-B593-40C6-A770-F8176237EC7D}"/>
                    </a:ext>
                  </a:extLst>
                </p:cNvPr>
                <p:cNvSpPr/>
                <p:nvPr/>
              </p:nvSpPr>
              <p:spPr>
                <a:xfrm>
                  <a:off x="4749399" y="1442784"/>
                  <a:ext cx="10823" cy="8666"/>
                </a:xfrm>
                <a:custGeom>
                  <a:avLst/>
                  <a:gdLst>
                    <a:gd name="connsiteX0" fmla="*/ 10554 w 10823"/>
                    <a:gd name="connsiteY0" fmla="*/ 1119 h 8666"/>
                    <a:gd name="connsiteX1" fmla="*/ 6963 w 10823"/>
                    <a:gd name="connsiteY1" fmla="*/ 7325 h 8666"/>
                    <a:gd name="connsiteX2" fmla="*/ 225 w 10823"/>
                    <a:gd name="connsiteY2" fmla="*/ 7414 h 8666"/>
                    <a:gd name="connsiteX3" fmla="*/ 3816 w 10823"/>
                    <a:gd name="connsiteY3" fmla="*/ 1429 h 8666"/>
                    <a:gd name="connsiteX4" fmla="*/ 10554 w 10823"/>
                    <a:gd name="connsiteY4" fmla="*/ 1119 h 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3" h="8666">
                      <a:moveTo>
                        <a:pt x="10554" y="1119"/>
                      </a:moveTo>
                      <a:cubicBezTo>
                        <a:pt x="11485" y="2759"/>
                        <a:pt x="9933" y="5641"/>
                        <a:pt x="6963" y="7325"/>
                      </a:cubicBezTo>
                      <a:cubicBezTo>
                        <a:pt x="4037" y="9099"/>
                        <a:pt x="1067" y="9099"/>
                        <a:pt x="225" y="7414"/>
                      </a:cubicBezTo>
                      <a:cubicBezTo>
                        <a:pt x="-617" y="5729"/>
                        <a:pt x="978" y="3070"/>
                        <a:pt x="3816" y="1429"/>
                      </a:cubicBezTo>
                      <a:cubicBezTo>
                        <a:pt x="6697" y="-255"/>
                        <a:pt x="9623" y="-566"/>
                        <a:pt x="10554" y="111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25" name="Forme libre : forme 26724">
                  <a:extLst>
                    <a:ext uri="{FF2B5EF4-FFF2-40B4-BE49-F238E27FC236}">
                      <a16:creationId xmlns:a16="http://schemas.microsoft.com/office/drawing/2014/main" id="{8AA9BE74-C96A-486D-A91A-CC5659685950}"/>
                    </a:ext>
                  </a:extLst>
                </p:cNvPr>
                <p:cNvSpPr/>
                <p:nvPr/>
              </p:nvSpPr>
              <p:spPr>
                <a:xfrm>
                  <a:off x="4757818" y="1441704"/>
                  <a:ext cx="3072" cy="3144"/>
                </a:xfrm>
                <a:custGeom>
                  <a:avLst/>
                  <a:gdLst>
                    <a:gd name="connsiteX0" fmla="*/ 2578 w 3072"/>
                    <a:gd name="connsiteY0" fmla="*/ 293 h 3144"/>
                    <a:gd name="connsiteX1" fmla="*/ 2667 w 3072"/>
                    <a:gd name="connsiteY1" fmla="*/ 2509 h 3144"/>
                    <a:gd name="connsiteX2" fmla="*/ 495 w 3072"/>
                    <a:gd name="connsiteY2" fmla="*/ 2820 h 3144"/>
                    <a:gd name="connsiteX3" fmla="*/ 406 w 3072"/>
                    <a:gd name="connsiteY3" fmla="*/ 603 h 3144"/>
                    <a:gd name="connsiteX4" fmla="*/ 2578 w 3072"/>
                    <a:gd name="connsiteY4" fmla="*/ 293 h 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72" h="3144">
                      <a:moveTo>
                        <a:pt x="2578" y="293"/>
                      </a:moveTo>
                      <a:cubicBezTo>
                        <a:pt x="3199" y="825"/>
                        <a:pt x="3243" y="1800"/>
                        <a:pt x="2667" y="2509"/>
                      </a:cubicBezTo>
                      <a:cubicBezTo>
                        <a:pt x="2090" y="3219"/>
                        <a:pt x="1115" y="3352"/>
                        <a:pt x="495" y="2820"/>
                      </a:cubicBezTo>
                      <a:cubicBezTo>
                        <a:pt x="-126" y="2288"/>
                        <a:pt x="-170" y="1313"/>
                        <a:pt x="406" y="603"/>
                      </a:cubicBezTo>
                      <a:cubicBezTo>
                        <a:pt x="938" y="-62"/>
                        <a:pt x="1913" y="-195"/>
                        <a:pt x="2578" y="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26" name="Forme libre : forme 26725">
                  <a:extLst>
                    <a:ext uri="{FF2B5EF4-FFF2-40B4-BE49-F238E27FC236}">
                      <a16:creationId xmlns:a16="http://schemas.microsoft.com/office/drawing/2014/main" id="{96572C84-4D99-4B0A-A2B7-64E3E4BB4FF1}"/>
                    </a:ext>
                  </a:extLst>
                </p:cNvPr>
                <p:cNvSpPr/>
                <p:nvPr/>
              </p:nvSpPr>
              <p:spPr>
                <a:xfrm>
                  <a:off x="4738131" y="1425484"/>
                  <a:ext cx="34365" cy="15421"/>
                </a:xfrm>
                <a:custGeom>
                  <a:avLst/>
                  <a:gdLst>
                    <a:gd name="connsiteX0" fmla="*/ 20536 w 34365"/>
                    <a:gd name="connsiteY0" fmla="*/ 333 h 15421"/>
                    <a:gd name="connsiteX1" fmla="*/ 32328 w 34365"/>
                    <a:gd name="connsiteY1" fmla="*/ 6140 h 15421"/>
                    <a:gd name="connsiteX2" fmla="*/ 34101 w 34365"/>
                    <a:gd name="connsiteY2" fmla="*/ 10396 h 15421"/>
                    <a:gd name="connsiteX3" fmla="*/ 29890 w 34365"/>
                    <a:gd name="connsiteY3" fmla="*/ 11726 h 15421"/>
                    <a:gd name="connsiteX4" fmla="*/ 16059 w 34365"/>
                    <a:gd name="connsiteY4" fmla="*/ 9997 h 15421"/>
                    <a:gd name="connsiteX5" fmla="*/ 7503 w 34365"/>
                    <a:gd name="connsiteY5" fmla="*/ 14120 h 15421"/>
                    <a:gd name="connsiteX6" fmla="*/ 144 w 34365"/>
                    <a:gd name="connsiteY6" fmla="*/ 13854 h 15421"/>
                    <a:gd name="connsiteX7" fmla="*/ 3557 w 34365"/>
                    <a:gd name="connsiteY7" fmla="*/ 6450 h 15421"/>
                    <a:gd name="connsiteX8" fmla="*/ 10561 w 34365"/>
                    <a:gd name="connsiteY8" fmla="*/ 1219 h 15421"/>
                    <a:gd name="connsiteX9" fmla="*/ 20536 w 34365"/>
                    <a:gd name="connsiteY9" fmla="*/ 333 h 15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365" h="15421">
                      <a:moveTo>
                        <a:pt x="20536" y="333"/>
                      </a:moveTo>
                      <a:cubicBezTo>
                        <a:pt x="24925" y="1175"/>
                        <a:pt x="28826" y="3480"/>
                        <a:pt x="32328" y="6140"/>
                      </a:cubicBezTo>
                      <a:cubicBezTo>
                        <a:pt x="33614" y="7115"/>
                        <a:pt x="34944" y="8756"/>
                        <a:pt x="34101" y="10396"/>
                      </a:cubicBezTo>
                      <a:cubicBezTo>
                        <a:pt x="33303" y="11859"/>
                        <a:pt x="31353" y="11992"/>
                        <a:pt x="29890" y="11726"/>
                      </a:cubicBezTo>
                      <a:cubicBezTo>
                        <a:pt x="25279" y="10972"/>
                        <a:pt x="20758" y="8977"/>
                        <a:pt x="16059" y="9997"/>
                      </a:cubicBezTo>
                      <a:cubicBezTo>
                        <a:pt x="14596" y="10307"/>
                        <a:pt x="11005" y="12790"/>
                        <a:pt x="7503" y="14120"/>
                      </a:cubicBezTo>
                      <a:cubicBezTo>
                        <a:pt x="4001" y="15538"/>
                        <a:pt x="809" y="16247"/>
                        <a:pt x="144" y="13854"/>
                      </a:cubicBezTo>
                      <a:cubicBezTo>
                        <a:pt x="-521" y="11460"/>
                        <a:pt x="1208" y="8756"/>
                        <a:pt x="3557" y="6450"/>
                      </a:cubicBezTo>
                      <a:cubicBezTo>
                        <a:pt x="5862" y="3968"/>
                        <a:pt x="8788" y="1929"/>
                        <a:pt x="10561" y="1219"/>
                      </a:cubicBezTo>
                      <a:cubicBezTo>
                        <a:pt x="13665" y="-66"/>
                        <a:pt x="17255" y="-288"/>
                        <a:pt x="20536" y="33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38" name="Graphique 2">
                <a:extLst>
                  <a:ext uri="{FF2B5EF4-FFF2-40B4-BE49-F238E27FC236}">
                    <a16:creationId xmlns:a16="http://schemas.microsoft.com/office/drawing/2014/main" id="{CAE6321A-7E2A-418E-940E-9BF2BF8ACABC}"/>
                  </a:ext>
                </a:extLst>
              </p:cNvPr>
              <p:cNvGrpSpPr/>
              <p:nvPr/>
            </p:nvGrpSpPr>
            <p:grpSpPr>
              <a:xfrm>
                <a:off x="4760022" y="1361951"/>
                <a:ext cx="67402" cy="73401"/>
                <a:chOff x="4760022" y="1361951"/>
                <a:chExt cx="67402" cy="73401"/>
              </a:xfrm>
              <a:solidFill>
                <a:schemeClr val="accent1"/>
              </a:solidFill>
            </p:grpSpPr>
            <p:sp>
              <p:nvSpPr>
                <p:cNvPr id="26703" name="Forme libre : forme 26702">
                  <a:extLst>
                    <a:ext uri="{FF2B5EF4-FFF2-40B4-BE49-F238E27FC236}">
                      <a16:creationId xmlns:a16="http://schemas.microsoft.com/office/drawing/2014/main" id="{A76F754D-D9BE-4C39-8CCE-4997616BE7C2}"/>
                    </a:ext>
                  </a:extLst>
                </p:cNvPr>
                <p:cNvSpPr/>
                <p:nvPr/>
              </p:nvSpPr>
              <p:spPr>
                <a:xfrm>
                  <a:off x="4760022" y="1361951"/>
                  <a:ext cx="67357" cy="73401"/>
                </a:xfrm>
                <a:custGeom>
                  <a:avLst/>
                  <a:gdLst>
                    <a:gd name="connsiteX0" fmla="*/ 63368 w 67357"/>
                    <a:gd name="connsiteY0" fmla="*/ 41123 h 73401"/>
                    <a:gd name="connsiteX1" fmla="*/ 49138 w 67357"/>
                    <a:gd name="connsiteY1" fmla="*/ 62624 h 73401"/>
                    <a:gd name="connsiteX2" fmla="*/ 20146 w 67357"/>
                    <a:gd name="connsiteY2" fmla="*/ 70204 h 73401"/>
                    <a:gd name="connsiteX3" fmla="*/ 7955 w 67357"/>
                    <a:gd name="connsiteY3" fmla="*/ 61515 h 73401"/>
                    <a:gd name="connsiteX4" fmla="*/ 3965 w 67357"/>
                    <a:gd name="connsiteY4" fmla="*/ 32523 h 73401"/>
                    <a:gd name="connsiteX5" fmla="*/ 18639 w 67357"/>
                    <a:gd name="connsiteY5" fmla="*/ 10668 h 73401"/>
                    <a:gd name="connsiteX6" fmla="*/ 32780 w 67357"/>
                    <a:gd name="connsiteY6" fmla="*/ 604 h 73401"/>
                    <a:gd name="connsiteX7" fmla="*/ 47897 w 67357"/>
                    <a:gd name="connsiteY7" fmla="*/ 3353 h 73401"/>
                    <a:gd name="connsiteX8" fmla="*/ 59778 w 67357"/>
                    <a:gd name="connsiteY8" fmla="*/ 12263 h 73401"/>
                    <a:gd name="connsiteX9" fmla="*/ 67181 w 67357"/>
                    <a:gd name="connsiteY9" fmla="*/ 25519 h 73401"/>
                    <a:gd name="connsiteX10" fmla="*/ 63368 w 67357"/>
                    <a:gd name="connsiteY10" fmla="*/ 41123 h 73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7357" h="73401">
                      <a:moveTo>
                        <a:pt x="63368" y="41123"/>
                      </a:moveTo>
                      <a:lnTo>
                        <a:pt x="49138" y="62624"/>
                      </a:lnTo>
                      <a:cubicBezTo>
                        <a:pt x="42356" y="72997"/>
                        <a:pt x="28923" y="76632"/>
                        <a:pt x="20146" y="70204"/>
                      </a:cubicBezTo>
                      <a:lnTo>
                        <a:pt x="7955" y="61515"/>
                      </a:lnTo>
                      <a:cubicBezTo>
                        <a:pt x="-778" y="55132"/>
                        <a:pt x="-2640" y="42542"/>
                        <a:pt x="3965" y="32523"/>
                      </a:cubicBezTo>
                      <a:lnTo>
                        <a:pt x="18639" y="10668"/>
                      </a:lnTo>
                      <a:cubicBezTo>
                        <a:pt x="22229" y="5437"/>
                        <a:pt x="27372" y="1934"/>
                        <a:pt x="32780" y="604"/>
                      </a:cubicBezTo>
                      <a:cubicBezTo>
                        <a:pt x="38100" y="-725"/>
                        <a:pt x="43597" y="117"/>
                        <a:pt x="47897" y="3353"/>
                      </a:cubicBezTo>
                      <a:lnTo>
                        <a:pt x="59778" y="12263"/>
                      </a:lnTo>
                      <a:cubicBezTo>
                        <a:pt x="64078" y="15500"/>
                        <a:pt x="66516" y="20332"/>
                        <a:pt x="67181" y="25519"/>
                      </a:cubicBezTo>
                      <a:cubicBezTo>
                        <a:pt x="67846" y="30705"/>
                        <a:pt x="66649" y="36291"/>
                        <a:pt x="63368" y="41123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04" name="Forme libre : forme 26703">
                  <a:extLst>
                    <a:ext uri="{FF2B5EF4-FFF2-40B4-BE49-F238E27FC236}">
                      <a16:creationId xmlns:a16="http://schemas.microsoft.com/office/drawing/2014/main" id="{A7F76E6C-614F-4730-91AA-6B1EC3E912F0}"/>
                    </a:ext>
                  </a:extLst>
                </p:cNvPr>
                <p:cNvSpPr/>
                <p:nvPr/>
              </p:nvSpPr>
              <p:spPr>
                <a:xfrm>
                  <a:off x="4774937" y="1373993"/>
                  <a:ext cx="52487" cy="61329"/>
                </a:xfrm>
                <a:custGeom>
                  <a:avLst/>
                  <a:gdLst>
                    <a:gd name="connsiteX0" fmla="*/ 21944 w 52487"/>
                    <a:gd name="connsiteY0" fmla="*/ 36795 h 61329"/>
                    <a:gd name="connsiteX1" fmla="*/ 0 w 52487"/>
                    <a:gd name="connsiteY1" fmla="*/ 54394 h 61329"/>
                    <a:gd name="connsiteX2" fmla="*/ 5275 w 52487"/>
                    <a:gd name="connsiteY2" fmla="*/ 58162 h 61329"/>
                    <a:gd name="connsiteX3" fmla="*/ 34268 w 52487"/>
                    <a:gd name="connsiteY3" fmla="*/ 50582 h 61329"/>
                    <a:gd name="connsiteX4" fmla="*/ 48498 w 52487"/>
                    <a:gd name="connsiteY4" fmla="*/ 29081 h 61329"/>
                    <a:gd name="connsiteX5" fmla="*/ 52311 w 52487"/>
                    <a:gd name="connsiteY5" fmla="*/ 13521 h 61329"/>
                    <a:gd name="connsiteX6" fmla="*/ 44907 w 52487"/>
                    <a:gd name="connsiteY6" fmla="*/ 266 h 61329"/>
                    <a:gd name="connsiteX7" fmla="*/ 44508 w 52487"/>
                    <a:gd name="connsiteY7" fmla="*/ 0 h 61329"/>
                    <a:gd name="connsiteX8" fmla="*/ 21944 w 52487"/>
                    <a:gd name="connsiteY8" fmla="*/ 36795 h 61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487" h="61329">
                      <a:moveTo>
                        <a:pt x="21944" y="36795"/>
                      </a:moveTo>
                      <a:cubicBezTo>
                        <a:pt x="18220" y="46725"/>
                        <a:pt x="9531" y="54128"/>
                        <a:pt x="0" y="54394"/>
                      </a:cubicBezTo>
                      <a:lnTo>
                        <a:pt x="5275" y="58162"/>
                      </a:lnTo>
                      <a:cubicBezTo>
                        <a:pt x="14053" y="64546"/>
                        <a:pt x="27485" y="60911"/>
                        <a:pt x="34268" y="50582"/>
                      </a:cubicBezTo>
                      <a:lnTo>
                        <a:pt x="48498" y="29081"/>
                      </a:lnTo>
                      <a:cubicBezTo>
                        <a:pt x="51779" y="24249"/>
                        <a:pt x="52975" y="18663"/>
                        <a:pt x="52311" y="13521"/>
                      </a:cubicBezTo>
                      <a:cubicBezTo>
                        <a:pt x="51646" y="8334"/>
                        <a:pt x="49163" y="3502"/>
                        <a:pt x="44907" y="266"/>
                      </a:cubicBezTo>
                      <a:lnTo>
                        <a:pt x="44508" y="0"/>
                      </a:lnTo>
                      <a:cubicBezTo>
                        <a:pt x="36617" y="12235"/>
                        <a:pt x="27131" y="22742"/>
                        <a:pt x="21944" y="36795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05" name="Forme libre : forme 26704">
                  <a:extLst>
                    <a:ext uri="{FF2B5EF4-FFF2-40B4-BE49-F238E27FC236}">
                      <a16:creationId xmlns:a16="http://schemas.microsoft.com/office/drawing/2014/main" id="{37CB5B8E-B0B8-4354-8A87-277FCD39D66A}"/>
                    </a:ext>
                  </a:extLst>
                </p:cNvPr>
                <p:cNvSpPr/>
                <p:nvPr/>
              </p:nvSpPr>
              <p:spPr>
                <a:xfrm>
                  <a:off x="4785054" y="1381010"/>
                  <a:ext cx="24616" cy="28967"/>
                </a:xfrm>
                <a:custGeom>
                  <a:avLst/>
                  <a:gdLst>
                    <a:gd name="connsiteX0" fmla="*/ 21314 w 24616"/>
                    <a:gd name="connsiteY0" fmla="*/ 1229 h 28967"/>
                    <a:gd name="connsiteX1" fmla="*/ 20826 w 24616"/>
                    <a:gd name="connsiteY1" fmla="*/ 20159 h 28967"/>
                    <a:gd name="connsiteX2" fmla="*/ 3449 w 24616"/>
                    <a:gd name="connsiteY2" fmla="*/ 27828 h 28967"/>
                    <a:gd name="connsiteX3" fmla="*/ 3803 w 24616"/>
                    <a:gd name="connsiteY3" fmla="*/ 8810 h 28967"/>
                    <a:gd name="connsiteX4" fmla="*/ 21314 w 24616"/>
                    <a:gd name="connsiteY4" fmla="*/ 1229 h 28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16" h="28967">
                      <a:moveTo>
                        <a:pt x="21314" y="1229"/>
                      </a:moveTo>
                      <a:cubicBezTo>
                        <a:pt x="25924" y="4510"/>
                        <a:pt x="25658" y="12844"/>
                        <a:pt x="20826" y="20159"/>
                      </a:cubicBezTo>
                      <a:cubicBezTo>
                        <a:pt x="15950" y="27473"/>
                        <a:pt x="8192" y="30931"/>
                        <a:pt x="3449" y="27828"/>
                      </a:cubicBezTo>
                      <a:cubicBezTo>
                        <a:pt x="-1250" y="24680"/>
                        <a:pt x="-1162" y="16213"/>
                        <a:pt x="3803" y="8810"/>
                      </a:cubicBezTo>
                      <a:cubicBezTo>
                        <a:pt x="8768" y="1362"/>
                        <a:pt x="16748" y="-2007"/>
                        <a:pt x="21314" y="1229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06" name="Forme libre : forme 26705">
                  <a:extLst>
                    <a:ext uri="{FF2B5EF4-FFF2-40B4-BE49-F238E27FC236}">
                      <a16:creationId xmlns:a16="http://schemas.microsoft.com/office/drawing/2014/main" id="{4757AE05-B2A3-48C2-A841-FDF75CA51FA9}"/>
                    </a:ext>
                  </a:extLst>
                </p:cNvPr>
                <p:cNvSpPr/>
                <p:nvPr/>
              </p:nvSpPr>
              <p:spPr>
                <a:xfrm>
                  <a:off x="4785093" y="1394607"/>
                  <a:ext cx="23889" cy="15344"/>
                </a:xfrm>
                <a:custGeom>
                  <a:avLst/>
                  <a:gdLst>
                    <a:gd name="connsiteX0" fmla="*/ 261 w 23889"/>
                    <a:gd name="connsiteY0" fmla="*/ 3635 h 15344"/>
                    <a:gd name="connsiteX1" fmla="*/ 3453 w 23889"/>
                    <a:gd name="connsiteY1" fmla="*/ 14186 h 15344"/>
                    <a:gd name="connsiteX2" fmla="*/ 20831 w 23889"/>
                    <a:gd name="connsiteY2" fmla="*/ 6517 h 15344"/>
                    <a:gd name="connsiteX3" fmla="*/ 23890 w 23889"/>
                    <a:gd name="connsiteY3" fmla="*/ 0 h 15344"/>
                    <a:gd name="connsiteX4" fmla="*/ 21097 w 23889"/>
                    <a:gd name="connsiteY4" fmla="*/ 2881 h 15344"/>
                    <a:gd name="connsiteX5" fmla="*/ 261 w 23889"/>
                    <a:gd name="connsiteY5" fmla="*/ 3635 h 15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889" h="15344">
                      <a:moveTo>
                        <a:pt x="261" y="3635"/>
                      </a:moveTo>
                      <a:cubicBezTo>
                        <a:pt x="-537" y="8201"/>
                        <a:pt x="483" y="12235"/>
                        <a:pt x="3453" y="14186"/>
                      </a:cubicBezTo>
                      <a:cubicBezTo>
                        <a:pt x="8197" y="17333"/>
                        <a:pt x="15955" y="13831"/>
                        <a:pt x="20831" y="6517"/>
                      </a:cubicBezTo>
                      <a:cubicBezTo>
                        <a:pt x="22249" y="4389"/>
                        <a:pt x="23269" y="2172"/>
                        <a:pt x="23890" y="0"/>
                      </a:cubicBezTo>
                      <a:cubicBezTo>
                        <a:pt x="23092" y="1064"/>
                        <a:pt x="22205" y="2039"/>
                        <a:pt x="21097" y="2881"/>
                      </a:cubicBezTo>
                      <a:cubicBezTo>
                        <a:pt x="14580" y="6960"/>
                        <a:pt x="5714" y="7935"/>
                        <a:pt x="261" y="3635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07" name="Forme libre : forme 26706">
                  <a:extLst>
                    <a:ext uri="{FF2B5EF4-FFF2-40B4-BE49-F238E27FC236}">
                      <a16:creationId xmlns:a16="http://schemas.microsoft.com/office/drawing/2014/main" id="{126E62A5-99BE-476C-A1E4-B0AF66AA99CC}"/>
                    </a:ext>
                  </a:extLst>
                </p:cNvPr>
                <p:cNvSpPr/>
                <p:nvPr/>
              </p:nvSpPr>
              <p:spPr>
                <a:xfrm>
                  <a:off x="4787891" y="1380976"/>
                  <a:ext cx="24577" cy="28931"/>
                </a:xfrm>
                <a:custGeom>
                  <a:avLst/>
                  <a:gdLst>
                    <a:gd name="connsiteX0" fmla="*/ 21270 w 24577"/>
                    <a:gd name="connsiteY0" fmla="*/ 1263 h 28931"/>
                    <a:gd name="connsiteX1" fmla="*/ 20826 w 24577"/>
                    <a:gd name="connsiteY1" fmla="*/ 20148 h 28931"/>
                    <a:gd name="connsiteX2" fmla="*/ 3449 w 24577"/>
                    <a:gd name="connsiteY2" fmla="*/ 27773 h 28931"/>
                    <a:gd name="connsiteX3" fmla="*/ 3803 w 24577"/>
                    <a:gd name="connsiteY3" fmla="*/ 8755 h 28931"/>
                    <a:gd name="connsiteX4" fmla="*/ 21270 w 24577"/>
                    <a:gd name="connsiteY4" fmla="*/ 1263 h 28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77" h="28931">
                      <a:moveTo>
                        <a:pt x="21270" y="1263"/>
                      </a:moveTo>
                      <a:cubicBezTo>
                        <a:pt x="25880" y="4588"/>
                        <a:pt x="25614" y="12833"/>
                        <a:pt x="20826" y="20148"/>
                      </a:cubicBezTo>
                      <a:cubicBezTo>
                        <a:pt x="15994" y="27418"/>
                        <a:pt x="8192" y="30920"/>
                        <a:pt x="3449" y="27773"/>
                      </a:cubicBezTo>
                      <a:cubicBezTo>
                        <a:pt x="-1250" y="24625"/>
                        <a:pt x="-1162" y="16114"/>
                        <a:pt x="3803" y="8755"/>
                      </a:cubicBezTo>
                      <a:cubicBezTo>
                        <a:pt x="8724" y="1307"/>
                        <a:pt x="16704" y="-2018"/>
                        <a:pt x="21270" y="126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08" name="Forme libre : forme 26707">
                  <a:extLst>
                    <a:ext uri="{FF2B5EF4-FFF2-40B4-BE49-F238E27FC236}">
                      <a16:creationId xmlns:a16="http://schemas.microsoft.com/office/drawing/2014/main" id="{64FC9FF5-441C-48D7-B80A-4E98E2483EC2}"/>
                    </a:ext>
                  </a:extLst>
                </p:cNvPr>
                <p:cNvSpPr/>
                <p:nvPr/>
              </p:nvSpPr>
              <p:spPr>
                <a:xfrm>
                  <a:off x="4770029" y="1393230"/>
                  <a:ext cx="46390" cy="32295"/>
                </a:xfrm>
                <a:custGeom>
                  <a:avLst/>
                  <a:gdLst>
                    <a:gd name="connsiteX0" fmla="*/ 12090 w 46390"/>
                    <a:gd name="connsiteY0" fmla="*/ 27666 h 32295"/>
                    <a:gd name="connsiteX1" fmla="*/ 20601 w 46390"/>
                    <a:gd name="connsiteY1" fmla="*/ 32099 h 32295"/>
                    <a:gd name="connsiteX2" fmla="*/ 38200 w 46390"/>
                    <a:gd name="connsiteY2" fmla="*/ 24208 h 32295"/>
                    <a:gd name="connsiteX3" fmla="*/ 46269 w 46390"/>
                    <a:gd name="connsiteY3" fmla="*/ 9623 h 32295"/>
                    <a:gd name="connsiteX4" fmla="*/ 41614 w 46390"/>
                    <a:gd name="connsiteY4" fmla="*/ 92 h 32295"/>
                    <a:gd name="connsiteX5" fmla="*/ 34521 w 46390"/>
                    <a:gd name="connsiteY5" fmla="*/ 1998 h 32295"/>
                    <a:gd name="connsiteX6" fmla="*/ 17587 w 46390"/>
                    <a:gd name="connsiteY6" fmla="*/ 7096 h 32295"/>
                    <a:gd name="connsiteX7" fmla="*/ 165 w 46390"/>
                    <a:gd name="connsiteY7" fmla="*/ 14588 h 32295"/>
                    <a:gd name="connsiteX8" fmla="*/ 12090 w 46390"/>
                    <a:gd name="connsiteY8" fmla="*/ 27666 h 32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390" h="32295">
                      <a:moveTo>
                        <a:pt x="12090" y="27666"/>
                      </a:moveTo>
                      <a:cubicBezTo>
                        <a:pt x="14705" y="29572"/>
                        <a:pt x="17365" y="31523"/>
                        <a:pt x="20601" y="32099"/>
                      </a:cubicBezTo>
                      <a:cubicBezTo>
                        <a:pt x="26763" y="33252"/>
                        <a:pt x="33368" y="29173"/>
                        <a:pt x="38200" y="24208"/>
                      </a:cubicBezTo>
                      <a:cubicBezTo>
                        <a:pt x="42190" y="20085"/>
                        <a:pt x="45515" y="15032"/>
                        <a:pt x="46269" y="9623"/>
                      </a:cubicBezTo>
                      <a:cubicBezTo>
                        <a:pt x="46845" y="5545"/>
                        <a:pt x="45382" y="801"/>
                        <a:pt x="41614" y="92"/>
                      </a:cubicBezTo>
                      <a:cubicBezTo>
                        <a:pt x="39264" y="-351"/>
                        <a:pt x="36826" y="890"/>
                        <a:pt x="34521" y="1998"/>
                      </a:cubicBezTo>
                      <a:cubicBezTo>
                        <a:pt x="29113" y="4570"/>
                        <a:pt x="23350" y="6299"/>
                        <a:pt x="17587" y="7096"/>
                      </a:cubicBezTo>
                      <a:cubicBezTo>
                        <a:pt x="12666" y="7806"/>
                        <a:pt x="1805" y="7717"/>
                        <a:pt x="165" y="14588"/>
                      </a:cubicBezTo>
                      <a:cubicBezTo>
                        <a:pt x="-1387" y="20662"/>
                        <a:pt x="8454" y="25006"/>
                        <a:pt x="12090" y="2766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09" name="Forme libre : forme 26708">
                  <a:extLst>
                    <a:ext uri="{FF2B5EF4-FFF2-40B4-BE49-F238E27FC236}">
                      <a16:creationId xmlns:a16="http://schemas.microsoft.com/office/drawing/2014/main" id="{DFE6A8CB-8E65-492C-A76C-F5FC5546356C}"/>
                    </a:ext>
                  </a:extLst>
                </p:cNvPr>
                <p:cNvSpPr/>
                <p:nvPr/>
              </p:nvSpPr>
              <p:spPr>
                <a:xfrm>
                  <a:off x="4775486" y="1395663"/>
                  <a:ext cx="7542" cy="14877"/>
                </a:xfrm>
                <a:custGeom>
                  <a:avLst/>
                  <a:gdLst>
                    <a:gd name="connsiteX0" fmla="*/ 1180 w 7542"/>
                    <a:gd name="connsiteY0" fmla="*/ 12643 h 14877"/>
                    <a:gd name="connsiteX1" fmla="*/ 2554 w 7542"/>
                    <a:gd name="connsiteY1" fmla="*/ 14505 h 14877"/>
                    <a:gd name="connsiteX2" fmla="*/ 4815 w 7542"/>
                    <a:gd name="connsiteY2" fmla="*/ 14549 h 14877"/>
                    <a:gd name="connsiteX3" fmla="*/ 6056 w 7542"/>
                    <a:gd name="connsiteY3" fmla="*/ 12554 h 14877"/>
                    <a:gd name="connsiteX4" fmla="*/ 7431 w 7542"/>
                    <a:gd name="connsiteY4" fmla="*/ 6702 h 14877"/>
                    <a:gd name="connsiteX5" fmla="*/ 7475 w 7542"/>
                    <a:gd name="connsiteY5" fmla="*/ 4264 h 14877"/>
                    <a:gd name="connsiteX6" fmla="*/ 1003 w 7542"/>
                    <a:gd name="connsiteY6" fmla="*/ 2048 h 14877"/>
                    <a:gd name="connsiteX7" fmla="*/ 1180 w 7542"/>
                    <a:gd name="connsiteY7" fmla="*/ 12643 h 14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42" h="14877">
                      <a:moveTo>
                        <a:pt x="1180" y="12643"/>
                      </a:moveTo>
                      <a:cubicBezTo>
                        <a:pt x="1490" y="13352"/>
                        <a:pt x="1934" y="14061"/>
                        <a:pt x="2554" y="14505"/>
                      </a:cubicBezTo>
                      <a:cubicBezTo>
                        <a:pt x="3219" y="14948"/>
                        <a:pt x="4106" y="15037"/>
                        <a:pt x="4815" y="14549"/>
                      </a:cubicBezTo>
                      <a:cubicBezTo>
                        <a:pt x="5436" y="14106"/>
                        <a:pt x="5790" y="13308"/>
                        <a:pt x="6056" y="12554"/>
                      </a:cubicBezTo>
                      <a:cubicBezTo>
                        <a:pt x="6721" y="10648"/>
                        <a:pt x="7165" y="8653"/>
                        <a:pt x="7431" y="6702"/>
                      </a:cubicBezTo>
                      <a:cubicBezTo>
                        <a:pt x="7519" y="5904"/>
                        <a:pt x="7608" y="5062"/>
                        <a:pt x="7475" y="4264"/>
                      </a:cubicBezTo>
                      <a:cubicBezTo>
                        <a:pt x="6899" y="984"/>
                        <a:pt x="3086" y="-2208"/>
                        <a:pt x="1003" y="2048"/>
                      </a:cubicBezTo>
                      <a:cubicBezTo>
                        <a:pt x="-549" y="5284"/>
                        <a:pt x="-150" y="9717"/>
                        <a:pt x="1180" y="1264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10" name="Forme libre : forme 26709">
                  <a:extLst>
                    <a:ext uri="{FF2B5EF4-FFF2-40B4-BE49-F238E27FC236}">
                      <a16:creationId xmlns:a16="http://schemas.microsoft.com/office/drawing/2014/main" id="{1C61E77B-79AD-43D0-A13A-D931FD25CC59}"/>
                    </a:ext>
                  </a:extLst>
                </p:cNvPr>
                <p:cNvSpPr/>
                <p:nvPr/>
              </p:nvSpPr>
              <p:spPr>
                <a:xfrm>
                  <a:off x="4816785" y="1374658"/>
                  <a:ext cx="7973" cy="27396"/>
                </a:xfrm>
                <a:custGeom>
                  <a:avLst/>
                  <a:gdLst>
                    <a:gd name="connsiteX0" fmla="*/ 0 w 7973"/>
                    <a:gd name="connsiteY0" fmla="*/ 0 h 27396"/>
                    <a:gd name="connsiteX1" fmla="*/ 5586 w 7973"/>
                    <a:gd name="connsiteY1" fmla="*/ 6694 h 27396"/>
                    <a:gd name="connsiteX2" fmla="*/ 5940 w 7973"/>
                    <a:gd name="connsiteY2" fmla="*/ 27397 h 27396"/>
                    <a:gd name="connsiteX3" fmla="*/ 6871 w 7973"/>
                    <a:gd name="connsiteY3" fmla="*/ 18309 h 27396"/>
                    <a:gd name="connsiteX4" fmla="*/ 0 w 7973"/>
                    <a:gd name="connsiteY4" fmla="*/ 0 h 27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73" h="27396">
                      <a:moveTo>
                        <a:pt x="0" y="0"/>
                      </a:moveTo>
                      <a:cubicBezTo>
                        <a:pt x="0" y="0"/>
                        <a:pt x="3236" y="2172"/>
                        <a:pt x="5586" y="6694"/>
                      </a:cubicBezTo>
                      <a:cubicBezTo>
                        <a:pt x="7935" y="11216"/>
                        <a:pt x="9354" y="17910"/>
                        <a:pt x="5940" y="27397"/>
                      </a:cubicBezTo>
                      <a:cubicBezTo>
                        <a:pt x="5940" y="27397"/>
                        <a:pt x="7049" y="23628"/>
                        <a:pt x="6871" y="18309"/>
                      </a:cubicBezTo>
                      <a:cubicBezTo>
                        <a:pt x="6694" y="13033"/>
                        <a:pt x="5231" y="625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11" name="Forme libre : forme 26710">
                  <a:extLst>
                    <a:ext uri="{FF2B5EF4-FFF2-40B4-BE49-F238E27FC236}">
                      <a16:creationId xmlns:a16="http://schemas.microsoft.com/office/drawing/2014/main" id="{17E604C6-6C47-4EE5-BD63-0F3A137C56AB}"/>
                    </a:ext>
                  </a:extLst>
                </p:cNvPr>
                <p:cNvSpPr/>
                <p:nvPr/>
              </p:nvSpPr>
              <p:spPr>
                <a:xfrm>
                  <a:off x="4762488" y="1394253"/>
                  <a:ext cx="7571" cy="29125"/>
                </a:xfrm>
                <a:custGeom>
                  <a:avLst/>
                  <a:gdLst>
                    <a:gd name="connsiteX0" fmla="*/ 3582 w 7571"/>
                    <a:gd name="connsiteY0" fmla="*/ 0 h 29125"/>
                    <a:gd name="connsiteX1" fmla="*/ 213 w 7571"/>
                    <a:gd name="connsiteY1" fmla="*/ 9886 h 29125"/>
                    <a:gd name="connsiteX2" fmla="*/ 7572 w 7571"/>
                    <a:gd name="connsiteY2" fmla="*/ 29125 h 29125"/>
                    <a:gd name="connsiteX3" fmla="*/ 2873 w 7571"/>
                    <a:gd name="connsiteY3" fmla="*/ 20702 h 29125"/>
                    <a:gd name="connsiteX4" fmla="*/ 3582 w 7571"/>
                    <a:gd name="connsiteY4" fmla="*/ 0 h 29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71" h="29125">
                      <a:moveTo>
                        <a:pt x="3582" y="0"/>
                      </a:moveTo>
                      <a:cubicBezTo>
                        <a:pt x="3582" y="0"/>
                        <a:pt x="967" y="4211"/>
                        <a:pt x="213" y="9886"/>
                      </a:cubicBezTo>
                      <a:cubicBezTo>
                        <a:pt x="-541" y="15560"/>
                        <a:pt x="435" y="22742"/>
                        <a:pt x="7572" y="29125"/>
                      </a:cubicBezTo>
                      <a:cubicBezTo>
                        <a:pt x="7572" y="29125"/>
                        <a:pt x="4735" y="25889"/>
                        <a:pt x="2873" y="20702"/>
                      </a:cubicBezTo>
                      <a:cubicBezTo>
                        <a:pt x="922" y="15427"/>
                        <a:pt x="-142" y="8334"/>
                        <a:pt x="35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12" name="Forme libre : forme 26711">
                  <a:extLst>
                    <a:ext uri="{FF2B5EF4-FFF2-40B4-BE49-F238E27FC236}">
                      <a16:creationId xmlns:a16="http://schemas.microsoft.com/office/drawing/2014/main" id="{01AF07DF-7167-4E69-A2AA-B68EF7AAC559}"/>
                    </a:ext>
                  </a:extLst>
                </p:cNvPr>
                <p:cNvSpPr/>
                <p:nvPr/>
              </p:nvSpPr>
              <p:spPr>
                <a:xfrm>
                  <a:off x="4790301" y="1385519"/>
                  <a:ext cx="10298" cy="9504"/>
                </a:xfrm>
                <a:custGeom>
                  <a:avLst/>
                  <a:gdLst>
                    <a:gd name="connsiteX0" fmla="*/ 9949 w 10298"/>
                    <a:gd name="connsiteY0" fmla="*/ 887 h 9504"/>
                    <a:gd name="connsiteX1" fmla="*/ 7068 w 10298"/>
                    <a:gd name="connsiteY1" fmla="*/ 7492 h 9504"/>
                    <a:gd name="connsiteX2" fmla="*/ 374 w 10298"/>
                    <a:gd name="connsiteY2" fmla="*/ 8645 h 9504"/>
                    <a:gd name="connsiteX3" fmla="*/ 3255 w 10298"/>
                    <a:gd name="connsiteY3" fmla="*/ 1995 h 9504"/>
                    <a:gd name="connsiteX4" fmla="*/ 9949 w 10298"/>
                    <a:gd name="connsiteY4" fmla="*/ 887 h 9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98" h="9504">
                      <a:moveTo>
                        <a:pt x="9949" y="887"/>
                      </a:moveTo>
                      <a:cubicBezTo>
                        <a:pt x="10969" y="2394"/>
                        <a:pt x="9683" y="5364"/>
                        <a:pt x="7068" y="7492"/>
                      </a:cubicBezTo>
                      <a:cubicBezTo>
                        <a:pt x="4452" y="9620"/>
                        <a:pt x="1437" y="10152"/>
                        <a:pt x="374" y="8645"/>
                      </a:cubicBezTo>
                      <a:cubicBezTo>
                        <a:pt x="-690" y="7137"/>
                        <a:pt x="595" y="4123"/>
                        <a:pt x="3255" y="1995"/>
                      </a:cubicBezTo>
                      <a:cubicBezTo>
                        <a:pt x="5871" y="-177"/>
                        <a:pt x="8885" y="-621"/>
                        <a:pt x="9949" y="88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13" name="Forme libre : forme 26712">
                  <a:extLst>
                    <a:ext uri="{FF2B5EF4-FFF2-40B4-BE49-F238E27FC236}">
                      <a16:creationId xmlns:a16="http://schemas.microsoft.com/office/drawing/2014/main" id="{3F43C8FC-E22C-45F2-BB8D-87B1A295215D}"/>
                    </a:ext>
                  </a:extLst>
                </p:cNvPr>
                <p:cNvSpPr/>
                <p:nvPr/>
              </p:nvSpPr>
              <p:spPr>
                <a:xfrm>
                  <a:off x="4798015" y="1384273"/>
                  <a:ext cx="3094" cy="3221"/>
                </a:xfrm>
                <a:custGeom>
                  <a:avLst/>
                  <a:gdLst>
                    <a:gd name="connsiteX0" fmla="*/ 2500 w 3094"/>
                    <a:gd name="connsiteY0" fmla="*/ 227 h 3221"/>
                    <a:gd name="connsiteX1" fmla="*/ 2766 w 3094"/>
                    <a:gd name="connsiteY1" fmla="*/ 2443 h 3221"/>
                    <a:gd name="connsiteX2" fmla="*/ 594 w 3094"/>
                    <a:gd name="connsiteY2" fmla="*/ 2975 h 3221"/>
                    <a:gd name="connsiteX3" fmla="*/ 328 w 3094"/>
                    <a:gd name="connsiteY3" fmla="*/ 759 h 3221"/>
                    <a:gd name="connsiteX4" fmla="*/ 2500 w 3094"/>
                    <a:gd name="connsiteY4" fmla="*/ 227 h 3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4" h="3221">
                      <a:moveTo>
                        <a:pt x="2500" y="227"/>
                      </a:moveTo>
                      <a:cubicBezTo>
                        <a:pt x="3165" y="670"/>
                        <a:pt x="3298" y="1690"/>
                        <a:pt x="2766" y="2443"/>
                      </a:cubicBezTo>
                      <a:cubicBezTo>
                        <a:pt x="2235" y="3197"/>
                        <a:pt x="1259" y="3463"/>
                        <a:pt x="594" y="2975"/>
                      </a:cubicBezTo>
                      <a:cubicBezTo>
                        <a:pt x="-71" y="2532"/>
                        <a:pt x="-204" y="1557"/>
                        <a:pt x="328" y="759"/>
                      </a:cubicBezTo>
                      <a:cubicBezTo>
                        <a:pt x="860" y="5"/>
                        <a:pt x="1835" y="-216"/>
                        <a:pt x="2500" y="2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14" name="Forme libre : forme 26713">
                  <a:extLst>
                    <a:ext uri="{FF2B5EF4-FFF2-40B4-BE49-F238E27FC236}">
                      <a16:creationId xmlns:a16="http://schemas.microsoft.com/office/drawing/2014/main" id="{31045260-CF29-49FF-916B-7565039A35CF}"/>
                    </a:ext>
                  </a:extLst>
                </p:cNvPr>
                <p:cNvSpPr/>
                <p:nvPr/>
              </p:nvSpPr>
              <p:spPr>
                <a:xfrm>
                  <a:off x="4777511" y="1367837"/>
                  <a:ext cx="34727" cy="18829"/>
                </a:xfrm>
                <a:custGeom>
                  <a:avLst/>
                  <a:gdLst>
                    <a:gd name="connsiteX0" fmla="*/ 20877 w 34727"/>
                    <a:gd name="connsiteY0" fmla="*/ 171 h 18829"/>
                    <a:gd name="connsiteX1" fmla="*/ 32669 w 34727"/>
                    <a:gd name="connsiteY1" fmla="*/ 5757 h 18829"/>
                    <a:gd name="connsiteX2" fmla="*/ 34486 w 34727"/>
                    <a:gd name="connsiteY2" fmla="*/ 9969 h 18829"/>
                    <a:gd name="connsiteX3" fmla="*/ 30319 w 34727"/>
                    <a:gd name="connsiteY3" fmla="*/ 11387 h 18829"/>
                    <a:gd name="connsiteX4" fmla="*/ 16399 w 34727"/>
                    <a:gd name="connsiteY4" fmla="*/ 10678 h 18829"/>
                    <a:gd name="connsiteX5" fmla="*/ 263 w 34727"/>
                    <a:gd name="connsiteY5" fmla="*/ 17638 h 18829"/>
                    <a:gd name="connsiteX6" fmla="*/ 10548 w 34727"/>
                    <a:gd name="connsiteY6" fmla="*/ 2033 h 18829"/>
                    <a:gd name="connsiteX7" fmla="*/ 20877 w 34727"/>
                    <a:gd name="connsiteY7" fmla="*/ 171 h 18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727" h="18829">
                      <a:moveTo>
                        <a:pt x="20877" y="171"/>
                      </a:moveTo>
                      <a:cubicBezTo>
                        <a:pt x="25310" y="836"/>
                        <a:pt x="29211" y="3097"/>
                        <a:pt x="32669" y="5757"/>
                      </a:cubicBezTo>
                      <a:cubicBezTo>
                        <a:pt x="33954" y="6732"/>
                        <a:pt x="35284" y="8373"/>
                        <a:pt x="34486" y="9969"/>
                      </a:cubicBezTo>
                      <a:cubicBezTo>
                        <a:pt x="33733" y="11432"/>
                        <a:pt x="31827" y="11564"/>
                        <a:pt x="30319" y="11387"/>
                      </a:cubicBezTo>
                      <a:cubicBezTo>
                        <a:pt x="25665" y="10811"/>
                        <a:pt x="21098" y="9038"/>
                        <a:pt x="16399" y="10678"/>
                      </a:cubicBezTo>
                      <a:cubicBezTo>
                        <a:pt x="13429" y="11697"/>
                        <a:pt x="2081" y="22337"/>
                        <a:pt x="263" y="17638"/>
                      </a:cubicBezTo>
                      <a:cubicBezTo>
                        <a:pt x="-1599" y="12894"/>
                        <a:pt x="6913" y="4028"/>
                        <a:pt x="10548" y="2033"/>
                      </a:cubicBezTo>
                      <a:cubicBezTo>
                        <a:pt x="13740" y="216"/>
                        <a:pt x="17552" y="-316"/>
                        <a:pt x="20877" y="17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39" name="Graphique 2">
                <a:extLst>
                  <a:ext uri="{FF2B5EF4-FFF2-40B4-BE49-F238E27FC236}">
                    <a16:creationId xmlns:a16="http://schemas.microsoft.com/office/drawing/2014/main" id="{53ED15C8-113A-4D77-9364-BD3CFDCEB616}"/>
                  </a:ext>
                </a:extLst>
              </p:cNvPr>
              <p:cNvGrpSpPr/>
              <p:nvPr/>
            </p:nvGrpSpPr>
            <p:grpSpPr>
              <a:xfrm>
                <a:off x="4801029" y="1307337"/>
                <a:ext cx="69916" cy="70638"/>
                <a:chOff x="4801029" y="1307337"/>
                <a:chExt cx="69916" cy="70638"/>
              </a:xfrm>
              <a:solidFill>
                <a:schemeClr val="accent1"/>
              </a:solidFill>
            </p:grpSpPr>
            <p:sp>
              <p:nvSpPr>
                <p:cNvPr id="26691" name="Forme libre : forme 26690">
                  <a:extLst>
                    <a:ext uri="{FF2B5EF4-FFF2-40B4-BE49-F238E27FC236}">
                      <a16:creationId xmlns:a16="http://schemas.microsoft.com/office/drawing/2014/main" id="{23E1C437-1836-4C74-B960-6B266D4EA141}"/>
                    </a:ext>
                  </a:extLst>
                </p:cNvPr>
                <p:cNvSpPr/>
                <p:nvPr/>
              </p:nvSpPr>
              <p:spPr>
                <a:xfrm>
                  <a:off x="4801029" y="1307337"/>
                  <a:ext cx="69827" cy="70594"/>
                </a:xfrm>
                <a:custGeom>
                  <a:avLst/>
                  <a:gdLst>
                    <a:gd name="connsiteX0" fmla="*/ 62570 w 69827"/>
                    <a:gd name="connsiteY0" fmla="*/ 47594 h 70594"/>
                    <a:gd name="connsiteX1" fmla="*/ 54590 w 69827"/>
                    <a:gd name="connsiteY1" fmla="*/ 54953 h 70594"/>
                    <a:gd name="connsiteX2" fmla="*/ 46877 w 69827"/>
                    <a:gd name="connsiteY2" fmla="*/ 63110 h 70594"/>
                    <a:gd name="connsiteX3" fmla="*/ 40759 w 69827"/>
                    <a:gd name="connsiteY3" fmla="*/ 67942 h 70594"/>
                    <a:gd name="connsiteX4" fmla="*/ 33444 w 69827"/>
                    <a:gd name="connsiteY4" fmla="*/ 70336 h 70594"/>
                    <a:gd name="connsiteX5" fmla="*/ 18727 w 69827"/>
                    <a:gd name="connsiteY5" fmla="*/ 66878 h 70594"/>
                    <a:gd name="connsiteX6" fmla="*/ 6846 w 69827"/>
                    <a:gd name="connsiteY6" fmla="*/ 57967 h 70594"/>
                    <a:gd name="connsiteX7" fmla="*/ 19 w 69827"/>
                    <a:gd name="connsiteY7" fmla="*/ 44180 h 70594"/>
                    <a:gd name="connsiteX8" fmla="*/ 1570 w 69827"/>
                    <a:gd name="connsiteY8" fmla="*/ 35625 h 70594"/>
                    <a:gd name="connsiteX9" fmla="*/ 6624 w 69827"/>
                    <a:gd name="connsiteY9" fmla="*/ 27379 h 70594"/>
                    <a:gd name="connsiteX10" fmla="*/ 16865 w 69827"/>
                    <a:gd name="connsiteY10" fmla="*/ 16651 h 70594"/>
                    <a:gd name="connsiteX11" fmla="*/ 28080 w 69827"/>
                    <a:gd name="connsiteY11" fmla="*/ 6455 h 70594"/>
                    <a:gd name="connsiteX12" fmla="*/ 37035 w 69827"/>
                    <a:gd name="connsiteY12" fmla="*/ 1401 h 70594"/>
                    <a:gd name="connsiteX13" fmla="*/ 46167 w 69827"/>
                    <a:gd name="connsiteY13" fmla="*/ 71 h 70594"/>
                    <a:gd name="connsiteX14" fmla="*/ 59555 w 69827"/>
                    <a:gd name="connsiteY14" fmla="*/ 7785 h 70594"/>
                    <a:gd name="connsiteX15" fmla="*/ 67047 w 69827"/>
                    <a:gd name="connsiteY15" fmla="*/ 20463 h 70594"/>
                    <a:gd name="connsiteX16" fmla="*/ 69441 w 69827"/>
                    <a:gd name="connsiteY16" fmla="*/ 35181 h 70594"/>
                    <a:gd name="connsiteX17" fmla="*/ 67092 w 69827"/>
                    <a:gd name="connsiteY17" fmla="*/ 41964 h 70594"/>
                    <a:gd name="connsiteX18" fmla="*/ 62570 w 69827"/>
                    <a:gd name="connsiteY18" fmla="*/ 47594 h 70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9827" h="70594">
                      <a:moveTo>
                        <a:pt x="62570" y="47594"/>
                      </a:moveTo>
                      <a:cubicBezTo>
                        <a:pt x="59866" y="49988"/>
                        <a:pt x="57161" y="52249"/>
                        <a:pt x="54590" y="54953"/>
                      </a:cubicBezTo>
                      <a:cubicBezTo>
                        <a:pt x="51930" y="57480"/>
                        <a:pt x="49404" y="60273"/>
                        <a:pt x="46877" y="63110"/>
                      </a:cubicBezTo>
                      <a:cubicBezTo>
                        <a:pt x="45059" y="65016"/>
                        <a:pt x="43064" y="66745"/>
                        <a:pt x="40759" y="67942"/>
                      </a:cubicBezTo>
                      <a:cubicBezTo>
                        <a:pt x="38498" y="69139"/>
                        <a:pt x="35971" y="69892"/>
                        <a:pt x="33444" y="70336"/>
                      </a:cubicBezTo>
                      <a:cubicBezTo>
                        <a:pt x="28391" y="71134"/>
                        <a:pt x="23027" y="70114"/>
                        <a:pt x="18727" y="66878"/>
                      </a:cubicBezTo>
                      <a:lnTo>
                        <a:pt x="6846" y="57967"/>
                      </a:lnTo>
                      <a:cubicBezTo>
                        <a:pt x="2546" y="54731"/>
                        <a:pt x="196" y="49766"/>
                        <a:pt x="19" y="44180"/>
                      </a:cubicBezTo>
                      <a:cubicBezTo>
                        <a:pt x="-114" y="41388"/>
                        <a:pt x="462" y="38506"/>
                        <a:pt x="1570" y="35625"/>
                      </a:cubicBezTo>
                      <a:cubicBezTo>
                        <a:pt x="2679" y="32743"/>
                        <a:pt x="4230" y="29906"/>
                        <a:pt x="6624" y="27379"/>
                      </a:cubicBezTo>
                      <a:cubicBezTo>
                        <a:pt x="9905" y="23744"/>
                        <a:pt x="13185" y="20153"/>
                        <a:pt x="16865" y="16651"/>
                      </a:cubicBezTo>
                      <a:cubicBezTo>
                        <a:pt x="20322" y="13104"/>
                        <a:pt x="24224" y="9780"/>
                        <a:pt x="28080" y="6455"/>
                      </a:cubicBezTo>
                      <a:cubicBezTo>
                        <a:pt x="30696" y="4061"/>
                        <a:pt x="33976" y="2509"/>
                        <a:pt x="37035" y="1401"/>
                      </a:cubicBezTo>
                      <a:cubicBezTo>
                        <a:pt x="40094" y="293"/>
                        <a:pt x="43197" y="-195"/>
                        <a:pt x="46167" y="71"/>
                      </a:cubicBezTo>
                      <a:cubicBezTo>
                        <a:pt x="52063" y="470"/>
                        <a:pt x="56851" y="3219"/>
                        <a:pt x="59555" y="7785"/>
                      </a:cubicBezTo>
                      <a:lnTo>
                        <a:pt x="67047" y="20463"/>
                      </a:lnTo>
                      <a:cubicBezTo>
                        <a:pt x="69751" y="25074"/>
                        <a:pt x="70328" y="30438"/>
                        <a:pt x="69441" y="35181"/>
                      </a:cubicBezTo>
                      <a:cubicBezTo>
                        <a:pt x="68954" y="37486"/>
                        <a:pt x="68200" y="39836"/>
                        <a:pt x="67092" y="41964"/>
                      </a:cubicBezTo>
                      <a:cubicBezTo>
                        <a:pt x="66028" y="44225"/>
                        <a:pt x="64432" y="45865"/>
                        <a:pt x="62570" y="4759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92" name="Forme libre : forme 26691">
                  <a:extLst>
                    <a:ext uri="{FF2B5EF4-FFF2-40B4-BE49-F238E27FC236}">
                      <a16:creationId xmlns:a16="http://schemas.microsoft.com/office/drawing/2014/main" id="{7CBB7351-ABBF-4BE5-9CEF-8126ECDF6B10}"/>
                    </a:ext>
                  </a:extLst>
                </p:cNvPr>
                <p:cNvSpPr/>
                <p:nvPr/>
              </p:nvSpPr>
              <p:spPr>
                <a:xfrm>
                  <a:off x="4814657" y="1327534"/>
                  <a:ext cx="56287" cy="50441"/>
                </a:xfrm>
                <a:custGeom>
                  <a:avLst/>
                  <a:gdLst>
                    <a:gd name="connsiteX0" fmla="*/ 23008 w 56287"/>
                    <a:gd name="connsiteY0" fmla="*/ 27929 h 50441"/>
                    <a:gd name="connsiteX1" fmla="*/ 18619 w 56287"/>
                    <a:gd name="connsiteY1" fmla="*/ 33913 h 50441"/>
                    <a:gd name="connsiteX2" fmla="*/ 13211 w 56287"/>
                    <a:gd name="connsiteY2" fmla="*/ 38657 h 50441"/>
                    <a:gd name="connsiteX3" fmla="*/ 0 w 56287"/>
                    <a:gd name="connsiteY3" fmla="*/ 42868 h 50441"/>
                    <a:gd name="connsiteX4" fmla="*/ 5142 w 56287"/>
                    <a:gd name="connsiteY4" fmla="*/ 46725 h 50441"/>
                    <a:gd name="connsiteX5" fmla="*/ 19860 w 56287"/>
                    <a:gd name="connsiteY5" fmla="*/ 50183 h 50441"/>
                    <a:gd name="connsiteX6" fmla="*/ 27175 w 56287"/>
                    <a:gd name="connsiteY6" fmla="*/ 47789 h 50441"/>
                    <a:gd name="connsiteX7" fmla="*/ 33293 w 56287"/>
                    <a:gd name="connsiteY7" fmla="*/ 42957 h 50441"/>
                    <a:gd name="connsiteX8" fmla="*/ 41006 w 56287"/>
                    <a:gd name="connsiteY8" fmla="*/ 34800 h 50441"/>
                    <a:gd name="connsiteX9" fmla="*/ 48986 w 56287"/>
                    <a:gd name="connsiteY9" fmla="*/ 27441 h 50441"/>
                    <a:gd name="connsiteX10" fmla="*/ 53552 w 56287"/>
                    <a:gd name="connsiteY10" fmla="*/ 21900 h 50441"/>
                    <a:gd name="connsiteX11" fmla="*/ 55901 w 56287"/>
                    <a:gd name="connsiteY11" fmla="*/ 15117 h 50441"/>
                    <a:gd name="connsiteX12" fmla="*/ 53507 w 56287"/>
                    <a:gd name="connsiteY12" fmla="*/ 399 h 50441"/>
                    <a:gd name="connsiteX13" fmla="*/ 53286 w 56287"/>
                    <a:gd name="connsiteY13" fmla="*/ 0 h 50441"/>
                    <a:gd name="connsiteX14" fmla="*/ 44730 w 56287"/>
                    <a:gd name="connsiteY14" fmla="*/ 5985 h 50441"/>
                    <a:gd name="connsiteX15" fmla="*/ 36529 w 56287"/>
                    <a:gd name="connsiteY15" fmla="*/ 12235 h 50441"/>
                    <a:gd name="connsiteX16" fmla="*/ 29125 w 56287"/>
                    <a:gd name="connsiteY16" fmla="*/ 19417 h 50441"/>
                    <a:gd name="connsiteX17" fmla="*/ 23008 w 56287"/>
                    <a:gd name="connsiteY17" fmla="*/ 27929 h 50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6287" h="50441">
                      <a:moveTo>
                        <a:pt x="23008" y="27929"/>
                      </a:moveTo>
                      <a:cubicBezTo>
                        <a:pt x="21766" y="30145"/>
                        <a:pt x="20304" y="32140"/>
                        <a:pt x="18619" y="33913"/>
                      </a:cubicBezTo>
                      <a:cubicBezTo>
                        <a:pt x="17023" y="35775"/>
                        <a:pt x="15205" y="37327"/>
                        <a:pt x="13211" y="38657"/>
                      </a:cubicBezTo>
                      <a:cubicBezTo>
                        <a:pt x="9221" y="41228"/>
                        <a:pt x="4788" y="42912"/>
                        <a:pt x="0" y="42868"/>
                      </a:cubicBezTo>
                      <a:lnTo>
                        <a:pt x="5142" y="46725"/>
                      </a:lnTo>
                      <a:cubicBezTo>
                        <a:pt x="9442" y="49961"/>
                        <a:pt x="14807" y="50981"/>
                        <a:pt x="19860" y="50183"/>
                      </a:cubicBezTo>
                      <a:cubicBezTo>
                        <a:pt x="22387" y="49739"/>
                        <a:pt x="24870" y="49030"/>
                        <a:pt x="27175" y="47789"/>
                      </a:cubicBezTo>
                      <a:cubicBezTo>
                        <a:pt x="29480" y="46592"/>
                        <a:pt x="31475" y="44863"/>
                        <a:pt x="33293" y="42957"/>
                      </a:cubicBezTo>
                      <a:cubicBezTo>
                        <a:pt x="35819" y="40120"/>
                        <a:pt x="38346" y="37282"/>
                        <a:pt x="41006" y="34800"/>
                      </a:cubicBezTo>
                      <a:cubicBezTo>
                        <a:pt x="43577" y="32096"/>
                        <a:pt x="46326" y="29790"/>
                        <a:pt x="48986" y="27441"/>
                      </a:cubicBezTo>
                      <a:cubicBezTo>
                        <a:pt x="50848" y="25668"/>
                        <a:pt x="52443" y="24027"/>
                        <a:pt x="53552" y="21900"/>
                      </a:cubicBezTo>
                      <a:cubicBezTo>
                        <a:pt x="54660" y="19772"/>
                        <a:pt x="55414" y="17422"/>
                        <a:pt x="55901" y="15117"/>
                      </a:cubicBezTo>
                      <a:cubicBezTo>
                        <a:pt x="56788" y="10418"/>
                        <a:pt x="56212" y="5009"/>
                        <a:pt x="53507" y="399"/>
                      </a:cubicBezTo>
                      <a:lnTo>
                        <a:pt x="53286" y="0"/>
                      </a:lnTo>
                      <a:cubicBezTo>
                        <a:pt x="50493" y="2172"/>
                        <a:pt x="47523" y="3901"/>
                        <a:pt x="44730" y="5985"/>
                      </a:cubicBezTo>
                      <a:cubicBezTo>
                        <a:pt x="42026" y="8113"/>
                        <a:pt x="39100" y="9930"/>
                        <a:pt x="36529" y="12235"/>
                      </a:cubicBezTo>
                      <a:cubicBezTo>
                        <a:pt x="34002" y="14541"/>
                        <a:pt x="31298" y="16713"/>
                        <a:pt x="29125" y="19417"/>
                      </a:cubicBezTo>
                      <a:cubicBezTo>
                        <a:pt x="26865" y="22032"/>
                        <a:pt x="24648" y="24692"/>
                        <a:pt x="23008" y="2792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93" name="Forme libre : forme 26692">
                  <a:extLst>
                    <a:ext uri="{FF2B5EF4-FFF2-40B4-BE49-F238E27FC236}">
                      <a16:creationId xmlns:a16="http://schemas.microsoft.com/office/drawing/2014/main" id="{4FD5CE73-CC64-4A21-BD0E-18743EB89E1C}"/>
                    </a:ext>
                  </a:extLst>
                </p:cNvPr>
                <p:cNvSpPr/>
                <p:nvPr/>
              </p:nvSpPr>
              <p:spPr>
                <a:xfrm>
                  <a:off x="4827531" y="1327758"/>
                  <a:ext cx="27048" cy="26277"/>
                </a:xfrm>
                <a:custGeom>
                  <a:avLst/>
                  <a:gdLst>
                    <a:gd name="connsiteX0" fmla="*/ 25605 w 27048"/>
                    <a:gd name="connsiteY0" fmla="*/ 2880 h 26277"/>
                    <a:gd name="connsiteX1" fmla="*/ 26403 w 27048"/>
                    <a:gd name="connsiteY1" fmla="*/ 11259 h 26277"/>
                    <a:gd name="connsiteX2" fmla="*/ 20374 w 27048"/>
                    <a:gd name="connsiteY2" fmla="*/ 20435 h 26277"/>
                    <a:gd name="connsiteX3" fmla="*/ 15675 w 27048"/>
                    <a:gd name="connsiteY3" fmla="*/ 23982 h 26277"/>
                    <a:gd name="connsiteX4" fmla="*/ 10710 w 27048"/>
                    <a:gd name="connsiteY4" fmla="*/ 25888 h 26277"/>
                    <a:gd name="connsiteX5" fmla="*/ 2332 w 27048"/>
                    <a:gd name="connsiteY5" fmla="*/ 24425 h 26277"/>
                    <a:gd name="connsiteX6" fmla="*/ 248 w 27048"/>
                    <a:gd name="connsiteY6" fmla="*/ 16046 h 26277"/>
                    <a:gd name="connsiteX7" fmla="*/ 2376 w 27048"/>
                    <a:gd name="connsiteY7" fmla="*/ 10771 h 26277"/>
                    <a:gd name="connsiteX8" fmla="*/ 6454 w 27048"/>
                    <a:gd name="connsiteY8" fmla="*/ 5629 h 26277"/>
                    <a:gd name="connsiteX9" fmla="*/ 17360 w 27048"/>
                    <a:gd name="connsiteY9" fmla="*/ 87 h 26277"/>
                    <a:gd name="connsiteX10" fmla="*/ 25605 w 27048"/>
                    <a:gd name="connsiteY10" fmla="*/ 2880 h 26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048" h="26277">
                      <a:moveTo>
                        <a:pt x="25605" y="2880"/>
                      </a:moveTo>
                      <a:cubicBezTo>
                        <a:pt x="27290" y="5141"/>
                        <a:pt x="27423" y="8200"/>
                        <a:pt x="26403" y="11259"/>
                      </a:cubicBezTo>
                      <a:cubicBezTo>
                        <a:pt x="25428" y="14450"/>
                        <a:pt x="23433" y="17775"/>
                        <a:pt x="20374" y="20435"/>
                      </a:cubicBezTo>
                      <a:cubicBezTo>
                        <a:pt x="18911" y="21898"/>
                        <a:pt x="17315" y="23095"/>
                        <a:pt x="15675" y="23982"/>
                      </a:cubicBezTo>
                      <a:cubicBezTo>
                        <a:pt x="14035" y="24913"/>
                        <a:pt x="12306" y="25445"/>
                        <a:pt x="10710" y="25888"/>
                      </a:cubicBezTo>
                      <a:cubicBezTo>
                        <a:pt x="7518" y="26686"/>
                        <a:pt x="4459" y="26287"/>
                        <a:pt x="2332" y="24425"/>
                      </a:cubicBezTo>
                      <a:cubicBezTo>
                        <a:pt x="248" y="22563"/>
                        <a:pt x="-417" y="19504"/>
                        <a:pt x="248" y="16046"/>
                      </a:cubicBezTo>
                      <a:cubicBezTo>
                        <a:pt x="558" y="14273"/>
                        <a:pt x="1356" y="12544"/>
                        <a:pt x="2376" y="10771"/>
                      </a:cubicBezTo>
                      <a:cubicBezTo>
                        <a:pt x="3440" y="8998"/>
                        <a:pt x="4814" y="7225"/>
                        <a:pt x="6454" y="5629"/>
                      </a:cubicBezTo>
                      <a:cubicBezTo>
                        <a:pt x="9956" y="2525"/>
                        <a:pt x="13902" y="575"/>
                        <a:pt x="17360" y="87"/>
                      </a:cubicBezTo>
                      <a:cubicBezTo>
                        <a:pt x="20951" y="-312"/>
                        <a:pt x="23921" y="664"/>
                        <a:pt x="25605" y="288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94" name="Forme libre : forme 26693">
                  <a:extLst>
                    <a:ext uri="{FF2B5EF4-FFF2-40B4-BE49-F238E27FC236}">
                      <a16:creationId xmlns:a16="http://schemas.microsoft.com/office/drawing/2014/main" id="{846EF34F-7FEB-48EF-B5EB-D96336DFE845}"/>
                    </a:ext>
                  </a:extLst>
                </p:cNvPr>
                <p:cNvSpPr/>
                <p:nvPr/>
              </p:nvSpPr>
              <p:spPr>
                <a:xfrm>
                  <a:off x="4827546" y="1341188"/>
                  <a:ext cx="24659" cy="12846"/>
                </a:xfrm>
                <a:custGeom>
                  <a:avLst/>
                  <a:gdLst>
                    <a:gd name="connsiteX0" fmla="*/ 1031 w 24659"/>
                    <a:gd name="connsiteY0" fmla="*/ 0 h 12846"/>
                    <a:gd name="connsiteX1" fmla="*/ 56 w 24659"/>
                    <a:gd name="connsiteY1" fmla="*/ 6295 h 12846"/>
                    <a:gd name="connsiteX2" fmla="*/ 2317 w 24659"/>
                    <a:gd name="connsiteY2" fmla="*/ 10994 h 12846"/>
                    <a:gd name="connsiteX3" fmla="*/ 10696 w 24659"/>
                    <a:gd name="connsiteY3" fmla="*/ 12457 h 12846"/>
                    <a:gd name="connsiteX4" fmla="*/ 15661 w 24659"/>
                    <a:gd name="connsiteY4" fmla="*/ 10551 h 12846"/>
                    <a:gd name="connsiteX5" fmla="*/ 20360 w 24659"/>
                    <a:gd name="connsiteY5" fmla="*/ 7004 h 12846"/>
                    <a:gd name="connsiteX6" fmla="*/ 24660 w 24659"/>
                    <a:gd name="connsiteY6" fmla="*/ 1773 h 12846"/>
                    <a:gd name="connsiteX7" fmla="*/ 21379 w 24659"/>
                    <a:gd name="connsiteY7" fmla="*/ 3679 h 12846"/>
                    <a:gd name="connsiteX8" fmla="*/ 10341 w 24659"/>
                    <a:gd name="connsiteY8" fmla="*/ 4522 h 12846"/>
                    <a:gd name="connsiteX9" fmla="*/ 1031 w 24659"/>
                    <a:gd name="connsiteY9" fmla="*/ 0 h 12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659" h="12846">
                      <a:moveTo>
                        <a:pt x="1031" y="0"/>
                      </a:moveTo>
                      <a:cubicBezTo>
                        <a:pt x="100" y="2172"/>
                        <a:pt x="-121" y="4433"/>
                        <a:pt x="56" y="6295"/>
                      </a:cubicBezTo>
                      <a:cubicBezTo>
                        <a:pt x="278" y="8201"/>
                        <a:pt x="1031" y="9841"/>
                        <a:pt x="2317" y="10994"/>
                      </a:cubicBezTo>
                      <a:cubicBezTo>
                        <a:pt x="4401" y="12856"/>
                        <a:pt x="7459" y="13255"/>
                        <a:pt x="10696" y="12457"/>
                      </a:cubicBezTo>
                      <a:cubicBezTo>
                        <a:pt x="12291" y="12014"/>
                        <a:pt x="14020" y="11482"/>
                        <a:pt x="15661" y="10551"/>
                      </a:cubicBezTo>
                      <a:cubicBezTo>
                        <a:pt x="17301" y="9664"/>
                        <a:pt x="18897" y="8467"/>
                        <a:pt x="20360" y="7004"/>
                      </a:cubicBezTo>
                      <a:cubicBezTo>
                        <a:pt x="22133" y="5408"/>
                        <a:pt x="23596" y="3635"/>
                        <a:pt x="24660" y="1773"/>
                      </a:cubicBezTo>
                      <a:cubicBezTo>
                        <a:pt x="23685" y="2571"/>
                        <a:pt x="22621" y="3236"/>
                        <a:pt x="21379" y="3679"/>
                      </a:cubicBezTo>
                      <a:cubicBezTo>
                        <a:pt x="17788" y="4610"/>
                        <a:pt x="14020" y="5142"/>
                        <a:pt x="10341" y="4522"/>
                      </a:cubicBezTo>
                      <a:cubicBezTo>
                        <a:pt x="6661" y="4034"/>
                        <a:pt x="3248" y="2571"/>
                        <a:pt x="1031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95" name="Forme libre : forme 26694">
                  <a:extLst>
                    <a:ext uri="{FF2B5EF4-FFF2-40B4-BE49-F238E27FC236}">
                      <a16:creationId xmlns:a16="http://schemas.microsoft.com/office/drawing/2014/main" id="{943B2719-A9AC-4783-94D1-4C35E293680C}"/>
                    </a:ext>
                  </a:extLst>
                </p:cNvPr>
                <p:cNvSpPr/>
                <p:nvPr/>
              </p:nvSpPr>
              <p:spPr>
                <a:xfrm>
                  <a:off x="4830280" y="1328527"/>
                  <a:ext cx="26883" cy="25889"/>
                </a:xfrm>
                <a:custGeom>
                  <a:avLst/>
                  <a:gdLst>
                    <a:gd name="connsiteX0" fmla="*/ 25472 w 26883"/>
                    <a:gd name="connsiteY0" fmla="*/ 2953 h 25889"/>
                    <a:gd name="connsiteX1" fmla="*/ 26270 w 26883"/>
                    <a:gd name="connsiteY1" fmla="*/ 11331 h 25889"/>
                    <a:gd name="connsiteX2" fmla="*/ 20241 w 26883"/>
                    <a:gd name="connsiteY2" fmla="*/ 20330 h 25889"/>
                    <a:gd name="connsiteX3" fmla="*/ 15542 w 26883"/>
                    <a:gd name="connsiteY3" fmla="*/ 23744 h 25889"/>
                    <a:gd name="connsiteX4" fmla="*/ 10621 w 26883"/>
                    <a:gd name="connsiteY4" fmla="*/ 25561 h 25889"/>
                    <a:gd name="connsiteX5" fmla="*/ 2332 w 26883"/>
                    <a:gd name="connsiteY5" fmla="*/ 23965 h 25889"/>
                    <a:gd name="connsiteX6" fmla="*/ 248 w 26883"/>
                    <a:gd name="connsiteY6" fmla="*/ 15587 h 25889"/>
                    <a:gd name="connsiteX7" fmla="*/ 2420 w 26883"/>
                    <a:gd name="connsiteY7" fmla="*/ 10400 h 25889"/>
                    <a:gd name="connsiteX8" fmla="*/ 6543 w 26883"/>
                    <a:gd name="connsiteY8" fmla="*/ 5346 h 25889"/>
                    <a:gd name="connsiteX9" fmla="*/ 17404 w 26883"/>
                    <a:gd name="connsiteY9" fmla="*/ 71 h 25889"/>
                    <a:gd name="connsiteX10" fmla="*/ 25472 w 26883"/>
                    <a:gd name="connsiteY10" fmla="*/ 2953 h 25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883" h="25889">
                      <a:moveTo>
                        <a:pt x="25472" y="2953"/>
                      </a:moveTo>
                      <a:cubicBezTo>
                        <a:pt x="27113" y="5213"/>
                        <a:pt x="27246" y="8272"/>
                        <a:pt x="26270" y="11331"/>
                      </a:cubicBezTo>
                      <a:cubicBezTo>
                        <a:pt x="25206" y="14301"/>
                        <a:pt x="23344" y="17759"/>
                        <a:pt x="20241" y="20330"/>
                      </a:cubicBezTo>
                      <a:cubicBezTo>
                        <a:pt x="18690" y="21616"/>
                        <a:pt x="17182" y="22901"/>
                        <a:pt x="15542" y="23744"/>
                      </a:cubicBezTo>
                      <a:cubicBezTo>
                        <a:pt x="13902" y="24630"/>
                        <a:pt x="12262" y="25251"/>
                        <a:pt x="10621" y="25561"/>
                      </a:cubicBezTo>
                      <a:cubicBezTo>
                        <a:pt x="7430" y="26271"/>
                        <a:pt x="4415" y="25872"/>
                        <a:pt x="2332" y="23965"/>
                      </a:cubicBezTo>
                      <a:cubicBezTo>
                        <a:pt x="248" y="22059"/>
                        <a:pt x="-417" y="19000"/>
                        <a:pt x="248" y="15587"/>
                      </a:cubicBezTo>
                      <a:cubicBezTo>
                        <a:pt x="647" y="13902"/>
                        <a:pt x="1356" y="12129"/>
                        <a:pt x="2420" y="10400"/>
                      </a:cubicBezTo>
                      <a:cubicBezTo>
                        <a:pt x="3484" y="8671"/>
                        <a:pt x="4770" y="6854"/>
                        <a:pt x="6543" y="5346"/>
                      </a:cubicBezTo>
                      <a:cubicBezTo>
                        <a:pt x="10089" y="2376"/>
                        <a:pt x="13813" y="293"/>
                        <a:pt x="17404" y="71"/>
                      </a:cubicBezTo>
                      <a:cubicBezTo>
                        <a:pt x="20906" y="-284"/>
                        <a:pt x="23832" y="692"/>
                        <a:pt x="25472" y="295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96" name="Forme libre : forme 26695">
                  <a:extLst>
                    <a:ext uri="{FF2B5EF4-FFF2-40B4-BE49-F238E27FC236}">
                      <a16:creationId xmlns:a16="http://schemas.microsoft.com/office/drawing/2014/main" id="{5BAA9875-DBBA-4BA9-997D-B30A0215DEE9}"/>
                    </a:ext>
                  </a:extLst>
                </p:cNvPr>
                <p:cNvSpPr/>
                <p:nvPr/>
              </p:nvSpPr>
              <p:spPr>
                <a:xfrm>
                  <a:off x="4811263" y="1341787"/>
                  <a:ext cx="46669" cy="27142"/>
                </a:xfrm>
                <a:custGeom>
                  <a:avLst/>
                  <a:gdLst>
                    <a:gd name="connsiteX0" fmla="*/ 10886 w 46669"/>
                    <a:gd name="connsiteY0" fmla="*/ 21523 h 27142"/>
                    <a:gd name="connsiteX1" fmla="*/ 18910 w 46669"/>
                    <a:gd name="connsiteY1" fmla="*/ 26621 h 27142"/>
                    <a:gd name="connsiteX2" fmla="*/ 36332 w 46669"/>
                    <a:gd name="connsiteY2" fmla="*/ 22011 h 27142"/>
                    <a:gd name="connsiteX3" fmla="*/ 42051 w 46669"/>
                    <a:gd name="connsiteY3" fmla="*/ 17046 h 27142"/>
                    <a:gd name="connsiteX4" fmla="*/ 45952 w 46669"/>
                    <a:gd name="connsiteY4" fmla="*/ 10751 h 27142"/>
                    <a:gd name="connsiteX5" fmla="*/ 43691 w 46669"/>
                    <a:gd name="connsiteY5" fmla="*/ 643 h 27142"/>
                    <a:gd name="connsiteX6" fmla="*/ 36643 w 46669"/>
                    <a:gd name="connsiteY6" fmla="*/ 466 h 27142"/>
                    <a:gd name="connsiteX7" fmla="*/ 19087 w 46669"/>
                    <a:gd name="connsiteY7" fmla="*/ 1752 h 27142"/>
                    <a:gd name="connsiteX8" fmla="*/ 8936 w 46669"/>
                    <a:gd name="connsiteY8" fmla="*/ 1796 h 27142"/>
                    <a:gd name="connsiteX9" fmla="*/ 380 w 46669"/>
                    <a:gd name="connsiteY9" fmla="*/ 7337 h 27142"/>
                    <a:gd name="connsiteX10" fmla="*/ 10886 w 46669"/>
                    <a:gd name="connsiteY10" fmla="*/ 21523 h 27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669" h="27142">
                      <a:moveTo>
                        <a:pt x="10886" y="21523"/>
                      </a:moveTo>
                      <a:cubicBezTo>
                        <a:pt x="13280" y="23607"/>
                        <a:pt x="15807" y="25735"/>
                        <a:pt x="18910" y="26621"/>
                      </a:cubicBezTo>
                      <a:cubicBezTo>
                        <a:pt x="24806" y="28350"/>
                        <a:pt x="31323" y="25513"/>
                        <a:pt x="36332" y="22011"/>
                      </a:cubicBezTo>
                      <a:cubicBezTo>
                        <a:pt x="38371" y="20415"/>
                        <a:pt x="40411" y="18952"/>
                        <a:pt x="42051" y="17046"/>
                      </a:cubicBezTo>
                      <a:cubicBezTo>
                        <a:pt x="43691" y="15095"/>
                        <a:pt x="45065" y="13056"/>
                        <a:pt x="45952" y="10751"/>
                      </a:cubicBezTo>
                      <a:cubicBezTo>
                        <a:pt x="47238" y="7293"/>
                        <a:pt x="46972" y="2372"/>
                        <a:pt x="43691" y="643"/>
                      </a:cubicBezTo>
                      <a:cubicBezTo>
                        <a:pt x="41652" y="-421"/>
                        <a:pt x="39081" y="67"/>
                        <a:pt x="36643" y="466"/>
                      </a:cubicBezTo>
                      <a:cubicBezTo>
                        <a:pt x="30791" y="1308"/>
                        <a:pt x="25072" y="2062"/>
                        <a:pt x="19087" y="1752"/>
                      </a:cubicBezTo>
                      <a:cubicBezTo>
                        <a:pt x="16561" y="1663"/>
                        <a:pt x="12704" y="1264"/>
                        <a:pt x="8936" y="1796"/>
                      </a:cubicBezTo>
                      <a:cubicBezTo>
                        <a:pt x="5168" y="2283"/>
                        <a:pt x="1665" y="3791"/>
                        <a:pt x="380" y="7337"/>
                      </a:cubicBezTo>
                      <a:cubicBezTo>
                        <a:pt x="-2014" y="13721"/>
                        <a:pt x="7561" y="18642"/>
                        <a:pt x="10886" y="2152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97" name="Forme libre : forme 26696">
                  <a:extLst>
                    <a:ext uri="{FF2B5EF4-FFF2-40B4-BE49-F238E27FC236}">
                      <a16:creationId xmlns:a16="http://schemas.microsoft.com/office/drawing/2014/main" id="{0F586EB7-D966-4A67-B431-5DC7D0D6399A}"/>
                    </a:ext>
                  </a:extLst>
                </p:cNvPr>
                <p:cNvSpPr/>
                <p:nvPr/>
              </p:nvSpPr>
              <p:spPr>
                <a:xfrm>
                  <a:off x="4817617" y="1337631"/>
                  <a:ext cx="8256" cy="15170"/>
                </a:xfrm>
                <a:custGeom>
                  <a:avLst/>
                  <a:gdLst>
                    <a:gd name="connsiteX0" fmla="*/ 498 w 8256"/>
                    <a:gd name="connsiteY0" fmla="*/ 12646 h 15170"/>
                    <a:gd name="connsiteX1" fmla="*/ 1651 w 8256"/>
                    <a:gd name="connsiteY1" fmla="*/ 14685 h 15170"/>
                    <a:gd name="connsiteX2" fmla="*/ 3911 w 8256"/>
                    <a:gd name="connsiteY2" fmla="*/ 14951 h 15170"/>
                    <a:gd name="connsiteX3" fmla="*/ 5419 w 8256"/>
                    <a:gd name="connsiteY3" fmla="*/ 13089 h 15170"/>
                    <a:gd name="connsiteX4" fmla="*/ 7768 w 8256"/>
                    <a:gd name="connsiteY4" fmla="*/ 7370 h 15170"/>
                    <a:gd name="connsiteX5" fmla="*/ 8256 w 8256"/>
                    <a:gd name="connsiteY5" fmla="*/ 4932 h 15170"/>
                    <a:gd name="connsiteX6" fmla="*/ 2227 w 8256"/>
                    <a:gd name="connsiteY6" fmla="*/ 1785 h 15170"/>
                    <a:gd name="connsiteX7" fmla="*/ 498 w 8256"/>
                    <a:gd name="connsiteY7" fmla="*/ 12646 h 1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256" h="15170">
                      <a:moveTo>
                        <a:pt x="498" y="12646"/>
                      </a:moveTo>
                      <a:cubicBezTo>
                        <a:pt x="720" y="13399"/>
                        <a:pt x="1074" y="14153"/>
                        <a:pt x="1651" y="14685"/>
                      </a:cubicBezTo>
                      <a:cubicBezTo>
                        <a:pt x="2227" y="15173"/>
                        <a:pt x="3158" y="15350"/>
                        <a:pt x="3911" y="14951"/>
                      </a:cubicBezTo>
                      <a:cubicBezTo>
                        <a:pt x="4576" y="14552"/>
                        <a:pt x="5020" y="13798"/>
                        <a:pt x="5419" y="13089"/>
                      </a:cubicBezTo>
                      <a:cubicBezTo>
                        <a:pt x="6394" y="11271"/>
                        <a:pt x="7192" y="9321"/>
                        <a:pt x="7768" y="7370"/>
                      </a:cubicBezTo>
                      <a:cubicBezTo>
                        <a:pt x="8034" y="6572"/>
                        <a:pt x="8256" y="5730"/>
                        <a:pt x="8256" y="4932"/>
                      </a:cubicBezTo>
                      <a:cubicBezTo>
                        <a:pt x="8300" y="1519"/>
                        <a:pt x="5197" y="-2338"/>
                        <a:pt x="2227" y="1785"/>
                      </a:cubicBezTo>
                      <a:cubicBezTo>
                        <a:pt x="10" y="4976"/>
                        <a:pt x="-522" y="9498"/>
                        <a:pt x="498" y="1264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98" name="Forme libre : forme 26697">
                  <a:extLst>
                    <a:ext uri="{FF2B5EF4-FFF2-40B4-BE49-F238E27FC236}">
                      <a16:creationId xmlns:a16="http://schemas.microsoft.com/office/drawing/2014/main" id="{23A89B49-D0B5-497F-ACA9-3E247B29FBFE}"/>
                    </a:ext>
                  </a:extLst>
                </p:cNvPr>
                <p:cNvSpPr/>
                <p:nvPr/>
              </p:nvSpPr>
              <p:spPr>
                <a:xfrm>
                  <a:off x="4863200" y="1327136"/>
                  <a:ext cx="5081" cy="26687"/>
                </a:xfrm>
                <a:custGeom>
                  <a:avLst/>
                  <a:gdLst>
                    <a:gd name="connsiteX0" fmla="*/ 2084 w 5081"/>
                    <a:gd name="connsiteY0" fmla="*/ 0 h 26687"/>
                    <a:gd name="connsiteX1" fmla="*/ 4876 w 5081"/>
                    <a:gd name="connsiteY1" fmla="*/ 8113 h 26687"/>
                    <a:gd name="connsiteX2" fmla="*/ 4477 w 5081"/>
                    <a:gd name="connsiteY2" fmla="*/ 16491 h 26687"/>
                    <a:gd name="connsiteX3" fmla="*/ 0 w 5081"/>
                    <a:gd name="connsiteY3" fmla="*/ 26687 h 26687"/>
                    <a:gd name="connsiteX4" fmla="*/ 975 w 5081"/>
                    <a:gd name="connsiteY4" fmla="*/ 24559 h 26687"/>
                    <a:gd name="connsiteX5" fmla="*/ 2793 w 5081"/>
                    <a:gd name="connsiteY5" fmla="*/ 18974 h 26687"/>
                    <a:gd name="connsiteX6" fmla="*/ 3768 w 5081"/>
                    <a:gd name="connsiteY6" fmla="*/ 10551 h 26687"/>
                    <a:gd name="connsiteX7" fmla="*/ 2084 w 5081"/>
                    <a:gd name="connsiteY7" fmla="*/ 0 h 26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81" h="26687">
                      <a:moveTo>
                        <a:pt x="2084" y="0"/>
                      </a:moveTo>
                      <a:cubicBezTo>
                        <a:pt x="2084" y="0"/>
                        <a:pt x="4211" y="3236"/>
                        <a:pt x="4876" y="8113"/>
                      </a:cubicBezTo>
                      <a:cubicBezTo>
                        <a:pt x="5231" y="10595"/>
                        <a:pt x="5142" y="13388"/>
                        <a:pt x="4477" y="16491"/>
                      </a:cubicBezTo>
                      <a:cubicBezTo>
                        <a:pt x="3857" y="19772"/>
                        <a:pt x="2438" y="23008"/>
                        <a:pt x="0" y="26687"/>
                      </a:cubicBezTo>
                      <a:cubicBezTo>
                        <a:pt x="0" y="26687"/>
                        <a:pt x="399" y="25889"/>
                        <a:pt x="975" y="24559"/>
                      </a:cubicBezTo>
                      <a:cubicBezTo>
                        <a:pt x="1552" y="23274"/>
                        <a:pt x="2261" y="21368"/>
                        <a:pt x="2793" y="18974"/>
                      </a:cubicBezTo>
                      <a:cubicBezTo>
                        <a:pt x="3325" y="16580"/>
                        <a:pt x="3724" y="13654"/>
                        <a:pt x="3768" y="10551"/>
                      </a:cubicBezTo>
                      <a:cubicBezTo>
                        <a:pt x="3812" y="7403"/>
                        <a:pt x="3369" y="3857"/>
                        <a:pt x="20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99" name="Forme libre : forme 26698">
                  <a:extLst>
                    <a:ext uri="{FF2B5EF4-FFF2-40B4-BE49-F238E27FC236}">
                      <a16:creationId xmlns:a16="http://schemas.microsoft.com/office/drawing/2014/main" id="{4F3CDCD3-A79E-4F65-8F49-3287BBF7ADD4}"/>
                    </a:ext>
                  </a:extLst>
                </p:cNvPr>
                <p:cNvSpPr/>
                <p:nvPr/>
              </p:nvSpPr>
              <p:spPr>
                <a:xfrm>
                  <a:off x="4803636" y="1334672"/>
                  <a:ext cx="6411" cy="30632"/>
                </a:xfrm>
                <a:custGeom>
                  <a:avLst/>
                  <a:gdLst>
                    <a:gd name="connsiteX0" fmla="*/ 6278 w 6411"/>
                    <a:gd name="connsiteY0" fmla="*/ 0 h 30632"/>
                    <a:gd name="connsiteX1" fmla="*/ 4195 w 6411"/>
                    <a:gd name="connsiteY1" fmla="*/ 2881 h 30632"/>
                    <a:gd name="connsiteX2" fmla="*/ 914 w 6411"/>
                    <a:gd name="connsiteY2" fmla="*/ 10329 h 30632"/>
                    <a:gd name="connsiteX3" fmla="*/ 6411 w 6411"/>
                    <a:gd name="connsiteY3" fmla="*/ 30633 h 30632"/>
                    <a:gd name="connsiteX4" fmla="*/ 2244 w 6411"/>
                    <a:gd name="connsiteY4" fmla="*/ 21855 h 30632"/>
                    <a:gd name="connsiteX5" fmla="*/ 1624 w 6411"/>
                    <a:gd name="connsiteY5" fmla="*/ 12102 h 30632"/>
                    <a:gd name="connsiteX6" fmla="*/ 6278 w 6411"/>
                    <a:gd name="connsiteY6" fmla="*/ 0 h 30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411" h="30632">
                      <a:moveTo>
                        <a:pt x="6278" y="0"/>
                      </a:moveTo>
                      <a:cubicBezTo>
                        <a:pt x="6278" y="0"/>
                        <a:pt x="5348" y="1064"/>
                        <a:pt x="4195" y="2881"/>
                      </a:cubicBezTo>
                      <a:cubicBezTo>
                        <a:pt x="2998" y="4699"/>
                        <a:pt x="1801" y="7315"/>
                        <a:pt x="914" y="10329"/>
                      </a:cubicBezTo>
                      <a:cubicBezTo>
                        <a:pt x="-903" y="16358"/>
                        <a:pt x="-460" y="24027"/>
                        <a:pt x="6411" y="30633"/>
                      </a:cubicBezTo>
                      <a:cubicBezTo>
                        <a:pt x="6411" y="30633"/>
                        <a:pt x="3707" y="27352"/>
                        <a:pt x="2244" y="21855"/>
                      </a:cubicBezTo>
                      <a:cubicBezTo>
                        <a:pt x="1491" y="19107"/>
                        <a:pt x="1092" y="15826"/>
                        <a:pt x="1624" y="12102"/>
                      </a:cubicBezTo>
                      <a:cubicBezTo>
                        <a:pt x="2067" y="8378"/>
                        <a:pt x="3308" y="4256"/>
                        <a:pt x="627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00" name="Forme libre : forme 26699">
                  <a:extLst>
                    <a:ext uri="{FF2B5EF4-FFF2-40B4-BE49-F238E27FC236}">
                      <a16:creationId xmlns:a16="http://schemas.microsoft.com/office/drawing/2014/main" id="{52311D40-E8BF-48BA-8482-542CD509D0C7}"/>
                    </a:ext>
                  </a:extLst>
                </p:cNvPr>
                <p:cNvSpPr/>
                <p:nvPr/>
              </p:nvSpPr>
              <p:spPr>
                <a:xfrm>
                  <a:off x="4834550" y="1331258"/>
                  <a:ext cx="11548" cy="8193"/>
                </a:xfrm>
                <a:custGeom>
                  <a:avLst/>
                  <a:gdLst>
                    <a:gd name="connsiteX0" fmla="*/ 11450 w 11548"/>
                    <a:gd name="connsiteY0" fmla="*/ 1508 h 8193"/>
                    <a:gd name="connsiteX1" fmla="*/ 6928 w 11548"/>
                    <a:gd name="connsiteY1" fmla="*/ 7182 h 8193"/>
                    <a:gd name="connsiteX2" fmla="*/ 145 w 11548"/>
                    <a:gd name="connsiteY2" fmla="*/ 6872 h 8193"/>
                    <a:gd name="connsiteX3" fmla="*/ 4667 w 11548"/>
                    <a:gd name="connsiteY3" fmla="*/ 932 h 8193"/>
                    <a:gd name="connsiteX4" fmla="*/ 11450 w 11548"/>
                    <a:gd name="connsiteY4" fmla="*/ 1508 h 8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48" h="8193">
                      <a:moveTo>
                        <a:pt x="11450" y="1508"/>
                      </a:moveTo>
                      <a:cubicBezTo>
                        <a:pt x="12026" y="3281"/>
                        <a:pt x="10031" y="5764"/>
                        <a:pt x="6928" y="7182"/>
                      </a:cubicBezTo>
                      <a:cubicBezTo>
                        <a:pt x="3825" y="8557"/>
                        <a:pt x="899" y="8601"/>
                        <a:pt x="145" y="6872"/>
                      </a:cubicBezTo>
                      <a:cubicBezTo>
                        <a:pt x="-564" y="5143"/>
                        <a:pt x="1386" y="2395"/>
                        <a:pt x="4667" y="932"/>
                      </a:cubicBezTo>
                      <a:cubicBezTo>
                        <a:pt x="7903" y="-531"/>
                        <a:pt x="10918" y="-221"/>
                        <a:pt x="11450" y="150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01" name="Forme libre : forme 26700">
                  <a:extLst>
                    <a:ext uri="{FF2B5EF4-FFF2-40B4-BE49-F238E27FC236}">
                      <a16:creationId xmlns:a16="http://schemas.microsoft.com/office/drawing/2014/main" id="{AAF87591-1CED-4617-AB34-B189899CA12E}"/>
                    </a:ext>
                  </a:extLst>
                </p:cNvPr>
                <p:cNvSpPr/>
                <p:nvPr/>
              </p:nvSpPr>
              <p:spPr>
                <a:xfrm>
                  <a:off x="4843917" y="1330494"/>
                  <a:ext cx="3170" cy="3164"/>
                </a:xfrm>
                <a:custGeom>
                  <a:avLst/>
                  <a:gdLst>
                    <a:gd name="connsiteX0" fmla="*/ 2881 w 3170"/>
                    <a:gd name="connsiteY0" fmla="*/ 499 h 3164"/>
                    <a:gd name="connsiteX1" fmla="*/ 2526 w 3170"/>
                    <a:gd name="connsiteY1" fmla="*/ 2715 h 3164"/>
                    <a:gd name="connsiteX2" fmla="*/ 309 w 3170"/>
                    <a:gd name="connsiteY2" fmla="*/ 2715 h 3164"/>
                    <a:gd name="connsiteX3" fmla="*/ 664 w 3170"/>
                    <a:gd name="connsiteY3" fmla="*/ 499 h 3164"/>
                    <a:gd name="connsiteX4" fmla="*/ 2881 w 3170"/>
                    <a:gd name="connsiteY4" fmla="*/ 499 h 3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0" h="3164">
                      <a:moveTo>
                        <a:pt x="2881" y="499"/>
                      </a:moveTo>
                      <a:cubicBezTo>
                        <a:pt x="3368" y="1119"/>
                        <a:pt x="3235" y="2095"/>
                        <a:pt x="2526" y="2715"/>
                      </a:cubicBezTo>
                      <a:cubicBezTo>
                        <a:pt x="1817" y="3336"/>
                        <a:pt x="841" y="3292"/>
                        <a:pt x="309" y="2715"/>
                      </a:cubicBezTo>
                      <a:cubicBezTo>
                        <a:pt x="-223" y="2095"/>
                        <a:pt x="-45" y="1119"/>
                        <a:pt x="664" y="499"/>
                      </a:cubicBezTo>
                      <a:cubicBezTo>
                        <a:pt x="1373" y="-166"/>
                        <a:pt x="2349" y="-166"/>
                        <a:pt x="2881" y="4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702" name="Forme libre : forme 26701">
                  <a:extLst>
                    <a:ext uri="{FF2B5EF4-FFF2-40B4-BE49-F238E27FC236}">
                      <a16:creationId xmlns:a16="http://schemas.microsoft.com/office/drawing/2014/main" id="{CA8040D4-018C-4849-B567-1E78BB67FB8A}"/>
                    </a:ext>
                  </a:extLst>
                </p:cNvPr>
                <p:cNvSpPr/>
                <p:nvPr/>
              </p:nvSpPr>
              <p:spPr>
                <a:xfrm>
                  <a:off x="4824025" y="1312868"/>
                  <a:ext cx="36516" cy="15981"/>
                </a:xfrm>
                <a:custGeom>
                  <a:avLst/>
                  <a:gdLst>
                    <a:gd name="connsiteX0" fmla="*/ 26452 w 36516"/>
                    <a:gd name="connsiteY0" fmla="*/ 1633 h 15981"/>
                    <a:gd name="connsiteX1" fmla="*/ 35584 w 36516"/>
                    <a:gd name="connsiteY1" fmla="*/ 10898 h 15981"/>
                    <a:gd name="connsiteX2" fmla="*/ 35761 w 36516"/>
                    <a:gd name="connsiteY2" fmla="*/ 15375 h 15981"/>
                    <a:gd name="connsiteX3" fmla="*/ 31417 w 36516"/>
                    <a:gd name="connsiteY3" fmla="*/ 15331 h 15981"/>
                    <a:gd name="connsiteX4" fmla="*/ 18250 w 36516"/>
                    <a:gd name="connsiteY4" fmla="*/ 10543 h 15981"/>
                    <a:gd name="connsiteX5" fmla="*/ 8099 w 36516"/>
                    <a:gd name="connsiteY5" fmla="*/ 14134 h 15981"/>
                    <a:gd name="connsiteX6" fmla="*/ 30 w 36516"/>
                    <a:gd name="connsiteY6" fmla="*/ 14045 h 15981"/>
                    <a:gd name="connsiteX7" fmla="*/ 5926 w 36516"/>
                    <a:gd name="connsiteY7" fmla="*/ 5578 h 15981"/>
                    <a:gd name="connsiteX8" fmla="*/ 15591 w 36516"/>
                    <a:gd name="connsiteY8" fmla="*/ 480 h 15981"/>
                    <a:gd name="connsiteX9" fmla="*/ 26452 w 36516"/>
                    <a:gd name="connsiteY9" fmla="*/ 1633 h 15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516" h="15981">
                      <a:moveTo>
                        <a:pt x="26452" y="1633"/>
                      </a:moveTo>
                      <a:cubicBezTo>
                        <a:pt x="30530" y="3716"/>
                        <a:pt x="33323" y="7218"/>
                        <a:pt x="35584" y="10898"/>
                      </a:cubicBezTo>
                      <a:cubicBezTo>
                        <a:pt x="36426" y="12272"/>
                        <a:pt x="37091" y="14223"/>
                        <a:pt x="35761" y="15375"/>
                      </a:cubicBezTo>
                      <a:cubicBezTo>
                        <a:pt x="34520" y="16395"/>
                        <a:pt x="32747" y="15952"/>
                        <a:pt x="31417" y="15331"/>
                      </a:cubicBezTo>
                      <a:cubicBezTo>
                        <a:pt x="27294" y="13336"/>
                        <a:pt x="23481" y="10233"/>
                        <a:pt x="18250" y="10543"/>
                      </a:cubicBezTo>
                      <a:cubicBezTo>
                        <a:pt x="16566" y="10588"/>
                        <a:pt x="12266" y="12715"/>
                        <a:pt x="8099" y="14134"/>
                      </a:cubicBezTo>
                      <a:cubicBezTo>
                        <a:pt x="3932" y="15553"/>
                        <a:pt x="385" y="16661"/>
                        <a:pt x="30" y="14045"/>
                      </a:cubicBezTo>
                      <a:cubicBezTo>
                        <a:pt x="-324" y="11386"/>
                        <a:pt x="2469" y="8194"/>
                        <a:pt x="5926" y="5578"/>
                      </a:cubicBezTo>
                      <a:cubicBezTo>
                        <a:pt x="9251" y="2874"/>
                        <a:pt x="13418" y="968"/>
                        <a:pt x="15591" y="480"/>
                      </a:cubicBezTo>
                      <a:cubicBezTo>
                        <a:pt x="19580" y="-451"/>
                        <a:pt x="23304" y="-8"/>
                        <a:pt x="26452" y="163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40" name="Graphique 2">
                <a:extLst>
                  <a:ext uri="{FF2B5EF4-FFF2-40B4-BE49-F238E27FC236}">
                    <a16:creationId xmlns:a16="http://schemas.microsoft.com/office/drawing/2014/main" id="{6BC97730-F905-4D39-AC79-3731CE6DCE84}"/>
                  </a:ext>
                </a:extLst>
              </p:cNvPr>
              <p:cNvGrpSpPr/>
              <p:nvPr/>
            </p:nvGrpSpPr>
            <p:grpSpPr>
              <a:xfrm>
                <a:off x="4858499" y="1279253"/>
                <a:ext cx="73148" cy="59022"/>
                <a:chOff x="4858499" y="1279253"/>
                <a:chExt cx="73148" cy="59022"/>
              </a:xfrm>
              <a:solidFill>
                <a:schemeClr val="accent1"/>
              </a:solidFill>
            </p:grpSpPr>
            <p:sp>
              <p:nvSpPr>
                <p:cNvPr id="26679" name="Forme libre : forme 26678">
                  <a:extLst>
                    <a:ext uri="{FF2B5EF4-FFF2-40B4-BE49-F238E27FC236}">
                      <a16:creationId xmlns:a16="http://schemas.microsoft.com/office/drawing/2014/main" id="{7DB61688-2F0D-41C2-A37A-69741A54A1D0}"/>
                    </a:ext>
                  </a:extLst>
                </p:cNvPr>
                <p:cNvSpPr/>
                <p:nvPr/>
              </p:nvSpPr>
              <p:spPr>
                <a:xfrm>
                  <a:off x="4858499" y="1279253"/>
                  <a:ext cx="73148" cy="59022"/>
                </a:xfrm>
                <a:custGeom>
                  <a:avLst/>
                  <a:gdLst>
                    <a:gd name="connsiteX0" fmla="*/ 54928 w 73148"/>
                    <a:gd name="connsiteY0" fmla="*/ 52715 h 59022"/>
                    <a:gd name="connsiteX1" fmla="*/ 44776 w 73148"/>
                    <a:gd name="connsiteY1" fmla="*/ 54754 h 59022"/>
                    <a:gd name="connsiteX2" fmla="*/ 35068 w 73148"/>
                    <a:gd name="connsiteY2" fmla="*/ 57813 h 59022"/>
                    <a:gd name="connsiteX3" fmla="*/ 28285 w 73148"/>
                    <a:gd name="connsiteY3" fmla="*/ 59010 h 59022"/>
                    <a:gd name="connsiteX4" fmla="*/ 21370 w 73148"/>
                    <a:gd name="connsiteY4" fmla="*/ 57857 h 59022"/>
                    <a:gd name="connsiteX5" fmla="*/ 14809 w 73148"/>
                    <a:gd name="connsiteY5" fmla="*/ 54355 h 59022"/>
                    <a:gd name="connsiteX6" fmla="*/ 9666 w 73148"/>
                    <a:gd name="connsiteY6" fmla="*/ 48681 h 59022"/>
                    <a:gd name="connsiteX7" fmla="*/ 2174 w 73148"/>
                    <a:gd name="connsiteY7" fmla="*/ 36002 h 59022"/>
                    <a:gd name="connsiteX8" fmla="*/ 2 w 73148"/>
                    <a:gd name="connsiteY8" fmla="*/ 28510 h 59022"/>
                    <a:gd name="connsiteX9" fmla="*/ 1864 w 73148"/>
                    <a:gd name="connsiteY9" fmla="*/ 20575 h 59022"/>
                    <a:gd name="connsiteX10" fmla="*/ 7583 w 73148"/>
                    <a:gd name="connsiteY10" fmla="*/ 13127 h 59022"/>
                    <a:gd name="connsiteX11" fmla="*/ 16671 w 73148"/>
                    <a:gd name="connsiteY11" fmla="*/ 7763 h 59022"/>
                    <a:gd name="connsiteX12" fmla="*/ 31832 w 73148"/>
                    <a:gd name="connsiteY12" fmla="*/ 3153 h 59022"/>
                    <a:gd name="connsiteX13" fmla="*/ 47215 w 73148"/>
                    <a:gd name="connsiteY13" fmla="*/ 227 h 59022"/>
                    <a:gd name="connsiteX14" fmla="*/ 57499 w 73148"/>
                    <a:gd name="connsiteY14" fmla="*/ 582 h 59022"/>
                    <a:gd name="connsiteX15" fmla="*/ 65834 w 73148"/>
                    <a:gd name="connsiteY15" fmla="*/ 4305 h 59022"/>
                    <a:gd name="connsiteX16" fmla="*/ 73148 w 73148"/>
                    <a:gd name="connsiteY16" fmla="*/ 17649 h 59022"/>
                    <a:gd name="connsiteX17" fmla="*/ 73104 w 73148"/>
                    <a:gd name="connsiteY17" fmla="*/ 32234 h 59022"/>
                    <a:gd name="connsiteX18" fmla="*/ 67429 w 73148"/>
                    <a:gd name="connsiteY18" fmla="*/ 45932 h 59022"/>
                    <a:gd name="connsiteX19" fmla="*/ 61711 w 73148"/>
                    <a:gd name="connsiteY19" fmla="*/ 50365 h 59022"/>
                    <a:gd name="connsiteX20" fmla="*/ 54928 w 73148"/>
                    <a:gd name="connsiteY20" fmla="*/ 52715 h 59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148" h="59022">
                      <a:moveTo>
                        <a:pt x="54928" y="52715"/>
                      </a:moveTo>
                      <a:cubicBezTo>
                        <a:pt x="51426" y="53158"/>
                        <a:pt x="48146" y="54133"/>
                        <a:pt x="44776" y="54754"/>
                      </a:cubicBezTo>
                      <a:cubicBezTo>
                        <a:pt x="41496" y="55729"/>
                        <a:pt x="38260" y="56704"/>
                        <a:pt x="35068" y="57813"/>
                      </a:cubicBezTo>
                      <a:cubicBezTo>
                        <a:pt x="32896" y="58744"/>
                        <a:pt x="30635" y="59098"/>
                        <a:pt x="28285" y="59010"/>
                      </a:cubicBezTo>
                      <a:cubicBezTo>
                        <a:pt x="25936" y="58877"/>
                        <a:pt x="23675" y="58699"/>
                        <a:pt x="21370" y="57857"/>
                      </a:cubicBezTo>
                      <a:cubicBezTo>
                        <a:pt x="19109" y="57059"/>
                        <a:pt x="16848" y="55906"/>
                        <a:pt x="14809" y="54355"/>
                      </a:cubicBezTo>
                      <a:cubicBezTo>
                        <a:pt x="12769" y="52803"/>
                        <a:pt x="11040" y="50986"/>
                        <a:pt x="9666" y="48681"/>
                      </a:cubicBezTo>
                      <a:lnTo>
                        <a:pt x="2174" y="36002"/>
                      </a:lnTo>
                      <a:cubicBezTo>
                        <a:pt x="844" y="33741"/>
                        <a:pt x="46" y="31125"/>
                        <a:pt x="2" y="28510"/>
                      </a:cubicBezTo>
                      <a:cubicBezTo>
                        <a:pt x="-42" y="25894"/>
                        <a:pt x="623" y="23235"/>
                        <a:pt x="1864" y="20575"/>
                      </a:cubicBezTo>
                      <a:cubicBezTo>
                        <a:pt x="3150" y="18004"/>
                        <a:pt x="5011" y="15211"/>
                        <a:pt x="7583" y="13127"/>
                      </a:cubicBezTo>
                      <a:cubicBezTo>
                        <a:pt x="10154" y="10999"/>
                        <a:pt x="13213" y="9137"/>
                        <a:pt x="16671" y="7763"/>
                      </a:cubicBezTo>
                      <a:cubicBezTo>
                        <a:pt x="21680" y="6079"/>
                        <a:pt x="26734" y="4527"/>
                        <a:pt x="31832" y="3153"/>
                      </a:cubicBezTo>
                      <a:cubicBezTo>
                        <a:pt x="36974" y="2133"/>
                        <a:pt x="42072" y="848"/>
                        <a:pt x="47215" y="227"/>
                      </a:cubicBezTo>
                      <a:cubicBezTo>
                        <a:pt x="50805" y="-172"/>
                        <a:pt x="54308" y="-39"/>
                        <a:pt x="57499" y="582"/>
                      </a:cubicBezTo>
                      <a:cubicBezTo>
                        <a:pt x="60691" y="1113"/>
                        <a:pt x="63484" y="2709"/>
                        <a:pt x="65834" y="4305"/>
                      </a:cubicBezTo>
                      <a:cubicBezTo>
                        <a:pt x="70533" y="7674"/>
                        <a:pt x="73192" y="12418"/>
                        <a:pt x="73148" y="17649"/>
                      </a:cubicBezTo>
                      <a:lnTo>
                        <a:pt x="73104" y="32234"/>
                      </a:lnTo>
                      <a:cubicBezTo>
                        <a:pt x="73059" y="37509"/>
                        <a:pt x="70754" y="42386"/>
                        <a:pt x="67429" y="45932"/>
                      </a:cubicBezTo>
                      <a:cubicBezTo>
                        <a:pt x="65789" y="47794"/>
                        <a:pt x="63750" y="49035"/>
                        <a:pt x="61711" y="50365"/>
                      </a:cubicBezTo>
                      <a:cubicBezTo>
                        <a:pt x="59672" y="51651"/>
                        <a:pt x="57366" y="52449"/>
                        <a:pt x="54928" y="52715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80" name="Forme libre : forme 26679">
                  <a:extLst>
                    <a:ext uri="{FF2B5EF4-FFF2-40B4-BE49-F238E27FC236}">
                      <a16:creationId xmlns:a16="http://schemas.microsoft.com/office/drawing/2014/main" id="{99D181FE-AD2C-4C89-91D4-212E95C26C2C}"/>
                    </a:ext>
                  </a:extLst>
                </p:cNvPr>
                <p:cNvSpPr/>
                <p:nvPr/>
              </p:nvSpPr>
              <p:spPr>
                <a:xfrm>
                  <a:off x="4864884" y="1310955"/>
                  <a:ext cx="66673" cy="27276"/>
                </a:xfrm>
                <a:custGeom>
                  <a:avLst/>
                  <a:gdLst>
                    <a:gd name="connsiteX0" fmla="*/ 26687 w 66673"/>
                    <a:gd name="connsiteY0" fmla="*/ 8290 h 27276"/>
                    <a:gd name="connsiteX1" fmla="*/ 23451 w 66673"/>
                    <a:gd name="connsiteY1" fmla="*/ 9930 h 27276"/>
                    <a:gd name="connsiteX2" fmla="*/ 20215 w 66673"/>
                    <a:gd name="connsiteY2" fmla="*/ 11437 h 27276"/>
                    <a:gd name="connsiteX3" fmla="*/ 13477 w 66673"/>
                    <a:gd name="connsiteY3" fmla="*/ 12989 h 27276"/>
                    <a:gd name="connsiteX4" fmla="*/ 0 w 66673"/>
                    <a:gd name="connsiteY4" fmla="*/ 11437 h 27276"/>
                    <a:gd name="connsiteX5" fmla="*/ 3236 w 66673"/>
                    <a:gd name="connsiteY5" fmla="*/ 16934 h 27276"/>
                    <a:gd name="connsiteX6" fmla="*/ 8379 w 66673"/>
                    <a:gd name="connsiteY6" fmla="*/ 22609 h 27276"/>
                    <a:gd name="connsiteX7" fmla="*/ 14940 w 66673"/>
                    <a:gd name="connsiteY7" fmla="*/ 26111 h 27276"/>
                    <a:gd name="connsiteX8" fmla="*/ 21855 w 66673"/>
                    <a:gd name="connsiteY8" fmla="*/ 27264 h 27276"/>
                    <a:gd name="connsiteX9" fmla="*/ 28638 w 66673"/>
                    <a:gd name="connsiteY9" fmla="*/ 26067 h 27276"/>
                    <a:gd name="connsiteX10" fmla="*/ 38346 w 66673"/>
                    <a:gd name="connsiteY10" fmla="*/ 23008 h 27276"/>
                    <a:gd name="connsiteX11" fmla="*/ 48498 w 66673"/>
                    <a:gd name="connsiteY11" fmla="*/ 20969 h 27276"/>
                    <a:gd name="connsiteX12" fmla="*/ 55281 w 66673"/>
                    <a:gd name="connsiteY12" fmla="*/ 18619 h 27276"/>
                    <a:gd name="connsiteX13" fmla="*/ 60999 w 66673"/>
                    <a:gd name="connsiteY13" fmla="*/ 14186 h 27276"/>
                    <a:gd name="connsiteX14" fmla="*/ 66674 w 66673"/>
                    <a:gd name="connsiteY14" fmla="*/ 488 h 27276"/>
                    <a:gd name="connsiteX15" fmla="*/ 66674 w 66673"/>
                    <a:gd name="connsiteY15" fmla="*/ 0 h 27276"/>
                    <a:gd name="connsiteX16" fmla="*/ 56167 w 66673"/>
                    <a:gd name="connsiteY16" fmla="*/ 621 h 27276"/>
                    <a:gd name="connsiteX17" fmla="*/ 45927 w 66673"/>
                    <a:gd name="connsiteY17" fmla="*/ 1685 h 27276"/>
                    <a:gd name="connsiteX18" fmla="*/ 35952 w 66673"/>
                    <a:gd name="connsiteY18" fmla="*/ 3945 h 27276"/>
                    <a:gd name="connsiteX19" fmla="*/ 26687 w 66673"/>
                    <a:gd name="connsiteY19" fmla="*/ 8290 h 27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673" h="27276">
                      <a:moveTo>
                        <a:pt x="26687" y="8290"/>
                      </a:moveTo>
                      <a:cubicBezTo>
                        <a:pt x="25623" y="8911"/>
                        <a:pt x="24559" y="9443"/>
                        <a:pt x="23451" y="9930"/>
                      </a:cubicBezTo>
                      <a:cubicBezTo>
                        <a:pt x="22387" y="10506"/>
                        <a:pt x="21323" y="10994"/>
                        <a:pt x="20215" y="11437"/>
                      </a:cubicBezTo>
                      <a:cubicBezTo>
                        <a:pt x="18043" y="12280"/>
                        <a:pt x="15782" y="12723"/>
                        <a:pt x="13477" y="12989"/>
                      </a:cubicBezTo>
                      <a:cubicBezTo>
                        <a:pt x="9088" y="13787"/>
                        <a:pt x="4300" y="13122"/>
                        <a:pt x="0" y="11437"/>
                      </a:cubicBezTo>
                      <a:lnTo>
                        <a:pt x="3236" y="16934"/>
                      </a:lnTo>
                      <a:cubicBezTo>
                        <a:pt x="4610" y="19240"/>
                        <a:pt x="6384" y="21057"/>
                        <a:pt x="8379" y="22609"/>
                      </a:cubicBezTo>
                      <a:cubicBezTo>
                        <a:pt x="10418" y="24160"/>
                        <a:pt x="12634" y="25357"/>
                        <a:pt x="14940" y="26111"/>
                      </a:cubicBezTo>
                      <a:cubicBezTo>
                        <a:pt x="17245" y="26953"/>
                        <a:pt x="19506" y="27131"/>
                        <a:pt x="21855" y="27264"/>
                      </a:cubicBezTo>
                      <a:cubicBezTo>
                        <a:pt x="24205" y="27352"/>
                        <a:pt x="26466" y="26998"/>
                        <a:pt x="28638" y="26067"/>
                      </a:cubicBezTo>
                      <a:cubicBezTo>
                        <a:pt x="31830" y="25003"/>
                        <a:pt x="35066" y="23983"/>
                        <a:pt x="38346" y="23008"/>
                      </a:cubicBezTo>
                      <a:cubicBezTo>
                        <a:pt x="41760" y="22387"/>
                        <a:pt x="45040" y="21412"/>
                        <a:pt x="48498" y="20969"/>
                      </a:cubicBezTo>
                      <a:cubicBezTo>
                        <a:pt x="50936" y="20703"/>
                        <a:pt x="53197" y="19860"/>
                        <a:pt x="55281" y="18619"/>
                      </a:cubicBezTo>
                      <a:cubicBezTo>
                        <a:pt x="57320" y="17289"/>
                        <a:pt x="59359" y="16048"/>
                        <a:pt x="60999" y="14186"/>
                      </a:cubicBezTo>
                      <a:cubicBezTo>
                        <a:pt x="64324" y="10595"/>
                        <a:pt x="66629" y="5719"/>
                        <a:pt x="66674" y="488"/>
                      </a:cubicBezTo>
                      <a:lnTo>
                        <a:pt x="66674" y="0"/>
                      </a:lnTo>
                      <a:cubicBezTo>
                        <a:pt x="63127" y="355"/>
                        <a:pt x="59625" y="532"/>
                        <a:pt x="56167" y="621"/>
                      </a:cubicBezTo>
                      <a:cubicBezTo>
                        <a:pt x="52710" y="931"/>
                        <a:pt x="49296" y="1330"/>
                        <a:pt x="45927" y="1685"/>
                      </a:cubicBezTo>
                      <a:cubicBezTo>
                        <a:pt x="42513" y="1995"/>
                        <a:pt x="39233" y="3059"/>
                        <a:pt x="35952" y="3945"/>
                      </a:cubicBezTo>
                      <a:cubicBezTo>
                        <a:pt x="32716" y="4832"/>
                        <a:pt x="29657" y="6561"/>
                        <a:pt x="26687" y="8290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81" name="Forme libre : forme 26680">
                  <a:extLst>
                    <a:ext uri="{FF2B5EF4-FFF2-40B4-BE49-F238E27FC236}">
                      <a16:creationId xmlns:a16="http://schemas.microsoft.com/office/drawing/2014/main" id="{E7E2A933-6FF1-4EB2-A1E4-87BAC4F1586C}"/>
                    </a:ext>
                  </a:extLst>
                </p:cNvPr>
                <p:cNvSpPr/>
                <p:nvPr/>
              </p:nvSpPr>
              <p:spPr>
                <a:xfrm>
                  <a:off x="4885933" y="1298032"/>
                  <a:ext cx="31380" cy="20729"/>
                </a:xfrm>
                <a:custGeom>
                  <a:avLst/>
                  <a:gdLst>
                    <a:gd name="connsiteX0" fmla="*/ 31350 w 31380"/>
                    <a:gd name="connsiteY0" fmla="*/ 8046 h 20729"/>
                    <a:gd name="connsiteX1" fmla="*/ 27627 w 31380"/>
                    <a:gd name="connsiteY1" fmla="*/ 15626 h 20729"/>
                    <a:gd name="connsiteX2" fmla="*/ 23238 w 31380"/>
                    <a:gd name="connsiteY2" fmla="*/ 18331 h 20729"/>
                    <a:gd name="connsiteX3" fmla="*/ 17785 w 31380"/>
                    <a:gd name="connsiteY3" fmla="*/ 20281 h 20729"/>
                    <a:gd name="connsiteX4" fmla="*/ 12022 w 31380"/>
                    <a:gd name="connsiteY4" fmla="*/ 20725 h 20729"/>
                    <a:gd name="connsiteX5" fmla="*/ 6924 w 31380"/>
                    <a:gd name="connsiteY5" fmla="*/ 20059 h 20729"/>
                    <a:gd name="connsiteX6" fmla="*/ 363 w 31380"/>
                    <a:gd name="connsiteY6" fmla="*/ 14607 h 20729"/>
                    <a:gd name="connsiteX7" fmla="*/ 2713 w 31380"/>
                    <a:gd name="connsiteY7" fmla="*/ 6450 h 20729"/>
                    <a:gd name="connsiteX8" fmla="*/ 7279 w 31380"/>
                    <a:gd name="connsiteY8" fmla="*/ 2815 h 20729"/>
                    <a:gd name="connsiteX9" fmla="*/ 13574 w 31380"/>
                    <a:gd name="connsiteY9" fmla="*/ 598 h 20729"/>
                    <a:gd name="connsiteX10" fmla="*/ 20223 w 31380"/>
                    <a:gd name="connsiteY10" fmla="*/ 22 h 20729"/>
                    <a:gd name="connsiteX11" fmla="*/ 25853 w 31380"/>
                    <a:gd name="connsiteY11" fmla="*/ 1529 h 20729"/>
                    <a:gd name="connsiteX12" fmla="*/ 31350 w 31380"/>
                    <a:gd name="connsiteY12" fmla="*/ 8046 h 20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380" h="20729">
                      <a:moveTo>
                        <a:pt x="31350" y="8046"/>
                      </a:moveTo>
                      <a:cubicBezTo>
                        <a:pt x="31616" y="10794"/>
                        <a:pt x="30109" y="13499"/>
                        <a:pt x="27627" y="15626"/>
                      </a:cubicBezTo>
                      <a:cubicBezTo>
                        <a:pt x="26385" y="16690"/>
                        <a:pt x="24878" y="17577"/>
                        <a:pt x="23238" y="18331"/>
                      </a:cubicBezTo>
                      <a:cubicBezTo>
                        <a:pt x="21598" y="19217"/>
                        <a:pt x="19780" y="19882"/>
                        <a:pt x="17785" y="20281"/>
                      </a:cubicBezTo>
                      <a:cubicBezTo>
                        <a:pt x="15835" y="20725"/>
                        <a:pt x="13840" y="20725"/>
                        <a:pt x="12022" y="20725"/>
                      </a:cubicBezTo>
                      <a:cubicBezTo>
                        <a:pt x="10204" y="20769"/>
                        <a:pt x="8520" y="20503"/>
                        <a:pt x="6924" y="20059"/>
                      </a:cubicBezTo>
                      <a:cubicBezTo>
                        <a:pt x="3821" y="19129"/>
                        <a:pt x="1294" y="17222"/>
                        <a:pt x="363" y="14607"/>
                      </a:cubicBezTo>
                      <a:cubicBezTo>
                        <a:pt x="-568" y="11991"/>
                        <a:pt x="319" y="9066"/>
                        <a:pt x="2713" y="6450"/>
                      </a:cubicBezTo>
                      <a:cubicBezTo>
                        <a:pt x="3909" y="5120"/>
                        <a:pt x="5461" y="3879"/>
                        <a:pt x="7279" y="2815"/>
                      </a:cubicBezTo>
                      <a:cubicBezTo>
                        <a:pt x="9096" y="1751"/>
                        <a:pt x="11268" y="1130"/>
                        <a:pt x="13574" y="598"/>
                      </a:cubicBezTo>
                      <a:cubicBezTo>
                        <a:pt x="15879" y="111"/>
                        <a:pt x="18140" y="-67"/>
                        <a:pt x="20223" y="22"/>
                      </a:cubicBezTo>
                      <a:cubicBezTo>
                        <a:pt x="22307" y="244"/>
                        <a:pt x="24213" y="820"/>
                        <a:pt x="25853" y="1529"/>
                      </a:cubicBezTo>
                      <a:cubicBezTo>
                        <a:pt x="29090" y="2992"/>
                        <a:pt x="31129" y="5253"/>
                        <a:pt x="31350" y="8046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82" name="Forme libre : forme 26681">
                  <a:extLst>
                    <a:ext uri="{FF2B5EF4-FFF2-40B4-BE49-F238E27FC236}">
                      <a16:creationId xmlns:a16="http://schemas.microsoft.com/office/drawing/2014/main" id="{DA29E5F9-91DC-4921-B7D0-2662E0253578}"/>
                    </a:ext>
                  </a:extLst>
                </p:cNvPr>
                <p:cNvSpPr/>
                <p:nvPr/>
              </p:nvSpPr>
              <p:spPr>
                <a:xfrm>
                  <a:off x="4885966" y="1302576"/>
                  <a:ext cx="24047" cy="16186"/>
                </a:xfrm>
                <a:custGeom>
                  <a:avLst/>
                  <a:gdLst>
                    <a:gd name="connsiteX0" fmla="*/ 4719 w 24047"/>
                    <a:gd name="connsiteY0" fmla="*/ 0 h 16186"/>
                    <a:gd name="connsiteX1" fmla="*/ 375 w 24047"/>
                    <a:gd name="connsiteY1" fmla="*/ 10063 h 16186"/>
                    <a:gd name="connsiteX2" fmla="*/ 6936 w 24047"/>
                    <a:gd name="connsiteY2" fmla="*/ 15516 h 16186"/>
                    <a:gd name="connsiteX3" fmla="*/ 12034 w 24047"/>
                    <a:gd name="connsiteY3" fmla="*/ 16181 h 16186"/>
                    <a:gd name="connsiteX4" fmla="*/ 17797 w 24047"/>
                    <a:gd name="connsiteY4" fmla="*/ 15738 h 16186"/>
                    <a:gd name="connsiteX5" fmla="*/ 24048 w 24047"/>
                    <a:gd name="connsiteY5" fmla="*/ 13388 h 16186"/>
                    <a:gd name="connsiteX6" fmla="*/ 20324 w 24047"/>
                    <a:gd name="connsiteY6" fmla="*/ 13388 h 16186"/>
                    <a:gd name="connsiteX7" fmla="*/ 10482 w 24047"/>
                    <a:gd name="connsiteY7" fmla="*/ 8423 h 16186"/>
                    <a:gd name="connsiteX8" fmla="*/ 4719 w 24047"/>
                    <a:gd name="connsiteY8" fmla="*/ 0 h 16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047" h="16186">
                      <a:moveTo>
                        <a:pt x="4719" y="0"/>
                      </a:moveTo>
                      <a:cubicBezTo>
                        <a:pt x="907" y="3059"/>
                        <a:pt x="-822" y="6783"/>
                        <a:pt x="375" y="10063"/>
                      </a:cubicBezTo>
                      <a:cubicBezTo>
                        <a:pt x="1306" y="12679"/>
                        <a:pt x="3788" y="14541"/>
                        <a:pt x="6936" y="15516"/>
                      </a:cubicBezTo>
                      <a:cubicBezTo>
                        <a:pt x="8487" y="16004"/>
                        <a:pt x="10216" y="16225"/>
                        <a:pt x="12034" y="16181"/>
                      </a:cubicBezTo>
                      <a:cubicBezTo>
                        <a:pt x="13851" y="16181"/>
                        <a:pt x="15802" y="16181"/>
                        <a:pt x="17797" y="15738"/>
                      </a:cubicBezTo>
                      <a:cubicBezTo>
                        <a:pt x="20102" y="15294"/>
                        <a:pt x="22186" y="14319"/>
                        <a:pt x="24048" y="13388"/>
                      </a:cubicBezTo>
                      <a:cubicBezTo>
                        <a:pt x="22806" y="13477"/>
                        <a:pt x="21609" y="13610"/>
                        <a:pt x="20324" y="13388"/>
                      </a:cubicBezTo>
                      <a:cubicBezTo>
                        <a:pt x="16866" y="12546"/>
                        <a:pt x="13364" y="10728"/>
                        <a:pt x="10482" y="8423"/>
                      </a:cubicBezTo>
                      <a:cubicBezTo>
                        <a:pt x="7645" y="6162"/>
                        <a:pt x="5384" y="3325"/>
                        <a:pt x="4719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83" name="Forme libre : forme 26682">
                  <a:extLst>
                    <a:ext uri="{FF2B5EF4-FFF2-40B4-BE49-F238E27FC236}">
                      <a16:creationId xmlns:a16="http://schemas.microsoft.com/office/drawing/2014/main" id="{5F65737E-62C5-4B86-9490-CB443BB7E251}"/>
                    </a:ext>
                  </a:extLst>
                </p:cNvPr>
                <p:cNvSpPr/>
                <p:nvPr/>
              </p:nvSpPr>
              <p:spPr>
                <a:xfrm>
                  <a:off x="4888264" y="1299859"/>
                  <a:ext cx="30814" cy="20703"/>
                </a:xfrm>
                <a:custGeom>
                  <a:avLst/>
                  <a:gdLst>
                    <a:gd name="connsiteX0" fmla="*/ 30793 w 30814"/>
                    <a:gd name="connsiteY0" fmla="*/ 8214 h 20703"/>
                    <a:gd name="connsiteX1" fmla="*/ 27069 w 30814"/>
                    <a:gd name="connsiteY1" fmla="*/ 15795 h 20703"/>
                    <a:gd name="connsiteX2" fmla="*/ 22725 w 30814"/>
                    <a:gd name="connsiteY2" fmla="*/ 18454 h 20703"/>
                    <a:gd name="connsiteX3" fmla="*/ 17361 w 30814"/>
                    <a:gd name="connsiteY3" fmla="*/ 20272 h 20703"/>
                    <a:gd name="connsiteX4" fmla="*/ 11686 w 30814"/>
                    <a:gd name="connsiteY4" fmla="*/ 20627 h 20703"/>
                    <a:gd name="connsiteX5" fmla="*/ 6721 w 30814"/>
                    <a:gd name="connsiteY5" fmla="*/ 19829 h 20703"/>
                    <a:gd name="connsiteX6" fmla="*/ 337 w 30814"/>
                    <a:gd name="connsiteY6" fmla="*/ 14332 h 20703"/>
                    <a:gd name="connsiteX7" fmla="*/ 2687 w 30814"/>
                    <a:gd name="connsiteY7" fmla="*/ 6175 h 20703"/>
                    <a:gd name="connsiteX8" fmla="*/ 7209 w 30814"/>
                    <a:gd name="connsiteY8" fmla="*/ 2628 h 20703"/>
                    <a:gd name="connsiteX9" fmla="*/ 13415 w 30814"/>
                    <a:gd name="connsiteY9" fmla="*/ 545 h 20703"/>
                    <a:gd name="connsiteX10" fmla="*/ 19976 w 30814"/>
                    <a:gd name="connsiteY10" fmla="*/ 146 h 20703"/>
                    <a:gd name="connsiteX11" fmla="*/ 25473 w 30814"/>
                    <a:gd name="connsiteY11" fmla="*/ 1697 h 20703"/>
                    <a:gd name="connsiteX12" fmla="*/ 30793 w 30814"/>
                    <a:gd name="connsiteY12" fmla="*/ 8214 h 20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814" h="20703">
                      <a:moveTo>
                        <a:pt x="30793" y="8214"/>
                      </a:moveTo>
                      <a:cubicBezTo>
                        <a:pt x="31015" y="10963"/>
                        <a:pt x="29507" y="13667"/>
                        <a:pt x="27069" y="15795"/>
                      </a:cubicBezTo>
                      <a:cubicBezTo>
                        <a:pt x="25828" y="16859"/>
                        <a:pt x="24365" y="17745"/>
                        <a:pt x="22725" y="18454"/>
                      </a:cubicBezTo>
                      <a:cubicBezTo>
                        <a:pt x="21040" y="19075"/>
                        <a:pt x="19311" y="19917"/>
                        <a:pt x="17361" y="20272"/>
                      </a:cubicBezTo>
                      <a:cubicBezTo>
                        <a:pt x="15410" y="20671"/>
                        <a:pt x="13504" y="20804"/>
                        <a:pt x="11686" y="20627"/>
                      </a:cubicBezTo>
                      <a:cubicBezTo>
                        <a:pt x="9869" y="20494"/>
                        <a:pt x="8228" y="20361"/>
                        <a:pt x="6721" y="19829"/>
                      </a:cubicBezTo>
                      <a:cubicBezTo>
                        <a:pt x="3707" y="18853"/>
                        <a:pt x="1268" y="16991"/>
                        <a:pt x="337" y="14332"/>
                      </a:cubicBezTo>
                      <a:cubicBezTo>
                        <a:pt x="-549" y="11716"/>
                        <a:pt x="337" y="8790"/>
                        <a:pt x="2687" y="6175"/>
                      </a:cubicBezTo>
                      <a:cubicBezTo>
                        <a:pt x="3884" y="4889"/>
                        <a:pt x="5347" y="3559"/>
                        <a:pt x="7209" y="2628"/>
                      </a:cubicBezTo>
                      <a:cubicBezTo>
                        <a:pt x="9026" y="1742"/>
                        <a:pt x="11154" y="988"/>
                        <a:pt x="13415" y="545"/>
                      </a:cubicBezTo>
                      <a:cubicBezTo>
                        <a:pt x="15720" y="146"/>
                        <a:pt x="17893" y="-209"/>
                        <a:pt x="19976" y="146"/>
                      </a:cubicBezTo>
                      <a:cubicBezTo>
                        <a:pt x="22015" y="412"/>
                        <a:pt x="23922" y="944"/>
                        <a:pt x="25473" y="1697"/>
                      </a:cubicBezTo>
                      <a:cubicBezTo>
                        <a:pt x="28621" y="3160"/>
                        <a:pt x="30571" y="5466"/>
                        <a:pt x="30793" y="821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84" name="Forme libre : forme 26683">
                  <a:extLst>
                    <a:ext uri="{FF2B5EF4-FFF2-40B4-BE49-F238E27FC236}">
                      <a16:creationId xmlns:a16="http://schemas.microsoft.com/office/drawing/2014/main" id="{1E9ED1B3-8666-4141-BADF-98FFAAF3CD7D}"/>
                    </a:ext>
                  </a:extLst>
                </p:cNvPr>
                <p:cNvSpPr/>
                <p:nvPr/>
              </p:nvSpPr>
              <p:spPr>
                <a:xfrm>
                  <a:off x="4869388" y="1299838"/>
                  <a:ext cx="43937" cy="31579"/>
                </a:xfrm>
                <a:custGeom>
                  <a:avLst/>
                  <a:gdLst>
                    <a:gd name="connsiteX0" fmla="*/ 5160 w 43937"/>
                    <a:gd name="connsiteY0" fmla="*/ 19185 h 31579"/>
                    <a:gd name="connsiteX1" fmla="*/ 10125 w 43937"/>
                    <a:gd name="connsiteY1" fmla="*/ 27165 h 31579"/>
                    <a:gd name="connsiteX2" fmla="*/ 18016 w 43937"/>
                    <a:gd name="connsiteY2" fmla="*/ 31066 h 31579"/>
                    <a:gd name="connsiteX3" fmla="*/ 22361 w 43937"/>
                    <a:gd name="connsiteY3" fmla="*/ 31509 h 31579"/>
                    <a:gd name="connsiteX4" fmla="*/ 26749 w 43937"/>
                    <a:gd name="connsiteY4" fmla="*/ 31509 h 31579"/>
                    <a:gd name="connsiteX5" fmla="*/ 33665 w 43937"/>
                    <a:gd name="connsiteY5" fmla="*/ 30135 h 31579"/>
                    <a:gd name="connsiteX6" fmla="*/ 39960 w 43937"/>
                    <a:gd name="connsiteY6" fmla="*/ 26854 h 31579"/>
                    <a:gd name="connsiteX7" fmla="*/ 43285 w 43937"/>
                    <a:gd name="connsiteY7" fmla="*/ 17235 h 31579"/>
                    <a:gd name="connsiteX8" fmla="*/ 37389 w 43937"/>
                    <a:gd name="connsiteY8" fmla="*/ 13378 h 31579"/>
                    <a:gd name="connsiteX9" fmla="*/ 21696 w 43937"/>
                    <a:gd name="connsiteY9" fmla="*/ 5753 h 31579"/>
                    <a:gd name="connsiteX10" fmla="*/ 12608 w 43937"/>
                    <a:gd name="connsiteY10" fmla="*/ 832 h 31579"/>
                    <a:gd name="connsiteX11" fmla="*/ 2013 w 43937"/>
                    <a:gd name="connsiteY11" fmla="*/ 2029 h 31579"/>
                    <a:gd name="connsiteX12" fmla="*/ 993 w 43937"/>
                    <a:gd name="connsiteY12" fmla="*/ 10895 h 31579"/>
                    <a:gd name="connsiteX13" fmla="*/ 5160 w 43937"/>
                    <a:gd name="connsiteY13" fmla="*/ 19185 h 3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3937" h="31579">
                      <a:moveTo>
                        <a:pt x="5160" y="19185"/>
                      </a:moveTo>
                      <a:cubicBezTo>
                        <a:pt x="6446" y="22067"/>
                        <a:pt x="7820" y="25037"/>
                        <a:pt x="10125" y="27165"/>
                      </a:cubicBezTo>
                      <a:cubicBezTo>
                        <a:pt x="12298" y="29160"/>
                        <a:pt x="15135" y="30489"/>
                        <a:pt x="18016" y="31066"/>
                      </a:cubicBezTo>
                      <a:cubicBezTo>
                        <a:pt x="19435" y="31376"/>
                        <a:pt x="20898" y="31509"/>
                        <a:pt x="22361" y="31509"/>
                      </a:cubicBezTo>
                      <a:cubicBezTo>
                        <a:pt x="23824" y="31553"/>
                        <a:pt x="25331" y="31642"/>
                        <a:pt x="26749" y="31509"/>
                      </a:cubicBezTo>
                      <a:cubicBezTo>
                        <a:pt x="29143" y="31376"/>
                        <a:pt x="31404" y="30711"/>
                        <a:pt x="33665" y="30135"/>
                      </a:cubicBezTo>
                      <a:cubicBezTo>
                        <a:pt x="35926" y="29514"/>
                        <a:pt x="38054" y="28450"/>
                        <a:pt x="39960" y="26854"/>
                      </a:cubicBezTo>
                      <a:cubicBezTo>
                        <a:pt x="42709" y="24461"/>
                        <a:pt x="45147" y="20559"/>
                        <a:pt x="43285" y="17235"/>
                      </a:cubicBezTo>
                      <a:cubicBezTo>
                        <a:pt x="42132" y="15240"/>
                        <a:pt x="39650" y="14087"/>
                        <a:pt x="37389" y="13378"/>
                      </a:cubicBezTo>
                      <a:cubicBezTo>
                        <a:pt x="32069" y="11471"/>
                        <a:pt x="26661" y="8501"/>
                        <a:pt x="21696" y="5753"/>
                      </a:cubicBezTo>
                      <a:cubicBezTo>
                        <a:pt x="19568" y="4512"/>
                        <a:pt x="16287" y="2206"/>
                        <a:pt x="12608" y="832"/>
                      </a:cubicBezTo>
                      <a:cubicBezTo>
                        <a:pt x="9017" y="-409"/>
                        <a:pt x="5027" y="-454"/>
                        <a:pt x="2013" y="2029"/>
                      </a:cubicBezTo>
                      <a:cubicBezTo>
                        <a:pt x="-736" y="4246"/>
                        <a:pt x="-248" y="7748"/>
                        <a:pt x="993" y="10895"/>
                      </a:cubicBezTo>
                      <a:cubicBezTo>
                        <a:pt x="2234" y="14087"/>
                        <a:pt x="4274" y="17190"/>
                        <a:pt x="5160" y="1918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85" name="Forme libre : forme 26684">
                  <a:extLst>
                    <a:ext uri="{FF2B5EF4-FFF2-40B4-BE49-F238E27FC236}">
                      <a16:creationId xmlns:a16="http://schemas.microsoft.com/office/drawing/2014/main" id="{1942F85C-873B-4A43-A654-EFABC01DBDE2}"/>
                    </a:ext>
                  </a:extLst>
                </p:cNvPr>
                <p:cNvSpPr/>
                <p:nvPr/>
              </p:nvSpPr>
              <p:spPr>
                <a:xfrm>
                  <a:off x="4876710" y="1296243"/>
                  <a:ext cx="11802" cy="12938"/>
                </a:xfrm>
                <a:custGeom>
                  <a:avLst/>
                  <a:gdLst>
                    <a:gd name="connsiteX0" fmla="*/ 144 w 11802"/>
                    <a:gd name="connsiteY0" fmla="*/ 9392 h 12938"/>
                    <a:gd name="connsiteX1" fmla="*/ 188 w 11802"/>
                    <a:gd name="connsiteY1" fmla="*/ 11697 h 12938"/>
                    <a:gd name="connsiteX2" fmla="*/ 2095 w 11802"/>
                    <a:gd name="connsiteY2" fmla="*/ 12938 h 12938"/>
                    <a:gd name="connsiteX3" fmla="*/ 4311 w 11802"/>
                    <a:gd name="connsiteY3" fmla="*/ 11918 h 12938"/>
                    <a:gd name="connsiteX4" fmla="*/ 9232 w 11802"/>
                    <a:gd name="connsiteY4" fmla="*/ 8017 h 12938"/>
                    <a:gd name="connsiteX5" fmla="*/ 10916 w 11802"/>
                    <a:gd name="connsiteY5" fmla="*/ 6155 h 12938"/>
                    <a:gd name="connsiteX6" fmla="*/ 7148 w 11802"/>
                    <a:gd name="connsiteY6" fmla="*/ 525 h 12938"/>
                    <a:gd name="connsiteX7" fmla="*/ 144 w 11802"/>
                    <a:gd name="connsiteY7" fmla="*/ 9392 h 12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02" h="12938">
                      <a:moveTo>
                        <a:pt x="144" y="9392"/>
                      </a:moveTo>
                      <a:cubicBezTo>
                        <a:pt x="-33" y="10190"/>
                        <a:pt x="-78" y="10988"/>
                        <a:pt x="188" y="11697"/>
                      </a:cubicBezTo>
                      <a:cubicBezTo>
                        <a:pt x="499" y="12406"/>
                        <a:pt x="1208" y="12938"/>
                        <a:pt x="2095" y="12938"/>
                      </a:cubicBezTo>
                      <a:cubicBezTo>
                        <a:pt x="2893" y="12894"/>
                        <a:pt x="3646" y="12406"/>
                        <a:pt x="4311" y="11918"/>
                      </a:cubicBezTo>
                      <a:cubicBezTo>
                        <a:pt x="5996" y="10589"/>
                        <a:pt x="7680" y="9347"/>
                        <a:pt x="9232" y="8017"/>
                      </a:cubicBezTo>
                      <a:cubicBezTo>
                        <a:pt x="9853" y="7441"/>
                        <a:pt x="10518" y="6865"/>
                        <a:pt x="10916" y="6155"/>
                      </a:cubicBezTo>
                      <a:cubicBezTo>
                        <a:pt x="12690" y="3230"/>
                        <a:pt x="11980" y="-1602"/>
                        <a:pt x="7148" y="525"/>
                      </a:cubicBezTo>
                      <a:cubicBezTo>
                        <a:pt x="3380" y="2033"/>
                        <a:pt x="809" y="6288"/>
                        <a:pt x="144" y="939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86" name="Forme libre : forme 26685">
                  <a:extLst>
                    <a:ext uri="{FF2B5EF4-FFF2-40B4-BE49-F238E27FC236}">
                      <a16:creationId xmlns:a16="http://schemas.microsoft.com/office/drawing/2014/main" id="{A69F5AF6-6361-4171-BD64-2C12215ADD5A}"/>
                    </a:ext>
                  </a:extLst>
                </p:cNvPr>
                <p:cNvSpPr/>
                <p:nvPr/>
              </p:nvSpPr>
              <p:spPr>
                <a:xfrm>
                  <a:off x="4913693" y="1309403"/>
                  <a:ext cx="15874" cy="21456"/>
                </a:xfrm>
                <a:custGeom>
                  <a:avLst/>
                  <a:gdLst>
                    <a:gd name="connsiteX0" fmla="*/ 15870 w 15874"/>
                    <a:gd name="connsiteY0" fmla="*/ 0 h 21456"/>
                    <a:gd name="connsiteX1" fmla="*/ 14009 w 15874"/>
                    <a:gd name="connsiteY1" fmla="*/ 8334 h 21456"/>
                    <a:gd name="connsiteX2" fmla="*/ 9176 w 15874"/>
                    <a:gd name="connsiteY2" fmla="*/ 15205 h 21456"/>
                    <a:gd name="connsiteX3" fmla="*/ 0 w 15874"/>
                    <a:gd name="connsiteY3" fmla="*/ 21456 h 21456"/>
                    <a:gd name="connsiteX4" fmla="*/ 6428 w 15874"/>
                    <a:gd name="connsiteY4" fmla="*/ 16358 h 21456"/>
                    <a:gd name="connsiteX5" fmla="*/ 11792 w 15874"/>
                    <a:gd name="connsiteY5" fmla="*/ 9841 h 21456"/>
                    <a:gd name="connsiteX6" fmla="*/ 15870 w 15874"/>
                    <a:gd name="connsiteY6" fmla="*/ 0 h 2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874" h="21456">
                      <a:moveTo>
                        <a:pt x="15870" y="0"/>
                      </a:moveTo>
                      <a:cubicBezTo>
                        <a:pt x="15870" y="0"/>
                        <a:pt x="16048" y="3813"/>
                        <a:pt x="14009" y="8334"/>
                      </a:cubicBezTo>
                      <a:cubicBezTo>
                        <a:pt x="12989" y="10595"/>
                        <a:pt x="11437" y="12989"/>
                        <a:pt x="9176" y="15205"/>
                      </a:cubicBezTo>
                      <a:cubicBezTo>
                        <a:pt x="6871" y="17378"/>
                        <a:pt x="3945" y="19816"/>
                        <a:pt x="0" y="21456"/>
                      </a:cubicBezTo>
                      <a:cubicBezTo>
                        <a:pt x="0" y="21456"/>
                        <a:pt x="2970" y="19949"/>
                        <a:pt x="6428" y="16358"/>
                      </a:cubicBezTo>
                      <a:cubicBezTo>
                        <a:pt x="8113" y="14496"/>
                        <a:pt x="10107" y="12590"/>
                        <a:pt x="11792" y="9841"/>
                      </a:cubicBezTo>
                      <a:cubicBezTo>
                        <a:pt x="13477" y="7182"/>
                        <a:pt x="14984" y="3901"/>
                        <a:pt x="158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87" name="Forme libre : forme 26686">
                  <a:extLst>
                    <a:ext uri="{FF2B5EF4-FFF2-40B4-BE49-F238E27FC236}">
                      <a16:creationId xmlns:a16="http://schemas.microsoft.com/office/drawing/2014/main" id="{251D04D8-4154-4F6A-AF31-A3B2F379D984}"/>
                    </a:ext>
                  </a:extLst>
                </p:cNvPr>
                <p:cNvSpPr/>
                <p:nvPr/>
              </p:nvSpPr>
              <p:spPr>
                <a:xfrm>
                  <a:off x="4860995" y="1287903"/>
                  <a:ext cx="16257" cy="27928"/>
                </a:xfrm>
                <a:custGeom>
                  <a:avLst/>
                  <a:gdLst>
                    <a:gd name="connsiteX0" fmla="*/ 16257 w 16257"/>
                    <a:gd name="connsiteY0" fmla="*/ 0 h 27928"/>
                    <a:gd name="connsiteX1" fmla="*/ 12844 w 16257"/>
                    <a:gd name="connsiteY1" fmla="*/ 1729 h 27928"/>
                    <a:gd name="connsiteX2" fmla="*/ 5840 w 16257"/>
                    <a:gd name="connsiteY2" fmla="*/ 7049 h 27928"/>
                    <a:gd name="connsiteX3" fmla="*/ 564 w 16257"/>
                    <a:gd name="connsiteY3" fmla="*/ 16137 h 27928"/>
                    <a:gd name="connsiteX4" fmla="*/ 1628 w 16257"/>
                    <a:gd name="connsiteY4" fmla="*/ 27929 h 27928"/>
                    <a:gd name="connsiteX5" fmla="*/ 1584 w 16257"/>
                    <a:gd name="connsiteY5" fmla="*/ 18264 h 27928"/>
                    <a:gd name="connsiteX6" fmla="*/ 5574 w 16257"/>
                    <a:gd name="connsiteY6" fmla="*/ 8911 h 27928"/>
                    <a:gd name="connsiteX7" fmla="*/ 16257 w 16257"/>
                    <a:gd name="connsiteY7" fmla="*/ 0 h 27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257" h="27928">
                      <a:moveTo>
                        <a:pt x="16257" y="0"/>
                      </a:moveTo>
                      <a:cubicBezTo>
                        <a:pt x="16257" y="0"/>
                        <a:pt x="14839" y="532"/>
                        <a:pt x="12844" y="1729"/>
                      </a:cubicBezTo>
                      <a:cubicBezTo>
                        <a:pt x="10849" y="2926"/>
                        <a:pt x="8234" y="4699"/>
                        <a:pt x="5840" y="7049"/>
                      </a:cubicBezTo>
                      <a:cubicBezTo>
                        <a:pt x="3490" y="9398"/>
                        <a:pt x="1540" y="12634"/>
                        <a:pt x="564" y="16137"/>
                      </a:cubicBezTo>
                      <a:cubicBezTo>
                        <a:pt x="-367" y="19683"/>
                        <a:pt x="-234" y="23628"/>
                        <a:pt x="1628" y="27929"/>
                      </a:cubicBezTo>
                      <a:cubicBezTo>
                        <a:pt x="1628" y="27929"/>
                        <a:pt x="431" y="23894"/>
                        <a:pt x="1584" y="18264"/>
                      </a:cubicBezTo>
                      <a:cubicBezTo>
                        <a:pt x="2160" y="15472"/>
                        <a:pt x="3313" y="12191"/>
                        <a:pt x="5574" y="8911"/>
                      </a:cubicBezTo>
                      <a:cubicBezTo>
                        <a:pt x="7923" y="5896"/>
                        <a:pt x="11381" y="2660"/>
                        <a:pt x="162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88" name="Forme libre : forme 26687">
                  <a:extLst>
                    <a:ext uri="{FF2B5EF4-FFF2-40B4-BE49-F238E27FC236}">
                      <a16:creationId xmlns:a16="http://schemas.microsoft.com/office/drawing/2014/main" id="{231851E6-F04B-4E94-807A-04D423C558B7}"/>
                    </a:ext>
                  </a:extLst>
                </p:cNvPr>
                <p:cNvSpPr/>
                <p:nvPr/>
              </p:nvSpPr>
              <p:spPr>
                <a:xfrm>
                  <a:off x="4897582" y="1300103"/>
                  <a:ext cx="12582" cy="6633"/>
                </a:xfrm>
                <a:custGeom>
                  <a:avLst/>
                  <a:gdLst>
                    <a:gd name="connsiteX0" fmla="*/ 12520 w 12582"/>
                    <a:gd name="connsiteY0" fmla="*/ 4113 h 6633"/>
                    <a:gd name="connsiteX1" fmla="*/ 10171 w 12582"/>
                    <a:gd name="connsiteY1" fmla="*/ 6020 h 6633"/>
                    <a:gd name="connsiteX2" fmla="*/ 5693 w 12582"/>
                    <a:gd name="connsiteY2" fmla="*/ 6596 h 6633"/>
                    <a:gd name="connsiteX3" fmla="*/ 19 w 12582"/>
                    <a:gd name="connsiteY3" fmla="*/ 2828 h 6633"/>
                    <a:gd name="connsiteX4" fmla="*/ 7023 w 12582"/>
                    <a:gd name="connsiteY4" fmla="*/ 35 h 6633"/>
                    <a:gd name="connsiteX5" fmla="*/ 12520 w 12582"/>
                    <a:gd name="connsiteY5" fmla="*/ 4113 h 6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82" h="6633">
                      <a:moveTo>
                        <a:pt x="12520" y="4113"/>
                      </a:moveTo>
                      <a:cubicBezTo>
                        <a:pt x="12299" y="5000"/>
                        <a:pt x="11412" y="5665"/>
                        <a:pt x="10171" y="6020"/>
                      </a:cubicBezTo>
                      <a:cubicBezTo>
                        <a:pt x="8929" y="6507"/>
                        <a:pt x="7378" y="6729"/>
                        <a:pt x="5693" y="6596"/>
                      </a:cubicBezTo>
                      <a:cubicBezTo>
                        <a:pt x="2324" y="6286"/>
                        <a:pt x="-247" y="4645"/>
                        <a:pt x="19" y="2828"/>
                      </a:cubicBezTo>
                      <a:cubicBezTo>
                        <a:pt x="285" y="1055"/>
                        <a:pt x="3477" y="-231"/>
                        <a:pt x="7023" y="35"/>
                      </a:cubicBezTo>
                      <a:cubicBezTo>
                        <a:pt x="10570" y="301"/>
                        <a:pt x="13008" y="2429"/>
                        <a:pt x="12520" y="411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89" name="Forme libre : forme 26688">
                  <a:extLst>
                    <a:ext uri="{FF2B5EF4-FFF2-40B4-BE49-F238E27FC236}">
                      <a16:creationId xmlns:a16="http://schemas.microsoft.com/office/drawing/2014/main" id="{2348EE1A-0102-4CF6-9CFF-00F9AA68D27B}"/>
                    </a:ext>
                  </a:extLst>
                </p:cNvPr>
                <p:cNvSpPr/>
                <p:nvPr/>
              </p:nvSpPr>
              <p:spPr>
                <a:xfrm>
                  <a:off x="4908409" y="1301902"/>
                  <a:ext cx="3341" cy="2855"/>
                </a:xfrm>
                <a:custGeom>
                  <a:avLst/>
                  <a:gdLst>
                    <a:gd name="connsiteX0" fmla="*/ 3333 w 3341"/>
                    <a:gd name="connsiteY0" fmla="*/ 1250 h 2855"/>
                    <a:gd name="connsiteX1" fmla="*/ 1870 w 3341"/>
                    <a:gd name="connsiteY1" fmla="*/ 2846 h 2855"/>
                    <a:gd name="connsiteX2" fmla="*/ 8 w 3341"/>
                    <a:gd name="connsiteY2" fmla="*/ 1605 h 2855"/>
                    <a:gd name="connsiteX3" fmla="*/ 1471 w 3341"/>
                    <a:gd name="connsiteY3" fmla="*/ 9 h 2855"/>
                    <a:gd name="connsiteX4" fmla="*/ 3333 w 3341"/>
                    <a:gd name="connsiteY4" fmla="*/ 1250 h 2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41" h="2855">
                      <a:moveTo>
                        <a:pt x="3333" y="1250"/>
                      </a:moveTo>
                      <a:cubicBezTo>
                        <a:pt x="3422" y="2048"/>
                        <a:pt x="2757" y="2758"/>
                        <a:pt x="1870" y="2846"/>
                      </a:cubicBezTo>
                      <a:cubicBezTo>
                        <a:pt x="939" y="2935"/>
                        <a:pt x="97" y="2403"/>
                        <a:pt x="8" y="1605"/>
                      </a:cubicBezTo>
                      <a:cubicBezTo>
                        <a:pt x="-80" y="807"/>
                        <a:pt x="540" y="98"/>
                        <a:pt x="1471" y="9"/>
                      </a:cubicBezTo>
                      <a:cubicBezTo>
                        <a:pt x="2402" y="-80"/>
                        <a:pt x="3245" y="497"/>
                        <a:pt x="3333" y="12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90" name="Forme libre : forme 26689">
                  <a:extLst>
                    <a:ext uri="{FF2B5EF4-FFF2-40B4-BE49-F238E27FC236}">
                      <a16:creationId xmlns:a16="http://schemas.microsoft.com/office/drawing/2014/main" id="{3F30AA16-9707-4AE6-A9FC-F2D0EF88DFC6}"/>
                    </a:ext>
                  </a:extLst>
                </p:cNvPr>
                <p:cNvSpPr/>
                <p:nvPr/>
              </p:nvSpPr>
              <p:spPr>
                <a:xfrm>
                  <a:off x="4894025" y="1283590"/>
                  <a:ext cx="32346" cy="23984"/>
                </a:xfrm>
                <a:custGeom>
                  <a:avLst/>
                  <a:gdLst>
                    <a:gd name="connsiteX0" fmla="*/ 29421 w 32346"/>
                    <a:gd name="connsiteY0" fmla="*/ 7549 h 23984"/>
                    <a:gd name="connsiteX1" fmla="*/ 32346 w 32346"/>
                    <a:gd name="connsiteY1" fmla="*/ 20050 h 23984"/>
                    <a:gd name="connsiteX2" fmla="*/ 30130 w 32346"/>
                    <a:gd name="connsiteY2" fmla="*/ 23951 h 23984"/>
                    <a:gd name="connsiteX3" fmla="*/ 26450 w 32346"/>
                    <a:gd name="connsiteY3" fmla="*/ 21557 h 23984"/>
                    <a:gd name="connsiteX4" fmla="*/ 17806 w 32346"/>
                    <a:gd name="connsiteY4" fmla="*/ 10829 h 23984"/>
                    <a:gd name="connsiteX5" fmla="*/ 13594 w 32346"/>
                    <a:gd name="connsiteY5" fmla="*/ 9677 h 23984"/>
                    <a:gd name="connsiteX6" fmla="*/ 7211 w 32346"/>
                    <a:gd name="connsiteY6" fmla="*/ 8613 h 23984"/>
                    <a:gd name="connsiteX7" fmla="*/ 206 w 32346"/>
                    <a:gd name="connsiteY7" fmla="*/ 4445 h 23984"/>
                    <a:gd name="connsiteX8" fmla="*/ 9915 w 32346"/>
                    <a:gd name="connsiteY8" fmla="*/ 101 h 23984"/>
                    <a:gd name="connsiteX9" fmla="*/ 20909 w 32346"/>
                    <a:gd name="connsiteY9" fmla="*/ 899 h 23984"/>
                    <a:gd name="connsiteX10" fmla="*/ 29421 w 32346"/>
                    <a:gd name="connsiteY10" fmla="*/ 7549 h 23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346" h="23984">
                      <a:moveTo>
                        <a:pt x="29421" y="7549"/>
                      </a:moveTo>
                      <a:cubicBezTo>
                        <a:pt x="31770" y="11405"/>
                        <a:pt x="32346" y="15750"/>
                        <a:pt x="32346" y="20050"/>
                      </a:cubicBezTo>
                      <a:cubicBezTo>
                        <a:pt x="32346" y="21646"/>
                        <a:pt x="31903" y="23641"/>
                        <a:pt x="30130" y="23951"/>
                      </a:cubicBezTo>
                      <a:cubicBezTo>
                        <a:pt x="28534" y="24217"/>
                        <a:pt x="27248" y="22843"/>
                        <a:pt x="26450" y="21557"/>
                      </a:cubicBezTo>
                      <a:cubicBezTo>
                        <a:pt x="23968" y="17700"/>
                        <a:pt x="22372" y="13179"/>
                        <a:pt x="17806" y="10829"/>
                      </a:cubicBezTo>
                      <a:cubicBezTo>
                        <a:pt x="17097" y="10475"/>
                        <a:pt x="15545" y="10076"/>
                        <a:pt x="13594" y="9677"/>
                      </a:cubicBezTo>
                      <a:cubicBezTo>
                        <a:pt x="11644" y="9189"/>
                        <a:pt x="9339" y="8967"/>
                        <a:pt x="7211" y="8613"/>
                      </a:cubicBezTo>
                      <a:cubicBezTo>
                        <a:pt x="2911" y="7859"/>
                        <a:pt x="-946" y="6751"/>
                        <a:pt x="206" y="4445"/>
                      </a:cubicBezTo>
                      <a:cubicBezTo>
                        <a:pt x="1359" y="2096"/>
                        <a:pt x="5526" y="722"/>
                        <a:pt x="9915" y="101"/>
                      </a:cubicBezTo>
                      <a:cubicBezTo>
                        <a:pt x="14304" y="-209"/>
                        <a:pt x="18825" y="234"/>
                        <a:pt x="20909" y="899"/>
                      </a:cubicBezTo>
                      <a:cubicBezTo>
                        <a:pt x="24766" y="2007"/>
                        <a:pt x="27647" y="4667"/>
                        <a:pt x="29421" y="754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41" name="Graphique 2">
                <a:extLst>
                  <a:ext uri="{FF2B5EF4-FFF2-40B4-BE49-F238E27FC236}">
                    <a16:creationId xmlns:a16="http://schemas.microsoft.com/office/drawing/2014/main" id="{4C9842B0-08DA-48E9-9250-2CA4096D3678}"/>
                  </a:ext>
                </a:extLst>
              </p:cNvPr>
              <p:cNvGrpSpPr/>
              <p:nvPr/>
            </p:nvGrpSpPr>
            <p:grpSpPr>
              <a:xfrm>
                <a:off x="4931647" y="1279208"/>
                <a:ext cx="72900" cy="57615"/>
                <a:chOff x="4931647" y="1279208"/>
                <a:chExt cx="72900" cy="57615"/>
              </a:xfrm>
              <a:solidFill>
                <a:schemeClr val="accent1"/>
              </a:solidFill>
            </p:grpSpPr>
            <p:sp>
              <p:nvSpPr>
                <p:cNvPr id="26667" name="Forme libre : forme 26666">
                  <a:extLst>
                    <a:ext uri="{FF2B5EF4-FFF2-40B4-BE49-F238E27FC236}">
                      <a16:creationId xmlns:a16="http://schemas.microsoft.com/office/drawing/2014/main" id="{25B27A84-0F08-4BD0-88A5-ED844FE34802}"/>
                    </a:ext>
                  </a:extLst>
                </p:cNvPr>
                <p:cNvSpPr/>
                <p:nvPr/>
              </p:nvSpPr>
              <p:spPr>
                <a:xfrm>
                  <a:off x="4931647" y="1279208"/>
                  <a:ext cx="72900" cy="57615"/>
                </a:xfrm>
                <a:custGeom>
                  <a:avLst/>
                  <a:gdLst>
                    <a:gd name="connsiteX0" fmla="*/ 39942 w 72900"/>
                    <a:gd name="connsiteY0" fmla="*/ 56749 h 57615"/>
                    <a:gd name="connsiteX1" fmla="*/ 29569 w 72900"/>
                    <a:gd name="connsiteY1" fmla="*/ 54222 h 57615"/>
                    <a:gd name="connsiteX2" fmla="*/ 18841 w 72900"/>
                    <a:gd name="connsiteY2" fmla="*/ 52538 h 57615"/>
                    <a:gd name="connsiteX3" fmla="*/ 11703 w 72900"/>
                    <a:gd name="connsiteY3" fmla="*/ 50277 h 57615"/>
                    <a:gd name="connsiteX4" fmla="*/ 5719 w 72900"/>
                    <a:gd name="connsiteY4" fmla="*/ 45932 h 57615"/>
                    <a:gd name="connsiteX5" fmla="*/ 0 w 72900"/>
                    <a:gd name="connsiteY5" fmla="*/ 32278 h 57615"/>
                    <a:gd name="connsiteX6" fmla="*/ 44 w 72900"/>
                    <a:gd name="connsiteY6" fmla="*/ 17693 h 57615"/>
                    <a:gd name="connsiteX7" fmla="*/ 7315 w 72900"/>
                    <a:gd name="connsiteY7" fmla="*/ 4394 h 57615"/>
                    <a:gd name="connsiteX8" fmla="*/ 15427 w 72900"/>
                    <a:gd name="connsiteY8" fmla="*/ 670 h 57615"/>
                    <a:gd name="connsiteX9" fmla="*/ 25402 w 72900"/>
                    <a:gd name="connsiteY9" fmla="*/ 227 h 57615"/>
                    <a:gd name="connsiteX10" fmla="*/ 40341 w 72900"/>
                    <a:gd name="connsiteY10" fmla="*/ 2710 h 57615"/>
                    <a:gd name="connsiteX11" fmla="*/ 55236 w 72900"/>
                    <a:gd name="connsiteY11" fmla="*/ 6522 h 57615"/>
                    <a:gd name="connsiteX12" fmla="*/ 64369 w 72900"/>
                    <a:gd name="connsiteY12" fmla="*/ 11265 h 57615"/>
                    <a:gd name="connsiteX13" fmla="*/ 70442 w 72900"/>
                    <a:gd name="connsiteY13" fmla="*/ 18137 h 57615"/>
                    <a:gd name="connsiteX14" fmla="*/ 71373 w 72900"/>
                    <a:gd name="connsiteY14" fmla="*/ 33254 h 57615"/>
                    <a:gd name="connsiteX15" fmla="*/ 64989 w 72900"/>
                    <a:gd name="connsiteY15" fmla="*/ 46154 h 57615"/>
                    <a:gd name="connsiteX16" fmla="*/ 54039 w 72900"/>
                    <a:gd name="connsiteY16" fmla="*/ 55907 h 57615"/>
                    <a:gd name="connsiteX17" fmla="*/ 47079 w 72900"/>
                    <a:gd name="connsiteY17" fmla="*/ 57503 h 57615"/>
                    <a:gd name="connsiteX18" fmla="*/ 39942 w 72900"/>
                    <a:gd name="connsiteY18" fmla="*/ 56749 h 57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2900" h="57615">
                      <a:moveTo>
                        <a:pt x="39942" y="56749"/>
                      </a:moveTo>
                      <a:cubicBezTo>
                        <a:pt x="36484" y="55951"/>
                        <a:pt x="33204" y="54710"/>
                        <a:pt x="29569" y="54222"/>
                      </a:cubicBezTo>
                      <a:cubicBezTo>
                        <a:pt x="26022" y="53601"/>
                        <a:pt x="22520" y="52804"/>
                        <a:pt x="18841" y="52538"/>
                      </a:cubicBezTo>
                      <a:cubicBezTo>
                        <a:pt x="16269" y="52272"/>
                        <a:pt x="13920" y="51385"/>
                        <a:pt x="11703" y="50277"/>
                      </a:cubicBezTo>
                      <a:cubicBezTo>
                        <a:pt x="9487" y="49213"/>
                        <a:pt x="7448" y="47750"/>
                        <a:pt x="5719" y="45932"/>
                      </a:cubicBezTo>
                      <a:cubicBezTo>
                        <a:pt x="2261" y="42253"/>
                        <a:pt x="0" y="37465"/>
                        <a:pt x="0" y="32278"/>
                      </a:cubicBezTo>
                      <a:lnTo>
                        <a:pt x="44" y="17693"/>
                      </a:lnTo>
                      <a:cubicBezTo>
                        <a:pt x="44" y="12374"/>
                        <a:pt x="2748" y="7542"/>
                        <a:pt x="7315" y="4394"/>
                      </a:cubicBezTo>
                      <a:cubicBezTo>
                        <a:pt x="9620" y="2754"/>
                        <a:pt x="12368" y="1513"/>
                        <a:pt x="15427" y="670"/>
                      </a:cubicBezTo>
                      <a:cubicBezTo>
                        <a:pt x="18486" y="-128"/>
                        <a:pt x="21899" y="-128"/>
                        <a:pt x="25402" y="227"/>
                      </a:cubicBezTo>
                      <a:cubicBezTo>
                        <a:pt x="30367" y="670"/>
                        <a:pt x="35376" y="1779"/>
                        <a:pt x="40341" y="2710"/>
                      </a:cubicBezTo>
                      <a:cubicBezTo>
                        <a:pt x="45351" y="3552"/>
                        <a:pt x="50271" y="5236"/>
                        <a:pt x="55236" y="6522"/>
                      </a:cubicBezTo>
                      <a:cubicBezTo>
                        <a:pt x="58694" y="7542"/>
                        <a:pt x="61797" y="9359"/>
                        <a:pt x="64369" y="11265"/>
                      </a:cubicBezTo>
                      <a:cubicBezTo>
                        <a:pt x="66984" y="13172"/>
                        <a:pt x="69023" y="15610"/>
                        <a:pt x="70442" y="18137"/>
                      </a:cubicBezTo>
                      <a:cubicBezTo>
                        <a:pt x="73323" y="23190"/>
                        <a:pt x="73722" y="28510"/>
                        <a:pt x="71373" y="33254"/>
                      </a:cubicBezTo>
                      <a:lnTo>
                        <a:pt x="64989" y="46154"/>
                      </a:lnTo>
                      <a:cubicBezTo>
                        <a:pt x="62684" y="50764"/>
                        <a:pt x="58517" y="54133"/>
                        <a:pt x="54039" y="55907"/>
                      </a:cubicBezTo>
                      <a:cubicBezTo>
                        <a:pt x="51823" y="56793"/>
                        <a:pt x="49473" y="57237"/>
                        <a:pt x="47079" y="57503"/>
                      </a:cubicBezTo>
                      <a:cubicBezTo>
                        <a:pt x="44641" y="57813"/>
                        <a:pt x="42336" y="57458"/>
                        <a:pt x="39942" y="56749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68" name="Forme libre : forme 26667">
                  <a:extLst>
                    <a:ext uri="{FF2B5EF4-FFF2-40B4-BE49-F238E27FC236}">
                      <a16:creationId xmlns:a16="http://schemas.microsoft.com/office/drawing/2014/main" id="{A225D308-4774-4B93-BF81-DE66CB391C37}"/>
                    </a:ext>
                  </a:extLst>
                </p:cNvPr>
                <p:cNvSpPr/>
                <p:nvPr/>
              </p:nvSpPr>
              <p:spPr>
                <a:xfrm>
                  <a:off x="4931647" y="1305147"/>
                  <a:ext cx="65166" cy="31669"/>
                </a:xfrm>
                <a:custGeom>
                  <a:avLst/>
                  <a:gdLst>
                    <a:gd name="connsiteX0" fmla="*/ 25313 w 65166"/>
                    <a:gd name="connsiteY0" fmla="*/ 9886 h 31669"/>
                    <a:gd name="connsiteX1" fmla="*/ 11083 w 65166"/>
                    <a:gd name="connsiteY1" fmla="*/ 8068 h 31669"/>
                    <a:gd name="connsiteX2" fmla="*/ 0 w 65166"/>
                    <a:gd name="connsiteY2" fmla="*/ 0 h 31669"/>
                    <a:gd name="connsiteX3" fmla="*/ 0 w 65166"/>
                    <a:gd name="connsiteY3" fmla="*/ 6295 h 31669"/>
                    <a:gd name="connsiteX4" fmla="*/ 5719 w 65166"/>
                    <a:gd name="connsiteY4" fmla="*/ 19949 h 31669"/>
                    <a:gd name="connsiteX5" fmla="*/ 11703 w 65166"/>
                    <a:gd name="connsiteY5" fmla="*/ 24293 h 31669"/>
                    <a:gd name="connsiteX6" fmla="*/ 18841 w 65166"/>
                    <a:gd name="connsiteY6" fmla="*/ 26554 h 31669"/>
                    <a:gd name="connsiteX7" fmla="*/ 29569 w 65166"/>
                    <a:gd name="connsiteY7" fmla="*/ 28239 h 31669"/>
                    <a:gd name="connsiteX8" fmla="*/ 39942 w 65166"/>
                    <a:gd name="connsiteY8" fmla="*/ 30766 h 31669"/>
                    <a:gd name="connsiteX9" fmla="*/ 47035 w 65166"/>
                    <a:gd name="connsiteY9" fmla="*/ 31608 h 31669"/>
                    <a:gd name="connsiteX10" fmla="*/ 53995 w 65166"/>
                    <a:gd name="connsiteY10" fmla="*/ 30012 h 31669"/>
                    <a:gd name="connsiteX11" fmla="*/ 64945 w 65166"/>
                    <a:gd name="connsiteY11" fmla="*/ 20259 h 31669"/>
                    <a:gd name="connsiteX12" fmla="*/ 65167 w 65166"/>
                    <a:gd name="connsiteY12" fmla="*/ 19860 h 31669"/>
                    <a:gd name="connsiteX13" fmla="*/ 55458 w 65166"/>
                    <a:gd name="connsiteY13" fmla="*/ 15915 h 31669"/>
                    <a:gd name="connsiteX14" fmla="*/ 45750 w 65166"/>
                    <a:gd name="connsiteY14" fmla="*/ 12457 h 31669"/>
                    <a:gd name="connsiteX15" fmla="*/ 35731 w 65166"/>
                    <a:gd name="connsiteY15" fmla="*/ 10196 h 31669"/>
                    <a:gd name="connsiteX16" fmla="*/ 25313 w 65166"/>
                    <a:gd name="connsiteY16" fmla="*/ 9886 h 31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5166" h="31669">
                      <a:moveTo>
                        <a:pt x="25313" y="9886"/>
                      </a:moveTo>
                      <a:cubicBezTo>
                        <a:pt x="20259" y="10595"/>
                        <a:pt x="15471" y="9531"/>
                        <a:pt x="11083" y="8068"/>
                      </a:cubicBezTo>
                      <a:cubicBezTo>
                        <a:pt x="6694" y="6561"/>
                        <a:pt x="2837" y="3591"/>
                        <a:pt x="0" y="0"/>
                      </a:cubicBezTo>
                      <a:lnTo>
                        <a:pt x="0" y="6295"/>
                      </a:lnTo>
                      <a:cubicBezTo>
                        <a:pt x="0" y="11526"/>
                        <a:pt x="2261" y="16269"/>
                        <a:pt x="5719" y="19949"/>
                      </a:cubicBezTo>
                      <a:cubicBezTo>
                        <a:pt x="7448" y="21767"/>
                        <a:pt x="9442" y="23229"/>
                        <a:pt x="11703" y="24293"/>
                      </a:cubicBezTo>
                      <a:cubicBezTo>
                        <a:pt x="13920" y="25357"/>
                        <a:pt x="16269" y="26288"/>
                        <a:pt x="18841" y="26554"/>
                      </a:cubicBezTo>
                      <a:cubicBezTo>
                        <a:pt x="22564" y="26820"/>
                        <a:pt x="26022" y="27618"/>
                        <a:pt x="29569" y="28239"/>
                      </a:cubicBezTo>
                      <a:cubicBezTo>
                        <a:pt x="33160" y="28727"/>
                        <a:pt x="36440" y="29968"/>
                        <a:pt x="39942" y="30766"/>
                      </a:cubicBezTo>
                      <a:cubicBezTo>
                        <a:pt x="42336" y="31431"/>
                        <a:pt x="44641" y="31830"/>
                        <a:pt x="47035" y="31608"/>
                      </a:cubicBezTo>
                      <a:cubicBezTo>
                        <a:pt x="49473" y="31342"/>
                        <a:pt x="51779" y="30899"/>
                        <a:pt x="53995" y="30012"/>
                      </a:cubicBezTo>
                      <a:cubicBezTo>
                        <a:pt x="58472" y="28239"/>
                        <a:pt x="62640" y="24870"/>
                        <a:pt x="64945" y="20259"/>
                      </a:cubicBezTo>
                      <a:lnTo>
                        <a:pt x="65167" y="19860"/>
                      </a:lnTo>
                      <a:cubicBezTo>
                        <a:pt x="61842" y="18619"/>
                        <a:pt x="58650" y="17289"/>
                        <a:pt x="55458" y="15915"/>
                      </a:cubicBezTo>
                      <a:cubicBezTo>
                        <a:pt x="52177" y="14807"/>
                        <a:pt x="49030" y="13477"/>
                        <a:pt x="45750" y="12457"/>
                      </a:cubicBezTo>
                      <a:cubicBezTo>
                        <a:pt x="42425" y="11615"/>
                        <a:pt x="39100" y="10684"/>
                        <a:pt x="35731" y="10196"/>
                      </a:cubicBezTo>
                      <a:cubicBezTo>
                        <a:pt x="32273" y="9886"/>
                        <a:pt x="28815" y="9708"/>
                        <a:pt x="25313" y="988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69" name="Forme libre : forme 26668">
                  <a:extLst>
                    <a:ext uri="{FF2B5EF4-FFF2-40B4-BE49-F238E27FC236}">
                      <a16:creationId xmlns:a16="http://schemas.microsoft.com/office/drawing/2014/main" id="{4F1B028A-0ED6-4B5F-BA18-44EAA75ADA81}"/>
                    </a:ext>
                  </a:extLst>
                </p:cNvPr>
                <p:cNvSpPr/>
                <p:nvPr/>
              </p:nvSpPr>
              <p:spPr>
                <a:xfrm>
                  <a:off x="4955210" y="1299628"/>
                  <a:ext cx="31204" cy="20650"/>
                </a:xfrm>
                <a:custGeom>
                  <a:avLst/>
                  <a:gdLst>
                    <a:gd name="connsiteX0" fmla="*/ 30831 w 31204"/>
                    <a:gd name="connsiteY0" fmla="*/ 14873 h 20650"/>
                    <a:gd name="connsiteX1" fmla="*/ 24270 w 31204"/>
                    <a:gd name="connsiteY1" fmla="*/ 19971 h 20650"/>
                    <a:gd name="connsiteX2" fmla="*/ 13320 w 31204"/>
                    <a:gd name="connsiteY2" fmla="*/ 19927 h 20650"/>
                    <a:gd name="connsiteX3" fmla="*/ 7823 w 31204"/>
                    <a:gd name="connsiteY3" fmla="*/ 17976 h 20650"/>
                    <a:gd name="connsiteX4" fmla="*/ 3523 w 31204"/>
                    <a:gd name="connsiteY4" fmla="*/ 15006 h 20650"/>
                    <a:gd name="connsiteX5" fmla="*/ 65 w 31204"/>
                    <a:gd name="connsiteY5" fmla="*/ 7425 h 20650"/>
                    <a:gd name="connsiteX6" fmla="*/ 5828 w 31204"/>
                    <a:gd name="connsiteY6" fmla="*/ 1130 h 20650"/>
                    <a:gd name="connsiteX7" fmla="*/ 11414 w 31204"/>
                    <a:gd name="connsiteY7" fmla="*/ 22 h 20650"/>
                    <a:gd name="connsiteX8" fmla="*/ 18019 w 31204"/>
                    <a:gd name="connsiteY8" fmla="*/ 598 h 20650"/>
                    <a:gd name="connsiteX9" fmla="*/ 28659 w 31204"/>
                    <a:gd name="connsiteY9" fmla="*/ 6672 h 20650"/>
                    <a:gd name="connsiteX10" fmla="*/ 30831 w 31204"/>
                    <a:gd name="connsiteY10" fmla="*/ 14873 h 20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204" h="20650">
                      <a:moveTo>
                        <a:pt x="30831" y="14873"/>
                      </a:moveTo>
                      <a:cubicBezTo>
                        <a:pt x="29900" y="17444"/>
                        <a:pt x="27373" y="19173"/>
                        <a:pt x="24270" y="19971"/>
                      </a:cubicBezTo>
                      <a:cubicBezTo>
                        <a:pt x="21167" y="20725"/>
                        <a:pt x="17221" y="21035"/>
                        <a:pt x="13320" y="19927"/>
                      </a:cubicBezTo>
                      <a:cubicBezTo>
                        <a:pt x="11370" y="19350"/>
                        <a:pt x="9464" y="18863"/>
                        <a:pt x="7823" y="17976"/>
                      </a:cubicBezTo>
                      <a:cubicBezTo>
                        <a:pt x="6183" y="17134"/>
                        <a:pt x="4720" y="16114"/>
                        <a:pt x="3523" y="15006"/>
                      </a:cubicBezTo>
                      <a:cubicBezTo>
                        <a:pt x="1129" y="12701"/>
                        <a:pt x="-334" y="10174"/>
                        <a:pt x="65" y="7425"/>
                      </a:cubicBezTo>
                      <a:cubicBezTo>
                        <a:pt x="420" y="4766"/>
                        <a:pt x="2548" y="2327"/>
                        <a:pt x="5828" y="1130"/>
                      </a:cubicBezTo>
                      <a:cubicBezTo>
                        <a:pt x="7469" y="510"/>
                        <a:pt x="9375" y="155"/>
                        <a:pt x="11414" y="22"/>
                      </a:cubicBezTo>
                      <a:cubicBezTo>
                        <a:pt x="13498" y="-22"/>
                        <a:pt x="15759" y="-67"/>
                        <a:pt x="18019" y="598"/>
                      </a:cubicBezTo>
                      <a:cubicBezTo>
                        <a:pt x="22541" y="1884"/>
                        <a:pt x="26398" y="3879"/>
                        <a:pt x="28659" y="6672"/>
                      </a:cubicBezTo>
                      <a:cubicBezTo>
                        <a:pt x="30920" y="9376"/>
                        <a:pt x="31762" y="12302"/>
                        <a:pt x="30831" y="1487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70" name="Forme libre : forme 26669">
                  <a:extLst>
                    <a:ext uri="{FF2B5EF4-FFF2-40B4-BE49-F238E27FC236}">
                      <a16:creationId xmlns:a16="http://schemas.microsoft.com/office/drawing/2014/main" id="{6468AFF6-BE1C-4BF6-BF00-6322786C2525}"/>
                    </a:ext>
                  </a:extLst>
                </p:cNvPr>
                <p:cNvSpPr/>
                <p:nvPr/>
              </p:nvSpPr>
              <p:spPr>
                <a:xfrm>
                  <a:off x="4955221" y="1300005"/>
                  <a:ext cx="20002" cy="20296"/>
                </a:xfrm>
                <a:custGeom>
                  <a:avLst/>
                  <a:gdLst>
                    <a:gd name="connsiteX0" fmla="*/ 8388 w 20002"/>
                    <a:gd name="connsiteY0" fmla="*/ 0 h 20296"/>
                    <a:gd name="connsiteX1" fmla="*/ 2625 w 20002"/>
                    <a:gd name="connsiteY1" fmla="*/ 2571 h 20296"/>
                    <a:gd name="connsiteX2" fmla="*/ 54 w 20002"/>
                    <a:gd name="connsiteY2" fmla="*/ 7049 h 20296"/>
                    <a:gd name="connsiteX3" fmla="*/ 3512 w 20002"/>
                    <a:gd name="connsiteY3" fmla="*/ 14629 h 20296"/>
                    <a:gd name="connsiteX4" fmla="*/ 7812 w 20002"/>
                    <a:gd name="connsiteY4" fmla="*/ 17599 h 20296"/>
                    <a:gd name="connsiteX5" fmla="*/ 13309 w 20002"/>
                    <a:gd name="connsiteY5" fmla="*/ 19550 h 20296"/>
                    <a:gd name="connsiteX6" fmla="*/ 20003 w 20002"/>
                    <a:gd name="connsiteY6" fmla="*/ 20259 h 20296"/>
                    <a:gd name="connsiteX7" fmla="*/ 16634 w 20002"/>
                    <a:gd name="connsiteY7" fmla="*/ 18619 h 20296"/>
                    <a:gd name="connsiteX8" fmla="*/ 12777 w 20002"/>
                    <a:gd name="connsiteY8" fmla="*/ 14585 h 20296"/>
                    <a:gd name="connsiteX9" fmla="*/ 9807 w 20002"/>
                    <a:gd name="connsiteY9" fmla="*/ 10019 h 20296"/>
                    <a:gd name="connsiteX10" fmla="*/ 8388 w 20002"/>
                    <a:gd name="connsiteY10" fmla="*/ 0 h 20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002" h="20296">
                      <a:moveTo>
                        <a:pt x="8388" y="0"/>
                      </a:moveTo>
                      <a:cubicBezTo>
                        <a:pt x="6039" y="488"/>
                        <a:pt x="4088" y="1241"/>
                        <a:pt x="2625" y="2571"/>
                      </a:cubicBezTo>
                      <a:cubicBezTo>
                        <a:pt x="1162" y="3812"/>
                        <a:pt x="276" y="5364"/>
                        <a:pt x="54" y="7049"/>
                      </a:cubicBezTo>
                      <a:cubicBezTo>
                        <a:pt x="-301" y="9841"/>
                        <a:pt x="1118" y="12324"/>
                        <a:pt x="3512" y="14629"/>
                      </a:cubicBezTo>
                      <a:cubicBezTo>
                        <a:pt x="4709" y="15782"/>
                        <a:pt x="6172" y="16801"/>
                        <a:pt x="7812" y="17599"/>
                      </a:cubicBezTo>
                      <a:cubicBezTo>
                        <a:pt x="9452" y="18486"/>
                        <a:pt x="11358" y="18929"/>
                        <a:pt x="13309" y="19550"/>
                      </a:cubicBezTo>
                      <a:cubicBezTo>
                        <a:pt x="15614" y="20171"/>
                        <a:pt x="17875" y="20392"/>
                        <a:pt x="20003" y="20259"/>
                      </a:cubicBezTo>
                      <a:cubicBezTo>
                        <a:pt x="18806" y="19905"/>
                        <a:pt x="17653" y="19373"/>
                        <a:pt x="16634" y="18619"/>
                      </a:cubicBezTo>
                      <a:cubicBezTo>
                        <a:pt x="15215" y="17466"/>
                        <a:pt x="13930" y="16048"/>
                        <a:pt x="12777" y="14585"/>
                      </a:cubicBezTo>
                      <a:cubicBezTo>
                        <a:pt x="11624" y="13166"/>
                        <a:pt x="10605" y="11659"/>
                        <a:pt x="9807" y="10019"/>
                      </a:cubicBezTo>
                      <a:cubicBezTo>
                        <a:pt x="8211" y="6783"/>
                        <a:pt x="7502" y="3236"/>
                        <a:pt x="8388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71" name="Forme libre : forme 26670">
                  <a:extLst>
                    <a:ext uri="{FF2B5EF4-FFF2-40B4-BE49-F238E27FC236}">
                      <a16:creationId xmlns:a16="http://schemas.microsoft.com/office/drawing/2014/main" id="{A5C1AC55-BB8A-4E98-8DBE-D7FF64E9C4FE}"/>
                    </a:ext>
                  </a:extLst>
                </p:cNvPr>
                <p:cNvSpPr/>
                <p:nvPr/>
              </p:nvSpPr>
              <p:spPr>
                <a:xfrm>
                  <a:off x="4956461" y="1302045"/>
                  <a:ext cx="30742" cy="20707"/>
                </a:xfrm>
                <a:custGeom>
                  <a:avLst/>
                  <a:gdLst>
                    <a:gd name="connsiteX0" fmla="*/ 30333 w 30742"/>
                    <a:gd name="connsiteY0" fmla="*/ 15028 h 20707"/>
                    <a:gd name="connsiteX1" fmla="*/ 23772 w 30742"/>
                    <a:gd name="connsiteY1" fmla="*/ 20126 h 20707"/>
                    <a:gd name="connsiteX2" fmla="*/ 18674 w 30742"/>
                    <a:gd name="connsiteY2" fmla="*/ 20702 h 20707"/>
                    <a:gd name="connsiteX3" fmla="*/ 13000 w 30742"/>
                    <a:gd name="connsiteY3" fmla="*/ 19993 h 20707"/>
                    <a:gd name="connsiteX4" fmla="*/ 3380 w 30742"/>
                    <a:gd name="connsiteY4" fmla="*/ 15028 h 20707"/>
                    <a:gd name="connsiteX5" fmla="*/ 55 w 30742"/>
                    <a:gd name="connsiteY5" fmla="*/ 7314 h 20707"/>
                    <a:gd name="connsiteX6" fmla="*/ 5774 w 30742"/>
                    <a:gd name="connsiteY6" fmla="*/ 1152 h 20707"/>
                    <a:gd name="connsiteX7" fmla="*/ 17832 w 30742"/>
                    <a:gd name="connsiteY7" fmla="*/ 753 h 20707"/>
                    <a:gd name="connsiteX8" fmla="*/ 23905 w 30742"/>
                    <a:gd name="connsiteY8" fmla="*/ 3191 h 20707"/>
                    <a:gd name="connsiteX9" fmla="*/ 28250 w 30742"/>
                    <a:gd name="connsiteY9" fmla="*/ 6871 h 20707"/>
                    <a:gd name="connsiteX10" fmla="*/ 30333 w 30742"/>
                    <a:gd name="connsiteY10" fmla="*/ 15028 h 20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742" h="20707">
                      <a:moveTo>
                        <a:pt x="30333" y="15028"/>
                      </a:moveTo>
                      <a:cubicBezTo>
                        <a:pt x="29358" y="17599"/>
                        <a:pt x="26876" y="19328"/>
                        <a:pt x="23772" y="20126"/>
                      </a:cubicBezTo>
                      <a:cubicBezTo>
                        <a:pt x="22221" y="20569"/>
                        <a:pt x="20536" y="20614"/>
                        <a:pt x="18674" y="20702"/>
                      </a:cubicBezTo>
                      <a:cubicBezTo>
                        <a:pt x="16857" y="20747"/>
                        <a:pt x="14906" y="20525"/>
                        <a:pt x="13000" y="19993"/>
                      </a:cubicBezTo>
                      <a:cubicBezTo>
                        <a:pt x="9188" y="18840"/>
                        <a:pt x="5730" y="17377"/>
                        <a:pt x="3380" y="15028"/>
                      </a:cubicBezTo>
                      <a:cubicBezTo>
                        <a:pt x="1075" y="12678"/>
                        <a:pt x="-299" y="10018"/>
                        <a:pt x="55" y="7314"/>
                      </a:cubicBezTo>
                      <a:cubicBezTo>
                        <a:pt x="454" y="4566"/>
                        <a:pt x="2582" y="2305"/>
                        <a:pt x="5774" y="1152"/>
                      </a:cubicBezTo>
                      <a:cubicBezTo>
                        <a:pt x="8966" y="44"/>
                        <a:pt x="13399" y="-577"/>
                        <a:pt x="17832" y="753"/>
                      </a:cubicBezTo>
                      <a:cubicBezTo>
                        <a:pt x="20049" y="1374"/>
                        <a:pt x="22132" y="2216"/>
                        <a:pt x="23905" y="3191"/>
                      </a:cubicBezTo>
                      <a:cubicBezTo>
                        <a:pt x="25723" y="4123"/>
                        <a:pt x="27142" y="5541"/>
                        <a:pt x="28250" y="6871"/>
                      </a:cubicBezTo>
                      <a:cubicBezTo>
                        <a:pt x="30511" y="9575"/>
                        <a:pt x="31309" y="12457"/>
                        <a:pt x="30333" y="1502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72" name="Forme libre : forme 26671">
                  <a:extLst>
                    <a:ext uri="{FF2B5EF4-FFF2-40B4-BE49-F238E27FC236}">
                      <a16:creationId xmlns:a16="http://schemas.microsoft.com/office/drawing/2014/main" id="{C44CE60B-49AB-4690-81A3-7E1C1EA978E9}"/>
                    </a:ext>
                  </a:extLst>
                </p:cNvPr>
                <p:cNvSpPr/>
                <p:nvPr/>
              </p:nvSpPr>
              <p:spPr>
                <a:xfrm>
                  <a:off x="4941494" y="1290408"/>
                  <a:ext cx="35742" cy="39518"/>
                </a:xfrm>
                <a:custGeom>
                  <a:avLst/>
                  <a:gdLst>
                    <a:gd name="connsiteX0" fmla="*/ 260 w 35742"/>
                    <a:gd name="connsiteY0" fmla="*/ 16690 h 39518"/>
                    <a:gd name="connsiteX1" fmla="*/ 748 w 35742"/>
                    <a:gd name="connsiteY1" fmla="*/ 25999 h 39518"/>
                    <a:gd name="connsiteX2" fmla="*/ 14180 w 35742"/>
                    <a:gd name="connsiteY2" fmla="*/ 37348 h 39518"/>
                    <a:gd name="connsiteX3" fmla="*/ 28588 w 35742"/>
                    <a:gd name="connsiteY3" fmla="*/ 39121 h 39518"/>
                    <a:gd name="connsiteX4" fmla="*/ 35725 w 35742"/>
                    <a:gd name="connsiteY4" fmla="*/ 31807 h 39518"/>
                    <a:gd name="connsiteX5" fmla="*/ 32001 w 35742"/>
                    <a:gd name="connsiteY5" fmla="*/ 25955 h 39518"/>
                    <a:gd name="connsiteX6" fmla="*/ 21184 w 35742"/>
                    <a:gd name="connsiteY6" fmla="*/ 12345 h 39518"/>
                    <a:gd name="connsiteX7" fmla="*/ 5757 w 35742"/>
                    <a:gd name="connsiteY7" fmla="*/ 154 h 39518"/>
                    <a:gd name="connsiteX8" fmla="*/ 260 w 35742"/>
                    <a:gd name="connsiteY8" fmla="*/ 16690 h 39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742" h="39518">
                      <a:moveTo>
                        <a:pt x="260" y="16690"/>
                      </a:moveTo>
                      <a:cubicBezTo>
                        <a:pt x="-50" y="19793"/>
                        <a:pt x="-272" y="23029"/>
                        <a:pt x="748" y="25999"/>
                      </a:cubicBezTo>
                      <a:cubicBezTo>
                        <a:pt x="2787" y="31496"/>
                        <a:pt x="8550" y="35442"/>
                        <a:pt x="14180" y="37348"/>
                      </a:cubicBezTo>
                      <a:cubicBezTo>
                        <a:pt x="18746" y="39299"/>
                        <a:pt x="23844" y="40052"/>
                        <a:pt x="28588" y="39121"/>
                      </a:cubicBezTo>
                      <a:cubicBezTo>
                        <a:pt x="32178" y="38235"/>
                        <a:pt x="36035" y="35486"/>
                        <a:pt x="35725" y="31807"/>
                      </a:cubicBezTo>
                      <a:cubicBezTo>
                        <a:pt x="35503" y="29501"/>
                        <a:pt x="33686" y="27728"/>
                        <a:pt x="32001" y="25955"/>
                      </a:cubicBezTo>
                      <a:cubicBezTo>
                        <a:pt x="28056" y="21655"/>
                        <a:pt x="24332" y="17266"/>
                        <a:pt x="21184" y="12345"/>
                      </a:cubicBezTo>
                      <a:cubicBezTo>
                        <a:pt x="18657" y="8001"/>
                        <a:pt x="13338" y="-1309"/>
                        <a:pt x="5757" y="154"/>
                      </a:cubicBezTo>
                      <a:cubicBezTo>
                        <a:pt x="-937" y="1972"/>
                        <a:pt x="703" y="12345"/>
                        <a:pt x="260" y="1669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73" name="Forme libre : forme 26672">
                  <a:extLst>
                    <a:ext uri="{FF2B5EF4-FFF2-40B4-BE49-F238E27FC236}">
                      <a16:creationId xmlns:a16="http://schemas.microsoft.com/office/drawing/2014/main" id="{9E071FF8-A7A2-466E-9D66-763136CF65C6}"/>
                    </a:ext>
                  </a:extLst>
                </p:cNvPr>
                <p:cNvSpPr/>
                <p:nvPr/>
              </p:nvSpPr>
              <p:spPr>
                <a:xfrm>
                  <a:off x="4949057" y="1291803"/>
                  <a:ext cx="14447" cy="8964"/>
                </a:xfrm>
                <a:custGeom>
                  <a:avLst/>
                  <a:gdLst>
                    <a:gd name="connsiteX0" fmla="*/ 1032 w 14447"/>
                    <a:gd name="connsiteY0" fmla="*/ 4655 h 8964"/>
                    <a:gd name="connsiteX1" fmla="*/ 12 w 14447"/>
                    <a:gd name="connsiteY1" fmla="*/ 6695 h 8964"/>
                    <a:gd name="connsiteX2" fmla="*/ 1076 w 14447"/>
                    <a:gd name="connsiteY2" fmla="*/ 8689 h 8964"/>
                    <a:gd name="connsiteX3" fmla="*/ 3470 w 14447"/>
                    <a:gd name="connsiteY3" fmla="*/ 8867 h 8964"/>
                    <a:gd name="connsiteX4" fmla="*/ 9543 w 14447"/>
                    <a:gd name="connsiteY4" fmla="*/ 7537 h 8964"/>
                    <a:gd name="connsiteX5" fmla="*/ 11849 w 14447"/>
                    <a:gd name="connsiteY5" fmla="*/ 6650 h 8964"/>
                    <a:gd name="connsiteX6" fmla="*/ 11051 w 14447"/>
                    <a:gd name="connsiteY6" fmla="*/ 1 h 8964"/>
                    <a:gd name="connsiteX7" fmla="*/ 1032 w 14447"/>
                    <a:gd name="connsiteY7" fmla="*/ 4655 h 8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47" h="8964">
                      <a:moveTo>
                        <a:pt x="1032" y="4655"/>
                      </a:moveTo>
                      <a:cubicBezTo>
                        <a:pt x="544" y="5276"/>
                        <a:pt x="101" y="5941"/>
                        <a:pt x="12" y="6695"/>
                      </a:cubicBezTo>
                      <a:cubicBezTo>
                        <a:pt x="-76" y="7448"/>
                        <a:pt x="323" y="8291"/>
                        <a:pt x="1076" y="8689"/>
                      </a:cubicBezTo>
                      <a:cubicBezTo>
                        <a:pt x="1785" y="9044"/>
                        <a:pt x="2672" y="9000"/>
                        <a:pt x="3470" y="8867"/>
                      </a:cubicBezTo>
                      <a:cubicBezTo>
                        <a:pt x="5554" y="8601"/>
                        <a:pt x="7593" y="8158"/>
                        <a:pt x="9543" y="7537"/>
                      </a:cubicBezTo>
                      <a:cubicBezTo>
                        <a:pt x="10386" y="7271"/>
                        <a:pt x="11184" y="7049"/>
                        <a:pt x="11849" y="6650"/>
                      </a:cubicBezTo>
                      <a:cubicBezTo>
                        <a:pt x="14686" y="4921"/>
                        <a:pt x="16193" y="267"/>
                        <a:pt x="11051" y="1"/>
                      </a:cubicBezTo>
                      <a:cubicBezTo>
                        <a:pt x="7149" y="-44"/>
                        <a:pt x="3071" y="2217"/>
                        <a:pt x="1032" y="465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74" name="Forme libre : forme 26673">
                  <a:extLst>
                    <a:ext uri="{FF2B5EF4-FFF2-40B4-BE49-F238E27FC236}">
                      <a16:creationId xmlns:a16="http://schemas.microsoft.com/office/drawing/2014/main" id="{EB3202E9-8137-47C6-8349-0FC5CF4C75FE}"/>
                    </a:ext>
                  </a:extLst>
                </p:cNvPr>
                <p:cNvSpPr/>
                <p:nvPr/>
              </p:nvSpPr>
              <p:spPr>
                <a:xfrm>
                  <a:off x="4972298" y="1322658"/>
                  <a:ext cx="23362" cy="12384"/>
                </a:xfrm>
                <a:custGeom>
                  <a:avLst/>
                  <a:gdLst>
                    <a:gd name="connsiteX0" fmla="*/ 23362 w 23362"/>
                    <a:gd name="connsiteY0" fmla="*/ 0 h 12384"/>
                    <a:gd name="connsiteX1" fmla="*/ 18131 w 23362"/>
                    <a:gd name="connsiteY1" fmla="*/ 6605 h 12384"/>
                    <a:gd name="connsiteX2" fmla="*/ 10905 w 23362"/>
                    <a:gd name="connsiteY2" fmla="*/ 10684 h 12384"/>
                    <a:gd name="connsiteX3" fmla="*/ 0 w 23362"/>
                    <a:gd name="connsiteY3" fmla="*/ 12368 h 12384"/>
                    <a:gd name="connsiteX4" fmla="*/ 2261 w 23362"/>
                    <a:gd name="connsiteY4" fmla="*/ 12102 h 12384"/>
                    <a:gd name="connsiteX5" fmla="*/ 7935 w 23362"/>
                    <a:gd name="connsiteY5" fmla="*/ 10640 h 12384"/>
                    <a:gd name="connsiteX6" fmla="*/ 23362 w 23362"/>
                    <a:gd name="connsiteY6" fmla="*/ 0 h 12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62" h="12384">
                      <a:moveTo>
                        <a:pt x="23362" y="0"/>
                      </a:moveTo>
                      <a:cubicBezTo>
                        <a:pt x="23362" y="0"/>
                        <a:pt x="21900" y="3458"/>
                        <a:pt x="18131" y="6605"/>
                      </a:cubicBezTo>
                      <a:cubicBezTo>
                        <a:pt x="16269" y="8157"/>
                        <a:pt x="13876" y="9664"/>
                        <a:pt x="10905" y="10684"/>
                      </a:cubicBezTo>
                      <a:cubicBezTo>
                        <a:pt x="7891" y="11792"/>
                        <a:pt x="4300" y="12501"/>
                        <a:pt x="0" y="12368"/>
                      </a:cubicBezTo>
                      <a:cubicBezTo>
                        <a:pt x="0" y="12368"/>
                        <a:pt x="798" y="12280"/>
                        <a:pt x="2261" y="12102"/>
                      </a:cubicBezTo>
                      <a:cubicBezTo>
                        <a:pt x="3679" y="11881"/>
                        <a:pt x="5630" y="11437"/>
                        <a:pt x="7935" y="10640"/>
                      </a:cubicBezTo>
                      <a:cubicBezTo>
                        <a:pt x="12501" y="8866"/>
                        <a:pt x="18353" y="6251"/>
                        <a:pt x="233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75" name="Forme libre : forme 26674">
                  <a:extLst>
                    <a:ext uri="{FF2B5EF4-FFF2-40B4-BE49-F238E27FC236}">
                      <a16:creationId xmlns:a16="http://schemas.microsoft.com/office/drawing/2014/main" id="{FFE755CF-3884-4F72-8593-907D847C9602}"/>
                    </a:ext>
                  </a:extLst>
                </p:cNvPr>
                <p:cNvSpPr/>
                <p:nvPr/>
              </p:nvSpPr>
              <p:spPr>
                <a:xfrm>
                  <a:off x="4932977" y="1281090"/>
                  <a:ext cx="25357" cy="17408"/>
                </a:xfrm>
                <a:custGeom>
                  <a:avLst/>
                  <a:gdLst>
                    <a:gd name="connsiteX0" fmla="*/ 25357 w 25357"/>
                    <a:gd name="connsiteY0" fmla="*/ 75 h 17408"/>
                    <a:gd name="connsiteX1" fmla="*/ 21722 w 25357"/>
                    <a:gd name="connsiteY1" fmla="*/ 30 h 17408"/>
                    <a:gd name="connsiteX2" fmla="*/ 13477 w 25357"/>
                    <a:gd name="connsiteY2" fmla="*/ 1449 h 17408"/>
                    <a:gd name="connsiteX3" fmla="*/ 0 w 25357"/>
                    <a:gd name="connsiteY3" fmla="*/ 17408 h 17408"/>
                    <a:gd name="connsiteX4" fmla="*/ 4699 w 25357"/>
                    <a:gd name="connsiteY4" fmla="*/ 9118 h 17408"/>
                    <a:gd name="connsiteX5" fmla="*/ 12413 w 25357"/>
                    <a:gd name="connsiteY5" fmla="*/ 3045 h 17408"/>
                    <a:gd name="connsiteX6" fmla="*/ 25357 w 25357"/>
                    <a:gd name="connsiteY6" fmla="*/ 75 h 17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357" h="17408">
                      <a:moveTo>
                        <a:pt x="25357" y="75"/>
                      </a:moveTo>
                      <a:cubicBezTo>
                        <a:pt x="25357" y="75"/>
                        <a:pt x="23939" y="-58"/>
                        <a:pt x="21722" y="30"/>
                      </a:cubicBezTo>
                      <a:cubicBezTo>
                        <a:pt x="19506" y="163"/>
                        <a:pt x="16535" y="341"/>
                        <a:pt x="13477" y="1449"/>
                      </a:cubicBezTo>
                      <a:cubicBezTo>
                        <a:pt x="7403" y="3621"/>
                        <a:pt x="1197" y="8099"/>
                        <a:pt x="0" y="17408"/>
                      </a:cubicBezTo>
                      <a:cubicBezTo>
                        <a:pt x="0" y="17408"/>
                        <a:pt x="1064" y="13374"/>
                        <a:pt x="4699" y="9118"/>
                      </a:cubicBezTo>
                      <a:cubicBezTo>
                        <a:pt x="6517" y="6990"/>
                        <a:pt x="9044" y="4818"/>
                        <a:pt x="12413" y="3045"/>
                      </a:cubicBezTo>
                      <a:cubicBezTo>
                        <a:pt x="15782" y="1139"/>
                        <a:pt x="20126" y="252"/>
                        <a:pt x="25357" y="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76" name="Forme libre : forme 26675">
                  <a:extLst>
                    <a:ext uri="{FF2B5EF4-FFF2-40B4-BE49-F238E27FC236}">
                      <a16:creationId xmlns:a16="http://schemas.microsoft.com/office/drawing/2014/main" id="{B8386476-9FB5-4D71-B25B-5A18C5D84FAF}"/>
                    </a:ext>
                  </a:extLst>
                </p:cNvPr>
                <p:cNvSpPr/>
                <p:nvPr/>
              </p:nvSpPr>
              <p:spPr>
                <a:xfrm>
                  <a:off x="4969334" y="1302284"/>
                  <a:ext cx="11431" cy="8339"/>
                </a:xfrm>
                <a:custGeom>
                  <a:avLst/>
                  <a:gdLst>
                    <a:gd name="connsiteX0" fmla="*/ 11032 w 11431"/>
                    <a:gd name="connsiteY0" fmla="*/ 7430 h 8339"/>
                    <a:gd name="connsiteX1" fmla="*/ 3806 w 11431"/>
                    <a:gd name="connsiteY1" fmla="*/ 6809 h 8339"/>
                    <a:gd name="connsiteX2" fmla="*/ 304 w 11431"/>
                    <a:gd name="connsiteY2" fmla="*/ 1001 h 8339"/>
                    <a:gd name="connsiteX3" fmla="*/ 7752 w 11431"/>
                    <a:gd name="connsiteY3" fmla="*/ 1578 h 8339"/>
                    <a:gd name="connsiteX4" fmla="*/ 11032 w 11431"/>
                    <a:gd name="connsiteY4" fmla="*/ 7430 h 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31" h="8339">
                      <a:moveTo>
                        <a:pt x="11032" y="7430"/>
                      </a:moveTo>
                      <a:cubicBezTo>
                        <a:pt x="9879" y="8848"/>
                        <a:pt x="6688" y="8582"/>
                        <a:pt x="3806" y="6809"/>
                      </a:cubicBezTo>
                      <a:cubicBezTo>
                        <a:pt x="925" y="4947"/>
                        <a:pt x="-716" y="2509"/>
                        <a:pt x="304" y="1001"/>
                      </a:cubicBezTo>
                      <a:cubicBezTo>
                        <a:pt x="1368" y="-594"/>
                        <a:pt x="4737" y="-195"/>
                        <a:pt x="7752" y="1578"/>
                      </a:cubicBezTo>
                      <a:cubicBezTo>
                        <a:pt x="10766" y="3395"/>
                        <a:pt x="12185" y="6011"/>
                        <a:pt x="11032" y="743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77" name="Forme libre : forme 26676">
                  <a:extLst>
                    <a:ext uri="{FF2B5EF4-FFF2-40B4-BE49-F238E27FC236}">
                      <a16:creationId xmlns:a16="http://schemas.microsoft.com/office/drawing/2014/main" id="{52209962-BE4A-46D6-90B7-187EBDAC212C}"/>
                    </a:ext>
                  </a:extLst>
                </p:cNvPr>
                <p:cNvSpPr/>
                <p:nvPr/>
              </p:nvSpPr>
              <p:spPr>
                <a:xfrm>
                  <a:off x="4979031" y="1307480"/>
                  <a:ext cx="3295" cy="2903"/>
                </a:xfrm>
                <a:custGeom>
                  <a:avLst/>
                  <a:gdLst>
                    <a:gd name="connsiteX0" fmla="*/ 3242 w 3295"/>
                    <a:gd name="connsiteY0" fmla="*/ 2012 h 2903"/>
                    <a:gd name="connsiteX1" fmla="*/ 1247 w 3295"/>
                    <a:gd name="connsiteY1" fmla="*/ 2810 h 2903"/>
                    <a:gd name="connsiteX2" fmla="*/ 50 w 3295"/>
                    <a:gd name="connsiteY2" fmla="*/ 992 h 2903"/>
                    <a:gd name="connsiteX3" fmla="*/ 2089 w 3295"/>
                    <a:gd name="connsiteY3" fmla="*/ 61 h 2903"/>
                    <a:gd name="connsiteX4" fmla="*/ 3242 w 3295"/>
                    <a:gd name="connsiteY4" fmla="*/ 2012 h 2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95" h="2903">
                      <a:moveTo>
                        <a:pt x="3242" y="2012"/>
                      </a:moveTo>
                      <a:cubicBezTo>
                        <a:pt x="2976" y="2765"/>
                        <a:pt x="2089" y="3075"/>
                        <a:pt x="1247" y="2810"/>
                      </a:cubicBezTo>
                      <a:cubicBezTo>
                        <a:pt x="361" y="2588"/>
                        <a:pt x="-171" y="1745"/>
                        <a:pt x="50" y="992"/>
                      </a:cubicBezTo>
                      <a:cubicBezTo>
                        <a:pt x="272" y="238"/>
                        <a:pt x="1203" y="-161"/>
                        <a:pt x="2089" y="61"/>
                      </a:cubicBezTo>
                      <a:cubicBezTo>
                        <a:pt x="2976" y="371"/>
                        <a:pt x="3464" y="1258"/>
                        <a:pt x="3242" y="20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78" name="Forme libre : forme 26677">
                  <a:extLst>
                    <a:ext uri="{FF2B5EF4-FFF2-40B4-BE49-F238E27FC236}">
                      <a16:creationId xmlns:a16="http://schemas.microsoft.com/office/drawing/2014/main" id="{3F1A21EB-7D69-4930-B89C-13E015E617EC}"/>
                    </a:ext>
                  </a:extLst>
                </p:cNvPr>
                <p:cNvSpPr/>
                <p:nvPr/>
              </p:nvSpPr>
              <p:spPr>
                <a:xfrm>
                  <a:off x="4972385" y="1287473"/>
                  <a:ext cx="25682" cy="31329"/>
                </a:xfrm>
                <a:custGeom>
                  <a:avLst/>
                  <a:gdLst>
                    <a:gd name="connsiteX0" fmla="*/ 25581 w 25682"/>
                    <a:gd name="connsiteY0" fmla="*/ 16345 h 31329"/>
                    <a:gd name="connsiteX1" fmla="*/ 22921 w 25682"/>
                    <a:gd name="connsiteY1" fmla="*/ 28713 h 31329"/>
                    <a:gd name="connsiteX2" fmla="*/ 19241 w 25682"/>
                    <a:gd name="connsiteY2" fmla="*/ 31240 h 31329"/>
                    <a:gd name="connsiteX3" fmla="*/ 16936 w 25682"/>
                    <a:gd name="connsiteY3" fmla="*/ 27560 h 31329"/>
                    <a:gd name="connsiteX4" fmla="*/ 13700 w 25682"/>
                    <a:gd name="connsiteY4" fmla="*/ 14217 h 31329"/>
                    <a:gd name="connsiteX5" fmla="*/ 10375 w 25682"/>
                    <a:gd name="connsiteY5" fmla="*/ 11424 h 31329"/>
                    <a:gd name="connsiteX6" fmla="*/ 5100 w 25682"/>
                    <a:gd name="connsiteY6" fmla="*/ 7744 h 31329"/>
                    <a:gd name="connsiteX7" fmla="*/ 667 w 25682"/>
                    <a:gd name="connsiteY7" fmla="*/ 1006 h 31329"/>
                    <a:gd name="connsiteX8" fmla="*/ 11084 w 25682"/>
                    <a:gd name="connsiteY8" fmla="*/ 1361 h 31329"/>
                    <a:gd name="connsiteX9" fmla="*/ 20704 w 25682"/>
                    <a:gd name="connsiteY9" fmla="*/ 6680 h 31329"/>
                    <a:gd name="connsiteX10" fmla="*/ 24162 w 25682"/>
                    <a:gd name="connsiteY10" fmla="*/ 11202 h 31329"/>
                    <a:gd name="connsiteX11" fmla="*/ 25581 w 25682"/>
                    <a:gd name="connsiteY11" fmla="*/ 16345 h 31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682" h="31329">
                      <a:moveTo>
                        <a:pt x="25581" y="16345"/>
                      </a:moveTo>
                      <a:cubicBezTo>
                        <a:pt x="26068" y="20778"/>
                        <a:pt x="24738" y="24900"/>
                        <a:pt x="22921" y="28713"/>
                      </a:cubicBezTo>
                      <a:cubicBezTo>
                        <a:pt x="22256" y="30132"/>
                        <a:pt x="20970" y="31727"/>
                        <a:pt x="19241" y="31240"/>
                      </a:cubicBezTo>
                      <a:cubicBezTo>
                        <a:pt x="17690" y="30841"/>
                        <a:pt x="17113" y="28979"/>
                        <a:pt x="16936" y="27560"/>
                      </a:cubicBezTo>
                      <a:cubicBezTo>
                        <a:pt x="16316" y="23127"/>
                        <a:pt x="16803" y="18339"/>
                        <a:pt x="13700" y="14217"/>
                      </a:cubicBezTo>
                      <a:cubicBezTo>
                        <a:pt x="13212" y="13596"/>
                        <a:pt x="11971" y="12444"/>
                        <a:pt x="10375" y="11424"/>
                      </a:cubicBezTo>
                      <a:cubicBezTo>
                        <a:pt x="8779" y="10316"/>
                        <a:pt x="6829" y="9074"/>
                        <a:pt x="5100" y="7744"/>
                      </a:cubicBezTo>
                      <a:cubicBezTo>
                        <a:pt x="1598" y="5085"/>
                        <a:pt x="-1373" y="2646"/>
                        <a:pt x="667" y="1006"/>
                      </a:cubicBezTo>
                      <a:cubicBezTo>
                        <a:pt x="2706" y="-723"/>
                        <a:pt x="6962" y="31"/>
                        <a:pt x="11084" y="1361"/>
                      </a:cubicBezTo>
                      <a:cubicBezTo>
                        <a:pt x="15252" y="2602"/>
                        <a:pt x="19064" y="5218"/>
                        <a:pt x="20704" y="6680"/>
                      </a:cubicBezTo>
                      <a:cubicBezTo>
                        <a:pt x="22167" y="8055"/>
                        <a:pt x="23320" y="9606"/>
                        <a:pt x="24162" y="11202"/>
                      </a:cubicBezTo>
                      <a:cubicBezTo>
                        <a:pt x="24916" y="12931"/>
                        <a:pt x="25403" y="14660"/>
                        <a:pt x="25581" y="1634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42" name="Graphique 2">
                <a:extLst>
                  <a:ext uri="{FF2B5EF4-FFF2-40B4-BE49-F238E27FC236}">
                    <a16:creationId xmlns:a16="http://schemas.microsoft.com/office/drawing/2014/main" id="{C4BF1CF8-8F7A-4DEE-9FA8-AF0305FF0F21}"/>
                  </a:ext>
                </a:extLst>
              </p:cNvPr>
              <p:cNvGrpSpPr/>
              <p:nvPr/>
            </p:nvGrpSpPr>
            <p:grpSpPr>
              <a:xfrm>
                <a:off x="4994703" y="1303871"/>
                <a:ext cx="70002" cy="68243"/>
                <a:chOff x="4994703" y="1303871"/>
                <a:chExt cx="70002" cy="68243"/>
              </a:xfrm>
              <a:solidFill>
                <a:schemeClr val="accent1"/>
              </a:solidFill>
            </p:grpSpPr>
            <p:sp>
              <p:nvSpPr>
                <p:cNvPr id="26655" name="Forme libre : forme 26654">
                  <a:extLst>
                    <a:ext uri="{FF2B5EF4-FFF2-40B4-BE49-F238E27FC236}">
                      <a16:creationId xmlns:a16="http://schemas.microsoft.com/office/drawing/2014/main" id="{135FC004-5EB2-4338-85D7-A7D4A29A8BE6}"/>
                    </a:ext>
                  </a:extLst>
                </p:cNvPr>
                <p:cNvSpPr/>
                <p:nvPr/>
              </p:nvSpPr>
              <p:spPr>
                <a:xfrm>
                  <a:off x="4994703" y="1303871"/>
                  <a:ext cx="70002" cy="68197"/>
                </a:xfrm>
                <a:custGeom>
                  <a:avLst/>
                  <a:gdLst>
                    <a:gd name="connsiteX0" fmla="*/ 26271 w 70002"/>
                    <a:gd name="connsiteY0" fmla="*/ 61832 h 68197"/>
                    <a:gd name="connsiteX1" fmla="*/ 17759 w 70002"/>
                    <a:gd name="connsiteY1" fmla="*/ 54340 h 68197"/>
                    <a:gd name="connsiteX2" fmla="*/ 13459 w 70002"/>
                    <a:gd name="connsiteY2" fmla="*/ 50882 h 68197"/>
                    <a:gd name="connsiteX3" fmla="*/ 9070 w 70002"/>
                    <a:gd name="connsiteY3" fmla="*/ 47735 h 68197"/>
                    <a:gd name="connsiteX4" fmla="*/ 3928 w 70002"/>
                    <a:gd name="connsiteY4" fmla="*/ 42592 h 68197"/>
                    <a:gd name="connsiteX5" fmla="*/ 869 w 70002"/>
                    <a:gd name="connsiteY5" fmla="*/ 36120 h 68197"/>
                    <a:gd name="connsiteX6" fmla="*/ 1889 w 70002"/>
                    <a:gd name="connsiteY6" fmla="*/ 21535 h 68197"/>
                    <a:gd name="connsiteX7" fmla="*/ 8272 w 70002"/>
                    <a:gd name="connsiteY7" fmla="*/ 8635 h 68197"/>
                    <a:gd name="connsiteX8" fmla="*/ 20774 w 70002"/>
                    <a:gd name="connsiteY8" fmla="*/ 212 h 68197"/>
                    <a:gd name="connsiteX9" fmla="*/ 29862 w 70002"/>
                    <a:gd name="connsiteY9" fmla="*/ 877 h 68197"/>
                    <a:gd name="connsiteX10" fmla="*/ 39082 w 70002"/>
                    <a:gd name="connsiteY10" fmla="*/ 5266 h 68197"/>
                    <a:gd name="connsiteX11" fmla="*/ 45200 w 70002"/>
                    <a:gd name="connsiteY11" fmla="*/ 9787 h 68197"/>
                    <a:gd name="connsiteX12" fmla="*/ 51007 w 70002"/>
                    <a:gd name="connsiteY12" fmla="*/ 14531 h 68197"/>
                    <a:gd name="connsiteX13" fmla="*/ 61957 w 70002"/>
                    <a:gd name="connsiteY13" fmla="*/ 24372 h 68197"/>
                    <a:gd name="connsiteX14" fmla="*/ 69937 w 70002"/>
                    <a:gd name="connsiteY14" fmla="*/ 40332 h 68197"/>
                    <a:gd name="connsiteX15" fmla="*/ 64794 w 70002"/>
                    <a:gd name="connsiteY15" fmla="*/ 54251 h 68197"/>
                    <a:gd name="connsiteX16" fmla="*/ 54288 w 70002"/>
                    <a:gd name="connsiteY16" fmla="*/ 63783 h 68197"/>
                    <a:gd name="connsiteX17" fmla="*/ 40324 w 70002"/>
                    <a:gd name="connsiteY17" fmla="*/ 68127 h 68197"/>
                    <a:gd name="connsiteX18" fmla="*/ 26271 w 70002"/>
                    <a:gd name="connsiteY18" fmla="*/ 61832 h 68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0002" h="68197">
                      <a:moveTo>
                        <a:pt x="26271" y="61832"/>
                      </a:moveTo>
                      <a:cubicBezTo>
                        <a:pt x="23434" y="59261"/>
                        <a:pt x="20641" y="56645"/>
                        <a:pt x="17759" y="54340"/>
                      </a:cubicBezTo>
                      <a:lnTo>
                        <a:pt x="13459" y="50882"/>
                      </a:lnTo>
                      <a:lnTo>
                        <a:pt x="9070" y="47735"/>
                      </a:lnTo>
                      <a:cubicBezTo>
                        <a:pt x="7031" y="46183"/>
                        <a:pt x="5302" y="44587"/>
                        <a:pt x="3928" y="42592"/>
                      </a:cubicBezTo>
                      <a:cubicBezTo>
                        <a:pt x="2598" y="40598"/>
                        <a:pt x="1578" y="38337"/>
                        <a:pt x="869" y="36120"/>
                      </a:cubicBezTo>
                      <a:cubicBezTo>
                        <a:pt x="-461" y="31554"/>
                        <a:pt x="-372" y="26234"/>
                        <a:pt x="1889" y="21535"/>
                      </a:cubicBezTo>
                      <a:lnTo>
                        <a:pt x="8272" y="8635"/>
                      </a:lnTo>
                      <a:cubicBezTo>
                        <a:pt x="10578" y="3980"/>
                        <a:pt x="15055" y="966"/>
                        <a:pt x="20774" y="212"/>
                      </a:cubicBezTo>
                      <a:cubicBezTo>
                        <a:pt x="23655" y="-231"/>
                        <a:pt x="26758" y="35"/>
                        <a:pt x="29862" y="877"/>
                      </a:cubicBezTo>
                      <a:cubicBezTo>
                        <a:pt x="33009" y="1719"/>
                        <a:pt x="36245" y="3094"/>
                        <a:pt x="39082" y="5266"/>
                      </a:cubicBezTo>
                      <a:lnTo>
                        <a:pt x="45200" y="9787"/>
                      </a:lnTo>
                      <a:lnTo>
                        <a:pt x="51007" y="14531"/>
                      </a:lnTo>
                      <a:cubicBezTo>
                        <a:pt x="54864" y="17723"/>
                        <a:pt x="58411" y="21048"/>
                        <a:pt x="61957" y="24372"/>
                      </a:cubicBezTo>
                      <a:cubicBezTo>
                        <a:pt x="66834" y="29116"/>
                        <a:pt x="69493" y="34923"/>
                        <a:pt x="69937" y="40332"/>
                      </a:cubicBezTo>
                      <a:cubicBezTo>
                        <a:pt x="70380" y="45740"/>
                        <a:pt x="68563" y="50794"/>
                        <a:pt x="64794" y="54251"/>
                      </a:cubicBezTo>
                      <a:lnTo>
                        <a:pt x="54288" y="63783"/>
                      </a:lnTo>
                      <a:cubicBezTo>
                        <a:pt x="50475" y="67240"/>
                        <a:pt x="45422" y="68526"/>
                        <a:pt x="40324" y="68127"/>
                      </a:cubicBezTo>
                      <a:cubicBezTo>
                        <a:pt x="35181" y="67684"/>
                        <a:pt x="30172" y="65556"/>
                        <a:pt x="26271" y="6183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56" name="Forme libre : forme 26655">
                  <a:extLst>
                    <a:ext uri="{FF2B5EF4-FFF2-40B4-BE49-F238E27FC236}">
                      <a16:creationId xmlns:a16="http://schemas.microsoft.com/office/drawing/2014/main" id="{C86F21B0-5D18-4FB6-BE74-100437D7C69A}"/>
                    </a:ext>
                  </a:extLst>
                </p:cNvPr>
                <p:cNvSpPr/>
                <p:nvPr/>
              </p:nvSpPr>
              <p:spPr>
                <a:xfrm>
                  <a:off x="4994715" y="1319865"/>
                  <a:ext cx="54630" cy="52249"/>
                </a:xfrm>
                <a:custGeom>
                  <a:avLst/>
                  <a:gdLst>
                    <a:gd name="connsiteX0" fmla="*/ 22446 w 54630"/>
                    <a:gd name="connsiteY0" fmla="*/ 20304 h 52249"/>
                    <a:gd name="connsiteX1" fmla="*/ 16107 w 54630"/>
                    <a:gd name="connsiteY1" fmla="*/ 16668 h 52249"/>
                    <a:gd name="connsiteX2" fmla="*/ 10876 w 54630"/>
                    <a:gd name="connsiteY2" fmla="*/ 12058 h 52249"/>
                    <a:gd name="connsiteX3" fmla="*/ 4670 w 54630"/>
                    <a:gd name="connsiteY3" fmla="*/ 0 h 52249"/>
                    <a:gd name="connsiteX4" fmla="*/ 1921 w 54630"/>
                    <a:gd name="connsiteY4" fmla="*/ 5586 h 52249"/>
                    <a:gd name="connsiteX5" fmla="*/ 902 w 54630"/>
                    <a:gd name="connsiteY5" fmla="*/ 20171 h 52249"/>
                    <a:gd name="connsiteX6" fmla="*/ 3960 w 54630"/>
                    <a:gd name="connsiteY6" fmla="*/ 26643 h 52249"/>
                    <a:gd name="connsiteX7" fmla="*/ 9103 w 54630"/>
                    <a:gd name="connsiteY7" fmla="*/ 31785 h 52249"/>
                    <a:gd name="connsiteX8" fmla="*/ 13492 w 54630"/>
                    <a:gd name="connsiteY8" fmla="*/ 34933 h 52249"/>
                    <a:gd name="connsiteX9" fmla="*/ 17792 w 54630"/>
                    <a:gd name="connsiteY9" fmla="*/ 38391 h 52249"/>
                    <a:gd name="connsiteX10" fmla="*/ 26303 w 54630"/>
                    <a:gd name="connsiteY10" fmla="*/ 45882 h 52249"/>
                    <a:gd name="connsiteX11" fmla="*/ 40312 w 54630"/>
                    <a:gd name="connsiteY11" fmla="*/ 52177 h 52249"/>
                    <a:gd name="connsiteX12" fmla="*/ 54276 w 54630"/>
                    <a:gd name="connsiteY12" fmla="*/ 47833 h 52249"/>
                    <a:gd name="connsiteX13" fmla="*/ 54631 w 54630"/>
                    <a:gd name="connsiteY13" fmla="*/ 47523 h 52249"/>
                    <a:gd name="connsiteX14" fmla="*/ 47006 w 54630"/>
                    <a:gd name="connsiteY14" fmla="*/ 39853 h 52249"/>
                    <a:gd name="connsiteX15" fmla="*/ 39558 w 54630"/>
                    <a:gd name="connsiteY15" fmla="*/ 32362 h 52249"/>
                    <a:gd name="connsiteX16" fmla="*/ 31579 w 54630"/>
                    <a:gd name="connsiteY16" fmla="*/ 25623 h 52249"/>
                    <a:gd name="connsiteX17" fmla="*/ 22446 w 54630"/>
                    <a:gd name="connsiteY17" fmla="*/ 20304 h 52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4630" h="52249">
                      <a:moveTo>
                        <a:pt x="22446" y="20304"/>
                      </a:moveTo>
                      <a:cubicBezTo>
                        <a:pt x="20141" y="19328"/>
                        <a:pt x="18013" y="18131"/>
                        <a:pt x="16107" y="16668"/>
                      </a:cubicBezTo>
                      <a:cubicBezTo>
                        <a:pt x="14157" y="15338"/>
                        <a:pt x="12383" y="13787"/>
                        <a:pt x="10876" y="12058"/>
                      </a:cubicBezTo>
                      <a:cubicBezTo>
                        <a:pt x="7862" y="8556"/>
                        <a:pt x="5512" y="4655"/>
                        <a:pt x="4670" y="0"/>
                      </a:cubicBezTo>
                      <a:lnTo>
                        <a:pt x="1921" y="5586"/>
                      </a:lnTo>
                      <a:cubicBezTo>
                        <a:pt x="-384" y="10240"/>
                        <a:pt x="-473" y="15604"/>
                        <a:pt x="902" y="20171"/>
                      </a:cubicBezTo>
                      <a:cubicBezTo>
                        <a:pt x="1611" y="22387"/>
                        <a:pt x="2586" y="24648"/>
                        <a:pt x="3960" y="26643"/>
                      </a:cubicBezTo>
                      <a:cubicBezTo>
                        <a:pt x="5335" y="28638"/>
                        <a:pt x="7064" y="30234"/>
                        <a:pt x="9103" y="31785"/>
                      </a:cubicBezTo>
                      <a:lnTo>
                        <a:pt x="13492" y="34933"/>
                      </a:lnTo>
                      <a:lnTo>
                        <a:pt x="17792" y="38391"/>
                      </a:lnTo>
                      <a:cubicBezTo>
                        <a:pt x="20673" y="40696"/>
                        <a:pt x="23466" y="43311"/>
                        <a:pt x="26303" y="45882"/>
                      </a:cubicBezTo>
                      <a:cubicBezTo>
                        <a:pt x="30204" y="49606"/>
                        <a:pt x="35258" y="51734"/>
                        <a:pt x="40312" y="52177"/>
                      </a:cubicBezTo>
                      <a:cubicBezTo>
                        <a:pt x="45366" y="52576"/>
                        <a:pt x="50464" y="51335"/>
                        <a:pt x="54276" y="47833"/>
                      </a:cubicBezTo>
                      <a:lnTo>
                        <a:pt x="54631" y="47523"/>
                      </a:lnTo>
                      <a:cubicBezTo>
                        <a:pt x="52015" y="44952"/>
                        <a:pt x="49488" y="42380"/>
                        <a:pt x="47006" y="39853"/>
                      </a:cubicBezTo>
                      <a:cubicBezTo>
                        <a:pt x="44568" y="37238"/>
                        <a:pt x="42041" y="34800"/>
                        <a:pt x="39558" y="32362"/>
                      </a:cubicBezTo>
                      <a:cubicBezTo>
                        <a:pt x="37031" y="29923"/>
                        <a:pt x="34327" y="27751"/>
                        <a:pt x="31579" y="25623"/>
                      </a:cubicBezTo>
                      <a:cubicBezTo>
                        <a:pt x="28653" y="23584"/>
                        <a:pt x="25727" y="21678"/>
                        <a:pt x="22446" y="2030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57" name="Forme libre : forme 26656">
                  <a:extLst>
                    <a:ext uri="{FF2B5EF4-FFF2-40B4-BE49-F238E27FC236}">
                      <a16:creationId xmlns:a16="http://schemas.microsoft.com/office/drawing/2014/main" id="{10C6F814-8034-4CC2-BCE6-A20924F1C05B}"/>
                    </a:ext>
                  </a:extLst>
                </p:cNvPr>
                <p:cNvSpPr/>
                <p:nvPr/>
              </p:nvSpPr>
              <p:spPr>
                <a:xfrm>
                  <a:off x="5018156" y="1329484"/>
                  <a:ext cx="27193" cy="25668"/>
                </a:xfrm>
                <a:custGeom>
                  <a:avLst/>
                  <a:gdLst>
                    <a:gd name="connsiteX0" fmla="*/ 25249 w 27193"/>
                    <a:gd name="connsiteY0" fmla="*/ 23674 h 25668"/>
                    <a:gd name="connsiteX1" fmla="*/ 17092 w 27193"/>
                    <a:gd name="connsiteY1" fmla="*/ 25359 h 25668"/>
                    <a:gd name="connsiteX2" fmla="*/ 7207 w 27193"/>
                    <a:gd name="connsiteY2" fmla="*/ 20128 h 25668"/>
                    <a:gd name="connsiteX3" fmla="*/ 779 w 27193"/>
                    <a:gd name="connsiteY3" fmla="*/ 11084 h 25668"/>
                    <a:gd name="connsiteX4" fmla="*/ 1266 w 27193"/>
                    <a:gd name="connsiteY4" fmla="*/ 2838 h 25668"/>
                    <a:gd name="connsiteX5" fmla="*/ 9290 w 27193"/>
                    <a:gd name="connsiteY5" fmla="*/ 90 h 25668"/>
                    <a:gd name="connsiteX6" fmla="*/ 20151 w 27193"/>
                    <a:gd name="connsiteY6" fmla="*/ 5410 h 25668"/>
                    <a:gd name="connsiteX7" fmla="*/ 26756 w 27193"/>
                    <a:gd name="connsiteY7" fmla="*/ 15473 h 25668"/>
                    <a:gd name="connsiteX8" fmla="*/ 25249 w 27193"/>
                    <a:gd name="connsiteY8" fmla="*/ 23674 h 25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193" h="25668">
                      <a:moveTo>
                        <a:pt x="25249" y="23674"/>
                      </a:moveTo>
                      <a:cubicBezTo>
                        <a:pt x="23343" y="25580"/>
                        <a:pt x="20329" y="26068"/>
                        <a:pt x="17092" y="25359"/>
                      </a:cubicBezTo>
                      <a:cubicBezTo>
                        <a:pt x="13901" y="24605"/>
                        <a:pt x="10310" y="22876"/>
                        <a:pt x="7207" y="20128"/>
                      </a:cubicBezTo>
                      <a:cubicBezTo>
                        <a:pt x="4103" y="17335"/>
                        <a:pt x="1798" y="14276"/>
                        <a:pt x="779" y="11084"/>
                      </a:cubicBezTo>
                      <a:cubicBezTo>
                        <a:pt x="-330" y="8069"/>
                        <a:pt x="-330" y="5055"/>
                        <a:pt x="1266" y="2838"/>
                      </a:cubicBezTo>
                      <a:cubicBezTo>
                        <a:pt x="2862" y="622"/>
                        <a:pt x="5788" y="-309"/>
                        <a:pt x="9290" y="90"/>
                      </a:cubicBezTo>
                      <a:cubicBezTo>
                        <a:pt x="12659" y="622"/>
                        <a:pt x="16738" y="2307"/>
                        <a:pt x="20151" y="5410"/>
                      </a:cubicBezTo>
                      <a:cubicBezTo>
                        <a:pt x="23609" y="8468"/>
                        <a:pt x="25914" y="12104"/>
                        <a:pt x="26756" y="15473"/>
                      </a:cubicBezTo>
                      <a:cubicBezTo>
                        <a:pt x="27643" y="18798"/>
                        <a:pt x="27200" y="21812"/>
                        <a:pt x="25249" y="2367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58" name="Forme libre : forme 26657">
                  <a:extLst>
                    <a:ext uri="{FF2B5EF4-FFF2-40B4-BE49-F238E27FC236}">
                      <a16:creationId xmlns:a16="http://schemas.microsoft.com/office/drawing/2014/main" id="{9DC340E1-7B9B-4FA9-AAFE-53C009F774D6}"/>
                    </a:ext>
                  </a:extLst>
                </p:cNvPr>
                <p:cNvSpPr/>
                <p:nvPr/>
              </p:nvSpPr>
              <p:spPr>
                <a:xfrm>
                  <a:off x="5018156" y="1329461"/>
                  <a:ext cx="12969" cy="23918"/>
                </a:xfrm>
                <a:custGeom>
                  <a:avLst/>
                  <a:gdLst>
                    <a:gd name="connsiteX0" fmla="*/ 11906 w 12969"/>
                    <a:gd name="connsiteY0" fmla="*/ 689 h 23918"/>
                    <a:gd name="connsiteX1" fmla="*/ 1266 w 12969"/>
                    <a:gd name="connsiteY1" fmla="*/ 2862 h 23918"/>
                    <a:gd name="connsiteX2" fmla="*/ 779 w 12969"/>
                    <a:gd name="connsiteY2" fmla="*/ 11107 h 23918"/>
                    <a:gd name="connsiteX3" fmla="*/ 7207 w 12969"/>
                    <a:gd name="connsiteY3" fmla="*/ 20151 h 23918"/>
                    <a:gd name="connsiteX4" fmla="*/ 12970 w 12969"/>
                    <a:gd name="connsiteY4" fmla="*/ 23919 h 23918"/>
                    <a:gd name="connsiteX5" fmla="*/ 10620 w 12969"/>
                    <a:gd name="connsiteY5" fmla="*/ 20904 h 23918"/>
                    <a:gd name="connsiteX6" fmla="*/ 8448 w 12969"/>
                    <a:gd name="connsiteY6" fmla="*/ 10132 h 23918"/>
                    <a:gd name="connsiteX7" fmla="*/ 11906 w 12969"/>
                    <a:gd name="connsiteY7" fmla="*/ 689 h 23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69" h="23918">
                      <a:moveTo>
                        <a:pt x="11906" y="689"/>
                      </a:moveTo>
                      <a:cubicBezTo>
                        <a:pt x="7384" y="-774"/>
                        <a:pt x="3217" y="157"/>
                        <a:pt x="1266" y="2862"/>
                      </a:cubicBezTo>
                      <a:cubicBezTo>
                        <a:pt x="-330" y="5078"/>
                        <a:pt x="-330" y="8048"/>
                        <a:pt x="779" y="11107"/>
                      </a:cubicBezTo>
                      <a:cubicBezTo>
                        <a:pt x="1798" y="14299"/>
                        <a:pt x="4103" y="17358"/>
                        <a:pt x="7207" y="20151"/>
                      </a:cubicBezTo>
                      <a:cubicBezTo>
                        <a:pt x="9024" y="21791"/>
                        <a:pt x="11019" y="23032"/>
                        <a:pt x="12970" y="23919"/>
                      </a:cubicBezTo>
                      <a:cubicBezTo>
                        <a:pt x="12039" y="23032"/>
                        <a:pt x="11241" y="22057"/>
                        <a:pt x="10620" y="20904"/>
                      </a:cubicBezTo>
                      <a:cubicBezTo>
                        <a:pt x="9113" y="17535"/>
                        <a:pt x="8403" y="13678"/>
                        <a:pt x="8448" y="10132"/>
                      </a:cubicBezTo>
                      <a:cubicBezTo>
                        <a:pt x="8625" y="6541"/>
                        <a:pt x="9645" y="3128"/>
                        <a:pt x="11906" y="689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59" name="Forme libre : forme 26658">
                  <a:extLst>
                    <a:ext uri="{FF2B5EF4-FFF2-40B4-BE49-F238E27FC236}">
                      <a16:creationId xmlns:a16="http://schemas.microsoft.com/office/drawing/2014/main" id="{2976347D-10E5-47E8-883D-4C0CE21F9F52}"/>
                    </a:ext>
                  </a:extLst>
                </p:cNvPr>
                <p:cNvSpPr/>
                <p:nvPr/>
              </p:nvSpPr>
              <p:spPr>
                <a:xfrm>
                  <a:off x="5018163" y="1332161"/>
                  <a:ext cx="26834" cy="25589"/>
                </a:xfrm>
                <a:custGeom>
                  <a:avLst/>
                  <a:gdLst>
                    <a:gd name="connsiteX0" fmla="*/ 24843 w 26834"/>
                    <a:gd name="connsiteY0" fmla="*/ 23657 h 25589"/>
                    <a:gd name="connsiteX1" fmla="*/ 6933 w 26834"/>
                    <a:gd name="connsiteY1" fmla="*/ 20066 h 25589"/>
                    <a:gd name="connsiteX2" fmla="*/ 683 w 26834"/>
                    <a:gd name="connsiteY2" fmla="*/ 11067 h 25589"/>
                    <a:gd name="connsiteX3" fmla="*/ 1303 w 26834"/>
                    <a:gd name="connsiteY3" fmla="*/ 2821 h 25589"/>
                    <a:gd name="connsiteX4" fmla="*/ 9238 w 26834"/>
                    <a:gd name="connsiteY4" fmla="*/ 117 h 25589"/>
                    <a:gd name="connsiteX5" fmla="*/ 19966 w 26834"/>
                    <a:gd name="connsiteY5" fmla="*/ 5437 h 25589"/>
                    <a:gd name="connsiteX6" fmla="*/ 26439 w 26834"/>
                    <a:gd name="connsiteY6" fmla="*/ 15455 h 25589"/>
                    <a:gd name="connsiteX7" fmla="*/ 24843 w 26834"/>
                    <a:gd name="connsiteY7" fmla="*/ 23657 h 25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834" h="25589">
                      <a:moveTo>
                        <a:pt x="24843" y="23657"/>
                      </a:moveTo>
                      <a:cubicBezTo>
                        <a:pt x="20942" y="27380"/>
                        <a:pt x="13051" y="25474"/>
                        <a:pt x="6933" y="20066"/>
                      </a:cubicBezTo>
                      <a:cubicBezTo>
                        <a:pt x="3919" y="17229"/>
                        <a:pt x="1658" y="14214"/>
                        <a:pt x="683" y="11067"/>
                      </a:cubicBezTo>
                      <a:cubicBezTo>
                        <a:pt x="-293" y="7919"/>
                        <a:pt x="-337" y="5082"/>
                        <a:pt x="1303" y="2821"/>
                      </a:cubicBezTo>
                      <a:cubicBezTo>
                        <a:pt x="2899" y="693"/>
                        <a:pt x="5869" y="-371"/>
                        <a:pt x="9238" y="117"/>
                      </a:cubicBezTo>
                      <a:cubicBezTo>
                        <a:pt x="12608" y="605"/>
                        <a:pt x="16642" y="2289"/>
                        <a:pt x="19966" y="5437"/>
                      </a:cubicBezTo>
                      <a:cubicBezTo>
                        <a:pt x="23424" y="8451"/>
                        <a:pt x="25597" y="12131"/>
                        <a:pt x="26439" y="15455"/>
                      </a:cubicBezTo>
                      <a:cubicBezTo>
                        <a:pt x="27281" y="18780"/>
                        <a:pt x="26793" y="21795"/>
                        <a:pt x="24843" y="2365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60" name="Forme libre : forme 26659">
                  <a:extLst>
                    <a:ext uri="{FF2B5EF4-FFF2-40B4-BE49-F238E27FC236}">
                      <a16:creationId xmlns:a16="http://schemas.microsoft.com/office/drawing/2014/main" id="{EA7D8BDE-16C7-47D1-B6AF-08EC906F9F83}"/>
                    </a:ext>
                  </a:extLst>
                </p:cNvPr>
                <p:cNvSpPr/>
                <p:nvPr/>
              </p:nvSpPr>
              <p:spPr>
                <a:xfrm>
                  <a:off x="5003586" y="1314027"/>
                  <a:ext cx="28800" cy="45502"/>
                </a:xfrm>
                <a:custGeom>
                  <a:avLst/>
                  <a:gdLst>
                    <a:gd name="connsiteX0" fmla="*/ 3955 w 28800"/>
                    <a:gd name="connsiteY0" fmla="*/ 12001 h 45502"/>
                    <a:gd name="connsiteX1" fmla="*/ 143 w 28800"/>
                    <a:gd name="connsiteY1" fmla="*/ 20423 h 45502"/>
                    <a:gd name="connsiteX2" fmla="*/ 1561 w 28800"/>
                    <a:gd name="connsiteY2" fmla="*/ 28979 h 45502"/>
                    <a:gd name="connsiteX3" fmla="*/ 6527 w 28800"/>
                    <a:gd name="connsiteY3" fmla="*/ 36516 h 45502"/>
                    <a:gd name="connsiteX4" fmla="*/ 18762 w 28800"/>
                    <a:gd name="connsiteY4" fmla="*/ 45071 h 45502"/>
                    <a:gd name="connsiteX5" fmla="*/ 28470 w 28800"/>
                    <a:gd name="connsiteY5" fmla="*/ 42101 h 45502"/>
                    <a:gd name="connsiteX6" fmla="*/ 27672 w 28800"/>
                    <a:gd name="connsiteY6" fmla="*/ 35097 h 45502"/>
                    <a:gd name="connsiteX7" fmla="*/ 24348 w 28800"/>
                    <a:gd name="connsiteY7" fmla="*/ 18074 h 45502"/>
                    <a:gd name="connsiteX8" fmla="*/ 23062 w 28800"/>
                    <a:gd name="connsiteY8" fmla="*/ 8144 h 45502"/>
                    <a:gd name="connsiteX9" fmla="*/ 16279 w 28800"/>
                    <a:gd name="connsiteY9" fmla="*/ 209 h 45502"/>
                    <a:gd name="connsiteX10" fmla="*/ 3955 w 28800"/>
                    <a:gd name="connsiteY10" fmla="*/ 12001 h 45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800" h="45502">
                      <a:moveTo>
                        <a:pt x="3955" y="12001"/>
                      </a:moveTo>
                      <a:cubicBezTo>
                        <a:pt x="2271" y="14616"/>
                        <a:pt x="630" y="17320"/>
                        <a:pt x="143" y="20423"/>
                      </a:cubicBezTo>
                      <a:cubicBezTo>
                        <a:pt x="-300" y="23394"/>
                        <a:pt x="320" y="26320"/>
                        <a:pt x="1561" y="28979"/>
                      </a:cubicBezTo>
                      <a:cubicBezTo>
                        <a:pt x="2803" y="31684"/>
                        <a:pt x="4487" y="34388"/>
                        <a:pt x="6527" y="36516"/>
                      </a:cubicBezTo>
                      <a:cubicBezTo>
                        <a:pt x="9763" y="40328"/>
                        <a:pt x="13841" y="43653"/>
                        <a:pt x="18762" y="45071"/>
                      </a:cubicBezTo>
                      <a:cubicBezTo>
                        <a:pt x="22441" y="46002"/>
                        <a:pt x="27140" y="45604"/>
                        <a:pt x="28470" y="42101"/>
                      </a:cubicBezTo>
                      <a:cubicBezTo>
                        <a:pt x="29268" y="39973"/>
                        <a:pt x="28470" y="37402"/>
                        <a:pt x="27672" y="35097"/>
                      </a:cubicBezTo>
                      <a:cubicBezTo>
                        <a:pt x="25988" y="29511"/>
                        <a:pt x="24835" y="23837"/>
                        <a:pt x="24348" y="18074"/>
                      </a:cubicBezTo>
                      <a:cubicBezTo>
                        <a:pt x="24170" y="15591"/>
                        <a:pt x="24082" y="11735"/>
                        <a:pt x="23062" y="8144"/>
                      </a:cubicBezTo>
                      <a:cubicBezTo>
                        <a:pt x="22087" y="4509"/>
                        <a:pt x="20092" y="1140"/>
                        <a:pt x="16279" y="209"/>
                      </a:cubicBezTo>
                      <a:cubicBezTo>
                        <a:pt x="9497" y="-1565"/>
                        <a:pt x="6305" y="8454"/>
                        <a:pt x="3955" y="1200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61" name="Forme libre : forme 26660">
                  <a:extLst>
                    <a:ext uri="{FF2B5EF4-FFF2-40B4-BE49-F238E27FC236}">
                      <a16:creationId xmlns:a16="http://schemas.microsoft.com/office/drawing/2014/main" id="{8BB9267A-AE78-4C0F-8CDC-DF1256141EFF}"/>
                    </a:ext>
                  </a:extLst>
                </p:cNvPr>
                <p:cNvSpPr/>
                <p:nvPr/>
              </p:nvSpPr>
              <p:spPr>
                <a:xfrm>
                  <a:off x="5017610" y="1319842"/>
                  <a:ext cx="15303" cy="7745"/>
                </a:xfrm>
                <a:custGeom>
                  <a:avLst/>
                  <a:gdLst>
                    <a:gd name="connsiteX0" fmla="*/ 2167 w 15303"/>
                    <a:gd name="connsiteY0" fmla="*/ 821 h 7745"/>
                    <a:gd name="connsiteX1" fmla="*/ 305 w 15303"/>
                    <a:gd name="connsiteY1" fmla="*/ 2151 h 7745"/>
                    <a:gd name="connsiteX2" fmla="*/ 394 w 15303"/>
                    <a:gd name="connsiteY2" fmla="*/ 4368 h 7745"/>
                    <a:gd name="connsiteX3" fmla="*/ 2433 w 15303"/>
                    <a:gd name="connsiteY3" fmla="*/ 5653 h 7745"/>
                    <a:gd name="connsiteX4" fmla="*/ 8373 w 15303"/>
                    <a:gd name="connsiteY4" fmla="*/ 7471 h 7745"/>
                    <a:gd name="connsiteX5" fmla="*/ 10856 w 15303"/>
                    <a:gd name="connsiteY5" fmla="*/ 7737 h 7745"/>
                    <a:gd name="connsiteX6" fmla="*/ 14934 w 15303"/>
                    <a:gd name="connsiteY6" fmla="*/ 5609 h 7745"/>
                    <a:gd name="connsiteX7" fmla="*/ 13205 w 15303"/>
                    <a:gd name="connsiteY7" fmla="*/ 1619 h 7745"/>
                    <a:gd name="connsiteX8" fmla="*/ 2167 w 15303"/>
                    <a:gd name="connsiteY8" fmla="*/ 821 h 7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303" h="7745">
                      <a:moveTo>
                        <a:pt x="2167" y="821"/>
                      </a:moveTo>
                      <a:cubicBezTo>
                        <a:pt x="1413" y="1132"/>
                        <a:pt x="748" y="1531"/>
                        <a:pt x="305" y="2151"/>
                      </a:cubicBezTo>
                      <a:cubicBezTo>
                        <a:pt x="-94" y="2772"/>
                        <a:pt x="-138" y="3658"/>
                        <a:pt x="394" y="4368"/>
                      </a:cubicBezTo>
                      <a:cubicBezTo>
                        <a:pt x="881" y="4988"/>
                        <a:pt x="1679" y="5387"/>
                        <a:pt x="2433" y="5653"/>
                      </a:cubicBezTo>
                      <a:cubicBezTo>
                        <a:pt x="4339" y="6407"/>
                        <a:pt x="6334" y="7028"/>
                        <a:pt x="8373" y="7471"/>
                      </a:cubicBezTo>
                      <a:cubicBezTo>
                        <a:pt x="9216" y="7648"/>
                        <a:pt x="10058" y="7781"/>
                        <a:pt x="10856" y="7737"/>
                      </a:cubicBezTo>
                      <a:cubicBezTo>
                        <a:pt x="12496" y="7648"/>
                        <a:pt x="14181" y="6806"/>
                        <a:pt x="14934" y="5609"/>
                      </a:cubicBezTo>
                      <a:cubicBezTo>
                        <a:pt x="15643" y="4456"/>
                        <a:pt x="15466" y="2860"/>
                        <a:pt x="13205" y="1619"/>
                      </a:cubicBezTo>
                      <a:cubicBezTo>
                        <a:pt x="9703" y="-331"/>
                        <a:pt x="5181" y="-420"/>
                        <a:pt x="2167" y="82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62" name="Forme libre : forme 26661">
                  <a:extLst>
                    <a:ext uri="{FF2B5EF4-FFF2-40B4-BE49-F238E27FC236}">
                      <a16:creationId xmlns:a16="http://schemas.microsoft.com/office/drawing/2014/main" id="{E0D9414C-3837-409C-9035-3FA92BFF8501}"/>
                    </a:ext>
                  </a:extLst>
                </p:cNvPr>
                <p:cNvSpPr/>
                <p:nvPr/>
              </p:nvSpPr>
              <p:spPr>
                <a:xfrm>
                  <a:off x="5021993" y="1364684"/>
                  <a:ext cx="27041" cy="4631"/>
                </a:xfrm>
                <a:custGeom>
                  <a:avLst/>
                  <a:gdLst>
                    <a:gd name="connsiteX0" fmla="*/ 27042 w 27041"/>
                    <a:gd name="connsiteY0" fmla="*/ 0 h 4631"/>
                    <a:gd name="connsiteX1" fmla="*/ 19727 w 27041"/>
                    <a:gd name="connsiteY1" fmla="*/ 3901 h 4631"/>
                    <a:gd name="connsiteX2" fmla="*/ 11171 w 27041"/>
                    <a:gd name="connsiteY2" fmla="*/ 4433 h 4631"/>
                    <a:gd name="connsiteX3" fmla="*/ 0 w 27041"/>
                    <a:gd name="connsiteY3" fmla="*/ 532 h 4631"/>
                    <a:gd name="connsiteX4" fmla="*/ 8379 w 27041"/>
                    <a:gd name="connsiteY4" fmla="*/ 2837 h 4631"/>
                    <a:gd name="connsiteX5" fmla="*/ 27042 w 27041"/>
                    <a:gd name="connsiteY5" fmla="*/ 0 h 4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041" h="4631">
                      <a:moveTo>
                        <a:pt x="27042" y="0"/>
                      </a:moveTo>
                      <a:cubicBezTo>
                        <a:pt x="27042" y="0"/>
                        <a:pt x="24426" y="2660"/>
                        <a:pt x="19727" y="3901"/>
                      </a:cubicBezTo>
                      <a:cubicBezTo>
                        <a:pt x="17378" y="4522"/>
                        <a:pt x="14496" y="4876"/>
                        <a:pt x="11171" y="4433"/>
                      </a:cubicBezTo>
                      <a:cubicBezTo>
                        <a:pt x="7891" y="3946"/>
                        <a:pt x="4123" y="2793"/>
                        <a:pt x="0" y="532"/>
                      </a:cubicBezTo>
                      <a:cubicBezTo>
                        <a:pt x="0" y="532"/>
                        <a:pt x="3325" y="2128"/>
                        <a:pt x="8379" y="2837"/>
                      </a:cubicBezTo>
                      <a:cubicBezTo>
                        <a:pt x="13388" y="3680"/>
                        <a:pt x="20215" y="3680"/>
                        <a:pt x="270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63" name="Forme libre : forme 26662">
                  <a:extLst>
                    <a:ext uri="{FF2B5EF4-FFF2-40B4-BE49-F238E27FC236}">
                      <a16:creationId xmlns:a16="http://schemas.microsoft.com/office/drawing/2014/main" id="{2BBD185B-29F6-4C62-AA90-19117C412676}"/>
                    </a:ext>
                  </a:extLst>
                </p:cNvPr>
                <p:cNvSpPr/>
                <p:nvPr/>
              </p:nvSpPr>
              <p:spPr>
                <a:xfrm>
                  <a:off x="5003463" y="1306382"/>
                  <a:ext cx="30721" cy="8208"/>
                </a:xfrm>
                <a:custGeom>
                  <a:avLst/>
                  <a:gdLst>
                    <a:gd name="connsiteX0" fmla="*/ 30721 w 30721"/>
                    <a:gd name="connsiteY0" fmla="*/ 4927 h 8208"/>
                    <a:gd name="connsiteX1" fmla="*/ 27529 w 30721"/>
                    <a:gd name="connsiteY1" fmla="*/ 3110 h 8208"/>
                    <a:gd name="connsiteX2" fmla="*/ 19417 w 30721"/>
                    <a:gd name="connsiteY2" fmla="*/ 450 h 8208"/>
                    <a:gd name="connsiteX3" fmla="*/ 14408 w 30721"/>
                    <a:gd name="connsiteY3" fmla="*/ 7 h 8208"/>
                    <a:gd name="connsiteX4" fmla="*/ 9176 w 30721"/>
                    <a:gd name="connsiteY4" fmla="*/ 982 h 8208"/>
                    <a:gd name="connsiteX5" fmla="*/ 0 w 30721"/>
                    <a:gd name="connsiteY5" fmla="*/ 8208 h 8208"/>
                    <a:gd name="connsiteX6" fmla="*/ 7980 w 30721"/>
                    <a:gd name="connsiteY6" fmla="*/ 2977 h 8208"/>
                    <a:gd name="connsiteX7" fmla="*/ 17777 w 30721"/>
                    <a:gd name="connsiteY7" fmla="*/ 1292 h 8208"/>
                    <a:gd name="connsiteX8" fmla="*/ 30721 w 30721"/>
                    <a:gd name="connsiteY8" fmla="*/ 4927 h 8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721" h="8208">
                      <a:moveTo>
                        <a:pt x="30721" y="4927"/>
                      </a:moveTo>
                      <a:cubicBezTo>
                        <a:pt x="30721" y="4927"/>
                        <a:pt x="29524" y="4085"/>
                        <a:pt x="27529" y="3110"/>
                      </a:cubicBezTo>
                      <a:cubicBezTo>
                        <a:pt x="25579" y="2046"/>
                        <a:pt x="22609" y="1071"/>
                        <a:pt x="19417" y="450"/>
                      </a:cubicBezTo>
                      <a:cubicBezTo>
                        <a:pt x="17821" y="140"/>
                        <a:pt x="16136" y="-38"/>
                        <a:pt x="14408" y="7"/>
                      </a:cubicBezTo>
                      <a:cubicBezTo>
                        <a:pt x="12634" y="95"/>
                        <a:pt x="10905" y="406"/>
                        <a:pt x="9176" y="982"/>
                      </a:cubicBezTo>
                      <a:cubicBezTo>
                        <a:pt x="5763" y="2135"/>
                        <a:pt x="2571" y="4395"/>
                        <a:pt x="0" y="8208"/>
                      </a:cubicBezTo>
                      <a:cubicBezTo>
                        <a:pt x="0" y="8208"/>
                        <a:pt x="2704" y="5105"/>
                        <a:pt x="7980" y="2977"/>
                      </a:cubicBezTo>
                      <a:cubicBezTo>
                        <a:pt x="10639" y="1913"/>
                        <a:pt x="13964" y="1071"/>
                        <a:pt x="17777" y="1292"/>
                      </a:cubicBezTo>
                      <a:cubicBezTo>
                        <a:pt x="21545" y="1425"/>
                        <a:pt x="26111" y="2356"/>
                        <a:pt x="30721" y="49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64" name="Forme libre : forme 26663">
                  <a:extLst>
                    <a:ext uri="{FF2B5EF4-FFF2-40B4-BE49-F238E27FC236}">
                      <a16:creationId xmlns:a16="http://schemas.microsoft.com/office/drawing/2014/main" id="{D2769560-37C0-4DF5-B3C6-3B6CF55D7C3E}"/>
                    </a:ext>
                  </a:extLst>
                </p:cNvPr>
                <p:cNvSpPr/>
                <p:nvPr/>
              </p:nvSpPr>
              <p:spPr>
                <a:xfrm>
                  <a:off x="5032755" y="1335662"/>
                  <a:ext cx="8733" cy="10944"/>
                </a:xfrm>
                <a:custGeom>
                  <a:avLst/>
                  <a:gdLst>
                    <a:gd name="connsiteX0" fmla="*/ 7547 w 8733"/>
                    <a:gd name="connsiteY0" fmla="*/ 10802 h 10944"/>
                    <a:gd name="connsiteX1" fmla="*/ 1474 w 8733"/>
                    <a:gd name="connsiteY1" fmla="*/ 6901 h 10944"/>
                    <a:gd name="connsiteX2" fmla="*/ 1075 w 8733"/>
                    <a:gd name="connsiteY2" fmla="*/ 207 h 10944"/>
                    <a:gd name="connsiteX3" fmla="*/ 7325 w 8733"/>
                    <a:gd name="connsiteY3" fmla="*/ 4108 h 10944"/>
                    <a:gd name="connsiteX4" fmla="*/ 7547 w 8733"/>
                    <a:gd name="connsiteY4" fmla="*/ 10802 h 10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33" h="10944">
                      <a:moveTo>
                        <a:pt x="7547" y="10802"/>
                      </a:moveTo>
                      <a:cubicBezTo>
                        <a:pt x="5951" y="11467"/>
                        <a:pt x="3247" y="9738"/>
                        <a:pt x="1474" y="6901"/>
                      </a:cubicBezTo>
                      <a:cubicBezTo>
                        <a:pt x="-300" y="4019"/>
                        <a:pt x="-521" y="1005"/>
                        <a:pt x="1075" y="207"/>
                      </a:cubicBezTo>
                      <a:cubicBezTo>
                        <a:pt x="2671" y="-636"/>
                        <a:pt x="5508" y="1182"/>
                        <a:pt x="7325" y="4108"/>
                      </a:cubicBezTo>
                      <a:cubicBezTo>
                        <a:pt x="9187" y="7078"/>
                        <a:pt x="9143" y="10137"/>
                        <a:pt x="7547" y="1080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65" name="Forme libre : forme 26664">
                  <a:extLst>
                    <a:ext uri="{FF2B5EF4-FFF2-40B4-BE49-F238E27FC236}">
                      <a16:creationId xmlns:a16="http://schemas.microsoft.com/office/drawing/2014/main" id="{BD949824-5B91-43C4-8466-73965F05F262}"/>
                    </a:ext>
                  </a:extLst>
                </p:cNvPr>
                <p:cNvSpPr/>
                <p:nvPr/>
              </p:nvSpPr>
              <p:spPr>
                <a:xfrm>
                  <a:off x="5039380" y="1344353"/>
                  <a:ext cx="3085" cy="3113"/>
                </a:xfrm>
                <a:custGeom>
                  <a:avLst/>
                  <a:gdLst>
                    <a:gd name="connsiteX0" fmla="*/ 2739 w 3085"/>
                    <a:gd name="connsiteY0" fmla="*/ 2732 h 3113"/>
                    <a:gd name="connsiteX1" fmla="*/ 567 w 3085"/>
                    <a:gd name="connsiteY1" fmla="*/ 2554 h 3113"/>
                    <a:gd name="connsiteX2" fmla="*/ 346 w 3085"/>
                    <a:gd name="connsiteY2" fmla="*/ 382 h 3113"/>
                    <a:gd name="connsiteX3" fmla="*/ 2518 w 3085"/>
                    <a:gd name="connsiteY3" fmla="*/ 559 h 3113"/>
                    <a:gd name="connsiteX4" fmla="*/ 2739 w 3085"/>
                    <a:gd name="connsiteY4" fmla="*/ 2732 h 3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5" h="3113">
                      <a:moveTo>
                        <a:pt x="2739" y="2732"/>
                      </a:moveTo>
                      <a:cubicBezTo>
                        <a:pt x="2207" y="3308"/>
                        <a:pt x="1232" y="3219"/>
                        <a:pt x="567" y="2554"/>
                      </a:cubicBezTo>
                      <a:cubicBezTo>
                        <a:pt x="-98" y="1934"/>
                        <a:pt x="-186" y="914"/>
                        <a:pt x="346" y="382"/>
                      </a:cubicBezTo>
                      <a:cubicBezTo>
                        <a:pt x="878" y="-194"/>
                        <a:pt x="1853" y="-105"/>
                        <a:pt x="2518" y="559"/>
                      </a:cubicBezTo>
                      <a:cubicBezTo>
                        <a:pt x="3183" y="1224"/>
                        <a:pt x="3271" y="2200"/>
                        <a:pt x="2739" y="2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66" name="Forme libre : forme 26665">
                  <a:extLst>
                    <a:ext uri="{FF2B5EF4-FFF2-40B4-BE49-F238E27FC236}">
                      <a16:creationId xmlns:a16="http://schemas.microsoft.com/office/drawing/2014/main" id="{E7D7672B-4BB1-4FC1-8CE8-6D7E545DE67B}"/>
                    </a:ext>
                  </a:extLst>
                </p:cNvPr>
                <p:cNvSpPr/>
                <p:nvPr/>
              </p:nvSpPr>
              <p:spPr>
                <a:xfrm>
                  <a:off x="5042223" y="1324545"/>
                  <a:ext cx="16948" cy="35320"/>
                </a:xfrm>
                <a:custGeom>
                  <a:avLst/>
                  <a:gdLst>
                    <a:gd name="connsiteX0" fmla="*/ 16210 w 16948"/>
                    <a:gd name="connsiteY0" fmla="*/ 23869 h 35320"/>
                    <a:gd name="connsiteX1" fmla="*/ 8940 w 16948"/>
                    <a:gd name="connsiteY1" fmla="*/ 33977 h 35320"/>
                    <a:gd name="connsiteX2" fmla="*/ 4596 w 16948"/>
                    <a:gd name="connsiteY2" fmla="*/ 34819 h 35320"/>
                    <a:gd name="connsiteX3" fmla="*/ 3886 w 16948"/>
                    <a:gd name="connsiteY3" fmla="*/ 30563 h 35320"/>
                    <a:gd name="connsiteX4" fmla="*/ 6679 w 16948"/>
                    <a:gd name="connsiteY4" fmla="*/ 17308 h 35320"/>
                    <a:gd name="connsiteX5" fmla="*/ 4995 w 16948"/>
                    <a:gd name="connsiteY5" fmla="*/ 13451 h 35320"/>
                    <a:gd name="connsiteX6" fmla="*/ 2069 w 16948"/>
                    <a:gd name="connsiteY6" fmla="*/ 7910 h 35320"/>
                    <a:gd name="connsiteX7" fmla="*/ 1360 w 16948"/>
                    <a:gd name="connsiteY7" fmla="*/ 63 h 35320"/>
                    <a:gd name="connsiteX8" fmla="*/ 10137 w 16948"/>
                    <a:gd name="connsiteY8" fmla="*/ 4940 h 35320"/>
                    <a:gd name="connsiteX9" fmla="*/ 15989 w 16948"/>
                    <a:gd name="connsiteY9" fmla="*/ 13496 h 35320"/>
                    <a:gd name="connsiteX10" fmla="*/ 16210 w 16948"/>
                    <a:gd name="connsiteY10" fmla="*/ 23869 h 35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948" h="35320">
                      <a:moveTo>
                        <a:pt x="16210" y="23869"/>
                      </a:moveTo>
                      <a:cubicBezTo>
                        <a:pt x="14880" y="27992"/>
                        <a:pt x="12088" y="31228"/>
                        <a:pt x="8940" y="33977"/>
                      </a:cubicBezTo>
                      <a:cubicBezTo>
                        <a:pt x="7787" y="34996"/>
                        <a:pt x="6014" y="35927"/>
                        <a:pt x="4596" y="34819"/>
                      </a:cubicBezTo>
                      <a:cubicBezTo>
                        <a:pt x="3310" y="33799"/>
                        <a:pt x="3443" y="31937"/>
                        <a:pt x="3886" y="30563"/>
                      </a:cubicBezTo>
                      <a:cubicBezTo>
                        <a:pt x="5216" y="26219"/>
                        <a:pt x="7654" y="22140"/>
                        <a:pt x="6679" y="17308"/>
                      </a:cubicBezTo>
                      <a:cubicBezTo>
                        <a:pt x="6546" y="16554"/>
                        <a:pt x="5837" y="15136"/>
                        <a:pt x="4995" y="13451"/>
                      </a:cubicBezTo>
                      <a:cubicBezTo>
                        <a:pt x="4197" y="11722"/>
                        <a:pt x="3000" y="9816"/>
                        <a:pt x="2069" y="7910"/>
                      </a:cubicBezTo>
                      <a:cubicBezTo>
                        <a:pt x="207" y="4097"/>
                        <a:pt x="-1123" y="507"/>
                        <a:pt x="1360" y="63"/>
                      </a:cubicBezTo>
                      <a:cubicBezTo>
                        <a:pt x="3842" y="-424"/>
                        <a:pt x="7211" y="1970"/>
                        <a:pt x="10137" y="4940"/>
                      </a:cubicBezTo>
                      <a:cubicBezTo>
                        <a:pt x="12974" y="7954"/>
                        <a:pt x="15235" y="11545"/>
                        <a:pt x="15989" y="13496"/>
                      </a:cubicBezTo>
                      <a:cubicBezTo>
                        <a:pt x="17274" y="17087"/>
                        <a:pt x="17186" y="20766"/>
                        <a:pt x="16210" y="2386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43" name="Graphique 2">
                <a:extLst>
                  <a:ext uri="{FF2B5EF4-FFF2-40B4-BE49-F238E27FC236}">
                    <a16:creationId xmlns:a16="http://schemas.microsoft.com/office/drawing/2014/main" id="{29DF9E5C-A60D-4641-A110-CE4F1CBEBADC}"/>
                  </a:ext>
                </a:extLst>
              </p:cNvPr>
              <p:cNvGrpSpPr/>
              <p:nvPr/>
            </p:nvGrpSpPr>
            <p:grpSpPr>
              <a:xfrm>
                <a:off x="5043370" y="1354054"/>
                <a:ext cx="67594" cy="70693"/>
                <a:chOff x="5043370" y="1354054"/>
                <a:chExt cx="67594" cy="70693"/>
              </a:xfrm>
              <a:solidFill>
                <a:schemeClr val="accent1"/>
              </a:solidFill>
            </p:grpSpPr>
            <p:sp>
              <p:nvSpPr>
                <p:cNvPr id="26643" name="Forme libre : forme 26642">
                  <a:extLst>
                    <a:ext uri="{FF2B5EF4-FFF2-40B4-BE49-F238E27FC236}">
                      <a16:creationId xmlns:a16="http://schemas.microsoft.com/office/drawing/2014/main" id="{F9B95EF5-76AF-43D3-B14C-5CADFE0F01AF}"/>
                    </a:ext>
                  </a:extLst>
                </p:cNvPr>
                <p:cNvSpPr/>
                <p:nvPr/>
              </p:nvSpPr>
              <p:spPr>
                <a:xfrm>
                  <a:off x="5043370" y="1354054"/>
                  <a:ext cx="67594" cy="70693"/>
                </a:xfrm>
                <a:custGeom>
                  <a:avLst/>
                  <a:gdLst>
                    <a:gd name="connsiteX0" fmla="*/ 24107 w 67594"/>
                    <a:gd name="connsiteY0" fmla="*/ 62320 h 70693"/>
                    <a:gd name="connsiteX1" fmla="*/ 14841 w 67594"/>
                    <a:gd name="connsiteY1" fmla="*/ 52213 h 70693"/>
                    <a:gd name="connsiteX2" fmla="*/ 6064 w 67594"/>
                    <a:gd name="connsiteY2" fmla="*/ 42238 h 70693"/>
                    <a:gd name="connsiteX3" fmla="*/ 5576 w 67594"/>
                    <a:gd name="connsiteY3" fmla="*/ 13601 h 70693"/>
                    <a:gd name="connsiteX4" fmla="*/ 16083 w 67594"/>
                    <a:gd name="connsiteY4" fmla="*/ 4069 h 70693"/>
                    <a:gd name="connsiteX5" fmla="*/ 44854 w 67594"/>
                    <a:gd name="connsiteY5" fmla="*/ 8724 h 70693"/>
                    <a:gd name="connsiteX6" fmla="*/ 53188 w 67594"/>
                    <a:gd name="connsiteY6" fmla="*/ 18388 h 70693"/>
                    <a:gd name="connsiteX7" fmla="*/ 61389 w 67594"/>
                    <a:gd name="connsiteY7" fmla="*/ 27609 h 70693"/>
                    <a:gd name="connsiteX8" fmla="*/ 65778 w 67594"/>
                    <a:gd name="connsiteY8" fmla="*/ 34347 h 70693"/>
                    <a:gd name="connsiteX9" fmla="*/ 67551 w 67594"/>
                    <a:gd name="connsiteY9" fmla="*/ 41706 h 70693"/>
                    <a:gd name="connsiteX10" fmla="*/ 63162 w 67594"/>
                    <a:gd name="connsiteY10" fmla="*/ 55405 h 70693"/>
                    <a:gd name="connsiteX11" fmla="*/ 53808 w 67594"/>
                    <a:gd name="connsiteY11" fmla="*/ 65778 h 70693"/>
                    <a:gd name="connsiteX12" fmla="*/ 39933 w 67594"/>
                    <a:gd name="connsiteY12" fmla="*/ 70566 h 70693"/>
                    <a:gd name="connsiteX13" fmla="*/ 31687 w 67594"/>
                    <a:gd name="connsiteY13" fmla="*/ 68039 h 70693"/>
                    <a:gd name="connsiteX14" fmla="*/ 24107 w 67594"/>
                    <a:gd name="connsiteY14" fmla="*/ 62320 h 70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7594" h="70693">
                      <a:moveTo>
                        <a:pt x="24107" y="62320"/>
                      </a:moveTo>
                      <a:cubicBezTo>
                        <a:pt x="20959" y="58951"/>
                        <a:pt x="17812" y="55538"/>
                        <a:pt x="14841" y="52213"/>
                      </a:cubicBezTo>
                      <a:lnTo>
                        <a:pt x="6064" y="42238"/>
                      </a:lnTo>
                      <a:cubicBezTo>
                        <a:pt x="-1916" y="33062"/>
                        <a:pt x="-1960" y="20605"/>
                        <a:pt x="5576" y="13601"/>
                      </a:cubicBezTo>
                      <a:lnTo>
                        <a:pt x="16083" y="4069"/>
                      </a:lnTo>
                      <a:cubicBezTo>
                        <a:pt x="23619" y="-2935"/>
                        <a:pt x="36963" y="-585"/>
                        <a:pt x="44854" y="8724"/>
                      </a:cubicBezTo>
                      <a:lnTo>
                        <a:pt x="53188" y="18388"/>
                      </a:lnTo>
                      <a:cubicBezTo>
                        <a:pt x="55936" y="21580"/>
                        <a:pt x="58685" y="24595"/>
                        <a:pt x="61389" y="27609"/>
                      </a:cubicBezTo>
                      <a:cubicBezTo>
                        <a:pt x="63295" y="29737"/>
                        <a:pt x="64758" y="31909"/>
                        <a:pt x="65778" y="34347"/>
                      </a:cubicBezTo>
                      <a:cubicBezTo>
                        <a:pt x="66797" y="36786"/>
                        <a:pt x="67374" y="39179"/>
                        <a:pt x="67551" y="41706"/>
                      </a:cubicBezTo>
                      <a:cubicBezTo>
                        <a:pt x="67861" y="46716"/>
                        <a:pt x="66531" y="51636"/>
                        <a:pt x="63162" y="55405"/>
                      </a:cubicBezTo>
                      <a:lnTo>
                        <a:pt x="53808" y="65778"/>
                      </a:lnTo>
                      <a:cubicBezTo>
                        <a:pt x="50439" y="69546"/>
                        <a:pt x="45341" y="71186"/>
                        <a:pt x="39933" y="70566"/>
                      </a:cubicBezTo>
                      <a:cubicBezTo>
                        <a:pt x="37229" y="70256"/>
                        <a:pt x="34303" y="69413"/>
                        <a:pt x="31687" y="68039"/>
                      </a:cubicBezTo>
                      <a:cubicBezTo>
                        <a:pt x="28983" y="66576"/>
                        <a:pt x="26279" y="64670"/>
                        <a:pt x="24107" y="62320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44" name="Forme libre : forme 26643">
                  <a:extLst>
                    <a:ext uri="{FF2B5EF4-FFF2-40B4-BE49-F238E27FC236}">
                      <a16:creationId xmlns:a16="http://schemas.microsoft.com/office/drawing/2014/main" id="{9A644109-0FC9-40C0-BB2D-B2E7648E4C4A}"/>
                    </a:ext>
                  </a:extLst>
                </p:cNvPr>
                <p:cNvSpPr/>
                <p:nvPr/>
              </p:nvSpPr>
              <p:spPr>
                <a:xfrm>
                  <a:off x="5043387" y="1363531"/>
                  <a:ext cx="54013" cy="61171"/>
                </a:xfrm>
                <a:custGeom>
                  <a:avLst/>
                  <a:gdLst>
                    <a:gd name="connsiteX0" fmla="*/ 21829 w 54013"/>
                    <a:gd name="connsiteY0" fmla="*/ 25224 h 61171"/>
                    <a:gd name="connsiteX1" fmla="*/ 10081 w 54013"/>
                    <a:gd name="connsiteY1" fmla="*/ 0 h 61171"/>
                    <a:gd name="connsiteX2" fmla="*/ 5559 w 54013"/>
                    <a:gd name="connsiteY2" fmla="*/ 4123 h 61171"/>
                    <a:gd name="connsiteX3" fmla="*/ 6047 w 54013"/>
                    <a:gd name="connsiteY3" fmla="*/ 32761 h 61171"/>
                    <a:gd name="connsiteX4" fmla="*/ 14825 w 54013"/>
                    <a:gd name="connsiteY4" fmla="*/ 42735 h 61171"/>
                    <a:gd name="connsiteX5" fmla="*/ 24090 w 54013"/>
                    <a:gd name="connsiteY5" fmla="*/ 52843 h 61171"/>
                    <a:gd name="connsiteX6" fmla="*/ 31582 w 54013"/>
                    <a:gd name="connsiteY6" fmla="*/ 58517 h 61171"/>
                    <a:gd name="connsiteX7" fmla="*/ 39827 w 54013"/>
                    <a:gd name="connsiteY7" fmla="*/ 61044 h 61171"/>
                    <a:gd name="connsiteX8" fmla="*/ 53703 w 54013"/>
                    <a:gd name="connsiteY8" fmla="*/ 56256 h 61171"/>
                    <a:gd name="connsiteX9" fmla="*/ 54013 w 54013"/>
                    <a:gd name="connsiteY9" fmla="*/ 55901 h 61171"/>
                    <a:gd name="connsiteX10" fmla="*/ 37877 w 54013"/>
                    <a:gd name="connsiteY10" fmla="*/ 40297 h 61171"/>
                    <a:gd name="connsiteX11" fmla="*/ 21829 w 54013"/>
                    <a:gd name="connsiteY11" fmla="*/ 25224 h 61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4013" h="61171">
                      <a:moveTo>
                        <a:pt x="21829" y="25224"/>
                      </a:moveTo>
                      <a:cubicBezTo>
                        <a:pt x="13273" y="18841"/>
                        <a:pt x="8663" y="8999"/>
                        <a:pt x="10081" y="0"/>
                      </a:cubicBezTo>
                      <a:lnTo>
                        <a:pt x="5559" y="4123"/>
                      </a:lnTo>
                      <a:cubicBezTo>
                        <a:pt x="-1933" y="11083"/>
                        <a:pt x="-1933" y="23540"/>
                        <a:pt x="6047" y="32761"/>
                      </a:cubicBezTo>
                      <a:lnTo>
                        <a:pt x="14825" y="42735"/>
                      </a:lnTo>
                      <a:cubicBezTo>
                        <a:pt x="17795" y="46104"/>
                        <a:pt x="20898" y="49473"/>
                        <a:pt x="24090" y="52843"/>
                      </a:cubicBezTo>
                      <a:cubicBezTo>
                        <a:pt x="26262" y="55236"/>
                        <a:pt x="28966" y="57098"/>
                        <a:pt x="31582" y="58517"/>
                      </a:cubicBezTo>
                      <a:cubicBezTo>
                        <a:pt x="34197" y="59936"/>
                        <a:pt x="37123" y="60733"/>
                        <a:pt x="39827" y="61044"/>
                      </a:cubicBezTo>
                      <a:cubicBezTo>
                        <a:pt x="45280" y="61664"/>
                        <a:pt x="50334" y="60024"/>
                        <a:pt x="53703" y="56256"/>
                      </a:cubicBezTo>
                      <a:lnTo>
                        <a:pt x="54013" y="55901"/>
                      </a:lnTo>
                      <a:cubicBezTo>
                        <a:pt x="47984" y="51158"/>
                        <a:pt x="42886" y="45661"/>
                        <a:pt x="37877" y="40297"/>
                      </a:cubicBezTo>
                      <a:cubicBezTo>
                        <a:pt x="32912" y="34933"/>
                        <a:pt x="27858" y="29657"/>
                        <a:pt x="21829" y="2522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45" name="Forme libre : forme 26644">
                  <a:extLst>
                    <a:ext uri="{FF2B5EF4-FFF2-40B4-BE49-F238E27FC236}">
                      <a16:creationId xmlns:a16="http://schemas.microsoft.com/office/drawing/2014/main" id="{3220FD98-68B2-49D0-896D-4153C968095C}"/>
                    </a:ext>
                  </a:extLst>
                </p:cNvPr>
                <p:cNvSpPr/>
                <p:nvPr/>
              </p:nvSpPr>
              <p:spPr>
                <a:xfrm>
                  <a:off x="5066731" y="1380014"/>
                  <a:ext cx="25799" cy="27127"/>
                </a:xfrm>
                <a:custGeom>
                  <a:avLst/>
                  <a:gdLst>
                    <a:gd name="connsiteX0" fmla="*/ 23842 w 25799"/>
                    <a:gd name="connsiteY0" fmla="*/ 25322 h 27127"/>
                    <a:gd name="connsiteX1" fmla="*/ 5667 w 25799"/>
                    <a:gd name="connsiteY1" fmla="*/ 20046 h 27127"/>
                    <a:gd name="connsiteX2" fmla="*/ 2298 w 25799"/>
                    <a:gd name="connsiteY2" fmla="*/ 1560 h 27127"/>
                    <a:gd name="connsiteX3" fmla="*/ 20074 w 25799"/>
                    <a:gd name="connsiteY3" fmla="*/ 7190 h 27127"/>
                    <a:gd name="connsiteX4" fmla="*/ 23842 w 25799"/>
                    <a:gd name="connsiteY4" fmla="*/ 25322 h 27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99" h="27127">
                      <a:moveTo>
                        <a:pt x="23842" y="25322"/>
                      </a:moveTo>
                      <a:cubicBezTo>
                        <a:pt x="20074" y="29090"/>
                        <a:pt x="11740" y="26784"/>
                        <a:pt x="5667" y="20046"/>
                      </a:cubicBezTo>
                      <a:cubicBezTo>
                        <a:pt x="-362" y="13308"/>
                        <a:pt x="-1737" y="5062"/>
                        <a:pt x="2298" y="1560"/>
                      </a:cubicBezTo>
                      <a:cubicBezTo>
                        <a:pt x="6332" y="-1942"/>
                        <a:pt x="14311" y="674"/>
                        <a:pt x="20074" y="7190"/>
                      </a:cubicBezTo>
                      <a:cubicBezTo>
                        <a:pt x="25793" y="13618"/>
                        <a:pt x="27566" y="21598"/>
                        <a:pt x="23842" y="2532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46" name="Forme libre : forme 26645">
                  <a:extLst>
                    <a:ext uri="{FF2B5EF4-FFF2-40B4-BE49-F238E27FC236}">
                      <a16:creationId xmlns:a16="http://schemas.microsoft.com/office/drawing/2014/main" id="{44E96952-6547-42DA-BF7A-D1D703DB0A90}"/>
                    </a:ext>
                  </a:extLst>
                </p:cNvPr>
                <p:cNvSpPr/>
                <p:nvPr/>
              </p:nvSpPr>
              <p:spPr>
                <a:xfrm>
                  <a:off x="5066687" y="1379999"/>
                  <a:ext cx="12981" cy="24804"/>
                </a:xfrm>
                <a:custGeom>
                  <a:avLst/>
                  <a:gdLst>
                    <a:gd name="connsiteX0" fmla="*/ 12981 w 12981"/>
                    <a:gd name="connsiteY0" fmla="*/ 1620 h 24804"/>
                    <a:gd name="connsiteX1" fmla="*/ 2297 w 12981"/>
                    <a:gd name="connsiteY1" fmla="*/ 1575 h 24804"/>
                    <a:gd name="connsiteX2" fmla="*/ 5667 w 12981"/>
                    <a:gd name="connsiteY2" fmla="*/ 20061 h 24804"/>
                    <a:gd name="connsiteX3" fmla="*/ 11385 w 12981"/>
                    <a:gd name="connsiteY3" fmla="*/ 24805 h 24804"/>
                    <a:gd name="connsiteX4" fmla="*/ 9124 w 12981"/>
                    <a:gd name="connsiteY4" fmla="*/ 21347 h 24804"/>
                    <a:gd name="connsiteX5" fmla="*/ 12981 w 12981"/>
                    <a:gd name="connsiteY5" fmla="*/ 1620 h 2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981" h="24804">
                      <a:moveTo>
                        <a:pt x="12981" y="1620"/>
                      </a:moveTo>
                      <a:cubicBezTo>
                        <a:pt x="8903" y="-420"/>
                        <a:pt x="4824" y="-641"/>
                        <a:pt x="2297" y="1575"/>
                      </a:cubicBezTo>
                      <a:cubicBezTo>
                        <a:pt x="-1737" y="5077"/>
                        <a:pt x="-362" y="13323"/>
                        <a:pt x="5667" y="20061"/>
                      </a:cubicBezTo>
                      <a:cubicBezTo>
                        <a:pt x="7440" y="22012"/>
                        <a:pt x="9435" y="23608"/>
                        <a:pt x="11385" y="24805"/>
                      </a:cubicBezTo>
                      <a:cubicBezTo>
                        <a:pt x="10499" y="23741"/>
                        <a:pt x="9701" y="22632"/>
                        <a:pt x="9124" y="21347"/>
                      </a:cubicBezTo>
                      <a:cubicBezTo>
                        <a:pt x="6509" y="14032"/>
                        <a:pt x="7750" y="5476"/>
                        <a:pt x="12981" y="162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47" name="Forme libre : forme 26646">
                  <a:extLst>
                    <a:ext uri="{FF2B5EF4-FFF2-40B4-BE49-F238E27FC236}">
                      <a16:creationId xmlns:a16="http://schemas.microsoft.com/office/drawing/2014/main" id="{BCAFDDFA-6322-4335-8471-A14E06330D01}"/>
                    </a:ext>
                  </a:extLst>
                </p:cNvPr>
                <p:cNvSpPr/>
                <p:nvPr/>
              </p:nvSpPr>
              <p:spPr>
                <a:xfrm>
                  <a:off x="5066172" y="1382584"/>
                  <a:ext cx="25950" cy="27215"/>
                </a:xfrm>
                <a:custGeom>
                  <a:avLst/>
                  <a:gdLst>
                    <a:gd name="connsiteX0" fmla="*/ 24003 w 25950"/>
                    <a:gd name="connsiteY0" fmla="*/ 25411 h 27215"/>
                    <a:gd name="connsiteX1" fmla="*/ 5738 w 25950"/>
                    <a:gd name="connsiteY1" fmla="*/ 20092 h 27215"/>
                    <a:gd name="connsiteX2" fmla="*/ 2281 w 25950"/>
                    <a:gd name="connsiteY2" fmla="*/ 1561 h 27215"/>
                    <a:gd name="connsiteX3" fmla="*/ 20057 w 25950"/>
                    <a:gd name="connsiteY3" fmla="*/ 7147 h 27215"/>
                    <a:gd name="connsiteX4" fmla="*/ 24003 w 25950"/>
                    <a:gd name="connsiteY4" fmla="*/ 25411 h 27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50" h="27215">
                      <a:moveTo>
                        <a:pt x="24003" y="25411"/>
                      </a:moveTo>
                      <a:cubicBezTo>
                        <a:pt x="20279" y="29180"/>
                        <a:pt x="11900" y="26874"/>
                        <a:pt x="5738" y="20092"/>
                      </a:cubicBezTo>
                      <a:cubicBezTo>
                        <a:pt x="-335" y="13353"/>
                        <a:pt x="-1754" y="5063"/>
                        <a:pt x="2281" y="1561"/>
                      </a:cubicBezTo>
                      <a:cubicBezTo>
                        <a:pt x="6315" y="-1941"/>
                        <a:pt x="14250" y="675"/>
                        <a:pt x="20057" y="7147"/>
                      </a:cubicBezTo>
                      <a:cubicBezTo>
                        <a:pt x="25865" y="13664"/>
                        <a:pt x="27771" y="21643"/>
                        <a:pt x="24003" y="2541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48" name="Forme libre : forme 26647">
                  <a:extLst>
                    <a:ext uri="{FF2B5EF4-FFF2-40B4-BE49-F238E27FC236}">
                      <a16:creationId xmlns:a16="http://schemas.microsoft.com/office/drawing/2014/main" id="{35D50C61-AF5A-42E1-994E-9B58CD8F272E}"/>
                    </a:ext>
                  </a:extLst>
                </p:cNvPr>
                <p:cNvSpPr/>
                <p:nvPr/>
              </p:nvSpPr>
              <p:spPr>
                <a:xfrm>
                  <a:off x="5052016" y="1363848"/>
                  <a:ext cx="27287" cy="46704"/>
                </a:xfrm>
                <a:custGeom>
                  <a:avLst/>
                  <a:gdLst>
                    <a:gd name="connsiteX0" fmla="*/ 7127 w 27287"/>
                    <a:gd name="connsiteY0" fmla="*/ 8328 h 46704"/>
                    <a:gd name="connsiteX1" fmla="*/ 1054 w 27287"/>
                    <a:gd name="connsiteY1" fmla="*/ 15066 h 46704"/>
                    <a:gd name="connsiteX2" fmla="*/ 4334 w 27287"/>
                    <a:gd name="connsiteY2" fmla="*/ 33508 h 46704"/>
                    <a:gd name="connsiteX3" fmla="*/ 16791 w 27287"/>
                    <a:gd name="connsiteY3" fmla="*/ 45566 h 46704"/>
                    <a:gd name="connsiteX4" fmla="*/ 26943 w 27287"/>
                    <a:gd name="connsiteY4" fmla="*/ 43793 h 46704"/>
                    <a:gd name="connsiteX5" fmla="*/ 26367 w 27287"/>
                    <a:gd name="connsiteY5" fmla="*/ 36523 h 46704"/>
                    <a:gd name="connsiteX6" fmla="*/ 25170 w 27287"/>
                    <a:gd name="connsiteY6" fmla="*/ 19234 h 46704"/>
                    <a:gd name="connsiteX7" fmla="*/ 22111 w 27287"/>
                    <a:gd name="connsiteY7" fmla="*/ 748 h 46704"/>
                    <a:gd name="connsiteX8" fmla="*/ 7127 w 27287"/>
                    <a:gd name="connsiteY8" fmla="*/ 8328 h 46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287" h="46704">
                      <a:moveTo>
                        <a:pt x="7127" y="8328"/>
                      </a:moveTo>
                      <a:cubicBezTo>
                        <a:pt x="4777" y="10234"/>
                        <a:pt x="2339" y="12274"/>
                        <a:pt x="1054" y="15066"/>
                      </a:cubicBezTo>
                      <a:cubicBezTo>
                        <a:pt x="-1384" y="20475"/>
                        <a:pt x="699" y="27568"/>
                        <a:pt x="4334" y="33508"/>
                      </a:cubicBezTo>
                      <a:cubicBezTo>
                        <a:pt x="7304" y="38429"/>
                        <a:pt x="11516" y="43172"/>
                        <a:pt x="16791" y="45566"/>
                      </a:cubicBezTo>
                      <a:cubicBezTo>
                        <a:pt x="20737" y="47339"/>
                        <a:pt x="25613" y="47251"/>
                        <a:pt x="26943" y="43793"/>
                      </a:cubicBezTo>
                      <a:cubicBezTo>
                        <a:pt x="27741" y="41665"/>
                        <a:pt x="26987" y="38961"/>
                        <a:pt x="26367" y="36523"/>
                      </a:cubicBezTo>
                      <a:cubicBezTo>
                        <a:pt x="24904" y="30671"/>
                        <a:pt x="24593" y="24819"/>
                        <a:pt x="25170" y="19234"/>
                      </a:cubicBezTo>
                      <a:cubicBezTo>
                        <a:pt x="25657" y="14446"/>
                        <a:pt x="28273" y="4338"/>
                        <a:pt x="22111" y="748"/>
                      </a:cubicBezTo>
                      <a:cubicBezTo>
                        <a:pt x="16570" y="-2489"/>
                        <a:pt x="10408" y="5668"/>
                        <a:pt x="7127" y="832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49" name="Forme libre : forme 26648">
                  <a:extLst>
                    <a:ext uri="{FF2B5EF4-FFF2-40B4-BE49-F238E27FC236}">
                      <a16:creationId xmlns:a16="http://schemas.microsoft.com/office/drawing/2014/main" id="{9B19D612-52BA-48B5-95C5-59DBA7C5E3EC}"/>
                    </a:ext>
                  </a:extLst>
                </p:cNvPr>
                <p:cNvSpPr/>
                <p:nvPr/>
              </p:nvSpPr>
              <p:spPr>
                <a:xfrm>
                  <a:off x="5069481" y="1370493"/>
                  <a:ext cx="14136" cy="8460"/>
                </a:xfrm>
                <a:custGeom>
                  <a:avLst/>
                  <a:gdLst>
                    <a:gd name="connsiteX0" fmla="*/ 2739 w 14136"/>
                    <a:gd name="connsiteY0" fmla="*/ 87 h 8460"/>
                    <a:gd name="connsiteX1" fmla="*/ 655 w 14136"/>
                    <a:gd name="connsiteY1" fmla="*/ 840 h 8460"/>
                    <a:gd name="connsiteX2" fmla="*/ 124 w 14136"/>
                    <a:gd name="connsiteY2" fmla="*/ 2968 h 8460"/>
                    <a:gd name="connsiteX3" fmla="*/ 1719 w 14136"/>
                    <a:gd name="connsiteY3" fmla="*/ 4697 h 8460"/>
                    <a:gd name="connsiteX4" fmla="*/ 6906 w 14136"/>
                    <a:gd name="connsiteY4" fmla="*/ 7667 h 8460"/>
                    <a:gd name="connsiteX5" fmla="*/ 9167 w 14136"/>
                    <a:gd name="connsiteY5" fmla="*/ 8421 h 8460"/>
                    <a:gd name="connsiteX6" fmla="*/ 12758 w 14136"/>
                    <a:gd name="connsiteY6" fmla="*/ 3057 h 8460"/>
                    <a:gd name="connsiteX7" fmla="*/ 2739 w 14136"/>
                    <a:gd name="connsiteY7" fmla="*/ 87 h 8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136" h="8460">
                      <a:moveTo>
                        <a:pt x="2739" y="87"/>
                      </a:moveTo>
                      <a:cubicBezTo>
                        <a:pt x="1985" y="175"/>
                        <a:pt x="1232" y="353"/>
                        <a:pt x="655" y="840"/>
                      </a:cubicBezTo>
                      <a:cubicBezTo>
                        <a:pt x="124" y="1328"/>
                        <a:pt x="-187" y="2170"/>
                        <a:pt x="124" y="2968"/>
                      </a:cubicBezTo>
                      <a:cubicBezTo>
                        <a:pt x="389" y="3678"/>
                        <a:pt x="1054" y="4254"/>
                        <a:pt x="1719" y="4697"/>
                      </a:cubicBezTo>
                      <a:cubicBezTo>
                        <a:pt x="3404" y="5850"/>
                        <a:pt x="5133" y="6869"/>
                        <a:pt x="6906" y="7667"/>
                      </a:cubicBezTo>
                      <a:cubicBezTo>
                        <a:pt x="7660" y="8022"/>
                        <a:pt x="8413" y="8332"/>
                        <a:pt x="9167" y="8421"/>
                      </a:cubicBezTo>
                      <a:cubicBezTo>
                        <a:pt x="12359" y="8820"/>
                        <a:pt x="16260" y="6160"/>
                        <a:pt x="12758" y="3057"/>
                      </a:cubicBezTo>
                      <a:cubicBezTo>
                        <a:pt x="10098" y="663"/>
                        <a:pt x="5798" y="-312"/>
                        <a:pt x="2739" y="8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50" name="Forme libre : forme 26649">
                  <a:extLst>
                    <a:ext uri="{FF2B5EF4-FFF2-40B4-BE49-F238E27FC236}">
                      <a16:creationId xmlns:a16="http://schemas.microsoft.com/office/drawing/2014/main" id="{49CD94C8-641C-45B5-B524-97E36B353ED3}"/>
                    </a:ext>
                  </a:extLst>
                </p:cNvPr>
                <p:cNvSpPr/>
                <p:nvPr/>
              </p:nvSpPr>
              <p:spPr>
                <a:xfrm>
                  <a:off x="5068585" y="1416019"/>
                  <a:ext cx="28283" cy="5787"/>
                </a:xfrm>
                <a:custGeom>
                  <a:avLst/>
                  <a:gdLst>
                    <a:gd name="connsiteX0" fmla="*/ 28283 w 28283"/>
                    <a:gd name="connsiteY0" fmla="*/ 798 h 5787"/>
                    <a:gd name="connsiteX1" fmla="*/ 21279 w 28283"/>
                    <a:gd name="connsiteY1" fmla="*/ 5054 h 5787"/>
                    <a:gd name="connsiteX2" fmla="*/ 0 w 28283"/>
                    <a:gd name="connsiteY2" fmla="*/ 0 h 5787"/>
                    <a:gd name="connsiteX3" fmla="*/ 2527 w 28283"/>
                    <a:gd name="connsiteY3" fmla="*/ 1330 h 5787"/>
                    <a:gd name="connsiteX4" fmla="*/ 9177 w 28283"/>
                    <a:gd name="connsiteY4" fmla="*/ 3591 h 5787"/>
                    <a:gd name="connsiteX5" fmla="*/ 28283 w 28283"/>
                    <a:gd name="connsiteY5" fmla="*/ 798 h 5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283" h="5787">
                      <a:moveTo>
                        <a:pt x="28283" y="798"/>
                      </a:moveTo>
                      <a:cubicBezTo>
                        <a:pt x="28283" y="798"/>
                        <a:pt x="25978" y="3679"/>
                        <a:pt x="21279" y="5054"/>
                      </a:cubicBezTo>
                      <a:cubicBezTo>
                        <a:pt x="16624" y="6472"/>
                        <a:pt x="9265" y="6339"/>
                        <a:pt x="0" y="0"/>
                      </a:cubicBezTo>
                      <a:cubicBezTo>
                        <a:pt x="0" y="0"/>
                        <a:pt x="887" y="576"/>
                        <a:pt x="2527" y="1330"/>
                      </a:cubicBezTo>
                      <a:cubicBezTo>
                        <a:pt x="4167" y="2084"/>
                        <a:pt x="6472" y="2970"/>
                        <a:pt x="9177" y="3591"/>
                      </a:cubicBezTo>
                      <a:cubicBezTo>
                        <a:pt x="14629" y="4832"/>
                        <a:pt x="21900" y="4921"/>
                        <a:pt x="28283" y="7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51" name="Forme libre : forme 26650">
                  <a:extLst>
                    <a:ext uri="{FF2B5EF4-FFF2-40B4-BE49-F238E27FC236}">
                      <a16:creationId xmlns:a16="http://schemas.microsoft.com/office/drawing/2014/main" id="{D2520E81-6B85-4420-A615-7C3606767578}"/>
                    </a:ext>
                  </a:extLst>
                </p:cNvPr>
                <p:cNvSpPr/>
                <p:nvPr/>
              </p:nvSpPr>
              <p:spPr>
                <a:xfrm>
                  <a:off x="5059143" y="1356459"/>
                  <a:ext cx="28815" cy="8313"/>
                </a:xfrm>
                <a:custGeom>
                  <a:avLst/>
                  <a:gdLst>
                    <a:gd name="connsiteX0" fmla="*/ 28815 w 28815"/>
                    <a:gd name="connsiteY0" fmla="*/ 8314 h 8313"/>
                    <a:gd name="connsiteX1" fmla="*/ 20126 w 28815"/>
                    <a:gd name="connsiteY1" fmla="*/ 2152 h 8313"/>
                    <a:gd name="connsiteX2" fmla="*/ 0 w 28815"/>
                    <a:gd name="connsiteY2" fmla="*/ 3703 h 8313"/>
                    <a:gd name="connsiteX3" fmla="*/ 9088 w 28815"/>
                    <a:gd name="connsiteY3" fmla="*/ 1442 h 8313"/>
                    <a:gd name="connsiteX4" fmla="*/ 28815 w 28815"/>
                    <a:gd name="connsiteY4" fmla="*/ 8314 h 8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15" h="8313">
                      <a:moveTo>
                        <a:pt x="28815" y="8314"/>
                      </a:moveTo>
                      <a:cubicBezTo>
                        <a:pt x="28815" y="8314"/>
                        <a:pt x="25446" y="4590"/>
                        <a:pt x="20126" y="2152"/>
                      </a:cubicBezTo>
                      <a:cubicBezTo>
                        <a:pt x="14762" y="-375"/>
                        <a:pt x="7492" y="-1572"/>
                        <a:pt x="0" y="3703"/>
                      </a:cubicBezTo>
                      <a:cubicBezTo>
                        <a:pt x="0" y="3703"/>
                        <a:pt x="3635" y="1797"/>
                        <a:pt x="9088" y="1442"/>
                      </a:cubicBezTo>
                      <a:cubicBezTo>
                        <a:pt x="14496" y="1088"/>
                        <a:pt x="21811" y="2329"/>
                        <a:pt x="28815" y="83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52" name="Forme libre : forme 26651">
                  <a:extLst>
                    <a:ext uri="{FF2B5EF4-FFF2-40B4-BE49-F238E27FC236}">
                      <a16:creationId xmlns:a16="http://schemas.microsoft.com/office/drawing/2014/main" id="{C7C78881-F321-423A-B0AF-AEB6D82D74A6}"/>
                    </a:ext>
                  </a:extLst>
                </p:cNvPr>
                <p:cNvSpPr/>
                <p:nvPr/>
              </p:nvSpPr>
              <p:spPr>
                <a:xfrm>
                  <a:off x="5080890" y="1387548"/>
                  <a:ext cx="8031" cy="11162"/>
                </a:xfrm>
                <a:custGeom>
                  <a:avLst/>
                  <a:gdLst>
                    <a:gd name="connsiteX0" fmla="*/ 6714 w 8031"/>
                    <a:gd name="connsiteY0" fmla="*/ 11049 h 11162"/>
                    <a:gd name="connsiteX1" fmla="*/ 995 w 8031"/>
                    <a:gd name="connsiteY1" fmla="*/ 6660 h 11162"/>
                    <a:gd name="connsiteX2" fmla="*/ 1350 w 8031"/>
                    <a:gd name="connsiteY2" fmla="*/ 99 h 11162"/>
                    <a:gd name="connsiteX3" fmla="*/ 6980 w 8031"/>
                    <a:gd name="connsiteY3" fmla="*/ 4488 h 11162"/>
                    <a:gd name="connsiteX4" fmla="*/ 6714 w 8031"/>
                    <a:gd name="connsiteY4" fmla="*/ 11049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31" h="11162">
                      <a:moveTo>
                        <a:pt x="6714" y="11049"/>
                      </a:moveTo>
                      <a:cubicBezTo>
                        <a:pt x="5073" y="11670"/>
                        <a:pt x="2502" y="9675"/>
                        <a:pt x="995" y="6660"/>
                      </a:cubicBezTo>
                      <a:cubicBezTo>
                        <a:pt x="-468" y="3646"/>
                        <a:pt x="-291" y="676"/>
                        <a:pt x="1350" y="99"/>
                      </a:cubicBezTo>
                      <a:cubicBezTo>
                        <a:pt x="2990" y="-477"/>
                        <a:pt x="5472" y="1518"/>
                        <a:pt x="6980" y="4488"/>
                      </a:cubicBezTo>
                      <a:cubicBezTo>
                        <a:pt x="8487" y="7503"/>
                        <a:pt x="8354" y="10428"/>
                        <a:pt x="6714" y="1104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53" name="Forme libre : forme 26652">
                  <a:extLst>
                    <a:ext uri="{FF2B5EF4-FFF2-40B4-BE49-F238E27FC236}">
                      <a16:creationId xmlns:a16="http://schemas.microsoft.com/office/drawing/2014/main" id="{4597DA37-EB86-45AF-85FB-830F8FDCC68F}"/>
                    </a:ext>
                  </a:extLst>
                </p:cNvPr>
                <p:cNvSpPr/>
                <p:nvPr/>
              </p:nvSpPr>
              <p:spPr>
                <a:xfrm>
                  <a:off x="5086754" y="1396540"/>
                  <a:ext cx="3012" cy="3094"/>
                </a:xfrm>
                <a:custGeom>
                  <a:avLst/>
                  <a:gdLst>
                    <a:gd name="connsiteX0" fmla="*/ 2622 w 3012"/>
                    <a:gd name="connsiteY0" fmla="*/ 2766 h 3094"/>
                    <a:gd name="connsiteX1" fmla="*/ 495 w 3012"/>
                    <a:gd name="connsiteY1" fmla="*/ 2500 h 3094"/>
                    <a:gd name="connsiteX2" fmla="*/ 406 w 3012"/>
                    <a:gd name="connsiteY2" fmla="*/ 328 h 3094"/>
                    <a:gd name="connsiteX3" fmla="*/ 2534 w 3012"/>
                    <a:gd name="connsiteY3" fmla="*/ 594 h 3094"/>
                    <a:gd name="connsiteX4" fmla="*/ 2622 w 3012"/>
                    <a:gd name="connsiteY4" fmla="*/ 2766 h 3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12" h="3094">
                      <a:moveTo>
                        <a:pt x="2622" y="2766"/>
                      </a:moveTo>
                      <a:cubicBezTo>
                        <a:pt x="2046" y="3298"/>
                        <a:pt x="1115" y="3165"/>
                        <a:pt x="495" y="2500"/>
                      </a:cubicBezTo>
                      <a:cubicBezTo>
                        <a:pt x="-126" y="1835"/>
                        <a:pt x="-170" y="860"/>
                        <a:pt x="406" y="328"/>
                      </a:cubicBezTo>
                      <a:cubicBezTo>
                        <a:pt x="982" y="-204"/>
                        <a:pt x="1913" y="-71"/>
                        <a:pt x="2534" y="594"/>
                      </a:cubicBezTo>
                      <a:cubicBezTo>
                        <a:pt x="3110" y="1304"/>
                        <a:pt x="3199" y="2234"/>
                        <a:pt x="2622" y="27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54" name="Forme libre : forme 26653">
                  <a:extLst>
                    <a:ext uri="{FF2B5EF4-FFF2-40B4-BE49-F238E27FC236}">
                      <a16:creationId xmlns:a16="http://schemas.microsoft.com/office/drawing/2014/main" id="{FF823CF3-CDD7-473A-B18F-A1BF1C186CBA}"/>
                    </a:ext>
                  </a:extLst>
                </p:cNvPr>
                <p:cNvSpPr/>
                <p:nvPr/>
              </p:nvSpPr>
              <p:spPr>
                <a:xfrm>
                  <a:off x="5091690" y="1377971"/>
                  <a:ext cx="14185" cy="34020"/>
                </a:xfrm>
                <a:custGeom>
                  <a:avLst/>
                  <a:gdLst>
                    <a:gd name="connsiteX0" fmla="*/ 13424 w 14185"/>
                    <a:gd name="connsiteY0" fmla="*/ 22266 h 34020"/>
                    <a:gd name="connsiteX1" fmla="*/ 6730 w 14185"/>
                    <a:gd name="connsiteY1" fmla="*/ 32551 h 34020"/>
                    <a:gd name="connsiteX2" fmla="*/ 2474 w 14185"/>
                    <a:gd name="connsiteY2" fmla="*/ 33571 h 34020"/>
                    <a:gd name="connsiteX3" fmla="*/ 1543 w 14185"/>
                    <a:gd name="connsiteY3" fmla="*/ 29359 h 34020"/>
                    <a:gd name="connsiteX4" fmla="*/ 4514 w 14185"/>
                    <a:gd name="connsiteY4" fmla="*/ 16415 h 34020"/>
                    <a:gd name="connsiteX5" fmla="*/ 1632 w 14185"/>
                    <a:gd name="connsiteY5" fmla="*/ 12 h 34020"/>
                    <a:gd name="connsiteX6" fmla="*/ 13513 w 14185"/>
                    <a:gd name="connsiteY6" fmla="*/ 12602 h 34020"/>
                    <a:gd name="connsiteX7" fmla="*/ 13424 w 14185"/>
                    <a:gd name="connsiteY7" fmla="*/ 22266 h 34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185" h="34020">
                      <a:moveTo>
                        <a:pt x="13424" y="22266"/>
                      </a:moveTo>
                      <a:cubicBezTo>
                        <a:pt x="12183" y="26300"/>
                        <a:pt x="9656" y="29670"/>
                        <a:pt x="6730" y="32551"/>
                      </a:cubicBezTo>
                      <a:cubicBezTo>
                        <a:pt x="5666" y="33615"/>
                        <a:pt x="3982" y="34635"/>
                        <a:pt x="2474" y="33571"/>
                      </a:cubicBezTo>
                      <a:cubicBezTo>
                        <a:pt x="1100" y="32595"/>
                        <a:pt x="1144" y="30734"/>
                        <a:pt x="1543" y="29359"/>
                      </a:cubicBezTo>
                      <a:cubicBezTo>
                        <a:pt x="2740" y="25059"/>
                        <a:pt x="5179" y="21025"/>
                        <a:pt x="4514" y="16415"/>
                      </a:cubicBezTo>
                      <a:cubicBezTo>
                        <a:pt x="4070" y="13577"/>
                        <a:pt x="-3156" y="500"/>
                        <a:pt x="1632" y="12"/>
                      </a:cubicBezTo>
                      <a:cubicBezTo>
                        <a:pt x="6420" y="-387"/>
                        <a:pt x="12405" y="9100"/>
                        <a:pt x="13513" y="12602"/>
                      </a:cubicBezTo>
                      <a:cubicBezTo>
                        <a:pt x="14488" y="15883"/>
                        <a:pt x="14355" y="19252"/>
                        <a:pt x="13424" y="2226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44" name="Graphique 2">
                <a:extLst>
                  <a:ext uri="{FF2B5EF4-FFF2-40B4-BE49-F238E27FC236}">
                    <a16:creationId xmlns:a16="http://schemas.microsoft.com/office/drawing/2014/main" id="{AD9A7CF4-CFCB-4A30-89CE-E6C003A749A4}"/>
                  </a:ext>
                </a:extLst>
              </p:cNvPr>
              <p:cNvGrpSpPr/>
              <p:nvPr/>
            </p:nvGrpSpPr>
            <p:grpSpPr>
              <a:xfrm>
                <a:off x="5093405" y="1403585"/>
                <a:ext cx="71563" cy="62761"/>
                <a:chOff x="5093405" y="1403585"/>
                <a:chExt cx="71563" cy="62761"/>
              </a:xfrm>
              <a:solidFill>
                <a:schemeClr val="accent1"/>
              </a:solidFill>
            </p:grpSpPr>
            <p:sp>
              <p:nvSpPr>
                <p:cNvPr id="26631" name="Forme libre : forme 26630">
                  <a:extLst>
                    <a:ext uri="{FF2B5EF4-FFF2-40B4-BE49-F238E27FC236}">
                      <a16:creationId xmlns:a16="http://schemas.microsoft.com/office/drawing/2014/main" id="{110537CA-B774-4139-A78B-F2F4ABBD790B}"/>
                    </a:ext>
                  </a:extLst>
                </p:cNvPr>
                <p:cNvSpPr/>
                <p:nvPr/>
              </p:nvSpPr>
              <p:spPr>
                <a:xfrm>
                  <a:off x="5093405" y="1403585"/>
                  <a:ext cx="71563" cy="62672"/>
                </a:xfrm>
                <a:custGeom>
                  <a:avLst/>
                  <a:gdLst>
                    <a:gd name="connsiteX0" fmla="*/ 38574 w 71563"/>
                    <a:gd name="connsiteY0" fmla="*/ 60311 h 62672"/>
                    <a:gd name="connsiteX1" fmla="*/ 24610 w 71563"/>
                    <a:gd name="connsiteY1" fmla="*/ 53617 h 62672"/>
                    <a:gd name="connsiteX2" fmla="*/ 11532 w 71563"/>
                    <a:gd name="connsiteY2" fmla="*/ 45549 h 62672"/>
                    <a:gd name="connsiteX3" fmla="*/ 4261 w 71563"/>
                    <a:gd name="connsiteY3" fmla="*/ 38545 h 62672"/>
                    <a:gd name="connsiteX4" fmla="*/ 493 w 71563"/>
                    <a:gd name="connsiteY4" fmla="*/ 30521 h 62672"/>
                    <a:gd name="connsiteX5" fmla="*/ 3730 w 71563"/>
                    <a:gd name="connsiteY5" fmla="*/ 16158 h 62672"/>
                    <a:gd name="connsiteX6" fmla="*/ 13083 w 71563"/>
                    <a:gd name="connsiteY6" fmla="*/ 5784 h 62672"/>
                    <a:gd name="connsiteX7" fmla="*/ 26117 w 71563"/>
                    <a:gd name="connsiteY7" fmla="*/ 21 h 62672"/>
                    <a:gd name="connsiteX8" fmla="*/ 33343 w 71563"/>
                    <a:gd name="connsiteY8" fmla="*/ 819 h 62672"/>
                    <a:gd name="connsiteX9" fmla="*/ 39992 w 71563"/>
                    <a:gd name="connsiteY9" fmla="*/ 3922 h 62672"/>
                    <a:gd name="connsiteX10" fmla="*/ 48992 w 71563"/>
                    <a:gd name="connsiteY10" fmla="*/ 9685 h 62672"/>
                    <a:gd name="connsiteX11" fmla="*/ 58434 w 71563"/>
                    <a:gd name="connsiteY11" fmla="*/ 14340 h 62672"/>
                    <a:gd name="connsiteX12" fmla="*/ 64374 w 71563"/>
                    <a:gd name="connsiteY12" fmla="*/ 18330 h 62672"/>
                    <a:gd name="connsiteX13" fmla="*/ 68763 w 71563"/>
                    <a:gd name="connsiteY13" fmla="*/ 23871 h 62672"/>
                    <a:gd name="connsiteX14" fmla="*/ 71246 w 71563"/>
                    <a:gd name="connsiteY14" fmla="*/ 30521 h 62672"/>
                    <a:gd name="connsiteX15" fmla="*/ 71113 w 71563"/>
                    <a:gd name="connsiteY15" fmla="*/ 37702 h 62672"/>
                    <a:gd name="connsiteX16" fmla="*/ 67832 w 71563"/>
                    <a:gd name="connsiteY16" fmla="*/ 51002 h 62672"/>
                    <a:gd name="connsiteX17" fmla="*/ 64286 w 71563"/>
                    <a:gd name="connsiteY17" fmla="*/ 57341 h 62672"/>
                    <a:gd name="connsiteX18" fmla="*/ 57592 w 71563"/>
                    <a:gd name="connsiteY18" fmla="*/ 61464 h 62672"/>
                    <a:gd name="connsiteX19" fmla="*/ 48592 w 71563"/>
                    <a:gd name="connsiteY19" fmla="*/ 62661 h 62672"/>
                    <a:gd name="connsiteX20" fmla="*/ 38574 w 71563"/>
                    <a:gd name="connsiteY20" fmla="*/ 60311 h 62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1563" h="62672">
                      <a:moveTo>
                        <a:pt x="38574" y="60311"/>
                      </a:moveTo>
                      <a:cubicBezTo>
                        <a:pt x="33742" y="58449"/>
                        <a:pt x="29220" y="55878"/>
                        <a:pt x="24610" y="53617"/>
                      </a:cubicBezTo>
                      <a:cubicBezTo>
                        <a:pt x="20221" y="50957"/>
                        <a:pt x="15610" y="48519"/>
                        <a:pt x="11532" y="45549"/>
                      </a:cubicBezTo>
                      <a:cubicBezTo>
                        <a:pt x="8606" y="43510"/>
                        <a:pt x="6035" y="41205"/>
                        <a:pt x="4261" y="38545"/>
                      </a:cubicBezTo>
                      <a:cubicBezTo>
                        <a:pt x="2444" y="35929"/>
                        <a:pt x="1114" y="33225"/>
                        <a:pt x="493" y="30521"/>
                      </a:cubicBezTo>
                      <a:cubicBezTo>
                        <a:pt x="-748" y="25068"/>
                        <a:pt x="360" y="19926"/>
                        <a:pt x="3730" y="16158"/>
                      </a:cubicBezTo>
                      <a:lnTo>
                        <a:pt x="13083" y="5784"/>
                      </a:lnTo>
                      <a:cubicBezTo>
                        <a:pt x="16453" y="2060"/>
                        <a:pt x="21329" y="198"/>
                        <a:pt x="26117" y="21"/>
                      </a:cubicBezTo>
                      <a:cubicBezTo>
                        <a:pt x="28555" y="-68"/>
                        <a:pt x="31037" y="110"/>
                        <a:pt x="33343" y="819"/>
                      </a:cubicBezTo>
                      <a:cubicBezTo>
                        <a:pt x="35648" y="1573"/>
                        <a:pt x="37953" y="2459"/>
                        <a:pt x="39992" y="3922"/>
                      </a:cubicBezTo>
                      <a:cubicBezTo>
                        <a:pt x="42874" y="6139"/>
                        <a:pt x="45977" y="7735"/>
                        <a:pt x="48992" y="9685"/>
                      </a:cubicBezTo>
                      <a:cubicBezTo>
                        <a:pt x="52139" y="11193"/>
                        <a:pt x="55153" y="13099"/>
                        <a:pt x="58434" y="14340"/>
                      </a:cubicBezTo>
                      <a:cubicBezTo>
                        <a:pt x="60739" y="15227"/>
                        <a:pt x="62601" y="16823"/>
                        <a:pt x="64374" y="18330"/>
                      </a:cubicBezTo>
                      <a:cubicBezTo>
                        <a:pt x="66148" y="19881"/>
                        <a:pt x="67610" y="21788"/>
                        <a:pt x="68763" y="23871"/>
                      </a:cubicBezTo>
                      <a:cubicBezTo>
                        <a:pt x="69916" y="26043"/>
                        <a:pt x="70802" y="28171"/>
                        <a:pt x="71246" y="30521"/>
                      </a:cubicBezTo>
                      <a:cubicBezTo>
                        <a:pt x="71689" y="32826"/>
                        <a:pt x="71689" y="35264"/>
                        <a:pt x="71113" y="37702"/>
                      </a:cubicBezTo>
                      <a:lnTo>
                        <a:pt x="67832" y="51002"/>
                      </a:lnTo>
                      <a:cubicBezTo>
                        <a:pt x="67256" y="53396"/>
                        <a:pt x="66015" y="55568"/>
                        <a:pt x="64286" y="57341"/>
                      </a:cubicBezTo>
                      <a:cubicBezTo>
                        <a:pt x="62557" y="59114"/>
                        <a:pt x="60252" y="60666"/>
                        <a:pt x="57592" y="61464"/>
                      </a:cubicBezTo>
                      <a:cubicBezTo>
                        <a:pt x="54932" y="62350"/>
                        <a:pt x="51873" y="62749"/>
                        <a:pt x="48592" y="62661"/>
                      </a:cubicBezTo>
                      <a:cubicBezTo>
                        <a:pt x="45312" y="62661"/>
                        <a:pt x="41943" y="61641"/>
                        <a:pt x="38574" y="6031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32" name="Forme libre : forme 26631">
                  <a:extLst>
                    <a:ext uri="{FF2B5EF4-FFF2-40B4-BE49-F238E27FC236}">
                      <a16:creationId xmlns:a16="http://schemas.microsoft.com/office/drawing/2014/main" id="{7F6AE5D8-38BE-4FF7-8250-BC33663821B3}"/>
                    </a:ext>
                  </a:extLst>
                </p:cNvPr>
                <p:cNvSpPr/>
                <p:nvPr/>
              </p:nvSpPr>
              <p:spPr>
                <a:xfrm>
                  <a:off x="5093405" y="1415310"/>
                  <a:ext cx="67920" cy="51036"/>
                </a:xfrm>
                <a:custGeom>
                  <a:avLst/>
                  <a:gdLst>
                    <a:gd name="connsiteX0" fmla="*/ 24964 w 67920"/>
                    <a:gd name="connsiteY0" fmla="*/ 22875 h 51036"/>
                    <a:gd name="connsiteX1" fmla="*/ 12197 w 67920"/>
                    <a:gd name="connsiteY1" fmla="*/ 13299 h 51036"/>
                    <a:gd name="connsiteX2" fmla="*/ 7764 w 67920"/>
                    <a:gd name="connsiteY2" fmla="*/ 0 h 51036"/>
                    <a:gd name="connsiteX3" fmla="*/ 3730 w 67920"/>
                    <a:gd name="connsiteY3" fmla="*/ 4477 h 51036"/>
                    <a:gd name="connsiteX4" fmla="*/ 493 w 67920"/>
                    <a:gd name="connsiteY4" fmla="*/ 18841 h 51036"/>
                    <a:gd name="connsiteX5" fmla="*/ 4261 w 67920"/>
                    <a:gd name="connsiteY5" fmla="*/ 26865 h 51036"/>
                    <a:gd name="connsiteX6" fmla="*/ 11532 w 67920"/>
                    <a:gd name="connsiteY6" fmla="*/ 33869 h 51036"/>
                    <a:gd name="connsiteX7" fmla="*/ 24610 w 67920"/>
                    <a:gd name="connsiteY7" fmla="*/ 41937 h 51036"/>
                    <a:gd name="connsiteX8" fmla="*/ 38574 w 67920"/>
                    <a:gd name="connsiteY8" fmla="*/ 48631 h 51036"/>
                    <a:gd name="connsiteX9" fmla="*/ 48592 w 67920"/>
                    <a:gd name="connsiteY9" fmla="*/ 51025 h 51036"/>
                    <a:gd name="connsiteX10" fmla="*/ 57592 w 67920"/>
                    <a:gd name="connsiteY10" fmla="*/ 49828 h 51036"/>
                    <a:gd name="connsiteX11" fmla="*/ 64286 w 67920"/>
                    <a:gd name="connsiteY11" fmla="*/ 45705 h 51036"/>
                    <a:gd name="connsiteX12" fmla="*/ 67832 w 67920"/>
                    <a:gd name="connsiteY12" fmla="*/ 39366 h 51036"/>
                    <a:gd name="connsiteX13" fmla="*/ 67921 w 67920"/>
                    <a:gd name="connsiteY13" fmla="*/ 38923 h 51036"/>
                    <a:gd name="connsiteX14" fmla="*/ 56749 w 67920"/>
                    <a:gd name="connsiteY14" fmla="*/ 36041 h 51036"/>
                    <a:gd name="connsiteX15" fmla="*/ 46110 w 67920"/>
                    <a:gd name="connsiteY15" fmla="*/ 31963 h 51036"/>
                    <a:gd name="connsiteX16" fmla="*/ 35692 w 67920"/>
                    <a:gd name="connsiteY16" fmla="*/ 27397 h 51036"/>
                    <a:gd name="connsiteX17" fmla="*/ 24964 w 67920"/>
                    <a:gd name="connsiteY17" fmla="*/ 22875 h 51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920" h="51036">
                      <a:moveTo>
                        <a:pt x="24964" y="22875"/>
                      </a:moveTo>
                      <a:cubicBezTo>
                        <a:pt x="19822" y="20791"/>
                        <a:pt x="15167" y="17466"/>
                        <a:pt x="12197" y="13299"/>
                      </a:cubicBezTo>
                      <a:cubicBezTo>
                        <a:pt x="9094" y="9309"/>
                        <a:pt x="7586" y="4477"/>
                        <a:pt x="7764" y="0"/>
                      </a:cubicBezTo>
                      <a:lnTo>
                        <a:pt x="3730" y="4477"/>
                      </a:lnTo>
                      <a:cubicBezTo>
                        <a:pt x="360" y="8201"/>
                        <a:pt x="-748" y="13388"/>
                        <a:pt x="493" y="18841"/>
                      </a:cubicBezTo>
                      <a:cubicBezTo>
                        <a:pt x="1114" y="21545"/>
                        <a:pt x="2444" y="24249"/>
                        <a:pt x="4261" y="26865"/>
                      </a:cubicBezTo>
                      <a:cubicBezTo>
                        <a:pt x="6035" y="29524"/>
                        <a:pt x="8562" y="31830"/>
                        <a:pt x="11532" y="33869"/>
                      </a:cubicBezTo>
                      <a:cubicBezTo>
                        <a:pt x="15610" y="36839"/>
                        <a:pt x="20221" y="39322"/>
                        <a:pt x="24610" y="41937"/>
                      </a:cubicBezTo>
                      <a:cubicBezTo>
                        <a:pt x="29264" y="44198"/>
                        <a:pt x="33742" y="46813"/>
                        <a:pt x="38574" y="48631"/>
                      </a:cubicBezTo>
                      <a:cubicBezTo>
                        <a:pt x="41943" y="49961"/>
                        <a:pt x="45312" y="50936"/>
                        <a:pt x="48592" y="51025"/>
                      </a:cubicBezTo>
                      <a:cubicBezTo>
                        <a:pt x="51873" y="51114"/>
                        <a:pt x="54932" y="50715"/>
                        <a:pt x="57592" y="49828"/>
                      </a:cubicBezTo>
                      <a:cubicBezTo>
                        <a:pt x="60252" y="49030"/>
                        <a:pt x="62557" y="47434"/>
                        <a:pt x="64286" y="45705"/>
                      </a:cubicBezTo>
                      <a:cubicBezTo>
                        <a:pt x="66015" y="43888"/>
                        <a:pt x="67256" y="41760"/>
                        <a:pt x="67832" y="39366"/>
                      </a:cubicBezTo>
                      <a:lnTo>
                        <a:pt x="67921" y="38923"/>
                      </a:lnTo>
                      <a:cubicBezTo>
                        <a:pt x="64064" y="38346"/>
                        <a:pt x="60385" y="37238"/>
                        <a:pt x="56749" y="36041"/>
                      </a:cubicBezTo>
                      <a:cubicBezTo>
                        <a:pt x="53070" y="34977"/>
                        <a:pt x="49612" y="33381"/>
                        <a:pt x="46110" y="31963"/>
                      </a:cubicBezTo>
                      <a:cubicBezTo>
                        <a:pt x="42564" y="30633"/>
                        <a:pt x="39239" y="28815"/>
                        <a:pt x="35692" y="27397"/>
                      </a:cubicBezTo>
                      <a:cubicBezTo>
                        <a:pt x="32146" y="25845"/>
                        <a:pt x="28732" y="24116"/>
                        <a:pt x="24964" y="22875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33" name="Forme libre : forme 26632">
                  <a:extLst>
                    <a:ext uri="{FF2B5EF4-FFF2-40B4-BE49-F238E27FC236}">
                      <a16:creationId xmlns:a16="http://schemas.microsoft.com/office/drawing/2014/main" id="{B70F2682-F331-4F3C-97C3-26D3118E2381}"/>
                    </a:ext>
                  </a:extLst>
                </p:cNvPr>
                <p:cNvSpPr/>
                <p:nvPr/>
              </p:nvSpPr>
              <p:spPr>
                <a:xfrm>
                  <a:off x="5118892" y="1427102"/>
                  <a:ext cx="30062" cy="22330"/>
                </a:xfrm>
                <a:custGeom>
                  <a:avLst/>
                  <a:gdLst>
                    <a:gd name="connsiteX0" fmla="*/ 29710 w 30062"/>
                    <a:gd name="connsiteY0" fmla="*/ 17777 h 22330"/>
                    <a:gd name="connsiteX1" fmla="*/ 22794 w 30062"/>
                    <a:gd name="connsiteY1" fmla="*/ 22210 h 22330"/>
                    <a:gd name="connsiteX2" fmla="*/ 16987 w 30062"/>
                    <a:gd name="connsiteY2" fmla="*/ 21988 h 22330"/>
                    <a:gd name="connsiteX3" fmla="*/ 10603 w 30062"/>
                    <a:gd name="connsiteY3" fmla="*/ 19727 h 22330"/>
                    <a:gd name="connsiteX4" fmla="*/ 5018 w 30062"/>
                    <a:gd name="connsiteY4" fmla="*/ 15915 h 22330"/>
                    <a:gd name="connsiteX5" fmla="*/ 1427 w 30062"/>
                    <a:gd name="connsiteY5" fmla="*/ 11393 h 22330"/>
                    <a:gd name="connsiteX6" fmla="*/ 984 w 30062"/>
                    <a:gd name="connsiteY6" fmla="*/ 3147 h 22330"/>
                    <a:gd name="connsiteX7" fmla="*/ 8520 w 30062"/>
                    <a:gd name="connsiteY7" fmla="*/ 0 h 22330"/>
                    <a:gd name="connsiteX8" fmla="*/ 13707 w 30062"/>
                    <a:gd name="connsiteY8" fmla="*/ 754 h 22330"/>
                    <a:gd name="connsiteX9" fmla="*/ 19204 w 30062"/>
                    <a:gd name="connsiteY9" fmla="*/ 2837 h 22330"/>
                    <a:gd name="connsiteX10" fmla="*/ 24124 w 30062"/>
                    <a:gd name="connsiteY10" fmla="*/ 6118 h 22330"/>
                    <a:gd name="connsiteX11" fmla="*/ 27804 w 30062"/>
                    <a:gd name="connsiteY11" fmla="*/ 9841 h 22330"/>
                    <a:gd name="connsiteX12" fmla="*/ 29710 w 30062"/>
                    <a:gd name="connsiteY12" fmla="*/ 17777 h 22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062" h="22330">
                      <a:moveTo>
                        <a:pt x="29710" y="17777"/>
                      </a:moveTo>
                      <a:cubicBezTo>
                        <a:pt x="28823" y="20259"/>
                        <a:pt x="26297" y="21811"/>
                        <a:pt x="22794" y="22210"/>
                      </a:cubicBezTo>
                      <a:cubicBezTo>
                        <a:pt x="21066" y="22431"/>
                        <a:pt x="19071" y="22343"/>
                        <a:pt x="16987" y="21988"/>
                      </a:cubicBezTo>
                      <a:cubicBezTo>
                        <a:pt x="14904" y="21633"/>
                        <a:pt x="12776" y="20747"/>
                        <a:pt x="10603" y="19727"/>
                      </a:cubicBezTo>
                      <a:cubicBezTo>
                        <a:pt x="8476" y="18619"/>
                        <a:pt x="6525" y="17466"/>
                        <a:pt x="5018" y="15915"/>
                      </a:cubicBezTo>
                      <a:cubicBezTo>
                        <a:pt x="3510" y="14452"/>
                        <a:pt x="2269" y="12900"/>
                        <a:pt x="1427" y="11393"/>
                      </a:cubicBezTo>
                      <a:cubicBezTo>
                        <a:pt x="-346" y="8378"/>
                        <a:pt x="-435" y="5275"/>
                        <a:pt x="984" y="3147"/>
                      </a:cubicBezTo>
                      <a:cubicBezTo>
                        <a:pt x="2447" y="931"/>
                        <a:pt x="5195" y="44"/>
                        <a:pt x="8520" y="0"/>
                      </a:cubicBezTo>
                      <a:cubicBezTo>
                        <a:pt x="10160" y="0"/>
                        <a:pt x="11933" y="222"/>
                        <a:pt x="13707" y="754"/>
                      </a:cubicBezTo>
                      <a:cubicBezTo>
                        <a:pt x="15480" y="1330"/>
                        <a:pt x="17386" y="1906"/>
                        <a:pt x="19204" y="2837"/>
                      </a:cubicBezTo>
                      <a:cubicBezTo>
                        <a:pt x="21066" y="3768"/>
                        <a:pt x="22662" y="4965"/>
                        <a:pt x="24124" y="6118"/>
                      </a:cubicBezTo>
                      <a:cubicBezTo>
                        <a:pt x="25587" y="7226"/>
                        <a:pt x="26829" y="8511"/>
                        <a:pt x="27804" y="9841"/>
                      </a:cubicBezTo>
                      <a:cubicBezTo>
                        <a:pt x="29754" y="12501"/>
                        <a:pt x="30597" y="15383"/>
                        <a:pt x="29710" y="1777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34" name="Forme libre : forme 26633">
                  <a:extLst>
                    <a:ext uri="{FF2B5EF4-FFF2-40B4-BE49-F238E27FC236}">
                      <a16:creationId xmlns:a16="http://schemas.microsoft.com/office/drawing/2014/main" id="{F2ABF8C1-176B-4124-8094-927C9A1972C7}"/>
                    </a:ext>
                  </a:extLst>
                </p:cNvPr>
                <p:cNvSpPr/>
                <p:nvPr/>
              </p:nvSpPr>
              <p:spPr>
                <a:xfrm>
                  <a:off x="5118919" y="1427084"/>
                  <a:ext cx="18024" cy="22183"/>
                </a:xfrm>
                <a:custGeom>
                  <a:avLst/>
                  <a:gdLst>
                    <a:gd name="connsiteX0" fmla="*/ 11065 w 18024"/>
                    <a:gd name="connsiteY0" fmla="*/ 151 h 22183"/>
                    <a:gd name="connsiteX1" fmla="*/ 1002 w 18024"/>
                    <a:gd name="connsiteY1" fmla="*/ 3166 h 22183"/>
                    <a:gd name="connsiteX2" fmla="*/ 1445 w 18024"/>
                    <a:gd name="connsiteY2" fmla="*/ 11411 h 22183"/>
                    <a:gd name="connsiteX3" fmla="*/ 5036 w 18024"/>
                    <a:gd name="connsiteY3" fmla="*/ 15933 h 22183"/>
                    <a:gd name="connsiteX4" fmla="*/ 10621 w 18024"/>
                    <a:gd name="connsiteY4" fmla="*/ 19745 h 22183"/>
                    <a:gd name="connsiteX5" fmla="*/ 18025 w 18024"/>
                    <a:gd name="connsiteY5" fmla="*/ 22184 h 22183"/>
                    <a:gd name="connsiteX6" fmla="*/ 14434 w 18024"/>
                    <a:gd name="connsiteY6" fmla="*/ 19790 h 22183"/>
                    <a:gd name="connsiteX7" fmla="*/ 9158 w 18024"/>
                    <a:gd name="connsiteY7" fmla="*/ 9726 h 22183"/>
                    <a:gd name="connsiteX8" fmla="*/ 11065 w 18024"/>
                    <a:gd name="connsiteY8" fmla="*/ 151 h 22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024" h="22183">
                      <a:moveTo>
                        <a:pt x="11065" y="151"/>
                      </a:moveTo>
                      <a:cubicBezTo>
                        <a:pt x="6720" y="-381"/>
                        <a:pt x="2819" y="461"/>
                        <a:pt x="1002" y="3166"/>
                      </a:cubicBezTo>
                      <a:cubicBezTo>
                        <a:pt x="-461" y="5338"/>
                        <a:pt x="-328" y="8441"/>
                        <a:pt x="1445" y="11411"/>
                      </a:cubicBezTo>
                      <a:cubicBezTo>
                        <a:pt x="2287" y="12918"/>
                        <a:pt x="3528" y="14470"/>
                        <a:pt x="5036" y="15933"/>
                      </a:cubicBezTo>
                      <a:cubicBezTo>
                        <a:pt x="6543" y="17440"/>
                        <a:pt x="8494" y="18637"/>
                        <a:pt x="10621" y="19745"/>
                      </a:cubicBezTo>
                      <a:cubicBezTo>
                        <a:pt x="13148" y="20987"/>
                        <a:pt x="15586" y="21962"/>
                        <a:pt x="18025" y="22184"/>
                      </a:cubicBezTo>
                      <a:cubicBezTo>
                        <a:pt x="16695" y="21607"/>
                        <a:pt x="15498" y="20854"/>
                        <a:pt x="14434" y="19790"/>
                      </a:cubicBezTo>
                      <a:cubicBezTo>
                        <a:pt x="11685" y="16731"/>
                        <a:pt x="9735" y="13317"/>
                        <a:pt x="9158" y="9726"/>
                      </a:cubicBezTo>
                      <a:cubicBezTo>
                        <a:pt x="8582" y="6180"/>
                        <a:pt x="9158" y="2767"/>
                        <a:pt x="11065" y="151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35" name="Forme libre : forme 26634">
                  <a:extLst>
                    <a:ext uri="{FF2B5EF4-FFF2-40B4-BE49-F238E27FC236}">
                      <a16:creationId xmlns:a16="http://schemas.microsoft.com/office/drawing/2014/main" id="{13FBC9F4-2642-47EC-9E74-ED8A110870B0}"/>
                    </a:ext>
                  </a:extLst>
                </p:cNvPr>
                <p:cNvSpPr/>
                <p:nvPr/>
              </p:nvSpPr>
              <p:spPr>
                <a:xfrm>
                  <a:off x="5119125" y="1429717"/>
                  <a:ext cx="30666" cy="22330"/>
                </a:xfrm>
                <a:custGeom>
                  <a:avLst/>
                  <a:gdLst>
                    <a:gd name="connsiteX0" fmla="*/ 30364 w 30666"/>
                    <a:gd name="connsiteY0" fmla="*/ 17644 h 22330"/>
                    <a:gd name="connsiteX1" fmla="*/ 23404 w 30666"/>
                    <a:gd name="connsiteY1" fmla="*/ 22210 h 22330"/>
                    <a:gd name="connsiteX2" fmla="*/ 17508 w 30666"/>
                    <a:gd name="connsiteY2" fmla="*/ 21988 h 22330"/>
                    <a:gd name="connsiteX3" fmla="*/ 10991 w 30666"/>
                    <a:gd name="connsiteY3" fmla="*/ 19816 h 22330"/>
                    <a:gd name="connsiteX4" fmla="*/ 5273 w 30666"/>
                    <a:gd name="connsiteY4" fmla="*/ 16092 h 22330"/>
                    <a:gd name="connsiteX5" fmla="*/ 1549 w 30666"/>
                    <a:gd name="connsiteY5" fmla="*/ 11526 h 22330"/>
                    <a:gd name="connsiteX6" fmla="*/ 928 w 30666"/>
                    <a:gd name="connsiteY6" fmla="*/ 3280 h 22330"/>
                    <a:gd name="connsiteX7" fmla="*/ 8509 w 30666"/>
                    <a:gd name="connsiteY7" fmla="*/ 0 h 22330"/>
                    <a:gd name="connsiteX8" fmla="*/ 13740 w 30666"/>
                    <a:gd name="connsiteY8" fmla="*/ 798 h 22330"/>
                    <a:gd name="connsiteX9" fmla="*/ 19370 w 30666"/>
                    <a:gd name="connsiteY9" fmla="*/ 2837 h 22330"/>
                    <a:gd name="connsiteX10" fmla="*/ 24424 w 30666"/>
                    <a:gd name="connsiteY10" fmla="*/ 6029 h 22330"/>
                    <a:gd name="connsiteX11" fmla="*/ 28192 w 30666"/>
                    <a:gd name="connsiteY11" fmla="*/ 9797 h 22330"/>
                    <a:gd name="connsiteX12" fmla="*/ 30364 w 30666"/>
                    <a:gd name="connsiteY12" fmla="*/ 17644 h 22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6" h="22330">
                      <a:moveTo>
                        <a:pt x="30364" y="17644"/>
                      </a:moveTo>
                      <a:cubicBezTo>
                        <a:pt x="29522" y="20082"/>
                        <a:pt x="26906" y="21855"/>
                        <a:pt x="23404" y="22210"/>
                      </a:cubicBezTo>
                      <a:cubicBezTo>
                        <a:pt x="21631" y="22431"/>
                        <a:pt x="19636" y="22343"/>
                        <a:pt x="17508" y="21988"/>
                      </a:cubicBezTo>
                      <a:cubicBezTo>
                        <a:pt x="15336" y="21678"/>
                        <a:pt x="13164" y="20924"/>
                        <a:pt x="10991" y="19816"/>
                      </a:cubicBezTo>
                      <a:cubicBezTo>
                        <a:pt x="8819" y="18708"/>
                        <a:pt x="6869" y="17466"/>
                        <a:pt x="5273" y="16092"/>
                      </a:cubicBezTo>
                      <a:cubicBezTo>
                        <a:pt x="3721" y="14629"/>
                        <a:pt x="2436" y="13033"/>
                        <a:pt x="1549" y="11526"/>
                      </a:cubicBezTo>
                      <a:cubicBezTo>
                        <a:pt x="-224" y="8467"/>
                        <a:pt x="-535" y="5497"/>
                        <a:pt x="928" y="3280"/>
                      </a:cubicBezTo>
                      <a:cubicBezTo>
                        <a:pt x="2347" y="1108"/>
                        <a:pt x="5228" y="44"/>
                        <a:pt x="8509" y="0"/>
                      </a:cubicBezTo>
                      <a:cubicBezTo>
                        <a:pt x="10149" y="0"/>
                        <a:pt x="11922" y="266"/>
                        <a:pt x="13740" y="798"/>
                      </a:cubicBezTo>
                      <a:cubicBezTo>
                        <a:pt x="15602" y="1241"/>
                        <a:pt x="17508" y="1862"/>
                        <a:pt x="19370" y="2837"/>
                      </a:cubicBezTo>
                      <a:cubicBezTo>
                        <a:pt x="21232" y="3812"/>
                        <a:pt x="22916" y="4965"/>
                        <a:pt x="24424" y="6029"/>
                      </a:cubicBezTo>
                      <a:cubicBezTo>
                        <a:pt x="25931" y="7182"/>
                        <a:pt x="27217" y="8467"/>
                        <a:pt x="28192" y="9797"/>
                      </a:cubicBezTo>
                      <a:cubicBezTo>
                        <a:pt x="30231" y="12501"/>
                        <a:pt x="31206" y="15161"/>
                        <a:pt x="30364" y="1764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36" name="Forme libre : forme 26635">
                  <a:extLst>
                    <a:ext uri="{FF2B5EF4-FFF2-40B4-BE49-F238E27FC236}">
                      <a16:creationId xmlns:a16="http://schemas.microsoft.com/office/drawing/2014/main" id="{F64FFA0A-07A1-4DE4-8F7B-B4D10E62035C}"/>
                    </a:ext>
                  </a:extLst>
                </p:cNvPr>
                <p:cNvSpPr/>
                <p:nvPr/>
              </p:nvSpPr>
              <p:spPr>
                <a:xfrm>
                  <a:off x="5103192" y="1412726"/>
                  <a:ext cx="35890" cy="44260"/>
                </a:xfrm>
                <a:custGeom>
                  <a:avLst/>
                  <a:gdLst>
                    <a:gd name="connsiteX0" fmla="*/ 4892 w 35890"/>
                    <a:gd name="connsiteY0" fmla="*/ 10386 h 44260"/>
                    <a:gd name="connsiteX1" fmla="*/ 237 w 35890"/>
                    <a:gd name="connsiteY1" fmla="*/ 18011 h 44260"/>
                    <a:gd name="connsiteX2" fmla="*/ 9281 w 35890"/>
                    <a:gd name="connsiteY2" fmla="*/ 36054 h 44260"/>
                    <a:gd name="connsiteX3" fmla="*/ 17571 w 35890"/>
                    <a:gd name="connsiteY3" fmla="*/ 41595 h 44260"/>
                    <a:gd name="connsiteX4" fmla="*/ 26880 w 35890"/>
                    <a:gd name="connsiteY4" fmla="*/ 44210 h 44260"/>
                    <a:gd name="connsiteX5" fmla="*/ 33264 w 35890"/>
                    <a:gd name="connsiteY5" fmla="*/ 42969 h 44260"/>
                    <a:gd name="connsiteX6" fmla="*/ 35879 w 35890"/>
                    <a:gd name="connsiteY6" fmla="*/ 38802 h 44260"/>
                    <a:gd name="connsiteX7" fmla="*/ 32200 w 35890"/>
                    <a:gd name="connsiteY7" fmla="*/ 32374 h 44260"/>
                    <a:gd name="connsiteX8" fmla="*/ 24974 w 35890"/>
                    <a:gd name="connsiteY8" fmla="*/ 16637 h 44260"/>
                    <a:gd name="connsiteX9" fmla="*/ 17970 w 35890"/>
                    <a:gd name="connsiteY9" fmla="*/ 234 h 44260"/>
                    <a:gd name="connsiteX10" fmla="*/ 4892 w 35890"/>
                    <a:gd name="connsiteY10" fmla="*/ 10386 h 44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890" h="44260">
                      <a:moveTo>
                        <a:pt x="4892" y="10386"/>
                      </a:moveTo>
                      <a:cubicBezTo>
                        <a:pt x="2941" y="12647"/>
                        <a:pt x="902" y="14996"/>
                        <a:pt x="237" y="18011"/>
                      </a:cubicBezTo>
                      <a:cubicBezTo>
                        <a:pt x="-1093" y="23818"/>
                        <a:pt x="3340" y="30911"/>
                        <a:pt x="9281" y="36054"/>
                      </a:cubicBezTo>
                      <a:cubicBezTo>
                        <a:pt x="11808" y="38093"/>
                        <a:pt x="14556" y="40132"/>
                        <a:pt x="17571" y="41595"/>
                      </a:cubicBezTo>
                      <a:cubicBezTo>
                        <a:pt x="20629" y="42969"/>
                        <a:pt x="23777" y="43944"/>
                        <a:pt x="26880" y="44210"/>
                      </a:cubicBezTo>
                      <a:cubicBezTo>
                        <a:pt x="29185" y="44432"/>
                        <a:pt x="31579" y="43900"/>
                        <a:pt x="33264" y="42969"/>
                      </a:cubicBezTo>
                      <a:cubicBezTo>
                        <a:pt x="34993" y="42038"/>
                        <a:pt x="36012" y="40620"/>
                        <a:pt x="35879" y="38802"/>
                      </a:cubicBezTo>
                      <a:cubicBezTo>
                        <a:pt x="35702" y="36497"/>
                        <a:pt x="33751" y="34502"/>
                        <a:pt x="32200" y="32374"/>
                      </a:cubicBezTo>
                      <a:cubicBezTo>
                        <a:pt x="28520" y="27365"/>
                        <a:pt x="26038" y="22134"/>
                        <a:pt x="24974" y="16637"/>
                      </a:cubicBezTo>
                      <a:cubicBezTo>
                        <a:pt x="23866" y="12026"/>
                        <a:pt x="24132" y="2052"/>
                        <a:pt x="17970" y="234"/>
                      </a:cubicBezTo>
                      <a:cubicBezTo>
                        <a:pt x="12384" y="-1539"/>
                        <a:pt x="7596" y="7238"/>
                        <a:pt x="4892" y="1038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37" name="Forme libre : forme 26636">
                  <a:extLst>
                    <a:ext uri="{FF2B5EF4-FFF2-40B4-BE49-F238E27FC236}">
                      <a16:creationId xmlns:a16="http://schemas.microsoft.com/office/drawing/2014/main" id="{F2148260-E288-4168-BD6D-2A7D1A9BD083}"/>
                    </a:ext>
                  </a:extLst>
                </p:cNvPr>
                <p:cNvSpPr/>
                <p:nvPr/>
              </p:nvSpPr>
              <p:spPr>
                <a:xfrm>
                  <a:off x="5118166" y="1418124"/>
                  <a:ext cx="13941" cy="7111"/>
                </a:xfrm>
                <a:custGeom>
                  <a:avLst/>
                  <a:gdLst>
                    <a:gd name="connsiteX0" fmla="*/ 2198 w 13941"/>
                    <a:gd name="connsiteY0" fmla="*/ 954 h 7111"/>
                    <a:gd name="connsiteX1" fmla="*/ 380 w 13941"/>
                    <a:gd name="connsiteY1" fmla="*/ 2196 h 7111"/>
                    <a:gd name="connsiteX2" fmla="*/ 291 w 13941"/>
                    <a:gd name="connsiteY2" fmla="*/ 4279 h 7111"/>
                    <a:gd name="connsiteX3" fmla="*/ 2198 w 13941"/>
                    <a:gd name="connsiteY3" fmla="*/ 5520 h 7111"/>
                    <a:gd name="connsiteX4" fmla="*/ 7783 w 13941"/>
                    <a:gd name="connsiteY4" fmla="*/ 7028 h 7111"/>
                    <a:gd name="connsiteX5" fmla="*/ 10089 w 13941"/>
                    <a:gd name="connsiteY5" fmla="*/ 7028 h 7111"/>
                    <a:gd name="connsiteX6" fmla="*/ 12039 w 13941"/>
                    <a:gd name="connsiteY6" fmla="*/ 1043 h 7111"/>
                    <a:gd name="connsiteX7" fmla="*/ 2198 w 13941"/>
                    <a:gd name="connsiteY7" fmla="*/ 954 h 7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941" h="7111">
                      <a:moveTo>
                        <a:pt x="2198" y="954"/>
                      </a:moveTo>
                      <a:cubicBezTo>
                        <a:pt x="1488" y="1220"/>
                        <a:pt x="823" y="1575"/>
                        <a:pt x="380" y="2196"/>
                      </a:cubicBezTo>
                      <a:cubicBezTo>
                        <a:pt x="-63" y="2772"/>
                        <a:pt x="-152" y="3614"/>
                        <a:pt x="291" y="4279"/>
                      </a:cubicBezTo>
                      <a:cubicBezTo>
                        <a:pt x="735" y="4900"/>
                        <a:pt x="1488" y="5254"/>
                        <a:pt x="2198" y="5520"/>
                      </a:cubicBezTo>
                      <a:cubicBezTo>
                        <a:pt x="4060" y="6185"/>
                        <a:pt x="5922" y="6717"/>
                        <a:pt x="7783" y="7028"/>
                      </a:cubicBezTo>
                      <a:cubicBezTo>
                        <a:pt x="8581" y="7116"/>
                        <a:pt x="9379" y="7161"/>
                        <a:pt x="10089" y="7028"/>
                      </a:cubicBezTo>
                      <a:cubicBezTo>
                        <a:pt x="13192" y="6407"/>
                        <a:pt x="15896" y="2683"/>
                        <a:pt x="12039" y="1043"/>
                      </a:cubicBezTo>
                      <a:cubicBezTo>
                        <a:pt x="9113" y="-464"/>
                        <a:pt x="5035" y="-198"/>
                        <a:pt x="2198" y="95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38" name="Forme libre : forme 26637">
                  <a:extLst>
                    <a:ext uri="{FF2B5EF4-FFF2-40B4-BE49-F238E27FC236}">
                      <a16:creationId xmlns:a16="http://schemas.microsoft.com/office/drawing/2014/main" id="{4211A315-9ED7-4677-8B03-44E1B6C199D5}"/>
                    </a:ext>
                  </a:extLst>
                </p:cNvPr>
                <p:cNvSpPr/>
                <p:nvPr/>
              </p:nvSpPr>
              <p:spPr>
                <a:xfrm>
                  <a:off x="5132954" y="1452105"/>
                  <a:ext cx="26598" cy="11969"/>
                </a:xfrm>
                <a:custGeom>
                  <a:avLst/>
                  <a:gdLst>
                    <a:gd name="connsiteX0" fmla="*/ 26599 w 26598"/>
                    <a:gd name="connsiteY0" fmla="*/ 0 h 11969"/>
                    <a:gd name="connsiteX1" fmla="*/ 22387 w 26598"/>
                    <a:gd name="connsiteY1" fmla="*/ 6960 h 11969"/>
                    <a:gd name="connsiteX2" fmla="*/ 14408 w 26598"/>
                    <a:gd name="connsiteY2" fmla="*/ 11083 h 11969"/>
                    <a:gd name="connsiteX3" fmla="*/ 8068 w 26598"/>
                    <a:gd name="connsiteY3" fmla="*/ 11969 h 11969"/>
                    <a:gd name="connsiteX4" fmla="*/ 0 w 26598"/>
                    <a:gd name="connsiteY4" fmla="*/ 11038 h 11969"/>
                    <a:gd name="connsiteX5" fmla="*/ 3103 w 26598"/>
                    <a:gd name="connsiteY5" fmla="*/ 11304 h 11969"/>
                    <a:gd name="connsiteX6" fmla="*/ 10551 w 26598"/>
                    <a:gd name="connsiteY6" fmla="*/ 10772 h 11969"/>
                    <a:gd name="connsiteX7" fmla="*/ 19373 w 26598"/>
                    <a:gd name="connsiteY7" fmla="*/ 7448 h 11969"/>
                    <a:gd name="connsiteX8" fmla="*/ 26599 w 26598"/>
                    <a:gd name="connsiteY8" fmla="*/ 0 h 11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598" h="11969">
                      <a:moveTo>
                        <a:pt x="26599" y="0"/>
                      </a:moveTo>
                      <a:cubicBezTo>
                        <a:pt x="26599" y="0"/>
                        <a:pt x="25934" y="3546"/>
                        <a:pt x="22387" y="6960"/>
                      </a:cubicBezTo>
                      <a:cubicBezTo>
                        <a:pt x="20614" y="8645"/>
                        <a:pt x="18087" y="10152"/>
                        <a:pt x="14408" y="11083"/>
                      </a:cubicBezTo>
                      <a:cubicBezTo>
                        <a:pt x="12590" y="11526"/>
                        <a:pt x="10462" y="11881"/>
                        <a:pt x="8068" y="11969"/>
                      </a:cubicBezTo>
                      <a:cubicBezTo>
                        <a:pt x="5674" y="11925"/>
                        <a:pt x="3014" y="11615"/>
                        <a:pt x="0" y="11038"/>
                      </a:cubicBezTo>
                      <a:cubicBezTo>
                        <a:pt x="0" y="11038"/>
                        <a:pt x="1197" y="11216"/>
                        <a:pt x="3103" y="11304"/>
                      </a:cubicBezTo>
                      <a:cubicBezTo>
                        <a:pt x="5009" y="11349"/>
                        <a:pt x="7625" y="11482"/>
                        <a:pt x="10551" y="10772"/>
                      </a:cubicBezTo>
                      <a:cubicBezTo>
                        <a:pt x="13432" y="10152"/>
                        <a:pt x="16535" y="9132"/>
                        <a:pt x="19373" y="7448"/>
                      </a:cubicBezTo>
                      <a:cubicBezTo>
                        <a:pt x="22165" y="5852"/>
                        <a:pt x="24737" y="3325"/>
                        <a:pt x="265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39" name="Forme libre : forme 26638">
                  <a:extLst>
                    <a:ext uri="{FF2B5EF4-FFF2-40B4-BE49-F238E27FC236}">
                      <a16:creationId xmlns:a16="http://schemas.microsoft.com/office/drawing/2014/main" id="{09483D35-2A02-452B-9C78-9EB016820AB9}"/>
                    </a:ext>
                  </a:extLst>
                </p:cNvPr>
                <p:cNvSpPr/>
                <p:nvPr/>
              </p:nvSpPr>
              <p:spPr>
                <a:xfrm>
                  <a:off x="5106399" y="1405873"/>
                  <a:ext cx="27130" cy="5535"/>
                </a:xfrm>
                <a:custGeom>
                  <a:avLst/>
                  <a:gdLst>
                    <a:gd name="connsiteX0" fmla="*/ 27131 w 27130"/>
                    <a:gd name="connsiteY0" fmla="*/ 3541 h 5535"/>
                    <a:gd name="connsiteX1" fmla="*/ 24737 w 27130"/>
                    <a:gd name="connsiteY1" fmla="*/ 2300 h 5535"/>
                    <a:gd name="connsiteX2" fmla="*/ 18575 w 27130"/>
                    <a:gd name="connsiteY2" fmla="*/ 394 h 5535"/>
                    <a:gd name="connsiteX3" fmla="*/ 9930 w 27130"/>
                    <a:gd name="connsiteY3" fmla="*/ 438 h 5535"/>
                    <a:gd name="connsiteX4" fmla="*/ 0 w 27130"/>
                    <a:gd name="connsiteY4" fmla="*/ 5536 h 5535"/>
                    <a:gd name="connsiteX5" fmla="*/ 8379 w 27130"/>
                    <a:gd name="connsiteY5" fmla="*/ 2078 h 5535"/>
                    <a:gd name="connsiteX6" fmla="*/ 17023 w 27130"/>
                    <a:gd name="connsiteY6" fmla="*/ 1147 h 5535"/>
                    <a:gd name="connsiteX7" fmla="*/ 27131 w 27130"/>
                    <a:gd name="connsiteY7" fmla="*/ 3541 h 5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130" h="5535">
                      <a:moveTo>
                        <a:pt x="27131" y="3541"/>
                      </a:moveTo>
                      <a:cubicBezTo>
                        <a:pt x="27131" y="3541"/>
                        <a:pt x="26244" y="2965"/>
                        <a:pt x="24737" y="2300"/>
                      </a:cubicBezTo>
                      <a:cubicBezTo>
                        <a:pt x="23230" y="1679"/>
                        <a:pt x="21102" y="926"/>
                        <a:pt x="18575" y="394"/>
                      </a:cubicBezTo>
                      <a:cubicBezTo>
                        <a:pt x="16092" y="-138"/>
                        <a:pt x="13078" y="-138"/>
                        <a:pt x="9930" y="438"/>
                      </a:cubicBezTo>
                      <a:cubicBezTo>
                        <a:pt x="6783" y="1059"/>
                        <a:pt x="3369" y="2566"/>
                        <a:pt x="0" y="5536"/>
                      </a:cubicBezTo>
                      <a:cubicBezTo>
                        <a:pt x="0" y="5536"/>
                        <a:pt x="3369" y="3319"/>
                        <a:pt x="8379" y="2078"/>
                      </a:cubicBezTo>
                      <a:cubicBezTo>
                        <a:pt x="10861" y="1502"/>
                        <a:pt x="13876" y="1014"/>
                        <a:pt x="17023" y="1147"/>
                      </a:cubicBezTo>
                      <a:cubicBezTo>
                        <a:pt x="20171" y="1369"/>
                        <a:pt x="23584" y="1945"/>
                        <a:pt x="27131" y="35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40" name="Forme libre : forme 26639">
                  <a:extLst>
                    <a:ext uri="{FF2B5EF4-FFF2-40B4-BE49-F238E27FC236}">
                      <a16:creationId xmlns:a16="http://schemas.microsoft.com/office/drawing/2014/main" id="{CCBDB5BE-A14C-4684-B070-6ADF9A397586}"/>
                    </a:ext>
                  </a:extLst>
                </p:cNvPr>
                <p:cNvSpPr/>
                <p:nvPr/>
              </p:nvSpPr>
              <p:spPr>
                <a:xfrm>
                  <a:off x="5133612" y="1431537"/>
                  <a:ext cx="10035" cy="9013"/>
                </a:xfrm>
                <a:custGeom>
                  <a:avLst/>
                  <a:gdLst>
                    <a:gd name="connsiteX0" fmla="*/ 9537 w 10035"/>
                    <a:gd name="connsiteY0" fmla="*/ 8421 h 9013"/>
                    <a:gd name="connsiteX1" fmla="*/ 2622 w 10035"/>
                    <a:gd name="connsiteY1" fmla="*/ 6603 h 9013"/>
                    <a:gd name="connsiteX2" fmla="*/ 627 w 10035"/>
                    <a:gd name="connsiteY2" fmla="*/ 485 h 9013"/>
                    <a:gd name="connsiteX3" fmla="*/ 7232 w 10035"/>
                    <a:gd name="connsiteY3" fmla="*/ 2480 h 9013"/>
                    <a:gd name="connsiteX4" fmla="*/ 9759 w 10035"/>
                    <a:gd name="connsiteY4" fmla="*/ 5761 h 9013"/>
                    <a:gd name="connsiteX5" fmla="*/ 9537 w 10035"/>
                    <a:gd name="connsiteY5" fmla="*/ 8421 h 9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035" h="9013">
                      <a:moveTo>
                        <a:pt x="9537" y="8421"/>
                      </a:moveTo>
                      <a:cubicBezTo>
                        <a:pt x="8341" y="9617"/>
                        <a:pt x="5060" y="8997"/>
                        <a:pt x="2622" y="6603"/>
                      </a:cubicBezTo>
                      <a:cubicBezTo>
                        <a:pt x="139" y="4298"/>
                        <a:pt x="-703" y="1594"/>
                        <a:pt x="627" y="485"/>
                      </a:cubicBezTo>
                      <a:cubicBezTo>
                        <a:pt x="1957" y="-623"/>
                        <a:pt x="4883" y="219"/>
                        <a:pt x="7232" y="2480"/>
                      </a:cubicBezTo>
                      <a:cubicBezTo>
                        <a:pt x="8429" y="3588"/>
                        <a:pt x="9316" y="4697"/>
                        <a:pt x="9759" y="5761"/>
                      </a:cubicBezTo>
                      <a:cubicBezTo>
                        <a:pt x="10158" y="6825"/>
                        <a:pt x="10158" y="7800"/>
                        <a:pt x="9537" y="842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41" name="Forme libre : forme 26640">
                  <a:extLst>
                    <a:ext uri="{FF2B5EF4-FFF2-40B4-BE49-F238E27FC236}">
                      <a16:creationId xmlns:a16="http://schemas.microsoft.com/office/drawing/2014/main" id="{BD2856D9-A4A5-48C5-AD6E-1C592CFA953A}"/>
                    </a:ext>
                  </a:extLst>
                </p:cNvPr>
                <p:cNvSpPr/>
                <p:nvPr/>
              </p:nvSpPr>
              <p:spPr>
                <a:xfrm>
                  <a:off x="5141898" y="1437859"/>
                  <a:ext cx="3191" cy="2787"/>
                </a:xfrm>
                <a:custGeom>
                  <a:avLst/>
                  <a:gdLst>
                    <a:gd name="connsiteX0" fmla="*/ 3114 w 3191"/>
                    <a:gd name="connsiteY0" fmla="*/ 2010 h 2787"/>
                    <a:gd name="connsiteX1" fmla="*/ 1074 w 3191"/>
                    <a:gd name="connsiteY1" fmla="*/ 2631 h 2787"/>
                    <a:gd name="connsiteX2" fmla="*/ 99 w 3191"/>
                    <a:gd name="connsiteY2" fmla="*/ 769 h 2787"/>
                    <a:gd name="connsiteX3" fmla="*/ 2138 w 3191"/>
                    <a:gd name="connsiteY3" fmla="*/ 148 h 2787"/>
                    <a:gd name="connsiteX4" fmla="*/ 3114 w 3191"/>
                    <a:gd name="connsiteY4" fmla="*/ 2010 h 2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1" h="2787">
                      <a:moveTo>
                        <a:pt x="3114" y="2010"/>
                      </a:moveTo>
                      <a:cubicBezTo>
                        <a:pt x="2848" y="2720"/>
                        <a:pt x="1917" y="2986"/>
                        <a:pt x="1074" y="2631"/>
                      </a:cubicBezTo>
                      <a:cubicBezTo>
                        <a:pt x="232" y="2276"/>
                        <a:pt x="-211" y="1434"/>
                        <a:pt x="99" y="769"/>
                      </a:cubicBezTo>
                      <a:cubicBezTo>
                        <a:pt x="409" y="104"/>
                        <a:pt x="1296" y="-206"/>
                        <a:pt x="2138" y="148"/>
                      </a:cubicBezTo>
                      <a:cubicBezTo>
                        <a:pt x="2936" y="503"/>
                        <a:pt x="3380" y="1301"/>
                        <a:pt x="3114" y="20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42" name="Forme libre : forme 26641">
                  <a:extLst>
                    <a:ext uri="{FF2B5EF4-FFF2-40B4-BE49-F238E27FC236}">
                      <a16:creationId xmlns:a16="http://schemas.microsoft.com/office/drawing/2014/main" id="{2C2FC5CB-D495-46A6-AA66-FA461E44D94F}"/>
                    </a:ext>
                  </a:extLst>
                </p:cNvPr>
                <p:cNvSpPr/>
                <p:nvPr/>
              </p:nvSpPr>
              <p:spPr>
                <a:xfrm>
                  <a:off x="5140140" y="1418804"/>
                  <a:ext cx="19319" cy="30013"/>
                </a:xfrm>
                <a:custGeom>
                  <a:avLst/>
                  <a:gdLst>
                    <a:gd name="connsiteX0" fmla="*/ 19057 w 19319"/>
                    <a:gd name="connsiteY0" fmla="*/ 15169 h 30013"/>
                    <a:gd name="connsiteX1" fmla="*/ 17816 w 19319"/>
                    <a:gd name="connsiteY1" fmla="*/ 27227 h 30013"/>
                    <a:gd name="connsiteX2" fmla="*/ 14536 w 19319"/>
                    <a:gd name="connsiteY2" fmla="*/ 29975 h 30013"/>
                    <a:gd name="connsiteX3" fmla="*/ 11787 w 19319"/>
                    <a:gd name="connsiteY3" fmla="*/ 26606 h 30013"/>
                    <a:gd name="connsiteX4" fmla="*/ 8950 w 19319"/>
                    <a:gd name="connsiteY4" fmla="*/ 13927 h 30013"/>
                    <a:gd name="connsiteX5" fmla="*/ 2699 w 19319"/>
                    <a:gd name="connsiteY5" fmla="*/ 7233 h 30013"/>
                    <a:gd name="connsiteX6" fmla="*/ 970 w 19319"/>
                    <a:gd name="connsiteY6" fmla="*/ 495 h 30013"/>
                    <a:gd name="connsiteX7" fmla="*/ 8640 w 19319"/>
                    <a:gd name="connsiteY7" fmla="*/ 1914 h 30013"/>
                    <a:gd name="connsiteX8" fmla="*/ 15201 w 19319"/>
                    <a:gd name="connsiteY8" fmla="*/ 6746 h 30013"/>
                    <a:gd name="connsiteX9" fmla="*/ 19057 w 19319"/>
                    <a:gd name="connsiteY9" fmla="*/ 15169 h 30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319" h="30013">
                      <a:moveTo>
                        <a:pt x="19057" y="15169"/>
                      </a:moveTo>
                      <a:cubicBezTo>
                        <a:pt x="19722" y="19247"/>
                        <a:pt x="19057" y="23370"/>
                        <a:pt x="17816" y="27227"/>
                      </a:cubicBezTo>
                      <a:cubicBezTo>
                        <a:pt x="17373" y="28645"/>
                        <a:pt x="16353" y="30286"/>
                        <a:pt x="14536" y="29975"/>
                      </a:cubicBezTo>
                      <a:cubicBezTo>
                        <a:pt x="12895" y="29665"/>
                        <a:pt x="12053" y="27980"/>
                        <a:pt x="11787" y="26606"/>
                      </a:cubicBezTo>
                      <a:cubicBezTo>
                        <a:pt x="10900" y="22306"/>
                        <a:pt x="11255" y="17873"/>
                        <a:pt x="8950" y="13927"/>
                      </a:cubicBezTo>
                      <a:cubicBezTo>
                        <a:pt x="8241" y="12642"/>
                        <a:pt x="4916" y="10204"/>
                        <a:pt x="2699" y="7233"/>
                      </a:cubicBezTo>
                      <a:cubicBezTo>
                        <a:pt x="394" y="4352"/>
                        <a:pt x="-1069" y="1648"/>
                        <a:pt x="970" y="495"/>
                      </a:cubicBezTo>
                      <a:cubicBezTo>
                        <a:pt x="3010" y="-657"/>
                        <a:pt x="5891" y="362"/>
                        <a:pt x="8640" y="1914"/>
                      </a:cubicBezTo>
                      <a:cubicBezTo>
                        <a:pt x="11432" y="3288"/>
                        <a:pt x="14048" y="5416"/>
                        <a:pt x="15201" y="6746"/>
                      </a:cubicBezTo>
                      <a:cubicBezTo>
                        <a:pt x="17284" y="9051"/>
                        <a:pt x="18570" y="12110"/>
                        <a:pt x="19057" y="1516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45" name="Graphique 2">
                <a:extLst>
                  <a:ext uri="{FF2B5EF4-FFF2-40B4-BE49-F238E27FC236}">
                    <a16:creationId xmlns:a16="http://schemas.microsoft.com/office/drawing/2014/main" id="{7CD71D62-3537-4446-8DA5-C57976CF09AE}"/>
                  </a:ext>
                </a:extLst>
              </p:cNvPr>
              <p:cNvGrpSpPr/>
              <p:nvPr/>
            </p:nvGrpSpPr>
            <p:grpSpPr>
              <a:xfrm>
                <a:off x="5160796" y="1426958"/>
                <a:ext cx="73908" cy="50158"/>
                <a:chOff x="5160796" y="1426958"/>
                <a:chExt cx="73908" cy="50158"/>
              </a:xfrm>
              <a:solidFill>
                <a:schemeClr val="accent1"/>
              </a:solidFill>
            </p:grpSpPr>
            <p:sp>
              <p:nvSpPr>
                <p:cNvPr id="26619" name="Forme libre : forme 26618">
                  <a:extLst>
                    <a:ext uri="{FF2B5EF4-FFF2-40B4-BE49-F238E27FC236}">
                      <a16:creationId xmlns:a16="http://schemas.microsoft.com/office/drawing/2014/main" id="{1CCA8749-3115-47CD-8786-E423AB95BEF0}"/>
                    </a:ext>
                  </a:extLst>
                </p:cNvPr>
                <p:cNvSpPr/>
                <p:nvPr/>
              </p:nvSpPr>
              <p:spPr>
                <a:xfrm>
                  <a:off x="5160796" y="1426958"/>
                  <a:ext cx="73869" cy="50158"/>
                </a:xfrm>
                <a:custGeom>
                  <a:avLst/>
                  <a:gdLst>
                    <a:gd name="connsiteX0" fmla="*/ 51199 w 73869"/>
                    <a:gd name="connsiteY0" fmla="*/ 49839 h 50158"/>
                    <a:gd name="connsiteX1" fmla="*/ 36216 w 73869"/>
                    <a:gd name="connsiteY1" fmla="*/ 50105 h 50158"/>
                    <a:gd name="connsiteX2" fmla="*/ 21453 w 73869"/>
                    <a:gd name="connsiteY2" fmla="*/ 49307 h 50158"/>
                    <a:gd name="connsiteX3" fmla="*/ 16444 w 73869"/>
                    <a:gd name="connsiteY3" fmla="*/ 48509 h 50158"/>
                    <a:gd name="connsiteX4" fmla="*/ 11833 w 73869"/>
                    <a:gd name="connsiteY4" fmla="*/ 46736 h 50158"/>
                    <a:gd name="connsiteX5" fmla="*/ 4563 w 73869"/>
                    <a:gd name="connsiteY5" fmla="*/ 41682 h 50158"/>
                    <a:gd name="connsiteX6" fmla="*/ 396 w 73869"/>
                    <a:gd name="connsiteY6" fmla="*/ 27674 h 50158"/>
                    <a:gd name="connsiteX7" fmla="*/ 3677 w 73869"/>
                    <a:gd name="connsiteY7" fmla="*/ 14374 h 50158"/>
                    <a:gd name="connsiteX8" fmla="*/ 12188 w 73869"/>
                    <a:gd name="connsiteY8" fmla="*/ 3336 h 50158"/>
                    <a:gd name="connsiteX9" fmla="*/ 18838 w 73869"/>
                    <a:gd name="connsiteY9" fmla="*/ 543 h 50158"/>
                    <a:gd name="connsiteX10" fmla="*/ 22429 w 73869"/>
                    <a:gd name="connsiteY10" fmla="*/ 100 h 50158"/>
                    <a:gd name="connsiteX11" fmla="*/ 26285 w 73869"/>
                    <a:gd name="connsiteY11" fmla="*/ 100 h 50158"/>
                    <a:gd name="connsiteX12" fmla="*/ 37501 w 73869"/>
                    <a:gd name="connsiteY12" fmla="*/ 853 h 50158"/>
                    <a:gd name="connsiteX13" fmla="*/ 48540 w 73869"/>
                    <a:gd name="connsiteY13" fmla="*/ 853 h 50158"/>
                    <a:gd name="connsiteX14" fmla="*/ 55544 w 73869"/>
                    <a:gd name="connsiteY14" fmla="*/ 1740 h 50158"/>
                    <a:gd name="connsiteX15" fmla="*/ 61795 w 73869"/>
                    <a:gd name="connsiteY15" fmla="*/ 4754 h 50158"/>
                    <a:gd name="connsiteX16" fmla="*/ 70040 w 73869"/>
                    <a:gd name="connsiteY16" fmla="*/ 15616 h 50158"/>
                    <a:gd name="connsiteX17" fmla="*/ 73454 w 73869"/>
                    <a:gd name="connsiteY17" fmla="*/ 28605 h 50158"/>
                    <a:gd name="connsiteX18" fmla="*/ 69020 w 73869"/>
                    <a:gd name="connsiteY18" fmla="*/ 42525 h 50158"/>
                    <a:gd name="connsiteX19" fmla="*/ 61307 w 73869"/>
                    <a:gd name="connsiteY19" fmla="*/ 47534 h 50158"/>
                    <a:gd name="connsiteX20" fmla="*/ 51199 w 73869"/>
                    <a:gd name="connsiteY20" fmla="*/ 49839 h 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869" h="50158">
                      <a:moveTo>
                        <a:pt x="51199" y="49839"/>
                      </a:moveTo>
                      <a:cubicBezTo>
                        <a:pt x="45924" y="50282"/>
                        <a:pt x="41092" y="50149"/>
                        <a:pt x="36216" y="50105"/>
                      </a:cubicBezTo>
                      <a:cubicBezTo>
                        <a:pt x="31339" y="50149"/>
                        <a:pt x="26418" y="49750"/>
                        <a:pt x="21453" y="49307"/>
                      </a:cubicBezTo>
                      <a:cubicBezTo>
                        <a:pt x="19724" y="49174"/>
                        <a:pt x="18040" y="48908"/>
                        <a:pt x="16444" y="48509"/>
                      </a:cubicBezTo>
                      <a:cubicBezTo>
                        <a:pt x="14848" y="48022"/>
                        <a:pt x="13296" y="47445"/>
                        <a:pt x="11833" y="46736"/>
                      </a:cubicBezTo>
                      <a:cubicBezTo>
                        <a:pt x="8952" y="45362"/>
                        <a:pt x="6469" y="43633"/>
                        <a:pt x="4563" y="41682"/>
                      </a:cubicBezTo>
                      <a:cubicBezTo>
                        <a:pt x="751" y="37515"/>
                        <a:pt x="-801" y="32461"/>
                        <a:pt x="396" y="27674"/>
                      </a:cubicBezTo>
                      <a:lnTo>
                        <a:pt x="3677" y="14374"/>
                      </a:lnTo>
                      <a:cubicBezTo>
                        <a:pt x="4874" y="9542"/>
                        <a:pt x="8198" y="5774"/>
                        <a:pt x="12188" y="3336"/>
                      </a:cubicBezTo>
                      <a:cubicBezTo>
                        <a:pt x="14227" y="2006"/>
                        <a:pt x="16488" y="1031"/>
                        <a:pt x="18838" y="543"/>
                      </a:cubicBezTo>
                      <a:cubicBezTo>
                        <a:pt x="20035" y="277"/>
                        <a:pt x="21232" y="144"/>
                        <a:pt x="22429" y="100"/>
                      </a:cubicBezTo>
                      <a:cubicBezTo>
                        <a:pt x="23670" y="-33"/>
                        <a:pt x="24956" y="-33"/>
                        <a:pt x="26285" y="100"/>
                      </a:cubicBezTo>
                      <a:cubicBezTo>
                        <a:pt x="29965" y="454"/>
                        <a:pt x="33689" y="898"/>
                        <a:pt x="37501" y="853"/>
                      </a:cubicBezTo>
                      <a:cubicBezTo>
                        <a:pt x="41314" y="986"/>
                        <a:pt x="45170" y="1119"/>
                        <a:pt x="48540" y="853"/>
                      </a:cubicBezTo>
                      <a:cubicBezTo>
                        <a:pt x="50978" y="720"/>
                        <a:pt x="53416" y="1252"/>
                        <a:pt x="55544" y="1740"/>
                      </a:cubicBezTo>
                      <a:cubicBezTo>
                        <a:pt x="57716" y="2361"/>
                        <a:pt x="59844" y="3380"/>
                        <a:pt x="61795" y="4754"/>
                      </a:cubicBezTo>
                      <a:cubicBezTo>
                        <a:pt x="65518" y="7193"/>
                        <a:pt x="68799" y="10917"/>
                        <a:pt x="70040" y="15616"/>
                      </a:cubicBezTo>
                      <a:lnTo>
                        <a:pt x="73454" y="28605"/>
                      </a:lnTo>
                      <a:cubicBezTo>
                        <a:pt x="74695" y="33304"/>
                        <a:pt x="73143" y="38269"/>
                        <a:pt x="69020" y="42525"/>
                      </a:cubicBezTo>
                      <a:cubicBezTo>
                        <a:pt x="66981" y="44475"/>
                        <a:pt x="64366" y="46204"/>
                        <a:pt x="61307" y="47534"/>
                      </a:cubicBezTo>
                      <a:cubicBezTo>
                        <a:pt x="58248" y="48997"/>
                        <a:pt x="54835" y="49617"/>
                        <a:pt x="51199" y="49839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20" name="Forme libre : forme 26619">
                  <a:extLst>
                    <a:ext uri="{FF2B5EF4-FFF2-40B4-BE49-F238E27FC236}">
                      <a16:creationId xmlns:a16="http://schemas.microsoft.com/office/drawing/2014/main" id="{231B0203-08DF-4A2E-B54A-950B0DB1FE64}"/>
                    </a:ext>
                  </a:extLst>
                </p:cNvPr>
                <p:cNvSpPr/>
                <p:nvPr/>
              </p:nvSpPr>
              <p:spPr>
                <a:xfrm>
                  <a:off x="5160836" y="1448780"/>
                  <a:ext cx="73869" cy="28266"/>
                </a:xfrm>
                <a:custGeom>
                  <a:avLst/>
                  <a:gdLst>
                    <a:gd name="connsiteX0" fmla="*/ 27842 w 73869"/>
                    <a:gd name="connsiteY0" fmla="*/ 11659 h 28266"/>
                    <a:gd name="connsiteX1" fmla="*/ 19685 w 73869"/>
                    <a:gd name="connsiteY1" fmla="*/ 11659 h 28266"/>
                    <a:gd name="connsiteX2" fmla="*/ 12149 w 73869"/>
                    <a:gd name="connsiteY2" fmla="*/ 9443 h 28266"/>
                    <a:gd name="connsiteX3" fmla="*/ 1820 w 73869"/>
                    <a:gd name="connsiteY3" fmla="*/ 0 h 28266"/>
                    <a:gd name="connsiteX4" fmla="*/ 401 w 73869"/>
                    <a:gd name="connsiteY4" fmla="*/ 5763 h 28266"/>
                    <a:gd name="connsiteX5" fmla="*/ 4568 w 73869"/>
                    <a:gd name="connsiteY5" fmla="*/ 19772 h 28266"/>
                    <a:gd name="connsiteX6" fmla="*/ 11839 w 73869"/>
                    <a:gd name="connsiteY6" fmla="*/ 24825 h 28266"/>
                    <a:gd name="connsiteX7" fmla="*/ 16449 w 73869"/>
                    <a:gd name="connsiteY7" fmla="*/ 26599 h 28266"/>
                    <a:gd name="connsiteX8" fmla="*/ 21459 w 73869"/>
                    <a:gd name="connsiteY8" fmla="*/ 27397 h 28266"/>
                    <a:gd name="connsiteX9" fmla="*/ 36221 w 73869"/>
                    <a:gd name="connsiteY9" fmla="*/ 28195 h 28266"/>
                    <a:gd name="connsiteX10" fmla="*/ 51205 w 73869"/>
                    <a:gd name="connsiteY10" fmla="*/ 27928 h 28266"/>
                    <a:gd name="connsiteX11" fmla="*/ 61312 w 73869"/>
                    <a:gd name="connsiteY11" fmla="*/ 25579 h 28266"/>
                    <a:gd name="connsiteX12" fmla="*/ 69026 w 73869"/>
                    <a:gd name="connsiteY12" fmla="*/ 20570 h 28266"/>
                    <a:gd name="connsiteX13" fmla="*/ 73459 w 73869"/>
                    <a:gd name="connsiteY13" fmla="*/ 6650 h 28266"/>
                    <a:gd name="connsiteX14" fmla="*/ 73370 w 73869"/>
                    <a:gd name="connsiteY14" fmla="*/ 6251 h 28266"/>
                    <a:gd name="connsiteX15" fmla="*/ 67696 w 73869"/>
                    <a:gd name="connsiteY15" fmla="*/ 7891 h 28266"/>
                    <a:gd name="connsiteX16" fmla="*/ 61977 w 73869"/>
                    <a:gd name="connsiteY16" fmla="*/ 8866 h 28266"/>
                    <a:gd name="connsiteX17" fmla="*/ 56258 w 73869"/>
                    <a:gd name="connsiteY17" fmla="*/ 9664 h 28266"/>
                    <a:gd name="connsiteX18" fmla="*/ 50584 w 73869"/>
                    <a:gd name="connsiteY18" fmla="*/ 9974 h 28266"/>
                    <a:gd name="connsiteX19" fmla="*/ 44910 w 73869"/>
                    <a:gd name="connsiteY19" fmla="*/ 10373 h 28266"/>
                    <a:gd name="connsiteX20" fmla="*/ 39324 w 73869"/>
                    <a:gd name="connsiteY20" fmla="*/ 10551 h 28266"/>
                    <a:gd name="connsiteX21" fmla="*/ 27842 w 73869"/>
                    <a:gd name="connsiteY21" fmla="*/ 11659 h 28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3869" h="28266">
                      <a:moveTo>
                        <a:pt x="27842" y="11659"/>
                      </a:moveTo>
                      <a:cubicBezTo>
                        <a:pt x="25094" y="11969"/>
                        <a:pt x="22345" y="11969"/>
                        <a:pt x="19685" y="11659"/>
                      </a:cubicBezTo>
                      <a:cubicBezTo>
                        <a:pt x="17025" y="11349"/>
                        <a:pt x="14454" y="10462"/>
                        <a:pt x="12149" y="9443"/>
                      </a:cubicBezTo>
                      <a:cubicBezTo>
                        <a:pt x="7450" y="7492"/>
                        <a:pt x="3770" y="4079"/>
                        <a:pt x="1820" y="0"/>
                      </a:cubicBezTo>
                      <a:lnTo>
                        <a:pt x="401" y="5763"/>
                      </a:lnTo>
                      <a:cubicBezTo>
                        <a:pt x="-796" y="10551"/>
                        <a:pt x="712" y="15604"/>
                        <a:pt x="4568" y="19772"/>
                      </a:cubicBezTo>
                      <a:cubicBezTo>
                        <a:pt x="6475" y="21722"/>
                        <a:pt x="8957" y="23451"/>
                        <a:pt x="11839" y="24825"/>
                      </a:cubicBezTo>
                      <a:cubicBezTo>
                        <a:pt x="13257" y="25490"/>
                        <a:pt x="14809" y="26111"/>
                        <a:pt x="16449" y="26599"/>
                      </a:cubicBezTo>
                      <a:cubicBezTo>
                        <a:pt x="18045" y="26998"/>
                        <a:pt x="19730" y="27264"/>
                        <a:pt x="21459" y="27397"/>
                      </a:cubicBezTo>
                      <a:cubicBezTo>
                        <a:pt x="26424" y="27840"/>
                        <a:pt x="31344" y="28239"/>
                        <a:pt x="36221" y="28195"/>
                      </a:cubicBezTo>
                      <a:cubicBezTo>
                        <a:pt x="41097" y="28283"/>
                        <a:pt x="45929" y="28372"/>
                        <a:pt x="51205" y="27928"/>
                      </a:cubicBezTo>
                      <a:cubicBezTo>
                        <a:pt x="54840" y="27707"/>
                        <a:pt x="58253" y="27086"/>
                        <a:pt x="61312" y="25579"/>
                      </a:cubicBezTo>
                      <a:cubicBezTo>
                        <a:pt x="64371" y="24205"/>
                        <a:pt x="66986" y="22476"/>
                        <a:pt x="69026" y="20570"/>
                      </a:cubicBezTo>
                      <a:cubicBezTo>
                        <a:pt x="73104" y="16314"/>
                        <a:pt x="74700" y="11349"/>
                        <a:pt x="73459" y="6650"/>
                      </a:cubicBezTo>
                      <a:lnTo>
                        <a:pt x="73370" y="6251"/>
                      </a:lnTo>
                      <a:cubicBezTo>
                        <a:pt x="71464" y="6827"/>
                        <a:pt x="69602" y="7359"/>
                        <a:pt x="67696" y="7891"/>
                      </a:cubicBezTo>
                      <a:cubicBezTo>
                        <a:pt x="65789" y="8379"/>
                        <a:pt x="63883" y="8556"/>
                        <a:pt x="61977" y="8866"/>
                      </a:cubicBezTo>
                      <a:lnTo>
                        <a:pt x="56258" y="9664"/>
                      </a:lnTo>
                      <a:lnTo>
                        <a:pt x="50584" y="9974"/>
                      </a:lnTo>
                      <a:lnTo>
                        <a:pt x="44910" y="10373"/>
                      </a:lnTo>
                      <a:cubicBezTo>
                        <a:pt x="43048" y="10373"/>
                        <a:pt x="41186" y="10462"/>
                        <a:pt x="39324" y="10551"/>
                      </a:cubicBezTo>
                      <a:cubicBezTo>
                        <a:pt x="35467" y="10728"/>
                        <a:pt x="31699" y="11349"/>
                        <a:pt x="27842" y="1165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21" name="Forme libre : forme 26620">
                  <a:extLst>
                    <a:ext uri="{FF2B5EF4-FFF2-40B4-BE49-F238E27FC236}">
                      <a16:creationId xmlns:a16="http://schemas.microsoft.com/office/drawing/2014/main" id="{375E9A79-2BAC-41AE-8C7F-E18A42263123}"/>
                    </a:ext>
                  </a:extLst>
                </p:cNvPr>
                <p:cNvSpPr/>
                <p:nvPr/>
              </p:nvSpPr>
              <p:spPr>
                <a:xfrm>
                  <a:off x="5186263" y="1444336"/>
                  <a:ext cx="32234" cy="18600"/>
                </a:xfrm>
                <a:custGeom>
                  <a:avLst/>
                  <a:gdLst>
                    <a:gd name="connsiteX0" fmla="*/ 32205 w 32234"/>
                    <a:gd name="connsiteY0" fmla="*/ 8478 h 18600"/>
                    <a:gd name="connsiteX1" fmla="*/ 31318 w 32234"/>
                    <a:gd name="connsiteY1" fmla="*/ 12246 h 18600"/>
                    <a:gd name="connsiteX2" fmla="*/ 27993 w 32234"/>
                    <a:gd name="connsiteY2" fmla="*/ 15438 h 18600"/>
                    <a:gd name="connsiteX3" fmla="*/ 22673 w 32234"/>
                    <a:gd name="connsiteY3" fmla="*/ 17743 h 18600"/>
                    <a:gd name="connsiteX4" fmla="*/ 16068 w 32234"/>
                    <a:gd name="connsiteY4" fmla="*/ 18586 h 18600"/>
                    <a:gd name="connsiteX5" fmla="*/ 4321 w 32234"/>
                    <a:gd name="connsiteY5" fmla="*/ 15571 h 18600"/>
                    <a:gd name="connsiteX6" fmla="*/ 20 w 32234"/>
                    <a:gd name="connsiteY6" fmla="*/ 8567 h 18600"/>
                    <a:gd name="connsiteX7" fmla="*/ 5118 w 32234"/>
                    <a:gd name="connsiteY7" fmla="*/ 2405 h 18600"/>
                    <a:gd name="connsiteX8" fmla="*/ 16113 w 32234"/>
                    <a:gd name="connsiteY8" fmla="*/ 11 h 18600"/>
                    <a:gd name="connsiteX9" fmla="*/ 22053 w 32234"/>
                    <a:gd name="connsiteY9" fmla="*/ 676 h 18600"/>
                    <a:gd name="connsiteX10" fmla="*/ 26974 w 32234"/>
                    <a:gd name="connsiteY10" fmla="*/ 2405 h 18600"/>
                    <a:gd name="connsiteX11" fmla="*/ 30564 w 32234"/>
                    <a:gd name="connsiteY11" fmla="*/ 5109 h 18600"/>
                    <a:gd name="connsiteX12" fmla="*/ 32205 w 32234"/>
                    <a:gd name="connsiteY12" fmla="*/ 8478 h 18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234" h="18600">
                      <a:moveTo>
                        <a:pt x="32205" y="8478"/>
                      </a:moveTo>
                      <a:cubicBezTo>
                        <a:pt x="32338" y="9764"/>
                        <a:pt x="32027" y="11005"/>
                        <a:pt x="31318" y="12246"/>
                      </a:cubicBezTo>
                      <a:cubicBezTo>
                        <a:pt x="30609" y="13532"/>
                        <a:pt x="29456" y="14507"/>
                        <a:pt x="27993" y="15438"/>
                      </a:cubicBezTo>
                      <a:cubicBezTo>
                        <a:pt x="26530" y="16369"/>
                        <a:pt x="24713" y="17167"/>
                        <a:pt x="22673" y="17743"/>
                      </a:cubicBezTo>
                      <a:cubicBezTo>
                        <a:pt x="20634" y="18364"/>
                        <a:pt x="18373" y="18674"/>
                        <a:pt x="16068" y="18586"/>
                      </a:cubicBezTo>
                      <a:cubicBezTo>
                        <a:pt x="11413" y="18453"/>
                        <a:pt x="7202" y="17477"/>
                        <a:pt x="4321" y="15571"/>
                      </a:cubicBezTo>
                      <a:cubicBezTo>
                        <a:pt x="1395" y="13620"/>
                        <a:pt x="-201" y="11138"/>
                        <a:pt x="20" y="8567"/>
                      </a:cubicBezTo>
                      <a:cubicBezTo>
                        <a:pt x="242" y="5996"/>
                        <a:pt x="2237" y="3823"/>
                        <a:pt x="5118" y="2405"/>
                      </a:cubicBezTo>
                      <a:cubicBezTo>
                        <a:pt x="8000" y="986"/>
                        <a:pt x="11901" y="-122"/>
                        <a:pt x="16113" y="11"/>
                      </a:cubicBezTo>
                      <a:cubicBezTo>
                        <a:pt x="18240" y="99"/>
                        <a:pt x="20235" y="321"/>
                        <a:pt x="22053" y="676"/>
                      </a:cubicBezTo>
                      <a:cubicBezTo>
                        <a:pt x="23870" y="1030"/>
                        <a:pt x="25555" y="1651"/>
                        <a:pt x="26974" y="2405"/>
                      </a:cubicBezTo>
                      <a:cubicBezTo>
                        <a:pt x="28437" y="3158"/>
                        <a:pt x="29678" y="4178"/>
                        <a:pt x="30564" y="5109"/>
                      </a:cubicBezTo>
                      <a:cubicBezTo>
                        <a:pt x="31451" y="6040"/>
                        <a:pt x="32027" y="7192"/>
                        <a:pt x="32205" y="847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22" name="Forme libre : forme 26621">
                  <a:extLst>
                    <a:ext uri="{FF2B5EF4-FFF2-40B4-BE49-F238E27FC236}">
                      <a16:creationId xmlns:a16="http://schemas.microsoft.com/office/drawing/2014/main" id="{6B511512-9ED5-4B49-9E45-C543E0E40671}"/>
                    </a:ext>
                  </a:extLst>
                </p:cNvPr>
                <p:cNvSpPr/>
                <p:nvPr/>
              </p:nvSpPr>
              <p:spPr>
                <a:xfrm>
                  <a:off x="5186219" y="1445721"/>
                  <a:ext cx="23693" cy="17176"/>
                </a:xfrm>
                <a:custGeom>
                  <a:avLst/>
                  <a:gdLst>
                    <a:gd name="connsiteX0" fmla="*/ 7468 w 23693"/>
                    <a:gd name="connsiteY0" fmla="*/ 0 h 17176"/>
                    <a:gd name="connsiteX1" fmla="*/ 2281 w 23693"/>
                    <a:gd name="connsiteY1" fmla="*/ 2881 h 17176"/>
                    <a:gd name="connsiteX2" fmla="*/ 20 w 23693"/>
                    <a:gd name="connsiteY2" fmla="*/ 7137 h 17176"/>
                    <a:gd name="connsiteX3" fmla="*/ 4320 w 23693"/>
                    <a:gd name="connsiteY3" fmla="*/ 14142 h 17176"/>
                    <a:gd name="connsiteX4" fmla="*/ 16068 w 23693"/>
                    <a:gd name="connsiteY4" fmla="*/ 17156 h 17176"/>
                    <a:gd name="connsiteX5" fmla="*/ 23693 w 23693"/>
                    <a:gd name="connsiteY5" fmla="*/ 15959 h 17176"/>
                    <a:gd name="connsiteX6" fmla="*/ 19437 w 23693"/>
                    <a:gd name="connsiteY6" fmla="*/ 15560 h 17176"/>
                    <a:gd name="connsiteX7" fmla="*/ 7468 w 23693"/>
                    <a:gd name="connsiteY7" fmla="*/ 0 h 17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693" h="17176">
                      <a:moveTo>
                        <a:pt x="7468" y="0"/>
                      </a:moveTo>
                      <a:cubicBezTo>
                        <a:pt x="5384" y="798"/>
                        <a:pt x="3611" y="1640"/>
                        <a:pt x="2281" y="2881"/>
                      </a:cubicBezTo>
                      <a:cubicBezTo>
                        <a:pt x="996" y="4079"/>
                        <a:pt x="153" y="5541"/>
                        <a:pt x="20" y="7137"/>
                      </a:cubicBezTo>
                      <a:cubicBezTo>
                        <a:pt x="-201" y="9708"/>
                        <a:pt x="1395" y="12191"/>
                        <a:pt x="4320" y="14142"/>
                      </a:cubicBezTo>
                      <a:cubicBezTo>
                        <a:pt x="7246" y="16092"/>
                        <a:pt x="11413" y="17067"/>
                        <a:pt x="16068" y="17156"/>
                      </a:cubicBezTo>
                      <a:cubicBezTo>
                        <a:pt x="18772" y="17289"/>
                        <a:pt x="21388" y="16757"/>
                        <a:pt x="23693" y="15959"/>
                      </a:cubicBezTo>
                      <a:cubicBezTo>
                        <a:pt x="22230" y="16004"/>
                        <a:pt x="20812" y="15871"/>
                        <a:pt x="19437" y="15560"/>
                      </a:cubicBezTo>
                      <a:cubicBezTo>
                        <a:pt x="11990" y="12679"/>
                        <a:pt x="6581" y="6251"/>
                        <a:pt x="7468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23" name="Forme libre : forme 26622">
                  <a:extLst>
                    <a:ext uri="{FF2B5EF4-FFF2-40B4-BE49-F238E27FC236}">
                      <a16:creationId xmlns:a16="http://schemas.microsoft.com/office/drawing/2014/main" id="{DE6372EC-3183-490A-8296-91366BD32BAC}"/>
                    </a:ext>
                  </a:extLst>
                </p:cNvPr>
                <p:cNvSpPr/>
                <p:nvPr/>
              </p:nvSpPr>
              <p:spPr>
                <a:xfrm>
                  <a:off x="5187734" y="1446336"/>
                  <a:ext cx="32645" cy="18688"/>
                </a:xfrm>
                <a:custGeom>
                  <a:avLst/>
                  <a:gdLst>
                    <a:gd name="connsiteX0" fmla="*/ 32596 w 32645"/>
                    <a:gd name="connsiteY0" fmla="*/ 8251 h 18688"/>
                    <a:gd name="connsiteX1" fmla="*/ 31754 w 32645"/>
                    <a:gd name="connsiteY1" fmla="*/ 12019 h 18688"/>
                    <a:gd name="connsiteX2" fmla="*/ 28429 w 32645"/>
                    <a:gd name="connsiteY2" fmla="*/ 15388 h 18688"/>
                    <a:gd name="connsiteX3" fmla="*/ 23065 w 32645"/>
                    <a:gd name="connsiteY3" fmla="*/ 17694 h 18688"/>
                    <a:gd name="connsiteX4" fmla="*/ 16327 w 32645"/>
                    <a:gd name="connsiteY4" fmla="*/ 18669 h 18688"/>
                    <a:gd name="connsiteX5" fmla="*/ 4446 w 32645"/>
                    <a:gd name="connsiteY5" fmla="*/ 15743 h 18688"/>
                    <a:gd name="connsiteX6" fmla="*/ 13 w 32645"/>
                    <a:gd name="connsiteY6" fmla="*/ 8739 h 18688"/>
                    <a:gd name="connsiteX7" fmla="*/ 5111 w 32645"/>
                    <a:gd name="connsiteY7" fmla="*/ 2532 h 18688"/>
                    <a:gd name="connsiteX8" fmla="*/ 16238 w 32645"/>
                    <a:gd name="connsiteY8" fmla="*/ 6 h 18688"/>
                    <a:gd name="connsiteX9" fmla="*/ 22223 w 32645"/>
                    <a:gd name="connsiteY9" fmla="*/ 538 h 18688"/>
                    <a:gd name="connsiteX10" fmla="*/ 27277 w 32645"/>
                    <a:gd name="connsiteY10" fmla="*/ 2266 h 18688"/>
                    <a:gd name="connsiteX11" fmla="*/ 30956 w 32645"/>
                    <a:gd name="connsiteY11" fmla="*/ 4838 h 18688"/>
                    <a:gd name="connsiteX12" fmla="*/ 32596 w 32645"/>
                    <a:gd name="connsiteY12" fmla="*/ 8251 h 1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645" h="18688">
                      <a:moveTo>
                        <a:pt x="32596" y="8251"/>
                      </a:moveTo>
                      <a:cubicBezTo>
                        <a:pt x="32774" y="9537"/>
                        <a:pt x="32463" y="10778"/>
                        <a:pt x="31754" y="12019"/>
                      </a:cubicBezTo>
                      <a:cubicBezTo>
                        <a:pt x="31045" y="13216"/>
                        <a:pt x="29892" y="14502"/>
                        <a:pt x="28429" y="15388"/>
                      </a:cubicBezTo>
                      <a:cubicBezTo>
                        <a:pt x="26966" y="16319"/>
                        <a:pt x="25104" y="17117"/>
                        <a:pt x="23065" y="17694"/>
                      </a:cubicBezTo>
                      <a:cubicBezTo>
                        <a:pt x="21026" y="18226"/>
                        <a:pt x="18632" y="18802"/>
                        <a:pt x="16327" y="18669"/>
                      </a:cubicBezTo>
                      <a:cubicBezTo>
                        <a:pt x="11628" y="18580"/>
                        <a:pt x="7372" y="17472"/>
                        <a:pt x="4446" y="15743"/>
                      </a:cubicBezTo>
                      <a:cubicBezTo>
                        <a:pt x="1476" y="13837"/>
                        <a:pt x="-164" y="11310"/>
                        <a:pt x="13" y="8739"/>
                      </a:cubicBezTo>
                      <a:cubicBezTo>
                        <a:pt x="235" y="6168"/>
                        <a:pt x="2185" y="3995"/>
                        <a:pt x="5111" y="2532"/>
                      </a:cubicBezTo>
                      <a:cubicBezTo>
                        <a:pt x="8037" y="892"/>
                        <a:pt x="11938" y="-83"/>
                        <a:pt x="16238" y="6"/>
                      </a:cubicBezTo>
                      <a:cubicBezTo>
                        <a:pt x="18410" y="139"/>
                        <a:pt x="20361" y="94"/>
                        <a:pt x="22223" y="538"/>
                      </a:cubicBezTo>
                      <a:cubicBezTo>
                        <a:pt x="24085" y="892"/>
                        <a:pt x="25769" y="1513"/>
                        <a:pt x="27277" y="2266"/>
                      </a:cubicBezTo>
                      <a:cubicBezTo>
                        <a:pt x="28784" y="3064"/>
                        <a:pt x="29981" y="3818"/>
                        <a:pt x="30956" y="4838"/>
                      </a:cubicBezTo>
                      <a:cubicBezTo>
                        <a:pt x="31843" y="5857"/>
                        <a:pt x="32463" y="7010"/>
                        <a:pt x="32596" y="825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24" name="Forme libre : forme 26623">
                  <a:extLst>
                    <a:ext uri="{FF2B5EF4-FFF2-40B4-BE49-F238E27FC236}">
                      <a16:creationId xmlns:a16="http://schemas.microsoft.com/office/drawing/2014/main" id="{D9D94518-8021-4BA5-9BDF-4EF111656190}"/>
                    </a:ext>
                  </a:extLst>
                </p:cNvPr>
                <p:cNvSpPr/>
                <p:nvPr/>
              </p:nvSpPr>
              <p:spPr>
                <a:xfrm>
                  <a:off x="5171712" y="1437432"/>
                  <a:ext cx="41751" cy="35964"/>
                </a:xfrm>
                <a:custGeom>
                  <a:avLst/>
                  <a:gdLst>
                    <a:gd name="connsiteX0" fmla="*/ 785 w 41751"/>
                    <a:gd name="connsiteY0" fmla="*/ 14983 h 35964"/>
                    <a:gd name="connsiteX1" fmla="*/ 475 w 41751"/>
                    <a:gd name="connsiteY1" fmla="*/ 23760 h 35964"/>
                    <a:gd name="connsiteX2" fmla="*/ 6548 w 41751"/>
                    <a:gd name="connsiteY2" fmla="*/ 30986 h 35964"/>
                    <a:gd name="connsiteX3" fmla="*/ 16922 w 41751"/>
                    <a:gd name="connsiteY3" fmla="*/ 35020 h 35964"/>
                    <a:gd name="connsiteX4" fmla="*/ 35540 w 41751"/>
                    <a:gd name="connsiteY4" fmla="*/ 34178 h 35964"/>
                    <a:gd name="connsiteX5" fmla="*/ 41171 w 41751"/>
                    <a:gd name="connsiteY5" fmla="*/ 25489 h 35964"/>
                    <a:gd name="connsiteX6" fmla="*/ 35009 w 41751"/>
                    <a:gd name="connsiteY6" fmla="*/ 21455 h 35964"/>
                    <a:gd name="connsiteX7" fmla="*/ 21399 w 41751"/>
                    <a:gd name="connsiteY7" fmla="*/ 11037 h 35964"/>
                    <a:gd name="connsiteX8" fmla="*/ 15503 w 41751"/>
                    <a:gd name="connsiteY8" fmla="*/ 3678 h 35964"/>
                    <a:gd name="connsiteX9" fmla="*/ 7257 w 41751"/>
                    <a:gd name="connsiteY9" fmla="*/ 88 h 35964"/>
                    <a:gd name="connsiteX10" fmla="*/ 785 w 41751"/>
                    <a:gd name="connsiteY10" fmla="*/ 14983 h 35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1751" h="35964">
                      <a:moveTo>
                        <a:pt x="785" y="14983"/>
                      </a:moveTo>
                      <a:cubicBezTo>
                        <a:pt x="164" y="17864"/>
                        <a:pt x="-456" y="20835"/>
                        <a:pt x="475" y="23760"/>
                      </a:cubicBezTo>
                      <a:cubicBezTo>
                        <a:pt x="1361" y="26553"/>
                        <a:pt x="3578" y="28991"/>
                        <a:pt x="6548" y="30986"/>
                      </a:cubicBezTo>
                      <a:cubicBezTo>
                        <a:pt x="9518" y="32804"/>
                        <a:pt x="13198" y="34134"/>
                        <a:pt x="16922" y="35020"/>
                      </a:cubicBezTo>
                      <a:cubicBezTo>
                        <a:pt x="23128" y="36395"/>
                        <a:pt x="29866" y="36395"/>
                        <a:pt x="35540" y="34178"/>
                      </a:cubicBezTo>
                      <a:cubicBezTo>
                        <a:pt x="39885" y="32316"/>
                        <a:pt x="43121" y="28593"/>
                        <a:pt x="41171" y="25489"/>
                      </a:cubicBezTo>
                      <a:cubicBezTo>
                        <a:pt x="39974" y="23583"/>
                        <a:pt x="37358" y="22519"/>
                        <a:pt x="35009" y="21455"/>
                      </a:cubicBezTo>
                      <a:cubicBezTo>
                        <a:pt x="29556" y="18707"/>
                        <a:pt x="24990" y="15027"/>
                        <a:pt x="21399" y="11037"/>
                      </a:cubicBezTo>
                      <a:cubicBezTo>
                        <a:pt x="19892" y="9264"/>
                        <a:pt x="17852" y="6117"/>
                        <a:pt x="15503" y="3678"/>
                      </a:cubicBezTo>
                      <a:cubicBezTo>
                        <a:pt x="13153" y="1196"/>
                        <a:pt x="10405" y="-400"/>
                        <a:pt x="7257" y="88"/>
                      </a:cubicBezTo>
                      <a:cubicBezTo>
                        <a:pt x="1494" y="1152"/>
                        <a:pt x="1583" y="10949"/>
                        <a:pt x="785" y="1498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25" name="Forme libre : forme 26624">
                  <a:extLst>
                    <a:ext uri="{FF2B5EF4-FFF2-40B4-BE49-F238E27FC236}">
                      <a16:creationId xmlns:a16="http://schemas.microsoft.com/office/drawing/2014/main" id="{12A387D9-3E8D-4C7E-8637-E3C158D859A6}"/>
                    </a:ext>
                  </a:extLst>
                </p:cNvPr>
                <p:cNvSpPr/>
                <p:nvPr/>
              </p:nvSpPr>
              <p:spPr>
                <a:xfrm>
                  <a:off x="5180240" y="1438446"/>
                  <a:ext cx="12852" cy="8688"/>
                </a:xfrm>
                <a:custGeom>
                  <a:avLst/>
                  <a:gdLst>
                    <a:gd name="connsiteX0" fmla="*/ 990 w 12852"/>
                    <a:gd name="connsiteY0" fmla="*/ 4704 h 8688"/>
                    <a:gd name="connsiteX1" fmla="*/ 15 w 12852"/>
                    <a:gd name="connsiteY1" fmla="*/ 6566 h 8688"/>
                    <a:gd name="connsiteX2" fmla="*/ 990 w 12852"/>
                    <a:gd name="connsiteY2" fmla="*/ 8472 h 8688"/>
                    <a:gd name="connsiteX3" fmla="*/ 3251 w 12852"/>
                    <a:gd name="connsiteY3" fmla="*/ 8605 h 8688"/>
                    <a:gd name="connsiteX4" fmla="*/ 8881 w 12852"/>
                    <a:gd name="connsiteY4" fmla="*/ 7187 h 8688"/>
                    <a:gd name="connsiteX5" fmla="*/ 10920 w 12852"/>
                    <a:gd name="connsiteY5" fmla="*/ 6167 h 8688"/>
                    <a:gd name="connsiteX6" fmla="*/ 9723 w 12852"/>
                    <a:gd name="connsiteY6" fmla="*/ 5 h 8688"/>
                    <a:gd name="connsiteX7" fmla="*/ 990 w 12852"/>
                    <a:gd name="connsiteY7" fmla="*/ 4704 h 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852" h="8688">
                      <a:moveTo>
                        <a:pt x="990" y="4704"/>
                      </a:moveTo>
                      <a:cubicBezTo>
                        <a:pt x="502" y="5236"/>
                        <a:pt x="103" y="5857"/>
                        <a:pt x="15" y="6566"/>
                      </a:cubicBezTo>
                      <a:cubicBezTo>
                        <a:pt x="-74" y="7275"/>
                        <a:pt x="236" y="8118"/>
                        <a:pt x="990" y="8472"/>
                      </a:cubicBezTo>
                      <a:cubicBezTo>
                        <a:pt x="1655" y="8783"/>
                        <a:pt x="2497" y="8694"/>
                        <a:pt x="3251" y="8605"/>
                      </a:cubicBezTo>
                      <a:cubicBezTo>
                        <a:pt x="5201" y="8295"/>
                        <a:pt x="7108" y="7807"/>
                        <a:pt x="8881" y="7187"/>
                      </a:cubicBezTo>
                      <a:cubicBezTo>
                        <a:pt x="9635" y="6921"/>
                        <a:pt x="10344" y="6610"/>
                        <a:pt x="10920" y="6167"/>
                      </a:cubicBezTo>
                      <a:cubicBezTo>
                        <a:pt x="13358" y="4305"/>
                        <a:pt x="14023" y="-172"/>
                        <a:pt x="9723" y="5"/>
                      </a:cubicBezTo>
                      <a:cubicBezTo>
                        <a:pt x="6398" y="138"/>
                        <a:pt x="2896" y="2355"/>
                        <a:pt x="990" y="470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26" name="Forme libre : forme 26625">
                  <a:extLst>
                    <a:ext uri="{FF2B5EF4-FFF2-40B4-BE49-F238E27FC236}">
                      <a16:creationId xmlns:a16="http://schemas.microsoft.com/office/drawing/2014/main" id="{FA46B710-7954-4634-978C-56B6B0CD0637}"/>
                    </a:ext>
                  </a:extLst>
                </p:cNvPr>
                <p:cNvSpPr/>
                <p:nvPr/>
              </p:nvSpPr>
              <p:spPr>
                <a:xfrm>
                  <a:off x="5212484" y="1454144"/>
                  <a:ext cx="19420" cy="21544"/>
                </a:xfrm>
                <a:custGeom>
                  <a:avLst/>
                  <a:gdLst>
                    <a:gd name="connsiteX0" fmla="*/ 19062 w 19420"/>
                    <a:gd name="connsiteY0" fmla="*/ 0 h 21544"/>
                    <a:gd name="connsiteX1" fmla="*/ 18486 w 19420"/>
                    <a:gd name="connsiteY1" fmla="*/ 7980 h 21544"/>
                    <a:gd name="connsiteX2" fmla="*/ 13122 w 19420"/>
                    <a:gd name="connsiteY2" fmla="*/ 15250 h 21544"/>
                    <a:gd name="connsiteX3" fmla="*/ 0 w 19420"/>
                    <a:gd name="connsiteY3" fmla="*/ 21545 h 21544"/>
                    <a:gd name="connsiteX4" fmla="*/ 2881 w 19420"/>
                    <a:gd name="connsiteY4" fmla="*/ 20481 h 21544"/>
                    <a:gd name="connsiteX5" fmla="*/ 9398 w 19420"/>
                    <a:gd name="connsiteY5" fmla="*/ 16713 h 21544"/>
                    <a:gd name="connsiteX6" fmla="*/ 15959 w 19420"/>
                    <a:gd name="connsiteY6" fmla="*/ 9930 h 21544"/>
                    <a:gd name="connsiteX7" fmla="*/ 19062 w 19420"/>
                    <a:gd name="connsiteY7" fmla="*/ 0 h 21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420" h="21544">
                      <a:moveTo>
                        <a:pt x="19062" y="0"/>
                      </a:moveTo>
                      <a:cubicBezTo>
                        <a:pt x="19062" y="0"/>
                        <a:pt x="20171" y="3369"/>
                        <a:pt x="18486" y="7980"/>
                      </a:cubicBezTo>
                      <a:cubicBezTo>
                        <a:pt x="17644" y="10373"/>
                        <a:pt x="16048" y="12900"/>
                        <a:pt x="13122" y="15250"/>
                      </a:cubicBezTo>
                      <a:cubicBezTo>
                        <a:pt x="10196" y="17688"/>
                        <a:pt x="5940" y="20215"/>
                        <a:pt x="0" y="21545"/>
                      </a:cubicBezTo>
                      <a:cubicBezTo>
                        <a:pt x="0" y="21545"/>
                        <a:pt x="1153" y="21190"/>
                        <a:pt x="2881" y="20481"/>
                      </a:cubicBezTo>
                      <a:cubicBezTo>
                        <a:pt x="4610" y="19772"/>
                        <a:pt x="7004" y="18575"/>
                        <a:pt x="9398" y="16713"/>
                      </a:cubicBezTo>
                      <a:cubicBezTo>
                        <a:pt x="11792" y="14895"/>
                        <a:pt x="14142" y="12634"/>
                        <a:pt x="15959" y="9930"/>
                      </a:cubicBezTo>
                      <a:cubicBezTo>
                        <a:pt x="17777" y="7093"/>
                        <a:pt x="18929" y="3724"/>
                        <a:pt x="190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27" name="Forme libre : forme 26626">
                  <a:extLst>
                    <a:ext uri="{FF2B5EF4-FFF2-40B4-BE49-F238E27FC236}">
                      <a16:creationId xmlns:a16="http://schemas.microsoft.com/office/drawing/2014/main" id="{322B5324-8AD9-48DB-BE2E-813DCBFFA964}"/>
                    </a:ext>
                  </a:extLst>
                </p:cNvPr>
                <p:cNvSpPr/>
                <p:nvPr/>
              </p:nvSpPr>
              <p:spPr>
                <a:xfrm>
                  <a:off x="5165404" y="1428558"/>
                  <a:ext cx="22741" cy="14459"/>
                </a:xfrm>
                <a:custGeom>
                  <a:avLst/>
                  <a:gdLst>
                    <a:gd name="connsiteX0" fmla="*/ 22742 w 22741"/>
                    <a:gd name="connsiteY0" fmla="*/ 7 h 14459"/>
                    <a:gd name="connsiteX1" fmla="*/ 19993 w 22741"/>
                    <a:gd name="connsiteY1" fmla="*/ 96 h 14459"/>
                    <a:gd name="connsiteX2" fmla="*/ 13654 w 22741"/>
                    <a:gd name="connsiteY2" fmla="*/ 1337 h 14459"/>
                    <a:gd name="connsiteX3" fmla="*/ 6162 w 22741"/>
                    <a:gd name="connsiteY3" fmla="*/ 5504 h 14459"/>
                    <a:gd name="connsiteX4" fmla="*/ 0 w 22741"/>
                    <a:gd name="connsiteY4" fmla="*/ 14459 h 14459"/>
                    <a:gd name="connsiteX5" fmla="*/ 5630 w 22741"/>
                    <a:gd name="connsiteY5" fmla="*/ 7632 h 14459"/>
                    <a:gd name="connsiteX6" fmla="*/ 12679 w 22741"/>
                    <a:gd name="connsiteY6" fmla="*/ 2711 h 14459"/>
                    <a:gd name="connsiteX7" fmla="*/ 17245 w 22741"/>
                    <a:gd name="connsiteY7" fmla="*/ 1027 h 14459"/>
                    <a:gd name="connsiteX8" fmla="*/ 22742 w 22741"/>
                    <a:gd name="connsiteY8" fmla="*/ 7 h 14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741" h="14459">
                      <a:moveTo>
                        <a:pt x="22742" y="7"/>
                      </a:moveTo>
                      <a:cubicBezTo>
                        <a:pt x="22742" y="7"/>
                        <a:pt x="21678" y="-37"/>
                        <a:pt x="19993" y="96"/>
                      </a:cubicBezTo>
                      <a:cubicBezTo>
                        <a:pt x="18264" y="317"/>
                        <a:pt x="16048" y="583"/>
                        <a:pt x="13654" y="1337"/>
                      </a:cubicBezTo>
                      <a:cubicBezTo>
                        <a:pt x="11216" y="2091"/>
                        <a:pt x="8600" y="3421"/>
                        <a:pt x="6162" y="5504"/>
                      </a:cubicBezTo>
                      <a:cubicBezTo>
                        <a:pt x="3768" y="7499"/>
                        <a:pt x="1552" y="10336"/>
                        <a:pt x="0" y="14459"/>
                      </a:cubicBezTo>
                      <a:cubicBezTo>
                        <a:pt x="0" y="14459"/>
                        <a:pt x="1906" y="11001"/>
                        <a:pt x="5630" y="7632"/>
                      </a:cubicBezTo>
                      <a:cubicBezTo>
                        <a:pt x="7492" y="5903"/>
                        <a:pt x="9886" y="4041"/>
                        <a:pt x="12679" y="2711"/>
                      </a:cubicBezTo>
                      <a:cubicBezTo>
                        <a:pt x="14097" y="2046"/>
                        <a:pt x="15605" y="1470"/>
                        <a:pt x="17245" y="1027"/>
                      </a:cubicBezTo>
                      <a:cubicBezTo>
                        <a:pt x="18929" y="583"/>
                        <a:pt x="20747" y="140"/>
                        <a:pt x="22742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28" name="Forme libre : forme 26627">
                  <a:extLst>
                    <a:ext uri="{FF2B5EF4-FFF2-40B4-BE49-F238E27FC236}">
                      <a16:creationId xmlns:a16="http://schemas.microsoft.com/office/drawing/2014/main" id="{5CE6FB6D-CCD1-4D94-89EE-6DFB8727625A}"/>
                    </a:ext>
                  </a:extLst>
                </p:cNvPr>
                <p:cNvSpPr/>
                <p:nvPr/>
              </p:nvSpPr>
              <p:spPr>
                <a:xfrm>
                  <a:off x="5199664" y="1446285"/>
                  <a:ext cx="11792" cy="6489"/>
                </a:xfrm>
                <a:custGeom>
                  <a:avLst/>
                  <a:gdLst>
                    <a:gd name="connsiteX0" fmla="*/ 11711 w 11792"/>
                    <a:gd name="connsiteY0" fmla="*/ 4622 h 6489"/>
                    <a:gd name="connsiteX1" fmla="*/ 4707 w 11792"/>
                    <a:gd name="connsiteY1" fmla="*/ 6129 h 6489"/>
                    <a:gd name="connsiteX2" fmla="*/ 141 w 11792"/>
                    <a:gd name="connsiteY2" fmla="*/ 1563 h 6489"/>
                    <a:gd name="connsiteX3" fmla="*/ 7012 w 11792"/>
                    <a:gd name="connsiteY3" fmla="*/ 411 h 6489"/>
                    <a:gd name="connsiteX4" fmla="*/ 11711 w 11792"/>
                    <a:gd name="connsiteY4" fmla="*/ 4622 h 6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92" h="6489">
                      <a:moveTo>
                        <a:pt x="11711" y="4622"/>
                      </a:moveTo>
                      <a:cubicBezTo>
                        <a:pt x="11135" y="6174"/>
                        <a:pt x="7943" y="7016"/>
                        <a:pt x="4707" y="6129"/>
                      </a:cubicBezTo>
                      <a:cubicBezTo>
                        <a:pt x="1471" y="5154"/>
                        <a:pt x="-568" y="3115"/>
                        <a:pt x="141" y="1563"/>
                      </a:cubicBezTo>
                      <a:cubicBezTo>
                        <a:pt x="806" y="-33"/>
                        <a:pt x="3909" y="-387"/>
                        <a:pt x="7012" y="411"/>
                      </a:cubicBezTo>
                      <a:cubicBezTo>
                        <a:pt x="10115" y="1120"/>
                        <a:pt x="12243" y="3026"/>
                        <a:pt x="11711" y="462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29" name="Forme libre : forme 26628">
                  <a:extLst>
                    <a:ext uri="{FF2B5EF4-FFF2-40B4-BE49-F238E27FC236}">
                      <a16:creationId xmlns:a16="http://schemas.microsoft.com/office/drawing/2014/main" id="{610C07ED-D92C-4B9B-9FC5-749374D77D65}"/>
                    </a:ext>
                  </a:extLst>
                </p:cNvPr>
                <p:cNvSpPr/>
                <p:nvPr/>
              </p:nvSpPr>
              <p:spPr>
                <a:xfrm>
                  <a:off x="5209733" y="1448777"/>
                  <a:ext cx="3284" cy="2664"/>
                </a:xfrm>
                <a:custGeom>
                  <a:avLst/>
                  <a:gdLst>
                    <a:gd name="connsiteX0" fmla="*/ 3283 w 3284"/>
                    <a:gd name="connsiteY0" fmla="*/ 1244 h 2664"/>
                    <a:gd name="connsiteX1" fmla="*/ 1731 w 3284"/>
                    <a:gd name="connsiteY1" fmla="*/ 2662 h 2664"/>
                    <a:gd name="connsiteX2" fmla="*/ 2 w 3284"/>
                    <a:gd name="connsiteY2" fmla="*/ 1421 h 2664"/>
                    <a:gd name="connsiteX3" fmla="*/ 1554 w 3284"/>
                    <a:gd name="connsiteY3" fmla="*/ 2 h 2664"/>
                    <a:gd name="connsiteX4" fmla="*/ 3283 w 3284"/>
                    <a:gd name="connsiteY4" fmla="*/ 1244 h 2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84" h="2664">
                      <a:moveTo>
                        <a:pt x="3283" y="1244"/>
                      </a:moveTo>
                      <a:cubicBezTo>
                        <a:pt x="3327" y="1997"/>
                        <a:pt x="2662" y="2618"/>
                        <a:pt x="1731" y="2662"/>
                      </a:cubicBezTo>
                      <a:cubicBezTo>
                        <a:pt x="800" y="2707"/>
                        <a:pt x="46" y="2175"/>
                        <a:pt x="2" y="1421"/>
                      </a:cubicBezTo>
                      <a:cubicBezTo>
                        <a:pt x="-42" y="667"/>
                        <a:pt x="667" y="47"/>
                        <a:pt x="1554" y="2"/>
                      </a:cubicBezTo>
                      <a:cubicBezTo>
                        <a:pt x="2440" y="-42"/>
                        <a:pt x="3238" y="534"/>
                        <a:pt x="3283" y="1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30" name="Forme libre : forme 26629">
                  <a:extLst>
                    <a:ext uri="{FF2B5EF4-FFF2-40B4-BE49-F238E27FC236}">
                      <a16:creationId xmlns:a16="http://schemas.microsoft.com/office/drawing/2014/main" id="{EDA9BEF7-76BF-45C3-9BF3-36086F7E2557}"/>
                    </a:ext>
                  </a:extLst>
                </p:cNvPr>
                <p:cNvSpPr/>
                <p:nvPr/>
              </p:nvSpPr>
              <p:spPr>
                <a:xfrm>
                  <a:off x="5199681" y="1431491"/>
                  <a:ext cx="27757" cy="22177"/>
                </a:xfrm>
                <a:custGeom>
                  <a:avLst/>
                  <a:gdLst>
                    <a:gd name="connsiteX0" fmla="*/ 23264 w 27757"/>
                    <a:gd name="connsiteY0" fmla="*/ 7137 h 22177"/>
                    <a:gd name="connsiteX1" fmla="*/ 27653 w 27757"/>
                    <a:gd name="connsiteY1" fmla="*/ 18131 h 22177"/>
                    <a:gd name="connsiteX2" fmla="*/ 25969 w 27757"/>
                    <a:gd name="connsiteY2" fmla="*/ 22077 h 22177"/>
                    <a:gd name="connsiteX3" fmla="*/ 21979 w 27757"/>
                    <a:gd name="connsiteY3" fmla="*/ 20348 h 22177"/>
                    <a:gd name="connsiteX4" fmla="*/ 13778 w 27757"/>
                    <a:gd name="connsiteY4" fmla="*/ 10506 h 22177"/>
                    <a:gd name="connsiteX5" fmla="*/ 5177 w 27757"/>
                    <a:gd name="connsiteY5" fmla="*/ 7403 h 22177"/>
                    <a:gd name="connsiteX6" fmla="*/ 345 w 27757"/>
                    <a:gd name="connsiteY6" fmla="*/ 2172 h 22177"/>
                    <a:gd name="connsiteX7" fmla="*/ 8103 w 27757"/>
                    <a:gd name="connsiteY7" fmla="*/ 0 h 22177"/>
                    <a:gd name="connsiteX8" fmla="*/ 16083 w 27757"/>
                    <a:gd name="connsiteY8" fmla="*/ 1419 h 22177"/>
                    <a:gd name="connsiteX9" fmla="*/ 23264 w 27757"/>
                    <a:gd name="connsiteY9" fmla="*/ 7137 h 22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757" h="22177">
                      <a:moveTo>
                        <a:pt x="23264" y="7137"/>
                      </a:moveTo>
                      <a:cubicBezTo>
                        <a:pt x="25702" y="10506"/>
                        <a:pt x="26944" y="14186"/>
                        <a:pt x="27653" y="18131"/>
                      </a:cubicBezTo>
                      <a:cubicBezTo>
                        <a:pt x="27919" y="19550"/>
                        <a:pt x="27786" y="21589"/>
                        <a:pt x="25969" y="22077"/>
                      </a:cubicBezTo>
                      <a:cubicBezTo>
                        <a:pt x="24328" y="22520"/>
                        <a:pt x="22865" y="21412"/>
                        <a:pt x="21979" y="20348"/>
                      </a:cubicBezTo>
                      <a:cubicBezTo>
                        <a:pt x="19230" y="16890"/>
                        <a:pt x="17634" y="12989"/>
                        <a:pt x="13778" y="10506"/>
                      </a:cubicBezTo>
                      <a:cubicBezTo>
                        <a:pt x="12581" y="9708"/>
                        <a:pt x="8546" y="8778"/>
                        <a:pt x="5177" y="7403"/>
                      </a:cubicBezTo>
                      <a:cubicBezTo>
                        <a:pt x="1720" y="5852"/>
                        <a:pt x="-985" y="4034"/>
                        <a:pt x="345" y="2172"/>
                      </a:cubicBezTo>
                      <a:cubicBezTo>
                        <a:pt x="1631" y="266"/>
                        <a:pt x="5089" y="89"/>
                        <a:pt x="8103" y="0"/>
                      </a:cubicBezTo>
                      <a:cubicBezTo>
                        <a:pt x="11206" y="0"/>
                        <a:pt x="14575" y="931"/>
                        <a:pt x="16083" y="1419"/>
                      </a:cubicBezTo>
                      <a:cubicBezTo>
                        <a:pt x="18964" y="2483"/>
                        <a:pt x="21447" y="4655"/>
                        <a:pt x="23264" y="713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46" name="Graphique 2">
                <a:extLst>
                  <a:ext uri="{FF2B5EF4-FFF2-40B4-BE49-F238E27FC236}">
                    <a16:creationId xmlns:a16="http://schemas.microsoft.com/office/drawing/2014/main" id="{5A49C509-43B5-4CD5-BBF7-816F796B070A}"/>
                  </a:ext>
                </a:extLst>
              </p:cNvPr>
              <p:cNvGrpSpPr/>
              <p:nvPr/>
            </p:nvGrpSpPr>
            <p:grpSpPr>
              <a:xfrm>
                <a:off x="5230268" y="1401428"/>
                <a:ext cx="68589" cy="64609"/>
                <a:chOff x="5230268" y="1401428"/>
                <a:chExt cx="68589" cy="64609"/>
              </a:xfrm>
              <a:solidFill>
                <a:schemeClr val="accent1"/>
              </a:solidFill>
            </p:grpSpPr>
            <p:sp>
              <p:nvSpPr>
                <p:cNvPr id="26607" name="Forme libre : forme 26606">
                  <a:extLst>
                    <a:ext uri="{FF2B5EF4-FFF2-40B4-BE49-F238E27FC236}">
                      <a16:creationId xmlns:a16="http://schemas.microsoft.com/office/drawing/2014/main" id="{9A03B059-5B47-4A1D-9D28-493B2EF3F273}"/>
                    </a:ext>
                  </a:extLst>
                </p:cNvPr>
                <p:cNvSpPr/>
                <p:nvPr/>
              </p:nvSpPr>
              <p:spPr>
                <a:xfrm>
                  <a:off x="5230268" y="1401428"/>
                  <a:ext cx="68589" cy="64594"/>
                </a:xfrm>
                <a:custGeom>
                  <a:avLst/>
                  <a:gdLst>
                    <a:gd name="connsiteX0" fmla="*/ 60415 w 68589"/>
                    <a:gd name="connsiteY0" fmla="*/ 40702 h 64594"/>
                    <a:gd name="connsiteX1" fmla="*/ 54608 w 68589"/>
                    <a:gd name="connsiteY1" fmla="*/ 46199 h 64594"/>
                    <a:gd name="connsiteX2" fmla="*/ 48357 w 68589"/>
                    <a:gd name="connsiteY2" fmla="*/ 51430 h 64594"/>
                    <a:gd name="connsiteX3" fmla="*/ 41663 w 68589"/>
                    <a:gd name="connsiteY3" fmla="*/ 56306 h 64594"/>
                    <a:gd name="connsiteX4" fmla="*/ 34526 w 68589"/>
                    <a:gd name="connsiteY4" fmla="*/ 60651 h 64594"/>
                    <a:gd name="connsiteX5" fmla="*/ 24108 w 68589"/>
                    <a:gd name="connsiteY5" fmla="*/ 64286 h 64594"/>
                    <a:gd name="connsiteX6" fmla="*/ 14622 w 68589"/>
                    <a:gd name="connsiteY6" fmla="*/ 63842 h 64594"/>
                    <a:gd name="connsiteX7" fmla="*/ 7617 w 68589"/>
                    <a:gd name="connsiteY7" fmla="*/ 60207 h 64594"/>
                    <a:gd name="connsiteX8" fmla="*/ 3938 w 68589"/>
                    <a:gd name="connsiteY8" fmla="*/ 54045 h 64594"/>
                    <a:gd name="connsiteX9" fmla="*/ 524 w 68589"/>
                    <a:gd name="connsiteY9" fmla="*/ 41056 h 64594"/>
                    <a:gd name="connsiteX10" fmla="*/ 258 w 68589"/>
                    <a:gd name="connsiteY10" fmla="*/ 34052 h 64594"/>
                    <a:gd name="connsiteX11" fmla="*/ 2342 w 68589"/>
                    <a:gd name="connsiteY11" fmla="*/ 27535 h 64594"/>
                    <a:gd name="connsiteX12" fmla="*/ 6021 w 68589"/>
                    <a:gd name="connsiteY12" fmla="*/ 22171 h 64594"/>
                    <a:gd name="connsiteX13" fmla="*/ 11031 w 68589"/>
                    <a:gd name="connsiteY13" fmla="*/ 18226 h 64594"/>
                    <a:gd name="connsiteX14" fmla="*/ 15065 w 68589"/>
                    <a:gd name="connsiteY14" fmla="*/ 15876 h 64594"/>
                    <a:gd name="connsiteX15" fmla="*/ 18922 w 68589"/>
                    <a:gd name="connsiteY15" fmla="*/ 13128 h 64594"/>
                    <a:gd name="connsiteX16" fmla="*/ 22690 w 68589"/>
                    <a:gd name="connsiteY16" fmla="*/ 10069 h 64594"/>
                    <a:gd name="connsiteX17" fmla="*/ 26369 w 68589"/>
                    <a:gd name="connsiteY17" fmla="*/ 6700 h 64594"/>
                    <a:gd name="connsiteX18" fmla="*/ 32132 w 68589"/>
                    <a:gd name="connsiteY18" fmla="*/ 2621 h 64594"/>
                    <a:gd name="connsiteX19" fmla="*/ 38871 w 68589"/>
                    <a:gd name="connsiteY19" fmla="*/ 360 h 64594"/>
                    <a:gd name="connsiteX20" fmla="*/ 52303 w 68589"/>
                    <a:gd name="connsiteY20" fmla="*/ 2932 h 64594"/>
                    <a:gd name="connsiteX21" fmla="*/ 62987 w 68589"/>
                    <a:gd name="connsiteY21" fmla="*/ 10601 h 64594"/>
                    <a:gd name="connsiteX22" fmla="*/ 68572 w 68589"/>
                    <a:gd name="connsiteY22" fmla="*/ 23546 h 64594"/>
                    <a:gd name="connsiteX23" fmla="*/ 66356 w 68589"/>
                    <a:gd name="connsiteY23" fmla="*/ 32190 h 64594"/>
                    <a:gd name="connsiteX24" fmla="*/ 60415 w 68589"/>
                    <a:gd name="connsiteY24" fmla="*/ 40702 h 64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8589" h="64594">
                      <a:moveTo>
                        <a:pt x="60415" y="40702"/>
                      </a:moveTo>
                      <a:cubicBezTo>
                        <a:pt x="58642" y="42608"/>
                        <a:pt x="56647" y="44425"/>
                        <a:pt x="54608" y="46199"/>
                      </a:cubicBezTo>
                      <a:cubicBezTo>
                        <a:pt x="52569" y="47972"/>
                        <a:pt x="50618" y="49834"/>
                        <a:pt x="48357" y="51430"/>
                      </a:cubicBezTo>
                      <a:cubicBezTo>
                        <a:pt x="46141" y="53070"/>
                        <a:pt x="43969" y="54755"/>
                        <a:pt x="41663" y="56306"/>
                      </a:cubicBezTo>
                      <a:lnTo>
                        <a:pt x="34526" y="60651"/>
                      </a:lnTo>
                      <a:cubicBezTo>
                        <a:pt x="31157" y="62645"/>
                        <a:pt x="27478" y="63621"/>
                        <a:pt x="24108" y="64286"/>
                      </a:cubicBezTo>
                      <a:cubicBezTo>
                        <a:pt x="20695" y="64906"/>
                        <a:pt x="17414" y="64507"/>
                        <a:pt x="14622" y="63842"/>
                      </a:cubicBezTo>
                      <a:cubicBezTo>
                        <a:pt x="11829" y="63133"/>
                        <a:pt x="9435" y="61980"/>
                        <a:pt x="7617" y="60207"/>
                      </a:cubicBezTo>
                      <a:cubicBezTo>
                        <a:pt x="5800" y="58478"/>
                        <a:pt x="4558" y="56395"/>
                        <a:pt x="3938" y="54045"/>
                      </a:cubicBezTo>
                      <a:lnTo>
                        <a:pt x="524" y="41056"/>
                      </a:lnTo>
                      <a:cubicBezTo>
                        <a:pt x="-96" y="38707"/>
                        <a:pt x="-141" y="36313"/>
                        <a:pt x="258" y="34052"/>
                      </a:cubicBezTo>
                      <a:cubicBezTo>
                        <a:pt x="657" y="31835"/>
                        <a:pt x="1367" y="29574"/>
                        <a:pt x="2342" y="27535"/>
                      </a:cubicBezTo>
                      <a:cubicBezTo>
                        <a:pt x="3273" y="25452"/>
                        <a:pt x="4647" y="23856"/>
                        <a:pt x="6021" y="22171"/>
                      </a:cubicBezTo>
                      <a:cubicBezTo>
                        <a:pt x="7396" y="20442"/>
                        <a:pt x="9124" y="19334"/>
                        <a:pt x="11031" y="18226"/>
                      </a:cubicBezTo>
                      <a:lnTo>
                        <a:pt x="15065" y="15876"/>
                      </a:lnTo>
                      <a:lnTo>
                        <a:pt x="18922" y="13128"/>
                      </a:lnTo>
                      <a:cubicBezTo>
                        <a:pt x="20252" y="12285"/>
                        <a:pt x="21448" y="11089"/>
                        <a:pt x="22690" y="10069"/>
                      </a:cubicBezTo>
                      <a:cubicBezTo>
                        <a:pt x="23931" y="9005"/>
                        <a:pt x="25217" y="7941"/>
                        <a:pt x="26369" y="6700"/>
                      </a:cubicBezTo>
                      <a:cubicBezTo>
                        <a:pt x="28054" y="5015"/>
                        <a:pt x="30049" y="3774"/>
                        <a:pt x="32132" y="2621"/>
                      </a:cubicBezTo>
                      <a:cubicBezTo>
                        <a:pt x="34216" y="1513"/>
                        <a:pt x="36565" y="892"/>
                        <a:pt x="38871" y="360"/>
                      </a:cubicBezTo>
                      <a:cubicBezTo>
                        <a:pt x="43481" y="-526"/>
                        <a:pt x="48446" y="183"/>
                        <a:pt x="52303" y="2932"/>
                      </a:cubicBezTo>
                      <a:lnTo>
                        <a:pt x="62987" y="10601"/>
                      </a:lnTo>
                      <a:cubicBezTo>
                        <a:pt x="66888" y="13394"/>
                        <a:pt x="68794" y="18004"/>
                        <a:pt x="68572" y="23546"/>
                      </a:cubicBezTo>
                      <a:cubicBezTo>
                        <a:pt x="68528" y="26294"/>
                        <a:pt x="67686" y="29220"/>
                        <a:pt x="66356" y="32190"/>
                      </a:cubicBezTo>
                      <a:cubicBezTo>
                        <a:pt x="65114" y="35160"/>
                        <a:pt x="63031" y="38042"/>
                        <a:pt x="60415" y="4070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08" name="Forme libre : forme 26607">
                  <a:extLst>
                    <a:ext uri="{FF2B5EF4-FFF2-40B4-BE49-F238E27FC236}">
                      <a16:creationId xmlns:a16="http://schemas.microsoft.com/office/drawing/2014/main" id="{5FB3EA09-E3D5-4C95-9E5D-92256C07B190}"/>
                    </a:ext>
                  </a:extLst>
                </p:cNvPr>
                <p:cNvSpPr/>
                <p:nvPr/>
              </p:nvSpPr>
              <p:spPr>
                <a:xfrm>
                  <a:off x="5232743" y="1411808"/>
                  <a:ext cx="66114" cy="54229"/>
                </a:xfrm>
                <a:custGeom>
                  <a:avLst/>
                  <a:gdLst>
                    <a:gd name="connsiteX0" fmla="*/ 28682 w 66114"/>
                    <a:gd name="connsiteY0" fmla="*/ 33736 h 54229"/>
                    <a:gd name="connsiteX1" fmla="*/ 13831 w 66114"/>
                    <a:gd name="connsiteY1" fmla="*/ 41006 h 54229"/>
                    <a:gd name="connsiteX2" fmla="*/ 0 w 66114"/>
                    <a:gd name="connsiteY2" fmla="*/ 38080 h 54229"/>
                    <a:gd name="connsiteX3" fmla="*/ 1463 w 66114"/>
                    <a:gd name="connsiteY3" fmla="*/ 43710 h 54229"/>
                    <a:gd name="connsiteX4" fmla="*/ 5142 w 66114"/>
                    <a:gd name="connsiteY4" fmla="*/ 49872 h 54229"/>
                    <a:gd name="connsiteX5" fmla="*/ 12147 w 66114"/>
                    <a:gd name="connsiteY5" fmla="*/ 53508 h 54229"/>
                    <a:gd name="connsiteX6" fmla="*/ 21634 w 66114"/>
                    <a:gd name="connsiteY6" fmla="*/ 53951 h 54229"/>
                    <a:gd name="connsiteX7" fmla="*/ 32051 w 66114"/>
                    <a:gd name="connsiteY7" fmla="*/ 50316 h 54229"/>
                    <a:gd name="connsiteX8" fmla="*/ 39189 w 66114"/>
                    <a:gd name="connsiteY8" fmla="*/ 45971 h 54229"/>
                    <a:gd name="connsiteX9" fmla="*/ 45883 w 66114"/>
                    <a:gd name="connsiteY9" fmla="*/ 41095 h 54229"/>
                    <a:gd name="connsiteX10" fmla="*/ 52133 w 66114"/>
                    <a:gd name="connsiteY10" fmla="*/ 35864 h 54229"/>
                    <a:gd name="connsiteX11" fmla="*/ 57941 w 66114"/>
                    <a:gd name="connsiteY11" fmla="*/ 30367 h 54229"/>
                    <a:gd name="connsiteX12" fmla="*/ 63881 w 66114"/>
                    <a:gd name="connsiteY12" fmla="*/ 21855 h 54229"/>
                    <a:gd name="connsiteX13" fmla="*/ 66097 w 66114"/>
                    <a:gd name="connsiteY13" fmla="*/ 13211 h 54229"/>
                    <a:gd name="connsiteX14" fmla="*/ 60512 w 66114"/>
                    <a:gd name="connsiteY14" fmla="*/ 266 h 54229"/>
                    <a:gd name="connsiteX15" fmla="*/ 60157 w 66114"/>
                    <a:gd name="connsiteY15" fmla="*/ 0 h 54229"/>
                    <a:gd name="connsiteX16" fmla="*/ 53375 w 66114"/>
                    <a:gd name="connsiteY16" fmla="*/ 9221 h 54229"/>
                    <a:gd name="connsiteX17" fmla="*/ 49651 w 66114"/>
                    <a:gd name="connsiteY17" fmla="*/ 13565 h 54229"/>
                    <a:gd name="connsiteX18" fmla="*/ 45661 w 66114"/>
                    <a:gd name="connsiteY18" fmla="*/ 17688 h 54229"/>
                    <a:gd name="connsiteX19" fmla="*/ 37415 w 66114"/>
                    <a:gd name="connsiteY19" fmla="*/ 25712 h 54229"/>
                    <a:gd name="connsiteX20" fmla="*/ 28682 w 66114"/>
                    <a:gd name="connsiteY20" fmla="*/ 33736 h 54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6114" h="54229">
                      <a:moveTo>
                        <a:pt x="28682" y="33736"/>
                      </a:moveTo>
                      <a:cubicBezTo>
                        <a:pt x="24471" y="37726"/>
                        <a:pt x="19018" y="40119"/>
                        <a:pt x="13831" y="41006"/>
                      </a:cubicBezTo>
                      <a:cubicBezTo>
                        <a:pt x="8512" y="41538"/>
                        <a:pt x="3680" y="40829"/>
                        <a:pt x="0" y="38080"/>
                      </a:cubicBezTo>
                      <a:lnTo>
                        <a:pt x="1463" y="43710"/>
                      </a:lnTo>
                      <a:cubicBezTo>
                        <a:pt x="2084" y="46060"/>
                        <a:pt x="3325" y="48143"/>
                        <a:pt x="5142" y="49872"/>
                      </a:cubicBezTo>
                      <a:cubicBezTo>
                        <a:pt x="6960" y="51646"/>
                        <a:pt x="9310" y="52843"/>
                        <a:pt x="12147" y="53508"/>
                      </a:cubicBezTo>
                      <a:cubicBezTo>
                        <a:pt x="14940" y="54128"/>
                        <a:pt x="18264" y="54527"/>
                        <a:pt x="21634" y="53951"/>
                      </a:cubicBezTo>
                      <a:cubicBezTo>
                        <a:pt x="25003" y="53286"/>
                        <a:pt x="28682" y="52310"/>
                        <a:pt x="32051" y="50316"/>
                      </a:cubicBezTo>
                      <a:lnTo>
                        <a:pt x="39189" y="45971"/>
                      </a:lnTo>
                      <a:cubicBezTo>
                        <a:pt x="41494" y="44420"/>
                        <a:pt x="43666" y="42735"/>
                        <a:pt x="45883" y="41095"/>
                      </a:cubicBezTo>
                      <a:cubicBezTo>
                        <a:pt x="48143" y="39499"/>
                        <a:pt x="50094" y="37637"/>
                        <a:pt x="52133" y="35864"/>
                      </a:cubicBezTo>
                      <a:cubicBezTo>
                        <a:pt x="54172" y="34091"/>
                        <a:pt x="56167" y="32273"/>
                        <a:pt x="57941" y="30367"/>
                      </a:cubicBezTo>
                      <a:cubicBezTo>
                        <a:pt x="60512" y="27707"/>
                        <a:pt x="62640" y="24825"/>
                        <a:pt x="63881" y="21855"/>
                      </a:cubicBezTo>
                      <a:cubicBezTo>
                        <a:pt x="65211" y="18929"/>
                        <a:pt x="66053" y="16003"/>
                        <a:pt x="66097" y="13211"/>
                      </a:cubicBezTo>
                      <a:cubicBezTo>
                        <a:pt x="66319" y="7669"/>
                        <a:pt x="64413" y="3059"/>
                        <a:pt x="60512" y="266"/>
                      </a:cubicBezTo>
                      <a:lnTo>
                        <a:pt x="60157" y="0"/>
                      </a:lnTo>
                      <a:cubicBezTo>
                        <a:pt x="58029" y="3192"/>
                        <a:pt x="55901" y="6339"/>
                        <a:pt x="53375" y="9221"/>
                      </a:cubicBezTo>
                      <a:lnTo>
                        <a:pt x="49651" y="13565"/>
                      </a:lnTo>
                      <a:lnTo>
                        <a:pt x="45661" y="17688"/>
                      </a:lnTo>
                      <a:cubicBezTo>
                        <a:pt x="43090" y="20525"/>
                        <a:pt x="40075" y="22919"/>
                        <a:pt x="37415" y="25712"/>
                      </a:cubicBezTo>
                      <a:cubicBezTo>
                        <a:pt x="34489" y="28194"/>
                        <a:pt x="31741" y="31120"/>
                        <a:pt x="28682" y="3373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09" name="Forme libre : forme 26608">
                  <a:extLst>
                    <a:ext uri="{FF2B5EF4-FFF2-40B4-BE49-F238E27FC236}">
                      <a16:creationId xmlns:a16="http://schemas.microsoft.com/office/drawing/2014/main" id="{F48C3233-15EB-4A2D-9A61-CCD8F9AE2B8D}"/>
                    </a:ext>
                  </a:extLst>
                </p:cNvPr>
                <p:cNvSpPr/>
                <p:nvPr/>
              </p:nvSpPr>
              <p:spPr>
                <a:xfrm>
                  <a:off x="5254327" y="1418851"/>
                  <a:ext cx="27402" cy="25182"/>
                </a:xfrm>
                <a:custGeom>
                  <a:avLst/>
                  <a:gdLst>
                    <a:gd name="connsiteX0" fmla="*/ 25451 w 27402"/>
                    <a:gd name="connsiteY0" fmla="*/ 1424 h 25182"/>
                    <a:gd name="connsiteX1" fmla="*/ 26914 w 27402"/>
                    <a:gd name="connsiteY1" fmla="*/ 9359 h 25182"/>
                    <a:gd name="connsiteX2" fmla="*/ 24476 w 27402"/>
                    <a:gd name="connsiteY2" fmla="*/ 14679 h 25182"/>
                    <a:gd name="connsiteX3" fmla="*/ 19866 w 27402"/>
                    <a:gd name="connsiteY3" fmla="*/ 19777 h 25182"/>
                    <a:gd name="connsiteX4" fmla="*/ 14014 w 27402"/>
                    <a:gd name="connsiteY4" fmla="*/ 23500 h 25182"/>
                    <a:gd name="connsiteX5" fmla="*/ 8384 w 27402"/>
                    <a:gd name="connsiteY5" fmla="*/ 25141 h 25182"/>
                    <a:gd name="connsiteX6" fmla="*/ 759 w 27402"/>
                    <a:gd name="connsiteY6" fmla="*/ 22171 h 25182"/>
                    <a:gd name="connsiteX7" fmla="*/ 1291 w 27402"/>
                    <a:gd name="connsiteY7" fmla="*/ 14324 h 25182"/>
                    <a:gd name="connsiteX8" fmla="*/ 3995 w 27402"/>
                    <a:gd name="connsiteY8" fmla="*/ 9980 h 25182"/>
                    <a:gd name="connsiteX9" fmla="*/ 8029 w 27402"/>
                    <a:gd name="connsiteY9" fmla="*/ 5901 h 25182"/>
                    <a:gd name="connsiteX10" fmla="*/ 12817 w 27402"/>
                    <a:gd name="connsiteY10" fmla="*/ 2621 h 25182"/>
                    <a:gd name="connsiteX11" fmla="*/ 17560 w 27402"/>
                    <a:gd name="connsiteY11" fmla="*/ 537 h 25182"/>
                    <a:gd name="connsiteX12" fmla="*/ 25451 w 27402"/>
                    <a:gd name="connsiteY12" fmla="*/ 1424 h 25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402" h="25182">
                      <a:moveTo>
                        <a:pt x="25451" y="1424"/>
                      </a:moveTo>
                      <a:cubicBezTo>
                        <a:pt x="27313" y="3064"/>
                        <a:pt x="27934" y="6034"/>
                        <a:pt x="26914" y="9359"/>
                      </a:cubicBezTo>
                      <a:cubicBezTo>
                        <a:pt x="26427" y="11043"/>
                        <a:pt x="25629" y="12817"/>
                        <a:pt x="24476" y="14679"/>
                      </a:cubicBezTo>
                      <a:cubicBezTo>
                        <a:pt x="23323" y="16452"/>
                        <a:pt x="21683" y="18136"/>
                        <a:pt x="19866" y="19777"/>
                      </a:cubicBezTo>
                      <a:cubicBezTo>
                        <a:pt x="18092" y="21461"/>
                        <a:pt x="16009" y="22614"/>
                        <a:pt x="14014" y="23500"/>
                      </a:cubicBezTo>
                      <a:cubicBezTo>
                        <a:pt x="12019" y="24387"/>
                        <a:pt x="10157" y="25008"/>
                        <a:pt x="8384" y="25141"/>
                      </a:cubicBezTo>
                      <a:cubicBezTo>
                        <a:pt x="4749" y="25407"/>
                        <a:pt x="2000" y="24387"/>
                        <a:pt x="759" y="22171"/>
                      </a:cubicBezTo>
                      <a:cubicBezTo>
                        <a:pt x="-482" y="19954"/>
                        <a:pt x="-128" y="17073"/>
                        <a:pt x="1291" y="14324"/>
                      </a:cubicBezTo>
                      <a:cubicBezTo>
                        <a:pt x="2000" y="12905"/>
                        <a:pt x="2842" y="11354"/>
                        <a:pt x="3995" y="9980"/>
                      </a:cubicBezTo>
                      <a:cubicBezTo>
                        <a:pt x="5148" y="8561"/>
                        <a:pt x="6566" y="7275"/>
                        <a:pt x="8029" y="5901"/>
                      </a:cubicBezTo>
                      <a:cubicBezTo>
                        <a:pt x="9536" y="4527"/>
                        <a:pt x="11221" y="3507"/>
                        <a:pt x="12817" y="2621"/>
                      </a:cubicBezTo>
                      <a:cubicBezTo>
                        <a:pt x="14369" y="1690"/>
                        <a:pt x="16009" y="980"/>
                        <a:pt x="17560" y="537"/>
                      </a:cubicBezTo>
                      <a:cubicBezTo>
                        <a:pt x="20752" y="-305"/>
                        <a:pt x="23501" y="-261"/>
                        <a:pt x="25451" y="142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10" name="Forme libre : forme 26609">
                  <a:extLst>
                    <a:ext uri="{FF2B5EF4-FFF2-40B4-BE49-F238E27FC236}">
                      <a16:creationId xmlns:a16="http://schemas.microsoft.com/office/drawing/2014/main" id="{908C36AE-5C87-45BB-97A0-DE1CA7BE747C}"/>
                    </a:ext>
                  </a:extLst>
                </p:cNvPr>
                <p:cNvSpPr/>
                <p:nvPr/>
              </p:nvSpPr>
              <p:spPr>
                <a:xfrm>
                  <a:off x="5254289" y="1431003"/>
                  <a:ext cx="25000" cy="13073"/>
                </a:xfrm>
                <a:custGeom>
                  <a:avLst/>
                  <a:gdLst>
                    <a:gd name="connsiteX0" fmla="*/ 2481 w 25000"/>
                    <a:gd name="connsiteY0" fmla="*/ 0 h 13073"/>
                    <a:gd name="connsiteX1" fmla="*/ 176 w 25000"/>
                    <a:gd name="connsiteY1" fmla="*/ 5320 h 13073"/>
                    <a:gd name="connsiteX2" fmla="*/ 752 w 25000"/>
                    <a:gd name="connsiteY2" fmla="*/ 10063 h 13073"/>
                    <a:gd name="connsiteX3" fmla="*/ 8377 w 25000"/>
                    <a:gd name="connsiteY3" fmla="*/ 13033 h 13073"/>
                    <a:gd name="connsiteX4" fmla="*/ 14007 w 25000"/>
                    <a:gd name="connsiteY4" fmla="*/ 11393 h 13073"/>
                    <a:gd name="connsiteX5" fmla="*/ 19859 w 25000"/>
                    <a:gd name="connsiteY5" fmla="*/ 7669 h 13073"/>
                    <a:gd name="connsiteX6" fmla="*/ 25001 w 25000"/>
                    <a:gd name="connsiteY6" fmla="*/ 1640 h 13073"/>
                    <a:gd name="connsiteX7" fmla="*/ 21410 w 25000"/>
                    <a:gd name="connsiteY7" fmla="*/ 4123 h 13073"/>
                    <a:gd name="connsiteX8" fmla="*/ 10150 w 25000"/>
                    <a:gd name="connsiteY8" fmla="*/ 5320 h 13073"/>
                    <a:gd name="connsiteX9" fmla="*/ 2481 w 25000"/>
                    <a:gd name="connsiteY9" fmla="*/ 0 h 13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000" h="13073">
                      <a:moveTo>
                        <a:pt x="2481" y="0"/>
                      </a:moveTo>
                      <a:cubicBezTo>
                        <a:pt x="1417" y="1906"/>
                        <a:pt x="486" y="3547"/>
                        <a:pt x="176" y="5320"/>
                      </a:cubicBezTo>
                      <a:cubicBezTo>
                        <a:pt x="-179" y="7049"/>
                        <a:pt x="-2" y="8689"/>
                        <a:pt x="752" y="10063"/>
                      </a:cubicBezTo>
                      <a:cubicBezTo>
                        <a:pt x="1993" y="12235"/>
                        <a:pt x="4742" y="13299"/>
                        <a:pt x="8377" y="13033"/>
                      </a:cubicBezTo>
                      <a:cubicBezTo>
                        <a:pt x="10150" y="12900"/>
                        <a:pt x="12012" y="12235"/>
                        <a:pt x="14007" y="11393"/>
                      </a:cubicBezTo>
                      <a:cubicBezTo>
                        <a:pt x="16002" y="10507"/>
                        <a:pt x="18085" y="9354"/>
                        <a:pt x="19859" y="7669"/>
                      </a:cubicBezTo>
                      <a:cubicBezTo>
                        <a:pt x="21942" y="5763"/>
                        <a:pt x="23893" y="3813"/>
                        <a:pt x="25001" y="1640"/>
                      </a:cubicBezTo>
                      <a:cubicBezTo>
                        <a:pt x="23981" y="2660"/>
                        <a:pt x="22740" y="3502"/>
                        <a:pt x="21410" y="4123"/>
                      </a:cubicBezTo>
                      <a:cubicBezTo>
                        <a:pt x="17598" y="5674"/>
                        <a:pt x="13608" y="6162"/>
                        <a:pt x="10150" y="5320"/>
                      </a:cubicBezTo>
                      <a:cubicBezTo>
                        <a:pt x="6781" y="4477"/>
                        <a:pt x="4033" y="2660"/>
                        <a:pt x="2481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11" name="Forme libre : forme 26610">
                  <a:extLst>
                    <a:ext uri="{FF2B5EF4-FFF2-40B4-BE49-F238E27FC236}">
                      <a16:creationId xmlns:a16="http://schemas.microsoft.com/office/drawing/2014/main" id="{4FE87554-FFD6-4134-8648-F253C537ABDF}"/>
                    </a:ext>
                  </a:extLst>
                </p:cNvPr>
                <p:cNvSpPr/>
                <p:nvPr/>
              </p:nvSpPr>
              <p:spPr>
                <a:xfrm>
                  <a:off x="5256733" y="1418985"/>
                  <a:ext cx="27603" cy="25806"/>
                </a:xfrm>
                <a:custGeom>
                  <a:avLst/>
                  <a:gdLst>
                    <a:gd name="connsiteX0" fmla="*/ 25616 w 27603"/>
                    <a:gd name="connsiteY0" fmla="*/ 1334 h 25806"/>
                    <a:gd name="connsiteX1" fmla="*/ 27167 w 27603"/>
                    <a:gd name="connsiteY1" fmla="*/ 9313 h 25806"/>
                    <a:gd name="connsiteX2" fmla="*/ 24685 w 27603"/>
                    <a:gd name="connsiteY2" fmla="*/ 14677 h 25806"/>
                    <a:gd name="connsiteX3" fmla="*/ 20119 w 27603"/>
                    <a:gd name="connsiteY3" fmla="*/ 19953 h 25806"/>
                    <a:gd name="connsiteX4" fmla="*/ 14267 w 27603"/>
                    <a:gd name="connsiteY4" fmla="*/ 23898 h 25806"/>
                    <a:gd name="connsiteX5" fmla="*/ 8548 w 27603"/>
                    <a:gd name="connsiteY5" fmla="*/ 25672 h 25806"/>
                    <a:gd name="connsiteX6" fmla="*/ 3805 w 27603"/>
                    <a:gd name="connsiteY6" fmla="*/ 25273 h 25806"/>
                    <a:gd name="connsiteX7" fmla="*/ 790 w 27603"/>
                    <a:gd name="connsiteY7" fmla="*/ 22923 h 25806"/>
                    <a:gd name="connsiteX8" fmla="*/ 37 w 27603"/>
                    <a:gd name="connsiteY8" fmla="*/ 19243 h 25806"/>
                    <a:gd name="connsiteX9" fmla="*/ 1278 w 27603"/>
                    <a:gd name="connsiteY9" fmla="*/ 14988 h 25806"/>
                    <a:gd name="connsiteX10" fmla="*/ 4027 w 27603"/>
                    <a:gd name="connsiteY10" fmla="*/ 10555 h 25806"/>
                    <a:gd name="connsiteX11" fmla="*/ 8105 w 27603"/>
                    <a:gd name="connsiteY11" fmla="*/ 6255 h 25806"/>
                    <a:gd name="connsiteX12" fmla="*/ 12893 w 27603"/>
                    <a:gd name="connsiteY12" fmla="*/ 2797 h 25806"/>
                    <a:gd name="connsiteX13" fmla="*/ 17725 w 27603"/>
                    <a:gd name="connsiteY13" fmla="*/ 669 h 25806"/>
                    <a:gd name="connsiteX14" fmla="*/ 25616 w 27603"/>
                    <a:gd name="connsiteY14" fmla="*/ 1334 h 25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7603" h="25806">
                      <a:moveTo>
                        <a:pt x="25616" y="1334"/>
                      </a:moveTo>
                      <a:cubicBezTo>
                        <a:pt x="27522" y="2930"/>
                        <a:pt x="28098" y="5900"/>
                        <a:pt x="27167" y="9313"/>
                      </a:cubicBezTo>
                      <a:cubicBezTo>
                        <a:pt x="26680" y="10998"/>
                        <a:pt x="25837" y="12816"/>
                        <a:pt x="24685" y="14677"/>
                      </a:cubicBezTo>
                      <a:cubicBezTo>
                        <a:pt x="23577" y="16539"/>
                        <a:pt x="21981" y="18313"/>
                        <a:pt x="20119" y="19953"/>
                      </a:cubicBezTo>
                      <a:cubicBezTo>
                        <a:pt x="18257" y="21593"/>
                        <a:pt x="16351" y="23012"/>
                        <a:pt x="14267" y="23898"/>
                      </a:cubicBezTo>
                      <a:cubicBezTo>
                        <a:pt x="12272" y="24829"/>
                        <a:pt x="10322" y="25406"/>
                        <a:pt x="8548" y="25672"/>
                      </a:cubicBezTo>
                      <a:cubicBezTo>
                        <a:pt x="6819" y="25982"/>
                        <a:pt x="5091" y="25716"/>
                        <a:pt x="3805" y="25273"/>
                      </a:cubicBezTo>
                      <a:cubicBezTo>
                        <a:pt x="2475" y="24785"/>
                        <a:pt x="1455" y="23987"/>
                        <a:pt x="790" y="22923"/>
                      </a:cubicBezTo>
                      <a:cubicBezTo>
                        <a:pt x="125" y="21859"/>
                        <a:pt x="-96" y="20573"/>
                        <a:pt x="37" y="19243"/>
                      </a:cubicBezTo>
                      <a:cubicBezTo>
                        <a:pt x="125" y="17869"/>
                        <a:pt x="657" y="16584"/>
                        <a:pt x="1278" y="14988"/>
                      </a:cubicBezTo>
                      <a:cubicBezTo>
                        <a:pt x="1943" y="13481"/>
                        <a:pt x="2874" y="11973"/>
                        <a:pt x="4027" y="10555"/>
                      </a:cubicBezTo>
                      <a:cubicBezTo>
                        <a:pt x="5268" y="9180"/>
                        <a:pt x="6509" y="7629"/>
                        <a:pt x="8105" y="6255"/>
                      </a:cubicBezTo>
                      <a:cubicBezTo>
                        <a:pt x="9657" y="4880"/>
                        <a:pt x="11341" y="3816"/>
                        <a:pt x="12893" y="2797"/>
                      </a:cubicBezTo>
                      <a:cubicBezTo>
                        <a:pt x="14489" y="1821"/>
                        <a:pt x="16129" y="1112"/>
                        <a:pt x="17725" y="669"/>
                      </a:cubicBezTo>
                      <a:cubicBezTo>
                        <a:pt x="20828" y="-351"/>
                        <a:pt x="23665" y="-262"/>
                        <a:pt x="25616" y="133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12" name="Forme libre : forme 26611">
                  <a:extLst>
                    <a:ext uri="{FF2B5EF4-FFF2-40B4-BE49-F238E27FC236}">
                      <a16:creationId xmlns:a16="http://schemas.microsoft.com/office/drawing/2014/main" id="{B071B2DB-F506-4382-9B29-2A70D8FD9E92}"/>
                    </a:ext>
                  </a:extLst>
                </p:cNvPr>
                <p:cNvSpPr/>
                <p:nvPr/>
              </p:nvSpPr>
              <p:spPr>
                <a:xfrm>
                  <a:off x="5239403" y="1430647"/>
                  <a:ext cx="45674" cy="27456"/>
                </a:xfrm>
                <a:custGeom>
                  <a:avLst/>
                  <a:gdLst>
                    <a:gd name="connsiteX0" fmla="*/ 3757 w 45674"/>
                    <a:gd name="connsiteY0" fmla="*/ 17468 h 27456"/>
                    <a:gd name="connsiteX1" fmla="*/ 7969 w 45674"/>
                    <a:gd name="connsiteY1" fmla="*/ 25004 h 27456"/>
                    <a:gd name="connsiteX2" fmla="*/ 28981 w 45674"/>
                    <a:gd name="connsiteY2" fmla="*/ 24339 h 27456"/>
                    <a:gd name="connsiteX3" fmla="*/ 37892 w 45674"/>
                    <a:gd name="connsiteY3" fmla="*/ 18664 h 27456"/>
                    <a:gd name="connsiteX4" fmla="*/ 44231 w 45674"/>
                    <a:gd name="connsiteY4" fmla="*/ 10907 h 27456"/>
                    <a:gd name="connsiteX5" fmla="*/ 45650 w 45674"/>
                    <a:gd name="connsiteY5" fmla="*/ 4567 h 27456"/>
                    <a:gd name="connsiteX6" fmla="*/ 42857 w 45674"/>
                    <a:gd name="connsiteY6" fmla="*/ 755 h 27456"/>
                    <a:gd name="connsiteX7" fmla="*/ 35587 w 45674"/>
                    <a:gd name="connsiteY7" fmla="*/ 1952 h 27456"/>
                    <a:gd name="connsiteX8" fmla="*/ 26853 w 45674"/>
                    <a:gd name="connsiteY8" fmla="*/ 3459 h 27456"/>
                    <a:gd name="connsiteX9" fmla="*/ 18564 w 45674"/>
                    <a:gd name="connsiteY9" fmla="*/ 2794 h 27456"/>
                    <a:gd name="connsiteX10" fmla="*/ 9786 w 45674"/>
                    <a:gd name="connsiteY10" fmla="*/ 400 h 27456"/>
                    <a:gd name="connsiteX11" fmla="*/ 1496 w 45674"/>
                    <a:gd name="connsiteY11" fmla="*/ 1730 h 27456"/>
                    <a:gd name="connsiteX12" fmla="*/ 610 w 45674"/>
                    <a:gd name="connsiteY12" fmla="*/ 9621 h 27456"/>
                    <a:gd name="connsiteX13" fmla="*/ 3757 w 45674"/>
                    <a:gd name="connsiteY13" fmla="*/ 17468 h 27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674" h="27456">
                      <a:moveTo>
                        <a:pt x="3757" y="17468"/>
                      </a:moveTo>
                      <a:cubicBezTo>
                        <a:pt x="4688" y="20172"/>
                        <a:pt x="5619" y="23009"/>
                        <a:pt x="7969" y="25004"/>
                      </a:cubicBezTo>
                      <a:cubicBezTo>
                        <a:pt x="12357" y="28728"/>
                        <a:pt x="21356" y="27974"/>
                        <a:pt x="28981" y="24339"/>
                      </a:cubicBezTo>
                      <a:cubicBezTo>
                        <a:pt x="32218" y="22965"/>
                        <a:pt x="35143" y="20837"/>
                        <a:pt x="37892" y="18664"/>
                      </a:cubicBezTo>
                      <a:cubicBezTo>
                        <a:pt x="40596" y="16404"/>
                        <a:pt x="42635" y="13655"/>
                        <a:pt x="44231" y="10907"/>
                      </a:cubicBezTo>
                      <a:cubicBezTo>
                        <a:pt x="45384" y="8823"/>
                        <a:pt x="45783" y="6429"/>
                        <a:pt x="45650" y="4567"/>
                      </a:cubicBezTo>
                      <a:cubicBezTo>
                        <a:pt x="45473" y="2661"/>
                        <a:pt x="44586" y="1198"/>
                        <a:pt x="42857" y="755"/>
                      </a:cubicBezTo>
                      <a:cubicBezTo>
                        <a:pt x="40685" y="134"/>
                        <a:pt x="38158" y="1287"/>
                        <a:pt x="35587" y="1952"/>
                      </a:cubicBezTo>
                      <a:cubicBezTo>
                        <a:pt x="32572" y="2750"/>
                        <a:pt x="29691" y="3326"/>
                        <a:pt x="26853" y="3459"/>
                      </a:cubicBezTo>
                      <a:cubicBezTo>
                        <a:pt x="23928" y="3548"/>
                        <a:pt x="21135" y="3282"/>
                        <a:pt x="18564" y="2794"/>
                      </a:cubicBezTo>
                      <a:cubicBezTo>
                        <a:pt x="16391" y="2439"/>
                        <a:pt x="12889" y="976"/>
                        <a:pt x="9786" y="400"/>
                      </a:cubicBezTo>
                      <a:cubicBezTo>
                        <a:pt x="6683" y="-132"/>
                        <a:pt x="3580" y="-487"/>
                        <a:pt x="1496" y="1730"/>
                      </a:cubicBezTo>
                      <a:cubicBezTo>
                        <a:pt x="-366" y="3769"/>
                        <a:pt x="-277" y="6562"/>
                        <a:pt x="610" y="9621"/>
                      </a:cubicBezTo>
                      <a:cubicBezTo>
                        <a:pt x="1452" y="12591"/>
                        <a:pt x="3092" y="15561"/>
                        <a:pt x="3757" y="1746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13" name="Forme libre : forme 26612">
                  <a:extLst>
                    <a:ext uri="{FF2B5EF4-FFF2-40B4-BE49-F238E27FC236}">
                      <a16:creationId xmlns:a16="http://schemas.microsoft.com/office/drawing/2014/main" id="{4DAC4FDA-6191-4327-B364-F78479734349}"/>
                    </a:ext>
                  </a:extLst>
                </p:cNvPr>
                <p:cNvSpPr/>
                <p:nvPr/>
              </p:nvSpPr>
              <p:spPr>
                <a:xfrm>
                  <a:off x="5245548" y="1426571"/>
                  <a:ext cx="8851" cy="12333"/>
                </a:xfrm>
                <a:custGeom>
                  <a:avLst/>
                  <a:gdLst>
                    <a:gd name="connsiteX0" fmla="*/ 51 w 8851"/>
                    <a:gd name="connsiteY0" fmla="*/ 9219 h 12333"/>
                    <a:gd name="connsiteX1" fmla="*/ 273 w 8851"/>
                    <a:gd name="connsiteY1" fmla="*/ 11303 h 12333"/>
                    <a:gd name="connsiteX2" fmla="*/ 2046 w 8851"/>
                    <a:gd name="connsiteY2" fmla="*/ 12323 h 12333"/>
                    <a:gd name="connsiteX3" fmla="*/ 4041 w 8851"/>
                    <a:gd name="connsiteY3" fmla="*/ 11303 h 12333"/>
                    <a:gd name="connsiteX4" fmla="*/ 7676 w 8851"/>
                    <a:gd name="connsiteY4" fmla="*/ 6959 h 12333"/>
                    <a:gd name="connsiteX5" fmla="*/ 8696 w 8851"/>
                    <a:gd name="connsiteY5" fmla="*/ 5008 h 12333"/>
                    <a:gd name="connsiteX6" fmla="*/ 7853 w 8851"/>
                    <a:gd name="connsiteY6" fmla="*/ 841 h 12333"/>
                    <a:gd name="connsiteX7" fmla="*/ 4218 w 8851"/>
                    <a:gd name="connsiteY7" fmla="*/ 797 h 12333"/>
                    <a:gd name="connsiteX8" fmla="*/ 1425 w 8851"/>
                    <a:gd name="connsiteY8" fmla="*/ 4698 h 12333"/>
                    <a:gd name="connsiteX9" fmla="*/ 51 w 8851"/>
                    <a:gd name="connsiteY9" fmla="*/ 9219 h 12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851" h="12333">
                      <a:moveTo>
                        <a:pt x="51" y="9219"/>
                      </a:moveTo>
                      <a:cubicBezTo>
                        <a:pt x="-38" y="9929"/>
                        <a:pt x="-38" y="10638"/>
                        <a:pt x="273" y="11303"/>
                      </a:cubicBezTo>
                      <a:cubicBezTo>
                        <a:pt x="583" y="11924"/>
                        <a:pt x="1248" y="12411"/>
                        <a:pt x="2046" y="12323"/>
                      </a:cubicBezTo>
                      <a:cubicBezTo>
                        <a:pt x="2800" y="12278"/>
                        <a:pt x="3465" y="11791"/>
                        <a:pt x="4041" y="11303"/>
                      </a:cubicBezTo>
                      <a:cubicBezTo>
                        <a:pt x="5459" y="9973"/>
                        <a:pt x="6656" y="8466"/>
                        <a:pt x="7676" y="6959"/>
                      </a:cubicBezTo>
                      <a:cubicBezTo>
                        <a:pt x="8119" y="6338"/>
                        <a:pt x="8474" y="5673"/>
                        <a:pt x="8696" y="5008"/>
                      </a:cubicBezTo>
                      <a:cubicBezTo>
                        <a:pt x="9094" y="3634"/>
                        <a:pt x="8696" y="1816"/>
                        <a:pt x="7853" y="841"/>
                      </a:cubicBezTo>
                      <a:cubicBezTo>
                        <a:pt x="7055" y="-134"/>
                        <a:pt x="5770" y="-400"/>
                        <a:pt x="4218" y="797"/>
                      </a:cubicBezTo>
                      <a:cubicBezTo>
                        <a:pt x="3021" y="1772"/>
                        <a:pt x="2090" y="3146"/>
                        <a:pt x="1425" y="4698"/>
                      </a:cubicBezTo>
                      <a:cubicBezTo>
                        <a:pt x="716" y="6249"/>
                        <a:pt x="184" y="7756"/>
                        <a:pt x="51" y="921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14" name="Forme libre : forme 26613">
                  <a:extLst>
                    <a:ext uri="{FF2B5EF4-FFF2-40B4-BE49-F238E27FC236}">
                      <a16:creationId xmlns:a16="http://schemas.microsoft.com/office/drawing/2014/main" id="{F1C0E7EB-A12B-4808-8895-9A364175D921}"/>
                    </a:ext>
                  </a:extLst>
                </p:cNvPr>
                <p:cNvSpPr/>
                <p:nvPr/>
              </p:nvSpPr>
              <p:spPr>
                <a:xfrm>
                  <a:off x="5290373" y="1412694"/>
                  <a:ext cx="5739" cy="28283"/>
                </a:xfrm>
                <a:custGeom>
                  <a:avLst/>
                  <a:gdLst>
                    <a:gd name="connsiteX0" fmla="*/ 44 w 5739"/>
                    <a:gd name="connsiteY0" fmla="*/ 0 h 28283"/>
                    <a:gd name="connsiteX1" fmla="*/ 4655 w 5739"/>
                    <a:gd name="connsiteY1" fmla="*/ 6251 h 28283"/>
                    <a:gd name="connsiteX2" fmla="*/ 5541 w 5739"/>
                    <a:gd name="connsiteY2" fmla="*/ 14984 h 28283"/>
                    <a:gd name="connsiteX3" fmla="*/ 0 w 5739"/>
                    <a:gd name="connsiteY3" fmla="*/ 28283 h 28283"/>
                    <a:gd name="connsiteX4" fmla="*/ 1463 w 5739"/>
                    <a:gd name="connsiteY4" fmla="*/ 25490 h 28283"/>
                    <a:gd name="connsiteX5" fmla="*/ 3768 w 5739"/>
                    <a:gd name="connsiteY5" fmla="*/ 18397 h 28283"/>
                    <a:gd name="connsiteX6" fmla="*/ 4034 w 5739"/>
                    <a:gd name="connsiteY6" fmla="*/ 9176 h 28283"/>
                    <a:gd name="connsiteX7" fmla="*/ 44 w 5739"/>
                    <a:gd name="connsiteY7" fmla="*/ 0 h 28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739" h="28283">
                      <a:moveTo>
                        <a:pt x="44" y="0"/>
                      </a:moveTo>
                      <a:cubicBezTo>
                        <a:pt x="44" y="0"/>
                        <a:pt x="2970" y="1862"/>
                        <a:pt x="4655" y="6251"/>
                      </a:cubicBezTo>
                      <a:cubicBezTo>
                        <a:pt x="5453" y="8467"/>
                        <a:pt x="6073" y="11349"/>
                        <a:pt x="5541" y="14984"/>
                      </a:cubicBezTo>
                      <a:cubicBezTo>
                        <a:pt x="4965" y="18619"/>
                        <a:pt x="3591" y="23141"/>
                        <a:pt x="0" y="28283"/>
                      </a:cubicBezTo>
                      <a:cubicBezTo>
                        <a:pt x="0" y="28283"/>
                        <a:pt x="621" y="27264"/>
                        <a:pt x="1463" y="25490"/>
                      </a:cubicBezTo>
                      <a:cubicBezTo>
                        <a:pt x="2350" y="23761"/>
                        <a:pt x="3236" y="21279"/>
                        <a:pt x="3768" y="18397"/>
                      </a:cubicBezTo>
                      <a:cubicBezTo>
                        <a:pt x="4300" y="15560"/>
                        <a:pt x="4655" y="12413"/>
                        <a:pt x="4034" y="9176"/>
                      </a:cubicBezTo>
                      <a:cubicBezTo>
                        <a:pt x="3458" y="6029"/>
                        <a:pt x="2261" y="2881"/>
                        <a:pt x="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15" name="Forme libre : forme 26614">
                  <a:extLst>
                    <a:ext uri="{FF2B5EF4-FFF2-40B4-BE49-F238E27FC236}">
                      <a16:creationId xmlns:a16="http://schemas.microsoft.com/office/drawing/2014/main" id="{ED76274C-058C-43AC-B3A6-52B266402874}"/>
                    </a:ext>
                  </a:extLst>
                </p:cNvPr>
                <p:cNvSpPr/>
                <p:nvPr/>
              </p:nvSpPr>
              <p:spPr>
                <a:xfrm>
                  <a:off x="5232209" y="1420452"/>
                  <a:ext cx="10685" cy="23185"/>
                </a:xfrm>
                <a:custGeom>
                  <a:avLst/>
                  <a:gdLst>
                    <a:gd name="connsiteX0" fmla="*/ 10685 w 10685"/>
                    <a:gd name="connsiteY0" fmla="*/ 0 h 23185"/>
                    <a:gd name="connsiteX1" fmla="*/ 8868 w 10685"/>
                    <a:gd name="connsiteY1" fmla="*/ 1463 h 23185"/>
                    <a:gd name="connsiteX2" fmla="*/ 4923 w 10685"/>
                    <a:gd name="connsiteY2" fmla="*/ 5541 h 23185"/>
                    <a:gd name="connsiteX3" fmla="*/ 1110 w 10685"/>
                    <a:gd name="connsiteY3" fmla="*/ 12501 h 23185"/>
                    <a:gd name="connsiteX4" fmla="*/ 268 w 10685"/>
                    <a:gd name="connsiteY4" fmla="*/ 23185 h 23185"/>
                    <a:gd name="connsiteX5" fmla="*/ 445 w 10685"/>
                    <a:gd name="connsiteY5" fmla="*/ 20702 h 23185"/>
                    <a:gd name="connsiteX6" fmla="*/ 1686 w 10685"/>
                    <a:gd name="connsiteY6" fmla="*/ 14585 h 23185"/>
                    <a:gd name="connsiteX7" fmla="*/ 4878 w 10685"/>
                    <a:gd name="connsiteY7" fmla="*/ 7182 h 23185"/>
                    <a:gd name="connsiteX8" fmla="*/ 7361 w 10685"/>
                    <a:gd name="connsiteY8" fmla="*/ 3413 h 23185"/>
                    <a:gd name="connsiteX9" fmla="*/ 10685 w 10685"/>
                    <a:gd name="connsiteY9" fmla="*/ 0 h 2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685" h="23185">
                      <a:moveTo>
                        <a:pt x="10685" y="0"/>
                      </a:moveTo>
                      <a:cubicBezTo>
                        <a:pt x="10685" y="0"/>
                        <a:pt x="9932" y="532"/>
                        <a:pt x="8868" y="1463"/>
                      </a:cubicBezTo>
                      <a:cubicBezTo>
                        <a:pt x="7715" y="2305"/>
                        <a:pt x="6252" y="3635"/>
                        <a:pt x="4923" y="5541"/>
                      </a:cubicBezTo>
                      <a:cubicBezTo>
                        <a:pt x="3548" y="7403"/>
                        <a:pt x="2041" y="9531"/>
                        <a:pt x="1110" y="12501"/>
                      </a:cubicBezTo>
                      <a:cubicBezTo>
                        <a:pt x="179" y="15516"/>
                        <a:pt x="-353" y="18974"/>
                        <a:pt x="268" y="23185"/>
                      </a:cubicBezTo>
                      <a:cubicBezTo>
                        <a:pt x="268" y="23185"/>
                        <a:pt x="268" y="22210"/>
                        <a:pt x="445" y="20702"/>
                      </a:cubicBezTo>
                      <a:cubicBezTo>
                        <a:pt x="667" y="19195"/>
                        <a:pt x="1021" y="17023"/>
                        <a:pt x="1686" y="14585"/>
                      </a:cubicBezTo>
                      <a:cubicBezTo>
                        <a:pt x="2351" y="12191"/>
                        <a:pt x="3371" y="9575"/>
                        <a:pt x="4878" y="7182"/>
                      </a:cubicBezTo>
                      <a:cubicBezTo>
                        <a:pt x="5587" y="5852"/>
                        <a:pt x="6385" y="4610"/>
                        <a:pt x="7361" y="3413"/>
                      </a:cubicBezTo>
                      <a:cubicBezTo>
                        <a:pt x="8292" y="2305"/>
                        <a:pt x="9444" y="1197"/>
                        <a:pt x="1068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16" name="Forme libre : forme 26615">
                  <a:extLst>
                    <a:ext uri="{FF2B5EF4-FFF2-40B4-BE49-F238E27FC236}">
                      <a16:creationId xmlns:a16="http://schemas.microsoft.com/office/drawing/2014/main" id="{DF4197F6-0FDE-4001-BF0A-D252DF354029}"/>
                    </a:ext>
                  </a:extLst>
                </p:cNvPr>
                <p:cNvSpPr/>
                <p:nvPr/>
              </p:nvSpPr>
              <p:spPr>
                <a:xfrm>
                  <a:off x="5262688" y="1422576"/>
                  <a:ext cx="10738" cy="7843"/>
                </a:xfrm>
                <a:custGeom>
                  <a:avLst/>
                  <a:gdLst>
                    <a:gd name="connsiteX0" fmla="*/ 10617 w 10738"/>
                    <a:gd name="connsiteY0" fmla="*/ 1112 h 7843"/>
                    <a:gd name="connsiteX1" fmla="*/ 6317 w 10738"/>
                    <a:gd name="connsiteY1" fmla="*/ 6831 h 7843"/>
                    <a:gd name="connsiteX2" fmla="*/ 66 w 10738"/>
                    <a:gd name="connsiteY2" fmla="*/ 6476 h 7843"/>
                    <a:gd name="connsiteX3" fmla="*/ 4366 w 10738"/>
                    <a:gd name="connsiteY3" fmla="*/ 1156 h 7843"/>
                    <a:gd name="connsiteX4" fmla="*/ 8312 w 10738"/>
                    <a:gd name="connsiteY4" fmla="*/ 4 h 7843"/>
                    <a:gd name="connsiteX5" fmla="*/ 10617 w 10738"/>
                    <a:gd name="connsiteY5" fmla="*/ 1112 h 7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738" h="7843">
                      <a:moveTo>
                        <a:pt x="10617" y="1112"/>
                      </a:moveTo>
                      <a:cubicBezTo>
                        <a:pt x="11238" y="2664"/>
                        <a:pt x="9420" y="5412"/>
                        <a:pt x="6317" y="6831"/>
                      </a:cubicBezTo>
                      <a:cubicBezTo>
                        <a:pt x="3302" y="8338"/>
                        <a:pt x="554" y="8116"/>
                        <a:pt x="66" y="6476"/>
                      </a:cubicBezTo>
                      <a:cubicBezTo>
                        <a:pt x="-377" y="4880"/>
                        <a:pt x="1441" y="2531"/>
                        <a:pt x="4366" y="1156"/>
                      </a:cubicBezTo>
                      <a:cubicBezTo>
                        <a:pt x="5829" y="491"/>
                        <a:pt x="7159" y="4"/>
                        <a:pt x="8312" y="4"/>
                      </a:cubicBezTo>
                      <a:cubicBezTo>
                        <a:pt x="9420" y="-41"/>
                        <a:pt x="10307" y="314"/>
                        <a:pt x="10617" y="111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17" name="Forme libre : forme 26616">
                  <a:extLst>
                    <a:ext uri="{FF2B5EF4-FFF2-40B4-BE49-F238E27FC236}">
                      <a16:creationId xmlns:a16="http://schemas.microsoft.com/office/drawing/2014/main" id="{CB3D9FD3-5031-4CAF-A5E2-0F2F828CFDC2}"/>
                    </a:ext>
                  </a:extLst>
                </p:cNvPr>
                <p:cNvSpPr/>
                <p:nvPr/>
              </p:nvSpPr>
              <p:spPr>
                <a:xfrm>
                  <a:off x="5271308" y="1421631"/>
                  <a:ext cx="2963" cy="2987"/>
                </a:xfrm>
                <a:custGeom>
                  <a:avLst/>
                  <a:gdLst>
                    <a:gd name="connsiteX0" fmla="*/ 2618 w 2963"/>
                    <a:gd name="connsiteY0" fmla="*/ 328 h 2987"/>
                    <a:gd name="connsiteX1" fmla="*/ 2396 w 2963"/>
                    <a:gd name="connsiteY1" fmla="*/ 2412 h 2987"/>
                    <a:gd name="connsiteX2" fmla="*/ 313 w 2963"/>
                    <a:gd name="connsiteY2" fmla="*/ 2678 h 2987"/>
                    <a:gd name="connsiteX3" fmla="*/ 535 w 2963"/>
                    <a:gd name="connsiteY3" fmla="*/ 594 h 2987"/>
                    <a:gd name="connsiteX4" fmla="*/ 2618 w 2963"/>
                    <a:gd name="connsiteY4" fmla="*/ 328 h 2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63" h="2987">
                      <a:moveTo>
                        <a:pt x="2618" y="328"/>
                      </a:moveTo>
                      <a:cubicBezTo>
                        <a:pt x="3150" y="816"/>
                        <a:pt x="3061" y="1747"/>
                        <a:pt x="2396" y="2412"/>
                      </a:cubicBezTo>
                      <a:cubicBezTo>
                        <a:pt x="1776" y="3077"/>
                        <a:pt x="845" y="3165"/>
                        <a:pt x="313" y="2678"/>
                      </a:cubicBezTo>
                      <a:cubicBezTo>
                        <a:pt x="-175" y="2146"/>
                        <a:pt x="-86" y="1215"/>
                        <a:pt x="535" y="594"/>
                      </a:cubicBezTo>
                      <a:cubicBezTo>
                        <a:pt x="1155" y="-71"/>
                        <a:pt x="2086" y="-204"/>
                        <a:pt x="2618" y="3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18" name="Forme libre : forme 26617">
                  <a:extLst>
                    <a:ext uri="{FF2B5EF4-FFF2-40B4-BE49-F238E27FC236}">
                      <a16:creationId xmlns:a16="http://schemas.microsoft.com/office/drawing/2014/main" id="{08CCF8CC-DE18-4D59-AAED-83ECD93978F5}"/>
                    </a:ext>
                  </a:extLst>
                </p:cNvPr>
                <p:cNvSpPr/>
                <p:nvPr/>
              </p:nvSpPr>
              <p:spPr>
                <a:xfrm>
                  <a:off x="5254040" y="1406529"/>
                  <a:ext cx="31893" cy="13331"/>
                </a:xfrm>
                <a:custGeom>
                  <a:avLst/>
                  <a:gdLst>
                    <a:gd name="connsiteX0" fmla="*/ 19930 w 31893"/>
                    <a:gd name="connsiteY0" fmla="*/ 313 h 13331"/>
                    <a:gd name="connsiteX1" fmla="*/ 30259 w 31893"/>
                    <a:gd name="connsiteY1" fmla="*/ 5500 h 13331"/>
                    <a:gd name="connsiteX2" fmla="*/ 31545 w 31893"/>
                    <a:gd name="connsiteY2" fmla="*/ 9534 h 13331"/>
                    <a:gd name="connsiteX3" fmla="*/ 27466 w 31893"/>
                    <a:gd name="connsiteY3" fmla="*/ 10908 h 13331"/>
                    <a:gd name="connsiteX4" fmla="*/ 14921 w 31893"/>
                    <a:gd name="connsiteY4" fmla="*/ 9224 h 13331"/>
                    <a:gd name="connsiteX5" fmla="*/ 11507 w 31893"/>
                    <a:gd name="connsiteY5" fmla="*/ 10598 h 13331"/>
                    <a:gd name="connsiteX6" fmla="*/ 6586 w 31893"/>
                    <a:gd name="connsiteY6" fmla="*/ 12549 h 13331"/>
                    <a:gd name="connsiteX7" fmla="*/ 25 w 31893"/>
                    <a:gd name="connsiteY7" fmla="*/ 11662 h 13331"/>
                    <a:gd name="connsiteX8" fmla="*/ 3971 w 31893"/>
                    <a:gd name="connsiteY8" fmla="*/ 5367 h 13331"/>
                    <a:gd name="connsiteX9" fmla="*/ 10709 w 31893"/>
                    <a:gd name="connsiteY9" fmla="*/ 1023 h 13331"/>
                    <a:gd name="connsiteX10" fmla="*/ 19930 w 31893"/>
                    <a:gd name="connsiteY10" fmla="*/ 313 h 13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893" h="13331">
                      <a:moveTo>
                        <a:pt x="19930" y="313"/>
                      </a:moveTo>
                      <a:cubicBezTo>
                        <a:pt x="23831" y="1023"/>
                        <a:pt x="27289" y="3062"/>
                        <a:pt x="30259" y="5500"/>
                      </a:cubicBezTo>
                      <a:cubicBezTo>
                        <a:pt x="31367" y="6387"/>
                        <a:pt x="32476" y="7938"/>
                        <a:pt x="31545" y="9534"/>
                      </a:cubicBezTo>
                      <a:cubicBezTo>
                        <a:pt x="30747" y="10997"/>
                        <a:pt x="28840" y="11130"/>
                        <a:pt x="27466" y="10908"/>
                      </a:cubicBezTo>
                      <a:cubicBezTo>
                        <a:pt x="23210" y="10199"/>
                        <a:pt x="19354" y="8426"/>
                        <a:pt x="14921" y="9224"/>
                      </a:cubicBezTo>
                      <a:cubicBezTo>
                        <a:pt x="14211" y="9357"/>
                        <a:pt x="12970" y="9889"/>
                        <a:pt x="11507" y="10598"/>
                      </a:cubicBezTo>
                      <a:cubicBezTo>
                        <a:pt x="10044" y="11307"/>
                        <a:pt x="8315" y="12061"/>
                        <a:pt x="6586" y="12549"/>
                      </a:cubicBezTo>
                      <a:cubicBezTo>
                        <a:pt x="3217" y="13613"/>
                        <a:pt x="247" y="13834"/>
                        <a:pt x="25" y="11662"/>
                      </a:cubicBezTo>
                      <a:cubicBezTo>
                        <a:pt x="-241" y="9401"/>
                        <a:pt x="1621" y="7229"/>
                        <a:pt x="3971" y="5367"/>
                      </a:cubicBezTo>
                      <a:cubicBezTo>
                        <a:pt x="6232" y="3283"/>
                        <a:pt x="9158" y="1776"/>
                        <a:pt x="10709" y="1023"/>
                      </a:cubicBezTo>
                      <a:cubicBezTo>
                        <a:pt x="13635" y="-130"/>
                        <a:pt x="17004" y="-219"/>
                        <a:pt x="19930" y="31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47" name="Graphique 2">
                <a:extLst>
                  <a:ext uri="{FF2B5EF4-FFF2-40B4-BE49-F238E27FC236}">
                    <a16:creationId xmlns:a16="http://schemas.microsoft.com/office/drawing/2014/main" id="{980A0633-D8A1-4B1B-9D67-00BD84A999F5}"/>
                  </a:ext>
                </a:extLst>
              </p:cNvPr>
              <p:cNvGrpSpPr/>
              <p:nvPr/>
            </p:nvGrpSpPr>
            <p:grpSpPr>
              <a:xfrm>
                <a:off x="5275997" y="1342718"/>
                <a:ext cx="61143" cy="71798"/>
                <a:chOff x="5275997" y="1342718"/>
                <a:chExt cx="61143" cy="71798"/>
              </a:xfrm>
              <a:solidFill>
                <a:schemeClr val="accent1"/>
              </a:solidFill>
            </p:grpSpPr>
            <p:sp>
              <p:nvSpPr>
                <p:cNvPr id="26595" name="Forme libre : forme 26594">
                  <a:extLst>
                    <a:ext uri="{FF2B5EF4-FFF2-40B4-BE49-F238E27FC236}">
                      <a16:creationId xmlns:a16="http://schemas.microsoft.com/office/drawing/2014/main" id="{52CE6E7D-7A33-4C6D-B7D4-7D21D2B5C32F}"/>
                    </a:ext>
                  </a:extLst>
                </p:cNvPr>
                <p:cNvSpPr/>
                <p:nvPr/>
              </p:nvSpPr>
              <p:spPr>
                <a:xfrm>
                  <a:off x="5275997" y="1342718"/>
                  <a:ext cx="61143" cy="71798"/>
                </a:xfrm>
                <a:custGeom>
                  <a:avLst/>
                  <a:gdLst>
                    <a:gd name="connsiteX0" fmla="*/ 57510 w 61143"/>
                    <a:gd name="connsiteY0" fmla="*/ 36684 h 71798"/>
                    <a:gd name="connsiteX1" fmla="*/ 44299 w 61143"/>
                    <a:gd name="connsiteY1" fmla="*/ 59248 h 71798"/>
                    <a:gd name="connsiteX2" fmla="*/ 38403 w 61143"/>
                    <a:gd name="connsiteY2" fmla="*/ 66297 h 71798"/>
                    <a:gd name="connsiteX3" fmla="*/ 31222 w 61143"/>
                    <a:gd name="connsiteY3" fmla="*/ 70641 h 71798"/>
                    <a:gd name="connsiteX4" fmla="*/ 17302 w 61143"/>
                    <a:gd name="connsiteY4" fmla="*/ 69356 h 71798"/>
                    <a:gd name="connsiteX5" fmla="*/ 6618 w 61143"/>
                    <a:gd name="connsiteY5" fmla="*/ 61687 h 71798"/>
                    <a:gd name="connsiteX6" fmla="*/ 101 w 61143"/>
                    <a:gd name="connsiteY6" fmla="*/ 49673 h 71798"/>
                    <a:gd name="connsiteX7" fmla="*/ 589 w 61143"/>
                    <a:gd name="connsiteY7" fmla="*/ 42225 h 71798"/>
                    <a:gd name="connsiteX8" fmla="*/ 3781 w 61143"/>
                    <a:gd name="connsiteY8" fmla="*/ 34689 h 71798"/>
                    <a:gd name="connsiteX9" fmla="*/ 17213 w 61143"/>
                    <a:gd name="connsiteY9" fmla="*/ 12479 h 71798"/>
                    <a:gd name="connsiteX10" fmla="*/ 30291 w 61143"/>
                    <a:gd name="connsiteY10" fmla="*/ 1219 h 71798"/>
                    <a:gd name="connsiteX11" fmla="*/ 44033 w 61143"/>
                    <a:gd name="connsiteY11" fmla="*/ 2283 h 71798"/>
                    <a:gd name="connsiteX12" fmla="*/ 54584 w 61143"/>
                    <a:gd name="connsiteY12" fmla="*/ 9642 h 71798"/>
                    <a:gd name="connsiteX13" fmla="*/ 61012 w 61143"/>
                    <a:gd name="connsiteY13" fmla="*/ 21478 h 71798"/>
                    <a:gd name="connsiteX14" fmla="*/ 57510 w 61143"/>
                    <a:gd name="connsiteY14" fmla="*/ 36684 h 71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1143" h="71798">
                      <a:moveTo>
                        <a:pt x="57510" y="36684"/>
                      </a:moveTo>
                      <a:lnTo>
                        <a:pt x="44299" y="59248"/>
                      </a:lnTo>
                      <a:cubicBezTo>
                        <a:pt x="42659" y="61997"/>
                        <a:pt x="40708" y="64346"/>
                        <a:pt x="38403" y="66297"/>
                      </a:cubicBezTo>
                      <a:cubicBezTo>
                        <a:pt x="36098" y="68248"/>
                        <a:pt x="33749" y="69710"/>
                        <a:pt x="31222" y="70641"/>
                      </a:cubicBezTo>
                      <a:cubicBezTo>
                        <a:pt x="26168" y="72503"/>
                        <a:pt x="21159" y="72149"/>
                        <a:pt x="17302" y="69356"/>
                      </a:cubicBezTo>
                      <a:lnTo>
                        <a:pt x="6618" y="61687"/>
                      </a:lnTo>
                      <a:cubicBezTo>
                        <a:pt x="2761" y="58894"/>
                        <a:pt x="589" y="54416"/>
                        <a:pt x="101" y="49673"/>
                      </a:cubicBezTo>
                      <a:cubicBezTo>
                        <a:pt x="-120" y="47323"/>
                        <a:pt x="13" y="44708"/>
                        <a:pt x="589" y="42225"/>
                      </a:cubicBezTo>
                      <a:cubicBezTo>
                        <a:pt x="1210" y="39743"/>
                        <a:pt x="2229" y="37127"/>
                        <a:pt x="3781" y="34689"/>
                      </a:cubicBezTo>
                      <a:lnTo>
                        <a:pt x="17213" y="12479"/>
                      </a:lnTo>
                      <a:cubicBezTo>
                        <a:pt x="20538" y="7115"/>
                        <a:pt x="25326" y="3081"/>
                        <a:pt x="30291" y="1219"/>
                      </a:cubicBezTo>
                      <a:cubicBezTo>
                        <a:pt x="35167" y="-687"/>
                        <a:pt x="40221" y="-377"/>
                        <a:pt x="44033" y="2283"/>
                      </a:cubicBezTo>
                      <a:lnTo>
                        <a:pt x="54584" y="9642"/>
                      </a:lnTo>
                      <a:cubicBezTo>
                        <a:pt x="58397" y="12302"/>
                        <a:pt x="60480" y="16602"/>
                        <a:pt x="61012" y="21478"/>
                      </a:cubicBezTo>
                      <a:cubicBezTo>
                        <a:pt x="61544" y="26266"/>
                        <a:pt x="60480" y="31675"/>
                        <a:pt x="57510" y="3668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96" name="Forme libre : forme 26595">
                  <a:extLst>
                    <a:ext uri="{FF2B5EF4-FFF2-40B4-BE49-F238E27FC236}">
                      <a16:creationId xmlns:a16="http://schemas.microsoft.com/office/drawing/2014/main" id="{CC06EE22-EAC7-41C9-9123-AF79BD5D8460}"/>
                    </a:ext>
                  </a:extLst>
                </p:cNvPr>
                <p:cNvSpPr/>
                <p:nvPr/>
              </p:nvSpPr>
              <p:spPr>
                <a:xfrm>
                  <a:off x="5288644" y="1352050"/>
                  <a:ext cx="48478" cy="62422"/>
                </a:xfrm>
                <a:custGeom>
                  <a:avLst/>
                  <a:gdLst>
                    <a:gd name="connsiteX0" fmla="*/ 20747 w 48478"/>
                    <a:gd name="connsiteY0" fmla="*/ 37814 h 62422"/>
                    <a:gd name="connsiteX1" fmla="*/ 12368 w 48478"/>
                    <a:gd name="connsiteY1" fmla="*/ 50715 h 62422"/>
                    <a:gd name="connsiteX2" fmla="*/ 0 w 48478"/>
                    <a:gd name="connsiteY2" fmla="*/ 56655 h 62422"/>
                    <a:gd name="connsiteX3" fmla="*/ 4610 w 48478"/>
                    <a:gd name="connsiteY3" fmla="*/ 59980 h 62422"/>
                    <a:gd name="connsiteX4" fmla="*/ 18530 w 48478"/>
                    <a:gd name="connsiteY4" fmla="*/ 61265 h 62422"/>
                    <a:gd name="connsiteX5" fmla="*/ 25712 w 48478"/>
                    <a:gd name="connsiteY5" fmla="*/ 56921 h 62422"/>
                    <a:gd name="connsiteX6" fmla="*/ 31608 w 48478"/>
                    <a:gd name="connsiteY6" fmla="*/ 49872 h 62422"/>
                    <a:gd name="connsiteX7" fmla="*/ 44819 w 48478"/>
                    <a:gd name="connsiteY7" fmla="*/ 27308 h 62422"/>
                    <a:gd name="connsiteX8" fmla="*/ 48365 w 48478"/>
                    <a:gd name="connsiteY8" fmla="*/ 12058 h 62422"/>
                    <a:gd name="connsiteX9" fmla="*/ 41937 w 48478"/>
                    <a:gd name="connsiteY9" fmla="*/ 222 h 62422"/>
                    <a:gd name="connsiteX10" fmla="*/ 41582 w 48478"/>
                    <a:gd name="connsiteY10" fmla="*/ 0 h 62422"/>
                    <a:gd name="connsiteX11" fmla="*/ 20747 w 48478"/>
                    <a:gd name="connsiteY11" fmla="*/ 37814 h 62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478" h="62422">
                      <a:moveTo>
                        <a:pt x="20747" y="37814"/>
                      </a:moveTo>
                      <a:cubicBezTo>
                        <a:pt x="18974" y="42824"/>
                        <a:pt x="16048" y="47390"/>
                        <a:pt x="12368" y="50715"/>
                      </a:cubicBezTo>
                      <a:cubicBezTo>
                        <a:pt x="8777" y="54128"/>
                        <a:pt x="4300" y="56212"/>
                        <a:pt x="0" y="56655"/>
                      </a:cubicBezTo>
                      <a:lnTo>
                        <a:pt x="4610" y="59980"/>
                      </a:lnTo>
                      <a:cubicBezTo>
                        <a:pt x="8467" y="62773"/>
                        <a:pt x="13477" y="63127"/>
                        <a:pt x="18530" y="61265"/>
                      </a:cubicBezTo>
                      <a:cubicBezTo>
                        <a:pt x="21102" y="60335"/>
                        <a:pt x="23451" y="58872"/>
                        <a:pt x="25712" y="56921"/>
                      </a:cubicBezTo>
                      <a:cubicBezTo>
                        <a:pt x="28017" y="54971"/>
                        <a:pt x="29968" y="52621"/>
                        <a:pt x="31608" y="49872"/>
                      </a:cubicBezTo>
                      <a:lnTo>
                        <a:pt x="44819" y="27308"/>
                      </a:lnTo>
                      <a:cubicBezTo>
                        <a:pt x="47789" y="22254"/>
                        <a:pt x="48853" y="16846"/>
                        <a:pt x="48365" y="12058"/>
                      </a:cubicBezTo>
                      <a:cubicBezTo>
                        <a:pt x="47789" y="7182"/>
                        <a:pt x="45750" y="2882"/>
                        <a:pt x="41937" y="222"/>
                      </a:cubicBezTo>
                      <a:lnTo>
                        <a:pt x="41582" y="0"/>
                      </a:lnTo>
                      <a:cubicBezTo>
                        <a:pt x="34135" y="12368"/>
                        <a:pt x="25668" y="23673"/>
                        <a:pt x="20747" y="3781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97" name="Forme libre : forme 26596">
                  <a:extLst>
                    <a:ext uri="{FF2B5EF4-FFF2-40B4-BE49-F238E27FC236}">
                      <a16:creationId xmlns:a16="http://schemas.microsoft.com/office/drawing/2014/main" id="{27D33E7A-CEBC-4A41-B147-A6F3F2A6664D}"/>
                    </a:ext>
                  </a:extLst>
                </p:cNvPr>
                <p:cNvSpPr/>
                <p:nvPr/>
              </p:nvSpPr>
              <p:spPr>
                <a:xfrm>
                  <a:off x="5298863" y="1360528"/>
                  <a:ext cx="22350" cy="29027"/>
                </a:xfrm>
                <a:custGeom>
                  <a:avLst/>
                  <a:gdLst>
                    <a:gd name="connsiteX0" fmla="*/ 19438 w 22350"/>
                    <a:gd name="connsiteY0" fmla="*/ 787 h 29027"/>
                    <a:gd name="connsiteX1" fmla="*/ 18862 w 22350"/>
                    <a:gd name="connsiteY1" fmla="*/ 19007 h 29027"/>
                    <a:gd name="connsiteX2" fmla="*/ 3036 w 22350"/>
                    <a:gd name="connsiteY2" fmla="*/ 28272 h 29027"/>
                    <a:gd name="connsiteX3" fmla="*/ 3524 w 22350"/>
                    <a:gd name="connsiteY3" fmla="*/ 9963 h 29027"/>
                    <a:gd name="connsiteX4" fmla="*/ 19438 w 22350"/>
                    <a:gd name="connsiteY4" fmla="*/ 787 h 29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50" h="29027">
                      <a:moveTo>
                        <a:pt x="19438" y="787"/>
                      </a:moveTo>
                      <a:cubicBezTo>
                        <a:pt x="23561" y="3402"/>
                        <a:pt x="23251" y="11426"/>
                        <a:pt x="18862" y="19007"/>
                      </a:cubicBezTo>
                      <a:cubicBezTo>
                        <a:pt x="14429" y="26632"/>
                        <a:pt x="7247" y="30843"/>
                        <a:pt x="3036" y="28272"/>
                      </a:cubicBezTo>
                      <a:cubicBezTo>
                        <a:pt x="-1176" y="25701"/>
                        <a:pt x="-998" y="17588"/>
                        <a:pt x="3524" y="9963"/>
                      </a:cubicBezTo>
                      <a:cubicBezTo>
                        <a:pt x="8001" y="2294"/>
                        <a:pt x="15271" y="-1829"/>
                        <a:pt x="19438" y="78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98" name="Forme libre : forme 26597">
                  <a:extLst>
                    <a:ext uri="{FF2B5EF4-FFF2-40B4-BE49-F238E27FC236}">
                      <a16:creationId xmlns:a16="http://schemas.microsoft.com/office/drawing/2014/main" id="{CF8F1FEE-94CE-4A54-B01D-0727D9E933F4}"/>
                    </a:ext>
                  </a:extLst>
                </p:cNvPr>
                <p:cNvSpPr/>
                <p:nvPr/>
              </p:nvSpPr>
              <p:spPr>
                <a:xfrm>
                  <a:off x="5298829" y="1372929"/>
                  <a:ext cx="21644" cy="16643"/>
                </a:xfrm>
                <a:custGeom>
                  <a:avLst/>
                  <a:gdLst>
                    <a:gd name="connsiteX0" fmla="*/ 277 w 21644"/>
                    <a:gd name="connsiteY0" fmla="*/ 6029 h 16643"/>
                    <a:gd name="connsiteX1" fmla="*/ 3025 w 21644"/>
                    <a:gd name="connsiteY1" fmla="*/ 15870 h 16643"/>
                    <a:gd name="connsiteX2" fmla="*/ 18851 w 21644"/>
                    <a:gd name="connsiteY2" fmla="*/ 6605 h 16643"/>
                    <a:gd name="connsiteX3" fmla="*/ 21644 w 21644"/>
                    <a:gd name="connsiteY3" fmla="*/ 0 h 16643"/>
                    <a:gd name="connsiteX4" fmla="*/ 19117 w 21644"/>
                    <a:gd name="connsiteY4" fmla="*/ 3059 h 16643"/>
                    <a:gd name="connsiteX5" fmla="*/ 277 w 21644"/>
                    <a:gd name="connsiteY5" fmla="*/ 6029 h 16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644" h="16643">
                      <a:moveTo>
                        <a:pt x="277" y="6029"/>
                      </a:moveTo>
                      <a:cubicBezTo>
                        <a:pt x="-521" y="10462"/>
                        <a:pt x="410" y="14275"/>
                        <a:pt x="3025" y="15870"/>
                      </a:cubicBezTo>
                      <a:cubicBezTo>
                        <a:pt x="7281" y="18486"/>
                        <a:pt x="14418" y="14230"/>
                        <a:pt x="18851" y="6605"/>
                      </a:cubicBezTo>
                      <a:cubicBezTo>
                        <a:pt x="20137" y="4344"/>
                        <a:pt x="21068" y="2128"/>
                        <a:pt x="21644" y="0"/>
                      </a:cubicBezTo>
                      <a:cubicBezTo>
                        <a:pt x="20935" y="1108"/>
                        <a:pt x="20093" y="2172"/>
                        <a:pt x="19117" y="3059"/>
                      </a:cubicBezTo>
                      <a:cubicBezTo>
                        <a:pt x="13221" y="7758"/>
                        <a:pt x="5153" y="9575"/>
                        <a:pt x="277" y="6029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99" name="Forme libre : forme 26598">
                  <a:extLst>
                    <a:ext uri="{FF2B5EF4-FFF2-40B4-BE49-F238E27FC236}">
                      <a16:creationId xmlns:a16="http://schemas.microsoft.com/office/drawing/2014/main" id="{31A0B60C-C422-428D-9097-05C75643F17F}"/>
                    </a:ext>
                  </a:extLst>
                </p:cNvPr>
                <p:cNvSpPr/>
                <p:nvPr/>
              </p:nvSpPr>
              <p:spPr>
                <a:xfrm>
                  <a:off x="5301328" y="1360191"/>
                  <a:ext cx="22367" cy="29005"/>
                </a:xfrm>
                <a:custGeom>
                  <a:avLst/>
                  <a:gdLst>
                    <a:gd name="connsiteX0" fmla="*/ 19456 w 22367"/>
                    <a:gd name="connsiteY0" fmla="*/ 814 h 29005"/>
                    <a:gd name="connsiteX1" fmla="*/ 18879 w 22367"/>
                    <a:gd name="connsiteY1" fmla="*/ 18989 h 29005"/>
                    <a:gd name="connsiteX2" fmla="*/ 3053 w 22367"/>
                    <a:gd name="connsiteY2" fmla="*/ 28254 h 29005"/>
                    <a:gd name="connsiteX3" fmla="*/ 3541 w 22367"/>
                    <a:gd name="connsiteY3" fmla="*/ 9901 h 29005"/>
                    <a:gd name="connsiteX4" fmla="*/ 19456 w 22367"/>
                    <a:gd name="connsiteY4" fmla="*/ 814 h 29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67" h="29005">
                      <a:moveTo>
                        <a:pt x="19456" y="814"/>
                      </a:moveTo>
                      <a:cubicBezTo>
                        <a:pt x="23578" y="3473"/>
                        <a:pt x="23268" y="11453"/>
                        <a:pt x="18879" y="18989"/>
                      </a:cubicBezTo>
                      <a:cubicBezTo>
                        <a:pt x="14446" y="26570"/>
                        <a:pt x="7309" y="30826"/>
                        <a:pt x="3053" y="28254"/>
                      </a:cubicBezTo>
                      <a:cubicBezTo>
                        <a:pt x="-1203" y="25683"/>
                        <a:pt x="-981" y="17526"/>
                        <a:pt x="3541" y="9901"/>
                      </a:cubicBezTo>
                      <a:cubicBezTo>
                        <a:pt x="8063" y="2232"/>
                        <a:pt x="15333" y="-1846"/>
                        <a:pt x="19456" y="81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00" name="Forme libre : forme 26599">
                  <a:extLst>
                    <a:ext uri="{FF2B5EF4-FFF2-40B4-BE49-F238E27FC236}">
                      <a16:creationId xmlns:a16="http://schemas.microsoft.com/office/drawing/2014/main" id="{F4093004-DF0D-405A-B32A-6DFF7C259D0D}"/>
                    </a:ext>
                  </a:extLst>
                </p:cNvPr>
                <p:cNvSpPr/>
                <p:nvPr/>
              </p:nvSpPr>
              <p:spPr>
                <a:xfrm>
                  <a:off x="5284969" y="1371319"/>
                  <a:ext cx="42181" cy="33361"/>
                </a:xfrm>
                <a:custGeom>
                  <a:avLst/>
                  <a:gdLst>
                    <a:gd name="connsiteX0" fmla="*/ 10679 w 42181"/>
                    <a:gd name="connsiteY0" fmla="*/ 29672 h 33361"/>
                    <a:gd name="connsiteX1" fmla="*/ 18260 w 42181"/>
                    <a:gd name="connsiteY1" fmla="*/ 33307 h 33361"/>
                    <a:gd name="connsiteX2" fmla="*/ 34573 w 42181"/>
                    <a:gd name="connsiteY2" fmla="*/ 23820 h 33361"/>
                    <a:gd name="connsiteX3" fmla="*/ 42065 w 42181"/>
                    <a:gd name="connsiteY3" fmla="*/ 8703 h 33361"/>
                    <a:gd name="connsiteX4" fmla="*/ 37898 w 42181"/>
                    <a:gd name="connsiteY4" fmla="*/ 14 h 33361"/>
                    <a:gd name="connsiteX5" fmla="*/ 31470 w 42181"/>
                    <a:gd name="connsiteY5" fmla="*/ 2630 h 33361"/>
                    <a:gd name="connsiteX6" fmla="*/ 16087 w 42181"/>
                    <a:gd name="connsiteY6" fmla="*/ 9368 h 33361"/>
                    <a:gd name="connsiteX7" fmla="*/ 172 w 42181"/>
                    <a:gd name="connsiteY7" fmla="*/ 18057 h 33361"/>
                    <a:gd name="connsiteX8" fmla="*/ 10679 w 42181"/>
                    <a:gd name="connsiteY8" fmla="*/ 29672 h 33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81" h="33361">
                      <a:moveTo>
                        <a:pt x="10679" y="29672"/>
                      </a:moveTo>
                      <a:cubicBezTo>
                        <a:pt x="12984" y="31312"/>
                        <a:pt x="15334" y="32997"/>
                        <a:pt x="18260" y="33307"/>
                      </a:cubicBezTo>
                      <a:cubicBezTo>
                        <a:pt x="23890" y="33927"/>
                        <a:pt x="30140" y="29184"/>
                        <a:pt x="34573" y="23820"/>
                      </a:cubicBezTo>
                      <a:cubicBezTo>
                        <a:pt x="38297" y="19343"/>
                        <a:pt x="41312" y="14023"/>
                        <a:pt x="42065" y="8703"/>
                      </a:cubicBezTo>
                      <a:cubicBezTo>
                        <a:pt x="42597" y="4758"/>
                        <a:pt x="41312" y="280"/>
                        <a:pt x="37898" y="14"/>
                      </a:cubicBezTo>
                      <a:cubicBezTo>
                        <a:pt x="35815" y="-163"/>
                        <a:pt x="33598" y="1344"/>
                        <a:pt x="31470" y="2630"/>
                      </a:cubicBezTo>
                      <a:cubicBezTo>
                        <a:pt x="26549" y="5689"/>
                        <a:pt x="21318" y="8038"/>
                        <a:pt x="16087" y="9368"/>
                      </a:cubicBezTo>
                      <a:cubicBezTo>
                        <a:pt x="11610" y="10565"/>
                        <a:pt x="1813" y="11496"/>
                        <a:pt x="172" y="18057"/>
                      </a:cubicBezTo>
                      <a:cubicBezTo>
                        <a:pt x="-1335" y="23953"/>
                        <a:pt x="7443" y="27455"/>
                        <a:pt x="10679" y="2967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01" name="Forme libre : forme 26600">
                  <a:extLst>
                    <a:ext uri="{FF2B5EF4-FFF2-40B4-BE49-F238E27FC236}">
                      <a16:creationId xmlns:a16="http://schemas.microsoft.com/office/drawing/2014/main" id="{EE9CC5E7-8061-49CB-B298-440B9E8B56D6}"/>
                    </a:ext>
                  </a:extLst>
                </p:cNvPr>
                <p:cNvSpPr/>
                <p:nvPr/>
              </p:nvSpPr>
              <p:spPr>
                <a:xfrm>
                  <a:off x="5290095" y="1377057"/>
                  <a:ext cx="6920" cy="14250"/>
                </a:xfrm>
                <a:custGeom>
                  <a:avLst/>
                  <a:gdLst>
                    <a:gd name="connsiteX0" fmla="*/ 987 w 6920"/>
                    <a:gd name="connsiteY0" fmla="*/ 12363 h 14250"/>
                    <a:gd name="connsiteX1" fmla="*/ 2229 w 6920"/>
                    <a:gd name="connsiteY1" fmla="*/ 14004 h 14250"/>
                    <a:gd name="connsiteX2" fmla="*/ 4268 w 6920"/>
                    <a:gd name="connsiteY2" fmla="*/ 13826 h 14250"/>
                    <a:gd name="connsiteX3" fmla="*/ 5420 w 6920"/>
                    <a:gd name="connsiteY3" fmla="*/ 11831 h 14250"/>
                    <a:gd name="connsiteX4" fmla="*/ 6795 w 6920"/>
                    <a:gd name="connsiteY4" fmla="*/ 6068 h 14250"/>
                    <a:gd name="connsiteX5" fmla="*/ 6883 w 6920"/>
                    <a:gd name="connsiteY5" fmla="*/ 3719 h 14250"/>
                    <a:gd name="connsiteX6" fmla="*/ 1076 w 6920"/>
                    <a:gd name="connsiteY6" fmla="*/ 2212 h 14250"/>
                    <a:gd name="connsiteX7" fmla="*/ 987 w 6920"/>
                    <a:gd name="connsiteY7" fmla="*/ 12363 h 14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20" h="14250">
                      <a:moveTo>
                        <a:pt x="987" y="12363"/>
                      </a:moveTo>
                      <a:cubicBezTo>
                        <a:pt x="1253" y="13028"/>
                        <a:pt x="1652" y="13649"/>
                        <a:pt x="2229" y="14004"/>
                      </a:cubicBezTo>
                      <a:cubicBezTo>
                        <a:pt x="2805" y="14358"/>
                        <a:pt x="3647" y="14358"/>
                        <a:pt x="4268" y="13826"/>
                      </a:cubicBezTo>
                      <a:cubicBezTo>
                        <a:pt x="4844" y="13339"/>
                        <a:pt x="5155" y="12541"/>
                        <a:pt x="5420" y="11831"/>
                      </a:cubicBezTo>
                      <a:cubicBezTo>
                        <a:pt x="6041" y="9925"/>
                        <a:pt x="6529" y="8019"/>
                        <a:pt x="6795" y="6068"/>
                      </a:cubicBezTo>
                      <a:cubicBezTo>
                        <a:pt x="6883" y="5270"/>
                        <a:pt x="6972" y="4473"/>
                        <a:pt x="6883" y="3719"/>
                      </a:cubicBezTo>
                      <a:cubicBezTo>
                        <a:pt x="6396" y="616"/>
                        <a:pt x="2938" y="-2044"/>
                        <a:pt x="1076" y="2212"/>
                      </a:cubicBezTo>
                      <a:cubicBezTo>
                        <a:pt x="-475" y="5536"/>
                        <a:pt x="-210" y="9615"/>
                        <a:pt x="987" y="1236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02" name="Forme libre : forme 26601">
                  <a:extLst>
                    <a:ext uri="{FF2B5EF4-FFF2-40B4-BE49-F238E27FC236}">
                      <a16:creationId xmlns:a16="http://schemas.microsoft.com/office/drawing/2014/main" id="{A06BDABD-03A0-4C11-A739-443E0D43EC5D}"/>
                    </a:ext>
                  </a:extLst>
                </p:cNvPr>
                <p:cNvSpPr/>
                <p:nvPr/>
              </p:nvSpPr>
              <p:spPr>
                <a:xfrm>
                  <a:off x="5327833" y="1352981"/>
                  <a:ext cx="6946" cy="25534"/>
                </a:xfrm>
                <a:custGeom>
                  <a:avLst/>
                  <a:gdLst>
                    <a:gd name="connsiteX0" fmla="*/ 0 w 6946"/>
                    <a:gd name="connsiteY0" fmla="*/ 0 h 25534"/>
                    <a:gd name="connsiteX1" fmla="*/ 4921 w 6946"/>
                    <a:gd name="connsiteY1" fmla="*/ 5807 h 25534"/>
                    <a:gd name="connsiteX2" fmla="*/ 5054 w 6946"/>
                    <a:gd name="connsiteY2" fmla="*/ 25535 h 25534"/>
                    <a:gd name="connsiteX3" fmla="*/ 5541 w 6946"/>
                    <a:gd name="connsiteY3" fmla="*/ 23008 h 25534"/>
                    <a:gd name="connsiteX4" fmla="*/ 5940 w 6946"/>
                    <a:gd name="connsiteY4" fmla="*/ 16757 h 25534"/>
                    <a:gd name="connsiteX5" fmla="*/ 0 w 6946"/>
                    <a:gd name="connsiteY5" fmla="*/ 0 h 25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946" h="25534">
                      <a:moveTo>
                        <a:pt x="0" y="0"/>
                      </a:moveTo>
                      <a:cubicBezTo>
                        <a:pt x="0" y="0"/>
                        <a:pt x="2881" y="1729"/>
                        <a:pt x="4921" y="5807"/>
                      </a:cubicBezTo>
                      <a:cubicBezTo>
                        <a:pt x="6960" y="9886"/>
                        <a:pt x="8157" y="16048"/>
                        <a:pt x="5054" y="25535"/>
                      </a:cubicBezTo>
                      <a:cubicBezTo>
                        <a:pt x="5054" y="25535"/>
                        <a:pt x="5320" y="24559"/>
                        <a:pt x="5541" y="23008"/>
                      </a:cubicBezTo>
                      <a:cubicBezTo>
                        <a:pt x="5763" y="21456"/>
                        <a:pt x="5985" y="19284"/>
                        <a:pt x="5940" y="16757"/>
                      </a:cubicBezTo>
                      <a:cubicBezTo>
                        <a:pt x="5807" y="11703"/>
                        <a:pt x="4610" y="540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03" name="Forme libre : forme 26602">
                  <a:extLst>
                    <a:ext uri="{FF2B5EF4-FFF2-40B4-BE49-F238E27FC236}">
                      <a16:creationId xmlns:a16="http://schemas.microsoft.com/office/drawing/2014/main" id="{63F66B7C-E1AD-4CBB-B2E9-AEA530472D40}"/>
                    </a:ext>
                  </a:extLst>
                </p:cNvPr>
                <p:cNvSpPr/>
                <p:nvPr/>
              </p:nvSpPr>
              <p:spPr>
                <a:xfrm>
                  <a:off x="5278189" y="1376963"/>
                  <a:ext cx="6288" cy="27219"/>
                </a:xfrm>
                <a:custGeom>
                  <a:avLst/>
                  <a:gdLst>
                    <a:gd name="connsiteX0" fmla="*/ 3451 w 6288"/>
                    <a:gd name="connsiteY0" fmla="*/ 0 h 27219"/>
                    <a:gd name="connsiteX1" fmla="*/ 2165 w 6288"/>
                    <a:gd name="connsiteY1" fmla="*/ 2749 h 27219"/>
                    <a:gd name="connsiteX2" fmla="*/ 259 w 6288"/>
                    <a:gd name="connsiteY2" fmla="*/ 9487 h 27219"/>
                    <a:gd name="connsiteX3" fmla="*/ 6288 w 6288"/>
                    <a:gd name="connsiteY3" fmla="*/ 27219 h 27219"/>
                    <a:gd name="connsiteX4" fmla="*/ 2343 w 6288"/>
                    <a:gd name="connsiteY4" fmla="*/ 19461 h 27219"/>
                    <a:gd name="connsiteX5" fmla="*/ 3451 w 6288"/>
                    <a:gd name="connsiteY5" fmla="*/ 0 h 27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88" h="27219">
                      <a:moveTo>
                        <a:pt x="3451" y="0"/>
                      </a:moveTo>
                      <a:cubicBezTo>
                        <a:pt x="3451" y="0"/>
                        <a:pt x="2830" y="1020"/>
                        <a:pt x="2165" y="2749"/>
                      </a:cubicBezTo>
                      <a:cubicBezTo>
                        <a:pt x="1456" y="4477"/>
                        <a:pt x="702" y="6871"/>
                        <a:pt x="259" y="9487"/>
                      </a:cubicBezTo>
                      <a:cubicBezTo>
                        <a:pt x="-495" y="14851"/>
                        <a:pt x="82" y="21412"/>
                        <a:pt x="6288" y="27219"/>
                      </a:cubicBezTo>
                      <a:cubicBezTo>
                        <a:pt x="6288" y="27219"/>
                        <a:pt x="3894" y="24249"/>
                        <a:pt x="2343" y="19461"/>
                      </a:cubicBezTo>
                      <a:cubicBezTo>
                        <a:pt x="880" y="14674"/>
                        <a:pt x="37" y="8113"/>
                        <a:pt x="345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04" name="Forme libre : forme 26603">
                  <a:extLst>
                    <a:ext uri="{FF2B5EF4-FFF2-40B4-BE49-F238E27FC236}">
                      <a16:creationId xmlns:a16="http://schemas.microsoft.com/office/drawing/2014/main" id="{2A017E80-858C-481F-B5EE-5E0452440075}"/>
                    </a:ext>
                  </a:extLst>
                </p:cNvPr>
                <p:cNvSpPr/>
                <p:nvPr/>
              </p:nvSpPr>
              <p:spPr>
                <a:xfrm>
                  <a:off x="5303617" y="1365327"/>
                  <a:ext cx="9370" cy="9815"/>
                </a:xfrm>
                <a:custGeom>
                  <a:avLst/>
                  <a:gdLst>
                    <a:gd name="connsiteX0" fmla="*/ 9055 w 9370"/>
                    <a:gd name="connsiteY0" fmla="*/ 642 h 9815"/>
                    <a:gd name="connsiteX1" fmla="*/ 6395 w 9370"/>
                    <a:gd name="connsiteY1" fmla="*/ 7336 h 9815"/>
                    <a:gd name="connsiteX2" fmla="*/ 321 w 9370"/>
                    <a:gd name="connsiteY2" fmla="*/ 9154 h 9815"/>
                    <a:gd name="connsiteX3" fmla="*/ 2981 w 9370"/>
                    <a:gd name="connsiteY3" fmla="*/ 2460 h 9815"/>
                    <a:gd name="connsiteX4" fmla="*/ 9055 w 9370"/>
                    <a:gd name="connsiteY4" fmla="*/ 642 h 9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70" h="9815">
                      <a:moveTo>
                        <a:pt x="9055" y="642"/>
                      </a:moveTo>
                      <a:cubicBezTo>
                        <a:pt x="9986" y="2016"/>
                        <a:pt x="8789" y="4987"/>
                        <a:pt x="6395" y="7336"/>
                      </a:cubicBezTo>
                      <a:cubicBezTo>
                        <a:pt x="4001" y="9686"/>
                        <a:pt x="1297" y="10528"/>
                        <a:pt x="321" y="9154"/>
                      </a:cubicBezTo>
                      <a:cubicBezTo>
                        <a:pt x="-609" y="7824"/>
                        <a:pt x="543" y="4809"/>
                        <a:pt x="2981" y="2460"/>
                      </a:cubicBezTo>
                      <a:cubicBezTo>
                        <a:pt x="5375" y="110"/>
                        <a:pt x="8079" y="-688"/>
                        <a:pt x="9055" y="64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05" name="Forme libre : forme 26604">
                  <a:extLst>
                    <a:ext uri="{FF2B5EF4-FFF2-40B4-BE49-F238E27FC236}">
                      <a16:creationId xmlns:a16="http://schemas.microsoft.com/office/drawing/2014/main" id="{756A7D8D-F2BD-4900-A1E6-71EE0A20B931}"/>
                    </a:ext>
                  </a:extLst>
                </p:cNvPr>
                <p:cNvSpPr/>
                <p:nvPr/>
              </p:nvSpPr>
              <p:spPr>
                <a:xfrm>
                  <a:off x="5310630" y="1363969"/>
                  <a:ext cx="2784" cy="3120"/>
                </a:xfrm>
                <a:custGeom>
                  <a:avLst/>
                  <a:gdLst>
                    <a:gd name="connsiteX0" fmla="*/ 2264 w 2784"/>
                    <a:gd name="connsiteY0" fmla="*/ 138 h 3120"/>
                    <a:gd name="connsiteX1" fmla="*/ 2485 w 2784"/>
                    <a:gd name="connsiteY1" fmla="*/ 2222 h 3120"/>
                    <a:gd name="connsiteX2" fmla="*/ 535 w 2784"/>
                    <a:gd name="connsiteY2" fmla="*/ 2976 h 3120"/>
                    <a:gd name="connsiteX3" fmla="*/ 313 w 2784"/>
                    <a:gd name="connsiteY3" fmla="*/ 892 h 3120"/>
                    <a:gd name="connsiteX4" fmla="*/ 2264 w 2784"/>
                    <a:gd name="connsiteY4" fmla="*/ 138 h 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84" h="3120">
                      <a:moveTo>
                        <a:pt x="2264" y="138"/>
                      </a:moveTo>
                      <a:cubicBezTo>
                        <a:pt x="2840" y="493"/>
                        <a:pt x="2973" y="1424"/>
                        <a:pt x="2485" y="2222"/>
                      </a:cubicBezTo>
                      <a:cubicBezTo>
                        <a:pt x="1998" y="3020"/>
                        <a:pt x="1155" y="3330"/>
                        <a:pt x="535" y="2976"/>
                      </a:cubicBezTo>
                      <a:cubicBezTo>
                        <a:pt x="-86" y="2621"/>
                        <a:pt x="-175" y="1690"/>
                        <a:pt x="313" y="892"/>
                      </a:cubicBezTo>
                      <a:cubicBezTo>
                        <a:pt x="801" y="138"/>
                        <a:pt x="1687" y="-216"/>
                        <a:pt x="2264" y="1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06" name="Forme libre : forme 26605">
                  <a:extLst>
                    <a:ext uri="{FF2B5EF4-FFF2-40B4-BE49-F238E27FC236}">
                      <a16:creationId xmlns:a16="http://schemas.microsoft.com/office/drawing/2014/main" id="{30BD49AC-1323-452F-BD69-1E1291D1E9F0}"/>
                    </a:ext>
                  </a:extLst>
                </p:cNvPr>
                <p:cNvSpPr/>
                <p:nvPr/>
              </p:nvSpPr>
              <p:spPr>
                <a:xfrm>
                  <a:off x="5292044" y="1348541"/>
                  <a:ext cx="31596" cy="20003"/>
                </a:xfrm>
                <a:custGeom>
                  <a:avLst/>
                  <a:gdLst>
                    <a:gd name="connsiteX0" fmla="*/ 19209 w 31596"/>
                    <a:gd name="connsiteY0" fmla="*/ 6 h 20003"/>
                    <a:gd name="connsiteX1" fmla="*/ 29804 w 31596"/>
                    <a:gd name="connsiteY1" fmla="*/ 4084 h 20003"/>
                    <a:gd name="connsiteX2" fmla="*/ 31355 w 31596"/>
                    <a:gd name="connsiteY2" fmla="*/ 7941 h 20003"/>
                    <a:gd name="connsiteX3" fmla="*/ 27543 w 31596"/>
                    <a:gd name="connsiteY3" fmla="*/ 9759 h 20003"/>
                    <a:gd name="connsiteX4" fmla="*/ 14909 w 31596"/>
                    <a:gd name="connsiteY4" fmla="*/ 10601 h 20003"/>
                    <a:gd name="connsiteX5" fmla="*/ 235 w 31596"/>
                    <a:gd name="connsiteY5" fmla="*/ 19024 h 20003"/>
                    <a:gd name="connsiteX6" fmla="*/ 9766 w 31596"/>
                    <a:gd name="connsiteY6" fmla="*/ 2976 h 20003"/>
                    <a:gd name="connsiteX7" fmla="*/ 19209 w 31596"/>
                    <a:gd name="connsiteY7" fmla="*/ 6 h 20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596" h="20003">
                      <a:moveTo>
                        <a:pt x="19209" y="6"/>
                      </a:moveTo>
                      <a:cubicBezTo>
                        <a:pt x="23243" y="139"/>
                        <a:pt x="26701" y="1912"/>
                        <a:pt x="29804" y="4084"/>
                      </a:cubicBezTo>
                      <a:cubicBezTo>
                        <a:pt x="30956" y="4882"/>
                        <a:pt x="32109" y="6301"/>
                        <a:pt x="31355" y="7941"/>
                      </a:cubicBezTo>
                      <a:cubicBezTo>
                        <a:pt x="30646" y="9404"/>
                        <a:pt x="28917" y="9759"/>
                        <a:pt x="27543" y="9759"/>
                      </a:cubicBezTo>
                      <a:cubicBezTo>
                        <a:pt x="23376" y="9715"/>
                        <a:pt x="19209" y="8517"/>
                        <a:pt x="14909" y="10601"/>
                      </a:cubicBezTo>
                      <a:cubicBezTo>
                        <a:pt x="12204" y="11931"/>
                        <a:pt x="1831" y="23368"/>
                        <a:pt x="235" y="19024"/>
                      </a:cubicBezTo>
                      <a:cubicBezTo>
                        <a:pt x="-1449" y="14768"/>
                        <a:pt x="6353" y="5281"/>
                        <a:pt x="9766" y="2976"/>
                      </a:cubicBezTo>
                      <a:cubicBezTo>
                        <a:pt x="12736" y="804"/>
                        <a:pt x="16194" y="-83"/>
                        <a:pt x="19209" y="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48" name="Graphique 2">
                <a:extLst>
                  <a:ext uri="{FF2B5EF4-FFF2-40B4-BE49-F238E27FC236}">
                    <a16:creationId xmlns:a16="http://schemas.microsoft.com/office/drawing/2014/main" id="{3AEE6E92-9178-4EC1-BDAF-F44795C058D7}"/>
                  </a:ext>
                </a:extLst>
              </p:cNvPr>
              <p:cNvGrpSpPr/>
              <p:nvPr/>
            </p:nvGrpSpPr>
            <p:grpSpPr>
              <a:xfrm>
                <a:off x="5314345" y="1290022"/>
                <a:ext cx="67071" cy="64910"/>
                <a:chOff x="5314345" y="1290022"/>
                <a:chExt cx="67071" cy="64910"/>
              </a:xfrm>
              <a:solidFill>
                <a:schemeClr val="accent1"/>
              </a:solidFill>
            </p:grpSpPr>
            <p:sp>
              <p:nvSpPr>
                <p:cNvPr id="26583" name="Forme libre : forme 26582">
                  <a:extLst>
                    <a:ext uri="{FF2B5EF4-FFF2-40B4-BE49-F238E27FC236}">
                      <a16:creationId xmlns:a16="http://schemas.microsoft.com/office/drawing/2014/main" id="{D247596E-F9F3-4ADD-AC1B-97B021A87762}"/>
                    </a:ext>
                  </a:extLst>
                </p:cNvPr>
                <p:cNvSpPr/>
                <p:nvPr/>
              </p:nvSpPr>
              <p:spPr>
                <a:xfrm>
                  <a:off x="5314345" y="1290022"/>
                  <a:ext cx="66980" cy="64910"/>
                </a:xfrm>
                <a:custGeom>
                  <a:avLst/>
                  <a:gdLst>
                    <a:gd name="connsiteX0" fmla="*/ 57198 w 66980"/>
                    <a:gd name="connsiteY0" fmla="*/ 42921 h 64910"/>
                    <a:gd name="connsiteX1" fmla="*/ 49218 w 66980"/>
                    <a:gd name="connsiteY1" fmla="*/ 49393 h 64910"/>
                    <a:gd name="connsiteX2" fmla="*/ 41726 w 66980"/>
                    <a:gd name="connsiteY2" fmla="*/ 56885 h 64910"/>
                    <a:gd name="connsiteX3" fmla="*/ 36052 w 66980"/>
                    <a:gd name="connsiteY3" fmla="*/ 61584 h 64910"/>
                    <a:gd name="connsiteX4" fmla="*/ 29402 w 66980"/>
                    <a:gd name="connsiteY4" fmla="*/ 64333 h 64910"/>
                    <a:gd name="connsiteX5" fmla="*/ 16192 w 66980"/>
                    <a:gd name="connsiteY5" fmla="*/ 62382 h 64910"/>
                    <a:gd name="connsiteX6" fmla="*/ 5641 w 66980"/>
                    <a:gd name="connsiteY6" fmla="*/ 55023 h 64910"/>
                    <a:gd name="connsiteX7" fmla="*/ 11 w 66980"/>
                    <a:gd name="connsiteY7" fmla="*/ 42477 h 64910"/>
                    <a:gd name="connsiteX8" fmla="*/ 2006 w 66980"/>
                    <a:gd name="connsiteY8" fmla="*/ 34054 h 64910"/>
                    <a:gd name="connsiteX9" fmla="*/ 7503 w 66980"/>
                    <a:gd name="connsiteY9" fmla="*/ 25720 h 64910"/>
                    <a:gd name="connsiteX10" fmla="*/ 18586 w 66980"/>
                    <a:gd name="connsiteY10" fmla="*/ 14948 h 64910"/>
                    <a:gd name="connsiteX11" fmla="*/ 31043 w 66980"/>
                    <a:gd name="connsiteY11" fmla="*/ 5239 h 64910"/>
                    <a:gd name="connsiteX12" fmla="*/ 40618 w 66980"/>
                    <a:gd name="connsiteY12" fmla="*/ 851 h 64910"/>
                    <a:gd name="connsiteX13" fmla="*/ 49750 w 66980"/>
                    <a:gd name="connsiteY13" fmla="*/ 141 h 64910"/>
                    <a:gd name="connsiteX14" fmla="*/ 56888 w 66980"/>
                    <a:gd name="connsiteY14" fmla="*/ 2624 h 64910"/>
                    <a:gd name="connsiteX15" fmla="*/ 61143 w 66980"/>
                    <a:gd name="connsiteY15" fmla="*/ 7855 h 64910"/>
                    <a:gd name="connsiteX16" fmla="*/ 65931 w 66980"/>
                    <a:gd name="connsiteY16" fmla="*/ 19425 h 64910"/>
                    <a:gd name="connsiteX17" fmla="*/ 66951 w 66980"/>
                    <a:gd name="connsiteY17" fmla="*/ 25898 h 64910"/>
                    <a:gd name="connsiteX18" fmla="*/ 65488 w 66980"/>
                    <a:gd name="connsiteY18" fmla="*/ 32414 h 64910"/>
                    <a:gd name="connsiteX19" fmla="*/ 62119 w 66980"/>
                    <a:gd name="connsiteY19" fmla="*/ 38222 h 64910"/>
                    <a:gd name="connsiteX20" fmla="*/ 57198 w 66980"/>
                    <a:gd name="connsiteY20" fmla="*/ 42921 h 64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6980" h="64910">
                      <a:moveTo>
                        <a:pt x="57198" y="42921"/>
                      </a:moveTo>
                      <a:cubicBezTo>
                        <a:pt x="54494" y="45004"/>
                        <a:pt x="51745" y="46955"/>
                        <a:pt x="49218" y="49393"/>
                      </a:cubicBezTo>
                      <a:cubicBezTo>
                        <a:pt x="46558" y="51565"/>
                        <a:pt x="44209" y="54314"/>
                        <a:pt x="41726" y="56885"/>
                      </a:cubicBezTo>
                      <a:cubicBezTo>
                        <a:pt x="40086" y="58880"/>
                        <a:pt x="38136" y="60343"/>
                        <a:pt x="36052" y="61584"/>
                      </a:cubicBezTo>
                      <a:cubicBezTo>
                        <a:pt x="34013" y="62870"/>
                        <a:pt x="31752" y="63801"/>
                        <a:pt x="29402" y="64333"/>
                      </a:cubicBezTo>
                      <a:cubicBezTo>
                        <a:pt x="24836" y="65441"/>
                        <a:pt x="20004" y="65042"/>
                        <a:pt x="16192" y="62382"/>
                      </a:cubicBezTo>
                      <a:lnTo>
                        <a:pt x="5641" y="55023"/>
                      </a:lnTo>
                      <a:cubicBezTo>
                        <a:pt x="1828" y="52363"/>
                        <a:pt x="-166" y="47797"/>
                        <a:pt x="11" y="42477"/>
                      </a:cubicBezTo>
                      <a:cubicBezTo>
                        <a:pt x="144" y="39817"/>
                        <a:pt x="809" y="36936"/>
                        <a:pt x="2006" y="34054"/>
                      </a:cubicBezTo>
                      <a:cubicBezTo>
                        <a:pt x="3247" y="31173"/>
                        <a:pt x="5198" y="28380"/>
                        <a:pt x="7503" y="25720"/>
                      </a:cubicBezTo>
                      <a:cubicBezTo>
                        <a:pt x="11094" y="22085"/>
                        <a:pt x="14551" y="18317"/>
                        <a:pt x="18586" y="14948"/>
                      </a:cubicBezTo>
                      <a:cubicBezTo>
                        <a:pt x="22442" y="11446"/>
                        <a:pt x="26742" y="8342"/>
                        <a:pt x="31043" y="5239"/>
                      </a:cubicBezTo>
                      <a:cubicBezTo>
                        <a:pt x="34101" y="3156"/>
                        <a:pt x="37471" y="1781"/>
                        <a:pt x="40618" y="851"/>
                      </a:cubicBezTo>
                      <a:cubicBezTo>
                        <a:pt x="43766" y="-80"/>
                        <a:pt x="47002" y="-125"/>
                        <a:pt x="49750" y="141"/>
                      </a:cubicBezTo>
                      <a:cubicBezTo>
                        <a:pt x="52543" y="496"/>
                        <a:pt x="54893" y="1205"/>
                        <a:pt x="56888" y="2624"/>
                      </a:cubicBezTo>
                      <a:cubicBezTo>
                        <a:pt x="58838" y="3998"/>
                        <a:pt x="60301" y="5727"/>
                        <a:pt x="61143" y="7855"/>
                      </a:cubicBezTo>
                      <a:lnTo>
                        <a:pt x="65931" y="19425"/>
                      </a:lnTo>
                      <a:cubicBezTo>
                        <a:pt x="66773" y="21509"/>
                        <a:pt x="67084" y="23725"/>
                        <a:pt x="66951" y="25898"/>
                      </a:cubicBezTo>
                      <a:cubicBezTo>
                        <a:pt x="66773" y="28025"/>
                        <a:pt x="66330" y="30375"/>
                        <a:pt x="65488" y="32414"/>
                      </a:cubicBezTo>
                      <a:cubicBezTo>
                        <a:pt x="64690" y="34542"/>
                        <a:pt x="63448" y="36360"/>
                        <a:pt x="62119" y="38222"/>
                      </a:cubicBezTo>
                      <a:cubicBezTo>
                        <a:pt x="60833" y="40039"/>
                        <a:pt x="59148" y="41546"/>
                        <a:pt x="57198" y="4292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84" name="Forme libre : forme 26583">
                  <a:extLst>
                    <a:ext uri="{FF2B5EF4-FFF2-40B4-BE49-F238E27FC236}">
                      <a16:creationId xmlns:a16="http://schemas.microsoft.com/office/drawing/2014/main" id="{54222D91-55D9-4367-A990-90CE8707B3C1}"/>
                    </a:ext>
                  </a:extLst>
                </p:cNvPr>
                <p:cNvSpPr/>
                <p:nvPr/>
              </p:nvSpPr>
              <p:spPr>
                <a:xfrm>
                  <a:off x="5326015" y="1309004"/>
                  <a:ext cx="55401" cy="45904"/>
                </a:xfrm>
                <a:custGeom>
                  <a:avLst/>
                  <a:gdLst>
                    <a:gd name="connsiteX0" fmla="*/ 21855 w 55401"/>
                    <a:gd name="connsiteY0" fmla="*/ 24471 h 45904"/>
                    <a:gd name="connsiteX1" fmla="*/ 17422 w 55401"/>
                    <a:gd name="connsiteY1" fmla="*/ 30278 h 45904"/>
                    <a:gd name="connsiteX2" fmla="*/ 12191 w 55401"/>
                    <a:gd name="connsiteY2" fmla="*/ 35021 h 45904"/>
                    <a:gd name="connsiteX3" fmla="*/ 0 w 55401"/>
                    <a:gd name="connsiteY3" fmla="*/ 40164 h 45904"/>
                    <a:gd name="connsiteX4" fmla="*/ 4566 w 55401"/>
                    <a:gd name="connsiteY4" fmla="*/ 43356 h 45904"/>
                    <a:gd name="connsiteX5" fmla="*/ 17777 w 55401"/>
                    <a:gd name="connsiteY5" fmla="*/ 45306 h 45904"/>
                    <a:gd name="connsiteX6" fmla="*/ 24426 w 55401"/>
                    <a:gd name="connsiteY6" fmla="*/ 42558 h 45904"/>
                    <a:gd name="connsiteX7" fmla="*/ 30101 w 55401"/>
                    <a:gd name="connsiteY7" fmla="*/ 37859 h 45904"/>
                    <a:gd name="connsiteX8" fmla="*/ 37593 w 55401"/>
                    <a:gd name="connsiteY8" fmla="*/ 30367 h 45904"/>
                    <a:gd name="connsiteX9" fmla="*/ 45572 w 55401"/>
                    <a:gd name="connsiteY9" fmla="*/ 23894 h 45904"/>
                    <a:gd name="connsiteX10" fmla="*/ 50537 w 55401"/>
                    <a:gd name="connsiteY10" fmla="*/ 19151 h 45904"/>
                    <a:gd name="connsiteX11" fmla="*/ 53906 w 55401"/>
                    <a:gd name="connsiteY11" fmla="*/ 13344 h 45904"/>
                    <a:gd name="connsiteX12" fmla="*/ 55369 w 55401"/>
                    <a:gd name="connsiteY12" fmla="*/ 6827 h 45904"/>
                    <a:gd name="connsiteX13" fmla="*/ 54350 w 55401"/>
                    <a:gd name="connsiteY13" fmla="*/ 355 h 45904"/>
                    <a:gd name="connsiteX14" fmla="*/ 54217 w 55401"/>
                    <a:gd name="connsiteY14" fmla="*/ 0 h 45904"/>
                    <a:gd name="connsiteX15" fmla="*/ 44952 w 55401"/>
                    <a:gd name="connsiteY15" fmla="*/ 4655 h 45904"/>
                    <a:gd name="connsiteX16" fmla="*/ 36218 w 55401"/>
                    <a:gd name="connsiteY16" fmla="*/ 9930 h 45904"/>
                    <a:gd name="connsiteX17" fmla="*/ 28372 w 55401"/>
                    <a:gd name="connsiteY17" fmla="*/ 16447 h 45904"/>
                    <a:gd name="connsiteX18" fmla="*/ 21855 w 55401"/>
                    <a:gd name="connsiteY18" fmla="*/ 24471 h 45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5401" h="45904">
                      <a:moveTo>
                        <a:pt x="21855" y="24471"/>
                      </a:moveTo>
                      <a:cubicBezTo>
                        <a:pt x="20481" y="26510"/>
                        <a:pt x="19018" y="28461"/>
                        <a:pt x="17422" y="30278"/>
                      </a:cubicBezTo>
                      <a:cubicBezTo>
                        <a:pt x="15826" y="32051"/>
                        <a:pt x="14009" y="33559"/>
                        <a:pt x="12191" y="35021"/>
                      </a:cubicBezTo>
                      <a:cubicBezTo>
                        <a:pt x="8467" y="37770"/>
                        <a:pt x="4300" y="39676"/>
                        <a:pt x="0" y="40164"/>
                      </a:cubicBezTo>
                      <a:lnTo>
                        <a:pt x="4566" y="43356"/>
                      </a:lnTo>
                      <a:cubicBezTo>
                        <a:pt x="8379" y="46016"/>
                        <a:pt x="13211" y="46459"/>
                        <a:pt x="17777" y="45306"/>
                      </a:cubicBezTo>
                      <a:cubicBezTo>
                        <a:pt x="20082" y="44774"/>
                        <a:pt x="22343" y="43888"/>
                        <a:pt x="24426" y="42558"/>
                      </a:cubicBezTo>
                      <a:cubicBezTo>
                        <a:pt x="26510" y="41316"/>
                        <a:pt x="28505" y="39809"/>
                        <a:pt x="30101" y="37859"/>
                      </a:cubicBezTo>
                      <a:cubicBezTo>
                        <a:pt x="32583" y="35332"/>
                        <a:pt x="34933" y="32583"/>
                        <a:pt x="37593" y="30367"/>
                      </a:cubicBezTo>
                      <a:cubicBezTo>
                        <a:pt x="40119" y="27928"/>
                        <a:pt x="42868" y="25978"/>
                        <a:pt x="45572" y="23894"/>
                      </a:cubicBezTo>
                      <a:cubicBezTo>
                        <a:pt x="47523" y="22520"/>
                        <a:pt x="49207" y="21057"/>
                        <a:pt x="50537" y="19151"/>
                      </a:cubicBezTo>
                      <a:cubicBezTo>
                        <a:pt x="51867" y="17289"/>
                        <a:pt x="53109" y="15516"/>
                        <a:pt x="53906" y="13344"/>
                      </a:cubicBezTo>
                      <a:cubicBezTo>
                        <a:pt x="54749" y="11260"/>
                        <a:pt x="55192" y="8911"/>
                        <a:pt x="55369" y="6827"/>
                      </a:cubicBezTo>
                      <a:cubicBezTo>
                        <a:pt x="55502" y="4655"/>
                        <a:pt x="55236" y="2438"/>
                        <a:pt x="54350" y="355"/>
                      </a:cubicBezTo>
                      <a:lnTo>
                        <a:pt x="54217" y="0"/>
                      </a:lnTo>
                      <a:cubicBezTo>
                        <a:pt x="50981" y="1330"/>
                        <a:pt x="48055" y="3236"/>
                        <a:pt x="44952" y="4655"/>
                      </a:cubicBezTo>
                      <a:cubicBezTo>
                        <a:pt x="41937" y="6295"/>
                        <a:pt x="39056" y="8113"/>
                        <a:pt x="36218" y="9930"/>
                      </a:cubicBezTo>
                      <a:cubicBezTo>
                        <a:pt x="33559" y="12058"/>
                        <a:pt x="30677" y="13876"/>
                        <a:pt x="28372" y="16447"/>
                      </a:cubicBezTo>
                      <a:cubicBezTo>
                        <a:pt x="25889" y="18885"/>
                        <a:pt x="23673" y="21456"/>
                        <a:pt x="21855" y="2447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85" name="Forme libre : forme 26584">
                  <a:extLst>
                    <a:ext uri="{FF2B5EF4-FFF2-40B4-BE49-F238E27FC236}">
                      <a16:creationId xmlns:a16="http://schemas.microsoft.com/office/drawing/2014/main" id="{51DABA02-1F12-4F9D-BA4B-86E96F04EDD7}"/>
                    </a:ext>
                  </a:extLst>
                </p:cNvPr>
                <p:cNvSpPr/>
                <p:nvPr/>
              </p:nvSpPr>
              <p:spPr>
                <a:xfrm>
                  <a:off x="5339267" y="1308117"/>
                  <a:ext cx="26953" cy="24183"/>
                </a:xfrm>
                <a:custGeom>
                  <a:avLst/>
                  <a:gdLst>
                    <a:gd name="connsiteX0" fmla="*/ 26247 w 26953"/>
                    <a:gd name="connsiteY0" fmla="*/ 2793 h 24183"/>
                    <a:gd name="connsiteX1" fmla="*/ 25626 w 26953"/>
                    <a:gd name="connsiteY1" fmla="*/ 10374 h 24183"/>
                    <a:gd name="connsiteX2" fmla="*/ 22833 w 26953"/>
                    <a:gd name="connsiteY2" fmla="*/ 14585 h 24183"/>
                    <a:gd name="connsiteX3" fmla="*/ 18710 w 26953"/>
                    <a:gd name="connsiteY3" fmla="*/ 18530 h 24183"/>
                    <a:gd name="connsiteX4" fmla="*/ 9268 w 26953"/>
                    <a:gd name="connsiteY4" fmla="*/ 23717 h 24183"/>
                    <a:gd name="connsiteX5" fmla="*/ 1643 w 26953"/>
                    <a:gd name="connsiteY5" fmla="*/ 22653 h 24183"/>
                    <a:gd name="connsiteX6" fmla="*/ 579 w 26953"/>
                    <a:gd name="connsiteY6" fmla="*/ 14940 h 24183"/>
                    <a:gd name="connsiteX7" fmla="*/ 7716 w 26953"/>
                    <a:gd name="connsiteY7" fmla="*/ 5009 h 24183"/>
                    <a:gd name="connsiteX8" fmla="*/ 13479 w 26953"/>
                    <a:gd name="connsiteY8" fmla="*/ 1552 h 24183"/>
                    <a:gd name="connsiteX9" fmla="*/ 18976 w 26953"/>
                    <a:gd name="connsiteY9" fmla="*/ 44 h 24183"/>
                    <a:gd name="connsiteX10" fmla="*/ 26247 w 26953"/>
                    <a:gd name="connsiteY10" fmla="*/ 2793 h 24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953" h="24183">
                      <a:moveTo>
                        <a:pt x="26247" y="2793"/>
                      </a:moveTo>
                      <a:cubicBezTo>
                        <a:pt x="27444" y="4876"/>
                        <a:pt x="27045" y="7625"/>
                        <a:pt x="25626" y="10374"/>
                      </a:cubicBezTo>
                      <a:cubicBezTo>
                        <a:pt x="24872" y="11703"/>
                        <a:pt x="23941" y="13166"/>
                        <a:pt x="22833" y="14585"/>
                      </a:cubicBezTo>
                      <a:cubicBezTo>
                        <a:pt x="21681" y="16004"/>
                        <a:pt x="20306" y="17289"/>
                        <a:pt x="18710" y="18530"/>
                      </a:cubicBezTo>
                      <a:cubicBezTo>
                        <a:pt x="15696" y="21235"/>
                        <a:pt x="12238" y="22786"/>
                        <a:pt x="9268" y="23717"/>
                      </a:cubicBezTo>
                      <a:cubicBezTo>
                        <a:pt x="6253" y="24559"/>
                        <a:pt x="3416" y="24293"/>
                        <a:pt x="1643" y="22653"/>
                      </a:cubicBezTo>
                      <a:cubicBezTo>
                        <a:pt x="-130" y="21013"/>
                        <a:pt x="-441" y="18220"/>
                        <a:pt x="579" y="14940"/>
                      </a:cubicBezTo>
                      <a:cubicBezTo>
                        <a:pt x="1510" y="11615"/>
                        <a:pt x="4170" y="8157"/>
                        <a:pt x="7716" y="5009"/>
                      </a:cubicBezTo>
                      <a:cubicBezTo>
                        <a:pt x="9578" y="3547"/>
                        <a:pt x="11573" y="2438"/>
                        <a:pt x="13479" y="1552"/>
                      </a:cubicBezTo>
                      <a:cubicBezTo>
                        <a:pt x="15341" y="665"/>
                        <a:pt x="17203" y="133"/>
                        <a:pt x="18976" y="44"/>
                      </a:cubicBezTo>
                      <a:cubicBezTo>
                        <a:pt x="22434" y="-222"/>
                        <a:pt x="25050" y="709"/>
                        <a:pt x="26247" y="279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86" name="Forme libre : forme 26585">
                  <a:extLst>
                    <a:ext uri="{FF2B5EF4-FFF2-40B4-BE49-F238E27FC236}">
                      <a16:creationId xmlns:a16="http://schemas.microsoft.com/office/drawing/2014/main" id="{EDAFA135-9F98-42AE-BCD7-2495EC3AA95E}"/>
                    </a:ext>
                  </a:extLst>
                </p:cNvPr>
                <p:cNvSpPr/>
                <p:nvPr/>
              </p:nvSpPr>
              <p:spPr>
                <a:xfrm>
                  <a:off x="5339298" y="1320575"/>
                  <a:ext cx="23379" cy="11726"/>
                </a:xfrm>
                <a:custGeom>
                  <a:avLst/>
                  <a:gdLst>
                    <a:gd name="connsiteX0" fmla="*/ 1568 w 23379"/>
                    <a:gd name="connsiteY0" fmla="*/ 0 h 11726"/>
                    <a:gd name="connsiteX1" fmla="*/ 1657 w 23379"/>
                    <a:gd name="connsiteY1" fmla="*/ 10196 h 11726"/>
                    <a:gd name="connsiteX2" fmla="*/ 9282 w 23379"/>
                    <a:gd name="connsiteY2" fmla="*/ 11260 h 11726"/>
                    <a:gd name="connsiteX3" fmla="*/ 18724 w 23379"/>
                    <a:gd name="connsiteY3" fmla="*/ 6073 h 11726"/>
                    <a:gd name="connsiteX4" fmla="*/ 23379 w 23379"/>
                    <a:gd name="connsiteY4" fmla="*/ 1374 h 11726"/>
                    <a:gd name="connsiteX5" fmla="*/ 20099 w 23379"/>
                    <a:gd name="connsiteY5" fmla="*/ 3059 h 11726"/>
                    <a:gd name="connsiteX6" fmla="*/ 9725 w 23379"/>
                    <a:gd name="connsiteY6" fmla="*/ 3945 h 11726"/>
                    <a:gd name="connsiteX7" fmla="*/ 1568 w 23379"/>
                    <a:gd name="connsiteY7" fmla="*/ 0 h 11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379" h="11726">
                      <a:moveTo>
                        <a:pt x="1568" y="0"/>
                      </a:moveTo>
                      <a:cubicBezTo>
                        <a:pt x="-515" y="4300"/>
                        <a:pt x="-560" y="8157"/>
                        <a:pt x="1657" y="10196"/>
                      </a:cubicBezTo>
                      <a:cubicBezTo>
                        <a:pt x="3430" y="11836"/>
                        <a:pt x="6267" y="12102"/>
                        <a:pt x="9282" y="11260"/>
                      </a:cubicBezTo>
                      <a:cubicBezTo>
                        <a:pt x="12252" y="10329"/>
                        <a:pt x="15710" y="8777"/>
                        <a:pt x="18724" y="6073"/>
                      </a:cubicBezTo>
                      <a:cubicBezTo>
                        <a:pt x="20586" y="4610"/>
                        <a:pt x="22182" y="3059"/>
                        <a:pt x="23379" y="1374"/>
                      </a:cubicBezTo>
                      <a:cubicBezTo>
                        <a:pt x="22360" y="2083"/>
                        <a:pt x="21295" y="2660"/>
                        <a:pt x="20099" y="3059"/>
                      </a:cubicBezTo>
                      <a:cubicBezTo>
                        <a:pt x="16596" y="3857"/>
                        <a:pt x="13139" y="4433"/>
                        <a:pt x="9725" y="3945"/>
                      </a:cubicBezTo>
                      <a:cubicBezTo>
                        <a:pt x="6356" y="3458"/>
                        <a:pt x="3341" y="2305"/>
                        <a:pt x="1568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87" name="Forme libre : forme 26586">
                  <a:extLst>
                    <a:ext uri="{FF2B5EF4-FFF2-40B4-BE49-F238E27FC236}">
                      <a16:creationId xmlns:a16="http://schemas.microsoft.com/office/drawing/2014/main" id="{914BB637-81E6-45E7-8A5A-21889942CE46}"/>
                    </a:ext>
                  </a:extLst>
                </p:cNvPr>
                <p:cNvSpPr/>
                <p:nvPr/>
              </p:nvSpPr>
              <p:spPr>
                <a:xfrm>
                  <a:off x="5341806" y="1308850"/>
                  <a:ext cx="26701" cy="23714"/>
                </a:xfrm>
                <a:custGeom>
                  <a:avLst/>
                  <a:gdLst>
                    <a:gd name="connsiteX0" fmla="*/ 26013 w 26701"/>
                    <a:gd name="connsiteY0" fmla="*/ 2859 h 23714"/>
                    <a:gd name="connsiteX1" fmla="*/ 25393 w 26701"/>
                    <a:gd name="connsiteY1" fmla="*/ 10439 h 23714"/>
                    <a:gd name="connsiteX2" fmla="*/ 22556 w 26701"/>
                    <a:gd name="connsiteY2" fmla="*/ 14517 h 23714"/>
                    <a:gd name="connsiteX3" fmla="*/ 18521 w 26701"/>
                    <a:gd name="connsiteY3" fmla="*/ 18419 h 23714"/>
                    <a:gd name="connsiteX4" fmla="*/ 13822 w 26701"/>
                    <a:gd name="connsiteY4" fmla="*/ 21522 h 23714"/>
                    <a:gd name="connsiteX5" fmla="*/ 9123 w 26701"/>
                    <a:gd name="connsiteY5" fmla="*/ 23295 h 23714"/>
                    <a:gd name="connsiteX6" fmla="*/ 1631 w 26701"/>
                    <a:gd name="connsiteY6" fmla="*/ 22098 h 23714"/>
                    <a:gd name="connsiteX7" fmla="*/ 567 w 26701"/>
                    <a:gd name="connsiteY7" fmla="*/ 14384 h 23714"/>
                    <a:gd name="connsiteX8" fmla="*/ 3183 w 26701"/>
                    <a:gd name="connsiteY8" fmla="*/ 9464 h 23714"/>
                    <a:gd name="connsiteX9" fmla="*/ 7749 w 26701"/>
                    <a:gd name="connsiteY9" fmla="*/ 4720 h 23714"/>
                    <a:gd name="connsiteX10" fmla="*/ 13423 w 26701"/>
                    <a:gd name="connsiteY10" fmla="*/ 1351 h 23714"/>
                    <a:gd name="connsiteX11" fmla="*/ 18876 w 26701"/>
                    <a:gd name="connsiteY11" fmla="*/ 21 h 23714"/>
                    <a:gd name="connsiteX12" fmla="*/ 26013 w 26701"/>
                    <a:gd name="connsiteY12" fmla="*/ 2859 h 23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701" h="23714">
                      <a:moveTo>
                        <a:pt x="26013" y="2859"/>
                      </a:moveTo>
                      <a:cubicBezTo>
                        <a:pt x="27166" y="4942"/>
                        <a:pt x="26811" y="7735"/>
                        <a:pt x="25393" y="10439"/>
                      </a:cubicBezTo>
                      <a:cubicBezTo>
                        <a:pt x="24728" y="11858"/>
                        <a:pt x="23664" y="13055"/>
                        <a:pt x="22556" y="14517"/>
                      </a:cubicBezTo>
                      <a:cubicBezTo>
                        <a:pt x="21447" y="15892"/>
                        <a:pt x="20073" y="17222"/>
                        <a:pt x="18521" y="18419"/>
                      </a:cubicBezTo>
                      <a:cubicBezTo>
                        <a:pt x="16926" y="19571"/>
                        <a:pt x="15463" y="20768"/>
                        <a:pt x="13822" y="21522"/>
                      </a:cubicBezTo>
                      <a:cubicBezTo>
                        <a:pt x="12226" y="22364"/>
                        <a:pt x="10586" y="22852"/>
                        <a:pt x="9123" y="23295"/>
                      </a:cubicBezTo>
                      <a:cubicBezTo>
                        <a:pt x="6153" y="24093"/>
                        <a:pt x="3360" y="23783"/>
                        <a:pt x="1631" y="22098"/>
                      </a:cubicBezTo>
                      <a:cubicBezTo>
                        <a:pt x="-98" y="20414"/>
                        <a:pt x="-452" y="17665"/>
                        <a:pt x="567" y="14384"/>
                      </a:cubicBezTo>
                      <a:cubicBezTo>
                        <a:pt x="1011" y="12700"/>
                        <a:pt x="1986" y="11148"/>
                        <a:pt x="3183" y="9464"/>
                      </a:cubicBezTo>
                      <a:cubicBezTo>
                        <a:pt x="4424" y="7868"/>
                        <a:pt x="5843" y="6095"/>
                        <a:pt x="7749" y="4720"/>
                      </a:cubicBezTo>
                      <a:cubicBezTo>
                        <a:pt x="9611" y="3346"/>
                        <a:pt x="11562" y="2193"/>
                        <a:pt x="13423" y="1351"/>
                      </a:cubicBezTo>
                      <a:cubicBezTo>
                        <a:pt x="15241" y="465"/>
                        <a:pt x="17236" y="199"/>
                        <a:pt x="18876" y="21"/>
                      </a:cubicBezTo>
                      <a:cubicBezTo>
                        <a:pt x="22290" y="-156"/>
                        <a:pt x="24861" y="775"/>
                        <a:pt x="26013" y="285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88" name="Forme libre : forme 26587">
                  <a:extLst>
                    <a:ext uri="{FF2B5EF4-FFF2-40B4-BE49-F238E27FC236}">
                      <a16:creationId xmlns:a16="http://schemas.microsoft.com/office/drawing/2014/main" id="{389665E1-7325-4AB2-8F20-A946029558E2}"/>
                    </a:ext>
                  </a:extLst>
                </p:cNvPr>
                <p:cNvSpPr/>
                <p:nvPr/>
              </p:nvSpPr>
              <p:spPr>
                <a:xfrm>
                  <a:off x="5323781" y="1320836"/>
                  <a:ext cx="43464" cy="25387"/>
                </a:xfrm>
                <a:custGeom>
                  <a:avLst/>
                  <a:gdLst>
                    <a:gd name="connsiteX0" fmla="*/ 9371 w 43464"/>
                    <a:gd name="connsiteY0" fmla="*/ 20929 h 25387"/>
                    <a:gd name="connsiteX1" fmla="*/ 16420 w 43464"/>
                    <a:gd name="connsiteY1" fmla="*/ 25140 h 25387"/>
                    <a:gd name="connsiteX2" fmla="*/ 24621 w 43464"/>
                    <a:gd name="connsiteY2" fmla="*/ 24254 h 25387"/>
                    <a:gd name="connsiteX3" fmla="*/ 32423 w 43464"/>
                    <a:gd name="connsiteY3" fmla="*/ 20042 h 25387"/>
                    <a:gd name="connsiteX4" fmla="*/ 35305 w 43464"/>
                    <a:gd name="connsiteY4" fmla="*/ 17781 h 25387"/>
                    <a:gd name="connsiteX5" fmla="*/ 38009 w 43464"/>
                    <a:gd name="connsiteY5" fmla="*/ 15432 h 25387"/>
                    <a:gd name="connsiteX6" fmla="*/ 40314 w 43464"/>
                    <a:gd name="connsiteY6" fmla="*/ 12727 h 25387"/>
                    <a:gd name="connsiteX7" fmla="*/ 42221 w 43464"/>
                    <a:gd name="connsiteY7" fmla="*/ 9846 h 25387"/>
                    <a:gd name="connsiteX8" fmla="*/ 43462 w 43464"/>
                    <a:gd name="connsiteY8" fmla="*/ 4704 h 25387"/>
                    <a:gd name="connsiteX9" fmla="*/ 41467 w 43464"/>
                    <a:gd name="connsiteY9" fmla="*/ 669 h 25387"/>
                    <a:gd name="connsiteX10" fmla="*/ 34950 w 43464"/>
                    <a:gd name="connsiteY10" fmla="*/ 403 h 25387"/>
                    <a:gd name="connsiteX11" fmla="*/ 26705 w 43464"/>
                    <a:gd name="connsiteY11" fmla="*/ 1423 h 25387"/>
                    <a:gd name="connsiteX12" fmla="*/ 18459 w 43464"/>
                    <a:gd name="connsiteY12" fmla="*/ 1822 h 25387"/>
                    <a:gd name="connsiteX13" fmla="*/ 8928 w 43464"/>
                    <a:gd name="connsiteY13" fmla="*/ 2354 h 25387"/>
                    <a:gd name="connsiteX14" fmla="*/ 461 w 43464"/>
                    <a:gd name="connsiteY14" fmla="*/ 8250 h 25387"/>
                    <a:gd name="connsiteX15" fmla="*/ 9371 w 43464"/>
                    <a:gd name="connsiteY15" fmla="*/ 20929 h 25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3464" h="25387">
                      <a:moveTo>
                        <a:pt x="9371" y="20929"/>
                      </a:moveTo>
                      <a:cubicBezTo>
                        <a:pt x="11455" y="22702"/>
                        <a:pt x="13672" y="24520"/>
                        <a:pt x="16420" y="25140"/>
                      </a:cubicBezTo>
                      <a:cubicBezTo>
                        <a:pt x="19036" y="25716"/>
                        <a:pt x="21828" y="25229"/>
                        <a:pt x="24621" y="24254"/>
                      </a:cubicBezTo>
                      <a:cubicBezTo>
                        <a:pt x="27370" y="23190"/>
                        <a:pt x="30030" y="21638"/>
                        <a:pt x="32423" y="20042"/>
                      </a:cubicBezTo>
                      <a:cubicBezTo>
                        <a:pt x="33399" y="19333"/>
                        <a:pt x="34374" y="18579"/>
                        <a:pt x="35305" y="17781"/>
                      </a:cubicBezTo>
                      <a:cubicBezTo>
                        <a:pt x="36280" y="17072"/>
                        <a:pt x="37167" y="16274"/>
                        <a:pt x="38009" y="15432"/>
                      </a:cubicBezTo>
                      <a:cubicBezTo>
                        <a:pt x="38851" y="14589"/>
                        <a:pt x="39605" y="13658"/>
                        <a:pt x="40314" y="12727"/>
                      </a:cubicBezTo>
                      <a:cubicBezTo>
                        <a:pt x="41068" y="11841"/>
                        <a:pt x="41689" y="10910"/>
                        <a:pt x="42221" y="9846"/>
                      </a:cubicBezTo>
                      <a:cubicBezTo>
                        <a:pt x="43019" y="8294"/>
                        <a:pt x="43506" y="6432"/>
                        <a:pt x="43462" y="4704"/>
                      </a:cubicBezTo>
                      <a:cubicBezTo>
                        <a:pt x="43462" y="3063"/>
                        <a:pt x="42930" y="1556"/>
                        <a:pt x="41467" y="669"/>
                      </a:cubicBezTo>
                      <a:cubicBezTo>
                        <a:pt x="39694" y="-439"/>
                        <a:pt x="37300" y="93"/>
                        <a:pt x="34950" y="403"/>
                      </a:cubicBezTo>
                      <a:cubicBezTo>
                        <a:pt x="32335" y="714"/>
                        <a:pt x="29586" y="1068"/>
                        <a:pt x="26705" y="1423"/>
                      </a:cubicBezTo>
                      <a:cubicBezTo>
                        <a:pt x="24001" y="1733"/>
                        <a:pt x="21119" y="1778"/>
                        <a:pt x="18459" y="1822"/>
                      </a:cubicBezTo>
                      <a:cubicBezTo>
                        <a:pt x="16198" y="1866"/>
                        <a:pt x="12563" y="1645"/>
                        <a:pt x="8928" y="2354"/>
                      </a:cubicBezTo>
                      <a:cubicBezTo>
                        <a:pt x="5382" y="3063"/>
                        <a:pt x="2057" y="4837"/>
                        <a:pt x="461" y="8250"/>
                      </a:cubicBezTo>
                      <a:cubicBezTo>
                        <a:pt x="-2066" y="14634"/>
                        <a:pt x="6490" y="18446"/>
                        <a:pt x="9371" y="2092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89" name="Forme libre : forme 26588">
                  <a:extLst>
                    <a:ext uri="{FF2B5EF4-FFF2-40B4-BE49-F238E27FC236}">
                      <a16:creationId xmlns:a16="http://schemas.microsoft.com/office/drawing/2014/main" id="{8EFF89FC-3043-4218-B3DE-953877489273}"/>
                    </a:ext>
                  </a:extLst>
                </p:cNvPr>
                <p:cNvSpPr/>
                <p:nvPr/>
              </p:nvSpPr>
              <p:spPr>
                <a:xfrm>
                  <a:off x="5330072" y="1317474"/>
                  <a:ext cx="8132" cy="14415"/>
                </a:xfrm>
                <a:custGeom>
                  <a:avLst/>
                  <a:gdLst>
                    <a:gd name="connsiteX0" fmla="*/ 199 w 8132"/>
                    <a:gd name="connsiteY0" fmla="*/ 12233 h 14415"/>
                    <a:gd name="connsiteX1" fmla="*/ 1086 w 8132"/>
                    <a:gd name="connsiteY1" fmla="*/ 14050 h 14415"/>
                    <a:gd name="connsiteX2" fmla="*/ 3169 w 8132"/>
                    <a:gd name="connsiteY2" fmla="*/ 14139 h 14415"/>
                    <a:gd name="connsiteX3" fmla="*/ 4677 w 8132"/>
                    <a:gd name="connsiteY3" fmla="*/ 12277 h 14415"/>
                    <a:gd name="connsiteX4" fmla="*/ 7381 w 8132"/>
                    <a:gd name="connsiteY4" fmla="*/ 6780 h 14415"/>
                    <a:gd name="connsiteX5" fmla="*/ 8090 w 8132"/>
                    <a:gd name="connsiteY5" fmla="*/ 4475 h 14415"/>
                    <a:gd name="connsiteX6" fmla="*/ 2770 w 8132"/>
                    <a:gd name="connsiteY6" fmla="*/ 1815 h 14415"/>
                    <a:gd name="connsiteX7" fmla="*/ 199 w 8132"/>
                    <a:gd name="connsiteY7" fmla="*/ 12233 h 14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132" h="14415">
                      <a:moveTo>
                        <a:pt x="199" y="12233"/>
                      </a:moveTo>
                      <a:cubicBezTo>
                        <a:pt x="332" y="12942"/>
                        <a:pt x="598" y="13651"/>
                        <a:pt x="1086" y="14050"/>
                      </a:cubicBezTo>
                      <a:cubicBezTo>
                        <a:pt x="1573" y="14449"/>
                        <a:pt x="2416" y="14582"/>
                        <a:pt x="3169" y="14139"/>
                      </a:cubicBezTo>
                      <a:cubicBezTo>
                        <a:pt x="3834" y="13740"/>
                        <a:pt x="4322" y="12986"/>
                        <a:pt x="4677" y="12277"/>
                      </a:cubicBezTo>
                      <a:cubicBezTo>
                        <a:pt x="5652" y="10415"/>
                        <a:pt x="6583" y="8597"/>
                        <a:pt x="7381" y="6780"/>
                      </a:cubicBezTo>
                      <a:cubicBezTo>
                        <a:pt x="7691" y="6026"/>
                        <a:pt x="8001" y="5228"/>
                        <a:pt x="8090" y="4475"/>
                      </a:cubicBezTo>
                      <a:cubicBezTo>
                        <a:pt x="8489" y="1283"/>
                        <a:pt x="6051" y="-2219"/>
                        <a:pt x="2770" y="1815"/>
                      </a:cubicBezTo>
                      <a:cubicBezTo>
                        <a:pt x="243" y="4874"/>
                        <a:pt x="-377" y="9395"/>
                        <a:pt x="199" y="1223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90" name="Forme libre : forme 26589">
                  <a:extLst>
                    <a:ext uri="{FF2B5EF4-FFF2-40B4-BE49-F238E27FC236}">
                      <a16:creationId xmlns:a16="http://schemas.microsoft.com/office/drawing/2014/main" id="{3AC3DFED-1387-4B9F-8EA4-3935FBD4D220}"/>
                    </a:ext>
                  </a:extLst>
                </p:cNvPr>
                <p:cNvSpPr/>
                <p:nvPr/>
              </p:nvSpPr>
              <p:spPr>
                <a:xfrm>
                  <a:off x="5371233" y="1308428"/>
                  <a:ext cx="7615" cy="23451"/>
                </a:xfrm>
                <a:custGeom>
                  <a:avLst/>
                  <a:gdLst>
                    <a:gd name="connsiteX0" fmla="*/ 6472 w 7615"/>
                    <a:gd name="connsiteY0" fmla="*/ 0 h 23451"/>
                    <a:gd name="connsiteX1" fmla="*/ 7137 w 7615"/>
                    <a:gd name="connsiteY1" fmla="*/ 1995 h 23451"/>
                    <a:gd name="connsiteX2" fmla="*/ 7581 w 7615"/>
                    <a:gd name="connsiteY2" fmla="*/ 7315 h 23451"/>
                    <a:gd name="connsiteX3" fmla="*/ 5719 w 7615"/>
                    <a:gd name="connsiteY3" fmla="*/ 14718 h 23451"/>
                    <a:gd name="connsiteX4" fmla="*/ 0 w 7615"/>
                    <a:gd name="connsiteY4" fmla="*/ 23451 h 23451"/>
                    <a:gd name="connsiteX5" fmla="*/ 1197 w 7615"/>
                    <a:gd name="connsiteY5" fmla="*/ 21678 h 23451"/>
                    <a:gd name="connsiteX6" fmla="*/ 3679 w 7615"/>
                    <a:gd name="connsiteY6" fmla="*/ 16713 h 23451"/>
                    <a:gd name="connsiteX7" fmla="*/ 6073 w 7615"/>
                    <a:gd name="connsiteY7" fmla="*/ 9398 h 23451"/>
                    <a:gd name="connsiteX8" fmla="*/ 6472 w 7615"/>
                    <a:gd name="connsiteY8" fmla="*/ 0 h 23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5" h="23451">
                      <a:moveTo>
                        <a:pt x="6472" y="0"/>
                      </a:moveTo>
                      <a:cubicBezTo>
                        <a:pt x="6472" y="0"/>
                        <a:pt x="6827" y="754"/>
                        <a:pt x="7137" y="1995"/>
                      </a:cubicBezTo>
                      <a:cubicBezTo>
                        <a:pt x="7448" y="3236"/>
                        <a:pt x="7714" y="5098"/>
                        <a:pt x="7581" y="7315"/>
                      </a:cubicBezTo>
                      <a:cubicBezTo>
                        <a:pt x="7448" y="9531"/>
                        <a:pt x="6960" y="12058"/>
                        <a:pt x="5719" y="14718"/>
                      </a:cubicBezTo>
                      <a:cubicBezTo>
                        <a:pt x="4433" y="17289"/>
                        <a:pt x="2837" y="20525"/>
                        <a:pt x="0" y="23451"/>
                      </a:cubicBezTo>
                      <a:cubicBezTo>
                        <a:pt x="0" y="23451"/>
                        <a:pt x="488" y="22786"/>
                        <a:pt x="1197" y="21678"/>
                      </a:cubicBezTo>
                      <a:cubicBezTo>
                        <a:pt x="1906" y="20525"/>
                        <a:pt x="2837" y="18885"/>
                        <a:pt x="3679" y="16713"/>
                      </a:cubicBezTo>
                      <a:cubicBezTo>
                        <a:pt x="4522" y="14585"/>
                        <a:pt x="5541" y="12280"/>
                        <a:pt x="6073" y="9398"/>
                      </a:cubicBezTo>
                      <a:cubicBezTo>
                        <a:pt x="6738" y="6650"/>
                        <a:pt x="6960" y="3369"/>
                        <a:pt x="647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91" name="Forme libre : forme 26590">
                  <a:extLst>
                    <a:ext uri="{FF2B5EF4-FFF2-40B4-BE49-F238E27FC236}">
                      <a16:creationId xmlns:a16="http://schemas.microsoft.com/office/drawing/2014/main" id="{960524F0-E7A7-4013-BDA8-B8A9E9E235FE}"/>
                    </a:ext>
                  </a:extLst>
                </p:cNvPr>
                <p:cNvSpPr/>
                <p:nvPr/>
              </p:nvSpPr>
              <p:spPr>
                <a:xfrm>
                  <a:off x="5316776" y="1315432"/>
                  <a:ext cx="7200" cy="29258"/>
                </a:xfrm>
                <a:custGeom>
                  <a:avLst/>
                  <a:gdLst>
                    <a:gd name="connsiteX0" fmla="*/ 7200 w 7200"/>
                    <a:gd name="connsiteY0" fmla="*/ 0 h 29258"/>
                    <a:gd name="connsiteX1" fmla="*/ 5028 w 7200"/>
                    <a:gd name="connsiteY1" fmla="*/ 2926 h 29258"/>
                    <a:gd name="connsiteX2" fmla="*/ 1260 w 7200"/>
                    <a:gd name="connsiteY2" fmla="*/ 10329 h 29258"/>
                    <a:gd name="connsiteX3" fmla="*/ 152 w 7200"/>
                    <a:gd name="connsiteY3" fmla="*/ 19905 h 29258"/>
                    <a:gd name="connsiteX4" fmla="*/ 5205 w 7200"/>
                    <a:gd name="connsiteY4" fmla="*/ 29258 h 29258"/>
                    <a:gd name="connsiteX5" fmla="*/ 1748 w 7200"/>
                    <a:gd name="connsiteY5" fmla="*/ 21234 h 29258"/>
                    <a:gd name="connsiteX6" fmla="*/ 1792 w 7200"/>
                    <a:gd name="connsiteY6" fmla="*/ 11969 h 29258"/>
                    <a:gd name="connsiteX7" fmla="*/ 7200 w 7200"/>
                    <a:gd name="connsiteY7" fmla="*/ 0 h 29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00" h="29258">
                      <a:moveTo>
                        <a:pt x="7200" y="0"/>
                      </a:moveTo>
                      <a:cubicBezTo>
                        <a:pt x="7200" y="0"/>
                        <a:pt x="6225" y="1064"/>
                        <a:pt x="5028" y="2926"/>
                      </a:cubicBezTo>
                      <a:cubicBezTo>
                        <a:pt x="3831" y="4788"/>
                        <a:pt x="2235" y="7359"/>
                        <a:pt x="1260" y="10329"/>
                      </a:cubicBezTo>
                      <a:cubicBezTo>
                        <a:pt x="285" y="13344"/>
                        <a:pt x="-292" y="16668"/>
                        <a:pt x="152" y="19905"/>
                      </a:cubicBezTo>
                      <a:cubicBezTo>
                        <a:pt x="684" y="23185"/>
                        <a:pt x="2191" y="26421"/>
                        <a:pt x="5205" y="29258"/>
                      </a:cubicBezTo>
                      <a:cubicBezTo>
                        <a:pt x="5205" y="29258"/>
                        <a:pt x="2856" y="26377"/>
                        <a:pt x="1748" y="21234"/>
                      </a:cubicBezTo>
                      <a:cubicBezTo>
                        <a:pt x="1260" y="18663"/>
                        <a:pt x="1127" y="15560"/>
                        <a:pt x="1792" y="11969"/>
                      </a:cubicBezTo>
                      <a:cubicBezTo>
                        <a:pt x="2368" y="8378"/>
                        <a:pt x="4186" y="4344"/>
                        <a:pt x="720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92" name="Forme libre : forme 26591">
                  <a:extLst>
                    <a:ext uri="{FF2B5EF4-FFF2-40B4-BE49-F238E27FC236}">
                      <a16:creationId xmlns:a16="http://schemas.microsoft.com/office/drawing/2014/main" id="{D2EDECF2-77C9-46EB-A873-8CA8CD96D0FD}"/>
                    </a:ext>
                  </a:extLst>
                </p:cNvPr>
                <p:cNvSpPr/>
                <p:nvPr/>
              </p:nvSpPr>
              <p:spPr>
                <a:xfrm>
                  <a:off x="5347016" y="1311185"/>
                  <a:ext cx="11426" cy="7539"/>
                </a:xfrm>
                <a:custGeom>
                  <a:avLst/>
                  <a:gdLst>
                    <a:gd name="connsiteX0" fmla="*/ 11405 w 11426"/>
                    <a:gd name="connsiteY0" fmla="*/ 1410 h 7539"/>
                    <a:gd name="connsiteX1" fmla="*/ 6351 w 11426"/>
                    <a:gd name="connsiteY1" fmla="*/ 6553 h 7539"/>
                    <a:gd name="connsiteX2" fmla="*/ 56 w 11426"/>
                    <a:gd name="connsiteY2" fmla="*/ 6331 h 7539"/>
                    <a:gd name="connsiteX3" fmla="*/ 5154 w 11426"/>
                    <a:gd name="connsiteY3" fmla="*/ 834 h 7539"/>
                    <a:gd name="connsiteX4" fmla="*/ 11405 w 11426"/>
                    <a:gd name="connsiteY4" fmla="*/ 1410 h 7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26" h="7539">
                      <a:moveTo>
                        <a:pt x="11405" y="1410"/>
                      </a:moveTo>
                      <a:cubicBezTo>
                        <a:pt x="11671" y="3051"/>
                        <a:pt x="9454" y="5311"/>
                        <a:pt x="6351" y="6553"/>
                      </a:cubicBezTo>
                      <a:cubicBezTo>
                        <a:pt x="3248" y="7838"/>
                        <a:pt x="500" y="7971"/>
                        <a:pt x="56" y="6331"/>
                      </a:cubicBezTo>
                      <a:cubicBezTo>
                        <a:pt x="-387" y="4735"/>
                        <a:pt x="1830" y="2120"/>
                        <a:pt x="5154" y="834"/>
                      </a:cubicBezTo>
                      <a:cubicBezTo>
                        <a:pt x="8346" y="-496"/>
                        <a:pt x="11139" y="-186"/>
                        <a:pt x="11405" y="141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93" name="Forme libre : forme 26592">
                  <a:extLst>
                    <a:ext uri="{FF2B5EF4-FFF2-40B4-BE49-F238E27FC236}">
                      <a16:creationId xmlns:a16="http://schemas.microsoft.com/office/drawing/2014/main" id="{B4B9F6B4-A49C-408D-AF05-1A02AF0537F0}"/>
                    </a:ext>
                  </a:extLst>
                </p:cNvPr>
                <p:cNvSpPr/>
                <p:nvPr/>
              </p:nvSpPr>
              <p:spPr>
                <a:xfrm>
                  <a:off x="5356517" y="1310582"/>
                  <a:ext cx="3112" cy="2761"/>
                </a:xfrm>
                <a:custGeom>
                  <a:avLst/>
                  <a:gdLst>
                    <a:gd name="connsiteX0" fmla="*/ 2968 w 3112"/>
                    <a:gd name="connsiteY0" fmla="*/ 461 h 2761"/>
                    <a:gd name="connsiteX1" fmla="*/ 2214 w 3112"/>
                    <a:gd name="connsiteY1" fmla="*/ 2367 h 2761"/>
                    <a:gd name="connsiteX2" fmla="*/ 175 w 3112"/>
                    <a:gd name="connsiteY2" fmla="*/ 2323 h 2761"/>
                    <a:gd name="connsiteX3" fmla="*/ 840 w 3112"/>
                    <a:gd name="connsiteY3" fmla="*/ 284 h 2761"/>
                    <a:gd name="connsiteX4" fmla="*/ 2968 w 3112"/>
                    <a:gd name="connsiteY4" fmla="*/ 461 h 2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12" h="2761">
                      <a:moveTo>
                        <a:pt x="2968" y="461"/>
                      </a:moveTo>
                      <a:cubicBezTo>
                        <a:pt x="3322" y="1037"/>
                        <a:pt x="3012" y="1880"/>
                        <a:pt x="2214" y="2367"/>
                      </a:cubicBezTo>
                      <a:cubicBezTo>
                        <a:pt x="1460" y="2899"/>
                        <a:pt x="574" y="2899"/>
                        <a:pt x="175" y="2323"/>
                      </a:cubicBezTo>
                      <a:cubicBezTo>
                        <a:pt x="-224" y="1747"/>
                        <a:pt x="86" y="860"/>
                        <a:pt x="840" y="284"/>
                      </a:cubicBezTo>
                      <a:cubicBezTo>
                        <a:pt x="1638" y="-159"/>
                        <a:pt x="2613" y="-71"/>
                        <a:pt x="2968" y="4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94" name="Forme libre : forme 26593">
                  <a:extLst>
                    <a:ext uri="{FF2B5EF4-FFF2-40B4-BE49-F238E27FC236}">
                      <a16:creationId xmlns:a16="http://schemas.microsoft.com/office/drawing/2014/main" id="{529C770F-54A0-4B8E-B840-1AD624DC7D1B}"/>
                    </a:ext>
                  </a:extLst>
                </p:cNvPr>
                <p:cNvSpPr/>
                <p:nvPr/>
              </p:nvSpPr>
              <p:spPr>
                <a:xfrm>
                  <a:off x="5338472" y="1294613"/>
                  <a:ext cx="34868" cy="14990"/>
                </a:xfrm>
                <a:custGeom>
                  <a:avLst/>
                  <a:gdLst>
                    <a:gd name="connsiteX0" fmla="*/ 27486 w 34868"/>
                    <a:gd name="connsiteY0" fmla="*/ 1890 h 14990"/>
                    <a:gd name="connsiteX1" fmla="*/ 34446 w 34868"/>
                    <a:gd name="connsiteY1" fmla="*/ 10490 h 14990"/>
                    <a:gd name="connsiteX2" fmla="*/ 33781 w 34868"/>
                    <a:gd name="connsiteY2" fmla="*/ 14524 h 14990"/>
                    <a:gd name="connsiteX3" fmla="*/ 29613 w 34868"/>
                    <a:gd name="connsiteY3" fmla="*/ 14214 h 14990"/>
                    <a:gd name="connsiteX4" fmla="*/ 17955 w 34868"/>
                    <a:gd name="connsiteY4" fmla="*/ 9515 h 14990"/>
                    <a:gd name="connsiteX5" fmla="*/ 13743 w 34868"/>
                    <a:gd name="connsiteY5" fmla="*/ 10534 h 14990"/>
                    <a:gd name="connsiteX6" fmla="*/ 7670 w 34868"/>
                    <a:gd name="connsiteY6" fmla="*/ 12707 h 14990"/>
                    <a:gd name="connsiteX7" fmla="*/ 0 w 34868"/>
                    <a:gd name="connsiteY7" fmla="*/ 12795 h 14990"/>
                    <a:gd name="connsiteX8" fmla="*/ 6960 w 34868"/>
                    <a:gd name="connsiteY8" fmla="*/ 4860 h 14990"/>
                    <a:gd name="connsiteX9" fmla="*/ 17201 w 34868"/>
                    <a:gd name="connsiteY9" fmla="*/ 338 h 14990"/>
                    <a:gd name="connsiteX10" fmla="*/ 27486 w 34868"/>
                    <a:gd name="connsiteY10" fmla="*/ 1890 h 14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868" h="14990">
                      <a:moveTo>
                        <a:pt x="27486" y="1890"/>
                      </a:moveTo>
                      <a:cubicBezTo>
                        <a:pt x="30988" y="3929"/>
                        <a:pt x="32983" y="7121"/>
                        <a:pt x="34446" y="10490"/>
                      </a:cubicBezTo>
                      <a:cubicBezTo>
                        <a:pt x="34978" y="11731"/>
                        <a:pt x="35244" y="13549"/>
                        <a:pt x="33781" y="14524"/>
                      </a:cubicBezTo>
                      <a:cubicBezTo>
                        <a:pt x="32451" y="15411"/>
                        <a:pt x="30810" y="14879"/>
                        <a:pt x="29613" y="14214"/>
                      </a:cubicBezTo>
                      <a:cubicBezTo>
                        <a:pt x="25978" y="12175"/>
                        <a:pt x="22964" y="9382"/>
                        <a:pt x="17955" y="9515"/>
                      </a:cubicBezTo>
                      <a:cubicBezTo>
                        <a:pt x="17201" y="9559"/>
                        <a:pt x="15561" y="9869"/>
                        <a:pt x="13743" y="10534"/>
                      </a:cubicBezTo>
                      <a:cubicBezTo>
                        <a:pt x="11925" y="11199"/>
                        <a:pt x="9798" y="11953"/>
                        <a:pt x="7670" y="12707"/>
                      </a:cubicBezTo>
                      <a:cubicBezTo>
                        <a:pt x="3458" y="14037"/>
                        <a:pt x="-44" y="15278"/>
                        <a:pt x="0" y="12795"/>
                      </a:cubicBezTo>
                      <a:cubicBezTo>
                        <a:pt x="45" y="10313"/>
                        <a:pt x="3192" y="7254"/>
                        <a:pt x="6960" y="4860"/>
                      </a:cubicBezTo>
                      <a:cubicBezTo>
                        <a:pt x="10551" y="2244"/>
                        <a:pt x="15117" y="826"/>
                        <a:pt x="17201" y="338"/>
                      </a:cubicBezTo>
                      <a:cubicBezTo>
                        <a:pt x="21146" y="-548"/>
                        <a:pt x="24870" y="427"/>
                        <a:pt x="27486" y="189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49" name="Graphique 2">
                <a:extLst>
                  <a:ext uri="{FF2B5EF4-FFF2-40B4-BE49-F238E27FC236}">
                    <a16:creationId xmlns:a16="http://schemas.microsoft.com/office/drawing/2014/main" id="{943F20C4-2C04-4DCC-A7B5-05B527DFA69A}"/>
                  </a:ext>
                </a:extLst>
              </p:cNvPr>
              <p:cNvGrpSpPr/>
              <p:nvPr/>
            </p:nvGrpSpPr>
            <p:grpSpPr>
              <a:xfrm>
                <a:off x="5374650" y="1272110"/>
                <a:ext cx="73596" cy="47759"/>
                <a:chOff x="5374650" y="1272110"/>
                <a:chExt cx="73596" cy="47759"/>
              </a:xfrm>
              <a:solidFill>
                <a:schemeClr val="accent1"/>
              </a:solidFill>
            </p:grpSpPr>
            <p:sp>
              <p:nvSpPr>
                <p:cNvPr id="26571" name="Forme libre : forme 26570">
                  <a:extLst>
                    <a:ext uri="{FF2B5EF4-FFF2-40B4-BE49-F238E27FC236}">
                      <a16:creationId xmlns:a16="http://schemas.microsoft.com/office/drawing/2014/main" id="{674F06A2-444B-45C6-8A5F-9B9A94C15922}"/>
                    </a:ext>
                  </a:extLst>
                </p:cNvPr>
                <p:cNvSpPr/>
                <p:nvPr/>
              </p:nvSpPr>
              <p:spPr>
                <a:xfrm>
                  <a:off x="5374650" y="1272110"/>
                  <a:ext cx="73596" cy="47759"/>
                </a:xfrm>
                <a:custGeom>
                  <a:avLst/>
                  <a:gdLst>
                    <a:gd name="connsiteX0" fmla="*/ 50932 w 73596"/>
                    <a:gd name="connsiteY0" fmla="*/ 44697 h 47759"/>
                    <a:gd name="connsiteX1" fmla="*/ 39716 w 73596"/>
                    <a:gd name="connsiteY1" fmla="*/ 45539 h 47759"/>
                    <a:gd name="connsiteX2" fmla="*/ 34219 w 73596"/>
                    <a:gd name="connsiteY2" fmla="*/ 46204 h 47759"/>
                    <a:gd name="connsiteX3" fmla="*/ 28944 w 73596"/>
                    <a:gd name="connsiteY3" fmla="*/ 47268 h 47759"/>
                    <a:gd name="connsiteX4" fmla="*/ 25264 w 73596"/>
                    <a:gd name="connsiteY4" fmla="*/ 47667 h 47759"/>
                    <a:gd name="connsiteX5" fmla="*/ 21762 w 73596"/>
                    <a:gd name="connsiteY5" fmla="*/ 47711 h 47759"/>
                    <a:gd name="connsiteX6" fmla="*/ 15113 w 73596"/>
                    <a:gd name="connsiteY6" fmla="*/ 46027 h 47759"/>
                    <a:gd name="connsiteX7" fmla="*/ 5626 w 73596"/>
                    <a:gd name="connsiteY7" fmla="*/ 37294 h 47759"/>
                    <a:gd name="connsiteX8" fmla="*/ 838 w 73596"/>
                    <a:gd name="connsiteY8" fmla="*/ 25723 h 47759"/>
                    <a:gd name="connsiteX9" fmla="*/ 3498 w 73596"/>
                    <a:gd name="connsiteY9" fmla="*/ 12247 h 47759"/>
                    <a:gd name="connsiteX10" fmla="*/ 10369 w 73596"/>
                    <a:gd name="connsiteY10" fmla="*/ 6572 h 47759"/>
                    <a:gd name="connsiteX11" fmla="*/ 14891 w 73596"/>
                    <a:gd name="connsiteY11" fmla="*/ 4356 h 47759"/>
                    <a:gd name="connsiteX12" fmla="*/ 19945 w 73596"/>
                    <a:gd name="connsiteY12" fmla="*/ 3026 h 47759"/>
                    <a:gd name="connsiteX13" fmla="*/ 27437 w 73596"/>
                    <a:gd name="connsiteY13" fmla="*/ 1651 h 47759"/>
                    <a:gd name="connsiteX14" fmla="*/ 34884 w 73596"/>
                    <a:gd name="connsiteY14" fmla="*/ 854 h 47759"/>
                    <a:gd name="connsiteX15" fmla="*/ 49646 w 73596"/>
                    <a:gd name="connsiteY15" fmla="*/ 11 h 47759"/>
                    <a:gd name="connsiteX16" fmla="*/ 54656 w 73596"/>
                    <a:gd name="connsiteY16" fmla="*/ 233 h 47759"/>
                    <a:gd name="connsiteX17" fmla="*/ 59709 w 73596"/>
                    <a:gd name="connsiteY17" fmla="*/ 1430 h 47759"/>
                    <a:gd name="connsiteX18" fmla="*/ 67866 w 73596"/>
                    <a:gd name="connsiteY18" fmla="*/ 5508 h 47759"/>
                    <a:gd name="connsiteX19" fmla="*/ 73408 w 73596"/>
                    <a:gd name="connsiteY19" fmla="*/ 17921 h 47759"/>
                    <a:gd name="connsiteX20" fmla="*/ 71147 w 73596"/>
                    <a:gd name="connsiteY20" fmla="*/ 29890 h 47759"/>
                    <a:gd name="connsiteX21" fmla="*/ 63832 w 73596"/>
                    <a:gd name="connsiteY21" fmla="*/ 40219 h 47759"/>
                    <a:gd name="connsiteX22" fmla="*/ 57936 w 73596"/>
                    <a:gd name="connsiteY22" fmla="*/ 43367 h 47759"/>
                    <a:gd name="connsiteX23" fmla="*/ 54700 w 73596"/>
                    <a:gd name="connsiteY23" fmla="*/ 44165 h 47759"/>
                    <a:gd name="connsiteX24" fmla="*/ 50932 w 73596"/>
                    <a:gd name="connsiteY24" fmla="*/ 44697 h 47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3596" h="47759">
                      <a:moveTo>
                        <a:pt x="50932" y="44697"/>
                      </a:moveTo>
                      <a:cubicBezTo>
                        <a:pt x="47164" y="44874"/>
                        <a:pt x="43351" y="44963"/>
                        <a:pt x="39716" y="45539"/>
                      </a:cubicBezTo>
                      <a:lnTo>
                        <a:pt x="34219" y="46204"/>
                      </a:lnTo>
                      <a:lnTo>
                        <a:pt x="28944" y="47268"/>
                      </a:lnTo>
                      <a:cubicBezTo>
                        <a:pt x="27703" y="47534"/>
                        <a:pt x="26461" y="47667"/>
                        <a:pt x="25264" y="47667"/>
                      </a:cubicBezTo>
                      <a:cubicBezTo>
                        <a:pt x="24067" y="47756"/>
                        <a:pt x="22915" y="47800"/>
                        <a:pt x="21762" y="47711"/>
                      </a:cubicBezTo>
                      <a:cubicBezTo>
                        <a:pt x="19501" y="47534"/>
                        <a:pt x="17196" y="46913"/>
                        <a:pt x="15113" y="46027"/>
                      </a:cubicBezTo>
                      <a:cubicBezTo>
                        <a:pt x="11078" y="44475"/>
                        <a:pt x="7399" y="41461"/>
                        <a:pt x="5626" y="37294"/>
                      </a:cubicBezTo>
                      <a:lnTo>
                        <a:pt x="838" y="25723"/>
                      </a:lnTo>
                      <a:cubicBezTo>
                        <a:pt x="-891" y="21556"/>
                        <a:pt x="84" y="16724"/>
                        <a:pt x="3498" y="12247"/>
                      </a:cubicBezTo>
                      <a:cubicBezTo>
                        <a:pt x="5227" y="10119"/>
                        <a:pt x="7576" y="8257"/>
                        <a:pt x="10369" y="6572"/>
                      </a:cubicBezTo>
                      <a:cubicBezTo>
                        <a:pt x="11788" y="5774"/>
                        <a:pt x="13295" y="4976"/>
                        <a:pt x="14891" y="4356"/>
                      </a:cubicBezTo>
                      <a:cubicBezTo>
                        <a:pt x="16487" y="3824"/>
                        <a:pt x="18171" y="3380"/>
                        <a:pt x="19945" y="3026"/>
                      </a:cubicBezTo>
                      <a:cubicBezTo>
                        <a:pt x="22427" y="2583"/>
                        <a:pt x="24954" y="2051"/>
                        <a:pt x="27437" y="1651"/>
                      </a:cubicBezTo>
                      <a:lnTo>
                        <a:pt x="34884" y="854"/>
                      </a:lnTo>
                      <a:cubicBezTo>
                        <a:pt x="39894" y="189"/>
                        <a:pt x="44770" y="144"/>
                        <a:pt x="49646" y="11"/>
                      </a:cubicBezTo>
                      <a:cubicBezTo>
                        <a:pt x="51375" y="-33"/>
                        <a:pt x="53060" y="56"/>
                        <a:pt x="54656" y="233"/>
                      </a:cubicBezTo>
                      <a:cubicBezTo>
                        <a:pt x="56385" y="499"/>
                        <a:pt x="58114" y="942"/>
                        <a:pt x="59709" y="1430"/>
                      </a:cubicBezTo>
                      <a:cubicBezTo>
                        <a:pt x="62901" y="2450"/>
                        <a:pt x="65694" y="3735"/>
                        <a:pt x="67866" y="5508"/>
                      </a:cubicBezTo>
                      <a:cubicBezTo>
                        <a:pt x="72255" y="9188"/>
                        <a:pt x="74250" y="13577"/>
                        <a:pt x="73408" y="17921"/>
                      </a:cubicBezTo>
                      <a:lnTo>
                        <a:pt x="71147" y="29890"/>
                      </a:lnTo>
                      <a:cubicBezTo>
                        <a:pt x="70305" y="34235"/>
                        <a:pt x="67379" y="37826"/>
                        <a:pt x="63832" y="40219"/>
                      </a:cubicBezTo>
                      <a:cubicBezTo>
                        <a:pt x="62059" y="41461"/>
                        <a:pt x="60020" y="42702"/>
                        <a:pt x="57936" y="43367"/>
                      </a:cubicBezTo>
                      <a:cubicBezTo>
                        <a:pt x="56872" y="43722"/>
                        <a:pt x="55808" y="43988"/>
                        <a:pt x="54700" y="44165"/>
                      </a:cubicBezTo>
                      <a:cubicBezTo>
                        <a:pt x="53547" y="44475"/>
                        <a:pt x="52262" y="44653"/>
                        <a:pt x="50932" y="4469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72" name="Forme libre : forme 26571">
                  <a:extLst>
                    <a:ext uri="{FF2B5EF4-FFF2-40B4-BE49-F238E27FC236}">
                      <a16:creationId xmlns:a16="http://schemas.microsoft.com/office/drawing/2014/main" id="{439A443C-9143-461D-97FC-2A4D84ACBA74}"/>
                    </a:ext>
                  </a:extLst>
                </p:cNvPr>
                <p:cNvSpPr/>
                <p:nvPr/>
              </p:nvSpPr>
              <p:spPr>
                <a:xfrm>
                  <a:off x="5378281" y="1300301"/>
                  <a:ext cx="67782" cy="19568"/>
                </a:xfrm>
                <a:custGeom>
                  <a:avLst/>
                  <a:gdLst>
                    <a:gd name="connsiteX0" fmla="*/ 26643 w 67782"/>
                    <a:gd name="connsiteY0" fmla="*/ 3694 h 19568"/>
                    <a:gd name="connsiteX1" fmla="*/ 12767 w 67782"/>
                    <a:gd name="connsiteY1" fmla="*/ 6576 h 19568"/>
                    <a:gd name="connsiteX2" fmla="*/ 0 w 67782"/>
                    <a:gd name="connsiteY2" fmla="*/ 4093 h 19568"/>
                    <a:gd name="connsiteX3" fmla="*/ 2084 w 67782"/>
                    <a:gd name="connsiteY3" fmla="*/ 9103 h 19568"/>
                    <a:gd name="connsiteX4" fmla="*/ 11570 w 67782"/>
                    <a:gd name="connsiteY4" fmla="*/ 17836 h 19568"/>
                    <a:gd name="connsiteX5" fmla="*/ 18220 w 67782"/>
                    <a:gd name="connsiteY5" fmla="*/ 19520 h 19568"/>
                    <a:gd name="connsiteX6" fmla="*/ 21722 w 67782"/>
                    <a:gd name="connsiteY6" fmla="*/ 19476 h 19568"/>
                    <a:gd name="connsiteX7" fmla="*/ 25402 w 67782"/>
                    <a:gd name="connsiteY7" fmla="*/ 19077 h 19568"/>
                    <a:gd name="connsiteX8" fmla="*/ 30677 w 67782"/>
                    <a:gd name="connsiteY8" fmla="*/ 18013 h 19568"/>
                    <a:gd name="connsiteX9" fmla="*/ 36174 w 67782"/>
                    <a:gd name="connsiteY9" fmla="*/ 17348 h 19568"/>
                    <a:gd name="connsiteX10" fmla="*/ 47390 w 67782"/>
                    <a:gd name="connsiteY10" fmla="*/ 16506 h 19568"/>
                    <a:gd name="connsiteX11" fmla="*/ 51247 w 67782"/>
                    <a:gd name="connsiteY11" fmla="*/ 15974 h 19568"/>
                    <a:gd name="connsiteX12" fmla="*/ 54483 w 67782"/>
                    <a:gd name="connsiteY12" fmla="*/ 15176 h 19568"/>
                    <a:gd name="connsiteX13" fmla="*/ 60379 w 67782"/>
                    <a:gd name="connsiteY13" fmla="*/ 12028 h 19568"/>
                    <a:gd name="connsiteX14" fmla="*/ 67693 w 67782"/>
                    <a:gd name="connsiteY14" fmla="*/ 1699 h 19568"/>
                    <a:gd name="connsiteX15" fmla="*/ 67782 w 67782"/>
                    <a:gd name="connsiteY15" fmla="*/ 1300 h 19568"/>
                    <a:gd name="connsiteX16" fmla="*/ 57497 w 67782"/>
                    <a:gd name="connsiteY16" fmla="*/ 325 h 19568"/>
                    <a:gd name="connsiteX17" fmla="*/ 47212 w 67782"/>
                    <a:gd name="connsiteY17" fmla="*/ 103 h 19568"/>
                    <a:gd name="connsiteX18" fmla="*/ 36839 w 67782"/>
                    <a:gd name="connsiteY18" fmla="*/ 990 h 19568"/>
                    <a:gd name="connsiteX19" fmla="*/ 26643 w 67782"/>
                    <a:gd name="connsiteY19" fmla="*/ 3694 h 19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7782" h="19568">
                      <a:moveTo>
                        <a:pt x="26643" y="3694"/>
                      </a:moveTo>
                      <a:cubicBezTo>
                        <a:pt x="22032" y="5600"/>
                        <a:pt x="17245" y="6310"/>
                        <a:pt x="12767" y="6576"/>
                      </a:cubicBezTo>
                      <a:cubicBezTo>
                        <a:pt x="8157" y="6487"/>
                        <a:pt x="3901" y="6000"/>
                        <a:pt x="0" y="4093"/>
                      </a:cubicBezTo>
                      <a:lnTo>
                        <a:pt x="2084" y="9103"/>
                      </a:lnTo>
                      <a:cubicBezTo>
                        <a:pt x="3812" y="13270"/>
                        <a:pt x="7492" y="16284"/>
                        <a:pt x="11570" y="17836"/>
                      </a:cubicBezTo>
                      <a:cubicBezTo>
                        <a:pt x="13654" y="18678"/>
                        <a:pt x="15915" y="19343"/>
                        <a:pt x="18220" y="19520"/>
                      </a:cubicBezTo>
                      <a:cubicBezTo>
                        <a:pt x="19373" y="19609"/>
                        <a:pt x="20525" y="19565"/>
                        <a:pt x="21722" y="19476"/>
                      </a:cubicBezTo>
                      <a:cubicBezTo>
                        <a:pt x="22963" y="19476"/>
                        <a:pt x="24160" y="19343"/>
                        <a:pt x="25402" y="19077"/>
                      </a:cubicBezTo>
                      <a:lnTo>
                        <a:pt x="30677" y="18013"/>
                      </a:lnTo>
                      <a:lnTo>
                        <a:pt x="36174" y="17348"/>
                      </a:lnTo>
                      <a:cubicBezTo>
                        <a:pt x="39765" y="16772"/>
                        <a:pt x="43577" y="16683"/>
                        <a:pt x="47390" y="16506"/>
                      </a:cubicBezTo>
                      <a:cubicBezTo>
                        <a:pt x="48720" y="16462"/>
                        <a:pt x="50005" y="16284"/>
                        <a:pt x="51247" y="15974"/>
                      </a:cubicBezTo>
                      <a:cubicBezTo>
                        <a:pt x="52399" y="15797"/>
                        <a:pt x="53463" y="15531"/>
                        <a:pt x="54483" y="15176"/>
                      </a:cubicBezTo>
                      <a:cubicBezTo>
                        <a:pt x="56566" y="14467"/>
                        <a:pt x="58606" y="13270"/>
                        <a:pt x="60379" y="12028"/>
                      </a:cubicBezTo>
                      <a:cubicBezTo>
                        <a:pt x="63881" y="9635"/>
                        <a:pt x="66851" y="6044"/>
                        <a:pt x="67693" y="1699"/>
                      </a:cubicBezTo>
                      <a:lnTo>
                        <a:pt x="67782" y="1300"/>
                      </a:lnTo>
                      <a:cubicBezTo>
                        <a:pt x="64324" y="990"/>
                        <a:pt x="60955" y="325"/>
                        <a:pt x="57497" y="325"/>
                      </a:cubicBezTo>
                      <a:cubicBezTo>
                        <a:pt x="54084" y="148"/>
                        <a:pt x="50715" y="-163"/>
                        <a:pt x="47212" y="103"/>
                      </a:cubicBezTo>
                      <a:cubicBezTo>
                        <a:pt x="43755" y="325"/>
                        <a:pt x="40208" y="236"/>
                        <a:pt x="36839" y="990"/>
                      </a:cubicBezTo>
                      <a:cubicBezTo>
                        <a:pt x="33337" y="1699"/>
                        <a:pt x="29879" y="2320"/>
                        <a:pt x="26643" y="369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73" name="Forme libre : forme 26572">
                  <a:extLst>
                    <a:ext uri="{FF2B5EF4-FFF2-40B4-BE49-F238E27FC236}">
                      <a16:creationId xmlns:a16="http://schemas.microsoft.com/office/drawing/2014/main" id="{FFCB962E-8128-4442-BCD0-223CB8FCCEE3}"/>
                    </a:ext>
                  </a:extLst>
                </p:cNvPr>
                <p:cNvSpPr/>
                <p:nvPr/>
              </p:nvSpPr>
              <p:spPr>
                <a:xfrm>
                  <a:off x="5400941" y="1287380"/>
                  <a:ext cx="31692" cy="17105"/>
                </a:xfrm>
                <a:custGeom>
                  <a:avLst/>
                  <a:gdLst>
                    <a:gd name="connsiteX0" fmla="*/ 31690 w 31692"/>
                    <a:gd name="connsiteY0" fmla="*/ 8148 h 17105"/>
                    <a:gd name="connsiteX1" fmla="*/ 27124 w 31692"/>
                    <a:gd name="connsiteY1" fmla="*/ 13999 h 17105"/>
                    <a:gd name="connsiteX2" fmla="*/ 16440 w 31692"/>
                    <a:gd name="connsiteY2" fmla="*/ 16925 h 17105"/>
                    <a:gd name="connsiteX3" fmla="*/ 5535 w 31692"/>
                    <a:gd name="connsiteY3" fmla="*/ 15684 h 17105"/>
                    <a:gd name="connsiteX4" fmla="*/ 82 w 31692"/>
                    <a:gd name="connsiteY4" fmla="*/ 10630 h 17105"/>
                    <a:gd name="connsiteX5" fmla="*/ 3761 w 31692"/>
                    <a:gd name="connsiteY5" fmla="*/ 3803 h 17105"/>
                    <a:gd name="connsiteX6" fmla="*/ 15199 w 31692"/>
                    <a:gd name="connsiteY6" fmla="*/ 35 h 17105"/>
                    <a:gd name="connsiteX7" fmla="*/ 27035 w 31692"/>
                    <a:gd name="connsiteY7" fmla="*/ 2074 h 17105"/>
                    <a:gd name="connsiteX8" fmla="*/ 31690 w 31692"/>
                    <a:gd name="connsiteY8" fmla="*/ 8148 h 17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692" h="17105">
                      <a:moveTo>
                        <a:pt x="31690" y="8148"/>
                      </a:moveTo>
                      <a:cubicBezTo>
                        <a:pt x="31601" y="10542"/>
                        <a:pt x="29872" y="12359"/>
                        <a:pt x="27124" y="13999"/>
                      </a:cubicBezTo>
                      <a:cubicBezTo>
                        <a:pt x="24375" y="15640"/>
                        <a:pt x="20607" y="16704"/>
                        <a:pt x="16440" y="16925"/>
                      </a:cubicBezTo>
                      <a:cubicBezTo>
                        <a:pt x="12317" y="17413"/>
                        <a:pt x="8505" y="16881"/>
                        <a:pt x="5535" y="15684"/>
                      </a:cubicBezTo>
                      <a:cubicBezTo>
                        <a:pt x="2609" y="14664"/>
                        <a:pt x="525" y="12936"/>
                        <a:pt x="82" y="10630"/>
                      </a:cubicBezTo>
                      <a:cubicBezTo>
                        <a:pt x="-361" y="8325"/>
                        <a:pt x="1013" y="5843"/>
                        <a:pt x="3761" y="3803"/>
                      </a:cubicBezTo>
                      <a:cubicBezTo>
                        <a:pt x="6510" y="1941"/>
                        <a:pt x="10588" y="567"/>
                        <a:pt x="15199" y="35"/>
                      </a:cubicBezTo>
                      <a:cubicBezTo>
                        <a:pt x="19809" y="-187"/>
                        <a:pt x="24021" y="656"/>
                        <a:pt x="27035" y="2074"/>
                      </a:cubicBezTo>
                      <a:cubicBezTo>
                        <a:pt x="29961" y="3449"/>
                        <a:pt x="31779" y="5887"/>
                        <a:pt x="31690" y="814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74" name="Forme libre : forme 26573">
                  <a:extLst>
                    <a:ext uri="{FF2B5EF4-FFF2-40B4-BE49-F238E27FC236}">
                      <a16:creationId xmlns:a16="http://schemas.microsoft.com/office/drawing/2014/main" id="{8E5884DA-47EA-4612-BBC6-CA5954F458DB}"/>
                    </a:ext>
                  </a:extLst>
                </p:cNvPr>
                <p:cNvSpPr/>
                <p:nvPr/>
              </p:nvSpPr>
              <p:spPr>
                <a:xfrm>
                  <a:off x="5400891" y="1289853"/>
                  <a:ext cx="23228" cy="14587"/>
                </a:xfrm>
                <a:custGeom>
                  <a:avLst/>
                  <a:gdLst>
                    <a:gd name="connsiteX0" fmla="*/ 6028 w 23228"/>
                    <a:gd name="connsiteY0" fmla="*/ 0 h 14587"/>
                    <a:gd name="connsiteX1" fmla="*/ 87 w 23228"/>
                    <a:gd name="connsiteY1" fmla="*/ 8113 h 14587"/>
                    <a:gd name="connsiteX2" fmla="*/ 5540 w 23228"/>
                    <a:gd name="connsiteY2" fmla="*/ 13166 h 14587"/>
                    <a:gd name="connsiteX3" fmla="*/ 16446 w 23228"/>
                    <a:gd name="connsiteY3" fmla="*/ 14408 h 14587"/>
                    <a:gd name="connsiteX4" fmla="*/ 23228 w 23228"/>
                    <a:gd name="connsiteY4" fmla="*/ 13211 h 14587"/>
                    <a:gd name="connsiteX5" fmla="*/ 19416 w 23228"/>
                    <a:gd name="connsiteY5" fmla="*/ 12767 h 14587"/>
                    <a:gd name="connsiteX6" fmla="*/ 10284 w 23228"/>
                    <a:gd name="connsiteY6" fmla="*/ 7714 h 14587"/>
                    <a:gd name="connsiteX7" fmla="*/ 6028 w 23228"/>
                    <a:gd name="connsiteY7" fmla="*/ 0 h 14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228" h="14587">
                      <a:moveTo>
                        <a:pt x="6028" y="0"/>
                      </a:moveTo>
                      <a:cubicBezTo>
                        <a:pt x="1816" y="1951"/>
                        <a:pt x="-489" y="5320"/>
                        <a:pt x="87" y="8113"/>
                      </a:cubicBezTo>
                      <a:cubicBezTo>
                        <a:pt x="531" y="10418"/>
                        <a:pt x="2659" y="12147"/>
                        <a:pt x="5540" y="13166"/>
                      </a:cubicBezTo>
                      <a:cubicBezTo>
                        <a:pt x="8510" y="14363"/>
                        <a:pt x="12323" y="14895"/>
                        <a:pt x="16446" y="14408"/>
                      </a:cubicBezTo>
                      <a:cubicBezTo>
                        <a:pt x="18884" y="14275"/>
                        <a:pt x="21189" y="13876"/>
                        <a:pt x="23228" y="13211"/>
                      </a:cubicBezTo>
                      <a:cubicBezTo>
                        <a:pt x="21943" y="13211"/>
                        <a:pt x="20701" y="13078"/>
                        <a:pt x="19416" y="12767"/>
                      </a:cubicBezTo>
                      <a:cubicBezTo>
                        <a:pt x="15958" y="11482"/>
                        <a:pt x="12766" y="9974"/>
                        <a:pt x="10284" y="7714"/>
                      </a:cubicBezTo>
                      <a:cubicBezTo>
                        <a:pt x="7845" y="5541"/>
                        <a:pt x="6161" y="2837"/>
                        <a:pt x="6028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75" name="Forme libre : forme 26574">
                  <a:extLst>
                    <a:ext uri="{FF2B5EF4-FFF2-40B4-BE49-F238E27FC236}">
                      <a16:creationId xmlns:a16="http://schemas.microsoft.com/office/drawing/2014/main" id="{24537CCA-D9D6-42F1-B0D7-7F6D6CA38738}"/>
                    </a:ext>
                  </a:extLst>
                </p:cNvPr>
                <p:cNvSpPr/>
                <p:nvPr/>
              </p:nvSpPr>
              <p:spPr>
                <a:xfrm>
                  <a:off x="5402815" y="1289076"/>
                  <a:ext cx="31326" cy="17030"/>
                </a:xfrm>
                <a:custGeom>
                  <a:avLst/>
                  <a:gdLst>
                    <a:gd name="connsiteX0" fmla="*/ 31323 w 31326"/>
                    <a:gd name="connsiteY0" fmla="*/ 8358 h 17030"/>
                    <a:gd name="connsiteX1" fmla="*/ 26801 w 31326"/>
                    <a:gd name="connsiteY1" fmla="*/ 14076 h 17030"/>
                    <a:gd name="connsiteX2" fmla="*/ 16206 w 31326"/>
                    <a:gd name="connsiteY2" fmla="*/ 16958 h 17030"/>
                    <a:gd name="connsiteX3" fmla="*/ 10399 w 31326"/>
                    <a:gd name="connsiteY3" fmla="*/ 16869 h 17030"/>
                    <a:gd name="connsiteX4" fmla="*/ 5434 w 31326"/>
                    <a:gd name="connsiteY4" fmla="*/ 15584 h 17030"/>
                    <a:gd name="connsiteX5" fmla="*/ 70 w 31326"/>
                    <a:gd name="connsiteY5" fmla="*/ 10352 h 17030"/>
                    <a:gd name="connsiteX6" fmla="*/ 3749 w 31326"/>
                    <a:gd name="connsiteY6" fmla="*/ 3658 h 17030"/>
                    <a:gd name="connsiteX7" fmla="*/ 8714 w 31326"/>
                    <a:gd name="connsiteY7" fmla="*/ 1265 h 17030"/>
                    <a:gd name="connsiteX8" fmla="*/ 15053 w 31326"/>
                    <a:gd name="connsiteY8" fmla="*/ 23 h 17030"/>
                    <a:gd name="connsiteX9" fmla="*/ 26712 w 31326"/>
                    <a:gd name="connsiteY9" fmla="*/ 2107 h 17030"/>
                    <a:gd name="connsiteX10" fmla="*/ 31323 w 31326"/>
                    <a:gd name="connsiteY10" fmla="*/ 8358 h 17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326" h="17030">
                      <a:moveTo>
                        <a:pt x="31323" y="8358"/>
                      </a:moveTo>
                      <a:cubicBezTo>
                        <a:pt x="31190" y="10663"/>
                        <a:pt x="29417" y="12702"/>
                        <a:pt x="26801" y="14076"/>
                      </a:cubicBezTo>
                      <a:cubicBezTo>
                        <a:pt x="24053" y="15717"/>
                        <a:pt x="20329" y="16825"/>
                        <a:pt x="16206" y="16958"/>
                      </a:cubicBezTo>
                      <a:cubicBezTo>
                        <a:pt x="14123" y="17002"/>
                        <a:pt x="12216" y="17135"/>
                        <a:pt x="10399" y="16869"/>
                      </a:cubicBezTo>
                      <a:cubicBezTo>
                        <a:pt x="8581" y="16648"/>
                        <a:pt x="6897" y="16204"/>
                        <a:pt x="5434" y="15584"/>
                      </a:cubicBezTo>
                      <a:cubicBezTo>
                        <a:pt x="2508" y="14298"/>
                        <a:pt x="513" y="12746"/>
                        <a:pt x="70" y="10352"/>
                      </a:cubicBezTo>
                      <a:cubicBezTo>
                        <a:pt x="-329" y="8092"/>
                        <a:pt x="1000" y="5432"/>
                        <a:pt x="3749" y="3658"/>
                      </a:cubicBezTo>
                      <a:cubicBezTo>
                        <a:pt x="5123" y="2728"/>
                        <a:pt x="6808" y="1930"/>
                        <a:pt x="8714" y="1265"/>
                      </a:cubicBezTo>
                      <a:cubicBezTo>
                        <a:pt x="10620" y="688"/>
                        <a:pt x="12792" y="68"/>
                        <a:pt x="15053" y="23"/>
                      </a:cubicBezTo>
                      <a:cubicBezTo>
                        <a:pt x="19620" y="-154"/>
                        <a:pt x="23787" y="688"/>
                        <a:pt x="26712" y="2107"/>
                      </a:cubicBezTo>
                      <a:cubicBezTo>
                        <a:pt x="29771" y="3836"/>
                        <a:pt x="31412" y="6052"/>
                        <a:pt x="31323" y="835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76" name="Forme libre : forme 26575">
                  <a:extLst>
                    <a:ext uri="{FF2B5EF4-FFF2-40B4-BE49-F238E27FC236}">
                      <a16:creationId xmlns:a16="http://schemas.microsoft.com/office/drawing/2014/main" id="{5FCED055-B0C7-4621-A31C-D98323993C45}"/>
                    </a:ext>
                  </a:extLst>
                </p:cNvPr>
                <p:cNvSpPr/>
                <p:nvPr/>
              </p:nvSpPr>
              <p:spPr>
                <a:xfrm>
                  <a:off x="5385562" y="1285875"/>
                  <a:ext cx="41491" cy="28688"/>
                </a:xfrm>
                <a:custGeom>
                  <a:avLst/>
                  <a:gdLst>
                    <a:gd name="connsiteX0" fmla="*/ 2693 w 41491"/>
                    <a:gd name="connsiteY0" fmla="*/ 16346 h 28688"/>
                    <a:gd name="connsiteX1" fmla="*/ 5974 w 41491"/>
                    <a:gd name="connsiteY1" fmla="*/ 23661 h 28688"/>
                    <a:gd name="connsiteX2" fmla="*/ 12934 w 41491"/>
                    <a:gd name="connsiteY2" fmla="*/ 27518 h 28688"/>
                    <a:gd name="connsiteX3" fmla="*/ 21712 w 41491"/>
                    <a:gd name="connsiteY3" fmla="*/ 28670 h 28688"/>
                    <a:gd name="connsiteX4" fmla="*/ 29203 w 41491"/>
                    <a:gd name="connsiteY4" fmla="*/ 28227 h 28688"/>
                    <a:gd name="connsiteX5" fmla="*/ 32838 w 41491"/>
                    <a:gd name="connsiteY5" fmla="*/ 27296 h 28688"/>
                    <a:gd name="connsiteX6" fmla="*/ 36341 w 41491"/>
                    <a:gd name="connsiteY6" fmla="*/ 26010 h 28688"/>
                    <a:gd name="connsiteX7" fmla="*/ 41084 w 41491"/>
                    <a:gd name="connsiteY7" fmla="*/ 18208 h 28688"/>
                    <a:gd name="connsiteX8" fmla="*/ 35587 w 41491"/>
                    <a:gd name="connsiteY8" fmla="*/ 14440 h 28688"/>
                    <a:gd name="connsiteX9" fmla="*/ 21224 w 41491"/>
                    <a:gd name="connsiteY9" fmla="*/ 6372 h 28688"/>
                    <a:gd name="connsiteX10" fmla="*/ 13289 w 41491"/>
                    <a:gd name="connsiteY10" fmla="*/ 1407 h 28688"/>
                    <a:gd name="connsiteX11" fmla="*/ 2915 w 41491"/>
                    <a:gd name="connsiteY11" fmla="*/ 1274 h 28688"/>
                    <a:gd name="connsiteX12" fmla="*/ 2693 w 41491"/>
                    <a:gd name="connsiteY12" fmla="*/ 16346 h 2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1491" h="28688">
                      <a:moveTo>
                        <a:pt x="2693" y="16346"/>
                      </a:moveTo>
                      <a:cubicBezTo>
                        <a:pt x="3358" y="18917"/>
                        <a:pt x="4112" y="21577"/>
                        <a:pt x="5974" y="23661"/>
                      </a:cubicBezTo>
                      <a:cubicBezTo>
                        <a:pt x="7747" y="25656"/>
                        <a:pt x="10230" y="26808"/>
                        <a:pt x="12934" y="27518"/>
                      </a:cubicBezTo>
                      <a:cubicBezTo>
                        <a:pt x="15727" y="28404"/>
                        <a:pt x="18786" y="28715"/>
                        <a:pt x="21712" y="28670"/>
                      </a:cubicBezTo>
                      <a:cubicBezTo>
                        <a:pt x="24150" y="28715"/>
                        <a:pt x="26765" y="28715"/>
                        <a:pt x="29203" y="28227"/>
                      </a:cubicBezTo>
                      <a:cubicBezTo>
                        <a:pt x="30445" y="28005"/>
                        <a:pt x="31642" y="27695"/>
                        <a:pt x="32838" y="27296"/>
                      </a:cubicBezTo>
                      <a:cubicBezTo>
                        <a:pt x="34036" y="26986"/>
                        <a:pt x="35232" y="26587"/>
                        <a:pt x="36341" y="26010"/>
                      </a:cubicBezTo>
                      <a:cubicBezTo>
                        <a:pt x="39665" y="24415"/>
                        <a:pt x="42591" y="21045"/>
                        <a:pt x="41084" y="18208"/>
                      </a:cubicBezTo>
                      <a:cubicBezTo>
                        <a:pt x="40153" y="16435"/>
                        <a:pt x="37759" y="15460"/>
                        <a:pt x="35587" y="14440"/>
                      </a:cubicBezTo>
                      <a:cubicBezTo>
                        <a:pt x="30445" y="11913"/>
                        <a:pt x="25657" y="9652"/>
                        <a:pt x="21224" y="6372"/>
                      </a:cubicBezTo>
                      <a:cubicBezTo>
                        <a:pt x="19362" y="4953"/>
                        <a:pt x="16569" y="2825"/>
                        <a:pt x="13289" y="1407"/>
                      </a:cubicBezTo>
                      <a:cubicBezTo>
                        <a:pt x="10052" y="32"/>
                        <a:pt x="6196" y="-854"/>
                        <a:pt x="2915" y="1274"/>
                      </a:cubicBezTo>
                      <a:cubicBezTo>
                        <a:pt x="-3025" y="4953"/>
                        <a:pt x="1807" y="12755"/>
                        <a:pt x="2693" y="1634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77" name="Forme libre : forme 26576">
                  <a:extLst>
                    <a:ext uri="{FF2B5EF4-FFF2-40B4-BE49-F238E27FC236}">
                      <a16:creationId xmlns:a16="http://schemas.microsoft.com/office/drawing/2014/main" id="{DADD0D7F-9A7F-4E4F-BF38-E08EE1FE2715}"/>
                    </a:ext>
                  </a:extLst>
                </p:cNvPr>
                <p:cNvSpPr/>
                <p:nvPr/>
              </p:nvSpPr>
              <p:spPr>
                <a:xfrm>
                  <a:off x="5392581" y="1283873"/>
                  <a:ext cx="12869" cy="10251"/>
                </a:xfrm>
                <a:custGeom>
                  <a:avLst/>
                  <a:gdLst>
                    <a:gd name="connsiteX0" fmla="*/ 418 w 12869"/>
                    <a:gd name="connsiteY0" fmla="*/ 7044 h 10251"/>
                    <a:gd name="connsiteX1" fmla="*/ 63 w 12869"/>
                    <a:gd name="connsiteY1" fmla="*/ 8995 h 10251"/>
                    <a:gd name="connsiteX2" fmla="*/ 1659 w 12869"/>
                    <a:gd name="connsiteY2" fmla="*/ 10236 h 10251"/>
                    <a:gd name="connsiteX3" fmla="*/ 4009 w 12869"/>
                    <a:gd name="connsiteY3" fmla="*/ 9704 h 10251"/>
                    <a:gd name="connsiteX4" fmla="*/ 9461 w 12869"/>
                    <a:gd name="connsiteY4" fmla="*/ 6867 h 10251"/>
                    <a:gd name="connsiteX5" fmla="*/ 11412 w 12869"/>
                    <a:gd name="connsiteY5" fmla="*/ 5404 h 10251"/>
                    <a:gd name="connsiteX6" fmla="*/ 12786 w 12869"/>
                    <a:gd name="connsiteY6" fmla="*/ 1547 h 10251"/>
                    <a:gd name="connsiteX7" fmla="*/ 8752 w 12869"/>
                    <a:gd name="connsiteY7" fmla="*/ 306 h 10251"/>
                    <a:gd name="connsiteX8" fmla="*/ 418 w 12869"/>
                    <a:gd name="connsiteY8" fmla="*/ 7044 h 10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69" h="10251">
                      <a:moveTo>
                        <a:pt x="418" y="7044"/>
                      </a:moveTo>
                      <a:cubicBezTo>
                        <a:pt x="107" y="7665"/>
                        <a:pt x="-114" y="8374"/>
                        <a:pt x="63" y="8995"/>
                      </a:cubicBezTo>
                      <a:cubicBezTo>
                        <a:pt x="240" y="9615"/>
                        <a:pt x="817" y="10147"/>
                        <a:pt x="1659" y="10236"/>
                      </a:cubicBezTo>
                      <a:cubicBezTo>
                        <a:pt x="2457" y="10325"/>
                        <a:pt x="3255" y="10014"/>
                        <a:pt x="4009" y="9704"/>
                      </a:cubicBezTo>
                      <a:cubicBezTo>
                        <a:pt x="5915" y="8906"/>
                        <a:pt x="7732" y="7931"/>
                        <a:pt x="9461" y="6867"/>
                      </a:cubicBezTo>
                      <a:cubicBezTo>
                        <a:pt x="10171" y="6424"/>
                        <a:pt x="10880" y="5936"/>
                        <a:pt x="11412" y="5404"/>
                      </a:cubicBezTo>
                      <a:cubicBezTo>
                        <a:pt x="12520" y="4296"/>
                        <a:pt x="13096" y="2744"/>
                        <a:pt x="12786" y="1547"/>
                      </a:cubicBezTo>
                      <a:cubicBezTo>
                        <a:pt x="12476" y="395"/>
                        <a:pt x="11234" y="-492"/>
                        <a:pt x="8752" y="306"/>
                      </a:cubicBezTo>
                      <a:cubicBezTo>
                        <a:pt x="4895" y="1503"/>
                        <a:pt x="1615" y="4473"/>
                        <a:pt x="418" y="704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78" name="Forme libre : forme 26577">
                  <a:extLst>
                    <a:ext uri="{FF2B5EF4-FFF2-40B4-BE49-F238E27FC236}">
                      <a16:creationId xmlns:a16="http://schemas.microsoft.com/office/drawing/2014/main" id="{DC822752-BEB4-462A-BAFB-D6FA33762B06}"/>
                    </a:ext>
                  </a:extLst>
                </p:cNvPr>
                <p:cNvSpPr/>
                <p:nvPr/>
              </p:nvSpPr>
              <p:spPr>
                <a:xfrm>
                  <a:off x="5425981" y="1299961"/>
                  <a:ext cx="18220" cy="15870"/>
                </a:xfrm>
                <a:custGeom>
                  <a:avLst/>
                  <a:gdLst>
                    <a:gd name="connsiteX0" fmla="*/ 18220 w 18220"/>
                    <a:gd name="connsiteY0" fmla="*/ 0 h 15870"/>
                    <a:gd name="connsiteX1" fmla="*/ 15250 w 18220"/>
                    <a:gd name="connsiteY1" fmla="*/ 6517 h 15870"/>
                    <a:gd name="connsiteX2" fmla="*/ 9797 w 18220"/>
                    <a:gd name="connsiteY2" fmla="*/ 11615 h 15870"/>
                    <a:gd name="connsiteX3" fmla="*/ 0 w 18220"/>
                    <a:gd name="connsiteY3" fmla="*/ 15871 h 15870"/>
                    <a:gd name="connsiteX4" fmla="*/ 2217 w 18220"/>
                    <a:gd name="connsiteY4" fmla="*/ 14940 h 15870"/>
                    <a:gd name="connsiteX5" fmla="*/ 7049 w 18220"/>
                    <a:gd name="connsiteY5" fmla="*/ 12280 h 15870"/>
                    <a:gd name="connsiteX6" fmla="*/ 12945 w 18220"/>
                    <a:gd name="connsiteY6" fmla="*/ 7359 h 15870"/>
                    <a:gd name="connsiteX7" fmla="*/ 18220 w 18220"/>
                    <a:gd name="connsiteY7" fmla="*/ 0 h 15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220" h="15870">
                      <a:moveTo>
                        <a:pt x="18220" y="0"/>
                      </a:moveTo>
                      <a:cubicBezTo>
                        <a:pt x="18220" y="0"/>
                        <a:pt x="17821" y="3192"/>
                        <a:pt x="15250" y="6517"/>
                      </a:cubicBezTo>
                      <a:cubicBezTo>
                        <a:pt x="13964" y="8201"/>
                        <a:pt x="12235" y="9841"/>
                        <a:pt x="9797" y="11615"/>
                      </a:cubicBezTo>
                      <a:cubicBezTo>
                        <a:pt x="7270" y="13388"/>
                        <a:pt x="4610" y="14496"/>
                        <a:pt x="0" y="15871"/>
                      </a:cubicBezTo>
                      <a:cubicBezTo>
                        <a:pt x="0" y="15871"/>
                        <a:pt x="842" y="15605"/>
                        <a:pt x="2217" y="14940"/>
                      </a:cubicBezTo>
                      <a:cubicBezTo>
                        <a:pt x="3635" y="14230"/>
                        <a:pt x="5187" y="13521"/>
                        <a:pt x="7049" y="12280"/>
                      </a:cubicBezTo>
                      <a:cubicBezTo>
                        <a:pt x="8911" y="11083"/>
                        <a:pt x="10950" y="9398"/>
                        <a:pt x="12945" y="7359"/>
                      </a:cubicBezTo>
                      <a:cubicBezTo>
                        <a:pt x="14895" y="5453"/>
                        <a:pt x="16801" y="3059"/>
                        <a:pt x="1822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79" name="Forme libre : forme 26578">
                  <a:extLst>
                    <a:ext uri="{FF2B5EF4-FFF2-40B4-BE49-F238E27FC236}">
                      <a16:creationId xmlns:a16="http://schemas.microsoft.com/office/drawing/2014/main" id="{176833D7-B9FF-47C3-B704-C7687D6E82C0}"/>
                    </a:ext>
                  </a:extLst>
                </p:cNvPr>
                <p:cNvSpPr/>
                <p:nvPr/>
              </p:nvSpPr>
              <p:spPr>
                <a:xfrm>
                  <a:off x="5376927" y="1276155"/>
                  <a:ext cx="19574" cy="22431"/>
                </a:xfrm>
                <a:custGeom>
                  <a:avLst/>
                  <a:gdLst>
                    <a:gd name="connsiteX0" fmla="*/ 19575 w 19574"/>
                    <a:gd name="connsiteY0" fmla="*/ 0 h 22431"/>
                    <a:gd name="connsiteX1" fmla="*/ 16028 w 19574"/>
                    <a:gd name="connsiteY1" fmla="*/ 1020 h 22431"/>
                    <a:gd name="connsiteX2" fmla="*/ 8448 w 19574"/>
                    <a:gd name="connsiteY2" fmla="*/ 4832 h 22431"/>
                    <a:gd name="connsiteX3" fmla="*/ 1665 w 19574"/>
                    <a:gd name="connsiteY3" fmla="*/ 12014 h 22431"/>
                    <a:gd name="connsiteX4" fmla="*/ 468 w 19574"/>
                    <a:gd name="connsiteY4" fmla="*/ 22431 h 22431"/>
                    <a:gd name="connsiteX5" fmla="*/ 2241 w 19574"/>
                    <a:gd name="connsiteY5" fmla="*/ 13920 h 22431"/>
                    <a:gd name="connsiteX6" fmla="*/ 7916 w 19574"/>
                    <a:gd name="connsiteY6" fmla="*/ 6428 h 22431"/>
                    <a:gd name="connsiteX7" fmla="*/ 12925 w 19574"/>
                    <a:gd name="connsiteY7" fmla="*/ 2748 h 22431"/>
                    <a:gd name="connsiteX8" fmla="*/ 19575 w 19574"/>
                    <a:gd name="connsiteY8" fmla="*/ 0 h 22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74" h="22431">
                      <a:moveTo>
                        <a:pt x="19575" y="0"/>
                      </a:moveTo>
                      <a:cubicBezTo>
                        <a:pt x="19575" y="0"/>
                        <a:pt x="18156" y="310"/>
                        <a:pt x="16028" y="1020"/>
                      </a:cubicBezTo>
                      <a:cubicBezTo>
                        <a:pt x="13900" y="1640"/>
                        <a:pt x="11107" y="2926"/>
                        <a:pt x="8448" y="4832"/>
                      </a:cubicBezTo>
                      <a:cubicBezTo>
                        <a:pt x="5788" y="6738"/>
                        <a:pt x="3217" y="8911"/>
                        <a:pt x="1665" y="12014"/>
                      </a:cubicBezTo>
                      <a:cubicBezTo>
                        <a:pt x="113" y="15073"/>
                        <a:pt x="-507" y="18530"/>
                        <a:pt x="468" y="22431"/>
                      </a:cubicBezTo>
                      <a:cubicBezTo>
                        <a:pt x="468" y="22431"/>
                        <a:pt x="113" y="18841"/>
                        <a:pt x="2241" y="13920"/>
                      </a:cubicBezTo>
                      <a:cubicBezTo>
                        <a:pt x="3305" y="11393"/>
                        <a:pt x="5123" y="8955"/>
                        <a:pt x="7916" y="6428"/>
                      </a:cubicBezTo>
                      <a:cubicBezTo>
                        <a:pt x="9334" y="5187"/>
                        <a:pt x="10974" y="3946"/>
                        <a:pt x="12925" y="2748"/>
                      </a:cubicBezTo>
                      <a:cubicBezTo>
                        <a:pt x="14787" y="1729"/>
                        <a:pt x="17004" y="798"/>
                        <a:pt x="195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80" name="Forme libre : forme 26579">
                  <a:extLst>
                    <a:ext uri="{FF2B5EF4-FFF2-40B4-BE49-F238E27FC236}">
                      <a16:creationId xmlns:a16="http://schemas.microsoft.com/office/drawing/2014/main" id="{C8725E84-287B-42E9-B3E5-114AF0DC77F7}"/>
                    </a:ext>
                  </a:extLst>
                </p:cNvPr>
                <p:cNvSpPr/>
                <p:nvPr/>
              </p:nvSpPr>
              <p:spPr>
                <a:xfrm>
                  <a:off x="5413580" y="1289052"/>
                  <a:ext cx="12255" cy="5847"/>
                </a:xfrm>
                <a:custGeom>
                  <a:avLst/>
                  <a:gdLst>
                    <a:gd name="connsiteX0" fmla="*/ 12136 w 12255"/>
                    <a:gd name="connsiteY0" fmla="*/ 4215 h 5847"/>
                    <a:gd name="connsiteX1" fmla="*/ 5087 w 12255"/>
                    <a:gd name="connsiteY1" fmla="*/ 5545 h 5847"/>
                    <a:gd name="connsiteX2" fmla="*/ 78 w 12255"/>
                    <a:gd name="connsiteY2" fmla="*/ 1865 h 5847"/>
                    <a:gd name="connsiteX3" fmla="*/ 7259 w 12255"/>
                    <a:gd name="connsiteY3" fmla="*/ 314 h 5847"/>
                    <a:gd name="connsiteX4" fmla="*/ 12136 w 12255"/>
                    <a:gd name="connsiteY4" fmla="*/ 4215 h 5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5" h="5847">
                      <a:moveTo>
                        <a:pt x="12136" y="4215"/>
                      </a:moveTo>
                      <a:cubicBezTo>
                        <a:pt x="11471" y="5678"/>
                        <a:pt x="8368" y="6254"/>
                        <a:pt x="5087" y="5545"/>
                      </a:cubicBezTo>
                      <a:cubicBezTo>
                        <a:pt x="1807" y="4836"/>
                        <a:pt x="-454" y="3417"/>
                        <a:pt x="78" y="1865"/>
                      </a:cubicBezTo>
                      <a:cubicBezTo>
                        <a:pt x="610" y="314"/>
                        <a:pt x="3890" y="-484"/>
                        <a:pt x="7259" y="314"/>
                      </a:cubicBezTo>
                      <a:cubicBezTo>
                        <a:pt x="10628" y="1023"/>
                        <a:pt x="12801" y="2752"/>
                        <a:pt x="12136" y="421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81" name="Forme libre : forme 26580">
                  <a:extLst>
                    <a:ext uri="{FF2B5EF4-FFF2-40B4-BE49-F238E27FC236}">
                      <a16:creationId xmlns:a16="http://schemas.microsoft.com/office/drawing/2014/main" id="{B23E9AC1-3148-4FD6-927D-F9B05DBD7C95}"/>
                    </a:ext>
                  </a:extLst>
                </p:cNvPr>
                <p:cNvSpPr/>
                <p:nvPr/>
              </p:nvSpPr>
              <p:spPr>
                <a:xfrm>
                  <a:off x="5424119" y="1291314"/>
                  <a:ext cx="3324" cy="2443"/>
                </a:xfrm>
                <a:custGeom>
                  <a:avLst/>
                  <a:gdLst>
                    <a:gd name="connsiteX0" fmla="*/ 3325 w 3324"/>
                    <a:gd name="connsiteY0" fmla="*/ 1155 h 2443"/>
                    <a:gd name="connsiteX1" fmla="*/ 1685 w 3324"/>
                    <a:gd name="connsiteY1" fmla="*/ 2441 h 2443"/>
                    <a:gd name="connsiteX2" fmla="*/ 0 w 3324"/>
                    <a:gd name="connsiteY2" fmla="*/ 1288 h 2443"/>
                    <a:gd name="connsiteX3" fmla="*/ 1640 w 3324"/>
                    <a:gd name="connsiteY3" fmla="*/ 3 h 2443"/>
                    <a:gd name="connsiteX4" fmla="*/ 3325 w 3324"/>
                    <a:gd name="connsiteY4" fmla="*/ 1155 h 2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24" h="2443">
                      <a:moveTo>
                        <a:pt x="3325" y="1155"/>
                      </a:moveTo>
                      <a:cubicBezTo>
                        <a:pt x="3325" y="1820"/>
                        <a:pt x="2616" y="2396"/>
                        <a:pt x="1685" y="2441"/>
                      </a:cubicBezTo>
                      <a:cubicBezTo>
                        <a:pt x="754" y="2485"/>
                        <a:pt x="0" y="1953"/>
                        <a:pt x="0" y="1288"/>
                      </a:cubicBezTo>
                      <a:cubicBezTo>
                        <a:pt x="0" y="623"/>
                        <a:pt x="709" y="47"/>
                        <a:pt x="1640" y="3"/>
                      </a:cubicBezTo>
                      <a:cubicBezTo>
                        <a:pt x="2571" y="-42"/>
                        <a:pt x="3325" y="490"/>
                        <a:pt x="3325" y="11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82" name="Forme libre : forme 26581">
                  <a:extLst>
                    <a:ext uri="{FF2B5EF4-FFF2-40B4-BE49-F238E27FC236}">
                      <a16:creationId xmlns:a16="http://schemas.microsoft.com/office/drawing/2014/main" id="{6BDEF47D-5398-4A31-9CBF-1FE3757B440D}"/>
                    </a:ext>
                  </a:extLst>
                </p:cNvPr>
                <p:cNvSpPr/>
                <p:nvPr/>
              </p:nvSpPr>
              <p:spPr>
                <a:xfrm>
                  <a:off x="5412168" y="1275561"/>
                  <a:ext cx="30101" cy="21926"/>
                </a:xfrm>
                <a:custGeom>
                  <a:avLst/>
                  <a:gdLst>
                    <a:gd name="connsiteX0" fmla="*/ 28486 w 30101"/>
                    <a:gd name="connsiteY0" fmla="*/ 8218 h 21926"/>
                    <a:gd name="connsiteX1" fmla="*/ 29772 w 30101"/>
                    <a:gd name="connsiteY1" fmla="*/ 19035 h 21926"/>
                    <a:gd name="connsiteX2" fmla="*/ 27068 w 30101"/>
                    <a:gd name="connsiteY2" fmla="*/ 21917 h 21926"/>
                    <a:gd name="connsiteX3" fmla="*/ 23699 w 30101"/>
                    <a:gd name="connsiteY3" fmla="*/ 19656 h 21926"/>
                    <a:gd name="connsiteX4" fmla="*/ 16384 w 30101"/>
                    <a:gd name="connsiteY4" fmla="*/ 9593 h 21926"/>
                    <a:gd name="connsiteX5" fmla="*/ 6410 w 30101"/>
                    <a:gd name="connsiteY5" fmla="*/ 6711 h 21926"/>
                    <a:gd name="connsiteX6" fmla="*/ 336 w 30101"/>
                    <a:gd name="connsiteY6" fmla="*/ 2500 h 21926"/>
                    <a:gd name="connsiteX7" fmla="*/ 10045 w 30101"/>
                    <a:gd name="connsiteY7" fmla="*/ 17 h 21926"/>
                    <a:gd name="connsiteX8" fmla="*/ 20596 w 30101"/>
                    <a:gd name="connsiteY8" fmla="*/ 1702 h 21926"/>
                    <a:gd name="connsiteX9" fmla="*/ 28486 w 30101"/>
                    <a:gd name="connsiteY9" fmla="*/ 8218 h 21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101" h="21926">
                      <a:moveTo>
                        <a:pt x="28486" y="8218"/>
                      </a:moveTo>
                      <a:cubicBezTo>
                        <a:pt x="30393" y="11721"/>
                        <a:pt x="30304" y="15533"/>
                        <a:pt x="29772" y="19035"/>
                      </a:cubicBezTo>
                      <a:cubicBezTo>
                        <a:pt x="29550" y="20365"/>
                        <a:pt x="28841" y="21872"/>
                        <a:pt x="27068" y="21917"/>
                      </a:cubicBezTo>
                      <a:cubicBezTo>
                        <a:pt x="25472" y="22050"/>
                        <a:pt x="24364" y="20764"/>
                        <a:pt x="23699" y="19656"/>
                      </a:cubicBezTo>
                      <a:cubicBezTo>
                        <a:pt x="21748" y="16198"/>
                        <a:pt x="20596" y="12031"/>
                        <a:pt x="16384" y="9593"/>
                      </a:cubicBezTo>
                      <a:cubicBezTo>
                        <a:pt x="15098" y="8883"/>
                        <a:pt x="10488" y="7908"/>
                        <a:pt x="6410" y="6711"/>
                      </a:cubicBezTo>
                      <a:cubicBezTo>
                        <a:pt x="2420" y="5426"/>
                        <a:pt x="-1127" y="4450"/>
                        <a:pt x="336" y="2500"/>
                      </a:cubicBezTo>
                      <a:cubicBezTo>
                        <a:pt x="1799" y="505"/>
                        <a:pt x="5878" y="-116"/>
                        <a:pt x="10045" y="17"/>
                      </a:cubicBezTo>
                      <a:cubicBezTo>
                        <a:pt x="14212" y="62"/>
                        <a:pt x="18423" y="727"/>
                        <a:pt x="20596" y="1702"/>
                      </a:cubicBezTo>
                      <a:cubicBezTo>
                        <a:pt x="24408" y="3253"/>
                        <a:pt x="27068" y="5647"/>
                        <a:pt x="28486" y="821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50" name="Graphique 2">
                <a:extLst>
                  <a:ext uri="{FF2B5EF4-FFF2-40B4-BE49-F238E27FC236}">
                    <a16:creationId xmlns:a16="http://schemas.microsoft.com/office/drawing/2014/main" id="{D6994240-1219-4B8B-8E21-ED1F221D5933}"/>
                  </a:ext>
                </a:extLst>
              </p:cNvPr>
              <p:cNvGrpSpPr/>
              <p:nvPr/>
            </p:nvGrpSpPr>
            <p:grpSpPr>
              <a:xfrm>
                <a:off x="5445671" y="1279780"/>
                <a:ext cx="68564" cy="59106"/>
                <a:chOff x="5445671" y="1279780"/>
                <a:chExt cx="68564" cy="59106"/>
              </a:xfrm>
              <a:solidFill>
                <a:schemeClr val="accent1"/>
              </a:solidFill>
            </p:grpSpPr>
            <p:sp>
              <p:nvSpPr>
                <p:cNvPr id="26559" name="Forme libre : forme 26558">
                  <a:extLst>
                    <a:ext uri="{FF2B5EF4-FFF2-40B4-BE49-F238E27FC236}">
                      <a16:creationId xmlns:a16="http://schemas.microsoft.com/office/drawing/2014/main" id="{F620F43D-351E-4C0E-8777-733485AB0D48}"/>
                    </a:ext>
                  </a:extLst>
                </p:cNvPr>
                <p:cNvSpPr/>
                <p:nvPr/>
              </p:nvSpPr>
              <p:spPr>
                <a:xfrm>
                  <a:off x="5445671" y="1279780"/>
                  <a:ext cx="68564" cy="59106"/>
                </a:xfrm>
                <a:custGeom>
                  <a:avLst/>
                  <a:gdLst>
                    <a:gd name="connsiteX0" fmla="*/ 31468 w 68564"/>
                    <a:gd name="connsiteY0" fmla="*/ 53607 h 59106"/>
                    <a:gd name="connsiteX1" fmla="*/ 27080 w 68564"/>
                    <a:gd name="connsiteY1" fmla="*/ 50415 h 59106"/>
                    <a:gd name="connsiteX2" fmla="*/ 22558 w 68564"/>
                    <a:gd name="connsiteY2" fmla="*/ 47666 h 59106"/>
                    <a:gd name="connsiteX3" fmla="*/ 13426 w 68564"/>
                    <a:gd name="connsiteY3" fmla="*/ 42834 h 59106"/>
                    <a:gd name="connsiteX4" fmla="*/ 7663 w 68564"/>
                    <a:gd name="connsiteY4" fmla="*/ 39288 h 59106"/>
                    <a:gd name="connsiteX5" fmla="*/ 3274 w 68564"/>
                    <a:gd name="connsiteY5" fmla="*/ 34500 h 59106"/>
                    <a:gd name="connsiteX6" fmla="*/ 570 w 68564"/>
                    <a:gd name="connsiteY6" fmla="*/ 28604 h 59106"/>
                    <a:gd name="connsiteX7" fmla="*/ 215 w 68564"/>
                    <a:gd name="connsiteY7" fmla="*/ 22264 h 59106"/>
                    <a:gd name="connsiteX8" fmla="*/ 2476 w 68564"/>
                    <a:gd name="connsiteY8" fmla="*/ 10295 h 59106"/>
                    <a:gd name="connsiteX9" fmla="*/ 5579 w 68564"/>
                    <a:gd name="connsiteY9" fmla="*/ 4532 h 59106"/>
                    <a:gd name="connsiteX10" fmla="*/ 12096 w 68564"/>
                    <a:gd name="connsiteY10" fmla="*/ 941 h 59106"/>
                    <a:gd name="connsiteX11" fmla="*/ 21228 w 68564"/>
                    <a:gd name="connsiteY11" fmla="*/ 143 h 59106"/>
                    <a:gd name="connsiteX12" fmla="*/ 31468 w 68564"/>
                    <a:gd name="connsiteY12" fmla="*/ 2892 h 59106"/>
                    <a:gd name="connsiteX13" fmla="*/ 45211 w 68564"/>
                    <a:gd name="connsiteY13" fmla="*/ 10428 h 59106"/>
                    <a:gd name="connsiteX14" fmla="*/ 51683 w 68564"/>
                    <a:gd name="connsiteY14" fmla="*/ 14640 h 59106"/>
                    <a:gd name="connsiteX15" fmla="*/ 57712 w 68564"/>
                    <a:gd name="connsiteY15" fmla="*/ 19206 h 59106"/>
                    <a:gd name="connsiteX16" fmla="*/ 64495 w 68564"/>
                    <a:gd name="connsiteY16" fmla="*/ 26432 h 59106"/>
                    <a:gd name="connsiteX17" fmla="*/ 68042 w 68564"/>
                    <a:gd name="connsiteY17" fmla="*/ 34190 h 59106"/>
                    <a:gd name="connsiteX18" fmla="*/ 65337 w 68564"/>
                    <a:gd name="connsiteY18" fmla="*/ 46913 h 59106"/>
                    <a:gd name="connsiteX19" fmla="*/ 56959 w 68564"/>
                    <a:gd name="connsiteY19" fmla="*/ 55291 h 59106"/>
                    <a:gd name="connsiteX20" fmla="*/ 44857 w 68564"/>
                    <a:gd name="connsiteY20" fmla="*/ 59015 h 59106"/>
                    <a:gd name="connsiteX21" fmla="*/ 37897 w 68564"/>
                    <a:gd name="connsiteY21" fmla="*/ 57375 h 59106"/>
                    <a:gd name="connsiteX22" fmla="*/ 31468 w 68564"/>
                    <a:gd name="connsiteY22" fmla="*/ 53607 h 59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8564" h="59106">
                      <a:moveTo>
                        <a:pt x="31468" y="53607"/>
                      </a:moveTo>
                      <a:lnTo>
                        <a:pt x="27080" y="50415"/>
                      </a:lnTo>
                      <a:lnTo>
                        <a:pt x="22558" y="47666"/>
                      </a:lnTo>
                      <a:cubicBezTo>
                        <a:pt x="19588" y="45627"/>
                        <a:pt x="16440" y="44519"/>
                        <a:pt x="13426" y="42834"/>
                      </a:cubicBezTo>
                      <a:cubicBezTo>
                        <a:pt x="11209" y="42036"/>
                        <a:pt x="9303" y="40839"/>
                        <a:pt x="7663" y="39288"/>
                      </a:cubicBezTo>
                      <a:cubicBezTo>
                        <a:pt x="5978" y="37825"/>
                        <a:pt x="4471" y="36362"/>
                        <a:pt x="3274" y="34500"/>
                      </a:cubicBezTo>
                      <a:cubicBezTo>
                        <a:pt x="2077" y="32727"/>
                        <a:pt x="1146" y="30554"/>
                        <a:pt x="570" y="28604"/>
                      </a:cubicBezTo>
                      <a:cubicBezTo>
                        <a:pt x="-7" y="26565"/>
                        <a:pt x="-184" y="24437"/>
                        <a:pt x="215" y="22264"/>
                      </a:cubicBezTo>
                      <a:lnTo>
                        <a:pt x="2476" y="10295"/>
                      </a:lnTo>
                      <a:cubicBezTo>
                        <a:pt x="2875" y="8123"/>
                        <a:pt x="3939" y="6172"/>
                        <a:pt x="5579" y="4532"/>
                      </a:cubicBezTo>
                      <a:cubicBezTo>
                        <a:pt x="7219" y="2803"/>
                        <a:pt x="9436" y="1739"/>
                        <a:pt x="12096" y="941"/>
                      </a:cubicBezTo>
                      <a:cubicBezTo>
                        <a:pt x="14756" y="232"/>
                        <a:pt x="17948" y="-256"/>
                        <a:pt x="21228" y="143"/>
                      </a:cubicBezTo>
                      <a:cubicBezTo>
                        <a:pt x="24508" y="542"/>
                        <a:pt x="28011" y="1473"/>
                        <a:pt x="31468" y="2892"/>
                      </a:cubicBezTo>
                      <a:cubicBezTo>
                        <a:pt x="36079" y="5374"/>
                        <a:pt x="41000" y="7547"/>
                        <a:pt x="45211" y="10428"/>
                      </a:cubicBezTo>
                      <a:cubicBezTo>
                        <a:pt x="47383" y="11802"/>
                        <a:pt x="49600" y="13177"/>
                        <a:pt x="51683" y="14640"/>
                      </a:cubicBezTo>
                      <a:lnTo>
                        <a:pt x="57712" y="19206"/>
                      </a:lnTo>
                      <a:cubicBezTo>
                        <a:pt x="60638" y="21289"/>
                        <a:pt x="62722" y="23860"/>
                        <a:pt x="64495" y="26432"/>
                      </a:cubicBezTo>
                      <a:cubicBezTo>
                        <a:pt x="66268" y="29003"/>
                        <a:pt x="67510" y="31618"/>
                        <a:pt x="68042" y="34190"/>
                      </a:cubicBezTo>
                      <a:cubicBezTo>
                        <a:pt x="69239" y="39288"/>
                        <a:pt x="68396" y="43898"/>
                        <a:pt x="65337" y="46913"/>
                      </a:cubicBezTo>
                      <a:lnTo>
                        <a:pt x="56959" y="55291"/>
                      </a:lnTo>
                      <a:cubicBezTo>
                        <a:pt x="53944" y="58306"/>
                        <a:pt x="49467" y="59458"/>
                        <a:pt x="44857" y="59015"/>
                      </a:cubicBezTo>
                      <a:cubicBezTo>
                        <a:pt x="42596" y="58749"/>
                        <a:pt x="40202" y="58261"/>
                        <a:pt x="37897" y="57375"/>
                      </a:cubicBezTo>
                      <a:cubicBezTo>
                        <a:pt x="35724" y="56399"/>
                        <a:pt x="33552" y="54981"/>
                        <a:pt x="31468" y="5360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60" name="Forme libre : forme 26559">
                  <a:extLst>
                    <a:ext uri="{FF2B5EF4-FFF2-40B4-BE49-F238E27FC236}">
                      <a16:creationId xmlns:a16="http://schemas.microsoft.com/office/drawing/2014/main" id="{B616B30D-1544-4127-AF3E-D7E4E7CF2362}"/>
                    </a:ext>
                  </a:extLst>
                </p:cNvPr>
                <p:cNvSpPr/>
                <p:nvPr/>
              </p:nvSpPr>
              <p:spPr>
                <a:xfrm>
                  <a:off x="5445715" y="1296813"/>
                  <a:ext cx="57357" cy="41897"/>
                </a:xfrm>
                <a:custGeom>
                  <a:avLst/>
                  <a:gdLst>
                    <a:gd name="connsiteX0" fmla="*/ 23134 w 57357"/>
                    <a:gd name="connsiteY0" fmla="*/ 14541 h 41897"/>
                    <a:gd name="connsiteX1" fmla="*/ 10411 w 57357"/>
                    <a:gd name="connsiteY1" fmla="*/ 8866 h 41897"/>
                    <a:gd name="connsiteX2" fmla="*/ 1190 w 57357"/>
                    <a:gd name="connsiteY2" fmla="*/ 0 h 41897"/>
                    <a:gd name="connsiteX3" fmla="*/ 215 w 57357"/>
                    <a:gd name="connsiteY3" fmla="*/ 5187 h 41897"/>
                    <a:gd name="connsiteX4" fmla="*/ 570 w 57357"/>
                    <a:gd name="connsiteY4" fmla="*/ 11526 h 41897"/>
                    <a:gd name="connsiteX5" fmla="*/ 3274 w 57357"/>
                    <a:gd name="connsiteY5" fmla="*/ 17422 h 41897"/>
                    <a:gd name="connsiteX6" fmla="*/ 7663 w 57357"/>
                    <a:gd name="connsiteY6" fmla="*/ 22210 h 41897"/>
                    <a:gd name="connsiteX7" fmla="*/ 13426 w 57357"/>
                    <a:gd name="connsiteY7" fmla="*/ 25756 h 41897"/>
                    <a:gd name="connsiteX8" fmla="*/ 22558 w 57357"/>
                    <a:gd name="connsiteY8" fmla="*/ 30588 h 41897"/>
                    <a:gd name="connsiteX9" fmla="*/ 27080 w 57357"/>
                    <a:gd name="connsiteY9" fmla="*/ 33337 h 41897"/>
                    <a:gd name="connsiteX10" fmla="*/ 31469 w 57357"/>
                    <a:gd name="connsiteY10" fmla="*/ 36529 h 41897"/>
                    <a:gd name="connsiteX11" fmla="*/ 38030 w 57357"/>
                    <a:gd name="connsiteY11" fmla="*/ 40164 h 41897"/>
                    <a:gd name="connsiteX12" fmla="*/ 44989 w 57357"/>
                    <a:gd name="connsiteY12" fmla="*/ 41804 h 41897"/>
                    <a:gd name="connsiteX13" fmla="*/ 57092 w 57357"/>
                    <a:gd name="connsiteY13" fmla="*/ 38080 h 41897"/>
                    <a:gd name="connsiteX14" fmla="*/ 57358 w 57357"/>
                    <a:gd name="connsiteY14" fmla="*/ 37814 h 41897"/>
                    <a:gd name="connsiteX15" fmla="*/ 49378 w 57357"/>
                    <a:gd name="connsiteY15" fmla="*/ 30677 h 41897"/>
                    <a:gd name="connsiteX16" fmla="*/ 41354 w 57357"/>
                    <a:gd name="connsiteY16" fmla="*/ 24027 h 41897"/>
                    <a:gd name="connsiteX17" fmla="*/ 32710 w 57357"/>
                    <a:gd name="connsiteY17" fmla="*/ 18397 h 41897"/>
                    <a:gd name="connsiteX18" fmla="*/ 28099 w 57357"/>
                    <a:gd name="connsiteY18" fmla="*/ 16092 h 41897"/>
                    <a:gd name="connsiteX19" fmla="*/ 23134 w 57357"/>
                    <a:gd name="connsiteY19" fmla="*/ 14541 h 41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7357" h="41897">
                      <a:moveTo>
                        <a:pt x="23134" y="14541"/>
                      </a:moveTo>
                      <a:cubicBezTo>
                        <a:pt x="18480" y="13078"/>
                        <a:pt x="14091" y="11482"/>
                        <a:pt x="10411" y="8866"/>
                      </a:cubicBezTo>
                      <a:cubicBezTo>
                        <a:pt x="6599" y="6738"/>
                        <a:pt x="3451" y="3325"/>
                        <a:pt x="1190" y="0"/>
                      </a:cubicBezTo>
                      <a:lnTo>
                        <a:pt x="215" y="5187"/>
                      </a:lnTo>
                      <a:cubicBezTo>
                        <a:pt x="-184" y="7359"/>
                        <a:pt x="-6" y="9531"/>
                        <a:pt x="570" y="11526"/>
                      </a:cubicBezTo>
                      <a:cubicBezTo>
                        <a:pt x="1146" y="13477"/>
                        <a:pt x="2077" y="15649"/>
                        <a:pt x="3274" y="17422"/>
                      </a:cubicBezTo>
                      <a:cubicBezTo>
                        <a:pt x="4471" y="19284"/>
                        <a:pt x="5978" y="20747"/>
                        <a:pt x="7663" y="22210"/>
                      </a:cubicBezTo>
                      <a:cubicBezTo>
                        <a:pt x="9303" y="23717"/>
                        <a:pt x="11254" y="24914"/>
                        <a:pt x="13426" y="25756"/>
                      </a:cubicBezTo>
                      <a:cubicBezTo>
                        <a:pt x="16440" y="27441"/>
                        <a:pt x="19588" y="28549"/>
                        <a:pt x="22558" y="30588"/>
                      </a:cubicBezTo>
                      <a:lnTo>
                        <a:pt x="27080" y="33337"/>
                      </a:lnTo>
                      <a:lnTo>
                        <a:pt x="31469" y="36529"/>
                      </a:lnTo>
                      <a:cubicBezTo>
                        <a:pt x="33552" y="37947"/>
                        <a:pt x="35724" y="39322"/>
                        <a:pt x="38030" y="40164"/>
                      </a:cubicBezTo>
                      <a:cubicBezTo>
                        <a:pt x="40335" y="41006"/>
                        <a:pt x="42729" y="41538"/>
                        <a:pt x="44989" y="41804"/>
                      </a:cubicBezTo>
                      <a:cubicBezTo>
                        <a:pt x="49556" y="42247"/>
                        <a:pt x="54033" y="41139"/>
                        <a:pt x="57092" y="38080"/>
                      </a:cubicBezTo>
                      <a:lnTo>
                        <a:pt x="57358" y="37814"/>
                      </a:lnTo>
                      <a:cubicBezTo>
                        <a:pt x="54565" y="35509"/>
                        <a:pt x="52038" y="32982"/>
                        <a:pt x="49378" y="30677"/>
                      </a:cubicBezTo>
                      <a:cubicBezTo>
                        <a:pt x="46674" y="28461"/>
                        <a:pt x="44192" y="25934"/>
                        <a:pt x="41354" y="24027"/>
                      </a:cubicBezTo>
                      <a:cubicBezTo>
                        <a:pt x="38562" y="21988"/>
                        <a:pt x="35813" y="19860"/>
                        <a:pt x="32710" y="18397"/>
                      </a:cubicBezTo>
                      <a:cubicBezTo>
                        <a:pt x="31203" y="17599"/>
                        <a:pt x="29651" y="16846"/>
                        <a:pt x="28099" y="16092"/>
                      </a:cubicBezTo>
                      <a:cubicBezTo>
                        <a:pt x="26459" y="15471"/>
                        <a:pt x="24775" y="15028"/>
                        <a:pt x="23134" y="1454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61" name="Forme libre : forme 26560">
                  <a:extLst>
                    <a:ext uri="{FF2B5EF4-FFF2-40B4-BE49-F238E27FC236}">
                      <a16:creationId xmlns:a16="http://schemas.microsoft.com/office/drawing/2014/main" id="{2CCF6CE2-3F8E-4331-9B84-FFB345B636BF}"/>
                    </a:ext>
                  </a:extLst>
                </p:cNvPr>
                <p:cNvSpPr/>
                <p:nvPr/>
              </p:nvSpPr>
              <p:spPr>
                <a:xfrm>
                  <a:off x="5468753" y="1301197"/>
                  <a:ext cx="27964" cy="22312"/>
                </a:xfrm>
                <a:custGeom>
                  <a:avLst/>
                  <a:gdLst>
                    <a:gd name="connsiteX0" fmla="*/ 26873 w 27964"/>
                    <a:gd name="connsiteY0" fmla="*/ 20530 h 22312"/>
                    <a:gd name="connsiteX1" fmla="*/ 19691 w 27964"/>
                    <a:gd name="connsiteY1" fmla="*/ 22038 h 22312"/>
                    <a:gd name="connsiteX2" fmla="*/ 14770 w 27964"/>
                    <a:gd name="connsiteY2" fmla="*/ 20575 h 22312"/>
                    <a:gd name="connsiteX3" fmla="*/ 9672 w 27964"/>
                    <a:gd name="connsiteY3" fmla="*/ 17738 h 22312"/>
                    <a:gd name="connsiteX4" fmla="*/ 5151 w 27964"/>
                    <a:gd name="connsiteY4" fmla="*/ 14147 h 22312"/>
                    <a:gd name="connsiteX5" fmla="*/ 1870 w 27964"/>
                    <a:gd name="connsiteY5" fmla="*/ 10334 h 22312"/>
                    <a:gd name="connsiteX6" fmla="*/ 451 w 27964"/>
                    <a:gd name="connsiteY6" fmla="*/ 3064 h 22312"/>
                    <a:gd name="connsiteX7" fmla="*/ 7323 w 27964"/>
                    <a:gd name="connsiteY7" fmla="*/ 5 h 22312"/>
                    <a:gd name="connsiteX8" fmla="*/ 12864 w 27964"/>
                    <a:gd name="connsiteY8" fmla="*/ 1069 h 22312"/>
                    <a:gd name="connsiteX9" fmla="*/ 18804 w 27964"/>
                    <a:gd name="connsiteY9" fmla="*/ 4039 h 22312"/>
                    <a:gd name="connsiteX10" fmla="*/ 23769 w 27964"/>
                    <a:gd name="connsiteY10" fmla="*/ 8384 h 22312"/>
                    <a:gd name="connsiteX11" fmla="*/ 26961 w 27964"/>
                    <a:gd name="connsiteY11" fmla="*/ 12950 h 22312"/>
                    <a:gd name="connsiteX12" fmla="*/ 26873 w 27964"/>
                    <a:gd name="connsiteY12" fmla="*/ 20530 h 22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964" h="22312">
                      <a:moveTo>
                        <a:pt x="26873" y="20530"/>
                      </a:moveTo>
                      <a:cubicBezTo>
                        <a:pt x="25410" y="22259"/>
                        <a:pt x="22750" y="22658"/>
                        <a:pt x="19691" y="22038"/>
                      </a:cubicBezTo>
                      <a:cubicBezTo>
                        <a:pt x="18139" y="21816"/>
                        <a:pt x="16455" y="21328"/>
                        <a:pt x="14770" y="20575"/>
                      </a:cubicBezTo>
                      <a:cubicBezTo>
                        <a:pt x="13041" y="19910"/>
                        <a:pt x="11445" y="18757"/>
                        <a:pt x="9672" y="17738"/>
                      </a:cubicBezTo>
                      <a:cubicBezTo>
                        <a:pt x="7943" y="16674"/>
                        <a:pt x="6436" y="15432"/>
                        <a:pt x="5151" y="14147"/>
                      </a:cubicBezTo>
                      <a:cubicBezTo>
                        <a:pt x="3865" y="12772"/>
                        <a:pt x="2712" y="11620"/>
                        <a:pt x="1870" y="10334"/>
                      </a:cubicBezTo>
                      <a:cubicBezTo>
                        <a:pt x="141" y="7807"/>
                        <a:pt x="-524" y="5148"/>
                        <a:pt x="451" y="3064"/>
                      </a:cubicBezTo>
                      <a:cubicBezTo>
                        <a:pt x="1427" y="980"/>
                        <a:pt x="3909" y="-83"/>
                        <a:pt x="7323" y="5"/>
                      </a:cubicBezTo>
                      <a:cubicBezTo>
                        <a:pt x="9007" y="49"/>
                        <a:pt x="10958" y="271"/>
                        <a:pt x="12864" y="1069"/>
                      </a:cubicBezTo>
                      <a:cubicBezTo>
                        <a:pt x="14770" y="1778"/>
                        <a:pt x="16809" y="2798"/>
                        <a:pt x="18804" y="4039"/>
                      </a:cubicBezTo>
                      <a:cubicBezTo>
                        <a:pt x="20844" y="5236"/>
                        <a:pt x="22351" y="6876"/>
                        <a:pt x="23769" y="8384"/>
                      </a:cubicBezTo>
                      <a:cubicBezTo>
                        <a:pt x="25144" y="9935"/>
                        <a:pt x="26208" y="11487"/>
                        <a:pt x="26961" y="12950"/>
                      </a:cubicBezTo>
                      <a:cubicBezTo>
                        <a:pt x="28291" y="16053"/>
                        <a:pt x="28336" y="18802"/>
                        <a:pt x="26873" y="2053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62" name="Forme libre : forme 26561">
                  <a:extLst>
                    <a:ext uri="{FF2B5EF4-FFF2-40B4-BE49-F238E27FC236}">
                      <a16:creationId xmlns:a16="http://schemas.microsoft.com/office/drawing/2014/main" id="{ED875A02-76EB-4A47-B330-A0164F8B7F7A}"/>
                    </a:ext>
                  </a:extLst>
                </p:cNvPr>
                <p:cNvSpPr/>
                <p:nvPr/>
              </p:nvSpPr>
              <p:spPr>
                <a:xfrm>
                  <a:off x="5468708" y="1301220"/>
                  <a:ext cx="15656" cy="20905"/>
                </a:xfrm>
                <a:custGeom>
                  <a:avLst/>
                  <a:gdLst>
                    <a:gd name="connsiteX0" fmla="*/ 10027 w 15656"/>
                    <a:gd name="connsiteY0" fmla="*/ 248 h 20905"/>
                    <a:gd name="connsiteX1" fmla="*/ 451 w 15656"/>
                    <a:gd name="connsiteY1" fmla="*/ 3041 h 20905"/>
                    <a:gd name="connsiteX2" fmla="*/ 1870 w 15656"/>
                    <a:gd name="connsiteY2" fmla="*/ 10311 h 20905"/>
                    <a:gd name="connsiteX3" fmla="*/ 5150 w 15656"/>
                    <a:gd name="connsiteY3" fmla="*/ 14123 h 20905"/>
                    <a:gd name="connsiteX4" fmla="*/ 9672 w 15656"/>
                    <a:gd name="connsiteY4" fmla="*/ 17714 h 20905"/>
                    <a:gd name="connsiteX5" fmla="*/ 15657 w 15656"/>
                    <a:gd name="connsiteY5" fmla="*/ 20906 h 20905"/>
                    <a:gd name="connsiteX6" fmla="*/ 12997 w 15656"/>
                    <a:gd name="connsiteY6" fmla="*/ 18202 h 20905"/>
                    <a:gd name="connsiteX7" fmla="*/ 8874 w 15656"/>
                    <a:gd name="connsiteY7" fmla="*/ 8804 h 20905"/>
                    <a:gd name="connsiteX8" fmla="*/ 10027 w 15656"/>
                    <a:gd name="connsiteY8" fmla="*/ 248 h 20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656" h="20905">
                      <a:moveTo>
                        <a:pt x="10027" y="248"/>
                      </a:moveTo>
                      <a:cubicBezTo>
                        <a:pt x="5283" y="-506"/>
                        <a:pt x="1648" y="469"/>
                        <a:pt x="451" y="3041"/>
                      </a:cubicBezTo>
                      <a:cubicBezTo>
                        <a:pt x="-524" y="5124"/>
                        <a:pt x="141" y="7784"/>
                        <a:pt x="1870" y="10311"/>
                      </a:cubicBezTo>
                      <a:cubicBezTo>
                        <a:pt x="2712" y="11597"/>
                        <a:pt x="3865" y="12749"/>
                        <a:pt x="5150" y="14123"/>
                      </a:cubicBezTo>
                      <a:cubicBezTo>
                        <a:pt x="6436" y="15409"/>
                        <a:pt x="7943" y="16650"/>
                        <a:pt x="9672" y="17714"/>
                      </a:cubicBezTo>
                      <a:cubicBezTo>
                        <a:pt x="11712" y="18955"/>
                        <a:pt x="13662" y="20197"/>
                        <a:pt x="15657" y="20906"/>
                      </a:cubicBezTo>
                      <a:cubicBezTo>
                        <a:pt x="14682" y="20108"/>
                        <a:pt x="13751" y="19266"/>
                        <a:pt x="12997" y="18202"/>
                      </a:cubicBezTo>
                      <a:cubicBezTo>
                        <a:pt x="11046" y="15187"/>
                        <a:pt x="9495" y="12084"/>
                        <a:pt x="8874" y="8804"/>
                      </a:cubicBezTo>
                      <a:cubicBezTo>
                        <a:pt x="8298" y="5568"/>
                        <a:pt x="8431" y="2509"/>
                        <a:pt x="10027" y="248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63" name="Forme libre : forme 26562">
                  <a:extLst>
                    <a:ext uri="{FF2B5EF4-FFF2-40B4-BE49-F238E27FC236}">
                      <a16:creationId xmlns:a16="http://schemas.microsoft.com/office/drawing/2014/main" id="{E0B6AC82-3B1A-4C56-81CD-C6B75B40E05F}"/>
                    </a:ext>
                  </a:extLst>
                </p:cNvPr>
                <p:cNvSpPr/>
                <p:nvPr/>
              </p:nvSpPr>
              <p:spPr>
                <a:xfrm>
                  <a:off x="5469329" y="1303594"/>
                  <a:ext cx="27455" cy="22301"/>
                </a:xfrm>
                <a:custGeom>
                  <a:avLst/>
                  <a:gdLst>
                    <a:gd name="connsiteX0" fmla="*/ 26341 w 27455"/>
                    <a:gd name="connsiteY0" fmla="*/ 20527 h 22301"/>
                    <a:gd name="connsiteX1" fmla="*/ 19159 w 27455"/>
                    <a:gd name="connsiteY1" fmla="*/ 22034 h 22301"/>
                    <a:gd name="connsiteX2" fmla="*/ 9318 w 27455"/>
                    <a:gd name="connsiteY2" fmla="*/ 17645 h 22301"/>
                    <a:gd name="connsiteX3" fmla="*/ 1737 w 27455"/>
                    <a:gd name="connsiteY3" fmla="*/ 10242 h 22301"/>
                    <a:gd name="connsiteX4" fmla="*/ 496 w 27455"/>
                    <a:gd name="connsiteY4" fmla="*/ 3060 h 22301"/>
                    <a:gd name="connsiteX5" fmla="*/ 7367 w 27455"/>
                    <a:gd name="connsiteY5" fmla="*/ 1 h 22301"/>
                    <a:gd name="connsiteX6" fmla="*/ 18627 w 27455"/>
                    <a:gd name="connsiteY6" fmla="*/ 4080 h 22301"/>
                    <a:gd name="connsiteX7" fmla="*/ 26474 w 27455"/>
                    <a:gd name="connsiteY7" fmla="*/ 13079 h 22301"/>
                    <a:gd name="connsiteX8" fmla="*/ 26341 w 27455"/>
                    <a:gd name="connsiteY8" fmla="*/ 20527 h 22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455" h="22301">
                      <a:moveTo>
                        <a:pt x="26341" y="20527"/>
                      </a:moveTo>
                      <a:cubicBezTo>
                        <a:pt x="24878" y="22211"/>
                        <a:pt x="22174" y="22655"/>
                        <a:pt x="19159" y="22034"/>
                      </a:cubicBezTo>
                      <a:cubicBezTo>
                        <a:pt x="16145" y="21369"/>
                        <a:pt x="12554" y="20083"/>
                        <a:pt x="9318" y="17645"/>
                      </a:cubicBezTo>
                      <a:cubicBezTo>
                        <a:pt x="5904" y="15606"/>
                        <a:pt x="3377" y="12724"/>
                        <a:pt x="1737" y="10242"/>
                      </a:cubicBezTo>
                      <a:cubicBezTo>
                        <a:pt x="97" y="7759"/>
                        <a:pt x="-524" y="5099"/>
                        <a:pt x="496" y="3060"/>
                      </a:cubicBezTo>
                      <a:cubicBezTo>
                        <a:pt x="1516" y="1021"/>
                        <a:pt x="3998" y="-43"/>
                        <a:pt x="7367" y="1"/>
                      </a:cubicBezTo>
                      <a:cubicBezTo>
                        <a:pt x="10736" y="46"/>
                        <a:pt x="14682" y="1642"/>
                        <a:pt x="18627" y="4080"/>
                      </a:cubicBezTo>
                      <a:cubicBezTo>
                        <a:pt x="22307" y="6873"/>
                        <a:pt x="25188" y="9976"/>
                        <a:pt x="26474" y="13079"/>
                      </a:cubicBezTo>
                      <a:cubicBezTo>
                        <a:pt x="27804" y="16138"/>
                        <a:pt x="27804" y="18842"/>
                        <a:pt x="26341" y="2052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64" name="Forme libre : forme 26563">
                  <a:extLst>
                    <a:ext uri="{FF2B5EF4-FFF2-40B4-BE49-F238E27FC236}">
                      <a16:creationId xmlns:a16="http://schemas.microsoft.com/office/drawing/2014/main" id="{8B08825C-3A11-48EA-B6E6-59E2D198BCCB}"/>
                    </a:ext>
                  </a:extLst>
                </p:cNvPr>
                <p:cNvSpPr/>
                <p:nvPr/>
              </p:nvSpPr>
              <p:spPr>
                <a:xfrm>
                  <a:off x="5454932" y="1288461"/>
                  <a:ext cx="30780" cy="39281"/>
                </a:xfrm>
                <a:custGeom>
                  <a:avLst/>
                  <a:gdLst>
                    <a:gd name="connsiteX0" fmla="*/ 1416 w 30780"/>
                    <a:gd name="connsiteY0" fmla="*/ 12032 h 39281"/>
                    <a:gd name="connsiteX1" fmla="*/ 86 w 30780"/>
                    <a:gd name="connsiteY1" fmla="*/ 19657 h 39281"/>
                    <a:gd name="connsiteX2" fmla="*/ 3500 w 30780"/>
                    <a:gd name="connsiteY2" fmla="*/ 26750 h 39281"/>
                    <a:gd name="connsiteX3" fmla="*/ 6426 w 30780"/>
                    <a:gd name="connsiteY3" fmla="*/ 29720 h 39281"/>
                    <a:gd name="connsiteX4" fmla="*/ 9662 w 30780"/>
                    <a:gd name="connsiteY4" fmla="*/ 32557 h 39281"/>
                    <a:gd name="connsiteX5" fmla="*/ 12588 w 30780"/>
                    <a:gd name="connsiteY5" fmla="*/ 34508 h 39281"/>
                    <a:gd name="connsiteX6" fmla="*/ 15646 w 30780"/>
                    <a:gd name="connsiteY6" fmla="*/ 36458 h 39281"/>
                    <a:gd name="connsiteX7" fmla="*/ 22385 w 30780"/>
                    <a:gd name="connsiteY7" fmla="*/ 38985 h 39281"/>
                    <a:gd name="connsiteX8" fmla="*/ 30719 w 30780"/>
                    <a:gd name="connsiteY8" fmla="*/ 35971 h 39281"/>
                    <a:gd name="connsiteX9" fmla="*/ 28768 w 30780"/>
                    <a:gd name="connsiteY9" fmla="*/ 29764 h 39281"/>
                    <a:gd name="connsiteX10" fmla="*/ 25133 w 30780"/>
                    <a:gd name="connsiteY10" fmla="*/ 22361 h 39281"/>
                    <a:gd name="connsiteX11" fmla="*/ 22163 w 30780"/>
                    <a:gd name="connsiteY11" fmla="*/ 14825 h 39281"/>
                    <a:gd name="connsiteX12" fmla="*/ 18572 w 30780"/>
                    <a:gd name="connsiteY12" fmla="*/ 6180 h 39281"/>
                    <a:gd name="connsiteX13" fmla="*/ 9928 w 30780"/>
                    <a:gd name="connsiteY13" fmla="*/ 63 h 39281"/>
                    <a:gd name="connsiteX14" fmla="*/ 3500 w 30780"/>
                    <a:gd name="connsiteY14" fmla="*/ 4584 h 39281"/>
                    <a:gd name="connsiteX15" fmla="*/ 1416 w 30780"/>
                    <a:gd name="connsiteY15" fmla="*/ 12032 h 39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0780" h="39281">
                      <a:moveTo>
                        <a:pt x="1416" y="12032"/>
                      </a:moveTo>
                      <a:cubicBezTo>
                        <a:pt x="530" y="14515"/>
                        <a:pt x="-268" y="17041"/>
                        <a:pt x="86" y="19657"/>
                      </a:cubicBezTo>
                      <a:cubicBezTo>
                        <a:pt x="485" y="22051"/>
                        <a:pt x="1726" y="24666"/>
                        <a:pt x="3500" y="26750"/>
                      </a:cubicBezTo>
                      <a:cubicBezTo>
                        <a:pt x="4386" y="27814"/>
                        <a:pt x="5362" y="28745"/>
                        <a:pt x="6426" y="29720"/>
                      </a:cubicBezTo>
                      <a:cubicBezTo>
                        <a:pt x="7445" y="30784"/>
                        <a:pt x="8553" y="31715"/>
                        <a:pt x="9662" y="32557"/>
                      </a:cubicBezTo>
                      <a:cubicBezTo>
                        <a:pt x="10593" y="33267"/>
                        <a:pt x="11568" y="33931"/>
                        <a:pt x="12588" y="34508"/>
                      </a:cubicBezTo>
                      <a:cubicBezTo>
                        <a:pt x="13563" y="35217"/>
                        <a:pt x="14582" y="35882"/>
                        <a:pt x="15646" y="36458"/>
                      </a:cubicBezTo>
                      <a:cubicBezTo>
                        <a:pt x="17774" y="37611"/>
                        <a:pt x="20080" y="38365"/>
                        <a:pt x="22385" y="38985"/>
                      </a:cubicBezTo>
                      <a:cubicBezTo>
                        <a:pt x="25843" y="39783"/>
                        <a:pt x="30143" y="39030"/>
                        <a:pt x="30719" y="35971"/>
                      </a:cubicBezTo>
                      <a:cubicBezTo>
                        <a:pt x="31074" y="34064"/>
                        <a:pt x="29832" y="31848"/>
                        <a:pt x="28768" y="29764"/>
                      </a:cubicBezTo>
                      <a:cubicBezTo>
                        <a:pt x="27527" y="27193"/>
                        <a:pt x="26241" y="24888"/>
                        <a:pt x="25133" y="22361"/>
                      </a:cubicBezTo>
                      <a:cubicBezTo>
                        <a:pt x="23981" y="19923"/>
                        <a:pt x="23094" y="17219"/>
                        <a:pt x="22163" y="14825"/>
                      </a:cubicBezTo>
                      <a:cubicBezTo>
                        <a:pt x="21409" y="12741"/>
                        <a:pt x="20434" y="9328"/>
                        <a:pt x="18572" y="6180"/>
                      </a:cubicBezTo>
                      <a:cubicBezTo>
                        <a:pt x="16799" y="2989"/>
                        <a:pt x="13784" y="595"/>
                        <a:pt x="9928" y="63"/>
                      </a:cubicBezTo>
                      <a:cubicBezTo>
                        <a:pt x="6470" y="-425"/>
                        <a:pt x="4564" y="2013"/>
                        <a:pt x="3500" y="4584"/>
                      </a:cubicBezTo>
                      <a:cubicBezTo>
                        <a:pt x="2480" y="7289"/>
                        <a:pt x="2037" y="10348"/>
                        <a:pt x="1416" y="1203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65" name="Forme libre : forme 26564">
                  <a:extLst>
                    <a:ext uri="{FF2B5EF4-FFF2-40B4-BE49-F238E27FC236}">
                      <a16:creationId xmlns:a16="http://schemas.microsoft.com/office/drawing/2014/main" id="{8B27B5B1-863F-47BF-A188-2E8683E4AC86}"/>
                    </a:ext>
                  </a:extLst>
                </p:cNvPr>
                <p:cNvSpPr/>
                <p:nvPr/>
              </p:nvSpPr>
              <p:spPr>
                <a:xfrm>
                  <a:off x="5465079" y="1292837"/>
                  <a:ext cx="15058" cy="6615"/>
                </a:xfrm>
                <a:custGeom>
                  <a:avLst/>
                  <a:gdLst>
                    <a:gd name="connsiteX0" fmla="*/ 1509 w 15058"/>
                    <a:gd name="connsiteY0" fmla="*/ 1405 h 6615"/>
                    <a:gd name="connsiteX1" fmla="*/ 91 w 15058"/>
                    <a:gd name="connsiteY1" fmla="*/ 2735 h 6615"/>
                    <a:gd name="connsiteX2" fmla="*/ 711 w 15058"/>
                    <a:gd name="connsiteY2" fmla="*/ 4641 h 6615"/>
                    <a:gd name="connsiteX3" fmla="*/ 3016 w 15058"/>
                    <a:gd name="connsiteY3" fmla="*/ 5484 h 6615"/>
                    <a:gd name="connsiteX4" fmla="*/ 9090 w 15058"/>
                    <a:gd name="connsiteY4" fmla="*/ 6503 h 6615"/>
                    <a:gd name="connsiteX5" fmla="*/ 11528 w 15058"/>
                    <a:gd name="connsiteY5" fmla="*/ 6548 h 6615"/>
                    <a:gd name="connsiteX6" fmla="*/ 12326 w 15058"/>
                    <a:gd name="connsiteY6" fmla="*/ 962 h 6615"/>
                    <a:gd name="connsiteX7" fmla="*/ 1509 w 15058"/>
                    <a:gd name="connsiteY7" fmla="*/ 1405 h 6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058" h="6615">
                      <a:moveTo>
                        <a:pt x="1509" y="1405"/>
                      </a:moveTo>
                      <a:cubicBezTo>
                        <a:pt x="889" y="1760"/>
                        <a:pt x="312" y="2159"/>
                        <a:pt x="91" y="2735"/>
                      </a:cubicBezTo>
                      <a:cubicBezTo>
                        <a:pt x="-131" y="3312"/>
                        <a:pt x="46" y="4109"/>
                        <a:pt x="711" y="4641"/>
                      </a:cubicBezTo>
                      <a:cubicBezTo>
                        <a:pt x="1332" y="5129"/>
                        <a:pt x="2174" y="5351"/>
                        <a:pt x="3016" y="5484"/>
                      </a:cubicBezTo>
                      <a:cubicBezTo>
                        <a:pt x="5144" y="5750"/>
                        <a:pt x="7050" y="6326"/>
                        <a:pt x="9090" y="6503"/>
                      </a:cubicBezTo>
                      <a:cubicBezTo>
                        <a:pt x="9932" y="6592"/>
                        <a:pt x="10774" y="6681"/>
                        <a:pt x="11528" y="6548"/>
                      </a:cubicBezTo>
                      <a:cubicBezTo>
                        <a:pt x="14675" y="6104"/>
                        <a:pt x="17202" y="2913"/>
                        <a:pt x="12326" y="962"/>
                      </a:cubicBezTo>
                      <a:cubicBezTo>
                        <a:pt x="8558" y="-678"/>
                        <a:pt x="4036" y="-13"/>
                        <a:pt x="1509" y="140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66" name="Forme libre : forme 26565">
                  <a:extLst>
                    <a:ext uri="{FF2B5EF4-FFF2-40B4-BE49-F238E27FC236}">
                      <a16:creationId xmlns:a16="http://schemas.microsoft.com/office/drawing/2014/main" id="{81E46862-6BF2-4054-B021-CBE12B1BD7FD}"/>
                    </a:ext>
                  </a:extLst>
                </p:cNvPr>
                <p:cNvSpPr/>
                <p:nvPr/>
              </p:nvSpPr>
              <p:spPr>
                <a:xfrm>
                  <a:off x="5478026" y="1332278"/>
                  <a:ext cx="24426" cy="3983"/>
                </a:xfrm>
                <a:custGeom>
                  <a:avLst/>
                  <a:gdLst>
                    <a:gd name="connsiteX0" fmla="*/ 24426 w 24426"/>
                    <a:gd name="connsiteY0" fmla="*/ 0 h 3983"/>
                    <a:gd name="connsiteX1" fmla="*/ 18264 w 24426"/>
                    <a:gd name="connsiteY1" fmla="*/ 3413 h 3983"/>
                    <a:gd name="connsiteX2" fmla="*/ 10639 w 24426"/>
                    <a:gd name="connsiteY2" fmla="*/ 3768 h 3983"/>
                    <a:gd name="connsiteX3" fmla="*/ 0 w 24426"/>
                    <a:gd name="connsiteY3" fmla="*/ 576 h 3983"/>
                    <a:gd name="connsiteX4" fmla="*/ 2217 w 24426"/>
                    <a:gd name="connsiteY4" fmla="*/ 1197 h 3983"/>
                    <a:gd name="connsiteX5" fmla="*/ 7891 w 24426"/>
                    <a:gd name="connsiteY5" fmla="*/ 2438 h 3983"/>
                    <a:gd name="connsiteX6" fmla="*/ 24426 w 24426"/>
                    <a:gd name="connsiteY6" fmla="*/ 0 h 3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426" h="3983">
                      <a:moveTo>
                        <a:pt x="24426" y="0"/>
                      </a:moveTo>
                      <a:cubicBezTo>
                        <a:pt x="24426" y="0"/>
                        <a:pt x="22387" y="2350"/>
                        <a:pt x="18264" y="3413"/>
                      </a:cubicBezTo>
                      <a:cubicBezTo>
                        <a:pt x="16225" y="3990"/>
                        <a:pt x="13698" y="4167"/>
                        <a:pt x="10639" y="3768"/>
                      </a:cubicBezTo>
                      <a:cubicBezTo>
                        <a:pt x="7536" y="3546"/>
                        <a:pt x="4078" y="2305"/>
                        <a:pt x="0" y="576"/>
                      </a:cubicBezTo>
                      <a:cubicBezTo>
                        <a:pt x="0" y="576"/>
                        <a:pt x="798" y="887"/>
                        <a:pt x="2217" y="1197"/>
                      </a:cubicBezTo>
                      <a:cubicBezTo>
                        <a:pt x="3591" y="1640"/>
                        <a:pt x="5541" y="2128"/>
                        <a:pt x="7891" y="2438"/>
                      </a:cubicBezTo>
                      <a:cubicBezTo>
                        <a:pt x="12590" y="2926"/>
                        <a:pt x="18619" y="3236"/>
                        <a:pt x="2442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67" name="Forme libre : forme 26566">
                  <a:extLst>
                    <a:ext uri="{FF2B5EF4-FFF2-40B4-BE49-F238E27FC236}">
                      <a16:creationId xmlns:a16="http://schemas.microsoft.com/office/drawing/2014/main" id="{31371FB3-4304-4F42-A9F1-19621B3B9922}"/>
                    </a:ext>
                  </a:extLst>
                </p:cNvPr>
                <p:cNvSpPr/>
                <p:nvPr/>
              </p:nvSpPr>
              <p:spPr>
                <a:xfrm>
                  <a:off x="5449255" y="1281827"/>
                  <a:ext cx="28815" cy="9799"/>
                </a:xfrm>
                <a:custGeom>
                  <a:avLst/>
                  <a:gdLst>
                    <a:gd name="connsiteX0" fmla="*/ 28815 w 28815"/>
                    <a:gd name="connsiteY0" fmla="*/ 2706 h 9799"/>
                    <a:gd name="connsiteX1" fmla="*/ 25224 w 28815"/>
                    <a:gd name="connsiteY1" fmla="*/ 1421 h 9799"/>
                    <a:gd name="connsiteX2" fmla="*/ 16580 w 28815"/>
                    <a:gd name="connsiteY2" fmla="*/ 2 h 9799"/>
                    <a:gd name="connsiteX3" fmla="*/ 6738 w 28815"/>
                    <a:gd name="connsiteY3" fmla="*/ 2086 h 9799"/>
                    <a:gd name="connsiteX4" fmla="*/ 0 w 28815"/>
                    <a:gd name="connsiteY4" fmla="*/ 9799 h 9799"/>
                    <a:gd name="connsiteX5" fmla="*/ 6118 w 28815"/>
                    <a:gd name="connsiteY5" fmla="*/ 3948 h 9799"/>
                    <a:gd name="connsiteX6" fmla="*/ 15206 w 28815"/>
                    <a:gd name="connsiteY6" fmla="*/ 933 h 9799"/>
                    <a:gd name="connsiteX7" fmla="*/ 28815 w 28815"/>
                    <a:gd name="connsiteY7" fmla="*/ 2706 h 9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15" h="9799">
                      <a:moveTo>
                        <a:pt x="28815" y="2706"/>
                      </a:moveTo>
                      <a:cubicBezTo>
                        <a:pt x="28815" y="2706"/>
                        <a:pt x="27485" y="1997"/>
                        <a:pt x="25224" y="1421"/>
                      </a:cubicBezTo>
                      <a:cubicBezTo>
                        <a:pt x="22964" y="800"/>
                        <a:pt x="19860" y="179"/>
                        <a:pt x="16580" y="2"/>
                      </a:cubicBezTo>
                      <a:cubicBezTo>
                        <a:pt x="13255" y="-42"/>
                        <a:pt x="9664" y="623"/>
                        <a:pt x="6738" y="2086"/>
                      </a:cubicBezTo>
                      <a:cubicBezTo>
                        <a:pt x="3768" y="3504"/>
                        <a:pt x="1374" y="6031"/>
                        <a:pt x="0" y="9799"/>
                      </a:cubicBezTo>
                      <a:cubicBezTo>
                        <a:pt x="0" y="9799"/>
                        <a:pt x="1685" y="6519"/>
                        <a:pt x="6118" y="3948"/>
                      </a:cubicBezTo>
                      <a:cubicBezTo>
                        <a:pt x="8334" y="2662"/>
                        <a:pt x="11349" y="1465"/>
                        <a:pt x="15206" y="933"/>
                      </a:cubicBezTo>
                      <a:cubicBezTo>
                        <a:pt x="18885" y="667"/>
                        <a:pt x="23628" y="933"/>
                        <a:pt x="28815" y="2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68" name="Forme libre : forme 26567">
                  <a:extLst>
                    <a:ext uri="{FF2B5EF4-FFF2-40B4-BE49-F238E27FC236}">
                      <a16:creationId xmlns:a16="http://schemas.microsoft.com/office/drawing/2014/main" id="{A2C9312A-EC27-4DAF-9A78-EBCE2535D335}"/>
                    </a:ext>
                  </a:extLst>
                </p:cNvPr>
                <p:cNvSpPr/>
                <p:nvPr/>
              </p:nvSpPr>
              <p:spPr>
                <a:xfrm>
                  <a:off x="5482855" y="1306216"/>
                  <a:ext cx="9507" cy="9597"/>
                </a:xfrm>
                <a:custGeom>
                  <a:avLst/>
                  <a:gdLst>
                    <a:gd name="connsiteX0" fmla="*/ 8780 w 9507"/>
                    <a:gd name="connsiteY0" fmla="*/ 9438 h 9597"/>
                    <a:gd name="connsiteX1" fmla="*/ 2441 w 9507"/>
                    <a:gd name="connsiteY1" fmla="*/ 6069 h 9597"/>
                    <a:gd name="connsiteX2" fmla="*/ 623 w 9507"/>
                    <a:gd name="connsiteY2" fmla="*/ 217 h 9597"/>
                    <a:gd name="connsiteX3" fmla="*/ 7317 w 9507"/>
                    <a:gd name="connsiteY3" fmla="*/ 3453 h 9597"/>
                    <a:gd name="connsiteX4" fmla="*/ 8780 w 9507"/>
                    <a:gd name="connsiteY4" fmla="*/ 9438 h 9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7" h="9597">
                      <a:moveTo>
                        <a:pt x="8780" y="9438"/>
                      </a:moveTo>
                      <a:cubicBezTo>
                        <a:pt x="7362" y="10103"/>
                        <a:pt x="4569" y="8640"/>
                        <a:pt x="2441" y="6069"/>
                      </a:cubicBezTo>
                      <a:cubicBezTo>
                        <a:pt x="180" y="3630"/>
                        <a:pt x="-707" y="1015"/>
                        <a:pt x="623" y="217"/>
                      </a:cubicBezTo>
                      <a:cubicBezTo>
                        <a:pt x="1909" y="-537"/>
                        <a:pt x="5145" y="705"/>
                        <a:pt x="7317" y="3453"/>
                      </a:cubicBezTo>
                      <a:cubicBezTo>
                        <a:pt x="9534" y="6113"/>
                        <a:pt x="10155" y="8773"/>
                        <a:pt x="8780" y="943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69" name="Forme libre : forme 26568">
                  <a:extLst>
                    <a:ext uri="{FF2B5EF4-FFF2-40B4-BE49-F238E27FC236}">
                      <a16:creationId xmlns:a16="http://schemas.microsoft.com/office/drawing/2014/main" id="{AE4FE130-DF83-463A-94EA-F1DB345AE4C5}"/>
                    </a:ext>
                  </a:extLst>
                </p:cNvPr>
                <p:cNvSpPr/>
                <p:nvPr/>
              </p:nvSpPr>
              <p:spPr>
                <a:xfrm>
                  <a:off x="5490564" y="1313729"/>
                  <a:ext cx="3073" cy="2767"/>
                </a:xfrm>
                <a:custGeom>
                  <a:avLst/>
                  <a:gdLst>
                    <a:gd name="connsiteX0" fmla="*/ 2889 w 3073"/>
                    <a:gd name="connsiteY0" fmla="*/ 2412 h 2767"/>
                    <a:gd name="connsiteX1" fmla="*/ 805 w 3073"/>
                    <a:gd name="connsiteY1" fmla="*/ 2323 h 2767"/>
                    <a:gd name="connsiteX2" fmla="*/ 185 w 3073"/>
                    <a:gd name="connsiteY2" fmla="*/ 373 h 2767"/>
                    <a:gd name="connsiteX3" fmla="*/ 2268 w 3073"/>
                    <a:gd name="connsiteY3" fmla="*/ 461 h 2767"/>
                    <a:gd name="connsiteX4" fmla="*/ 2889 w 3073"/>
                    <a:gd name="connsiteY4" fmla="*/ 2412 h 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73" h="2767">
                      <a:moveTo>
                        <a:pt x="2889" y="2412"/>
                      </a:moveTo>
                      <a:cubicBezTo>
                        <a:pt x="2490" y="2900"/>
                        <a:pt x="1559" y="2900"/>
                        <a:pt x="805" y="2323"/>
                      </a:cubicBezTo>
                      <a:cubicBezTo>
                        <a:pt x="52" y="1747"/>
                        <a:pt x="-214" y="905"/>
                        <a:pt x="185" y="373"/>
                      </a:cubicBezTo>
                      <a:cubicBezTo>
                        <a:pt x="584" y="-159"/>
                        <a:pt x="1515" y="-115"/>
                        <a:pt x="2268" y="461"/>
                      </a:cubicBezTo>
                      <a:cubicBezTo>
                        <a:pt x="3022" y="1038"/>
                        <a:pt x="3288" y="1924"/>
                        <a:pt x="2889" y="24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70" name="Forme libre : forme 26569">
                  <a:extLst>
                    <a:ext uri="{FF2B5EF4-FFF2-40B4-BE49-F238E27FC236}">
                      <a16:creationId xmlns:a16="http://schemas.microsoft.com/office/drawing/2014/main" id="{1FD2ED42-3E52-4628-A7A8-7526ECF79C71}"/>
                    </a:ext>
                  </a:extLst>
                </p:cNvPr>
                <p:cNvSpPr/>
                <p:nvPr/>
              </p:nvSpPr>
              <p:spPr>
                <a:xfrm>
                  <a:off x="5489323" y="1295794"/>
                  <a:ext cx="19603" cy="32104"/>
                </a:xfrm>
                <a:custGeom>
                  <a:avLst/>
                  <a:gdLst>
                    <a:gd name="connsiteX0" fmla="*/ 19425 w 19603"/>
                    <a:gd name="connsiteY0" fmla="*/ 21766 h 32104"/>
                    <a:gd name="connsiteX1" fmla="*/ 14194 w 19603"/>
                    <a:gd name="connsiteY1" fmla="*/ 30942 h 32104"/>
                    <a:gd name="connsiteX2" fmla="*/ 10381 w 19603"/>
                    <a:gd name="connsiteY2" fmla="*/ 31607 h 32104"/>
                    <a:gd name="connsiteX3" fmla="*/ 9096 w 19603"/>
                    <a:gd name="connsiteY3" fmla="*/ 27706 h 32104"/>
                    <a:gd name="connsiteX4" fmla="*/ 9495 w 19603"/>
                    <a:gd name="connsiteY4" fmla="*/ 15604 h 32104"/>
                    <a:gd name="connsiteX5" fmla="*/ 3377 w 19603"/>
                    <a:gd name="connsiteY5" fmla="*/ 7092 h 32104"/>
                    <a:gd name="connsiteX6" fmla="*/ 362 w 19603"/>
                    <a:gd name="connsiteY6" fmla="*/ 2526 h 32104"/>
                    <a:gd name="connsiteX7" fmla="*/ 983 w 19603"/>
                    <a:gd name="connsiteY7" fmla="*/ 88 h 32104"/>
                    <a:gd name="connsiteX8" fmla="*/ 5372 w 19603"/>
                    <a:gd name="connsiteY8" fmla="*/ 930 h 32104"/>
                    <a:gd name="connsiteX9" fmla="*/ 10381 w 19603"/>
                    <a:gd name="connsiteY9" fmla="*/ 4299 h 32104"/>
                    <a:gd name="connsiteX10" fmla="*/ 17519 w 19603"/>
                    <a:gd name="connsiteY10" fmla="*/ 12190 h 32104"/>
                    <a:gd name="connsiteX11" fmla="*/ 19425 w 19603"/>
                    <a:gd name="connsiteY11" fmla="*/ 21766 h 32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603" h="32104">
                      <a:moveTo>
                        <a:pt x="19425" y="21766"/>
                      </a:moveTo>
                      <a:cubicBezTo>
                        <a:pt x="18804" y="25578"/>
                        <a:pt x="16676" y="28460"/>
                        <a:pt x="14194" y="30942"/>
                      </a:cubicBezTo>
                      <a:cubicBezTo>
                        <a:pt x="13263" y="31829"/>
                        <a:pt x="11800" y="32671"/>
                        <a:pt x="10381" y="31607"/>
                      </a:cubicBezTo>
                      <a:cubicBezTo>
                        <a:pt x="9096" y="30632"/>
                        <a:pt x="8918" y="28992"/>
                        <a:pt x="9096" y="27706"/>
                      </a:cubicBezTo>
                      <a:cubicBezTo>
                        <a:pt x="9583" y="23805"/>
                        <a:pt x="11179" y="20125"/>
                        <a:pt x="9495" y="15604"/>
                      </a:cubicBezTo>
                      <a:cubicBezTo>
                        <a:pt x="8963" y="14185"/>
                        <a:pt x="5859" y="10594"/>
                        <a:pt x="3377" y="7092"/>
                      </a:cubicBezTo>
                      <a:cubicBezTo>
                        <a:pt x="2180" y="5319"/>
                        <a:pt x="894" y="3812"/>
                        <a:pt x="362" y="2526"/>
                      </a:cubicBezTo>
                      <a:cubicBezTo>
                        <a:pt x="-214" y="1285"/>
                        <a:pt x="-170" y="354"/>
                        <a:pt x="983" y="88"/>
                      </a:cubicBezTo>
                      <a:cubicBezTo>
                        <a:pt x="2136" y="-178"/>
                        <a:pt x="3643" y="176"/>
                        <a:pt x="5372" y="930"/>
                      </a:cubicBezTo>
                      <a:cubicBezTo>
                        <a:pt x="7012" y="1684"/>
                        <a:pt x="8697" y="2969"/>
                        <a:pt x="10381" y="4299"/>
                      </a:cubicBezTo>
                      <a:cubicBezTo>
                        <a:pt x="13795" y="6959"/>
                        <a:pt x="16543" y="10328"/>
                        <a:pt x="17519" y="12190"/>
                      </a:cubicBezTo>
                      <a:cubicBezTo>
                        <a:pt x="19292" y="15515"/>
                        <a:pt x="19957" y="18884"/>
                        <a:pt x="19425" y="2176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51" name="Graphique 2">
                <a:extLst>
                  <a:ext uri="{FF2B5EF4-FFF2-40B4-BE49-F238E27FC236}">
                    <a16:creationId xmlns:a16="http://schemas.microsoft.com/office/drawing/2014/main" id="{333CA9C3-627F-405B-B526-6D38AD8AF5DD}"/>
                  </a:ext>
                </a:extLst>
              </p:cNvPr>
              <p:cNvGrpSpPr/>
              <p:nvPr/>
            </p:nvGrpSpPr>
            <p:grpSpPr>
              <a:xfrm>
                <a:off x="5499085" y="1323313"/>
                <a:ext cx="61704" cy="67457"/>
                <a:chOff x="5499085" y="1323313"/>
                <a:chExt cx="61704" cy="67457"/>
              </a:xfrm>
              <a:solidFill>
                <a:schemeClr val="accent1"/>
              </a:solidFill>
            </p:grpSpPr>
            <p:sp>
              <p:nvSpPr>
                <p:cNvPr id="26547" name="Forme libre : forme 26546">
                  <a:extLst>
                    <a:ext uri="{FF2B5EF4-FFF2-40B4-BE49-F238E27FC236}">
                      <a16:creationId xmlns:a16="http://schemas.microsoft.com/office/drawing/2014/main" id="{D7B728C6-9005-43CC-ACB3-0B7FB8446183}"/>
                    </a:ext>
                  </a:extLst>
                </p:cNvPr>
                <p:cNvSpPr/>
                <p:nvPr/>
              </p:nvSpPr>
              <p:spPr>
                <a:xfrm>
                  <a:off x="5499088" y="1323313"/>
                  <a:ext cx="61701" cy="67457"/>
                </a:xfrm>
                <a:custGeom>
                  <a:avLst/>
                  <a:gdLst>
                    <a:gd name="connsiteX0" fmla="*/ 22250 w 61701"/>
                    <a:gd name="connsiteY0" fmla="*/ 56931 h 67457"/>
                    <a:gd name="connsiteX1" fmla="*/ 14447 w 61701"/>
                    <a:gd name="connsiteY1" fmla="*/ 47045 h 67457"/>
                    <a:gd name="connsiteX2" fmla="*/ 6556 w 61701"/>
                    <a:gd name="connsiteY2" fmla="*/ 37514 h 67457"/>
                    <a:gd name="connsiteX3" fmla="*/ 128 w 61701"/>
                    <a:gd name="connsiteY3" fmla="*/ 23727 h 67457"/>
                    <a:gd name="connsiteX4" fmla="*/ 3675 w 61701"/>
                    <a:gd name="connsiteY4" fmla="*/ 11625 h 67457"/>
                    <a:gd name="connsiteX5" fmla="*/ 12053 w 61701"/>
                    <a:gd name="connsiteY5" fmla="*/ 3246 h 67457"/>
                    <a:gd name="connsiteX6" fmla="*/ 24643 w 61701"/>
                    <a:gd name="connsiteY6" fmla="*/ 542 h 67457"/>
                    <a:gd name="connsiteX7" fmla="*/ 39095 w 61701"/>
                    <a:gd name="connsiteY7" fmla="*/ 10029 h 67457"/>
                    <a:gd name="connsiteX8" fmla="*/ 47651 w 61701"/>
                    <a:gd name="connsiteY8" fmla="*/ 20713 h 67457"/>
                    <a:gd name="connsiteX9" fmla="*/ 55808 w 61701"/>
                    <a:gd name="connsiteY9" fmla="*/ 31396 h 67457"/>
                    <a:gd name="connsiteX10" fmla="*/ 56961 w 61701"/>
                    <a:gd name="connsiteY10" fmla="*/ 58483 h 67457"/>
                    <a:gd name="connsiteX11" fmla="*/ 47740 w 61701"/>
                    <a:gd name="connsiteY11" fmla="*/ 65309 h 67457"/>
                    <a:gd name="connsiteX12" fmla="*/ 22250 w 61701"/>
                    <a:gd name="connsiteY12" fmla="*/ 56931 h 6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1701" h="67457">
                      <a:moveTo>
                        <a:pt x="22250" y="56931"/>
                      </a:moveTo>
                      <a:cubicBezTo>
                        <a:pt x="19678" y="53562"/>
                        <a:pt x="17063" y="50326"/>
                        <a:pt x="14447" y="47045"/>
                      </a:cubicBezTo>
                      <a:cubicBezTo>
                        <a:pt x="11832" y="43765"/>
                        <a:pt x="9172" y="40706"/>
                        <a:pt x="6556" y="37514"/>
                      </a:cubicBezTo>
                      <a:cubicBezTo>
                        <a:pt x="2788" y="33302"/>
                        <a:pt x="705" y="28249"/>
                        <a:pt x="128" y="23727"/>
                      </a:cubicBezTo>
                      <a:cubicBezTo>
                        <a:pt x="-403" y="19117"/>
                        <a:pt x="705" y="14639"/>
                        <a:pt x="3675" y="11625"/>
                      </a:cubicBezTo>
                      <a:lnTo>
                        <a:pt x="12053" y="3246"/>
                      </a:lnTo>
                      <a:cubicBezTo>
                        <a:pt x="15112" y="187"/>
                        <a:pt x="19634" y="-699"/>
                        <a:pt x="24643" y="542"/>
                      </a:cubicBezTo>
                      <a:cubicBezTo>
                        <a:pt x="29697" y="1695"/>
                        <a:pt x="34840" y="5064"/>
                        <a:pt x="39095" y="10029"/>
                      </a:cubicBezTo>
                      <a:cubicBezTo>
                        <a:pt x="41933" y="13575"/>
                        <a:pt x="44903" y="17122"/>
                        <a:pt x="47651" y="20713"/>
                      </a:cubicBezTo>
                      <a:cubicBezTo>
                        <a:pt x="50400" y="24259"/>
                        <a:pt x="53193" y="27850"/>
                        <a:pt x="55808" y="31396"/>
                      </a:cubicBezTo>
                      <a:cubicBezTo>
                        <a:pt x="63300" y="41415"/>
                        <a:pt x="63610" y="53517"/>
                        <a:pt x="56961" y="58483"/>
                      </a:cubicBezTo>
                      <a:lnTo>
                        <a:pt x="47740" y="65309"/>
                      </a:lnTo>
                      <a:cubicBezTo>
                        <a:pt x="41002" y="70274"/>
                        <a:pt x="29520" y="66285"/>
                        <a:pt x="22250" y="5693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48" name="Forme libre : forme 26547">
                  <a:extLst>
                    <a:ext uri="{FF2B5EF4-FFF2-40B4-BE49-F238E27FC236}">
                      <a16:creationId xmlns:a16="http://schemas.microsoft.com/office/drawing/2014/main" id="{04AAD1DF-A130-423B-B726-5B9AD619C0F4}"/>
                    </a:ext>
                  </a:extLst>
                </p:cNvPr>
                <p:cNvSpPr/>
                <p:nvPr/>
              </p:nvSpPr>
              <p:spPr>
                <a:xfrm>
                  <a:off x="5499085" y="1331303"/>
                  <a:ext cx="47964" cy="59468"/>
                </a:xfrm>
                <a:custGeom>
                  <a:avLst/>
                  <a:gdLst>
                    <a:gd name="connsiteX0" fmla="*/ 20125 w 47964"/>
                    <a:gd name="connsiteY0" fmla="*/ 23983 h 59468"/>
                    <a:gd name="connsiteX1" fmla="*/ 10726 w 47964"/>
                    <a:gd name="connsiteY1" fmla="*/ 12590 h 59468"/>
                    <a:gd name="connsiteX2" fmla="*/ 7313 w 47964"/>
                    <a:gd name="connsiteY2" fmla="*/ 0 h 59468"/>
                    <a:gd name="connsiteX3" fmla="*/ 3678 w 47964"/>
                    <a:gd name="connsiteY3" fmla="*/ 3635 h 59468"/>
                    <a:gd name="connsiteX4" fmla="*/ 131 w 47964"/>
                    <a:gd name="connsiteY4" fmla="*/ 15737 h 59468"/>
                    <a:gd name="connsiteX5" fmla="*/ 6559 w 47964"/>
                    <a:gd name="connsiteY5" fmla="*/ 29524 h 59468"/>
                    <a:gd name="connsiteX6" fmla="*/ 14450 w 47964"/>
                    <a:gd name="connsiteY6" fmla="*/ 39056 h 59468"/>
                    <a:gd name="connsiteX7" fmla="*/ 22252 w 47964"/>
                    <a:gd name="connsiteY7" fmla="*/ 48941 h 59468"/>
                    <a:gd name="connsiteX8" fmla="*/ 47654 w 47964"/>
                    <a:gd name="connsiteY8" fmla="*/ 57320 h 59468"/>
                    <a:gd name="connsiteX9" fmla="*/ 47965 w 47964"/>
                    <a:gd name="connsiteY9" fmla="*/ 57098 h 59468"/>
                    <a:gd name="connsiteX10" fmla="*/ 34709 w 47964"/>
                    <a:gd name="connsiteY10" fmla="*/ 39765 h 59468"/>
                    <a:gd name="connsiteX11" fmla="*/ 20125 w 47964"/>
                    <a:gd name="connsiteY11" fmla="*/ 23983 h 59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7964" h="59468">
                      <a:moveTo>
                        <a:pt x="20125" y="23983"/>
                      </a:moveTo>
                      <a:cubicBezTo>
                        <a:pt x="16224" y="20614"/>
                        <a:pt x="12899" y="16801"/>
                        <a:pt x="10726" y="12590"/>
                      </a:cubicBezTo>
                      <a:cubicBezTo>
                        <a:pt x="8421" y="8556"/>
                        <a:pt x="7224" y="4167"/>
                        <a:pt x="7313" y="0"/>
                      </a:cubicBezTo>
                      <a:lnTo>
                        <a:pt x="3678" y="3635"/>
                      </a:lnTo>
                      <a:cubicBezTo>
                        <a:pt x="663" y="6650"/>
                        <a:pt x="-401" y="11083"/>
                        <a:pt x="131" y="15737"/>
                      </a:cubicBezTo>
                      <a:cubicBezTo>
                        <a:pt x="708" y="20259"/>
                        <a:pt x="2791" y="25313"/>
                        <a:pt x="6559" y="29524"/>
                      </a:cubicBezTo>
                      <a:cubicBezTo>
                        <a:pt x="9175" y="32716"/>
                        <a:pt x="11879" y="35775"/>
                        <a:pt x="14450" y="39056"/>
                      </a:cubicBezTo>
                      <a:cubicBezTo>
                        <a:pt x="17066" y="42336"/>
                        <a:pt x="19681" y="45528"/>
                        <a:pt x="22252" y="48941"/>
                      </a:cubicBezTo>
                      <a:cubicBezTo>
                        <a:pt x="29523" y="58295"/>
                        <a:pt x="41005" y="62285"/>
                        <a:pt x="47654" y="57320"/>
                      </a:cubicBezTo>
                      <a:lnTo>
                        <a:pt x="47965" y="57098"/>
                      </a:lnTo>
                      <a:cubicBezTo>
                        <a:pt x="43177" y="51380"/>
                        <a:pt x="39054" y="45439"/>
                        <a:pt x="34709" y="39765"/>
                      </a:cubicBezTo>
                      <a:cubicBezTo>
                        <a:pt x="30321" y="34091"/>
                        <a:pt x="25755" y="28594"/>
                        <a:pt x="20125" y="2398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49" name="Forme libre : forme 26548">
                  <a:extLst>
                    <a:ext uri="{FF2B5EF4-FFF2-40B4-BE49-F238E27FC236}">
                      <a16:creationId xmlns:a16="http://schemas.microsoft.com/office/drawing/2014/main" id="{0812253D-9D54-4EC8-A61F-D5EA73DFFE75}"/>
                    </a:ext>
                  </a:extLst>
                </p:cNvPr>
                <p:cNvSpPr/>
                <p:nvPr/>
              </p:nvSpPr>
              <p:spPr>
                <a:xfrm>
                  <a:off x="5520488" y="1347948"/>
                  <a:ext cx="23341" cy="27084"/>
                </a:xfrm>
                <a:custGeom>
                  <a:avLst/>
                  <a:gdLst>
                    <a:gd name="connsiteX0" fmla="*/ 21463 w 23341"/>
                    <a:gd name="connsiteY0" fmla="*/ 26222 h 27084"/>
                    <a:gd name="connsiteX1" fmla="*/ 5460 w 23341"/>
                    <a:gd name="connsiteY1" fmla="*/ 18420 h 27084"/>
                    <a:gd name="connsiteX2" fmla="*/ 1736 w 23341"/>
                    <a:gd name="connsiteY2" fmla="*/ 1042 h 27084"/>
                    <a:gd name="connsiteX3" fmla="*/ 18050 w 23341"/>
                    <a:gd name="connsiteY3" fmla="*/ 8578 h 27084"/>
                    <a:gd name="connsiteX4" fmla="*/ 21463 w 23341"/>
                    <a:gd name="connsiteY4" fmla="*/ 26222 h 27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41" h="27084">
                      <a:moveTo>
                        <a:pt x="21463" y="26222"/>
                      </a:moveTo>
                      <a:cubicBezTo>
                        <a:pt x="17961" y="28838"/>
                        <a:pt x="10824" y="25291"/>
                        <a:pt x="5460" y="18420"/>
                      </a:cubicBezTo>
                      <a:cubicBezTo>
                        <a:pt x="140" y="11549"/>
                        <a:pt x="-1677" y="3968"/>
                        <a:pt x="1736" y="1042"/>
                      </a:cubicBezTo>
                      <a:cubicBezTo>
                        <a:pt x="5061" y="-1839"/>
                        <a:pt x="12597" y="1441"/>
                        <a:pt x="18050" y="8578"/>
                      </a:cubicBezTo>
                      <a:cubicBezTo>
                        <a:pt x="23503" y="15671"/>
                        <a:pt x="24921" y="23607"/>
                        <a:pt x="21463" y="2622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50" name="Forme libre : forme 26549">
                  <a:extLst>
                    <a:ext uri="{FF2B5EF4-FFF2-40B4-BE49-F238E27FC236}">
                      <a16:creationId xmlns:a16="http://schemas.microsoft.com/office/drawing/2014/main" id="{7C9CAD5F-04AA-4FAE-911C-DFB81A28CA54}"/>
                    </a:ext>
                  </a:extLst>
                </p:cNvPr>
                <p:cNvSpPr/>
                <p:nvPr/>
              </p:nvSpPr>
              <p:spPr>
                <a:xfrm>
                  <a:off x="5520443" y="1348003"/>
                  <a:ext cx="11355" cy="23507"/>
                </a:xfrm>
                <a:custGeom>
                  <a:avLst/>
                  <a:gdLst>
                    <a:gd name="connsiteX0" fmla="*/ 11356 w 11355"/>
                    <a:gd name="connsiteY0" fmla="*/ 2273 h 23507"/>
                    <a:gd name="connsiteX1" fmla="*/ 1736 w 11355"/>
                    <a:gd name="connsiteY1" fmla="*/ 1032 h 23507"/>
                    <a:gd name="connsiteX2" fmla="*/ 5460 w 11355"/>
                    <a:gd name="connsiteY2" fmla="*/ 18409 h 23507"/>
                    <a:gd name="connsiteX3" fmla="*/ 10514 w 11355"/>
                    <a:gd name="connsiteY3" fmla="*/ 23507 h 23507"/>
                    <a:gd name="connsiteX4" fmla="*/ 8563 w 11355"/>
                    <a:gd name="connsiteY4" fmla="*/ 20050 h 23507"/>
                    <a:gd name="connsiteX5" fmla="*/ 11356 w 11355"/>
                    <a:gd name="connsiteY5" fmla="*/ 2273 h 23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355" h="23507">
                      <a:moveTo>
                        <a:pt x="11356" y="2273"/>
                      </a:moveTo>
                      <a:cubicBezTo>
                        <a:pt x="7499" y="-165"/>
                        <a:pt x="3864" y="-742"/>
                        <a:pt x="1736" y="1032"/>
                      </a:cubicBezTo>
                      <a:cubicBezTo>
                        <a:pt x="-1677" y="3957"/>
                        <a:pt x="140" y="11538"/>
                        <a:pt x="5460" y="18409"/>
                      </a:cubicBezTo>
                      <a:cubicBezTo>
                        <a:pt x="7056" y="20404"/>
                        <a:pt x="8785" y="22089"/>
                        <a:pt x="10514" y="23507"/>
                      </a:cubicBezTo>
                      <a:cubicBezTo>
                        <a:pt x="9716" y="22444"/>
                        <a:pt x="9051" y="21291"/>
                        <a:pt x="8563" y="20050"/>
                      </a:cubicBezTo>
                      <a:cubicBezTo>
                        <a:pt x="6169" y="13045"/>
                        <a:pt x="6878" y="5243"/>
                        <a:pt x="11356" y="2273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51" name="Forme libre : forme 26550">
                  <a:extLst>
                    <a:ext uri="{FF2B5EF4-FFF2-40B4-BE49-F238E27FC236}">
                      <a16:creationId xmlns:a16="http://schemas.microsoft.com/office/drawing/2014/main" id="{0ADCC7A4-594F-49D6-AD57-F5820DBE93E2}"/>
                    </a:ext>
                  </a:extLst>
                </p:cNvPr>
                <p:cNvSpPr/>
                <p:nvPr/>
              </p:nvSpPr>
              <p:spPr>
                <a:xfrm>
                  <a:off x="5520076" y="1350386"/>
                  <a:ext cx="23329" cy="26990"/>
                </a:xfrm>
                <a:custGeom>
                  <a:avLst/>
                  <a:gdLst>
                    <a:gd name="connsiteX0" fmla="*/ 21431 w 23329"/>
                    <a:gd name="connsiteY0" fmla="*/ 26134 h 26990"/>
                    <a:gd name="connsiteX1" fmla="*/ 5428 w 23329"/>
                    <a:gd name="connsiteY1" fmla="*/ 18332 h 26990"/>
                    <a:gd name="connsiteX2" fmla="*/ 1748 w 23329"/>
                    <a:gd name="connsiteY2" fmla="*/ 1043 h 26990"/>
                    <a:gd name="connsiteX3" fmla="*/ 18018 w 23329"/>
                    <a:gd name="connsiteY3" fmla="*/ 8535 h 26990"/>
                    <a:gd name="connsiteX4" fmla="*/ 21431 w 23329"/>
                    <a:gd name="connsiteY4" fmla="*/ 26134 h 26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29" h="26990">
                      <a:moveTo>
                        <a:pt x="21431" y="26134"/>
                      </a:moveTo>
                      <a:cubicBezTo>
                        <a:pt x="17929" y="28750"/>
                        <a:pt x="10792" y="25159"/>
                        <a:pt x="5428" y="18332"/>
                      </a:cubicBezTo>
                      <a:cubicBezTo>
                        <a:pt x="108" y="11505"/>
                        <a:pt x="-1665" y="3924"/>
                        <a:pt x="1748" y="1043"/>
                      </a:cubicBezTo>
                      <a:cubicBezTo>
                        <a:pt x="5118" y="-1839"/>
                        <a:pt x="12565" y="1442"/>
                        <a:pt x="18018" y="8535"/>
                      </a:cubicBezTo>
                      <a:cubicBezTo>
                        <a:pt x="23471" y="15628"/>
                        <a:pt x="24933" y="23519"/>
                        <a:pt x="21431" y="2613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52" name="Forme libre : forme 26551">
                  <a:extLst>
                    <a:ext uri="{FF2B5EF4-FFF2-40B4-BE49-F238E27FC236}">
                      <a16:creationId xmlns:a16="http://schemas.microsoft.com/office/drawing/2014/main" id="{6A74083B-FB37-4497-B2A9-4B9C6D7A81ED}"/>
                    </a:ext>
                  </a:extLst>
                </p:cNvPr>
                <p:cNvSpPr/>
                <p:nvPr/>
              </p:nvSpPr>
              <p:spPr>
                <a:xfrm>
                  <a:off x="5507099" y="1332672"/>
                  <a:ext cx="24872" cy="43476"/>
                </a:xfrm>
                <a:custGeom>
                  <a:avLst/>
                  <a:gdLst>
                    <a:gd name="connsiteX0" fmla="*/ 5372 w 24872"/>
                    <a:gd name="connsiteY0" fmla="*/ 6876 h 43476"/>
                    <a:gd name="connsiteX1" fmla="*/ 584 w 24872"/>
                    <a:gd name="connsiteY1" fmla="*/ 12727 h 43476"/>
                    <a:gd name="connsiteX2" fmla="*/ 4618 w 24872"/>
                    <a:gd name="connsiteY2" fmla="*/ 29662 h 43476"/>
                    <a:gd name="connsiteX3" fmla="*/ 15612 w 24872"/>
                    <a:gd name="connsiteY3" fmla="*/ 41676 h 43476"/>
                    <a:gd name="connsiteX4" fmla="*/ 24523 w 24872"/>
                    <a:gd name="connsiteY4" fmla="*/ 41543 h 43476"/>
                    <a:gd name="connsiteX5" fmla="*/ 24124 w 24872"/>
                    <a:gd name="connsiteY5" fmla="*/ 34849 h 43476"/>
                    <a:gd name="connsiteX6" fmla="*/ 22572 w 24872"/>
                    <a:gd name="connsiteY6" fmla="*/ 18712 h 43476"/>
                    <a:gd name="connsiteX7" fmla="*/ 18228 w 24872"/>
                    <a:gd name="connsiteY7" fmla="*/ 980 h 43476"/>
                    <a:gd name="connsiteX8" fmla="*/ 5372 w 24872"/>
                    <a:gd name="connsiteY8" fmla="*/ 6876 h 43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872" h="43476">
                      <a:moveTo>
                        <a:pt x="5372" y="6876"/>
                      </a:moveTo>
                      <a:cubicBezTo>
                        <a:pt x="3421" y="8516"/>
                        <a:pt x="1471" y="10201"/>
                        <a:pt x="584" y="12727"/>
                      </a:cubicBezTo>
                      <a:cubicBezTo>
                        <a:pt x="-1189" y="17604"/>
                        <a:pt x="1338" y="23988"/>
                        <a:pt x="4618" y="29662"/>
                      </a:cubicBezTo>
                      <a:cubicBezTo>
                        <a:pt x="7456" y="34228"/>
                        <a:pt x="11091" y="38927"/>
                        <a:pt x="15612" y="41676"/>
                      </a:cubicBezTo>
                      <a:cubicBezTo>
                        <a:pt x="18982" y="43759"/>
                        <a:pt x="23282" y="44424"/>
                        <a:pt x="24523" y="41543"/>
                      </a:cubicBezTo>
                      <a:cubicBezTo>
                        <a:pt x="25277" y="39769"/>
                        <a:pt x="24656" y="37198"/>
                        <a:pt x="24124" y="34849"/>
                      </a:cubicBezTo>
                      <a:cubicBezTo>
                        <a:pt x="22838" y="29352"/>
                        <a:pt x="22395" y="23855"/>
                        <a:pt x="22572" y="18712"/>
                      </a:cubicBezTo>
                      <a:cubicBezTo>
                        <a:pt x="22750" y="14368"/>
                        <a:pt x="24346" y="4970"/>
                        <a:pt x="18228" y="980"/>
                      </a:cubicBezTo>
                      <a:cubicBezTo>
                        <a:pt x="12864" y="-2611"/>
                        <a:pt x="8032" y="4659"/>
                        <a:pt x="5372" y="687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53" name="Forme libre : forme 26552">
                  <a:extLst>
                    <a:ext uri="{FF2B5EF4-FFF2-40B4-BE49-F238E27FC236}">
                      <a16:creationId xmlns:a16="http://schemas.microsoft.com/office/drawing/2014/main" id="{C098A89B-B8B6-4EFB-9918-FEA6A759047A}"/>
                    </a:ext>
                  </a:extLst>
                </p:cNvPr>
                <p:cNvSpPr/>
                <p:nvPr/>
              </p:nvSpPr>
              <p:spPr>
                <a:xfrm>
                  <a:off x="5521871" y="1339096"/>
                  <a:ext cx="13137" cy="8679"/>
                </a:xfrm>
                <a:custGeom>
                  <a:avLst/>
                  <a:gdLst>
                    <a:gd name="connsiteX0" fmla="*/ 2304 w 13137"/>
                    <a:gd name="connsiteY0" fmla="*/ 9 h 8679"/>
                    <a:gd name="connsiteX1" fmla="*/ 486 w 13137"/>
                    <a:gd name="connsiteY1" fmla="*/ 541 h 8679"/>
                    <a:gd name="connsiteX2" fmla="*/ 176 w 13137"/>
                    <a:gd name="connsiteY2" fmla="*/ 2447 h 8679"/>
                    <a:gd name="connsiteX3" fmla="*/ 1772 w 13137"/>
                    <a:gd name="connsiteY3" fmla="*/ 4176 h 8679"/>
                    <a:gd name="connsiteX4" fmla="*/ 6692 w 13137"/>
                    <a:gd name="connsiteY4" fmla="*/ 7545 h 8679"/>
                    <a:gd name="connsiteX5" fmla="*/ 8820 w 13137"/>
                    <a:gd name="connsiteY5" fmla="*/ 8521 h 8679"/>
                    <a:gd name="connsiteX6" fmla="*/ 11702 w 13137"/>
                    <a:gd name="connsiteY6" fmla="*/ 3866 h 8679"/>
                    <a:gd name="connsiteX7" fmla="*/ 2304 w 13137"/>
                    <a:gd name="connsiteY7" fmla="*/ 9 h 8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137" h="8679">
                      <a:moveTo>
                        <a:pt x="2304" y="9"/>
                      </a:moveTo>
                      <a:cubicBezTo>
                        <a:pt x="1639" y="53"/>
                        <a:pt x="929" y="142"/>
                        <a:pt x="486" y="541"/>
                      </a:cubicBezTo>
                      <a:cubicBezTo>
                        <a:pt x="43" y="940"/>
                        <a:pt x="-179" y="1694"/>
                        <a:pt x="176" y="2447"/>
                      </a:cubicBezTo>
                      <a:cubicBezTo>
                        <a:pt x="486" y="3157"/>
                        <a:pt x="1151" y="3688"/>
                        <a:pt x="1772" y="4176"/>
                      </a:cubicBezTo>
                      <a:cubicBezTo>
                        <a:pt x="3412" y="5373"/>
                        <a:pt x="5008" y="6570"/>
                        <a:pt x="6692" y="7545"/>
                      </a:cubicBezTo>
                      <a:cubicBezTo>
                        <a:pt x="7402" y="7944"/>
                        <a:pt x="8111" y="8343"/>
                        <a:pt x="8820" y="8521"/>
                      </a:cubicBezTo>
                      <a:cubicBezTo>
                        <a:pt x="11746" y="9274"/>
                        <a:pt x="15115" y="7279"/>
                        <a:pt x="11702" y="3866"/>
                      </a:cubicBezTo>
                      <a:cubicBezTo>
                        <a:pt x="9131" y="1206"/>
                        <a:pt x="5097" y="-124"/>
                        <a:pt x="2304" y="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54" name="Forme libre : forme 26553">
                  <a:extLst>
                    <a:ext uri="{FF2B5EF4-FFF2-40B4-BE49-F238E27FC236}">
                      <a16:creationId xmlns:a16="http://schemas.microsoft.com/office/drawing/2014/main" id="{E8A39513-B7E0-48A7-A822-6C7A9AE34A9F}"/>
                    </a:ext>
                  </a:extLst>
                </p:cNvPr>
                <p:cNvSpPr/>
                <p:nvPr/>
              </p:nvSpPr>
              <p:spPr>
                <a:xfrm>
                  <a:off x="5522357" y="1380067"/>
                  <a:ext cx="24470" cy="8051"/>
                </a:xfrm>
                <a:custGeom>
                  <a:avLst/>
                  <a:gdLst>
                    <a:gd name="connsiteX0" fmla="*/ 24471 w 24470"/>
                    <a:gd name="connsiteY0" fmla="*/ 5852 h 8051"/>
                    <a:gd name="connsiteX1" fmla="*/ 17954 w 24470"/>
                    <a:gd name="connsiteY1" fmla="*/ 8024 h 8051"/>
                    <a:gd name="connsiteX2" fmla="*/ 0 w 24470"/>
                    <a:gd name="connsiteY2" fmla="*/ 0 h 8051"/>
                    <a:gd name="connsiteX3" fmla="*/ 7714 w 24470"/>
                    <a:gd name="connsiteY3" fmla="*/ 4433 h 8051"/>
                    <a:gd name="connsiteX4" fmla="*/ 24471 w 24470"/>
                    <a:gd name="connsiteY4" fmla="*/ 5852 h 8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70" h="8051">
                      <a:moveTo>
                        <a:pt x="24471" y="5852"/>
                      </a:moveTo>
                      <a:cubicBezTo>
                        <a:pt x="24471" y="5852"/>
                        <a:pt x="22165" y="7802"/>
                        <a:pt x="17954" y="8024"/>
                      </a:cubicBezTo>
                      <a:cubicBezTo>
                        <a:pt x="13743" y="8290"/>
                        <a:pt x="7625" y="6694"/>
                        <a:pt x="0" y="0"/>
                      </a:cubicBezTo>
                      <a:cubicBezTo>
                        <a:pt x="0" y="0"/>
                        <a:pt x="3103" y="2438"/>
                        <a:pt x="7714" y="4433"/>
                      </a:cubicBezTo>
                      <a:cubicBezTo>
                        <a:pt x="12280" y="6428"/>
                        <a:pt x="18397" y="7935"/>
                        <a:pt x="24471" y="58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55" name="Forme libre : forme 26554">
                  <a:extLst>
                    <a:ext uri="{FF2B5EF4-FFF2-40B4-BE49-F238E27FC236}">
                      <a16:creationId xmlns:a16="http://schemas.microsoft.com/office/drawing/2014/main" id="{BBAE6A3B-15C0-41DC-B4F6-3D472862218A}"/>
                    </a:ext>
                  </a:extLst>
                </p:cNvPr>
                <p:cNvSpPr/>
                <p:nvPr/>
              </p:nvSpPr>
              <p:spPr>
                <a:xfrm>
                  <a:off x="5511097" y="1325602"/>
                  <a:ext cx="26953" cy="9645"/>
                </a:xfrm>
                <a:custGeom>
                  <a:avLst/>
                  <a:gdLst>
                    <a:gd name="connsiteX0" fmla="*/ 26953 w 26953"/>
                    <a:gd name="connsiteY0" fmla="*/ 9646 h 9645"/>
                    <a:gd name="connsiteX1" fmla="*/ 24559 w 26953"/>
                    <a:gd name="connsiteY1" fmla="*/ 7296 h 9645"/>
                    <a:gd name="connsiteX2" fmla="*/ 18264 w 26953"/>
                    <a:gd name="connsiteY2" fmla="*/ 2774 h 9645"/>
                    <a:gd name="connsiteX3" fmla="*/ 9443 w 26953"/>
                    <a:gd name="connsiteY3" fmla="*/ 26 h 9645"/>
                    <a:gd name="connsiteX4" fmla="*/ 0 w 26953"/>
                    <a:gd name="connsiteY4" fmla="*/ 2819 h 9645"/>
                    <a:gd name="connsiteX5" fmla="*/ 7980 w 26953"/>
                    <a:gd name="connsiteY5" fmla="*/ 1267 h 9645"/>
                    <a:gd name="connsiteX6" fmla="*/ 16668 w 26953"/>
                    <a:gd name="connsiteY6" fmla="*/ 2996 h 9645"/>
                    <a:gd name="connsiteX7" fmla="*/ 26953 w 26953"/>
                    <a:gd name="connsiteY7" fmla="*/ 9646 h 9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953" h="9645">
                      <a:moveTo>
                        <a:pt x="26953" y="9646"/>
                      </a:moveTo>
                      <a:cubicBezTo>
                        <a:pt x="26953" y="9646"/>
                        <a:pt x="26155" y="8626"/>
                        <a:pt x="24559" y="7296"/>
                      </a:cubicBezTo>
                      <a:cubicBezTo>
                        <a:pt x="23008" y="5922"/>
                        <a:pt x="20836" y="4193"/>
                        <a:pt x="18264" y="2774"/>
                      </a:cubicBezTo>
                      <a:cubicBezTo>
                        <a:pt x="15737" y="1312"/>
                        <a:pt x="12546" y="248"/>
                        <a:pt x="9443" y="26"/>
                      </a:cubicBezTo>
                      <a:cubicBezTo>
                        <a:pt x="6295" y="-151"/>
                        <a:pt x="3059" y="558"/>
                        <a:pt x="0" y="2819"/>
                      </a:cubicBezTo>
                      <a:cubicBezTo>
                        <a:pt x="0" y="2819"/>
                        <a:pt x="3014" y="1223"/>
                        <a:pt x="7980" y="1267"/>
                      </a:cubicBezTo>
                      <a:cubicBezTo>
                        <a:pt x="10418" y="1267"/>
                        <a:pt x="13477" y="1711"/>
                        <a:pt x="16668" y="2996"/>
                      </a:cubicBezTo>
                      <a:cubicBezTo>
                        <a:pt x="19860" y="4237"/>
                        <a:pt x="23451" y="6365"/>
                        <a:pt x="26953" y="96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56" name="Forme libre : forme 26555">
                  <a:extLst>
                    <a:ext uri="{FF2B5EF4-FFF2-40B4-BE49-F238E27FC236}">
                      <a16:creationId xmlns:a16="http://schemas.microsoft.com/office/drawing/2014/main" id="{1957DCB6-7977-43DB-9571-CFCB7A404162}"/>
                    </a:ext>
                  </a:extLst>
                </p:cNvPr>
                <p:cNvSpPr/>
                <p:nvPr/>
              </p:nvSpPr>
              <p:spPr>
                <a:xfrm>
                  <a:off x="5533283" y="1356321"/>
                  <a:ext cx="7328" cy="11088"/>
                </a:xfrm>
                <a:custGeom>
                  <a:avLst/>
                  <a:gdLst>
                    <a:gd name="connsiteX0" fmla="*/ 6141 w 7328"/>
                    <a:gd name="connsiteY0" fmla="*/ 11067 h 11088"/>
                    <a:gd name="connsiteX1" fmla="*/ 999 w 7328"/>
                    <a:gd name="connsiteY1" fmla="*/ 6058 h 11088"/>
                    <a:gd name="connsiteX2" fmla="*/ 1131 w 7328"/>
                    <a:gd name="connsiteY2" fmla="*/ 28 h 11088"/>
                    <a:gd name="connsiteX3" fmla="*/ 6318 w 7328"/>
                    <a:gd name="connsiteY3" fmla="*/ 5038 h 11088"/>
                    <a:gd name="connsiteX4" fmla="*/ 6141 w 7328"/>
                    <a:gd name="connsiteY4" fmla="*/ 11067 h 11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28" h="11088">
                      <a:moveTo>
                        <a:pt x="6141" y="11067"/>
                      </a:moveTo>
                      <a:cubicBezTo>
                        <a:pt x="4678" y="11333"/>
                        <a:pt x="2417" y="9072"/>
                        <a:pt x="999" y="6058"/>
                      </a:cubicBezTo>
                      <a:cubicBezTo>
                        <a:pt x="-376" y="3043"/>
                        <a:pt x="-331" y="339"/>
                        <a:pt x="1131" y="28"/>
                      </a:cubicBezTo>
                      <a:cubicBezTo>
                        <a:pt x="2594" y="-282"/>
                        <a:pt x="4944" y="1979"/>
                        <a:pt x="6318" y="5038"/>
                      </a:cubicBezTo>
                      <a:cubicBezTo>
                        <a:pt x="7737" y="8097"/>
                        <a:pt x="7648" y="10801"/>
                        <a:pt x="6141" y="1106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57" name="Forme libre : forme 26556">
                  <a:extLst>
                    <a:ext uri="{FF2B5EF4-FFF2-40B4-BE49-F238E27FC236}">
                      <a16:creationId xmlns:a16="http://schemas.microsoft.com/office/drawing/2014/main" id="{92EB50CD-B19A-4395-83C5-79E81CE660AB}"/>
                    </a:ext>
                  </a:extLst>
                </p:cNvPr>
                <p:cNvSpPr/>
                <p:nvPr/>
              </p:nvSpPr>
              <p:spPr>
                <a:xfrm>
                  <a:off x="5538686" y="1365572"/>
                  <a:ext cx="2674" cy="2967"/>
                </a:xfrm>
                <a:custGeom>
                  <a:avLst/>
                  <a:gdLst>
                    <a:gd name="connsiteX0" fmla="*/ 2335 w 2674"/>
                    <a:gd name="connsiteY0" fmla="*/ 2792 h 2967"/>
                    <a:gd name="connsiteX1" fmla="*/ 428 w 2674"/>
                    <a:gd name="connsiteY1" fmla="*/ 2171 h 2967"/>
                    <a:gd name="connsiteX2" fmla="*/ 340 w 2674"/>
                    <a:gd name="connsiteY2" fmla="*/ 176 h 2967"/>
                    <a:gd name="connsiteX3" fmla="*/ 2246 w 2674"/>
                    <a:gd name="connsiteY3" fmla="*/ 797 h 2967"/>
                    <a:gd name="connsiteX4" fmla="*/ 2335 w 2674"/>
                    <a:gd name="connsiteY4" fmla="*/ 2792 h 2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4" h="2967">
                      <a:moveTo>
                        <a:pt x="2335" y="2792"/>
                      </a:moveTo>
                      <a:cubicBezTo>
                        <a:pt x="1847" y="3191"/>
                        <a:pt x="960" y="2880"/>
                        <a:pt x="428" y="2171"/>
                      </a:cubicBezTo>
                      <a:cubicBezTo>
                        <a:pt x="-104" y="1462"/>
                        <a:pt x="-148" y="531"/>
                        <a:pt x="340" y="176"/>
                      </a:cubicBezTo>
                      <a:cubicBezTo>
                        <a:pt x="827" y="-223"/>
                        <a:pt x="1714" y="87"/>
                        <a:pt x="2246" y="797"/>
                      </a:cubicBezTo>
                      <a:cubicBezTo>
                        <a:pt x="2778" y="1506"/>
                        <a:pt x="2822" y="2392"/>
                        <a:pt x="2335" y="27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58" name="Forme libre : forme 26557">
                  <a:extLst>
                    <a:ext uri="{FF2B5EF4-FFF2-40B4-BE49-F238E27FC236}">
                      <a16:creationId xmlns:a16="http://schemas.microsoft.com/office/drawing/2014/main" id="{0905B743-A726-415E-9BE7-36BF93DD138E}"/>
                    </a:ext>
                  </a:extLst>
                </p:cNvPr>
                <p:cNvSpPr/>
                <p:nvPr/>
              </p:nvSpPr>
              <p:spPr>
                <a:xfrm>
                  <a:off x="5542660" y="1348852"/>
                  <a:ext cx="13401" cy="32519"/>
                </a:xfrm>
                <a:custGeom>
                  <a:avLst/>
                  <a:gdLst>
                    <a:gd name="connsiteX0" fmla="*/ 12590 w 13401"/>
                    <a:gd name="connsiteY0" fmla="*/ 23988 h 32519"/>
                    <a:gd name="connsiteX1" fmla="*/ 6029 w 13401"/>
                    <a:gd name="connsiteY1" fmla="*/ 31791 h 32519"/>
                    <a:gd name="connsiteX2" fmla="*/ 2172 w 13401"/>
                    <a:gd name="connsiteY2" fmla="*/ 31702 h 32519"/>
                    <a:gd name="connsiteX3" fmla="*/ 1596 w 13401"/>
                    <a:gd name="connsiteY3" fmla="*/ 27668 h 32519"/>
                    <a:gd name="connsiteX4" fmla="*/ 4522 w 13401"/>
                    <a:gd name="connsiteY4" fmla="*/ 16275 h 32519"/>
                    <a:gd name="connsiteX5" fmla="*/ 1374 w 13401"/>
                    <a:gd name="connsiteY5" fmla="*/ 5 h 32519"/>
                    <a:gd name="connsiteX6" fmla="*/ 12767 w 13401"/>
                    <a:gd name="connsiteY6" fmla="*/ 14723 h 32519"/>
                    <a:gd name="connsiteX7" fmla="*/ 12590 w 13401"/>
                    <a:gd name="connsiteY7" fmla="*/ 23988 h 32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401" h="32519">
                      <a:moveTo>
                        <a:pt x="12590" y="23988"/>
                      </a:moveTo>
                      <a:cubicBezTo>
                        <a:pt x="11304" y="27446"/>
                        <a:pt x="8822" y="29884"/>
                        <a:pt x="6029" y="31791"/>
                      </a:cubicBezTo>
                      <a:cubicBezTo>
                        <a:pt x="5009" y="32500"/>
                        <a:pt x="3413" y="33032"/>
                        <a:pt x="2172" y="31702"/>
                      </a:cubicBezTo>
                      <a:cubicBezTo>
                        <a:pt x="1064" y="30505"/>
                        <a:pt x="1197" y="28820"/>
                        <a:pt x="1596" y="27668"/>
                      </a:cubicBezTo>
                      <a:cubicBezTo>
                        <a:pt x="2837" y="23988"/>
                        <a:pt x="5142" y="20796"/>
                        <a:pt x="4522" y="16275"/>
                      </a:cubicBezTo>
                      <a:cubicBezTo>
                        <a:pt x="4211" y="13437"/>
                        <a:pt x="-2926" y="-305"/>
                        <a:pt x="1374" y="5"/>
                      </a:cubicBezTo>
                      <a:cubicBezTo>
                        <a:pt x="5807" y="360"/>
                        <a:pt x="11792" y="10999"/>
                        <a:pt x="12767" y="14723"/>
                      </a:cubicBezTo>
                      <a:cubicBezTo>
                        <a:pt x="13743" y="18092"/>
                        <a:pt x="13521" y="21373"/>
                        <a:pt x="12590" y="2398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52" name="Graphique 2">
                <a:extLst>
                  <a:ext uri="{FF2B5EF4-FFF2-40B4-BE49-F238E27FC236}">
                    <a16:creationId xmlns:a16="http://schemas.microsoft.com/office/drawing/2014/main" id="{DAA30E88-0B10-4A8B-870B-0D59693F3B9E}"/>
                  </a:ext>
                </a:extLst>
              </p:cNvPr>
              <p:cNvGrpSpPr/>
              <p:nvPr/>
            </p:nvGrpSpPr>
            <p:grpSpPr>
              <a:xfrm>
                <a:off x="5542059" y="1379670"/>
                <a:ext cx="60888" cy="66901"/>
                <a:chOff x="5542059" y="1379670"/>
                <a:chExt cx="60888" cy="66901"/>
              </a:xfrm>
              <a:solidFill>
                <a:schemeClr val="accent1"/>
              </a:solidFill>
            </p:grpSpPr>
            <p:sp>
              <p:nvSpPr>
                <p:cNvPr id="26535" name="Forme libre : forme 26534">
                  <a:extLst>
                    <a:ext uri="{FF2B5EF4-FFF2-40B4-BE49-F238E27FC236}">
                      <a16:creationId xmlns:a16="http://schemas.microsoft.com/office/drawing/2014/main" id="{AC8199AA-BC6B-401B-8A74-91F96A077D46}"/>
                    </a:ext>
                  </a:extLst>
                </p:cNvPr>
                <p:cNvSpPr/>
                <p:nvPr/>
              </p:nvSpPr>
              <p:spPr>
                <a:xfrm>
                  <a:off x="5542092" y="1379670"/>
                  <a:ext cx="60855" cy="66857"/>
                </a:xfrm>
                <a:custGeom>
                  <a:avLst/>
                  <a:gdLst>
                    <a:gd name="connsiteX0" fmla="*/ 23044 w 60855"/>
                    <a:gd name="connsiteY0" fmla="*/ 56741 h 66857"/>
                    <a:gd name="connsiteX1" fmla="*/ 6109 w 60855"/>
                    <a:gd name="connsiteY1" fmla="*/ 35773 h 66857"/>
                    <a:gd name="connsiteX2" fmla="*/ 4647 w 60855"/>
                    <a:gd name="connsiteY2" fmla="*/ 8952 h 66857"/>
                    <a:gd name="connsiteX3" fmla="*/ 13867 w 60855"/>
                    <a:gd name="connsiteY3" fmla="*/ 2126 h 66857"/>
                    <a:gd name="connsiteX4" fmla="*/ 38959 w 60855"/>
                    <a:gd name="connsiteY4" fmla="*/ 10770 h 66857"/>
                    <a:gd name="connsiteX5" fmla="*/ 54341 w 60855"/>
                    <a:gd name="connsiteY5" fmla="*/ 30630 h 66857"/>
                    <a:gd name="connsiteX6" fmla="*/ 60681 w 60855"/>
                    <a:gd name="connsiteY6" fmla="*/ 44772 h 66857"/>
                    <a:gd name="connsiteX7" fmla="*/ 57400 w 60855"/>
                    <a:gd name="connsiteY7" fmla="*/ 56387 h 66857"/>
                    <a:gd name="connsiteX8" fmla="*/ 49376 w 60855"/>
                    <a:gd name="connsiteY8" fmla="*/ 64056 h 66857"/>
                    <a:gd name="connsiteX9" fmla="*/ 37141 w 60855"/>
                    <a:gd name="connsiteY9" fmla="*/ 66228 h 66857"/>
                    <a:gd name="connsiteX10" fmla="*/ 23044 w 60855"/>
                    <a:gd name="connsiteY10" fmla="*/ 56741 h 66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855" h="66857">
                      <a:moveTo>
                        <a:pt x="23044" y="56741"/>
                      </a:moveTo>
                      <a:cubicBezTo>
                        <a:pt x="17104" y="49826"/>
                        <a:pt x="11518" y="42777"/>
                        <a:pt x="6109" y="35773"/>
                      </a:cubicBezTo>
                      <a:cubicBezTo>
                        <a:pt x="-1516" y="25931"/>
                        <a:pt x="-2003" y="13918"/>
                        <a:pt x="4647" y="8952"/>
                      </a:cubicBezTo>
                      <a:lnTo>
                        <a:pt x="13867" y="2126"/>
                      </a:lnTo>
                      <a:cubicBezTo>
                        <a:pt x="20561" y="-2840"/>
                        <a:pt x="31866" y="1239"/>
                        <a:pt x="38959" y="10770"/>
                      </a:cubicBezTo>
                      <a:cubicBezTo>
                        <a:pt x="44057" y="17553"/>
                        <a:pt x="49110" y="24247"/>
                        <a:pt x="54341" y="30630"/>
                      </a:cubicBezTo>
                      <a:cubicBezTo>
                        <a:pt x="57977" y="35196"/>
                        <a:pt x="60193" y="40073"/>
                        <a:pt x="60681" y="44772"/>
                      </a:cubicBezTo>
                      <a:cubicBezTo>
                        <a:pt x="61301" y="49338"/>
                        <a:pt x="60282" y="53594"/>
                        <a:pt x="57400" y="56387"/>
                      </a:cubicBezTo>
                      <a:lnTo>
                        <a:pt x="49376" y="64056"/>
                      </a:lnTo>
                      <a:cubicBezTo>
                        <a:pt x="46495" y="66849"/>
                        <a:pt x="42062" y="67514"/>
                        <a:pt x="37141" y="66228"/>
                      </a:cubicBezTo>
                      <a:cubicBezTo>
                        <a:pt x="32442" y="64898"/>
                        <a:pt x="27078" y="61662"/>
                        <a:pt x="23044" y="5674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36" name="Forme libre : forme 26535">
                  <a:extLst>
                    <a:ext uri="{FF2B5EF4-FFF2-40B4-BE49-F238E27FC236}">
                      <a16:creationId xmlns:a16="http://schemas.microsoft.com/office/drawing/2014/main" id="{3768DA44-B678-4AD7-A19D-FB8C00F41338}"/>
                    </a:ext>
                  </a:extLst>
                </p:cNvPr>
                <p:cNvSpPr/>
                <p:nvPr/>
              </p:nvSpPr>
              <p:spPr>
                <a:xfrm>
                  <a:off x="5542059" y="1385697"/>
                  <a:ext cx="49675" cy="60875"/>
                </a:xfrm>
                <a:custGeom>
                  <a:avLst/>
                  <a:gdLst>
                    <a:gd name="connsiteX0" fmla="*/ 19796 w 49675"/>
                    <a:gd name="connsiteY0" fmla="*/ 25224 h 60875"/>
                    <a:gd name="connsiteX1" fmla="*/ 8669 w 49675"/>
                    <a:gd name="connsiteY1" fmla="*/ 0 h 60875"/>
                    <a:gd name="connsiteX2" fmla="*/ 4680 w 49675"/>
                    <a:gd name="connsiteY2" fmla="*/ 2970 h 60875"/>
                    <a:gd name="connsiteX3" fmla="*/ 6142 w 49675"/>
                    <a:gd name="connsiteY3" fmla="*/ 29790 h 60875"/>
                    <a:gd name="connsiteX4" fmla="*/ 23077 w 49675"/>
                    <a:gd name="connsiteY4" fmla="*/ 50759 h 60875"/>
                    <a:gd name="connsiteX5" fmla="*/ 37174 w 49675"/>
                    <a:gd name="connsiteY5" fmla="*/ 60246 h 60875"/>
                    <a:gd name="connsiteX6" fmla="*/ 49410 w 49675"/>
                    <a:gd name="connsiteY6" fmla="*/ 58074 h 60875"/>
                    <a:gd name="connsiteX7" fmla="*/ 49675 w 49675"/>
                    <a:gd name="connsiteY7" fmla="*/ 57808 h 60875"/>
                    <a:gd name="connsiteX8" fmla="*/ 34736 w 49675"/>
                    <a:gd name="connsiteY8" fmla="*/ 41361 h 60875"/>
                    <a:gd name="connsiteX9" fmla="*/ 19796 w 49675"/>
                    <a:gd name="connsiteY9" fmla="*/ 25224 h 60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9675" h="60875">
                      <a:moveTo>
                        <a:pt x="19796" y="25224"/>
                      </a:moveTo>
                      <a:cubicBezTo>
                        <a:pt x="11950" y="18087"/>
                        <a:pt x="7428" y="8024"/>
                        <a:pt x="8669" y="0"/>
                      </a:cubicBezTo>
                      <a:lnTo>
                        <a:pt x="4680" y="2970"/>
                      </a:lnTo>
                      <a:cubicBezTo>
                        <a:pt x="-2014" y="7935"/>
                        <a:pt x="-1527" y="19905"/>
                        <a:pt x="6142" y="29790"/>
                      </a:cubicBezTo>
                      <a:cubicBezTo>
                        <a:pt x="11595" y="36795"/>
                        <a:pt x="17137" y="43843"/>
                        <a:pt x="23077" y="50759"/>
                      </a:cubicBezTo>
                      <a:cubicBezTo>
                        <a:pt x="27111" y="55680"/>
                        <a:pt x="32475" y="58916"/>
                        <a:pt x="37174" y="60246"/>
                      </a:cubicBezTo>
                      <a:cubicBezTo>
                        <a:pt x="42095" y="61531"/>
                        <a:pt x="46484" y="60866"/>
                        <a:pt x="49410" y="58074"/>
                      </a:cubicBezTo>
                      <a:lnTo>
                        <a:pt x="49675" y="57808"/>
                      </a:lnTo>
                      <a:cubicBezTo>
                        <a:pt x="44134" y="52665"/>
                        <a:pt x="39435" y="46947"/>
                        <a:pt x="34736" y="41361"/>
                      </a:cubicBezTo>
                      <a:cubicBezTo>
                        <a:pt x="29993" y="35775"/>
                        <a:pt x="25338" y="30234"/>
                        <a:pt x="19796" y="2522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37" name="Forme libre : forme 26536">
                  <a:extLst>
                    <a:ext uri="{FF2B5EF4-FFF2-40B4-BE49-F238E27FC236}">
                      <a16:creationId xmlns:a16="http://schemas.microsoft.com/office/drawing/2014/main" id="{3398D5EF-F35A-4814-8CB3-2712FCB0344B}"/>
                    </a:ext>
                  </a:extLst>
                </p:cNvPr>
                <p:cNvSpPr/>
                <p:nvPr/>
              </p:nvSpPr>
              <p:spPr>
                <a:xfrm>
                  <a:off x="5563099" y="1403991"/>
                  <a:ext cx="23451" cy="26834"/>
                </a:xfrm>
                <a:custGeom>
                  <a:avLst/>
                  <a:gdLst>
                    <a:gd name="connsiteX0" fmla="*/ 21942 w 23451"/>
                    <a:gd name="connsiteY0" fmla="*/ 25815 h 26834"/>
                    <a:gd name="connsiteX1" fmla="*/ 5628 w 23451"/>
                    <a:gd name="connsiteY1" fmla="*/ 18368 h 26834"/>
                    <a:gd name="connsiteX2" fmla="*/ 1816 w 23451"/>
                    <a:gd name="connsiteY2" fmla="*/ 857 h 26834"/>
                    <a:gd name="connsiteX3" fmla="*/ 17730 w 23451"/>
                    <a:gd name="connsiteY3" fmla="*/ 8659 h 26834"/>
                    <a:gd name="connsiteX4" fmla="*/ 21942 w 23451"/>
                    <a:gd name="connsiteY4" fmla="*/ 25815 h 26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51" h="26834">
                      <a:moveTo>
                        <a:pt x="21942" y="25815"/>
                      </a:moveTo>
                      <a:cubicBezTo>
                        <a:pt x="18706" y="28652"/>
                        <a:pt x="11302" y="25372"/>
                        <a:pt x="5628" y="18368"/>
                      </a:cubicBezTo>
                      <a:cubicBezTo>
                        <a:pt x="-46" y="11363"/>
                        <a:pt x="-1642" y="3472"/>
                        <a:pt x="1816" y="857"/>
                      </a:cubicBezTo>
                      <a:cubicBezTo>
                        <a:pt x="5229" y="-1759"/>
                        <a:pt x="12322" y="1832"/>
                        <a:pt x="17730" y="8659"/>
                      </a:cubicBezTo>
                      <a:cubicBezTo>
                        <a:pt x="23139" y="15442"/>
                        <a:pt x="25089" y="23022"/>
                        <a:pt x="21942" y="25815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38" name="Forme libre : forme 26537">
                  <a:extLst>
                    <a:ext uri="{FF2B5EF4-FFF2-40B4-BE49-F238E27FC236}">
                      <a16:creationId xmlns:a16="http://schemas.microsoft.com/office/drawing/2014/main" id="{15668074-E34E-4945-8AE5-AAD29AC05A87}"/>
                    </a:ext>
                  </a:extLst>
                </p:cNvPr>
                <p:cNvSpPr/>
                <p:nvPr/>
              </p:nvSpPr>
              <p:spPr>
                <a:xfrm>
                  <a:off x="5563065" y="1403989"/>
                  <a:ext cx="11202" cy="23511"/>
                </a:xfrm>
                <a:custGeom>
                  <a:avLst/>
                  <a:gdLst>
                    <a:gd name="connsiteX0" fmla="*/ 11203 w 11202"/>
                    <a:gd name="connsiteY0" fmla="*/ 2499 h 23511"/>
                    <a:gd name="connsiteX1" fmla="*/ 1805 w 11202"/>
                    <a:gd name="connsiteY1" fmla="*/ 859 h 23511"/>
                    <a:gd name="connsiteX2" fmla="*/ 5617 w 11202"/>
                    <a:gd name="connsiteY2" fmla="*/ 18370 h 23511"/>
                    <a:gd name="connsiteX3" fmla="*/ 10937 w 11202"/>
                    <a:gd name="connsiteY3" fmla="*/ 23512 h 23511"/>
                    <a:gd name="connsiteX4" fmla="*/ 8765 w 11202"/>
                    <a:gd name="connsiteY4" fmla="*/ 20054 h 23511"/>
                    <a:gd name="connsiteX5" fmla="*/ 11203 w 11202"/>
                    <a:gd name="connsiteY5" fmla="*/ 2499 h 23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02" h="23511">
                      <a:moveTo>
                        <a:pt x="11203" y="2499"/>
                      </a:moveTo>
                      <a:cubicBezTo>
                        <a:pt x="7524" y="16"/>
                        <a:pt x="3977" y="-781"/>
                        <a:pt x="1805" y="859"/>
                      </a:cubicBezTo>
                      <a:cubicBezTo>
                        <a:pt x="-1653" y="3474"/>
                        <a:pt x="-13" y="11321"/>
                        <a:pt x="5617" y="18370"/>
                      </a:cubicBezTo>
                      <a:cubicBezTo>
                        <a:pt x="7258" y="20409"/>
                        <a:pt x="9119" y="22138"/>
                        <a:pt x="10937" y="23512"/>
                      </a:cubicBezTo>
                      <a:cubicBezTo>
                        <a:pt x="10095" y="22448"/>
                        <a:pt x="9341" y="21295"/>
                        <a:pt x="8765" y="20054"/>
                      </a:cubicBezTo>
                      <a:cubicBezTo>
                        <a:pt x="6061" y="12961"/>
                        <a:pt x="6725" y="5248"/>
                        <a:pt x="11203" y="2499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39" name="Forme libre : forme 26538">
                  <a:extLst>
                    <a:ext uri="{FF2B5EF4-FFF2-40B4-BE49-F238E27FC236}">
                      <a16:creationId xmlns:a16="http://schemas.microsoft.com/office/drawing/2014/main" id="{BED7886B-8897-4F50-BDD6-ADFFC8BF2EFB}"/>
                    </a:ext>
                  </a:extLst>
                </p:cNvPr>
                <p:cNvSpPr/>
                <p:nvPr/>
              </p:nvSpPr>
              <p:spPr>
                <a:xfrm>
                  <a:off x="5562725" y="1406309"/>
                  <a:ext cx="23594" cy="26821"/>
                </a:xfrm>
                <a:custGeom>
                  <a:avLst/>
                  <a:gdLst>
                    <a:gd name="connsiteX0" fmla="*/ 22138 w 23594"/>
                    <a:gd name="connsiteY0" fmla="*/ 25802 h 26821"/>
                    <a:gd name="connsiteX1" fmla="*/ 5691 w 23594"/>
                    <a:gd name="connsiteY1" fmla="*/ 18355 h 26821"/>
                    <a:gd name="connsiteX2" fmla="*/ 1790 w 23594"/>
                    <a:gd name="connsiteY2" fmla="*/ 844 h 26821"/>
                    <a:gd name="connsiteX3" fmla="*/ 17749 w 23594"/>
                    <a:gd name="connsiteY3" fmla="*/ 8646 h 26821"/>
                    <a:gd name="connsiteX4" fmla="*/ 22138 w 23594"/>
                    <a:gd name="connsiteY4" fmla="*/ 25802 h 26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94" h="26821">
                      <a:moveTo>
                        <a:pt x="22138" y="25802"/>
                      </a:moveTo>
                      <a:cubicBezTo>
                        <a:pt x="18946" y="28640"/>
                        <a:pt x="11455" y="25359"/>
                        <a:pt x="5691" y="18355"/>
                      </a:cubicBezTo>
                      <a:cubicBezTo>
                        <a:pt x="17" y="11306"/>
                        <a:pt x="-1668" y="3460"/>
                        <a:pt x="1790" y="844"/>
                      </a:cubicBezTo>
                      <a:cubicBezTo>
                        <a:pt x="5204" y="-1727"/>
                        <a:pt x="12297" y="1775"/>
                        <a:pt x="17749" y="8646"/>
                      </a:cubicBezTo>
                      <a:cubicBezTo>
                        <a:pt x="23202" y="15429"/>
                        <a:pt x="25241" y="23054"/>
                        <a:pt x="22138" y="2580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40" name="Forme libre : forme 26539">
                  <a:extLst>
                    <a:ext uri="{FF2B5EF4-FFF2-40B4-BE49-F238E27FC236}">
                      <a16:creationId xmlns:a16="http://schemas.microsoft.com/office/drawing/2014/main" id="{B787D9B2-9254-4763-9F34-AF450C3A0B12}"/>
                    </a:ext>
                  </a:extLst>
                </p:cNvPr>
                <p:cNvSpPr/>
                <p:nvPr/>
              </p:nvSpPr>
              <p:spPr>
                <a:xfrm>
                  <a:off x="5549912" y="1388920"/>
                  <a:ext cx="25245" cy="43332"/>
                </a:xfrm>
                <a:custGeom>
                  <a:avLst/>
                  <a:gdLst>
                    <a:gd name="connsiteX0" fmla="*/ 5959 w 25245"/>
                    <a:gd name="connsiteY0" fmla="*/ 5731 h 43332"/>
                    <a:gd name="connsiteX1" fmla="*/ 772 w 25245"/>
                    <a:gd name="connsiteY1" fmla="*/ 10962 h 43332"/>
                    <a:gd name="connsiteX2" fmla="*/ 4496 w 25245"/>
                    <a:gd name="connsiteY2" fmla="*/ 28650 h 43332"/>
                    <a:gd name="connsiteX3" fmla="*/ 16111 w 25245"/>
                    <a:gd name="connsiteY3" fmla="*/ 41506 h 43332"/>
                    <a:gd name="connsiteX4" fmla="*/ 25021 w 25245"/>
                    <a:gd name="connsiteY4" fmla="*/ 41329 h 43332"/>
                    <a:gd name="connsiteX5" fmla="*/ 24179 w 25245"/>
                    <a:gd name="connsiteY5" fmla="*/ 34635 h 43332"/>
                    <a:gd name="connsiteX6" fmla="*/ 22317 w 25245"/>
                    <a:gd name="connsiteY6" fmla="*/ 18632 h 43332"/>
                    <a:gd name="connsiteX7" fmla="*/ 18992 w 25245"/>
                    <a:gd name="connsiteY7" fmla="*/ 1210 h 43332"/>
                    <a:gd name="connsiteX8" fmla="*/ 5959 w 25245"/>
                    <a:gd name="connsiteY8" fmla="*/ 5731 h 43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245" h="43332">
                      <a:moveTo>
                        <a:pt x="5959" y="5731"/>
                      </a:moveTo>
                      <a:cubicBezTo>
                        <a:pt x="3920" y="7106"/>
                        <a:pt x="1836" y="8568"/>
                        <a:pt x="772" y="10962"/>
                      </a:cubicBezTo>
                      <a:cubicBezTo>
                        <a:pt x="-1267" y="15573"/>
                        <a:pt x="994" y="22621"/>
                        <a:pt x="4496" y="28650"/>
                      </a:cubicBezTo>
                      <a:cubicBezTo>
                        <a:pt x="7422" y="33660"/>
                        <a:pt x="11323" y="38625"/>
                        <a:pt x="16111" y="41506"/>
                      </a:cubicBezTo>
                      <a:cubicBezTo>
                        <a:pt x="19657" y="43679"/>
                        <a:pt x="24002" y="44255"/>
                        <a:pt x="25021" y="41329"/>
                      </a:cubicBezTo>
                      <a:cubicBezTo>
                        <a:pt x="25642" y="39512"/>
                        <a:pt x="24844" y="36985"/>
                        <a:pt x="24179" y="34635"/>
                      </a:cubicBezTo>
                      <a:cubicBezTo>
                        <a:pt x="22583" y="29138"/>
                        <a:pt x="22051" y="23641"/>
                        <a:pt x="22317" y="18632"/>
                      </a:cubicBezTo>
                      <a:cubicBezTo>
                        <a:pt x="22539" y="14287"/>
                        <a:pt x="24445" y="5465"/>
                        <a:pt x="18992" y="1210"/>
                      </a:cubicBezTo>
                      <a:cubicBezTo>
                        <a:pt x="14072" y="-2647"/>
                        <a:pt x="8752" y="3781"/>
                        <a:pt x="5959" y="573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41" name="Forme libre : forme 26540">
                  <a:extLst>
                    <a:ext uri="{FF2B5EF4-FFF2-40B4-BE49-F238E27FC236}">
                      <a16:creationId xmlns:a16="http://schemas.microsoft.com/office/drawing/2014/main" id="{88658F00-55CC-45D1-8DD1-CA138288AA7C}"/>
                    </a:ext>
                  </a:extLst>
                </p:cNvPr>
                <p:cNvSpPr/>
                <p:nvPr/>
              </p:nvSpPr>
              <p:spPr>
                <a:xfrm>
                  <a:off x="5564978" y="1395262"/>
                  <a:ext cx="12569" cy="8812"/>
                </a:xfrm>
                <a:custGeom>
                  <a:avLst/>
                  <a:gdLst>
                    <a:gd name="connsiteX0" fmla="*/ 2330 w 12569"/>
                    <a:gd name="connsiteY0" fmla="*/ 11 h 8812"/>
                    <a:gd name="connsiteX1" fmla="*/ 557 w 12569"/>
                    <a:gd name="connsiteY1" fmla="*/ 409 h 8812"/>
                    <a:gd name="connsiteX2" fmla="*/ 114 w 12569"/>
                    <a:gd name="connsiteY2" fmla="*/ 2271 h 8812"/>
                    <a:gd name="connsiteX3" fmla="*/ 1577 w 12569"/>
                    <a:gd name="connsiteY3" fmla="*/ 4089 h 8812"/>
                    <a:gd name="connsiteX4" fmla="*/ 6276 w 12569"/>
                    <a:gd name="connsiteY4" fmla="*/ 7591 h 8812"/>
                    <a:gd name="connsiteX5" fmla="*/ 8315 w 12569"/>
                    <a:gd name="connsiteY5" fmla="*/ 8611 h 8812"/>
                    <a:gd name="connsiteX6" fmla="*/ 11285 w 12569"/>
                    <a:gd name="connsiteY6" fmla="*/ 4178 h 8812"/>
                    <a:gd name="connsiteX7" fmla="*/ 2330 w 12569"/>
                    <a:gd name="connsiteY7" fmla="*/ 11 h 8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69" h="8812">
                      <a:moveTo>
                        <a:pt x="2330" y="11"/>
                      </a:moveTo>
                      <a:cubicBezTo>
                        <a:pt x="1665" y="-34"/>
                        <a:pt x="1000" y="55"/>
                        <a:pt x="557" y="409"/>
                      </a:cubicBezTo>
                      <a:cubicBezTo>
                        <a:pt x="70" y="764"/>
                        <a:pt x="-152" y="1473"/>
                        <a:pt x="114" y="2271"/>
                      </a:cubicBezTo>
                      <a:cubicBezTo>
                        <a:pt x="380" y="2981"/>
                        <a:pt x="1000" y="3557"/>
                        <a:pt x="1577" y="4089"/>
                      </a:cubicBezTo>
                      <a:cubicBezTo>
                        <a:pt x="3084" y="5419"/>
                        <a:pt x="4636" y="6572"/>
                        <a:pt x="6276" y="7591"/>
                      </a:cubicBezTo>
                      <a:cubicBezTo>
                        <a:pt x="6941" y="8034"/>
                        <a:pt x="7606" y="8389"/>
                        <a:pt x="8315" y="8611"/>
                      </a:cubicBezTo>
                      <a:cubicBezTo>
                        <a:pt x="11152" y="9453"/>
                        <a:pt x="14433" y="7591"/>
                        <a:pt x="11285" y="4178"/>
                      </a:cubicBezTo>
                      <a:cubicBezTo>
                        <a:pt x="8803" y="1562"/>
                        <a:pt x="5035" y="99"/>
                        <a:pt x="2330" y="1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42" name="Forme libre : forme 26541">
                  <a:extLst>
                    <a:ext uri="{FF2B5EF4-FFF2-40B4-BE49-F238E27FC236}">
                      <a16:creationId xmlns:a16="http://schemas.microsoft.com/office/drawing/2014/main" id="{E97EDC0A-C394-482E-A6C0-CE6D93094949}"/>
                    </a:ext>
                  </a:extLst>
                </p:cNvPr>
                <p:cNvSpPr/>
                <p:nvPr/>
              </p:nvSpPr>
              <p:spPr>
                <a:xfrm>
                  <a:off x="5566112" y="1436234"/>
                  <a:ext cx="25046" cy="7653"/>
                </a:xfrm>
                <a:custGeom>
                  <a:avLst/>
                  <a:gdLst>
                    <a:gd name="connsiteX0" fmla="*/ 25047 w 25046"/>
                    <a:gd name="connsiteY0" fmla="*/ 4788 h 7653"/>
                    <a:gd name="connsiteX1" fmla="*/ 18929 w 25046"/>
                    <a:gd name="connsiteY1" fmla="*/ 7536 h 7653"/>
                    <a:gd name="connsiteX2" fmla="*/ 11083 w 25046"/>
                    <a:gd name="connsiteY2" fmla="*/ 6561 h 7653"/>
                    <a:gd name="connsiteX3" fmla="*/ 0 w 25046"/>
                    <a:gd name="connsiteY3" fmla="*/ 0 h 7653"/>
                    <a:gd name="connsiteX4" fmla="*/ 8245 w 25046"/>
                    <a:gd name="connsiteY4" fmla="*/ 4433 h 7653"/>
                    <a:gd name="connsiteX5" fmla="*/ 25047 w 25046"/>
                    <a:gd name="connsiteY5" fmla="*/ 4788 h 7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46" h="7653">
                      <a:moveTo>
                        <a:pt x="25047" y="4788"/>
                      </a:moveTo>
                      <a:cubicBezTo>
                        <a:pt x="25047" y="4788"/>
                        <a:pt x="23096" y="6960"/>
                        <a:pt x="18929" y="7536"/>
                      </a:cubicBezTo>
                      <a:cubicBezTo>
                        <a:pt x="16846" y="7802"/>
                        <a:pt x="14186" y="7669"/>
                        <a:pt x="11083" y="6561"/>
                      </a:cubicBezTo>
                      <a:cubicBezTo>
                        <a:pt x="7980" y="5453"/>
                        <a:pt x="4123" y="3502"/>
                        <a:pt x="0" y="0"/>
                      </a:cubicBezTo>
                      <a:cubicBezTo>
                        <a:pt x="0" y="0"/>
                        <a:pt x="3325" y="2571"/>
                        <a:pt x="8245" y="4433"/>
                      </a:cubicBezTo>
                      <a:cubicBezTo>
                        <a:pt x="13078" y="6384"/>
                        <a:pt x="19373" y="7492"/>
                        <a:pt x="25047" y="4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43" name="Forme libre : forme 26542">
                  <a:extLst>
                    <a:ext uri="{FF2B5EF4-FFF2-40B4-BE49-F238E27FC236}">
                      <a16:creationId xmlns:a16="http://schemas.microsoft.com/office/drawing/2014/main" id="{A84265EC-42EF-45F8-A571-152FAB7F7F16}"/>
                    </a:ext>
                  </a:extLst>
                </p:cNvPr>
                <p:cNvSpPr/>
                <p:nvPr/>
              </p:nvSpPr>
              <p:spPr>
                <a:xfrm>
                  <a:off x="5555694" y="1381838"/>
                  <a:ext cx="25179" cy="10419"/>
                </a:xfrm>
                <a:custGeom>
                  <a:avLst/>
                  <a:gdLst>
                    <a:gd name="connsiteX0" fmla="*/ 25180 w 25179"/>
                    <a:gd name="connsiteY0" fmla="*/ 10420 h 10419"/>
                    <a:gd name="connsiteX1" fmla="*/ 17511 w 25179"/>
                    <a:gd name="connsiteY1" fmla="*/ 3549 h 10419"/>
                    <a:gd name="connsiteX2" fmla="*/ 0 w 25179"/>
                    <a:gd name="connsiteY2" fmla="*/ 1775 h 10419"/>
                    <a:gd name="connsiteX3" fmla="*/ 7891 w 25179"/>
                    <a:gd name="connsiteY3" fmla="*/ 1243 h 10419"/>
                    <a:gd name="connsiteX4" fmla="*/ 25180 w 25179"/>
                    <a:gd name="connsiteY4" fmla="*/ 10420 h 10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79" h="10419">
                      <a:moveTo>
                        <a:pt x="25180" y="10420"/>
                      </a:moveTo>
                      <a:cubicBezTo>
                        <a:pt x="25180" y="10420"/>
                        <a:pt x="22165" y="6608"/>
                        <a:pt x="17511" y="3549"/>
                      </a:cubicBezTo>
                      <a:cubicBezTo>
                        <a:pt x="12856" y="534"/>
                        <a:pt x="6561" y="-1727"/>
                        <a:pt x="0" y="1775"/>
                      </a:cubicBezTo>
                      <a:cubicBezTo>
                        <a:pt x="0" y="1775"/>
                        <a:pt x="3192" y="667"/>
                        <a:pt x="7891" y="1243"/>
                      </a:cubicBezTo>
                      <a:cubicBezTo>
                        <a:pt x="12679" y="1731"/>
                        <a:pt x="18929" y="3992"/>
                        <a:pt x="25180" y="104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44" name="Forme libre : forme 26543">
                  <a:extLst>
                    <a:ext uri="{FF2B5EF4-FFF2-40B4-BE49-F238E27FC236}">
                      <a16:creationId xmlns:a16="http://schemas.microsoft.com/office/drawing/2014/main" id="{D761CF90-0212-4C05-B49E-720AB8D96870}"/>
                    </a:ext>
                  </a:extLst>
                </p:cNvPr>
                <p:cNvSpPr/>
                <p:nvPr/>
              </p:nvSpPr>
              <p:spPr>
                <a:xfrm>
                  <a:off x="5575759" y="1412399"/>
                  <a:ext cx="7392" cy="10831"/>
                </a:xfrm>
                <a:custGeom>
                  <a:avLst/>
                  <a:gdLst>
                    <a:gd name="connsiteX0" fmla="*/ 6356 w 7392"/>
                    <a:gd name="connsiteY0" fmla="*/ 10802 h 10831"/>
                    <a:gd name="connsiteX1" fmla="*/ 1081 w 7392"/>
                    <a:gd name="connsiteY1" fmla="*/ 5969 h 10831"/>
                    <a:gd name="connsiteX2" fmla="*/ 1081 w 7392"/>
                    <a:gd name="connsiteY2" fmla="*/ 29 h 10831"/>
                    <a:gd name="connsiteX3" fmla="*/ 6267 w 7392"/>
                    <a:gd name="connsiteY3" fmla="*/ 4861 h 10831"/>
                    <a:gd name="connsiteX4" fmla="*/ 6356 w 7392"/>
                    <a:gd name="connsiteY4" fmla="*/ 10802 h 10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92" h="10831">
                      <a:moveTo>
                        <a:pt x="6356" y="10802"/>
                      </a:moveTo>
                      <a:cubicBezTo>
                        <a:pt x="4937" y="11112"/>
                        <a:pt x="2544" y="8940"/>
                        <a:pt x="1081" y="5969"/>
                      </a:cubicBezTo>
                      <a:cubicBezTo>
                        <a:pt x="-382" y="2955"/>
                        <a:pt x="-338" y="295"/>
                        <a:pt x="1081" y="29"/>
                      </a:cubicBezTo>
                      <a:cubicBezTo>
                        <a:pt x="2544" y="-281"/>
                        <a:pt x="4760" y="1935"/>
                        <a:pt x="6267" y="4861"/>
                      </a:cubicBezTo>
                      <a:cubicBezTo>
                        <a:pt x="7730" y="7831"/>
                        <a:pt x="7775" y="10491"/>
                        <a:pt x="6356" y="1080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45" name="Forme libre : forme 26544">
                  <a:extLst>
                    <a:ext uri="{FF2B5EF4-FFF2-40B4-BE49-F238E27FC236}">
                      <a16:creationId xmlns:a16="http://schemas.microsoft.com/office/drawing/2014/main" id="{09A8395B-8221-46C4-B28C-7523CBA68EC8}"/>
                    </a:ext>
                  </a:extLst>
                </p:cNvPr>
                <p:cNvSpPr/>
                <p:nvPr/>
              </p:nvSpPr>
              <p:spPr>
                <a:xfrm>
                  <a:off x="5581303" y="1421374"/>
                  <a:ext cx="2707" cy="2943"/>
                </a:xfrm>
                <a:custGeom>
                  <a:avLst/>
                  <a:gdLst>
                    <a:gd name="connsiteX0" fmla="*/ 2408 w 2707"/>
                    <a:gd name="connsiteY0" fmla="*/ 2757 h 2943"/>
                    <a:gd name="connsiteX1" fmla="*/ 502 w 2707"/>
                    <a:gd name="connsiteY1" fmla="*/ 2181 h 2943"/>
                    <a:gd name="connsiteX2" fmla="*/ 280 w 2707"/>
                    <a:gd name="connsiteY2" fmla="*/ 186 h 2943"/>
                    <a:gd name="connsiteX3" fmla="*/ 2187 w 2707"/>
                    <a:gd name="connsiteY3" fmla="*/ 762 h 2943"/>
                    <a:gd name="connsiteX4" fmla="*/ 2408 w 2707"/>
                    <a:gd name="connsiteY4" fmla="*/ 2757 h 2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7" h="2943">
                      <a:moveTo>
                        <a:pt x="2408" y="2757"/>
                      </a:moveTo>
                      <a:cubicBezTo>
                        <a:pt x="1965" y="3156"/>
                        <a:pt x="1078" y="2890"/>
                        <a:pt x="502" y="2181"/>
                      </a:cubicBezTo>
                      <a:cubicBezTo>
                        <a:pt x="-74" y="1472"/>
                        <a:pt x="-163" y="585"/>
                        <a:pt x="280" y="186"/>
                      </a:cubicBezTo>
                      <a:cubicBezTo>
                        <a:pt x="768" y="-213"/>
                        <a:pt x="1610" y="53"/>
                        <a:pt x="2187" y="762"/>
                      </a:cubicBezTo>
                      <a:cubicBezTo>
                        <a:pt x="2763" y="1472"/>
                        <a:pt x="2896" y="2358"/>
                        <a:pt x="2408" y="27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46" name="Forme libre : forme 26545">
                  <a:extLst>
                    <a:ext uri="{FF2B5EF4-FFF2-40B4-BE49-F238E27FC236}">
                      <a16:creationId xmlns:a16="http://schemas.microsoft.com/office/drawing/2014/main" id="{799003DD-83D8-473C-AB98-FB17F1811930}"/>
                    </a:ext>
                  </a:extLst>
                </p:cNvPr>
                <p:cNvSpPr/>
                <p:nvPr/>
              </p:nvSpPr>
              <p:spPr>
                <a:xfrm>
                  <a:off x="5584796" y="1405110"/>
                  <a:ext cx="13496" cy="31546"/>
                </a:xfrm>
                <a:custGeom>
                  <a:avLst/>
                  <a:gdLst>
                    <a:gd name="connsiteX0" fmla="*/ 13056 w 13496"/>
                    <a:gd name="connsiteY0" fmla="*/ 22435 h 31546"/>
                    <a:gd name="connsiteX1" fmla="*/ 7515 w 13496"/>
                    <a:gd name="connsiteY1" fmla="*/ 30637 h 31546"/>
                    <a:gd name="connsiteX2" fmla="*/ 3747 w 13496"/>
                    <a:gd name="connsiteY2" fmla="*/ 30858 h 31546"/>
                    <a:gd name="connsiteX3" fmla="*/ 2772 w 13496"/>
                    <a:gd name="connsiteY3" fmla="*/ 26869 h 31546"/>
                    <a:gd name="connsiteX4" fmla="*/ 4722 w 13496"/>
                    <a:gd name="connsiteY4" fmla="*/ 15564 h 31546"/>
                    <a:gd name="connsiteX5" fmla="*/ 1220 w 13496"/>
                    <a:gd name="connsiteY5" fmla="*/ 6698 h 31546"/>
                    <a:gd name="connsiteX6" fmla="*/ 1353 w 13496"/>
                    <a:gd name="connsiteY6" fmla="*/ 4 h 31546"/>
                    <a:gd name="connsiteX7" fmla="*/ 12613 w 13496"/>
                    <a:gd name="connsiteY7" fmla="*/ 13481 h 31546"/>
                    <a:gd name="connsiteX8" fmla="*/ 13056 w 13496"/>
                    <a:gd name="connsiteY8" fmla="*/ 22435 h 31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496" h="31546">
                      <a:moveTo>
                        <a:pt x="13056" y="22435"/>
                      </a:moveTo>
                      <a:cubicBezTo>
                        <a:pt x="12126" y="25893"/>
                        <a:pt x="10042" y="28464"/>
                        <a:pt x="7515" y="30637"/>
                      </a:cubicBezTo>
                      <a:cubicBezTo>
                        <a:pt x="6628" y="31435"/>
                        <a:pt x="5077" y="32100"/>
                        <a:pt x="3747" y="30858"/>
                      </a:cubicBezTo>
                      <a:cubicBezTo>
                        <a:pt x="2506" y="29750"/>
                        <a:pt x="2506" y="28066"/>
                        <a:pt x="2772" y="26869"/>
                      </a:cubicBezTo>
                      <a:cubicBezTo>
                        <a:pt x="3614" y="23189"/>
                        <a:pt x="5564" y="19909"/>
                        <a:pt x="4722" y="15564"/>
                      </a:cubicBezTo>
                      <a:cubicBezTo>
                        <a:pt x="4501" y="14190"/>
                        <a:pt x="2550" y="10244"/>
                        <a:pt x="1220" y="6698"/>
                      </a:cubicBezTo>
                      <a:cubicBezTo>
                        <a:pt x="-110" y="3107"/>
                        <a:pt x="-731" y="-129"/>
                        <a:pt x="1353" y="4"/>
                      </a:cubicBezTo>
                      <a:cubicBezTo>
                        <a:pt x="5520" y="314"/>
                        <a:pt x="11372" y="10067"/>
                        <a:pt x="12613" y="13481"/>
                      </a:cubicBezTo>
                      <a:cubicBezTo>
                        <a:pt x="13677" y="16672"/>
                        <a:pt x="13721" y="19820"/>
                        <a:pt x="13056" y="2243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53" name="Graphique 2">
                <a:extLst>
                  <a:ext uri="{FF2B5EF4-FFF2-40B4-BE49-F238E27FC236}">
                    <a16:creationId xmlns:a16="http://schemas.microsoft.com/office/drawing/2014/main" id="{BE2F3398-9E90-45B3-B523-1C2452087C69}"/>
                  </a:ext>
                </a:extLst>
              </p:cNvPr>
              <p:cNvGrpSpPr/>
              <p:nvPr/>
            </p:nvGrpSpPr>
            <p:grpSpPr>
              <a:xfrm>
                <a:off x="5588325" y="1433109"/>
                <a:ext cx="66531" cy="59076"/>
                <a:chOff x="5588325" y="1433109"/>
                <a:chExt cx="66531" cy="59076"/>
              </a:xfrm>
              <a:solidFill>
                <a:schemeClr val="accent1"/>
              </a:solidFill>
            </p:grpSpPr>
            <p:sp>
              <p:nvSpPr>
                <p:cNvPr id="26523" name="Forme libre : forme 26522">
                  <a:extLst>
                    <a:ext uri="{FF2B5EF4-FFF2-40B4-BE49-F238E27FC236}">
                      <a16:creationId xmlns:a16="http://schemas.microsoft.com/office/drawing/2014/main" id="{0F002C93-88B0-4ACF-A0A0-6B89B5B9221B}"/>
                    </a:ext>
                  </a:extLst>
                </p:cNvPr>
                <p:cNvSpPr/>
                <p:nvPr/>
              </p:nvSpPr>
              <p:spPr>
                <a:xfrm>
                  <a:off x="5588325" y="1433109"/>
                  <a:ext cx="66531" cy="59076"/>
                </a:xfrm>
                <a:custGeom>
                  <a:avLst/>
                  <a:gdLst>
                    <a:gd name="connsiteX0" fmla="*/ 33599 w 66531"/>
                    <a:gd name="connsiteY0" fmla="*/ 54372 h 59076"/>
                    <a:gd name="connsiteX1" fmla="*/ 21453 w 66531"/>
                    <a:gd name="connsiteY1" fmla="*/ 46171 h 59076"/>
                    <a:gd name="connsiteX2" fmla="*/ 10148 w 66531"/>
                    <a:gd name="connsiteY2" fmla="*/ 37216 h 59076"/>
                    <a:gd name="connsiteX3" fmla="*/ 3853 w 66531"/>
                    <a:gd name="connsiteY3" fmla="*/ 30167 h 59076"/>
                    <a:gd name="connsiteX4" fmla="*/ 528 w 66531"/>
                    <a:gd name="connsiteY4" fmla="*/ 22720 h 59076"/>
                    <a:gd name="connsiteX5" fmla="*/ 3144 w 66531"/>
                    <a:gd name="connsiteY5" fmla="*/ 10662 h 59076"/>
                    <a:gd name="connsiteX6" fmla="*/ 11168 w 66531"/>
                    <a:gd name="connsiteY6" fmla="*/ 2992 h 59076"/>
                    <a:gd name="connsiteX7" fmla="*/ 22871 w 66531"/>
                    <a:gd name="connsiteY7" fmla="*/ 288 h 59076"/>
                    <a:gd name="connsiteX8" fmla="*/ 29698 w 66531"/>
                    <a:gd name="connsiteY8" fmla="*/ 2593 h 59076"/>
                    <a:gd name="connsiteX9" fmla="*/ 36215 w 66531"/>
                    <a:gd name="connsiteY9" fmla="*/ 6982 h 59076"/>
                    <a:gd name="connsiteX10" fmla="*/ 45170 w 66531"/>
                    <a:gd name="connsiteY10" fmla="*/ 14341 h 59076"/>
                    <a:gd name="connsiteX11" fmla="*/ 54479 w 66531"/>
                    <a:gd name="connsiteY11" fmla="*/ 20902 h 59076"/>
                    <a:gd name="connsiteX12" fmla="*/ 60331 w 66531"/>
                    <a:gd name="connsiteY12" fmla="*/ 25645 h 59076"/>
                    <a:gd name="connsiteX13" fmla="*/ 64409 w 66531"/>
                    <a:gd name="connsiteY13" fmla="*/ 31187 h 59076"/>
                    <a:gd name="connsiteX14" fmla="*/ 65739 w 66531"/>
                    <a:gd name="connsiteY14" fmla="*/ 42890 h 59076"/>
                    <a:gd name="connsiteX15" fmla="*/ 61572 w 66531"/>
                    <a:gd name="connsiteY15" fmla="*/ 52776 h 59076"/>
                    <a:gd name="connsiteX16" fmla="*/ 51110 w 66531"/>
                    <a:gd name="connsiteY16" fmla="*/ 58982 h 59076"/>
                    <a:gd name="connsiteX17" fmla="*/ 42643 w 66531"/>
                    <a:gd name="connsiteY17" fmla="*/ 58184 h 59076"/>
                    <a:gd name="connsiteX18" fmla="*/ 33599 w 66531"/>
                    <a:gd name="connsiteY18" fmla="*/ 54372 h 59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6531" h="59076">
                      <a:moveTo>
                        <a:pt x="33599" y="54372"/>
                      </a:moveTo>
                      <a:cubicBezTo>
                        <a:pt x="29565" y="51668"/>
                        <a:pt x="25309" y="49097"/>
                        <a:pt x="21453" y="46171"/>
                      </a:cubicBezTo>
                      <a:cubicBezTo>
                        <a:pt x="17596" y="43245"/>
                        <a:pt x="13650" y="40363"/>
                        <a:pt x="10148" y="37216"/>
                      </a:cubicBezTo>
                      <a:cubicBezTo>
                        <a:pt x="7621" y="34999"/>
                        <a:pt x="5360" y="32694"/>
                        <a:pt x="3853" y="30167"/>
                      </a:cubicBezTo>
                      <a:cubicBezTo>
                        <a:pt x="2302" y="27640"/>
                        <a:pt x="1149" y="25113"/>
                        <a:pt x="528" y="22720"/>
                      </a:cubicBezTo>
                      <a:cubicBezTo>
                        <a:pt x="-713" y="17888"/>
                        <a:pt x="262" y="13410"/>
                        <a:pt x="3144" y="10662"/>
                      </a:cubicBezTo>
                      <a:lnTo>
                        <a:pt x="11168" y="2992"/>
                      </a:lnTo>
                      <a:cubicBezTo>
                        <a:pt x="14094" y="199"/>
                        <a:pt x="18305" y="-465"/>
                        <a:pt x="22871" y="288"/>
                      </a:cubicBezTo>
                      <a:cubicBezTo>
                        <a:pt x="25132" y="643"/>
                        <a:pt x="27437" y="1441"/>
                        <a:pt x="29698" y="2593"/>
                      </a:cubicBezTo>
                      <a:cubicBezTo>
                        <a:pt x="31915" y="3835"/>
                        <a:pt x="34176" y="5120"/>
                        <a:pt x="36215" y="6982"/>
                      </a:cubicBezTo>
                      <a:cubicBezTo>
                        <a:pt x="39096" y="9686"/>
                        <a:pt x="42155" y="11947"/>
                        <a:pt x="45170" y="14341"/>
                      </a:cubicBezTo>
                      <a:cubicBezTo>
                        <a:pt x="48184" y="16779"/>
                        <a:pt x="51376" y="18685"/>
                        <a:pt x="54479" y="20902"/>
                      </a:cubicBezTo>
                      <a:cubicBezTo>
                        <a:pt x="56740" y="22276"/>
                        <a:pt x="58691" y="23828"/>
                        <a:pt x="60331" y="25645"/>
                      </a:cubicBezTo>
                      <a:cubicBezTo>
                        <a:pt x="61927" y="27507"/>
                        <a:pt x="63390" y="29281"/>
                        <a:pt x="64409" y="31187"/>
                      </a:cubicBezTo>
                      <a:cubicBezTo>
                        <a:pt x="66493" y="35044"/>
                        <a:pt x="67246" y="39299"/>
                        <a:pt x="65739" y="42890"/>
                      </a:cubicBezTo>
                      <a:lnTo>
                        <a:pt x="61572" y="52776"/>
                      </a:lnTo>
                      <a:cubicBezTo>
                        <a:pt x="60065" y="56367"/>
                        <a:pt x="56297" y="58539"/>
                        <a:pt x="51110" y="58982"/>
                      </a:cubicBezTo>
                      <a:cubicBezTo>
                        <a:pt x="48539" y="59204"/>
                        <a:pt x="45569" y="59071"/>
                        <a:pt x="42643" y="58184"/>
                      </a:cubicBezTo>
                      <a:cubicBezTo>
                        <a:pt x="39717" y="57342"/>
                        <a:pt x="36569" y="56101"/>
                        <a:pt x="33599" y="5437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24" name="Forme libre : forme 26523">
                  <a:extLst>
                    <a:ext uri="{FF2B5EF4-FFF2-40B4-BE49-F238E27FC236}">
                      <a16:creationId xmlns:a16="http://schemas.microsoft.com/office/drawing/2014/main" id="{47F05871-EF9B-4640-A8AD-DCD0485353DA}"/>
                    </a:ext>
                  </a:extLst>
                </p:cNvPr>
                <p:cNvSpPr/>
                <p:nvPr/>
              </p:nvSpPr>
              <p:spPr>
                <a:xfrm>
                  <a:off x="5588369" y="1440401"/>
                  <a:ext cx="61705" cy="51739"/>
                </a:xfrm>
                <a:custGeom>
                  <a:avLst/>
                  <a:gdLst>
                    <a:gd name="connsiteX0" fmla="*/ 22295 w 61705"/>
                    <a:gd name="connsiteY0" fmla="*/ 23096 h 51739"/>
                    <a:gd name="connsiteX1" fmla="*/ 10858 w 61705"/>
                    <a:gd name="connsiteY1" fmla="*/ 12501 h 51739"/>
                    <a:gd name="connsiteX2" fmla="*/ 6602 w 61705"/>
                    <a:gd name="connsiteY2" fmla="*/ 0 h 51739"/>
                    <a:gd name="connsiteX3" fmla="*/ 3144 w 61705"/>
                    <a:gd name="connsiteY3" fmla="*/ 3325 h 51739"/>
                    <a:gd name="connsiteX4" fmla="*/ 528 w 61705"/>
                    <a:gd name="connsiteY4" fmla="*/ 15383 h 51739"/>
                    <a:gd name="connsiteX5" fmla="*/ 3853 w 61705"/>
                    <a:gd name="connsiteY5" fmla="*/ 22830 h 51739"/>
                    <a:gd name="connsiteX6" fmla="*/ 10148 w 61705"/>
                    <a:gd name="connsiteY6" fmla="*/ 29879 h 51739"/>
                    <a:gd name="connsiteX7" fmla="*/ 21453 w 61705"/>
                    <a:gd name="connsiteY7" fmla="*/ 38834 h 51739"/>
                    <a:gd name="connsiteX8" fmla="*/ 33599 w 61705"/>
                    <a:gd name="connsiteY8" fmla="*/ 47035 h 51739"/>
                    <a:gd name="connsiteX9" fmla="*/ 42643 w 61705"/>
                    <a:gd name="connsiteY9" fmla="*/ 50848 h 51739"/>
                    <a:gd name="connsiteX10" fmla="*/ 51110 w 61705"/>
                    <a:gd name="connsiteY10" fmla="*/ 51646 h 51739"/>
                    <a:gd name="connsiteX11" fmla="*/ 61572 w 61705"/>
                    <a:gd name="connsiteY11" fmla="*/ 45439 h 51739"/>
                    <a:gd name="connsiteX12" fmla="*/ 61705 w 61705"/>
                    <a:gd name="connsiteY12" fmla="*/ 45129 h 51739"/>
                    <a:gd name="connsiteX13" fmla="*/ 51243 w 61705"/>
                    <a:gd name="connsiteY13" fmla="*/ 40518 h 51739"/>
                    <a:gd name="connsiteX14" fmla="*/ 41446 w 61705"/>
                    <a:gd name="connsiteY14" fmla="*/ 34933 h 51739"/>
                    <a:gd name="connsiteX15" fmla="*/ 32003 w 61705"/>
                    <a:gd name="connsiteY15" fmla="*/ 28948 h 51739"/>
                    <a:gd name="connsiteX16" fmla="*/ 22295 w 61705"/>
                    <a:gd name="connsiteY16" fmla="*/ 23096 h 51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1705" h="51739">
                      <a:moveTo>
                        <a:pt x="22295" y="23096"/>
                      </a:moveTo>
                      <a:cubicBezTo>
                        <a:pt x="17729" y="20259"/>
                        <a:pt x="13517" y="16668"/>
                        <a:pt x="10858" y="12501"/>
                      </a:cubicBezTo>
                      <a:cubicBezTo>
                        <a:pt x="8065" y="8423"/>
                        <a:pt x="6513" y="4078"/>
                        <a:pt x="6602" y="0"/>
                      </a:cubicBezTo>
                      <a:lnTo>
                        <a:pt x="3144" y="3325"/>
                      </a:lnTo>
                      <a:cubicBezTo>
                        <a:pt x="262" y="6073"/>
                        <a:pt x="-713" y="10506"/>
                        <a:pt x="528" y="15383"/>
                      </a:cubicBezTo>
                      <a:cubicBezTo>
                        <a:pt x="1149" y="17821"/>
                        <a:pt x="2257" y="20348"/>
                        <a:pt x="3853" y="22830"/>
                      </a:cubicBezTo>
                      <a:cubicBezTo>
                        <a:pt x="5361" y="25357"/>
                        <a:pt x="7666" y="27707"/>
                        <a:pt x="10148" y="29879"/>
                      </a:cubicBezTo>
                      <a:cubicBezTo>
                        <a:pt x="13695" y="33071"/>
                        <a:pt x="17640" y="35908"/>
                        <a:pt x="21453" y="38834"/>
                      </a:cubicBezTo>
                      <a:cubicBezTo>
                        <a:pt x="25265" y="41760"/>
                        <a:pt x="29521" y="44331"/>
                        <a:pt x="33599" y="47035"/>
                      </a:cubicBezTo>
                      <a:cubicBezTo>
                        <a:pt x="36569" y="48764"/>
                        <a:pt x="39717" y="50005"/>
                        <a:pt x="42643" y="50848"/>
                      </a:cubicBezTo>
                      <a:cubicBezTo>
                        <a:pt x="45569" y="51734"/>
                        <a:pt x="48539" y="51867"/>
                        <a:pt x="51110" y="51646"/>
                      </a:cubicBezTo>
                      <a:cubicBezTo>
                        <a:pt x="56297" y="51202"/>
                        <a:pt x="60065" y="49030"/>
                        <a:pt x="61572" y="45439"/>
                      </a:cubicBezTo>
                      <a:lnTo>
                        <a:pt x="61705" y="45129"/>
                      </a:lnTo>
                      <a:cubicBezTo>
                        <a:pt x="58159" y="43666"/>
                        <a:pt x="54657" y="42159"/>
                        <a:pt x="51243" y="40518"/>
                      </a:cubicBezTo>
                      <a:cubicBezTo>
                        <a:pt x="47963" y="38657"/>
                        <a:pt x="44726" y="36795"/>
                        <a:pt x="41446" y="34933"/>
                      </a:cubicBezTo>
                      <a:cubicBezTo>
                        <a:pt x="38343" y="32849"/>
                        <a:pt x="35195" y="30854"/>
                        <a:pt x="32003" y="28948"/>
                      </a:cubicBezTo>
                      <a:cubicBezTo>
                        <a:pt x="28900" y="26865"/>
                        <a:pt x="25708" y="24914"/>
                        <a:pt x="22295" y="2309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25" name="Forme libre : forme 26524">
                  <a:extLst>
                    <a:ext uri="{FF2B5EF4-FFF2-40B4-BE49-F238E27FC236}">
                      <a16:creationId xmlns:a16="http://schemas.microsoft.com/office/drawing/2014/main" id="{4DC2AFB2-72B4-41B5-8475-CEE4D7E2A84D}"/>
                    </a:ext>
                  </a:extLst>
                </p:cNvPr>
                <p:cNvSpPr/>
                <p:nvPr/>
              </p:nvSpPr>
              <p:spPr>
                <a:xfrm>
                  <a:off x="5611265" y="1455486"/>
                  <a:ext cx="27779" cy="22108"/>
                </a:xfrm>
                <a:custGeom>
                  <a:avLst/>
                  <a:gdLst>
                    <a:gd name="connsiteX0" fmla="*/ 27328 w 27779"/>
                    <a:gd name="connsiteY0" fmla="*/ 19848 h 22108"/>
                    <a:gd name="connsiteX1" fmla="*/ 20545 w 27779"/>
                    <a:gd name="connsiteY1" fmla="*/ 22020 h 22108"/>
                    <a:gd name="connsiteX2" fmla="*/ 9374 w 27779"/>
                    <a:gd name="connsiteY2" fmla="*/ 17454 h 22108"/>
                    <a:gd name="connsiteX3" fmla="*/ 1217 w 27779"/>
                    <a:gd name="connsiteY3" fmla="*/ 8632 h 22108"/>
                    <a:gd name="connsiteX4" fmla="*/ 951 w 27779"/>
                    <a:gd name="connsiteY4" fmla="*/ 1495 h 22108"/>
                    <a:gd name="connsiteX5" fmla="*/ 7911 w 27779"/>
                    <a:gd name="connsiteY5" fmla="*/ 342 h 22108"/>
                    <a:gd name="connsiteX6" fmla="*/ 17974 w 27779"/>
                    <a:gd name="connsiteY6" fmla="*/ 5174 h 22108"/>
                    <a:gd name="connsiteX7" fmla="*/ 25909 w 27779"/>
                    <a:gd name="connsiteY7" fmla="*/ 12977 h 22108"/>
                    <a:gd name="connsiteX8" fmla="*/ 27328 w 27779"/>
                    <a:gd name="connsiteY8" fmla="*/ 19848 h 22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779" h="22108">
                      <a:moveTo>
                        <a:pt x="27328" y="19848"/>
                      </a:moveTo>
                      <a:cubicBezTo>
                        <a:pt x="26352" y="21666"/>
                        <a:pt x="23870" y="22375"/>
                        <a:pt x="20545" y="22020"/>
                      </a:cubicBezTo>
                      <a:cubicBezTo>
                        <a:pt x="17131" y="21799"/>
                        <a:pt x="13319" y="19981"/>
                        <a:pt x="9374" y="17454"/>
                      </a:cubicBezTo>
                      <a:cubicBezTo>
                        <a:pt x="5473" y="14883"/>
                        <a:pt x="2813" y="11469"/>
                        <a:pt x="1217" y="8632"/>
                      </a:cubicBezTo>
                      <a:cubicBezTo>
                        <a:pt x="-335" y="5795"/>
                        <a:pt x="-379" y="3047"/>
                        <a:pt x="951" y="1495"/>
                      </a:cubicBezTo>
                      <a:cubicBezTo>
                        <a:pt x="2325" y="-145"/>
                        <a:pt x="4807" y="-278"/>
                        <a:pt x="7911" y="342"/>
                      </a:cubicBezTo>
                      <a:cubicBezTo>
                        <a:pt x="11014" y="963"/>
                        <a:pt x="14472" y="2825"/>
                        <a:pt x="17974" y="5174"/>
                      </a:cubicBezTo>
                      <a:cubicBezTo>
                        <a:pt x="21520" y="7480"/>
                        <a:pt x="24091" y="10539"/>
                        <a:pt x="25909" y="12977"/>
                      </a:cubicBezTo>
                      <a:cubicBezTo>
                        <a:pt x="27638" y="15548"/>
                        <a:pt x="28303" y="18075"/>
                        <a:pt x="27328" y="1984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26" name="Forme libre : forme 26525">
                  <a:extLst>
                    <a:ext uri="{FF2B5EF4-FFF2-40B4-BE49-F238E27FC236}">
                      <a16:creationId xmlns:a16="http://schemas.microsoft.com/office/drawing/2014/main" id="{A8EBBF4F-1844-42E1-A01B-179BCB02D0C7}"/>
                    </a:ext>
                  </a:extLst>
                </p:cNvPr>
                <p:cNvSpPr/>
                <p:nvPr/>
              </p:nvSpPr>
              <p:spPr>
                <a:xfrm>
                  <a:off x="5611221" y="1455474"/>
                  <a:ext cx="16111" cy="21012"/>
                </a:xfrm>
                <a:custGeom>
                  <a:avLst/>
                  <a:gdLst>
                    <a:gd name="connsiteX0" fmla="*/ 10305 w 16111"/>
                    <a:gd name="connsiteY0" fmla="*/ 1064 h 21012"/>
                    <a:gd name="connsiteX1" fmla="*/ 4719 w 16111"/>
                    <a:gd name="connsiteY1" fmla="*/ 0 h 21012"/>
                    <a:gd name="connsiteX2" fmla="*/ 951 w 16111"/>
                    <a:gd name="connsiteY2" fmla="*/ 1507 h 21012"/>
                    <a:gd name="connsiteX3" fmla="*/ 1217 w 16111"/>
                    <a:gd name="connsiteY3" fmla="*/ 8644 h 21012"/>
                    <a:gd name="connsiteX4" fmla="*/ 9374 w 16111"/>
                    <a:gd name="connsiteY4" fmla="*/ 17466 h 21012"/>
                    <a:gd name="connsiteX5" fmla="*/ 16112 w 16111"/>
                    <a:gd name="connsiteY5" fmla="*/ 21013 h 21012"/>
                    <a:gd name="connsiteX6" fmla="*/ 12920 w 16111"/>
                    <a:gd name="connsiteY6" fmla="*/ 18264 h 21012"/>
                    <a:gd name="connsiteX7" fmla="*/ 8398 w 16111"/>
                    <a:gd name="connsiteY7" fmla="*/ 8777 h 21012"/>
                    <a:gd name="connsiteX8" fmla="*/ 10305 w 16111"/>
                    <a:gd name="connsiteY8" fmla="*/ 1064 h 21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111" h="21012">
                      <a:moveTo>
                        <a:pt x="10305" y="1064"/>
                      </a:moveTo>
                      <a:cubicBezTo>
                        <a:pt x="8265" y="310"/>
                        <a:pt x="6315" y="44"/>
                        <a:pt x="4719" y="0"/>
                      </a:cubicBezTo>
                      <a:cubicBezTo>
                        <a:pt x="3123" y="0"/>
                        <a:pt x="1793" y="488"/>
                        <a:pt x="951" y="1507"/>
                      </a:cubicBezTo>
                      <a:cubicBezTo>
                        <a:pt x="-379" y="3059"/>
                        <a:pt x="-335" y="5807"/>
                        <a:pt x="1217" y="8644"/>
                      </a:cubicBezTo>
                      <a:cubicBezTo>
                        <a:pt x="2768" y="11482"/>
                        <a:pt x="5472" y="14895"/>
                        <a:pt x="9374" y="17466"/>
                      </a:cubicBezTo>
                      <a:cubicBezTo>
                        <a:pt x="11634" y="18974"/>
                        <a:pt x="13940" y="20171"/>
                        <a:pt x="16112" y="21013"/>
                      </a:cubicBezTo>
                      <a:cubicBezTo>
                        <a:pt x="14959" y="20215"/>
                        <a:pt x="13895" y="19284"/>
                        <a:pt x="12920" y="18264"/>
                      </a:cubicBezTo>
                      <a:cubicBezTo>
                        <a:pt x="10438" y="15294"/>
                        <a:pt x="8842" y="11925"/>
                        <a:pt x="8398" y="8777"/>
                      </a:cubicBezTo>
                      <a:cubicBezTo>
                        <a:pt x="7955" y="5630"/>
                        <a:pt x="8531" y="2881"/>
                        <a:pt x="10305" y="106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27" name="Forme libre : forme 26526">
                  <a:extLst>
                    <a:ext uri="{FF2B5EF4-FFF2-40B4-BE49-F238E27FC236}">
                      <a16:creationId xmlns:a16="http://schemas.microsoft.com/office/drawing/2014/main" id="{7F70B2A8-0FFE-4A05-907F-CED1FCDE04DC}"/>
                    </a:ext>
                  </a:extLst>
                </p:cNvPr>
                <p:cNvSpPr/>
                <p:nvPr/>
              </p:nvSpPr>
              <p:spPr>
                <a:xfrm>
                  <a:off x="5611417" y="1457794"/>
                  <a:ext cx="28235" cy="22088"/>
                </a:xfrm>
                <a:custGeom>
                  <a:avLst/>
                  <a:gdLst>
                    <a:gd name="connsiteX0" fmla="*/ 27797 w 28235"/>
                    <a:gd name="connsiteY0" fmla="*/ 19801 h 22088"/>
                    <a:gd name="connsiteX1" fmla="*/ 21014 w 28235"/>
                    <a:gd name="connsiteY1" fmla="*/ 22018 h 22088"/>
                    <a:gd name="connsiteX2" fmla="*/ 15517 w 28235"/>
                    <a:gd name="connsiteY2" fmla="*/ 20688 h 22088"/>
                    <a:gd name="connsiteX3" fmla="*/ 9665 w 28235"/>
                    <a:gd name="connsiteY3" fmla="*/ 17496 h 22088"/>
                    <a:gd name="connsiteX4" fmla="*/ 1331 w 28235"/>
                    <a:gd name="connsiteY4" fmla="*/ 8674 h 22088"/>
                    <a:gd name="connsiteX5" fmla="*/ 888 w 28235"/>
                    <a:gd name="connsiteY5" fmla="*/ 1537 h 22088"/>
                    <a:gd name="connsiteX6" fmla="*/ 7892 w 28235"/>
                    <a:gd name="connsiteY6" fmla="*/ 340 h 22088"/>
                    <a:gd name="connsiteX7" fmla="*/ 18088 w 28235"/>
                    <a:gd name="connsiteY7" fmla="*/ 5172 h 22088"/>
                    <a:gd name="connsiteX8" fmla="*/ 22787 w 28235"/>
                    <a:gd name="connsiteY8" fmla="*/ 9029 h 22088"/>
                    <a:gd name="connsiteX9" fmla="*/ 26245 w 28235"/>
                    <a:gd name="connsiteY9" fmla="*/ 12930 h 22088"/>
                    <a:gd name="connsiteX10" fmla="*/ 27797 w 28235"/>
                    <a:gd name="connsiteY10" fmla="*/ 19801 h 2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235" h="22088">
                      <a:moveTo>
                        <a:pt x="27797" y="19801"/>
                      </a:moveTo>
                      <a:cubicBezTo>
                        <a:pt x="26821" y="21619"/>
                        <a:pt x="24339" y="22328"/>
                        <a:pt x="21014" y="22018"/>
                      </a:cubicBezTo>
                      <a:cubicBezTo>
                        <a:pt x="19374" y="21840"/>
                        <a:pt x="17423" y="21486"/>
                        <a:pt x="15517" y="20688"/>
                      </a:cubicBezTo>
                      <a:cubicBezTo>
                        <a:pt x="13611" y="19890"/>
                        <a:pt x="11616" y="18826"/>
                        <a:pt x="9665" y="17496"/>
                      </a:cubicBezTo>
                      <a:cubicBezTo>
                        <a:pt x="5676" y="14969"/>
                        <a:pt x="2927" y="11556"/>
                        <a:pt x="1331" y="8674"/>
                      </a:cubicBezTo>
                      <a:cubicBezTo>
                        <a:pt x="-265" y="5793"/>
                        <a:pt x="-442" y="3177"/>
                        <a:pt x="888" y="1537"/>
                      </a:cubicBezTo>
                      <a:cubicBezTo>
                        <a:pt x="2218" y="-59"/>
                        <a:pt x="4789" y="-325"/>
                        <a:pt x="7892" y="340"/>
                      </a:cubicBezTo>
                      <a:cubicBezTo>
                        <a:pt x="11040" y="961"/>
                        <a:pt x="14453" y="2867"/>
                        <a:pt x="18088" y="5172"/>
                      </a:cubicBezTo>
                      <a:cubicBezTo>
                        <a:pt x="19862" y="6369"/>
                        <a:pt x="21457" y="7699"/>
                        <a:pt x="22787" y="9029"/>
                      </a:cubicBezTo>
                      <a:cubicBezTo>
                        <a:pt x="24117" y="10403"/>
                        <a:pt x="25359" y="11600"/>
                        <a:pt x="26245" y="12930"/>
                      </a:cubicBezTo>
                      <a:cubicBezTo>
                        <a:pt x="28063" y="15457"/>
                        <a:pt x="28772" y="17984"/>
                        <a:pt x="27797" y="1980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28" name="Forme libre : forme 26527">
                  <a:extLst>
                    <a:ext uri="{FF2B5EF4-FFF2-40B4-BE49-F238E27FC236}">
                      <a16:creationId xmlns:a16="http://schemas.microsoft.com/office/drawing/2014/main" id="{9B8928B3-C0BD-4CA4-A2C0-3E4415981F1F}"/>
                    </a:ext>
                  </a:extLst>
                </p:cNvPr>
                <p:cNvSpPr/>
                <p:nvPr/>
              </p:nvSpPr>
              <p:spPr>
                <a:xfrm>
                  <a:off x="5597107" y="1441502"/>
                  <a:ext cx="32089" cy="40460"/>
                </a:xfrm>
                <a:custGeom>
                  <a:avLst/>
                  <a:gdLst>
                    <a:gd name="connsiteX0" fmla="*/ 4292 w 32089"/>
                    <a:gd name="connsiteY0" fmla="*/ 7056 h 40460"/>
                    <a:gd name="connsiteX1" fmla="*/ 214 w 32089"/>
                    <a:gd name="connsiteY1" fmla="*/ 12908 h 40460"/>
                    <a:gd name="connsiteX2" fmla="*/ 8061 w 32089"/>
                    <a:gd name="connsiteY2" fmla="*/ 29886 h 40460"/>
                    <a:gd name="connsiteX3" fmla="*/ 15286 w 32089"/>
                    <a:gd name="connsiteY3" fmla="*/ 35960 h 40460"/>
                    <a:gd name="connsiteX4" fmla="*/ 23576 w 32089"/>
                    <a:gd name="connsiteY4" fmla="*/ 39861 h 40460"/>
                    <a:gd name="connsiteX5" fmla="*/ 32088 w 32089"/>
                    <a:gd name="connsiteY5" fmla="*/ 37334 h 40460"/>
                    <a:gd name="connsiteX6" fmla="*/ 29029 w 32089"/>
                    <a:gd name="connsiteY6" fmla="*/ 31216 h 40460"/>
                    <a:gd name="connsiteX7" fmla="*/ 24995 w 32089"/>
                    <a:gd name="connsiteY7" fmla="*/ 23902 h 40460"/>
                    <a:gd name="connsiteX8" fmla="*/ 22734 w 32089"/>
                    <a:gd name="connsiteY8" fmla="*/ 16499 h 40460"/>
                    <a:gd name="connsiteX9" fmla="*/ 15996 w 32089"/>
                    <a:gd name="connsiteY9" fmla="*/ 672 h 40460"/>
                    <a:gd name="connsiteX10" fmla="*/ 4292 w 32089"/>
                    <a:gd name="connsiteY10" fmla="*/ 7056 h 4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089" h="40460">
                      <a:moveTo>
                        <a:pt x="4292" y="7056"/>
                      </a:moveTo>
                      <a:cubicBezTo>
                        <a:pt x="2564" y="8696"/>
                        <a:pt x="790" y="10381"/>
                        <a:pt x="214" y="12908"/>
                      </a:cubicBezTo>
                      <a:cubicBezTo>
                        <a:pt x="-983" y="17784"/>
                        <a:pt x="3007" y="24478"/>
                        <a:pt x="8061" y="29886"/>
                      </a:cubicBezTo>
                      <a:cubicBezTo>
                        <a:pt x="10233" y="32059"/>
                        <a:pt x="12715" y="34142"/>
                        <a:pt x="15286" y="35960"/>
                      </a:cubicBezTo>
                      <a:cubicBezTo>
                        <a:pt x="17858" y="37777"/>
                        <a:pt x="20783" y="39019"/>
                        <a:pt x="23576" y="39861"/>
                      </a:cubicBezTo>
                      <a:cubicBezTo>
                        <a:pt x="27743" y="41147"/>
                        <a:pt x="32177" y="40393"/>
                        <a:pt x="32088" y="37334"/>
                      </a:cubicBezTo>
                      <a:cubicBezTo>
                        <a:pt x="31999" y="35516"/>
                        <a:pt x="30403" y="33256"/>
                        <a:pt x="29029" y="31216"/>
                      </a:cubicBezTo>
                      <a:cubicBezTo>
                        <a:pt x="27433" y="28778"/>
                        <a:pt x="26015" y="26429"/>
                        <a:pt x="24995" y="23902"/>
                      </a:cubicBezTo>
                      <a:cubicBezTo>
                        <a:pt x="23975" y="21375"/>
                        <a:pt x="23222" y="18892"/>
                        <a:pt x="22734" y="16499"/>
                      </a:cubicBezTo>
                      <a:cubicBezTo>
                        <a:pt x="21759" y="12420"/>
                        <a:pt x="21892" y="3554"/>
                        <a:pt x="15996" y="672"/>
                      </a:cubicBezTo>
                      <a:cubicBezTo>
                        <a:pt x="10765" y="-2165"/>
                        <a:pt x="6642" y="4751"/>
                        <a:pt x="4292" y="705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29" name="Forme libre : forme 26528">
                  <a:extLst>
                    <a:ext uri="{FF2B5EF4-FFF2-40B4-BE49-F238E27FC236}">
                      <a16:creationId xmlns:a16="http://schemas.microsoft.com/office/drawing/2014/main" id="{224C3041-2986-4171-8ACC-B3DF22D1832B}"/>
                    </a:ext>
                  </a:extLst>
                </p:cNvPr>
                <p:cNvSpPr/>
                <p:nvPr/>
              </p:nvSpPr>
              <p:spPr>
                <a:xfrm>
                  <a:off x="5610563" y="1447246"/>
                  <a:ext cx="13046" cy="7079"/>
                </a:xfrm>
                <a:custGeom>
                  <a:avLst/>
                  <a:gdLst>
                    <a:gd name="connsiteX0" fmla="*/ 1963 w 13046"/>
                    <a:gd name="connsiteY0" fmla="*/ 115 h 7079"/>
                    <a:gd name="connsiteX1" fmla="*/ 322 w 13046"/>
                    <a:gd name="connsiteY1" fmla="*/ 824 h 7079"/>
                    <a:gd name="connsiteX2" fmla="*/ 278 w 13046"/>
                    <a:gd name="connsiteY2" fmla="*/ 2642 h 7079"/>
                    <a:gd name="connsiteX3" fmla="*/ 2051 w 13046"/>
                    <a:gd name="connsiteY3" fmla="*/ 4105 h 7079"/>
                    <a:gd name="connsiteX4" fmla="*/ 7238 w 13046"/>
                    <a:gd name="connsiteY4" fmla="*/ 6587 h 7079"/>
                    <a:gd name="connsiteX5" fmla="*/ 9410 w 13046"/>
                    <a:gd name="connsiteY5" fmla="*/ 7075 h 7079"/>
                    <a:gd name="connsiteX6" fmla="*/ 11228 w 13046"/>
                    <a:gd name="connsiteY6" fmla="*/ 2287 h 7079"/>
                    <a:gd name="connsiteX7" fmla="*/ 1963 w 13046"/>
                    <a:gd name="connsiteY7" fmla="*/ 115 h 7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046" h="7079">
                      <a:moveTo>
                        <a:pt x="1963" y="115"/>
                      </a:moveTo>
                      <a:cubicBezTo>
                        <a:pt x="1342" y="204"/>
                        <a:pt x="677" y="381"/>
                        <a:pt x="322" y="824"/>
                      </a:cubicBezTo>
                      <a:cubicBezTo>
                        <a:pt x="-77" y="1268"/>
                        <a:pt x="-121" y="1977"/>
                        <a:pt x="278" y="2642"/>
                      </a:cubicBezTo>
                      <a:cubicBezTo>
                        <a:pt x="677" y="3262"/>
                        <a:pt x="1386" y="3706"/>
                        <a:pt x="2051" y="4105"/>
                      </a:cubicBezTo>
                      <a:cubicBezTo>
                        <a:pt x="3780" y="5080"/>
                        <a:pt x="5509" y="5922"/>
                        <a:pt x="7238" y="6587"/>
                      </a:cubicBezTo>
                      <a:cubicBezTo>
                        <a:pt x="7947" y="6897"/>
                        <a:pt x="8701" y="7030"/>
                        <a:pt x="9410" y="7075"/>
                      </a:cubicBezTo>
                      <a:cubicBezTo>
                        <a:pt x="12336" y="7208"/>
                        <a:pt x="14907" y="4637"/>
                        <a:pt x="11228" y="2287"/>
                      </a:cubicBezTo>
                      <a:cubicBezTo>
                        <a:pt x="8391" y="337"/>
                        <a:pt x="4578" y="-284"/>
                        <a:pt x="1963" y="11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30" name="Forme libre : forme 26529">
                  <a:extLst>
                    <a:ext uri="{FF2B5EF4-FFF2-40B4-BE49-F238E27FC236}">
                      <a16:creationId xmlns:a16="http://schemas.microsoft.com/office/drawing/2014/main" id="{6E8E64A9-D87A-407E-96F5-DBD0D75800FA}"/>
                    </a:ext>
                  </a:extLst>
                </p:cNvPr>
                <p:cNvSpPr/>
                <p:nvPr/>
              </p:nvSpPr>
              <p:spPr>
                <a:xfrm>
                  <a:off x="5622811" y="1483535"/>
                  <a:ext cx="25711" cy="6428"/>
                </a:xfrm>
                <a:custGeom>
                  <a:avLst/>
                  <a:gdLst>
                    <a:gd name="connsiteX0" fmla="*/ 25712 w 25711"/>
                    <a:gd name="connsiteY0" fmla="*/ 0 h 6428"/>
                    <a:gd name="connsiteX1" fmla="*/ 21190 w 25711"/>
                    <a:gd name="connsiteY1" fmla="*/ 4610 h 6428"/>
                    <a:gd name="connsiteX2" fmla="*/ 13299 w 25711"/>
                    <a:gd name="connsiteY2" fmla="*/ 6428 h 6428"/>
                    <a:gd name="connsiteX3" fmla="*/ 0 w 25711"/>
                    <a:gd name="connsiteY3" fmla="*/ 3502 h 6428"/>
                    <a:gd name="connsiteX4" fmla="*/ 9753 w 25711"/>
                    <a:gd name="connsiteY4" fmla="*/ 5320 h 6428"/>
                    <a:gd name="connsiteX5" fmla="*/ 25712 w 25711"/>
                    <a:gd name="connsiteY5" fmla="*/ 0 h 6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711" h="6428">
                      <a:moveTo>
                        <a:pt x="25712" y="0"/>
                      </a:moveTo>
                      <a:cubicBezTo>
                        <a:pt x="25712" y="0"/>
                        <a:pt x="24825" y="2704"/>
                        <a:pt x="21190" y="4610"/>
                      </a:cubicBezTo>
                      <a:cubicBezTo>
                        <a:pt x="19373" y="5586"/>
                        <a:pt x="16846" y="6339"/>
                        <a:pt x="13299" y="6428"/>
                      </a:cubicBezTo>
                      <a:cubicBezTo>
                        <a:pt x="9841" y="6428"/>
                        <a:pt x="5497" y="5541"/>
                        <a:pt x="0" y="3502"/>
                      </a:cubicBezTo>
                      <a:cubicBezTo>
                        <a:pt x="0" y="3502"/>
                        <a:pt x="4389" y="4965"/>
                        <a:pt x="9753" y="5320"/>
                      </a:cubicBezTo>
                      <a:cubicBezTo>
                        <a:pt x="15117" y="5763"/>
                        <a:pt x="21722" y="4344"/>
                        <a:pt x="257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31" name="Forme libre : forme 26530">
                  <a:extLst>
                    <a:ext uri="{FF2B5EF4-FFF2-40B4-BE49-F238E27FC236}">
                      <a16:creationId xmlns:a16="http://schemas.microsoft.com/office/drawing/2014/main" id="{6A204255-1721-406F-BC44-83CB6A8B9F8E}"/>
                    </a:ext>
                  </a:extLst>
                </p:cNvPr>
                <p:cNvSpPr/>
                <p:nvPr/>
              </p:nvSpPr>
              <p:spPr>
                <a:xfrm>
                  <a:off x="5599493" y="1435126"/>
                  <a:ext cx="25224" cy="6649"/>
                </a:xfrm>
                <a:custGeom>
                  <a:avLst/>
                  <a:gdLst>
                    <a:gd name="connsiteX0" fmla="*/ 25224 w 25224"/>
                    <a:gd name="connsiteY0" fmla="*/ 6650 h 6649"/>
                    <a:gd name="connsiteX1" fmla="*/ 22875 w 25224"/>
                    <a:gd name="connsiteY1" fmla="*/ 4965 h 6649"/>
                    <a:gd name="connsiteX2" fmla="*/ 16934 w 25224"/>
                    <a:gd name="connsiteY2" fmla="*/ 1818 h 6649"/>
                    <a:gd name="connsiteX3" fmla="*/ 8866 w 25224"/>
                    <a:gd name="connsiteY3" fmla="*/ 0 h 6649"/>
                    <a:gd name="connsiteX4" fmla="*/ 0 w 25224"/>
                    <a:gd name="connsiteY4" fmla="*/ 2704 h 6649"/>
                    <a:gd name="connsiteX5" fmla="*/ 7492 w 25224"/>
                    <a:gd name="connsiteY5" fmla="*/ 1197 h 6649"/>
                    <a:gd name="connsiteX6" fmla="*/ 15471 w 25224"/>
                    <a:gd name="connsiteY6" fmla="*/ 2172 h 6649"/>
                    <a:gd name="connsiteX7" fmla="*/ 25224 w 25224"/>
                    <a:gd name="connsiteY7" fmla="*/ 6650 h 6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224" h="6649">
                      <a:moveTo>
                        <a:pt x="25224" y="6650"/>
                      </a:moveTo>
                      <a:cubicBezTo>
                        <a:pt x="25224" y="6650"/>
                        <a:pt x="24382" y="5940"/>
                        <a:pt x="22875" y="4965"/>
                      </a:cubicBezTo>
                      <a:cubicBezTo>
                        <a:pt x="21412" y="3990"/>
                        <a:pt x="19284" y="2881"/>
                        <a:pt x="16934" y="1818"/>
                      </a:cubicBezTo>
                      <a:cubicBezTo>
                        <a:pt x="14541" y="798"/>
                        <a:pt x="11792" y="0"/>
                        <a:pt x="8866" y="0"/>
                      </a:cubicBezTo>
                      <a:cubicBezTo>
                        <a:pt x="5940" y="0"/>
                        <a:pt x="2970" y="621"/>
                        <a:pt x="0" y="2704"/>
                      </a:cubicBezTo>
                      <a:cubicBezTo>
                        <a:pt x="0" y="2704"/>
                        <a:pt x="2926" y="1330"/>
                        <a:pt x="7492" y="1197"/>
                      </a:cubicBezTo>
                      <a:cubicBezTo>
                        <a:pt x="9797" y="1108"/>
                        <a:pt x="12546" y="1330"/>
                        <a:pt x="15471" y="2172"/>
                      </a:cubicBezTo>
                      <a:cubicBezTo>
                        <a:pt x="18442" y="3059"/>
                        <a:pt x="21767" y="4344"/>
                        <a:pt x="25224" y="66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32" name="Forme libre : forme 26531">
                  <a:extLst>
                    <a:ext uri="{FF2B5EF4-FFF2-40B4-BE49-F238E27FC236}">
                      <a16:creationId xmlns:a16="http://schemas.microsoft.com/office/drawing/2014/main" id="{8200F744-6D18-4E67-8E97-61AB16EEE980}"/>
                    </a:ext>
                  </a:extLst>
                </p:cNvPr>
                <p:cNvSpPr/>
                <p:nvPr/>
              </p:nvSpPr>
              <p:spPr>
                <a:xfrm>
                  <a:off x="5624835" y="1461439"/>
                  <a:ext cx="9284" cy="8995"/>
                </a:xfrm>
                <a:custGeom>
                  <a:avLst/>
                  <a:gdLst>
                    <a:gd name="connsiteX0" fmla="*/ 8748 w 9284"/>
                    <a:gd name="connsiteY0" fmla="*/ 8796 h 8995"/>
                    <a:gd name="connsiteX1" fmla="*/ 2364 w 9284"/>
                    <a:gd name="connsiteY1" fmla="*/ 5693 h 8995"/>
                    <a:gd name="connsiteX2" fmla="*/ 635 w 9284"/>
                    <a:gd name="connsiteY2" fmla="*/ 152 h 8995"/>
                    <a:gd name="connsiteX3" fmla="*/ 6886 w 9284"/>
                    <a:gd name="connsiteY3" fmla="*/ 3255 h 8995"/>
                    <a:gd name="connsiteX4" fmla="*/ 8748 w 9284"/>
                    <a:gd name="connsiteY4" fmla="*/ 8796 h 8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84" h="8995">
                      <a:moveTo>
                        <a:pt x="8748" y="8796"/>
                      </a:moveTo>
                      <a:cubicBezTo>
                        <a:pt x="7507" y="9550"/>
                        <a:pt x="4625" y="8087"/>
                        <a:pt x="2364" y="5693"/>
                      </a:cubicBezTo>
                      <a:cubicBezTo>
                        <a:pt x="59" y="3299"/>
                        <a:pt x="-650" y="817"/>
                        <a:pt x="635" y="152"/>
                      </a:cubicBezTo>
                      <a:cubicBezTo>
                        <a:pt x="1877" y="-469"/>
                        <a:pt x="4714" y="861"/>
                        <a:pt x="6886" y="3255"/>
                      </a:cubicBezTo>
                      <a:cubicBezTo>
                        <a:pt x="9058" y="5605"/>
                        <a:pt x="9945" y="8087"/>
                        <a:pt x="8748" y="879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33" name="Forme libre : forme 26532">
                  <a:extLst>
                    <a:ext uri="{FF2B5EF4-FFF2-40B4-BE49-F238E27FC236}">
                      <a16:creationId xmlns:a16="http://schemas.microsoft.com/office/drawing/2014/main" id="{95A94EC8-B0EF-4B97-AA8E-C375457031A4}"/>
                    </a:ext>
                  </a:extLst>
                </p:cNvPr>
                <p:cNvSpPr/>
                <p:nvPr/>
              </p:nvSpPr>
              <p:spPr>
                <a:xfrm>
                  <a:off x="5632445" y="1468435"/>
                  <a:ext cx="3022" cy="2506"/>
                </a:xfrm>
                <a:custGeom>
                  <a:avLst/>
                  <a:gdLst>
                    <a:gd name="connsiteX0" fmla="*/ 2911 w 3022"/>
                    <a:gd name="connsiteY0" fmla="*/ 2111 h 2506"/>
                    <a:gd name="connsiteX1" fmla="*/ 917 w 3022"/>
                    <a:gd name="connsiteY1" fmla="*/ 2200 h 2506"/>
                    <a:gd name="connsiteX2" fmla="*/ 118 w 3022"/>
                    <a:gd name="connsiteY2" fmla="*/ 383 h 2506"/>
                    <a:gd name="connsiteX3" fmla="*/ 2069 w 3022"/>
                    <a:gd name="connsiteY3" fmla="*/ 383 h 2506"/>
                    <a:gd name="connsiteX4" fmla="*/ 2911 w 3022"/>
                    <a:gd name="connsiteY4" fmla="*/ 2111 h 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2" h="2506">
                      <a:moveTo>
                        <a:pt x="2911" y="2111"/>
                      </a:moveTo>
                      <a:cubicBezTo>
                        <a:pt x="2601" y="2599"/>
                        <a:pt x="1714" y="2643"/>
                        <a:pt x="917" y="2200"/>
                      </a:cubicBezTo>
                      <a:cubicBezTo>
                        <a:pt x="118" y="1757"/>
                        <a:pt x="-192" y="870"/>
                        <a:pt x="118" y="383"/>
                      </a:cubicBezTo>
                      <a:cubicBezTo>
                        <a:pt x="429" y="-149"/>
                        <a:pt x="1271" y="-105"/>
                        <a:pt x="2069" y="383"/>
                      </a:cubicBezTo>
                      <a:cubicBezTo>
                        <a:pt x="2867" y="826"/>
                        <a:pt x="3222" y="1580"/>
                        <a:pt x="2911" y="21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34" name="Forme libre : forme 26533">
                  <a:extLst>
                    <a:ext uri="{FF2B5EF4-FFF2-40B4-BE49-F238E27FC236}">
                      <a16:creationId xmlns:a16="http://schemas.microsoft.com/office/drawing/2014/main" id="{89E02E0C-068A-45DE-80AE-9361BC96429E}"/>
                    </a:ext>
                  </a:extLst>
                </p:cNvPr>
                <p:cNvSpPr/>
                <p:nvPr/>
              </p:nvSpPr>
              <p:spPr>
                <a:xfrm>
                  <a:off x="5631275" y="1452380"/>
                  <a:ext cx="18245" cy="27606"/>
                </a:xfrm>
                <a:custGeom>
                  <a:avLst/>
                  <a:gdLst>
                    <a:gd name="connsiteX0" fmla="*/ 18135 w 18245"/>
                    <a:gd name="connsiteY0" fmla="*/ 16526 h 27606"/>
                    <a:gd name="connsiteX1" fmla="*/ 16184 w 18245"/>
                    <a:gd name="connsiteY1" fmla="*/ 25880 h 27606"/>
                    <a:gd name="connsiteX2" fmla="*/ 12815 w 18245"/>
                    <a:gd name="connsiteY2" fmla="*/ 27432 h 27606"/>
                    <a:gd name="connsiteX3" fmla="*/ 10377 w 18245"/>
                    <a:gd name="connsiteY3" fmla="*/ 24240 h 27606"/>
                    <a:gd name="connsiteX4" fmla="*/ 8382 w 18245"/>
                    <a:gd name="connsiteY4" fmla="*/ 13201 h 27606"/>
                    <a:gd name="connsiteX5" fmla="*/ 5988 w 18245"/>
                    <a:gd name="connsiteY5" fmla="*/ 10409 h 27606"/>
                    <a:gd name="connsiteX6" fmla="*/ 2574 w 18245"/>
                    <a:gd name="connsiteY6" fmla="*/ 6153 h 27606"/>
                    <a:gd name="connsiteX7" fmla="*/ 934 w 18245"/>
                    <a:gd name="connsiteY7" fmla="*/ 80 h 27606"/>
                    <a:gd name="connsiteX8" fmla="*/ 8470 w 18245"/>
                    <a:gd name="connsiteY8" fmla="*/ 3138 h 27606"/>
                    <a:gd name="connsiteX9" fmla="*/ 14810 w 18245"/>
                    <a:gd name="connsiteY9" fmla="*/ 8768 h 27606"/>
                    <a:gd name="connsiteX10" fmla="*/ 18135 w 18245"/>
                    <a:gd name="connsiteY10" fmla="*/ 16526 h 27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5" h="27606">
                      <a:moveTo>
                        <a:pt x="18135" y="16526"/>
                      </a:moveTo>
                      <a:cubicBezTo>
                        <a:pt x="18578" y="19940"/>
                        <a:pt x="17647" y="23043"/>
                        <a:pt x="16184" y="25880"/>
                      </a:cubicBezTo>
                      <a:cubicBezTo>
                        <a:pt x="15652" y="26900"/>
                        <a:pt x="14544" y="28052"/>
                        <a:pt x="12815" y="27432"/>
                      </a:cubicBezTo>
                      <a:cubicBezTo>
                        <a:pt x="11219" y="26855"/>
                        <a:pt x="10554" y="25437"/>
                        <a:pt x="10377" y="24240"/>
                      </a:cubicBezTo>
                      <a:cubicBezTo>
                        <a:pt x="9845" y="20516"/>
                        <a:pt x="10510" y="16881"/>
                        <a:pt x="8382" y="13201"/>
                      </a:cubicBezTo>
                      <a:cubicBezTo>
                        <a:pt x="8071" y="12625"/>
                        <a:pt x="7096" y="11650"/>
                        <a:pt x="5988" y="10409"/>
                      </a:cubicBezTo>
                      <a:cubicBezTo>
                        <a:pt x="4924" y="9123"/>
                        <a:pt x="3638" y="7616"/>
                        <a:pt x="2574" y="6153"/>
                      </a:cubicBezTo>
                      <a:cubicBezTo>
                        <a:pt x="358" y="3271"/>
                        <a:pt x="-1016" y="523"/>
                        <a:pt x="934" y="80"/>
                      </a:cubicBezTo>
                      <a:cubicBezTo>
                        <a:pt x="2885" y="-364"/>
                        <a:pt x="5811" y="1099"/>
                        <a:pt x="8470" y="3138"/>
                      </a:cubicBezTo>
                      <a:cubicBezTo>
                        <a:pt x="11086" y="5266"/>
                        <a:pt x="13790" y="7305"/>
                        <a:pt x="14810" y="8768"/>
                      </a:cubicBezTo>
                      <a:cubicBezTo>
                        <a:pt x="16672" y="11295"/>
                        <a:pt x="17780" y="14044"/>
                        <a:pt x="18135" y="1652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54" name="Graphique 2">
                <a:extLst>
                  <a:ext uri="{FF2B5EF4-FFF2-40B4-BE49-F238E27FC236}">
                    <a16:creationId xmlns:a16="http://schemas.microsoft.com/office/drawing/2014/main" id="{73749F5D-94ED-4AA3-8334-0ED63E48F990}"/>
                  </a:ext>
                </a:extLst>
              </p:cNvPr>
              <p:cNvGrpSpPr/>
              <p:nvPr/>
            </p:nvGrpSpPr>
            <p:grpSpPr>
              <a:xfrm>
                <a:off x="5649290" y="1467959"/>
                <a:ext cx="72859" cy="41953"/>
                <a:chOff x="5649290" y="1467959"/>
                <a:chExt cx="72859" cy="41953"/>
              </a:xfrm>
              <a:solidFill>
                <a:schemeClr val="accent1"/>
              </a:solidFill>
            </p:grpSpPr>
            <p:sp>
              <p:nvSpPr>
                <p:cNvPr id="26511" name="Forme libre : forme 26510">
                  <a:extLst>
                    <a:ext uri="{FF2B5EF4-FFF2-40B4-BE49-F238E27FC236}">
                      <a16:creationId xmlns:a16="http://schemas.microsoft.com/office/drawing/2014/main" id="{B797344D-2E99-4AEC-9927-32FD6806B695}"/>
                    </a:ext>
                  </a:extLst>
                </p:cNvPr>
                <p:cNvSpPr/>
                <p:nvPr/>
              </p:nvSpPr>
              <p:spPr>
                <a:xfrm>
                  <a:off x="5649290" y="1467959"/>
                  <a:ext cx="72859" cy="41953"/>
                </a:xfrm>
                <a:custGeom>
                  <a:avLst/>
                  <a:gdLst>
                    <a:gd name="connsiteX0" fmla="*/ 49105 w 72859"/>
                    <a:gd name="connsiteY0" fmla="*/ 41954 h 41953"/>
                    <a:gd name="connsiteX1" fmla="*/ 34254 w 72859"/>
                    <a:gd name="connsiteY1" fmla="*/ 40978 h 41953"/>
                    <a:gd name="connsiteX2" fmla="*/ 19536 w 72859"/>
                    <a:gd name="connsiteY2" fmla="*/ 38540 h 41953"/>
                    <a:gd name="connsiteX3" fmla="*/ 10271 w 72859"/>
                    <a:gd name="connsiteY3" fmla="*/ 34994 h 41953"/>
                    <a:gd name="connsiteX4" fmla="*/ 3666 w 72859"/>
                    <a:gd name="connsiteY4" fmla="*/ 29630 h 41953"/>
                    <a:gd name="connsiteX5" fmla="*/ 651 w 72859"/>
                    <a:gd name="connsiteY5" fmla="*/ 17926 h 41953"/>
                    <a:gd name="connsiteX6" fmla="*/ 4818 w 72859"/>
                    <a:gd name="connsiteY6" fmla="*/ 8040 h 41953"/>
                    <a:gd name="connsiteX7" fmla="*/ 14039 w 72859"/>
                    <a:gd name="connsiteY7" fmla="*/ 859 h 41953"/>
                    <a:gd name="connsiteX8" fmla="*/ 20733 w 72859"/>
                    <a:gd name="connsiteY8" fmla="*/ 16 h 41953"/>
                    <a:gd name="connsiteX9" fmla="*/ 28092 w 72859"/>
                    <a:gd name="connsiteY9" fmla="*/ 903 h 41953"/>
                    <a:gd name="connsiteX10" fmla="*/ 38997 w 72859"/>
                    <a:gd name="connsiteY10" fmla="*/ 2942 h 41953"/>
                    <a:gd name="connsiteX11" fmla="*/ 50124 w 72859"/>
                    <a:gd name="connsiteY11" fmla="*/ 3873 h 41953"/>
                    <a:gd name="connsiteX12" fmla="*/ 57129 w 72859"/>
                    <a:gd name="connsiteY12" fmla="*/ 4937 h 41953"/>
                    <a:gd name="connsiteX13" fmla="*/ 63246 w 72859"/>
                    <a:gd name="connsiteY13" fmla="*/ 7331 h 41953"/>
                    <a:gd name="connsiteX14" fmla="*/ 67990 w 72859"/>
                    <a:gd name="connsiteY14" fmla="*/ 10922 h 41953"/>
                    <a:gd name="connsiteX15" fmla="*/ 70605 w 72859"/>
                    <a:gd name="connsiteY15" fmla="*/ 15843 h 41953"/>
                    <a:gd name="connsiteX16" fmla="*/ 72689 w 72859"/>
                    <a:gd name="connsiteY16" fmla="*/ 25994 h 41953"/>
                    <a:gd name="connsiteX17" fmla="*/ 71847 w 72859"/>
                    <a:gd name="connsiteY17" fmla="*/ 31536 h 41953"/>
                    <a:gd name="connsiteX18" fmla="*/ 67236 w 72859"/>
                    <a:gd name="connsiteY18" fmla="*/ 36767 h 41953"/>
                    <a:gd name="connsiteX19" fmla="*/ 59301 w 72859"/>
                    <a:gd name="connsiteY19" fmla="*/ 40579 h 41953"/>
                    <a:gd name="connsiteX20" fmla="*/ 49105 w 72859"/>
                    <a:gd name="connsiteY20" fmla="*/ 41954 h 41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2859" h="41953">
                      <a:moveTo>
                        <a:pt x="49105" y="41954"/>
                      </a:moveTo>
                      <a:cubicBezTo>
                        <a:pt x="44095" y="41821"/>
                        <a:pt x="39219" y="41333"/>
                        <a:pt x="34254" y="40978"/>
                      </a:cubicBezTo>
                      <a:cubicBezTo>
                        <a:pt x="29333" y="40225"/>
                        <a:pt x="24412" y="39515"/>
                        <a:pt x="19536" y="38540"/>
                      </a:cubicBezTo>
                      <a:cubicBezTo>
                        <a:pt x="16123" y="37698"/>
                        <a:pt x="12975" y="36456"/>
                        <a:pt x="10271" y="34994"/>
                      </a:cubicBezTo>
                      <a:cubicBezTo>
                        <a:pt x="7522" y="33664"/>
                        <a:pt x="5350" y="31536"/>
                        <a:pt x="3666" y="29630"/>
                      </a:cubicBezTo>
                      <a:cubicBezTo>
                        <a:pt x="296" y="25684"/>
                        <a:pt x="-856" y="21561"/>
                        <a:pt x="651" y="17926"/>
                      </a:cubicBezTo>
                      <a:lnTo>
                        <a:pt x="4818" y="8040"/>
                      </a:lnTo>
                      <a:cubicBezTo>
                        <a:pt x="6325" y="4494"/>
                        <a:pt x="9872" y="2011"/>
                        <a:pt x="14039" y="859"/>
                      </a:cubicBezTo>
                      <a:cubicBezTo>
                        <a:pt x="16167" y="194"/>
                        <a:pt x="18339" y="194"/>
                        <a:pt x="20733" y="16"/>
                      </a:cubicBezTo>
                      <a:cubicBezTo>
                        <a:pt x="23127" y="-72"/>
                        <a:pt x="25609" y="194"/>
                        <a:pt x="28092" y="903"/>
                      </a:cubicBezTo>
                      <a:cubicBezTo>
                        <a:pt x="31683" y="1657"/>
                        <a:pt x="35362" y="2277"/>
                        <a:pt x="38997" y="2942"/>
                      </a:cubicBezTo>
                      <a:cubicBezTo>
                        <a:pt x="42721" y="3208"/>
                        <a:pt x="46489" y="3696"/>
                        <a:pt x="50124" y="3873"/>
                      </a:cubicBezTo>
                      <a:cubicBezTo>
                        <a:pt x="52607" y="3829"/>
                        <a:pt x="54956" y="4316"/>
                        <a:pt x="57129" y="4937"/>
                      </a:cubicBezTo>
                      <a:cubicBezTo>
                        <a:pt x="59301" y="5425"/>
                        <a:pt x="61384" y="6267"/>
                        <a:pt x="63246" y="7331"/>
                      </a:cubicBezTo>
                      <a:cubicBezTo>
                        <a:pt x="65108" y="8395"/>
                        <a:pt x="66704" y="9503"/>
                        <a:pt x="67990" y="10922"/>
                      </a:cubicBezTo>
                      <a:cubicBezTo>
                        <a:pt x="69275" y="12340"/>
                        <a:pt x="70206" y="13981"/>
                        <a:pt x="70605" y="15843"/>
                      </a:cubicBezTo>
                      <a:lnTo>
                        <a:pt x="72689" y="25994"/>
                      </a:lnTo>
                      <a:cubicBezTo>
                        <a:pt x="73088" y="27812"/>
                        <a:pt x="72777" y="29718"/>
                        <a:pt x="71847" y="31536"/>
                      </a:cubicBezTo>
                      <a:cubicBezTo>
                        <a:pt x="70916" y="33353"/>
                        <a:pt x="69364" y="35260"/>
                        <a:pt x="67236" y="36767"/>
                      </a:cubicBezTo>
                      <a:cubicBezTo>
                        <a:pt x="65108" y="38230"/>
                        <a:pt x="62404" y="39560"/>
                        <a:pt x="59301" y="40579"/>
                      </a:cubicBezTo>
                      <a:cubicBezTo>
                        <a:pt x="56198" y="41510"/>
                        <a:pt x="52740" y="41865"/>
                        <a:pt x="49105" y="4195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12" name="Forme libre : forme 26511">
                  <a:extLst>
                    <a:ext uri="{FF2B5EF4-FFF2-40B4-BE49-F238E27FC236}">
                      <a16:creationId xmlns:a16="http://schemas.microsoft.com/office/drawing/2014/main" id="{2238E84A-C580-4C0B-AD71-B0A36C937930}"/>
                    </a:ext>
                  </a:extLst>
                </p:cNvPr>
                <p:cNvSpPr/>
                <p:nvPr/>
              </p:nvSpPr>
              <p:spPr>
                <a:xfrm>
                  <a:off x="5649307" y="1481585"/>
                  <a:ext cx="72822" cy="28327"/>
                </a:xfrm>
                <a:custGeom>
                  <a:avLst/>
                  <a:gdLst>
                    <a:gd name="connsiteX0" fmla="*/ 27100 w 72822"/>
                    <a:gd name="connsiteY0" fmla="*/ 13388 h 28327"/>
                    <a:gd name="connsiteX1" fmla="*/ 22977 w 72822"/>
                    <a:gd name="connsiteY1" fmla="*/ 13122 h 28327"/>
                    <a:gd name="connsiteX2" fmla="*/ 19032 w 72822"/>
                    <a:gd name="connsiteY2" fmla="*/ 12191 h 28327"/>
                    <a:gd name="connsiteX3" fmla="*/ 11761 w 72822"/>
                    <a:gd name="connsiteY3" fmla="*/ 9398 h 28327"/>
                    <a:gd name="connsiteX4" fmla="*/ 2452 w 72822"/>
                    <a:gd name="connsiteY4" fmla="*/ 0 h 28327"/>
                    <a:gd name="connsiteX5" fmla="*/ 679 w 72822"/>
                    <a:gd name="connsiteY5" fmla="*/ 4300 h 28327"/>
                    <a:gd name="connsiteX6" fmla="*/ 3693 w 72822"/>
                    <a:gd name="connsiteY6" fmla="*/ 16004 h 28327"/>
                    <a:gd name="connsiteX7" fmla="*/ 10298 w 72822"/>
                    <a:gd name="connsiteY7" fmla="*/ 21368 h 28327"/>
                    <a:gd name="connsiteX8" fmla="*/ 19563 w 72822"/>
                    <a:gd name="connsiteY8" fmla="*/ 24914 h 28327"/>
                    <a:gd name="connsiteX9" fmla="*/ 34281 w 72822"/>
                    <a:gd name="connsiteY9" fmla="*/ 27352 h 28327"/>
                    <a:gd name="connsiteX10" fmla="*/ 49132 w 72822"/>
                    <a:gd name="connsiteY10" fmla="*/ 28328 h 28327"/>
                    <a:gd name="connsiteX11" fmla="*/ 59284 w 72822"/>
                    <a:gd name="connsiteY11" fmla="*/ 26998 h 28327"/>
                    <a:gd name="connsiteX12" fmla="*/ 67219 w 72822"/>
                    <a:gd name="connsiteY12" fmla="*/ 23185 h 28327"/>
                    <a:gd name="connsiteX13" fmla="*/ 71830 w 72822"/>
                    <a:gd name="connsiteY13" fmla="*/ 17954 h 28327"/>
                    <a:gd name="connsiteX14" fmla="*/ 72672 w 72822"/>
                    <a:gd name="connsiteY14" fmla="*/ 12413 h 28327"/>
                    <a:gd name="connsiteX15" fmla="*/ 72583 w 72822"/>
                    <a:gd name="connsiteY15" fmla="*/ 12102 h 28327"/>
                    <a:gd name="connsiteX16" fmla="*/ 66909 w 72822"/>
                    <a:gd name="connsiteY16" fmla="*/ 13388 h 28327"/>
                    <a:gd name="connsiteX17" fmla="*/ 61146 w 72822"/>
                    <a:gd name="connsiteY17" fmla="*/ 14009 h 28327"/>
                    <a:gd name="connsiteX18" fmla="*/ 49753 w 72822"/>
                    <a:gd name="connsiteY18" fmla="*/ 14363 h 28327"/>
                    <a:gd name="connsiteX19" fmla="*/ 38537 w 72822"/>
                    <a:gd name="connsiteY19" fmla="*/ 13876 h 28327"/>
                    <a:gd name="connsiteX20" fmla="*/ 27100 w 72822"/>
                    <a:gd name="connsiteY20" fmla="*/ 13388 h 28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2822" h="28327">
                      <a:moveTo>
                        <a:pt x="27100" y="13388"/>
                      </a:moveTo>
                      <a:cubicBezTo>
                        <a:pt x="25726" y="13344"/>
                        <a:pt x="24351" y="13299"/>
                        <a:pt x="22977" y="13122"/>
                      </a:cubicBezTo>
                      <a:cubicBezTo>
                        <a:pt x="21647" y="12856"/>
                        <a:pt x="20317" y="12546"/>
                        <a:pt x="19032" y="12191"/>
                      </a:cubicBezTo>
                      <a:cubicBezTo>
                        <a:pt x="16460" y="11437"/>
                        <a:pt x="13978" y="10506"/>
                        <a:pt x="11761" y="9398"/>
                      </a:cubicBezTo>
                      <a:cubicBezTo>
                        <a:pt x="7417" y="6783"/>
                        <a:pt x="4092" y="3547"/>
                        <a:pt x="2452" y="0"/>
                      </a:cubicBezTo>
                      <a:lnTo>
                        <a:pt x="679" y="4300"/>
                      </a:lnTo>
                      <a:cubicBezTo>
                        <a:pt x="-873" y="7935"/>
                        <a:pt x="279" y="12058"/>
                        <a:pt x="3693" y="16004"/>
                      </a:cubicBezTo>
                      <a:cubicBezTo>
                        <a:pt x="5378" y="17910"/>
                        <a:pt x="7550" y="19993"/>
                        <a:pt x="10298" y="21368"/>
                      </a:cubicBezTo>
                      <a:cubicBezTo>
                        <a:pt x="13003" y="22830"/>
                        <a:pt x="16194" y="24027"/>
                        <a:pt x="19563" y="24914"/>
                      </a:cubicBezTo>
                      <a:cubicBezTo>
                        <a:pt x="24440" y="25889"/>
                        <a:pt x="29405" y="26643"/>
                        <a:pt x="34281" y="27352"/>
                      </a:cubicBezTo>
                      <a:cubicBezTo>
                        <a:pt x="39246" y="27707"/>
                        <a:pt x="44078" y="28150"/>
                        <a:pt x="49132" y="28328"/>
                      </a:cubicBezTo>
                      <a:cubicBezTo>
                        <a:pt x="52767" y="28283"/>
                        <a:pt x="56225" y="27884"/>
                        <a:pt x="59284" y="26998"/>
                      </a:cubicBezTo>
                      <a:cubicBezTo>
                        <a:pt x="62387" y="25978"/>
                        <a:pt x="65047" y="24692"/>
                        <a:pt x="67219" y="23185"/>
                      </a:cubicBezTo>
                      <a:cubicBezTo>
                        <a:pt x="69347" y="21678"/>
                        <a:pt x="70899" y="19772"/>
                        <a:pt x="71830" y="17954"/>
                      </a:cubicBezTo>
                      <a:cubicBezTo>
                        <a:pt x="72761" y="16092"/>
                        <a:pt x="73027" y="14230"/>
                        <a:pt x="72672" y="12413"/>
                      </a:cubicBezTo>
                      <a:lnTo>
                        <a:pt x="72583" y="12102"/>
                      </a:lnTo>
                      <a:cubicBezTo>
                        <a:pt x="70677" y="12546"/>
                        <a:pt x="68771" y="12945"/>
                        <a:pt x="66909" y="13388"/>
                      </a:cubicBezTo>
                      <a:cubicBezTo>
                        <a:pt x="65003" y="13610"/>
                        <a:pt x="63052" y="13831"/>
                        <a:pt x="61146" y="14009"/>
                      </a:cubicBezTo>
                      <a:cubicBezTo>
                        <a:pt x="57334" y="14541"/>
                        <a:pt x="53521" y="14275"/>
                        <a:pt x="49753" y="14363"/>
                      </a:cubicBezTo>
                      <a:cubicBezTo>
                        <a:pt x="45985" y="14319"/>
                        <a:pt x="42305" y="13920"/>
                        <a:pt x="38537" y="13876"/>
                      </a:cubicBezTo>
                      <a:cubicBezTo>
                        <a:pt x="34725" y="13964"/>
                        <a:pt x="31001" y="13344"/>
                        <a:pt x="27100" y="13388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13" name="Forme libre : forme 26512">
                  <a:extLst>
                    <a:ext uri="{FF2B5EF4-FFF2-40B4-BE49-F238E27FC236}">
                      <a16:creationId xmlns:a16="http://schemas.microsoft.com/office/drawing/2014/main" id="{7FCD3A81-5711-47AC-AA36-41355B46808C}"/>
                    </a:ext>
                  </a:extLst>
                </p:cNvPr>
                <p:cNvSpPr/>
                <p:nvPr/>
              </p:nvSpPr>
              <p:spPr>
                <a:xfrm>
                  <a:off x="5674467" y="1483911"/>
                  <a:ext cx="32132" cy="14628"/>
                </a:xfrm>
                <a:custGeom>
                  <a:avLst/>
                  <a:gdLst>
                    <a:gd name="connsiteX0" fmla="*/ 32130 w 32132"/>
                    <a:gd name="connsiteY0" fmla="*/ 7781 h 14628"/>
                    <a:gd name="connsiteX1" fmla="*/ 27431 w 32132"/>
                    <a:gd name="connsiteY1" fmla="*/ 12923 h 14628"/>
                    <a:gd name="connsiteX2" fmla="*/ 21978 w 32132"/>
                    <a:gd name="connsiteY2" fmla="*/ 14430 h 14628"/>
                    <a:gd name="connsiteX3" fmla="*/ 15373 w 32132"/>
                    <a:gd name="connsiteY3" fmla="*/ 14519 h 14628"/>
                    <a:gd name="connsiteX4" fmla="*/ 8900 w 32132"/>
                    <a:gd name="connsiteY4" fmla="*/ 13322 h 14628"/>
                    <a:gd name="connsiteX5" fmla="*/ 3846 w 32132"/>
                    <a:gd name="connsiteY5" fmla="*/ 10884 h 14628"/>
                    <a:gd name="connsiteX6" fmla="*/ 78 w 32132"/>
                    <a:gd name="connsiteY6" fmla="*/ 5032 h 14628"/>
                    <a:gd name="connsiteX7" fmla="*/ 5620 w 32132"/>
                    <a:gd name="connsiteY7" fmla="*/ 776 h 14628"/>
                    <a:gd name="connsiteX8" fmla="*/ 10673 w 32132"/>
                    <a:gd name="connsiteY8" fmla="*/ 67 h 14628"/>
                    <a:gd name="connsiteX9" fmla="*/ 16658 w 32132"/>
                    <a:gd name="connsiteY9" fmla="*/ 112 h 14628"/>
                    <a:gd name="connsiteX10" fmla="*/ 22554 w 32132"/>
                    <a:gd name="connsiteY10" fmla="*/ 1175 h 14628"/>
                    <a:gd name="connsiteX11" fmla="*/ 27386 w 32132"/>
                    <a:gd name="connsiteY11" fmla="*/ 2771 h 14628"/>
                    <a:gd name="connsiteX12" fmla="*/ 32130 w 32132"/>
                    <a:gd name="connsiteY12" fmla="*/ 7781 h 14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132" h="14628">
                      <a:moveTo>
                        <a:pt x="32130" y="7781"/>
                      </a:moveTo>
                      <a:cubicBezTo>
                        <a:pt x="32218" y="9776"/>
                        <a:pt x="30489" y="11549"/>
                        <a:pt x="27431" y="12923"/>
                      </a:cubicBezTo>
                      <a:cubicBezTo>
                        <a:pt x="25923" y="13544"/>
                        <a:pt x="24017" y="14253"/>
                        <a:pt x="21978" y="14430"/>
                      </a:cubicBezTo>
                      <a:cubicBezTo>
                        <a:pt x="19939" y="14652"/>
                        <a:pt x="17722" y="14696"/>
                        <a:pt x="15373" y="14519"/>
                      </a:cubicBezTo>
                      <a:cubicBezTo>
                        <a:pt x="13023" y="14297"/>
                        <a:pt x="10806" y="14076"/>
                        <a:pt x="8900" y="13322"/>
                      </a:cubicBezTo>
                      <a:cubicBezTo>
                        <a:pt x="6950" y="12613"/>
                        <a:pt x="5221" y="11815"/>
                        <a:pt x="3846" y="10884"/>
                      </a:cubicBezTo>
                      <a:cubicBezTo>
                        <a:pt x="1098" y="9066"/>
                        <a:pt x="-365" y="6983"/>
                        <a:pt x="78" y="5032"/>
                      </a:cubicBezTo>
                      <a:cubicBezTo>
                        <a:pt x="522" y="3082"/>
                        <a:pt x="2650" y="1574"/>
                        <a:pt x="5620" y="776"/>
                      </a:cubicBezTo>
                      <a:cubicBezTo>
                        <a:pt x="7127" y="378"/>
                        <a:pt x="8812" y="112"/>
                        <a:pt x="10673" y="67"/>
                      </a:cubicBezTo>
                      <a:cubicBezTo>
                        <a:pt x="12535" y="67"/>
                        <a:pt x="14575" y="-110"/>
                        <a:pt x="16658" y="112"/>
                      </a:cubicBezTo>
                      <a:cubicBezTo>
                        <a:pt x="18742" y="289"/>
                        <a:pt x="20737" y="643"/>
                        <a:pt x="22554" y="1175"/>
                      </a:cubicBezTo>
                      <a:cubicBezTo>
                        <a:pt x="24372" y="1752"/>
                        <a:pt x="25968" y="2106"/>
                        <a:pt x="27386" y="2771"/>
                      </a:cubicBezTo>
                      <a:cubicBezTo>
                        <a:pt x="30135" y="4013"/>
                        <a:pt x="31997" y="5786"/>
                        <a:pt x="32130" y="7781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14" name="Forme libre : forme 26513">
                  <a:extLst>
                    <a:ext uri="{FF2B5EF4-FFF2-40B4-BE49-F238E27FC236}">
                      <a16:creationId xmlns:a16="http://schemas.microsoft.com/office/drawing/2014/main" id="{8064BDF2-EECE-4658-A7ED-DE9CCEB6D43B}"/>
                    </a:ext>
                  </a:extLst>
                </p:cNvPr>
                <p:cNvSpPr/>
                <p:nvPr/>
              </p:nvSpPr>
              <p:spPr>
                <a:xfrm>
                  <a:off x="5674467" y="1484156"/>
                  <a:ext cx="22997" cy="14353"/>
                </a:xfrm>
                <a:custGeom>
                  <a:avLst/>
                  <a:gdLst>
                    <a:gd name="connsiteX0" fmla="*/ 8014 w 22997"/>
                    <a:gd name="connsiteY0" fmla="*/ 0 h 14353"/>
                    <a:gd name="connsiteX1" fmla="*/ 78 w 22997"/>
                    <a:gd name="connsiteY1" fmla="*/ 4743 h 14353"/>
                    <a:gd name="connsiteX2" fmla="*/ 3846 w 22997"/>
                    <a:gd name="connsiteY2" fmla="*/ 10595 h 14353"/>
                    <a:gd name="connsiteX3" fmla="*/ 8900 w 22997"/>
                    <a:gd name="connsiteY3" fmla="*/ 13033 h 14353"/>
                    <a:gd name="connsiteX4" fmla="*/ 15373 w 22997"/>
                    <a:gd name="connsiteY4" fmla="*/ 14230 h 14353"/>
                    <a:gd name="connsiteX5" fmla="*/ 22997 w 22997"/>
                    <a:gd name="connsiteY5" fmla="*/ 14053 h 14353"/>
                    <a:gd name="connsiteX6" fmla="*/ 18875 w 22997"/>
                    <a:gd name="connsiteY6" fmla="*/ 13255 h 14353"/>
                    <a:gd name="connsiteX7" fmla="*/ 10142 w 22997"/>
                    <a:gd name="connsiteY7" fmla="*/ 7536 h 14353"/>
                    <a:gd name="connsiteX8" fmla="*/ 8014 w 22997"/>
                    <a:gd name="connsiteY8" fmla="*/ 0 h 14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997" h="14353">
                      <a:moveTo>
                        <a:pt x="8014" y="0"/>
                      </a:moveTo>
                      <a:cubicBezTo>
                        <a:pt x="3802" y="576"/>
                        <a:pt x="610" y="2305"/>
                        <a:pt x="78" y="4743"/>
                      </a:cubicBezTo>
                      <a:cubicBezTo>
                        <a:pt x="-365" y="6694"/>
                        <a:pt x="1098" y="8822"/>
                        <a:pt x="3846" y="10595"/>
                      </a:cubicBezTo>
                      <a:cubicBezTo>
                        <a:pt x="5221" y="11482"/>
                        <a:pt x="6950" y="12324"/>
                        <a:pt x="8900" y="13033"/>
                      </a:cubicBezTo>
                      <a:cubicBezTo>
                        <a:pt x="10851" y="13787"/>
                        <a:pt x="13067" y="14009"/>
                        <a:pt x="15373" y="14230"/>
                      </a:cubicBezTo>
                      <a:cubicBezTo>
                        <a:pt x="18121" y="14452"/>
                        <a:pt x="20692" y="14363"/>
                        <a:pt x="22997" y="14053"/>
                      </a:cubicBezTo>
                      <a:cubicBezTo>
                        <a:pt x="21579" y="13920"/>
                        <a:pt x="20205" y="13654"/>
                        <a:pt x="18875" y="13255"/>
                      </a:cubicBezTo>
                      <a:cubicBezTo>
                        <a:pt x="15240" y="11836"/>
                        <a:pt x="12136" y="9930"/>
                        <a:pt x="10142" y="7536"/>
                      </a:cubicBezTo>
                      <a:cubicBezTo>
                        <a:pt x="8191" y="5009"/>
                        <a:pt x="7349" y="2350"/>
                        <a:pt x="8014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15" name="Forme libre : forme 26514">
                  <a:extLst>
                    <a:ext uri="{FF2B5EF4-FFF2-40B4-BE49-F238E27FC236}">
                      <a16:creationId xmlns:a16="http://schemas.microsoft.com/office/drawing/2014/main" id="{568B8A35-57A9-4513-A2A4-7A688EEA118D}"/>
                    </a:ext>
                  </a:extLst>
                </p:cNvPr>
                <p:cNvSpPr/>
                <p:nvPr/>
              </p:nvSpPr>
              <p:spPr>
                <a:xfrm>
                  <a:off x="5675677" y="1485554"/>
                  <a:ext cx="32655" cy="14618"/>
                </a:xfrm>
                <a:custGeom>
                  <a:avLst/>
                  <a:gdLst>
                    <a:gd name="connsiteX0" fmla="*/ 32648 w 32655"/>
                    <a:gd name="connsiteY0" fmla="*/ 7557 h 14618"/>
                    <a:gd name="connsiteX1" fmla="*/ 27949 w 32655"/>
                    <a:gd name="connsiteY1" fmla="*/ 12788 h 14618"/>
                    <a:gd name="connsiteX2" fmla="*/ 22407 w 32655"/>
                    <a:gd name="connsiteY2" fmla="*/ 14384 h 14618"/>
                    <a:gd name="connsiteX3" fmla="*/ 15714 w 32655"/>
                    <a:gd name="connsiteY3" fmla="*/ 14517 h 14618"/>
                    <a:gd name="connsiteX4" fmla="*/ 9108 w 32655"/>
                    <a:gd name="connsiteY4" fmla="*/ 13453 h 14618"/>
                    <a:gd name="connsiteX5" fmla="*/ 3966 w 32655"/>
                    <a:gd name="connsiteY5" fmla="*/ 11059 h 14618"/>
                    <a:gd name="connsiteX6" fmla="*/ 65 w 32655"/>
                    <a:gd name="connsiteY6" fmla="*/ 5163 h 14618"/>
                    <a:gd name="connsiteX7" fmla="*/ 5606 w 32655"/>
                    <a:gd name="connsiteY7" fmla="*/ 907 h 14618"/>
                    <a:gd name="connsiteX8" fmla="*/ 10704 w 32655"/>
                    <a:gd name="connsiteY8" fmla="*/ 198 h 14618"/>
                    <a:gd name="connsiteX9" fmla="*/ 16777 w 32655"/>
                    <a:gd name="connsiteY9" fmla="*/ 109 h 14618"/>
                    <a:gd name="connsiteX10" fmla="*/ 22762 w 32655"/>
                    <a:gd name="connsiteY10" fmla="*/ 1129 h 14618"/>
                    <a:gd name="connsiteX11" fmla="*/ 27683 w 32655"/>
                    <a:gd name="connsiteY11" fmla="*/ 2636 h 14618"/>
                    <a:gd name="connsiteX12" fmla="*/ 32648 w 32655"/>
                    <a:gd name="connsiteY12" fmla="*/ 7557 h 1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655" h="14618">
                      <a:moveTo>
                        <a:pt x="32648" y="7557"/>
                      </a:moveTo>
                      <a:cubicBezTo>
                        <a:pt x="32781" y="9552"/>
                        <a:pt x="31052" y="11503"/>
                        <a:pt x="27949" y="12788"/>
                      </a:cubicBezTo>
                      <a:cubicBezTo>
                        <a:pt x="26397" y="13453"/>
                        <a:pt x="24535" y="14029"/>
                        <a:pt x="22407" y="14384"/>
                      </a:cubicBezTo>
                      <a:cubicBezTo>
                        <a:pt x="20324" y="14694"/>
                        <a:pt x="18107" y="14650"/>
                        <a:pt x="15714" y="14517"/>
                      </a:cubicBezTo>
                      <a:cubicBezTo>
                        <a:pt x="13364" y="14340"/>
                        <a:pt x="11103" y="13985"/>
                        <a:pt x="9108" y="13453"/>
                      </a:cubicBezTo>
                      <a:cubicBezTo>
                        <a:pt x="7113" y="12832"/>
                        <a:pt x="5384" y="11946"/>
                        <a:pt x="3966" y="11059"/>
                      </a:cubicBezTo>
                      <a:cubicBezTo>
                        <a:pt x="1129" y="9242"/>
                        <a:pt x="-334" y="7158"/>
                        <a:pt x="65" y="5163"/>
                      </a:cubicBezTo>
                      <a:cubicBezTo>
                        <a:pt x="464" y="3213"/>
                        <a:pt x="2592" y="1705"/>
                        <a:pt x="5606" y="907"/>
                      </a:cubicBezTo>
                      <a:cubicBezTo>
                        <a:pt x="7113" y="508"/>
                        <a:pt x="8842" y="287"/>
                        <a:pt x="10704" y="198"/>
                      </a:cubicBezTo>
                      <a:cubicBezTo>
                        <a:pt x="12610" y="-24"/>
                        <a:pt x="14650" y="-68"/>
                        <a:pt x="16777" y="109"/>
                      </a:cubicBezTo>
                      <a:cubicBezTo>
                        <a:pt x="18905" y="287"/>
                        <a:pt x="20900" y="686"/>
                        <a:pt x="22762" y="1129"/>
                      </a:cubicBezTo>
                      <a:cubicBezTo>
                        <a:pt x="24580" y="1484"/>
                        <a:pt x="26264" y="1971"/>
                        <a:pt x="27683" y="2636"/>
                      </a:cubicBezTo>
                      <a:cubicBezTo>
                        <a:pt x="30609" y="4011"/>
                        <a:pt x="32515" y="5651"/>
                        <a:pt x="32648" y="755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16" name="Forme libre : forme 26515">
                  <a:extLst>
                    <a:ext uri="{FF2B5EF4-FFF2-40B4-BE49-F238E27FC236}">
                      <a16:creationId xmlns:a16="http://schemas.microsoft.com/office/drawing/2014/main" id="{9DDB73DF-F2A3-4021-9C6B-0933C1E0A6A9}"/>
                    </a:ext>
                  </a:extLst>
                </p:cNvPr>
                <p:cNvSpPr/>
                <p:nvPr/>
              </p:nvSpPr>
              <p:spPr>
                <a:xfrm>
                  <a:off x="5659790" y="1475730"/>
                  <a:ext cx="40948" cy="30454"/>
                </a:xfrm>
                <a:custGeom>
                  <a:avLst/>
                  <a:gdLst>
                    <a:gd name="connsiteX0" fmla="*/ 1235 w 40948"/>
                    <a:gd name="connsiteY0" fmla="*/ 10554 h 30454"/>
                    <a:gd name="connsiteX1" fmla="*/ 215 w 40948"/>
                    <a:gd name="connsiteY1" fmla="*/ 17425 h 30454"/>
                    <a:gd name="connsiteX2" fmla="*/ 5668 w 40948"/>
                    <a:gd name="connsiteY2" fmla="*/ 23897 h 30454"/>
                    <a:gd name="connsiteX3" fmla="*/ 10322 w 40948"/>
                    <a:gd name="connsiteY3" fmla="*/ 26646 h 30454"/>
                    <a:gd name="connsiteX4" fmla="*/ 15642 w 40948"/>
                    <a:gd name="connsiteY4" fmla="*/ 28552 h 30454"/>
                    <a:gd name="connsiteX5" fmla="*/ 25129 w 40948"/>
                    <a:gd name="connsiteY5" fmla="*/ 30414 h 30454"/>
                    <a:gd name="connsiteX6" fmla="*/ 34350 w 40948"/>
                    <a:gd name="connsiteY6" fmla="*/ 29705 h 30454"/>
                    <a:gd name="connsiteX7" fmla="*/ 40512 w 40948"/>
                    <a:gd name="connsiteY7" fmla="*/ 23454 h 30454"/>
                    <a:gd name="connsiteX8" fmla="*/ 34704 w 40948"/>
                    <a:gd name="connsiteY8" fmla="*/ 19863 h 30454"/>
                    <a:gd name="connsiteX9" fmla="*/ 21893 w 40948"/>
                    <a:gd name="connsiteY9" fmla="*/ 10465 h 30454"/>
                    <a:gd name="connsiteX10" fmla="*/ 16573 w 40948"/>
                    <a:gd name="connsiteY10" fmla="*/ 4170 h 30454"/>
                    <a:gd name="connsiteX11" fmla="*/ 8771 w 40948"/>
                    <a:gd name="connsiteY11" fmla="*/ 3 h 30454"/>
                    <a:gd name="connsiteX12" fmla="*/ 3274 w 40948"/>
                    <a:gd name="connsiteY12" fmla="*/ 4126 h 30454"/>
                    <a:gd name="connsiteX13" fmla="*/ 1235 w 40948"/>
                    <a:gd name="connsiteY13" fmla="*/ 10554 h 30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948" h="30454">
                      <a:moveTo>
                        <a:pt x="1235" y="10554"/>
                      </a:moveTo>
                      <a:cubicBezTo>
                        <a:pt x="437" y="12681"/>
                        <a:pt x="-406" y="14898"/>
                        <a:pt x="215" y="17425"/>
                      </a:cubicBezTo>
                      <a:cubicBezTo>
                        <a:pt x="836" y="19730"/>
                        <a:pt x="2875" y="21902"/>
                        <a:pt x="5668" y="23897"/>
                      </a:cubicBezTo>
                      <a:cubicBezTo>
                        <a:pt x="7042" y="24872"/>
                        <a:pt x="8638" y="25803"/>
                        <a:pt x="10322" y="26646"/>
                      </a:cubicBezTo>
                      <a:cubicBezTo>
                        <a:pt x="12007" y="27444"/>
                        <a:pt x="13825" y="28020"/>
                        <a:pt x="15642" y="28552"/>
                      </a:cubicBezTo>
                      <a:cubicBezTo>
                        <a:pt x="18701" y="29394"/>
                        <a:pt x="21893" y="30281"/>
                        <a:pt x="25129" y="30414"/>
                      </a:cubicBezTo>
                      <a:cubicBezTo>
                        <a:pt x="28321" y="30547"/>
                        <a:pt x="31513" y="30369"/>
                        <a:pt x="34350" y="29705"/>
                      </a:cubicBezTo>
                      <a:cubicBezTo>
                        <a:pt x="38561" y="28862"/>
                        <a:pt x="42241" y="25803"/>
                        <a:pt x="40512" y="23454"/>
                      </a:cubicBezTo>
                      <a:cubicBezTo>
                        <a:pt x="39448" y="21991"/>
                        <a:pt x="36921" y="21016"/>
                        <a:pt x="34704" y="19863"/>
                      </a:cubicBezTo>
                      <a:cubicBezTo>
                        <a:pt x="29473" y="17292"/>
                        <a:pt x="25085" y="14322"/>
                        <a:pt x="21893" y="10465"/>
                      </a:cubicBezTo>
                      <a:cubicBezTo>
                        <a:pt x="20519" y="8913"/>
                        <a:pt x="18745" y="6253"/>
                        <a:pt x="16573" y="4170"/>
                      </a:cubicBezTo>
                      <a:cubicBezTo>
                        <a:pt x="14401" y="1909"/>
                        <a:pt x="11963" y="-86"/>
                        <a:pt x="8771" y="3"/>
                      </a:cubicBezTo>
                      <a:cubicBezTo>
                        <a:pt x="5845" y="91"/>
                        <a:pt x="4293" y="1865"/>
                        <a:pt x="3274" y="4126"/>
                      </a:cubicBezTo>
                      <a:cubicBezTo>
                        <a:pt x="2210" y="6342"/>
                        <a:pt x="1811" y="9046"/>
                        <a:pt x="1235" y="1055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17" name="Forme libre : forme 26516">
                  <a:extLst>
                    <a:ext uri="{FF2B5EF4-FFF2-40B4-BE49-F238E27FC236}">
                      <a16:creationId xmlns:a16="http://schemas.microsoft.com/office/drawing/2014/main" id="{0D7569EF-65A9-4CE6-A247-C89646FDA32F}"/>
                    </a:ext>
                  </a:extLst>
                </p:cNvPr>
                <p:cNvSpPr/>
                <p:nvPr/>
              </p:nvSpPr>
              <p:spPr>
                <a:xfrm>
                  <a:off x="5669192" y="1478114"/>
                  <a:ext cx="13056" cy="5873"/>
                </a:xfrm>
                <a:custGeom>
                  <a:avLst/>
                  <a:gdLst>
                    <a:gd name="connsiteX0" fmla="*/ 1142 w 13056"/>
                    <a:gd name="connsiteY0" fmla="*/ 2274 h 5873"/>
                    <a:gd name="connsiteX1" fmla="*/ 33 w 13056"/>
                    <a:gd name="connsiteY1" fmla="*/ 3604 h 5873"/>
                    <a:gd name="connsiteX2" fmla="*/ 831 w 13056"/>
                    <a:gd name="connsiteY2" fmla="*/ 5244 h 5873"/>
                    <a:gd name="connsiteX3" fmla="*/ 3048 w 13056"/>
                    <a:gd name="connsiteY3" fmla="*/ 5776 h 5873"/>
                    <a:gd name="connsiteX4" fmla="*/ 8722 w 13056"/>
                    <a:gd name="connsiteY4" fmla="*/ 5466 h 5873"/>
                    <a:gd name="connsiteX5" fmla="*/ 10850 w 13056"/>
                    <a:gd name="connsiteY5" fmla="*/ 4890 h 5873"/>
                    <a:gd name="connsiteX6" fmla="*/ 10141 w 13056"/>
                    <a:gd name="connsiteY6" fmla="*/ 13 h 5873"/>
                    <a:gd name="connsiteX7" fmla="*/ 1142 w 13056"/>
                    <a:gd name="connsiteY7" fmla="*/ 2274 h 5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056" h="5873">
                      <a:moveTo>
                        <a:pt x="1142" y="2274"/>
                      </a:moveTo>
                      <a:cubicBezTo>
                        <a:pt x="654" y="2629"/>
                        <a:pt x="166" y="3072"/>
                        <a:pt x="33" y="3604"/>
                      </a:cubicBezTo>
                      <a:cubicBezTo>
                        <a:pt x="-100" y="4136"/>
                        <a:pt x="166" y="4801"/>
                        <a:pt x="831" y="5244"/>
                      </a:cubicBezTo>
                      <a:cubicBezTo>
                        <a:pt x="1452" y="5643"/>
                        <a:pt x="2294" y="5732"/>
                        <a:pt x="3048" y="5776"/>
                      </a:cubicBezTo>
                      <a:cubicBezTo>
                        <a:pt x="4954" y="5998"/>
                        <a:pt x="6904" y="5820"/>
                        <a:pt x="8722" y="5466"/>
                      </a:cubicBezTo>
                      <a:cubicBezTo>
                        <a:pt x="9476" y="5333"/>
                        <a:pt x="10229" y="5200"/>
                        <a:pt x="10850" y="4890"/>
                      </a:cubicBezTo>
                      <a:cubicBezTo>
                        <a:pt x="13421" y="3693"/>
                        <a:pt x="14396" y="279"/>
                        <a:pt x="10141" y="13"/>
                      </a:cubicBezTo>
                      <a:cubicBezTo>
                        <a:pt x="6772" y="-120"/>
                        <a:pt x="3225" y="767"/>
                        <a:pt x="1142" y="227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18" name="Forme libre : forme 26517">
                  <a:extLst>
                    <a:ext uri="{FF2B5EF4-FFF2-40B4-BE49-F238E27FC236}">
                      <a16:creationId xmlns:a16="http://schemas.microsoft.com/office/drawing/2014/main" id="{77BF1E0D-15CA-40C2-BFC0-A8D182ED308D}"/>
                    </a:ext>
                  </a:extLst>
                </p:cNvPr>
                <p:cNvSpPr/>
                <p:nvPr/>
              </p:nvSpPr>
              <p:spPr>
                <a:xfrm>
                  <a:off x="5698971" y="1492933"/>
                  <a:ext cx="20620" cy="16180"/>
                </a:xfrm>
                <a:custGeom>
                  <a:avLst/>
                  <a:gdLst>
                    <a:gd name="connsiteX0" fmla="*/ 20481 w 20620"/>
                    <a:gd name="connsiteY0" fmla="*/ 0 h 16180"/>
                    <a:gd name="connsiteX1" fmla="*/ 19240 w 20620"/>
                    <a:gd name="connsiteY1" fmla="*/ 6251 h 16180"/>
                    <a:gd name="connsiteX2" fmla="*/ 13432 w 20620"/>
                    <a:gd name="connsiteY2" fmla="*/ 11792 h 16180"/>
                    <a:gd name="connsiteX3" fmla="*/ 7847 w 20620"/>
                    <a:gd name="connsiteY3" fmla="*/ 14408 h 16180"/>
                    <a:gd name="connsiteX4" fmla="*/ 0 w 20620"/>
                    <a:gd name="connsiteY4" fmla="*/ 16181 h 16180"/>
                    <a:gd name="connsiteX5" fmla="*/ 2970 w 20620"/>
                    <a:gd name="connsiteY5" fmla="*/ 15427 h 16180"/>
                    <a:gd name="connsiteX6" fmla="*/ 9664 w 20620"/>
                    <a:gd name="connsiteY6" fmla="*/ 12856 h 16180"/>
                    <a:gd name="connsiteX7" fmla="*/ 16624 w 20620"/>
                    <a:gd name="connsiteY7" fmla="*/ 7669 h 16180"/>
                    <a:gd name="connsiteX8" fmla="*/ 20481 w 20620"/>
                    <a:gd name="connsiteY8" fmla="*/ 0 h 16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620" h="16180">
                      <a:moveTo>
                        <a:pt x="20481" y="0"/>
                      </a:moveTo>
                      <a:cubicBezTo>
                        <a:pt x="20481" y="0"/>
                        <a:pt x="21235" y="2616"/>
                        <a:pt x="19240" y="6251"/>
                      </a:cubicBezTo>
                      <a:cubicBezTo>
                        <a:pt x="18220" y="8113"/>
                        <a:pt x="16447" y="9930"/>
                        <a:pt x="13432" y="11792"/>
                      </a:cubicBezTo>
                      <a:cubicBezTo>
                        <a:pt x="11925" y="12679"/>
                        <a:pt x="10063" y="13698"/>
                        <a:pt x="7847" y="14408"/>
                      </a:cubicBezTo>
                      <a:cubicBezTo>
                        <a:pt x="5630" y="15073"/>
                        <a:pt x="3059" y="15693"/>
                        <a:pt x="0" y="16181"/>
                      </a:cubicBezTo>
                      <a:cubicBezTo>
                        <a:pt x="0" y="16181"/>
                        <a:pt x="1153" y="15959"/>
                        <a:pt x="2970" y="15427"/>
                      </a:cubicBezTo>
                      <a:cubicBezTo>
                        <a:pt x="4788" y="14895"/>
                        <a:pt x="7182" y="14186"/>
                        <a:pt x="9664" y="12856"/>
                      </a:cubicBezTo>
                      <a:cubicBezTo>
                        <a:pt x="12147" y="11482"/>
                        <a:pt x="14629" y="9753"/>
                        <a:pt x="16624" y="7669"/>
                      </a:cubicBezTo>
                      <a:cubicBezTo>
                        <a:pt x="18575" y="5586"/>
                        <a:pt x="19993" y="2837"/>
                        <a:pt x="204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19" name="Forme libre : forme 26518">
                  <a:extLst>
                    <a:ext uri="{FF2B5EF4-FFF2-40B4-BE49-F238E27FC236}">
                      <a16:creationId xmlns:a16="http://schemas.microsoft.com/office/drawing/2014/main" id="{68CA54A2-752C-4635-8286-19A0A67D6BD8}"/>
                    </a:ext>
                  </a:extLst>
                </p:cNvPr>
                <p:cNvSpPr/>
                <p:nvPr/>
              </p:nvSpPr>
              <p:spPr>
                <a:xfrm>
                  <a:off x="5654773" y="1469598"/>
                  <a:ext cx="23451" cy="7952"/>
                </a:xfrm>
                <a:custGeom>
                  <a:avLst/>
                  <a:gdLst>
                    <a:gd name="connsiteX0" fmla="*/ 23451 w 23451"/>
                    <a:gd name="connsiteY0" fmla="*/ 638 h 7952"/>
                    <a:gd name="connsiteX1" fmla="*/ 20747 w 23451"/>
                    <a:gd name="connsiteY1" fmla="*/ 195 h 7952"/>
                    <a:gd name="connsiteX2" fmla="*/ 14363 w 23451"/>
                    <a:gd name="connsiteY2" fmla="*/ 150 h 7952"/>
                    <a:gd name="connsiteX3" fmla="*/ 6738 w 23451"/>
                    <a:gd name="connsiteY3" fmla="*/ 1924 h 7952"/>
                    <a:gd name="connsiteX4" fmla="*/ 0 w 23451"/>
                    <a:gd name="connsiteY4" fmla="*/ 7953 h 7952"/>
                    <a:gd name="connsiteX5" fmla="*/ 6073 w 23451"/>
                    <a:gd name="connsiteY5" fmla="*/ 3519 h 7952"/>
                    <a:gd name="connsiteX6" fmla="*/ 13344 w 23451"/>
                    <a:gd name="connsiteY6" fmla="*/ 1126 h 7952"/>
                    <a:gd name="connsiteX7" fmla="*/ 23451 w 23451"/>
                    <a:gd name="connsiteY7" fmla="*/ 638 h 7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451" h="7952">
                      <a:moveTo>
                        <a:pt x="23451" y="638"/>
                      </a:moveTo>
                      <a:cubicBezTo>
                        <a:pt x="23451" y="638"/>
                        <a:pt x="22387" y="416"/>
                        <a:pt x="20747" y="195"/>
                      </a:cubicBezTo>
                      <a:cubicBezTo>
                        <a:pt x="19107" y="17"/>
                        <a:pt x="16846" y="-116"/>
                        <a:pt x="14363" y="150"/>
                      </a:cubicBezTo>
                      <a:cubicBezTo>
                        <a:pt x="11881" y="505"/>
                        <a:pt x="9265" y="682"/>
                        <a:pt x="6738" y="1924"/>
                      </a:cubicBezTo>
                      <a:cubicBezTo>
                        <a:pt x="4211" y="3076"/>
                        <a:pt x="1773" y="4938"/>
                        <a:pt x="0" y="7953"/>
                      </a:cubicBezTo>
                      <a:cubicBezTo>
                        <a:pt x="0" y="7953"/>
                        <a:pt x="2084" y="5514"/>
                        <a:pt x="6073" y="3519"/>
                      </a:cubicBezTo>
                      <a:cubicBezTo>
                        <a:pt x="8068" y="2500"/>
                        <a:pt x="10462" y="1702"/>
                        <a:pt x="13344" y="1126"/>
                      </a:cubicBezTo>
                      <a:cubicBezTo>
                        <a:pt x="16270" y="416"/>
                        <a:pt x="19550" y="195"/>
                        <a:pt x="23451" y="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20" name="Forme libre : forme 26519">
                  <a:extLst>
                    <a:ext uri="{FF2B5EF4-FFF2-40B4-BE49-F238E27FC236}">
                      <a16:creationId xmlns:a16="http://schemas.microsoft.com/office/drawing/2014/main" id="{39CE2344-3E14-471B-BAEA-13377BFE617B}"/>
                    </a:ext>
                  </a:extLst>
                </p:cNvPr>
                <p:cNvSpPr/>
                <p:nvPr/>
              </p:nvSpPr>
              <p:spPr>
                <a:xfrm>
                  <a:off x="5688148" y="1485562"/>
                  <a:ext cx="11660" cy="5405"/>
                </a:xfrm>
                <a:custGeom>
                  <a:avLst/>
                  <a:gdLst>
                    <a:gd name="connsiteX0" fmla="*/ 11533 w 11660"/>
                    <a:gd name="connsiteY0" fmla="*/ 4268 h 5405"/>
                    <a:gd name="connsiteX1" fmla="*/ 4440 w 11660"/>
                    <a:gd name="connsiteY1" fmla="*/ 4800 h 5405"/>
                    <a:gd name="connsiteX2" fmla="*/ 184 w 11660"/>
                    <a:gd name="connsiteY2" fmla="*/ 988 h 5405"/>
                    <a:gd name="connsiteX3" fmla="*/ 7100 w 11660"/>
                    <a:gd name="connsiteY3" fmla="*/ 633 h 5405"/>
                    <a:gd name="connsiteX4" fmla="*/ 11533 w 11660"/>
                    <a:gd name="connsiteY4" fmla="*/ 4268 h 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60" h="5405">
                      <a:moveTo>
                        <a:pt x="11533" y="4268"/>
                      </a:moveTo>
                      <a:cubicBezTo>
                        <a:pt x="10868" y="5554"/>
                        <a:pt x="7632" y="5775"/>
                        <a:pt x="4440" y="4800"/>
                      </a:cubicBezTo>
                      <a:cubicBezTo>
                        <a:pt x="1248" y="3825"/>
                        <a:pt x="-614" y="2140"/>
                        <a:pt x="184" y="988"/>
                      </a:cubicBezTo>
                      <a:cubicBezTo>
                        <a:pt x="982" y="-165"/>
                        <a:pt x="4041" y="-342"/>
                        <a:pt x="7100" y="633"/>
                      </a:cubicBezTo>
                      <a:cubicBezTo>
                        <a:pt x="10203" y="1653"/>
                        <a:pt x="12198" y="3027"/>
                        <a:pt x="11533" y="426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21" name="Forme libre : forme 26520">
                  <a:extLst>
                    <a:ext uri="{FF2B5EF4-FFF2-40B4-BE49-F238E27FC236}">
                      <a16:creationId xmlns:a16="http://schemas.microsoft.com/office/drawing/2014/main" id="{81875591-CBBF-4B05-AB3E-1965FDDCC5F7}"/>
                    </a:ext>
                  </a:extLst>
                </p:cNvPr>
                <p:cNvSpPr/>
                <p:nvPr/>
              </p:nvSpPr>
              <p:spPr>
                <a:xfrm>
                  <a:off x="5698127" y="1488190"/>
                  <a:ext cx="3238" cy="2086"/>
                </a:xfrm>
                <a:custGeom>
                  <a:avLst/>
                  <a:gdLst>
                    <a:gd name="connsiteX0" fmla="*/ 3238 w 3238"/>
                    <a:gd name="connsiteY0" fmla="*/ 1020 h 2086"/>
                    <a:gd name="connsiteX1" fmla="*/ 1598 w 3238"/>
                    <a:gd name="connsiteY1" fmla="*/ 2084 h 2086"/>
                    <a:gd name="connsiteX2" fmla="*/ 2 w 3238"/>
                    <a:gd name="connsiteY2" fmla="*/ 1064 h 2086"/>
                    <a:gd name="connsiteX3" fmla="*/ 1642 w 3238"/>
                    <a:gd name="connsiteY3" fmla="*/ 0 h 2086"/>
                    <a:gd name="connsiteX4" fmla="*/ 3238 w 3238"/>
                    <a:gd name="connsiteY4" fmla="*/ 1020 h 2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38" h="2086">
                      <a:moveTo>
                        <a:pt x="3238" y="1020"/>
                      </a:moveTo>
                      <a:cubicBezTo>
                        <a:pt x="3238" y="1596"/>
                        <a:pt x="2484" y="2039"/>
                        <a:pt x="1598" y="2084"/>
                      </a:cubicBezTo>
                      <a:cubicBezTo>
                        <a:pt x="711" y="2128"/>
                        <a:pt x="-43" y="1640"/>
                        <a:pt x="2" y="1064"/>
                      </a:cubicBezTo>
                      <a:cubicBezTo>
                        <a:pt x="46" y="488"/>
                        <a:pt x="756" y="44"/>
                        <a:pt x="1642" y="0"/>
                      </a:cubicBezTo>
                      <a:cubicBezTo>
                        <a:pt x="2529" y="0"/>
                        <a:pt x="3238" y="443"/>
                        <a:pt x="3238" y="10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22" name="Forme libre : forme 26521">
                  <a:extLst>
                    <a:ext uri="{FF2B5EF4-FFF2-40B4-BE49-F238E27FC236}">
                      <a16:creationId xmlns:a16="http://schemas.microsoft.com/office/drawing/2014/main" id="{1DD1CD3D-997A-48C1-BE57-FE49694F315C}"/>
                    </a:ext>
                  </a:extLst>
                </p:cNvPr>
                <p:cNvSpPr/>
                <p:nvPr/>
              </p:nvSpPr>
              <p:spPr>
                <a:xfrm>
                  <a:off x="5689109" y="1474341"/>
                  <a:ext cx="26602" cy="18094"/>
                </a:xfrm>
                <a:custGeom>
                  <a:avLst/>
                  <a:gdLst>
                    <a:gd name="connsiteX0" fmla="*/ 23117 w 26602"/>
                    <a:gd name="connsiteY0" fmla="*/ 6402 h 18094"/>
                    <a:gd name="connsiteX1" fmla="*/ 26575 w 26602"/>
                    <a:gd name="connsiteY1" fmla="*/ 15046 h 18094"/>
                    <a:gd name="connsiteX2" fmla="*/ 24580 w 26602"/>
                    <a:gd name="connsiteY2" fmla="*/ 18017 h 18094"/>
                    <a:gd name="connsiteX3" fmla="*/ 20768 w 26602"/>
                    <a:gd name="connsiteY3" fmla="*/ 16598 h 18094"/>
                    <a:gd name="connsiteX4" fmla="*/ 13320 w 26602"/>
                    <a:gd name="connsiteY4" fmla="*/ 8618 h 18094"/>
                    <a:gd name="connsiteX5" fmla="*/ 9907 w 26602"/>
                    <a:gd name="connsiteY5" fmla="*/ 7466 h 18094"/>
                    <a:gd name="connsiteX6" fmla="*/ 4853 w 26602"/>
                    <a:gd name="connsiteY6" fmla="*/ 5559 h 18094"/>
                    <a:gd name="connsiteX7" fmla="*/ 420 w 26602"/>
                    <a:gd name="connsiteY7" fmla="*/ 1215 h 18094"/>
                    <a:gd name="connsiteX8" fmla="*/ 8399 w 26602"/>
                    <a:gd name="connsiteY8" fmla="*/ 240 h 18094"/>
                    <a:gd name="connsiteX9" fmla="*/ 16379 w 26602"/>
                    <a:gd name="connsiteY9" fmla="*/ 1791 h 18094"/>
                    <a:gd name="connsiteX10" fmla="*/ 23117 w 26602"/>
                    <a:gd name="connsiteY10" fmla="*/ 6402 h 18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602" h="18094">
                      <a:moveTo>
                        <a:pt x="23117" y="6402"/>
                      </a:moveTo>
                      <a:cubicBezTo>
                        <a:pt x="25290" y="9017"/>
                        <a:pt x="26221" y="11988"/>
                        <a:pt x="26575" y="15046"/>
                      </a:cubicBezTo>
                      <a:cubicBezTo>
                        <a:pt x="26708" y="16199"/>
                        <a:pt x="26398" y="17662"/>
                        <a:pt x="24580" y="18017"/>
                      </a:cubicBezTo>
                      <a:cubicBezTo>
                        <a:pt x="22940" y="18371"/>
                        <a:pt x="21566" y="17440"/>
                        <a:pt x="20768" y="16598"/>
                      </a:cubicBezTo>
                      <a:cubicBezTo>
                        <a:pt x="18330" y="13982"/>
                        <a:pt x="17000" y="10702"/>
                        <a:pt x="13320" y="8618"/>
                      </a:cubicBezTo>
                      <a:cubicBezTo>
                        <a:pt x="12744" y="8308"/>
                        <a:pt x="11458" y="7909"/>
                        <a:pt x="9907" y="7466"/>
                      </a:cubicBezTo>
                      <a:cubicBezTo>
                        <a:pt x="8355" y="7022"/>
                        <a:pt x="6493" y="6225"/>
                        <a:pt x="4853" y="5559"/>
                      </a:cubicBezTo>
                      <a:cubicBezTo>
                        <a:pt x="1528" y="4141"/>
                        <a:pt x="-1043" y="2545"/>
                        <a:pt x="420" y="1215"/>
                      </a:cubicBezTo>
                      <a:cubicBezTo>
                        <a:pt x="1883" y="-115"/>
                        <a:pt x="5119" y="-203"/>
                        <a:pt x="8399" y="240"/>
                      </a:cubicBezTo>
                      <a:cubicBezTo>
                        <a:pt x="11636" y="550"/>
                        <a:pt x="14783" y="1126"/>
                        <a:pt x="16379" y="1791"/>
                      </a:cubicBezTo>
                      <a:cubicBezTo>
                        <a:pt x="19172" y="2811"/>
                        <a:pt x="21522" y="4451"/>
                        <a:pt x="23117" y="640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55" name="Graphique 2">
                <a:extLst>
                  <a:ext uri="{FF2B5EF4-FFF2-40B4-BE49-F238E27FC236}">
                    <a16:creationId xmlns:a16="http://schemas.microsoft.com/office/drawing/2014/main" id="{EC0F378D-2974-4232-A9D1-963C28CDD902}"/>
                  </a:ext>
                </a:extLst>
              </p:cNvPr>
              <p:cNvGrpSpPr/>
              <p:nvPr/>
            </p:nvGrpSpPr>
            <p:grpSpPr>
              <a:xfrm>
                <a:off x="5719664" y="1447621"/>
                <a:ext cx="66951" cy="54502"/>
                <a:chOff x="5719664" y="1447621"/>
                <a:chExt cx="66951" cy="54502"/>
              </a:xfrm>
              <a:solidFill>
                <a:schemeClr val="accent1"/>
              </a:solidFill>
            </p:grpSpPr>
            <p:sp>
              <p:nvSpPr>
                <p:cNvPr id="26499" name="Forme libre : forme 26498">
                  <a:extLst>
                    <a:ext uri="{FF2B5EF4-FFF2-40B4-BE49-F238E27FC236}">
                      <a16:creationId xmlns:a16="http://schemas.microsoft.com/office/drawing/2014/main" id="{88616835-4ADF-4395-B68E-EF74177CA621}"/>
                    </a:ext>
                  </a:extLst>
                </p:cNvPr>
                <p:cNvSpPr/>
                <p:nvPr/>
              </p:nvSpPr>
              <p:spPr>
                <a:xfrm>
                  <a:off x="5719664" y="1447621"/>
                  <a:ext cx="66882" cy="54502"/>
                </a:xfrm>
                <a:custGeom>
                  <a:avLst/>
                  <a:gdLst>
                    <a:gd name="connsiteX0" fmla="*/ 55468 w 66882"/>
                    <a:gd name="connsiteY0" fmla="*/ 35427 h 54502"/>
                    <a:gd name="connsiteX1" fmla="*/ 49572 w 66882"/>
                    <a:gd name="connsiteY1" fmla="*/ 39815 h 54502"/>
                    <a:gd name="connsiteX2" fmla="*/ 43366 w 66882"/>
                    <a:gd name="connsiteY2" fmla="*/ 43938 h 54502"/>
                    <a:gd name="connsiteX3" fmla="*/ 30022 w 66882"/>
                    <a:gd name="connsiteY3" fmla="*/ 51209 h 54502"/>
                    <a:gd name="connsiteX4" fmla="*/ 20270 w 66882"/>
                    <a:gd name="connsiteY4" fmla="*/ 54179 h 54502"/>
                    <a:gd name="connsiteX5" fmla="*/ 11536 w 66882"/>
                    <a:gd name="connsiteY5" fmla="*/ 53957 h 54502"/>
                    <a:gd name="connsiteX6" fmla="*/ 2271 w 66882"/>
                    <a:gd name="connsiteY6" fmla="*/ 46376 h 54502"/>
                    <a:gd name="connsiteX7" fmla="*/ 188 w 66882"/>
                    <a:gd name="connsiteY7" fmla="*/ 36225 h 54502"/>
                    <a:gd name="connsiteX8" fmla="*/ 3557 w 66882"/>
                    <a:gd name="connsiteY8" fmla="*/ 25541 h 54502"/>
                    <a:gd name="connsiteX9" fmla="*/ 8256 w 66882"/>
                    <a:gd name="connsiteY9" fmla="*/ 21063 h 54502"/>
                    <a:gd name="connsiteX10" fmla="*/ 14374 w 66882"/>
                    <a:gd name="connsiteY10" fmla="*/ 17473 h 54502"/>
                    <a:gd name="connsiteX11" fmla="*/ 23993 w 66882"/>
                    <a:gd name="connsiteY11" fmla="*/ 12508 h 54502"/>
                    <a:gd name="connsiteX12" fmla="*/ 28692 w 66882"/>
                    <a:gd name="connsiteY12" fmla="*/ 9537 h 54502"/>
                    <a:gd name="connsiteX13" fmla="*/ 33303 w 66882"/>
                    <a:gd name="connsiteY13" fmla="*/ 6257 h 54502"/>
                    <a:gd name="connsiteX14" fmla="*/ 39997 w 66882"/>
                    <a:gd name="connsiteY14" fmla="*/ 2356 h 54502"/>
                    <a:gd name="connsiteX15" fmla="*/ 46735 w 66882"/>
                    <a:gd name="connsiteY15" fmla="*/ 272 h 54502"/>
                    <a:gd name="connsiteX16" fmla="*/ 57640 w 66882"/>
                    <a:gd name="connsiteY16" fmla="*/ 2799 h 54502"/>
                    <a:gd name="connsiteX17" fmla="*/ 64556 w 66882"/>
                    <a:gd name="connsiteY17" fmla="*/ 9981 h 54502"/>
                    <a:gd name="connsiteX18" fmla="*/ 65975 w 66882"/>
                    <a:gd name="connsiteY18" fmla="*/ 21418 h 54502"/>
                    <a:gd name="connsiteX19" fmla="*/ 62162 w 66882"/>
                    <a:gd name="connsiteY19" fmla="*/ 28644 h 54502"/>
                    <a:gd name="connsiteX20" fmla="*/ 55468 w 66882"/>
                    <a:gd name="connsiteY20" fmla="*/ 35427 h 54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6882" h="54502">
                      <a:moveTo>
                        <a:pt x="55468" y="35427"/>
                      </a:moveTo>
                      <a:cubicBezTo>
                        <a:pt x="53518" y="36890"/>
                        <a:pt x="51567" y="38397"/>
                        <a:pt x="49572" y="39815"/>
                      </a:cubicBezTo>
                      <a:lnTo>
                        <a:pt x="43366" y="43938"/>
                      </a:lnTo>
                      <a:cubicBezTo>
                        <a:pt x="39066" y="46509"/>
                        <a:pt x="34721" y="49081"/>
                        <a:pt x="30022" y="51209"/>
                      </a:cubicBezTo>
                      <a:cubicBezTo>
                        <a:pt x="26831" y="52849"/>
                        <a:pt x="23417" y="53691"/>
                        <a:pt x="20270" y="54179"/>
                      </a:cubicBezTo>
                      <a:cubicBezTo>
                        <a:pt x="17166" y="54755"/>
                        <a:pt x="14108" y="54489"/>
                        <a:pt x="11536" y="53957"/>
                      </a:cubicBezTo>
                      <a:cubicBezTo>
                        <a:pt x="6394" y="52982"/>
                        <a:pt x="3025" y="50012"/>
                        <a:pt x="2271" y="46376"/>
                      </a:cubicBezTo>
                      <a:lnTo>
                        <a:pt x="188" y="36225"/>
                      </a:lnTo>
                      <a:cubicBezTo>
                        <a:pt x="-566" y="32545"/>
                        <a:pt x="1030" y="28910"/>
                        <a:pt x="3557" y="25541"/>
                      </a:cubicBezTo>
                      <a:cubicBezTo>
                        <a:pt x="4842" y="23901"/>
                        <a:pt x="6483" y="22526"/>
                        <a:pt x="8256" y="21063"/>
                      </a:cubicBezTo>
                      <a:cubicBezTo>
                        <a:pt x="10073" y="19689"/>
                        <a:pt x="12157" y="18581"/>
                        <a:pt x="14374" y="17473"/>
                      </a:cubicBezTo>
                      <a:cubicBezTo>
                        <a:pt x="17654" y="16098"/>
                        <a:pt x="20801" y="14281"/>
                        <a:pt x="23993" y="12508"/>
                      </a:cubicBezTo>
                      <a:lnTo>
                        <a:pt x="28692" y="9537"/>
                      </a:lnTo>
                      <a:lnTo>
                        <a:pt x="33303" y="6257"/>
                      </a:lnTo>
                      <a:cubicBezTo>
                        <a:pt x="35475" y="4750"/>
                        <a:pt x="37692" y="3287"/>
                        <a:pt x="39997" y="2356"/>
                      </a:cubicBezTo>
                      <a:cubicBezTo>
                        <a:pt x="42258" y="1380"/>
                        <a:pt x="44563" y="583"/>
                        <a:pt x="46735" y="272"/>
                      </a:cubicBezTo>
                      <a:cubicBezTo>
                        <a:pt x="51124" y="-437"/>
                        <a:pt x="55114" y="184"/>
                        <a:pt x="57640" y="2799"/>
                      </a:cubicBezTo>
                      <a:lnTo>
                        <a:pt x="64556" y="9981"/>
                      </a:lnTo>
                      <a:cubicBezTo>
                        <a:pt x="67039" y="12552"/>
                        <a:pt x="67571" y="16763"/>
                        <a:pt x="65975" y="21418"/>
                      </a:cubicBezTo>
                      <a:cubicBezTo>
                        <a:pt x="65177" y="23723"/>
                        <a:pt x="63936" y="26250"/>
                        <a:pt x="62162" y="28644"/>
                      </a:cubicBezTo>
                      <a:cubicBezTo>
                        <a:pt x="60389" y="30949"/>
                        <a:pt x="58217" y="33387"/>
                        <a:pt x="55468" y="3542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00" name="Forme libre : forme 26499">
                  <a:extLst>
                    <a:ext uri="{FF2B5EF4-FFF2-40B4-BE49-F238E27FC236}">
                      <a16:creationId xmlns:a16="http://schemas.microsoft.com/office/drawing/2014/main" id="{32EF2634-A69C-4988-A6C3-7C54E99AFC43}"/>
                    </a:ext>
                  </a:extLst>
                </p:cNvPr>
                <p:cNvSpPr/>
                <p:nvPr/>
              </p:nvSpPr>
              <p:spPr>
                <a:xfrm>
                  <a:off x="5721048" y="1457336"/>
                  <a:ext cx="65566" cy="44769"/>
                </a:xfrm>
                <a:custGeom>
                  <a:avLst/>
                  <a:gdLst>
                    <a:gd name="connsiteX0" fmla="*/ 27884 w 65566"/>
                    <a:gd name="connsiteY0" fmla="*/ 28283 h 44769"/>
                    <a:gd name="connsiteX1" fmla="*/ 20702 w 65566"/>
                    <a:gd name="connsiteY1" fmla="*/ 32317 h 44769"/>
                    <a:gd name="connsiteX2" fmla="*/ 13078 w 65566"/>
                    <a:gd name="connsiteY2" fmla="*/ 34356 h 44769"/>
                    <a:gd name="connsiteX3" fmla="*/ 0 w 65566"/>
                    <a:gd name="connsiteY3" fmla="*/ 32273 h 44769"/>
                    <a:gd name="connsiteX4" fmla="*/ 931 w 65566"/>
                    <a:gd name="connsiteY4" fmla="*/ 36662 h 44769"/>
                    <a:gd name="connsiteX5" fmla="*/ 10196 w 65566"/>
                    <a:gd name="connsiteY5" fmla="*/ 44242 h 44769"/>
                    <a:gd name="connsiteX6" fmla="*/ 18929 w 65566"/>
                    <a:gd name="connsiteY6" fmla="*/ 44464 h 44769"/>
                    <a:gd name="connsiteX7" fmla="*/ 28682 w 65566"/>
                    <a:gd name="connsiteY7" fmla="*/ 41494 h 44769"/>
                    <a:gd name="connsiteX8" fmla="*/ 42026 w 65566"/>
                    <a:gd name="connsiteY8" fmla="*/ 34224 h 44769"/>
                    <a:gd name="connsiteX9" fmla="*/ 48232 w 65566"/>
                    <a:gd name="connsiteY9" fmla="*/ 30101 h 44769"/>
                    <a:gd name="connsiteX10" fmla="*/ 54128 w 65566"/>
                    <a:gd name="connsiteY10" fmla="*/ 25712 h 44769"/>
                    <a:gd name="connsiteX11" fmla="*/ 60866 w 65566"/>
                    <a:gd name="connsiteY11" fmla="*/ 18885 h 44769"/>
                    <a:gd name="connsiteX12" fmla="*/ 64679 w 65566"/>
                    <a:gd name="connsiteY12" fmla="*/ 11659 h 44769"/>
                    <a:gd name="connsiteX13" fmla="*/ 63260 w 65566"/>
                    <a:gd name="connsiteY13" fmla="*/ 222 h 44769"/>
                    <a:gd name="connsiteX14" fmla="*/ 63039 w 65566"/>
                    <a:gd name="connsiteY14" fmla="*/ 0 h 44769"/>
                    <a:gd name="connsiteX15" fmla="*/ 46237 w 65566"/>
                    <a:gd name="connsiteY15" fmla="*/ 14851 h 44769"/>
                    <a:gd name="connsiteX16" fmla="*/ 37194 w 65566"/>
                    <a:gd name="connsiteY16" fmla="*/ 21501 h 44769"/>
                    <a:gd name="connsiteX17" fmla="*/ 27884 w 65566"/>
                    <a:gd name="connsiteY17" fmla="*/ 28283 h 44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6" h="44769">
                      <a:moveTo>
                        <a:pt x="27884" y="28283"/>
                      </a:moveTo>
                      <a:cubicBezTo>
                        <a:pt x="25623" y="29835"/>
                        <a:pt x="23141" y="31165"/>
                        <a:pt x="20702" y="32317"/>
                      </a:cubicBezTo>
                      <a:cubicBezTo>
                        <a:pt x="18176" y="33293"/>
                        <a:pt x="15560" y="33958"/>
                        <a:pt x="13078" y="34356"/>
                      </a:cubicBezTo>
                      <a:cubicBezTo>
                        <a:pt x="7980" y="34888"/>
                        <a:pt x="3369" y="34401"/>
                        <a:pt x="0" y="32273"/>
                      </a:cubicBezTo>
                      <a:lnTo>
                        <a:pt x="931" y="36662"/>
                      </a:lnTo>
                      <a:cubicBezTo>
                        <a:pt x="1684" y="40297"/>
                        <a:pt x="5054" y="43267"/>
                        <a:pt x="10196" y="44242"/>
                      </a:cubicBezTo>
                      <a:cubicBezTo>
                        <a:pt x="12767" y="44774"/>
                        <a:pt x="15782" y="44996"/>
                        <a:pt x="18929" y="44464"/>
                      </a:cubicBezTo>
                      <a:cubicBezTo>
                        <a:pt x="22077" y="43976"/>
                        <a:pt x="25490" y="43134"/>
                        <a:pt x="28682" y="41494"/>
                      </a:cubicBezTo>
                      <a:cubicBezTo>
                        <a:pt x="33381" y="39366"/>
                        <a:pt x="37726" y="36795"/>
                        <a:pt x="42026" y="34224"/>
                      </a:cubicBezTo>
                      <a:lnTo>
                        <a:pt x="48232" y="30101"/>
                      </a:lnTo>
                      <a:cubicBezTo>
                        <a:pt x="50227" y="28682"/>
                        <a:pt x="52177" y="27175"/>
                        <a:pt x="54128" y="25712"/>
                      </a:cubicBezTo>
                      <a:cubicBezTo>
                        <a:pt x="56921" y="23673"/>
                        <a:pt x="59049" y="21235"/>
                        <a:pt x="60866" y="18885"/>
                      </a:cubicBezTo>
                      <a:cubicBezTo>
                        <a:pt x="62640" y="16491"/>
                        <a:pt x="63881" y="14009"/>
                        <a:pt x="64679" y="11659"/>
                      </a:cubicBezTo>
                      <a:cubicBezTo>
                        <a:pt x="66230" y="7004"/>
                        <a:pt x="65743" y="2793"/>
                        <a:pt x="63260" y="222"/>
                      </a:cubicBezTo>
                      <a:lnTo>
                        <a:pt x="63039" y="0"/>
                      </a:lnTo>
                      <a:cubicBezTo>
                        <a:pt x="57896" y="5586"/>
                        <a:pt x="52089" y="10285"/>
                        <a:pt x="46237" y="14851"/>
                      </a:cubicBezTo>
                      <a:cubicBezTo>
                        <a:pt x="43267" y="17112"/>
                        <a:pt x="40297" y="19328"/>
                        <a:pt x="37194" y="21501"/>
                      </a:cubicBezTo>
                      <a:cubicBezTo>
                        <a:pt x="34179" y="23806"/>
                        <a:pt x="30943" y="25801"/>
                        <a:pt x="27884" y="2828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01" name="Forme libre : forme 26500">
                  <a:extLst>
                    <a:ext uri="{FF2B5EF4-FFF2-40B4-BE49-F238E27FC236}">
                      <a16:creationId xmlns:a16="http://schemas.microsoft.com/office/drawing/2014/main" id="{04080851-F693-4F2E-B323-AC723658FEED}"/>
                    </a:ext>
                  </a:extLst>
                </p:cNvPr>
                <p:cNvSpPr/>
                <p:nvPr/>
              </p:nvSpPr>
              <p:spPr>
                <a:xfrm>
                  <a:off x="5743425" y="1462983"/>
                  <a:ext cx="27906" cy="21368"/>
                </a:xfrm>
                <a:custGeom>
                  <a:avLst/>
                  <a:gdLst>
                    <a:gd name="connsiteX0" fmla="*/ 27141 w 27906"/>
                    <a:gd name="connsiteY0" fmla="*/ 1313 h 21368"/>
                    <a:gd name="connsiteX1" fmla="*/ 26520 w 27906"/>
                    <a:gd name="connsiteY1" fmla="*/ 8140 h 21368"/>
                    <a:gd name="connsiteX2" fmla="*/ 23195 w 27906"/>
                    <a:gd name="connsiteY2" fmla="*/ 12528 h 21368"/>
                    <a:gd name="connsiteX3" fmla="*/ 18141 w 27906"/>
                    <a:gd name="connsiteY3" fmla="*/ 16784 h 21368"/>
                    <a:gd name="connsiteX4" fmla="*/ 6881 w 27906"/>
                    <a:gd name="connsiteY4" fmla="*/ 21261 h 21368"/>
                    <a:gd name="connsiteX5" fmla="*/ 320 w 27906"/>
                    <a:gd name="connsiteY5" fmla="*/ 19045 h 21368"/>
                    <a:gd name="connsiteX6" fmla="*/ 2182 w 27906"/>
                    <a:gd name="connsiteY6" fmla="*/ 12528 h 21368"/>
                    <a:gd name="connsiteX7" fmla="*/ 10428 w 27906"/>
                    <a:gd name="connsiteY7" fmla="*/ 5214 h 21368"/>
                    <a:gd name="connsiteX8" fmla="*/ 15615 w 27906"/>
                    <a:gd name="connsiteY8" fmla="*/ 2243 h 21368"/>
                    <a:gd name="connsiteX9" fmla="*/ 20447 w 27906"/>
                    <a:gd name="connsiteY9" fmla="*/ 470 h 21368"/>
                    <a:gd name="connsiteX10" fmla="*/ 27141 w 27906"/>
                    <a:gd name="connsiteY10" fmla="*/ 1313 h 21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906" h="21368">
                      <a:moveTo>
                        <a:pt x="27141" y="1313"/>
                      </a:moveTo>
                      <a:cubicBezTo>
                        <a:pt x="28382" y="2776"/>
                        <a:pt x="28072" y="5258"/>
                        <a:pt x="26520" y="8140"/>
                      </a:cubicBezTo>
                      <a:cubicBezTo>
                        <a:pt x="25766" y="9602"/>
                        <a:pt x="24569" y="11021"/>
                        <a:pt x="23195" y="12528"/>
                      </a:cubicBezTo>
                      <a:cubicBezTo>
                        <a:pt x="21777" y="13991"/>
                        <a:pt x="20136" y="15543"/>
                        <a:pt x="18141" y="16784"/>
                      </a:cubicBezTo>
                      <a:cubicBezTo>
                        <a:pt x="14285" y="19444"/>
                        <a:pt x="10118" y="20907"/>
                        <a:pt x="6881" y="21261"/>
                      </a:cubicBezTo>
                      <a:cubicBezTo>
                        <a:pt x="3645" y="21705"/>
                        <a:pt x="1118" y="20729"/>
                        <a:pt x="320" y="19045"/>
                      </a:cubicBezTo>
                      <a:cubicBezTo>
                        <a:pt x="-522" y="17227"/>
                        <a:pt x="365" y="15100"/>
                        <a:pt x="2182" y="12528"/>
                      </a:cubicBezTo>
                      <a:cubicBezTo>
                        <a:pt x="4044" y="10090"/>
                        <a:pt x="6926" y="7563"/>
                        <a:pt x="10428" y="5214"/>
                      </a:cubicBezTo>
                      <a:cubicBezTo>
                        <a:pt x="12201" y="4105"/>
                        <a:pt x="13930" y="3041"/>
                        <a:pt x="15615" y="2243"/>
                      </a:cubicBezTo>
                      <a:cubicBezTo>
                        <a:pt x="17299" y="1401"/>
                        <a:pt x="18984" y="914"/>
                        <a:pt x="20447" y="470"/>
                      </a:cubicBezTo>
                      <a:cubicBezTo>
                        <a:pt x="23417" y="-328"/>
                        <a:pt x="25944" y="-150"/>
                        <a:pt x="27141" y="131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02" name="Forme libre : forme 26501">
                  <a:extLst>
                    <a:ext uri="{FF2B5EF4-FFF2-40B4-BE49-F238E27FC236}">
                      <a16:creationId xmlns:a16="http://schemas.microsoft.com/office/drawing/2014/main" id="{4E3BF830-CBBE-49A2-862A-DEA0BBF889CD}"/>
                    </a:ext>
                  </a:extLst>
                </p:cNvPr>
                <p:cNvSpPr/>
                <p:nvPr/>
              </p:nvSpPr>
              <p:spPr>
                <a:xfrm>
                  <a:off x="5743386" y="1473649"/>
                  <a:ext cx="23899" cy="10657"/>
                </a:xfrm>
                <a:custGeom>
                  <a:avLst/>
                  <a:gdLst>
                    <a:gd name="connsiteX0" fmla="*/ 3773 w 23899"/>
                    <a:gd name="connsiteY0" fmla="*/ 0 h 10657"/>
                    <a:gd name="connsiteX1" fmla="*/ 581 w 23899"/>
                    <a:gd name="connsiteY1" fmla="*/ 4522 h 10657"/>
                    <a:gd name="connsiteX2" fmla="*/ 315 w 23899"/>
                    <a:gd name="connsiteY2" fmla="*/ 8334 h 10657"/>
                    <a:gd name="connsiteX3" fmla="*/ 6876 w 23899"/>
                    <a:gd name="connsiteY3" fmla="*/ 10551 h 10657"/>
                    <a:gd name="connsiteX4" fmla="*/ 18136 w 23899"/>
                    <a:gd name="connsiteY4" fmla="*/ 6073 h 10657"/>
                    <a:gd name="connsiteX5" fmla="*/ 23899 w 23899"/>
                    <a:gd name="connsiteY5" fmla="*/ 1064 h 10657"/>
                    <a:gd name="connsiteX6" fmla="*/ 20264 w 23899"/>
                    <a:gd name="connsiteY6" fmla="*/ 3147 h 10657"/>
                    <a:gd name="connsiteX7" fmla="*/ 9935 w 23899"/>
                    <a:gd name="connsiteY7" fmla="*/ 4211 h 10657"/>
                    <a:gd name="connsiteX8" fmla="*/ 3773 w 23899"/>
                    <a:gd name="connsiteY8" fmla="*/ 0 h 10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899" h="10657">
                      <a:moveTo>
                        <a:pt x="3773" y="0"/>
                      </a:moveTo>
                      <a:cubicBezTo>
                        <a:pt x="2310" y="1507"/>
                        <a:pt x="1246" y="3192"/>
                        <a:pt x="581" y="4522"/>
                      </a:cubicBezTo>
                      <a:cubicBezTo>
                        <a:pt x="-40" y="5896"/>
                        <a:pt x="-217" y="7226"/>
                        <a:pt x="315" y="8334"/>
                      </a:cubicBezTo>
                      <a:cubicBezTo>
                        <a:pt x="1113" y="10019"/>
                        <a:pt x="3640" y="10994"/>
                        <a:pt x="6876" y="10551"/>
                      </a:cubicBezTo>
                      <a:cubicBezTo>
                        <a:pt x="10156" y="10196"/>
                        <a:pt x="14279" y="8777"/>
                        <a:pt x="18136" y="6073"/>
                      </a:cubicBezTo>
                      <a:cubicBezTo>
                        <a:pt x="20485" y="4610"/>
                        <a:pt x="22303" y="2793"/>
                        <a:pt x="23899" y="1064"/>
                      </a:cubicBezTo>
                      <a:cubicBezTo>
                        <a:pt x="22746" y="1862"/>
                        <a:pt x="21550" y="2571"/>
                        <a:pt x="20264" y="3147"/>
                      </a:cubicBezTo>
                      <a:cubicBezTo>
                        <a:pt x="16584" y="4389"/>
                        <a:pt x="12861" y="4743"/>
                        <a:pt x="9935" y="4211"/>
                      </a:cubicBezTo>
                      <a:cubicBezTo>
                        <a:pt x="6965" y="3635"/>
                        <a:pt x="4704" y="2172"/>
                        <a:pt x="3773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03" name="Forme libre : forme 26502">
                  <a:extLst>
                    <a:ext uri="{FF2B5EF4-FFF2-40B4-BE49-F238E27FC236}">
                      <a16:creationId xmlns:a16="http://schemas.microsoft.com/office/drawing/2014/main" id="{2178E953-9330-485C-9ABF-E4865AEE0BA1}"/>
                    </a:ext>
                  </a:extLst>
                </p:cNvPr>
                <p:cNvSpPr/>
                <p:nvPr/>
              </p:nvSpPr>
              <p:spPr>
                <a:xfrm>
                  <a:off x="5745583" y="1463126"/>
                  <a:ext cx="28009" cy="21730"/>
                </a:xfrm>
                <a:custGeom>
                  <a:avLst/>
                  <a:gdLst>
                    <a:gd name="connsiteX0" fmla="*/ 27244 w 28009"/>
                    <a:gd name="connsiteY0" fmla="*/ 1302 h 21730"/>
                    <a:gd name="connsiteX1" fmla="*/ 26623 w 28009"/>
                    <a:gd name="connsiteY1" fmla="*/ 8129 h 21730"/>
                    <a:gd name="connsiteX2" fmla="*/ 23343 w 28009"/>
                    <a:gd name="connsiteY2" fmla="*/ 12607 h 21730"/>
                    <a:gd name="connsiteX3" fmla="*/ 18289 w 28009"/>
                    <a:gd name="connsiteY3" fmla="*/ 16951 h 21730"/>
                    <a:gd name="connsiteX4" fmla="*/ 6940 w 28009"/>
                    <a:gd name="connsiteY4" fmla="*/ 21606 h 21730"/>
                    <a:gd name="connsiteX5" fmla="*/ 335 w 28009"/>
                    <a:gd name="connsiteY5" fmla="*/ 19567 h 21730"/>
                    <a:gd name="connsiteX6" fmla="*/ 2152 w 28009"/>
                    <a:gd name="connsiteY6" fmla="*/ 12961 h 21730"/>
                    <a:gd name="connsiteX7" fmla="*/ 10442 w 28009"/>
                    <a:gd name="connsiteY7" fmla="*/ 5470 h 21730"/>
                    <a:gd name="connsiteX8" fmla="*/ 15673 w 28009"/>
                    <a:gd name="connsiteY8" fmla="*/ 2366 h 21730"/>
                    <a:gd name="connsiteX9" fmla="*/ 20505 w 28009"/>
                    <a:gd name="connsiteY9" fmla="*/ 504 h 21730"/>
                    <a:gd name="connsiteX10" fmla="*/ 27244 w 28009"/>
                    <a:gd name="connsiteY10" fmla="*/ 1302 h 21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009" h="21730">
                      <a:moveTo>
                        <a:pt x="27244" y="1302"/>
                      </a:moveTo>
                      <a:cubicBezTo>
                        <a:pt x="28485" y="2765"/>
                        <a:pt x="28175" y="5248"/>
                        <a:pt x="26623" y="8129"/>
                      </a:cubicBezTo>
                      <a:cubicBezTo>
                        <a:pt x="25870" y="9592"/>
                        <a:pt x="24761" y="11144"/>
                        <a:pt x="23343" y="12607"/>
                      </a:cubicBezTo>
                      <a:cubicBezTo>
                        <a:pt x="21924" y="14070"/>
                        <a:pt x="20284" y="15621"/>
                        <a:pt x="18289" y="16951"/>
                      </a:cubicBezTo>
                      <a:cubicBezTo>
                        <a:pt x="14343" y="19611"/>
                        <a:pt x="10309" y="21251"/>
                        <a:pt x="6940" y="21606"/>
                      </a:cubicBezTo>
                      <a:cubicBezTo>
                        <a:pt x="3660" y="22049"/>
                        <a:pt x="1177" y="21296"/>
                        <a:pt x="335" y="19567"/>
                      </a:cubicBezTo>
                      <a:cubicBezTo>
                        <a:pt x="-507" y="17838"/>
                        <a:pt x="291" y="15488"/>
                        <a:pt x="2152" y="12961"/>
                      </a:cubicBezTo>
                      <a:cubicBezTo>
                        <a:pt x="4059" y="10568"/>
                        <a:pt x="6896" y="7819"/>
                        <a:pt x="10442" y="5470"/>
                      </a:cubicBezTo>
                      <a:cubicBezTo>
                        <a:pt x="12216" y="4273"/>
                        <a:pt x="13945" y="3164"/>
                        <a:pt x="15673" y="2366"/>
                      </a:cubicBezTo>
                      <a:cubicBezTo>
                        <a:pt x="17402" y="1568"/>
                        <a:pt x="19043" y="903"/>
                        <a:pt x="20505" y="504"/>
                      </a:cubicBezTo>
                      <a:cubicBezTo>
                        <a:pt x="23476" y="-338"/>
                        <a:pt x="26003" y="-160"/>
                        <a:pt x="27244" y="130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04" name="Forme libre : forme 26503">
                  <a:extLst>
                    <a:ext uri="{FF2B5EF4-FFF2-40B4-BE49-F238E27FC236}">
                      <a16:creationId xmlns:a16="http://schemas.microsoft.com/office/drawing/2014/main" id="{0F56C8D5-4150-4552-9414-89539A65F192}"/>
                    </a:ext>
                  </a:extLst>
                </p:cNvPr>
                <p:cNvSpPr/>
                <p:nvPr/>
              </p:nvSpPr>
              <p:spPr>
                <a:xfrm>
                  <a:off x="5729020" y="1473673"/>
                  <a:ext cx="42749" cy="22062"/>
                </a:xfrm>
                <a:custGeom>
                  <a:avLst/>
                  <a:gdLst>
                    <a:gd name="connsiteX0" fmla="*/ 2358 w 42749"/>
                    <a:gd name="connsiteY0" fmla="*/ 14384 h 22062"/>
                    <a:gd name="connsiteX1" fmla="*/ 5505 w 42749"/>
                    <a:gd name="connsiteY1" fmla="*/ 20236 h 22062"/>
                    <a:gd name="connsiteX2" fmla="*/ 13839 w 42749"/>
                    <a:gd name="connsiteY2" fmla="*/ 22053 h 22062"/>
                    <a:gd name="connsiteX3" fmla="*/ 24745 w 42749"/>
                    <a:gd name="connsiteY3" fmla="*/ 19482 h 22062"/>
                    <a:gd name="connsiteX4" fmla="*/ 40172 w 42749"/>
                    <a:gd name="connsiteY4" fmla="*/ 8666 h 22062"/>
                    <a:gd name="connsiteX5" fmla="*/ 41103 w 42749"/>
                    <a:gd name="connsiteY5" fmla="*/ 198 h 22062"/>
                    <a:gd name="connsiteX6" fmla="*/ 34453 w 42749"/>
                    <a:gd name="connsiteY6" fmla="*/ 1085 h 22062"/>
                    <a:gd name="connsiteX7" fmla="*/ 18716 w 42749"/>
                    <a:gd name="connsiteY7" fmla="*/ 1972 h 22062"/>
                    <a:gd name="connsiteX8" fmla="*/ 10692 w 42749"/>
                    <a:gd name="connsiteY8" fmla="*/ 331 h 22062"/>
                    <a:gd name="connsiteX9" fmla="*/ 2136 w 42749"/>
                    <a:gd name="connsiteY9" fmla="*/ 1794 h 22062"/>
                    <a:gd name="connsiteX10" fmla="*/ 2358 w 42749"/>
                    <a:gd name="connsiteY10" fmla="*/ 14384 h 22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749" h="22062">
                      <a:moveTo>
                        <a:pt x="2358" y="14384"/>
                      </a:moveTo>
                      <a:cubicBezTo>
                        <a:pt x="2934" y="16512"/>
                        <a:pt x="3555" y="18773"/>
                        <a:pt x="5505" y="20236"/>
                      </a:cubicBezTo>
                      <a:cubicBezTo>
                        <a:pt x="7367" y="21610"/>
                        <a:pt x="10337" y="22142"/>
                        <a:pt x="13839" y="22053"/>
                      </a:cubicBezTo>
                      <a:cubicBezTo>
                        <a:pt x="17253" y="21832"/>
                        <a:pt x="21110" y="20857"/>
                        <a:pt x="24745" y="19482"/>
                      </a:cubicBezTo>
                      <a:cubicBezTo>
                        <a:pt x="30685" y="17088"/>
                        <a:pt x="36626" y="13320"/>
                        <a:pt x="40172" y="8666"/>
                      </a:cubicBezTo>
                      <a:cubicBezTo>
                        <a:pt x="42832" y="5208"/>
                        <a:pt x="43896" y="1085"/>
                        <a:pt x="41103" y="198"/>
                      </a:cubicBezTo>
                      <a:cubicBezTo>
                        <a:pt x="39374" y="-378"/>
                        <a:pt x="36803" y="420"/>
                        <a:pt x="34453" y="1085"/>
                      </a:cubicBezTo>
                      <a:cubicBezTo>
                        <a:pt x="28868" y="2459"/>
                        <a:pt x="23504" y="2858"/>
                        <a:pt x="18716" y="1972"/>
                      </a:cubicBezTo>
                      <a:cubicBezTo>
                        <a:pt x="16721" y="1661"/>
                        <a:pt x="13751" y="863"/>
                        <a:pt x="10692" y="331"/>
                      </a:cubicBezTo>
                      <a:cubicBezTo>
                        <a:pt x="7677" y="-68"/>
                        <a:pt x="4663" y="65"/>
                        <a:pt x="2136" y="1794"/>
                      </a:cubicBezTo>
                      <a:cubicBezTo>
                        <a:pt x="-2341" y="5163"/>
                        <a:pt x="1471" y="11370"/>
                        <a:pt x="2358" y="1438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05" name="Forme libre : forme 26504">
                  <a:extLst>
                    <a:ext uri="{FF2B5EF4-FFF2-40B4-BE49-F238E27FC236}">
                      <a16:creationId xmlns:a16="http://schemas.microsoft.com/office/drawing/2014/main" id="{249875C2-B7E5-47D3-B0E5-B29CA116E30D}"/>
                    </a:ext>
                  </a:extLst>
                </p:cNvPr>
                <p:cNvSpPr/>
                <p:nvPr/>
              </p:nvSpPr>
              <p:spPr>
                <a:xfrm>
                  <a:off x="5735195" y="1470155"/>
                  <a:ext cx="9836" cy="10413"/>
                </a:xfrm>
                <a:custGeom>
                  <a:avLst/>
                  <a:gdLst>
                    <a:gd name="connsiteX0" fmla="*/ 217 w 9836"/>
                    <a:gd name="connsiteY0" fmla="*/ 7971 h 10413"/>
                    <a:gd name="connsiteX1" fmla="*/ 84 w 9836"/>
                    <a:gd name="connsiteY1" fmla="*/ 9612 h 10413"/>
                    <a:gd name="connsiteX2" fmla="*/ 1680 w 9836"/>
                    <a:gd name="connsiteY2" fmla="*/ 10410 h 10413"/>
                    <a:gd name="connsiteX3" fmla="*/ 3719 w 9836"/>
                    <a:gd name="connsiteY3" fmla="*/ 9434 h 10413"/>
                    <a:gd name="connsiteX4" fmla="*/ 8019 w 9836"/>
                    <a:gd name="connsiteY4" fmla="*/ 5844 h 10413"/>
                    <a:gd name="connsiteX5" fmla="*/ 9349 w 9836"/>
                    <a:gd name="connsiteY5" fmla="*/ 4115 h 10413"/>
                    <a:gd name="connsiteX6" fmla="*/ 5847 w 9836"/>
                    <a:gd name="connsiteY6" fmla="*/ 878 h 10413"/>
                    <a:gd name="connsiteX7" fmla="*/ 217 w 9836"/>
                    <a:gd name="connsiteY7" fmla="*/ 7971 h 10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836" h="10413">
                      <a:moveTo>
                        <a:pt x="217" y="7971"/>
                      </a:moveTo>
                      <a:cubicBezTo>
                        <a:pt x="39" y="8548"/>
                        <a:pt x="-94" y="9124"/>
                        <a:pt x="84" y="9612"/>
                      </a:cubicBezTo>
                      <a:cubicBezTo>
                        <a:pt x="305" y="10099"/>
                        <a:pt x="882" y="10454"/>
                        <a:pt x="1680" y="10410"/>
                      </a:cubicBezTo>
                      <a:cubicBezTo>
                        <a:pt x="2433" y="10365"/>
                        <a:pt x="3098" y="9878"/>
                        <a:pt x="3719" y="9434"/>
                      </a:cubicBezTo>
                      <a:cubicBezTo>
                        <a:pt x="5315" y="8282"/>
                        <a:pt x="6733" y="7085"/>
                        <a:pt x="8019" y="5844"/>
                      </a:cubicBezTo>
                      <a:cubicBezTo>
                        <a:pt x="8551" y="5356"/>
                        <a:pt x="9039" y="4691"/>
                        <a:pt x="9349" y="4115"/>
                      </a:cubicBezTo>
                      <a:cubicBezTo>
                        <a:pt x="10635" y="1588"/>
                        <a:pt x="9349" y="-1560"/>
                        <a:pt x="5847" y="878"/>
                      </a:cubicBezTo>
                      <a:cubicBezTo>
                        <a:pt x="3098" y="2474"/>
                        <a:pt x="1015" y="5666"/>
                        <a:pt x="217" y="797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06" name="Forme libre : forme 26505">
                  <a:extLst>
                    <a:ext uri="{FF2B5EF4-FFF2-40B4-BE49-F238E27FC236}">
                      <a16:creationId xmlns:a16="http://schemas.microsoft.com/office/drawing/2014/main" id="{56761703-F321-4EF6-B0AE-380192DF8923}"/>
                    </a:ext>
                  </a:extLst>
                </p:cNvPr>
                <p:cNvSpPr/>
                <p:nvPr/>
              </p:nvSpPr>
              <p:spPr>
                <a:xfrm>
                  <a:off x="5775088" y="1458001"/>
                  <a:ext cx="8953" cy="24115"/>
                </a:xfrm>
                <a:custGeom>
                  <a:avLst/>
                  <a:gdLst>
                    <a:gd name="connsiteX0" fmla="*/ 6605 w 8953"/>
                    <a:gd name="connsiteY0" fmla="*/ 0 h 24115"/>
                    <a:gd name="connsiteX1" fmla="*/ 8911 w 8953"/>
                    <a:gd name="connsiteY1" fmla="*/ 5630 h 24115"/>
                    <a:gd name="connsiteX2" fmla="*/ 7492 w 8953"/>
                    <a:gd name="connsiteY2" fmla="*/ 13166 h 24115"/>
                    <a:gd name="connsiteX3" fmla="*/ 0 w 8953"/>
                    <a:gd name="connsiteY3" fmla="*/ 24116 h 24115"/>
                    <a:gd name="connsiteX4" fmla="*/ 1773 w 8953"/>
                    <a:gd name="connsiteY4" fmla="*/ 21855 h 24115"/>
                    <a:gd name="connsiteX5" fmla="*/ 5231 w 8953"/>
                    <a:gd name="connsiteY5" fmla="*/ 16003 h 24115"/>
                    <a:gd name="connsiteX6" fmla="*/ 6605 w 8953"/>
                    <a:gd name="connsiteY6" fmla="*/ 0 h 24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53" h="24115">
                      <a:moveTo>
                        <a:pt x="6605" y="0"/>
                      </a:moveTo>
                      <a:cubicBezTo>
                        <a:pt x="6605" y="0"/>
                        <a:pt x="8600" y="1729"/>
                        <a:pt x="8911" y="5630"/>
                      </a:cubicBezTo>
                      <a:cubicBezTo>
                        <a:pt x="9088" y="7581"/>
                        <a:pt x="8733" y="10063"/>
                        <a:pt x="7492" y="13166"/>
                      </a:cubicBezTo>
                      <a:cubicBezTo>
                        <a:pt x="6295" y="16269"/>
                        <a:pt x="3946" y="19905"/>
                        <a:pt x="0" y="24116"/>
                      </a:cubicBezTo>
                      <a:cubicBezTo>
                        <a:pt x="0" y="24116"/>
                        <a:pt x="798" y="23318"/>
                        <a:pt x="1773" y="21855"/>
                      </a:cubicBezTo>
                      <a:cubicBezTo>
                        <a:pt x="2793" y="20392"/>
                        <a:pt x="4079" y="18353"/>
                        <a:pt x="5231" y="16003"/>
                      </a:cubicBezTo>
                      <a:cubicBezTo>
                        <a:pt x="7448" y="11216"/>
                        <a:pt x="8911" y="5231"/>
                        <a:pt x="66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07" name="Forme libre : forme 26506">
                  <a:extLst>
                    <a:ext uri="{FF2B5EF4-FFF2-40B4-BE49-F238E27FC236}">
                      <a16:creationId xmlns:a16="http://schemas.microsoft.com/office/drawing/2014/main" id="{69A6DA61-ADCA-467E-8A78-14C568BB0423}"/>
                    </a:ext>
                  </a:extLst>
                </p:cNvPr>
                <p:cNvSpPr/>
                <p:nvPr/>
              </p:nvSpPr>
              <p:spPr>
                <a:xfrm>
                  <a:off x="5721248" y="1465581"/>
                  <a:ext cx="14296" cy="19151"/>
                </a:xfrm>
                <a:custGeom>
                  <a:avLst/>
                  <a:gdLst>
                    <a:gd name="connsiteX0" fmla="*/ 14296 w 14296"/>
                    <a:gd name="connsiteY0" fmla="*/ 0 h 19151"/>
                    <a:gd name="connsiteX1" fmla="*/ 12035 w 14296"/>
                    <a:gd name="connsiteY1" fmla="*/ 1330 h 19151"/>
                    <a:gd name="connsiteX2" fmla="*/ 7070 w 14296"/>
                    <a:gd name="connsiteY2" fmla="*/ 4921 h 19151"/>
                    <a:gd name="connsiteX3" fmla="*/ 2105 w 14296"/>
                    <a:gd name="connsiteY3" fmla="*/ 10684 h 19151"/>
                    <a:gd name="connsiteX4" fmla="*/ 22 w 14296"/>
                    <a:gd name="connsiteY4" fmla="*/ 19151 h 19151"/>
                    <a:gd name="connsiteX5" fmla="*/ 2416 w 14296"/>
                    <a:gd name="connsiteY5" fmla="*/ 12324 h 19151"/>
                    <a:gd name="connsiteX6" fmla="*/ 6716 w 14296"/>
                    <a:gd name="connsiteY6" fmla="*/ 6295 h 19151"/>
                    <a:gd name="connsiteX7" fmla="*/ 14296 w 14296"/>
                    <a:gd name="connsiteY7" fmla="*/ 0 h 19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96" h="19151">
                      <a:moveTo>
                        <a:pt x="14296" y="0"/>
                      </a:moveTo>
                      <a:cubicBezTo>
                        <a:pt x="14296" y="0"/>
                        <a:pt x="13365" y="443"/>
                        <a:pt x="12035" y="1330"/>
                      </a:cubicBezTo>
                      <a:cubicBezTo>
                        <a:pt x="10705" y="2305"/>
                        <a:pt x="8843" y="3280"/>
                        <a:pt x="7070" y="4921"/>
                      </a:cubicBezTo>
                      <a:cubicBezTo>
                        <a:pt x="5297" y="6605"/>
                        <a:pt x="3479" y="8290"/>
                        <a:pt x="2105" y="10684"/>
                      </a:cubicBezTo>
                      <a:cubicBezTo>
                        <a:pt x="775" y="13078"/>
                        <a:pt x="-156" y="15870"/>
                        <a:pt x="22" y="19151"/>
                      </a:cubicBezTo>
                      <a:cubicBezTo>
                        <a:pt x="22" y="19151"/>
                        <a:pt x="421" y="16225"/>
                        <a:pt x="2416" y="12324"/>
                      </a:cubicBezTo>
                      <a:cubicBezTo>
                        <a:pt x="3391" y="10373"/>
                        <a:pt x="4854" y="8467"/>
                        <a:pt x="6716" y="6295"/>
                      </a:cubicBezTo>
                      <a:cubicBezTo>
                        <a:pt x="8666" y="4123"/>
                        <a:pt x="11104" y="2172"/>
                        <a:pt x="142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08" name="Forme libre : forme 26507">
                  <a:extLst>
                    <a:ext uri="{FF2B5EF4-FFF2-40B4-BE49-F238E27FC236}">
                      <a16:creationId xmlns:a16="http://schemas.microsoft.com/office/drawing/2014/main" id="{945D7A4F-F0CA-42FE-BBF6-68AA616377EF}"/>
                    </a:ext>
                  </a:extLst>
                </p:cNvPr>
                <p:cNvSpPr/>
                <p:nvPr/>
              </p:nvSpPr>
              <p:spPr>
                <a:xfrm>
                  <a:off x="5753141" y="1466196"/>
                  <a:ext cx="10917" cy="6673"/>
                </a:xfrm>
                <a:custGeom>
                  <a:avLst/>
                  <a:gdLst>
                    <a:gd name="connsiteX0" fmla="*/ 10908 w 10917"/>
                    <a:gd name="connsiteY0" fmla="*/ 981 h 6673"/>
                    <a:gd name="connsiteX1" fmla="*/ 5721 w 10917"/>
                    <a:gd name="connsiteY1" fmla="*/ 5857 h 6673"/>
                    <a:gd name="connsiteX2" fmla="*/ 2 w 10917"/>
                    <a:gd name="connsiteY2" fmla="*/ 5547 h 6673"/>
                    <a:gd name="connsiteX3" fmla="*/ 5189 w 10917"/>
                    <a:gd name="connsiteY3" fmla="*/ 981 h 6673"/>
                    <a:gd name="connsiteX4" fmla="*/ 10908 w 10917"/>
                    <a:gd name="connsiteY4" fmla="*/ 981 h 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17" h="6673">
                      <a:moveTo>
                        <a:pt x="10908" y="981"/>
                      </a:moveTo>
                      <a:cubicBezTo>
                        <a:pt x="11085" y="2311"/>
                        <a:pt x="8780" y="4527"/>
                        <a:pt x="5721" y="5857"/>
                      </a:cubicBezTo>
                      <a:cubicBezTo>
                        <a:pt x="2618" y="7054"/>
                        <a:pt x="91" y="6921"/>
                        <a:pt x="2" y="5547"/>
                      </a:cubicBezTo>
                      <a:cubicBezTo>
                        <a:pt x="-86" y="4128"/>
                        <a:pt x="2308" y="2311"/>
                        <a:pt x="5189" y="981"/>
                      </a:cubicBezTo>
                      <a:cubicBezTo>
                        <a:pt x="8159" y="-305"/>
                        <a:pt x="10730" y="-349"/>
                        <a:pt x="10908" y="98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09" name="Forme libre : forme 26508">
                  <a:extLst>
                    <a:ext uri="{FF2B5EF4-FFF2-40B4-BE49-F238E27FC236}">
                      <a16:creationId xmlns:a16="http://schemas.microsoft.com/office/drawing/2014/main" id="{06DB5646-842B-4C70-883C-23A3BD94CD4D}"/>
                    </a:ext>
                  </a:extLst>
                </p:cNvPr>
                <p:cNvSpPr/>
                <p:nvPr/>
              </p:nvSpPr>
              <p:spPr>
                <a:xfrm>
                  <a:off x="5762333" y="1465419"/>
                  <a:ext cx="2881" cy="2485"/>
                </a:xfrm>
                <a:custGeom>
                  <a:avLst/>
                  <a:gdLst>
                    <a:gd name="connsiteX0" fmla="*/ 2736 w 2881"/>
                    <a:gd name="connsiteY0" fmla="*/ 251 h 2485"/>
                    <a:gd name="connsiteX1" fmla="*/ 2026 w 2881"/>
                    <a:gd name="connsiteY1" fmla="*/ 2024 h 2485"/>
                    <a:gd name="connsiteX2" fmla="*/ 120 w 2881"/>
                    <a:gd name="connsiteY2" fmla="*/ 2202 h 2485"/>
                    <a:gd name="connsiteX3" fmla="*/ 829 w 2881"/>
                    <a:gd name="connsiteY3" fmla="*/ 429 h 2485"/>
                    <a:gd name="connsiteX4" fmla="*/ 2736 w 2881"/>
                    <a:gd name="connsiteY4" fmla="*/ 251 h 2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1" h="2485">
                      <a:moveTo>
                        <a:pt x="2736" y="251"/>
                      </a:moveTo>
                      <a:cubicBezTo>
                        <a:pt x="3090" y="695"/>
                        <a:pt x="2780" y="1493"/>
                        <a:pt x="2026" y="2024"/>
                      </a:cubicBezTo>
                      <a:cubicBezTo>
                        <a:pt x="1273" y="2557"/>
                        <a:pt x="430" y="2645"/>
                        <a:pt x="120" y="2202"/>
                      </a:cubicBezTo>
                      <a:cubicBezTo>
                        <a:pt x="-190" y="1759"/>
                        <a:pt x="120" y="961"/>
                        <a:pt x="829" y="429"/>
                      </a:cubicBezTo>
                      <a:cubicBezTo>
                        <a:pt x="1539" y="-59"/>
                        <a:pt x="2381" y="-148"/>
                        <a:pt x="2736" y="2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10" name="Forme libre : forme 26509">
                  <a:extLst>
                    <a:ext uri="{FF2B5EF4-FFF2-40B4-BE49-F238E27FC236}">
                      <a16:creationId xmlns:a16="http://schemas.microsoft.com/office/drawing/2014/main" id="{60E21A63-90A1-4F0B-8951-E28D2B47C5B5}"/>
                    </a:ext>
                  </a:extLst>
                </p:cNvPr>
                <p:cNvSpPr/>
                <p:nvPr/>
              </p:nvSpPr>
              <p:spPr>
                <a:xfrm>
                  <a:off x="5747529" y="1452034"/>
                  <a:ext cx="29898" cy="12064"/>
                </a:xfrm>
                <a:custGeom>
                  <a:avLst/>
                  <a:gdLst>
                    <a:gd name="connsiteX0" fmla="*/ 21618 w 29898"/>
                    <a:gd name="connsiteY0" fmla="*/ 293 h 12064"/>
                    <a:gd name="connsiteX1" fmla="*/ 29154 w 29898"/>
                    <a:gd name="connsiteY1" fmla="*/ 5125 h 12064"/>
                    <a:gd name="connsiteX2" fmla="*/ 29154 w 29898"/>
                    <a:gd name="connsiteY2" fmla="*/ 8671 h 12064"/>
                    <a:gd name="connsiteX3" fmla="*/ 25342 w 29898"/>
                    <a:gd name="connsiteY3" fmla="*/ 9779 h 12064"/>
                    <a:gd name="connsiteX4" fmla="*/ 14702 w 29898"/>
                    <a:gd name="connsiteY4" fmla="*/ 8184 h 12064"/>
                    <a:gd name="connsiteX5" fmla="*/ 6146 w 29898"/>
                    <a:gd name="connsiteY5" fmla="*/ 11287 h 12064"/>
                    <a:gd name="connsiteX6" fmla="*/ 29 w 29898"/>
                    <a:gd name="connsiteY6" fmla="*/ 10710 h 12064"/>
                    <a:gd name="connsiteX7" fmla="*/ 5659 w 29898"/>
                    <a:gd name="connsiteY7" fmla="*/ 4947 h 12064"/>
                    <a:gd name="connsiteX8" fmla="*/ 13239 w 29898"/>
                    <a:gd name="connsiteY8" fmla="*/ 913 h 12064"/>
                    <a:gd name="connsiteX9" fmla="*/ 21618 w 29898"/>
                    <a:gd name="connsiteY9" fmla="*/ 293 h 12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898" h="12064">
                      <a:moveTo>
                        <a:pt x="21618" y="293"/>
                      </a:moveTo>
                      <a:cubicBezTo>
                        <a:pt x="24854" y="1002"/>
                        <a:pt x="27248" y="2908"/>
                        <a:pt x="29154" y="5125"/>
                      </a:cubicBezTo>
                      <a:cubicBezTo>
                        <a:pt x="29864" y="5967"/>
                        <a:pt x="30396" y="7297"/>
                        <a:pt x="29154" y="8671"/>
                      </a:cubicBezTo>
                      <a:cubicBezTo>
                        <a:pt x="28046" y="9912"/>
                        <a:pt x="26450" y="10001"/>
                        <a:pt x="25342" y="9779"/>
                      </a:cubicBezTo>
                      <a:cubicBezTo>
                        <a:pt x="21884" y="9159"/>
                        <a:pt x="18825" y="7341"/>
                        <a:pt x="14702" y="8184"/>
                      </a:cubicBezTo>
                      <a:cubicBezTo>
                        <a:pt x="13461" y="8494"/>
                        <a:pt x="9516" y="10178"/>
                        <a:pt x="6146" y="11287"/>
                      </a:cubicBezTo>
                      <a:cubicBezTo>
                        <a:pt x="2644" y="12262"/>
                        <a:pt x="-326" y="12572"/>
                        <a:pt x="29" y="10710"/>
                      </a:cubicBezTo>
                      <a:cubicBezTo>
                        <a:pt x="339" y="8804"/>
                        <a:pt x="2866" y="6898"/>
                        <a:pt x="5659" y="4947"/>
                      </a:cubicBezTo>
                      <a:cubicBezTo>
                        <a:pt x="8496" y="3174"/>
                        <a:pt x="11599" y="1445"/>
                        <a:pt x="13239" y="913"/>
                      </a:cubicBezTo>
                      <a:cubicBezTo>
                        <a:pt x="16254" y="27"/>
                        <a:pt x="19135" y="-284"/>
                        <a:pt x="21618" y="29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56" name="Graphique 2">
                <a:extLst>
                  <a:ext uri="{FF2B5EF4-FFF2-40B4-BE49-F238E27FC236}">
                    <a16:creationId xmlns:a16="http://schemas.microsoft.com/office/drawing/2014/main" id="{39FAC6E2-2153-48F0-91AA-BF19B57A5530}"/>
                  </a:ext>
                </a:extLst>
              </p:cNvPr>
              <p:cNvGrpSpPr/>
              <p:nvPr/>
            </p:nvGrpSpPr>
            <p:grpSpPr>
              <a:xfrm>
                <a:off x="5774797" y="1396765"/>
                <a:ext cx="59768" cy="63288"/>
                <a:chOff x="5774797" y="1396765"/>
                <a:chExt cx="59768" cy="63288"/>
              </a:xfrm>
              <a:solidFill>
                <a:schemeClr val="accent1"/>
              </a:solidFill>
            </p:grpSpPr>
            <p:sp>
              <p:nvSpPr>
                <p:cNvPr id="26487" name="Forme libre : forme 26486">
                  <a:extLst>
                    <a:ext uri="{FF2B5EF4-FFF2-40B4-BE49-F238E27FC236}">
                      <a16:creationId xmlns:a16="http://schemas.microsoft.com/office/drawing/2014/main" id="{7694BEB8-C6C2-49E8-85AC-5ADC5272B5D9}"/>
                    </a:ext>
                  </a:extLst>
                </p:cNvPr>
                <p:cNvSpPr/>
                <p:nvPr/>
              </p:nvSpPr>
              <p:spPr>
                <a:xfrm>
                  <a:off x="5774797" y="1396765"/>
                  <a:ext cx="59723" cy="63288"/>
                </a:xfrm>
                <a:custGeom>
                  <a:avLst/>
                  <a:gdLst>
                    <a:gd name="connsiteX0" fmla="*/ 51803 w 59723"/>
                    <a:gd name="connsiteY0" fmla="*/ 33751 h 63288"/>
                    <a:gd name="connsiteX1" fmla="*/ 34559 w 59723"/>
                    <a:gd name="connsiteY1" fmla="*/ 53301 h 63288"/>
                    <a:gd name="connsiteX2" fmla="*/ 20683 w 59723"/>
                    <a:gd name="connsiteY2" fmla="*/ 62566 h 63288"/>
                    <a:gd name="connsiteX3" fmla="*/ 9423 w 59723"/>
                    <a:gd name="connsiteY3" fmla="*/ 60748 h 63288"/>
                    <a:gd name="connsiteX4" fmla="*/ 2507 w 59723"/>
                    <a:gd name="connsiteY4" fmla="*/ 53567 h 63288"/>
                    <a:gd name="connsiteX5" fmla="*/ 468 w 59723"/>
                    <a:gd name="connsiteY5" fmla="*/ 42573 h 63288"/>
                    <a:gd name="connsiteX6" fmla="*/ 8093 w 59723"/>
                    <a:gd name="connsiteY6" fmla="*/ 29140 h 63288"/>
                    <a:gd name="connsiteX7" fmla="*/ 25648 w 59723"/>
                    <a:gd name="connsiteY7" fmla="*/ 9945 h 63288"/>
                    <a:gd name="connsiteX8" fmla="*/ 39834 w 59723"/>
                    <a:gd name="connsiteY8" fmla="*/ 724 h 63288"/>
                    <a:gd name="connsiteX9" fmla="*/ 51005 w 59723"/>
                    <a:gd name="connsiteY9" fmla="*/ 2498 h 63288"/>
                    <a:gd name="connsiteX10" fmla="*/ 57478 w 59723"/>
                    <a:gd name="connsiteY10" fmla="*/ 9590 h 63288"/>
                    <a:gd name="connsiteX11" fmla="*/ 59207 w 59723"/>
                    <a:gd name="connsiteY11" fmla="*/ 20319 h 63288"/>
                    <a:gd name="connsiteX12" fmla="*/ 51803 w 59723"/>
                    <a:gd name="connsiteY12" fmla="*/ 33751 h 63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9723" h="63288">
                      <a:moveTo>
                        <a:pt x="51803" y="33751"/>
                      </a:moveTo>
                      <a:lnTo>
                        <a:pt x="34559" y="53301"/>
                      </a:lnTo>
                      <a:cubicBezTo>
                        <a:pt x="30392" y="57956"/>
                        <a:pt x="25338" y="61236"/>
                        <a:pt x="20683" y="62566"/>
                      </a:cubicBezTo>
                      <a:cubicBezTo>
                        <a:pt x="16117" y="63940"/>
                        <a:pt x="11906" y="63364"/>
                        <a:pt x="9423" y="60748"/>
                      </a:cubicBezTo>
                      <a:lnTo>
                        <a:pt x="2507" y="53567"/>
                      </a:lnTo>
                      <a:cubicBezTo>
                        <a:pt x="-19" y="50951"/>
                        <a:pt x="-507" y="47006"/>
                        <a:pt x="468" y="42573"/>
                      </a:cubicBezTo>
                      <a:cubicBezTo>
                        <a:pt x="1488" y="38228"/>
                        <a:pt x="4059" y="33441"/>
                        <a:pt x="8093" y="29140"/>
                      </a:cubicBezTo>
                      <a:lnTo>
                        <a:pt x="25648" y="9945"/>
                      </a:lnTo>
                      <a:cubicBezTo>
                        <a:pt x="29948" y="5335"/>
                        <a:pt x="35091" y="2054"/>
                        <a:pt x="39834" y="724"/>
                      </a:cubicBezTo>
                      <a:cubicBezTo>
                        <a:pt x="44533" y="-650"/>
                        <a:pt x="48656" y="-74"/>
                        <a:pt x="51005" y="2498"/>
                      </a:cubicBezTo>
                      <a:lnTo>
                        <a:pt x="57478" y="9590"/>
                      </a:lnTo>
                      <a:cubicBezTo>
                        <a:pt x="59783" y="12162"/>
                        <a:pt x="60226" y="16063"/>
                        <a:pt x="59207" y="20319"/>
                      </a:cubicBezTo>
                      <a:cubicBezTo>
                        <a:pt x="58231" y="24619"/>
                        <a:pt x="55749" y="29406"/>
                        <a:pt x="51803" y="3375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88" name="Forme libre : forme 26487">
                  <a:extLst>
                    <a:ext uri="{FF2B5EF4-FFF2-40B4-BE49-F238E27FC236}">
                      <a16:creationId xmlns:a16="http://schemas.microsoft.com/office/drawing/2014/main" id="{7EE62E85-FCA1-44A2-BA91-650E1748568F}"/>
                    </a:ext>
                  </a:extLst>
                </p:cNvPr>
                <p:cNvSpPr/>
                <p:nvPr/>
              </p:nvSpPr>
              <p:spPr>
                <a:xfrm>
                  <a:off x="5781250" y="1406178"/>
                  <a:ext cx="53315" cy="53875"/>
                </a:xfrm>
                <a:custGeom>
                  <a:avLst/>
                  <a:gdLst>
                    <a:gd name="connsiteX0" fmla="*/ 22564 w 53315"/>
                    <a:gd name="connsiteY0" fmla="*/ 32495 h 53875"/>
                    <a:gd name="connsiteX1" fmla="*/ 0 w 53315"/>
                    <a:gd name="connsiteY1" fmla="*/ 48232 h 53875"/>
                    <a:gd name="connsiteX2" fmla="*/ 3014 w 53315"/>
                    <a:gd name="connsiteY2" fmla="*/ 51335 h 53875"/>
                    <a:gd name="connsiteX3" fmla="*/ 14275 w 53315"/>
                    <a:gd name="connsiteY3" fmla="*/ 53153 h 53875"/>
                    <a:gd name="connsiteX4" fmla="*/ 28150 w 53315"/>
                    <a:gd name="connsiteY4" fmla="*/ 43888 h 53875"/>
                    <a:gd name="connsiteX5" fmla="*/ 45395 w 53315"/>
                    <a:gd name="connsiteY5" fmla="*/ 24338 h 53875"/>
                    <a:gd name="connsiteX6" fmla="*/ 52798 w 53315"/>
                    <a:gd name="connsiteY6" fmla="*/ 10950 h 53875"/>
                    <a:gd name="connsiteX7" fmla="*/ 51069 w 53315"/>
                    <a:gd name="connsiteY7" fmla="*/ 222 h 53875"/>
                    <a:gd name="connsiteX8" fmla="*/ 50848 w 53315"/>
                    <a:gd name="connsiteY8" fmla="*/ 0 h 53875"/>
                    <a:gd name="connsiteX9" fmla="*/ 22564 w 53315"/>
                    <a:gd name="connsiteY9" fmla="*/ 32495 h 53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315" h="53875">
                      <a:moveTo>
                        <a:pt x="22564" y="32495"/>
                      </a:moveTo>
                      <a:cubicBezTo>
                        <a:pt x="16846" y="41316"/>
                        <a:pt x="7714" y="47922"/>
                        <a:pt x="0" y="48232"/>
                      </a:cubicBezTo>
                      <a:lnTo>
                        <a:pt x="3014" y="51335"/>
                      </a:lnTo>
                      <a:cubicBezTo>
                        <a:pt x="5497" y="53951"/>
                        <a:pt x="9708" y="54527"/>
                        <a:pt x="14275" y="53153"/>
                      </a:cubicBezTo>
                      <a:cubicBezTo>
                        <a:pt x="18929" y="51823"/>
                        <a:pt x="23983" y="48542"/>
                        <a:pt x="28150" y="43888"/>
                      </a:cubicBezTo>
                      <a:lnTo>
                        <a:pt x="45395" y="24338"/>
                      </a:lnTo>
                      <a:cubicBezTo>
                        <a:pt x="49296" y="19993"/>
                        <a:pt x="51779" y="15205"/>
                        <a:pt x="52798" y="10950"/>
                      </a:cubicBezTo>
                      <a:cubicBezTo>
                        <a:pt x="53818" y="6694"/>
                        <a:pt x="53375" y="2748"/>
                        <a:pt x="51069" y="222"/>
                      </a:cubicBezTo>
                      <a:lnTo>
                        <a:pt x="50848" y="0"/>
                      </a:lnTo>
                      <a:cubicBezTo>
                        <a:pt x="40785" y="10240"/>
                        <a:pt x="30677" y="20082"/>
                        <a:pt x="22564" y="32495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89" name="Forme libre : forme 26488">
                  <a:extLst>
                    <a:ext uri="{FF2B5EF4-FFF2-40B4-BE49-F238E27FC236}">
                      <a16:creationId xmlns:a16="http://schemas.microsoft.com/office/drawing/2014/main" id="{282410E5-9831-4E13-824E-EA873C6AE9A0}"/>
                    </a:ext>
                  </a:extLst>
                </p:cNvPr>
                <p:cNvSpPr/>
                <p:nvPr/>
              </p:nvSpPr>
              <p:spPr>
                <a:xfrm>
                  <a:off x="5796808" y="1412705"/>
                  <a:ext cx="23589" cy="25451"/>
                </a:xfrm>
                <a:custGeom>
                  <a:avLst/>
                  <a:gdLst>
                    <a:gd name="connsiteX0" fmla="*/ 22567 w 23589"/>
                    <a:gd name="connsiteY0" fmla="*/ 876 h 25451"/>
                    <a:gd name="connsiteX1" fmla="*/ 16803 w 23589"/>
                    <a:gd name="connsiteY1" fmla="*/ 17146 h 25451"/>
                    <a:gd name="connsiteX2" fmla="*/ 1110 w 23589"/>
                    <a:gd name="connsiteY2" fmla="*/ 24593 h 25451"/>
                    <a:gd name="connsiteX3" fmla="*/ 6785 w 23589"/>
                    <a:gd name="connsiteY3" fmla="*/ 8191 h 25451"/>
                    <a:gd name="connsiteX4" fmla="*/ 22567 w 23589"/>
                    <a:gd name="connsiteY4" fmla="*/ 876 h 25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89" h="25451">
                      <a:moveTo>
                        <a:pt x="22567" y="876"/>
                      </a:moveTo>
                      <a:cubicBezTo>
                        <a:pt x="25182" y="3403"/>
                        <a:pt x="22611" y="10585"/>
                        <a:pt x="16803" y="17146"/>
                      </a:cubicBezTo>
                      <a:cubicBezTo>
                        <a:pt x="10996" y="23751"/>
                        <a:pt x="3859" y="27164"/>
                        <a:pt x="1110" y="24593"/>
                      </a:cubicBezTo>
                      <a:cubicBezTo>
                        <a:pt x="-1638" y="22066"/>
                        <a:pt x="889" y="14796"/>
                        <a:pt x="6785" y="8191"/>
                      </a:cubicBezTo>
                      <a:cubicBezTo>
                        <a:pt x="12725" y="1586"/>
                        <a:pt x="19907" y="-1695"/>
                        <a:pt x="22567" y="876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90" name="Forme libre : forme 26489">
                  <a:extLst>
                    <a:ext uri="{FF2B5EF4-FFF2-40B4-BE49-F238E27FC236}">
                      <a16:creationId xmlns:a16="http://schemas.microsoft.com/office/drawing/2014/main" id="{3D03D5A3-8FBC-4E22-ABAC-1CC7CFE12EF6}"/>
                    </a:ext>
                  </a:extLst>
                </p:cNvPr>
                <p:cNvSpPr/>
                <p:nvPr/>
              </p:nvSpPr>
              <p:spPr>
                <a:xfrm>
                  <a:off x="5796801" y="1424043"/>
                  <a:ext cx="21021" cy="14095"/>
                </a:xfrm>
                <a:custGeom>
                  <a:avLst/>
                  <a:gdLst>
                    <a:gd name="connsiteX0" fmla="*/ 1649 w 21021"/>
                    <a:gd name="connsiteY0" fmla="*/ 4300 h 14095"/>
                    <a:gd name="connsiteX1" fmla="*/ 1117 w 21021"/>
                    <a:gd name="connsiteY1" fmla="*/ 13255 h 14095"/>
                    <a:gd name="connsiteX2" fmla="*/ 16810 w 21021"/>
                    <a:gd name="connsiteY2" fmla="*/ 5807 h 14095"/>
                    <a:gd name="connsiteX3" fmla="*/ 21022 w 21021"/>
                    <a:gd name="connsiteY3" fmla="*/ 0 h 14095"/>
                    <a:gd name="connsiteX4" fmla="*/ 18052 w 21021"/>
                    <a:gd name="connsiteY4" fmla="*/ 2616 h 14095"/>
                    <a:gd name="connsiteX5" fmla="*/ 1649 w 21021"/>
                    <a:gd name="connsiteY5" fmla="*/ 4300 h 14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021" h="14095">
                      <a:moveTo>
                        <a:pt x="1649" y="4300"/>
                      </a:moveTo>
                      <a:cubicBezTo>
                        <a:pt x="-257" y="8245"/>
                        <a:pt x="-612" y="11703"/>
                        <a:pt x="1117" y="13255"/>
                      </a:cubicBezTo>
                      <a:cubicBezTo>
                        <a:pt x="3866" y="15782"/>
                        <a:pt x="11003" y="12413"/>
                        <a:pt x="16810" y="5807"/>
                      </a:cubicBezTo>
                      <a:cubicBezTo>
                        <a:pt x="18539" y="3857"/>
                        <a:pt x="19958" y="1906"/>
                        <a:pt x="21022" y="0"/>
                      </a:cubicBezTo>
                      <a:cubicBezTo>
                        <a:pt x="20091" y="975"/>
                        <a:pt x="19116" y="1862"/>
                        <a:pt x="18052" y="2616"/>
                      </a:cubicBezTo>
                      <a:cubicBezTo>
                        <a:pt x="11845" y="6517"/>
                        <a:pt x="4664" y="7758"/>
                        <a:pt x="1649" y="430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91" name="Forme libre : forme 26490">
                  <a:extLst>
                    <a:ext uri="{FF2B5EF4-FFF2-40B4-BE49-F238E27FC236}">
                      <a16:creationId xmlns:a16="http://schemas.microsoft.com/office/drawing/2014/main" id="{C962C0D6-58EF-450C-864A-CD82F9DF3B84}"/>
                    </a:ext>
                  </a:extLst>
                </p:cNvPr>
                <p:cNvSpPr/>
                <p:nvPr/>
              </p:nvSpPr>
              <p:spPr>
                <a:xfrm>
                  <a:off x="5799017" y="1412521"/>
                  <a:ext cx="23545" cy="25434"/>
                </a:xfrm>
                <a:custGeom>
                  <a:avLst/>
                  <a:gdLst>
                    <a:gd name="connsiteX0" fmla="*/ 22529 w 23545"/>
                    <a:gd name="connsiteY0" fmla="*/ 882 h 25434"/>
                    <a:gd name="connsiteX1" fmla="*/ 16766 w 23545"/>
                    <a:gd name="connsiteY1" fmla="*/ 17107 h 25434"/>
                    <a:gd name="connsiteX2" fmla="*/ 1118 w 23545"/>
                    <a:gd name="connsiteY2" fmla="*/ 24599 h 25434"/>
                    <a:gd name="connsiteX3" fmla="*/ 6792 w 23545"/>
                    <a:gd name="connsiteY3" fmla="*/ 8153 h 25434"/>
                    <a:gd name="connsiteX4" fmla="*/ 22529 w 23545"/>
                    <a:gd name="connsiteY4" fmla="*/ 882 h 25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45" h="25434">
                      <a:moveTo>
                        <a:pt x="22529" y="882"/>
                      </a:moveTo>
                      <a:cubicBezTo>
                        <a:pt x="25145" y="3454"/>
                        <a:pt x="22529" y="10502"/>
                        <a:pt x="16766" y="17107"/>
                      </a:cubicBezTo>
                      <a:cubicBezTo>
                        <a:pt x="10959" y="23713"/>
                        <a:pt x="3866" y="27126"/>
                        <a:pt x="1118" y="24599"/>
                      </a:cubicBezTo>
                      <a:cubicBezTo>
                        <a:pt x="-1631" y="22072"/>
                        <a:pt x="852" y="14758"/>
                        <a:pt x="6792" y="8153"/>
                      </a:cubicBezTo>
                      <a:cubicBezTo>
                        <a:pt x="12688" y="1547"/>
                        <a:pt x="19914" y="-1689"/>
                        <a:pt x="22529" y="88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92" name="Forme libre : forme 26491">
                  <a:extLst>
                    <a:ext uri="{FF2B5EF4-FFF2-40B4-BE49-F238E27FC236}">
                      <a16:creationId xmlns:a16="http://schemas.microsoft.com/office/drawing/2014/main" id="{A1CBEB20-CF91-4F79-BCA6-4E806A252E80}"/>
                    </a:ext>
                  </a:extLst>
                </p:cNvPr>
                <p:cNvSpPr/>
                <p:nvPr/>
              </p:nvSpPr>
              <p:spPr>
                <a:xfrm>
                  <a:off x="5783046" y="1422721"/>
                  <a:ext cx="39236" cy="28870"/>
                </a:xfrm>
                <a:custGeom>
                  <a:avLst/>
                  <a:gdLst>
                    <a:gd name="connsiteX0" fmla="*/ 6228 w 39236"/>
                    <a:gd name="connsiteY0" fmla="*/ 25172 h 28870"/>
                    <a:gd name="connsiteX1" fmla="*/ 11547 w 39236"/>
                    <a:gd name="connsiteY1" fmla="*/ 28763 h 28870"/>
                    <a:gd name="connsiteX2" fmla="*/ 27595 w 39236"/>
                    <a:gd name="connsiteY2" fmla="*/ 21182 h 28870"/>
                    <a:gd name="connsiteX3" fmla="*/ 38057 w 39236"/>
                    <a:gd name="connsiteY3" fmla="*/ 8016 h 28870"/>
                    <a:gd name="connsiteX4" fmla="*/ 37171 w 39236"/>
                    <a:gd name="connsiteY4" fmla="*/ 36 h 28870"/>
                    <a:gd name="connsiteX5" fmla="*/ 31142 w 39236"/>
                    <a:gd name="connsiteY5" fmla="*/ 2031 h 28870"/>
                    <a:gd name="connsiteX6" fmla="*/ 16512 w 39236"/>
                    <a:gd name="connsiteY6" fmla="*/ 7262 h 28870"/>
                    <a:gd name="connsiteX7" fmla="*/ 775 w 39236"/>
                    <a:gd name="connsiteY7" fmla="*/ 14267 h 28870"/>
                    <a:gd name="connsiteX8" fmla="*/ 6228 w 39236"/>
                    <a:gd name="connsiteY8" fmla="*/ 25172 h 28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236" h="28870">
                      <a:moveTo>
                        <a:pt x="6228" y="25172"/>
                      </a:moveTo>
                      <a:cubicBezTo>
                        <a:pt x="7691" y="26724"/>
                        <a:pt x="9198" y="28320"/>
                        <a:pt x="11547" y="28763"/>
                      </a:cubicBezTo>
                      <a:cubicBezTo>
                        <a:pt x="16025" y="29561"/>
                        <a:pt x="22453" y="25793"/>
                        <a:pt x="27595" y="21182"/>
                      </a:cubicBezTo>
                      <a:cubicBezTo>
                        <a:pt x="31895" y="17370"/>
                        <a:pt x="35885" y="12759"/>
                        <a:pt x="38057" y="8016"/>
                      </a:cubicBezTo>
                      <a:cubicBezTo>
                        <a:pt x="39653" y="4425"/>
                        <a:pt x="39875" y="435"/>
                        <a:pt x="37171" y="36"/>
                      </a:cubicBezTo>
                      <a:cubicBezTo>
                        <a:pt x="35486" y="-229"/>
                        <a:pt x="33225" y="1012"/>
                        <a:pt x="31142" y="2031"/>
                      </a:cubicBezTo>
                      <a:cubicBezTo>
                        <a:pt x="26176" y="4514"/>
                        <a:pt x="21256" y="6376"/>
                        <a:pt x="16512" y="7262"/>
                      </a:cubicBezTo>
                      <a:cubicBezTo>
                        <a:pt x="12478" y="8060"/>
                        <a:pt x="4100" y="8459"/>
                        <a:pt x="775" y="14267"/>
                      </a:cubicBezTo>
                      <a:cubicBezTo>
                        <a:pt x="-2195" y="19586"/>
                        <a:pt x="4188" y="23000"/>
                        <a:pt x="6228" y="2517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93" name="Forme libre : forme 26492">
                  <a:extLst>
                    <a:ext uri="{FF2B5EF4-FFF2-40B4-BE49-F238E27FC236}">
                      <a16:creationId xmlns:a16="http://schemas.microsoft.com/office/drawing/2014/main" id="{645BE0AE-EA14-4BB3-9BD4-BDD3F37CA2B9}"/>
                    </a:ext>
                  </a:extLst>
                </p:cNvPr>
                <p:cNvSpPr/>
                <p:nvPr/>
              </p:nvSpPr>
              <p:spPr>
                <a:xfrm>
                  <a:off x="5788766" y="1426397"/>
                  <a:ext cx="7494" cy="12729"/>
                </a:xfrm>
                <a:custGeom>
                  <a:avLst/>
                  <a:gdLst>
                    <a:gd name="connsiteX0" fmla="*/ 20 w 7494"/>
                    <a:gd name="connsiteY0" fmla="*/ 10901 h 12729"/>
                    <a:gd name="connsiteX1" fmla="*/ 552 w 7494"/>
                    <a:gd name="connsiteY1" fmla="*/ 12453 h 12729"/>
                    <a:gd name="connsiteX2" fmla="*/ 2326 w 7494"/>
                    <a:gd name="connsiteY2" fmla="*/ 12408 h 12729"/>
                    <a:gd name="connsiteX3" fmla="*/ 3877 w 7494"/>
                    <a:gd name="connsiteY3" fmla="*/ 10680 h 12729"/>
                    <a:gd name="connsiteX4" fmla="*/ 6670 w 7494"/>
                    <a:gd name="connsiteY4" fmla="*/ 5581 h 12729"/>
                    <a:gd name="connsiteX5" fmla="*/ 7424 w 7494"/>
                    <a:gd name="connsiteY5" fmla="*/ 3498 h 12729"/>
                    <a:gd name="connsiteX6" fmla="*/ 3035 w 7494"/>
                    <a:gd name="connsiteY6" fmla="*/ 1858 h 12729"/>
                    <a:gd name="connsiteX7" fmla="*/ 20 w 7494"/>
                    <a:gd name="connsiteY7" fmla="*/ 10901 h 12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494" h="12729">
                      <a:moveTo>
                        <a:pt x="20" y="10901"/>
                      </a:moveTo>
                      <a:cubicBezTo>
                        <a:pt x="65" y="11522"/>
                        <a:pt x="198" y="12098"/>
                        <a:pt x="552" y="12453"/>
                      </a:cubicBezTo>
                      <a:cubicBezTo>
                        <a:pt x="907" y="12807"/>
                        <a:pt x="1616" y="12852"/>
                        <a:pt x="2326" y="12408"/>
                      </a:cubicBezTo>
                      <a:cubicBezTo>
                        <a:pt x="2946" y="12009"/>
                        <a:pt x="3434" y="11300"/>
                        <a:pt x="3877" y="10680"/>
                      </a:cubicBezTo>
                      <a:cubicBezTo>
                        <a:pt x="4941" y="8995"/>
                        <a:pt x="5872" y="7310"/>
                        <a:pt x="6670" y="5581"/>
                      </a:cubicBezTo>
                      <a:cubicBezTo>
                        <a:pt x="6980" y="4872"/>
                        <a:pt x="7291" y="4163"/>
                        <a:pt x="7424" y="3498"/>
                      </a:cubicBezTo>
                      <a:cubicBezTo>
                        <a:pt x="7911" y="705"/>
                        <a:pt x="5828" y="-1866"/>
                        <a:pt x="3035" y="1858"/>
                      </a:cubicBezTo>
                      <a:cubicBezTo>
                        <a:pt x="818" y="4650"/>
                        <a:pt x="-157" y="8463"/>
                        <a:pt x="20" y="1090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94" name="Forme libre : forme 26493">
                  <a:extLst>
                    <a:ext uri="{FF2B5EF4-FFF2-40B4-BE49-F238E27FC236}">
                      <a16:creationId xmlns:a16="http://schemas.microsoft.com/office/drawing/2014/main" id="{A7B15C20-ABF3-4132-9421-5F94EDEF8173}"/>
                    </a:ext>
                  </a:extLst>
                </p:cNvPr>
                <p:cNvSpPr/>
                <p:nvPr/>
              </p:nvSpPr>
              <p:spPr>
                <a:xfrm>
                  <a:off x="5826423" y="1406754"/>
                  <a:ext cx="5820" cy="22919"/>
                </a:xfrm>
                <a:custGeom>
                  <a:avLst/>
                  <a:gdLst>
                    <a:gd name="connsiteX0" fmla="*/ 3413 w 5820"/>
                    <a:gd name="connsiteY0" fmla="*/ 0 h 22919"/>
                    <a:gd name="connsiteX1" fmla="*/ 5719 w 5820"/>
                    <a:gd name="connsiteY1" fmla="*/ 5364 h 22919"/>
                    <a:gd name="connsiteX2" fmla="*/ 0 w 5820"/>
                    <a:gd name="connsiteY2" fmla="*/ 22919 h 22919"/>
                    <a:gd name="connsiteX3" fmla="*/ 3325 w 5820"/>
                    <a:gd name="connsiteY3" fmla="*/ 15117 h 22919"/>
                    <a:gd name="connsiteX4" fmla="*/ 3413 w 5820"/>
                    <a:gd name="connsiteY4" fmla="*/ 0 h 22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20" h="22919">
                      <a:moveTo>
                        <a:pt x="3413" y="0"/>
                      </a:moveTo>
                      <a:cubicBezTo>
                        <a:pt x="3413" y="0"/>
                        <a:pt x="5275" y="1729"/>
                        <a:pt x="5719" y="5364"/>
                      </a:cubicBezTo>
                      <a:cubicBezTo>
                        <a:pt x="6162" y="9044"/>
                        <a:pt x="5320" y="14452"/>
                        <a:pt x="0" y="22919"/>
                      </a:cubicBezTo>
                      <a:cubicBezTo>
                        <a:pt x="0" y="22919"/>
                        <a:pt x="1951" y="19550"/>
                        <a:pt x="3325" y="15117"/>
                      </a:cubicBezTo>
                      <a:cubicBezTo>
                        <a:pt x="4610" y="10595"/>
                        <a:pt x="5541" y="5054"/>
                        <a:pt x="34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95" name="Forme libre : forme 26494">
                  <a:extLst>
                    <a:ext uri="{FF2B5EF4-FFF2-40B4-BE49-F238E27FC236}">
                      <a16:creationId xmlns:a16="http://schemas.microsoft.com/office/drawing/2014/main" id="{CF190B69-F25D-4FA7-BC3E-7B026C4C879D}"/>
                    </a:ext>
                  </a:extLst>
                </p:cNvPr>
                <p:cNvSpPr/>
                <p:nvPr/>
              </p:nvSpPr>
              <p:spPr>
                <a:xfrm>
                  <a:off x="5776815" y="1425683"/>
                  <a:ext cx="7803" cy="24603"/>
                </a:xfrm>
                <a:custGeom>
                  <a:avLst/>
                  <a:gdLst>
                    <a:gd name="connsiteX0" fmla="*/ 7804 w 7803"/>
                    <a:gd name="connsiteY0" fmla="*/ 0 h 24603"/>
                    <a:gd name="connsiteX1" fmla="*/ 2307 w 7803"/>
                    <a:gd name="connsiteY1" fmla="*/ 8467 h 24603"/>
                    <a:gd name="connsiteX2" fmla="*/ 2218 w 7803"/>
                    <a:gd name="connsiteY2" fmla="*/ 24604 h 24603"/>
                    <a:gd name="connsiteX3" fmla="*/ 1110 w 7803"/>
                    <a:gd name="connsiteY3" fmla="*/ 17555 h 24603"/>
                    <a:gd name="connsiteX4" fmla="*/ 7804 w 7803"/>
                    <a:gd name="connsiteY4" fmla="*/ 0 h 24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03" h="24603">
                      <a:moveTo>
                        <a:pt x="7804" y="0"/>
                      </a:moveTo>
                      <a:cubicBezTo>
                        <a:pt x="7804" y="0"/>
                        <a:pt x="4568" y="3679"/>
                        <a:pt x="2307" y="8467"/>
                      </a:cubicBezTo>
                      <a:cubicBezTo>
                        <a:pt x="2" y="13255"/>
                        <a:pt x="-1417" y="19328"/>
                        <a:pt x="2218" y="24604"/>
                      </a:cubicBezTo>
                      <a:cubicBezTo>
                        <a:pt x="2218" y="24604"/>
                        <a:pt x="1021" y="21944"/>
                        <a:pt x="1110" y="17555"/>
                      </a:cubicBezTo>
                      <a:cubicBezTo>
                        <a:pt x="1199" y="13122"/>
                        <a:pt x="2529" y="7137"/>
                        <a:pt x="78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96" name="Forme libre : forme 26495">
                  <a:extLst>
                    <a:ext uri="{FF2B5EF4-FFF2-40B4-BE49-F238E27FC236}">
                      <a16:creationId xmlns:a16="http://schemas.microsoft.com/office/drawing/2014/main" id="{94F36A32-8097-4BE0-AB18-80E80B95D9A8}"/>
                    </a:ext>
                  </a:extLst>
                </p:cNvPr>
                <p:cNvSpPr/>
                <p:nvPr/>
              </p:nvSpPr>
              <p:spPr>
                <a:xfrm>
                  <a:off x="5803671" y="1416755"/>
                  <a:ext cx="9718" cy="8517"/>
                </a:xfrm>
                <a:custGeom>
                  <a:avLst/>
                  <a:gdLst>
                    <a:gd name="connsiteX0" fmla="*/ 9675 w 9718"/>
                    <a:gd name="connsiteY0" fmla="*/ 683 h 8517"/>
                    <a:gd name="connsiteX1" fmla="*/ 5552 w 9718"/>
                    <a:gd name="connsiteY1" fmla="*/ 6535 h 8517"/>
                    <a:gd name="connsiteX2" fmla="*/ 55 w 9718"/>
                    <a:gd name="connsiteY2" fmla="*/ 7865 h 8517"/>
                    <a:gd name="connsiteX3" fmla="*/ 4178 w 9718"/>
                    <a:gd name="connsiteY3" fmla="*/ 2013 h 8517"/>
                    <a:gd name="connsiteX4" fmla="*/ 9675 w 9718"/>
                    <a:gd name="connsiteY4" fmla="*/ 683 h 8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18" h="8517">
                      <a:moveTo>
                        <a:pt x="9675" y="683"/>
                      </a:moveTo>
                      <a:cubicBezTo>
                        <a:pt x="10029" y="1924"/>
                        <a:pt x="8212" y="4540"/>
                        <a:pt x="5552" y="6535"/>
                      </a:cubicBezTo>
                      <a:cubicBezTo>
                        <a:pt x="2892" y="8530"/>
                        <a:pt x="454" y="9106"/>
                        <a:pt x="55" y="7865"/>
                      </a:cubicBezTo>
                      <a:cubicBezTo>
                        <a:pt x="-344" y="6623"/>
                        <a:pt x="1473" y="3964"/>
                        <a:pt x="4178" y="2013"/>
                      </a:cubicBezTo>
                      <a:cubicBezTo>
                        <a:pt x="6838" y="-26"/>
                        <a:pt x="9320" y="-602"/>
                        <a:pt x="9675" y="68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97" name="Forme libre : forme 26496">
                  <a:extLst>
                    <a:ext uri="{FF2B5EF4-FFF2-40B4-BE49-F238E27FC236}">
                      <a16:creationId xmlns:a16="http://schemas.microsoft.com/office/drawing/2014/main" id="{5F38D1DA-D554-4D0D-8CF9-4A89C0E4E2AC}"/>
                    </a:ext>
                  </a:extLst>
                </p:cNvPr>
                <p:cNvSpPr/>
                <p:nvPr/>
              </p:nvSpPr>
              <p:spPr>
                <a:xfrm>
                  <a:off x="5811669" y="1415631"/>
                  <a:ext cx="2674" cy="2762"/>
                </a:xfrm>
                <a:custGeom>
                  <a:avLst/>
                  <a:gdLst>
                    <a:gd name="connsiteX0" fmla="*/ 2474 w 2674"/>
                    <a:gd name="connsiteY0" fmla="*/ 166 h 2762"/>
                    <a:gd name="connsiteX1" fmla="*/ 2031 w 2674"/>
                    <a:gd name="connsiteY1" fmla="*/ 2028 h 2762"/>
                    <a:gd name="connsiteX2" fmla="*/ 213 w 2674"/>
                    <a:gd name="connsiteY2" fmla="*/ 2605 h 2762"/>
                    <a:gd name="connsiteX3" fmla="*/ 612 w 2674"/>
                    <a:gd name="connsiteY3" fmla="*/ 743 h 2762"/>
                    <a:gd name="connsiteX4" fmla="*/ 2474 w 2674"/>
                    <a:gd name="connsiteY4" fmla="*/ 166 h 2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4" h="2762">
                      <a:moveTo>
                        <a:pt x="2474" y="166"/>
                      </a:moveTo>
                      <a:cubicBezTo>
                        <a:pt x="2873" y="521"/>
                        <a:pt x="2651" y="1363"/>
                        <a:pt x="2031" y="2028"/>
                      </a:cubicBezTo>
                      <a:cubicBezTo>
                        <a:pt x="1410" y="2693"/>
                        <a:pt x="612" y="2959"/>
                        <a:pt x="213" y="2605"/>
                      </a:cubicBezTo>
                      <a:cubicBezTo>
                        <a:pt x="-186" y="2250"/>
                        <a:pt x="-9" y="1408"/>
                        <a:pt x="612" y="743"/>
                      </a:cubicBezTo>
                      <a:cubicBezTo>
                        <a:pt x="1233" y="33"/>
                        <a:pt x="2075" y="-188"/>
                        <a:pt x="2474" y="1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98" name="Forme libre : forme 26497">
                  <a:extLst>
                    <a:ext uri="{FF2B5EF4-FFF2-40B4-BE49-F238E27FC236}">
                      <a16:creationId xmlns:a16="http://schemas.microsoft.com/office/drawing/2014/main" id="{82886C0D-0550-4975-9B31-12DE5708CC70}"/>
                    </a:ext>
                  </a:extLst>
                </p:cNvPr>
                <p:cNvSpPr/>
                <p:nvPr/>
              </p:nvSpPr>
              <p:spPr>
                <a:xfrm>
                  <a:off x="5796142" y="1401818"/>
                  <a:ext cx="29578" cy="16871"/>
                </a:xfrm>
                <a:custGeom>
                  <a:avLst/>
                  <a:gdLst>
                    <a:gd name="connsiteX0" fmla="*/ 21237 w 29578"/>
                    <a:gd name="connsiteY0" fmla="*/ 59 h 16871"/>
                    <a:gd name="connsiteX1" fmla="*/ 28818 w 29578"/>
                    <a:gd name="connsiteY1" fmla="*/ 4270 h 16871"/>
                    <a:gd name="connsiteX2" fmla="*/ 28906 w 29578"/>
                    <a:gd name="connsiteY2" fmla="*/ 7728 h 16871"/>
                    <a:gd name="connsiteX3" fmla="*/ 25227 w 29578"/>
                    <a:gd name="connsiteY3" fmla="*/ 9147 h 16871"/>
                    <a:gd name="connsiteX4" fmla="*/ 14543 w 29578"/>
                    <a:gd name="connsiteY4" fmla="*/ 9191 h 16871"/>
                    <a:gd name="connsiteX5" fmla="*/ 3 w 29578"/>
                    <a:gd name="connsiteY5" fmla="*/ 15930 h 16871"/>
                    <a:gd name="connsiteX6" fmla="*/ 12504 w 29578"/>
                    <a:gd name="connsiteY6" fmla="*/ 2143 h 16871"/>
                    <a:gd name="connsiteX7" fmla="*/ 21237 w 29578"/>
                    <a:gd name="connsiteY7" fmla="*/ 59 h 16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578" h="16871">
                      <a:moveTo>
                        <a:pt x="21237" y="59"/>
                      </a:moveTo>
                      <a:cubicBezTo>
                        <a:pt x="24606" y="414"/>
                        <a:pt x="26911" y="2187"/>
                        <a:pt x="28818" y="4270"/>
                      </a:cubicBezTo>
                      <a:cubicBezTo>
                        <a:pt x="29527" y="5068"/>
                        <a:pt x="30059" y="6354"/>
                        <a:pt x="28906" y="7728"/>
                      </a:cubicBezTo>
                      <a:cubicBezTo>
                        <a:pt x="27887" y="8970"/>
                        <a:pt x="26335" y="9236"/>
                        <a:pt x="25227" y="9147"/>
                      </a:cubicBezTo>
                      <a:cubicBezTo>
                        <a:pt x="21813" y="8881"/>
                        <a:pt x="18666" y="7551"/>
                        <a:pt x="14543" y="9191"/>
                      </a:cubicBezTo>
                      <a:cubicBezTo>
                        <a:pt x="11883" y="10211"/>
                        <a:pt x="91" y="19875"/>
                        <a:pt x="3" y="15930"/>
                      </a:cubicBezTo>
                      <a:cubicBezTo>
                        <a:pt x="-175" y="11984"/>
                        <a:pt x="9046" y="4005"/>
                        <a:pt x="12504" y="2143"/>
                      </a:cubicBezTo>
                      <a:cubicBezTo>
                        <a:pt x="15651" y="414"/>
                        <a:pt x="18710" y="-207"/>
                        <a:pt x="21237" y="5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57" name="Graphique 2">
                <a:extLst>
                  <a:ext uri="{FF2B5EF4-FFF2-40B4-BE49-F238E27FC236}">
                    <a16:creationId xmlns:a16="http://schemas.microsoft.com/office/drawing/2014/main" id="{C3146AC1-991D-4640-9BA3-D72075C6D135}"/>
                  </a:ext>
                </a:extLst>
              </p:cNvPr>
              <p:cNvGrpSpPr/>
              <p:nvPr/>
            </p:nvGrpSpPr>
            <p:grpSpPr>
              <a:xfrm>
                <a:off x="5823883" y="1368214"/>
                <a:ext cx="72945" cy="41082"/>
                <a:chOff x="5823883" y="1368214"/>
                <a:chExt cx="72945" cy="41082"/>
              </a:xfrm>
              <a:solidFill>
                <a:schemeClr val="accent1"/>
              </a:solidFill>
            </p:grpSpPr>
            <p:sp>
              <p:nvSpPr>
                <p:cNvPr id="26475" name="Forme libre : forme 26474">
                  <a:extLst>
                    <a:ext uri="{FF2B5EF4-FFF2-40B4-BE49-F238E27FC236}">
                      <a16:creationId xmlns:a16="http://schemas.microsoft.com/office/drawing/2014/main" id="{E4C3B09F-485F-409A-9DE3-93D8756BD50A}"/>
                    </a:ext>
                  </a:extLst>
                </p:cNvPr>
                <p:cNvSpPr/>
                <p:nvPr/>
              </p:nvSpPr>
              <p:spPr>
                <a:xfrm>
                  <a:off x="5823883" y="1368214"/>
                  <a:ext cx="72945" cy="41082"/>
                </a:xfrm>
                <a:custGeom>
                  <a:avLst/>
                  <a:gdLst>
                    <a:gd name="connsiteX0" fmla="*/ 45053 w 72945"/>
                    <a:gd name="connsiteY0" fmla="*/ 34417 h 41082"/>
                    <a:gd name="connsiteX1" fmla="*/ 41551 w 72945"/>
                    <a:gd name="connsiteY1" fmla="*/ 34151 h 41082"/>
                    <a:gd name="connsiteX2" fmla="*/ 39866 w 72945"/>
                    <a:gd name="connsiteY2" fmla="*/ 34151 h 41082"/>
                    <a:gd name="connsiteX3" fmla="*/ 38138 w 72945"/>
                    <a:gd name="connsiteY3" fmla="*/ 34461 h 41082"/>
                    <a:gd name="connsiteX4" fmla="*/ 30823 w 72945"/>
                    <a:gd name="connsiteY4" fmla="*/ 37033 h 41082"/>
                    <a:gd name="connsiteX5" fmla="*/ 24971 w 72945"/>
                    <a:gd name="connsiteY5" fmla="*/ 39560 h 41082"/>
                    <a:gd name="connsiteX6" fmla="*/ 18721 w 72945"/>
                    <a:gd name="connsiteY6" fmla="*/ 40978 h 41082"/>
                    <a:gd name="connsiteX7" fmla="*/ 12913 w 72945"/>
                    <a:gd name="connsiteY7" fmla="*/ 40712 h 41082"/>
                    <a:gd name="connsiteX8" fmla="*/ 8392 w 72945"/>
                    <a:gd name="connsiteY8" fmla="*/ 38185 h 41082"/>
                    <a:gd name="connsiteX9" fmla="*/ 1919 w 72945"/>
                    <a:gd name="connsiteY9" fmla="*/ 31092 h 41082"/>
                    <a:gd name="connsiteX10" fmla="*/ 13 w 72945"/>
                    <a:gd name="connsiteY10" fmla="*/ 26216 h 41082"/>
                    <a:gd name="connsiteX11" fmla="*/ 1432 w 72945"/>
                    <a:gd name="connsiteY11" fmla="*/ 19788 h 41082"/>
                    <a:gd name="connsiteX12" fmla="*/ 6441 w 72945"/>
                    <a:gd name="connsiteY12" fmla="*/ 12695 h 41082"/>
                    <a:gd name="connsiteX13" fmla="*/ 15263 w 72945"/>
                    <a:gd name="connsiteY13" fmla="*/ 6267 h 41082"/>
                    <a:gd name="connsiteX14" fmla="*/ 32596 w 72945"/>
                    <a:gd name="connsiteY14" fmla="*/ 681 h 41082"/>
                    <a:gd name="connsiteX15" fmla="*/ 37340 w 72945"/>
                    <a:gd name="connsiteY15" fmla="*/ 61 h 41082"/>
                    <a:gd name="connsiteX16" fmla="*/ 42172 w 72945"/>
                    <a:gd name="connsiteY16" fmla="*/ 16 h 41082"/>
                    <a:gd name="connsiteX17" fmla="*/ 51570 w 72945"/>
                    <a:gd name="connsiteY17" fmla="*/ 1036 h 41082"/>
                    <a:gd name="connsiteX18" fmla="*/ 57510 w 72945"/>
                    <a:gd name="connsiteY18" fmla="*/ 2898 h 41082"/>
                    <a:gd name="connsiteX19" fmla="*/ 62520 w 72945"/>
                    <a:gd name="connsiteY19" fmla="*/ 5469 h 41082"/>
                    <a:gd name="connsiteX20" fmla="*/ 69923 w 72945"/>
                    <a:gd name="connsiteY20" fmla="*/ 12163 h 41082"/>
                    <a:gd name="connsiteX21" fmla="*/ 72937 w 72945"/>
                    <a:gd name="connsiteY21" fmla="*/ 19433 h 41082"/>
                    <a:gd name="connsiteX22" fmla="*/ 71120 w 72945"/>
                    <a:gd name="connsiteY22" fmla="*/ 24354 h 41082"/>
                    <a:gd name="connsiteX23" fmla="*/ 64382 w 72945"/>
                    <a:gd name="connsiteY23" fmla="*/ 30649 h 41082"/>
                    <a:gd name="connsiteX24" fmla="*/ 60126 w 72945"/>
                    <a:gd name="connsiteY24" fmla="*/ 33043 h 41082"/>
                    <a:gd name="connsiteX25" fmla="*/ 55648 w 72945"/>
                    <a:gd name="connsiteY25" fmla="*/ 34506 h 41082"/>
                    <a:gd name="connsiteX26" fmla="*/ 53387 w 72945"/>
                    <a:gd name="connsiteY26" fmla="*/ 34993 h 41082"/>
                    <a:gd name="connsiteX27" fmla="*/ 50462 w 72945"/>
                    <a:gd name="connsiteY27" fmla="*/ 34993 h 41082"/>
                    <a:gd name="connsiteX28" fmla="*/ 47669 w 72945"/>
                    <a:gd name="connsiteY28" fmla="*/ 34816 h 41082"/>
                    <a:gd name="connsiteX29" fmla="*/ 45053 w 72945"/>
                    <a:gd name="connsiteY29" fmla="*/ 34417 h 4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2945" h="41082">
                      <a:moveTo>
                        <a:pt x="45053" y="34417"/>
                      </a:moveTo>
                      <a:cubicBezTo>
                        <a:pt x="43856" y="34373"/>
                        <a:pt x="42659" y="33930"/>
                        <a:pt x="41551" y="34151"/>
                      </a:cubicBezTo>
                      <a:cubicBezTo>
                        <a:pt x="40975" y="34196"/>
                        <a:pt x="40399" y="34196"/>
                        <a:pt x="39866" y="34151"/>
                      </a:cubicBezTo>
                      <a:cubicBezTo>
                        <a:pt x="39290" y="34240"/>
                        <a:pt x="38714" y="34373"/>
                        <a:pt x="38138" y="34461"/>
                      </a:cubicBezTo>
                      <a:cubicBezTo>
                        <a:pt x="35877" y="34727"/>
                        <a:pt x="33439" y="35836"/>
                        <a:pt x="30823" y="37033"/>
                      </a:cubicBezTo>
                      <a:cubicBezTo>
                        <a:pt x="29005" y="38141"/>
                        <a:pt x="27055" y="38762"/>
                        <a:pt x="24971" y="39560"/>
                      </a:cubicBezTo>
                      <a:cubicBezTo>
                        <a:pt x="22932" y="40136"/>
                        <a:pt x="20804" y="40756"/>
                        <a:pt x="18721" y="40978"/>
                      </a:cubicBezTo>
                      <a:cubicBezTo>
                        <a:pt x="16637" y="41111"/>
                        <a:pt x="14686" y="41200"/>
                        <a:pt x="12913" y="40712"/>
                      </a:cubicBezTo>
                      <a:cubicBezTo>
                        <a:pt x="11140" y="40269"/>
                        <a:pt x="9588" y="39471"/>
                        <a:pt x="8392" y="38185"/>
                      </a:cubicBezTo>
                      <a:lnTo>
                        <a:pt x="1919" y="31092"/>
                      </a:lnTo>
                      <a:cubicBezTo>
                        <a:pt x="767" y="29807"/>
                        <a:pt x="102" y="28166"/>
                        <a:pt x="13" y="26216"/>
                      </a:cubicBezTo>
                      <a:cubicBezTo>
                        <a:pt x="-76" y="24310"/>
                        <a:pt x="279" y="22049"/>
                        <a:pt x="1432" y="19788"/>
                      </a:cubicBezTo>
                      <a:cubicBezTo>
                        <a:pt x="2540" y="17483"/>
                        <a:pt x="4047" y="15000"/>
                        <a:pt x="6441" y="12695"/>
                      </a:cubicBezTo>
                      <a:cubicBezTo>
                        <a:pt x="8613" y="10301"/>
                        <a:pt x="11805" y="8173"/>
                        <a:pt x="15263" y="6267"/>
                      </a:cubicBezTo>
                      <a:cubicBezTo>
                        <a:pt x="20538" y="3829"/>
                        <a:pt x="26213" y="1568"/>
                        <a:pt x="32596" y="681"/>
                      </a:cubicBezTo>
                      <a:cubicBezTo>
                        <a:pt x="34192" y="460"/>
                        <a:pt x="35744" y="194"/>
                        <a:pt x="37340" y="61"/>
                      </a:cubicBezTo>
                      <a:lnTo>
                        <a:pt x="42172" y="16"/>
                      </a:lnTo>
                      <a:cubicBezTo>
                        <a:pt x="45408" y="-117"/>
                        <a:pt x="48467" y="593"/>
                        <a:pt x="51570" y="1036"/>
                      </a:cubicBezTo>
                      <a:cubicBezTo>
                        <a:pt x="53786" y="1346"/>
                        <a:pt x="55648" y="2189"/>
                        <a:pt x="57510" y="2898"/>
                      </a:cubicBezTo>
                      <a:cubicBezTo>
                        <a:pt x="59416" y="3607"/>
                        <a:pt x="61101" y="4449"/>
                        <a:pt x="62520" y="5469"/>
                      </a:cubicBezTo>
                      <a:cubicBezTo>
                        <a:pt x="65445" y="7464"/>
                        <a:pt x="67751" y="9415"/>
                        <a:pt x="69923" y="12163"/>
                      </a:cubicBezTo>
                      <a:cubicBezTo>
                        <a:pt x="71873" y="14734"/>
                        <a:pt x="72804" y="17350"/>
                        <a:pt x="72937" y="19433"/>
                      </a:cubicBezTo>
                      <a:cubicBezTo>
                        <a:pt x="73026" y="21561"/>
                        <a:pt x="72361" y="23201"/>
                        <a:pt x="71120" y="24354"/>
                      </a:cubicBezTo>
                      <a:lnTo>
                        <a:pt x="64382" y="30649"/>
                      </a:lnTo>
                      <a:cubicBezTo>
                        <a:pt x="63140" y="31802"/>
                        <a:pt x="61633" y="32511"/>
                        <a:pt x="60126" y="33043"/>
                      </a:cubicBezTo>
                      <a:cubicBezTo>
                        <a:pt x="58574" y="33619"/>
                        <a:pt x="57067" y="34063"/>
                        <a:pt x="55648" y="34506"/>
                      </a:cubicBezTo>
                      <a:cubicBezTo>
                        <a:pt x="54806" y="34727"/>
                        <a:pt x="54496" y="34949"/>
                        <a:pt x="53387" y="34993"/>
                      </a:cubicBezTo>
                      <a:cubicBezTo>
                        <a:pt x="52412" y="35082"/>
                        <a:pt x="51437" y="35082"/>
                        <a:pt x="50462" y="34993"/>
                      </a:cubicBezTo>
                      <a:cubicBezTo>
                        <a:pt x="49486" y="34816"/>
                        <a:pt x="48555" y="34816"/>
                        <a:pt x="47669" y="34816"/>
                      </a:cubicBezTo>
                      <a:cubicBezTo>
                        <a:pt x="46826" y="34816"/>
                        <a:pt x="45896" y="34461"/>
                        <a:pt x="45053" y="3441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76" name="Forme libre : forme 26475">
                  <a:extLst>
                    <a:ext uri="{FF2B5EF4-FFF2-40B4-BE49-F238E27FC236}">
                      <a16:creationId xmlns:a16="http://schemas.microsoft.com/office/drawing/2014/main" id="{2794F284-6BC8-46F1-A9E0-7A7F0ACEF045}"/>
                    </a:ext>
                  </a:extLst>
                </p:cNvPr>
                <p:cNvSpPr/>
                <p:nvPr/>
              </p:nvSpPr>
              <p:spPr>
                <a:xfrm>
                  <a:off x="5829526" y="1389775"/>
                  <a:ext cx="59004" cy="19464"/>
                </a:xfrm>
                <a:custGeom>
                  <a:avLst/>
                  <a:gdLst>
                    <a:gd name="connsiteX0" fmla="*/ 23806 w 59004"/>
                    <a:gd name="connsiteY0" fmla="*/ 3679 h 19464"/>
                    <a:gd name="connsiteX1" fmla="*/ 11881 w 59004"/>
                    <a:gd name="connsiteY1" fmla="*/ 10196 h 19464"/>
                    <a:gd name="connsiteX2" fmla="*/ 0 w 59004"/>
                    <a:gd name="connsiteY2" fmla="*/ 13521 h 19464"/>
                    <a:gd name="connsiteX3" fmla="*/ 2793 w 59004"/>
                    <a:gd name="connsiteY3" fmla="*/ 16580 h 19464"/>
                    <a:gd name="connsiteX4" fmla="*/ 7315 w 59004"/>
                    <a:gd name="connsiteY4" fmla="*/ 19107 h 19464"/>
                    <a:gd name="connsiteX5" fmla="*/ 13122 w 59004"/>
                    <a:gd name="connsiteY5" fmla="*/ 19373 h 19464"/>
                    <a:gd name="connsiteX6" fmla="*/ 19373 w 59004"/>
                    <a:gd name="connsiteY6" fmla="*/ 17954 h 19464"/>
                    <a:gd name="connsiteX7" fmla="*/ 25224 w 59004"/>
                    <a:gd name="connsiteY7" fmla="*/ 15427 h 19464"/>
                    <a:gd name="connsiteX8" fmla="*/ 32539 w 59004"/>
                    <a:gd name="connsiteY8" fmla="*/ 12856 h 19464"/>
                    <a:gd name="connsiteX9" fmla="*/ 34268 w 59004"/>
                    <a:gd name="connsiteY9" fmla="*/ 12546 h 19464"/>
                    <a:gd name="connsiteX10" fmla="*/ 35952 w 59004"/>
                    <a:gd name="connsiteY10" fmla="*/ 12546 h 19464"/>
                    <a:gd name="connsiteX11" fmla="*/ 39455 w 59004"/>
                    <a:gd name="connsiteY11" fmla="*/ 12812 h 19464"/>
                    <a:gd name="connsiteX12" fmla="*/ 42070 w 59004"/>
                    <a:gd name="connsiteY12" fmla="*/ 13211 h 19464"/>
                    <a:gd name="connsiteX13" fmla="*/ 44863 w 59004"/>
                    <a:gd name="connsiteY13" fmla="*/ 13388 h 19464"/>
                    <a:gd name="connsiteX14" fmla="*/ 47789 w 59004"/>
                    <a:gd name="connsiteY14" fmla="*/ 13388 h 19464"/>
                    <a:gd name="connsiteX15" fmla="*/ 50050 w 59004"/>
                    <a:gd name="connsiteY15" fmla="*/ 12900 h 19464"/>
                    <a:gd name="connsiteX16" fmla="*/ 54527 w 59004"/>
                    <a:gd name="connsiteY16" fmla="*/ 11437 h 19464"/>
                    <a:gd name="connsiteX17" fmla="*/ 58783 w 59004"/>
                    <a:gd name="connsiteY17" fmla="*/ 9044 h 19464"/>
                    <a:gd name="connsiteX18" fmla="*/ 59004 w 59004"/>
                    <a:gd name="connsiteY18" fmla="*/ 8822 h 19464"/>
                    <a:gd name="connsiteX19" fmla="*/ 51291 w 59004"/>
                    <a:gd name="connsiteY19" fmla="*/ 3768 h 19464"/>
                    <a:gd name="connsiteX20" fmla="*/ 42070 w 59004"/>
                    <a:gd name="connsiteY20" fmla="*/ 576 h 19464"/>
                    <a:gd name="connsiteX21" fmla="*/ 37371 w 59004"/>
                    <a:gd name="connsiteY21" fmla="*/ 0 h 19464"/>
                    <a:gd name="connsiteX22" fmla="*/ 32672 w 59004"/>
                    <a:gd name="connsiteY22" fmla="*/ 310 h 19464"/>
                    <a:gd name="connsiteX23" fmla="*/ 28106 w 59004"/>
                    <a:gd name="connsiteY23" fmla="*/ 1507 h 19464"/>
                    <a:gd name="connsiteX24" fmla="*/ 23806 w 59004"/>
                    <a:gd name="connsiteY24" fmla="*/ 3679 h 19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9004" h="19464">
                      <a:moveTo>
                        <a:pt x="23806" y="3679"/>
                      </a:moveTo>
                      <a:cubicBezTo>
                        <a:pt x="19905" y="6029"/>
                        <a:pt x="15959" y="8379"/>
                        <a:pt x="11881" y="10196"/>
                      </a:cubicBezTo>
                      <a:cubicBezTo>
                        <a:pt x="7847" y="12058"/>
                        <a:pt x="3724" y="13344"/>
                        <a:pt x="0" y="13521"/>
                      </a:cubicBezTo>
                      <a:lnTo>
                        <a:pt x="2793" y="16580"/>
                      </a:lnTo>
                      <a:cubicBezTo>
                        <a:pt x="3945" y="17865"/>
                        <a:pt x="5541" y="18708"/>
                        <a:pt x="7315" y="19107"/>
                      </a:cubicBezTo>
                      <a:cubicBezTo>
                        <a:pt x="9088" y="19550"/>
                        <a:pt x="11083" y="19506"/>
                        <a:pt x="13122" y="19373"/>
                      </a:cubicBezTo>
                      <a:cubicBezTo>
                        <a:pt x="15205" y="19195"/>
                        <a:pt x="17289" y="18530"/>
                        <a:pt x="19373" y="17954"/>
                      </a:cubicBezTo>
                      <a:cubicBezTo>
                        <a:pt x="21456" y="17156"/>
                        <a:pt x="23407" y="16535"/>
                        <a:pt x="25224" y="15427"/>
                      </a:cubicBezTo>
                      <a:cubicBezTo>
                        <a:pt x="27795" y="14230"/>
                        <a:pt x="30234" y="13166"/>
                        <a:pt x="32539" y="12856"/>
                      </a:cubicBezTo>
                      <a:cubicBezTo>
                        <a:pt x="33115" y="12767"/>
                        <a:pt x="33691" y="12590"/>
                        <a:pt x="34268" y="12546"/>
                      </a:cubicBezTo>
                      <a:cubicBezTo>
                        <a:pt x="34844" y="12546"/>
                        <a:pt x="35420" y="12546"/>
                        <a:pt x="35952" y="12546"/>
                      </a:cubicBezTo>
                      <a:cubicBezTo>
                        <a:pt x="37061" y="12324"/>
                        <a:pt x="38258" y="12812"/>
                        <a:pt x="39455" y="12812"/>
                      </a:cubicBezTo>
                      <a:cubicBezTo>
                        <a:pt x="40297" y="12856"/>
                        <a:pt x="41183" y="13211"/>
                        <a:pt x="42070" y="13211"/>
                      </a:cubicBezTo>
                      <a:cubicBezTo>
                        <a:pt x="42957" y="13255"/>
                        <a:pt x="43888" y="13255"/>
                        <a:pt x="44863" y="13388"/>
                      </a:cubicBezTo>
                      <a:cubicBezTo>
                        <a:pt x="45838" y="13477"/>
                        <a:pt x="46813" y="13477"/>
                        <a:pt x="47789" y="13388"/>
                      </a:cubicBezTo>
                      <a:cubicBezTo>
                        <a:pt x="48941" y="13344"/>
                        <a:pt x="49207" y="13122"/>
                        <a:pt x="50050" y="12900"/>
                      </a:cubicBezTo>
                      <a:cubicBezTo>
                        <a:pt x="51468" y="12457"/>
                        <a:pt x="52975" y="12058"/>
                        <a:pt x="54527" y="11437"/>
                      </a:cubicBezTo>
                      <a:cubicBezTo>
                        <a:pt x="56034" y="10905"/>
                        <a:pt x="57542" y="10152"/>
                        <a:pt x="58783" y="9044"/>
                      </a:cubicBezTo>
                      <a:lnTo>
                        <a:pt x="59004" y="8822"/>
                      </a:lnTo>
                      <a:cubicBezTo>
                        <a:pt x="56744" y="6605"/>
                        <a:pt x="54438" y="5009"/>
                        <a:pt x="51291" y="3768"/>
                      </a:cubicBezTo>
                      <a:cubicBezTo>
                        <a:pt x="48276" y="2261"/>
                        <a:pt x="45173" y="1286"/>
                        <a:pt x="42070" y="576"/>
                      </a:cubicBezTo>
                      <a:cubicBezTo>
                        <a:pt x="40474" y="399"/>
                        <a:pt x="38923" y="89"/>
                        <a:pt x="37371" y="0"/>
                      </a:cubicBezTo>
                      <a:cubicBezTo>
                        <a:pt x="35819" y="89"/>
                        <a:pt x="34223" y="44"/>
                        <a:pt x="32672" y="310"/>
                      </a:cubicBezTo>
                      <a:cubicBezTo>
                        <a:pt x="31120" y="709"/>
                        <a:pt x="29613" y="931"/>
                        <a:pt x="28106" y="1507"/>
                      </a:cubicBezTo>
                      <a:cubicBezTo>
                        <a:pt x="26599" y="2305"/>
                        <a:pt x="25136" y="2793"/>
                        <a:pt x="23806" y="367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77" name="Forme libre : forme 26476">
                  <a:extLst>
                    <a:ext uri="{FF2B5EF4-FFF2-40B4-BE49-F238E27FC236}">
                      <a16:creationId xmlns:a16="http://schemas.microsoft.com/office/drawing/2014/main" id="{C016CA8A-1D11-41E6-9AFD-B2DC41BA4F5A}"/>
                    </a:ext>
                  </a:extLst>
                </p:cNvPr>
                <p:cNvSpPr/>
                <p:nvPr/>
              </p:nvSpPr>
              <p:spPr>
                <a:xfrm>
                  <a:off x="5848541" y="1379654"/>
                  <a:ext cx="30912" cy="13049"/>
                </a:xfrm>
                <a:custGeom>
                  <a:avLst/>
                  <a:gdLst>
                    <a:gd name="connsiteX0" fmla="*/ 30725 w 30912"/>
                    <a:gd name="connsiteY0" fmla="*/ 9191 h 13049"/>
                    <a:gd name="connsiteX1" fmla="*/ 25139 w 30912"/>
                    <a:gd name="connsiteY1" fmla="*/ 12161 h 13049"/>
                    <a:gd name="connsiteX2" fmla="*/ 20662 w 30912"/>
                    <a:gd name="connsiteY2" fmla="*/ 12648 h 13049"/>
                    <a:gd name="connsiteX3" fmla="*/ 15608 w 30912"/>
                    <a:gd name="connsiteY3" fmla="*/ 12914 h 13049"/>
                    <a:gd name="connsiteX4" fmla="*/ 10554 w 30912"/>
                    <a:gd name="connsiteY4" fmla="*/ 13003 h 13049"/>
                    <a:gd name="connsiteX5" fmla="*/ 6032 w 30912"/>
                    <a:gd name="connsiteY5" fmla="*/ 12826 h 13049"/>
                    <a:gd name="connsiteX6" fmla="*/ 2397 w 30912"/>
                    <a:gd name="connsiteY6" fmla="*/ 12072 h 13049"/>
                    <a:gd name="connsiteX7" fmla="*/ 269 w 30912"/>
                    <a:gd name="connsiteY7" fmla="*/ 10254 h 13049"/>
                    <a:gd name="connsiteX8" fmla="*/ 402 w 30912"/>
                    <a:gd name="connsiteY8" fmla="*/ 7417 h 13049"/>
                    <a:gd name="connsiteX9" fmla="*/ 3018 w 30912"/>
                    <a:gd name="connsiteY9" fmla="*/ 4137 h 13049"/>
                    <a:gd name="connsiteX10" fmla="*/ 8116 w 30912"/>
                    <a:gd name="connsiteY10" fmla="*/ 1300 h 13049"/>
                    <a:gd name="connsiteX11" fmla="*/ 15165 w 30912"/>
                    <a:gd name="connsiteY11" fmla="*/ 14 h 13049"/>
                    <a:gd name="connsiteX12" fmla="*/ 22258 w 30912"/>
                    <a:gd name="connsiteY12" fmla="*/ 945 h 13049"/>
                    <a:gd name="connsiteX13" fmla="*/ 27533 w 30912"/>
                    <a:gd name="connsiteY13" fmla="*/ 3427 h 13049"/>
                    <a:gd name="connsiteX14" fmla="*/ 30725 w 30912"/>
                    <a:gd name="connsiteY14" fmla="*/ 9191 h 1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912" h="13049">
                      <a:moveTo>
                        <a:pt x="30725" y="9191"/>
                      </a:moveTo>
                      <a:cubicBezTo>
                        <a:pt x="30104" y="10742"/>
                        <a:pt x="27888" y="11717"/>
                        <a:pt x="25139" y="12161"/>
                      </a:cubicBezTo>
                      <a:cubicBezTo>
                        <a:pt x="23765" y="12294"/>
                        <a:pt x="22258" y="12515"/>
                        <a:pt x="20662" y="12648"/>
                      </a:cubicBezTo>
                      <a:cubicBezTo>
                        <a:pt x="19066" y="12648"/>
                        <a:pt x="17381" y="12826"/>
                        <a:pt x="15608" y="12914"/>
                      </a:cubicBezTo>
                      <a:cubicBezTo>
                        <a:pt x="13835" y="12781"/>
                        <a:pt x="12194" y="13180"/>
                        <a:pt x="10554" y="13003"/>
                      </a:cubicBezTo>
                      <a:cubicBezTo>
                        <a:pt x="8958" y="13003"/>
                        <a:pt x="7451" y="13092"/>
                        <a:pt x="6032" y="12826"/>
                      </a:cubicBezTo>
                      <a:cubicBezTo>
                        <a:pt x="4614" y="12604"/>
                        <a:pt x="3417" y="12515"/>
                        <a:pt x="2397" y="12072"/>
                      </a:cubicBezTo>
                      <a:cubicBezTo>
                        <a:pt x="1378" y="11673"/>
                        <a:pt x="624" y="11052"/>
                        <a:pt x="269" y="10254"/>
                      </a:cubicBezTo>
                      <a:cubicBezTo>
                        <a:pt x="-130" y="9457"/>
                        <a:pt x="-85" y="8481"/>
                        <a:pt x="402" y="7417"/>
                      </a:cubicBezTo>
                      <a:cubicBezTo>
                        <a:pt x="890" y="6398"/>
                        <a:pt x="1688" y="5112"/>
                        <a:pt x="3018" y="4137"/>
                      </a:cubicBezTo>
                      <a:cubicBezTo>
                        <a:pt x="4348" y="3161"/>
                        <a:pt x="6032" y="2009"/>
                        <a:pt x="8116" y="1300"/>
                      </a:cubicBezTo>
                      <a:cubicBezTo>
                        <a:pt x="10200" y="723"/>
                        <a:pt x="12593" y="-119"/>
                        <a:pt x="15165" y="14"/>
                      </a:cubicBezTo>
                      <a:cubicBezTo>
                        <a:pt x="17736" y="-30"/>
                        <a:pt x="20174" y="191"/>
                        <a:pt x="22258" y="945"/>
                      </a:cubicBezTo>
                      <a:cubicBezTo>
                        <a:pt x="24385" y="1521"/>
                        <a:pt x="26203" y="2364"/>
                        <a:pt x="27533" y="3427"/>
                      </a:cubicBezTo>
                      <a:cubicBezTo>
                        <a:pt x="30281" y="5378"/>
                        <a:pt x="31390" y="7462"/>
                        <a:pt x="30725" y="9191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78" name="Forme libre : forme 26477">
                  <a:extLst>
                    <a:ext uri="{FF2B5EF4-FFF2-40B4-BE49-F238E27FC236}">
                      <a16:creationId xmlns:a16="http://schemas.microsoft.com/office/drawing/2014/main" id="{620B9B11-CC1A-42B3-A8EB-07FA57EA6704}"/>
                    </a:ext>
                  </a:extLst>
                </p:cNvPr>
                <p:cNvSpPr/>
                <p:nvPr/>
              </p:nvSpPr>
              <p:spPr>
                <a:xfrm>
                  <a:off x="5848542" y="1382283"/>
                  <a:ext cx="21458" cy="10419"/>
                </a:xfrm>
                <a:custGeom>
                  <a:avLst/>
                  <a:gdLst>
                    <a:gd name="connsiteX0" fmla="*/ 5278 w 21458"/>
                    <a:gd name="connsiteY0" fmla="*/ 0 h 10419"/>
                    <a:gd name="connsiteX1" fmla="*/ 800 w 21458"/>
                    <a:gd name="connsiteY1" fmla="*/ 3990 h 10419"/>
                    <a:gd name="connsiteX2" fmla="*/ 268 w 21458"/>
                    <a:gd name="connsiteY2" fmla="*/ 7625 h 10419"/>
                    <a:gd name="connsiteX3" fmla="*/ 2396 w 21458"/>
                    <a:gd name="connsiteY3" fmla="*/ 9443 h 10419"/>
                    <a:gd name="connsiteX4" fmla="*/ 6031 w 21458"/>
                    <a:gd name="connsiteY4" fmla="*/ 10196 h 10419"/>
                    <a:gd name="connsiteX5" fmla="*/ 10553 w 21458"/>
                    <a:gd name="connsiteY5" fmla="*/ 10373 h 10419"/>
                    <a:gd name="connsiteX6" fmla="*/ 15607 w 21458"/>
                    <a:gd name="connsiteY6" fmla="*/ 10285 h 10419"/>
                    <a:gd name="connsiteX7" fmla="*/ 18621 w 21458"/>
                    <a:gd name="connsiteY7" fmla="*/ 10063 h 10419"/>
                    <a:gd name="connsiteX8" fmla="*/ 21458 w 21458"/>
                    <a:gd name="connsiteY8" fmla="*/ 9974 h 10419"/>
                    <a:gd name="connsiteX9" fmla="*/ 18222 w 21458"/>
                    <a:gd name="connsiteY9" fmla="*/ 9132 h 10419"/>
                    <a:gd name="connsiteX10" fmla="*/ 13966 w 21458"/>
                    <a:gd name="connsiteY10" fmla="*/ 7315 h 10419"/>
                    <a:gd name="connsiteX11" fmla="*/ 9977 w 21458"/>
                    <a:gd name="connsiteY11" fmla="*/ 5364 h 10419"/>
                    <a:gd name="connsiteX12" fmla="*/ 5278 w 21458"/>
                    <a:gd name="connsiteY12" fmla="*/ 0 h 10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458" h="10419">
                      <a:moveTo>
                        <a:pt x="5278" y="0"/>
                      </a:moveTo>
                      <a:cubicBezTo>
                        <a:pt x="3150" y="1197"/>
                        <a:pt x="1598" y="2527"/>
                        <a:pt x="800" y="3990"/>
                      </a:cubicBezTo>
                      <a:cubicBezTo>
                        <a:pt x="-42" y="5364"/>
                        <a:pt x="-219" y="6605"/>
                        <a:pt x="268" y="7625"/>
                      </a:cubicBezTo>
                      <a:cubicBezTo>
                        <a:pt x="667" y="8423"/>
                        <a:pt x="1421" y="9044"/>
                        <a:pt x="2396" y="9443"/>
                      </a:cubicBezTo>
                      <a:cubicBezTo>
                        <a:pt x="3416" y="9886"/>
                        <a:pt x="4613" y="9974"/>
                        <a:pt x="6031" y="10196"/>
                      </a:cubicBezTo>
                      <a:cubicBezTo>
                        <a:pt x="7450" y="10418"/>
                        <a:pt x="8957" y="10329"/>
                        <a:pt x="10553" y="10373"/>
                      </a:cubicBezTo>
                      <a:cubicBezTo>
                        <a:pt x="12193" y="10551"/>
                        <a:pt x="13833" y="10152"/>
                        <a:pt x="15607" y="10285"/>
                      </a:cubicBezTo>
                      <a:cubicBezTo>
                        <a:pt x="16626" y="10285"/>
                        <a:pt x="17646" y="10196"/>
                        <a:pt x="18621" y="10063"/>
                      </a:cubicBezTo>
                      <a:cubicBezTo>
                        <a:pt x="19597" y="10107"/>
                        <a:pt x="20527" y="10063"/>
                        <a:pt x="21458" y="9974"/>
                      </a:cubicBezTo>
                      <a:cubicBezTo>
                        <a:pt x="20350" y="9841"/>
                        <a:pt x="19286" y="9443"/>
                        <a:pt x="18222" y="9132"/>
                      </a:cubicBezTo>
                      <a:cubicBezTo>
                        <a:pt x="16804" y="8689"/>
                        <a:pt x="15341" y="8024"/>
                        <a:pt x="13966" y="7315"/>
                      </a:cubicBezTo>
                      <a:cubicBezTo>
                        <a:pt x="12592" y="6783"/>
                        <a:pt x="11218" y="6118"/>
                        <a:pt x="9977" y="5364"/>
                      </a:cubicBezTo>
                      <a:cubicBezTo>
                        <a:pt x="7538" y="3768"/>
                        <a:pt x="5632" y="2261"/>
                        <a:pt x="5278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79" name="Forme libre : forme 26478">
                  <a:extLst>
                    <a:ext uri="{FF2B5EF4-FFF2-40B4-BE49-F238E27FC236}">
                      <a16:creationId xmlns:a16="http://schemas.microsoft.com/office/drawing/2014/main" id="{5A238A90-75DA-45A4-BBDF-F1DFCFB46DA2}"/>
                    </a:ext>
                  </a:extLst>
                </p:cNvPr>
                <p:cNvSpPr/>
                <p:nvPr/>
              </p:nvSpPr>
              <p:spPr>
                <a:xfrm>
                  <a:off x="5850570" y="1381070"/>
                  <a:ext cx="29797" cy="12916"/>
                </a:xfrm>
                <a:custGeom>
                  <a:avLst/>
                  <a:gdLst>
                    <a:gd name="connsiteX0" fmla="*/ 29582 w 29797"/>
                    <a:gd name="connsiteY0" fmla="*/ 9725 h 12916"/>
                    <a:gd name="connsiteX1" fmla="*/ 24040 w 29797"/>
                    <a:gd name="connsiteY1" fmla="*/ 12517 h 12916"/>
                    <a:gd name="connsiteX2" fmla="*/ 19652 w 29797"/>
                    <a:gd name="connsiteY2" fmla="*/ 12828 h 12916"/>
                    <a:gd name="connsiteX3" fmla="*/ 14819 w 29797"/>
                    <a:gd name="connsiteY3" fmla="*/ 12917 h 12916"/>
                    <a:gd name="connsiteX4" fmla="*/ 12381 w 29797"/>
                    <a:gd name="connsiteY4" fmla="*/ 12784 h 12916"/>
                    <a:gd name="connsiteX5" fmla="*/ 10032 w 29797"/>
                    <a:gd name="connsiteY5" fmla="*/ 12784 h 12916"/>
                    <a:gd name="connsiteX6" fmla="*/ 5732 w 29797"/>
                    <a:gd name="connsiteY6" fmla="*/ 12385 h 12916"/>
                    <a:gd name="connsiteX7" fmla="*/ 235 w 29797"/>
                    <a:gd name="connsiteY7" fmla="*/ 9503 h 12916"/>
                    <a:gd name="connsiteX8" fmla="*/ 3072 w 29797"/>
                    <a:gd name="connsiteY8" fmla="*/ 3607 h 12916"/>
                    <a:gd name="connsiteX9" fmla="*/ 8081 w 29797"/>
                    <a:gd name="connsiteY9" fmla="*/ 1036 h 12916"/>
                    <a:gd name="connsiteX10" fmla="*/ 11317 w 29797"/>
                    <a:gd name="connsiteY10" fmla="*/ 193 h 12916"/>
                    <a:gd name="connsiteX11" fmla="*/ 14908 w 29797"/>
                    <a:gd name="connsiteY11" fmla="*/ 16 h 12916"/>
                    <a:gd name="connsiteX12" fmla="*/ 21735 w 29797"/>
                    <a:gd name="connsiteY12" fmla="*/ 1169 h 12916"/>
                    <a:gd name="connsiteX13" fmla="*/ 26700 w 29797"/>
                    <a:gd name="connsiteY13" fmla="*/ 3829 h 12916"/>
                    <a:gd name="connsiteX14" fmla="*/ 29582 w 29797"/>
                    <a:gd name="connsiteY14" fmla="*/ 9725 h 12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9797" h="12916">
                      <a:moveTo>
                        <a:pt x="29582" y="9725"/>
                      </a:moveTo>
                      <a:cubicBezTo>
                        <a:pt x="28872" y="11409"/>
                        <a:pt x="26744" y="11941"/>
                        <a:pt x="24040" y="12517"/>
                      </a:cubicBezTo>
                      <a:cubicBezTo>
                        <a:pt x="22710" y="12828"/>
                        <a:pt x="21203" y="12606"/>
                        <a:pt x="19652" y="12828"/>
                      </a:cubicBezTo>
                      <a:cubicBezTo>
                        <a:pt x="18100" y="13005"/>
                        <a:pt x="16504" y="12739"/>
                        <a:pt x="14819" y="12917"/>
                      </a:cubicBezTo>
                      <a:cubicBezTo>
                        <a:pt x="13977" y="12917"/>
                        <a:pt x="13179" y="12872"/>
                        <a:pt x="12381" y="12784"/>
                      </a:cubicBezTo>
                      <a:cubicBezTo>
                        <a:pt x="11583" y="12828"/>
                        <a:pt x="10830" y="12828"/>
                        <a:pt x="10032" y="12784"/>
                      </a:cubicBezTo>
                      <a:cubicBezTo>
                        <a:pt x="8524" y="12606"/>
                        <a:pt x="7062" y="12562"/>
                        <a:pt x="5732" y="12385"/>
                      </a:cubicBezTo>
                      <a:cubicBezTo>
                        <a:pt x="3072" y="11853"/>
                        <a:pt x="944" y="11188"/>
                        <a:pt x="235" y="9503"/>
                      </a:cubicBezTo>
                      <a:cubicBezTo>
                        <a:pt x="-475" y="7907"/>
                        <a:pt x="412" y="5513"/>
                        <a:pt x="3072" y="3607"/>
                      </a:cubicBezTo>
                      <a:cubicBezTo>
                        <a:pt x="4357" y="2587"/>
                        <a:pt x="6042" y="1568"/>
                        <a:pt x="8081" y="1036"/>
                      </a:cubicBezTo>
                      <a:cubicBezTo>
                        <a:pt x="9101" y="726"/>
                        <a:pt x="10165" y="415"/>
                        <a:pt x="11317" y="193"/>
                      </a:cubicBezTo>
                      <a:cubicBezTo>
                        <a:pt x="12470" y="105"/>
                        <a:pt x="13667" y="61"/>
                        <a:pt x="14908" y="16"/>
                      </a:cubicBezTo>
                      <a:cubicBezTo>
                        <a:pt x="17391" y="-117"/>
                        <a:pt x="19696" y="593"/>
                        <a:pt x="21735" y="1169"/>
                      </a:cubicBezTo>
                      <a:cubicBezTo>
                        <a:pt x="23774" y="1701"/>
                        <a:pt x="25370" y="2942"/>
                        <a:pt x="26700" y="3829"/>
                      </a:cubicBezTo>
                      <a:cubicBezTo>
                        <a:pt x="29404" y="5691"/>
                        <a:pt x="30247" y="8173"/>
                        <a:pt x="29582" y="972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80" name="Forme libre : forme 26479">
                  <a:extLst>
                    <a:ext uri="{FF2B5EF4-FFF2-40B4-BE49-F238E27FC236}">
                      <a16:creationId xmlns:a16="http://schemas.microsoft.com/office/drawing/2014/main" id="{C4F25A63-98F2-4923-B875-CE8BB15143A2}"/>
                    </a:ext>
                  </a:extLst>
                </p:cNvPr>
                <p:cNvSpPr/>
                <p:nvPr/>
              </p:nvSpPr>
              <p:spPr>
                <a:xfrm>
                  <a:off x="5833380" y="1382386"/>
                  <a:ext cx="38716" cy="20151"/>
                </a:xfrm>
                <a:custGeom>
                  <a:avLst/>
                  <a:gdLst>
                    <a:gd name="connsiteX0" fmla="*/ 4569 w 38716"/>
                    <a:gd name="connsiteY0" fmla="*/ 15192 h 20151"/>
                    <a:gd name="connsiteX1" fmla="*/ 9047 w 38716"/>
                    <a:gd name="connsiteY1" fmla="*/ 19448 h 20151"/>
                    <a:gd name="connsiteX2" fmla="*/ 23454 w 38716"/>
                    <a:gd name="connsiteY2" fmla="*/ 18605 h 20151"/>
                    <a:gd name="connsiteX3" fmla="*/ 33828 w 38716"/>
                    <a:gd name="connsiteY3" fmla="*/ 16167 h 20151"/>
                    <a:gd name="connsiteX4" fmla="*/ 37374 w 38716"/>
                    <a:gd name="connsiteY4" fmla="*/ 14128 h 20151"/>
                    <a:gd name="connsiteX5" fmla="*/ 38616 w 38716"/>
                    <a:gd name="connsiteY5" fmla="*/ 11069 h 20151"/>
                    <a:gd name="connsiteX6" fmla="*/ 34404 w 38716"/>
                    <a:gd name="connsiteY6" fmla="*/ 7345 h 20151"/>
                    <a:gd name="connsiteX7" fmla="*/ 20529 w 38716"/>
                    <a:gd name="connsiteY7" fmla="*/ 1848 h 20151"/>
                    <a:gd name="connsiteX8" fmla="*/ 16760 w 38716"/>
                    <a:gd name="connsiteY8" fmla="*/ 651 h 20151"/>
                    <a:gd name="connsiteX9" fmla="*/ 11884 w 38716"/>
                    <a:gd name="connsiteY9" fmla="*/ 31 h 20151"/>
                    <a:gd name="connsiteX10" fmla="*/ 6564 w 38716"/>
                    <a:gd name="connsiteY10" fmla="*/ 784 h 20151"/>
                    <a:gd name="connsiteX11" fmla="*/ 1821 w 38716"/>
                    <a:gd name="connsiteY11" fmla="*/ 3666 h 20151"/>
                    <a:gd name="connsiteX12" fmla="*/ 890 w 38716"/>
                    <a:gd name="connsiteY12" fmla="*/ 10404 h 20151"/>
                    <a:gd name="connsiteX13" fmla="*/ 4569 w 38716"/>
                    <a:gd name="connsiteY13" fmla="*/ 15192 h 20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716" h="20151">
                      <a:moveTo>
                        <a:pt x="4569" y="15192"/>
                      </a:moveTo>
                      <a:cubicBezTo>
                        <a:pt x="5722" y="16921"/>
                        <a:pt x="6919" y="18605"/>
                        <a:pt x="9047" y="19448"/>
                      </a:cubicBezTo>
                      <a:cubicBezTo>
                        <a:pt x="13037" y="21132"/>
                        <a:pt x="18933" y="19359"/>
                        <a:pt x="23454" y="18605"/>
                      </a:cubicBezTo>
                      <a:cubicBezTo>
                        <a:pt x="27267" y="17940"/>
                        <a:pt x="30459" y="17497"/>
                        <a:pt x="33828" y="16167"/>
                      </a:cubicBezTo>
                      <a:cubicBezTo>
                        <a:pt x="35069" y="15812"/>
                        <a:pt x="36399" y="15059"/>
                        <a:pt x="37374" y="14128"/>
                      </a:cubicBezTo>
                      <a:cubicBezTo>
                        <a:pt x="38350" y="13330"/>
                        <a:pt x="38970" y="12310"/>
                        <a:pt x="38616" y="11069"/>
                      </a:cubicBezTo>
                      <a:cubicBezTo>
                        <a:pt x="38172" y="9473"/>
                        <a:pt x="36266" y="8498"/>
                        <a:pt x="34404" y="7345"/>
                      </a:cubicBezTo>
                      <a:cubicBezTo>
                        <a:pt x="30060" y="5217"/>
                        <a:pt x="25228" y="3178"/>
                        <a:pt x="20529" y="1848"/>
                      </a:cubicBezTo>
                      <a:cubicBezTo>
                        <a:pt x="19553" y="1538"/>
                        <a:pt x="18223" y="1050"/>
                        <a:pt x="16760" y="651"/>
                      </a:cubicBezTo>
                      <a:cubicBezTo>
                        <a:pt x="15342" y="341"/>
                        <a:pt x="13657" y="75"/>
                        <a:pt x="11884" y="31"/>
                      </a:cubicBezTo>
                      <a:cubicBezTo>
                        <a:pt x="10066" y="-102"/>
                        <a:pt x="8293" y="208"/>
                        <a:pt x="6564" y="784"/>
                      </a:cubicBezTo>
                      <a:cubicBezTo>
                        <a:pt x="4791" y="1361"/>
                        <a:pt x="3106" y="2247"/>
                        <a:pt x="1821" y="3666"/>
                      </a:cubicBezTo>
                      <a:cubicBezTo>
                        <a:pt x="-617" y="6148"/>
                        <a:pt x="-263" y="8409"/>
                        <a:pt x="890" y="10404"/>
                      </a:cubicBezTo>
                      <a:cubicBezTo>
                        <a:pt x="1909" y="12399"/>
                        <a:pt x="3771" y="13995"/>
                        <a:pt x="4569" y="1519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81" name="Forme libre : forme 26480">
                  <a:extLst>
                    <a:ext uri="{FF2B5EF4-FFF2-40B4-BE49-F238E27FC236}">
                      <a16:creationId xmlns:a16="http://schemas.microsoft.com/office/drawing/2014/main" id="{F9A9D8C1-D91E-4AFE-8470-C8E93615CD7D}"/>
                    </a:ext>
                  </a:extLst>
                </p:cNvPr>
                <p:cNvSpPr/>
                <p:nvPr/>
              </p:nvSpPr>
              <p:spPr>
                <a:xfrm>
                  <a:off x="5839909" y="1378606"/>
                  <a:ext cx="12098" cy="10724"/>
                </a:xfrm>
                <a:custGeom>
                  <a:avLst/>
                  <a:gdLst>
                    <a:gd name="connsiteX0" fmla="*/ 168 w 12098"/>
                    <a:gd name="connsiteY0" fmla="*/ 8642 h 10724"/>
                    <a:gd name="connsiteX1" fmla="*/ 168 w 12098"/>
                    <a:gd name="connsiteY1" fmla="*/ 10238 h 10724"/>
                    <a:gd name="connsiteX2" fmla="*/ 1941 w 12098"/>
                    <a:gd name="connsiteY2" fmla="*/ 10637 h 10724"/>
                    <a:gd name="connsiteX3" fmla="*/ 4069 w 12098"/>
                    <a:gd name="connsiteY3" fmla="*/ 9396 h 10724"/>
                    <a:gd name="connsiteX4" fmla="*/ 8990 w 12098"/>
                    <a:gd name="connsiteY4" fmla="*/ 5583 h 10724"/>
                    <a:gd name="connsiteX5" fmla="*/ 10807 w 12098"/>
                    <a:gd name="connsiteY5" fmla="*/ 3988 h 10724"/>
                    <a:gd name="connsiteX6" fmla="*/ 11960 w 12098"/>
                    <a:gd name="connsiteY6" fmla="*/ 751 h 10724"/>
                    <a:gd name="connsiteX7" fmla="*/ 7483 w 12098"/>
                    <a:gd name="connsiteY7" fmla="*/ 796 h 10724"/>
                    <a:gd name="connsiteX8" fmla="*/ 168 w 12098"/>
                    <a:gd name="connsiteY8" fmla="*/ 8642 h 10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098" h="10724">
                      <a:moveTo>
                        <a:pt x="168" y="8642"/>
                      </a:moveTo>
                      <a:cubicBezTo>
                        <a:pt x="-9" y="9219"/>
                        <a:pt x="-98" y="9839"/>
                        <a:pt x="168" y="10238"/>
                      </a:cubicBezTo>
                      <a:cubicBezTo>
                        <a:pt x="434" y="10637"/>
                        <a:pt x="1099" y="10859"/>
                        <a:pt x="1941" y="10637"/>
                      </a:cubicBezTo>
                      <a:cubicBezTo>
                        <a:pt x="2695" y="10415"/>
                        <a:pt x="3404" y="9883"/>
                        <a:pt x="4069" y="9396"/>
                      </a:cubicBezTo>
                      <a:cubicBezTo>
                        <a:pt x="5665" y="8022"/>
                        <a:pt x="7438" y="6913"/>
                        <a:pt x="8990" y="5583"/>
                      </a:cubicBezTo>
                      <a:cubicBezTo>
                        <a:pt x="9655" y="5051"/>
                        <a:pt x="10275" y="4475"/>
                        <a:pt x="10807" y="3988"/>
                      </a:cubicBezTo>
                      <a:cubicBezTo>
                        <a:pt x="11871" y="2924"/>
                        <a:pt x="12359" y="1549"/>
                        <a:pt x="11960" y="751"/>
                      </a:cubicBezTo>
                      <a:cubicBezTo>
                        <a:pt x="11561" y="-2"/>
                        <a:pt x="10009" y="-490"/>
                        <a:pt x="7483" y="796"/>
                      </a:cubicBezTo>
                      <a:cubicBezTo>
                        <a:pt x="3448" y="2613"/>
                        <a:pt x="877" y="6204"/>
                        <a:pt x="168" y="864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82" name="Forme libre : forme 26481">
                  <a:extLst>
                    <a:ext uri="{FF2B5EF4-FFF2-40B4-BE49-F238E27FC236}">
                      <a16:creationId xmlns:a16="http://schemas.microsoft.com/office/drawing/2014/main" id="{8F472D6F-6B96-419A-8144-0E5AD4743F90}"/>
                    </a:ext>
                  </a:extLst>
                </p:cNvPr>
                <p:cNvSpPr/>
                <p:nvPr/>
              </p:nvSpPr>
              <p:spPr>
                <a:xfrm>
                  <a:off x="5869380" y="1396646"/>
                  <a:ext cx="18574" cy="5331"/>
                </a:xfrm>
                <a:custGeom>
                  <a:avLst/>
                  <a:gdLst>
                    <a:gd name="connsiteX0" fmla="*/ 18575 w 18574"/>
                    <a:gd name="connsiteY0" fmla="*/ 0 h 5331"/>
                    <a:gd name="connsiteX1" fmla="*/ 17422 w 18574"/>
                    <a:gd name="connsiteY1" fmla="*/ 1064 h 5331"/>
                    <a:gd name="connsiteX2" fmla="*/ 13920 w 18574"/>
                    <a:gd name="connsiteY2" fmla="*/ 3015 h 5331"/>
                    <a:gd name="connsiteX3" fmla="*/ 11526 w 18574"/>
                    <a:gd name="connsiteY3" fmla="*/ 3990 h 5331"/>
                    <a:gd name="connsiteX4" fmla="*/ 8600 w 18574"/>
                    <a:gd name="connsiteY4" fmla="*/ 4832 h 5331"/>
                    <a:gd name="connsiteX5" fmla="*/ 4522 w 18574"/>
                    <a:gd name="connsiteY5" fmla="*/ 5098 h 5331"/>
                    <a:gd name="connsiteX6" fmla="*/ 0 w 18574"/>
                    <a:gd name="connsiteY6" fmla="*/ 5320 h 5331"/>
                    <a:gd name="connsiteX7" fmla="*/ 1640 w 18574"/>
                    <a:gd name="connsiteY7" fmla="*/ 5142 h 5331"/>
                    <a:gd name="connsiteX8" fmla="*/ 6073 w 18574"/>
                    <a:gd name="connsiteY8" fmla="*/ 4389 h 5331"/>
                    <a:gd name="connsiteX9" fmla="*/ 12058 w 18574"/>
                    <a:gd name="connsiteY9" fmla="*/ 2837 h 5331"/>
                    <a:gd name="connsiteX10" fmla="*/ 18575 w 18574"/>
                    <a:gd name="connsiteY10" fmla="*/ 0 h 5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574" h="5331">
                      <a:moveTo>
                        <a:pt x="18575" y="0"/>
                      </a:moveTo>
                      <a:cubicBezTo>
                        <a:pt x="18575" y="0"/>
                        <a:pt x="18220" y="488"/>
                        <a:pt x="17422" y="1064"/>
                      </a:cubicBezTo>
                      <a:cubicBezTo>
                        <a:pt x="16624" y="1640"/>
                        <a:pt x="15427" y="2394"/>
                        <a:pt x="13920" y="3015"/>
                      </a:cubicBezTo>
                      <a:cubicBezTo>
                        <a:pt x="13166" y="3325"/>
                        <a:pt x="12324" y="3635"/>
                        <a:pt x="11526" y="3990"/>
                      </a:cubicBezTo>
                      <a:cubicBezTo>
                        <a:pt x="10551" y="4344"/>
                        <a:pt x="10019" y="4610"/>
                        <a:pt x="8600" y="4832"/>
                      </a:cubicBezTo>
                      <a:cubicBezTo>
                        <a:pt x="7315" y="5054"/>
                        <a:pt x="5985" y="5142"/>
                        <a:pt x="4522" y="5098"/>
                      </a:cubicBezTo>
                      <a:cubicBezTo>
                        <a:pt x="3059" y="5275"/>
                        <a:pt x="1552" y="5364"/>
                        <a:pt x="0" y="5320"/>
                      </a:cubicBezTo>
                      <a:cubicBezTo>
                        <a:pt x="0" y="5275"/>
                        <a:pt x="621" y="5231"/>
                        <a:pt x="1640" y="5142"/>
                      </a:cubicBezTo>
                      <a:cubicBezTo>
                        <a:pt x="2704" y="5054"/>
                        <a:pt x="4211" y="4522"/>
                        <a:pt x="6073" y="4389"/>
                      </a:cubicBezTo>
                      <a:cubicBezTo>
                        <a:pt x="7891" y="4123"/>
                        <a:pt x="10329" y="3635"/>
                        <a:pt x="12058" y="2837"/>
                      </a:cubicBezTo>
                      <a:cubicBezTo>
                        <a:pt x="14053" y="1995"/>
                        <a:pt x="16225" y="1330"/>
                        <a:pt x="185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83" name="Forme libre : forme 26482">
                  <a:extLst>
                    <a:ext uri="{FF2B5EF4-FFF2-40B4-BE49-F238E27FC236}">
                      <a16:creationId xmlns:a16="http://schemas.microsoft.com/office/drawing/2014/main" id="{18C617C7-DB0B-404D-86EE-A6F0635AB0C9}"/>
                    </a:ext>
                  </a:extLst>
                </p:cNvPr>
                <p:cNvSpPr/>
                <p:nvPr/>
              </p:nvSpPr>
              <p:spPr>
                <a:xfrm>
                  <a:off x="5826020" y="1374658"/>
                  <a:ext cx="15254" cy="24559"/>
                </a:xfrm>
                <a:custGeom>
                  <a:avLst/>
                  <a:gdLst>
                    <a:gd name="connsiteX0" fmla="*/ 15254 w 15254"/>
                    <a:gd name="connsiteY0" fmla="*/ 0 h 24559"/>
                    <a:gd name="connsiteX1" fmla="*/ 11708 w 15254"/>
                    <a:gd name="connsiteY1" fmla="*/ 2084 h 24559"/>
                    <a:gd name="connsiteX2" fmla="*/ 5014 w 15254"/>
                    <a:gd name="connsiteY2" fmla="*/ 7935 h 24559"/>
                    <a:gd name="connsiteX3" fmla="*/ 403 w 15254"/>
                    <a:gd name="connsiteY3" fmla="*/ 16092 h 24559"/>
                    <a:gd name="connsiteX4" fmla="*/ 1512 w 15254"/>
                    <a:gd name="connsiteY4" fmla="*/ 24559 h 24559"/>
                    <a:gd name="connsiteX5" fmla="*/ 1113 w 15254"/>
                    <a:gd name="connsiteY5" fmla="*/ 22653 h 24559"/>
                    <a:gd name="connsiteX6" fmla="*/ 1290 w 15254"/>
                    <a:gd name="connsiteY6" fmla="*/ 17378 h 24559"/>
                    <a:gd name="connsiteX7" fmla="*/ 4748 w 15254"/>
                    <a:gd name="connsiteY7" fmla="*/ 9398 h 24559"/>
                    <a:gd name="connsiteX8" fmla="*/ 15254 w 15254"/>
                    <a:gd name="connsiteY8" fmla="*/ 0 h 24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254" h="24559">
                      <a:moveTo>
                        <a:pt x="15254" y="0"/>
                      </a:moveTo>
                      <a:cubicBezTo>
                        <a:pt x="15254" y="0"/>
                        <a:pt x="13658" y="665"/>
                        <a:pt x="11708" y="2084"/>
                      </a:cubicBezTo>
                      <a:cubicBezTo>
                        <a:pt x="9668" y="3458"/>
                        <a:pt x="7053" y="5453"/>
                        <a:pt x="5014" y="7935"/>
                      </a:cubicBezTo>
                      <a:cubicBezTo>
                        <a:pt x="2797" y="10329"/>
                        <a:pt x="1246" y="13255"/>
                        <a:pt x="403" y="16092"/>
                      </a:cubicBezTo>
                      <a:cubicBezTo>
                        <a:pt x="-350" y="18974"/>
                        <a:pt x="-84" y="21900"/>
                        <a:pt x="1512" y="24559"/>
                      </a:cubicBezTo>
                      <a:cubicBezTo>
                        <a:pt x="1512" y="24559"/>
                        <a:pt x="1246" y="23894"/>
                        <a:pt x="1113" y="22653"/>
                      </a:cubicBezTo>
                      <a:cubicBezTo>
                        <a:pt x="980" y="21412"/>
                        <a:pt x="802" y="19594"/>
                        <a:pt x="1290" y="17378"/>
                      </a:cubicBezTo>
                      <a:cubicBezTo>
                        <a:pt x="1822" y="15161"/>
                        <a:pt x="2620" y="12368"/>
                        <a:pt x="4748" y="9398"/>
                      </a:cubicBezTo>
                      <a:cubicBezTo>
                        <a:pt x="6831" y="6339"/>
                        <a:pt x="10023" y="2970"/>
                        <a:pt x="152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84" name="Forme libre : forme 26483">
                  <a:extLst>
                    <a:ext uri="{FF2B5EF4-FFF2-40B4-BE49-F238E27FC236}">
                      <a16:creationId xmlns:a16="http://schemas.microsoft.com/office/drawing/2014/main" id="{8DF3B9E2-8C39-4E34-B72C-7CA904B6E133}"/>
                    </a:ext>
                  </a:extLst>
                </p:cNvPr>
                <p:cNvSpPr/>
                <p:nvPr/>
              </p:nvSpPr>
              <p:spPr>
                <a:xfrm>
                  <a:off x="5860858" y="1380955"/>
                  <a:ext cx="12527" cy="4855"/>
                </a:xfrm>
                <a:custGeom>
                  <a:avLst/>
                  <a:gdLst>
                    <a:gd name="connsiteX0" fmla="*/ 12289 w 12527"/>
                    <a:gd name="connsiteY0" fmla="*/ 4210 h 4855"/>
                    <a:gd name="connsiteX1" fmla="*/ 5063 w 12527"/>
                    <a:gd name="connsiteY1" fmla="*/ 4254 h 4855"/>
                    <a:gd name="connsiteX2" fmla="*/ 1162 w 12527"/>
                    <a:gd name="connsiteY2" fmla="*/ 2924 h 4855"/>
                    <a:gd name="connsiteX3" fmla="*/ 98 w 12527"/>
                    <a:gd name="connsiteY3" fmla="*/ 1328 h 4855"/>
                    <a:gd name="connsiteX4" fmla="*/ 7856 w 12527"/>
                    <a:gd name="connsiteY4" fmla="*/ 442 h 4855"/>
                    <a:gd name="connsiteX5" fmla="*/ 12289 w 12527"/>
                    <a:gd name="connsiteY5" fmla="*/ 4210 h 4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27" h="4855">
                      <a:moveTo>
                        <a:pt x="12289" y="4210"/>
                      </a:moveTo>
                      <a:cubicBezTo>
                        <a:pt x="11358" y="5274"/>
                        <a:pt x="8255" y="4830"/>
                        <a:pt x="5063" y="4254"/>
                      </a:cubicBezTo>
                      <a:cubicBezTo>
                        <a:pt x="3467" y="3944"/>
                        <a:pt x="2049" y="3456"/>
                        <a:pt x="1162" y="2924"/>
                      </a:cubicBezTo>
                      <a:cubicBezTo>
                        <a:pt x="231" y="2481"/>
                        <a:pt x="-212" y="1949"/>
                        <a:pt x="98" y="1328"/>
                      </a:cubicBezTo>
                      <a:cubicBezTo>
                        <a:pt x="630" y="-2"/>
                        <a:pt x="4310" y="-401"/>
                        <a:pt x="7856" y="442"/>
                      </a:cubicBezTo>
                      <a:cubicBezTo>
                        <a:pt x="11358" y="1594"/>
                        <a:pt x="13220" y="3279"/>
                        <a:pt x="12289" y="421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85" name="Forme libre : forme 26484">
                  <a:extLst>
                    <a:ext uri="{FF2B5EF4-FFF2-40B4-BE49-F238E27FC236}">
                      <a16:creationId xmlns:a16="http://schemas.microsoft.com/office/drawing/2014/main" id="{7D3779E6-9E9C-484D-96FA-38218B5C31D7}"/>
                    </a:ext>
                  </a:extLst>
                </p:cNvPr>
                <p:cNvSpPr/>
                <p:nvPr/>
              </p:nvSpPr>
              <p:spPr>
                <a:xfrm>
                  <a:off x="5871588" y="1383715"/>
                  <a:ext cx="3394" cy="1942"/>
                </a:xfrm>
                <a:custGeom>
                  <a:avLst/>
                  <a:gdLst>
                    <a:gd name="connsiteX0" fmla="*/ 3377 w 3394"/>
                    <a:gd name="connsiteY0" fmla="*/ 1405 h 1942"/>
                    <a:gd name="connsiteX1" fmla="*/ 1515 w 3394"/>
                    <a:gd name="connsiteY1" fmla="*/ 1848 h 1942"/>
                    <a:gd name="connsiteX2" fmla="*/ 8 w 3394"/>
                    <a:gd name="connsiteY2" fmla="*/ 696 h 1942"/>
                    <a:gd name="connsiteX3" fmla="*/ 1914 w 3394"/>
                    <a:gd name="connsiteY3" fmla="*/ 31 h 1942"/>
                    <a:gd name="connsiteX4" fmla="*/ 3377 w 3394"/>
                    <a:gd name="connsiteY4" fmla="*/ 1405 h 1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4" h="1942">
                      <a:moveTo>
                        <a:pt x="3377" y="1405"/>
                      </a:moveTo>
                      <a:cubicBezTo>
                        <a:pt x="3244" y="1893"/>
                        <a:pt x="2446" y="2070"/>
                        <a:pt x="1515" y="1848"/>
                      </a:cubicBezTo>
                      <a:cubicBezTo>
                        <a:pt x="584" y="1715"/>
                        <a:pt x="-81" y="1183"/>
                        <a:pt x="8" y="696"/>
                      </a:cubicBezTo>
                      <a:cubicBezTo>
                        <a:pt x="97" y="208"/>
                        <a:pt x="939" y="-102"/>
                        <a:pt x="1914" y="31"/>
                      </a:cubicBezTo>
                      <a:cubicBezTo>
                        <a:pt x="2845" y="297"/>
                        <a:pt x="3510" y="917"/>
                        <a:pt x="3377" y="140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86" name="Forme libre : forme 26485">
                  <a:extLst>
                    <a:ext uri="{FF2B5EF4-FFF2-40B4-BE49-F238E27FC236}">
                      <a16:creationId xmlns:a16="http://schemas.microsoft.com/office/drawing/2014/main" id="{65CF73F5-6454-45B5-94AA-D602E8F26CA7}"/>
                    </a:ext>
                  </a:extLst>
                </p:cNvPr>
                <p:cNvSpPr/>
                <p:nvPr/>
              </p:nvSpPr>
              <p:spPr>
                <a:xfrm>
                  <a:off x="5859524" y="1370802"/>
                  <a:ext cx="30843" cy="22263"/>
                </a:xfrm>
                <a:custGeom>
                  <a:avLst/>
                  <a:gdLst>
                    <a:gd name="connsiteX0" fmla="*/ 30469 w 30843"/>
                    <a:gd name="connsiteY0" fmla="*/ 12945 h 22263"/>
                    <a:gd name="connsiteX1" fmla="*/ 28474 w 30843"/>
                    <a:gd name="connsiteY1" fmla="*/ 21146 h 22263"/>
                    <a:gd name="connsiteX2" fmla="*/ 25194 w 30843"/>
                    <a:gd name="connsiteY2" fmla="*/ 21988 h 22263"/>
                    <a:gd name="connsiteX3" fmla="*/ 22800 w 30843"/>
                    <a:gd name="connsiteY3" fmla="*/ 19018 h 22263"/>
                    <a:gd name="connsiteX4" fmla="*/ 18057 w 30843"/>
                    <a:gd name="connsiteY4" fmla="*/ 9310 h 22263"/>
                    <a:gd name="connsiteX5" fmla="*/ 14067 w 30843"/>
                    <a:gd name="connsiteY5" fmla="*/ 7226 h 22263"/>
                    <a:gd name="connsiteX6" fmla="*/ 7417 w 30843"/>
                    <a:gd name="connsiteY6" fmla="*/ 5009 h 22263"/>
                    <a:gd name="connsiteX7" fmla="*/ 1521 w 30843"/>
                    <a:gd name="connsiteY7" fmla="*/ 3413 h 22263"/>
                    <a:gd name="connsiteX8" fmla="*/ 413 w 30843"/>
                    <a:gd name="connsiteY8" fmla="*/ 1685 h 22263"/>
                    <a:gd name="connsiteX9" fmla="*/ 5245 w 30843"/>
                    <a:gd name="connsiteY9" fmla="*/ 177 h 22263"/>
                    <a:gd name="connsiteX10" fmla="*/ 8791 w 30843"/>
                    <a:gd name="connsiteY10" fmla="*/ 0 h 22263"/>
                    <a:gd name="connsiteX11" fmla="*/ 12604 w 30843"/>
                    <a:gd name="connsiteY11" fmla="*/ 532 h 22263"/>
                    <a:gd name="connsiteX12" fmla="*/ 16372 w 30843"/>
                    <a:gd name="connsiteY12" fmla="*/ 1330 h 22263"/>
                    <a:gd name="connsiteX13" fmla="*/ 19652 w 30843"/>
                    <a:gd name="connsiteY13" fmla="*/ 2571 h 22263"/>
                    <a:gd name="connsiteX14" fmla="*/ 24307 w 30843"/>
                    <a:gd name="connsiteY14" fmla="*/ 4921 h 22263"/>
                    <a:gd name="connsiteX15" fmla="*/ 28341 w 30843"/>
                    <a:gd name="connsiteY15" fmla="*/ 8911 h 22263"/>
                    <a:gd name="connsiteX16" fmla="*/ 29583 w 30843"/>
                    <a:gd name="connsiteY16" fmla="*/ 10861 h 22263"/>
                    <a:gd name="connsiteX17" fmla="*/ 30469 w 30843"/>
                    <a:gd name="connsiteY17" fmla="*/ 12945 h 22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0843" h="22263">
                      <a:moveTo>
                        <a:pt x="30469" y="12945"/>
                      </a:moveTo>
                      <a:cubicBezTo>
                        <a:pt x="31533" y="16447"/>
                        <a:pt x="30159" y="18974"/>
                        <a:pt x="28474" y="21146"/>
                      </a:cubicBezTo>
                      <a:cubicBezTo>
                        <a:pt x="27854" y="21900"/>
                        <a:pt x="26701" y="22697"/>
                        <a:pt x="25194" y="21988"/>
                      </a:cubicBezTo>
                      <a:cubicBezTo>
                        <a:pt x="23908" y="21279"/>
                        <a:pt x="23066" y="20126"/>
                        <a:pt x="22800" y="19018"/>
                      </a:cubicBezTo>
                      <a:cubicBezTo>
                        <a:pt x="21825" y="15870"/>
                        <a:pt x="22002" y="12280"/>
                        <a:pt x="18057" y="9310"/>
                      </a:cubicBezTo>
                      <a:cubicBezTo>
                        <a:pt x="17436" y="8911"/>
                        <a:pt x="16017" y="7891"/>
                        <a:pt x="14067" y="7226"/>
                      </a:cubicBezTo>
                      <a:cubicBezTo>
                        <a:pt x="12072" y="6561"/>
                        <a:pt x="9722" y="5541"/>
                        <a:pt x="7417" y="5009"/>
                      </a:cubicBezTo>
                      <a:cubicBezTo>
                        <a:pt x="5112" y="4477"/>
                        <a:pt x="2895" y="3901"/>
                        <a:pt x="1521" y="3413"/>
                      </a:cubicBezTo>
                      <a:cubicBezTo>
                        <a:pt x="147" y="3014"/>
                        <a:pt x="-474" y="2438"/>
                        <a:pt x="413" y="1685"/>
                      </a:cubicBezTo>
                      <a:cubicBezTo>
                        <a:pt x="1300" y="842"/>
                        <a:pt x="3073" y="443"/>
                        <a:pt x="5245" y="177"/>
                      </a:cubicBezTo>
                      <a:cubicBezTo>
                        <a:pt x="6353" y="44"/>
                        <a:pt x="7550" y="0"/>
                        <a:pt x="8791" y="0"/>
                      </a:cubicBezTo>
                      <a:cubicBezTo>
                        <a:pt x="10033" y="89"/>
                        <a:pt x="11318" y="310"/>
                        <a:pt x="12604" y="532"/>
                      </a:cubicBezTo>
                      <a:cubicBezTo>
                        <a:pt x="13889" y="754"/>
                        <a:pt x="15175" y="1020"/>
                        <a:pt x="16372" y="1330"/>
                      </a:cubicBezTo>
                      <a:cubicBezTo>
                        <a:pt x="17569" y="1729"/>
                        <a:pt x="18633" y="2172"/>
                        <a:pt x="19652" y="2571"/>
                      </a:cubicBezTo>
                      <a:cubicBezTo>
                        <a:pt x="21647" y="3458"/>
                        <a:pt x="23376" y="4211"/>
                        <a:pt x="24307" y="4921"/>
                      </a:cubicBezTo>
                      <a:cubicBezTo>
                        <a:pt x="25992" y="6206"/>
                        <a:pt x="27322" y="7581"/>
                        <a:pt x="28341" y="8911"/>
                      </a:cubicBezTo>
                      <a:cubicBezTo>
                        <a:pt x="28829" y="9576"/>
                        <a:pt x="29272" y="10240"/>
                        <a:pt x="29583" y="10861"/>
                      </a:cubicBezTo>
                      <a:cubicBezTo>
                        <a:pt x="29982" y="11570"/>
                        <a:pt x="30292" y="12280"/>
                        <a:pt x="30469" y="1294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58" name="Graphique 2">
                <a:extLst>
                  <a:ext uri="{FF2B5EF4-FFF2-40B4-BE49-F238E27FC236}">
                    <a16:creationId xmlns:a16="http://schemas.microsoft.com/office/drawing/2014/main" id="{30A8624B-D8AD-4E62-A24F-1D0C5E9AE1B2}"/>
                  </a:ext>
                </a:extLst>
              </p:cNvPr>
              <p:cNvGrpSpPr/>
              <p:nvPr/>
            </p:nvGrpSpPr>
            <p:grpSpPr>
              <a:xfrm>
                <a:off x="5883654" y="1391088"/>
                <a:ext cx="34761" cy="73347"/>
                <a:chOff x="5883654" y="1391088"/>
                <a:chExt cx="34761" cy="73347"/>
              </a:xfrm>
              <a:solidFill>
                <a:schemeClr val="accent1"/>
              </a:solidFill>
            </p:grpSpPr>
            <p:sp>
              <p:nvSpPr>
                <p:cNvPr id="26463" name="Forme libre : forme 26462">
                  <a:extLst>
                    <a:ext uri="{FF2B5EF4-FFF2-40B4-BE49-F238E27FC236}">
                      <a16:creationId xmlns:a16="http://schemas.microsoft.com/office/drawing/2014/main" id="{CE362C28-7109-4DAF-99F3-E91EB6AAA43E}"/>
                    </a:ext>
                  </a:extLst>
                </p:cNvPr>
                <p:cNvSpPr/>
                <p:nvPr/>
              </p:nvSpPr>
              <p:spPr>
                <a:xfrm>
                  <a:off x="5883654" y="1391088"/>
                  <a:ext cx="34761" cy="73347"/>
                </a:xfrm>
                <a:custGeom>
                  <a:avLst/>
                  <a:gdLst>
                    <a:gd name="connsiteX0" fmla="*/ 1773 w 34761"/>
                    <a:gd name="connsiteY0" fmla="*/ 49446 h 73347"/>
                    <a:gd name="connsiteX1" fmla="*/ 709 w 34761"/>
                    <a:gd name="connsiteY1" fmla="*/ 27635 h 73347"/>
                    <a:gd name="connsiteX2" fmla="*/ 0 w 34761"/>
                    <a:gd name="connsiteY2" fmla="*/ 21606 h 73347"/>
                    <a:gd name="connsiteX3" fmla="*/ 89 w 34761"/>
                    <a:gd name="connsiteY3" fmla="*/ 18991 h 73347"/>
                    <a:gd name="connsiteX4" fmla="*/ 443 w 34761"/>
                    <a:gd name="connsiteY4" fmla="*/ 16552 h 73347"/>
                    <a:gd name="connsiteX5" fmla="*/ 1906 w 34761"/>
                    <a:gd name="connsiteY5" fmla="*/ 11898 h 73347"/>
                    <a:gd name="connsiteX6" fmla="*/ 4566 w 34761"/>
                    <a:gd name="connsiteY6" fmla="*/ 7819 h 73347"/>
                    <a:gd name="connsiteX7" fmla="*/ 11304 w 34761"/>
                    <a:gd name="connsiteY7" fmla="*/ 1524 h 73347"/>
                    <a:gd name="connsiteX8" fmla="*/ 16314 w 34761"/>
                    <a:gd name="connsiteY8" fmla="*/ 61 h 73347"/>
                    <a:gd name="connsiteX9" fmla="*/ 23141 w 34761"/>
                    <a:gd name="connsiteY9" fmla="*/ 3253 h 73347"/>
                    <a:gd name="connsiteX10" fmla="*/ 26554 w 34761"/>
                    <a:gd name="connsiteY10" fmla="*/ 6622 h 73347"/>
                    <a:gd name="connsiteX11" fmla="*/ 29524 w 34761"/>
                    <a:gd name="connsiteY11" fmla="*/ 10967 h 73347"/>
                    <a:gd name="connsiteX12" fmla="*/ 33248 w 34761"/>
                    <a:gd name="connsiteY12" fmla="*/ 21517 h 73347"/>
                    <a:gd name="connsiteX13" fmla="*/ 34312 w 34761"/>
                    <a:gd name="connsiteY13" fmla="*/ 51618 h 73347"/>
                    <a:gd name="connsiteX14" fmla="*/ 19727 w 34761"/>
                    <a:gd name="connsiteY14" fmla="*/ 73252 h 73347"/>
                    <a:gd name="connsiteX15" fmla="*/ 10994 w 34761"/>
                    <a:gd name="connsiteY15" fmla="*/ 71744 h 73347"/>
                    <a:gd name="connsiteX16" fmla="*/ 1773 w 34761"/>
                    <a:gd name="connsiteY16" fmla="*/ 49446 h 73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4761" h="73347">
                      <a:moveTo>
                        <a:pt x="1773" y="49446"/>
                      </a:moveTo>
                      <a:cubicBezTo>
                        <a:pt x="2172" y="41688"/>
                        <a:pt x="1995" y="34019"/>
                        <a:pt x="709" y="27635"/>
                      </a:cubicBezTo>
                      <a:cubicBezTo>
                        <a:pt x="266" y="25419"/>
                        <a:pt x="89" y="23335"/>
                        <a:pt x="0" y="21606"/>
                      </a:cubicBezTo>
                      <a:cubicBezTo>
                        <a:pt x="0" y="20675"/>
                        <a:pt x="44" y="19789"/>
                        <a:pt x="89" y="18991"/>
                      </a:cubicBezTo>
                      <a:cubicBezTo>
                        <a:pt x="177" y="18148"/>
                        <a:pt x="310" y="17306"/>
                        <a:pt x="443" y="16552"/>
                      </a:cubicBezTo>
                      <a:cubicBezTo>
                        <a:pt x="798" y="14912"/>
                        <a:pt x="1197" y="13449"/>
                        <a:pt x="1906" y="11898"/>
                      </a:cubicBezTo>
                      <a:cubicBezTo>
                        <a:pt x="2571" y="10346"/>
                        <a:pt x="3325" y="9016"/>
                        <a:pt x="4566" y="7819"/>
                      </a:cubicBezTo>
                      <a:lnTo>
                        <a:pt x="11304" y="1524"/>
                      </a:lnTo>
                      <a:cubicBezTo>
                        <a:pt x="12501" y="416"/>
                        <a:pt x="14275" y="-205"/>
                        <a:pt x="16314" y="61"/>
                      </a:cubicBezTo>
                      <a:cubicBezTo>
                        <a:pt x="18309" y="327"/>
                        <a:pt x="20835" y="1347"/>
                        <a:pt x="23141" y="3253"/>
                      </a:cubicBezTo>
                      <a:cubicBezTo>
                        <a:pt x="24382" y="4184"/>
                        <a:pt x="25490" y="5337"/>
                        <a:pt x="26554" y="6622"/>
                      </a:cubicBezTo>
                      <a:cubicBezTo>
                        <a:pt x="27662" y="7952"/>
                        <a:pt x="28682" y="9415"/>
                        <a:pt x="29524" y="10967"/>
                      </a:cubicBezTo>
                      <a:cubicBezTo>
                        <a:pt x="31342" y="14158"/>
                        <a:pt x="32583" y="17749"/>
                        <a:pt x="33248" y="21517"/>
                      </a:cubicBezTo>
                      <a:cubicBezTo>
                        <a:pt x="35110" y="32201"/>
                        <a:pt x="34977" y="42087"/>
                        <a:pt x="34312" y="51618"/>
                      </a:cubicBezTo>
                      <a:cubicBezTo>
                        <a:pt x="33248" y="65050"/>
                        <a:pt x="25934" y="74404"/>
                        <a:pt x="19727" y="73252"/>
                      </a:cubicBezTo>
                      <a:lnTo>
                        <a:pt x="10994" y="71744"/>
                      </a:lnTo>
                      <a:cubicBezTo>
                        <a:pt x="4610" y="70636"/>
                        <a:pt x="1153" y="60351"/>
                        <a:pt x="1773" y="4944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64" name="Forme libre : forme 26463">
                  <a:extLst>
                    <a:ext uri="{FF2B5EF4-FFF2-40B4-BE49-F238E27FC236}">
                      <a16:creationId xmlns:a16="http://schemas.microsoft.com/office/drawing/2014/main" id="{D623DEFF-2025-4DDD-8717-7FE1A42EBAB7}"/>
                    </a:ext>
                  </a:extLst>
                </p:cNvPr>
                <p:cNvSpPr/>
                <p:nvPr/>
              </p:nvSpPr>
              <p:spPr>
                <a:xfrm>
                  <a:off x="5883743" y="1396203"/>
                  <a:ext cx="13896" cy="66673"/>
                </a:xfrm>
                <a:custGeom>
                  <a:avLst/>
                  <a:gdLst>
                    <a:gd name="connsiteX0" fmla="*/ 12014 w 13896"/>
                    <a:gd name="connsiteY0" fmla="*/ 24737 h 66673"/>
                    <a:gd name="connsiteX1" fmla="*/ 9044 w 13896"/>
                    <a:gd name="connsiteY1" fmla="*/ 11482 h 66673"/>
                    <a:gd name="connsiteX2" fmla="*/ 7492 w 13896"/>
                    <a:gd name="connsiteY2" fmla="*/ 0 h 66673"/>
                    <a:gd name="connsiteX3" fmla="*/ 4566 w 13896"/>
                    <a:gd name="connsiteY3" fmla="*/ 2704 h 66673"/>
                    <a:gd name="connsiteX4" fmla="*/ 1906 w 13896"/>
                    <a:gd name="connsiteY4" fmla="*/ 6783 h 66673"/>
                    <a:gd name="connsiteX5" fmla="*/ 443 w 13896"/>
                    <a:gd name="connsiteY5" fmla="*/ 11437 h 66673"/>
                    <a:gd name="connsiteX6" fmla="*/ 89 w 13896"/>
                    <a:gd name="connsiteY6" fmla="*/ 13875 h 66673"/>
                    <a:gd name="connsiteX7" fmla="*/ 0 w 13896"/>
                    <a:gd name="connsiteY7" fmla="*/ 16491 h 66673"/>
                    <a:gd name="connsiteX8" fmla="*/ 709 w 13896"/>
                    <a:gd name="connsiteY8" fmla="*/ 22520 h 66673"/>
                    <a:gd name="connsiteX9" fmla="*/ 1773 w 13896"/>
                    <a:gd name="connsiteY9" fmla="*/ 44331 h 66673"/>
                    <a:gd name="connsiteX10" fmla="*/ 10994 w 13896"/>
                    <a:gd name="connsiteY10" fmla="*/ 66629 h 66673"/>
                    <a:gd name="connsiteX11" fmla="*/ 11260 w 13896"/>
                    <a:gd name="connsiteY11" fmla="*/ 66674 h 66673"/>
                    <a:gd name="connsiteX12" fmla="*/ 13698 w 13896"/>
                    <a:gd name="connsiteY12" fmla="*/ 45350 h 66673"/>
                    <a:gd name="connsiteX13" fmla="*/ 13787 w 13896"/>
                    <a:gd name="connsiteY13" fmla="*/ 34888 h 66673"/>
                    <a:gd name="connsiteX14" fmla="*/ 12014 w 13896"/>
                    <a:gd name="connsiteY14" fmla="*/ 24737 h 6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3896" h="66673">
                      <a:moveTo>
                        <a:pt x="12014" y="24737"/>
                      </a:moveTo>
                      <a:cubicBezTo>
                        <a:pt x="10728" y="20038"/>
                        <a:pt x="9753" y="15560"/>
                        <a:pt x="9044" y="11482"/>
                      </a:cubicBezTo>
                      <a:cubicBezTo>
                        <a:pt x="8334" y="7403"/>
                        <a:pt x="7714" y="3679"/>
                        <a:pt x="7492" y="0"/>
                      </a:cubicBezTo>
                      <a:lnTo>
                        <a:pt x="4566" y="2704"/>
                      </a:lnTo>
                      <a:cubicBezTo>
                        <a:pt x="3325" y="3857"/>
                        <a:pt x="2571" y="5231"/>
                        <a:pt x="1906" y="6783"/>
                      </a:cubicBezTo>
                      <a:cubicBezTo>
                        <a:pt x="1241" y="8334"/>
                        <a:pt x="842" y="9797"/>
                        <a:pt x="443" y="11437"/>
                      </a:cubicBezTo>
                      <a:cubicBezTo>
                        <a:pt x="310" y="12191"/>
                        <a:pt x="177" y="13033"/>
                        <a:pt x="89" y="13875"/>
                      </a:cubicBezTo>
                      <a:cubicBezTo>
                        <a:pt x="44" y="14674"/>
                        <a:pt x="0" y="15560"/>
                        <a:pt x="0" y="16491"/>
                      </a:cubicBezTo>
                      <a:cubicBezTo>
                        <a:pt x="44" y="18264"/>
                        <a:pt x="266" y="20304"/>
                        <a:pt x="709" y="22520"/>
                      </a:cubicBezTo>
                      <a:cubicBezTo>
                        <a:pt x="1995" y="28904"/>
                        <a:pt x="2172" y="36573"/>
                        <a:pt x="1773" y="44331"/>
                      </a:cubicBezTo>
                      <a:cubicBezTo>
                        <a:pt x="1153" y="55236"/>
                        <a:pt x="4655" y="65521"/>
                        <a:pt x="10994" y="66629"/>
                      </a:cubicBezTo>
                      <a:lnTo>
                        <a:pt x="11260" y="66674"/>
                      </a:lnTo>
                      <a:cubicBezTo>
                        <a:pt x="12191" y="59403"/>
                        <a:pt x="13211" y="52399"/>
                        <a:pt x="13698" y="45350"/>
                      </a:cubicBezTo>
                      <a:cubicBezTo>
                        <a:pt x="13920" y="41848"/>
                        <a:pt x="13964" y="38346"/>
                        <a:pt x="13787" y="34888"/>
                      </a:cubicBezTo>
                      <a:cubicBezTo>
                        <a:pt x="13432" y="31475"/>
                        <a:pt x="12945" y="28017"/>
                        <a:pt x="12014" y="24737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65" name="Forme libre : forme 26464">
                  <a:extLst>
                    <a:ext uri="{FF2B5EF4-FFF2-40B4-BE49-F238E27FC236}">
                      <a16:creationId xmlns:a16="http://schemas.microsoft.com/office/drawing/2014/main" id="{405C6604-EA6A-487D-83EC-A1DA34FBC9D5}"/>
                    </a:ext>
                  </a:extLst>
                </p:cNvPr>
                <p:cNvSpPr/>
                <p:nvPr/>
              </p:nvSpPr>
              <p:spPr>
                <a:xfrm>
                  <a:off x="5895047" y="1417408"/>
                  <a:ext cx="12374" cy="31787"/>
                </a:xfrm>
                <a:custGeom>
                  <a:avLst/>
                  <a:gdLst>
                    <a:gd name="connsiteX0" fmla="*/ 5232 w 12374"/>
                    <a:gd name="connsiteY0" fmla="*/ 31771 h 31787"/>
                    <a:gd name="connsiteX1" fmla="*/ 1 w 12374"/>
                    <a:gd name="connsiteY1" fmla="*/ 15812 h 31787"/>
                    <a:gd name="connsiteX2" fmla="*/ 5143 w 12374"/>
                    <a:gd name="connsiteY2" fmla="*/ 30 h 31787"/>
                    <a:gd name="connsiteX3" fmla="*/ 10108 w 12374"/>
                    <a:gd name="connsiteY3" fmla="*/ 4197 h 31787"/>
                    <a:gd name="connsiteX4" fmla="*/ 12369 w 12374"/>
                    <a:gd name="connsiteY4" fmla="*/ 15901 h 31787"/>
                    <a:gd name="connsiteX5" fmla="*/ 5232 w 12374"/>
                    <a:gd name="connsiteY5" fmla="*/ 31771 h 31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374" h="31787">
                      <a:moveTo>
                        <a:pt x="5232" y="31771"/>
                      </a:moveTo>
                      <a:cubicBezTo>
                        <a:pt x="1863" y="31372"/>
                        <a:pt x="-44" y="24146"/>
                        <a:pt x="1" y="15812"/>
                      </a:cubicBezTo>
                      <a:cubicBezTo>
                        <a:pt x="134" y="7522"/>
                        <a:pt x="1730" y="739"/>
                        <a:pt x="5143" y="30"/>
                      </a:cubicBezTo>
                      <a:cubicBezTo>
                        <a:pt x="6828" y="-236"/>
                        <a:pt x="8690" y="1271"/>
                        <a:pt x="10108" y="4197"/>
                      </a:cubicBezTo>
                      <a:cubicBezTo>
                        <a:pt x="11482" y="7079"/>
                        <a:pt x="12458" y="11290"/>
                        <a:pt x="12369" y="15901"/>
                      </a:cubicBezTo>
                      <a:cubicBezTo>
                        <a:pt x="12280" y="25210"/>
                        <a:pt x="8557" y="32170"/>
                        <a:pt x="5232" y="31771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66" name="Forme libre : forme 26465">
                  <a:extLst>
                    <a:ext uri="{FF2B5EF4-FFF2-40B4-BE49-F238E27FC236}">
                      <a16:creationId xmlns:a16="http://schemas.microsoft.com/office/drawing/2014/main" id="{0130853E-C452-4AA1-B9D4-17DF97438F10}"/>
                    </a:ext>
                  </a:extLst>
                </p:cNvPr>
                <p:cNvSpPr/>
                <p:nvPr/>
              </p:nvSpPr>
              <p:spPr>
                <a:xfrm>
                  <a:off x="5895047" y="1417405"/>
                  <a:ext cx="11082" cy="22686"/>
                </a:xfrm>
                <a:custGeom>
                  <a:avLst/>
                  <a:gdLst>
                    <a:gd name="connsiteX0" fmla="*/ 11083 w 11082"/>
                    <a:gd name="connsiteY0" fmla="*/ 6594 h 22686"/>
                    <a:gd name="connsiteX1" fmla="*/ 5142 w 11082"/>
                    <a:gd name="connsiteY1" fmla="*/ 33 h 22686"/>
                    <a:gd name="connsiteX2" fmla="*/ 0 w 11082"/>
                    <a:gd name="connsiteY2" fmla="*/ 15815 h 22686"/>
                    <a:gd name="connsiteX3" fmla="*/ 443 w 11082"/>
                    <a:gd name="connsiteY3" fmla="*/ 22686 h 22686"/>
                    <a:gd name="connsiteX4" fmla="*/ 1064 w 11082"/>
                    <a:gd name="connsiteY4" fmla="*/ 18918 h 22686"/>
                    <a:gd name="connsiteX5" fmla="*/ 11083 w 11082"/>
                    <a:gd name="connsiteY5" fmla="*/ 6594 h 2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82" h="22686">
                      <a:moveTo>
                        <a:pt x="11083" y="6594"/>
                      </a:moveTo>
                      <a:cubicBezTo>
                        <a:pt x="9708" y="2205"/>
                        <a:pt x="7226" y="-322"/>
                        <a:pt x="5142" y="33"/>
                      </a:cubicBezTo>
                      <a:cubicBezTo>
                        <a:pt x="1729" y="742"/>
                        <a:pt x="133" y="7525"/>
                        <a:pt x="0" y="15815"/>
                      </a:cubicBezTo>
                      <a:cubicBezTo>
                        <a:pt x="44" y="18253"/>
                        <a:pt x="133" y="20603"/>
                        <a:pt x="443" y="22686"/>
                      </a:cubicBezTo>
                      <a:cubicBezTo>
                        <a:pt x="532" y="21401"/>
                        <a:pt x="709" y="20115"/>
                        <a:pt x="1064" y="18918"/>
                      </a:cubicBezTo>
                      <a:cubicBezTo>
                        <a:pt x="3192" y="12268"/>
                        <a:pt x="6871" y="6461"/>
                        <a:pt x="11083" y="659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67" name="Forme libre : forme 26466">
                  <a:extLst>
                    <a:ext uri="{FF2B5EF4-FFF2-40B4-BE49-F238E27FC236}">
                      <a16:creationId xmlns:a16="http://schemas.microsoft.com/office/drawing/2014/main" id="{BC157BAB-7A4A-4D8E-B4E4-87B06B04D3AE}"/>
                    </a:ext>
                  </a:extLst>
                </p:cNvPr>
                <p:cNvSpPr/>
                <p:nvPr/>
              </p:nvSpPr>
              <p:spPr>
                <a:xfrm>
                  <a:off x="5893670" y="1419226"/>
                  <a:ext cx="12378" cy="31432"/>
                </a:xfrm>
                <a:custGeom>
                  <a:avLst/>
                  <a:gdLst>
                    <a:gd name="connsiteX0" fmla="*/ 5101 w 12378"/>
                    <a:gd name="connsiteY0" fmla="*/ 31416 h 31432"/>
                    <a:gd name="connsiteX1" fmla="*/ 1245 w 12378"/>
                    <a:gd name="connsiteY1" fmla="*/ 26406 h 31432"/>
                    <a:gd name="connsiteX2" fmla="*/ 3 w 12378"/>
                    <a:gd name="connsiteY2" fmla="*/ 15545 h 31432"/>
                    <a:gd name="connsiteX3" fmla="*/ 1466 w 12378"/>
                    <a:gd name="connsiteY3" fmla="*/ 4950 h 31432"/>
                    <a:gd name="connsiteX4" fmla="*/ 5367 w 12378"/>
                    <a:gd name="connsiteY4" fmla="*/ 29 h 31432"/>
                    <a:gd name="connsiteX5" fmla="*/ 10244 w 12378"/>
                    <a:gd name="connsiteY5" fmla="*/ 4197 h 31432"/>
                    <a:gd name="connsiteX6" fmla="*/ 12372 w 12378"/>
                    <a:gd name="connsiteY6" fmla="*/ 15767 h 31432"/>
                    <a:gd name="connsiteX7" fmla="*/ 5101 w 12378"/>
                    <a:gd name="connsiteY7" fmla="*/ 31416 h 3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378" h="31432">
                      <a:moveTo>
                        <a:pt x="5101" y="31416"/>
                      </a:moveTo>
                      <a:cubicBezTo>
                        <a:pt x="3417" y="31238"/>
                        <a:pt x="2087" y="29288"/>
                        <a:pt x="1245" y="26406"/>
                      </a:cubicBezTo>
                      <a:cubicBezTo>
                        <a:pt x="358" y="23525"/>
                        <a:pt x="-41" y="19668"/>
                        <a:pt x="3" y="15545"/>
                      </a:cubicBezTo>
                      <a:cubicBezTo>
                        <a:pt x="48" y="11422"/>
                        <a:pt x="624" y="7699"/>
                        <a:pt x="1466" y="4950"/>
                      </a:cubicBezTo>
                      <a:cubicBezTo>
                        <a:pt x="2397" y="2157"/>
                        <a:pt x="3638" y="295"/>
                        <a:pt x="5367" y="29"/>
                      </a:cubicBezTo>
                      <a:cubicBezTo>
                        <a:pt x="7052" y="-237"/>
                        <a:pt x="8958" y="1315"/>
                        <a:pt x="10244" y="4197"/>
                      </a:cubicBezTo>
                      <a:cubicBezTo>
                        <a:pt x="11662" y="7078"/>
                        <a:pt x="12460" y="11201"/>
                        <a:pt x="12372" y="15767"/>
                      </a:cubicBezTo>
                      <a:cubicBezTo>
                        <a:pt x="12194" y="24943"/>
                        <a:pt x="8382" y="31815"/>
                        <a:pt x="5101" y="3141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68" name="Forme libre : forme 26467">
                  <a:extLst>
                    <a:ext uri="{FF2B5EF4-FFF2-40B4-BE49-F238E27FC236}">
                      <a16:creationId xmlns:a16="http://schemas.microsoft.com/office/drawing/2014/main" id="{D0E1B49E-0ACF-4088-872E-B58704DA025A}"/>
                    </a:ext>
                  </a:extLst>
                </p:cNvPr>
                <p:cNvSpPr/>
                <p:nvPr/>
              </p:nvSpPr>
              <p:spPr>
                <a:xfrm>
                  <a:off x="5887888" y="1402142"/>
                  <a:ext cx="20829" cy="40692"/>
                </a:xfrm>
                <a:custGeom>
                  <a:avLst/>
                  <a:gdLst>
                    <a:gd name="connsiteX0" fmla="*/ 7868 w 20829"/>
                    <a:gd name="connsiteY0" fmla="*/ 2839 h 40692"/>
                    <a:gd name="connsiteX1" fmla="*/ 2903 w 20829"/>
                    <a:gd name="connsiteY1" fmla="*/ 6031 h 40692"/>
                    <a:gd name="connsiteX2" fmla="*/ 22 w 20829"/>
                    <a:gd name="connsiteY2" fmla="*/ 20305 h 40692"/>
                    <a:gd name="connsiteX3" fmla="*/ 1308 w 20829"/>
                    <a:gd name="connsiteY3" fmla="*/ 35023 h 40692"/>
                    <a:gd name="connsiteX4" fmla="*/ 6583 w 20829"/>
                    <a:gd name="connsiteY4" fmla="*/ 40387 h 40692"/>
                    <a:gd name="connsiteX5" fmla="*/ 9775 w 20829"/>
                    <a:gd name="connsiteY5" fmla="*/ 35156 h 40692"/>
                    <a:gd name="connsiteX6" fmla="*/ 16380 w 20829"/>
                    <a:gd name="connsiteY6" fmla="*/ 21458 h 40692"/>
                    <a:gd name="connsiteX7" fmla="*/ 20104 w 20829"/>
                    <a:gd name="connsiteY7" fmla="*/ 13878 h 40692"/>
                    <a:gd name="connsiteX8" fmla="*/ 19306 w 20829"/>
                    <a:gd name="connsiteY8" fmla="*/ 3149 h 40692"/>
                    <a:gd name="connsiteX9" fmla="*/ 13055 w 20829"/>
                    <a:gd name="connsiteY9" fmla="*/ 268 h 40692"/>
                    <a:gd name="connsiteX10" fmla="*/ 7868 w 20829"/>
                    <a:gd name="connsiteY10" fmla="*/ 2839 h 40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829" h="40692">
                      <a:moveTo>
                        <a:pt x="7868" y="2839"/>
                      </a:moveTo>
                      <a:cubicBezTo>
                        <a:pt x="6007" y="3548"/>
                        <a:pt x="4145" y="4391"/>
                        <a:pt x="2903" y="6031"/>
                      </a:cubicBezTo>
                      <a:cubicBezTo>
                        <a:pt x="465" y="9267"/>
                        <a:pt x="155" y="14587"/>
                        <a:pt x="22" y="20305"/>
                      </a:cubicBezTo>
                      <a:cubicBezTo>
                        <a:pt x="-67" y="25005"/>
                        <a:pt x="66" y="30369"/>
                        <a:pt x="1308" y="35023"/>
                      </a:cubicBezTo>
                      <a:cubicBezTo>
                        <a:pt x="2283" y="38481"/>
                        <a:pt x="4322" y="41717"/>
                        <a:pt x="6583" y="40387"/>
                      </a:cubicBezTo>
                      <a:cubicBezTo>
                        <a:pt x="8001" y="39545"/>
                        <a:pt x="8888" y="37284"/>
                        <a:pt x="9775" y="35156"/>
                      </a:cubicBezTo>
                      <a:cubicBezTo>
                        <a:pt x="11814" y="30191"/>
                        <a:pt x="14075" y="25625"/>
                        <a:pt x="16380" y="21458"/>
                      </a:cubicBezTo>
                      <a:cubicBezTo>
                        <a:pt x="17400" y="19685"/>
                        <a:pt x="19084" y="17069"/>
                        <a:pt x="20104" y="13878"/>
                      </a:cubicBezTo>
                      <a:cubicBezTo>
                        <a:pt x="21079" y="10686"/>
                        <a:pt x="21301" y="6740"/>
                        <a:pt x="19306" y="3149"/>
                      </a:cubicBezTo>
                      <a:cubicBezTo>
                        <a:pt x="17488" y="-87"/>
                        <a:pt x="15139" y="-353"/>
                        <a:pt x="13055" y="268"/>
                      </a:cubicBezTo>
                      <a:cubicBezTo>
                        <a:pt x="11060" y="933"/>
                        <a:pt x="9154" y="2351"/>
                        <a:pt x="7868" y="283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69" name="Forme libre : forme 26468">
                  <a:extLst>
                    <a:ext uri="{FF2B5EF4-FFF2-40B4-BE49-F238E27FC236}">
                      <a16:creationId xmlns:a16="http://schemas.microsoft.com/office/drawing/2014/main" id="{BE430E53-14EF-4704-9279-838AE11691A6}"/>
                    </a:ext>
                  </a:extLst>
                </p:cNvPr>
                <p:cNvSpPr/>
                <p:nvPr/>
              </p:nvSpPr>
              <p:spPr>
                <a:xfrm>
                  <a:off x="5902628" y="1409375"/>
                  <a:ext cx="7948" cy="13467"/>
                </a:xfrm>
                <a:custGeom>
                  <a:avLst/>
                  <a:gdLst>
                    <a:gd name="connsiteX0" fmla="*/ 2305 w 7948"/>
                    <a:gd name="connsiteY0" fmla="*/ 482 h 13467"/>
                    <a:gd name="connsiteX1" fmla="*/ 798 w 7948"/>
                    <a:gd name="connsiteY1" fmla="*/ 39 h 13467"/>
                    <a:gd name="connsiteX2" fmla="*/ 0 w 7948"/>
                    <a:gd name="connsiteY2" fmla="*/ 1591 h 13467"/>
                    <a:gd name="connsiteX3" fmla="*/ 621 w 7948"/>
                    <a:gd name="connsiteY3" fmla="*/ 3985 h 13467"/>
                    <a:gd name="connsiteX4" fmla="*/ 2881 w 7948"/>
                    <a:gd name="connsiteY4" fmla="*/ 9659 h 13467"/>
                    <a:gd name="connsiteX5" fmla="*/ 3945 w 7948"/>
                    <a:gd name="connsiteY5" fmla="*/ 11742 h 13467"/>
                    <a:gd name="connsiteX6" fmla="*/ 6783 w 7948"/>
                    <a:gd name="connsiteY6" fmla="*/ 13427 h 13467"/>
                    <a:gd name="connsiteX7" fmla="*/ 7758 w 7948"/>
                    <a:gd name="connsiteY7" fmla="*/ 9437 h 13467"/>
                    <a:gd name="connsiteX8" fmla="*/ 2305 w 7948"/>
                    <a:gd name="connsiteY8" fmla="*/ 482 h 13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948" h="13467">
                      <a:moveTo>
                        <a:pt x="2305" y="482"/>
                      </a:moveTo>
                      <a:cubicBezTo>
                        <a:pt x="1773" y="128"/>
                        <a:pt x="1241" y="-94"/>
                        <a:pt x="798" y="39"/>
                      </a:cubicBezTo>
                      <a:cubicBezTo>
                        <a:pt x="355" y="172"/>
                        <a:pt x="0" y="748"/>
                        <a:pt x="0" y="1591"/>
                      </a:cubicBezTo>
                      <a:cubicBezTo>
                        <a:pt x="44" y="2389"/>
                        <a:pt x="355" y="3187"/>
                        <a:pt x="621" y="3985"/>
                      </a:cubicBezTo>
                      <a:cubicBezTo>
                        <a:pt x="1374" y="5935"/>
                        <a:pt x="2128" y="7841"/>
                        <a:pt x="2881" y="9659"/>
                      </a:cubicBezTo>
                      <a:cubicBezTo>
                        <a:pt x="3192" y="10412"/>
                        <a:pt x="3546" y="11166"/>
                        <a:pt x="3945" y="11742"/>
                      </a:cubicBezTo>
                      <a:cubicBezTo>
                        <a:pt x="4743" y="12939"/>
                        <a:pt x="5896" y="13649"/>
                        <a:pt x="6783" y="13427"/>
                      </a:cubicBezTo>
                      <a:cubicBezTo>
                        <a:pt x="7625" y="13205"/>
                        <a:pt x="8290" y="12008"/>
                        <a:pt x="7758" y="9437"/>
                      </a:cubicBezTo>
                      <a:cubicBezTo>
                        <a:pt x="6960" y="5447"/>
                        <a:pt x="4433" y="1857"/>
                        <a:pt x="2305" y="48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70" name="Forme libre : forme 26469">
                  <a:extLst>
                    <a:ext uri="{FF2B5EF4-FFF2-40B4-BE49-F238E27FC236}">
                      <a16:creationId xmlns:a16="http://schemas.microsoft.com/office/drawing/2014/main" id="{3F0F215E-AB06-4E48-801A-C21AEBDD7C5F}"/>
                    </a:ext>
                  </a:extLst>
                </p:cNvPr>
                <p:cNvSpPr/>
                <p:nvPr/>
              </p:nvSpPr>
              <p:spPr>
                <a:xfrm>
                  <a:off x="5886092" y="1441022"/>
                  <a:ext cx="10151" cy="19948"/>
                </a:xfrm>
                <a:custGeom>
                  <a:avLst/>
                  <a:gdLst>
                    <a:gd name="connsiteX0" fmla="*/ 10152 w 10151"/>
                    <a:gd name="connsiteY0" fmla="*/ 19949 h 19948"/>
                    <a:gd name="connsiteX1" fmla="*/ 5497 w 10151"/>
                    <a:gd name="connsiteY1" fmla="*/ 17112 h 19948"/>
                    <a:gd name="connsiteX2" fmla="*/ 0 w 10151"/>
                    <a:gd name="connsiteY2" fmla="*/ 0 h 19948"/>
                    <a:gd name="connsiteX3" fmla="*/ 1951 w 10151"/>
                    <a:gd name="connsiteY3" fmla="*/ 7891 h 19948"/>
                    <a:gd name="connsiteX4" fmla="*/ 10152 w 10151"/>
                    <a:gd name="connsiteY4" fmla="*/ 19949 h 19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51" h="19948">
                      <a:moveTo>
                        <a:pt x="10152" y="19949"/>
                      </a:moveTo>
                      <a:cubicBezTo>
                        <a:pt x="10152" y="19949"/>
                        <a:pt x="7802" y="19772"/>
                        <a:pt x="5497" y="17112"/>
                      </a:cubicBezTo>
                      <a:cubicBezTo>
                        <a:pt x="3103" y="14496"/>
                        <a:pt x="842" y="9354"/>
                        <a:pt x="0" y="0"/>
                      </a:cubicBezTo>
                      <a:cubicBezTo>
                        <a:pt x="0" y="0"/>
                        <a:pt x="532" y="3591"/>
                        <a:pt x="1951" y="7891"/>
                      </a:cubicBezTo>
                      <a:cubicBezTo>
                        <a:pt x="3414" y="12235"/>
                        <a:pt x="5807" y="17333"/>
                        <a:pt x="10152" y="199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71" name="Forme libre : forme 26470">
                  <a:extLst>
                    <a:ext uri="{FF2B5EF4-FFF2-40B4-BE49-F238E27FC236}">
                      <a16:creationId xmlns:a16="http://schemas.microsoft.com/office/drawing/2014/main" id="{3B512196-CD14-47D2-A8E2-830A417E2BA4}"/>
                    </a:ext>
                  </a:extLst>
                </p:cNvPr>
                <p:cNvSpPr/>
                <p:nvPr/>
              </p:nvSpPr>
              <p:spPr>
                <a:xfrm>
                  <a:off x="5895269" y="1393428"/>
                  <a:ext cx="21012" cy="21039"/>
                </a:xfrm>
                <a:custGeom>
                  <a:avLst/>
                  <a:gdLst>
                    <a:gd name="connsiteX0" fmla="*/ 21013 w 21012"/>
                    <a:gd name="connsiteY0" fmla="*/ 21040 h 21039"/>
                    <a:gd name="connsiteX1" fmla="*/ 20038 w 21012"/>
                    <a:gd name="connsiteY1" fmla="*/ 17227 h 21039"/>
                    <a:gd name="connsiteX2" fmla="*/ 16225 w 21012"/>
                    <a:gd name="connsiteY2" fmla="*/ 8804 h 21039"/>
                    <a:gd name="connsiteX3" fmla="*/ 8689 w 21012"/>
                    <a:gd name="connsiteY3" fmla="*/ 1357 h 21039"/>
                    <a:gd name="connsiteX4" fmla="*/ 0 w 21012"/>
                    <a:gd name="connsiteY4" fmla="*/ 958 h 21039"/>
                    <a:gd name="connsiteX5" fmla="*/ 1906 w 21012"/>
                    <a:gd name="connsiteY5" fmla="*/ 780 h 21039"/>
                    <a:gd name="connsiteX6" fmla="*/ 7359 w 21012"/>
                    <a:gd name="connsiteY6" fmla="*/ 2066 h 21039"/>
                    <a:gd name="connsiteX7" fmla="*/ 14895 w 21012"/>
                    <a:gd name="connsiteY7" fmla="*/ 8139 h 21039"/>
                    <a:gd name="connsiteX8" fmla="*/ 21013 w 21012"/>
                    <a:gd name="connsiteY8" fmla="*/ 21040 h 2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12" h="21039">
                      <a:moveTo>
                        <a:pt x="21013" y="21040"/>
                      </a:moveTo>
                      <a:cubicBezTo>
                        <a:pt x="21013" y="21040"/>
                        <a:pt x="20703" y="19488"/>
                        <a:pt x="20038" y="17227"/>
                      </a:cubicBezTo>
                      <a:cubicBezTo>
                        <a:pt x="19328" y="14922"/>
                        <a:pt x="18176" y="11819"/>
                        <a:pt x="16225" y="8804"/>
                      </a:cubicBezTo>
                      <a:cubicBezTo>
                        <a:pt x="14363" y="5834"/>
                        <a:pt x="11659" y="2953"/>
                        <a:pt x="8689" y="1357"/>
                      </a:cubicBezTo>
                      <a:cubicBezTo>
                        <a:pt x="5807" y="-284"/>
                        <a:pt x="2571" y="-461"/>
                        <a:pt x="0" y="958"/>
                      </a:cubicBezTo>
                      <a:cubicBezTo>
                        <a:pt x="0" y="958"/>
                        <a:pt x="665" y="736"/>
                        <a:pt x="1906" y="780"/>
                      </a:cubicBezTo>
                      <a:cubicBezTo>
                        <a:pt x="3103" y="825"/>
                        <a:pt x="5142" y="958"/>
                        <a:pt x="7359" y="2066"/>
                      </a:cubicBezTo>
                      <a:cubicBezTo>
                        <a:pt x="9664" y="3086"/>
                        <a:pt x="12368" y="4992"/>
                        <a:pt x="14895" y="8139"/>
                      </a:cubicBezTo>
                      <a:cubicBezTo>
                        <a:pt x="17422" y="11242"/>
                        <a:pt x="19639" y="15587"/>
                        <a:pt x="21013" y="210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72" name="Forme libre : forme 26471">
                  <a:extLst>
                    <a:ext uri="{FF2B5EF4-FFF2-40B4-BE49-F238E27FC236}">
                      <a16:creationId xmlns:a16="http://schemas.microsoft.com/office/drawing/2014/main" id="{D94EBC03-D07C-4CBA-A280-81003C651E8D}"/>
                    </a:ext>
                  </a:extLst>
                </p:cNvPr>
                <p:cNvSpPr/>
                <p:nvPr/>
              </p:nvSpPr>
              <p:spPr>
                <a:xfrm>
                  <a:off x="5901677" y="1430482"/>
                  <a:ext cx="4488" cy="12116"/>
                </a:xfrm>
                <a:custGeom>
                  <a:avLst/>
                  <a:gdLst>
                    <a:gd name="connsiteX0" fmla="*/ 862 w 4488"/>
                    <a:gd name="connsiteY0" fmla="*/ 11958 h 12116"/>
                    <a:gd name="connsiteX1" fmla="*/ 419 w 4488"/>
                    <a:gd name="connsiteY1" fmla="*/ 4821 h 12116"/>
                    <a:gd name="connsiteX2" fmla="*/ 3433 w 4488"/>
                    <a:gd name="connsiteY2" fmla="*/ 122 h 12116"/>
                    <a:gd name="connsiteX3" fmla="*/ 4098 w 4488"/>
                    <a:gd name="connsiteY3" fmla="*/ 7392 h 12116"/>
                    <a:gd name="connsiteX4" fmla="*/ 862 w 4488"/>
                    <a:gd name="connsiteY4" fmla="*/ 11958 h 12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88" h="12116">
                      <a:moveTo>
                        <a:pt x="862" y="11958"/>
                      </a:moveTo>
                      <a:cubicBezTo>
                        <a:pt x="-69" y="11204"/>
                        <a:pt x="-291" y="8057"/>
                        <a:pt x="419" y="4821"/>
                      </a:cubicBezTo>
                      <a:cubicBezTo>
                        <a:pt x="1039" y="1585"/>
                        <a:pt x="2413" y="-543"/>
                        <a:pt x="3433" y="122"/>
                      </a:cubicBezTo>
                      <a:cubicBezTo>
                        <a:pt x="4453" y="787"/>
                        <a:pt x="4852" y="4112"/>
                        <a:pt x="4098" y="7392"/>
                      </a:cubicBezTo>
                      <a:cubicBezTo>
                        <a:pt x="3344" y="10717"/>
                        <a:pt x="1837" y="12712"/>
                        <a:pt x="862" y="1195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73" name="Forme libre : forme 26472">
                  <a:extLst>
                    <a:ext uri="{FF2B5EF4-FFF2-40B4-BE49-F238E27FC236}">
                      <a16:creationId xmlns:a16="http://schemas.microsoft.com/office/drawing/2014/main" id="{52784817-ECFF-4ABF-898D-0E9EE099D08B}"/>
                    </a:ext>
                  </a:extLst>
                </p:cNvPr>
                <p:cNvSpPr/>
                <p:nvPr/>
              </p:nvSpPr>
              <p:spPr>
                <a:xfrm>
                  <a:off x="5902127" y="1440887"/>
                  <a:ext cx="1800" cy="3328"/>
                </a:xfrm>
                <a:custGeom>
                  <a:avLst/>
                  <a:gdLst>
                    <a:gd name="connsiteX0" fmla="*/ 767 w 1800"/>
                    <a:gd name="connsiteY0" fmla="*/ 3327 h 3328"/>
                    <a:gd name="connsiteX1" fmla="*/ 14 w 1800"/>
                    <a:gd name="connsiteY1" fmla="*/ 1598 h 3328"/>
                    <a:gd name="connsiteX2" fmla="*/ 1033 w 1800"/>
                    <a:gd name="connsiteY2" fmla="*/ 2 h 3328"/>
                    <a:gd name="connsiteX3" fmla="*/ 1787 w 1800"/>
                    <a:gd name="connsiteY3" fmla="*/ 1731 h 3328"/>
                    <a:gd name="connsiteX4" fmla="*/ 767 w 1800"/>
                    <a:gd name="connsiteY4" fmla="*/ 3327 h 3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0" h="3328">
                      <a:moveTo>
                        <a:pt x="767" y="3327"/>
                      </a:moveTo>
                      <a:cubicBezTo>
                        <a:pt x="280" y="3282"/>
                        <a:pt x="-75" y="2529"/>
                        <a:pt x="14" y="1598"/>
                      </a:cubicBezTo>
                      <a:cubicBezTo>
                        <a:pt x="102" y="667"/>
                        <a:pt x="546" y="-42"/>
                        <a:pt x="1033" y="2"/>
                      </a:cubicBezTo>
                      <a:cubicBezTo>
                        <a:pt x="1521" y="46"/>
                        <a:pt x="1876" y="800"/>
                        <a:pt x="1787" y="1731"/>
                      </a:cubicBezTo>
                      <a:cubicBezTo>
                        <a:pt x="1743" y="2662"/>
                        <a:pt x="1255" y="3371"/>
                        <a:pt x="767" y="33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74" name="Forme libre : forme 26473">
                  <a:extLst>
                    <a:ext uri="{FF2B5EF4-FFF2-40B4-BE49-F238E27FC236}">
                      <a16:creationId xmlns:a16="http://schemas.microsoft.com/office/drawing/2014/main" id="{6FB43710-A6A7-408C-A600-94B62B58CBA3}"/>
                    </a:ext>
                  </a:extLst>
                </p:cNvPr>
                <p:cNvSpPr/>
                <p:nvPr/>
              </p:nvSpPr>
              <p:spPr>
                <a:xfrm>
                  <a:off x="5898279" y="1430243"/>
                  <a:ext cx="17590" cy="28557"/>
                </a:xfrm>
                <a:custGeom>
                  <a:avLst/>
                  <a:gdLst>
                    <a:gd name="connsiteX0" fmla="*/ 9935 w 17590"/>
                    <a:gd name="connsiteY0" fmla="*/ 27004 h 28557"/>
                    <a:gd name="connsiteX1" fmla="*/ 2000 w 17590"/>
                    <a:gd name="connsiteY1" fmla="*/ 28290 h 28557"/>
                    <a:gd name="connsiteX2" fmla="*/ 5 w 17590"/>
                    <a:gd name="connsiteY2" fmla="*/ 25630 h 28557"/>
                    <a:gd name="connsiteX3" fmla="*/ 2000 w 17590"/>
                    <a:gd name="connsiteY3" fmla="*/ 22305 h 28557"/>
                    <a:gd name="connsiteX4" fmla="*/ 9846 w 17590"/>
                    <a:gd name="connsiteY4" fmla="*/ 15655 h 28557"/>
                    <a:gd name="connsiteX5" fmla="*/ 12817 w 17590"/>
                    <a:gd name="connsiteY5" fmla="*/ 6080 h 28557"/>
                    <a:gd name="connsiteX6" fmla="*/ 16274 w 17590"/>
                    <a:gd name="connsiteY6" fmla="*/ 405 h 28557"/>
                    <a:gd name="connsiteX7" fmla="*/ 17427 w 17590"/>
                    <a:gd name="connsiteY7" fmla="*/ 10158 h 28557"/>
                    <a:gd name="connsiteX8" fmla="*/ 15299 w 17590"/>
                    <a:gd name="connsiteY8" fmla="*/ 20088 h 28557"/>
                    <a:gd name="connsiteX9" fmla="*/ 9935 w 17590"/>
                    <a:gd name="connsiteY9" fmla="*/ 27004 h 28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590" h="28557">
                      <a:moveTo>
                        <a:pt x="9935" y="27004"/>
                      </a:moveTo>
                      <a:cubicBezTo>
                        <a:pt x="7275" y="28733"/>
                        <a:pt x="4571" y="28777"/>
                        <a:pt x="2000" y="28290"/>
                      </a:cubicBezTo>
                      <a:cubicBezTo>
                        <a:pt x="1069" y="28112"/>
                        <a:pt x="-84" y="27403"/>
                        <a:pt x="5" y="25630"/>
                      </a:cubicBezTo>
                      <a:cubicBezTo>
                        <a:pt x="94" y="23990"/>
                        <a:pt x="1113" y="22881"/>
                        <a:pt x="2000" y="22305"/>
                      </a:cubicBezTo>
                      <a:cubicBezTo>
                        <a:pt x="4660" y="20399"/>
                        <a:pt x="7718" y="19556"/>
                        <a:pt x="9846" y="15655"/>
                      </a:cubicBezTo>
                      <a:cubicBezTo>
                        <a:pt x="10511" y="14458"/>
                        <a:pt x="11664" y="9981"/>
                        <a:pt x="12817" y="6080"/>
                      </a:cubicBezTo>
                      <a:cubicBezTo>
                        <a:pt x="13880" y="2179"/>
                        <a:pt x="15033" y="-1191"/>
                        <a:pt x="16274" y="405"/>
                      </a:cubicBezTo>
                      <a:cubicBezTo>
                        <a:pt x="17516" y="1957"/>
                        <a:pt x="17826" y="6080"/>
                        <a:pt x="17427" y="10158"/>
                      </a:cubicBezTo>
                      <a:cubicBezTo>
                        <a:pt x="17028" y="14237"/>
                        <a:pt x="16053" y="18271"/>
                        <a:pt x="15299" y="20088"/>
                      </a:cubicBezTo>
                      <a:cubicBezTo>
                        <a:pt x="13925" y="23325"/>
                        <a:pt x="11930" y="25674"/>
                        <a:pt x="9935" y="2700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59" name="Graphique 2">
                <a:extLst>
                  <a:ext uri="{FF2B5EF4-FFF2-40B4-BE49-F238E27FC236}">
                    <a16:creationId xmlns:a16="http://schemas.microsoft.com/office/drawing/2014/main" id="{2E7AB8E4-C873-40A1-8677-A7A695C3574B}"/>
                  </a:ext>
                </a:extLst>
              </p:cNvPr>
              <p:cNvGrpSpPr/>
              <p:nvPr/>
            </p:nvGrpSpPr>
            <p:grpSpPr>
              <a:xfrm>
                <a:off x="5871297" y="1462755"/>
                <a:ext cx="39851" cy="70487"/>
                <a:chOff x="5871297" y="1462755"/>
                <a:chExt cx="39851" cy="70487"/>
              </a:xfrm>
              <a:solidFill>
                <a:schemeClr val="accent1"/>
              </a:solidFill>
            </p:grpSpPr>
            <p:sp>
              <p:nvSpPr>
                <p:cNvPr id="26451" name="Forme libre : forme 26450">
                  <a:extLst>
                    <a:ext uri="{FF2B5EF4-FFF2-40B4-BE49-F238E27FC236}">
                      <a16:creationId xmlns:a16="http://schemas.microsoft.com/office/drawing/2014/main" id="{CFE6F700-5AFF-4ECB-8C6A-F6052CC10141}"/>
                    </a:ext>
                  </a:extLst>
                </p:cNvPr>
                <p:cNvSpPr/>
                <p:nvPr/>
              </p:nvSpPr>
              <p:spPr>
                <a:xfrm>
                  <a:off x="5871297" y="1462755"/>
                  <a:ext cx="39851" cy="70487"/>
                </a:xfrm>
                <a:custGeom>
                  <a:avLst/>
                  <a:gdLst>
                    <a:gd name="connsiteX0" fmla="*/ 1540 w 39851"/>
                    <a:gd name="connsiteY0" fmla="*/ 43344 h 70487"/>
                    <a:gd name="connsiteX1" fmla="*/ 7747 w 39851"/>
                    <a:gd name="connsiteY1" fmla="*/ 18873 h 70487"/>
                    <a:gd name="connsiteX2" fmla="*/ 23307 w 39851"/>
                    <a:gd name="connsiteY2" fmla="*/ 77 h 70487"/>
                    <a:gd name="connsiteX3" fmla="*/ 32040 w 39851"/>
                    <a:gd name="connsiteY3" fmla="*/ 1584 h 70487"/>
                    <a:gd name="connsiteX4" fmla="*/ 38690 w 39851"/>
                    <a:gd name="connsiteY4" fmla="*/ 26188 h 70487"/>
                    <a:gd name="connsiteX5" fmla="*/ 31597 w 39851"/>
                    <a:gd name="connsiteY5" fmla="*/ 52077 h 70487"/>
                    <a:gd name="connsiteX6" fmla="*/ 14086 w 39851"/>
                    <a:gd name="connsiteY6" fmla="*/ 70209 h 70487"/>
                    <a:gd name="connsiteX7" fmla="*/ 5973 w 39851"/>
                    <a:gd name="connsiteY7" fmla="*/ 67593 h 70487"/>
                    <a:gd name="connsiteX8" fmla="*/ 1540 w 39851"/>
                    <a:gd name="connsiteY8" fmla="*/ 43344 h 70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851" h="70487">
                      <a:moveTo>
                        <a:pt x="1540" y="43344"/>
                      </a:moveTo>
                      <a:cubicBezTo>
                        <a:pt x="3801" y="35187"/>
                        <a:pt x="5929" y="27030"/>
                        <a:pt x="7747" y="18873"/>
                      </a:cubicBezTo>
                      <a:cubicBezTo>
                        <a:pt x="10362" y="7480"/>
                        <a:pt x="16923" y="-898"/>
                        <a:pt x="23307" y="77"/>
                      </a:cubicBezTo>
                      <a:lnTo>
                        <a:pt x="32040" y="1584"/>
                      </a:lnTo>
                      <a:cubicBezTo>
                        <a:pt x="38379" y="2560"/>
                        <a:pt x="41793" y="13864"/>
                        <a:pt x="38690" y="26188"/>
                      </a:cubicBezTo>
                      <a:cubicBezTo>
                        <a:pt x="36562" y="34921"/>
                        <a:pt x="34168" y="43566"/>
                        <a:pt x="31597" y="52077"/>
                      </a:cubicBezTo>
                      <a:cubicBezTo>
                        <a:pt x="27961" y="64047"/>
                        <a:pt x="19893" y="72115"/>
                        <a:pt x="14086" y="70209"/>
                      </a:cubicBezTo>
                      <a:lnTo>
                        <a:pt x="5973" y="67593"/>
                      </a:lnTo>
                      <a:cubicBezTo>
                        <a:pt x="166" y="65643"/>
                        <a:pt x="-1607" y="54782"/>
                        <a:pt x="1540" y="4334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52" name="Forme libre : forme 26451">
                  <a:extLst>
                    <a:ext uri="{FF2B5EF4-FFF2-40B4-BE49-F238E27FC236}">
                      <a16:creationId xmlns:a16="http://schemas.microsoft.com/office/drawing/2014/main" id="{D00DAA85-13CF-4D4B-8870-CDFC5654735A}"/>
                    </a:ext>
                  </a:extLst>
                </p:cNvPr>
                <p:cNvSpPr/>
                <p:nvPr/>
              </p:nvSpPr>
              <p:spPr>
                <a:xfrm>
                  <a:off x="5871323" y="1462755"/>
                  <a:ext cx="27092" cy="67637"/>
                </a:xfrm>
                <a:custGeom>
                  <a:avLst/>
                  <a:gdLst>
                    <a:gd name="connsiteX0" fmla="*/ 16897 w 27092"/>
                    <a:gd name="connsiteY0" fmla="*/ 25745 h 67637"/>
                    <a:gd name="connsiteX1" fmla="*/ 27093 w 27092"/>
                    <a:gd name="connsiteY1" fmla="*/ 742 h 67637"/>
                    <a:gd name="connsiteX2" fmla="*/ 23325 w 27092"/>
                    <a:gd name="connsiteY2" fmla="*/ 77 h 67637"/>
                    <a:gd name="connsiteX3" fmla="*/ 7765 w 27092"/>
                    <a:gd name="connsiteY3" fmla="*/ 18873 h 67637"/>
                    <a:gd name="connsiteX4" fmla="*/ 1558 w 27092"/>
                    <a:gd name="connsiteY4" fmla="*/ 43344 h 67637"/>
                    <a:gd name="connsiteX5" fmla="*/ 6036 w 27092"/>
                    <a:gd name="connsiteY5" fmla="*/ 67549 h 67637"/>
                    <a:gd name="connsiteX6" fmla="*/ 6302 w 27092"/>
                    <a:gd name="connsiteY6" fmla="*/ 67638 h 67637"/>
                    <a:gd name="connsiteX7" fmla="*/ 16897 w 27092"/>
                    <a:gd name="connsiteY7" fmla="*/ 25745 h 67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092" h="67637">
                      <a:moveTo>
                        <a:pt x="16897" y="25745"/>
                      </a:moveTo>
                      <a:cubicBezTo>
                        <a:pt x="17961" y="15504"/>
                        <a:pt x="21729" y="5663"/>
                        <a:pt x="27093" y="742"/>
                      </a:cubicBezTo>
                      <a:lnTo>
                        <a:pt x="23325" y="77"/>
                      </a:lnTo>
                      <a:cubicBezTo>
                        <a:pt x="16941" y="-898"/>
                        <a:pt x="10380" y="7480"/>
                        <a:pt x="7765" y="18873"/>
                      </a:cubicBezTo>
                      <a:cubicBezTo>
                        <a:pt x="5903" y="27030"/>
                        <a:pt x="3819" y="35187"/>
                        <a:pt x="1558" y="43344"/>
                      </a:cubicBezTo>
                      <a:cubicBezTo>
                        <a:pt x="-1633" y="54737"/>
                        <a:pt x="184" y="65643"/>
                        <a:pt x="6036" y="67549"/>
                      </a:cubicBezTo>
                      <a:lnTo>
                        <a:pt x="6302" y="67638"/>
                      </a:lnTo>
                      <a:cubicBezTo>
                        <a:pt x="10159" y="53452"/>
                        <a:pt x="15390" y="40241"/>
                        <a:pt x="16897" y="25745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53" name="Forme libre : forme 26452">
                  <a:extLst>
                    <a:ext uri="{FF2B5EF4-FFF2-40B4-BE49-F238E27FC236}">
                      <a16:creationId xmlns:a16="http://schemas.microsoft.com/office/drawing/2014/main" id="{546C6903-F6E6-4DDD-A70D-B7C5A244B58D}"/>
                    </a:ext>
                  </a:extLst>
                </p:cNvPr>
                <p:cNvSpPr/>
                <p:nvPr/>
              </p:nvSpPr>
              <p:spPr>
                <a:xfrm>
                  <a:off x="5882303" y="1486710"/>
                  <a:ext cx="14266" cy="31009"/>
                </a:xfrm>
                <a:custGeom>
                  <a:avLst/>
                  <a:gdLst>
                    <a:gd name="connsiteX0" fmla="*/ 2725 w 14266"/>
                    <a:gd name="connsiteY0" fmla="*/ 30916 h 31009"/>
                    <a:gd name="connsiteX1" fmla="*/ 1440 w 14266"/>
                    <a:gd name="connsiteY1" fmla="*/ 13981 h 31009"/>
                    <a:gd name="connsiteX2" fmla="*/ 11148 w 14266"/>
                    <a:gd name="connsiteY2" fmla="*/ 62 h 31009"/>
                    <a:gd name="connsiteX3" fmla="*/ 12921 w 14266"/>
                    <a:gd name="connsiteY3" fmla="*/ 17129 h 31009"/>
                    <a:gd name="connsiteX4" fmla="*/ 2725 w 14266"/>
                    <a:gd name="connsiteY4" fmla="*/ 30916 h 31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66" h="31009">
                      <a:moveTo>
                        <a:pt x="2725" y="30916"/>
                      </a:moveTo>
                      <a:cubicBezTo>
                        <a:pt x="-378" y="29941"/>
                        <a:pt x="-865" y="22404"/>
                        <a:pt x="1440" y="13981"/>
                      </a:cubicBezTo>
                      <a:cubicBezTo>
                        <a:pt x="3745" y="5559"/>
                        <a:pt x="7912" y="-692"/>
                        <a:pt x="11148" y="62"/>
                      </a:cubicBezTo>
                      <a:cubicBezTo>
                        <a:pt x="14384" y="815"/>
                        <a:pt x="15315" y="8529"/>
                        <a:pt x="12921" y="17129"/>
                      </a:cubicBezTo>
                      <a:cubicBezTo>
                        <a:pt x="10483" y="25729"/>
                        <a:pt x="5828" y="31847"/>
                        <a:pt x="2725" y="30916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54" name="Forme libre : forme 26453">
                  <a:extLst>
                    <a:ext uri="{FF2B5EF4-FFF2-40B4-BE49-F238E27FC236}">
                      <a16:creationId xmlns:a16="http://schemas.microsoft.com/office/drawing/2014/main" id="{8859327C-FDE2-42BF-A8DF-4DB12CEA8B1B}"/>
                    </a:ext>
                  </a:extLst>
                </p:cNvPr>
                <p:cNvSpPr/>
                <p:nvPr/>
              </p:nvSpPr>
              <p:spPr>
                <a:xfrm>
                  <a:off x="5882457" y="1486710"/>
                  <a:ext cx="14098" cy="21030"/>
                </a:xfrm>
                <a:custGeom>
                  <a:avLst/>
                  <a:gdLst>
                    <a:gd name="connsiteX0" fmla="*/ 14097 w 14098"/>
                    <a:gd name="connsiteY0" fmla="*/ 8130 h 21030"/>
                    <a:gd name="connsiteX1" fmla="*/ 10994 w 14098"/>
                    <a:gd name="connsiteY1" fmla="*/ 62 h 21030"/>
                    <a:gd name="connsiteX2" fmla="*/ 1286 w 14098"/>
                    <a:gd name="connsiteY2" fmla="*/ 13981 h 21030"/>
                    <a:gd name="connsiteX3" fmla="*/ 0 w 14098"/>
                    <a:gd name="connsiteY3" fmla="*/ 21030 h 21030"/>
                    <a:gd name="connsiteX4" fmla="*/ 1463 w 14098"/>
                    <a:gd name="connsiteY4" fmla="*/ 17351 h 21030"/>
                    <a:gd name="connsiteX5" fmla="*/ 14097 w 14098"/>
                    <a:gd name="connsiteY5" fmla="*/ 8130 h 21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098" h="21030">
                      <a:moveTo>
                        <a:pt x="14097" y="8130"/>
                      </a:moveTo>
                      <a:cubicBezTo>
                        <a:pt x="14142" y="3697"/>
                        <a:pt x="12989" y="549"/>
                        <a:pt x="10994" y="62"/>
                      </a:cubicBezTo>
                      <a:cubicBezTo>
                        <a:pt x="7758" y="-692"/>
                        <a:pt x="3547" y="5559"/>
                        <a:pt x="1286" y="13981"/>
                      </a:cubicBezTo>
                      <a:cubicBezTo>
                        <a:pt x="621" y="16464"/>
                        <a:pt x="177" y="18814"/>
                        <a:pt x="0" y="21030"/>
                      </a:cubicBezTo>
                      <a:cubicBezTo>
                        <a:pt x="399" y="19745"/>
                        <a:pt x="842" y="18503"/>
                        <a:pt x="1463" y="17351"/>
                      </a:cubicBezTo>
                      <a:cubicBezTo>
                        <a:pt x="5054" y="11056"/>
                        <a:pt x="10329" y="6578"/>
                        <a:pt x="14097" y="813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55" name="Forme libre : forme 26454">
                  <a:extLst>
                    <a:ext uri="{FF2B5EF4-FFF2-40B4-BE49-F238E27FC236}">
                      <a16:creationId xmlns:a16="http://schemas.microsoft.com/office/drawing/2014/main" id="{80F1DD8A-1FA3-4A1A-AE9F-DF48F7B0189D}"/>
                    </a:ext>
                  </a:extLst>
                </p:cNvPr>
                <p:cNvSpPr/>
                <p:nvPr/>
              </p:nvSpPr>
              <p:spPr>
                <a:xfrm>
                  <a:off x="5880593" y="1487944"/>
                  <a:ext cx="14261" cy="30936"/>
                </a:xfrm>
                <a:custGeom>
                  <a:avLst/>
                  <a:gdLst>
                    <a:gd name="connsiteX0" fmla="*/ 2706 w 14261"/>
                    <a:gd name="connsiteY0" fmla="*/ 30834 h 30936"/>
                    <a:gd name="connsiteX1" fmla="*/ 1421 w 14261"/>
                    <a:gd name="connsiteY1" fmla="*/ 13900 h 30936"/>
                    <a:gd name="connsiteX2" fmla="*/ 11174 w 14261"/>
                    <a:gd name="connsiteY2" fmla="*/ 69 h 30936"/>
                    <a:gd name="connsiteX3" fmla="*/ 12903 w 14261"/>
                    <a:gd name="connsiteY3" fmla="*/ 17092 h 30936"/>
                    <a:gd name="connsiteX4" fmla="*/ 2706 w 14261"/>
                    <a:gd name="connsiteY4" fmla="*/ 30834 h 30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61" h="30936">
                      <a:moveTo>
                        <a:pt x="2706" y="30834"/>
                      </a:moveTo>
                      <a:cubicBezTo>
                        <a:pt x="-397" y="29859"/>
                        <a:pt x="-840" y="22323"/>
                        <a:pt x="1421" y="13900"/>
                      </a:cubicBezTo>
                      <a:cubicBezTo>
                        <a:pt x="3682" y="5521"/>
                        <a:pt x="7938" y="-729"/>
                        <a:pt x="11174" y="69"/>
                      </a:cubicBezTo>
                      <a:cubicBezTo>
                        <a:pt x="14410" y="822"/>
                        <a:pt x="15296" y="8492"/>
                        <a:pt x="12903" y="17092"/>
                      </a:cubicBezTo>
                      <a:cubicBezTo>
                        <a:pt x="10509" y="25692"/>
                        <a:pt x="5810" y="31810"/>
                        <a:pt x="2706" y="3083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56" name="Forme libre : forme 26455">
                  <a:extLst>
                    <a:ext uri="{FF2B5EF4-FFF2-40B4-BE49-F238E27FC236}">
                      <a16:creationId xmlns:a16="http://schemas.microsoft.com/office/drawing/2014/main" id="{5F47CC5A-744A-4D34-A5C8-9981CDD6DE95}"/>
                    </a:ext>
                  </a:extLst>
                </p:cNvPr>
                <p:cNvSpPr/>
                <p:nvPr/>
              </p:nvSpPr>
              <p:spPr>
                <a:xfrm>
                  <a:off x="5877226" y="1472802"/>
                  <a:ext cx="27397" cy="37333"/>
                </a:xfrm>
                <a:custGeom>
                  <a:avLst/>
                  <a:gdLst>
                    <a:gd name="connsiteX0" fmla="*/ 18353 w 27397"/>
                    <a:gd name="connsiteY0" fmla="*/ 581 h 37333"/>
                    <a:gd name="connsiteX1" fmla="*/ 12634 w 27397"/>
                    <a:gd name="connsiteY1" fmla="*/ 492 h 37333"/>
                    <a:gd name="connsiteX2" fmla="*/ 3369 w 27397"/>
                    <a:gd name="connsiteY2" fmla="*/ 14501 h 37333"/>
                    <a:gd name="connsiteX3" fmla="*/ 0 w 27397"/>
                    <a:gd name="connsiteY3" fmla="*/ 30593 h 37333"/>
                    <a:gd name="connsiteX4" fmla="*/ 3680 w 27397"/>
                    <a:gd name="connsiteY4" fmla="*/ 37198 h 37333"/>
                    <a:gd name="connsiteX5" fmla="*/ 7847 w 27397"/>
                    <a:gd name="connsiteY5" fmla="*/ 32632 h 37333"/>
                    <a:gd name="connsiteX6" fmla="*/ 17732 w 27397"/>
                    <a:gd name="connsiteY6" fmla="*/ 21151 h 37333"/>
                    <a:gd name="connsiteX7" fmla="*/ 27397 w 27397"/>
                    <a:gd name="connsiteY7" fmla="*/ 6787 h 37333"/>
                    <a:gd name="connsiteX8" fmla="*/ 18353 w 27397"/>
                    <a:gd name="connsiteY8" fmla="*/ 581 h 37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97" h="37333">
                      <a:moveTo>
                        <a:pt x="18353" y="581"/>
                      </a:moveTo>
                      <a:cubicBezTo>
                        <a:pt x="16535" y="93"/>
                        <a:pt x="14629" y="-394"/>
                        <a:pt x="12634" y="492"/>
                      </a:cubicBezTo>
                      <a:cubicBezTo>
                        <a:pt x="8866" y="2177"/>
                        <a:pt x="5586" y="8339"/>
                        <a:pt x="3369" y="14501"/>
                      </a:cubicBezTo>
                      <a:cubicBezTo>
                        <a:pt x="1463" y="19643"/>
                        <a:pt x="0" y="25406"/>
                        <a:pt x="0" y="30593"/>
                      </a:cubicBezTo>
                      <a:cubicBezTo>
                        <a:pt x="44" y="34450"/>
                        <a:pt x="1286" y="38085"/>
                        <a:pt x="3680" y="37198"/>
                      </a:cubicBezTo>
                      <a:cubicBezTo>
                        <a:pt x="5142" y="36622"/>
                        <a:pt x="6561" y="34538"/>
                        <a:pt x="7847" y="32632"/>
                      </a:cubicBezTo>
                      <a:cubicBezTo>
                        <a:pt x="10950" y="28155"/>
                        <a:pt x="14319" y="24254"/>
                        <a:pt x="17732" y="21151"/>
                      </a:cubicBezTo>
                      <a:cubicBezTo>
                        <a:pt x="20658" y="18535"/>
                        <a:pt x="27308" y="13836"/>
                        <a:pt x="27397" y="6787"/>
                      </a:cubicBezTo>
                      <a:cubicBezTo>
                        <a:pt x="27485" y="448"/>
                        <a:pt x="20924" y="1246"/>
                        <a:pt x="18353" y="58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57" name="Forme libre : forme 26456">
                  <a:extLst>
                    <a:ext uri="{FF2B5EF4-FFF2-40B4-BE49-F238E27FC236}">
                      <a16:creationId xmlns:a16="http://schemas.microsoft.com/office/drawing/2014/main" id="{B811840F-64F7-4B79-A2FB-AF5FA76BCF68}"/>
                    </a:ext>
                  </a:extLst>
                </p:cNvPr>
                <p:cNvSpPr/>
                <p:nvPr/>
              </p:nvSpPr>
              <p:spPr>
                <a:xfrm>
                  <a:off x="5897574" y="1480994"/>
                  <a:ext cx="4655" cy="13765"/>
                </a:xfrm>
                <a:custGeom>
                  <a:avLst/>
                  <a:gdLst>
                    <a:gd name="connsiteX0" fmla="*/ 3103 w 4655"/>
                    <a:gd name="connsiteY0" fmla="*/ 1079 h 13765"/>
                    <a:gd name="connsiteX1" fmla="*/ 2039 w 4655"/>
                    <a:gd name="connsiteY1" fmla="*/ 15 h 13765"/>
                    <a:gd name="connsiteX2" fmla="*/ 665 w 4655"/>
                    <a:gd name="connsiteY2" fmla="*/ 990 h 13765"/>
                    <a:gd name="connsiteX3" fmla="*/ 177 w 4655"/>
                    <a:gd name="connsiteY3" fmla="*/ 3295 h 13765"/>
                    <a:gd name="connsiteX4" fmla="*/ 44 w 4655"/>
                    <a:gd name="connsiteY4" fmla="*/ 9147 h 13765"/>
                    <a:gd name="connsiteX5" fmla="*/ 266 w 4655"/>
                    <a:gd name="connsiteY5" fmla="*/ 11364 h 13765"/>
                    <a:gd name="connsiteX6" fmla="*/ 4433 w 4655"/>
                    <a:gd name="connsiteY6" fmla="*/ 10610 h 13765"/>
                    <a:gd name="connsiteX7" fmla="*/ 3103 w 4655"/>
                    <a:gd name="connsiteY7" fmla="*/ 1079 h 13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55" h="13765">
                      <a:moveTo>
                        <a:pt x="3103" y="1079"/>
                      </a:moveTo>
                      <a:cubicBezTo>
                        <a:pt x="2793" y="591"/>
                        <a:pt x="2482" y="148"/>
                        <a:pt x="2039" y="15"/>
                      </a:cubicBezTo>
                      <a:cubicBezTo>
                        <a:pt x="1596" y="-74"/>
                        <a:pt x="1020" y="236"/>
                        <a:pt x="665" y="990"/>
                      </a:cubicBezTo>
                      <a:cubicBezTo>
                        <a:pt x="355" y="1655"/>
                        <a:pt x="266" y="2542"/>
                        <a:pt x="177" y="3295"/>
                      </a:cubicBezTo>
                      <a:cubicBezTo>
                        <a:pt x="0" y="5290"/>
                        <a:pt x="-44" y="7241"/>
                        <a:pt x="44" y="9147"/>
                      </a:cubicBezTo>
                      <a:cubicBezTo>
                        <a:pt x="89" y="9945"/>
                        <a:pt x="89" y="10698"/>
                        <a:pt x="266" y="11364"/>
                      </a:cubicBezTo>
                      <a:cubicBezTo>
                        <a:pt x="975" y="14068"/>
                        <a:pt x="3635" y="15309"/>
                        <a:pt x="4433" y="10610"/>
                      </a:cubicBezTo>
                      <a:cubicBezTo>
                        <a:pt x="5054" y="6930"/>
                        <a:pt x="4300" y="3118"/>
                        <a:pt x="3103" y="107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58" name="Forme libre : forme 26457">
                  <a:extLst>
                    <a:ext uri="{FF2B5EF4-FFF2-40B4-BE49-F238E27FC236}">
                      <a16:creationId xmlns:a16="http://schemas.microsoft.com/office/drawing/2014/main" id="{DF22266A-B181-4306-9B23-DB3990C42EFD}"/>
                    </a:ext>
                  </a:extLst>
                </p:cNvPr>
                <p:cNvSpPr/>
                <p:nvPr/>
              </p:nvSpPr>
              <p:spPr>
                <a:xfrm>
                  <a:off x="5872838" y="1506765"/>
                  <a:ext cx="6339" cy="21899"/>
                </a:xfrm>
                <a:custGeom>
                  <a:avLst/>
                  <a:gdLst>
                    <a:gd name="connsiteX0" fmla="*/ 6339 w 6339"/>
                    <a:gd name="connsiteY0" fmla="*/ 21899 h 21899"/>
                    <a:gd name="connsiteX1" fmla="*/ 2349 w 6339"/>
                    <a:gd name="connsiteY1" fmla="*/ 18442 h 21899"/>
                    <a:gd name="connsiteX2" fmla="*/ 532 w 6339"/>
                    <a:gd name="connsiteY2" fmla="*/ 0 h 21899"/>
                    <a:gd name="connsiteX3" fmla="*/ 665 w 6339"/>
                    <a:gd name="connsiteY3" fmla="*/ 8556 h 21899"/>
                    <a:gd name="connsiteX4" fmla="*/ 6339 w 6339"/>
                    <a:gd name="connsiteY4" fmla="*/ 21899 h 21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39" h="21899">
                      <a:moveTo>
                        <a:pt x="6339" y="21899"/>
                      </a:moveTo>
                      <a:cubicBezTo>
                        <a:pt x="6339" y="21899"/>
                        <a:pt x="4167" y="21412"/>
                        <a:pt x="2349" y="18442"/>
                      </a:cubicBezTo>
                      <a:cubicBezTo>
                        <a:pt x="576" y="15471"/>
                        <a:pt x="-798" y="9974"/>
                        <a:pt x="532" y="0"/>
                      </a:cubicBezTo>
                      <a:cubicBezTo>
                        <a:pt x="532" y="0"/>
                        <a:pt x="177" y="3901"/>
                        <a:pt x="665" y="8556"/>
                      </a:cubicBezTo>
                      <a:cubicBezTo>
                        <a:pt x="1197" y="13211"/>
                        <a:pt x="2571" y="18708"/>
                        <a:pt x="6339" y="218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59" name="Forme libre : forme 26458">
                  <a:extLst>
                    <a:ext uri="{FF2B5EF4-FFF2-40B4-BE49-F238E27FC236}">
                      <a16:creationId xmlns:a16="http://schemas.microsoft.com/office/drawing/2014/main" id="{616626C4-A90D-4F12-9E12-442EFDB1C4DF}"/>
                    </a:ext>
                  </a:extLst>
                </p:cNvPr>
                <p:cNvSpPr/>
                <p:nvPr/>
              </p:nvSpPr>
              <p:spPr>
                <a:xfrm>
                  <a:off x="5902185" y="1465448"/>
                  <a:ext cx="7531" cy="24648"/>
                </a:xfrm>
                <a:custGeom>
                  <a:avLst/>
                  <a:gdLst>
                    <a:gd name="connsiteX0" fmla="*/ 6605 w 7531"/>
                    <a:gd name="connsiteY0" fmla="*/ 24648 h 24648"/>
                    <a:gd name="connsiteX1" fmla="*/ 7492 w 7531"/>
                    <a:gd name="connsiteY1" fmla="*/ 13920 h 24648"/>
                    <a:gd name="connsiteX2" fmla="*/ 0 w 7531"/>
                    <a:gd name="connsiteY2" fmla="*/ 0 h 24648"/>
                    <a:gd name="connsiteX3" fmla="*/ 4256 w 7531"/>
                    <a:gd name="connsiteY3" fmla="*/ 5231 h 24648"/>
                    <a:gd name="connsiteX4" fmla="*/ 6605 w 7531"/>
                    <a:gd name="connsiteY4" fmla="*/ 24648 h 24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31" h="24648">
                      <a:moveTo>
                        <a:pt x="6605" y="24648"/>
                      </a:moveTo>
                      <a:cubicBezTo>
                        <a:pt x="6605" y="24648"/>
                        <a:pt x="7758" y="19594"/>
                        <a:pt x="7492" y="13920"/>
                      </a:cubicBezTo>
                      <a:cubicBezTo>
                        <a:pt x="7182" y="8245"/>
                        <a:pt x="5408" y="2039"/>
                        <a:pt x="0" y="0"/>
                      </a:cubicBezTo>
                      <a:cubicBezTo>
                        <a:pt x="0" y="0"/>
                        <a:pt x="2261" y="1419"/>
                        <a:pt x="4256" y="5231"/>
                      </a:cubicBezTo>
                      <a:cubicBezTo>
                        <a:pt x="6295" y="9043"/>
                        <a:pt x="7980" y="15338"/>
                        <a:pt x="6605" y="246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60" name="Forme libre : forme 26459">
                  <a:extLst>
                    <a:ext uri="{FF2B5EF4-FFF2-40B4-BE49-F238E27FC236}">
                      <a16:creationId xmlns:a16="http://schemas.microsoft.com/office/drawing/2014/main" id="{2429DDB0-EF78-4B18-8C1B-8499BEDDDAB1}"/>
                    </a:ext>
                  </a:extLst>
                </p:cNvPr>
                <p:cNvSpPr/>
                <p:nvPr/>
              </p:nvSpPr>
              <p:spPr>
                <a:xfrm>
                  <a:off x="5888144" y="1500366"/>
                  <a:ext cx="5910" cy="11313"/>
                </a:xfrm>
                <a:custGeom>
                  <a:avLst/>
                  <a:gdLst>
                    <a:gd name="connsiteX0" fmla="*/ 342 w 5910"/>
                    <a:gd name="connsiteY0" fmla="*/ 11053 h 11313"/>
                    <a:gd name="connsiteX1" fmla="*/ 1539 w 5910"/>
                    <a:gd name="connsiteY1" fmla="*/ 4005 h 11313"/>
                    <a:gd name="connsiteX2" fmla="*/ 5529 w 5910"/>
                    <a:gd name="connsiteY2" fmla="*/ 236 h 11313"/>
                    <a:gd name="connsiteX3" fmla="*/ 4376 w 5910"/>
                    <a:gd name="connsiteY3" fmla="*/ 7329 h 11313"/>
                    <a:gd name="connsiteX4" fmla="*/ 342 w 5910"/>
                    <a:gd name="connsiteY4" fmla="*/ 11053 h 11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10" h="11313">
                      <a:moveTo>
                        <a:pt x="342" y="11053"/>
                      </a:moveTo>
                      <a:cubicBezTo>
                        <a:pt x="-412" y="10122"/>
                        <a:pt x="121" y="6975"/>
                        <a:pt x="1539" y="4005"/>
                      </a:cubicBezTo>
                      <a:cubicBezTo>
                        <a:pt x="2958" y="1034"/>
                        <a:pt x="4731" y="-650"/>
                        <a:pt x="5529" y="236"/>
                      </a:cubicBezTo>
                      <a:cubicBezTo>
                        <a:pt x="6327" y="1167"/>
                        <a:pt x="5839" y="4315"/>
                        <a:pt x="4376" y="7329"/>
                      </a:cubicBezTo>
                      <a:cubicBezTo>
                        <a:pt x="2958" y="10344"/>
                        <a:pt x="1140" y="11984"/>
                        <a:pt x="342" y="1105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61" name="Forme libre : forme 26460">
                  <a:extLst>
                    <a:ext uri="{FF2B5EF4-FFF2-40B4-BE49-F238E27FC236}">
                      <a16:creationId xmlns:a16="http://schemas.microsoft.com/office/drawing/2014/main" id="{59AF080D-4779-451C-BE7B-174EA09151B7}"/>
                    </a:ext>
                  </a:extLst>
                </p:cNvPr>
                <p:cNvSpPr/>
                <p:nvPr/>
              </p:nvSpPr>
              <p:spPr>
                <a:xfrm>
                  <a:off x="5888007" y="1510027"/>
                  <a:ext cx="1890" cy="3227"/>
                </a:xfrm>
                <a:custGeom>
                  <a:avLst/>
                  <a:gdLst>
                    <a:gd name="connsiteX0" fmla="*/ 480 w 1890"/>
                    <a:gd name="connsiteY0" fmla="*/ 3210 h 3227"/>
                    <a:gd name="connsiteX1" fmla="*/ 125 w 1890"/>
                    <a:gd name="connsiteY1" fmla="*/ 1392 h 3227"/>
                    <a:gd name="connsiteX2" fmla="*/ 1411 w 1890"/>
                    <a:gd name="connsiteY2" fmla="*/ 18 h 3227"/>
                    <a:gd name="connsiteX3" fmla="*/ 1765 w 1890"/>
                    <a:gd name="connsiteY3" fmla="*/ 1836 h 3227"/>
                    <a:gd name="connsiteX4" fmla="*/ 480 w 1890"/>
                    <a:gd name="connsiteY4" fmla="*/ 3210 h 3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0" h="3227">
                      <a:moveTo>
                        <a:pt x="480" y="3210"/>
                      </a:moveTo>
                      <a:cubicBezTo>
                        <a:pt x="36" y="3077"/>
                        <a:pt x="-141" y="2279"/>
                        <a:pt x="125" y="1392"/>
                      </a:cubicBezTo>
                      <a:cubicBezTo>
                        <a:pt x="391" y="506"/>
                        <a:pt x="967" y="-115"/>
                        <a:pt x="1411" y="18"/>
                      </a:cubicBezTo>
                      <a:cubicBezTo>
                        <a:pt x="1854" y="151"/>
                        <a:pt x="2031" y="949"/>
                        <a:pt x="1765" y="1836"/>
                      </a:cubicBezTo>
                      <a:cubicBezTo>
                        <a:pt x="1499" y="2722"/>
                        <a:pt x="923" y="3343"/>
                        <a:pt x="480" y="32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62" name="Forme libre : forme 26461">
                  <a:extLst>
                    <a:ext uri="{FF2B5EF4-FFF2-40B4-BE49-F238E27FC236}">
                      <a16:creationId xmlns:a16="http://schemas.microsoft.com/office/drawing/2014/main" id="{E10057DC-1516-4CE5-A9CE-6E1EC1EEEADC}"/>
                    </a:ext>
                  </a:extLst>
                </p:cNvPr>
                <p:cNvSpPr/>
                <p:nvPr/>
              </p:nvSpPr>
              <p:spPr>
                <a:xfrm>
                  <a:off x="5881830" y="1502510"/>
                  <a:ext cx="20949" cy="25026"/>
                </a:xfrm>
                <a:custGeom>
                  <a:avLst/>
                  <a:gdLst>
                    <a:gd name="connsiteX0" fmla="*/ 9272 w 20949"/>
                    <a:gd name="connsiteY0" fmla="*/ 24203 h 25026"/>
                    <a:gd name="connsiteX1" fmla="*/ 1514 w 20949"/>
                    <a:gd name="connsiteY1" fmla="*/ 24248 h 25026"/>
                    <a:gd name="connsiteX2" fmla="*/ 95 w 20949"/>
                    <a:gd name="connsiteY2" fmla="*/ 21322 h 25026"/>
                    <a:gd name="connsiteX3" fmla="*/ 2533 w 20949"/>
                    <a:gd name="connsiteY3" fmla="*/ 18307 h 25026"/>
                    <a:gd name="connsiteX4" fmla="*/ 11222 w 20949"/>
                    <a:gd name="connsiteY4" fmla="*/ 13254 h 25026"/>
                    <a:gd name="connsiteX5" fmla="*/ 20620 w 20949"/>
                    <a:gd name="connsiteY5" fmla="*/ 530 h 25026"/>
                    <a:gd name="connsiteX6" fmla="*/ 15522 w 20949"/>
                    <a:gd name="connsiteY6" fmla="*/ 18396 h 25026"/>
                    <a:gd name="connsiteX7" fmla="*/ 9272 w 20949"/>
                    <a:gd name="connsiteY7" fmla="*/ 24203 h 25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949" h="25026">
                      <a:moveTo>
                        <a:pt x="9272" y="24203"/>
                      </a:moveTo>
                      <a:cubicBezTo>
                        <a:pt x="6479" y="25445"/>
                        <a:pt x="3863" y="25134"/>
                        <a:pt x="1514" y="24248"/>
                      </a:cubicBezTo>
                      <a:cubicBezTo>
                        <a:pt x="627" y="23937"/>
                        <a:pt x="-304" y="23095"/>
                        <a:pt x="95" y="21322"/>
                      </a:cubicBezTo>
                      <a:cubicBezTo>
                        <a:pt x="450" y="19726"/>
                        <a:pt x="1602" y="18795"/>
                        <a:pt x="2533" y="18307"/>
                      </a:cubicBezTo>
                      <a:cubicBezTo>
                        <a:pt x="5459" y="16889"/>
                        <a:pt x="8474" y="16578"/>
                        <a:pt x="11222" y="13254"/>
                      </a:cubicBezTo>
                      <a:cubicBezTo>
                        <a:pt x="12995" y="11214"/>
                        <a:pt x="19069" y="-2883"/>
                        <a:pt x="20620" y="530"/>
                      </a:cubicBezTo>
                      <a:cubicBezTo>
                        <a:pt x="22216" y="4033"/>
                        <a:pt x="17606" y="15293"/>
                        <a:pt x="15522" y="18396"/>
                      </a:cubicBezTo>
                      <a:cubicBezTo>
                        <a:pt x="13616" y="21322"/>
                        <a:pt x="11400" y="23272"/>
                        <a:pt x="9272" y="2420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60" name="Graphique 2">
                <a:extLst>
                  <a:ext uri="{FF2B5EF4-FFF2-40B4-BE49-F238E27FC236}">
                    <a16:creationId xmlns:a16="http://schemas.microsoft.com/office/drawing/2014/main" id="{901606B0-DA53-4E03-A668-B777E96A6E3D}"/>
                  </a:ext>
                </a:extLst>
              </p:cNvPr>
              <p:cNvGrpSpPr/>
              <p:nvPr/>
            </p:nvGrpSpPr>
            <p:grpSpPr>
              <a:xfrm>
                <a:off x="5848736" y="1530028"/>
                <a:ext cx="42342" cy="69627"/>
                <a:chOff x="5848736" y="1530028"/>
                <a:chExt cx="42342" cy="69627"/>
              </a:xfrm>
              <a:solidFill>
                <a:schemeClr val="accent1"/>
              </a:solidFill>
            </p:grpSpPr>
            <p:sp>
              <p:nvSpPr>
                <p:cNvPr id="26439" name="Forme libre : forme 26438">
                  <a:extLst>
                    <a:ext uri="{FF2B5EF4-FFF2-40B4-BE49-F238E27FC236}">
                      <a16:creationId xmlns:a16="http://schemas.microsoft.com/office/drawing/2014/main" id="{7CDEF61E-8F12-4078-969A-DD004C67585D}"/>
                    </a:ext>
                  </a:extLst>
                </p:cNvPr>
                <p:cNvSpPr/>
                <p:nvPr/>
              </p:nvSpPr>
              <p:spPr>
                <a:xfrm>
                  <a:off x="5848784" y="1530028"/>
                  <a:ext cx="42294" cy="69627"/>
                </a:xfrm>
                <a:custGeom>
                  <a:avLst/>
                  <a:gdLst>
                    <a:gd name="connsiteX0" fmla="*/ 2553 w 42294"/>
                    <a:gd name="connsiteY0" fmla="*/ 41770 h 69627"/>
                    <a:gd name="connsiteX1" fmla="*/ 11154 w 42294"/>
                    <a:gd name="connsiteY1" fmla="*/ 17521 h 69627"/>
                    <a:gd name="connsiteX2" fmla="*/ 28576 w 42294"/>
                    <a:gd name="connsiteY2" fmla="*/ 276 h 69627"/>
                    <a:gd name="connsiteX3" fmla="*/ 36688 w 42294"/>
                    <a:gd name="connsiteY3" fmla="*/ 2892 h 69627"/>
                    <a:gd name="connsiteX4" fmla="*/ 39924 w 42294"/>
                    <a:gd name="connsiteY4" fmla="*/ 27628 h 69627"/>
                    <a:gd name="connsiteX5" fmla="*/ 30704 w 42294"/>
                    <a:gd name="connsiteY5" fmla="*/ 52365 h 69627"/>
                    <a:gd name="connsiteX6" fmla="*/ 12483 w 42294"/>
                    <a:gd name="connsiteY6" fmla="*/ 69255 h 69627"/>
                    <a:gd name="connsiteX7" fmla="*/ 4903 w 42294"/>
                    <a:gd name="connsiteY7" fmla="*/ 66240 h 69627"/>
                    <a:gd name="connsiteX8" fmla="*/ 2553 w 42294"/>
                    <a:gd name="connsiteY8" fmla="*/ 41770 h 69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294" h="69627">
                      <a:moveTo>
                        <a:pt x="2553" y="41770"/>
                      </a:moveTo>
                      <a:cubicBezTo>
                        <a:pt x="5479" y="33701"/>
                        <a:pt x="8361" y="25633"/>
                        <a:pt x="11154" y="17521"/>
                      </a:cubicBezTo>
                      <a:cubicBezTo>
                        <a:pt x="15010" y="6172"/>
                        <a:pt x="22680" y="-1586"/>
                        <a:pt x="28576" y="276"/>
                      </a:cubicBezTo>
                      <a:lnTo>
                        <a:pt x="36688" y="2892"/>
                      </a:lnTo>
                      <a:cubicBezTo>
                        <a:pt x="42540" y="4753"/>
                        <a:pt x="44136" y="15969"/>
                        <a:pt x="39924" y="27628"/>
                      </a:cubicBezTo>
                      <a:cubicBezTo>
                        <a:pt x="36954" y="35918"/>
                        <a:pt x="33851" y="44164"/>
                        <a:pt x="30704" y="52365"/>
                      </a:cubicBezTo>
                      <a:cubicBezTo>
                        <a:pt x="26226" y="63891"/>
                        <a:pt x="17936" y="71427"/>
                        <a:pt x="12483" y="69255"/>
                      </a:cubicBezTo>
                      <a:lnTo>
                        <a:pt x="4903" y="66240"/>
                      </a:lnTo>
                      <a:cubicBezTo>
                        <a:pt x="-638" y="64068"/>
                        <a:pt x="-1569" y="53074"/>
                        <a:pt x="2553" y="41770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40" name="Forme libre : forme 26439">
                  <a:extLst>
                    <a:ext uri="{FF2B5EF4-FFF2-40B4-BE49-F238E27FC236}">
                      <a16:creationId xmlns:a16="http://schemas.microsoft.com/office/drawing/2014/main" id="{B278B278-9782-4155-8271-8053263A03AC}"/>
                    </a:ext>
                  </a:extLst>
                </p:cNvPr>
                <p:cNvSpPr/>
                <p:nvPr/>
              </p:nvSpPr>
              <p:spPr>
                <a:xfrm>
                  <a:off x="5848736" y="1530028"/>
                  <a:ext cx="32081" cy="66329"/>
                </a:xfrm>
                <a:custGeom>
                  <a:avLst/>
                  <a:gdLst>
                    <a:gd name="connsiteX0" fmla="*/ 19092 w 32081"/>
                    <a:gd name="connsiteY0" fmla="*/ 25190 h 66329"/>
                    <a:gd name="connsiteX1" fmla="*/ 32081 w 32081"/>
                    <a:gd name="connsiteY1" fmla="*/ 1429 h 66329"/>
                    <a:gd name="connsiteX2" fmla="*/ 28579 w 32081"/>
                    <a:gd name="connsiteY2" fmla="*/ 276 h 66329"/>
                    <a:gd name="connsiteX3" fmla="*/ 11157 w 32081"/>
                    <a:gd name="connsiteY3" fmla="*/ 17521 h 66329"/>
                    <a:gd name="connsiteX4" fmla="*/ 2557 w 32081"/>
                    <a:gd name="connsiteY4" fmla="*/ 41770 h 66329"/>
                    <a:gd name="connsiteX5" fmla="*/ 4862 w 32081"/>
                    <a:gd name="connsiteY5" fmla="*/ 66240 h 66329"/>
                    <a:gd name="connsiteX6" fmla="*/ 5128 w 32081"/>
                    <a:gd name="connsiteY6" fmla="*/ 66329 h 66329"/>
                    <a:gd name="connsiteX7" fmla="*/ 19092 w 32081"/>
                    <a:gd name="connsiteY7" fmla="*/ 25190 h 66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081" h="66329">
                      <a:moveTo>
                        <a:pt x="19092" y="25190"/>
                      </a:moveTo>
                      <a:cubicBezTo>
                        <a:pt x="21264" y="15038"/>
                        <a:pt x="26229" y="5551"/>
                        <a:pt x="32081" y="1429"/>
                      </a:cubicBezTo>
                      <a:lnTo>
                        <a:pt x="28579" y="276"/>
                      </a:lnTo>
                      <a:cubicBezTo>
                        <a:pt x="22683" y="-1586"/>
                        <a:pt x="15014" y="6172"/>
                        <a:pt x="11157" y="17521"/>
                      </a:cubicBezTo>
                      <a:cubicBezTo>
                        <a:pt x="8408" y="25633"/>
                        <a:pt x="5527" y="33701"/>
                        <a:pt x="2557" y="41770"/>
                      </a:cubicBezTo>
                      <a:cubicBezTo>
                        <a:pt x="-1566" y="53074"/>
                        <a:pt x="-635" y="64068"/>
                        <a:pt x="4862" y="66240"/>
                      </a:cubicBezTo>
                      <a:lnTo>
                        <a:pt x="5128" y="66329"/>
                      </a:lnTo>
                      <a:cubicBezTo>
                        <a:pt x="9960" y="52321"/>
                        <a:pt x="16122" y="39553"/>
                        <a:pt x="19092" y="25190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41" name="Forme libre : forme 26440">
                  <a:extLst>
                    <a:ext uri="{FF2B5EF4-FFF2-40B4-BE49-F238E27FC236}">
                      <a16:creationId xmlns:a16="http://schemas.microsoft.com/office/drawing/2014/main" id="{82884621-DDB4-463E-BA80-117853F257E9}"/>
                    </a:ext>
                  </a:extLst>
                </p:cNvPr>
                <p:cNvSpPr/>
                <p:nvPr/>
              </p:nvSpPr>
              <p:spPr>
                <a:xfrm>
                  <a:off x="5859923" y="1553853"/>
                  <a:ext cx="15386" cy="30316"/>
                </a:xfrm>
                <a:custGeom>
                  <a:avLst/>
                  <a:gdLst>
                    <a:gd name="connsiteX0" fmla="*/ 2098 w 15386"/>
                    <a:gd name="connsiteY0" fmla="*/ 30181 h 30316"/>
                    <a:gd name="connsiteX1" fmla="*/ 2364 w 15386"/>
                    <a:gd name="connsiteY1" fmla="*/ 13202 h 30316"/>
                    <a:gd name="connsiteX2" fmla="*/ 13136 w 15386"/>
                    <a:gd name="connsiteY2" fmla="*/ 124 h 30316"/>
                    <a:gd name="connsiteX3" fmla="*/ 13047 w 15386"/>
                    <a:gd name="connsiteY3" fmla="*/ 17147 h 30316"/>
                    <a:gd name="connsiteX4" fmla="*/ 2098 w 15386"/>
                    <a:gd name="connsiteY4" fmla="*/ 30181 h 30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86" h="30316">
                      <a:moveTo>
                        <a:pt x="2098" y="30181"/>
                      </a:moveTo>
                      <a:cubicBezTo>
                        <a:pt x="-828" y="29072"/>
                        <a:pt x="-651" y="21492"/>
                        <a:pt x="2364" y="13202"/>
                      </a:cubicBezTo>
                      <a:cubicBezTo>
                        <a:pt x="5378" y="4956"/>
                        <a:pt x="10122" y="-940"/>
                        <a:pt x="13136" y="124"/>
                      </a:cubicBezTo>
                      <a:cubicBezTo>
                        <a:pt x="16151" y="1188"/>
                        <a:pt x="16151" y="8813"/>
                        <a:pt x="13047" y="17147"/>
                      </a:cubicBezTo>
                      <a:cubicBezTo>
                        <a:pt x="9989" y="25481"/>
                        <a:pt x="5024" y="31289"/>
                        <a:pt x="2098" y="30181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42" name="Forme libre : forme 26441">
                  <a:extLst>
                    <a:ext uri="{FF2B5EF4-FFF2-40B4-BE49-F238E27FC236}">
                      <a16:creationId xmlns:a16="http://schemas.microsoft.com/office/drawing/2014/main" id="{62050944-07E1-4B08-8877-6E39804E725F}"/>
                    </a:ext>
                  </a:extLst>
                </p:cNvPr>
                <p:cNvSpPr/>
                <p:nvPr/>
              </p:nvSpPr>
              <p:spPr>
                <a:xfrm>
                  <a:off x="5860380" y="1553853"/>
                  <a:ext cx="14955" cy="20117"/>
                </a:xfrm>
                <a:custGeom>
                  <a:avLst/>
                  <a:gdLst>
                    <a:gd name="connsiteX0" fmla="*/ 14807 w 14955"/>
                    <a:gd name="connsiteY0" fmla="*/ 8370 h 20117"/>
                    <a:gd name="connsiteX1" fmla="*/ 12679 w 14955"/>
                    <a:gd name="connsiteY1" fmla="*/ 124 h 20117"/>
                    <a:gd name="connsiteX2" fmla="*/ 1906 w 14955"/>
                    <a:gd name="connsiteY2" fmla="*/ 13202 h 20117"/>
                    <a:gd name="connsiteX3" fmla="*/ 0 w 14955"/>
                    <a:gd name="connsiteY3" fmla="*/ 20117 h 20117"/>
                    <a:gd name="connsiteX4" fmla="*/ 1729 w 14955"/>
                    <a:gd name="connsiteY4" fmla="*/ 16527 h 20117"/>
                    <a:gd name="connsiteX5" fmla="*/ 14807 w 14955"/>
                    <a:gd name="connsiteY5" fmla="*/ 8370 h 20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955" h="20117">
                      <a:moveTo>
                        <a:pt x="14807" y="8370"/>
                      </a:moveTo>
                      <a:cubicBezTo>
                        <a:pt x="15294" y="3981"/>
                        <a:pt x="14585" y="789"/>
                        <a:pt x="12679" y="124"/>
                      </a:cubicBezTo>
                      <a:cubicBezTo>
                        <a:pt x="9664" y="-940"/>
                        <a:pt x="4876" y="4956"/>
                        <a:pt x="1906" y="13202"/>
                      </a:cubicBezTo>
                      <a:cubicBezTo>
                        <a:pt x="1020" y="15640"/>
                        <a:pt x="399" y="17990"/>
                        <a:pt x="0" y="20117"/>
                      </a:cubicBezTo>
                      <a:cubicBezTo>
                        <a:pt x="488" y="18876"/>
                        <a:pt x="1064" y="17679"/>
                        <a:pt x="1729" y="16527"/>
                      </a:cubicBezTo>
                      <a:cubicBezTo>
                        <a:pt x="5807" y="10586"/>
                        <a:pt x="11349" y="6552"/>
                        <a:pt x="14807" y="837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43" name="Forme libre : forme 26442">
                  <a:extLst>
                    <a:ext uri="{FF2B5EF4-FFF2-40B4-BE49-F238E27FC236}">
                      <a16:creationId xmlns:a16="http://schemas.microsoft.com/office/drawing/2014/main" id="{24E84E3E-8606-4B5B-A231-FFFDBED83F10}"/>
                    </a:ext>
                  </a:extLst>
                </p:cNvPr>
                <p:cNvSpPr/>
                <p:nvPr/>
              </p:nvSpPr>
              <p:spPr>
                <a:xfrm>
                  <a:off x="5858210" y="1554970"/>
                  <a:ext cx="15370" cy="30262"/>
                </a:xfrm>
                <a:custGeom>
                  <a:avLst/>
                  <a:gdLst>
                    <a:gd name="connsiteX0" fmla="*/ 2082 w 15370"/>
                    <a:gd name="connsiteY0" fmla="*/ 30127 h 30262"/>
                    <a:gd name="connsiteX1" fmla="*/ 2348 w 15370"/>
                    <a:gd name="connsiteY1" fmla="*/ 13193 h 30262"/>
                    <a:gd name="connsiteX2" fmla="*/ 13120 w 15370"/>
                    <a:gd name="connsiteY2" fmla="*/ 115 h 30262"/>
                    <a:gd name="connsiteX3" fmla="*/ 13031 w 15370"/>
                    <a:gd name="connsiteY3" fmla="*/ 17138 h 30262"/>
                    <a:gd name="connsiteX4" fmla="*/ 2082 w 15370"/>
                    <a:gd name="connsiteY4" fmla="*/ 30127 h 30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70" h="30262">
                      <a:moveTo>
                        <a:pt x="2082" y="30127"/>
                      </a:moveTo>
                      <a:cubicBezTo>
                        <a:pt x="-844" y="29019"/>
                        <a:pt x="-622" y="21439"/>
                        <a:pt x="2348" y="13193"/>
                      </a:cubicBezTo>
                      <a:cubicBezTo>
                        <a:pt x="5362" y="4947"/>
                        <a:pt x="10106" y="-904"/>
                        <a:pt x="13120" y="115"/>
                      </a:cubicBezTo>
                      <a:cubicBezTo>
                        <a:pt x="16135" y="1179"/>
                        <a:pt x="16135" y="8804"/>
                        <a:pt x="13031" y="17138"/>
                      </a:cubicBezTo>
                      <a:cubicBezTo>
                        <a:pt x="9928" y="25428"/>
                        <a:pt x="4963" y="31236"/>
                        <a:pt x="2082" y="3012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44" name="Forme libre : forme 26443">
                  <a:extLst>
                    <a:ext uri="{FF2B5EF4-FFF2-40B4-BE49-F238E27FC236}">
                      <a16:creationId xmlns:a16="http://schemas.microsoft.com/office/drawing/2014/main" id="{39759E85-5911-469E-B27C-AC40E2E25AEC}"/>
                    </a:ext>
                  </a:extLst>
                </p:cNvPr>
                <p:cNvSpPr/>
                <p:nvPr/>
              </p:nvSpPr>
              <p:spPr>
                <a:xfrm>
                  <a:off x="5855739" y="1539924"/>
                  <a:ext cx="28959" cy="36316"/>
                </a:xfrm>
                <a:custGeom>
                  <a:avLst/>
                  <a:gdLst>
                    <a:gd name="connsiteX0" fmla="*/ 20999 w 28959"/>
                    <a:gd name="connsiteY0" fmla="*/ 976 h 36316"/>
                    <a:gd name="connsiteX1" fmla="*/ 15547 w 28959"/>
                    <a:gd name="connsiteY1" fmla="*/ 266 h 36316"/>
                    <a:gd name="connsiteX2" fmla="*/ 4952 w 28959"/>
                    <a:gd name="connsiteY2" fmla="*/ 13477 h 36316"/>
                    <a:gd name="connsiteX3" fmla="*/ 75 w 28959"/>
                    <a:gd name="connsiteY3" fmla="*/ 29392 h 36316"/>
                    <a:gd name="connsiteX4" fmla="*/ 3001 w 28959"/>
                    <a:gd name="connsiteY4" fmla="*/ 36219 h 36316"/>
                    <a:gd name="connsiteX5" fmla="*/ 7434 w 28959"/>
                    <a:gd name="connsiteY5" fmla="*/ 31919 h 36316"/>
                    <a:gd name="connsiteX6" fmla="*/ 18029 w 28959"/>
                    <a:gd name="connsiteY6" fmla="*/ 21235 h 36316"/>
                    <a:gd name="connsiteX7" fmla="*/ 28890 w 28959"/>
                    <a:gd name="connsiteY7" fmla="*/ 8024 h 36316"/>
                    <a:gd name="connsiteX8" fmla="*/ 20999 w 28959"/>
                    <a:gd name="connsiteY8" fmla="*/ 976 h 36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959" h="36316">
                      <a:moveTo>
                        <a:pt x="20999" y="976"/>
                      </a:moveTo>
                      <a:cubicBezTo>
                        <a:pt x="19315" y="311"/>
                        <a:pt x="17586" y="-398"/>
                        <a:pt x="15547" y="266"/>
                      </a:cubicBezTo>
                      <a:cubicBezTo>
                        <a:pt x="11734" y="1552"/>
                        <a:pt x="7833" y="7448"/>
                        <a:pt x="4952" y="13477"/>
                      </a:cubicBezTo>
                      <a:cubicBezTo>
                        <a:pt x="2558" y="18531"/>
                        <a:pt x="563" y="24205"/>
                        <a:pt x="75" y="29392"/>
                      </a:cubicBezTo>
                      <a:cubicBezTo>
                        <a:pt x="-279" y="33249"/>
                        <a:pt x="607" y="36973"/>
                        <a:pt x="3001" y="36219"/>
                      </a:cubicBezTo>
                      <a:cubicBezTo>
                        <a:pt x="4464" y="35731"/>
                        <a:pt x="6016" y="33736"/>
                        <a:pt x="7434" y="31919"/>
                      </a:cubicBezTo>
                      <a:cubicBezTo>
                        <a:pt x="10848" y="27663"/>
                        <a:pt x="14438" y="24028"/>
                        <a:pt x="18029" y="21235"/>
                      </a:cubicBezTo>
                      <a:cubicBezTo>
                        <a:pt x="21088" y="18886"/>
                        <a:pt x="27959" y="14896"/>
                        <a:pt x="28890" y="8024"/>
                      </a:cubicBezTo>
                      <a:cubicBezTo>
                        <a:pt x="29688" y="1907"/>
                        <a:pt x="23349" y="1951"/>
                        <a:pt x="20999" y="97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45" name="Forme libre : forme 26444">
                  <a:extLst>
                    <a:ext uri="{FF2B5EF4-FFF2-40B4-BE49-F238E27FC236}">
                      <a16:creationId xmlns:a16="http://schemas.microsoft.com/office/drawing/2014/main" id="{4F688563-55C3-40B5-AC54-751724C64719}"/>
                    </a:ext>
                  </a:extLst>
                </p:cNvPr>
                <p:cNvSpPr/>
                <p:nvPr/>
              </p:nvSpPr>
              <p:spPr>
                <a:xfrm>
                  <a:off x="5876643" y="1548846"/>
                  <a:ext cx="4713" cy="13531"/>
                </a:xfrm>
                <a:custGeom>
                  <a:avLst/>
                  <a:gdLst>
                    <a:gd name="connsiteX0" fmla="*/ 3864 w 4713"/>
                    <a:gd name="connsiteY0" fmla="*/ 1186 h 13531"/>
                    <a:gd name="connsiteX1" fmla="*/ 2977 w 4713"/>
                    <a:gd name="connsiteY1" fmla="*/ 33 h 13531"/>
                    <a:gd name="connsiteX2" fmla="*/ 1558 w 4713"/>
                    <a:gd name="connsiteY2" fmla="*/ 831 h 13531"/>
                    <a:gd name="connsiteX3" fmla="*/ 849 w 4713"/>
                    <a:gd name="connsiteY3" fmla="*/ 3048 h 13531"/>
                    <a:gd name="connsiteX4" fmla="*/ 51 w 4713"/>
                    <a:gd name="connsiteY4" fmla="*/ 8811 h 13531"/>
                    <a:gd name="connsiteX5" fmla="*/ 51 w 4713"/>
                    <a:gd name="connsiteY5" fmla="*/ 10983 h 13531"/>
                    <a:gd name="connsiteX6" fmla="*/ 4130 w 4713"/>
                    <a:gd name="connsiteY6" fmla="*/ 10628 h 13531"/>
                    <a:gd name="connsiteX7" fmla="*/ 3864 w 4713"/>
                    <a:gd name="connsiteY7" fmla="*/ 1186 h 13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13" h="13531">
                      <a:moveTo>
                        <a:pt x="3864" y="1186"/>
                      </a:moveTo>
                      <a:cubicBezTo>
                        <a:pt x="3642" y="654"/>
                        <a:pt x="3376" y="211"/>
                        <a:pt x="2977" y="33"/>
                      </a:cubicBezTo>
                      <a:cubicBezTo>
                        <a:pt x="2578" y="-100"/>
                        <a:pt x="2002" y="166"/>
                        <a:pt x="1558" y="831"/>
                      </a:cubicBezTo>
                      <a:cubicBezTo>
                        <a:pt x="1159" y="1452"/>
                        <a:pt x="982" y="2294"/>
                        <a:pt x="849" y="3048"/>
                      </a:cubicBezTo>
                      <a:cubicBezTo>
                        <a:pt x="495" y="4998"/>
                        <a:pt x="229" y="6949"/>
                        <a:pt x="51" y="8811"/>
                      </a:cubicBezTo>
                      <a:cubicBezTo>
                        <a:pt x="7" y="9564"/>
                        <a:pt x="-37" y="10362"/>
                        <a:pt x="51" y="10983"/>
                      </a:cubicBezTo>
                      <a:cubicBezTo>
                        <a:pt x="450" y="13687"/>
                        <a:pt x="2844" y="15150"/>
                        <a:pt x="4130" y="10628"/>
                      </a:cubicBezTo>
                      <a:cubicBezTo>
                        <a:pt x="5105" y="7126"/>
                        <a:pt x="4750" y="3269"/>
                        <a:pt x="3864" y="118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46" name="Forme libre : forme 26445">
                  <a:extLst>
                    <a:ext uri="{FF2B5EF4-FFF2-40B4-BE49-F238E27FC236}">
                      <a16:creationId xmlns:a16="http://schemas.microsoft.com/office/drawing/2014/main" id="{D317E19E-2B66-458F-AD4C-688F41C701D2}"/>
                    </a:ext>
                  </a:extLst>
                </p:cNvPr>
                <p:cNvSpPr/>
                <p:nvPr/>
              </p:nvSpPr>
              <p:spPr>
                <a:xfrm>
                  <a:off x="5850437" y="1572463"/>
                  <a:ext cx="5067" cy="22254"/>
                </a:xfrm>
                <a:custGeom>
                  <a:avLst/>
                  <a:gdLst>
                    <a:gd name="connsiteX0" fmla="*/ 5067 w 5067"/>
                    <a:gd name="connsiteY0" fmla="*/ 22254 h 22254"/>
                    <a:gd name="connsiteX1" fmla="*/ 1521 w 5067"/>
                    <a:gd name="connsiteY1" fmla="*/ 18575 h 22254"/>
                    <a:gd name="connsiteX2" fmla="*/ 1299 w 5067"/>
                    <a:gd name="connsiteY2" fmla="*/ 0 h 22254"/>
                    <a:gd name="connsiteX3" fmla="*/ 5067 w 5067"/>
                    <a:gd name="connsiteY3" fmla="*/ 22254 h 22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67" h="22254">
                      <a:moveTo>
                        <a:pt x="5067" y="22254"/>
                      </a:moveTo>
                      <a:cubicBezTo>
                        <a:pt x="5067" y="22254"/>
                        <a:pt x="2984" y="21678"/>
                        <a:pt x="1521" y="18575"/>
                      </a:cubicBezTo>
                      <a:cubicBezTo>
                        <a:pt x="14" y="15516"/>
                        <a:pt x="-873" y="9930"/>
                        <a:pt x="1299" y="0"/>
                      </a:cubicBezTo>
                      <a:cubicBezTo>
                        <a:pt x="1299" y="0"/>
                        <a:pt x="-1582" y="15516"/>
                        <a:pt x="5067" y="222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47" name="Forme libre : forme 26446">
                  <a:extLst>
                    <a:ext uri="{FF2B5EF4-FFF2-40B4-BE49-F238E27FC236}">
                      <a16:creationId xmlns:a16="http://schemas.microsoft.com/office/drawing/2014/main" id="{E1CD73B5-61F8-4BC5-A849-E714A30EA16E}"/>
                    </a:ext>
                  </a:extLst>
                </p:cNvPr>
                <p:cNvSpPr/>
                <p:nvPr/>
              </p:nvSpPr>
              <p:spPr>
                <a:xfrm>
                  <a:off x="5884142" y="1533895"/>
                  <a:ext cx="5360" cy="24780"/>
                </a:xfrm>
                <a:custGeom>
                  <a:avLst/>
                  <a:gdLst>
                    <a:gd name="connsiteX0" fmla="*/ 3236 w 5360"/>
                    <a:gd name="connsiteY0" fmla="*/ 24781 h 24780"/>
                    <a:gd name="connsiteX1" fmla="*/ 5275 w 5360"/>
                    <a:gd name="connsiteY1" fmla="*/ 14452 h 24780"/>
                    <a:gd name="connsiteX2" fmla="*/ 0 w 5360"/>
                    <a:gd name="connsiteY2" fmla="*/ 0 h 24780"/>
                    <a:gd name="connsiteX3" fmla="*/ 3236 w 5360"/>
                    <a:gd name="connsiteY3" fmla="*/ 24781 h 24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60" h="24780">
                      <a:moveTo>
                        <a:pt x="3236" y="24781"/>
                      </a:moveTo>
                      <a:cubicBezTo>
                        <a:pt x="3236" y="24781"/>
                        <a:pt x="4876" y="19993"/>
                        <a:pt x="5275" y="14452"/>
                      </a:cubicBezTo>
                      <a:cubicBezTo>
                        <a:pt x="5674" y="8955"/>
                        <a:pt x="4788" y="2704"/>
                        <a:pt x="0" y="0"/>
                      </a:cubicBezTo>
                      <a:cubicBezTo>
                        <a:pt x="0" y="0"/>
                        <a:pt x="7847" y="6827"/>
                        <a:pt x="3236" y="247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48" name="Forme libre : forme 26447">
                  <a:extLst>
                    <a:ext uri="{FF2B5EF4-FFF2-40B4-BE49-F238E27FC236}">
                      <a16:creationId xmlns:a16="http://schemas.microsoft.com/office/drawing/2014/main" id="{7D0BAA03-284A-4391-B6B8-641274559EBE}"/>
                    </a:ext>
                  </a:extLst>
                </p:cNvPr>
                <p:cNvSpPr/>
                <p:nvPr/>
              </p:nvSpPr>
              <p:spPr>
                <a:xfrm>
                  <a:off x="5865643" y="1567472"/>
                  <a:ext cx="6453" cy="10917"/>
                </a:xfrm>
                <a:custGeom>
                  <a:avLst/>
                  <a:gdLst>
                    <a:gd name="connsiteX0" fmla="*/ 235 w 6453"/>
                    <a:gd name="connsiteY0" fmla="*/ 10621 h 10917"/>
                    <a:gd name="connsiteX1" fmla="*/ 2008 w 6453"/>
                    <a:gd name="connsiteY1" fmla="*/ 3706 h 10917"/>
                    <a:gd name="connsiteX2" fmla="*/ 6219 w 6453"/>
                    <a:gd name="connsiteY2" fmla="*/ 292 h 10917"/>
                    <a:gd name="connsiteX3" fmla="*/ 4446 w 6453"/>
                    <a:gd name="connsiteY3" fmla="*/ 7208 h 10917"/>
                    <a:gd name="connsiteX4" fmla="*/ 235 w 6453"/>
                    <a:gd name="connsiteY4" fmla="*/ 10621 h 1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53" h="10917">
                      <a:moveTo>
                        <a:pt x="235" y="10621"/>
                      </a:moveTo>
                      <a:cubicBezTo>
                        <a:pt x="-430" y="9646"/>
                        <a:pt x="368" y="6587"/>
                        <a:pt x="2008" y="3706"/>
                      </a:cubicBezTo>
                      <a:cubicBezTo>
                        <a:pt x="3648" y="868"/>
                        <a:pt x="5510" y="-683"/>
                        <a:pt x="6219" y="292"/>
                      </a:cubicBezTo>
                      <a:cubicBezTo>
                        <a:pt x="6884" y="1267"/>
                        <a:pt x="6086" y="4370"/>
                        <a:pt x="4446" y="7208"/>
                      </a:cubicBezTo>
                      <a:cubicBezTo>
                        <a:pt x="2806" y="10089"/>
                        <a:pt x="899" y="11596"/>
                        <a:pt x="235" y="1062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49" name="Forme libre : forme 26448">
                  <a:extLst>
                    <a:ext uri="{FF2B5EF4-FFF2-40B4-BE49-F238E27FC236}">
                      <a16:creationId xmlns:a16="http://schemas.microsoft.com/office/drawing/2014/main" id="{99BDB0FC-A296-4BFA-A31F-4FCEFBD45761}"/>
                    </a:ext>
                  </a:extLst>
                </p:cNvPr>
                <p:cNvSpPr/>
                <p:nvPr/>
              </p:nvSpPr>
              <p:spPr>
                <a:xfrm>
                  <a:off x="5865336" y="1576744"/>
                  <a:ext cx="1893" cy="3154"/>
                </a:xfrm>
                <a:custGeom>
                  <a:avLst/>
                  <a:gdLst>
                    <a:gd name="connsiteX0" fmla="*/ 364 w 1893"/>
                    <a:gd name="connsiteY0" fmla="*/ 3122 h 3154"/>
                    <a:gd name="connsiteX1" fmla="*/ 187 w 1893"/>
                    <a:gd name="connsiteY1" fmla="*/ 1305 h 3154"/>
                    <a:gd name="connsiteX2" fmla="*/ 1517 w 1893"/>
                    <a:gd name="connsiteY2" fmla="*/ 19 h 3154"/>
                    <a:gd name="connsiteX3" fmla="*/ 1694 w 1893"/>
                    <a:gd name="connsiteY3" fmla="*/ 1837 h 3154"/>
                    <a:gd name="connsiteX4" fmla="*/ 364 w 1893"/>
                    <a:gd name="connsiteY4" fmla="*/ 3122 h 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3" h="3154">
                      <a:moveTo>
                        <a:pt x="364" y="3122"/>
                      </a:moveTo>
                      <a:cubicBezTo>
                        <a:pt x="-35" y="2945"/>
                        <a:pt x="-124" y="2147"/>
                        <a:pt x="187" y="1305"/>
                      </a:cubicBezTo>
                      <a:cubicBezTo>
                        <a:pt x="497" y="462"/>
                        <a:pt x="1118" y="-114"/>
                        <a:pt x="1517" y="19"/>
                      </a:cubicBezTo>
                      <a:cubicBezTo>
                        <a:pt x="1960" y="196"/>
                        <a:pt x="2004" y="994"/>
                        <a:pt x="1694" y="1837"/>
                      </a:cubicBezTo>
                      <a:cubicBezTo>
                        <a:pt x="1384" y="2723"/>
                        <a:pt x="807" y="3300"/>
                        <a:pt x="364" y="31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50" name="Forme libre : forme 26449">
                  <a:extLst>
                    <a:ext uri="{FF2B5EF4-FFF2-40B4-BE49-F238E27FC236}">
                      <a16:creationId xmlns:a16="http://schemas.microsoft.com/office/drawing/2014/main" id="{D22786E3-3B27-4D63-8954-E657BFF6F918}"/>
                    </a:ext>
                  </a:extLst>
                </p:cNvPr>
                <p:cNvSpPr/>
                <p:nvPr/>
              </p:nvSpPr>
              <p:spPr>
                <a:xfrm>
                  <a:off x="5858401" y="1570245"/>
                  <a:ext cx="21789" cy="23777"/>
                </a:xfrm>
                <a:custGeom>
                  <a:avLst/>
                  <a:gdLst>
                    <a:gd name="connsiteX0" fmla="*/ 8762 w 21789"/>
                    <a:gd name="connsiteY0" fmla="*/ 23143 h 23777"/>
                    <a:gd name="connsiteX1" fmla="*/ 1314 w 21789"/>
                    <a:gd name="connsiteY1" fmla="*/ 22788 h 23777"/>
                    <a:gd name="connsiteX2" fmla="*/ 161 w 21789"/>
                    <a:gd name="connsiteY2" fmla="*/ 19818 h 23777"/>
                    <a:gd name="connsiteX3" fmla="*/ 2777 w 21789"/>
                    <a:gd name="connsiteY3" fmla="*/ 16981 h 23777"/>
                    <a:gd name="connsiteX4" fmla="*/ 11510 w 21789"/>
                    <a:gd name="connsiteY4" fmla="*/ 12459 h 23777"/>
                    <a:gd name="connsiteX5" fmla="*/ 21618 w 21789"/>
                    <a:gd name="connsiteY5" fmla="*/ 578 h 23777"/>
                    <a:gd name="connsiteX6" fmla="*/ 15190 w 21789"/>
                    <a:gd name="connsiteY6" fmla="*/ 17823 h 23777"/>
                    <a:gd name="connsiteX7" fmla="*/ 8762 w 21789"/>
                    <a:gd name="connsiteY7" fmla="*/ 23143 h 23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789" h="23777">
                      <a:moveTo>
                        <a:pt x="8762" y="23143"/>
                      </a:moveTo>
                      <a:cubicBezTo>
                        <a:pt x="5969" y="24251"/>
                        <a:pt x="3531" y="23763"/>
                        <a:pt x="1314" y="22788"/>
                      </a:cubicBezTo>
                      <a:cubicBezTo>
                        <a:pt x="516" y="22433"/>
                        <a:pt x="-371" y="21547"/>
                        <a:pt x="161" y="19818"/>
                      </a:cubicBezTo>
                      <a:cubicBezTo>
                        <a:pt x="605" y="18266"/>
                        <a:pt x="1846" y="17380"/>
                        <a:pt x="2777" y="16981"/>
                      </a:cubicBezTo>
                      <a:cubicBezTo>
                        <a:pt x="5703" y="15739"/>
                        <a:pt x="8629" y="15606"/>
                        <a:pt x="11510" y="12459"/>
                      </a:cubicBezTo>
                      <a:cubicBezTo>
                        <a:pt x="13372" y="10553"/>
                        <a:pt x="20465" y="-2924"/>
                        <a:pt x="21618" y="578"/>
                      </a:cubicBezTo>
                      <a:cubicBezTo>
                        <a:pt x="22814" y="4125"/>
                        <a:pt x="17450" y="14853"/>
                        <a:pt x="15190" y="17823"/>
                      </a:cubicBezTo>
                      <a:cubicBezTo>
                        <a:pt x="13150" y="20527"/>
                        <a:pt x="10845" y="22345"/>
                        <a:pt x="8762" y="2314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61" name="Graphique 2">
                <a:extLst>
                  <a:ext uri="{FF2B5EF4-FFF2-40B4-BE49-F238E27FC236}">
                    <a16:creationId xmlns:a16="http://schemas.microsoft.com/office/drawing/2014/main" id="{51225402-8123-4100-BAB9-FE6E72CC10D3}"/>
                  </a:ext>
                </a:extLst>
              </p:cNvPr>
              <p:cNvGrpSpPr/>
              <p:nvPr/>
            </p:nvGrpSpPr>
            <p:grpSpPr>
              <a:xfrm>
                <a:off x="5822622" y="1595892"/>
                <a:ext cx="43240" cy="68836"/>
                <a:chOff x="5822622" y="1595892"/>
                <a:chExt cx="43240" cy="68836"/>
              </a:xfrm>
              <a:solidFill>
                <a:schemeClr val="accent1"/>
              </a:solidFill>
            </p:grpSpPr>
            <p:sp>
              <p:nvSpPr>
                <p:cNvPr id="26427" name="Forme libre : forme 26426">
                  <a:extLst>
                    <a:ext uri="{FF2B5EF4-FFF2-40B4-BE49-F238E27FC236}">
                      <a16:creationId xmlns:a16="http://schemas.microsoft.com/office/drawing/2014/main" id="{11D06D7C-77AD-4C4C-B42D-798847E0D7B8}"/>
                    </a:ext>
                  </a:extLst>
                </p:cNvPr>
                <p:cNvSpPr/>
                <p:nvPr/>
              </p:nvSpPr>
              <p:spPr>
                <a:xfrm>
                  <a:off x="5822671" y="1595936"/>
                  <a:ext cx="43192" cy="68792"/>
                </a:xfrm>
                <a:custGeom>
                  <a:avLst/>
                  <a:gdLst>
                    <a:gd name="connsiteX0" fmla="*/ 3220 w 43192"/>
                    <a:gd name="connsiteY0" fmla="*/ 40807 h 68792"/>
                    <a:gd name="connsiteX1" fmla="*/ 12973 w 43192"/>
                    <a:gd name="connsiteY1" fmla="*/ 16868 h 68792"/>
                    <a:gd name="connsiteX2" fmla="*/ 30971 w 43192"/>
                    <a:gd name="connsiteY2" fmla="*/ 377 h 68792"/>
                    <a:gd name="connsiteX3" fmla="*/ 38552 w 43192"/>
                    <a:gd name="connsiteY3" fmla="*/ 3391 h 68792"/>
                    <a:gd name="connsiteX4" fmla="*/ 40059 w 43192"/>
                    <a:gd name="connsiteY4" fmla="*/ 27995 h 68792"/>
                    <a:gd name="connsiteX5" fmla="*/ 29774 w 43192"/>
                    <a:gd name="connsiteY5" fmla="*/ 52111 h 68792"/>
                    <a:gd name="connsiteX6" fmla="*/ 11377 w 43192"/>
                    <a:gd name="connsiteY6" fmla="*/ 68380 h 68792"/>
                    <a:gd name="connsiteX7" fmla="*/ 4195 w 43192"/>
                    <a:gd name="connsiteY7" fmla="*/ 65277 h 68792"/>
                    <a:gd name="connsiteX8" fmla="*/ 3220 w 43192"/>
                    <a:gd name="connsiteY8" fmla="*/ 40807 h 68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192" h="68792">
                      <a:moveTo>
                        <a:pt x="3220" y="40807"/>
                      </a:moveTo>
                      <a:lnTo>
                        <a:pt x="12973" y="16868"/>
                      </a:lnTo>
                      <a:cubicBezTo>
                        <a:pt x="17450" y="5652"/>
                        <a:pt x="25474" y="-1795"/>
                        <a:pt x="30971" y="377"/>
                      </a:cubicBezTo>
                      <a:lnTo>
                        <a:pt x="38552" y="3391"/>
                      </a:lnTo>
                      <a:cubicBezTo>
                        <a:pt x="44049" y="5564"/>
                        <a:pt x="44802" y="16646"/>
                        <a:pt x="40059" y="27995"/>
                      </a:cubicBezTo>
                      <a:lnTo>
                        <a:pt x="29774" y="52111"/>
                      </a:lnTo>
                      <a:cubicBezTo>
                        <a:pt x="24853" y="63371"/>
                        <a:pt x="16519" y="70641"/>
                        <a:pt x="11377" y="68380"/>
                      </a:cubicBezTo>
                      <a:lnTo>
                        <a:pt x="4195" y="65277"/>
                      </a:lnTo>
                      <a:cubicBezTo>
                        <a:pt x="-1036" y="62972"/>
                        <a:pt x="-1391" y="51978"/>
                        <a:pt x="3220" y="4080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28" name="Forme libre : forme 26427">
                  <a:extLst>
                    <a:ext uri="{FF2B5EF4-FFF2-40B4-BE49-F238E27FC236}">
                      <a16:creationId xmlns:a16="http://schemas.microsoft.com/office/drawing/2014/main" id="{846957B5-724D-42B4-B5C9-3765352897FA}"/>
                    </a:ext>
                  </a:extLst>
                </p:cNvPr>
                <p:cNvSpPr/>
                <p:nvPr/>
              </p:nvSpPr>
              <p:spPr>
                <a:xfrm>
                  <a:off x="5822622" y="1595892"/>
                  <a:ext cx="34255" cy="65321"/>
                </a:xfrm>
                <a:custGeom>
                  <a:avLst/>
                  <a:gdLst>
                    <a:gd name="connsiteX0" fmla="*/ 20159 w 34255"/>
                    <a:gd name="connsiteY0" fmla="*/ 24803 h 65321"/>
                    <a:gd name="connsiteX1" fmla="*/ 34256 w 34255"/>
                    <a:gd name="connsiteY1" fmla="*/ 1662 h 65321"/>
                    <a:gd name="connsiteX2" fmla="*/ 30975 w 34255"/>
                    <a:gd name="connsiteY2" fmla="*/ 377 h 65321"/>
                    <a:gd name="connsiteX3" fmla="*/ 12977 w 34255"/>
                    <a:gd name="connsiteY3" fmla="*/ 16868 h 65321"/>
                    <a:gd name="connsiteX4" fmla="*/ 3224 w 34255"/>
                    <a:gd name="connsiteY4" fmla="*/ 40807 h 65321"/>
                    <a:gd name="connsiteX5" fmla="*/ 4155 w 34255"/>
                    <a:gd name="connsiteY5" fmla="*/ 65233 h 65321"/>
                    <a:gd name="connsiteX6" fmla="*/ 4377 w 34255"/>
                    <a:gd name="connsiteY6" fmla="*/ 65322 h 65321"/>
                    <a:gd name="connsiteX7" fmla="*/ 20159 w 34255"/>
                    <a:gd name="connsiteY7" fmla="*/ 24803 h 65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255" h="65321">
                      <a:moveTo>
                        <a:pt x="20159" y="24803"/>
                      </a:moveTo>
                      <a:cubicBezTo>
                        <a:pt x="22863" y="14784"/>
                        <a:pt x="28316" y="5519"/>
                        <a:pt x="34256" y="1662"/>
                      </a:cubicBezTo>
                      <a:lnTo>
                        <a:pt x="30975" y="377"/>
                      </a:lnTo>
                      <a:cubicBezTo>
                        <a:pt x="25434" y="-1795"/>
                        <a:pt x="17454" y="5652"/>
                        <a:pt x="12977" y="16868"/>
                      </a:cubicBezTo>
                      <a:lnTo>
                        <a:pt x="3224" y="40807"/>
                      </a:lnTo>
                      <a:cubicBezTo>
                        <a:pt x="-1386" y="51978"/>
                        <a:pt x="-1031" y="62972"/>
                        <a:pt x="4155" y="65233"/>
                      </a:cubicBezTo>
                      <a:lnTo>
                        <a:pt x="4377" y="65322"/>
                      </a:lnTo>
                      <a:cubicBezTo>
                        <a:pt x="9785" y="51535"/>
                        <a:pt x="16391" y="38989"/>
                        <a:pt x="20159" y="2480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29" name="Forme libre : forme 26428">
                  <a:extLst>
                    <a:ext uri="{FF2B5EF4-FFF2-40B4-BE49-F238E27FC236}">
                      <a16:creationId xmlns:a16="http://schemas.microsoft.com/office/drawing/2014/main" id="{DF7C9CAE-4192-44C2-91E2-31D0A2DCE9FE}"/>
                    </a:ext>
                  </a:extLst>
                </p:cNvPr>
                <p:cNvSpPr/>
                <p:nvPr/>
              </p:nvSpPr>
              <p:spPr>
                <a:xfrm>
                  <a:off x="5833767" y="1619483"/>
                  <a:ext cx="15974" cy="29832"/>
                </a:xfrm>
                <a:custGeom>
                  <a:avLst/>
                  <a:gdLst>
                    <a:gd name="connsiteX0" fmla="*/ 1744 w 15974"/>
                    <a:gd name="connsiteY0" fmla="*/ 29673 h 29832"/>
                    <a:gd name="connsiteX1" fmla="*/ 2941 w 15974"/>
                    <a:gd name="connsiteY1" fmla="*/ 12827 h 29832"/>
                    <a:gd name="connsiteX2" fmla="*/ 14112 w 15974"/>
                    <a:gd name="connsiteY2" fmla="*/ 149 h 29832"/>
                    <a:gd name="connsiteX3" fmla="*/ 13048 w 15974"/>
                    <a:gd name="connsiteY3" fmla="*/ 17039 h 29832"/>
                    <a:gd name="connsiteX4" fmla="*/ 1744 w 15974"/>
                    <a:gd name="connsiteY4" fmla="*/ 29673 h 29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74" h="29832">
                      <a:moveTo>
                        <a:pt x="1744" y="29673"/>
                      </a:moveTo>
                      <a:cubicBezTo>
                        <a:pt x="-1005" y="28476"/>
                        <a:pt x="-429" y="20940"/>
                        <a:pt x="2941" y="12827"/>
                      </a:cubicBezTo>
                      <a:cubicBezTo>
                        <a:pt x="6310" y="4670"/>
                        <a:pt x="11275" y="-1004"/>
                        <a:pt x="14112" y="149"/>
                      </a:cubicBezTo>
                      <a:cubicBezTo>
                        <a:pt x="16949" y="1301"/>
                        <a:pt x="16506" y="8882"/>
                        <a:pt x="13048" y="17039"/>
                      </a:cubicBezTo>
                      <a:cubicBezTo>
                        <a:pt x="9590" y="25196"/>
                        <a:pt x="4492" y="30870"/>
                        <a:pt x="1744" y="2967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30" name="Forme libre : forme 26429">
                  <a:extLst>
                    <a:ext uri="{FF2B5EF4-FFF2-40B4-BE49-F238E27FC236}">
                      <a16:creationId xmlns:a16="http://schemas.microsoft.com/office/drawing/2014/main" id="{6ED42139-D8CD-4F71-BD9A-D1A3E8AC0E34}"/>
                    </a:ext>
                  </a:extLst>
                </p:cNvPr>
                <p:cNvSpPr/>
                <p:nvPr/>
              </p:nvSpPr>
              <p:spPr>
                <a:xfrm>
                  <a:off x="5834491" y="1619483"/>
                  <a:ext cx="15252" cy="19654"/>
                </a:xfrm>
                <a:custGeom>
                  <a:avLst/>
                  <a:gdLst>
                    <a:gd name="connsiteX0" fmla="*/ 14940 w 15252"/>
                    <a:gd name="connsiteY0" fmla="*/ 8394 h 19654"/>
                    <a:gd name="connsiteX1" fmla="*/ 13388 w 15252"/>
                    <a:gd name="connsiteY1" fmla="*/ 149 h 19654"/>
                    <a:gd name="connsiteX2" fmla="*/ 2217 w 15252"/>
                    <a:gd name="connsiteY2" fmla="*/ 12827 h 19654"/>
                    <a:gd name="connsiteX3" fmla="*/ 0 w 15252"/>
                    <a:gd name="connsiteY3" fmla="*/ 19654 h 19654"/>
                    <a:gd name="connsiteX4" fmla="*/ 1862 w 15252"/>
                    <a:gd name="connsiteY4" fmla="*/ 16152 h 19654"/>
                    <a:gd name="connsiteX5" fmla="*/ 14940 w 15252"/>
                    <a:gd name="connsiteY5" fmla="*/ 8394 h 19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252" h="19654">
                      <a:moveTo>
                        <a:pt x="14940" y="8394"/>
                      </a:moveTo>
                      <a:cubicBezTo>
                        <a:pt x="15649" y="4094"/>
                        <a:pt x="15161" y="858"/>
                        <a:pt x="13388" y="149"/>
                      </a:cubicBezTo>
                      <a:cubicBezTo>
                        <a:pt x="10551" y="-1004"/>
                        <a:pt x="5586" y="4670"/>
                        <a:pt x="2217" y="12827"/>
                      </a:cubicBezTo>
                      <a:cubicBezTo>
                        <a:pt x="1241" y="15221"/>
                        <a:pt x="488" y="17526"/>
                        <a:pt x="0" y="19654"/>
                      </a:cubicBezTo>
                      <a:cubicBezTo>
                        <a:pt x="532" y="18413"/>
                        <a:pt x="1153" y="17260"/>
                        <a:pt x="1862" y="16152"/>
                      </a:cubicBezTo>
                      <a:cubicBezTo>
                        <a:pt x="6162" y="10301"/>
                        <a:pt x="11703" y="6488"/>
                        <a:pt x="14940" y="839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31" name="Forme libre : forme 26430">
                  <a:extLst>
                    <a:ext uri="{FF2B5EF4-FFF2-40B4-BE49-F238E27FC236}">
                      <a16:creationId xmlns:a16="http://schemas.microsoft.com/office/drawing/2014/main" id="{0BE9E3AF-D9B5-4C26-B138-E0DDAE1301EE}"/>
                    </a:ext>
                  </a:extLst>
                </p:cNvPr>
                <p:cNvSpPr/>
                <p:nvPr/>
              </p:nvSpPr>
              <p:spPr>
                <a:xfrm>
                  <a:off x="5832038" y="1620502"/>
                  <a:ext cx="15974" cy="29822"/>
                </a:xfrm>
                <a:custGeom>
                  <a:avLst/>
                  <a:gdLst>
                    <a:gd name="connsiteX0" fmla="*/ 1744 w 15974"/>
                    <a:gd name="connsiteY0" fmla="*/ 29673 h 29822"/>
                    <a:gd name="connsiteX1" fmla="*/ 2941 w 15974"/>
                    <a:gd name="connsiteY1" fmla="*/ 12827 h 29822"/>
                    <a:gd name="connsiteX2" fmla="*/ 14112 w 15974"/>
                    <a:gd name="connsiteY2" fmla="*/ 149 h 29822"/>
                    <a:gd name="connsiteX3" fmla="*/ 13048 w 15974"/>
                    <a:gd name="connsiteY3" fmla="*/ 17039 h 29822"/>
                    <a:gd name="connsiteX4" fmla="*/ 1744 w 15974"/>
                    <a:gd name="connsiteY4" fmla="*/ 29673 h 29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74" h="29822">
                      <a:moveTo>
                        <a:pt x="1744" y="29673"/>
                      </a:moveTo>
                      <a:cubicBezTo>
                        <a:pt x="-1005" y="28476"/>
                        <a:pt x="-429" y="20940"/>
                        <a:pt x="2941" y="12827"/>
                      </a:cubicBezTo>
                      <a:cubicBezTo>
                        <a:pt x="6310" y="4670"/>
                        <a:pt x="11275" y="-1004"/>
                        <a:pt x="14112" y="149"/>
                      </a:cubicBezTo>
                      <a:cubicBezTo>
                        <a:pt x="16949" y="1301"/>
                        <a:pt x="16506" y="8882"/>
                        <a:pt x="13048" y="17039"/>
                      </a:cubicBezTo>
                      <a:cubicBezTo>
                        <a:pt x="9590" y="25196"/>
                        <a:pt x="4492" y="30826"/>
                        <a:pt x="1744" y="2967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32" name="Forme libre : forme 26431">
                  <a:extLst>
                    <a:ext uri="{FF2B5EF4-FFF2-40B4-BE49-F238E27FC236}">
                      <a16:creationId xmlns:a16="http://schemas.microsoft.com/office/drawing/2014/main" id="{AC936BAF-D116-40A2-AA6E-EBE482836E20}"/>
                    </a:ext>
                  </a:extLst>
                </p:cNvPr>
                <p:cNvSpPr/>
                <p:nvPr/>
              </p:nvSpPr>
              <p:spPr>
                <a:xfrm>
                  <a:off x="5830173" y="1605641"/>
                  <a:ext cx="29385" cy="35711"/>
                </a:xfrm>
                <a:custGeom>
                  <a:avLst/>
                  <a:gdLst>
                    <a:gd name="connsiteX0" fmla="*/ 22139 w 29385"/>
                    <a:gd name="connsiteY0" fmla="*/ 1135 h 35711"/>
                    <a:gd name="connsiteX1" fmla="*/ 16952 w 29385"/>
                    <a:gd name="connsiteY1" fmla="*/ 204 h 35711"/>
                    <a:gd name="connsiteX2" fmla="*/ 5870 w 29385"/>
                    <a:gd name="connsiteY2" fmla="*/ 13015 h 35711"/>
                    <a:gd name="connsiteX3" fmla="*/ 195 w 29385"/>
                    <a:gd name="connsiteY3" fmla="*/ 28753 h 35711"/>
                    <a:gd name="connsiteX4" fmla="*/ 2634 w 29385"/>
                    <a:gd name="connsiteY4" fmla="*/ 35624 h 35711"/>
                    <a:gd name="connsiteX5" fmla="*/ 7155 w 29385"/>
                    <a:gd name="connsiteY5" fmla="*/ 31457 h 35711"/>
                    <a:gd name="connsiteX6" fmla="*/ 17972 w 29385"/>
                    <a:gd name="connsiteY6" fmla="*/ 21172 h 35711"/>
                    <a:gd name="connsiteX7" fmla="*/ 29232 w 29385"/>
                    <a:gd name="connsiteY7" fmla="*/ 8494 h 35711"/>
                    <a:gd name="connsiteX8" fmla="*/ 22139 w 29385"/>
                    <a:gd name="connsiteY8" fmla="*/ 1135 h 35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385" h="35711">
                      <a:moveTo>
                        <a:pt x="22139" y="1135"/>
                      </a:moveTo>
                      <a:cubicBezTo>
                        <a:pt x="20543" y="381"/>
                        <a:pt x="18903" y="-373"/>
                        <a:pt x="16952" y="204"/>
                      </a:cubicBezTo>
                      <a:cubicBezTo>
                        <a:pt x="13184" y="1312"/>
                        <a:pt x="9017" y="7075"/>
                        <a:pt x="5870" y="13015"/>
                      </a:cubicBezTo>
                      <a:cubicBezTo>
                        <a:pt x="3254" y="17980"/>
                        <a:pt x="949" y="23610"/>
                        <a:pt x="195" y="28753"/>
                      </a:cubicBezTo>
                      <a:cubicBezTo>
                        <a:pt x="-381" y="32610"/>
                        <a:pt x="284" y="36334"/>
                        <a:pt x="2634" y="35624"/>
                      </a:cubicBezTo>
                      <a:cubicBezTo>
                        <a:pt x="4097" y="35181"/>
                        <a:pt x="5648" y="33230"/>
                        <a:pt x="7155" y="31457"/>
                      </a:cubicBezTo>
                      <a:cubicBezTo>
                        <a:pt x="10658" y="27334"/>
                        <a:pt x="14337" y="23832"/>
                        <a:pt x="17972" y="21172"/>
                      </a:cubicBezTo>
                      <a:cubicBezTo>
                        <a:pt x="21075" y="18911"/>
                        <a:pt x="27902" y="15232"/>
                        <a:pt x="29232" y="8494"/>
                      </a:cubicBezTo>
                      <a:cubicBezTo>
                        <a:pt x="30429" y="2420"/>
                        <a:pt x="24311" y="2154"/>
                        <a:pt x="22139" y="113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33" name="Forme libre : forme 26432">
                  <a:extLst>
                    <a:ext uri="{FF2B5EF4-FFF2-40B4-BE49-F238E27FC236}">
                      <a16:creationId xmlns:a16="http://schemas.microsoft.com/office/drawing/2014/main" id="{AF4B0B96-CFA6-4F67-B283-46ED16A7D4F1}"/>
                    </a:ext>
                  </a:extLst>
                </p:cNvPr>
                <p:cNvSpPr/>
                <p:nvPr/>
              </p:nvSpPr>
              <p:spPr>
                <a:xfrm>
                  <a:off x="5851015" y="1614762"/>
                  <a:ext cx="4836" cy="13396"/>
                </a:xfrm>
                <a:custGeom>
                  <a:avLst/>
                  <a:gdLst>
                    <a:gd name="connsiteX0" fmla="*/ 4312 w 4836"/>
                    <a:gd name="connsiteY0" fmla="*/ 1189 h 13396"/>
                    <a:gd name="connsiteX1" fmla="*/ 3514 w 4836"/>
                    <a:gd name="connsiteY1" fmla="*/ 37 h 13396"/>
                    <a:gd name="connsiteX2" fmla="*/ 2095 w 4836"/>
                    <a:gd name="connsiteY2" fmla="*/ 790 h 13396"/>
                    <a:gd name="connsiteX3" fmla="*/ 1253 w 4836"/>
                    <a:gd name="connsiteY3" fmla="*/ 2963 h 13396"/>
                    <a:gd name="connsiteX4" fmla="*/ 145 w 4836"/>
                    <a:gd name="connsiteY4" fmla="*/ 8637 h 13396"/>
                    <a:gd name="connsiteX5" fmla="*/ 12 w 4836"/>
                    <a:gd name="connsiteY5" fmla="*/ 10809 h 13396"/>
                    <a:gd name="connsiteX6" fmla="*/ 3957 w 4836"/>
                    <a:gd name="connsiteY6" fmla="*/ 10588 h 13396"/>
                    <a:gd name="connsiteX7" fmla="*/ 4312 w 4836"/>
                    <a:gd name="connsiteY7" fmla="*/ 1189 h 13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36" h="13396">
                      <a:moveTo>
                        <a:pt x="4312" y="1189"/>
                      </a:moveTo>
                      <a:cubicBezTo>
                        <a:pt x="4135" y="657"/>
                        <a:pt x="3913" y="170"/>
                        <a:pt x="3514" y="37"/>
                      </a:cubicBezTo>
                      <a:cubicBezTo>
                        <a:pt x="3115" y="-96"/>
                        <a:pt x="2539" y="125"/>
                        <a:pt x="2095" y="790"/>
                      </a:cubicBezTo>
                      <a:cubicBezTo>
                        <a:pt x="1696" y="1411"/>
                        <a:pt x="1430" y="2209"/>
                        <a:pt x="1253" y="2963"/>
                      </a:cubicBezTo>
                      <a:cubicBezTo>
                        <a:pt x="765" y="4913"/>
                        <a:pt x="411" y="6819"/>
                        <a:pt x="145" y="8637"/>
                      </a:cubicBezTo>
                      <a:cubicBezTo>
                        <a:pt x="56" y="9391"/>
                        <a:pt x="-32" y="10144"/>
                        <a:pt x="12" y="10809"/>
                      </a:cubicBezTo>
                      <a:cubicBezTo>
                        <a:pt x="233" y="13513"/>
                        <a:pt x="2450" y="15021"/>
                        <a:pt x="3957" y="10588"/>
                      </a:cubicBezTo>
                      <a:cubicBezTo>
                        <a:pt x="5110" y="7174"/>
                        <a:pt x="5021" y="3317"/>
                        <a:pt x="4312" y="118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34" name="Forme libre : forme 26433">
                  <a:extLst>
                    <a:ext uri="{FF2B5EF4-FFF2-40B4-BE49-F238E27FC236}">
                      <a16:creationId xmlns:a16="http://schemas.microsoft.com/office/drawing/2014/main" id="{12564103-2025-46A5-A53F-657AF024FE69}"/>
                    </a:ext>
                  </a:extLst>
                </p:cNvPr>
                <p:cNvSpPr/>
                <p:nvPr/>
              </p:nvSpPr>
              <p:spPr>
                <a:xfrm>
                  <a:off x="5824407" y="1637408"/>
                  <a:ext cx="4320" cy="22209"/>
                </a:xfrm>
                <a:custGeom>
                  <a:avLst/>
                  <a:gdLst>
                    <a:gd name="connsiteX0" fmla="*/ 4321 w 4320"/>
                    <a:gd name="connsiteY0" fmla="*/ 22210 h 22209"/>
                    <a:gd name="connsiteX1" fmla="*/ 1883 w 4320"/>
                    <a:gd name="connsiteY1" fmla="*/ 0 h 22209"/>
                    <a:gd name="connsiteX2" fmla="*/ 4321 w 4320"/>
                    <a:gd name="connsiteY2" fmla="*/ 22210 h 22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20" h="22209">
                      <a:moveTo>
                        <a:pt x="4321" y="22210"/>
                      </a:moveTo>
                      <a:cubicBezTo>
                        <a:pt x="4321" y="22210"/>
                        <a:pt x="-3481" y="19727"/>
                        <a:pt x="1883" y="0"/>
                      </a:cubicBezTo>
                      <a:cubicBezTo>
                        <a:pt x="1838" y="0"/>
                        <a:pt x="-1797" y="15427"/>
                        <a:pt x="4321" y="222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35" name="Forme libre : forme 26434">
                  <a:extLst>
                    <a:ext uri="{FF2B5EF4-FFF2-40B4-BE49-F238E27FC236}">
                      <a16:creationId xmlns:a16="http://schemas.microsoft.com/office/drawing/2014/main" id="{8478D742-B6EF-4B16-9E78-174DF5CB1A63}"/>
                    </a:ext>
                  </a:extLst>
                </p:cNvPr>
                <p:cNvSpPr/>
                <p:nvPr/>
              </p:nvSpPr>
              <p:spPr>
                <a:xfrm>
                  <a:off x="5859937" y="1600170"/>
                  <a:ext cx="4378" cy="24648"/>
                </a:xfrm>
                <a:custGeom>
                  <a:avLst/>
                  <a:gdLst>
                    <a:gd name="connsiteX0" fmla="*/ 1463 w 4378"/>
                    <a:gd name="connsiteY0" fmla="*/ 24648 h 24648"/>
                    <a:gd name="connsiteX1" fmla="*/ 0 w 4378"/>
                    <a:gd name="connsiteY1" fmla="*/ 0 h 24648"/>
                    <a:gd name="connsiteX2" fmla="*/ 1463 w 4378"/>
                    <a:gd name="connsiteY2" fmla="*/ 24648 h 24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78" h="24648">
                      <a:moveTo>
                        <a:pt x="1463" y="24648"/>
                      </a:moveTo>
                      <a:cubicBezTo>
                        <a:pt x="1463" y="24648"/>
                        <a:pt x="8911" y="5852"/>
                        <a:pt x="0" y="0"/>
                      </a:cubicBezTo>
                      <a:cubicBezTo>
                        <a:pt x="-44" y="-44"/>
                        <a:pt x="7004" y="7093"/>
                        <a:pt x="1463" y="246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36" name="Forme libre : forme 26435">
                  <a:extLst>
                    <a:ext uri="{FF2B5EF4-FFF2-40B4-BE49-F238E27FC236}">
                      <a16:creationId xmlns:a16="http://schemas.microsoft.com/office/drawing/2014/main" id="{5D5B5FD8-DFD3-45FC-AB92-85F2FB8563AB}"/>
                    </a:ext>
                  </a:extLst>
                </p:cNvPr>
                <p:cNvSpPr/>
                <p:nvPr/>
              </p:nvSpPr>
              <p:spPr>
                <a:xfrm>
                  <a:off x="5839419" y="1632939"/>
                  <a:ext cx="6679" cy="10711"/>
                </a:xfrm>
                <a:custGeom>
                  <a:avLst/>
                  <a:gdLst>
                    <a:gd name="connsiteX0" fmla="*/ 170 w 6679"/>
                    <a:gd name="connsiteY0" fmla="*/ 10410 h 10711"/>
                    <a:gd name="connsiteX1" fmla="*/ 2298 w 6679"/>
                    <a:gd name="connsiteY1" fmla="*/ 3583 h 10711"/>
                    <a:gd name="connsiteX2" fmla="*/ 6510 w 6679"/>
                    <a:gd name="connsiteY2" fmla="*/ 302 h 10711"/>
                    <a:gd name="connsiteX3" fmla="*/ 4382 w 6679"/>
                    <a:gd name="connsiteY3" fmla="*/ 7129 h 10711"/>
                    <a:gd name="connsiteX4" fmla="*/ 170 w 6679"/>
                    <a:gd name="connsiteY4" fmla="*/ 10410 h 10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79" h="10711">
                      <a:moveTo>
                        <a:pt x="170" y="10410"/>
                      </a:moveTo>
                      <a:cubicBezTo>
                        <a:pt x="-406" y="9434"/>
                        <a:pt x="525" y="6375"/>
                        <a:pt x="2298" y="3583"/>
                      </a:cubicBezTo>
                      <a:cubicBezTo>
                        <a:pt x="4071" y="790"/>
                        <a:pt x="5933" y="-673"/>
                        <a:pt x="6510" y="302"/>
                      </a:cubicBezTo>
                      <a:cubicBezTo>
                        <a:pt x="7086" y="1277"/>
                        <a:pt x="6155" y="4336"/>
                        <a:pt x="4382" y="7129"/>
                      </a:cubicBezTo>
                      <a:cubicBezTo>
                        <a:pt x="2608" y="9922"/>
                        <a:pt x="747" y="11385"/>
                        <a:pt x="170" y="1041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37" name="Forme libre : forme 26436">
                  <a:extLst>
                    <a:ext uri="{FF2B5EF4-FFF2-40B4-BE49-F238E27FC236}">
                      <a16:creationId xmlns:a16="http://schemas.microsoft.com/office/drawing/2014/main" id="{E35898C2-1CE9-4621-A9BF-FED8B1D60B3C}"/>
                    </a:ext>
                  </a:extLst>
                </p:cNvPr>
                <p:cNvSpPr/>
                <p:nvPr/>
              </p:nvSpPr>
              <p:spPr>
                <a:xfrm>
                  <a:off x="5838994" y="1642042"/>
                  <a:ext cx="1943" cy="3111"/>
                </a:xfrm>
                <a:custGeom>
                  <a:avLst/>
                  <a:gdLst>
                    <a:gd name="connsiteX0" fmla="*/ 329 w 1943"/>
                    <a:gd name="connsiteY0" fmla="*/ 3079 h 3111"/>
                    <a:gd name="connsiteX1" fmla="*/ 240 w 1943"/>
                    <a:gd name="connsiteY1" fmla="*/ 1262 h 3111"/>
                    <a:gd name="connsiteX2" fmla="*/ 1615 w 1943"/>
                    <a:gd name="connsiteY2" fmla="*/ 20 h 3111"/>
                    <a:gd name="connsiteX3" fmla="*/ 1703 w 1943"/>
                    <a:gd name="connsiteY3" fmla="*/ 1838 h 3111"/>
                    <a:gd name="connsiteX4" fmla="*/ 329 w 1943"/>
                    <a:gd name="connsiteY4" fmla="*/ 3079 h 3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3" h="3111">
                      <a:moveTo>
                        <a:pt x="329" y="3079"/>
                      </a:moveTo>
                      <a:cubicBezTo>
                        <a:pt x="-70" y="2902"/>
                        <a:pt x="-114" y="2104"/>
                        <a:pt x="240" y="1262"/>
                      </a:cubicBezTo>
                      <a:cubicBezTo>
                        <a:pt x="595" y="419"/>
                        <a:pt x="1216" y="-113"/>
                        <a:pt x="1615" y="20"/>
                      </a:cubicBezTo>
                      <a:cubicBezTo>
                        <a:pt x="2014" y="198"/>
                        <a:pt x="2058" y="996"/>
                        <a:pt x="1703" y="1838"/>
                      </a:cubicBezTo>
                      <a:cubicBezTo>
                        <a:pt x="1349" y="2680"/>
                        <a:pt x="728" y="3257"/>
                        <a:pt x="329" y="3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38" name="Forme libre : forme 26437">
                  <a:extLst>
                    <a:ext uri="{FF2B5EF4-FFF2-40B4-BE49-F238E27FC236}">
                      <a16:creationId xmlns:a16="http://schemas.microsoft.com/office/drawing/2014/main" id="{525E0AD8-4BCC-47E9-A412-498C4B84A743}"/>
                    </a:ext>
                  </a:extLst>
                </p:cNvPr>
                <p:cNvSpPr/>
                <p:nvPr/>
              </p:nvSpPr>
              <p:spPr>
                <a:xfrm>
                  <a:off x="5831634" y="1636019"/>
                  <a:ext cx="22065" cy="23127"/>
                </a:xfrm>
                <a:custGeom>
                  <a:avLst/>
                  <a:gdLst>
                    <a:gd name="connsiteX0" fmla="*/ 8354 w 22065"/>
                    <a:gd name="connsiteY0" fmla="*/ 22579 h 23127"/>
                    <a:gd name="connsiteX1" fmla="*/ 1172 w 22065"/>
                    <a:gd name="connsiteY1" fmla="*/ 22047 h 23127"/>
                    <a:gd name="connsiteX2" fmla="*/ 197 w 22065"/>
                    <a:gd name="connsiteY2" fmla="*/ 19077 h 23127"/>
                    <a:gd name="connsiteX3" fmla="*/ 2857 w 22065"/>
                    <a:gd name="connsiteY3" fmla="*/ 16329 h 23127"/>
                    <a:gd name="connsiteX4" fmla="*/ 11546 w 22065"/>
                    <a:gd name="connsiteY4" fmla="*/ 12073 h 23127"/>
                    <a:gd name="connsiteX5" fmla="*/ 21964 w 22065"/>
                    <a:gd name="connsiteY5" fmla="*/ 591 h 23127"/>
                    <a:gd name="connsiteX6" fmla="*/ 14871 w 22065"/>
                    <a:gd name="connsiteY6" fmla="*/ 17481 h 23127"/>
                    <a:gd name="connsiteX7" fmla="*/ 8354 w 22065"/>
                    <a:gd name="connsiteY7" fmla="*/ 22579 h 23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065" h="23127">
                      <a:moveTo>
                        <a:pt x="8354" y="22579"/>
                      </a:moveTo>
                      <a:cubicBezTo>
                        <a:pt x="5605" y="23599"/>
                        <a:pt x="3256" y="23067"/>
                        <a:pt x="1172" y="22047"/>
                      </a:cubicBezTo>
                      <a:cubicBezTo>
                        <a:pt x="419" y="21693"/>
                        <a:pt x="-379" y="20762"/>
                        <a:pt x="197" y="19077"/>
                      </a:cubicBezTo>
                      <a:cubicBezTo>
                        <a:pt x="729" y="17526"/>
                        <a:pt x="1926" y="16683"/>
                        <a:pt x="2857" y="16329"/>
                      </a:cubicBezTo>
                      <a:cubicBezTo>
                        <a:pt x="5738" y="15176"/>
                        <a:pt x="8531" y="15087"/>
                        <a:pt x="11546" y="12073"/>
                      </a:cubicBezTo>
                      <a:cubicBezTo>
                        <a:pt x="13408" y="10211"/>
                        <a:pt x="21033" y="-2911"/>
                        <a:pt x="21964" y="591"/>
                      </a:cubicBezTo>
                      <a:cubicBezTo>
                        <a:pt x="22895" y="4138"/>
                        <a:pt x="17176" y="14600"/>
                        <a:pt x="14871" y="17481"/>
                      </a:cubicBezTo>
                      <a:cubicBezTo>
                        <a:pt x="12743" y="20053"/>
                        <a:pt x="10438" y="21781"/>
                        <a:pt x="8354" y="2257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62" name="Graphique 2">
                <a:extLst>
                  <a:ext uri="{FF2B5EF4-FFF2-40B4-BE49-F238E27FC236}">
                    <a16:creationId xmlns:a16="http://schemas.microsoft.com/office/drawing/2014/main" id="{CC63D95F-D046-4A41-826E-3DF35DD8BEE7}"/>
                  </a:ext>
                </a:extLst>
              </p:cNvPr>
              <p:cNvGrpSpPr/>
              <p:nvPr/>
            </p:nvGrpSpPr>
            <p:grpSpPr>
              <a:xfrm>
                <a:off x="5794621" y="1660727"/>
                <a:ext cx="43368" cy="68106"/>
                <a:chOff x="5794621" y="1660727"/>
                <a:chExt cx="43368" cy="68106"/>
              </a:xfrm>
              <a:solidFill>
                <a:schemeClr val="accent1"/>
              </a:solidFill>
            </p:grpSpPr>
            <p:sp>
              <p:nvSpPr>
                <p:cNvPr id="26415" name="Forme libre : forme 26414">
                  <a:extLst>
                    <a:ext uri="{FF2B5EF4-FFF2-40B4-BE49-F238E27FC236}">
                      <a16:creationId xmlns:a16="http://schemas.microsoft.com/office/drawing/2014/main" id="{9B197714-EF3E-4C7B-B2F8-A09371E8FFAA}"/>
                    </a:ext>
                  </a:extLst>
                </p:cNvPr>
                <p:cNvSpPr/>
                <p:nvPr/>
              </p:nvSpPr>
              <p:spPr>
                <a:xfrm>
                  <a:off x="5794621" y="1660727"/>
                  <a:ext cx="43368" cy="68106"/>
                </a:xfrm>
                <a:custGeom>
                  <a:avLst/>
                  <a:gdLst>
                    <a:gd name="connsiteX0" fmla="*/ 3652 w 43368"/>
                    <a:gd name="connsiteY0" fmla="*/ 40385 h 68106"/>
                    <a:gd name="connsiteX1" fmla="*/ 14025 w 43368"/>
                    <a:gd name="connsiteY1" fmla="*/ 16579 h 68106"/>
                    <a:gd name="connsiteX2" fmla="*/ 32157 w 43368"/>
                    <a:gd name="connsiteY2" fmla="*/ 398 h 68106"/>
                    <a:gd name="connsiteX3" fmla="*/ 39338 w 43368"/>
                    <a:gd name="connsiteY3" fmla="*/ 3501 h 68106"/>
                    <a:gd name="connsiteX4" fmla="*/ 39649 w 43368"/>
                    <a:gd name="connsiteY4" fmla="*/ 27883 h 68106"/>
                    <a:gd name="connsiteX5" fmla="*/ 28788 w 43368"/>
                    <a:gd name="connsiteY5" fmla="*/ 51644 h 68106"/>
                    <a:gd name="connsiteX6" fmla="*/ 10523 w 43368"/>
                    <a:gd name="connsiteY6" fmla="*/ 67692 h 68106"/>
                    <a:gd name="connsiteX7" fmla="*/ 3696 w 43368"/>
                    <a:gd name="connsiteY7" fmla="*/ 64589 h 68106"/>
                    <a:gd name="connsiteX8" fmla="*/ 3652 w 43368"/>
                    <a:gd name="connsiteY8" fmla="*/ 40385 h 68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368" h="68106">
                      <a:moveTo>
                        <a:pt x="3652" y="40385"/>
                      </a:moveTo>
                      <a:lnTo>
                        <a:pt x="14025" y="16579"/>
                      </a:lnTo>
                      <a:cubicBezTo>
                        <a:pt x="18813" y="5452"/>
                        <a:pt x="26926" y="-1819"/>
                        <a:pt x="32157" y="398"/>
                      </a:cubicBezTo>
                      <a:lnTo>
                        <a:pt x="39338" y="3501"/>
                      </a:lnTo>
                      <a:cubicBezTo>
                        <a:pt x="44569" y="5762"/>
                        <a:pt x="44747" y="16756"/>
                        <a:pt x="39649" y="27883"/>
                      </a:cubicBezTo>
                      <a:lnTo>
                        <a:pt x="28788" y="51644"/>
                      </a:lnTo>
                      <a:cubicBezTo>
                        <a:pt x="23645" y="62727"/>
                        <a:pt x="15444" y="69953"/>
                        <a:pt x="10523" y="67692"/>
                      </a:cubicBezTo>
                      <a:lnTo>
                        <a:pt x="3696" y="64589"/>
                      </a:lnTo>
                      <a:cubicBezTo>
                        <a:pt x="-1225" y="62461"/>
                        <a:pt x="-1225" y="51511"/>
                        <a:pt x="3652" y="40385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16" name="Forme libre : forme 26415">
                  <a:extLst>
                    <a:ext uri="{FF2B5EF4-FFF2-40B4-BE49-F238E27FC236}">
                      <a16:creationId xmlns:a16="http://schemas.microsoft.com/office/drawing/2014/main" id="{C1F9343D-F959-4CDD-B663-DB3F290523E2}"/>
                    </a:ext>
                  </a:extLst>
                </p:cNvPr>
                <p:cNvSpPr/>
                <p:nvPr/>
              </p:nvSpPr>
              <p:spPr>
                <a:xfrm>
                  <a:off x="5794665" y="1660757"/>
                  <a:ext cx="35259" cy="64780"/>
                </a:xfrm>
                <a:custGeom>
                  <a:avLst/>
                  <a:gdLst>
                    <a:gd name="connsiteX0" fmla="*/ 20586 w 35259"/>
                    <a:gd name="connsiteY0" fmla="*/ 24528 h 64780"/>
                    <a:gd name="connsiteX1" fmla="*/ 35260 w 35259"/>
                    <a:gd name="connsiteY1" fmla="*/ 1742 h 64780"/>
                    <a:gd name="connsiteX2" fmla="*/ 32157 w 35259"/>
                    <a:gd name="connsiteY2" fmla="*/ 412 h 64780"/>
                    <a:gd name="connsiteX3" fmla="*/ 14025 w 35259"/>
                    <a:gd name="connsiteY3" fmla="*/ 16593 h 64780"/>
                    <a:gd name="connsiteX4" fmla="*/ 3652 w 35259"/>
                    <a:gd name="connsiteY4" fmla="*/ 40399 h 64780"/>
                    <a:gd name="connsiteX5" fmla="*/ 3696 w 35259"/>
                    <a:gd name="connsiteY5" fmla="*/ 64692 h 64780"/>
                    <a:gd name="connsiteX6" fmla="*/ 3918 w 35259"/>
                    <a:gd name="connsiteY6" fmla="*/ 64781 h 64780"/>
                    <a:gd name="connsiteX7" fmla="*/ 20586 w 35259"/>
                    <a:gd name="connsiteY7" fmla="*/ 24528 h 64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259" h="64780">
                      <a:moveTo>
                        <a:pt x="20586" y="24528"/>
                      </a:moveTo>
                      <a:cubicBezTo>
                        <a:pt x="23645" y="14598"/>
                        <a:pt x="29319" y="5466"/>
                        <a:pt x="35260" y="1742"/>
                      </a:cubicBezTo>
                      <a:lnTo>
                        <a:pt x="32157" y="412"/>
                      </a:lnTo>
                      <a:cubicBezTo>
                        <a:pt x="26926" y="-1849"/>
                        <a:pt x="18813" y="5422"/>
                        <a:pt x="14025" y="16593"/>
                      </a:cubicBezTo>
                      <a:lnTo>
                        <a:pt x="3652" y="40399"/>
                      </a:lnTo>
                      <a:cubicBezTo>
                        <a:pt x="-1225" y="51526"/>
                        <a:pt x="-1225" y="62476"/>
                        <a:pt x="3696" y="64692"/>
                      </a:cubicBezTo>
                      <a:lnTo>
                        <a:pt x="3918" y="64781"/>
                      </a:lnTo>
                      <a:cubicBezTo>
                        <a:pt x="9504" y="50994"/>
                        <a:pt x="16330" y="38537"/>
                        <a:pt x="20586" y="24528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17" name="Forme libre : forme 26416">
                  <a:extLst>
                    <a:ext uri="{FF2B5EF4-FFF2-40B4-BE49-F238E27FC236}">
                      <a16:creationId xmlns:a16="http://schemas.microsoft.com/office/drawing/2014/main" id="{DA71B626-58D3-49CC-A89C-BD5214EF14FA}"/>
                    </a:ext>
                  </a:extLst>
                </p:cNvPr>
                <p:cNvSpPr/>
                <p:nvPr/>
              </p:nvSpPr>
              <p:spPr>
                <a:xfrm>
                  <a:off x="5805599" y="1684104"/>
                  <a:ext cx="16205" cy="29537"/>
                </a:xfrm>
                <a:custGeom>
                  <a:avLst/>
                  <a:gdLst>
                    <a:gd name="connsiteX0" fmla="*/ 1540 w 16205"/>
                    <a:gd name="connsiteY0" fmla="*/ 29376 h 29537"/>
                    <a:gd name="connsiteX1" fmla="*/ 3313 w 16205"/>
                    <a:gd name="connsiteY1" fmla="*/ 12618 h 29537"/>
                    <a:gd name="connsiteX2" fmla="*/ 14618 w 16205"/>
                    <a:gd name="connsiteY2" fmla="*/ 161 h 29537"/>
                    <a:gd name="connsiteX3" fmla="*/ 12889 w 16205"/>
                    <a:gd name="connsiteY3" fmla="*/ 16919 h 29537"/>
                    <a:gd name="connsiteX4" fmla="*/ 1540 w 16205"/>
                    <a:gd name="connsiteY4" fmla="*/ 29376 h 29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05" h="29537">
                      <a:moveTo>
                        <a:pt x="1540" y="29376"/>
                      </a:moveTo>
                      <a:cubicBezTo>
                        <a:pt x="-1076" y="28179"/>
                        <a:pt x="-278" y="20687"/>
                        <a:pt x="3313" y="12618"/>
                      </a:cubicBezTo>
                      <a:cubicBezTo>
                        <a:pt x="6904" y="4550"/>
                        <a:pt x="11958" y="-1035"/>
                        <a:pt x="14618" y="161"/>
                      </a:cubicBezTo>
                      <a:cubicBezTo>
                        <a:pt x="17278" y="1359"/>
                        <a:pt x="16524" y="8850"/>
                        <a:pt x="12889" y="16919"/>
                      </a:cubicBezTo>
                      <a:cubicBezTo>
                        <a:pt x="9253" y="24987"/>
                        <a:pt x="4155" y="30573"/>
                        <a:pt x="1540" y="29376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18" name="Forme libre : forme 26417">
                  <a:extLst>
                    <a:ext uri="{FF2B5EF4-FFF2-40B4-BE49-F238E27FC236}">
                      <a16:creationId xmlns:a16="http://schemas.microsoft.com/office/drawing/2014/main" id="{FC386D38-D477-4C35-A67B-C1B61ED58C07}"/>
                    </a:ext>
                  </a:extLst>
                </p:cNvPr>
                <p:cNvSpPr/>
                <p:nvPr/>
              </p:nvSpPr>
              <p:spPr>
                <a:xfrm>
                  <a:off x="5806518" y="1684104"/>
                  <a:ext cx="15321" cy="19401"/>
                </a:xfrm>
                <a:custGeom>
                  <a:avLst/>
                  <a:gdLst>
                    <a:gd name="connsiteX0" fmla="*/ 14851 w 15321"/>
                    <a:gd name="connsiteY0" fmla="*/ 8363 h 19401"/>
                    <a:gd name="connsiteX1" fmla="*/ 13698 w 15321"/>
                    <a:gd name="connsiteY1" fmla="*/ 161 h 19401"/>
                    <a:gd name="connsiteX2" fmla="*/ 2394 w 15321"/>
                    <a:gd name="connsiteY2" fmla="*/ 12618 h 19401"/>
                    <a:gd name="connsiteX3" fmla="*/ 0 w 15321"/>
                    <a:gd name="connsiteY3" fmla="*/ 19401 h 19401"/>
                    <a:gd name="connsiteX4" fmla="*/ 1951 w 15321"/>
                    <a:gd name="connsiteY4" fmla="*/ 15943 h 19401"/>
                    <a:gd name="connsiteX5" fmla="*/ 14851 w 15321"/>
                    <a:gd name="connsiteY5" fmla="*/ 8363 h 19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321" h="19401">
                      <a:moveTo>
                        <a:pt x="14851" y="8363"/>
                      </a:moveTo>
                      <a:cubicBezTo>
                        <a:pt x="15737" y="4107"/>
                        <a:pt x="15383" y="871"/>
                        <a:pt x="13698" y="161"/>
                      </a:cubicBezTo>
                      <a:cubicBezTo>
                        <a:pt x="10994" y="-1035"/>
                        <a:pt x="5985" y="4550"/>
                        <a:pt x="2394" y="12618"/>
                      </a:cubicBezTo>
                      <a:cubicBezTo>
                        <a:pt x="1330" y="14968"/>
                        <a:pt x="532" y="17273"/>
                        <a:pt x="0" y="19401"/>
                      </a:cubicBezTo>
                      <a:cubicBezTo>
                        <a:pt x="576" y="18204"/>
                        <a:pt x="1197" y="17007"/>
                        <a:pt x="1951" y="15943"/>
                      </a:cubicBezTo>
                      <a:cubicBezTo>
                        <a:pt x="6295" y="10180"/>
                        <a:pt x="11836" y="6457"/>
                        <a:pt x="14851" y="8363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19" name="Forme libre : forme 26418">
                  <a:extLst>
                    <a:ext uri="{FF2B5EF4-FFF2-40B4-BE49-F238E27FC236}">
                      <a16:creationId xmlns:a16="http://schemas.microsoft.com/office/drawing/2014/main" id="{3472B2FC-F5B1-4B7F-A409-EC05FDF4EC72}"/>
                    </a:ext>
                  </a:extLst>
                </p:cNvPr>
                <p:cNvSpPr/>
                <p:nvPr/>
              </p:nvSpPr>
              <p:spPr>
                <a:xfrm>
                  <a:off x="5803914" y="1685124"/>
                  <a:ext cx="16205" cy="29537"/>
                </a:xfrm>
                <a:custGeom>
                  <a:avLst/>
                  <a:gdLst>
                    <a:gd name="connsiteX0" fmla="*/ 1540 w 16205"/>
                    <a:gd name="connsiteY0" fmla="*/ 29376 h 29537"/>
                    <a:gd name="connsiteX1" fmla="*/ 3313 w 16205"/>
                    <a:gd name="connsiteY1" fmla="*/ 12618 h 29537"/>
                    <a:gd name="connsiteX2" fmla="*/ 14618 w 16205"/>
                    <a:gd name="connsiteY2" fmla="*/ 161 h 29537"/>
                    <a:gd name="connsiteX3" fmla="*/ 12889 w 16205"/>
                    <a:gd name="connsiteY3" fmla="*/ 16919 h 29537"/>
                    <a:gd name="connsiteX4" fmla="*/ 1540 w 16205"/>
                    <a:gd name="connsiteY4" fmla="*/ 29376 h 29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05" h="29537">
                      <a:moveTo>
                        <a:pt x="1540" y="29376"/>
                      </a:moveTo>
                      <a:cubicBezTo>
                        <a:pt x="-1076" y="28179"/>
                        <a:pt x="-278" y="20687"/>
                        <a:pt x="3313" y="12618"/>
                      </a:cubicBezTo>
                      <a:cubicBezTo>
                        <a:pt x="6904" y="4550"/>
                        <a:pt x="11913" y="-1035"/>
                        <a:pt x="14618" y="161"/>
                      </a:cubicBezTo>
                      <a:cubicBezTo>
                        <a:pt x="17278" y="1358"/>
                        <a:pt x="16524" y="8850"/>
                        <a:pt x="12889" y="16919"/>
                      </a:cubicBezTo>
                      <a:cubicBezTo>
                        <a:pt x="9209" y="24987"/>
                        <a:pt x="4111" y="30572"/>
                        <a:pt x="1540" y="2937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20" name="Forme libre : forme 26419">
                  <a:extLst>
                    <a:ext uri="{FF2B5EF4-FFF2-40B4-BE49-F238E27FC236}">
                      <a16:creationId xmlns:a16="http://schemas.microsoft.com/office/drawing/2014/main" id="{9CDF2D20-7647-48FA-8D53-3DE0288E4B51}"/>
                    </a:ext>
                  </a:extLst>
                </p:cNvPr>
                <p:cNvSpPr/>
                <p:nvPr/>
              </p:nvSpPr>
              <p:spPr>
                <a:xfrm>
                  <a:off x="5802412" y="1670370"/>
                  <a:ext cx="29403" cy="35384"/>
                </a:xfrm>
                <a:custGeom>
                  <a:avLst/>
                  <a:gdLst>
                    <a:gd name="connsiteX0" fmla="*/ 22636 w 29403"/>
                    <a:gd name="connsiteY0" fmla="*/ 1172 h 35384"/>
                    <a:gd name="connsiteX1" fmla="*/ 17671 w 29403"/>
                    <a:gd name="connsiteY1" fmla="*/ 197 h 35384"/>
                    <a:gd name="connsiteX2" fmla="*/ 6411 w 29403"/>
                    <a:gd name="connsiteY2" fmla="*/ 12787 h 35384"/>
                    <a:gd name="connsiteX3" fmla="*/ 293 w 29403"/>
                    <a:gd name="connsiteY3" fmla="*/ 28436 h 35384"/>
                    <a:gd name="connsiteX4" fmla="*/ 2377 w 29403"/>
                    <a:gd name="connsiteY4" fmla="*/ 35307 h 35384"/>
                    <a:gd name="connsiteX5" fmla="*/ 6899 w 29403"/>
                    <a:gd name="connsiteY5" fmla="*/ 31184 h 35384"/>
                    <a:gd name="connsiteX6" fmla="*/ 17760 w 29403"/>
                    <a:gd name="connsiteY6" fmla="*/ 21077 h 35384"/>
                    <a:gd name="connsiteX7" fmla="*/ 29197 w 29403"/>
                    <a:gd name="connsiteY7" fmla="*/ 8620 h 35384"/>
                    <a:gd name="connsiteX8" fmla="*/ 22636 w 29403"/>
                    <a:gd name="connsiteY8" fmla="*/ 1172 h 35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403" h="35384">
                      <a:moveTo>
                        <a:pt x="22636" y="1172"/>
                      </a:moveTo>
                      <a:cubicBezTo>
                        <a:pt x="21129" y="419"/>
                        <a:pt x="19622" y="-379"/>
                        <a:pt x="17671" y="197"/>
                      </a:cubicBezTo>
                      <a:cubicBezTo>
                        <a:pt x="13947" y="1261"/>
                        <a:pt x="9692" y="6891"/>
                        <a:pt x="6411" y="12787"/>
                      </a:cubicBezTo>
                      <a:cubicBezTo>
                        <a:pt x="3663" y="17708"/>
                        <a:pt x="1224" y="23293"/>
                        <a:pt x="293" y="28436"/>
                      </a:cubicBezTo>
                      <a:cubicBezTo>
                        <a:pt x="-416" y="32248"/>
                        <a:pt x="116" y="35972"/>
                        <a:pt x="2377" y="35307"/>
                      </a:cubicBezTo>
                      <a:cubicBezTo>
                        <a:pt x="3796" y="34864"/>
                        <a:pt x="5392" y="32913"/>
                        <a:pt x="6899" y="31184"/>
                      </a:cubicBezTo>
                      <a:cubicBezTo>
                        <a:pt x="10445" y="27106"/>
                        <a:pt x="14125" y="23648"/>
                        <a:pt x="17760" y="21077"/>
                      </a:cubicBezTo>
                      <a:cubicBezTo>
                        <a:pt x="20819" y="18860"/>
                        <a:pt x="27601" y="15314"/>
                        <a:pt x="29197" y="8620"/>
                      </a:cubicBezTo>
                      <a:cubicBezTo>
                        <a:pt x="30572" y="2635"/>
                        <a:pt x="24720" y="2281"/>
                        <a:pt x="22636" y="117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21" name="Forme libre : forme 26420">
                  <a:extLst>
                    <a:ext uri="{FF2B5EF4-FFF2-40B4-BE49-F238E27FC236}">
                      <a16:creationId xmlns:a16="http://schemas.microsoft.com/office/drawing/2014/main" id="{472725D4-5FBA-4950-A433-D75E98FEFC22}"/>
                    </a:ext>
                  </a:extLst>
                </p:cNvPr>
                <p:cNvSpPr/>
                <p:nvPr/>
              </p:nvSpPr>
              <p:spPr>
                <a:xfrm>
                  <a:off x="5822956" y="1679513"/>
                  <a:ext cx="4948" cy="13331"/>
                </a:xfrm>
                <a:custGeom>
                  <a:avLst/>
                  <a:gdLst>
                    <a:gd name="connsiteX0" fmla="*/ 4575 w 4948"/>
                    <a:gd name="connsiteY0" fmla="*/ 1207 h 13331"/>
                    <a:gd name="connsiteX1" fmla="*/ 3865 w 4948"/>
                    <a:gd name="connsiteY1" fmla="*/ 54 h 13331"/>
                    <a:gd name="connsiteX2" fmla="*/ 2447 w 4948"/>
                    <a:gd name="connsiteY2" fmla="*/ 763 h 13331"/>
                    <a:gd name="connsiteX3" fmla="*/ 1560 w 4948"/>
                    <a:gd name="connsiteY3" fmla="*/ 2935 h 13331"/>
                    <a:gd name="connsiteX4" fmla="*/ 230 w 4948"/>
                    <a:gd name="connsiteY4" fmla="*/ 8566 h 13331"/>
                    <a:gd name="connsiteX5" fmla="*/ 9 w 4948"/>
                    <a:gd name="connsiteY5" fmla="*/ 10738 h 13331"/>
                    <a:gd name="connsiteX6" fmla="*/ 3821 w 4948"/>
                    <a:gd name="connsiteY6" fmla="*/ 10560 h 13331"/>
                    <a:gd name="connsiteX7" fmla="*/ 4575 w 4948"/>
                    <a:gd name="connsiteY7" fmla="*/ 1207 h 13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948" h="13331">
                      <a:moveTo>
                        <a:pt x="4575" y="1207"/>
                      </a:moveTo>
                      <a:cubicBezTo>
                        <a:pt x="4442" y="675"/>
                        <a:pt x="4220" y="187"/>
                        <a:pt x="3865" y="54"/>
                      </a:cubicBezTo>
                      <a:cubicBezTo>
                        <a:pt x="3511" y="-123"/>
                        <a:pt x="2935" y="143"/>
                        <a:pt x="2447" y="763"/>
                      </a:cubicBezTo>
                      <a:cubicBezTo>
                        <a:pt x="2004" y="1384"/>
                        <a:pt x="1738" y="2182"/>
                        <a:pt x="1560" y="2935"/>
                      </a:cubicBezTo>
                      <a:cubicBezTo>
                        <a:pt x="1028" y="4842"/>
                        <a:pt x="585" y="6748"/>
                        <a:pt x="230" y="8566"/>
                      </a:cubicBezTo>
                      <a:cubicBezTo>
                        <a:pt x="97" y="9319"/>
                        <a:pt x="-36" y="10073"/>
                        <a:pt x="9" y="10738"/>
                      </a:cubicBezTo>
                      <a:cubicBezTo>
                        <a:pt x="97" y="13442"/>
                        <a:pt x="2181" y="14949"/>
                        <a:pt x="3821" y="10560"/>
                      </a:cubicBezTo>
                      <a:cubicBezTo>
                        <a:pt x="5107" y="7147"/>
                        <a:pt x="5195" y="3379"/>
                        <a:pt x="4575" y="120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22" name="Forme libre : forme 26421">
                  <a:extLst>
                    <a:ext uri="{FF2B5EF4-FFF2-40B4-BE49-F238E27FC236}">
                      <a16:creationId xmlns:a16="http://schemas.microsoft.com/office/drawing/2014/main" id="{BD680DB0-F2B0-4B87-B84F-1E9015C86D7E}"/>
                    </a:ext>
                  </a:extLst>
                </p:cNvPr>
                <p:cNvSpPr/>
                <p:nvPr/>
              </p:nvSpPr>
              <p:spPr>
                <a:xfrm>
                  <a:off x="5796365" y="1701777"/>
                  <a:ext cx="3858" cy="22121"/>
                </a:xfrm>
                <a:custGeom>
                  <a:avLst/>
                  <a:gdLst>
                    <a:gd name="connsiteX0" fmla="*/ 3858 w 3858"/>
                    <a:gd name="connsiteY0" fmla="*/ 22121 h 22121"/>
                    <a:gd name="connsiteX1" fmla="*/ 2262 w 3858"/>
                    <a:gd name="connsiteY1" fmla="*/ 0 h 22121"/>
                    <a:gd name="connsiteX2" fmla="*/ 3858 w 3858"/>
                    <a:gd name="connsiteY2" fmla="*/ 22121 h 22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58" h="22121">
                      <a:moveTo>
                        <a:pt x="3858" y="22121"/>
                      </a:moveTo>
                      <a:cubicBezTo>
                        <a:pt x="3858" y="22121"/>
                        <a:pt x="-3634" y="19683"/>
                        <a:pt x="2262" y="0"/>
                      </a:cubicBezTo>
                      <a:cubicBezTo>
                        <a:pt x="2262" y="0"/>
                        <a:pt x="-1861" y="15383"/>
                        <a:pt x="3858" y="22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23" name="Forme libre : forme 26422">
                  <a:extLst>
                    <a:ext uri="{FF2B5EF4-FFF2-40B4-BE49-F238E27FC236}">
                      <a16:creationId xmlns:a16="http://schemas.microsoft.com/office/drawing/2014/main" id="{0C73D8DF-F0C3-4E4F-B268-EAB8B87B75F4}"/>
                    </a:ext>
                  </a:extLst>
                </p:cNvPr>
                <p:cNvSpPr/>
                <p:nvPr/>
              </p:nvSpPr>
              <p:spPr>
                <a:xfrm>
                  <a:off x="5832718" y="1665115"/>
                  <a:ext cx="3766" cy="24470"/>
                </a:xfrm>
                <a:custGeom>
                  <a:avLst/>
                  <a:gdLst>
                    <a:gd name="connsiteX0" fmla="*/ 311 w 3766"/>
                    <a:gd name="connsiteY0" fmla="*/ 24471 h 24470"/>
                    <a:gd name="connsiteX1" fmla="*/ 0 w 3766"/>
                    <a:gd name="connsiteY1" fmla="*/ 0 h 24470"/>
                    <a:gd name="connsiteX2" fmla="*/ 311 w 3766"/>
                    <a:gd name="connsiteY2" fmla="*/ 24471 h 24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66" h="24470">
                      <a:moveTo>
                        <a:pt x="311" y="24471"/>
                      </a:moveTo>
                      <a:cubicBezTo>
                        <a:pt x="311" y="24471"/>
                        <a:pt x="8290" y="6029"/>
                        <a:pt x="0" y="0"/>
                      </a:cubicBezTo>
                      <a:cubicBezTo>
                        <a:pt x="-44" y="0"/>
                        <a:pt x="6384" y="7226"/>
                        <a:pt x="311" y="244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24" name="Forme libre : forme 26423">
                  <a:extLst>
                    <a:ext uri="{FF2B5EF4-FFF2-40B4-BE49-F238E27FC236}">
                      <a16:creationId xmlns:a16="http://schemas.microsoft.com/office/drawing/2014/main" id="{DBC2E868-7135-4815-B4A9-8CBBEBAC1544}"/>
                    </a:ext>
                  </a:extLst>
                </p:cNvPr>
                <p:cNvSpPr/>
                <p:nvPr/>
              </p:nvSpPr>
              <p:spPr>
                <a:xfrm>
                  <a:off x="5811121" y="1697484"/>
                  <a:ext cx="6798" cy="10584"/>
                </a:xfrm>
                <a:custGeom>
                  <a:avLst/>
                  <a:gdLst>
                    <a:gd name="connsiteX0" fmla="*/ 141 w 6798"/>
                    <a:gd name="connsiteY0" fmla="*/ 10277 h 10584"/>
                    <a:gd name="connsiteX1" fmla="*/ 2446 w 6798"/>
                    <a:gd name="connsiteY1" fmla="*/ 3539 h 10584"/>
                    <a:gd name="connsiteX2" fmla="*/ 6657 w 6798"/>
                    <a:gd name="connsiteY2" fmla="*/ 303 h 10584"/>
                    <a:gd name="connsiteX3" fmla="*/ 4352 w 6798"/>
                    <a:gd name="connsiteY3" fmla="*/ 7041 h 10584"/>
                    <a:gd name="connsiteX4" fmla="*/ 141 w 6798"/>
                    <a:gd name="connsiteY4" fmla="*/ 10277 h 10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98" h="10584">
                      <a:moveTo>
                        <a:pt x="141" y="10277"/>
                      </a:moveTo>
                      <a:cubicBezTo>
                        <a:pt x="-391" y="9302"/>
                        <a:pt x="629" y="6287"/>
                        <a:pt x="2446" y="3539"/>
                      </a:cubicBezTo>
                      <a:cubicBezTo>
                        <a:pt x="4219" y="790"/>
                        <a:pt x="6126" y="-673"/>
                        <a:pt x="6657" y="303"/>
                      </a:cubicBezTo>
                      <a:cubicBezTo>
                        <a:pt x="7189" y="1278"/>
                        <a:pt x="6170" y="4292"/>
                        <a:pt x="4352" y="7041"/>
                      </a:cubicBezTo>
                      <a:cubicBezTo>
                        <a:pt x="2535" y="9834"/>
                        <a:pt x="629" y="11252"/>
                        <a:pt x="141" y="1027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25" name="Forme libre : forme 26424">
                  <a:extLst>
                    <a:ext uri="{FF2B5EF4-FFF2-40B4-BE49-F238E27FC236}">
                      <a16:creationId xmlns:a16="http://schemas.microsoft.com/office/drawing/2014/main" id="{C3F79C06-2B07-40F0-A2F7-9D357291A357}"/>
                    </a:ext>
                  </a:extLst>
                </p:cNvPr>
                <p:cNvSpPr/>
                <p:nvPr/>
              </p:nvSpPr>
              <p:spPr>
                <a:xfrm>
                  <a:off x="5810685" y="1706486"/>
                  <a:ext cx="1939" cy="3068"/>
                </a:xfrm>
                <a:custGeom>
                  <a:avLst/>
                  <a:gdLst>
                    <a:gd name="connsiteX0" fmla="*/ 266 w 1939"/>
                    <a:gd name="connsiteY0" fmla="*/ 3049 h 3068"/>
                    <a:gd name="connsiteX1" fmla="*/ 266 w 1939"/>
                    <a:gd name="connsiteY1" fmla="*/ 1231 h 3068"/>
                    <a:gd name="connsiteX2" fmla="*/ 1640 w 1939"/>
                    <a:gd name="connsiteY2" fmla="*/ 34 h 3068"/>
                    <a:gd name="connsiteX3" fmla="*/ 1640 w 1939"/>
                    <a:gd name="connsiteY3" fmla="*/ 1852 h 3068"/>
                    <a:gd name="connsiteX4" fmla="*/ 266 w 1939"/>
                    <a:gd name="connsiteY4" fmla="*/ 3049 h 3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39" h="3068">
                      <a:moveTo>
                        <a:pt x="266" y="3049"/>
                      </a:moveTo>
                      <a:cubicBezTo>
                        <a:pt x="-89" y="2871"/>
                        <a:pt x="-89" y="2073"/>
                        <a:pt x="266" y="1231"/>
                      </a:cubicBezTo>
                      <a:cubicBezTo>
                        <a:pt x="621" y="389"/>
                        <a:pt x="1241" y="-143"/>
                        <a:pt x="1640" y="34"/>
                      </a:cubicBezTo>
                      <a:cubicBezTo>
                        <a:pt x="2039" y="211"/>
                        <a:pt x="2039" y="1009"/>
                        <a:pt x="1640" y="1852"/>
                      </a:cubicBezTo>
                      <a:cubicBezTo>
                        <a:pt x="1241" y="2650"/>
                        <a:pt x="621" y="3182"/>
                        <a:pt x="266" y="30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26" name="Forme libre : forme 26425">
                  <a:extLst>
                    <a:ext uri="{FF2B5EF4-FFF2-40B4-BE49-F238E27FC236}">
                      <a16:creationId xmlns:a16="http://schemas.microsoft.com/office/drawing/2014/main" id="{EA80FF51-575C-424F-A47B-4F39FA284103}"/>
                    </a:ext>
                  </a:extLst>
                </p:cNvPr>
                <p:cNvSpPr/>
                <p:nvPr/>
              </p:nvSpPr>
              <p:spPr>
                <a:xfrm>
                  <a:off x="5803185" y="1700526"/>
                  <a:ext cx="21929" cy="22900"/>
                </a:xfrm>
                <a:custGeom>
                  <a:avLst/>
                  <a:gdLst>
                    <a:gd name="connsiteX0" fmla="*/ 7944 w 21929"/>
                    <a:gd name="connsiteY0" fmla="*/ 22352 h 22900"/>
                    <a:gd name="connsiteX1" fmla="*/ 1073 w 21929"/>
                    <a:gd name="connsiteY1" fmla="*/ 21820 h 22900"/>
                    <a:gd name="connsiteX2" fmla="*/ 230 w 21929"/>
                    <a:gd name="connsiteY2" fmla="*/ 18850 h 22900"/>
                    <a:gd name="connsiteX3" fmla="*/ 2890 w 21929"/>
                    <a:gd name="connsiteY3" fmla="*/ 16102 h 22900"/>
                    <a:gd name="connsiteX4" fmla="*/ 11402 w 21929"/>
                    <a:gd name="connsiteY4" fmla="*/ 11890 h 22900"/>
                    <a:gd name="connsiteX5" fmla="*/ 21864 w 21929"/>
                    <a:gd name="connsiteY5" fmla="*/ 586 h 22900"/>
                    <a:gd name="connsiteX6" fmla="*/ 14372 w 21929"/>
                    <a:gd name="connsiteY6" fmla="*/ 17254 h 22900"/>
                    <a:gd name="connsiteX7" fmla="*/ 7944 w 21929"/>
                    <a:gd name="connsiteY7" fmla="*/ 22352 h 22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29" h="22900">
                      <a:moveTo>
                        <a:pt x="7944" y="22352"/>
                      </a:moveTo>
                      <a:cubicBezTo>
                        <a:pt x="5284" y="23372"/>
                        <a:pt x="3023" y="22840"/>
                        <a:pt x="1073" y="21820"/>
                      </a:cubicBezTo>
                      <a:cubicBezTo>
                        <a:pt x="363" y="21466"/>
                        <a:pt x="-390" y="20535"/>
                        <a:pt x="230" y="18850"/>
                      </a:cubicBezTo>
                      <a:cubicBezTo>
                        <a:pt x="807" y="17299"/>
                        <a:pt x="1959" y="16456"/>
                        <a:pt x="2890" y="16102"/>
                      </a:cubicBezTo>
                      <a:cubicBezTo>
                        <a:pt x="5683" y="14949"/>
                        <a:pt x="8432" y="14905"/>
                        <a:pt x="11402" y="11890"/>
                      </a:cubicBezTo>
                      <a:cubicBezTo>
                        <a:pt x="13264" y="10028"/>
                        <a:pt x="21110" y="-2872"/>
                        <a:pt x="21864" y="586"/>
                      </a:cubicBezTo>
                      <a:cubicBezTo>
                        <a:pt x="22617" y="4088"/>
                        <a:pt x="16721" y="14417"/>
                        <a:pt x="14372" y="17254"/>
                      </a:cubicBezTo>
                      <a:cubicBezTo>
                        <a:pt x="12244" y="19870"/>
                        <a:pt x="9983" y="21599"/>
                        <a:pt x="7944" y="2235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63" name="Graphique 2">
                <a:extLst>
                  <a:ext uri="{FF2B5EF4-FFF2-40B4-BE49-F238E27FC236}">
                    <a16:creationId xmlns:a16="http://schemas.microsoft.com/office/drawing/2014/main" id="{F01FA9C8-413C-403C-9CE5-9907F34B69DC}"/>
                  </a:ext>
                </a:extLst>
              </p:cNvPr>
              <p:cNvGrpSpPr/>
              <p:nvPr/>
            </p:nvGrpSpPr>
            <p:grpSpPr>
              <a:xfrm>
                <a:off x="5766554" y="1725006"/>
                <a:ext cx="42270" cy="68164"/>
                <a:chOff x="5766554" y="1725006"/>
                <a:chExt cx="42270" cy="68164"/>
              </a:xfrm>
              <a:solidFill>
                <a:schemeClr val="accent1"/>
              </a:solidFill>
            </p:grpSpPr>
            <p:sp>
              <p:nvSpPr>
                <p:cNvPr id="26403" name="Forme libre : forme 26402">
                  <a:extLst>
                    <a:ext uri="{FF2B5EF4-FFF2-40B4-BE49-F238E27FC236}">
                      <a16:creationId xmlns:a16="http://schemas.microsoft.com/office/drawing/2014/main" id="{80883CB6-BBFB-4B9B-8AFA-DA742ED3E108}"/>
                    </a:ext>
                  </a:extLst>
                </p:cNvPr>
                <p:cNvSpPr/>
                <p:nvPr/>
              </p:nvSpPr>
              <p:spPr>
                <a:xfrm>
                  <a:off x="5766604" y="1725050"/>
                  <a:ext cx="42221" cy="68120"/>
                </a:xfrm>
                <a:custGeom>
                  <a:avLst/>
                  <a:gdLst>
                    <a:gd name="connsiteX0" fmla="*/ 3563 w 42221"/>
                    <a:gd name="connsiteY0" fmla="*/ 40741 h 68120"/>
                    <a:gd name="connsiteX1" fmla="*/ 13804 w 42221"/>
                    <a:gd name="connsiteY1" fmla="*/ 16713 h 68120"/>
                    <a:gd name="connsiteX2" fmla="*/ 31758 w 42221"/>
                    <a:gd name="connsiteY2" fmla="*/ 399 h 68120"/>
                    <a:gd name="connsiteX3" fmla="*/ 38585 w 42221"/>
                    <a:gd name="connsiteY3" fmla="*/ 3503 h 68120"/>
                    <a:gd name="connsiteX4" fmla="*/ 38407 w 42221"/>
                    <a:gd name="connsiteY4" fmla="*/ 27619 h 68120"/>
                    <a:gd name="connsiteX5" fmla="*/ 27857 w 42221"/>
                    <a:gd name="connsiteY5" fmla="*/ 51336 h 68120"/>
                    <a:gd name="connsiteX6" fmla="*/ 10257 w 42221"/>
                    <a:gd name="connsiteY6" fmla="*/ 67782 h 68120"/>
                    <a:gd name="connsiteX7" fmla="*/ 3652 w 42221"/>
                    <a:gd name="connsiteY7" fmla="*/ 64945 h 68120"/>
                    <a:gd name="connsiteX8" fmla="*/ 3563 w 42221"/>
                    <a:gd name="connsiteY8" fmla="*/ 40741 h 68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221" h="68120">
                      <a:moveTo>
                        <a:pt x="3563" y="40741"/>
                      </a:moveTo>
                      <a:lnTo>
                        <a:pt x="13804" y="16713"/>
                      </a:lnTo>
                      <a:cubicBezTo>
                        <a:pt x="18680" y="5409"/>
                        <a:pt x="26793" y="-1817"/>
                        <a:pt x="31758" y="399"/>
                      </a:cubicBezTo>
                      <a:lnTo>
                        <a:pt x="38585" y="3503"/>
                      </a:lnTo>
                      <a:cubicBezTo>
                        <a:pt x="43550" y="5719"/>
                        <a:pt x="43373" y="16625"/>
                        <a:pt x="38407" y="27619"/>
                      </a:cubicBezTo>
                      <a:lnTo>
                        <a:pt x="27857" y="51336"/>
                      </a:lnTo>
                      <a:cubicBezTo>
                        <a:pt x="22892" y="62418"/>
                        <a:pt x="15001" y="69822"/>
                        <a:pt x="10257" y="67782"/>
                      </a:cubicBezTo>
                      <a:lnTo>
                        <a:pt x="3652" y="64945"/>
                      </a:lnTo>
                      <a:cubicBezTo>
                        <a:pt x="-1180" y="62906"/>
                        <a:pt x="-1224" y="51956"/>
                        <a:pt x="3563" y="4074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04" name="Forme libre : forme 26403">
                  <a:extLst>
                    <a:ext uri="{FF2B5EF4-FFF2-40B4-BE49-F238E27FC236}">
                      <a16:creationId xmlns:a16="http://schemas.microsoft.com/office/drawing/2014/main" id="{351B209F-8989-47C1-933D-27612D849989}"/>
                    </a:ext>
                  </a:extLst>
                </p:cNvPr>
                <p:cNvSpPr/>
                <p:nvPr/>
              </p:nvSpPr>
              <p:spPr>
                <a:xfrm>
                  <a:off x="5766554" y="1725006"/>
                  <a:ext cx="34733" cy="65033"/>
                </a:xfrm>
                <a:custGeom>
                  <a:avLst/>
                  <a:gdLst>
                    <a:gd name="connsiteX0" fmla="*/ 20060 w 34733"/>
                    <a:gd name="connsiteY0" fmla="*/ 24560 h 65033"/>
                    <a:gd name="connsiteX1" fmla="*/ 34733 w 34733"/>
                    <a:gd name="connsiteY1" fmla="*/ 1729 h 65033"/>
                    <a:gd name="connsiteX2" fmla="*/ 31763 w 34733"/>
                    <a:gd name="connsiteY2" fmla="*/ 399 h 65033"/>
                    <a:gd name="connsiteX3" fmla="*/ 13809 w 34733"/>
                    <a:gd name="connsiteY3" fmla="*/ 16713 h 65033"/>
                    <a:gd name="connsiteX4" fmla="*/ 3569 w 34733"/>
                    <a:gd name="connsiteY4" fmla="*/ 40741 h 65033"/>
                    <a:gd name="connsiteX5" fmla="*/ 3613 w 34733"/>
                    <a:gd name="connsiteY5" fmla="*/ 64945 h 65033"/>
                    <a:gd name="connsiteX6" fmla="*/ 3835 w 34733"/>
                    <a:gd name="connsiteY6" fmla="*/ 65034 h 65033"/>
                    <a:gd name="connsiteX7" fmla="*/ 20060 w 34733"/>
                    <a:gd name="connsiteY7" fmla="*/ 24560 h 65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733" h="65033">
                      <a:moveTo>
                        <a:pt x="20060" y="24560"/>
                      </a:moveTo>
                      <a:cubicBezTo>
                        <a:pt x="23119" y="14541"/>
                        <a:pt x="28926" y="5409"/>
                        <a:pt x="34733" y="1729"/>
                      </a:cubicBezTo>
                      <a:lnTo>
                        <a:pt x="31763" y="399"/>
                      </a:lnTo>
                      <a:cubicBezTo>
                        <a:pt x="26798" y="-1817"/>
                        <a:pt x="18730" y="5409"/>
                        <a:pt x="13809" y="16713"/>
                      </a:cubicBezTo>
                      <a:lnTo>
                        <a:pt x="3569" y="40741"/>
                      </a:lnTo>
                      <a:cubicBezTo>
                        <a:pt x="-1219" y="51956"/>
                        <a:pt x="-1175" y="62906"/>
                        <a:pt x="3613" y="64945"/>
                      </a:cubicBezTo>
                      <a:lnTo>
                        <a:pt x="3835" y="65034"/>
                      </a:lnTo>
                      <a:cubicBezTo>
                        <a:pt x="9199" y="51158"/>
                        <a:pt x="15893" y="38657"/>
                        <a:pt x="20060" y="24560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05" name="Forme libre : forme 26404">
                  <a:extLst>
                    <a:ext uri="{FF2B5EF4-FFF2-40B4-BE49-F238E27FC236}">
                      <a16:creationId xmlns:a16="http://schemas.microsoft.com/office/drawing/2014/main" id="{F013CCF0-9CCB-47C4-878B-474B61E501B1}"/>
                    </a:ext>
                  </a:extLst>
                </p:cNvPr>
                <p:cNvSpPr/>
                <p:nvPr/>
              </p:nvSpPr>
              <p:spPr>
                <a:xfrm>
                  <a:off x="5777246" y="1748301"/>
                  <a:ext cx="15748" cy="29676"/>
                </a:xfrm>
                <a:custGeom>
                  <a:avLst/>
                  <a:gdLst>
                    <a:gd name="connsiteX0" fmla="*/ 1476 w 15748"/>
                    <a:gd name="connsiteY0" fmla="*/ 29548 h 29676"/>
                    <a:gd name="connsiteX1" fmla="*/ 3250 w 15748"/>
                    <a:gd name="connsiteY1" fmla="*/ 12835 h 29676"/>
                    <a:gd name="connsiteX2" fmla="*/ 14244 w 15748"/>
                    <a:gd name="connsiteY2" fmla="*/ 156 h 29676"/>
                    <a:gd name="connsiteX3" fmla="*/ 12515 w 15748"/>
                    <a:gd name="connsiteY3" fmla="*/ 16869 h 29676"/>
                    <a:gd name="connsiteX4" fmla="*/ 1476 w 15748"/>
                    <a:gd name="connsiteY4" fmla="*/ 29548 h 29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48" h="29676">
                      <a:moveTo>
                        <a:pt x="1476" y="29548"/>
                      </a:moveTo>
                      <a:cubicBezTo>
                        <a:pt x="-1051" y="28440"/>
                        <a:pt x="-253" y="20948"/>
                        <a:pt x="3250" y="12835"/>
                      </a:cubicBezTo>
                      <a:cubicBezTo>
                        <a:pt x="6707" y="4767"/>
                        <a:pt x="11673" y="-1040"/>
                        <a:pt x="14244" y="156"/>
                      </a:cubicBezTo>
                      <a:cubicBezTo>
                        <a:pt x="16771" y="1309"/>
                        <a:pt x="16061" y="8712"/>
                        <a:pt x="12515" y="16869"/>
                      </a:cubicBezTo>
                      <a:cubicBezTo>
                        <a:pt x="8880" y="24982"/>
                        <a:pt x="3959" y="30612"/>
                        <a:pt x="1476" y="2954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06" name="Forme libre : forme 26405">
                  <a:extLst>
                    <a:ext uri="{FF2B5EF4-FFF2-40B4-BE49-F238E27FC236}">
                      <a16:creationId xmlns:a16="http://schemas.microsoft.com/office/drawing/2014/main" id="{3E8F8C4A-A7F8-4ED4-BB7A-4EF928205D31}"/>
                    </a:ext>
                  </a:extLst>
                </p:cNvPr>
                <p:cNvSpPr/>
                <p:nvPr/>
              </p:nvSpPr>
              <p:spPr>
                <a:xfrm>
                  <a:off x="5778146" y="1748310"/>
                  <a:ext cx="14831" cy="19652"/>
                </a:xfrm>
                <a:custGeom>
                  <a:avLst/>
                  <a:gdLst>
                    <a:gd name="connsiteX0" fmla="*/ 14363 w 14831"/>
                    <a:gd name="connsiteY0" fmla="*/ 8259 h 19652"/>
                    <a:gd name="connsiteX1" fmla="*/ 13344 w 14831"/>
                    <a:gd name="connsiteY1" fmla="*/ 147 h 19652"/>
                    <a:gd name="connsiteX2" fmla="*/ 2350 w 14831"/>
                    <a:gd name="connsiteY2" fmla="*/ 12825 h 19652"/>
                    <a:gd name="connsiteX3" fmla="*/ 0 w 14831"/>
                    <a:gd name="connsiteY3" fmla="*/ 19652 h 19652"/>
                    <a:gd name="connsiteX4" fmla="*/ 1906 w 14831"/>
                    <a:gd name="connsiteY4" fmla="*/ 16150 h 19652"/>
                    <a:gd name="connsiteX5" fmla="*/ 14363 w 14831"/>
                    <a:gd name="connsiteY5" fmla="*/ 8259 h 19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831" h="19652">
                      <a:moveTo>
                        <a:pt x="14363" y="8259"/>
                      </a:moveTo>
                      <a:cubicBezTo>
                        <a:pt x="15206" y="4004"/>
                        <a:pt x="14940" y="856"/>
                        <a:pt x="13344" y="147"/>
                      </a:cubicBezTo>
                      <a:cubicBezTo>
                        <a:pt x="10773" y="-1006"/>
                        <a:pt x="5807" y="4757"/>
                        <a:pt x="2350" y="12825"/>
                      </a:cubicBezTo>
                      <a:cubicBezTo>
                        <a:pt x="1330" y="15219"/>
                        <a:pt x="532" y="17525"/>
                        <a:pt x="0" y="19652"/>
                      </a:cubicBezTo>
                      <a:cubicBezTo>
                        <a:pt x="576" y="18411"/>
                        <a:pt x="1197" y="17259"/>
                        <a:pt x="1906" y="16150"/>
                      </a:cubicBezTo>
                      <a:cubicBezTo>
                        <a:pt x="6073" y="10299"/>
                        <a:pt x="11437" y="6442"/>
                        <a:pt x="14363" y="8259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07" name="Forme libre : forme 26406">
                  <a:extLst>
                    <a:ext uri="{FF2B5EF4-FFF2-40B4-BE49-F238E27FC236}">
                      <a16:creationId xmlns:a16="http://schemas.microsoft.com/office/drawing/2014/main" id="{F73DFBB1-6120-44D1-AC17-55292CCA0579}"/>
                    </a:ext>
                  </a:extLst>
                </p:cNvPr>
                <p:cNvSpPr/>
                <p:nvPr/>
              </p:nvSpPr>
              <p:spPr>
                <a:xfrm>
                  <a:off x="5775562" y="1749374"/>
                  <a:ext cx="15703" cy="29666"/>
                </a:xfrm>
                <a:custGeom>
                  <a:avLst/>
                  <a:gdLst>
                    <a:gd name="connsiteX0" fmla="*/ 1476 w 15703"/>
                    <a:gd name="connsiteY0" fmla="*/ 29538 h 29666"/>
                    <a:gd name="connsiteX1" fmla="*/ 3250 w 15703"/>
                    <a:gd name="connsiteY1" fmla="*/ 12826 h 29666"/>
                    <a:gd name="connsiteX2" fmla="*/ 14199 w 15703"/>
                    <a:gd name="connsiteY2" fmla="*/ 147 h 29666"/>
                    <a:gd name="connsiteX3" fmla="*/ 12470 w 15703"/>
                    <a:gd name="connsiteY3" fmla="*/ 16860 h 29666"/>
                    <a:gd name="connsiteX4" fmla="*/ 1476 w 15703"/>
                    <a:gd name="connsiteY4" fmla="*/ 29538 h 29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03" h="29666">
                      <a:moveTo>
                        <a:pt x="1476" y="29538"/>
                      </a:moveTo>
                      <a:cubicBezTo>
                        <a:pt x="-1051" y="28430"/>
                        <a:pt x="-253" y="20938"/>
                        <a:pt x="3250" y="12826"/>
                      </a:cubicBezTo>
                      <a:cubicBezTo>
                        <a:pt x="6707" y="4757"/>
                        <a:pt x="11628" y="-1006"/>
                        <a:pt x="14199" y="147"/>
                      </a:cubicBezTo>
                      <a:cubicBezTo>
                        <a:pt x="16726" y="1255"/>
                        <a:pt x="16017" y="8747"/>
                        <a:pt x="12470" y="16860"/>
                      </a:cubicBezTo>
                      <a:cubicBezTo>
                        <a:pt x="8924" y="24928"/>
                        <a:pt x="4003" y="30602"/>
                        <a:pt x="1476" y="2953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08" name="Forme libre : forme 26407">
                  <a:extLst>
                    <a:ext uri="{FF2B5EF4-FFF2-40B4-BE49-F238E27FC236}">
                      <a16:creationId xmlns:a16="http://schemas.microsoft.com/office/drawing/2014/main" id="{5F5E77B5-A490-4CCD-B7A0-E8EB03420C72}"/>
                    </a:ext>
                  </a:extLst>
                </p:cNvPr>
                <p:cNvSpPr/>
                <p:nvPr/>
              </p:nvSpPr>
              <p:spPr>
                <a:xfrm>
                  <a:off x="5774120" y="1734644"/>
                  <a:ext cx="28603" cy="35623"/>
                </a:xfrm>
                <a:custGeom>
                  <a:avLst/>
                  <a:gdLst>
                    <a:gd name="connsiteX0" fmla="*/ 22246 w 28603"/>
                    <a:gd name="connsiteY0" fmla="*/ 1135 h 35623"/>
                    <a:gd name="connsiteX1" fmla="*/ 17459 w 28603"/>
                    <a:gd name="connsiteY1" fmla="*/ 204 h 35623"/>
                    <a:gd name="connsiteX2" fmla="*/ 6287 w 28603"/>
                    <a:gd name="connsiteY2" fmla="*/ 13015 h 35623"/>
                    <a:gd name="connsiteX3" fmla="*/ 303 w 28603"/>
                    <a:gd name="connsiteY3" fmla="*/ 28753 h 35623"/>
                    <a:gd name="connsiteX4" fmla="*/ 2298 w 28603"/>
                    <a:gd name="connsiteY4" fmla="*/ 35535 h 35623"/>
                    <a:gd name="connsiteX5" fmla="*/ 6686 w 28603"/>
                    <a:gd name="connsiteY5" fmla="*/ 31324 h 35623"/>
                    <a:gd name="connsiteX6" fmla="*/ 17193 w 28603"/>
                    <a:gd name="connsiteY6" fmla="*/ 20995 h 35623"/>
                    <a:gd name="connsiteX7" fmla="*/ 28364 w 28603"/>
                    <a:gd name="connsiteY7" fmla="*/ 8538 h 35623"/>
                    <a:gd name="connsiteX8" fmla="*/ 22246 w 28603"/>
                    <a:gd name="connsiteY8" fmla="*/ 1135 h 35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603" h="35623">
                      <a:moveTo>
                        <a:pt x="22246" y="1135"/>
                      </a:moveTo>
                      <a:cubicBezTo>
                        <a:pt x="20828" y="381"/>
                        <a:pt x="19365" y="-373"/>
                        <a:pt x="17459" y="204"/>
                      </a:cubicBezTo>
                      <a:cubicBezTo>
                        <a:pt x="13868" y="1312"/>
                        <a:pt x="9568" y="6986"/>
                        <a:pt x="6287" y="13015"/>
                      </a:cubicBezTo>
                      <a:cubicBezTo>
                        <a:pt x="3539" y="18158"/>
                        <a:pt x="1278" y="23522"/>
                        <a:pt x="303" y="28753"/>
                      </a:cubicBezTo>
                      <a:cubicBezTo>
                        <a:pt x="-407" y="32565"/>
                        <a:pt x="81" y="36245"/>
                        <a:pt x="2298" y="35535"/>
                      </a:cubicBezTo>
                      <a:cubicBezTo>
                        <a:pt x="3672" y="35092"/>
                        <a:pt x="5223" y="33097"/>
                        <a:pt x="6686" y="31324"/>
                      </a:cubicBezTo>
                      <a:cubicBezTo>
                        <a:pt x="10144" y="27157"/>
                        <a:pt x="13691" y="23655"/>
                        <a:pt x="17193" y="20995"/>
                      </a:cubicBezTo>
                      <a:cubicBezTo>
                        <a:pt x="20163" y="18734"/>
                        <a:pt x="26680" y="15099"/>
                        <a:pt x="28364" y="8538"/>
                      </a:cubicBezTo>
                      <a:cubicBezTo>
                        <a:pt x="29827" y="2509"/>
                        <a:pt x="24197" y="2154"/>
                        <a:pt x="22246" y="113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09" name="Forme libre : forme 26408">
                  <a:extLst>
                    <a:ext uri="{FF2B5EF4-FFF2-40B4-BE49-F238E27FC236}">
                      <a16:creationId xmlns:a16="http://schemas.microsoft.com/office/drawing/2014/main" id="{89E59870-FE3F-43B4-80C3-2D21DE008D47}"/>
                    </a:ext>
                  </a:extLst>
                </p:cNvPr>
                <p:cNvSpPr/>
                <p:nvPr/>
              </p:nvSpPr>
              <p:spPr>
                <a:xfrm>
                  <a:off x="5794053" y="1743677"/>
                  <a:ext cx="4815" cy="13160"/>
                </a:xfrm>
                <a:custGeom>
                  <a:avLst/>
                  <a:gdLst>
                    <a:gd name="connsiteX0" fmla="*/ 4530 w 4815"/>
                    <a:gd name="connsiteY0" fmla="*/ 1189 h 13160"/>
                    <a:gd name="connsiteX1" fmla="*/ 3865 w 4815"/>
                    <a:gd name="connsiteY1" fmla="*/ 37 h 13160"/>
                    <a:gd name="connsiteX2" fmla="*/ 2491 w 4815"/>
                    <a:gd name="connsiteY2" fmla="*/ 791 h 13160"/>
                    <a:gd name="connsiteX3" fmla="*/ 1560 w 4815"/>
                    <a:gd name="connsiteY3" fmla="*/ 2918 h 13160"/>
                    <a:gd name="connsiteX4" fmla="*/ 230 w 4815"/>
                    <a:gd name="connsiteY4" fmla="*/ 8504 h 13160"/>
                    <a:gd name="connsiteX5" fmla="*/ 9 w 4815"/>
                    <a:gd name="connsiteY5" fmla="*/ 10632 h 13160"/>
                    <a:gd name="connsiteX6" fmla="*/ 3688 w 4815"/>
                    <a:gd name="connsiteY6" fmla="*/ 10366 h 13160"/>
                    <a:gd name="connsiteX7" fmla="*/ 4530 w 4815"/>
                    <a:gd name="connsiteY7" fmla="*/ 1189 h 1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15" h="13160">
                      <a:moveTo>
                        <a:pt x="4530" y="1189"/>
                      </a:moveTo>
                      <a:cubicBezTo>
                        <a:pt x="4397" y="658"/>
                        <a:pt x="4220" y="214"/>
                        <a:pt x="3865" y="37"/>
                      </a:cubicBezTo>
                      <a:cubicBezTo>
                        <a:pt x="3511" y="-96"/>
                        <a:pt x="2979" y="125"/>
                        <a:pt x="2491" y="791"/>
                      </a:cubicBezTo>
                      <a:cubicBezTo>
                        <a:pt x="2048" y="1411"/>
                        <a:pt x="1782" y="2209"/>
                        <a:pt x="1560" y="2918"/>
                      </a:cubicBezTo>
                      <a:cubicBezTo>
                        <a:pt x="984" y="4825"/>
                        <a:pt x="541" y="6686"/>
                        <a:pt x="230" y="8504"/>
                      </a:cubicBezTo>
                      <a:cubicBezTo>
                        <a:pt x="97" y="9258"/>
                        <a:pt x="-36" y="10011"/>
                        <a:pt x="9" y="10632"/>
                      </a:cubicBezTo>
                      <a:cubicBezTo>
                        <a:pt x="97" y="13292"/>
                        <a:pt x="2137" y="14755"/>
                        <a:pt x="3688" y="10366"/>
                      </a:cubicBezTo>
                      <a:cubicBezTo>
                        <a:pt x="4885" y="7041"/>
                        <a:pt x="5062" y="3273"/>
                        <a:pt x="4530" y="118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10" name="Forme libre : forme 26409">
                  <a:extLst>
                    <a:ext uri="{FF2B5EF4-FFF2-40B4-BE49-F238E27FC236}">
                      <a16:creationId xmlns:a16="http://schemas.microsoft.com/office/drawing/2014/main" id="{2162B9A2-0F89-4B27-B368-2BE5CF2772C5}"/>
                    </a:ext>
                  </a:extLst>
                </p:cNvPr>
                <p:cNvSpPr/>
                <p:nvPr/>
              </p:nvSpPr>
              <p:spPr>
                <a:xfrm>
                  <a:off x="5768284" y="1766411"/>
                  <a:ext cx="3745" cy="21988"/>
                </a:xfrm>
                <a:custGeom>
                  <a:avLst/>
                  <a:gdLst>
                    <a:gd name="connsiteX0" fmla="*/ 3745 w 3745"/>
                    <a:gd name="connsiteY0" fmla="*/ 21988 h 21988"/>
                    <a:gd name="connsiteX1" fmla="*/ 2194 w 3745"/>
                    <a:gd name="connsiteY1" fmla="*/ 0 h 21988"/>
                    <a:gd name="connsiteX2" fmla="*/ 3745 w 3745"/>
                    <a:gd name="connsiteY2" fmla="*/ 21988 h 2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45" h="21988">
                      <a:moveTo>
                        <a:pt x="3745" y="21988"/>
                      </a:moveTo>
                      <a:cubicBezTo>
                        <a:pt x="3745" y="21988"/>
                        <a:pt x="-3525" y="19816"/>
                        <a:pt x="2194" y="0"/>
                      </a:cubicBezTo>
                      <a:cubicBezTo>
                        <a:pt x="2194" y="44"/>
                        <a:pt x="-1796" y="15472"/>
                        <a:pt x="3745" y="219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11" name="Forme libre : forme 26410">
                  <a:extLst>
                    <a:ext uri="{FF2B5EF4-FFF2-40B4-BE49-F238E27FC236}">
                      <a16:creationId xmlns:a16="http://schemas.microsoft.com/office/drawing/2014/main" id="{FB992F54-64B5-4A11-BC79-E9034C8089CC}"/>
                    </a:ext>
                  </a:extLst>
                </p:cNvPr>
                <p:cNvSpPr/>
                <p:nvPr/>
              </p:nvSpPr>
              <p:spPr>
                <a:xfrm>
                  <a:off x="5803726" y="1729350"/>
                  <a:ext cx="3567" cy="24160"/>
                </a:xfrm>
                <a:custGeom>
                  <a:avLst/>
                  <a:gdLst>
                    <a:gd name="connsiteX0" fmla="*/ 0 w 3567"/>
                    <a:gd name="connsiteY0" fmla="*/ 24160 h 24160"/>
                    <a:gd name="connsiteX1" fmla="*/ 2970 w 3567"/>
                    <a:gd name="connsiteY1" fmla="*/ 14319 h 24160"/>
                    <a:gd name="connsiteX2" fmla="*/ 177 w 3567"/>
                    <a:gd name="connsiteY2" fmla="*/ 0 h 24160"/>
                    <a:gd name="connsiteX3" fmla="*/ 0 w 3567"/>
                    <a:gd name="connsiteY3" fmla="*/ 24160 h 24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67" h="24160">
                      <a:moveTo>
                        <a:pt x="0" y="24160"/>
                      </a:moveTo>
                      <a:cubicBezTo>
                        <a:pt x="0" y="24160"/>
                        <a:pt x="1951" y="19639"/>
                        <a:pt x="2970" y="14319"/>
                      </a:cubicBezTo>
                      <a:cubicBezTo>
                        <a:pt x="3990" y="8999"/>
                        <a:pt x="4078" y="2970"/>
                        <a:pt x="177" y="0"/>
                      </a:cubicBezTo>
                      <a:cubicBezTo>
                        <a:pt x="177" y="0"/>
                        <a:pt x="6073" y="7137"/>
                        <a:pt x="0" y="24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12" name="Forme libre : forme 26411">
                  <a:extLst>
                    <a:ext uri="{FF2B5EF4-FFF2-40B4-BE49-F238E27FC236}">
                      <a16:creationId xmlns:a16="http://schemas.microsoft.com/office/drawing/2014/main" id="{842E439A-AB73-41C3-ABC8-73696CE272FD}"/>
                    </a:ext>
                  </a:extLst>
                </p:cNvPr>
                <p:cNvSpPr/>
                <p:nvPr/>
              </p:nvSpPr>
              <p:spPr>
                <a:xfrm>
                  <a:off x="5782543" y="1761654"/>
                  <a:ext cx="6561" cy="10667"/>
                </a:xfrm>
                <a:custGeom>
                  <a:avLst/>
                  <a:gdLst>
                    <a:gd name="connsiteX0" fmla="*/ 125 w 6561"/>
                    <a:gd name="connsiteY0" fmla="*/ 10387 h 10667"/>
                    <a:gd name="connsiteX1" fmla="*/ 2342 w 6561"/>
                    <a:gd name="connsiteY1" fmla="*/ 3605 h 10667"/>
                    <a:gd name="connsiteX2" fmla="*/ 6420 w 6561"/>
                    <a:gd name="connsiteY2" fmla="*/ 280 h 10667"/>
                    <a:gd name="connsiteX3" fmla="*/ 4160 w 6561"/>
                    <a:gd name="connsiteY3" fmla="*/ 7063 h 10667"/>
                    <a:gd name="connsiteX4" fmla="*/ 125 w 6561"/>
                    <a:gd name="connsiteY4" fmla="*/ 10387 h 10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61" h="10667">
                      <a:moveTo>
                        <a:pt x="125" y="10387"/>
                      </a:moveTo>
                      <a:cubicBezTo>
                        <a:pt x="-362" y="9456"/>
                        <a:pt x="613" y="6398"/>
                        <a:pt x="2342" y="3605"/>
                      </a:cubicBezTo>
                      <a:cubicBezTo>
                        <a:pt x="4071" y="812"/>
                        <a:pt x="5888" y="-651"/>
                        <a:pt x="6420" y="280"/>
                      </a:cubicBezTo>
                      <a:cubicBezTo>
                        <a:pt x="6952" y="1255"/>
                        <a:pt x="5933" y="4270"/>
                        <a:pt x="4160" y="7063"/>
                      </a:cubicBezTo>
                      <a:cubicBezTo>
                        <a:pt x="2431" y="9855"/>
                        <a:pt x="613" y="11318"/>
                        <a:pt x="125" y="1038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13" name="Forme libre : forme 26412">
                  <a:extLst>
                    <a:ext uri="{FF2B5EF4-FFF2-40B4-BE49-F238E27FC236}">
                      <a16:creationId xmlns:a16="http://schemas.microsoft.com/office/drawing/2014/main" id="{79F5C255-8D2E-4E4C-8817-8815DA302A83}"/>
                    </a:ext>
                  </a:extLst>
                </p:cNvPr>
                <p:cNvSpPr/>
                <p:nvPr/>
              </p:nvSpPr>
              <p:spPr>
                <a:xfrm>
                  <a:off x="5782092" y="1770691"/>
                  <a:ext cx="1861" cy="3111"/>
                </a:xfrm>
                <a:custGeom>
                  <a:avLst/>
                  <a:gdLst>
                    <a:gd name="connsiteX0" fmla="*/ 266 w 1861"/>
                    <a:gd name="connsiteY0" fmla="*/ 3079 h 3111"/>
                    <a:gd name="connsiteX1" fmla="*/ 266 w 1861"/>
                    <a:gd name="connsiteY1" fmla="*/ 1262 h 3111"/>
                    <a:gd name="connsiteX2" fmla="*/ 1596 w 1861"/>
                    <a:gd name="connsiteY2" fmla="*/ 20 h 3111"/>
                    <a:gd name="connsiteX3" fmla="*/ 1596 w 1861"/>
                    <a:gd name="connsiteY3" fmla="*/ 1838 h 3111"/>
                    <a:gd name="connsiteX4" fmla="*/ 266 w 1861"/>
                    <a:gd name="connsiteY4" fmla="*/ 3079 h 3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1" h="3111">
                      <a:moveTo>
                        <a:pt x="266" y="3079"/>
                      </a:moveTo>
                      <a:cubicBezTo>
                        <a:pt x="-89" y="2902"/>
                        <a:pt x="-89" y="2104"/>
                        <a:pt x="266" y="1262"/>
                      </a:cubicBezTo>
                      <a:cubicBezTo>
                        <a:pt x="621" y="419"/>
                        <a:pt x="1241" y="-113"/>
                        <a:pt x="1596" y="20"/>
                      </a:cubicBezTo>
                      <a:cubicBezTo>
                        <a:pt x="1951" y="198"/>
                        <a:pt x="1951" y="996"/>
                        <a:pt x="1596" y="1838"/>
                      </a:cubicBezTo>
                      <a:cubicBezTo>
                        <a:pt x="1241" y="2680"/>
                        <a:pt x="621" y="3257"/>
                        <a:pt x="266" y="3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14" name="Forme libre : forme 26413">
                  <a:extLst>
                    <a:ext uri="{FF2B5EF4-FFF2-40B4-BE49-F238E27FC236}">
                      <a16:creationId xmlns:a16="http://schemas.microsoft.com/office/drawing/2014/main" id="{7B81674A-E088-41A1-8EEA-2EBA112788D4}"/>
                    </a:ext>
                  </a:extLst>
                </p:cNvPr>
                <p:cNvSpPr/>
                <p:nvPr/>
              </p:nvSpPr>
              <p:spPr>
                <a:xfrm>
                  <a:off x="5774894" y="1764500"/>
                  <a:ext cx="21178" cy="23156"/>
                </a:xfrm>
                <a:custGeom>
                  <a:avLst/>
                  <a:gdLst>
                    <a:gd name="connsiteX0" fmla="*/ 7686 w 21178"/>
                    <a:gd name="connsiteY0" fmla="*/ 22524 h 23156"/>
                    <a:gd name="connsiteX1" fmla="*/ 1036 w 21178"/>
                    <a:gd name="connsiteY1" fmla="*/ 22214 h 23156"/>
                    <a:gd name="connsiteX2" fmla="*/ 238 w 21178"/>
                    <a:gd name="connsiteY2" fmla="*/ 19288 h 23156"/>
                    <a:gd name="connsiteX3" fmla="*/ 2809 w 21178"/>
                    <a:gd name="connsiteY3" fmla="*/ 16496 h 23156"/>
                    <a:gd name="connsiteX4" fmla="*/ 11010 w 21178"/>
                    <a:gd name="connsiteY4" fmla="*/ 12062 h 23156"/>
                    <a:gd name="connsiteX5" fmla="*/ 21118 w 21178"/>
                    <a:gd name="connsiteY5" fmla="*/ 581 h 23156"/>
                    <a:gd name="connsiteX6" fmla="*/ 13892 w 21178"/>
                    <a:gd name="connsiteY6" fmla="*/ 17293 h 23156"/>
                    <a:gd name="connsiteX7" fmla="*/ 7686 w 21178"/>
                    <a:gd name="connsiteY7" fmla="*/ 22524 h 23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178" h="23156">
                      <a:moveTo>
                        <a:pt x="7686" y="22524"/>
                      </a:moveTo>
                      <a:cubicBezTo>
                        <a:pt x="5114" y="23588"/>
                        <a:pt x="2942" y="23190"/>
                        <a:pt x="1036" y="22214"/>
                      </a:cubicBezTo>
                      <a:cubicBezTo>
                        <a:pt x="327" y="21860"/>
                        <a:pt x="-383" y="20973"/>
                        <a:pt x="238" y="19288"/>
                      </a:cubicBezTo>
                      <a:cubicBezTo>
                        <a:pt x="770" y="17737"/>
                        <a:pt x="1923" y="16894"/>
                        <a:pt x="2809" y="16496"/>
                      </a:cubicBezTo>
                      <a:cubicBezTo>
                        <a:pt x="5513" y="15254"/>
                        <a:pt x="8129" y="15121"/>
                        <a:pt x="11010" y="12062"/>
                      </a:cubicBezTo>
                      <a:cubicBezTo>
                        <a:pt x="12784" y="10156"/>
                        <a:pt x="20409" y="-2877"/>
                        <a:pt x="21118" y="581"/>
                      </a:cubicBezTo>
                      <a:cubicBezTo>
                        <a:pt x="21827" y="4083"/>
                        <a:pt x="16109" y="14412"/>
                        <a:pt x="13892" y="17293"/>
                      </a:cubicBezTo>
                      <a:cubicBezTo>
                        <a:pt x="11808" y="19953"/>
                        <a:pt x="9592" y="21682"/>
                        <a:pt x="7686" y="2252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64" name="Graphique 2">
                <a:extLst>
                  <a:ext uri="{FF2B5EF4-FFF2-40B4-BE49-F238E27FC236}">
                    <a16:creationId xmlns:a16="http://schemas.microsoft.com/office/drawing/2014/main" id="{E1DDB22C-CD2C-4EFA-BA54-D16C12CA488B}"/>
                  </a:ext>
                </a:extLst>
              </p:cNvPr>
              <p:cNvGrpSpPr/>
              <p:nvPr/>
            </p:nvGrpSpPr>
            <p:grpSpPr>
              <a:xfrm>
                <a:off x="5739902" y="1789618"/>
                <a:ext cx="40466" cy="68336"/>
                <a:chOff x="5739902" y="1789618"/>
                <a:chExt cx="40466" cy="68336"/>
              </a:xfrm>
              <a:solidFill>
                <a:schemeClr val="accent1"/>
              </a:solidFill>
            </p:grpSpPr>
            <p:sp>
              <p:nvSpPr>
                <p:cNvPr id="26391" name="Forme libre : forme 26390">
                  <a:extLst>
                    <a:ext uri="{FF2B5EF4-FFF2-40B4-BE49-F238E27FC236}">
                      <a16:creationId xmlns:a16="http://schemas.microsoft.com/office/drawing/2014/main" id="{5E810A88-2D4D-43E4-A6B1-D2E8F6489C98}"/>
                    </a:ext>
                  </a:extLst>
                </p:cNvPr>
                <p:cNvSpPr/>
                <p:nvPr/>
              </p:nvSpPr>
              <p:spPr>
                <a:xfrm>
                  <a:off x="5739946" y="1789618"/>
                  <a:ext cx="40422" cy="68336"/>
                </a:xfrm>
                <a:custGeom>
                  <a:avLst/>
                  <a:gdLst>
                    <a:gd name="connsiteX0" fmla="*/ 3267 w 40422"/>
                    <a:gd name="connsiteY0" fmla="*/ 41472 h 68336"/>
                    <a:gd name="connsiteX1" fmla="*/ 13064 w 40422"/>
                    <a:gd name="connsiteY1" fmla="*/ 17179 h 68336"/>
                    <a:gd name="connsiteX2" fmla="*/ 30265 w 40422"/>
                    <a:gd name="connsiteY2" fmla="*/ 333 h 68336"/>
                    <a:gd name="connsiteX3" fmla="*/ 36870 w 40422"/>
                    <a:gd name="connsiteY3" fmla="*/ 3170 h 68336"/>
                    <a:gd name="connsiteX4" fmla="*/ 36826 w 40422"/>
                    <a:gd name="connsiteY4" fmla="*/ 27109 h 68336"/>
                    <a:gd name="connsiteX5" fmla="*/ 26807 w 40422"/>
                    <a:gd name="connsiteY5" fmla="*/ 51003 h 68336"/>
                    <a:gd name="connsiteX6" fmla="*/ 10050 w 40422"/>
                    <a:gd name="connsiteY6" fmla="*/ 68071 h 68336"/>
                    <a:gd name="connsiteX7" fmla="*/ 3622 w 40422"/>
                    <a:gd name="connsiteY7" fmla="*/ 65544 h 68336"/>
                    <a:gd name="connsiteX8" fmla="*/ 3267 w 40422"/>
                    <a:gd name="connsiteY8" fmla="*/ 41472 h 68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422" h="68336">
                      <a:moveTo>
                        <a:pt x="3267" y="41472"/>
                      </a:moveTo>
                      <a:lnTo>
                        <a:pt x="13064" y="17179"/>
                      </a:lnTo>
                      <a:cubicBezTo>
                        <a:pt x="17675" y="5830"/>
                        <a:pt x="25477" y="-1706"/>
                        <a:pt x="30265" y="333"/>
                      </a:cubicBezTo>
                      <a:lnTo>
                        <a:pt x="36870" y="3170"/>
                      </a:lnTo>
                      <a:cubicBezTo>
                        <a:pt x="41658" y="5254"/>
                        <a:pt x="41569" y="15982"/>
                        <a:pt x="36826" y="27109"/>
                      </a:cubicBezTo>
                      <a:lnTo>
                        <a:pt x="26807" y="51003"/>
                      </a:lnTo>
                      <a:cubicBezTo>
                        <a:pt x="22152" y="62175"/>
                        <a:pt x="14705" y="69888"/>
                        <a:pt x="10050" y="68071"/>
                      </a:cubicBezTo>
                      <a:lnTo>
                        <a:pt x="3622" y="65544"/>
                      </a:lnTo>
                      <a:cubicBezTo>
                        <a:pt x="-1033" y="63726"/>
                        <a:pt x="-1255" y="52865"/>
                        <a:pt x="3267" y="4147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92" name="Forme libre : forme 26391">
                  <a:extLst>
                    <a:ext uri="{FF2B5EF4-FFF2-40B4-BE49-F238E27FC236}">
                      <a16:creationId xmlns:a16="http://schemas.microsoft.com/office/drawing/2014/main" id="{B9DFC41F-7B70-417E-9C59-3842800D5912}"/>
                    </a:ext>
                  </a:extLst>
                </p:cNvPr>
                <p:cNvSpPr/>
                <p:nvPr/>
              </p:nvSpPr>
              <p:spPr>
                <a:xfrm>
                  <a:off x="5739902" y="1789662"/>
                  <a:ext cx="33146" cy="65632"/>
                </a:xfrm>
                <a:custGeom>
                  <a:avLst/>
                  <a:gdLst>
                    <a:gd name="connsiteX0" fmla="*/ 19138 w 33146"/>
                    <a:gd name="connsiteY0" fmla="*/ 24715 h 65632"/>
                    <a:gd name="connsiteX1" fmla="*/ 33146 w 33146"/>
                    <a:gd name="connsiteY1" fmla="*/ 1574 h 65632"/>
                    <a:gd name="connsiteX2" fmla="*/ 30265 w 33146"/>
                    <a:gd name="connsiteY2" fmla="*/ 333 h 65632"/>
                    <a:gd name="connsiteX3" fmla="*/ 13064 w 33146"/>
                    <a:gd name="connsiteY3" fmla="*/ 17179 h 65632"/>
                    <a:gd name="connsiteX4" fmla="*/ 3267 w 33146"/>
                    <a:gd name="connsiteY4" fmla="*/ 41472 h 65632"/>
                    <a:gd name="connsiteX5" fmla="*/ 3622 w 33146"/>
                    <a:gd name="connsiteY5" fmla="*/ 65544 h 65632"/>
                    <a:gd name="connsiteX6" fmla="*/ 3844 w 33146"/>
                    <a:gd name="connsiteY6" fmla="*/ 65633 h 65632"/>
                    <a:gd name="connsiteX7" fmla="*/ 19138 w 33146"/>
                    <a:gd name="connsiteY7" fmla="*/ 24715 h 6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146" h="65632">
                      <a:moveTo>
                        <a:pt x="19138" y="24715"/>
                      </a:moveTo>
                      <a:cubicBezTo>
                        <a:pt x="22019" y="14696"/>
                        <a:pt x="27561" y="5387"/>
                        <a:pt x="33146" y="1574"/>
                      </a:cubicBezTo>
                      <a:lnTo>
                        <a:pt x="30265" y="333"/>
                      </a:lnTo>
                      <a:cubicBezTo>
                        <a:pt x="25477" y="-1706"/>
                        <a:pt x="17675" y="5830"/>
                        <a:pt x="13064" y="17179"/>
                      </a:cubicBezTo>
                      <a:lnTo>
                        <a:pt x="3267" y="41472"/>
                      </a:lnTo>
                      <a:cubicBezTo>
                        <a:pt x="-1254" y="52865"/>
                        <a:pt x="-1033" y="63726"/>
                        <a:pt x="3622" y="65544"/>
                      </a:cubicBezTo>
                      <a:lnTo>
                        <a:pt x="3844" y="65633"/>
                      </a:lnTo>
                      <a:cubicBezTo>
                        <a:pt x="8809" y="51535"/>
                        <a:pt x="15059" y="38812"/>
                        <a:pt x="19138" y="24715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93" name="Forme libre : forme 26392">
                  <a:extLst>
                    <a:ext uri="{FF2B5EF4-FFF2-40B4-BE49-F238E27FC236}">
                      <a16:creationId xmlns:a16="http://schemas.microsoft.com/office/drawing/2014/main" id="{7347067D-7569-4300-BCFF-D81CDA9C5C9D}"/>
                    </a:ext>
                  </a:extLst>
                </p:cNvPr>
                <p:cNvSpPr/>
                <p:nvPr/>
              </p:nvSpPr>
              <p:spPr>
                <a:xfrm>
                  <a:off x="5750083" y="1812975"/>
                  <a:ext cx="15077" cy="29879"/>
                </a:xfrm>
                <a:custGeom>
                  <a:avLst/>
                  <a:gdLst>
                    <a:gd name="connsiteX0" fmla="*/ 1465 w 15077"/>
                    <a:gd name="connsiteY0" fmla="*/ 29774 h 29879"/>
                    <a:gd name="connsiteX1" fmla="*/ 3016 w 15077"/>
                    <a:gd name="connsiteY1" fmla="*/ 13105 h 29879"/>
                    <a:gd name="connsiteX2" fmla="*/ 13612 w 15077"/>
                    <a:gd name="connsiteY2" fmla="*/ 116 h 29879"/>
                    <a:gd name="connsiteX3" fmla="*/ 11971 w 15077"/>
                    <a:gd name="connsiteY3" fmla="*/ 16740 h 29879"/>
                    <a:gd name="connsiteX4" fmla="*/ 1465 w 15077"/>
                    <a:gd name="connsiteY4" fmla="*/ 29774 h 29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77" h="29879">
                      <a:moveTo>
                        <a:pt x="1465" y="29774"/>
                      </a:moveTo>
                      <a:cubicBezTo>
                        <a:pt x="-973" y="28798"/>
                        <a:pt x="-308" y="21306"/>
                        <a:pt x="3016" y="13105"/>
                      </a:cubicBezTo>
                      <a:cubicBezTo>
                        <a:pt x="6341" y="4904"/>
                        <a:pt x="11129" y="-903"/>
                        <a:pt x="13612" y="116"/>
                      </a:cubicBezTo>
                      <a:cubicBezTo>
                        <a:pt x="16094" y="1180"/>
                        <a:pt x="15340" y="8583"/>
                        <a:pt x="11971" y="16740"/>
                      </a:cubicBezTo>
                      <a:cubicBezTo>
                        <a:pt x="8602" y="24897"/>
                        <a:pt x="3947" y="30749"/>
                        <a:pt x="1465" y="2977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94" name="Forme libre : forme 26393">
                  <a:extLst>
                    <a:ext uri="{FF2B5EF4-FFF2-40B4-BE49-F238E27FC236}">
                      <a16:creationId xmlns:a16="http://schemas.microsoft.com/office/drawing/2014/main" id="{6F6F103B-44B8-48BA-924C-14371BC026FE}"/>
                    </a:ext>
                  </a:extLst>
                </p:cNvPr>
                <p:cNvSpPr/>
                <p:nvPr/>
              </p:nvSpPr>
              <p:spPr>
                <a:xfrm>
                  <a:off x="5750883" y="1812975"/>
                  <a:ext cx="14288" cy="19977"/>
                </a:xfrm>
                <a:custGeom>
                  <a:avLst/>
                  <a:gdLst>
                    <a:gd name="connsiteX0" fmla="*/ 13831 w 14288"/>
                    <a:gd name="connsiteY0" fmla="*/ 8185 h 19977"/>
                    <a:gd name="connsiteX1" fmla="*/ 12812 w 14288"/>
                    <a:gd name="connsiteY1" fmla="*/ 117 h 19977"/>
                    <a:gd name="connsiteX2" fmla="*/ 2217 w 14288"/>
                    <a:gd name="connsiteY2" fmla="*/ 13106 h 19977"/>
                    <a:gd name="connsiteX3" fmla="*/ 0 w 14288"/>
                    <a:gd name="connsiteY3" fmla="*/ 19977 h 19977"/>
                    <a:gd name="connsiteX4" fmla="*/ 1818 w 14288"/>
                    <a:gd name="connsiteY4" fmla="*/ 16431 h 19977"/>
                    <a:gd name="connsiteX5" fmla="*/ 13831 w 14288"/>
                    <a:gd name="connsiteY5" fmla="*/ 8185 h 19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288" h="19977">
                      <a:moveTo>
                        <a:pt x="13831" y="8185"/>
                      </a:moveTo>
                      <a:cubicBezTo>
                        <a:pt x="14674" y="3929"/>
                        <a:pt x="14363" y="782"/>
                        <a:pt x="12812" y="117"/>
                      </a:cubicBezTo>
                      <a:cubicBezTo>
                        <a:pt x="10329" y="-903"/>
                        <a:pt x="5541" y="4860"/>
                        <a:pt x="2217" y="13106"/>
                      </a:cubicBezTo>
                      <a:cubicBezTo>
                        <a:pt x="1241" y="15500"/>
                        <a:pt x="488" y="17849"/>
                        <a:pt x="0" y="19977"/>
                      </a:cubicBezTo>
                      <a:cubicBezTo>
                        <a:pt x="532" y="18736"/>
                        <a:pt x="1108" y="17539"/>
                        <a:pt x="1818" y="16431"/>
                      </a:cubicBezTo>
                      <a:cubicBezTo>
                        <a:pt x="5852" y="10402"/>
                        <a:pt x="10994" y="6412"/>
                        <a:pt x="13831" y="8185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95" name="Forme libre : forme 26394">
                  <a:extLst>
                    <a:ext uri="{FF2B5EF4-FFF2-40B4-BE49-F238E27FC236}">
                      <a16:creationId xmlns:a16="http://schemas.microsoft.com/office/drawing/2014/main" id="{1E244A1B-D210-46F1-9E9A-91C50D61F5AC}"/>
                    </a:ext>
                  </a:extLst>
                </p:cNvPr>
                <p:cNvSpPr/>
                <p:nvPr/>
              </p:nvSpPr>
              <p:spPr>
                <a:xfrm>
                  <a:off x="5748529" y="1814074"/>
                  <a:ext cx="14991" cy="29889"/>
                </a:xfrm>
                <a:custGeom>
                  <a:avLst/>
                  <a:gdLst>
                    <a:gd name="connsiteX0" fmla="*/ 1468 w 14991"/>
                    <a:gd name="connsiteY0" fmla="*/ 29783 h 29889"/>
                    <a:gd name="connsiteX1" fmla="*/ 2975 w 14991"/>
                    <a:gd name="connsiteY1" fmla="*/ 13115 h 29889"/>
                    <a:gd name="connsiteX2" fmla="*/ 13526 w 14991"/>
                    <a:gd name="connsiteY2" fmla="*/ 126 h 29889"/>
                    <a:gd name="connsiteX3" fmla="*/ 11886 w 14991"/>
                    <a:gd name="connsiteY3" fmla="*/ 16750 h 29889"/>
                    <a:gd name="connsiteX4" fmla="*/ 1468 w 14991"/>
                    <a:gd name="connsiteY4" fmla="*/ 29783 h 29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91" h="29889">
                      <a:moveTo>
                        <a:pt x="1468" y="29783"/>
                      </a:moveTo>
                      <a:cubicBezTo>
                        <a:pt x="-970" y="28808"/>
                        <a:pt x="-305" y="21316"/>
                        <a:pt x="2975" y="13115"/>
                      </a:cubicBezTo>
                      <a:cubicBezTo>
                        <a:pt x="6300" y="4869"/>
                        <a:pt x="11043" y="-938"/>
                        <a:pt x="13526" y="126"/>
                      </a:cubicBezTo>
                      <a:cubicBezTo>
                        <a:pt x="16008" y="1145"/>
                        <a:pt x="15255" y="8593"/>
                        <a:pt x="11886" y="16750"/>
                      </a:cubicBezTo>
                      <a:cubicBezTo>
                        <a:pt x="8561" y="24907"/>
                        <a:pt x="3906" y="30758"/>
                        <a:pt x="1468" y="2978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96" name="Forme libre : forme 26395">
                  <a:extLst>
                    <a:ext uri="{FF2B5EF4-FFF2-40B4-BE49-F238E27FC236}">
                      <a16:creationId xmlns:a16="http://schemas.microsoft.com/office/drawing/2014/main" id="{E12F030C-9B01-4761-9D44-8087E210A753}"/>
                    </a:ext>
                  </a:extLst>
                </p:cNvPr>
                <p:cNvSpPr/>
                <p:nvPr/>
              </p:nvSpPr>
              <p:spPr>
                <a:xfrm>
                  <a:off x="5747042" y="1799305"/>
                  <a:ext cx="27480" cy="35985"/>
                </a:xfrm>
                <a:custGeom>
                  <a:avLst/>
                  <a:gdLst>
                    <a:gd name="connsiteX0" fmla="*/ 21307 w 27480"/>
                    <a:gd name="connsiteY0" fmla="*/ 1019 h 35985"/>
                    <a:gd name="connsiteX1" fmla="*/ 16697 w 27480"/>
                    <a:gd name="connsiteY1" fmla="*/ 266 h 35985"/>
                    <a:gd name="connsiteX2" fmla="*/ 6013 w 27480"/>
                    <a:gd name="connsiteY2" fmla="*/ 13343 h 35985"/>
                    <a:gd name="connsiteX3" fmla="*/ 250 w 27480"/>
                    <a:gd name="connsiteY3" fmla="*/ 29214 h 35985"/>
                    <a:gd name="connsiteX4" fmla="*/ 2245 w 27480"/>
                    <a:gd name="connsiteY4" fmla="*/ 35863 h 35985"/>
                    <a:gd name="connsiteX5" fmla="*/ 6412 w 27480"/>
                    <a:gd name="connsiteY5" fmla="*/ 31519 h 35985"/>
                    <a:gd name="connsiteX6" fmla="*/ 16520 w 27480"/>
                    <a:gd name="connsiteY6" fmla="*/ 20879 h 35985"/>
                    <a:gd name="connsiteX7" fmla="*/ 27248 w 27480"/>
                    <a:gd name="connsiteY7" fmla="*/ 8068 h 35985"/>
                    <a:gd name="connsiteX8" fmla="*/ 21307 w 27480"/>
                    <a:gd name="connsiteY8" fmla="*/ 1019 h 35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480" h="35985">
                      <a:moveTo>
                        <a:pt x="21307" y="1019"/>
                      </a:moveTo>
                      <a:cubicBezTo>
                        <a:pt x="19933" y="310"/>
                        <a:pt x="18514" y="-399"/>
                        <a:pt x="16697" y="266"/>
                      </a:cubicBezTo>
                      <a:cubicBezTo>
                        <a:pt x="13239" y="1462"/>
                        <a:pt x="9116" y="7270"/>
                        <a:pt x="6013" y="13343"/>
                      </a:cubicBezTo>
                      <a:cubicBezTo>
                        <a:pt x="3397" y="18352"/>
                        <a:pt x="1137" y="24071"/>
                        <a:pt x="250" y="29214"/>
                      </a:cubicBezTo>
                      <a:cubicBezTo>
                        <a:pt x="-371" y="33070"/>
                        <a:pt x="117" y="36706"/>
                        <a:pt x="2245" y="35863"/>
                      </a:cubicBezTo>
                      <a:cubicBezTo>
                        <a:pt x="3575" y="35331"/>
                        <a:pt x="5038" y="33336"/>
                        <a:pt x="6412" y="31519"/>
                      </a:cubicBezTo>
                      <a:cubicBezTo>
                        <a:pt x="9693" y="27263"/>
                        <a:pt x="13150" y="23628"/>
                        <a:pt x="16520" y="20879"/>
                      </a:cubicBezTo>
                      <a:cubicBezTo>
                        <a:pt x="19401" y="18530"/>
                        <a:pt x="25696" y="14673"/>
                        <a:pt x="27248" y="8068"/>
                      </a:cubicBezTo>
                      <a:cubicBezTo>
                        <a:pt x="28666" y="2127"/>
                        <a:pt x="23213" y="1994"/>
                        <a:pt x="21307" y="101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97" name="Forme libre : forme 26396">
                  <a:extLst>
                    <a:ext uri="{FF2B5EF4-FFF2-40B4-BE49-F238E27FC236}">
                      <a16:creationId xmlns:a16="http://schemas.microsoft.com/office/drawing/2014/main" id="{F3211248-623F-4DCD-B1F3-734526397905}"/>
                    </a:ext>
                  </a:extLst>
                </p:cNvPr>
                <p:cNvSpPr/>
                <p:nvPr/>
              </p:nvSpPr>
              <p:spPr>
                <a:xfrm>
                  <a:off x="5766133" y="1808134"/>
                  <a:ext cx="4703" cy="13244"/>
                </a:xfrm>
                <a:custGeom>
                  <a:avLst/>
                  <a:gdLst>
                    <a:gd name="connsiteX0" fmla="*/ 4389 w 4703"/>
                    <a:gd name="connsiteY0" fmla="*/ 1145 h 13244"/>
                    <a:gd name="connsiteX1" fmla="*/ 3724 w 4703"/>
                    <a:gd name="connsiteY1" fmla="*/ 37 h 13244"/>
                    <a:gd name="connsiteX2" fmla="*/ 2394 w 4703"/>
                    <a:gd name="connsiteY2" fmla="*/ 834 h 13244"/>
                    <a:gd name="connsiteX3" fmla="*/ 1507 w 4703"/>
                    <a:gd name="connsiteY3" fmla="*/ 3007 h 13244"/>
                    <a:gd name="connsiteX4" fmla="*/ 222 w 4703"/>
                    <a:gd name="connsiteY4" fmla="*/ 8637 h 13244"/>
                    <a:gd name="connsiteX5" fmla="*/ 0 w 4703"/>
                    <a:gd name="connsiteY5" fmla="*/ 10765 h 13244"/>
                    <a:gd name="connsiteX6" fmla="*/ 3547 w 4703"/>
                    <a:gd name="connsiteY6" fmla="*/ 10410 h 13244"/>
                    <a:gd name="connsiteX7" fmla="*/ 4389 w 4703"/>
                    <a:gd name="connsiteY7" fmla="*/ 1145 h 13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03" h="13244">
                      <a:moveTo>
                        <a:pt x="4389" y="1145"/>
                      </a:moveTo>
                      <a:cubicBezTo>
                        <a:pt x="4256" y="613"/>
                        <a:pt x="4079" y="170"/>
                        <a:pt x="3724" y="37"/>
                      </a:cubicBezTo>
                      <a:cubicBezTo>
                        <a:pt x="3369" y="-96"/>
                        <a:pt x="2837" y="125"/>
                        <a:pt x="2394" y="834"/>
                      </a:cubicBezTo>
                      <a:cubicBezTo>
                        <a:pt x="1995" y="1455"/>
                        <a:pt x="1729" y="2253"/>
                        <a:pt x="1507" y="3007"/>
                      </a:cubicBezTo>
                      <a:cubicBezTo>
                        <a:pt x="975" y="4913"/>
                        <a:pt x="532" y="6775"/>
                        <a:pt x="222" y="8637"/>
                      </a:cubicBezTo>
                      <a:cubicBezTo>
                        <a:pt x="89" y="9390"/>
                        <a:pt x="0" y="10144"/>
                        <a:pt x="0" y="10765"/>
                      </a:cubicBezTo>
                      <a:cubicBezTo>
                        <a:pt x="89" y="13424"/>
                        <a:pt x="2039" y="14799"/>
                        <a:pt x="3547" y="10410"/>
                      </a:cubicBezTo>
                      <a:cubicBezTo>
                        <a:pt x="4788" y="6908"/>
                        <a:pt x="4965" y="3228"/>
                        <a:pt x="4389" y="114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98" name="Forme libre : forme 26397">
                  <a:extLst>
                    <a:ext uri="{FF2B5EF4-FFF2-40B4-BE49-F238E27FC236}">
                      <a16:creationId xmlns:a16="http://schemas.microsoft.com/office/drawing/2014/main" id="{92841D6D-C26C-414E-983B-66E4AC7BEFD0}"/>
                    </a:ext>
                  </a:extLst>
                </p:cNvPr>
                <p:cNvSpPr/>
                <p:nvPr/>
              </p:nvSpPr>
              <p:spPr>
                <a:xfrm>
                  <a:off x="5741501" y="1831711"/>
                  <a:ext cx="3751" cy="21810"/>
                </a:xfrm>
                <a:custGeom>
                  <a:avLst/>
                  <a:gdLst>
                    <a:gd name="connsiteX0" fmla="*/ 3752 w 3751"/>
                    <a:gd name="connsiteY0" fmla="*/ 21811 h 21810"/>
                    <a:gd name="connsiteX1" fmla="*/ 1978 w 3751"/>
                    <a:gd name="connsiteY1" fmla="*/ 0 h 21810"/>
                    <a:gd name="connsiteX2" fmla="*/ 3752 w 3751"/>
                    <a:gd name="connsiteY2" fmla="*/ 21811 h 21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51" h="21810">
                      <a:moveTo>
                        <a:pt x="3752" y="21811"/>
                      </a:moveTo>
                      <a:cubicBezTo>
                        <a:pt x="3752" y="21811"/>
                        <a:pt x="-3341" y="19949"/>
                        <a:pt x="1978" y="0"/>
                      </a:cubicBezTo>
                      <a:cubicBezTo>
                        <a:pt x="2023" y="44"/>
                        <a:pt x="-1701" y="15604"/>
                        <a:pt x="3752" y="218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99" name="Forme libre : forme 26398">
                  <a:extLst>
                    <a:ext uri="{FF2B5EF4-FFF2-40B4-BE49-F238E27FC236}">
                      <a16:creationId xmlns:a16="http://schemas.microsoft.com/office/drawing/2014/main" id="{6FC5CF08-5097-4444-938B-33F3D81ABF31}"/>
                    </a:ext>
                  </a:extLst>
                </p:cNvPr>
                <p:cNvSpPr/>
                <p:nvPr/>
              </p:nvSpPr>
              <p:spPr>
                <a:xfrm>
                  <a:off x="5775531" y="1793675"/>
                  <a:ext cx="3382" cy="24027"/>
                </a:xfrm>
                <a:custGeom>
                  <a:avLst/>
                  <a:gdLst>
                    <a:gd name="connsiteX0" fmla="*/ 0 w 3382"/>
                    <a:gd name="connsiteY0" fmla="*/ 24027 h 24027"/>
                    <a:gd name="connsiteX1" fmla="*/ 44 w 3382"/>
                    <a:gd name="connsiteY1" fmla="*/ 0 h 24027"/>
                    <a:gd name="connsiteX2" fmla="*/ 0 w 3382"/>
                    <a:gd name="connsiteY2" fmla="*/ 24027 h 24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82" h="24027">
                      <a:moveTo>
                        <a:pt x="0" y="24027"/>
                      </a:moveTo>
                      <a:cubicBezTo>
                        <a:pt x="0" y="24027"/>
                        <a:pt x="7581" y="5630"/>
                        <a:pt x="44" y="0"/>
                      </a:cubicBezTo>
                      <a:cubicBezTo>
                        <a:pt x="44" y="0"/>
                        <a:pt x="5807" y="6871"/>
                        <a:pt x="0" y="240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00" name="Forme libre : forme 26399">
                  <a:extLst>
                    <a:ext uri="{FF2B5EF4-FFF2-40B4-BE49-F238E27FC236}">
                      <a16:creationId xmlns:a16="http://schemas.microsoft.com/office/drawing/2014/main" id="{95D8A758-4D7C-4492-812F-BA510E9EA35F}"/>
                    </a:ext>
                  </a:extLst>
                </p:cNvPr>
                <p:cNvSpPr/>
                <p:nvPr/>
              </p:nvSpPr>
              <p:spPr>
                <a:xfrm>
                  <a:off x="5755186" y="1826338"/>
                  <a:ext cx="6243" cy="10741"/>
                </a:xfrm>
                <a:custGeom>
                  <a:avLst/>
                  <a:gdLst>
                    <a:gd name="connsiteX0" fmla="*/ 130 w 6243"/>
                    <a:gd name="connsiteY0" fmla="*/ 10471 h 10741"/>
                    <a:gd name="connsiteX1" fmla="*/ 2213 w 6243"/>
                    <a:gd name="connsiteY1" fmla="*/ 3688 h 10741"/>
                    <a:gd name="connsiteX2" fmla="*/ 6114 w 6243"/>
                    <a:gd name="connsiteY2" fmla="*/ 275 h 10741"/>
                    <a:gd name="connsiteX3" fmla="*/ 3986 w 6243"/>
                    <a:gd name="connsiteY3" fmla="*/ 7058 h 10741"/>
                    <a:gd name="connsiteX4" fmla="*/ 130 w 6243"/>
                    <a:gd name="connsiteY4" fmla="*/ 10471 h 10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43" h="10741">
                      <a:moveTo>
                        <a:pt x="130" y="10471"/>
                      </a:moveTo>
                      <a:cubicBezTo>
                        <a:pt x="-358" y="9540"/>
                        <a:pt x="573" y="6481"/>
                        <a:pt x="2213" y="3688"/>
                      </a:cubicBezTo>
                      <a:cubicBezTo>
                        <a:pt x="3898" y="851"/>
                        <a:pt x="5627" y="-656"/>
                        <a:pt x="6114" y="275"/>
                      </a:cubicBezTo>
                      <a:cubicBezTo>
                        <a:pt x="6602" y="1206"/>
                        <a:pt x="5671" y="4220"/>
                        <a:pt x="3986" y="7058"/>
                      </a:cubicBezTo>
                      <a:cubicBezTo>
                        <a:pt x="2390" y="9850"/>
                        <a:pt x="617" y="11402"/>
                        <a:pt x="130" y="1047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01" name="Forme libre : forme 26400">
                  <a:extLst>
                    <a:ext uri="{FF2B5EF4-FFF2-40B4-BE49-F238E27FC236}">
                      <a16:creationId xmlns:a16="http://schemas.microsoft.com/office/drawing/2014/main" id="{8C798BE8-88EB-407F-B90C-99042F83892E}"/>
                    </a:ext>
                  </a:extLst>
                </p:cNvPr>
                <p:cNvSpPr/>
                <p:nvPr/>
              </p:nvSpPr>
              <p:spPr>
                <a:xfrm>
                  <a:off x="5754784" y="1835504"/>
                  <a:ext cx="1773" cy="3097"/>
                </a:xfrm>
                <a:custGeom>
                  <a:avLst/>
                  <a:gdLst>
                    <a:gd name="connsiteX0" fmla="*/ 266 w 1773"/>
                    <a:gd name="connsiteY0" fmla="*/ 3078 h 3097"/>
                    <a:gd name="connsiteX1" fmla="*/ 266 w 1773"/>
                    <a:gd name="connsiteY1" fmla="*/ 1305 h 3097"/>
                    <a:gd name="connsiteX2" fmla="*/ 1507 w 1773"/>
                    <a:gd name="connsiteY2" fmla="*/ 19 h 3097"/>
                    <a:gd name="connsiteX3" fmla="*/ 1507 w 1773"/>
                    <a:gd name="connsiteY3" fmla="*/ 1792 h 3097"/>
                    <a:gd name="connsiteX4" fmla="*/ 266 w 1773"/>
                    <a:gd name="connsiteY4" fmla="*/ 3078 h 3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3" h="3097">
                      <a:moveTo>
                        <a:pt x="266" y="3078"/>
                      </a:moveTo>
                      <a:cubicBezTo>
                        <a:pt x="-89" y="2945"/>
                        <a:pt x="-89" y="2147"/>
                        <a:pt x="266" y="1305"/>
                      </a:cubicBezTo>
                      <a:cubicBezTo>
                        <a:pt x="621" y="462"/>
                        <a:pt x="1197" y="-114"/>
                        <a:pt x="1507" y="19"/>
                      </a:cubicBezTo>
                      <a:cubicBezTo>
                        <a:pt x="1862" y="152"/>
                        <a:pt x="1862" y="950"/>
                        <a:pt x="1507" y="1792"/>
                      </a:cubicBezTo>
                      <a:cubicBezTo>
                        <a:pt x="1197" y="2635"/>
                        <a:pt x="621" y="3211"/>
                        <a:pt x="266" y="3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02" name="Forme libre : forme 26401">
                  <a:extLst>
                    <a:ext uri="{FF2B5EF4-FFF2-40B4-BE49-F238E27FC236}">
                      <a16:creationId xmlns:a16="http://schemas.microsoft.com/office/drawing/2014/main" id="{A50D77B3-380D-48BF-A319-CA1ED907597E}"/>
                    </a:ext>
                  </a:extLst>
                </p:cNvPr>
                <p:cNvSpPr/>
                <p:nvPr/>
              </p:nvSpPr>
              <p:spPr>
                <a:xfrm>
                  <a:off x="5747948" y="1828889"/>
                  <a:ext cx="20243" cy="23585"/>
                </a:xfrm>
                <a:custGeom>
                  <a:avLst/>
                  <a:gdLst>
                    <a:gd name="connsiteX0" fmla="*/ 7457 w 20243"/>
                    <a:gd name="connsiteY0" fmla="*/ 22815 h 23585"/>
                    <a:gd name="connsiteX1" fmla="*/ 1029 w 20243"/>
                    <a:gd name="connsiteY1" fmla="*/ 22815 h 23585"/>
                    <a:gd name="connsiteX2" fmla="*/ 186 w 20243"/>
                    <a:gd name="connsiteY2" fmla="*/ 19933 h 23585"/>
                    <a:gd name="connsiteX3" fmla="*/ 2625 w 20243"/>
                    <a:gd name="connsiteY3" fmla="*/ 17052 h 23585"/>
                    <a:gd name="connsiteX4" fmla="*/ 10515 w 20243"/>
                    <a:gd name="connsiteY4" fmla="*/ 12308 h 23585"/>
                    <a:gd name="connsiteX5" fmla="*/ 20180 w 20243"/>
                    <a:gd name="connsiteY5" fmla="*/ 561 h 23585"/>
                    <a:gd name="connsiteX6" fmla="*/ 13397 w 20243"/>
                    <a:gd name="connsiteY6" fmla="*/ 17406 h 23585"/>
                    <a:gd name="connsiteX7" fmla="*/ 7457 w 20243"/>
                    <a:gd name="connsiteY7" fmla="*/ 22815 h 23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243" h="23585">
                      <a:moveTo>
                        <a:pt x="7457" y="22815"/>
                      </a:moveTo>
                      <a:cubicBezTo>
                        <a:pt x="4974" y="24012"/>
                        <a:pt x="2891" y="23657"/>
                        <a:pt x="1029" y="22815"/>
                      </a:cubicBezTo>
                      <a:cubicBezTo>
                        <a:pt x="364" y="22504"/>
                        <a:pt x="-346" y="21662"/>
                        <a:pt x="186" y="19933"/>
                      </a:cubicBezTo>
                      <a:cubicBezTo>
                        <a:pt x="674" y="18382"/>
                        <a:pt x="1782" y="17451"/>
                        <a:pt x="2625" y="17052"/>
                      </a:cubicBezTo>
                      <a:cubicBezTo>
                        <a:pt x="5240" y="15722"/>
                        <a:pt x="7767" y="15456"/>
                        <a:pt x="10515" y="12308"/>
                      </a:cubicBezTo>
                      <a:cubicBezTo>
                        <a:pt x="12200" y="10358"/>
                        <a:pt x="19426" y="-2853"/>
                        <a:pt x="20180" y="561"/>
                      </a:cubicBezTo>
                      <a:cubicBezTo>
                        <a:pt x="20889" y="3974"/>
                        <a:pt x="15481" y="14436"/>
                        <a:pt x="13397" y="17406"/>
                      </a:cubicBezTo>
                      <a:cubicBezTo>
                        <a:pt x="11446" y="20111"/>
                        <a:pt x="9319" y="21928"/>
                        <a:pt x="7457" y="2281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65" name="Graphique 2">
                <a:extLst>
                  <a:ext uri="{FF2B5EF4-FFF2-40B4-BE49-F238E27FC236}">
                    <a16:creationId xmlns:a16="http://schemas.microsoft.com/office/drawing/2014/main" id="{684C74F5-A018-4F47-AF77-B5BC6BDE89CB}"/>
                  </a:ext>
                </a:extLst>
              </p:cNvPr>
              <p:cNvGrpSpPr/>
              <p:nvPr/>
            </p:nvGrpSpPr>
            <p:grpSpPr>
              <a:xfrm>
                <a:off x="5715392" y="1854889"/>
                <a:ext cx="38147" cy="68743"/>
                <a:chOff x="5715392" y="1854889"/>
                <a:chExt cx="38147" cy="68743"/>
              </a:xfrm>
              <a:solidFill>
                <a:schemeClr val="accent1"/>
              </a:solidFill>
            </p:grpSpPr>
            <p:sp>
              <p:nvSpPr>
                <p:cNvPr id="26379" name="Forme libre : forme 26378">
                  <a:extLst>
                    <a:ext uri="{FF2B5EF4-FFF2-40B4-BE49-F238E27FC236}">
                      <a16:creationId xmlns:a16="http://schemas.microsoft.com/office/drawing/2014/main" id="{35E3E1F4-79C3-4915-94DE-59FFC005223C}"/>
                    </a:ext>
                  </a:extLst>
                </p:cNvPr>
                <p:cNvSpPr/>
                <p:nvPr/>
              </p:nvSpPr>
              <p:spPr>
                <a:xfrm>
                  <a:off x="5715392" y="1854889"/>
                  <a:ext cx="38147" cy="68743"/>
                </a:xfrm>
                <a:custGeom>
                  <a:avLst/>
                  <a:gdLst>
                    <a:gd name="connsiteX0" fmla="*/ 2819 w 38147"/>
                    <a:gd name="connsiteY0" fmla="*/ 42431 h 68743"/>
                    <a:gd name="connsiteX1" fmla="*/ 11774 w 38147"/>
                    <a:gd name="connsiteY1" fmla="*/ 17783 h 68743"/>
                    <a:gd name="connsiteX2" fmla="*/ 28132 w 38147"/>
                    <a:gd name="connsiteY2" fmla="*/ 272 h 68743"/>
                    <a:gd name="connsiteX3" fmla="*/ 34560 w 38147"/>
                    <a:gd name="connsiteY3" fmla="*/ 2799 h 68743"/>
                    <a:gd name="connsiteX4" fmla="*/ 34914 w 38147"/>
                    <a:gd name="connsiteY4" fmla="*/ 26605 h 68743"/>
                    <a:gd name="connsiteX5" fmla="*/ 25738 w 38147"/>
                    <a:gd name="connsiteY5" fmla="*/ 50765 h 68743"/>
                    <a:gd name="connsiteX6" fmla="*/ 9956 w 38147"/>
                    <a:gd name="connsiteY6" fmla="*/ 68542 h 68743"/>
                    <a:gd name="connsiteX7" fmla="*/ 3706 w 38147"/>
                    <a:gd name="connsiteY7" fmla="*/ 66370 h 68743"/>
                    <a:gd name="connsiteX8" fmla="*/ 2819 w 38147"/>
                    <a:gd name="connsiteY8" fmla="*/ 42431 h 68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147" h="68743">
                      <a:moveTo>
                        <a:pt x="2819" y="42431"/>
                      </a:moveTo>
                      <a:lnTo>
                        <a:pt x="11774" y="17783"/>
                      </a:lnTo>
                      <a:cubicBezTo>
                        <a:pt x="16030" y="6301"/>
                        <a:pt x="23477" y="-1590"/>
                        <a:pt x="28132" y="272"/>
                      </a:cubicBezTo>
                      <a:lnTo>
                        <a:pt x="34560" y="2799"/>
                      </a:lnTo>
                      <a:cubicBezTo>
                        <a:pt x="39215" y="4661"/>
                        <a:pt x="39348" y="15345"/>
                        <a:pt x="34914" y="26605"/>
                      </a:cubicBezTo>
                      <a:lnTo>
                        <a:pt x="25738" y="50765"/>
                      </a:lnTo>
                      <a:cubicBezTo>
                        <a:pt x="21527" y="62070"/>
                        <a:pt x="14478" y="70138"/>
                        <a:pt x="9956" y="68542"/>
                      </a:cubicBezTo>
                      <a:lnTo>
                        <a:pt x="3706" y="66370"/>
                      </a:lnTo>
                      <a:cubicBezTo>
                        <a:pt x="-816" y="64818"/>
                        <a:pt x="-1304" y="54001"/>
                        <a:pt x="2819" y="4243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80" name="Forme libre : forme 26379">
                  <a:extLst>
                    <a:ext uri="{FF2B5EF4-FFF2-40B4-BE49-F238E27FC236}">
                      <a16:creationId xmlns:a16="http://schemas.microsoft.com/office/drawing/2014/main" id="{0A30B35F-2A2A-469C-BA1F-25CD8D401895}"/>
                    </a:ext>
                  </a:extLst>
                </p:cNvPr>
                <p:cNvSpPr/>
                <p:nvPr/>
              </p:nvSpPr>
              <p:spPr>
                <a:xfrm>
                  <a:off x="5715392" y="1854889"/>
                  <a:ext cx="30924" cy="66458"/>
                </a:xfrm>
                <a:custGeom>
                  <a:avLst/>
                  <a:gdLst>
                    <a:gd name="connsiteX0" fmla="*/ 17803 w 30924"/>
                    <a:gd name="connsiteY0" fmla="*/ 25053 h 66458"/>
                    <a:gd name="connsiteX1" fmla="*/ 30925 w 30924"/>
                    <a:gd name="connsiteY1" fmla="*/ 1380 h 66458"/>
                    <a:gd name="connsiteX2" fmla="*/ 28132 w 30924"/>
                    <a:gd name="connsiteY2" fmla="*/ 272 h 66458"/>
                    <a:gd name="connsiteX3" fmla="*/ 11774 w 30924"/>
                    <a:gd name="connsiteY3" fmla="*/ 17783 h 66458"/>
                    <a:gd name="connsiteX4" fmla="*/ 2819 w 30924"/>
                    <a:gd name="connsiteY4" fmla="*/ 42431 h 66458"/>
                    <a:gd name="connsiteX5" fmla="*/ 3706 w 30924"/>
                    <a:gd name="connsiteY5" fmla="*/ 66370 h 66458"/>
                    <a:gd name="connsiteX6" fmla="*/ 3927 w 30924"/>
                    <a:gd name="connsiteY6" fmla="*/ 66458 h 66458"/>
                    <a:gd name="connsiteX7" fmla="*/ 17803 w 30924"/>
                    <a:gd name="connsiteY7" fmla="*/ 25053 h 66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924" h="66458">
                      <a:moveTo>
                        <a:pt x="17803" y="25053"/>
                      </a:moveTo>
                      <a:cubicBezTo>
                        <a:pt x="20418" y="14946"/>
                        <a:pt x="25605" y="5459"/>
                        <a:pt x="30925" y="1380"/>
                      </a:cubicBezTo>
                      <a:lnTo>
                        <a:pt x="28132" y="272"/>
                      </a:lnTo>
                      <a:cubicBezTo>
                        <a:pt x="23477" y="-1590"/>
                        <a:pt x="16074" y="6301"/>
                        <a:pt x="11774" y="17783"/>
                      </a:cubicBezTo>
                      <a:lnTo>
                        <a:pt x="2819" y="42431"/>
                      </a:lnTo>
                      <a:cubicBezTo>
                        <a:pt x="-1304" y="54001"/>
                        <a:pt x="-816" y="64818"/>
                        <a:pt x="3706" y="66370"/>
                      </a:cubicBezTo>
                      <a:lnTo>
                        <a:pt x="3927" y="66458"/>
                      </a:lnTo>
                      <a:cubicBezTo>
                        <a:pt x="8360" y="52228"/>
                        <a:pt x="14123" y="39283"/>
                        <a:pt x="17803" y="2505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81" name="Forme libre : forme 26380">
                  <a:extLst>
                    <a:ext uri="{FF2B5EF4-FFF2-40B4-BE49-F238E27FC236}">
                      <a16:creationId xmlns:a16="http://schemas.microsoft.com/office/drawing/2014/main" id="{D6A7C33D-AAD9-4BEC-BF51-5F44E9F441F3}"/>
                    </a:ext>
                  </a:extLst>
                </p:cNvPr>
                <p:cNvSpPr/>
                <p:nvPr/>
              </p:nvSpPr>
              <p:spPr>
                <a:xfrm>
                  <a:off x="5725031" y="1878384"/>
                  <a:ext cx="14141" cy="30230"/>
                </a:xfrm>
                <a:custGeom>
                  <a:avLst/>
                  <a:gdLst>
                    <a:gd name="connsiteX0" fmla="*/ 1515 w 14141"/>
                    <a:gd name="connsiteY0" fmla="*/ 30152 h 30230"/>
                    <a:gd name="connsiteX1" fmla="*/ 2667 w 14141"/>
                    <a:gd name="connsiteY1" fmla="*/ 13483 h 30230"/>
                    <a:gd name="connsiteX2" fmla="*/ 12642 w 14141"/>
                    <a:gd name="connsiteY2" fmla="*/ 95 h 30230"/>
                    <a:gd name="connsiteX3" fmla="*/ 11400 w 14141"/>
                    <a:gd name="connsiteY3" fmla="*/ 16720 h 30230"/>
                    <a:gd name="connsiteX4" fmla="*/ 1515 w 14141"/>
                    <a:gd name="connsiteY4" fmla="*/ 30152 h 30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41" h="30230">
                      <a:moveTo>
                        <a:pt x="1515" y="30152"/>
                      </a:moveTo>
                      <a:cubicBezTo>
                        <a:pt x="-879" y="29310"/>
                        <a:pt x="-392" y="21818"/>
                        <a:pt x="2667" y="13483"/>
                      </a:cubicBezTo>
                      <a:cubicBezTo>
                        <a:pt x="5682" y="5149"/>
                        <a:pt x="10203" y="-835"/>
                        <a:pt x="12642" y="95"/>
                      </a:cubicBezTo>
                      <a:cubicBezTo>
                        <a:pt x="15080" y="1026"/>
                        <a:pt x="14459" y="8430"/>
                        <a:pt x="11400" y="16720"/>
                      </a:cubicBezTo>
                      <a:cubicBezTo>
                        <a:pt x="8253" y="24965"/>
                        <a:pt x="3909" y="30994"/>
                        <a:pt x="1515" y="3015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82" name="Forme libre : forme 26381">
                  <a:extLst>
                    <a:ext uri="{FF2B5EF4-FFF2-40B4-BE49-F238E27FC236}">
                      <a16:creationId xmlns:a16="http://schemas.microsoft.com/office/drawing/2014/main" id="{2FF2C2D0-1EBA-4433-B462-679EBA775E6E}"/>
                    </a:ext>
                  </a:extLst>
                </p:cNvPr>
                <p:cNvSpPr/>
                <p:nvPr/>
              </p:nvSpPr>
              <p:spPr>
                <a:xfrm>
                  <a:off x="5725659" y="1878384"/>
                  <a:ext cx="13473" cy="20443"/>
                </a:xfrm>
                <a:custGeom>
                  <a:avLst/>
                  <a:gdLst>
                    <a:gd name="connsiteX0" fmla="*/ 13122 w 13473"/>
                    <a:gd name="connsiteY0" fmla="*/ 8031 h 20443"/>
                    <a:gd name="connsiteX1" fmla="*/ 11969 w 13473"/>
                    <a:gd name="connsiteY1" fmla="*/ 95 h 20443"/>
                    <a:gd name="connsiteX2" fmla="*/ 1995 w 13473"/>
                    <a:gd name="connsiteY2" fmla="*/ 13483 h 20443"/>
                    <a:gd name="connsiteX3" fmla="*/ 0 w 13473"/>
                    <a:gd name="connsiteY3" fmla="*/ 20443 h 20443"/>
                    <a:gd name="connsiteX4" fmla="*/ 1685 w 13473"/>
                    <a:gd name="connsiteY4" fmla="*/ 16808 h 20443"/>
                    <a:gd name="connsiteX5" fmla="*/ 13122 w 13473"/>
                    <a:gd name="connsiteY5" fmla="*/ 8031 h 20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473" h="20443">
                      <a:moveTo>
                        <a:pt x="13122" y="8031"/>
                      </a:moveTo>
                      <a:cubicBezTo>
                        <a:pt x="13831" y="3775"/>
                        <a:pt x="13477" y="627"/>
                        <a:pt x="11969" y="95"/>
                      </a:cubicBezTo>
                      <a:cubicBezTo>
                        <a:pt x="9576" y="-835"/>
                        <a:pt x="5054" y="5149"/>
                        <a:pt x="1995" y="13483"/>
                      </a:cubicBezTo>
                      <a:cubicBezTo>
                        <a:pt x="1108" y="15922"/>
                        <a:pt x="399" y="18271"/>
                        <a:pt x="0" y="20443"/>
                      </a:cubicBezTo>
                      <a:cubicBezTo>
                        <a:pt x="488" y="19202"/>
                        <a:pt x="1020" y="17961"/>
                        <a:pt x="1685" y="16808"/>
                      </a:cubicBezTo>
                      <a:cubicBezTo>
                        <a:pt x="5453" y="10602"/>
                        <a:pt x="10373" y="6435"/>
                        <a:pt x="13122" y="8031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83" name="Forme libre : forme 26382">
                  <a:extLst>
                    <a:ext uri="{FF2B5EF4-FFF2-40B4-BE49-F238E27FC236}">
                      <a16:creationId xmlns:a16="http://schemas.microsoft.com/office/drawing/2014/main" id="{2E6E171C-E220-4642-BFF9-0DEF81A42786}"/>
                    </a:ext>
                  </a:extLst>
                </p:cNvPr>
                <p:cNvSpPr/>
                <p:nvPr/>
              </p:nvSpPr>
              <p:spPr>
                <a:xfrm>
                  <a:off x="5723520" y="1879501"/>
                  <a:ext cx="14055" cy="30266"/>
                </a:xfrm>
                <a:custGeom>
                  <a:avLst/>
                  <a:gdLst>
                    <a:gd name="connsiteX0" fmla="*/ 1518 w 14055"/>
                    <a:gd name="connsiteY0" fmla="*/ 30188 h 30266"/>
                    <a:gd name="connsiteX1" fmla="*/ 2626 w 14055"/>
                    <a:gd name="connsiteY1" fmla="*/ 13519 h 30266"/>
                    <a:gd name="connsiteX2" fmla="*/ 12556 w 14055"/>
                    <a:gd name="connsiteY2" fmla="*/ 87 h 30266"/>
                    <a:gd name="connsiteX3" fmla="*/ 11315 w 14055"/>
                    <a:gd name="connsiteY3" fmla="*/ 16711 h 30266"/>
                    <a:gd name="connsiteX4" fmla="*/ 1518 w 14055"/>
                    <a:gd name="connsiteY4" fmla="*/ 30188 h 30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55" h="30266">
                      <a:moveTo>
                        <a:pt x="1518" y="30188"/>
                      </a:moveTo>
                      <a:cubicBezTo>
                        <a:pt x="-876" y="29346"/>
                        <a:pt x="-388" y="21854"/>
                        <a:pt x="2626" y="13519"/>
                      </a:cubicBezTo>
                      <a:cubicBezTo>
                        <a:pt x="5641" y="5185"/>
                        <a:pt x="10162" y="-799"/>
                        <a:pt x="12556" y="87"/>
                      </a:cubicBezTo>
                      <a:cubicBezTo>
                        <a:pt x="14995" y="1018"/>
                        <a:pt x="14374" y="8421"/>
                        <a:pt x="11315" y="16711"/>
                      </a:cubicBezTo>
                      <a:cubicBezTo>
                        <a:pt x="8301" y="25001"/>
                        <a:pt x="3912" y="31030"/>
                        <a:pt x="1518" y="3018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84" name="Forme libre : forme 26383">
                  <a:extLst>
                    <a:ext uri="{FF2B5EF4-FFF2-40B4-BE49-F238E27FC236}">
                      <a16:creationId xmlns:a16="http://schemas.microsoft.com/office/drawing/2014/main" id="{139FF6FA-40E6-4B93-92E0-A6F400159592}"/>
                    </a:ext>
                  </a:extLst>
                </p:cNvPr>
                <p:cNvSpPr/>
                <p:nvPr/>
              </p:nvSpPr>
              <p:spPr>
                <a:xfrm>
                  <a:off x="5721970" y="1864667"/>
                  <a:ext cx="26030" cy="36569"/>
                </a:xfrm>
                <a:custGeom>
                  <a:avLst/>
                  <a:gdLst>
                    <a:gd name="connsiteX0" fmla="*/ 19958 w 26030"/>
                    <a:gd name="connsiteY0" fmla="*/ 868 h 36569"/>
                    <a:gd name="connsiteX1" fmla="*/ 15481 w 26030"/>
                    <a:gd name="connsiteY1" fmla="*/ 336 h 36569"/>
                    <a:gd name="connsiteX2" fmla="*/ 5418 w 26030"/>
                    <a:gd name="connsiteY2" fmla="*/ 13812 h 36569"/>
                    <a:gd name="connsiteX3" fmla="*/ 187 w 26030"/>
                    <a:gd name="connsiteY3" fmla="*/ 29904 h 36569"/>
                    <a:gd name="connsiteX4" fmla="*/ 2270 w 26030"/>
                    <a:gd name="connsiteY4" fmla="*/ 36421 h 36569"/>
                    <a:gd name="connsiteX5" fmla="*/ 6216 w 26030"/>
                    <a:gd name="connsiteY5" fmla="*/ 31899 h 36569"/>
                    <a:gd name="connsiteX6" fmla="*/ 15747 w 26030"/>
                    <a:gd name="connsiteY6" fmla="*/ 20861 h 36569"/>
                    <a:gd name="connsiteX7" fmla="*/ 25854 w 26030"/>
                    <a:gd name="connsiteY7" fmla="*/ 7650 h 36569"/>
                    <a:gd name="connsiteX8" fmla="*/ 19958 w 26030"/>
                    <a:gd name="connsiteY8" fmla="*/ 868 h 36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030" h="36569">
                      <a:moveTo>
                        <a:pt x="19958" y="868"/>
                      </a:moveTo>
                      <a:cubicBezTo>
                        <a:pt x="18628" y="247"/>
                        <a:pt x="17254" y="-418"/>
                        <a:pt x="15481" y="336"/>
                      </a:cubicBezTo>
                      <a:cubicBezTo>
                        <a:pt x="12156" y="1710"/>
                        <a:pt x="8299" y="7650"/>
                        <a:pt x="5418" y="13812"/>
                      </a:cubicBezTo>
                      <a:cubicBezTo>
                        <a:pt x="2980" y="18910"/>
                        <a:pt x="896" y="24718"/>
                        <a:pt x="187" y="29904"/>
                      </a:cubicBezTo>
                      <a:cubicBezTo>
                        <a:pt x="-345" y="33761"/>
                        <a:pt x="231" y="37352"/>
                        <a:pt x="2270" y="36421"/>
                      </a:cubicBezTo>
                      <a:cubicBezTo>
                        <a:pt x="3512" y="35845"/>
                        <a:pt x="4886" y="33761"/>
                        <a:pt x="6216" y="31899"/>
                      </a:cubicBezTo>
                      <a:cubicBezTo>
                        <a:pt x="9319" y="27510"/>
                        <a:pt x="12511" y="23742"/>
                        <a:pt x="15747" y="20861"/>
                      </a:cubicBezTo>
                      <a:cubicBezTo>
                        <a:pt x="18496" y="18378"/>
                        <a:pt x="24480" y="14300"/>
                        <a:pt x="25854" y="7650"/>
                      </a:cubicBezTo>
                      <a:cubicBezTo>
                        <a:pt x="27051" y="1666"/>
                        <a:pt x="21820" y="1754"/>
                        <a:pt x="19958" y="86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85" name="Forme libre : forme 26384">
                  <a:extLst>
                    <a:ext uri="{FF2B5EF4-FFF2-40B4-BE49-F238E27FC236}">
                      <a16:creationId xmlns:a16="http://schemas.microsoft.com/office/drawing/2014/main" id="{89CA22DC-4B3E-4E3D-91A6-77C8D0F10C28}"/>
                    </a:ext>
                  </a:extLst>
                </p:cNvPr>
                <p:cNvSpPr/>
                <p:nvPr/>
              </p:nvSpPr>
              <p:spPr>
                <a:xfrm>
                  <a:off x="5740190" y="1873260"/>
                  <a:ext cx="4351" cy="13190"/>
                </a:xfrm>
                <a:custGeom>
                  <a:avLst/>
                  <a:gdLst>
                    <a:gd name="connsiteX0" fmla="*/ 3999 w 4351"/>
                    <a:gd name="connsiteY0" fmla="*/ 1097 h 13190"/>
                    <a:gd name="connsiteX1" fmla="*/ 3334 w 4351"/>
                    <a:gd name="connsiteY1" fmla="*/ 33 h 13190"/>
                    <a:gd name="connsiteX2" fmla="*/ 2092 w 4351"/>
                    <a:gd name="connsiteY2" fmla="*/ 875 h 13190"/>
                    <a:gd name="connsiteX3" fmla="*/ 1294 w 4351"/>
                    <a:gd name="connsiteY3" fmla="*/ 3048 h 13190"/>
                    <a:gd name="connsiteX4" fmla="*/ 186 w 4351"/>
                    <a:gd name="connsiteY4" fmla="*/ 8678 h 13190"/>
                    <a:gd name="connsiteX5" fmla="*/ 9 w 4351"/>
                    <a:gd name="connsiteY5" fmla="*/ 10805 h 13190"/>
                    <a:gd name="connsiteX6" fmla="*/ 3422 w 4351"/>
                    <a:gd name="connsiteY6" fmla="*/ 10273 h 13190"/>
                    <a:gd name="connsiteX7" fmla="*/ 3999 w 4351"/>
                    <a:gd name="connsiteY7" fmla="*/ 1097 h 1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51" h="13190">
                      <a:moveTo>
                        <a:pt x="3999" y="1097"/>
                      </a:moveTo>
                      <a:cubicBezTo>
                        <a:pt x="3866" y="609"/>
                        <a:pt x="3688" y="122"/>
                        <a:pt x="3334" y="33"/>
                      </a:cubicBezTo>
                      <a:cubicBezTo>
                        <a:pt x="3023" y="-100"/>
                        <a:pt x="2491" y="166"/>
                        <a:pt x="2092" y="875"/>
                      </a:cubicBezTo>
                      <a:cubicBezTo>
                        <a:pt x="1693" y="1496"/>
                        <a:pt x="1472" y="2338"/>
                        <a:pt x="1294" y="3048"/>
                      </a:cubicBezTo>
                      <a:cubicBezTo>
                        <a:pt x="807" y="4954"/>
                        <a:pt x="452" y="6860"/>
                        <a:pt x="186" y="8678"/>
                      </a:cubicBezTo>
                      <a:cubicBezTo>
                        <a:pt x="98" y="9431"/>
                        <a:pt x="-35" y="10185"/>
                        <a:pt x="9" y="10805"/>
                      </a:cubicBezTo>
                      <a:cubicBezTo>
                        <a:pt x="142" y="13421"/>
                        <a:pt x="2048" y="14707"/>
                        <a:pt x="3422" y="10273"/>
                      </a:cubicBezTo>
                      <a:cubicBezTo>
                        <a:pt x="4486" y="6816"/>
                        <a:pt x="4575" y="3136"/>
                        <a:pt x="3999" y="109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86" name="Forme libre : forme 26385">
                  <a:extLst>
                    <a:ext uri="{FF2B5EF4-FFF2-40B4-BE49-F238E27FC236}">
                      <a16:creationId xmlns:a16="http://schemas.microsoft.com/office/drawing/2014/main" id="{63570274-6367-45A0-A339-F761B2F7B8B5}"/>
                    </a:ext>
                  </a:extLst>
                </p:cNvPr>
                <p:cNvSpPr/>
                <p:nvPr/>
              </p:nvSpPr>
              <p:spPr>
                <a:xfrm>
                  <a:off x="5716903" y="1897985"/>
                  <a:ext cx="3834" cy="21589"/>
                </a:xfrm>
                <a:custGeom>
                  <a:avLst/>
                  <a:gdLst>
                    <a:gd name="connsiteX0" fmla="*/ 3835 w 3834"/>
                    <a:gd name="connsiteY0" fmla="*/ 21589 h 21589"/>
                    <a:gd name="connsiteX1" fmla="*/ 1662 w 3834"/>
                    <a:gd name="connsiteY1" fmla="*/ 0 h 21589"/>
                    <a:gd name="connsiteX2" fmla="*/ 3835 w 3834"/>
                    <a:gd name="connsiteY2" fmla="*/ 21589 h 21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34" h="21589">
                      <a:moveTo>
                        <a:pt x="3835" y="21589"/>
                      </a:moveTo>
                      <a:cubicBezTo>
                        <a:pt x="3835" y="21589"/>
                        <a:pt x="-3081" y="20126"/>
                        <a:pt x="1662" y="0"/>
                      </a:cubicBezTo>
                      <a:cubicBezTo>
                        <a:pt x="1662" y="0"/>
                        <a:pt x="-1574" y="15649"/>
                        <a:pt x="3835" y="21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87" name="Forme libre : forme 26386">
                  <a:extLst>
                    <a:ext uri="{FF2B5EF4-FFF2-40B4-BE49-F238E27FC236}">
                      <a16:creationId xmlns:a16="http://schemas.microsoft.com/office/drawing/2014/main" id="{E439FD2E-0BBC-4DA3-91C5-E7D4B0000337}"/>
                    </a:ext>
                  </a:extLst>
                </p:cNvPr>
                <p:cNvSpPr/>
                <p:nvPr/>
              </p:nvSpPr>
              <p:spPr>
                <a:xfrm>
                  <a:off x="5748799" y="1858620"/>
                  <a:ext cx="3397" cy="23894"/>
                </a:xfrm>
                <a:custGeom>
                  <a:avLst/>
                  <a:gdLst>
                    <a:gd name="connsiteX0" fmla="*/ 399 w 3397"/>
                    <a:gd name="connsiteY0" fmla="*/ 23894 h 23894"/>
                    <a:gd name="connsiteX1" fmla="*/ 0 w 3397"/>
                    <a:gd name="connsiteY1" fmla="*/ 0 h 23894"/>
                    <a:gd name="connsiteX2" fmla="*/ 399 w 3397"/>
                    <a:gd name="connsiteY2" fmla="*/ 23894 h 23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97" h="23894">
                      <a:moveTo>
                        <a:pt x="399" y="23894"/>
                      </a:moveTo>
                      <a:cubicBezTo>
                        <a:pt x="399" y="23894"/>
                        <a:pt x="7403" y="5275"/>
                        <a:pt x="0" y="0"/>
                      </a:cubicBezTo>
                      <a:cubicBezTo>
                        <a:pt x="0" y="0"/>
                        <a:pt x="5630" y="6561"/>
                        <a:pt x="399" y="238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88" name="Forme libre : forme 26387">
                  <a:extLst>
                    <a:ext uri="{FF2B5EF4-FFF2-40B4-BE49-F238E27FC236}">
                      <a16:creationId xmlns:a16="http://schemas.microsoft.com/office/drawing/2014/main" id="{2A46FFEE-91E5-4D3F-9011-3350F206FBDB}"/>
                    </a:ext>
                  </a:extLst>
                </p:cNvPr>
                <p:cNvSpPr/>
                <p:nvPr/>
              </p:nvSpPr>
              <p:spPr>
                <a:xfrm>
                  <a:off x="5729905" y="1891756"/>
                  <a:ext cx="5866" cy="10947"/>
                </a:xfrm>
                <a:custGeom>
                  <a:avLst/>
                  <a:gdLst>
                    <a:gd name="connsiteX0" fmla="*/ 143 w 5866"/>
                    <a:gd name="connsiteY0" fmla="*/ 10707 h 10947"/>
                    <a:gd name="connsiteX1" fmla="*/ 2004 w 5866"/>
                    <a:gd name="connsiteY1" fmla="*/ 3836 h 10947"/>
                    <a:gd name="connsiteX2" fmla="*/ 5728 w 5866"/>
                    <a:gd name="connsiteY2" fmla="*/ 245 h 10947"/>
                    <a:gd name="connsiteX3" fmla="*/ 3822 w 5866"/>
                    <a:gd name="connsiteY3" fmla="*/ 7072 h 10947"/>
                    <a:gd name="connsiteX4" fmla="*/ 143 w 5866"/>
                    <a:gd name="connsiteY4" fmla="*/ 10707 h 10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66" h="10947">
                      <a:moveTo>
                        <a:pt x="143" y="10707"/>
                      </a:moveTo>
                      <a:cubicBezTo>
                        <a:pt x="-345" y="9820"/>
                        <a:pt x="453" y="6717"/>
                        <a:pt x="2004" y="3836"/>
                      </a:cubicBezTo>
                      <a:cubicBezTo>
                        <a:pt x="3556" y="954"/>
                        <a:pt x="5196" y="-642"/>
                        <a:pt x="5728" y="245"/>
                      </a:cubicBezTo>
                      <a:cubicBezTo>
                        <a:pt x="6216" y="1131"/>
                        <a:pt x="5374" y="4190"/>
                        <a:pt x="3822" y="7072"/>
                      </a:cubicBezTo>
                      <a:cubicBezTo>
                        <a:pt x="2315" y="9953"/>
                        <a:pt x="675" y="11594"/>
                        <a:pt x="143" y="1070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89" name="Forme libre : forme 26388">
                  <a:extLst>
                    <a:ext uri="{FF2B5EF4-FFF2-40B4-BE49-F238E27FC236}">
                      <a16:creationId xmlns:a16="http://schemas.microsoft.com/office/drawing/2014/main" id="{8CAE0C46-6ACF-4316-B7ED-9AC8CBE42EB3}"/>
                    </a:ext>
                  </a:extLst>
                </p:cNvPr>
                <p:cNvSpPr/>
                <p:nvPr/>
              </p:nvSpPr>
              <p:spPr>
                <a:xfrm>
                  <a:off x="5729554" y="1901071"/>
                  <a:ext cx="1696" cy="3139"/>
                </a:xfrm>
                <a:custGeom>
                  <a:avLst/>
                  <a:gdLst>
                    <a:gd name="connsiteX0" fmla="*/ 272 w 1696"/>
                    <a:gd name="connsiteY0" fmla="*/ 3121 h 3139"/>
                    <a:gd name="connsiteX1" fmla="*/ 228 w 1696"/>
                    <a:gd name="connsiteY1" fmla="*/ 1348 h 3139"/>
                    <a:gd name="connsiteX2" fmla="*/ 1424 w 1696"/>
                    <a:gd name="connsiteY2" fmla="*/ 18 h 3139"/>
                    <a:gd name="connsiteX3" fmla="*/ 1469 w 1696"/>
                    <a:gd name="connsiteY3" fmla="*/ 1791 h 3139"/>
                    <a:gd name="connsiteX4" fmla="*/ 272 w 1696"/>
                    <a:gd name="connsiteY4" fmla="*/ 3121 h 3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6" h="3139">
                      <a:moveTo>
                        <a:pt x="272" y="3121"/>
                      </a:moveTo>
                      <a:cubicBezTo>
                        <a:pt x="-83" y="2988"/>
                        <a:pt x="-83" y="2190"/>
                        <a:pt x="228" y="1348"/>
                      </a:cubicBezTo>
                      <a:cubicBezTo>
                        <a:pt x="538" y="506"/>
                        <a:pt x="1070" y="-115"/>
                        <a:pt x="1424" y="18"/>
                      </a:cubicBezTo>
                      <a:cubicBezTo>
                        <a:pt x="1779" y="151"/>
                        <a:pt x="1779" y="949"/>
                        <a:pt x="1469" y="1791"/>
                      </a:cubicBezTo>
                      <a:cubicBezTo>
                        <a:pt x="1158" y="2633"/>
                        <a:pt x="626" y="3254"/>
                        <a:pt x="272" y="3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90" name="Forme libre : forme 26389">
                  <a:extLst>
                    <a:ext uri="{FF2B5EF4-FFF2-40B4-BE49-F238E27FC236}">
                      <a16:creationId xmlns:a16="http://schemas.microsoft.com/office/drawing/2014/main" id="{BC301914-DC06-408F-94C4-2214C3D44180}"/>
                    </a:ext>
                  </a:extLst>
                </p:cNvPr>
                <p:cNvSpPr/>
                <p:nvPr/>
              </p:nvSpPr>
              <p:spPr>
                <a:xfrm>
                  <a:off x="5723236" y="1893944"/>
                  <a:ext cx="19027" cy="24201"/>
                </a:xfrm>
                <a:custGeom>
                  <a:avLst/>
                  <a:gdLst>
                    <a:gd name="connsiteX0" fmla="*/ 7255 w 19027"/>
                    <a:gd name="connsiteY0" fmla="*/ 23281 h 24201"/>
                    <a:gd name="connsiteX1" fmla="*/ 1048 w 19027"/>
                    <a:gd name="connsiteY1" fmla="*/ 23591 h 24201"/>
                    <a:gd name="connsiteX2" fmla="*/ 162 w 19027"/>
                    <a:gd name="connsiteY2" fmla="*/ 20754 h 24201"/>
                    <a:gd name="connsiteX3" fmla="*/ 2422 w 19027"/>
                    <a:gd name="connsiteY3" fmla="*/ 17740 h 24201"/>
                    <a:gd name="connsiteX4" fmla="*/ 9914 w 19027"/>
                    <a:gd name="connsiteY4" fmla="*/ 12642 h 24201"/>
                    <a:gd name="connsiteX5" fmla="*/ 18958 w 19027"/>
                    <a:gd name="connsiteY5" fmla="*/ 539 h 24201"/>
                    <a:gd name="connsiteX6" fmla="*/ 12752 w 19027"/>
                    <a:gd name="connsiteY6" fmla="*/ 17563 h 24201"/>
                    <a:gd name="connsiteX7" fmla="*/ 7255 w 19027"/>
                    <a:gd name="connsiteY7" fmla="*/ 23281 h 24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027" h="24201">
                      <a:moveTo>
                        <a:pt x="7255" y="23281"/>
                      </a:moveTo>
                      <a:cubicBezTo>
                        <a:pt x="4905" y="24567"/>
                        <a:pt x="2866" y="24345"/>
                        <a:pt x="1048" y="23591"/>
                      </a:cubicBezTo>
                      <a:cubicBezTo>
                        <a:pt x="383" y="23326"/>
                        <a:pt x="-326" y="22528"/>
                        <a:pt x="162" y="20754"/>
                      </a:cubicBezTo>
                      <a:cubicBezTo>
                        <a:pt x="605" y="19158"/>
                        <a:pt x="1625" y="18227"/>
                        <a:pt x="2422" y="17740"/>
                      </a:cubicBezTo>
                      <a:cubicBezTo>
                        <a:pt x="4905" y="16277"/>
                        <a:pt x="7343" y="15922"/>
                        <a:pt x="9914" y="12642"/>
                      </a:cubicBezTo>
                      <a:cubicBezTo>
                        <a:pt x="11510" y="10603"/>
                        <a:pt x="18204" y="-2830"/>
                        <a:pt x="18958" y="539"/>
                      </a:cubicBezTo>
                      <a:cubicBezTo>
                        <a:pt x="19667" y="3864"/>
                        <a:pt x="14746" y="14548"/>
                        <a:pt x="12752" y="17563"/>
                      </a:cubicBezTo>
                      <a:cubicBezTo>
                        <a:pt x="11023" y="20400"/>
                        <a:pt x="9028" y="22306"/>
                        <a:pt x="7255" y="2328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66" name="Graphique 2">
                <a:extLst>
                  <a:ext uri="{FF2B5EF4-FFF2-40B4-BE49-F238E27FC236}">
                    <a16:creationId xmlns:a16="http://schemas.microsoft.com/office/drawing/2014/main" id="{36EF8ADC-2B03-4C3F-8D25-36A2EB262A2C}"/>
                  </a:ext>
                </a:extLst>
              </p:cNvPr>
              <p:cNvGrpSpPr/>
              <p:nvPr/>
            </p:nvGrpSpPr>
            <p:grpSpPr>
              <a:xfrm>
                <a:off x="5693641" y="1921060"/>
                <a:ext cx="35450" cy="69219"/>
                <a:chOff x="5693641" y="1921060"/>
                <a:chExt cx="35450" cy="69219"/>
              </a:xfrm>
              <a:solidFill>
                <a:schemeClr val="accent1"/>
              </a:solidFill>
            </p:grpSpPr>
            <p:sp>
              <p:nvSpPr>
                <p:cNvPr id="26367" name="Forme libre : forme 26366">
                  <a:extLst>
                    <a:ext uri="{FF2B5EF4-FFF2-40B4-BE49-F238E27FC236}">
                      <a16:creationId xmlns:a16="http://schemas.microsoft.com/office/drawing/2014/main" id="{4A855F8D-B9E4-4ADD-8282-F5AF4AD844A8}"/>
                    </a:ext>
                  </a:extLst>
                </p:cNvPr>
                <p:cNvSpPr/>
                <p:nvPr/>
              </p:nvSpPr>
              <p:spPr>
                <a:xfrm>
                  <a:off x="5693641" y="1921060"/>
                  <a:ext cx="35450" cy="69219"/>
                </a:xfrm>
                <a:custGeom>
                  <a:avLst/>
                  <a:gdLst>
                    <a:gd name="connsiteX0" fmla="*/ 2227 w 35450"/>
                    <a:gd name="connsiteY0" fmla="*/ 43511 h 69219"/>
                    <a:gd name="connsiteX1" fmla="*/ 10162 w 35450"/>
                    <a:gd name="connsiteY1" fmla="*/ 18464 h 69219"/>
                    <a:gd name="connsiteX2" fmla="*/ 25501 w 35450"/>
                    <a:gd name="connsiteY2" fmla="*/ 199 h 69219"/>
                    <a:gd name="connsiteX3" fmla="*/ 31752 w 35450"/>
                    <a:gd name="connsiteY3" fmla="*/ 2372 h 69219"/>
                    <a:gd name="connsiteX4" fmla="*/ 32727 w 35450"/>
                    <a:gd name="connsiteY4" fmla="*/ 26000 h 69219"/>
                    <a:gd name="connsiteX5" fmla="*/ 24614 w 35450"/>
                    <a:gd name="connsiteY5" fmla="*/ 50515 h 69219"/>
                    <a:gd name="connsiteX6" fmla="*/ 10029 w 35450"/>
                    <a:gd name="connsiteY6" fmla="*/ 69090 h 69219"/>
                    <a:gd name="connsiteX7" fmla="*/ 3912 w 35450"/>
                    <a:gd name="connsiteY7" fmla="*/ 67272 h 69219"/>
                    <a:gd name="connsiteX8" fmla="*/ 2227 w 35450"/>
                    <a:gd name="connsiteY8" fmla="*/ 43511 h 6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450" h="69219">
                      <a:moveTo>
                        <a:pt x="2227" y="43511"/>
                      </a:moveTo>
                      <a:cubicBezTo>
                        <a:pt x="4798" y="35132"/>
                        <a:pt x="7458" y="26798"/>
                        <a:pt x="10162" y="18464"/>
                      </a:cubicBezTo>
                      <a:cubicBezTo>
                        <a:pt x="13975" y="6760"/>
                        <a:pt x="20935" y="-1397"/>
                        <a:pt x="25501" y="199"/>
                      </a:cubicBezTo>
                      <a:lnTo>
                        <a:pt x="31752" y="2372"/>
                      </a:lnTo>
                      <a:cubicBezTo>
                        <a:pt x="36318" y="3967"/>
                        <a:pt x="36672" y="14563"/>
                        <a:pt x="32727" y="26000"/>
                      </a:cubicBezTo>
                      <a:cubicBezTo>
                        <a:pt x="29978" y="34157"/>
                        <a:pt x="27230" y="42314"/>
                        <a:pt x="24614" y="50515"/>
                      </a:cubicBezTo>
                      <a:cubicBezTo>
                        <a:pt x="20935" y="61997"/>
                        <a:pt x="14463" y="70375"/>
                        <a:pt x="10029" y="69090"/>
                      </a:cubicBezTo>
                      <a:lnTo>
                        <a:pt x="3912" y="67272"/>
                      </a:lnTo>
                      <a:cubicBezTo>
                        <a:pt x="-477" y="66031"/>
                        <a:pt x="-1364" y="55303"/>
                        <a:pt x="2227" y="4351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68" name="Forme libre : forme 26367">
                  <a:extLst>
                    <a:ext uri="{FF2B5EF4-FFF2-40B4-BE49-F238E27FC236}">
                      <a16:creationId xmlns:a16="http://schemas.microsoft.com/office/drawing/2014/main" id="{73971E44-58E7-46C8-AA9D-D372A493E4C8}"/>
                    </a:ext>
                  </a:extLst>
                </p:cNvPr>
                <p:cNvSpPr/>
                <p:nvPr/>
              </p:nvSpPr>
              <p:spPr>
                <a:xfrm>
                  <a:off x="5693641" y="1921105"/>
                  <a:ext cx="28205" cy="67359"/>
                </a:xfrm>
                <a:custGeom>
                  <a:avLst/>
                  <a:gdLst>
                    <a:gd name="connsiteX0" fmla="*/ 16147 w 28205"/>
                    <a:gd name="connsiteY0" fmla="*/ 25334 h 67359"/>
                    <a:gd name="connsiteX1" fmla="*/ 28205 w 28205"/>
                    <a:gd name="connsiteY1" fmla="*/ 1129 h 67359"/>
                    <a:gd name="connsiteX2" fmla="*/ 25501 w 28205"/>
                    <a:gd name="connsiteY2" fmla="*/ 199 h 67359"/>
                    <a:gd name="connsiteX3" fmla="*/ 10162 w 28205"/>
                    <a:gd name="connsiteY3" fmla="*/ 18463 h 67359"/>
                    <a:gd name="connsiteX4" fmla="*/ 2227 w 28205"/>
                    <a:gd name="connsiteY4" fmla="*/ 43510 h 67359"/>
                    <a:gd name="connsiteX5" fmla="*/ 3912 w 28205"/>
                    <a:gd name="connsiteY5" fmla="*/ 67316 h 67359"/>
                    <a:gd name="connsiteX6" fmla="*/ 4089 w 28205"/>
                    <a:gd name="connsiteY6" fmla="*/ 67360 h 67359"/>
                    <a:gd name="connsiteX7" fmla="*/ 16147 w 28205"/>
                    <a:gd name="connsiteY7" fmla="*/ 25334 h 67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205" h="67359">
                      <a:moveTo>
                        <a:pt x="16147" y="25334"/>
                      </a:moveTo>
                      <a:cubicBezTo>
                        <a:pt x="18364" y="15138"/>
                        <a:pt x="23151" y="5430"/>
                        <a:pt x="28205" y="1129"/>
                      </a:cubicBezTo>
                      <a:lnTo>
                        <a:pt x="25501" y="199"/>
                      </a:lnTo>
                      <a:cubicBezTo>
                        <a:pt x="20979" y="-1397"/>
                        <a:pt x="13975" y="6804"/>
                        <a:pt x="10162" y="18463"/>
                      </a:cubicBezTo>
                      <a:cubicBezTo>
                        <a:pt x="7458" y="26797"/>
                        <a:pt x="4798" y="35131"/>
                        <a:pt x="2227" y="43510"/>
                      </a:cubicBezTo>
                      <a:cubicBezTo>
                        <a:pt x="-1364" y="55258"/>
                        <a:pt x="-477" y="66030"/>
                        <a:pt x="3912" y="67316"/>
                      </a:cubicBezTo>
                      <a:lnTo>
                        <a:pt x="4089" y="67360"/>
                      </a:lnTo>
                      <a:cubicBezTo>
                        <a:pt x="7857" y="52908"/>
                        <a:pt x="13000" y="39697"/>
                        <a:pt x="16147" y="2533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69" name="Forme libre : forme 26368">
                  <a:extLst>
                    <a:ext uri="{FF2B5EF4-FFF2-40B4-BE49-F238E27FC236}">
                      <a16:creationId xmlns:a16="http://schemas.microsoft.com/office/drawing/2014/main" id="{01A25489-2E7E-4BA5-8BBD-7D857C6E4551}"/>
                    </a:ext>
                  </a:extLst>
                </p:cNvPr>
                <p:cNvSpPr/>
                <p:nvPr/>
              </p:nvSpPr>
              <p:spPr>
                <a:xfrm>
                  <a:off x="5702670" y="1944685"/>
                  <a:ext cx="12953" cy="30623"/>
                </a:xfrm>
                <a:custGeom>
                  <a:avLst/>
                  <a:gdLst>
                    <a:gd name="connsiteX0" fmla="*/ 1621 w 12953"/>
                    <a:gd name="connsiteY0" fmla="*/ 30569 h 30623"/>
                    <a:gd name="connsiteX1" fmla="*/ 2153 w 12953"/>
                    <a:gd name="connsiteY1" fmla="*/ 13945 h 30623"/>
                    <a:gd name="connsiteX2" fmla="*/ 11374 w 12953"/>
                    <a:gd name="connsiteY2" fmla="*/ 69 h 30623"/>
                    <a:gd name="connsiteX3" fmla="*/ 10664 w 12953"/>
                    <a:gd name="connsiteY3" fmla="*/ 16649 h 30623"/>
                    <a:gd name="connsiteX4" fmla="*/ 1621 w 12953"/>
                    <a:gd name="connsiteY4" fmla="*/ 30569 h 30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53" h="30623">
                      <a:moveTo>
                        <a:pt x="1621" y="30569"/>
                      </a:moveTo>
                      <a:cubicBezTo>
                        <a:pt x="-684" y="29859"/>
                        <a:pt x="-551" y="22368"/>
                        <a:pt x="2153" y="13945"/>
                      </a:cubicBezTo>
                      <a:cubicBezTo>
                        <a:pt x="4813" y="5477"/>
                        <a:pt x="9024" y="-729"/>
                        <a:pt x="11374" y="69"/>
                      </a:cubicBezTo>
                      <a:cubicBezTo>
                        <a:pt x="13768" y="867"/>
                        <a:pt x="13369" y="8270"/>
                        <a:pt x="10664" y="16649"/>
                      </a:cubicBezTo>
                      <a:cubicBezTo>
                        <a:pt x="7916" y="25027"/>
                        <a:pt x="3970" y="31278"/>
                        <a:pt x="1621" y="30569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70" name="Forme libre : forme 26369">
                  <a:extLst>
                    <a:ext uri="{FF2B5EF4-FFF2-40B4-BE49-F238E27FC236}">
                      <a16:creationId xmlns:a16="http://schemas.microsoft.com/office/drawing/2014/main" id="{799EC0F5-4B04-403E-A936-FBBE5C868730}"/>
                    </a:ext>
                  </a:extLst>
                </p:cNvPr>
                <p:cNvSpPr/>
                <p:nvPr/>
              </p:nvSpPr>
              <p:spPr>
                <a:xfrm>
                  <a:off x="5703094" y="1944685"/>
                  <a:ext cx="12524" cy="20948"/>
                </a:xfrm>
                <a:custGeom>
                  <a:avLst/>
                  <a:gdLst>
                    <a:gd name="connsiteX0" fmla="*/ 12280 w 12524"/>
                    <a:gd name="connsiteY0" fmla="*/ 7916 h 20948"/>
                    <a:gd name="connsiteX1" fmla="*/ 10950 w 12524"/>
                    <a:gd name="connsiteY1" fmla="*/ 69 h 20948"/>
                    <a:gd name="connsiteX2" fmla="*/ 1729 w 12524"/>
                    <a:gd name="connsiteY2" fmla="*/ 13945 h 20948"/>
                    <a:gd name="connsiteX3" fmla="*/ 0 w 12524"/>
                    <a:gd name="connsiteY3" fmla="*/ 20949 h 20948"/>
                    <a:gd name="connsiteX4" fmla="*/ 1507 w 12524"/>
                    <a:gd name="connsiteY4" fmla="*/ 17225 h 20948"/>
                    <a:gd name="connsiteX5" fmla="*/ 12280 w 12524"/>
                    <a:gd name="connsiteY5" fmla="*/ 7916 h 20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24" h="20948">
                      <a:moveTo>
                        <a:pt x="12280" y="7916"/>
                      </a:moveTo>
                      <a:cubicBezTo>
                        <a:pt x="12856" y="3660"/>
                        <a:pt x="12413" y="557"/>
                        <a:pt x="10950" y="69"/>
                      </a:cubicBezTo>
                      <a:cubicBezTo>
                        <a:pt x="8600" y="-729"/>
                        <a:pt x="4389" y="5477"/>
                        <a:pt x="1729" y="13945"/>
                      </a:cubicBezTo>
                      <a:cubicBezTo>
                        <a:pt x="931" y="16427"/>
                        <a:pt x="355" y="18821"/>
                        <a:pt x="0" y="20949"/>
                      </a:cubicBezTo>
                      <a:cubicBezTo>
                        <a:pt x="399" y="19663"/>
                        <a:pt x="931" y="18422"/>
                        <a:pt x="1507" y="17225"/>
                      </a:cubicBezTo>
                      <a:cubicBezTo>
                        <a:pt x="4921" y="10886"/>
                        <a:pt x="9576" y="6453"/>
                        <a:pt x="12280" y="7916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71" name="Forme libre : forme 26370">
                  <a:extLst>
                    <a:ext uri="{FF2B5EF4-FFF2-40B4-BE49-F238E27FC236}">
                      <a16:creationId xmlns:a16="http://schemas.microsoft.com/office/drawing/2014/main" id="{C667AC16-7FD0-400C-9672-9AC8E2535358}"/>
                    </a:ext>
                  </a:extLst>
                </p:cNvPr>
                <p:cNvSpPr/>
                <p:nvPr/>
              </p:nvSpPr>
              <p:spPr>
                <a:xfrm>
                  <a:off x="5701252" y="1945927"/>
                  <a:ext cx="12908" cy="30667"/>
                </a:xfrm>
                <a:custGeom>
                  <a:avLst/>
                  <a:gdLst>
                    <a:gd name="connsiteX0" fmla="*/ 1621 w 12908"/>
                    <a:gd name="connsiteY0" fmla="*/ 30613 h 30667"/>
                    <a:gd name="connsiteX1" fmla="*/ 2153 w 12908"/>
                    <a:gd name="connsiteY1" fmla="*/ 13945 h 30667"/>
                    <a:gd name="connsiteX2" fmla="*/ 11329 w 12908"/>
                    <a:gd name="connsiteY2" fmla="*/ 69 h 30667"/>
                    <a:gd name="connsiteX3" fmla="*/ 10620 w 12908"/>
                    <a:gd name="connsiteY3" fmla="*/ 16693 h 30667"/>
                    <a:gd name="connsiteX4" fmla="*/ 1621 w 12908"/>
                    <a:gd name="connsiteY4" fmla="*/ 30613 h 30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08" h="30667">
                      <a:moveTo>
                        <a:pt x="1621" y="30613"/>
                      </a:moveTo>
                      <a:cubicBezTo>
                        <a:pt x="-684" y="29904"/>
                        <a:pt x="-551" y="22412"/>
                        <a:pt x="2153" y="13945"/>
                      </a:cubicBezTo>
                      <a:cubicBezTo>
                        <a:pt x="4813" y="5477"/>
                        <a:pt x="8980" y="-729"/>
                        <a:pt x="11329" y="69"/>
                      </a:cubicBezTo>
                      <a:cubicBezTo>
                        <a:pt x="13723" y="867"/>
                        <a:pt x="13324" y="8270"/>
                        <a:pt x="10620" y="16693"/>
                      </a:cubicBezTo>
                      <a:cubicBezTo>
                        <a:pt x="7916" y="25027"/>
                        <a:pt x="3970" y="31322"/>
                        <a:pt x="1621" y="3061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72" name="Forme libre : forme 26371">
                  <a:extLst>
                    <a:ext uri="{FF2B5EF4-FFF2-40B4-BE49-F238E27FC236}">
                      <a16:creationId xmlns:a16="http://schemas.microsoft.com/office/drawing/2014/main" id="{EE441C26-5EBF-4830-8D5F-D965287974B6}"/>
                    </a:ext>
                  </a:extLst>
                </p:cNvPr>
                <p:cNvSpPr/>
                <p:nvPr/>
              </p:nvSpPr>
              <p:spPr>
                <a:xfrm>
                  <a:off x="5699441" y="1930962"/>
                  <a:ext cx="24391" cy="37256"/>
                </a:xfrm>
                <a:custGeom>
                  <a:avLst/>
                  <a:gdLst>
                    <a:gd name="connsiteX0" fmla="*/ 18372 w 24391"/>
                    <a:gd name="connsiteY0" fmla="*/ 715 h 37256"/>
                    <a:gd name="connsiteX1" fmla="*/ 14027 w 24391"/>
                    <a:gd name="connsiteY1" fmla="*/ 405 h 37256"/>
                    <a:gd name="connsiteX2" fmla="*/ 4673 w 24391"/>
                    <a:gd name="connsiteY2" fmla="*/ 14369 h 37256"/>
                    <a:gd name="connsiteX3" fmla="*/ 107 w 24391"/>
                    <a:gd name="connsiteY3" fmla="*/ 30683 h 37256"/>
                    <a:gd name="connsiteX4" fmla="*/ 2324 w 24391"/>
                    <a:gd name="connsiteY4" fmla="*/ 37066 h 37256"/>
                    <a:gd name="connsiteX5" fmla="*/ 6003 w 24391"/>
                    <a:gd name="connsiteY5" fmla="*/ 32323 h 37256"/>
                    <a:gd name="connsiteX6" fmla="*/ 14869 w 24391"/>
                    <a:gd name="connsiteY6" fmla="*/ 20797 h 37256"/>
                    <a:gd name="connsiteX7" fmla="*/ 24267 w 24391"/>
                    <a:gd name="connsiteY7" fmla="*/ 7143 h 37256"/>
                    <a:gd name="connsiteX8" fmla="*/ 18372 w 24391"/>
                    <a:gd name="connsiteY8" fmla="*/ 715 h 37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391" h="37256">
                      <a:moveTo>
                        <a:pt x="18372" y="715"/>
                      </a:moveTo>
                      <a:cubicBezTo>
                        <a:pt x="17086" y="139"/>
                        <a:pt x="15712" y="-393"/>
                        <a:pt x="14027" y="405"/>
                      </a:cubicBezTo>
                      <a:cubicBezTo>
                        <a:pt x="10880" y="1956"/>
                        <a:pt x="7289" y="8074"/>
                        <a:pt x="4673" y="14369"/>
                      </a:cubicBezTo>
                      <a:cubicBezTo>
                        <a:pt x="2457" y="19600"/>
                        <a:pt x="639" y="25496"/>
                        <a:pt x="107" y="30683"/>
                      </a:cubicBezTo>
                      <a:cubicBezTo>
                        <a:pt x="-292" y="34540"/>
                        <a:pt x="418" y="38130"/>
                        <a:pt x="2324" y="37066"/>
                      </a:cubicBezTo>
                      <a:cubicBezTo>
                        <a:pt x="3521" y="36402"/>
                        <a:pt x="4762" y="34229"/>
                        <a:pt x="6003" y="32323"/>
                      </a:cubicBezTo>
                      <a:cubicBezTo>
                        <a:pt x="8885" y="27757"/>
                        <a:pt x="11855" y="23856"/>
                        <a:pt x="14869" y="20797"/>
                      </a:cubicBezTo>
                      <a:cubicBezTo>
                        <a:pt x="17441" y="18181"/>
                        <a:pt x="23071" y="13793"/>
                        <a:pt x="24267" y="7143"/>
                      </a:cubicBezTo>
                      <a:cubicBezTo>
                        <a:pt x="25243" y="1114"/>
                        <a:pt x="20189" y="1513"/>
                        <a:pt x="18372" y="71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73" name="Forme libre : forme 26372">
                  <a:extLst>
                    <a:ext uri="{FF2B5EF4-FFF2-40B4-BE49-F238E27FC236}">
                      <a16:creationId xmlns:a16="http://schemas.microsoft.com/office/drawing/2014/main" id="{18F25E77-64EE-4E59-A25D-184585E123D3}"/>
                    </a:ext>
                  </a:extLst>
                </p:cNvPr>
                <p:cNvSpPr/>
                <p:nvPr/>
              </p:nvSpPr>
              <p:spPr>
                <a:xfrm>
                  <a:off x="5716642" y="1939285"/>
                  <a:ext cx="4022" cy="13229"/>
                </a:xfrm>
                <a:custGeom>
                  <a:avLst/>
                  <a:gdLst>
                    <a:gd name="connsiteX0" fmla="*/ 3608 w 4022"/>
                    <a:gd name="connsiteY0" fmla="*/ 1036 h 13229"/>
                    <a:gd name="connsiteX1" fmla="*/ 2943 w 4022"/>
                    <a:gd name="connsiteY1" fmla="*/ 16 h 13229"/>
                    <a:gd name="connsiteX2" fmla="*/ 1746 w 4022"/>
                    <a:gd name="connsiteY2" fmla="*/ 903 h 13229"/>
                    <a:gd name="connsiteX3" fmla="*/ 1037 w 4022"/>
                    <a:gd name="connsiteY3" fmla="*/ 3120 h 13229"/>
                    <a:gd name="connsiteX4" fmla="*/ 106 w 4022"/>
                    <a:gd name="connsiteY4" fmla="*/ 8794 h 13229"/>
                    <a:gd name="connsiteX5" fmla="*/ 17 w 4022"/>
                    <a:gd name="connsiteY5" fmla="*/ 10922 h 13229"/>
                    <a:gd name="connsiteX6" fmla="*/ 3298 w 4022"/>
                    <a:gd name="connsiteY6" fmla="*/ 10213 h 13229"/>
                    <a:gd name="connsiteX7" fmla="*/ 3608 w 4022"/>
                    <a:gd name="connsiteY7" fmla="*/ 1036 h 13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22" h="13229">
                      <a:moveTo>
                        <a:pt x="3608" y="1036"/>
                      </a:moveTo>
                      <a:cubicBezTo>
                        <a:pt x="3475" y="548"/>
                        <a:pt x="3254" y="105"/>
                        <a:pt x="2943" y="16"/>
                      </a:cubicBezTo>
                      <a:cubicBezTo>
                        <a:pt x="2633" y="-72"/>
                        <a:pt x="2145" y="194"/>
                        <a:pt x="1746" y="903"/>
                      </a:cubicBezTo>
                      <a:cubicBezTo>
                        <a:pt x="1392" y="1568"/>
                        <a:pt x="1214" y="2366"/>
                        <a:pt x="1037" y="3120"/>
                      </a:cubicBezTo>
                      <a:cubicBezTo>
                        <a:pt x="638" y="5070"/>
                        <a:pt x="328" y="6976"/>
                        <a:pt x="106" y="8794"/>
                      </a:cubicBezTo>
                      <a:cubicBezTo>
                        <a:pt x="17" y="9548"/>
                        <a:pt x="-27" y="10301"/>
                        <a:pt x="17" y="10922"/>
                      </a:cubicBezTo>
                      <a:cubicBezTo>
                        <a:pt x="195" y="13537"/>
                        <a:pt x="2101" y="14690"/>
                        <a:pt x="3298" y="10213"/>
                      </a:cubicBezTo>
                      <a:cubicBezTo>
                        <a:pt x="4229" y="6710"/>
                        <a:pt x="4184" y="3031"/>
                        <a:pt x="3608" y="103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74" name="Forme libre : forme 26373">
                  <a:extLst>
                    <a:ext uri="{FF2B5EF4-FFF2-40B4-BE49-F238E27FC236}">
                      <a16:creationId xmlns:a16="http://schemas.microsoft.com/office/drawing/2014/main" id="{957DF7A9-298E-415F-A335-C99BFAA923BC}"/>
                    </a:ext>
                  </a:extLst>
                </p:cNvPr>
                <p:cNvSpPr/>
                <p:nvPr/>
              </p:nvSpPr>
              <p:spPr>
                <a:xfrm>
                  <a:off x="5694987" y="1965235"/>
                  <a:ext cx="4073" cy="21367"/>
                </a:xfrm>
                <a:custGeom>
                  <a:avLst/>
                  <a:gdLst>
                    <a:gd name="connsiteX0" fmla="*/ 4073 w 4073"/>
                    <a:gd name="connsiteY0" fmla="*/ 21368 h 21367"/>
                    <a:gd name="connsiteX1" fmla="*/ 1192 w 4073"/>
                    <a:gd name="connsiteY1" fmla="*/ 0 h 21367"/>
                    <a:gd name="connsiteX2" fmla="*/ 4073 w 4073"/>
                    <a:gd name="connsiteY2" fmla="*/ 21368 h 21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73" h="21367">
                      <a:moveTo>
                        <a:pt x="4073" y="21368"/>
                      </a:moveTo>
                      <a:cubicBezTo>
                        <a:pt x="4073" y="21368"/>
                        <a:pt x="-2665" y="20304"/>
                        <a:pt x="1192" y="0"/>
                      </a:cubicBezTo>
                      <a:cubicBezTo>
                        <a:pt x="1192" y="-44"/>
                        <a:pt x="-1379" y="15782"/>
                        <a:pt x="4073" y="213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75" name="Forme libre : forme 26374">
                  <a:extLst>
                    <a:ext uri="{FF2B5EF4-FFF2-40B4-BE49-F238E27FC236}">
                      <a16:creationId xmlns:a16="http://schemas.microsoft.com/office/drawing/2014/main" id="{DF5E6C78-A1C4-43F7-9DDC-35E49CB3DEAF}"/>
                    </a:ext>
                  </a:extLst>
                </p:cNvPr>
                <p:cNvSpPr/>
                <p:nvPr/>
              </p:nvSpPr>
              <p:spPr>
                <a:xfrm>
                  <a:off x="5724284" y="1924451"/>
                  <a:ext cx="3467" cy="23717"/>
                </a:xfrm>
                <a:custGeom>
                  <a:avLst/>
                  <a:gdLst>
                    <a:gd name="connsiteX0" fmla="*/ 1020 w 3467"/>
                    <a:gd name="connsiteY0" fmla="*/ 23717 h 23717"/>
                    <a:gd name="connsiteX1" fmla="*/ 3192 w 3467"/>
                    <a:gd name="connsiteY1" fmla="*/ 13698 h 23717"/>
                    <a:gd name="connsiteX2" fmla="*/ 0 w 3467"/>
                    <a:gd name="connsiteY2" fmla="*/ 0 h 23717"/>
                    <a:gd name="connsiteX3" fmla="*/ 1020 w 3467"/>
                    <a:gd name="connsiteY3" fmla="*/ 23717 h 23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" h="23717">
                      <a:moveTo>
                        <a:pt x="1020" y="23717"/>
                      </a:moveTo>
                      <a:cubicBezTo>
                        <a:pt x="1020" y="23717"/>
                        <a:pt x="2571" y="19018"/>
                        <a:pt x="3192" y="13698"/>
                      </a:cubicBezTo>
                      <a:cubicBezTo>
                        <a:pt x="3813" y="8379"/>
                        <a:pt x="3635" y="2438"/>
                        <a:pt x="0" y="0"/>
                      </a:cubicBezTo>
                      <a:cubicBezTo>
                        <a:pt x="0" y="0"/>
                        <a:pt x="5586" y="6206"/>
                        <a:pt x="1020" y="23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76" name="Forme libre : forme 26375">
                  <a:extLst>
                    <a:ext uri="{FF2B5EF4-FFF2-40B4-BE49-F238E27FC236}">
                      <a16:creationId xmlns:a16="http://schemas.microsoft.com/office/drawing/2014/main" id="{615DEA5E-7A42-4AFC-B06C-05ED241071D8}"/>
                    </a:ext>
                  </a:extLst>
                </p:cNvPr>
                <p:cNvSpPr/>
                <p:nvPr/>
              </p:nvSpPr>
              <p:spPr>
                <a:xfrm>
                  <a:off x="5707262" y="1958083"/>
                  <a:ext cx="5401" cy="11152"/>
                </a:xfrm>
                <a:custGeom>
                  <a:avLst/>
                  <a:gdLst>
                    <a:gd name="connsiteX0" fmla="*/ 177 w 5401"/>
                    <a:gd name="connsiteY0" fmla="*/ 10920 h 11152"/>
                    <a:gd name="connsiteX1" fmla="*/ 1772 w 5401"/>
                    <a:gd name="connsiteY1" fmla="*/ 4005 h 11152"/>
                    <a:gd name="connsiteX2" fmla="*/ 5230 w 5401"/>
                    <a:gd name="connsiteY2" fmla="*/ 236 h 11152"/>
                    <a:gd name="connsiteX3" fmla="*/ 3634 w 5401"/>
                    <a:gd name="connsiteY3" fmla="*/ 7152 h 11152"/>
                    <a:gd name="connsiteX4" fmla="*/ 177 w 5401"/>
                    <a:gd name="connsiteY4" fmla="*/ 10920 h 1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01" h="11152">
                      <a:moveTo>
                        <a:pt x="177" y="10920"/>
                      </a:moveTo>
                      <a:cubicBezTo>
                        <a:pt x="-355" y="10033"/>
                        <a:pt x="354" y="6930"/>
                        <a:pt x="1772" y="4005"/>
                      </a:cubicBezTo>
                      <a:cubicBezTo>
                        <a:pt x="3191" y="1034"/>
                        <a:pt x="4743" y="-650"/>
                        <a:pt x="5230" y="236"/>
                      </a:cubicBezTo>
                      <a:cubicBezTo>
                        <a:pt x="5762" y="1123"/>
                        <a:pt x="5009" y="4182"/>
                        <a:pt x="3634" y="7152"/>
                      </a:cubicBezTo>
                      <a:cubicBezTo>
                        <a:pt x="2216" y="10078"/>
                        <a:pt x="709" y="11807"/>
                        <a:pt x="177" y="1092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77" name="Forme libre : forme 26376">
                  <a:extLst>
                    <a:ext uri="{FF2B5EF4-FFF2-40B4-BE49-F238E27FC236}">
                      <a16:creationId xmlns:a16="http://schemas.microsoft.com/office/drawing/2014/main" id="{A02B4C45-7923-412C-A615-BFE406125D41}"/>
                    </a:ext>
                  </a:extLst>
                </p:cNvPr>
                <p:cNvSpPr/>
                <p:nvPr/>
              </p:nvSpPr>
              <p:spPr>
                <a:xfrm>
                  <a:off x="5707002" y="1967611"/>
                  <a:ext cx="1583" cy="3173"/>
                </a:xfrm>
                <a:custGeom>
                  <a:avLst/>
                  <a:gdLst>
                    <a:gd name="connsiteX0" fmla="*/ 304 w 1583"/>
                    <a:gd name="connsiteY0" fmla="*/ 3165 h 3173"/>
                    <a:gd name="connsiteX1" fmla="*/ 171 w 1583"/>
                    <a:gd name="connsiteY1" fmla="*/ 1392 h 3173"/>
                    <a:gd name="connsiteX2" fmla="*/ 1279 w 1583"/>
                    <a:gd name="connsiteY2" fmla="*/ 18 h 3173"/>
                    <a:gd name="connsiteX3" fmla="*/ 1412 w 1583"/>
                    <a:gd name="connsiteY3" fmla="*/ 1791 h 3173"/>
                    <a:gd name="connsiteX4" fmla="*/ 304 w 1583"/>
                    <a:gd name="connsiteY4" fmla="*/ 3165 h 3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3" h="3173">
                      <a:moveTo>
                        <a:pt x="304" y="3165"/>
                      </a:moveTo>
                      <a:cubicBezTo>
                        <a:pt x="-51" y="3077"/>
                        <a:pt x="-95" y="2279"/>
                        <a:pt x="171" y="1392"/>
                      </a:cubicBezTo>
                      <a:cubicBezTo>
                        <a:pt x="437" y="506"/>
                        <a:pt x="925" y="-115"/>
                        <a:pt x="1279" y="18"/>
                      </a:cubicBezTo>
                      <a:cubicBezTo>
                        <a:pt x="1634" y="107"/>
                        <a:pt x="1678" y="904"/>
                        <a:pt x="1412" y="1791"/>
                      </a:cubicBezTo>
                      <a:cubicBezTo>
                        <a:pt x="1102" y="2633"/>
                        <a:pt x="614" y="3254"/>
                        <a:pt x="304" y="31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78" name="Forme libre : forme 26377">
                  <a:extLst>
                    <a:ext uri="{FF2B5EF4-FFF2-40B4-BE49-F238E27FC236}">
                      <a16:creationId xmlns:a16="http://schemas.microsoft.com/office/drawing/2014/main" id="{48CDE10C-AEDE-480B-BA08-62D370933C8A}"/>
                    </a:ext>
                  </a:extLst>
                </p:cNvPr>
                <p:cNvSpPr/>
                <p:nvPr/>
              </p:nvSpPr>
              <p:spPr>
                <a:xfrm>
                  <a:off x="5701334" y="1959898"/>
                  <a:ext cx="17681" cy="24907"/>
                </a:xfrm>
                <a:custGeom>
                  <a:avLst/>
                  <a:gdLst>
                    <a:gd name="connsiteX0" fmla="*/ 7036 w 17681"/>
                    <a:gd name="connsiteY0" fmla="*/ 23779 h 24907"/>
                    <a:gd name="connsiteX1" fmla="*/ 1051 w 17681"/>
                    <a:gd name="connsiteY1" fmla="*/ 24444 h 24907"/>
                    <a:gd name="connsiteX2" fmla="*/ 120 w 17681"/>
                    <a:gd name="connsiteY2" fmla="*/ 21695 h 24907"/>
                    <a:gd name="connsiteX3" fmla="*/ 2204 w 17681"/>
                    <a:gd name="connsiteY3" fmla="*/ 18548 h 24907"/>
                    <a:gd name="connsiteX4" fmla="*/ 9253 w 17681"/>
                    <a:gd name="connsiteY4" fmla="*/ 13050 h 24907"/>
                    <a:gd name="connsiteX5" fmla="*/ 17587 w 17681"/>
                    <a:gd name="connsiteY5" fmla="*/ 505 h 24907"/>
                    <a:gd name="connsiteX6" fmla="*/ 12178 w 17681"/>
                    <a:gd name="connsiteY6" fmla="*/ 17794 h 24907"/>
                    <a:gd name="connsiteX7" fmla="*/ 7036 w 17681"/>
                    <a:gd name="connsiteY7" fmla="*/ 23779 h 24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681" h="24907">
                      <a:moveTo>
                        <a:pt x="7036" y="23779"/>
                      </a:moveTo>
                      <a:cubicBezTo>
                        <a:pt x="4820" y="25197"/>
                        <a:pt x="2825" y="25108"/>
                        <a:pt x="1051" y="24444"/>
                      </a:cubicBezTo>
                      <a:cubicBezTo>
                        <a:pt x="386" y="24222"/>
                        <a:pt x="-279" y="23468"/>
                        <a:pt x="120" y="21695"/>
                      </a:cubicBezTo>
                      <a:cubicBezTo>
                        <a:pt x="475" y="20099"/>
                        <a:pt x="1450" y="19080"/>
                        <a:pt x="2204" y="18548"/>
                      </a:cubicBezTo>
                      <a:cubicBezTo>
                        <a:pt x="4554" y="16952"/>
                        <a:pt x="6903" y="16464"/>
                        <a:pt x="9253" y="13050"/>
                      </a:cubicBezTo>
                      <a:cubicBezTo>
                        <a:pt x="10671" y="10923"/>
                        <a:pt x="16745" y="-2776"/>
                        <a:pt x="17587" y="505"/>
                      </a:cubicBezTo>
                      <a:cubicBezTo>
                        <a:pt x="18385" y="3785"/>
                        <a:pt x="13952" y="14646"/>
                        <a:pt x="12178" y="17794"/>
                      </a:cubicBezTo>
                      <a:cubicBezTo>
                        <a:pt x="10538" y="20720"/>
                        <a:pt x="8721" y="22715"/>
                        <a:pt x="7036" y="2377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67" name="Graphique 2">
                <a:extLst>
                  <a:ext uri="{FF2B5EF4-FFF2-40B4-BE49-F238E27FC236}">
                    <a16:creationId xmlns:a16="http://schemas.microsoft.com/office/drawing/2014/main" id="{C795F5E3-EDF4-4783-886A-3FF28504E3CE}"/>
                  </a:ext>
                </a:extLst>
              </p:cNvPr>
              <p:cNvGrpSpPr/>
              <p:nvPr/>
            </p:nvGrpSpPr>
            <p:grpSpPr>
              <a:xfrm>
                <a:off x="5675491" y="1988241"/>
                <a:ext cx="32177" cy="69853"/>
                <a:chOff x="5675491" y="1988241"/>
                <a:chExt cx="32177" cy="69853"/>
              </a:xfrm>
              <a:solidFill>
                <a:schemeClr val="accent1"/>
              </a:solidFill>
            </p:grpSpPr>
            <p:sp>
              <p:nvSpPr>
                <p:cNvPr id="26355" name="Forme libre : forme 26354">
                  <a:extLst>
                    <a:ext uri="{FF2B5EF4-FFF2-40B4-BE49-F238E27FC236}">
                      <a16:creationId xmlns:a16="http://schemas.microsoft.com/office/drawing/2014/main" id="{AB888347-3601-453A-AAD1-DEE1D0240AF3}"/>
                    </a:ext>
                  </a:extLst>
                </p:cNvPr>
                <p:cNvSpPr/>
                <p:nvPr/>
              </p:nvSpPr>
              <p:spPr>
                <a:xfrm>
                  <a:off x="5675538" y="1988248"/>
                  <a:ext cx="32130" cy="69845"/>
                </a:xfrm>
                <a:custGeom>
                  <a:avLst/>
                  <a:gdLst>
                    <a:gd name="connsiteX0" fmla="*/ 1490 w 32130"/>
                    <a:gd name="connsiteY0" fmla="*/ 44858 h 69845"/>
                    <a:gd name="connsiteX1" fmla="*/ 8006 w 32130"/>
                    <a:gd name="connsiteY1" fmla="*/ 19323 h 69845"/>
                    <a:gd name="connsiteX2" fmla="*/ 22059 w 32130"/>
                    <a:gd name="connsiteY2" fmla="*/ 128 h 69845"/>
                    <a:gd name="connsiteX3" fmla="*/ 28177 w 32130"/>
                    <a:gd name="connsiteY3" fmla="*/ 1945 h 69845"/>
                    <a:gd name="connsiteX4" fmla="*/ 30128 w 32130"/>
                    <a:gd name="connsiteY4" fmla="*/ 25397 h 69845"/>
                    <a:gd name="connsiteX5" fmla="*/ 23478 w 32130"/>
                    <a:gd name="connsiteY5" fmla="*/ 50266 h 69845"/>
                    <a:gd name="connsiteX6" fmla="*/ 10489 w 32130"/>
                    <a:gd name="connsiteY6" fmla="*/ 69772 h 69845"/>
                    <a:gd name="connsiteX7" fmla="*/ 4460 w 32130"/>
                    <a:gd name="connsiteY7" fmla="*/ 68442 h 69845"/>
                    <a:gd name="connsiteX8" fmla="*/ 1490 w 32130"/>
                    <a:gd name="connsiteY8" fmla="*/ 44858 h 69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130" h="69845">
                      <a:moveTo>
                        <a:pt x="1490" y="44858"/>
                      </a:moveTo>
                      <a:cubicBezTo>
                        <a:pt x="3573" y="36302"/>
                        <a:pt x="5701" y="27790"/>
                        <a:pt x="8006" y="19323"/>
                      </a:cubicBezTo>
                      <a:cubicBezTo>
                        <a:pt x="11154" y="7398"/>
                        <a:pt x="17626" y="-1158"/>
                        <a:pt x="22059" y="128"/>
                      </a:cubicBezTo>
                      <a:lnTo>
                        <a:pt x="28177" y="1945"/>
                      </a:lnTo>
                      <a:cubicBezTo>
                        <a:pt x="32654" y="3275"/>
                        <a:pt x="33364" y="13782"/>
                        <a:pt x="30128" y="25397"/>
                      </a:cubicBezTo>
                      <a:cubicBezTo>
                        <a:pt x="27822" y="33686"/>
                        <a:pt x="25606" y="41976"/>
                        <a:pt x="23478" y="50266"/>
                      </a:cubicBezTo>
                      <a:cubicBezTo>
                        <a:pt x="20508" y="61925"/>
                        <a:pt x="14833" y="70747"/>
                        <a:pt x="10489" y="69772"/>
                      </a:cubicBezTo>
                      <a:lnTo>
                        <a:pt x="4460" y="68442"/>
                      </a:lnTo>
                      <a:cubicBezTo>
                        <a:pt x="71" y="67511"/>
                        <a:pt x="-1392" y="56871"/>
                        <a:pt x="1490" y="4485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56" name="Forme libre : forme 26355">
                  <a:extLst>
                    <a:ext uri="{FF2B5EF4-FFF2-40B4-BE49-F238E27FC236}">
                      <a16:creationId xmlns:a16="http://schemas.microsoft.com/office/drawing/2014/main" id="{D6802DEE-E22D-4A35-9DBB-B99B56A66683}"/>
                    </a:ext>
                  </a:extLst>
                </p:cNvPr>
                <p:cNvSpPr/>
                <p:nvPr/>
              </p:nvSpPr>
              <p:spPr>
                <a:xfrm>
                  <a:off x="5675491" y="1988241"/>
                  <a:ext cx="24721" cy="68538"/>
                </a:xfrm>
                <a:custGeom>
                  <a:avLst/>
                  <a:gdLst>
                    <a:gd name="connsiteX0" fmla="*/ 14082 w 24721"/>
                    <a:gd name="connsiteY0" fmla="*/ 25803 h 68538"/>
                    <a:gd name="connsiteX1" fmla="*/ 24721 w 24721"/>
                    <a:gd name="connsiteY1" fmla="*/ 934 h 68538"/>
                    <a:gd name="connsiteX2" fmla="*/ 22061 w 24721"/>
                    <a:gd name="connsiteY2" fmla="*/ 136 h 68538"/>
                    <a:gd name="connsiteX3" fmla="*/ 8009 w 24721"/>
                    <a:gd name="connsiteY3" fmla="*/ 19331 h 68538"/>
                    <a:gd name="connsiteX4" fmla="*/ 1492 w 24721"/>
                    <a:gd name="connsiteY4" fmla="*/ 44866 h 68538"/>
                    <a:gd name="connsiteX5" fmla="*/ 4418 w 24721"/>
                    <a:gd name="connsiteY5" fmla="*/ 68494 h 68538"/>
                    <a:gd name="connsiteX6" fmla="*/ 4595 w 24721"/>
                    <a:gd name="connsiteY6" fmla="*/ 68538 h 68538"/>
                    <a:gd name="connsiteX7" fmla="*/ 14082 w 24721"/>
                    <a:gd name="connsiteY7" fmla="*/ 25803 h 68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721" h="68538">
                      <a:moveTo>
                        <a:pt x="14082" y="25803"/>
                      </a:moveTo>
                      <a:cubicBezTo>
                        <a:pt x="15766" y="15518"/>
                        <a:pt x="19978" y="5544"/>
                        <a:pt x="24721" y="934"/>
                      </a:cubicBezTo>
                      <a:lnTo>
                        <a:pt x="22061" y="136"/>
                      </a:lnTo>
                      <a:cubicBezTo>
                        <a:pt x="17673" y="-1194"/>
                        <a:pt x="11200" y="7406"/>
                        <a:pt x="8009" y="19331"/>
                      </a:cubicBezTo>
                      <a:cubicBezTo>
                        <a:pt x="5748" y="27798"/>
                        <a:pt x="3575" y="36310"/>
                        <a:pt x="1492" y="44866"/>
                      </a:cubicBezTo>
                      <a:cubicBezTo>
                        <a:pt x="-1390" y="56879"/>
                        <a:pt x="73" y="67563"/>
                        <a:pt x="4418" y="68494"/>
                      </a:cubicBezTo>
                      <a:lnTo>
                        <a:pt x="4595" y="68538"/>
                      </a:lnTo>
                      <a:cubicBezTo>
                        <a:pt x="7432" y="53865"/>
                        <a:pt x="11688" y="40299"/>
                        <a:pt x="14082" y="2580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57" name="Forme libre : forme 26356">
                  <a:extLst>
                    <a:ext uri="{FF2B5EF4-FFF2-40B4-BE49-F238E27FC236}">
                      <a16:creationId xmlns:a16="http://schemas.microsoft.com/office/drawing/2014/main" id="{C8BEB9C6-6857-42F7-A894-93CF30696C4E}"/>
                    </a:ext>
                  </a:extLst>
                </p:cNvPr>
                <p:cNvSpPr/>
                <p:nvPr/>
              </p:nvSpPr>
              <p:spPr>
                <a:xfrm>
                  <a:off x="5683853" y="2012046"/>
                  <a:ext cx="11494" cy="31109"/>
                </a:xfrm>
                <a:custGeom>
                  <a:avLst/>
                  <a:gdLst>
                    <a:gd name="connsiteX0" fmla="*/ 1863 w 11494"/>
                    <a:gd name="connsiteY0" fmla="*/ 31079 h 31109"/>
                    <a:gd name="connsiteX1" fmla="*/ 1509 w 11494"/>
                    <a:gd name="connsiteY1" fmla="*/ 14455 h 31109"/>
                    <a:gd name="connsiteX2" fmla="*/ 9754 w 11494"/>
                    <a:gd name="connsiteY2" fmla="*/ 47 h 31109"/>
                    <a:gd name="connsiteX3" fmla="*/ 9843 w 11494"/>
                    <a:gd name="connsiteY3" fmla="*/ 16582 h 31109"/>
                    <a:gd name="connsiteX4" fmla="*/ 1863 w 11494"/>
                    <a:gd name="connsiteY4" fmla="*/ 31079 h 31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94" h="31109">
                      <a:moveTo>
                        <a:pt x="1863" y="31079"/>
                      </a:moveTo>
                      <a:cubicBezTo>
                        <a:pt x="-442" y="30547"/>
                        <a:pt x="-664" y="23099"/>
                        <a:pt x="1509" y="14455"/>
                      </a:cubicBezTo>
                      <a:cubicBezTo>
                        <a:pt x="3725" y="5854"/>
                        <a:pt x="7449" y="-618"/>
                        <a:pt x="9754" y="47"/>
                      </a:cubicBezTo>
                      <a:cubicBezTo>
                        <a:pt x="12059" y="668"/>
                        <a:pt x="12059" y="8071"/>
                        <a:pt x="9843" y="16582"/>
                      </a:cubicBezTo>
                      <a:cubicBezTo>
                        <a:pt x="7626" y="25094"/>
                        <a:pt x="4124" y="31611"/>
                        <a:pt x="1863" y="31079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58" name="Forme libre : forme 26357">
                  <a:extLst>
                    <a:ext uri="{FF2B5EF4-FFF2-40B4-BE49-F238E27FC236}">
                      <a16:creationId xmlns:a16="http://schemas.microsoft.com/office/drawing/2014/main" id="{64052277-98AD-4E2D-A6FC-2303A27939A6}"/>
                    </a:ext>
                  </a:extLst>
                </p:cNvPr>
                <p:cNvSpPr/>
                <p:nvPr/>
              </p:nvSpPr>
              <p:spPr>
                <a:xfrm>
                  <a:off x="5684076" y="2012052"/>
                  <a:ext cx="11273" cy="21586"/>
                </a:xfrm>
                <a:custGeom>
                  <a:avLst/>
                  <a:gdLst>
                    <a:gd name="connsiteX0" fmla="*/ 11171 w 11273"/>
                    <a:gd name="connsiteY0" fmla="*/ 7755 h 21586"/>
                    <a:gd name="connsiteX1" fmla="*/ 9531 w 11273"/>
                    <a:gd name="connsiteY1" fmla="*/ 41 h 21586"/>
                    <a:gd name="connsiteX2" fmla="*/ 1286 w 11273"/>
                    <a:gd name="connsiteY2" fmla="*/ 14449 h 21586"/>
                    <a:gd name="connsiteX3" fmla="*/ 0 w 11273"/>
                    <a:gd name="connsiteY3" fmla="*/ 21586 h 21586"/>
                    <a:gd name="connsiteX4" fmla="*/ 1241 w 11273"/>
                    <a:gd name="connsiteY4" fmla="*/ 17774 h 21586"/>
                    <a:gd name="connsiteX5" fmla="*/ 11171 w 11273"/>
                    <a:gd name="connsiteY5" fmla="*/ 7755 h 2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73" h="21586">
                      <a:moveTo>
                        <a:pt x="11171" y="7755"/>
                      </a:moveTo>
                      <a:cubicBezTo>
                        <a:pt x="11526" y="3455"/>
                        <a:pt x="10950" y="396"/>
                        <a:pt x="9531" y="41"/>
                      </a:cubicBezTo>
                      <a:cubicBezTo>
                        <a:pt x="7226" y="-579"/>
                        <a:pt x="3502" y="5849"/>
                        <a:pt x="1286" y="14449"/>
                      </a:cubicBezTo>
                      <a:cubicBezTo>
                        <a:pt x="665" y="16976"/>
                        <a:pt x="222" y="19414"/>
                        <a:pt x="0" y="21586"/>
                      </a:cubicBezTo>
                      <a:cubicBezTo>
                        <a:pt x="355" y="20301"/>
                        <a:pt x="754" y="19015"/>
                        <a:pt x="1241" y="17774"/>
                      </a:cubicBezTo>
                      <a:cubicBezTo>
                        <a:pt x="4211" y="11213"/>
                        <a:pt x="8512" y="6469"/>
                        <a:pt x="11171" y="7755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59" name="Forme libre : forme 26358">
                  <a:extLst>
                    <a:ext uri="{FF2B5EF4-FFF2-40B4-BE49-F238E27FC236}">
                      <a16:creationId xmlns:a16="http://schemas.microsoft.com/office/drawing/2014/main" id="{7F7DEDBB-B964-47EC-932A-40918BBE1D10}"/>
                    </a:ext>
                  </a:extLst>
                </p:cNvPr>
                <p:cNvSpPr/>
                <p:nvPr/>
              </p:nvSpPr>
              <p:spPr>
                <a:xfrm>
                  <a:off x="5682583" y="2013382"/>
                  <a:ext cx="11456" cy="31147"/>
                </a:xfrm>
                <a:custGeom>
                  <a:avLst/>
                  <a:gdLst>
                    <a:gd name="connsiteX0" fmla="*/ 1848 w 11456"/>
                    <a:gd name="connsiteY0" fmla="*/ 31117 h 31147"/>
                    <a:gd name="connsiteX1" fmla="*/ 1493 w 11456"/>
                    <a:gd name="connsiteY1" fmla="*/ 14493 h 31147"/>
                    <a:gd name="connsiteX2" fmla="*/ 9694 w 11456"/>
                    <a:gd name="connsiteY2" fmla="*/ 41 h 31147"/>
                    <a:gd name="connsiteX3" fmla="*/ 9827 w 11456"/>
                    <a:gd name="connsiteY3" fmla="*/ 16621 h 31147"/>
                    <a:gd name="connsiteX4" fmla="*/ 1848 w 11456"/>
                    <a:gd name="connsiteY4" fmla="*/ 31117 h 3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6" h="31147">
                      <a:moveTo>
                        <a:pt x="1848" y="31117"/>
                      </a:moveTo>
                      <a:cubicBezTo>
                        <a:pt x="-413" y="30585"/>
                        <a:pt x="-679" y="23094"/>
                        <a:pt x="1493" y="14493"/>
                      </a:cubicBezTo>
                      <a:cubicBezTo>
                        <a:pt x="3665" y="5849"/>
                        <a:pt x="7389" y="-579"/>
                        <a:pt x="9694" y="41"/>
                      </a:cubicBezTo>
                      <a:cubicBezTo>
                        <a:pt x="12044" y="662"/>
                        <a:pt x="12000" y="8065"/>
                        <a:pt x="9827" y="16621"/>
                      </a:cubicBezTo>
                      <a:cubicBezTo>
                        <a:pt x="7567" y="25133"/>
                        <a:pt x="4109" y="31649"/>
                        <a:pt x="1848" y="3111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60" name="Forme libre : forme 26359">
                  <a:extLst>
                    <a:ext uri="{FF2B5EF4-FFF2-40B4-BE49-F238E27FC236}">
                      <a16:creationId xmlns:a16="http://schemas.microsoft.com/office/drawing/2014/main" id="{EA6FEF91-5EBD-469F-A3CD-28BF041C1CBD}"/>
                    </a:ext>
                  </a:extLst>
                </p:cNvPr>
                <p:cNvSpPr/>
                <p:nvPr/>
              </p:nvSpPr>
              <p:spPr>
                <a:xfrm>
                  <a:off x="5680417" y="1998285"/>
                  <a:ext cx="22268" cy="38029"/>
                </a:xfrm>
                <a:custGeom>
                  <a:avLst/>
                  <a:gdLst>
                    <a:gd name="connsiteX0" fmla="*/ 16294 w 22268"/>
                    <a:gd name="connsiteY0" fmla="*/ 553 h 38029"/>
                    <a:gd name="connsiteX1" fmla="*/ 12082 w 22268"/>
                    <a:gd name="connsiteY1" fmla="*/ 509 h 38029"/>
                    <a:gd name="connsiteX2" fmla="*/ 3659 w 22268"/>
                    <a:gd name="connsiteY2" fmla="*/ 15005 h 38029"/>
                    <a:gd name="connsiteX3" fmla="*/ 24 w 22268"/>
                    <a:gd name="connsiteY3" fmla="*/ 31585 h 38029"/>
                    <a:gd name="connsiteX4" fmla="*/ 2462 w 22268"/>
                    <a:gd name="connsiteY4" fmla="*/ 37791 h 38029"/>
                    <a:gd name="connsiteX5" fmla="*/ 5787 w 22268"/>
                    <a:gd name="connsiteY5" fmla="*/ 32826 h 38029"/>
                    <a:gd name="connsiteX6" fmla="*/ 13767 w 22268"/>
                    <a:gd name="connsiteY6" fmla="*/ 20768 h 38029"/>
                    <a:gd name="connsiteX7" fmla="*/ 22190 w 22268"/>
                    <a:gd name="connsiteY7" fmla="*/ 6582 h 38029"/>
                    <a:gd name="connsiteX8" fmla="*/ 16294 w 22268"/>
                    <a:gd name="connsiteY8" fmla="*/ 553 h 38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268" h="38029">
                      <a:moveTo>
                        <a:pt x="16294" y="553"/>
                      </a:moveTo>
                      <a:cubicBezTo>
                        <a:pt x="15008" y="65"/>
                        <a:pt x="13678" y="-378"/>
                        <a:pt x="12082" y="509"/>
                      </a:cubicBezTo>
                      <a:cubicBezTo>
                        <a:pt x="9068" y="2237"/>
                        <a:pt x="5920" y="8577"/>
                        <a:pt x="3659" y="15005"/>
                      </a:cubicBezTo>
                      <a:cubicBezTo>
                        <a:pt x="1797" y="20369"/>
                        <a:pt x="246" y="26354"/>
                        <a:pt x="24" y="31585"/>
                      </a:cubicBezTo>
                      <a:cubicBezTo>
                        <a:pt x="-153" y="35486"/>
                        <a:pt x="645" y="38988"/>
                        <a:pt x="2462" y="37791"/>
                      </a:cubicBezTo>
                      <a:cubicBezTo>
                        <a:pt x="3571" y="37082"/>
                        <a:pt x="4723" y="34821"/>
                        <a:pt x="5787" y="32826"/>
                      </a:cubicBezTo>
                      <a:cubicBezTo>
                        <a:pt x="8270" y="28082"/>
                        <a:pt x="11018" y="24004"/>
                        <a:pt x="13767" y="20768"/>
                      </a:cubicBezTo>
                      <a:cubicBezTo>
                        <a:pt x="16072" y="18019"/>
                        <a:pt x="21392" y="13276"/>
                        <a:pt x="22190" y="6582"/>
                      </a:cubicBezTo>
                      <a:cubicBezTo>
                        <a:pt x="22943" y="509"/>
                        <a:pt x="18067" y="1218"/>
                        <a:pt x="16294" y="55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61" name="Forme libre : forme 26360">
                  <a:extLst>
                    <a:ext uri="{FF2B5EF4-FFF2-40B4-BE49-F238E27FC236}">
                      <a16:creationId xmlns:a16="http://schemas.microsoft.com/office/drawing/2014/main" id="{451C785B-647E-45DA-8CC4-12300287F022}"/>
                    </a:ext>
                  </a:extLst>
                </p:cNvPr>
                <p:cNvSpPr/>
                <p:nvPr/>
              </p:nvSpPr>
              <p:spPr>
                <a:xfrm>
                  <a:off x="5696349" y="2006271"/>
                  <a:ext cx="3654" cy="13264"/>
                </a:xfrm>
                <a:custGeom>
                  <a:avLst/>
                  <a:gdLst>
                    <a:gd name="connsiteX0" fmla="*/ 3066 w 3654"/>
                    <a:gd name="connsiteY0" fmla="*/ 990 h 13264"/>
                    <a:gd name="connsiteX1" fmla="*/ 2401 w 3654"/>
                    <a:gd name="connsiteY1" fmla="*/ 15 h 13264"/>
                    <a:gd name="connsiteX2" fmla="*/ 1293 w 3654"/>
                    <a:gd name="connsiteY2" fmla="*/ 990 h 13264"/>
                    <a:gd name="connsiteX3" fmla="*/ 716 w 3654"/>
                    <a:gd name="connsiteY3" fmla="*/ 3251 h 13264"/>
                    <a:gd name="connsiteX4" fmla="*/ 51 w 3654"/>
                    <a:gd name="connsiteY4" fmla="*/ 8925 h 13264"/>
                    <a:gd name="connsiteX5" fmla="*/ 51 w 3654"/>
                    <a:gd name="connsiteY5" fmla="*/ 11053 h 13264"/>
                    <a:gd name="connsiteX6" fmla="*/ 3199 w 3654"/>
                    <a:gd name="connsiteY6" fmla="*/ 10122 h 13264"/>
                    <a:gd name="connsiteX7" fmla="*/ 3066 w 3654"/>
                    <a:gd name="connsiteY7" fmla="*/ 990 h 13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54" h="13264">
                      <a:moveTo>
                        <a:pt x="3066" y="990"/>
                      </a:moveTo>
                      <a:cubicBezTo>
                        <a:pt x="2888" y="502"/>
                        <a:pt x="2711" y="103"/>
                        <a:pt x="2401" y="15"/>
                      </a:cubicBezTo>
                      <a:cubicBezTo>
                        <a:pt x="2090" y="-74"/>
                        <a:pt x="1647" y="236"/>
                        <a:pt x="1293" y="990"/>
                      </a:cubicBezTo>
                      <a:cubicBezTo>
                        <a:pt x="982" y="1655"/>
                        <a:pt x="805" y="2497"/>
                        <a:pt x="716" y="3251"/>
                      </a:cubicBezTo>
                      <a:cubicBezTo>
                        <a:pt x="406" y="5201"/>
                        <a:pt x="184" y="7108"/>
                        <a:pt x="51" y="8925"/>
                      </a:cubicBezTo>
                      <a:cubicBezTo>
                        <a:pt x="7" y="9679"/>
                        <a:pt x="-37" y="10433"/>
                        <a:pt x="51" y="11053"/>
                      </a:cubicBezTo>
                      <a:cubicBezTo>
                        <a:pt x="361" y="13624"/>
                        <a:pt x="2223" y="14688"/>
                        <a:pt x="3199" y="10122"/>
                      </a:cubicBezTo>
                      <a:cubicBezTo>
                        <a:pt x="3908" y="6620"/>
                        <a:pt x="3731" y="2941"/>
                        <a:pt x="3066" y="99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62" name="Forme libre : forme 26361">
                  <a:extLst>
                    <a:ext uri="{FF2B5EF4-FFF2-40B4-BE49-F238E27FC236}">
                      <a16:creationId xmlns:a16="http://schemas.microsoft.com/office/drawing/2014/main" id="{52019EA4-C14F-472C-B47A-BF3113925B48}"/>
                    </a:ext>
                  </a:extLst>
                </p:cNvPr>
                <p:cNvSpPr/>
                <p:nvPr/>
              </p:nvSpPr>
              <p:spPr>
                <a:xfrm>
                  <a:off x="5676684" y="2033682"/>
                  <a:ext cx="4599" cy="21101"/>
                </a:xfrm>
                <a:custGeom>
                  <a:avLst/>
                  <a:gdLst>
                    <a:gd name="connsiteX0" fmla="*/ 4599 w 4599"/>
                    <a:gd name="connsiteY0" fmla="*/ 21102 h 21101"/>
                    <a:gd name="connsiteX1" fmla="*/ 1629 w 4599"/>
                    <a:gd name="connsiteY1" fmla="*/ 18264 h 21101"/>
                    <a:gd name="connsiteX2" fmla="*/ 653 w 4599"/>
                    <a:gd name="connsiteY2" fmla="*/ 0 h 21101"/>
                    <a:gd name="connsiteX3" fmla="*/ 4599 w 4599"/>
                    <a:gd name="connsiteY3" fmla="*/ 21102 h 21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599" h="21101">
                      <a:moveTo>
                        <a:pt x="4599" y="21102"/>
                      </a:moveTo>
                      <a:cubicBezTo>
                        <a:pt x="4599" y="21102"/>
                        <a:pt x="2959" y="20969"/>
                        <a:pt x="1629" y="18264"/>
                      </a:cubicBezTo>
                      <a:cubicBezTo>
                        <a:pt x="299" y="15560"/>
                        <a:pt x="-721" y="10285"/>
                        <a:pt x="653" y="0"/>
                      </a:cubicBezTo>
                      <a:cubicBezTo>
                        <a:pt x="698" y="0"/>
                        <a:pt x="-1031" y="15959"/>
                        <a:pt x="4599" y="211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63" name="Forme libre : forme 26362">
                  <a:extLst>
                    <a:ext uri="{FF2B5EF4-FFF2-40B4-BE49-F238E27FC236}">
                      <a16:creationId xmlns:a16="http://schemas.microsoft.com/office/drawing/2014/main" id="{C0DCA914-5D39-4D00-80B2-02B9C6EC0572}"/>
                    </a:ext>
                  </a:extLst>
                </p:cNvPr>
                <p:cNvSpPr/>
                <p:nvPr/>
              </p:nvSpPr>
              <p:spPr>
                <a:xfrm>
                  <a:off x="5702651" y="1991258"/>
                  <a:ext cx="3772" cy="23495"/>
                </a:xfrm>
                <a:custGeom>
                  <a:avLst/>
                  <a:gdLst>
                    <a:gd name="connsiteX0" fmla="*/ 1951 w 3772"/>
                    <a:gd name="connsiteY0" fmla="*/ 23495 h 23495"/>
                    <a:gd name="connsiteX1" fmla="*/ 3635 w 3772"/>
                    <a:gd name="connsiteY1" fmla="*/ 13388 h 23495"/>
                    <a:gd name="connsiteX2" fmla="*/ 0 w 3772"/>
                    <a:gd name="connsiteY2" fmla="*/ 0 h 23495"/>
                    <a:gd name="connsiteX3" fmla="*/ 2350 w 3772"/>
                    <a:gd name="connsiteY3" fmla="*/ 5142 h 23495"/>
                    <a:gd name="connsiteX4" fmla="*/ 1951 w 3772"/>
                    <a:gd name="connsiteY4" fmla="*/ 23495 h 23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72" h="23495">
                      <a:moveTo>
                        <a:pt x="1951" y="23495"/>
                      </a:moveTo>
                      <a:cubicBezTo>
                        <a:pt x="1951" y="23495"/>
                        <a:pt x="3236" y="18708"/>
                        <a:pt x="3635" y="13388"/>
                      </a:cubicBezTo>
                      <a:cubicBezTo>
                        <a:pt x="4079" y="8068"/>
                        <a:pt x="3591" y="2172"/>
                        <a:pt x="0" y="0"/>
                      </a:cubicBezTo>
                      <a:cubicBezTo>
                        <a:pt x="0" y="0"/>
                        <a:pt x="1419" y="1463"/>
                        <a:pt x="2350" y="5142"/>
                      </a:cubicBezTo>
                      <a:cubicBezTo>
                        <a:pt x="3281" y="8778"/>
                        <a:pt x="3768" y="14674"/>
                        <a:pt x="1951" y="2349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64" name="Forme libre : forme 26363">
                  <a:extLst>
                    <a:ext uri="{FF2B5EF4-FFF2-40B4-BE49-F238E27FC236}">
                      <a16:creationId xmlns:a16="http://schemas.microsoft.com/office/drawing/2014/main" id="{91FBCB93-CF31-4592-9ED4-3AE07101DBC3}"/>
                    </a:ext>
                  </a:extLst>
                </p:cNvPr>
                <p:cNvSpPr/>
                <p:nvPr/>
              </p:nvSpPr>
              <p:spPr>
                <a:xfrm>
                  <a:off x="5688214" y="2025494"/>
                  <a:ext cx="4756" cy="11394"/>
                </a:xfrm>
                <a:custGeom>
                  <a:avLst/>
                  <a:gdLst>
                    <a:gd name="connsiteX0" fmla="*/ 206 w 4756"/>
                    <a:gd name="connsiteY0" fmla="*/ 11203 h 11394"/>
                    <a:gd name="connsiteX1" fmla="*/ 1403 w 4756"/>
                    <a:gd name="connsiteY1" fmla="*/ 4199 h 11394"/>
                    <a:gd name="connsiteX2" fmla="*/ 4551 w 4756"/>
                    <a:gd name="connsiteY2" fmla="*/ 209 h 11394"/>
                    <a:gd name="connsiteX3" fmla="*/ 3354 w 4756"/>
                    <a:gd name="connsiteY3" fmla="*/ 7214 h 11394"/>
                    <a:gd name="connsiteX4" fmla="*/ 206 w 4756"/>
                    <a:gd name="connsiteY4" fmla="*/ 11203 h 11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6" h="11394">
                      <a:moveTo>
                        <a:pt x="206" y="11203"/>
                      </a:moveTo>
                      <a:cubicBezTo>
                        <a:pt x="-326" y="10361"/>
                        <a:pt x="206" y="7258"/>
                        <a:pt x="1403" y="4199"/>
                      </a:cubicBezTo>
                      <a:cubicBezTo>
                        <a:pt x="2600" y="1140"/>
                        <a:pt x="4019" y="-633"/>
                        <a:pt x="4551" y="209"/>
                      </a:cubicBezTo>
                      <a:cubicBezTo>
                        <a:pt x="5083" y="1052"/>
                        <a:pt x="4551" y="4155"/>
                        <a:pt x="3354" y="7214"/>
                      </a:cubicBezTo>
                      <a:cubicBezTo>
                        <a:pt x="2112" y="10228"/>
                        <a:pt x="738" y="12001"/>
                        <a:pt x="206" y="1120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65" name="Forme libre : forme 26364">
                  <a:extLst>
                    <a:ext uri="{FF2B5EF4-FFF2-40B4-BE49-F238E27FC236}">
                      <a16:creationId xmlns:a16="http://schemas.microsoft.com/office/drawing/2014/main" id="{12C55F57-1910-4A73-980E-4017DFCDAF6A}"/>
                    </a:ext>
                  </a:extLst>
                </p:cNvPr>
                <p:cNvSpPr/>
                <p:nvPr/>
              </p:nvSpPr>
              <p:spPr>
                <a:xfrm>
                  <a:off x="5688000" y="2035182"/>
                  <a:ext cx="1430" cy="3252"/>
                </a:xfrm>
                <a:custGeom>
                  <a:avLst/>
                  <a:gdLst>
                    <a:gd name="connsiteX0" fmla="*/ 332 w 1430"/>
                    <a:gd name="connsiteY0" fmla="*/ 3244 h 3252"/>
                    <a:gd name="connsiteX1" fmla="*/ 110 w 1430"/>
                    <a:gd name="connsiteY1" fmla="*/ 1471 h 3252"/>
                    <a:gd name="connsiteX2" fmla="*/ 1130 w 1430"/>
                    <a:gd name="connsiteY2" fmla="*/ 8 h 3252"/>
                    <a:gd name="connsiteX3" fmla="*/ 1307 w 1430"/>
                    <a:gd name="connsiteY3" fmla="*/ 1781 h 3252"/>
                    <a:gd name="connsiteX4" fmla="*/ 332 w 1430"/>
                    <a:gd name="connsiteY4" fmla="*/ 3244 h 3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0" h="3252">
                      <a:moveTo>
                        <a:pt x="332" y="3244"/>
                      </a:moveTo>
                      <a:cubicBezTo>
                        <a:pt x="21" y="3155"/>
                        <a:pt x="-112" y="2357"/>
                        <a:pt x="110" y="1471"/>
                      </a:cubicBezTo>
                      <a:cubicBezTo>
                        <a:pt x="332" y="584"/>
                        <a:pt x="775" y="-81"/>
                        <a:pt x="1130" y="8"/>
                      </a:cubicBezTo>
                      <a:cubicBezTo>
                        <a:pt x="1440" y="97"/>
                        <a:pt x="1529" y="895"/>
                        <a:pt x="1307" y="1781"/>
                      </a:cubicBezTo>
                      <a:cubicBezTo>
                        <a:pt x="1130" y="2668"/>
                        <a:pt x="686" y="3333"/>
                        <a:pt x="332" y="3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66" name="Forme libre : forme 26365">
                  <a:extLst>
                    <a:ext uri="{FF2B5EF4-FFF2-40B4-BE49-F238E27FC236}">
                      <a16:creationId xmlns:a16="http://schemas.microsoft.com/office/drawing/2014/main" id="{D9E7633B-287E-401A-BA94-DD431A05539B}"/>
                    </a:ext>
                  </a:extLst>
                </p:cNvPr>
                <p:cNvSpPr/>
                <p:nvPr/>
              </p:nvSpPr>
              <p:spPr>
                <a:xfrm>
                  <a:off x="5683247" y="2026862"/>
                  <a:ext cx="16015" cy="25744"/>
                </a:xfrm>
                <a:custGeom>
                  <a:avLst/>
                  <a:gdLst>
                    <a:gd name="connsiteX0" fmla="*/ 6858 w 16015"/>
                    <a:gd name="connsiteY0" fmla="*/ 24332 h 25744"/>
                    <a:gd name="connsiteX1" fmla="*/ 1139 w 16015"/>
                    <a:gd name="connsiteY1" fmla="*/ 25440 h 25744"/>
                    <a:gd name="connsiteX2" fmla="*/ 75 w 16015"/>
                    <a:gd name="connsiteY2" fmla="*/ 22780 h 25744"/>
                    <a:gd name="connsiteX3" fmla="*/ 1937 w 16015"/>
                    <a:gd name="connsiteY3" fmla="*/ 19499 h 25744"/>
                    <a:gd name="connsiteX4" fmla="*/ 8454 w 16015"/>
                    <a:gd name="connsiteY4" fmla="*/ 13515 h 25744"/>
                    <a:gd name="connsiteX5" fmla="*/ 15857 w 16015"/>
                    <a:gd name="connsiteY5" fmla="*/ 482 h 25744"/>
                    <a:gd name="connsiteX6" fmla="*/ 11557 w 16015"/>
                    <a:gd name="connsiteY6" fmla="*/ 18037 h 25744"/>
                    <a:gd name="connsiteX7" fmla="*/ 6858 w 16015"/>
                    <a:gd name="connsiteY7" fmla="*/ 24332 h 25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015" h="25744">
                      <a:moveTo>
                        <a:pt x="6858" y="24332"/>
                      </a:moveTo>
                      <a:cubicBezTo>
                        <a:pt x="4819" y="25927"/>
                        <a:pt x="2912" y="25972"/>
                        <a:pt x="1139" y="25440"/>
                      </a:cubicBezTo>
                      <a:cubicBezTo>
                        <a:pt x="474" y="25263"/>
                        <a:pt x="-235" y="24553"/>
                        <a:pt x="75" y="22780"/>
                      </a:cubicBezTo>
                      <a:cubicBezTo>
                        <a:pt x="341" y="21184"/>
                        <a:pt x="1228" y="20076"/>
                        <a:pt x="1937" y="19499"/>
                      </a:cubicBezTo>
                      <a:cubicBezTo>
                        <a:pt x="4109" y="17771"/>
                        <a:pt x="6326" y="17061"/>
                        <a:pt x="8454" y="13515"/>
                      </a:cubicBezTo>
                      <a:cubicBezTo>
                        <a:pt x="9739" y="11298"/>
                        <a:pt x="14882" y="-2755"/>
                        <a:pt x="15857" y="482"/>
                      </a:cubicBezTo>
                      <a:cubicBezTo>
                        <a:pt x="16832" y="3673"/>
                        <a:pt x="13064" y="14756"/>
                        <a:pt x="11557" y="18037"/>
                      </a:cubicBezTo>
                      <a:cubicBezTo>
                        <a:pt x="10094" y="21007"/>
                        <a:pt x="8409" y="23179"/>
                        <a:pt x="6858" y="2433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68" name="Graphique 2">
                <a:extLst>
                  <a:ext uri="{FF2B5EF4-FFF2-40B4-BE49-F238E27FC236}">
                    <a16:creationId xmlns:a16="http://schemas.microsoft.com/office/drawing/2014/main" id="{A39A385D-C64E-4D94-AE1D-6073B21C3F05}"/>
                  </a:ext>
                </a:extLst>
              </p:cNvPr>
              <p:cNvGrpSpPr/>
              <p:nvPr/>
            </p:nvGrpSpPr>
            <p:grpSpPr>
              <a:xfrm>
                <a:off x="5662702" y="2056663"/>
                <a:ext cx="27780" cy="70395"/>
                <a:chOff x="5662702" y="2056663"/>
                <a:chExt cx="27780" cy="70395"/>
              </a:xfrm>
              <a:solidFill>
                <a:schemeClr val="accent1"/>
              </a:solidFill>
            </p:grpSpPr>
            <p:sp>
              <p:nvSpPr>
                <p:cNvPr id="26343" name="Forme libre : forme 26342">
                  <a:extLst>
                    <a:ext uri="{FF2B5EF4-FFF2-40B4-BE49-F238E27FC236}">
                      <a16:creationId xmlns:a16="http://schemas.microsoft.com/office/drawing/2014/main" id="{0E7917A1-2797-4C4F-9AF2-471E772DB47A}"/>
                    </a:ext>
                  </a:extLst>
                </p:cNvPr>
                <p:cNvSpPr/>
                <p:nvPr/>
              </p:nvSpPr>
              <p:spPr>
                <a:xfrm>
                  <a:off x="5662772" y="2056663"/>
                  <a:ext cx="27710" cy="70395"/>
                </a:xfrm>
                <a:custGeom>
                  <a:avLst/>
                  <a:gdLst>
                    <a:gd name="connsiteX0" fmla="*/ 557 w 27710"/>
                    <a:gd name="connsiteY0" fmla="*/ 46486 h 70395"/>
                    <a:gd name="connsiteX1" fmla="*/ 4857 w 27710"/>
                    <a:gd name="connsiteY1" fmla="*/ 20375 h 70395"/>
                    <a:gd name="connsiteX2" fmla="*/ 17181 w 27710"/>
                    <a:gd name="connsiteY2" fmla="*/ 72 h 70395"/>
                    <a:gd name="connsiteX3" fmla="*/ 23210 w 27710"/>
                    <a:gd name="connsiteY3" fmla="*/ 1402 h 70395"/>
                    <a:gd name="connsiteX4" fmla="*/ 26624 w 27710"/>
                    <a:gd name="connsiteY4" fmla="*/ 24498 h 70395"/>
                    <a:gd name="connsiteX5" fmla="*/ 22191 w 27710"/>
                    <a:gd name="connsiteY5" fmla="*/ 49722 h 70395"/>
                    <a:gd name="connsiteX6" fmla="*/ 11551 w 27710"/>
                    <a:gd name="connsiteY6" fmla="*/ 70381 h 70395"/>
                    <a:gd name="connsiteX7" fmla="*/ 5655 w 27710"/>
                    <a:gd name="connsiteY7" fmla="*/ 69760 h 70395"/>
                    <a:gd name="connsiteX8" fmla="*/ 867 w 27710"/>
                    <a:gd name="connsiteY8" fmla="*/ 62578 h 70395"/>
                    <a:gd name="connsiteX9" fmla="*/ 557 w 27710"/>
                    <a:gd name="connsiteY9" fmla="*/ 46486 h 7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710" h="70395">
                      <a:moveTo>
                        <a:pt x="557" y="46486"/>
                      </a:moveTo>
                      <a:cubicBezTo>
                        <a:pt x="1843" y="37753"/>
                        <a:pt x="3261" y="29020"/>
                        <a:pt x="4857" y="20375"/>
                      </a:cubicBezTo>
                      <a:cubicBezTo>
                        <a:pt x="7074" y="8184"/>
                        <a:pt x="12793" y="-904"/>
                        <a:pt x="17181" y="72"/>
                      </a:cubicBezTo>
                      <a:lnTo>
                        <a:pt x="23210" y="1402"/>
                      </a:lnTo>
                      <a:cubicBezTo>
                        <a:pt x="27555" y="2377"/>
                        <a:pt x="28885" y="12750"/>
                        <a:pt x="26624" y="24498"/>
                      </a:cubicBezTo>
                      <a:cubicBezTo>
                        <a:pt x="24939" y="32877"/>
                        <a:pt x="23476" y="41299"/>
                        <a:pt x="22191" y="49722"/>
                      </a:cubicBezTo>
                      <a:cubicBezTo>
                        <a:pt x="20329" y="61514"/>
                        <a:pt x="15807" y="70824"/>
                        <a:pt x="11551" y="70381"/>
                      </a:cubicBezTo>
                      <a:lnTo>
                        <a:pt x="5655" y="69760"/>
                      </a:lnTo>
                      <a:cubicBezTo>
                        <a:pt x="3527" y="69538"/>
                        <a:pt x="1843" y="66834"/>
                        <a:pt x="867" y="62578"/>
                      </a:cubicBezTo>
                      <a:cubicBezTo>
                        <a:pt x="-108" y="58323"/>
                        <a:pt x="-329" y="52604"/>
                        <a:pt x="557" y="4648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44" name="Forme libre : forme 26343">
                  <a:extLst>
                    <a:ext uri="{FF2B5EF4-FFF2-40B4-BE49-F238E27FC236}">
                      <a16:creationId xmlns:a16="http://schemas.microsoft.com/office/drawing/2014/main" id="{D8186868-FF80-4995-8824-326EEF60581F}"/>
                    </a:ext>
                  </a:extLst>
                </p:cNvPr>
                <p:cNvSpPr/>
                <p:nvPr/>
              </p:nvSpPr>
              <p:spPr>
                <a:xfrm>
                  <a:off x="5662702" y="2056663"/>
                  <a:ext cx="19822" cy="69759"/>
                </a:xfrm>
                <a:custGeom>
                  <a:avLst/>
                  <a:gdLst>
                    <a:gd name="connsiteX0" fmla="*/ 11222 w 19822"/>
                    <a:gd name="connsiteY0" fmla="*/ 26271 h 69759"/>
                    <a:gd name="connsiteX1" fmla="*/ 19823 w 19822"/>
                    <a:gd name="connsiteY1" fmla="*/ 648 h 69759"/>
                    <a:gd name="connsiteX2" fmla="*/ 17207 w 19822"/>
                    <a:gd name="connsiteY2" fmla="*/ 72 h 69759"/>
                    <a:gd name="connsiteX3" fmla="*/ 4883 w 19822"/>
                    <a:gd name="connsiteY3" fmla="*/ 20375 h 69759"/>
                    <a:gd name="connsiteX4" fmla="*/ 583 w 19822"/>
                    <a:gd name="connsiteY4" fmla="*/ 46486 h 69759"/>
                    <a:gd name="connsiteX5" fmla="*/ 805 w 19822"/>
                    <a:gd name="connsiteY5" fmla="*/ 62578 h 69759"/>
                    <a:gd name="connsiteX6" fmla="*/ 5592 w 19822"/>
                    <a:gd name="connsiteY6" fmla="*/ 69760 h 69759"/>
                    <a:gd name="connsiteX7" fmla="*/ 5770 w 19822"/>
                    <a:gd name="connsiteY7" fmla="*/ 69760 h 69759"/>
                    <a:gd name="connsiteX8" fmla="*/ 8429 w 19822"/>
                    <a:gd name="connsiteY8" fmla="*/ 47905 h 69759"/>
                    <a:gd name="connsiteX9" fmla="*/ 11222 w 19822"/>
                    <a:gd name="connsiteY9" fmla="*/ 26271 h 69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22" h="69759">
                      <a:moveTo>
                        <a:pt x="11222" y="26271"/>
                      </a:moveTo>
                      <a:cubicBezTo>
                        <a:pt x="12153" y="15854"/>
                        <a:pt x="15522" y="5569"/>
                        <a:pt x="19823" y="648"/>
                      </a:cubicBezTo>
                      <a:lnTo>
                        <a:pt x="17207" y="72"/>
                      </a:lnTo>
                      <a:cubicBezTo>
                        <a:pt x="12863" y="-904"/>
                        <a:pt x="7144" y="8184"/>
                        <a:pt x="4883" y="20375"/>
                      </a:cubicBezTo>
                      <a:cubicBezTo>
                        <a:pt x="3243" y="29020"/>
                        <a:pt x="1824" y="37753"/>
                        <a:pt x="583" y="46486"/>
                      </a:cubicBezTo>
                      <a:cubicBezTo>
                        <a:pt x="-348" y="52604"/>
                        <a:pt x="-82" y="58367"/>
                        <a:pt x="805" y="62578"/>
                      </a:cubicBezTo>
                      <a:cubicBezTo>
                        <a:pt x="1780" y="66790"/>
                        <a:pt x="3464" y="69538"/>
                        <a:pt x="5592" y="69760"/>
                      </a:cubicBezTo>
                      <a:lnTo>
                        <a:pt x="5770" y="69760"/>
                      </a:lnTo>
                      <a:cubicBezTo>
                        <a:pt x="6346" y="62312"/>
                        <a:pt x="7410" y="55086"/>
                        <a:pt x="8429" y="47905"/>
                      </a:cubicBezTo>
                      <a:cubicBezTo>
                        <a:pt x="9538" y="40723"/>
                        <a:pt x="10646" y="33586"/>
                        <a:pt x="11222" y="2627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45" name="Forme libre : forme 26344">
                  <a:extLst>
                    <a:ext uri="{FF2B5EF4-FFF2-40B4-BE49-F238E27FC236}">
                      <a16:creationId xmlns:a16="http://schemas.microsoft.com/office/drawing/2014/main" id="{F6BFDF97-CCB1-43F7-A3A0-C9691AB32099}"/>
                    </a:ext>
                  </a:extLst>
                </p:cNvPr>
                <p:cNvSpPr/>
                <p:nvPr/>
              </p:nvSpPr>
              <p:spPr>
                <a:xfrm>
                  <a:off x="5670146" y="2080564"/>
                  <a:ext cx="9652" cy="31683"/>
                </a:xfrm>
                <a:custGeom>
                  <a:avLst/>
                  <a:gdLst>
                    <a:gd name="connsiteX0" fmla="*/ 2404 w 9652"/>
                    <a:gd name="connsiteY0" fmla="*/ 31673 h 31683"/>
                    <a:gd name="connsiteX1" fmla="*/ 675 w 9652"/>
                    <a:gd name="connsiteY1" fmla="*/ 15137 h 31683"/>
                    <a:gd name="connsiteX2" fmla="*/ 7546 w 9652"/>
                    <a:gd name="connsiteY2" fmla="*/ 21 h 31683"/>
                    <a:gd name="connsiteX3" fmla="*/ 8832 w 9652"/>
                    <a:gd name="connsiteY3" fmla="*/ 16467 h 31683"/>
                    <a:gd name="connsiteX4" fmla="*/ 2404 w 9652"/>
                    <a:gd name="connsiteY4" fmla="*/ 31673 h 31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52" h="31683">
                      <a:moveTo>
                        <a:pt x="2404" y="31673"/>
                      </a:moveTo>
                      <a:cubicBezTo>
                        <a:pt x="98" y="31363"/>
                        <a:pt x="-699" y="23959"/>
                        <a:pt x="675" y="15137"/>
                      </a:cubicBezTo>
                      <a:cubicBezTo>
                        <a:pt x="2138" y="6360"/>
                        <a:pt x="5241" y="-423"/>
                        <a:pt x="7546" y="21"/>
                      </a:cubicBezTo>
                      <a:cubicBezTo>
                        <a:pt x="9763" y="464"/>
                        <a:pt x="10295" y="7823"/>
                        <a:pt x="8832" y="16467"/>
                      </a:cubicBezTo>
                      <a:cubicBezTo>
                        <a:pt x="7457" y="25156"/>
                        <a:pt x="4620" y="31983"/>
                        <a:pt x="2404" y="3167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46" name="Forme libre : forme 26345">
                  <a:extLst>
                    <a:ext uri="{FF2B5EF4-FFF2-40B4-BE49-F238E27FC236}">
                      <a16:creationId xmlns:a16="http://schemas.microsoft.com/office/drawing/2014/main" id="{6A3406B8-ECE0-4562-A6D6-98FF44E67569}"/>
                    </a:ext>
                  </a:extLst>
                </p:cNvPr>
                <p:cNvSpPr/>
                <p:nvPr/>
              </p:nvSpPr>
              <p:spPr>
                <a:xfrm>
                  <a:off x="5670156" y="2080608"/>
                  <a:ext cx="9664" cy="22363"/>
                </a:xfrm>
                <a:custGeom>
                  <a:avLst/>
                  <a:gdLst>
                    <a:gd name="connsiteX0" fmla="*/ 9664 w 9664"/>
                    <a:gd name="connsiteY0" fmla="*/ 7557 h 22363"/>
                    <a:gd name="connsiteX1" fmla="*/ 7536 w 9664"/>
                    <a:gd name="connsiteY1" fmla="*/ 21 h 22363"/>
                    <a:gd name="connsiteX2" fmla="*/ 665 w 9664"/>
                    <a:gd name="connsiteY2" fmla="*/ 15138 h 22363"/>
                    <a:gd name="connsiteX3" fmla="*/ 0 w 9664"/>
                    <a:gd name="connsiteY3" fmla="*/ 22364 h 22363"/>
                    <a:gd name="connsiteX4" fmla="*/ 887 w 9664"/>
                    <a:gd name="connsiteY4" fmla="*/ 18462 h 22363"/>
                    <a:gd name="connsiteX5" fmla="*/ 9664 w 9664"/>
                    <a:gd name="connsiteY5" fmla="*/ 7557 h 2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664" h="22363">
                      <a:moveTo>
                        <a:pt x="9664" y="7557"/>
                      </a:moveTo>
                      <a:cubicBezTo>
                        <a:pt x="9620" y="3257"/>
                        <a:pt x="8955" y="287"/>
                        <a:pt x="7536" y="21"/>
                      </a:cubicBezTo>
                      <a:cubicBezTo>
                        <a:pt x="5231" y="-423"/>
                        <a:pt x="2128" y="6316"/>
                        <a:pt x="665" y="15138"/>
                      </a:cubicBezTo>
                      <a:cubicBezTo>
                        <a:pt x="266" y="17709"/>
                        <a:pt x="44" y="20191"/>
                        <a:pt x="0" y="22364"/>
                      </a:cubicBezTo>
                      <a:cubicBezTo>
                        <a:pt x="222" y="21034"/>
                        <a:pt x="488" y="19704"/>
                        <a:pt x="887" y="18462"/>
                      </a:cubicBezTo>
                      <a:cubicBezTo>
                        <a:pt x="3236" y="11591"/>
                        <a:pt x="7004" y="6537"/>
                        <a:pt x="9664" y="7557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47" name="Forme libre : forme 26346">
                  <a:extLst>
                    <a:ext uri="{FF2B5EF4-FFF2-40B4-BE49-F238E27FC236}">
                      <a16:creationId xmlns:a16="http://schemas.microsoft.com/office/drawing/2014/main" id="{58EB9386-B7C2-4050-8DAF-7C42177A5107}"/>
                    </a:ext>
                  </a:extLst>
                </p:cNvPr>
                <p:cNvSpPr/>
                <p:nvPr/>
              </p:nvSpPr>
              <p:spPr>
                <a:xfrm>
                  <a:off x="5669015" y="2082027"/>
                  <a:ext cx="9639" cy="31724"/>
                </a:xfrm>
                <a:custGeom>
                  <a:avLst/>
                  <a:gdLst>
                    <a:gd name="connsiteX0" fmla="*/ 2427 w 9639"/>
                    <a:gd name="connsiteY0" fmla="*/ 31717 h 31724"/>
                    <a:gd name="connsiteX1" fmla="*/ 654 w 9639"/>
                    <a:gd name="connsiteY1" fmla="*/ 15182 h 31724"/>
                    <a:gd name="connsiteX2" fmla="*/ 7481 w 9639"/>
                    <a:gd name="connsiteY2" fmla="*/ 21 h 31724"/>
                    <a:gd name="connsiteX3" fmla="*/ 8855 w 9639"/>
                    <a:gd name="connsiteY3" fmla="*/ 16467 h 31724"/>
                    <a:gd name="connsiteX4" fmla="*/ 2427 w 9639"/>
                    <a:gd name="connsiteY4" fmla="*/ 31717 h 31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39" h="31724">
                      <a:moveTo>
                        <a:pt x="2427" y="31717"/>
                      </a:moveTo>
                      <a:cubicBezTo>
                        <a:pt x="166" y="31407"/>
                        <a:pt x="-720" y="24004"/>
                        <a:pt x="654" y="15182"/>
                      </a:cubicBezTo>
                      <a:cubicBezTo>
                        <a:pt x="2073" y="6360"/>
                        <a:pt x="5176" y="-423"/>
                        <a:pt x="7481" y="21"/>
                      </a:cubicBezTo>
                      <a:cubicBezTo>
                        <a:pt x="9742" y="464"/>
                        <a:pt x="10274" y="7823"/>
                        <a:pt x="8855" y="16467"/>
                      </a:cubicBezTo>
                      <a:cubicBezTo>
                        <a:pt x="7437" y="25156"/>
                        <a:pt x="4688" y="31983"/>
                        <a:pt x="2427" y="3171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48" name="Forme libre : forme 26347">
                  <a:extLst>
                    <a:ext uri="{FF2B5EF4-FFF2-40B4-BE49-F238E27FC236}">
                      <a16:creationId xmlns:a16="http://schemas.microsoft.com/office/drawing/2014/main" id="{1AFD9230-251F-4D59-8A92-E2CAA17E5E8C}"/>
                    </a:ext>
                  </a:extLst>
                </p:cNvPr>
                <p:cNvSpPr/>
                <p:nvPr/>
              </p:nvSpPr>
              <p:spPr>
                <a:xfrm>
                  <a:off x="5666314" y="2066819"/>
                  <a:ext cx="19514" cy="39033"/>
                </a:xfrm>
                <a:custGeom>
                  <a:avLst/>
                  <a:gdLst>
                    <a:gd name="connsiteX0" fmla="*/ 13462 w 19514"/>
                    <a:gd name="connsiteY0" fmla="*/ 377 h 39033"/>
                    <a:gd name="connsiteX1" fmla="*/ 9428 w 19514"/>
                    <a:gd name="connsiteY1" fmla="*/ 688 h 39033"/>
                    <a:gd name="connsiteX2" fmla="*/ 2246 w 19514"/>
                    <a:gd name="connsiteY2" fmla="*/ 15893 h 39033"/>
                    <a:gd name="connsiteX3" fmla="*/ 29 w 19514"/>
                    <a:gd name="connsiteY3" fmla="*/ 32783 h 39033"/>
                    <a:gd name="connsiteX4" fmla="*/ 2867 w 19514"/>
                    <a:gd name="connsiteY4" fmla="*/ 38724 h 39033"/>
                    <a:gd name="connsiteX5" fmla="*/ 5615 w 19514"/>
                    <a:gd name="connsiteY5" fmla="*/ 33448 h 39033"/>
                    <a:gd name="connsiteX6" fmla="*/ 12353 w 19514"/>
                    <a:gd name="connsiteY6" fmla="*/ 20725 h 39033"/>
                    <a:gd name="connsiteX7" fmla="*/ 19491 w 19514"/>
                    <a:gd name="connsiteY7" fmla="*/ 5919 h 39033"/>
                    <a:gd name="connsiteX8" fmla="*/ 13462 w 19514"/>
                    <a:gd name="connsiteY8" fmla="*/ 377 h 39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4" h="39033">
                      <a:moveTo>
                        <a:pt x="13462" y="377"/>
                      </a:moveTo>
                      <a:cubicBezTo>
                        <a:pt x="12176" y="23"/>
                        <a:pt x="10890" y="-376"/>
                        <a:pt x="9428" y="688"/>
                      </a:cubicBezTo>
                      <a:cubicBezTo>
                        <a:pt x="6590" y="2638"/>
                        <a:pt x="4019" y="9243"/>
                        <a:pt x="2246" y="15893"/>
                      </a:cubicBezTo>
                      <a:cubicBezTo>
                        <a:pt x="872" y="21434"/>
                        <a:pt x="-192" y="27552"/>
                        <a:pt x="29" y="32783"/>
                      </a:cubicBezTo>
                      <a:cubicBezTo>
                        <a:pt x="162" y="36684"/>
                        <a:pt x="1271" y="40098"/>
                        <a:pt x="2867" y="38724"/>
                      </a:cubicBezTo>
                      <a:cubicBezTo>
                        <a:pt x="3886" y="37881"/>
                        <a:pt x="4773" y="35532"/>
                        <a:pt x="5615" y="33448"/>
                      </a:cubicBezTo>
                      <a:cubicBezTo>
                        <a:pt x="7566" y="28483"/>
                        <a:pt x="10004" y="24183"/>
                        <a:pt x="12353" y="20725"/>
                      </a:cubicBezTo>
                      <a:cubicBezTo>
                        <a:pt x="14393" y="17755"/>
                        <a:pt x="19180" y="12613"/>
                        <a:pt x="19491" y="5919"/>
                      </a:cubicBezTo>
                      <a:cubicBezTo>
                        <a:pt x="19890" y="-199"/>
                        <a:pt x="15235" y="865"/>
                        <a:pt x="13462" y="37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49" name="Forme libre : forme 26348">
                  <a:extLst>
                    <a:ext uri="{FF2B5EF4-FFF2-40B4-BE49-F238E27FC236}">
                      <a16:creationId xmlns:a16="http://schemas.microsoft.com/office/drawing/2014/main" id="{2689601F-D87B-4A0B-8094-49B4D65A43DA}"/>
                    </a:ext>
                  </a:extLst>
                </p:cNvPr>
                <p:cNvSpPr/>
                <p:nvPr/>
              </p:nvSpPr>
              <p:spPr>
                <a:xfrm>
                  <a:off x="5680574" y="2074419"/>
                  <a:ext cx="3306" cy="13298"/>
                </a:xfrm>
                <a:custGeom>
                  <a:avLst/>
                  <a:gdLst>
                    <a:gd name="connsiteX0" fmla="*/ 2350 w 3306"/>
                    <a:gd name="connsiteY0" fmla="*/ 935 h 13298"/>
                    <a:gd name="connsiteX1" fmla="*/ 1596 w 3306"/>
                    <a:gd name="connsiteY1" fmla="*/ 4 h 13298"/>
                    <a:gd name="connsiteX2" fmla="*/ 621 w 3306"/>
                    <a:gd name="connsiteY2" fmla="*/ 1068 h 13298"/>
                    <a:gd name="connsiteX3" fmla="*/ 222 w 3306"/>
                    <a:gd name="connsiteY3" fmla="*/ 3373 h 13298"/>
                    <a:gd name="connsiteX4" fmla="*/ 0 w 3306"/>
                    <a:gd name="connsiteY4" fmla="*/ 9091 h 13298"/>
                    <a:gd name="connsiteX5" fmla="*/ 133 w 3306"/>
                    <a:gd name="connsiteY5" fmla="*/ 11219 h 13298"/>
                    <a:gd name="connsiteX6" fmla="*/ 3103 w 3306"/>
                    <a:gd name="connsiteY6" fmla="*/ 10023 h 13298"/>
                    <a:gd name="connsiteX7" fmla="*/ 2350 w 3306"/>
                    <a:gd name="connsiteY7" fmla="*/ 935 h 13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06" h="13298">
                      <a:moveTo>
                        <a:pt x="2350" y="935"/>
                      </a:moveTo>
                      <a:cubicBezTo>
                        <a:pt x="2172" y="491"/>
                        <a:pt x="1906" y="48"/>
                        <a:pt x="1596" y="4"/>
                      </a:cubicBezTo>
                      <a:cubicBezTo>
                        <a:pt x="1286" y="-41"/>
                        <a:pt x="887" y="314"/>
                        <a:pt x="621" y="1068"/>
                      </a:cubicBezTo>
                      <a:cubicBezTo>
                        <a:pt x="355" y="1777"/>
                        <a:pt x="266" y="2619"/>
                        <a:pt x="222" y="3373"/>
                      </a:cubicBezTo>
                      <a:cubicBezTo>
                        <a:pt x="44" y="5323"/>
                        <a:pt x="0" y="7274"/>
                        <a:pt x="0" y="9091"/>
                      </a:cubicBezTo>
                      <a:cubicBezTo>
                        <a:pt x="0" y="9845"/>
                        <a:pt x="44" y="10599"/>
                        <a:pt x="133" y="11219"/>
                      </a:cubicBezTo>
                      <a:cubicBezTo>
                        <a:pt x="665" y="13746"/>
                        <a:pt x="2483" y="14633"/>
                        <a:pt x="3103" y="10023"/>
                      </a:cubicBezTo>
                      <a:cubicBezTo>
                        <a:pt x="3591" y="6432"/>
                        <a:pt x="3147" y="2797"/>
                        <a:pt x="2350" y="93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50" name="Forme libre : forme 26349">
                  <a:extLst>
                    <a:ext uri="{FF2B5EF4-FFF2-40B4-BE49-F238E27FC236}">
                      <a16:creationId xmlns:a16="http://schemas.microsoft.com/office/drawing/2014/main" id="{D9B5D905-CCC1-4A04-8297-CE91ABE505CF}"/>
                    </a:ext>
                  </a:extLst>
                </p:cNvPr>
                <p:cNvSpPr/>
                <p:nvPr/>
              </p:nvSpPr>
              <p:spPr>
                <a:xfrm>
                  <a:off x="5663593" y="2103725"/>
                  <a:ext cx="5854" cy="20614"/>
                </a:xfrm>
                <a:custGeom>
                  <a:avLst/>
                  <a:gdLst>
                    <a:gd name="connsiteX0" fmla="*/ 5854 w 5854"/>
                    <a:gd name="connsiteY0" fmla="*/ 20614 h 20614"/>
                    <a:gd name="connsiteX1" fmla="*/ 2707 w 5854"/>
                    <a:gd name="connsiteY1" fmla="*/ 18131 h 20614"/>
                    <a:gd name="connsiteX2" fmla="*/ 667 w 5854"/>
                    <a:gd name="connsiteY2" fmla="*/ 12014 h 20614"/>
                    <a:gd name="connsiteX3" fmla="*/ 91 w 5854"/>
                    <a:gd name="connsiteY3" fmla="*/ 0 h 20614"/>
                    <a:gd name="connsiteX4" fmla="*/ 712 w 5854"/>
                    <a:gd name="connsiteY4" fmla="*/ 8645 h 20614"/>
                    <a:gd name="connsiteX5" fmla="*/ 5854 w 5854"/>
                    <a:gd name="connsiteY5" fmla="*/ 20614 h 20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854" h="20614">
                      <a:moveTo>
                        <a:pt x="5854" y="20614"/>
                      </a:moveTo>
                      <a:cubicBezTo>
                        <a:pt x="5854" y="20614"/>
                        <a:pt x="4258" y="20658"/>
                        <a:pt x="2707" y="18131"/>
                      </a:cubicBezTo>
                      <a:cubicBezTo>
                        <a:pt x="1909" y="16846"/>
                        <a:pt x="1155" y="14940"/>
                        <a:pt x="667" y="12014"/>
                      </a:cubicBezTo>
                      <a:cubicBezTo>
                        <a:pt x="180" y="9088"/>
                        <a:pt x="-175" y="5187"/>
                        <a:pt x="91" y="0"/>
                      </a:cubicBezTo>
                      <a:cubicBezTo>
                        <a:pt x="91" y="0"/>
                        <a:pt x="-42" y="4034"/>
                        <a:pt x="712" y="8645"/>
                      </a:cubicBezTo>
                      <a:cubicBezTo>
                        <a:pt x="1421" y="13211"/>
                        <a:pt x="2884" y="18353"/>
                        <a:pt x="5854" y="206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51" name="Forme libre : forme 26350">
                  <a:extLst>
                    <a:ext uri="{FF2B5EF4-FFF2-40B4-BE49-F238E27FC236}">
                      <a16:creationId xmlns:a16="http://schemas.microsoft.com/office/drawing/2014/main" id="{8B7C4D5B-C7D7-4E29-9F55-C117302C8E79}"/>
                    </a:ext>
                  </a:extLst>
                </p:cNvPr>
                <p:cNvSpPr/>
                <p:nvPr/>
              </p:nvSpPr>
              <p:spPr>
                <a:xfrm>
                  <a:off x="5685007" y="2059128"/>
                  <a:ext cx="4345" cy="23185"/>
                </a:xfrm>
                <a:custGeom>
                  <a:avLst/>
                  <a:gdLst>
                    <a:gd name="connsiteX0" fmla="*/ 3458 w 4345"/>
                    <a:gd name="connsiteY0" fmla="*/ 23185 h 23185"/>
                    <a:gd name="connsiteX1" fmla="*/ 4344 w 4345"/>
                    <a:gd name="connsiteY1" fmla="*/ 13033 h 23185"/>
                    <a:gd name="connsiteX2" fmla="*/ 0 w 4345"/>
                    <a:gd name="connsiteY2" fmla="*/ 0 h 23185"/>
                    <a:gd name="connsiteX3" fmla="*/ 2571 w 4345"/>
                    <a:gd name="connsiteY3" fmla="*/ 4921 h 23185"/>
                    <a:gd name="connsiteX4" fmla="*/ 3458 w 4345"/>
                    <a:gd name="connsiteY4" fmla="*/ 23185 h 2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5" h="23185">
                      <a:moveTo>
                        <a:pt x="3458" y="23185"/>
                      </a:moveTo>
                      <a:cubicBezTo>
                        <a:pt x="3458" y="23185"/>
                        <a:pt x="4300" y="18353"/>
                        <a:pt x="4344" y="13033"/>
                      </a:cubicBezTo>
                      <a:cubicBezTo>
                        <a:pt x="4389" y="7714"/>
                        <a:pt x="3546" y="1906"/>
                        <a:pt x="0" y="0"/>
                      </a:cubicBezTo>
                      <a:cubicBezTo>
                        <a:pt x="0" y="0"/>
                        <a:pt x="1418" y="1374"/>
                        <a:pt x="2571" y="4921"/>
                      </a:cubicBezTo>
                      <a:cubicBezTo>
                        <a:pt x="3812" y="8512"/>
                        <a:pt x="4522" y="14275"/>
                        <a:pt x="3458" y="231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52" name="Forme libre : forme 26351">
                  <a:extLst>
                    <a:ext uri="{FF2B5EF4-FFF2-40B4-BE49-F238E27FC236}">
                      <a16:creationId xmlns:a16="http://schemas.microsoft.com/office/drawing/2014/main" id="{A3FFA26D-1819-4670-98F9-AD2A7AC1617C}"/>
                    </a:ext>
                  </a:extLst>
                </p:cNvPr>
                <p:cNvSpPr/>
                <p:nvPr/>
              </p:nvSpPr>
              <p:spPr>
                <a:xfrm>
                  <a:off x="5674271" y="2094057"/>
                  <a:ext cx="3847" cy="11692"/>
                </a:xfrm>
                <a:custGeom>
                  <a:avLst/>
                  <a:gdLst>
                    <a:gd name="connsiteX0" fmla="*/ 319 w 3847"/>
                    <a:gd name="connsiteY0" fmla="*/ 11530 h 11692"/>
                    <a:gd name="connsiteX1" fmla="*/ 851 w 3847"/>
                    <a:gd name="connsiteY1" fmla="*/ 4437 h 11692"/>
                    <a:gd name="connsiteX2" fmla="*/ 3555 w 3847"/>
                    <a:gd name="connsiteY2" fmla="*/ 182 h 11692"/>
                    <a:gd name="connsiteX3" fmla="*/ 2934 w 3847"/>
                    <a:gd name="connsiteY3" fmla="*/ 7230 h 11692"/>
                    <a:gd name="connsiteX4" fmla="*/ 319 w 3847"/>
                    <a:gd name="connsiteY4" fmla="*/ 11530 h 11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47" h="11692">
                      <a:moveTo>
                        <a:pt x="319" y="11530"/>
                      </a:moveTo>
                      <a:cubicBezTo>
                        <a:pt x="-258" y="10777"/>
                        <a:pt x="-36" y="7585"/>
                        <a:pt x="851" y="4437"/>
                      </a:cubicBezTo>
                      <a:cubicBezTo>
                        <a:pt x="1737" y="1290"/>
                        <a:pt x="3023" y="-616"/>
                        <a:pt x="3555" y="182"/>
                      </a:cubicBezTo>
                      <a:cubicBezTo>
                        <a:pt x="4131" y="935"/>
                        <a:pt x="3821" y="4127"/>
                        <a:pt x="2934" y="7230"/>
                      </a:cubicBezTo>
                      <a:cubicBezTo>
                        <a:pt x="2136" y="10333"/>
                        <a:pt x="939" y="12284"/>
                        <a:pt x="319" y="1153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53" name="Forme libre : forme 26352">
                  <a:extLst>
                    <a:ext uri="{FF2B5EF4-FFF2-40B4-BE49-F238E27FC236}">
                      <a16:creationId xmlns:a16="http://schemas.microsoft.com/office/drawing/2014/main" id="{D8B4E7E1-2BAB-439F-9B5A-FD3BEB48896B}"/>
                    </a:ext>
                  </a:extLst>
                </p:cNvPr>
                <p:cNvSpPr/>
                <p:nvPr/>
              </p:nvSpPr>
              <p:spPr>
                <a:xfrm>
                  <a:off x="5674279" y="2104034"/>
                  <a:ext cx="1286" cy="3284"/>
                </a:xfrm>
                <a:custGeom>
                  <a:avLst/>
                  <a:gdLst>
                    <a:gd name="connsiteX0" fmla="*/ 399 w 1286"/>
                    <a:gd name="connsiteY0" fmla="*/ 3282 h 3284"/>
                    <a:gd name="connsiteX1" fmla="*/ 45 w 1286"/>
                    <a:gd name="connsiteY1" fmla="*/ 1554 h 3284"/>
                    <a:gd name="connsiteX2" fmla="*/ 887 w 1286"/>
                    <a:gd name="connsiteY2" fmla="*/ 2 h 3284"/>
                    <a:gd name="connsiteX3" fmla="*/ 1242 w 1286"/>
                    <a:gd name="connsiteY3" fmla="*/ 1731 h 3284"/>
                    <a:gd name="connsiteX4" fmla="*/ 399 w 1286"/>
                    <a:gd name="connsiteY4" fmla="*/ 3282 h 3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6" h="3284">
                      <a:moveTo>
                        <a:pt x="399" y="3282"/>
                      </a:moveTo>
                      <a:cubicBezTo>
                        <a:pt x="89" y="3238"/>
                        <a:pt x="-88" y="2484"/>
                        <a:pt x="45" y="1554"/>
                      </a:cubicBezTo>
                      <a:cubicBezTo>
                        <a:pt x="178" y="667"/>
                        <a:pt x="577" y="-42"/>
                        <a:pt x="887" y="2"/>
                      </a:cubicBezTo>
                      <a:cubicBezTo>
                        <a:pt x="1197" y="46"/>
                        <a:pt x="1375" y="800"/>
                        <a:pt x="1242" y="1731"/>
                      </a:cubicBezTo>
                      <a:cubicBezTo>
                        <a:pt x="1109" y="2617"/>
                        <a:pt x="754" y="3327"/>
                        <a:pt x="399" y="32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54" name="Forme libre : forme 26353">
                  <a:extLst>
                    <a:ext uri="{FF2B5EF4-FFF2-40B4-BE49-F238E27FC236}">
                      <a16:creationId xmlns:a16="http://schemas.microsoft.com/office/drawing/2014/main" id="{E4C8854D-DDB8-4625-A04B-9ED77A1264D7}"/>
                    </a:ext>
                  </a:extLst>
                </p:cNvPr>
                <p:cNvSpPr/>
                <p:nvPr/>
              </p:nvSpPr>
              <p:spPr>
                <a:xfrm>
                  <a:off x="5670895" y="2094868"/>
                  <a:ext cx="13464" cy="26789"/>
                </a:xfrm>
                <a:custGeom>
                  <a:avLst/>
                  <a:gdLst>
                    <a:gd name="connsiteX0" fmla="*/ 6664 w 13464"/>
                    <a:gd name="connsiteY0" fmla="*/ 24950 h 26789"/>
                    <a:gd name="connsiteX1" fmla="*/ 1300 w 13464"/>
                    <a:gd name="connsiteY1" fmla="*/ 26679 h 26789"/>
                    <a:gd name="connsiteX2" fmla="*/ 15 w 13464"/>
                    <a:gd name="connsiteY2" fmla="*/ 24152 h 26789"/>
                    <a:gd name="connsiteX3" fmla="*/ 1478 w 13464"/>
                    <a:gd name="connsiteY3" fmla="*/ 20694 h 26789"/>
                    <a:gd name="connsiteX4" fmla="*/ 7152 w 13464"/>
                    <a:gd name="connsiteY4" fmla="*/ 14089 h 26789"/>
                    <a:gd name="connsiteX5" fmla="*/ 13181 w 13464"/>
                    <a:gd name="connsiteY5" fmla="*/ 435 h 26789"/>
                    <a:gd name="connsiteX6" fmla="*/ 10521 w 13464"/>
                    <a:gd name="connsiteY6" fmla="*/ 18211 h 26789"/>
                    <a:gd name="connsiteX7" fmla="*/ 6664 w 13464"/>
                    <a:gd name="connsiteY7" fmla="*/ 24950 h 26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464" h="26789">
                      <a:moveTo>
                        <a:pt x="6664" y="24950"/>
                      </a:moveTo>
                      <a:cubicBezTo>
                        <a:pt x="4847" y="26723"/>
                        <a:pt x="3029" y="26989"/>
                        <a:pt x="1300" y="26679"/>
                      </a:cubicBezTo>
                      <a:cubicBezTo>
                        <a:pt x="680" y="26546"/>
                        <a:pt x="-118" y="25925"/>
                        <a:pt x="15" y="24152"/>
                      </a:cubicBezTo>
                      <a:cubicBezTo>
                        <a:pt x="148" y="22511"/>
                        <a:pt x="901" y="21359"/>
                        <a:pt x="1478" y="20694"/>
                      </a:cubicBezTo>
                      <a:cubicBezTo>
                        <a:pt x="3384" y="18743"/>
                        <a:pt x="5467" y="17812"/>
                        <a:pt x="7152" y="14089"/>
                      </a:cubicBezTo>
                      <a:cubicBezTo>
                        <a:pt x="8216" y="11783"/>
                        <a:pt x="11984" y="-2668"/>
                        <a:pt x="13181" y="435"/>
                      </a:cubicBezTo>
                      <a:cubicBezTo>
                        <a:pt x="14334" y="3538"/>
                        <a:pt x="11674" y="14842"/>
                        <a:pt x="10521" y="18211"/>
                      </a:cubicBezTo>
                      <a:cubicBezTo>
                        <a:pt x="9457" y="21314"/>
                        <a:pt x="8039" y="23620"/>
                        <a:pt x="6664" y="2495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69" name="Graphique 2">
                <a:extLst>
                  <a:ext uri="{FF2B5EF4-FFF2-40B4-BE49-F238E27FC236}">
                    <a16:creationId xmlns:a16="http://schemas.microsoft.com/office/drawing/2014/main" id="{16831F64-85EE-407D-901B-1352C01B6E1A}"/>
                  </a:ext>
                </a:extLst>
              </p:cNvPr>
              <p:cNvGrpSpPr/>
              <p:nvPr/>
            </p:nvGrpSpPr>
            <p:grpSpPr>
              <a:xfrm>
                <a:off x="5658265" y="2126361"/>
                <a:ext cx="21992" cy="70828"/>
                <a:chOff x="5658265" y="2126361"/>
                <a:chExt cx="21992" cy="70828"/>
              </a:xfrm>
              <a:solidFill>
                <a:schemeClr val="accent1"/>
              </a:solidFill>
            </p:grpSpPr>
            <p:sp>
              <p:nvSpPr>
                <p:cNvPr id="26331" name="Forme libre : forme 26330">
                  <a:extLst>
                    <a:ext uri="{FF2B5EF4-FFF2-40B4-BE49-F238E27FC236}">
                      <a16:creationId xmlns:a16="http://schemas.microsoft.com/office/drawing/2014/main" id="{D4DB975D-E74E-46BC-B4CC-E3847D69000F}"/>
                    </a:ext>
                  </a:extLst>
                </p:cNvPr>
                <p:cNvSpPr/>
                <p:nvPr/>
              </p:nvSpPr>
              <p:spPr>
                <a:xfrm>
                  <a:off x="5658265" y="2126361"/>
                  <a:ext cx="21992" cy="70784"/>
                </a:xfrm>
                <a:custGeom>
                  <a:avLst/>
                  <a:gdLst>
                    <a:gd name="connsiteX0" fmla="*/ 55 w 21992"/>
                    <a:gd name="connsiteY0" fmla="*/ 48604 h 70784"/>
                    <a:gd name="connsiteX1" fmla="*/ 543 w 21992"/>
                    <a:gd name="connsiteY1" fmla="*/ 21784 h 70784"/>
                    <a:gd name="connsiteX2" fmla="*/ 10074 w 21992"/>
                    <a:gd name="connsiteY2" fmla="*/ 18 h 70784"/>
                    <a:gd name="connsiteX3" fmla="*/ 15970 w 21992"/>
                    <a:gd name="connsiteY3" fmla="*/ 638 h 70784"/>
                    <a:gd name="connsiteX4" fmla="*/ 21866 w 21992"/>
                    <a:gd name="connsiteY4" fmla="*/ 22981 h 70784"/>
                    <a:gd name="connsiteX5" fmla="*/ 21156 w 21992"/>
                    <a:gd name="connsiteY5" fmla="*/ 48205 h 70784"/>
                    <a:gd name="connsiteX6" fmla="*/ 20758 w 21992"/>
                    <a:gd name="connsiteY6" fmla="*/ 56540 h 70784"/>
                    <a:gd name="connsiteX7" fmla="*/ 19516 w 21992"/>
                    <a:gd name="connsiteY7" fmla="*/ 63411 h 70784"/>
                    <a:gd name="connsiteX8" fmla="*/ 14684 w 21992"/>
                    <a:gd name="connsiteY8" fmla="*/ 70193 h 70784"/>
                    <a:gd name="connsiteX9" fmla="*/ 8965 w 21992"/>
                    <a:gd name="connsiteY9" fmla="*/ 70770 h 70784"/>
                    <a:gd name="connsiteX10" fmla="*/ 3069 w 21992"/>
                    <a:gd name="connsiteY10" fmla="*/ 64608 h 70784"/>
                    <a:gd name="connsiteX11" fmla="*/ 942 w 21992"/>
                    <a:gd name="connsiteY11" fmla="*/ 57426 h 70784"/>
                    <a:gd name="connsiteX12" fmla="*/ 55 w 21992"/>
                    <a:gd name="connsiteY12" fmla="*/ 48604 h 70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992" h="70784">
                      <a:moveTo>
                        <a:pt x="55" y="48604"/>
                      </a:moveTo>
                      <a:cubicBezTo>
                        <a:pt x="-78" y="39649"/>
                        <a:pt x="11" y="30695"/>
                        <a:pt x="543" y="21784"/>
                      </a:cubicBezTo>
                      <a:cubicBezTo>
                        <a:pt x="1163" y="9238"/>
                        <a:pt x="5818" y="-470"/>
                        <a:pt x="10074" y="18"/>
                      </a:cubicBezTo>
                      <a:lnTo>
                        <a:pt x="15970" y="638"/>
                      </a:lnTo>
                      <a:cubicBezTo>
                        <a:pt x="20270" y="1126"/>
                        <a:pt x="22575" y="11189"/>
                        <a:pt x="21866" y="22981"/>
                      </a:cubicBezTo>
                      <a:cubicBezTo>
                        <a:pt x="21289" y="31404"/>
                        <a:pt x="21112" y="39827"/>
                        <a:pt x="21156" y="48205"/>
                      </a:cubicBezTo>
                      <a:cubicBezTo>
                        <a:pt x="21245" y="51131"/>
                        <a:pt x="21112" y="53924"/>
                        <a:pt x="20758" y="56540"/>
                      </a:cubicBezTo>
                      <a:cubicBezTo>
                        <a:pt x="20447" y="59111"/>
                        <a:pt x="20093" y="61416"/>
                        <a:pt x="19516" y="63411"/>
                      </a:cubicBezTo>
                      <a:cubicBezTo>
                        <a:pt x="18364" y="67401"/>
                        <a:pt x="16768" y="70016"/>
                        <a:pt x="14684" y="70193"/>
                      </a:cubicBezTo>
                      <a:lnTo>
                        <a:pt x="8965" y="70770"/>
                      </a:lnTo>
                      <a:cubicBezTo>
                        <a:pt x="6882" y="70992"/>
                        <a:pt x="4665" y="68642"/>
                        <a:pt x="3069" y="64608"/>
                      </a:cubicBezTo>
                      <a:cubicBezTo>
                        <a:pt x="2227" y="62613"/>
                        <a:pt x="1474" y="60175"/>
                        <a:pt x="942" y="57426"/>
                      </a:cubicBezTo>
                      <a:cubicBezTo>
                        <a:pt x="498" y="54766"/>
                        <a:pt x="188" y="51796"/>
                        <a:pt x="55" y="4860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32" name="Forme libre : forme 26331">
                  <a:extLst>
                    <a:ext uri="{FF2B5EF4-FFF2-40B4-BE49-F238E27FC236}">
                      <a16:creationId xmlns:a16="http://schemas.microsoft.com/office/drawing/2014/main" id="{4579C5F7-49FA-4324-995E-B13CED4BAB80}"/>
                    </a:ext>
                  </a:extLst>
                </p:cNvPr>
                <p:cNvSpPr/>
                <p:nvPr/>
              </p:nvSpPr>
              <p:spPr>
                <a:xfrm>
                  <a:off x="5658309" y="2126361"/>
                  <a:ext cx="12644" cy="70828"/>
                </a:xfrm>
                <a:custGeom>
                  <a:avLst/>
                  <a:gdLst>
                    <a:gd name="connsiteX0" fmla="*/ 7281 w 12644"/>
                    <a:gd name="connsiteY0" fmla="*/ 26838 h 70828"/>
                    <a:gd name="connsiteX1" fmla="*/ 8434 w 12644"/>
                    <a:gd name="connsiteY1" fmla="*/ 11632 h 70828"/>
                    <a:gd name="connsiteX2" fmla="*/ 12645 w 12644"/>
                    <a:gd name="connsiteY2" fmla="*/ 283 h 70828"/>
                    <a:gd name="connsiteX3" fmla="*/ 10074 w 12644"/>
                    <a:gd name="connsiteY3" fmla="*/ 18 h 70828"/>
                    <a:gd name="connsiteX4" fmla="*/ 543 w 12644"/>
                    <a:gd name="connsiteY4" fmla="*/ 21784 h 70828"/>
                    <a:gd name="connsiteX5" fmla="*/ 55 w 12644"/>
                    <a:gd name="connsiteY5" fmla="*/ 48604 h 70828"/>
                    <a:gd name="connsiteX6" fmla="*/ 986 w 12644"/>
                    <a:gd name="connsiteY6" fmla="*/ 57470 h 70828"/>
                    <a:gd name="connsiteX7" fmla="*/ 3114 w 12644"/>
                    <a:gd name="connsiteY7" fmla="*/ 64652 h 70828"/>
                    <a:gd name="connsiteX8" fmla="*/ 9010 w 12644"/>
                    <a:gd name="connsiteY8" fmla="*/ 70814 h 70828"/>
                    <a:gd name="connsiteX9" fmla="*/ 9187 w 12644"/>
                    <a:gd name="connsiteY9" fmla="*/ 70814 h 70828"/>
                    <a:gd name="connsiteX10" fmla="*/ 8167 w 12644"/>
                    <a:gd name="connsiteY10" fmla="*/ 59731 h 70828"/>
                    <a:gd name="connsiteX11" fmla="*/ 7768 w 12644"/>
                    <a:gd name="connsiteY11" fmla="*/ 48782 h 70828"/>
                    <a:gd name="connsiteX12" fmla="*/ 7281 w 12644"/>
                    <a:gd name="connsiteY12" fmla="*/ 26838 h 7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44" h="70828">
                      <a:moveTo>
                        <a:pt x="7281" y="26838"/>
                      </a:moveTo>
                      <a:cubicBezTo>
                        <a:pt x="7148" y="21607"/>
                        <a:pt x="7414" y="16287"/>
                        <a:pt x="8434" y="11632"/>
                      </a:cubicBezTo>
                      <a:cubicBezTo>
                        <a:pt x="9364" y="6978"/>
                        <a:pt x="10783" y="2943"/>
                        <a:pt x="12645" y="283"/>
                      </a:cubicBezTo>
                      <a:lnTo>
                        <a:pt x="10074" y="18"/>
                      </a:lnTo>
                      <a:cubicBezTo>
                        <a:pt x="5818" y="-470"/>
                        <a:pt x="1163" y="9283"/>
                        <a:pt x="543" y="21784"/>
                      </a:cubicBezTo>
                      <a:cubicBezTo>
                        <a:pt x="11" y="30694"/>
                        <a:pt x="-78" y="39649"/>
                        <a:pt x="55" y="48604"/>
                      </a:cubicBezTo>
                      <a:cubicBezTo>
                        <a:pt x="188" y="51752"/>
                        <a:pt x="498" y="54766"/>
                        <a:pt x="986" y="57470"/>
                      </a:cubicBezTo>
                      <a:cubicBezTo>
                        <a:pt x="1518" y="60175"/>
                        <a:pt x="2271" y="62613"/>
                        <a:pt x="3114" y="64652"/>
                      </a:cubicBezTo>
                      <a:cubicBezTo>
                        <a:pt x="4754" y="68686"/>
                        <a:pt x="6971" y="71036"/>
                        <a:pt x="9010" y="70814"/>
                      </a:cubicBezTo>
                      <a:lnTo>
                        <a:pt x="9187" y="70814"/>
                      </a:lnTo>
                      <a:cubicBezTo>
                        <a:pt x="8611" y="67090"/>
                        <a:pt x="8478" y="63367"/>
                        <a:pt x="8167" y="59731"/>
                      </a:cubicBezTo>
                      <a:cubicBezTo>
                        <a:pt x="7946" y="56052"/>
                        <a:pt x="7901" y="52417"/>
                        <a:pt x="7768" y="48782"/>
                      </a:cubicBezTo>
                      <a:cubicBezTo>
                        <a:pt x="7635" y="41467"/>
                        <a:pt x="7635" y="34241"/>
                        <a:pt x="7281" y="26838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33" name="Forme libre : forme 26332">
                  <a:extLst>
                    <a:ext uri="{FF2B5EF4-FFF2-40B4-BE49-F238E27FC236}">
                      <a16:creationId xmlns:a16="http://schemas.microsoft.com/office/drawing/2014/main" id="{79576B4F-3DAE-4B00-B164-C7DCD3BFEC2F}"/>
                    </a:ext>
                  </a:extLst>
                </p:cNvPr>
                <p:cNvSpPr/>
                <p:nvPr/>
              </p:nvSpPr>
              <p:spPr>
                <a:xfrm>
                  <a:off x="5664388" y="2150491"/>
                  <a:ext cx="7985" cy="32011"/>
                </a:xfrm>
                <a:custGeom>
                  <a:avLst/>
                  <a:gdLst>
                    <a:gd name="connsiteX0" fmla="*/ 4261 w 7985"/>
                    <a:gd name="connsiteY0" fmla="*/ 32010 h 32011"/>
                    <a:gd name="connsiteX1" fmla="*/ 6 w 7985"/>
                    <a:gd name="connsiteY1" fmla="*/ 15962 h 32011"/>
                    <a:gd name="connsiteX2" fmla="*/ 1424 w 7985"/>
                    <a:gd name="connsiteY2" fmla="*/ 4569 h 32011"/>
                    <a:gd name="connsiteX3" fmla="*/ 4483 w 7985"/>
                    <a:gd name="connsiteY3" fmla="*/ 3 h 32011"/>
                    <a:gd name="connsiteX4" fmla="*/ 7098 w 7985"/>
                    <a:gd name="connsiteY4" fmla="*/ 4791 h 32011"/>
                    <a:gd name="connsiteX5" fmla="*/ 7985 w 7985"/>
                    <a:gd name="connsiteY5" fmla="*/ 16051 h 32011"/>
                    <a:gd name="connsiteX6" fmla="*/ 4261 w 7985"/>
                    <a:gd name="connsiteY6" fmla="*/ 32010 h 32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985" h="32011">
                      <a:moveTo>
                        <a:pt x="4261" y="32010"/>
                      </a:moveTo>
                      <a:cubicBezTo>
                        <a:pt x="2133" y="32143"/>
                        <a:pt x="-128" y="24917"/>
                        <a:pt x="6" y="15962"/>
                      </a:cubicBezTo>
                      <a:cubicBezTo>
                        <a:pt x="-39" y="11485"/>
                        <a:pt x="671" y="7451"/>
                        <a:pt x="1424" y="4569"/>
                      </a:cubicBezTo>
                      <a:cubicBezTo>
                        <a:pt x="2222" y="1688"/>
                        <a:pt x="3419" y="-86"/>
                        <a:pt x="4483" y="3"/>
                      </a:cubicBezTo>
                      <a:cubicBezTo>
                        <a:pt x="5636" y="47"/>
                        <a:pt x="6434" y="1909"/>
                        <a:pt x="7098" y="4791"/>
                      </a:cubicBezTo>
                      <a:cubicBezTo>
                        <a:pt x="7764" y="7717"/>
                        <a:pt x="7941" y="11662"/>
                        <a:pt x="7985" y="16051"/>
                      </a:cubicBezTo>
                      <a:cubicBezTo>
                        <a:pt x="7852" y="24740"/>
                        <a:pt x="6522" y="31877"/>
                        <a:pt x="4261" y="3201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34" name="Forme libre : forme 26333">
                  <a:extLst>
                    <a:ext uri="{FF2B5EF4-FFF2-40B4-BE49-F238E27FC236}">
                      <a16:creationId xmlns:a16="http://schemas.microsoft.com/office/drawing/2014/main" id="{68A3C1E4-6344-4859-B0B6-7A32B396E4CE}"/>
                    </a:ext>
                  </a:extLst>
                </p:cNvPr>
                <p:cNvSpPr/>
                <p:nvPr/>
              </p:nvSpPr>
              <p:spPr>
                <a:xfrm>
                  <a:off x="5664391" y="2150405"/>
                  <a:ext cx="7538" cy="23230"/>
                </a:xfrm>
                <a:custGeom>
                  <a:avLst/>
                  <a:gdLst>
                    <a:gd name="connsiteX0" fmla="*/ 7538 w 7538"/>
                    <a:gd name="connsiteY0" fmla="*/ 7183 h 23230"/>
                    <a:gd name="connsiteX1" fmla="*/ 4479 w 7538"/>
                    <a:gd name="connsiteY1" fmla="*/ 1 h 23230"/>
                    <a:gd name="connsiteX2" fmla="*/ 1421 w 7538"/>
                    <a:gd name="connsiteY2" fmla="*/ 4567 h 23230"/>
                    <a:gd name="connsiteX3" fmla="*/ 2 w 7538"/>
                    <a:gd name="connsiteY3" fmla="*/ 15960 h 23230"/>
                    <a:gd name="connsiteX4" fmla="*/ 445 w 7538"/>
                    <a:gd name="connsiteY4" fmla="*/ 23230 h 23230"/>
                    <a:gd name="connsiteX5" fmla="*/ 711 w 7538"/>
                    <a:gd name="connsiteY5" fmla="*/ 19196 h 23230"/>
                    <a:gd name="connsiteX6" fmla="*/ 7538 w 7538"/>
                    <a:gd name="connsiteY6" fmla="*/ 7183 h 23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38" h="23230">
                      <a:moveTo>
                        <a:pt x="7538" y="7183"/>
                      </a:moveTo>
                      <a:cubicBezTo>
                        <a:pt x="6918" y="2927"/>
                        <a:pt x="5898" y="90"/>
                        <a:pt x="4479" y="1"/>
                      </a:cubicBezTo>
                      <a:cubicBezTo>
                        <a:pt x="3371" y="-43"/>
                        <a:pt x="2219" y="1685"/>
                        <a:pt x="1421" y="4567"/>
                      </a:cubicBezTo>
                      <a:cubicBezTo>
                        <a:pt x="623" y="7449"/>
                        <a:pt x="-42" y="11483"/>
                        <a:pt x="2" y="15960"/>
                      </a:cubicBezTo>
                      <a:cubicBezTo>
                        <a:pt x="2" y="18576"/>
                        <a:pt x="179" y="21058"/>
                        <a:pt x="445" y="23230"/>
                      </a:cubicBezTo>
                      <a:cubicBezTo>
                        <a:pt x="445" y="21856"/>
                        <a:pt x="534" y="20526"/>
                        <a:pt x="711" y="19196"/>
                      </a:cubicBezTo>
                      <a:cubicBezTo>
                        <a:pt x="1820" y="12103"/>
                        <a:pt x="4878" y="6517"/>
                        <a:pt x="7538" y="7183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35" name="Forme libre : forme 26334">
                  <a:extLst>
                    <a:ext uri="{FF2B5EF4-FFF2-40B4-BE49-F238E27FC236}">
                      <a16:creationId xmlns:a16="http://schemas.microsoft.com/office/drawing/2014/main" id="{E48D986C-9066-4C83-87A3-80321E789C75}"/>
                    </a:ext>
                  </a:extLst>
                </p:cNvPr>
                <p:cNvSpPr/>
                <p:nvPr/>
              </p:nvSpPr>
              <p:spPr>
                <a:xfrm>
                  <a:off x="5663460" y="2152001"/>
                  <a:ext cx="7982" cy="32142"/>
                </a:xfrm>
                <a:custGeom>
                  <a:avLst/>
                  <a:gdLst>
                    <a:gd name="connsiteX0" fmla="*/ 4347 w 7982"/>
                    <a:gd name="connsiteY0" fmla="*/ 32141 h 32142"/>
                    <a:gd name="connsiteX1" fmla="*/ 2 w 7982"/>
                    <a:gd name="connsiteY1" fmla="*/ 16049 h 32142"/>
                    <a:gd name="connsiteX2" fmla="*/ 1377 w 7982"/>
                    <a:gd name="connsiteY2" fmla="*/ 4611 h 32142"/>
                    <a:gd name="connsiteX3" fmla="*/ 4391 w 7982"/>
                    <a:gd name="connsiteY3" fmla="*/ 1 h 32142"/>
                    <a:gd name="connsiteX4" fmla="*/ 7051 w 7982"/>
                    <a:gd name="connsiteY4" fmla="*/ 4789 h 32142"/>
                    <a:gd name="connsiteX5" fmla="*/ 7982 w 7982"/>
                    <a:gd name="connsiteY5" fmla="*/ 16049 h 32142"/>
                    <a:gd name="connsiteX6" fmla="*/ 4347 w 7982"/>
                    <a:gd name="connsiteY6" fmla="*/ 32141 h 32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982" h="32142">
                      <a:moveTo>
                        <a:pt x="4347" y="32141"/>
                      </a:moveTo>
                      <a:cubicBezTo>
                        <a:pt x="2263" y="32274"/>
                        <a:pt x="-86" y="25048"/>
                        <a:pt x="2" y="16049"/>
                      </a:cubicBezTo>
                      <a:cubicBezTo>
                        <a:pt x="-42" y="11527"/>
                        <a:pt x="579" y="7493"/>
                        <a:pt x="1377" y="4611"/>
                      </a:cubicBezTo>
                      <a:cubicBezTo>
                        <a:pt x="2175" y="1685"/>
                        <a:pt x="3283" y="-44"/>
                        <a:pt x="4391" y="1"/>
                      </a:cubicBezTo>
                      <a:cubicBezTo>
                        <a:pt x="5500" y="45"/>
                        <a:pt x="6430" y="1907"/>
                        <a:pt x="7051" y="4789"/>
                      </a:cubicBezTo>
                      <a:cubicBezTo>
                        <a:pt x="7716" y="7714"/>
                        <a:pt x="7938" y="11660"/>
                        <a:pt x="7982" y="16049"/>
                      </a:cubicBezTo>
                      <a:cubicBezTo>
                        <a:pt x="7893" y="24826"/>
                        <a:pt x="6652" y="32008"/>
                        <a:pt x="4347" y="3214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36" name="Forme libre : forme 26335">
                  <a:extLst>
                    <a:ext uri="{FF2B5EF4-FFF2-40B4-BE49-F238E27FC236}">
                      <a16:creationId xmlns:a16="http://schemas.microsoft.com/office/drawing/2014/main" id="{AD2847FE-F7F1-4B2B-93A5-F7D787148F8F}"/>
                    </a:ext>
                  </a:extLst>
                </p:cNvPr>
                <p:cNvSpPr/>
                <p:nvPr/>
              </p:nvSpPr>
              <p:spPr>
                <a:xfrm>
                  <a:off x="5659920" y="2136680"/>
                  <a:ext cx="15907" cy="40140"/>
                </a:xfrm>
                <a:custGeom>
                  <a:avLst/>
                  <a:gdLst>
                    <a:gd name="connsiteX0" fmla="*/ 9394 w 15907"/>
                    <a:gd name="connsiteY0" fmla="*/ 160 h 40140"/>
                    <a:gd name="connsiteX1" fmla="*/ 5537 w 15907"/>
                    <a:gd name="connsiteY1" fmla="*/ 959 h 40140"/>
                    <a:gd name="connsiteX2" fmla="*/ 483 w 15907"/>
                    <a:gd name="connsiteY2" fmla="*/ 17051 h 40140"/>
                    <a:gd name="connsiteX3" fmla="*/ 749 w 15907"/>
                    <a:gd name="connsiteY3" fmla="*/ 34251 h 40140"/>
                    <a:gd name="connsiteX4" fmla="*/ 4429 w 15907"/>
                    <a:gd name="connsiteY4" fmla="*/ 39704 h 40140"/>
                    <a:gd name="connsiteX5" fmla="*/ 6246 w 15907"/>
                    <a:gd name="connsiteY5" fmla="*/ 34029 h 40140"/>
                    <a:gd name="connsiteX6" fmla="*/ 10901 w 15907"/>
                    <a:gd name="connsiteY6" fmla="*/ 20420 h 40140"/>
                    <a:gd name="connsiteX7" fmla="*/ 15866 w 15907"/>
                    <a:gd name="connsiteY7" fmla="*/ 4860 h 40140"/>
                    <a:gd name="connsiteX8" fmla="*/ 9394 w 15907"/>
                    <a:gd name="connsiteY8" fmla="*/ 160 h 40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907" h="40140">
                      <a:moveTo>
                        <a:pt x="9394" y="160"/>
                      </a:moveTo>
                      <a:cubicBezTo>
                        <a:pt x="8152" y="-61"/>
                        <a:pt x="6822" y="-238"/>
                        <a:pt x="5537" y="959"/>
                      </a:cubicBezTo>
                      <a:cubicBezTo>
                        <a:pt x="3010" y="3219"/>
                        <a:pt x="1325" y="10179"/>
                        <a:pt x="483" y="17051"/>
                      </a:cubicBezTo>
                      <a:cubicBezTo>
                        <a:pt x="-138" y="22769"/>
                        <a:pt x="-270" y="29064"/>
                        <a:pt x="749" y="34251"/>
                      </a:cubicBezTo>
                      <a:cubicBezTo>
                        <a:pt x="1414" y="38108"/>
                        <a:pt x="3143" y="41344"/>
                        <a:pt x="4429" y="39704"/>
                      </a:cubicBezTo>
                      <a:cubicBezTo>
                        <a:pt x="5227" y="38684"/>
                        <a:pt x="5714" y="36246"/>
                        <a:pt x="6246" y="34029"/>
                      </a:cubicBezTo>
                      <a:cubicBezTo>
                        <a:pt x="7399" y="28798"/>
                        <a:pt x="8995" y="24188"/>
                        <a:pt x="10901" y="20420"/>
                      </a:cubicBezTo>
                      <a:cubicBezTo>
                        <a:pt x="12408" y="17184"/>
                        <a:pt x="16354" y="11509"/>
                        <a:pt x="15866" y="4860"/>
                      </a:cubicBezTo>
                      <a:cubicBezTo>
                        <a:pt x="15467" y="-1169"/>
                        <a:pt x="11123" y="426"/>
                        <a:pt x="9394" y="16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37" name="Forme libre : forme 26336">
                  <a:extLst>
                    <a:ext uri="{FF2B5EF4-FFF2-40B4-BE49-F238E27FC236}">
                      <a16:creationId xmlns:a16="http://schemas.microsoft.com/office/drawing/2014/main" id="{E9E4A970-B0D6-4EAC-84EC-E4996EDDD20F}"/>
                    </a:ext>
                  </a:extLst>
                </p:cNvPr>
                <p:cNvSpPr/>
                <p:nvPr/>
              </p:nvSpPr>
              <p:spPr>
                <a:xfrm>
                  <a:off x="5671491" y="2143668"/>
                  <a:ext cx="3633" cy="13030"/>
                </a:xfrm>
                <a:custGeom>
                  <a:avLst/>
                  <a:gdLst>
                    <a:gd name="connsiteX0" fmla="*/ 1769 w 3633"/>
                    <a:gd name="connsiteY0" fmla="*/ 842 h 13030"/>
                    <a:gd name="connsiteX1" fmla="*/ 971 w 3633"/>
                    <a:gd name="connsiteY1" fmla="*/ 0 h 13030"/>
                    <a:gd name="connsiteX2" fmla="*/ 128 w 3633"/>
                    <a:gd name="connsiteY2" fmla="*/ 1153 h 13030"/>
                    <a:gd name="connsiteX3" fmla="*/ 40 w 3633"/>
                    <a:gd name="connsiteY3" fmla="*/ 3458 h 13030"/>
                    <a:gd name="connsiteX4" fmla="*/ 527 w 3633"/>
                    <a:gd name="connsiteY4" fmla="*/ 9132 h 13030"/>
                    <a:gd name="connsiteX5" fmla="*/ 971 w 3633"/>
                    <a:gd name="connsiteY5" fmla="*/ 11171 h 13030"/>
                    <a:gd name="connsiteX6" fmla="*/ 3630 w 3633"/>
                    <a:gd name="connsiteY6" fmla="*/ 9576 h 13030"/>
                    <a:gd name="connsiteX7" fmla="*/ 1769 w 3633"/>
                    <a:gd name="connsiteY7" fmla="*/ 842 h 13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33" h="13030">
                      <a:moveTo>
                        <a:pt x="1769" y="842"/>
                      </a:moveTo>
                      <a:cubicBezTo>
                        <a:pt x="1547" y="399"/>
                        <a:pt x="1237" y="44"/>
                        <a:pt x="971" y="0"/>
                      </a:cubicBezTo>
                      <a:cubicBezTo>
                        <a:pt x="660" y="0"/>
                        <a:pt x="306" y="399"/>
                        <a:pt x="128" y="1153"/>
                      </a:cubicBezTo>
                      <a:cubicBezTo>
                        <a:pt x="-49" y="1862"/>
                        <a:pt x="-5" y="2704"/>
                        <a:pt x="40" y="3458"/>
                      </a:cubicBezTo>
                      <a:cubicBezTo>
                        <a:pt x="128" y="5408"/>
                        <a:pt x="306" y="7315"/>
                        <a:pt x="527" y="9132"/>
                      </a:cubicBezTo>
                      <a:cubicBezTo>
                        <a:pt x="616" y="9886"/>
                        <a:pt x="793" y="10595"/>
                        <a:pt x="971" y="11171"/>
                      </a:cubicBezTo>
                      <a:cubicBezTo>
                        <a:pt x="1813" y="13610"/>
                        <a:pt x="3719" y="14186"/>
                        <a:pt x="3630" y="9576"/>
                      </a:cubicBezTo>
                      <a:cubicBezTo>
                        <a:pt x="3630" y="6118"/>
                        <a:pt x="2744" y="2616"/>
                        <a:pt x="1769" y="84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38" name="Forme libre : forme 26337">
                  <a:extLst>
                    <a:ext uri="{FF2B5EF4-FFF2-40B4-BE49-F238E27FC236}">
                      <a16:creationId xmlns:a16="http://schemas.microsoft.com/office/drawing/2014/main" id="{03E922EB-3F63-4D69-BA69-D3A34CB0BF5F}"/>
                    </a:ext>
                  </a:extLst>
                </p:cNvPr>
                <p:cNvSpPr/>
                <p:nvPr/>
              </p:nvSpPr>
              <p:spPr>
                <a:xfrm>
                  <a:off x="5658808" y="2175453"/>
                  <a:ext cx="9087" cy="19526"/>
                </a:xfrm>
                <a:custGeom>
                  <a:avLst/>
                  <a:gdLst>
                    <a:gd name="connsiteX0" fmla="*/ 9088 w 9087"/>
                    <a:gd name="connsiteY0" fmla="*/ 19506 h 19526"/>
                    <a:gd name="connsiteX1" fmla="*/ 5674 w 9087"/>
                    <a:gd name="connsiteY1" fmla="*/ 17644 h 19526"/>
                    <a:gd name="connsiteX2" fmla="*/ 2616 w 9087"/>
                    <a:gd name="connsiteY2" fmla="*/ 11925 h 19526"/>
                    <a:gd name="connsiteX3" fmla="*/ 0 w 9087"/>
                    <a:gd name="connsiteY3" fmla="*/ 0 h 19526"/>
                    <a:gd name="connsiteX4" fmla="*/ 1995 w 9087"/>
                    <a:gd name="connsiteY4" fmla="*/ 8556 h 19526"/>
                    <a:gd name="connsiteX5" fmla="*/ 9088 w 9087"/>
                    <a:gd name="connsiteY5" fmla="*/ 19506 h 19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087" h="19526">
                      <a:moveTo>
                        <a:pt x="9088" y="19506"/>
                      </a:moveTo>
                      <a:cubicBezTo>
                        <a:pt x="9088" y="19506"/>
                        <a:pt x="7581" y="19860"/>
                        <a:pt x="5674" y="17644"/>
                      </a:cubicBezTo>
                      <a:cubicBezTo>
                        <a:pt x="4699" y="16535"/>
                        <a:pt x="3635" y="14762"/>
                        <a:pt x="2616" y="11925"/>
                      </a:cubicBezTo>
                      <a:cubicBezTo>
                        <a:pt x="1507" y="9088"/>
                        <a:pt x="709" y="5275"/>
                        <a:pt x="0" y="0"/>
                      </a:cubicBezTo>
                      <a:cubicBezTo>
                        <a:pt x="0" y="0"/>
                        <a:pt x="621" y="4078"/>
                        <a:pt x="1995" y="8556"/>
                      </a:cubicBezTo>
                      <a:cubicBezTo>
                        <a:pt x="3502" y="13033"/>
                        <a:pt x="5896" y="17865"/>
                        <a:pt x="9088" y="195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39" name="Forme libre : forme 26338">
                  <a:extLst>
                    <a:ext uri="{FF2B5EF4-FFF2-40B4-BE49-F238E27FC236}">
                      <a16:creationId xmlns:a16="http://schemas.microsoft.com/office/drawing/2014/main" id="{F84D373B-9643-4AC9-8441-0382E3DA65A1}"/>
                    </a:ext>
                  </a:extLst>
                </p:cNvPr>
                <p:cNvSpPr/>
                <p:nvPr/>
              </p:nvSpPr>
              <p:spPr>
                <a:xfrm>
                  <a:off x="5673525" y="2128196"/>
                  <a:ext cx="5968" cy="22475"/>
                </a:xfrm>
                <a:custGeom>
                  <a:avLst/>
                  <a:gdLst>
                    <a:gd name="connsiteX0" fmla="*/ 5940 w 5968"/>
                    <a:gd name="connsiteY0" fmla="*/ 22476 h 22475"/>
                    <a:gd name="connsiteX1" fmla="*/ 5586 w 5968"/>
                    <a:gd name="connsiteY1" fmla="*/ 12368 h 22475"/>
                    <a:gd name="connsiteX2" fmla="*/ 0 w 5968"/>
                    <a:gd name="connsiteY2" fmla="*/ 0 h 22475"/>
                    <a:gd name="connsiteX3" fmla="*/ 3014 w 5968"/>
                    <a:gd name="connsiteY3" fmla="*/ 4566 h 22475"/>
                    <a:gd name="connsiteX4" fmla="*/ 5940 w 5968"/>
                    <a:gd name="connsiteY4" fmla="*/ 22476 h 22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68" h="22475">
                      <a:moveTo>
                        <a:pt x="5940" y="22476"/>
                      </a:moveTo>
                      <a:cubicBezTo>
                        <a:pt x="5940" y="22476"/>
                        <a:pt x="6118" y="17599"/>
                        <a:pt x="5586" y="12368"/>
                      </a:cubicBezTo>
                      <a:cubicBezTo>
                        <a:pt x="5054" y="7137"/>
                        <a:pt x="3591" y="1507"/>
                        <a:pt x="0" y="0"/>
                      </a:cubicBezTo>
                      <a:cubicBezTo>
                        <a:pt x="0" y="0"/>
                        <a:pt x="1507" y="1197"/>
                        <a:pt x="3014" y="4566"/>
                      </a:cubicBezTo>
                      <a:cubicBezTo>
                        <a:pt x="4477" y="8024"/>
                        <a:pt x="5807" y="13610"/>
                        <a:pt x="5940" y="2247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40" name="Forme libre : forme 26339">
                  <a:extLst>
                    <a:ext uri="{FF2B5EF4-FFF2-40B4-BE49-F238E27FC236}">
                      <a16:creationId xmlns:a16="http://schemas.microsoft.com/office/drawing/2014/main" id="{2E51AA6B-64A2-474C-902B-B442277CE199}"/>
                    </a:ext>
                  </a:extLst>
                </p:cNvPr>
                <p:cNvSpPr/>
                <p:nvPr/>
              </p:nvSpPr>
              <p:spPr>
                <a:xfrm>
                  <a:off x="5668762" y="2163699"/>
                  <a:ext cx="2833" cy="11965"/>
                </a:xfrm>
                <a:custGeom>
                  <a:avLst/>
                  <a:gdLst>
                    <a:gd name="connsiteX0" fmla="*/ 729 w 2833"/>
                    <a:gd name="connsiteY0" fmla="*/ 11842 h 11965"/>
                    <a:gd name="connsiteX1" fmla="*/ 197 w 2833"/>
                    <a:gd name="connsiteY1" fmla="*/ 4749 h 11965"/>
                    <a:gd name="connsiteX2" fmla="*/ 2148 w 2833"/>
                    <a:gd name="connsiteY2" fmla="*/ 139 h 11965"/>
                    <a:gd name="connsiteX3" fmla="*/ 2635 w 2833"/>
                    <a:gd name="connsiteY3" fmla="*/ 7187 h 11965"/>
                    <a:gd name="connsiteX4" fmla="*/ 729 w 2833"/>
                    <a:gd name="connsiteY4" fmla="*/ 11842 h 11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33" h="11965">
                      <a:moveTo>
                        <a:pt x="729" y="11842"/>
                      </a:moveTo>
                      <a:cubicBezTo>
                        <a:pt x="20" y="11177"/>
                        <a:pt x="-202" y="7985"/>
                        <a:pt x="197" y="4749"/>
                      </a:cubicBezTo>
                      <a:cubicBezTo>
                        <a:pt x="596" y="1513"/>
                        <a:pt x="1438" y="-571"/>
                        <a:pt x="2148" y="139"/>
                      </a:cubicBezTo>
                      <a:cubicBezTo>
                        <a:pt x="2813" y="804"/>
                        <a:pt x="3034" y="3951"/>
                        <a:pt x="2635" y="7187"/>
                      </a:cubicBezTo>
                      <a:cubicBezTo>
                        <a:pt x="2192" y="10423"/>
                        <a:pt x="1438" y="12507"/>
                        <a:pt x="729" y="1184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41" name="Forme libre : forme 26340">
                  <a:extLst>
                    <a:ext uri="{FF2B5EF4-FFF2-40B4-BE49-F238E27FC236}">
                      <a16:creationId xmlns:a16="http://schemas.microsoft.com/office/drawing/2014/main" id="{2FE0DF9C-B6A1-41DC-8F70-CF73AC4CC47F}"/>
                    </a:ext>
                  </a:extLst>
                </p:cNvPr>
                <p:cNvSpPr/>
                <p:nvPr/>
              </p:nvSpPr>
              <p:spPr>
                <a:xfrm>
                  <a:off x="5669265" y="2173946"/>
                  <a:ext cx="1157" cy="3324"/>
                </a:xfrm>
                <a:custGeom>
                  <a:avLst/>
                  <a:gdLst>
                    <a:gd name="connsiteX0" fmla="*/ 626 w 1157"/>
                    <a:gd name="connsiteY0" fmla="*/ 3325 h 3324"/>
                    <a:gd name="connsiteX1" fmla="*/ 5 w 1157"/>
                    <a:gd name="connsiteY1" fmla="*/ 1684 h 3324"/>
                    <a:gd name="connsiteX2" fmla="*/ 537 w 1157"/>
                    <a:gd name="connsiteY2" fmla="*/ 0 h 3324"/>
                    <a:gd name="connsiteX3" fmla="*/ 1157 w 1157"/>
                    <a:gd name="connsiteY3" fmla="*/ 1640 h 3324"/>
                    <a:gd name="connsiteX4" fmla="*/ 626 w 1157"/>
                    <a:gd name="connsiteY4" fmla="*/ 3325 h 3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7" h="3324">
                      <a:moveTo>
                        <a:pt x="626" y="3325"/>
                      </a:moveTo>
                      <a:cubicBezTo>
                        <a:pt x="315" y="3325"/>
                        <a:pt x="49" y="2616"/>
                        <a:pt x="5" y="1684"/>
                      </a:cubicBezTo>
                      <a:cubicBezTo>
                        <a:pt x="-39" y="754"/>
                        <a:pt x="227" y="44"/>
                        <a:pt x="537" y="0"/>
                      </a:cubicBezTo>
                      <a:cubicBezTo>
                        <a:pt x="847" y="0"/>
                        <a:pt x="1113" y="709"/>
                        <a:pt x="1157" y="1640"/>
                      </a:cubicBezTo>
                      <a:cubicBezTo>
                        <a:pt x="1157" y="2571"/>
                        <a:pt x="936" y="3280"/>
                        <a:pt x="626" y="332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42" name="Forme libre : forme 26341">
                  <a:extLst>
                    <a:ext uri="{FF2B5EF4-FFF2-40B4-BE49-F238E27FC236}">
                      <a16:creationId xmlns:a16="http://schemas.microsoft.com/office/drawing/2014/main" id="{EC357464-46AB-4DD6-BF57-9CC724338A34}"/>
                    </a:ext>
                  </a:extLst>
                </p:cNvPr>
                <p:cNvSpPr/>
                <p:nvPr/>
              </p:nvSpPr>
              <p:spPr>
                <a:xfrm>
                  <a:off x="5668239" y="2163695"/>
                  <a:ext cx="9695" cy="27983"/>
                </a:xfrm>
                <a:custGeom>
                  <a:avLst/>
                  <a:gdLst>
                    <a:gd name="connsiteX0" fmla="*/ 6527 w 9695"/>
                    <a:gd name="connsiteY0" fmla="*/ 25279 h 27983"/>
                    <a:gd name="connsiteX1" fmla="*/ 1740 w 9695"/>
                    <a:gd name="connsiteY1" fmla="*/ 27983 h 27983"/>
                    <a:gd name="connsiteX2" fmla="*/ 55 w 9695"/>
                    <a:gd name="connsiteY2" fmla="*/ 25722 h 27983"/>
                    <a:gd name="connsiteX3" fmla="*/ 809 w 9695"/>
                    <a:gd name="connsiteY3" fmla="*/ 22087 h 27983"/>
                    <a:gd name="connsiteX4" fmla="*/ 5153 w 9695"/>
                    <a:gd name="connsiteY4" fmla="*/ 14640 h 27983"/>
                    <a:gd name="connsiteX5" fmla="*/ 6572 w 9695"/>
                    <a:gd name="connsiteY5" fmla="*/ 5508 h 27983"/>
                    <a:gd name="connsiteX6" fmla="*/ 8788 w 9695"/>
                    <a:gd name="connsiteY6" fmla="*/ 365 h 27983"/>
                    <a:gd name="connsiteX7" fmla="*/ 9675 w 9695"/>
                    <a:gd name="connsiteY7" fmla="*/ 9010 h 27983"/>
                    <a:gd name="connsiteX8" fmla="*/ 9054 w 9695"/>
                    <a:gd name="connsiteY8" fmla="*/ 18098 h 27983"/>
                    <a:gd name="connsiteX9" fmla="*/ 6527 w 9695"/>
                    <a:gd name="connsiteY9" fmla="*/ 25279 h 27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695" h="27983">
                      <a:moveTo>
                        <a:pt x="6527" y="25279"/>
                      </a:moveTo>
                      <a:cubicBezTo>
                        <a:pt x="5109" y="27363"/>
                        <a:pt x="3424" y="27939"/>
                        <a:pt x="1740" y="27983"/>
                      </a:cubicBezTo>
                      <a:cubicBezTo>
                        <a:pt x="1119" y="27983"/>
                        <a:pt x="277" y="27540"/>
                        <a:pt x="55" y="25722"/>
                      </a:cubicBezTo>
                      <a:cubicBezTo>
                        <a:pt x="-167" y="24082"/>
                        <a:pt x="321" y="22797"/>
                        <a:pt x="809" y="22087"/>
                      </a:cubicBezTo>
                      <a:cubicBezTo>
                        <a:pt x="2227" y="19826"/>
                        <a:pt x="4134" y="18541"/>
                        <a:pt x="5153" y="14640"/>
                      </a:cubicBezTo>
                      <a:cubicBezTo>
                        <a:pt x="5463" y="13398"/>
                        <a:pt x="5862" y="9143"/>
                        <a:pt x="6572" y="5508"/>
                      </a:cubicBezTo>
                      <a:cubicBezTo>
                        <a:pt x="7237" y="1872"/>
                        <a:pt x="7990" y="-1053"/>
                        <a:pt x="8788" y="365"/>
                      </a:cubicBezTo>
                      <a:cubicBezTo>
                        <a:pt x="9586" y="1784"/>
                        <a:pt x="9764" y="5375"/>
                        <a:pt x="9675" y="9010"/>
                      </a:cubicBezTo>
                      <a:cubicBezTo>
                        <a:pt x="9586" y="12645"/>
                        <a:pt x="9409" y="16369"/>
                        <a:pt x="9054" y="18098"/>
                      </a:cubicBezTo>
                      <a:cubicBezTo>
                        <a:pt x="8434" y="21245"/>
                        <a:pt x="7636" y="23727"/>
                        <a:pt x="6527" y="2527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70" name="Graphique 2">
                <a:extLst>
                  <a:ext uri="{FF2B5EF4-FFF2-40B4-BE49-F238E27FC236}">
                    <a16:creationId xmlns:a16="http://schemas.microsoft.com/office/drawing/2014/main" id="{84EC4CBA-6254-49E2-A257-F1F4401FC17D}"/>
                  </a:ext>
                </a:extLst>
              </p:cNvPr>
              <p:cNvGrpSpPr/>
              <p:nvPr/>
            </p:nvGrpSpPr>
            <p:grpSpPr>
              <a:xfrm>
                <a:off x="5662213" y="2196584"/>
                <a:ext cx="32666" cy="68791"/>
                <a:chOff x="5662213" y="2196584"/>
                <a:chExt cx="32666" cy="68791"/>
              </a:xfrm>
              <a:solidFill>
                <a:schemeClr val="accent1"/>
              </a:solidFill>
            </p:grpSpPr>
            <p:sp>
              <p:nvSpPr>
                <p:cNvPr id="26319" name="Forme libre : forme 26318">
                  <a:extLst>
                    <a:ext uri="{FF2B5EF4-FFF2-40B4-BE49-F238E27FC236}">
                      <a16:creationId xmlns:a16="http://schemas.microsoft.com/office/drawing/2014/main" id="{F6C8CCE8-0C0A-4F18-803E-D82E060B2440}"/>
                    </a:ext>
                  </a:extLst>
                </p:cNvPr>
                <p:cNvSpPr/>
                <p:nvPr/>
              </p:nvSpPr>
              <p:spPr>
                <a:xfrm>
                  <a:off x="5662213" y="2196584"/>
                  <a:ext cx="32666" cy="68721"/>
                </a:xfrm>
                <a:custGeom>
                  <a:avLst/>
                  <a:gdLst>
                    <a:gd name="connsiteX0" fmla="*/ 9140 w 32666"/>
                    <a:gd name="connsiteY0" fmla="*/ 50951 h 68721"/>
                    <a:gd name="connsiteX1" fmla="*/ 4486 w 32666"/>
                    <a:gd name="connsiteY1" fmla="*/ 37741 h 68721"/>
                    <a:gd name="connsiteX2" fmla="*/ 1116 w 32666"/>
                    <a:gd name="connsiteY2" fmla="*/ 24308 h 68721"/>
                    <a:gd name="connsiteX3" fmla="*/ 8 w 32666"/>
                    <a:gd name="connsiteY3" fmla="*/ 15309 h 68721"/>
                    <a:gd name="connsiteX4" fmla="*/ 496 w 32666"/>
                    <a:gd name="connsiteY4" fmla="*/ 7817 h 68721"/>
                    <a:gd name="connsiteX5" fmla="*/ 5062 w 32666"/>
                    <a:gd name="connsiteY5" fmla="*/ 591 h 68721"/>
                    <a:gd name="connsiteX6" fmla="*/ 10781 w 32666"/>
                    <a:gd name="connsiteY6" fmla="*/ 15 h 68721"/>
                    <a:gd name="connsiteX7" fmla="*/ 16765 w 32666"/>
                    <a:gd name="connsiteY7" fmla="*/ 5734 h 68721"/>
                    <a:gd name="connsiteX8" fmla="*/ 19336 w 32666"/>
                    <a:gd name="connsiteY8" fmla="*/ 12162 h 68721"/>
                    <a:gd name="connsiteX9" fmla="*/ 21376 w 32666"/>
                    <a:gd name="connsiteY9" fmla="*/ 20052 h 68721"/>
                    <a:gd name="connsiteX10" fmla="*/ 24257 w 32666"/>
                    <a:gd name="connsiteY10" fmla="*/ 31933 h 68721"/>
                    <a:gd name="connsiteX11" fmla="*/ 28158 w 32666"/>
                    <a:gd name="connsiteY11" fmla="*/ 43326 h 68721"/>
                    <a:gd name="connsiteX12" fmla="*/ 30774 w 32666"/>
                    <a:gd name="connsiteY12" fmla="*/ 50774 h 68721"/>
                    <a:gd name="connsiteX13" fmla="*/ 32370 w 32666"/>
                    <a:gd name="connsiteY13" fmla="*/ 57246 h 68721"/>
                    <a:gd name="connsiteX14" fmla="*/ 31084 w 32666"/>
                    <a:gd name="connsiteY14" fmla="*/ 65226 h 68721"/>
                    <a:gd name="connsiteX15" fmla="*/ 26385 w 32666"/>
                    <a:gd name="connsiteY15" fmla="*/ 68285 h 68721"/>
                    <a:gd name="connsiteX16" fmla="*/ 18405 w 32666"/>
                    <a:gd name="connsiteY16" fmla="*/ 65137 h 68721"/>
                    <a:gd name="connsiteX17" fmla="*/ 13440 w 32666"/>
                    <a:gd name="connsiteY17" fmla="*/ 59152 h 68721"/>
                    <a:gd name="connsiteX18" fmla="*/ 9140 w 32666"/>
                    <a:gd name="connsiteY18" fmla="*/ 50951 h 6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2666" h="68721">
                      <a:moveTo>
                        <a:pt x="9140" y="50951"/>
                      </a:moveTo>
                      <a:cubicBezTo>
                        <a:pt x="7278" y="46607"/>
                        <a:pt x="5948" y="42174"/>
                        <a:pt x="4486" y="37741"/>
                      </a:cubicBezTo>
                      <a:cubicBezTo>
                        <a:pt x="3289" y="33263"/>
                        <a:pt x="1959" y="28830"/>
                        <a:pt x="1116" y="24308"/>
                      </a:cubicBezTo>
                      <a:cubicBezTo>
                        <a:pt x="451" y="21161"/>
                        <a:pt x="8" y="18102"/>
                        <a:pt x="8" y="15309"/>
                      </a:cubicBezTo>
                      <a:cubicBezTo>
                        <a:pt x="-36" y="12516"/>
                        <a:pt x="97" y="9945"/>
                        <a:pt x="496" y="7817"/>
                      </a:cubicBezTo>
                      <a:cubicBezTo>
                        <a:pt x="1382" y="3517"/>
                        <a:pt x="2978" y="813"/>
                        <a:pt x="5062" y="591"/>
                      </a:cubicBezTo>
                      <a:lnTo>
                        <a:pt x="10781" y="15"/>
                      </a:lnTo>
                      <a:cubicBezTo>
                        <a:pt x="12864" y="-207"/>
                        <a:pt x="14992" y="2054"/>
                        <a:pt x="16765" y="5734"/>
                      </a:cubicBezTo>
                      <a:cubicBezTo>
                        <a:pt x="17696" y="7551"/>
                        <a:pt x="18627" y="9723"/>
                        <a:pt x="19336" y="12162"/>
                      </a:cubicBezTo>
                      <a:cubicBezTo>
                        <a:pt x="20046" y="14600"/>
                        <a:pt x="20799" y="17260"/>
                        <a:pt x="21376" y="20052"/>
                      </a:cubicBezTo>
                      <a:cubicBezTo>
                        <a:pt x="22085" y="24087"/>
                        <a:pt x="23238" y="27988"/>
                        <a:pt x="24257" y="31933"/>
                      </a:cubicBezTo>
                      <a:cubicBezTo>
                        <a:pt x="25498" y="35746"/>
                        <a:pt x="26607" y="39647"/>
                        <a:pt x="28158" y="43326"/>
                      </a:cubicBezTo>
                      <a:cubicBezTo>
                        <a:pt x="29089" y="45986"/>
                        <a:pt x="30065" y="48424"/>
                        <a:pt x="30774" y="50774"/>
                      </a:cubicBezTo>
                      <a:cubicBezTo>
                        <a:pt x="31395" y="53168"/>
                        <a:pt x="31971" y="55340"/>
                        <a:pt x="32370" y="57246"/>
                      </a:cubicBezTo>
                      <a:cubicBezTo>
                        <a:pt x="32946" y="61147"/>
                        <a:pt x="32769" y="64117"/>
                        <a:pt x="31084" y="65226"/>
                      </a:cubicBezTo>
                      <a:lnTo>
                        <a:pt x="26385" y="68285"/>
                      </a:lnTo>
                      <a:cubicBezTo>
                        <a:pt x="24656" y="69437"/>
                        <a:pt x="21642" y="68285"/>
                        <a:pt x="18405" y="65137"/>
                      </a:cubicBezTo>
                      <a:cubicBezTo>
                        <a:pt x="16721" y="63630"/>
                        <a:pt x="14948" y="61591"/>
                        <a:pt x="13440" y="59152"/>
                      </a:cubicBezTo>
                      <a:cubicBezTo>
                        <a:pt x="11845" y="56803"/>
                        <a:pt x="10293" y="54010"/>
                        <a:pt x="9140" y="5095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20" name="Forme libre : forme 26319">
                  <a:extLst>
                    <a:ext uri="{FF2B5EF4-FFF2-40B4-BE49-F238E27FC236}">
                      <a16:creationId xmlns:a16="http://schemas.microsoft.com/office/drawing/2014/main" id="{2FDBFD90-B58B-4C6C-B1DE-208349CFC3DA}"/>
                    </a:ext>
                  </a:extLst>
                </p:cNvPr>
                <p:cNvSpPr/>
                <p:nvPr/>
              </p:nvSpPr>
              <p:spPr>
                <a:xfrm>
                  <a:off x="5662213" y="2196953"/>
                  <a:ext cx="26518" cy="68422"/>
                </a:xfrm>
                <a:custGeom>
                  <a:avLst/>
                  <a:gdLst>
                    <a:gd name="connsiteX0" fmla="*/ 8786 w 26518"/>
                    <a:gd name="connsiteY0" fmla="*/ 27175 h 68422"/>
                    <a:gd name="connsiteX1" fmla="*/ 6037 w 26518"/>
                    <a:gd name="connsiteY1" fmla="*/ 12058 h 68422"/>
                    <a:gd name="connsiteX2" fmla="*/ 7544 w 26518"/>
                    <a:gd name="connsiteY2" fmla="*/ 0 h 68422"/>
                    <a:gd name="connsiteX3" fmla="*/ 5062 w 26518"/>
                    <a:gd name="connsiteY3" fmla="*/ 266 h 68422"/>
                    <a:gd name="connsiteX4" fmla="*/ 496 w 26518"/>
                    <a:gd name="connsiteY4" fmla="*/ 7492 h 68422"/>
                    <a:gd name="connsiteX5" fmla="*/ 8 w 26518"/>
                    <a:gd name="connsiteY5" fmla="*/ 14984 h 68422"/>
                    <a:gd name="connsiteX6" fmla="*/ 1116 w 26518"/>
                    <a:gd name="connsiteY6" fmla="*/ 23983 h 68422"/>
                    <a:gd name="connsiteX7" fmla="*/ 4486 w 26518"/>
                    <a:gd name="connsiteY7" fmla="*/ 37415 h 68422"/>
                    <a:gd name="connsiteX8" fmla="*/ 9140 w 26518"/>
                    <a:gd name="connsiteY8" fmla="*/ 50626 h 68422"/>
                    <a:gd name="connsiteX9" fmla="*/ 13440 w 26518"/>
                    <a:gd name="connsiteY9" fmla="*/ 58872 h 68422"/>
                    <a:gd name="connsiteX10" fmla="*/ 18405 w 26518"/>
                    <a:gd name="connsiteY10" fmla="*/ 64856 h 68422"/>
                    <a:gd name="connsiteX11" fmla="*/ 26385 w 26518"/>
                    <a:gd name="connsiteY11" fmla="*/ 68004 h 68422"/>
                    <a:gd name="connsiteX12" fmla="*/ 26518 w 26518"/>
                    <a:gd name="connsiteY12" fmla="*/ 67915 h 68422"/>
                    <a:gd name="connsiteX13" fmla="*/ 20711 w 26518"/>
                    <a:gd name="connsiteY13" fmla="*/ 58207 h 68422"/>
                    <a:gd name="connsiteX14" fmla="*/ 16145 w 26518"/>
                    <a:gd name="connsiteY14" fmla="*/ 48055 h 68422"/>
                    <a:gd name="connsiteX15" fmla="*/ 12288 w 26518"/>
                    <a:gd name="connsiteY15" fmla="*/ 37726 h 68422"/>
                    <a:gd name="connsiteX16" fmla="*/ 8786 w 26518"/>
                    <a:gd name="connsiteY16" fmla="*/ 27175 h 68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6518" h="68422">
                      <a:moveTo>
                        <a:pt x="8786" y="27175"/>
                      </a:moveTo>
                      <a:cubicBezTo>
                        <a:pt x="7190" y="22121"/>
                        <a:pt x="6126" y="16846"/>
                        <a:pt x="6037" y="12058"/>
                      </a:cubicBezTo>
                      <a:cubicBezTo>
                        <a:pt x="5771" y="7270"/>
                        <a:pt x="6436" y="3015"/>
                        <a:pt x="7544" y="0"/>
                      </a:cubicBezTo>
                      <a:lnTo>
                        <a:pt x="5062" y="266"/>
                      </a:lnTo>
                      <a:cubicBezTo>
                        <a:pt x="2978" y="488"/>
                        <a:pt x="1382" y="3192"/>
                        <a:pt x="496" y="7492"/>
                      </a:cubicBezTo>
                      <a:cubicBezTo>
                        <a:pt x="97" y="9664"/>
                        <a:pt x="-36" y="12191"/>
                        <a:pt x="8" y="14984"/>
                      </a:cubicBezTo>
                      <a:cubicBezTo>
                        <a:pt x="8" y="17777"/>
                        <a:pt x="451" y="20836"/>
                        <a:pt x="1116" y="23983"/>
                      </a:cubicBezTo>
                      <a:cubicBezTo>
                        <a:pt x="1959" y="28505"/>
                        <a:pt x="3289" y="32938"/>
                        <a:pt x="4486" y="37415"/>
                      </a:cubicBezTo>
                      <a:cubicBezTo>
                        <a:pt x="5948" y="41848"/>
                        <a:pt x="7278" y="46282"/>
                        <a:pt x="9140" y="50626"/>
                      </a:cubicBezTo>
                      <a:cubicBezTo>
                        <a:pt x="10293" y="53685"/>
                        <a:pt x="11845" y="56478"/>
                        <a:pt x="13440" y="58872"/>
                      </a:cubicBezTo>
                      <a:cubicBezTo>
                        <a:pt x="14948" y="61310"/>
                        <a:pt x="16721" y="63349"/>
                        <a:pt x="18405" y="64856"/>
                      </a:cubicBezTo>
                      <a:cubicBezTo>
                        <a:pt x="21642" y="68004"/>
                        <a:pt x="24700" y="69112"/>
                        <a:pt x="26385" y="68004"/>
                      </a:cubicBezTo>
                      <a:lnTo>
                        <a:pt x="26518" y="67915"/>
                      </a:lnTo>
                      <a:cubicBezTo>
                        <a:pt x="24302" y="64812"/>
                        <a:pt x="22484" y="61487"/>
                        <a:pt x="20711" y="58207"/>
                      </a:cubicBezTo>
                      <a:cubicBezTo>
                        <a:pt x="19115" y="54838"/>
                        <a:pt x="17430" y="51557"/>
                        <a:pt x="16145" y="48055"/>
                      </a:cubicBezTo>
                      <a:cubicBezTo>
                        <a:pt x="14726" y="44641"/>
                        <a:pt x="13485" y="41184"/>
                        <a:pt x="12288" y="37726"/>
                      </a:cubicBezTo>
                      <a:cubicBezTo>
                        <a:pt x="11047" y="34224"/>
                        <a:pt x="10116" y="30677"/>
                        <a:pt x="8786" y="27175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21" name="Forme libre : forme 26320">
                  <a:extLst>
                    <a:ext uri="{FF2B5EF4-FFF2-40B4-BE49-F238E27FC236}">
                      <a16:creationId xmlns:a16="http://schemas.microsoft.com/office/drawing/2014/main" id="{3FBFC6AE-7846-4237-B2B9-63C04B251F43}"/>
                    </a:ext>
                  </a:extLst>
                </p:cNvPr>
                <p:cNvSpPr/>
                <p:nvPr/>
              </p:nvSpPr>
              <p:spPr>
                <a:xfrm>
                  <a:off x="5671744" y="2220561"/>
                  <a:ext cx="12614" cy="30478"/>
                </a:xfrm>
                <a:custGeom>
                  <a:avLst/>
                  <a:gdLst>
                    <a:gd name="connsiteX0" fmla="*/ 11756 w 12614"/>
                    <a:gd name="connsiteY0" fmla="*/ 30388 h 30478"/>
                    <a:gd name="connsiteX1" fmla="*/ 7279 w 12614"/>
                    <a:gd name="connsiteY1" fmla="*/ 27196 h 30478"/>
                    <a:gd name="connsiteX2" fmla="*/ 2136 w 12614"/>
                    <a:gd name="connsiteY2" fmla="*/ 16689 h 30478"/>
                    <a:gd name="connsiteX3" fmla="*/ 496 w 12614"/>
                    <a:gd name="connsiteY3" fmla="*/ 10483 h 30478"/>
                    <a:gd name="connsiteX4" fmla="*/ 8 w 12614"/>
                    <a:gd name="connsiteY4" fmla="*/ 5252 h 30478"/>
                    <a:gd name="connsiteX5" fmla="*/ 1604 w 12614"/>
                    <a:gd name="connsiteY5" fmla="*/ 21 h 30478"/>
                    <a:gd name="connsiteX6" fmla="*/ 5373 w 12614"/>
                    <a:gd name="connsiteY6" fmla="*/ 3922 h 30478"/>
                    <a:gd name="connsiteX7" fmla="*/ 7456 w 12614"/>
                    <a:gd name="connsiteY7" fmla="*/ 8532 h 30478"/>
                    <a:gd name="connsiteX8" fmla="*/ 9540 w 12614"/>
                    <a:gd name="connsiteY8" fmla="*/ 14251 h 30478"/>
                    <a:gd name="connsiteX9" fmla="*/ 12332 w 12614"/>
                    <a:gd name="connsiteY9" fmla="*/ 25024 h 30478"/>
                    <a:gd name="connsiteX10" fmla="*/ 11756 w 12614"/>
                    <a:gd name="connsiteY10" fmla="*/ 30388 h 30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614" h="30478">
                      <a:moveTo>
                        <a:pt x="11756" y="30388"/>
                      </a:moveTo>
                      <a:cubicBezTo>
                        <a:pt x="10825" y="30831"/>
                        <a:pt x="9096" y="29634"/>
                        <a:pt x="7279" y="27196"/>
                      </a:cubicBezTo>
                      <a:cubicBezTo>
                        <a:pt x="5594" y="24713"/>
                        <a:pt x="3422" y="21078"/>
                        <a:pt x="2136" y="16689"/>
                      </a:cubicBezTo>
                      <a:cubicBezTo>
                        <a:pt x="1471" y="14517"/>
                        <a:pt x="806" y="12434"/>
                        <a:pt x="496" y="10483"/>
                      </a:cubicBezTo>
                      <a:cubicBezTo>
                        <a:pt x="186" y="8532"/>
                        <a:pt x="8" y="6759"/>
                        <a:pt x="8" y="5252"/>
                      </a:cubicBezTo>
                      <a:cubicBezTo>
                        <a:pt x="-80" y="2238"/>
                        <a:pt x="540" y="243"/>
                        <a:pt x="1604" y="21"/>
                      </a:cubicBezTo>
                      <a:cubicBezTo>
                        <a:pt x="2668" y="-201"/>
                        <a:pt x="3910" y="1351"/>
                        <a:pt x="5373" y="3922"/>
                      </a:cubicBezTo>
                      <a:cubicBezTo>
                        <a:pt x="6082" y="5208"/>
                        <a:pt x="6791" y="6804"/>
                        <a:pt x="7456" y="8532"/>
                      </a:cubicBezTo>
                      <a:cubicBezTo>
                        <a:pt x="8121" y="10306"/>
                        <a:pt x="8919" y="12212"/>
                        <a:pt x="9540" y="14251"/>
                      </a:cubicBezTo>
                      <a:cubicBezTo>
                        <a:pt x="10737" y="18418"/>
                        <a:pt x="11978" y="22098"/>
                        <a:pt x="12332" y="25024"/>
                      </a:cubicBezTo>
                      <a:cubicBezTo>
                        <a:pt x="12776" y="27905"/>
                        <a:pt x="12776" y="29900"/>
                        <a:pt x="11756" y="3038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22" name="Forme libre : forme 26321">
                  <a:extLst>
                    <a:ext uri="{FF2B5EF4-FFF2-40B4-BE49-F238E27FC236}">
                      <a16:creationId xmlns:a16="http://schemas.microsoft.com/office/drawing/2014/main" id="{E05CD81E-1FE9-48A2-B744-E8168084A0F0}"/>
                    </a:ext>
                  </a:extLst>
                </p:cNvPr>
                <p:cNvSpPr/>
                <p:nvPr/>
              </p:nvSpPr>
              <p:spPr>
                <a:xfrm>
                  <a:off x="5671788" y="2220518"/>
                  <a:ext cx="6392" cy="23515"/>
                </a:xfrm>
                <a:custGeom>
                  <a:avLst/>
                  <a:gdLst>
                    <a:gd name="connsiteX0" fmla="*/ 6392 w 6392"/>
                    <a:gd name="connsiteY0" fmla="*/ 6049 h 23515"/>
                    <a:gd name="connsiteX1" fmla="*/ 1604 w 6392"/>
                    <a:gd name="connsiteY1" fmla="*/ 20 h 23515"/>
                    <a:gd name="connsiteX2" fmla="*/ 8 w 6392"/>
                    <a:gd name="connsiteY2" fmla="*/ 5251 h 23515"/>
                    <a:gd name="connsiteX3" fmla="*/ 496 w 6392"/>
                    <a:gd name="connsiteY3" fmla="*/ 10482 h 23515"/>
                    <a:gd name="connsiteX4" fmla="*/ 2136 w 6392"/>
                    <a:gd name="connsiteY4" fmla="*/ 16688 h 23515"/>
                    <a:gd name="connsiteX5" fmla="*/ 5018 w 6392"/>
                    <a:gd name="connsiteY5" fmla="*/ 23515 h 23515"/>
                    <a:gd name="connsiteX6" fmla="*/ 3777 w 6392"/>
                    <a:gd name="connsiteY6" fmla="*/ 19614 h 23515"/>
                    <a:gd name="connsiteX7" fmla="*/ 3555 w 6392"/>
                    <a:gd name="connsiteY7" fmla="*/ 10127 h 23515"/>
                    <a:gd name="connsiteX8" fmla="*/ 6392 w 6392"/>
                    <a:gd name="connsiteY8" fmla="*/ 6049 h 23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392" h="23515">
                      <a:moveTo>
                        <a:pt x="6392" y="6049"/>
                      </a:moveTo>
                      <a:cubicBezTo>
                        <a:pt x="4619" y="2192"/>
                        <a:pt x="2890" y="-246"/>
                        <a:pt x="1604" y="20"/>
                      </a:cubicBezTo>
                      <a:cubicBezTo>
                        <a:pt x="540" y="242"/>
                        <a:pt x="-80" y="2236"/>
                        <a:pt x="8" y="5251"/>
                      </a:cubicBezTo>
                      <a:cubicBezTo>
                        <a:pt x="53" y="6758"/>
                        <a:pt x="230" y="8531"/>
                        <a:pt x="496" y="10482"/>
                      </a:cubicBezTo>
                      <a:cubicBezTo>
                        <a:pt x="806" y="12433"/>
                        <a:pt x="1427" y="14516"/>
                        <a:pt x="2136" y="16688"/>
                      </a:cubicBezTo>
                      <a:cubicBezTo>
                        <a:pt x="2890" y="19259"/>
                        <a:pt x="3910" y="21565"/>
                        <a:pt x="5018" y="23515"/>
                      </a:cubicBezTo>
                      <a:cubicBezTo>
                        <a:pt x="4530" y="22230"/>
                        <a:pt x="4087" y="20944"/>
                        <a:pt x="3777" y="19614"/>
                      </a:cubicBezTo>
                      <a:cubicBezTo>
                        <a:pt x="3245" y="15979"/>
                        <a:pt x="3112" y="12610"/>
                        <a:pt x="3555" y="10127"/>
                      </a:cubicBezTo>
                      <a:cubicBezTo>
                        <a:pt x="4087" y="7689"/>
                        <a:pt x="5018" y="6137"/>
                        <a:pt x="6392" y="6049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23" name="Forme libre : forme 26322">
                  <a:extLst>
                    <a:ext uri="{FF2B5EF4-FFF2-40B4-BE49-F238E27FC236}">
                      <a16:creationId xmlns:a16="http://schemas.microsoft.com/office/drawing/2014/main" id="{B5D4F4D8-A3B1-426A-90DF-96BDBB6D35A9}"/>
                    </a:ext>
                  </a:extLst>
                </p:cNvPr>
                <p:cNvSpPr/>
                <p:nvPr/>
              </p:nvSpPr>
              <p:spPr>
                <a:xfrm>
                  <a:off x="5671306" y="2222289"/>
                  <a:ext cx="12977" cy="30625"/>
                </a:xfrm>
                <a:custGeom>
                  <a:avLst/>
                  <a:gdLst>
                    <a:gd name="connsiteX0" fmla="*/ 12150 w 12977"/>
                    <a:gd name="connsiteY0" fmla="*/ 30521 h 30625"/>
                    <a:gd name="connsiteX1" fmla="*/ 7584 w 12977"/>
                    <a:gd name="connsiteY1" fmla="*/ 27329 h 30625"/>
                    <a:gd name="connsiteX2" fmla="*/ 4835 w 12977"/>
                    <a:gd name="connsiteY2" fmla="*/ 22763 h 30625"/>
                    <a:gd name="connsiteX3" fmla="*/ 2264 w 12977"/>
                    <a:gd name="connsiteY3" fmla="*/ 16823 h 30625"/>
                    <a:gd name="connsiteX4" fmla="*/ 3 w 12977"/>
                    <a:gd name="connsiteY4" fmla="*/ 5297 h 30625"/>
                    <a:gd name="connsiteX5" fmla="*/ 1510 w 12977"/>
                    <a:gd name="connsiteY5" fmla="*/ 21 h 30625"/>
                    <a:gd name="connsiteX6" fmla="*/ 5367 w 12977"/>
                    <a:gd name="connsiteY6" fmla="*/ 3923 h 30625"/>
                    <a:gd name="connsiteX7" fmla="*/ 9623 w 12977"/>
                    <a:gd name="connsiteY7" fmla="*/ 14296 h 30625"/>
                    <a:gd name="connsiteX8" fmla="*/ 11440 w 12977"/>
                    <a:gd name="connsiteY8" fmla="*/ 20148 h 30625"/>
                    <a:gd name="connsiteX9" fmla="*/ 12549 w 12977"/>
                    <a:gd name="connsiteY9" fmla="*/ 25113 h 30625"/>
                    <a:gd name="connsiteX10" fmla="*/ 12150 w 12977"/>
                    <a:gd name="connsiteY10" fmla="*/ 30521 h 30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77" h="30625">
                      <a:moveTo>
                        <a:pt x="12150" y="30521"/>
                      </a:moveTo>
                      <a:cubicBezTo>
                        <a:pt x="11174" y="31009"/>
                        <a:pt x="9534" y="29768"/>
                        <a:pt x="7584" y="27329"/>
                      </a:cubicBezTo>
                      <a:cubicBezTo>
                        <a:pt x="6608" y="26132"/>
                        <a:pt x="5766" y="24536"/>
                        <a:pt x="4835" y="22763"/>
                      </a:cubicBezTo>
                      <a:cubicBezTo>
                        <a:pt x="3948" y="20990"/>
                        <a:pt x="2929" y="18995"/>
                        <a:pt x="2264" y="16823"/>
                      </a:cubicBezTo>
                      <a:cubicBezTo>
                        <a:pt x="801" y="12478"/>
                        <a:pt x="3" y="8400"/>
                        <a:pt x="3" y="5297"/>
                      </a:cubicBezTo>
                      <a:cubicBezTo>
                        <a:pt x="-41" y="2238"/>
                        <a:pt x="402" y="287"/>
                        <a:pt x="1510" y="21"/>
                      </a:cubicBezTo>
                      <a:cubicBezTo>
                        <a:pt x="2530" y="-200"/>
                        <a:pt x="3948" y="1307"/>
                        <a:pt x="5367" y="3923"/>
                      </a:cubicBezTo>
                      <a:cubicBezTo>
                        <a:pt x="6697" y="6538"/>
                        <a:pt x="8249" y="10173"/>
                        <a:pt x="9623" y="14296"/>
                      </a:cubicBezTo>
                      <a:cubicBezTo>
                        <a:pt x="10243" y="16380"/>
                        <a:pt x="10997" y="18286"/>
                        <a:pt x="11440" y="20148"/>
                      </a:cubicBezTo>
                      <a:cubicBezTo>
                        <a:pt x="11972" y="21965"/>
                        <a:pt x="12238" y="23694"/>
                        <a:pt x="12549" y="25113"/>
                      </a:cubicBezTo>
                      <a:cubicBezTo>
                        <a:pt x="13214" y="27994"/>
                        <a:pt x="13125" y="30034"/>
                        <a:pt x="12150" y="3052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24" name="Forme libre : forme 26323">
                  <a:extLst>
                    <a:ext uri="{FF2B5EF4-FFF2-40B4-BE49-F238E27FC236}">
                      <a16:creationId xmlns:a16="http://schemas.microsoft.com/office/drawing/2014/main" id="{74AB10AD-0498-495A-B238-76365C542C29}"/>
                    </a:ext>
                  </a:extLst>
                </p:cNvPr>
                <p:cNvSpPr/>
                <p:nvPr/>
              </p:nvSpPr>
              <p:spPr>
                <a:xfrm>
                  <a:off x="5665497" y="2206580"/>
                  <a:ext cx="12901" cy="40931"/>
                </a:xfrm>
                <a:custGeom>
                  <a:avLst/>
                  <a:gdLst>
                    <a:gd name="connsiteX0" fmla="*/ 4925 w 12901"/>
                    <a:gd name="connsiteY0" fmla="*/ 659 h 40931"/>
                    <a:gd name="connsiteX1" fmla="*/ 1468 w 12901"/>
                    <a:gd name="connsiteY1" fmla="*/ 2299 h 40931"/>
                    <a:gd name="connsiteX2" fmla="*/ 847 w 12901"/>
                    <a:gd name="connsiteY2" fmla="*/ 19411 h 40931"/>
                    <a:gd name="connsiteX3" fmla="*/ 6477 w 12901"/>
                    <a:gd name="connsiteY3" fmla="*/ 36212 h 40931"/>
                    <a:gd name="connsiteX4" fmla="*/ 11797 w 12901"/>
                    <a:gd name="connsiteY4" fmla="*/ 40202 h 40931"/>
                    <a:gd name="connsiteX5" fmla="*/ 11354 w 12901"/>
                    <a:gd name="connsiteY5" fmla="*/ 34173 h 40931"/>
                    <a:gd name="connsiteX6" fmla="*/ 11442 w 12901"/>
                    <a:gd name="connsiteY6" fmla="*/ 19810 h 40931"/>
                    <a:gd name="connsiteX7" fmla="*/ 12063 w 12901"/>
                    <a:gd name="connsiteY7" fmla="*/ 3673 h 40931"/>
                    <a:gd name="connsiteX8" fmla="*/ 4925 w 12901"/>
                    <a:gd name="connsiteY8" fmla="*/ 659 h 40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901" h="40931">
                      <a:moveTo>
                        <a:pt x="4925" y="659"/>
                      </a:moveTo>
                      <a:cubicBezTo>
                        <a:pt x="3684" y="747"/>
                        <a:pt x="2399" y="836"/>
                        <a:pt x="1468" y="2299"/>
                      </a:cubicBezTo>
                      <a:cubicBezTo>
                        <a:pt x="-394" y="5092"/>
                        <a:pt x="-350" y="12406"/>
                        <a:pt x="847" y="19411"/>
                      </a:cubicBezTo>
                      <a:cubicBezTo>
                        <a:pt x="1822" y="25218"/>
                        <a:pt x="3773" y="31469"/>
                        <a:pt x="6477" y="36212"/>
                      </a:cubicBezTo>
                      <a:cubicBezTo>
                        <a:pt x="8605" y="39714"/>
                        <a:pt x="11176" y="42241"/>
                        <a:pt x="11797" y="40202"/>
                      </a:cubicBezTo>
                      <a:cubicBezTo>
                        <a:pt x="12196" y="38961"/>
                        <a:pt x="11752" y="36434"/>
                        <a:pt x="11354" y="34173"/>
                      </a:cubicBezTo>
                      <a:cubicBezTo>
                        <a:pt x="10733" y="28764"/>
                        <a:pt x="10688" y="23932"/>
                        <a:pt x="11442" y="19810"/>
                      </a:cubicBezTo>
                      <a:cubicBezTo>
                        <a:pt x="11930" y="16307"/>
                        <a:pt x="14058" y="9924"/>
                        <a:pt x="12063" y="3673"/>
                      </a:cubicBezTo>
                      <a:cubicBezTo>
                        <a:pt x="10334" y="-1957"/>
                        <a:pt x="6610" y="526"/>
                        <a:pt x="4925" y="65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25" name="Forme libre : forme 26324">
                  <a:extLst>
                    <a:ext uri="{FF2B5EF4-FFF2-40B4-BE49-F238E27FC236}">
                      <a16:creationId xmlns:a16="http://schemas.microsoft.com/office/drawing/2014/main" id="{F3DB1935-460B-4C51-B7FD-2A4E1F16BC68}"/>
                    </a:ext>
                  </a:extLst>
                </p:cNvPr>
                <p:cNvSpPr/>
                <p:nvPr/>
              </p:nvSpPr>
              <p:spPr>
                <a:xfrm>
                  <a:off x="5674451" y="2213163"/>
                  <a:ext cx="5881" cy="12102"/>
                </a:xfrm>
                <a:custGeom>
                  <a:avLst/>
                  <a:gdLst>
                    <a:gd name="connsiteX0" fmla="*/ 1469 w 5881"/>
                    <a:gd name="connsiteY0" fmla="*/ 592 h 12102"/>
                    <a:gd name="connsiteX1" fmla="*/ 493 w 5881"/>
                    <a:gd name="connsiteY1" fmla="*/ 15 h 12102"/>
                    <a:gd name="connsiteX2" fmla="*/ 6 w 5881"/>
                    <a:gd name="connsiteY2" fmla="*/ 1345 h 12102"/>
                    <a:gd name="connsiteX3" fmla="*/ 493 w 5881"/>
                    <a:gd name="connsiteY3" fmla="*/ 3606 h 12102"/>
                    <a:gd name="connsiteX4" fmla="*/ 2400 w 5881"/>
                    <a:gd name="connsiteY4" fmla="*/ 8926 h 12102"/>
                    <a:gd name="connsiteX5" fmla="*/ 3375 w 5881"/>
                    <a:gd name="connsiteY5" fmla="*/ 10743 h 12102"/>
                    <a:gd name="connsiteX6" fmla="*/ 5414 w 5881"/>
                    <a:gd name="connsiteY6" fmla="*/ 8527 h 12102"/>
                    <a:gd name="connsiteX7" fmla="*/ 1469 w 5881"/>
                    <a:gd name="connsiteY7" fmla="*/ 592 h 12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881" h="12102">
                      <a:moveTo>
                        <a:pt x="1469" y="592"/>
                      </a:moveTo>
                      <a:cubicBezTo>
                        <a:pt x="1114" y="237"/>
                        <a:pt x="804" y="-73"/>
                        <a:pt x="493" y="15"/>
                      </a:cubicBezTo>
                      <a:cubicBezTo>
                        <a:pt x="183" y="60"/>
                        <a:pt x="-39" y="547"/>
                        <a:pt x="6" y="1345"/>
                      </a:cubicBezTo>
                      <a:cubicBezTo>
                        <a:pt x="50" y="2055"/>
                        <a:pt x="272" y="2897"/>
                        <a:pt x="493" y="3606"/>
                      </a:cubicBezTo>
                      <a:cubicBezTo>
                        <a:pt x="1070" y="5468"/>
                        <a:pt x="1690" y="7286"/>
                        <a:pt x="2400" y="8926"/>
                      </a:cubicBezTo>
                      <a:cubicBezTo>
                        <a:pt x="2710" y="9591"/>
                        <a:pt x="3065" y="10256"/>
                        <a:pt x="3375" y="10743"/>
                      </a:cubicBezTo>
                      <a:cubicBezTo>
                        <a:pt x="4838" y="12827"/>
                        <a:pt x="6788" y="12827"/>
                        <a:pt x="5414" y="8527"/>
                      </a:cubicBezTo>
                      <a:cubicBezTo>
                        <a:pt x="4527" y="5158"/>
                        <a:pt x="2887" y="2055"/>
                        <a:pt x="1469" y="59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26" name="Forme libre : forme 26325">
                  <a:extLst>
                    <a:ext uri="{FF2B5EF4-FFF2-40B4-BE49-F238E27FC236}">
                      <a16:creationId xmlns:a16="http://schemas.microsoft.com/office/drawing/2014/main" id="{EF0419D3-938C-40F1-BE98-807A9D29378F}"/>
                    </a:ext>
                  </a:extLst>
                </p:cNvPr>
                <p:cNvSpPr/>
                <p:nvPr/>
              </p:nvSpPr>
              <p:spPr>
                <a:xfrm>
                  <a:off x="5671930" y="2247845"/>
                  <a:ext cx="16180" cy="15170"/>
                </a:xfrm>
                <a:custGeom>
                  <a:avLst/>
                  <a:gdLst>
                    <a:gd name="connsiteX0" fmla="*/ 16181 w 16180"/>
                    <a:gd name="connsiteY0" fmla="*/ 14807 h 15170"/>
                    <a:gd name="connsiteX1" fmla="*/ 12368 w 16180"/>
                    <a:gd name="connsiteY1" fmla="*/ 14541 h 15170"/>
                    <a:gd name="connsiteX2" fmla="*/ 7049 w 16180"/>
                    <a:gd name="connsiteY2" fmla="*/ 10506 h 15170"/>
                    <a:gd name="connsiteX3" fmla="*/ 0 w 16180"/>
                    <a:gd name="connsiteY3" fmla="*/ 0 h 15170"/>
                    <a:gd name="connsiteX4" fmla="*/ 1374 w 16180"/>
                    <a:gd name="connsiteY4" fmla="*/ 2350 h 15170"/>
                    <a:gd name="connsiteX5" fmla="*/ 5187 w 16180"/>
                    <a:gd name="connsiteY5" fmla="*/ 7492 h 15170"/>
                    <a:gd name="connsiteX6" fmla="*/ 10551 w 16180"/>
                    <a:gd name="connsiteY6" fmla="*/ 12501 h 15170"/>
                    <a:gd name="connsiteX7" fmla="*/ 16181 w 16180"/>
                    <a:gd name="connsiteY7" fmla="*/ 14807 h 1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180" h="15170">
                      <a:moveTo>
                        <a:pt x="16181" y="14807"/>
                      </a:moveTo>
                      <a:cubicBezTo>
                        <a:pt x="16181" y="14807"/>
                        <a:pt x="15073" y="15782"/>
                        <a:pt x="12368" y="14541"/>
                      </a:cubicBezTo>
                      <a:cubicBezTo>
                        <a:pt x="11038" y="13920"/>
                        <a:pt x="9265" y="12723"/>
                        <a:pt x="7049" y="10506"/>
                      </a:cubicBezTo>
                      <a:cubicBezTo>
                        <a:pt x="5098" y="8201"/>
                        <a:pt x="2394" y="4921"/>
                        <a:pt x="0" y="0"/>
                      </a:cubicBezTo>
                      <a:cubicBezTo>
                        <a:pt x="0" y="0"/>
                        <a:pt x="488" y="842"/>
                        <a:pt x="1374" y="2350"/>
                      </a:cubicBezTo>
                      <a:cubicBezTo>
                        <a:pt x="2217" y="3768"/>
                        <a:pt x="3635" y="5630"/>
                        <a:pt x="5187" y="7492"/>
                      </a:cubicBezTo>
                      <a:cubicBezTo>
                        <a:pt x="6694" y="9354"/>
                        <a:pt x="8556" y="11216"/>
                        <a:pt x="10551" y="12501"/>
                      </a:cubicBezTo>
                      <a:cubicBezTo>
                        <a:pt x="12501" y="13876"/>
                        <a:pt x="14408" y="14762"/>
                        <a:pt x="16181" y="148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27" name="Forme libre : forme 26326">
                  <a:extLst>
                    <a:ext uri="{FF2B5EF4-FFF2-40B4-BE49-F238E27FC236}">
                      <a16:creationId xmlns:a16="http://schemas.microsoft.com/office/drawing/2014/main" id="{A9F31EE9-D402-43E9-AB89-07685F2BABB3}"/>
                    </a:ext>
                  </a:extLst>
                </p:cNvPr>
                <p:cNvSpPr/>
                <p:nvPr/>
              </p:nvSpPr>
              <p:spPr>
                <a:xfrm>
                  <a:off x="5672550" y="2197929"/>
                  <a:ext cx="10728" cy="20126"/>
                </a:xfrm>
                <a:custGeom>
                  <a:avLst/>
                  <a:gdLst>
                    <a:gd name="connsiteX0" fmla="*/ 10728 w 10728"/>
                    <a:gd name="connsiteY0" fmla="*/ 20126 h 20126"/>
                    <a:gd name="connsiteX1" fmla="*/ 9974 w 10728"/>
                    <a:gd name="connsiteY1" fmla="*/ 17200 h 20126"/>
                    <a:gd name="connsiteX2" fmla="*/ 7935 w 10728"/>
                    <a:gd name="connsiteY2" fmla="*/ 10684 h 20126"/>
                    <a:gd name="connsiteX3" fmla="*/ 4699 w 10728"/>
                    <a:gd name="connsiteY3" fmla="*/ 3813 h 20126"/>
                    <a:gd name="connsiteX4" fmla="*/ 0 w 10728"/>
                    <a:gd name="connsiteY4" fmla="*/ 0 h 20126"/>
                    <a:gd name="connsiteX5" fmla="*/ 3768 w 10728"/>
                    <a:gd name="connsiteY5" fmla="*/ 3813 h 20126"/>
                    <a:gd name="connsiteX6" fmla="*/ 7226 w 10728"/>
                    <a:gd name="connsiteY6" fmla="*/ 9974 h 20126"/>
                    <a:gd name="connsiteX7" fmla="*/ 10728 w 10728"/>
                    <a:gd name="connsiteY7" fmla="*/ 20126 h 20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728" h="20126">
                      <a:moveTo>
                        <a:pt x="10728" y="20126"/>
                      </a:moveTo>
                      <a:cubicBezTo>
                        <a:pt x="10728" y="20126"/>
                        <a:pt x="10462" y="18974"/>
                        <a:pt x="9974" y="17200"/>
                      </a:cubicBezTo>
                      <a:cubicBezTo>
                        <a:pt x="9487" y="15472"/>
                        <a:pt x="8733" y="13122"/>
                        <a:pt x="7935" y="10684"/>
                      </a:cubicBezTo>
                      <a:cubicBezTo>
                        <a:pt x="7093" y="8246"/>
                        <a:pt x="5940" y="5807"/>
                        <a:pt x="4699" y="3813"/>
                      </a:cubicBezTo>
                      <a:cubicBezTo>
                        <a:pt x="3413" y="1818"/>
                        <a:pt x="1862" y="355"/>
                        <a:pt x="0" y="0"/>
                      </a:cubicBezTo>
                      <a:cubicBezTo>
                        <a:pt x="0" y="0"/>
                        <a:pt x="1729" y="842"/>
                        <a:pt x="3768" y="3813"/>
                      </a:cubicBezTo>
                      <a:cubicBezTo>
                        <a:pt x="4743" y="5320"/>
                        <a:pt x="6073" y="7270"/>
                        <a:pt x="7226" y="9974"/>
                      </a:cubicBezTo>
                      <a:cubicBezTo>
                        <a:pt x="8290" y="12679"/>
                        <a:pt x="9576" y="15959"/>
                        <a:pt x="10728" y="201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28" name="Forme libre : forme 26327">
                  <a:extLst>
                    <a:ext uri="{FF2B5EF4-FFF2-40B4-BE49-F238E27FC236}">
                      <a16:creationId xmlns:a16="http://schemas.microsoft.com/office/drawing/2014/main" id="{09679882-93AF-4C3B-8FE5-D860D3EA5135}"/>
                    </a:ext>
                  </a:extLst>
                </p:cNvPr>
                <p:cNvSpPr/>
                <p:nvPr/>
              </p:nvSpPr>
              <p:spPr>
                <a:xfrm>
                  <a:off x="5678326" y="2232761"/>
                  <a:ext cx="3994" cy="11495"/>
                </a:xfrm>
                <a:custGeom>
                  <a:avLst/>
                  <a:gdLst>
                    <a:gd name="connsiteX0" fmla="*/ 3357 w 3994"/>
                    <a:gd name="connsiteY0" fmla="*/ 11449 h 11495"/>
                    <a:gd name="connsiteX1" fmla="*/ 386 w 3994"/>
                    <a:gd name="connsiteY1" fmla="*/ 5021 h 11495"/>
                    <a:gd name="connsiteX2" fmla="*/ 741 w 3994"/>
                    <a:gd name="connsiteY2" fmla="*/ 56 h 11495"/>
                    <a:gd name="connsiteX3" fmla="*/ 3401 w 3994"/>
                    <a:gd name="connsiteY3" fmla="*/ 6529 h 11495"/>
                    <a:gd name="connsiteX4" fmla="*/ 3357 w 3994"/>
                    <a:gd name="connsiteY4" fmla="*/ 11449 h 11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4" h="11495">
                      <a:moveTo>
                        <a:pt x="3357" y="11449"/>
                      </a:moveTo>
                      <a:cubicBezTo>
                        <a:pt x="2559" y="11050"/>
                        <a:pt x="1051" y="8213"/>
                        <a:pt x="386" y="5021"/>
                      </a:cubicBezTo>
                      <a:cubicBezTo>
                        <a:pt x="-234" y="1830"/>
                        <a:pt x="-101" y="-387"/>
                        <a:pt x="741" y="56"/>
                      </a:cubicBezTo>
                      <a:cubicBezTo>
                        <a:pt x="1583" y="500"/>
                        <a:pt x="2692" y="3381"/>
                        <a:pt x="3401" y="6529"/>
                      </a:cubicBezTo>
                      <a:cubicBezTo>
                        <a:pt x="4199" y="9588"/>
                        <a:pt x="4199" y="11848"/>
                        <a:pt x="3357" y="1144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29" name="Forme libre : forme 26328">
                  <a:extLst>
                    <a:ext uri="{FF2B5EF4-FFF2-40B4-BE49-F238E27FC236}">
                      <a16:creationId xmlns:a16="http://schemas.microsoft.com/office/drawing/2014/main" id="{F9859E1E-67A9-49C6-AAB9-F06B7615EC5C}"/>
                    </a:ext>
                  </a:extLst>
                </p:cNvPr>
                <p:cNvSpPr/>
                <p:nvPr/>
              </p:nvSpPr>
              <p:spPr>
                <a:xfrm>
                  <a:off x="5681227" y="2242596"/>
                  <a:ext cx="1561" cy="3094"/>
                </a:xfrm>
                <a:custGeom>
                  <a:avLst/>
                  <a:gdLst>
                    <a:gd name="connsiteX0" fmla="*/ 1386 w 1561"/>
                    <a:gd name="connsiteY0" fmla="*/ 3077 h 3094"/>
                    <a:gd name="connsiteX1" fmla="*/ 278 w 1561"/>
                    <a:gd name="connsiteY1" fmla="*/ 1747 h 3094"/>
                    <a:gd name="connsiteX2" fmla="*/ 190 w 1561"/>
                    <a:gd name="connsiteY2" fmla="*/ 18 h 3094"/>
                    <a:gd name="connsiteX3" fmla="*/ 1298 w 1561"/>
                    <a:gd name="connsiteY3" fmla="*/ 1348 h 3094"/>
                    <a:gd name="connsiteX4" fmla="*/ 1386 w 1561"/>
                    <a:gd name="connsiteY4" fmla="*/ 3077 h 3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1" h="3094">
                      <a:moveTo>
                        <a:pt x="1386" y="3077"/>
                      </a:moveTo>
                      <a:cubicBezTo>
                        <a:pt x="1121" y="3210"/>
                        <a:pt x="589" y="2589"/>
                        <a:pt x="278" y="1747"/>
                      </a:cubicBezTo>
                      <a:cubicBezTo>
                        <a:pt x="-76" y="905"/>
                        <a:pt x="-76" y="107"/>
                        <a:pt x="190" y="18"/>
                      </a:cubicBezTo>
                      <a:cubicBezTo>
                        <a:pt x="456" y="-115"/>
                        <a:pt x="988" y="506"/>
                        <a:pt x="1298" y="1348"/>
                      </a:cubicBezTo>
                      <a:cubicBezTo>
                        <a:pt x="1608" y="2190"/>
                        <a:pt x="1652" y="2944"/>
                        <a:pt x="1386" y="30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30" name="Forme libre : forme 26329">
                  <a:extLst>
                    <a:ext uri="{FF2B5EF4-FFF2-40B4-BE49-F238E27FC236}">
                      <a16:creationId xmlns:a16="http://schemas.microsoft.com/office/drawing/2014/main" id="{9FCE4A30-C190-4D74-BEE2-1643B3007D75}"/>
                    </a:ext>
                  </a:extLst>
                </p:cNvPr>
                <p:cNvSpPr/>
                <p:nvPr/>
              </p:nvSpPr>
              <p:spPr>
                <a:xfrm>
                  <a:off x="5683877" y="2230867"/>
                  <a:ext cx="7754" cy="28052"/>
                </a:xfrm>
                <a:custGeom>
                  <a:avLst/>
                  <a:gdLst>
                    <a:gd name="connsiteX0" fmla="*/ 7647 w 7754"/>
                    <a:gd name="connsiteY0" fmla="*/ 23540 h 28052"/>
                    <a:gd name="connsiteX1" fmla="*/ 4588 w 7754"/>
                    <a:gd name="connsiteY1" fmla="*/ 27928 h 28052"/>
                    <a:gd name="connsiteX2" fmla="*/ 2106 w 7754"/>
                    <a:gd name="connsiteY2" fmla="*/ 26598 h 28052"/>
                    <a:gd name="connsiteX3" fmla="*/ 1219 w 7754"/>
                    <a:gd name="connsiteY3" fmla="*/ 22963 h 28052"/>
                    <a:gd name="connsiteX4" fmla="*/ 2194 w 7754"/>
                    <a:gd name="connsiteY4" fmla="*/ 14540 h 28052"/>
                    <a:gd name="connsiteX5" fmla="*/ 1485 w 7754"/>
                    <a:gd name="connsiteY5" fmla="*/ 10950 h 28052"/>
                    <a:gd name="connsiteX6" fmla="*/ 377 w 7754"/>
                    <a:gd name="connsiteY6" fmla="*/ 5674 h 28052"/>
                    <a:gd name="connsiteX7" fmla="*/ 865 w 7754"/>
                    <a:gd name="connsiteY7" fmla="*/ 221 h 28052"/>
                    <a:gd name="connsiteX8" fmla="*/ 4411 w 7754"/>
                    <a:gd name="connsiteY8" fmla="*/ 7802 h 28052"/>
                    <a:gd name="connsiteX9" fmla="*/ 5963 w 7754"/>
                    <a:gd name="connsiteY9" fmla="*/ 12634 h 28052"/>
                    <a:gd name="connsiteX10" fmla="*/ 7071 w 7754"/>
                    <a:gd name="connsiteY10" fmla="*/ 16136 h 28052"/>
                    <a:gd name="connsiteX11" fmla="*/ 7647 w 7754"/>
                    <a:gd name="connsiteY11" fmla="*/ 23540 h 28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7754" h="28052">
                      <a:moveTo>
                        <a:pt x="7647" y="23540"/>
                      </a:moveTo>
                      <a:cubicBezTo>
                        <a:pt x="7292" y="25933"/>
                        <a:pt x="6051" y="27219"/>
                        <a:pt x="4588" y="27928"/>
                      </a:cubicBezTo>
                      <a:cubicBezTo>
                        <a:pt x="4056" y="28194"/>
                        <a:pt x="3125" y="28150"/>
                        <a:pt x="2106" y="26598"/>
                      </a:cubicBezTo>
                      <a:cubicBezTo>
                        <a:pt x="1175" y="25224"/>
                        <a:pt x="1042" y="23850"/>
                        <a:pt x="1219" y="22963"/>
                      </a:cubicBezTo>
                      <a:cubicBezTo>
                        <a:pt x="1662" y="20259"/>
                        <a:pt x="2771" y="18441"/>
                        <a:pt x="2194" y="14540"/>
                      </a:cubicBezTo>
                      <a:cubicBezTo>
                        <a:pt x="2150" y="13920"/>
                        <a:pt x="1840" y="12590"/>
                        <a:pt x="1485" y="10950"/>
                      </a:cubicBezTo>
                      <a:cubicBezTo>
                        <a:pt x="1131" y="9309"/>
                        <a:pt x="599" y="7447"/>
                        <a:pt x="377" y="5674"/>
                      </a:cubicBezTo>
                      <a:cubicBezTo>
                        <a:pt x="-111" y="2083"/>
                        <a:pt x="-288" y="-843"/>
                        <a:pt x="865" y="221"/>
                      </a:cubicBezTo>
                      <a:cubicBezTo>
                        <a:pt x="2106" y="1241"/>
                        <a:pt x="3125" y="4566"/>
                        <a:pt x="4411" y="7802"/>
                      </a:cubicBezTo>
                      <a:cubicBezTo>
                        <a:pt x="4987" y="9442"/>
                        <a:pt x="5564" y="11127"/>
                        <a:pt x="5963" y="12634"/>
                      </a:cubicBezTo>
                      <a:cubicBezTo>
                        <a:pt x="6450" y="14097"/>
                        <a:pt x="6849" y="15338"/>
                        <a:pt x="7071" y="16136"/>
                      </a:cubicBezTo>
                      <a:cubicBezTo>
                        <a:pt x="7780" y="19195"/>
                        <a:pt x="7869" y="21766"/>
                        <a:pt x="7647" y="2354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71" name="Graphique 2">
                <a:extLst>
                  <a:ext uri="{FF2B5EF4-FFF2-40B4-BE49-F238E27FC236}">
                    <a16:creationId xmlns:a16="http://schemas.microsoft.com/office/drawing/2014/main" id="{B56CAD37-93AC-47FA-8B84-F2BD34D76420}"/>
                  </a:ext>
                </a:extLst>
              </p:cNvPr>
              <p:cNvGrpSpPr/>
              <p:nvPr/>
            </p:nvGrpSpPr>
            <p:grpSpPr>
              <a:xfrm>
                <a:off x="5687240" y="2261439"/>
                <a:ext cx="60870" cy="46740"/>
                <a:chOff x="5687240" y="2261439"/>
                <a:chExt cx="60870" cy="46740"/>
              </a:xfrm>
              <a:solidFill>
                <a:schemeClr val="accent1"/>
              </a:solidFill>
            </p:grpSpPr>
            <p:sp>
              <p:nvSpPr>
                <p:cNvPr id="26307" name="Forme libre : forme 26306">
                  <a:extLst>
                    <a:ext uri="{FF2B5EF4-FFF2-40B4-BE49-F238E27FC236}">
                      <a16:creationId xmlns:a16="http://schemas.microsoft.com/office/drawing/2014/main" id="{A508BF48-6F2E-4328-9F8B-1C3A8F0693F7}"/>
                    </a:ext>
                  </a:extLst>
                </p:cNvPr>
                <p:cNvSpPr/>
                <p:nvPr/>
              </p:nvSpPr>
              <p:spPr>
                <a:xfrm>
                  <a:off x="5687258" y="2261439"/>
                  <a:ext cx="60852" cy="46740"/>
                </a:xfrm>
                <a:custGeom>
                  <a:avLst/>
                  <a:gdLst>
                    <a:gd name="connsiteX0" fmla="*/ 34943 w 60852"/>
                    <a:gd name="connsiteY0" fmla="*/ 42485 h 46740"/>
                    <a:gd name="connsiteX1" fmla="*/ 28559 w 60852"/>
                    <a:gd name="connsiteY1" fmla="*/ 39072 h 46740"/>
                    <a:gd name="connsiteX2" fmla="*/ 22397 w 60852"/>
                    <a:gd name="connsiteY2" fmla="*/ 35259 h 46740"/>
                    <a:gd name="connsiteX3" fmla="*/ 10960 w 60852"/>
                    <a:gd name="connsiteY3" fmla="*/ 26304 h 46740"/>
                    <a:gd name="connsiteX4" fmla="*/ 4709 w 60852"/>
                    <a:gd name="connsiteY4" fmla="*/ 19078 h 46740"/>
                    <a:gd name="connsiteX5" fmla="*/ 1030 w 60852"/>
                    <a:gd name="connsiteY5" fmla="*/ 12118 h 46740"/>
                    <a:gd name="connsiteX6" fmla="*/ 1340 w 60852"/>
                    <a:gd name="connsiteY6" fmla="*/ 3518 h 46740"/>
                    <a:gd name="connsiteX7" fmla="*/ 6039 w 60852"/>
                    <a:gd name="connsiteY7" fmla="*/ 459 h 46740"/>
                    <a:gd name="connsiteX8" fmla="*/ 13753 w 60852"/>
                    <a:gd name="connsiteY8" fmla="*/ 2543 h 46740"/>
                    <a:gd name="connsiteX9" fmla="*/ 18984 w 60852"/>
                    <a:gd name="connsiteY9" fmla="*/ 6488 h 46740"/>
                    <a:gd name="connsiteX10" fmla="*/ 24703 w 60852"/>
                    <a:gd name="connsiteY10" fmla="*/ 11586 h 46740"/>
                    <a:gd name="connsiteX11" fmla="*/ 33702 w 60852"/>
                    <a:gd name="connsiteY11" fmla="*/ 18724 h 46740"/>
                    <a:gd name="connsiteX12" fmla="*/ 38578 w 60852"/>
                    <a:gd name="connsiteY12" fmla="*/ 21827 h 46740"/>
                    <a:gd name="connsiteX13" fmla="*/ 43676 w 60852"/>
                    <a:gd name="connsiteY13" fmla="*/ 24575 h 46740"/>
                    <a:gd name="connsiteX14" fmla="*/ 50548 w 60852"/>
                    <a:gd name="connsiteY14" fmla="*/ 28211 h 46740"/>
                    <a:gd name="connsiteX15" fmla="*/ 56133 w 60852"/>
                    <a:gd name="connsiteY15" fmla="*/ 31846 h 46740"/>
                    <a:gd name="connsiteX16" fmla="*/ 60788 w 60852"/>
                    <a:gd name="connsiteY16" fmla="*/ 38318 h 46740"/>
                    <a:gd name="connsiteX17" fmla="*/ 59502 w 60852"/>
                    <a:gd name="connsiteY17" fmla="*/ 43593 h 46740"/>
                    <a:gd name="connsiteX18" fmla="*/ 51567 w 60852"/>
                    <a:gd name="connsiteY18" fmla="*/ 46741 h 46740"/>
                    <a:gd name="connsiteX19" fmla="*/ 43854 w 60852"/>
                    <a:gd name="connsiteY19" fmla="*/ 45677 h 46740"/>
                    <a:gd name="connsiteX20" fmla="*/ 34943 w 60852"/>
                    <a:gd name="connsiteY20" fmla="*/ 42485 h 46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852" h="46740">
                      <a:moveTo>
                        <a:pt x="34943" y="42485"/>
                      </a:moveTo>
                      <a:cubicBezTo>
                        <a:pt x="32726" y="41599"/>
                        <a:pt x="30687" y="40224"/>
                        <a:pt x="28559" y="39072"/>
                      </a:cubicBezTo>
                      <a:cubicBezTo>
                        <a:pt x="26432" y="37919"/>
                        <a:pt x="24348" y="36678"/>
                        <a:pt x="22397" y="35259"/>
                      </a:cubicBezTo>
                      <a:cubicBezTo>
                        <a:pt x="18319" y="32644"/>
                        <a:pt x="14640" y="29452"/>
                        <a:pt x="10960" y="26304"/>
                      </a:cubicBezTo>
                      <a:cubicBezTo>
                        <a:pt x="8566" y="23911"/>
                        <a:pt x="6394" y="21472"/>
                        <a:pt x="4709" y="19078"/>
                      </a:cubicBezTo>
                      <a:cubicBezTo>
                        <a:pt x="3113" y="16596"/>
                        <a:pt x="1872" y="14202"/>
                        <a:pt x="1030" y="12118"/>
                      </a:cubicBezTo>
                      <a:cubicBezTo>
                        <a:pt x="-433" y="7774"/>
                        <a:pt x="-344" y="4582"/>
                        <a:pt x="1340" y="3518"/>
                      </a:cubicBezTo>
                      <a:lnTo>
                        <a:pt x="6039" y="459"/>
                      </a:lnTo>
                      <a:cubicBezTo>
                        <a:pt x="7768" y="-649"/>
                        <a:pt x="10605" y="326"/>
                        <a:pt x="13753" y="2543"/>
                      </a:cubicBezTo>
                      <a:cubicBezTo>
                        <a:pt x="15437" y="3562"/>
                        <a:pt x="17211" y="4893"/>
                        <a:pt x="18984" y="6488"/>
                      </a:cubicBezTo>
                      <a:cubicBezTo>
                        <a:pt x="20846" y="7996"/>
                        <a:pt x="22841" y="9636"/>
                        <a:pt x="24703" y="11586"/>
                      </a:cubicBezTo>
                      <a:cubicBezTo>
                        <a:pt x="27628" y="14069"/>
                        <a:pt x="30466" y="16640"/>
                        <a:pt x="33702" y="18724"/>
                      </a:cubicBezTo>
                      <a:cubicBezTo>
                        <a:pt x="35209" y="19876"/>
                        <a:pt x="36894" y="20896"/>
                        <a:pt x="38578" y="21827"/>
                      </a:cubicBezTo>
                      <a:cubicBezTo>
                        <a:pt x="40263" y="22758"/>
                        <a:pt x="41859" y="23866"/>
                        <a:pt x="43676" y="24575"/>
                      </a:cubicBezTo>
                      <a:cubicBezTo>
                        <a:pt x="46203" y="25639"/>
                        <a:pt x="48375" y="27147"/>
                        <a:pt x="50548" y="28211"/>
                      </a:cubicBezTo>
                      <a:cubicBezTo>
                        <a:pt x="52675" y="29363"/>
                        <a:pt x="54582" y="30605"/>
                        <a:pt x="56133" y="31846"/>
                      </a:cubicBezTo>
                      <a:cubicBezTo>
                        <a:pt x="59369" y="34062"/>
                        <a:pt x="61231" y="36412"/>
                        <a:pt x="60788" y="38318"/>
                      </a:cubicBezTo>
                      <a:lnTo>
                        <a:pt x="59502" y="43593"/>
                      </a:lnTo>
                      <a:cubicBezTo>
                        <a:pt x="59059" y="45500"/>
                        <a:pt x="56089" y="46608"/>
                        <a:pt x="51567" y="46741"/>
                      </a:cubicBezTo>
                      <a:cubicBezTo>
                        <a:pt x="49351" y="46652"/>
                        <a:pt x="46735" y="46298"/>
                        <a:pt x="43854" y="45677"/>
                      </a:cubicBezTo>
                      <a:cubicBezTo>
                        <a:pt x="40972" y="45189"/>
                        <a:pt x="38002" y="43815"/>
                        <a:pt x="34943" y="42485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08" name="Forme libre : forme 26307">
                  <a:extLst>
                    <a:ext uri="{FF2B5EF4-FFF2-40B4-BE49-F238E27FC236}">
                      <a16:creationId xmlns:a16="http://schemas.microsoft.com/office/drawing/2014/main" id="{0CDC283A-271C-4227-9FF6-4F1CEF6B7668}"/>
                    </a:ext>
                  </a:extLst>
                </p:cNvPr>
                <p:cNvSpPr/>
                <p:nvPr/>
              </p:nvSpPr>
              <p:spPr>
                <a:xfrm>
                  <a:off x="5687240" y="2263583"/>
                  <a:ext cx="59564" cy="44552"/>
                </a:xfrm>
                <a:custGeom>
                  <a:avLst/>
                  <a:gdLst>
                    <a:gd name="connsiteX0" fmla="*/ 19179 w 59564"/>
                    <a:gd name="connsiteY0" fmla="*/ 22387 h 44552"/>
                    <a:gd name="connsiteX1" fmla="*/ 13017 w 59564"/>
                    <a:gd name="connsiteY1" fmla="*/ 17200 h 44552"/>
                    <a:gd name="connsiteX2" fmla="*/ 8141 w 59564"/>
                    <a:gd name="connsiteY2" fmla="*/ 11260 h 44552"/>
                    <a:gd name="connsiteX3" fmla="*/ 3397 w 59564"/>
                    <a:gd name="connsiteY3" fmla="*/ 0 h 44552"/>
                    <a:gd name="connsiteX4" fmla="*/ 1358 w 59564"/>
                    <a:gd name="connsiteY4" fmla="*/ 1330 h 44552"/>
                    <a:gd name="connsiteX5" fmla="*/ 1048 w 59564"/>
                    <a:gd name="connsiteY5" fmla="*/ 9930 h 44552"/>
                    <a:gd name="connsiteX6" fmla="*/ 4727 w 59564"/>
                    <a:gd name="connsiteY6" fmla="*/ 16890 h 44552"/>
                    <a:gd name="connsiteX7" fmla="*/ 10978 w 59564"/>
                    <a:gd name="connsiteY7" fmla="*/ 24116 h 44552"/>
                    <a:gd name="connsiteX8" fmla="*/ 22415 w 59564"/>
                    <a:gd name="connsiteY8" fmla="*/ 33071 h 44552"/>
                    <a:gd name="connsiteX9" fmla="*/ 28577 w 59564"/>
                    <a:gd name="connsiteY9" fmla="*/ 36883 h 44552"/>
                    <a:gd name="connsiteX10" fmla="*/ 34961 w 59564"/>
                    <a:gd name="connsiteY10" fmla="*/ 40297 h 44552"/>
                    <a:gd name="connsiteX11" fmla="*/ 43871 w 59564"/>
                    <a:gd name="connsiteY11" fmla="*/ 43489 h 44552"/>
                    <a:gd name="connsiteX12" fmla="*/ 51585 w 59564"/>
                    <a:gd name="connsiteY12" fmla="*/ 44553 h 44552"/>
                    <a:gd name="connsiteX13" fmla="*/ 59520 w 59564"/>
                    <a:gd name="connsiteY13" fmla="*/ 41405 h 44552"/>
                    <a:gd name="connsiteX14" fmla="*/ 59564 w 59564"/>
                    <a:gd name="connsiteY14" fmla="*/ 41228 h 44552"/>
                    <a:gd name="connsiteX15" fmla="*/ 48748 w 59564"/>
                    <a:gd name="connsiteY15" fmla="*/ 38125 h 44552"/>
                    <a:gd name="connsiteX16" fmla="*/ 38463 w 59564"/>
                    <a:gd name="connsiteY16" fmla="*/ 33825 h 44552"/>
                    <a:gd name="connsiteX17" fmla="*/ 28666 w 59564"/>
                    <a:gd name="connsiteY17" fmla="*/ 28549 h 44552"/>
                    <a:gd name="connsiteX18" fmla="*/ 19179 w 59564"/>
                    <a:gd name="connsiteY18" fmla="*/ 22387 h 44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9564" h="44552">
                      <a:moveTo>
                        <a:pt x="19179" y="22387"/>
                      </a:moveTo>
                      <a:cubicBezTo>
                        <a:pt x="16962" y="20836"/>
                        <a:pt x="14790" y="19151"/>
                        <a:pt x="13017" y="17200"/>
                      </a:cubicBezTo>
                      <a:cubicBezTo>
                        <a:pt x="11199" y="15294"/>
                        <a:pt x="9426" y="13388"/>
                        <a:pt x="8141" y="11260"/>
                      </a:cubicBezTo>
                      <a:cubicBezTo>
                        <a:pt x="5348" y="7226"/>
                        <a:pt x="3796" y="3148"/>
                        <a:pt x="3397" y="0"/>
                      </a:cubicBezTo>
                      <a:lnTo>
                        <a:pt x="1358" y="1330"/>
                      </a:lnTo>
                      <a:cubicBezTo>
                        <a:pt x="-327" y="2438"/>
                        <a:pt x="-460" y="5630"/>
                        <a:pt x="1048" y="9930"/>
                      </a:cubicBezTo>
                      <a:cubicBezTo>
                        <a:pt x="1890" y="12014"/>
                        <a:pt x="3131" y="14408"/>
                        <a:pt x="4727" y="16890"/>
                      </a:cubicBezTo>
                      <a:cubicBezTo>
                        <a:pt x="6412" y="19284"/>
                        <a:pt x="8584" y="21722"/>
                        <a:pt x="10978" y="24116"/>
                      </a:cubicBezTo>
                      <a:cubicBezTo>
                        <a:pt x="14657" y="27264"/>
                        <a:pt x="18337" y="30455"/>
                        <a:pt x="22415" y="33071"/>
                      </a:cubicBezTo>
                      <a:cubicBezTo>
                        <a:pt x="24366" y="34534"/>
                        <a:pt x="26449" y="35731"/>
                        <a:pt x="28577" y="36883"/>
                      </a:cubicBezTo>
                      <a:cubicBezTo>
                        <a:pt x="30705" y="38036"/>
                        <a:pt x="32744" y="39366"/>
                        <a:pt x="34961" y="40297"/>
                      </a:cubicBezTo>
                      <a:cubicBezTo>
                        <a:pt x="38064" y="41627"/>
                        <a:pt x="40990" y="43001"/>
                        <a:pt x="43871" y="43489"/>
                      </a:cubicBezTo>
                      <a:cubicBezTo>
                        <a:pt x="46708" y="44109"/>
                        <a:pt x="49324" y="44464"/>
                        <a:pt x="51585" y="44553"/>
                      </a:cubicBezTo>
                      <a:cubicBezTo>
                        <a:pt x="56107" y="44420"/>
                        <a:pt x="59077" y="43311"/>
                        <a:pt x="59520" y="41405"/>
                      </a:cubicBezTo>
                      <a:lnTo>
                        <a:pt x="59564" y="41228"/>
                      </a:lnTo>
                      <a:cubicBezTo>
                        <a:pt x="55885" y="40385"/>
                        <a:pt x="52206" y="39499"/>
                        <a:pt x="48748" y="38125"/>
                      </a:cubicBezTo>
                      <a:cubicBezTo>
                        <a:pt x="45201" y="37017"/>
                        <a:pt x="41832" y="35420"/>
                        <a:pt x="38463" y="33825"/>
                      </a:cubicBezTo>
                      <a:cubicBezTo>
                        <a:pt x="35094" y="32317"/>
                        <a:pt x="31946" y="30322"/>
                        <a:pt x="28666" y="28549"/>
                      </a:cubicBezTo>
                      <a:cubicBezTo>
                        <a:pt x="25518" y="26510"/>
                        <a:pt x="22193" y="24737"/>
                        <a:pt x="19179" y="22387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09" name="Forme libre : forme 26308">
                  <a:extLst>
                    <a:ext uri="{FF2B5EF4-FFF2-40B4-BE49-F238E27FC236}">
                      <a16:creationId xmlns:a16="http://schemas.microsoft.com/office/drawing/2014/main" id="{57731C0F-21E3-4467-8C34-CE3FE2592C72}"/>
                    </a:ext>
                  </a:extLst>
                </p:cNvPr>
                <p:cNvSpPr/>
                <p:nvPr/>
              </p:nvSpPr>
              <p:spPr>
                <a:xfrm>
                  <a:off x="5705845" y="2281337"/>
                  <a:ext cx="27627" cy="18060"/>
                </a:xfrm>
                <a:custGeom>
                  <a:avLst/>
                  <a:gdLst>
                    <a:gd name="connsiteX0" fmla="*/ 27571 w 27627"/>
                    <a:gd name="connsiteY0" fmla="*/ 17135 h 18060"/>
                    <a:gd name="connsiteX1" fmla="*/ 22163 w 27627"/>
                    <a:gd name="connsiteY1" fmla="*/ 17667 h 18060"/>
                    <a:gd name="connsiteX2" fmla="*/ 17020 w 27627"/>
                    <a:gd name="connsiteY2" fmla="*/ 16160 h 18060"/>
                    <a:gd name="connsiteX3" fmla="*/ 11213 w 27627"/>
                    <a:gd name="connsiteY3" fmla="*/ 13189 h 18060"/>
                    <a:gd name="connsiteX4" fmla="*/ 5938 w 27627"/>
                    <a:gd name="connsiteY4" fmla="*/ 9332 h 18060"/>
                    <a:gd name="connsiteX5" fmla="*/ 2169 w 27627"/>
                    <a:gd name="connsiteY5" fmla="*/ 5520 h 18060"/>
                    <a:gd name="connsiteX6" fmla="*/ 263 w 27627"/>
                    <a:gd name="connsiteY6" fmla="*/ 378 h 18060"/>
                    <a:gd name="connsiteX7" fmla="*/ 5539 w 27627"/>
                    <a:gd name="connsiteY7" fmla="*/ 1353 h 18060"/>
                    <a:gd name="connsiteX8" fmla="*/ 9972 w 27627"/>
                    <a:gd name="connsiteY8" fmla="*/ 3658 h 18060"/>
                    <a:gd name="connsiteX9" fmla="*/ 15114 w 27627"/>
                    <a:gd name="connsiteY9" fmla="*/ 6717 h 18060"/>
                    <a:gd name="connsiteX10" fmla="*/ 20168 w 27627"/>
                    <a:gd name="connsiteY10" fmla="*/ 9953 h 18060"/>
                    <a:gd name="connsiteX11" fmla="*/ 24291 w 27627"/>
                    <a:gd name="connsiteY11" fmla="*/ 12746 h 18060"/>
                    <a:gd name="connsiteX12" fmla="*/ 27571 w 27627"/>
                    <a:gd name="connsiteY12" fmla="*/ 17135 h 18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627" h="18060">
                      <a:moveTo>
                        <a:pt x="27571" y="17135"/>
                      </a:moveTo>
                      <a:cubicBezTo>
                        <a:pt x="27172" y="18154"/>
                        <a:pt x="25133" y="18332"/>
                        <a:pt x="22163" y="17667"/>
                      </a:cubicBezTo>
                      <a:cubicBezTo>
                        <a:pt x="20655" y="17357"/>
                        <a:pt x="18882" y="16869"/>
                        <a:pt x="17020" y="16160"/>
                      </a:cubicBezTo>
                      <a:cubicBezTo>
                        <a:pt x="15203" y="15362"/>
                        <a:pt x="13208" y="14342"/>
                        <a:pt x="11213" y="13189"/>
                      </a:cubicBezTo>
                      <a:cubicBezTo>
                        <a:pt x="9174" y="12125"/>
                        <a:pt x="7489" y="10618"/>
                        <a:pt x="5938" y="9332"/>
                      </a:cubicBezTo>
                      <a:cubicBezTo>
                        <a:pt x="4430" y="8002"/>
                        <a:pt x="3056" y="6806"/>
                        <a:pt x="2169" y="5520"/>
                      </a:cubicBezTo>
                      <a:cubicBezTo>
                        <a:pt x="308" y="3037"/>
                        <a:pt x="-446" y="1131"/>
                        <a:pt x="263" y="378"/>
                      </a:cubicBezTo>
                      <a:cubicBezTo>
                        <a:pt x="972" y="-376"/>
                        <a:pt x="2967" y="23"/>
                        <a:pt x="5539" y="1353"/>
                      </a:cubicBezTo>
                      <a:cubicBezTo>
                        <a:pt x="6780" y="2062"/>
                        <a:pt x="8376" y="2727"/>
                        <a:pt x="9972" y="3658"/>
                      </a:cubicBezTo>
                      <a:cubicBezTo>
                        <a:pt x="11612" y="4500"/>
                        <a:pt x="13252" y="5742"/>
                        <a:pt x="15114" y="6717"/>
                      </a:cubicBezTo>
                      <a:cubicBezTo>
                        <a:pt x="16976" y="7781"/>
                        <a:pt x="18661" y="8889"/>
                        <a:pt x="20168" y="9953"/>
                      </a:cubicBezTo>
                      <a:cubicBezTo>
                        <a:pt x="21764" y="10928"/>
                        <a:pt x="23182" y="11859"/>
                        <a:pt x="24291" y="12746"/>
                      </a:cubicBezTo>
                      <a:cubicBezTo>
                        <a:pt x="26596" y="14697"/>
                        <a:pt x="27926" y="16204"/>
                        <a:pt x="27571" y="17135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10" name="Forme libre : forme 26309">
                  <a:extLst>
                    <a:ext uri="{FF2B5EF4-FFF2-40B4-BE49-F238E27FC236}">
                      <a16:creationId xmlns:a16="http://schemas.microsoft.com/office/drawing/2014/main" id="{B1C99D8A-E1DC-4BFB-B018-752E241417B2}"/>
                    </a:ext>
                  </a:extLst>
                </p:cNvPr>
                <p:cNvSpPr/>
                <p:nvPr/>
              </p:nvSpPr>
              <p:spPr>
                <a:xfrm>
                  <a:off x="5705801" y="2281418"/>
                  <a:ext cx="17951" cy="16520"/>
                </a:xfrm>
                <a:custGeom>
                  <a:avLst/>
                  <a:gdLst>
                    <a:gd name="connsiteX0" fmla="*/ 7622 w 17951"/>
                    <a:gd name="connsiteY0" fmla="*/ 2379 h 16520"/>
                    <a:gd name="connsiteX1" fmla="*/ 2923 w 17951"/>
                    <a:gd name="connsiteY1" fmla="*/ 251 h 16520"/>
                    <a:gd name="connsiteX2" fmla="*/ 263 w 17951"/>
                    <a:gd name="connsiteY2" fmla="*/ 384 h 16520"/>
                    <a:gd name="connsiteX3" fmla="*/ 2169 w 17951"/>
                    <a:gd name="connsiteY3" fmla="*/ 5527 h 16520"/>
                    <a:gd name="connsiteX4" fmla="*/ 5938 w 17951"/>
                    <a:gd name="connsiteY4" fmla="*/ 9339 h 16520"/>
                    <a:gd name="connsiteX5" fmla="*/ 11213 w 17951"/>
                    <a:gd name="connsiteY5" fmla="*/ 13196 h 16520"/>
                    <a:gd name="connsiteX6" fmla="*/ 17951 w 17951"/>
                    <a:gd name="connsiteY6" fmla="*/ 16521 h 16520"/>
                    <a:gd name="connsiteX7" fmla="*/ 14449 w 17951"/>
                    <a:gd name="connsiteY7" fmla="*/ 14304 h 16520"/>
                    <a:gd name="connsiteX8" fmla="*/ 10548 w 17951"/>
                    <a:gd name="connsiteY8" fmla="*/ 10802 h 16520"/>
                    <a:gd name="connsiteX9" fmla="*/ 8065 w 17951"/>
                    <a:gd name="connsiteY9" fmla="*/ 7211 h 16520"/>
                    <a:gd name="connsiteX10" fmla="*/ 7622 w 17951"/>
                    <a:gd name="connsiteY10" fmla="*/ 2379 h 16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951" h="16520">
                      <a:moveTo>
                        <a:pt x="7622" y="2379"/>
                      </a:moveTo>
                      <a:cubicBezTo>
                        <a:pt x="5760" y="1448"/>
                        <a:pt x="4209" y="606"/>
                        <a:pt x="2923" y="251"/>
                      </a:cubicBezTo>
                      <a:cubicBezTo>
                        <a:pt x="1637" y="-103"/>
                        <a:pt x="707" y="-103"/>
                        <a:pt x="263" y="384"/>
                      </a:cubicBezTo>
                      <a:cubicBezTo>
                        <a:pt x="-446" y="1182"/>
                        <a:pt x="307" y="3044"/>
                        <a:pt x="2169" y="5527"/>
                      </a:cubicBezTo>
                      <a:cubicBezTo>
                        <a:pt x="3056" y="6812"/>
                        <a:pt x="4430" y="8009"/>
                        <a:pt x="5938" y="9339"/>
                      </a:cubicBezTo>
                      <a:cubicBezTo>
                        <a:pt x="7489" y="10581"/>
                        <a:pt x="9129" y="12132"/>
                        <a:pt x="11213" y="13196"/>
                      </a:cubicBezTo>
                      <a:cubicBezTo>
                        <a:pt x="13563" y="14526"/>
                        <a:pt x="15823" y="15723"/>
                        <a:pt x="17951" y="16521"/>
                      </a:cubicBezTo>
                      <a:cubicBezTo>
                        <a:pt x="16666" y="15944"/>
                        <a:pt x="15557" y="15102"/>
                        <a:pt x="14449" y="14304"/>
                      </a:cubicBezTo>
                      <a:cubicBezTo>
                        <a:pt x="12986" y="13152"/>
                        <a:pt x="11656" y="11955"/>
                        <a:pt x="10548" y="10802"/>
                      </a:cubicBezTo>
                      <a:cubicBezTo>
                        <a:pt x="9484" y="9517"/>
                        <a:pt x="8642" y="8320"/>
                        <a:pt x="8065" y="7211"/>
                      </a:cubicBezTo>
                      <a:cubicBezTo>
                        <a:pt x="6913" y="4995"/>
                        <a:pt x="6647" y="3266"/>
                        <a:pt x="7622" y="2379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11" name="Forme libre : forme 26310">
                  <a:extLst>
                    <a:ext uri="{FF2B5EF4-FFF2-40B4-BE49-F238E27FC236}">
                      <a16:creationId xmlns:a16="http://schemas.microsoft.com/office/drawing/2014/main" id="{1787819E-2275-4674-8751-8A3B8D5DE463}"/>
                    </a:ext>
                  </a:extLst>
                </p:cNvPr>
                <p:cNvSpPr/>
                <p:nvPr/>
              </p:nvSpPr>
              <p:spPr>
                <a:xfrm>
                  <a:off x="5706562" y="2283133"/>
                  <a:ext cx="28161" cy="17696"/>
                </a:xfrm>
                <a:custGeom>
                  <a:avLst/>
                  <a:gdLst>
                    <a:gd name="connsiteX0" fmla="*/ 28096 w 28161"/>
                    <a:gd name="connsiteY0" fmla="*/ 16669 h 17696"/>
                    <a:gd name="connsiteX1" fmla="*/ 22643 w 28161"/>
                    <a:gd name="connsiteY1" fmla="*/ 17378 h 17696"/>
                    <a:gd name="connsiteX2" fmla="*/ 17456 w 28161"/>
                    <a:gd name="connsiteY2" fmla="*/ 15915 h 17696"/>
                    <a:gd name="connsiteX3" fmla="*/ 11560 w 28161"/>
                    <a:gd name="connsiteY3" fmla="*/ 13034 h 17696"/>
                    <a:gd name="connsiteX4" fmla="*/ 6152 w 28161"/>
                    <a:gd name="connsiteY4" fmla="*/ 9310 h 17696"/>
                    <a:gd name="connsiteX5" fmla="*/ 2251 w 28161"/>
                    <a:gd name="connsiteY5" fmla="*/ 5586 h 17696"/>
                    <a:gd name="connsiteX6" fmla="*/ 256 w 28161"/>
                    <a:gd name="connsiteY6" fmla="*/ 399 h 17696"/>
                    <a:gd name="connsiteX7" fmla="*/ 5531 w 28161"/>
                    <a:gd name="connsiteY7" fmla="*/ 1330 h 17696"/>
                    <a:gd name="connsiteX8" fmla="*/ 10097 w 28161"/>
                    <a:gd name="connsiteY8" fmla="*/ 3547 h 17696"/>
                    <a:gd name="connsiteX9" fmla="*/ 15373 w 28161"/>
                    <a:gd name="connsiteY9" fmla="*/ 6517 h 17696"/>
                    <a:gd name="connsiteX10" fmla="*/ 20559 w 28161"/>
                    <a:gd name="connsiteY10" fmla="*/ 9709 h 17696"/>
                    <a:gd name="connsiteX11" fmla="*/ 24771 w 28161"/>
                    <a:gd name="connsiteY11" fmla="*/ 12502 h 17696"/>
                    <a:gd name="connsiteX12" fmla="*/ 28096 w 28161"/>
                    <a:gd name="connsiteY12" fmla="*/ 16669 h 17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8161" h="17696">
                      <a:moveTo>
                        <a:pt x="28096" y="16669"/>
                      </a:moveTo>
                      <a:cubicBezTo>
                        <a:pt x="27741" y="17600"/>
                        <a:pt x="25613" y="18043"/>
                        <a:pt x="22643" y="17378"/>
                      </a:cubicBezTo>
                      <a:cubicBezTo>
                        <a:pt x="21136" y="17068"/>
                        <a:pt x="19362" y="16580"/>
                        <a:pt x="17456" y="15915"/>
                      </a:cubicBezTo>
                      <a:cubicBezTo>
                        <a:pt x="15506" y="15294"/>
                        <a:pt x="13599" y="14142"/>
                        <a:pt x="11560" y="13034"/>
                      </a:cubicBezTo>
                      <a:cubicBezTo>
                        <a:pt x="9521" y="11925"/>
                        <a:pt x="7659" y="10684"/>
                        <a:pt x="6152" y="9310"/>
                      </a:cubicBezTo>
                      <a:cubicBezTo>
                        <a:pt x="4600" y="7980"/>
                        <a:pt x="3270" y="6738"/>
                        <a:pt x="2251" y="5586"/>
                      </a:cubicBezTo>
                      <a:cubicBezTo>
                        <a:pt x="345" y="3103"/>
                        <a:pt x="-454" y="1197"/>
                        <a:pt x="256" y="399"/>
                      </a:cubicBezTo>
                      <a:cubicBezTo>
                        <a:pt x="965" y="-399"/>
                        <a:pt x="2916" y="45"/>
                        <a:pt x="5531" y="1330"/>
                      </a:cubicBezTo>
                      <a:cubicBezTo>
                        <a:pt x="6905" y="1862"/>
                        <a:pt x="8457" y="2616"/>
                        <a:pt x="10097" y="3547"/>
                      </a:cubicBezTo>
                      <a:cubicBezTo>
                        <a:pt x="11693" y="4522"/>
                        <a:pt x="13511" y="5497"/>
                        <a:pt x="15373" y="6517"/>
                      </a:cubicBezTo>
                      <a:cubicBezTo>
                        <a:pt x="17279" y="7536"/>
                        <a:pt x="18919" y="8822"/>
                        <a:pt x="20559" y="9709"/>
                      </a:cubicBezTo>
                      <a:cubicBezTo>
                        <a:pt x="22155" y="10640"/>
                        <a:pt x="23618" y="11615"/>
                        <a:pt x="24771" y="12502"/>
                      </a:cubicBezTo>
                      <a:cubicBezTo>
                        <a:pt x="27032" y="14363"/>
                        <a:pt x="28495" y="15649"/>
                        <a:pt x="28096" y="1666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12" name="Forme libre : forme 26311">
                  <a:extLst>
                    <a:ext uri="{FF2B5EF4-FFF2-40B4-BE49-F238E27FC236}">
                      <a16:creationId xmlns:a16="http://schemas.microsoft.com/office/drawing/2014/main" id="{9EDD7281-D1D5-49B2-A80C-C8D171AFD088}"/>
                    </a:ext>
                  </a:extLst>
                </p:cNvPr>
                <p:cNvSpPr/>
                <p:nvPr/>
              </p:nvSpPr>
              <p:spPr>
                <a:xfrm>
                  <a:off x="5694315" y="2269573"/>
                  <a:ext cx="31942" cy="31424"/>
                </a:xfrm>
                <a:custGeom>
                  <a:avLst/>
                  <a:gdLst>
                    <a:gd name="connsiteX0" fmla="*/ 1996 w 31942"/>
                    <a:gd name="connsiteY0" fmla="*/ 2698 h 31424"/>
                    <a:gd name="connsiteX1" fmla="*/ 1 w 31942"/>
                    <a:gd name="connsiteY1" fmla="*/ 5846 h 31424"/>
                    <a:gd name="connsiteX2" fmla="*/ 2750 w 31942"/>
                    <a:gd name="connsiteY2" fmla="*/ 12628 h 31424"/>
                    <a:gd name="connsiteX3" fmla="*/ 5764 w 31942"/>
                    <a:gd name="connsiteY3" fmla="*/ 16751 h 31424"/>
                    <a:gd name="connsiteX4" fmla="*/ 9621 w 31942"/>
                    <a:gd name="connsiteY4" fmla="*/ 20652 h 31424"/>
                    <a:gd name="connsiteX5" fmla="*/ 25093 w 31942"/>
                    <a:gd name="connsiteY5" fmla="*/ 30405 h 31424"/>
                    <a:gd name="connsiteX6" fmla="*/ 31787 w 31942"/>
                    <a:gd name="connsiteY6" fmla="*/ 29962 h 31424"/>
                    <a:gd name="connsiteX7" fmla="*/ 27398 w 31942"/>
                    <a:gd name="connsiteY7" fmla="*/ 25795 h 31424"/>
                    <a:gd name="connsiteX8" fmla="*/ 18088 w 31942"/>
                    <a:gd name="connsiteY8" fmla="*/ 14889 h 31424"/>
                    <a:gd name="connsiteX9" fmla="*/ 14897 w 31942"/>
                    <a:gd name="connsiteY9" fmla="*/ 8594 h 31424"/>
                    <a:gd name="connsiteX10" fmla="*/ 9444 w 31942"/>
                    <a:gd name="connsiteY10" fmla="*/ 1679 h 31424"/>
                    <a:gd name="connsiteX11" fmla="*/ 1996 w 31942"/>
                    <a:gd name="connsiteY11" fmla="*/ 2698 h 31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942" h="31424">
                      <a:moveTo>
                        <a:pt x="1996" y="2698"/>
                      </a:moveTo>
                      <a:cubicBezTo>
                        <a:pt x="1021" y="3363"/>
                        <a:pt x="1" y="4072"/>
                        <a:pt x="1" y="5846"/>
                      </a:cubicBezTo>
                      <a:cubicBezTo>
                        <a:pt x="-43" y="7575"/>
                        <a:pt x="977" y="10013"/>
                        <a:pt x="2750" y="12628"/>
                      </a:cubicBezTo>
                      <a:cubicBezTo>
                        <a:pt x="3636" y="13958"/>
                        <a:pt x="4612" y="15377"/>
                        <a:pt x="5764" y="16751"/>
                      </a:cubicBezTo>
                      <a:cubicBezTo>
                        <a:pt x="6961" y="18081"/>
                        <a:pt x="8291" y="19367"/>
                        <a:pt x="9621" y="20652"/>
                      </a:cubicBezTo>
                      <a:cubicBezTo>
                        <a:pt x="14099" y="24908"/>
                        <a:pt x="19862" y="28587"/>
                        <a:pt x="25093" y="30405"/>
                      </a:cubicBezTo>
                      <a:cubicBezTo>
                        <a:pt x="28994" y="31912"/>
                        <a:pt x="32762" y="31735"/>
                        <a:pt x="31787" y="29962"/>
                      </a:cubicBezTo>
                      <a:cubicBezTo>
                        <a:pt x="31210" y="28809"/>
                        <a:pt x="29082" y="27391"/>
                        <a:pt x="27398" y="25795"/>
                      </a:cubicBezTo>
                      <a:cubicBezTo>
                        <a:pt x="23186" y="22292"/>
                        <a:pt x="20216" y="18347"/>
                        <a:pt x="18088" y="14889"/>
                      </a:cubicBezTo>
                      <a:cubicBezTo>
                        <a:pt x="17246" y="13337"/>
                        <a:pt x="16315" y="10944"/>
                        <a:pt x="14897" y="8594"/>
                      </a:cubicBezTo>
                      <a:cubicBezTo>
                        <a:pt x="13478" y="6289"/>
                        <a:pt x="12015" y="3541"/>
                        <a:pt x="9444" y="1679"/>
                      </a:cubicBezTo>
                      <a:cubicBezTo>
                        <a:pt x="5188" y="-2178"/>
                        <a:pt x="3326" y="1679"/>
                        <a:pt x="1996" y="269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13" name="Forme libre : forme 26312">
                  <a:extLst>
                    <a:ext uri="{FF2B5EF4-FFF2-40B4-BE49-F238E27FC236}">
                      <a16:creationId xmlns:a16="http://schemas.microsoft.com/office/drawing/2014/main" id="{FF602140-8608-4E55-A8F6-BE04C2F28EC3}"/>
                    </a:ext>
                  </a:extLst>
                </p:cNvPr>
                <p:cNvSpPr/>
                <p:nvPr/>
              </p:nvSpPr>
              <p:spPr>
                <a:xfrm>
                  <a:off x="5703110" y="2274732"/>
                  <a:ext cx="10905" cy="7387"/>
                </a:xfrm>
                <a:custGeom>
                  <a:avLst/>
                  <a:gdLst>
                    <a:gd name="connsiteX0" fmla="*/ 1225 w 10905"/>
                    <a:gd name="connsiteY0" fmla="*/ 111 h 7387"/>
                    <a:gd name="connsiteX1" fmla="*/ 117 w 10905"/>
                    <a:gd name="connsiteY1" fmla="*/ 155 h 7387"/>
                    <a:gd name="connsiteX2" fmla="*/ 427 w 10905"/>
                    <a:gd name="connsiteY2" fmla="*/ 1485 h 7387"/>
                    <a:gd name="connsiteX3" fmla="*/ 2067 w 10905"/>
                    <a:gd name="connsiteY3" fmla="*/ 3081 h 7387"/>
                    <a:gd name="connsiteX4" fmla="*/ 6722 w 10905"/>
                    <a:gd name="connsiteY4" fmla="*/ 6184 h 7387"/>
                    <a:gd name="connsiteX5" fmla="*/ 8540 w 10905"/>
                    <a:gd name="connsiteY5" fmla="*/ 7115 h 7387"/>
                    <a:gd name="connsiteX6" fmla="*/ 8850 w 10905"/>
                    <a:gd name="connsiteY6" fmla="*/ 4189 h 7387"/>
                    <a:gd name="connsiteX7" fmla="*/ 1225 w 10905"/>
                    <a:gd name="connsiteY7" fmla="*/ 111 h 7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905" h="7387">
                      <a:moveTo>
                        <a:pt x="1225" y="111"/>
                      </a:moveTo>
                      <a:cubicBezTo>
                        <a:pt x="782" y="-22"/>
                        <a:pt x="339" y="-67"/>
                        <a:pt x="117" y="155"/>
                      </a:cubicBezTo>
                      <a:cubicBezTo>
                        <a:pt x="-105" y="377"/>
                        <a:pt x="-16" y="865"/>
                        <a:pt x="427" y="1485"/>
                      </a:cubicBezTo>
                      <a:cubicBezTo>
                        <a:pt x="870" y="2062"/>
                        <a:pt x="1491" y="2638"/>
                        <a:pt x="2067" y="3081"/>
                      </a:cubicBezTo>
                      <a:cubicBezTo>
                        <a:pt x="3486" y="4367"/>
                        <a:pt x="5215" y="5253"/>
                        <a:pt x="6722" y="6184"/>
                      </a:cubicBezTo>
                      <a:cubicBezTo>
                        <a:pt x="7343" y="6539"/>
                        <a:pt x="8008" y="6893"/>
                        <a:pt x="8540" y="7115"/>
                      </a:cubicBezTo>
                      <a:cubicBezTo>
                        <a:pt x="10845" y="7957"/>
                        <a:pt x="12308" y="6805"/>
                        <a:pt x="8850" y="4189"/>
                      </a:cubicBezTo>
                      <a:cubicBezTo>
                        <a:pt x="6101" y="2239"/>
                        <a:pt x="3087" y="599"/>
                        <a:pt x="1225" y="11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14" name="Forme libre : forme 26313">
                  <a:extLst>
                    <a:ext uri="{FF2B5EF4-FFF2-40B4-BE49-F238E27FC236}">
                      <a16:creationId xmlns:a16="http://schemas.microsoft.com/office/drawing/2014/main" id="{8698ED88-5893-4683-8B58-B0F068A34103}"/>
                    </a:ext>
                  </a:extLst>
                </p:cNvPr>
                <p:cNvSpPr/>
                <p:nvPr/>
              </p:nvSpPr>
              <p:spPr>
                <a:xfrm>
                  <a:off x="5722866" y="2303702"/>
                  <a:ext cx="21943" cy="3130"/>
                </a:xfrm>
                <a:custGeom>
                  <a:avLst/>
                  <a:gdLst>
                    <a:gd name="connsiteX0" fmla="*/ 21944 w 21943"/>
                    <a:gd name="connsiteY0" fmla="*/ 0 h 3130"/>
                    <a:gd name="connsiteX1" fmla="*/ 19018 w 21943"/>
                    <a:gd name="connsiteY1" fmla="*/ 2438 h 3130"/>
                    <a:gd name="connsiteX2" fmla="*/ 12457 w 21943"/>
                    <a:gd name="connsiteY2" fmla="*/ 3015 h 3130"/>
                    <a:gd name="connsiteX3" fmla="*/ 7049 w 21943"/>
                    <a:gd name="connsiteY3" fmla="*/ 2261 h 3130"/>
                    <a:gd name="connsiteX4" fmla="*/ 0 w 21943"/>
                    <a:gd name="connsiteY4" fmla="*/ 44 h 3130"/>
                    <a:gd name="connsiteX5" fmla="*/ 2660 w 21943"/>
                    <a:gd name="connsiteY5" fmla="*/ 842 h 3130"/>
                    <a:gd name="connsiteX6" fmla="*/ 8955 w 21943"/>
                    <a:gd name="connsiteY6" fmla="*/ 2128 h 3130"/>
                    <a:gd name="connsiteX7" fmla="*/ 16270 w 21943"/>
                    <a:gd name="connsiteY7" fmla="*/ 2217 h 3130"/>
                    <a:gd name="connsiteX8" fmla="*/ 21944 w 21943"/>
                    <a:gd name="connsiteY8" fmla="*/ 0 h 3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943" h="3130">
                      <a:moveTo>
                        <a:pt x="21944" y="0"/>
                      </a:moveTo>
                      <a:cubicBezTo>
                        <a:pt x="21944" y="0"/>
                        <a:pt x="21811" y="1463"/>
                        <a:pt x="19018" y="2438"/>
                      </a:cubicBezTo>
                      <a:cubicBezTo>
                        <a:pt x="17599" y="2970"/>
                        <a:pt x="15516" y="3325"/>
                        <a:pt x="12457" y="3015"/>
                      </a:cubicBezTo>
                      <a:cubicBezTo>
                        <a:pt x="10906" y="2882"/>
                        <a:pt x="9132" y="2660"/>
                        <a:pt x="7049" y="2261"/>
                      </a:cubicBezTo>
                      <a:cubicBezTo>
                        <a:pt x="4965" y="1773"/>
                        <a:pt x="2660" y="1020"/>
                        <a:pt x="0" y="44"/>
                      </a:cubicBezTo>
                      <a:cubicBezTo>
                        <a:pt x="0" y="44"/>
                        <a:pt x="931" y="310"/>
                        <a:pt x="2660" y="842"/>
                      </a:cubicBezTo>
                      <a:cubicBezTo>
                        <a:pt x="4300" y="1286"/>
                        <a:pt x="6517" y="1951"/>
                        <a:pt x="8955" y="2128"/>
                      </a:cubicBezTo>
                      <a:cubicBezTo>
                        <a:pt x="11393" y="2394"/>
                        <a:pt x="14009" y="2483"/>
                        <a:pt x="16270" y="2217"/>
                      </a:cubicBezTo>
                      <a:cubicBezTo>
                        <a:pt x="18619" y="1862"/>
                        <a:pt x="20658" y="1153"/>
                        <a:pt x="219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15" name="Forme libre : forme 26314">
                  <a:extLst>
                    <a:ext uri="{FF2B5EF4-FFF2-40B4-BE49-F238E27FC236}">
                      <a16:creationId xmlns:a16="http://schemas.microsoft.com/office/drawing/2014/main" id="{EA37FCFE-A889-4E70-9B19-91186A53B75B}"/>
                    </a:ext>
                  </a:extLst>
                </p:cNvPr>
                <p:cNvSpPr/>
                <p:nvPr/>
              </p:nvSpPr>
              <p:spPr>
                <a:xfrm>
                  <a:off x="5693563" y="2263045"/>
                  <a:ext cx="18929" cy="11177"/>
                </a:xfrm>
                <a:custGeom>
                  <a:avLst/>
                  <a:gdLst>
                    <a:gd name="connsiteX0" fmla="*/ 18929 w 18929"/>
                    <a:gd name="connsiteY0" fmla="*/ 11178 h 11177"/>
                    <a:gd name="connsiteX1" fmla="*/ 16801 w 18929"/>
                    <a:gd name="connsiteY1" fmla="*/ 9360 h 11177"/>
                    <a:gd name="connsiteX2" fmla="*/ 11792 w 18929"/>
                    <a:gd name="connsiteY2" fmla="*/ 5326 h 11177"/>
                    <a:gd name="connsiteX3" fmla="*/ 5763 w 18929"/>
                    <a:gd name="connsiteY3" fmla="*/ 1292 h 11177"/>
                    <a:gd name="connsiteX4" fmla="*/ 0 w 18929"/>
                    <a:gd name="connsiteY4" fmla="*/ 228 h 11177"/>
                    <a:gd name="connsiteX5" fmla="*/ 4965 w 18929"/>
                    <a:gd name="connsiteY5" fmla="*/ 1779 h 11177"/>
                    <a:gd name="connsiteX6" fmla="*/ 10817 w 18929"/>
                    <a:gd name="connsiteY6" fmla="*/ 5149 h 11177"/>
                    <a:gd name="connsiteX7" fmla="*/ 14585 w 18929"/>
                    <a:gd name="connsiteY7" fmla="*/ 7808 h 11177"/>
                    <a:gd name="connsiteX8" fmla="*/ 18929 w 18929"/>
                    <a:gd name="connsiteY8" fmla="*/ 11178 h 1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929" h="11177">
                      <a:moveTo>
                        <a:pt x="18929" y="11178"/>
                      </a:moveTo>
                      <a:cubicBezTo>
                        <a:pt x="18929" y="11178"/>
                        <a:pt x="18043" y="10513"/>
                        <a:pt x="16801" y="9360"/>
                      </a:cubicBezTo>
                      <a:cubicBezTo>
                        <a:pt x="15560" y="8207"/>
                        <a:pt x="13698" y="6789"/>
                        <a:pt x="11792" y="5326"/>
                      </a:cubicBezTo>
                      <a:cubicBezTo>
                        <a:pt x="9930" y="3774"/>
                        <a:pt x="7802" y="2311"/>
                        <a:pt x="5763" y="1292"/>
                      </a:cubicBezTo>
                      <a:cubicBezTo>
                        <a:pt x="3812" y="228"/>
                        <a:pt x="1773" y="-348"/>
                        <a:pt x="0" y="228"/>
                      </a:cubicBezTo>
                      <a:cubicBezTo>
                        <a:pt x="0" y="228"/>
                        <a:pt x="1862" y="183"/>
                        <a:pt x="4965" y="1779"/>
                      </a:cubicBezTo>
                      <a:cubicBezTo>
                        <a:pt x="6561" y="2533"/>
                        <a:pt x="8600" y="3508"/>
                        <a:pt x="10817" y="5149"/>
                      </a:cubicBezTo>
                      <a:cubicBezTo>
                        <a:pt x="11881" y="5991"/>
                        <a:pt x="13211" y="6789"/>
                        <a:pt x="14585" y="7808"/>
                      </a:cubicBezTo>
                      <a:cubicBezTo>
                        <a:pt x="15959" y="8695"/>
                        <a:pt x="17245" y="9981"/>
                        <a:pt x="18929" y="111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16" name="Forme libre : forme 26315">
                  <a:extLst>
                    <a:ext uri="{FF2B5EF4-FFF2-40B4-BE49-F238E27FC236}">
                      <a16:creationId xmlns:a16="http://schemas.microsoft.com/office/drawing/2014/main" id="{B49AA3F0-43C7-47F4-9A84-256814BB5D37}"/>
                    </a:ext>
                  </a:extLst>
                </p:cNvPr>
                <p:cNvSpPr/>
                <p:nvPr/>
              </p:nvSpPr>
              <p:spPr>
                <a:xfrm>
                  <a:off x="5717706" y="2288005"/>
                  <a:ext cx="10034" cy="6829"/>
                </a:xfrm>
                <a:custGeom>
                  <a:avLst/>
                  <a:gdLst>
                    <a:gd name="connsiteX0" fmla="*/ 9771 w 10034"/>
                    <a:gd name="connsiteY0" fmla="*/ 6787 h 6829"/>
                    <a:gd name="connsiteX1" fmla="*/ 7155 w 10034"/>
                    <a:gd name="connsiteY1" fmla="*/ 6255 h 6829"/>
                    <a:gd name="connsiteX2" fmla="*/ 3298 w 10034"/>
                    <a:gd name="connsiteY2" fmla="*/ 3906 h 6829"/>
                    <a:gd name="connsiteX3" fmla="*/ 284 w 10034"/>
                    <a:gd name="connsiteY3" fmla="*/ 4 h 6829"/>
                    <a:gd name="connsiteX4" fmla="*/ 6490 w 10034"/>
                    <a:gd name="connsiteY4" fmla="*/ 3108 h 6829"/>
                    <a:gd name="connsiteX5" fmla="*/ 9771 w 10034"/>
                    <a:gd name="connsiteY5" fmla="*/ 6787 h 6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034" h="6829">
                      <a:moveTo>
                        <a:pt x="9771" y="6787"/>
                      </a:moveTo>
                      <a:cubicBezTo>
                        <a:pt x="9327" y="6920"/>
                        <a:pt x="8352" y="6743"/>
                        <a:pt x="7155" y="6255"/>
                      </a:cubicBezTo>
                      <a:cubicBezTo>
                        <a:pt x="6002" y="5679"/>
                        <a:pt x="4628" y="4881"/>
                        <a:pt x="3298" y="3906"/>
                      </a:cubicBezTo>
                      <a:cubicBezTo>
                        <a:pt x="638" y="2044"/>
                        <a:pt x="-603" y="182"/>
                        <a:pt x="284" y="4"/>
                      </a:cubicBezTo>
                      <a:cubicBezTo>
                        <a:pt x="1126" y="-84"/>
                        <a:pt x="3963" y="1157"/>
                        <a:pt x="6490" y="3108"/>
                      </a:cubicBezTo>
                      <a:cubicBezTo>
                        <a:pt x="9061" y="5058"/>
                        <a:pt x="10702" y="6388"/>
                        <a:pt x="9771" y="678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17" name="Forme libre : forme 26316">
                  <a:extLst>
                    <a:ext uri="{FF2B5EF4-FFF2-40B4-BE49-F238E27FC236}">
                      <a16:creationId xmlns:a16="http://schemas.microsoft.com/office/drawing/2014/main" id="{1ECEB497-59CE-47A8-9B7F-B2C21E92F21E}"/>
                    </a:ext>
                  </a:extLst>
                </p:cNvPr>
                <p:cNvSpPr/>
                <p:nvPr/>
              </p:nvSpPr>
              <p:spPr>
                <a:xfrm>
                  <a:off x="5726170" y="2293706"/>
                  <a:ext cx="3010" cy="1639"/>
                </a:xfrm>
                <a:custGeom>
                  <a:avLst/>
                  <a:gdLst>
                    <a:gd name="connsiteX0" fmla="*/ 2991 w 3010"/>
                    <a:gd name="connsiteY0" fmla="*/ 1485 h 1639"/>
                    <a:gd name="connsiteX1" fmla="*/ 1262 w 3010"/>
                    <a:gd name="connsiteY1" fmla="*/ 1307 h 1639"/>
                    <a:gd name="connsiteX2" fmla="*/ 20 w 3010"/>
                    <a:gd name="connsiteY2" fmla="*/ 155 h 1639"/>
                    <a:gd name="connsiteX3" fmla="*/ 1749 w 3010"/>
                    <a:gd name="connsiteY3" fmla="*/ 332 h 1639"/>
                    <a:gd name="connsiteX4" fmla="*/ 2991 w 3010"/>
                    <a:gd name="connsiteY4" fmla="*/ 1485 h 1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10" h="1639">
                      <a:moveTo>
                        <a:pt x="2991" y="1485"/>
                      </a:moveTo>
                      <a:cubicBezTo>
                        <a:pt x="2858" y="1750"/>
                        <a:pt x="2104" y="1662"/>
                        <a:pt x="1262" y="1307"/>
                      </a:cubicBezTo>
                      <a:cubicBezTo>
                        <a:pt x="419" y="953"/>
                        <a:pt x="-113" y="421"/>
                        <a:pt x="20" y="155"/>
                      </a:cubicBezTo>
                      <a:cubicBezTo>
                        <a:pt x="153" y="-111"/>
                        <a:pt x="907" y="-23"/>
                        <a:pt x="1749" y="332"/>
                      </a:cubicBezTo>
                      <a:cubicBezTo>
                        <a:pt x="2592" y="687"/>
                        <a:pt x="3124" y="1219"/>
                        <a:pt x="2991" y="14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18" name="Forme libre : forme 26317">
                  <a:extLst>
                    <a:ext uri="{FF2B5EF4-FFF2-40B4-BE49-F238E27FC236}">
                      <a16:creationId xmlns:a16="http://schemas.microsoft.com/office/drawing/2014/main" id="{5B680709-6E88-45B8-8CE7-EB637A11F81D}"/>
                    </a:ext>
                  </a:extLst>
                </p:cNvPr>
                <p:cNvSpPr/>
                <p:nvPr/>
              </p:nvSpPr>
              <p:spPr>
                <a:xfrm>
                  <a:off x="5720677" y="2283256"/>
                  <a:ext cx="22088" cy="18462"/>
                </a:xfrm>
                <a:custGeom>
                  <a:avLst/>
                  <a:gdLst>
                    <a:gd name="connsiteX0" fmla="*/ 20897 w 22088"/>
                    <a:gd name="connsiteY0" fmla="*/ 12378 h 18462"/>
                    <a:gd name="connsiteX1" fmla="*/ 21739 w 22088"/>
                    <a:gd name="connsiteY1" fmla="*/ 17565 h 18462"/>
                    <a:gd name="connsiteX2" fmla="*/ 19035 w 22088"/>
                    <a:gd name="connsiteY2" fmla="*/ 18274 h 18462"/>
                    <a:gd name="connsiteX3" fmla="*/ 15932 w 22088"/>
                    <a:gd name="connsiteY3" fmla="*/ 16190 h 18462"/>
                    <a:gd name="connsiteX4" fmla="*/ 10878 w 22088"/>
                    <a:gd name="connsiteY4" fmla="*/ 9496 h 18462"/>
                    <a:gd name="connsiteX5" fmla="*/ 7908 w 22088"/>
                    <a:gd name="connsiteY5" fmla="*/ 7457 h 18462"/>
                    <a:gd name="connsiteX6" fmla="*/ 3652 w 22088"/>
                    <a:gd name="connsiteY6" fmla="*/ 4265 h 18462"/>
                    <a:gd name="connsiteX7" fmla="*/ 460 w 22088"/>
                    <a:gd name="connsiteY7" fmla="*/ 1295 h 18462"/>
                    <a:gd name="connsiteX8" fmla="*/ 504 w 22088"/>
                    <a:gd name="connsiteY8" fmla="*/ 10 h 18462"/>
                    <a:gd name="connsiteX9" fmla="*/ 7908 w 22088"/>
                    <a:gd name="connsiteY9" fmla="*/ 3334 h 18462"/>
                    <a:gd name="connsiteX10" fmla="*/ 15400 w 22088"/>
                    <a:gd name="connsiteY10" fmla="*/ 7590 h 18462"/>
                    <a:gd name="connsiteX11" fmla="*/ 20897 w 22088"/>
                    <a:gd name="connsiteY11" fmla="*/ 12378 h 18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088" h="18462">
                      <a:moveTo>
                        <a:pt x="20897" y="12378"/>
                      </a:moveTo>
                      <a:cubicBezTo>
                        <a:pt x="22271" y="14417"/>
                        <a:pt x="22315" y="16013"/>
                        <a:pt x="21739" y="17565"/>
                      </a:cubicBezTo>
                      <a:cubicBezTo>
                        <a:pt x="21562" y="18097"/>
                        <a:pt x="20808" y="18806"/>
                        <a:pt x="19035" y="18274"/>
                      </a:cubicBezTo>
                      <a:cubicBezTo>
                        <a:pt x="17439" y="17831"/>
                        <a:pt x="16419" y="16855"/>
                        <a:pt x="15932" y="16190"/>
                      </a:cubicBezTo>
                      <a:cubicBezTo>
                        <a:pt x="14380" y="13974"/>
                        <a:pt x="13848" y="12112"/>
                        <a:pt x="10878" y="9496"/>
                      </a:cubicBezTo>
                      <a:cubicBezTo>
                        <a:pt x="10390" y="9097"/>
                        <a:pt x="9282" y="8344"/>
                        <a:pt x="7908" y="7457"/>
                      </a:cubicBezTo>
                      <a:cubicBezTo>
                        <a:pt x="6489" y="6615"/>
                        <a:pt x="5026" y="5374"/>
                        <a:pt x="3652" y="4265"/>
                      </a:cubicBezTo>
                      <a:cubicBezTo>
                        <a:pt x="2322" y="3157"/>
                        <a:pt x="1081" y="2093"/>
                        <a:pt x="460" y="1295"/>
                      </a:cubicBezTo>
                      <a:cubicBezTo>
                        <a:pt x="-116" y="453"/>
                        <a:pt x="-205" y="-79"/>
                        <a:pt x="504" y="10"/>
                      </a:cubicBezTo>
                      <a:cubicBezTo>
                        <a:pt x="2012" y="143"/>
                        <a:pt x="5026" y="1517"/>
                        <a:pt x="7908" y="3334"/>
                      </a:cubicBezTo>
                      <a:cubicBezTo>
                        <a:pt x="10966" y="4842"/>
                        <a:pt x="13981" y="6659"/>
                        <a:pt x="15400" y="7590"/>
                      </a:cubicBezTo>
                      <a:cubicBezTo>
                        <a:pt x="18015" y="9097"/>
                        <a:pt x="19877" y="10826"/>
                        <a:pt x="20897" y="1237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72" name="Graphique 2">
                <a:extLst>
                  <a:ext uri="{FF2B5EF4-FFF2-40B4-BE49-F238E27FC236}">
                    <a16:creationId xmlns:a16="http://schemas.microsoft.com/office/drawing/2014/main" id="{CF33E1F7-60AF-457E-97C4-AEE1D9B6F123}"/>
                  </a:ext>
                </a:extLst>
              </p:cNvPr>
              <p:cNvGrpSpPr/>
              <p:nvPr/>
            </p:nvGrpSpPr>
            <p:grpSpPr>
              <a:xfrm>
                <a:off x="5746689" y="2295673"/>
                <a:ext cx="71175" cy="20468"/>
                <a:chOff x="5746689" y="2295673"/>
                <a:chExt cx="71175" cy="20468"/>
              </a:xfrm>
              <a:solidFill>
                <a:schemeClr val="accent1"/>
              </a:solidFill>
            </p:grpSpPr>
            <p:sp>
              <p:nvSpPr>
                <p:cNvPr id="26295" name="Forme libre : forme 26294">
                  <a:extLst>
                    <a:ext uri="{FF2B5EF4-FFF2-40B4-BE49-F238E27FC236}">
                      <a16:creationId xmlns:a16="http://schemas.microsoft.com/office/drawing/2014/main" id="{3807E991-96AE-49ED-A41D-695130D121E3}"/>
                    </a:ext>
                  </a:extLst>
                </p:cNvPr>
                <p:cNvSpPr/>
                <p:nvPr/>
              </p:nvSpPr>
              <p:spPr>
                <a:xfrm>
                  <a:off x="5746689" y="2295673"/>
                  <a:ext cx="71175" cy="20423"/>
                </a:xfrm>
                <a:custGeom>
                  <a:avLst/>
                  <a:gdLst>
                    <a:gd name="connsiteX0" fmla="*/ 49412 w 71175"/>
                    <a:gd name="connsiteY0" fmla="*/ 19777 h 20423"/>
                    <a:gd name="connsiteX1" fmla="*/ 42452 w 71175"/>
                    <a:gd name="connsiteY1" fmla="*/ 20264 h 20423"/>
                    <a:gd name="connsiteX2" fmla="*/ 35536 w 71175"/>
                    <a:gd name="connsiteY2" fmla="*/ 20397 h 20423"/>
                    <a:gd name="connsiteX3" fmla="*/ 21793 w 71175"/>
                    <a:gd name="connsiteY3" fmla="*/ 19954 h 20423"/>
                    <a:gd name="connsiteX4" fmla="*/ 12750 w 71175"/>
                    <a:gd name="connsiteY4" fmla="*/ 18447 h 20423"/>
                    <a:gd name="connsiteX5" fmla="*/ 5612 w 71175"/>
                    <a:gd name="connsiteY5" fmla="*/ 15698 h 20423"/>
                    <a:gd name="connsiteX6" fmla="*/ 71 w 71175"/>
                    <a:gd name="connsiteY6" fmla="*/ 9359 h 20423"/>
                    <a:gd name="connsiteX7" fmla="*/ 1357 w 71175"/>
                    <a:gd name="connsiteY7" fmla="*/ 4084 h 20423"/>
                    <a:gd name="connsiteX8" fmla="*/ 8494 w 71175"/>
                    <a:gd name="connsiteY8" fmla="*/ 448 h 20423"/>
                    <a:gd name="connsiteX9" fmla="*/ 15232 w 71175"/>
                    <a:gd name="connsiteY9" fmla="*/ 49 h 20423"/>
                    <a:gd name="connsiteX10" fmla="*/ 23301 w 71175"/>
                    <a:gd name="connsiteY10" fmla="*/ 360 h 20423"/>
                    <a:gd name="connsiteX11" fmla="*/ 35580 w 71175"/>
                    <a:gd name="connsiteY11" fmla="*/ 847 h 20423"/>
                    <a:gd name="connsiteX12" fmla="*/ 41698 w 71175"/>
                    <a:gd name="connsiteY12" fmla="*/ 803 h 20423"/>
                    <a:gd name="connsiteX13" fmla="*/ 47727 w 71175"/>
                    <a:gd name="connsiteY13" fmla="*/ 404 h 20423"/>
                    <a:gd name="connsiteX14" fmla="*/ 55706 w 71175"/>
                    <a:gd name="connsiteY14" fmla="*/ 5 h 20423"/>
                    <a:gd name="connsiteX15" fmla="*/ 62400 w 71175"/>
                    <a:gd name="connsiteY15" fmla="*/ 271 h 20423"/>
                    <a:gd name="connsiteX16" fmla="*/ 67277 w 71175"/>
                    <a:gd name="connsiteY16" fmla="*/ 1379 h 20423"/>
                    <a:gd name="connsiteX17" fmla="*/ 69626 w 71175"/>
                    <a:gd name="connsiteY17" fmla="*/ 3552 h 20423"/>
                    <a:gd name="connsiteX18" fmla="*/ 71089 w 71175"/>
                    <a:gd name="connsiteY18" fmla="*/ 8694 h 20423"/>
                    <a:gd name="connsiteX19" fmla="*/ 70070 w 71175"/>
                    <a:gd name="connsiteY19" fmla="*/ 11797 h 20423"/>
                    <a:gd name="connsiteX20" fmla="*/ 65681 w 71175"/>
                    <a:gd name="connsiteY20" fmla="*/ 15166 h 20423"/>
                    <a:gd name="connsiteX21" fmla="*/ 58544 w 71175"/>
                    <a:gd name="connsiteY21" fmla="*/ 18092 h 20423"/>
                    <a:gd name="connsiteX22" fmla="*/ 49412 w 71175"/>
                    <a:gd name="connsiteY22" fmla="*/ 19777 h 20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1175" h="20423">
                      <a:moveTo>
                        <a:pt x="49412" y="19777"/>
                      </a:moveTo>
                      <a:lnTo>
                        <a:pt x="42452" y="20264"/>
                      </a:lnTo>
                      <a:cubicBezTo>
                        <a:pt x="40146" y="20353"/>
                        <a:pt x="37841" y="20353"/>
                        <a:pt x="35536" y="20397"/>
                      </a:cubicBezTo>
                      <a:cubicBezTo>
                        <a:pt x="30925" y="20530"/>
                        <a:pt x="26359" y="20131"/>
                        <a:pt x="21793" y="19954"/>
                      </a:cubicBezTo>
                      <a:cubicBezTo>
                        <a:pt x="18557" y="19644"/>
                        <a:pt x="15498" y="19111"/>
                        <a:pt x="12750" y="18447"/>
                      </a:cubicBezTo>
                      <a:cubicBezTo>
                        <a:pt x="10001" y="17782"/>
                        <a:pt x="7563" y="16673"/>
                        <a:pt x="5612" y="15698"/>
                      </a:cubicBezTo>
                      <a:cubicBezTo>
                        <a:pt x="1623" y="13748"/>
                        <a:pt x="-417" y="11265"/>
                        <a:pt x="71" y="9359"/>
                      </a:cubicBezTo>
                      <a:lnTo>
                        <a:pt x="1357" y="4084"/>
                      </a:lnTo>
                      <a:cubicBezTo>
                        <a:pt x="1844" y="2177"/>
                        <a:pt x="4549" y="1113"/>
                        <a:pt x="8494" y="448"/>
                      </a:cubicBezTo>
                      <a:cubicBezTo>
                        <a:pt x="10489" y="94"/>
                        <a:pt x="12705" y="138"/>
                        <a:pt x="15232" y="49"/>
                      </a:cubicBezTo>
                      <a:cubicBezTo>
                        <a:pt x="17759" y="-39"/>
                        <a:pt x="20463" y="49"/>
                        <a:pt x="23301" y="360"/>
                      </a:cubicBezTo>
                      <a:cubicBezTo>
                        <a:pt x="27379" y="537"/>
                        <a:pt x="31502" y="936"/>
                        <a:pt x="35580" y="847"/>
                      </a:cubicBezTo>
                      <a:cubicBezTo>
                        <a:pt x="37619" y="803"/>
                        <a:pt x="39659" y="847"/>
                        <a:pt x="41698" y="803"/>
                      </a:cubicBezTo>
                      <a:lnTo>
                        <a:pt x="47727" y="404"/>
                      </a:lnTo>
                      <a:cubicBezTo>
                        <a:pt x="50564" y="227"/>
                        <a:pt x="53224" y="-39"/>
                        <a:pt x="55706" y="5"/>
                      </a:cubicBezTo>
                      <a:cubicBezTo>
                        <a:pt x="58189" y="49"/>
                        <a:pt x="60405" y="5"/>
                        <a:pt x="62400" y="271"/>
                      </a:cubicBezTo>
                      <a:cubicBezTo>
                        <a:pt x="64395" y="581"/>
                        <a:pt x="66036" y="847"/>
                        <a:pt x="67277" y="1379"/>
                      </a:cubicBezTo>
                      <a:cubicBezTo>
                        <a:pt x="68518" y="1911"/>
                        <a:pt x="69360" y="2621"/>
                        <a:pt x="69626" y="3552"/>
                      </a:cubicBezTo>
                      <a:lnTo>
                        <a:pt x="71089" y="8694"/>
                      </a:lnTo>
                      <a:cubicBezTo>
                        <a:pt x="71355" y="9625"/>
                        <a:pt x="71001" y="10689"/>
                        <a:pt x="70070" y="11797"/>
                      </a:cubicBezTo>
                      <a:cubicBezTo>
                        <a:pt x="69139" y="12905"/>
                        <a:pt x="67676" y="14146"/>
                        <a:pt x="65681" y="15166"/>
                      </a:cubicBezTo>
                      <a:cubicBezTo>
                        <a:pt x="63730" y="16186"/>
                        <a:pt x="61292" y="17338"/>
                        <a:pt x="58544" y="18092"/>
                      </a:cubicBezTo>
                      <a:cubicBezTo>
                        <a:pt x="55751" y="18757"/>
                        <a:pt x="52692" y="19511"/>
                        <a:pt x="49412" y="1977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96" name="Forme libre : forme 26295">
                  <a:extLst>
                    <a:ext uri="{FF2B5EF4-FFF2-40B4-BE49-F238E27FC236}">
                      <a16:creationId xmlns:a16="http://schemas.microsoft.com/office/drawing/2014/main" id="{900A6558-61AC-424A-9CDD-9676C4E97710}"/>
                    </a:ext>
                  </a:extLst>
                </p:cNvPr>
                <p:cNvSpPr/>
                <p:nvPr/>
              </p:nvSpPr>
              <p:spPr>
                <a:xfrm>
                  <a:off x="5746690" y="2302771"/>
                  <a:ext cx="71129" cy="13370"/>
                </a:xfrm>
                <a:custGeom>
                  <a:avLst/>
                  <a:gdLst>
                    <a:gd name="connsiteX0" fmla="*/ 27023 w 71129"/>
                    <a:gd name="connsiteY0" fmla="*/ 6650 h 13370"/>
                    <a:gd name="connsiteX1" fmla="*/ 11685 w 71129"/>
                    <a:gd name="connsiteY1" fmla="*/ 5098 h 13370"/>
                    <a:gd name="connsiteX2" fmla="*/ 646 w 71129"/>
                    <a:gd name="connsiteY2" fmla="*/ 0 h 13370"/>
                    <a:gd name="connsiteX3" fmla="*/ 70 w 71129"/>
                    <a:gd name="connsiteY3" fmla="*/ 2305 h 13370"/>
                    <a:gd name="connsiteX4" fmla="*/ 5611 w 71129"/>
                    <a:gd name="connsiteY4" fmla="*/ 8645 h 13370"/>
                    <a:gd name="connsiteX5" fmla="*/ 12749 w 71129"/>
                    <a:gd name="connsiteY5" fmla="*/ 11393 h 13370"/>
                    <a:gd name="connsiteX6" fmla="*/ 21792 w 71129"/>
                    <a:gd name="connsiteY6" fmla="*/ 12900 h 13370"/>
                    <a:gd name="connsiteX7" fmla="*/ 35535 w 71129"/>
                    <a:gd name="connsiteY7" fmla="*/ 13344 h 13370"/>
                    <a:gd name="connsiteX8" fmla="*/ 42450 w 71129"/>
                    <a:gd name="connsiteY8" fmla="*/ 13211 h 13370"/>
                    <a:gd name="connsiteX9" fmla="*/ 49410 w 71129"/>
                    <a:gd name="connsiteY9" fmla="*/ 12723 h 13370"/>
                    <a:gd name="connsiteX10" fmla="*/ 58498 w 71129"/>
                    <a:gd name="connsiteY10" fmla="*/ 11038 h 13370"/>
                    <a:gd name="connsiteX11" fmla="*/ 65636 w 71129"/>
                    <a:gd name="connsiteY11" fmla="*/ 8113 h 13370"/>
                    <a:gd name="connsiteX12" fmla="*/ 70024 w 71129"/>
                    <a:gd name="connsiteY12" fmla="*/ 4743 h 13370"/>
                    <a:gd name="connsiteX13" fmla="*/ 71044 w 71129"/>
                    <a:gd name="connsiteY13" fmla="*/ 1640 h 13370"/>
                    <a:gd name="connsiteX14" fmla="*/ 71000 w 71129"/>
                    <a:gd name="connsiteY14" fmla="*/ 1463 h 13370"/>
                    <a:gd name="connsiteX15" fmla="*/ 60050 w 71129"/>
                    <a:gd name="connsiteY15" fmla="*/ 4123 h 13370"/>
                    <a:gd name="connsiteX16" fmla="*/ 49056 w 71129"/>
                    <a:gd name="connsiteY16" fmla="*/ 5586 h 13370"/>
                    <a:gd name="connsiteX17" fmla="*/ 38062 w 71129"/>
                    <a:gd name="connsiteY17" fmla="*/ 6295 h 13370"/>
                    <a:gd name="connsiteX18" fmla="*/ 32520 w 71129"/>
                    <a:gd name="connsiteY18" fmla="*/ 6561 h 13370"/>
                    <a:gd name="connsiteX19" fmla="*/ 27023 w 71129"/>
                    <a:gd name="connsiteY19" fmla="*/ 6650 h 13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1129" h="13370">
                      <a:moveTo>
                        <a:pt x="27023" y="6650"/>
                      </a:moveTo>
                      <a:cubicBezTo>
                        <a:pt x="21748" y="6960"/>
                        <a:pt x="16340" y="6118"/>
                        <a:pt x="11685" y="5098"/>
                      </a:cubicBezTo>
                      <a:cubicBezTo>
                        <a:pt x="7030" y="3680"/>
                        <a:pt x="3084" y="2217"/>
                        <a:pt x="646" y="0"/>
                      </a:cubicBezTo>
                      <a:lnTo>
                        <a:pt x="70" y="2305"/>
                      </a:lnTo>
                      <a:cubicBezTo>
                        <a:pt x="-418" y="4211"/>
                        <a:pt x="1666" y="6738"/>
                        <a:pt x="5611" y="8645"/>
                      </a:cubicBezTo>
                      <a:cubicBezTo>
                        <a:pt x="7606" y="9620"/>
                        <a:pt x="10000" y="10728"/>
                        <a:pt x="12749" y="11393"/>
                      </a:cubicBezTo>
                      <a:cubicBezTo>
                        <a:pt x="15497" y="12058"/>
                        <a:pt x="18556" y="12590"/>
                        <a:pt x="21792" y="12900"/>
                      </a:cubicBezTo>
                      <a:cubicBezTo>
                        <a:pt x="26403" y="13078"/>
                        <a:pt x="30924" y="13477"/>
                        <a:pt x="35535" y="13344"/>
                      </a:cubicBezTo>
                      <a:cubicBezTo>
                        <a:pt x="37840" y="13299"/>
                        <a:pt x="40145" y="13344"/>
                        <a:pt x="42450" y="13211"/>
                      </a:cubicBezTo>
                      <a:lnTo>
                        <a:pt x="49410" y="12723"/>
                      </a:lnTo>
                      <a:cubicBezTo>
                        <a:pt x="52646" y="12501"/>
                        <a:pt x="55750" y="11748"/>
                        <a:pt x="58498" y="11038"/>
                      </a:cubicBezTo>
                      <a:cubicBezTo>
                        <a:pt x="61247" y="10285"/>
                        <a:pt x="63685" y="9132"/>
                        <a:pt x="65636" y="8113"/>
                      </a:cubicBezTo>
                      <a:cubicBezTo>
                        <a:pt x="67586" y="7093"/>
                        <a:pt x="69093" y="5852"/>
                        <a:pt x="70024" y="4743"/>
                      </a:cubicBezTo>
                      <a:cubicBezTo>
                        <a:pt x="70955" y="3635"/>
                        <a:pt x="71310" y="2571"/>
                        <a:pt x="71044" y="1640"/>
                      </a:cubicBezTo>
                      <a:lnTo>
                        <a:pt x="71000" y="1463"/>
                      </a:lnTo>
                      <a:cubicBezTo>
                        <a:pt x="67364" y="2660"/>
                        <a:pt x="63685" y="3413"/>
                        <a:pt x="60050" y="4123"/>
                      </a:cubicBezTo>
                      <a:cubicBezTo>
                        <a:pt x="56370" y="4743"/>
                        <a:pt x="52735" y="5231"/>
                        <a:pt x="49056" y="5586"/>
                      </a:cubicBezTo>
                      <a:cubicBezTo>
                        <a:pt x="45376" y="5807"/>
                        <a:pt x="41741" y="6251"/>
                        <a:pt x="38062" y="6295"/>
                      </a:cubicBezTo>
                      <a:cubicBezTo>
                        <a:pt x="36244" y="6384"/>
                        <a:pt x="34426" y="6472"/>
                        <a:pt x="32520" y="6561"/>
                      </a:cubicBezTo>
                      <a:cubicBezTo>
                        <a:pt x="30747" y="6561"/>
                        <a:pt x="28929" y="6605"/>
                        <a:pt x="27023" y="6650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97" name="Forme libre : forme 26296">
                  <a:extLst>
                    <a:ext uri="{FF2B5EF4-FFF2-40B4-BE49-F238E27FC236}">
                      <a16:creationId xmlns:a16="http://schemas.microsoft.com/office/drawing/2014/main" id="{631992F5-7095-4139-B318-7EF4361B9EE6}"/>
                    </a:ext>
                  </a:extLst>
                </p:cNvPr>
                <p:cNvSpPr/>
                <p:nvPr/>
              </p:nvSpPr>
              <p:spPr>
                <a:xfrm>
                  <a:off x="5770831" y="2302918"/>
                  <a:ext cx="32104" cy="7445"/>
                </a:xfrm>
                <a:custGeom>
                  <a:avLst/>
                  <a:gdLst>
                    <a:gd name="connsiteX0" fmla="*/ 32097 w 32104"/>
                    <a:gd name="connsiteY0" fmla="*/ 2336 h 7445"/>
                    <a:gd name="connsiteX1" fmla="*/ 27708 w 32104"/>
                    <a:gd name="connsiteY1" fmla="*/ 5528 h 7445"/>
                    <a:gd name="connsiteX2" fmla="*/ 22565 w 32104"/>
                    <a:gd name="connsiteY2" fmla="*/ 6769 h 7445"/>
                    <a:gd name="connsiteX3" fmla="*/ 16182 w 32104"/>
                    <a:gd name="connsiteY3" fmla="*/ 7434 h 7445"/>
                    <a:gd name="connsiteX4" fmla="*/ 9798 w 32104"/>
                    <a:gd name="connsiteY4" fmla="*/ 7212 h 7445"/>
                    <a:gd name="connsiteX5" fmla="*/ 4611 w 32104"/>
                    <a:gd name="connsiteY5" fmla="*/ 6281 h 7445"/>
                    <a:gd name="connsiteX6" fmla="*/ 1 w 32104"/>
                    <a:gd name="connsiteY6" fmla="*/ 3444 h 7445"/>
                    <a:gd name="connsiteX7" fmla="*/ 4789 w 32104"/>
                    <a:gd name="connsiteY7" fmla="*/ 1050 h 7445"/>
                    <a:gd name="connsiteX8" fmla="*/ 9798 w 32104"/>
                    <a:gd name="connsiteY8" fmla="*/ 430 h 7445"/>
                    <a:gd name="connsiteX9" fmla="*/ 15916 w 32104"/>
                    <a:gd name="connsiteY9" fmla="*/ 75 h 7445"/>
                    <a:gd name="connsiteX10" fmla="*/ 22033 w 32104"/>
                    <a:gd name="connsiteY10" fmla="*/ 31 h 7445"/>
                    <a:gd name="connsiteX11" fmla="*/ 27087 w 32104"/>
                    <a:gd name="connsiteY11" fmla="*/ 385 h 7445"/>
                    <a:gd name="connsiteX12" fmla="*/ 32097 w 32104"/>
                    <a:gd name="connsiteY12" fmla="*/ 2336 h 7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104" h="7445">
                      <a:moveTo>
                        <a:pt x="32097" y="2336"/>
                      </a:moveTo>
                      <a:cubicBezTo>
                        <a:pt x="32230" y="3355"/>
                        <a:pt x="30589" y="4508"/>
                        <a:pt x="27708" y="5528"/>
                      </a:cubicBezTo>
                      <a:cubicBezTo>
                        <a:pt x="26289" y="6104"/>
                        <a:pt x="24516" y="6414"/>
                        <a:pt x="22565" y="6769"/>
                      </a:cubicBezTo>
                      <a:cubicBezTo>
                        <a:pt x="20615" y="7079"/>
                        <a:pt x="18443" y="7434"/>
                        <a:pt x="16182" y="7434"/>
                      </a:cubicBezTo>
                      <a:cubicBezTo>
                        <a:pt x="13921" y="7478"/>
                        <a:pt x="11749" y="7390"/>
                        <a:pt x="9798" y="7212"/>
                      </a:cubicBezTo>
                      <a:cubicBezTo>
                        <a:pt x="7847" y="7079"/>
                        <a:pt x="6074" y="6636"/>
                        <a:pt x="4611" y="6281"/>
                      </a:cubicBezTo>
                      <a:cubicBezTo>
                        <a:pt x="1685" y="5483"/>
                        <a:pt x="-43" y="4464"/>
                        <a:pt x="1" y="3444"/>
                      </a:cubicBezTo>
                      <a:cubicBezTo>
                        <a:pt x="45" y="2425"/>
                        <a:pt x="1907" y="1582"/>
                        <a:pt x="4789" y="1050"/>
                      </a:cubicBezTo>
                      <a:cubicBezTo>
                        <a:pt x="6252" y="740"/>
                        <a:pt x="7936" y="651"/>
                        <a:pt x="9798" y="430"/>
                      </a:cubicBezTo>
                      <a:cubicBezTo>
                        <a:pt x="11660" y="208"/>
                        <a:pt x="13743" y="119"/>
                        <a:pt x="15916" y="75"/>
                      </a:cubicBezTo>
                      <a:cubicBezTo>
                        <a:pt x="18088" y="75"/>
                        <a:pt x="20127" y="-58"/>
                        <a:pt x="22033" y="31"/>
                      </a:cubicBezTo>
                      <a:cubicBezTo>
                        <a:pt x="23895" y="75"/>
                        <a:pt x="25624" y="296"/>
                        <a:pt x="27087" y="385"/>
                      </a:cubicBezTo>
                      <a:cubicBezTo>
                        <a:pt x="30057" y="651"/>
                        <a:pt x="31963" y="1360"/>
                        <a:pt x="32097" y="2336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98" name="Forme libre : forme 26297">
                  <a:extLst>
                    <a:ext uri="{FF2B5EF4-FFF2-40B4-BE49-F238E27FC236}">
                      <a16:creationId xmlns:a16="http://schemas.microsoft.com/office/drawing/2014/main" id="{F520D0AC-B5AF-4E86-B23A-6C81D5426F6B}"/>
                    </a:ext>
                  </a:extLst>
                </p:cNvPr>
                <p:cNvSpPr/>
                <p:nvPr/>
              </p:nvSpPr>
              <p:spPr>
                <a:xfrm>
                  <a:off x="5770873" y="2303614"/>
                  <a:ext cx="23542" cy="6749"/>
                </a:xfrm>
                <a:custGeom>
                  <a:avLst/>
                  <a:gdLst>
                    <a:gd name="connsiteX0" fmla="*/ 7140 w 23542"/>
                    <a:gd name="connsiteY0" fmla="*/ 0 h 6749"/>
                    <a:gd name="connsiteX1" fmla="*/ 3 w 23542"/>
                    <a:gd name="connsiteY1" fmla="*/ 2748 h 6749"/>
                    <a:gd name="connsiteX2" fmla="*/ 4614 w 23542"/>
                    <a:gd name="connsiteY2" fmla="*/ 5586 h 6749"/>
                    <a:gd name="connsiteX3" fmla="*/ 9800 w 23542"/>
                    <a:gd name="connsiteY3" fmla="*/ 6517 h 6749"/>
                    <a:gd name="connsiteX4" fmla="*/ 16184 w 23542"/>
                    <a:gd name="connsiteY4" fmla="*/ 6738 h 6749"/>
                    <a:gd name="connsiteX5" fmla="*/ 23543 w 23542"/>
                    <a:gd name="connsiteY5" fmla="*/ 5896 h 6749"/>
                    <a:gd name="connsiteX6" fmla="*/ 19464 w 23542"/>
                    <a:gd name="connsiteY6" fmla="*/ 5940 h 6749"/>
                    <a:gd name="connsiteX7" fmla="*/ 10332 w 23542"/>
                    <a:gd name="connsiteY7" fmla="*/ 3591 h 6749"/>
                    <a:gd name="connsiteX8" fmla="*/ 7140 w 23542"/>
                    <a:gd name="connsiteY8" fmla="*/ 0 h 6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542" h="6749">
                      <a:moveTo>
                        <a:pt x="7140" y="0"/>
                      </a:moveTo>
                      <a:cubicBezTo>
                        <a:pt x="2929" y="488"/>
                        <a:pt x="92" y="1463"/>
                        <a:pt x="3" y="2748"/>
                      </a:cubicBezTo>
                      <a:cubicBezTo>
                        <a:pt x="-85" y="3768"/>
                        <a:pt x="1688" y="4788"/>
                        <a:pt x="4614" y="5586"/>
                      </a:cubicBezTo>
                      <a:cubicBezTo>
                        <a:pt x="6076" y="5940"/>
                        <a:pt x="7805" y="6384"/>
                        <a:pt x="9800" y="6517"/>
                      </a:cubicBezTo>
                      <a:cubicBezTo>
                        <a:pt x="11751" y="6694"/>
                        <a:pt x="13923" y="6782"/>
                        <a:pt x="16184" y="6738"/>
                      </a:cubicBezTo>
                      <a:cubicBezTo>
                        <a:pt x="18844" y="6694"/>
                        <a:pt x="21326" y="6295"/>
                        <a:pt x="23543" y="5896"/>
                      </a:cubicBezTo>
                      <a:cubicBezTo>
                        <a:pt x="22169" y="5985"/>
                        <a:pt x="20794" y="5985"/>
                        <a:pt x="19464" y="5940"/>
                      </a:cubicBezTo>
                      <a:cubicBezTo>
                        <a:pt x="15829" y="5630"/>
                        <a:pt x="12549" y="4610"/>
                        <a:pt x="10332" y="3591"/>
                      </a:cubicBezTo>
                      <a:cubicBezTo>
                        <a:pt x="8071" y="2615"/>
                        <a:pt x="6830" y="1241"/>
                        <a:pt x="7140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99" name="Forme libre : forme 26298">
                  <a:extLst>
                    <a:ext uri="{FF2B5EF4-FFF2-40B4-BE49-F238E27FC236}">
                      <a16:creationId xmlns:a16="http://schemas.microsoft.com/office/drawing/2014/main" id="{0F95D964-8F45-4DFC-BDCA-A251A5D61B73}"/>
                    </a:ext>
                  </a:extLst>
                </p:cNvPr>
                <p:cNvSpPr/>
                <p:nvPr/>
              </p:nvSpPr>
              <p:spPr>
                <a:xfrm>
                  <a:off x="5772383" y="2303560"/>
                  <a:ext cx="32286" cy="7550"/>
                </a:xfrm>
                <a:custGeom>
                  <a:avLst/>
                  <a:gdLst>
                    <a:gd name="connsiteX0" fmla="*/ 32274 w 32286"/>
                    <a:gd name="connsiteY0" fmla="*/ 2271 h 7550"/>
                    <a:gd name="connsiteX1" fmla="*/ 27885 w 32286"/>
                    <a:gd name="connsiteY1" fmla="*/ 5462 h 7550"/>
                    <a:gd name="connsiteX2" fmla="*/ 16315 w 32286"/>
                    <a:gd name="connsiteY2" fmla="*/ 7546 h 7550"/>
                    <a:gd name="connsiteX3" fmla="*/ 4656 w 32286"/>
                    <a:gd name="connsiteY3" fmla="*/ 6482 h 7550"/>
                    <a:gd name="connsiteX4" fmla="*/ 1 w 32286"/>
                    <a:gd name="connsiteY4" fmla="*/ 3645 h 7550"/>
                    <a:gd name="connsiteX5" fmla="*/ 4788 w 32286"/>
                    <a:gd name="connsiteY5" fmla="*/ 1251 h 7550"/>
                    <a:gd name="connsiteX6" fmla="*/ 15960 w 32286"/>
                    <a:gd name="connsiteY6" fmla="*/ 143 h 7550"/>
                    <a:gd name="connsiteX7" fmla="*/ 27176 w 32286"/>
                    <a:gd name="connsiteY7" fmla="*/ 276 h 7550"/>
                    <a:gd name="connsiteX8" fmla="*/ 32274 w 32286"/>
                    <a:gd name="connsiteY8" fmla="*/ 2271 h 7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286" h="7550">
                      <a:moveTo>
                        <a:pt x="32274" y="2271"/>
                      </a:moveTo>
                      <a:cubicBezTo>
                        <a:pt x="32451" y="3290"/>
                        <a:pt x="30767" y="4443"/>
                        <a:pt x="27885" y="5462"/>
                      </a:cubicBezTo>
                      <a:cubicBezTo>
                        <a:pt x="25004" y="6615"/>
                        <a:pt x="20881" y="7191"/>
                        <a:pt x="16315" y="7546"/>
                      </a:cubicBezTo>
                      <a:cubicBezTo>
                        <a:pt x="11748" y="7591"/>
                        <a:pt x="7626" y="7325"/>
                        <a:pt x="4656" y="6482"/>
                      </a:cubicBezTo>
                      <a:cubicBezTo>
                        <a:pt x="1730" y="5684"/>
                        <a:pt x="-44" y="4665"/>
                        <a:pt x="1" y="3645"/>
                      </a:cubicBezTo>
                      <a:cubicBezTo>
                        <a:pt x="45" y="2625"/>
                        <a:pt x="1907" y="1783"/>
                        <a:pt x="4788" y="1251"/>
                      </a:cubicBezTo>
                      <a:cubicBezTo>
                        <a:pt x="7670" y="763"/>
                        <a:pt x="11616" y="187"/>
                        <a:pt x="15960" y="143"/>
                      </a:cubicBezTo>
                      <a:cubicBezTo>
                        <a:pt x="20304" y="-167"/>
                        <a:pt x="24250" y="99"/>
                        <a:pt x="27176" y="276"/>
                      </a:cubicBezTo>
                      <a:cubicBezTo>
                        <a:pt x="30190" y="631"/>
                        <a:pt x="32141" y="1295"/>
                        <a:pt x="32274" y="227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00" name="Forme libre : forme 26299">
                  <a:extLst>
                    <a:ext uri="{FF2B5EF4-FFF2-40B4-BE49-F238E27FC236}">
                      <a16:creationId xmlns:a16="http://schemas.microsoft.com/office/drawing/2014/main" id="{C348844E-587E-4735-8FC5-464AA28EE1EB}"/>
                    </a:ext>
                  </a:extLst>
                </p:cNvPr>
                <p:cNvSpPr/>
                <p:nvPr/>
              </p:nvSpPr>
              <p:spPr>
                <a:xfrm>
                  <a:off x="5757018" y="2299752"/>
                  <a:ext cx="40587" cy="14900"/>
                </a:xfrm>
                <a:custGeom>
                  <a:avLst/>
                  <a:gdLst>
                    <a:gd name="connsiteX0" fmla="*/ 249 w 40587"/>
                    <a:gd name="connsiteY0" fmla="*/ 5591 h 14900"/>
                    <a:gd name="connsiteX1" fmla="*/ 825 w 40587"/>
                    <a:gd name="connsiteY1" fmla="*/ 9226 h 14900"/>
                    <a:gd name="connsiteX2" fmla="*/ 7164 w 40587"/>
                    <a:gd name="connsiteY2" fmla="*/ 12462 h 14900"/>
                    <a:gd name="connsiteX3" fmla="*/ 11952 w 40587"/>
                    <a:gd name="connsiteY3" fmla="*/ 13748 h 14900"/>
                    <a:gd name="connsiteX4" fmla="*/ 17139 w 40587"/>
                    <a:gd name="connsiteY4" fmla="*/ 14457 h 14900"/>
                    <a:gd name="connsiteX5" fmla="*/ 26138 w 40587"/>
                    <a:gd name="connsiteY5" fmla="*/ 14856 h 14900"/>
                    <a:gd name="connsiteX6" fmla="*/ 34738 w 40587"/>
                    <a:gd name="connsiteY6" fmla="*/ 13837 h 14900"/>
                    <a:gd name="connsiteX7" fmla="*/ 40102 w 40587"/>
                    <a:gd name="connsiteY7" fmla="*/ 10157 h 14900"/>
                    <a:gd name="connsiteX8" fmla="*/ 34251 w 40587"/>
                    <a:gd name="connsiteY8" fmla="*/ 8827 h 14900"/>
                    <a:gd name="connsiteX9" fmla="*/ 20464 w 40587"/>
                    <a:gd name="connsiteY9" fmla="*/ 4970 h 14900"/>
                    <a:gd name="connsiteX10" fmla="*/ 13991 w 40587"/>
                    <a:gd name="connsiteY10" fmla="*/ 1956 h 14900"/>
                    <a:gd name="connsiteX11" fmla="*/ 5169 w 40587"/>
                    <a:gd name="connsiteY11" fmla="*/ 5 h 14900"/>
                    <a:gd name="connsiteX12" fmla="*/ 648 w 40587"/>
                    <a:gd name="connsiteY12" fmla="*/ 2178 h 14900"/>
                    <a:gd name="connsiteX13" fmla="*/ 249 w 40587"/>
                    <a:gd name="connsiteY13" fmla="*/ 5591 h 1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587" h="14900">
                      <a:moveTo>
                        <a:pt x="249" y="5591"/>
                      </a:moveTo>
                      <a:cubicBezTo>
                        <a:pt x="-17" y="6744"/>
                        <a:pt x="-328" y="7896"/>
                        <a:pt x="825" y="9226"/>
                      </a:cubicBezTo>
                      <a:cubicBezTo>
                        <a:pt x="1933" y="10512"/>
                        <a:pt x="4238" y="11487"/>
                        <a:pt x="7164" y="12462"/>
                      </a:cubicBezTo>
                      <a:cubicBezTo>
                        <a:pt x="8627" y="12906"/>
                        <a:pt x="10268" y="13349"/>
                        <a:pt x="11952" y="13748"/>
                      </a:cubicBezTo>
                      <a:cubicBezTo>
                        <a:pt x="13637" y="14058"/>
                        <a:pt x="15410" y="14280"/>
                        <a:pt x="17139" y="14457"/>
                      </a:cubicBezTo>
                      <a:cubicBezTo>
                        <a:pt x="20065" y="14812"/>
                        <a:pt x="23123" y="14989"/>
                        <a:pt x="26138" y="14856"/>
                      </a:cubicBezTo>
                      <a:cubicBezTo>
                        <a:pt x="29152" y="14767"/>
                        <a:pt x="32078" y="14546"/>
                        <a:pt x="34738" y="13837"/>
                      </a:cubicBezTo>
                      <a:cubicBezTo>
                        <a:pt x="38684" y="12950"/>
                        <a:pt x="41831" y="11221"/>
                        <a:pt x="40102" y="10157"/>
                      </a:cubicBezTo>
                      <a:cubicBezTo>
                        <a:pt x="39038" y="9448"/>
                        <a:pt x="36511" y="9138"/>
                        <a:pt x="34251" y="8827"/>
                      </a:cubicBezTo>
                      <a:cubicBezTo>
                        <a:pt x="28931" y="8074"/>
                        <a:pt x="24232" y="6611"/>
                        <a:pt x="20464" y="4970"/>
                      </a:cubicBezTo>
                      <a:cubicBezTo>
                        <a:pt x="18868" y="4217"/>
                        <a:pt x="16607" y="2976"/>
                        <a:pt x="13991" y="1956"/>
                      </a:cubicBezTo>
                      <a:cubicBezTo>
                        <a:pt x="11376" y="936"/>
                        <a:pt x="8450" y="-83"/>
                        <a:pt x="5169" y="5"/>
                      </a:cubicBezTo>
                      <a:cubicBezTo>
                        <a:pt x="2199" y="138"/>
                        <a:pt x="1091" y="936"/>
                        <a:pt x="648" y="2178"/>
                      </a:cubicBezTo>
                      <a:cubicBezTo>
                        <a:pt x="249" y="3375"/>
                        <a:pt x="470" y="4793"/>
                        <a:pt x="249" y="559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01" name="Forme libre : forme 26300">
                  <a:extLst>
                    <a:ext uri="{FF2B5EF4-FFF2-40B4-BE49-F238E27FC236}">
                      <a16:creationId xmlns:a16="http://schemas.microsoft.com/office/drawing/2014/main" id="{1A0F7652-97B6-4F0C-A96A-1C5F3BB6CA61}"/>
                    </a:ext>
                  </a:extLst>
                </p:cNvPr>
                <p:cNvSpPr/>
                <p:nvPr/>
              </p:nvSpPr>
              <p:spPr>
                <a:xfrm>
                  <a:off x="5764268" y="2300643"/>
                  <a:ext cx="12960" cy="3212"/>
                </a:xfrm>
                <a:custGeom>
                  <a:avLst/>
                  <a:gdLst>
                    <a:gd name="connsiteX0" fmla="*/ 846 w 12960"/>
                    <a:gd name="connsiteY0" fmla="*/ 1463 h 3212"/>
                    <a:gd name="connsiteX1" fmla="*/ 3 w 12960"/>
                    <a:gd name="connsiteY1" fmla="*/ 2172 h 3212"/>
                    <a:gd name="connsiteX2" fmla="*/ 1156 w 12960"/>
                    <a:gd name="connsiteY2" fmla="*/ 2970 h 3212"/>
                    <a:gd name="connsiteX3" fmla="*/ 3461 w 12960"/>
                    <a:gd name="connsiteY3" fmla="*/ 3192 h 3212"/>
                    <a:gd name="connsiteX4" fmla="*/ 9091 w 12960"/>
                    <a:gd name="connsiteY4" fmla="*/ 2837 h 3212"/>
                    <a:gd name="connsiteX5" fmla="*/ 11130 w 12960"/>
                    <a:gd name="connsiteY5" fmla="*/ 2483 h 3212"/>
                    <a:gd name="connsiteX6" fmla="*/ 9579 w 12960"/>
                    <a:gd name="connsiteY6" fmla="*/ 0 h 3212"/>
                    <a:gd name="connsiteX7" fmla="*/ 846 w 12960"/>
                    <a:gd name="connsiteY7" fmla="*/ 1463 h 3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60" h="3212">
                      <a:moveTo>
                        <a:pt x="846" y="1463"/>
                      </a:moveTo>
                      <a:cubicBezTo>
                        <a:pt x="402" y="1685"/>
                        <a:pt x="48" y="1906"/>
                        <a:pt x="3" y="2172"/>
                      </a:cubicBezTo>
                      <a:cubicBezTo>
                        <a:pt x="-41" y="2438"/>
                        <a:pt x="358" y="2793"/>
                        <a:pt x="1156" y="2970"/>
                      </a:cubicBezTo>
                      <a:cubicBezTo>
                        <a:pt x="1865" y="3148"/>
                        <a:pt x="2707" y="3192"/>
                        <a:pt x="3461" y="3192"/>
                      </a:cubicBezTo>
                      <a:cubicBezTo>
                        <a:pt x="5412" y="3281"/>
                        <a:pt x="7318" y="3059"/>
                        <a:pt x="9091" y="2837"/>
                      </a:cubicBezTo>
                      <a:cubicBezTo>
                        <a:pt x="9845" y="2749"/>
                        <a:pt x="10554" y="2616"/>
                        <a:pt x="11130" y="2483"/>
                      </a:cubicBezTo>
                      <a:cubicBezTo>
                        <a:pt x="13524" y="1773"/>
                        <a:pt x="14101" y="0"/>
                        <a:pt x="9579" y="0"/>
                      </a:cubicBezTo>
                      <a:cubicBezTo>
                        <a:pt x="6032" y="89"/>
                        <a:pt x="2619" y="665"/>
                        <a:pt x="846" y="146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02" name="Forme libre : forme 26301">
                  <a:extLst>
                    <a:ext uri="{FF2B5EF4-FFF2-40B4-BE49-F238E27FC236}">
                      <a16:creationId xmlns:a16="http://schemas.microsoft.com/office/drawing/2014/main" id="{703100C4-2EA5-4870-8AFC-681ED2431725}"/>
                    </a:ext>
                  </a:extLst>
                </p:cNvPr>
                <p:cNvSpPr/>
                <p:nvPr/>
              </p:nvSpPr>
              <p:spPr>
                <a:xfrm>
                  <a:off x="5796633" y="2304190"/>
                  <a:ext cx="18875" cy="10772"/>
                </a:xfrm>
                <a:custGeom>
                  <a:avLst/>
                  <a:gdLst>
                    <a:gd name="connsiteX0" fmla="*/ 18796 w 18875"/>
                    <a:gd name="connsiteY0" fmla="*/ 0 h 10772"/>
                    <a:gd name="connsiteX1" fmla="*/ 17422 w 18875"/>
                    <a:gd name="connsiteY1" fmla="*/ 3502 h 10772"/>
                    <a:gd name="connsiteX2" fmla="*/ 12014 w 18875"/>
                    <a:gd name="connsiteY2" fmla="*/ 7137 h 10772"/>
                    <a:gd name="connsiteX3" fmla="*/ 0 w 18875"/>
                    <a:gd name="connsiteY3" fmla="*/ 10772 h 10772"/>
                    <a:gd name="connsiteX4" fmla="*/ 2616 w 18875"/>
                    <a:gd name="connsiteY4" fmla="*/ 10107 h 10772"/>
                    <a:gd name="connsiteX5" fmla="*/ 8600 w 18875"/>
                    <a:gd name="connsiteY5" fmla="*/ 8068 h 10772"/>
                    <a:gd name="connsiteX6" fmla="*/ 14940 w 18875"/>
                    <a:gd name="connsiteY6" fmla="*/ 4522 h 10772"/>
                    <a:gd name="connsiteX7" fmla="*/ 18796 w 18875"/>
                    <a:gd name="connsiteY7" fmla="*/ 0 h 10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75" h="10772">
                      <a:moveTo>
                        <a:pt x="18796" y="0"/>
                      </a:moveTo>
                      <a:cubicBezTo>
                        <a:pt x="18796" y="0"/>
                        <a:pt x="19373" y="1286"/>
                        <a:pt x="17422" y="3502"/>
                      </a:cubicBezTo>
                      <a:cubicBezTo>
                        <a:pt x="16403" y="4566"/>
                        <a:pt x="14762" y="5763"/>
                        <a:pt x="12014" y="7137"/>
                      </a:cubicBezTo>
                      <a:cubicBezTo>
                        <a:pt x="9265" y="8600"/>
                        <a:pt x="5364" y="9708"/>
                        <a:pt x="0" y="10772"/>
                      </a:cubicBezTo>
                      <a:cubicBezTo>
                        <a:pt x="0" y="10772"/>
                        <a:pt x="1020" y="10639"/>
                        <a:pt x="2616" y="10107"/>
                      </a:cubicBezTo>
                      <a:cubicBezTo>
                        <a:pt x="4211" y="9620"/>
                        <a:pt x="6384" y="8955"/>
                        <a:pt x="8600" y="8068"/>
                      </a:cubicBezTo>
                      <a:cubicBezTo>
                        <a:pt x="10817" y="7182"/>
                        <a:pt x="13078" y="5852"/>
                        <a:pt x="14940" y="4522"/>
                      </a:cubicBezTo>
                      <a:cubicBezTo>
                        <a:pt x="16801" y="3280"/>
                        <a:pt x="18220" y="1640"/>
                        <a:pt x="187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03" name="Forme libre : forme 26302">
                  <a:extLst>
                    <a:ext uri="{FF2B5EF4-FFF2-40B4-BE49-F238E27FC236}">
                      <a16:creationId xmlns:a16="http://schemas.microsoft.com/office/drawing/2014/main" id="{7414F2F6-B7E4-42B5-85F2-D341AF5DF166}"/>
                    </a:ext>
                  </a:extLst>
                </p:cNvPr>
                <p:cNvSpPr/>
                <p:nvPr/>
              </p:nvSpPr>
              <p:spPr>
                <a:xfrm>
                  <a:off x="5749154" y="2296463"/>
                  <a:ext cx="22076" cy="4136"/>
                </a:xfrm>
                <a:custGeom>
                  <a:avLst/>
                  <a:gdLst>
                    <a:gd name="connsiteX0" fmla="*/ 22077 w 22076"/>
                    <a:gd name="connsiteY0" fmla="*/ 191 h 4136"/>
                    <a:gd name="connsiteX1" fmla="*/ 19107 w 22076"/>
                    <a:gd name="connsiteY1" fmla="*/ 58 h 4136"/>
                    <a:gd name="connsiteX2" fmla="*/ 12368 w 22076"/>
                    <a:gd name="connsiteY2" fmla="*/ 147 h 4136"/>
                    <a:gd name="connsiteX3" fmla="*/ 5009 w 22076"/>
                    <a:gd name="connsiteY3" fmla="*/ 1034 h 4136"/>
                    <a:gd name="connsiteX4" fmla="*/ 0 w 22076"/>
                    <a:gd name="connsiteY4" fmla="*/ 4137 h 4136"/>
                    <a:gd name="connsiteX5" fmla="*/ 4743 w 22076"/>
                    <a:gd name="connsiteY5" fmla="*/ 1876 h 4136"/>
                    <a:gd name="connsiteX6" fmla="*/ 11482 w 22076"/>
                    <a:gd name="connsiteY6" fmla="*/ 679 h 4136"/>
                    <a:gd name="connsiteX7" fmla="*/ 22077 w 22076"/>
                    <a:gd name="connsiteY7" fmla="*/ 191 h 4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076" h="4136">
                      <a:moveTo>
                        <a:pt x="22077" y="191"/>
                      </a:moveTo>
                      <a:cubicBezTo>
                        <a:pt x="22077" y="191"/>
                        <a:pt x="20880" y="147"/>
                        <a:pt x="19107" y="58"/>
                      </a:cubicBezTo>
                      <a:cubicBezTo>
                        <a:pt x="17333" y="-30"/>
                        <a:pt x="14895" y="-30"/>
                        <a:pt x="12368" y="147"/>
                      </a:cubicBezTo>
                      <a:cubicBezTo>
                        <a:pt x="9841" y="280"/>
                        <a:pt x="7270" y="413"/>
                        <a:pt x="5009" y="1034"/>
                      </a:cubicBezTo>
                      <a:cubicBezTo>
                        <a:pt x="2748" y="1654"/>
                        <a:pt x="887" y="2629"/>
                        <a:pt x="0" y="4137"/>
                      </a:cubicBezTo>
                      <a:cubicBezTo>
                        <a:pt x="0" y="4137"/>
                        <a:pt x="1330" y="2984"/>
                        <a:pt x="4743" y="1876"/>
                      </a:cubicBezTo>
                      <a:cubicBezTo>
                        <a:pt x="6472" y="1344"/>
                        <a:pt x="8689" y="856"/>
                        <a:pt x="11482" y="679"/>
                      </a:cubicBezTo>
                      <a:cubicBezTo>
                        <a:pt x="14319" y="236"/>
                        <a:pt x="17777" y="102"/>
                        <a:pt x="22077" y="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04" name="Forme libre : forme 26303">
                  <a:extLst>
                    <a:ext uri="{FF2B5EF4-FFF2-40B4-BE49-F238E27FC236}">
                      <a16:creationId xmlns:a16="http://schemas.microsoft.com/office/drawing/2014/main" id="{1B5EB1E0-016A-4D83-9434-FF6478CEE59A}"/>
                    </a:ext>
                  </a:extLst>
                </p:cNvPr>
                <p:cNvSpPr/>
                <p:nvPr/>
              </p:nvSpPr>
              <p:spPr>
                <a:xfrm>
                  <a:off x="5784109" y="2303722"/>
                  <a:ext cx="11964" cy="2442"/>
                </a:xfrm>
                <a:custGeom>
                  <a:avLst/>
                  <a:gdLst>
                    <a:gd name="connsiteX0" fmla="*/ 11859 w 11964"/>
                    <a:gd name="connsiteY0" fmla="*/ 1443 h 2442"/>
                    <a:gd name="connsiteX1" fmla="*/ 4810 w 11964"/>
                    <a:gd name="connsiteY1" fmla="*/ 2419 h 2442"/>
                    <a:gd name="connsiteX2" fmla="*/ 111 w 11964"/>
                    <a:gd name="connsiteY2" fmla="*/ 734 h 2442"/>
                    <a:gd name="connsiteX3" fmla="*/ 7071 w 11964"/>
                    <a:gd name="connsiteY3" fmla="*/ 24 h 2442"/>
                    <a:gd name="connsiteX4" fmla="*/ 11859 w 11964"/>
                    <a:gd name="connsiteY4" fmla="*/ 1443 h 2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64" h="2442">
                      <a:moveTo>
                        <a:pt x="11859" y="1443"/>
                      </a:moveTo>
                      <a:cubicBezTo>
                        <a:pt x="11238" y="2108"/>
                        <a:pt x="8091" y="2551"/>
                        <a:pt x="4810" y="2419"/>
                      </a:cubicBezTo>
                      <a:cubicBezTo>
                        <a:pt x="1529" y="2197"/>
                        <a:pt x="-510" y="1354"/>
                        <a:pt x="111" y="734"/>
                      </a:cubicBezTo>
                      <a:cubicBezTo>
                        <a:pt x="776" y="69"/>
                        <a:pt x="3879" y="-64"/>
                        <a:pt x="7071" y="24"/>
                      </a:cubicBezTo>
                      <a:cubicBezTo>
                        <a:pt x="10307" y="113"/>
                        <a:pt x="12479" y="778"/>
                        <a:pt x="11859" y="144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05" name="Forme libre : forme 26304">
                  <a:extLst>
                    <a:ext uri="{FF2B5EF4-FFF2-40B4-BE49-F238E27FC236}">
                      <a16:creationId xmlns:a16="http://schemas.microsoft.com/office/drawing/2014/main" id="{E27800E8-247C-4953-8B3C-C4A4BE5A144C}"/>
                    </a:ext>
                  </a:extLst>
                </p:cNvPr>
                <p:cNvSpPr/>
                <p:nvPr/>
              </p:nvSpPr>
              <p:spPr>
                <a:xfrm>
                  <a:off x="5794370" y="2304335"/>
                  <a:ext cx="3284" cy="1058"/>
                </a:xfrm>
                <a:custGeom>
                  <a:avLst/>
                  <a:gdLst>
                    <a:gd name="connsiteX0" fmla="*/ 3282 w 3284"/>
                    <a:gd name="connsiteY0" fmla="*/ 343 h 1058"/>
                    <a:gd name="connsiteX1" fmla="*/ 1686 w 3284"/>
                    <a:gd name="connsiteY1" fmla="*/ 1052 h 1058"/>
                    <a:gd name="connsiteX2" fmla="*/ 2 w 3284"/>
                    <a:gd name="connsiteY2" fmla="*/ 653 h 1058"/>
                    <a:gd name="connsiteX3" fmla="*/ 1598 w 3284"/>
                    <a:gd name="connsiteY3" fmla="*/ 33 h 1058"/>
                    <a:gd name="connsiteX4" fmla="*/ 3282 w 3284"/>
                    <a:gd name="connsiteY4" fmla="*/ 343 h 1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84" h="1058">
                      <a:moveTo>
                        <a:pt x="3282" y="343"/>
                      </a:moveTo>
                      <a:cubicBezTo>
                        <a:pt x="3327" y="609"/>
                        <a:pt x="2617" y="1008"/>
                        <a:pt x="1686" y="1052"/>
                      </a:cubicBezTo>
                      <a:cubicBezTo>
                        <a:pt x="756" y="1097"/>
                        <a:pt x="2" y="919"/>
                        <a:pt x="2" y="653"/>
                      </a:cubicBezTo>
                      <a:cubicBezTo>
                        <a:pt x="-42" y="343"/>
                        <a:pt x="711" y="77"/>
                        <a:pt x="1598" y="33"/>
                      </a:cubicBezTo>
                      <a:cubicBezTo>
                        <a:pt x="2484" y="-56"/>
                        <a:pt x="3238" y="33"/>
                        <a:pt x="3282" y="3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306" name="Forme libre : forme 26305">
                  <a:extLst>
                    <a:ext uri="{FF2B5EF4-FFF2-40B4-BE49-F238E27FC236}">
                      <a16:creationId xmlns:a16="http://schemas.microsoft.com/office/drawing/2014/main" id="{EA981084-E0CB-453E-AB71-138825AD8B5E}"/>
                    </a:ext>
                  </a:extLst>
                </p:cNvPr>
                <p:cNvSpPr/>
                <p:nvPr/>
              </p:nvSpPr>
              <p:spPr>
                <a:xfrm>
                  <a:off x="5783837" y="2297370"/>
                  <a:ext cx="28058" cy="7552"/>
                </a:xfrm>
                <a:custGeom>
                  <a:avLst/>
                  <a:gdLst>
                    <a:gd name="connsiteX0" fmla="*/ 24809 w 28058"/>
                    <a:gd name="connsiteY0" fmla="*/ 1455 h 7552"/>
                    <a:gd name="connsiteX1" fmla="*/ 28046 w 28058"/>
                    <a:gd name="connsiteY1" fmla="*/ 5489 h 7552"/>
                    <a:gd name="connsiteX2" fmla="*/ 26006 w 28058"/>
                    <a:gd name="connsiteY2" fmla="*/ 7352 h 7552"/>
                    <a:gd name="connsiteX3" fmla="*/ 22282 w 28058"/>
                    <a:gd name="connsiteY3" fmla="*/ 7174 h 7552"/>
                    <a:gd name="connsiteX4" fmla="*/ 14525 w 28058"/>
                    <a:gd name="connsiteY4" fmla="*/ 3982 h 7552"/>
                    <a:gd name="connsiteX5" fmla="*/ 5481 w 28058"/>
                    <a:gd name="connsiteY5" fmla="*/ 3317 h 7552"/>
                    <a:gd name="connsiteX6" fmla="*/ 1048 w 28058"/>
                    <a:gd name="connsiteY6" fmla="*/ 2475 h 7552"/>
                    <a:gd name="connsiteX7" fmla="*/ 339 w 28058"/>
                    <a:gd name="connsiteY7" fmla="*/ 1411 h 7552"/>
                    <a:gd name="connsiteX8" fmla="*/ 8673 w 28058"/>
                    <a:gd name="connsiteY8" fmla="*/ 214 h 7552"/>
                    <a:gd name="connsiteX9" fmla="*/ 17495 w 28058"/>
                    <a:gd name="connsiteY9" fmla="*/ 37 h 7552"/>
                    <a:gd name="connsiteX10" fmla="*/ 24809 w 28058"/>
                    <a:gd name="connsiteY10" fmla="*/ 1455 h 7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058" h="7552">
                      <a:moveTo>
                        <a:pt x="24809" y="1455"/>
                      </a:moveTo>
                      <a:cubicBezTo>
                        <a:pt x="26982" y="2475"/>
                        <a:pt x="27824" y="3938"/>
                        <a:pt x="28046" y="5489"/>
                      </a:cubicBezTo>
                      <a:cubicBezTo>
                        <a:pt x="28134" y="6066"/>
                        <a:pt x="27780" y="6864"/>
                        <a:pt x="26006" y="7352"/>
                      </a:cubicBezTo>
                      <a:cubicBezTo>
                        <a:pt x="24410" y="7750"/>
                        <a:pt x="23081" y="7484"/>
                        <a:pt x="22282" y="7174"/>
                      </a:cubicBezTo>
                      <a:cubicBezTo>
                        <a:pt x="19889" y="6155"/>
                        <a:pt x="18426" y="4514"/>
                        <a:pt x="14525" y="3982"/>
                      </a:cubicBezTo>
                      <a:cubicBezTo>
                        <a:pt x="13328" y="3894"/>
                        <a:pt x="9072" y="3672"/>
                        <a:pt x="5481" y="3317"/>
                      </a:cubicBezTo>
                      <a:cubicBezTo>
                        <a:pt x="3708" y="3184"/>
                        <a:pt x="2068" y="2785"/>
                        <a:pt x="1048" y="2475"/>
                      </a:cubicBezTo>
                      <a:cubicBezTo>
                        <a:pt x="28" y="2121"/>
                        <a:pt x="-326" y="1766"/>
                        <a:pt x="339" y="1411"/>
                      </a:cubicBezTo>
                      <a:cubicBezTo>
                        <a:pt x="1713" y="702"/>
                        <a:pt x="5171" y="436"/>
                        <a:pt x="8673" y="214"/>
                      </a:cubicBezTo>
                      <a:cubicBezTo>
                        <a:pt x="12219" y="170"/>
                        <a:pt x="15810" y="-96"/>
                        <a:pt x="17495" y="37"/>
                      </a:cubicBezTo>
                      <a:cubicBezTo>
                        <a:pt x="20731" y="347"/>
                        <a:pt x="23125" y="658"/>
                        <a:pt x="24809" y="145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73" name="Graphique 2">
                <a:extLst>
                  <a:ext uri="{FF2B5EF4-FFF2-40B4-BE49-F238E27FC236}">
                    <a16:creationId xmlns:a16="http://schemas.microsoft.com/office/drawing/2014/main" id="{8E78FB8D-07F3-4B38-8DE5-3A36517FE121}"/>
                  </a:ext>
                </a:extLst>
              </p:cNvPr>
              <p:cNvGrpSpPr/>
              <p:nvPr/>
            </p:nvGrpSpPr>
            <p:grpSpPr>
              <a:xfrm>
                <a:off x="5816138" y="2258864"/>
                <a:ext cx="59323" cy="48181"/>
                <a:chOff x="5816138" y="2258864"/>
                <a:chExt cx="59323" cy="48181"/>
              </a:xfrm>
              <a:solidFill>
                <a:schemeClr val="accent1"/>
              </a:solidFill>
            </p:grpSpPr>
            <p:sp>
              <p:nvSpPr>
                <p:cNvPr id="26283" name="Forme libre : forme 26282">
                  <a:extLst>
                    <a:ext uri="{FF2B5EF4-FFF2-40B4-BE49-F238E27FC236}">
                      <a16:creationId xmlns:a16="http://schemas.microsoft.com/office/drawing/2014/main" id="{DFD55A97-0A68-44C8-B290-B89655CDEC02}"/>
                    </a:ext>
                  </a:extLst>
                </p:cNvPr>
                <p:cNvSpPr/>
                <p:nvPr/>
              </p:nvSpPr>
              <p:spPr>
                <a:xfrm>
                  <a:off x="5816138" y="2258864"/>
                  <a:ext cx="59279" cy="48181"/>
                </a:xfrm>
                <a:custGeom>
                  <a:avLst/>
                  <a:gdLst>
                    <a:gd name="connsiteX0" fmla="*/ 48809 w 59279"/>
                    <a:gd name="connsiteY0" fmla="*/ 25688 h 48181"/>
                    <a:gd name="connsiteX1" fmla="*/ 38036 w 59279"/>
                    <a:gd name="connsiteY1" fmla="*/ 35130 h 48181"/>
                    <a:gd name="connsiteX2" fmla="*/ 32140 w 59279"/>
                    <a:gd name="connsiteY2" fmla="*/ 39253 h 48181"/>
                    <a:gd name="connsiteX3" fmla="*/ 25978 w 59279"/>
                    <a:gd name="connsiteY3" fmla="*/ 42977 h 48181"/>
                    <a:gd name="connsiteX4" fmla="*/ 21589 w 59279"/>
                    <a:gd name="connsiteY4" fmla="*/ 45193 h 48181"/>
                    <a:gd name="connsiteX5" fmla="*/ 17245 w 59279"/>
                    <a:gd name="connsiteY5" fmla="*/ 46701 h 48181"/>
                    <a:gd name="connsiteX6" fmla="*/ 9576 w 59279"/>
                    <a:gd name="connsiteY6" fmla="*/ 48119 h 48181"/>
                    <a:gd name="connsiteX7" fmla="*/ 1552 w 59279"/>
                    <a:gd name="connsiteY7" fmla="*/ 45504 h 48181"/>
                    <a:gd name="connsiteX8" fmla="*/ 89 w 59279"/>
                    <a:gd name="connsiteY8" fmla="*/ 40361 h 48181"/>
                    <a:gd name="connsiteX9" fmla="*/ 4478 w 59279"/>
                    <a:gd name="connsiteY9" fmla="*/ 33800 h 48181"/>
                    <a:gd name="connsiteX10" fmla="*/ 9930 w 59279"/>
                    <a:gd name="connsiteY10" fmla="*/ 30077 h 48181"/>
                    <a:gd name="connsiteX11" fmla="*/ 13166 w 59279"/>
                    <a:gd name="connsiteY11" fmla="*/ 28214 h 48181"/>
                    <a:gd name="connsiteX12" fmla="*/ 16624 w 59279"/>
                    <a:gd name="connsiteY12" fmla="*/ 26220 h 48181"/>
                    <a:gd name="connsiteX13" fmla="*/ 21634 w 59279"/>
                    <a:gd name="connsiteY13" fmla="*/ 23249 h 48181"/>
                    <a:gd name="connsiteX14" fmla="*/ 26421 w 59279"/>
                    <a:gd name="connsiteY14" fmla="*/ 19925 h 48181"/>
                    <a:gd name="connsiteX15" fmla="*/ 35243 w 59279"/>
                    <a:gd name="connsiteY15" fmla="*/ 12255 h 48181"/>
                    <a:gd name="connsiteX16" fmla="*/ 40918 w 59279"/>
                    <a:gd name="connsiteY16" fmla="*/ 6891 h 48181"/>
                    <a:gd name="connsiteX17" fmla="*/ 46104 w 59279"/>
                    <a:gd name="connsiteY17" fmla="*/ 2724 h 48181"/>
                    <a:gd name="connsiteX18" fmla="*/ 53641 w 59279"/>
                    <a:gd name="connsiteY18" fmla="*/ 375 h 48181"/>
                    <a:gd name="connsiteX19" fmla="*/ 58029 w 59279"/>
                    <a:gd name="connsiteY19" fmla="*/ 3256 h 48181"/>
                    <a:gd name="connsiteX20" fmla="*/ 58162 w 59279"/>
                    <a:gd name="connsiteY20" fmla="*/ 11590 h 48181"/>
                    <a:gd name="connsiteX21" fmla="*/ 54660 w 59279"/>
                    <a:gd name="connsiteY21" fmla="*/ 18462 h 48181"/>
                    <a:gd name="connsiteX22" fmla="*/ 48809 w 59279"/>
                    <a:gd name="connsiteY22" fmla="*/ 25688 h 48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9279" h="48181">
                      <a:moveTo>
                        <a:pt x="48809" y="25688"/>
                      </a:moveTo>
                      <a:cubicBezTo>
                        <a:pt x="45439" y="29057"/>
                        <a:pt x="41893" y="32293"/>
                        <a:pt x="38036" y="35130"/>
                      </a:cubicBezTo>
                      <a:cubicBezTo>
                        <a:pt x="36174" y="36637"/>
                        <a:pt x="34179" y="38012"/>
                        <a:pt x="32140" y="39253"/>
                      </a:cubicBezTo>
                      <a:cubicBezTo>
                        <a:pt x="30145" y="40583"/>
                        <a:pt x="28106" y="41868"/>
                        <a:pt x="25978" y="42977"/>
                      </a:cubicBezTo>
                      <a:cubicBezTo>
                        <a:pt x="24515" y="43775"/>
                        <a:pt x="23052" y="44528"/>
                        <a:pt x="21589" y="45193"/>
                      </a:cubicBezTo>
                      <a:cubicBezTo>
                        <a:pt x="20126" y="45770"/>
                        <a:pt x="18663" y="46257"/>
                        <a:pt x="17245" y="46701"/>
                      </a:cubicBezTo>
                      <a:cubicBezTo>
                        <a:pt x="14496" y="47631"/>
                        <a:pt x="11837" y="47986"/>
                        <a:pt x="9576" y="48119"/>
                      </a:cubicBezTo>
                      <a:cubicBezTo>
                        <a:pt x="5098" y="48474"/>
                        <a:pt x="2084" y="47277"/>
                        <a:pt x="1552" y="45504"/>
                      </a:cubicBezTo>
                      <a:lnTo>
                        <a:pt x="89" y="40361"/>
                      </a:lnTo>
                      <a:cubicBezTo>
                        <a:pt x="-443" y="38455"/>
                        <a:pt x="1463" y="36327"/>
                        <a:pt x="4478" y="33800"/>
                      </a:cubicBezTo>
                      <a:cubicBezTo>
                        <a:pt x="6029" y="32559"/>
                        <a:pt x="7891" y="31451"/>
                        <a:pt x="9930" y="30077"/>
                      </a:cubicBezTo>
                      <a:cubicBezTo>
                        <a:pt x="10950" y="29411"/>
                        <a:pt x="12058" y="28791"/>
                        <a:pt x="13166" y="28214"/>
                      </a:cubicBezTo>
                      <a:cubicBezTo>
                        <a:pt x="14275" y="27550"/>
                        <a:pt x="15427" y="26840"/>
                        <a:pt x="16624" y="26220"/>
                      </a:cubicBezTo>
                      <a:cubicBezTo>
                        <a:pt x="18353" y="25333"/>
                        <a:pt x="19993" y="24314"/>
                        <a:pt x="21634" y="23249"/>
                      </a:cubicBezTo>
                      <a:cubicBezTo>
                        <a:pt x="23274" y="22230"/>
                        <a:pt x="24914" y="21166"/>
                        <a:pt x="26421" y="19925"/>
                      </a:cubicBezTo>
                      <a:cubicBezTo>
                        <a:pt x="29569" y="17620"/>
                        <a:pt x="32450" y="15004"/>
                        <a:pt x="35243" y="12255"/>
                      </a:cubicBezTo>
                      <a:cubicBezTo>
                        <a:pt x="37194" y="10305"/>
                        <a:pt x="39144" y="8532"/>
                        <a:pt x="40918" y="6891"/>
                      </a:cubicBezTo>
                      <a:cubicBezTo>
                        <a:pt x="42779" y="5295"/>
                        <a:pt x="44508" y="3877"/>
                        <a:pt x="46104" y="2724"/>
                      </a:cubicBezTo>
                      <a:cubicBezTo>
                        <a:pt x="49385" y="508"/>
                        <a:pt x="52045" y="-645"/>
                        <a:pt x="53641" y="375"/>
                      </a:cubicBezTo>
                      <a:lnTo>
                        <a:pt x="58029" y="3256"/>
                      </a:lnTo>
                      <a:cubicBezTo>
                        <a:pt x="59581" y="4276"/>
                        <a:pt x="59758" y="7468"/>
                        <a:pt x="58162" y="11590"/>
                      </a:cubicBezTo>
                      <a:cubicBezTo>
                        <a:pt x="57409" y="13718"/>
                        <a:pt x="56301" y="16068"/>
                        <a:pt x="54660" y="18462"/>
                      </a:cubicBezTo>
                      <a:cubicBezTo>
                        <a:pt x="53197" y="20856"/>
                        <a:pt x="51158" y="23338"/>
                        <a:pt x="48809" y="2568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84" name="Forme libre : forme 26283">
                  <a:extLst>
                    <a:ext uri="{FF2B5EF4-FFF2-40B4-BE49-F238E27FC236}">
                      <a16:creationId xmlns:a16="http://schemas.microsoft.com/office/drawing/2014/main" id="{BCA87A9D-4DA0-4A9D-8A76-DB8B3CB3CFBC}"/>
                    </a:ext>
                  </a:extLst>
                </p:cNvPr>
                <p:cNvSpPr/>
                <p:nvPr/>
              </p:nvSpPr>
              <p:spPr>
                <a:xfrm>
                  <a:off x="5817069" y="2261898"/>
                  <a:ext cx="58392" cy="45117"/>
                </a:xfrm>
                <a:custGeom>
                  <a:avLst/>
                  <a:gdLst>
                    <a:gd name="connsiteX0" fmla="*/ 26111 w 58392"/>
                    <a:gd name="connsiteY0" fmla="*/ 32007 h 45117"/>
                    <a:gd name="connsiteX1" fmla="*/ 12147 w 58392"/>
                    <a:gd name="connsiteY1" fmla="*/ 39011 h 45117"/>
                    <a:gd name="connsiteX2" fmla="*/ 0 w 58392"/>
                    <a:gd name="connsiteY2" fmla="*/ 40208 h 45117"/>
                    <a:gd name="connsiteX3" fmla="*/ 621 w 58392"/>
                    <a:gd name="connsiteY3" fmla="*/ 42425 h 45117"/>
                    <a:gd name="connsiteX4" fmla="*/ 8645 w 58392"/>
                    <a:gd name="connsiteY4" fmla="*/ 45040 h 45117"/>
                    <a:gd name="connsiteX5" fmla="*/ 16314 w 58392"/>
                    <a:gd name="connsiteY5" fmla="*/ 43622 h 45117"/>
                    <a:gd name="connsiteX6" fmla="*/ 20658 w 58392"/>
                    <a:gd name="connsiteY6" fmla="*/ 42114 h 45117"/>
                    <a:gd name="connsiteX7" fmla="*/ 25047 w 58392"/>
                    <a:gd name="connsiteY7" fmla="*/ 39898 h 45117"/>
                    <a:gd name="connsiteX8" fmla="*/ 31209 w 58392"/>
                    <a:gd name="connsiteY8" fmla="*/ 36174 h 45117"/>
                    <a:gd name="connsiteX9" fmla="*/ 37105 w 58392"/>
                    <a:gd name="connsiteY9" fmla="*/ 32051 h 45117"/>
                    <a:gd name="connsiteX10" fmla="*/ 47878 w 58392"/>
                    <a:gd name="connsiteY10" fmla="*/ 22609 h 45117"/>
                    <a:gd name="connsiteX11" fmla="*/ 53773 w 58392"/>
                    <a:gd name="connsiteY11" fmla="*/ 15294 h 45117"/>
                    <a:gd name="connsiteX12" fmla="*/ 57276 w 58392"/>
                    <a:gd name="connsiteY12" fmla="*/ 8423 h 45117"/>
                    <a:gd name="connsiteX13" fmla="*/ 57143 w 58392"/>
                    <a:gd name="connsiteY13" fmla="*/ 89 h 45117"/>
                    <a:gd name="connsiteX14" fmla="*/ 57010 w 58392"/>
                    <a:gd name="connsiteY14" fmla="*/ 0 h 45117"/>
                    <a:gd name="connsiteX15" fmla="*/ 50537 w 58392"/>
                    <a:gd name="connsiteY15" fmla="*/ 9221 h 45117"/>
                    <a:gd name="connsiteX16" fmla="*/ 43090 w 58392"/>
                    <a:gd name="connsiteY16" fmla="*/ 17511 h 45117"/>
                    <a:gd name="connsiteX17" fmla="*/ 39100 w 58392"/>
                    <a:gd name="connsiteY17" fmla="*/ 21367 h 45117"/>
                    <a:gd name="connsiteX18" fmla="*/ 34933 w 58392"/>
                    <a:gd name="connsiteY18" fmla="*/ 25047 h 45117"/>
                    <a:gd name="connsiteX19" fmla="*/ 30633 w 58392"/>
                    <a:gd name="connsiteY19" fmla="*/ 28593 h 45117"/>
                    <a:gd name="connsiteX20" fmla="*/ 26111 w 58392"/>
                    <a:gd name="connsiteY20" fmla="*/ 32007 h 45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392" h="45117">
                      <a:moveTo>
                        <a:pt x="26111" y="32007"/>
                      </a:moveTo>
                      <a:cubicBezTo>
                        <a:pt x="21811" y="35199"/>
                        <a:pt x="16801" y="37593"/>
                        <a:pt x="12147" y="39011"/>
                      </a:cubicBezTo>
                      <a:cubicBezTo>
                        <a:pt x="7448" y="40297"/>
                        <a:pt x="3192" y="40829"/>
                        <a:pt x="0" y="40208"/>
                      </a:cubicBezTo>
                      <a:lnTo>
                        <a:pt x="621" y="42425"/>
                      </a:lnTo>
                      <a:cubicBezTo>
                        <a:pt x="1108" y="44242"/>
                        <a:pt x="4167" y="45439"/>
                        <a:pt x="8645" y="45040"/>
                      </a:cubicBezTo>
                      <a:cubicBezTo>
                        <a:pt x="10906" y="44907"/>
                        <a:pt x="13521" y="44553"/>
                        <a:pt x="16314" y="43622"/>
                      </a:cubicBezTo>
                      <a:cubicBezTo>
                        <a:pt x="17688" y="43178"/>
                        <a:pt x="19151" y="42691"/>
                        <a:pt x="20658" y="42114"/>
                      </a:cubicBezTo>
                      <a:cubicBezTo>
                        <a:pt x="22121" y="41494"/>
                        <a:pt x="23584" y="40696"/>
                        <a:pt x="25047" y="39898"/>
                      </a:cubicBezTo>
                      <a:cubicBezTo>
                        <a:pt x="27175" y="38789"/>
                        <a:pt x="29214" y="37504"/>
                        <a:pt x="31209" y="36174"/>
                      </a:cubicBezTo>
                      <a:cubicBezTo>
                        <a:pt x="33248" y="34888"/>
                        <a:pt x="35199" y="33558"/>
                        <a:pt x="37105" y="32051"/>
                      </a:cubicBezTo>
                      <a:cubicBezTo>
                        <a:pt x="40962" y="29214"/>
                        <a:pt x="44508" y="25978"/>
                        <a:pt x="47878" y="22609"/>
                      </a:cubicBezTo>
                      <a:cubicBezTo>
                        <a:pt x="50227" y="20215"/>
                        <a:pt x="52266" y="17777"/>
                        <a:pt x="53773" y="15294"/>
                      </a:cubicBezTo>
                      <a:cubicBezTo>
                        <a:pt x="55414" y="12900"/>
                        <a:pt x="56522" y="10506"/>
                        <a:pt x="57276" y="8423"/>
                      </a:cubicBezTo>
                      <a:cubicBezTo>
                        <a:pt x="58872" y="4256"/>
                        <a:pt x="58694" y="1064"/>
                        <a:pt x="57143" y="89"/>
                      </a:cubicBezTo>
                      <a:lnTo>
                        <a:pt x="57010" y="0"/>
                      </a:lnTo>
                      <a:cubicBezTo>
                        <a:pt x="55103" y="3280"/>
                        <a:pt x="52798" y="6251"/>
                        <a:pt x="50537" y="9221"/>
                      </a:cubicBezTo>
                      <a:cubicBezTo>
                        <a:pt x="48143" y="12102"/>
                        <a:pt x="45750" y="14895"/>
                        <a:pt x="43090" y="17511"/>
                      </a:cubicBezTo>
                      <a:cubicBezTo>
                        <a:pt x="41848" y="18885"/>
                        <a:pt x="40474" y="20126"/>
                        <a:pt x="39100" y="21367"/>
                      </a:cubicBezTo>
                      <a:cubicBezTo>
                        <a:pt x="37726" y="22564"/>
                        <a:pt x="36440" y="23939"/>
                        <a:pt x="34933" y="25047"/>
                      </a:cubicBezTo>
                      <a:cubicBezTo>
                        <a:pt x="33514" y="26200"/>
                        <a:pt x="32096" y="27396"/>
                        <a:pt x="30633" y="28593"/>
                      </a:cubicBezTo>
                      <a:cubicBezTo>
                        <a:pt x="29170" y="29746"/>
                        <a:pt x="27707" y="30854"/>
                        <a:pt x="26111" y="32007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85" name="Forme libre : forme 26284">
                  <a:extLst>
                    <a:ext uri="{FF2B5EF4-FFF2-40B4-BE49-F238E27FC236}">
                      <a16:creationId xmlns:a16="http://schemas.microsoft.com/office/drawing/2014/main" id="{BC9C68BF-1D7D-4C63-8543-FD5BE7CDF820}"/>
                    </a:ext>
                  </a:extLst>
                </p:cNvPr>
                <p:cNvSpPr/>
                <p:nvPr/>
              </p:nvSpPr>
              <p:spPr>
                <a:xfrm>
                  <a:off x="5839032" y="2272252"/>
                  <a:ext cx="25020" cy="21429"/>
                </a:xfrm>
                <a:custGeom>
                  <a:avLst/>
                  <a:gdLst>
                    <a:gd name="connsiteX0" fmla="*/ 24674 w 25020"/>
                    <a:gd name="connsiteY0" fmla="*/ 242 h 21429"/>
                    <a:gd name="connsiteX1" fmla="*/ 23388 w 25020"/>
                    <a:gd name="connsiteY1" fmla="*/ 5517 h 21429"/>
                    <a:gd name="connsiteX2" fmla="*/ 20285 w 25020"/>
                    <a:gd name="connsiteY2" fmla="*/ 9861 h 21429"/>
                    <a:gd name="connsiteX3" fmla="*/ 15630 w 25020"/>
                    <a:gd name="connsiteY3" fmla="*/ 14383 h 21429"/>
                    <a:gd name="connsiteX4" fmla="*/ 10310 w 25020"/>
                    <a:gd name="connsiteY4" fmla="*/ 18151 h 21429"/>
                    <a:gd name="connsiteX5" fmla="*/ 5523 w 25020"/>
                    <a:gd name="connsiteY5" fmla="*/ 20501 h 21429"/>
                    <a:gd name="connsiteX6" fmla="*/ 114 w 25020"/>
                    <a:gd name="connsiteY6" fmla="*/ 20811 h 21429"/>
                    <a:gd name="connsiteX7" fmla="*/ 2730 w 25020"/>
                    <a:gd name="connsiteY7" fmla="*/ 16156 h 21429"/>
                    <a:gd name="connsiteX8" fmla="*/ 6365 w 25020"/>
                    <a:gd name="connsiteY8" fmla="*/ 12743 h 21429"/>
                    <a:gd name="connsiteX9" fmla="*/ 10931 w 25020"/>
                    <a:gd name="connsiteY9" fmla="*/ 8842 h 21429"/>
                    <a:gd name="connsiteX10" fmla="*/ 15630 w 25020"/>
                    <a:gd name="connsiteY10" fmla="*/ 5029 h 21429"/>
                    <a:gd name="connsiteX11" fmla="*/ 19620 w 25020"/>
                    <a:gd name="connsiteY11" fmla="*/ 2015 h 21429"/>
                    <a:gd name="connsiteX12" fmla="*/ 24674 w 25020"/>
                    <a:gd name="connsiteY12" fmla="*/ 242 h 2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020" h="21429">
                      <a:moveTo>
                        <a:pt x="24674" y="242"/>
                      </a:moveTo>
                      <a:cubicBezTo>
                        <a:pt x="25383" y="862"/>
                        <a:pt x="25028" y="2946"/>
                        <a:pt x="23388" y="5517"/>
                      </a:cubicBezTo>
                      <a:cubicBezTo>
                        <a:pt x="22590" y="6802"/>
                        <a:pt x="21526" y="8265"/>
                        <a:pt x="20285" y="9861"/>
                      </a:cubicBezTo>
                      <a:cubicBezTo>
                        <a:pt x="18911" y="11324"/>
                        <a:pt x="17359" y="12876"/>
                        <a:pt x="15630" y="14383"/>
                      </a:cubicBezTo>
                      <a:cubicBezTo>
                        <a:pt x="13857" y="15890"/>
                        <a:pt x="11995" y="17087"/>
                        <a:pt x="10310" y="18151"/>
                      </a:cubicBezTo>
                      <a:cubicBezTo>
                        <a:pt x="8670" y="19259"/>
                        <a:pt x="6941" y="19924"/>
                        <a:pt x="5523" y="20501"/>
                      </a:cubicBezTo>
                      <a:cubicBezTo>
                        <a:pt x="2686" y="21609"/>
                        <a:pt x="646" y="21742"/>
                        <a:pt x="114" y="20811"/>
                      </a:cubicBezTo>
                      <a:cubicBezTo>
                        <a:pt x="-373" y="19969"/>
                        <a:pt x="735" y="18284"/>
                        <a:pt x="2730" y="16156"/>
                      </a:cubicBezTo>
                      <a:cubicBezTo>
                        <a:pt x="3705" y="15092"/>
                        <a:pt x="5035" y="14073"/>
                        <a:pt x="6365" y="12743"/>
                      </a:cubicBezTo>
                      <a:cubicBezTo>
                        <a:pt x="7695" y="11457"/>
                        <a:pt x="9335" y="10216"/>
                        <a:pt x="10931" y="8842"/>
                      </a:cubicBezTo>
                      <a:cubicBezTo>
                        <a:pt x="12527" y="7423"/>
                        <a:pt x="14123" y="6138"/>
                        <a:pt x="15630" y="5029"/>
                      </a:cubicBezTo>
                      <a:cubicBezTo>
                        <a:pt x="17049" y="3832"/>
                        <a:pt x="18423" y="2813"/>
                        <a:pt x="19620" y="2015"/>
                      </a:cubicBezTo>
                      <a:cubicBezTo>
                        <a:pt x="22191" y="463"/>
                        <a:pt x="23876" y="-468"/>
                        <a:pt x="24674" y="24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86" name="Forme libre : forme 26285">
                  <a:extLst>
                    <a:ext uri="{FF2B5EF4-FFF2-40B4-BE49-F238E27FC236}">
                      <a16:creationId xmlns:a16="http://schemas.microsoft.com/office/drawing/2014/main" id="{7C54FD27-A249-4D3A-9A29-31BD8EEF411B}"/>
                    </a:ext>
                  </a:extLst>
                </p:cNvPr>
                <p:cNvSpPr/>
                <p:nvPr/>
              </p:nvSpPr>
              <p:spPr>
                <a:xfrm>
                  <a:off x="5839040" y="2281271"/>
                  <a:ext cx="20897" cy="12348"/>
                </a:xfrm>
                <a:custGeom>
                  <a:avLst/>
                  <a:gdLst>
                    <a:gd name="connsiteX0" fmla="*/ 4406 w 20897"/>
                    <a:gd name="connsiteY0" fmla="*/ 5497 h 12348"/>
                    <a:gd name="connsiteX1" fmla="*/ 106 w 20897"/>
                    <a:gd name="connsiteY1" fmla="*/ 11748 h 12348"/>
                    <a:gd name="connsiteX2" fmla="*/ 5515 w 20897"/>
                    <a:gd name="connsiteY2" fmla="*/ 11437 h 12348"/>
                    <a:gd name="connsiteX3" fmla="*/ 10302 w 20897"/>
                    <a:gd name="connsiteY3" fmla="*/ 9088 h 12348"/>
                    <a:gd name="connsiteX4" fmla="*/ 15622 w 20897"/>
                    <a:gd name="connsiteY4" fmla="*/ 5320 h 12348"/>
                    <a:gd name="connsiteX5" fmla="*/ 20897 w 20897"/>
                    <a:gd name="connsiteY5" fmla="*/ 0 h 12348"/>
                    <a:gd name="connsiteX6" fmla="*/ 17706 w 20897"/>
                    <a:gd name="connsiteY6" fmla="*/ 2616 h 12348"/>
                    <a:gd name="connsiteX7" fmla="*/ 9061 w 20897"/>
                    <a:gd name="connsiteY7" fmla="*/ 6472 h 12348"/>
                    <a:gd name="connsiteX8" fmla="*/ 4406 w 20897"/>
                    <a:gd name="connsiteY8" fmla="*/ 5497 h 12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897" h="12348">
                      <a:moveTo>
                        <a:pt x="4406" y="5497"/>
                      </a:moveTo>
                      <a:cubicBezTo>
                        <a:pt x="1347" y="8290"/>
                        <a:pt x="-470" y="10728"/>
                        <a:pt x="106" y="11748"/>
                      </a:cubicBezTo>
                      <a:cubicBezTo>
                        <a:pt x="638" y="12634"/>
                        <a:pt x="2677" y="12546"/>
                        <a:pt x="5515" y="11437"/>
                      </a:cubicBezTo>
                      <a:cubicBezTo>
                        <a:pt x="6933" y="10861"/>
                        <a:pt x="8662" y="10240"/>
                        <a:pt x="10302" y="9088"/>
                      </a:cubicBezTo>
                      <a:cubicBezTo>
                        <a:pt x="11987" y="8024"/>
                        <a:pt x="13849" y="6827"/>
                        <a:pt x="15622" y="5320"/>
                      </a:cubicBezTo>
                      <a:cubicBezTo>
                        <a:pt x="17617" y="3502"/>
                        <a:pt x="19479" y="1773"/>
                        <a:pt x="20897" y="0"/>
                      </a:cubicBezTo>
                      <a:cubicBezTo>
                        <a:pt x="19966" y="1020"/>
                        <a:pt x="18769" y="1818"/>
                        <a:pt x="17706" y="2616"/>
                      </a:cubicBezTo>
                      <a:cubicBezTo>
                        <a:pt x="14647" y="4743"/>
                        <a:pt x="11455" y="5985"/>
                        <a:pt x="9061" y="6472"/>
                      </a:cubicBezTo>
                      <a:cubicBezTo>
                        <a:pt x="6667" y="7049"/>
                        <a:pt x="4894" y="6650"/>
                        <a:pt x="4406" y="5497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87" name="Forme libre : forme 26286">
                  <a:extLst>
                    <a:ext uri="{FF2B5EF4-FFF2-40B4-BE49-F238E27FC236}">
                      <a16:creationId xmlns:a16="http://schemas.microsoft.com/office/drawing/2014/main" id="{3462A00E-8749-4E6D-B1C0-0EA03FDC0679}"/>
                    </a:ext>
                  </a:extLst>
                </p:cNvPr>
                <p:cNvSpPr/>
                <p:nvPr/>
              </p:nvSpPr>
              <p:spPr>
                <a:xfrm>
                  <a:off x="5840783" y="2271531"/>
                  <a:ext cx="24922" cy="21901"/>
                </a:xfrm>
                <a:custGeom>
                  <a:avLst/>
                  <a:gdLst>
                    <a:gd name="connsiteX0" fmla="*/ 24562 w 24922"/>
                    <a:gd name="connsiteY0" fmla="*/ 209 h 21901"/>
                    <a:gd name="connsiteX1" fmla="*/ 23366 w 24922"/>
                    <a:gd name="connsiteY1" fmla="*/ 5529 h 21901"/>
                    <a:gd name="connsiteX2" fmla="*/ 20218 w 24922"/>
                    <a:gd name="connsiteY2" fmla="*/ 9873 h 21901"/>
                    <a:gd name="connsiteX3" fmla="*/ 15608 w 24922"/>
                    <a:gd name="connsiteY3" fmla="*/ 14528 h 21901"/>
                    <a:gd name="connsiteX4" fmla="*/ 10332 w 24922"/>
                    <a:gd name="connsiteY4" fmla="*/ 18429 h 21901"/>
                    <a:gd name="connsiteX5" fmla="*/ 5544 w 24922"/>
                    <a:gd name="connsiteY5" fmla="*/ 20912 h 21901"/>
                    <a:gd name="connsiteX6" fmla="*/ 136 w 24922"/>
                    <a:gd name="connsiteY6" fmla="*/ 21355 h 21901"/>
                    <a:gd name="connsiteX7" fmla="*/ 2707 w 24922"/>
                    <a:gd name="connsiteY7" fmla="*/ 16656 h 21901"/>
                    <a:gd name="connsiteX8" fmla="*/ 6298 w 24922"/>
                    <a:gd name="connsiteY8" fmla="*/ 13109 h 21901"/>
                    <a:gd name="connsiteX9" fmla="*/ 10864 w 24922"/>
                    <a:gd name="connsiteY9" fmla="*/ 9075 h 21901"/>
                    <a:gd name="connsiteX10" fmla="*/ 15519 w 24922"/>
                    <a:gd name="connsiteY10" fmla="*/ 5174 h 21901"/>
                    <a:gd name="connsiteX11" fmla="*/ 19553 w 24922"/>
                    <a:gd name="connsiteY11" fmla="*/ 2115 h 21901"/>
                    <a:gd name="connsiteX12" fmla="*/ 24562 w 24922"/>
                    <a:gd name="connsiteY12" fmla="*/ 209 h 21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922" h="21901">
                      <a:moveTo>
                        <a:pt x="24562" y="209"/>
                      </a:moveTo>
                      <a:cubicBezTo>
                        <a:pt x="25316" y="830"/>
                        <a:pt x="24873" y="2824"/>
                        <a:pt x="23366" y="5529"/>
                      </a:cubicBezTo>
                      <a:cubicBezTo>
                        <a:pt x="22567" y="6814"/>
                        <a:pt x="21504" y="8322"/>
                        <a:pt x="20218" y="9873"/>
                      </a:cubicBezTo>
                      <a:cubicBezTo>
                        <a:pt x="19021" y="11513"/>
                        <a:pt x="17336" y="12976"/>
                        <a:pt x="15608" y="14528"/>
                      </a:cubicBezTo>
                      <a:cubicBezTo>
                        <a:pt x="13923" y="16124"/>
                        <a:pt x="12061" y="17365"/>
                        <a:pt x="10332" y="18429"/>
                      </a:cubicBezTo>
                      <a:cubicBezTo>
                        <a:pt x="8648" y="19537"/>
                        <a:pt x="7052" y="20380"/>
                        <a:pt x="5544" y="20912"/>
                      </a:cubicBezTo>
                      <a:cubicBezTo>
                        <a:pt x="2663" y="22020"/>
                        <a:pt x="624" y="22241"/>
                        <a:pt x="136" y="21355"/>
                      </a:cubicBezTo>
                      <a:cubicBezTo>
                        <a:pt x="-396" y="20513"/>
                        <a:pt x="668" y="18739"/>
                        <a:pt x="2707" y="16656"/>
                      </a:cubicBezTo>
                      <a:cubicBezTo>
                        <a:pt x="3993" y="15415"/>
                        <a:pt x="5190" y="14218"/>
                        <a:pt x="6298" y="13109"/>
                      </a:cubicBezTo>
                      <a:cubicBezTo>
                        <a:pt x="7850" y="11735"/>
                        <a:pt x="9313" y="10405"/>
                        <a:pt x="10864" y="9075"/>
                      </a:cubicBezTo>
                      <a:cubicBezTo>
                        <a:pt x="12460" y="7612"/>
                        <a:pt x="14145" y="6415"/>
                        <a:pt x="15519" y="5174"/>
                      </a:cubicBezTo>
                      <a:cubicBezTo>
                        <a:pt x="16937" y="3977"/>
                        <a:pt x="18312" y="2913"/>
                        <a:pt x="19553" y="2115"/>
                      </a:cubicBezTo>
                      <a:cubicBezTo>
                        <a:pt x="21991" y="386"/>
                        <a:pt x="23809" y="-412"/>
                        <a:pt x="24562" y="20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88" name="Forme libre : forme 26287">
                  <a:extLst>
                    <a:ext uri="{FF2B5EF4-FFF2-40B4-BE49-F238E27FC236}">
                      <a16:creationId xmlns:a16="http://schemas.microsoft.com/office/drawing/2014/main" id="{22631194-5A75-429A-966C-5F5FCE960B10}"/>
                    </a:ext>
                  </a:extLst>
                </p:cNvPr>
                <p:cNvSpPr/>
                <p:nvPr/>
              </p:nvSpPr>
              <p:spPr>
                <a:xfrm>
                  <a:off x="5825680" y="2279649"/>
                  <a:ext cx="37504" cy="22686"/>
                </a:xfrm>
                <a:custGeom>
                  <a:avLst/>
                  <a:gdLst>
                    <a:gd name="connsiteX0" fmla="*/ 1408 w 37504"/>
                    <a:gd name="connsiteY0" fmla="*/ 19797 h 22686"/>
                    <a:gd name="connsiteX1" fmla="*/ 3713 w 37504"/>
                    <a:gd name="connsiteY1" fmla="*/ 22502 h 22686"/>
                    <a:gd name="connsiteX2" fmla="*/ 10939 w 37504"/>
                    <a:gd name="connsiteY2" fmla="*/ 21881 h 22686"/>
                    <a:gd name="connsiteX3" fmla="*/ 20604 w 37504"/>
                    <a:gd name="connsiteY3" fmla="*/ 17802 h 22686"/>
                    <a:gd name="connsiteX4" fmla="*/ 34701 w 37504"/>
                    <a:gd name="connsiteY4" fmla="*/ 6365 h 22686"/>
                    <a:gd name="connsiteX5" fmla="*/ 37316 w 37504"/>
                    <a:gd name="connsiteY5" fmla="*/ 1843 h 22686"/>
                    <a:gd name="connsiteX6" fmla="*/ 36518 w 37504"/>
                    <a:gd name="connsiteY6" fmla="*/ 26 h 22686"/>
                    <a:gd name="connsiteX7" fmla="*/ 31199 w 37504"/>
                    <a:gd name="connsiteY7" fmla="*/ 2863 h 22686"/>
                    <a:gd name="connsiteX8" fmla="*/ 17988 w 37504"/>
                    <a:gd name="connsiteY8" fmla="*/ 8271 h 22686"/>
                    <a:gd name="connsiteX9" fmla="*/ 2738 w 37504"/>
                    <a:gd name="connsiteY9" fmla="*/ 12527 h 22686"/>
                    <a:gd name="connsiteX10" fmla="*/ 1408 w 37504"/>
                    <a:gd name="connsiteY10" fmla="*/ 19797 h 2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504" h="22686">
                      <a:moveTo>
                        <a:pt x="1408" y="19797"/>
                      </a:moveTo>
                      <a:cubicBezTo>
                        <a:pt x="1719" y="20861"/>
                        <a:pt x="2073" y="22058"/>
                        <a:pt x="3713" y="22502"/>
                      </a:cubicBezTo>
                      <a:cubicBezTo>
                        <a:pt x="5265" y="22901"/>
                        <a:pt x="7881" y="22635"/>
                        <a:pt x="10939" y="21881"/>
                      </a:cubicBezTo>
                      <a:cubicBezTo>
                        <a:pt x="13910" y="20906"/>
                        <a:pt x="17456" y="19709"/>
                        <a:pt x="20604" y="17802"/>
                      </a:cubicBezTo>
                      <a:cubicBezTo>
                        <a:pt x="26012" y="14965"/>
                        <a:pt x="31287" y="10665"/>
                        <a:pt x="34701" y="6365"/>
                      </a:cubicBezTo>
                      <a:cubicBezTo>
                        <a:pt x="36031" y="4814"/>
                        <a:pt x="36917" y="3040"/>
                        <a:pt x="37316" y="1843"/>
                      </a:cubicBezTo>
                      <a:cubicBezTo>
                        <a:pt x="37715" y="602"/>
                        <a:pt x="37494" y="-152"/>
                        <a:pt x="36518" y="26"/>
                      </a:cubicBezTo>
                      <a:cubicBezTo>
                        <a:pt x="35233" y="203"/>
                        <a:pt x="33238" y="1755"/>
                        <a:pt x="31199" y="2863"/>
                      </a:cubicBezTo>
                      <a:cubicBezTo>
                        <a:pt x="26544" y="5700"/>
                        <a:pt x="21978" y="7429"/>
                        <a:pt x="17988" y="8271"/>
                      </a:cubicBezTo>
                      <a:cubicBezTo>
                        <a:pt x="14486" y="9025"/>
                        <a:pt x="8147" y="9291"/>
                        <a:pt x="2738" y="12527"/>
                      </a:cubicBezTo>
                      <a:cubicBezTo>
                        <a:pt x="-2138" y="15542"/>
                        <a:pt x="876" y="18202"/>
                        <a:pt x="1408" y="1979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89" name="Forme libre : forme 26288">
                  <a:extLst>
                    <a:ext uri="{FF2B5EF4-FFF2-40B4-BE49-F238E27FC236}">
                      <a16:creationId xmlns:a16="http://schemas.microsoft.com/office/drawing/2014/main" id="{A3AE9E2E-B023-49D8-8E88-55504640F9E1}"/>
                    </a:ext>
                  </a:extLst>
                </p:cNvPr>
                <p:cNvSpPr/>
                <p:nvPr/>
              </p:nvSpPr>
              <p:spPr>
                <a:xfrm>
                  <a:off x="5831703" y="2285517"/>
                  <a:ext cx="10084" cy="8491"/>
                </a:xfrm>
                <a:custGeom>
                  <a:avLst/>
                  <a:gdLst>
                    <a:gd name="connsiteX0" fmla="*/ 394 w 10084"/>
                    <a:gd name="connsiteY0" fmla="*/ 7236 h 8491"/>
                    <a:gd name="connsiteX1" fmla="*/ 40 w 10084"/>
                    <a:gd name="connsiteY1" fmla="*/ 8255 h 8491"/>
                    <a:gd name="connsiteX2" fmla="*/ 1414 w 10084"/>
                    <a:gd name="connsiteY2" fmla="*/ 8344 h 8491"/>
                    <a:gd name="connsiteX3" fmla="*/ 3409 w 10084"/>
                    <a:gd name="connsiteY3" fmla="*/ 7236 h 8491"/>
                    <a:gd name="connsiteX4" fmla="*/ 7886 w 10084"/>
                    <a:gd name="connsiteY4" fmla="*/ 3866 h 8491"/>
                    <a:gd name="connsiteX5" fmla="*/ 9305 w 10084"/>
                    <a:gd name="connsiteY5" fmla="*/ 2403 h 8491"/>
                    <a:gd name="connsiteX6" fmla="*/ 6689 w 10084"/>
                    <a:gd name="connsiteY6" fmla="*/ 1295 h 8491"/>
                    <a:gd name="connsiteX7" fmla="*/ 394 w 10084"/>
                    <a:gd name="connsiteY7" fmla="*/ 7236 h 8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084" h="8491">
                      <a:moveTo>
                        <a:pt x="394" y="7236"/>
                      </a:moveTo>
                      <a:cubicBezTo>
                        <a:pt x="128" y="7635"/>
                        <a:pt x="-93" y="7989"/>
                        <a:pt x="40" y="8255"/>
                      </a:cubicBezTo>
                      <a:cubicBezTo>
                        <a:pt x="173" y="8477"/>
                        <a:pt x="660" y="8610"/>
                        <a:pt x="1414" y="8344"/>
                      </a:cubicBezTo>
                      <a:cubicBezTo>
                        <a:pt x="2079" y="8078"/>
                        <a:pt x="2788" y="7635"/>
                        <a:pt x="3409" y="7236"/>
                      </a:cubicBezTo>
                      <a:cubicBezTo>
                        <a:pt x="5005" y="6127"/>
                        <a:pt x="6556" y="5108"/>
                        <a:pt x="7886" y="3866"/>
                      </a:cubicBezTo>
                      <a:cubicBezTo>
                        <a:pt x="8418" y="3379"/>
                        <a:pt x="8950" y="2847"/>
                        <a:pt x="9305" y="2403"/>
                      </a:cubicBezTo>
                      <a:cubicBezTo>
                        <a:pt x="10812" y="453"/>
                        <a:pt x="10236" y="-1276"/>
                        <a:pt x="6689" y="1295"/>
                      </a:cubicBezTo>
                      <a:cubicBezTo>
                        <a:pt x="3941" y="3202"/>
                        <a:pt x="1414" y="5551"/>
                        <a:pt x="394" y="723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90" name="Forme libre : forme 26289">
                  <a:extLst>
                    <a:ext uri="{FF2B5EF4-FFF2-40B4-BE49-F238E27FC236}">
                      <a16:creationId xmlns:a16="http://schemas.microsoft.com/office/drawing/2014/main" id="{1A6E6668-474A-4743-A9F4-E6EC442C851D}"/>
                    </a:ext>
                  </a:extLst>
                </p:cNvPr>
                <p:cNvSpPr/>
                <p:nvPr/>
              </p:nvSpPr>
              <p:spPr>
                <a:xfrm>
                  <a:off x="5865035" y="2263450"/>
                  <a:ext cx="8565" cy="20481"/>
                </a:xfrm>
                <a:custGeom>
                  <a:avLst/>
                  <a:gdLst>
                    <a:gd name="connsiteX0" fmla="*/ 7359 w 8565"/>
                    <a:gd name="connsiteY0" fmla="*/ 0 h 20481"/>
                    <a:gd name="connsiteX1" fmla="*/ 8556 w 8565"/>
                    <a:gd name="connsiteY1" fmla="*/ 3458 h 20481"/>
                    <a:gd name="connsiteX2" fmla="*/ 6916 w 8565"/>
                    <a:gd name="connsiteY2" fmla="*/ 9797 h 20481"/>
                    <a:gd name="connsiteX3" fmla="*/ 0 w 8565"/>
                    <a:gd name="connsiteY3" fmla="*/ 20481 h 20481"/>
                    <a:gd name="connsiteX4" fmla="*/ 1640 w 8565"/>
                    <a:gd name="connsiteY4" fmla="*/ 18264 h 20481"/>
                    <a:gd name="connsiteX5" fmla="*/ 4876 w 8565"/>
                    <a:gd name="connsiteY5" fmla="*/ 12767 h 20481"/>
                    <a:gd name="connsiteX6" fmla="*/ 7403 w 8565"/>
                    <a:gd name="connsiteY6" fmla="*/ 5940 h 20481"/>
                    <a:gd name="connsiteX7" fmla="*/ 7359 w 8565"/>
                    <a:gd name="connsiteY7" fmla="*/ 0 h 20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65" h="20481">
                      <a:moveTo>
                        <a:pt x="7359" y="0"/>
                      </a:moveTo>
                      <a:cubicBezTo>
                        <a:pt x="7359" y="0"/>
                        <a:pt x="8689" y="621"/>
                        <a:pt x="8556" y="3458"/>
                      </a:cubicBezTo>
                      <a:cubicBezTo>
                        <a:pt x="8467" y="4876"/>
                        <a:pt x="8068" y="6916"/>
                        <a:pt x="6916" y="9797"/>
                      </a:cubicBezTo>
                      <a:cubicBezTo>
                        <a:pt x="5586" y="12546"/>
                        <a:pt x="3635" y="16225"/>
                        <a:pt x="0" y="20481"/>
                      </a:cubicBezTo>
                      <a:cubicBezTo>
                        <a:pt x="0" y="20481"/>
                        <a:pt x="576" y="19727"/>
                        <a:pt x="1640" y="18264"/>
                      </a:cubicBezTo>
                      <a:cubicBezTo>
                        <a:pt x="2660" y="16935"/>
                        <a:pt x="3813" y="14940"/>
                        <a:pt x="4876" y="12767"/>
                      </a:cubicBezTo>
                      <a:cubicBezTo>
                        <a:pt x="6029" y="10639"/>
                        <a:pt x="6916" y="8201"/>
                        <a:pt x="7403" y="5940"/>
                      </a:cubicBezTo>
                      <a:cubicBezTo>
                        <a:pt x="7891" y="3635"/>
                        <a:pt x="8024" y="1596"/>
                        <a:pt x="73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91" name="Forme libre : forme 26290">
                  <a:extLst>
                    <a:ext uri="{FF2B5EF4-FFF2-40B4-BE49-F238E27FC236}">
                      <a16:creationId xmlns:a16="http://schemas.microsoft.com/office/drawing/2014/main" id="{686EF3E5-DC87-4C6E-949B-4B6A41D011CF}"/>
                    </a:ext>
                  </a:extLst>
                </p:cNvPr>
                <p:cNvSpPr/>
                <p:nvPr/>
              </p:nvSpPr>
              <p:spPr>
                <a:xfrm>
                  <a:off x="5817645" y="2284950"/>
                  <a:ext cx="16535" cy="14496"/>
                </a:xfrm>
                <a:custGeom>
                  <a:avLst/>
                  <a:gdLst>
                    <a:gd name="connsiteX0" fmla="*/ 16535 w 16535"/>
                    <a:gd name="connsiteY0" fmla="*/ 0 h 14496"/>
                    <a:gd name="connsiteX1" fmla="*/ 14097 w 16535"/>
                    <a:gd name="connsiteY1" fmla="*/ 1463 h 14496"/>
                    <a:gd name="connsiteX2" fmla="*/ 8600 w 16535"/>
                    <a:gd name="connsiteY2" fmla="*/ 4965 h 14496"/>
                    <a:gd name="connsiteX3" fmla="*/ 2837 w 16535"/>
                    <a:gd name="connsiteY3" fmla="*/ 9443 h 14496"/>
                    <a:gd name="connsiteX4" fmla="*/ 0 w 16535"/>
                    <a:gd name="connsiteY4" fmla="*/ 14496 h 14496"/>
                    <a:gd name="connsiteX5" fmla="*/ 576 w 16535"/>
                    <a:gd name="connsiteY5" fmla="*/ 13344 h 14496"/>
                    <a:gd name="connsiteX6" fmla="*/ 2970 w 16535"/>
                    <a:gd name="connsiteY6" fmla="*/ 10285 h 14496"/>
                    <a:gd name="connsiteX7" fmla="*/ 8068 w 16535"/>
                    <a:gd name="connsiteY7" fmla="*/ 5852 h 14496"/>
                    <a:gd name="connsiteX8" fmla="*/ 11836 w 16535"/>
                    <a:gd name="connsiteY8" fmla="*/ 3148 h 14496"/>
                    <a:gd name="connsiteX9" fmla="*/ 16535 w 16535"/>
                    <a:gd name="connsiteY9" fmla="*/ 0 h 14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535" h="14496">
                      <a:moveTo>
                        <a:pt x="16535" y="0"/>
                      </a:moveTo>
                      <a:cubicBezTo>
                        <a:pt x="16535" y="0"/>
                        <a:pt x="15560" y="532"/>
                        <a:pt x="14097" y="1463"/>
                      </a:cubicBezTo>
                      <a:cubicBezTo>
                        <a:pt x="12679" y="2483"/>
                        <a:pt x="10639" y="3591"/>
                        <a:pt x="8600" y="4965"/>
                      </a:cubicBezTo>
                      <a:cubicBezTo>
                        <a:pt x="6605" y="6428"/>
                        <a:pt x="4433" y="7802"/>
                        <a:pt x="2837" y="9443"/>
                      </a:cubicBezTo>
                      <a:cubicBezTo>
                        <a:pt x="1241" y="11083"/>
                        <a:pt x="44" y="12723"/>
                        <a:pt x="0" y="14496"/>
                      </a:cubicBezTo>
                      <a:cubicBezTo>
                        <a:pt x="0" y="14496"/>
                        <a:pt x="133" y="14053"/>
                        <a:pt x="576" y="13344"/>
                      </a:cubicBezTo>
                      <a:cubicBezTo>
                        <a:pt x="1020" y="12634"/>
                        <a:pt x="1773" y="11570"/>
                        <a:pt x="2970" y="10285"/>
                      </a:cubicBezTo>
                      <a:cubicBezTo>
                        <a:pt x="4167" y="8955"/>
                        <a:pt x="5896" y="7625"/>
                        <a:pt x="8068" y="5852"/>
                      </a:cubicBezTo>
                      <a:cubicBezTo>
                        <a:pt x="9177" y="4965"/>
                        <a:pt x="10418" y="4078"/>
                        <a:pt x="11836" y="3148"/>
                      </a:cubicBezTo>
                      <a:cubicBezTo>
                        <a:pt x="13299" y="2172"/>
                        <a:pt x="14762" y="1064"/>
                        <a:pt x="165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92" name="Forme libre : forme 26291">
                  <a:extLst>
                    <a:ext uri="{FF2B5EF4-FFF2-40B4-BE49-F238E27FC236}">
                      <a16:creationId xmlns:a16="http://schemas.microsoft.com/office/drawing/2014/main" id="{ABFE343B-6A42-45DC-9DC0-BEA7D4EBF3BA}"/>
                    </a:ext>
                  </a:extLst>
                </p:cNvPr>
                <p:cNvSpPr/>
                <p:nvPr/>
              </p:nvSpPr>
              <p:spPr>
                <a:xfrm>
                  <a:off x="5848844" y="2276564"/>
                  <a:ext cx="9496" cy="7575"/>
                </a:xfrm>
                <a:custGeom>
                  <a:avLst/>
                  <a:gdLst>
                    <a:gd name="connsiteX0" fmla="*/ 9497 w 9496"/>
                    <a:gd name="connsiteY0" fmla="*/ 362 h 7575"/>
                    <a:gd name="connsiteX1" fmla="*/ 4665 w 9496"/>
                    <a:gd name="connsiteY1" fmla="*/ 5549 h 7575"/>
                    <a:gd name="connsiteX2" fmla="*/ 10 w 9496"/>
                    <a:gd name="connsiteY2" fmla="*/ 7189 h 7575"/>
                    <a:gd name="connsiteX3" fmla="*/ 4975 w 9496"/>
                    <a:gd name="connsiteY3" fmla="*/ 2313 h 7575"/>
                    <a:gd name="connsiteX4" fmla="*/ 9497 w 9496"/>
                    <a:gd name="connsiteY4" fmla="*/ 362 h 7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96" h="7575">
                      <a:moveTo>
                        <a:pt x="9497" y="362"/>
                      </a:moveTo>
                      <a:cubicBezTo>
                        <a:pt x="9497" y="1293"/>
                        <a:pt x="7413" y="3732"/>
                        <a:pt x="4665" y="5549"/>
                      </a:cubicBezTo>
                      <a:cubicBezTo>
                        <a:pt x="2049" y="7500"/>
                        <a:pt x="-167" y="8032"/>
                        <a:pt x="10" y="7189"/>
                      </a:cubicBezTo>
                      <a:cubicBezTo>
                        <a:pt x="187" y="6347"/>
                        <a:pt x="2404" y="4175"/>
                        <a:pt x="4975" y="2313"/>
                      </a:cubicBezTo>
                      <a:cubicBezTo>
                        <a:pt x="7591" y="495"/>
                        <a:pt x="9497" y="-613"/>
                        <a:pt x="9497" y="36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93" name="Forme libre : forme 26292">
                  <a:extLst>
                    <a:ext uri="{FF2B5EF4-FFF2-40B4-BE49-F238E27FC236}">
                      <a16:creationId xmlns:a16="http://schemas.microsoft.com/office/drawing/2014/main" id="{5B980A97-2066-40A9-958E-EEC2DBB58C94}"/>
                    </a:ext>
                  </a:extLst>
                </p:cNvPr>
                <p:cNvSpPr/>
                <p:nvPr/>
              </p:nvSpPr>
              <p:spPr>
                <a:xfrm>
                  <a:off x="5857006" y="2275414"/>
                  <a:ext cx="2376" cy="2464"/>
                </a:xfrm>
                <a:custGeom>
                  <a:avLst/>
                  <a:gdLst>
                    <a:gd name="connsiteX0" fmla="*/ 2310 w 2376"/>
                    <a:gd name="connsiteY0" fmla="*/ 49 h 2464"/>
                    <a:gd name="connsiteX1" fmla="*/ 1557 w 2376"/>
                    <a:gd name="connsiteY1" fmla="*/ 1601 h 2464"/>
                    <a:gd name="connsiteX2" fmla="*/ 49 w 2376"/>
                    <a:gd name="connsiteY2" fmla="*/ 2399 h 2464"/>
                    <a:gd name="connsiteX3" fmla="*/ 803 w 2376"/>
                    <a:gd name="connsiteY3" fmla="*/ 847 h 2464"/>
                    <a:gd name="connsiteX4" fmla="*/ 2310 w 2376"/>
                    <a:gd name="connsiteY4" fmla="*/ 49 h 2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464">
                      <a:moveTo>
                        <a:pt x="2310" y="49"/>
                      </a:moveTo>
                      <a:cubicBezTo>
                        <a:pt x="2532" y="227"/>
                        <a:pt x="2177" y="936"/>
                        <a:pt x="1557" y="1601"/>
                      </a:cubicBezTo>
                      <a:cubicBezTo>
                        <a:pt x="936" y="2266"/>
                        <a:pt x="227" y="2620"/>
                        <a:pt x="49" y="2399"/>
                      </a:cubicBezTo>
                      <a:cubicBezTo>
                        <a:pt x="-128" y="2177"/>
                        <a:pt x="182" y="1512"/>
                        <a:pt x="803" y="847"/>
                      </a:cubicBezTo>
                      <a:cubicBezTo>
                        <a:pt x="1424" y="182"/>
                        <a:pt x="2089" y="-128"/>
                        <a:pt x="2310" y="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94" name="Forme libre : forme 26293">
                  <a:extLst>
                    <a:ext uri="{FF2B5EF4-FFF2-40B4-BE49-F238E27FC236}">
                      <a16:creationId xmlns:a16="http://schemas.microsoft.com/office/drawing/2014/main" id="{D5F281B0-53B7-452A-B6BC-A826C0A39FE4}"/>
                    </a:ext>
                  </a:extLst>
                </p:cNvPr>
                <p:cNvSpPr/>
                <p:nvPr/>
              </p:nvSpPr>
              <p:spPr>
                <a:xfrm>
                  <a:off x="5845397" y="2263612"/>
                  <a:ext cx="23844" cy="16329"/>
                </a:xfrm>
                <a:custGeom>
                  <a:avLst/>
                  <a:gdLst>
                    <a:gd name="connsiteX0" fmla="*/ 18441 w 23844"/>
                    <a:gd name="connsiteY0" fmla="*/ 326 h 16329"/>
                    <a:gd name="connsiteX1" fmla="*/ 23451 w 23844"/>
                    <a:gd name="connsiteY1" fmla="*/ 1124 h 16329"/>
                    <a:gd name="connsiteX2" fmla="*/ 23141 w 23844"/>
                    <a:gd name="connsiteY2" fmla="*/ 3872 h 16329"/>
                    <a:gd name="connsiteX3" fmla="*/ 20259 w 23844"/>
                    <a:gd name="connsiteY3" fmla="*/ 6177 h 16329"/>
                    <a:gd name="connsiteX4" fmla="*/ 12412 w 23844"/>
                    <a:gd name="connsiteY4" fmla="*/ 8882 h 16329"/>
                    <a:gd name="connsiteX5" fmla="*/ 5142 w 23844"/>
                    <a:gd name="connsiteY5" fmla="*/ 14068 h 16329"/>
                    <a:gd name="connsiteX6" fmla="*/ 88 w 23844"/>
                    <a:gd name="connsiteY6" fmla="*/ 15708 h 16329"/>
                    <a:gd name="connsiteX7" fmla="*/ 5719 w 23844"/>
                    <a:gd name="connsiteY7" fmla="*/ 9768 h 16329"/>
                    <a:gd name="connsiteX8" fmla="*/ 12146 w 23844"/>
                    <a:gd name="connsiteY8" fmla="*/ 4005 h 16329"/>
                    <a:gd name="connsiteX9" fmla="*/ 18441 w 23844"/>
                    <a:gd name="connsiteY9" fmla="*/ 326 h 16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844" h="16329">
                      <a:moveTo>
                        <a:pt x="18441" y="326"/>
                      </a:moveTo>
                      <a:cubicBezTo>
                        <a:pt x="20702" y="-384"/>
                        <a:pt x="22254" y="148"/>
                        <a:pt x="23451" y="1124"/>
                      </a:cubicBezTo>
                      <a:cubicBezTo>
                        <a:pt x="23894" y="1478"/>
                        <a:pt x="24160" y="2321"/>
                        <a:pt x="23141" y="3872"/>
                      </a:cubicBezTo>
                      <a:cubicBezTo>
                        <a:pt x="22254" y="5246"/>
                        <a:pt x="21101" y="5956"/>
                        <a:pt x="20259" y="6177"/>
                      </a:cubicBezTo>
                      <a:cubicBezTo>
                        <a:pt x="17688" y="6931"/>
                        <a:pt x="15737" y="6798"/>
                        <a:pt x="12412" y="8882"/>
                      </a:cubicBezTo>
                      <a:cubicBezTo>
                        <a:pt x="11304" y="9458"/>
                        <a:pt x="8201" y="12295"/>
                        <a:pt x="5142" y="14068"/>
                      </a:cubicBezTo>
                      <a:cubicBezTo>
                        <a:pt x="2216" y="16019"/>
                        <a:pt x="-532" y="17083"/>
                        <a:pt x="88" y="15708"/>
                      </a:cubicBezTo>
                      <a:cubicBezTo>
                        <a:pt x="753" y="14423"/>
                        <a:pt x="3059" y="11985"/>
                        <a:pt x="5719" y="9768"/>
                      </a:cubicBezTo>
                      <a:cubicBezTo>
                        <a:pt x="8157" y="7330"/>
                        <a:pt x="10905" y="5113"/>
                        <a:pt x="12146" y="4005"/>
                      </a:cubicBezTo>
                      <a:cubicBezTo>
                        <a:pt x="14585" y="2143"/>
                        <a:pt x="16801" y="902"/>
                        <a:pt x="18441" y="32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74" name="Graphique 2">
                <a:extLst>
                  <a:ext uri="{FF2B5EF4-FFF2-40B4-BE49-F238E27FC236}">
                    <a16:creationId xmlns:a16="http://schemas.microsoft.com/office/drawing/2014/main" id="{842BDE15-4324-44A8-B5D7-BD21C0BA1F2C}"/>
                  </a:ext>
                </a:extLst>
              </p:cNvPr>
              <p:cNvGrpSpPr/>
              <p:nvPr/>
            </p:nvGrpSpPr>
            <p:grpSpPr>
              <a:xfrm>
                <a:off x="5868504" y="2194564"/>
                <a:ext cx="34166" cy="67829"/>
                <a:chOff x="5868504" y="2194564"/>
                <a:chExt cx="34166" cy="67829"/>
              </a:xfrm>
              <a:solidFill>
                <a:schemeClr val="accent1"/>
              </a:solidFill>
            </p:grpSpPr>
            <p:sp>
              <p:nvSpPr>
                <p:cNvPr id="26271" name="Forme libre : forme 26270">
                  <a:extLst>
                    <a:ext uri="{FF2B5EF4-FFF2-40B4-BE49-F238E27FC236}">
                      <a16:creationId xmlns:a16="http://schemas.microsoft.com/office/drawing/2014/main" id="{37577D72-648A-4FEB-80B0-6F221D7EAFF5}"/>
                    </a:ext>
                  </a:extLst>
                </p:cNvPr>
                <p:cNvSpPr/>
                <p:nvPr/>
              </p:nvSpPr>
              <p:spPr>
                <a:xfrm>
                  <a:off x="5868504" y="2194564"/>
                  <a:ext cx="34166" cy="67791"/>
                </a:xfrm>
                <a:custGeom>
                  <a:avLst/>
                  <a:gdLst>
                    <a:gd name="connsiteX0" fmla="*/ 31907 w 34166"/>
                    <a:gd name="connsiteY0" fmla="*/ 24732 h 67791"/>
                    <a:gd name="connsiteX1" fmla="*/ 27785 w 34166"/>
                    <a:gd name="connsiteY1" fmla="*/ 37677 h 67791"/>
                    <a:gd name="connsiteX2" fmla="*/ 22686 w 34166"/>
                    <a:gd name="connsiteY2" fmla="*/ 50400 h 67791"/>
                    <a:gd name="connsiteX3" fmla="*/ 18298 w 34166"/>
                    <a:gd name="connsiteY3" fmla="*/ 58379 h 67791"/>
                    <a:gd name="connsiteX4" fmla="*/ 13421 w 34166"/>
                    <a:gd name="connsiteY4" fmla="*/ 64231 h 67791"/>
                    <a:gd name="connsiteX5" fmla="*/ 5752 w 34166"/>
                    <a:gd name="connsiteY5" fmla="*/ 67423 h 67791"/>
                    <a:gd name="connsiteX6" fmla="*/ 1363 w 34166"/>
                    <a:gd name="connsiteY6" fmla="*/ 64541 h 67791"/>
                    <a:gd name="connsiteX7" fmla="*/ 521 w 34166"/>
                    <a:gd name="connsiteY7" fmla="*/ 56695 h 67791"/>
                    <a:gd name="connsiteX8" fmla="*/ 2427 w 34166"/>
                    <a:gd name="connsiteY8" fmla="*/ 50178 h 67791"/>
                    <a:gd name="connsiteX9" fmla="*/ 5442 w 34166"/>
                    <a:gd name="connsiteY9" fmla="*/ 42642 h 67791"/>
                    <a:gd name="connsiteX10" fmla="*/ 10097 w 34166"/>
                    <a:gd name="connsiteY10" fmla="*/ 31249 h 67791"/>
                    <a:gd name="connsiteX11" fmla="*/ 13953 w 34166"/>
                    <a:gd name="connsiteY11" fmla="*/ 19413 h 67791"/>
                    <a:gd name="connsiteX12" fmla="*/ 19716 w 34166"/>
                    <a:gd name="connsiteY12" fmla="*/ 5271 h 67791"/>
                    <a:gd name="connsiteX13" fmla="*/ 25790 w 34166"/>
                    <a:gd name="connsiteY13" fmla="*/ 40 h 67791"/>
                    <a:gd name="connsiteX14" fmla="*/ 30844 w 34166"/>
                    <a:gd name="connsiteY14" fmla="*/ 1059 h 67791"/>
                    <a:gd name="connsiteX15" fmla="*/ 34124 w 34166"/>
                    <a:gd name="connsiteY15" fmla="*/ 8551 h 67791"/>
                    <a:gd name="connsiteX16" fmla="*/ 31907 w 34166"/>
                    <a:gd name="connsiteY16" fmla="*/ 24732 h 67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4166" h="67791">
                      <a:moveTo>
                        <a:pt x="31907" y="24732"/>
                      </a:moveTo>
                      <a:cubicBezTo>
                        <a:pt x="30710" y="29077"/>
                        <a:pt x="29203" y="33377"/>
                        <a:pt x="27785" y="37677"/>
                      </a:cubicBezTo>
                      <a:cubicBezTo>
                        <a:pt x="26189" y="41933"/>
                        <a:pt x="24593" y="46233"/>
                        <a:pt x="22686" y="50400"/>
                      </a:cubicBezTo>
                      <a:cubicBezTo>
                        <a:pt x="21445" y="53370"/>
                        <a:pt x="19805" y="56030"/>
                        <a:pt x="18298" y="58379"/>
                      </a:cubicBezTo>
                      <a:cubicBezTo>
                        <a:pt x="16791" y="60773"/>
                        <a:pt x="14973" y="62679"/>
                        <a:pt x="13421" y="64231"/>
                      </a:cubicBezTo>
                      <a:cubicBezTo>
                        <a:pt x="10274" y="67334"/>
                        <a:pt x="7259" y="68443"/>
                        <a:pt x="5752" y="67423"/>
                      </a:cubicBezTo>
                      <a:lnTo>
                        <a:pt x="1363" y="64541"/>
                      </a:lnTo>
                      <a:cubicBezTo>
                        <a:pt x="-277" y="63477"/>
                        <a:pt x="-277" y="60596"/>
                        <a:pt x="521" y="56695"/>
                      </a:cubicBezTo>
                      <a:cubicBezTo>
                        <a:pt x="876" y="54700"/>
                        <a:pt x="1674" y="52616"/>
                        <a:pt x="2427" y="50178"/>
                      </a:cubicBezTo>
                      <a:cubicBezTo>
                        <a:pt x="3225" y="47784"/>
                        <a:pt x="4334" y="45302"/>
                        <a:pt x="5442" y="42642"/>
                      </a:cubicBezTo>
                      <a:cubicBezTo>
                        <a:pt x="7171" y="38918"/>
                        <a:pt x="8589" y="35061"/>
                        <a:pt x="10097" y="31249"/>
                      </a:cubicBezTo>
                      <a:cubicBezTo>
                        <a:pt x="11427" y="27348"/>
                        <a:pt x="12801" y="23447"/>
                        <a:pt x="13953" y="19413"/>
                      </a:cubicBezTo>
                      <a:cubicBezTo>
                        <a:pt x="15594" y="13827"/>
                        <a:pt x="17677" y="8817"/>
                        <a:pt x="19716" y="5271"/>
                      </a:cubicBezTo>
                      <a:cubicBezTo>
                        <a:pt x="21800" y="1724"/>
                        <a:pt x="23972" y="-315"/>
                        <a:pt x="25790" y="40"/>
                      </a:cubicBezTo>
                      <a:lnTo>
                        <a:pt x="30844" y="1059"/>
                      </a:lnTo>
                      <a:cubicBezTo>
                        <a:pt x="32705" y="1414"/>
                        <a:pt x="33814" y="4251"/>
                        <a:pt x="34124" y="8551"/>
                      </a:cubicBezTo>
                      <a:cubicBezTo>
                        <a:pt x="34346" y="12896"/>
                        <a:pt x="33725" y="18659"/>
                        <a:pt x="31907" y="2473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72" name="Forme libre : forme 26271">
                  <a:extLst>
                    <a:ext uri="{FF2B5EF4-FFF2-40B4-BE49-F238E27FC236}">
                      <a16:creationId xmlns:a16="http://schemas.microsoft.com/office/drawing/2014/main" id="{EF0A71C4-1263-43AF-ADB5-56F001983754}"/>
                    </a:ext>
                  </a:extLst>
                </p:cNvPr>
                <p:cNvSpPr/>
                <p:nvPr/>
              </p:nvSpPr>
              <p:spPr>
                <a:xfrm>
                  <a:off x="5872350" y="2195668"/>
                  <a:ext cx="30237" cy="66725"/>
                </a:xfrm>
                <a:custGeom>
                  <a:avLst/>
                  <a:gdLst>
                    <a:gd name="connsiteX0" fmla="*/ 15028 w 30237"/>
                    <a:gd name="connsiteY0" fmla="*/ 42469 h 66725"/>
                    <a:gd name="connsiteX1" fmla="*/ 12102 w 30237"/>
                    <a:gd name="connsiteY1" fmla="*/ 49784 h 66725"/>
                    <a:gd name="connsiteX2" fmla="*/ 8379 w 30237"/>
                    <a:gd name="connsiteY2" fmla="*/ 56345 h 66725"/>
                    <a:gd name="connsiteX3" fmla="*/ 0 w 30237"/>
                    <a:gd name="connsiteY3" fmla="*/ 65122 h 66725"/>
                    <a:gd name="connsiteX4" fmla="*/ 1906 w 30237"/>
                    <a:gd name="connsiteY4" fmla="*/ 66363 h 66725"/>
                    <a:gd name="connsiteX5" fmla="*/ 9576 w 30237"/>
                    <a:gd name="connsiteY5" fmla="*/ 63172 h 66725"/>
                    <a:gd name="connsiteX6" fmla="*/ 14452 w 30237"/>
                    <a:gd name="connsiteY6" fmla="*/ 57320 h 66725"/>
                    <a:gd name="connsiteX7" fmla="*/ 18841 w 30237"/>
                    <a:gd name="connsiteY7" fmla="*/ 49340 h 66725"/>
                    <a:gd name="connsiteX8" fmla="*/ 23939 w 30237"/>
                    <a:gd name="connsiteY8" fmla="*/ 36617 h 66725"/>
                    <a:gd name="connsiteX9" fmla="*/ 28062 w 30237"/>
                    <a:gd name="connsiteY9" fmla="*/ 23673 h 66725"/>
                    <a:gd name="connsiteX10" fmla="*/ 30145 w 30237"/>
                    <a:gd name="connsiteY10" fmla="*/ 7536 h 66725"/>
                    <a:gd name="connsiteX11" fmla="*/ 26865 w 30237"/>
                    <a:gd name="connsiteY11" fmla="*/ 44 h 66725"/>
                    <a:gd name="connsiteX12" fmla="*/ 26687 w 30237"/>
                    <a:gd name="connsiteY12" fmla="*/ 0 h 66725"/>
                    <a:gd name="connsiteX13" fmla="*/ 21501 w 30237"/>
                    <a:gd name="connsiteY13" fmla="*/ 21456 h 66725"/>
                    <a:gd name="connsiteX14" fmla="*/ 18309 w 30237"/>
                    <a:gd name="connsiteY14" fmla="*/ 31918 h 66725"/>
                    <a:gd name="connsiteX15" fmla="*/ 15028 w 30237"/>
                    <a:gd name="connsiteY15" fmla="*/ 42469 h 66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0237" h="66725">
                      <a:moveTo>
                        <a:pt x="15028" y="42469"/>
                      </a:moveTo>
                      <a:cubicBezTo>
                        <a:pt x="14142" y="44952"/>
                        <a:pt x="13211" y="47434"/>
                        <a:pt x="12102" y="49784"/>
                      </a:cubicBezTo>
                      <a:cubicBezTo>
                        <a:pt x="10906" y="52089"/>
                        <a:pt x="9664" y="54350"/>
                        <a:pt x="8379" y="56345"/>
                      </a:cubicBezTo>
                      <a:cubicBezTo>
                        <a:pt x="5630" y="60290"/>
                        <a:pt x="2704" y="63438"/>
                        <a:pt x="0" y="65122"/>
                      </a:cubicBezTo>
                      <a:lnTo>
                        <a:pt x="1906" y="66363"/>
                      </a:lnTo>
                      <a:cubicBezTo>
                        <a:pt x="3458" y="67383"/>
                        <a:pt x="6428" y="66230"/>
                        <a:pt x="9576" y="63172"/>
                      </a:cubicBezTo>
                      <a:cubicBezTo>
                        <a:pt x="11127" y="61620"/>
                        <a:pt x="12945" y="59714"/>
                        <a:pt x="14452" y="57320"/>
                      </a:cubicBezTo>
                      <a:cubicBezTo>
                        <a:pt x="15959" y="54970"/>
                        <a:pt x="17644" y="52310"/>
                        <a:pt x="18841" y="49340"/>
                      </a:cubicBezTo>
                      <a:cubicBezTo>
                        <a:pt x="20747" y="45173"/>
                        <a:pt x="22343" y="40873"/>
                        <a:pt x="23939" y="36617"/>
                      </a:cubicBezTo>
                      <a:cubicBezTo>
                        <a:pt x="25402" y="32317"/>
                        <a:pt x="26865" y="28017"/>
                        <a:pt x="28062" y="23673"/>
                      </a:cubicBezTo>
                      <a:cubicBezTo>
                        <a:pt x="29835" y="17599"/>
                        <a:pt x="30500" y="11836"/>
                        <a:pt x="30145" y="7536"/>
                      </a:cubicBezTo>
                      <a:cubicBezTo>
                        <a:pt x="29835" y="3236"/>
                        <a:pt x="28727" y="443"/>
                        <a:pt x="26865" y="44"/>
                      </a:cubicBezTo>
                      <a:lnTo>
                        <a:pt x="26687" y="0"/>
                      </a:lnTo>
                      <a:cubicBezTo>
                        <a:pt x="25313" y="7359"/>
                        <a:pt x="23540" y="14452"/>
                        <a:pt x="21501" y="21456"/>
                      </a:cubicBezTo>
                      <a:cubicBezTo>
                        <a:pt x="20525" y="24958"/>
                        <a:pt x="19417" y="28416"/>
                        <a:pt x="18309" y="31918"/>
                      </a:cubicBezTo>
                      <a:cubicBezTo>
                        <a:pt x="17289" y="35287"/>
                        <a:pt x="16225" y="38701"/>
                        <a:pt x="15028" y="4246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73" name="Forme libre : forme 26272">
                  <a:extLst>
                    <a:ext uri="{FF2B5EF4-FFF2-40B4-BE49-F238E27FC236}">
                      <a16:creationId xmlns:a16="http://schemas.microsoft.com/office/drawing/2014/main" id="{6E3AF248-9AF5-4443-83ED-DCB8D99DEBD3}"/>
                    </a:ext>
                  </a:extLst>
                </p:cNvPr>
                <p:cNvSpPr/>
                <p:nvPr/>
              </p:nvSpPr>
              <p:spPr>
                <a:xfrm>
                  <a:off x="5882805" y="2209385"/>
                  <a:ext cx="12298" cy="30421"/>
                </a:xfrm>
                <a:custGeom>
                  <a:avLst/>
                  <a:gdLst>
                    <a:gd name="connsiteX0" fmla="*/ 11045 w 12298"/>
                    <a:gd name="connsiteY0" fmla="*/ 26 h 30421"/>
                    <a:gd name="connsiteX1" fmla="*/ 9892 w 12298"/>
                    <a:gd name="connsiteY1" fmla="*/ 16517 h 30421"/>
                    <a:gd name="connsiteX2" fmla="*/ 4972 w 12298"/>
                    <a:gd name="connsiteY2" fmla="*/ 26979 h 30421"/>
                    <a:gd name="connsiteX3" fmla="*/ 804 w 12298"/>
                    <a:gd name="connsiteY3" fmla="*/ 30348 h 30421"/>
                    <a:gd name="connsiteX4" fmla="*/ 273 w 12298"/>
                    <a:gd name="connsiteY4" fmla="*/ 25073 h 30421"/>
                    <a:gd name="connsiteX5" fmla="*/ 3110 w 12298"/>
                    <a:gd name="connsiteY5" fmla="*/ 14212 h 30421"/>
                    <a:gd name="connsiteX6" fmla="*/ 11045 w 12298"/>
                    <a:gd name="connsiteY6" fmla="*/ 26 h 30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298" h="30421">
                      <a:moveTo>
                        <a:pt x="11045" y="26"/>
                      </a:moveTo>
                      <a:cubicBezTo>
                        <a:pt x="12951" y="513"/>
                        <a:pt x="12774" y="7961"/>
                        <a:pt x="9892" y="16517"/>
                      </a:cubicBezTo>
                      <a:cubicBezTo>
                        <a:pt x="8518" y="20817"/>
                        <a:pt x="6612" y="24497"/>
                        <a:pt x="4972" y="26979"/>
                      </a:cubicBezTo>
                      <a:cubicBezTo>
                        <a:pt x="3287" y="29506"/>
                        <a:pt x="1691" y="30747"/>
                        <a:pt x="804" y="30348"/>
                      </a:cubicBezTo>
                      <a:cubicBezTo>
                        <a:pt x="-126" y="29949"/>
                        <a:pt x="-171" y="27999"/>
                        <a:pt x="273" y="25073"/>
                      </a:cubicBezTo>
                      <a:cubicBezTo>
                        <a:pt x="716" y="22147"/>
                        <a:pt x="1780" y="18379"/>
                        <a:pt x="3110" y="14212"/>
                      </a:cubicBezTo>
                      <a:cubicBezTo>
                        <a:pt x="5947" y="6010"/>
                        <a:pt x="9183" y="-462"/>
                        <a:pt x="11045" y="26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74" name="Forme libre : forme 26273">
                  <a:extLst>
                    <a:ext uri="{FF2B5EF4-FFF2-40B4-BE49-F238E27FC236}">
                      <a16:creationId xmlns:a16="http://schemas.microsoft.com/office/drawing/2014/main" id="{105D779A-12DE-463F-B53E-2BFDCBE21E25}"/>
                    </a:ext>
                  </a:extLst>
                </p:cNvPr>
                <p:cNvSpPr/>
                <p:nvPr/>
              </p:nvSpPr>
              <p:spPr>
                <a:xfrm>
                  <a:off x="5882817" y="2218853"/>
                  <a:ext cx="11698" cy="20995"/>
                </a:xfrm>
                <a:custGeom>
                  <a:avLst/>
                  <a:gdLst>
                    <a:gd name="connsiteX0" fmla="*/ 705 w 11698"/>
                    <a:gd name="connsiteY0" fmla="*/ 13299 h 20995"/>
                    <a:gd name="connsiteX1" fmla="*/ 793 w 11698"/>
                    <a:gd name="connsiteY1" fmla="*/ 20924 h 20995"/>
                    <a:gd name="connsiteX2" fmla="*/ 4960 w 11698"/>
                    <a:gd name="connsiteY2" fmla="*/ 17555 h 20995"/>
                    <a:gd name="connsiteX3" fmla="*/ 9881 w 11698"/>
                    <a:gd name="connsiteY3" fmla="*/ 7093 h 20995"/>
                    <a:gd name="connsiteX4" fmla="*/ 11699 w 11698"/>
                    <a:gd name="connsiteY4" fmla="*/ 0 h 20995"/>
                    <a:gd name="connsiteX5" fmla="*/ 10324 w 11698"/>
                    <a:gd name="connsiteY5" fmla="*/ 3768 h 20995"/>
                    <a:gd name="connsiteX6" fmla="*/ 5093 w 11698"/>
                    <a:gd name="connsiteY6" fmla="*/ 11526 h 20995"/>
                    <a:gd name="connsiteX7" fmla="*/ 705 w 11698"/>
                    <a:gd name="connsiteY7" fmla="*/ 13299 h 20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698" h="20995">
                      <a:moveTo>
                        <a:pt x="705" y="13299"/>
                      </a:moveTo>
                      <a:cubicBezTo>
                        <a:pt x="-138" y="17466"/>
                        <a:pt x="-359" y="20392"/>
                        <a:pt x="793" y="20924"/>
                      </a:cubicBezTo>
                      <a:cubicBezTo>
                        <a:pt x="1680" y="21323"/>
                        <a:pt x="3276" y="20038"/>
                        <a:pt x="4960" y="17555"/>
                      </a:cubicBezTo>
                      <a:cubicBezTo>
                        <a:pt x="6601" y="15028"/>
                        <a:pt x="8507" y="11393"/>
                        <a:pt x="9881" y="7093"/>
                      </a:cubicBezTo>
                      <a:cubicBezTo>
                        <a:pt x="10768" y="4610"/>
                        <a:pt x="11344" y="2172"/>
                        <a:pt x="11699" y="0"/>
                      </a:cubicBezTo>
                      <a:cubicBezTo>
                        <a:pt x="11300" y="1286"/>
                        <a:pt x="10856" y="2571"/>
                        <a:pt x="10324" y="3768"/>
                      </a:cubicBezTo>
                      <a:cubicBezTo>
                        <a:pt x="8640" y="7004"/>
                        <a:pt x="6867" y="9797"/>
                        <a:pt x="5093" y="11526"/>
                      </a:cubicBezTo>
                      <a:cubicBezTo>
                        <a:pt x="3320" y="13255"/>
                        <a:pt x="1724" y="14009"/>
                        <a:pt x="705" y="13299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75" name="Forme libre : forme 26274">
                  <a:extLst>
                    <a:ext uri="{FF2B5EF4-FFF2-40B4-BE49-F238E27FC236}">
                      <a16:creationId xmlns:a16="http://schemas.microsoft.com/office/drawing/2014/main" id="{0BE37702-BDC6-48D3-8F1C-A466623E9FA0}"/>
                    </a:ext>
                  </a:extLst>
                </p:cNvPr>
                <p:cNvSpPr/>
                <p:nvPr/>
              </p:nvSpPr>
              <p:spPr>
                <a:xfrm>
                  <a:off x="5884181" y="2207970"/>
                  <a:ext cx="12130" cy="30679"/>
                </a:xfrm>
                <a:custGeom>
                  <a:avLst/>
                  <a:gdLst>
                    <a:gd name="connsiteX0" fmla="*/ 10866 w 12130"/>
                    <a:gd name="connsiteY0" fmla="*/ 21 h 30679"/>
                    <a:gd name="connsiteX1" fmla="*/ 12108 w 12130"/>
                    <a:gd name="connsiteY1" fmla="*/ 5253 h 30679"/>
                    <a:gd name="connsiteX2" fmla="*/ 9802 w 12130"/>
                    <a:gd name="connsiteY2" fmla="*/ 16601 h 30679"/>
                    <a:gd name="connsiteX3" fmla="*/ 4926 w 12130"/>
                    <a:gd name="connsiteY3" fmla="*/ 27152 h 30679"/>
                    <a:gd name="connsiteX4" fmla="*/ 803 w 12130"/>
                    <a:gd name="connsiteY4" fmla="*/ 30610 h 30679"/>
                    <a:gd name="connsiteX5" fmla="*/ 227 w 12130"/>
                    <a:gd name="connsiteY5" fmla="*/ 25290 h 30679"/>
                    <a:gd name="connsiteX6" fmla="*/ 3020 w 12130"/>
                    <a:gd name="connsiteY6" fmla="*/ 14385 h 30679"/>
                    <a:gd name="connsiteX7" fmla="*/ 7231 w 12130"/>
                    <a:gd name="connsiteY7" fmla="*/ 3923 h 30679"/>
                    <a:gd name="connsiteX8" fmla="*/ 10866 w 12130"/>
                    <a:gd name="connsiteY8" fmla="*/ 21 h 30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30" h="30679">
                      <a:moveTo>
                        <a:pt x="10866" y="21"/>
                      </a:moveTo>
                      <a:cubicBezTo>
                        <a:pt x="11797" y="243"/>
                        <a:pt x="12241" y="2238"/>
                        <a:pt x="12108" y="5253"/>
                      </a:cubicBezTo>
                      <a:cubicBezTo>
                        <a:pt x="11930" y="8267"/>
                        <a:pt x="11221" y="12301"/>
                        <a:pt x="9802" y="16601"/>
                      </a:cubicBezTo>
                      <a:cubicBezTo>
                        <a:pt x="8428" y="20901"/>
                        <a:pt x="6655" y="24625"/>
                        <a:pt x="4926" y="27152"/>
                      </a:cubicBezTo>
                      <a:cubicBezTo>
                        <a:pt x="3286" y="29679"/>
                        <a:pt x="1734" y="31009"/>
                        <a:pt x="803" y="30610"/>
                      </a:cubicBezTo>
                      <a:cubicBezTo>
                        <a:pt x="-83" y="30211"/>
                        <a:pt x="-172" y="28260"/>
                        <a:pt x="227" y="25290"/>
                      </a:cubicBezTo>
                      <a:cubicBezTo>
                        <a:pt x="715" y="22364"/>
                        <a:pt x="1690" y="18552"/>
                        <a:pt x="3020" y="14385"/>
                      </a:cubicBezTo>
                      <a:cubicBezTo>
                        <a:pt x="4394" y="10218"/>
                        <a:pt x="5857" y="6538"/>
                        <a:pt x="7231" y="3923"/>
                      </a:cubicBezTo>
                      <a:cubicBezTo>
                        <a:pt x="8605" y="1307"/>
                        <a:pt x="9891" y="-200"/>
                        <a:pt x="10866" y="2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76" name="Forme libre : forme 26275">
                  <a:extLst>
                    <a:ext uri="{FF2B5EF4-FFF2-40B4-BE49-F238E27FC236}">
                      <a16:creationId xmlns:a16="http://schemas.microsoft.com/office/drawing/2014/main" id="{F3CFD45E-914D-47D2-B86D-ADFA92449BD5}"/>
                    </a:ext>
                  </a:extLst>
                </p:cNvPr>
                <p:cNvSpPr/>
                <p:nvPr/>
              </p:nvSpPr>
              <p:spPr>
                <a:xfrm>
                  <a:off x="5874132" y="2216174"/>
                  <a:ext cx="23353" cy="36957"/>
                </a:xfrm>
                <a:custGeom>
                  <a:avLst/>
                  <a:gdLst>
                    <a:gd name="connsiteX0" fmla="*/ 3981 w 23353"/>
                    <a:gd name="connsiteY0" fmla="*/ 36060 h 36957"/>
                    <a:gd name="connsiteX1" fmla="*/ 7439 w 23353"/>
                    <a:gd name="connsiteY1" fmla="*/ 36681 h 36957"/>
                    <a:gd name="connsiteX2" fmla="*/ 17723 w 23353"/>
                    <a:gd name="connsiteY2" fmla="*/ 23027 h 36957"/>
                    <a:gd name="connsiteX3" fmla="*/ 23132 w 23353"/>
                    <a:gd name="connsiteY3" fmla="*/ 6447 h 36957"/>
                    <a:gd name="connsiteX4" fmla="*/ 21624 w 23353"/>
                    <a:gd name="connsiteY4" fmla="*/ 241 h 36957"/>
                    <a:gd name="connsiteX5" fmla="*/ 18433 w 23353"/>
                    <a:gd name="connsiteY5" fmla="*/ 5206 h 36957"/>
                    <a:gd name="connsiteX6" fmla="*/ 10187 w 23353"/>
                    <a:gd name="connsiteY6" fmla="*/ 16820 h 36957"/>
                    <a:gd name="connsiteX7" fmla="*/ 5266 w 23353"/>
                    <a:gd name="connsiteY7" fmla="*/ 21918 h 36957"/>
                    <a:gd name="connsiteX8" fmla="*/ 523 w 23353"/>
                    <a:gd name="connsiteY8" fmla="*/ 29632 h 36957"/>
                    <a:gd name="connsiteX9" fmla="*/ 3981 w 23353"/>
                    <a:gd name="connsiteY9" fmla="*/ 36060 h 36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353" h="36957">
                      <a:moveTo>
                        <a:pt x="3981" y="36060"/>
                      </a:moveTo>
                      <a:cubicBezTo>
                        <a:pt x="4912" y="36681"/>
                        <a:pt x="5887" y="37346"/>
                        <a:pt x="7439" y="36681"/>
                      </a:cubicBezTo>
                      <a:cubicBezTo>
                        <a:pt x="10364" y="35395"/>
                        <a:pt x="14665" y="29410"/>
                        <a:pt x="17723" y="23027"/>
                      </a:cubicBezTo>
                      <a:cubicBezTo>
                        <a:pt x="20250" y="17707"/>
                        <a:pt x="22378" y="11678"/>
                        <a:pt x="23132" y="6447"/>
                      </a:cubicBezTo>
                      <a:cubicBezTo>
                        <a:pt x="23664" y="2501"/>
                        <a:pt x="23265" y="-956"/>
                        <a:pt x="21624" y="241"/>
                      </a:cubicBezTo>
                      <a:cubicBezTo>
                        <a:pt x="20605" y="994"/>
                        <a:pt x="19497" y="3211"/>
                        <a:pt x="18433" y="5206"/>
                      </a:cubicBezTo>
                      <a:cubicBezTo>
                        <a:pt x="15773" y="9860"/>
                        <a:pt x="13024" y="13850"/>
                        <a:pt x="10187" y="16820"/>
                      </a:cubicBezTo>
                      <a:cubicBezTo>
                        <a:pt x="9034" y="18106"/>
                        <a:pt x="7173" y="19835"/>
                        <a:pt x="5266" y="21918"/>
                      </a:cubicBezTo>
                      <a:cubicBezTo>
                        <a:pt x="3449" y="24046"/>
                        <a:pt x="1631" y="26573"/>
                        <a:pt x="523" y="29632"/>
                      </a:cubicBezTo>
                      <a:cubicBezTo>
                        <a:pt x="-1428" y="35173"/>
                        <a:pt x="2607" y="35173"/>
                        <a:pt x="3981" y="3606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77" name="Forme libre : forme 26276">
                  <a:extLst>
                    <a:ext uri="{FF2B5EF4-FFF2-40B4-BE49-F238E27FC236}">
                      <a16:creationId xmlns:a16="http://schemas.microsoft.com/office/drawing/2014/main" id="{3A7D1F34-6603-465E-BB26-3B49E5A34950}"/>
                    </a:ext>
                  </a:extLst>
                </p:cNvPr>
                <p:cNvSpPr/>
                <p:nvPr/>
              </p:nvSpPr>
              <p:spPr>
                <a:xfrm>
                  <a:off x="5877844" y="2232333"/>
                  <a:ext cx="4440" cy="12575"/>
                </a:xfrm>
                <a:custGeom>
                  <a:avLst/>
                  <a:gdLst>
                    <a:gd name="connsiteX0" fmla="*/ 3 w 4440"/>
                    <a:gd name="connsiteY0" fmla="*/ 11523 h 12575"/>
                    <a:gd name="connsiteX1" fmla="*/ 358 w 4440"/>
                    <a:gd name="connsiteY1" fmla="*/ 12542 h 12575"/>
                    <a:gd name="connsiteX2" fmla="*/ 1511 w 4440"/>
                    <a:gd name="connsiteY2" fmla="*/ 11744 h 12575"/>
                    <a:gd name="connsiteX3" fmla="*/ 2486 w 4440"/>
                    <a:gd name="connsiteY3" fmla="*/ 9661 h 12575"/>
                    <a:gd name="connsiteX4" fmla="*/ 4082 w 4440"/>
                    <a:gd name="connsiteY4" fmla="*/ 4252 h 12575"/>
                    <a:gd name="connsiteX5" fmla="*/ 4436 w 4440"/>
                    <a:gd name="connsiteY5" fmla="*/ 2213 h 12575"/>
                    <a:gd name="connsiteX6" fmla="*/ 1688 w 4440"/>
                    <a:gd name="connsiteY6" fmla="*/ 2878 h 12575"/>
                    <a:gd name="connsiteX7" fmla="*/ 3 w 4440"/>
                    <a:gd name="connsiteY7" fmla="*/ 11523 h 12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440" h="12575">
                      <a:moveTo>
                        <a:pt x="3" y="11523"/>
                      </a:moveTo>
                      <a:cubicBezTo>
                        <a:pt x="48" y="12010"/>
                        <a:pt x="92" y="12409"/>
                        <a:pt x="358" y="12542"/>
                      </a:cubicBezTo>
                      <a:cubicBezTo>
                        <a:pt x="624" y="12675"/>
                        <a:pt x="1067" y="12409"/>
                        <a:pt x="1511" y="11744"/>
                      </a:cubicBezTo>
                      <a:cubicBezTo>
                        <a:pt x="1909" y="11168"/>
                        <a:pt x="2264" y="10370"/>
                        <a:pt x="2486" y="9661"/>
                      </a:cubicBezTo>
                      <a:cubicBezTo>
                        <a:pt x="3106" y="7799"/>
                        <a:pt x="3638" y="5981"/>
                        <a:pt x="4082" y="4252"/>
                      </a:cubicBezTo>
                      <a:cubicBezTo>
                        <a:pt x="4259" y="3543"/>
                        <a:pt x="4436" y="2834"/>
                        <a:pt x="4436" y="2213"/>
                      </a:cubicBezTo>
                      <a:cubicBezTo>
                        <a:pt x="4525" y="-314"/>
                        <a:pt x="3151" y="-1378"/>
                        <a:pt x="1688" y="2878"/>
                      </a:cubicBezTo>
                      <a:cubicBezTo>
                        <a:pt x="358" y="6114"/>
                        <a:pt x="-41" y="9661"/>
                        <a:pt x="3" y="1152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78" name="Forme libre : forme 26277">
                  <a:extLst>
                    <a:ext uri="{FF2B5EF4-FFF2-40B4-BE49-F238E27FC236}">
                      <a16:creationId xmlns:a16="http://schemas.microsoft.com/office/drawing/2014/main" id="{4E26472E-8AD4-4231-9A39-C85CE662CF5C}"/>
                    </a:ext>
                  </a:extLst>
                </p:cNvPr>
                <p:cNvSpPr/>
                <p:nvPr/>
              </p:nvSpPr>
              <p:spPr>
                <a:xfrm>
                  <a:off x="5898062" y="2197663"/>
                  <a:ext cx="3413" cy="21057"/>
                </a:xfrm>
                <a:custGeom>
                  <a:avLst/>
                  <a:gdLst>
                    <a:gd name="connsiteX0" fmla="*/ 0 w 3413"/>
                    <a:gd name="connsiteY0" fmla="*/ 0 h 21057"/>
                    <a:gd name="connsiteX1" fmla="*/ 2394 w 3413"/>
                    <a:gd name="connsiteY1" fmla="*/ 2704 h 21057"/>
                    <a:gd name="connsiteX2" fmla="*/ 3413 w 3413"/>
                    <a:gd name="connsiteY2" fmla="*/ 8955 h 21057"/>
                    <a:gd name="connsiteX3" fmla="*/ 2084 w 3413"/>
                    <a:gd name="connsiteY3" fmla="*/ 21057 h 21057"/>
                    <a:gd name="connsiteX4" fmla="*/ 2881 w 3413"/>
                    <a:gd name="connsiteY4" fmla="*/ 12368 h 21057"/>
                    <a:gd name="connsiteX5" fmla="*/ 0 w 3413"/>
                    <a:gd name="connsiteY5" fmla="*/ 0 h 21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13" h="21057">
                      <a:moveTo>
                        <a:pt x="0" y="0"/>
                      </a:moveTo>
                      <a:cubicBezTo>
                        <a:pt x="0" y="0"/>
                        <a:pt x="1374" y="44"/>
                        <a:pt x="2394" y="2704"/>
                      </a:cubicBezTo>
                      <a:cubicBezTo>
                        <a:pt x="2881" y="4034"/>
                        <a:pt x="3325" y="6029"/>
                        <a:pt x="3413" y="8955"/>
                      </a:cubicBezTo>
                      <a:cubicBezTo>
                        <a:pt x="3369" y="11881"/>
                        <a:pt x="3236" y="15871"/>
                        <a:pt x="2084" y="21057"/>
                      </a:cubicBezTo>
                      <a:cubicBezTo>
                        <a:pt x="2084" y="21057"/>
                        <a:pt x="2881" y="17023"/>
                        <a:pt x="2881" y="12368"/>
                      </a:cubicBezTo>
                      <a:cubicBezTo>
                        <a:pt x="3059" y="7714"/>
                        <a:pt x="2217" y="243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79" name="Forme libre : forme 26278">
                  <a:extLst>
                    <a:ext uri="{FF2B5EF4-FFF2-40B4-BE49-F238E27FC236}">
                      <a16:creationId xmlns:a16="http://schemas.microsoft.com/office/drawing/2014/main" id="{C7564596-ED3E-4487-948E-EB3ECBB203B3}"/>
                    </a:ext>
                  </a:extLst>
                </p:cNvPr>
                <p:cNvSpPr/>
                <p:nvPr/>
              </p:nvSpPr>
              <p:spPr>
                <a:xfrm>
                  <a:off x="5869841" y="2236319"/>
                  <a:ext cx="5080" cy="22121"/>
                </a:xfrm>
                <a:custGeom>
                  <a:avLst/>
                  <a:gdLst>
                    <a:gd name="connsiteX0" fmla="*/ 5080 w 5080"/>
                    <a:gd name="connsiteY0" fmla="*/ 0 h 22121"/>
                    <a:gd name="connsiteX1" fmla="*/ 4016 w 5080"/>
                    <a:gd name="connsiteY1" fmla="*/ 2793 h 22121"/>
                    <a:gd name="connsiteX2" fmla="*/ 1755 w 5080"/>
                    <a:gd name="connsiteY2" fmla="*/ 9177 h 22121"/>
                    <a:gd name="connsiteX3" fmla="*/ 71 w 5080"/>
                    <a:gd name="connsiteY3" fmla="*/ 16447 h 22121"/>
                    <a:gd name="connsiteX4" fmla="*/ 1135 w 5080"/>
                    <a:gd name="connsiteY4" fmla="*/ 22121 h 22121"/>
                    <a:gd name="connsiteX5" fmla="*/ 736 w 5080"/>
                    <a:gd name="connsiteY5" fmla="*/ 16979 h 22121"/>
                    <a:gd name="connsiteX6" fmla="*/ 1888 w 5080"/>
                    <a:gd name="connsiteY6" fmla="*/ 10196 h 22121"/>
                    <a:gd name="connsiteX7" fmla="*/ 5080 w 5080"/>
                    <a:gd name="connsiteY7" fmla="*/ 0 h 22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80" h="22121">
                      <a:moveTo>
                        <a:pt x="5080" y="0"/>
                      </a:moveTo>
                      <a:cubicBezTo>
                        <a:pt x="5080" y="0"/>
                        <a:pt x="4681" y="1020"/>
                        <a:pt x="4016" y="2793"/>
                      </a:cubicBezTo>
                      <a:cubicBezTo>
                        <a:pt x="3396" y="4522"/>
                        <a:pt x="2465" y="6738"/>
                        <a:pt x="1755" y="9177"/>
                      </a:cubicBezTo>
                      <a:cubicBezTo>
                        <a:pt x="1046" y="11615"/>
                        <a:pt x="248" y="14097"/>
                        <a:pt x="71" y="16447"/>
                      </a:cubicBezTo>
                      <a:cubicBezTo>
                        <a:pt x="-107" y="18752"/>
                        <a:pt x="-18" y="20747"/>
                        <a:pt x="1135" y="22121"/>
                      </a:cubicBezTo>
                      <a:cubicBezTo>
                        <a:pt x="1135" y="22121"/>
                        <a:pt x="514" y="20525"/>
                        <a:pt x="736" y="16979"/>
                      </a:cubicBezTo>
                      <a:cubicBezTo>
                        <a:pt x="824" y="15206"/>
                        <a:pt x="1179" y="12989"/>
                        <a:pt x="1888" y="10196"/>
                      </a:cubicBezTo>
                      <a:cubicBezTo>
                        <a:pt x="2509" y="7359"/>
                        <a:pt x="3662" y="4079"/>
                        <a:pt x="508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80" name="Forme libre : forme 26279">
                  <a:extLst>
                    <a:ext uri="{FF2B5EF4-FFF2-40B4-BE49-F238E27FC236}">
                      <a16:creationId xmlns:a16="http://schemas.microsoft.com/office/drawing/2014/main" id="{0D4F26F2-2B91-46D5-8B99-B9C315FF3FF2}"/>
                    </a:ext>
                  </a:extLst>
                </p:cNvPr>
                <p:cNvSpPr/>
                <p:nvPr/>
              </p:nvSpPr>
              <p:spPr>
                <a:xfrm>
                  <a:off x="5886321" y="2215603"/>
                  <a:ext cx="4922" cy="11176"/>
                </a:xfrm>
                <a:custGeom>
                  <a:avLst/>
                  <a:gdLst>
                    <a:gd name="connsiteX0" fmla="*/ 4825 w 4922"/>
                    <a:gd name="connsiteY0" fmla="*/ 191 h 11176"/>
                    <a:gd name="connsiteX1" fmla="*/ 3185 w 4922"/>
                    <a:gd name="connsiteY1" fmla="*/ 7107 h 11176"/>
                    <a:gd name="connsiteX2" fmla="*/ 81 w 4922"/>
                    <a:gd name="connsiteY2" fmla="*/ 10964 h 11176"/>
                    <a:gd name="connsiteX3" fmla="*/ 1855 w 4922"/>
                    <a:gd name="connsiteY3" fmla="*/ 4137 h 11176"/>
                    <a:gd name="connsiteX4" fmla="*/ 4825 w 4922"/>
                    <a:gd name="connsiteY4" fmla="*/ 191 h 11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2" h="11176">
                      <a:moveTo>
                        <a:pt x="4825" y="191"/>
                      </a:moveTo>
                      <a:cubicBezTo>
                        <a:pt x="5179" y="989"/>
                        <a:pt x="4559" y="4137"/>
                        <a:pt x="3185" y="7107"/>
                      </a:cubicBezTo>
                      <a:cubicBezTo>
                        <a:pt x="1810" y="10077"/>
                        <a:pt x="436" y="11806"/>
                        <a:pt x="81" y="10964"/>
                      </a:cubicBezTo>
                      <a:cubicBezTo>
                        <a:pt x="-273" y="10121"/>
                        <a:pt x="569" y="7107"/>
                        <a:pt x="1855" y="4137"/>
                      </a:cubicBezTo>
                      <a:cubicBezTo>
                        <a:pt x="3096" y="1166"/>
                        <a:pt x="4426" y="-607"/>
                        <a:pt x="4825" y="19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81" name="Forme libre : forme 26280">
                  <a:extLst>
                    <a:ext uri="{FF2B5EF4-FFF2-40B4-BE49-F238E27FC236}">
                      <a16:creationId xmlns:a16="http://schemas.microsoft.com/office/drawing/2014/main" id="{31B87368-FE97-421B-84B7-96EB817C9157}"/>
                    </a:ext>
                  </a:extLst>
                </p:cNvPr>
                <p:cNvSpPr/>
                <p:nvPr/>
              </p:nvSpPr>
              <p:spPr>
                <a:xfrm>
                  <a:off x="5890149" y="2214057"/>
                  <a:ext cx="1374" cy="3201"/>
                </a:xfrm>
                <a:custGeom>
                  <a:avLst/>
                  <a:gdLst>
                    <a:gd name="connsiteX0" fmla="*/ 1175 w 1374"/>
                    <a:gd name="connsiteY0" fmla="*/ 8 h 3201"/>
                    <a:gd name="connsiteX1" fmla="*/ 1175 w 1374"/>
                    <a:gd name="connsiteY1" fmla="*/ 1737 h 3201"/>
                    <a:gd name="connsiteX2" fmla="*/ 199 w 1374"/>
                    <a:gd name="connsiteY2" fmla="*/ 3200 h 3201"/>
                    <a:gd name="connsiteX3" fmla="*/ 199 w 1374"/>
                    <a:gd name="connsiteY3" fmla="*/ 1471 h 3201"/>
                    <a:gd name="connsiteX4" fmla="*/ 1175 w 1374"/>
                    <a:gd name="connsiteY4" fmla="*/ 8 h 3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4" h="3201">
                      <a:moveTo>
                        <a:pt x="1175" y="8"/>
                      </a:moveTo>
                      <a:cubicBezTo>
                        <a:pt x="1441" y="97"/>
                        <a:pt x="1441" y="850"/>
                        <a:pt x="1175" y="1737"/>
                      </a:cubicBezTo>
                      <a:cubicBezTo>
                        <a:pt x="909" y="2623"/>
                        <a:pt x="466" y="3244"/>
                        <a:pt x="199" y="3200"/>
                      </a:cubicBezTo>
                      <a:cubicBezTo>
                        <a:pt x="-66" y="3155"/>
                        <a:pt x="-66" y="2357"/>
                        <a:pt x="199" y="1471"/>
                      </a:cubicBezTo>
                      <a:cubicBezTo>
                        <a:pt x="466" y="584"/>
                        <a:pt x="909" y="-81"/>
                        <a:pt x="1175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82" name="Forme libre : forme 26281">
                  <a:extLst>
                    <a:ext uri="{FF2B5EF4-FFF2-40B4-BE49-F238E27FC236}">
                      <a16:creationId xmlns:a16="http://schemas.microsoft.com/office/drawing/2014/main" id="{AD7BEDDA-ABF7-4488-94FF-597075A55EF0}"/>
                    </a:ext>
                  </a:extLst>
                </p:cNvPr>
                <p:cNvSpPr/>
                <p:nvPr/>
              </p:nvSpPr>
              <p:spPr>
                <a:xfrm>
                  <a:off x="5881220" y="2200005"/>
                  <a:ext cx="15022" cy="25141"/>
                </a:xfrm>
                <a:custGeom>
                  <a:avLst/>
                  <a:gdLst>
                    <a:gd name="connsiteX0" fmla="*/ 9305 w 15022"/>
                    <a:gd name="connsiteY0" fmla="*/ 1514 h 25141"/>
                    <a:gd name="connsiteX1" fmla="*/ 14137 w 15022"/>
                    <a:gd name="connsiteY1" fmla="*/ 229 h 25141"/>
                    <a:gd name="connsiteX2" fmla="*/ 14935 w 15022"/>
                    <a:gd name="connsiteY2" fmla="*/ 2844 h 25141"/>
                    <a:gd name="connsiteX3" fmla="*/ 13251 w 15022"/>
                    <a:gd name="connsiteY3" fmla="*/ 6125 h 25141"/>
                    <a:gd name="connsiteX4" fmla="*/ 7443 w 15022"/>
                    <a:gd name="connsiteY4" fmla="*/ 12109 h 25141"/>
                    <a:gd name="connsiteX5" fmla="*/ 3542 w 15022"/>
                    <a:gd name="connsiteY5" fmla="*/ 20444 h 25141"/>
                    <a:gd name="connsiteX6" fmla="*/ 40 w 15022"/>
                    <a:gd name="connsiteY6" fmla="*/ 24655 h 25141"/>
                    <a:gd name="connsiteX7" fmla="*/ 1902 w 15022"/>
                    <a:gd name="connsiteY7" fmla="*/ 16277 h 25141"/>
                    <a:gd name="connsiteX8" fmla="*/ 5049 w 15022"/>
                    <a:gd name="connsiteY8" fmla="*/ 7765 h 25141"/>
                    <a:gd name="connsiteX9" fmla="*/ 9305 w 15022"/>
                    <a:gd name="connsiteY9" fmla="*/ 1514 h 25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022" h="25141">
                      <a:moveTo>
                        <a:pt x="9305" y="1514"/>
                      </a:moveTo>
                      <a:cubicBezTo>
                        <a:pt x="11078" y="-126"/>
                        <a:pt x="12719" y="-215"/>
                        <a:pt x="14137" y="229"/>
                      </a:cubicBezTo>
                      <a:cubicBezTo>
                        <a:pt x="14669" y="406"/>
                        <a:pt x="15246" y="1071"/>
                        <a:pt x="14935" y="2844"/>
                      </a:cubicBezTo>
                      <a:cubicBezTo>
                        <a:pt x="14669" y="4485"/>
                        <a:pt x="13871" y="5593"/>
                        <a:pt x="13251" y="6125"/>
                      </a:cubicBezTo>
                      <a:cubicBezTo>
                        <a:pt x="11300" y="7898"/>
                        <a:pt x="9394" y="8652"/>
                        <a:pt x="7443" y="12109"/>
                      </a:cubicBezTo>
                      <a:cubicBezTo>
                        <a:pt x="6778" y="13173"/>
                        <a:pt x="5182" y="17163"/>
                        <a:pt x="3542" y="20444"/>
                      </a:cubicBezTo>
                      <a:cubicBezTo>
                        <a:pt x="1858" y="23680"/>
                        <a:pt x="262" y="26251"/>
                        <a:pt x="40" y="24655"/>
                      </a:cubicBezTo>
                      <a:cubicBezTo>
                        <a:pt x="-226" y="23059"/>
                        <a:pt x="882" y="19734"/>
                        <a:pt x="1902" y="16277"/>
                      </a:cubicBezTo>
                      <a:cubicBezTo>
                        <a:pt x="3055" y="12819"/>
                        <a:pt x="4385" y="9361"/>
                        <a:pt x="5049" y="7765"/>
                      </a:cubicBezTo>
                      <a:cubicBezTo>
                        <a:pt x="6468" y="4883"/>
                        <a:pt x="7975" y="2756"/>
                        <a:pt x="9305" y="151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75" name="Graphique 2">
                <a:extLst>
                  <a:ext uri="{FF2B5EF4-FFF2-40B4-BE49-F238E27FC236}">
                    <a16:creationId xmlns:a16="http://schemas.microsoft.com/office/drawing/2014/main" id="{6B41F13E-AEA5-4A4B-B9DB-40293F36C44C}"/>
                  </a:ext>
                </a:extLst>
              </p:cNvPr>
              <p:cNvGrpSpPr/>
              <p:nvPr/>
            </p:nvGrpSpPr>
            <p:grpSpPr>
              <a:xfrm>
                <a:off x="5890456" y="2125312"/>
                <a:ext cx="22477" cy="70446"/>
                <a:chOff x="5890456" y="2125312"/>
                <a:chExt cx="22477" cy="70446"/>
              </a:xfrm>
              <a:solidFill>
                <a:schemeClr val="accent1"/>
              </a:solidFill>
            </p:grpSpPr>
            <p:sp>
              <p:nvSpPr>
                <p:cNvPr id="26259" name="Forme libre : forme 26258">
                  <a:extLst>
                    <a:ext uri="{FF2B5EF4-FFF2-40B4-BE49-F238E27FC236}">
                      <a16:creationId xmlns:a16="http://schemas.microsoft.com/office/drawing/2014/main" id="{905C236B-4D76-4D37-A496-C89320A5416B}"/>
                    </a:ext>
                  </a:extLst>
                </p:cNvPr>
                <p:cNvSpPr/>
                <p:nvPr/>
              </p:nvSpPr>
              <p:spPr>
                <a:xfrm>
                  <a:off x="5890456" y="2125312"/>
                  <a:ext cx="22477" cy="70438"/>
                </a:xfrm>
                <a:custGeom>
                  <a:avLst/>
                  <a:gdLst>
                    <a:gd name="connsiteX0" fmla="*/ 22235 w 22477"/>
                    <a:gd name="connsiteY0" fmla="*/ 22966 h 70438"/>
                    <a:gd name="connsiteX1" fmla="*/ 19265 w 22477"/>
                    <a:gd name="connsiteY1" fmla="*/ 49343 h 70438"/>
                    <a:gd name="connsiteX2" fmla="*/ 14743 w 22477"/>
                    <a:gd name="connsiteY2" fmla="*/ 64814 h 70438"/>
                    <a:gd name="connsiteX3" fmla="*/ 8803 w 22477"/>
                    <a:gd name="connsiteY3" fmla="*/ 70400 h 70438"/>
                    <a:gd name="connsiteX4" fmla="*/ 3749 w 22477"/>
                    <a:gd name="connsiteY4" fmla="*/ 69380 h 70438"/>
                    <a:gd name="connsiteX5" fmla="*/ 779 w 22477"/>
                    <a:gd name="connsiteY5" fmla="*/ 46772 h 70438"/>
                    <a:gd name="connsiteX6" fmla="*/ 3705 w 22477"/>
                    <a:gd name="connsiteY6" fmla="*/ 21414 h 70438"/>
                    <a:gd name="connsiteX7" fmla="*/ 11950 w 22477"/>
                    <a:gd name="connsiteY7" fmla="*/ 2 h 70438"/>
                    <a:gd name="connsiteX8" fmla="*/ 17049 w 22477"/>
                    <a:gd name="connsiteY8" fmla="*/ 268 h 70438"/>
                    <a:gd name="connsiteX9" fmla="*/ 22235 w 22477"/>
                    <a:gd name="connsiteY9" fmla="*/ 22966 h 70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477" h="70438">
                      <a:moveTo>
                        <a:pt x="22235" y="22966"/>
                      </a:moveTo>
                      <a:cubicBezTo>
                        <a:pt x="21482" y="31743"/>
                        <a:pt x="20551" y="40565"/>
                        <a:pt x="19265" y="49343"/>
                      </a:cubicBezTo>
                      <a:cubicBezTo>
                        <a:pt x="18423" y="55505"/>
                        <a:pt x="16694" y="61002"/>
                        <a:pt x="14743" y="64814"/>
                      </a:cubicBezTo>
                      <a:cubicBezTo>
                        <a:pt x="12749" y="68627"/>
                        <a:pt x="10621" y="70755"/>
                        <a:pt x="8803" y="70400"/>
                      </a:cubicBezTo>
                      <a:lnTo>
                        <a:pt x="3749" y="69380"/>
                      </a:lnTo>
                      <a:cubicBezTo>
                        <a:pt x="70" y="68582"/>
                        <a:pt x="-861" y="58519"/>
                        <a:pt x="779" y="46772"/>
                      </a:cubicBezTo>
                      <a:cubicBezTo>
                        <a:pt x="2020" y="38393"/>
                        <a:pt x="2951" y="29926"/>
                        <a:pt x="3705" y="21414"/>
                      </a:cubicBezTo>
                      <a:cubicBezTo>
                        <a:pt x="4769" y="9489"/>
                        <a:pt x="8271" y="-175"/>
                        <a:pt x="11950" y="2"/>
                      </a:cubicBezTo>
                      <a:lnTo>
                        <a:pt x="17049" y="268"/>
                      </a:lnTo>
                      <a:cubicBezTo>
                        <a:pt x="20728" y="401"/>
                        <a:pt x="23299" y="10597"/>
                        <a:pt x="22235" y="2296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60" name="Forme libre : forme 26259">
                  <a:extLst>
                    <a:ext uri="{FF2B5EF4-FFF2-40B4-BE49-F238E27FC236}">
                      <a16:creationId xmlns:a16="http://schemas.microsoft.com/office/drawing/2014/main" id="{58CECDEC-F090-4066-8A31-E23434B29056}"/>
                    </a:ext>
                  </a:extLst>
                </p:cNvPr>
                <p:cNvSpPr/>
                <p:nvPr/>
              </p:nvSpPr>
              <p:spPr>
                <a:xfrm>
                  <a:off x="5897087" y="2125492"/>
                  <a:ext cx="15846" cy="70267"/>
                </a:xfrm>
                <a:custGeom>
                  <a:avLst/>
                  <a:gdLst>
                    <a:gd name="connsiteX0" fmla="*/ 7182 w 15846"/>
                    <a:gd name="connsiteY0" fmla="*/ 43710 h 70267"/>
                    <a:gd name="connsiteX1" fmla="*/ 4788 w 15846"/>
                    <a:gd name="connsiteY1" fmla="*/ 58739 h 70267"/>
                    <a:gd name="connsiteX2" fmla="*/ 0 w 15846"/>
                    <a:gd name="connsiteY2" fmla="*/ 69777 h 70267"/>
                    <a:gd name="connsiteX3" fmla="*/ 2172 w 15846"/>
                    <a:gd name="connsiteY3" fmla="*/ 70220 h 70267"/>
                    <a:gd name="connsiteX4" fmla="*/ 8113 w 15846"/>
                    <a:gd name="connsiteY4" fmla="*/ 64635 h 70267"/>
                    <a:gd name="connsiteX5" fmla="*/ 12634 w 15846"/>
                    <a:gd name="connsiteY5" fmla="*/ 49163 h 70267"/>
                    <a:gd name="connsiteX6" fmla="*/ 15604 w 15846"/>
                    <a:gd name="connsiteY6" fmla="*/ 22786 h 70267"/>
                    <a:gd name="connsiteX7" fmla="*/ 10418 w 15846"/>
                    <a:gd name="connsiteY7" fmla="*/ 0 h 70267"/>
                    <a:gd name="connsiteX8" fmla="*/ 10240 w 15846"/>
                    <a:gd name="connsiteY8" fmla="*/ 0 h 70267"/>
                    <a:gd name="connsiteX9" fmla="*/ 7182 w 15846"/>
                    <a:gd name="connsiteY9" fmla="*/ 43710 h 70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846" h="70267">
                      <a:moveTo>
                        <a:pt x="7182" y="43710"/>
                      </a:moveTo>
                      <a:cubicBezTo>
                        <a:pt x="6871" y="48897"/>
                        <a:pt x="6073" y="54172"/>
                        <a:pt x="4788" y="58739"/>
                      </a:cubicBezTo>
                      <a:cubicBezTo>
                        <a:pt x="3591" y="63305"/>
                        <a:pt x="1773" y="67206"/>
                        <a:pt x="0" y="69777"/>
                      </a:cubicBezTo>
                      <a:lnTo>
                        <a:pt x="2172" y="70220"/>
                      </a:lnTo>
                      <a:cubicBezTo>
                        <a:pt x="3990" y="70619"/>
                        <a:pt x="6162" y="68447"/>
                        <a:pt x="8113" y="64635"/>
                      </a:cubicBezTo>
                      <a:cubicBezTo>
                        <a:pt x="10019" y="60822"/>
                        <a:pt x="11792" y="55325"/>
                        <a:pt x="12634" y="49163"/>
                      </a:cubicBezTo>
                      <a:cubicBezTo>
                        <a:pt x="13920" y="40386"/>
                        <a:pt x="14807" y="31564"/>
                        <a:pt x="15604" y="22786"/>
                      </a:cubicBezTo>
                      <a:cubicBezTo>
                        <a:pt x="16668" y="10418"/>
                        <a:pt x="14097" y="177"/>
                        <a:pt x="10418" y="0"/>
                      </a:cubicBezTo>
                      <a:lnTo>
                        <a:pt x="10240" y="0"/>
                      </a:lnTo>
                      <a:cubicBezTo>
                        <a:pt x="9841" y="14940"/>
                        <a:pt x="7891" y="28992"/>
                        <a:pt x="7182" y="43710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61" name="Forme libre : forme 26260">
                  <a:extLst>
                    <a:ext uri="{FF2B5EF4-FFF2-40B4-BE49-F238E27FC236}">
                      <a16:creationId xmlns:a16="http://schemas.microsoft.com/office/drawing/2014/main" id="{16772C96-5A06-496F-B8E2-86E4DA92A032}"/>
                    </a:ext>
                  </a:extLst>
                </p:cNvPr>
                <p:cNvSpPr/>
                <p:nvPr/>
              </p:nvSpPr>
              <p:spPr>
                <a:xfrm>
                  <a:off x="5899162" y="2139853"/>
                  <a:ext cx="7746" cy="31883"/>
                </a:xfrm>
                <a:custGeom>
                  <a:avLst/>
                  <a:gdLst>
                    <a:gd name="connsiteX0" fmla="*/ 5327 w 7746"/>
                    <a:gd name="connsiteY0" fmla="*/ 2 h 31883"/>
                    <a:gd name="connsiteX1" fmla="*/ 7411 w 7746"/>
                    <a:gd name="connsiteY1" fmla="*/ 16316 h 31883"/>
                    <a:gd name="connsiteX2" fmla="*/ 2003 w 7746"/>
                    <a:gd name="connsiteY2" fmla="*/ 31876 h 31883"/>
                    <a:gd name="connsiteX3" fmla="*/ 407 w 7746"/>
                    <a:gd name="connsiteY3" fmla="*/ 15606 h 31883"/>
                    <a:gd name="connsiteX4" fmla="*/ 5327 w 7746"/>
                    <a:gd name="connsiteY4" fmla="*/ 2 h 31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6" h="31883">
                      <a:moveTo>
                        <a:pt x="5327" y="2"/>
                      </a:moveTo>
                      <a:cubicBezTo>
                        <a:pt x="7234" y="135"/>
                        <a:pt x="8342" y="7449"/>
                        <a:pt x="7411" y="16316"/>
                      </a:cubicBezTo>
                      <a:cubicBezTo>
                        <a:pt x="6525" y="25182"/>
                        <a:pt x="3953" y="32142"/>
                        <a:pt x="2003" y="31876"/>
                      </a:cubicBezTo>
                      <a:cubicBezTo>
                        <a:pt x="96" y="31610"/>
                        <a:pt x="-480" y="24340"/>
                        <a:pt x="407" y="15606"/>
                      </a:cubicBezTo>
                      <a:cubicBezTo>
                        <a:pt x="1338" y="6873"/>
                        <a:pt x="3333" y="-131"/>
                        <a:pt x="5327" y="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62" name="Forme libre : forme 26261">
                  <a:extLst>
                    <a:ext uri="{FF2B5EF4-FFF2-40B4-BE49-F238E27FC236}">
                      <a16:creationId xmlns:a16="http://schemas.microsoft.com/office/drawing/2014/main" id="{5B61D410-BA46-4B3F-8F3D-96C4DE5B14DC}"/>
                    </a:ext>
                  </a:extLst>
                </p:cNvPr>
                <p:cNvSpPr/>
                <p:nvPr/>
              </p:nvSpPr>
              <p:spPr>
                <a:xfrm>
                  <a:off x="5899126" y="2148987"/>
                  <a:ext cx="7740" cy="22793"/>
                </a:xfrm>
                <a:custGeom>
                  <a:avLst/>
                  <a:gdLst>
                    <a:gd name="connsiteX0" fmla="*/ 0 w 7740"/>
                    <a:gd name="connsiteY0" fmla="*/ 15427 h 22793"/>
                    <a:gd name="connsiteX1" fmla="*/ 1995 w 7740"/>
                    <a:gd name="connsiteY1" fmla="*/ 22786 h 22793"/>
                    <a:gd name="connsiteX2" fmla="*/ 7403 w 7740"/>
                    <a:gd name="connsiteY2" fmla="*/ 7226 h 22793"/>
                    <a:gd name="connsiteX3" fmla="*/ 7714 w 7740"/>
                    <a:gd name="connsiteY3" fmla="*/ 0 h 22793"/>
                    <a:gd name="connsiteX4" fmla="*/ 7093 w 7740"/>
                    <a:gd name="connsiteY4" fmla="*/ 3945 h 22793"/>
                    <a:gd name="connsiteX5" fmla="*/ 0 w 7740"/>
                    <a:gd name="connsiteY5" fmla="*/ 15427 h 22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740" h="22793">
                      <a:moveTo>
                        <a:pt x="0" y="15427"/>
                      </a:moveTo>
                      <a:cubicBezTo>
                        <a:pt x="133" y="19683"/>
                        <a:pt x="798" y="22609"/>
                        <a:pt x="1995" y="22786"/>
                      </a:cubicBezTo>
                      <a:cubicBezTo>
                        <a:pt x="3946" y="23052"/>
                        <a:pt x="6517" y="16092"/>
                        <a:pt x="7403" y="7226"/>
                      </a:cubicBezTo>
                      <a:cubicBezTo>
                        <a:pt x="7669" y="4610"/>
                        <a:pt x="7802" y="2172"/>
                        <a:pt x="7714" y="0"/>
                      </a:cubicBezTo>
                      <a:cubicBezTo>
                        <a:pt x="7581" y="1330"/>
                        <a:pt x="7359" y="2660"/>
                        <a:pt x="7093" y="3945"/>
                      </a:cubicBezTo>
                      <a:cubicBezTo>
                        <a:pt x="5408" y="10905"/>
                        <a:pt x="2305" y="16225"/>
                        <a:pt x="0" y="15427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63" name="Forme libre : forme 26262">
                  <a:extLst>
                    <a:ext uri="{FF2B5EF4-FFF2-40B4-BE49-F238E27FC236}">
                      <a16:creationId xmlns:a16="http://schemas.microsoft.com/office/drawing/2014/main" id="{DDD9742E-75FB-421E-9E7C-684C1FA5446A}"/>
                    </a:ext>
                  </a:extLst>
                </p:cNvPr>
                <p:cNvSpPr/>
                <p:nvPr/>
              </p:nvSpPr>
              <p:spPr>
                <a:xfrm>
                  <a:off x="5900094" y="2138302"/>
                  <a:ext cx="7725" cy="31971"/>
                </a:xfrm>
                <a:custGeom>
                  <a:avLst/>
                  <a:gdLst>
                    <a:gd name="connsiteX0" fmla="*/ 5282 w 7725"/>
                    <a:gd name="connsiteY0" fmla="*/ 2 h 31971"/>
                    <a:gd name="connsiteX1" fmla="*/ 7410 w 7725"/>
                    <a:gd name="connsiteY1" fmla="*/ 16360 h 31971"/>
                    <a:gd name="connsiteX2" fmla="*/ 2046 w 7725"/>
                    <a:gd name="connsiteY2" fmla="*/ 31964 h 31971"/>
                    <a:gd name="connsiteX3" fmla="*/ 405 w 7725"/>
                    <a:gd name="connsiteY3" fmla="*/ 15651 h 31971"/>
                    <a:gd name="connsiteX4" fmla="*/ 5282 w 7725"/>
                    <a:gd name="connsiteY4" fmla="*/ 2 h 31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25" h="31971">
                      <a:moveTo>
                        <a:pt x="5282" y="2"/>
                      </a:moveTo>
                      <a:cubicBezTo>
                        <a:pt x="7232" y="135"/>
                        <a:pt x="8296" y="7449"/>
                        <a:pt x="7410" y="16360"/>
                      </a:cubicBezTo>
                      <a:cubicBezTo>
                        <a:pt x="6523" y="25270"/>
                        <a:pt x="3996" y="32230"/>
                        <a:pt x="2046" y="31964"/>
                      </a:cubicBezTo>
                      <a:cubicBezTo>
                        <a:pt x="95" y="31698"/>
                        <a:pt x="-481" y="24428"/>
                        <a:pt x="405" y="15651"/>
                      </a:cubicBezTo>
                      <a:cubicBezTo>
                        <a:pt x="1292" y="6873"/>
                        <a:pt x="3331" y="-131"/>
                        <a:pt x="5282" y="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64" name="Forme libre : forme 26263">
                  <a:extLst>
                    <a:ext uri="{FF2B5EF4-FFF2-40B4-BE49-F238E27FC236}">
                      <a16:creationId xmlns:a16="http://schemas.microsoft.com/office/drawing/2014/main" id="{ABEE5187-458F-4535-9C8E-83DD876AFF6A}"/>
                    </a:ext>
                  </a:extLst>
                </p:cNvPr>
                <p:cNvSpPr/>
                <p:nvPr/>
              </p:nvSpPr>
              <p:spPr>
                <a:xfrm>
                  <a:off x="5894369" y="2145975"/>
                  <a:ext cx="15975" cy="39545"/>
                </a:xfrm>
                <a:custGeom>
                  <a:avLst/>
                  <a:gdLst>
                    <a:gd name="connsiteX0" fmla="*/ 5155 w 15975"/>
                    <a:gd name="connsiteY0" fmla="*/ 39275 h 39545"/>
                    <a:gd name="connsiteX1" fmla="*/ 8569 w 15975"/>
                    <a:gd name="connsiteY1" fmla="*/ 38743 h 39545"/>
                    <a:gd name="connsiteX2" fmla="*/ 14465 w 15975"/>
                    <a:gd name="connsiteY2" fmla="*/ 23094 h 39545"/>
                    <a:gd name="connsiteX3" fmla="*/ 15884 w 15975"/>
                    <a:gd name="connsiteY3" fmla="*/ 6071 h 39545"/>
                    <a:gd name="connsiteX4" fmla="*/ 13224 w 15975"/>
                    <a:gd name="connsiteY4" fmla="*/ 352 h 39545"/>
                    <a:gd name="connsiteX5" fmla="*/ 11096 w 15975"/>
                    <a:gd name="connsiteY5" fmla="*/ 5805 h 39545"/>
                    <a:gd name="connsiteX6" fmla="*/ 5776 w 15975"/>
                    <a:gd name="connsiteY6" fmla="*/ 18971 h 39545"/>
                    <a:gd name="connsiteX7" fmla="*/ 13 w 15975"/>
                    <a:gd name="connsiteY7" fmla="*/ 34177 h 39545"/>
                    <a:gd name="connsiteX8" fmla="*/ 5155 w 15975"/>
                    <a:gd name="connsiteY8" fmla="*/ 39275 h 39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975" h="39545">
                      <a:moveTo>
                        <a:pt x="5155" y="39275"/>
                      </a:moveTo>
                      <a:cubicBezTo>
                        <a:pt x="6219" y="39585"/>
                        <a:pt x="7328" y="39851"/>
                        <a:pt x="8569" y="38743"/>
                      </a:cubicBezTo>
                      <a:cubicBezTo>
                        <a:pt x="10963" y="36615"/>
                        <a:pt x="13135" y="29832"/>
                        <a:pt x="14465" y="23094"/>
                      </a:cubicBezTo>
                      <a:cubicBezTo>
                        <a:pt x="15529" y="17464"/>
                        <a:pt x="16238" y="11302"/>
                        <a:pt x="15884" y="6071"/>
                      </a:cubicBezTo>
                      <a:cubicBezTo>
                        <a:pt x="15662" y="2214"/>
                        <a:pt x="14554" y="-1111"/>
                        <a:pt x="13224" y="352"/>
                      </a:cubicBezTo>
                      <a:cubicBezTo>
                        <a:pt x="12381" y="1239"/>
                        <a:pt x="11761" y="3677"/>
                        <a:pt x="11096" y="5805"/>
                      </a:cubicBezTo>
                      <a:cubicBezTo>
                        <a:pt x="9544" y="10903"/>
                        <a:pt x="7727" y="15380"/>
                        <a:pt x="5776" y="18971"/>
                      </a:cubicBezTo>
                      <a:cubicBezTo>
                        <a:pt x="4136" y="22074"/>
                        <a:pt x="235" y="27527"/>
                        <a:pt x="13" y="34177"/>
                      </a:cubicBezTo>
                      <a:cubicBezTo>
                        <a:pt x="-253" y="40206"/>
                        <a:pt x="3648" y="38876"/>
                        <a:pt x="5155" y="3927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65" name="Forme libre : forme 26264">
                  <a:extLst>
                    <a:ext uri="{FF2B5EF4-FFF2-40B4-BE49-F238E27FC236}">
                      <a16:creationId xmlns:a16="http://schemas.microsoft.com/office/drawing/2014/main" id="{B02FD86F-8D4D-460F-A6B7-5014FA44F255}"/>
                    </a:ext>
                  </a:extLst>
                </p:cNvPr>
                <p:cNvSpPr/>
                <p:nvPr/>
              </p:nvSpPr>
              <p:spPr>
                <a:xfrm>
                  <a:off x="5895898" y="2165096"/>
                  <a:ext cx="2802" cy="13152"/>
                </a:xfrm>
                <a:custGeom>
                  <a:avLst/>
                  <a:gdLst>
                    <a:gd name="connsiteX0" fmla="*/ 923 w 2802"/>
                    <a:gd name="connsiteY0" fmla="*/ 12263 h 13152"/>
                    <a:gd name="connsiteX1" fmla="*/ 1543 w 2802"/>
                    <a:gd name="connsiteY1" fmla="*/ 13149 h 13152"/>
                    <a:gd name="connsiteX2" fmla="*/ 2386 w 2802"/>
                    <a:gd name="connsiteY2" fmla="*/ 12041 h 13152"/>
                    <a:gd name="connsiteX3" fmla="*/ 2696 w 2802"/>
                    <a:gd name="connsiteY3" fmla="*/ 9736 h 13152"/>
                    <a:gd name="connsiteX4" fmla="*/ 2785 w 2802"/>
                    <a:gd name="connsiteY4" fmla="*/ 4061 h 13152"/>
                    <a:gd name="connsiteX5" fmla="*/ 2607 w 2802"/>
                    <a:gd name="connsiteY5" fmla="*/ 1978 h 13152"/>
                    <a:gd name="connsiteX6" fmla="*/ 125 w 2802"/>
                    <a:gd name="connsiteY6" fmla="*/ 3352 h 13152"/>
                    <a:gd name="connsiteX7" fmla="*/ 923 w 2802"/>
                    <a:gd name="connsiteY7" fmla="*/ 12263 h 1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02" h="13152">
                      <a:moveTo>
                        <a:pt x="923" y="12263"/>
                      </a:moveTo>
                      <a:cubicBezTo>
                        <a:pt x="1100" y="12706"/>
                        <a:pt x="1277" y="13105"/>
                        <a:pt x="1543" y="13149"/>
                      </a:cubicBezTo>
                      <a:cubicBezTo>
                        <a:pt x="1809" y="13194"/>
                        <a:pt x="2164" y="12795"/>
                        <a:pt x="2386" y="12041"/>
                      </a:cubicBezTo>
                      <a:cubicBezTo>
                        <a:pt x="2607" y="11332"/>
                        <a:pt x="2652" y="10489"/>
                        <a:pt x="2696" y="9736"/>
                      </a:cubicBezTo>
                      <a:cubicBezTo>
                        <a:pt x="2785" y="7785"/>
                        <a:pt x="2829" y="5879"/>
                        <a:pt x="2785" y="4061"/>
                      </a:cubicBezTo>
                      <a:cubicBezTo>
                        <a:pt x="2785" y="3308"/>
                        <a:pt x="2696" y="2554"/>
                        <a:pt x="2607" y="1978"/>
                      </a:cubicBezTo>
                      <a:cubicBezTo>
                        <a:pt x="2120" y="-505"/>
                        <a:pt x="479" y="-1258"/>
                        <a:pt x="125" y="3352"/>
                      </a:cubicBezTo>
                      <a:cubicBezTo>
                        <a:pt x="-230" y="6854"/>
                        <a:pt x="213" y="10445"/>
                        <a:pt x="923" y="1226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66" name="Forme libre : forme 26265">
                  <a:extLst>
                    <a:ext uri="{FF2B5EF4-FFF2-40B4-BE49-F238E27FC236}">
                      <a16:creationId xmlns:a16="http://schemas.microsoft.com/office/drawing/2014/main" id="{17D9FB8E-A093-4FCA-9AD3-3C3B8B51B817}"/>
                    </a:ext>
                  </a:extLst>
                </p:cNvPr>
                <p:cNvSpPr/>
                <p:nvPr/>
              </p:nvSpPr>
              <p:spPr>
                <a:xfrm>
                  <a:off x="5906662" y="2127618"/>
                  <a:ext cx="5675" cy="20171"/>
                </a:xfrm>
                <a:custGeom>
                  <a:avLst/>
                  <a:gdLst>
                    <a:gd name="connsiteX0" fmla="*/ 0 w 5675"/>
                    <a:gd name="connsiteY0" fmla="*/ 1 h 20171"/>
                    <a:gd name="connsiteX1" fmla="*/ 2793 w 5675"/>
                    <a:gd name="connsiteY1" fmla="*/ 2306 h 20171"/>
                    <a:gd name="connsiteX2" fmla="*/ 5674 w 5675"/>
                    <a:gd name="connsiteY2" fmla="*/ 20172 h 20171"/>
                    <a:gd name="connsiteX3" fmla="*/ 4832 w 5675"/>
                    <a:gd name="connsiteY3" fmla="*/ 11616 h 20171"/>
                    <a:gd name="connsiteX4" fmla="*/ 0 w 5675"/>
                    <a:gd name="connsiteY4" fmla="*/ 1 h 20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75" h="20171">
                      <a:moveTo>
                        <a:pt x="0" y="1"/>
                      </a:moveTo>
                      <a:cubicBezTo>
                        <a:pt x="0" y="1"/>
                        <a:pt x="1330" y="-132"/>
                        <a:pt x="2793" y="2306"/>
                      </a:cubicBezTo>
                      <a:cubicBezTo>
                        <a:pt x="4167" y="4745"/>
                        <a:pt x="5719" y="9754"/>
                        <a:pt x="5674" y="20172"/>
                      </a:cubicBezTo>
                      <a:cubicBezTo>
                        <a:pt x="5674" y="20172"/>
                        <a:pt x="5586" y="16138"/>
                        <a:pt x="4832" y="11616"/>
                      </a:cubicBezTo>
                      <a:cubicBezTo>
                        <a:pt x="4034" y="7094"/>
                        <a:pt x="2616" y="2085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67" name="Forme libre : forme 26266">
                  <a:extLst>
                    <a:ext uri="{FF2B5EF4-FFF2-40B4-BE49-F238E27FC236}">
                      <a16:creationId xmlns:a16="http://schemas.microsoft.com/office/drawing/2014/main" id="{18F288A4-EF49-427C-8D5B-72DC7F469FEB}"/>
                    </a:ext>
                  </a:extLst>
                </p:cNvPr>
                <p:cNvSpPr/>
                <p:nvPr/>
              </p:nvSpPr>
              <p:spPr>
                <a:xfrm>
                  <a:off x="5891368" y="2170798"/>
                  <a:ext cx="3635" cy="22741"/>
                </a:xfrm>
                <a:custGeom>
                  <a:avLst/>
                  <a:gdLst>
                    <a:gd name="connsiteX0" fmla="*/ 621 w 3635"/>
                    <a:gd name="connsiteY0" fmla="*/ 0 h 22741"/>
                    <a:gd name="connsiteX1" fmla="*/ 310 w 3635"/>
                    <a:gd name="connsiteY1" fmla="*/ 3103 h 22741"/>
                    <a:gd name="connsiteX2" fmla="*/ 0 w 3635"/>
                    <a:gd name="connsiteY2" fmla="*/ 10107 h 22741"/>
                    <a:gd name="connsiteX3" fmla="*/ 3635 w 3635"/>
                    <a:gd name="connsiteY3" fmla="*/ 22742 h 22741"/>
                    <a:gd name="connsiteX4" fmla="*/ 1507 w 3635"/>
                    <a:gd name="connsiteY4" fmla="*/ 17998 h 22741"/>
                    <a:gd name="connsiteX5" fmla="*/ 621 w 3635"/>
                    <a:gd name="connsiteY5" fmla="*/ 0 h 22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35" h="22741">
                      <a:moveTo>
                        <a:pt x="621" y="0"/>
                      </a:moveTo>
                      <a:cubicBezTo>
                        <a:pt x="621" y="0"/>
                        <a:pt x="488" y="1153"/>
                        <a:pt x="310" y="3103"/>
                      </a:cubicBezTo>
                      <a:cubicBezTo>
                        <a:pt x="177" y="4965"/>
                        <a:pt x="44" y="7492"/>
                        <a:pt x="0" y="10107"/>
                      </a:cubicBezTo>
                      <a:cubicBezTo>
                        <a:pt x="44" y="15339"/>
                        <a:pt x="621" y="21013"/>
                        <a:pt x="3635" y="22742"/>
                      </a:cubicBezTo>
                      <a:cubicBezTo>
                        <a:pt x="3635" y="22742"/>
                        <a:pt x="2438" y="21456"/>
                        <a:pt x="1507" y="17998"/>
                      </a:cubicBezTo>
                      <a:cubicBezTo>
                        <a:pt x="576" y="14496"/>
                        <a:pt x="-89" y="8866"/>
                        <a:pt x="62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68" name="Forme libre : forme 26267">
                  <a:extLst>
                    <a:ext uri="{FF2B5EF4-FFF2-40B4-BE49-F238E27FC236}">
                      <a16:creationId xmlns:a16="http://schemas.microsoft.com/office/drawing/2014/main" id="{8C3B54F1-DAB0-4AC0-BBD5-ECC8AACB163B}"/>
                    </a:ext>
                  </a:extLst>
                </p:cNvPr>
                <p:cNvSpPr/>
                <p:nvPr/>
              </p:nvSpPr>
              <p:spPr>
                <a:xfrm>
                  <a:off x="5900305" y="2146539"/>
                  <a:ext cx="3037" cy="11828"/>
                </a:xfrm>
                <a:custGeom>
                  <a:avLst/>
                  <a:gdLst>
                    <a:gd name="connsiteX0" fmla="*/ 2678 w 3037"/>
                    <a:gd name="connsiteY0" fmla="*/ 143 h 11828"/>
                    <a:gd name="connsiteX1" fmla="*/ 2456 w 3037"/>
                    <a:gd name="connsiteY1" fmla="*/ 7236 h 11828"/>
                    <a:gd name="connsiteX2" fmla="*/ 328 w 3037"/>
                    <a:gd name="connsiteY2" fmla="*/ 11669 h 11828"/>
                    <a:gd name="connsiteX3" fmla="*/ 594 w 3037"/>
                    <a:gd name="connsiteY3" fmla="*/ 4576 h 11828"/>
                    <a:gd name="connsiteX4" fmla="*/ 2678 w 3037"/>
                    <a:gd name="connsiteY4" fmla="*/ 143 h 11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7" h="11828">
                      <a:moveTo>
                        <a:pt x="2678" y="143"/>
                      </a:moveTo>
                      <a:cubicBezTo>
                        <a:pt x="3210" y="853"/>
                        <a:pt x="3165" y="4044"/>
                        <a:pt x="2456" y="7236"/>
                      </a:cubicBezTo>
                      <a:cubicBezTo>
                        <a:pt x="1791" y="10428"/>
                        <a:pt x="816" y="12423"/>
                        <a:pt x="328" y="11669"/>
                      </a:cubicBezTo>
                      <a:cubicBezTo>
                        <a:pt x="-204" y="10916"/>
                        <a:pt x="-71" y="7768"/>
                        <a:pt x="594" y="4576"/>
                      </a:cubicBezTo>
                      <a:cubicBezTo>
                        <a:pt x="1259" y="1429"/>
                        <a:pt x="2146" y="-566"/>
                        <a:pt x="2678" y="14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69" name="Forme libre : forme 26268">
                  <a:extLst>
                    <a:ext uri="{FF2B5EF4-FFF2-40B4-BE49-F238E27FC236}">
                      <a16:creationId xmlns:a16="http://schemas.microsoft.com/office/drawing/2014/main" id="{A3A124B1-34AB-47B8-B143-309D2C725FAD}"/>
                    </a:ext>
                  </a:extLst>
                </p:cNvPr>
                <p:cNvSpPr/>
                <p:nvPr/>
              </p:nvSpPr>
              <p:spPr>
                <a:xfrm>
                  <a:off x="5902206" y="2144951"/>
                  <a:ext cx="1021" cy="3284"/>
                </a:xfrm>
                <a:custGeom>
                  <a:avLst/>
                  <a:gdLst>
                    <a:gd name="connsiteX0" fmla="*/ 644 w 1021"/>
                    <a:gd name="connsiteY0" fmla="*/ 2 h 3284"/>
                    <a:gd name="connsiteX1" fmla="*/ 998 w 1021"/>
                    <a:gd name="connsiteY1" fmla="*/ 1687 h 3284"/>
                    <a:gd name="connsiteX2" fmla="*/ 378 w 1021"/>
                    <a:gd name="connsiteY2" fmla="*/ 3282 h 3284"/>
                    <a:gd name="connsiteX3" fmla="*/ 23 w 1021"/>
                    <a:gd name="connsiteY3" fmla="*/ 1598 h 3284"/>
                    <a:gd name="connsiteX4" fmla="*/ 644 w 1021"/>
                    <a:gd name="connsiteY4" fmla="*/ 2 h 3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1" h="3284">
                      <a:moveTo>
                        <a:pt x="644" y="2"/>
                      </a:moveTo>
                      <a:cubicBezTo>
                        <a:pt x="910" y="46"/>
                        <a:pt x="1087" y="800"/>
                        <a:pt x="998" y="1687"/>
                      </a:cubicBezTo>
                      <a:cubicBezTo>
                        <a:pt x="910" y="2573"/>
                        <a:pt x="644" y="3327"/>
                        <a:pt x="378" y="3282"/>
                      </a:cubicBezTo>
                      <a:cubicBezTo>
                        <a:pt x="112" y="3238"/>
                        <a:pt x="-66" y="2484"/>
                        <a:pt x="23" y="1598"/>
                      </a:cubicBezTo>
                      <a:cubicBezTo>
                        <a:pt x="67" y="667"/>
                        <a:pt x="333" y="-42"/>
                        <a:pt x="644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70" name="Forme libre : forme 26269">
                  <a:extLst>
                    <a:ext uri="{FF2B5EF4-FFF2-40B4-BE49-F238E27FC236}">
                      <a16:creationId xmlns:a16="http://schemas.microsoft.com/office/drawing/2014/main" id="{1EB30ECD-326A-465C-B853-D8BB14F5F6D2}"/>
                    </a:ext>
                  </a:extLst>
                </p:cNvPr>
                <p:cNvSpPr/>
                <p:nvPr/>
              </p:nvSpPr>
              <p:spPr>
                <a:xfrm>
                  <a:off x="5894983" y="2130549"/>
                  <a:ext cx="10659" cy="27434"/>
                </a:xfrm>
                <a:custGeom>
                  <a:avLst/>
                  <a:gdLst>
                    <a:gd name="connsiteX0" fmla="*/ 4896 w 10659"/>
                    <a:gd name="connsiteY0" fmla="*/ 2124 h 27434"/>
                    <a:gd name="connsiteX1" fmla="*/ 9463 w 10659"/>
                    <a:gd name="connsiteY1" fmla="*/ 40 h 27434"/>
                    <a:gd name="connsiteX2" fmla="*/ 10659 w 10659"/>
                    <a:gd name="connsiteY2" fmla="*/ 2479 h 27434"/>
                    <a:gd name="connsiteX3" fmla="*/ 9551 w 10659"/>
                    <a:gd name="connsiteY3" fmla="*/ 6025 h 27434"/>
                    <a:gd name="connsiteX4" fmla="*/ 4941 w 10659"/>
                    <a:gd name="connsiteY4" fmla="*/ 12985 h 27434"/>
                    <a:gd name="connsiteX5" fmla="*/ 330 w 10659"/>
                    <a:gd name="connsiteY5" fmla="*/ 27038 h 27434"/>
                    <a:gd name="connsiteX6" fmla="*/ 1882 w 10659"/>
                    <a:gd name="connsiteY6" fmla="*/ 9128 h 27434"/>
                    <a:gd name="connsiteX7" fmla="*/ 4896 w 10659"/>
                    <a:gd name="connsiteY7" fmla="*/ 2124 h 27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59" h="27434">
                      <a:moveTo>
                        <a:pt x="4896" y="2124"/>
                      </a:moveTo>
                      <a:cubicBezTo>
                        <a:pt x="6404" y="218"/>
                        <a:pt x="7955" y="-137"/>
                        <a:pt x="9463" y="40"/>
                      </a:cubicBezTo>
                      <a:cubicBezTo>
                        <a:pt x="9995" y="129"/>
                        <a:pt x="10659" y="661"/>
                        <a:pt x="10659" y="2479"/>
                      </a:cubicBezTo>
                      <a:cubicBezTo>
                        <a:pt x="10615" y="4119"/>
                        <a:pt x="10039" y="5316"/>
                        <a:pt x="9551" y="6025"/>
                      </a:cubicBezTo>
                      <a:cubicBezTo>
                        <a:pt x="8000" y="8109"/>
                        <a:pt x="6271" y="9173"/>
                        <a:pt x="4941" y="12985"/>
                      </a:cubicBezTo>
                      <a:cubicBezTo>
                        <a:pt x="4187" y="15379"/>
                        <a:pt x="1483" y="30008"/>
                        <a:pt x="330" y="27038"/>
                      </a:cubicBezTo>
                      <a:cubicBezTo>
                        <a:pt x="-734" y="24068"/>
                        <a:pt x="1040" y="12586"/>
                        <a:pt x="1882" y="9128"/>
                      </a:cubicBezTo>
                      <a:cubicBezTo>
                        <a:pt x="2680" y="5937"/>
                        <a:pt x="3744" y="3543"/>
                        <a:pt x="4896" y="212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76" name="Graphique 2">
                <a:extLst>
                  <a:ext uri="{FF2B5EF4-FFF2-40B4-BE49-F238E27FC236}">
                    <a16:creationId xmlns:a16="http://schemas.microsoft.com/office/drawing/2014/main" id="{A68D3965-BF81-4D7C-8FE6-873A3E8FBFA3}"/>
                  </a:ext>
                </a:extLst>
              </p:cNvPr>
              <p:cNvGrpSpPr/>
              <p:nvPr/>
            </p:nvGrpSpPr>
            <p:grpSpPr>
              <a:xfrm>
                <a:off x="5896617" y="2055049"/>
                <a:ext cx="18822" cy="70490"/>
                <a:chOff x="5896617" y="2055049"/>
                <a:chExt cx="18822" cy="70490"/>
              </a:xfrm>
              <a:solidFill>
                <a:schemeClr val="accent1"/>
              </a:solidFill>
            </p:grpSpPr>
            <p:sp>
              <p:nvSpPr>
                <p:cNvPr id="26247" name="Forme libre : forme 26246">
                  <a:extLst>
                    <a:ext uri="{FF2B5EF4-FFF2-40B4-BE49-F238E27FC236}">
                      <a16:creationId xmlns:a16="http://schemas.microsoft.com/office/drawing/2014/main" id="{EB17B34D-EC6C-4129-A107-42427A1247C9}"/>
                    </a:ext>
                  </a:extLst>
                </p:cNvPr>
                <p:cNvSpPr/>
                <p:nvPr/>
              </p:nvSpPr>
              <p:spPr>
                <a:xfrm>
                  <a:off x="5896617" y="2055049"/>
                  <a:ext cx="18822" cy="70446"/>
                </a:xfrm>
                <a:custGeom>
                  <a:avLst/>
                  <a:gdLst>
                    <a:gd name="connsiteX0" fmla="*/ 18823 w 18822"/>
                    <a:gd name="connsiteY0" fmla="*/ 22166 h 70446"/>
                    <a:gd name="connsiteX1" fmla="*/ 18468 w 18822"/>
                    <a:gd name="connsiteY1" fmla="*/ 48410 h 70446"/>
                    <a:gd name="connsiteX2" fmla="*/ 10932 w 18822"/>
                    <a:gd name="connsiteY2" fmla="*/ 70442 h 70446"/>
                    <a:gd name="connsiteX3" fmla="*/ 5834 w 18822"/>
                    <a:gd name="connsiteY3" fmla="*/ 70176 h 70446"/>
                    <a:gd name="connsiteX4" fmla="*/ 27 w 18822"/>
                    <a:gd name="connsiteY4" fmla="*/ 47922 h 70446"/>
                    <a:gd name="connsiteX5" fmla="*/ 426 w 18822"/>
                    <a:gd name="connsiteY5" fmla="*/ 22122 h 70446"/>
                    <a:gd name="connsiteX6" fmla="*/ 6987 w 18822"/>
                    <a:gd name="connsiteY6" fmla="*/ 45 h 70446"/>
                    <a:gd name="connsiteX7" fmla="*/ 12040 w 18822"/>
                    <a:gd name="connsiteY7" fmla="*/ 1 h 70446"/>
                    <a:gd name="connsiteX8" fmla="*/ 18823 w 18822"/>
                    <a:gd name="connsiteY8" fmla="*/ 22166 h 70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822" h="70446">
                      <a:moveTo>
                        <a:pt x="18823" y="22166"/>
                      </a:moveTo>
                      <a:cubicBezTo>
                        <a:pt x="18779" y="30899"/>
                        <a:pt x="18690" y="39677"/>
                        <a:pt x="18468" y="48410"/>
                      </a:cubicBezTo>
                      <a:cubicBezTo>
                        <a:pt x="18202" y="60734"/>
                        <a:pt x="14611" y="70664"/>
                        <a:pt x="10932" y="70442"/>
                      </a:cubicBezTo>
                      <a:lnTo>
                        <a:pt x="5834" y="70176"/>
                      </a:lnTo>
                      <a:cubicBezTo>
                        <a:pt x="2154" y="69955"/>
                        <a:pt x="-284" y="59980"/>
                        <a:pt x="27" y="47922"/>
                      </a:cubicBezTo>
                      <a:cubicBezTo>
                        <a:pt x="293" y="39322"/>
                        <a:pt x="381" y="30722"/>
                        <a:pt x="426" y="22122"/>
                      </a:cubicBezTo>
                      <a:cubicBezTo>
                        <a:pt x="470" y="10019"/>
                        <a:pt x="3307" y="89"/>
                        <a:pt x="6987" y="45"/>
                      </a:cubicBezTo>
                      <a:lnTo>
                        <a:pt x="12040" y="1"/>
                      </a:lnTo>
                      <a:cubicBezTo>
                        <a:pt x="15675" y="-88"/>
                        <a:pt x="18823" y="9931"/>
                        <a:pt x="18823" y="2216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48" name="Forme libre : forme 26247">
                  <a:extLst>
                    <a:ext uri="{FF2B5EF4-FFF2-40B4-BE49-F238E27FC236}">
                      <a16:creationId xmlns:a16="http://schemas.microsoft.com/office/drawing/2014/main" id="{F5530D9E-EA82-4791-9132-D6E84545BC0F}"/>
                    </a:ext>
                  </a:extLst>
                </p:cNvPr>
                <p:cNvSpPr/>
                <p:nvPr/>
              </p:nvSpPr>
              <p:spPr>
                <a:xfrm>
                  <a:off x="5905288" y="2055050"/>
                  <a:ext cx="10107" cy="70489"/>
                </a:xfrm>
                <a:custGeom>
                  <a:avLst/>
                  <a:gdLst>
                    <a:gd name="connsiteX0" fmla="*/ 3812 w 10107"/>
                    <a:gd name="connsiteY0" fmla="*/ 43666 h 70489"/>
                    <a:gd name="connsiteX1" fmla="*/ 0 w 10107"/>
                    <a:gd name="connsiteY1" fmla="*/ 70353 h 70489"/>
                    <a:gd name="connsiteX2" fmla="*/ 2217 w 10107"/>
                    <a:gd name="connsiteY2" fmla="*/ 70486 h 70489"/>
                    <a:gd name="connsiteX3" fmla="*/ 9753 w 10107"/>
                    <a:gd name="connsiteY3" fmla="*/ 48454 h 70489"/>
                    <a:gd name="connsiteX4" fmla="*/ 10107 w 10107"/>
                    <a:gd name="connsiteY4" fmla="*/ 22210 h 70489"/>
                    <a:gd name="connsiteX5" fmla="*/ 3325 w 10107"/>
                    <a:gd name="connsiteY5" fmla="*/ 0 h 70489"/>
                    <a:gd name="connsiteX6" fmla="*/ 3147 w 10107"/>
                    <a:gd name="connsiteY6" fmla="*/ 0 h 70489"/>
                    <a:gd name="connsiteX7" fmla="*/ 3812 w 10107"/>
                    <a:gd name="connsiteY7" fmla="*/ 43666 h 70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107" h="70489">
                      <a:moveTo>
                        <a:pt x="3812" y="43666"/>
                      </a:moveTo>
                      <a:cubicBezTo>
                        <a:pt x="4389" y="54040"/>
                        <a:pt x="2926" y="64768"/>
                        <a:pt x="0" y="70353"/>
                      </a:cubicBezTo>
                      <a:lnTo>
                        <a:pt x="2217" y="70486"/>
                      </a:lnTo>
                      <a:cubicBezTo>
                        <a:pt x="5896" y="70708"/>
                        <a:pt x="9487" y="60778"/>
                        <a:pt x="9753" y="48454"/>
                      </a:cubicBezTo>
                      <a:cubicBezTo>
                        <a:pt x="10019" y="39676"/>
                        <a:pt x="10063" y="30943"/>
                        <a:pt x="10107" y="22210"/>
                      </a:cubicBezTo>
                      <a:cubicBezTo>
                        <a:pt x="10107" y="9930"/>
                        <a:pt x="6960" y="-44"/>
                        <a:pt x="3325" y="0"/>
                      </a:cubicBezTo>
                      <a:lnTo>
                        <a:pt x="3147" y="0"/>
                      </a:lnTo>
                      <a:cubicBezTo>
                        <a:pt x="3724" y="14851"/>
                        <a:pt x="2970" y="29037"/>
                        <a:pt x="3812" y="4366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49" name="Forme libre : forme 26248">
                  <a:extLst>
                    <a:ext uri="{FF2B5EF4-FFF2-40B4-BE49-F238E27FC236}">
                      <a16:creationId xmlns:a16="http://schemas.microsoft.com/office/drawing/2014/main" id="{107477BA-C3C8-4D45-926C-04149DF1F7B5}"/>
                    </a:ext>
                  </a:extLst>
                </p:cNvPr>
                <p:cNvSpPr/>
                <p:nvPr/>
              </p:nvSpPr>
              <p:spPr>
                <a:xfrm>
                  <a:off x="5903107" y="2069546"/>
                  <a:ext cx="6969" cy="32051"/>
                </a:xfrm>
                <a:custGeom>
                  <a:avLst/>
                  <a:gdLst>
                    <a:gd name="connsiteX0" fmla="*/ 3511 w 6969"/>
                    <a:gd name="connsiteY0" fmla="*/ 0 h 32051"/>
                    <a:gd name="connsiteX1" fmla="*/ 6969 w 6969"/>
                    <a:gd name="connsiteY1" fmla="*/ 16048 h 32051"/>
                    <a:gd name="connsiteX2" fmla="*/ 3200 w 6969"/>
                    <a:gd name="connsiteY2" fmla="*/ 32051 h 32051"/>
                    <a:gd name="connsiteX3" fmla="*/ 9 w 6969"/>
                    <a:gd name="connsiteY3" fmla="*/ 16004 h 32051"/>
                    <a:gd name="connsiteX4" fmla="*/ 3511 w 6969"/>
                    <a:gd name="connsiteY4" fmla="*/ 0 h 32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69" h="32051">
                      <a:moveTo>
                        <a:pt x="3511" y="0"/>
                      </a:moveTo>
                      <a:cubicBezTo>
                        <a:pt x="5417" y="0"/>
                        <a:pt x="7013" y="7182"/>
                        <a:pt x="6969" y="16048"/>
                      </a:cubicBezTo>
                      <a:cubicBezTo>
                        <a:pt x="6880" y="24914"/>
                        <a:pt x="5151" y="32096"/>
                        <a:pt x="3200" y="32051"/>
                      </a:cubicBezTo>
                      <a:cubicBezTo>
                        <a:pt x="1294" y="32007"/>
                        <a:pt x="-124" y="24825"/>
                        <a:pt x="9" y="16004"/>
                      </a:cubicBezTo>
                      <a:cubicBezTo>
                        <a:pt x="53" y="7182"/>
                        <a:pt x="1605" y="0"/>
                        <a:pt x="3511" y="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50" name="Forme libre : forme 26249">
                  <a:extLst>
                    <a:ext uri="{FF2B5EF4-FFF2-40B4-BE49-F238E27FC236}">
                      <a16:creationId xmlns:a16="http://schemas.microsoft.com/office/drawing/2014/main" id="{E5181F6D-5CA8-4F21-A97A-39126C077F75}"/>
                    </a:ext>
                  </a:extLst>
                </p:cNvPr>
                <p:cNvSpPr/>
                <p:nvPr/>
              </p:nvSpPr>
              <p:spPr>
                <a:xfrm>
                  <a:off x="5903559" y="2078324"/>
                  <a:ext cx="6516" cy="23229"/>
                </a:xfrm>
                <a:custGeom>
                  <a:avLst/>
                  <a:gdLst>
                    <a:gd name="connsiteX0" fmla="*/ 0 w 6516"/>
                    <a:gd name="connsiteY0" fmla="*/ 16136 h 23229"/>
                    <a:gd name="connsiteX1" fmla="*/ 2748 w 6516"/>
                    <a:gd name="connsiteY1" fmla="*/ 23229 h 23229"/>
                    <a:gd name="connsiteX2" fmla="*/ 6517 w 6516"/>
                    <a:gd name="connsiteY2" fmla="*/ 7226 h 23229"/>
                    <a:gd name="connsiteX3" fmla="*/ 6206 w 6516"/>
                    <a:gd name="connsiteY3" fmla="*/ 0 h 23229"/>
                    <a:gd name="connsiteX4" fmla="*/ 5940 w 6516"/>
                    <a:gd name="connsiteY4" fmla="*/ 3990 h 23229"/>
                    <a:gd name="connsiteX5" fmla="*/ 0 w 6516"/>
                    <a:gd name="connsiteY5" fmla="*/ 16136 h 23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516" h="23229">
                      <a:moveTo>
                        <a:pt x="0" y="16136"/>
                      </a:moveTo>
                      <a:cubicBezTo>
                        <a:pt x="576" y="20392"/>
                        <a:pt x="1552" y="23185"/>
                        <a:pt x="2748" y="23229"/>
                      </a:cubicBezTo>
                      <a:cubicBezTo>
                        <a:pt x="4699" y="23274"/>
                        <a:pt x="6428" y="16136"/>
                        <a:pt x="6517" y="7226"/>
                      </a:cubicBezTo>
                      <a:cubicBezTo>
                        <a:pt x="6517" y="4610"/>
                        <a:pt x="6428" y="2172"/>
                        <a:pt x="6206" y="0"/>
                      </a:cubicBezTo>
                      <a:cubicBezTo>
                        <a:pt x="6162" y="1330"/>
                        <a:pt x="6118" y="2660"/>
                        <a:pt x="5940" y="3990"/>
                      </a:cubicBezTo>
                      <a:cubicBezTo>
                        <a:pt x="4832" y="11127"/>
                        <a:pt x="2305" y="16757"/>
                        <a:pt x="0" y="16136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51" name="Forme libre : forme 26250">
                  <a:extLst>
                    <a:ext uri="{FF2B5EF4-FFF2-40B4-BE49-F238E27FC236}">
                      <a16:creationId xmlns:a16="http://schemas.microsoft.com/office/drawing/2014/main" id="{5F1BCF90-6216-4FFC-8EC9-8937AF3AF9C1}"/>
                    </a:ext>
                  </a:extLst>
                </p:cNvPr>
                <p:cNvSpPr/>
                <p:nvPr/>
              </p:nvSpPr>
              <p:spPr>
                <a:xfrm>
                  <a:off x="5903910" y="2067906"/>
                  <a:ext cx="6967" cy="32051"/>
                </a:xfrm>
                <a:custGeom>
                  <a:avLst/>
                  <a:gdLst>
                    <a:gd name="connsiteX0" fmla="*/ 3506 w 6967"/>
                    <a:gd name="connsiteY0" fmla="*/ 0 h 32051"/>
                    <a:gd name="connsiteX1" fmla="*/ 6964 w 6967"/>
                    <a:gd name="connsiteY1" fmla="*/ 16048 h 32051"/>
                    <a:gd name="connsiteX2" fmla="*/ 3240 w 6967"/>
                    <a:gd name="connsiteY2" fmla="*/ 32051 h 32051"/>
                    <a:gd name="connsiteX3" fmla="*/ 4 w 6967"/>
                    <a:gd name="connsiteY3" fmla="*/ 16003 h 32051"/>
                    <a:gd name="connsiteX4" fmla="*/ 3506 w 6967"/>
                    <a:gd name="connsiteY4" fmla="*/ 0 h 32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67" h="32051">
                      <a:moveTo>
                        <a:pt x="3506" y="0"/>
                      </a:moveTo>
                      <a:cubicBezTo>
                        <a:pt x="5412" y="0"/>
                        <a:pt x="7053" y="7182"/>
                        <a:pt x="6964" y="16048"/>
                      </a:cubicBezTo>
                      <a:cubicBezTo>
                        <a:pt x="6875" y="24914"/>
                        <a:pt x="5191" y="32096"/>
                        <a:pt x="3240" y="32051"/>
                      </a:cubicBezTo>
                      <a:cubicBezTo>
                        <a:pt x="1334" y="32007"/>
                        <a:pt x="-85" y="24825"/>
                        <a:pt x="4" y="16003"/>
                      </a:cubicBezTo>
                      <a:cubicBezTo>
                        <a:pt x="48" y="7182"/>
                        <a:pt x="1555" y="44"/>
                        <a:pt x="3506" y="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52" name="Forme libre : forme 26251">
                  <a:extLst>
                    <a:ext uri="{FF2B5EF4-FFF2-40B4-BE49-F238E27FC236}">
                      <a16:creationId xmlns:a16="http://schemas.microsoft.com/office/drawing/2014/main" id="{23B378E0-18AF-4207-99A7-E20B60E3E4C7}"/>
                    </a:ext>
                  </a:extLst>
                </p:cNvPr>
                <p:cNvSpPr/>
                <p:nvPr/>
              </p:nvSpPr>
              <p:spPr>
                <a:xfrm>
                  <a:off x="5900600" y="2075263"/>
                  <a:ext cx="13377" cy="40022"/>
                </a:xfrm>
                <a:custGeom>
                  <a:avLst/>
                  <a:gdLst>
                    <a:gd name="connsiteX0" fmla="*/ 5752 w 13377"/>
                    <a:gd name="connsiteY0" fmla="*/ 39900 h 40022"/>
                    <a:gd name="connsiteX1" fmla="*/ 9032 w 13377"/>
                    <a:gd name="connsiteY1" fmla="*/ 38925 h 40022"/>
                    <a:gd name="connsiteX2" fmla="*/ 13022 w 13377"/>
                    <a:gd name="connsiteY2" fmla="*/ 22788 h 40022"/>
                    <a:gd name="connsiteX3" fmla="*/ 12800 w 13377"/>
                    <a:gd name="connsiteY3" fmla="*/ 5854 h 40022"/>
                    <a:gd name="connsiteX4" fmla="*/ 9697 w 13377"/>
                    <a:gd name="connsiteY4" fmla="*/ 401 h 40022"/>
                    <a:gd name="connsiteX5" fmla="*/ 8013 w 13377"/>
                    <a:gd name="connsiteY5" fmla="*/ 6031 h 40022"/>
                    <a:gd name="connsiteX6" fmla="*/ 4023 w 13377"/>
                    <a:gd name="connsiteY6" fmla="*/ 19641 h 40022"/>
                    <a:gd name="connsiteX7" fmla="*/ 77 w 13377"/>
                    <a:gd name="connsiteY7" fmla="*/ 35467 h 40022"/>
                    <a:gd name="connsiteX8" fmla="*/ 5752 w 13377"/>
                    <a:gd name="connsiteY8" fmla="*/ 39900 h 40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377" h="40022">
                      <a:moveTo>
                        <a:pt x="5752" y="39900"/>
                      </a:moveTo>
                      <a:cubicBezTo>
                        <a:pt x="6860" y="40033"/>
                        <a:pt x="7968" y="40166"/>
                        <a:pt x="9032" y="38925"/>
                      </a:cubicBezTo>
                      <a:cubicBezTo>
                        <a:pt x="11116" y="36531"/>
                        <a:pt x="12401" y="29615"/>
                        <a:pt x="13022" y="22788"/>
                      </a:cubicBezTo>
                      <a:cubicBezTo>
                        <a:pt x="13465" y="17158"/>
                        <a:pt x="13598" y="10996"/>
                        <a:pt x="12800" y="5854"/>
                      </a:cubicBezTo>
                      <a:cubicBezTo>
                        <a:pt x="12224" y="2041"/>
                        <a:pt x="10894" y="-1151"/>
                        <a:pt x="9697" y="401"/>
                      </a:cubicBezTo>
                      <a:cubicBezTo>
                        <a:pt x="8944" y="1376"/>
                        <a:pt x="8500" y="3814"/>
                        <a:pt x="8013" y="6031"/>
                      </a:cubicBezTo>
                      <a:cubicBezTo>
                        <a:pt x="6949" y="11218"/>
                        <a:pt x="5574" y="15828"/>
                        <a:pt x="4023" y="19641"/>
                      </a:cubicBezTo>
                      <a:cubicBezTo>
                        <a:pt x="2737" y="22877"/>
                        <a:pt x="-543" y="28773"/>
                        <a:pt x="77" y="35467"/>
                      </a:cubicBezTo>
                      <a:cubicBezTo>
                        <a:pt x="521" y="41540"/>
                        <a:pt x="4200" y="39722"/>
                        <a:pt x="5752" y="3990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53" name="Forme libre : forme 26252">
                  <a:extLst>
                    <a:ext uri="{FF2B5EF4-FFF2-40B4-BE49-F238E27FC236}">
                      <a16:creationId xmlns:a16="http://schemas.microsoft.com/office/drawing/2014/main" id="{4ADCC7A2-60EB-4D3F-8B62-B2ACC14DC504}"/>
                    </a:ext>
                  </a:extLst>
                </p:cNvPr>
                <p:cNvSpPr/>
                <p:nvPr/>
              </p:nvSpPr>
              <p:spPr>
                <a:xfrm>
                  <a:off x="5900807" y="2095354"/>
                  <a:ext cx="3328" cy="13114"/>
                </a:xfrm>
                <a:custGeom>
                  <a:avLst/>
                  <a:gdLst>
                    <a:gd name="connsiteX0" fmla="*/ 1865 w 3328"/>
                    <a:gd name="connsiteY0" fmla="*/ 12317 h 13114"/>
                    <a:gd name="connsiteX1" fmla="*/ 2575 w 3328"/>
                    <a:gd name="connsiteY1" fmla="*/ 13115 h 13114"/>
                    <a:gd name="connsiteX2" fmla="*/ 3240 w 3328"/>
                    <a:gd name="connsiteY2" fmla="*/ 11918 h 13114"/>
                    <a:gd name="connsiteX3" fmla="*/ 3284 w 3328"/>
                    <a:gd name="connsiteY3" fmla="*/ 9569 h 13114"/>
                    <a:gd name="connsiteX4" fmla="*/ 2708 w 3328"/>
                    <a:gd name="connsiteY4" fmla="*/ 3894 h 13114"/>
                    <a:gd name="connsiteX5" fmla="*/ 2309 w 3328"/>
                    <a:gd name="connsiteY5" fmla="*/ 1855 h 13114"/>
                    <a:gd name="connsiteX6" fmla="*/ 3 w 3328"/>
                    <a:gd name="connsiteY6" fmla="*/ 3495 h 13114"/>
                    <a:gd name="connsiteX7" fmla="*/ 1865 w 3328"/>
                    <a:gd name="connsiteY7" fmla="*/ 12317 h 13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28" h="13114">
                      <a:moveTo>
                        <a:pt x="1865" y="12317"/>
                      </a:moveTo>
                      <a:cubicBezTo>
                        <a:pt x="2087" y="12760"/>
                        <a:pt x="2309" y="13115"/>
                        <a:pt x="2575" y="13115"/>
                      </a:cubicBezTo>
                      <a:cubicBezTo>
                        <a:pt x="2841" y="13115"/>
                        <a:pt x="3107" y="12716"/>
                        <a:pt x="3240" y="11918"/>
                      </a:cubicBezTo>
                      <a:cubicBezTo>
                        <a:pt x="3373" y="11209"/>
                        <a:pt x="3328" y="10366"/>
                        <a:pt x="3284" y="9569"/>
                      </a:cubicBezTo>
                      <a:cubicBezTo>
                        <a:pt x="3151" y="7618"/>
                        <a:pt x="2974" y="5712"/>
                        <a:pt x="2708" y="3894"/>
                      </a:cubicBezTo>
                      <a:cubicBezTo>
                        <a:pt x="2619" y="3140"/>
                        <a:pt x="2486" y="2431"/>
                        <a:pt x="2309" y="1855"/>
                      </a:cubicBezTo>
                      <a:cubicBezTo>
                        <a:pt x="1555" y="-583"/>
                        <a:pt x="-85" y="-1160"/>
                        <a:pt x="3" y="3495"/>
                      </a:cubicBezTo>
                      <a:cubicBezTo>
                        <a:pt x="136" y="7086"/>
                        <a:pt x="979" y="10588"/>
                        <a:pt x="1865" y="1231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54" name="Forme libre : forme 26253">
                  <a:extLst>
                    <a:ext uri="{FF2B5EF4-FFF2-40B4-BE49-F238E27FC236}">
                      <a16:creationId xmlns:a16="http://schemas.microsoft.com/office/drawing/2014/main" id="{8D299F98-F566-452C-A684-69B1FEEF2043}"/>
                    </a:ext>
                  </a:extLst>
                </p:cNvPr>
                <p:cNvSpPr/>
                <p:nvPr/>
              </p:nvSpPr>
              <p:spPr>
                <a:xfrm>
                  <a:off x="5907903" y="2057171"/>
                  <a:ext cx="7137" cy="19556"/>
                </a:xfrm>
                <a:custGeom>
                  <a:avLst/>
                  <a:gdLst>
                    <a:gd name="connsiteX0" fmla="*/ 0 w 7137"/>
                    <a:gd name="connsiteY0" fmla="*/ 6 h 19556"/>
                    <a:gd name="connsiteX1" fmla="*/ 7137 w 7137"/>
                    <a:gd name="connsiteY1" fmla="*/ 19556 h 19556"/>
                    <a:gd name="connsiteX2" fmla="*/ 0 w 7137"/>
                    <a:gd name="connsiteY2" fmla="*/ 6 h 1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37" h="19556">
                      <a:moveTo>
                        <a:pt x="0" y="6"/>
                      </a:moveTo>
                      <a:cubicBezTo>
                        <a:pt x="0" y="6"/>
                        <a:pt x="5408" y="-924"/>
                        <a:pt x="7137" y="19556"/>
                      </a:cubicBezTo>
                      <a:cubicBezTo>
                        <a:pt x="7137" y="19601"/>
                        <a:pt x="5497" y="3775"/>
                        <a:pt x="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55" name="Forme libre : forme 26254">
                  <a:extLst>
                    <a:ext uri="{FF2B5EF4-FFF2-40B4-BE49-F238E27FC236}">
                      <a16:creationId xmlns:a16="http://schemas.microsoft.com/office/drawing/2014/main" id="{06D99436-65BE-4ADC-8D72-7ABE5534BD69}"/>
                    </a:ext>
                  </a:extLst>
                </p:cNvPr>
                <p:cNvSpPr/>
                <p:nvPr/>
              </p:nvSpPr>
              <p:spPr>
                <a:xfrm>
                  <a:off x="5897175" y="2101686"/>
                  <a:ext cx="5896" cy="22298"/>
                </a:xfrm>
                <a:custGeom>
                  <a:avLst/>
                  <a:gdLst>
                    <a:gd name="connsiteX0" fmla="*/ 1 w 5896"/>
                    <a:gd name="connsiteY0" fmla="*/ 0 h 22298"/>
                    <a:gd name="connsiteX1" fmla="*/ 621 w 5896"/>
                    <a:gd name="connsiteY1" fmla="*/ 10196 h 22298"/>
                    <a:gd name="connsiteX2" fmla="*/ 5897 w 5896"/>
                    <a:gd name="connsiteY2" fmla="*/ 22298 h 22298"/>
                    <a:gd name="connsiteX3" fmla="*/ 1 w 5896"/>
                    <a:gd name="connsiteY3" fmla="*/ 0 h 2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96" h="22298">
                      <a:moveTo>
                        <a:pt x="1" y="0"/>
                      </a:moveTo>
                      <a:cubicBezTo>
                        <a:pt x="1" y="0"/>
                        <a:pt x="-44" y="4965"/>
                        <a:pt x="621" y="10196"/>
                      </a:cubicBezTo>
                      <a:cubicBezTo>
                        <a:pt x="1286" y="15471"/>
                        <a:pt x="2705" y="21013"/>
                        <a:pt x="5897" y="22298"/>
                      </a:cubicBezTo>
                      <a:cubicBezTo>
                        <a:pt x="5852" y="22298"/>
                        <a:pt x="533" y="17998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56" name="Forme libre : forme 26255">
                  <a:extLst>
                    <a:ext uri="{FF2B5EF4-FFF2-40B4-BE49-F238E27FC236}">
                      <a16:creationId xmlns:a16="http://schemas.microsoft.com/office/drawing/2014/main" id="{2D396FD3-EFFD-472C-9EBB-5C47D8B298F7}"/>
                    </a:ext>
                  </a:extLst>
                </p:cNvPr>
                <p:cNvSpPr/>
                <p:nvPr/>
              </p:nvSpPr>
              <p:spPr>
                <a:xfrm>
                  <a:off x="5903819" y="2076338"/>
                  <a:ext cx="2493" cy="11994"/>
                </a:xfrm>
                <a:custGeom>
                  <a:avLst/>
                  <a:gdLst>
                    <a:gd name="connsiteX0" fmla="*/ 1911 w 2493"/>
                    <a:gd name="connsiteY0" fmla="*/ 124 h 11994"/>
                    <a:gd name="connsiteX1" fmla="*/ 2311 w 2493"/>
                    <a:gd name="connsiteY1" fmla="*/ 7217 h 11994"/>
                    <a:gd name="connsiteX2" fmla="*/ 582 w 2493"/>
                    <a:gd name="connsiteY2" fmla="*/ 11871 h 11994"/>
                    <a:gd name="connsiteX3" fmla="*/ 183 w 2493"/>
                    <a:gd name="connsiteY3" fmla="*/ 4778 h 11994"/>
                    <a:gd name="connsiteX4" fmla="*/ 1911 w 2493"/>
                    <a:gd name="connsiteY4" fmla="*/ 124 h 11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3" h="11994">
                      <a:moveTo>
                        <a:pt x="1911" y="124"/>
                      </a:moveTo>
                      <a:cubicBezTo>
                        <a:pt x="2488" y="789"/>
                        <a:pt x="2665" y="3980"/>
                        <a:pt x="2311" y="7217"/>
                      </a:cubicBezTo>
                      <a:cubicBezTo>
                        <a:pt x="1956" y="10453"/>
                        <a:pt x="1158" y="12536"/>
                        <a:pt x="582" y="11871"/>
                      </a:cubicBezTo>
                      <a:cubicBezTo>
                        <a:pt x="5" y="11206"/>
                        <a:pt x="-172" y="8015"/>
                        <a:pt x="183" y="4778"/>
                      </a:cubicBezTo>
                      <a:cubicBezTo>
                        <a:pt x="537" y="1542"/>
                        <a:pt x="1291" y="-541"/>
                        <a:pt x="1911" y="12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57" name="Forme libre : forme 26256">
                  <a:extLst>
                    <a:ext uri="{FF2B5EF4-FFF2-40B4-BE49-F238E27FC236}">
                      <a16:creationId xmlns:a16="http://schemas.microsoft.com/office/drawing/2014/main" id="{C33834CA-D578-40A8-99C2-6305CAB42301}"/>
                    </a:ext>
                  </a:extLst>
                </p:cNvPr>
                <p:cNvSpPr/>
                <p:nvPr/>
              </p:nvSpPr>
              <p:spPr>
                <a:xfrm>
                  <a:off x="5904933" y="2074733"/>
                  <a:ext cx="975" cy="3280"/>
                </a:xfrm>
                <a:custGeom>
                  <a:avLst/>
                  <a:gdLst>
                    <a:gd name="connsiteX0" fmla="*/ 488 w 975"/>
                    <a:gd name="connsiteY0" fmla="*/ 0 h 3280"/>
                    <a:gd name="connsiteX1" fmla="*/ 975 w 975"/>
                    <a:gd name="connsiteY1" fmla="*/ 1640 h 3280"/>
                    <a:gd name="connsiteX2" fmla="*/ 488 w 975"/>
                    <a:gd name="connsiteY2" fmla="*/ 3280 h 3280"/>
                    <a:gd name="connsiteX3" fmla="*/ 0 w 975"/>
                    <a:gd name="connsiteY3" fmla="*/ 1640 h 3280"/>
                    <a:gd name="connsiteX4" fmla="*/ 488 w 975"/>
                    <a:gd name="connsiteY4" fmla="*/ 0 h 3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5" h="3280">
                      <a:moveTo>
                        <a:pt x="488" y="0"/>
                      </a:moveTo>
                      <a:cubicBezTo>
                        <a:pt x="754" y="0"/>
                        <a:pt x="975" y="754"/>
                        <a:pt x="975" y="1640"/>
                      </a:cubicBezTo>
                      <a:cubicBezTo>
                        <a:pt x="975" y="2571"/>
                        <a:pt x="754" y="3280"/>
                        <a:pt x="488" y="3280"/>
                      </a:cubicBezTo>
                      <a:cubicBezTo>
                        <a:pt x="222" y="3280"/>
                        <a:pt x="0" y="2527"/>
                        <a:pt x="0" y="1640"/>
                      </a:cubicBezTo>
                      <a:cubicBezTo>
                        <a:pt x="0" y="754"/>
                        <a:pt x="222" y="0"/>
                        <a:pt x="4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58" name="Forme libre : forme 26257">
                  <a:extLst>
                    <a:ext uri="{FF2B5EF4-FFF2-40B4-BE49-F238E27FC236}">
                      <a16:creationId xmlns:a16="http://schemas.microsoft.com/office/drawing/2014/main" id="{A48BC393-A09A-4F56-8276-C878F2190F66}"/>
                    </a:ext>
                  </a:extLst>
                </p:cNvPr>
                <p:cNvSpPr/>
                <p:nvPr/>
              </p:nvSpPr>
              <p:spPr>
                <a:xfrm>
                  <a:off x="5898308" y="2060270"/>
                  <a:ext cx="8984" cy="28095"/>
                </a:xfrm>
                <a:custGeom>
                  <a:avLst/>
                  <a:gdLst>
                    <a:gd name="connsiteX0" fmla="*/ 3256 w 8984"/>
                    <a:gd name="connsiteY0" fmla="*/ 2404 h 28095"/>
                    <a:gd name="connsiteX1" fmla="*/ 7600 w 8984"/>
                    <a:gd name="connsiteY1" fmla="*/ 11 h 28095"/>
                    <a:gd name="connsiteX2" fmla="*/ 8974 w 8984"/>
                    <a:gd name="connsiteY2" fmla="*/ 2360 h 28095"/>
                    <a:gd name="connsiteX3" fmla="*/ 8132 w 8984"/>
                    <a:gd name="connsiteY3" fmla="*/ 5951 h 28095"/>
                    <a:gd name="connsiteX4" fmla="*/ 4098 w 8984"/>
                    <a:gd name="connsiteY4" fmla="*/ 13265 h 28095"/>
                    <a:gd name="connsiteX5" fmla="*/ 773 w 8984"/>
                    <a:gd name="connsiteY5" fmla="*/ 27717 h 28095"/>
                    <a:gd name="connsiteX6" fmla="*/ 773 w 8984"/>
                    <a:gd name="connsiteY6" fmla="*/ 9586 h 28095"/>
                    <a:gd name="connsiteX7" fmla="*/ 3256 w 8984"/>
                    <a:gd name="connsiteY7" fmla="*/ 2404 h 28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984" h="28095">
                      <a:moveTo>
                        <a:pt x="3256" y="2404"/>
                      </a:moveTo>
                      <a:cubicBezTo>
                        <a:pt x="4586" y="365"/>
                        <a:pt x="6137" y="-78"/>
                        <a:pt x="7600" y="11"/>
                      </a:cubicBezTo>
                      <a:cubicBezTo>
                        <a:pt x="8132" y="55"/>
                        <a:pt x="8841" y="542"/>
                        <a:pt x="8974" y="2360"/>
                      </a:cubicBezTo>
                      <a:cubicBezTo>
                        <a:pt x="9063" y="4000"/>
                        <a:pt x="8575" y="5242"/>
                        <a:pt x="8132" y="5951"/>
                      </a:cubicBezTo>
                      <a:cubicBezTo>
                        <a:pt x="6714" y="8167"/>
                        <a:pt x="5073" y="9364"/>
                        <a:pt x="4098" y="13265"/>
                      </a:cubicBezTo>
                      <a:cubicBezTo>
                        <a:pt x="3522" y="15704"/>
                        <a:pt x="2192" y="30643"/>
                        <a:pt x="773" y="27717"/>
                      </a:cubicBezTo>
                      <a:cubicBezTo>
                        <a:pt x="-601" y="24836"/>
                        <a:pt x="153" y="13132"/>
                        <a:pt x="773" y="9586"/>
                      </a:cubicBezTo>
                      <a:cubicBezTo>
                        <a:pt x="1349" y="6439"/>
                        <a:pt x="2236" y="3956"/>
                        <a:pt x="3256" y="240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77" name="Graphique 2">
                <a:extLst>
                  <a:ext uri="{FF2B5EF4-FFF2-40B4-BE49-F238E27FC236}">
                    <a16:creationId xmlns:a16="http://schemas.microsoft.com/office/drawing/2014/main" id="{91832216-7406-463B-B9B9-217A7F435529}"/>
                  </a:ext>
                </a:extLst>
              </p:cNvPr>
              <p:cNvGrpSpPr/>
              <p:nvPr/>
            </p:nvGrpSpPr>
            <p:grpSpPr>
              <a:xfrm>
                <a:off x="5895814" y="1984607"/>
                <a:ext cx="19111" cy="70487"/>
                <a:chOff x="5895814" y="1984607"/>
                <a:chExt cx="19111" cy="70487"/>
              </a:xfrm>
              <a:solidFill>
                <a:schemeClr val="accent1"/>
              </a:solidFill>
            </p:grpSpPr>
            <p:sp>
              <p:nvSpPr>
                <p:cNvPr id="26235" name="Forme libre : forme 26234">
                  <a:extLst>
                    <a:ext uri="{FF2B5EF4-FFF2-40B4-BE49-F238E27FC236}">
                      <a16:creationId xmlns:a16="http://schemas.microsoft.com/office/drawing/2014/main" id="{C30C243B-6EFA-4E81-946B-14F523F794F2}"/>
                    </a:ext>
                  </a:extLst>
                </p:cNvPr>
                <p:cNvSpPr/>
                <p:nvPr/>
              </p:nvSpPr>
              <p:spPr>
                <a:xfrm>
                  <a:off x="5895814" y="1984607"/>
                  <a:ext cx="19111" cy="70486"/>
                </a:xfrm>
                <a:custGeom>
                  <a:avLst/>
                  <a:gdLst>
                    <a:gd name="connsiteX0" fmla="*/ 18385 w 19111"/>
                    <a:gd name="connsiteY0" fmla="*/ 21989 h 70486"/>
                    <a:gd name="connsiteX1" fmla="*/ 19094 w 19111"/>
                    <a:gd name="connsiteY1" fmla="*/ 48100 h 70486"/>
                    <a:gd name="connsiteX2" fmla="*/ 12799 w 19111"/>
                    <a:gd name="connsiteY2" fmla="*/ 70443 h 70486"/>
                    <a:gd name="connsiteX3" fmla="*/ 7745 w 19111"/>
                    <a:gd name="connsiteY3" fmla="*/ 70487 h 70486"/>
                    <a:gd name="connsiteX4" fmla="*/ 697 w 19111"/>
                    <a:gd name="connsiteY4" fmla="*/ 48499 h 70486"/>
                    <a:gd name="connsiteX5" fmla="*/ 32 w 19111"/>
                    <a:gd name="connsiteY5" fmla="*/ 22521 h 70486"/>
                    <a:gd name="connsiteX6" fmla="*/ 5972 w 19111"/>
                    <a:gd name="connsiteY6" fmla="*/ 178 h 70486"/>
                    <a:gd name="connsiteX7" fmla="*/ 11026 w 19111"/>
                    <a:gd name="connsiteY7" fmla="*/ 1 h 70486"/>
                    <a:gd name="connsiteX8" fmla="*/ 18385 w 19111"/>
                    <a:gd name="connsiteY8" fmla="*/ 21989 h 70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111" h="70486">
                      <a:moveTo>
                        <a:pt x="18385" y="21989"/>
                      </a:moveTo>
                      <a:lnTo>
                        <a:pt x="19094" y="48100"/>
                      </a:lnTo>
                      <a:cubicBezTo>
                        <a:pt x="19360" y="60335"/>
                        <a:pt x="16478" y="70398"/>
                        <a:pt x="12799" y="70443"/>
                      </a:cubicBezTo>
                      <a:lnTo>
                        <a:pt x="7745" y="70487"/>
                      </a:lnTo>
                      <a:cubicBezTo>
                        <a:pt x="4066" y="70531"/>
                        <a:pt x="963" y="60645"/>
                        <a:pt x="697" y="48499"/>
                      </a:cubicBezTo>
                      <a:lnTo>
                        <a:pt x="32" y="22521"/>
                      </a:lnTo>
                      <a:cubicBezTo>
                        <a:pt x="-323" y="10374"/>
                        <a:pt x="2337" y="311"/>
                        <a:pt x="5972" y="178"/>
                      </a:cubicBezTo>
                      <a:lnTo>
                        <a:pt x="11026" y="1"/>
                      </a:lnTo>
                      <a:cubicBezTo>
                        <a:pt x="14705" y="-88"/>
                        <a:pt x="18030" y="9798"/>
                        <a:pt x="18385" y="21989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36" name="Forme libre : forme 26235">
                  <a:extLst>
                    <a:ext uri="{FF2B5EF4-FFF2-40B4-BE49-F238E27FC236}">
                      <a16:creationId xmlns:a16="http://schemas.microsoft.com/office/drawing/2014/main" id="{3C397EA3-67B9-43F5-B09E-607319B10863}"/>
                    </a:ext>
                  </a:extLst>
                </p:cNvPr>
                <p:cNvSpPr/>
                <p:nvPr/>
              </p:nvSpPr>
              <p:spPr>
                <a:xfrm>
                  <a:off x="5906440" y="1984607"/>
                  <a:ext cx="8484" cy="70443"/>
                </a:xfrm>
                <a:custGeom>
                  <a:avLst/>
                  <a:gdLst>
                    <a:gd name="connsiteX0" fmla="*/ 2305 w 8484"/>
                    <a:gd name="connsiteY0" fmla="*/ 43623 h 70443"/>
                    <a:gd name="connsiteX1" fmla="*/ 0 w 8484"/>
                    <a:gd name="connsiteY1" fmla="*/ 70443 h 70443"/>
                    <a:gd name="connsiteX2" fmla="*/ 2172 w 8484"/>
                    <a:gd name="connsiteY2" fmla="*/ 70399 h 70443"/>
                    <a:gd name="connsiteX3" fmla="*/ 8467 w 8484"/>
                    <a:gd name="connsiteY3" fmla="*/ 48056 h 70443"/>
                    <a:gd name="connsiteX4" fmla="*/ 7758 w 8484"/>
                    <a:gd name="connsiteY4" fmla="*/ 21945 h 70443"/>
                    <a:gd name="connsiteX5" fmla="*/ 399 w 8484"/>
                    <a:gd name="connsiteY5" fmla="*/ 1 h 70443"/>
                    <a:gd name="connsiteX6" fmla="*/ 222 w 8484"/>
                    <a:gd name="connsiteY6" fmla="*/ 1 h 70443"/>
                    <a:gd name="connsiteX7" fmla="*/ 2305 w 8484"/>
                    <a:gd name="connsiteY7" fmla="*/ 43623 h 70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84" h="70443">
                      <a:moveTo>
                        <a:pt x="2305" y="43623"/>
                      </a:moveTo>
                      <a:cubicBezTo>
                        <a:pt x="3369" y="53952"/>
                        <a:pt x="2483" y="64680"/>
                        <a:pt x="0" y="70443"/>
                      </a:cubicBezTo>
                      <a:lnTo>
                        <a:pt x="2172" y="70399"/>
                      </a:lnTo>
                      <a:cubicBezTo>
                        <a:pt x="5852" y="70355"/>
                        <a:pt x="8733" y="60291"/>
                        <a:pt x="8467" y="48056"/>
                      </a:cubicBezTo>
                      <a:lnTo>
                        <a:pt x="7758" y="21945"/>
                      </a:lnTo>
                      <a:cubicBezTo>
                        <a:pt x="7403" y="9754"/>
                        <a:pt x="4034" y="-132"/>
                        <a:pt x="399" y="1"/>
                      </a:cubicBezTo>
                      <a:lnTo>
                        <a:pt x="222" y="1"/>
                      </a:lnTo>
                      <a:cubicBezTo>
                        <a:pt x="1108" y="14897"/>
                        <a:pt x="798" y="29038"/>
                        <a:pt x="2305" y="4362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37" name="Forme libre : forme 26236">
                  <a:extLst>
                    <a:ext uri="{FF2B5EF4-FFF2-40B4-BE49-F238E27FC236}">
                      <a16:creationId xmlns:a16="http://schemas.microsoft.com/office/drawing/2014/main" id="{B1D6223D-6DBE-43AF-80B9-8B3EA7C75CDF}"/>
                    </a:ext>
                  </a:extLst>
                </p:cNvPr>
                <p:cNvSpPr/>
                <p:nvPr/>
              </p:nvSpPr>
              <p:spPr>
                <a:xfrm>
                  <a:off x="5902160" y="1999193"/>
                  <a:ext cx="7016" cy="32007"/>
                </a:xfrm>
                <a:custGeom>
                  <a:avLst/>
                  <a:gdLst>
                    <a:gd name="connsiteX0" fmla="*/ 3039 w 7016"/>
                    <a:gd name="connsiteY0" fmla="*/ 0 h 32007"/>
                    <a:gd name="connsiteX1" fmla="*/ 6984 w 7016"/>
                    <a:gd name="connsiteY1" fmla="*/ 15915 h 32007"/>
                    <a:gd name="connsiteX2" fmla="*/ 3925 w 7016"/>
                    <a:gd name="connsiteY2" fmla="*/ 32007 h 32007"/>
                    <a:gd name="connsiteX3" fmla="*/ 24 w 7016"/>
                    <a:gd name="connsiteY3" fmla="*/ 16092 h 32007"/>
                    <a:gd name="connsiteX4" fmla="*/ 3039 w 7016"/>
                    <a:gd name="connsiteY4" fmla="*/ 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16" h="32007">
                      <a:moveTo>
                        <a:pt x="3039" y="0"/>
                      </a:moveTo>
                      <a:cubicBezTo>
                        <a:pt x="4945" y="-44"/>
                        <a:pt x="6762" y="7049"/>
                        <a:pt x="6984" y="15915"/>
                      </a:cubicBezTo>
                      <a:cubicBezTo>
                        <a:pt x="7250" y="24781"/>
                        <a:pt x="5831" y="31963"/>
                        <a:pt x="3925" y="32007"/>
                      </a:cubicBezTo>
                      <a:cubicBezTo>
                        <a:pt x="1975" y="32052"/>
                        <a:pt x="290" y="24914"/>
                        <a:pt x="24" y="16092"/>
                      </a:cubicBezTo>
                      <a:cubicBezTo>
                        <a:pt x="-197" y="7270"/>
                        <a:pt x="1132" y="89"/>
                        <a:pt x="3039" y="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38" name="Forme libre : forme 26237">
                  <a:extLst>
                    <a:ext uri="{FF2B5EF4-FFF2-40B4-BE49-F238E27FC236}">
                      <a16:creationId xmlns:a16="http://schemas.microsoft.com/office/drawing/2014/main" id="{56D75B04-8C84-48A5-B911-FB0F37685AC9}"/>
                    </a:ext>
                  </a:extLst>
                </p:cNvPr>
                <p:cNvSpPr/>
                <p:nvPr/>
              </p:nvSpPr>
              <p:spPr>
                <a:xfrm>
                  <a:off x="5903071" y="2007926"/>
                  <a:ext cx="6149" cy="23274"/>
                </a:xfrm>
                <a:custGeom>
                  <a:avLst/>
                  <a:gdLst>
                    <a:gd name="connsiteX0" fmla="*/ 0 w 6149"/>
                    <a:gd name="connsiteY0" fmla="*/ 16314 h 23274"/>
                    <a:gd name="connsiteX1" fmla="*/ 3059 w 6149"/>
                    <a:gd name="connsiteY1" fmla="*/ 23274 h 23274"/>
                    <a:gd name="connsiteX2" fmla="*/ 6118 w 6149"/>
                    <a:gd name="connsiteY2" fmla="*/ 7182 h 23274"/>
                    <a:gd name="connsiteX3" fmla="*/ 5541 w 6149"/>
                    <a:gd name="connsiteY3" fmla="*/ 0 h 23274"/>
                    <a:gd name="connsiteX4" fmla="*/ 5408 w 6149"/>
                    <a:gd name="connsiteY4" fmla="*/ 3990 h 23274"/>
                    <a:gd name="connsiteX5" fmla="*/ 0 w 6149"/>
                    <a:gd name="connsiteY5" fmla="*/ 16314 h 23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49" h="23274">
                      <a:moveTo>
                        <a:pt x="0" y="16314"/>
                      </a:moveTo>
                      <a:cubicBezTo>
                        <a:pt x="709" y="20525"/>
                        <a:pt x="1862" y="23318"/>
                        <a:pt x="3059" y="23274"/>
                      </a:cubicBezTo>
                      <a:cubicBezTo>
                        <a:pt x="4965" y="23229"/>
                        <a:pt x="6384" y="16003"/>
                        <a:pt x="6118" y="7182"/>
                      </a:cubicBezTo>
                      <a:cubicBezTo>
                        <a:pt x="6029" y="4610"/>
                        <a:pt x="5852" y="2172"/>
                        <a:pt x="5541" y="0"/>
                      </a:cubicBezTo>
                      <a:cubicBezTo>
                        <a:pt x="5586" y="1330"/>
                        <a:pt x="5541" y="2660"/>
                        <a:pt x="5408" y="3990"/>
                      </a:cubicBezTo>
                      <a:cubicBezTo>
                        <a:pt x="4522" y="11083"/>
                        <a:pt x="2350" y="16801"/>
                        <a:pt x="0" y="1631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39" name="Forme libre : forme 26238">
                  <a:extLst>
                    <a:ext uri="{FF2B5EF4-FFF2-40B4-BE49-F238E27FC236}">
                      <a16:creationId xmlns:a16="http://schemas.microsoft.com/office/drawing/2014/main" id="{1B3C1053-1320-4897-AE1C-CF2316AA54CC}"/>
                    </a:ext>
                  </a:extLst>
                </p:cNvPr>
                <p:cNvSpPr/>
                <p:nvPr/>
              </p:nvSpPr>
              <p:spPr>
                <a:xfrm>
                  <a:off x="5902904" y="1997553"/>
                  <a:ext cx="7025" cy="32007"/>
                </a:xfrm>
                <a:custGeom>
                  <a:avLst/>
                  <a:gdLst>
                    <a:gd name="connsiteX0" fmla="*/ 3048 w 7025"/>
                    <a:gd name="connsiteY0" fmla="*/ 0 h 32007"/>
                    <a:gd name="connsiteX1" fmla="*/ 6994 w 7025"/>
                    <a:gd name="connsiteY1" fmla="*/ 15915 h 32007"/>
                    <a:gd name="connsiteX2" fmla="*/ 3935 w 7025"/>
                    <a:gd name="connsiteY2" fmla="*/ 32007 h 32007"/>
                    <a:gd name="connsiteX3" fmla="*/ 34 w 7025"/>
                    <a:gd name="connsiteY3" fmla="*/ 16092 h 32007"/>
                    <a:gd name="connsiteX4" fmla="*/ 3048 w 7025"/>
                    <a:gd name="connsiteY4" fmla="*/ 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25" h="32007">
                      <a:moveTo>
                        <a:pt x="3048" y="0"/>
                      </a:moveTo>
                      <a:cubicBezTo>
                        <a:pt x="4955" y="-44"/>
                        <a:pt x="6772" y="7049"/>
                        <a:pt x="6994" y="15915"/>
                      </a:cubicBezTo>
                      <a:cubicBezTo>
                        <a:pt x="7260" y="24781"/>
                        <a:pt x="5841" y="32007"/>
                        <a:pt x="3935" y="32007"/>
                      </a:cubicBezTo>
                      <a:cubicBezTo>
                        <a:pt x="1984" y="32051"/>
                        <a:pt x="300" y="24914"/>
                        <a:pt x="34" y="16092"/>
                      </a:cubicBezTo>
                      <a:cubicBezTo>
                        <a:pt x="-232" y="7270"/>
                        <a:pt x="1098" y="89"/>
                        <a:pt x="3048" y="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40" name="Forme libre : forme 26239">
                  <a:extLst>
                    <a:ext uri="{FF2B5EF4-FFF2-40B4-BE49-F238E27FC236}">
                      <a16:creationId xmlns:a16="http://schemas.microsoft.com/office/drawing/2014/main" id="{E540D22C-5916-4CD0-8272-F422C5D1FD44}"/>
                    </a:ext>
                  </a:extLst>
                </p:cNvPr>
                <p:cNvSpPr/>
                <p:nvPr/>
              </p:nvSpPr>
              <p:spPr>
                <a:xfrm>
                  <a:off x="5900703" y="2004841"/>
                  <a:ext cx="12516" cy="40211"/>
                </a:xfrm>
                <a:custGeom>
                  <a:avLst/>
                  <a:gdLst>
                    <a:gd name="connsiteX0" fmla="*/ 6136 w 12516"/>
                    <a:gd name="connsiteY0" fmla="*/ 39968 h 40211"/>
                    <a:gd name="connsiteX1" fmla="*/ 9328 w 12516"/>
                    <a:gd name="connsiteY1" fmla="*/ 38815 h 40211"/>
                    <a:gd name="connsiteX2" fmla="*/ 12431 w 12516"/>
                    <a:gd name="connsiteY2" fmla="*/ 22590 h 40211"/>
                    <a:gd name="connsiteX3" fmla="*/ 11544 w 12516"/>
                    <a:gd name="connsiteY3" fmla="*/ 5745 h 40211"/>
                    <a:gd name="connsiteX4" fmla="*/ 8264 w 12516"/>
                    <a:gd name="connsiteY4" fmla="*/ 425 h 40211"/>
                    <a:gd name="connsiteX5" fmla="*/ 6801 w 12516"/>
                    <a:gd name="connsiteY5" fmla="*/ 6055 h 40211"/>
                    <a:gd name="connsiteX6" fmla="*/ 3343 w 12516"/>
                    <a:gd name="connsiteY6" fmla="*/ 19842 h 40211"/>
                    <a:gd name="connsiteX7" fmla="*/ 196 w 12516"/>
                    <a:gd name="connsiteY7" fmla="*/ 35890 h 40211"/>
                    <a:gd name="connsiteX8" fmla="*/ 6136 w 12516"/>
                    <a:gd name="connsiteY8" fmla="*/ 39968 h 40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516" h="40211">
                      <a:moveTo>
                        <a:pt x="6136" y="39968"/>
                      </a:moveTo>
                      <a:cubicBezTo>
                        <a:pt x="7244" y="40057"/>
                        <a:pt x="8353" y="40145"/>
                        <a:pt x="9328" y="38815"/>
                      </a:cubicBezTo>
                      <a:cubicBezTo>
                        <a:pt x="11234" y="36333"/>
                        <a:pt x="12209" y="29373"/>
                        <a:pt x="12431" y="22590"/>
                      </a:cubicBezTo>
                      <a:cubicBezTo>
                        <a:pt x="12653" y="16960"/>
                        <a:pt x="12475" y="10843"/>
                        <a:pt x="11544" y="5745"/>
                      </a:cubicBezTo>
                      <a:cubicBezTo>
                        <a:pt x="10835" y="1976"/>
                        <a:pt x="9417" y="-1171"/>
                        <a:pt x="8264" y="425"/>
                      </a:cubicBezTo>
                      <a:cubicBezTo>
                        <a:pt x="7555" y="1400"/>
                        <a:pt x="7200" y="3883"/>
                        <a:pt x="6801" y="6055"/>
                      </a:cubicBezTo>
                      <a:cubicBezTo>
                        <a:pt x="5914" y="11286"/>
                        <a:pt x="4762" y="15941"/>
                        <a:pt x="3343" y="19842"/>
                      </a:cubicBezTo>
                      <a:cubicBezTo>
                        <a:pt x="2146" y="23167"/>
                        <a:pt x="-780" y="29196"/>
                        <a:pt x="196" y="35890"/>
                      </a:cubicBezTo>
                      <a:cubicBezTo>
                        <a:pt x="1082" y="41919"/>
                        <a:pt x="4629" y="39835"/>
                        <a:pt x="6136" y="3996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41" name="Forme libre : forme 26240">
                  <a:extLst>
                    <a:ext uri="{FF2B5EF4-FFF2-40B4-BE49-F238E27FC236}">
                      <a16:creationId xmlns:a16="http://schemas.microsoft.com/office/drawing/2014/main" id="{BE479F0E-371E-4BD9-9754-52DE94B144F9}"/>
                    </a:ext>
                  </a:extLst>
                </p:cNvPr>
                <p:cNvSpPr/>
                <p:nvPr/>
              </p:nvSpPr>
              <p:spPr>
                <a:xfrm>
                  <a:off x="5900507" y="2025210"/>
                  <a:ext cx="3709" cy="13038"/>
                </a:xfrm>
                <a:custGeom>
                  <a:avLst/>
                  <a:gdLst>
                    <a:gd name="connsiteX0" fmla="*/ 2299 w 3709"/>
                    <a:gd name="connsiteY0" fmla="*/ 12285 h 13038"/>
                    <a:gd name="connsiteX1" fmla="*/ 3052 w 3709"/>
                    <a:gd name="connsiteY1" fmla="*/ 13039 h 13038"/>
                    <a:gd name="connsiteX2" fmla="*/ 3673 w 3709"/>
                    <a:gd name="connsiteY2" fmla="*/ 11798 h 13038"/>
                    <a:gd name="connsiteX3" fmla="*/ 3584 w 3709"/>
                    <a:gd name="connsiteY3" fmla="*/ 9448 h 13038"/>
                    <a:gd name="connsiteX4" fmla="*/ 2742 w 3709"/>
                    <a:gd name="connsiteY4" fmla="*/ 3818 h 13038"/>
                    <a:gd name="connsiteX5" fmla="*/ 2254 w 3709"/>
                    <a:gd name="connsiteY5" fmla="*/ 1779 h 13038"/>
                    <a:gd name="connsiteX6" fmla="*/ 38 w 3709"/>
                    <a:gd name="connsiteY6" fmla="*/ 3552 h 13038"/>
                    <a:gd name="connsiteX7" fmla="*/ 2299 w 3709"/>
                    <a:gd name="connsiteY7" fmla="*/ 12285 h 13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09" h="13038">
                      <a:moveTo>
                        <a:pt x="2299" y="12285"/>
                      </a:moveTo>
                      <a:cubicBezTo>
                        <a:pt x="2520" y="12684"/>
                        <a:pt x="2786" y="13039"/>
                        <a:pt x="3052" y="13039"/>
                      </a:cubicBezTo>
                      <a:cubicBezTo>
                        <a:pt x="3318" y="13039"/>
                        <a:pt x="3584" y="12596"/>
                        <a:pt x="3673" y="11798"/>
                      </a:cubicBezTo>
                      <a:cubicBezTo>
                        <a:pt x="3761" y="11088"/>
                        <a:pt x="3673" y="10246"/>
                        <a:pt x="3584" y="9448"/>
                      </a:cubicBezTo>
                      <a:cubicBezTo>
                        <a:pt x="3362" y="7498"/>
                        <a:pt x="3097" y="5591"/>
                        <a:pt x="2742" y="3818"/>
                      </a:cubicBezTo>
                      <a:cubicBezTo>
                        <a:pt x="2609" y="3064"/>
                        <a:pt x="2432" y="2355"/>
                        <a:pt x="2254" y="1779"/>
                      </a:cubicBezTo>
                      <a:cubicBezTo>
                        <a:pt x="1412" y="-615"/>
                        <a:pt x="-273" y="-1103"/>
                        <a:pt x="38" y="3552"/>
                      </a:cubicBezTo>
                      <a:cubicBezTo>
                        <a:pt x="304" y="7143"/>
                        <a:pt x="1323" y="10601"/>
                        <a:pt x="2299" y="1228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42" name="Forme libre : forme 26241">
                  <a:extLst>
                    <a:ext uri="{FF2B5EF4-FFF2-40B4-BE49-F238E27FC236}">
                      <a16:creationId xmlns:a16="http://schemas.microsoft.com/office/drawing/2014/main" id="{1A9C365C-33BE-49E4-BA53-71E6D1FC51CE}"/>
                    </a:ext>
                  </a:extLst>
                </p:cNvPr>
                <p:cNvSpPr/>
                <p:nvPr/>
              </p:nvSpPr>
              <p:spPr>
                <a:xfrm>
                  <a:off x="5906174" y="1986815"/>
                  <a:ext cx="7624" cy="19293"/>
                </a:xfrm>
                <a:custGeom>
                  <a:avLst/>
                  <a:gdLst>
                    <a:gd name="connsiteX0" fmla="*/ 0 w 7624"/>
                    <a:gd name="connsiteY0" fmla="*/ 10 h 19293"/>
                    <a:gd name="connsiteX1" fmla="*/ 7625 w 7624"/>
                    <a:gd name="connsiteY1" fmla="*/ 19294 h 19293"/>
                    <a:gd name="connsiteX2" fmla="*/ 0 w 7624"/>
                    <a:gd name="connsiteY2" fmla="*/ 10 h 19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624" h="19293">
                      <a:moveTo>
                        <a:pt x="0" y="10"/>
                      </a:moveTo>
                      <a:cubicBezTo>
                        <a:pt x="0" y="10"/>
                        <a:pt x="5275" y="-1054"/>
                        <a:pt x="7625" y="19294"/>
                      </a:cubicBezTo>
                      <a:cubicBezTo>
                        <a:pt x="7625" y="19338"/>
                        <a:pt x="5497" y="3645"/>
                        <a:pt x="0" y="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43" name="Forme libre : forme 26242">
                  <a:extLst>
                    <a:ext uri="{FF2B5EF4-FFF2-40B4-BE49-F238E27FC236}">
                      <a16:creationId xmlns:a16="http://schemas.microsoft.com/office/drawing/2014/main" id="{4F42DF1D-CCCF-4A93-B3B0-091419AA86B8}"/>
                    </a:ext>
                  </a:extLst>
                </p:cNvPr>
                <p:cNvSpPr/>
                <p:nvPr/>
              </p:nvSpPr>
              <p:spPr>
                <a:xfrm>
                  <a:off x="5897042" y="2031732"/>
                  <a:ext cx="7092" cy="22032"/>
                </a:xfrm>
                <a:custGeom>
                  <a:avLst/>
                  <a:gdLst>
                    <a:gd name="connsiteX0" fmla="*/ 0 w 7092"/>
                    <a:gd name="connsiteY0" fmla="*/ 0 h 22032"/>
                    <a:gd name="connsiteX1" fmla="*/ 7093 w 7092"/>
                    <a:gd name="connsiteY1" fmla="*/ 22032 h 22032"/>
                    <a:gd name="connsiteX2" fmla="*/ 0 w 7092"/>
                    <a:gd name="connsiteY2" fmla="*/ 0 h 22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92" h="22032">
                      <a:moveTo>
                        <a:pt x="0" y="0"/>
                      </a:moveTo>
                      <a:cubicBezTo>
                        <a:pt x="0" y="0"/>
                        <a:pt x="621" y="19905"/>
                        <a:pt x="7093" y="22032"/>
                      </a:cubicBezTo>
                      <a:cubicBezTo>
                        <a:pt x="7093" y="22077"/>
                        <a:pt x="1419" y="180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44" name="Forme libre : forme 26243">
                  <a:extLst>
                    <a:ext uri="{FF2B5EF4-FFF2-40B4-BE49-F238E27FC236}">
                      <a16:creationId xmlns:a16="http://schemas.microsoft.com/office/drawing/2014/main" id="{7452EA93-2A5F-486B-8704-16D5EEAA5DED}"/>
                    </a:ext>
                  </a:extLst>
                </p:cNvPr>
                <p:cNvSpPr/>
                <p:nvPr/>
              </p:nvSpPr>
              <p:spPr>
                <a:xfrm>
                  <a:off x="5902861" y="2006029"/>
                  <a:ext cx="2370" cy="12037"/>
                </a:xfrm>
                <a:custGeom>
                  <a:avLst/>
                  <a:gdLst>
                    <a:gd name="connsiteX0" fmla="*/ 1629 w 2370"/>
                    <a:gd name="connsiteY0" fmla="*/ 124 h 12037"/>
                    <a:gd name="connsiteX1" fmla="*/ 2294 w 2370"/>
                    <a:gd name="connsiteY1" fmla="*/ 7217 h 12037"/>
                    <a:gd name="connsiteX2" fmla="*/ 742 w 2370"/>
                    <a:gd name="connsiteY2" fmla="*/ 11916 h 12037"/>
                    <a:gd name="connsiteX3" fmla="*/ 77 w 2370"/>
                    <a:gd name="connsiteY3" fmla="*/ 4823 h 12037"/>
                    <a:gd name="connsiteX4" fmla="*/ 1629 w 2370"/>
                    <a:gd name="connsiteY4" fmla="*/ 124 h 1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0" h="12037">
                      <a:moveTo>
                        <a:pt x="1629" y="124"/>
                      </a:moveTo>
                      <a:cubicBezTo>
                        <a:pt x="2249" y="788"/>
                        <a:pt x="2515" y="3936"/>
                        <a:pt x="2294" y="7217"/>
                      </a:cubicBezTo>
                      <a:cubicBezTo>
                        <a:pt x="2028" y="10453"/>
                        <a:pt x="1363" y="12581"/>
                        <a:pt x="742" y="11916"/>
                      </a:cubicBezTo>
                      <a:cubicBezTo>
                        <a:pt x="121" y="11251"/>
                        <a:pt x="-144" y="8103"/>
                        <a:pt x="77" y="4823"/>
                      </a:cubicBezTo>
                      <a:cubicBezTo>
                        <a:pt x="343" y="1542"/>
                        <a:pt x="1053" y="-541"/>
                        <a:pt x="1629" y="12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45" name="Forme libre : forme 26244">
                  <a:extLst>
                    <a:ext uri="{FF2B5EF4-FFF2-40B4-BE49-F238E27FC236}">
                      <a16:creationId xmlns:a16="http://schemas.microsoft.com/office/drawing/2014/main" id="{F05E77FB-509A-4673-8BA9-D01B59DDCE94}"/>
                    </a:ext>
                  </a:extLst>
                </p:cNvPr>
                <p:cNvSpPr/>
                <p:nvPr/>
              </p:nvSpPr>
              <p:spPr>
                <a:xfrm>
                  <a:off x="5903729" y="2004424"/>
                  <a:ext cx="987" cy="3324"/>
                </a:xfrm>
                <a:custGeom>
                  <a:avLst/>
                  <a:gdLst>
                    <a:gd name="connsiteX0" fmla="*/ 450 w 987"/>
                    <a:gd name="connsiteY0" fmla="*/ 0 h 3324"/>
                    <a:gd name="connsiteX1" fmla="*/ 982 w 987"/>
                    <a:gd name="connsiteY1" fmla="*/ 1640 h 3324"/>
                    <a:gd name="connsiteX2" fmla="*/ 539 w 987"/>
                    <a:gd name="connsiteY2" fmla="*/ 3325 h 3324"/>
                    <a:gd name="connsiteX3" fmla="*/ 7 w 987"/>
                    <a:gd name="connsiteY3" fmla="*/ 1685 h 3324"/>
                    <a:gd name="connsiteX4" fmla="*/ 450 w 987"/>
                    <a:gd name="connsiteY4" fmla="*/ 0 h 3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7" h="3324">
                      <a:moveTo>
                        <a:pt x="450" y="0"/>
                      </a:moveTo>
                      <a:cubicBezTo>
                        <a:pt x="716" y="0"/>
                        <a:pt x="982" y="709"/>
                        <a:pt x="982" y="1640"/>
                      </a:cubicBezTo>
                      <a:cubicBezTo>
                        <a:pt x="1026" y="2571"/>
                        <a:pt x="805" y="3325"/>
                        <a:pt x="539" y="3325"/>
                      </a:cubicBezTo>
                      <a:cubicBezTo>
                        <a:pt x="273" y="3325"/>
                        <a:pt x="7" y="2616"/>
                        <a:pt x="7" y="1685"/>
                      </a:cubicBezTo>
                      <a:cubicBezTo>
                        <a:pt x="-38" y="754"/>
                        <a:pt x="140" y="0"/>
                        <a:pt x="4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46" name="Forme libre : forme 26245">
                  <a:extLst>
                    <a:ext uri="{FF2B5EF4-FFF2-40B4-BE49-F238E27FC236}">
                      <a16:creationId xmlns:a16="http://schemas.microsoft.com/office/drawing/2014/main" id="{C4464B85-0EAB-4CAB-97B3-20FAE832159E}"/>
                    </a:ext>
                  </a:extLst>
                </p:cNvPr>
                <p:cNvSpPr/>
                <p:nvPr/>
              </p:nvSpPr>
              <p:spPr>
                <a:xfrm>
                  <a:off x="5897238" y="1989970"/>
                  <a:ext cx="8428" cy="28375"/>
                </a:xfrm>
                <a:custGeom>
                  <a:avLst/>
                  <a:gdLst>
                    <a:gd name="connsiteX0" fmla="*/ 2730 w 8428"/>
                    <a:gd name="connsiteY0" fmla="*/ 2529 h 28375"/>
                    <a:gd name="connsiteX1" fmla="*/ 6986 w 8428"/>
                    <a:gd name="connsiteY1" fmla="*/ 3 h 28375"/>
                    <a:gd name="connsiteX2" fmla="*/ 8404 w 8428"/>
                    <a:gd name="connsiteY2" fmla="*/ 2308 h 28375"/>
                    <a:gd name="connsiteX3" fmla="*/ 7651 w 8428"/>
                    <a:gd name="connsiteY3" fmla="*/ 5943 h 28375"/>
                    <a:gd name="connsiteX4" fmla="*/ 3838 w 8428"/>
                    <a:gd name="connsiteY4" fmla="*/ 13390 h 28375"/>
                    <a:gd name="connsiteX5" fmla="*/ 1045 w 8428"/>
                    <a:gd name="connsiteY5" fmla="*/ 28020 h 28375"/>
                    <a:gd name="connsiteX6" fmla="*/ 425 w 8428"/>
                    <a:gd name="connsiteY6" fmla="*/ 9844 h 28375"/>
                    <a:gd name="connsiteX7" fmla="*/ 2730 w 8428"/>
                    <a:gd name="connsiteY7" fmla="*/ 2529 h 28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28" h="28375">
                      <a:moveTo>
                        <a:pt x="2730" y="2529"/>
                      </a:moveTo>
                      <a:cubicBezTo>
                        <a:pt x="4015" y="490"/>
                        <a:pt x="5523" y="-42"/>
                        <a:pt x="6986" y="3"/>
                      </a:cubicBezTo>
                      <a:cubicBezTo>
                        <a:pt x="7517" y="47"/>
                        <a:pt x="8227" y="534"/>
                        <a:pt x="8404" y="2308"/>
                      </a:cubicBezTo>
                      <a:cubicBezTo>
                        <a:pt x="8537" y="3948"/>
                        <a:pt x="8094" y="5189"/>
                        <a:pt x="7651" y="5943"/>
                      </a:cubicBezTo>
                      <a:cubicBezTo>
                        <a:pt x="6321" y="8204"/>
                        <a:pt x="4725" y="9401"/>
                        <a:pt x="3838" y="13390"/>
                      </a:cubicBezTo>
                      <a:cubicBezTo>
                        <a:pt x="3306" y="15873"/>
                        <a:pt x="2552" y="30857"/>
                        <a:pt x="1045" y="28020"/>
                      </a:cubicBezTo>
                      <a:cubicBezTo>
                        <a:pt x="-418" y="25182"/>
                        <a:pt x="-63" y="13390"/>
                        <a:pt x="425" y="9844"/>
                      </a:cubicBezTo>
                      <a:cubicBezTo>
                        <a:pt x="912" y="6563"/>
                        <a:pt x="1755" y="4081"/>
                        <a:pt x="2730" y="252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78" name="Graphique 2">
                <a:extLst>
                  <a:ext uri="{FF2B5EF4-FFF2-40B4-BE49-F238E27FC236}">
                    <a16:creationId xmlns:a16="http://schemas.microsoft.com/office/drawing/2014/main" id="{D0318AB3-CFA8-499C-813A-7B92CAB260EC}"/>
                  </a:ext>
                </a:extLst>
              </p:cNvPr>
              <p:cNvGrpSpPr/>
              <p:nvPr/>
            </p:nvGrpSpPr>
            <p:grpSpPr>
              <a:xfrm>
                <a:off x="5893509" y="1914343"/>
                <a:ext cx="19265" cy="70443"/>
                <a:chOff x="5893509" y="1914343"/>
                <a:chExt cx="19265" cy="70443"/>
              </a:xfrm>
              <a:solidFill>
                <a:schemeClr val="accent1"/>
              </a:solidFill>
            </p:grpSpPr>
            <p:sp>
              <p:nvSpPr>
                <p:cNvPr id="26223" name="Forme libre : forme 26222">
                  <a:extLst>
                    <a:ext uri="{FF2B5EF4-FFF2-40B4-BE49-F238E27FC236}">
                      <a16:creationId xmlns:a16="http://schemas.microsoft.com/office/drawing/2014/main" id="{AA35ED2C-AE36-4E4D-9ED0-DE02A0527264}"/>
                    </a:ext>
                  </a:extLst>
                </p:cNvPr>
                <p:cNvSpPr/>
                <p:nvPr/>
              </p:nvSpPr>
              <p:spPr>
                <a:xfrm>
                  <a:off x="5893509" y="1914343"/>
                  <a:ext cx="19265" cy="70443"/>
                </a:xfrm>
                <a:custGeom>
                  <a:avLst/>
                  <a:gdLst>
                    <a:gd name="connsiteX0" fmla="*/ 18428 w 19265"/>
                    <a:gd name="connsiteY0" fmla="*/ 21944 h 70443"/>
                    <a:gd name="connsiteX1" fmla="*/ 19226 w 19265"/>
                    <a:gd name="connsiteY1" fmla="*/ 47922 h 70443"/>
                    <a:gd name="connsiteX2" fmla="*/ 13330 w 19265"/>
                    <a:gd name="connsiteY2" fmla="*/ 70265 h 70443"/>
                    <a:gd name="connsiteX3" fmla="*/ 8276 w 19265"/>
                    <a:gd name="connsiteY3" fmla="*/ 70442 h 70443"/>
                    <a:gd name="connsiteX4" fmla="*/ 873 w 19265"/>
                    <a:gd name="connsiteY4" fmla="*/ 48543 h 70443"/>
                    <a:gd name="connsiteX5" fmla="*/ 31 w 19265"/>
                    <a:gd name="connsiteY5" fmla="*/ 22476 h 70443"/>
                    <a:gd name="connsiteX6" fmla="*/ 6104 w 19265"/>
                    <a:gd name="connsiteY6" fmla="*/ 133 h 70443"/>
                    <a:gd name="connsiteX7" fmla="*/ 11158 w 19265"/>
                    <a:gd name="connsiteY7" fmla="*/ 0 h 70443"/>
                    <a:gd name="connsiteX8" fmla="*/ 18428 w 19265"/>
                    <a:gd name="connsiteY8" fmla="*/ 21944 h 70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65" h="70443">
                      <a:moveTo>
                        <a:pt x="18428" y="21944"/>
                      </a:moveTo>
                      <a:lnTo>
                        <a:pt x="19226" y="47922"/>
                      </a:lnTo>
                      <a:cubicBezTo>
                        <a:pt x="19625" y="60113"/>
                        <a:pt x="16965" y="70176"/>
                        <a:pt x="13330" y="70265"/>
                      </a:cubicBezTo>
                      <a:lnTo>
                        <a:pt x="8276" y="70442"/>
                      </a:lnTo>
                      <a:cubicBezTo>
                        <a:pt x="4641" y="70575"/>
                        <a:pt x="1272" y="60689"/>
                        <a:pt x="873" y="48543"/>
                      </a:cubicBezTo>
                      <a:lnTo>
                        <a:pt x="31" y="22476"/>
                      </a:lnTo>
                      <a:cubicBezTo>
                        <a:pt x="-324" y="10285"/>
                        <a:pt x="2425" y="178"/>
                        <a:pt x="6104" y="133"/>
                      </a:cubicBezTo>
                      <a:lnTo>
                        <a:pt x="11158" y="0"/>
                      </a:lnTo>
                      <a:cubicBezTo>
                        <a:pt x="14837" y="-44"/>
                        <a:pt x="18074" y="9797"/>
                        <a:pt x="18428" y="2194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24" name="Forme libre : forme 26223">
                  <a:extLst>
                    <a:ext uri="{FF2B5EF4-FFF2-40B4-BE49-F238E27FC236}">
                      <a16:creationId xmlns:a16="http://schemas.microsoft.com/office/drawing/2014/main" id="{BD715D80-5E14-41F6-8C82-D16663751BA3}"/>
                    </a:ext>
                  </a:extLst>
                </p:cNvPr>
                <p:cNvSpPr/>
                <p:nvPr/>
              </p:nvSpPr>
              <p:spPr>
                <a:xfrm>
                  <a:off x="5904534" y="1914388"/>
                  <a:ext cx="8240" cy="70353"/>
                </a:xfrm>
                <a:custGeom>
                  <a:avLst/>
                  <a:gdLst>
                    <a:gd name="connsiteX0" fmla="*/ 2039 w 8240"/>
                    <a:gd name="connsiteY0" fmla="*/ 43489 h 70353"/>
                    <a:gd name="connsiteX1" fmla="*/ 133 w 8240"/>
                    <a:gd name="connsiteY1" fmla="*/ 70353 h 70353"/>
                    <a:gd name="connsiteX2" fmla="*/ 2305 w 8240"/>
                    <a:gd name="connsiteY2" fmla="*/ 70265 h 70353"/>
                    <a:gd name="connsiteX3" fmla="*/ 8201 w 8240"/>
                    <a:gd name="connsiteY3" fmla="*/ 47922 h 70353"/>
                    <a:gd name="connsiteX4" fmla="*/ 7403 w 8240"/>
                    <a:gd name="connsiteY4" fmla="*/ 21944 h 70353"/>
                    <a:gd name="connsiteX5" fmla="*/ 177 w 8240"/>
                    <a:gd name="connsiteY5" fmla="*/ 0 h 70353"/>
                    <a:gd name="connsiteX6" fmla="*/ 0 w 8240"/>
                    <a:gd name="connsiteY6" fmla="*/ 0 h 70353"/>
                    <a:gd name="connsiteX7" fmla="*/ 2039 w 8240"/>
                    <a:gd name="connsiteY7" fmla="*/ 43489 h 70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240" h="70353">
                      <a:moveTo>
                        <a:pt x="2039" y="43489"/>
                      </a:moveTo>
                      <a:cubicBezTo>
                        <a:pt x="3192" y="53774"/>
                        <a:pt x="2483" y="64502"/>
                        <a:pt x="133" y="70353"/>
                      </a:cubicBezTo>
                      <a:lnTo>
                        <a:pt x="2305" y="70265"/>
                      </a:lnTo>
                      <a:cubicBezTo>
                        <a:pt x="5940" y="70132"/>
                        <a:pt x="8600" y="60069"/>
                        <a:pt x="8201" y="47922"/>
                      </a:cubicBezTo>
                      <a:lnTo>
                        <a:pt x="7403" y="21944"/>
                      </a:lnTo>
                      <a:cubicBezTo>
                        <a:pt x="7049" y="9797"/>
                        <a:pt x="3813" y="-44"/>
                        <a:pt x="177" y="0"/>
                      </a:cubicBezTo>
                      <a:lnTo>
                        <a:pt x="0" y="0"/>
                      </a:lnTo>
                      <a:cubicBezTo>
                        <a:pt x="709" y="14807"/>
                        <a:pt x="399" y="28948"/>
                        <a:pt x="2039" y="4348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25" name="Forme libre : forme 26224">
                  <a:extLst>
                    <a:ext uri="{FF2B5EF4-FFF2-40B4-BE49-F238E27FC236}">
                      <a16:creationId xmlns:a16="http://schemas.microsoft.com/office/drawing/2014/main" id="{5547CED6-55A5-475D-8562-1D4EB0B160CD}"/>
                    </a:ext>
                  </a:extLst>
                </p:cNvPr>
                <p:cNvSpPr/>
                <p:nvPr/>
              </p:nvSpPr>
              <p:spPr>
                <a:xfrm>
                  <a:off x="5899891" y="1928884"/>
                  <a:ext cx="7027" cy="32007"/>
                </a:xfrm>
                <a:custGeom>
                  <a:avLst/>
                  <a:gdLst>
                    <a:gd name="connsiteX0" fmla="*/ 3048 w 7027"/>
                    <a:gd name="connsiteY0" fmla="*/ 0 h 32007"/>
                    <a:gd name="connsiteX1" fmla="*/ 6993 w 7027"/>
                    <a:gd name="connsiteY1" fmla="*/ 15915 h 32007"/>
                    <a:gd name="connsiteX2" fmla="*/ 4023 w 7027"/>
                    <a:gd name="connsiteY2" fmla="*/ 32007 h 32007"/>
                    <a:gd name="connsiteX3" fmla="*/ 33 w 7027"/>
                    <a:gd name="connsiteY3" fmla="*/ 16092 h 32007"/>
                    <a:gd name="connsiteX4" fmla="*/ 3048 w 7027"/>
                    <a:gd name="connsiteY4" fmla="*/ 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27" h="32007">
                      <a:moveTo>
                        <a:pt x="3048" y="0"/>
                      </a:moveTo>
                      <a:cubicBezTo>
                        <a:pt x="4954" y="-44"/>
                        <a:pt x="6727" y="7049"/>
                        <a:pt x="6993" y="15915"/>
                      </a:cubicBezTo>
                      <a:cubicBezTo>
                        <a:pt x="7259" y="24737"/>
                        <a:pt x="5973" y="31963"/>
                        <a:pt x="4023" y="32007"/>
                      </a:cubicBezTo>
                      <a:cubicBezTo>
                        <a:pt x="2117" y="32052"/>
                        <a:pt x="299" y="24959"/>
                        <a:pt x="33" y="16092"/>
                      </a:cubicBezTo>
                      <a:cubicBezTo>
                        <a:pt x="-233" y="7271"/>
                        <a:pt x="1141" y="89"/>
                        <a:pt x="3048" y="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26" name="Forme libre : forme 26225">
                  <a:extLst>
                    <a:ext uri="{FF2B5EF4-FFF2-40B4-BE49-F238E27FC236}">
                      <a16:creationId xmlns:a16="http://schemas.microsoft.com/office/drawing/2014/main" id="{7F45D721-5373-49E8-953E-2ABCF3767B4C}"/>
                    </a:ext>
                  </a:extLst>
                </p:cNvPr>
                <p:cNvSpPr/>
                <p:nvPr/>
              </p:nvSpPr>
              <p:spPr>
                <a:xfrm>
                  <a:off x="5900855" y="1937662"/>
                  <a:ext cx="6107" cy="23274"/>
                </a:xfrm>
                <a:custGeom>
                  <a:avLst/>
                  <a:gdLst>
                    <a:gd name="connsiteX0" fmla="*/ 0 w 6107"/>
                    <a:gd name="connsiteY0" fmla="*/ 16314 h 23274"/>
                    <a:gd name="connsiteX1" fmla="*/ 3103 w 6107"/>
                    <a:gd name="connsiteY1" fmla="*/ 23274 h 23274"/>
                    <a:gd name="connsiteX2" fmla="*/ 6073 w 6107"/>
                    <a:gd name="connsiteY2" fmla="*/ 7182 h 23274"/>
                    <a:gd name="connsiteX3" fmla="*/ 5497 w 6107"/>
                    <a:gd name="connsiteY3" fmla="*/ 0 h 23274"/>
                    <a:gd name="connsiteX4" fmla="*/ 5364 w 6107"/>
                    <a:gd name="connsiteY4" fmla="*/ 3990 h 23274"/>
                    <a:gd name="connsiteX5" fmla="*/ 0 w 6107"/>
                    <a:gd name="connsiteY5" fmla="*/ 16314 h 23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07" h="23274">
                      <a:moveTo>
                        <a:pt x="0" y="16314"/>
                      </a:moveTo>
                      <a:cubicBezTo>
                        <a:pt x="754" y="20525"/>
                        <a:pt x="1906" y="23318"/>
                        <a:pt x="3103" y="23274"/>
                      </a:cubicBezTo>
                      <a:cubicBezTo>
                        <a:pt x="5009" y="23229"/>
                        <a:pt x="6339" y="16004"/>
                        <a:pt x="6073" y="7182"/>
                      </a:cubicBezTo>
                      <a:cubicBezTo>
                        <a:pt x="5985" y="4610"/>
                        <a:pt x="5763" y="2172"/>
                        <a:pt x="5497" y="0"/>
                      </a:cubicBezTo>
                      <a:cubicBezTo>
                        <a:pt x="5497" y="1330"/>
                        <a:pt x="5497" y="2660"/>
                        <a:pt x="5364" y="3990"/>
                      </a:cubicBezTo>
                      <a:cubicBezTo>
                        <a:pt x="4477" y="11038"/>
                        <a:pt x="2350" y="16757"/>
                        <a:pt x="0" y="1631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27" name="Forme libre : forme 26226">
                  <a:extLst>
                    <a:ext uri="{FF2B5EF4-FFF2-40B4-BE49-F238E27FC236}">
                      <a16:creationId xmlns:a16="http://schemas.microsoft.com/office/drawing/2014/main" id="{699DFC35-0EB5-4854-A233-4478EC9F3870}"/>
                    </a:ext>
                  </a:extLst>
                </p:cNvPr>
                <p:cNvSpPr/>
                <p:nvPr/>
              </p:nvSpPr>
              <p:spPr>
                <a:xfrm>
                  <a:off x="5900643" y="1927244"/>
                  <a:ext cx="7028" cy="32007"/>
                </a:xfrm>
                <a:custGeom>
                  <a:avLst/>
                  <a:gdLst>
                    <a:gd name="connsiteX0" fmla="*/ 3048 w 7028"/>
                    <a:gd name="connsiteY0" fmla="*/ 0 h 32007"/>
                    <a:gd name="connsiteX1" fmla="*/ 6994 w 7028"/>
                    <a:gd name="connsiteY1" fmla="*/ 15915 h 32007"/>
                    <a:gd name="connsiteX2" fmla="*/ 4024 w 7028"/>
                    <a:gd name="connsiteY2" fmla="*/ 32007 h 32007"/>
                    <a:gd name="connsiteX3" fmla="*/ 34 w 7028"/>
                    <a:gd name="connsiteY3" fmla="*/ 16092 h 32007"/>
                    <a:gd name="connsiteX4" fmla="*/ 3048 w 7028"/>
                    <a:gd name="connsiteY4" fmla="*/ 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28" h="32007">
                      <a:moveTo>
                        <a:pt x="3048" y="0"/>
                      </a:moveTo>
                      <a:cubicBezTo>
                        <a:pt x="4955" y="-44"/>
                        <a:pt x="6728" y="7049"/>
                        <a:pt x="6994" y="15915"/>
                      </a:cubicBezTo>
                      <a:cubicBezTo>
                        <a:pt x="7260" y="24737"/>
                        <a:pt x="5974" y="31963"/>
                        <a:pt x="4024" y="32007"/>
                      </a:cubicBezTo>
                      <a:cubicBezTo>
                        <a:pt x="2117" y="32052"/>
                        <a:pt x="300" y="24959"/>
                        <a:pt x="34" y="16092"/>
                      </a:cubicBezTo>
                      <a:cubicBezTo>
                        <a:pt x="-232" y="7271"/>
                        <a:pt x="1098" y="89"/>
                        <a:pt x="3048" y="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28" name="Forme libre : forme 26227">
                  <a:extLst>
                    <a:ext uri="{FF2B5EF4-FFF2-40B4-BE49-F238E27FC236}">
                      <a16:creationId xmlns:a16="http://schemas.microsoft.com/office/drawing/2014/main" id="{B939A4AF-0557-425F-AD3A-98972C92B55E}"/>
                    </a:ext>
                  </a:extLst>
                </p:cNvPr>
                <p:cNvSpPr/>
                <p:nvPr/>
              </p:nvSpPr>
              <p:spPr>
                <a:xfrm>
                  <a:off x="5898672" y="1934533"/>
                  <a:ext cx="12350" cy="40217"/>
                </a:xfrm>
                <a:custGeom>
                  <a:avLst/>
                  <a:gdLst>
                    <a:gd name="connsiteX0" fmla="*/ 6172 w 12350"/>
                    <a:gd name="connsiteY0" fmla="*/ 39924 h 40217"/>
                    <a:gd name="connsiteX1" fmla="*/ 9364 w 12350"/>
                    <a:gd name="connsiteY1" fmla="*/ 38727 h 40217"/>
                    <a:gd name="connsiteX2" fmla="*/ 12290 w 12350"/>
                    <a:gd name="connsiteY2" fmla="*/ 22502 h 40217"/>
                    <a:gd name="connsiteX3" fmla="*/ 11314 w 12350"/>
                    <a:gd name="connsiteY3" fmla="*/ 5745 h 40217"/>
                    <a:gd name="connsiteX4" fmla="*/ 8034 w 12350"/>
                    <a:gd name="connsiteY4" fmla="*/ 425 h 40217"/>
                    <a:gd name="connsiteX5" fmla="*/ 6571 w 12350"/>
                    <a:gd name="connsiteY5" fmla="*/ 6055 h 40217"/>
                    <a:gd name="connsiteX6" fmla="*/ 3202 w 12350"/>
                    <a:gd name="connsiteY6" fmla="*/ 19842 h 40217"/>
                    <a:gd name="connsiteX7" fmla="*/ 232 w 12350"/>
                    <a:gd name="connsiteY7" fmla="*/ 35934 h 40217"/>
                    <a:gd name="connsiteX8" fmla="*/ 6172 w 12350"/>
                    <a:gd name="connsiteY8" fmla="*/ 39924 h 4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350" h="40217">
                      <a:moveTo>
                        <a:pt x="6172" y="39924"/>
                      </a:moveTo>
                      <a:cubicBezTo>
                        <a:pt x="7280" y="40012"/>
                        <a:pt x="8389" y="40057"/>
                        <a:pt x="9364" y="38727"/>
                      </a:cubicBezTo>
                      <a:cubicBezTo>
                        <a:pt x="11226" y="36200"/>
                        <a:pt x="12068" y="29240"/>
                        <a:pt x="12290" y="22502"/>
                      </a:cubicBezTo>
                      <a:cubicBezTo>
                        <a:pt x="12467" y="16872"/>
                        <a:pt x="12290" y="10798"/>
                        <a:pt x="11314" y="5745"/>
                      </a:cubicBezTo>
                      <a:cubicBezTo>
                        <a:pt x="10605" y="1976"/>
                        <a:pt x="9186" y="-1171"/>
                        <a:pt x="8034" y="425"/>
                      </a:cubicBezTo>
                      <a:cubicBezTo>
                        <a:pt x="7325" y="1400"/>
                        <a:pt x="6926" y="3883"/>
                        <a:pt x="6571" y="6055"/>
                      </a:cubicBezTo>
                      <a:cubicBezTo>
                        <a:pt x="5684" y="11286"/>
                        <a:pt x="4532" y="15941"/>
                        <a:pt x="3202" y="19842"/>
                      </a:cubicBezTo>
                      <a:cubicBezTo>
                        <a:pt x="2049" y="23167"/>
                        <a:pt x="-832" y="29240"/>
                        <a:pt x="232" y="35934"/>
                      </a:cubicBezTo>
                      <a:cubicBezTo>
                        <a:pt x="1163" y="41963"/>
                        <a:pt x="4665" y="39835"/>
                        <a:pt x="6172" y="3992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29" name="Forme libre : forme 26228">
                  <a:extLst>
                    <a:ext uri="{FF2B5EF4-FFF2-40B4-BE49-F238E27FC236}">
                      <a16:creationId xmlns:a16="http://schemas.microsoft.com/office/drawing/2014/main" id="{0F3BBA53-969D-4210-B9BF-EE6C00AD0263}"/>
                    </a:ext>
                  </a:extLst>
                </p:cNvPr>
                <p:cNvSpPr/>
                <p:nvPr/>
              </p:nvSpPr>
              <p:spPr>
                <a:xfrm>
                  <a:off x="5898358" y="1954901"/>
                  <a:ext cx="3775" cy="13039"/>
                </a:xfrm>
                <a:custGeom>
                  <a:avLst/>
                  <a:gdLst>
                    <a:gd name="connsiteX0" fmla="*/ 2364 w 3775"/>
                    <a:gd name="connsiteY0" fmla="*/ 12285 h 13039"/>
                    <a:gd name="connsiteX1" fmla="*/ 3118 w 3775"/>
                    <a:gd name="connsiteY1" fmla="*/ 13039 h 13039"/>
                    <a:gd name="connsiteX2" fmla="*/ 3738 w 3775"/>
                    <a:gd name="connsiteY2" fmla="*/ 11798 h 13039"/>
                    <a:gd name="connsiteX3" fmla="*/ 3650 w 3775"/>
                    <a:gd name="connsiteY3" fmla="*/ 9448 h 13039"/>
                    <a:gd name="connsiteX4" fmla="*/ 2763 w 3775"/>
                    <a:gd name="connsiteY4" fmla="*/ 3818 h 13039"/>
                    <a:gd name="connsiteX5" fmla="*/ 2231 w 3775"/>
                    <a:gd name="connsiteY5" fmla="*/ 1779 h 13039"/>
                    <a:gd name="connsiteX6" fmla="*/ 59 w 3775"/>
                    <a:gd name="connsiteY6" fmla="*/ 3552 h 13039"/>
                    <a:gd name="connsiteX7" fmla="*/ 2364 w 3775"/>
                    <a:gd name="connsiteY7" fmla="*/ 12285 h 13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75" h="13039">
                      <a:moveTo>
                        <a:pt x="2364" y="12285"/>
                      </a:moveTo>
                      <a:cubicBezTo>
                        <a:pt x="2586" y="12684"/>
                        <a:pt x="2852" y="13039"/>
                        <a:pt x="3118" y="13039"/>
                      </a:cubicBezTo>
                      <a:cubicBezTo>
                        <a:pt x="3384" y="13039"/>
                        <a:pt x="3650" y="12596"/>
                        <a:pt x="3738" y="11798"/>
                      </a:cubicBezTo>
                      <a:cubicBezTo>
                        <a:pt x="3827" y="11088"/>
                        <a:pt x="3738" y="10246"/>
                        <a:pt x="3650" y="9448"/>
                      </a:cubicBezTo>
                      <a:cubicBezTo>
                        <a:pt x="3428" y="7498"/>
                        <a:pt x="3118" y="5591"/>
                        <a:pt x="2763" y="3818"/>
                      </a:cubicBezTo>
                      <a:cubicBezTo>
                        <a:pt x="2630" y="3065"/>
                        <a:pt x="2453" y="2355"/>
                        <a:pt x="2231" y="1779"/>
                      </a:cubicBezTo>
                      <a:cubicBezTo>
                        <a:pt x="1389" y="-615"/>
                        <a:pt x="-340" y="-1103"/>
                        <a:pt x="59" y="3552"/>
                      </a:cubicBezTo>
                      <a:cubicBezTo>
                        <a:pt x="325" y="7187"/>
                        <a:pt x="1389" y="10645"/>
                        <a:pt x="2364" y="1228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30" name="Forme libre : forme 26229">
                  <a:extLst>
                    <a:ext uri="{FF2B5EF4-FFF2-40B4-BE49-F238E27FC236}">
                      <a16:creationId xmlns:a16="http://schemas.microsoft.com/office/drawing/2014/main" id="{7E379BDE-44B1-4CF2-9911-A967D2BCABA0}"/>
                    </a:ext>
                  </a:extLst>
                </p:cNvPr>
                <p:cNvSpPr/>
                <p:nvPr/>
              </p:nvSpPr>
              <p:spPr>
                <a:xfrm>
                  <a:off x="5904002" y="1916508"/>
                  <a:ext cx="7536" cy="19291"/>
                </a:xfrm>
                <a:custGeom>
                  <a:avLst/>
                  <a:gdLst>
                    <a:gd name="connsiteX0" fmla="*/ 0 w 7536"/>
                    <a:gd name="connsiteY0" fmla="*/ 8 h 19291"/>
                    <a:gd name="connsiteX1" fmla="*/ 7536 w 7536"/>
                    <a:gd name="connsiteY1" fmla="*/ 19292 h 19291"/>
                    <a:gd name="connsiteX2" fmla="*/ 0 w 7536"/>
                    <a:gd name="connsiteY2" fmla="*/ 8 h 19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536" h="19291">
                      <a:moveTo>
                        <a:pt x="0" y="8"/>
                      </a:moveTo>
                      <a:cubicBezTo>
                        <a:pt x="0" y="8"/>
                        <a:pt x="5275" y="-968"/>
                        <a:pt x="7536" y="19292"/>
                      </a:cubicBezTo>
                      <a:cubicBezTo>
                        <a:pt x="7536" y="19336"/>
                        <a:pt x="5453" y="3687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31" name="Forme libre : forme 26230">
                  <a:extLst>
                    <a:ext uri="{FF2B5EF4-FFF2-40B4-BE49-F238E27FC236}">
                      <a16:creationId xmlns:a16="http://schemas.microsoft.com/office/drawing/2014/main" id="{F2B8FD19-7BD2-45CD-8A41-AA342E4E896B}"/>
                    </a:ext>
                  </a:extLst>
                </p:cNvPr>
                <p:cNvSpPr/>
                <p:nvPr/>
              </p:nvSpPr>
              <p:spPr>
                <a:xfrm>
                  <a:off x="5894870" y="1961512"/>
                  <a:ext cx="7403" cy="21988"/>
                </a:xfrm>
                <a:custGeom>
                  <a:avLst/>
                  <a:gdLst>
                    <a:gd name="connsiteX0" fmla="*/ 0 w 7403"/>
                    <a:gd name="connsiteY0" fmla="*/ 0 h 21988"/>
                    <a:gd name="connsiteX1" fmla="*/ 7403 w 7403"/>
                    <a:gd name="connsiteY1" fmla="*/ 21988 h 21988"/>
                    <a:gd name="connsiteX2" fmla="*/ 0 w 7403"/>
                    <a:gd name="connsiteY2" fmla="*/ 0 h 2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403" h="21988">
                      <a:moveTo>
                        <a:pt x="0" y="0"/>
                      </a:moveTo>
                      <a:cubicBezTo>
                        <a:pt x="0" y="0"/>
                        <a:pt x="887" y="19993"/>
                        <a:pt x="7403" y="21988"/>
                      </a:cubicBezTo>
                      <a:cubicBezTo>
                        <a:pt x="7448" y="21988"/>
                        <a:pt x="1685" y="1813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32" name="Forme libre : forme 26231">
                  <a:extLst>
                    <a:ext uri="{FF2B5EF4-FFF2-40B4-BE49-F238E27FC236}">
                      <a16:creationId xmlns:a16="http://schemas.microsoft.com/office/drawing/2014/main" id="{F93D5A3C-DCDB-4175-8FDD-197BB8AC5406}"/>
                    </a:ext>
                  </a:extLst>
                </p:cNvPr>
                <p:cNvSpPr/>
                <p:nvPr/>
              </p:nvSpPr>
              <p:spPr>
                <a:xfrm>
                  <a:off x="5900650" y="1935722"/>
                  <a:ext cx="2321" cy="12035"/>
                </a:xfrm>
                <a:custGeom>
                  <a:avLst/>
                  <a:gdLst>
                    <a:gd name="connsiteX0" fmla="*/ 1579 w 2321"/>
                    <a:gd name="connsiteY0" fmla="*/ 122 h 12035"/>
                    <a:gd name="connsiteX1" fmla="*/ 2244 w 2321"/>
                    <a:gd name="connsiteY1" fmla="*/ 7215 h 12035"/>
                    <a:gd name="connsiteX2" fmla="*/ 737 w 2321"/>
                    <a:gd name="connsiteY2" fmla="*/ 11914 h 12035"/>
                    <a:gd name="connsiteX3" fmla="*/ 72 w 2321"/>
                    <a:gd name="connsiteY3" fmla="*/ 4821 h 12035"/>
                    <a:gd name="connsiteX4" fmla="*/ 1579 w 2321"/>
                    <a:gd name="connsiteY4" fmla="*/ 122 h 12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1" h="12035">
                      <a:moveTo>
                        <a:pt x="1579" y="122"/>
                      </a:moveTo>
                      <a:cubicBezTo>
                        <a:pt x="2200" y="787"/>
                        <a:pt x="2466" y="3934"/>
                        <a:pt x="2244" y="7215"/>
                      </a:cubicBezTo>
                      <a:cubicBezTo>
                        <a:pt x="2022" y="10451"/>
                        <a:pt x="1313" y="12579"/>
                        <a:pt x="737" y="11914"/>
                      </a:cubicBezTo>
                      <a:cubicBezTo>
                        <a:pt x="161" y="11249"/>
                        <a:pt x="-150" y="8101"/>
                        <a:pt x="72" y="4821"/>
                      </a:cubicBezTo>
                      <a:cubicBezTo>
                        <a:pt x="294" y="1585"/>
                        <a:pt x="958" y="-543"/>
                        <a:pt x="1579" y="12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33" name="Forme libre : forme 26232">
                  <a:extLst>
                    <a:ext uri="{FF2B5EF4-FFF2-40B4-BE49-F238E27FC236}">
                      <a16:creationId xmlns:a16="http://schemas.microsoft.com/office/drawing/2014/main" id="{77F3676D-CC46-47B7-8472-49BCFACD6A6C}"/>
                    </a:ext>
                  </a:extLst>
                </p:cNvPr>
                <p:cNvSpPr/>
                <p:nvPr/>
              </p:nvSpPr>
              <p:spPr>
                <a:xfrm>
                  <a:off x="5901425" y="1934115"/>
                  <a:ext cx="986" cy="3324"/>
                </a:xfrm>
                <a:custGeom>
                  <a:avLst/>
                  <a:gdLst>
                    <a:gd name="connsiteX0" fmla="*/ 449 w 986"/>
                    <a:gd name="connsiteY0" fmla="*/ 0 h 3324"/>
                    <a:gd name="connsiteX1" fmla="*/ 981 w 986"/>
                    <a:gd name="connsiteY1" fmla="*/ 1640 h 3324"/>
                    <a:gd name="connsiteX2" fmla="*/ 538 w 986"/>
                    <a:gd name="connsiteY2" fmla="*/ 3325 h 3324"/>
                    <a:gd name="connsiteX3" fmla="*/ 6 w 986"/>
                    <a:gd name="connsiteY3" fmla="*/ 1685 h 3324"/>
                    <a:gd name="connsiteX4" fmla="*/ 449 w 986"/>
                    <a:gd name="connsiteY4" fmla="*/ 0 h 3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6" h="3324">
                      <a:moveTo>
                        <a:pt x="449" y="0"/>
                      </a:moveTo>
                      <a:cubicBezTo>
                        <a:pt x="715" y="0"/>
                        <a:pt x="981" y="709"/>
                        <a:pt x="981" y="1640"/>
                      </a:cubicBezTo>
                      <a:cubicBezTo>
                        <a:pt x="1025" y="2571"/>
                        <a:pt x="804" y="3325"/>
                        <a:pt x="538" y="3325"/>
                      </a:cubicBezTo>
                      <a:cubicBezTo>
                        <a:pt x="272" y="3325"/>
                        <a:pt x="6" y="2616"/>
                        <a:pt x="6" y="1685"/>
                      </a:cubicBezTo>
                      <a:cubicBezTo>
                        <a:pt x="-39" y="754"/>
                        <a:pt x="183" y="0"/>
                        <a:pt x="44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34" name="Forme libre : forme 26233">
                  <a:extLst>
                    <a:ext uri="{FF2B5EF4-FFF2-40B4-BE49-F238E27FC236}">
                      <a16:creationId xmlns:a16="http://schemas.microsoft.com/office/drawing/2014/main" id="{3294BD80-A78E-4DAD-8422-7E6DB76810F1}"/>
                    </a:ext>
                  </a:extLst>
                </p:cNvPr>
                <p:cNvSpPr/>
                <p:nvPr/>
              </p:nvSpPr>
              <p:spPr>
                <a:xfrm>
                  <a:off x="5895070" y="1919654"/>
                  <a:ext cx="8422" cy="28469"/>
                </a:xfrm>
                <a:custGeom>
                  <a:avLst/>
                  <a:gdLst>
                    <a:gd name="connsiteX0" fmla="*/ 2681 w 8422"/>
                    <a:gd name="connsiteY0" fmla="*/ 2492 h 28469"/>
                    <a:gd name="connsiteX1" fmla="*/ 6981 w 8422"/>
                    <a:gd name="connsiteY1" fmla="*/ 9 h 28469"/>
                    <a:gd name="connsiteX2" fmla="*/ 8400 w 8422"/>
                    <a:gd name="connsiteY2" fmla="*/ 2359 h 28469"/>
                    <a:gd name="connsiteX3" fmla="*/ 7646 w 8422"/>
                    <a:gd name="connsiteY3" fmla="*/ 5994 h 28469"/>
                    <a:gd name="connsiteX4" fmla="*/ 3834 w 8422"/>
                    <a:gd name="connsiteY4" fmla="*/ 13441 h 28469"/>
                    <a:gd name="connsiteX5" fmla="*/ 1085 w 8422"/>
                    <a:gd name="connsiteY5" fmla="*/ 28115 h 28469"/>
                    <a:gd name="connsiteX6" fmla="*/ 420 w 8422"/>
                    <a:gd name="connsiteY6" fmla="*/ 9851 h 28469"/>
                    <a:gd name="connsiteX7" fmla="*/ 2681 w 8422"/>
                    <a:gd name="connsiteY7" fmla="*/ 2492 h 28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22" h="28469">
                      <a:moveTo>
                        <a:pt x="2681" y="2492"/>
                      </a:moveTo>
                      <a:cubicBezTo>
                        <a:pt x="3967" y="453"/>
                        <a:pt x="5474" y="-79"/>
                        <a:pt x="6981" y="9"/>
                      </a:cubicBezTo>
                      <a:cubicBezTo>
                        <a:pt x="7513" y="54"/>
                        <a:pt x="8222" y="541"/>
                        <a:pt x="8400" y="2359"/>
                      </a:cubicBezTo>
                      <a:cubicBezTo>
                        <a:pt x="8533" y="3999"/>
                        <a:pt x="8045" y="5240"/>
                        <a:pt x="7646" y="5994"/>
                      </a:cubicBezTo>
                      <a:cubicBezTo>
                        <a:pt x="6316" y="8210"/>
                        <a:pt x="4676" y="9452"/>
                        <a:pt x="3834" y="13441"/>
                      </a:cubicBezTo>
                      <a:cubicBezTo>
                        <a:pt x="3257" y="15924"/>
                        <a:pt x="2548" y="30952"/>
                        <a:pt x="1085" y="28115"/>
                      </a:cubicBezTo>
                      <a:cubicBezTo>
                        <a:pt x="-422" y="25278"/>
                        <a:pt x="-67" y="13441"/>
                        <a:pt x="420" y="9851"/>
                      </a:cubicBezTo>
                      <a:cubicBezTo>
                        <a:pt x="819" y="6526"/>
                        <a:pt x="1706" y="4043"/>
                        <a:pt x="2681" y="249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79" name="Graphique 2">
                <a:extLst>
                  <a:ext uri="{FF2B5EF4-FFF2-40B4-BE49-F238E27FC236}">
                    <a16:creationId xmlns:a16="http://schemas.microsoft.com/office/drawing/2014/main" id="{1228F8A9-DD57-4BE9-AD15-F5808C8E6C9A}"/>
                  </a:ext>
                </a:extLst>
              </p:cNvPr>
              <p:cNvGrpSpPr/>
              <p:nvPr/>
            </p:nvGrpSpPr>
            <p:grpSpPr>
              <a:xfrm>
                <a:off x="5892420" y="1844078"/>
                <a:ext cx="18550" cy="70443"/>
                <a:chOff x="5892420" y="1844078"/>
                <a:chExt cx="18550" cy="70443"/>
              </a:xfrm>
              <a:solidFill>
                <a:schemeClr val="accent1"/>
              </a:solidFill>
            </p:grpSpPr>
            <p:sp>
              <p:nvSpPr>
                <p:cNvPr id="26211" name="Forme libre : forme 26210">
                  <a:extLst>
                    <a:ext uri="{FF2B5EF4-FFF2-40B4-BE49-F238E27FC236}">
                      <a16:creationId xmlns:a16="http://schemas.microsoft.com/office/drawing/2014/main" id="{7B9BC088-8A3D-4441-BA15-10357A05D91A}"/>
                    </a:ext>
                  </a:extLst>
                </p:cNvPr>
                <p:cNvSpPr/>
                <p:nvPr/>
              </p:nvSpPr>
              <p:spPr>
                <a:xfrm>
                  <a:off x="5892420" y="1844078"/>
                  <a:ext cx="18550" cy="70443"/>
                </a:xfrm>
                <a:custGeom>
                  <a:avLst/>
                  <a:gdLst>
                    <a:gd name="connsiteX0" fmla="*/ 18409 w 18550"/>
                    <a:gd name="connsiteY0" fmla="*/ 22210 h 70443"/>
                    <a:gd name="connsiteX1" fmla="*/ 18542 w 18550"/>
                    <a:gd name="connsiteY1" fmla="*/ 48100 h 70443"/>
                    <a:gd name="connsiteX2" fmla="*/ 12292 w 18550"/>
                    <a:gd name="connsiteY2" fmla="*/ 70309 h 70443"/>
                    <a:gd name="connsiteX3" fmla="*/ 7238 w 18550"/>
                    <a:gd name="connsiteY3" fmla="*/ 70442 h 70443"/>
                    <a:gd name="connsiteX4" fmla="*/ 145 w 18550"/>
                    <a:gd name="connsiteY4" fmla="*/ 48366 h 70443"/>
                    <a:gd name="connsiteX5" fmla="*/ 12 w 18550"/>
                    <a:gd name="connsiteY5" fmla="*/ 22166 h 70443"/>
                    <a:gd name="connsiteX6" fmla="*/ 6972 w 18550"/>
                    <a:gd name="connsiteY6" fmla="*/ 1 h 70443"/>
                    <a:gd name="connsiteX7" fmla="*/ 12070 w 18550"/>
                    <a:gd name="connsiteY7" fmla="*/ 134 h 70443"/>
                    <a:gd name="connsiteX8" fmla="*/ 18409 w 18550"/>
                    <a:gd name="connsiteY8" fmla="*/ 22210 h 70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550" h="70443">
                      <a:moveTo>
                        <a:pt x="18409" y="22210"/>
                      </a:moveTo>
                      <a:cubicBezTo>
                        <a:pt x="18365" y="30811"/>
                        <a:pt x="18453" y="39455"/>
                        <a:pt x="18542" y="48100"/>
                      </a:cubicBezTo>
                      <a:cubicBezTo>
                        <a:pt x="18719" y="60202"/>
                        <a:pt x="15927" y="70221"/>
                        <a:pt x="12292" y="70309"/>
                      </a:cubicBezTo>
                      <a:lnTo>
                        <a:pt x="7238" y="70442"/>
                      </a:lnTo>
                      <a:cubicBezTo>
                        <a:pt x="3558" y="70531"/>
                        <a:pt x="322" y="60601"/>
                        <a:pt x="145" y="48366"/>
                      </a:cubicBezTo>
                      <a:cubicBezTo>
                        <a:pt x="56" y="39632"/>
                        <a:pt x="-32" y="30899"/>
                        <a:pt x="12" y="22166"/>
                      </a:cubicBezTo>
                      <a:cubicBezTo>
                        <a:pt x="12" y="9886"/>
                        <a:pt x="3292" y="-88"/>
                        <a:pt x="6972" y="1"/>
                      </a:cubicBezTo>
                      <a:lnTo>
                        <a:pt x="12070" y="134"/>
                      </a:lnTo>
                      <a:cubicBezTo>
                        <a:pt x="15705" y="178"/>
                        <a:pt x="18453" y="10108"/>
                        <a:pt x="18409" y="22210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12" name="Forme libre : forme 26211">
                  <a:extLst>
                    <a:ext uri="{FF2B5EF4-FFF2-40B4-BE49-F238E27FC236}">
                      <a16:creationId xmlns:a16="http://schemas.microsoft.com/office/drawing/2014/main" id="{F542B202-8CF0-43B1-84B4-44744F3FE98D}"/>
                    </a:ext>
                  </a:extLst>
                </p:cNvPr>
                <p:cNvSpPr/>
                <p:nvPr/>
              </p:nvSpPr>
              <p:spPr>
                <a:xfrm>
                  <a:off x="5902495" y="1844168"/>
                  <a:ext cx="8430" cy="70264"/>
                </a:xfrm>
                <a:custGeom>
                  <a:avLst/>
                  <a:gdLst>
                    <a:gd name="connsiteX0" fmla="*/ 2350 w 8430"/>
                    <a:gd name="connsiteY0" fmla="*/ 43489 h 70264"/>
                    <a:gd name="connsiteX1" fmla="*/ 0 w 8430"/>
                    <a:gd name="connsiteY1" fmla="*/ 70265 h 70264"/>
                    <a:gd name="connsiteX2" fmla="*/ 2172 w 8430"/>
                    <a:gd name="connsiteY2" fmla="*/ 70220 h 70264"/>
                    <a:gd name="connsiteX3" fmla="*/ 8423 w 8430"/>
                    <a:gd name="connsiteY3" fmla="*/ 48010 h 70264"/>
                    <a:gd name="connsiteX4" fmla="*/ 8290 w 8430"/>
                    <a:gd name="connsiteY4" fmla="*/ 22121 h 70264"/>
                    <a:gd name="connsiteX5" fmla="*/ 1906 w 8430"/>
                    <a:gd name="connsiteY5" fmla="*/ 0 h 70264"/>
                    <a:gd name="connsiteX6" fmla="*/ 1729 w 8430"/>
                    <a:gd name="connsiteY6" fmla="*/ 0 h 70264"/>
                    <a:gd name="connsiteX7" fmla="*/ 2350 w 8430"/>
                    <a:gd name="connsiteY7" fmla="*/ 43489 h 70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30" h="70264">
                      <a:moveTo>
                        <a:pt x="2350" y="43489"/>
                      </a:moveTo>
                      <a:cubicBezTo>
                        <a:pt x="3236" y="53773"/>
                        <a:pt x="2438" y="64457"/>
                        <a:pt x="0" y="70265"/>
                      </a:cubicBezTo>
                      <a:lnTo>
                        <a:pt x="2172" y="70220"/>
                      </a:lnTo>
                      <a:cubicBezTo>
                        <a:pt x="5852" y="70132"/>
                        <a:pt x="8600" y="60113"/>
                        <a:pt x="8423" y="48010"/>
                      </a:cubicBezTo>
                      <a:cubicBezTo>
                        <a:pt x="8334" y="39366"/>
                        <a:pt x="8245" y="30721"/>
                        <a:pt x="8290" y="22121"/>
                      </a:cubicBezTo>
                      <a:cubicBezTo>
                        <a:pt x="8334" y="10019"/>
                        <a:pt x="5586" y="89"/>
                        <a:pt x="1906" y="0"/>
                      </a:cubicBezTo>
                      <a:lnTo>
                        <a:pt x="1729" y="0"/>
                      </a:lnTo>
                      <a:cubicBezTo>
                        <a:pt x="1818" y="14807"/>
                        <a:pt x="1020" y="28904"/>
                        <a:pt x="2350" y="4348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13" name="Forme libre : forme 26212">
                  <a:extLst>
                    <a:ext uri="{FF2B5EF4-FFF2-40B4-BE49-F238E27FC236}">
                      <a16:creationId xmlns:a16="http://schemas.microsoft.com/office/drawing/2014/main" id="{993B0645-414F-4A7A-B2D1-937D3BF1CC42}"/>
                    </a:ext>
                  </a:extLst>
                </p:cNvPr>
                <p:cNvSpPr/>
                <p:nvPr/>
              </p:nvSpPr>
              <p:spPr>
                <a:xfrm>
                  <a:off x="5898593" y="1858575"/>
                  <a:ext cx="6960" cy="32007"/>
                </a:xfrm>
                <a:custGeom>
                  <a:avLst/>
                  <a:gdLst>
                    <a:gd name="connsiteX0" fmla="*/ 3503 w 6960"/>
                    <a:gd name="connsiteY0" fmla="*/ 0 h 32007"/>
                    <a:gd name="connsiteX1" fmla="*/ 6961 w 6960"/>
                    <a:gd name="connsiteY1" fmla="*/ 16003 h 32007"/>
                    <a:gd name="connsiteX2" fmla="*/ 3592 w 6960"/>
                    <a:gd name="connsiteY2" fmla="*/ 32007 h 32007"/>
                    <a:gd name="connsiteX3" fmla="*/ 1 w 6960"/>
                    <a:gd name="connsiteY3" fmla="*/ 16003 h 32007"/>
                    <a:gd name="connsiteX4" fmla="*/ 3503 w 6960"/>
                    <a:gd name="connsiteY4" fmla="*/ 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60" h="32007">
                      <a:moveTo>
                        <a:pt x="3503" y="0"/>
                      </a:moveTo>
                      <a:cubicBezTo>
                        <a:pt x="5409" y="44"/>
                        <a:pt x="6917" y="7182"/>
                        <a:pt x="6961" y="16003"/>
                      </a:cubicBezTo>
                      <a:cubicBezTo>
                        <a:pt x="6961" y="24825"/>
                        <a:pt x="5542" y="32007"/>
                        <a:pt x="3592" y="32007"/>
                      </a:cubicBezTo>
                      <a:cubicBezTo>
                        <a:pt x="1686" y="32051"/>
                        <a:pt x="1" y="24870"/>
                        <a:pt x="1" y="16003"/>
                      </a:cubicBezTo>
                      <a:cubicBezTo>
                        <a:pt x="-43" y="7182"/>
                        <a:pt x="1553" y="0"/>
                        <a:pt x="3503" y="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14" name="Forme libre : forme 26213">
                  <a:extLst>
                    <a:ext uri="{FF2B5EF4-FFF2-40B4-BE49-F238E27FC236}">
                      <a16:creationId xmlns:a16="http://schemas.microsoft.com/office/drawing/2014/main" id="{9A8739E9-D5F8-4A23-885B-991782162707}"/>
                    </a:ext>
                  </a:extLst>
                </p:cNvPr>
                <p:cNvSpPr/>
                <p:nvPr/>
              </p:nvSpPr>
              <p:spPr>
                <a:xfrm>
                  <a:off x="5899170" y="1867397"/>
                  <a:ext cx="6339" cy="23185"/>
                </a:xfrm>
                <a:custGeom>
                  <a:avLst/>
                  <a:gdLst>
                    <a:gd name="connsiteX0" fmla="*/ 0 w 6339"/>
                    <a:gd name="connsiteY0" fmla="*/ 16181 h 23185"/>
                    <a:gd name="connsiteX1" fmla="*/ 2970 w 6339"/>
                    <a:gd name="connsiteY1" fmla="*/ 23185 h 23185"/>
                    <a:gd name="connsiteX2" fmla="*/ 6339 w 6339"/>
                    <a:gd name="connsiteY2" fmla="*/ 7182 h 23185"/>
                    <a:gd name="connsiteX3" fmla="*/ 5985 w 6339"/>
                    <a:gd name="connsiteY3" fmla="*/ 0 h 23185"/>
                    <a:gd name="connsiteX4" fmla="*/ 5719 w 6339"/>
                    <a:gd name="connsiteY4" fmla="*/ 3946 h 23185"/>
                    <a:gd name="connsiteX5" fmla="*/ 0 w 6339"/>
                    <a:gd name="connsiteY5" fmla="*/ 16181 h 2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39" h="23185">
                      <a:moveTo>
                        <a:pt x="0" y="16181"/>
                      </a:moveTo>
                      <a:cubicBezTo>
                        <a:pt x="665" y="20437"/>
                        <a:pt x="1773" y="23230"/>
                        <a:pt x="2970" y="23185"/>
                      </a:cubicBezTo>
                      <a:cubicBezTo>
                        <a:pt x="4921" y="23141"/>
                        <a:pt x="6339" y="16004"/>
                        <a:pt x="6339" y="7182"/>
                      </a:cubicBezTo>
                      <a:cubicBezTo>
                        <a:pt x="6339" y="4610"/>
                        <a:pt x="6206" y="2172"/>
                        <a:pt x="5985" y="0"/>
                      </a:cubicBezTo>
                      <a:cubicBezTo>
                        <a:pt x="5940" y="1330"/>
                        <a:pt x="5896" y="2660"/>
                        <a:pt x="5719" y="3946"/>
                      </a:cubicBezTo>
                      <a:cubicBezTo>
                        <a:pt x="4699" y="11039"/>
                        <a:pt x="2350" y="16713"/>
                        <a:pt x="0" y="16181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15" name="Forme libre : forme 26214">
                  <a:extLst>
                    <a:ext uri="{FF2B5EF4-FFF2-40B4-BE49-F238E27FC236}">
                      <a16:creationId xmlns:a16="http://schemas.microsoft.com/office/drawing/2014/main" id="{53EECC71-902D-47E6-ADBE-5122C61CACE9}"/>
                    </a:ext>
                  </a:extLst>
                </p:cNvPr>
                <p:cNvSpPr/>
                <p:nvPr/>
              </p:nvSpPr>
              <p:spPr>
                <a:xfrm>
                  <a:off x="5899303" y="1856979"/>
                  <a:ext cx="6959" cy="32007"/>
                </a:xfrm>
                <a:custGeom>
                  <a:avLst/>
                  <a:gdLst>
                    <a:gd name="connsiteX0" fmla="*/ 3546 w 6959"/>
                    <a:gd name="connsiteY0" fmla="*/ 0 h 32007"/>
                    <a:gd name="connsiteX1" fmla="*/ 6960 w 6959"/>
                    <a:gd name="connsiteY1" fmla="*/ 16004 h 32007"/>
                    <a:gd name="connsiteX2" fmla="*/ 3591 w 6959"/>
                    <a:gd name="connsiteY2" fmla="*/ 32007 h 32007"/>
                    <a:gd name="connsiteX3" fmla="*/ 0 w 6959"/>
                    <a:gd name="connsiteY3" fmla="*/ 16004 h 32007"/>
                    <a:gd name="connsiteX4" fmla="*/ 3546 w 6959"/>
                    <a:gd name="connsiteY4" fmla="*/ 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59" h="32007">
                      <a:moveTo>
                        <a:pt x="3546" y="0"/>
                      </a:moveTo>
                      <a:cubicBezTo>
                        <a:pt x="5453" y="44"/>
                        <a:pt x="6960" y="7182"/>
                        <a:pt x="6960" y="16004"/>
                      </a:cubicBezTo>
                      <a:cubicBezTo>
                        <a:pt x="6960" y="24825"/>
                        <a:pt x="5497" y="32007"/>
                        <a:pt x="3591" y="32007"/>
                      </a:cubicBezTo>
                      <a:cubicBezTo>
                        <a:pt x="1685" y="32051"/>
                        <a:pt x="0" y="24870"/>
                        <a:pt x="0" y="16004"/>
                      </a:cubicBezTo>
                      <a:cubicBezTo>
                        <a:pt x="0" y="7137"/>
                        <a:pt x="1640" y="-44"/>
                        <a:pt x="3546" y="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16" name="Forme libre : forme 26215">
                  <a:extLst>
                    <a:ext uri="{FF2B5EF4-FFF2-40B4-BE49-F238E27FC236}">
                      <a16:creationId xmlns:a16="http://schemas.microsoft.com/office/drawing/2014/main" id="{5C961D19-46DC-4B50-B6D3-650A8B0D0427}"/>
                    </a:ext>
                  </a:extLst>
                </p:cNvPr>
                <p:cNvSpPr/>
                <p:nvPr/>
              </p:nvSpPr>
              <p:spPr>
                <a:xfrm>
                  <a:off x="5896762" y="1864336"/>
                  <a:ext cx="12693" cy="40086"/>
                </a:xfrm>
                <a:custGeom>
                  <a:avLst/>
                  <a:gdLst>
                    <a:gd name="connsiteX0" fmla="*/ 6087 w 12693"/>
                    <a:gd name="connsiteY0" fmla="*/ 39811 h 40086"/>
                    <a:gd name="connsiteX1" fmla="*/ 9279 w 12693"/>
                    <a:gd name="connsiteY1" fmla="*/ 38659 h 40086"/>
                    <a:gd name="connsiteX2" fmla="*/ 12515 w 12693"/>
                    <a:gd name="connsiteY2" fmla="*/ 22522 h 40086"/>
                    <a:gd name="connsiteX3" fmla="*/ 11983 w 12693"/>
                    <a:gd name="connsiteY3" fmla="*/ 5809 h 40086"/>
                    <a:gd name="connsiteX4" fmla="*/ 8880 w 12693"/>
                    <a:gd name="connsiteY4" fmla="*/ 401 h 40086"/>
                    <a:gd name="connsiteX5" fmla="*/ 7240 w 12693"/>
                    <a:gd name="connsiteY5" fmla="*/ 5987 h 40086"/>
                    <a:gd name="connsiteX6" fmla="*/ 3471 w 12693"/>
                    <a:gd name="connsiteY6" fmla="*/ 19685 h 40086"/>
                    <a:gd name="connsiteX7" fmla="*/ 191 w 12693"/>
                    <a:gd name="connsiteY7" fmla="*/ 35733 h 40086"/>
                    <a:gd name="connsiteX8" fmla="*/ 6087 w 12693"/>
                    <a:gd name="connsiteY8" fmla="*/ 39811 h 40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693" h="40086">
                      <a:moveTo>
                        <a:pt x="6087" y="39811"/>
                      </a:moveTo>
                      <a:cubicBezTo>
                        <a:pt x="7195" y="39900"/>
                        <a:pt x="8304" y="39944"/>
                        <a:pt x="9279" y="38659"/>
                      </a:cubicBezTo>
                      <a:cubicBezTo>
                        <a:pt x="11185" y="36176"/>
                        <a:pt x="12160" y="29261"/>
                        <a:pt x="12515" y="22522"/>
                      </a:cubicBezTo>
                      <a:cubicBezTo>
                        <a:pt x="12825" y="16937"/>
                        <a:pt x="12781" y="10863"/>
                        <a:pt x="11983" y="5809"/>
                      </a:cubicBezTo>
                      <a:cubicBezTo>
                        <a:pt x="11407" y="2041"/>
                        <a:pt x="10077" y="-1150"/>
                        <a:pt x="8880" y="401"/>
                      </a:cubicBezTo>
                      <a:cubicBezTo>
                        <a:pt x="8126" y="1376"/>
                        <a:pt x="7683" y="3815"/>
                        <a:pt x="7240" y="5987"/>
                      </a:cubicBezTo>
                      <a:cubicBezTo>
                        <a:pt x="6176" y="11174"/>
                        <a:pt x="4934" y="15828"/>
                        <a:pt x="3471" y="19685"/>
                      </a:cubicBezTo>
                      <a:cubicBezTo>
                        <a:pt x="2230" y="22966"/>
                        <a:pt x="-784" y="28995"/>
                        <a:pt x="191" y="35733"/>
                      </a:cubicBezTo>
                      <a:cubicBezTo>
                        <a:pt x="989" y="41806"/>
                        <a:pt x="4535" y="39723"/>
                        <a:pt x="6087" y="3981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17" name="Forme libre : forme 26216">
                  <a:extLst>
                    <a:ext uri="{FF2B5EF4-FFF2-40B4-BE49-F238E27FC236}">
                      <a16:creationId xmlns:a16="http://schemas.microsoft.com/office/drawing/2014/main" id="{4FE64189-4C07-4832-A907-AC5D204258C4}"/>
                    </a:ext>
                  </a:extLst>
                </p:cNvPr>
                <p:cNvSpPr/>
                <p:nvPr/>
              </p:nvSpPr>
              <p:spPr>
                <a:xfrm>
                  <a:off x="5896526" y="1884484"/>
                  <a:ext cx="3655" cy="13102"/>
                </a:xfrm>
                <a:custGeom>
                  <a:avLst/>
                  <a:gdLst>
                    <a:gd name="connsiteX0" fmla="*/ 2245 w 3655"/>
                    <a:gd name="connsiteY0" fmla="*/ 12349 h 13102"/>
                    <a:gd name="connsiteX1" fmla="*/ 2998 w 3655"/>
                    <a:gd name="connsiteY1" fmla="*/ 13102 h 13102"/>
                    <a:gd name="connsiteX2" fmla="*/ 3619 w 3655"/>
                    <a:gd name="connsiteY2" fmla="*/ 11861 h 13102"/>
                    <a:gd name="connsiteX3" fmla="*/ 3530 w 3655"/>
                    <a:gd name="connsiteY3" fmla="*/ 9512 h 13102"/>
                    <a:gd name="connsiteX4" fmla="*/ 2732 w 3655"/>
                    <a:gd name="connsiteY4" fmla="*/ 3837 h 13102"/>
                    <a:gd name="connsiteX5" fmla="*/ 2245 w 3655"/>
                    <a:gd name="connsiteY5" fmla="*/ 1798 h 13102"/>
                    <a:gd name="connsiteX6" fmla="*/ 28 w 3655"/>
                    <a:gd name="connsiteY6" fmla="*/ 3527 h 13102"/>
                    <a:gd name="connsiteX7" fmla="*/ 2245 w 3655"/>
                    <a:gd name="connsiteY7" fmla="*/ 12349 h 13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55" h="13102">
                      <a:moveTo>
                        <a:pt x="2245" y="12349"/>
                      </a:moveTo>
                      <a:cubicBezTo>
                        <a:pt x="2466" y="12748"/>
                        <a:pt x="2732" y="13102"/>
                        <a:pt x="2998" y="13102"/>
                      </a:cubicBezTo>
                      <a:cubicBezTo>
                        <a:pt x="3264" y="13102"/>
                        <a:pt x="3530" y="12659"/>
                        <a:pt x="3619" y="11861"/>
                      </a:cubicBezTo>
                      <a:cubicBezTo>
                        <a:pt x="3708" y="11152"/>
                        <a:pt x="3619" y="10265"/>
                        <a:pt x="3530" y="9512"/>
                      </a:cubicBezTo>
                      <a:cubicBezTo>
                        <a:pt x="3309" y="7561"/>
                        <a:pt x="3087" y="5655"/>
                        <a:pt x="2732" y="3837"/>
                      </a:cubicBezTo>
                      <a:cubicBezTo>
                        <a:pt x="2599" y="3084"/>
                        <a:pt x="2466" y="2374"/>
                        <a:pt x="2245" y="1798"/>
                      </a:cubicBezTo>
                      <a:cubicBezTo>
                        <a:pt x="1447" y="-596"/>
                        <a:pt x="-238" y="-1128"/>
                        <a:pt x="28" y="3527"/>
                      </a:cubicBezTo>
                      <a:cubicBezTo>
                        <a:pt x="294" y="7162"/>
                        <a:pt x="1314" y="10664"/>
                        <a:pt x="2245" y="1234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18" name="Forme libre : forme 26217">
                  <a:extLst>
                    <a:ext uri="{FF2B5EF4-FFF2-40B4-BE49-F238E27FC236}">
                      <a16:creationId xmlns:a16="http://schemas.microsoft.com/office/drawing/2014/main" id="{E152CBDD-9AD1-4118-BECD-4D76D7599590}"/>
                    </a:ext>
                  </a:extLst>
                </p:cNvPr>
                <p:cNvSpPr/>
                <p:nvPr/>
              </p:nvSpPr>
              <p:spPr>
                <a:xfrm>
                  <a:off x="5903647" y="1846292"/>
                  <a:ext cx="6827" cy="19508"/>
                </a:xfrm>
                <a:custGeom>
                  <a:avLst/>
                  <a:gdLst>
                    <a:gd name="connsiteX0" fmla="*/ 0 w 6827"/>
                    <a:gd name="connsiteY0" fmla="*/ 3 h 19508"/>
                    <a:gd name="connsiteX1" fmla="*/ 6827 w 6827"/>
                    <a:gd name="connsiteY1" fmla="*/ 19509 h 19508"/>
                    <a:gd name="connsiteX2" fmla="*/ 0 w 6827"/>
                    <a:gd name="connsiteY2" fmla="*/ 3 h 19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827" h="19508">
                      <a:moveTo>
                        <a:pt x="0" y="3"/>
                      </a:moveTo>
                      <a:cubicBezTo>
                        <a:pt x="0" y="3"/>
                        <a:pt x="5275" y="-706"/>
                        <a:pt x="6827" y="19509"/>
                      </a:cubicBezTo>
                      <a:cubicBezTo>
                        <a:pt x="6783" y="19509"/>
                        <a:pt x="5275" y="3904"/>
                        <a:pt x="0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19" name="Forme libre : forme 26218">
                  <a:extLst>
                    <a:ext uri="{FF2B5EF4-FFF2-40B4-BE49-F238E27FC236}">
                      <a16:creationId xmlns:a16="http://schemas.microsoft.com/office/drawing/2014/main" id="{7194F66E-C00A-4A01-A07B-884564AF563A}"/>
                    </a:ext>
                  </a:extLst>
                </p:cNvPr>
                <p:cNvSpPr/>
                <p:nvPr/>
              </p:nvSpPr>
              <p:spPr>
                <a:xfrm>
                  <a:off x="5893052" y="1891025"/>
                  <a:ext cx="7092" cy="22165"/>
                </a:xfrm>
                <a:custGeom>
                  <a:avLst/>
                  <a:gdLst>
                    <a:gd name="connsiteX0" fmla="*/ 0 w 7092"/>
                    <a:gd name="connsiteY0" fmla="*/ 0 h 22165"/>
                    <a:gd name="connsiteX1" fmla="*/ 7093 w 7092"/>
                    <a:gd name="connsiteY1" fmla="*/ 22165 h 22165"/>
                    <a:gd name="connsiteX2" fmla="*/ 0 w 7092"/>
                    <a:gd name="connsiteY2" fmla="*/ 0 h 2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92" h="22165">
                      <a:moveTo>
                        <a:pt x="0" y="0"/>
                      </a:moveTo>
                      <a:cubicBezTo>
                        <a:pt x="0" y="0"/>
                        <a:pt x="576" y="20082"/>
                        <a:pt x="7093" y="22165"/>
                      </a:cubicBezTo>
                      <a:cubicBezTo>
                        <a:pt x="7093" y="22165"/>
                        <a:pt x="1286" y="182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20" name="Forme libre : forme 26219">
                  <a:extLst>
                    <a:ext uri="{FF2B5EF4-FFF2-40B4-BE49-F238E27FC236}">
                      <a16:creationId xmlns:a16="http://schemas.microsoft.com/office/drawing/2014/main" id="{06316660-19D2-4D0C-B6B6-E023E9888701}"/>
                    </a:ext>
                  </a:extLst>
                </p:cNvPr>
                <p:cNvSpPr/>
                <p:nvPr/>
              </p:nvSpPr>
              <p:spPr>
                <a:xfrm>
                  <a:off x="5899296" y="1865367"/>
                  <a:ext cx="2419" cy="11994"/>
                </a:xfrm>
                <a:custGeom>
                  <a:avLst/>
                  <a:gdLst>
                    <a:gd name="connsiteX0" fmla="*/ 1825 w 2419"/>
                    <a:gd name="connsiteY0" fmla="*/ 124 h 11994"/>
                    <a:gd name="connsiteX1" fmla="*/ 2268 w 2419"/>
                    <a:gd name="connsiteY1" fmla="*/ 7217 h 11994"/>
                    <a:gd name="connsiteX2" fmla="*/ 628 w 2419"/>
                    <a:gd name="connsiteY2" fmla="*/ 11871 h 11994"/>
                    <a:gd name="connsiteX3" fmla="*/ 141 w 2419"/>
                    <a:gd name="connsiteY3" fmla="*/ 4778 h 11994"/>
                    <a:gd name="connsiteX4" fmla="*/ 1825 w 2419"/>
                    <a:gd name="connsiteY4" fmla="*/ 124 h 11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9" h="11994">
                      <a:moveTo>
                        <a:pt x="1825" y="124"/>
                      </a:moveTo>
                      <a:cubicBezTo>
                        <a:pt x="2401" y="789"/>
                        <a:pt x="2579" y="3980"/>
                        <a:pt x="2268" y="7217"/>
                      </a:cubicBezTo>
                      <a:cubicBezTo>
                        <a:pt x="1958" y="10453"/>
                        <a:pt x="1204" y="12536"/>
                        <a:pt x="628" y="11871"/>
                      </a:cubicBezTo>
                      <a:cubicBezTo>
                        <a:pt x="52" y="11206"/>
                        <a:pt x="-170" y="8015"/>
                        <a:pt x="141" y="4778"/>
                      </a:cubicBezTo>
                      <a:cubicBezTo>
                        <a:pt x="495" y="1542"/>
                        <a:pt x="1249" y="-541"/>
                        <a:pt x="1825" y="12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21" name="Forme libre : forme 26220">
                  <a:extLst>
                    <a:ext uri="{FF2B5EF4-FFF2-40B4-BE49-F238E27FC236}">
                      <a16:creationId xmlns:a16="http://schemas.microsoft.com/office/drawing/2014/main" id="{A6BE238A-4140-47A6-8917-0DA02B37BA1A}"/>
                    </a:ext>
                  </a:extLst>
                </p:cNvPr>
                <p:cNvSpPr/>
                <p:nvPr/>
              </p:nvSpPr>
              <p:spPr>
                <a:xfrm>
                  <a:off x="5900323" y="1863762"/>
                  <a:ext cx="975" cy="3280"/>
                </a:xfrm>
                <a:custGeom>
                  <a:avLst/>
                  <a:gdLst>
                    <a:gd name="connsiteX0" fmla="*/ 488 w 975"/>
                    <a:gd name="connsiteY0" fmla="*/ 0 h 3280"/>
                    <a:gd name="connsiteX1" fmla="*/ 975 w 975"/>
                    <a:gd name="connsiteY1" fmla="*/ 1640 h 3280"/>
                    <a:gd name="connsiteX2" fmla="*/ 488 w 975"/>
                    <a:gd name="connsiteY2" fmla="*/ 3280 h 3280"/>
                    <a:gd name="connsiteX3" fmla="*/ 0 w 975"/>
                    <a:gd name="connsiteY3" fmla="*/ 1640 h 3280"/>
                    <a:gd name="connsiteX4" fmla="*/ 488 w 975"/>
                    <a:gd name="connsiteY4" fmla="*/ 0 h 3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5" h="3280">
                      <a:moveTo>
                        <a:pt x="488" y="0"/>
                      </a:moveTo>
                      <a:cubicBezTo>
                        <a:pt x="754" y="0"/>
                        <a:pt x="975" y="754"/>
                        <a:pt x="975" y="1640"/>
                      </a:cubicBezTo>
                      <a:cubicBezTo>
                        <a:pt x="975" y="2571"/>
                        <a:pt x="754" y="3280"/>
                        <a:pt x="488" y="3280"/>
                      </a:cubicBezTo>
                      <a:cubicBezTo>
                        <a:pt x="222" y="3280"/>
                        <a:pt x="0" y="2527"/>
                        <a:pt x="0" y="1640"/>
                      </a:cubicBezTo>
                      <a:cubicBezTo>
                        <a:pt x="0" y="754"/>
                        <a:pt x="222" y="0"/>
                        <a:pt x="4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22" name="Forme libre : forme 26221">
                  <a:extLst>
                    <a:ext uri="{FF2B5EF4-FFF2-40B4-BE49-F238E27FC236}">
                      <a16:creationId xmlns:a16="http://schemas.microsoft.com/office/drawing/2014/main" id="{A2810443-76E9-4277-A782-26BB4A1058BE}"/>
                    </a:ext>
                  </a:extLst>
                </p:cNvPr>
                <p:cNvSpPr/>
                <p:nvPr/>
              </p:nvSpPr>
              <p:spPr>
                <a:xfrm>
                  <a:off x="5893759" y="1849288"/>
                  <a:ext cx="9137" cy="28314"/>
                </a:xfrm>
                <a:custGeom>
                  <a:avLst/>
                  <a:gdLst>
                    <a:gd name="connsiteX0" fmla="*/ 3371 w 9137"/>
                    <a:gd name="connsiteY0" fmla="*/ 2327 h 28314"/>
                    <a:gd name="connsiteX1" fmla="*/ 7805 w 9137"/>
                    <a:gd name="connsiteY1" fmla="*/ 22 h 28314"/>
                    <a:gd name="connsiteX2" fmla="*/ 9134 w 9137"/>
                    <a:gd name="connsiteY2" fmla="*/ 2416 h 28314"/>
                    <a:gd name="connsiteX3" fmla="*/ 8204 w 9137"/>
                    <a:gd name="connsiteY3" fmla="*/ 6006 h 28314"/>
                    <a:gd name="connsiteX4" fmla="*/ 4081 w 9137"/>
                    <a:gd name="connsiteY4" fmla="*/ 13321 h 28314"/>
                    <a:gd name="connsiteX5" fmla="*/ 845 w 9137"/>
                    <a:gd name="connsiteY5" fmla="*/ 27950 h 28314"/>
                    <a:gd name="connsiteX6" fmla="*/ 756 w 9137"/>
                    <a:gd name="connsiteY6" fmla="*/ 9641 h 28314"/>
                    <a:gd name="connsiteX7" fmla="*/ 3371 w 9137"/>
                    <a:gd name="connsiteY7" fmla="*/ 2327 h 28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137" h="28314">
                      <a:moveTo>
                        <a:pt x="3371" y="2327"/>
                      </a:moveTo>
                      <a:cubicBezTo>
                        <a:pt x="4746" y="332"/>
                        <a:pt x="6297" y="-111"/>
                        <a:pt x="7805" y="22"/>
                      </a:cubicBezTo>
                      <a:cubicBezTo>
                        <a:pt x="8336" y="66"/>
                        <a:pt x="9046" y="598"/>
                        <a:pt x="9134" y="2416"/>
                      </a:cubicBezTo>
                      <a:cubicBezTo>
                        <a:pt x="9179" y="4056"/>
                        <a:pt x="8691" y="5297"/>
                        <a:pt x="8204" y="6006"/>
                      </a:cubicBezTo>
                      <a:cubicBezTo>
                        <a:pt x="6785" y="8179"/>
                        <a:pt x="5100" y="9375"/>
                        <a:pt x="4081" y="13321"/>
                      </a:cubicBezTo>
                      <a:cubicBezTo>
                        <a:pt x="3416" y="15759"/>
                        <a:pt x="2263" y="30832"/>
                        <a:pt x="845" y="27950"/>
                      </a:cubicBezTo>
                      <a:cubicBezTo>
                        <a:pt x="-618" y="25069"/>
                        <a:pt x="135" y="13188"/>
                        <a:pt x="756" y="9641"/>
                      </a:cubicBezTo>
                      <a:cubicBezTo>
                        <a:pt x="1376" y="6317"/>
                        <a:pt x="2307" y="3834"/>
                        <a:pt x="3371" y="232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80" name="Graphique 2">
                <a:extLst>
                  <a:ext uri="{FF2B5EF4-FFF2-40B4-BE49-F238E27FC236}">
                    <a16:creationId xmlns:a16="http://schemas.microsoft.com/office/drawing/2014/main" id="{8D7A1525-149C-4482-BE4B-251DD59A9BF3}"/>
                  </a:ext>
                </a:extLst>
              </p:cNvPr>
              <p:cNvGrpSpPr/>
              <p:nvPr/>
            </p:nvGrpSpPr>
            <p:grpSpPr>
              <a:xfrm>
                <a:off x="5893298" y="1773575"/>
                <a:ext cx="20515" cy="70593"/>
                <a:chOff x="5893298" y="1773575"/>
                <a:chExt cx="20515" cy="70593"/>
              </a:xfrm>
              <a:solidFill>
                <a:schemeClr val="accent1"/>
              </a:solidFill>
            </p:grpSpPr>
            <p:sp>
              <p:nvSpPr>
                <p:cNvPr id="26199" name="Forme libre : forme 26198">
                  <a:extLst>
                    <a:ext uri="{FF2B5EF4-FFF2-40B4-BE49-F238E27FC236}">
                      <a16:creationId xmlns:a16="http://schemas.microsoft.com/office/drawing/2014/main" id="{AF39B3AF-F676-45A3-8CB2-DD400865E7DA}"/>
                    </a:ext>
                  </a:extLst>
                </p:cNvPr>
                <p:cNvSpPr/>
                <p:nvPr/>
              </p:nvSpPr>
              <p:spPr>
                <a:xfrm>
                  <a:off x="5893298" y="1773575"/>
                  <a:ext cx="20515" cy="70593"/>
                </a:xfrm>
                <a:custGeom>
                  <a:avLst/>
                  <a:gdLst>
                    <a:gd name="connsiteX0" fmla="*/ 20235 w 20515"/>
                    <a:gd name="connsiteY0" fmla="*/ 23158 h 70593"/>
                    <a:gd name="connsiteX1" fmla="*/ 18595 w 20515"/>
                    <a:gd name="connsiteY1" fmla="*/ 48826 h 70593"/>
                    <a:gd name="connsiteX2" fmla="*/ 11147 w 20515"/>
                    <a:gd name="connsiteY2" fmla="*/ 70593 h 70593"/>
                    <a:gd name="connsiteX3" fmla="*/ 6049 w 20515"/>
                    <a:gd name="connsiteY3" fmla="*/ 70460 h 70593"/>
                    <a:gd name="connsiteX4" fmla="*/ 64 w 20515"/>
                    <a:gd name="connsiteY4" fmla="*/ 47939 h 70593"/>
                    <a:gd name="connsiteX5" fmla="*/ 1705 w 20515"/>
                    <a:gd name="connsiteY5" fmla="*/ 21607 h 70593"/>
                    <a:gd name="connsiteX6" fmla="*/ 10659 w 20515"/>
                    <a:gd name="connsiteY6" fmla="*/ 18 h 70593"/>
                    <a:gd name="connsiteX7" fmla="*/ 15757 w 20515"/>
                    <a:gd name="connsiteY7" fmla="*/ 638 h 70593"/>
                    <a:gd name="connsiteX8" fmla="*/ 20235 w 20515"/>
                    <a:gd name="connsiteY8" fmla="*/ 23158 h 70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515" h="70593">
                      <a:moveTo>
                        <a:pt x="20235" y="23158"/>
                      </a:moveTo>
                      <a:cubicBezTo>
                        <a:pt x="19570" y="31670"/>
                        <a:pt x="18949" y="40226"/>
                        <a:pt x="18595" y="48826"/>
                      </a:cubicBezTo>
                      <a:cubicBezTo>
                        <a:pt x="18018" y="60840"/>
                        <a:pt x="14826" y="70681"/>
                        <a:pt x="11147" y="70593"/>
                      </a:cubicBezTo>
                      <a:lnTo>
                        <a:pt x="6049" y="70460"/>
                      </a:lnTo>
                      <a:cubicBezTo>
                        <a:pt x="2369" y="70371"/>
                        <a:pt x="-468" y="60263"/>
                        <a:pt x="64" y="47939"/>
                      </a:cubicBezTo>
                      <a:cubicBezTo>
                        <a:pt x="419" y="39162"/>
                        <a:pt x="1040" y="30384"/>
                        <a:pt x="1705" y="21607"/>
                      </a:cubicBezTo>
                      <a:cubicBezTo>
                        <a:pt x="2724" y="9239"/>
                        <a:pt x="6980" y="-470"/>
                        <a:pt x="10659" y="18"/>
                      </a:cubicBezTo>
                      <a:lnTo>
                        <a:pt x="15757" y="638"/>
                      </a:lnTo>
                      <a:cubicBezTo>
                        <a:pt x="19437" y="1170"/>
                        <a:pt x="21254" y="11233"/>
                        <a:pt x="20235" y="2315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00" name="Forme libre : forme 26199">
                  <a:extLst>
                    <a:ext uri="{FF2B5EF4-FFF2-40B4-BE49-F238E27FC236}">
                      <a16:creationId xmlns:a16="http://schemas.microsoft.com/office/drawing/2014/main" id="{7120CD00-0B18-4E98-A912-BB0F48F2F17E}"/>
                    </a:ext>
                  </a:extLst>
                </p:cNvPr>
                <p:cNvSpPr/>
                <p:nvPr/>
              </p:nvSpPr>
              <p:spPr>
                <a:xfrm>
                  <a:off x="5902229" y="1774258"/>
                  <a:ext cx="11585" cy="69910"/>
                </a:xfrm>
                <a:custGeom>
                  <a:avLst/>
                  <a:gdLst>
                    <a:gd name="connsiteX0" fmla="*/ 3768 w 11585"/>
                    <a:gd name="connsiteY0" fmla="*/ 43267 h 69910"/>
                    <a:gd name="connsiteX1" fmla="*/ 0 w 11585"/>
                    <a:gd name="connsiteY1" fmla="*/ 69866 h 69910"/>
                    <a:gd name="connsiteX2" fmla="*/ 2217 w 11585"/>
                    <a:gd name="connsiteY2" fmla="*/ 69910 h 69910"/>
                    <a:gd name="connsiteX3" fmla="*/ 9664 w 11585"/>
                    <a:gd name="connsiteY3" fmla="*/ 48143 h 69910"/>
                    <a:gd name="connsiteX4" fmla="*/ 11304 w 11585"/>
                    <a:gd name="connsiteY4" fmla="*/ 22476 h 69910"/>
                    <a:gd name="connsiteX5" fmla="*/ 6871 w 11585"/>
                    <a:gd name="connsiteY5" fmla="*/ 0 h 69910"/>
                    <a:gd name="connsiteX6" fmla="*/ 6694 w 11585"/>
                    <a:gd name="connsiteY6" fmla="*/ 0 h 69910"/>
                    <a:gd name="connsiteX7" fmla="*/ 3768 w 11585"/>
                    <a:gd name="connsiteY7" fmla="*/ 43267 h 69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585" h="69910">
                      <a:moveTo>
                        <a:pt x="3768" y="43267"/>
                      </a:moveTo>
                      <a:cubicBezTo>
                        <a:pt x="4078" y="53596"/>
                        <a:pt x="2660" y="64191"/>
                        <a:pt x="0" y="69866"/>
                      </a:cubicBezTo>
                      <a:lnTo>
                        <a:pt x="2217" y="69910"/>
                      </a:lnTo>
                      <a:cubicBezTo>
                        <a:pt x="5896" y="69998"/>
                        <a:pt x="9088" y="60157"/>
                        <a:pt x="9664" y="48143"/>
                      </a:cubicBezTo>
                      <a:cubicBezTo>
                        <a:pt x="10019" y="39543"/>
                        <a:pt x="10639" y="31032"/>
                        <a:pt x="11304" y="22476"/>
                      </a:cubicBezTo>
                      <a:cubicBezTo>
                        <a:pt x="12324" y="10551"/>
                        <a:pt x="10506" y="488"/>
                        <a:pt x="6871" y="0"/>
                      </a:cubicBezTo>
                      <a:lnTo>
                        <a:pt x="6694" y="0"/>
                      </a:lnTo>
                      <a:cubicBezTo>
                        <a:pt x="5231" y="14674"/>
                        <a:pt x="3369" y="28682"/>
                        <a:pt x="3768" y="43267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01" name="Forme libre : forme 26200">
                  <a:extLst>
                    <a:ext uri="{FF2B5EF4-FFF2-40B4-BE49-F238E27FC236}">
                      <a16:creationId xmlns:a16="http://schemas.microsoft.com/office/drawing/2014/main" id="{33B432CC-40C2-4F66-A86F-BEFB3FD6A10C}"/>
                    </a:ext>
                  </a:extLst>
                </p:cNvPr>
                <p:cNvSpPr/>
                <p:nvPr/>
              </p:nvSpPr>
              <p:spPr>
                <a:xfrm>
                  <a:off x="5900383" y="1788394"/>
                  <a:ext cx="7366" cy="31924"/>
                </a:xfrm>
                <a:custGeom>
                  <a:avLst/>
                  <a:gdLst>
                    <a:gd name="connsiteX0" fmla="*/ 4993 w 7366"/>
                    <a:gd name="connsiteY0" fmla="*/ 5 h 31924"/>
                    <a:gd name="connsiteX1" fmla="*/ 7165 w 7366"/>
                    <a:gd name="connsiteY1" fmla="*/ 16186 h 31924"/>
                    <a:gd name="connsiteX2" fmla="*/ 2732 w 7366"/>
                    <a:gd name="connsiteY2" fmla="*/ 31923 h 31924"/>
                    <a:gd name="connsiteX3" fmla="*/ 161 w 7366"/>
                    <a:gd name="connsiteY3" fmla="*/ 15698 h 31924"/>
                    <a:gd name="connsiteX4" fmla="*/ 4993 w 7366"/>
                    <a:gd name="connsiteY4" fmla="*/ 5 h 31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66" h="31924">
                      <a:moveTo>
                        <a:pt x="4993" y="5"/>
                      </a:moveTo>
                      <a:cubicBezTo>
                        <a:pt x="6944" y="182"/>
                        <a:pt x="7786" y="7453"/>
                        <a:pt x="7165" y="16186"/>
                      </a:cubicBezTo>
                      <a:cubicBezTo>
                        <a:pt x="6545" y="24963"/>
                        <a:pt x="4638" y="32012"/>
                        <a:pt x="2732" y="31923"/>
                      </a:cubicBezTo>
                      <a:cubicBezTo>
                        <a:pt x="782" y="31835"/>
                        <a:pt x="-460" y="24564"/>
                        <a:pt x="161" y="15698"/>
                      </a:cubicBezTo>
                      <a:cubicBezTo>
                        <a:pt x="782" y="6832"/>
                        <a:pt x="3087" y="-217"/>
                        <a:pt x="4993" y="5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02" name="Forme libre : forme 26201">
                  <a:extLst>
                    <a:ext uri="{FF2B5EF4-FFF2-40B4-BE49-F238E27FC236}">
                      <a16:creationId xmlns:a16="http://schemas.microsoft.com/office/drawing/2014/main" id="{490C36A7-BBB6-4F91-938D-D5FC8AB4B124}"/>
                    </a:ext>
                  </a:extLst>
                </p:cNvPr>
                <p:cNvSpPr/>
                <p:nvPr/>
              </p:nvSpPr>
              <p:spPr>
                <a:xfrm>
                  <a:off x="5900589" y="1797354"/>
                  <a:ext cx="7153" cy="22919"/>
                </a:xfrm>
                <a:custGeom>
                  <a:avLst/>
                  <a:gdLst>
                    <a:gd name="connsiteX0" fmla="*/ 0 w 7153"/>
                    <a:gd name="connsiteY0" fmla="*/ 15737 h 22919"/>
                    <a:gd name="connsiteX1" fmla="*/ 2527 w 7153"/>
                    <a:gd name="connsiteY1" fmla="*/ 22919 h 22919"/>
                    <a:gd name="connsiteX2" fmla="*/ 6960 w 7153"/>
                    <a:gd name="connsiteY2" fmla="*/ 7182 h 22919"/>
                    <a:gd name="connsiteX3" fmla="*/ 7137 w 7153"/>
                    <a:gd name="connsiteY3" fmla="*/ 0 h 22919"/>
                    <a:gd name="connsiteX4" fmla="*/ 6605 w 7153"/>
                    <a:gd name="connsiteY4" fmla="*/ 3901 h 22919"/>
                    <a:gd name="connsiteX5" fmla="*/ 0 w 7153"/>
                    <a:gd name="connsiteY5" fmla="*/ 15737 h 22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153" h="22919">
                      <a:moveTo>
                        <a:pt x="0" y="15737"/>
                      </a:moveTo>
                      <a:cubicBezTo>
                        <a:pt x="355" y="20038"/>
                        <a:pt x="1330" y="22875"/>
                        <a:pt x="2527" y="22919"/>
                      </a:cubicBezTo>
                      <a:cubicBezTo>
                        <a:pt x="4433" y="23008"/>
                        <a:pt x="6339" y="15959"/>
                        <a:pt x="6960" y="7182"/>
                      </a:cubicBezTo>
                      <a:cubicBezTo>
                        <a:pt x="7137" y="4610"/>
                        <a:pt x="7182" y="2172"/>
                        <a:pt x="7137" y="0"/>
                      </a:cubicBezTo>
                      <a:cubicBezTo>
                        <a:pt x="7004" y="1330"/>
                        <a:pt x="6871" y="2660"/>
                        <a:pt x="6605" y="3901"/>
                      </a:cubicBezTo>
                      <a:cubicBezTo>
                        <a:pt x="4965" y="10905"/>
                        <a:pt x="2350" y="16447"/>
                        <a:pt x="0" y="15737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03" name="Forme libre : forme 26202">
                  <a:extLst>
                    <a:ext uri="{FF2B5EF4-FFF2-40B4-BE49-F238E27FC236}">
                      <a16:creationId xmlns:a16="http://schemas.microsoft.com/office/drawing/2014/main" id="{BA0A71EF-830E-42E2-A953-71F2866F9360}"/>
                    </a:ext>
                  </a:extLst>
                </p:cNvPr>
                <p:cNvSpPr/>
                <p:nvPr/>
              </p:nvSpPr>
              <p:spPr>
                <a:xfrm>
                  <a:off x="5901311" y="1786843"/>
                  <a:ext cx="7357" cy="31879"/>
                </a:xfrm>
                <a:custGeom>
                  <a:avLst/>
                  <a:gdLst>
                    <a:gd name="connsiteX0" fmla="*/ 4997 w 7357"/>
                    <a:gd name="connsiteY0" fmla="*/ 5 h 31879"/>
                    <a:gd name="connsiteX1" fmla="*/ 7169 w 7357"/>
                    <a:gd name="connsiteY1" fmla="*/ 16186 h 31879"/>
                    <a:gd name="connsiteX2" fmla="*/ 2692 w 7357"/>
                    <a:gd name="connsiteY2" fmla="*/ 31879 h 31879"/>
                    <a:gd name="connsiteX3" fmla="*/ 165 w 7357"/>
                    <a:gd name="connsiteY3" fmla="*/ 15654 h 31879"/>
                    <a:gd name="connsiteX4" fmla="*/ 4997 w 7357"/>
                    <a:gd name="connsiteY4" fmla="*/ 5 h 3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57" h="31879">
                      <a:moveTo>
                        <a:pt x="4997" y="5"/>
                      </a:moveTo>
                      <a:cubicBezTo>
                        <a:pt x="6992" y="227"/>
                        <a:pt x="7745" y="7408"/>
                        <a:pt x="7169" y="16186"/>
                      </a:cubicBezTo>
                      <a:cubicBezTo>
                        <a:pt x="6548" y="24919"/>
                        <a:pt x="4598" y="31968"/>
                        <a:pt x="2692" y="31879"/>
                      </a:cubicBezTo>
                      <a:cubicBezTo>
                        <a:pt x="741" y="31790"/>
                        <a:pt x="-456" y="24520"/>
                        <a:pt x="165" y="15654"/>
                      </a:cubicBezTo>
                      <a:cubicBezTo>
                        <a:pt x="741" y="6788"/>
                        <a:pt x="3091" y="-217"/>
                        <a:pt x="4997" y="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04" name="Forme libre : forme 26203">
                  <a:extLst>
                    <a:ext uri="{FF2B5EF4-FFF2-40B4-BE49-F238E27FC236}">
                      <a16:creationId xmlns:a16="http://schemas.microsoft.com/office/drawing/2014/main" id="{326B8294-8DA8-4AB4-95E4-74EF9967317D}"/>
                    </a:ext>
                  </a:extLst>
                </p:cNvPr>
                <p:cNvSpPr/>
                <p:nvPr/>
              </p:nvSpPr>
              <p:spPr>
                <a:xfrm>
                  <a:off x="5897330" y="1794516"/>
                  <a:ext cx="14012" cy="39496"/>
                </a:xfrm>
                <a:custGeom>
                  <a:avLst/>
                  <a:gdLst>
                    <a:gd name="connsiteX0" fmla="*/ 5741 w 14012"/>
                    <a:gd name="connsiteY0" fmla="*/ 39367 h 39496"/>
                    <a:gd name="connsiteX1" fmla="*/ 9021 w 14012"/>
                    <a:gd name="connsiteY1" fmla="*/ 38392 h 39496"/>
                    <a:gd name="connsiteX2" fmla="*/ 13188 w 14012"/>
                    <a:gd name="connsiteY2" fmla="*/ 22566 h 39496"/>
                    <a:gd name="connsiteX3" fmla="*/ 13853 w 14012"/>
                    <a:gd name="connsiteY3" fmla="*/ 5942 h 39496"/>
                    <a:gd name="connsiteX4" fmla="*/ 11149 w 14012"/>
                    <a:gd name="connsiteY4" fmla="*/ 356 h 39496"/>
                    <a:gd name="connsiteX5" fmla="*/ 9066 w 14012"/>
                    <a:gd name="connsiteY5" fmla="*/ 5764 h 39496"/>
                    <a:gd name="connsiteX6" fmla="*/ 4322 w 14012"/>
                    <a:gd name="connsiteY6" fmla="*/ 19152 h 39496"/>
                    <a:gd name="connsiteX7" fmla="*/ 66 w 14012"/>
                    <a:gd name="connsiteY7" fmla="*/ 35023 h 39496"/>
                    <a:gd name="connsiteX8" fmla="*/ 5741 w 14012"/>
                    <a:gd name="connsiteY8" fmla="*/ 39367 h 3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012" h="39496">
                      <a:moveTo>
                        <a:pt x="5741" y="39367"/>
                      </a:moveTo>
                      <a:cubicBezTo>
                        <a:pt x="6849" y="39500"/>
                        <a:pt x="7957" y="39633"/>
                        <a:pt x="9021" y="38392"/>
                      </a:cubicBezTo>
                      <a:cubicBezTo>
                        <a:pt x="11016" y="35998"/>
                        <a:pt x="12435" y="29171"/>
                        <a:pt x="13188" y="22566"/>
                      </a:cubicBezTo>
                      <a:cubicBezTo>
                        <a:pt x="13853" y="17024"/>
                        <a:pt x="14252" y="10995"/>
                        <a:pt x="13853" y="5942"/>
                      </a:cubicBezTo>
                      <a:cubicBezTo>
                        <a:pt x="13499" y="2173"/>
                        <a:pt x="12479" y="-1107"/>
                        <a:pt x="11149" y="356"/>
                      </a:cubicBezTo>
                      <a:cubicBezTo>
                        <a:pt x="10307" y="1242"/>
                        <a:pt x="9686" y="3636"/>
                        <a:pt x="9066" y="5764"/>
                      </a:cubicBezTo>
                      <a:cubicBezTo>
                        <a:pt x="7603" y="10818"/>
                        <a:pt x="6007" y="15384"/>
                        <a:pt x="4322" y="19152"/>
                      </a:cubicBezTo>
                      <a:cubicBezTo>
                        <a:pt x="2815" y="22344"/>
                        <a:pt x="-510" y="28196"/>
                        <a:pt x="66" y="35023"/>
                      </a:cubicBezTo>
                      <a:cubicBezTo>
                        <a:pt x="554" y="41096"/>
                        <a:pt x="4189" y="39145"/>
                        <a:pt x="5741" y="3936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05" name="Forme libre : forme 26204">
                  <a:extLst>
                    <a:ext uri="{FF2B5EF4-FFF2-40B4-BE49-F238E27FC236}">
                      <a16:creationId xmlns:a16="http://schemas.microsoft.com/office/drawing/2014/main" id="{A7CF38CE-4FBD-4C6C-881B-FEC25DD7150B}"/>
                    </a:ext>
                  </a:extLst>
                </p:cNvPr>
                <p:cNvSpPr/>
                <p:nvPr/>
              </p:nvSpPr>
              <p:spPr>
                <a:xfrm>
                  <a:off x="5897751" y="1813888"/>
                  <a:ext cx="3174" cy="13256"/>
                </a:xfrm>
                <a:custGeom>
                  <a:avLst/>
                  <a:gdLst>
                    <a:gd name="connsiteX0" fmla="*/ 1640 w 3174"/>
                    <a:gd name="connsiteY0" fmla="*/ 12459 h 13256"/>
                    <a:gd name="connsiteX1" fmla="*/ 2350 w 3174"/>
                    <a:gd name="connsiteY1" fmla="*/ 13256 h 13256"/>
                    <a:gd name="connsiteX2" fmla="*/ 3059 w 3174"/>
                    <a:gd name="connsiteY2" fmla="*/ 12060 h 13256"/>
                    <a:gd name="connsiteX3" fmla="*/ 3147 w 3174"/>
                    <a:gd name="connsiteY3" fmla="*/ 9710 h 13256"/>
                    <a:gd name="connsiteX4" fmla="*/ 2704 w 3174"/>
                    <a:gd name="connsiteY4" fmla="*/ 3991 h 13256"/>
                    <a:gd name="connsiteX5" fmla="*/ 2350 w 3174"/>
                    <a:gd name="connsiteY5" fmla="*/ 1908 h 13256"/>
                    <a:gd name="connsiteX6" fmla="*/ 0 w 3174"/>
                    <a:gd name="connsiteY6" fmla="*/ 3504 h 13256"/>
                    <a:gd name="connsiteX7" fmla="*/ 1640 w 3174"/>
                    <a:gd name="connsiteY7" fmla="*/ 12459 h 13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74" h="13256">
                      <a:moveTo>
                        <a:pt x="1640" y="12459"/>
                      </a:moveTo>
                      <a:cubicBezTo>
                        <a:pt x="1862" y="12902"/>
                        <a:pt x="2084" y="13256"/>
                        <a:pt x="2350" y="13256"/>
                      </a:cubicBezTo>
                      <a:cubicBezTo>
                        <a:pt x="2616" y="13256"/>
                        <a:pt x="2926" y="12857"/>
                        <a:pt x="3059" y="12060"/>
                      </a:cubicBezTo>
                      <a:cubicBezTo>
                        <a:pt x="3192" y="11350"/>
                        <a:pt x="3192" y="10508"/>
                        <a:pt x="3147" y="9710"/>
                      </a:cubicBezTo>
                      <a:cubicBezTo>
                        <a:pt x="3059" y="7715"/>
                        <a:pt x="2926" y="5809"/>
                        <a:pt x="2704" y="3991"/>
                      </a:cubicBezTo>
                      <a:cubicBezTo>
                        <a:pt x="2616" y="3238"/>
                        <a:pt x="2527" y="2484"/>
                        <a:pt x="2350" y="1908"/>
                      </a:cubicBezTo>
                      <a:cubicBezTo>
                        <a:pt x="1729" y="-575"/>
                        <a:pt x="44" y="-1195"/>
                        <a:pt x="0" y="3504"/>
                      </a:cubicBezTo>
                      <a:cubicBezTo>
                        <a:pt x="0" y="7139"/>
                        <a:pt x="798" y="10685"/>
                        <a:pt x="1640" y="1245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06" name="Forme libre : forme 26205">
                  <a:extLst>
                    <a:ext uri="{FF2B5EF4-FFF2-40B4-BE49-F238E27FC236}">
                      <a16:creationId xmlns:a16="http://schemas.microsoft.com/office/drawing/2014/main" id="{263EAC58-E8C9-47C4-97FA-E5C1508CC64E}"/>
                    </a:ext>
                  </a:extLst>
                </p:cNvPr>
                <p:cNvSpPr/>
                <p:nvPr/>
              </p:nvSpPr>
              <p:spPr>
                <a:xfrm>
                  <a:off x="5908036" y="1776297"/>
                  <a:ext cx="5142" cy="19948"/>
                </a:xfrm>
                <a:custGeom>
                  <a:avLst/>
                  <a:gdLst>
                    <a:gd name="connsiteX0" fmla="*/ 0 w 5142"/>
                    <a:gd name="connsiteY0" fmla="*/ 0 h 19948"/>
                    <a:gd name="connsiteX1" fmla="*/ 2660 w 5142"/>
                    <a:gd name="connsiteY1" fmla="*/ 2438 h 19948"/>
                    <a:gd name="connsiteX2" fmla="*/ 5142 w 5142"/>
                    <a:gd name="connsiteY2" fmla="*/ 19949 h 19948"/>
                    <a:gd name="connsiteX3" fmla="*/ 4389 w 5142"/>
                    <a:gd name="connsiteY3" fmla="*/ 11615 h 19948"/>
                    <a:gd name="connsiteX4" fmla="*/ 0 w 5142"/>
                    <a:gd name="connsiteY4" fmla="*/ 0 h 19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2" h="19948">
                      <a:moveTo>
                        <a:pt x="0" y="0"/>
                      </a:moveTo>
                      <a:cubicBezTo>
                        <a:pt x="0" y="0"/>
                        <a:pt x="1374" y="-44"/>
                        <a:pt x="2660" y="2438"/>
                      </a:cubicBezTo>
                      <a:cubicBezTo>
                        <a:pt x="3990" y="4921"/>
                        <a:pt x="5142" y="9886"/>
                        <a:pt x="5142" y="19949"/>
                      </a:cubicBezTo>
                      <a:cubicBezTo>
                        <a:pt x="5142" y="19949"/>
                        <a:pt x="5098" y="16048"/>
                        <a:pt x="4389" y="11615"/>
                      </a:cubicBezTo>
                      <a:cubicBezTo>
                        <a:pt x="3724" y="7182"/>
                        <a:pt x="2527" y="22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07" name="Forme libre : forme 26206">
                  <a:extLst>
                    <a:ext uri="{FF2B5EF4-FFF2-40B4-BE49-F238E27FC236}">
                      <a16:creationId xmlns:a16="http://schemas.microsoft.com/office/drawing/2014/main" id="{1009BED3-EDE8-4940-BD1C-DE5712118B60}"/>
                    </a:ext>
                  </a:extLst>
                </p:cNvPr>
                <p:cNvSpPr/>
                <p:nvPr/>
              </p:nvSpPr>
              <p:spPr>
                <a:xfrm>
                  <a:off x="5893951" y="1820184"/>
                  <a:ext cx="5973" cy="22564"/>
                </a:xfrm>
                <a:custGeom>
                  <a:avLst/>
                  <a:gdLst>
                    <a:gd name="connsiteX0" fmla="*/ 33 w 5973"/>
                    <a:gd name="connsiteY0" fmla="*/ 0 h 22564"/>
                    <a:gd name="connsiteX1" fmla="*/ 520 w 5973"/>
                    <a:gd name="connsiteY1" fmla="*/ 10418 h 22564"/>
                    <a:gd name="connsiteX2" fmla="*/ 5973 w 5973"/>
                    <a:gd name="connsiteY2" fmla="*/ 22564 h 22564"/>
                    <a:gd name="connsiteX3" fmla="*/ 33 w 5973"/>
                    <a:gd name="connsiteY3" fmla="*/ 0 h 22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73" h="22564">
                      <a:moveTo>
                        <a:pt x="33" y="0"/>
                      </a:moveTo>
                      <a:cubicBezTo>
                        <a:pt x="33" y="0"/>
                        <a:pt x="-189" y="5054"/>
                        <a:pt x="520" y="10418"/>
                      </a:cubicBezTo>
                      <a:cubicBezTo>
                        <a:pt x="1185" y="15782"/>
                        <a:pt x="2737" y="21412"/>
                        <a:pt x="5973" y="22564"/>
                      </a:cubicBezTo>
                      <a:cubicBezTo>
                        <a:pt x="5973" y="22564"/>
                        <a:pt x="255" y="18397"/>
                        <a:pt x="3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08" name="Forme libre : forme 26207">
                  <a:extLst>
                    <a:ext uri="{FF2B5EF4-FFF2-40B4-BE49-F238E27FC236}">
                      <a16:creationId xmlns:a16="http://schemas.microsoft.com/office/drawing/2014/main" id="{0FA38F1F-324F-4C55-BB22-BC16A4C3EE61}"/>
                    </a:ext>
                  </a:extLst>
                </p:cNvPr>
                <p:cNvSpPr/>
                <p:nvPr/>
              </p:nvSpPr>
              <p:spPr>
                <a:xfrm>
                  <a:off x="5901308" y="1795039"/>
                  <a:ext cx="2871" cy="11898"/>
                </a:xfrm>
                <a:custGeom>
                  <a:avLst/>
                  <a:gdLst>
                    <a:gd name="connsiteX0" fmla="*/ 2516 w 2871"/>
                    <a:gd name="connsiteY0" fmla="*/ 143 h 11898"/>
                    <a:gd name="connsiteX1" fmla="*/ 2428 w 2871"/>
                    <a:gd name="connsiteY1" fmla="*/ 7236 h 11898"/>
                    <a:gd name="connsiteX2" fmla="*/ 389 w 2871"/>
                    <a:gd name="connsiteY2" fmla="*/ 11758 h 11898"/>
                    <a:gd name="connsiteX3" fmla="*/ 477 w 2871"/>
                    <a:gd name="connsiteY3" fmla="*/ 4620 h 11898"/>
                    <a:gd name="connsiteX4" fmla="*/ 2516 w 2871"/>
                    <a:gd name="connsiteY4" fmla="*/ 143 h 11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71" h="11898">
                      <a:moveTo>
                        <a:pt x="2516" y="143"/>
                      </a:moveTo>
                      <a:cubicBezTo>
                        <a:pt x="3004" y="852"/>
                        <a:pt x="3004" y="4044"/>
                        <a:pt x="2428" y="7236"/>
                      </a:cubicBezTo>
                      <a:cubicBezTo>
                        <a:pt x="1851" y="10428"/>
                        <a:pt x="965" y="12467"/>
                        <a:pt x="389" y="11758"/>
                      </a:cubicBezTo>
                      <a:cubicBezTo>
                        <a:pt x="-143" y="11049"/>
                        <a:pt x="-143" y="7857"/>
                        <a:pt x="477" y="4620"/>
                      </a:cubicBezTo>
                      <a:cubicBezTo>
                        <a:pt x="1054" y="1429"/>
                        <a:pt x="1984" y="-566"/>
                        <a:pt x="2516" y="14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09" name="Forme libre : forme 26208">
                  <a:extLst>
                    <a:ext uri="{FF2B5EF4-FFF2-40B4-BE49-F238E27FC236}">
                      <a16:creationId xmlns:a16="http://schemas.microsoft.com/office/drawing/2014/main" id="{ECBBA727-3860-4E5A-8B9B-3D1F43B375D6}"/>
                    </a:ext>
                  </a:extLst>
                </p:cNvPr>
                <p:cNvSpPr/>
                <p:nvPr/>
              </p:nvSpPr>
              <p:spPr>
                <a:xfrm>
                  <a:off x="5903004" y="1793451"/>
                  <a:ext cx="1065" cy="3284"/>
                </a:xfrm>
                <a:custGeom>
                  <a:avLst/>
                  <a:gdLst>
                    <a:gd name="connsiteX0" fmla="*/ 688 w 1065"/>
                    <a:gd name="connsiteY0" fmla="*/ 2 h 3284"/>
                    <a:gd name="connsiteX1" fmla="*/ 1043 w 1065"/>
                    <a:gd name="connsiteY1" fmla="*/ 1687 h 3284"/>
                    <a:gd name="connsiteX2" fmla="*/ 378 w 1065"/>
                    <a:gd name="connsiteY2" fmla="*/ 3282 h 3284"/>
                    <a:gd name="connsiteX3" fmla="*/ 23 w 1065"/>
                    <a:gd name="connsiteY3" fmla="*/ 1598 h 3284"/>
                    <a:gd name="connsiteX4" fmla="*/ 688 w 1065"/>
                    <a:gd name="connsiteY4" fmla="*/ 2 h 3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" h="3284">
                      <a:moveTo>
                        <a:pt x="688" y="2"/>
                      </a:moveTo>
                      <a:cubicBezTo>
                        <a:pt x="954" y="46"/>
                        <a:pt x="1131" y="800"/>
                        <a:pt x="1043" y="1687"/>
                      </a:cubicBezTo>
                      <a:cubicBezTo>
                        <a:pt x="954" y="2617"/>
                        <a:pt x="688" y="3327"/>
                        <a:pt x="378" y="3282"/>
                      </a:cubicBezTo>
                      <a:cubicBezTo>
                        <a:pt x="112" y="3238"/>
                        <a:pt x="-66" y="2484"/>
                        <a:pt x="23" y="1598"/>
                      </a:cubicBezTo>
                      <a:cubicBezTo>
                        <a:pt x="112" y="667"/>
                        <a:pt x="422" y="-42"/>
                        <a:pt x="688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210" name="Forme libre : forme 26209">
                  <a:extLst>
                    <a:ext uri="{FF2B5EF4-FFF2-40B4-BE49-F238E27FC236}">
                      <a16:creationId xmlns:a16="http://schemas.microsoft.com/office/drawing/2014/main" id="{42B967AD-505C-4350-B7DF-03C144B14B1D}"/>
                    </a:ext>
                  </a:extLst>
                </p:cNvPr>
                <p:cNvSpPr/>
                <p:nvPr/>
              </p:nvSpPr>
              <p:spPr>
                <a:xfrm>
                  <a:off x="5895975" y="1779029"/>
                  <a:ext cx="10827" cy="27722"/>
                </a:xfrm>
                <a:custGeom>
                  <a:avLst/>
                  <a:gdLst>
                    <a:gd name="connsiteX0" fmla="*/ 5057 w 10827"/>
                    <a:gd name="connsiteY0" fmla="*/ 1967 h 27722"/>
                    <a:gd name="connsiteX1" fmla="*/ 9711 w 10827"/>
                    <a:gd name="connsiteY1" fmla="*/ 105 h 27722"/>
                    <a:gd name="connsiteX2" fmla="*/ 10820 w 10827"/>
                    <a:gd name="connsiteY2" fmla="*/ 2587 h 27722"/>
                    <a:gd name="connsiteX3" fmla="*/ 9578 w 10827"/>
                    <a:gd name="connsiteY3" fmla="*/ 6045 h 27722"/>
                    <a:gd name="connsiteX4" fmla="*/ 4835 w 10827"/>
                    <a:gd name="connsiteY4" fmla="*/ 12961 h 27722"/>
                    <a:gd name="connsiteX5" fmla="*/ 446 w 10827"/>
                    <a:gd name="connsiteY5" fmla="*/ 27324 h 27722"/>
                    <a:gd name="connsiteX6" fmla="*/ 1821 w 10827"/>
                    <a:gd name="connsiteY6" fmla="*/ 8927 h 27722"/>
                    <a:gd name="connsiteX7" fmla="*/ 5057 w 10827"/>
                    <a:gd name="connsiteY7" fmla="*/ 1967 h 27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827" h="27722">
                      <a:moveTo>
                        <a:pt x="5057" y="1967"/>
                      </a:moveTo>
                      <a:cubicBezTo>
                        <a:pt x="6653" y="105"/>
                        <a:pt x="8204" y="-205"/>
                        <a:pt x="9711" y="105"/>
                      </a:cubicBezTo>
                      <a:cubicBezTo>
                        <a:pt x="10243" y="194"/>
                        <a:pt x="10908" y="814"/>
                        <a:pt x="10820" y="2587"/>
                      </a:cubicBezTo>
                      <a:cubicBezTo>
                        <a:pt x="10731" y="4228"/>
                        <a:pt x="10110" y="5425"/>
                        <a:pt x="9578" y="6045"/>
                      </a:cubicBezTo>
                      <a:cubicBezTo>
                        <a:pt x="7938" y="8084"/>
                        <a:pt x="6209" y="9104"/>
                        <a:pt x="4835" y="12961"/>
                      </a:cubicBezTo>
                      <a:cubicBezTo>
                        <a:pt x="3904" y="15355"/>
                        <a:pt x="1688" y="30339"/>
                        <a:pt x="446" y="27324"/>
                      </a:cubicBezTo>
                      <a:cubicBezTo>
                        <a:pt x="-795" y="24310"/>
                        <a:pt x="845" y="12429"/>
                        <a:pt x="1821" y="8927"/>
                      </a:cubicBezTo>
                      <a:cubicBezTo>
                        <a:pt x="2618" y="5779"/>
                        <a:pt x="3860" y="3341"/>
                        <a:pt x="5057" y="196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81" name="Graphique 2">
                <a:extLst>
                  <a:ext uri="{FF2B5EF4-FFF2-40B4-BE49-F238E27FC236}">
                    <a16:creationId xmlns:a16="http://schemas.microsoft.com/office/drawing/2014/main" id="{FB7114F4-D5C3-4DA2-89B8-D9D0F88AF83C}"/>
                  </a:ext>
                </a:extLst>
              </p:cNvPr>
              <p:cNvGrpSpPr/>
              <p:nvPr/>
            </p:nvGrpSpPr>
            <p:grpSpPr>
              <a:xfrm>
                <a:off x="5899725" y="1705074"/>
                <a:ext cx="29486" cy="69198"/>
                <a:chOff x="5899725" y="1705074"/>
                <a:chExt cx="29486" cy="69198"/>
              </a:xfrm>
              <a:solidFill>
                <a:schemeClr val="accent1"/>
              </a:solidFill>
            </p:grpSpPr>
            <p:sp>
              <p:nvSpPr>
                <p:cNvPr id="26187" name="Forme libre : forme 26186">
                  <a:extLst>
                    <a:ext uri="{FF2B5EF4-FFF2-40B4-BE49-F238E27FC236}">
                      <a16:creationId xmlns:a16="http://schemas.microsoft.com/office/drawing/2014/main" id="{A979B063-BCA4-4A75-A119-50F21E2A1A21}"/>
                    </a:ext>
                  </a:extLst>
                </p:cNvPr>
                <p:cNvSpPr/>
                <p:nvPr/>
              </p:nvSpPr>
              <p:spPr>
                <a:xfrm>
                  <a:off x="5899725" y="1705074"/>
                  <a:ext cx="29486" cy="69198"/>
                </a:xfrm>
                <a:custGeom>
                  <a:avLst/>
                  <a:gdLst>
                    <a:gd name="connsiteX0" fmla="*/ 26133 w 29486"/>
                    <a:gd name="connsiteY0" fmla="*/ 24808 h 69198"/>
                    <a:gd name="connsiteX1" fmla="*/ 19483 w 29486"/>
                    <a:gd name="connsiteY1" fmla="*/ 48968 h 69198"/>
                    <a:gd name="connsiteX2" fmla="*/ 14917 w 29486"/>
                    <a:gd name="connsiteY2" fmla="*/ 63420 h 69198"/>
                    <a:gd name="connsiteX3" fmla="*/ 9376 w 29486"/>
                    <a:gd name="connsiteY3" fmla="*/ 69183 h 69198"/>
                    <a:gd name="connsiteX4" fmla="*/ 4278 w 29486"/>
                    <a:gd name="connsiteY4" fmla="*/ 68563 h 69198"/>
                    <a:gd name="connsiteX5" fmla="*/ 376 w 29486"/>
                    <a:gd name="connsiteY5" fmla="*/ 61425 h 69198"/>
                    <a:gd name="connsiteX6" fmla="*/ 1219 w 29486"/>
                    <a:gd name="connsiteY6" fmla="*/ 45067 h 69198"/>
                    <a:gd name="connsiteX7" fmla="*/ 8312 w 29486"/>
                    <a:gd name="connsiteY7" fmla="*/ 19001 h 69198"/>
                    <a:gd name="connsiteX8" fmla="*/ 15582 w 29486"/>
                    <a:gd name="connsiteY8" fmla="*/ 4504 h 69198"/>
                    <a:gd name="connsiteX9" fmla="*/ 22542 w 29486"/>
                    <a:gd name="connsiteY9" fmla="*/ 160 h 69198"/>
                    <a:gd name="connsiteX10" fmla="*/ 27330 w 29486"/>
                    <a:gd name="connsiteY10" fmla="*/ 2155 h 69198"/>
                    <a:gd name="connsiteX11" fmla="*/ 29413 w 29486"/>
                    <a:gd name="connsiteY11" fmla="*/ 9869 h 69198"/>
                    <a:gd name="connsiteX12" fmla="*/ 26133 w 29486"/>
                    <a:gd name="connsiteY12" fmla="*/ 24808 h 69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486" h="69198">
                      <a:moveTo>
                        <a:pt x="26133" y="24808"/>
                      </a:moveTo>
                      <a:cubicBezTo>
                        <a:pt x="23473" y="32788"/>
                        <a:pt x="21256" y="40856"/>
                        <a:pt x="19483" y="48968"/>
                      </a:cubicBezTo>
                      <a:cubicBezTo>
                        <a:pt x="18242" y="54687"/>
                        <a:pt x="16646" y="59696"/>
                        <a:pt x="14917" y="63420"/>
                      </a:cubicBezTo>
                      <a:cubicBezTo>
                        <a:pt x="13188" y="67188"/>
                        <a:pt x="11193" y="69405"/>
                        <a:pt x="9376" y="69183"/>
                      </a:cubicBezTo>
                      <a:lnTo>
                        <a:pt x="4278" y="68563"/>
                      </a:lnTo>
                      <a:cubicBezTo>
                        <a:pt x="2416" y="68341"/>
                        <a:pt x="1086" y="65637"/>
                        <a:pt x="376" y="61425"/>
                      </a:cubicBezTo>
                      <a:cubicBezTo>
                        <a:pt x="-289" y="57170"/>
                        <a:pt x="-111" y="51274"/>
                        <a:pt x="1219" y="45067"/>
                      </a:cubicBezTo>
                      <a:cubicBezTo>
                        <a:pt x="3125" y="36201"/>
                        <a:pt x="5474" y="27512"/>
                        <a:pt x="8312" y="19001"/>
                      </a:cubicBezTo>
                      <a:cubicBezTo>
                        <a:pt x="10262" y="13016"/>
                        <a:pt x="12966" y="7918"/>
                        <a:pt x="15582" y="4504"/>
                      </a:cubicBezTo>
                      <a:cubicBezTo>
                        <a:pt x="18286" y="1135"/>
                        <a:pt x="20813" y="-549"/>
                        <a:pt x="22542" y="160"/>
                      </a:cubicBezTo>
                      <a:lnTo>
                        <a:pt x="27330" y="2155"/>
                      </a:lnTo>
                      <a:cubicBezTo>
                        <a:pt x="29059" y="2864"/>
                        <a:pt x="29724" y="5790"/>
                        <a:pt x="29413" y="9869"/>
                      </a:cubicBezTo>
                      <a:cubicBezTo>
                        <a:pt x="29103" y="13947"/>
                        <a:pt x="27950" y="19222"/>
                        <a:pt x="26133" y="2480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88" name="Forme libre : forme 26187">
                  <a:extLst>
                    <a:ext uri="{FF2B5EF4-FFF2-40B4-BE49-F238E27FC236}">
                      <a16:creationId xmlns:a16="http://schemas.microsoft.com/office/drawing/2014/main" id="{E3A96C48-A40B-47D2-9C43-E16FBE12CD51}"/>
                    </a:ext>
                  </a:extLst>
                </p:cNvPr>
                <p:cNvSpPr/>
                <p:nvPr/>
              </p:nvSpPr>
              <p:spPr>
                <a:xfrm>
                  <a:off x="5906884" y="1707185"/>
                  <a:ext cx="22286" cy="67087"/>
                </a:xfrm>
                <a:custGeom>
                  <a:avLst/>
                  <a:gdLst>
                    <a:gd name="connsiteX0" fmla="*/ 7315 w 22286"/>
                    <a:gd name="connsiteY0" fmla="*/ 41139 h 67087"/>
                    <a:gd name="connsiteX1" fmla="*/ 0 w 22286"/>
                    <a:gd name="connsiteY1" fmla="*/ 66807 h 67087"/>
                    <a:gd name="connsiteX2" fmla="*/ 2217 w 22286"/>
                    <a:gd name="connsiteY2" fmla="*/ 67073 h 67087"/>
                    <a:gd name="connsiteX3" fmla="*/ 7758 w 22286"/>
                    <a:gd name="connsiteY3" fmla="*/ 61310 h 67087"/>
                    <a:gd name="connsiteX4" fmla="*/ 12324 w 22286"/>
                    <a:gd name="connsiteY4" fmla="*/ 46858 h 67087"/>
                    <a:gd name="connsiteX5" fmla="*/ 18974 w 22286"/>
                    <a:gd name="connsiteY5" fmla="*/ 22697 h 67087"/>
                    <a:gd name="connsiteX6" fmla="*/ 22210 w 22286"/>
                    <a:gd name="connsiteY6" fmla="*/ 7758 h 67087"/>
                    <a:gd name="connsiteX7" fmla="*/ 20126 w 22286"/>
                    <a:gd name="connsiteY7" fmla="*/ 44 h 67087"/>
                    <a:gd name="connsiteX8" fmla="*/ 19993 w 22286"/>
                    <a:gd name="connsiteY8" fmla="*/ 0 h 67087"/>
                    <a:gd name="connsiteX9" fmla="*/ 7315 w 22286"/>
                    <a:gd name="connsiteY9" fmla="*/ 41139 h 67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286" h="67087">
                      <a:moveTo>
                        <a:pt x="7315" y="41139"/>
                      </a:moveTo>
                      <a:cubicBezTo>
                        <a:pt x="5719" y="51202"/>
                        <a:pt x="3236" y="61354"/>
                        <a:pt x="0" y="66807"/>
                      </a:cubicBezTo>
                      <a:lnTo>
                        <a:pt x="2217" y="67073"/>
                      </a:lnTo>
                      <a:cubicBezTo>
                        <a:pt x="4079" y="67294"/>
                        <a:pt x="6029" y="65033"/>
                        <a:pt x="7758" y="61310"/>
                      </a:cubicBezTo>
                      <a:cubicBezTo>
                        <a:pt x="9487" y="57586"/>
                        <a:pt x="11083" y="52576"/>
                        <a:pt x="12324" y="46858"/>
                      </a:cubicBezTo>
                      <a:cubicBezTo>
                        <a:pt x="14097" y="38745"/>
                        <a:pt x="16314" y="30677"/>
                        <a:pt x="18974" y="22697"/>
                      </a:cubicBezTo>
                      <a:cubicBezTo>
                        <a:pt x="20791" y="17112"/>
                        <a:pt x="21988" y="11836"/>
                        <a:pt x="22210" y="7758"/>
                      </a:cubicBezTo>
                      <a:cubicBezTo>
                        <a:pt x="22520" y="3679"/>
                        <a:pt x="21900" y="754"/>
                        <a:pt x="20126" y="44"/>
                      </a:cubicBezTo>
                      <a:lnTo>
                        <a:pt x="19993" y="0"/>
                      </a:lnTo>
                      <a:cubicBezTo>
                        <a:pt x="14718" y="13654"/>
                        <a:pt x="9531" y="26820"/>
                        <a:pt x="7315" y="4113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89" name="Forme libre : forme 26188">
                  <a:extLst>
                    <a:ext uri="{FF2B5EF4-FFF2-40B4-BE49-F238E27FC236}">
                      <a16:creationId xmlns:a16="http://schemas.microsoft.com/office/drawing/2014/main" id="{B29057DB-C006-46F5-AAEC-1F6AC4269852}"/>
                    </a:ext>
                  </a:extLst>
                </p:cNvPr>
                <p:cNvSpPr/>
                <p:nvPr/>
              </p:nvSpPr>
              <p:spPr>
                <a:xfrm>
                  <a:off x="5909498" y="1719815"/>
                  <a:ext cx="11302" cy="30702"/>
                </a:xfrm>
                <a:custGeom>
                  <a:avLst/>
                  <a:gdLst>
                    <a:gd name="connsiteX0" fmla="*/ 10331 w 11302"/>
                    <a:gd name="connsiteY0" fmla="*/ 48 h 30702"/>
                    <a:gd name="connsiteX1" fmla="*/ 8779 w 11302"/>
                    <a:gd name="connsiteY1" fmla="*/ 16229 h 30702"/>
                    <a:gd name="connsiteX2" fmla="*/ 1376 w 11302"/>
                    <a:gd name="connsiteY2" fmla="*/ 30681 h 30702"/>
                    <a:gd name="connsiteX3" fmla="*/ 1996 w 11302"/>
                    <a:gd name="connsiteY3" fmla="*/ 14234 h 30702"/>
                    <a:gd name="connsiteX4" fmla="*/ 10331 w 11302"/>
                    <a:gd name="connsiteY4" fmla="*/ 48 h 30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2" h="30702">
                      <a:moveTo>
                        <a:pt x="10331" y="48"/>
                      </a:moveTo>
                      <a:cubicBezTo>
                        <a:pt x="12192" y="758"/>
                        <a:pt x="11217" y="7895"/>
                        <a:pt x="8779" y="16229"/>
                      </a:cubicBezTo>
                      <a:cubicBezTo>
                        <a:pt x="6296" y="24563"/>
                        <a:pt x="3282" y="31125"/>
                        <a:pt x="1376" y="30681"/>
                      </a:cubicBezTo>
                      <a:cubicBezTo>
                        <a:pt x="-531" y="30282"/>
                        <a:pt x="-575" y="22835"/>
                        <a:pt x="1996" y="14234"/>
                      </a:cubicBezTo>
                      <a:cubicBezTo>
                        <a:pt x="4479" y="5634"/>
                        <a:pt x="8513" y="-616"/>
                        <a:pt x="10331" y="4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90" name="Forme libre : forme 26189">
                  <a:extLst>
                    <a:ext uri="{FF2B5EF4-FFF2-40B4-BE49-F238E27FC236}">
                      <a16:creationId xmlns:a16="http://schemas.microsoft.com/office/drawing/2014/main" id="{AE2DC7FD-B53D-49A6-B898-F915FD1D8692}"/>
                    </a:ext>
                  </a:extLst>
                </p:cNvPr>
                <p:cNvSpPr/>
                <p:nvPr/>
              </p:nvSpPr>
              <p:spPr>
                <a:xfrm>
                  <a:off x="5909496" y="1729217"/>
                  <a:ext cx="10509" cy="21340"/>
                </a:xfrm>
                <a:custGeom>
                  <a:avLst/>
                  <a:gdLst>
                    <a:gd name="connsiteX0" fmla="*/ 181 w 10509"/>
                    <a:gd name="connsiteY0" fmla="*/ 13743 h 21340"/>
                    <a:gd name="connsiteX1" fmla="*/ 1378 w 10509"/>
                    <a:gd name="connsiteY1" fmla="*/ 21323 h 21340"/>
                    <a:gd name="connsiteX2" fmla="*/ 8781 w 10509"/>
                    <a:gd name="connsiteY2" fmla="*/ 6871 h 21340"/>
                    <a:gd name="connsiteX3" fmla="*/ 10510 w 10509"/>
                    <a:gd name="connsiteY3" fmla="*/ 0 h 21340"/>
                    <a:gd name="connsiteX4" fmla="*/ 9091 w 10509"/>
                    <a:gd name="connsiteY4" fmla="*/ 3679 h 21340"/>
                    <a:gd name="connsiteX5" fmla="*/ 181 w 10509"/>
                    <a:gd name="connsiteY5" fmla="*/ 13743 h 21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509" h="21340">
                      <a:moveTo>
                        <a:pt x="181" y="13743"/>
                      </a:moveTo>
                      <a:cubicBezTo>
                        <a:pt x="-307" y="18043"/>
                        <a:pt x="225" y="21057"/>
                        <a:pt x="1378" y="21323"/>
                      </a:cubicBezTo>
                      <a:cubicBezTo>
                        <a:pt x="3284" y="21722"/>
                        <a:pt x="6299" y="15161"/>
                        <a:pt x="8781" y="6871"/>
                      </a:cubicBezTo>
                      <a:cubicBezTo>
                        <a:pt x="9446" y="4433"/>
                        <a:pt x="10111" y="2084"/>
                        <a:pt x="10510" y="0"/>
                      </a:cubicBezTo>
                      <a:cubicBezTo>
                        <a:pt x="10111" y="1241"/>
                        <a:pt x="9623" y="2483"/>
                        <a:pt x="9091" y="3679"/>
                      </a:cubicBezTo>
                      <a:cubicBezTo>
                        <a:pt x="5988" y="9974"/>
                        <a:pt x="2353" y="14851"/>
                        <a:pt x="181" y="13743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91" name="Forme libre : forme 26190">
                  <a:extLst>
                    <a:ext uri="{FF2B5EF4-FFF2-40B4-BE49-F238E27FC236}">
                      <a16:creationId xmlns:a16="http://schemas.microsoft.com/office/drawing/2014/main" id="{2C732E0A-2D68-4F77-B054-A7AF64796F6A}"/>
                    </a:ext>
                  </a:extLst>
                </p:cNvPr>
                <p:cNvSpPr/>
                <p:nvPr/>
              </p:nvSpPr>
              <p:spPr>
                <a:xfrm>
                  <a:off x="5910630" y="1718567"/>
                  <a:ext cx="11431" cy="30575"/>
                </a:xfrm>
                <a:custGeom>
                  <a:avLst/>
                  <a:gdLst>
                    <a:gd name="connsiteX0" fmla="*/ 10484 w 11431"/>
                    <a:gd name="connsiteY0" fmla="*/ 55 h 30575"/>
                    <a:gd name="connsiteX1" fmla="*/ 8843 w 11431"/>
                    <a:gd name="connsiteY1" fmla="*/ 16191 h 30575"/>
                    <a:gd name="connsiteX2" fmla="*/ 1351 w 11431"/>
                    <a:gd name="connsiteY2" fmla="*/ 30555 h 30575"/>
                    <a:gd name="connsiteX3" fmla="*/ 2061 w 11431"/>
                    <a:gd name="connsiteY3" fmla="*/ 14152 h 30575"/>
                    <a:gd name="connsiteX4" fmla="*/ 10484 w 11431"/>
                    <a:gd name="connsiteY4" fmla="*/ 55 h 3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31" h="30575">
                      <a:moveTo>
                        <a:pt x="10484" y="55"/>
                      </a:moveTo>
                      <a:cubicBezTo>
                        <a:pt x="12301" y="764"/>
                        <a:pt x="11370" y="7902"/>
                        <a:pt x="8843" y="16191"/>
                      </a:cubicBezTo>
                      <a:cubicBezTo>
                        <a:pt x="6317" y="24481"/>
                        <a:pt x="3258" y="30998"/>
                        <a:pt x="1351" y="30555"/>
                      </a:cubicBezTo>
                      <a:cubicBezTo>
                        <a:pt x="-555" y="30156"/>
                        <a:pt x="-555" y="22708"/>
                        <a:pt x="2061" y="14152"/>
                      </a:cubicBezTo>
                      <a:cubicBezTo>
                        <a:pt x="4632" y="5596"/>
                        <a:pt x="8622" y="-654"/>
                        <a:pt x="10484" y="5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92" name="Forme libre : forme 26191">
                  <a:extLst>
                    <a:ext uri="{FF2B5EF4-FFF2-40B4-BE49-F238E27FC236}">
                      <a16:creationId xmlns:a16="http://schemas.microsoft.com/office/drawing/2014/main" id="{C242AC54-04B1-4E1C-9D6B-1344768455BE}"/>
                    </a:ext>
                  </a:extLst>
                </p:cNvPr>
                <p:cNvSpPr/>
                <p:nvPr/>
              </p:nvSpPr>
              <p:spPr>
                <a:xfrm>
                  <a:off x="5903635" y="1726626"/>
                  <a:ext cx="19313" cy="37536"/>
                </a:xfrm>
                <a:custGeom>
                  <a:avLst/>
                  <a:gdLst>
                    <a:gd name="connsiteX0" fmla="*/ 5155 w 19313"/>
                    <a:gd name="connsiteY0" fmla="*/ 37302 h 37536"/>
                    <a:gd name="connsiteX1" fmla="*/ 8569 w 19313"/>
                    <a:gd name="connsiteY1" fmla="*/ 36726 h 37536"/>
                    <a:gd name="connsiteX2" fmla="*/ 15130 w 19313"/>
                    <a:gd name="connsiteY2" fmla="*/ 22052 h 37536"/>
                    <a:gd name="connsiteX3" fmla="*/ 19075 w 19313"/>
                    <a:gd name="connsiteY3" fmla="*/ 6226 h 37536"/>
                    <a:gd name="connsiteX4" fmla="*/ 17657 w 19313"/>
                    <a:gd name="connsiteY4" fmla="*/ 197 h 37536"/>
                    <a:gd name="connsiteX5" fmla="*/ 14376 w 19313"/>
                    <a:gd name="connsiteY5" fmla="*/ 4941 h 37536"/>
                    <a:gd name="connsiteX6" fmla="*/ 6929 w 19313"/>
                    <a:gd name="connsiteY6" fmla="*/ 16999 h 37536"/>
                    <a:gd name="connsiteX7" fmla="*/ 13 w 19313"/>
                    <a:gd name="connsiteY7" fmla="*/ 32116 h 37536"/>
                    <a:gd name="connsiteX8" fmla="*/ 5155 w 19313"/>
                    <a:gd name="connsiteY8" fmla="*/ 37302 h 37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13" h="37536">
                      <a:moveTo>
                        <a:pt x="5155" y="37302"/>
                      </a:moveTo>
                      <a:cubicBezTo>
                        <a:pt x="6219" y="37568"/>
                        <a:pt x="7328" y="37834"/>
                        <a:pt x="8569" y="36726"/>
                      </a:cubicBezTo>
                      <a:cubicBezTo>
                        <a:pt x="10830" y="34642"/>
                        <a:pt x="13179" y="28303"/>
                        <a:pt x="15130" y="22052"/>
                      </a:cubicBezTo>
                      <a:cubicBezTo>
                        <a:pt x="16814" y="16866"/>
                        <a:pt x="18366" y="11191"/>
                        <a:pt x="19075" y="6226"/>
                      </a:cubicBezTo>
                      <a:cubicBezTo>
                        <a:pt x="19607" y="2547"/>
                        <a:pt x="19297" y="-867"/>
                        <a:pt x="17657" y="197"/>
                      </a:cubicBezTo>
                      <a:cubicBezTo>
                        <a:pt x="16637" y="862"/>
                        <a:pt x="15484" y="3035"/>
                        <a:pt x="14376" y="4941"/>
                      </a:cubicBezTo>
                      <a:cubicBezTo>
                        <a:pt x="11849" y="9551"/>
                        <a:pt x="9322" y="13630"/>
                        <a:pt x="6929" y="16999"/>
                      </a:cubicBezTo>
                      <a:cubicBezTo>
                        <a:pt x="4845" y="19836"/>
                        <a:pt x="456" y="25111"/>
                        <a:pt x="13" y="32116"/>
                      </a:cubicBezTo>
                      <a:cubicBezTo>
                        <a:pt x="-253" y="38411"/>
                        <a:pt x="3692" y="36903"/>
                        <a:pt x="5155" y="3730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93" name="Forme libre : forme 26192">
                  <a:extLst>
                    <a:ext uri="{FF2B5EF4-FFF2-40B4-BE49-F238E27FC236}">
                      <a16:creationId xmlns:a16="http://schemas.microsoft.com/office/drawing/2014/main" id="{EDDEFFE3-C5DE-417C-8579-7F1FC41AB923}"/>
                    </a:ext>
                  </a:extLst>
                </p:cNvPr>
                <p:cNvSpPr/>
                <p:nvPr/>
              </p:nvSpPr>
              <p:spPr>
                <a:xfrm>
                  <a:off x="5905592" y="1743381"/>
                  <a:ext cx="3038" cy="13458"/>
                </a:xfrm>
                <a:custGeom>
                  <a:avLst/>
                  <a:gdLst>
                    <a:gd name="connsiteX0" fmla="*/ 582 w 3038"/>
                    <a:gd name="connsiteY0" fmla="*/ 12524 h 13458"/>
                    <a:gd name="connsiteX1" fmla="*/ 1158 w 3038"/>
                    <a:gd name="connsiteY1" fmla="*/ 13455 h 13458"/>
                    <a:gd name="connsiteX2" fmla="*/ 2045 w 3038"/>
                    <a:gd name="connsiteY2" fmla="*/ 12346 h 13458"/>
                    <a:gd name="connsiteX3" fmla="*/ 2444 w 3038"/>
                    <a:gd name="connsiteY3" fmla="*/ 10041 h 13458"/>
                    <a:gd name="connsiteX4" fmla="*/ 2976 w 3038"/>
                    <a:gd name="connsiteY4" fmla="*/ 4278 h 13458"/>
                    <a:gd name="connsiteX5" fmla="*/ 3020 w 3038"/>
                    <a:gd name="connsiteY5" fmla="*/ 2150 h 13458"/>
                    <a:gd name="connsiteX6" fmla="*/ 405 w 3038"/>
                    <a:gd name="connsiteY6" fmla="*/ 3303 h 13458"/>
                    <a:gd name="connsiteX7" fmla="*/ 582 w 3038"/>
                    <a:gd name="connsiteY7" fmla="*/ 12524 h 13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38" h="13458">
                      <a:moveTo>
                        <a:pt x="582" y="12524"/>
                      </a:moveTo>
                      <a:cubicBezTo>
                        <a:pt x="715" y="12967"/>
                        <a:pt x="892" y="13366"/>
                        <a:pt x="1158" y="13455"/>
                      </a:cubicBezTo>
                      <a:cubicBezTo>
                        <a:pt x="1424" y="13499"/>
                        <a:pt x="1779" y="13145"/>
                        <a:pt x="2045" y="12346"/>
                      </a:cubicBezTo>
                      <a:cubicBezTo>
                        <a:pt x="2267" y="11637"/>
                        <a:pt x="2400" y="10795"/>
                        <a:pt x="2444" y="10041"/>
                      </a:cubicBezTo>
                      <a:cubicBezTo>
                        <a:pt x="2666" y="8046"/>
                        <a:pt x="2887" y="6140"/>
                        <a:pt x="2976" y="4278"/>
                      </a:cubicBezTo>
                      <a:cubicBezTo>
                        <a:pt x="3020" y="3525"/>
                        <a:pt x="3065" y="2771"/>
                        <a:pt x="3020" y="2150"/>
                      </a:cubicBezTo>
                      <a:cubicBezTo>
                        <a:pt x="2887" y="-421"/>
                        <a:pt x="1291" y="-1396"/>
                        <a:pt x="405" y="3303"/>
                      </a:cubicBezTo>
                      <a:cubicBezTo>
                        <a:pt x="-260" y="6982"/>
                        <a:pt x="-38" y="10662"/>
                        <a:pt x="582" y="1252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94" name="Forme libre : forme 26193">
                  <a:extLst>
                    <a:ext uri="{FF2B5EF4-FFF2-40B4-BE49-F238E27FC236}">
                      <a16:creationId xmlns:a16="http://schemas.microsoft.com/office/drawing/2014/main" id="{3BA7D7A0-4E36-43E7-9DF8-051B50E9CDC6}"/>
                    </a:ext>
                  </a:extLst>
                </p:cNvPr>
                <p:cNvSpPr/>
                <p:nvPr/>
              </p:nvSpPr>
              <p:spPr>
                <a:xfrm>
                  <a:off x="5925547" y="1708914"/>
                  <a:ext cx="2267" cy="20436"/>
                </a:xfrm>
                <a:custGeom>
                  <a:avLst/>
                  <a:gdLst>
                    <a:gd name="connsiteX0" fmla="*/ 0 w 2267"/>
                    <a:gd name="connsiteY0" fmla="*/ 0 h 20436"/>
                    <a:gd name="connsiteX1" fmla="*/ 1951 w 2267"/>
                    <a:gd name="connsiteY1" fmla="*/ 3059 h 20436"/>
                    <a:gd name="connsiteX2" fmla="*/ 89 w 2267"/>
                    <a:gd name="connsiteY2" fmla="*/ 20437 h 20436"/>
                    <a:gd name="connsiteX3" fmla="*/ 1330 w 2267"/>
                    <a:gd name="connsiteY3" fmla="*/ 12280 h 20436"/>
                    <a:gd name="connsiteX4" fmla="*/ 0 w 2267"/>
                    <a:gd name="connsiteY4" fmla="*/ 0 h 20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7" h="20436">
                      <a:moveTo>
                        <a:pt x="0" y="0"/>
                      </a:moveTo>
                      <a:cubicBezTo>
                        <a:pt x="0" y="0"/>
                        <a:pt x="1330" y="310"/>
                        <a:pt x="1951" y="3059"/>
                      </a:cubicBezTo>
                      <a:cubicBezTo>
                        <a:pt x="2571" y="5763"/>
                        <a:pt x="2438" y="10861"/>
                        <a:pt x="89" y="20437"/>
                      </a:cubicBezTo>
                      <a:cubicBezTo>
                        <a:pt x="89" y="20437"/>
                        <a:pt x="931" y="16713"/>
                        <a:pt x="1330" y="12280"/>
                      </a:cubicBezTo>
                      <a:cubicBezTo>
                        <a:pt x="1729" y="7891"/>
                        <a:pt x="1818" y="274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95" name="Forme libre : forme 26194">
                  <a:extLst>
                    <a:ext uri="{FF2B5EF4-FFF2-40B4-BE49-F238E27FC236}">
                      <a16:creationId xmlns:a16="http://schemas.microsoft.com/office/drawing/2014/main" id="{29FF13C3-FC75-4BC7-9B03-E2BED71004C1}"/>
                    </a:ext>
                  </a:extLst>
                </p:cNvPr>
                <p:cNvSpPr/>
                <p:nvPr/>
              </p:nvSpPr>
              <p:spPr>
                <a:xfrm>
                  <a:off x="5900632" y="1748856"/>
                  <a:ext cx="4079" cy="23584"/>
                </a:xfrm>
                <a:custGeom>
                  <a:avLst/>
                  <a:gdLst>
                    <a:gd name="connsiteX0" fmla="*/ 1154 w 4079"/>
                    <a:gd name="connsiteY0" fmla="*/ 0 h 23584"/>
                    <a:gd name="connsiteX1" fmla="*/ 578 w 4079"/>
                    <a:gd name="connsiteY1" fmla="*/ 3236 h 23584"/>
                    <a:gd name="connsiteX2" fmla="*/ 1 w 4079"/>
                    <a:gd name="connsiteY2" fmla="*/ 10684 h 23584"/>
                    <a:gd name="connsiteX3" fmla="*/ 4080 w 4079"/>
                    <a:gd name="connsiteY3" fmla="*/ 23584 h 23584"/>
                    <a:gd name="connsiteX4" fmla="*/ 1686 w 4079"/>
                    <a:gd name="connsiteY4" fmla="*/ 18885 h 23584"/>
                    <a:gd name="connsiteX5" fmla="*/ 445 w 4079"/>
                    <a:gd name="connsiteY5" fmla="*/ 11659 h 23584"/>
                    <a:gd name="connsiteX6" fmla="*/ 1154 w 4079"/>
                    <a:gd name="connsiteY6" fmla="*/ 0 h 23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79" h="23584">
                      <a:moveTo>
                        <a:pt x="1154" y="0"/>
                      </a:moveTo>
                      <a:cubicBezTo>
                        <a:pt x="1154" y="0"/>
                        <a:pt x="844" y="1286"/>
                        <a:pt x="578" y="3236"/>
                      </a:cubicBezTo>
                      <a:cubicBezTo>
                        <a:pt x="356" y="5231"/>
                        <a:pt x="1" y="7891"/>
                        <a:pt x="1" y="10684"/>
                      </a:cubicBezTo>
                      <a:cubicBezTo>
                        <a:pt x="-43" y="16314"/>
                        <a:pt x="977" y="22077"/>
                        <a:pt x="4080" y="23584"/>
                      </a:cubicBezTo>
                      <a:cubicBezTo>
                        <a:pt x="4080" y="23584"/>
                        <a:pt x="2794" y="22387"/>
                        <a:pt x="1686" y="18885"/>
                      </a:cubicBezTo>
                      <a:cubicBezTo>
                        <a:pt x="1110" y="17156"/>
                        <a:pt x="666" y="14762"/>
                        <a:pt x="445" y="11659"/>
                      </a:cubicBezTo>
                      <a:cubicBezTo>
                        <a:pt x="223" y="8512"/>
                        <a:pt x="400" y="4655"/>
                        <a:pt x="11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96" name="Forme libre : forme 26195">
                  <a:extLst>
                    <a:ext uri="{FF2B5EF4-FFF2-40B4-BE49-F238E27FC236}">
                      <a16:creationId xmlns:a16="http://schemas.microsoft.com/office/drawing/2014/main" id="{490C896A-40FB-4515-AA49-7C17B813A237}"/>
                    </a:ext>
                  </a:extLst>
                </p:cNvPr>
                <p:cNvSpPr/>
                <p:nvPr/>
              </p:nvSpPr>
              <p:spPr>
                <a:xfrm>
                  <a:off x="5911928" y="1725876"/>
                  <a:ext cx="4840" cy="11331"/>
                </a:xfrm>
                <a:custGeom>
                  <a:avLst/>
                  <a:gdLst>
                    <a:gd name="connsiteX0" fmla="*/ 4753 w 4840"/>
                    <a:gd name="connsiteY0" fmla="*/ 194 h 11331"/>
                    <a:gd name="connsiteX1" fmla="*/ 3024 w 4840"/>
                    <a:gd name="connsiteY1" fmla="*/ 7110 h 11331"/>
                    <a:gd name="connsiteX2" fmla="*/ 98 w 4840"/>
                    <a:gd name="connsiteY2" fmla="*/ 11144 h 11331"/>
                    <a:gd name="connsiteX3" fmla="*/ 1694 w 4840"/>
                    <a:gd name="connsiteY3" fmla="*/ 4184 h 11331"/>
                    <a:gd name="connsiteX4" fmla="*/ 4753 w 4840"/>
                    <a:gd name="connsiteY4" fmla="*/ 194 h 11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40" h="11331">
                      <a:moveTo>
                        <a:pt x="4753" y="194"/>
                      </a:moveTo>
                      <a:cubicBezTo>
                        <a:pt x="5108" y="1036"/>
                        <a:pt x="4354" y="4095"/>
                        <a:pt x="3024" y="7110"/>
                      </a:cubicBezTo>
                      <a:cubicBezTo>
                        <a:pt x="1783" y="10124"/>
                        <a:pt x="497" y="11942"/>
                        <a:pt x="98" y="11144"/>
                      </a:cubicBezTo>
                      <a:cubicBezTo>
                        <a:pt x="-256" y="10346"/>
                        <a:pt x="364" y="7154"/>
                        <a:pt x="1694" y="4184"/>
                      </a:cubicBezTo>
                      <a:cubicBezTo>
                        <a:pt x="3024" y="1125"/>
                        <a:pt x="4398" y="-604"/>
                        <a:pt x="4753" y="19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97" name="Forme libre : forme 26196">
                  <a:extLst>
                    <a:ext uri="{FF2B5EF4-FFF2-40B4-BE49-F238E27FC236}">
                      <a16:creationId xmlns:a16="http://schemas.microsoft.com/office/drawing/2014/main" id="{9BD57112-86DB-45ED-83AA-BAD920209314}"/>
                    </a:ext>
                  </a:extLst>
                </p:cNvPr>
                <p:cNvSpPr/>
                <p:nvPr/>
              </p:nvSpPr>
              <p:spPr>
                <a:xfrm>
                  <a:off x="5915728" y="1724333"/>
                  <a:ext cx="1397" cy="3163"/>
                </a:xfrm>
                <a:custGeom>
                  <a:avLst/>
                  <a:gdLst>
                    <a:gd name="connsiteX0" fmla="*/ 1219 w 1397"/>
                    <a:gd name="connsiteY0" fmla="*/ 8 h 3163"/>
                    <a:gd name="connsiteX1" fmla="*/ 1175 w 1397"/>
                    <a:gd name="connsiteY1" fmla="*/ 1737 h 3163"/>
                    <a:gd name="connsiteX2" fmla="*/ 199 w 1397"/>
                    <a:gd name="connsiteY2" fmla="*/ 3155 h 3163"/>
                    <a:gd name="connsiteX3" fmla="*/ 199 w 1397"/>
                    <a:gd name="connsiteY3" fmla="*/ 1427 h 3163"/>
                    <a:gd name="connsiteX4" fmla="*/ 1219 w 1397"/>
                    <a:gd name="connsiteY4" fmla="*/ 8 h 3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7" h="3163">
                      <a:moveTo>
                        <a:pt x="1219" y="8"/>
                      </a:moveTo>
                      <a:cubicBezTo>
                        <a:pt x="1485" y="97"/>
                        <a:pt x="1441" y="850"/>
                        <a:pt x="1175" y="1737"/>
                      </a:cubicBezTo>
                      <a:cubicBezTo>
                        <a:pt x="909" y="2623"/>
                        <a:pt x="465" y="3244"/>
                        <a:pt x="199" y="3155"/>
                      </a:cubicBezTo>
                      <a:cubicBezTo>
                        <a:pt x="-66" y="3067"/>
                        <a:pt x="-66" y="2269"/>
                        <a:pt x="199" y="1427"/>
                      </a:cubicBezTo>
                      <a:cubicBezTo>
                        <a:pt x="510" y="584"/>
                        <a:pt x="953" y="-81"/>
                        <a:pt x="1219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98" name="Forme libre : forme 26197">
                  <a:extLst>
                    <a:ext uri="{FF2B5EF4-FFF2-40B4-BE49-F238E27FC236}">
                      <a16:creationId xmlns:a16="http://schemas.microsoft.com/office/drawing/2014/main" id="{0831E9BD-58E9-4B80-BF51-70F0DFEA2969}"/>
                    </a:ext>
                  </a:extLst>
                </p:cNvPr>
                <p:cNvSpPr/>
                <p:nvPr/>
              </p:nvSpPr>
              <p:spPr>
                <a:xfrm>
                  <a:off x="5906834" y="1710489"/>
                  <a:ext cx="16259" cy="25439"/>
                </a:xfrm>
                <a:custGeom>
                  <a:avLst/>
                  <a:gdLst>
                    <a:gd name="connsiteX0" fmla="*/ 10600 w 16259"/>
                    <a:gd name="connsiteY0" fmla="*/ 1084 h 25439"/>
                    <a:gd name="connsiteX1" fmla="*/ 15609 w 16259"/>
                    <a:gd name="connsiteY1" fmla="*/ 464 h 25439"/>
                    <a:gd name="connsiteX2" fmla="*/ 16008 w 16259"/>
                    <a:gd name="connsiteY2" fmla="*/ 3168 h 25439"/>
                    <a:gd name="connsiteX3" fmla="*/ 13925 w 16259"/>
                    <a:gd name="connsiteY3" fmla="*/ 6227 h 25439"/>
                    <a:gd name="connsiteX4" fmla="*/ 7585 w 16259"/>
                    <a:gd name="connsiteY4" fmla="*/ 11768 h 25439"/>
                    <a:gd name="connsiteX5" fmla="*/ 3418 w 16259"/>
                    <a:gd name="connsiteY5" fmla="*/ 20324 h 25439"/>
                    <a:gd name="connsiteX6" fmla="*/ 49 w 16259"/>
                    <a:gd name="connsiteY6" fmla="*/ 24979 h 25439"/>
                    <a:gd name="connsiteX7" fmla="*/ 1867 w 16259"/>
                    <a:gd name="connsiteY7" fmla="*/ 16024 h 25439"/>
                    <a:gd name="connsiteX8" fmla="*/ 5635 w 16259"/>
                    <a:gd name="connsiteY8" fmla="*/ 7158 h 25439"/>
                    <a:gd name="connsiteX9" fmla="*/ 10600 w 16259"/>
                    <a:gd name="connsiteY9" fmla="*/ 1084 h 25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259" h="25439">
                      <a:moveTo>
                        <a:pt x="10600" y="1084"/>
                      </a:moveTo>
                      <a:cubicBezTo>
                        <a:pt x="12595" y="-334"/>
                        <a:pt x="14279" y="-157"/>
                        <a:pt x="15609" y="464"/>
                      </a:cubicBezTo>
                      <a:cubicBezTo>
                        <a:pt x="16141" y="730"/>
                        <a:pt x="16540" y="1439"/>
                        <a:pt x="16008" y="3168"/>
                      </a:cubicBezTo>
                      <a:cubicBezTo>
                        <a:pt x="15521" y="4719"/>
                        <a:pt x="14590" y="5695"/>
                        <a:pt x="13925" y="6227"/>
                      </a:cubicBezTo>
                      <a:cubicBezTo>
                        <a:pt x="11797" y="7778"/>
                        <a:pt x="9846" y="8355"/>
                        <a:pt x="7585" y="11768"/>
                      </a:cubicBezTo>
                      <a:cubicBezTo>
                        <a:pt x="6832" y="12832"/>
                        <a:pt x="5059" y="16910"/>
                        <a:pt x="3418" y="20324"/>
                      </a:cubicBezTo>
                      <a:cubicBezTo>
                        <a:pt x="1822" y="23782"/>
                        <a:pt x="360" y="26575"/>
                        <a:pt x="49" y="24979"/>
                      </a:cubicBezTo>
                      <a:cubicBezTo>
                        <a:pt x="-217" y="23338"/>
                        <a:pt x="625" y="19659"/>
                        <a:pt x="1867" y="16024"/>
                      </a:cubicBezTo>
                      <a:cubicBezTo>
                        <a:pt x="3064" y="12344"/>
                        <a:pt x="4748" y="8754"/>
                        <a:pt x="5635" y="7158"/>
                      </a:cubicBezTo>
                      <a:cubicBezTo>
                        <a:pt x="7275" y="4187"/>
                        <a:pt x="9093" y="2148"/>
                        <a:pt x="10600" y="108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82" name="Graphique 2">
                <a:extLst>
                  <a:ext uri="{FF2B5EF4-FFF2-40B4-BE49-F238E27FC236}">
                    <a16:creationId xmlns:a16="http://schemas.microsoft.com/office/drawing/2014/main" id="{3176CFB3-8258-4867-9F98-0F40A5387A5F}"/>
                  </a:ext>
                </a:extLst>
              </p:cNvPr>
              <p:cNvGrpSpPr/>
              <p:nvPr/>
            </p:nvGrpSpPr>
            <p:grpSpPr>
              <a:xfrm>
                <a:off x="5920262" y="1643492"/>
                <a:ext cx="42817" cy="63859"/>
                <a:chOff x="5920262" y="1643492"/>
                <a:chExt cx="42817" cy="63859"/>
              </a:xfrm>
              <a:solidFill>
                <a:schemeClr val="accent1"/>
              </a:solidFill>
            </p:grpSpPr>
            <p:sp>
              <p:nvSpPr>
                <p:cNvPr id="26175" name="Forme libre : forme 26174">
                  <a:extLst>
                    <a:ext uri="{FF2B5EF4-FFF2-40B4-BE49-F238E27FC236}">
                      <a16:creationId xmlns:a16="http://schemas.microsoft.com/office/drawing/2014/main" id="{FFEDCB8A-2120-4623-8A3C-32F3BB036379}"/>
                    </a:ext>
                  </a:extLst>
                </p:cNvPr>
                <p:cNvSpPr/>
                <p:nvPr/>
              </p:nvSpPr>
              <p:spPr>
                <a:xfrm>
                  <a:off x="5920262" y="1643492"/>
                  <a:ext cx="42773" cy="63859"/>
                </a:xfrm>
                <a:custGeom>
                  <a:avLst/>
                  <a:gdLst>
                    <a:gd name="connsiteX0" fmla="*/ 34632 w 42773"/>
                    <a:gd name="connsiteY0" fmla="*/ 25258 h 63859"/>
                    <a:gd name="connsiteX1" fmla="*/ 22087 w 42773"/>
                    <a:gd name="connsiteY1" fmla="*/ 46892 h 63859"/>
                    <a:gd name="connsiteX2" fmla="*/ 6793 w 42773"/>
                    <a:gd name="connsiteY2" fmla="*/ 63693 h 63859"/>
                    <a:gd name="connsiteX3" fmla="*/ 2005 w 42773"/>
                    <a:gd name="connsiteY3" fmla="*/ 61698 h 63859"/>
                    <a:gd name="connsiteX4" fmla="*/ 5241 w 42773"/>
                    <a:gd name="connsiteY4" fmla="*/ 38291 h 63859"/>
                    <a:gd name="connsiteX5" fmla="*/ 18717 w 42773"/>
                    <a:gd name="connsiteY5" fmla="*/ 14840 h 63859"/>
                    <a:gd name="connsiteX6" fmla="*/ 29800 w 42773"/>
                    <a:gd name="connsiteY6" fmla="*/ 2694 h 63859"/>
                    <a:gd name="connsiteX7" fmla="*/ 37824 w 42773"/>
                    <a:gd name="connsiteY7" fmla="*/ 566 h 63859"/>
                    <a:gd name="connsiteX8" fmla="*/ 41814 w 42773"/>
                    <a:gd name="connsiteY8" fmla="*/ 3979 h 63859"/>
                    <a:gd name="connsiteX9" fmla="*/ 41592 w 42773"/>
                    <a:gd name="connsiteY9" fmla="*/ 11914 h 63859"/>
                    <a:gd name="connsiteX10" fmla="*/ 34632 w 42773"/>
                    <a:gd name="connsiteY10" fmla="*/ 25258 h 63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773" h="63859">
                      <a:moveTo>
                        <a:pt x="34632" y="25258"/>
                      </a:moveTo>
                      <a:cubicBezTo>
                        <a:pt x="30066" y="32174"/>
                        <a:pt x="25943" y="39444"/>
                        <a:pt x="22087" y="46892"/>
                      </a:cubicBezTo>
                      <a:cubicBezTo>
                        <a:pt x="16767" y="57309"/>
                        <a:pt x="10295" y="65112"/>
                        <a:pt x="6793" y="63693"/>
                      </a:cubicBezTo>
                      <a:lnTo>
                        <a:pt x="2005" y="61698"/>
                      </a:lnTo>
                      <a:cubicBezTo>
                        <a:pt x="-1453" y="60324"/>
                        <a:pt x="-478" y="49596"/>
                        <a:pt x="5241" y="38291"/>
                      </a:cubicBezTo>
                      <a:cubicBezTo>
                        <a:pt x="9319" y="30267"/>
                        <a:pt x="13797" y="22465"/>
                        <a:pt x="18717" y="14840"/>
                      </a:cubicBezTo>
                      <a:cubicBezTo>
                        <a:pt x="22175" y="9476"/>
                        <a:pt x="26298" y="5220"/>
                        <a:pt x="29800" y="2694"/>
                      </a:cubicBezTo>
                      <a:cubicBezTo>
                        <a:pt x="33435" y="167"/>
                        <a:pt x="36361" y="-676"/>
                        <a:pt x="37824" y="566"/>
                      </a:cubicBezTo>
                      <a:lnTo>
                        <a:pt x="41814" y="3979"/>
                      </a:lnTo>
                      <a:cubicBezTo>
                        <a:pt x="43233" y="5176"/>
                        <a:pt x="43011" y="8191"/>
                        <a:pt x="41592" y="11914"/>
                      </a:cubicBezTo>
                      <a:cubicBezTo>
                        <a:pt x="40262" y="15727"/>
                        <a:pt x="37780" y="20382"/>
                        <a:pt x="34632" y="2525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76" name="Forme libre : forme 26175">
                  <a:extLst>
                    <a:ext uri="{FF2B5EF4-FFF2-40B4-BE49-F238E27FC236}">
                      <a16:creationId xmlns:a16="http://schemas.microsoft.com/office/drawing/2014/main" id="{3F7270F5-F45A-4FCE-B2AA-D13792EA38D2}"/>
                    </a:ext>
                  </a:extLst>
                </p:cNvPr>
                <p:cNvSpPr/>
                <p:nvPr/>
              </p:nvSpPr>
              <p:spPr>
                <a:xfrm>
                  <a:off x="5924971" y="1647382"/>
                  <a:ext cx="38108" cy="59969"/>
                </a:xfrm>
                <a:custGeom>
                  <a:avLst/>
                  <a:gdLst>
                    <a:gd name="connsiteX0" fmla="*/ 13964 w 38108"/>
                    <a:gd name="connsiteY0" fmla="*/ 36174 h 59969"/>
                    <a:gd name="connsiteX1" fmla="*/ 7182 w 38108"/>
                    <a:gd name="connsiteY1" fmla="*/ 49473 h 59969"/>
                    <a:gd name="connsiteX2" fmla="*/ 0 w 38108"/>
                    <a:gd name="connsiteY2" fmla="*/ 58960 h 59969"/>
                    <a:gd name="connsiteX3" fmla="*/ 2084 w 38108"/>
                    <a:gd name="connsiteY3" fmla="*/ 59803 h 59969"/>
                    <a:gd name="connsiteX4" fmla="*/ 17378 w 38108"/>
                    <a:gd name="connsiteY4" fmla="*/ 43001 h 59969"/>
                    <a:gd name="connsiteX5" fmla="*/ 29923 w 38108"/>
                    <a:gd name="connsiteY5" fmla="*/ 21368 h 59969"/>
                    <a:gd name="connsiteX6" fmla="*/ 36928 w 38108"/>
                    <a:gd name="connsiteY6" fmla="*/ 8024 h 59969"/>
                    <a:gd name="connsiteX7" fmla="*/ 37149 w 38108"/>
                    <a:gd name="connsiteY7" fmla="*/ 89 h 59969"/>
                    <a:gd name="connsiteX8" fmla="*/ 37016 w 38108"/>
                    <a:gd name="connsiteY8" fmla="*/ 0 h 59969"/>
                    <a:gd name="connsiteX9" fmla="*/ 24249 w 38108"/>
                    <a:gd name="connsiteY9" fmla="*/ 17378 h 59969"/>
                    <a:gd name="connsiteX10" fmla="*/ 13964 w 38108"/>
                    <a:gd name="connsiteY10" fmla="*/ 36174 h 59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8108" h="59969">
                      <a:moveTo>
                        <a:pt x="13964" y="36174"/>
                      </a:moveTo>
                      <a:cubicBezTo>
                        <a:pt x="11925" y="40873"/>
                        <a:pt x="9575" y="45484"/>
                        <a:pt x="7182" y="49473"/>
                      </a:cubicBezTo>
                      <a:cubicBezTo>
                        <a:pt x="4743" y="53463"/>
                        <a:pt x="2350" y="56832"/>
                        <a:pt x="0" y="58960"/>
                      </a:cubicBezTo>
                      <a:lnTo>
                        <a:pt x="2084" y="59803"/>
                      </a:lnTo>
                      <a:cubicBezTo>
                        <a:pt x="5586" y="61221"/>
                        <a:pt x="12058" y="53419"/>
                        <a:pt x="17378" y="43001"/>
                      </a:cubicBezTo>
                      <a:cubicBezTo>
                        <a:pt x="21190" y="35554"/>
                        <a:pt x="25357" y="28283"/>
                        <a:pt x="29923" y="21368"/>
                      </a:cubicBezTo>
                      <a:cubicBezTo>
                        <a:pt x="33071" y="16491"/>
                        <a:pt x="35598" y="11836"/>
                        <a:pt x="36928" y="8024"/>
                      </a:cubicBezTo>
                      <a:cubicBezTo>
                        <a:pt x="38346" y="4300"/>
                        <a:pt x="38568" y="1286"/>
                        <a:pt x="37149" y="89"/>
                      </a:cubicBezTo>
                      <a:lnTo>
                        <a:pt x="37016" y="0"/>
                      </a:lnTo>
                      <a:cubicBezTo>
                        <a:pt x="32450" y="5674"/>
                        <a:pt x="28150" y="11393"/>
                        <a:pt x="24249" y="17378"/>
                      </a:cubicBezTo>
                      <a:cubicBezTo>
                        <a:pt x="20304" y="23274"/>
                        <a:pt x="16801" y="29524"/>
                        <a:pt x="13964" y="3617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77" name="Forme libre : forme 26176">
                  <a:extLst>
                    <a:ext uri="{FF2B5EF4-FFF2-40B4-BE49-F238E27FC236}">
                      <a16:creationId xmlns:a16="http://schemas.microsoft.com/office/drawing/2014/main" id="{CCCDC9C9-202F-4D36-B37A-0195D902CBBC}"/>
                    </a:ext>
                  </a:extLst>
                </p:cNvPr>
                <p:cNvSpPr/>
                <p:nvPr/>
              </p:nvSpPr>
              <p:spPr>
                <a:xfrm>
                  <a:off x="5934435" y="1657314"/>
                  <a:ext cx="17587" cy="27621"/>
                </a:xfrm>
                <a:custGeom>
                  <a:avLst/>
                  <a:gdLst>
                    <a:gd name="connsiteX0" fmla="*/ 17135 w 17587"/>
                    <a:gd name="connsiteY0" fmla="*/ 176 h 27621"/>
                    <a:gd name="connsiteX1" fmla="*/ 11505 w 17587"/>
                    <a:gd name="connsiteY1" fmla="*/ 15426 h 27621"/>
                    <a:gd name="connsiteX2" fmla="*/ 644 w 17587"/>
                    <a:gd name="connsiteY2" fmla="*/ 27529 h 27621"/>
                    <a:gd name="connsiteX3" fmla="*/ 5343 w 17587"/>
                    <a:gd name="connsiteY3" fmla="*/ 11747 h 27621"/>
                    <a:gd name="connsiteX4" fmla="*/ 17135 w 17587"/>
                    <a:gd name="connsiteY4" fmla="*/ 176 h 27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87" h="27621">
                      <a:moveTo>
                        <a:pt x="17135" y="176"/>
                      </a:moveTo>
                      <a:cubicBezTo>
                        <a:pt x="18731" y="1373"/>
                        <a:pt x="15938" y="7979"/>
                        <a:pt x="11505" y="15426"/>
                      </a:cubicBezTo>
                      <a:cubicBezTo>
                        <a:pt x="7027" y="22829"/>
                        <a:pt x="2417" y="28415"/>
                        <a:pt x="644" y="27529"/>
                      </a:cubicBezTo>
                      <a:cubicBezTo>
                        <a:pt x="-1085" y="26642"/>
                        <a:pt x="732" y="19416"/>
                        <a:pt x="5343" y="11747"/>
                      </a:cubicBezTo>
                      <a:cubicBezTo>
                        <a:pt x="9953" y="3989"/>
                        <a:pt x="15583" y="-1021"/>
                        <a:pt x="17135" y="176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78" name="Forme libre : forme 26177">
                  <a:extLst>
                    <a:ext uri="{FF2B5EF4-FFF2-40B4-BE49-F238E27FC236}">
                      <a16:creationId xmlns:a16="http://schemas.microsoft.com/office/drawing/2014/main" id="{67C3F486-764E-4DCD-808B-D10AA99A5B5D}"/>
                    </a:ext>
                  </a:extLst>
                </p:cNvPr>
                <p:cNvSpPr/>
                <p:nvPr/>
              </p:nvSpPr>
              <p:spPr>
                <a:xfrm>
                  <a:off x="5934415" y="1666489"/>
                  <a:ext cx="14937" cy="18401"/>
                </a:xfrm>
                <a:custGeom>
                  <a:avLst/>
                  <a:gdLst>
                    <a:gd name="connsiteX0" fmla="*/ 1372 w 14937"/>
                    <a:gd name="connsiteY0" fmla="*/ 10684 h 18401"/>
                    <a:gd name="connsiteX1" fmla="*/ 663 w 14937"/>
                    <a:gd name="connsiteY1" fmla="*/ 18309 h 18401"/>
                    <a:gd name="connsiteX2" fmla="*/ 11524 w 14937"/>
                    <a:gd name="connsiteY2" fmla="*/ 6206 h 18401"/>
                    <a:gd name="connsiteX3" fmla="*/ 14938 w 14937"/>
                    <a:gd name="connsiteY3" fmla="*/ 0 h 18401"/>
                    <a:gd name="connsiteX4" fmla="*/ 12633 w 14937"/>
                    <a:gd name="connsiteY4" fmla="*/ 3147 h 18401"/>
                    <a:gd name="connsiteX5" fmla="*/ 1372 w 14937"/>
                    <a:gd name="connsiteY5" fmla="*/ 10684 h 18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937" h="18401">
                      <a:moveTo>
                        <a:pt x="1372" y="10684"/>
                      </a:moveTo>
                      <a:cubicBezTo>
                        <a:pt x="-135" y="14762"/>
                        <a:pt x="-445" y="17777"/>
                        <a:pt x="663" y="18309"/>
                      </a:cubicBezTo>
                      <a:cubicBezTo>
                        <a:pt x="2436" y="19195"/>
                        <a:pt x="7047" y="13610"/>
                        <a:pt x="11524" y="6206"/>
                      </a:cubicBezTo>
                      <a:cubicBezTo>
                        <a:pt x="12810" y="4034"/>
                        <a:pt x="13963" y="1906"/>
                        <a:pt x="14938" y="0"/>
                      </a:cubicBezTo>
                      <a:cubicBezTo>
                        <a:pt x="14229" y="1108"/>
                        <a:pt x="13430" y="2128"/>
                        <a:pt x="12633" y="3147"/>
                      </a:cubicBezTo>
                      <a:cubicBezTo>
                        <a:pt x="8022" y="8511"/>
                        <a:pt x="3234" y="12324"/>
                        <a:pt x="1372" y="1068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79" name="Forme libre : forme 26178">
                  <a:extLst>
                    <a:ext uri="{FF2B5EF4-FFF2-40B4-BE49-F238E27FC236}">
                      <a16:creationId xmlns:a16="http://schemas.microsoft.com/office/drawing/2014/main" id="{20881332-311D-43A2-84D1-8BDF5C122693}"/>
                    </a:ext>
                  </a:extLst>
                </p:cNvPr>
                <p:cNvSpPr/>
                <p:nvPr/>
              </p:nvSpPr>
              <p:spPr>
                <a:xfrm>
                  <a:off x="5935880" y="1656436"/>
                  <a:ext cx="17733" cy="27435"/>
                </a:xfrm>
                <a:custGeom>
                  <a:avLst/>
                  <a:gdLst>
                    <a:gd name="connsiteX0" fmla="*/ 17285 w 17733"/>
                    <a:gd name="connsiteY0" fmla="*/ 167 h 27435"/>
                    <a:gd name="connsiteX1" fmla="*/ 11566 w 17733"/>
                    <a:gd name="connsiteY1" fmla="*/ 15328 h 27435"/>
                    <a:gd name="connsiteX2" fmla="*/ 661 w 17733"/>
                    <a:gd name="connsiteY2" fmla="*/ 27342 h 27435"/>
                    <a:gd name="connsiteX3" fmla="*/ 5448 w 17733"/>
                    <a:gd name="connsiteY3" fmla="*/ 11604 h 27435"/>
                    <a:gd name="connsiteX4" fmla="*/ 17285 w 17733"/>
                    <a:gd name="connsiteY4" fmla="*/ 167 h 27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33" h="27435">
                      <a:moveTo>
                        <a:pt x="17285" y="167"/>
                      </a:moveTo>
                      <a:cubicBezTo>
                        <a:pt x="18881" y="1364"/>
                        <a:pt x="16044" y="7925"/>
                        <a:pt x="11566" y="15328"/>
                      </a:cubicBezTo>
                      <a:cubicBezTo>
                        <a:pt x="7044" y="22687"/>
                        <a:pt x="2434" y="28228"/>
                        <a:pt x="661" y="27342"/>
                      </a:cubicBezTo>
                      <a:cubicBezTo>
                        <a:pt x="-1112" y="26455"/>
                        <a:pt x="749" y="19229"/>
                        <a:pt x="5448" y="11604"/>
                      </a:cubicBezTo>
                      <a:cubicBezTo>
                        <a:pt x="10103" y="3935"/>
                        <a:pt x="15689" y="-986"/>
                        <a:pt x="17285" y="16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80" name="Forme libre : forme 26179">
                  <a:extLst>
                    <a:ext uri="{FF2B5EF4-FFF2-40B4-BE49-F238E27FC236}">
                      <a16:creationId xmlns:a16="http://schemas.microsoft.com/office/drawing/2014/main" id="{778B612B-F40B-4471-A760-DBC88630800D}"/>
                    </a:ext>
                  </a:extLst>
                </p:cNvPr>
                <p:cNvSpPr/>
                <p:nvPr/>
              </p:nvSpPr>
              <p:spPr>
                <a:xfrm>
                  <a:off x="5925434" y="1664562"/>
                  <a:ext cx="26928" cy="33387"/>
                </a:xfrm>
                <a:custGeom>
                  <a:avLst/>
                  <a:gdLst>
                    <a:gd name="connsiteX0" fmla="*/ 4147 w 26928"/>
                    <a:gd name="connsiteY0" fmla="*/ 32648 h 33387"/>
                    <a:gd name="connsiteX1" fmla="*/ 7605 w 26928"/>
                    <a:gd name="connsiteY1" fmla="*/ 33047 h 33387"/>
                    <a:gd name="connsiteX2" fmla="*/ 17845 w 26928"/>
                    <a:gd name="connsiteY2" fmla="*/ 20546 h 33387"/>
                    <a:gd name="connsiteX3" fmla="*/ 25603 w 26928"/>
                    <a:gd name="connsiteY3" fmla="*/ 6227 h 33387"/>
                    <a:gd name="connsiteX4" fmla="*/ 25736 w 26928"/>
                    <a:gd name="connsiteY4" fmla="*/ 65 h 33387"/>
                    <a:gd name="connsiteX5" fmla="*/ 21303 w 26928"/>
                    <a:gd name="connsiteY5" fmla="*/ 3789 h 33387"/>
                    <a:gd name="connsiteX6" fmla="*/ 11018 w 26928"/>
                    <a:gd name="connsiteY6" fmla="*/ 13541 h 33387"/>
                    <a:gd name="connsiteX7" fmla="*/ 468 w 26928"/>
                    <a:gd name="connsiteY7" fmla="*/ 26309 h 33387"/>
                    <a:gd name="connsiteX8" fmla="*/ 4147 w 26928"/>
                    <a:gd name="connsiteY8" fmla="*/ 32648 h 33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928" h="33387">
                      <a:moveTo>
                        <a:pt x="4147" y="32648"/>
                      </a:moveTo>
                      <a:cubicBezTo>
                        <a:pt x="5122" y="33224"/>
                        <a:pt x="6142" y="33756"/>
                        <a:pt x="7605" y="33047"/>
                      </a:cubicBezTo>
                      <a:cubicBezTo>
                        <a:pt x="10442" y="31673"/>
                        <a:pt x="14299" y="26043"/>
                        <a:pt x="17845" y="20546"/>
                      </a:cubicBezTo>
                      <a:cubicBezTo>
                        <a:pt x="20727" y="15891"/>
                        <a:pt x="23741" y="10837"/>
                        <a:pt x="25603" y="6227"/>
                      </a:cubicBezTo>
                      <a:cubicBezTo>
                        <a:pt x="27066" y="2858"/>
                        <a:pt x="27598" y="-512"/>
                        <a:pt x="25736" y="65"/>
                      </a:cubicBezTo>
                      <a:cubicBezTo>
                        <a:pt x="24584" y="419"/>
                        <a:pt x="22899" y="2193"/>
                        <a:pt x="21303" y="3789"/>
                      </a:cubicBezTo>
                      <a:cubicBezTo>
                        <a:pt x="17668" y="7557"/>
                        <a:pt x="14210" y="10926"/>
                        <a:pt x="11018" y="13541"/>
                      </a:cubicBezTo>
                      <a:cubicBezTo>
                        <a:pt x="8314" y="15758"/>
                        <a:pt x="2640" y="19703"/>
                        <a:pt x="468" y="26309"/>
                      </a:cubicBezTo>
                      <a:cubicBezTo>
                        <a:pt x="-1394" y="32205"/>
                        <a:pt x="2817" y="31850"/>
                        <a:pt x="4147" y="3264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81" name="Forme libre : forme 26180">
                  <a:extLst>
                    <a:ext uri="{FF2B5EF4-FFF2-40B4-BE49-F238E27FC236}">
                      <a16:creationId xmlns:a16="http://schemas.microsoft.com/office/drawing/2014/main" id="{141CC58A-8191-4078-B548-564DDCA5B376}"/>
                    </a:ext>
                  </a:extLst>
                </p:cNvPr>
                <p:cNvSpPr/>
                <p:nvPr/>
              </p:nvSpPr>
              <p:spPr>
                <a:xfrm>
                  <a:off x="5929130" y="1677040"/>
                  <a:ext cx="5151" cy="12799"/>
                </a:xfrm>
                <a:custGeom>
                  <a:avLst/>
                  <a:gdLst>
                    <a:gd name="connsiteX0" fmla="*/ 8 w 5151"/>
                    <a:gd name="connsiteY0" fmla="*/ 11747 h 12799"/>
                    <a:gd name="connsiteX1" fmla="*/ 362 w 5151"/>
                    <a:gd name="connsiteY1" fmla="*/ 12767 h 12799"/>
                    <a:gd name="connsiteX2" fmla="*/ 1515 w 5151"/>
                    <a:gd name="connsiteY2" fmla="*/ 11925 h 12799"/>
                    <a:gd name="connsiteX3" fmla="*/ 2535 w 5151"/>
                    <a:gd name="connsiteY3" fmla="*/ 9797 h 12799"/>
                    <a:gd name="connsiteX4" fmla="*/ 4485 w 5151"/>
                    <a:gd name="connsiteY4" fmla="*/ 4388 h 12799"/>
                    <a:gd name="connsiteX5" fmla="*/ 5062 w 5151"/>
                    <a:gd name="connsiteY5" fmla="*/ 2349 h 12799"/>
                    <a:gd name="connsiteX6" fmla="*/ 2224 w 5151"/>
                    <a:gd name="connsiteY6" fmla="*/ 2792 h 12799"/>
                    <a:gd name="connsiteX7" fmla="*/ 8 w 5151"/>
                    <a:gd name="connsiteY7" fmla="*/ 11747 h 12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51" h="12799">
                      <a:moveTo>
                        <a:pt x="8" y="11747"/>
                      </a:moveTo>
                      <a:cubicBezTo>
                        <a:pt x="52" y="12235"/>
                        <a:pt x="97" y="12678"/>
                        <a:pt x="362" y="12767"/>
                      </a:cubicBezTo>
                      <a:cubicBezTo>
                        <a:pt x="584" y="12900"/>
                        <a:pt x="1072" y="12634"/>
                        <a:pt x="1515" y="11925"/>
                      </a:cubicBezTo>
                      <a:cubicBezTo>
                        <a:pt x="1914" y="11304"/>
                        <a:pt x="2269" y="10506"/>
                        <a:pt x="2535" y="9797"/>
                      </a:cubicBezTo>
                      <a:cubicBezTo>
                        <a:pt x="3244" y="7935"/>
                        <a:pt x="3909" y="6117"/>
                        <a:pt x="4485" y="4388"/>
                      </a:cubicBezTo>
                      <a:cubicBezTo>
                        <a:pt x="4707" y="3679"/>
                        <a:pt x="4929" y="2925"/>
                        <a:pt x="5062" y="2349"/>
                      </a:cubicBezTo>
                      <a:cubicBezTo>
                        <a:pt x="5505" y="-178"/>
                        <a:pt x="4264" y="-1508"/>
                        <a:pt x="2224" y="2792"/>
                      </a:cubicBezTo>
                      <a:cubicBezTo>
                        <a:pt x="584" y="6117"/>
                        <a:pt x="-81" y="9797"/>
                        <a:pt x="8" y="1174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82" name="Forme libre : forme 26181">
                  <a:extLst>
                    <a:ext uri="{FF2B5EF4-FFF2-40B4-BE49-F238E27FC236}">
                      <a16:creationId xmlns:a16="http://schemas.microsoft.com/office/drawing/2014/main" id="{0A5CA6B2-B8D6-4A2D-B18F-037A9B005DAB}"/>
                    </a:ext>
                  </a:extLst>
                </p:cNvPr>
                <p:cNvSpPr/>
                <p:nvPr/>
              </p:nvSpPr>
              <p:spPr>
                <a:xfrm>
                  <a:off x="5954805" y="1648624"/>
                  <a:ext cx="6401" cy="19549"/>
                </a:xfrm>
                <a:custGeom>
                  <a:avLst/>
                  <a:gdLst>
                    <a:gd name="connsiteX0" fmla="*/ 5364 w 6401"/>
                    <a:gd name="connsiteY0" fmla="*/ 0 h 19549"/>
                    <a:gd name="connsiteX1" fmla="*/ 6384 w 6401"/>
                    <a:gd name="connsiteY1" fmla="*/ 3502 h 19549"/>
                    <a:gd name="connsiteX2" fmla="*/ 0 w 6401"/>
                    <a:gd name="connsiteY2" fmla="*/ 19550 h 19549"/>
                    <a:gd name="connsiteX3" fmla="*/ 1020 w 6401"/>
                    <a:gd name="connsiteY3" fmla="*/ 17333 h 19549"/>
                    <a:gd name="connsiteX4" fmla="*/ 3236 w 6401"/>
                    <a:gd name="connsiteY4" fmla="*/ 12102 h 19549"/>
                    <a:gd name="connsiteX5" fmla="*/ 5364 w 6401"/>
                    <a:gd name="connsiteY5" fmla="*/ 0 h 19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01" h="19549">
                      <a:moveTo>
                        <a:pt x="5364" y="0"/>
                      </a:moveTo>
                      <a:cubicBezTo>
                        <a:pt x="5364" y="0"/>
                        <a:pt x="6561" y="709"/>
                        <a:pt x="6384" y="3502"/>
                      </a:cubicBezTo>
                      <a:cubicBezTo>
                        <a:pt x="6206" y="6251"/>
                        <a:pt x="4699" y="10994"/>
                        <a:pt x="0" y="19550"/>
                      </a:cubicBezTo>
                      <a:cubicBezTo>
                        <a:pt x="0" y="19550"/>
                        <a:pt x="355" y="18796"/>
                        <a:pt x="1020" y="17333"/>
                      </a:cubicBezTo>
                      <a:cubicBezTo>
                        <a:pt x="1640" y="16003"/>
                        <a:pt x="2483" y="14141"/>
                        <a:pt x="3236" y="12102"/>
                      </a:cubicBezTo>
                      <a:cubicBezTo>
                        <a:pt x="4788" y="8024"/>
                        <a:pt x="6295" y="3192"/>
                        <a:pt x="5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83" name="Forme libre : forme 26182">
                  <a:extLst>
                    <a:ext uri="{FF2B5EF4-FFF2-40B4-BE49-F238E27FC236}">
                      <a16:creationId xmlns:a16="http://schemas.microsoft.com/office/drawing/2014/main" id="{F3EE9DEA-A84E-4200-AE86-E815493700AB}"/>
                    </a:ext>
                  </a:extLst>
                </p:cNvPr>
                <p:cNvSpPr/>
                <p:nvPr/>
              </p:nvSpPr>
              <p:spPr>
                <a:xfrm>
                  <a:off x="5921474" y="1680808"/>
                  <a:ext cx="5137" cy="23406"/>
                </a:xfrm>
                <a:custGeom>
                  <a:avLst/>
                  <a:gdLst>
                    <a:gd name="connsiteX0" fmla="*/ 5137 w 5137"/>
                    <a:gd name="connsiteY0" fmla="*/ 0 h 23406"/>
                    <a:gd name="connsiteX1" fmla="*/ 1325 w 5137"/>
                    <a:gd name="connsiteY1" fmla="*/ 9930 h 23406"/>
                    <a:gd name="connsiteX2" fmla="*/ 1768 w 5137"/>
                    <a:gd name="connsiteY2" fmla="*/ 23407 h 23406"/>
                    <a:gd name="connsiteX3" fmla="*/ 704 w 5137"/>
                    <a:gd name="connsiteY3" fmla="*/ 18220 h 23406"/>
                    <a:gd name="connsiteX4" fmla="*/ 5137 w 5137"/>
                    <a:gd name="connsiteY4" fmla="*/ 0 h 23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37" h="23406">
                      <a:moveTo>
                        <a:pt x="5137" y="0"/>
                      </a:moveTo>
                      <a:cubicBezTo>
                        <a:pt x="5137" y="0"/>
                        <a:pt x="2832" y="4655"/>
                        <a:pt x="1325" y="9930"/>
                      </a:cubicBezTo>
                      <a:cubicBezTo>
                        <a:pt x="-227" y="15205"/>
                        <a:pt x="-803" y="21146"/>
                        <a:pt x="1768" y="23407"/>
                      </a:cubicBezTo>
                      <a:cubicBezTo>
                        <a:pt x="1768" y="23407"/>
                        <a:pt x="837" y="21900"/>
                        <a:pt x="704" y="18220"/>
                      </a:cubicBezTo>
                      <a:cubicBezTo>
                        <a:pt x="615" y="14541"/>
                        <a:pt x="1369" y="8645"/>
                        <a:pt x="51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84" name="Forme libre : forme 26183">
                  <a:extLst>
                    <a:ext uri="{FF2B5EF4-FFF2-40B4-BE49-F238E27FC236}">
                      <a16:creationId xmlns:a16="http://schemas.microsoft.com/office/drawing/2014/main" id="{BCFF5BDD-8441-4E9D-8EBF-691DB201CBEC}"/>
                    </a:ext>
                  </a:extLst>
                </p:cNvPr>
                <p:cNvSpPr/>
                <p:nvPr/>
              </p:nvSpPr>
              <p:spPr>
                <a:xfrm>
                  <a:off x="5939585" y="1662358"/>
                  <a:ext cx="7342" cy="9897"/>
                </a:xfrm>
                <a:custGeom>
                  <a:avLst/>
                  <a:gdLst>
                    <a:gd name="connsiteX0" fmla="*/ 7329 w 7342"/>
                    <a:gd name="connsiteY0" fmla="*/ 274 h 9897"/>
                    <a:gd name="connsiteX1" fmla="*/ 3916 w 7342"/>
                    <a:gd name="connsiteY1" fmla="*/ 6525 h 9897"/>
                    <a:gd name="connsiteX2" fmla="*/ 15 w 7342"/>
                    <a:gd name="connsiteY2" fmla="*/ 9628 h 9897"/>
                    <a:gd name="connsiteX3" fmla="*/ 3339 w 7342"/>
                    <a:gd name="connsiteY3" fmla="*/ 3289 h 9897"/>
                    <a:gd name="connsiteX4" fmla="*/ 7329 w 7342"/>
                    <a:gd name="connsiteY4" fmla="*/ 274 h 9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42" h="9897">
                      <a:moveTo>
                        <a:pt x="7329" y="274"/>
                      </a:moveTo>
                      <a:cubicBezTo>
                        <a:pt x="7506" y="1205"/>
                        <a:pt x="5866" y="3909"/>
                        <a:pt x="3916" y="6525"/>
                      </a:cubicBezTo>
                      <a:cubicBezTo>
                        <a:pt x="1965" y="9141"/>
                        <a:pt x="192" y="10515"/>
                        <a:pt x="15" y="9628"/>
                      </a:cubicBezTo>
                      <a:cubicBezTo>
                        <a:pt x="-163" y="8742"/>
                        <a:pt x="1300" y="5860"/>
                        <a:pt x="3339" y="3289"/>
                      </a:cubicBezTo>
                      <a:cubicBezTo>
                        <a:pt x="5423" y="718"/>
                        <a:pt x="7196" y="-612"/>
                        <a:pt x="7329" y="27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85" name="Forme libre : forme 26184">
                  <a:extLst>
                    <a:ext uri="{FF2B5EF4-FFF2-40B4-BE49-F238E27FC236}">
                      <a16:creationId xmlns:a16="http://schemas.microsoft.com/office/drawing/2014/main" id="{DCEF7603-9C9C-4CD4-8ADA-AA9F297C9434}"/>
                    </a:ext>
                  </a:extLst>
                </p:cNvPr>
                <p:cNvSpPr/>
                <p:nvPr/>
              </p:nvSpPr>
              <p:spPr>
                <a:xfrm>
                  <a:off x="5945669" y="1661000"/>
                  <a:ext cx="1997" cy="2863"/>
                </a:xfrm>
                <a:custGeom>
                  <a:avLst/>
                  <a:gdLst>
                    <a:gd name="connsiteX0" fmla="*/ 1911 w 1997"/>
                    <a:gd name="connsiteY0" fmla="*/ 36 h 2863"/>
                    <a:gd name="connsiteX1" fmla="*/ 1423 w 1997"/>
                    <a:gd name="connsiteY1" fmla="*/ 1721 h 2863"/>
                    <a:gd name="connsiteX2" fmla="*/ 93 w 1997"/>
                    <a:gd name="connsiteY2" fmla="*/ 2829 h 2863"/>
                    <a:gd name="connsiteX3" fmla="*/ 581 w 1997"/>
                    <a:gd name="connsiteY3" fmla="*/ 1145 h 2863"/>
                    <a:gd name="connsiteX4" fmla="*/ 1911 w 1997"/>
                    <a:gd name="connsiteY4" fmla="*/ 36 h 2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7" h="2863">
                      <a:moveTo>
                        <a:pt x="1911" y="36"/>
                      </a:moveTo>
                      <a:cubicBezTo>
                        <a:pt x="2133" y="169"/>
                        <a:pt x="1911" y="967"/>
                        <a:pt x="1423" y="1721"/>
                      </a:cubicBezTo>
                      <a:cubicBezTo>
                        <a:pt x="936" y="2475"/>
                        <a:pt x="315" y="3006"/>
                        <a:pt x="93" y="2829"/>
                      </a:cubicBezTo>
                      <a:cubicBezTo>
                        <a:pt x="-128" y="2696"/>
                        <a:pt x="49" y="1943"/>
                        <a:pt x="581" y="1145"/>
                      </a:cubicBezTo>
                      <a:cubicBezTo>
                        <a:pt x="1113" y="347"/>
                        <a:pt x="1689" y="-141"/>
                        <a:pt x="1911" y="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86" name="Forme libre : forme 26185">
                  <a:extLst>
                    <a:ext uri="{FF2B5EF4-FFF2-40B4-BE49-F238E27FC236}">
                      <a16:creationId xmlns:a16="http://schemas.microsoft.com/office/drawing/2014/main" id="{D5D80420-D3D7-46F4-A630-6B6116D0D302}"/>
                    </a:ext>
                  </a:extLst>
                </p:cNvPr>
                <p:cNvSpPr/>
                <p:nvPr/>
              </p:nvSpPr>
              <p:spPr>
                <a:xfrm>
                  <a:off x="5934895" y="1648403"/>
                  <a:ext cx="22040" cy="21285"/>
                </a:xfrm>
                <a:custGeom>
                  <a:avLst/>
                  <a:gdLst>
                    <a:gd name="connsiteX0" fmla="*/ 16630 w 22040"/>
                    <a:gd name="connsiteY0" fmla="*/ 353 h 21285"/>
                    <a:gd name="connsiteX1" fmla="*/ 21684 w 22040"/>
                    <a:gd name="connsiteY1" fmla="*/ 1240 h 21285"/>
                    <a:gd name="connsiteX2" fmla="*/ 21329 w 22040"/>
                    <a:gd name="connsiteY2" fmla="*/ 3944 h 21285"/>
                    <a:gd name="connsiteX3" fmla="*/ 18448 w 22040"/>
                    <a:gd name="connsiteY3" fmla="*/ 6249 h 21285"/>
                    <a:gd name="connsiteX4" fmla="*/ 10778 w 22040"/>
                    <a:gd name="connsiteY4" fmla="*/ 9885 h 21285"/>
                    <a:gd name="connsiteX5" fmla="*/ 4483 w 22040"/>
                    <a:gd name="connsiteY5" fmla="*/ 17111 h 21285"/>
                    <a:gd name="connsiteX6" fmla="*/ 6 w 22040"/>
                    <a:gd name="connsiteY6" fmla="*/ 20746 h 21285"/>
                    <a:gd name="connsiteX7" fmla="*/ 4084 w 22040"/>
                    <a:gd name="connsiteY7" fmla="*/ 12500 h 21285"/>
                    <a:gd name="connsiteX8" fmla="*/ 10113 w 22040"/>
                    <a:gd name="connsiteY8" fmla="*/ 4831 h 21285"/>
                    <a:gd name="connsiteX9" fmla="*/ 16630 w 22040"/>
                    <a:gd name="connsiteY9" fmla="*/ 353 h 21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040" h="21285">
                      <a:moveTo>
                        <a:pt x="16630" y="353"/>
                      </a:moveTo>
                      <a:cubicBezTo>
                        <a:pt x="18979" y="-445"/>
                        <a:pt x="20575" y="220"/>
                        <a:pt x="21684" y="1240"/>
                      </a:cubicBezTo>
                      <a:cubicBezTo>
                        <a:pt x="22127" y="1639"/>
                        <a:pt x="22304" y="2481"/>
                        <a:pt x="21329" y="3944"/>
                      </a:cubicBezTo>
                      <a:cubicBezTo>
                        <a:pt x="20442" y="5274"/>
                        <a:pt x="19245" y="5983"/>
                        <a:pt x="18448" y="6249"/>
                      </a:cubicBezTo>
                      <a:cubicBezTo>
                        <a:pt x="15965" y="7136"/>
                        <a:pt x="13926" y="7136"/>
                        <a:pt x="10778" y="9885"/>
                      </a:cubicBezTo>
                      <a:cubicBezTo>
                        <a:pt x="9759" y="10727"/>
                        <a:pt x="6966" y="14185"/>
                        <a:pt x="4483" y="17111"/>
                      </a:cubicBezTo>
                      <a:cubicBezTo>
                        <a:pt x="2045" y="20036"/>
                        <a:pt x="-127" y="22386"/>
                        <a:pt x="6" y="20746"/>
                      </a:cubicBezTo>
                      <a:cubicBezTo>
                        <a:pt x="183" y="19105"/>
                        <a:pt x="1868" y="15692"/>
                        <a:pt x="4084" y="12500"/>
                      </a:cubicBezTo>
                      <a:cubicBezTo>
                        <a:pt x="6212" y="9264"/>
                        <a:pt x="8783" y="6161"/>
                        <a:pt x="10113" y="4831"/>
                      </a:cubicBezTo>
                      <a:cubicBezTo>
                        <a:pt x="12507" y="2437"/>
                        <a:pt x="14901" y="974"/>
                        <a:pt x="16630" y="35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83" name="Graphique 2">
                <a:extLst>
                  <a:ext uri="{FF2B5EF4-FFF2-40B4-BE49-F238E27FC236}">
                    <a16:creationId xmlns:a16="http://schemas.microsoft.com/office/drawing/2014/main" id="{CB7617C7-6515-41B1-A828-870B89648125}"/>
                  </a:ext>
                </a:extLst>
              </p:cNvPr>
              <p:cNvGrpSpPr/>
              <p:nvPr/>
            </p:nvGrpSpPr>
            <p:grpSpPr>
              <a:xfrm>
                <a:off x="5957255" y="1611474"/>
                <a:ext cx="65022" cy="36614"/>
                <a:chOff x="5957255" y="1611474"/>
                <a:chExt cx="65022" cy="36614"/>
              </a:xfrm>
              <a:solidFill>
                <a:schemeClr val="accent1"/>
              </a:solidFill>
            </p:grpSpPr>
            <p:sp>
              <p:nvSpPr>
                <p:cNvPr id="26163" name="Forme libre : forme 26162">
                  <a:extLst>
                    <a:ext uri="{FF2B5EF4-FFF2-40B4-BE49-F238E27FC236}">
                      <a16:creationId xmlns:a16="http://schemas.microsoft.com/office/drawing/2014/main" id="{2239C51D-04A8-48E7-BC77-042371E82F46}"/>
                    </a:ext>
                  </a:extLst>
                </p:cNvPr>
                <p:cNvSpPr/>
                <p:nvPr/>
              </p:nvSpPr>
              <p:spPr>
                <a:xfrm>
                  <a:off x="5957255" y="1611474"/>
                  <a:ext cx="65022" cy="36614"/>
                </a:xfrm>
                <a:custGeom>
                  <a:avLst/>
                  <a:gdLst>
                    <a:gd name="connsiteX0" fmla="*/ 42502 w 65022"/>
                    <a:gd name="connsiteY0" fmla="*/ 19284 h 36614"/>
                    <a:gd name="connsiteX1" fmla="*/ 33725 w 65022"/>
                    <a:gd name="connsiteY1" fmla="*/ 21234 h 36614"/>
                    <a:gd name="connsiteX2" fmla="*/ 24548 w 65022"/>
                    <a:gd name="connsiteY2" fmla="*/ 26643 h 36614"/>
                    <a:gd name="connsiteX3" fmla="*/ 18342 w 65022"/>
                    <a:gd name="connsiteY3" fmla="*/ 31120 h 36614"/>
                    <a:gd name="connsiteX4" fmla="*/ 12667 w 65022"/>
                    <a:gd name="connsiteY4" fmla="*/ 34622 h 36614"/>
                    <a:gd name="connsiteX5" fmla="*/ 8013 w 65022"/>
                    <a:gd name="connsiteY5" fmla="*/ 36484 h 36614"/>
                    <a:gd name="connsiteX6" fmla="*/ 4865 w 65022"/>
                    <a:gd name="connsiteY6" fmla="*/ 35997 h 36614"/>
                    <a:gd name="connsiteX7" fmla="*/ 875 w 65022"/>
                    <a:gd name="connsiteY7" fmla="*/ 32583 h 36614"/>
                    <a:gd name="connsiteX8" fmla="*/ 33 w 65022"/>
                    <a:gd name="connsiteY8" fmla="*/ 29480 h 36614"/>
                    <a:gd name="connsiteX9" fmla="*/ 1762 w 65022"/>
                    <a:gd name="connsiteY9" fmla="*/ 24293 h 36614"/>
                    <a:gd name="connsiteX10" fmla="*/ 6106 w 65022"/>
                    <a:gd name="connsiteY10" fmla="*/ 17910 h 36614"/>
                    <a:gd name="connsiteX11" fmla="*/ 13066 w 65022"/>
                    <a:gd name="connsiteY11" fmla="*/ 11304 h 36614"/>
                    <a:gd name="connsiteX12" fmla="*/ 26233 w 65022"/>
                    <a:gd name="connsiteY12" fmla="*/ 3546 h 36614"/>
                    <a:gd name="connsiteX13" fmla="*/ 42724 w 65022"/>
                    <a:gd name="connsiteY13" fmla="*/ 0 h 36614"/>
                    <a:gd name="connsiteX14" fmla="*/ 48841 w 65022"/>
                    <a:gd name="connsiteY14" fmla="*/ 754 h 36614"/>
                    <a:gd name="connsiteX15" fmla="*/ 54205 w 65022"/>
                    <a:gd name="connsiteY15" fmla="*/ 2660 h 36614"/>
                    <a:gd name="connsiteX16" fmla="*/ 62008 w 65022"/>
                    <a:gd name="connsiteY16" fmla="*/ 8644 h 36614"/>
                    <a:gd name="connsiteX17" fmla="*/ 65022 w 65022"/>
                    <a:gd name="connsiteY17" fmla="*/ 15604 h 36614"/>
                    <a:gd name="connsiteX18" fmla="*/ 63471 w 65022"/>
                    <a:gd name="connsiteY18" fmla="*/ 18929 h 36614"/>
                    <a:gd name="connsiteX19" fmla="*/ 58373 w 65022"/>
                    <a:gd name="connsiteY19" fmla="*/ 20569 h 36614"/>
                    <a:gd name="connsiteX20" fmla="*/ 55447 w 65022"/>
                    <a:gd name="connsiteY20" fmla="*/ 20658 h 36614"/>
                    <a:gd name="connsiteX21" fmla="*/ 52344 w 65022"/>
                    <a:gd name="connsiteY21" fmla="*/ 20481 h 36614"/>
                    <a:gd name="connsiteX22" fmla="*/ 47822 w 65022"/>
                    <a:gd name="connsiteY22" fmla="*/ 19772 h 36614"/>
                    <a:gd name="connsiteX23" fmla="*/ 45206 w 65022"/>
                    <a:gd name="connsiteY23" fmla="*/ 19461 h 36614"/>
                    <a:gd name="connsiteX24" fmla="*/ 42502 w 65022"/>
                    <a:gd name="connsiteY24" fmla="*/ 19284 h 36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5022" h="36614">
                      <a:moveTo>
                        <a:pt x="42502" y="19284"/>
                      </a:moveTo>
                      <a:cubicBezTo>
                        <a:pt x="39798" y="19284"/>
                        <a:pt x="36783" y="19993"/>
                        <a:pt x="33725" y="21234"/>
                      </a:cubicBezTo>
                      <a:cubicBezTo>
                        <a:pt x="30666" y="22476"/>
                        <a:pt x="27563" y="24471"/>
                        <a:pt x="24548" y="26643"/>
                      </a:cubicBezTo>
                      <a:cubicBezTo>
                        <a:pt x="22465" y="28283"/>
                        <a:pt x="20337" y="29702"/>
                        <a:pt x="18342" y="31120"/>
                      </a:cubicBezTo>
                      <a:cubicBezTo>
                        <a:pt x="16303" y="32406"/>
                        <a:pt x="14441" y="33736"/>
                        <a:pt x="12667" y="34622"/>
                      </a:cubicBezTo>
                      <a:cubicBezTo>
                        <a:pt x="10894" y="35509"/>
                        <a:pt x="9343" y="36263"/>
                        <a:pt x="8013" y="36484"/>
                      </a:cubicBezTo>
                      <a:cubicBezTo>
                        <a:pt x="6683" y="36750"/>
                        <a:pt x="5574" y="36617"/>
                        <a:pt x="4865" y="35997"/>
                      </a:cubicBezTo>
                      <a:lnTo>
                        <a:pt x="875" y="32583"/>
                      </a:lnTo>
                      <a:cubicBezTo>
                        <a:pt x="166" y="31963"/>
                        <a:pt x="-100" y="30899"/>
                        <a:pt x="33" y="29480"/>
                      </a:cubicBezTo>
                      <a:cubicBezTo>
                        <a:pt x="210" y="28061"/>
                        <a:pt x="698" y="26244"/>
                        <a:pt x="1762" y="24293"/>
                      </a:cubicBezTo>
                      <a:cubicBezTo>
                        <a:pt x="2826" y="22343"/>
                        <a:pt x="4156" y="20082"/>
                        <a:pt x="6106" y="17910"/>
                      </a:cubicBezTo>
                      <a:cubicBezTo>
                        <a:pt x="7924" y="15649"/>
                        <a:pt x="10362" y="13432"/>
                        <a:pt x="13066" y="11304"/>
                      </a:cubicBezTo>
                      <a:cubicBezTo>
                        <a:pt x="17056" y="8378"/>
                        <a:pt x="21312" y="5630"/>
                        <a:pt x="26233" y="3546"/>
                      </a:cubicBezTo>
                      <a:cubicBezTo>
                        <a:pt x="31198" y="1507"/>
                        <a:pt x="36739" y="0"/>
                        <a:pt x="42724" y="0"/>
                      </a:cubicBezTo>
                      <a:cubicBezTo>
                        <a:pt x="44807" y="133"/>
                        <a:pt x="46891" y="310"/>
                        <a:pt x="48841" y="754"/>
                      </a:cubicBezTo>
                      <a:cubicBezTo>
                        <a:pt x="50748" y="1330"/>
                        <a:pt x="52610" y="1818"/>
                        <a:pt x="54205" y="2660"/>
                      </a:cubicBezTo>
                      <a:cubicBezTo>
                        <a:pt x="57353" y="4300"/>
                        <a:pt x="60013" y="6118"/>
                        <a:pt x="62008" y="8644"/>
                      </a:cubicBezTo>
                      <a:cubicBezTo>
                        <a:pt x="64003" y="10950"/>
                        <a:pt x="64978" y="13787"/>
                        <a:pt x="65022" y="15604"/>
                      </a:cubicBezTo>
                      <a:cubicBezTo>
                        <a:pt x="65022" y="17555"/>
                        <a:pt x="64357" y="18619"/>
                        <a:pt x="63471" y="18929"/>
                      </a:cubicBezTo>
                      <a:lnTo>
                        <a:pt x="58373" y="20569"/>
                      </a:lnTo>
                      <a:cubicBezTo>
                        <a:pt x="57442" y="20880"/>
                        <a:pt x="56422" y="20747"/>
                        <a:pt x="55447" y="20658"/>
                      </a:cubicBezTo>
                      <a:cubicBezTo>
                        <a:pt x="54338" y="20569"/>
                        <a:pt x="53275" y="20525"/>
                        <a:pt x="52344" y="20481"/>
                      </a:cubicBezTo>
                      <a:cubicBezTo>
                        <a:pt x="51280" y="20304"/>
                        <a:pt x="49595" y="20126"/>
                        <a:pt x="47822" y="19772"/>
                      </a:cubicBezTo>
                      <a:cubicBezTo>
                        <a:pt x="46980" y="19594"/>
                        <a:pt x="46093" y="19639"/>
                        <a:pt x="45206" y="19461"/>
                      </a:cubicBezTo>
                      <a:cubicBezTo>
                        <a:pt x="44364" y="19373"/>
                        <a:pt x="43433" y="19417"/>
                        <a:pt x="42502" y="1928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64" name="Forme libre : forme 26163">
                  <a:extLst>
                    <a:ext uri="{FF2B5EF4-FFF2-40B4-BE49-F238E27FC236}">
                      <a16:creationId xmlns:a16="http://schemas.microsoft.com/office/drawing/2014/main" id="{FFE25CDB-F386-4745-97E9-0C4821A66D5B}"/>
                    </a:ext>
                  </a:extLst>
                </p:cNvPr>
                <p:cNvSpPr/>
                <p:nvPr/>
              </p:nvSpPr>
              <p:spPr>
                <a:xfrm>
                  <a:off x="5960347" y="1623621"/>
                  <a:ext cx="55458" cy="24423"/>
                </a:xfrm>
                <a:custGeom>
                  <a:avLst/>
                  <a:gdLst>
                    <a:gd name="connsiteX0" fmla="*/ 21235 w 55458"/>
                    <a:gd name="connsiteY0" fmla="*/ 6916 h 24423"/>
                    <a:gd name="connsiteX1" fmla="*/ 9886 w 55458"/>
                    <a:gd name="connsiteY1" fmla="*/ 15870 h 24423"/>
                    <a:gd name="connsiteX2" fmla="*/ 0 w 55458"/>
                    <a:gd name="connsiteY2" fmla="*/ 22343 h 24423"/>
                    <a:gd name="connsiteX3" fmla="*/ 1729 w 55458"/>
                    <a:gd name="connsiteY3" fmla="*/ 23806 h 24423"/>
                    <a:gd name="connsiteX4" fmla="*/ 4876 w 55458"/>
                    <a:gd name="connsiteY4" fmla="*/ 24293 h 24423"/>
                    <a:gd name="connsiteX5" fmla="*/ 9531 w 55458"/>
                    <a:gd name="connsiteY5" fmla="*/ 22431 h 24423"/>
                    <a:gd name="connsiteX6" fmla="*/ 15205 w 55458"/>
                    <a:gd name="connsiteY6" fmla="*/ 18929 h 24423"/>
                    <a:gd name="connsiteX7" fmla="*/ 21412 w 55458"/>
                    <a:gd name="connsiteY7" fmla="*/ 14452 h 24423"/>
                    <a:gd name="connsiteX8" fmla="*/ 30588 w 55458"/>
                    <a:gd name="connsiteY8" fmla="*/ 9044 h 24423"/>
                    <a:gd name="connsiteX9" fmla="*/ 39366 w 55458"/>
                    <a:gd name="connsiteY9" fmla="*/ 7093 h 24423"/>
                    <a:gd name="connsiteX10" fmla="*/ 42114 w 55458"/>
                    <a:gd name="connsiteY10" fmla="*/ 7270 h 24423"/>
                    <a:gd name="connsiteX11" fmla="*/ 44730 w 55458"/>
                    <a:gd name="connsiteY11" fmla="*/ 7581 h 24423"/>
                    <a:gd name="connsiteX12" fmla="*/ 49252 w 55458"/>
                    <a:gd name="connsiteY12" fmla="*/ 8290 h 24423"/>
                    <a:gd name="connsiteX13" fmla="*/ 52355 w 55458"/>
                    <a:gd name="connsiteY13" fmla="*/ 8467 h 24423"/>
                    <a:gd name="connsiteX14" fmla="*/ 55281 w 55458"/>
                    <a:gd name="connsiteY14" fmla="*/ 8379 h 24423"/>
                    <a:gd name="connsiteX15" fmla="*/ 55458 w 55458"/>
                    <a:gd name="connsiteY15" fmla="*/ 8334 h 24423"/>
                    <a:gd name="connsiteX16" fmla="*/ 49119 w 55458"/>
                    <a:gd name="connsiteY16" fmla="*/ 2350 h 24423"/>
                    <a:gd name="connsiteX17" fmla="*/ 39721 w 55458"/>
                    <a:gd name="connsiteY17" fmla="*/ 0 h 24423"/>
                    <a:gd name="connsiteX18" fmla="*/ 30056 w 55458"/>
                    <a:gd name="connsiteY18" fmla="*/ 1862 h 24423"/>
                    <a:gd name="connsiteX19" fmla="*/ 21235 w 55458"/>
                    <a:gd name="connsiteY19" fmla="*/ 6916 h 24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5458" h="24423">
                      <a:moveTo>
                        <a:pt x="21235" y="6916"/>
                      </a:moveTo>
                      <a:cubicBezTo>
                        <a:pt x="17112" y="10196"/>
                        <a:pt x="13920" y="12679"/>
                        <a:pt x="9886" y="15870"/>
                      </a:cubicBezTo>
                      <a:cubicBezTo>
                        <a:pt x="6295" y="18663"/>
                        <a:pt x="2881" y="21057"/>
                        <a:pt x="0" y="22343"/>
                      </a:cubicBezTo>
                      <a:lnTo>
                        <a:pt x="1729" y="23806"/>
                      </a:lnTo>
                      <a:cubicBezTo>
                        <a:pt x="2438" y="24426"/>
                        <a:pt x="3547" y="24559"/>
                        <a:pt x="4876" y="24293"/>
                      </a:cubicBezTo>
                      <a:cubicBezTo>
                        <a:pt x="6251" y="24072"/>
                        <a:pt x="7758" y="23318"/>
                        <a:pt x="9531" y="22431"/>
                      </a:cubicBezTo>
                      <a:cubicBezTo>
                        <a:pt x="11304" y="21545"/>
                        <a:pt x="13166" y="20259"/>
                        <a:pt x="15205" y="18929"/>
                      </a:cubicBezTo>
                      <a:cubicBezTo>
                        <a:pt x="17200" y="17511"/>
                        <a:pt x="19328" y="16092"/>
                        <a:pt x="21412" y="14452"/>
                      </a:cubicBezTo>
                      <a:cubicBezTo>
                        <a:pt x="24426" y="12280"/>
                        <a:pt x="27529" y="10285"/>
                        <a:pt x="30588" y="9044"/>
                      </a:cubicBezTo>
                      <a:cubicBezTo>
                        <a:pt x="33647" y="7802"/>
                        <a:pt x="36662" y="7093"/>
                        <a:pt x="39366" y="7093"/>
                      </a:cubicBezTo>
                      <a:cubicBezTo>
                        <a:pt x="40297" y="7226"/>
                        <a:pt x="41228" y="7182"/>
                        <a:pt x="42114" y="7270"/>
                      </a:cubicBezTo>
                      <a:cubicBezTo>
                        <a:pt x="42957" y="7492"/>
                        <a:pt x="43888" y="7403"/>
                        <a:pt x="44730" y="7581"/>
                      </a:cubicBezTo>
                      <a:cubicBezTo>
                        <a:pt x="46459" y="7935"/>
                        <a:pt x="48188" y="8113"/>
                        <a:pt x="49252" y="8290"/>
                      </a:cubicBezTo>
                      <a:cubicBezTo>
                        <a:pt x="50183" y="8334"/>
                        <a:pt x="51247" y="8423"/>
                        <a:pt x="52355" y="8467"/>
                      </a:cubicBezTo>
                      <a:cubicBezTo>
                        <a:pt x="53330" y="8556"/>
                        <a:pt x="54350" y="8689"/>
                        <a:pt x="55281" y="8379"/>
                      </a:cubicBezTo>
                      <a:lnTo>
                        <a:pt x="55458" y="8334"/>
                      </a:lnTo>
                      <a:cubicBezTo>
                        <a:pt x="54527" y="5719"/>
                        <a:pt x="52133" y="3724"/>
                        <a:pt x="49119" y="2350"/>
                      </a:cubicBezTo>
                      <a:cubicBezTo>
                        <a:pt x="46193" y="842"/>
                        <a:pt x="42957" y="222"/>
                        <a:pt x="39721" y="0"/>
                      </a:cubicBezTo>
                      <a:cubicBezTo>
                        <a:pt x="36484" y="133"/>
                        <a:pt x="33160" y="488"/>
                        <a:pt x="30056" y="1862"/>
                      </a:cubicBezTo>
                      <a:cubicBezTo>
                        <a:pt x="26909" y="3059"/>
                        <a:pt x="24027" y="4921"/>
                        <a:pt x="21235" y="691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65" name="Forme libre : forme 26164">
                  <a:extLst>
                    <a:ext uri="{FF2B5EF4-FFF2-40B4-BE49-F238E27FC236}">
                      <a16:creationId xmlns:a16="http://schemas.microsoft.com/office/drawing/2014/main" id="{DAC20B8E-0ECF-4502-9897-76FF07A4242F}"/>
                    </a:ext>
                  </a:extLst>
                </p:cNvPr>
                <p:cNvSpPr/>
                <p:nvPr/>
              </p:nvSpPr>
              <p:spPr>
                <a:xfrm>
                  <a:off x="5977522" y="1618355"/>
                  <a:ext cx="29760" cy="11992"/>
                </a:xfrm>
                <a:custGeom>
                  <a:avLst/>
                  <a:gdLst>
                    <a:gd name="connsiteX0" fmla="*/ 29727 w 29760"/>
                    <a:gd name="connsiteY0" fmla="*/ 4424 h 11992"/>
                    <a:gd name="connsiteX1" fmla="*/ 28175 w 29760"/>
                    <a:gd name="connsiteY1" fmla="*/ 5487 h 11992"/>
                    <a:gd name="connsiteX2" fmla="*/ 24939 w 29760"/>
                    <a:gd name="connsiteY2" fmla="*/ 6020 h 11992"/>
                    <a:gd name="connsiteX3" fmla="*/ 20506 w 29760"/>
                    <a:gd name="connsiteY3" fmla="*/ 6684 h 11992"/>
                    <a:gd name="connsiteX4" fmla="*/ 15231 w 29760"/>
                    <a:gd name="connsiteY4" fmla="*/ 7881 h 11992"/>
                    <a:gd name="connsiteX5" fmla="*/ 9911 w 29760"/>
                    <a:gd name="connsiteY5" fmla="*/ 9610 h 11992"/>
                    <a:gd name="connsiteX6" fmla="*/ 5389 w 29760"/>
                    <a:gd name="connsiteY6" fmla="*/ 11162 h 11992"/>
                    <a:gd name="connsiteX7" fmla="*/ 158 w 29760"/>
                    <a:gd name="connsiteY7" fmla="*/ 11517 h 11992"/>
                    <a:gd name="connsiteX8" fmla="*/ 2729 w 29760"/>
                    <a:gd name="connsiteY8" fmla="*/ 6773 h 11992"/>
                    <a:gd name="connsiteX9" fmla="*/ 7074 w 29760"/>
                    <a:gd name="connsiteY9" fmla="*/ 3581 h 11992"/>
                    <a:gd name="connsiteX10" fmla="*/ 13236 w 29760"/>
                    <a:gd name="connsiteY10" fmla="*/ 921 h 11992"/>
                    <a:gd name="connsiteX11" fmla="*/ 20019 w 29760"/>
                    <a:gd name="connsiteY11" fmla="*/ 35 h 11992"/>
                    <a:gd name="connsiteX12" fmla="*/ 25560 w 29760"/>
                    <a:gd name="connsiteY12" fmla="*/ 966 h 11992"/>
                    <a:gd name="connsiteX13" fmla="*/ 28885 w 29760"/>
                    <a:gd name="connsiteY13" fmla="*/ 2828 h 11992"/>
                    <a:gd name="connsiteX14" fmla="*/ 29727 w 29760"/>
                    <a:gd name="connsiteY14" fmla="*/ 4424 h 11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9760" h="11992">
                      <a:moveTo>
                        <a:pt x="29727" y="4424"/>
                      </a:moveTo>
                      <a:cubicBezTo>
                        <a:pt x="29550" y="4911"/>
                        <a:pt x="28973" y="5266"/>
                        <a:pt x="28175" y="5487"/>
                      </a:cubicBezTo>
                      <a:cubicBezTo>
                        <a:pt x="27333" y="5798"/>
                        <a:pt x="26269" y="5665"/>
                        <a:pt x="24939" y="6020"/>
                      </a:cubicBezTo>
                      <a:cubicBezTo>
                        <a:pt x="23609" y="6241"/>
                        <a:pt x="22146" y="6285"/>
                        <a:pt x="20506" y="6684"/>
                      </a:cubicBezTo>
                      <a:cubicBezTo>
                        <a:pt x="18866" y="6862"/>
                        <a:pt x="17093" y="7482"/>
                        <a:pt x="15231" y="7881"/>
                      </a:cubicBezTo>
                      <a:cubicBezTo>
                        <a:pt x="13369" y="8502"/>
                        <a:pt x="11551" y="8945"/>
                        <a:pt x="9911" y="9610"/>
                      </a:cubicBezTo>
                      <a:cubicBezTo>
                        <a:pt x="8492" y="10098"/>
                        <a:pt x="6985" y="10586"/>
                        <a:pt x="5389" y="11162"/>
                      </a:cubicBezTo>
                      <a:cubicBezTo>
                        <a:pt x="2685" y="11915"/>
                        <a:pt x="779" y="12403"/>
                        <a:pt x="158" y="11517"/>
                      </a:cubicBezTo>
                      <a:cubicBezTo>
                        <a:pt x="-374" y="10763"/>
                        <a:pt x="424" y="8812"/>
                        <a:pt x="2729" y="6773"/>
                      </a:cubicBezTo>
                      <a:cubicBezTo>
                        <a:pt x="3838" y="5709"/>
                        <a:pt x="5256" y="4557"/>
                        <a:pt x="7074" y="3581"/>
                      </a:cubicBezTo>
                      <a:cubicBezTo>
                        <a:pt x="8803" y="2473"/>
                        <a:pt x="10931" y="1631"/>
                        <a:pt x="13236" y="921"/>
                      </a:cubicBezTo>
                      <a:cubicBezTo>
                        <a:pt x="15585" y="389"/>
                        <a:pt x="17891" y="-143"/>
                        <a:pt x="20019" y="35"/>
                      </a:cubicBezTo>
                      <a:cubicBezTo>
                        <a:pt x="22146" y="-10"/>
                        <a:pt x="24053" y="478"/>
                        <a:pt x="25560" y="966"/>
                      </a:cubicBezTo>
                      <a:cubicBezTo>
                        <a:pt x="27111" y="1365"/>
                        <a:pt x="28175" y="2251"/>
                        <a:pt x="28885" y="2828"/>
                      </a:cubicBezTo>
                      <a:cubicBezTo>
                        <a:pt x="29594" y="3360"/>
                        <a:pt x="29860" y="3936"/>
                        <a:pt x="29727" y="442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66" name="Forme libre : forme 26165">
                  <a:extLst>
                    <a:ext uri="{FF2B5EF4-FFF2-40B4-BE49-F238E27FC236}">
                      <a16:creationId xmlns:a16="http://schemas.microsoft.com/office/drawing/2014/main" id="{241BA473-FEAA-49DA-B254-77C452440511}"/>
                    </a:ext>
                  </a:extLst>
                </p:cNvPr>
                <p:cNvSpPr/>
                <p:nvPr/>
              </p:nvSpPr>
              <p:spPr>
                <a:xfrm>
                  <a:off x="5977471" y="1623444"/>
                  <a:ext cx="21310" cy="6859"/>
                </a:xfrm>
                <a:custGeom>
                  <a:avLst/>
                  <a:gdLst>
                    <a:gd name="connsiteX0" fmla="*/ 4642 w 21310"/>
                    <a:gd name="connsiteY0" fmla="*/ 0 h 6859"/>
                    <a:gd name="connsiteX1" fmla="*/ 786 w 21310"/>
                    <a:gd name="connsiteY1" fmla="*/ 3857 h 6859"/>
                    <a:gd name="connsiteX2" fmla="*/ 165 w 21310"/>
                    <a:gd name="connsiteY2" fmla="*/ 6384 h 6859"/>
                    <a:gd name="connsiteX3" fmla="*/ 5396 w 21310"/>
                    <a:gd name="connsiteY3" fmla="*/ 6029 h 6859"/>
                    <a:gd name="connsiteX4" fmla="*/ 9918 w 21310"/>
                    <a:gd name="connsiteY4" fmla="*/ 4477 h 6859"/>
                    <a:gd name="connsiteX5" fmla="*/ 15238 w 21310"/>
                    <a:gd name="connsiteY5" fmla="*/ 2748 h 6859"/>
                    <a:gd name="connsiteX6" fmla="*/ 21311 w 21310"/>
                    <a:gd name="connsiteY6" fmla="*/ 1419 h 6859"/>
                    <a:gd name="connsiteX7" fmla="*/ 17853 w 21310"/>
                    <a:gd name="connsiteY7" fmla="*/ 1507 h 6859"/>
                    <a:gd name="connsiteX8" fmla="*/ 13198 w 21310"/>
                    <a:gd name="connsiteY8" fmla="*/ 1596 h 6859"/>
                    <a:gd name="connsiteX9" fmla="*/ 9120 w 21310"/>
                    <a:gd name="connsiteY9" fmla="*/ 1640 h 6859"/>
                    <a:gd name="connsiteX10" fmla="*/ 4642 w 21310"/>
                    <a:gd name="connsiteY10" fmla="*/ 0 h 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310" h="6859">
                      <a:moveTo>
                        <a:pt x="4642" y="0"/>
                      </a:moveTo>
                      <a:cubicBezTo>
                        <a:pt x="2914" y="1463"/>
                        <a:pt x="1495" y="2660"/>
                        <a:pt x="786" y="3857"/>
                      </a:cubicBezTo>
                      <a:cubicBezTo>
                        <a:pt x="32" y="5009"/>
                        <a:pt x="-190" y="5896"/>
                        <a:pt x="165" y="6384"/>
                      </a:cubicBezTo>
                      <a:cubicBezTo>
                        <a:pt x="786" y="7270"/>
                        <a:pt x="2647" y="6783"/>
                        <a:pt x="5396" y="6029"/>
                      </a:cubicBezTo>
                      <a:cubicBezTo>
                        <a:pt x="6992" y="5497"/>
                        <a:pt x="8499" y="4965"/>
                        <a:pt x="9918" y="4477"/>
                      </a:cubicBezTo>
                      <a:cubicBezTo>
                        <a:pt x="11558" y="3813"/>
                        <a:pt x="13376" y="3369"/>
                        <a:pt x="15238" y="2748"/>
                      </a:cubicBezTo>
                      <a:cubicBezTo>
                        <a:pt x="17454" y="2217"/>
                        <a:pt x="19493" y="1685"/>
                        <a:pt x="21311" y="1419"/>
                      </a:cubicBezTo>
                      <a:cubicBezTo>
                        <a:pt x="20158" y="1507"/>
                        <a:pt x="19006" y="1374"/>
                        <a:pt x="17853" y="1507"/>
                      </a:cubicBezTo>
                      <a:cubicBezTo>
                        <a:pt x="16257" y="1507"/>
                        <a:pt x="14706" y="1507"/>
                        <a:pt x="13198" y="1596"/>
                      </a:cubicBezTo>
                      <a:cubicBezTo>
                        <a:pt x="11691" y="1596"/>
                        <a:pt x="10317" y="1640"/>
                        <a:pt x="9120" y="1640"/>
                      </a:cubicBezTo>
                      <a:cubicBezTo>
                        <a:pt x="6726" y="1596"/>
                        <a:pt x="4997" y="1197"/>
                        <a:pt x="4642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67" name="Forme libre : forme 26166">
                  <a:extLst>
                    <a:ext uri="{FF2B5EF4-FFF2-40B4-BE49-F238E27FC236}">
                      <a16:creationId xmlns:a16="http://schemas.microsoft.com/office/drawing/2014/main" id="{484C5F3C-B228-4F4A-93D2-E63A39CD5B29}"/>
                    </a:ext>
                  </a:extLst>
                </p:cNvPr>
                <p:cNvSpPr/>
                <p:nvPr/>
              </p:nvSpPr>
              <p:spPr>
                <a:xfrm>
                  <a:off x="5979243" y="1618977"/>
                  <a:ext cx="29242" cy="11116"/>
                </a:xfrm>
                <a:custGeom>
                  <a:avLst/>
                  <a:gdLst>
                    <a:gd name="connsiteX0" fmla="*/ 29159 w 29242"/>
                    <a:gd name="connsiteY0" fmla="*/ 5131 h 11116"/>
                    <a:gd name="connsiteX1" fmla="*/ 27607 w 29242"/>
                    <a:gd name="connsiteY1" fmla="*/ 6018 h 11116"/>
                    <a:gd name="connsiteX2" fmla="*/ 24415 w 29242"/>
                    <a:gd name="connsiteY2" fmla="*/ 6373 h 11116"/>
                    <a:gd name="connsiteX3" fmla="*/ 20159 w 29242"/>
                    <a:gd name="connsiteY3" fmla="*/ 6772 h 11116"/>
                    <a:gd name="connsiteX4" fmla="*/ 17677 w 29242"/>
                    <a:gd name="connsiteY4" fmla="*/ 7126 h 11116"/>
                    <a:gd name="connsiteX5" fmla="*/ 15017 w 29242"/>
                    <a:gd name="connsiteY5" fmla="*/ 7702 h 11116"/>
                    <a:gd name="connsiteX6" fmla="*/ 9786 w 29242"/>
                    <a:gd name="connsiteY6" fmla="*/ 9077 h 11116"/>
                    <a:gd name="connsiteX7" fmla="*/ 5308 w 29242"/>
                    <a:gd name="connsiteY7" fmla="*/ 10451 h 11116"/>
                    <a:gd name="connsiteX8" fmla="*/ 166 w 29242"/>
                    <a:gd name="connsiteY8" fmla="*/ 10628 h 11116"/>
                    <a:gd name="connsiteX9" fmla="*/ 2826 w 29242"/>
                    <a:gd name="connsiteY9" fmla="*/ 5974 h 11116"/>
                    <a:gd name="connsiteX10" fmla="*/ 7215 w 29242"/>
                    <a:gd name="connsiteY10" fmla="*/ 2915 h 11116"/>
                    <a:gd name="connsiteX11" fmla="*/ 13421 w 29242"/>
                    <a:gd name="connsiteY11" fmla="*/ 610 h 11116"/>
                    <a:gd name="connsiteX12" fmla="*/ 16835 w 29242"/>
                    <a:gd name="connsiteY12" fmla="*/ 33 h 11116"/>
                    <a:gd name="connsiteX13" fmla="*/ 20115 w 29242"/>
                    <a:gd name="connsiteY13" fmla="*/ 33 h 11116"/>
                    <a:gd name="connsiteX14" fmla="*/ 25435 w 29242"/>
                    <a:gd name="connsiteY14" fmla="*/ 1319 h 11116"/>
                    <a:gd name="connsiteX15" fmla="*/ 28538 w 29242"/>
                    <a:gd name="connsiteY15" fmla="*/ 3314 h 11116"/>
                    <a:gd name="connsiteX16" fmla="*/ 29159 w 29242"/>
                    <a:gd name="connsiteY16" fmla="*/ 5131 h 11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9242" h="11116">
                      <a:moveTo>
                        <a:pt x="29159" y="5131"/>
                      </a:moveTo>
                      <a:cubicBezTo>
                        <a:pt x="28981" y="5619"/>
                        <a:pt x="28405" y="5885"/>
                        <a:pt x="27607" y="6018"/>
                      </a:cubicBezTo>
                      <a:cubicBezTo>
                        <a:pt x="26765" y="6239"/>
                        <a:pt x="25657" y="6373"/>
                        <a:pt x="24415" y="6373"/>
                      </a:cubicBezTo>
                      <a:cubicBezTo>
                        <a:pt x="23174" y="6461"/>
                        <a:pt x="21711" y="6594"/>
                        <a:pt x="20159" y="6772"/>
                      </a:cubicBezTo>
                      <a:cubicBezTo>
                        <a:pt x="19361" y="6905"/>
                        <a:pt x="18564" y="7038"/>
                        <a:pt x="17677" y="7126"/>
                      </a:cubicBezTo>
                      <a:cubicBezTo>
                        <a:pt x="16835" y="7259"/>
                        <a:pt x="15948" y="7525"/>
                        <a:pt x="15017" y="7702"/>
                      </a:cubicBezTo>
                      <a:cubicBezTo>
                        <a:pt x="13200" y="8057"/>
                        <a:pt x="11426" y="8633"/>
                        <a:pt x="9786" y="9077"/>
                      </a:cubicBezTo>
                      <a:cubicBezTo>
                        <a:pt x="8190" y="9653"/>
                        <a:pt x="6594" y="9963"/>
                        <a:pt x="5308" y="10451"/>
                      </a:cubicBezTo>
                      <a:cubicBezTo>
                        <a:pt x="2649" y="11160"/>
                        <a:pt x="698" y="11426"/>
                        <a:pt x="166" y="10628"/>
                      </a:cubicBezTo>
                      <a:cubicBezTo>
                        <a:pt x="-410" y="9786"/>
                        <a:pt x="521" y="8013"/>
                        <a:pt x="2826" y="5974"/>
                      </a:cubicBezTo>
                      <a:cubicBezTo>
                        <a:pt x="3890" y="4865"/>
                        <a:pt x="5486" y="3979"/>
                        <a:pt x="7215" y="2915"/>
                      </a:cubicBezTo>
                      <a:cubicBezTo>
                        <a:pt x="8988" y="2028"/>
                        <a:pt x="11072" y="1097"/>
                        <a:pt x="13421" y="610"/>
                      </a:cubicBezTo>
                      <a:cubicBezTo>
                        <a:pt x="14574" y="388"/>
                        <a:pt x="15726" y="122"/>
                        <a:pt x="16835" y="33"/>
                      </a:cubicBezTo>
                      <a:cubicBezTo>
                        <a:pt x="17987" y="-11"/>
                        <a:pt x="19051" y="-11"/>
                        <a:pt x="20115" y="33"/>
                      </a:cubicBezTo>
                      <a:cubicBezTo>
                        <a:pt x="22154" y="255"/>
                        <a:pt x="24016" y="698"/>
                        <a:pt x="25435" y="1319"/>
                      </a:cubicBezTo>
                      <a:cubicBezTo>
                        <a:pt x="26853" y="2028"/>
                        <a:pt x="27917" y="2693"/>
                        <a:pt x="28538" y="3314"/>
                      </a:cubicBezTo>
                      <a:cubicBezTo>
                        <a:pt x="29159" y="4023"/>
                        <a:pt x="29380" y="4644"/>
                        <a:pt x="29159" y="513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68" name="Forme libre : forme 26167">
                  <a:extLst>
                    <a:ext uri="{FF2B5EF4-FFF2-40B4-BE49-F238E27FC236}">
                      <a16:creationId xmlns:a16="http://schemas.microsoft.com/office/drawing/2014/main" id="{CE500B22-BCB3-426C-A31F-F0BBD8205219}"/>
                    </a:ext>
                  </a:extLst>
                </p:cNvPr>
                <p:cNvSpPr/>
                <p:nvPr/>
              </p:nvSpPr>
              <p:spPr>
                <a:xfrm>
                  <a:off x="5964868" y="1623690"/>
                  <a:ext cx="36445" cy="16878"/>
                </a:xfrm>
                <a:custGeom>
                  <a:avLst/>
                  <a:gdLst>
                    <a:gd name="connsiteX0" fmla="*/ 2837 w 36445"/>
                    <a:gd name="connsiteY0" fmla="*/ 15225 h 16878"/>
                    <a:gd name="connsiteX1" fmla="*/ 5940 w 36445"/>
                    <a:gd name="connsiteY1" fmla="*/ 16865 h 16878"/>
                    <a:gd name="connsiteX2" fmla="*/ 19727 w 36445"/>
                    <a:gd name="connsiteY2" fmla="*/ 10437 h 16878"/>
                    <a:gd name="connsiteX3" fmla="*/ 32051 w 36445"/>
                    <a:gd name="connsiteY3" fmla="*/ 5029 h 16878"/>
                    <a:gd name="connsiteX4" fmla="*/ 35509 w 36445"/>
                    <a:gd name="connsiteY4" fmla="*/ 3521 h 16878"/>
                    <a:gd name="connsiteX5" fmla="*/ 36174 w 36445"/>
                    <a:gd name="connsiteY5" fmla="*/ 1704 h 16878"/>
                    <a:gd name="connsiteX6" fmla="*/ 31253 w 36445"/>
                    <a:gd name="connsiteY6" fmla="*/ 152 h 16878"/>
                    <a:gd name="connsiteX7" fmla="*/ 17378 w 36445"/>
                    <a:gd name="connsiteY7" fmla="*/ 950 h 16878"/>
                    <a:gd name="connsiteX8" fmla="*/ 1818 w 36445"/>
                    <a:gd name="connsiteY8" fmla="*/ 7910 h 16878"/>
                    <a:gd name="connsiteX9" fmla="*/ 2837 w 36445"/>
                    <a:gd name="connsiteY9" fmla="*/ 15225 h 168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5" h="16878">
                      <a:moveTo>
                        <a:pt x="2837" y="15225"/>
                      </a:moveTo>
                      <a:cubicBezTo>
                        <a:pt x="3547" y="16111"/>
                        <a:pt x="4300" y="16998"/>
                        <a:pt x="5940" y="16865"/>
                      </a:cubicBezTo>
                      <a:cubicBezTo>
                        <a:pt x="9088" y="16732"/>
                        <a:pt x="14541" y="13097"/>
                        <a:pt x="19727" y="10437"/>
                      </a:cubicBezTo>
                      <a:cubicBezTo>
                        <a:pt x="24072" y="8132"/>
                        <a:pt x="28505" y="6314"/>
                        <a:pt x="32051" y="5029"/>
                      </a:cubicBezTo>
                      <a:cubicBezTo>
                        <a:pt x="33381" y="4718"/>
                        <a:pt x="34667" y="3965"/>
                        <a:pt x="35509" y="3521"/>
                      </a:cubicBezTo>
                      <a:cubicBezTo>
                        <a:pt x="36351" y="3034"/>
                        <a:pt x="36750" y="2413"/>
                        <a:pt x="36174" y="1704"/>
                      </a:cubicBezTo>
                      <a:cubicBezTo>
                        <a:pt x="35465" y="728"/>
                        <a:pt x="33293" y="418"/>
                        <a:pt x="31253" y="152"/>
                      </a:cubicBezTo>
                      <a:cubicBezTo>
                        <a:pt x="26377" y="-335"/>
                        <a:pt x="21589" y="462"/>
                        <a:pt x="17378" y="950"/>
                      </a:cubicBezTo>
                      <a:cubicBezTo>
                        <a:pt x="13831" y="1305"/>
                        <a:pt x="6517" y="2413"/>
                        <a:pt x="1818" y="7910"/>
                      </a:cubicBezTo>
                      <a:cubicBezTo>
                        <a:pt x="-2394" y="12786"/>
                        <a:pt x="1906" y="14028"/>
                        <a:pt x="2837" y="1522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69" name="Forme libre : forme 26168">
                  <a:extLst>
                    <a:ext uri="{FF2B5EF4-FFF2-40B4-BE49-F238E27FC236}">
                      <a16:creationId xmlns:a16="http://schemas.microsoft.com/office/drawing/2014/main" id="{4DBEF06F-06FF-4534-9BEA-5CA8989DAFA5}"/>
                    </a:ext>
                  </a:extLst>
                </p:cNvPr>
                <p:cNvSpPr/>
                <p:nvPr/>
              </p:nvSpPr>
              <p:spPr>
                <a:xfrm>
                  <a:off x="5970282" y="1622106"/>
                  <a:ext cx="10232" cy="9967"/>
                </a:xfrm>
                <a:custGeom>
                  <a:avLst/>
                  <a:gdLst>
                    <a:gd name="connsiteX0" fmla="*/ 217 w 10232"/>
                    <a:gd name="connsiteY0" fmla="*/ 8741 h 9967"/>
                    <a:gd name="connsiteX1" fmla="*/ 84 w 10232"/>
                    <a:gd name="connsiteY1" fmla="*/ 9849 h 9967"/>
                    <a:gd name="connsiteX2" fmla="*/ 1502 w 10232"/>
                    <a:gd name="connsiteY2" fmla="*/ 9583 h 9967"/>
                    <a:gd name="connsiteX3" fmla="*/ 3320 w 10232"/>
                    <a:gd name="connsiteY3" fmla="*/ 8031 h 9967"/>
                    <a:gd name="connsiteX4" fmla="*/ 7620 w 10232"/>
                    <a:gd name="connsiteY4" fmla="*/ 3997 h 9967"/>
                    <a:gd name="connsiteX5" fmla="*/ 9216 w 10232"/>
                    <a:gd name="connsiteY5" fmla="*/ 2490 h 9967"/>
                    <a:gd name="connsiteX6" fmla="*/ 6379 w 10232"/>
                    <a:gd name="connsiteY6" fmla="*/ 1470 h 9967"/>
                    <a:gd name="connsiteX7" fmla="*/ 217 w 10232"/>
                    <a:gd name="connsiteY7" fmla="*/ 8741 h 9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232" h="9967">
                      <a:moveTo>
                        <a:pt x="217" y="8741"/>
                      </a:moveTo>
                      <a:cubicBezTo>
                        <a:pt x="39" y="9184"/>
                        <a:pt x="-94" y="9627"/>
                        <a:pt x="84" y="9849"/>
                      </a:cubicBezTo>
                      <a:cubicBezTo>
                        <a:pt x="261" y="10070"/>
                        <a:pt x="793" y="9982"/>
                        <a:pt x="1502" y="9583"/>
                      </a:cubicBezTo>
                      <a:cubicBezTo>
                        <a:pt x="2123" y="9184"/>
                        <a:pt x="2788" y="8608"/>
                        <a:pt x="3320" y="8031"/>
                      </a:cubicBezTo>
                      <a:cubicBezTo>
                        <a:pt x="4738" y="6568"/>
                        <a:pt x="6290" y="5371"/>
                        <a:pt x="7620" y="3997"/>
                      </a:cubicBezTo>
                      <a:cubicBezTo>
                        <a:pt x="8152" y="3421"/>
                        <a:pt x="8773" y="2933"/>
                        <a:pt x="9216" y="2490"/>
                      </a:cubicBezTo>
                      <a:cubicBezTo>
                        <a:pt x="10989" y="495"/>
                        <a:pt x="10679" y="-1411"/>
                        <a:pt x="6379" y="1470"/>
                      </a:cubicBezTo>
                      <a:cubicBezTo>
                        <a:pt x="3187" y="3776"/>
                        <a:pt x="926" y="6879"/>
                        <a:pt x="217" y="874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70" name="Forme libre : forme 26169">
                  <a:extLst>
                    <a:ext uri="{FF2B5EF4-FFF2-40B4-BE49-F238E27FC236}">
                      <a16:creationId xmlns:a16="http://schemas.microsoft.com/office/drawing/2014/main" id="{AE19A9B0-0896-4A86-89C2-2F3A0D967656}"/>
                    </a:ext>
                  </a:extLst>
                </p:cNvPr>
                <p:cNvSpPr/>
                <p:nvPr/>
              </p:nvSpPr>
              <p:spPr>
                <a:xfrm>
                  <a:off x="6000067" y="1629923"/>
                  <a:ext cx="15560" cy="882"/>
                </a:xfrm>
                <a:custGeom>
                  <a:avLst/>
                  <a:gdLst>
                    <a:gd name="connsiteX0" fmla="*/ 15560 w 15560"/>
                    <a:gd name="connsiteY0" fmla="*/ 304 h 882"/>
                    <a:gd name="connsiteX1" fmla="*/ 14718 w 15560"/>
                    <a:gd name="connsiteY1" fmla="*/ 658 h 882"/>
                    <a:gd name="connsiteX2" fmla="*/ 12280 w 15560"/>
                    <a:gd name="connsiteY2" fmla="*/ 880 h 882"/>
                    <a:gd name="connsiteX3" fmla="*/ 7980 w 15560"/>
                    <a:gd name="connsiteY3" fmla="*/ 658 h 882"/>
                    <a:gd name="connsiteX4" fmla="*/ 0 w 15560"/>
                    <a:gd name="connsiteY4" fmla="*/ 437 h 882"/>
                    <a:gd name="connsiteX5" fmla="*/ 1640 w 15560"/>
                    <a:gd name="connsiteY5" fmla="*/ 259 h 882"/>
                    <a:gd name="connsiteX6" fmla="*/ 3414 w 15560"/>
                    <a:gd name="connsiteY6" fmla="*/ 126 h 882"/>
                    <a:gd name="connsiteX7" fmla="*/ 5674 w 15560"/>
                    <a:gd name="connsiteY7" fmla="*/ 38 h 882"/>
                    <a:gd name="connsiteX8" fmla="*/ 10773 w 15560"/>
                    <a:gd name="connsiteY8" fmla="*/ 215 h 882"/>
                    <a:gd name="connsiteX9" fmla="*/ 15560 w 15560"/>
                    <a:gd name="connsiteY9" fmla="*/ 304 h 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560" h="882">
                      <a:moveTo>
                        <a:pt x="15560" y="304"/>
                      </a:moveTo>
                      <a:cubicBezTo>
                        <a:pt x="15560" y="304"/>
                        <a:pt x="15294" y="525"/>
                        <a:pt x="14718" y="658"/>
                      </a:cubicBezTo>
                      <a:cubicBezTo>
                        <a:pt x="14142" y="791"/>
                        <a:pt x="13388" y="836"/>
                        <a:pt x="12280" y="880"/>
                      </a:cubicBezTo>
                      <a:cubicBezTo>
                        <a:pt x="11304" y="880"/>
                        <a:pt x="9930" y="924"/>
                        <a:pt x="7980" y="658"/>
                      </a:cubicBezTo>
                      <a:cubicBezTo>
                        <a:pt x="5763" y="614"/>
                        <a:pt x="3281" y="-7"/>
                        <a:pt x="0" y="437"/>
                      </a:cubicBezTo>
                      <a:cubicBezTo>
                        <a:pt x="0" y="437"/>
                        <a:pt x="621" y="437"/>
                        <a:pt x="1640" y="259"/>
                      </a:cubicBezTo>
                      <a:cubicBezTo>
                        <a:pt x="2172" y="126"/>
                        <a:pt x="2749" y="126"/>
                        <a:pt x="3414" y="126"/>
                      </a:cubicBezTo>
                      <a:cubicBezTo>
                        <a:pt x="4079" y="171"/>
                        <a:pt x="4876" y="-95"/>
                        <a:pt x="5674" y="38"/>
                      </a:cubicBezTo>
                      <a:cubicBezTo>
                        <a:pt x="7049" y="82"/>
                        <a:pt x="8733" y="126"/>
                        <a:pt x="10773" y="215"/>
                      </a:cubicBezTo>
                      <a:cubicBezTo>
                        <a:pt x="12102" y="215"/>
                        <a:pt x="13698" y="259"/>
                        <a:pt x="15560" y="3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71" name="Forme libre : forme 26170">
                  <a:extLst>
                    <a:ext uri="{FF2B5EF4-FFF2-40B4-BE49-F238E27FC236}">
                      <a16:creationId xmlns:a16="http://schemas.microsoft.com/office/drawing/2014/main" id="{BA16771F-DE62-4E10-8B45-A92FAA8F0616}"/>
                    </a:ext>
                  </a:extLst>
                </p:cNvPr>
                <p:cNvSpPr/>
                <p:nvPr/>
              </p:nvSpPr>
              <p:spPr>
                <a:xfrm>
                  <a:off x="5958812" y="1622335"/>
                  <a:ext cx="13061" cy="21145"/>
                </a:xfrm>
                <a:custGeom>
                  <a:avLst/>
                  <a:gdLst>
                    <a:gd name="connsiteX0" fmla="*/ 13061 w 13061"/>
                    <a:gd name="connsiteY0" fmla="*/ 0 h 21145"/>
                    <a:gd name="connsiteX1" fmla="*/ 10313 w 13061"/>
                    <a:gd name="connsiteY1" fmla="*/ 2261 h 21145"/>
                    <a:gd name="connsiteX2" fmla="*/ 4949 w 13061"/>
                    <a:gd name="connsiteY2" fmla="*/ 7980 h 21145"/>
                    <a:gd name="connsiteX3" fmla="*/ 604 w 13061"/>
                    <a:gd name="connsiteY3" fmla="*/ 21146 h 21145"/>
                    <a:gd name="connsiteX4" fmla="*/ 1269 w 13061"/>
                    <a:gd name="connsiteY4" fmla="*/ 15782 h 21145"/>
                    <a:gd name="connsiteX5" fmla="*/ 4682 w 13061"/>
                    <a:gd name="connsiteY5" fmla="*/ 9044 h 21145"/>
                    <a:gd name="connsiteX6" fmla="*/ 13061 w 13061"/>
                    <a:gd name="connsiteY6" fmla="*/ 0 h 2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61" h="21145">
                      <a:moveTo>
                        <a:pt x="13061" y="0"/>
                      </a:moveTo>
                      <a:cubicBezTo>
                        <a:pt x="13061" y="0"/>
                        <a:pt x="11820" y="798"/>
                        <a:pt x="10313" y="2261"/>
                      </a:cubicBezTo>
                      <a:cubicBezTo>
                        <a:pt x="8717" y="3680"/>
                        <a:pt x="6677" y="5674"/>
                        <a:pt x="4949" y="7980"/>
                      </a:cubicBezTo>
                      <a:cubicBezTo>
                        <a:pt x="1313" y="12546"/>
                        <a:pt x="-1214" y="18087"/>
                        <a:pt x="604" y="21146"/>
                      </a:cubicBezTo>
                      <a:cubicBezTo>
                        <a:pt x="604" y="21146"/>
                        <a:pt x="161" y="19417"/>
                        <a:pt x="1269" y="15782"/>
                      </a:cubicBezTo>
                      <a:cubicBezTo>
                        <a:pt x="1890" y="14009"/>
                        <a:pt x="2821" y="11703"/>
                        <a:pt x="4682" y="9044"/>
                      </a:cubicBezTo>
                      <a:cubicBezTo>
                        <a:pt x="6456" y="6339"/>
                        <a:pt x="9027" y="3236"/>
                        <a:pt x="130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72" name="Forme libre : forme 26171">
                  <a:extLst>
                    <a:ext uri="{FF2B5EF4-FFF2-40B4-BE49-F238E27FC236}">
                      <a16:creationId xmlns:a16="http://schemas.microsoft.com/office/drawing/2014/main" id="{6971BEBA-F47C-4658-ADB0-A0AC62E6361E}"/>
                    </a:ext>
                  </a:extLst>
                </p:cNvPr>
                <p:cNvSpPr/>
                <p:nvPr/>
              </p:nvSpPr>
              <p:spPr>
                <a:xfrm>
                  <a:off x="5988485" y="1619055"/>
                  <a:ext cx="12295" cy="2976"/>
                </a:xfrm>
                <a:custGeom>
                  <a:avLst/>
                  <a:gdLst>
                    <a:gd name="connsiteX0" fmla="*/ 12159 w 12295"/>
                    <a:gd name="connsiteY0" fmla="*/ 1552 h 2976"/>
                    <a:gd name="connsiteX1" fmla="*/ 9587 w 12295"/>
                    <a:gd name="connsiteY1" fmla="*/ 2217 h 2976"/>
                    <a:gd name="connsiteX2" fmla="*/ 7459 w 12295"/>
                    <a:gd name="connsiteY2" fmla="*/ 2394 h 2976"/>
                    <a:gd name="connsiteX3" fmla="*/ 5110 w 12295"/>
                    <a:gd name="connsiteY3" fmla="*/ 2704 h 2976"/>
                    <a:gd name="connsiteX4" fmla="*/ 1209 w 12295"/>
                    <a:gd name="connsiteY4" fmla="*/ 2970 h 2976"/>
                    <a:gd name="connsiteX5" fmla="*/ 56 w 12295"/>
                    <a:gd name="connsiteY5" fmla="*/ 2350 h 2976"/>
                    <a:gd name="connsiteX6" fmla="*/ 2450 w 12295"/>
                    <a:gd name="connsiteY6" fmla="*/ 887 h 2976"/>
                    <a:gd name="connsiteX7" fmla="*/ 7194 w 12295"/>
                    <a:gd name="connsiteY7" fmla="*/ 0 h 2976"/>
                    <a:gd name="connsiteX8" fmla="*/ 11316 w 12295"/>
                    <a:gd name="connsiteY8" fmla="*/ 532 h 2976"/>
                    <a:gd name="connsiteX9" fmla="*/ 12159 w 12295"/>
                    <a:gd name="connsiteY9" fmla="*/ 1552 h 2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295" h="2976">
                      <a:moveTo>
                        <a:pt x="12159" y="1552"/>
                      </a:moveTo>
                      <a:cubicBezTo>
                        <a:pt x="11804" y="1773"/>
                        <a:pt x="10829" y="2039"/>
                        <a:pt x="9587" y="2217"/>
                      </a:cubicBezTo>
                      <a:cubicBezTo>
                        <a:pt x="8967" y="2305"/>
                        <a:pt x="8213" y="2350"/>
                        <a:pt x="7459" y="2394"/>
                      </a:cubicBezTo>
                      <a:cubicBezTo>
                        <a:pt x="6706" y="2527"/>
                        <a:pt x="5908" y="2616"/>
                        <a:pt x="5110" y="2704"/>
                      </a:cubicBezTo>
                      <a:cubicBezTo>
                        <a:pt x="3470" y="2793"/>
                        <a:pt x="2140" y="3014"/>
                        <a:pt x="1209" y="2970"/>
                      </a:cubicBezTo>
                      <a:cubicBezTo>
                        <a:pt x="278" y="2926"/>
                        <a:pt x="-165" y="2748"/>
                        <a:pt x="56" y="2350"/>
                      </a:cubicBezTo>
                      <a:cubicBezTo>
                        <a:pt x="278" y="1951"/>
                        <a:pt x="1165" y="1419"/>
                        <a:pt x="2450" y="887"/>
                      </a:cubicBezTo>
                      <a:cubicBezTo>
                        <a:pt x="3736" y="399"/>
                        <a:pt x="5465" y="177"/>
                        <a:pt x="7194" y="0"/>
                      </a:cubicBezTo>
                      <a:cubicBezTo>
                        <a:pt x="8967" y="44"/>
                        <a:pt x="10430" y="266"/>
                        <a:pt x="11316" y="532"/>
                      </a:cubicBezTo>
                      <a:cubicBezTo>
                        <a:pt x="12159" y="887"/>
                        <a:pt x="12513" y="1286"/>
                        <a:pt x="12159" y="155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73" name="Forme libre : forme 26172">
                  <a:extLst>
                    <a:ext uri="{FF2B5EF4-FFF2-40B4-BE49-F238E27FC236}">
                      <a16:creationId xmlns:a16="http://schemas.microsoft.com/office/drawing/2014/main" id="{17278D72-11C5-4E98-A529-581C38519398}"/>
                    </a:ext>
                  </a:extLst>
                </p:cNvPr>
                <p:cNvSpPr/>
                <p:nvPr/>
              </p:nvSpPr>
              <p:spPr>
                <a:xfrm>
                  <a:off x="5999003" y="1619738"/>
                  <a:ext cx="3415" cy="1113"/>
                </a:xfrm>
                <a:custGeom>
                  <a:avLst/>
                  <a:gdLst>
                    <a:gd name="connsiteX0" fmla="*/ 3414 w 3415"/>
                    <a:gd name="connsiteY0" fmla="*/ 736 h 1113"/>
                    <a:gd name="connsiteX1" fmla="*/ 1685 w 3415"/>
                    <a:gd name="connsiteY1" fmla="*/ 1090 h 1113"/>
                    <a:gd name="connsiteX2" fmla="*/ 0 w 3415"/>
                    <a:gd name="connsiteY2" fmla="*/ 558 h 1113"/>
                    <a:gd name="connsiteX3" fmla="*/ 1729 w 3415"/>
                    <a:gd name="connsiteY3" fmla="*/ 26 h 1113"/>
                    <a:gd name="connsiteX4" fmla="*/ 3414 w 3415"/>
                    <a:gd name="connsiteY4" fmla="*/ 736 h 1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15" h="1113">
                      <a:moveTo>
                        <a:pt x="3414" y="736"/>
                      </a:moveTo>
                      <a:cubicBezTo>
                        <a:pt x="3369" y="1002"/>
                        <a:pt x="2616" y="1179"/>
                        <a:pt x="1685" y="1090"/>
                      </a:cubicBezTo>
                      <a:cubicBezTo>
                        <a:pt x="754" y="957"/>
                        <a:pt x="0" y="869"/>
                        <a:pt x="0" y="558"/>
                      </a:cubicBezTo>
                      <a:cubicBezTo>
                        <a:pt x="0" y="292"/>
                        <a:pt x="754" y="-107"/>
                        <a:pt x="1729" y="26"/>
                      </a:cubicBezTo>
                      <a:cubicBezTo>
                        <a:pt x="2704" y="115"/>
                        <a:pt x="3458" y="425"/>
                        <a:pt x="3414" y="7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74" name="Forme libre : forme 26173">
                  <a:extLst>
                    <a:ext uri="{FF2B5EF4-FFF2-40B4-BE49-F238E27FC236}">
                      <a16:creationId xmlns:a16="http://schemas.microsoft.com/office/drawing/2014/main" id="{40CD7CE3-8350-4A93-A5F2-613A4E5DAC17}"/>
                    </a:ext>
                  </a:extLst>
                </p:cNvPr>
                <p:cNvSpPr/>
                <p:nvPr/>
              </p:nvSpPr>
              <p:spPr>
                <a:xfrm>
                  <a:off x="5986336" y="1613038"/>
                  <a:ext cx="30632" cy="13942"/>
                </a:xfrm>
                <a:custGeom>
                  <a:avLst/>
                  <a:gdLst>
                    <a:gd name="connsiteX0" fmla="*/ 30001 w 30632"/>
                    <a:gd name="connsiteY0" fmla="*/ 8322 h 13942"/>
                    <a:gd name="connsiteX1" fmla="*/ 29203 w 30632"/>
                    <a:gd name="connsiteY1" fmla="*/ 13641 h 13942"/>
                    <a:gd name="connsiteX2" fmla="*/ 26543 w 30632"/>
                    <a:gd name="connsiteY2" fmla="*/ 13243 h 13942"/>
                    <a:gd name="connsiteX3" fmla="*/ 23972 w 30632"/>
                    <a:gd name="connsiteY3" fmla="*/ 10804 h 13942"/>
                    <a:gd name="connsiteX4" fmla="*/ 21977 w 30632"/>
                    <a:gd name="connsiteY4" fmla="*/ 7479 h 13942"/>
                    <a:gd name="connsiteX5" fmla="*/ 17721 w 30632"/>
                    <a:gd name="connsiteY5" fmla="*/ 4465 h 13942"/>
                    <a:gd name="connsiteX6" fmla="*/ 13421 w 30632"/>
                    <a:gd name="connsiteY6" fmla="*/ 3534 h 13942"/>
                    <a:gd name="connsiteX7" fmla="*/ 6860 w 30632"/>
                    <a:gd name="connsiteY7" fmla="*/ 3445 h 13942"/>
                    <a:gd name="connsiteX8" fmla="*/ 1451 w 30632"/>
                    <a:gd name="connsiteY8" fmla="*/ 3933 h 13942"/>
                    <a:gd name="connsiteX9" fmla="*/ 299 w 30632"/>
                    <a:gd name="connsiteY9" fmla="*/ 3224 h 13942"/>
                    <a:gd name="connsiteX10" fmla="*/ 10894 w 30632"/>
                    <a:gd name="connsiteY10" fmla="*/ 76 h 13942"/>
                    <a:gd name="connsiteX11" fmla="*/ 22908 w 30632"/>
                    <a:gd name="connsiteY11" fmla="*/ 2160 h 13942"/>
                    <a:gd name="connsiteX12" fmla="*/ 30001 w 30632"/>
                    <a:gd name="connsiteY12" fmla="*/ 8322 h 13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32" h="13942">
                      <a:moveTo>
                        <a:pt x="30001" y="8322"/>
                      </a:moveTo>
                      <a:cubicBezTo>
                        <a:pt x="31286" y="11115"/>
                        <a:pt x="30400" y="12578"/>
                        <a:pt x="29203" y="13641"/>
                      </a:cubicBezTo>
                      <a:cubicBezTo>
                        <a:pt x="28804" y="13996"/>
                        <a:pt x="27873" y="14218"/>
                        <a:pt x="26543" y="13243"/>
                      </a:cubicBezTo>
                      <a:cubicBezTo>
                        <a:pt x="25213" y="12533"/>
                        <a:pt x="24459" y="11425"/>
                        <a:pt x="23972" y="10804"/>
                      </a:cubicBezTo>
                      <a:cubicBezTo>
                        <a:pt x="23307" y="9696"/>
                        <a:pt x="22775" y="8632"/>
                        <a:pt x="21977" y="7479"/>
                      </a:cubicBezTo>
                      <a:cubicBezTo>
                        <a:pt x="21090" y="6504"/>
                        <a:pt x="19893" y="5396"/>
                        <a:pt x="17721" y="4465"/>
                      </a:cubicBezTo>
                      <a:cubicBezTo>
                        <a:pt x="17056" y="4243"/>
                        <a:pt x="15460" y="3844"/>
                        <a:pt x="13421" y="3534"/>
                      </a:cubicBezTo>
                      <a:cubicBezTo>
                        <a:pt x="11426" y="3445"/>
                        <a:pt x="8988" y="3179"/>
                        <a:pt x="6860" y="3445"/>
                      </a:cubicBezTo>
                      <a:cubicBezTo>
                        <a:pt x="4643" y="3534"/>
                        <a:pt x="2693" y="3844"/>
                        <a:pt x="1451" y="3933"/>
                      </a:cubicBezTo>
                      <a:cubicBezTo>
                        <a:pt x="210" y="4022"/>
                        <a:pt x="-410" y="3844"/>
                        <a:pt x="299" y="3224"/>
                      </a:cubicBezTo>
                      <a:cubicBezTo>
                        <a:pt x="1629" y="1938"/>
                        <a:pt x="5929" y="254"/>
                        <a:pt x="10894" y="76"/>
                      </a:cubicBezTo>
                      <a:cubicBezTo>
                        <a:pt x="15815" y="-367"/>
                        <a:pt x="20868" y="1229"/>
                        <a:pt x="22908" y="2160"/>
                      </a:cubicBezTo>
                      <a:cubicBezTo>
                        <a:pt x="26720" y="3933"/>
                        <a:pt x="29025" y="6371"/>
                        <a:pt x="30001" y="832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84" name="Graphique 2">
                <a:extLst>
                  <a:ext uri="{FF2B5EF4-FFF2-40B4-BE49-F238E27FC236}">
                    <a16:creationId xmlns:a16="http://schemas.microsoft.com/office/drawing/2014/main" id="{B9684D3F-AD7F-4FAD-899F-46CD99850065}"/>
                  </a:ext>
                </a:extLst>
              </p:cNvPr>
              <p:cNvGrpSpPr/>
              <p:nvPr/>
            </p:nvGrpSpPr>
            <p:grpSpPr>
              <a:xfrm>
                <a:off x="5999037" y="1630403"/>
                <a:ext cx="27029" cy="67519"/>
                <a:chOff x="5999037" y="1630403"/>
                <a:chExt cx="27029" cy="67519"/>
              </a:xfrm>
              <a:solidFill>
                <a:schemeClr val="accent1"/>
              </a:solidFill>
            </p:grpSpPr>
            <p:sp>
              <p:nvSpPr>
                <p:cNvPr id="26151" name="Forme libre : forme 26150">
                  <a:extLst>
                    <a:ext uri="{FF2B5EF4-FFF2-40B4-BE49-F238E27FC236}">
                      <a16:creationId xmlns:a16="http://schemas.microsoft.com/office/drawing/2014/main" id="{82CE0160-3E27-476D-ACF6-D7E3DF39A074}"/>
                    </a:ext>
                  </a:extLst>
                </p:cNvPr>
                <p:cNvSpPr/>
                <p:nvPr/>
              </p:nvSpPr>
              <p:spPr>
                <a:xfrm>
                  <a:off x="5999070" y="1630403"/>
                  <a:ext cx="26996" cy="67519"/>
                </a:xfrm>
                <a:custGeom>
                  <a:avLst/>
                  <a:gdLst>
                    <a:gd name="connsiteX0" fmla="*/ 1396 w 26996"/>
                    <a:gd name="connsiteY0" fmla="*/ 50139 h 67519"/>
                    <a:gd name="connsiteX1" fmla="*/ 775 w 26996"/>
                    <a:gd name="connsiteY1" fmla="*/ 32584 h 67519"/>
                    <a:gd name="connsiteX2" fmla="*/ 5253 w 26996"/>
                    <a:gd name="connsiteY2" fmla="*/ 18442 h 67519"/>
                    <a:gd name="connsiteX3" fmla="*/ 8844 w 26996"/>
                    <a:gd name="connsiteY3" fmla="*/ 10950 h 67519"/>
                    <a:gd name="connsiteX4" fmla="*/ 11814 w 26996"/>
                    <a:gd name="connsiteY4" fmla="*/ 6118 h 67519"/>
                    <a:gd name="connsiteX5" fmla="*/ 14119 w 26996"/>
                    <a:gd name="connsiteY5" fmla="*/ 3414 h 67519"/>
                    <a:gd name="connsiteX6" fmla="*/ 16513 w 26996"/>
                    <a:gd name="connsiteY6" fmla="*/ 1729 h 67519"/>
                    <a:gd name="connsiteX7" fmla="*/ 21611 w 26996"/>
                    <a:gd name="connsiteY7" fmla="*/ 89 h 67519"/>
                    <a:gd name="connsiteX8" fmla="*/ 24803 w 26996"/>
                    <a:gd name="connsiteY8" fmla="*/ 1773 h 67519"/>
                    <a:gd name="connsiteX9" fmla="*/ 26931 w 26996"/>
                    <a:gd name="connsiteY9" fmla="*/ 8512 h 67519"/>
                    <a:gd name="connsiteX10" fmla="*/ 26133 w 26996"/>
                    <a:gd name="connsiteY10" fmla="*/ 17201 h 67519"/>
                    <a:gd name="connsiteX11" fmla="*/ 23384 w 26996"/>
                    <a:gd name="connsiteY11" fmla="*/ 25712 h 67519"/>
                    <a:gd name="connsiteX12" fmla="*/ 19971 w 26996"/>
                    <a:gd name="connsiteY12" fmla="*/ 36307 h 67519"/>
                    <a:gd name="connsiteX13" fmla="*/ 20192 w 26996"/>
                    <a:gd name="connsiteY13" fmla="*/ 44509 h 67519"/>
                    <a:gd name="connsiteX14" fmla="*/ 22143 w 26996"/>
                    <a:gd name="connsiteY14" fmla="*/ 49385 h 67519"/>
                    <a:gd name="connsiteX15" fmla="*/ 23384 w 26996"/>
                    <a:gd name="connsiteY15" fmla="*/ 51868 h 67519"/>
                    <a:gd name="connsiteX16" fmla="*/ 24626 w 26996"/>
                    <a:gd name="connsiteY16" fmla="*/ 54261 h 67519"/>
                    <a:gd name="connsiteX17" fmla="*/ 26399 w 26996"/>
                    <a:gd name="connsiteY17" fmla="*/ 58561 h 67519"/>
                    <a:gd name="connsiteX18" fmla="*/ 26133 w 26996"/>
                    <a:gd name="connsiteY18" fmla="*/ 61842 h 67519"/>
                    <a:gd name="connsiteX19" fmla="*/ 23030 w 26996"/>
                    <a:gd name="connsiteY19" fmla="*/ 66319 h 67519"/>
                    <a:gd name="connsiteX20" fmla="*/ 19971 w 26996"/>
                    <a:gd name="connsiteY20" fmla="*/ 67516 h 67519"/>
                    <a:gd name="connsiteX21" fmla="*/ 14296 w 26996"/>
                    <a:gd name="connsiteY21" fmla="*/ 65920 h 67519"/>
                    <a:gd name="connsiteX22" fmla="*/ 10839 w 26996"/>
                    <a:gd name="connsiteY22" fmla="*/ 63793 h 67519"/>
                    <a:gd name="connsiteX23" fmla="*/ 7204 w 26996"/>
                    <a:gd name="connsiteY23" fmla="*/ 60512 h 67519"/>
                    <a:gd name="connsiteX24" fmla="*/ 1396 w 26996"/>
                    <a:gd name="connsiteY24" fmla="*/ 50139 h 67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6996" h="67519">
                      <a:moveTo>
                        <a:pt x="1396" y="50139"/>
                      </a:moveTo>
                      <a:cubicBezTo>
                        <a:pt x="-466" y="44154"/>
                        <a:pt x="-244" y="37859"/>
                        <a:pt x="775" y="32584"/>
                      </a:cubicBezTo>
                      <a:cubicBezTo>
                        <a:pt x="1795" y="27220"/>
                        <a:pt x="3613" y="22653"/>
                        <a:pt x="5253" y="18442"/>
                      </a:cubicBezTo>
                      <a:cubicBezTo>
                        <a:pt x="6450" y="15516"/>
                        <a:pt x="7691" y="12989"/>
                        <a:pt x="8844" y="10950"/>
                      </a:cubicBezTo>
                      <a:cubicBezTo>
                        <a:pt x="9996" y="8866"/>
                        <a:pt x="11016" y="7271"/>
                        <a:pt x="11814" y="6118"/>
                      </a:cubicBezTo>
                      <a:cubicBezTo>
                        <a:pt x="12656" y="4921"/>
                        <a:pt x="13365" y="4123"/>
                        <a:pt x="14119" y="3414"/>
                      </a:cubicBezTo>
                      <a:cubicBezTo>
                        <a:pt x="14828" y="2705"/>
                        <a:pt x="15626" y="1995"/>
                        <a:pt x="16513" y="1729"/>
                      </a:cubicBezTo>
                      <a:lnTo>
                        <a:pt x="21611" y="89"/>
                      </a:lnTo>
                      <a:cubicBezTo>
                        <a:pt x="22542" y="-221"/>
                        <a:pt x="23695" y="266"/>
                        <a:pt x="24803" y="1773"/>
                      </a:cubicBezTo>
                      <a:cubicBezTo>
                        <a:pt x="25911" y="3281"/>
                        <a:pt x="26754" y="5763"/>
                        <a:pt x="26931" y="8512"/>
                      </a:cubicBezTo>
                      <a:cubicBezTo>
                        <a:pt x="27152" y="11349"/>
                        <a:pt x="26798" y="14319"/>
                        <a:pt x="26133" y="17201"/>
                      </a:cubicBezTo>
                      <a:cubicBezTo>
                        <a:pt x="25468" y="20127"/>
                        <a:pt x="24493" y="22964"/>
                        <a:pt x="23384" y="25712"/>
                      </a:cubicBezTo>
                      <a:cubicBezTo>
                        <a:pt x="21877" y="29569"/>
                        <a:pt x="20547" y="33160"/>
                        <a:pt x="19971" y="36307"/>
                      </a:cubicBezTo>
                      <a:cubicBezTo>
                        <a:pt x="19395" y="39499"/>
                        <a:pt x="19395" y="42159"/>
                        <a:pt x="20192" y="44509"/>
                      </a:cubicBezTo>
                      <a:cubicBezTo>
                        <a:pt x="20680" y="46149"/>
                        <a:pt x="21301" y="47745"/>
                        <a:pt x="22143" y="49385"/>
                      </a:cubicBezTo>
                      <a:cubicBezTo>
                        <a:pt x="22498" y="50227"/>
                        <a:pt x="22941" y="51025"/>
                        <a:pt x="23384" y="51868"/>
                      </a:cubicBezTo>
                      <a:cubicBezTo>
                        <a:pt x="23739" y="52710"/>
                        <a:pt x="24227" y="53508"/>
                        <a:pt x="24626" y="54261"/>
                      </a:cubicBezTo>
                      <a:cubicBezTo>
                        <a:pt x="25379" y="55857"/>
                        <a:pt x="26133" y="57276"/>
                        <a:pt x="26399" y="58561"/>
                      </a:cubicBezTo>
                      <a:cubicBezTo>
                        <a:pt x="26665" y="59847"/>
                        <a:pt x="26709" y="61044"/>
                        <a:pt x="26133" y="61842"/>
                      </a:cubicBezTo>
                      <a:lnTo>
                        <a:pt x="23030" y="66319"/>
                      </a:lnTo>
                      <a:cubicBezTo>
                        <a:pt x="22453" y="67117"/>
                        <a:pt x="21522" y="67561"/>
                        <a:pt x="19971" y="67516"/>
                      </a:cubicBezTo>
                      <a:cubicBezTo>
                        <a:pt x="18464" y="67428"/>
                        <a:pt x="16513" y="67073"/>
                        <a:pt x="14296" y="65920"/>
                      </a:cubicBezTo>
                      <a:cubicBezTo>
                        <a:pt x="13188" y="65388"/>
                        <a:pt x="11991" y="64724"/>
                        <a:pt x="10839" y="63793"/>
                      </a:cubicBezTo>
                      <a:cubicBezTo>
                        <a:pt x="9642" y="62906"/>
                        <a:pt x="8400" y="61886"/>
                        <a:pt x="7204" y="60512"/>
                      </a:cubicBezTo>
                      <a:cubicBezTo>
                        <a:pt x="4854" y="57897"/>
                        <a:pt x="2637" y="54350"/>
                        <a:pt x="1396" y="50139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52" name="Forme libre : forme 26151">
                  <a:extLst>
                    <a:ext uri="{FF2B5EF4-FFF2-40B4-BE49-F238E27FC236}">
                      <a16:creationId xmlns:a16="http://schemas.microsoft.com/office/drawing/2014/main" id="{B3A88D47-4BA5-4A06-89FC-05CEC8E05D8B}"/>
                    </a:ext>
                  </a:extLst>
                </p:cNvPr>
                <p:cNvSpPr/>
                <p:nvPr/>
              </p:nvSpPr>
              <p:spPr>
                <a:xfrm>
                  <a:off x="5999037" y="1631290"/>
                  <a:ext cx="23195" cy="66418"/>
                </a:xfrm>
                <a:custGeom>
                  <a:avLst/>
                  <a:gdLst>
                    <a:gd name="connsiteX0" fmla="*/ 9586 w 23195"/>
                    <a:gd name="connsiteY0" fmla="*/ 24293 h 66418"/>
                    <a:gd name="connsiteX1" fmla="*/ 15128 w 23195"/>
                    <a:gd name="connsiteY1" fmla="*/ 10329 h 66418"/>
                    <a:gd name="connsiteX2" fmla="*/ 18763 w 23195"/>
                    <a:gd name="connsiteY2" fmla="*/ 0 h 66418"/>
                    <a:gd name="connsiteX3" fmla="*/ 16546 w 23195"/>
                    <a:gd name="connsiteY3" fmla="*/ 709 h 66418"/>
                    <a:gd name="connsiteX4" fmla="*/ 14152 w 23195"/>
                    <a:gd name="connsiteY4" fmla="*/ 2394 h 66418"/>
                    <a:gd name="connsiteX5" fmla="*/ 11847 w 23195"/>
                    <a:gd name="connsiteY5" fmla="*/ 5098 h 66418"/>
                    <a:gd name="connsiteX6" fmla="*/ 8877 w 23195"/>
                    <a:gd name="connsiteY6" fmla="*/ 9930 h 66418"/>
                    <a:gd name="connsiteX7" fmla="*/ 5286 w 23195"/>
                    <a:gd name="connsiteY7" fmla="*/ 17422 h 66418"/>
                    <a:gd name="connsiteX8" fmla="*/ 809 w 23195"/>
                    <a:gd name="connsiteY8" fmla="*/ 31564 h 66418"/>
                    <a:gd name="connsiteX9" fmla="*/ 1429 w 23195"/>
                    <a:gd name="connsiteY9" fmla="*/ 49119 h 66418"/>
                    <a:gd name="connsiteX10" fmla="*/ 7281 w 23195"/>
                    <a:gd name="connsiteY10" fmla="*/ 59403 h 66418"/>
                    <a:gd name="connsiteX11" fmla="*/ 10916 w 23195"/>
                    <a:gd name="connsiteY11" fmla="*/ 62684 h 66418"/>
                    <a:gd name="connsiteX12" fmla="*/ 14374 w 23195"/>
                    <a:gd name="connsiteY12" fmla="*/ 64812 h 66418"/>
                    <a:gd name="connsiteX13" fmla="*/ 20048 w 23195"/>
                    <a:gd name="connsiteY13" fmla="*/ 66408 h 66418"/>
                    <a:gd name="connsiteX14" fmla="*/ 23107 w 23195"/>
                    <a:gd name="connsiteY14" fmla="*/ 65211 h 66418"/>
                    <a:gd name="connsiteX15" fmla="*/ 23196 w 23195"/>
                    <a:gd name="connsiteY15" fmla="*/ 65078 h 66418"/>
                    <a:gd name="connsiteX16" fmla="*/ 14329 w 23195"/>
                    <a:gd name="connsiteY16" fmla="*/ 57586 h 66418"/>
                    <a:gd name="connsiteX17" fmla="*/ 8389 w 23195"/>
                    <a:gd name="connsiteY17" fmla="*/ 47301 h 66418"/>
                    <a:gd name="connsiteX18" fmla="*/ 7281 w 23195"/>
                    <a:gd name="connsiteY18" fmla="*/ 35509 h 66418"/>
                    <a:gd name="connsiteX19" fmla="*/ 9586 w 23195"/>
                    <a:gd name="connsiteY19" fmla="*/ 24293 h 66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3195" h="66418">
                      <a:moveTo>
                        <a:pt x="9586" y="24293"/>
                      </a:moveTo>
                      <a:cubicBezTo>
                        <a:pt x="11005" y="19107"/>
                        <a:pt x="13266" y="14319"/>
                        <a:pt x="15128" y="10329"/>
                      </a:cubicBezTo>
                      <a:cubicBezTo>
                        <a:pt x="16989" y="6295"/>
                        <a:pt x="18364" y="3059"/>
                        <a:pt x="18763" y="0"/>
                      </a:cubicBezTo>
                      <a:lnTo>
                        <a:pt x="16546" y="709"/>
                      </a:lnTo>
                      <a:cubicBezTo>
                        <a:pt x="15659" y="975"/>
                        <a:pt x="14862" y="1729"/>
                        <a:pt x="14152" y="2394"/>
                      </a:cubicBezTo>
                      <a:cubicBezTo>
                        <a:pt x="13399" y="3103"/>
                        <a:pt x="12689" y="3901"/>
                        <a:pt x="11847" y="5098"/>
                      </a:cubicBezTo>
                      <a:cubicBezTo>
                        <a:pt x="11049" y="6251"/>
                        <a:pt x="10029" y="7891"/>
                        <a:pt x="8877" y="9930"/>
                      </a:cubicBezTo>
                      <a:cubicBezTo>
                        <a:pt x="7724" y="11969"/>
                        <a:pt x="6483" y="14496"/>
                        <a:pt x="5286" y="17422"/>
                      </a:cubicBezTo>
                      <a:cubicBezTo>
                        <a:pt x="3601" y="21633"/>
                        <a:pt x="1828" y="26200"/>
                        <a:pt x="809" y="31564"/>
                      </a:cubicBezTo>
                      <a:cubicBezTo>
                        <a:pt x="-255" y="36839"/>
                        <a:pt x="-477" y="43134"/>
                        <a:pt x="1429" y="49119"/>
                      </a:cubicBezTo>
                      <a:cubicBezTo>
                        <a:pt x="2671" y="53330"/>
                        <a:pt x="4887" y="56877"/>
                        <a:pt x="7281" y="59403"/>
                      </a:cubicBezTo>
                      <a:cubicBezTo>
                        <a:pt x="8433" y="60733"/>
                        <a:pt x="9675" y="61797"/>
                        <a:pt x="10916" y="62684"/>
                      </a:cubicBezTo>
                      <a:cubicBezTo>
                        <a:pt x="12113" y="63615"/>
                        <a:pt x="13266" y="64280"/>
                        <a:pt x="14374" y="64812"/>
                      </a:cubicBezTo>
                      <a:cubicBezTo>
                        <a:pt x="16546" y="65964"/>
                        <a:pt x="18541" y="66363"/>
                        <a:pt x="20048" y="66408"/>
                      </a:cubicBezTo>
                      <a:cubicBezTo>
                        <a:pt x="21600" y="66496"/>
                        <a:pt x="22531" y="66009"/>
                        <a:pt x="23107" y="65211"/>
                      </a:cubicBezTo>
                      <a:lnTo>
                        <a:pt x="23196" y="65078"/>
                      </a:lnTo>
                      <a:cubicBezTo>
                        <a:pt x="20093" y="62906"/>
                        <a:pt x="16856" y="60600"/>
                        <a:pt x="14329" y="57586"/>
                      </a:cubicBezTo>
                      <a:cubicBezTo>
                        <a:pt x="11758" y="54616"/>
                        <a:pt x="9586" y="51158"/>
                        <a:pt x="8389" y="47301"/>
                      </a:cubicBezTo>
                      <a:cubicBezTo>
                        <a:pt x="7148" y="43444"/>
                        <a:pt x="6926" y="39366"/>
                        <a:pt x="7281" y="35509"/>
                      </a:cubicBezTo>
                      <a:cubicBezTo>
                        <a:pt x="7680" y="31741"/>
                        <a:pt x="8611" y="27973"/>
                        <a:pt x="9586" y="2429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53" name="Forme libre : forme 26152">
                  <a:extLst>
                    <a:ext uri="{FF2B5EF4-FFF2-40B4-BE49-F238E27FC236}">
                      <a16:creationId xmlns:a16="http://schemas.microsoft.com/office/drawing/2014/main" id="{9A34079E-A237-4F6D-8192-40172D27C4D3}"/>
                    </a:ext>
                  </a:extLst>
                </p:cNvPr>
                <p:cNvSpPr/>
                <p:nvPr/>
              </p:nvSpPr>
              <p:spPr>
                <a:xfrm>
                  <a:off x="6004671" y="1653753"/>
                  <a:ext cx="8661" cy="31223"/>
                </a:xfrm>
                <a:custGeom>
                  <a:avLst/>
                  <a:gdLst>
                    <a:gd name="connsiteX0" fmla="*/ 8163 w 8661"/>
                    <a:gd name="connsiteY0" fmla="*/ 31045 h 31223"/>
                    <a:gd name="connsiteX1" fmla="*/ 6257 w 8661"/>
                    <a:gd name="connsiteY1" fmla="*/ 30735 h 31223"/>
                    <a:gd name="connsiteX2" fmla="*/ 3420 w 8661"/>
                    <a:gd name="connsiteY2" fmla="*/ 27986 h 31223"/>
                    <a:gd name="connsiteX3" fmla="*/ 849 w 8661"/>
                    <a:gd name="connsiteY3" fmla="*/ 22667 h 31223"/>
                    <a:gd name="connsiteX4" fmla="*/ 6 w 8661"/>
                    <a:gd name="connsiteY4" fmla="*/ 15485 h 31223"/>
                    <a:gd name="connsiteX5" fmla="*/ 3553 w 8661"/>
                    <a:gd name="connsiteY5" fmla="*/ 3649 h 31223"/>
                    <a:gd name="connsiteX6" fmla="*/ 7631 w 8661"/>
                    <a:gd name="connsiteY6" fmla="*/ 58 h 31223"/>
                    <a:gd name="connsiteX7" fmla="*/ 8518 w 8661"/>
                    <a:gd name="connsiteY7" fmla="*/ 5333 h 31223"/>
                    <a:gd name="connsiteX8" fmla="*/ 7410 w 8661"/>
                    <a:gd name="connsiteY8" fmla="*/ 15840 h 31223"/>
                    <a:gd name="connsiteX9" fmla="*/ 7543 w 8661"/>
                    <a:gd name="connsiteY9" fmla="*/ 21292 h 31223"/>
                    <a:gd name="connsiteX10" fmla="*/ 8163 w 8661"/>
                    <a:gd name="connsiteY10" fmla="*/ 25814 h 31223"/>
                    <a:gd name="connsiteX11" fmla="*/ 8651 w 8661"/>
                    <a:gd name="connsiteY11" fmla="*/ 29183 h 31223"/>
                    <a:gd name="connsiteX12" fmla="*/ 8163 w 8661"/>
                    <a:gd name="connsiteY12" fmla="*/ 31045 h 3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661" h="31223">
                      <a:moveTo>
                        <a:pt x="8163" y="31045"/>
                      </a:moveTo>
                      <a:cubicBezTo>
                        <a:pt x="7720" y="31355"/>
                        <a:pt x="7055" y="31267"/>
                        <a:pt x="6257" y="30735"/>
                      </a:cubicBezTo>
                      <a:cubicBezTo>
                        <a:pt x="5459" y="30203"/>
                        <a:pt x="4351" y="29361"/>
                        <a:pt x="3420" y="27986"/>
                      </a:cubicBezTo>
                      <a:cubicBezTo>
                        <a:pt x="2400" y="26656"/>
                        <a:pt x="1469" y="24839"/>
                        <a:pt x="849" y="22667"/>
                      </a:cubicBezTo>
                      <a:cubicBezTo>
                        <a:pt x="139" y="20494"/>
                        <a:pt x="-38" y="18012"/>
                        <a:pt x="6" y="15485"/>
                      </a:cubicBezTo>
                      <a:cubicBezTo>
                        <a:pt x="272" y="10387"/>
                        <a:pt x="2001" y="6309"/>
                        <a:pt x="3553" y="3649"/>
                      </a:cubicBezTo>
                      <a:cubicBezTo>
                        <a:pt x="5149" y="989"/>
                        <a:pt x="6700" y="-297"/>
                        <a:pt x="7631" y="58"/>
                      </a:cubicBezTo>
                      <a:cubicBezTo>
                        <a:pt x="8607" y="413"/>
                        <a:pt x="8740" y="2452"/>
                        <a:pt x="8518" y="5333"/>
                      </a:cubicBezTo>
                      <a:cubicBezTo>
                        <a:pt x="8296" y="8215"/>
                        <a:pt x="7587" y="11939"/>
                        <a:pt x="7410" y="15840"/>
                      </a:cubicBezTo>
                      <a:cubicBezTo>
                        <a:pt x="7365" y="17790"/>
                        <a:pt x="7321" y="19608"/>
                        <a:pt x="7543" y="21292"/>
                      </a:cubicBezTo>
                      <a:cubicBezTo>
                        <a:pt x="7676" y="22977"/>
                        <a:pt x="7897" y="24484"/>
                        <a:pt x="8163" y="25814"/>
                      </a:cubicBezTo>
                      <a:cubicBezTo>
                        <a:pt x="8341" y="27188"/>
                        <a:pt x="8651" y="28297"/>
                        <a:pt x="8651" y="29183"/>
                      </a:cubicBezTo>
                      <a:cubicBezTo>
                        <a:pt x="8695" y="30114"/>
                        <a:pt x="8607" y="30735"/>
                        <a:pt x="8163" y="31045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54" name="Forme libre : forme 26153">
                  <a:extLst>
                    <a:ext uri="{FF2B5EF4-FFF2-40B4-BE49-F238E27FC236}">
                      <a16:creationId xmlns:a16="http://schemas.microsoft.com/office/drawing/2014/main" id="{9615505A-0EB1-4912-B797-2EA8422069B4}"/>
                    </a:ext>
                  </a:extLst>
                </p:cNvPr>
                <p:cNvSpPr/>
                <p:nvPr/>
              </p:nvSpPr>
              <p:spPr>
                <a:xfrm>
                  <a:off x="6004732" y="1653797"/>
                  <a:ext cx="8636" cy="23730"/>
                </a:xfrm>
                <a:custGeom>
                  <a:avLst/>
                  <a:gdLst>
                    <a:gd name="connsiteX0" fmla="*/ 8280 w 8636"/>
                    <a:gd name="connsiteY0" fmla="*/ 7594 h 23730"/>
                    <a:gd name="connsiteX1" fmla="*/ 7659 w 8636"/>
                    <a:gd name="connsiteY1" fmla="*/ 58 h 23730"/>
                    <a:gd name="connsiteX2" fmla="*/ 3581 w 8636"/>
                    <a:gd name="connsiteY2" fmla="*/ 3649 h 23730"/>
                    <a:gd name="connsiteX3" fmla="*/ 34 w 8636"/>
                    <a:gd name="connsiteY3" fmla="*/ 15485 h 23730"/>
                    <a:gd name="connsiteX4" fmla="*/ 1187 w 8636"/>
                    <a:gd name="connsiteY4" fmla="*/ 23731 h 23730"/>
                    <a:gd name="connsiteX5" fmla="*/ 743 w 8636"/>
                    <a:gd name="connsiteY5" fmla="*/ 19165 h 23730"/>
                    <a:gd name="connsiteX6" fmla="*/ 4024 w 8636"/>
                    <a:gd name="connsiteY6" fmla="*/ 9811 h 23730"/>
                    <a:gd name="connsiteX7" fmla="*/ 8280 w 8636"/>
                    <a:gd name="connsiteY7" fmla="*/ 7594 h 23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636" h="23730">
                      <a:moveTo>
                        <a:pt x="8280" y="7594"/>
                      </a:moveTo>
                      <a:cubicBezTo>
                        <a:pt x="8812" y="3516"/>
                        <a:pt x="8856" y="501"/>
                        <a:pt x="7659" y="58"/>
                      </a:cubicBezTo>
                      <a:cubicBezTo>
                        <a:pt x="6728" y="-297"/>
                        <a:pt x="5176" y="989"/>
                        <a:pt x="3581" y="3649"/>
                      </a:cubicBezTo>
                      <a:cubicBezTo>
                        <a:pt x="2029" y="6309"/>
                        <a:pt x="300" y="10387"/>
                        <a:pt x="34" y="15485"/>
                      </a:cubicBezTo>
                      <a:cubicBezTo>
                        <a:pt x="-143" y="18455"/>
                        <a:pt x="389" y="21337"/>
                        <a:pt x="1187" y="23731"/>
                      </a:cubicBezTo>
                      <a:cubicBezTo>
                        <a:pt x="921" y="22179"/>
                        <a:pt x="655" y="20672"/>
                        <a:pt x="743" y="19165"/>
                      </a:cubicBezTo>
                      <a:cubicBezTo>
                        <a:pt x="1009" y="15086"/>
                        <a:pt x="2517" y="11806"/>
                        <a:pt x="4024" y="9811"/>
                      </a:cubicBezTo>
                      <a:cubicBezTo>
                        <a:pt x="5576" y="7771"/>
                        <a:pt x="7127" y="6973"/>
                        <a:pt x="8280" y="759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55" name="Forme libre : forme 26154">
                  <a:extLst>
                    <a:ext uri="{FF2B5EF4-FFF2-40B4-BE49-F238E27FC236}">
                      <a16:creationId xmlns:a16="http://schemas.microsoft.com/office/drawing/2014/main" id="{7AB6089A-0905-4EE4-A84C-67D86B771E43}"/>
                    </a:ext>
                  </a:extLst>
                </p:cNvPr>
                <p:cNvSpPr/>
                <p:nvPr/>
              </p:nvSpPr>
              <p:spPr>
                <a:xfrm>
                  <a:off x="6003835" y="1654995"/>
                  <a:ext cx="9770" cy="31816"/>
                </a:xfrm>
                <a:custGeom>
                  <a:avLst/>
                  <a:gdLst>
                    <a:gd name="connsiteX0" fmla="*/ 9354 w 9770"/>
                    <a:gd name="connsiteY0" fmla="*/ 31620 h 31816"/>
                    <a:gd name="connsiteX1" fmla="*/ 7359 w 9770"/>
                    <a:gd name="connsiteY1" fmla="*/ 31398 h 31816"/>
                    <a:gd name="connsiteX2" fmla="*/ 4300 w 9770"/>
                    <a:gd name="connsiteY2" fmla="*/ 28738 h 31816"/>
                    <a:gd name="connsiteX3" fmla="*/ 1330 w 9770"/>
                    <a:gd name="connsiteY3" fmla="*/ 23463 h 31816"/>
                    <a:gd name="connsiteX4" fmla="*/ 0 w 9770"/>
                    <a:gd name="connsiteY4" fmla="*/ 16104 h 31816"/>
                    <a:gd name="connsiteX5" fmla="*/ 3103 w 9770"/>
                    <a:gd name="connsiteY5" fmla="*/ 3780 h 31816"/>
                    <a:gd name="connsiteX6" fmla="*/ 7137 w 9770"/>
                    <a:gd name="connsiteY6" fmla="*/ 56 h 31816"/>
                    <a:gd name="connsiteX7" fmla="*/ 8068 w 9770"/>
                    <a:gd name="connsiteY7" fmla="*/ 5332 h 31816"/>
                    <a:gd name="connsiteX8" fmla="*/ 7403 w 9770"/>
                    <a:gd name="connsiteY8" fmla="*/ 16015 h 31816"/>
                    <a:gd name="connsiteX9" fmla="*/ 7891 w 9770"/>
                    <a:gd name="connsiteY9" fmla="*/ 21601 h 31816"/>
                    <a:gd name="connsiteX10" fmla="*/ 8911 w 9770"/>
                    <a:gd name="connsiteY10" fmla="*/ 26256 h 31816"/>
                    <a:gd name="connsiteX11" fmla="*/ 9664 w 9770"/>
                    <a:gd name="connsiteY11" fmla="*/ 29714 h 31816"/>
                    <a:gd name="connsiteX12" fmla="*/ 9354 w 9770"/>
                    <a:gd name="connsiteY12" fmla="*/ 31620 h 31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770" h="31816">
                      <a:moveTo>
                        <a:pt x="9354" y="31620"/>
                      </a:moveTo>
                      <a:cubicBezTo>
                        <a:pt x="8955" y="31930"/>
                        <a:pt x="8290" y="31886"/>
                        <a:pt x="7359" y="31398"/>
                      </a:cubicBezTo>
                      <a:cubicBezTo>
                        <a:pt x="6428" y="30999"/>
                        <a:pt x="5453" y="30024"/>
                        <a:pt x="4300" y="28738"/>
                      </a:cubicBezTo>
                      <a:cubicBezTo>
                        <a:pt x="3236" y="27409"/>
                        <a:pt x="2128" y="25635"/>
                        <a:pt x="1330" y="23463"/>
                      </a:cubicBezTo>
                      <a:cubicBezTo>
                        <a:pt x="532" y="21291"/>
                        <a:pt x="44" y="18720"/>
                        <a:pt x="0" y="16104"/>
                      </a:cubicBezTo>
                      <a:cubicBezTo>
                        <a:pt x="0" y="10829"/>
                        <a:pt x="1596" y="6529"/>
                        <a:pt x="3103" y="3780"/>
                      </a:cubicBezTo>
                      <a:cubicBezTo>
                        <a:pt x="4655" y="1032"/>
                        <a:pt x="6206" y="-298"/>
                        <a:pt x="7137" y="56"/>
                      </a:cubicBezTo>
                      <a:cubicBezTo>
                        <a:pt x="8113" y="411"/>
                        <a:pt x="8290" y="2406"/>
                        <a:pt x="8068" y="5332"/>
                      </a:cubicBezTo>
                      <a:cubicBezTo>
                        <a:pt x="7891" y="8258"/>
                        <a:pt x="7359" y="12026"/>
                        <a:pt x="7403" y="16015"/>
                      </a:cubicBezTo>
                      <a:cubicBezTo>
                        <a:pt x="7448" y="18010"/>
                        <a:pt x="7581" y="19917"/>
                        <a:pt x="7891" y="21601"/>
                      </a:cubicBezTo>
                      <a:cubicBezTo>
                        <a:pt x="8157" y="23330"/>
                        <a:pt x="8600" y="24882"/>
                        <a:pt x="8911" y="26256"/>
                      </a:cubicBezTo>
                      <a:cubicBezTo>
                        <a:pt x="9354" y="27586"/>
                        <a:pt x="9531" y="28827"/>
                        <a:pt x="9664" y="29714"/>
                      </a:cubicBezTo>
                      <a:cubicBezTo>
                        <a:pt x="9886" y="30645"/>
                        <a:pt x="9753" y="31310"/>
                        <a:pt x="9354" y="3162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56" name="Forme libre : forme 26155">
                  <a:extLst>
                    <a:ext uri="{FF2B5EF4-FFF2-40B4-BE49-F238E27FC236}">
                      <a16:creationId xmlns:a16="http://schemas.microsoft.com/office/drawing/2014/main" id="{B800B6D6-F595-4502-8A82-70AF1C18BC2A}"/>
                    </a:ext>
                  </a:extLst>
                </p:cNvPr>
                <p:cNvSpPr/>
                <p:nvPr/>
              </p:nvSpPr>
              <p:spPr>
                <a:xfrm>
                  <a:off x="6000735" y="1640568"/>
                  <a:ext cx="20633" cy="40836"/>
                </a:xfrm>
                <a:custGeom>
                  <a:avLst/>
                  <a:gdLst>
                    <a:gd name="connsiteX0" fmla="*/ 15957 w 20633"/>
                    <a:gd name="connsiteY0" fmla="*/ 475 h 40836"/>
                    <a:gd name="connsiteX1" fmla="*/ 12366 w 20633"/>
                    <a:gd name="connsiteY1" fmla="*/ 475 h 40836"/>
                    <a:gd name="connsiteX2" fmla="*/ 3145 w 20633"/>
                    <a:gd name="connsiteY2" fmla="*/ 14217 h 40836"/>
                    <a:gd name="connsiteX3" fmla="*/ 707 w 20633"/>
                    <a:gd name="connsiteY3" fmla="*/ 34299 h 40836"/>
                    <a:gd name="connsiteX4" fmla="*/ 3456 w 20633"/>
                    <a:gd name="connsiteY4" fmla="*/ 39929 h 40836"/>
                    <a:gd name="connsiteX5" fmla="*/ 5495 w 20633"/>
                    <a:gd name="connsiteY5" fmla="*/ 40107 h 40836"/>
                    <a:gd name="connsiteX6" fmla="*/ 5672 w 20633"/>
                    <a:gd name="connsiteY6" fmla="*/ 33457 h 40836"/>
                    <a:gd name="connsiteX7" fmla="*/ 11258 w 20633"/>
                    <a:gd name="connsiteY7" fmla="*/ 20113 h 40836"/>
                    <a:gd name="connsiteX8" fmla="*/ 20346 w 20633"/>
                    <a:gd name="connsiteY8" fmla="*/ 6592 h 40836"/>
                    <a:gd name="connsiteX9" fmla="*/ 19149 w 20633"/>
                    <a:gd name="connsiteY9" fmla="*/ 1361 h 40836"/>
                    <a:gd name="connsiteX10" fmla="*/ 15957 w 20633"/>
                    <a:gd name="connsiteY10" fmla="*/ 475 h 40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633" h="40836">
                      <a:moveTo>
                        <a:pt x="15957" y="475"/>
                      </a:moveTo>
                      <a:cubicBezTo>
                        <a:pt x="14893" y="31"/>
                        <a:pt x="13740" y="-323"/>
                        <a:pt x="12366" y="475"/>
                      </a:cubicBezTo>
                      <a:cubicBezTo>
                        <a:pt x="9839" y="1982"/>
                        <a:pt x="6160" y="7346"/>
                        <a:pt x="3145" y="14217"/>
                      </a:cubicBezTo>
                      <a:cubicBezTo>
                        <a:pt x="663" y="19759"/>
                        <a:pt x="-1022" y="27605"/>
                        <a:pt x="707" y="34299"/>
                      </a:cubicBezTo>
                      <a:cubicBezTo>
                        <a:pt x="1372" y="36737"/>
                        <a:pt x="2436" y="38821"/>
                        <a:pt x="3456" y="39929"/>
                      </a:cubicBezTo>
                      <a:cubicBezTo>
                        <a:pt x="4431" y="41037"/>
                        <a:pt x="5317" y="41170"/>
                        <a:pt x="5495" y="40107"/>
                      </a:cubicBezTo>
                      <a:cubicBezTo>
                        <a:pt x="5849" y="38732"/>
                        <a:pt x="5450" y="35939"/>
                        <a:pt x="5672" y="33457"/>
                      </a:cubicBezTo>
                      <a:cubicBezTo>
                        <a:pt x="6160" y="27561"/>
                        <a:pt x="8731" y="23216"/>
                        <a:pt x="11258" y="20113"/>
                      </a:cubicBezTo>
                      <a:cubicBezTo>
                        <a:pt x="13430" y="17320"/>
                        <a:pt x="18572" y="13508"/>
                        <a:pt x="20346" y="6592"/>
                      </a:cubicBezTo>
                      <a:cubicBezTo>
                        <a:pt x="21099" y="3400"/>
                        <a:pt x="20257" y="1938"/>
                        <a:pt x="19149" y="1361"/>
                      </a:cubicBezTo>
                      <a:cubicBezTo>
                        <a:pt x="18173" y="696"/>
                        <a:pt x="16710" y="785"/>
                        <a:pt x="15957" y="47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57" name="Forme libre : forme 26156">
                  <a:extLst>
                    <a:ext uri="{FF2B5EF4-FFF2-40B4-BE49-F238E27FC236}">
                      <a16:creationId xmlns:a16="http://schemas.microsoft.com/office/drawing/2014/main" id="{A0DFD36F-8AB6-4AC7-9DA5-4D0DF3E17469}"/>
                    </a:ext>
                  </a:extLst>
                </p:cNvPr>
                <p:cNvSpPr/>
                <p:nvPr/>
              </p:nvSpPr>
              <p:spPr>
                <a:xfrm>
                  <a:off x="6014120" y="1648386"/>
                  <a:ext cx="4025" cy="12712"/>
                </a:xfrm>
                <a:custGeom>
                  <a:avLst/>
                  <a:gdLst>
                    <a:gd name="connsiteX0" fmla="*/ 3946 w 4025"/>
                    <a:gd name="connsiteY0" fmla="*/ 1036 h 12712"/>
                    <a:gd name="connsiteX1" fmla="*/ 3502 w 4025"/>
                    <a:gd name="connsiteY1" fmla="*/ 16 h 12712"/>
                    <a:gd name="connsiteX2" fmla="*/ 2394 w 4025"/>
                    <a:gd name="connsiteY2" fmla="*/ 903 h 12712"/>
                    <a:gd name="connsiteX3" fmla="*/ 1552 w 4025"/>
                    <a:gd name="connsiteY3" fmla="*/ 3075 h 12712"/>
                    <a:gd name="connsiteX4" fmla="*/ 222 w 4025"/>
                    <a:gd name="connsiteY4" fmla="*/ 8572 h 12712"/>
                    <a:gd name="connsiteX5" fmla="*/ 0 w 4025"/>
                    <a:gd name="connsiteY5" fmla="*/ 10612 h 12712"/>
                    <a:gd name="connsiteX6" fmla="*/ 2793 w 4025"/>
                    <a:gd name="connsiteY6" fmla="*/ 9858 h 12712"/>
                    <a:gd name="connsiteX7" fmla="*/ 3946 w 4025"/>
                    <a:gd name="connsiteY7" fmla="*/ 1036 h 12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25" h="12712">
                      <a:moveTo>
                        <a:pt x="3946" y="1036"/>
                      </a:moveTo>
                      <a:cubicBezTo>
                        <a:pt x="3857" y="548"/>
                        <a:pt x="3768" y="105"/>
                        <a:pt x="3502" y="16"/>
                      </a:cubicBezTo>
                      <a:cubicBezTo>
                        <a:pt x="3236" y="-72"/>
                        <a:pt x="2793" y="194"/>
                        <a:pt x="2394" y="903"/>
                      </a:cubicBezTo>
                      <a:cubicBezTo>
                        <a:pt x="2039" y="1524"/>
                        <a:pt x="1773" y="2366"/>
                        <a:pt x="1552" y="3075"/>
                      </a:cubicBezTo>
                      <a:cubicBezTo>
                        <a:pt x="975" y="4981"/>
                        <a:pt x="532" y="6799"/>
                        <a:pt x="222" y="8572"/>
                      </a:cubicBezTo>
                      <a:cubicBezTo>
                        <a:pt x="89" y="9282"/>
                        <a:pt x="0" y="10035"/>
                        <a:pt x="0" y="10612"/>
                      </a:cubicBezTo>
                      <a:cubicBezTo>
                        <a:pt x="89" y="13050"/>
                        <a:pt x="1596" y="14025"/>
                        <a:pt x="2793" y="9858"/>
                      </a:cubicBezTo>
                      <a:cubicBezTo>
                        <a:pt x="3813" y="6622"/>
                        <a:pt x="4211" y="3031"/>
                        <a:pt x="3946" y="103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58" name="Forme libre : forme 26157">
                  <a:extLst>
                    <a:ext uri="{FF2B5EF4-FFF2-40B4-BE49-F238E27FC236}">
                      <a16:creationId xmlns:a16="http://schemas.microsoft.com/office/drawing/2014/main" id="{EAA12E7F-BEE2-41D1-B28A-9A350876468E}"/>
                    </a:ext>
                  </a:extLst>
                </p:cNvPr>
                <p:cNvSpPr/>
                <p:nvPr/>
              </p:nvSpPr>
              <p:spPr>
                <a:xfrm>
                  <a:off x="6001087" y="1681030"/>
                  <a:ext cx="19771" cy="14787"/>
                </a:xfrm>
                <a:custGeom>
                  <a:avLst/>
                  <a:gdLst>
                    <a:gd name="connsiteX0" fmla="*/ 19772 w 19771"/>
                    <a:gd name="connsiteY0" fmla="*/ 13654 h 14787"/>
                    <a:gd name="connsiteX1" fmla="*/ 16092 w 19771"/>
                    <a:gd name="connsiteY1" fmla="*/ 14762 h 14787"/>
                    <a:gd name="connsiteX2" fmla="*/ 9531 w 19771"/>
                    <a:gd name="connsiteY2" fmla="*/ 12058 h 14787"/>
                    <a:gd name="connsiteX3" fmla="*/ 0 w 19771"/>
                    <a:gd name="connsiteY3" fmla="*/ 0 h 14787"/>
                    <a:gd name="connsiteX4" fmla="*/ 1596 w 19771"/>
                    <a:gd name="connsiteY4" fmla="*/ 3147 h 14787"/>
                    <a:gd name="connsiteX5" fmla="*/ 3680 w 19771"/>
                    <a:gd name="connsiteY5" fmla="*/ 6118 h 14787"/>
                    <a:gd name="connsiteX6" fmla="*/ 6561 w 19771"/>
                    <a:gd name="connsiteY6" fmla="*/ 9132 h 14787"/>
                    <a:gd name="connsiteX7" fmla="*/ 9974 w 19771"/>
                    <a:gd name="connsiteY7" fmla="*/ 11615 h 14787"/>
                    <a:gd name="connsiteX8" fmla="*/ 13565 w 19771"/>
                    <a:gd name="connsiteY8" fmla="*/ 13299 h 14787"/>
                    <a:gd name="connsiteX9" fmla="*/ 19772 w 19771"/>
                    <a:gd name="connsiteY9" fmla="*/ 13654 h 1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771" h="14787">
                      <a:moveTo>
                        <a:pt x="19772" y="13654"/>
                      </a:moveTo>
                      <a:cubicBezTo>
                        <a:pt x="19772" y="13654"/>
                        <a:pt x="19151" y="14984"/>
                        <a:pt x="16092" y="14762"/>
                      </a:cubicBezTo>
                      <a:cubicBezTo>
                        <a:pt x="14585" y="14541"/>
                        <a:pt x="12413" y="14053"/>
                        <a:pt x="9531" y="12058"/>
                      </a:cubicBezTo>
                      <a:cubicBezTo>
                        <a:pt x="6738" y="10152"/>
                        <a:pt x="2748" y="6783"/>
                        <a:pt x="0" y="0"/>
                      </a:cubicBezTo>
                      <a:cubicBezTo>
                        <a:pt x="0" y="0"/>
                        <a:pt x="443" y="1330"/>
                        <a:pt x="1596" y="3147"/>
                      </a:cubicBezTo>
                      <a:cubicBezTo>
                        <a:pt x="2128" y="4078"/>
                        <a:pt x="2793" y="5142"/>
                        <a:pt x="3680" y="6118"/>
                      </a:cubicBezTo>
                      <a:cubicBezTo>
                        <a:pt x="4522" y="7182"/>
                        <a:pt x="5497" y="8201"/>
                        <a:pt x="6561" y="9132"/>
                      </a:cubicBezTo>
                      <a:cubicBezTo>
                        <a:pt x="7625" y="10107"/>
                        <a:pt x="8778" y="10950"/>
                        <a:pt x="9974" y="11615"/>
                      </a:cubicBezTo>
                      <a:cubicBezTo>
                        <a:pt x="11127" y="12368"/>
                        <a:pt x="12368" y="12900"/>
                        <a:pt x="13565" y="13299"/>
                      </a:cubicBezTo>
                      <a:cubicBezTo>
                        <a:pt x="15915" y="14142"/>
                        <a:pt x="18131" y="14230"/>
                        <a:pt x="19772" y="136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59" name="Forme libre : forme 26158">
                  <a:extLst>
                    <a:ext uri="{FF2B5EF4-FFF2-40B4-BE49-F238E27FC236}">
                      <a16:creationId xmlns:a16="http://schemas.microsoft.com/office/drawing/2014/main" id="{6CC3DBB8-7039-4195-A036-19188B857F1D}"/>
                    </a:ext>
                  </a:extLst>
                </p:cNvPr>
                <p:cNvSpPr/>
                <p:nvPr/>
              </p:nvSpPr>
              <p:spPr>
                <a:xfrm>
                  <a:off x="6020504" y="1632088"/>
                  <a:ext cx="4478" cy="24958"/>
                </a:xfrm>
                <a:custGeom>
                  <a:avLst/>
                  <a:gdLst>
                    <a:gd name="connsiteX0" fmla="*/ 975 w 4478"/>
                    <a:gd name="connsiteY0" fmla="*/ 24958 h 24958"/>
                    <a:gd name="connsiteX1" fmla="*/ 1951 w 4478"/>
                    <a:gd name="connsiteY1" fmla="*/ 22077 h 24958"/>
                    <a:gd name="connsiteX2" fmla="*/ 3901 w 4478"/>
                    <a:gd name="connsiteY2" fmla="*/ 14807 h 24958"/>
                    <a:gd name="connsiteX3" fmla="*/ 4123 w 4478"/>
                    <a:gd name="connsiteY3" fmla="*/ 5497 h 24958"/>
                    <a:gd name="connsiteX4" fmla="*/ 0 w 4478"/>
                    <a:gd name="connsiteY4" fmla="*/ 0 h 24958"/>
                    <a:gd name="connsiteX5" fmla="*/ 1153 w 4478"/>
                    <a:gd name="connsiteY5" fmla="*/ 975 h 24958"/>
                    <a:gd name="connsiteX6" fmla="*/ 3280 w 4478"/>
                    <a:gd name="connsiteY6" fmla="*/ 5275 h 24958"/>
                    <a:gd name="connsiteX7" fmla="*/ 3679 w 4478"/>
                    <a:gd name="connsiteY7" fmla="*/ 13743 h 24958"/>
                    <a:gd name="connsiteX8" fmla="*/ 975 w 4478"/>
                    <a:gd name="connsiteY8" fmla="*/ 24958 h 24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78" h="24958">
                      <a:moveTo>
                        <a:pt x="975" y="24958"/>
                      </a:moveTo>
                      <a:cubicBezTo>
                        <a:pt x="975" y="24958"/>
                        <a:pt x="1330" y="23894"/>
                        <a:pt x="1951" y="22077"/>
                      </a:cubicBezTo>
                      <a:cubicBezTo>
                        <a:pt x="2527" y="20304"/>
                        <a:pt x="3325" y="17732"/>
                        <a:pt x="3901" y="14807"/>
                      </a:cubicBezTo>
                      <a:cubicBezTo>
                        <a:pt x="4477" y="11881"/>
                        <a:pt x="4743" y="8467"/>
                        <a:pt x="4123" y="5497"/>
                      </a:cubicBezTo>
                      <a:cubicBezTo>
                        <a:pt x="3502" y="2483"/>
                        <a:pt x="1862" y="266"/>
                        <a:pt x="0" y="0"/>
                      </a:cubicBezTo>
                      <a:cubicBezTo>
                        <a:pt x="0" y="0"/>
                        <a:pt x="443" y="222"/>
                        <a:pt x="1153" y="975"/>
                      </a:cubicBezTo>
                      <a:cubicBezTo>
                        <a:pt x="1773" y="1729"/>
                        <a:pt x="2704" y="3103"/>
                        <a:pt x="3280" y="5275"/>
                      </a:cubicBezTo>
                      <a:cubicBezTo>
                        <a:pt x="3857" y="7403"/>
                        <a:pt x="4079" y="10373"/>
                        <a:pt x="3679" y="13743"/>
                      </a:cubicBezTo>
                      <a:cubicBezTo>
                        <a:pt x="3280" y="17067"/>
                        <a:pt x="2261" y="20835"/>
                        <a:pt x="975" y="249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60" name="Forme libre : forme 26159">
                  <a:extLst>
                    <a:ext uri="{FF2B5EF4-FFF2-40B4-BE49-F238E27FC236}">
                      <a16:creationId xmlns:a16="http://schemas.microsoft.com/office/drawing/2014/main" id="{246716F9-EACF-4D85-9495-9495527B6856}"/>
                    </a:ext>
                  </a:extLst>
                </p:cNvPr>
                <p:cNvSpPr/>
                <p:nvPr/>
              </p:nvSpPr>
              <p:spPr>
                <a:xfrm>
                  <a:off x="6008871" y="1666899"/>
                  <a:ext cx="2503" cy="11386"/>
                </a:xfrm>
                <a:custGeom>
                  <a:avLst/>
                  <a:gdLst>
                    <a:gd name="connsiteX0" fmla="*/ 1747 w 2503"/>
                    <a:gd name="connsiteY0" fmla="*/ 11338 h 11386"/>
                    <a:gd name="connsiteX1" fmla="*/ 62 w 2503"/>
                    <a:gd name="connsiteY1" fmla="*/ 4555 h 11386"/>
                    <a:gd name="connsiteX2" fmla="*/ 2102 w 2503"/>
                    <a:gd name="connsiteY2" fmla="*/ 167 h 11386"/>
                    <a:gd name="connsiteX3" fmla="*/ 2501 w 2503"/>
                    <a:gd name="connsiteY3" fmla="*/ 6683 h 11386"/>
                    <a:gd name="connsiteX4" fmla="*/ 1747 w 2503"/>
                    <a:gd name="connsiteY4" fmla="*/ 11338 h 11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3" h="11386">
                      <a:moveTo>
                        <a:pt x="1747" y="11338"/>
                      </a:moveTo>
                      <a:cubicBezTo>
                        <a:pt x="949" y="10939"/>
                        <a:pt x="-292" y="7836"/>
                        <a:pt x="62" y="4555"/>
                      </a:cubicBezTo>
                      <a:cubicBezTo>
                        <a:pt x="373" y="1275"/>
                        <a:pt x="1614" y="-587"/>
                        <a:pt x="2102" y="167"/>
                      </a:cubicBezTo>
                      <a:cubicBezTo>
                        <a:pt x="2678" y="876"/>
                        <a:pt x="2412" y="3757"/>
                        <a:pt x="2501" y="6683"/>
                      </a:cubicBezTo>
                      <a:cubicBezTo>
                        <a:pt x="2501" y="9609"/>
                        <a:pt x="2589" y="11737"/>
                        <a:pt x="1747" y="1133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61" name="Forme libre : forme 26160">
                  <a:extLst>
                    <a:ext uri="{FF2B5EF4-FFF2-40B4-BE49-F238E27FC236}">
                      <a16:creationId xmlns:a16="http://schemas.microsoft.com/office/drawing/2014/main" id="{D6FABA80-BB6D-4785-A621-4A0915B3689F}"/>
                    </a:ext>
                  </a:extLst>
                </p:cNvPr>
                <p:cNvSpPr/>
                <p:nvPr/>
              </p:nvSpPr>
              <p:spPr>
                <a:xfrm>
                  <a:off x="6010247" y="1676677"/>
                  <a:ext cx="1408" cy="3032"/>
                </a:xfrm>
                <a:custGeom>
                  <a:avLst/>
                  <a:gdLst>
                    <a:gd name="connsiteX0" fmla="*/ 1258 w 1408"/>
                    <a:gd name="connsiteY0" fmla="*/ 3023 h 3032"/>
                    <a:gd name="connsiteX1" fmla="*/ 194 w 1408"/>
                    <a:gd name="connsiteY1" fmla="*/ 1693 h 3032"/>
                    <a:gd name="connsiteX2" fmla="*/ 239 w 1408"/>
                    <a:gd name="connsiteY2" fmla="*/ 8 h 3032"/>
                    <a:gd name="connsiteX3" fmla="*/ 1214 w 1408"/>
                    <a:gd name="connsiteY3" fmla="*/ 1338 h 3032"/>
                    <a:gd name="connsiteX4" fmla="*/ 1258 w 1408"/>
                    <a:gd name="connsiteY4" fmla="*/ 3023 h 3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8" h="3032">
                      <a:moveTo>
                        <a:pt x="1258" y="3023"/>
                      </a:moveTo>
                      <a:cubicBezTo>
                        <a:pt x="992" y="3112"/>
                        <a:pt x="416" y="2580"/>
                        <a:pt x="194" y="1693"/>
                      </a:cubicBezTo>
                      <a:cubicBezTo>
                        <a:pt x="-72" y="806"/>
                        <a:pt x="-72" y="53"/>
                        <a:pt x="239" y="8"/>
                      </a:cubicBezTo>
                      <a:cubicBezTo>
                        <a:pt x="504" y="-80"/>
                        <a:pt x="948" y="540"/>
                        <a:pt x="1214" y="1338"/>
                      </a:cubicBezTo>
                      <a:cubicBezTo>
                        <a:pt x="1391" y="2181"/>
                        <a:pt x="1524" y="2890"/>
                        <a:pt x="1258" y="30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62" name="Forme libre : forme 26161">
                  <a:extLst>
                    <a:ext uri="{FF2B5EF4-FFF2-40B4-BE49-F238E27FC236}">
                      <a16:creationId xmlns:a16="http://schemas.microsoft.com/office/drawing/2014/main" id="{03DD9A12-BAD9-4797-BABB-15EAB15D5A06}"/>
                    </a:ext>
                  </a:extLst>
                </p:cNvPr>
                <p:cNvSpPr/>
                <p:nvPr/>
              </p:nvSpPr>
              <p:spPr>
                <a:xfrm>
                  <a:off x="6014152" y="1667520"/>
                  <a:ext cx="7068" cy="23887"/>
                </a:xfrm>
                <a:custGeom>
                  <a:avLst/>
                  <a:gdLst>
                    <a:gd name="connsiteX0" fmla="*/ 6973 w 7068"/>
                    <a:gd name="connsiteY0" fmla="*/ 18563 h 23887"/>
                    <a:gd name="connsiteX1" fmla="*/ 5554 w 7068"/>
                    <a:gd name="connsiteY1" fmla="*/ 23529 h 23887"/>
                    <a:gd name="connsiteX2" fmla="*/ 2806 w 7068"/>
                    <a:gd name="connsiteY2" fmla="*/ 23041 h 23887"/>
                    <a:gd name="connsiteX3" fmla="*/ 899 w 7068"/>
                    <a:gd name="connsiteY3" fmla="*/ 19760 h 23887"/>
                    <a:gd name="connsiteX4" fmla="*/ 678 w 7068"/>
                    <a:gd name="connsiteY4" fmla="*/ 11781 h 23887"/>
                    <a:gd name="connsiteX5" fmla="*/ 146 w 7068"/>
                    <a:gd name="connsiteY5" fmla="*/ 8766 h 23887"/>
                    <a:gd name="connsiteX6" fmla="*/ 190 w 7068"/>
                    <a:gd name="connsiteY6" fmla="*/ 4333 h 23887"/>
                    <a:gd name="connsiteX7" fmla="*/ 2362 w 7068"/>
                    <a:gd name="connsiteY7" fmla="*/ 344 h 23887"/>
                    <a:gd name="connsiteX8" fmla="*/ 3382 w 7068"/>
                    <a:gd name="connsiteY8" fmla="*/ 6505 h 23887"/>
                    <a:gd name="connsiteX9" fmla="*/ 5155 w 7068"/>
                    <a:gd name="connsiteY9" fmla="*/ 12490 h 23887"/>
                    <a:gd name="connsiteX10" fmla="*/ 6973 w 7068"/>
                    <a:gd name="connsiteY10" fmla="*/ 18563 h 23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068" h="23887">
                      <a:moveTo>
                        <a:pt x="6973" y="18563"/>
                      </a:moveTo>
                      <a:cubicBezTo>
                        <a:pt x="7327" y="20824"/>
                        <a:pt x="6662" y="22376"/>
                        <a:pt x="5554" y="23529"/>
                      </a:cubicBezTo>
                      <a:cubicBezTo>
                        <a:pt x="5155" y="23972"/>
                        <a:pt x="4269" y="24193"/>
                        <a:pt x="2806" y="23041"/>
                      </a:cubicBezTo>
                      <a:cubicBezTo>
                        <a:pt x="1476" y="21977"/>
                        <a:pt x="1077" y="20603"/>
                        <a:pt x="899" y="19760"/>
                      </a:cubicBezTo>
                      <a:cubicBezTo>
                        <a:pt x="633" y="17101"/>
                        <a:pt x="1254" y="15150"/>
                        <a:pt x="678" y="11781"/>
                      </a:cubicBezTo>
                      <a:cubicBezTo>
                        <a:pt x="633" y="11249"/>
                        <a:pt x="279" y="10141"/>
                        <a:pt x="146" y="8766"/>
                      </a:cubicBezTo>
                      <a:cubicBezTo>
                        <a:pt x="-76" y="7392"/>
                        <a:pt x="-32" y="5796"/>
                        <a:pt x="190" y="4333"/>
                      </a:cubicBezTo>
                      <a:cubicBezTo>
                        <a:pt x="633" y="1407"/>
                        <a:pt x="1786" y="-898"/>
                        <a:pt x="2362" y="344"/>
                      </a:cubicBezTo>
                      <a:cubicBezTo>
                        <a:pt x="2983" y="1585"/>
                        <a:pt x="2939" y="4156"/>
                        <a:pt x="3382" y="6505"/>
                      </a:cubicBezTo>
                      <a:cubicBezTo>
                        <a:pt x="3737" y="8855"/>
                        <a:pt x="4756" y="11205"/>
                        <a:pt x="5155" y="12490"/>
                      </a:cubicBezTo>
                      <a:cubicBezTo>
                        <a:pt x="6042" y="14707"/>
                        <a:pt x="6751" y="16879"/>
                        <a:pt x="6973" y="1856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85" name="Graphique 2">
                <a:extLst>
                  <a:ext uri="{FF2B5EF4-FFF2-40B4-BE49-F238E27FC236}">
                    <a16:creationId xmlns:a16="http://schemas.microsoft.com/office/drawing/2014/main" id="{B988B913-CB1D-45F2-93F6-F68899A98125}"/>
                  </a:ext>
                </a:extLst>
              </p:cNvPr>
              <p:cNvGrpSpPr/>
              <p:nvPr/>
            </p:nvGrpSpPr>
            <p:grpSpPr>
              <a:xfrm>
                <a:off x="6021599" y="1691089"/>
                <a:ext cx="29521" cy="66758"/>
                <a:chOff x="6021599" y="1691089"/>
                <a:chExt cx="29521" cy="66758"/>
              </a:xfrm>
              <a:solidFill>
                <a:schemeClr val="accent1"/>
              </a:solidFill>
            </p:grpSpPr>
            <p:sp>
              <p:nvSpPr>
                <p:cNvPr id="26139" name="Forme libre : forme 26138">
                  <a:extLst>
                    <a:ext uri="{FF2B5EF4-FFF2-40B4-BE49-F238E27FC236}">
                      <a16:creationId xmlns:a16="http://schemas.microsoft.com/office/drawing/2014/main" id="{E0547DA0-B85B-46F6-B628-515363DD64FD}"/>
                    </a:ext>
                  </a:extLst>
                </p:cNvPr>
                <p:cNvSpPr/>
                <p:nvPr/>
              </p:nvSpPr>
              <p:spPr>
                <a:xfrm>
                  <a:off x="6021599" y="1691089"/>
                  <a:ext cx="29521" cy="66758"/>
                </a:xfrm>
                <a:custGeom>
                  <a:avLst/>
                  <a:gdLst>
                    <a:gd name="connsiteX0" fmla="*/ 7550 w 29521"/>
                    <a:gd name="connsiteY0" fmla="*/ 41852 h 66758"/>
                    <a:gd name="connsiteX1" fmla="*/ 9545 w 29521"/>
                    <a:gd name="connsiteY1" fmla="*/ 31700 h 66758"/>
                    <a:gd name="connsiteX2" fmla="*/ 7993 w 29521"/>
                    <a:gd name="connsiteY2" fmla="*/ 23676 h 66758"/>
                    <a:gd name="connsiteX3" fmla="*/ 5111 w 29521"/>
                    <a:gd name="connsiteY3" fmla="*/ 18401 h 66758"/>
                    <a:gd name="connsiteX4" fmla="*/ 2141 w 29521"/>
                    <a:gd name="connsiteY4" fmla="*/ 13258 h 66758"/>
                    <a:gd name="connsiteX5" fmla="*/ 191 w 29521"/>
                    <a:gd name="connsiteY5" fmla="*/ 8870 h 66758"/>
                    <a:gd name="connsiteX6" fmla="*/ 501 w 29521"/>
                    <a:gd name="connsiteY6" fmla="*/ 5633 h 66758"/>
                    <a:gd name="connsiteX7" fmla="*/ 3604 w 29521"/>
                    <a:gd name="connsiteY7" fmla="*/ 1156 h 66758"/>
                    <a:gd name="connsiteX8" fmla="*/ 6707 w 29521"/>
                    <a:gd name="connsiteY8" fmla="*/ 3 h 66758"/>
                    <a:gd name="connsiteX9" fmla="*/ 12249 w 29521"/>
                    <a:gd name="connsiteY9" fmla="*/ 1422 h 66758"/>
                    <a:gd name="connsiteX10" fmla="*/ 19253 w 29521"/>
                    <a:gd name="connsiteY10" fmla="*/ 6210 h 66758"/>
                    <a:gd name="connsiteX11" fmla="*/ 25903 w 29521"/>
                    <a:gd name="connsiteY11" fmla="*/ 15165 h 66758"/>
                    <a:gd name="connsiteX12" fmla="*/ 29494 w 29521"/>
                    <a:gd name="connsiteY12" fmla="*/ 32409 h 66758"/>
                    <a:gd name="connsiteX13" fmla="*/ 26701 w 29521"/>
                    <a:gd name="connsiteY13" fmla="*/ 47748 h 66758"/>
                    <a:gd name="connsiteX14" fmla="*/ 19785 w 29521"/>
                    <a:gd name="connsiteY14" fmla="*/ 61978 h 66758"/>
                    <a:gd name="connsiteX15" fmla="*/ 16372 w 29521"/>
                    <a:gd name="connsiteY15" fmla="*/ 65657 h 66758"/>
                    <a:gd name="connsiteX16" fmla="*/ 13180 w 29521"/>
                    <a:gd name="connsiteY16" fmla="*/ 66677 h 66758"/>
                    <a:gd name="connsiteX17" fmla="*/ 7816 w 29521"/>
                    <a:gd name="connsiteY17" fmla="*/ 65259 h 66758"/>
                    <a:gd name="connsiteX18" fmla="*/ 5510 w 29521"/>
                    <a:gd name="connsiteY18" fmla="*/ 62909 h 66758"/>
                    <a:gd name="connsiteX19" fmla="*/ 4624 w 29521"/>
                    <a:gd name="connsiteY19" fmla="*/ 57412 h 66758"/>
                    <a:gd name="connsiteX20" fmla="*/ 7550 w 29521"/>
                    <a:gd name="connsiteY20" fmla="*/ 41852 h 66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521" h="66758">
                      <a:moveTo>
                        <a:pt x="7550" y="41852"/>
                      </a:moveTo>
                      <a:cubicBezTo>
                        <a:pt x="8702" y="38128"/>
                        <a:pt x="9456" y="34670"/>
                        <a:pt x="9545" y="31700"/>
                      </a:cubicBezTo>
                      <a:cubicBezTo>
                        <a:pt x="9678" y="28685"/>
                        <a:pt x="9234" y="26159"/>
                        <a:pt x="7993" y="23676"/>
                      </a:cubicBezTo>
                      <a:cubicBezTo>
                        <a:pt x="7151" y="21947"/>
                        <a:pt x="6220" y="20130"/>
                        <a:pt x="5111" y="18401"/>
                      </a:cubicBezTo>
                      <a:cubicBezTo>
                        <a:pt x="4225" y="16583"/>
                        <a:pt x="2895" y="14943"/>
                        <a:pt x="2141" y="13258"/>
                      </a:cubicBezTo>
                      <a:cubicBezTo>
                        <a:pt x="1255" y="11618"/>
                        <a:pt x="501" y="10199"/>
                        <a:pt x="191" y="8870"/>
                      </a:cubicBezTo>
                      <a:cubicBezTo>
                        <a:pt x="-120" y="7540"/>
                        <a:pt x="-75" y="6431"/>
                        <a:pt x="501" y="5633"/>
                      </a:cubicBezTo>
                      <a:lnTo>
                        <a:pt x="3604" y="1156"/>
                      </a:lnTo>
                      <a:cubicBezTo>
                        <a:pt x="4181" y="358"/>
                        <a:pt x="5244" y="-41"/>
                        <a:pt x="6707" y="3"/>
                      </a:cubicBezTo>
                      <a:cubicBezTo>
                        <a:pt x="8170" y="92"/>
                        <a:pt x="10121" y="447"/>
                        <a:pt x="12249" y="1422"/>
                      </a:cubicBezTo>
                      <a:cubicBezTo>
                        <a:pt x="14332" y="2574"/>
                        <a:pt x="16904" y="3816"/>
                        <a:pt x="19253" y="6210"/>
                      </a:cubicBezTo>
                      <a:cubicBezTo>
                        <a:pt x="21691" y="8382"/>
                        <a:pt x="24130" y="11441"/>
                        <a:pt x="25903" y="15165"/>
                      </a:cubicBezTo>
                      <a:cubicBezTo>
                        <a:pt x="28607" y="20440"/>
                        <a:pt x="29715" y="26779"/>
                        <a:pt x="29494" y="32409"/>
                      </a:cubicBezTo>
                      <a:cubicBezTo>
                        <a:pt x="29316" y="38084"/>
                        <a:pt x="28075" y="43182"/>
                        <a:pt x="26701" y="47748"/>
                      </a:cubicBezTo>
                      <a:cubicBezTo>
                        <a:pt x="24706" y="54131"/>
                        <a:pt x="22135" y="58786"/>
                        <a:pt x="19785" y="61978"/>
                      </a:cubicBezTo>
                      <a:cubicBezTo>
                        <a:pt x="18677" y="63574"/>
                        <a:pt x="17524" y="64682"/>
                        <a:pt x="16372" y="65657"/>
                      </a:cubicBezTo>
                      <a:cubicBezTo>
                        <a:pt x="15219" y="66544"/>
                        <a:pt x="14155" y="66943"/>
                        <a:pt x="13180" y="66677"/>
                      </a:cubicBezTo>
                      <a:lnTo>
                        <a:pt x="7816" y="65259"/>
                      </a:lnTo>
                      <a:cubicBezTo>
                        <a:pt x="6840" y="64993"/>
                        <a:pt x="6087" y="64150"/>
                        <a:pt x="5510" y="62909"/>
                      </a:cubicBezTo>
                      <a:cubicBezTo>
                        <a:pt x="4934" y="61712"/>
                        <a:pt x="4668" y="59673"/>
                        <a:pt x="4624" y="57412"/>
                      </a:cubicBezTo>
                      <a:cubicBezTo>
                        <a:pt x="4668" y="52802"/>
                        <a:pt x="5909" y="47083"/>
                        <a:pt x="7550" y="4185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40" name="Forme libre : forme 26139">
                  <a:extLst>
                    <a:ext uri="{FF2B5EF4-FFF2-40B4-BE49-F238E27FC236}">
                      <a16:creationId xmlns:a16="http://schemas.microsoft.com/office/drawing/2014/main" id="{E023A67D-0E8B-4A28-B5BB-387D200A241F}"/>
                    </a:ext>
                  </a:extLst>
                </p:cNvPr>
                <p:cNvSpPr/>
                <p:nvPr/>
              </p:nvSpPr>
              <p:spPr>
                <a:xfrm>
                  <a:off x="6021687" y="1694772"/>
                  <a:ext cx="16624" cy="61531"/>
                </a:xfrm>
                <a:custGeom>
                  <a:avLst/>
                  <a:gdLst>
                    <a:gd name="connsiteX0" fmla="*/ 15219 w 16624"/>
                    <a:gd name="connsiteY0" fmla="*/ 20924 h 61531"/>
                    <a:gd name="connsiteX1" fmla="*/ 8569 w 16624"/>
                    <a:gd name="connsiteY1" fmla="*/ 9398 h 61531"/>
                    <a:gd name="connsiteX2" fmla="*/ 4801 w 16624"/>
                    <a:gd name="connsiteY2" fmla="*/ 4433 h 61531"/>
                    <a:gd name="connsiteX3" fmla="*/ 1831 w 16624"/>
                    <a:gd name="connsiteY3" fmla="*/ 0 h 61531"/>
                    <a:gd name="connsiteX4" fmla="*/ 501 w 16624"/>
                    <a:gd name="connsiteY4" fmla="*/ 1951 h 61531"/>
                    <a:gd name="connsiteX5" fmla="*/ 191 w 16624"/>
                    <a:gd name="connsiteY5" fmla="*/ 5187 h 61531"/>
                    <a:gd name="connsiteX6" fmla="*/ 2141 w 16624"/>
                    <a:gd name="connsiteY6" fmla="*/ 9576 h 61531"/>
                    <a:gd name="connsiteX7" fmla="*/ 5112 w 16624"/>
                    <a:gd name="connsiteY7" fmla="*/ 14718 h 61531"/>
                    <a:gd name="connsiteX8" fmla="*/ 7993 w 16624"/>
                    <a:gd name="connsiteY8" fmla="*/ 19993 h 61531"/>
                    <a:gd name="connsiteX9" fmla="*/ 9545 w 16624"/>
                    <a:gd name="connsiteY9" fmla="*/ 28017 h 61531"/>
                    <a:gd name="connsiteX10" fmla="*/ 7550 w 16624"/>
                    <a:gd name="connsiteY10" fmla="*/ 38169 h 61531"/>
                    <a:gd name="connsiteX11" fmla="*/ 4668 w 16624"/>
                    <a:gd name="connsiteY11" fmla="*/ 53640 h 61531"/>
                    <a:gd name="connsiteX12" fmla="*/ 5555 w 16624"/>
                    <a:gd name="connsiteY12" fmla="*/ 59138 h 61531"/>
                    <a:gd name="connsiteX13" fmla="*/ 7860 w 16624"/>
                    <a:gd name="connsiteY13" fmla="*/ 61487 h 61531"/>
                    <a:gd name="connsiteX14" fmla="*/ 8037 w 16624"/>
                    <a:gd name="connsiteY14" fmla="*/ 61531 h 61531"/>
                    <a:gd name="connsiteX15" fmla="*/ 11052 w 16624"/>
                    <a:gd name="connsiteY15" fmla="*/ 50759 h 61531"/>
                    <a:gd name="connsiteX16" fmla="*/ 14510 w 16624"/>
                    <a:gd name="connsiteY16" fmla="*/ 40519 h 61531"/>
                    <a:gd name="connsiteX17" fmla="*/ 16593 w 16624"/>
                    <a:gd name="connsiteY17" fmla="*/ 30455 h 61531"/>
                    <a:gd name="connsiteX18" fmla="*/ 15219 w 16624"/>
                    <a:gd name="connsiteY18" fmla="*/ 20924 h 6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6624" h="61531">
                      <a:moveTo>
                        <a:pt x="15219" y="20924"/>
                      </a:moveTo>
                      <a:cubicBezTo>
                        <a:pt x="13623" y="16713"/>
                        <a:pt x="11141" y="12945"/>
                        <a:pt x="8569" y="9398"/>
                      </a:cubicBezTo>
                      <a:cubicBezTo>
                        <a:pt x="7195" y="7714"/>
                        <a:pt x="5954" y="5985"/>
                        <a:pt x="4801" y="4433"/>
                      </a:cubicBezTo>
                      <a:cubicBezTo>
                        <a:pt x="3560" y="2926"/>
                        <a:pt x="2585" y="1419"/>
                        <a:pt x="1831" y="0"/>
                      </a:cubicBezTo>
                      <a:lnTo>
                        <a:pt x="501" y="1951"/>
                      </a:lnTo>
                      <a:cubicBezTo>
                        <a:pt x="-75" y="2749"/>
                        <a:pt x="-120" y="3901"/>
                        <a:pt x="191" y="5187"/>
                      </a:cubicBezTo>
                      <a:cubicBezTo>
                        <a:pt x="457" y="6517"/>
                        <a:pt x="1255" y="7980"/>
                        <a:pt x="2141" y="9576"/>
                      </a:cubicBezTo>
                      <a:cubicBezTo>
                        <a:pt x="2895" y="11260"/>
                        <a:pt x="4225" y="12900"/>
                        <a:pt x="5112" y="14718"/>
                      </a:cubicBezTo>
                      <a:cubicBezTo>
                        <a:pt x="6220" y="16491"/>
                        <a:pt x="7151" y="18264"/>
                        <a:pt x="7993" y="19993"/>
                      </a:cubicBezTo>
                      <a:cubicBezTo>
                        <a:pt x="9279" y="22476"/>
                        <a:pt x="9678" y="25003"/>
                        <a:pt x="9545" y="28017"/>
                      </a:cubicBezTo>
                      <a:cubicBezTo>
                        <a:pt x="9412" y="31032"/>
                        <a:pt x="8658" y="34445"/>
                        <a:pt x="7550" y="38169"/>
                      </a:cubicBezTo>
                      <a:cubicBezTo>
                        <a:pt x="5910" y="43400"/>
                        <a:pt x="4624" y="49119"/>
                        <a:pt x="4668" y="53640"/>
                      </a:cubicBezTo>
                      <a:cubicBezTo>
                        <a:pt x="4713" y="55901"/>
                        <a:pt x="4978" y="57941"/>
                        <a:pt x="5555" y="59138"/>
                      </a:cubicBezTo>
                      <a:cubicBezTo>
                        <a:pt x="6131" y="60423"/>
                        <a:pt x="6885" y="61265"/>
                        <a:pt x="7860" y="61487"/>
                      </a:cubicBezTo>
                      <a:lnTo>
                        <a:pt x="8037" y="61531"/>
                      </a:lnTo>
                      <a:cubicBezTo>
                        <a:pt x="8835" y="58029"/>
                        <a:pt x="9899" y="54172"/>
                        <a:pt x="11052" y="50759"/>
                      </a:cubicBezTo>
                      <a:cubicBezTo>
                        <a:pt x="12249" y="47257"/>
                        <a:pt x="13446" y="43888"/>
                        <a:pt x="14510" y="40519"/>
                      </a:cubicBezTo>
                      <a:cubicBezTo>
                        <a:pt x="15485" y="37149"/>
                        <a:pt x="16416" y="33780"/>
                        <a:pt x="16593" y="30455"/>
                      </a:cubicBezTo>
                      <a:cubicBezTo>
                        <a:pt x="16726" y="27175"/>
                        <a:pt x="16460" y="23850"/>
                        <a:pt x="15219" y="2092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41" name="Forme libre : forme 26140">
                  <a:extLst>
                    <a:ext uri="{FF2B5EF4-FFF2-40B4-BE49-F238E27FC236}">
                      <a16:creationId xmlns:a16="http://schemas.microsoft.com/office/drawing/2014/main" id="{DF390B64-F855-4DA0-9D0E-074A79006142}"/>
                    </a:ext>
                  </a:extLst>
                </p:cNvPr>
                <p:cNvSpPr/>
                <p:nvPr/>
              </p:nvSpPr>
              <p:spPr>
                <a:xfrm>
                  <a:off x="6034794" y="1712085"/>
                  <a:ext cx="9524" cy="30929"/>
                </a:xfrm>
                <a:custGeom>
                  <a:avLst/>
                  <a:gdLst>
                    <a:gd name="connsiteX0" fmla="*/ 1137 w 9524"/>
                    <a:gd name="connsiteY0" fmla="*/ 30875 h 30929"/>
                    <a:gd name="connsiteX1" fmla="*/ 73 w 9524"/>
                    <a:gd name="connsiteY1" fmla="*/ 25599 h 30929"/>
                    <a:gd name="connsiteX2" fmla="*/ 1713 w 9524"/>
                    <a:gd name="connsiteY2" fmla="*/ 14960 h 30929"/>
                    <a:gd name="connsiteX3" fmla="*/ 2422 w 9524"/>
                    <a:gd name="connsiteY3" fmla="*/ 9507 h 30929"/>
                    <a:gd name="connsiteX4" fmla="*/ 2777 w 9524"/>
                    <a:gd name="connsiteY4" fmla="*/ 5030 h 30929"/>
                    <a:gd name="connsiteX5" fmla="*/ 3132 w 9524"/>
                    <a:gd name="connsiteY5" fmla="*/ 1705 h 30929"/>
                    <a:gd name="connsiteX6" fmla="*/ 4018 w 9524"/>
                    <a:gd name="connsiteY6" fmla="*/ 65 h 30929"/>
                    <a:gd name="connsiteX7" fmla="*/ 5880 w 9524"/>
                    <a:gd name="connsiteY7" fmla="*/ 730 h 30929"/>
                    <a:gd name="connsiteX8" fmla="*/ 8008 w 9524"/>
                    <a:gd name="connsiteY8" fmla="*/ 3921 h 30929"/>
                    <a:gd name="connsiteX9" fmla="*/ 9382 w 9524"/>
                    <a:gd name="connsiteY9" fmla="*/ 9374 h 30929"/>
                    <a:gd name="connsiteX10" fmla="*/ 9205 w 9524"/>
                    <a:gd name="connsiteY10" fmla="*/ 16157 h 30929"/>
                    <a:gd name="connsiteX11" fmla="*/ 5171 w 9524"/>
                    <a:gd name="connsiteY11" fmla="*/ 27284 h 30929"/>
                    <a:gd name="connsiteX12" fmla="*/ 1137 w 9524"/>
                    <a:gd name="connsiteY12" fmla="*/ 30875 h 30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524" h="30929">
                      <a:moveTo>
                        <a:pt x="1137" y="30875"/>
                      </a:moveTo>
                      <a:cubicBezTo>
                        <a:pt x="117" y="30520"/>
                        <a:pt x="-149" y="28525"/>
                        <a:pt x="73" y="25599"/>
                      </a:cubicBezTo>
                      <a:cubicBezTo>
                        <a:pt x="294" y="22673"/>
                        <a:pt x="1048" y="18905"/>
                        <a:pt x="1713" y="14960"/>
                      </a:cubicBezTo>
                      <a:cubicBezTo>
                        <a:pt x="1979" y="13009"/>
                        <a:pt x="2289" y="11147"/>
                        <a:pt x="2422" y="9507"/>
                      </a:cubicBezTo>
                      <a:cubicBezTo>
                        <a:pt x="2644" y="7822"/>
                        <a:pt x="2600" y="6360"/>
                        <a:pt x="2777" y="5030"/>
                      </a:cubicBezTo>
                      <a:cubicBezTo>
                        <a:pt x="2777" y="3744"/>
                        <a:pt x="2910" y="2591"/>
                        <a:pt x="3132" y="1705"/>
                      </a:cubicBezTo>
                      <a:cubicBezTo>
                        <a:pt x="3309" y="862"/>
                        <a:pt x="3530" y="286"/>
                        <a:pt x="4018" y="65"/>
                      </a:cubicBezTo>
                      <a:cubicBezTo>
                        <a:pt x="4506" y="-113"/>
                        <a:pt x="5171" y="65"/>
                        <a:pt x="5880" y="730"/>
                      </a:cubicBezTo>
                      <a:cubicBezTo>
                        <a:pt x="6545" y="1394"/>
                        <a:pt x="7254" y="2458"/>
                        <a:pt x="8008" y="3921"/>
                      </a:cubicBezTo>
                      <a:cubicBezTo>
                        <a:pt x="8584" y="5384"/>
                        <a:pt x="9205" y="7246"/>
                        <a:pt x="9382" y="9374"/>
                      </a:cubicBezTo>
                      <a:cubicBezTo>
                        <a:pt x="9648" y="11502"/>
                        <a:pt x="9515" y="13807"/>
                        <a:pt x="9205" y="16157"/>
                      </a:cubicBezTo>
                      <a:cubicBezTo>
                        <a:pt x="8407" y="20856"/>
                        <a:pt x="6722" y="24668"/>
                        <a:pt x="5171" y="27284"/>
                      </a:cubicBezTo>
                      <a:cubicBezTo>
                        <a:pt x="3619" y="29855"/>
                        <a:pt x="2156" y="31229"/>
                        <a:pt x="1137" y="30875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42" name="Forme libre : forme 26141">
                  <a:extLst>
                    <a:ext uri="{FF2B5EF4-FFF2-40B4-BE49-F238E27FC236}">
                      <a16:creationId xmlns:a16="http://schemas.microsoft.com/office/drawing/2014/main" id="{68F10A6D-DA50-49FC-95C9-2F4AB0C6E7B9}"/>
                    </a:ext>
                  </a:extLst>
                </p:cNvPr>
                <p:cNvSpPr/>
                <p:nvPr/>
              </p:nvSpPr>
              <p:spPr>
                <a:xfrm>
                  <a:off x="6035399" y="1712087"/>
                  <a:ext cx="8245" cy="21563"/>
                </a:xfrm>
                <a:custGeom>
                  <a:avLst/>
                  <a:gdLst>
                    <a:gd name="connsiteX0" fmla="*/ 8246 w 8245"/>
                    <a:gd name="connsiteY0" fmla="*/ 6402 h 21563"/>
                    <a:gd name="connsiteX1" fmla="*/ 5807 w 8245"/>
                    <a:gd name="connsiteY1" fmla="*/ 1304 h 21563"/>
                    <a:gd name="connsiteX2" fmla="*/ 3458 w 8245"/>
                    <a:gd name="connsiteY2" fmla="*/ 63 h 21563"/>
                    <a:gd name="connsiteX3" fmla="*/ 2571 w 8245"/>
                    <a:gd name="connsiteY3" fmla="*/ 1703 h 21563"/>
                    <a:gd name="connsiteX4" fmla="*/ 2217 w 8245"/>
                    <a:gd name="connsiteY4" fmla="*/ 5028 h 21563"/>
                    <a:gd name="connsiteX5" fmla="*/ 1862 w 8245"/>
                    <a:gd name="connsiteY5" fmla="*/ 9505 h 21563"/>
                    <a:gd name="connsiteX6" fmla="*/ 1153 w 8245"/>
                    <a:gd name="connsiteY6" fmla="*/ 14958 h 21563"/>
                    <a:gd name="connsiteX7" fmla="*/ 0 w 8245"/>
                    <a:gd name="connsiteY7" fmla="*/ 21563 h 21563"/>
                    <a:gd name="connsiteX8" fmla="*/ 1197 w 8245"/>
                    <a:gd name="connsiteY8" fmla="*/ 18017 h 21563"/>
                    <a:gd name="connsiteX9" fmla="*/ 4788 w 8245"/>
                    <a:gd name="connsiteY9" fmla="*/ 9949 h 21563"/>
                    <a:gd name="connsiteX10" fmla="*/ 8246 w 8245"/>
                    <a:gd name="connsiteY10" fmla="*/ 6402 h 2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45" h="21563">
                      <a:moveTo>
                        <a:pt x="8246" y="6402"/>
                      </a:moveTo>
                      <a:cubicBezTo>
                        <a:pt x="7758" y="4097"/>
                        <a:pt x="6650" y="2368"/>
                        <a:pt x="5807" y="1304"/>
                      </a:cubicBezTo>
                      <a:cubicBezTo>
                        <a:pt x="5009" y="196"/>
                        <a:pt x="3990" y="-159"/>
                        <a:pt x="3458" y="63"/>
                      </a:cubicBezTo>
                      <a:cubicBezTo>
                        <a:pt x="2970" y="240"/>
                        <a:pt x="2704" y="816"/>
                        <a:pt x="2571" y="1703"/>
                      </a:cubicBezTo>
                      <a:cubicBezTo>
                        <a:pt x="2350" y="2590"/>
                        <a:pt x="2217" y="3698"/>
                        <a:pt x="2217" y="5028"/>
                      </a:cubicBezTo>
                      <a:cubicBezTo>
                        <a:pt x="2039" y="6358"/>
                        <a:pt x="2084" y="7865"/>
                        <a:pt x="1862" y="9505"/>
                      </a:cubicBezTo>
                      <a:cubicBezTo>
                        <a:pt x="1729" y="11145"/>
                        <a:pt x="1419" y="13007"/>
                        <a:pt x="1153" y="14958"/>
                      </a:cubicBezTo>
                      <a:cubicBezTo>
                        <a:pt x="754" y="17174"/>
                        <a:pt x="399" y="19258"/>
                        <a:pt x="0" y="21563"/>
                      </a:cubicBezTo>
                      <a:cubicBezTo>
                        <a:pt x="310" y="20322"/>
                        <a:pt x="842" y="19125"/>
                        <a:pt x="1197" y="18017"/>
                      </a:cubicBezTo>
                      <a:cubicBezTo>
                        <a:pt x="2527" y="14914"/>
                        <a:pt x="3768" y="12121"/>
                        <a:pt x="4788" y="9949"/>
                      </a:cubicBezTo>
                      <a:cubicBezTo>
                        <a:pt x="6029" y="7776"/>
                        <a:pt x="6871" y="6269"/>
                        <a:pt x="8246" y="6402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43" name="Forme libre : forme 26142">
                  <a:extLst>
                    <a:ext uri="{FF2B5EF4-FFF2-40B4-BE49-F238E27FC236}">
                      <a16:creationId xmlns:a16="http://schemas.microsoft.com/office/drawing/2014/main" id="{45BE8777-AF57-45A5-964B-E8C68FAFEE07}"/>
                    </a:ext>
                  </a:extLst>
                </p:cNvPr>
                <p:cNvSpPr/>
                <p:nvPr/>
              </p:nvSpPr>
              <p:spPr>
                <a:xfrm>
                  <a:off x="6033467" y="1713914"/>
                  <a:ext cx="9999" cy="30385"/>
                </a:xfrm>
                <a:custGeom>
                  <a:avLst/>
                  <a:gdLst>
                    <a:gd name="connsiteX0" fmla="*/ 1135 w 9999"/>
                    <a:gd name="connsiteY0" fmla="*/ 30332 h 30385"/>
                    <a:gd name="connsiteX1" fmla="*/ 115 w 9999"/>
                    <a:gd name="connsiteY1" fmla="*/ 25056 h 30385"/>
                    <a:gd name="connsiteX2" fmla="*/ 1977 w 9999"/>
                    <a:gd name="connsiteY2" fmla="*/ 14461 h 30385"/>
                    <a:gd name="connsiteX3" fmla="*/ 2952 w 9999"/>
                    <a:gd name="connsiteY3" fmla="*/ 9097 h 30385"/>
                    <a:gd name="connsiteX4" fmla="*/ 3351 w 9999"/>
                    <a:gd name="connsiteY4" fmla="*/ 6792 h 30385"/>
                    <a:gd name="connsiteX5" fmla="*/ 3573 w 9999"/>
                    <a:gd name="connsiteY5" fmla="*/ 4753 h 30385"/>
                    <a:gd name="connsiteX6" fmla="*/ 4149 w 9999"/>
                    <a:gd name="connsiteY6" fmla="*/ 1605 h 30385"/>
                    <a:gd name="connsiteX7" fmla="*/ 5257 w 9999"/>
                    <a:gd name="connsiteY7" fmla="*/ 54 h 30385"/>
                    <a:gd name="connsiteX8" fmla="*/ 6986 w 9999"/>
                    <a:gd name="connsiteY8" fmla="*/ 807 h 30385"/>
                    <a:gd name="connsiteX9" fmla="*/ 8892 w 9999"/>
                    <a:gd name="connsiteY9" fmla="*/ 3999 h 30385"/>
                    <a:gd name="connsiteX10" fmla="*/ 9646 w 9999"/>
                    <a:gd name="connsiteY10" fmla="*/ 6437 h 30385"/>
                    <a:gd name="connsiteX11" fmla="*/ 9957 w 9999"/>
                    <a:gd name="connsiteY11" fmla="*/ 9319 h 30385"/>
                    <a:gd name="connsiteX12" fmla="*/ 9469 w 9999"/>
                    <a:gd name="connsiteY12" fmla="*/ 15880 h 30385"/>
                    <a:gd name="connsiteX13" fmla="*/ 5302 w 9999"/>
                    <a:gd name="connsiteY13" fmla="*/ 26741 h 30385"/>
                    <a:gd name="connsiteX14" fmla="*/ 1135 w 9999"/>
                    <a:gd name="connsiteY14" fmla="*/ 30332 h 30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999" h="30385">
                      <a:moveTo>
                        <a:pt x="1135" y="30332"/>
                      </a:moveTo>
                      <a:cubicBezTo>
                        <a:pt x="115" y="29977"/>
                        <a:pt x="-195" y="27982"/>
                        <a:pt x="115" y="25056"/>
                      </a:cubicBezTo>
                      <a:cubicBezTo>
                        <a:pt x="337" y="22130"/>
                        <a:pt x="1223" y="18318"/>
                        <a:pt x="1977" y="14461"/>
                      </a:cubicBezTo>
                      <a:cubicBezTo>
                        <a:pt x="2376" y="12511"/>
                        <a:pt x="2686" y="10737"/>
                        <a:pt x="2952" y="9097"/>
                      </a:cubicBezTo>
                      <a:cubicBezTo>
                        <a:pt x="3041" y="8299"/>
                        <a:pt x="3174" y="7501"/>
                        <a:pt x="3351" y="6792"/>
                      </a:cubicBezTo>
                      <a:cubicBezTo>
                        <a:pt x="3395" y="6083"/>
                        <a:pt x="3484" y="5418"/>
                        <a:pt x="3573" y="4753"/>
                      </a:cubicBezTo>
                      <a:cubicBezTo>
                        <a:pt x="3839" y="3467"/>
                        <a:pt x="3839" y="2403"/>
                        <a:pt x="4149" y="1605"/>
                      </a:cubicBezTo>
                      <a:cubicBezTo>
                        <a:pt x="4415" y="807"/>
                        <a:pt x="4770" y="231"/>
                        <a:pt x="5257" y="54"/>
                      </a:cubicBezTo>
                      <a:cubicBezTo>
                        <a:pt x="5745" y="-124"/>
                        <a:pt x="6321" y="142"/>
                        <a:pt x="6986" y="807"/>
                      </a:cubicBezTo>
                      <a:cubicBezTo>
                        <a:pt x="7607" y="1472"/>
                        <a:pt x="8449" y="2536"/>
                        <a:pt x="8892" y="3999"/>
                      </a:cubicBezTo>
                      <a:cubicBezTo>
                        <a:pt x="9158" y="4753"/>
                        <a:pt x="9424" y="5551"/>
                        <a:pt x="9646" y="6437"/>
                      </a:cubicBezTo>
                      <a:cubicBezTo>
                        <a:pt x="9779" y="7324"/>
                        <a:pt x="9868" y="8299"/>
                        <a:pt x="9957" y="9319"/>
                      </a:cubicBezTo>
                      <a:cubicBezTo>
                        <a:pt x="10090" y="11358"/>
                        <a:pt x="9912" y="13619"/>
                        <a:pt x="9469" y="15880"/>
                      </a:cubicBezTo>
                      <a:cubicBezTo>
                        <a:pt x="8582" y="20446"/>
                        <a:pt x="6853" y="24214"/>
                        <a:pt x="5302" y="26741"/>
                      </a:cubicBezTo>
                      <a:cubicBezTo>
                        <a:pt x="3617" y="29268"/>
                        <a:pt x="2154" y="30686"/>
                        <a:pt x="1135" y="3033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44" name="Forme libre : forme 26143">
                  <a:extLst>
                    <a:ext uri="{FF2B5EF4-FFF2-40B4-BE49-F238E27FC236}">
                      <a16:creationId xmlns:a16="http://schemas.microsoft.com/office/drawing/2014/main" id="{5518D529-C95E-48A7-9E04-D7C7D6438042}"/>
                    </a:ext>
                  </a:extLst>
                </p:cNvPr>
                <p:cNvSpPr/>
                <p:nvPr/>
              </p:nvSpPr>
              <p:spPr>
                <a:xfrm>
                  <a:off x="6029180" y="1698545"/>
                  <a:ext cx="14178" cy="37606"/>
                </a:xfrm>
                <a:custGeom>
                  <a:avLst/>
                  <a:gdLst>
                    <a:gd name="connsiteX0" fmla="*/ 1742 w 14178"/>
                    <a:gd name="connsiteY0" fmla="*/ 3054 h 37606"/>
                    <a:gd name="connsiteX1" fmla="*/ 13 w 14178"/>
                    <a:gd name="connsiteY1" fmla="*/ 6202 h 37606"/>
                    <a:gd name="connsiteX2" fmla="*/ 1476 w 14178"/>
                    <a:gd name="connsiteY2" fmla="*/ 12009 h 37606"/>
                    <a:gd name="connsiteX3" fmla="*/ 2495 w 14178"/>
                    <a:gd name="connsiteY3" fmla="*/ 15423 h 37606"/>
                    <a:gd name="connsiteX4" fmla="*/ 2983 w 14178"/>
                    <a:gd name="connsiteY4" fmla="*/ 17152 h 37606"/>
                    <a:gd name="connsiteX5" fmla="*/ 3205 w 14178"/>
                    <a:gd name="connsiteY5" fmla="*/ 18881 h 37606"/>
                    <a:gd name="connsiteX6" fmla="*/ 3072 w 14178"/>
                    <a:gd name="connsiteY6" fmla="*/ 31648 h 37606"/>
                    <a:gd name="connsiteX7" fmla="*/ 4934 w 14178"/>
                    <a:gd name="connsiteY7" fmla="*/ 37411 h 37606"/>
                    <a:gd name="connsiteX8" fmla="*/ 8125 w 14178"/>
                    <a:gd name="connsiteY8" fmla="*/ 32712 h 37606"/>
                    <a:gd name="connsiteX9" fmla="*/ 13268 w 14178"/>
                    <a:gd name="connsiteY9" fmla="*/ 19590 h 37606"/>
                    <a:gd name="connsiteX10" fmla="*/ 13977 w 14178"/>
                    <a:gd name="connsiteY10" fmla="*/ 16221 h 37606"/>
                    <a:gd name="connsiteX11" fmla="*/ 14021 w 14178"/>
                    <a:gd name="connsiteY11" fmla="*/ 11699 h 37606"/>
                    <a:gd name="connsiteX12" fmla="*/ 9322 w 14178"/>
                    <a:gd name="connsiteY12" fmla="*/ 2035 h 37606"/>
                    <a:gd name="connsiteX13" fmla="*/ 4047 w 14178"/>
                    <a:gd name="connsiteY13" fmla="*/ 483 h 37606"/>
                    <a:gd name="connsiteX14" fmla="*/ 1742 w 14178"/>
                    <a:gd name="connsiteY14" fmla="*/ 3054 h 37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4178" h="37606">
                      <a:moveTo>
                        <a:pt x="1742" y="3054"/>
                      </a:moveTo>
                      <a:cubicBezTo>
                        <a:pt x="811" y="3808"/>
                        <a:pt x="-76" y="4650"/>
                        <a:pt x="13" y="6202"/>
                      </a:cubicBezTo>
                      <a:cubicBezTo>
                        <a:pt x="-120" y="7798"/>
                        <a:pt x="811" y="9793"/>
                        <a:pt x="1476" y="12009"/>
                      </a:cubicBezTo>
                      <a:cubicBezTo>
                        <a:pt x="1786" y="13118"/>
                        <a:pt x="2318" y="14226"/>
                        <a:pt x="2495" y="15423"/>
                      </a:cubicBezTo>
                      <a:cubicBezTo>
                        <a:pt x="2628" y="15999"/>
                        <a:pt x="2806" y="16575"/>
                        <a:pt x="2983" y="17152"/>
                      </a:cubicBezTo>
                      <a:cubicBezTo>
                        <a:pt x="3027" y="17728"/>
                        <a:pt x="3116" y="18304"/>
                        <a:pt x="3205" y="18881"/>
                      </a:cubicBezTo>
                      <a:cubicBezTo>
                        <a:pt x="3781" y="22604"/>
                        <a:pt x="3382" y="26993"/>
                        <a:pt x="3072" y="31648"/>
                      </a:cubicBezTo>
                      <a:cubicBezTo>
                        <a:pt x="2850" y="35017"/>
                        <a:pt x="3205" y="38475"/>
                        <a:pt x="4934" y="37411"/>
                      </a:cubicBezTo>
                      <a:cubicBezTo>
                        <a:pt x="6042" y="36746"/>
                        <a:pt x="7150" y="34662"/>
                        <a:pt x="8125" y="32712"/>
                      </a:cubicBezTo>
                      <a:cubicBezTo>
                        <a:pt x="10431" y="28190"/>
                        <a:pt x="12248" y="23846"/>
                        <a:pt x="13268" y="19590"/>
                      </a:cubicBezTo>
                      <a:cubicBezTo>
                        <a:pt x="13534" y="18703"/>
                        <a:pt x="13844" y="17551"/>
                        <a:pt x="13977" y="16221"/>
                      </a:cubicBezTo>
                      <a:cubicBezTo>
                        <a:pt x="14110" y="14891"/>
                        <a:pt x="14332" y="13295"/>
                        <a:pt x="14021" y="11699"/>
                      </a:cubicBezTo>
                      <a:cubicBezTo>
                        <a:pt x="13667" y="8418"/>
                        <a:pt x="12204" y="4650"/>
                        <a:pt x="9322" y="2035"/>
                      </a:cubicBezTo>
                      <a:cubicBezTo>
                        <a:pt x="6795" y="-403"/>
                        <a:pt x="5155" y="-270"/>
                        <a:pt x="4047" y="483"/>
                      </a:cubicBezTo>
                      <a:cubicBezTo>
                        <a:pt x="2983" y="1237"/>
                        <a:pt x="2362" y="2567"/>
                        <a:pt x="1742" y="305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45" name="Forme libre : forme 26144">
                  <a:extLst>
                    <a:ext uri="{FF2B5EF4-FFF2-40B4-BE49-F238E27FC236}">
                      <a16:creationId xmlns:a16="http://schemas.microsoft.com/office/drawing/2014/main" id="{6609E587-8528-41A0-920A-3D5BD413EC63}"/>
                    </a:ext>
                  </a:extLst>
                </p:cNvPr>
                <p:cNvSpPr/>
                <p:nvPr/>
              </p:nvSpPr>
              <p:spPr>
                <a:xfrm>
                  <a:off x="6037773" y="1704428"/>
                  <a:ext cx="8233" cy="12826"/>
                </a:xfrm>
                <a:custGeom>
                  <a:avLst/>
                  <a:gdLst>
                    <a:gd name="connsiteX0" fmla="*/ 1261 w 8233"/>
                    <a:gd name="connsiteY0" fmla="*/ 318 h 12826"/>
                    <a:gd name="connsiteX1" fmla="*/ 152 w 8233"/>
                    <a:gd name="connsiteY1" fmla="*/ 52 h 12826"/>
                    <a:gd name="connsiteX2" fmla="*/ 285 w 8233"/>
                    <a:gd name="connsiteY2" fmla="*/ 1559 h 12826"/>
                    <a:gd name="connsiteX3" fmla="*/ 1660 w 8233"/>
                    <a:gd name="connsiteY3" fmla="*/ 3643 h 12826"/>
                    <a:gd name="connsiteX4" fmla="*/ 4719 w 8233"/>
                    <a:gd name="connsiteY4" fmla="*/ 8963 h 12826"/>
                    <a:gd name="connsiteX5" fmla="*/ 5783 w 8233"/>
                    <a:gd name="connsiteY5" fmla="*/ 11046 h 12826"/>
                    <a:gd name="connsiteX6" fmla="*/ 7733 w 8233"/>
                    <a:gd name="connsiteY6" fmla="*/ 12775 h 12826"/>
                    <a:gd name="connsiteX7" fmla="*/ 7600 w 8233"/>
                    <a:gd name="connsiteY7" fmla="*/ 8519 h 12826"/>
                    <a:gd name="connsiteX8" fmla="*/ 4630 w 8233"/>
                    <a:gd name="connsiteY8" fmla="*/ 3155 h 12826"/>
                    <a:gd name="connsiteX9" fmla="*/ 1261 w 8233"/>
                    <a:gd name="connsiteY9" fmla="*/ 318 h 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233" h="12826">
                      <a:moveTo>
                        <a:pt x="1261" y="318"/>
                      </a:moveTo>
                      <a:cubicBezTo>
                        <a:pt x="817" y="52"/>
                        <a:pt x="374" y="-81"/>
                        <a:pt x="152" y="52"/>
                      </a:cubicBezTo>
                      <a:cubicBezTo>
                        <a:pt x="-69" y="230"/>
                        <a:pt x="-69" y="806"/>
                        <a:pt x="285" y="1559"/>
                      </a:cubicBezTo>
                      <a:cubicBezTo>
                        <a:pt x="596" y="2269"/>
                        <a:pt x="1128" y="2978"/>
                        <a:pt x="1660" y="3643"/>
                      </a:cubicBezTo>
                      <a:cubicBezTo>
                        <a:pt x="2724" y="5416"/>
                        <a:pt x="3965" y="7145"/>
                        <a:pt x="4719" y="8963"/>
                      </a:cubicBezTo>
                      <a:cubicBezTo>
                        <a:pt x="5073" y="9716"/>
                        <a:pt x="5428" y="10470"/>
                        <a:pt x="5783" y="11046"/>
                      </a:cubicBezTo>
                      <a:cubicBezTo>
                        <a:pt x="6536" y="12243"/>
                        <a:pt x="7201" y="13041"/>
                        <a:pt x="7733" y="12775"/>
                      </a:cubicBezTo>
                      <a:cubicBezTo>
                        <a:pt x="8265" y="12554"/>
                        <a:pt x="8575" y="11224"/>
                        <a:pt x="7600" y="8519"/>
                      </a:cubicBezTo>
                      <a:cubicBezTo>
                        <a:pt x="7024" y="6392"/>
                        <a:pt x="5694" y="4618"/>
                        <a:pt x="4630" y="3155"/>
                      </a:cubicBezTo>
                      <a:cubicBezTo>
                        <a:pt x="3477" y="1737"/>
                        <a:pt x="2192" y="850"/>
                        <a:pt x="1261" y="31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46" name="Forme libre : forme 26145">
                  <a:extLst>
                    <a:ext uri="{FF2B5EF4-FFF2-40B4-BE49-F238E27FC236}">
                      <a16:creationId xmlns:a16="http://schemas.microsoft.com/office/drawing/2014/main" id="{227C22BC-A06E-436D-924F-10E442E04F93}"/>
                    </a:ext>
                  </a:extLst>
                </p:cNvPr>
                <p:cNvSpPr/>
                <p:nvPr/>
              </p:nvSpPr>
              <p:spPr>
                <a:xfrm>
                  <a:off x="6027595" y="1733473"/>
                  <a:ext cx="3193" cy="20968"/>
                </a:xfrm>
                <a:custGeom>
                  <a:avLst/>
                  <a:gdLst>
                    <a:gd name="connsiteX0" fmla="*/ 3194 w 3193"/>
                    <a:gd name="connsiteY0" fmla="*/ 20969 h 20968"/>
                    <a:gd name="connsiteX1" fmla="*/ 711 w 3193"/>
                    <a:gd name="connsiteY1" fmla="*/ 18043 h 20968"/>
                    <a:gd name="connsiteX2" fmla="*/ 46 w 3193"/>
                    <a:gd name="connsiteY2" fmla="*/ 11482 h 20968"/>
                    <a:gd name="connsiteX3" fmla="*/ 1820 w 3193"/>
                    <a:gd name="connsiteY3" fmla="*/ 0 h 20968"/>
                    <a:gd name="connsiteX4" fmla="*/ 800 w 3193"/>
                    <a:gd name="connsiteY4" fmla="*/ 8157 h 20968"/>
                    <a:gd name="connsiteX5" fmla="*/ 3194 w 3193"/>
                    <a:gd name="connsiteY5" fmla="*/ 20969 h 20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93" h="20968">
                      <a:moveTo>
                        <a:pt x="3194" y="20969"/>
                      </a:moveTo>
                      <a:cubicBezTo>
                        <a:pt x="3194" y="20969"/>
                        <a:pt x="1687" y="20880"/>
                        <a:pt x="711" y="18043"/>
                      </a:cubicBezTo>
                      <a:cubicBezTo>
                        <a:pt x="224" y="16624"/>
                        <a:pt x="-131" y="14496"/>
                        <a:pt x="46" y="11482"/>
                      </a:cubicBezTo>
                      <a:cubicBezTo>
                        <a:pt x="179" y="8512"/>
                        <a:pt x="844" y="4566"/>
                        <a:pt x="1820" y="0"/>
                      </a:cubicBezTo>
                      <a:cubicBezTo>
                        <a:pt x="1820" y="0"/>
                        <a:pt x="1155" y="3546"/>
                        <a:pt x="800" y="8157"/>
                      </a:cubicBezTo>
                      <a:cubicBezTo>
                        <a:pt x="445" y="12679"/>
                        <a:pt x="800" y="18442"/>
                        <a:pt x="3194" y="209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47" name="Forme libre : forme 26146">
                  <a:extLst>
                    <a:ext uri="{FF2B5EF4-FFF2-40B4-BE49-F238E27FC236}">
                      <a16:creationId xmlns:a16="http://schemas.microsoft.com/office/drawing/2014/main" id="{9C017C08-27D1-4B91-A041-F920FD3498B7}"/>
                    </a:ext>
                  </a:extLst>
                </p:cNvPr>
                <p:cNvSpPr/>
                <p:nvPr/>
              </p:nvSpPr>
              <p:spPr>
                <a:xfrm>
                  <a:off x="6026001" y="1692630"/>
                  <a:ext cx="21810" cy="15485"/>
                </a:xfrm>
                <a:custGeom>
                  <a:avLst/>
                  <a:gdLst>
                    <a:gd name="connsiteX0" fmla="*/ 21811 w 21810"/>
                    <a:gd name="connsiteY0" fmla="*/ 15486 h 15485"/>
                    <a:gd name="connsiteX1" fmla="*/ 19860 w 21810"/>
                    <a:gd name="connsiteY1" fmla="*/ 11718 h 15485"/>
                    <a:gd name="connsiteX2" fmla="*/ 13920 w 21810"/>
                    <a:gd name="connsiteY2" fmla="*/ 4979 h 15485"/>
                    <a:gd name="connsiteX3" fmla="*/ 6206 w 21810"/>
                    <a:gd name="connsiteY3" fmla="*/ 458 h 15485"/>
                    <a:gd name="connsiteX4" fmla="*/ 0 w 21810"/>
                    <a:gd name="connsiteY4" fmla="*/ 857 h 15485"/>
                    <a:gd name="connsiteX5" fmla="*/ 5586 w 21810"/>
                    <a:gd name="connsiteY5" fmla="*/ 1078 h 15485"/>
                    <a:gd name="connsiteX6" fmla="*/ 12812 w 21810"/>
                    <a:gd name="connsiteY6" fmla="*/ 4625 h 15485"/>
                    <a:gd name="connsiteX7" fmla="*/ 21811 w 21810"/>
                    <a:gd name="connsiteY7" fmla="*/ 15486 h 15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810" h="15485">
                      <a:moveTo>
                        <a:pt x="21811" y="15486"/>
                      </a:moveTo>
                      <a:cubicBezTo>
                        <a:pt x="21811" y="15486"/>
                        <a:pt x="21190" y="13890"/>
                        <a:pt x="19860" y="11718"/>
                      </a:cubicBezTo>
                      <a:cubicBezTo>
                        <a:pt x="18442" y="9634"/>
                        <a:pt x="16447" y="6974"/>
                        <a:pt x="13920" y="4979"/>
                      </a:cubicBezTo>
                      <a:cubicBezTo>
                        <a:pt x="11526" y="2718"/>
                        <a:pt x="8600" y="1433"/>
                        <a:pt x="6206" y="458"/>
                      </a:cubicBezTo>
                      <a:cubicBezTo>
                        <a:pt x="3680" y="-207"/>
                        <a:pt x="1463" y="-207"/>
                        <a:pt x="0" y="857"/>
                      </a:cubicBezTo>
                      <a:cubicBezTo>
                        <a:pt x="0" y="857"/>
                        <a:pt x="1685" y="236"/>
                        <a:pt x="5586" y="1078"/>
                      </a:cubicBezTo>
                      <a:cubicBezTo>
                        <a:pt x="7448" y="1655"/>
                        <a:pt x="9930" y="2585"/>
                        <a:pt x="12812" y="4625"/>
                      </a:cubicBezTo>
                      <a:cubicBezTo>
                        <a:pt x="15605" y="6753"/>
                        <a:pt x="19195" y="9856"/>
                        <a:pt x="21811" y="154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48" name="Forme libre : forme 26147">
                  <a:extLst>
                    <a:ext uri="{FF2B5EF4-FFF2-40B4-BE49-F238E27FC236}">
                      <a16:creationId xmlns:a16="http://schemas.microsoft.com/office/drawing/2014/main" id="{570EA3E0-56C8-42EA-9C36-2B798A64BF44}"/>
                    </a:ext>
                  </a:extLst>
                </p:cNvPr>
                <p:cNvSpPr/>
                <p:nvPr/>
              </p:nvSpPr>
              <p:spPr>
                <a:xfrm>
                  <a:off x="6038970" y="1725164"/>
                  <a:ext cx="4282" cy="11783"/>
                </a:xfrm>
                <a:custGeom>
                  <a:avLst/>
                  <a:gdLst>
                    <a:gd name="connsiteX0" fmla="*/ 109 w 4282"/>
                    <a:gd name="connsiteY0" fmla="*/ 11590 h 11783"/>
                    <a:gd name="connsiteX1" fmla="*/ 1439 w 4282"/>
                    <a:gd name="connsiteY1" fmla="*/ 4586 h 11783"/>
                    <a:gd name="connsiteX2" fmla="*/ 3966 w 4282"/>
                    <a:gd name="connsiteY2" fmla="*/ 153 h 11783"/>
                    <a:gd name="connsiteX3" fmla="*/ 3168 w 4282"/>
                    <a:gd name="connsiteY3" fmla="*/ 7511 h 11783"/>
                    <a:gd name="connsiteX4" fmla="*/ 109 w 4282"/>
                    <a:gd name="connsiteY4" fmla="*/ 11590 h 11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82" h="11783">
                      <a:moveTo>
                        <a:pt x="109" y="11590"/>
                      </a:moveTo>
                      <a:cubicBezTo>
                        <a:pt x="-290" y="10748"/>
                        <a:pt x="464" y="7689"/>
                        <a:pt x="1439" y="4586"/>
                      </a:cubicBezTo>
                      <a:cubicBezTo>
                        <a:pt x="2503" y="1527"/>
                        <a:pt x="3345" y="-601"/>
                        <a:pt x="3966" y="153"/>
                      </a:cubicBezTo>
                      <a:cubicBezTo>
                        <a:pt x="4542" y="906"/>
                        <a:pt x="4365" y="4364"/>
                        <a:pt x="3168" y="7511"/>
                      </a:cubicBezTo>
                      <a:cubicBezTo>
                        <a:pt x="1927" y="10659"/>
                        <a:pt x="508" y="12388"/>
                        <a:pt x="109" y="1159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49" name="Forme libre : forme 26148">
                  <a:extLst>
                    <a:ext uri="{FF2B5EF4-FFF2-40B4-BE49-F238E27FC236}">
                      <a16:creationId xmlns:a16="http://schemas.microsoft.com/office/drawing/2014/main" id="{4B949D06-AFA5-4003-8589-CBB21B0B9F9B}"/>
                    </a:ext>
                  </a:extLst>
                </p:cNvPr>
                <p:cNvSpPr/>
                <p:nvPr/>
              </p:nvSpPr>
              <p:spPr>
                <a:xfrm>
                  <a:off x="6038640" y="1735282"/>
                  <a:ext cx="1474" cy="3208"/>
                </a:xfrm>
                <a:custGeom>
                  <a:avLst/>
                  <a:gdLst>
                    <a:gd name="connsiteX0" fmla="*/ 216 w 1474"/>
                    <a:gd name="connsiteY0" fmla="*/ 3200 h 3208"/>
                    <a:gd name="connsiteX1" fmla="*/ 216 w 1474"/>
                    <a:gd name="connsiteY1" fmla="*/ 1427 h 3208"/>
                    <a:gd name="connsiteX2" fmla="*/ 1236 w 1474"/>
                    <a:gd name="connsiteY2" fmla="*/ 8 h 3208"/>
                    <a:gd name="connsiteX3" fmla="*/ 1280 w 1474"/>
                    <a:gd name="connsiteY3" fmla="*/ 1782 h 3208"/>
                    <a:gd name="connsiteX4" fmla="*/ 216 w 1474"/>
                    <a:gd name="connsiteY4" fmla="*/ 3200 h 3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4" h="3208">
                      <a:moveTo>
                        <a:pt x="216" y="3200"/>
                      </a:moveTo>
                      <a:cubicBezTo>
                        <a:pt x="-50" y="3112"/>
                        <a:pt x="-94" y="2314"/>
                        <a:pt x="216" y="1427"/>
                      </a:cubicBezTo>
                      <a:cubicBezTo>
                        <a:pt x="482" y="540"/>
                        <a:pt x="926" y="-80"/>
                        <a:pt x="1236" y="8"/>
                      </a:cubicBezTo>
                      <a:cubicBezTo>
                        <a:pt x="1546" y="97"/>
                        <a:pt x="1546" y="895"/>
                        <a:pt x="1280" y="1782"/>
                      </a:cubicBezTo>
                      <a:cubicBezTo>
                        <a:pt x="970" y="2668"/>
                        <a:pt x="482" y="3289"/>
                        <a:pt x="216" y="32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50" name="Forme libre : forme 26149">
                  <a:extLst>
                    <a:ext uri="{FF2B5EF4-FFF2-40B4-BE49-F238E27FC236}">
                      <a16:creationId xmlns:a16="http://schemas.microsoft.com/office/drawing/2014/main" id="{EF92F846-88F4-4395-87EE-D9F4BAAEDAF4}"/>
                    </a:ext>
                  </a:extLst>
                </p:cNvPr>
                <p:cNvSpPr/>
                <p:nvPr/>
              </p:nvSpPr>
              <p:spPr>
                <a:xfrm>
                  <a:off x="6032924" y="1725418"/>
                  <a:ext cx="16052" cy="26927"/>
                </a:xfrm>
                <a:custGeom>
                  <a:avLst/>
                  <a:gdLst>
                    <a:gd name="connsiteX0" fmla="*/ 6110 w 16052"/>
                    <a:gd name="connsiteY0" fmla="*/ 25744 h 26927"/>
                    <a:gd name="connsiteX1" fmla="*/ 879 w 16052"/>
                    <a:gd name="connsiteY1" fmla="*/ 26586 h 26927"/>
                    <a:gd name="connsiteX2" fmla="*/ 170 w 16052"/>
                    <a:gd name="connsiteY2" fmla="*/ 23882 h 26927"/>
                    <a:gd name="connsiteX3" fmla="*/ 2165 w 16052"/>
                    <a:gd name="connsiteY3" fmla="*/ 20734 h 26927"/>
                    <a:gd name="connsiteX4" fmla="*/ 8726 w 16052"/>
                    <a:gd name="connsiteY4" fmla="*/ 15193 h 26927"/>
                    <a:gd name="connsiteX5" fmla="*/ 10455 w 16052"/>
                    <a:gd name="connsiteY5" fmla="*/ 11735 h 26927"/>
                    <a:gd name="connsiteX6" fmla="*/ 12760 w 16052"/>
                    <a:gd name="connsiteY6" fmla="*/ 6149 h 26927"/>
                    <a:gd name="connsiteX7" fmla="*/ 15774 w 16052"/>
                    <a:gd name="connsiteY7" fmla="*/ 475 h 26927"/>
                    <a:gd name="connsiteX8" fmla="*/ 14710 w 16052"/>
                    <a:gd name="connsiteY8" fmla="*/ 10715 h 26927"/>
                    <a:gd name="connsiteX9" fmla="*/ 10986 w 16052"/>
                    <a:gd name="connsiteY9" fmla="*/ 19892 h 26927"/>
                    <a:gd name="connsiteX10" fmla="*/ 6110 w 16052"/>
                    <a:gd name="connsiteY10" fmla="*/ 25744 h 26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052" h="26927">
                      <a:moveTo>
                        <a:pt x="6110" y="25744"/>
                      </a:moveTo>
                      <a:cubicBezTo>
                        <a:pt x="4115" y="27162"/>
                        <a:pt x="2431" y="27118"/>
                        <a:pt x="879" y="26586"/>
                      </a:cubicBezTo>
                      <a:cubicBezTo>
                        <a:pt x="347" y="26409"/>
                        <a:pt x="-318" y="25655"/>
                        <a:pt x="170" y="23882"/>
                      </a:cubicBezTo>
                      <a:cubicBezTo>
                        <a:pt x="569" y="22286"/>
                        <a:pt x="1500" y="21266"/>
                        <a:pt x="2165" y="20734"/>
                      </a:cubicBezTo>
                      <a:cubicBezTo>
                        <a:pt x="4337" y="19138"/>
                        <a:pt x="6376" y="18651"/>
                        <a:pt x="8726" y="15193"/>
                      </a:cubicBezTo>
                      <a:cubicBezTo>
                        <a:pt x="9080" y="14661"/>
                        <a:pt x="9701" y="13331"/>
                        <a:pt x="10455" y="11735"/>
                      </a:cubicBezTo>
                      <a:cubicBezTo>
                        <a:pt x="11164" y="10050"/>
                        <a:pt x="12050" y="8144"/>
                        <a:pt x="12760" y="6149"/>
                      </a:cubicBezTo>
                      <a:cubicBezTo>
                        <a:pt x="14267" y="2381"/>
                        <a:pt x="15109" y="-1343"/>
                        <a:pt x="15774" y="475"/>
                      </a:cubicBezTo>
                      <a:cubicBezTo>
                        <a:pt x="16395" y="2293"/>
                        <a:pt x="15952" y="6814"/>
                        <a:pt x="14710" y="10715"/>
                      </a:cubicBezTo>
                      <a:cubicBezTo>
                        <a:pt x="13513" y="14750"/>
                        <a:pt x="11873" y="18296"/>
                        <a:pt x="10986" y="19892"/>
                      </a:cubicBezTo>
                      <a:cubicBezTo>
                        <a:pt x="9302" y="22773"/>
                        <a:pt x="7617" y="24680"/>
                        <a:pt x="6110" y="2574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86" name="Graphique 2">
                <a:extLst>
                  <a:ext uri="{FF2B5EF4-FFF2-40B4-BE49-F238E27FC236}">
                    <a16:creationId xmlns:a16="http://schemas.microsoft.com/office/drawing/2014/main" id="{F85A7690-F3B2-4646-8D60-6A41BE75F501}"/>
                  </a:ext>
                </a:extLst>
              </p:cNvPr>
              <p:cNvGrpSpPr/>
              <p:nvPr/>
            </p:nvGrpSpPr>
            <p:grpSpPr>
              <a:xfrm>
                <a:off x="6014443" y="1756170"/>
                <a:ext cx="23706" cy="70593"/>
                <a:chOff x="6014443" y="1756170"/>
                <a:chExt cx="23706" cy="70593"/>
              </a:xfrm>
              <a:solidFill>
                <a:schemeClr val="accent1"/>
              </a:solidFill>
            </p:grpSpPr>
            <p:sp>
              <p:nvSpPr>
                <p:cNvPr id="26127" name="Forme libre : forme 26126">
                  <a:extLst>
                    <a:ext uri="{FF2B5EF4-FFF2-40B4-BE49-F238E27FC236}">
                      <a16:creationId xmlns:a16="http://schemas.microsoft.com/office/drawing/2014/main" id="{BF8BDE8F-A40F-49E3-A642-2AE0BE6203E5}"/>
                    </a:ext>
                  </a:extLst>
                </p:cNvPr>
                <p:cNvSpPr/>
                <p:nvPr/>
              </p:nvSpPr>
              <p:spPr>
                <a:xfrm>
                  <a:off x="6014443" y="1756170"/>
                  <a:ext cx="23706" cy="70593"/>
                </a:xfrm>
                <a:custGeom>
                  <a:avLst/>
                  <a:gdLst>
                    <a:gd name="connsiteX0" fmla="*/ 697 w 23706"/>
                    <a:gd name="connsiteY0" fmla="*/ 49696 h 70593"/>
                    <a:gd name="connsiteX1" fmla="*/ 209 w 23706"/>
                    <a:gd name="connsiteY1" fmla="*/ 34446 h 70593"/>
                    <a:gd name="connsiteX2" fmla="*/ 2248 w 23706"/>
                    <a:gd name="connsiteY2" fmla="*/ 20172 h 70593"/>
                    <a:gd name="connsiteX3" fmla="*/ 8322 w 23706"/>
                    <a:gd name="connsiteY3" fmla="*/ 4922 h 70593"/>
                    <a:gd name="connsiteX4" fmla="*/ 15016 w 23706"/>
                    <a:gd name="connsiteY4" fmla="*/ 90 h 70593"/>
                    <a:gd name="connsiteX5" fmla="*/ 20380 w 23706"/>
                    <a:gd name="connsiteY5" fmla="*/ 1508 h 70593"/>
                    <a:gd name="connsiteX6" fmla="*/ 23660 w 23706"/>
                    <a:gd name="connsiteY6" fmla="*/ 9222 h 70593"/>
                    <a:gd name="connsiteX7" fmla="*/ 22153 w 23706"/>
                    <a:gd name="connsiteY7" fmla="*/ 24294 h 70593"/>
                    <a:gd name="connsiteX8" fmla="*/ 20601 w 23706"/>
                    <a:gd name="connsiteY8" fmla="*/ 35821 h 70593"/>
                    <a:gd name="connsiteX9" fmla="*/ 21000 w 23706"/>
                    <a:gd name="connsiteY9" fmla="*/ 46549 h 70593"/>
                    <a:gd name="connsiteX10" fmla="*/ 21577 w 23706"/>
                    <a:gd name="connsiteY10" fmla="*/ 49962 h 70593"/>
                    <a:gd name="connsiteX11" fmla="*/ 22153 w 23706"/>
                    <a:gd name="connsiteY11" fmla="*/ 53110 h 70593"/>
                    <a:gd name="connsiteX12" fmla="*/ 22995 w 23706"/>
                    <a:gd name="connsiteY12" fmla="*/ 58740 h 70593"/>
                    <a:gd name="connsiteX13" fmla="*/ 23217 w 23706"/>
                    <a:gd name="connsiteY13" fmla="*/ 63306 h 70593"/>
                    <a:gd name="connsiteX14" fmla="*/ 21843 w 23706"/>
                    <a:gd name="connsiteY14" fmla="*/ 66364 h 70593"/>
                    <a:gd name="connsiteX15" fmla="*/ 17454 w 23706"/>
                    <a:gd name="connsiteY15" fmla="*/ 70000 h 70593"/>
                    <a:gd name="connsiteX16" fmla="*/ 13996 w 23706"/>
                    <a:gd name="connsiteY16" fmla="*/ 70266 h 70593"/>
                    <a:gd name="connsiteX17" fmla="*/ 8898 w 23706"/>
                    <a:gd name="connsiteY17" fmla="*/ 66941 h 70593"/>
                    <a:gd name="connsiteX18" fmla="*/ 3889 w 23706"/>
                    <a:gd name="connsiteY18" fmla="*/ 59804 h 70593"/>
                    <a:gd name="connsiteX19" fmla="*/ 1938 w 23706"/>
                    <a:gd name="connsiteY19" fmla="*/ 55060 h 70593"/>
                    <a:gd name="connsiteX20" fmla="*/ 697 w 23706"/>
                    <a:gd name="connsiteY20" fmla="*/ 49696 h 70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706" h="70593">
                      <a:moveTo>
                        <a:pt x="697" y="49696"/>
                      </a:moveTo>
                      <a:cubicBezTo>
                        <a:pt x="-13" y="44509"/>
                        <a:pt x="-190" y="39367"/>
                        <a:pt x="209" y="34446"/>
                      </a:cubicBezTo>
                      <a:cubicBezTo>
                        <a:pt x="475" y="29481"/>
                        <a:pt x="1317" y="24782"/>
                        <a:pt x="2248" y="20172"/>
                      </a:cubicBezTo>
                      <a:cubicBezTo>
                        <a:pt x="3623" y="13744"/>
                        <a:pt x="5972" y="8424"/>
                        <a:pt x="8322" y="4922"/>
                      </a:cubicBezTo>
                      <a:cubicBezTo>
                        <a:pt x="10715" y="1420"/>
                        <a:pt x="13109" y="-442"/>
                        <a:pt x="15016" y="90"/>
                      </a:cubicBezTo>
                      <a:lnTo>
                        <a:pt x="20380" y="1508"/>
                      </a:lnTo>
                      <a:cubicBezTo>
                        <a:pt x="22330" y="2040"/>
                        <a:pt x="23439" y="4966"/>
                        <a:pt x="23660" y="9222"/>
                      </a:cubicBezTo>
                      <a:cubicBezTo>
                        <a:pt x="23882" y="13433"/>
                        <a:pt x="23305" y="18797"/>
                        <a:pt x="22153" y="24294"/>
                      </a:cubicBezTo>
                      <a:cubicBezTo>
                        <a:pt x="21399" y="28196"/>
                        <a:pt x="20734" y="32097"/>
                        <a:pt x="20601" y="35821"/>
                      </a:cubicBezTo>
                      <a:cubicBezTo>
                        <a:pt x="20291" y="39589"/>
                        <a:pt x="20557" y="43135"/>
                        <a:pt x="21000" y="46549"/>
                      </a:cubicBezTo>
                      <a:cubicBezTo>
                        <a:pt x="21266" y="47701"/>
                        <a:pt x="21444" y="48854"/>
                        <a:pt x="21577" y="49962"/>
                      </a:cubicBezTo>
                      <a:cubicBezTo>
                        <a:pt x="21754" y="51070"/>
                        <a:pt x="22020" y="52046"/>
                        <a:pt x="22153" y="53110"/>
                      </a:cubicBezTo>
                      <a:cubicBezTo>
                        <a:pt x="22330" y="55237"/>
                        <a:pt x="22951" y="56922"/>
                        <a:pt x="22995" y="58740"/>
                      </a:cubicBezTo>
                      <a:cubicBezTo>
                        <a:pt x="23261" y="60424"/>
                        <a:pt x="23439" y="61931"/>
                        <a:pt x="23217" y="63306"/>
                      </a:cubicBezTo>
                      <a:cubicBezTo>
                        <a:pt x="22995" y="64680"/>
                        <a:pt x="22640" y="65700"/>
                        <a:pt x="21843" y="66364"/>
                      </a:cubicBezTo>
                      <a:lnTo>
                        <a:pt x="17454" y="70000"/>
                      </a:lnTo>
                      <a:cubicBezTo>
                        <a:pt x="16656" y="70665"/>
                        <a:pt x="15415" y="70798"/>
                        <a:pt x="13996" y="70266"/>
                      </a:cubicBezTo>
                      <a:cubicBezTo>
                        <a:pt x="12577" y="69734"/>
                        <a:pt x="10760" y="68670"/>
                        <a:pt x="8898" y="66941"/>
                      </a:cubicBezTo>
                      <a:cubicBezTo>
                        <a:pt x="7302" y="65079"/>
                        <a:pt x="5174" y="62774"/>
                        <a:pt x="3889" y="59804"/>
                      </a:cubicBezTo>
                      <a:cubicBezTo>
                        <a:pt x="3223" y="58341"/>
                        <a:pt x="2426" y="56745"/>
                        <a:pt x="1938" y="55060"/>
                      </a:cubicBezTo>
                      <a:cubicBezTo>
                        <a:pt x="1450" y="53331"/>
                        <a:pt x="1051" y="51558"/>
                        <a:pt x="697" y="4969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28" name="Forme libre : forme 26127">
                  <a:extLst>
                    <a:ext uri="{FF2B5EF4-FFF2-40B4-BE49-F238E27FC236}">
                      <a16:creationId xmlns:a16="http://schemas.microsoft.com/office/drawing/2014/main" id="{24FC6C1C-43A4-486D-9282-DAA684A8561A}"/>
                    </a:ext>
                  </a:extLst>
                </p:cNvPr>
                <p:cNvSpPr/>
                <p:nvPr/>
              </p:nvSpPr>
              <p:spPr>
                <a:xfrm>
                  <a:off x="6014453" y="1756170"/>
                  <a:ext cx="17576" cy="70505"/>
                </a:xfrm>
                <a:custGeom>
                  <a:avLst/>
                  <a:gdLst>
                    <a:gd name="connsiteX0" fmla="*/ 7912 w 17576"/>
                    <a:gd name="connsiteY0" fmla="*/ 26245 h 70505"/>
                    <a:gd name="connsiteX1" fmla="*/ 17355 w 17576"/>
                    <a:gd name="connsiteY1" fmla="*/ 710 h 70505"/>
                    <a:gd name="connsiteX2" fmla="*/ 15005 w 17576"/>
                    <a:gd name="connsiteY2" fmla="*/ 90 h 70505"/>
                    <a:gd name="connsiteX3" fmla="*/ 8311 w 17576"/>
                    <a:gd name="connsiteY3" fmla="*/ 4922 h 70505"/>
                    <a:gd name="connsiteX4" fmla="*/ 2238 w 17576"/>
                    <a:gd name="connsiteY4" fmla="*/ 20172 h 70505"/>
                    <a:gd name="connsiteX5" fmla="*/ 199 w 17576"/>
                    <a:gd name="connsiteY5" fmla="*/ 34446 h 70505"/>
                    <a:gd name="connsiteX6" fmla="*/ 686 w 17576"/>
                    <a:gd name="connsiteY6" fmla="*/ 49652 h 70505"/>
                    <a:gd name="connsiteX7" fmla="*/ 1928 w 17576"/>
                    <a:gd name="connsiteY7" fmla="*/ 54971 h 70505"/>
                    <a:gd name="connsiteX8" fmla="*/ 3878 w 17576"/>
                    <a:gd name="connsiteY8" fmla="*/ 59715 h 70505"/>
                    <a:gd name="connsiteX9" fmla="*/ 8888 w 17576"/>
                    <a:gd name="connsiteY9" fmla="*/ 66852 h 70505"/>
                    <a:gd name="connsiteX10" fmla="*/ 13986 w 17576"/>
                    <a:gd name="connsiteY10" fmla="*/ 70177 h 70505"/>
                    <a:gd name="connsiteX11" fmla="*/ 17444 w 17576"/>
                    <a:gd name="connsiteY11" fmla="*/ 69911 h 70505"/>
                    <a:gd name="connsiteX12" fmla="*/ 17576 w 17576"/>
                    <a:gd name="connsiteY12" fmla="*/ 69778 h 70505"/>
                    <a:gd name="connsiteX13" fmla="*/ 14074 w 17576"/>
                    <a:gd name="connsiteY13" fmla="*/ 65035 h 70505"/>
                    <a:gd name="connsiteX14" fmla="*/ 11326 w 17576"/>
                    <a:gd name="connsiteY14" fmla="*/ 59848 h 70505"/>
                    <a:gd name="connsiteX15" fmla="*/ 9375 w 17576"/>
                    <a:gd name="connsiteY15" fmla="*/ 54395 h 70505"/>
                    <a:gd name="connsiteX16" fmla="*/ 8134 w 17576"/>
                    <a:gd name="connsiteY16" fmla="*/ 48765 h 70505"/>
                    <a:gd name="connsiteX17" fmla="*/ 7513 w 17576"/>
                    <a:gd name="connsiteY17" fmla="*/ 43091 h 70505"/>
                    <a:gd name="connsiteX18" fmla="*/ 7336 w 17576"/>
                    <a:gd name="connsiteY18" fmla="*/ 37461 h 70505"/>
                    <a:gd name="connsiteX19" fmla="*/ 7912 w 17576"/>
                    <a:gd name="connsiteY19" fmla="*/ 26245 h 70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576" h="70505">
                      <a:moveTo>
                        <a:pt x="7912" y="26245"/>
                      </a:moveTo>
                      <a:cubicBezTo>
                        <a:pt x="8843" y="15473"/>
                        <a:pt x="13232" y="5454"/>
                        <a:pt x="17355" y="710"/>
                      </a:cubicBezTo>
                      <a:lnTo>
                        <a:pt x="15005" y="90"/>
                      </a:lnTo>
                      <a:cubicBezTo>
                        <a:pt x="13055" y="-442"/>
                        <a:pt x="10661" y="1420"/>
                        <a:pt x="8311" y="4922"/>
                      </a:cubicBezTo>
                      <a:cubicBezTo>
                        <a:pt x="5962" y="8468"/>
                        <a:pt x="3568" y="13744"/>
                        <a:pt x="2238" y="20172"/>
                      </a:cubicBezTo>
                      <a:cubicBezTo>
                        <a:pt x="1307" y="24782"/>
                        <a:pt x="465" y="29481"/>
                        <a:pt x="199" y="34446"/>
                      </a:cubicBezTo>
                      <a:cubicBezTo>
                        <a:pt x="-200" y="39367"/>
                        <a:pt x="21" y="44509"/>
                        <a:pt x="686" y="49652"/>
                      </a:cubicBezTo>
                      <a:cubicBezTo>
                        <a:pt x="1041" y="51469"/>
                        <a:pt x="1440" y="53243"/>
                        <a:pt x="1928" y="54971"/>
                      </a:cubicBezTo>
                      <a:cubicBezTo>
                        <a:pt x="2415" y="56656"/>
                        <a:pt x="3213" y="58252"/>
                        <a:pt x="3878" y="59715"/>
                      </a:cubicBezTo>
                      <a:cubicBezTo>
                        <a:pt x="5164" y="62729"/>
                        <a:pt x="7336" y="65035"/>
                        <a:pt x="8888" y="66852"/>
                      </a:cubicBezTo>
                      <a:cubicBezTo>
                        <a:pt x="10749" y="68581"/>
                        <a:pt x="12567" y="69645"/>
                        <a:pt x="13986" y="70177"/>
                      </a:cubicBezTo>
                      <a:cubicBezTo>
                        <a:pt x="15404" y="70709"/>
                        <a:pt x="16601" y="70576"/>
                        <a:pt x="17444" y="69911"/>
                      </a:cubicBezTo>
                      <a:lnTo>
                        <a:pt x="17576" y="69778"/>
                      </a:lnTo>
                      <a:cubicBezTo>
                        <a:pt x="16291" y="68271"/>
                        <a:pt x="15227" y="66630"/>
                        <a:pt x="14074" y="65035"/>
                      </a:cubicBezTo>
                      <a:cubicBezTo>
                        <a:pt x="13010" y="63394"/>
                        <a:pt x="12257" y="61577"/>
                        <a:pt x="11326" y="59848"/>
                      </a:cubicBezTo>
                      <a:cubicBezTo>
                        <a:pt x="10528" y="58075"/>
                        <a:pt x="10040" y="56213"/>
                        <a:pt x="9375" y="54395"/>
                      </a:cubicBezTo>
                      <a:cubicBezTo>
                        <a:pt x="8843" y="52533"/>
                        <a:pt x="8577" y="50671"/>
                        <a:pt x="8134" y="48765"/>
                      </a:cubicBezTo>
                      <a:cubicBezTo>
                        <a:pt x="7824" y="46903"/>
                        <a:pt x="7735" y="44997"/>
                        <a:pt x="7513" y="43091"/>
                      </a:cubicBezTo>
                      <a:cubicBezTo>
                        <a:pt x="7380" y="41229"/>
                        <a:pt x="7425" y="39323"/>
                        <a:pt x="7336" y="37461"/>
                      </a:cubicBezTo>
                      <a:cubicBezTo>
                        <a:pt x="7425" y="33781"/>
                        <a:pt x="7646" y="30013"/>
                        <a:pt x="7912" y="26245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29" name="Forme libre : forme 26128">
                  <a:extLst>
                    <a:ext uri="{FF2B5EF4-FFF2-40B4-BE49-F238E27FC236}">
                      <a16:creationId xmlns:a16="http://schemas.microsoft.com/office/drawing/2014/main" id="{ED0FCA4F-19AB-4D49-BAAD-D69B007E3A67}"/>
                    </a:ext>
                  </a:extLst>
                </p:cNvPr>
                <p:cNvSpPr/>
                <p:nvPr/>
              </p:nvSpPr>
              <p:spPr>
                <a:xfrm>
                  <a:off x="6020313" y="1780007"/>
                  <a:ext cx="7823" cy="31942"/>
                </a:xfrm>
                <a:custGeom>
                  <a:avLst/>
                  <a:gdLst>
                    <a:gd name="connsiteX0" fmla="*/ 6397 w 7823"/>
                    <a:gd name="connsiteY0" fmla="*/ 31888 h 31942"/>
                    <a:gd name="connsiteX1" fmla="*/ 2408 w 7823"/>
                    <a:gd name="connsiteY1" fmla="*/ 27942 h 31942"/>
                    <a:gd name="connsiteX2" fmla="*/ 679 w 7823"/>
                    <a:gd name="connsiteY2" fmla="*/ 22667 h 31942"/>
                    <a:gd name="connsiteX3" fmla="*/ 14 w 7823"/>
                    <a:gd name="connsiteY3" fmla="*/ 16017 h 31942"/>
                    <a:gd name="connsiteX4" fmla="*/ 2053 w 7823"/>
                    <a:gd name="connsiteY4" fmla="*/ 4269 h 31942"/>
                    <a:gd name="connsiteX5" fmla="*/ 5555 w 7823"/>
                    <a:gd name="connsiteY5" fmla="*/ 14 h 31942"/>
                    <a:gd name="connsiteX6" fmla="*/ 7461 w 7823"/>
                    <a:gd name="connsiteY6" fmla="*/ 5067 h 31942"/>
                    <a:gd name="connsiteX7" fmla="*/ 7772 w 7823"/>
                    <a:gd name="connsiteY7" fmla="*/ 16017 h 31942"/>
                    <a:gd name="connsiteX8" fmla="*/ 7816 w 7823"/>
                    <a:gd name="connsiteY8" fmla="*/ 21913 h 31942"/>
                    <a:gd name="connsiteX9" fmla="*/ 7772 w 7823"/>
                    <a:gd name="connsiteY9" fmla="*/ 26790 h 31942"/>
                    <a:gd name="connsiteX10" fmla="*/ 6397 w 7823"/>
                    <a:gd name="connsiteY10" fmla="*/ 31888 h 31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823" h="31942">
                      <a:moveTo>
                        <a:pt x="6397" y="31888"/>
                      </a:moveTo>
                      <a:cubicBezTo>
                        <a:pt x="5466" y="32242"/>
                        <a:pt x="3649" y="30868"/>
                        <a:pt x="2408" y="27942"/>
                      </a:cubicBezTo>
                      <a:cubicBezTo>
                        <a:pt x="1787" y="26479"/>
                        <a:pt x="989" y="24706"/>
                        <a:pt x="679" y="22667"/>
                      </a:cubicBezTo>
                      <a:cubicBezTo>
                        <a:pt x="280" y="20628"/>
                        <a:pt x="-75" y="18367"/>
                        <a:pt x="14" y="16017"/>
                      </a:cubicBezTo>
                      <a:cubicBezTo>
                        <a:pt x="-31" y="11274"/>
                        <a:pt x="945" y="7107"/>
                        <a:pt x="2053" y="4269"/>
                      </a:cubicBezTo>
                      <a:cubicBezTo>
                        <a:pt x="3117" y="1388"/>
                        <a:pt x="4536" y="-164"/>
                        <a:pt x="5555" y="14"/>
                      </a:cubicBezTo>
                      <a:cubicBezTo>
                        <a:pt x="6619" y="235"/>
                        <a:pt x="7107" y="2142"/>
                        <a:pt x="7461" y="5067"/>
                      </a:cubicBezTo>
                      <a:cubicBezTo>
                        <a:pt x="7772" y="7949"/>
                        <a:pt x="7727" y="11850"/>
                        <a:pt x="7772" y="16017"/>
                      </a:cubicBezTo>
                      <a:cubicBezTo>
                        <a:pt x="7683" y="18101"/>
                        <a:pt x="7816" y="20096"/>
                        <a:pt x="7816" y="21913"/>
                      </a:cubicBezTo>
                      <a:cubicBezTo>
                        <a:pt x="7727" y="23731"/>
                        <a:pt x="7905" y="25371"/>
                        <a:pt x="7772" y="26790"/>
                      </a:cubicBezTo>
                      <a:cubicBezTo>
                        <a:pt x="7550" y="29583"/>
                        <a:pt x="7506" y="31489"/>
                        <a:pt x="6397" y="3188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30" name="Forme libre : forme 26129">
                  <a:extLst>
                    <a:ext uri="{FF2B5EF4-FFF2-40B4-BE49-F238E27FC236}">
                      <a16:creationId xmlns:a16="http://schemas.microsoft.com/office/drawing/2014/main" id="{0F74068A-3E2F-47E7-A822-4EF969180CCC}"/>
                    </a:ext>
                  </a:extLst>
                </p:cNvPr>
                <p:cNvSpPr/>
                <p:nvPr/>
              </p:nvSpPr>
              <p:spPr>
                <a:xfrm>
                  <a:off x="6020316" y="1780007"/>
                  <a:ext cx="7635" cy="23686"/>
                </a:xfrm>
                <a:custGeom>
                  <a:avLst/>
                  <a:gdLst>
                    <a:gd name="connsiteX0" fmla="*/ 7635 w 7635"/>
                    <a:gd name="connsiteY0" fmla="*/ 7373 h 23686"/>
                    <a:gd name="connsiteX1" fmla="*/ 5552 w 7635"/>
                    <a:gd name="connsiteY1" fmla="*/ 14 h 23686"/>
                    <a:gd name="connsiteX2" fmla="*/ 2050 w 7635"/>
                    <a:gd name="connsiteY2" fmla="*/ 4269 h 23686"/>
                    <a:gd name="connsiteX3" fmla="*/ 10 w 7635"/>
                    <a:gd name="connsiteY3" fmla="*/ 16017 h 23686"/>
                    <a:gd name="connsiteX4" fmla="*/ 897 w 7635"/>
                    <a:gd name="connsiteY4" fmla="*/ 23686 h 23686"/>
                    <a:gd name="connsiteX5" fmla="*/ 764 w 7635"/>
                    <a:gd name="connsiteY5" fmla="*/ 19431 h 23686"/>
                    <a:gd name="connsiteX6" fmla="*/ 3601 w 7635"/>
                    <a:gd name="connsiteY6" fmla="*/ 10210 h 23686"/>
                    <a:gd name="connsiteX7" fmla="*/ 7635 w 7635"/>
                    <a:gd name="connsiteY7" fmla="*/ 7373 h 23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35" h="23686">
                      <a:moveTo>
                        <a:pt x="7635" y="7373"/>
                      </a:moveTo>
                      <a:cubicBezTo>
                        <a:pt x="7458" y="3206"/>
                        <a:pt x="6882" y="235"/>
                        <a:pt x="5552" y="14"/>
                      </a:cubicBezTo>
                      <a:cubicBezTo>
                        <a:pt x="4532" y="-164"/>
                        <a:pt x="3114" y="1388"/>
                        <a:pt x="2050" y="4269"/>
                      </a:cubicBezTo>
                      <a:cubicBezTo>
                        <a:pt x="942" y="7107"/>
                        <a:pt x="-34" y="11274"/>
                        <a:pt x="10" y="16017"/>
                      </a:cubicBezTo>
                      <a:cubicBezTo>
                        <a:pt x="-78" y="18766"/>
                        <a:pt x="409" y="21425"/>
                        <a:pt x="897" y="23686"/>
                      </a:cubicBezTo>
                      <a:cubicBezTo>
                        <a:pt x="764" y="22268"/>
                        <a:pt x="720" y="20805"/>
                        <a:pt x="764" y="19431"/>
                      </a:cubicBezTo>
                      <a:cubicBezTo>
                        <a:pt x="1208" y="15618"/>
                        <a:pt x="2227" y="12338"/>
                        <a:pt x="3601" y="10210"/>
                      </a:cubicBezTo>
                      <a:cubicBezTo>
                        <a:pt x="4887" y="7993"/>
                        <a:pt x="6394" y="6929"/>
                        <a:pt x="7635" y="7373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31" name="Forme libre : forme 26130">
                  <a:extLst>
                    <a:ext uri="{FF2B5EF4-FFF2-40B4-BE49-F238E27FC236}">
                      <a16:creationId xmlns:a16="http://schemas.microsoft.com/office/drawing/2014/main" id="{D8426A55-3AE5-48D0-9739-428BA02572A2}"/>
                    </a:ext>
                  </a:extLst>
                </p:cNvPr>
                <p:cNvSpPr/>
                <p:nvPr/>
              </p:nvSpPr>
              <p:spPr>
                <a:xfrm>
                  <a:off x="6019529" y="1781419"/>
                  <a:ext cx="8100" cy="32403"/>
                </a:xfrm>
                <a:custGeom>
                  <a:avLst/>
                  <a:gdLst>
                    <a:gd name="connsiteX0" fmla="*/ 6916 w 8100"/>
                    <a:gd name="connsiteY0" fmla="*/ 32337 h 32403"/>
                    <a:gd name="connsiteX1" fmla="*/ 2748 w 8100"/>
                    <a:gd name="connsiteY1" fmla="*/ 28436 h 32403"/>
                    <a:gd name="connsiteX2" fmla="*/ 842 w 8100"/>
                    <a:gd name="connsiteY2" fmla="*/ 23116 h 32403"/>
                    <a:gd name="connsiteX3" fmla="*/ 0 w 8100"/>
                    <a:gd name="connsiteY3" fmla="*/ 16334 h 32403"/>
                    <a:gd name="connsiteX4" fmla="*/ 443 w 8100"/>
                    <a:gd name="connsiteY4" fmla="*/ 9640 h 32403"/>
                    <a:gd name="connsiteX5" fmla="*/ 1773 w 8100"/>
                    <a:gd name="connsiteY5" fmla="*/ 4364 h 32403"/>
                    <a:gd name="connsiteX6" fmla="*/ 5187 w 8100"/>
                    <a:gd name="connsiteY6" fmla="*/ 20 h 32403"/>
                    <a:gd name="connsiteX7" fmla="*/ 7182 w 8100"/>
                    <a:gd name="connsiteY7" fmla="*/ 5074 h 32403"/>
                    <a:gd name="connsiteX8" fmla="*/ 7536 w 8100"/>
                    <a:gd name="connsiteY8" fmla="*/ 10083 h 32403"/>
                    <a:gd name="connsiteX9" fmla="*/ 7714 w 8100"/>
                    <a:gd name="connsiteY9" fmla="*/ 16112 h 32403"/>
                    <a:gd name="connsiteX10" fmla="*/ 7891 w 8100"/>
                    <a:gd name="connsiteY10" fmla="*/ 22052 h 32403"/>
                    <a:gd name="connsiteX11" fmla="*/ 8068 w 8100"/>
                    <a:gd name="connsiteY11" fmla="*/ 27017 h 32403"/>
                    <a:gd name="connsiteX12" fmla="*/ 6916 w 8100"/>
                    <a:gd name="connsiteY12" fmla="*/ 32337 h 32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100" h="32403">
                      <a:moveTo>
                        <a:pt x="6916" y="32337"/>
                      </a:moveTo>
                      <a:cubicBezTo>
                        <a:pt x="5940" y="32736"/>
                        <a:pt x="4344" y="31318"/>
                        <a:pt x="2748" y="28436"/>
                      </a:cubicBezTo>
                      <a:cubicBezTo>
                        <a:pt x="2084" y="26973"/>
                        <a:pt x="1419" y="25156"/>
                        <a:pt x="842" y="23116"/>
                      </a:cubicBezTo>
                      <a:cubicBezTo>
                        <a:pt x="488" y="21077"/>
                        <a:pt x="0" y="18772"/>
                        <a:pt x="0" y="16334"/>
                      </a:cubicBezTo>
                      <a:cubicBezTo>
                        <a:pt x="0" y="13940"/>
                        <a:pt x="44" y="11635"/>
                        <a:pt x="443" y="9640"/>
                      </a:cubicBezTo>
                      <a:cubicBezTo>
                        <a:pt x="798" y="7600"/>
                        <a:pt x="1197" y="5827"/>
                        <a:pt x="1773" y="4364"/>
                      </a:cubicBezTo>
                      <a:cubicBezTo>
                        <a:pt x="2881" y="1439"/>
                        <a:pt x="4123" y="-202"/>
                        <a:pt x="5187" y="20"/>
                      </a:cubicBezTo>
                      <a:cubicBezTo>
                        <a:pt x="6206" y="197"/>
                        <a:pt x="6871" y="2148"/>
                        <a:pt x="7182" y="5074"/>
                      </a:cubicBezTo>
                      <a:cubicBezTo>
                        <a:pt x="7270" y="6537"/>
                        <a:pt x="7492" y="8221"/>
                        <a:pt x="7536" y="10083"/>
                      </a:cubicBezTo>
                      <a:cubicBezTo>
                        <a:pt x="7581" y="12122"/>
                        <a:pt x="7669" y="14073"/>
                        <a:pt x="7714" y="16112"/>
                      </a:cubicBezTo>
                      <a:cubicBezTo>
                        <a:pt x="7714" y="18240"/>
                        <a:pt x="7935" y="20235"/>
                        <a:pt x="7891" y="22052"/>
                      </a:cubicBezTo>
                      <a:cubicBezTo>
                        <a:pt x="8024" y="23870"/>
                        <a:pt x="8113" y="25554"/>
                        <a:pt x="8068" y="27017"/>
                      </a:cubicBezTo>
                      <a:cubicBezTo>
                        <a:pt x="8201" y="29855"/>
                        <a:pt x="7935" y="31894"/>
                        <a:pt x="6916" y="3233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32" name="Forme libre : forme 26131">
                  <a:extLst>
                    <a:ext uri="{FF2B5EF4-FFF2-40B4-BE49-F238E27FC236}">
                      <a16:creationId xmlns:a16="http://schemas.microsoft.com/office/drawing/2014/main" id="{1D78AD12-44D5-4E66-8AE9-4B34BFEDF136}"/>
                    </a:ext>
                  </a:extLst>
                </p:cNvPr>
                <p:cNvSpPr/>
                <p:nvPr/>
              </p:nvSpPr>
              <p:spPr>
                <a:xfrm>
                  <a:off x="6016113" y="1766178"/>
                  <a:ext cx="17707" cy="40998"/>
                </a:xfrm>
                <a:custGeom>
                  <a:avLst/>
                  <a:gdLst>
                    <a:gd name="connsiteX0" fmla="*/ 12415 w 17707"/>
                    <a:gd name="connsiteY0" fmla="*/ 455 h 40998"/>
                    <a:gd name="connsiteX1" fmla="*/ 8691 w 17707"/>
                    <a:gd name="connsiteY1" fmla="*/ 588 h 40998"/>
                    <a:gd name="connsiteX2" fmla="*/ 1288 w 17707"/>
                    <a:gd name="connsiteY2" fmla="*/ 16193 h 40998"/>
                    <a:gd name="connsiteX3" fmla="*/ 845 w 17707"/>
                    <a:gd name="connsiteY3" fmla="*/ 34856 h 40998"/>
                    <a:gd name="connsiteX4" fmla="*/ 2972 w 17707"/>
                    <a:gd name="connsiteY4" fmla="*/ 39998 h 40998"/>
                    <a:gd name="connsiteX5" fmla="*/ 5100 w 17707"/>
                    <a:gd name="connsiteY5" fmla="*/ 40397 h 40998"/>
                    <a:gd name="connsiteX6" fmla="*/ 6120 w 17707"/>
                    <a:gd name="connsiteY6" fmla="*/ 34235 h 40998"/>
                    <a:gd name="connsiteX7" fmla="*/ 10819 w 17707"/>
                    <a:gd name="connsiteY7" fmla="*/ 20581 h 40998"/>
                    <a:gd name="connsiteX8" fmla="*/ 17646 w 17707"/>
                    <a:gd name="connsiteY8" fmla="*/ 6085 h 40998"/>
                    <a:gd name="connsiteX9" fmla="*/ 12415 w 17707"/>
                    <a:gd name="connsiteY9" fmla="*/ 455 h 40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707" h="40998">
                      <a:moveTo>
                        <a:pt x="12415" y="455"/>
                      </a:moveTo>
                      <a:cubicBezTo>
                        <a:pt x="11307" y="56"/>
                        <a:pt x="10110" y="-387"/>
                        <a:pt x="8691" y="588"/>
                      </a:cubicBezTo>
                      <a:cubicBezTo>
                        <a:pt x="5987" y="2450"/>
                        <a:pt x="2928" y="9055"/>
                        <a:pt x="1288" y="16193"/>
                      </a:cubicBezTo>
                      <a:cubicBezTo>
                        <a:pt x="-175" y="22089"/>
                        <a:pt x="-485" y="29137"/>
                        <a:pt x="845" y="34856"/>
                      </a:cubicBezTo>
                      <a:cubicBezTo>
                        <a:pt x="1421" y="36984"/>
                        <a:pt x="2042" y="38890"/>
                        <a:pt x="2972" y="39998"/>
                      </a:cubicBezTo>
                      <a:cubicBezTo>
                        <a:pt x="3815" y="41107"/>
                        <a:pt x="4613" y="41373"/>
                        <a:pt x="5100" y="40397"/>
                      </a:cubicBezTo>
                      <a:cubicBezTo>
                        <a:pt x="5632" y="39200"/>
                        <a:pt x="5810" y="36541"/>
                        <a:pt x="6120" y="34235"/>
                      </a:cubicBezTo>
                      <a:cubicBezTo>
                        <a:pt x="6874" y="28738"/>
                        <a:pt x="8691" y="24128"/>
                        <a:pt x="10819" y="20581"/>
                      </a:cubicBezTo>
                      <a:cubicBezTo>
                        <a:pt x="12592" y="17478"/>
                        <a:pt x="16937" y="12602"/>
                        <a:pt x="17646" y="6085"/>
                      </a:cubicBezTo>
                      <a:cubicBezTo>
                        <a:pt x="18267" y="145"/>
                        <a:pt x="14011" y="987"/>
                        <a:pt x="12415" y="45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33" name="Forme libre : forme 26132">
                  <a:extLst>
                    <a:ext uri="{FF2B5EF4-FFF2-40B4-BE49-F238E27FC236}">
                      <a16:creationId xmlns:a16="http://schemas.microsoft.com/office/drawing/2014/main" id="{2ABB7DB3-5CC2-4A2E-9ADF-25A8888A51F0}"/>
                    </a:ext>
                  </a:extLst>
                </p:cNvPr>
                <p:cNvSpPr/>
                <p:nvPr/>
              </p:nvSpPr>
              <p:spPr>
                <a:xfrm>
                  <a:off x="6028483" y="1773855"/>
                  <a:ext cx="3080" cy="12897"/>
                </a:xfrm>
                <a:custGeom>
                  <a:avLst/>
                  <a:gdLst>
                    <a:gd name="connsiteX0" fmla="*/ 2394 w 3080"/>
                    <a:gd name="connsiteY0" fmla="*/ 935 h 12897"/>
                    <a:gd name="connsiteX1" fmla="*/ 1773 w 3080"/>
                    <a:gd name="connsiteY1" fmla="*/ 4 h 12897"/>
                    <a:gd name="connsiteX2" fmla="*/ 798 w 3080"/>
                    <a:gd name="connsiteY2" fmla="*/ 1024 h 12897"/>
                    <a:gd name="connsiteX3" fmla="*/ 310 w 3080"/>
                    <a:gd name="connsiteY3" fmla="*/ 3285 h 12897"/>
                    <a:gd name="connsiteX4" fmla="*/ 0 w 3080"/>
                    <a:gd name="connsiteY4" fmla="*/ 8915 h 12897"/>
                    <a:gd name="connsiteX5" fmla="*/ 177 w 3080"/>
                    <a:gd name="connsiteY5" fmla="*/ 10954 h 12897"/>
                    <a:gd name="connsiteX6" fmla="*/ 2882 w 3080"/>
                    <a:gd name="connsiteY6" fmla="*/ 9712 h 12897"/>
                    <a:gd name="connsiteX7" fmla="*/ 2394 w 3080"/>
                    <a:gd name="connsiteY7" fmla="*/ 935 h 12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80" h="12897">
                      <a:moveTo>
                        <a:pt x="2394" y="935"/>
                      </a:moveTo>
                      <a:cubicBezTo>
                        <a:pt x="2217" y="492"/>
                        <a:pt x="2039" y="93"/>
                        <a:pt x="1773" y="4"/>
                      </a:cubicBezTo>
                      <a:cubicBezTo>
                        <a:pt x="1507" y="-40"/>
                        <a:pt x="1108" y="270"/>
                        <a:pt x="798" y="1024"/>
                      </a:cubicBezTo>
                      <a:cubicBezTo>
                        <a:pt x="532" y="1689"/>
                        <a:pt x="399" y="2531"/>
                        <a:pt x="310" y="3285"/>
                      </a:cubicBezTo>
                      <a:cubicBezTo>
                        <a:pt x="89" y="5235"/>
                        <a:pt x="44" y="7097"/>
                        <a:pt x="0" y="8915"/>
                      </a:cubicBezTo>
                      <a:cubicBezTo>
                        <a:pt x="0" y="9668"/>
                        <a:pt x="89" y="10378"/>
                        <a:pt x="177" y="10954"/>
                      </a:cubicBezTo>
                      <a:cubicBezTo>
                        <a:pt x="709" y="13392"/>
                        <a:pt x="2527" y="14101"/>
                        <a:pt x="2882" y="9712"/>
                      </a:cubicBezTo>
                      <a:cubicBezTo>
                        <a:pt x="3325" y="6343"/>
                        <a:pt x="2970" y="2841"/>
                        <a:pt x="2394" y="93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34" name="Forme libre : forme 26133">
                  <a:extLst>
                    <a:ext uri="{FF2B5EF4-FFF2-40B4-BE49-F238E27FC236}">
                      <a16:creationId xmlns:a16="http://schemas.microsoft.com/office/drawing/2014/main" id="{AE784503-3593-421F-98A6-E54C7BA2EF56}"/>
                    </a:ext>
                  </a:extLst>
                </p:cNvPr>
                <p:cNvSpPr/>
                <p:nvPr/>
              </p:nvSpPr>
              <p:spPr>
                <a:xfrm>
                  <a:off x="6015672" y="1806398"/>
                  <a:ext cx="15560" cy="17921"/>
                </a:xfrm>
                <a:custGeom>
                  <a:avLst/>
                  <a:gdLst>
                    <a:gd name="connsiteX0" fmla="*/ 15560 w 15560"/>
                    <a:gd name="connsiteY0" fmla="*/ 17422 h 17921"/>
                    <a:gd name="connsiteX1" fmla="*/ 11570 w 15560"/>
                    <a:gd name="connsiteY1" fmla="*/ 17378 h 17921"/>
                    <a:gd name="connsiteX2" fmla="*/ 6029 w 15560"/>
                    <a:gd name="connsiteY2" fmla="*/ 12812 h 17921"/>
                    <a:gd name="connsiteX3" fmla="*/ 2793 w 15560"/>
                    <a:gd name="connsiteY3" fmla="*/ 7669 h 17921"/>
                    <a:gd name="connsiteX4" fmla="*/ 0 w 15560"/>
                    <a:gd name="connsiteY4" fmla="*/ 0 h 17921"/>
                    <a:gd name="connsiteX5" fmla="*/ 975 w 15560"/>
                    <a:gd name="connsiteY5" fmla="*/ 2926 h 17921"/>
                    <a:gd name="connsiteX6" fmla="*/ 4167 w 15560"/>
                    <a:gd name="connsiteY6" fmla="*/ 9309 h 17921"/>
                    <a:gd name="connsiteX7" fmla="*/ 9531 w 15560"/>
                    <a:gd name="connsiteY7" fmla="*/ 15250 h 17921"/>
                    <a:gd name="connsiteX8" fmla="*/ 15560 w 15560"/>
                    <a:gd name="connsiteY8" fmla="*/ 17422 h 17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560" h="17921">
                      <a:moveTo>
                        <a:pt x="15560" y="17422"/>
                      </a:moveTo>
                      <a:cubicBezTo>
                        <a:pt x="15560" y="17422"/>
                        <a:pt x="14541" y="18575"/>
                        <a:pt x="11570" y="17378"/>
                      </a:cubicBezTo>
                      <a:cubicBezTo>
                        <a:pt x="10019" y="16801"/>
                        <a:pt x="8201" y="15471"/>
                        <a:pt x="6029" y="12812"/>
                      </a:cubicBezTo>
                      <a:cubicBezTo>
                        <a:pt x="4832" y="11526"/>
                        <a:pt x="3857" y="9797"/>
                        <a:pt x="2793" y="7669"/>
                      </a:cubicBezTo>
                      <a:cubicBezTo>
                        <a:pt x="1596" y="5541"/>
                        <a:pt x="842" y="3014"/>
                        <a:pt x="0" y="0"/>
                      </a:cubicBezTo>
                      <a:cubicBezTo>
                        <a:pt x="0" y="0"/>
                        <a:pt x="355" y="1153"/>
                        <a:pt x="975" y="2926"/>
                      </a:cubicBezTo>
                      <a:cubicBezTo>
                        <a:pt x="1507" y="4699"/>
                        <a:pt x="2704" y="7004"/>
                        <a:pt x="4167" y="9309"/>
                      </a:cubicBezTo>
                      <a:cubicBezTo>
                        <a:pt x="5453" y="11659"/>
                        <a:pt x="7714" y="13698"/>
                        <a:pt x="9531" y="15250"/>
                      </a:cubicBezTo>
                      <a:cubicBezTo>
                        <a:pt x="11570" y="16713"/>
                        <a:pt x="13787" y="17466"/>
                        <a:pt x="15560" y="174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35" name="Forme libre : forme 26134">
                  <a:extLst>
                    <a:ext uri="{FF2B5EF4-FFF2-40B4-BE49-F238E27FC236}">
                      <a16:creationId xmlns:a16="http://schemas.microsoft.com/office/drawing/2014/main" id="{D8A0AAE0-D77C-4CDA-84C1-BC7F8F52A040}"/>
                    </a:ext>
                  </a:extLst>
                </p:cNvPr>
                <p:cNvSpPr/>
                <p:nvPr/>
              </p:nvSpPr>
              <p:spPr>
                <a:xfrm>
                  <a:off x="6033892" y="1758830"/>
                  <a:ext cx="3183" cy="22741"/>
                </a:xfrm>
                <a:custGeom>
                  <a:avLst/>
                  <a:gdLst>
                    <a:gd name="connsiteX0" fmla="*/ 1951 w 3183"/>
                    <a:gd name="connsiteY0" fmla="*/ 22742 h 22741"/>
                    <a:gd name="connsiteX1" fmla="*/ 2350 w 3183"/>
                    <a:gd name="connsiteY1" fmla="*/ 19860 h 22741"/>
                    <a:gd name="connsiteX2" fmla="*/ 3059 w 3183"/>
                    <a:gd name="connsiteY2" fmla="*/ 13078 h 22741"/>
                    <a:gd name="connsiteX3" fmla="*/ 0 w 3183"/>
                    <a:gd name="connsiteY3" fmla="*/ 0 h 22741"/>
                    <a:gd name="connsiteX4" fmla="*/ 1995 w 3183"/>
                    <a:gd name="connsiteY4" fmla="*/ 5009 h 22741"/>
                    <a:gd name="connsiteX5" fmla="*/ 2660 w 3183"/>
                    <a:gd name="connsiteY5" fmla="*/ 12102 h 22741"/>
                    <a:gd name="connsiteX6" fmla="*/ 1951 w 3183"/>
                    <a:gd name="connsiteY6" fmla="*/ 22742 h 22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83" h="22741">
                      <a:moveTo>
                        <a:pt x="1951" y="22742"/>
                      </a:moveTo>
                      <a:cubicBezTo>
                        <a:pt x="1951" y="22742"/>
                        <a:pt x="2084" y="21678"/>
                        <a:pt x="2350" y="19860"/>
                      </a:cubicBezTo>
                      <a:cubicBezTo>
                        <a:pt x="2616" y="18087"/>
                        <a:pt x="2882" y="15693"/>
                        <a:pt x="3059" y="13078"/>
                      </a:cubicBezTo>
                      <a:cubicBezTo>
                        <a:pt x="3414" y="7935"/>
                        <a:pt x="3192" y="1995"/>
                        <a:pt x="0" y="0"/>
                      </a:cubicBezTo>
                      <a:cubicBezTo>
                        <a:pt x="0" y="0"/>
                        <a:pt x="1241" y="1374"/>
                        <a:pt x="1995" y="5009"/>
                      </a:cubicBezTo>
                      <a:cubicBezTo>
                        <a:pt x="2394" y="6827"/>
                        <a:pt x="2616" y="9177"/>
                        <a:pt x="2660" y="12102"/>
                      </a:cubicBezTo>
                      <a:cubicBezTo>
                        <a:pt x="2704" y="15073"/>
                        <a:pt x="2438" y="18619"/>
                        <a:pt x="1951" y="22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36" name="Forme libre : forme 26135">
                  <a:extLst>
                    <a:ext uri="{FF2B5EF4-FFF2-40B4-BE49-F238E27FC236}">
                      <a16:creationId xmlns:a16="http://schemas.microsoft.com/office/drawing/2014/main" id="{221217FE-682C-4D59-AE31-FB1E27B6B151}"/>
                    </a:ext>
                  </a:extLst>
                </p:cNvPr>
                <p:cNvSpPr/>
                <p:nvPr/>
              </p:nvSpPr>
              <p:spPr>
                <a:xfrm>
                  <a:off x="6024738" y="1793266"/>
                  <a:ext cx="2582" cy="11750"/>
                </a:xfrm>
                <a:custGeom>
                  <a:avLst/>
                  <a:gdLst>
                    <a:gd name="connsiteX0" fmla="*/ 1263 w 2582"/>
                    <a:gd name="connsiteY0" fmla="*/ 11669 h 11750"/>
                    <a:gd name="connsiteX1" fmla="*/ 22 w 2582"/>
                    <a:gd name="connsiteY1" fmla="*/ 4709 h 11750"/>
                    <a:gd name="connsiteX2" fmla="*/ 1884 w 2582"/>
                    <a:gd name="connsiteY2" fmla="*/ 143 h 11750"/>
                    <a:gd name="connsiteX3" fmla="*/ 2549 w 2582"/>
                    <a:gd name="connsiteY3" fmla="*/ 6970 h 11750"/>
                    <a:gd name="connsiteX4" fmla="*/ 1263 w 2582"/>
                    <a:gd name="connsiteY4" fmla="*/ 11669 h 11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82" h="11750">
                      <a:moveTo>
                        <a:pt x="1263" y="11669"/>
                      </a:moveTo>
                      <a:cubicBezTo>
                        <a:pt x="376" y="11181"/>
                        <a:pt x="-111" y="7945"/>
                        <a:pt x="22" y="4709"/>
                      </a:cubicBezTo>
                      <a:cubicBezTo>
                        <a:pt x="376" y="1429"/>
                        <a:pt x="1219" y="-566"/>
                        <a:pt x="1884" y="143"/>
                      </a:cubicBezTo>
                      <a:cubicBezTo>
                        <a:pt x="2593" y="808"/>
                        <a:pt x="2637" y="3867"/>
                        <a:pt x="2549" y="6970"/>
                      </a:cubicBezTo>
                      <a:cubicBezTo>
                        <a:pt x="2416" y="10073"/>
                        <a:pt x="2017" y="12201"/>
                        <a:pt x="1263" y="1166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37" name="Forme libre : forme 26136">
                  <a:extLst>
                    <a:ext uri="{FF2B5EF4-FFF2-40B4-BE49-F238E27FC236}">
                      <a16:creationId xmlns:a16="http://schemas.microsoft.com/office/drawing/2014/main" id="{3D3ADB14-5172-426F-AC3D-5986AF80C0D8}"/>
                    </a:ext>
                  </a:extLst>
                </p:cNvPr>
                <p:cNvSpPr/>
                <p:nvPr/>
              </p:nvSpPr>
              <p:spPr>
                <a:xfrm>
                  <a:off x="6025680" y="1803337"/>
                  <a:ext cx="1297" cy="3195"/>
                </a:xfrm>
                <a:custGeom>
                  <a:avLst/>
                  <a:gdLst>
                    <a:gd name="connsiteX0" fmla="*/ 986 w 1297"/>
                    <a:gd name="connsiteY0" fmla="*/ 3194 h 3195"/>
                    <a:gd name="connsiteX1" fmla="*/ 99 w 1297"/>
                    <a:gd name="connsiteY1" fmla="*/ 1687 h 3195"/>
                    <a:gd name="connsiteX2" fmla="*/ 365 w 1297"/>
                    <a:gd name="connsiteY2" fmla="*/ 2 h 3195"/>
                    <a:gd name="connsiteX3" fmla="*/ 1207 w 1297"/>
                    <a:gd name="connsiteY3" fmla="*/ 1509 h 3195"/>
                    <a:gd name="connsiteX4" fmla="*/ 986 w 1297"/>
                    <a:gd name="connsiteY4" fmla="*/ 3194 h 3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7" h="3195">
                      <a:moveTo>
                        <a:pt x="986" y="3194"/>
                      </a:moveTo>
                      <a:cubicBezTo>
                        <a:pt x="675" y="3238"/>
                        <a:pt x="276" y="2573"/>
                        <a:pt x="99" y="1687"/>
                      </a:cubicBezTo>
                      <a:cubicBezTo>
                        <a:pt x="-123" y="800"/>
                        <a:pt x="55" y="46"/>
                        <a:pt x="365" y="2"/>
                      </a:cubicBezTo>
                      <a:cubicBezTo>
                        <a:pt x="631" y="-42"/>
                        <a:pt x="986" y="667"/>
                        <a:pt x="1207" y="1509"/>
                      </a:cubicBezTo>
                      <a:cubicBezTo>
                        <a:pt x="1385" y="2396"/>
                        <a:pt x="1296" y="3149"/>
                        <a:pt x="986" y="31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38" name="Forme libre : forme 26137">
                  <a:extLst>
                    <a:ext uri="{FF2B5EF4-FFF2-40B4-BE49-F238E27FC236}">
                      <a16:creationId xmlns:a16="http://schemas.microsoft.com/office/drawing/2014/main" id="{15045930-EFAD-41AE-A393-4625DBB317BE}"/>
                    </a:ext>
                  </a:extLst>
                </p:cNvPr>
                <p:cNvSpPr/>
                <p:nvPr/>
              </p:nvSpPr>
              <p:spPr>
                <a:xfrm>
                  <a:off x="6028009" y="1793366"/>
                  <a:ext cx="6747" cy="26701"/>
                </a:xfrm>
                <a:custGeom>
                  <a:avLst/>
                  <a:gdLst>
                    <a:gd name="connsiteX0" fmla="*/ 6459 w 6747"/>
                    <a:gd name="connsiteY0" fmla="*/ 22164 h 26701"/>
                    <a:gd name="connsiteX1" fmla="*/ 3312 w 6747"/>
                    <a:gd name="connsiteY1" fmla="*/ 26553 h 26701"/>
                    <a:gd name="connsiteX2" fmla="*/ 830 w 6747"/>
                    <a:gd name="connsiteY2" fmla="*/ 25223 h 26701"/>
                    <a:gd name="connsiteX3" fmla="*/ 76 w 6747"/>
                    <a:gd name="connsiteY3" fmla="*/ 21543 h 26701"/>
                    <a:gd name="connsiteX4" fmla="*/ 2204 w 6747"/>
                    <a:gd name="connsiteY4" fmla="*/ 13519 h 26701"/>
                    <a:gd name="connsiteX5" fmla="*/ 2115 w 6747"/>
                    <a:gd name="connsiteY5" fmla="*/ 10106 h 26701"/>
                    <a:gd name="connsiteX6" fmla="*/ 2425 w 6747"/>
                    <a:gd name="connsiteY6" fmla="*/ 5052 h 26701"/>
                    <a:gd name="connsiteX7" fmla="*/ 4509 w 6747"/>
                    <a:gd name="connsiteY7" fmla="*/ 353 h 26701"/>
                    <a:gd name="connsiteX8" fmla="*/ 5750 w 6747"/>
                    <a:gd name="connsiteY8" fmla="*/ 7934 h 26701"/>
                    <a:gd name="connsiteX9" fmla="*/ 6637 w 6747"/>
                    <a:gd name="connsiteY9" fmla="*/ 15559 h 26701"/>
                    <a:gd name="connsiteX10" fmla="*/ 6459 w 6747"/>
                    <a:gd name="connsiteY10" fmla="*/ 22164 h 26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747" h="26701">
                      <a:moveTo>
                        <a:pt x="6459" y="22164"/>
                      </a:moveTo>
                      <a:cubicBezTo>
                        <a:pt x="5839" y="24513"/>
                        <a:pt x="4864" y="25710"/>
                        <a:pt x="3312" y="26553"/>
                      </a:cubicBezTo>
                      <a:cubicBezTo>
                        <a:pt x="2780" y="26819"/>
                        <a:pt x="1716" y="26907"/>
                        <a:pt x="830" y="25223"/>
                      </a:cubicBezTo>
                      <a:cubicBezTo>
                        <a:pt x="-13" y="23760"/>
                        <a:pt x="-101" y="22341"/>
                        <a:pt x="76" y="21543"/>
                      </a:cubicBezTo>
                      <a:cubicBezTo>
                        <a:pt x="741" y="18883"/>
                        <a:pt x="1982" y="17199"/>
                        <a:pt x="2204" y="13519"/>
                      </a:cubicBezTo>
                      <a:cubicBezTo>
                        <a:pt x="2248" y="12943"/>
                        <a:pt x="2204" y="11658"/>
                        <a:pt x="2115" y="10106"/>
                      </a:cubicBezTo>
                      <a:cubicBezTo>
                        <a:pt x="2159" y="8554"/>
                        <a:pt x="2292" y="6692"/>
                        <a:pt x="2425" y="5052"/>
                      </a:cubicBezTo>
                      <a:cubicBezTo>
                        <a:pt x="3002" y="1639"/>
                        <a:pt x="3755" y="-977"/>
                        <a:pt x="4509" y="353"/>
                      </a:cubicBezTo>
                      <a:cubicBezTo>
                        <a:pt x="5351" y="1639"/>
                        <a:pt x="5396" y="4830"/>
                        <a:pt x="5750" y="7934"/>
                      </a:cubicBezTo>
                      <a:cubicBezTo>
                        <a:pt x="6016" y="11037"/>
                        <a:pt x="6415" y="14140"/>
                        <a:pt x="6637" y="15559"/>
                      </a:cubicBezTo>
                      <a:cubicBezTo>
                        <a:pt x="6725" y="18263"/>
                        <a:pt x="6903" y="20435"/>
                        <a:pt x="6459" y="2216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87" name="Graphique 2">
                <a:extLst>
                  <a:ext uri="{FF2B5EF4-FFF2-40B4-BE49-F238E27FC236}">
                    <a16:creationId xmlns:a16="http://schemas.microsoft.com/office/drawing/2014/main" id="{E4F0FC5A-BB6A-442F-8239-6EC9D4E312D1}"/>
                  </a:ext>
                </a:extLst>
              </p:cNvPr>
              <p:cNvGrpSpPr/>
              <p:nvPr/>
            </p:nvGrpSpPr>
            <p:grpSpPr>
              <a:xfrm>
                <a:off x="6030918" y="1821699"/>
                <a:ext cx="68667" cy="29649"/>
                <a:chOff x="6030918" y="1821699"/>
                <a:chExt cx="68667" cy="29649"/>
              </a:xfrm>
              <a:solidFill>
                <a:schemeClr val="accent1"/>
              </a:solidFill>
            </p:grpSpPr>
            <p:sp>
              <p:nvSpPr>
                <p:cNvPr id="26115" name="Forme libre : forme 26114">
                  <a:extLst>
                    <a:ext uri="{FF2B5EF4-FFF2-40B4-BE49-F238E27FC236}">
                      <a16:creationId xmlns:a16="http://schemas.microsoft.com/office/drawing/2014/main" id="{652D533E-AC6A-4BA4-ADC9-2C0BCD540BD5}"/>
                    </a:ext>
                  </a:extLst>
                </p:cNvPr>
                <p:cNvSpPr/>
                <p:nvPr/>
              </p:nvSpPr>
              <p:spPr>
                <a:xfrm>
                  <a:off x="6030918" y="1821699"/>
                  <a:ext cx="68578" cy="29649"/>
                </a:xfrm>
                <a:custGeom>
                  <a:avLst/>
                  <a:gdLst>
                    <a:gd name="connsiteX0" fmla="*/ 47660 w 68578"/>
                    <a:gd name="connsiteY0" fmla="*/ 29029 h 29649"/>
                    <a:gd name="connsiteX1" fmla="*/ 40257 w 68578"/>
                    <a:gd name="connsiteY1" fmla="*/ 29650 h 29649"/>
                    <a:gd name="connsiteX2" fmla="*/ 32410 w 68578"/>
                    <a:gd name="connsiteY2" fmla="*/ 29384 h 29649"/>
                    <a:gd name="connsiteX3" fmla="*/ 24430 w 68578"/>
                    <a:gd name="connsiteY3" fmla="*/ 27965 h 29649"/>
                    <a:gd name="connsiteX4" fmla="*/ 16717 w 68578"/>
                    <a:gd name="connsiteY4" fmla="*/ 25306 h 29649"/>
                    <a:gd name="connsiteX5" fmla="*/ 7806 w 68578"/>
                    <a:gd name="connsiteY5" fmla="*/ 19764 h 29649"/>
                    <a:gd name="connsiteX6" fmla="*/ 2221 w 68578"/>
                    <a:gd name="connsiteY6" fmla="*/ 13381 h 29649"/>
                    <a:gd name="connsiteX7" fmla="*/ 48 w 68578"/>
                    <a:gd name="connsiteY7" fmla="*/ 7750 h 29649"/>
                    <a:gd name="connsiteX8" fmla="*/ 979 w 68578"/>
                    <a:gd name="connsiteY8" fmla="*/ 4426 h 29649"/>
                    <a:gd name="connsiteX9" fmla="*/ 5368 w 68578"/>
                    <a:gd name="connsiteY9" fmla="*/ 790 h 29649"/>
                    <a:gd name="connsiteX10" fmla="*/ 8649 w 68578"/>
                    <a:gd name="connsiteY10" fmla="*/ 37 h 29649"/>
                    <a:gd name="connsiteX11" fmla="*/ 13126 w 68578"/>
                    <a:gd name="connsiteY11" fmla="*/ 1189 h 29649"/>
                    <a:gd name="connsiteX12" fmla="*/ 18667 w 68578"/>
                    <a:gd name="connsiteY12" fmla="*/ 3406 h 29649"/>
                    <a:gd name="connsiteX13" fmla="*/ 24829 w 68578"/>
                    <a:gd name="connsiteY13" fmla="*/ 6022 h 29649"/>
                    <a:gd name="connsiteX14" fmla="*/ 29440 w 68578"/>
                    <a:gd name="connsiteY14" fmla="*/ 7573 h 29649"/>
                    <a:gd name="connsiteX15" fmla="*/ 34272 w 68578"/>
                    <a:gd name="connsiteY15" fmla="*/ 8415 h 29649"/>
                    <a:gd name="connsiteX16" fmla="*/ 39414 w 68578"/>
                    <a:gd name="connsiteY16" fmla="*/ 8548 h 29649"/>
                    <a:gd name="connsiteX17" fmla="*/ 44956 w 68578"/>
                    <a:gd name="connsiteY17" fmla="*/ 8016 h 29649"/>
                    <a:gd name="connsiteX18" fmla="*/ 52891 w 68578"/>
                    <a:gd name="connsiteY18" fmla="*/ 7307 h 29649"/>
                    <a:gd name="connsiteX19" fmla="*/ 60028 w 68578"/>
                    <a:gd name="connsiteY19" fmla="*/ 7573 h 29649"/>
                    <a:gd name="connsiteX20" fmla="*/ 67564 w 68578"/>
                    <a:gd name="connsiteY20" fmla="*/ 11696 h 29649"/>
                    <a:gd name="connsiteX21" fmla="*/ 68540 w 68578"/>
                    <a:gd name="connsiteY21" fmla="*/ 17503 h 29649"/>
                    <a:gd name="connsiteX22" fmla="*/ 63264 w 68578"/>
                    <a:gd name="connsiteY22" fmla="*/ 23976 h 29649"/>
                    <a:gd name="connsiteX23" fmla="*/ 56615 w 68578"/>
                    <a:gd name="connsiteY23" fmla="*/ 26946 h 29649"/>
                    <a:gd name="connsiteX24" fmla="*/ 47660 w 68578"/>
                    <a:gd name="connsiteY24" fmla="*/ 29029 h 29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8578" h="29649">
                      <a:moveTo>
                        <a:pt x="47660" y="29029"/>
                      </a:moveTo>
                      <a:cubicBezTo>
                        <a:pt x="45310" y="29384"/>
                        <a:pt x="42695" y="29428"/>
                        <a:pt x="40257" y="29650"/>
                      </a:cubicBezTo>
                      <a:cubicBezTo>
                        <a:pt x="37641" y="29606"/>
                        <a:pt x="35070" y="29694"/>
                        <a:pt x="32410" y="29384"/>
                      </a:cubicBezTo>
                      <a:cubicBezTo>
                        <a:pt x="29750" y="28985"/>
                        <a:pt x="27046" y="28808"/>
                        <a:pt x="24430" y="27965"/>
                      </a:cubicBezTo>
                      <a:cubicBezTo>
                        <a:pt x="21771" y="27300"/>
                        <a:pt x="19155" y="26502"/>
                        <a:pt x="16717" y="25306"/>
                      </a:cubicBezTo>
                      <a:cubicBezTo>
                        <a:pt x="13126" y="23931"/>
                        <a:pt x="10289" y="21759"/>
                        <a:pt x="7806" y="19764"/>
                      </a:cubicBezTo>
                      <a:cubicBezTo>
                        <a:pt x="5324" y="17725"/>
                        <a:pt x="3639" y="15331"/>
                        <a:pt x="2221" y="13381"/>
                      </a:cubicBezTo>
                      <a:cubicBezTo>
                        <a:pt x="891" y="11341"/>
                        <a:pt x="270" y="9258"/>
                        <a:pt x="48" y="7750"/>
                      </a:cubicBezTo>
                      <a:cubicBezTo>
                        <a:pt x="-129" y="6199"/>
                        <a:pt x="181" y="5091"/>
                        <a:pt x="979" y="4426"/>
                      </a:cubicBezTo>
                      <a:lnTo>
                        <a:pt x="5368" y="790"/>
                      </a:lnTo>
                      <a:cubicBezTo>
                        <a:pt x="6166" y="125"/>
                        <a:pt x="7319" y="-96"/>
                        <a:pt x="8649" y="37"/>
                      </a:cubicBezTo>
                      <a:cubicBezTo>
                        <a:pt x="10023" y="125"/>
                        <a:pt x="11397" y="657"/>
                        <a:pt x="13126" y="1189"/>
                      </a:cubicBezTo>
                      <a:cubicBezTo>
                        <a:pt x="14944" y="1677"/>
                        <a:pt x="16672" y="2608"/>
                        <a:pt x="18667" y="3406"/>
                      </a:cubicBezTo>
                      <a:cubicBezTo>
                        <a:pt x="20707" y="4160"/>
                        <a:pt x="22702" y="5312"/>
                        <a:pt x="24829" y="6022"/>
                      </a:cubicBezTo>
                      <a:cubicBezTo>
                        <a:pt x="26292" y="6775"/>
                        <a:pt x="27844" y="7174"/>
                        <a:pt x="29440" y="7573"/>
                      </a:cubicBezTo>
                      <a:cubicBezTo>
                        <a:pt x="30947" y="8149"/>
                        <a:pt x="32676" y="8105"/>
                        <a:pt x="34272" y="8415"/>
                      </a:cubicBezTo>
                      <a:cubicBezTo>
                        <a:pt x="35912" y="8593"/>
                        <a:pt x="37685" y="8504"/>
                        <a:pt x="39414" y="8548"/>
                      </a:cubicBezTo>
                      <a:cubicBezTo>
                        <a:pt x="41276" y="8327"/>
                        <a:pt x="43005" y="8327"/>
                        <a:pt x="44956" y="8016"/>
                      </a:cubicBezTo>
                      <a:cubicBezTo>
                        <a:pt x="47615" y="7662"/>
                        <a:pt x="50320" y="7396"/>
                        <a:pt x="52891" y="7307"/>
                      </a:cubicBezTo>
                      <a:cubicBezTo>
                        <a:pt x="55462" y="7218"/>
                        <a:pt x="57945" y="7263"/>
                        <a:pt x="60028" y="7573"/>
                      </a:cubicBezTo>
                      <a:cubicBezTo>
                        <a:pt x="64373" y="8149"/>
                        <a:pt x="67210" y="9612"/>
                        <a:pt x="67564" y="11696"/>
                      </a:cubicBezTo>
                      <a:lnTo>
                        <a:pt x="68540" y="17503"/>
                      </a:lnTo>
                      <a:cubicBezTo>
                        <a:pt x="68894" y="19587"/>
                        <a:pt x="66811" y="21892"/>
                        <a:pt x="63264" y="23976"/>
                      </a:cubicBezTo>
                      <a:cubicBezTo>
                        <a:pt x="61402" y="25039"/>
                        <a:pt x="59230" y="26059"/>
                        <a:pt x="56615" y="26946"/>
                      </a:cubicBezTo>
                      <a:cubicBezTo>
                        <a:pt x="54088" y="27877"/>
                        <a:pt x="51073" y="28586"/>
                        <a:pt x="47660" y="29029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16" name="Forme libre : forme 26115">
                  <a:extLst>
                    <a:ext uri="{FF2B5EF4-FFF2-40B4-BE49-F238E27FC236}">
                      <a16:creationId xmlns:a16="http://schemas.microsoft.com/office/drawing/2014/main" id="{B6324381-CE38-4396-A2CD-37241DDB5F17}"/>
                    </a:ext>
                  </a:extLst>
                </p:cNvPr>
                <p:cNvSpPr/>
                <p:nvPr/>
              </p:nvSpPr>
              <p:spPr>
                <a:xfrm>
                  <a:off x="6030918" y="1824573"/>
                  <a:ext cx="68667" cy="26775"/>
                </a:xfrm>
                <a:custGeom>
                  <a:avLst/>
                  <a:gdLst>
                    <a:gd name="connsiteX0" fmla="*/ 24120 w 68667"/>
                    <a:gd name="connsiteY0" fmla="*/ 17821 h 26775"/>
                    <a:gd name="connsiteX1" fmla="*/ 16185 w 68667"/>
                    <a:gd name="connsiteY1" fmla="*/ 14984 h 26775"/>
                    <a:gd name="connsiteX2" fmla="*/ 9713 w 68667"/>
                    <a:gd name="connsiteY2" fmla="*/ 10418 h 26775"/>
                    <a:gd name="connsiteX3" fmla="*/ 5146 w 68667"/>
                    <a:gd name="connsiteY3" fmla="*/ 5142 h 26775"/>
                    <a:gd name="connsiteX4" fmla="*/ 2886 w 68667"/>
                    <a:gd name="connsiteY4" fmla="*/ 0 h 26775"/>
                    <a:gd name="connsiteX5" fmla="*/ 979 w 68667"/>
                    <a:gd name="connsiteY5" fmla="*/ 1552 h 26775"/>
                    <a:gd name="connsiteX6" fmla="*/ 48 w 68667"/>
                    <a:gd name="connsiteY6" fmla="*/ 4876 h 26775"/>
                    <a:gd name="connsiteX7" fmla="*/ 2221 w 68667"/>
                    <a:gd name="connsiteY7" fmla="*/ 10507 h 26775"/>
                    <a:gd name="connsiteX8" fmla="*/ 7806 w 68667"/>
                    <a:gd name="connsiteY8" fmla="*/ 16890 h 26775"/>
                    <a:gd name="connsiteX9" fmla="*/ 16717 w 68667"/>
                    <a:gd name="connsiteY9" fmla="*/ 22432 h 26775"/>
                    <a:gd name="connsiteX10" fmla="*/ 24430 w 68667"/>
                    <a:gd name="connsiteY10" fmla="*/ 25091 h 26775"/>
                    <a:gd name="connsiteX11" fmla="*/ 32410 w 68667"/>
                    <a:gd name="connsiteY11" fmla="*/ 26510 h 26775"/>
                    <a:gd name="connsiteX12" fmla="*/ 40257 w 68667"/>
                    <a:gd name="connsiteY12" fmla="*/ 26776 h 26775"/>
                    <a:gd name="connsiteX13" fmla="*/ 47660 w 68667"/>
                    <a:gd name="connsiteY13" fmla="*/ 26155 h 26775"/>
                    <a:gd name="connsiteX14" fmla="*/ 56703 w 68667"/>
                    <a:gd name="connsiteY14" fmla="*/ 24116 h 26775"/>
                    <a:gd name="connsiteX15" fmla="*/ 63353 w 68667"/>
                    <a:gd name="connsiteY15" fmla="*/ 21146 h 26775"/>
                    <a:gd name="connsiteX16" fmla="*/ 68628 w 68667"/>
                    <a:gd name="connsiteY16" fmla="*/ 14674 h 26775"/>
                    <a:gd name="connsiteX17" fmla="*/ 68584 w 68667"/>
                    <a:gd name="connsiteY17" fmla="*/ 14496 h 26775"/>
                    <a:gd name="connsiteX18" fmla="*/ 46951 w 68667"/>
                    <a:gd name="connsiteY18" fmla="*/ 18442 h 26775"/>
                    <a:gd name="connsiteX19" fmla="*/ 24120 w 68667"/>
                    <a:gd name="connsiteY19" fmla="*/ 17821 h 26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8667" h="26775">
                      <a:moveTo>
                        <a:pt x="24120" y="17821"/>
                      </a:moveTo>
                      <a:cubicBezTo>
                        <a:pt x="21283" y="17422"/>
                        <a:pt x="18756" y="16048"/>
                        <a:pt x="16185" y="14984"/>
                      </a:cubicBezTo>
                      <a:cubicBezTo>
                        <a:pt x="13835" y="13521"/>
                        <a:pt x="11574" y="12058"/>
                        <a:pt x="9713" y="10418"/>
                      </a:cubicBezTo>
                      <a:cubicBezTo>
                        <a:pt x="7939" y="8600"/>
                        <a:pt x="6299" y="6916"/>
                        <a:pt x="5146" y="5142"/>
                      </a:cubicBezTo>
                      <a:cubicBezTo>
                        <a:pt x="4082" y="3281"/>
                        <a:pt x="3285" y="1507"/>
                        <a:pt x="2886" y="0"/>
                      </a:cubicBezTo>
                      <a:lnTo>
                        <a:pt x="979" y="1552"/>
                      </a:lnTo>
                      <a:cubicBezTo>
                        <a:pt x="181" y="2217"/>
                        <a:pt x="-129" y="3325"/>
                        <a:pt x="48" y="4876"/>
                      </a:cubicBezTo>
                      <a:cubicBezTo>
                        <a:pt x="270" y="6384"/>
                        <a:pt x="891" y="8467"/>
                        <a:pt x="2221" y="10507"/>
                      </a:cubicBezTo>
                      <a:cubicBezTo>
                        <a:pt x="3595" y="12457"/>
                        <a:pt x="5324" y="14851"/>
                        <a:pt x="7806" y="16890"/>
                      </a:cubicBezTo>
                      <a:cubicBezTo>
                        <a:pt x="10289" y="18885"/>
                        <a:pt x="13126" y="21057"/>
                        <a:pt x="16717" y="22432"/>
                      </a:cubicBezTo>
                      <a:cubicBezTo>
                        <a:pt x="19155" y="23628"/>
                        <a:pt x="21771" y="24382"/>
                        <a:pt x="24430" y="25091"/>
                      </a:cubicBezTo>
                      <a:cubicBezTo>
                        <a:pt x="27046" y="25934"/>
                        <a:pt x="29750" y="26111"/>
                        <a:pt x="32410" y="26510"/>
                      </a:cubicBezTo>
                      <a:cubicBezTo>
                        <a:pt x="35070" y="26820"/>
                        <a:pt x="37641" y="26732"/>
                        <a:pt x="40257" y="26776"/>
                      </a:cubicBezTo>
                      <a:cubicBezTo>
                        <a:pt x="42739" y="26599"/>
                        <a:pt x="45310" y="26510"/>
                        <a:pt x="47660" y="26155"/>
                      </a:cubicBezTo>
                      <a:cubicBezTo>
                        <a:pt x="51029" y="25712"/>
                        <a:pt x="54088" y="25003"/>
                        <a:pt x="56703" y="24116"/>
                      </a:cubicBezTo>
                      <a:cubicBezTo>
                        <a:pt x="59363" y="23230"/>
                        <a:pt x="61535" y="22210"/>
                        <a:pt x="63353" y="21146"/>
                      </a:cubicBezTo>
                      <a:cubicBezTo>
                        <a:pt x="66899" y="19062"/>
                        <a:pt x="68983" y="16713"/>
                        <a:pt x="68628" y="14674"/>
                      </a:cubicBezTo>
                      <a:lnTo>
                        <a:pt x="68584" y="14496"/>
                      </a:lnTo>
                      <a:cubicBezTo>
                        <a:pt x="61447" y="15871"/>
                        <a:pt x="54310" y="17511"/>
                        <a:pt x="46951" y="18442"/>
                      </a:cubicBezTo>
                      <a:cubicBezTo>
                        <a:pt x="39636" y="19373"/>
                        <a:pt x="31922" y="19550"/>
                        <a:pt x="24120" y="1782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17" name="Forme libre : forme 26116">
                  <a:extLst>
                    <a:ext uri="{FF2B5EF4-FFF2-40B4-BE49-F238E27FC236}">
                      <a16:creationId xmlns:a16="http://schemas.microsoft.com/office/drawing/2014/main" id="{202974AF-1BA7-4526-A781-22D75DD1D49C}"/>
                    </a:ext>
                  </a:extLst>
                </p:cNvPr>
                <p:cNvSpPr/>
                <p:nvPr/>
              </p:nvSpPr>
              <p:spPr>
                <a:xfrm>
                  <a:off x="6053028" y="1837163"/>
                  <a:ext cx="31902" cy="8103"/>
                </a:xfrm>
                <a:custGeom>
                  <a:avLst/>
                  <a:gdLst>
                    <a:gd name="connsiteX0" fmla="*/ 31889 w 31902"/>
                    <a:gd name="connsiteY0" fmla="*/ 2350 h 8103"/>
                    <a:gd name="connsiteX1" fmla="*/ 27677 w 31902"/>
                    <a:gd name="connsiteY1" fmla="*/ 5940 h 8103"/>
                    <a:gd name="connsiteX2" fmla="*/ 22535 w 31902"/>
                    <a:gd name="connsiteY2" fmla="*/ 7448 h 8103"/>
                    <a:gd name="connsiteX3" fmla="*/ 15885 w 31902"/>
                    <a:gd name="connsiteY3" fmla="*/ 8068 h 8103"/>
                    <a:gd name="connsiteX4" fmla="*/ 9147 w 31902"/>
                    <a:gd name="connsiteY4" fmla="*/ 7315 h 8103"/>
                    <a:gd name="connsiteX5" fmla="*/ 3872 w 31902"/>
                    <a:gd name="connsiteY5" fmla="*/ 5453 h 8103"/>
                    <a:gd name="connsiteX6" fmla="*/ 724 w 31902"/>
                    <a:gd name="connsiteY6" fmla="*/ 3280 h 8103"/>
                    <a:gd name="connsiteX7" fmla="*/ 59 w 31902"/>
                    <a:gd name="connsiteY7" fmla="*/ 1330 h 8103"/>
                    <a:gd name="connsiteX8" fmla="*/ 1744 w 31902"/>
                    <a:gd name="connsiteY8" fmla="*/ 355 h 8103"/>
                    <a:gd name="connsiteX9" fmla="*/ 5290 w 31902"/>
                    <a:gd name="connsiteY9" fmla="*/ 0 h 8103"/>
                    <a:gd name="connsiteX10" fmla="*/ 10122 w 31902"/>
                    <a:gd name="connsiteY10" fmla="*/ 44 h 8103"/>
                    <a:gd name="connsiteX11" fmla="*/ 15930 w 31902"/>
                    <a:gd name="connsiteY11" fmla="*/ 89 h 8103"/>
                    <a:gd name="connsiteX12" fmla="*/ 21826 w 31902"/>
                    <a:gd name="connsiteY12" fmla="*/ 89 h 8103"/>
                    <a:gd name="connsiteX13" fmla="*/ 26835 w 31902"/>
                    <a:gd name="connsiteY13" fmla="*/ 310 h 8103"/>
                    <a:gd name="connsiteX14" fmla="*/ 31889 w 31902"/>
                    <a:gd name="connsiteY14" fmla="*/ 2350 h 8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902" h="8103">
                      <a:moveTo>
                        <a:pt x="31889" y="2350"/>
                      </a:moveTo>
                      <a:cubicBezTo>
                        <a:pt x="32066" y="3413"/>
                        <a:pt x="30514" y="4788"/>
                        <a:pt x="27677" y="5940"/>
                      </a:cubicBezTo>
                      <a:cubicBezTo>
                        <a:pt x="26259" y="6472"/>
                        <a:pt x="24530" y="7093"/>
                        <a:pt x="22535" y="7448"/>
                      </a:cubicBezTo>
                      <a:cubicBezTo>
                        <a:pt x="20496" y="7714"/>
                        <a:pt x="18323" y="8245"/>
                        <a:pt x="15885" y="8068"/>
                      </a:cubicBezTo>
                      <a:cubicBezTo>
                        <a:pt x="13491" y="8068"/>
                        <a:pt x="11186" y="7891"/>
                        <a:pt x="9147" y="7315"/>
                      </a:cubicBezTo>
                      <a:cubicBezTo>
                        <a:pt x="7063" y="6871"/>
                        <a:pt x="5290" y="6295"/>
                        <a:pt x="3872" y="5453"/>
                      </a:cubicBezTo>
                      <a:cubicBezTo>
                        <a:pt x="2453" y="4699"/>
                        <a:pt x="1389" y="3945"/>
                        <a:pt x="724" y="3280"/>
                      </a:cubicBezTo>
                      <a:cubicBezTo>
                        <a:pt x="103" y="2527"/>
                        <a:pt x="-118" y="1862"/>
                        <a:pt x="59" y="1330"/>
                      </a:cubicBezTo>
                      <a:cubicBezTo>
                        <a:pt x="236" y="798"/>
                        <a:pt x="857" y="532"/>
                        <a:pt x="1744" y="355"/>
                      </a:cubicBezTo>
                      <a:cubicBezTo>
                        <a:pt x="2675" y="133"/>
                        <a:pt x="3872" y="0"/>
                        <a:pt x="5290" y="0"/>
                      </a:cubicBezTo>
                      <a:cubicBezTo>
                        <a:pt x="6664" y="89"/>
                        <a:pt x="8305" y="44"/>
                        <a:pt x="10122" y="44"/>
                      </a:cubicBezTo>
                      <a:cubicBezTo>
                        <a:pt x="11895" y="177"/>
                        <a:pt x="13846" y="89"/>
                        <a:pt x="15930" y="89"/>
                      </a:cubicBezTo>
                      <a:cubicBezTo>
                        <a:pt x="17969" y="222"/>
                        <a:pt x="20008" y="-44"/>
                        <a:pt x="21826" y="89"/>
                      </a:cubicBezTo>
                      <a:cubicBezTo>
                        <a:pt x="23687" y="133"/>
                        <a:pt x="25372" y="89"/>
                        <a:pt x="26835" y="310"/>
                      </a:cubicBezTo>
                      <a:cubicBezTo>
                        <a:pt x="29761" y="621"/>
                        <a:pt x="31711" y="1241"/>
                        <a:pt x="31889" y="235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18" name="Forme libre : forme 26117">
                  <a:extLst>
                    <a:ext uri="{FF2B5EF4-FFF2-40B4-BE49-F238E27FC236}">
                      <a16:creationId xmlns:a16="http://schemas.microsoft.com/office/drawing/2014/main" id="{E62AC07B-1301-41C4-BACB-81D1F48F8E53}"/>
                    </a:ext>
                  </a:extLst>
                </p:cNvPr>
                <p:cNvSpPr/>
                <p:nvPr/>
              </p:nvSpPr>
              <p:spPr>
                <a:xfrm>
                  <a:off x="6053028" y="1837224"/>
                  <a:ext cx="23510" cy="8017"/>
                </a:xfrm>
                <a:custGeom>
                  <a:avLst/>
                  <a:gdLst>
                    <a:gd name="connsiteX0" fmla="*/ 7551 w 23510"/>
                    <a:gd name="connsiteY0" fmla="*/ 73 h 8017"/>
                    <a:gd name="connsiteX1" fmla="*/ 2497 w 23510"/>
                    <a:gd name="connsiteY1" fmla="*/ 161 h 8017"/>
                    <a:gd name="connsiteX2" fmla="*/ 59 w 23510"/>
                    <a:gd name="connsiteY2" fmla="*/ 1270 h 8017"/>
                    <a:gd name="connsiteX3" fmla="*/ 724 w 23510"/>
                    <a:gd name="connsiteY3" fmla="*/ 3220 h 8017"/>
                    <a:gd name="connsiteX4" fmla="*/ 3872 w 23510"/>
                    <a:gd name="connsiteY4" fmla="*/ 5392 h 8017"/>
                    <a:gd name="connsiteX5" fmla="*/ 9147 w 23510"/>
                    <a:gd name="connsiteY5" fmla="*/ 7254 h 8017"/>
                    <a:gd name="connsiteX6" fmla="*/ 15885 w 23510"/>
                    <a:gd name="connsiteY6" fmla="*/ 8008 h 8017"/>
                    <a:gd name="connsiteX7" fmla="*/ 23510 w 23510"/>
                    <a:gd name="connsiteY7" fmla="*/ 7166 h 8017"/>
                    <a:gd name="connsiteX8" fmla="*/ 19299 w 23510"/>
                    <a:gd name="connsiteY8" fmla="*/ 7210 h 8017"/>
                    <a:gd name="connsiteX9" fmla="*/ 14023 w 23510"/>
                    <a:gd name="connsiteY9" fmla="*/ 6102 h 8017"/>
                    <a:gd name="connsiteX10" fmla="*/ 10034 w 23510"/>
                    <a:gd name="connsiteY10" fmla="*/ 4240 h 8017"/>
                    <a:gd name="connsiteX11" fmla="*/ 7551 w 23510"/>
                    <a:gd name="connsiteY11" fmla="*/ 73 h 8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510" h="8017">
                      <a:moveTo>
                        <a:pt x="7551" y="73"/>
                      </a:moveTo>
                      <a:cubicBezTo>
                        <a:pt x="5556" y="-16"/>
                        <a:pt x="3827" y="-60"/>
                        <a:pt x="2497" y="161"/>
                      </a:cubicBezTo>
                      <a:cubicBezTo>
                        <a:pt x="1167" y="427"/>
                        <a:pt x="325" y="605"/>
                        <a:pt x="59" y="1270"/>
                      </a:cubicBezTo>
                      <a:cubicBezTo>
                        <a:pt x="-118" y="1757"/>
                        <a:pt x="103" y="2466"/>
                        <a:pt x="724" y="3220"/>
                      </a:cubicBezTo>
                      <a:cubicBezTo>
                        <a:pt x="1389" y="3885"/>
                        <a:pt x="2453" y="4639"/>
                        <a:pt x="3872" y="5392"/>
                      </a:cubicBezTo>
                      <a:cubicBezTo>
                        <a:pt x="5290" y="6235"/>
                        <a:pt x="7063" y="6811"/>
                        <a:pt x="9147" y="7254"/>
                      </a:cubicBezTo>
                      <a:cubicBezTo>
                        <a:pt x="11186" y="7831"/>
                        <a:pt x="13491" y="8008"/>
                        <a:pt x="15885" y="8008"/>
                      </a:cubicBezTo>
                      <a:cubicBezTo>
                        <a:pt x="18722" y="8097"/>
                        <a:pt x="21249" y="7565"/>
                        <a:pt x="23510" y="7166"/>
                      </a:cubicBezTo>
                      <a:cubicBezTo>
                        <a:pt x="22092" y="7254"/>
                        <a:pt x="20673" y="7299"/>
                        <a:pt x="19299" y="7210"/>
                      </a:cubicBezTo>
                      <a:cubicBezTo>
                        <a:pt x="17437" y="7121"/>
                        <a:pt x="15619" y="6545"/>
                        <a:pt x="14023" y="6102"/>
                      </a:cubicBezTo>
                      <a:cubicBezTo>
                        <a:pt x="12427" y="5658"/>
                        <a:pt x="11098" y="4993"/>
                        <a:pt x="10034" y="4240"/>
                      </a:cubicBezTo>
                      <a:cubicBezTo>
                        <a:pt x="7950" y="2777"/>
                        <a:pt x="7019" y="1314"/>
                        <a:pt x="7551" y="73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19" name="Forme libre : forme 26118">
                  <a:extLst>
                    <a:ext uri="{FF2B5EF4-FFF2-40B4-BE49-F238E27FC236}">
                      <a16:creationId xmlns:a16="http://schemas.microsoft.com/office/drawing/2014/main" id="{F176461D-7E52-41DE-85F2-218C1D002D64}"/>
                    </a:ext>
                  </a:extLst>
                </p:cNvPr>
                <p:cNvSpPr/>
                <p:nvPr/>
              </p:nvSpPr>
              <p:spPr>
                <a:xfrm>
                  <a:off x="6054277" y="1837966"/>
                  <a:ext cx="32433" cy="8196"/>
                </a:xfrm>
                <a:custGeom>
                  <a:avLst/>
                  <a:gdLst>
                    <a:gd name="connsiteX0" fmla="*/ 32413 w 32433"/>
                    <a:gd name="connsiteY0" fmla="*/ 2123 h 8196"/>
                    <a:gd name="connsiteX1" fmla="*/ 28246 w 32433"/>
                    <a:gd name="connsiteY1" fmla="*/ 5758 h 8196"/>
                    <a:gd name="connsiteX2" fmla="*/ 16453 w 32433"/>
                    <a:gd name="connsiteY2" fmla="*/ 8197 h 8196"/>
                    <a:gd name="connsiteX3" fmla="*/ 9582 w 32433"/>
                    <a:gd name="connsiteY3" fmla="*/ 7665 h 8196"/>
                    <a:gd name="connsiteX4" fmla="*/ 4129 w 32433"/>
                    <a:gd name="connsiteY4" fmla="*/ 5980 h 8196"/>
                    <a:gd name="connsiteX5" fmla="*/ 51 w 32433"/>
                    <a:gd name="connsiteY5" fmla="*/ 1946 h 8196"/>
                    <a:gd name="connsiteX6" fmla="*/ 5326 w 32433"/>
                    <a:gd name="connsiteY6" fmla="*/ 483 h 8196"/>
                    <a:gd name="connsiteX7" fmla="*/ 10247 w 32433"/>
                    <a:gd name="connsiteY7" fmla="*/ 350 h 8196"/>
                    <a:gd name="connsiteX8" fmla="*/ 16187 w 32433"/>
                    <a:gd name="connsiteY8" fmla="*/ 217 h 8196"/>
                    <a:gd name="connsiteX9" fmla="*/ 27270 w 32433"/>
                    <a:gd name="connsiteY9" fmla="*/ 128 h 8196"/>
                    <a:gd name="connsiteX10" fmla="*/ 32413 w 32433"/>
                    <a:gd name="connsiteY10" fmla="*/ 2123 h 8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433" h="8196">
                      <a:moveTo>
                        <a:pt x="32413" y="2123"/>
                      </a:moveTo>
                      <a:cubicBezTo>
                        <a:pt x="32634" y="3232"/>
                        <a:pt x="31038" y="4517"/>
                        <a:pt x="28246" y="5758"/>
                      </a:cubicBezTo>
                      <a:cubicBezTo>
                        <a:pt x="25408" y="6955"/>
                        <a:pt x="21286" y="7975"/>
                        <a:pt x="16453" y="8197"/>
                      </a:cubicBezTo>
                      <a:cubicBezTo>
                        <a:pt x="14015" y="8108"/>
                        <a:pt x="11710" y="8108"/>
                        <a:pt x="9582" y="7665"/>
                      </a:cubicBezTo>
                      <a:cubicBezTo>
                        <a:pt x="7499" y="7177"/>
                        <a:pt x="5637" y="6689"/>
                        <a:pt x="4129" y="5980"/>
                      </a:cubicBezTo>
                      <a:cubicBezTo>
                        <a:pt x="1204" y="4429"/>
                        <a:pt x="-304" y="2966"/>
                        <a:pt x="51" y="1946"/>
                      </a:cubicBezTo>
                      <a:cubicBezTo>
                        <a:pt x="406" y="926"/>
                        <a:pt x="2489" y="439"/>
                        <a:pt x="5326" y="483"/>
                      </a:cubicBezTo>
                      <a:cubicBezTo>
                        <a:pt x="6745" y="439"/>
                        <a:pt x="8474" y="261"/>
                        <a:pt x="10247" y="350"/>
                      </a:cubicBezTo>
                      <a:cubicBezTo>
                        <a:pt x="12065" y="350"/>
                        <a:pt x="14104" y="128"/>
                        <a:pt x="16187" y="217"/>
                      </a:cubicBezTo>
                      <a:cubicBezTo>
                        <a:pt x="20399" y="-5"/>
                        <a:pt x="24300" y="-93"/>
                        <a:pt x="27270" y="128"/>
                      </a:cubicBezTo>
                      <a:cubicBezTo>
                        <a:pt x="30240" y="350"/>
                        <a:pt x="32191" y="1015"/>
                        <a:pt x="32413" y="212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20" name="Forme libre : forme 26119">
                  <a:extLst>
                    <a:ext uri="{FF2B5EF4-FFF2-40B4-BE49-F238E27FC236}">
                      <a16:creationId xmlns:a16="http://schemas.microsoft.com/office/drawing/2014/main" id="{C46EEFD5-DC13-43A3-92E3-6FE410F50C82}"/>
                    </a:ext>
                  </a:extLst>
                </p:cNvPr>
                <p:cNvSpPr/>
                <p:nvPr/>
              </p:nvSpPr>
              <p:spPr>
                <a:xfrm>
                  <a:off x="6039537" y="1828464"/>
                  <a:ext cx="40410" cy="21207"/>
                </a:xfrm>
                <a:custGeom>
                  <a:avLst/>
                  <a:gdLst>
                    <a:gd name="connsiteX0" fmla="*/ 1404 w 40410"/>
                    <a:gd name="connsiteY0" fmla="*/ 3690 h 21207"/>
                    <a:gd name="connsiteX1" fmla="*/ 118 w 40410"/>
                    <a:gd name="connsiteY1" fmla="*/ 7325 h 21207"/>
                    <a:gd name="connsiteX2" fmla="*/ 4817 w 40410"/>
                    <a:gd name="connsiteY2" fmla="*/ 13442 h 21207"/>
                    <a:gd name="connsiteX3" fmla="*/ 9383 w 40410"/>
                    <a:gd name="connsiteY3" fmla="*/ 16546 h 21207"/>
                    <a:gd name="connsiteX4" fmla="*/ 11999 w 40410"/>
                    <a:gd name="connsiteY4" fmla="*/ 18009 h 21207"/>
                    <a:gd name="connsiteX5" fmla="*/ 14880 w 40410"/>
                    <a:gd name="connsiteY5" fmla="*/ 19073 h 21207"/>
                    <a:gd name="connsiteX6" fmla="*/ 25032 w 40410"/>
                    <a:gd name="connsiteY6" fmla="*/ 21200 h 21207"/>
                    <a:gd name="connsiteX7" fmla="*/ 34475 w 40410"/>
                    <a:gd name="connsiteY7" fmla="*/ 20358 h 21207"/>
                    <a:gd name="connsiteX8" fmla="*/ 39883 w 40410"/>
                    <a:gd name="connsiteY8" fmla="*/ 16191 h 21207"/>
                    <a:gd name="connsiteX9" fmla="*/ 33854 w 40410"/>
                    <a:gd name="connsiteY9" fmla="*/ 14950 h 21207"/>
                    <a:gd name="connsiteX10" fmla="*/ 26273 w 40410"/>
                    <a:gd name="connsiteY10" fmla="*/ 13043 h 21207"/>
                    <a:gd name="connsiteX11" fmla="*/ 20377 w 40410"/>
                    <a:gd name="connsiteY11" fmla="*/ 9940 h 21207"/>
                    <a:gd name="connsiteX12" fmla="*/ 8452 w 40410"/>
                    <a:gd name="connsiteY12" fmla="*/ 631 h 21207"/>
                    <a:gd name="connsiteX13" fmla="*/ 3532 w 40410"/>
                    <a:gd name="connsiteY13" fmla="*/ 808 h 21207"/>
                    <a:gd name="connsiteX14" fmla="*/ 1404 w 40410"/>
                    <a:gd name="connsiteY14" fmla="*/ 3690 h 21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410" h="21207">
                      <a:moveTo>
                        <a:pt x="1404" y="3690"/>
                      </a:moveTo>
                      <a:cubicBezTo>
                        <a:pt x="562" y="4621"/>
                        <a:pt x="-325" y="5507"/>
                        <a:pt x="118" y="7325"/>
                      </a:cubicBezTo>
                      <a:cubicBezTo>
                        <a:pt x="473" y="9142"/>
                        <a:pt x="2335" y="11093"/>
                        <a:pt x="4817" y="13442"/>
                      </a:cubicBezTo>
                      <a:cubicBezTo>
                        <a:pt x="6014" y="14684"/>
                        <a:pt x="7743" y="15482"/>
                        <a:pt x="9383" y="16546"/>
                      </a:cubicBezTo>
                      <a:cubicBezTo>
                        <a:pt x="10270" y="17033"/>
                        <a:pt x="11157" y="17521"/>
                        <a:pt x="11999" y="18009"/>
                      </a:cubicBezTo>
                      <a:cubicBezTo>
                        <a:pt x="12974" y="18363"/>
                        <a:pt x="13949" y="18718"/>
                        <a:pt x="14880" y="19073"/>
                      </a:cubicBezTo>
                      <a:cubicBezTo>
                        <a:pt x="18072" y="20358"/>
                        <a:pt x="21619" y="20801"/>
                        <a:pt x="25032" y="21200"/>
                      </a:cubicBezTo>
                      <a:cubicBezTo>
                        <a:pt x="28401" y="21245"/>
                        <a:pt x="31726" y="21112"/>
                        <a:pt x="34475" y="20358"/>
                      </a:cubicBezTo>
                      <a:cubicBezTo>
                        <a:pt x="38730" y="19472"/>
                        <a:pt x="41656" y="17255"/>
                        <a:pt x="39883" y="16191"/>
                      </a:cubicBezTo>
                      <a:cubicBezTo>
                        <a:pt x="38775" y="15526"/>
                        <a:pt x="36204" y="15349"/>
                        <a:pt x="33854" y="14950"/>
                      </a:cubicBezTo>
                      <a:cubicBezTo>
                        <a:pt x="31150" y="14639"/>
                        <a:pt x="28534" y="13797"/>
                        <a:pt x="26273" y="13043"/>
                      </a:cubicBezTo>
                      <a:cubicBezTo>
                        <a:pt x="24013" y="12157"/>
                        <a:pt x="22018" y="11004"/>
                        <a:pt x="20377" y="9940"/>
                      </a:cubicBezTo>
                      <a:cubicBezTo>
                        <a:pt x="17452" y="7635"/>
                        <a:pt x="13683" y="3246"/>
                        <a:pt x="8452" y="631"/>
                      </a:cubicBezTo>
                      <a:cubicBezTo>
                        <a:pt x="5881" y="-300"/>
                        <a:pt x="4596" y="-167"/>
                        <a:pt x="3532" y="808"/>
                      </a:cubicBezTo>
                      <a:cubicBezTo>
                        <a:pt x="2512" y="1650"/>
                        <a:pt x="1980" y="3069"/>
                        <a:pt x="1404" y="369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21" name="Forme libre : forme 26120">
                  <a:extLst>
                    <a:ext uri="{FF2B5EF4-FFF2-40B4-BE49-F238E27FC236}">
                      <a16:creationId xmlns:a16="http://schemas.microsoft.com/office/drawing/2014/main" id="{B2A8BCD4-C8A7-4AA7-8F49-F7D659B32970}"/>
                    </a:ext>
                  </a:extLst>
                </p:cNvPr>
                <p:cNvSpPr/>
                <p:nvPr/>
              </p:nvSpPr>
              <p:spPr>
                <a:xfrm>
                  <a:off x="6048302" y="1832420"/>
                  <a:ext cx="11983" cy="3819"/>
                </a:xfrm>
                <a:custGeom>
                  <a:avLst/>
                  <a:gdLst>
                    <a:gd name="connsiteX0" fmla="*/ 1061 w 11983"/>
                    <a:gd name="connsiteY0" fmla="*/ 0 h 3819"/>
                    <a:gd name="connsiteX1" fmla="*/ 42 w 11983"/>
                    <a:gd name="connsiteY1" fmla="*/ 355 h 3819"/>
                    <a:gd name="connsiteX2" fmla="*/ 706 w 11983"/>
                    <a:gd name="connsiteY2" fmla="*/ 1596 h 3819"/>
                    <a:gd name="connsiteX3" fmla="*/ 2746 w 11983"/>
                    <a:gd name="connsiteY3" fmla="*/ 2527 h 3819"/>
                    <a:gd name="connsiteX4" fmla="*/ 8021 w 11983"/>
                    <a:gd name="connsiteY4" fmla="*/ 3768 h 3819"/>
                    <a:gd name="connsiteX5" fmla="*/ 10016 w 11983"/>
                    <a:gd name="connsiteY5" fmla="*/ 3768 h 3819"/>
                    <a:gd name="connsiteX6" fmla="*/ 9262 w 11983"/>
                    <a:gd name="connsiteY6" fmla="*/ 931 h 3819"/>
                    <a:gd name="connsiteX7" fmla="*/ 4785 w 11983"/>
                    <a:gd name="connsiteY7" fmla="*/ 133 h 3819"/>
                    <a:gd name="connsiteX8" fmla="*/ 1061 w 11983"/>
                    <a:gd name="connsiteY8" fmla="*/ 0 h 3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83" h="3819">
                      <a:moveTo>
                        <a:pt x="1061" y="0"/>
                      </a:moveTo>
                      <a:cubicBezTo>
                        <a:pt x="618" y="44"/>
                        <a:pt x="175" y="89"/>
                        <a:pt x="42" y="355"/>
                      </a:cubicBezTo>
                      <a:cubicBezTo>
                        <a:pt x="-91" y="621"/>
                        <a:pt x="86" y="1108"/>
                        <a:pt x="706" y="1596"/>
                      </a:cubicBezTo>
                      <a:cubicBezTo>
                        <a:pt x="1238" y="2084"/>
                        <a:pt x="2036" y="2305"/>
                        <a:pt x="2746" y="2527"/>
                      </a:cubicBezTo>
                      <a:cubicBezTo>
                        <a:pt x="4563" y="3014"/>
                        <a:pt x="6248" y="3724"/>
                        <a:pt x="8021" y="3768"/>
                      </a:cubicBezTo>
                      <a:cubicBezTo>
                        <a:pt x="8730" y="3812"/>
                        <a:pt x="9440" y="3857"/>
                        <a:pt x="10016" y="3768"/>
                      </a:cubicBezTo>
                      <a:cubicBezTo>
                        <a:pt x="12410" y="3502"/>
                        <a:pt x="13119" y="1729"/>
                        <a:pt x="9262" y="931"/>
                      </a:cubicBezTo>
                      <a:cubicBezTo>
                        <a:pt x="7711" y="754"/>
                        <a:pt x="6248" y="222"/>
                        <a:pt x="4785" y="133"/>
                      </a:cubicBezTo>
                      <a:cubicBezTo>
                        <a:pt x="3278" y="44"/>
                        <a:pt x="1948" y="44"/>
                        <a:pt x="1061" y="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22" name="Forme libre : forme 26121">
                  <a:extLst>
                    <a:ext uri="{FF2B5EF4-FFF2-40B4-BE49-F238E27FC236}">
                      <a16:creationId xmlns:a16="http://schemas.microsoft.com/office/drawing/2014/main" id="{A368CD8D-4B36-42FD-9F4D-7588F78BFCD0}"/>
                    </a:ext>
                  </a:extLst>
                </p:cNvPr>
                <p:cNvSpPr/>
                <p:nvPr/>
              </p:nvSpPr>
              <p:spPr>
                <a:xfrm>
                  <a:off x="6079021" y="1838715"/>
                  <a:ext cx="18362" cy="11437"/>
                </a:xfrm>
                <a:custGeom>
                  <a:avLst/>
                  <a:gdLst>
                    <a:gd name="connsiteX0" fmla="*/ 18309 w 18362"/>
                    <a:gd name="connsiteY0" fmla="*/ 0 h 11437"/>
                    <a:gd name="connsiteX1" fmla="*/ 16846 w 18362"/>
                    <a:gd name="connsiteY1" fmla="*/ 3635 h 11437"/>
                    <a:gd name="connsiteX2" fmla="*/ 11748 w 18362"/>
                    <a:gd name="connsiteY2" fmla="*/ 7359 h 11437"/>
                    <a:gd name="connsiteX3" fmla="*/ 6960 w 18362"/>
                    <a:gd name="connsiteY3" fmla="*/ 9443 h 11437"/>
                    <a:gd name="connsiteX4" fmla="*/ 0 w 18362"/>
                    <a:gd name="connsiteY4" fmla="*/ 11437 h 11437"/>
                    <a:gd name="connsiteX5" fmla="*/ 2660 w 18362"/>
                    <a:gd name="connsiteY5" fmla="*/ 10684 h 11437"/>
                    <a:gd name="connsiteX6" fmla="*/ 8467 w 18362"/>
                    <a:gd name="connsiteY6" fmla="*/ 8334 h 11437"/>
                    <a:gd name="connsiteX7" fmla="*/ 18309 w 18362"/>
                    <a:gd name="connsiteY7" fmla="*/ 0 h 11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62" h="11437">
                      <a:moveTo>
                        <a:pt x="18309" y="0"/>
                      </a:moveTo>
                      <a:cubicBezTo>
                        <a:pt x="18309" y="0"/>
                        <a:pt x="18796" y="1463"/>
                        <a:pt x="16846" y="3635"/>
                      </a:cubicBezTo>
                      <a:cubicBezTo>
                        <a:pt x="15915" y="4699"/>
                        <a:pt x="14363" y="5985"/>
                        <a:pt x="11748" y="7359"/>
                      </a:cubicBezTo>
                      <a:cubicBezTo>
                        <a:pt x="10462" y="8068"/>
                        <a:pt x="8910" y="8733"/>
                        <a:pt x="6960" y="9443"/>
                      </a:cubicBezTo>
                      <a:cubicBezTo>
                        <a:pt x="5098" y="10152"/>
                        <a:pt x="2793" y="10861"/>
                        <a:pt x="0" y="11437"/>
                      </a:cubicBezTo>
                      <a:cubicBezTo>
                        <a:pt x="0" y="11437"/>
                        <a:pt x="931" y="11171"/>
                        <a:pt x="2660" y="10684"/>
                      </a:cubicBezTo>
                      <a:cubicBezTo>
                        <a:pt x="4344" y="10196"/>
                        <a:pt x="6295" y="9354"/>
                        <a:pt x="8467" y="8334"/>
                      </a:cubicBezTo>
                      <a:cubicBezTo>
                        <a:pt x="12767" y="6295"/>
                        <a:pt x="17023" y="3414"/>
                        <a:pt x="183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23" name="Forme libre : forme 26122">
                  <a:extLst>
                    <a:ext uri="{FF2B5EF4-FFF2-40B4-BE49-F238E27FC236}">
                      <a16:creationId xmlns:a16="http://schemas.microsoft.com/office/drawing/2014/main" id="{E6E86C9A-B38A-43E8-9869-B031ADC49224}"/>
                    </a:ext>
                  </a:extLst>
                </p:cNvPr>
                <p:cNvSpPr/>
                <p:nvPr/>
              </p:nvSpPr>
              <p:spPr>
                <a:xfrm>
                  <a:off x="6036640" y="1823287"/>
                  <a:ext cx="19904" cy="5453"/>
                </a:xfrm>
                <a:custGeom>
                  <a:avLst/>
                  <a:gdLst>
                    <a:gd name="connsiteX0" fmla="*/ 19905 w 19904"/>
                    <a:gd name="connsiteY0" fmla="*/ 5453 h 5453"/>
                    <a:gd name="connsiteX1" fmla="*/ 17599 w 19904"/>
                    <a:gd name="connsiteY1" fmla="*/ 4655 h 5453"/>
                    <a:gd name="connsiteX2" fmla="*/ 12191 w 19904"/>
                    <a:gd name="connsiteY2" fmla="*/ 2616 h 5453"/>
                    <a:gd name="connsiteX3" fmla="*/ 5763 w 19904"/>
                    <a:gd name="connsiteY3" fmla="*/ 488 h 5453"/>
                    <a:gd name="connsiteX4" fmla="*/ 0 w 19904"/>
                    <a:gd name="connsiteY4" fmla="*/ 577 h 5453"/>
                    <a:gd name="connsiteX5" fmla="*/ 5054 w 19904"/>
                    <a:gd name="connsiteY5" fmla="*/ 1109 h 5453"/>
                    <a:gd name="connsiteX6" fmla="*/ 11216 w 19904"/>
                    <a:gd name="connsiteY6" fmla="*/ 2793 h 5453"/>
                    <a:gd name="connsiteX7" fmla="*/ 19905 w 19904"/>
                    <a:gd name="connsiteY7" fmla="*/ 5453 h 5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904" h="5453">
                      <a:moveTo>
                        <a:pt x="19905" y="5453"/>
                      </a:moveTo>
                      <a:cubicBezTo>
                        <a:pt x="19905" y="5453"/>
                        <a:pt x="19018" y="5099"/>
                        <a:pt x="17599" y="4655"/>
                      </a:cubicBezTo>
                      <a:cubicBezTo>
                        <a:pt x="16137" y="4345"/>
                        <a:pt x="14363" y="3192"/>
                        <a:pt x="12191" y="2616"/>
                      </a:cubicBezTo>
                      <a:cubicBezTo>
                        <a:pt x="10108" y="1818"/>
                        <a:pt x="8024" y="843"/>
                        <a:pt x="5763" y="488"/>
                      </a:cubicBezTo>
                      <a:cubicBezTo>
                        <a:pt x="3813" y="-88"/>
                        <a:pt x="1729" y="-265"/>
                        <a:pt x="0" y="577"/>
                      </a:cubicBezTo>
                      <a:cubicBezTo>
                        <a:pt x="0" y="577"/>
                        <a:pt x="1906" y="267"/>
                        <a:pt x="5054" y="1109"/>
                      </a:cubicBezTo>
                      <a:cubicBezTo>
                        <a:pt x="6783" y="1375"/>
                        <a:pt x="8866" y="1862"/>
                        <a:pt x="11216" y="2793"/>
                      </a:cubicBezTo>
                      <a:cubicBezTo>
                        <a:pt x="13787" y="3325"/>
                        <a:pt x="16580" y="4567"/>
                        <a:pt x="19905" y="54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24" name="Forme libre : forme 26123">
                  <a:extLst>
                    <a:ext uri="{FF2B5EF4-FFF2-40B4-BE49-F238E27FC236}">
                      <a16:creationId xmlns:a16="http://schemas.microsoft.com/office/drawing/2014/main" id="{BE7EF33C-6A52-4E61-95D3-26CB8D24EEBF}"/>
                    </a:ext>
                  </a:extLst>
                </p:cNvPr>
                <p:cNvSpPr/>
                <p:nvPr/>
              </p:nvSpPr>
              <p:spPr>
                <a:xfrm>
                  <a:off x="6066257" y="1838138"/>
                  <a:ext cx="11792" cy="2650"/>
                </a:xfrm>
                <a:custGeom>
                  <a:avLst/>
                  <a:gdLst>
                    <a:gd name="connsiteX0" fmla="*/ 11700 w 11792"/>
                    <a:gd name="connsiteY0" fmla="*/ 1419 h 2650"/>
                    <a:gd name="connsiteX1" fmla="*/ 4696 w 11792"/>
                    <a:gd name="connsiteY1" fmla="*/ 2616 h 2650"/>
                    <a:gd name="connsiteX2" fmla="*/ 130 w 11792"/>
                    <a:gd name="connsiteY2" fmla="*/ 665 h 2650"/>
                    <a:gd name="connsiteX3" fmla="*/ 6912 w 11792"/>
                    <a:gd name="connsiteY3" fmla="*/ 1 h 2650"/>
                    <a:gd name="connsiteX4" fmla="*/ 11700 w 11792"/>
                    <a:gd name="connsiteY4" fmla="*/ 1419 h 2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92" h="2650">
                      <a:moveTo>
                        <a:pt x="11700" y="1419"/>
                      </a:moveTo>
                      <a:cubicBezTo>
                        <a:pt x="11124" y="2261"/>
                        <a:pt x="7976" y="2793"/>
                        <a:pt x="4696" y="2616"/>
                      </a:cubicBezTo>
                      <a:cubicBezTo>
                        <a:pt x="1415" y="2261"/>
                        <a:pt x="-535" y="1286"/>
                        <a:pt x="130" y="665"/>
                      </a:cubicBezTo>
                      <a:cubicBezTo>
                        <a:pt x="839" y="-44"/>
                        <a:pt x="3765" y="1"/>
                        <a:pt x="6912" y="1"/>
                      </a:cubicBezTo>
                      <a:cubicBezTo>
                        <a:pt x="10104" y="222"/>
                        <a:pt x="12276" y="621"/>
                        <a:pt x="11700" y="141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25" name="Forme libre : forme 26124">
                  <a:extLst>
                    <a:ext uri="{FF2B5EF4-FFF2-40B4-BE49-F238E27FC236}">
                      <a16:creationId xmlns:a16="http://schemas.microsoft.com/office/drawing/2014/main" id="{059AE95D-BFF4-4474-AEF5-BD81BF683C7A}"/>
                    </a:ext>
                  </a:extLst>
                </p:cNvPr>
                <p:cNvSpPr/>
                <p:nvPr/>
              </p:nvSpPr>
              <p:spPr>
                <a:xfrm>
                  <a:off x="6076359" y="1838599"/>
                  <a:ext cx="3240" cy="1224"/>
                </a:xfrm>
                <a:custGeom>
                  <a:avLst/>
                  <a:gdLst>
                    <a:gd name="connsiteX0" fmla="*/ 3238 w 3240"/>
                    <a:gd name="connsiteY0" fmla="*/ 382 h 1224"/>
                    <a:gd name="connsiteX1" fmla="*/ 1687 w 3240"/>
                    <a:gd name="connsiteY1" fmla="*/ 1180 h 1224"/>
                    <a:gd name="connsiteX2" fmla="*/ 2 w 3240"/>
                    <a:gd name="connsiteY2" fmla="*/ 825 h 1224"/>
                    <a:gd name="connsiteX3" fmla="*/ 1554 w 3240"/>
                    <a:gd name="connsiteY3" fmla="*/ 27 h 1224"/>
                    <a:gd name="connsiteX4" fmla="*/ 3238 w 3240"/>
                    <a:gd name="connsiteY4" fmla="*/ 382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0" h="1224">
                      <a:moveTo>
                        <a:pt x="3238" y="382"/>
                      </a:moveTo>
                      <a:cubicBezTo>
                        <a:pt x="3282" y="692"/>
                        <a:pt x="2573" y="1047"/>
                        <a:pt x="1687" y="1180"/>
                      </a:cubicBezTo>
                      <a:cubicBezTo>
                        <a:pt x="800" y="1313"/>
                        <a:pt x="2" y="1135"/>
                        <a:pt x="2" y="825"/>
                      </a:cubicBezTo>
                      <a:cubicBezTo>
                        <a:pt x="-42" y="515"/>
                        <a:pt x="667" y="160"/>
                        <a:pt x="1554" y="27"/>
                      </a:cubicBezTo>
                      <a:cubicBezTo>
                        <a:pt x="2440" y="-62"/>
                        <a:pt x="3194" y="71"/>
                        <a:pt x="3238" y="3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26" name="Forme libre : forme 26125">
                  <a:extLst>
                    <a:ext uri="{FF2B5EF4-FFF2-40B4-BE49-F238E27FC236}">
                      <a16:creationId xmlns:a16="http://schemas.microsoft.com/office/drawing/2014/main" id="{7ED9E861-DA02-460E-9C29-65B897861F8B}"/>
                    </a:ext>
                  </a:extLst>
                </p:cNvPr>
                <p:cNvSpPr/>
                <p:nvPr/>
              </p:nvSpPr>
              <p:spPr>
                <a:xfrm>
                  <a:off x="6066460" y="1831001"/>
                  <a:ext cx="27423" cy="8122"/>
                </a:xfrm>
                <a:custGeom>
                  <a:avLst/>
                  <a:gdLst>
                    <a:gd name="connsiteX0" fmla="*/ 24131 w 27423"/>
                    <a:gd name="connsiteY0" fmla="*/ 1463 h 8122"/>
                    <a:gd name="connsiteX1" fmla="*/ 27411 w 27423"/>
                    <a:gd name="connsiteY1" fmla="*/ 5985 h 8122"/>
                    <a:gd name="connsiteX2" fmla="*/ 25372 w 27423"/>
                    <a:gd name="connsiteY2" fmla="*/ 7935 h 8122"/>
                    <a:gd name="connsiteX3" fmla="*/ 21648 w 27423"/>
                    <a:gd name="connsiteY3" fmla="*/ 7669 h 8122"/>
                    <a:gd name="connsiteX4" fmla="*/ 13713 w 27423"/>
                    <a:gd name="connsiteY4" fmla="*/ 4389 h 8122"/>
                    <a:gd name="connsiteX5" fmla="*/ 10122 w 27423"/>
                    <a:gd name="connsiteY5" fmla="*/ 4256 h 8122"/>
                    <a:gd name="connsiteX6" fmla="*/ 4935 w 27423"/>
                    <a:gd name="connsiteY6" fmla="*/ 3857 h 8122"/>
                    <a:gd name="connsiteX7" fmla="*/ 901 w 27423"/>
                    <a:gd name="connsiteY7" fmla="*/ 2881 h 8122"/>
                    <a:gd name="connsiteX8" fmla="*/ 325 w 27423"/>
                    <a:gd name="connsiteY8" fmla="*/ 1729 h 8122"/>
                    <a:gd name="connsiteX9" fmla="*/ 3339 w 27423"/>
                    <a:gd name="connsiteY9" fmla="*/ 975 h 8122"/>
                    <a:gd name="connsiteX10" fmla="*/ 7905 w 27423"/>
                    <a:gd name="connsiteY10" fmla="*/ 532 h 8122"/>
                    <a:gd name="connsiteX11" fmla="*/ 16594 w 27423"/>
                    <a:gd name="connsiteY11" fmla="*/ 0 h 8122"/>
                    <a:gd name="connsiteX12" fmla="*/ 24131 w 27423"/>
                    <a:gd name="connsiteY12" fmla="*/ 1463 h 8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423" h="8122">
                      <a:moveTo>
                        <a:pt x="24131" y="1463"/>
                      </a:moveTo>
                      <a:cubicBezTo>
                        <a:pt x="26436" y="2616"/>
                        <a:pt x="27234" y="4256"/>
                        <a:pt x="27411" y="5985"/>
                      </a:cubicBezTo>
                      <a:cubicBezTo>
                        <a:pt x="27500" y="6605"/>
                        <a:pt x="27145" y="7492"/>
                        <a:pt x="25372" y="7935"/>
                      </a:cubicBezTo>
                      <a:cubicBezTo>
                        <a:pt x="23776" y="8334"/>
                        <a:pt x="22446" y="8024"/>
                        <a:pt x="21648" y="7669"/>
                      </a:cubicBezTo>
                      <a:cubicBezTo>
                        <a:pt x="19166" y="6517"/>
                        <a:pt x="17658" y="4876"/>
                        <a:pt x="13713" y="4389"/>
                      </a:cubicBezTo>
                      <a:cubicBezTo>
                        <a:pt x="13092" y="4300"/>
                        <a:pt x="11762" y="4256"/>
                        <a:pt x="10122" y="4256"/>
                      </a:cubicBezTo>
                      <a:cubicBezTo>
                        <a:pt x="8482" y="4300"/>
                        <a:pt x="6620" y="4034"/>
                        <a:pt x="4935" y="3857"/>
                      </a:cubicBezTo>
                      <a:cubicBezTo>
                        <a:pt x="3206" y="3679"/>
                        <a:pt x="1788" y="3192"/>
                        <a:pt x="901" y="2881"/>
                      </a:cubicBezTo>
                      <a:cubicBezTo>
                        <a:pt x="15" y="2527"/>
                        <a:pt x="-296" y="2128"/>
                        <a:pt x="325" y="1729"/>
                      </a:cubicBezTo>
                      <a:cubicBezTo>
                        <a:pt x="945" y="1330"/>
                        <a:pt x="2010" y="1108"/>
                        <a:pt x="3339" y="975"/>
                      </a:cubicBezTo>
                      <a:cubicBezTo>
                        <a:pt x="4625" y="842"/>
                        <a:pt x="6265" y="576"/>
                        <a:pt x="7905" y="532"/>
                      </a:cubicBezTo>
                      <a:cubicBezTo>
                        <a:pt x="11230" y="222"/>
                        <a:pt x="14821" y="0"/>
                        <a:pt x="16594" y="0"/>
                      </a:cubicBezTo>
                      <a:cubicBezTo>
                        <a:pt x="19698" y="89"/>
                        <a:pt x="22446" y="621"/>
                        <a:pt x="24131" y="146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88" name="Graphique 2">
                <a:extLst>
                  <a:ext uri="{FF2B5EF4-FFF2-40B4-BE49-F238E27FC236}">
                    <a16:creationId xmlns:a16="http://schemas.microsoft.com/office/drawing/2014/main" id="{23A5CCF6-EE71-4846-BA2D-63F41D6E1666}"/>
                  </a:ext>
                </a:extLst>
              </p:cNvPr>
              <p:cNvGrpSpPr/>
              <p:nvPr/>
            </p:nvGrpSpPr>
            <p:grpSpPr>
              <a:xfrm>
                <a:off x="6098579" y="1824411"/>
                <a:ext cx="67721" cy="35607"/>
                <a:chOff x="6098579" y="1824411"/>
                <a:chExt cx="67721" cy="35607"/>
              </a:xfrm>
              <a:solidFill>
                <a:schemeClr val="accent1"/>
              </a:solidFill>
            </p:grpSpPr>
            <p:sp>
              <p:nvSpPr>
                <p:cNvPr id="26103" name="Forme libre : forme 26102">
                  <a:extLst>
                    <a:ext uri="{FF2B5EF4-FFF2-40B4-BE49-F238E27FC236}">
                      <a16:creationId xmlns:a16="http://schemas.microsoft.com/office/drawing/2014/main" id="{2764D2FA-3001-4171-8ABE-99B5238D0326}"/>
                    </a:ext>
                  </a:extLst>
                </p:cNvPr>
                <p:cNvSpPr/>
                <p:nvPr/>
              </p:nvSpPr>
              <p:spPr>
                <a:xfrm>
                  <a:off x="6098579" y="1824411"/>
                  <a:ext cx="67721" cy="35501"/>
                </a:xfrm>
                <a:custGeom>
                  <a:avLst/>
                  <a:gdLst>
                    <a:gd name="connsiteX0" fmla="*/ 41796 w 67721"/>
                    <a:gd name="connsiteY0" fmla="*/ 28801 h 35501"/>
                    <a:gd name="connsiteX1" fmla="*/ 31555 w 67721"/>
                    <a:gd name="connsiteY1" fmla="*/ 24057 h 35501"/>
                    <a:gd name="connsiteX2" fmla="*/ 26501 w 67721"/>
                    <a:gd name="connsiteY2" fmla="*/ 22505 h 35501"/>
                    <a:gd name="connsiteX3" fmla="*/ 21315 w 67721"/>
                    <a:gd name="connsiteY3" fmla="*/ 21575 h 35501"/>
                    <a:gd name="connsiteX4" fmla="*/ 14177 w 67721"/>
                    <a:gd name="connsiteY4" fmla="*/ 20644 h 35501"/>
                    <a:gd name="connsiteX5" fmla="*/ 7882 w 67721"/>
                    <a:gd name="connsiteY5" fmla="*/ 19358 h 35501"/>
                    <a:gd name="connsiteX6" fmla="*/ 3139 w 67721"/>
                    <a:gd name="connsiteY6" fmla="*/ 17496 h 35501"/>
                    <a:gd name="connsiteX7" fmla="*/ 1011 w 67721"/>
                    <a:gd name="connsiteY7" fmla="*/ 14792 h 35501"/>
                    <a:gd name="connsiteX8" fmla="*/ 36 w 67721"/>
                    <a:gd name="connsiteY8" fmla="*/ 8985 h 35501"/>
                    <a:gd name="connsiteX9" fmla="*/ 1366 w 67721"/>
                    <a:gd name="connsiteY9" fmla="*/ 5748 h 35501"/>
                    <a:gd name="connsiteX10" fmla="*/ 6065 w 67721"/>
                    <a:gd name="connsiteY10" fmla="*/ 2645 h 35501"/>
                    <a:gd name="connsiteX11" fmla="*/ 13778 w 67721"/>
                    <a:gd name="connsiteY11" fmla="*/ 429 h 35501"/>
                    <a:gd name="connsiteX12" fmla="*/ 23797 w 67721"/>
                    <a:gd name="connsiteY12" fmla="*/ 207 h 35501"/>
                    <a:gd name="connsiteX13" fmla="*/ 31422 w 67721"/>
                    <a:gd name="connsiteY13" fmla="*/ 1537 h 35501"/>
                    <a:gd name="connsiteX14" fmla="*/ 38825 w 67721"/>
                    <a:gd name="connsiteY14" fmla="*/ 3709 h 35501"/>
                    <a:gd name="connsiteX15" fmla="*/ 52258 w 67721"/>
                    <a:gd name="connsiteY15" fmla="*/ 9738 h 35501"/>
                    <a:gd name="connsiteX16" fmla="*/ 60060 w 67721"/>
                    <a:gd name="connsiteY16" fmla="*/ 15191 h 35501"/>
                    <a:gd name="connsiteX17" fmla="*/ 65202 w 67721"/>
                    <a:gd name="connsiteY17" fmla="*/ 20954 h 35501"/>
                    <a:gd name="connsiteX18" fmla="*/ 67020 w 67721"/>
                    <a:gd name="connsiteY18" fmla="*/ 29465 h 35501"/>
                    <a:gd name="connsiteX19" fmla="*/ 63252 w 67721"/>
                    <a:gd name="connsiteY19" fmla="*/ 34165 h 35501"/>
                    <a:gd name="connsiteX20" fmla="*/ 54829 w 67721"/>
                    <a:gd name="connsiteY20" fmla="*/ 34696 h 35501"/>
                    <a:gd name="connsiteX21" fmla="*/ 48534 w 67721"/>
                    <a:gd name="connsiteY21" fmla="*/ 32258 h 35501"/>
                    <a:gd name="connsiteX22" fmla="*/ 41796 w 67721"/>
                    <a:gd name="connsiteY22" fmla="*/ 28801 h 3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7721" h="35501">
                      <a:moveTo>
                        <a:pt x="41796" y="28801"/>
                      </a:moveTo>
                      <a:cubicBezTo>
                        <a:pt x="38471" y="26939"/>
                        <a:pt x="35013" y="25387"/>
                        <a:pt x="31555" y="24057"/>
                      </a:cubicBezTo>
                      <a:cubicBezTo>
                        <a:pt x="29871" y="23569"/>
                        <a:pt x="28186" y="22949"/>
                        <a:pt x="26501" y="22505"/>
                      </a:cubicBezTo>
                      <a:cubicBezTo>
                        <a:pt x="24773" y="22239"/>
                        <a:pt x="23044" y="21796"/>
                        <a:pt x="21315" y="21575"/>
                      </a:cubicBezTo>
                      <a:cubicBezTo>
                        <a:pt x="18832" y="21397"/>
                        <a:pt x="16483" y="20910"/>
                        <a:pt x="14177" y="20644"/>
                      </a:cubicBezTo>
                      <a:cubicBezTo>
                        <a:pt x="11916" y="20200"/>
                        <a:pt x="9744" y="19890"/>
                        <a:pt x="7882" y="19358"/>
                      </a:cubicBezTo>
                      <a:cubicBezTo>
                        <a:pt x="6021" y="18782"/>
                        <a:pt x="4336" y="18250"/>
                        <a:pt x="3139" y="17496"/>
                      </a:cubicBezTo>
                      <a:cubicBezTo>
                        <a:pt x="1942" y="16742"/>
                        <a:pt x="1188" y="15856"/>
                        <a:pt x="1011" y="14792"/>
                      </a:cubicBezTo>
                      <a:lnTo>
                        <a:pt x="36" y="8985"/>
                      </a:lnTo>
                      <a:cubicBezTo>
                        <a:pt x="-142" y="7921"/>
                        <a:pt x="346" y="6857"/>
                        <a:pt x="1366" y="5748"/>
                      </a:cubicBezTo>
                      <a:cubicBezTo>
                        <a:pt x="2385" y="4684"/>
                        <a:pt x="3937" y="3487"/>
                        <a:pt x="6065" y="2645"/>
                      </a:cubicBezTo>
                      <a:cubicBezTo>
                        <a:pt x="8193" y="1714"/>
                        <a:pt x="10720" y="828"/>
                        <a:pt x="13778" y="429"/>
                      </a:cubicBezTo>
                      <a:cubicBezTo>
                        <a:pt x="16793" y="-148"/>
                        <a:pt x="20251" y="-59"/>
                        <a:pt x="23797" y="207"/>
                      </a:cubicBezTo>
                      <a:cubicBezTo>
                        <a:pt x="26324" y="517"/>
                        <a:pt x="28895" y="1049"/>
                        <a:pt x="31422" y="1537"/>
                      </a:cubicBezTo>
                      <a:cubicBezTo>
                        <a:pt x="33905" y="2158"/>
                        <a:pt x="36387" y="3000"/>
                        <a:pt x="38825" y="3709"/>
                      </a:cubicBezTo>
                      <a:cubicBezTo>
                        <a:pt x="43524" y="5438"/>
                        <a:pt x="47958" y="7389"/>
                        <a:pt x="52258" y="9738"/>
                      </a:cubicBezTo>
                      <a:cubicBezTo>
                        <a:pt x="55228" y="11378"/>
                        <a:pt x="57888" y="13285"/>
                        <a:pt x="60060" y="15191"/>
                      </a:cubicBezTo>
                      <a:cubicBezTo>
                        <a:pt x="62188" y="17186"/>
                        <a:pt x="64005" y="19092"/>
                        <a:pt x="65202" y="20954"/>
                      </a:cubicBezTo>
                      <a:cubicBezTo>
                        <a:pt x="67729" y="24633"/>
                        <a:pt x="68394" y="27781"/>
                        <a:pt x="67020" y="29465"/>
                      </a:cubicBezTo>
                      <a:lnTo>
                        <a:pt x="63252" y="34165"/>
                      </a:lnTo>
                      <a:cubicBezTo>
                        <a:pt x="61878" y="35894"/>
                        <a:pt x="58730" y="35805"/>
                        <a:pt x="54829" y="34696"/>
                      </a:cubicBezTo>
                      <a:cubicBezTo>
                        <a:pt x="52878" y="34076"/>
                        <a:pt x="50750" y="33322"/>
                        <a:pt x="48534" y="32258"/>
                      </a:cubicBezTo>
                      <a:cubicBezTo>
                        <a:pt x="46406" y="31283"/>
                        <a:pt x="44101" y="30086"/>
                        <a:pt x="41796" y="2880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04" name="Forme libre : forme 26103">
                  <a:extLst>
                    <a:ext uri="{FF2B5EF4-FFF2-40B4-BE49-F238E27FC236}">
                      <a16:creationId xmlns:a16="http://schemas.microsoft.com/office/drawing/2014/main" id="{87739D5B-DFA9-4CFD-A26F-F86A70D549DA}"/>
                    </a:ext>
                  </a:extLst>
                </p:cNvPr>
                <p:cNvSpPr/>
                <p:nvPr/>
              </p:nvSpPr>
              <p:spPr>
                <a:xfrm>
                  <a:off x="6099147" y="1836764"/>
                  <a:ext cx="62861" cy="23253"/>
                </a:xfrm>
                <a:custGeom>
                  <a:avLst/>
                  <a:gdLst>
                    <a:gd name="connsiteX0" fmla="*/ 25801 w 62861"/>
                    <a:gd name="connsiteY0" fmla="*/ 2926 h 23253"/>
                    <a:gd name="connsiteX1" fmla="*/ 22210 w 62861"/>
                    <a:gd name="connsiteY1" fmla="*/ 2527 h 23253"/>
                    <a:gd name="connsiteX2" fmla="*/ 18619 w 62861"/>
                    <a:gd name="connsiteY2" fmla="*/ 2305 h 23253"/>
                    <a:gd name="connsiteX3" fmla="*/ 11659 w 62861"/>
                    <a:gd name="connsiteY3" fmla="*/ 1773 h 23253"/>
                    <a:gd name="connsiteX4" fmla="*/ 0 w 62861"/>
                    <a:gd name="connsiteY4" fmla="*/ 0 h 23253"/>
                    <a:gd name="connsiteX5" fmla="*/ 399 w 62861"/>
                    <a:gd name="connsiteY5" fmla="*/ 2483 h 23253"/>
                    <a:gd name="connsiteX6" fmla="*/ 2527 w 62861"/>
                    <a:gd name="connsiteY6" fmla="*/ 5187 h 23253"/>
                    <a:gd name="connsiteX7" fmla="*/ 7270 w 62861"/>
                    <a:gd name="connsiteY7" fmla="*/ 7049 h 23253"/>
                    <a:gd name="connsiteX8" fmla="*/ 13565 w 62861"/>
                    <a:gd name="connsiteY8" fmla="*/ 8334 h 23253"/>
                    <a:gd name="connsiteX9" fmla="*/ 20703 w 62861"/>
                    <a:gd name="connsiteY9" fmla="*/ 9265 h 23253"/>
                    <a:gd name="connsiteX10" fmla="*/ 25889 w 62861"/>
                    <a:gd name="connsiteY10" fmla="*/ 10196 h 23253"/>
                    <a:gd name="connsiteX11" fmla="*/ 30943 w 62861"/>
                    <a:gd name="connsiteY11" fmla="*/ 11748 h 23253"/>
                    <a:gd name="connsiteX12" fmla="*/ 41184 w 62861"/>
                    <a:gd name="connsiteY12" fmla="*/ 16491 h 23253"/>
                    <a:gd name="connsiteX13" fmla="*/ 48011 w 62861"/>
                    <a:gd name="connsiteY13" fmla="*/ 19993 h 23253"/>
                    <a:gd name="connsiteX14" fmla="*/ 54305 w 62861"/>
                    <a:gd name="connsiteY14" fmla="*/ 22432 h 23253"/>
                    <a:gd name="connsiteX15" fmla="*/ 62728 w 62861"/>
                    <a:gd name="connsiteY15" fmla="*/ 21900 h 23253"/>
                    <a:gd name="connsiteX16" fmla="*/ 62861 w 62861"/>
                    <a:gd name="connsiteY16" fmla="*/ 21767 h 23253"/>
                    <a:gd name="connsiteX17" fmla="*/ 54172 w 62861"/>
                    <a:gd name="connsiteY17" fmla="*/ 15294 h 23253"/>
                    <a:gd name="connsiteX18" fmla="*/ 45262 w 62861"/>
                    <a:gd name="connsiteY18" fmla="*/ 9620 h 23253"/>
                    <a:gd name="connsiteX19" fmla="*/ 40607 w 62861"/>
                    <a:gd name="connsiteY19" fmla="*/ 7226 h 23253"/>
                    <a:gd name="connsiteX20" fmla="*/ 35775 w 62861"/>
                    <a:gd name="connsiteY20" fmla="*/ 5275 h 23253"/>
                    <a:gd name="connsiteX21" fmla="*/ 30810 w 62861"/>
                    <a:gd name="connsiteY21" fmla="*/ 3813 h 23253"/>
                    <a:gd name="connsiteX22" fmla="*/ 25801 w 62861"/>
                    <a:gd name="connsiteY22" fmla="*/ 2926 h 23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861" h="23253">
                      <a:moveTo>
                        <a:pt x="25801" y="2926"/>
                      </a:moveTo>
                      <a:cubicBezTo>
                        <a:pt x="24604" y="2837"/>
                        <a:pt x="23407" y="2704"/>
                        <a:pt x="22210" y="2527"/>
                      </a:cubicBezTo>
                      <a:cubicBezTo>
                        <a:pt x="20969" y="2438"/>
                        <a:pt x="19816" y="2394"/>
                        <a:pt x="18619" y="2305"/>
                      </a:cubicBezTo>
                      <a:cubicBezTo>
                        <a:pt x="16270" y="1995"/>
                        <a:pt x="13920" y="2039"/>
                        <a:pt x="11659" y="1773"/>
                      </a:cubicBezTo>
                      <a:cubicBezTo>
                        <a:pt x="7182" y="1419"/>
                        <a:pt x="3059" y="975"/>
                        <a:pt x="0" y="0"/>
                      </a:cubicBezTo>
                      <a:lnTo>
                        <a:pt x="399" y="2483"/>
                      </a:lnTo>
                      <a:cubicBezTo>
                        <a:pt x="576" y="3547"/>
                        <a:pt x="1330" y="4433"/>
                        <a:pt x="2527" y="5187"/>
                      </a:cubicBezTo>
                      <a:cubicBezTo>
                        <a:pt x="3724" y="5940"/>
                        <a:pt x="5408" y="6472"/>
                        <a:pt x="7270" y="7049"/>
                      </a:cubicBezTo>
                      <a:cubicBezTo>
                        <a:pt x="9177" y="7581"/>
                        <a:pt x="11349" y="7891"/>
                        <a:pt x="13565" y="8334"/>
                      </a:cubicBezTo>
                      <a:cubicBezTo>
                        <a:pt x="15871" y="8600"/>
                        <a:pt x="18220" y="9088"/>
                        <a:pt x="20703" y="9265"/>
                      </a:cubicBezTo>
                      <a:cubicBezTo>
                        <a:pt x="22476" y="9487"/>
                        <a:pt x="24160" y="9930"/>
                        <a:pt x="25889" y="10196"/>
                      </a:cubicBezTo>
                      <a:cubicBezTo>
                        <a:pt x="27574" y="10640"/>
                        <a:pt x="29258" y="11260"/>
                        <a:pt x="30943" y="11748"/>
                      </a:cubicBezTo>
                      <a:cubicBezTo>
                        <a:pt x="34401" y="13033"/>
                        <a:pt x="37903" y="14629"/>
                        <a:pt x="41184" y="16491"/>
                      </a:cubicBezTo>
                      <a:cubicBezTo>
                        <a:pt x="43533" y="17777"/>
                        <a:pt x="45794" y="18974"/>
                        <a:pt x="48011" y="19993"/>
                      </a:cubicBezTo>
                      <a:cubicBezTo>
                        <a:pt x="50227" y="21057"/>
                        <a:pt x="52355" y="21811"/>
                        <a:pt x="54305" y="22432"/>
                      </a:cubicBezTo>
                      <a:cubicBezTo>
                        <a:pt x="58207" y="23584"/>
                        <a:pt x="61354" y="23628"/>
                        <a:pt x="62728" y="21900"/>
                      </a:cubicBezTo>
                      <a:lnTo>
                        <a:pt x="62861" y="21767"/>
                      </a:lnTo>
                      <a:cubicBezTo>
                        <a:pt x="59936" y="19550"/>
                        <a:pt x="57098" y="17333"/>
                        <a:pt x="54172" y="15294"/>
                      </a:cubicBezTo>
                      <a:cubicBezTo>
                        <a:pt x="51291" y="13211"/>
                        <a:pt x="48321" y="11349"/>
                        <a:pt x="45262" y="9620"/>
                      </a:cubicBezTo>
                      <a:lnTo>
                        <a:pt x="40607" y="7226"/>
                      </a:lnTo>
                      <a:cubicBezTo>
                        <a:pt x="39011" y="6561"/>
                        <a:pt x="37415" y="5940"/>
                        <a:pt x="35775" y="5275"/>
                      </a:cubicBezTo>
                      <a:cubicBezTo>
                        <a:pt x="34179" y="4566"/>
                        <a:pt x="32495" y="4256"/>
                        <a:pt x="30810" y="3813"/>
                      </a:cubicBezTo>
                      <a:cubicBezTo>
                        <a:pt x="29214" y="3369"/>
                        <a:pt x="27530" y="3015"/>
                        <a:pt x="25801" y="292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05" name="Forme libre : forme 26104">
                  <a:extLst>
                    <a:ext uri="{FF2B5EF4-FFF2-40B4-BE49-F238E27FC236}">
                      <a16:creationId xmlns:a16="http://schemas.microsoft.com/office/drawing/2014/main" id="{8B8CD652-258E-4452-A95A-C99B4B2A11DD}"/>
                    </a:ext>
                  </a:extLst>
                </p:cNvPr>
                <p:cNvSpPr/>
                <p:nvPr/>
              </p:nvSpPr>
              <p:spPr>
                <a:xfrm>
                  <a:off x="6122762" y="1834100"/>
                  <a:ext cx="29328" cy="14655"/>
                </a:xfrm>
                <a:custGeom>
                  <a:avLst/>
                  <a:gdLst>
                    <a:gd name="connsiteX0" fmla="*/ 29139 w 29328"/>
                    <a:gd name="connsiteY0" fmla="*/ 13968 h 14655"/>
                    <a:gd name="connsiteX1" fmla="*/ 23686 w 29328"/>
                    <a:gd name="connsiteY1" fmla="*/ 14013 h 14655"/>
                    <a:gd name="connsiteX2" fmla="*/ 18987 w 29328"/>
                    <a:gd name="connsiteY2" fmla="*/ 12417 h 14655"/>
                    <a:gd name="connsiteX3" fmla="*/ 13535 w 29328"/>
                    <a:gd name="connsiteY3" fmla="*/ 10156 h 14655"/>
                    <a:gd name="connsiteX4" fmla="*/ 8215 w 29328"/>
                    <a:gd name="connsiteY4" fmla="*/ 7762 h 14655"/>
                    <a:gd name="connsiteX5" fmla="*/ 3915 w 29328"/>
                    <a:gd name="connsiteY5" fmla="*/ 5590 h 14655"/>
                    <a:gd name="connsiteX6" fmla="*/ 14 w 29328"/>
                    <a:gd name="connsiteY6" fmla="*/ 1955 h 14655"/>
                    <a:gd name="connsiteX7" fmla="*/ 5245 w 29328"/>
                    <a:gd name="connsiteY7" fmla="*/ 4 h 14655"/>
                    <a:gd name="connsiteX8" fmla="*/ 10609 w 29328"/>
                    <a:gd name="connsiteY8" fmla="*/ 669 h 14655"/>
                    <a:gd name="connsiteX9" fmla="*/ 16815 w 29328"/>
                    <a:gd name="connsiteY9" fmla="*/ 2664 h 14655"/>
                    <a:gd name="connsiteX10" fmla="*/ 22534 w 29328"/>
                    <a:gd name="connsiteY10" fmla="*/ 5723 h 14655"/>
                    <a:gd name="connsiteX11" fmla="*/ 26701 w 29328"/>
                    <a:gd name="connsiteY11" fmla="*/ 9048 h 14655"/>
                    <a:gd name="connsiteX12" fmla="*/ 29139 w 29328"/>
                    <a:gd name="connsiteY12" fmla="*/ 13968 h 14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328" h="14655">
                      <a:moveTo>
                        <a:pt x="29139" y="13968"/>
                      </a:moveTo>
                      <a:cubicBezTo>
                        <a:pt x="28519" y="14899"/>
                        <a:pt x="26435" y="14855"/>
                        <a:pt x="23686" y="14013"/>
                      </a:cubicBezTo>
                      <a:cubicBezTo>
                        <a:pt x="22312" y="13569"/>
                        <a:pt x="20716" y="13082"/>
                        <a:pt x="18987" y="12417"/>
                      </a:cubicBezTo>
                      <a:cubicBezTo>
                        <a:pt x="17303" y="11708"/>
                        <a:pt x="15485" y="10954"/>
                        <a:pt x="13535" y="10156"/>
                      </a:cubicBezTo>
                      <a:cubicBezTo>
                        <a:pt x="11628" y="9314"/>
                        <a:pt x="9855" y="8427"/>
                        <a:pt x="8215" y="7762"/>
                      </a:cubicBezTo>
                      <a:cubicBezTo>
                        <a:pt x="6575" y="7053"/>
                        <a:pt x="5156" y="6211"/>
                        <a:pt x="3915" y="5590"/>
                      </a:cubicBezTo>
                      <a:cubicBezTo>
                        <a:pt x="1388" y="4393"/>
                        <a:pt x="-164" y="3063"/>
                        <a:pt x="14" y="1955"/>
                      </a:cubicBezTo>
                      <a:cubicBezTo>
                        <a:pt x="191" y="847"/>
                        <a:pt x="2097" y="137"/>
                        <a:pt x="5245" y="4"/>
                      </a:cubicBezTo>
                      <a:cubicBezTo>
                        <a:pt x="6796" y="-40"/>
                        <a:pt x="8614" y="270"/>
                        <a:pt x="10609" y="669"/>
                      </a:cubicBezTo>
                      <a:cubicBezTo>
                        <a:pt x="12648" y="980"/>
                        <a:pt x="14732" y="1777"/>
                        <a:pt x="16815" y="2664"/>
                      </a:cubicBezTo>
                      <a:cubicBezTo>
                        <a:pt x="18987" y="3506"/>
                        <a:pt x="20894" y="4570"/>
                        <a:pt x="22534" y="5723"/>
                      </a:cubicBezTo>
                      <a:cubicBezTo>
                        <a:pt x="24218" y="6831"/>
                        <a:pt x="25637" y="7895"/>
                        <a:pt x="26701" y="9048"/>
                      </a:cubicBezTo>
                      <a:cubicBezTo>
                        <a:pt x="28829" y="11220"/>
                        <a:pt x="29760" y="12993"/>
                        <a:pt x="29139" y="1396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06" name="Forme libre : forme 26105">
                  <a:extLst>
                    <a:ext uri="{FF2B5EF4-FFF2-40B4-BE49-F238E27FC236}">
                      <a16:creationId xmlns:a16="http://schemas.microsoft.com/office/drawing/2014/main" id="{FFF84985-0186-4FE3-9484-54C591307CF0}"/>
                    </a:ext>
                  </a:extLst>
                </p:cNvPr>
                <p:cNvSpPr/>
                <p:nvPr/>
              </p:nvSpPr>
              <p:spPr>
                <a:xfrm>
                  <a:off x="6122718" y="1834058"/>
                  <a:ext cx="19873" cy="12724"/>
                </a:xfrm>
                <a:custGeom>
                  <a:avLst/>
                  <a:gdLst>
                    <a:gd name="connsiteX0" fmla="*/ 7727 w 19873"/>
                    <a:gd name="connsiteY0" fmla="*/ 179 h 12724"/>
                    <a:gd name="connsiteX1" fmla="*/ 2230 w 19873"/>
                    <a:gd name="connsiteY1" fmla="*/ 401 h 12724"/>
                    <a:gd name="connsiteX2" fmla="*/ 13 w 19873"/>
                    <a:gd name="connsiteY2" fmla="*/ 1952 h 12724"/>
                    <a:gd name="connsiteX3" fmla="*/ 3915 w 19873"/>
                    <a:gd name="connsiteY3" fmla="*/ 5588 h 12724"/>
                    <a:gd name="connsiteX4" fmla="*/ 8215 w 19873"/>
                    <a:gd name="connsiteY4" fmla="*/ 7760 h 12724"/>
                    <a:gd name="connsiteX5" fmla="*/ 13534 w 19873"/>
                    <a:gd name="connsiteY5" fmla="*/ 10154 h 12724"/>
                    <a:gd name="connsiteX6" fmla="*/ 19874 w 19873"/>
                    <a:gd name="connsiteY6" fmla="*/ 12725 h 12724"/>
                    <a:gd name="connsiteX7" fmla="*/ 16638 w 19873"/>
                    <a:gd name="connsiteY7" fmla="*/ 10730 h 12724"/>
                    <a:gd name="connsiteX8" fmla="*/ 9678 w 19873"/>
                    <a:gd name="connsiteY8" fmla="*/ 4878 h 12724"/>
                    <a:gd name="connsiteX9" fmla="*/ 7727 w 19873"/>
                    <a:gd name="connsiteY9" fmla="*/ 179 h 1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73" h="12724">
                      <a:moveTo>
                        <a:pt x="7727" y="179"/>
                      </a:moveTo>
                      <a:cubicBezTo>
                        <a:pt x="5510" y="-220"/>
                        <a:pt x="3560" y="135"/>
                        <a:pt x="2230" y="401"/>
                      </a:cubicBezTo>
                      <a:cubicBezTo>
                        <a:pt x="900" y="755"/>
                        <a:pt x="102" y="1287"/>
                        <a:pt x="13" y="1952"/>
                      </a:cubicBezTo>
                      <a:cubicBezTo>
                        <a:pt x="-164" y="3061"/>
                        <a:pt x="1432" y="4390"/>
                        <a:pt x="3915" y="5588"/>
                      </a:cubicBezTo>
                      <a:cubicBezTo>
                        <a:pt x="5156" y="6208"/>
                        <a:pt x="6574" y="7095"/>
                        <a:pt x="8215" y="7760"/>
                      </a:cubicBezTo>
                      <a:cubicBezTo>
                        <a:pt x="9855" y="8380"/>
                        <a:pt x="11628" y="9311"/>
                        <a:pt x="13534" y="10154"/>
                      </a:cubicBezTo>
                      <a:cubicBezTo>
                        <a:pt x="15795" y="11040"/>
                        <a:pt x="17923" y="12015"/>
                        <a:pt x="19874" y="12725"/>
                      </a:cubicBezTo>
                      <a:cubicBezTo>
                        <a:pt x="18765" y="12104"/>
                        <a:pt x="17657" y="11439"/>
                        <a:pt x="16638" y="10730"/>
                      </a:cubicBezTo>
                      <a:cubicBezTo>
                        <a:pt x="13800" y="8912"/>
                        <a:pt x="11407" y="6518"/>
                        <a:pt x="9678" y="4878"/>
                      </a:cubicBezTo>
                      <a:cubicBezTo>
                        <a:pt x="7993" y="3149"/>
                        <a:pt x="7106" y="1420"/>
                        <a:pt x="7727" y="179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07" name="Forme libre : forme 26106">
                  <a:extLst>
                    <a:ext uri="{FF2B5EF4-FFF2-40B4-BE49-F238E27FC236}">
                      <a16:creationId xmlns:a16="http://schemas.microsoft.com/office/drawing/2014/main" id="{46E1E8F0-E003-4D3B-9A0E-7E3C7865F180}"/>
                    </a:ext>
                  </a:extLst>
                </p:cNvPr>
                <p:cNvSpPr/>
                <p:nvPr/>
              </p:nvSpPr>
              <p:spPr>
                <a:xfrm>
                  <a:off x="6124135" y="1835319"/>
                  <a:ext cx="28785" cy="15062"/>
                </a:xfrm>
                <a:custGeom>
                  <a:avLst/>
                  <a:gdLst>
                    <a:gd name="connsiteX0" fmla="*/ 28564 w 28785"/>
                    <a:gd name="connsiteY0" fmla="*/ 14434 h 15062"/>
                    <a:gd name="connsiteX1" fmla="*/ 23156 w 28785"/>
                    <a:gd name="connsiteY1" fmla="*/ 14390 h 15062"/>
                    <a:gd name="connsiteX2" fmla="*/ 18545 w 28785"/>
                    <a:gd name="connsiteY2" fmla="*/ 12705 h 15062"/>
                    <a:gd name="connsiteX3" fmla="*/ 13181 w 28785"/>
                    <a:gd name="connsiteY3" fmla="*/ 10355 h 15062"/>
                    <a:gd name="connsiteX4" fmla="*/ 7950 w 28785"/>
                    <a:gd name="connsiteY4" fmla="*/ 7829 h 15062"/>
                    <a:gd name="connsiteX5" fmla="*/ 3739 w 28785"/>
                    <a:gd name="connsiteY5" fmla="*/ 5612 h 15062"/>
                    <a:gd name="connsiteX6" fmla="*/ 901 w 28785"/>
                    <a:gd name="connsiteY6" fmla="*/ 3661 h 15062"/>
                    <a:gd name="connsiteX7" fmla="*/ 15 w 28785"/>
                    <a:gd name="connsiteY7" fmla="*/ 1888 h 15062"/>
                    <a:gd name="connsiteX8" fmla="*/ 1522 w 28785"/>
                    <a:gd name="connsiteY8" fmla="*/ 558 h 15062"/>
                    <a:gd name="connsiteX9" fmla="*/ 5202 w 28785"/>
                    <a:gd name="connsiteY9" fmla="*/ 26 h 15062"/>
                    <a:gd name="connsiteX10" fmla="*/ 10477 w 28785"/>
                    <a:gd name="connsiteY10" fmla="*/ 736 h 15062"/>
                    <a:gd name="connsiteX11" fmla="*/ 16550 w 28785"/>
                    <a:gd name="connsiteY11" fmla="*/ 2864 h 15062"/>
                    <a:gd name="connsiteX12" fmla="*/ 22136 w 28785"/>
                    <a:gd name="connsiteY12" fmla="*/ 6011 h 15062"/>
                    <a:gd name="connsiteX13" fmla="*/ 26170 w 28785"/>
                    <a:gd name="connsiteY13" fmla="*/ 9380 h 15062"/>
                    <a:gd name="connsiteX14" fmla="*/ 28564 w 28785"/>
                    <a:gd name="connsiteY14" fmla="*/ 14434 h 15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8785" h="15062">
                      <a:moveTo>
                        <a:pt x="28564" y="14434"/>
                      </a:moveTo>
                      <a:cubicBezTo>
                        <a:pt x="27899" y="15365"/>
                        <a:pt x="25904" y="15188"/>
                        <a:pt x="23156" y="14390"/>
                      </a:cubicBezTo>
                      <a:cubicBezTo>
                        <a:pt x="21781" y="13991"/>
                        <a:pt x="20274" y="13326"/>
                        <a:pt x="18545" y="12705"/>
                      </a:cubicBezTo>
                      <a:cubicBezTo>
                        <a:pt x="16816" y="12084"/>
                        <a:pt x="15087" y="11153"/>
                        <a:pt x="13181" y="10355"/>
                      </a:cubicBezTo>
                      <a:cubicBezTo>
                        <a:pt x="11275" y="9602"/>
                        <a:pt x="9546" y="8582"/>
                        <a:pt x="7950" y="7829"/>
                      </a:cubicBezTo>
                      <a:cubicBezTo>
                        <a:pt x="6354" y="7119"/>
                        <a:pt x="4936" y="6366"/>
                        <a:pt x="3739" y="5612"/>
                      </a:cubicBezTo>
                      <a:cubicBezTo>
                        <a:pt x="2586" y="4770"/>
                        <a:pt x="1566" y="4327"/>
                        <a:pt x="901" y="3661"/>
                      </a:cubicBezTo>
                      <a:cubicBezTo>
                        <a:pt x="236" y="3041"/>
                        <a:pt x="-74" y="2420"/>
                        <a:pt x="15" y="1888"/>
                      </a:cubicBezTo>
                      <a:cubicBezTo>
                        <a:pt x="103" y="1356"/>
                        <a:pt x="635" y="869"/>
                        <a:pt x="1522" y="558"/>
                      </a:cubicBezTo>
                      <a:cubicBezTo>
                        <a:pt x="2409" y="292"/>
                        <a:pt x="3694" y="-107"/>
                        <a:pt x="5202" y="26"/>
                      </a:cubicBezTo>
                      <a:cubicBezTo>
                        <a:pt x="6709" y="115"/>
                        <a:pt x="8526" y="337"/>
                        <a:pt x="10477" y="736"/>
                      </a:cubicBezTo>
                      <a:cubicBezTo>
                        <a:pt x="12427" y="1179"/>
                        <a:pt x="14422" y="2021"/>
                        <a:pt x="16550" y="2864"/>
                      </a:cubicBezTo>
                      <a:cubicBezTo>
                        <a:pt x="18678" y="3706"/>
                        <a:pt x="20496" y="4947"/>
                        <a:pt x="22136" y="6011"/>
                      </a:cubicBezTo>
                      <a:cubicBezTo>
                        <a:pt x="23821" y="7075"/>
                        <a:pt x="25106" y="8316"/>
                        <a:pt x="26170" y="9380"/>
                      </a:cubicBezTo>
                      <a:cubicBezTo>
                        <a:pt x="28387" y="11552"/>
                        <a:pt x="29229" y="13459"/>
                        <a:pt x="28564" y="1443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08" name="Forme libre : forme 26107">
                  <a:extLst>
                    <a:ext uri="{FF2B5EF4-FFF2-40B4-BE49-F238E27FC236}">
                      <a16:creationId xmlns:a16="http://schemas.microsoft.com/office/drawing/2014/main" id="{DA671BC7-34C0-4122-98F0-1A1A33D977DE}"/>
                    </a:ext>
                  </a:extLst>
                </p:cNvPr>
                <p:cNvSpPr/>
                <p:nvPr/>
              </p:nvSpPr>
              <p:spPr>
                <a:xfrm>
                  <a:off x="6108904" y="1828990"/>
                  <a:ext cx="35693" cy="21072"/>
                </a:xfrm>
                <a:custGeom>
                  <a:avLst/>
                  <a:gdLst>
                    <a:gd name="connsiteX0" fmla="*/ 395 w 35693"/>
                    <a:gd name="connsiteY0" fmla="*/ 7109 h 21072"/>
                    <a:gd name="connsiteX1" fmla="*/ 1680 w 35693"/>
                    <a:gd name="connsiteY1" fmla="*/ 10833 h 21072"/>
                    <a:gd name="connsiteX2" fmla="*/ 15600 w 35693"/>
                    <a:gd name="connsiteY2" fmla="*/ 15931 h 21072"/>
                    <a:gd name="connsiteX3" fmla="*/ 22471 w 35693"/>
                    <a:gd name="connsiteY3" fmla="*/ 18192 h 21072"/>
                    <a:gd name="connsiteX4" fmla="*/ 29476 w 35693"/>
                    <a:gd name="connsiteY4" fmla="*/ 20453 h 21072"/>
                    <a:gd name="connsiteX5" fmla="*/ 35638 w 35693"/>
                    <a:gd name="connsiteY5" fmla="*/ 19522 h 21072"/>
                    <a:gd name="connsiteX6" fmla="*/ 31825 w 35693"/>
                    <a:gd name="connsiteY6" fmla="*/ 15310 h 21072"/>
                    <a:gd name="connsiteX7" fmla="*/ 26062 w 35693"/>
                    <a:gd name="connsiteY7" fmla="*/ 10522 h 21072"/>
                    <a:gd name="connsiteX8" fmla="*/ 20742 w 35693"/>
                    <a:gd name="connsiteY8" fmla="*/ 6267 h 21072"/>
                    <a:gd name="connsiteX9" fmla="*/ 14403 w 35693"/>
                    <a:gd name="connsiteY9" fmla="*/ 1922 h 21072"/>
                    <a:gd name="connsiteX10" fmla="*/ 9748 w 35693"/>
                    <a:gd name="connsiteY10" fmla="*/ 371 h 21072"/>
                    <a:gd name="connsiteX11" fmla="*/ 4429 w 35693"/>
                    <a:gd name="connsiteY11" fmla="*/ 193 h 21072"/>
                    <a:gd name="connsiteX12" fmla="*/ 395 w 35693"/>
                    <a:gd name="connsiteY12" fmla="*/ 7109 h 21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693" h="21072">
                      <a:moveTo>
                        <a:pt x="395" y="7109"/>
                      </a:moveTo>
                      <a:cubicBezTo>
                        <a:pt x="350" y="8395"/>
                        <a:pt x="395" y="9636"/>
                        <a:pt x="1680" y="10833"/>
                      </a:cubicBezTo>
                      <a:cubicBezTo>
                        <a:pt x="4118" y="13049"/>
                        <a:pt x="10236" y="14025"/>
                        <a:pt x="15600" y="15931"/>
                      </a:cubicBezTo>
                      <a:cubicBezTo>
                        <a:pt x="17905" y="16507"/>
                        <a:pt x="20122" y="17615"/>
                        <a:pt x="22471" y="18192"/>
                      </a:cubicBezTo>
                      <a:cubicBezTo>
                        <a:pt x="24821" y="19211"/>
                        <a:pt x="27259" y="19788"/>
                        <a:pt x="29476" y="20453"/>
                      </a:cubicBezTo>
                      <a:cubicBezTo>
                        <a:pt x="32800" y="21339"/>
                        <a:pt x="36170" y="21472"/>
                        <a:pt x="35638" y="19522"/>
                      </a:cubicBezTo>
                      <a:cubicBezTo>
                        <a:pt x="35283" y="18325"/>
                        <a:pt x="33465" y="16773"/>
                        <a:pt x="31825" y="15310"/>
                      </a:cubicBezTo>
                      <a:cubicBezTo>
                        <a:pt x="29875" y="13581"/>
                        <a:pt x="27880" y="12163"/>
                        <a:pt x="26062" y="10522"/>
                      </a:cubicBezTo>
                      <a:cubicBezTo>
                        <a:pt x="24245" y="9015"/>
                        <a:pt x="22383" y="7685"/>
                        <a:pt x="20742" y="6267"/>
                      </a:cubicBezTo>
                      <a:cubicBezTo>
                        <a:pt x="19368" y="4937"/>
                        <a:pt x="17196" y="3474"/>
                        <a:pt x="14403" y="1922"/>
                      </a:cubicBezTo>
                      <a:cubicBezTo>
                        <a:pt x="13029" y="1124"/>
                        <a:pt x="11433" y="725"/>
                        <a:pt x="9748" y="371"/>
                      </a:cubicBezTo>
                      <a:cubicBezTo>
                        <a:pt x="8064" y="16"/>
                        <a:pt x="6246" y="-161"/>
                        <a:pt x="4429" y="193"/>
                      </a:cubicBezTo>
                      <a:cubicBezTo>
                        <a:pt x="-2044" y="1213"/>
                        <a:pt x="528" y="5380"/>
                        <a:pt x="395" y="710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09" name="Forme libre : forme 26108">
                  <a:extLst>
                    <a:ext uri="{FF2B5EF4-FFF2-40B4-BE49-F238E27FC236}">
                      <a16:creationId xmlns:a16="http://schemas.microsoft.com/office/drawing/2014/main" id="{E2CF6B1E-183D-41F1-A10C-9ACAEA5D3F92}"/>
                    </a:ext>
                  </a:extLst>
                </p:cNvPr>
                <p:cNvSpPr/>
                <p:nvPr/>
              </p:nvSpPr>
              <p:spPr>
                <a:xfrm>
                  <a:off x="6115948" y="1829984"/>
                  <a:ext cx="14097" cy="3258"/>
                </a:xfrm>
                <a:custGeom>
                  <a:avLst/>
                  <a:gdLst>
                    <a:gd name="connsiteX0" fmla="*/ 842 w 14097"/>
                    <a:gd name="connsiteY0" fmla="*/ 1460 h 3258"/>
                    <a:gd name="connsiteX1" fmla="*/ 0 w 14097"/>
                    <a:gd name="connsiteY1" fmla="*/ 2258 h 3258"/>
                    <a:gd name="connsiteX2" fmla="*/ 1241 w 14097"/>
                    <a:gd name="connsiteY2" fmla="*/ 3100 h 3258"/>
                    <a:gd name="connsiteX3" fmla="*/ 3635 w 14097"/>
                    <a:gd name="connsiteY3" fmla="*/ 3233 h 3258"/>
                    <a:gd name="connsiteX4" fmla="*/ 9576 w 14097"/>
                    <a:gd name="connsiteY4" fmla="*/ 3233 h 3258"/>
                    <a:gd name="connsiteX5" fmla="*/ 11792 w 14097"/>
                    <a:gd name="connsiteY5" fmla="*/ 3100 h 3258"/>
                    <a:gd name="connsiteX6" fmla="*/ 14097 w 14097"/>
                    <a:gd name="connsiteY6" fmla="*/ 1859 h 3258"/>
                    <a:gd name="connsiteX7" fmla="*/ 10506 w 14097"/>
                    <a:gd name="connsiteY7" fmla="*/ 219 h 3258"/>
                    <a:gd name="connsiteX8" fmla="*/ 842 w 14097"/>
                    <a:gd name="connsiteY8" fmla="*/ 1460 h 3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097" h="3258">
                      <a:moveTo>
                        <a:pt x="842" y="1460"/>
                      </a:moveTo>
                      <a:cubicBezTo>
                        <a:pt x="399" y="1682"/>
                        <a:pt x="0" y="1948"/>
                        <a:pt x="0" y="2258"/>
                      </a:cubicBezTo>
                      <a:cubicBezTo>
                        <a:pt x="0" y="2569"/>
                        <a:pt x="443" y="2923"/>
                        <a:pt x="1241" y="3100"/>
                      </a:cubicBezTo>
                      <a:cubicBezTo>
                        <a:pt x="1995" y="3278"/>
                        <a:pt x="2837" y="3278"/>
                        <a:pt x="3635" y="3233"/>
                      </a:cubicBezTo>
                      <a:cubicBezTo>
                        <a:pt x="5674" y="3100"/>
                        <a:pt x="7669" y="3189"/>
                        <a:pt x="9576" y="3233"/>
                      </a:cubicBezTo>
                      <a:cubicBezTo>
                        <a:pt x="10373" y="3233"/>
                        <a:pt x="11171" y="3233"/>
                        <a:pt x="11792" y="3100"/>
                      </a:cubicBezTo>
                      <a:cubicBezTo>
                        <a:pt x="13166" y="2835"/>
                        <a:pt x="14097" y="2480"/>
                        <a:pt x="14097" y="1859"/>
                      </a:cubicBezTo>
                      <a:cubicBezTo>
                        <a:pt x="14097" y="1239"/>
                        <a:pt x="13122" y="485"/>
                        <a:pt x="10506" y="219"/>
                      </a:cubicBezTo>
                      <a:cubicBezTo>
                        <a:pt x="6561" y="-446"/>
                        <a:pt x="2660" y="529"/>
                        <a:pt x="842" y="146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10" name="Forme libre : forme 26109">
                  <a:extLst>
                    <a:ext uri="{FF2B5EF4-FFF2-40B4-BE49-F238E27FC236}">
                      <a16:creationId xmlns:a16="http://schemas.microsoft.com/office/drawing/2014/main" id="{7EDABE44-FB15-4275-BBB8-7B77101A536B}"/>
                    </a:ext>
                  </a:extLst>
                </p:cNvPr>
                <p:cNvSpPr/>
                <p:nvPr/>
              </p:nvSpPr>
              <p:spPr>
                <a:xfrm>
                  <a:off x="6140995" y="1853034"/>
                  <a:ext cx="19815" cy="5021"/>
                </a:xfrm>
                <a:custGeom>
                  <a:avLst/>
                  <a:gdLst>
                    <a:gd name="connsiteX0" fmla="*/ 19816 w 19815"/>
                    <a:gd name="connsiteY0" fmla="*/ 3591 h 5021"/>
                    <a:gd name="connsiteX1" fmla="*/ 16048 w 19815"/>
                    <a:gd name="connsiteY1" fmla="*/ 5009 h 5021"/>
                    <a:gd name="connsiteX2" fmla="*/ 10019 w 19815"/>
                    <a:gd name="connsiteY2" fmla="*/ 3946 h 5021"/>
                    <a:gd name="connsiteX3" fmla="*/ 0 w 19815"/>
                    <a:gd name="connsiteY3" fmla="*/ 0 h 5021"/>
                    <a:gd name="connsiteX4" fmla="*/ 2128 w 19815"/>
                    <a:gd name="connsiteY4" fmla="*/ 798 h 5021"/>
                    <a:gd name="connsiteX5" fmla="*/ 7315 w 19815"/>
                    <a:gd name="connsiteY5" fmla="*/ 2483 h 5021"/>
                    <a:gd name="connsiteX6" fmla="*/ 13787 w 19815"/>
                    <a:gd name="connsiteY6" fmla="*/ 3990 h 5021"/>
                    <a:gd name="connsiteX7" fmla="*/ 19816 w 19815"/>
                    <a:gd name="connsiteY7" fmla="*/ 3591 h 5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815" h="5021">
                      <a:moveTo>
                        <a:pt x="19816" y="3591"/>
                      </a:moveTo>
                      <a:cubicBezTo>
                        <a:pt x="19816" y="3591"/>
                        <a:pt x="18974" y="4921"/>
                        <a:pt x="16048" y="5009"/>
                      </a:cubicBezTo>
                      <a:cubicBezTo>
                        <a:pt x="14585" y="5098"/>
                        <a:pt x="12634" y="4699"/>
                        <a:pt x="10019" y="3946"/>
                      </a:cubicBezTo>
                      <a:cubicBezTo>
                        <a:pt x="7403" y="3103"/>
                        <a:pt x="4123" y="1818"/>
                        <a:pt x="0" y="0"/>
                      </a:cubicBezTo>
                      <a:cubicBezTo>
                        <a:pt x="0" y="0"/>
                        <a:pt x="842" y="266"/>
                        <a:pt x="2128" y="798"/>
                      </a:cubicBezTo>
                      <a:cubicBezTo>
                        <a:pt x="3414" y="1330"/>
                        <a:pt x="5275" y="1818"/>
                        <a:pt x="7315" y="2483"/>
                      </a:cubicBezTo>
                      <a:cubicBezTo>
                        <a:pt x="9354" y="3147"/>
                        <a:pt x="11615" y="3635"/>
                        <a:pt x="13787" y="3990"/>
                      </a:cubicBezTo>
                      <a:cubicBezTo>
                        <a:pt x="15915" y="4300"/>
                        <a:pt x="18043" y="4256"/>
                        <a:pt x="19816" y="3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11" name="Forme libre : forme 26110">
                  <a:extLst>
                    <a:ext uri="{FF2B5EF4-FFF2-40B4-BE49-F238E27FC236}">
                      <a16:creationId xmlns:a16="http://schemas.microsoft.com/office/drawing/2014/main" id="{B9EB2C69-3C23-43A5-B29E-170975E75FB6}"/>
                    </a:ext>
                  </a:extLst>
                </p:cNvPr>
                <p:cNvSpPr/>
                <p:nvPr/>
              </p:nvSpPr>
              <p:spPr>
                <a:xfrm>
                  <a:off x="6099945" y="1825229"/>
                  <a:ext cx="23938" cy="8609"/>
                </a:xfrm>
                <a:custGeom>
                  <a:avLst/>
                  <a:gdLst>
                    <a:gd name="connsiteX0" fmla="*/ 23939 w 23938"/>
                    <a:gd name="connsiteY0" fmla="*/ 231 h 8609"/>
                    <a:gd name="connsiteX1" fmla="*/ 22919 w 23938"/>
                    <a:gd name="connsiteY1" fmla="*/ 98 h 8609"/>
                    <a:gd name="connsiteX2" fmla="*/ 20215 w 23938"/>
                    <a:gd name="connsiteY2" fmla="*/ 10 h 8609"/>
                    <a:gd name="connsiteX3" fmla="*/ 12014 w 23938"/>
                    <a:gd name="connsiteY3" fmla="*/ 719 h 8609"/>
                    <a:gd name="connsiteX4" fmla="*/ 3945 w 23938"/>
                    <a:gd name="connsiteY4" fmla="*/ 3645 h 8609"/>
                    <a:gd name="connsiteX5" fmla="*/ 0 w 23938"/>
                    <a:gd name="connsiteY5" fmla="*/ 8610 h 8609"/>
                    <a:gd name="connsiteX6" fmla="*/ 754 w 23938"/>
                    <a:gd name="connsiteY6" fmla="*/ 7413 h 8609"/>
                    <a:gd name="connsiteX7" fmla="*/ 3901 w 23938"/>
                    <a:gd name="connsiteY7" fmla="*/ 4576 h 8609"/>
                    <a:gd name="connsiteX8" fmla="*/ 11038 w 23938"/>
                    <a:gd name="connsiteY8" fmla="*/ 1384 h 8609"/>
                    <a:gd name="connsiteX9" fmla="*/ 23939 w 23938"/>
                    <a:gd name="connsiteY9" fmla="*/ 231 h 8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938" h="8609">
                      <a:moveTo>
                        <a:pt x="23939" y="231"/>
                      </a:moveTo>
                      <a:cubicBezTo>
                        <a:pt x="23939" y="231"/>
                        <a:pt x="23584" y="187"/>
                        <a:pt x="22919" y="98"/>
                      </a:cubicBezTo>
                      <a:cubicBezTo>
                        <a:pt x="22298" y="98"/>
                        <a:pt x="21367" y="54"/>
                        <a:pt x="20215" y="10"/>
                      </a:cubicBezTo>
                      <a:cubicBezTo>
                        <a:pt x="17954" y="-35"/>
                        <a:pt x="14984" y="54"/>
                        <a:pt x="12014" y="719"/>
                      </a:cubicBezTo>
                      <a:cubicBezTo>
                        <a:pt x="8999" y="1206"/>
                        <a:pt x="6162" y="2359"/>
                        <a:pt x="3945" y="3645"/>
                      </a:cubicBezTo>
                      <a:cubicBezTo>
                        <a:pt x="1729" y="4975"/>
                        <a:pt x="310" y="6703"/>
                        <a:pt x="0" y="8610"/>
                      </a:cubicBezTo>
                      <a:cubicBezTo>
                        <a:pt x="0" y="8610"/>
                        <a:pt x="177" y="8166"/>
                        <a:pt x="754" y="7413"/>
                      </a:cubicBezTo>
                      <a:cubicBezTo>
                        <a:pt x="1330" y="6703"/>
                        <a:pt x="2261" y="5640"/>
                        <a:pt x="3901" y="4576"/>
                      </a:cubicBezTo>
                      <a:cubicBezTo>
                        <a:pt x="5541" y="3556"/>
                        <a:pt x="7758" y="2226"/>
                        <a:pt x="11038" y="1384"/>
                      </a:cubicBezTo>
                      <a:cubicBezTo>
                        <a:pt x="14363" y="453"/>
                        <a:pt x="18575" y="-123"/>
                        <a:pt x="23939" y="2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12" name="Forme libre : forme 26111">
                  <a:extLst>
                    <a:ext uri="{FF2B5EF4-FFF2-40B4-BE49-F238E27FC236}">
                      <a16:creationId xmlns:a16="http://schemas.microsoft.com/office/drawing/2014/main" id="{F39C97F3-5565-463D-82C9-5B7CA18F42AA}"/>
                    </a:ext>
                  </a:extLst>
                </p:cNvPr>
                <p:cNvSpPr/>
                <p:nvPr/>
              </p:nvSpPr>
              <p:spPr>
                <a:xfrm>
                  <a:off x="6136160" y="1837102"/>
                  <a:ext cx="10705" cy="6489"/>
                </a:xfrm>
                <a:custGeom>
                  <a:avLst/>
                  <a:gdLst>
                    <a:gd name="connsiteX0" fmla="*/ 10421 w 10705"/>
                    <a:gd name="connsiteY0" fmla="*/ 6444 h 6489"/>
                    <a:gd name="connsiteX1" fmla="*/ 3816 w 10705"/>
                    <a:gd name="connsiteY1" fmla="*/ 3696 h 6489"/>
                    <a:gd name="connsiteX2" fmla="*/ 225 w 10705"/>
                    <a:gd name="connsiteY2" fmla="*/ 61 h 6489"/>
                    <a:gd name="connsiteX3" fmla="*/ 7096 w 10705"/>
                    <a:gd name="connsiteY3" fmla="*/ 2499 h 6489"/>
                    <a:gd name="connsiteX4" fmla="*/ 10421 w 10705"/>
                    <a:gd name="connsiteY4" fmla="*/ 6444 h 6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05" h="6489">
                      <a:moveTo>
                        <a:pt x="10421" y="6444"/>
                      </a:moveTo>
                      <a:cubicBezTo>
                        <a:pt x="9446" y="6755"/>
                        <a:pt x="6608" y="5425"/>
                        <a:pt x="3816" y="3696"/>
                      </a:cubicBezTo>
                      <a:cubicBezTo>
                        <a:pt x="978" y="2056"/>
                        <a:pt x="-617" y="415"/>
                        <a:pt x="225" y="61"/>
                      </a:cubicBezTo>
                      <a:cubicBezTo>
                        <a:pt x="1067" y="-250"/>
                        <a:pt x="4303" y="637"/>
                        <a:pt x="7096" y="2499"/>
                      </a:cubicBezTo>
                      <a:cubicBezTo>
                        <a:pt x="9933" y="4405"/>
                        <a:pt x="11352" y="6134"/>
                        <a:pt x="10421" y="644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13" name="Forme libre : forme 26112">
                  <a:extLst>
                    <a:ext uri="{FF2B5EF4-FFF2-40B4-BE49-F238E27FC236}">
                      <a16:creationId xmlns:a16="http://schemas.microsoft.com/office/drawing/2014/main" id="{D4B55B01-9FBE-4ED7-9278-D9901F8D110B}"/>
                    </a:ext>
                  </a:extLst>
                </p:cNvPr>
                <p:cNvSpPr/>
                <p:nvPr/>
              </p:nvSpPr>
              <p:spPr>
                <a:xfrm>
                  <a:off x="6145275" y="1842333"/>
                  <a:ext cx="2982" cy="1934"/>
                </a:xfrm>
                <a:custGeom>
                  <a:avLst/>
                  <a:gdLst>
                    <a:gd name="connsiteX0" fmla="*/ 2946 w 2982"/>
                    <a:gd name="connsiteY0" fmla="*/ 1790 h 1934"/>
                    <a:gd name="connsiteX1" fmla="*/ 1217 w 2982"/>
                    <a:gd name="connsiteY1" fmla="*/ 1435 h 1934"/>
                    <a:gd name="connsiteX2" fmla="*/ 20 w 2982"/>
                    <a:gd name="connsiteY2" fmla="*/ 150 h 1934"/>
                    <a:gd name="connsiteX3" fmla="*/ 1794 w 2982"/>
                    <a:gd name="connsiteY3" fmla="*/ 416 h 1934"/>
                    <a:gd name="connsiteX4" fmla="*/ 2946 w 2982"/>
                    <a:gd name="connsiteY4" fmla="*/ 1790 h 1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82" h="1934">
                      <a:moveTo>
                        <a:pt x="2946" y="1790"/>
                      </a:moveTo>
                      <a:cubicBezTo>
                        <a:pt x="2769" y="2100"/>
                        <a:pt x="2015" y="1879"/>
                        <a:pt x="1217" y="1435"/>
                      </a:cubicBezTo>
                      <a:cubicBezTo>
                        <a:pt x="419" y="992"/>
                        <a:pt x="-113" y="416"/>
                        <a:pt x="20" y="150"/>
                      </a:cubicBezTo>
                      <a:cubicBezTo>
                        <a:pt x="153" y="-116"/>
                        <a:pt x="951" y="-28"/>
                        <a:pt x="1794" y="416"/>
                      </a:cubicBezTo>
                      <a:cubicBezTo>
                        <a:pt x="2636" y="859"/>
                        <a:pt x="3124" y="1524"/>
                        <a:pt x="2946" y="17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14" name="Forme libre : forme 26113">
                  <a:extLst>
                    <a:ext uri="{FF2B5EF4-FFF2-40B4-BE49-F238E27FC236}">
                      <a16:creationId xmlns:a16="http://schemas.microsoft.com/office/drawing/2014/main" id="{67774A1F-2CD0-4EDA-89C3-71635C5334CB}"/>
                    </a:ext>
                  </a:extLst>
                </p:cNvPr>
                <p:cNvSpPr/>
                <p:nvPr/>
              </p:nvSpPr>
              <p:spPr>
                <a:xfrm>
                  <a:off x="6138229" y="1831307"/>
                  <a:ext cx="23124" cy="21983"/>
                </a:xfrm>
                <a:custGeom>
                  <a:avLst/>
                  <a:gdLst>
                    <a:gd name="connsiteX0" fmla="*/ 22849 w 23124"/>
                    <a:gd name="connsiteY0" fmla="*/ 15920 h 21983"/>
                    <a:gd name="connsiteX1" fmla="*/ 21652 w 23124"/>
                    <a:gd name="connsiteY1" fmla="*/ 21505 h 21983"/>
                    <a:gd name="connsiteX2" fmla="*/ 18815 w 23124"/>
                    <a:gd name="connsiteY2" fmla="*/ 21328 h 21983"/>
                    <a:gd name="connsiteX3" fmla="*/ 16509 w 23124"/>
                    <a:gd name="connsiteY3" fmla="*/ 18402 h 21983"/>
                    <a:gd name="connsiteX4" fmla="*/ 12874 w 23124"/>
                    <a:gd name="connsiteY4" fmla="*/ 10334 h 21983"/>
                    <a:gd name="connsiteX5" fmla="*/ 9815 w 23124"/>
                    <a:gd name="connsiteY5" fmla="*/ 7807 h 21983"/>
                    <a:gd name="connsiteX6" fmla="*/ 4939 w 23124"/>
                    <a:gd name="connsiteY6" fmla="*/ 4305 h 21983"/>
                    <a:gd name="connsiteX7" fmla="*/ 550 w 23124"/>
                    <a:gd name="connsiteY7" fmla="*/ 5 h 21983"/>
                    <a:gd name="connsiteX8" fmla="*/ 9860 w 23124"/>
                    <a:gd name="connsiteY8" fmla="*/ 3197 h 21983"/>
                    <a:gd name="connsiteX9" fmla="*/ 18327 w 23124"/>
                    <a:gd name="connsiteY9" fmla="*/ 9048 h 21983"/>
                    <a:gd name="connsiteX10" fmla="*/ 22849 w 23124"/>
                    <a:gd name="connsiteY10" fmla="*/ 15920 h 21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24" h="21983">
                      <a:moveTo>
                        <a:pt x="22849" y="15920"/>
                      </a:moveTo>
                      <a:cubicBezTo>
                        <a:pt x="23558" y="18491"/>
                        <a:pt x="22804" y="20175"/>
                        <a:pt x="21652" y="21505"/>
                      </a:cubicBezTo>
                      <a:cubicBezTo>
                        <a:pt x="21208" y="21993"/>
                        <a:pt x="20322" y="22348"/>
                        <a:pt x="18815" y="21328"/>
                      </a:cubicBezTo>
                      <a:cubicBezTo>
                        <a:pt x="17485" y="20397"/>
                        <a:pt x="16775" y="19289"/>
                        <a:pt x="16509" y="18402"/>
                      </a:cubicBezTo>
                      <a:cubicBezTo>
                        <a:pt x="15667" y="15787"/>
                        <a:pt x="15800" y="13437"/>
                        <a:pt x="12874" y="10334"/>
                      </a:cubicBezTo>
                      <a:cubicBezTo>
                        <a:pt x="12387" y="9890"/>
                        <a:pt x="11323" y="8827"/>
                        <a:pt x="9815" y="7807"/>
                      </a:cubicBezTo>
                      <a:cubicBezTo>
                        <a:pt x="8352" y="6743"/>
                        <a:pt x="6623" y="5546"/>
                        <a:pt x="4939" y="4305"/>
                      </a:cubicBezTo>
                      <a:cubicBezTo>
                        <a:pt x="1570" y="2177"/>
                        <a:pt x="-1223" y="182"/>
                        <a:pt x="550" y="5"/>
                      </a:cubicBezTo>
                      <a:cubicBezTo>
                        <a:pt x="2279" y="-84"/>
                        <a:pt x="6269" y="1069"/>
                        <a:pt x="9860" y="3197"/>
                      </a:cubicBezTo>
                      <a:cubicBezTo>
                        <a:pt x="13583" y="5103"/>
                        <a:pt x="16820" y="7763"/>
                        <a:pt x="18327" y="9048"/>
                      </a:cubicBezTo>
                      <a:cubicBezTo>
                        <a:pt x="20765" y="11619"/>
                        <a:pt x="22317" y="14013"/>
                        <a:pt x="22849" y="1592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89" name="Graphique 2">
                <a:extLst>
                  <a:ext uri="{FF2B5EF4-FFF2-40B4-BE49-F238E27FC236}">
                    <a16:creationId xmlns:a16="http://schemas.microsoft.com/office/drawing/2014/main" id="{53968BD8-449F-42EE-95D7-3518C5CB385F}"/>
                  </a:ext>
                </a:extLst>
              </p:cNvPr>
              <p:cNvGrpSpPr/>
              <p:nvPr/>
            </p:nvGrpSpPr>
            <p:grpSpPr>
              <a:xfrm>
                <a:off x="6161192" y="1852623"/>
                <a:ext cx="65913" cy="40220"/>
                <a:chOff x="6161192" y="1852623"/>
                <a:chExt cx="65913" cy="40220"/>
              </a:xfrm>
              <a:solidFill>
                <a:schemeClr val="accent1"/>
              </a:solidFill>
            </p:grpSpPr>
            <p:sp>
              <p:nvSpPr>
                <p:cNvPr id="26091" name="Forme libre : forme 26090">
                  <a:extLst>
                    <a:ext uri="{FF2B5EF4-FFF2-40B4-BE49-F238E27FC236}">
                      <a16:creationId xmlns:a16="http://schemas.microsoft.com/office/drawing/2014/main" id="{532058FE-4BA5-46D4-9554-01199CEE7ABC}"/>
                    </a:ext>
                  </a:extLst>
                </p:cNvPr>
                <p:cNvSpPr/>
                <p:nvPr/>
              </p:nvSpPr>
              <p:spPr>
                <a:xfrm>
                  <a:off x="6161192" y="1852623"/>
                  <a:ext cx="65913" cy="40089"/>
                </a:xfrm>
                <a:custGeom>
                  <a:avLst/>
                  <a:gdLst>
                    <a:gd name="connsiteX0" fmla="*/ 40935 w 65913"/>
                    <a:gd name="connsiteY0" fmla="*/ 39023 h 40089"/>
                    <a:gd name="connsiteX1" fmla="*/ 33621 w 65913"/>
                    <a:gd name="connsiteY1" fmla="*/ 36851 h 40089"/>
                    <a:gd name="connsiteX2" fmla="*/ 26572 w 65913"/>
                    <a:gd name="connsiteY2" fmla="*/ 33925 h 40089"/>
                    <a:gd name="connsiteX3" fmla="*/ 19923 w 65913"/>
                    <a:gd name="connsiteY3" fmla="*/ 30379 h 40089"/>
                    <a:gd name="connsiteX4" fmla="*/ 13761 w 65913"/>
                    <a:gd name="connsiteY4" fmla="*/ 26433 h 40089"/>
                    <a:gd name="connsiteX5" fmla="*/ 6712 w 65913"/>
                    <a:gd name="connsiteY5" fmla="*/ 20360 h 40089"/>
                    <a:gd name="connsiteX6" fmla="*/ 2190 w 65913"/>
                    <a:gd name="connsiteY6" fmla="*/ 14464 h 40089"/>
                    <a:gd name="connsiteX7" fmla="*/ 727 w 65913"/>
                    <a:gd name="connsiteY7" fmla="*/ 5997 h 40089"/>
                    <a:gd name="connsiteX8" fmla="*/ 4495 w 65913"/>
                    <a:gd name="connsiteY8" fmla="*/ 1298 h 40089"/>
                    <a:gd name="connsiteX9" fmla="*/ 13140 w 65913"/>
                    <a:gd name="connsiteY9" fmla="*/ 1032 h 40089"/>
                    <a:gd name="connsiteX10" fmla="*/ 19568 w 65913"/>
                    <a:gd name="connsiteY10" fmla="*/ 4002 h 40089"/>
                    <a:gd name="connsiteX11" fmla="*/ 26351 w 65913"/>
                    <a:gd name="connsiteY11" fmla="*/ 8169 h 40089"/>
                    <a:gd name="connsiteX12" fmla="*/ 31138 w 65913"/>
                    <a:gd name="connsiteY12" fmla="*/ 11183 h 40089"/>
                    <a:gd name="connsiteX13" fmla="*/ 36015 w 65913"/>
                    <a:gd name="connsiteY13" fmla="*/ 13710 h 40089"/>
                    <a:gd name="connsiteX14" fmla="*/ 41024 w 65913"/>
                    <a:gd name="connsiteY14" fmla="*/ 15705 h 40089"/>
                    <a:gd name="connsiteX15" fmla="*/ 46166 w 65913"/>
                    <a:gd name="connsiteY15" fmla="*/ 17168 h 40089"/>
                    <a:gd name="connsiteX16" fmla="*/ 53171 w 65913"/>
                    <a:gd name="connsiteY16" fmla="*/ 19030 h 40089"/>
                    <a:gd name="connsiteX17" fmla="*/ 59244 w 65913"/>
                    <a:gd name="connsiteY17" fmla="*/ 21114 h 40089"/>
                    <a:gd name="connsiteX18" fmla="*/ 63323 w 65913"/>
                    <a:gd name="connsiteY18" fmla="*/ 23640 h 40089"/>
                    <a:gd name="connsiteX19" fmla="*/ 65140 w 65913"/>
                    <a:gd name="connsiteY19" fmla="*/ 26699 h 40089"/>
                    <a:gd name="connsiteX20" fmla="*/ 65894 w 65913"/>
                    <a:gd name="connsiteY20" fmla="*/ 32906 h 40089"/>
                    <a:gd name="connsiteX21" fmla="*/ 64254 w 65913"/>
                    <a:gd name="connsiteY21" fmla="*/ 36230 h 40089"/>
                    <a:gd name="connsiteX22" fmla="*/ 58801 w 65913"/>
                    <a:gd name="connsiteY22" fmla="*/ 38890 h 40089"/>
                    <a:gd name="connsiteX23" fmla="*/ 50821 w 65913"/>
                    <a:gd name="connsiteY23" fmla="*/ 40087 h 40089"/>
                    <a:gd name="connsiteX24" fmla="*/ 40935 w 65913"/>
                    <a:gd name="connsiteY24" fmla="*/ 39023 h 40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5913" h="40089">
                      <a:moveTo>
                        <a:pt x="40935" y="39023"/>
                      </a:moveTo>
                      <a:cubicBezTo>
                        <a:pt x="38453" y="38447"/>
                        <a:pt x="36015" y="37782"/>
                        <a:pt x="33621" y="36851"/>
                      </a:cubicBezTo>
                      <a:cubicBezTo>
                        <a:pt x="31183" y="36009"/>
                        <a:pt x="28833" y="35078"/>
                        <a:pt x="26572" y="33925"/>
                      </a:cubicBezTo>
                      <a:cubicBezTo>
                        <a:pt x="24223" y="32906"/>
                        <a:pt x="22050" y="31664"/>
                        <a:pt x="19923" y="30379"/>
                      </a:cubicBezTo>
                      <a:cubicBezTo>
                        <a:pt x="17706" y="29182"/>
                        <a:pt x="15755" y="27763"/>
                        <a:pt x="13761" y="26433"/>
                      </a:cubicBezTo>
                      <a:cubicBezTo>
                        <a:pt x="10968" y="24527"/>
                        <a:pt x="8662" y="22399"/>
                        <a:pt x="6712" y="20360"/>
                      </a:cubicBezTo>
                      <a:cubicBezTo>
                        <a:pt x="4806" y="18321"/>
                        <a:pt x="3254" y="16281"/>
                        <a:pt x="2190" y="14464"/>
                      </a:cubicBezTo>
                      <a:cubicBezTo>
                        <a:pt x="-26" y="10740"/>
                        <a:pt x="-647" y="7726"/>
                        <a:pt x="727" y="5997"/>
                      </a:cubicBezTo>
                      <a:lnTo>
                        <a:pt x="4495" y="1298"/>
                      </a:lnTo>
                      <a:cubicBezTo>
                        <a:pt x="5825" y="-431"/>
                        <a:pt x="9150" y="-343"/>
                        <a:pt x="13140" y="1032"/>
                      </a:cubicBezTo>
                      <a:cubicBezTo>
                        <a:pt x="15179" y="1741"/>
                        <a:pt x="17351" y="2716"/>
                        <a:pt x="19568" y="4002"/>
                      </a:cubicBezTo>
                      <a:cubicBezTo>
                        <a:pt x="21829" y="5199"/>
                        <a:pt x="24090" y="6662"/>
                        <a:pt x="26351" y="8169"/>
                      </a:cubicBezTo>
                      <a:cubicBezTo>
                        <a:pt x="27946" y="9233"/>
                        <a:pt x="29542" y="10341"/>
                        <a:pt x="31138" y="11183"/>
                      </a:cubicBezTo>
                      <a:cubicBezTo>
                        <a:pt x="32734" y="12159"/>
                        <a:pt x="34375" y="13001"/>
                        <a:pt x="36015" y="13710"/>
                      </a:cubicBezTo>
                      <a:cubicBezTo>
                        <a:pt x="37611" y="14553"/>
                        <a:pt x="39295" y="15173"/>
                        <a:pt x="41024" y="15705"/>
                      </a:cubicBezTo>
                      <a:cubicBezTo>
                        <a:pt x="42664" y="16370"/>
                        <a:pt x="44437" y="16769"/>
                        <a:pt x="46166" y="17168"/>
                      </a:cubicBezTo>
                      <a:cubicBezTo>
                        <a:pt x="48560" y="17877"/>
                        <a:pt x="50999" y="18232"/>
                        <a:pt x="53171" y="19030"/>
                      </a:cubicBezTo>
                      <a:cubicBezTo>
                        <a:pt x="55343" y="19739"/>
                        <a:pt x="57471" y="20271"/>
                        <a:pt x="59244" y="21114"/>
                      </a:cubicBezTo>
                      <a:cubicBezTo>
                        <a:pt x="61106" y="22000"/>
                        <a:pt x="62303" y="22709"/>
                        <a:pt x="63323" y="23640"/>
                      </a:cubicBezTo>
                      <a:cubicBezTo>
                        <a:pt x="64342" y="24571"/>
                        <a:pt x="65007" y="25591"/>
                        <a:pt x="65140" y="26699"/>
                      </a:cubicBezTo>
                      <a:lnTo>
                        <a:pt x="65894" y="32906"/>
                      </a:lnTo>
                      <a:cubicBezTo>
                        <a:pt x="66027" y="34058"/>
                        <a:pt x="65495" y="35211"/>
                        <a:pt x="64254" y="36230"/>
                      </a:cubicBezTo>
                      <a:cubicBezTo>
                        <a:pt x="63012" y="37250"/>
                        <a:pt x="60973" y="38314"/>
                        <a:pt x="58801" y="38890"/>
                      </a:cubicBezTo>
                      <a:cubicBezTo>
                        <a:pt x="56540" y="39467"/>
                        <a:pt x="53880" y="40132"/>
                        <a:pt x="50821" y="40087"/>
                      </a:cubicBezTo>
                      <a:cubicBezTo>
                        <a:pt x="47762" y="40087"/>
                        <a:pt x="44393" y="40043"/>
                        <a:pt x="40935" y="39023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92" name="Forme libre : forme 26091">
                  <a:extLst>
                    <a:ext uri="{FF2B5EF4-FFF2-40B4-BE49-F238E27FC236}">
                      <a16:creationId xmlns:a16="http://schemas.microsoft.com/office/drawing/2014/main" id="{F9FA9D55-1573-4B05-AA53-31DE18889F80}"/>
                    </a:ext>
                  </a:extLst>
                </p:cNvPr>
                <p:cNvSpPr/>
                <p:nvPr/>
              </p:nvSpPr>
              <p:spPr>
                <a:xfrm>
                  <a:off x="6161212" y="1856625"/>
                  <a:ext cx="65894" cy="36218"/>
                </a:xfrm>
                <a:custGeom>
                  <a:avLst/>
                  <a:gdLst>
                    <a:gd name="connsiteX0" fmla="*/ 21854 w 65894"/>
                    <a:gd name="connsiteY0" fmla="*/ 19107 h 36218"/>
                    <a:gd name="connsiteX1" fmla="*/ 9396 w 65894"/>
                    <a:gd name="connsiteY1" fmla="*/ 9841 h 36218"/>
                    <a:gd name="connsiteX2" fmla="*/ 2348 w 65894"/>
                    <a:gd name="connsiteY2" fmla="*/ 0 h 36218"/>
                    <a:gd name="connsiteX3" fmla="*/ 708 w 65894"/>
                    <a:gd name="connsiteY3" fmla="*/ 2039 h 36218"/>
                    <a:gd name="connsiteX4" fmla="*/ 2171 w 65894"/>
                    <a:gd name="connsiteY4" fmla="*/ 10506 h 36218"/>
                    <a:gd name="connsiteX5" fmla="*/ 6692 w 65894"/>
                    <a:gd name="connsiteY5" fmla="*/ 16403 h 36218"/>
                    <a:gd name="connsiteX6" fmla="*/ 13741 w 65894"/>
                    <a:gd name="connsiteY6" fmla="*/ 22476 h 36218"/>
                    <a:gd name="connsiteX7" fmla="*/ 19903 w 65894"/>
                    <a:gd name="connsiteY7" fmla="*/ 26421 h 36218"/>
                    <a:gd name="connsiteX8" fmla="*/ 26553 w 65894"/>
                    <a:gd name="connsiteY8" fmla="*/ 29968 h 36218"/>
                    <a:gd name="connsiteX9" fmla="*/ 33601 w 65894"/>
                    <a:gd name="connsiteY9" fmla="*/ 32894 h 36218"/>
                    <a:gd name="connsiteX10" fmla="*/ 40916 w 65894"/>
                    <a:gd name="connsiteY10" fmla="*/ 35066 h 36218"/>
                    <a:gd name="connsiteX11" fmla="*/ 50802 w 65894"/>
                    <a:gd name="connsiteY11" fmla="*/ 36218 h 36218"/>
                    <a:gd name="connsiteX12" fmla="*/ 58781 w 65894"/>
                    <a:gd name="connsiteY12" fmla="*/ 35021 h 36218"/>
                    <a:gd name="connsiteX13" fmla="*/ 64234 w 65894"/>
                    <a:gd name="connsiteY13" fmla="*/ 32362 h 36218"/>
                    <a:gd name="connsiteX14" fmla="*/ 65874 w 65894"/>
                    <a:gd name="connsiteY14" fmla="*/ 29037 h 36218"/>
                    <a:gd name="connsiteX15" fmla="*/ 65830 w 65894"/>
                    <a:gd name="connsiteY15" fmla="*/ 28860 h 36218"/>
                    <a:gd name="connsiteX16" fmla="*/ 54215 w 65894"/>
                    <a:gd name="connsiteY16" fmla="*/ 28992 h 36218"/>
                    <a:gd name="connsiteX17" fmla="*/ 48585 w 65894"/>
                    <a:gd name="connsiteY17" fmla="*/ 28283 h 36218"/>
                    <a:gd name="connsiteX18" fmla="*/ 43044 w 65894"/>
                    <a:gd name="connsiteY18" fmla="*/ 27219 h 36218"/>
                    <a:gd name="connsiteX19" fmla="*/ 32227 w 65894"/>
                    <a:gd name="connsiteY19" fmla="*/ 23894 h 36218"/>
                    <a:gd name="connsiteX20" fmla="*/ 26951 w 65894"/>
                    <a:gd name="connsiteY20" fmla="*/ 21678 h 36218"/>
                    <a:gd name="connsiteX21" fmla="*/ 21854 w 65894"/>
                    <a:gd name="connsiteY21" fmla="*/ 19107 h 36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5894" h="36218">
                      <a:moveTo>
                        <a:pt x="21854" y="19107"/>
                      </a:moveTo>
                      <a:cubicBezTo>
                        <a:pt x="17066" y="16624"/>
                        <a:pt x="12677" y="13299"/>
                        <a:pt x="9396" y="9841"/>
                      </a:cubicBezTo>
                      <a:cubicBezTo>
                        <a:pt x="6027" y="6428"/>
                        <a:pt x="3633" y="2970"/>
                        <a:pt x="2348" y="0"/>
                      </a:cubicBezTo>
                      <a:lnTo>
                        <a:pt x="708" y="2039"/>
                      </a:lnTo>
                      <a:cubicBezTo>
                        <a:pt x="-622" y="3768"/>
                        <a:pt x="-46" y="6783"/>
                        <a:pt x="2171" y="10506"/>
                      </a:cubicBezTo>
                      <a:cubicBezTo>
                        <a:pt x="3234" y="12324"/>
                        <a:pt x="4786" y="14363"/>
                        <a:pt x="6692" y="16403"/>
                      </a:cubicBezTo>
                      <a:cubicBezTo>
                        <a:pt x="8643" y="18442"/>
                        <a:pt x="10948" y="20570"/>
                        <a:pt x="13741" y="22476"/>
                      </a:cubicBezTo>
                      <a:cubicBezTo>
                        <a:pt x="15736" y="23850"/>
                        <a:pt x="17686" y="25224"/>
                        <a:pt x="19903" y="26421"/>
                      </a:cubicBezTo>
                      <a:cubicBezTo>
                        <a:pt x="22031" y="27707"/>
                        <a:pt x="24203" y="28904"/>
                        <a:pt x="26553" y="29968"/>
                      </a:cubicBezTo>
                      <a:cubicBezTo>
                        <a:pt x="28814" y="31120"/>
                        <a:pt x="31163" y="32051"/>
                        <a:pt x="33601" y="32894"/>
                      </a:cubicBezTo>
                      <a:cubicBezTo>
                        <a:pt x="35995" y="33825"/>
                        <a:pt x="38433" y="34489"/>
                        <a:pt x="40916" y="35066"/>
                      </a:cubicBezTo>
                      <a:cubicBezTo>
                        <a:pt x="44373" y="36085"/>
                        <a:pt x="47743" y="36130"/>
                        <a:pt x="50802" y="36218"/>
                      </a:cubicBezTo>
                      <a:cubicBezTo>
                        <a:pt x="53860" y="36218"/>
                        <a:pt x="56564" y="35598"/>
                        <a:pt x="58781" y="35021"/>
                      </a:cubicBezTo>
                      <a:cubicBezTo>
                        <a:pt x="60953" y="34445"/>
                        <a:pt x="62993" y="33426"/>
                        <a:pt x="64234" y="32362"/>
                      </a:cubicBezTo>
                      <a:cubicBezTo>
                        <a:pt x="65475" y="31342"/>
                        <a:pt x="66007" y="30189"/>
                        <a:pt x="65874" y="29037"/>
                      </a:cubicBezTo>
                      <a:lnTo>
                        <a:pt x="65830" y="28860"/>
                      </a:lnTo>
                      <a:cubicBezTo>
                        <a:pt x="61796" y="29436"/>
                        <a:pt x="57983" y="29170"/>
                        <a:pt x="54215" y="28992"/>
                      </a:cubicBezTo>
                      <a:cubicBezTo>
                        <a:pt x="52309" y="28948"/>
                        <a:pt x="50447" y="28505"/>
                        <a:pt x="48585" y="28283"/>
                      </a:cubicBezTo>
                      <a:cubicBezTo>
                        <a:pt x="46723" y="28062"/>
                        <a:pt x="44861" y="27707"/>
                        <a:pt x="43044" y="27219"/>
                      </a:cubicBezTo>
                      <a:cubicBezTo>
                        <a:pt x="39364" y="26421"/>
                        <a:pt x="35774" y="25180"/>
                        <a:pt x="32227" y="23894"/>
                      </a:cubicBezTo>
                      <a:cubicBezTo>
                        <a:pt x="30498" y="23185"/>
                        <a:pt x="28769" y="22431"/>
                        <a:pt x="26951" y="21678"/>
                      </a:cubicBezTo>
                      <a:cubicBezTo>
                        <a:pt x="25356" y="20791"/>
                        <a:pt x="23671" y="19949"/>
                        <a:pt x="21854" y="19107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93" name="Forme libre : forme 26092">
                  <a:extLst>
                    <a:ext uri="{FF2B5EF4-FFF2-40B4-BE49-F238E27FC236}">
                      <a16:creationId xmlns:a16="http://schemas.microsoft.com/office/drawing/2014/main" id="{C1296E16-F4D1-4F49-96A5-4161667D18DB}"/>
                    </a:ext>
                  </a:extLst>
                </p:cNvPr>
                <p:cNvSpPr/>
                <p:nvPr/>
              </p:nvSpPr>
              <p:spPr>
                <a:xfrm>
                  <a:off x="6182158" y="1870625"/>
                  <a:ext cx="30045" cy="14245"/>
                </a:xfrm>
                <a:custGeom>
                  <a:avLst/>
                  <a:gdLst>
                    <a:gd name="connsiteX0" fmla="*/ 30033 w 30045"/>
                    <a:gd name="connsiteY0" fmla="*/ 11978 h 14245"/>
                    <a:gd name="connsiteX1" fmla="*/ 24802 w 30045"/>
                    <a:gd name="connsiteY1" fmla="*/ 14238 h 14245"/>
                    <a:gd name="connsiteX2" fmla="*/ 19349 w 30045"/>
                    <a:gd name="connsiteY2" fmla="*/ 13839 h 14245"/>
                    <a:gd name="connsiteX3" fmla="*/ 12921 w 30045"/>
                    <a:gd name="connsiteY3" fmla="*/ 12066 h 14245"/>
                    <a:gd name="connsiteX4" fmla="*/ 6936 w 30045"/>
                    <a:gd name="connsiteY4" fmla="*/ 9096 h 14245"/>
                    <a:gd name="connsiteX5" fmla="*/ 2680 w 30045"/>
                    <a:gd name="connsiteY5" fmla="*/ 5727 h 14245"/>
                    <a:gd name="connsiteX6" fmla="*/ 198 w 30045"/>
                    <a:gd name="connsiteY6" fmla="*/ 673 h 14245"/>
                    <a:gd name="connsiteX7" fmla="*/ 5695 w 30045"/>
                    <a:gd name="connsiteY7" fmla="*/ 629 h 14245"/>
                    <a:gd name="connsiteX8" fmla="*/ 10394 w 30045"/>
                    <a:gd name="connsiteY8" fmla="*/ 2180 h 14245"/>
                    <a:gd name="connsiteX9" fmla="*/ 15936 w 30045"/>
                    <a:gd name="connsiteY9" fmla="*/ 4220 h 14245"/>
                    <a:gd name="connsiteX10" fmla="*/ 21432 w 30045"/>
                    <a:gd name="connsiteY10" fmla="*/ 6347 h 14245"/>
                    <a:gd name="connsiteX11" fmla="*/ 25954 w 30045"/>
                    <a:gd name="connsiteY11" fmla="*/ 8387 h 14245"/>
                    <a:gd name="connsiteX12" fmla="*/ 30033 w 30045"/>
                    <a:gd name="connsiteY12" fmla="*/ 11978 h 14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045" h="14245">
                      <a:moveTo>
                        <a:pt x="30033" y="11978"/>
                      </a:moveTo>
                      <a:cubicBezTo>
                        <a:pt x="29900" y="13130"/>
                        <a:pt x="27949" y="13928"/>
                        <a:pt x="24802" y="14238"/>
                      </a:cubicBezTo>
                      <a:cubicBezTo>
                        <a:pt x="23250" y="14283"/>
                        <a:pt x="21388" y="14105"/>
                        <a:pt x="19349" y="13839"/>
                      </a:cubicBezTo>
                      <a:cubicBezTo>
                        <a:pt x="17265" y="13662"/>
                        <a:pt x="15137" y="12820"/>
                        <a:pt x="12921" y="12066"/>
                      </a:cubicBezTo>
                      <a:cubicBezTo>
                        <a:pt x="10660" y="11357"/>
                        <a:pt x="8754" y="10071"/>
                        <a:pt x="6936" y="9096"/>
                      </a:cubicBezTo>
                      <a:cubicBezTo>
                        <a:pt x="5163" y="8076"/>
                        <a:pt x="3789" y="6791"/>
                        <a:pt x="2680" y="5727"/>
                      </a:cubicBezTo>
                      <a:cubicBezTo>
                        <a:pt x="420" y="3599"/>
                        <a:pt x="-423" y="1604"/>
                        <a:pt x="198" y="673"/>
                      </a:cubicBezTo>
                      <a:cubicBezTo>
                        <a:pt x="863" y="-346"/>
                        <a:pt x="2858" y="-80"/>
                        <a:pt x="5695" y="629"/>
                      </a:cubicBezTo>
                      <a:cubicBezTo>
                        <a:pt x="7113" y="939"/>
                        <a:pt x="8621" y="1648"/>
                        <a:pt x="10394" y="2180"/>
                      </a:cubicBezTo>
                      <a:cubicBezTo>
                        <a:pt x="12167" y="2712"/>
                        <a:pt x="13941" y="3643"/>
                        <a:pt x="15936" y="4220"/>
                      </a:cubicBezTo>
                      <a:cubicBezTo>
                        <a:pt x="17930" y="4885"/>
                        <a:pt x="19704" y="5815"/>
                        <a:pt x="21432" y="6347"/>
                      </a:cubicBezTo>
                      <a:cubicBezTo>
                        <a:pt x="23161" y="6968"/>
                        <a:pt x="24669" y="7722"/>
                        <a:pt x="25954" y="8387"/>
                      </a:cubicBezTo>
                      <a:cubicBezTo>
                        <a:pt x="28570" y="9495"/>
                        <a:pt x="30210" y="10825"/>
                        <a:pt x="30033" y="1197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94" name="Forme libre : forme 26093">
                  <a:extLst>
                    <a:ext uri="{FF2B5EF4-FFF2-40B4-BE49-F238E27FC236}">
                      <a16:creationId xmlns:a16="http://schemas.microsoft.com/office/drawing/2014/main" id="{1422697A-3E25-4867-8D86-F6FA9C9FD777}"/>
                    </a:ext>
                  </a:extLst>
                </p:cNvPr>
                <p:cNvSpPr/>
                <p:nvPr/>
              </p:nvSpPr>
              <p:spPr>
                <a:xfrm>
                  <a:off x="6182158" y="1870629"/>
                  <a:ext cx="20368" cy="13968"/>
                </a:xfrm>
                <a:custGeom>
                  <a:avLst/>
                  <a:gdLst>
                    <a:gd name="connsiteX0" fmla="*/ 7911 w 20368"/>
                    <a:gd name="connsiteY0" fmla="*/ 1290 h 13968"/>
                    <a:gd name="connsiteX1" fmla="*/ 198 w 20368"/>
                    <a:gd name="connsiteY1" fmla="*/ 669 h 13968"/>
                    <a:gd name="connsiteX2" fmla="*/ 2680 w 20368"/>
                    <a:gd name="connsiteY2" fmla="*/ 5723 h 13968"/>
                    <a:gd name="connsiteX3" fmla="*/ 6936 w 20368"/>
                    <a:gd name="connsiteY3" fmla="*/ 9092 h 13968"/>
                    <a:gd name="connsiteX4" fmla="*/ 12921 w 20368"/>
                    <a:gd name="connsiteY4" fmla="*/ 12062 h 13968"/>
                    <a:gd name="connsiteX5" fmla="*/ 20369 w 20368"/>
                    <a:gd name="connsiteY5" fmla="*/ 13969 h 13968"/>
                    <a:gd name="connsiteX6" fmla="*/ 16379 w 20368"/>
                    <a:gd name="connsiteY6" fmla="*/ 12506 h 13968"/>
                    <a:gd name="connsiteX7" fmla="*/ 11901 w 20368"/>
                    <a:gd name="connsiteY7" fmla="*/ 9580 h 13968"/>
                    <a:gd name="connsiteX8" fmla="*/ 8887 w 20368"/>
                    <a:gd name="connsiteY8" fmla="*/ 6299 h 13968"/>
                    <a:gd name="connsiteX9" fmla="*/ 7911 w 20368"/>
                    <a:gd name="connsiteY9" fmla="*/ 1290 h 13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368" h="13968">
                      <a:moveTo>
                        <a:pt x="7911" y="1290"/>
                      </a:moveTo>
                      <a:cubicBezTo>
                        <a:pt x="3966" y="4"/>
                        <a:pt x="996" y="-528"/>
                        <a:pt x="198" y="669"/>
                      </a:cubicBezTo>
                      <a:cubicBezTo>
                        <a:pt x="-423" y="1600"/>
                        <a:pt x="420" y="3595"/>
                        <a:pt x="2680" y="5723"/>
                      </a:cubicBezTo>
                      <a:cubicBezTo>
                        <a:pt x="3833" y="6787"/>
                        <a:pt x="5163" y="8073"/>
                        <a:pt x="6936" y="9092"/>
                      </a:cubicBezTo>
                      <a:cubicBezTo>
                        <a:pt x="8710" y="10112"/>
                        <a:pt x="10616" y="11353"/>
                        <a:pt x="12921" y="12062"/>
                      </a:cubicBezTo>
                      <a:cubicBezTo>
                        <a:pt x="15536" y="13038"/>
                        <a:pt x="18063" y="13791"/>
                        <a:pt x="20369" y="13969"/>
                      </a:cubicBezTo>
                      <a:cubicBezTo>
                        <a:pt x="18994" y="13570"/>
                        <a:pt x="17620" y="13215"/>
                        <a:pt x="16379" y="12506"/>
                      </a:cubicBezTo>
                      <a:cubicBezTo>
                        <a:pt x="14694" y="11575"/>
                        <a:pt x="13187" y="10555"/>
                        <a:pt x="11901" y="9580"/>
                      </a:cubicBezTo>
                      <a:cubicBezTo>
                        <a:pt x="10660" y="8472"/>
                        <a:pt x="9640" y="7363"/>
                        <a:pt x="8887" y="6299"/>
                      </a:cubicBezTo>
                      <a:cubicBezTo>
                        <a:pt x="7335" y="4349"/>
                        <a:pt x="7025" y="2398"/>
                        <a:pt x="7911" y="129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95" name="Forme libre : forme 26094">
                  <a:extLst>
                    <a:ext uri="{FF2B5EF4-FFF2-40B4-BE49-F238E27FC236}">
                      <a16:creationId xmlns:a16="http://schemas.microsoft.com/office/drawing/2014/main" id="{035999AE-AA58-4CFB-B827-4D631E8BCAE5}"/>
                    </a:ext>
                  </a:extLst>
                </p:cNvPr>
                <p:cNvSpPr/>
                <p:nvPr/>
              </p:nvSpPr>
              <p:spPr>
                <a:xfrm>
                  <a:off x="6183015" y="1872328"/>
                  <a:ext cx="30730" cy="13876"/>
                </a:xfrm>
                <a:custGeom>
                  <a:avLst/>
                  <a:gdLst>
                    <a:gd name="connsiteX0" fmla="*/ 30727 w 30730"/>
                    <a:gd name="connsiteY0" fmla="*/ 11471 h 13876"/>
                    <a:gd name="connsiteX1" fmla="*/ 25496 w 30730"/>
                    <a:gd name="connsiteY1" fmla="*/ 13776 h 13876"/>
                    <a:gd name="connsiteX2" fmla="*/ 19955 w 30730"/>
                    <a:gd name="connsiteY2" fmla="*/ 13555 h 13876"/>
                    <a:gd name="connsiteX3" fmla="*/ 13394 w 30730"/>
                    <a:gd name="connsiteY3" fmla="*/ 11914 h 13876"/>
                    <a:gd name="connsiteX4" fmla="*/ 10113 w 30730"/>
                    <a:gd name="connsiteY4" fmla="*/ 10629 h 13876"/>
                    <a:gd name="connsiteX5" fmla="*/ 7276 w 30730"/>
                    <a:gd name="connsiteY5" fmla="*/ 9033 h 13876"/>
                    <a:gd name="connsiteX6" fmla="*/ 2843 w 30730"/>
                    <a:gd name="connsiteY6" fmla="*/ 5752 h 13876"/>
                    <a:gd name="connsiteX7" fmla="*/ 183 w 30730"/>
                    <a:gd name="connsiteY7" fmla="*/ 699 h 13876"/>
                    <a:gd name="connsiteX8" fmla="*/ 5724 w 30730"/>
                    <a:gd name="connsiteY8" fmla="*/ 566 h 13876"/>
                    <a:gd name="connsiteX9" fmla="*/ 10557 w 30730"/>
                    <a:gd name="connsiteY9" fmla="*/ 2029 h 13876"/>
                    <a:gd name="connsiteX10" fmla="*/ 13261 w 30730"/>
                    <a:gd name="connsiteY10" fmla="*/ 3004 h 13876"/>
                    <a:gd name="connsiteX11" fmla="*/ 16187 w 30730"/>
                    <a:gd name="connsiteY11" fmla="*/ 3979 h 13876"/>
                    <a:gd name="connsiteX12" fmla="*/ 21816 w 30730"/>
                    <a:gd name="connsiteY12" fmla="*/ 6018 h 13876"/>
                    <a:gd name="connsiteX13" fmla="*/ 26471 w 30730"/>
                    <a:gd name="connsiteY13" fmla="*/ 7925 h 13876"/>
                    <a:gd name="connsiteX14" fmla="*/ 30727 w 30730"/>
                    <a:gd name="connsiteY14" fmla="*/ 11471 h 13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30" h="13876">
                      <a:moveTo>
                        <a:pt x="30727" y="11471"/>
                      </a:moveTo>
                      <a:cubicBezTo>
                        <a:pt x="30594" y="12624"/>
                        <a:pt x="28688" y="13422"/>
                        <a:pt x="25496" y="13776"/>
                      </a:cubicBezTo>
                      <a:cubicBezTo>
                        <a:pt x="23900" y="13998"/>
                        <a:pt x="22038" y="13821"/>
                        <a:pt x="19955" y="13555"/>
                      </a:cubicBezTo>
                      <a:cubicBezTo>
                        <a:pt x="17871" y="13289"/>
                        <a:pt x="15610" y="12801"/>
                        <a:pt x="13394" y="11914"/>
                      </a:cubicBezTo>
                      <a:cubicBezTo>
                        <a:pt x="12241" y="11515"/>
                        <a:pt x="11177" y="11072"/>
                        <a:pt x="10113" y="10629"/>
                      </a:cubicBezTo>
                      <a:cubicBezTo>
                        <a:pt x="9094" y="10097"/>
                        <a:pt x="8162" y="9565"/>
                        <a:pt x="7276" y="9033"/>
                      </a:cubicBezTo>
                      <a:cubicBezTo>
                        <a:pt x="5458" y="7969"/>
                        <a:pt x="3951" y="6905"/>
                        <a:pt x="2843" y="5752"/>
                      </a:cubicBezTo>
                      <a:cubicBezTo>
                        <a:pt x="538" y="3580"/>
                        <a:pt x="-437" y="1718"/>
                        <a:pt x="183" y="699"/>
                      </a:cubicBezTo>
                      <a:cubicBezTo>
                        <a:pt x="804" y="-232"/>
                        <a:pt x="2887" y="-188"/>
                        <a:pt x="5724" y="566"/>
                      </a:cubicBezTo>
                      <a:cubicBezTo>
                        <a:pt x="7099" y="1009"/>
                        <a:pt x="8783" y="1452"/>
                        <a:pt x="10557" y="2029"/>
                      </a:cubicBezTo>
                      <a:cubicBezTo>
                        <a:pt x="11443" y="2339"/>
                        <a:pt x="12330" y="2649"/>
                        <a:pt x="13261" y="3004"/>
                      </a:cubicBezTo>
                      <a:cubicBezTo>
                        <a:pt x="14236" y="3270"/>
                        <a:pt x="15211" y="3625"/>
                        <a:pt x="16187" y="3979"/>
                      </a:cubicBezTo>
                      <a:cubicBezTo>
                        <a:pt x="18137" y="4777"/>
                        <a:pt x="20043" y="5398"/>
                        <a:pt x="21816" y="6018"/>
                      </a:cubicBezTo>
                      <a:cubicBezTo>
                        <a:pt x="23279" y="6595"/>
                        <a:pt x="24787" y="7260"/>
                        <a:pt x="26471" y="7925"/>
                      </a:cubicBezTo>
                      <a:cubicBezTo>
                        <a:pt x="29131" y="8989"/>
                        <a:pt x="30816" y="10274"/>
                        <a:pt x="30727" y="1147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96" name="Forme libre : forme 26095">
                  <a:extLst>
                    <a:ext uri="{FF2B5EF4-FFF2-40B4-BE49-F238E27FC236}">
                      <a16:creationId xmlns:a16="http://schemas.microsoft.com/office/drawing/2014/main" id="{5B25FCDD-BA50-4B8E-B515-C031C35AD277}"/>
                    </a:ext>
                  </a:extLst>
                </p:cNvPr>
                <p:cNvSpPr/>
                <p:nvPr/>
              </p:nvSpPr>
              <p:spPr>
                <a:xfrm>
                  <a:off x="6169498" y="1859693"/>
                  <a:ext cx="35933" cy="28551"/>
                </a:xfrm>
                <a:custGeom>
                  <a:avLst/>
                  <a:gdLst>
                    <a:gd name="connsiteX0" fmla="*/ 1598 w 35933"/>
                    <a:gd name="connsiteY0" fmla="*/ 3892 h 28551"/>
                    <a:gd name="connsiteX1" fmla="*/ 46 w 35933"/>
                    <a:gd name="connsiteY1" fmla="*/ 7615 h 28551"/>
                    <a:gd name="connsiteX2" fmla="*/ 11439 w 35933"/>
                    <a:gd name="connsiteY2" fmla="*/ 21003 h 28551"/>
                    <a:gd name="connsiteX3" fmla="*/ 28906 w 35933"/>
                    <a:gd name="connsiteY3" fmla="*/ 28451 h 28551"/>
                    <a:gd name="connsiteX4" fmla="*/ 35644 w 35933"/>
                    <a:gd name="connsiteY4" fmla="*/ 26234 h 28551"/>
                    <a:gd name="connsiteX5" fmla="*/ 30413 w 35933"/>
                    <a:gd name="connsiteY5" fmla="*/ 22821 h 28551"/>
                    <a:gd name="connsiteX6" fmla="*/ 19596 w 35933"/>
                    <a:gd name="connsiteY6" fmla="*/ 13112 h 28551"/>
                    <a:gd name="connsiteX7" fmla="*/ 9179 w 35933"/>
                    <a:gd name="connsiteY7" fmla="*/ 1010 h 28551"/>
                    <a:gd name="connsiteX8" fmla="*/ 1598 w 35933"/>
                    <a:gd name="connsiteY8" fmla="*/ 3892 h 28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933" h="28551">
                      <a:moveTo>
                        <a:pt x="1598" y="3892"/>
                      </a:moveTo>
                      <a:cubicBezTo>
                        <a:pt x="711" y="4823"/>
                        <a:pt x="-220" y="5842"/>
                        <a:pt x="46" y="7615"/>
                      </a:cubicBezTo>
                      <a:cubicBezTo>
                        <a:pt x="490" y="10985"/>
                        <a:pt x="5322" y="16570"/>
                        <a:pt x="11439" y="21003"/>
                      </a:cubicBezTo>
                      <a:cubicBezTo>
                        <a:pt x="16449" y="24771"/>
                        <a:pt x="23143" y="27564"/>
                        <a:pt x="28906" y="28451"/>
                      </a:cubicBezTo>
                      <a:cubicBezTo>
                        <a:pt x="33295" y="28850"/>
                        <a:pt x="37018" y="28052"/>
                        <a:pt x="35644" y="26234"/>
                      </a:cubicBezTo>
                      <a:cubicBezTo>
                        <a:pt x="34846" y="25082"/>
                        <a:pt x="32452" y="23974"/>
                        <a:pt x="30413" y="22821"/>
                      </a:cubicBezTo>
                      <a:cubicBezTo>
                        <a:pt x="25625" y="19895"/>
                        <a:pt x="21990" y="16526"/>
                        <a:pt x="19596" y="13112"/>
                      </a:cubicBezTo>
                      <a:cubicBezTo>
                        <a:pt x="17424" y="10231"/>
                        <a:pt x="14853" y="4158"/>
                        <a:pt x="9179" y="1010"/>
                      </a:cubicBezTo>
                      <a:cubicBezTo>
                        <a:pt x="3992" y="-2005"/>
                        <a:pt x="2839" y="2562"/>
                        <a:pt x="1598" y="389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97" name="Forme libre : forme 26096">
                  <a:extLst>
                    <a:ext uri="{FF2B5EF4-FFF2-40B4-BE49-F238E27FC236}">
                      <a16:creationId xmlns:a16="http://schemas.microsoft.com/office/drawing/2014/main" id="{760F9134-96B2-4ED6-B2B3-D934116C8179}"/>
                    </a:ext>
                  </a:extLst>
                </p:cNvPr>
                <p:cNvSpPr/>
                <p:nvPr/>
              </p:nvSpPr>
              <p:spPr>
                <a:xfrm>
                  <a:off x="6178495" y="1864367"/>
                  <a:ext cx="11895" cy="5916"/>
                </a:xfrm>
                <a:custGeom>
                  <a:avLst/>
                  <a:gdLst>
                    <a:gd name="connsiteX0" fmla="*/ 1246 w 11895"/>
                    <a:gd name="connsiteY0" fmla="*/ 15 h 5916"/>
                    <a:gd name="connsiteX1" fmla="*/ 93 w 11895"/>
                    <a:gd name="connsiteY1" fmla="*/ 281 h 5916"/>
                    <a:gd name="connsiteX2" fmla="*/ 581 w 11895"/>
                    <a:gd name="connsiteY2" fmla="*/ 1611 h 5916"/>
                    <a:gd name="connsiteX3" fmla="*/ 2443 w 11895"/>
                    <a:gd name="connsiteY3" fmla="*/ 2941 h 5916"/>
                    <a:gd name="connsiteX4" fmla="*/ 7497 w 11895"/>
                    <a:gd name="connsiteY4" fmla="*/ 5335 h 5916"/>
                    <a:gd name="connsiteX5" fmla="*/ 9491 w 11895"/>
                    <a:gd name="connsiteY5" fmla="*/ 5867 h 5916"/>
                    <a:gd name="connsiteX6" fmla="*/ 9491 w 11895"/>
                    <a:gd name="connsiteY6" fmla="*/ 2763 h 5916"/>
                    <a:gd name="connsiteX7" fmla="*/ 1246 w 11895"/>
                    <a:gd name="connsiteY7" fmla="*/ 15 h 5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5" h="5916">
                      <a:moveTo>
                        <a:pt x="1246" y="15"/>
                      </a:moveTo>
                      <a:cubicBezTo>
                        <a:pt x="758" y="-29"/>
                        <a:pt x="315" y="15"/>
                        <a:pt x="93" y="281"/>
                      </a:cubicBezTo>
                      <a:cubicBezTo>
                        <a:pt x="-128" y="547"/>
                        <a:pt x="49" y="1035"/>
                        <a:pt x="581" y="1611"/>
                      </a:cubicBezTo>
                      <a:cubicBezTo>
                        <a:pt x="1068" y="2143"/>
                        <a:pt x="1778" y="2586"/>
                        <a:pt x="2443" y="2941"/>
                      </a:cubicBezTo>
                      <a:cubicBezTo>
                        <a:pt x="4172" y="3872"/>
                        <a:pt x="5856" y="4625"/>
                        <a:pt x="7497" y="5335"/>
                      </a:cubicBezTo>
                      <a:cubicBezTo>
                        <a:pt x="8162" y="5601"/>
                        <a:pt x="8871" y="5778"/>
                        <a:pt x="9491" y="5867"/>
                      </a:cubicBezTo>
                      <a:cubicBezTo>
                        <a:pt x="11974" y="6221"/>
                        <a:pt x="13348" y="4625"/>
                        <a:pt x="9491" y="2763"/>
                      </a:cubicBezTo>
                      <a:cubicBezTo>
                        <a:pt x="6654" y="1123"/>
                        <a:pt x="3241" y="192"/>
                        <a:pt x="1246" y="1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98" name="Forme libre : forme 26097">
                  <a:extLst>
                    <a:ext uri="{FF2B5EF4-FFF2-40B4-BE49-F238E27FC236}">
                      <a16:creationId xmlns:a16="http://schemas.microsoft.com/office/drawing/2014/main" id="{718092D5-E555-406B-9EBD-8DA78DF8DD87}"/>
                    </a:ext>
                  </a:extLst>
                </p:cNvPr>
                <p:cNvSpPr/>
                <p:nvPr/>
              </p:nvSpPr>
              <p:spPr>
                <a:xfrm>
                  <a:off x="6202837" y="1884863"/>
                  <a:ext cx="21927" cy="6884"/>
                </a:xfrm>
                <a:custGeom>
                  <a:avLst/>
                  <a:gdLst>
                    <a:gd name="connsiteX0" fmla="*/ 21900 w 21927"/>
                    <a:gd name="connsiteY0" fmla="*/ 0 h 6884"/>
                    <a:gd name="connsiteX1" fmla="*/ 19683 w 21927"/>
                    <a:gd name="connsiteY1" fmla="*/ 3635 h 6884"/>
                    <a:gd name="connsiteX2" fmla="*/ 13344 w 21927"/>
                    <a:gd name="connsiteY2" fmla="*/ 6206 h 6884"/>
                    <a:gd name="connsiteX3" fmla="*/ 7714 w 21927"/>
                    <a:gd name="connsiteY3" fmla="*/ 6871 h 6884"/>
                    <a:gd name="connsiteX4" fmla="*/ 0 w 21927"/>
                    <a:gd name="connsiteY4" fmla="*/ 6428 h 6884"/>
                    <a:gd name="connsiteX5" fmla="*/ 2926 w 21927"/>
                    <a:gd name="connsiteY5" fmla="*/ 6694 h 6884"/>
                    <a:gd name="connsiteX6" fmla="*/ 9664 w 21927"/>
                    <a:gd name="connsiteY6" fmla="*/ 6251 h 6884"/>
                    <a:gd name="connsiteX7" fmla="*/ 16979 w 21927"/>
                    <a:gd name="connsiteY7" fmla="*/ 4079 h 6884"/>
                    <a:gd name="connsiteX8" fmla="*/ 21900 w 21927"/>
                    <a:gd name="connsiteY8" fmla="*/ 0 h 6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927" h="6884">
                      <a:moveTo>
                        <a:pt x="21900" y="0"/>
                      </a:moveTo>
                      <a:cubicBezTo>
                        <a:pt x="21900" y="0"/>
                        <a:pt x="22343" y="1640"/>
                        <a:pt x="19683" y="3635"/>
                      </a:cubicBezTo>
                      <a:cubicBezTo>
                        <a:pt x="18397" y="4566"/>
                        <a:pt x="16447" y="5453"/>
                        <a:pt x="13344" y="6206"/>
                      </a:cubicBezTo>
                      <a:cubicBezTo>
                        <a:pt x="11792" y="6650"/>
                        <a:pt x="9930" y="6871"/>
                        <a:pt x="7714" y="6871"/>
                      </a:cubicBezTo>
                      <a:cubicBezTo>
                        <a:pt x="5497" y="6871"/>
                        <a:pt x="2926" y="7004"/>
                        <a:pt x="0" y="6428"/>
                      </a:cubicBezTo>
                      <a:cubicBezTo>
                        <a:pt x="0" y="6428"/>
                        <a:pt x="1153" y="6605"/>
                        <a:pt x="2926" y="6694"/>
                      </a:cubicBezTo>
                      <a:cubicBezTo>
                        <a:pt x="4699" y="6694"/>
                        <a:pt x="7137" y="6561"/>
                        <a:pt x="9664" y="6251"/>
                      </a:cubicBezTo>
                      <a:cubicBezTo>
                        <a:pt x="12191" y="5940"/>
                        <a:pt x="14762" y="5054"/>
                        <a:pt x="16979" y="4079"/>
                      </a:cubicBezTo>
                      <a:cubicBezTo>
                        <a:pt x="19063" y="3192"/>
                        <a:pt x="20969" y="1685"/>
                        <a:pt x="2190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99" name="Forme libre : forme 26098">
                  <a:extLst>
                    <a:ext uri="{FF2B5EF4-FFF2-40B4-BE49-F238E27FC236}">
                      <a16:creationId xmlns:a16="http://schemas.microsoft.com/office/drawing/2014/main" id="{9D9ACE83-2E09-41A4-B11C-6C3BE0799974}"/>
                    </a:ext>
                  </a:extLst>
                </p:cNvPr>
                <p:cNvSpPr/>
                <p:nvPr/>
              </p:nvSpPr>
              <p:spPr>
                <a:xfrm>
                  <a:off x="6166264" y="1854271"/>
                  <a:ext cx="21899" cy="7761"/>
                </a:xfrm>
                <a:custGeom>
                  <a:avLst/>
                  <a:gdLst>
                    <a:gd name="connsiteX0" fmla="*/ 21899 w 21899"/>
                    <a:gd name="connsiteY0" fmla="*/ 7762 h 7761"/>
                    <a:gd name="connsiteX1" fmla="*/ 19461 w 21899"/>
                    <a:gd name="connsiteY1" fmla="*/ 6343 h 7761"/>
                    <a:gd name="connsiteX2" fmla="*/ 13565 w 21899"/>
                    <a:gd name="connsiteY2" fmla="*/ 3063 h 7761"/>
                    <a:gd name="connsiteX3" fmla="*/ 0 w 21899"/>
                    <a:gd name="connsiteY3" fmla="*/ 1024 h 7761"/>
                    <a:gd name="connsiteX4" fmla="*/ 5586 w 21899"/>
                    <a:gd name="connsiteY4" fmla="*/ 979 h 7761"/>
                    <a:gd name="connsiteX5" fmla="*/ 12501 w 21899"/>
                    <a:gd name="connsiteY5" fmla="*/ 3063 h 7761"/>
                    <a:gd name="connsiteX6" fmla="*/ 21899 w 21899"/>
                    <a:gd name="connsiteY6" fmla="*/ 7762 h 7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899" h="7761">
                      <a:moveTo>
                        <a:pt x="21899" y="7762"/>
                      </a:moveTo>
                      <a:cubicBezTo>
                        <a:pt x="21899" y="7762"/>
                        <a:pt x="21013" y="7230"/>
                        <a:pt x="19461" y="6343"/>
                      </a:cubicBezTo>
                      <a:cubicBezTo>
                        <a:pt x="17954" y="5368"/>
                        <a:pt x="15870" y="4304"/>
                        <a:pt x="13565" y="3063"/>
                      </a:cubicBezTo>
                      <a:cubicBezTo>
                        <a:pt x="8955" y="802"/>
                        <a:pt x="3325" y="-1326"/>
                        <a:pt x="0" y="1024"/>
                      </a:cubicBezTo>
                      <a:cubicBezTo>
                        <a:pt x="0" y="1024"/>
                        <a:pt x="1862" y="359"/>
                        <a:pt x="5586" y="979"/>
                      </a:cubicBezTo>
                      <a:cubicBezTo>
                        <a:pt x="7448" y="1290"/>
                        <a:pt x="9753" y="1955"/>
                        <a:pt x="12501" y="3063"/>
                      </a:cubicBezTo>
                      <a:cubicBezTo>
                        <a:pt x="15250" y="4171"/>
                        <a:pt x="18353" y="5811"/>
                        <a:pt x="21899" y="77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00" name="Forme libre : forme 26099">
                  <a:extLst>
                    <a:ext uri="{FF2B5EF4-FFF2-40B4-BE49-F238E27FC236}">
                      <a16:creationId xmlns:a16="http://schemas.microsoft.com/office/drawing/2014/main" id="{7007AF31-9B86-4DEE-9BD4-0ECF3B4BC939}"/>
                    </a:ext>
                  </a:extLst>
                </p:cNvPr>
                <p:cNvSpPr/>
                <p:nvPr/>
              </p:nvSpPr>
              <p:spPr>
                <a:xfrm>
                  <a:off x="6194911" y="1875363"/>
                  <a:ext cx="10907" cy="5177"/>
                </a:xfrm>
                <a:custGeom>
                  <a:avLst/>
                  <a:gdLst>
                    <a:gd name="connsiteX0" fmla="*/ 10719 w 10907"/>
                    <a:gd name="connsiteY0" fmla="*/ 4978 h 5177"/>
                    <a:gd name="connsiteX1" fmla="*/ 3803 w 10907"/>
                    <a:gd name="connsiteY1" fmla="*/ 3560 h 5177"/>
                    <a:gd name="connsiteX2" fmla="*/ 257 w 10907"/>
                    <a:gd name="connsiteY2" fmla="*/ 57 h 5177"/>
                    <a:gd name="connsiteX3" fmla="*/ 6862 w 10907"/>
                    <a:gd name="connsiteY3" fmla="*/ 1919 h 5177"/>
                    <a:gd name="connsiteX4" fmla="*/ 10719 w 10907"/>
                    <a:gd name="connsiteY4" fmla="*/ 4978 h 5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07" h="5177">
                      <a:moveTo>
                        <a:pt x="10719" y="4978"/>
                      </a:moveTo>
                      <a:cubicBezTo>
                        <a:pt x="9965" y="5422"/>
                        <a:pt x="6685" y="5200"/>
                        <a:pt x="3803" y="3560"/>
                      </a:cubicBezTo>
                      <a:cubicBezTo>
                        <a:pt x="833" y="2141"/>
                        <a:pt x="-630" y="456"/>
                        <a:pt x="257" y="57"/>
                      </a:cubicBezTo>
                      <a:cubicBezTo>
                        <a:pt x="1099" y="-209"/>
                        <a:pt x="4069" y="456"/>
                        <a:pt x="6862" y="1919"/>
                      </a:cubicBezTo>
                      <a:cubicBezTo>
                        <a:pt x="9699" y="3072"/>
                        <a:pt x="11517" y="4446"/>
                        <a:pt x="10719" y="497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01" name="Forme libre : forme 26100">
                  <a:extLst>
                    <a:ext uri="{FF2B5EF4-FFF2-40B4-BE49-F238E27FC236}">
                      <a16:creationId xmlns:a16="http://schemas.microsoft.com/office/drawing/2014/main" id="{DF834B01-931C-47F1-8B0F-E3271B584B8B}"/>
                    </a:ext>
                  </a:extLst>
                </p:cNvPr>
                <p:cNvSpPr/>
                <p:nvPr/>
              </p:nvSpPr>
              <p:spPr>
                <a:xfrm>
                  <a:off x="6204115" y="1879320"/>
                  <a:ext cx="3207" cy="1377"/>
                </a:xfrm>
                <a:custGeom>
                  <a:avLst/>
                  <a:gdLst>
                    <a:gd name="connsiteX0" fmla="*/ 3200 w 3207"/>
                    <a:gd name="connsiteY0" fmla="*/ 1066 h 1377"/>
                    <a:gd name="connsiteX1" fmla="*/ 1471 w 3207"/>
                    <a:gd name="connsiteY1" fmla="*/ 1287 h 1377"/>
                    <a:gd name="connsiteX2" fmla="*/ 8 w 3207"/>
                    <a:gd name="connsiteY2" fmla="*/ 312 h 1377"/>
                    <a:gd name="connsiteX3" fmla="*/ 1737 w 3207"/>
                    <a:gd name="connsiteY3" fmla="*/ 90 h 1377"/>
                    <a:gd name="connsiteX4" fmla="*/ 3200 w 3207"/>
                    <a:gd name="connsiteY4" fmla="*/ 1066 h 1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07" h="1377">
                      <a:moveTo>
                        <a:pt x="3200" y="1066"/>
                      </a:moveTo>
                      <a:cubicBezTo>
                        <a:pt x="3155" y="1376"/>
                        <a:pt x="2357" y="1465"/>
                        <a:pt x="1471" y="1287"/>
                      </a:cubicBezTo>
                      <a:cubicBezTo>
                        <a:pt x="584" y="1110"/>
                        <a:pt x="-81" y="622"/>
                        <a:pt x="8" y="312"/>
                      </a:cubicBezTo>
                      <a:cubicBezTo>
                        <a:pt x="96" y="2"/>
                        <a:pt x="850" y="-87"/>
                        <a:pt x="1737" y="90"/>
                      </a:cubicBezTo>
                      <a:cubicBezTo>
                        <a:pt x="2623" y="312"/>
                        <a:pt x="3288" y="755"/>
                        <a:pt x="3200" y="10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102" name="Forme libre : forme 26101">
                  <a:extLst>
                    <a:ext uri="{FF2B5EF4-FFF2-40B4-BE49-F238E27FC236}">
                      <a16:creationId xmlns:a16="http://schemas.microsoft.com/office/drawing/2014/main" id="{46FEEBD6-37E2-48B4-A2C6-9F36210141CF}"/>
                    </a:ext>
                  </a:extLst>
                </p:cNvPr>
                <p:cNvSpPr/>
                <p:nvPr/>
              </p:nvSpPr>
              <p:spPr>
                <a:xfrm>
                  <a:off x="6197325" y="1869508"/>
                  <a:ext cx="24196" cy="14470"/>
                </a:xfrm>
                <a:custGeom>
                  <a:avLst/>
                  <a:gdLst>
                    <a:gd name="connsiteX0" fmla="*/ 22004 w 24196"/>
                    <a:gd name="connsiteY0" fmla="*/ 7464 h 14470"/>
                    <a:gd name="connsiteX1" fmla="*/ 24176 w 24196"/>
                    <a:gd name="connsiteY1" fmla="*/ 12917 h 14470"/>
                    <a:gd name="connsiteX2" fmla="*/ 21782 w 24196"/>
                    <a:gd name="connsiteY2" fmla="*/ 14469 h 14470"/>
                    <a:gd name="connsiteX3" fmla="*/ 18235 w 24196"/>
                    <a:gd name="connsiteY3" fmla="*/ 13227 h 14470"/>
                    <a:gd name="connsiteX4" fmla="*/ 11852 w 24196"/>
                    <a:gd name="connsiteY4" fmla="*/ 7464 h 14470"/>
                    <a:gd name="connsiteX5" fmla="*/ 8660 w 24196"/>
                    <a:gd name="connsiteY5" fmla="*/ 6046 h 14470"/>
                    <a:gd name="connsiteX6" fmla="*/ 4050 w 24196"/>
                    <a:gd name="connsiteY6" fmla="*/ 3829 h 14470"/>
                    <a:gd name="connsiteX7" fmla="*/ 503 w 24196"/>
                    <a:gd name="connsiteY7" fmla="*/ 61 h 14470"/>
                    <a:gd name="connsiteX8" fmla="*/ 8039 w 24196"/>
                    <a:gd name="connsiteY8" fmla="*/ 1568 h 14470"/>
                    <a:gd name="connsiteX9" fmla="*/ 12472 w 24196"/>
                    <a:gd name="connsiteY9" fmla="*/ 2942 h 14470"/>
                    <a:gd name="connsiteX10" fmla="*/ 15797 w 24196"/>
                    <a:gd name="connsiteY10" fmla="*/ 3962 h 14470"/>
                    <a:gd name="connsiteX11" fmla="*/ 22004 w 24196"/>
                    <a:gd name="connsiteY11" fmla="*/ 7464 h 14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4196" h="14470">
                      <a:moveTo>
                        <a:pt x="22004" y="7464"/>
                      </a:moveTo>
                      <a:cubicBezTo>
                        <a:pt x="23821" y="9193"/>
                        <a:pt x="24309" y="11099"/>
                        <a:pt x="24176" y="12917"/>
                      </a:cubicBezTo>
                      <a:cubicBezTo>
                        <a:pt x="24131" y="13582"/>
                        <a:pt x="23600" y="14424"/>
                        <a:pt x="21782" y="14469"/>
                      </a:cubicBezTo>
                      <a:cubicBezTo>
                        <a:pt x="20097" y="14513"/>
                        <a:pt x="18900" y="13803"/>
                        <a:pt x="18235" y="13227"/>
                      </a:cubicBezTo>
                      <a:cubicBezTo>
                        <a:pt x="16196" y="11410"/>
                        <a:pt x="15265" y="9104"/>
                        <a:pt x="11852" y="7464"/>
                      </a:cubicBezTo>
                      <a:cubicBezTo>
                        <a:pt x="11143" y="7154"/>
                        <a:pt x="9990" y="6666"/>
                        <a:pt x="8660" y="6046"/>
                      </a:cubicBezTo>
                      <a:cubicBezTo>
                        <a:pt x="7197" y="5381"/>
                        <a:pt x="5468" y="4760"/>
                        <a:pt x="4050" y="3829"/>
                      </a:cubicBezTo>
                      <a:cubicBezTo>
                        <a:pt x="1079" y="2145"/>
                        <a:pt x="-1004" y="327"/>
                        <a:pt x="503" y="61"/>
                      </a:cubicBezTo>
                      <a:cubicBezTo>
                        <a:pt x="2010" y="-249"/>
                        <a:pt x="4936" y="682"/>
                        <a:pt x="8039" y="1568"/>
                      </a:cubicBezTo>
                      <a:cubicBezTo>
                        <a:pt x="9591" y="1967"/>
                        <a:pt x="11098" y="2544"/>
                        <a:pt x="12472" y="2942"/>
                      </a:cubicBezTo>
                      <a:cubicBezTo>
                        <a:pt x="13847" y="3297"/>
                        <a:pt x="15044" y="3652"/>
                        <a:pt x="15797" y="3962"/>
                      </a:cubicBezTo>
                      <a:cubicBezTo>
                        <a:pt x="18413" y="5115"/>
                        <a:pt x="20674" y="6090"/>
                        <a:pt x="22004" y="746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90" name="Graphique 2">
                <a:extLst>
                  <a:ext uri="{FF2B5EF4-FFF2-40B4-BE49-F238E27FC236}">
                    <a16:creationId xmlns:a16="http://schemas.microsoft.com/office/drawing/2014/main" id="{DFBE7280-AB8E-4975-A7B6-6DB6639D37EF}"/>
                  </a:ext>
                </a:extLst>
              </p:cNvPr>
              <p:cNvGrpSpPr/>
              <p:nvPr/>
            </p:nvGrpSpPr>
            <p:grpSpPr>
              <a:xfrm>
                <a:off x="6226353" y="1832740"/>
                <a:ext cx="52023" cy="56955"/>
                <a:chOff x="6226353" y="1832740"/>
                <a:chExt cx="52023" cy="56955"/>
              </a:xfrm>
              <a:solidFill>
                <a:schemeClr val="accent1"/>
              </a:solidFill>
            </p:grpSpPr>
            <p:sp>
              <p:nvSpPr>
                <p:cNvPr id="26079" name="Forme libre : forme 26078">
                  <a:extLst>
                    <a:ext uri="{FF2B5EF4-FFF2-40B4-BE49-F238E27FC236}">
                      <a16:creationId xmlns:a16="http://schemas.microsoft.com/office/drawing/2014/main" id="{6B393D44-D914-4A06-96B3-13D1929AF2B9}"/>
                    </a:ext>
                  </a:extLst>
                </p:cNvPr>
                <p:cNvSpPr/>
                <p:nvPr/>
              </p:nvSpPr>
              <p:spPr>
                <a:xfrm>
                  <a:off x="6226353" y="1832740"/>
                  <a:ext cx="52023" cy="56955"/>
                </a:xfrm>
                <a:custGeom>
                  <a:avLst/>
                  <a:gdLst>
                    <a:gd name="connsiteX0" fmla="*/ 47280 w 52023"/>
                    <a:gd name="connsiteY0" fmla="*/ 26943 h 56955"/>
                    <a:gd name="connsiteX1" fmla="*/ 27420 w 52023"/>
                    <a:gd name="connsiteY1" fmla="*/ 50306 h 56955"/>
                    <a:gd name="connsiteX2" fmla="*/ 22810 w 52023"/>
                    <a:gd name="connsiteY2" fmla="*/ 53276 h 56955"/>
                    <a:gd name="connsiteX3" fmla="*/ 18066 w 52023"/>
                    <a:gd name="connsiteY3" fmla="*/ 55360 h 56955"/>
                    <a:gd name="connsiteX4" fmla="*/ 9333 w 52023"/>
                    <a:gd name="connsiteY4" fmla="*/ 56955 h 56955"/>
                    <a:gd name="connsiteX5" fmla="*/ 3171 w 52023"/>
                    <a:gd name="connsiteY5" fmla="*/ 55714 h 56955"/>
                    <a:gd name="connsiteX6" fmla="*/ 777 w 52023"/>
                    <a:gd name="connsiteY6" fmla="*/ 52877 h 56955"/>
                    <a:gd name="connsiteX7" fmla="*/ 23 w 52023"/>
                    <a:gd name="connsiteY7" fmla="*/ 46671 h 56955"/>
                    <a:gd name="connsiteX8" fmla="*/ 1088 w 52023"/>
                    <a:gd name="connsiteY8" fmla="*/ 43257 h 56955"/>
                    <a:gd name="connsiteX9" fmla="*/ 4191 w 52023"/>
                    <a:gd name="connsiteY9" fmla="*/ 39844 h 56955"/>
                    <a:gd name="connsiteX10" fmla="*/ 6230 w 52023"/>
                    <a:gd name="connsiteY10" fmla="*/ 38070 h 56955"/>
                    <a:gd name="connsiteX11" fmla="*/ 8491 w 52023"/>
                    <a:gd name="connsiteY11" fmla="*/ 36209 h 56955"/>
                    <a:gd name="connsiteX12" fmla="*/ 10973 w 52023"/>
                    <a:gd name="connsiteY12" fmla="*/ 34258 h 56955"/>
                    <a:gd name="connsiteX13" fmla="*/ 13677 w 52023"/>
                    <a:gd name="connsiteY13" fmla="*/ 32174 h 56955"/>
                    <a:gd name="connsiteX14" fmla="*/ 27021 w 52023"/>
                    <a:gd name="connsiteY14" fmla="*/ 15905 h 56955"/>
                    <a:gd name="connsiteX15" fmla="*/ 30701 w 52023"/>
                    <a:gd name="connsiteY15" fmla="*/ 9566 h 56955"/>
                    <a:gd name="connsiteX16" fmla="*/ 34469 w 52023"/>
                    <a:gd name="connsiteY16" fmla="*/ 4379 h 56955"/>
                    <a:gd name="connsiteX17" fmla="*/ 41695 w 52023"/>
                    <a:gd name="connsiteY17" fmla="*/ 79 h 56955"/>
                    <a:gd name="connsiteX18" fmla="*/ 47990 w 52023"/>
                    <a:gd name="connsiteY18" fmla="*/ 1453 h 56955"/>
                    <a:gd name="connsiteX19" fmla="*/ 52024 w 52023"/>
                    <a:gd name="connsiteY19" fmla="*/ 9743 h 56955"/>
                    <a:gd name="connsiteX20" fmla="*/ 51004 w 52023"/>
                    <a:gd name="connsiteY20" fmla="*/ 17811 h 56955"/>
                    <a:gd name="connsiteX21" fmla="*/ 47280 w 52023"/>
                    <a:gd name="connsiteY21" fmla="*/ 26943 h 5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2023" h="56955">
                      <a:moveTo>
                        <a:pt x="47280" y="26943"/>
                      </a:moveTo>
                      <a:cubicBezTo>
                        <a:pt x="42404" y="35721"/>
                        <a:pt x="35932" y="43878"/>
                        <a:pt x="27420" y="50306"/>
                      </a:cubicBezTo>
                      <a:cubicBezTo>
                        <a:pt x="25913" y="51414"/>
                        <a:pt x="24405" y="52434"/>
                        <a:pt x="22810" y="53276"/>
                      </a:cubicBezTo>
                      <a:cubicBezTo>
                        <a:pt x="21258" y="54163"/>
                        <a:pt x="19662" y="54872"/>
                        <a:pt x="18066" y="55360"/>
                      </a:cubicBezTo>
                      <a:cubicBezTo>
                        <a:pt x="14963" y="56512"/>
                        <a:pt x="11860" y="56955"/>
                        <a:pt x="9333" y="56955"/>
                      </a:cubicBezTo>
                      <a:cubicBezTo>
                        <a:pt x="6762" y="56955"/>
                        <a:pt x="4634" y="56512"/>
                        <a:pt x="3171" y="55714"/>
                      </a:cubicBezTo>
                      <a:cubicBezTo>
                        <a:pt x="1708" y="54961"/>
                        <a:pt x="910" y="53985"/>
                        <a:pt x="777" y="52877"/>
                      </a:cubicBezTo>
                      <a:lnTo>
                        <a:pt x="23" y="46671"/>
                      </a:lnTo>
                      <a:cubicBezTo>
                        <a:pt x="-109" y="45562"/>
                        <a:pt x="334" y="44365"/>
                        <a:pt x="1088" y="43257"/>
                      </a:cubicBezTo>
                      <a:cubicBezTo>
                        <a:pt x="1841" y="42193"/>
                        <a:pt x="2905" y="40996"/>
                        <a:pt x="4191" y="39844"/>
                      </a:cubicBezTo>
                      <a:cubicBezTo>
                        <a:pt x="4900" y="39223"/>
                        <a:pt x="5565" y="38602"/>
                        <a:pt x="6230" y="38070"/>
                      </a:cubicBezTo>
                      <a:cubicBezTo>
                        <a:pt x="6939" y="37494"/>
                        <a:pt x="7693" y="36873"/>
                        <a:pt x="8491" y="36209"/>
                      </a:cubicBezTo>
                      <a:cubicBezTo>
                        <a:pt x="9289" y="35588"/>
                        <a:pt x="10131" y="34967"/>
                        <a:pt x="10973" y="34258"/>
                      </a:cubicBezTo>
                      <a:cubicBezTo>
                        <a:pt x="11860" y="33637"/>
                        <a:pt x="12747" y="32884"/>
                        <a:pt x="13677" y="32174"/>
                      </a:cubicBezTo>
                      <a:cubicBezTo>
                        <a:pt x="18997" y="28096"/>
                        <a:pt x="23608" y="22333"/>
                        <a:pt x="27021" y="15905"/>
                      </a:cubicBezTo>
                      <a:cubicBezTo>
                        <a:pt x="28262" y="13644"/>
                        <a:pt x="29504" y="11516"/>
                        <a:pt x="30701" y="9566"/>
                      </a:cubicBezTo>
                      <a:cubicBezTo>
                        <a:pt x="31986" y="7659"/>
                        <a:pt x="33139" y="5842"/>
                        <a:pt x="34469" y="4379"/>
                      </a:cubicBezTo>
                      <a:cubicBezTo>
                        <a:pt x="36907" y="1409"/>
                        <a:pt x="39434" y="-409"/>
                        <a:pt x="41695" y="79"/>
                      </a:cubicBezTo>
                      <a:lnTo>
                        <a:pt x="47990" y="1453"/>
                      </a:lnTo>
                      <a:cubicBezTo>
                        <a:pt x="50295" y="1941"/>
                        <a:pt x="51802" y="4999"/>
                        <a:pt x="52024" y="9743"/>
                      </a:cubicBezTo>
                      <a:cubicBezTo>
                        <a:pt x="52024" y="12092"/>
                        <a:pt x="51846" y="14885"/>
                        <a:pt x="51004" y="17811"/>
                      </a:cubicBezTo>
                      <a:cubicBezTo>
                        <a:pt x="50206" y="20737"/>
                        <a:pt x="48965" y="23885"/>
                        <a:pt x="47280" y="26943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80" name="Forme libre : forme 26079">
                  <a:extLst>
                    <a:ext uri="{FF2B5EF4-FFF2-40B4-BE49-F238E27FC236}">
                      <a16:creationId xmlns:a16="http://schemas.microsoft.com/office/drawing/2014/main" id="{F35779BD-1ACA-4B71-8F8A-E6FB4F25F096}"/>
                    </a:ext>
                  </a:extLst>
                </p:cNvPr>
                <p:cNvSpPr/>
                <p:nvPr/>
              </p:nvSpPr>
              <p:spPr>
                <a:xfrm>
                  <a:off x="6226776" y="1834016"/>
                  <a:ext cx="51512" cy="55591"/>
                </a:xfrm>
                <a:custGeom>
                  <a:avLst/>
                  <a:gdLst>
                    <a:gd name="connsiteX0" fmla="*/ 26288 w 51512"/>
                    <a:gd name="connsiteY0" fmla="*/ 39898 h 55591"/>
                    <a:gd name="connsiteX1" fmla="*/ 12679 w 51512"/>
                    <a:gd name="connsiteY1" fmla="*/ 48720 h 55591"/>
                    <a:gd name="connsiteX2" fmla="*/ 0 w 51512"/>
                    <a:gd name="connsiteY2" fmla="*/ 48853 h 55591"/>
                    <a:gd name="connsiteX3" fmla="*/ 310 w 51512"/>
                    <a:gd name="connsiteY3" fmla="*/ 51513 h 55591"/>
                    <a:gd name="connsiteX4" fmla="*/ 2704 w 51512"/>
                    <a:gd name="connsiteY4" fmla="*/ 54350 h 55591"/>
                    <a:gd name="connsiteX5" fmla="*/ 8866 w 51512"/>
                    <a:gd name="connsiteY5" fmla="*/ 55591 h 55591"/>
                    <a:gd name="connsiteX6" fmla="*/ 17599 w 51512"/>
                    <a:gd name="connsiteY6" fmla="*/ 53995 h 55591"/>
                    <a:gd name="connsiteX7" fmla="*/ 22343 w 51512"/>
                    <a:gd name="connsiteY7" fmla="*/ 51912 h 55591"/>
                    <a:gd name="connsiteX8" fmla="*/ 26953 w 51512"/>
                    <a:gd name="connsiteY8" fmla="*/ 48941 h 55591"/>
                    <a:gd name="connsiteX9" fmla="*/ 46813 w 51512"/>
                    <a:gd name="connsiteY9" fmla="*/ 25579 h 55591"/>
                    <a:gd name="connsiteX10" fmla="*/ 50493 w 51512"/>
                    <a:gd name="connsiteY10" fmla="*/ 16403 h 55591"/>
                    <a:gd name="connsiteX11" fmla="*/ 51513 w 51512"/>
                    <a:gd name="connsiteY11" fmla="*/ 8334 h 55591"/>
                    <a:gd name="connsiteX12" fmla="*/ 47479 w 51512"/>
                    <a:gd name="connsiteY12" fmla="*/ 44 h 55591"/>
                    <a:gd name="connsiteX13" fmla="*/ 47257 w 51512"/>
                    <a:gd name="connsiteY13" fmla="*/ 0 h 55591"/>
                    <a:gd name="connsiteX14" fmla="*/ 44198 w 51512"/>
                    <a:gd name="connsiteY14" fmla="*/ 11039 h 55591"/>
                    <a:gd name="connsiteX15" fmla="*/ 39455 w 51512"/>
                    <a:gd name="connsiteY15" fmla="*/ 21323 h 55591"/>
                    <a:gd name="connsiteX16" fmla="*/ 33470 w 51512"/>
                    <a:gd name="connsiteY16" fmla="*/ 30899 h 55591"/>
                    <a:gd name="connsiteX17" fmla="*/ 26288 w 51512"/>
                    <a:gd name="connsiteY17" fmla="*/ 39898 h 55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1512" h="55591">
                      <a:moveTo>
                        <a:pt x="26288" y="39898"/>
                      </a:moveTo>
                      <a:cubicBezTo>
                        <a:pt x="22565" y="44021"/>
                        <a:pt x="17599" y="47212"/>
                        <a:pt x="12679" y="48720"/>
                      </a:cubicBezTo>
                      <a:cubicBezTo>
                        <a:pt x="7758" y="50227"/>
                        <a:pt x="3059" y="50050"/>
                        <a:pt x="0" y="48853"/>
                      </a:cubicBezTo>
                      <a:lnTo>
                        <a:pt x="310" y="51513"/>
                      </a:lnTo>
                      <a:cubicBezTo>
                        <a:pt x="443" y="52621"/>
                        <a:pt x="1241" y="53596"/>
                        <a:pt x="2704" y="54350"/>
                      </a:cubicBezTo>
                      <a:cubicBezTo>
                        <a:pt x="4167" y="55148"/>
                        <a:pt x="6251" y="55591"/>
                        <a:pt x="8866" y="55591"/>
                      </a:cubicBezTo>
                      <a:cubicBezTo>
                        <a:pt x="11437" y="55591"/>
                        <a:pt x="14496" y="55148"/>
                        <a:pt x="17599" y="53995"/>
                      </a:cubicBezTo>
                      <a:cubicBezTo>
                        <a:pt x="19195" y="53463"/>
                        <a:pt x="20791" y="52798"/>
                        <a:pt x="22343" y="51912"/>
                      </a:cubicBezTo>
                      <a:cubicBezTo>
                        <a:pt x="23939" y="51114"/>
                        <a:pt x="25490" y="50094"/>
                        <a:pt x="26953" y="48941"/>
                      </a:cubicBezTo>
                      <a:cubicBezTo>
                        <a:pt x="35465" y="42513"/>
                        <a:pt x="41937" y="34356"/>
                        <a:pt x="46813" y="25579"/>
                      </a:cubicBezTo>
                      <a:cubicBezTo>
                        <a:pt x="48542" y="22476"/>
                        <a:pt x="49784" y="19373"/>
                        <a:pt x="50493" y="16403"/>
                      </a:cubicBezTo>
                      <a:cubicBezTo>
                        <a:pt x="51291" y="13477"/>
                        <a:pt x="51513" y="10684"/>
                        <a:pt x="51513" y="8334"/>
                      </a:cubicBezTo>
                      <a:cubicBezTo>
                        <a:pt x="51335" y="3591"/>
                        <a:pt x="49784" y="532"/>
                        <a:pt x="47479" y="44"/>
                      </a:cubicBezTo>
                      <a:lnTo>
                        <a:pt x="47257" y="0"/>
                      </a:lnTo>
                      <a:cubicBezTo>
                        <a:pt x="46592" y="3813"/>
                        <a:pt x="45439" y="7448"/>
                        <a:pt x="44198" y="11039"/>
                      </a:cubicBezTo>
                      <a:cubicBezTo>
                        <a:pt x="42824" y="14585"/>
                        <a:pt x="41316" y="17998"/>
                        <a:pt x="39455" y="21323"/>
                      </a:cubicBezTo>
                      <a:cubicBezTo>
                        <a:pt x="37681" y="24648"/>
                        <a:pt x="35642" y="27796"/>
                        <a:pt x="33470" y="30899"/>
                      </a:cubicBezTo>
                      <a:cubicBezTo>
                        <a:pt x="31342" y="34046"/>
                        <a:pt x="28948" y="37016"/>
                        <a:pt x="26288" y="39898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81" name="Forme libre : forme 26080">
                  <a:extLst>
                    <a:ext uri="{FF2B5EF4-FFF2-40B4-BE49-F238E27FC236}">
                      <a16:creationId xmlns:a16="http://schemas.microsoft.com/office/drawing/2014/main" id="{DDC48BE4-EE9B-4CDD-95B5-B02A12507DCE}"/>
                    </a:ext>
                  </a:extLst>
                </p:cNvPr>
                <p:cNvSpPr/>
                <p:nvPr/>
              </p:nvSpPr>
              <p:spPr>
                <a:xfrm>
                  <a:off x="6248243" y="1847356"/>
                  <a:ext cx="20195" cy="26504"/>
                </a:xfrm>
                <a:custGeom>
                  <a:avLst/>
                  <a:gdLst>
                    <a:gd name="connsiteX0" fmla="*/ 19052 w 20195"/>
                    <a:gd name="connsiteY0" fmla="*/ 92 h 26504"/>
                    <a:gd name="connsiteX1" fmla="*/ 19850 w 20195"/>
                    <a:gd name="connsiteY1" fmla="*/ 5766 h 26504"/>
                    <a:gd name="connsiteX2" fmla="*/ 14796 w 20195"/>
                    <a:gd name="connsiteY2" fmla="*/ 16716 h 26504"/>
                    <a:gd name="connsiteX3" fmla="*/ 10363 w 20195"/>
                    <a:gd name="connsiteY3" fmla="*/ 21725 h 26504"/>
                    <a:gd name="connsiteX4" fmla="*/ 5974 w 20195"/>
                    <a:gd name="connsiteY4" fmla="*/ 25050 h 26504"/>
                    <a:gd name="connsiteX5" fmla="*/ 300 w 20195"/>
                    <a:gd name="connsiteY5" fmla="*/ 25981 h 26504"/>
                    <a:gd name="connsiteX6" fmla="*/ 7703 w 20195"/>
                    <a:gd name="connsiteY6" fmla="*/ 11618 h 26504"/>
                    <a:gd name="connsiteX7" fmla="*/ 14308 w 20195"/>
                    <a:gd name="connsiteY7" fmla="*/ 2973 h 26504"/>
                    <a:gd name="connsiteX8" fmla="*/ 19052 w 20195"/>
                    <a:gd name="connsiteY8" fmla="*/ 92 h 26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195" h="26504">
                      <a:moveTo>
                        <a:pt x="19052" y="92"/>
                      </a:moveTo>
                      <a:cubicBezTo>
                        <a:pt x="20204" y="579"/>
                        <a:pt x="20514" y="2663"/>
                        <a:pt x="19850" y="5766"/>
                      </a:cubicBezTo>
                      <a:cubicBezTo>
                        <a:pt x="19229" y="8825"/>
                        <a:pt x="17544" y="12815"/>
                        <a:pt x="14796" y="16716"/>
                      </a:cubicBezTo>
                      <a:cubicBezTo>
                        <a:pt x="13422" y="18666"/>
                        <a:pt x="11915" y="20351"/>
                        <a:pt x="10363" y="21725"/>
                      </a:cubicBezTo>
                      <a:cubicBezTo>
                        <a:pt x="8900" y="23188"/>
                        <a:pt x="7260" y="24208"/>
                        <a:pt x="5974" y="25050"/>
                      </a:cubicBezTo>
                      <a:cubicBezTo>
                        <a:pt x="3181" y="26602"/>
                        <a:pt x="1053" y="26912"/>
                        <a:pt x="300" y="25981"/>
                      </a:cubicBezTo>
                      <a:cubicBezTo>
                        <a:pt x="-1163" y="24030"/>
                        <a:pt x="2960" y="18445"/>
                        <a:pt x="7703" y="11618"/>
                      </a:cubicBezTo>
                      <a:cubicBezTo>
                        <a:pt x="10097" y="8204"/>
                        <a:pt x="12402" y="5145"/>
                        <a:pt x="14308" y="2973"/>
                      </a:cubicBezTo>
                      <a:cubicBezTo>
                        <a:pt x="16259" y="845"/>
                        <a:pt x="17943" y="-352"/>
                        <a:pt x="19052" y="9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82" name="Forme libre : forme 26081">
                  <a:extLst>
                    <a:ext uri="{FF2B5EF4-FFF2-40B4-BE49-F238E27FC236}">
                      <a16:creationId xmlns:a16="http://schemas.microsoft.com/office/drawing/2014/main" id="{778DB36E-58B4-443A-BF05-5792E9E916C5}"/>
                    </a:ext>
                  </a:extLst>
                </p:cNvPr>
                <p:cNvSpPr/>
                <p:nvPr/>
              </p:nvSpPr>
              <p:spPr>
                <a:xfrm>
                  <a:off x="6248205" y="1857378"/>
                  <a:ext cx="18557" cy="16471"/>
                </a:xfrm>
                <a:custGeom>
                  <a:avLst/>
                  <a:gdLst>
                    <a:gd name="connsiteX0" fmla="*/ 2908 w 18557"/>
                    <a:gd name="connsiteY0" fmla="*/ 8644 h 16471"/>
                    <a:gd name="connsiteX1" fmla="*/ 337 w 18557"/>
                    <a:gd name="connsiteY1" fmla="*/ 15959 h 16471"/>
                    <a:gd name="connsiteX2" fmla="*/ 6012 w 18557"/>
                    <a:gd name="connsiteY2" fmla="*/ 15028 h 16471"/>
                    <a:gd name="connsiteX3" fmla="*/ 10400 w 18557"/>
                    <a:gd name="connsiteY3" fmla="*/ 11703 h 16471"/>
                    <a:gd name="connsiteX4" fmla="*/ 14833 w 18557"/>
                    <a:gd name="connsiteY4" fmla="*/ 6694 h 16471"/>
                    <a:gd name="connsiteX5" fmla="*/ 18557 w 18557"/>
                    <a:gd name="connsiteY5" fmla="*/ 0 h 16471"/>
                    <a:gd name="connsiteX6" fmla="*/ 16119 w 18557"/>
                    <a:gd name="connsiteY6" fmla="*/ 3413 h 16471"/>
                    <a:gd name="connsiteX7" fmla="*/ 8184 w 18557"/>
                    <a:gd name="connsiteY7" fmla="*/ 9088 h 16471"/>
                    <a:gd name="connsiteX8" fmla="*/ 2908 w 18557"/>
                    <a:gd name="connsiteY8" fmla="*/ 8644 h 16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557" h="16471">
                      <a:moveTo>
                        <a:pt x="2908" y="8644"/>
                      </a:moveTo>
                      <a:cubicBezTo>
                        <a:pt x="736" y="12147"/>
                        <a:pt x="-682" y="14762"/>
                        <a:pt x="337" y="15959"/>
                      </a:cubicBezTo>
                      <a:cubicBezTo>
                        <a:pt x="1091" y="16890"/>
                        <a:pt x="3174" y="16535"/>
                        <a:pt x="6012" y="15028"/>
                      </a:cubicBezTo>
                      <a:cubicBezTo>
                        <a:pt x="7341" y="14186"/>
                        <a:pt x="8982" y="13166"/>
                        <a:pt x="10400" y="11703"/>
                      </a:cubicBezTo>
                      <a:cubicBezTo>
                        <a:pt x="11952" y="10329"/>
                        <a:pt x="13459" y="8600"/>
                        <a:pt x="14833" y="6694"/>
                      </a:cubicBezTo>
                      <a:cubicBezTo>
                        <a:pt x="16429" y="4433"/>
                        <a:pt x="17759" y="2128"/>
                        <a:pt x="18557" y="0"/>
                      </a:cubicBezTo>
                      <a:cubicBezTo>
                        <a:pt x="17892" y="1241"/>
                        <a:pt x="17006" y="2394"/>
                        <a:pt x="16119" y="3413"/>
                      </a:cubicBezTo>
                      <a:cubicBezTo>
                        <a:pt x="13548" y="6206"/>
                        <a:pt x="10622" y="8201"/>
                        <a:pt x="8184" y="9088"/>
                      </a:cubicBezTo>
                      <a:cubicBezTo>
                        <a:pt x="5746" y="10019"/>
                        <a:pt x="3795" y="9797"/>
                        <a:pt x="2908" y="864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83" name="Forme libre : forme 26082">
                  <a:extLst>
                    <a:ext uri="{FF2B5EF4-FFF2-40B4-BE49-F238E27FC236}">
                      <a16:creationId xmlns:a16="http://schemas.microsoft.com/office/drawing/2014/main" id="{DCBCAF99-2DCE-4D2A-91A8-2A468B57F8DC}"/>
                    </a:ext>
                  </a:extLst>
                </p:cNvPr>
                <p:cNvSpPr/>
                <p:nvPr/>
              </p:nvSpPr>
              <p:spPr>
                <a:xfrm>
                  <a:off x="6250034" y="1846210"/>
                  <a:ext cx="19966" cy="27254"/>
                </a:xfrm>
                <a:custGeom>
                  <a:avLst/>
                  <a:gdLst>
                    <a:gd name="connsiteX0" fmla="*/ 18767 w 19966"/>
                    <a:gd name="connsiteY0" fmla="*/ 85 h 27254"/>
                    <a:gd name="connsiteX1" fmla="*/ 19654 w 19966"/>
                    <a:gd name="connsiteY1" fmla="*/ 5804 h 27254"/>
                    <a:gd name="connsiteX2" fmla="*/ 14778 w 19966"/>
                    <a:gd name="connsiteY2" fmla="*/ 16975 h 27254"/>
                    <a:gd name="connsiteX3" fmla="*/ 10433 w 19966"/>
                    <a:gd name="connsiteY3" fmla="*/ 22162 h 27254"/>
                    <a:gd name="connsiteX4" fmla="*/ 6044 w 19966"/>
                    <a:gd name="connsiteY4" fmla="*/ 25620 h 27254"/>
                    <a:gd name="connsiteX5" fmla="*/ 326 w 19966"/>
                    <a:gd name="connsiteY5" fmla="*/ 26772 h 27254"/>
                    <a:gd name="connsiteX6" fmla="*/ 1656 w 19966"/>
                    <a:gd name="connsiteY6" fmla="*/ 21319 h 27254"/>
                    <a:gd name="connsiteX7" fmla="*/ 4227 w 19966"/>
                    <a:gd name="connsiteY7" fmla="*/ 17019 h 27254"/>
                    <a:gd name="connsiteX8" fmla="*/ 7552 w 19966"/>
                    <a:gd name="connsiteY8" fmla="*/ 12054 h 27254"/>
                    <a:gd name="connsiteX9" fmla="*/ 14024 w 19966"/>
                    <a:gd name="connsiteY9" fmla="*/ 3144 h 27254"/>
                    <a:gd name="connsiteX10" fmla="*/ 18767 w 19966"/>
                    <a:gd name="connsiteY10" fmla="*/ 85 h 27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966" h="27254">
                      <a:moveTo>
                        <a:pt x="18767" y="85"/>
                      </a:moveTo>
                      <a:cubicBezTo>
                        <a:pt x="19876" y="528"/>
                        <a:pt x="20319" y="2701"/>
                        <a:pt x="19654" y="5804"/>
                      </a:cubicBezTo>
                      <a:cubicBezTo>
                        <a:pt x="19078" y="8907"/>
                        <a:pt x="17437" y="12985"/>
                        <a:pt x="14778" y="16975"/>
                      </a:cubicBezTo>
                      <a:cubicBezTo>
                        <a:pt x="13359" y="18926"/>
                        <a:pt x="11985" y="20743"/>
                        <a:pt x="10433" y="22162"/>
                      </a:cubicBezTo>
                      <a:cubicBezTo>
                        <a:pt x="8926" y="23625"/>
                        <a:pt x="7463" y="24822"/>
                        <a:pt x="6044" y="25620"/>
                      </a:cubicBezTo>
                      <a:cubicBezTo>
                        <a:pt x="3340" y="27349"/>
                        <a:pt x="1079" y="27659"/>
                        <a:pt x="326" y="26772"/>
                      </a:cubicBezTo>
                      <a:cubicBezTo>
                        <a:pt x="-472" y="25841"/>
                        <a:pt x="281" y="23935"/>
                        <a:pt x="1656" y="21319"/>
                      </a:cubicBezTo>
                      <a:cubicBezTo>
                        <a:pt x="2409" y="20078"/>
                        <a:pt x="3252" y="18615"/>
                        <a:pt x="4227" y="17019"/>
                      </a:cubicBezTo>
                      <a:cubicBezTo>
                        <a:pt x="5291" y="15512"/>
                        <a:pt x="6310" y="13739"/>
                        <a:pt x="7552" y="12054"/>
                      </a:cubicBezTo>
                      <a:cubicBezTo>
                        <a:pt x="9901" y="8508"/>
                        <a:pt x="12162" y="5405"/>
                        <a:pt x="14024" y="3144"/>
                      </a:cubicBezTo>
                      <a:cubicBezTo>
                        <a:pt x="16019" y="972"/>
                        <a:pt x="17615" y="-358"/>
                        <a:pt x="18767" y="8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84" name="Forme libre : forme 26083">
                  <a:extLst>
                    <a:ext uri="{FF2B5EF4-FFF2-40B4-BE49-F238E27FC236}">
                      <a16:creationId xmlns:a16="http://schemas.microsoft.com/office/drawing/2014/main" id="{27E28253-A2E9-4DAF-9229-838A20E96998}"/>
                    </a:ext>
                  </a:extLst>
                </p:cNvPr>
                <p:cNvSpPr/>
                <p:nvPr/>
              </p:nvSpPr>
              <p:spPr>
                <a:xfrm>
                  <a:off x="6235295" y="1855027"/>
                  <a:ext cx="35017" cy="29343"/>
                </a:xfrm>
                <a:custGeom>
                  <a:avLst/>
                  <a:gdLst>
                    <a:gd name="connsiteX0" fmla="*/ 1721 w 35017"/>
                    <a:gd name="connsiteY0" fmla="*/ 25847 h 29343"/>
                    <a:gd name="connsiteX1" fmla="*/ 4381 w 35017"/>
                    <a:gd name="connsiteY1" fmla="*/ 29083 h 29343"/>
                    <a:gd name="connsiteX2" fmla="*/ 22113 w 35017"/>
                    <a:gd name="connsiteY2" fmla="*/ 22389 h 29343"/>
                    <a:gd name="connsiteX3" fmla="*/ 33861 w 35017"/>
                    <a:gd name="connsiteY3" fmla="*/ 7184 h 29343"/>
                    <a:gd name="connsiteX4" fmla="*/ 35014 w 35017"/>
                    <a:gd name="connsiteY4" fmla="*/ 1819 h 29343"/>
                    <a:gd name="connsiteX5" fmla="*/ 33374 w 35017"/>
                    <a:gd name="connsiteY5" fmla="*/ 91 h 29343"/>
                    <a:gd name="connsiteX6" fmla="*/ 28630 w 35017"/>
                    <a:gd name="connsiteY6" fmla="*/ 4169 h 29343"/>
                    <a:gd name="connsiteX7" fmla="*/ 16439 w 35017"/>
                    <a:gd name="connsiteY7" fmla="*/ 12104 h 29343"/>
                    <a:gd name="connsiteX8" fmla="*/ 2209 w 35017"/>
                    <a:gd name="connsiteY8" fmla="*/ 17557 h 29343"/>
                    <a:gd name="connsiteX9" fmla="*/ 81 w 35017"/>
                    <a:gd name="connsiteY9" fmla="*/ 22123 h 29343"/>
                    <a:gd name="connsiteX10" fmla="*/ 1721 w 35017"/>
                    <a:gd name="connsiteY10" fmla="*/ 25847 h 29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017" h="29343">
                      <a:moveTo>
                        <a:pt x="1721" y="25847"/>
                      </a:moveTo>
                      <a:cubicBezTo>
                        <a:pt x="2120" y="27133"/>
                        <a:pt x="2519" y="28462"/>
                        <a:pt x="4381" y="29083"/>
                      </a:cubicBezTo>
                      <a:cubicBezTo>
                        <a:pt x="7839" y="30236"/>
                        <a:pt x="15996" y="27487"/>
                        <a:pt x="22113" y="22389"/>
                      </a:cubicBezTo>
                      <a:cubicBezTo>
                        <a:pt x="27256" y="18266"/>
                        <a:pt x="31733" y="12592"/>
                        <a:pt x="33861" y="7184"/>
                      </a:cubicBezTo>
                      <a:cubicBezTo>
                        <a:pt x="34703" y="5189"/>
                        <a:pt x="35058" y="3149"/>
                        <a:pt x="35014" y="1819"/>
                      </a:cubicBezTo>
                      <a:cubicBezTo>
                        <a:pt x="34969" y="445"/>
                        <a:pt x="34437" y="-264"/>
                        <a:pt x="33374" y="91"/>
                      </a:cubicBezTo>
                      <a:cubicBezTo>
                        <a:pt x="31999" y="534"/>
                        <a:pt x="30359" y="2573"/>
                        <a:pt x="28630" y="4169"/>
                      </a:cubicBezTo>
                      <a:cubicBezTo>
                        <a:pt x="24685" y="8070"/>
                        <a:pt x="20340" y="10730"/>
                        <a:pt x="16439" y="12104"/>
                      </a:cubicBezTo>
                      <a:cubicBezTo>
                        <a:pt x="13026" y="13434"/>
                        <a:pt x="6686" y="14144"/>
                        <a:pt x="2209" y="17557"/>
                      </a:cubicBezTo>
                      <a:cubicBezTo>
                        <a:pt x="125" y="19197"/>
                        <a:pt x="-185" y="20704"/>
                        <a:pt x="81" y="22123"/>
                      </a:cubicBezTo>
                      <a:cubicBezTo>
                        <a:pt x="436" y="23675"/>
                        <a:pt x="1411" y="24960"/>
                        <a:pt x="1721" y="2584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85" name="Forme libre : forme 26084">
                  <a:extLst>
                    <a:ext uri="{FF2B5EF4-FFF2-40B4-BE49-F238E27FC236}">
                      <a16:creationId xmlns:a16="http://schemas.microsoft.com/office/drawing/2014/main" id="{523F2EDF-0790-4181-8CB5-9ECD9DCC61EF}"/>
                    </a:ext>
                  </a:extLst>
                </p:cNvPr>
                <p:cNvSpPr/>
                <p:nvPr/>
              </p:nvSpPr>
              <p:spPr>
                <a:xfrm>
                  <a:off x="6240967" y="1864842"/>
                  <a:ext cx="8409" cy="9888"/>
                </a:xfrm>
                <a:custGeom>
                  <a:avLst/>
                  <a:gdLst>
                    <a:gd name="connsiteX0" fmla="*/ 217 w 8409"/>
                    <a:gd name="connsiteY0" fmla="*/ 8495 h 9888"/>
                    <a:gd name="connsiteX1" fmla="*/ 84 w 8409"/>
                    <a:gd name="connsiteY1" fmla="*/ 9648 h 9888"/>
                    <a:gd name="connsiteX2" fmla="*/ 1502 w 8409"/>
                    <a:gd name="connsiteY2" fmla="*/ 9692 h 9888"/>
                    <a:gd name="connsiteX3" fmla="*/ 3364 w 8409"/>
                    <a:gd name="connsiteY3" fmla="*/ 8406 h 9888"/>
                    <a:gd name="connsiteX4" fmla="*/ 7044 w 8409"/>
                    <a:gd name="connsiteY4" fmla="*/ 4328 h 9888"/>
                    <a:gd name="connsiteX5" fmla="*/ 8108 w 8409"/>
                    <a:gd name="connsiteY5" fmla="*/ 2643 h 9888"/>
                    <a:gd name="connsiteX6" fmla="*/ 7975 w 8409"/>
                    <a:gd name="connsiteY6" fmla="*/ 116 h 9888"/>
                    <a:gd name="connsiteX7" fmla="*/ 5049 w 8409"/>
                    <a:gd name="connsiteY7" fmla="*/ 1624 h 9888"/>
                    <a:gd name="connsiteX8" fmla="*/ 217 w 8409"/>
                    <a:gd name="connsiteY8" fmla="*/ 8495 h 9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409" h="9888">
                      <a:moveTo>
                        <a:pt x="217" y="8495"/>
                      </a:moveTo>
                      <a:cubicBezTo>
                        <a:pt x="40" y="8938"/>
                        <a:pt x="-94" y="9382"/>
                        <a:pt x="84" y="9648"/>
                      </a:cubicBezTo>
                      <a:cubicBezTo>
                        <a:pt x="261" y="9913"/>
                        <a:pt x="793" y="10002"/>
                        <a:pt x="1502" y="9692"/>
                      </a:cubicBezTo>
                      <a:cubicBezTo>
                        <a:pt x="2167" y="9426"/>
                        <a:pt x="2832" y="8938"/>
                        <a:pt x="3364" y="8406"/>
                      </a:cubicBezTo>
                      <a:cubicBezTo>
                        <a:pt x="4739" y="7121"/>
                        <a:pt x="6024" y="5791"/>
                        <a:pt x="7044" y="4328"/>
                      </a:cubicBezTo>
                      <a:cubicBezTo>
                        <a:pt x="7487" y="3752"/>
                        <a:pt x="7886" y="3175"/>
                        <a:pt x="8108" y="2643"/>
                      </a:cubicBezTo>
                      <a:cubicBezTo>
                        <a:pt x="8551" y="1491"/>
                        <a:pt x="8507" y="471"/>
                        <a:pt x="7975" y="116"/>
                      </a:cubicBezTo>
                      <a:cubicBezTo>
                        <a:pt x="7398" y="-238"/>
                        <a:pt x="6556" y="205"/>
                        <a:pt x="5049" y="1624"/>
                      </a:cubicBezTo>
                      <a:cubicBezTo>
                        <a:pt x="2832" y="4018"/>
                        <a:pt x="970" y="6677"/>
                        <a:pt x="217" y="849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86" name="Forme libre : forme 26085">
                  <a:extLst>
                    <a:ext uri="{FF2B5EF4-FFF2-40B4-BE49-F238E27FC236}">
                      <a16:creationId xmlns:a16="http://schemas.microsoft.com/office/drawing/2014/main" id="{79D68515-3C73-4D98-8C28-8FD91795899C}"/>
                    </a:ext>
                  </a:extLst>
                </p:cNvPr>
                <p:cNvSpPr/>
                <p:nvPr/>
              </p:nvSpPr>
              <p:spPr>
                <a:xfrm>
                  <a:off x="6272880" y="1836099"/>
                  <a:ext cx="3893" cy="22874"/>
                </a:xfrm>
                <a:custGeom>
                  <a:avLst/>
                  <a:gdLst>
                    <a:gd name="connsiteX0" fmla="*/ 0 w 3893"/>
                    <a:gd name="connsiteY0" fmla="*/ 0 h 22874"/>
                    <a:gd name="connsiteX1" fmla="*/ 2926 w 3893"/>
                    <a:gd name="connsiteY1" fmla="*/ 3059 h 22874"/>
                    <a:gd name="connsiteX2" fmla="*/ 3857 w 3893"/>
                    <a:gd name="connsiteY2" fmla="*/ 9930 h 22874"/>
                    <a:gd name="connsiteX3" fmla="*/ 576 w 3893"/>
                    <a:gd name="connsiteY3" fmla="*/ 22875 h 22874"/>
                    <a:gd name="connsiteX4" fmla="*/ 2926 w 3893"/>
                    <a:gd name="connsiteY4" fmla="*/ 13521 h 22874"/>
                    <a:gd name="connsiteX5" fmla="*/ 0 w 3893"/>
                    <a:gd name="connsiteY5" fmla="*/ 0 h 22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893" h="22874">
                      <a:moveTo>
                        <a:pt x="0" y="0"/>
                      </a:moveTo>
                      <a:cubicBezTo>
                        <a:pt x="0" y="0"/>
                        <a:pt x="1729" y="133"/>
                        <a:pt x="2926" y="3059"/>
                      </a:cubicBezTo>
                      <a:cubicBezTo>
                        <a:pt x="3546" y="4522"/>
                        <a:pt x="4034" y="6694"/>
                        <a:pt x="3857" y="9930"/>
                      </a:cubicBezTo>
                      <a:cubicBezTo>
                        <a:pt x="3679" y="13166"/>
                        <a:pt x="2881" y="17466"/>
                        <a:pt x="576" y="22875"/>
                      </a:cubicBezTo>
                      <a:cubicBezTo>
                        <a:pt x="576" y="22875"/>
                        <a:pt x="2349" y="18619"/>
                        <a:pt x="2926" y="13521"/>
                      </a:cubicBezTo>
                      <a:cubicBezTo>
                        <a:pt x="3635" y="8467"/>
                        <a:pt x="2881" y="266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87" name="Forme libre : forme 26086">
                  <a:extLst>
                    <a:ext uri="{FF2B5EF4-FFF2-40B4-BE49-F238E27FC236}">
                      <a16:creationId xmlns:a16="http://schemas.microsoft.com/office/drawing/2014/main" id="{DEF5482C-966A-4EDE-AFBA-89F7A20BA110}"/>
                    </a:ext>
                  </a:extLst>
                </p:cNvPr>
                <p:cNvSpPr/>
                <p:nvPr/>
              </p:nvSpPr>
              <p:spPr>
                <a:xfrm>
                  <a:off x="6227618" y="1864737"/>
                  <a:ext cx="13609" cy="15161"/>
                </a:xfrm>
                <a:custGeom>
                  <a:avLst/>
                  <a:gdLst>
                    <a:gd name="connsiteX0" fmla="*/ 13610 w 13609"/>
                    <a:gd name="connsiteY0" fmla="*/ 0 h 15161"/>
                    <a:gd name="connsiteX1" fmla="*/ 11703 w 13609"/>
                    <a:gd name="connsiteY1" fmla="*/ 1640 h 15161"/>
                    <a:gd name="connsiteX2" fmla="*/ 7448 w 13609"/>
                    <a:gd name="connsiteY2" fmla="*/ 5320 h 15161"/>
                    <a:gd name="connsiteX3" fmla="*/ 5054 w 13609"/>
                    <a:gd name="connsiteY3" fmla="*/ 7492 h 15161"/>
                    <a:gd name="connsiteX4" fmla="*/ 2793 w 13609"/>
                    <a:gd name="connsiteY4" fmla="*/ 9797 h 15161"/>
                    <a:gd name="connsiteX5" fmla="*/ 0 w 13609"/>
                    <a:gd name="connsiteY5" fmla="*/ 15161 h 15161"/>
                    <a:gd name="connsiteX6" fmla="*/ 665 w 13609"/>
                    <a:gd name="connsiteY6" fmla="*/ 13920 h 15161"/>
                    <a:gd name="connsiteX7" fmla="*/ 2970 w 13609"/>
                    <a:gd name="connsiteY7" fmla="*/ 10772 h 15161"/>
                    <a:gd name="connsiteX8" fmla="*/ 7182 w 13609"/>
                    <a:gd name="connsiteY8" fmla="*/ 6251 h 15161"/>
                    <a:gd name="connsiteX9" fmla="*/ 13610 w 13609"/>
                    <a:gd name="connsiteY9" fmla="*/ 0 h 15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609" h="15161">
                      <a:moveTo>
                        <a:pt x="13610" y="0"/>
                      </a:moveTo>
                      <a:cubicBezTo>
                        <a:pt x="13610" y="0"/>
                        <a:pt x="12812" y="576"/>
                        <a:pt x="11703" y="1640"/>
                      </a:cubicBezTo>
                      <a:cubicBezTo>
                        <a:pt x="10551" y="2616"/>
                        <a:pt x="9043" y="3990"/>
                        <a:pt x="7448" y="5320"/>
                      </a:cubicBezTo>
                      <a:cubicBezTo>
                        <a:pt x="6738" y="5940"/>
                        <a:pt x="5940" y="6650"/>
                        <a:pt x="5054" y="7492"/>
                      </a:cubicBezTo>
                      <a:cubicBezTo>
                        <a:pt x="4256" y="8290"/>
                        <a:pt x="3502" y="9043"/>
                        <a:pt x="2793" y="9797"/>
                      </a:cubicBezTo>
                      <a:cubicBezTo>
                        <a:pt x="1419" y="11437"/>
                        <a:pt x="222" y="13078"/>
                        <a:pt x="0" y="15161"/>
                      </a:cubicBezTo>
                      <a:cubicBezTo>
                        <a:pt x="0" y="15161"/>
                        <a:pt x="177" y="14674"/>
                        <a:pt x="665" y="13920"/>
                      </a:cubicBezTo>
                      <a:cubicBezTo>
                        <a:pt x="1153" y="13211"/>
                        <a:pt x="1906" y="12102"/>
                        <a:pt x="2970" y="10772"/>
                      </a:cubicBezTo>
                      <a:cubicBezTo>
                        <a:pt x="4078" y="9531"/>
                        <a:pt x="5453" y="7980"/>
                        <a:pt x="7182" y="6251"/>
                      </a:cubicBezTo>
                      <a:cubicBezTo>
                        <a:pt x="8911" y="4477"/>
                        <a:pt x="10994" y="2483"/>
                        <a:pt x="136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88" name="Forme libre : forme 26087">
                  <a:extLst>
                    <a:ext uri="{FF2B5EF4-FFF2-40B4-BE49-F238E27FC236}">
                      <a16:creationId xmlns:a16="http://schemas.microsoft.com/office/drawing/2014/main" id="{867F63F8-D2D7-4B21-8B10-2FF4C996ED4C}"/>
                    </a:ext>
                  </a:extLst>
                </p:cNvPr>
                <p:cNvSpPr/>
                <p:nvPr/>
              </p:nvSpPr>
              <p:spPr>
                <a:xfrm>
                  <a:off x="6255799" y="1852883"/>
                  <a:ext cx="7551" cy="9477"/>
                </a:xfrm>
                <a:custGeom>
                  <a:avLst/>
                  <a:gdLst>
                    <a:gd name="connsiteX0" fmla="*/ 7505 w 7551"/>
                    <a:gd name="connsiteY0" fmla="*/ 284 h 9477"/>
                    <a:gd name="connsiteX1" fmla="*/ 4358 w 7551"/>
                    <a:gd name="connsiteY1" fmla="*/ 6623 h 9477"/>
                    <a:gd name="connsiteX2" fmla="*/ 1432 w 7551"/>
                    <a:gd name="connsiteY2" fmla="*/ 9150 h 9477"/>
                    <a:gd name="connsiteX3" fmla="*/ 13 w 7551"/>
                    <a:gd name="connsiteY3" fmla="*/ 9106 h 9477"/>
                    <a:gd name="connsiteX4" fmla="*/ 3427 w 7551"/>
                    <a:gd name="connsiteY4" fmla="*/ 3165 h 9477"/>
                    <a:gd name="connsiteX5" fmla="*/ 6086 w 7551"/>
                    <a:gd name="connsiteY5" fmla="*/ 461 h 9477"/>
                    <a:gd name="connsiteX6" fmla="*/ 7505 w 7551"/>
                    <a:gd name="connsiteY6" fmla="*/ 284 h 9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51" h="9477">
                      <a:moveTo>
                        <a:pt x="7505" y="284"/>
                      </a:moveTo>
                      <a:cubicBezTo>
                        <a:pt x="7815" y="1215"/>
                        <a:pt x="6530" y="4185"/>
                        <a:pt x="4358" y="6623"/>
                      </a:cubicBezTo>
                      <a:cubicBezTo>
                        <a:pt x="3338" y="7864"/>
                        <a:pt x="2185" y="8707"/>
                        <a:pt x="1432" y="9150"/>
                      </a:cubicBezTo>
                      <a:cubicBezTo>
                        <a:pt x="634" y="9593"/>
                        <a:pt x="102" y="9593"/>
                        <a:pt x="13" y="9106"/>
                      </a:cubicBezTo>
                      <a:cubicBezTo>
                        <a:pt x="-164" y="8130"/>
                        <a:pt x="1476" y="5604"/>
                        <a:pt x="3427" y="3165"/>
                      </a:cubicBezTo>
                      <a:cubicBezTo>
                        <a:pt x="4491" y="1968"/>
                        <a:pt x="5333" y="993"/>
                        <a:pt x="6086" y="461"/>
                      </a:cubicBezTo>
                      <a:cubicBezTo>
                        <a:pt x="6796" y="-71"/>
                        <a:pt x="7328" y="-160"/>
                        <a:pt x="7505" y="28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89" name="Forme libre : forme 26088">
                  <a:extLst>
                    <a:ext uri="{FF2B5EF4-FFF2-40B4-BE49-F238E27FC236}">
                      <a16:creationId xmlns:a16="http://schemas.microsoft.com/office/drawing/2014/main" id="{A3AB92B6-21D4-4F93-9EFD-7093E520BDBF}"/>
                    </a:ext>
                  </a:extLst>
                </p:cNvPr>
                <p:cNvSpPr/>
                <p:nvPr/>
              </p:nvSpPr>
              <p:spPr>
                <a:xfrm>
                  <a:off x="6262025" y="1851492"/>
                  <a:ext cx="1919" cy="2937"/>
                </a:xfrm>
                <a:custGeom>
                  <a:avLst/>
                  <a:gdLst>
                    <a:gd name="connsiteX0" fmla="*/ 1723 w 1919"/>
                    <a:gd name="connsiteY0" fmla="*/ 34 h 2937"/>
                    <a:gd name="connsiteX1" fmla="*/ 1501 w 1919"/>
                    <a:gd name="connsiteY1" fmla="*/ 1763 h 2937"/>
                    <a:gd name="connsiteX2" fmla="*/ 171 w 1919"/>
                    <a:gd name="connsiteY2" fmla="*/ 2916 h 2937"/>
                    <a:gd name="connsiteX3" fmla="*/ 393 w 1919"/>
                    <a:gd name="connsiteY3" fmla="*/ 1187 h 2937"/>
                    <a:gd name="connsiteX4" fmla="*/ 1723 w 1919"/>
                    <a:gd name="connsiteY4" fmla="*/ 34 h 2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9" h="2937">
                      <a:moveTo>
                        <a:pt x="1723" y="34"/>
                      </a:moveTo>
                      <a:cubicBezTo>
                        <a:pt x="2033" y="167"/>
                        <a:pt x="1989" y="1009"/>
                        <a:pt x="1501" y="1763"/>
                      </a:cubicBezTo>
                      <a:cubicBezTo>
                        <a:pt x="1058" y="2561"/>
                        <a:pt x="437" y="3049"/>
                        <a:pt x="171" y="2916"/>
                      </a:cubicBezTo>
                      <a:cubicBezTo>
                        <a:pt x="-139" y="2738"/>
                        <a:pt x="-6" y="1985"/>
                        <a:pt x="393" y="1187"/>
                      </a:cubicBezTo>
                      <a:cubicBezTo>
                        <a:pt x="881" y="389"/>
                        <a:pt x="1413" y="-143"/>
                        <a:pt x="1723" y="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90" name="Forme libre : forme 26089">
                  <a:extLst>
                    <a:ext uri="{FF2B5EF4-FFF2-40B4-BE49-F238E27FC236}">
                      <a16:creationId xmlns:a16="http://schemas.microsoft.com/office/drawing/2014/main" id="{B5582720-66A4-4574-A535-6B82C347E740}"/>
                    </a:ext>
                  </a:extLst>
                </p:cNvPr>
                <p:cNvSpPr/>
                <p:nvPr/>
              </p:nvSpPr>
              <p:spPr>
                <a:xfrm>
                  <a:off x="6250537" y="1838024"/>
                  <a:ext cx="20099" cy="20460"/>
                </a:xfrm>
                <a:custGeom>
                  <a:avLst/>
                  <a:gdLst>
                    <a:gd name="connsiteX0" fmla="*/ 13078 w 20099"/>
                    <a:gd name="connsiteY0" fmla="*/ 1001 h 20460"/>
                    <a:gd name="connsiteX1" fmla="*/ 19018 w 20099"/>
                    <a:gd name="connsiteY1" fmla="*/ 425 h 20460"/>
                    <a:gd name="connsiteX2" fmla="*/ 19949 w 20099"/>
                    <a:gd name="connsiteY2" fmla="*/ 3173 h 20460"/>
                    <a:gd name="connsiteX3" fmla="*/ 17732 w 20099"/>
                    <a:gd name="connsiteY3" fmla="*/ 6232 h 20460"/>
                    <a:gd name="connsiteX4" fmla="*/ 10240 w 20099"/>
                    <a:gd name="connsiteY4" fmla="*/ 10754 h 20460"/>
                    <a:gd name="connsiteX5" fmla="*/ 4611 w 20099"/>
                    <a:gd name="connsiteY5" fmla="*/ 17403 h 20460"/>
                    <a:gd name="connsiteX6" fmla="*/ 1374 w 20099"/>
                    <a:gd name="connsiteY6" fmla="*/ 20107 h 20460"/>
                    <a:gd name="connsiteX7" fmla="*/ 0 w 20099"/>
                    <a:gd name="connsiteY7" fmla="*/ 19842 h 20460"/>
                    <a:gd name="connsiteX8" fmla="*/ 3414 w 20099"/>
                    <a:gd name="connsiteY8" fmla="*/ 12882 h 20460"/>
                    <a:gd name="connsiteX9" fmla="*/ 7847 w 20099"/>
                    <a:gd name="connsiteY9" fmla="*/ 5966 h 20460"/>
                    <a:gd name="connsiteX10" fmla="*/ 13078 w 20099"/>
                    <a:gd name="connsiteY10" fmla="*/ 1001 h 2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099" h="20460">
                      <a:moveTo>
                        <a:pt x="13078" y="1001"/>
                      </a:moveTo>
                      <a:cubicBezTo>
                        <a:pt x="15294" y="-240"/>
                        <a:pt x="17200" y="-196"/>
                        <a:pt x="19018" y="425"/>
                      </a:cubicBezTo>
                      <a:cubicBezTo>
                        <a:pt x="19639" y="646"/>
                        <a:pt x="20437" y="1444"/>
                        <a:pt x="19949" y="3173"/>
                      </a:cubicBezTo>
                      <a:cubicBezTo>
                        <a:pt x="19506" y="4769"/>
                        <a:pt x="18486" y="5789"/>
                        <a:pt x="17732" y="6232"/>
                      </a:cubicBezTo>
                      <a:cubicBezTo>
                        <a:pt x="15205" y="7606"/>
                        <a:pt x="13033" y="8005"/>
                        <a:pt x="10240" y="10754"/>
                      </a:cubicBezTo>
                      <a:cubicBezTo>
                        <a:pt x="9398" y="11640"/>
                        <a:pt x="7093" y="15009"/>
                        <a:pt x="4611" y="17403"/>
                      </a:cubicBezTo>
                      <a:cubicBezTo>
                        <a:pt x="3458" y="18645"/>
                        <a:pt x="2217" y="19576"/>
                        <a:pt x="1374" y="20107"/>
                      </a:cubicBezTo>
                      <a:cubicBezTo>
                        <a:pt x="532" y="20595"/>
                        <a:pt x="0" y="20639"/>
                        <a:pt x="0" y="19842"/>
                      </a:cubicBezTo>
                      <a:cubicBezTo>
                        <a:pt x="89" y="18290"/>
                        <a:pt x="1729" y="15674"/>
                        <a:pt x="3414" y="12882"/>
                      </a:cubicBezTo>
                      <a:cubicBezTo>
                        <a:pt x="5098" y="10133"/>
                        <a:pt x="6871" y="7252"/>
                        <a:pt x="7847" y="5966"/>
                      </a:cubicBezTo>
                      <a:cubicBezTo>
                        <a:pt x="9620" y="3661"/>
                        <a:pt x="11437" y="1932"/>
                        <a:pt x="13078" y="100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91" name="Graphique 2">
                <a:extLst>
                  <a:ext uri="{FF2B5EF4-FFF2-40B4-BE49-F238E27FC236}">
                    <a16:creationId xmlns:a16="http://schemas.microsoft.com/office/drawing/2014/main" id="{03E461A3-E719-46A1-A18F-070DAD367D54}"/>
                  </a:ext>
                </a:extLst>
              </p:cNvPr>
              <p:cNvGrpSpPr/>
              <p:nvPr/>
            </p:nvGrpSpPr>
            <p:grpSpPr>
              <a:xfrm>
                <a:off x="6248184" y="1765691"/>
                <a:ext cx="36343" cy="68483"/>
                <a:chOff x="6248184" y="1765691"/>
                <a:chExt cx="36343" cy="68483"/>
              </a:xfrm>
              <a:solidFill>
                <a:schemeClr val="accent1"/>
              </a:solidFill>
            </p:grpSpPr>
            <p:sp>
              <p:nvSpPr>
                <p:cNvPr id="26067" name="Forme libre : forme 26066">
                  <a:extLst>
                    <a:ext uri="{FF2B5EF4-FFF2-40B4-BE49-F238E27FC236}">
                      <a16:creationId xmlns:a16="http://schemas.microsoft.com/office/drawing/2014/main" id="{B92C164E-EAAF-4C96-9CBC-8813B0D30517}"/>
                    </a:ext>
                  </a:extLst>
                </p:cNvPr>
                <p:cNvSpPr/>
                <p:nvPr/>
              </p:nvSpPr>
              <p:spPr>
                <a:xfrm>
                  <a:off x="6248184" y="1765691"/>
                  <a:ext cx="36343" cy="68483"/>
                </a:xfrm>
                <a:custGeom>
                  <a:avLst/>
                  <a:gdLst>
                    <a:gd name="connsiteX0" fmla="*/ 27622 w 36343"/>
                    <a:gd name="connsiteY0" fmla="*/ 15261 h 68483"/>
                    <a:gd name="connsiteX1" fmla="*/ 36222 w 36343"/>
                    <a:gd name="connsiteY1" fmla="*/ 44741 h 68483"/>
                    <a:gd name="connsiteX2" fmla="*/ 35735 w 36343"/>
                    <a:gd name="connsiteY2" fmla="*/ 54716 h 68483"/>
                    <a:gd name="connsiteX3" fmla="*/ 33252 w 36343"/>
                    <a:gd name="connsiteY3" fmla="*/ 62518 h 68483"/>
                    <a:gd name="connsiteX4" fmla="*/ 26115 w 36343"/>
                    <a:gd name="connsiteY4" fmla="*/ 68414 h 68483"/>
                    <a:gd name="connsiteX5" fmla="*/ 19820 w 36343"/>
                    <a:gd name="connsiteY5" fmla="*/ 67040 h 68483"/>
                    <a:gd name="connsiteX6" fmla="*/ 14944 w 36343"/>
                    <a:gd name="connsiteY6" fmla="*/ 60124 h 68483"/>
                    <a:gd name="connsiteX7" fmla="*/ 13569 w 36343"/>
                    <a:gd name="connsiteY7" fmla="*/ 53918 h 68483"/>
                    <a:gd name="connsiteX8" fmla="*/ 12683 w 36343"/>
                    <a:gd name="connsiteY8" fmla="*/ 46736 h 68483"/>
                    <a:gd name="connsiteX9" fmla="*/ 6609 w 36343"/>
                    <a:gd name="connsiteY9" fmla="*/ 26654 h 68483"/>
                    <a:gd name="connsiteX10" fmla="*/ 4925 w 36343"/>
                    <a:gd name="connsiteY10" fmla="*/ 23507 h 68483"/>
                    <a:gd name="connsiteX11" fmla="*/ 3417 w 36343"/>
                    <a:gd name="connsiteY11" fmla="*/ 20492 h 68483"/>
                    <a:gd name="connsiteX12" fmla="*/ 1068 w 36343"/>
                    <a:gd name="connsiteY12" fmla="*/ 14862 h 68483"/>
                    <a:gd name="connsiteX13" fmla="*/ 4 w 36343"/>
                    <a:gd name="connsiteY13" fmla="*/ 10030 h 68483"/>
                    <a:gd name="connsiteX14" fmla="*/ 1068 w 36343"/>
                    <a:gd name="connsiteY14" fmla="*/ 6395 h 68483"/>
                    <a:gd name="connsiteX15" fmla="*/ 5368 w 36343"/>
                    <a:gd name="connsiteY15" fmla="*/ 1297 h 68483"/>
                    <a:gd name="connsiteX16" fmla="*/ 9003 w 36343"/>
                    <a:gd name="connsiteY16" fmla="*/ 11 h 68483"/>
                    <a:gd name="connsiteX17" fmla="*/ 14811 w 36343"/>
                    <a:gd name="connsiteY17" fmla="*/ 1784 h 68483"/>
                    <a:gd name="connsiteX18" fmla="*/ 21549 w 36343"/>
                    <a:gd name="connsiteY18" fmla="*/ 6882 h 68483"/>
                    <a:gd name="connsiteX19" fmla="*/ 24785 w 36343"/>
                    <a:gd name="connsiteY19" fmla="*/ 10695 h 68483"/>
                    <a:gd name="connsiteX20" fmla="*/ 27622 w 36343"/>
                    <a:gd name="connsiteY20" fmla="*/ 15261 h 68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6343" h="68483">
                      <a:moveTo>
                        <a:pt x="27622" y="15261"/>
                      </a:moveTo>
                      <a:cubicBezTo>
                        <a:pt x="32632" y="24438"/>
                        <a:pt x="35380" y="34634"/>
                        <a:pt x="36222" y="44741"/>
                      </a:cubicBezTo>
                      <a:cubicBezTo>
                        <a:pt x="36488" y="48288"/>
                        <a:pt x="36311" y="51701"/>
                        <a:pt x="35735" y="54716"/>
                      </a:cubicBezTo>
                      <a:cubicBezTo>
                        <a:pt x="35203" y="57730"/>
                        <a:pt x="34272" y="60390"/>
                        <a:pt x="33252" y="62518"/>
                      </a:cubicBezTo>
                      <a:cubicBezTo>
                        <a:pt x="31124" y="66818"/>
                        <a:pt x="28376" y="68901"/>
                        <a:pt x="26115" y="68414"/>
                      </a:cubicBezTo>
                      <a:lnTo>
                        <a:pt x="19820" y="67040"/>
                      </a:lnTo>
                      <a:cubicBezTo>
                        <a:pt x="17515" y="66552"/>
                        <a:pt x="16008" y="63803"/>
                        <a:pt x="14944" y="60124"/>
                      </a:cubicBezTo>
                      <a:cubicBezTo>
                        <a:pt x="14412" y="58262"/>
                        <a:pt x="13968" y="56178"/>
                        <a:pt x="13569" y="53918"/>
                      </a:cubicBezTo>
                      <a:cubicBezTo>
                        <a:pt x="13215" y="51657"/>
                        <a:pt x="12860" y="49263"/>
                        <a:pt x="12683" y="46736"/>
                      </a:cubicBezTo>
                      <a:cubicBezTo>
                        <a:pt x="11974" y="39599"/>
                        <a:pt x="10023" y="32683"/>
                        <a:pt x="6609" y="26654"/>
                      </a:cubicBezTo>
                      <a:cubicBezTo>
                        <a:pt x="6077" y="25546"/>
                        <a:pt x="5501" y="24526"/>
                        <a:pt x="4925" y="23507"/>
                      </a:cubicBezTo>
                      <a:cubicBezTo>
                        <a:pt x="4393" y="22487"/>
                        <a:pt x="3949" y="21423"/>
                        <a:pt x="3417" y="20492"/>
                      </a:cubicBezTo>
                      <a:cubicBezTo>
                        <a:pt x="2487" y="18497"/>
                        <a:pt x="1689" y="16635"/>
                        <a:pt x="1068" y="14862"/>
                      </a:cubicBezTo>
                      <a:cubicBezTo>
                        <a:pt x="536" y="13044"/>
                        <a:pt x="49" y="11493"/>
                        <a:pt x="4" y="10030"/>
                      </a:cubicBezTo>
                      <a:cubicBezTo>
                        <a:pt x="-40" y="8567"/>
                        <a:pt x="270" y="7326"/>
                        <a:pt x="1068" y="6395"/>
                      </a:cubicBezTo>
                      <a:lnTo>
                        <a:pt x="5368" y="1297"/>
                      </a:lnTo>
                      <a:cubicBezTo>
                        <a:pt x="6166" y="366"/>
                        <a:pt x="7363" y="-78"/>
                        <a:pt x="9003" y="11"/>
                      </a:cubicBezTo>
                      <a:cubicBezTo>
                        <a:pt x="10599" y="100"/>
                        <a:pt x="12683" y="543"/>
                        <a:pt x="14811" y="1784"/>
                      </a:cubicBezTo>
                      <a:cubicBezTo>
                        <a:pt x="16983" y="2893"/>
                        <a:pt x="19332" y="4622"/>
                        <a:pt x="21549" y="6882"/>
                      </a:cubicBezTo>
                      <a:cubicBezTo>
                        <a:pt x="22746" y="7991"/>
                        <a:pt x="23765" y="9276"/>
                        <a:pt x="24785" y="10695"/>
                      </a:cubicBezTo>
                      <a:cubicBezTo>
                        <a:pt x="25805" y="12113"/>
                        <a:pt x="26780" y="13621"/>
                        <a:pt x="27622" y="1526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68" name="Forme libre : forme 26067">
                  <a:extLst>
                    <a:ext uri="{FF2B5EF4-FFF2-40B4-BE49-F238E27FC236}">
                      <a16:creationId xmlns:a16="http://schemas.microsoft.com/office/drawing/2014/main" id="{BE1E305E-3E4B-4FE0-9839-FA3475FED49E}"/>
                    </a:ext>
                  </a:extLst>
                </p:cNvPr>
                <p:cNvSpPr/>
                <p:nvPr/>
              </p:nvSpPr>
              <p:spPr>
                <a:xfrm>
                  <a:off x="6253374" y="1765743"/>
                  <a:ext cx="31152" cy="68430"/>
                </a:xfrm>
                <a:custGeom>
                  <a:avLst/>
                  <a:gdLst>
                    <a:gd name="connsiteX0" fmla="*/ 22697 w 31152"/>
                    <a:gd name="connsiteY0" fmla="*/ 40478 h 68430"/>
                    <a:gd name="connsiteX1" fmla="*/ 23229 w 31152"/>
                    <a:gd name="connsiteY1" fmla="*/ 56392 h 68430"/>
                    <a:gd name="connsiteX2" fmla="*/ 18220 w 31152"/>
                    <a:gd name="connsiteY2" fmla="*/ 67785 h 68430"/>
                    <a:gd name="connsiteX3" fmla="*/ 20924 w 31152"/>
                    <a:gd name="connsiteY3" fmla="*/ 68362 h 68430"/>
                    <a:gd name="connsiteX4" fmla="*/ 28062 w 31152"/>
                    <a:gd name="connsiteY4" fmla="*/ 62466 h 68430"/>
                    <a:gd name="connsiteX5" fmla="*/ 30544 w 31152"/>
                    <a:gd name="connsiteY5" fmla="*/ 54663 h 68430"/>
                    <a:gd name="connsiteX6" fmla="*/ 31032 w 31152"/>
                    <a:gd name="connsiteY6" fmla="*/ 44689 h 68430"/>
                    <a:gd name="connsiteX7" fmla="*/ 22431 w 31152"/>
                    <a:gd name="connsiteY7" fmla="*/ 15209 h 68430"/>
                    <a:gd name="connsiteX8" fmla="*/ 19550 w 31152"/>
                    <a:gd name="connsiteY8" fmla="*/ 10687 h 68430"/>
                    <a:gd name="connsiteX9" fmla="*/ 16314 w 31152"/>
                    <a:gd name="connsiteY9" fmla="*/ 6875 h 68430"/>
                    <a:gd name="connsiteX10" fmla="*/ 9575 w 31152"/>
                    <a:gd name="connsiteY10" fmla="*/ 1777 h 68430"/>
                    <a:gd name="connsiteX11" fmla="*/ 3768 w 31152"/>
                    <a:gd name="connsiteY11" fmla="*/ 3 h 68430"/>
                    <a:gd name="connsiteX12" fmla="*/ 133 w 31152"/>
                    <a:gd name="connsiteY12" fmla="*/ 1289 h 68430"/>
                    <a:gd name="connsiteX13" fmla="*/ 0 w 31152"/>
                    <a:gd name="connsiteY13" fmla="*/ 1466 h 68430"/>
                    <a:gd name="connsiteX14" fmla="*/ 8201 w 31152"/>
                    <a:gd name="connsiteY14" fmla="*/ 9623 h 68430"/>
                    <a:gd name="connsiteX15" fmla="*/ 14585 w 31152"/>
                    <a:gd name="connsiteY15" fmla="*/ 19110 h 68430"/>
                    <a:gd name="connsiteX16" fmla="*/ 17112 w 31152"/>
                    <a:gd name="connsiteY16" fmla="*/ 24208 h 68430"/>
                    <a:gd name="connsiteX17" fmla="*/ 19284 w 31152"/>
                    <a:gd name="connsiteY17" fmla="*/ 29483 h 68430"/>
                    <a:gd name="connsiteX18" fmla="*/ 22697 w 31152"/>
                    <a:gd name="connsiteY18" fmla="*/ 40478 h 68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1152" h="68430">
                      <a:moveTo>
                        <a:pt x="22697" y="40478"/>
                      </a:moveTo>
                      <a:cubicBezTo>
                        <a:pt x="24027" y="45842"/>
                        <a:pt x="24116" y="51516"/>
                        <a:pt x="23229" y="56392"/>
                      </a:cubicBezTo>
                      <a:cubicBezTo>
                        <a:pt x="22254" y="61269"/>
                        <a:pt x="20437" y="65347"/>
                        <a:pt x="18220" y="67785"/>
                      </a:cubicBezTo>
                      <a:lnTo>
                        <a:pt x="20924" y="68362"/>
                      </a:lnTo>
                      <a:cubicBezTo>
                        <a:pt x="23185" y="68849"/>
                        <a:pt x="25934" y="66721"/>
                        <a:pt x="28062" y="62466"/>
                      </a:cubicBezTo>
                      <a:cubicBezTo>
                        <a:pt x="29125" y="60338"/>
                        <a:pt x="30012" y="57678"/>
                        <a:pt x="30544" y="54663"/>
                      </a:cubicBezTo>
                      <a:cubicBezTo>
                        <a:pt x="31120" y="51649"/>
                        <a:pt x="31298" y="48235"/>
                        <a:pt x="31032" y="44689"/>
                      </a:cubicBezTo>
                      <a:cubicBezTo>
                        <a:pt x="30145" y="34581"/>
                        <a:pt x="27441" y="24385"/>
                        <a:pt x="22431" y="15209"/>
                      </a:cubicBezTo>
                      <a:cubicBezTo>
                        <a:pt x="21589" y="13569"/>
                        <a:pt x="20614" y="12061"/>
                        <a:pt x="19550" y="10687"/>
                      </a:cubicBezTo>
                      <a:cubicBezTo>
                        <a:pt x="18530" y="9313"/>
                        <a:pt x="17511" y="7983"/>
                        <a:pt x="16314" y="6875"/>
                      </a:cubicBezTo>
                      <a:cubicBezTo>
                        <a:pt x="14097" y="4569"/>
                        <a:pt x="11748" y="2885"/>
                        <a:pt x="9575" y="1777"/>
                      </a:cubicBezTo>
                      <a:cubicBezTo>
                        <a:pt x="7492" y="580"/>
                        <a:pt x="5364" y="92"/>
                        <a:pt x="3768" y="3"/>
                      </a:cubicBezTo>
                      <a:cubicBezTo>
                        <a:pt x="2128" y="-41"/>
                        <a:pt x="931" y="358"/>
                        <a:pt x="133" y="1289"/>
                      </a:cubicBezTo>
                      <a:lnTo>
                        <a:pt x="0" y="1466"/>
                      </a:lnTo>
                      <a:cubicBezTo>
                        <a:pt x="3014" y="3949"/>
                        <a:pt x="5763" y="6653"/>
                        <a:pt x="8201" y="9623"/>
                      </a:cubicBezTo>
                      <a:cubicBezTo>
                        <a:pt x="10595" y="12593"/>
                        <a:pt x="12767" y="15785"/>
                        <a:pt x="14585" y="19110"/>
                      </a:cubicBezTo>
                      <a:cubicBezTo>
                        <a:pt x="15516" y="20750"/>
                        <a:pt x="16403" y="22435"/>
                        <a:pt x="17112" y="24208"/>
                      </a:cubicBezTo>
                      <a:cubicBezTo>
                        <a:pt x="17954" y="25937"/>
                        <a:pt x="18619" y="27710"/>
                        <a:pt x="19284" y="29483"/>
                      </a:cubicBezTo>
                      <a:cubicBezTo>
                        <a:pt x="20658" y="33074"/>
                        <a:pt x="21678" y="36754"/>
                        <a:pt x="22697" y="40478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69" name="Forme libre : forme 26068">
                  <a:extLst>
                    <a:ext uri="{FF2B5EF4-FFF2-40B4-BE49-F238E27FC236}">
                      <a16:creationId xmlns:a16="http://schemas.microsoft.com/office/drawing/2014/main" id="{1131B32B-A5BA-4324-BF2B-9195A7417B31}"/>
                    </a:ext>
                  </a:extLst>
                </p:cNvPr>
                <p:cNvSpPr/>
                <p:nvPr/>
              </p:nvSpPr>
              <p:spPr>
                <a:xfrm>
                  <a:off x="6260932" y="1779573"/>
                  <a:ext cx="14554" cy="30112"/>
                </a:xfrm>
                <a:custGeom>
                  <a:avLst/>
                  <a:gdLst>
                    <a:gd name="connsiteX0" fmla="*/ 732 w 14554"/>
                    <a:gd name="connsiteY0" fmla="*/ 270 h 30112"/>
                    <a:gd name="connsiteX1" fmla="*/ 6096 w 14554"/>
                    <a:gd name="connsiteY1" fmla="*/ 2531 h 30112"/>
                    <a:gd name="connsiteX2" fmla="*/ 12568 w 14554"/>
                    <a:gd name="connsiteY2" fmla="*/ 12860 h 30112"/>
                    <a:gd name="connsiteX3" fmla="*/ 14474 w 14554"/>
                    <a:gd name="connsiteY3" fmla="*/ 24874 h 30112"/>
                    <a:gd name="connsiteX4" fmla="*/ 12036 w 14554"/>
                    <a:gd name="connsiteY4" fmla="*/ 30105 h 30112"/>
                    <a:gd name="connsiteX5" fmla="*/ 8224 w 14554"/>
                    <a:gd name="connsiteY5" fmla="*/ 25983 h 30112"/>
                    <a:gd name="connsiteX6" fmla="*/ 4101 w 14554"/>
                    <a:gd name="connsiteY6" fmla="*/ 16008 h 30112"/>
                    <a:gd name="connsiteX7" fmla="*/ 599 w 14554"/>
                    <a:gd name="connsiteY7" fmla="*/ 5856 h 30112"/>
                    <a:gd name="connsiteX8" fmla="*/ 732 w 14554"/>
                    <a:gd name="connsiteY8" fmla="*/ 270 h 30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554" h="30112">
                      <a:moveTo>
                        <a:pt x="732" y="270"/>
                      </a:moveTo>
                      <a:cubicBezTo>
                        <a:pt x="1796" y="-483"/>
                        <a:pt x="3702" y="359"/>
                        <a:pt x="6096" y="2531"/>
                      </a:cubicBezTo>
                      <a:cubicBezTo>
                        <a:pt x="8401" y="4704"/>
                        <a:pt x="10884" y="8383"/>
                        <a:pt x="12568" y="12860"/>
                      </a:cubicBezTo>
                      <a:cubicBezTo>
                        <a:pt x="14208" y="17382"/>
                        <a:pt x="14785" y="21727"/>
                        <a:pt x="14474" y="24874"/>
                      </a:cubicBezTo>
                      <a:cubicBezTo>
                        <a:pt x="14297" y="28022"/>
                        <a:pt x="13233" y="30017"/>
                        <a:pt x="12036" y="30105"/>
                      </a:cubicBezTo>
                      <a:cubicBezTo>
                        <a:pt x="10751" y="30238"/>
                        <a:pt x="9598" y="28554"/>
                        <a:pt x="8224" y="25983"/>
                      </a:cubicBezTo>
                      <a:cubicBezTo>
                        <a:pt x="6983" y="23367"/>
                        <a:pt x="5564" y="19865"/>
                        <a:pt x="4101" y="16008"/>
                      </a:cubicBezTo>
                      <a:cubicBezTo>
                        <a:pt x="2638" y="12151"/>
                        <a:pt x="1353" y="8649"/>
                        <a:pt x="599" y="5856"/>
                      </a:cubicBezTo>
                      <a:cubicBezTo>
                        <a:pt x="-199" y="3152"/>
                        <a:pt x="-243" y="980"/>
                        <a:pt x="732" y="27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70" name="Forme libre : forme 26069">
                  <a:extLst>
                    <a:ext uri="{FF2B5EF4-FFF2-40B4-BE49-F238E27FC236}">
                      <a16:creationId xmlns:a16="http://schemas.microsoft.com/office/drawing/2014/main" id="{F3398BC3-DDF9-43EA-AA06-06DB1AE9370B}"/>
                    </a:ext>
                  </a:extLst>
                </p:cNvPr>
                <p:cNvSpPr/>
                <p:nvPr/>
              </p:nvSpPr>
              <p:spPr>
                <a:xfrm>
                  <a:off x="6268225" y="1785562"/>
                  <a:ext cx="7262" cy="24168"/>
                </a:xfrm>
                <a:custGeom>
                  <a:avLst/>
                  <a:gdLst>
                    <a:gd name="connsiteX0" fmla="*/ 0 w 7262"/>
                    <a:gd name="connsiteY0" fmla="*/ 17954 h 24168"/>
                    <a:gd name="connsiteX1" fmla="*/ 4743 w 7262"/>
                    <a:gd name="connsiteY1" fmla="*/ 24160 h 24168"/>
                    <a:gd name="connsiteX2" fmla="*/ 7182 w 7262"/>
                    <a:gd name="connsiteY2" fmla="*/ 18929 h 24168"/>
                    <a:gd name="connsiteX3" fmla="*/ 5275 w 7262"/>
                    <a:gd name="connsiteY3" fmla="*/ 6916 h 24168"/>
                    <a:gd name="connsiteX4" fmla="*/ 1685 w 7262"/>
                    <a:gd name="connsiteY4" fmla="*/ 0 h 24168"/>
                    <a:gd name="connsiteX5" fmla="*/ 3236 w 7262"/>
                    <a:gd name="connsiteY5" fmla="*/ 3990 h 24168"/>
                    <a:gd name="connsiteX6" fmla="*/ 3901 w 7262"/>
                    <a:gd name="connsiteY6" fmla="*/ 9354 h 24168"/>
                    <a:gd name="connsiteX7" fmla="*/ 3414 w 7262"/>
                    <a:gd name="connsiteY7" fmla="*/ 13831 h 24168"/>
                    <a:gd name="connsiteX8" fmla="*/ 0 w 7262"/>
                    <a:gd name="connsiteY8" fmla="*/ 17954 h 24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262" h="24168">
                      <a:moveTo>
                        <a:pt x="0" y="17954"/>
                      </a:moveTo>
                      <a:cubicBezTo>
                        <a:pt x="1596" y="21722"/>
                        <a:pt x="3236" y="24338"/>
                        <a:pt x="4743" y="24160"/>
                      </a:cubicBezTo>
                      <a:cubicBezTo>
                        <a:pt x="5940" y="24027"/>
                        <a:pt x="7004" y="22077"/>
                        <a:pt x="7182" y="18929"/>
                      </a:cubicBezTo>
                      <a:cubicBezTo>
                        <a:pt x="7492" y="15782"/>
                        <a:pt x="6916" y="11437"/>
                        <a:pt x="5275" y="6916"/>
                      </a:cubicBezTo>
                      <a:cubicBezTo>
                        <a:pt x="4256" y="4300"/>
                        <a:pt x="3103" y="1906"/>
                        <a:pt x="1685" y="0"/>
                      </a:cubicBezTo>
                      <a:cubicBezTo>
                        <a:pt x="2394" y="1286"/>
                        <a:pt x="2837" y="2616"/>
                        <a:pt x="3236" y="3990"/>
                      </a:cubicBezTo>
                      <a:cubicBezTo>
                        <a:pt x="3724" y="5852"/>
                        <a:pt x="3901" y="7669"/>
                        <a:pt x="3901" y="9354"/>
                      </a:cubicBezTo>
                      <a:cubicBezTo>
                        <a:pt x="3946" y="11038"/>
                        <a:pt x="3768" y="12546"/>
                        <a:pt x="3414" y="13831"/>
                      </a:cubicBezTo>
                      <a:cubicBezTo>
                        <a:pt x="2748" y="16358"/>
                        <a:pt x="1552" y="17865"/>
                        <a:pt x="0" y="1795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71" name="Forme libre : forme 26070">
                  <a:extLst>
                    <a:ext uri="{FF2B5EF4-FFF2-40B4-BE49-F238E27FC236}">
                      <a16:creationId xmlns:a16="http://schemas.microsoft.com/office/drawing/2014/main" id="{28A5018E-DD08-4D4F-B216-404A74DD35D9}"/>
                    </a:ext>
                  </a:extLst>
                </p:cNvPr>
                <p:cNvSpPr/>
                <p:nvPr/>
              </p:nvSpPr>
              <p:spPr>
                <a:xfrm>
                  <a:off x="6260808" y="1777647"/>
                  <a:ext cx="15260" cy="30310"/>
                </a:xfrm>
                <a:custGeom>
                  <a:avLst/>
                  <a:gdLst>
                    <a:gd name="connsiteX0" fmla="*/ 635 w 15260"/>
                    <a:gd name="connsiteY0" fmla="*/ 290 h 30310"/>
                    <a:gd name="connsiteX1" fmla="*/ 6087 w 15260"/>
                    <a:gd name="connsiteY1" fmla="*/ 2463 h 30310"/>
                    <a:gd name="connsiteX2" fmla="*/ 12958 w 15260"/>
                    <a:gd name="connsiteY2" fmla="*/ 12792 h 30310"/>
                    <a:gd name="connsiteX3" fmla="*/ 15219 w 15260"/>
                    <a:gd name="connsiteY3" fmla="*/ 24938 h 30310"/>
                    <a:gd name="connsiteX4" fmla="*/ 12914 w 15260"/>
                    <a:gd name="connsiteY4" fmla="*/ 30302 h 30310"/>
                    <a:gd name="connsiteX5" fmla="*/ 9013 w 15260"/>
                    <a:gd name="connsiteY5" fmla="*/ 26224 h 30310"/>
                    <a:gd name="connsiteX6" fmla="*/ 4580 w 15260"/>
                    <a:gd name="connsiteY6" fmla="*/ 16205 h 30310"/>
                    <a:gd name="connsiteX7" fmla="*/ 679 w 15260"/>
                    <a:gd name="connsiteY7" fmla="*/ 5965 h 30310"/>
                    <a:gd name="connsiteX8" fmla="*/ 635 w 15260"/>
                    <a:gd name="connsiteY8" fmla="*/ 290 h 30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260" h="30310">
                      <a:moveTo>
                        <a:pt x="635" y="290"/>
                      </a:moveTo>
                      <a:cubicBezTo>
                        <a:pt x="1610" y="-463"/>
                        <a:pt x="3782" y="246"/>
                        <a:pt x="6087" y="2463"/>
                      </a:cubicBezTo>
                      <a:cubicBezTo>
                        <a:pt x="8570" y="4591"/>
                        <a:pt x="11097" y="8270"/>
                        <a:pt x="12958" y="12792"/>
                      </a:cubicBezTo>
                      <a:cubicBezTo>
                        <a:pt x="14776" y="17313"/>
                        <a:pt x="15441" y="21747"/>
                        <a:pt x="15219" y="24938"/>
                      </a:cubicBezTo>
                      <a:cubicBezTo>
                        <a:pt x="15042" y="28175"/>
                        <a:pt x="14200" y="30169"/>
                        <a:pt x="12914" y="30302"/>
                      </a:cubicBezTo>
                      <a:cubicBezTo>
                        <a:pt x="11717" y="30435"/>
                        <a:pt x="10343" y="28840"/>
                        <a:pt x="9013" y="26224"/>
                      </a:cubicBezTo>
                      <a:cubicBezTo>
                        <a:pt x="7639" y="23609"/>
                        <a:pt x="6132" y="20106"/>
                        <a:pt x="4580" y="16205"/>
                      </a:cubicBezTo>
                      <a:cubicBezTo>
                        <a:pt x="2940" y="12348"/>
                        <a:pt x="1610" y="8758"/>
                        <a:pt x="679" y="5965"/>
                      </a:cubicBezTo>
                      <a:cubicBezTo>
                        <a:pt x="-30" y="3128"/>
                        <a:pt x="-385" y="1088"/>
                        <a:pt x="635" y="29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72" name="Forme libre : forme 26071">
                  <a:extLst>
                    <a:ext uri="{FF2B5EF4-FFF2-40B4-BE49-F238E27FC236}">
                      <a16:creationId xmlns:a16="http://schemas.microsoft.com/office/drawing/2014/main" id="{35314F63-2174-42D5-A17C-255DBFD263BE}"/>
                    </a:ext>
                  </a:extLst>
                </p:cNvPr>
                <p:cNvSpPr/>
                <p:nvPr/>
              </p:nvSpPr>
              <p:spPr>
                <a:xfrm>
                  <a:off x="6266324" y="1781813"/>
                  <a:ext cx="15466" cy="41777"/>
                </a:xfrm>
                <a:custGeom>
                  <a:avLst/>
                  <a:gdLst>
                    <a:gd name="connsiteX0" fmla="*/ 7442 w 15466"/>
                    <a:gd name="connsiteY0" fmla="*/ 41608 h 41777"/>
                    <a:gd name="connsiteX1" fmla="*/ 11654 w 15466"/>
                    <a:gd name="connsiteY1" fmla="*/ 40766 h 41777"/>
                    <a:gd name="connsiteX2" fmla="*/ 15289 w 15466"/>
                    <a:gd name="connsiteY2" fmla="*/ 22767 h 41777"/>
                    <a:gd name="connsiteX3" fmla="*/ 9171 w 15466"/>
                    <a:gd name="connsiteY3" fmla="*/ 4459 h 41777"/>
                    <a:gd name="connsiteX4" fmla="*/ 5182 w 15466"/>
                    <a:gd name="connsiteY4" fmla="*/ 469 h 41777"/>
                    <a:gd name="connsiteX5" fmla="*/ 2788 w 15466"/>
                    <a:gd name="connsiteY5" fmla="*/ 956 h 41777"/>
                    <a:gd name="connsiteX6" fmla="*/ 3630 w 15466"/>
                    <a:gd name="connsiteY6" fmla="*/ 7251 h 41777"/>
                    <a:gd name="connsiteX7" fmla="*/ 3275 w 15466"/>
                    <a:gd name="connsiteY7" fmla="*/ 21881 h 41777"/>
                    <a:gd name="connsiteX8" fmla="*/ 172 w 15466"/>
                    <a:gd name="connsiteY8" fmla="*/ 37219 h 41777"/>
                    <a:gd name="connsiteX9" fmla="*/ 3320 w 15466"/>
                    <a:gd name="connsiteY9" fmla="*/ 41431 h 41777"/>
                    <a:gd name="connsiteX10" fmla="*/ 7442 w 15466"/>
                    <a:gd name="connsiteY10" fmla="*/ 41608 h 41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466" h="41777">
                      <a:moveTo>
                        <a:pt x="7442" y="41608"/>
                      </a:moveTo>
                      <a:cubicBezTo>
                        <a:pt x="8817" y="41830"/>
                        <a:pt x="10235" y="42051"/>
                        <a:pt x="11654" y="40766"/>
                      </a:cubicBezTo>
                      <a:cubicBezTo>
                        <a:pt x="14314" y="38327"/>
                        <a:pt x="16043" y="30525"/>
                        <a:pt x="15289" y="22767"/>
                      </a:cubicBezTo>
                      <a:cubicBezTo>
                        <a:pt x="14757" y="16339"/>
                        <a:pt x="12629" y="9335"/>
                        <a:pt x="9171" y="4459"/>
                      </a:cubicBezTo>
                      <a:cubicBezTo>
                        <a:pt x="7974" y="2597"/>
                        <a:pt x="6334" y="1178"/>
                        <a:pt x="5182" y="469"/>
                      </a:cubicBezTo>
                      <a:cubicBezTo>
                        <a:pt x="3985" y="-241"/>
                        <a:pt x="3054" y="-196"/>
                        <a:pt x="2788" y="956"/>
                      </a:cubicBezTo>
                      <a:cubicBezTo>
                        <a:pt x="2389" y="2375"/>
                        <a:pt x="3275" y="4902"/>
                        <a:pt x="3630" y="7251"/>
                      </a:cubicBezTo>
                      <a:cubicBezTo>
                        <a:pt x="4738" y="12748"/>
                        <a:pt x="4295" y="17846"/>
                        <a:pt x="3275" y="21881"/>
                      </a:cubicBezTo>
                      <a:cubicBezTo>
                        <a:pt x="2344" y="25471"/>
                        <a:pt x="-759" y="31234"/>
                        <a:pt x="172" y="37219"/>
                      </a:cubicBezTo>
                      <a:cubicBezTo>
                        <a:pt x="660" y="39968"/>
                        <a:pt x="1812" y="41032"/>
                        <a:pt x="3320" y="41431"/>
                      </a:cubicBezTo>
                      <a:cubicBezTo>
                        <a:pt x="4827" y="41785"/>
                        <a:pt x="6467" y="41431"/>
                        <a:pt x="7442" y="4160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73" name="Forme libre : forme 26072">
                  <a:extLst>
                    <a:ext uri="{FF2B5EF4-FFF2-40B4-BE49-F238E27FC236}">
                      <a16:creationId xmlns:a16="http://schemas.microsoft.com/office/drawing/2014/main" id="{DD98FD79-AF0E-4B38-A0D0-390EA3B2382E}"/>
                    </a:ext>
                  </a:extLst>
                </p:cNvPr>
                <p:cNvSpPr/>
                <p:nvPr/>
              </p:nvSpPr>
              <p:spPr>
                <a:xfrm>
                  <a:off x="6265375" y="1804773"/>
                  <a:ext cx="5368" cy="11953"/>
                </a:xfrm>
                <a:custGeom>
                  <a:avLst/>
                  <a:gdLst>
                    <a:gd name="connsiteX0" fmla="*/ 3604 w 5368"/>
                    <a:gd name="connsiteY0" fmla="*/ 11244 h 11953"/>
                    <a:gd name="connsiteX1" fmla="*/ 4579 w 5368"/>
                    <a:gd name="connsiteY1" fmla="*/ 11953 h 11953"/>
                    <a:gd name="connsiteX2" fmla="*/ 5333 w 5368"/>
                    <a:gd name="connsiteY2" fmla="*/ 10757 h 11953"/>
                    <a:gd name="connsiteX3" fmla="*/ 5200 w 5368"/>
                    <a:gd name="connsiteY3" fmla="*/ 8496 h 11953"/>
                    <a:gd name="connsiteX4" fmla="*/ 3737 w 5368"/>
                    <a:gd name="connsiteY4" fmla="*/ 3176 h 11953"/>
                    <a:gd name="connsiteX5" fmla="*/ 2851 w 5368"/>
                    <a:gd name="connsiteY5" fmla="*/ 1358 h 11953"/>
                    <a:gd name="connsiteX6" fmla="*/ 280 w 5368"/>
                    <a:gd name="connsiteY6" fmla="*/ 3398 h 11953"/>
                    <a:gd name="connsiteX7" fmla="*/ 3604 w 5368"/>
                    <a:gd name="connsiteY7" fmla="*/ 11244 h 11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68" h="11953">
                      <a:moveTo>
                        <a:pt x="3604" y="11244"/>
                      </a:moveTo>
                      <a:cubicBezTo>
                        <a:pt x="3915" y="11643"/>
                        <a:pt x="4269" y="11953"/>
                        <a:pt x="4579" y="11953"/>
                      </a:cubicBezTo>
                      <a:cubicBezTo>
                        <a:pt x="4934" y="11953"/>
                        <a:pt x="5245" y="11510"/>
                        <a:pt x="5333" y="10757"/>
                      </a:cubicBezTo>
                      <a:cubicBezTo>
                        <a:pt x="5422" y="10047"/>
                        <a:pt x="5333" y="9249"/>
                        <a:pt x="5200" y="8496"/>
                      </a:cubicBezTo>
                      <a:cubicBezTo>
                        <a:pt x="4934" y="6589"/>
                        <a:pt x="4269" y="4816"/>
                        <a:pt x="3737" y="3176"/>
                      </a:cubicBezTo>
                      <a:cubicBezTo>
                        <a:pt x="3471" y="2511"/>
                        <a:pt x="3161" y="1846"/>
                        <a:pt x="2851" y="1358"/>
                      </a:cubicBezTo>
                      <a:cubicBezTo>
                        <a:pt x="1432" y="-725"/>
                        <a:pt x="-784" y="-681"/>
                        <a:pt x="280" y="3398"/>
                      </a:cubicBezTo>
                      <a:cubicBezTo>
                        <a:pt x="989" y="6545"/>
                        <a:pt x="2407" y="9648"/>
                        <a:pt x="3604" y="1124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74" name="Forme libre : forme 26073">
                  <a:extLst>
                    <a:ext uri="{FF2B5EF4-FFF2-40B4-BE49-F238E27FC236}">
                      <a16:creationId xmlns:a16="http://schemas.microsoft.com/office/drawing/2014/main" id="{CA458C71-37E9-483B-9D1A-D6BE58EDF744}"/>
                    </a:ext>
                  </a:extLst>
                </p:cNvPr>
                <p:cNvSpPr/>
                <p:nvPr/>
              </p:nvSpPr>
              <p:spPr>
                <a:xfrm>
                  <a:off x="6254527" y="1768020"/>
                  <a:ext cx="20569" cy="12665"/>
                </a:xfrm>
                <a:custGeom>
                  <a:avLst/>
                  <a:gdLst>
                    <a:gd name="connsiteX0" fmla="*/ 0 w 20569"/>
                    <a:gd name="connsiteY0" fmla="*/ 1273 h 12665"/>
                    <a:gd name="connsiteX1" fmla="*/ 4256 w 20569"/>
                    <a:gd name="connsiteY1" fmla="*/ 31 h 12665"/>
                    <a:gd name="connsiteX2" fmla="*/ 10905 w 20569"/>
                    <a:gd name="connsiteY2" fmla="*/ 2691 h 12665"/>
                    <a:gd name="connsiteX3" fmla="*/ 15516 w 20569"/>
                    <a:gd name="connsiteY3" fmla="*/ 6460 h 12665"/>
                    <a:gd name="connsiteX4" fmla="*/ 20570 w 20569"/>
                    <a:gd name="connsiteY4" fmla="*/ 12666 h 12665"/>
                    <a:gd name="connsiteX5" fmla="*/ 18708 w 20569"/>
                    <a:gd name="connsiteY5" fmla="*/ 10272 h 12665"/>
                    <a:gd name="connsiteX6" fmla="*/ 13610 w 20569"/>
                    <a:gd name="connsiteY6" fmla="*/ 5484 h 12665"/>
                    <a:gd name="connsiteX7" fmla="*/ 10285 w 20569"/>
                    <a:gd name="connsiteY7" fmla="*/ 3223 h 12665"/>
                    <a:gd name="connsiteX8" fmla="*/ 6650 w 20569"/>
                    <a:gd name="connsiteY8" fmla="*/ 1627 h 12665"/>
                    <a:gd name="connsiteX9" fmla="*/ 0 w 20569"/>
                    <a:gd name="connsiteY9" fmla="*/ 1273 h 12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569" h="12665">
                      <a:moveTo>
                        <a:pt x="0" y="1273"/>
                      </a:moveTo>
                      <a:cubicBezTo>
                        <a:pt x="0" y="1273"/>
                        <a:pt x="975" y="-235"/>
                        <a:pt x="4256" y="31"/>
                      </a:cubicBezTo>
                      <a:cubicBezTo>
                        <a:pt x="5896" y="164"/>
                        <a:pt x="8024" y="963"/>
                        <a:pt x="10905" y="2691"/>
                      </a:cubicBezTo>
                      <a:cubicBezTo>
                        <a:pt x="12280" y="3622"/>
                        <a:pt x="13787" y="4864"/>
                        <a:pt x="15516" y="6460"/>
                      </a:cubicBezTo>
                      <a:cubicBezTo>
                        <a:pt x="17023" y="8144"/>
                        <a:pt x="18929" y="10095"/>
                        <a:pt x="20570" y="12666"/>
                      </a:cubicBezTo>
                      <a:cubicBezTo>
                        <a:pt x="20570" y="12666"/>
                        <a:pt x="19949" y="11646"/>
                        <a:pt x="18708" y="10272"/>
                      </a:cubicBezTo>
                      <a:cubicBezTo>
                        <a:pt x="17422" y="8942"/>
                        <a:pt x="15826" y="7036"/>
                        <a:pt x="13610" y="5484"/>
                      </a:cubicBezTo>
                      <a:cubicBezTo>
                        <a:pt x="12546" y="4686"/>
                        <a:pt x="11437" y="3888"/>
                        <a:pt x="10285" y="3223"/>
                      </a:cubicBezTo>
                      <a:cubicBezTo>
                        <a:pt x="9088" y="2603"/>
                        <a:pt x="7847" y="2071"/>
                        <a:pt x="6650" y="1627"/>
                      </a:cubicBezTo>
                      <a:cubicBezTo>
                        <a:pt x="4344" y="741"/>
                        <a:pt x="1906" y="652"/>
                        <a:pt x="0" y="12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75" name="Forme libre : forme 26074">
                  <a:extLst>
                    <a:ext uri="{FF2B5EF4-FFF2-40B4-BE49-F238E27FC236}">
                      <a16:creationId xmlns:a16="http://schemas.microsoft.com/office/drawing/2014/main" id="{F7243E46-53D2-414E-8549-5DC784C3E4C5}"/>
                    </a:ext>
                  </a:extLst>
                </p:cNvPr>
                <p:cNvSpPr/>
                <p:nvPr/>
              </p:nvSpPr>
              <p:spPr>
                <a:xfrm>
                  <a:off x="6261398" y="1811274"/>
                  <a:ext cx="7536" cy="20436"/>
                </a:xfrm>
                <a:custGeom>
                  <a:avLst/>
                  <a:gdLst>
                    <a:gd name="connsiteX0" fmla="*/ 0 w 7536"/>
                    <a:gd name="connsiteY0" fmla="*/ 0 h 20436"/>
                    <a:gd name="connsiteX1" fmla="*/ 399 w 7536"/>
                    <a:gd name="connsiteY1" fmla="*/ 2616 h 20436"/>
                    <a:gd name="connsiteX2" fmla="*/ 1507 w 7536"/>
                    <a:gd name="connsiteY2" fmla="*/ 8689 h 20436"/>
                    <a:gd name="connsiteX3" fmla="*/ 3458 w 7536"/>
                    <a:gd name="connsiteY3" fmla="*/ 15560 h 20436"/>
                    <a:gd name="connsiteX4" fmla="*/ 7536 w 7536"/>
                    <a:gd name="connsiteY4" fmla="*/ 20437 h 20436"/>
                    <a:gd name="connsiteX5" fmla="*/ 4477 w 7536"/>
                    <a:gd name="connsiteY5" fmla="*/ 15826 h 20436"/>
                    <a:gd name="connsiteX6" fmla="*/ 2217 w 7536"/>
                    <a:gd name="connsiteY6" fmla="*/ 9487 h 20436"/>
                    <a:gd name="connsiteX7" fmla="*/ 0 w 7536"/>
                    <a:gd name="connsiteY7" fmla="*/ 0 h 20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36" h="20436">
                      <a:moveTo>
                        <a:pt x="0" y="0"/>
                      </a:moveTo>
                      <a:cubicBezTo>
                        <a:pt x="0" y="0"/>
                        <a:pt x="222" y="1020"/>
                        <a:pt x="399" y="2616"/>
                      </a:cubicBezTo>
                      <a:cubicBezTo>
                        <a:pt x="665" y="4211"/>
                        <a:pt x="1020" y="6384"/>
                        <a:pt x="1507" y="8689"/>
                      </a:cubicBezTo>
                      <a:cubicBezTo>
                        <a:pt x="1951" y="10994"/>
                        <a:pt x="2616" y="13432"/>
                        <a:pt x="3458" y="15560"/>
                      </a:cubicBezTo>
                      <a:cubicBezTo>
                        <a:pt x="4389" y="17688"/>
                        <a:pt x="5630" y="19506"/>
                        <a:pt x="7536" y="20437"/>
                      </a:cubicBezTo>
                      <a:cubicBezTo>
                        <a:pt x="7536" y="20437"/>
                        <a:pt x="6029" y="19107"/>
                        <a:pt x="4477" y="15826"/>
                      </a:cubicBezTo>
                      <a:cubicBezTo>
                        <a:pt x="3768" y="14186"/>
                        <a:pt x="2882" y="12102"/>
                        <a:pt x="2217" y="9487"/>
                      </a:cubicBezTo>
                      <a:cubicBezTo>
                        <a:pt x="1419" y="6871"/>
                        <a:pt x="798" y="372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76" name="Forme libre : forme 26075">
                  <a:extLst>
                    <a:ext uri="{FF2B5EF4-FFF2-40B4-BE49-F238E27FC236}">
                      <a16:creationId xmlns:a16="http://schemas.microsoft.com/office/drawing/2014/main" id="{E4ECE86F-00A4-4D2D-9628-7AADD92A85EA}"/>
                    </a:ext>
                  </a:extLst>
                </p:cNvPr>
                <p:cNvSpPr/>
                <p:nvPr/>
              </p:nvSpPr>
              <p:spPr>
                <a:xfrm>
                  <a:off x="6263729" y="1786295"/>
                  <a:ext cx="4692" cy="11159"/>
                </a:xfrm>
                <a:custGeom>
                  <a:avLst/>
                  <a:gdLst>
                    <a:gd name="connsiteX0" fmla="*/ 640 w 4692"/>
                    <a:gd name="connsiteY0" fmla="*/ 20 h 11159"/>
                    <a:gd name="connsiteX1" fmla="*/ 4230 w 4692"/>
                    <a:gd name="connsiteY1" fmla="*/ 6094 h 11159"/>
                    <a:gd name="connsiteX2" fmla="*/ 4674 w 4692"/>
                    <a:gd name="connsiteY2" fmla="*/ 9950 h 11159"/>
                    <a:gd name="connsiteX3" fmla="*/ 3832 w 4692"/>
                    <a:gd name="connsiteY3" fmla="*/ 11103 h 11159"/>
                    <a:gd name="connsiteX4" fmla="*/ 817 w 4692"/>
                    <a:gd name="connsiteY4" fmla="*/ 4985 h 11159"/>
                    <a:gd name="connsiteX5" fmla="*/ 19 w 4692"/>
                    <a:gd name="connsiteY5" fmla="*/ 1306 h 11159"/>
                    <a:gd name="connsiteX6" fmla="*/ 640 w 4692"/>
                    <a:gd name="connsiteY6" fmla="*/ 20 h 1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692" h="11159">
                      <a:moveTo>
                        <a:pt x="640" y="20"/>
                      </a:moveTo>
                      <a:cubicBezTo>
                        <a:pt x="1615" y="197"/>
                        <a:pt x="3432" y="2902"/>
                        <a:pt x="4230" y="6094"/>
                      </a:cubicBezTo>
                      <a:cubicBezTo>
                        <a:pt x="4718" y="7645"/>
                        <a:pt x="4718" y="9064"/>
                        <a:pt x="4674" y="9950"/>
                      </a:cubicBezTo>
                      <a:cubicBezTo>
                        <a:pt x="4585" y="10881"/>
                        <a:pt x="4275" y="11325"/>
                        <a:pt x="3832" y="11103"/>
                      </a:cubicBezTo>
                      <a:cubicBezTo>
                        <a:pt x="2901" y="10704"/>
                        <a:pt x="1748" y="7955"/>
                        <a:pt x="817" y="4985"/>
                      </a:cubicBezTo>
                      <a:cubicBezTo>
                        <a:pt x="462" y="3434"/>
                        <a:pt x="19" y="2237"/>
                        <a:pt x="19" y="1306"/>
                      </a:cubicBezTo>
                      <a:cubicBezTo>
                        <a:pt x="-70" y="419"/>
                        <a:pt x="152" y="-113"/>
                        <a:pt x="640" y="2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77" name="Forme libre : forme 26076">
                  <a:extLst>
                    <a:ext uri="{FF2B5EF4-FFF2-40B4-BE49-F238E27FC236}">
                      <a16:creationId xmlns:a16="http://schemas.microsoft.com/office/drawing/2014/main" id="{F1F008F8-B827-48BD-9860-CF6FA9B1DB42}"/>
                    </a:ext>
                  </a:extLst>
                </p:cNvPr>
                <p:cNvSpPr/>
                <p:nvPr/>
              </p:nvSpPr>
              <p:spPr>
                <a:xfrm>
                  <a:off x="6263047" y="1784994"/>
                  <a:ext cx="1948" cy="2952"/>
                </a:xfrm>
                <a:custGeom>
                  <a:avLst/>
                  <a:gdLst>
                    <a:gd name="connsiteX0" fmla="*/ 169 w 1948"/>
                    <a:gd name="connsiteY0" fmla="*/ 36 h 2952"/>
                    <a:gd name="connsiteX1" fmla="*/ 1543 w 1948"/>
                    <a:gd name="connsiteY1" fmla="*/ 1145 h 2952"/>
                    <a:gd name="connsiteX2" fmla="*/ 1765 w 1948"/>
                    <a:gd name="connsiteY2" fmla="*/ 2918 h 2952"/>
                    <a:gd name="connsiteX3" fmla="*/ 435 w 1948"/>
                    <a:gd name="connsiteY3" fmla="*/ 1810 h 2952"/>
                    <a:gd name="connsiteX4" fmla="*/ 169 w 1948"/>
                    <a:gd name="connsiteY4" fmla="*/ 36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8" h="2952">
                      <a:moveTo>
                        <a:pt x="169" y="36"/>
                      </a:moveTo>
                      <a:cubicBezTo>
                        <a:pt x="479" y="-141"/>
                        <a:pt x="1100" y="347"/>
                        <a:pt x="1543" y="1145"/>
                      </a:cubicBezTo>
                      <a:cubicBezTo>
                        <a:pt x="1987" y="1943"/>
                        <a:pt x="2075" y="2740"/>
                        <a:pt x="1765" y="2918"/>
                      </a:cubicBezTo>
                      <a:cubicBezTo>
                        <a:pt x="1455" y="3095"/>
                        <a:pt x="834" y="2563"/>
                        <a:pt x="435" y="1810"/>
                      </a:cubicBezTo>
                      <a:cubicBezTo>
                        <a:pt x="-8" y="967"/>
                        <a:pt x="-141" y="214"/>
                        <a:pt x="169" y="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78" name="Forme libre : forme 26077">
                  <a:extLst>
                    <a:ext uri="{FF2B5EF4-FFF2-40B4-BE49-F238E27FC236}">
                      <a16:creationId xmlns:a16="http://schemas.microsoft.com/office/drawing/2014/main" id="{16C5AA06-5062-4B08-8174-B398DD42D7BC}"/>
                    </a:ext>
                  </a:extLst>
                </p:cNvPr>
                <p:cNvSpPr/>
                <p:nvPr/>
              </p:nvSpPr>
              <p:spPr>
                <a:xfrm>
                  <a:off x="6252399" y="1772968"/>
                  <a:ext cx="9675" cy="26739"/>
                </a:xfrm>
                <a:custGeom>
                  <a:avLst/>
                  <a:gdLst>
                    <a:gd name="connsiteX0" fmla="*/ 0 w 9675"/>
                    <a:gd name="connsiteY0" fmla="*/ 5989 h 26739"/>
                    <a:gd name="connsiteX1" fmla="*/ 2615 w 9675"/>
                    <a:gd name="connsiteY1" fmla="*/ 403 h 26739"/>
                    <a:gd name="connsiteX2" fmla="*/ 5497 w 9675"/>
                    <a:gd name="connsiteY2" fmla="*/ 935 h 26739"/>
                    <a:gd name="connsiteX3" fmla="*/ 7048 w 9675"/>
                    <a:gd name="connsiteY3" fmla="*/ 4437 h 26739"/>
                    <a:gd name="connsiteX4" fmla="*/ 6871 w 9675"/>
                    <a:gd name="connsiteY4" fmla="*/ 13215 h 26739"/>
                    <a:gd name="connsiteX5" fmla="*/ 7935 w 9675"/>
                    <a:gd name="connsiteY5" fmla="*/ 16495 h 26739"/>
                    <a:gd name="connsiteX6" fmla="*/ 9265 w 9675"/>
                    <a:gd name="connsiteY6" fmla="*/ 21416 h 26739"/>
                    <a:gd name="connsiteX7" fmla="*/ 8600 w 9675"/>
                    <a:gd name="connsiteY7" fmla="*/ 26558 h 26739"/>
                    <a:gd name="connsiteX8" fmla="*/ 6738 w 9675"/>
                    <a:gd name="connsiteY8" fmla="*/ 24031 h 26739"/>
                    <a:gd name="connsiteX9" fmla="*/ 4788 w 9675"/>
                    <a:gd name="connsiteY9" fmla="*/ 20086 h 26739"/>
                    <a:gd name="connsiteX10" fmla="*/ 1507 w 9675"/>
                    <a:gd name="connsiteY10" fmla="*/ 12948 h 26739"/>
                    <a:gd name="connsiteX11" fmla="*/ 0 w 9675"/>
                    <a:gd name="connsiteY11" fmla="*/ 5989 h 26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675" h="26739">
                      <a:moveTo>
                        <a:pt x="0" y="5989"/>
                      </a:moveTo>
                      <a:cubicBezTo>
                        <a:pt x="44" y="3462"/>
                        <a:pt x="1152" y="1688"/>
                        <a:pt x="2615" y="403"/>
                      </a:cubicBezTo>
                      <a:cubicBezTo>
                        <a:pt x="3147" y="-85"/>
                        <a:pt x="4167" y="-351"/>
                        <a:pt x="5497" y="935"/>
                      </a:cubicBezTo>
                      <a:cubicBezTo>
                        <a:pt x="6738" y="2087"/>
                        <a:pt x="7093" y="3462"/>
                        <a:pt x="7048" y="4437"/>
                      </a:cubicBezTo>
                      <a:cubicBezTo>
                        <a:pt x="6960" y="7318"/>
                        <a:pt x="6073" y="9446"/>
                        <a:pt x="6871" y="13215"/>
                      </a:cubicBezTo>
                      <a:cubicBezTo>
                        <a:pt x="7048" y="13791"/>
                        <a:pt x="7492" y="14988"/>
                        <a:pt x="7935" y="16495"/>
                      </a:cubicBezTo>
                      <a:cubicBezTo>
                        <a:pt x="8467" y="17958"/>
                        <a:pt x="8955" y="19731"/>
                        <a:pt x="9265" y="21416"/>
                      </a:cubicBezTo>
                      <a:cubicBezTo>
                        <a:pt x="9930" y="24696"/>
                        <a:pt x="9841" y="27489"/>
                        <a:pt x="8600" y="26558"/>
                      </a:cubicBezTo>
                      <a:cubicBezTo>
                        <a:pt x="7935" y="26115"/>
                        <a:pt x="7359" y="25184"/>
                        <a:pt x="6738" y="24031"/>
                      </a:cubicBezTo>
                      <a:cubicBezTo>
                        <a:pt x="6029" y="22923"/>
                        <a:pt x="5453" y="21504"/>
                        <a:pt x="4788" y="20086"/>
                      </a:cubicBezTo>
                      <a:cubicBezTo>
                        <a:pt x="3458" y="17293"/>
                        <a:pt x="2039" y="14411"/>
                        <a:pt x="1507" y="12948"/>
                      </a:cubicBezTo>
                      <a:cubicBezTo>
                        <a:pt x="399" y="10333"/>
                        <a:pt x="0" y="7850"/>
                        <a:pt x="0" y="598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92" name="Graphique 2">
                <a:extLst>
                  <a:ext uri="{FF2B5EF4-FFF2-40B4-BE49-F238E27FC236}">
                    <a16:creationId xmlns:a16="http://schemas.microsoft.com/office/drawing/2014/main" id="{76F82113-14F4-450B-9BE7-431AD7C4C566}"/>
                  </a:ext>
                </a:extLst>
              </p:cNvPr>
              <p:cNvGrpSpPr/>
              <p:nvPr/>
            </p:nvGrpSpPr>
            <p:grpSpPr>
              <a:xfrm>
                <a:off x="6203850" y="1711417"/>
                <a:ext cx="50606" cy="62232"/>
                <a:chOff x="6203850" y="1711417"/>
                <a:chExt cx="50606" cy="62232"/>
              </a:xfrm>
              <a:solidFill>
                <a:schemeClr val="accent1"/>
              </a:solidFill>
            </p:grpSpPr>
            <p:sp>
              <p:nvSpPr>
                <p:cNvPr id="26055" name="Forme libre : forme 26054">
                  <a:extLst>
                    <a:ext uri="{FF2B5EF4-FFF2-40B4-BE49-F238E27FC236}">
                      <a16:creationId xmlns:a16="http://schemas.microsoft.com/office/drawing/2014/main" id="{F9450D8E-3E0F-4BA9-8908-3E846422EE74}"/>
                    </a:ext>
                  </a:extLst>
                </p:cNvPr>
                <p:cNvSpPr/>
                <p:nvPr/>
              </p:nvSpPr>
              <p:spPr>
                <a:xfrm>
                  <a:off x="6203850" y="1711417"/>
                  <a:ext cx="50606" cy="62232"/>
                </a:xfrm>
                <a:custGeom>
                  <a:avLst/>
                  <a:gdLst>
                    <a:gd name="connsiteX0" fmla="*/ 25409 w 50606"/>
                    <a:gd name="connsiteY0" fmla="*/ 17490 h 62232"/>
                    <a:gd name="connsiteX1" fmla="*/ 28068 w 50606"/>
                    <a:gd name="connsiteY1" fmla="*/ 21658 h 62232"/>
                    <a:gd name="connsiteX2" fmla="*/ 31438 w 50606"/>
                    <a:gd name="connsiteY2" fmla="*/ 26002 h 62232"/>
                    <a:gd name="connsiteX3" fmla="*/ 35294 w 50606"/>
                    <a:gd name="connsiteY3" fmla="*/ 30346 h 62232"/>
                    <a:gd name="connsiteX4" fmla="*/ 39550 w 50606"/>
                    <a:gd name="connsiteY4" fmla="*/ 34646 h 62232"/>
                    <a:gd name="connsiteX5" fmla="*/ 45003 w 50606"/>
                    <a:gd name="connsiteY5" fmla="*/ 40764 h 62232"/>
                    <a:gd name="connsiteX6" fmla="*/ 48860 w 50606"/>
                    <a:gd name="connsiteY6" fmla="*/ 46704 h 62232"/>
                    <a:gd name="connsiteX7" fmla="*/ 49702 w 50606"/>
                    <a:gd name="connsiteY7" fmla="*/ 55659 h 62232"/>
                    <a:gd name="connsiteX8" fmla="*/ 45402 w 50606"/>
                    <a:gd name="connsiteY8" fmla="*/ 60757 h 62232"/>
                    <a:gd name="connsiteX9" fmla="*/ 36403 w 50606"/>
                    <a:gd name="connsiteY9" fmla="*/ 61201 h 62232"/>
                    <a:gd name="connsiteX10" fmla="*/ 29665 w 50606"/>
                    <a:gd name="connsiteY10" fmla="*/ 57832 h 62232"/>
                    <a:gd name="connsiteX11" fmla="*/ 22527 w 50606"/>
                    <a:gd name="connsiteY11" fmla="*/ 52201 h 62232"/>
                    <a:gd name="connsiteX12" fmla="*/ 17562 w 50606"/>
                    <a:gd name="connsiteY12" fmla="*/ 47281 h 62232"/>
                    <a:gd name="connsiteX13" fmla="*/ 12730 w 50606"/>
                    <a:gd name="connsiteY13" fmla="*/ 41961 h 62232"/>
                    <a:gd name="connsiteX14" fmla="*/ 8075 w 50606"/>
                    <a:gd name="connsiteY14" fmla="*/ 36065 h 62232"/>
                    <a:gd name="connsiteX15" fmla="*/ 3731 w 50606"/>
                    <a:gd name="connsiteY15" fmla="*/ 29282 h 62232"/>
                    <a:gd name="connsiteX16" fmla="*/ 1337 w 50606"/>
                    <a:gd name="connsiteY16" fmla="*/ 23652 h 62232"/>
                    <a:gd name="connsiteX17" fmla="*/ 140 w 50606"/>
                    <a:gd name="connsiteY17" fmla="*/ 17535 h 62232"/>
                    <a:gd name="connsiteX18" fmla="*/ 450 w 50606"/>
                    <a:gd name="connsiteY18" fmla="*/ 11461 h 62232"/>
                    <a:gd name="connsiteX19" fmla="*/ 2135 w 50606"/>
                    <a:gd name="connsiteY19" fmla="*/ 6319 h 62232"/>
                    <a:gd name="connsiteX20" fmla="*/ 7277 w 50606"/>
                    <a:gd name="connsiteY20" fmla="*/ 689 h 62232"/>
                    <a:gd name="connsiteX21" fmla="*/ 11356 w 50606"/>
                    <a:gd name="connsiteY21" fmla="*/ 512 h 62232"/>
                    <a:gd name="connsiteX22" fmla="*/ 17074 w 50606"/>
                    <a:gd name="connsiteY22" fmla="*/ 4324 h 62232"/>
                    <a:gd name="connsiteX23" fmla="*/ 19513 w 50606"/>
                    <a:gd name="connsiteY23" fmla="*/ 7250 h 62232"/>
                    <a:gd name="connsiteX24" fmla="*/ 21330 w 50606"/>
                    <a:gd name="connsiteY24" fmla="*/ 10442 h 62232"/>
                    <a:gd name="connsiteX25" fmla="*/ 22261 w 50606"/>
                    <a:gd name="connsiteY25" fmla="*/ 11772 h 62232"/>
                    <a:gd name="connsiteX26" fmla="*/ 23192 w 50606"/>
                    <a:gd name="connsiteY26" fmla="*/ 13146 h 62232"/>
                    <a:gd name="connsiteX27" fmla="*/ 24256 w 50606"/>
                    <a:gd name="connsiteY27" fmla="*/ 15008 h 62232"/>
                    <a:gd name="connsiteX28" fmla="*/ 25409 w 50606"/>
                    <a:gd name="connsiteY28" fmla="*/ 17490 h 62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0606" h="62232">
                      <a:moveTo>
                        <a:pt x="25409" y="17490"/>
                      </a:moveTo>
                      <a:cubicBezTo>
                        <a:pt x="26340" y="18865"/>
                        <a:pt x="27005" y="20239"/>
                        <a:pt x="28068" y="21658"/>
                      </a:cubicBezTo>
                      <a:cubicBezTo>
                        <a:pt x="29221" y="23076"/>
                        <a:pt x="30197" y="24539"/>
                        <a:pt x="31438" y="26002"/>
                      </a:cubicBezTo>
                      <a:lnTo>
                        <a:pt x="35294" y="30346"/>
                      </a:lnTo>
                      <a:lnTo>
                        <a:pt x="39550" y="34646"/>
                      </a:lnTo>
                      <a:cubicBezTo>
                        <a:pt x="41501" y="36686"/>
                        <a:pt x="43496" y="38681"/>
                        <a:pt x="45003" y="40764"/>
                      </a:cubicBezTo>
                      <a:cubicBezTo>
                        <a:pt x="46510" y="42848"/>
                        <a:pt x="47885" y="44798"/>
                        <a:pt x="48860" y="46704"/>
                      </a:cubicBezTo>
                      <a:cubicBezTo>
                        <a:pt x="50766" y="50473"/>
                        <a:pt x="51209" y="53753"/>
                        <a:pt x="49702" y="55659"/>
                      </a:cubicBezTo>
                      <a:lnTo>
                        <a:pt x="45402" y="60757"/>
                      </a:lnTo>
                      <a:cubicBezTo>
                        <a:pt x="43939" y="62619"/>
                        <a:pt x="40570" y="62664"/>
                        <a:pt x="36403" y="61201"/>
                      </a:cubicBezTo>
                      <a:cubicBezTo>
                        <a:pt x="34319" y="60447"/>
                        <a:pt x="32014" y="59383"/>
                        <a:pt x="29665" y="57832"/>
                      </a:cubicBezTo>
                      <a:cubicBezTo>
                        <a:pt x="27315" y="56280"/>
                        <a:pt x="24832" y="54551"/>
                        <a:pt x="22527" y="52201"/>
                      </a:cubicBezTo>
                      <a:lnTo>
                        <a:pt x="17562" y="47281"/>
                      </a:lnTo>
                      <a:lnTo>
                        <a:pt x="12730" y="41961"/>
                      </a:lnTo>
                      <a:cubicBezTo>
                        <a:pt x="11134" y="40143"/>
                        <a:pt x="9627" y="38016"/>
                        <a:pt x="8075" y="36065"/>
                      </a:cubicBezTo>
                      <a:cubicBezTo>
                        <a:pt x="6568" y="34026"/>
                        <a:pt x="5149" y="31543"/>
                        <a:pt x="3731" y="29282"/>
                      </a:cubicBezTo>
                      <a:cubicBezTo>
                        <a:pt x="2800" y="27420"/>
                        <a:pt x="2046" y="25514"/>
                        <a:pt x="1337" y="23652"/>
                      </a:cubicBezTo>
                      <a:cubicBezTo>
                        <a:pt x="672" y="21835"/>
                        <a:pt x="406" y="19441"/>
                        <a:pt x="140" y="17535"/>
                      </a:cubicBezTo>
                      <a:cubicBezTo>
                        <a:pt x="-214" y="15628"/>
                        <a:pt x="184" y="13323"/>
                        <a:pt x="450" y="11461"/>
                      </a:cubicBezTo>
                      <a:cubicBezTo>
                        <a:pt x="628" y="9555"/>
                        <a:pt x="1337" y="7826"/>
                        <a:pt x="2135" y="6319"/>
                      </a:cubicBezTo>
                      <a:cubicBezTo>
                        <a:pt x="3509" y="3216"/>
                        <a:pt x="5593" y="1576"/>
                        <a:pt x="7277" y="689"/>
                      </a:cubicBezTo>
                      <a:cubicBezTo>
                        <a:pt x="8962" y="-198"/>
                        <a:pt x="10292" y="-198"/>
                        <a:pt x="11356" y="512"/>
                      </a:cubicBezTo>
                      <a:lnTo>
                        <a:pt x="17074" y="4324"/>
                      </a:lnTo>
                      <a:cubicBezTo>
                        <a:pt x="18094" y="4989"/>
                        <a:pt x="18892" y="6142"/>
                        <a:pt x="19513" y="7250"/>
                      </a:cubicBezTo>
                      <a:cubicBezTo>
                        <a:pt x="20133" y="8358"/>
                        <a:pt x="20532" y="9555"/>
                        <a:pt x="21330" y="10442"/>
                      </a:cubicBezTo>
                      <a:cubicBezTo>
                        <a:pt x="21596" y="10885"/>
                        <a:pt x="21818" y="11284"/>
                        <a:pt x="22261" y="11772"/>
                      </a:cubicBezTo>
                      <a:cubicBezTo>
                        <a:pt x="22705" y="12259"/>
                        <a:pt x="22660" y="12525"/>
                        <a:pt x="23192" y="13146"/>
                      </a:cubicBezTo>
                      <a:cubicBezTo>
                        <a:pt x="23680" y="13722"/>
                        <a:pt x="23724" y="14210"/>
                        <a:pt x="24256" y="15008"/>
                      </a:cubicBezTo>
                      <a:cubicBezTo>
                        <a:pt x="24655" y="15761"/>
                        <a:pt x="25054" y="16604"/>
                        <a:pt x="25409" y="17490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56" name="Forme libre : forme 26055">
                  <a:extLst>
                    <a:ext uri="{FF2B5EF4-FFF2-40B4-BE49-F238E27FC236}">
                      <a16:creationId xmlns:a16="http://schemas.microsoft.com/office/drawing/2014/main" id="{B504427C-941B-4B2F-AD7B-07D0F2800BE7}"/>
                    </a:ext>
                  </a:extLst>
                </p:cNvPr>
                <p:cNvSpPr/>
                <p:nvPr/>
              </p:nvSpPr>
              <p:spPr>
                <a:xfrm>
                  <a:off x="6218353" y="1715563"/>
                  <a:ext cx="36058" cy="53684"/>
                </a:xfrm>
                <a:custGeom>
                  <a:avLst/>
                  <a:gdLst>
                    <a:gd name="connsiteX0" fmla="*/ 16225 w 36058"/>
                    <a:gd name="connsiteY0" fmla="*/ 33115 h 53684"/>
                    <a:gd name="connsiteX1" fmla="*/ 26820 w 36058"/>
                    <a:gd name="connsiteY1" fmla="*/ 43444 h 53684"/>
                    <a:gd name="connsiteX2" fmla="*/ 33293 w 36058"/>
                    <a:gd name="connsiteY2" fmla="*/ 53685 h 53684"/>
                    <a:gd name="connsiteX3" fmla="*/ 35155 w 36058"/>
                    <a:gd name="connsiteY3" fmla="*/ 51468 h 53684"/>
                    <a:gd name="connsiteX4" fmla="*/ 34312 w 36058"/>
                    <a:gd name="connsiteY4" fmla="*/ 42513 h 53684"/>
                    <a:gd name="connsiteX5" fmla="*/ 30455 w 36058"/>
                    <a:gd name="connsiteY5" fmla="*/ 36573 h 53684"/>
                    <a:gd name="connsiteX6" fmla="*/ 25003 w 36058"/>
                    <a:gd name="connsiteY6" fmla="*/ 30455 h 53684"/>
                    <a:gd name="connsiteX7" fmla="*/ 20747 w 36058"/>
                    <a:gd name="connsiteY7" fmla="*/ 26155 h 53684"/>
                    <a:gd name="connsiteX8" fmla="*/ 16890 w 36058"/>
                    <a:gd name="connsiteY8" fmla="*/ 21811 h 53684"/>
                    <a:gd name="connsiteX9" fmla="*/ 13521 w 36058"/>
                    <a:gd name="connsiteY9" fmla="*/ 17466 h 53684"/>
                    <a:gd name="connsiteX10" fmla="*/ 10861 w 36058"/>
                    <a:gd name="connsiteY10" fmla="*/ 13299 h 53684"/>
                    <a:gd name="connsiteX11" fmla="*/ 9576 w 36058"/>
                    <a:gd name="connsiteY11" fmla="*/ 10817 h 53684"/>
                    <a:gd name="connsiteX12" fmla="*/ 8512 w 36058"/>
                    <a:gd name="connsiteY12" fmla="*/ 8955 h 53684"/>
                    <a:gd name="connsiteX13" fmla="*/ 7581 w 36058"/>
                    <a:gd name="connsiteY13" fmla="*/ 7581 h 53684"/>
                    <a:gd name="connsiteX14" fmla="*/ 6650 w 36058"/>
                    <a:gd name="connsiteY14" fmla="*/ 6251 h 53684"/>
                    <a:gd name="connsiteX15" fmla="*/ 4832 w 36058"/>
                    <a:gd name="connsiteY15" fmla="*/ 3059 h 53684"/>
                    <a:gd name="connsiteX16" fmla="*/ 2394 w 36058"/>
                    <a:gd name="connsiteY16" fmla="*/ 133 h 53684"/>
                    <a:gd name="connsiteX17" fmla="*/ 2217 w 36058"/>
                    <a:gd name="connsiteY17" fmla="*/ 0 h 53684"/>
                    <a:gd name="connsiteX18" fmla="*/ 1241 w 36058"/>
                    <a:gd name="connsiteY18" fmla="*/ 2084 h 53684"/>
                    <a:gd name="connsiteX19" fmla="*/ 488 w 36058"/>
                    <a:gd name="connsiteY19" fmla="*/ 4167 h 53684"/>
                    <a:gd name="connsiteX20" fmla="*/ 0 w 36058"/>
                    <a:gd name="connsiteY20" fmla="*/ 6295 h 53684"/>
                    <a:gd name="connsiteX21" fmla="*/ 89 w 36058"/>
                    <a:gd name="connsiteY21" fmla="*/ 8512 h 53684"/>
                    <a:gd name="connsiteX22" fmla="*/ 887 w 36058"/>
                    <a:gd name="connsiteY22" fmla="*/ 12989 h 53684"/>
                    <a:gd name="connsiteX23" fmla="*/ 2793 w 36058"/>
                    <a:gd name="connsiteY23" fmla="*/ 17466 h 53684"/>
                    <a:gd name="connsiteX24" fmla="*/ 5453 w 36058"/>
                    <a:gd name="connsiteY24" fmla="*/ 21722 h 53684"/>
                    <a:gd name="connsiteX25" fmla="*/ 8645 w 36058"/>
                    <a:gd name="connsiteY25" fmla="*/ 25756 h 53684"/>
                    <a:gd name="connsiteX26" fmla="*/ 16225 w 36058"/>
                    <a:gd name="connsiteY26" fmla="*/ 33115 h 53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6058" h="53684">
                      <a:moveTo>
                        <a:pt x="16225" y="33115"/>
                      </a:moveTo>
                      <a:cubicBezTo>
                        <a:pt x="20126" y="36351"/>
                        <a:pt x="23806" y="39898"/>
                        <a:pt x="26820" y="43444"/>
                      </a:cubicBezTo>
                      <a:cubicBezTo>
                        <a:pt x="29879" y="46991"/>
                        <a:pt x="32229" y="50493"/>
                        <a:pt x="33293" y="53685"/>
                      </a:cubicBezTo>
                      <a:lnTo>
                        <a:pt x="35155" y="51468"/>
                      </a:lnTo>
                      <a:cubicBezTo>
                        <a:pt x="36662" y="49562"/>
                        <a:pt x="36219" y="46282"/>
                        <a:pt x="34312" y="42513"/>
                      </a:cubicBezTo>
                      <a:cubicBezTo>
                        <a:pt x="33337" y="40652"/>
                        <a:pt x="32007" y="38657"/>
                        <a:pt x="30455" y="36573"/>
                      </a:cubicBezTo>
                      <a:cubicBezTo>
                        <a:pt x="28948" y="34489"/>
                        <a:pt x="26953" y="32495"/>
                        <a:pt x="25003" y="30455"/>
                      </a:cubicBezTo>
                      <a:lnTo>
                        <a:pt x="20747" y="26155"/>
                      </a:lnTo>
                      <a:lnTo>
                        <a:pt x="16890" y="21811"/>
                      </a:lnTo>
                      <a:cubicBezTo>
                        <a:pt x="15649" y="20348"/>
                        <a:pt x="14674" y="18885"/>
                        <a:pt x="13521" y="17466"/>
                      </a:cubicBezTo>
                      <a:cubicBezTo>
                        <a:pt x="12457" y="16048"/>
                        <a:pt x="11792" y="14674"/>
                        <a:pt x="10861" y="13299"/>
                      </a:cubicBezTo>
                      <a:cubicBezTo>
                        <a:pt x="10462" y="12413"/>
                        <a:pt x="10108" y="11615"/>
                        <a:pt x="9576" y="10817"/>
                      </a:cubicBezTo>
                      <a:cubicBezTo>
                        <a:pt x="9044" y="10019"/>
                        <a:pt x="8999" y="9576"/>
                        <a:pt x="8512" y="8955"/>
                      </a:cubicBezTo>
                      <a:cubicBezTo>
                        <a:pt x="7980" y="8334"/>
                        <a:pt x="8024" y="8068"/>
                        <a:pt x="7581" y="7581"/>
                      </a:cubicBezTo>
                      <a:cubicBezTo>
                        <a:pt x="7137" y="7093"/>
                        <a:pt x="6916" y="6694"/>
                        <a:pt x="6650" y="6251"/>
                      </a:cubicBezTo>
                      <a:cubicBezTo>
                        <a:pt x="5852" y="5320"/>
                        <a:pt x="5453" y="4167"/>
                        <a:pt x="4832" y="3059"/>
                      </a:cubicBezTo>
                      <a:cubicBezTo>
                        <a:pt x="4211" y="1951"/>
                        <a:pt x="3369" y="798"/>
                        <a:pt x="2394" y="133"/>
                      </a:cubicBezTo>
                      <a:lnTo>
                        <a:pt x="2217" y="0"/>
                      </a:lnTo>
                      <a:lnTo>
                        <a:pt x="1241" y="2084"/>
                      </a:lnTo>
                      <a:cubicBezTo>
                        <a:pt x="842" y="2748"/>
                        <a:pt x="576" y="3414"/>
                        <a:pt x="488" y="4167"/>
                      </a:cubicBezTo>
                      <a:lnTo>
                        <a:pt x="0" y="6295"/>
                      </a:lnTo>
                      <a:lnTo>
                        <a:pt x="89" y="8512"/>
                      </a:lnTo>
                      <a:cubicBezTo>
                        <a:pt x="-88" y="9974"/>
                        <a:pt x="665" y="11482"/>
                        <a:pt x="887" y="12989"/>
                      </a:cubicBezTo>
                      <a:cubicBezTo>
                        <a:pt x="1374" y="14496"/>
                        <a:pt x="2172" y="15959"/>
                        <a:pt x="2793" y="17466"/>
                      </a:cubicBezTo>
                      <a:lnTo>
                        <a:pt x="5453" y="21722"/>
                      </a:lnTo>
                      <a:cubicBezTo>
                        <a:pt x="6428" y="23097"/>
                        <a:pt x="7581" y="24426"/>
                        <a:pt x="8645" y="25756"/>
                      </a:cubicBezTo>
                      <a:cubicBezTo>
                        <a:pt x="10950" y="28372"/>
                        <a:pt x="13521" y="30810"/>
                        <a:pt x="16225" y="33115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57" name="Forme libre : forme 26056">
                  <a:extLst>
                    <a:ext uri="{FF2B5EF4-FFF2-40B4-BE49-F238E27FC236}">
                      <a16:creationId xmlns:a16="http://schemas.microsoft.com/office/drawing/2014/main" id="{01A9AF93-9A04-46A3-8246-0D8209ED0121}"/>
                    </a:ext>
                  </a:extLst>
                </p:cNvPr>
                <p:cNvSpPr/>
                <p:nvPr/>
              </p:nvSpPr>
              <p:spPr>
                <a:xfrm>
                  <a:off x="6214488" y="1727499"/>
                  <a:ext cx="20061" cy="26245"/>
                </a:xfrm>
                <a:custGeom>
                  <a:avLst/>
                  <a:gdLst>
                    <a:gd name="connsiteX0" fmla="*/ 1737 w 20061"/>
                    <a:gd name="connsiteY0" fmla="*/ 34 h 26245"/>
                    <a:gd name="connsiteX1" fmla="*/ 3776 w 20061"/>
                    <a:gd name="connsiteY1" fmla="*/ 699 h 26245"/>
                    <a:gd name="connsiteX2" fmla="*/ 6259 w 20061"/>
                    <a:gd name="connsiteY2" fmla="*/ 3048 h 26245"/>
                    <a:gd name="connsiteX3" fmla="*/ 9229 w 20061"/>
                    <a:gd name="connsiteY3" fmla="*/ 6595 h 26245"/>
                    <a:gd name="connsiteX4" fmla="*/ 12731 w 20061"/>
                    <a:gd name="connsiteY4" fmla="*/ 11072 h 26245"/>
                    <a:gd name="connsiteX5" fmla="*/ 16144 w 20061"/>
                    <a:gd name="connsiteY5" fmla="*/ 15860 h 26245"/>
                    <a:gd name="connsiteX6" fmla="*/ 18671 w 20061"/>
                    <a:gd name="connsiteY6" fmla="*/ 20204 h 26245"/>
                    <a:gd name="connsiteX7" fmla="*/ 19602 w 20061"/>
                    <a:gd name="connsiteY7" fmla="*/ 25790 h 26245"/>
                    <a:gd name="connsiteX8" fmla="*/ 13928 w 20061"/>
                    <a:gd name="connsiteY8" fmla="*/ 24771 h 26245"/>
                    <a:gd name="connsiteX9" fmla="*/ 9672 w 20061"/>
                    <a:gd name="connsiteY9" fmla="*/ 21534 h 26245"/>
                    <a:gd name="connsiteX10" fmla="*/ 5283 w 20061"/>
                    <a:gd name="connsiteY10" fmla="*/ 16747 h 26245"/>
                    <a:gd name="connsiteX11" fmla="*/ 1826 w 20061"/>
                    <a:gd name="connsiteY11" fmla="*/ 11072 h 26245"/>
                    <a:gd name="connsiteX12" fmla="*/ 185 w 20061"/>
                    <a:gd name="connsiteY12" fmla="*/ 5753 h 26245"/>
                    <a:gd name="connsiteX13" fmla="*/ 318 w 20061"/>
                    <a:gd name="connsiteY13" fmla="*/ 1807 h 26245"/>
                    <a:gd name="connsiteX14" fmla="*/ 1737 w 20061"/>
                    <a:gd name="connsiteY14" fmla="*/ 34 h 26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0061" h="26245">
                      <a:moveTo>
                        <a:pt x="1737" y="34"/>
                      </a:moveTo>
                      <a:cubicBezTo>
                        <a:pt x="2358" y="-99"/>
                        <a:pt x="3067" y="167"/>
                        <a:pt x="3776" y="699"/>
                      </a:cubicBezTo>
                      <a:cubicBezTo>
                        <a:pt x="4397" y="1275"/>
                        <a:pt x="5283" y="2029"/>
                        <a:pt x="6259" y="3048"/>
                      </a:cubicBezTo>
                      <a:cubicBezTo>
                        <a:pt x="7145" y="4068"/>
                        <a:pt x="8032" y="5265"/>
                        <a:pt x="9229" y="6595"/>
                      </a:cubicBezTo>
                      <a:cubicBezTo>
                        <a:pt x="10337" y="7969"/>
                        <a:pt x="11401" y="9476"/>
                        <a:pt x="12731" y="11072"/>
                      </a:cubicBezTo>
                      <a:cubicBezTo>
                        <a:pt x="13972" y="12712"/>
                        <a:pt x="15036" y="14353"/>
                        <a:pt x="16144" y="15860"/>
                      </a:cubicBezTo>
                      <a:cubicBezTo>
                        <a:pt x="17208" y="17367"/>
                        <a:pt x="18051" y="18830"/>
                        <a:pt x="18671" y="20204"/>
                      </a:cubicBezTo>
                      <a:cubicBezTo>
                        <a:pt x="20046" y="22776"/>
                        <a:pt x="20489" y="24859"/>
                        <a:pt x="19602" y="25790"/>
                      </a:cubicBezTo>
                      <a:cubicBezTo>
                        <a:pt x="18716" y="26677"/>
                        <a:pt x="16632" y="26234"/>
                        <a:pt x="13928" y="24771"/>
                      </a:cubicBezTo>
                      <a:cubicBezTo>
                        <a:pt x="12642" y="23973"/>
                        <a:pt x="11179" y="22864"/>
                        <a:pt x="9672" y="21534"/>
                      </a:cubicBezTo>
                      <a:cubicBezTo>
                        <a:pt x="8121" y="20249"/>
                        <a:pt x="6702" y="18564"/>
                        <a:pt x="5283" y="16747"/>
                      </a:cubicBezTo>
                      <a:cubicBezTo>
                        <a:pt x="3821" y="14973"/>
                        <a:pt x="2712" y="12934"/>
                        <a:pt x="1826" y="11072"/>
                      </a:cubicBezTo>
                      <a:cubicBezTo>
                        <a:pt x="850" y="9255"/>
                        <a:pt x="407" y="7348"/>
                        <a:pt x="185" y="5753"/>
                      </a:cubicBezTo>
                      <a:cubicBezTo>
                        <a:pt x="-81" y="4157"/>
                        <a:pt x="-81" y="2827"/>
                        <a:pt x="318" y="1807"/>
                      </a:cubicBezTo>
                      <a:cubicBezTo>
                        <a:pt x="584" y="743"/>
                        <a:pt x="1072" y="167"/>
                        <a:pt x="1737" y="3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58" name="Forme libre : forme 26057">
                  <a:extLst>
                    <a:ext uri="{FF2B5EF4-FFF2-40B4-BE49-F238E27FC236}">
                      <a16:creationId xmlns:a16="http://schemas.microsoft.com/office/drawing/2014/main" id="{6E5D9EB7-A673-4AD2-AE2D-6BD9AC5A005B}"/>
                    </a:ext>
                  </a:extLst>
                </p:cNvPr>
                <p:cNvSpPr/>
                <p:nvPr/>
              </p:nvSpPr>
              <p:spPr>
                <a:xfrm>
                  <a:off x="6223096" y="1733340"/>
                  <a:ext cx="11409" cy="20378"/>
                </a:xfrm>
                <a:custGeom>
                  <a:avLst/>
                  <a:gdLst>
                    <a:gd name="connsiteX0" fmla="*/ 3236 w 11409"/>
                    <a:gd name="connsiteY0" fmla="*/ 17466 h 20378"/>
                    <a:gd name="connsiteX1" fmla="*/ 10950 w 11409"/>
                    <a:gd name="connsiteY1" fmla="*/ 19905 h 20378"/>
                    <a:gd name="connsiteX2" fmla="*/ 10019 w 11409"/>
                    <a:gd name="connsiteY2" fmla="*/ 14319 h 20378"/>
                    <a:gd name="connsiteX3" fmla="*/ 7492 w 11409"/>
                    <a:gd name="connsiteY3" fmla="*/ 9974 h 20378"/>
                    <a:gd name="connsiteX4" fmla="*/ 4079 w 11409"/>
                    <a:gd name="connsiteY4" fmla="*/ 5187 h 20378"/>
                    <a:gd name="connsiteX5" fmla="*/ 0 w 11409"/>
                    <a:gd name="connsiteY5" fmla="*/ 0 h 20378"/>
                    <a:gd name="connsiteX6" fmla="*/ 1596 w 11409"/>
                    <a:gd name="connsiteY6" fmla="*/ 3236 h 20378"/>
                    <a:gd name="connsiteX7" fmla="*/ 4389 w 11409"/>
                    <a:gd name="connsiteY7" fmla="*/ 11969 h 20378"/>
                    <a:gd name="connsiteX8" fmla="*/ 3236 w 11409"/>
                    <a:gd name="connsiteY8" fmla="*/ 17466 h 20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409" h="20378">
                      <a:moveTo>
                        <a:pt x="3236" y="17466"/>
                      </a:moveTo>
                      <a:cubicBezTo>
                        <a:pt x="6783" y="20171"/>
                        <a:pt x="9886" y="21013"/>
                        <a:pt x="10950" y="19905"/>
                      </a:cubicBezTo>
                      <a:cubicBezTo>
                        <a:pt x="11837" y="18974"/>
                        <a:pt x="11393" y="16934"/>
                        <a:pt x="10019" y="14319"/>
                      </a:cubicBezTo>
                      <a:cubicBezTo>
                        <a:pt x="9398" y="12989"/>
                        <a:pt x="8556" y="11526"/>
                        <a:pt x="7492" y="9974"/>
                      </a:cubicBezTo>
                      <a:cubicBezTo>
                        <a:pt x="6384" y="8467"/>
                        <a:pt x="5320" y="6827"/>
                        <a:pt x="4079" y="5187"/>
                      </a:cubicBezTo>
                      <a:cubicBezTo>
                        <a:pt x="2483" y="3325"/>
                        <a:pt x="1330" y="1507"/>
                        <a:pt x="0" y="0"/>
                      </a:cubicBezTo>
                      <a:cubicBezTo>
                        <a:pt x="621" y="1064"/>
                        <a:pt x="1153" y="2128"/>
                        <a:pt x="1596" y="3236"/>
                      </a:cubicBezTo>
                      <a:cubicBezTo>
                        <a:pt x="2970" y="6295"/>
                        <a:pt x="3857" y="9487"/>
                        <a:pt x="4389" y="11969"/>
                      </a:cubicBezTo>
                      <a:cubicBezTo>
                        <a:pt x="4877" y="14585"/>
                        <a:pt x="4566" y="16624"/>
                        <a:pt x="3236" y="17466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59" name="Forme libre : forme 26058">
                  <a:extLst>
                    <a:ext uri="{FF2B5EF4-FFF2-40B4-BE49-F238E27FC236}">
                      <a16:creationId xmlns:a16="http://schemas.microsoft.com/office/drawing/2014/main" id="{760327FD-D352-4E28-84B8-F6A192032DC5}"/>
                    </a:ext>
                  </a:extLst>
                </p:cNvPr>
                <p:cNvSpPr/>
                <p:nvPr/>
              </p:nvSpPr>
              <p:spPr>
                <a:xfrm>
                  <a:off x="6214799" y="1725833"/>
                  <a:ext cx="19297" cy="26066"/>
                </a:xfrm>
                <a:custGeom>
                  <a:avLst/>
                  <a:gdLst>
                    <a:gd name="connsiteX0" fmla="*/ 2047 w 19297"/>
                    <a:gd name="connsiteY0" fmla="*/ 15 h 26066"/>
                    <a:gd name="connsiteX1" fmla="*/ 4130 w 19297"/>
                    <a:gd name="connsiteY1" fmla="*/ 769 h 26066"/>
                    <a:gd name="connsiteX2" fmla="*/ 6302 w 19297"/>
                    <a:gd name="connsiteY2" fmla="*/ 3074 h 26066"/>
                    <a:gd name="connsiteX3" fmla="*/ 9007 w 19297"/>
                    <a:gd name="connsiteY3" fmla="*/ 6532 h 26066"/>
                    <a:gd name="connsiteX4" fmla="*/ 12287 w 19297"/>
                    <a:gd name="connsiteY4" fmla="*/ 10965 h 26066"/>
                    <a:gd name="connsiteX5" fmla="*/ 15523 w 19297"/>
                    <a:gd name="connsiteY5" fmla="*/ 15708 h 26066"/>
                    <a:gd name="connsiteX6" fmla="*/ 18006 w 19297"/>
                    <a:gd name="connsiteY6" fmla="*/ 20008 h 26066"/>
                    <a:gd name="connsiteX7" fmla="*/ 18804 w 19297"/>
                    <a:gd name="connsiteY7" fmla="*/ 25594 h 26066"/>
                    <a:gd name="connsiteX8" fmla="*/ 13174 w 19297"/>
                    <a:gd name="connsiteY8" fmla="*/ 24486 h 26066"/>
                    <a:gd name="connsiteX9" fmla="*/ 8962 w 19297"/>
                    <a:gd name="connsiteY9" fmla="*/ 21294 h 26066"/>
                    <a:gd name="connsiteX10" fmla="*/ 4662 w 19297"/>
                    <a:gd name="connsiteY10" fmla="*/ 16462 h 26066"/>
                    <a:gd name="connsiteX11" fmla="*/ 1426 w 19297"/>
                    <a:gd name="connsiteY11" fmla="*/ 10743 h 26066"/>
                    <a:gd name="connsiteX12" fmla="*/ 52 w 19297"/>
                    <a:gd name="connsiteY12" fmla="*/ 5423 h 26066"/>
                    <a:gd name="connsiteX13" fmla="*/ 495 w 19297"/>
                    <a:gd name="connsiteY13" fmla="*/ 1567 h 26066"/>
                    <a:gd name="connsiteX14" fmla="*/ 2047 w 19297"/>
                    <a:gd name="connsiteY14" fmla="*/ 15 h 26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9297" h="26066">
                      <a:moveTo>
                        <a:pt x="2047" y="15"/>
                      </a:moveTo>
                      <a:cubicBezTo>
                        <a:pt x="2667" y="-74"/>
                        <a:pt x="3421" y="237"/>
                        <a:pt x="4130" y="769"/>
                      </a:cubicBezTo>
                      <a:cubicBezTo>
                        <a:pt x="4884" y="1301"/>
                        <a:pt x="5460" y="2099"/>
                        <a:pt x="6302" y="3074"/>
                      </a:cubicBezTo>
                      <a:cubicBezTo>
                        <a:pt x="7233" y="4049"/>
                        <a:pt x="8031" y="5202"/>
                        <a:pt x="9007" y="6532"/>
                      </a:cubicBezTo>
                      <a:cubicBezTo>
                        <a:pt x="10159" y="7817"/>
                        <a:pt x="11046" y="9369"/>
                        <a:pt x="12287" y="10965"/>
                      </a:cubicBezTo>
                      <a:cubicBezTo>
                        <a:pt x="13528" y="12561"/>
                        <a:pt x="14548" y="14201"/>
                        <a:pt x="15523" y="15708"/>
                      </a:cubicBezTo>
                      <a:cubicBezTo>
                        <a:pt x="16543" y="17215"/>
                        <a:pt x="17385" y="18678"/>
                        <a:pt x="18006" y="20008"/>
                      </a:cubicBezTo>
                      <a:cubicBezTo>
                        <a:pt x="19203" y="22668"/>
                        <a:pt x="19779" y="24663"/>
                        <a:pt x="18804" y="25594"/>
                      </a:cubicBezTo>
                      <a:cubicBezTo>
                        <a:pt x="17917" y="26481"/>
                        <a:pt x="15745" y="26126"/>
                        <a:pt x="13174" y="24486"/>
                      </a:cubicBezTo>
                      <a:cubicBezTo>
                        <a:pt x="11888" y="23688"/>
                        <a:pt x="10469" y="22579"/>
                        <a:pt x="8962" y="21294"/>
                      </a:cubicBezTo>
                      <a:cubicBezTo>
                        <a:pt x="7499" y="19964"/>
                        <a:pt x="6081" y="18235"/>
                        <a:pt x="4662" y="16462"/>
                      </a:cubicBezTo>
                      <a:cubicBezTo>
                        <a:pt x="3244" y="14644"/>
                        <a:pt x="2313" y="12561"/>
                        <a:pt x="1426" y="10743"/>
                      </a:cubicBezTo>
                      <a:cubicBezTo>
                        <a:pt x="628" y="8837"/>
                        <a:pt x="273" y="6931"/>
                        <a:pt x="52" y="5423"/>
                      </a:cubicBezTo>
                      <a:cubicBezTo>
                        <a:pt x="-125" y="3872"/>
                        <a:pt x="185" y="2453"/>
                        <a:pt x="495" y="1567"/>
                      </a:cubicBezTo>
                      <a:cubicBezTo>
                        <a:pt x="894" y="591"/>
                        <a:pt x="1426" y="104"/>
                        <a:pt x="2047" y="1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60" name="Forme libre : forme 26059">
                  <a:extLst>
                    <a:ext uri="{FF2B5EF4-FFF2-40B4-BE49-F238E27FC236}">
                      <a16:creationId xmlns:a16="http://schemas.microsoft.com/office/drawing/2014/main" id="{571221B9-99FD-458A-8C21-A8B7F4391604}"/>
                    </a:ext>
                  </a:extLst>
                </p:cNvPr>
                <p:cNvSpPr/>
                <p:nvPr/>
              </p:nvSpPr>
              <p:spPr>
                <a:xfrm>
                  <a:off x="6222276" y="1730252"/>
                  <a:ext cx="24095" cy="35890"/>
                </a:xfrm>
                <a:custGeom>
                  <a:avLst/>
                  <a:gdLst>
                    <a:gd name="connsiteX0" fmla="*/ 22099 w 24095"/>
                    <a:gd name="connsiteY0" fmla="*/ 31770 h 35890"/>
                    <a:gd name="connsiteX1" fmla="*/ 24094 w 24095"/>
                    <a:gd name="connsiteY1" fmla="*/ 27869 h 35890"/>
                    <a:gd name="connsiteX2" fmla="*/ 16070 w 24095"/>
                    <a:gd name="connsiteY2" fmla="*/ 13816 h 35890"/>
                    <a:gd name="connsiteX3" fmla="*/ 11016 w 24095"/>
                    <a:gd name="connsiteY3" fmla="*/ 7787 h 35890"/>
                    <a:gd name="connsiteX4" fmla="*/ 6184 w 24095"/>
                    <a:gd name="connsiteY4" fmla="*/ 2644 h 35890"/>
                    <a:gd name="connsiteX5" fmla="*/ 2682 w 24095"/>
                    <a:gd name="connsiteY5" fmla="*/ 251 h 35890"/>
                    <a:gd name="connsiteX6" fmla="*/ 288 w 24095"/>
                    <a:gd name="connsiteY6" fmla="*/ 827 h 35890"/>
                    <a:gd name="connsiteX7" fmla="*/ 909 w 24095"/>
                    <a:gd name="connsiteY7" fmla="*/ 6280 h 35890"/>
                    <a:gd name="connsiteX8" fmla="*/ 5342 w 24095"/>
                    <a:gd name="connsiteY8" fmla="*/ 19978 h 35890"/>
                    <a:gd name="connsiteX9" fmla="*/ 13765 w 24095"/>
                    <a:gd name="connsiteY9" fmla="*/ 34696 h 35890"/>
                    <a:gd name="connsiteX10" fmla="*/ 22099 w 24095"/>
                    <a:gd name="connsiteY10" fmla="*/ 31770 h 35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095" h="35890">
                      <a:moveTo>
                        <a:pt x="22099" y="31770"/>
                      </a:moveTo>
                      <a:cubicBezTo>
                        <a:pt x="23118" y="30750"/>
                        <a:pt x="24138" y="29731"/>
                        <a:pt x="24094" y="27869"/>
                      </a:cubicBezTo>
                      <a:cubicBezTo>
                        <a:pt x="24005" y="24322"/>
                        <a:pt x="20015" y="18737"/>
                        <a:pt x="16070" y="13816"/>
                      </a:cubicBezTo>
                      <a:cubicBezTo>
                        <a:pt x="14430" y="11777"/>
                        <a:pt x="12834" y="9649"/>
                        <a:pt x="11016" y="7787"/>
                      </a:cubicBezTo>
                      <a:cubicBezTo>
                        <a:pt x="9553" y="5836"/>
                        <a:pt x="7603" y="4107"/>
                        <a:pt x="6184" y="2644"/>
                      </a:cubicBezTo>
                      <a:cubicBezTo>
                        <a:pt x="5120" y="1581"/>
                        <a:pt x="3613" y="650"/>
                        <a:pt x="2682" y="251"/>
                      </a:cubicBezTo>
                      <a:cubicBezTo>
                        <a:pt x="1707" y="-148"/>
                        <a:pt x="776" y="-148"/>
                        <a:pt x="288" y="827"/>
                      </a:cubicBezTo>
                      <a:cubicBezTo>
                        <a:pt x="-421" y="2024"/>
                        <a:pt x="332" y="4196"/>
                        <a:pt x="909" y="6280"/>
                      </a:cubicBezTo>
                      <a:cubicBezTo>
                        <a:pt x="2416" y="11156"/>
                        <a:pt x="4145" y="15811"/>
                        <a:pt x="5342" y="19978"/>
                      </a:cubicBezTo>
                      <a:cubicBezTo>
                        <a:pt x="6317" y="23524"/>
                        <a:pt x="7824" y="30928"/>
                        <a:pt x="13765" y="34696"/>
                      </a:cubicBezTo>
                      <a:cubicBezTo>
                        <a:pt x="19040" y="38154"/>
                        <a:pt x="20636" y="33144"/>
                        <a:pt x="22099" y="3177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61" name="Forme libre : forme 26060">
                  <a:extLst>
                    <a:ext uri="{FF2B5EF4-FFF2-40B4-BE49-F238E27FC236}">
                      <a16:creationId xmlns:a16="http://schemas.microsoft.com/office/drawing/2014/main" id="{6D5D36E9-C988-44A8-8602-85AF3D8CB378}"/>
                    </a:ext>
                  </a:extLst>
                </p:cNvPr>
                <p:cNvSpPr/>
                <p:nvPr/>
              </p:nvSpPr>
              <p:spPr>
                <a:xfrm>
                  <a:off x="6224972" y="1752817"/>
                  <a:ext cx="11770" cy="8076"/>
                </a:xfrm>
                <a:custGeom>
                  <a:avLst/>
                  <a:gdLst>
                    <a:gd name="connsiteX0" fmla="*/ 10404 w 11770"/>
                    <a:gd name="connsiteY0" fmla="*/ 8053 h 8076"/>
                    <a:gd name="connsiteX1" fmla="*/ 11645 w 11770"/>
                    <a:gd name="connsiteY1" fmla="*/ 7876 h 8076"/>
                    <a:gd name="connsiteX2" fmla="*/ 11291 w 11770"/>
                    <a:gd name="connsiteY2" fmla="*/ 6413 h 8076"/>
                    <a:gd name="connsiteX3" fmla="*/ 9517 w 11770"/>
                    <a:gd name="connsiteY3" fmla="*/ 4861 h 8076"/>
                    <a:gd name="connsiteX4" fmla="*/ 4774 w 11770"/>
                    <a:gd name="connsiteY4" fmla="*/ 1492 h 8076"/>
                    <a:gd name="connsiteX5" fmla="*/ 2868 w 11770"/>
                    <a:gd name="connsiteY5" fmla="*/ 428 h 8076"/>
                    <a:gd name="connsiteX6" fmla="*/ 1981 w 11770"/>
                    <a:gd name="connsiteY6" fmla="*/ 3753 h 8076"/>
                    <a:gd name="connsiteX7" fmla="*/ 10404 w 11770"/>
                    <a:gd name="connsiteY7" fmla="*/ 8053 h 8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770" h="8076">
                      <a:moveTo>
                        <a:pt x="10404" y="8053"/>
                      </a:moveTo>
                      <a:cubicBezTo>
                        <a:pt x="10936" y="8097"/>
                        <a:pt x="11424" y="8097"/>
                        <a:pt x="11645" y="7876"/>
                      </a:cubicBezTo>
                      <a:cubicBezTo>
                        <a:pt x="11867" y="7610"/>
                        <a:pt x="11823" y="7033"/>
                        <a:pt x="11291" y="6413"/>
                      </a:cubicBezTo>
                      <a:cubicBezTo>
                        <a:pt x="10847" y="5836"/>
                        <a:pt x="10138" y="5304"/>
                        <a:pt x="9517" y="4861"/>
                      </a:cubicBezTo>
                      <a:cubicBezTo>
                        <a:pt x="7922" y="3620"/>
                        <a:pt x="6326" y="2512"/>
                        <a:pt x="4774" y="1492"/>
                      </a:cubicBezTo>
                      <a:cubicBezTo>
                        <a:pt x="4109" y="1093"/>
                        <a:pt x="3444" y="650"/>
                        <a:pt x="2868" y="428"/>
                      </a:cubicBezTo>
                      <a:cubicBezTo>
                        <a:pt x="430" y="-724"/>
                        <a:pt x="-1698" y="472"/>
                        <a:pt x="1981" y="3753"/>
                      </a:cubicBezTo>
                      <a:cubicBezTo>
                        <a:pt x="4863" y="6191"/>
                        <a:pt x="8276" y="7831"/>
                        <a:pt x="10404" y="805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62" name="Forme libre : forme 26061">
                  <a:extLst>
                    <a:ext uri="{FF2B5EF4-FFF2-40B4-BE49-F238E27FC236}">
                      <a16:creationId xmlns:a16="http://schemas.microsoft.com/office/drawing/2014/main" id="{79D0290D-2F2F-4757-BF2C-4DE4722C1FF3}"/>
                    </a:ext>
                  </a:extLst>
                </p:cNvPr>
                <p:cNvSpPr/>
                <p:nvPr/>
              </p:nvSpPr>
              <p:spPr>
                <a:xfrm>
                  <a:off x="6219107" y="1716849"/>
                  <a:ext cx="9530" cy="12013"/>
                </a:xfrm>
                <a:custGeom>
                  <a:avLst/>
                  <a:gdLst>
                    <a:gd name="connsiteX0" fmla="*/ 0 w 9530"/>
                    <a:gd name="connsiteY0" fmla="*/ 0 h 12013"/>
                    <a:gd name="connsiteX1" fmla="*/ 975 w 9530"/>
                    <a:gd name="connsiteY1" fmla="*/ 665 h 12013"/>
                    <a:gd name="connsiteX2" fmla="*/ 2793 w 9530"/>
                    <a:gd name="connsiteY2" fmla="*/ 2970 h 12013"/>
                    <a:gd name="connsiteX3" fmla="*/ 4078 w 9530"/>
                    <a:gd name="connsiteY3" fmla="*/ 4655 h 12013"/>
                    <a:gd name="connsiteX4" fmla="*/ 4655 w 9530"/>
                    <a:gd name="connsiteY4" fmla="*/ 5497 h 12013"/>
                    <a:gd name="connsiteX5" fmla="*/ 5453 w 9530"/>
                    <a:gd name="connsiteY5" fmla="*/ 6428 h 12013"/>
                    <a:gd name="connsiteX6" fmla="*/ 6118 w 9530"/>
                    <a:gd name="connsiteY6" fmla="*/ 7359 h 12013"/>
                    <a:gd name="connsiteX7" fmla="*/ 7137 w 9530"/>
                    <a:gd name="connsiteY7" fmla="*/ 8600 h 12013"/>
                    <a:gd name="connsiteX8" fmla="*/ 9531 w 9530"/>
                    <a:gd name="connsiteY8" fmla="*/ 12014 h 12013"/>
                    <a:gd name="connsiteX9" fmla="*/ 8511 w 9530"/>
                    <a:gd name="connsiteY9" fmla="*/ 10728 h 12013"/>
                    <a:gd name="connsiteX10" fmla="*/ 7270 w 9530"/>
                    <a:gd name="connsiteY10" fmla="*/ 9398 h 12013"/>
                    <a:gd name="connsiteX11" fmla="*/ 5985 w 9530"/>
                    <a:gd name="connsiteY11" fmla="*/ 7980 h 12013"/>
                    <a:gd name="connsiteX12" fmla="*/ 4610 w 9530"/>
                    <a:gd name="connsiteY12" fmla="*/ 6428 h 12013"/>
                    <a:gd name="connsiteX13" fmla="*/ 3768 w 9530"/>
                    <a:gd name="connsiteY13" fmla="*/ 5541 h 12013"/>
                    <a:gd name="connsiteX14" fmla="*/ 3147 w 9530"/>
                    <a:gd name="connsiteY14" fmla="*/ 4610 h 12013"/>
                    <a:gd name="connsiteX15" fmla="*/ 1551 w 9530"/>
                    <a:gd name="connsiteY15" fmla="*/ 2394 h 12013"/>
                    <a:gd name="connsiteX16" fmla="*/ 0 w 9530"/>
                    <a:gd name="connsiteY16" fmla="*/ 0 h 12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530" h="12013">
                      <a:moveTo>
                        <a:pt x="0" y="0"/>
                      </a:moveTo>
                      <a:cubicBezTo>
                        <a:pt x="0" y="0"/>
                        <a:pt x="399" y="177"/>
                        <a:pt x="975" y="665"/>
                      </a:cubicBezTo>
                      <a:cubicBezTo>
                        <a:pt x="1507" y="1153"/>
                        <a:pt x="2217" y="1951"/>
                        <a:pt x="2793" y="2970"/>
                      </a:cubicBezTo>
                      <a:cubicBezTo>
                        <a:pt x="3236" y="3502"/>
                        <a:pt x="3679" y="4079"/>
                        <a:pt x="4078" y="4655"/>
                      </a:cubicBezTo>
                      <a:cubicBezTo>
                        <a:pt x="4300" y="4921"/>
                        <a:pt x="4477" y="5231"/>
                        <a:pt x="4655" y="5497"/>
                      </a:cubicBezTo>
                      <a:cubicBezTo>
                        <a:pt x="4876" y="5807"/>
                        <a:pt x="5231" y="6118"/>
                        <a:pt x="5453" y="6428"/>
                      </a:cubicBezTo>
                      <a:cubicBezTo>
                        <a:pt x="5719" y="6738"/>
                        <a:pt x="5940" y="7049"/>
                        <a:pt x="6118" y="7359"/>
                      </a:cubicBezTo>
                      <a:cubicBezTo>
                        <a:pt x="6428" y="7714"/>
                        <a:pt x="6827" y="8157"/>
                        <a:pt x="7137" y="8600"/>
                      </a:cubicBezTo>
                      <a:cubicBezTo>
                        <a:pt x="7536" y="9398"/>
                        <a:pt x="8733" y="10639"/>
                        <a:pt x="9531" y="12014"/>
                      </a:cubicBezTo>
                      <a:cubicBezTo>
                        <a:pt x="9531" y="12014"/>
                        <a:pt x="9177" y="11482"/>
                        <a:pt x="8511" y="10728"/>
                      </a:cubicBezTo>
                      <a:cubicBezTo>
                        <a:pt x="8201" y="10373"/>
                        <a:pt x="7625" y="9841"/>
                        <a:pt x="7270" y="9398"/>
                      </a:cubicBezTo>
                      <a:cubicBezTo>
                        <a:pt x="6960" y="8955"/>
                        <a:pt x="6517" y="8512"/>
                        <a:pt x="5985" y="7980"/>
                      </a:cubicBezTo>
                      <a:cubicBezTo>
                        <a:pt x="5319" y="7403"/>
                        <a:pt x="5187" y="7049"/>
                        <a:pt x="4610" y="6428"/>
                      </a:cubicBezTo>
                      <a:cubicBezTo>
                        <a:pt x="4344" y="6162"/>
                        <a:pt x="4078" y="5852"/>
                        <a:pt x="3768" y="5541"/>
                      </a:cubicBezTo>
                      <a:cubicBezTo>
                        <a:pt x="3591" y="5231"/>
                        <a:pt x="3369" y="4921"/>
                        <a:pt x="3147" y="4610"/>
                      </a:cubicBezTo>
                      <a:cubicBezTo>
                        <a:pt x="2660" y="3946"/>
                        <a:pt x="2128" y="3192"/>
                        <a:pt x="1551" y="2394"/>
                      </a:cubicBezTo>
                      <a:cubicBezTo>
                        <a:pt x="1153" y="1596"/>
                        <a:pt x="620" y="75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63" name="Forme libre : forme 26062">
                  <a:extLst>
                    <a:ext uri="{FF2B5EF4-FFF2-40B4-BE49-F238E27FC236}">
                      <a16:creationId xmlns:a16="http://schemas.microsoft.com/office/drawing/2014/main" id="{4E59CE68-4C5E-42D5-98C6-B8C320EFB5E5}"/>
                    </a:ext>
                  </a:extLst>
                </p:cNvPr>
                <p:cNvSpPr/>
                <p:nvPr/>
              </p:nvSpPr>
              <p:spPr>
                <a:xfrm>
                  <a:off x="6225801" y="1762067"/>
                  <a:ext cx="22919" cy="9803"/>
                </a:xfrm>
                <a:custGeom>
                  <a:avLst/>
                  <a:gdLst>
                    <a:gd name="connsiteX0" fmla="*/ 0 w 22919"/>
                    <a:gd name="connsiteY0" fmla="*/ 0 h 9803"/>
                    <a:gd name="connsiteX1" fmla="*/ 2527 w 22919"/>
                    <a:gd name="connsiteY1" fmla="*/ 2217 h 9803"/>
                    <a:gd name="connsiteX2" fmla="*/ 8733 w 22919"/>
                    <a:gd name="connsiteY2" fmla="*/ 6428 h 9803"/>
                    <a:gd name="connsiteX3" fmla="*/ 22919 w 22919"/>
                    <a:gd name="connsiteY3" fmla="*/ 8644 h 9803"/>
                    <a:gd name="connsiteX4" fmla="*/ 17112 w 22919"/>
                    <a:gd name="connsiteY4" fmla="*/ 8777 h 9803"/>
                    <a:gd name="connsiteX5" fmla="*/ 9886 w 22919"/>
                    <a:gd name="connsiteY5" fmla="*/ 6472 h 9803"/>
                    <a:gd name="connsiteX6" fmla="*/ 0 w 22919"/>
                    <a:gd name="connsiteY6" fmla="*/ 0 h 9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919" h="9803">
                      <a:moveTo>
                        <a:pt x="0" y="0"/>
                      </a:moveTo>
                      <a:cubicBezTo>
                        <a:pt x="0" y="0"/>
                        <a:pt x="975" y="931"/>
                        <a:pt x="2527" y="2217"/>
                      </a:cubicBezTo>
                      <a:cubicBezTo>
                        <a:pt x="4123" y="3458"/>
                        <a:pt x="6339" y="5009"/>
                        <a:pt x="8733" y="6428"/>
                      </a:cubicBezTo>
                      <a:cubicBezTo>
                        <a:pt x="13565" y="9265"/>
                        <a:pt x="19373" y="11127"/>
                        <a:pt x="22919" y="8644"/>
                      </a:cubicBezTo>
                      <a:cubicBezTo>
                        <a:pt x="22919" y="8644"/>
                        <a:pt x="20968" y="9398"/>
                        <a:pt x="17112" y="8777"/>
                      </a:cubicBezTo>
                      <a:cubicBezTo>
                        <a:pt x="15205" y="8423"/>
                        <a:pt x="12723" y="7847"/>
                        <a:pt x="9886" y="6472"/>
                      </a:cubicBezTo>
                      <a:cubicBezTo>
                        <a:pt x="7048" y="5098"/>
                        <a:pt x="3679" y="32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64" name="Forme libre : forme 26063">
                  <a:extLst>
                    <a:ext uri="{FF2B5EF4-FFF2-40B4-BE49-F238E27FC236}">
                      <a16:creationId xmlns:a16="http://schemas.microsoft.com/office/drawing/2014/main" id="{CEC548AC-3229-4E51-8A6E-0E498E09C198}"/>
                    </a:ext>
                  </a:extLst>
                </p:cNvPr>
                <p:cNvSpPr/>
                <p:nvPr/>
              </p:nvSpPr>
              <p:spPr>
                <a:xfrm>
                  <a:off x="6216754" y="1734390"/>
                  <a:ext cx="6597" cy="10875"/>
                </a:xfrm>
                <a:custGeom>
                  <a:avLst/>
                  <a:gdLst>
                    <a:gd name="connsiteX0" fmla="*/ 712 w 6597"/>
                    <a:gd name="connsiteY0" fmla="*/ 14 h 10875"/>
                    <a:gd name="connsiteX1" fmla="*/ 4968 w 6597"/>
                    <a:gd name="connsiteY1" fmla="*/ 5777 h 10875"/>
                    <a:gd name="connsiteX2" fmla="*/ 6076 w 6597"/>
                    <a:gd name="connsiteY2" fmla="*/ 10875 h 10875"/>
                    <a:gd name="connsiteX3" fmla="*/ 1244 w 6597"/>
                    <a:gd name="connsiteY3" fmla="*/ 5290 h 10875"/>
                    <a:gd name="connsiteX4" fmla="*/ 712 w 6597"/>
                    <a:gd name="connsiteY4" fmla="*/ 14 h 10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97" h="10875">
                      <a:moveTo>
                        <a:pt x="712" y="14"/>
                      </a:moveTo>
                      <a:cubicBezTo>
                        <a:pt x="1643" y="325"/>
                        <a:pt x="3549" y="2807"/>
                        <a:pt x="4968" y="5777"/>
                      </a:cubicBezTo>
                      <a:cubicBezTo>
                        <a:pt x="6564" y="8614"/>
                        <a:pt x="7096" y="10920"/>
                        <a:pt x="6076" y="10875"/>
                      </a:cubicBezTo>
                      <a:cubicBezTo>
                        <a:pt x="5101" y="10787"/>
                        <a:pt x="2663" y="8481"/>
                        <a:pt x="1244" y="5290"/>
                      </a:cubicBezTo>
                      <a:cubicBezTo>
                        <a:pt x="-263" y="2187"/>
                        <a:pt x="-352" y="-207"/>
                        <a:pt x="712" y="1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65" name="Forme libre : forme 26064">
                  <a:extLst>
                    <a:ext uri="{FF2B5EF4-FFF2-40B4-BE49-F238E27FC236}">
                      <a16:creationId xmlns:a16="http://schemas.microsoft.com/office/drawing/2014/main" id="{ED2594D4-7B4E-4ABF-8F57-ED8759A6F769}"/>
                    </a:ext>
                  </a:extLst>
                </p:cNvPr>
                <p:cNvSpPr/>
                <p:nvPr/>
              </p:nvSpPr>
              <p:spPr>
                <a:xfrm>
                  <a:off x="6216151" y="1732965"/>
                  <a:ext cx="1894" cy="3073"/>
                </a:xfrm>
                <a:custGeom>
                  <a:avLst/>
                  <a:gdLst>
                    <a:gd name="connsiteX0" fmla="*/ 208 w 1894"/>
                    <a:gd name="connsiteY0" fmla="*/ 20 h 3073"/>
                    <a:gd name="connsiteX1" fmla="*/ 1493 w 1894"/>
                    <a:gd name="connsiteY1" fmla="*/ 1262 h 3073"/>
                    <a:gd name="connsiteX2" fmla="*/ 1715 w 1894"/>
                    <a:gd name="connsiteY2" fmla="*/ 3035 h 3073"/>
                    <a:gd name="connsiteX3" fmla="*/ 296 w 1894"/>
                    <a:gd name="connsiteY3" fmla="*/ 1838 h 3073"/>
                    <a:gd name="connsiteX4" fmla="*/ 208 w 1894"/>
                    <a:gd name="connsiteY4" fmla="*/ 20 h 3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4" h="3073">
                      <a:moveTo>
                        <a:pt x="208" y="20"/>
                      </a:moveTo>
                      <a:cubicBezTo>
                        <a:pt x="562" y="-113"/>
                        <a:pt x="1138" y="419"/>
                        <a:pt x="1493" y="1262"/>
                      </a:cubicBezTo>
                      <a:cubicBezTo>
                        <a:pt x="1848" y="2148"/>
                        <a:pt x="2069" y="2857"/>
                        <a:pt x="1715" y="3035"/>
                      </a:cubicBezTo>
                      <a:cubicBezTo>
                        <a:pt x="1404" y="3212"/>
                        <a:pt x="651" y="2769"/>
                        <a:pt x="296" y="1838"/>
                      </a:cubicBezTo>
                      <a:cubicBezTo>
                        <a:pt x="-58" y="996"/>
                        <a:pt x="-103" y="153"/>
                        <a:pt x="208" y="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66" name="Forme libre : forme 26065">
                  <a:extLst>
                    <a:ext uri="{FF2B5EF4-FFF2-40B4-BE49-F238E27FC236}">
                      <a16:creationId xmlns:a16="http://schemas.microsoft.com/office/drawing/2014/main" id="{570200CE-DE72-40C6-875C-613DAB8204D7}"/>
                    </a:ext>
                  </a:extLst>
                </p:cNvPr>
                <p:cNvSpPr/>
                <p:nvPr/>
              </p:nvSpPr>
              <p:spPr>
                <a:xfrm>
                  <a:off x="6206322" y="1717986"/>
                  <a:ext cx="11695" cy="31755"/>
                </a:xfrm>
                <a:custGeom>
                  <a:avLst/>
                  <a:gdLst>
                    <a:gd name="connsiteX0" fmla="*/ 2722 w 11695"/>
                    <a:gd name="connsiteY0" fmla="*/ 1967 h 31755"/>
                    <a:gd name="connsiteX1" fmla="*/ 9105 w 11695"/>
                    <a:gd name="connsiteY1" fmla="*/ 459 h 31755"/>
                    <a:gd name="connsiteX2" fmla="*/ 10346 w 11695"/>
                    <a:gd name="connsiteY2" fmla="*/ 3075 h 31755"/>
                    <a:gd name="connsiteX3" fmla="*/ 9105 w 11695"/>
                    <a:gd name="connsiteY3" fmla="*/ 6400 h 31755"/>
                    <a:gd name="connsiteX4" fmla="*/ 6667 w 11695"/>
                    <a:gd name="connsiteY4" fmla="*/ 9946 h 31755"/>
                    <a:gd name="connsiteX5" fmla="*/ 5780 w 11695"/>
                    <a:gd name="connsiteY5" fmla="*/ 15399 h 31755"/>
                    <a:gd name="connsiteX6" fmla="*/ 6889 w 11695"/>
                    <a:gd name="connsiteY6" fmla="*/ 19655 h 31755"/>
                    <a:gd name="connsiteX7" fmla="*/ 9371 w 11695"/>
                    <a:gd name="connsiteY7" fmla="*/ 25506 h 31755"/>
                    <a:gd name="connsiteX8" fmla="*/ 10923 w 11695"/>
                    <a:gd name="connsiteY8" fmla="*/ 31668 h 31755"/>
                    <a:gd name="connsiteX9" fmla="*/ 4096 w 11695"/>
                    <a:gd name="connsiteY9" fmla="*/ 23910 h 31755"/>
                    <a:gd name="connsiteX10" fmla="*/ 1259 w 11695"/>
                    <a:gd name="connsiteY10" fmla="*/ 17615 h 31755"/>
                    <a:gd name="connsiteX11" fmla="*/ 106 w 11695"/>
                    <a:gd name="connsiteY11" fmla="*/ 12296 h 31755"/>
                    <a:gd name="connsiteX12" fmla="*/ 17 w 11695"/>
                    <a:gd name="connsiteY12" fmla="*/ 9015 h 31755"/>
                    <a:gd name="connsiteX13" fmla="*/ 682 w 11695"/>
                    <a:gd name="connsiteY13" fmla="*/ 6001 h 31755"/>
                    <a:gd name="connsiteX14" fmla="*/ 2722 w 11695"/>
                    <a:gd name="connsiteY14" fmla="*/ 1967 h 31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695" h="31755">
                      <a:moveTo>
                        <a:pt x="2722" y="1967"/>
                      </a:moveTo>
                      <a:cubicBezTo>
                        <a:pt x="5115" y="-472"/>
                        <a:pt x="7243" y="-206"/>
                        <a:pt x="9105" y="459"/>
                      </a:cubicBezTo>
                      <a:cubicBezTo>
                        <a:pt x="9814" y="725"/>
                        <a:pt x="10613" y="1479"/>
                        <a:pt x="10346" y="3075"/>
                      </a:cubicBezTo>
                      <a:cubicBezTo>
                        <a:pt x="10169" y="4538"/>
                        <a:pt x="9770" y="5690"/>
                        <a:pt x="9105" y="6400"/>
                      </a:cubicBezTo>
                      <a:cubicBezTo>
                        <a:pt x="8086" y="7552"/>
                        <a:pt x="7332" y="8572"/>
                        <a:pt x="6667" y="9946"/>
                      </a:cubicBezTo>
                      <a:cubicBezTo>
                        <a:pt x="6091" y="11232"/>
                        <a:pt x="5381" y="13138"/>
                        <a:pt x="5780" y="15399"/>
                      </a:cubicBezTo>
                      <a:cubicBezTo>
                        <a:pt x="5869" y="16108"/>
                        <a:pt x="6268" y="17748"/>
                        <a:pt x="6889" y="19655"/>
                      </a:cubicBezTo>
                      <a:cubicBezTo>
                        <a:pt x="7642" y="21428"/>
                        <a:pt x="8485" y="23467"/>
                        <a:pt x="9371" y="25506"/>
                      </a:cubicBezTo>
                      <a:cubicBezTo>
                        <a:pt x="11189" y="29097"/>
                        <a:pt x="12652" y="32333"/>
                        <a:pt x="10923" y="31668"/>
                      </a:cubicBezTo>
                      <a:cubicBezTo>
                        <a:pt x="9194" y="30915"/>
                        <a:pt x="6312" y="28033"/>
                        <a:pt x="4096" y="23910"/>
                      </a:cubicBezTo>
                      <a:cubicBezTo>
                        <a:pt x="2899" y="22093"/>
                        <a:pt x="1968" y="19699"/>
                        <a:pt x="1259" y="17615"/>
                      </a:cubicBezTo>
                      <a:cubicBezTo>
                        <a:pt x="461" y="15665"/>
                        <a:pt x="195" y="13581"/>
                        <a:pt x="106" y="12296"/>
                      </a:cubicBezTo>
                      <a:cubicBezTo>
                        <a:pt x="17" y="11143"/>
                        <a:pt x="-27" y="10035"/>
                        <a:pt x="17" y="9015"/>
                      </a:cubicBezTo>
                      <a:cubicBezTo>
                        <a:pt x="150" y="7951"/>
                        <a:pt x="416" y="6887"/>
                        <a:pt x="682" y="6001"/>
                      </a:cubicBezTo>
                      <a:cubicBezTo>
                        <a:pt x="1214" y="4227"/>
                        <a:pt x="1702" y="2897"/>
                        <a:pt x="2722" y="196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93" name="Graphique 2">
                <a:extLst>
                  <a:ext uri="{FF2B5EF4-FFF2-40B4-BE49-F238E27FC236}">
                    <a16:creationId xmlns:a16="http://schemas.microsoft.com/office/drawing/2014/main" id="{4FA7F3B3-6589-47B2-9FBA-7BDB39C62476}"/>
                  </a:ext>
                </a:extLst>
              </p:cNvPr>
              <p:cNvGrpSpPr/>
              <p:nvPr/>
            </p:nvGrpSpPr>
            <p:grpSpPr>
              <a:xfrm>
                <a:off x="6213519" y="1666404"/>
                <a:ext cx="61591" cy="50362"/>
                <a:chOff x="6213519" y="1666404"/>
                <a:chExt cx="61591" cy="50362"/>
              </a:xfrm>
              <a:solidFill>
                <a:schemeClr val="accent1"/>
              </a:solidFill>
            </p:grpSpPr>
            <p:sp>
              <p:nvSpPr>
                <p:cNvPr id="26043" name="Forme libre : forme 26042">
                  <a:extLst>
                    <a:ext uri="{FF2B5EF4-FFF2-40B4-BE49-F238E27FC236}">
                      <a16:creationId xmlns:a16="http://schemas.microsoft.com/office/drawing/2014/main" id="{5B4CE527-9C51-49D6-918A-46C3D092A5FF}"/>
                    </a:ext>
                  </a:extLst>
                </p:cNvPr>
                <p:cNvSpPr/>
                <p:nvPr/>
              </p:nvSpPr>
              <p:spPr>
                <a:xfrm>
                  <a:off x="6213519" y="1666404"/>
                  <a:ext cx="61591" cy="50362"/>
                </a:xfrm>
                <a:custGeom>
                  <a:avLst/>
                  <a:gdLst>
                    <a:gd name="connsiteX0" fmla="*/ 53200 w 61591"/>
                    <a:gd name="connsiteY0" fmla="*/ 29122 h 50362"/>
                    <a:gd name="connsiteX1" fmla="*/ 39812 w 61591"/>
                    <a:gd name="connsiteY1" fmla="*/ 39672 h 50362"/>
                    <a:gd name="connsiteX2" fmla="*/ 35999 w 61591"/>
                    <a:gd name="connsiteY2" fmla="*/ 41579 h 50362"/>
                    <a:gd name="connsiteX3" fmla="*/ 32807 w 61591"/>
                    <a:gd name="connsiteY3" fmla="*/ 43041 h 50362"/>
                    <a:gd name="connsiteX4" fmla="*/ 27488 w 61591"/>
                    <a:gd name="connsiteY4" fmla="*/ 45435 h 50362"/>
                    <a:gd name="connsiteX5" fmla="*/ 20882 w 61591"/>
                    <a:gd name="connsiteY5" fmla="*/ 48317 h 50362"/>
                    <a:gd name="connsiteX6" fmla="*/ 17912 w 61591"/>
                    <a:gd name="connsiteY6" fmla="*/ 49248 h 50362"/>
                    <a:gd name="connsiteX7" fmla="*/ 15429 w 61591"/>
                    <a:gd name="connsiteY7" fmla="*/ 49913 h 50362"/>
                    <a:gd name="connsiteX8" fmla="*/ 11041 w 61591"/>
                    <a:gd name="connsiteY8" fmla="*/ 50356 h 50362"/>
                    <a:gd name="connsiteX9" fmla="*/ 7273 w 61591"/>
                    <a:gd name="connsiteY9" fmla="*/ 49336 h 50362"/>
                    <a:gd name="connsiteX10" fmla="*/ 1554 w 61591"/>
                    <a:gd name="connsiteY10" fmla="*/ 45524 h 50362"/>
                    <a:gd name="connsiteX11" fmla="*/ 2 w 61591"/>
                    <a:gd name="connsiteY11" fmla="*/ 41800 h 50362"/>
                    <a:gd name="connsiteX12" fmla="*/ 2086 w 61591"/>
                    <a:gd name="connsiteY12" fmla="*/ 35328 h 50362"/>
                    <a:gd name="connsiteX13" fmla="*/ 4568 w 61591"/>
                    <a:gd name="connsiteY13" fmla="*/ 31693 h 50362"/>
                    <a:gd name="connsiteX14" fmla="*/ 7849 w 61591"/>
                    <a:gd name="connsiteY14" fmla="*/ 28412 h 50362"/>
                    <a:gd name="connsiteX15" fmla="*/ 16139 w 61591"/>
                    <a:gd name="connsiteY15" fmla="*/ 22738 h 50362"/>
                    <a:gd name="connsiteX16" fmla="*/ 22655 w 61591"/>
                    <a:gd name="connsiteY16" fmla="*/ 19679 h 50362"/>
                    <a:gd name="connsiteX17" fmla="*/ 24296 w 61591"/>
                    <a:gd name="connsiteY17" fmla="*/ 18925 h 50362"/>
                    <a:gd name="connsiteX18" fmla="*/ 25360 w 61591"/>
                    <a:gd name="connsiteY18" fmla="*/ 18393 h 50362"/>
                    <a:gd name="connsiteX19" fmla="*/ 27355 w 61591"/>
                    <a:gd name="connsiteY19" fmla="*/ 17374 h 50362"/>
                    <a:gd name="connsiteX20" fmla="*/ 34270 w 61591"/>
                    <a:gd name="connsiteY20" fmla="*/ 11744 h 50362"/>
                    <a:gd name="connsiteX21" fmla="*/ 38526 w 61591"/>
                    <a:gd name="connsiteY21" fmla="*/ 7222 h 50362"/>
                    <a:gd name="connsiteX22" fmla="*/ 42738 w 61591"/>
                    <a:gd name="connsiteY22" fmla="*/ 3277 h 50362"/>
                    <a:gd name="connsiteX23" fmla="*/ 50850 w 61591"/>
                    <a:gd name="connsiteY23" fmla="*/ 173 h 50362"/>
                    <a:gd name="connsiteX24" fmla="*/ 57721 w 61591"/>
                    <a:gd name="connsiteY24" fmla="*/ 2124 h 50362"/>
                    <a:gd name="connsiteX25" fmla="*/ 60691 w 61591"/>
                    <a:gd name="connsiteY25" fmla="*/ 5005 h 50362"/>
                    <a:gd name="connsiteX26" fmla="*/ 61534 w 61591"/>
                    <a:gd name="connsiteY26" fmla="*/ 11256 h 50362"/>
                    <a:gd name="connsiteX27" fmla="*/ 59362 w 61591"/>
                    <a:gd name="connsiteY27" fmla="*/ 19856 h 50362"/>
                    <a:gd name="connsiteX28" fmla="*/ 53200 w 61591"/>
                    <a:gd name="connsiteY28" fmla="*/ 29122 h 50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61591" h="50362">
                      <a:moveTo>
                        <a:pt x="53200" y="29122"/>
                      </a:moveTo>
                      <a:cubicBezTo>
                        <a:pt x="49343" y="33244"/>
                        <a:pt x="44865" y="36924"/>
                        <a:pt x="39812" y="39672"/>
                      </a:cubicBezTo>
                      <a:cubicBezTo>
                        <a:pt x="38570" y="40426"/>
                        <a:pt x="37285" y="40958"/>
                        <a:pt x="35999" y="41579"/>
                      </a:cubicBezTo>
                      <a:lnTo>
                        <a:pt x="32807" y="43041"/>
                      </a:lnTo>
                      <a:cubicBezTo>
                        <a:pt x="31034" y="43839"/>
                        <a:pt x="29216" y="44593"/>
                        <a:pt x="27488" y="45435"/>
                      </a:cubicBezTo>
                      <a:cubicBezTo>
                        <a:pt x="25271" y="46677"/>
                        <a:pt x="22700" y="47519"/>
                        <a:pt x="20882" y="48317"/>
                      </a:cubicBezTo>
                      <a:cubicBezTo>
                        <a:pt x="19907" y="48716"/>
                        <a:pt x="18887" y="48982"/>
                        <a:pt x="17912" y="49248"/>
                      </a:cubicBezTo>
                      <a:cubicBezTo>
                        <a:pt x="17114" y="49558"/>
                        <a:pt x="16272" y="49780"/>
                        <a:pt x="15429" y="49913"/>
                      </a:cubicBezTo>
                      <a:cubicBezTo>
                        <a:pt x="13612" y="50223"/>
                        <a:pt x="12459" y="50400"/>
                        <a:pt x="11041" y="50356"/>
                      </a:cubicBezTo>
                      <a:cubicBezTo>
                        <a:pt x="9667" y="50312"/>
                        <a:pt x="8337" y="50046"/>
                        <a:pt x="7273" y="49336"/>
                      </a:cubicBezTo>
                      <a:lnTo>
                        <a:pt x="1554" y="45524"/>
                      </a:lnTo>
                      <a:cubicBezTo>
                        <a:pt x="534" y="44815"/>
                        <a:pt x="-42" y="43618"/>
                        <a:pt x="2" y="41800"/>
                      </a:cubicBezTo>
                      <a:cubicBezTo>
                        <a:pt x="47" y="40071"/>
                        <a:pt x="712" y="37500"/>
                        <a:pt x="2086" y="35328"/>
                      </a:cubicBezTo>
                      <a:cubicBezTo>
                        <a:pt x="2751" y="34175"/>
                        <a:pt x="3593" y="32934"/>
                        <a:pt x="4568" y="31693"/>
                      </a:cubicBezTo>
                      <a:cubicBezTo>
                        <a:pt x="5544" y="30629"/>
                        <a:pt x="6608" y="29521"/>
                        <a:pt x="7849" y="28412"/>
                      </a:cubicBezTo>
                      <a:cubicBezTo>
                        <a:pt x="10287" y="26063"/>
                        <a:pt x="13080" y="24511"/>
                        <a:pt x="16139" y="22738"/>
                      </a:cubicBezTo>
                      <a:cubicBezTo>
                        <a:pt x="18311" y="21630"/>
                        <a:pt x="20483" y="20699"/>
                        <a:pt x="22655" y="19679"/>
                      </a:cubicBezTo>
                      <a:lnTo>
                        <a:pt x="24296" y="18925"/>
                      </a:lnTo>
                      <a:lnTo>
                        <a:pt x="25360" y="18393"/>
                      </a:lnTo>
                      <a:cubicBezTo>
                        <a:pt x="26025" y="18039"/>
                        <a:pt x="26734" y="17773"/>
                        <a:pt x="27355" y="17374"/>
                      </a:cubicBezTo>
                      <a:cubicBezTo>
                        <a:pt x="29970" y="15955"/>
                        <a:pt x="32231" y="13960"/>
                        <a:pt x="34270" y="11744"/>
                      </a:cubicBezTo>
                      <a:cubicBezTo>
                        <a:pt x="35733" y="10192"/>
                        <a:pt x="37063" y="8641"/>
                        <a:pt x="38526" y="7222"/>
                      </a:cubicBezTo>
                      <a:cubicBezTo>
                        <a:pt x="39900" y="5803"/>
                        <a:pt x="41363" y="4474"/>
                        <a:pt x="42738" y="3277"/>
                      </a:cubicBezTo>
                      <a:cubicBezTo>
                        <a:pt x="45530" y="1016"/>
                        <a:pt x="48367" y="-536"/>
                        <a:pt x="50850" y="173"/>
                      </a:cubicBezTo>
                      <a:lnTo>
                        <a:pt x="57721" y="2124"/>
                      </a:lnTo>
                      <a:cubicBezTo>
                        <a:pt x="58963" y="2479"/>
                        <a:pt x="59982" y="3454"/>
                        <a:pt x="60691" y="5005"/>
                      </a:cubicBezTo>
                      <a:cubicBezTo>
                        <a:pt x="61312" y="6557"/>
                        <a:pt x="61755" y="8729"/>
                        <a:pt x="61534" y="11256"/>
                      </a:cubicBezTo>
                      <a:cubicBezTo>
                        <a:pt x="61401" y="13827"/>
                        <a:pt x="60691" y="16753"/>
                        <a:pt x="59362" y="19856"/>
                      </a:cubicBezTo>
                      <a:cubicBezTo>
                        <a:pt x="57899" y="23004"/>
                        <a:pt x="55948" y="26240"/>
                        <a:pt x="53200" y="2912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44" name="Forme libre : forme 26043">
                  <a:extLst>
                    <a:ext uri="{FF2B5EF4-FFF2-40B4-BE49-F238E27FC236}">
                      <a16:creationId xmlns:a16="http://schemas.microsoft.com/office/drawing/2014/main" id="{D00AE739-EA1B-4AAC-872F-EBE05238F86A}"/>
                    </a:ext>
                  </a:extLst>
                </p:cNvPr>
                <p:cNvSpPr/>
                <p:nvPr/>
              </p:nvSpPr>
              <p:spPr>
                <a:xfrm>
                  <a:off x="6218309" y="1668528"/>
                  <a:ext cx="56712" cy="48238"/>
                </a:xfrm>
                <a:custGeom>
                  <a:avLst/>
                  <a:gdLst>
                    <a:gd name="connsiteX0" fmla="*/ 23008 w 56712"/>
                    <a:gd name="connsiteY0" fmla="*/ 33958 h 48238"/>
                    <a:gd name="connsiteX1" fmla="*/ 16535 w 56712"/>
                    <a:gd name="connsiteY1" fmla="*/ 37548 h 48238"/>
                    <a:gd name="connsiteX2" fmla="*/ 10373 w 56712"/>
                    <a:gd name="connsiteY2" fmla="*/ 40651 h 48238"/>
                    <a:gd name="connsiteX3" fmla="*/ 4832 w 56712"/>
                    <a:gd name="connsiteY3" fmla="*/ 43311 h 48238"/>
                    <a:gd name="connsiteX4" fmla="*/ 0 w 56712"/>
                    <a:gd name="connsiteY4" fmla="*/ 45572 h 48238"/>
                    <a:gd name="connsiteX5" fmla="*/ 2483 w 56712"/>
                    <a:gd name="connsiteY5" fmla="*/ 47212 h 48238"/>
                    <a:gd name="connsiteX6" fmla="*/ 6251 w 56712"/>
                    <a:gd name="connsiteY6" fmla="*/ 48232 h 48238"/>
                    <a:gd name="connsiteX7" fmla="*/ 10639 w 56712"/>
                    <a:gd name="connsiteY7" fmla="*/ 47789 h 48238"/>
                    <a:gd name="connsiteX8" fmla="*/ 13122 w 56712"/>
                    <a:gd name="connsiteY8" fmla="*/ 47124 h 48238"/>
                    <a:gd name="connsiteX9" fmla="*/ 16092 w 56712"/>
                    <a:gd name="connsiteY9" fmla="*/ 46193 h 48238"/>
                    <a:gd name="connsiteX10" fmla="*/ 22697 w 56712"/>
                    <a:gd name="connsiteY10" fmla="*/ 43311 h 48238"/>
                    <a:gd name="connsiteX11" fmla="*/ 28017 w 56712"/>
                    <a:gd name="connsiteY11" fmla="*/ 40917 h 48238"/>
                    <a:gd name="connsiteX12" fmla="*/ 31209 w 56712"/>
                    <a:gd name="connsiteY12" fmla="*/ 39455 h 48238"/>
                    <a:gd name="connsiteX13" fmla="*/ 35021 w 56712"/>
                    <a:gd name="connsiteY13" fmla="*/ 37548 h 48238"/>
                    <a:gd name="connsiteX14" fmla="*/ 48409 w 56712"/>
                    <a:gd name="connsiteY14" fmla="*/ 26998 h 48238"/>
                    <a:gd name="connsiteX15" fmla="*/ 54483 w 56712"/>
                    <a:gd name="connsiteY15" fmla="*/ 17777 h 48238"/>
                    <a:gd name="connsiteX16" fmla="*/ 56655 w 56712"/>
                    <a:gd name="connsiteY16" fmla="*/ 9177 h 48238"/>
                    <a:gd name="connsiteX17" fmla="*/ 55813 w 56712"/>
                    <a:gd name="connsiteY17" fmla="*/ 2926 h 48238"/>
                    <a:gd name="connsiteX18" fmla="*/ 52842 w 56712"/>
                    <a:gd name="connsiteY18" fmla="*/ 44 h 48238"/>
                    <a:gd name="connsiteX19" fmla="*/ 52621 w 56712"/>
                    <a:gd name="connsiteY19" fmla="*/ 0 h 48238"/>
                    <a:gd name="connsiteX20" fmla="*/ 41582 w 56712"/>
                    <a:gd name="connsiteY20" fmla="*/ 20437 h 48238"/>
                    <a:gd name="connsiteX21" fmla="*/ 32760 w 56712"/>
                    <a:gd name="connsiteY21" fmla="*/ 28150 h 48238"/>
                    <a:gd name="connsiteX22" fmla="*/ 23008 w 56712"/>
                    <a:gd name="connsiteY22" fmla="*/ 33958 h 48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6712" h="48238">
                      <a:moveTo>
                        <a:pt x="23008" y="33958"/>
                      </a:moveTo>
                      <a:cubicBezTo>
                        <a:pt x="20658" y="35243"/>
                        <a:pt x="18575" y="36396"/>
                        <a:pt x="16535" y="37548"/>
                      </a:cubicBezTo>
                      <a:cubicBezTo>
                        <a:pt x="14540" y="38524"/>
                        <a:pt x="12590" y="39543"/>
                        <a:pt x="10373" y="40651"/>
                      </a:cubicBezTo>
                      <a:cubicBezTo>
                        <a:pt x="8245" y="41494"/>
                        <a:pt x="6738" y="42602"/>
                        <a:pt x="4832" y="43311"/>
                      </a:cubicBezTo>
                      <a:cubicBezTo>
                        <a:pt x="3147" y="44154"/>
                        <a:pt x="1640" y="44996"/>
                        <a:pt x="0" y="45572"/>
                      </a:cubicBezTo>
                      <a:lnTo>
                        <a:pt x="2483" y="47212"/>
                      </a:lnTo>
                      <a:cubicBezTo>
                        <a:pt x="3502" y="47922"/>
                        <a:pt x="4876" y="48188"/>
                        <a:pt x="6251" y="48232"/>
                      </a:cubicBezTo>
                      <a:cubicBezTo>
                        <a:pt x="7669" y="48276"/>
                        <a:pt x="8866" y="48099"/>
                        <a:pt x="10639" y="47789"/>
                      </a:cubicBezTo>
                      <a:cubicBezTo>
                        <a:pt x="11482" y="47611"/>
                        <a:pt x="12279" y="47390"/>
                        <a:pt x="13122" y="47124"/>
                      </a:cubicBezTo>
                      <a:cubicBezTo>
                        <a:pt x="14097" y="46858"/>
                        <a:pt x="15117" y="46548"/>
                        <a:pt x="16092" y="46193"/>
                      </a:cubicBezTo>
                      <a:cubicBezTo>
                        <a:pt x="17910" y="45395"/>
                        <a:pt x="20481" y="44553"/>
                        <a:pt x="22697" y="43311"/>
                      </a:cubicBezTo>
                      <a:cubicBezTo>
                        <a:pt x="24426" y="42469"/>
                        <a:pt x="26244" y="41715"/>
                        <a:pt x="28017" y="40917"/>
                      </a:cubicBezTo>
                      <a:lnTo>
                        <a:pt x="31209" y="39455"/>
                      </a:lnTo>
                      <a:cubicBezTo>
                        <a:pt x="32494" y="38834"/>
                        <a:pt x="33824" y="38302"/>
                        <a:pt x="35021" y="37548"/>
                      </a:cubicBezTo>
                      <a:cubicBezTo>
                        <a:pt x="40075" y="34844"/>
                        <a:pt x="44553" y="31165"/>
                        <a:pt x="48409" y="26998"/>
                      </a:cubicBezTo>
                      <a:cubicBezTo>
                        <a:pt x="51158" y="24116"/>
                        <a:pt x="53108" y="20880"/>
                        <a:pt x="54483" y="17777"/>
                      </a:cubicBezTo>
                      <a:cubicBezTo>
                        <a:pt x="55813" y="14674"/>
                        <a:pt x="56522" y="11748"/>
                        <a:pt x="56655" y="9177"/>
                      </a:cubicBezTo>
                      <a:cubicBezTo>
                        <a:pt x="56876" y="6650"/>
                        <a:pt x="56433" y="4477"/>
                        <a:pt x="55813" y="2926"/>
                      </a:cubicBezTo>
                      <a:cubicBezTo>
                        <a:pt x="55148" y="1374"/>
                        <a:pt x="54084" y="355"/>
                        <a:pt x="52842" y="44"/>
                      </a:cubicBezTo>
                      <a:lnTo>
                        <a:pt x="52621" y="0"/>
                      </a:lnTo>
                      <a:cubicBezTo>
                        <a:pt x="50670" y="7625"/>
                        <a:pt x="46858" y="14718"/>
                        <a:pt x="41582" y="20437"/>
                      </a:cubicBezTo>
                      <a:cubicBezTo>
                        <a:pt x="39011" y="23362"/>
                        <a:pt x="35952" y="25889"/>
                        <a:pt x="32760" y="28150"/>
                      </a:cubicBezTo>
                      <a:cubicBezTo>
                        <a:pt x="29702" y="30411"/>
                        <a:pt x="25845" y="32184"/>
                        <a:pt x="23008" y="33958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45" name="Forme libre : forme 26044">
                  <a:extLst>
                    <a:ext uri="{FF2B5EF4-FFF2-40B4-BE49-F238E27FC236}">
                      <a16:creationId xmlns:a16="http://schemas.microsoft.com/office/drawing/2014/main" id="{40A18C9C-59B2-400F-9853-1D88EB795E3C}"/>
                    </a:ext>
                  </a:extLst>
                </p:cNvPr>
                <p:cNvSpPr/>
                <p:nvPr/>
              </p:nvSpPr>
              <p:spPr>
                <a:xfrm>
                  <a:off x="6236955" y="1680851"/>
                  <a:ext cx="26338" cy="20746"/>
                </a:xfrm>
                <a:custGeom>
                  <a:avLst/>
                  <a:gdLst>
                    <a:gd name="connsiteX0" fmla="*/ 25463 w 26338"/>
                    <a:gd name="connsiteY0" fmla="*/ 268 h 20746"/>
                    <a:gd name="connsiteX1" fmla="*/ 25419 w 26338"/>
                    <a:gd name="connsiteY1" fmla="*/ 6296 h 20746"/>
                    <a:gd name="connsiteX2" fmla="*/ 22449 w 26338"/>
                    <a:gd name="connsiteY2" fmla="*/ 11173 h 20746"/>
                    <a:gd name="connsiteX3" fmla="*/ 17306 w 26338"/>
                    <a:gd name="connsiteY3" fmla="*/ 15961 h 20746"/>
                    <a:gd name="connsiteX4" fmla="*/ 11100 w 26338"/>
                    <a:gd name="connsiteY4" fmla="*/ 19286 h 20746"/>
                    <a:gd name="connsiteX5" fmla="*/ 5780 w 26338"/>
                    <a:gd name="connsiteY5" fmla="*/ 20615 h 20746"/>
                    <a:gd name="connsiteX6" fmla="*/ 150 w 26338"/>
                    <a:gd name="connsiteY6" fmla="*/ 19419 h 20746"/>
                    <a:gd name="connsiteX7" fmla="*/ 3032 w 26338"/>
                    <a:gd name="connsiteY7" fmla="*/ 14365 h 20746"/>
                    <a:gd name="connsiteX8" fmla="*/ 7021 w 26338"/>
                    <a:gd name="connsiteY8" fmla="*/ 11350 h 20746"/>
                    <a:gd name="connsiteX9" fmla="*/ 11587 w 26338"/>
                    <a:gd name="connsiteY9" fmla="*/ 8070 h 20746"/>
                    <a:gd name="connsiteX10" fmla="*/ 16109 w 26338"/>
                    <a:gd name="connsiteY10" fmla="*/ 4745 h 20746"/>
                    <a:gd name="connsiteX11" fmla="*/ 19966 w 26338"/>
                    <a:gd name="connsiteY11" fmla="*/ 1908 h 20746"/>
                    <a:gd name="connsiteX12" fmla="*/ 25463 w 26338"/>
                    <a:gd name="connsiteY12" fmla="*/ 268 h 20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338" h="20746">
                      <a:moveTo>
                        <a:pt x="25463" y="268"/>
                      </a:moveTo>
                      <a:cubicBezTo>
                        <a:pt x="26571" y="977"/>
                        <a:pt x="26704" y="3238"/>
                        <a:pt x="25419" y="6296"/>
                      </a:cubicBezTo>
                      <a:cubicBezTo>
                        <a:pt x="24843" y="7848"/>
                        <a:pt x="23734" y="9444"/>
                        <a:pt x="22449" y="11173"/>
                      </a:cubicBezTo>
                      <a:cubicBezTo>
                        <a:pt x="21030" y="12813"/>
                        <a:pt x="19390" y="14542"/>
                        <a:pt x="17306" y="15961"/>
                      </a:cubicBezTo>
                      <a:cubicBezTo>
                        <a:pt x="15311" y="17468"/>
                        <a:pt x="13139" y="18532"/>
                        <a:pt x="11100" y="19286"/>
                      </a:cubicBezTo>
                      <a:cubicBezTo>
                        <a:pt x="9016" y="19995"/>
                        <a:pt x="7154" y="20482"/>
                        <a:pt x="5780" y="20615"/>
                      </a:cubicBezTo>
                      <a:cubicBezTo>
                        <a:pt x="2854" y="20970"/>
                        <a:pt x="726" y="20615"/>
                        <a:pt x="150" y="19419"/>
                      </a:cubicBezTo>
                      <a:cubicBezTo>
                        <a:pt x="-426" y="18222"/>
                        <a:pt x="682" y="16404"/>
                        <a:pt x="3032" y="14365"/>
                      </a:cubicBezTo>
                      <a:cubicBezTo>
                        <a:pt x="4273" y="13345"/>
                        <a:pt x="5603" y="12326"/>
                        <a:pt x="7021" y="11350"/>
                      </a:cubicBezTo>
                      <a:cubicBezTo>
                        <a:pt x="8440" y="10331"/>
                        <a:pt x="10036" y="9267"/>
                        <a:pt x="11587" y="8070"/>
                      </a:cubicBezTo>
                      <a:cubicBezTo>
                        <a:pt x="13228" y="6962"/>
                        <a:pt x="14646" y="5720"/>
                        <a:pt x="16109" y="4745"/>
                      </a:cubicBezTo>
                      <a:cubicBezTo>
                        <a:pt x="17439" y="3637"/>
                        <a:pt x="18858" y="2794"/>
                        <a:pt x="19966" y="1908"/>
                      </a:cubicBezTo>
                      <a:cubicBezTo>
                        <a:pt x="22404" y="445"/>
                        <a:pt x="24311" y="-486"/>
                        <a:pt x="25463" y="26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46" name="Forme libre : forme 26045">
                  <a:extLst>
                    <a:ext uri="{FF2B5EF4-FFF2-40B4-BE49-F238E27FC236}">
                      <a16:creationId xmlns:a16="http://schemas.microsoft.com/office/drawing/2014/main" id="{8FA17BD9-0838-4C9B-B0FE-CD220ED425DC}"/>
                    </a:ext>
                  </a:extLst>
                </p:cNvPr>
                <p:cNvSpPr/>
                <p:nvPr/>
              </p:nvSpPr>
              <p:spPr>
                <a:xfrm>
                  <a:off x="6236949" y="1691137"/>
                  <a:ext cx="23119" cy="10460"/>
                </a:xfrm>
                <a:custGeom>
                  <a:avLst/>
                  <a:gdLst>
                    <a:gd name="connsiteX0" fmla="*/ 4988 w 23119"/>
                    <a:gd name="connsiteY0" fmla="*/ 2571 h 10460"/>
                    <a:gd name="connsiteX1" fmla="*/ 156 w 23119"/>
                    <a:gd name="connsiteY1" fmla="*/ 9132 h 10460"/>
                    <a:gd name="connsiteX2" fmla="*/ 5786 w 23119"/>
                    <a:gd name="connsiteY2" fmla="*/ 10329 h 10460"/>
                    <a:gd name="connsiteX3" fmla="*/ 11106 w 23119"/>
                    <a:gd name="connsiteY3" fmla="*/ 8999 h 10460"/>
                    <a:gd name="connsiteX4" fmla="*/ 17312 w 23119"/>
                    <a:gd name="connsiteY4" fmla="*/ 5674 h 10460"/>
                    <a:gd name="connsiteX5" fmla="*/ 23119 w 23119"/>
                    <a:gd name="connsiteY5" fmla="*/ 0 h 10460"/>
                    <a:gd name="connsiteX6" fmla="*/ 19661 w 23119"/>
                    <a:gd name="connsiteY6" fmla="*/ 2793 h 10460"/>
                    <a:gd name="connsiteX7" fmla="*/ 9864 w 23119"/>
                    <a:gd name="connsiteY7" fmla="*/ 5408 h 10460"/>
                    <a:gd name="connsiteX8" fmla="*/ 4988 w 23119"/>
                    <a:gd name="connsiteY8" fmla="*/ 2571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119" h="10460">
                      <a:moveTo>
                        <a:pt x="4988" y="2571"/>
                      </a:moveTo>
                      <a:cubicBezTo>
                        <a:pt x="1441" y="5142"/>
                        <a:pt x="-598" y="7669"/>
                        <a:pt x="156" y="9132"/>
                      </a:cubicBezTo>
                      <a:cubicBezTo>
                        <a:pt x="732" y="10329"/>
                        <a:pt x="2860" y="10684"/>
                        <a:pt x="5786" y="10329"/>
                      </a:cubicBezTo>
                      <a:cubicBezTo>
                        <a:pt x="7160" y="10196"/>
                        <a:pt x="9022" y="9708"/>
                        <a:pt x="11106" y="8999"/>
                      </a:cubicBezTo>
                      <a:cubicBezTo>
                        <a:pt x="13100" y="8245"/>
                        <a:pt x="15273" y="7182"/>
                        <a:pt x="17312" y="5674"/>
                      </a:cubicBezTo>
                      <a:cubicBezTo>
                        <a:pt x="19706" y="3990"/>
                        <a:pt x="21656" y="1951"/>
                        <a:pt x="23119" y="0"/>
                      </a:cubicBezTo>
                      <a:cubicBezTo>
                        <a:pt x="22100" y="1108"/>
                        <a:pt x="20858" y="1951"/>
                        <a:pt x="19661" y="2793"/>
                      </a:cubicBezTo>
                      <a:cubicBezTo>
                        <a:pt x="16159" y="4788"/>
                        <a:pt x="12524" y="5586"/>
                        <a:pt x="9864" y="5408"/>
                      </a:cubicBezTo>
                      <a:cubicBezTo>
                        <a:pt x="7072" y="5142"/>
                        <a:pt x="5387" y="4167"/>
                        <a:pt x="4988" y="2571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47" name="Forme libre : forme 26046">
                  <a:extLst>
                    <a:ext uri="{FF2B5EF4-FFF2-40B4-BE49-F238E27FC236}">
                      <a16:creationId xmlns:a16="http://schemas.microsoft.com/office/drawing/2014/main" id="{7D6DD393-B609-4C3C-8AA4-97EB98BCF3D9}"/>
                    </a:ext>
                  </a:extLst>
                </p:cNvPr>
                <p:cNvSpPr/>
                <p:nvPr/>
              </p:nvSpPr>
              <p:spPr>
                <a:xfrm>
                  <a:off x="6238864" y="1680050"/>
                  <a:ext cx="26257" cy="21895"/>
                </a:xfrm>
                <a:custGeom>
                  <a:avLst/>
                  <a:gdLst>
                    <a:gd name="connsiteX0" fmla="*/ 25371 w 26257"/>
                    <a:gd name="connsiteY0" fmla="*/ 226 h 21895"/>
                    <a:gd name="connsiteX1" fmla="*/ 26258 w 26257"/>
                    <a:gd name="connsiteY1" fmla="*/ 2309 h 21895"/>
                    <a:gd name="connsiteX2" fmla="*/ 25416 w 26257"/>
                    <a:gd name="connsiteY2" fmla="*/ 6299 h 21895"/>
                    <a:gd name="connsiteX3" fmla="*/ 22534 w 26257"/>
                    <a:gd name="connsiteY3" fmla="*/ 11353 h 21895"/>
                    <a:gd name="connsiteX4" fmla="*/ 17480 w 26257"/>
                    <a:gd name="connsiteY4" fmla="*/ 16495 h 21895"/>
                    <a:gd name="connsiteX5" fmla="*/ 11274 w 26257"/>
                    <a:gd name="connsiteY5" fmla="*/ 20175 h 21895"/>
                    <a:gd name="connsiteX6" fmla="*/ 5688 w 26257"/>
                    <a:gd name="connsiteY6" fmla="*/ 21771 h 21895"/>
                    <a:gd name="connsiteX7" fmla="*/ 147 w 26257"/>
                    <a:gd name="connsiteY7" fmla="*/ 20529 h 21895"/>
                    <a:gd name="connsiteX8" fmla="*/ 3028 w 26257"/>
                    <a:gd name="connsiteY8" fmla="*/ 15476 h 21895"/>
                    <a:gd name="connsiteX9" fmla="*/ 6885 w 26257"/>
                    <a:gd name="connsiteY9" fmla="*/ 12417 h 21895"/>
                    <a:gd name="connsiteX10" fmla="*/ 11451 w 26257"/>
                    <a:gd name="connsiteY10" fmla="*/ 8870 h 21895"/>
                    <a:gd name="connsiteX11" fmla="*/ 15929 w 26257"/>
                    <a:gd name="connsiteY11" fmla="*/ 5235 h 21895"/>
                    <a:gd name="connsiteX12" fmla="*/ 19785 w 26257"/>
                    <a:gd name="connsiteY12" fmla="*/ 2221 h 21895"/>
                    <a:gd name="connsiteX13" fmla="*/ 22933 w 26257"/>
                    <a:gd name="connsiteY13" fmla="*/ 314 h 21895"/>
                    <a:gd name="connsiteX14" fmla="*/ 25371 w 26257"/>
                    <a:gd name="connsiteY14" fmla="*/ 226 h 21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6257" h="21895">
                      <a:moveTo>
                        <a:pt x="25371" y="226"/>
                      </a:moveTo>
                      <a:cubicBezTo>
                        <a:pt x="25948" y="580"/>
                        <a:pt x="26258" y="1290"/>
                        <a:pt x="26258" y="2309"/>
                      </a:cubicBezTo>
                      <a:cubicBezTo>
                        <a:pt x="26258" y="3329"/>
                        <a:pt x="26080" y="4747"/>
                        <a:pt x="25416" y="6299"/>
                      </a:cubicBezTo>
                      <a:cubicBezTo>
                        <a:pt x="24795" y="7851"/>
                        <a:pt x="23864" y="9624"/>
                        <a:pt x="22534" y="11353"/>
                      </a:cubicBezTo>
                      <a:cubicBezTo>
                        <a:pt x="21248" y="13170"/>
                        <a:pt x="19475" y="14855"/>
                        <a:pt x="17480" y="16495"/>
                      </a:cubicBezTo>
                      <a:cubicBezTo>
                        <a:pt x="15485" y="18091"/>
                        <a:pt x="13313" y="19288"/>
                        <a:pt x="11274" y="20175"/>
                      </a:cubicBezTo>
                      <a:cubicBezTo>
                        <a:pt x="9279" y="21017"/>
                        <a:pt x="7195" y="21505"/>
                        <a:pt x="5688" y="21771"/>
                      </a:cubicBezTo>
                      <a:cubicBezTo>
                        <a:pt x="2807" y="22125"/>
                        <a:pt x="723" y="21726"/>
                        <a:pt x="147" y="20529"/>
                      </a:cubicBezTo>
                      <a:cubicBezTo>
                        <a:pt x="-429" y="19332"/>
                        <a:pt x="723" y="17515"/>
                        <a:pt x="3028" y="15476"/>
                      </a:cubicBezTo>
                      <a:cubicBezTo>
                        <a:pt x="4136" y="14456"/>
                        <a:pt x="5467" y="13525"/>
                        <a:pt x="6885" y="12417"/>
                      </a:cubicBezTo>
                      <a:cubicBezTo>
                        <a:pt x="8304" y="11308"/>
                        <a:pt x="9855" y="10156"/>
                        <a:pt x="11451" y="8870"/>
                      </a:cubicBezTo>
                      <a:cubicBezTo>
                        <a:pt x="13003" y="7585"/>
                        <a:pt x="14599" y="6432"/>
                        <a:pt x="15929" y="5235"/>
                      </a:cubicBezTo>
                      <a:cubicBezTo>
                        <a:pt x="17347" y="4127"/>
                        <a:pt x="18633" y="3063"/>
                        <a:pt x="19785" y="2221"/>
                      </a:cubicBezTo>
                      <a:cubicBezTo>
                        <a:pt x="21027" y="1423"/>
                        <a:pt x="22002" y="669"/>
                        <a:pt x="22933" y="314"/>
                      </a:cubicBezTo>
                      <a:cubicBezTo>
                        <a:pt x="23953" y="-40"/>
                        <a:pt x="24795" y="-129"/>
                        <a:pt x="25371" y="22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48" name="Forme libre : forme 26047">
                  <a:extLst>
                    <a:ext uri="{FF2B5EF4-FFF2-40B4-BE49-F238E27FC236}">
                      <a16:creationId xmlns:a16="http://schemas.microsoft.com/office/drawing/2014/main" id="{102ED275-F757-47C3-BDA7-FB3DA7E3E7CB}"/>
                    </a:ext>
                  </a:extLst>
                </p:cNvPr>
                <p:cNvSpPr/>
                <p:nvPr/>
              </p:nvSpPr>
              <p:spPr>
                <a:xfrm>
                  <a:off x="6222730" y="1689395"/>
                  <a:ext cx="41229" cy="21390"/>
                </a:xfrm>
                <a:custGeom>
                  <a:avLst/>
                  <a:gdLst>
                    <a:gd name="connsiteX0" fmla="*/ 3159 w 41229"/>
                    <a:gd name="connsiteY0" fmla="*/ 18144 h 21390"/>
                    <a:gd name="connsiteX1" fmla="*/ 6617 w 41229"/>
                    <a:gd name="connsiteY1" fmla="*/ 21159 h 21390"/>
                    <a:gd name="connsiteX2" fmla="*/ 21734 w 41229"/>
                    <a:gd name="connsiteY2" fmla="*/ 18410 h 21390"/>
                    <a:gd name="connsiteX3" fmla="*/ 30689 w 41229"/>
                    <a:gd name="connsiteY3" fmla="*/ 14376 h 21390"/>
                    <a:gd name="connsiteX4" fmla="*/ 34989 w 41229"/>
                    <a:gd name="connsiteY4" fmla="*/ 11229 h 21390"/>
                    <a:gd name="connsiteX5" fmla="*/ 38447 w 41229"/>
                    <a:gd name="connsiteY5" fmla="*/ 7594 h 21390"/>
                    <a:gd name="connsiteX6" fmla="*/ 41151 w 41229"/>
                    <a:gd name="connsiteY6" fmla="*/ 2230 h 21390"/>
                    <a:gd name="connsiteX7" fmla="*/ 39821 w 41229"/>
                    <a:gd name="connsiteY7" fmla="*/ 13 h 21390"/>
                    <a:gd name="connsiteX8" fmla="*/ 33836 w 41229"/>
                    <a:gd name="connsiteY8" fmla="*/ 2850 h 21390"/>
                    <a:gd name="connsiteX9" fmla="*/ 19384 w 41229"/>
                    <a:gd name="connsiteY9" fmla="*/ 5820 h 21390"/>
                    <a:gd name="connsiteX10" fmla="*/ 11671 w 41229"/>
                    <a:gd name="connsiteY10" fmla="*/ 5466 h 21390"/>
                    <a:gd name="connsiteX11" fmla="*/ 2272 w 41229"/>
                    <a:gd name="connsiteY11" fmla="*/ 9145 h 21390"/>
                    <a:gd name="connsiteX12" fmla="*/ 3159 w 41229"/>
                    <a:gd name="connsiteY12" fmla="*/ 18144 h 21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1229" h="21390">
                      <a:moveTo>
                        <a:pt x="3159" y="18144"/>
                      </a:moveTo>
                      <a:cubicBezTo>
                        <a:pt x="3957" y="19386"/>
                        <a:pt x="4844" y="20671"/>
                        <a:pt x="6617" y="21159"/>
                      </a:cubicBezTo>
                      <a:cubicBezTo>
                        <a:pt x="9986" y="22046"/>
                        <a:pt x="15616" y="20228"/>
                        <a:pt x="21734" y="18410"/>
                      </a:cubicBezTo>
                      <a:cubicBezTo>
                        <a:pt x="23773" y="17746"/>
                        <a:pt x="27674" y="16327"/>
                        <a:pt x="30689" y="14376"/>
                      </a:cubicBezTo>
                      <a:cubicBezTo>
                        <a:pt x="32240" y="13445"/>
                        <a:pt x="33703" y="12426"/>
                        <a:pt x="34989" y="11229"/>
                      </a:cubicBezTo>
                      <a:cubicBezTo>
                        <a:pt x="36319" y="10121"/>
                        <a:pt x="37471" y="8879"/>
                        <a:pt x="38447" y="7594"/>
                      </a:cubicBezTo>
                      <a:cubicBezTo>
                        <a:pt x="39954" y="5776"/>
                        <a:pt x="40885" y="3693"/>
                        <a:pt x="41151" y="2230"/>
                      </a:cubicBezTo>
                      <a:cubicBezTo>
                        <a:pt x="41417" y="767"/>
                        <a:pt x="41018" y="-120"/>
                        <a:pt x="39821" y="13"/>
                      </a:cubicBezTo>
                      <a:cubicBezTo>
                        <a:pt x="38269" y="146"/>
                        <a:pt x="36097" y="1786"/>
                        <a:pt x="33836" y="2850"/>
                      </a:cubicBezTo>
                      <a:cubicBezTo>
                        <a:pt x="28649" y="5510"/>
                        <a:pt x="23507" y="6264"/>
                        <a:pt x="19384" y="5820"/>
                      </a:cubicBezTo>
                      <a:cubicBezTo>
                        <a:pt x="17522" y="5687"/>
                        <a:pt x="14774" y="5289"/>
                        <a:pt x="11671" y="5466"/>
                      </a:cubicBezTo>
                      <a:cubicBezTo>
                        <a:pt x="8612" y="5732"/>
                        <a:pt x="5154" y="6618"/>
                        <a:pt x="2272" y="9145"/>
                      </a:cubicBezTo>
                      <a:cubicBezTo>
                        <a:pt x="-2825" y="13800"/>
                        <a:pt x="2095" y="16371"/>
                        <a:pt x="3159" y="1814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49" name="Forme libre : forme 26048">
                  <a:extLst>
                    <a:ext uri="{FF2B5EF4-FFF2-40B4-BE49-F238E27FC236}">
                      <a16:creationId xmlns:a16="http://schemas.microsoft.com/office/drawing/2014/main" id="{DD2406AA-45AA-4F07-A654-7F55C1B0E515}"/>
                    </a:ext>
                  </a:extLst>
                </p:cNvPr>
                <p:cNvSpPr/>
                <p:nvPr/>
              </p:nvSpPr>
              <p:spPr>
                <a:xfrm>
                  <a:off x="6229053" y="1691415"/>
                  <a:ext cx="11224" cy="9218"/>
                </a:xfrm>
                <a:custGeom>
                  <a:avLst/>
                  <a:gdLst>
                    <a:gd name="connsiteX0" fmla="*/ 294 w 11224"/>
                    <a:gd name="connsiteY0" fmla="*/ 7613 h 9218"/>
                    <a:gd name="connsiteX1" fmla="*/ 72 w 11224"/>
                    <a:gd name="connsiteY1" fmla="*/ 8899 h 9218"/>
                    <a:gd name="connsiteX2" fmla="*/ 1624 w 11224"/>
                    <a:gd name="connsiteY2" fmla="*/ 9076 h 9218"/>
                    <a:gd name="connsiteX3" fmla="*/ 3707 w 11224"/>
                    <a:gd name="connsiteY3" fmla="*/ 7879 h 9218"/>
                    <a:gd name="connsiteX4" fmla="*/ 8495 w 11224"/>
                    <a:gd name="connsiteY4" fmla="*/ 4466 h 9218"/>
                    <a:gd name="connsiteX5" fmla="*/ 10180 w 11224"/>
                    <a:gd name="connsiteY5" fmla="*/ 3047 h 9218"/>
                    <a:gd name="connsiteX6" fmla="*/ 7298 w 11224"/>
                    <a:gd name="connsiteY6" fmla="*/ 964 h 9218"/>
                    <a:gd name="connsiteX7" fmla="*/ 294 w 11224"/>
                    <a:gd name="connsiteY7" fmla="*/ 7613 h 9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24" h="9218">
                      <a:moveTo>
                        <a:pt x="294" y="7613"/>
                      </a:moveTo>
                      <a:cubicBezTo>
                        <a:pt x="72" y="8101"/>
                        <a:pt x="-105" y="8589"/>
                        <a:pt x="72" y="8899"/>
                      </a:cubicBezTo>
                      <a:cubicBezTo>
                        <a:pt x="250" y="9209"/>
                        <a:pt x="826" y="9342"/>
                        <a:pt x="1624" y="9076"/>
                      </a:cubicBezTo>
                      <a:cubicBezTo>
                        <a:pt x="2333" y="8855"/>
                        <a:pt x="3087" y="8367"/>
                        <a:pt x="3707" y="7879"/>
                      </a:cubicBezTo>
                      <a:cubicBezTo>
                        <a:pt x="5170" y="6815"/>
                        <a:pt x="6766" y="5663"/>
                        <a:pt x="8495" y="4466"/>
                      </a:cubicBezTo>
                      <a:cubicBezTo>
                        <a:pt x="9116" y="3978"/>
                        <a:pt x="9737" y="3535"/>
                        <a:pt x="10180" y="3047"/>
                      </a:cubicBezTo>
                      <a:cubicBezTo>
                        <a:pt x="11997" y="1052"/>
                        <a:pt x="11687" y="-1386"/>
                        <a:pt x="7298" y="964"/>
                      </a:cubicBezTo>
                      <a:cubicBezTo>
                        <a:pt x="3885" y="2604"/>
                        <a:pt x="1181" y="5663"/>
                        <a:pt x="294" y="761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50" name="Forme libre : forme 26049">
                  <a:extLst>
                    <a:ext uri="{FF2B5EF4-FFF2-40B4-BE49-F238E27FC236}">
                      <a16:creationId xmlns:a16="http://schemas.microsoft.com/office/drawing/2014/main" id="{7CFC0703-3603-4ECE-BF6F-6517650C55D6}"/>
                    </a:ext>
                  </a:extLst>
                </p:cNvPr>
                <p:cNvSpPr/>
                <p:nvPr/>
              </p:nvSpPr>
              <p:spPr>
                <a:xfrm>
                  <a:off x="6266762" y="1670435"/>
                  <a:ext cx="6439" cy="24249"/>
                </a:xfrm>
                <a:custGeom>
                  <a:avLst/>
                  <a:gdLst>
                    <a:gd name="connsiteX0" fmla="*/ 2793 w 6439"/>
                    <a:gd name="connsiteY0" fmla="*/ 0 h 24249"/>
                    <a:gd name="connsiteX1" fmla="*/ 5852 w 6439"/>
                    <a:gd name="connsiteY1" fmla="*/ 3502 h 24249"/>
                    <a:gd name="connsiteX2" fmla="*/ 6118 w 6439"/>
                    <a:gd name="connsiteY2" fmla="*/ 10950 h 24249"/>
                    <a:gd name="connsiteX3" fmla="*/ 0 w 6439"/>
                    <a:gd name="connsiteY3" fmla="*/ 24249 h 24249"/>
                    <a:gd name="connsiteX4" fmla="*/ 1729 w 6439"/>
                    <a:gd name="connsiteY4" fmla="*/ 21501 h 24249"/>
                    <a:gd name="connsiteX5" fmla="*/ 4566 w 6439"/>
                    <a:gd name="connsiteY5" fmla="*/ 14674 h 24249"/>
                    <a:gd name="connsiteX6" fmla="*/ 5408 w 6439"/>
                    <a:gd name="connsiteY6" fmla="*/ 6428 h 24249"/>
                    <a:gd name="connsiteX7" fmla="*/ 2793 w 6439"/>
                    <a:gd name="connsiteY7" fmla="*/ 0 h 24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39" h="24249">
                      <a:moveTo>
                        <a:pt x="2793" y="0"/>
                      </a:moveTo>
                      <a:cubicBezTo>
                        <a:pt x="2793" y="0"/>
                        <a:pt x="4699" y="310"/>
                        <a:pt x="5852" y="3502"/>
                      </a:cubicBezTo>
                      <a:cubicBezTo>
                        <a:pt x="6428" y="5098"/>
                        <a:pt x="6694" y="7492"/>
                        <a:pt x="6118" y="10950"/>
                      </a:cubicBezTo>
                      <a:cubicBezTo>
                        <a:pt x="5541" y="14363"/>
                        <a:pt x="3901" y="18974"/>
                        <a:pt x="0" y="24249"/>
                      </a:cubicBezTo>
                      <a:cubicBezTo>
                        <a:pt x="0" y="24249"/>
                        <a:pt x="842" y="23274"/>
                        <a:pt x="1729" y="21501"/>
                      </a:cubicBezTo>
                      <a:cubicBezTo>
                        <a:pt x="2704" y="19772"/>
                        <a:pt x="3812" y="17333"/>
                        <a:pt x="4566" y="14674"/>
                      </a:cubicBezTo>
                      <a:cubicBezTo>
                        <a:pt x="5275" y="11969"/>
                        <a:pt x="5719" y="9088"/>
                        <a:pt x="5408" y="6428"/>
                      </a:cubicBezTo>
                      <a:cubicBezTo>
                        <a:pt x="5231" y="3857"/>
                        <a:pt x="4256" y="1552"/>
                        <a:pt x="27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51" name="Forme libre : forme 26050">
                  <a:extLst>
                    <a:ext uri="{FF2B5EF4-FFF2-40B4-BE49-F238E27FC236}">
                      <a16:creationId xmlns:a16="http://schemas.microsoft.com/office/drawing/2014/main" id="{E2819AA0-0F12-4AC4-B374-51C4A6746DE0}"/>
                    </a:ext>
                  </a:extLst>
                </p:cNvPr>
                <p:cNvSpPr/>
                <p:nvPr/>
              </p:nvSpPr>
              <p:spPr>
                <a:xfrm>
                  <a:off x="6215446" y="1689142"/>
                  <a:ext cx="15896" cy="22076"/>
                </a:xfrm>
                <a:custGeom>
                  <a:avLst/>
                  <a:gdLst>
                    <a:gd name="connsiteX0" fmla="*/ 15896 w 15896"/>
                    <a:gd name="connsiteY0" fmla="*/ 0 h 22076"/>
                    <a:gd name="connsiteX1" fmla="*/ 12837 w 15896"/>
                    <a:gd name="connsiteY1" fmla="*/ 1818 h 22076"/>
                    <a:gd name="connsiteX2" fmla="*/ 6276 w 15896"/>
                    <a:gd name="connsiteY2" fmla="*/ 6960 h 22076"/>
                    <a:gd name="connsiteX3" fmla="*/ 3084 w 15896"/>
                    <a:gd name="connsiteY3" fmla="*/ 10595 h 22076"/>
                    <a:gd name="connsiteX4" fmla="*/ 779 w 15896"/>
                    <a:gd name="connsiteY4" fmla="*/ 14762 h 22076"/>
                    <a:gd name="connsiteX5" fmla="*/ 1134 w 15896"/>
                    <a:gd name="connsiteY5" fmla="*/ 22077 h 22076"/>
                    <a:gd name="connsiteX6" fmla="*/ 823 w 15896"/>
                    <a:gd name="connsiteY6" fmla="*/ 20525 h 22076"/>
                    <a:gd name="connsiteX7" fmla="*/ 1444 w 15896"/>
                    <a:gd name="connsiteY7" fmla="*/ 15649 h 22076"/>
                    <a:gd name="connsiteX8" fmla="*/ 5833 w 15896"/>
                    <a:gd name="connsiteY8" fmla="*/ 8201 h 22076"/>
                    <a:gd name="connsiteX9" fmla="*/ 15896 w 15896"/>
                    <a:gd name="connsiteY9" fmla="*/ 0 h 22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896" h="22076">
                      <a:moveTo>
                        <a:pt x="15896" y="0"/>
                      </a:moveTo>
                      <a:cubicBezTo>
                        <a:pt x="15896" y="0"/>
                        <a:pt x="14655" y="576"/>
                        <a:pt x="12837" y="1818"/>
                      </a:cubicBezTo>
                      <a:cubicBezTo>
                        <a:pt x="11019" y="3059"/>
                        <a:pt x="8581" y="4566"/>
                        <a:pt x="6276" y="6960"/>
                      </a:cubicBezTo>
                      <a:cubicBezTo>
                        <a:pt x="5123" y="8113"/>
                        <a:pt x="4015" y="9221"/>
                        <a:pt x="3084" y="10595"/>
                      </a:cubicBezTo>
                      <a:cubicBezTo>
                        <a:pt x="2153" y="12014"/>
                        <a:pt x="1355" y="13432"/>
                        <a:pt x="779" y="14762"/>
                      </a:cubicBezTo>
                      <a:cubicBezTo>
                        <a:pt x="-374" y="17466"/>
                        <a:pt x="-240" y="20437"/>
                        <a:pt x="1134" y="22077"/>
                      </a:cubicBezTo>
                      <a:cubicBezTo>
                        <a:pt x="1134" y="22077"/>
                        <a:pt x="912" y="21589"/>
                        <a:pt x="823" y="20525"/>
                      </a:cubicBezTo>
                      <a:cubicBezTo>
                        <a:pt x="779" y="19550"/>
                        <a:pt x="690" y="17644"/>
                        <a:pt x="1444" y="15649"/>
                      </a:cubicBezTo>
                      <a:cubicBezTo>
                        <a:pt x="2153" y="13654"/>
                        <a:pt x="3483" y="10728"/>
                        <a:pt x="5833" y="8201"/>
                      </a:cubicBezTo>
                      <a:cubicBezTo>
                        <a:pt x="8227" y="5320"/>
                        <a:pt x="11507" y="2660"/>
                        <a:pt x="158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52" name="Forme libre : forme 26051">
                  <a:extLst>
                    <a:ext uri="{FF2B5EF4-FFF2-40B4-BE49-F238E27FC236}">
                      <a16:creationId xmlns:a16="http://schemas.microsoft.com/office/drawing/2014/main" id="{CDDD891C-7DBB-402B-A0FC-771C78893A49}"/>
                    </a:ext>
                  </a:extLst>
                </p:cNvPr>
                <p:cNvSpPr/>
                <p:nvPr/>
              </p:nvSpPr>
              <p:spPr>
                <a:xfrm>
                  <a:off x="6247606" y="1685373"/>
                  <a:ext cx="9636" cy="7139"/>
                </a:xfrm>
                <a:custGeom>
                  <a:avLst/>
                  <a:gdLst>
                    <a:gd name="connsiteX0" fmla="*/ 9625 w 9636"/>
                    <a:gd name="connsiteY0" fmla="*/ 445 h 7139"/>
                    <a:gd name="connsiteX1" fmla="*/ 8473 w 9636"/>
                    <a:gd name="connsiteY1" fmla="*/ 2883 h 7139"/>
                    <a:gd name="connsiteX2" fmla="*/ 5015 w 9636"/>
                    <a:gd name="connsiteY2" fmla="*/ 5764 h 7139"/>
                    <a:gd name="connsiteX3" fmla="*/ 6 w 9636"/>
                    <a:gd name="connsiteY3" fmla="*/ 6474 h 7139"/>
                    <a:gd name="connsiteX4" fmla="*/ 4882 w 9636"/>
                    <a:gd name="connsiteY4" fmla="*/ 1996 h 7139"/>
                    <a:gd name="connsiteX5" fmla="*/ 9625 w 9636"/>
                    <a:gd name="connsiteY5" fmla="*/ 445 h 7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636" h="7139">
                      <a:moveTo>
                        <a:pt x="9625" y="445"/>
                      </a:moveTo>
                      <a:cubicBezTo>
                        <a:pt x="9714" y="977"/>
                        <a:pt x="9271" y="1863"/>
                        <a:pt x="8473" y="2883"/>
                      </a:cubicBezTo>
                      <a:cubicBezTo>
                        <a:pt x="7630" y="3814"/>
                        <a:pt x="6389" y="4922"/>
                        <a:pt x="5015" y="5764"/>
                      </a:cubicBezTo>
                      <a:cubicBezTo>
                        <a:pt x="2133" y="7405"/>
                        <a:pt x="-128" y="7493"/>
                        <a:pt x="6" y="6474"/>
                      </a:cubicBezTo>
                      <a:cubicBezTo>
                        <a:pt x="138" y="5454"/>
                        <a:pt x="2399" y="3681"/>
                        <a:pt x="4882" y="1996"/>
                      </a:cubicBezTo>
                      <a:cubicBezTo>
                        <a:pt x="7409" y="356"/>
                        <a:pt x="9404" y="-619"/>
                        <a:pt x="9625" y="44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53" name="Forme libre : forme 26052">
                  <a:extLst>
                    <a:ext uri="{FF2B5EF4-FFF2-40B4-BE49-F238E27FC236}">
                      <a16:creationId xmlns:a16="http://schemas.microsoft.com/office/drawing/2014/main" id="{CA5AB93D-90CE-4738-A1AA-1A751D7DAECA}"/>
                    </a:ext>
                  </a:extLst>
                </p:cNvPr>
                <p:cNvSpPr/>
                <p:nvPr/>
              </p:nvSpPr>
              <p:spPr>
                <a:xfrm>
                  <a:off x="6255791" y="1684226"/>
                  <a:ext cx="2377" cy="2572"/>
                </a:xfrm>
                <a:custGeom>
                  <a:avLst/>
                  <a:gdLst>
                    <a:gd name="connsiteX0" fmla="*/ 2238 w 2377"/>
                    <a:gd name="connsiteY0" fmla="*/ 84 h 2572"/>
                    <a:gd name="connsiteX1" fmla="*/ 1707 w 2377"/>
                    <a:gd name="connsiteY1" fmla="*/ 1768 h 2572"/>
                    <a:gd name="connsiteX2" fmla="*/ 111 w 2377"/>
                    <a:gd name="connsiteY2" fmla="*/ 2478 h 2572"/>
                    <a:gd name="connsiteX3" fmla="*/ 687 w 2377"/>
                    <a:gd name="connsiteY3" fmla="*/ 837 h 2572"/>
                    <a:gd name="connsiteX4" fmla="*/ 2238 w 2377"/>
                    <a:gd name="connsiteY4" fmla="*/ 84 h 2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" h="2572">
                      <a:moveTo>
                        <a:pt x="2238" y="84"/>
                      </a:moveTo>
                      <a:cubicBezTo>
                        <a:pt x="2549" y="305"/>
                        <a:pt x="2327" y="1103"/>
                        <a:pt x="1707" y="1768"/>
                      </a:cubicBezTo>
                      <a:cubicBezTo>
                        <a:pt x="1086" y="2433"/>
                        <a:pt x="377" y="2744"/>
                        <a:pt x="111" y="2478"/>
                      </a:cubicBezTo>
                      <a:cubicBezTo>
                        <a:pt x="-155" y="2212"/>
                        <a:pt x="66" y="1458"/>
                        <a:pt x="687" y="837"/>
                      </a:cubicBezTo>
                      <a:cubicBezTo>
                        <a:pt x="1263" y="217"/>
                        <a:pt x="1928" y="-182"/>
                        <a:pt x="2238" y="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54" name="Forme libre : forme 26053">
                  <a:extLst>
                    <a:ext uri="{FF2B5EF4-FFF2-40B4-BE49-F238E27FC236}">
                      <a16:creationId xmlns:a16="http://schemas.microsoft.com/office/drawing/2014/main" id="{A53DCBB8-F3BF-4969-841A-F9220E84E023}"/>
                    </a:ext>
                  </a:extLst>
                </p:cNvPr>
                <p:cNvSpPr/>
                <p:nvPr/>
              </p:nvSpPr>
              <p:spPr>
                <a:xfrm>
                  <a:off x="6243703" y="1671593"/>
                  <a:ext cx="23147" cy="14895"/>
                </a:xfrm>
                <a:custGeom>
                  <a:avLst/>
                  <a:gdLst>
                    <a:gd name="connsiteX0" fmla="*/ 15567 w 23147"/>
                    <a:gd name="connsiteY0" fmla="*/ 482 h 14895"/>
                    <a:gd name="connsiteX1" fmla="*/ 22128 w 23147"/>
                    <a:gd name="connsiteY1" fmla="*/ 836 h 14895"/>
                    <a:gd name="connsiteX2" fmla="*/ 22882 w 23147"/>
                    <a:gd name="connsiteY2" fmla="*/ 3762 h 14895"/>
                    <a:gd name="connsiteX3" fmla="*/ 20178 w 23147"/>
                    <a:gd name="connsiteY3" fmla="*/ 6511 h 14895"/>
                    <a:gd name="connsiteX4" fmla="*/ 16099 w 23147"/>
                    <a:gd name="connsiteY4" fmla="*/ 7486 h 14895"/>
                    <a:gd name="connsiteX5" fmla="*/ 11711 w 23147"/>
                    <a:gd name="connsiteY5" fmla="*/ 9215 h 14895"/>
                    <a:gd name="connsiteX6" fmla="*/ 9051 w 23147"/>
                    <a:gd name="connsiteY6" fmla="*/ 11165 h 14895"/>
                    <a:gd name="connsiteX7" fmla="*/ 4972 w 23147"/>
                    <a:gd name="connsiteY7" fmla="*/ 13692 h 14895"/>
                    <a:gd name="connsiteX8" fmla="*/ 52 w 23147"/>
                    <a:gd name="connsiteY8" fmla="*/ 14003 h 14895"/>
                    <a:gd name="connsiteX9" fmla="*/ 4529 w 23147"/>
                    <a:gd name="connsiteY9" fmla="*/ 8993 h 14895"/>
                    <a:gd name="connsiteX10" fmla="*/ 9671 w 23147"/>
                    <a:gd name="connsiteY10" fmla="*/ 4028 h 14895"/>
                    <a:gd name="connsiteX11" fmla="*/ 15567 w 23147"/>
                    <a:gd name="connsiteY11" fmla="*/ 482 h 14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147" h="14895">
                      <a:moveTo>
                        <a:pt x="15567" y="482"/>
                      </a:moveTo>
                      <a:cubicBezTo>
                        <a:pt x="18006" y="-361"/>
                        <a:pt x="20222" y="-6"/>
                        <a:pt x="22128" y="836"/>
                      </a:cubicBezTo>
                      <a:cubicBezTo>
                        <a:pt x="22837" y="1147"/>
                        <a:pt x="23547" y="1989"/>
                        <a:pt x="22882" y="3762"/>
                      </a:cubicBezTo>
                      <a:cubicBezTo>
                        <a:pt x="22350" y="5358"/>
                        <a:pt x="21020" y="6156"/>
                        <a:pt x="20178" y="6511"/>
                      </a:cubicBezTo>
                      <a:cubicBezTo>
                        <a:pt x="18803" y="7043"/>
                        <a:pt x="17474" y="7220"/>
                        <a:pt x="16099" y="7486"/>
                      </a:cubicBezTo>
                      <a:cubicBezTo>
                        <a:pt x="14725" y="7796"/>
                        <a:pt x="13351" y="8284"/>
                        <a:pt x="11711" y="9215"/>
                      </a:cubicBezTo>
                      <a:cubicBezTo>
                        <a:pt x="11223" y="9525"/>
                        <a:pt x="10292" y="10323"/>
                        <a:pt x="9051" y="11165"/>
                      </a:cubicBezTo>
                      <a:cubicBezTo>
                        <a:pt x="7898" y="12096"/>
                        <a:pt x="6346" y="12939"/>
                        <a:pt x="4972" y="13692"/>
                      </a:cubicBezTo>
                      <a:cubicBezTo>
                        <a:pt x="2091" y="15022"/>
                        <a:pt x="-392" y="15421"/>
                        <a:pt x="52" y="14003"/>
                      </a:cubicBezTo>
                      <a:cubicBezTo>
                        <a:pt x="495" y="12628"/>
                        <a:pt x="2445" y="10811"/>
                        <a:pt x="4529" y="8993"/>
                      </a:cubicBezTo>
                      <a:cubicBezTo>
                        <a:pt x="6346" y="7220"/>
                        <a:pt x="8386" y="5314"/>
                        <a:pt x="9671" y="4028"/>
                      </a:cubicBezTo>
                      <a:cubicBezTo>
                        <a:pt x="11666" y="2388"/>
                        <a:pt x="13750" y="1102"/>
                        <a:pt x="15567" y="48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94" name="Graphique 2">
                <a:extLst>
                  <a:ext uri="{FF2B5EF4-FFF2-40B4-BE49-F238E27FC236}">
                    <a16:creationId xmlns:a16="http://schemas.microsoft.com/office/drawing/2014/main" id="{37296974-DF42-4327-A1C3-4E4CFC35BEBA}"/>
                  </a:ext>
                </a:extLst>
              </p:cNvPr>
              <p:cNvGrpSpPr/>
              <p:nvPr/>
            </p:nvGrpSpPr>
            <p:grpSpPr>
              <a:xfrm>
                <a:off x="6240827" y="1602814"/>
                <a:ext cx="42052" cy="65945"/>
                <a:chOff x="6240827" y="1602814"/>
                <a:chExt cx="42052" cy="65945"/>
              </a:xfrm>
              <a:solidFill>
                <a:schemeClr val="accent1"/>
              </a:solidFill>
            </p:grpSpPr>
            <p:sp>
              <p:nvSpPr>
                <p:cNvPr id="26031" name="Forme libre : forme 26030">
                  <a:extLst>
                    <a:ext uri="{FF2B5EF4-FFF2-40B4-BE49-F238E27FC236}">
                      <a16:creationId xmlns:a16="http://schemas.microsoft.com/office/drawing/2014/main" id="{6349C265-DF59-4B51-BC92-0004174F9BCD}"/>
                    </a:ext>
                  </a:extLst>
                </p:cNvPr>
                <p:cNvSpPr/>
                <p:nvPr/>
              </p:nvSpPr>
              <p:spPr>
                <a:xfrm>
                  <a:off x="6240827" y="1602814"/>
                  <a:ext cx="42052" cy="65908"/>
                </a:xfrm>
                <a:custGeom>
                  <a:avLst/>
                  <a:gdLst>
                    <a:gd name="connsiteX0" fmla="*/ 29570 w 42052"/>
                    <a:gd name="connsiteY0" fmla="*/ 10478 h 65908"/>
                    <a:gd name="connsiteX1" fmla="*/ 41850 w 42052"/>
                    <a:gd name="connsiteY1" fmla="*/ 41377 h 65908"/>
                    <a:gd name="connsiteX2" fmla="*/ 41451 w 42052"/>
                    <a:gd name="connsiteY2" fmla="*/ 51928 h 65908"/>
                    <a:gd name="connsiteX3" fmla="*/ 38569 w 42052"/>
                    <a:gd name="connsiteY3" fmla="*/ 60084 h 65908"/>
                    <a:gd name="connsiteX4" fmla="*/ 34491 w 42052"/>
                    <a:gd name="connsiteY4" fmla="*/ 64872 h 65908"/>
                    <a:gd name="connsiteX5" fmla="*/ 30457 w 42052"/>
                    <a:gd name="connsiteY5" fmla="*/ 65759 h 65908"/>
                    <a:gd name="connsiteX6" fmla="*/ 23586 w 42052"/>
                    <a:gd name="connsiteY6" fmla="*/ 63808 h 65908"/>
                    <a:gd name="connsiteX7" fmla="*/ 20482 w 42052"/>
                    <a:gd name="connsiteY7" fmla="*/ 61326 h 65908"/>
                    <a:gd name="connsiteX8" fmla="*/ 18355 w 42052"/>
                    <a:gd name="connsiteY8" fmla="*/ 56804 h 65908"/>
                    <a:gd name="connsiteX9" fmla="*/ 16847 w 42052"/>
                    <a:gd name="connsiteY9" fmla="*/ 50952 h 65908"/>
                    <a:gd name="connsiteX10" fmla="*/ 15783 w 42052"/>
                    <a:gd name="connsiteY10" fmla="*/ 44303 h 65908"/>
                    <a:gd name="connsiteX11" fmla="*/ 9134 w 42052"/>
                    <a:gd name="connsiteY11" fmla="*/ 27501 h 65908"/>
                    <a:gd name="connsiteX12" fmla="*/ 5898 w 42052"/>
                    <a:gd name="connsiteY12" fmla="*/ 23511 h 65908"/>
                    <a:gd name="connsiteX13" fmla="*/ 3105 w 42052"/>
                    <a:gd name="connsiteY13" fmla="*/ 19743 h 65908"/>
                    <a:gd name="connsiteX14" fmla="*/ 1864 w 42052"/>
                    <a:gd name="connsiteY14" fmla="*/ 17793 h 65908"/>
                    <a:gd name="connsiteX15" fmla="*/ 799 w 42052"/>
                    <a:gd name="connsiteY15" fmla="*/ 15887 h 65908"/>
                    <a:gd name="connsiteX16" fmla="*/ 46 w 42052"/>
                    <a:gd name="connsiteY16" fmla="*/ 11897 h 65908"/>
                    <a:gd name="connsiteX17" fmla="*/ 1110 w 42052"/>
                    <a:gd name="connsiteY17" fmla="*/ 4538 h 65908"/>
                    <a:gd name="connsiteX18" fmla="*/ 3814 w 42052"/>
                    <a:gd name="connsiteY18" fmla="*/ 1213 h 65908"/>
                    <a:gd name="connsiteX19" fmla="*/ 6740 w 42052"/>
                    <a:gd name="connsiteY19" fmla="*/ 193 h 65908"/>
                    <a:gd name="connsiteX20" fmla="*/ 10641 w 42052"/>
                    <a:gd name="connsiteY20" fmla="*/ 16 h 65908"/>
                    <a:gd name="connsiteX21" fmla="*/ 20305 w 42052"/>
                    <a:gd name="connsiteY21" fmla="*/ 2809 h 65908"/>
                    <a:gd name="connsiteX22" fmla="*/ 29570 w 42052"/>
                    <a:gd name="connsiteY22" fmla="*/ 10478 h 65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2052" h="65908">
                      <a:moveTo>
                        <a:pt x="29570" y="10478"/>
                      </a:moveTo>
                      <a:cubicBezTo>
                        <a:pt x="37151" y="19876"/>
                        <a:pt x="40742" y="30782"/>
                        <a:pt x="41850" y="41377"/>
                      </a:cubicBezTo>
                      <a:cubicBezTo>
                        <a:pt x="42249" y="45101"/>
                        <a:pt x="42027" y="48736"/>
                        <a:pt x="41451" y="51928"/>
                      </a:cubicBezTo>
                      <a:cubicBezTo>
                        <a:pt x="40830" y="55119"/>
                        <a:pt x="39766" y="57912"/>
                        <a:pt x="38569" y="60084"/>
                      </a:cubicBezTo>
                      <a:cubicBezTo>
                        <a:pt x="37284" y="62257"/>
                        <a:pt x="35910" y="63897"/>
                        <a:pt x="34491" y="64872"/>
                      </a:cubicBezTo>
                      <a:cubicBezTo>
                        <a:pt x="33072" y="65848"/>
                        <a:pt x="31698" y="66113"/>
                        <a:pt x="30457" y="65759"/>
                      </a:cubicBezTo>
                      <a:lnTo>
                        <a:pt x="23586" y="63808"/>
                      </a:lnTo>
                      <a:cubicBezTo>
                        <a:pt x="22344" y="63454"/>
                        <a:pt x="21325" y="62567"/>
                        <a:pt x="20482" y="61326"/>
                      </a:cubicBezTo>
                      <a:cubicBezTo>
                        <a:pt x="19640" y="60129"/>
                        <a:pt x="18887" y="58533"/>
                        <a:pt x="18355" y="56804"/>
                      </a:cubicBezTo>
                      <a:cubicBezTo>
                        <a:pt x="17734" y="55031"/>
                        <a:pt x="17246" y="53080"/>
                        <a:pt x="16847" y="50952"/>
                      </a:cubicBezTo>
                      <a:cubicBezTo>
                        <a:pt x="16404" y="48869"/>
                        <a:pt x="16094" y="46608"/>
                        <a:pt x="15783" y="44303"/>
                      </a:cubicBezTo>
                      <a:cubicBezTo>
                        <a:pt x="15074" y="37697"/>
                        <a:pt x="12592" y="31535"/>
                        <a:pt x="9134" y="27501"/>
                      </a:cubicBezTo>
                      <a:cubicBezTo>
                        <a:pt x="7937" y="26038"/>
                        <a:pt x="6873" y="24841"/>
                        <a:pt x="5898" y="23511"/>
                      </a:cubicBezTo>
                      <a:cubicBezTo>
                        <a:pt x="4922" y="22270"/>
                        <a:pt x="3991" y="21029"/>
                        <a:pt x="3105" y="19743"/>
                      </a:cubicBezTo>
                      <a:cubicBezTo>
                        <a:pt x="2662" y="19123"/>
                        <a:pt x="2218" y="18458"/>
                        <a:pt x="1864" y="17793"/>
                      </a:cubicBezTo>
                      <a:cubicBezTo>
                        <a:pt x="1464" y="17172"/>
                        <a:pt x="1110" y="16552"/>
                        <a:pt x="799" y="15887"/>
                      </a:cubicBezTo>
                      <a:cubicBezTo>
                        <a:pt x="223" y="14557"/>
                        <a:pt x="-131" y="13182"/>
                        <a:pt x="46" y="11897"/>
                      </a:cubicBezTo>
                      <a:lnTo>
                        <a:pt x="1110" y="4538"/>
                      </a:lnTo>
                      <a:cubicBezTo>
                        <a:pt x="1287" y="3208"/>
                        <a:pt x="2174" y="2055"/>
                        <a:pt x="3814" y="1213"/>
                      </a:cubicBezTo>
                      <a:cubicBezTo>
                        <a:pt x="4612" y="770"/>
                        <a:pt x="5587" y="459"/>
                        <a:pt x="6740" y="193"/>
                      </a:cubicBezTo>
                      <a:cubicBezTo>
                        <a:pt x="7893" y="16"/>
                        <a:pt x="9178" y="-28"/>
                        <a:pt x="10641" y="16"/>
                      </a:cubicBezTo>
                      <a:cubicBezTo>
                        <a:pt x="13522" y="149"/>
                        <a:pt x="16892" y="1080"/>
                        <a:pt x="20305" y="2809"/>
                      </a:cubicBezTo>
                      <a:cubicBezTo>
                        <a:pt x="23586" y="4582"/>
                        <a:pt x="26955" y="7198"/>
                        <a:pt x="29570" y="1047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32" name="Forme libre : forme 26031">
                  <a:extLst>
                    <a:ext uri="{FF2B5EF4-FFF2-40B4-BE49-F238E27FC236}">
                      <a16:creationId xmlns:a16="http://schemas.microsoft.com/office/drawing/2014/main" id="{C49A71A0-C168-45DE-9EAD-5B9D624F8A97}"/>
                    </a:ext>
                  </a:extLst>
                </p:cNvPr>
                <p:cNvSpPr/>
                <p:nvPr/>
              </p:nvSpPr>
              <p:spPr>
                <a:xfrm>
                  <a:off x="6241804" y="1602814"/>
                  <a:ext cx="41061" cy="65945"/>
                </a:xfrm>
                <a:custGeom>
                  <a:avLst/>
                  <a:gdLst>
                    <a:gd name="connsiteX0" fmla="*/ 31519 w 41061"/>
                    <a:gd name="connsiteY0" fmla="*/ 37431 h 65945"/>
                    <a:gd name="connsiteX1" fmla="*/ 32273 w 41061"/>
                    <a:gd name="connsiteY1" fmla="*/ 53657 h 65945"/>
                    <a:gd name="connsiteX2" fmla="*/ 26465 w 41061"/>
                    <a:gd name="connsiteY2" fmla="*/ 64961 h 65945"/>
                    <a:gd name="connsiteX3" fmla="*/ 29436 w 41061"/>
                    <a:gd name="connsiteY3" fmla="*/ 65803 h 65945"/>
                    <a:gd name="connsiteX4" fmla="*/ 33470 w 41061"/>
                    <a:gd name="connsiteY4" fmla="*/ 64917 h 65945"/>
                    <a:gd name="connsiteX5" fmla="*/ 37548 w 41061"/>
                    <a:gd name="connsiteY5" fmla="*/ 60129 h 65945"/>
                    <a:gd name="connsiteX6" fmla="*/ 40430 w 41061"/>
                    <a:gd name="connsiteY6" fmla="*/ 51972 h 65945"/>
                    <a:gd name="connsiteX7" fmla="*/ 40829 w 41061"/>
                    <a:gd name="connsiteY7" fmla="*/ 41421 h 65945"/>
                    <a:gd name="connsiteX8" fmla="*/ 28549 w 41061"/>
                    <a:gd name="connsiteY8" fmla="*/ 10522 h 65945"/>
                    <a:gd name="connsiteX9" fmla="*/ 19239 w 41061"/>
                    <a:gd name="connsiteY9" fmla="*/ 2809 h 65945"/>
                    <a:gd name="connsiteX10" fmla="*/ 9575 w 41061"/>
                    <a:gd name="connsiteY10" fmla="*/ 16 h 65945"/>
                    <a:gd name="connsiteX11" fmla="*/ 5674 w 41061"/>
                    <a:gd name="connsiteY11" fmla="*/ 193 h 65945"/>
                    <a:gd name="connsiteX12" fmla="*/ 2748 w 41061"/>
                    <a:gd name="connsiteY12" fmla="*/ 1213 h 65945"/>
                    <a:gd name="connsiteX13" fmla="*/ 44 w 41061"/>
                    <a:gd name="connsiteY13" fmla="*/ 4538 h 65945"/>
                    <a:gd name="connsiteX14" fmla="*/ 0 w 41061"/>
                    <a:gd name="connsiteY14" fmla="*/ 4759 h 65945"/>
                    <a:gd name="connsiteX15" fmla="*/ 11659 w 41061"/>
                    <a:gd name="connsiteY15" fmla="*/ 8616 h 65945"/>
                    <a:gd name="connsiteX16" fmla="*/ 20836 w 41061"/>
                    <a:gd name="connsiteY16" fmla="*/ 16463 h 65945"/>
                    <a:gd name="connsiteX17" fmla="*/ 27175 w 41061"/>
                    <a:gd name="connsiteY17" fmla="*/ 26393 h 65945"/>
                    <a:gd name="connsiteX18" fmla="*/ 31519 w 41061"/>
                    <a:gd name="connsiteY18" fmla="*/ 37431 h 65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1061" h="65945">
                      <a:moveTo>
                        <a:pt x="31519" y="37431"/>
                      </a:moveTo>
                      <a:cubicBezTo>
                        <a:pt x="33204" y="42840"/>
                        <a:pt x="33337" y="48691"/>
                        <a:pt x="32273" y="53657"/>
                      </a:cubicBezTo>
                      <a:cubicBezTo>
                        <a:pt x="31165" y="58622"/>
                        <a:pt x="29037" y="62700"/>
                        <a:pt x="26465" y="64961"/>
                      </a:cubicBezTo>
                      <a:lnTo>
                        <a:pt x="29436" y="65803"/>
                      </a:lnTo>
                      <a:cubicBezTo>
                        <a:pt x="30677" y="66158"/>
                        <a:pt x="32051" y="65848"/>
                        <a:pt x="33470" y="64917"/>
                      </a:cubicBezTo>
                      <a:cubicBezTo>
                        <a:pt x="34933" y="63986"/>
                        <a:pt x="36263" y="62345"/>
                        <a:pt x="37548" y="60129"/>
                      </a:cubicBezTo>
                      <a:cubicBezTo>
                        <a:pt x="38745" y="57912"/>
                        <a:pt x="39809" y="55164"/>
                        <a:pt x="40430" y="51972"/>
                      </a:cubicBezTo>
                      <a:cubicBezTo>
                        <a:pt x="41051" y="48780"/>
                        <a:pt x="41272" y="45189"/>
                        <a:pt x="40829" y="41421"/>
                      </a:cubicBezTo>
                      <a:cubicBezTo>
                        <a:pt x="39720" y="30826"/>
                        <a:pt x="36130" y="19921"/>
                        <a:pt x="28549" y="10522"/>
                      </a:cubicBezTo>
                      <a:cubicBezTo>
                        <a:pt x="25934" y="7242"/>
                        <a:pt x="22564" y="4626"/>
                        <a:pt x="19239" y="2809"/>
                      </a:cubicBezTo>
                      <a:cubicBezTo>
                        <a:pt x="15826" y="1080"/>
                        <a:pt x="12457" y="149"/>
                        <a:pt x="9575" y="16"/>
                      </a:cubicBezTo>
                      <a:cubicBezTo>
                        <a:pt x="8112" y="-28"/>
                        <a:pt x="6827" y="16"/>
                        <a:pt x="5674" y="193"/>
                      </a:cubicBezTo>
                      <a:cubicBezTo>
                        <a:pt x="4522" y="459"/>
                        <a:pt x="3546" y="814"/>
                        <a:pt x="2748" y="1213"/>
                      </a:cubicBezTo>
                      <a:cubicBezTo>
                        <a:pt x="1153" y="2055"/>
                        <a:pt x="266" y="3208"/>
                        <a:pt x="44" y="4538"/>
                      </a:cubicBezTo>
                      <a:lnTo>
                        <a:pt x="0" y="4759"/>
                      </a:lnTo>
                      <a:cubicBezTo>
                        <a:pt x="4078" y="5291"/>
                        <a:pt x="8068" y="6621"/>
                        <a:pt x="11659" y="8616"/>
                      </a:cubicBezTo>
                      <a:cubicBezTo>
                        <a:pt x="15250" y="10655"/>
                        <a:pt x="18264" y="13404"/>
                        <a:pt x="20836" y="16463"/>
                      </a:cubicBezTo>
                      <a:cubicBezTo>
                        <a:pt x="23451" y="19477"/>
                        <a:pt x="25490" y="22891"/>
                        <a:pt x="27175" y="26393"/>
                      </a:cubicBezTo>
                      <a:cubicBezTo>
                        <a:pt x="28948" y="29939"/>
                        <a:pt x="30367" y="33619"/>
                        <a:pt x="31519" y="3743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33" name="Forme libre : forme 26032">
                  <a:extLst>
                    <a:ext uri="{FF2B5EF4-FFF2-40B4-BE49-F238E27FC236}">
                      <a16:creationId xmlns:a16="http://schemas.microsoft.com/office/drawing/2014/main" id="{B8A9D51D-9197-45DF-B907-DB5A8973A22F}"/>
                    </a:ext>
                  </a:extLst>
                </p:cNvPr>
                <p:cNvSpPr/>
                <p:nvPr/>
              </p:nvSpPr>
              <p:spPr>
                <a:xfrm>
                  <a:off x="6254611" y="1615292"/>
                  <a:ext cx="17959" cy="28601"/>
                </a:xfrm>
                <a:custGeom>
                  <a:avLst/>
                  <a:gdLst>
                    <a:gd name="connsiteX0" fmla="*/ 359 w 17959"/>
                    <a:gd name="connsiteY0" fmla="*/ 748 h 28601"/>
                    <a:gd name="connsiteX1" fmla="*/ 6477 w 17959"/>
                    <a:gd name="connsiteY1" fmla="*/ 1369 h 28601"/>
                    <a:gd name="connsiteX2" fmla="*/ 11043 w 17959"/>
                    <a:gd name="connsiteY2" fmla="*/ 5048 h 28601"/>
                    <a:gd name="connsiteX3" fmla="*/ 15077 w 17959"/>
                    <a:gd name="connsiteY3" fmla="*/ 10900 h 28601"/>
                    <a:gd name="connsiteX4" fmla="*/ 17427 w 17959"/>
                    <a:gd name="connsiteY4" fmla="*/ 17505 h 28601"/>
                    <a:gd name="connsiteX5" fmla="*/ 17959 w 17959"/>
                    <a:gd name="connsiteY5" fmla="*/ 23135 h 28601"/>
                    <a:gd name="connsiteX6" fmla="*/ 15388 w 17959"/>
                    <a:gd name="connsiteY6" fmla="*/ 28588 h 28601"/>
                    <a:gd name="connsiteX7" fmla="*/ 11088 w 17959"/>
                    <a:gd name="connsiteY7" fmla="*/ 24731 h 28601"/>
                    <a:gd name="connsiteX8" fmla="*/ 8738 w 17959"/>
                    <a:gd name="connsiteY8" fmla="*/ 20475 h 28601"/>
                    <a:gd name="connsiteX9" fmla="*/ 6167 w 17959"/>
                    <a:gd name="connsiteY9" fmla="*/ 15422 h 28601"/>
                    <a:gd name="connsiteX10" fmla="*/ 1423 w 17959"/>
                    <a:gd name="connsiteY10" fmla="*/ 6334 h 28601"/>
                    <a:gd name="connsiteX11" fmla="*/ 359 w 17959"/>
                    <a:gd name="connsiteY11" fmla="*/ 748 h 28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959" h="28601">
                      <a:moveTo>
                        <a:pt x="359" y="748"/>
                      </a:moveTo>
                      <a:cubicBezTo>
                        <a:pt x="1113" y="-316"/>
                        <a:pt x="3551" y="-360"/>
                        <a:pt x="6477" y="1369"/>
                      </a:cubicBezTo>
                      <a:cubicBezTo>
                        <a:pt x="8029" y="2167"/>
                        <a:pt x="9492" y="3497"/>
                        <a:pt x="11043" y="5048"/>
                      </a:cubicBezTo>
                      <a:cubicBezTo>
                        <a:pt x="12506" y="6689"/>
                        <a:pt x="13925" y="8683"/>
                        <a:pt x="15077" y="10900"/>
                      </a:cubicBezTo>
                      <a:cubicBezTo>
                        <a:pt x="16186" y="13161"/>
                        <a:pt x="16984" y="15377"/>
                        <a:pt x="17427" y="17505"/>
                      </a:cubicBezTo>
                      <a:cubicBezTo>
                        <a:pt x="17915" y="19589"/>
                        <a:pt x="17959" y="21540"/>
                        <a:pt x="17959" y="23135"/>
                      </a:cubicBezTo>
                      <a:cubicBezTo>
                        <a:pt x="17737" y="26416"/>
                        <a:pt x="16762" y="28411"/>
                        <a:pt x="15388" y="28588"/>
                      </a:cubicBezTo>
                      <a:cubicBezTo>
                        <a:pt x="14058" y="28765"/>
                        <a:pt x="12551" y="27170"/>
                        <a:pt x="11088" y="24731"/>
                      </a:cubicBezTo>
                      <a:cubicBezTo>
                        <a:pt x="10290" y="23534"/>
                        <a:pt x="9580" y="22027"/>
                        <a:pt x="8738" y="20475"/>
                      </a:cubicBezTo>
                      <a:cubicBezTo>
                        <a:pt x="7851" y="18747"/>
                        <a:pt x="7054" y="17106"/>
                        <a:pt x="6167" y="15422"/>
                      </a:cubicBezTo>
                      <a:cubicBezTo>
                        <a:pt x="4660" y="12496"/>
                        <a:pt x="3197" y="9703"/>
                        <a:pt x="1423" y="6334"/>
                      </a:cubicBezTo>
                      <a:cubicBezTo>
                        <a:pt x="271" y="3851"/>
                        <a:pt x="-483" y="1945"/>
                        <a:pt x="359" y="74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34" name="Forme libre : forme 26033">
                  <a:extLst>
                    <a:ext uri="{FF2B5EF4-FFF2-40B4-BE49-F238E27FC236}">
                      <a16:creationId xmlns:a16="http://schemas.microsoft.com/office/drawing/2014/main" id="{6CA2885B-B51D-4D6F-B9F7-D6C5CBEC1E77}"/>
                    </a:ext>
                  </a:extLst>
                </p:cNvPr>
                <p:cNvSpPr/>
                <p:nvPr/>
              </p:nvSpPr>
              <p:spPr>
                <a:xfrm>
                  <a:off x="6264546" y="1619587"/>
                  <a:ext cx="8036" cy="24351"/>
                </a:xfrm>
                <a:custGeom>
                  <a:avLst/>
                  <a:gdLst>
                    <a:gd name="connsiteX0" fmla="*/ 0 w 8036"/>
                    <a:gd name="connsiteY0" fmla="*/ 18486 h 24351"/>
                    <a:gd name="connsiteX1" fmla="*/ 5453 w 8036"/>
                    <a:gd name="connsiteY1" fmla="*/ 24338 h 24351"/>
                    <a:gd name="connsiteX2" fmla="*/ 8024 w 8036"/>
                    <a:gd name="connsiteY2" fmla="*/ 18885 h 24351"/>
                    <a:gd name="connsiteX3" fmla="*/ 7492 w 8036"/>
                    <a:gd name="connsiteY3" fmla="*/ 13255 h 24351"/>
                    <a:gd name="connsiteX4" fmla="*/ 5142 w 8036"/>
                    <a:gd name="connsiteY4" fmla="*/ 6650 h 24351"/>
                    <a:gd name="connsiteX5" fmla="*/ 354 w 8036"/>
                    <a:gd name="connsiteY5" fmla="*/ 0 h 24351"/>
                    <a:gd name="connsiteX6" fmla="*/ 2615 w 8036"/>
                    <a:gd name="connsiteY6" fmla="*/ 3901 h 24351"/>
                    <a:gd name="connsiteX7" fmla="*/ 3591 w 8036"/>
                    <a:gd name="connsiteY7" fmla="*/ 14053 h 24351"/>
                    <a:gd name="connsiteX8" fmla="*/ 0 w 8036"/>
                    <a:gd name="connsiteY8" fmla="*/ 18486 h 24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36" h="24351">
                      <a:moveTo>
                        <a:pt x="0" y="18486"/>
                      </a:moveTo>
                      <a:cubicBezTo>
                        <a:pt x="1951" y="22032"/>
                        <a:pt x="3768" y="24559"/>
                        <a:pt x="5453" y="24338"/>
                      </a:cubicBezTo>
                      <a:cubicBezTo>
                        <a:pt x="6827" y="24160"/>
                        <a:pt x="7802" y="22121"/>
                        <a:pt x="8024" y="18885"/>
                      </a:cubicBezTo>
                      <a:cubicBezTo>
                        <a:pt x="8068" y="17289"/>
                        <a:pt x="8024" y="15338"/>
                        <a:pt x="7492" y="13255"/>
                      </a:cubicBezTo>
                      <a:cubicBezTo>
                        <a:pt x="7093" y="11171"/>
                        <a:pt x="6251" y="8911"/>
                        <a:pt x="5142" y="6650"/>
                      </a:cubicBezTo>
                      <a:cubicBezTo>
                        <a:pt x="3768" y="4034"/>
                        <a:pt x="2128" y="1773"/>
                        <a:pt x="354" y="0"/>
                      </a:cubicBezTo>
                      <a:cubicBezTo>
                        <a:pt x="1330" y="1197"/>
                        <a:pt x="1995" y="2571"/>
                        <a:pt x="2615" y="3901"/>
                      </a:cubicBezTo>
                      <a:cubicBezTo>
                        <a:pt x="3945" y="7758"/>
                        <a:pt x="4256" y="11393"/>
                        <a:pt x="3591" y="14053"/>
                      </a:cubicBezTo>
                      <a:cubicBezTo>
                        <a:pt x="3059" y="16668"/>
                        <a:pt x="1640" y="18309"/>
                        <a:pt x="0" y="18486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35" name="Forme libre : forme 26034">
                  <a:extLst>
                    <a:ext uri="{FF2B5EF4-FFF2-40B4-BE49-F238E27FC236}">
                      <a16:creationId xmlns:a16="http://schemas.microsoft.com/office/drawing/2014/main" id="{8DA22280-67EC-48C9-A5F5-0DF03DE76FA5}"/>
                    </a:ext>
                  </a:extLst>
                </p:cNvPr>
                <p:cNvSpPr/>
                <p:nvPr/>
              </p:nvSpPr>
              <p:spPr>
                <a:xfrm>
                  <a:off x="6253952" y="1613325"/>
                  <a:ext cx="19199" cy="28802"/>
                </a:xfrm>
                <a:custGeom>
                  <a:avLst/>
                  <a:gdLst>
                    <a:gd name="connsiteX0" fmla="*/ 265 w 19199"/>
                    <a:gd name="connsiteY0" fmla="*/ 853 h 28802"/>
                    <a:gd name="connsiteX1" fmla="*/ 6604 w 19199"/>
                    <a:gd name="connsiteY1" fmla="*/ 1252 h 28802"/>
                    <a:gd name="connsiteX2" fmla="*/ 11436 w 19199"/>
                    <a:gd name="connsiteY2" fmla="*/ 4887 h 28802"/>
                    <a:gd name="connsiteX3" fmla="*/ 15825 w 19199"/>
                    <a:gd name="connsiteY3" fmla="*/ 10739 h 28802"/>
                    <a:gd name="connsiteX4" fmla="*/ 18485 w 19199"/>
                    <a:gd name="connsiteY4" fmla="*/ 17389 h 28802"/>
                    <a:gd name="connsiteX5" fmla="*/ 19194 w 19199"/>
                    <a:gd name="connsiteY5" fmla="*/ 23152 h 28802"/>
                    <a:gd name="connsiteX6" fmla="*/ 16844 w 19199"/>
                    <a:gd name="connsiteY6" fmla="*/ 28782 h 28802"/>
                    <a:gd name="connsiteX7" fmla="*/ 12367 w 19199"/>
                    <a:gd name="connsiteY7" fmla="*/ 24969 h 28802"/>
                    <a:gd name="connsiteX8" fmla="*/ 9840 w 19199"/>
                    <a:gd name="connsiteY8" fmla="*/ 20713 h 28802"/>
                    <a:gd name="connsiteX9" fmla="*/ 7003 w 19199"/>
                    <a:gd name="connsiteY9" fmla="*/ 15660 h 28802"/>
                    <a:gd name="connsiteX10" fmla="*/ 4121 w 19199"/>
                    <a:gd name="connsiteY10" fmla="*/ 10695 h 28802"/>
                    <a:gd name="connsiteX11" fmla="*/ 1683 w 19199"/>
                    <a:gd name="connsiteY11" fmla="*/ 6483 h 28802"/>
                    <a:gd name="connsiteX12" fmla="*/ 265 w 19199"/>
                    <a:gd name="connsiteY12" fmla="*/ 853 h 28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199" h="28802">
                      <a:moveTo>
                        <a:pt x="265" y="853"/>
                      </a:moveTo>
                      <a:cubicBezTo>
                        <a:pt x="1063" y="-344"/>
                        <a:pt x="3412" y="-344"/>
                        <a:pt x="6604" y="1252"/>
                      </a:cubicBezTo>
                      <a:cubicBezTo>
                        <a:pt x="8111" y="2094"/>
                        <a:pt x="9884" y="3247"/>
                        <a:pt x="11436" y="4887"/>
                      </a:cubicBezTo>
                      <a:cubicBezTo>
                        <a:pt x="13076" y="6483"/>
                        <a:pt x="14584" y="8478"/>
                        <a:pt x="15825" y="10739"/>
                      </a:cubicBezTo>
                      <a:cubicBezTo>
                        <a:pt x="17110" y="13000"/>
                        <a:pt x="17953" y="15305"/>
                        <a:pt x="18485" y="17389"/>
                      </a:cubicBezTo>
                      <a:cubicBezTo>
                        <a:pt x="19017" y="19516"/>
                        <a:pt x="19238" y="21467"/>
                        <a:pt x="19194" y="23152"/>
                      </a:cubicBezTo>
                      <a:cubicBezTo>
                        <a:pt x="19150" y="26476"/>
                        <a:pt x="18130" y="28560"/>
                        <a:pt x="16844" y="28782"/>
                      </a:cubicBezTo>
                      <a:cubicBezTo>
                        <a:pt x="15426" y="29003"/>
                        <a:pt x="14007" y="27407"/>
                        <a:pt x="12367" y="24969"/>
                      </a:cubicBezTo>
                      <a:cubicBezTo>
                        <a:pt x="11613" y="23728"/>
                        <a:pt x="10727" y="22265"/>
                        <a:pt x="9840" y="20713"/>
                      </a:cubicBezTo>
                      <a:cubicBezTo>
                        <a:pt x="8954" y="19162"/>
                        <a:pt x="8067" y="17389"/>
                        <a:pt x="7003" y="15660"/>
                      </a:cubicBezTo>
                      <a:cubicBezTo>
                        <a:pt x="6028" y="13886"/>
                        <a:pt x="5053" y="12202"/>
                        <a:pt x="4121" y="10695"/>
                      </a:cubicBezTo>
                      <a:cubicBezTo>
                        <a:pt x="3279" y="9143"/>
                        <a:pt x="2348" y="7813"/>
                        <a:pt x="1683" y="6483"/>
                      </a:cubicBezTo>
                      <a:cubicBezTo>
                        <a:pt x="353" y="4045"/>
                        <a:pt x="-444" y="1961"/>
                        <a:pt x="265" y="85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36" name="Forme libre : forme 26035">
                  <a:extLst>
                    <a:ext uri="{FF2B5EF4-FFF2-40B4-BE49-F238E27FC236}">
                      <a16:creationId xmlns:a16="http://schemas.microsoft.com/office/drawing/2014/main" id="{471F7A79-EDE9-4411-8B3E-101C4589C8E6}"/>
                    </a:ext>
                  </a:extLst>
                </p:cNvPr>
                <p:cNvSpPr/>
                <p:nvPr/>
              </p:nvSpPr>
              <p:spPr>
                <a:xfrm>
                  <a:off x="6262611" y="1615472"/>
                  <a:ext cx="17085" cy="42415"/>
                </a:xfrm>
                <a:custGeom>
                  <a:avLst/>
                  <a:gdLst>
                    <a:gd name="connsiteX0" fmla="*/ 8318 w 17085"/>
                    <a:gd name="connsiteY0" fmla="*/ 42195 h 42415"/>
                    <a:gd name="connsiteX1" fmla="*/ 12973 w 17085"/>
                    <a:gd name="connsiteY1" fmla="*/ 41441 h 42415"/>
                    <a:gd name="connsiteX2" fmla="*/ 16741 w 17085"/>
                    <a:gd name="connsiteY2" fmla="*/ 22689 h 42415"/>
                    <a:gd name="connsiteX3" fmla="*/ 8407 w 17085"/>
                    <a:gd name="connsiteY3" fmla="*/ 3804 h 42415"/>
                    <a:gd name="connsiteX4" fmla="*/ 826 w 17085"/>
                    <a:gd name="connsiteY4" fmla="*/ 1278 h 42415"/>
                    <a:gd name="connsiteX5" fmla="*/ 2777 w 17085"/>
                    <a:gd name="connsiteY5" fmla="*/ 7750 h 42415"/>
                    <a:gd name="connsiteX6" fmla="*/ 3353 w 17085"/>
                    <a:gd name="connsiteY6" fmla="*/ 22645 h 42415"/>
                    <a:gd name="connsiteX7" fmla="*/ 206 w 17085"/>
                    <a:gd name="connsiteY7" fmla="*/ 37718 h 42415"/>
                    <a:gd name="connsiteX8" fmla="*/ 8318 w 17085"/>
                    <a:gd name="connsiteY8" fmla="*/ 42195 h 42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85" h="42415">
                      <a:moveTo>
                        <a:pt x="8318" y="42195"/>
                      </a:moveTo>
                      <a:cubicBezTo>
                        <a:pt x="9870" y="42461"/>
                        <a:pt x="11421" y="42727"/>
                        <a:pt x="12973" y="41441"/>
                      </a:cubicBezTo>
                      <a:cubicBezTo>
                        <a:pt x="16032" y="39003"/>
                        <a:pt x="17894" y="30846"/>
                        <a:pt x="16741" y="22689"/>
                      </a:cubicBezTo>
                      <a:cubicBezTo>
                        <a:pt x="15987" y="15951"/>
                        <a:pt x="13017" y="8548"/>
                        <a:pt x="8407" y="3804"/>
                      </a:cubicBezTo>
                      <a:cubicBezTo>
                        <a:pt x="5038" y="169"/>
                        <a:pt x="782" y="-1249"/>
                        <a:pt x="826" y="1278"/>
                      </a:cubicBezTo>
                      <a:cubicBezTo>
                        <a:pt x="738" y="2873"/>
                        <a:pt x="2067" y="5356"/>
                        <a:pt x="2777" y="7750"/>
                      </a:cubicBezTo>
                      <a:cubicBezTo>
                        <a:pt x="4594" y="13336"/>
                        <a:pt x="4462" y="18522"/>
                        <a:pt x="3353" y="22645"/>
                      </a:cubicBezTo>
                      <a:cubicBezTo>
                        <a:pt x="2511" y="26324"/>
                        <a:pt x="-858" y="31999"/>
                        <a:pt x="206" y="37718"/>
                      </a:cubicBezTo>
                      <a:cubicBezTo>
                        <a:pt x="1048" y="43082"/>
                        <a:pt x="6190" y="41929"/>
                        <a:pt x="8318" y="4219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37" name="Forme libre : forme 26036">
                  <a:extLst>
                    <a:ext uri="{FF2B5EF4-FFF2-40B4-BE49-F238E27FC236}">
                      <a16:creationId xmlns:a16="http://schemas.microsoft.com/office/drawing/2014/main" id="{16BC369B-5FF2-47F6-A9D3-4122C19383FF}"/>
                    </a:ext>
                  </a:extLst>
                </p:cNvPr>
                <p:cNvSpPr/>
                <p:nvPr/>
              </p:nvSpPr>
              <p:spPr>
                <a:xfrm>
                  <a:off x="6261556" y="1639521"/>
                  <a:ext cx="6077" cy="11496"/>
                </a:xfrm>
                <a:custGeom>
                  <a:avLst/>
                  <a:gdLst>
                    <a:gd name="connsiteX0" fmla="*/ 4098 w 6077"/>
                    <a:gd name="connsiteY0" fmla="*/ 10787 h 11496"/>
                    <a:gd name="connsiteX1" fmla="*/ 5162 w 6077"/>
                    <a:gd name="connsiteY1" fmla="*/ 11496 h 11496"/>
                    <a:gd name="connsiteX2" fmla="*/ 6048 w 6077"/>
                    <a:gd name="connsiteY2" fmla="*/ 10299 h 11496"/>
                    <a:gd name="connsiteX3" fmla="*/ 5871 w 6077"/>
                    <a:gd name="connsiteY3" fmla="*/ 8083 h 11496"/>
                    <a:gd name="connsiteX4" fmla="*/ 4142 w 6077"/>
                    <a:gd name="connsiteY4" fmla="*/ 2896 h 11496"/>
                    <a:gd name="connsiteX5" fmla="*/ 3122 w 6077"/>
                    <a:gd name="connsiteY5" fmla="*/ 1167 h 11496"/>
                    <a:gd name="connsiteX6" fmla="*/ 640 w 6077"/>
                    <a:gd name="connsiteY6" fmla="*/ 103 h 11496"/>
                    <a:gd name="connsiteX7" fmla="*/ 285 w 6077"/>
                    <a:gd name="connsiteY7" fmla="*/ 3339 h 11496"/>
                    <a:gd name="connsiteX8" fmla="*/ 4098 w 6077"/>
                    <a:gd name="connsiteY8" fmla="*/ 10787 h 11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77" h="11496">
                      <a:moveTo>
                        <a:pt x="4098" y="10787"/>
                      </a:moveTo>
                      <a:cubicBezTo>
                        <a:pt x="4408" y="11186"/>
                        <a:pt x="4763" y="11496"/>
                        <a:pt x="5162" y="11496"/>
                      </a:cubicBezTo>
                      <a:cubicBezTo>
                        <a:pt x="5517" y="11496"/>
                        <a:pt x="5960" y="11053"/>
                        <a:pt x="6048" y="10299"/>
                      </a:cubicBezTo>
                      <a:cubicBezTo>
                        <a:pt x="6137" y="9590"/>
                        <a:pt x="6004" y="8792"/>
                        <a:pt x="5871" y="8083"/>
                      </a:cubicBezTo>
                      <a:cubicBezTo>
                        <a:pt x="5472" y="6221"/>
                        <a:pt x="4896" y="4492"/>
                        <a:pt x="4142" y="2896"/>
                      </a:cubicBezTo>
                      <a:cubicBezTo>
                        <a:pt x="3832" y="2231"/>
                        <a:pt x="3522" y="1611"/>
                        <a:pt x="3122" y="1167"/>
                      </a:cubicBezTo>
                      <a:cubicBezTo>
                        <a:pt x="2369" y="192"/>
                        <a:pt x="1261" y="-207"/>
                        <a:pt x="640" y="103"/>
                      </a:cubicBezTo>
                      <a:cubicBezTo>
                        <a:pt x="19" y="414"/>
                        <a:pt x="-247" y="1389"/>
                        <a:pt x="285" y="3339"/>
                      </a:cubicBezTo>
                      <a:cubicBezTo>
                        <a:pt x="1172" y="6265"/>
                        <a:pt x="2679" y="9236"/>
                        <a:pt x="4098" y="1078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38" name="Forme libre : forme 26037">
                  <a:extLst>
                    <a:ext uri="{FF2B5EF4-FFF2-40B4-BE49-F238E27FC236}">
                      <a16:creationId xmlns:a16="http://schemas.microsoft.com/office/drawing/2014/main" id="{EC39334B-D5D7-4314-B2C0-800F8326108F}"/>
                    </a:ext>
                  </a:extLst>
                </p:cNvPr>
                <p:cNvSpPr/>
                <p:nvPr/>
              </p:nvSpPr>
              <p:spPr>
                <a:xfrm>
                  <a:off x="6244021" y="1604675"/>
                  <a:ext cx="25534" cy="8440"/>
                </a:xfrm>
                <a:custGeom>
                  <a:avLst/>
                  <a:gdLst>
                    <a:gd name="connsiteX0" fmla="*/ 0 w 25534"/>
                    <a:gd name="connsiteY0" fmla="*/ 4229 h 8440"/>
                    <a:gd name="connsiteX1" fmla="*/ 488 w 25534"/>
                    <a:gd name="connsiteY1" fmla="*/ 3032 h 8440"/>
                    <a:gd name="connsiteX2" fmla="*/ 3458 w 25534"/>
                    <a:gd name="connsiteY2" fmla="*/ 726 h 8440"/>
                    <a:gd name="connsiteX3" fmla="*/ 11615 w 25534"/>
                    <a:gd name="connsiteY3" fmla="*/ 416 h 8440"/>
                    <a:gd name="connsiteX4" fmla="*/ 25535 w 25534"/>
                    <a:gd name="connsiteY4" fmla="*/ 8440 h 8440"/>
                    <a:gd name="connsiteX5" fmla="*/ 22830 w 25534"/>
                    <a:gd name="connsiteY5" fmla="*/ 6223 h 8440"/>
                    <a:gd name="connsiteX6" fmla="*/ 15693 w 25534"/>
                    <a:gd name="connsiteY6" fmla="*/ 2367 h 8440"/>
                    <a:gd name="connsiteX7" fmla="*/ 6694 w 25534"/>
                    <a:gd name="connsiteY7" fmla="*/ 1081 h 8440"/>
                    <a:gd name="connsiteX8" fmla="*/ 0 w 25534"/>
                    <a:gd name="connsiteY8" fmla="*/ 4229 h 8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534" h="8440">
                      <a:moveTo>
                        <a:pt x="0" y="4229"/>
                      </a:moveTo>
                      <a:cubicBezTo>
                        <a:pt x="0" y="4229"/>
                        <a:pt x="44" y="3741"/>
                        <a:pt x="488" y="3032"/>
                      </a:cubicBezTo>
                      <a:cubicBezTo>
                        <a:pt x="931" y="2367"/>
                        <a:pt x="1773" y="1391"/>
                        <a:pt x="3458" y="726"/>
                      </a:cubicBezTo>
                      <a:cubicBezTo>
                        <a:pt x="5142" y="106"/>
                        <a:pt x="7758" y="-382"/>
                        <a:pt x="11615" y="416"/>
                      </a:cubicBezTo>
                      <a:cubicBezTo>
                        <a:pt x="15383" y="1258"/>
                        <a:pt x="20525" y="3431"/>
                        <a:pt x="25535" y="8440"/>
                      </a:cubicBezTo>
                      <a:cubicBezTo>
                        <a:pt x="25535" y="8440"/>
                        <a:pt x="24604" y="7465"/>
                        <a:pt x="22830" y="6223"/>
                      </a:cubicBezTo>
                      <a:cubicBezTo>
                        <a:pt x="21146" y="4938"/>
                        <a:pt x="18575" y="3431"/>
                        <a:pt x="15693" y="2367"/>
                      </a:cubicBezTo>
                      <a:cubicBezTo>
                        <a:pt x="12767" y="1303"/>
                        <a:pt x="9531" y="815"/>
                        <a:pt x="6694" y="1081"/>
                      </a:cubicBezTo>
                      <a:cubicBezTo>
                        <a:pt x="3812" y="1436"/>
                        <a:pt x="1463" y="2455"/>
                        <a:pt x="0" y="42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39" name="Forme libre : forme 26038">
                  <a:extLst>
                    <a:ext uri="{FF2B5EF4-FFF2-40B4-BE49-F238E27FC236}">
                      <a16:creationId xmlns:a16="http://schemas.microsoft.com/office/drawing/2014/main" id="{E31592DC-BE8F-475C-80EE-57CEC82D397E}"/>
                    </a:ext>
                  </a:extLst>
                </p:cNvPr>
                <p:cNvSpPr/>
                <p:nvPr/>
              </p:nvSpPr>
              <p:spPr>
                <a:xfrm>
                  <a:off x="6257142" y="1646008"/>
                  <a:ext cx="8245" cy="19638"/>
                </a:xfrm>
                <a:custGeom>
                  <a:avLst/>
                  <a:gdLst>
                    <a:gd name="connsiteX0" fmla="*/ 0 w 8245"/>
                    <a:gd name="connsiteY0" fmla="*/ 0 h 19638"/>
                    <a:gd name="connsiteX1" fmla="*/ 1729 w 8245"/>
                    <a:gd name="connsiteY1" fmla="*/ 8068 h 19638"/>
                    <a:gd name="connsiteX2" fmla="*/ 8246 w 8245"/>
                    <a:gd name="connsiteY2" fmla="*/ 19639 h 19638"/>
                    <a:gd name="connsiteX3" fmla="*/ 5009 w 8245"/>
                    <a:gd name="connsiteY3" fmla="*/ 14895 h 19638"/>
                    <a:gd name="connsiteX4" fmla="*/ 2483 w 8245"/>
                    <a:gd name="connsiteY4" fmla="*/ 8778 h 19638"/>
                    <a:gd name="connsiteX5" fmla="*/ 0 w 8245"/>
                    <a:gd name="connsiteY5" fmla="*/ 0 h 19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45" h="19638">
                      <a:moveTo>
                        <a:pt x="0" y="0"/>
                      </a:moveTo>
                      <a:cubicBezTo>
                        <a:pt x="0" y="0"/>
                        <a:pt x="709" y="3768"/>
                        <a:pt x="1729" y="8068"/>
                      </a:cubicBezTo>
                      <a:cubicBezTo>
                        <a:pt x="2837" y="12368"/>
                        <a:pt x="4167" y="17422"/>
                        <a:pt x="8246" y="19639"/>
                      </a:cubicBezTo>
                      <a:cubicBezTo>
                        <a:pt x="8246" y="19639"/>
                        <a:pt x="6606" y="18131"/>
                        <a:pt x="5009" y="14895"/>
                      </a:cubicBezTo>
                      <a:cubicBezTo>
                        <a:pt x="4167" y="13299"/>
                        <a:pt x="3369" y="11260"/>
                        <a:pt x="2483" y="8778"/>
                      </a:cubicBezTo>
                      <a:cubicBezTo>
                        <a:pt x="1685" y="6339"/>
                        <a:pt x="887" y="341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40" name="Forme libre : forme 26039">
                  <a:extLst>
                    <a:ext uri="{FF2B5EF4-FFF2-40B4-BE49-F238E27FC236}">
                      <a16:creationId xmlns:a16="http://schemas.microsoft.com/office/drawing/2014/main" id="{B0A1BE53-34F2-4B24-84BA-70DEB53E6DF2}"/>
                    </a:ext>
                  </a:extLst>
                </p:cNvPr>
                <p:cNvSpPr/>
                <p:nvPr/>
              </p:nvSpPr>
              <p:spPr>
                <a:xfrm>
                  <a:off x="6258526" y="1621712"/>
                  <a:ext cx="5910" cy="10491"/>
                </a:xfrm>
                <a:custGeom>
                  <a:avLst/>
                  <a:gdLst>
                    <a:gd name="connsiteX0" fmla="*/ 567 w 5910"/>
                    <a:gd name="connsiteY0" fmla="*/ 2 h 10491"/>
                    <a:gd name="connsiteX1" fmla="*/ 2828 w 5910"/>
                    <a:gd name="connsiteY1" fmla="*/ 1465 h 10491"/>
                    <a:gd name="connsiteX2" fmla="*/ 5134 w 5910"/>
                    <a:gd name="connsiteY2" fmla="*/ 5366 h 10491"/>
                    <a:gd name="connsiteX3" fmla="*/ 5001 w 5910"/>
                    <a:gd name="connsiteY3" fmla="*/ 10464 h 10491"/>
                    <a:gd name="connsiteX4" fmla="*/ 1277 w 5910"/>
                    <a:gd name="connsiteY4" fmla="*/ 4967 h 10491"/>
                    <a:gd name="connsiteX5" fmla="*/ 567 w 5910"/>
                    <a:gd name="connsiteY5" fmla="*/ 2 h 1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10" h="10491">
                      <a:moveTo>
                        <a:pt x="567" y="2"/>
                      </a:moveTo>
                      <a:cubicBezTo>
                        <a:pt x="1099" y="-42"/>
                        <a:pt x="1942" y="534"/>
                        <a:pt x="2828" y="1465"/>
                      </a:cubicBezTo>
                      <a:cubicBezTo>
                        <a:pt x="3626" y="2485"/>
                        <a:pt x="4602" y="3771"/>
                        <a:pt x="5134" y="5366"/>
                      </a:cubicBezTo>
                      <a:cubicBezTo>
                        <a:pt x="6375" y="8425"/>
                        <a:pt x="5976" y="10775"/>
                        <a:pt x="5001" y="10464"/>
                      </a:cubicBezTo>
                      <a:cubicBezTo>
                        <a:pt x="3981" y="10198"/>
                        <a:pt x="2562" y="7672"/>
                        <a:pt x="1277" y="4967"/>
                      </a:cubicBezTo>
                      <a:cubicBezTo>
                        <a:pt x="124" y="2219"/>
                        <a:pt x="-541" y="91"/>
                        <a:pt x="567" y="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41" name="Forme libre : forme 26040">
                  <a:extLst>
                    <a:ext uri="{FF2B5EF4-FFF2-40B4-BE49-F238E27FC236}">
                      <a16:creationId xmlns:a16="http://schemas.microsoft.com/office/drawing/2014/main" id="{E15598AC-2EB5-4E7D-881E-321E09E4FBC9}"/>
                    </a:ext>
                  </a:extLst>
                </p:cNvPr>
                <p:cNvSpPr/>
                <p:nvPr/>
              </p:nvSpPr>
              <p:spPr>
                <a:xfrm>
                  <a:off x="6257552" y="1620632"/>
                  <a:ext cx="2391" cy="2634"/>
                </a:xfrm>
                <a:custGeom>
                  <a:avLst/>
                  <a:gdLst>
                    <a:gd name="connsiteX0" fmla="*/ 123 w 2391"/>
                    <a:gd name="connsiteY0" fmla="*/ 108 h 2634"/>
                    <a:gd name="connsiteX1" fmla="*/ 1763 w 2391"/>
                    <a:gd name="connsiteY1" fmla="*/ 817 h 2634"/>
                    <a:gd name="connsiteX2" fmla="*/ 2251 w 2391"/>
                    <a:gd name="connsiteY2" fmla="*/ 2546 h 2634"/>
                    <a:gd name="connsiteX3" fmla="*/ 699 w 2391"/>
                    <a:gd name="connsiteY3" fmla="*/ 1793 h 2634"/>
                    <a:gd name="connsiteX4" fmla="*/ 123 w 2391"/>
                    <a:gd name="connsiteY4" fmla="*/ 108 h 2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1" h="2634">
                      <a:moveTo>
                        <a:pt x="123" y="108"/>
                      </a:moveTo>
                      <a:cubicBezTo>
                        <a:pt x="389" y="-158"/>
                        <a:pt x="1187" y="64"/>
                        <a:pt x="1763" y="817"/>
                      </a:cubicBezTo>
                      <a:cubicBezTo>
                        <a:pt x="2339" y="1527"/>
                        <a:pt x="2561" y="2280"/>
                        <a:pt x="2251" y="2546"/>
                      </a:cubicBezTo>
                      <a:cubicBezTo>
                        <a:pt x="1940" y="2812"/>
                        <a:pt x="1231" y="2457"/>
                        <a:pt x="699" y="1793"/>
                      </a:cubicBezTo>
                      <a:cubicBezTo>
                        <a:pt x="123" y="1083"/>
                        <a:pt x="-188" y="418"/>
                        <a:pt x="123" y="1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42" name="Forme libre : forme 26041">
                  <a:extLst>
                    <a:ext uri="{FF2B5EF4-FFF2-40B4-BE49-F238E27FC236}">
                      <a16:creationId xmlns:a16="http://schemas.microsoft.com/office/drawing/2014/main" id="{4D0A6D8D-F89E-4599-863A-B371A1119C2E}"/>
                    </a:ext>
                  </a:extLst>
                </p:cNvPr>
                <p:cNvSpPr/>
                <p:nvPr/>
              </p:nvSpPr>
              <p:spPr>
                <a:xfrm>
                  <a:off x="6245607" y="1611416"/>
                  <a:ext cx="12042" cy="23834"/>
                </a:xfrm>
                <a:custGeom>
                  <a:avLst/>
                  <a:gdLst>
                    <a:gd name="connsiteX0" fmla="*/ 409 w 12042"/>
                    <a:gd name="connsiteY0" fmla="*/ 7860 h 23834"/>
                    <a:gd name="connsiteX1" fmla="*/ 719 w 12042"/>
                    <a:gd name="connsiteY1" fmla="*/ 1210 h 23834"/>
                    <a:gd name="connsiteX2" fmla="*/ 3689 w 12042"/>
                    <a:gd name="connsiteY2" fmla="*/ 191 h 23834"/>
                    <a:gd name="connsiteX3" fmla="*/ 6438 w 12042"/>
                    <a:gd name="connsiteY3" fmla="*/ 2984 h 23834"/>
                    <a:gd name="connsiteX4" fmla="*/ 8255 w 12042"/>
                    <a:gd name="connsiteY4" fmla="*/ 11673 h 23834"/>
                    <a:gd name="connsiteX5" fmla="*/ 9718 w 12042"/>
                    <a:gd name="connsiteY5" fmla="*/ 14465 h 23834"/>
                    <a:gd name="connsiteX6" fmla="*/ 11447 w 12042"/>
                    <a:gd name="connsiteY6" fmla="*/ 18766 h 23834"/>
                    <a:gd name="connsiteX7" fmla="*/ 10915 w 12042"/>
                    <a:gd name="connsiteY7" fmla="*/ 23731 h 23834"/>
                    <a:gd name="connsiteX8" fmla="*/ 6704 w 12042"/>
                    <a:gd name="connsiteY8" fmla="*/ 18677 h 23834"/>
                    <a:gd name="connsiteX9" fmla="*/ 3024 w 12042"/>
                    <a:gd name="connsiteY9" fmla="*/ 13534 h 23834"/>
                    <a:gd name="connsiteX10" fmla="*/ 1473 w 12042"/>
                    <a:gd name="connsiteY10" fmla="*/ 10653 h 23834"/>
                    <a:gd name="connsiteX11" fmla="*/ 409 w 12042"/>
                    <a:gd name="connsiteY11" fmla="*/ 7860 h 23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042" h="23834">
                      <a:moveTo>
                        <a:pt x="409" y="7860"/>
                      </a:moveTo>
                      <a:cubicBezTo>
                        <a:pt x="-256" y="5466"/>
                        <a:pt x="-79" y="3250"/>
                        <a:pt x="719" y="1210"/>
                      </a:cubicBezTo>
                      <a:cubicBezTo>
                        <a:pt x="985" y="457"/>
                        <a:pt x="1827" y="-385"/>
                        <a:pt x="3689" y="191"/>
                      </a:cubicBezTo>
                      <a:cubicBezTo>
                        <a:pt x="5285" y="856"/>
                        <a:pt x="6216" y="2008"/>
                        <a:pt x="6438" y="2984"/>
                      </a:cubicBezTo>
                      <a:cubicBezTo>
                        <a:pt x="7280" y="5909"/>
                        <a:pt x="6836" y="8392"/>
                        <a:pt x="8255" y="11673"/>
                      </a:cubicBezTo>
                      <a:cubicBezTo>
                        <a:pt x="8433" y="12205"/>
                        <a:pt x="9142" y="13135"/>
                        <a:pt x="9718" y="14465"/>
                      </a:cubicBezTo>
                      <a:cubicBezTo>
                        <a:pt x="10383" y="15707"/>
                        <a:pt x="11004" y="17303"/>
                        <a:pt x="11447" y="18766"/>
                      </a:cubicBezTo>
                      <a:cubicBezTo>
                        <a:pt x="12334" y="21780"/>
                        <a:pt x="12289" y="24396"/>
                        <a:pt x="10915" y="23731"/>
                      </a:cubicBezTo>
                      <a:cubicBezTo>
                        <a:pt x="9541" y="23110"/>
                        <a:pt x="8122" y="20805"/>
                        <a:pt x="6704" y="18677"/>
                      </a:cubicBezTo>
                      <a:cubicBezTo>
                        <a:pt x="5418" y="16859"/>
                        <a:pt x="3955" y="14864"/>
                        <a:pt x="3024" y="13534"/>
                      </a:cubicBezTo>
                      <a:cubicBezTo>
                        <a:pt x="2448" y="12515"/>
                        <a:pt x="1871" y="11673"/>
                        <a:pt x="1473" y="10653"/>
                      </a:cubicBezTo>
                      <a:cubicBezTo>
                        <a:pt x="985" y="9766"/>
                        <a:pt x="630" y="8791"/>
                        <a:pt x="409" y="786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95" name="Graphique 2">
                <a:extLst>
                  <a:ext uri="{FF2B5EF4-FFF2-40B4-BE49-F238E27FC236}">
                    <a16:creationId xmlns:a16="http://schemas.microsoft.com/office/drawing/2014/main" id="{AAF223B0-3C4A-45F9-A261-4BD6B78BFF69}"/>
                  </a:ext>
                </a:extLst>
              </p:cNvPr>
              <p:cNvGrpSpPr/>
              <p:nvPr/>
            </p:nvGrpSpPr>
            <p:grpSpPr>
              <a:xfrm>
                <a:off x="6170165" y="1598075"/>
                <a:ext cx="71806" cy="28435"/>
                <a:chOff x="6170165" y="1598075"/>
                <a:chExt cx="71806" cy="28435"/>
              </a:xfrm>
              <a:solidFill>
                <a:schemeClr val="accent1"/>
              </a:solidFill>
            </p:grpSpPr>
            <p:sp>
              <p:nvSpPr>
                <p:cNvPr id="26019" name="Forme libre : forme 26018">
                  <a:extLst>
                    <a:ext uri="{FF2B5EF4-FFF2-40B4-BE49-F238E27FC236}">
                      <a16:creationId xmlns:a16="http://schemas.microsoft.com/office/drawing/2014/main" id="{824C9558-8CAA-4B27-975A-067B35D17F3E}"/>
                    </a:ext>
                  </a:extLst>
                </p:cNvPr>
                <p:cNvSpPr/>
                <p:nvPr/>
              </p:nvSpPr>
              <p:spPr>
                <a:xfrm>
                  <a:off x="6170165" y="1598143"/>
                  <a:ext cx="71806" cy="28367"/>
                </a:xfrm>
                <a:custGeom>
                  <a:avLst/>
                  <a:gdLst>
                    <a:gd name="connsiteX0" fmla="*/ 25003 w 71806"/>
                    <a:gd name="connsiteY0" fmla="*/ 342 h 28367"/>
                    <a:gd name="connsiteX1" fmla="*/ 35642 w 71806"/>
                    <a:gd name="connsiteY1" fmla="*/ 742 h 28367"/>
                    <a:gd name="connsiteX2" fmla="*/ 48099 w 71806"/>
                    <a:gd name="connsiteY2" fmla="*/ 121 h 28367"/>
                    <a:gd name="connsiteX3" fmla="*/ 56744 w 71806"/>
                    <a:gd name="connsiteY3" fmla="*/ 342 h 28367"/>
                    <a:gd name="connsiteX4" fmla="*/ 64235 w 71806"/>
                    <a:gd name="connsiteY4" fmla="*/ 2027 h 28367"/>
                    <a:gd name="connsiteX5" fmla="*/ 70176 w 71806"/>
                    <a:gd name="connsiteY5" fmla="*/ 5308 h 28367"/>
                    <a:gd name="connsiteX6" fmla="*/ 71772 w 71806"/>
                    <a:gd name="connsiteY6" fmla="*/ 9297 h 28367"/>
                    <a:gd name="connsiteX7" fmla="*/ 70708 w 71806"/>
                    <a:gd name="connsiteY7" fmla="*/ 16656 h 28367"/>
                    <a:gd name="connsiteX8" fmla="*/ 68802 w 71806"/>
                    <a:gd name="connsiteY8" fmla="*/ 20291 h 28367"/>
                    <a:gd name="connsiteX9" fmla="*/ 65211 w 71806"/>
                    <a:gd name="connsiteY9" fmla="*/ 23350 h 28367"/>
                    <a:gd name="connsiteX10" fmla="*/ 58650 w 71806"/>
                    <a:gd name="connsiteY10" fmla="*/ 25921 h 28367"/>
                    <a:gd name="connsiteX11" fmla="*/ 50138 w 71806"/>
                    <a:gd name="connsiteY11" fmla="*/ 27384 h 28367"/>
                    <a:gd name="connsiteX12" fmla="*/ 36617 w 71806"/>
                    <a:gd name="connsiteY12" fmla="*/ 28271 h 28367"/>
                    <a:gd name="connsiteX13" fmla="*/ 21235 w 71806"/>
                    <a:gd name="connsiteY13" fmla="*/ 27783 h 28367"/>
                    <a:gd name="connsiteX14" fmla="*/ 14984 w 71806"/>
                    <a:gd name="connsiteY14" fmla="*/ 26320 h 28367"/>
                    <a:gd name="connsiteX15" fmla="*/ 13432 w 71806"/>
                    <a:gd name="connsiteY15" fmla="*/ 25788 h 28367"/>
                    <a:gd name="connsiteX16" fmla="*/ 11615 w 71806"/>
                    <a:gd name="connsiteY16" fmla="*/ 24902 h 28367"/>
                    <a:gd name="connsiteX17" fmla="*/ 8246 w 71806"/>
                    <a:gd name="connsiteY17" fmla="*/ 22951 h 28367"/>
                    <a:gd name="connsiteX18" fmla="*/ 3147 w 71806"/>
                    <a:gd name="connsiteY18" fmla="*/ 17898 h 28367"/>
                    <a:gd name="connsiteX19" fmla="*/ 576 w 71806"/>
                    <a:gd name="connsiteY19" fmla="*/ 12356 h 28367"/>
                    <a:gd name="connsiteX20" fmla="*/ 0 w 71806"/>
                    <a:gd name="connsiteY20" fmla="*/ 7480 h 28367"/>
                    <a:gd name="connsiteX21" fmla="*/ 931 w 71806"/>
                    <a:gd name="connsiteY21" fmla="*/ 4066 h 28367"/>
                    <a:gd name="connsiteX22" fmla="*/ 4300 w 71806"/>
                    <a:gd name="connsiteY22" fmla="*/ 1140 h 28367"/>
                    <a:gd name="connsiteX23" fmla="*/ 11925 w 71806"/>
                    <a:gd name="connsiteY23" fmla="*/ 121 h 28367"/>
                    <a:gd name="connsiteX24" fmla="*/ 16048 w 71806"/>
                    <a:gd name="connsiteY24" fmla="*/ 609 h 28367"/>
                    <a:gd name="connsiteX25" fmla="*/ 17865 w 71806"/>
                    <a:gd name="connsiteY25" fmla="*/ 1185 h 28367"/>
                    <a:gd name="connsiteX26" fmla="*/ 19506 w 71806"/>
                    <a:gd name="connsiteY26" fmla="*/ 1229 h 28367"/>
                    <a:gd name="connsiteX27" fmla="*/ 21678 w 71806"/>
                    <a:gd name="connsiteY27" fmla="*/ 431 h 28367"/>
                    <a:gd name="connsiteX28" fmla="*/ 21988 w 71806"/>
                    <a:gd name="connsiteY28" fmla="*/ 209 h 28367"/>
                    <a:gd name="connsiteX29" fmla="*/ 22121 w 71806"/>
                    <a:gd name="connsiteY29" fmla="*/ 121 h 28367"/>
                    <a:gd name="connsiteX30" fmla="*/ 22609 w 71806"/>
                    <a:gd name="connsiteY30" fmla="*/ 121 h 28367"/>
                    <a:gd name="connsiteX31" fmla="*/ 25003 w 71806"/>
                    <a:gd name="connsiteY31" fmla="*/ 342 h 28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71806" h="28367">
                      <a:moveTo>
                        <a:pt x="25003" y="342"/>
                      </a:moveTo>
                      <a:cubicBezTo>
                        <a:pt x="27751" y="830"/>
                        <a:pt x="31785" y="786"/>
                        <a:pt x="35642" y="742"/>
                      </a:cubicBezTo>
                      <a:cubicBezTo>
                        <a:pt x="39676" y="609"/>
                        <a:pt x="43843" y="387"/>
                        <a:pt x="48099" y="121"/>
                      </a:cubicBezTo>
                      <a:cubicBezTo>
                        <a:pt x="51114" y="-101"/>
                        <a:pt x="53995" y="-12"/>
                        <a:pt x="56744" y="342"/>
                      </a:cubicBezTo>
                      <a:cubicBezTo>
                        <a:pt x="59536" y="697"/>
                        <a:pt x="61664" y="1185"/>
                        <a:pt x="64235" y="2027"/>
                      </a:cubicBezTo>
                      <a:cubicBezTo>
                        <a:pt x="66895" y="2825"/>
                        <a:pt x="68890" y="3933"/>
                        <a:pt x="70176" y="5308"/>
                      </a:cubicBezTo>
                      <a:cubicBezTo>
                        <a:pt x="71461" y="6593"/>
                        <a:pt x="71949" y="7967"/>
                        <a:pt x="71772" y="9297"/>
                      </a:cubicBezTo>
                      <a:lnTo>
                        <a:pt x="70708" y="16656"/>
                      </a:lnTo>
                      <a:cubicBezTo>
                        <a:pt x="70531" y="17986"/>
                        <a:pt x="69777" y="19227"/>
                        <a:pt x="68802" y="20291"/>
                      </a:cubicBezTo>
                      <a:cubicBezTo>
                        <a:pt x="67826" y="21311"/>
                        <a:pt x="66585" y="22419"/>
                        <a:pt x="65211" y="23350"/>
                      </a:cubicBezTo>
                      <a:cubicBezTo>
                        <a:pt x="63748" y="24281"/>
                        <a:pt x="61088" y="25257"/>
                        <a:pt x="58650" y="25921"/>
                      </a:cubicBezTo>
                      <a:cubicBezTo>
                        <a:pt x="56079" y="26631"/>
                        <a:pt x="53153" y="27163"/>
                        <a:pt x="50138" y="27384"/>
                      </a:cubicBezTo>
                      <a:cubicBezTo>
                        <a:pt x="45749" y="27739"/>
                        <a:pt x="41272" y="28049"/>
                        <a:pt x="36617" y="28271"/>
                      </a:cubicBezTo>
                      <a:cubicBezTo>
                        <a:pt x="31785" y="28360"/>
                        <a:pt x="27086" y="28581"/>
                        <a:pt x="21235" y="27783"/>
                      </a:cubicBezTo>
                      <a:cubicBezTo>
                        <a:pt x="19372" y="27650"/>
                        <a:pt x="17023" y="26985"/>
                        <a:pt x="14984" y="26320"/>
                      </a:cubicBezTo>
                      <a:cubicBezTo>
                        <a:pt x="14452" y="26143"/>
                        <a:pt x="14009" y="26010"/>
                        <a:pt x="13432" y="25788"/>
                      </a:cubicBezTo>
                      <a:cubicBezTo>
                        <a:pt x="12812" y="25478"/>
                        <a:pt x="12235" y="25212"/>
                        <a:pt x="11615" y="24902"/>
                      </a:cubicBezTo>
                      <a:cubicBezTo>
                        <a:pt x="10418" y="24281"/>
                        <a:pt x="9310" y="23616"/>
                        <a:pt x="8246" y="22951"/>
                      </a:cubicBezTo>
                      <a:cubicBezTo>
                        <a:pt x="6251" y="21400"/>
                        <a:pt x="4433" y="19671"/>
                        <a:pt x="3147" y="17898"/>
                      </a:cubicBezTo>
                      <a:cubicBezTo>
                        <a:pt x="1995" y="15947"/>
                        <a:pt x="1020" y="14174"/>
                        <a:pt x="576" y="12356"/>
                      </a:cubicBezTo>
                      <a:cubicBezTo>
                        <a:pt x="177" y="10539"/>
                        <a:pt x="0" y="8854"/>
                        <a:pt x="0" y="7480"/>
                      </a:cubicBezTo>
                      <a:cubicBezTo>
                        <a:pt x="89" y="6106"/>
                        <a:pt x="532" y="4997"/>
                        <a:pt x="931" y="4066"/>
                      </a:cubicBezTo>
                      <a:cubicBezTo>
                        <a:pt x="1773" y="2249"/>
                        <a:pt x="2926" y="1318"/>
                        <a:pt x="4300" y="1140"/>
                      </a:cubicBezTo>
                      <a:lnTo>
                        <a:pt x="11925" y="121"/>
                      </a:lnTo>
                      <a:cubicBezTo>
                        <a:pt x="13299" y="-57"/>
                        <a:pt x="14718" y="254"/>
                        <a:pt x="16048" y="609"/>
                      </a:cubicBezTo>
                      <a:cubicBezTo>
                        <a:pt x="16713" y="786"/>
                        <a:pt x="17289" y="1096"/>
                        <a:pt x="17865" y="1185"/>
                      </a:cubicBezTo>
                      <a:cubicBezTo>
                        <a:pt x="18486" y="1229"/>
                        <a:pt x="19018" y="1273"/>
                        <a:pt x="19506" y="1229"/>
                      </a:cubicBezTo>
                      <a:cubicBezTo>
                        <a:pt x="20658" y="1052"/>
                        <a:pt x="21190" y="830"/>
                        <a:pt x="21678" y="431"/>
                      </a:cubicBezTo>
                      <a:lnTo>
                        <a:pt x="21988" y="209"/>
                      </a:lnTo>
                      <a:lnTo>
                        <a:pt x="22121" y="121"/>
                      </a:lnTo>
                      <a:cubicBezTo>
                        <a:pt x="22210" y="121"/>
                        <a:pt x="22476" y="121"/>
                        <a:pt x="22609" y="121"/>
                      </a:cubicBezTo>
                      <a:cubicBezTo>
                        <a:pt x="23318" y="76"/>
                        <a:pt x="23850" y="298"/>
                        <a:pt x="25003" y="34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20" name="Forme libre : forme 26019">
                  <a:extLst>
                    <a:ext uri="{FF2B5EF4-FFF2-40B4-BE49-F238E27FC236}">
                      <a16:creationId xmlns:a16="http://schemas.microsoft.com/office/drawing/2014/main" id="{104F5DBC-176F-4A57-B557-DE24C5E76439}"/>
                    </a:ext>
                  </a:extLst>
                </p:cNvPr>
                <p:cNvSpPr/>
                <p:nvPr/>
              </p:nvSpPr>
              <p:spPr>
                <a:xfrm>
                  <a:off x="6181691" y="1598075"/>
                  <a:ext cx="60236" cy="12512"/>
                </a:xfrm>
                <a:custGeom>
                  <a:avLst/>
                  <a:gdLst>
                    <a:gd name="connsiteX0" fmla="*/ 32672 w 60236"/>
                    <a:gd name="connsiteY0" fmla="*/ 9454 h 12512"/>
                    <a:gd name="connsiteX1" fmla="*/ 47700 w 60236"/>
                    <a:gd name="connsiteY1" fmla="*/ 8612 h 12512"/>
                    <a:gd name="connsiteX2" fmla="*/ 59714 w 60236"/>
                    <a:gd name="connsiteY2" fmla="*/ 12513 h 12512"/>
                    <a:gd name="connsiteX3" fmla="*/ 60201 w 60236"/>
                    <a:gd name="connsiteY3" fmla="*/ 9321 h 12512"/>
                    <a:gd name="connsiteX4" fmla="*/ 58605 w 60236"/>
                    <a:gd name="connsiteY4" fmla="*/ 5331 h 12512"/>
                    <a:gd name="connsiteX5" fmla="*/ 52665 w 60236"/>
                    <a:gd name="connsiteY5" fmla="*/ 2051 h 12512"/>
                    <a:gd name="connsiteX6" fmla="*/ 45173 w 60236"/>
                    <a:gd name="connsiteY6" fmla="*/ 366 h 12512"/>
                    <a:gd name="connsiteX7" fmla="*/ 36529 w 60236"/>
                    <a:gd name="connsiteY7" fmla="*/ 145 h 12512"/>
                    <a:gd name="connsiteX8" fmla="*/ 24072 w 60236"/>
                    <a:gd name="connsiteY8" fmla="*/ 765 h 12512"/>
                    <a:gd name="connsiteX9" fmla="*/ 13432 w 60236"/>
                    <a:gd name="connsiteY9" fmla="*/ 366 h 12512"/>
                    <a:gd name="connsiteX10" fmla="*/ 10950 w 60236"/>
                    <a:gd name="connsiteY10" fmla="*/ 56 h 12512"/>
                    <a:gd name="connsiteX11" fmla="*/ 10462 w 60236"/>
                    <a:gd name="connsiteY11" fmla="*/ 56 h 12512"/>
                    <a:gd name="connsiteX12" fmla="*/ 10329 w 60236"/>
                    <a:gd name="connsiteY12" fmla="*/ 145 h 12512"/>
                    <a:gd name="connsiteX13" fmla="*/ 10019 w 60236"/>
                    <a:gd name="connsiteY13" fmla="*/ 366 h 12512"/>
                    <a:gd name="connsiteX14" fmla="*/ 7846 w 60236"/>
                    <a:gd name="connsiteY14" fmla="*/ 1164 h 12512"/>
                    <a:gd name="connsiteX15" fmla="*/ 6206 w 60236"/>
                    <a:gd name="connsiteY15" fmla="*/ 1120 h 12512"/>
                    <a:gd name="connsiteX16" fmla="*/ 4389 w 60236"/>
                    <a:gd name="connsiteY16" fmla="*/ 544 h 12512"/>
                    <a:gd name="connsiteX17" fmla="*/ 266 w 60236"/>
                    <a:gd name="connsiteY17" fmla="*/ 56 h 12512"/>
                    <a:gd name="connsiteX18" fmla="*/ 0 w 60236"/>
                    <a:gd name="connsiteY18" fmla="*/ 100 h 12512"/>
                    <a:gd name="connsiteX19" fmla="*/ 3679 w 60236"/>
                    <a:gd name="connsiteY19" fmla="*/ 7326 h 12512"/>
                    <a:gd name="connsiteX20" fmla="*/ 7182 w 60236"/>
                    <a:gd name="connsiteY20" fmla="*/ 9277 h 12512"/>
                    <a:gd name="connsiteX21" fmla="*/ 11748 w 60236"/>
                    <a:gd name="connsiteY21" fmla="*/ 10296 h 12512"/>
                    <a:gd name="connsiteX22" fmla="*/ 16757 w 60236"/>
                    <a:gd name="connsiteY22" fmla="*/ 10695 h 12512"/>
                    <a:gd name="connsiteX23" fmla="*/ 21944 w 60236"/>
                    <a:gd name="connsiteY23" fmla="*/ 10607 h 12512"/>
                    <a:gd name="connsiteX24" fmla="*/ 32672 w 60236"/>
                    <a:gd name="connsiteY24" fmla="*/ 9454 h 12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236" h="12512">
                      <a:moveTo>
                        <a:pt x="32672" y="9454"/>
                      </a:moveTo>
                      <a:cubicBezTo>
                        <a:pt x="37726" y="8523"/>
                        <a:pt x="42957" y="8213"/>
                        <a:pt x="47700" y="8612"/>
                      </a:cubicBezTo>
                      <a:cubicBezTo>
                        <a:pt x="52266" y="8878"/>
                        <a:pt x="57231" y="10208"/>
                        <a:pt x="59714" y="12513"/>
                      </a:cubicBezTo>
                      <a:lnTo>
                        <a:pt x="60201" y="9321"/>
                      </a:lnTo>
                      <a:cubicBezTo>
                        <a:pt x="60379" y="7991"/>
                        <a:pt x="59891" y="6661"/>
                        <a:pt x="58605" y="5331"/>
                      </a:cubicBezTo>
                      <a:cubicBezTo>
                        <a:pt x="57320" y="3957"/>
                        <a:pt x="55325" y="2893"/>
                        <a:pt x="52665" y="2051"/>
                      </a:cubicBezTo>
                      <a:cubicBezTo>
                        <a:pt x="50094" y="1253"/>
                        <a:pt x="48010" y="721"/>
                        <a:pt x="45173" y="366"/>
                      </a:cubicBezTo>
                      <a:cubicBezTo>
                        <a:pt x="42469" y="56"/>
                        <a:pt x="39588" y="-33"/>
                        <a:pt x="36529" y="145"/>
                      </a:cubicBezTo>
                      <a:cubicBezTo>
                        <a:pt x="32273" y="411"/>
                        <a:pt x="28106" y="632"/>
                        <a:pt x="24072" y="765"/>
                      </a:cubicBezTo>
                      <a:cubicBezTo>
                        <a:pt x="20215" y="810"/>
                        <a:pt x="16181" y="854"/>
                        <a:pt x="13432" y="366"/>
                      </a:cubicBezTo>
                      <a:cubicBezTo>
                        <a:pt x="12235" y="278"/>
                        <a:pt x="11703" y="56"/>
                        <a:pt x="10950" y="56"/>
                      </a:cubicBezTo>
                      <a:cubicBezTo>
                        <a:pt x="10772" y="56"/>
                        <a:pt x="10551" y="56"/>
                        <a:pt x="10462" y="56"/>
                      </a:cubicBezTo>
                      <a:lnTo>
                        <a:pt x="10329" y="145"/>
                      </a:lnTo>
                      <a:lnTo>
                        <a:pt x="10019" y="366"/>
                      </a:lnTo>
                      <a:cubicBezTo>
                        <a:pt x="9531" y="765"/>
                        <a:pt x="8999" y="987"/>
                        <a:pt x="7846" y="1164"/>
                      </a:cubicBezTo>
                      <a:cubicBezTo>
                        <a:pt x="7359" y="1209"/>
                        <a:pt x="6827" y="1164"/>
                        <a:pt x="6206" y="1120"/>
                      </a:cubicBezTo>
                      <a:cubicBezTo>
                        <a:pt x="5630" y="1031"/>
                        <a:pt x="5054" y="677"/>
                        <a:pt x="4389" y="544"/>
                      </a:cubicBezTo>
                      <a:cubicBezTo>
                        <a:pt x="3103" y="145"/>
                        <a:pt x="1640" y="-121"/>
                        <a:pt x="266" y="56"/>
                      </a:cubicBezTo>
                      <a:lnTo>
                        <a:pt x="0" y="100"/>
                      </a:lnTo>
                      <a:cubicBezTo>
                        <a:pt x="532" y="3203"/>
                        <a:pt x="1640" y="5553"/>
                        <a:pt x="3679" y="7326"/>
                      </a:cubicBezTo>
                      <a:cubicBezTo>
                        <a:pt x="4699" y="8213"/>
                        <a:pt x="5896" y="8745"/>
                        <a:pt x="7182" y="9277"/>
                      </a:cubicBezTo>
                      <a:cubicBezTo>
                        <a:pt x="8645" y="9632"/>
                        <a:pt x="10107" y="10163"/>
                        <a:pt x="11748" y="10296"/>
                      </a:cubicBezTo>
                      <a:cubicBezTo>
                        <a:pt x="13388" y="10518"/>
                        <a:pt x="15028" y="10695"/>
                        <a:pt x="16757" y="10695"/>
                      </a:cubicBezTo>
                      <a:cubicBezTo>
                        <a:pt x="18442" y="10784"/>
                        <a:pt x="20171" y="10740"/>
                        <a:pt x="21944" y="10607"/>
                      </a:cubicBezTo>
                      <a:cubicBezTo>
                        <a:pt x="25535" y="10562"/>
                        <a:pt x="29125" y="10075"/>
                        <a:pt x="32672" y="945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21" name="Forme libre : forme 26020">
                  <a:extLst>
                    <a:ext uri="{FF2B5EF4-FFF2-40B4-BE49-F238E27FC236}">
                      <a16:creationId xmlns:a16="http://schemas.microsoft.com/office/drawing/2014/main" id="{25EA3988-4808-4A16-8BB2-5711041097B6}"/>
                    </a:ext>
                  </a:extLst>
                </p:cNvPr>
                <p:cNvSpPr/>
                <p:nvPr/>
              </p:nvSpPr>
              <p:spPr>
                <a:xfrm>
                  <a:off x="6186022" y="1606852"/>
                  <a:ext cx="31491" cy="10385"/>
                </a:xfrm>
                <a:custGeom>
                  <a:avLst/>
                  <a:gdLst>
                    <a:gd name="connsiteX0" fmla="*/ 191 w 31491"/>
                    <a:gd name="connsiteY0" fmla="*/ 2760 h 10385"/>
                    <a:gd name="connsiteX1" fmla="*/ 2053 w 31491"/>
                    <a:gd name="connsiteY1" fmla="*/ 1342 h 10385"/>
                    <a:gd name="connsiteX2" fmla="*/ 5289 w 31491"/>
                    <a:gd name="connsiteY2" fmla="*/ 544 h 10385"/>
                    <a:gd name="connsiteX3" fmla="*/ 9811 w 31491"/>
                    <a:gd name="connsiteY3" fmla="*/ 145 h 10385"/>
                    <a:gd name="connsiteX4" fmla="*/ 15574 w 31491"/>
                    <a:gd name="connsiteY4" fmla="*/ 12 h 10385"/>
                    <a:gd name="connsiteX5" fmla="*/ 31488 w 31491"/>
                    <a:gd name="connsiteY5" fmla="*/ 4489 h 10385"/>
                    <a:gd name="connsiteX6" fmla="*/ 15529 w 31491"/>
                    <a:gd name="connsiteY6" fmla="*/ 10385 h 10385"/>
                    <a:gd name="connsiteX7" fmla="*/ 8924 w 31491"/>
                    <a:gd name="connsiteY7" fmla="*/ 9720 h 10385"/>
                    <a:gd name="connsiteX8" fmla="*/ 3604 w 31491"/>
                    <a:gd name="connsiteY8" fmla="*/ 7770 h 10385"/>
                    <a:gd name="connsiteX9" fmla="*/ 501 w 31491"/>
                    <a:gd name="connsiteY9" fmla="*/ 5110 h 10385"/>
                    <a:gd name="connsiteX10" fmla="*/ 191 w 31491"/>
                    <a:gd name="connsiteY10" fmla="*/ 2760 h 10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491" h="10385">
                      <a:moveTo>
                        <a:pt x="191" y="2760"/>
                      </a:moveTo>
                      <a:cubicBezTo>
                        <a:pt x="501" y="2140"/>
                        <a:pt x="1210" y="1696"/>
                        <a:pt x="2053" y="1342"/>
                      </a:cubicBezTo>
                      <a:cubicBezTo>
                        <a:pt x="2806" y="1076"/>
                        <a:pt x="4003" y="721"/>
                        <a:pt x="5289" y="544"/>
                      </a:cubicBezTo>
                      <a:cubicBezTo>
                        <a:pt x="6486" y="455"/>
                        <a:pt x="8170" y="145"/>
                        <a:pt x="9811" y="145"/>
                      </a:cubicBezTo>
                      <a:cubicBezTo>
                        <a:pt x="11539" y="56"/>
                        <a:pt x="13490" y="-33"/>
                        <a:pt x="15574" y="12"/>
                      </a:cubicBezTo>
                      <a:cubicBezTo>
                        <a:pt x="23952" y="12"/>
                        <a:pt x="31311" y="1608"/>
                        <a:pt x="31488" y="4489"/>
                      </a:cubicBezTo>
                      <a:cubicBezTo>
                        <a:pt x="31666" y="7282"/>
                        <a:pt x="24750" y="10297"/>
                        <a:pt x="15529" y="10385"/>
                      </a:cubicBezTo>
                      <a:cubicBezTo>
                        <a:pt x="13224" y="10341"/>
                        <a:pt x="10963" y="10164"/>
                        <a:pt x="8924" y="9720"/>
                      </a:cubicBezTo>
                      <a:cubicBezTo>
                        <a:pt x="6840" y="9188"/>
                        <a:pt x="5067" y="8701"/>
                        <a:pt x="3604" y="7770"/>
                      </a:cubicBezTo>
                      <a:cubicBezTo>
                        <a:pt x="2141" y="6927"/>
                        <a:pt x="1077" y="6129"/>
                        <a:pt x="501" y="5110"/>
                      </a:cubicBezTo>
                      <a:cubicBezTo>
                        <a:pt x="-75" y="4179"/>
                        <a:pt x="-119" y="3381"/>
                        <a:pt x="191" y="276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22" name="Forme libre : forme 26021">
                  <a:extLst>
                    <a:ext uri="{FF2B5EF4-FFF2-40B4-BE49-F238E27FC236}">
                      <a16:creationId xmlns:a16="http://schemas.microsoft.com/office/drawing/2014/main" id="{1EC7B1B1-18CF-4FFD-A9A1-7F95B2F78E0C}"/>
                    </a:ext>
                  </a:extLst>
                </p:cNvPr>
                <p:cNvSpPr/>
                <p:nvPr/>
              </p:nvSpPr>
              <p:spPr>
                <a:xfrm>
                  <a:off x="6194991" y="1606888"/>
                  <a:ext cx="22524" cy="9197"/>
                </a:xfrm>
                <a:custGeom>
                  <a:avLst/>
                  <a:gdLst>
                    <a:gd name="connsiteX0" fmla="*/ 15737 w 22524"/>
                    <a:gd name="connsiteY0" fmla="*/ 9197 h 9197"/>
                    <a:gd name="connsiteX1" fmla="*/ 22520 w 22524"/>
                    <a:gd name="connsiteY1" fmla="*/ 4498 h 9197"/>
                    <a:gd name="connsiteX2" fmla="*/ 6605 w 22524"/>
                    <a:gd name="connsiteY2" fmla="*/ 21 h 9197"/>
                    <a:gd name="connsiteX3" fmla="*/ 0 w 22524"/>
                    <a:gd name="connsiteY3" fmla="*/ 198 h 9197"/>
                    <a:gd name="connsiteX4" fmla="*/ 3591 w 22524"/>
                    <a:gd name="connsiteY4" fmla="*/ 819 h 9197"/>
                    <a:gd name="connsiteX5" fmla="*/ 12279 w 22524"/>
                    <a:gd name="connsiteY5" fmla="*/ 4365 h 9197"/>
                    <a:gd name="connsiteX6" fmla="*/ 15737 w 22524"/>
                    <a:gd name="connsiteY6" fmla="*/ 9197 h 9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524" h="9197">
                      <a:moveTo>
                        <a:pt x="15737" y="9197"/>
                      </a:moveTo>
                      <a:cubicBezTo>
                        <a:pt x="19993" y="8045"/>
                        <a:pt x="22653" y="6227"/>
                        <a:pt x="22520" y="4498"/>
                      </a:cubicBezTo>
                      <a:cubicBezTo>
                        <a:pt x="22343" y="1617"/>
                        <a:pt x="14940" y="-24"/>
                        <a:pt x="6605" y="21"/>
                      </a:cubicBezTo>
                      <a:cubicBezTo>
                        <a:pt x="4211" y="-68"/>
                        <a:pt x="1862" y="154"/>
                        <a:pt x="0" y="198"/>
                      </a:cubicBezTo>
                      <a:cubicBezTo>
                        <a:pt x="1153" y="420"/>
                        <a:pt x="2349" y="553"/>
                        <a:pt x="3591" y="819"/>
                      </a:cubicBezTo>
                      <a:cubicBezTo>
                        <a:pt x="6827" y="1838"/>
                        <a:pt x="10019" y="2902"/>
                        <a:pt x="12279" y="4365"/>
                      </a:cubicBezTo>
                      <a:cubicBezTo>
                        <a:pt x="14540" y="5739"/>
                        <a:pt x="15959" y="7424"/>
                        <a:pt x="15737" y="9197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23" name="Forme libre : forme 26022">
                  <a:extLst>
                    <a:ext uri="{FF2B5EF4-FFF2-40B4-BE49-F238E27FC236}">
                      <a16:creationId xmlns:a16="http://schemas.microsoft.com/office/drawing/2014/main" id="{AE5DFB39-1BE4-4D66-A1E5-0C991A55B230}"/>
                    </a:ext>
                  </a:extLst>
                </p:cNvPr>
                <p:cNvSpPr/>
                <p:nvPr/>
              </p:nvSpPr>
              <p:spPr>
                <a:xfrm>
                  <a:off x="6185132" y="1605628"/>
                  <a:ext cx="30741" cy="10458"/>
                </a:xfrm>
                <a:custGeom>
                  <a:avLst/>
                  <a:gdLst>
                    <a:gd name="connsiteX0" fmla="*/ 327 w 30741"/>
                    <a:gd name="connsiteY0" fmla="*/ 2300 h 10458"/>
                    <a:gd name="connsiteX1" fmla="*/ 2278 w 30741"/>
                    <a:gd name="connsiteY1" fmla="*/ 1015 h 10458"/>
                    <a:gd name="connsiteX2" fmla="*/ 5204 w 30741"/>
                    <a:gd name="connsiteY2" fmla="*/ 350 h 10458"/>
                    <a:gd name="connsiteX3" fmla="*/ 9459 w 30741"/>
                    <a:gd name="connsiteY3" fmla="*/ 39 h 10458"/>
                    <a:gd name="connsiteX4" fmla="*/ 15001 w 30741"/>
                    <a:gd name="connsiteY4" fmla="*/ 39 h 10458"/>
                    <a:gd name="connsiteX5" fmla="*/ 30738 w 30741"/>
                    <a:gd name="connsiteY5" fmla="*/ 4694 h 10458"/>
                    <a:gd name="connsiteX6" fmla="*/ 14779 w 30741"/>
                    <a:gd name="connsiteY6" fmla="*/ 10457 h 10458"/>
                    <a:gd name="connsiteX7" fmla="*/ 8262 w 30741"/>
                    <a:gd name="connsiteY7" fmla="*/ 9615 h 10458"/>
                    <a:gd name="connsiteX8" fmla="*/ 3120 w 30741"/>
                    <a:gd name="connsiteY8" fmla="*/ 7487 h 10458"/>
                    <a:gd name="connsiteX9" fmla="*/ 371 w 30741"/>
                    <a:gd name="connsiteY9" fmla="*/ 4650 h 10458"/>
                    <a:gd name="connsiteX10" fmla="*/ 327 w 30741"/>
                    <a:gd name="connsiteY10" fmla="*/ 2300 h 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741" h="10458">
                      <a:moveTo>
                        <a:pt x="327" y="2300"/>
                      </a:moveTo>
                      <a:cubicBezTo>
                        <a:pt x="726" y="1724"/>
                        <a:pt x="1391" y="1369"/>
                        <a:pt x="2278" y="1015"/>
                      </a:cubicBezTo>
                      <a:cubicBezTo>
                        <a:pt x="3209" y="660"/>
                        <a:pt x="3918" y="571"/>
                        <a:pt x="5204" y="350"/>
                      </a:cubicBezTo>
                      <a:cubicBezTo>
                        <a:pt x="6489" y="172"/>
                        <a:pt x="7730" y="172"/>
                        <a:pt x="9459" y="39"/>
                      </a:cubicBezTo>
                      <a:cubicBezTo>
                        <a:pt x="11055" y="39"/>
                        <a:pt x="12962" y="-49"/>
                        <a:pt x="15001" y="39"/>
                      </a:cubicBezTo>
                      <a:cubicBezTo>
                        <a:pt x="23158" y="172"/>
                        <a:pt x="30561" y="1768"/>
                        <a:pt x="30738" y="4694"/>
                      </a:cubicBezTo>
                      <a:cubicBezTo>
                        <a:pt x="30916" y="7443"/>
                        <a:pt x="24000" y="10546"/>
                        <a:pt x="14779" y="10457"/>
                      </a:cubicBezTo>
                      <a:cubicBezTo>
                        <a:pt x="12474" y="10368"/>
                        <a:pt x="10257" y="10191"/>
                        <a:pt x="8262" y="9615"/>
                      </a:cubicBezTo>
                      <a:cubicBezTo>
                        <a:pt x="6268" y="9216"/>
                        <a:pt x="4494" y="8285"/>
                        <a:pt x="3120" y="7487"/>
                      </a:cubicBezTo>
                      <a:cubicBezTo>
                        <a:pt x="1746" y="6689"/>
                        <a:pt x="815" y="5448"/>
                        <a:pt x="371" y="4650"/>
                      </a:cubicBezTo>
                      <a:cubicBezTo>
                        <a:pt x="-161" y="3763"/>
                        <a:pt x="-72" y="2921"/>
                        <a:pt x="327" y="230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24" name="Forme libre : forme 26023">
                  <a:extLst>
                    <a:ext uri="{FF2B5EF4-FFF2-40B4-BE49-F238E27FC236}">
                      <a16:creationId xmlns:a16="http://schemas.microsoft.com/office/drawing/2014/main" id="{F0731568-6AA5-46C0-BCCC-D5A5C98F4FD2}"/>
                    </a:ext>
                  </a:extLst>
                </p:cNvPr>
                <p:cNvSpPr/>
                <p:nvPr/>
              </p:nvSpPr>
              <p:spPr>
                <a:xfrm>
                  <a:off x="6192710" y="1600920"/>
                  <a:ext cx="38820" cy="18085"/>
                </a:xfrm>
                <a:custGeom>
                  <a:avLst/>
                  <a:gdLst>
                    <a:gd name="connsiteX0" fmla="*/ 38322 w 38820"/>
                    <a:gd name="connsiteY0" fmla="*/ 8781 h 18085"/>
                    <a:gd name="connsiteX1" fmla="*/ 36903 w 38820"/>
                    <a:gd name="connsiteY1" fmla="*/ 4127 h 18085"/>
                    <a:gd name="connsiteX2" fmla="*/ 20545 w 38820"/>
                    <a:gd name="connsiteY2" fmla="*/ 93 h 18085"/>
                    <a:gd name="connsiteX3" fmla="*/ 5117 w 38820"/>
                    <a:gd name="connsiteY3" fmla="*/ 979 h 18085"/>
                    <a:gd name="connsiteX4" fmla="*/ 1172 w 38820"/>
                    <a:gd name="connsiteY4" fmla="*/ 2575 h 18085"/>
                    <a:gd name="connsiteX5" fmla="*/ 152 w 38820"/>
                    <a:gd name="connsiteY5" fmla="*/ 5146 h 18085"/>
                    <a:gd name="connsiteX6" fmla="*/ 4896 w 38820"/>
                    <a:gd name="connsiteY6" fmla="*/ 8072 h 18085"/>
                    <a:gd name="connsiteX7" fmla="*/ 18461 w 38820"/>
                    <a:gd name="connsiteY7" fmla="*/ 13614 h 18085"/>
                    <a:gd name="connsiteX8" fmla="*/ 34819 w 38820"/>
                    <a:gd name="connsiteY8" fmla="*/ 17648 h 18085"/>
                    <a:gd name="connsiteX9" fmla="*/ 38322 w 38820"/>
                    <a:gd name="connsiteY9" fmla="*/ 8781 h 18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820" h="18085">
                      <a:moveTo>
                        <a:pt x="38322" y="8781"/>
                      </a:moveTo>
                      <a:cubicBezTo>
                        <a:pt x="38322" y="7186"/>
                        <a:pt x="38277" y="5501"/>
                        <a:pt x="36903" y="4127"/>
                      </a:cubicBezTo>
                      <a:cubicBezTo>
                        <a:pt x="34243" y="1423"/>
                        <a:pt x="27106" y="359"/>
                        <a:pt x="20545" y="93"/>
                      </a:cubicBezTo>
                      <a:cubicBezTo>
                        <a:pt x="15092" y="-173"/>
                        <a:pt x="9285" y="137"/>
                        <a:pt x="5117" y="979"/>
                      </a:cubicBezTo>
                      <a:cubicBezTo>
                        <a:pt x="3433" y="1378"/>
                        <a:pt x="2192" y="1822"/>
                        <a:pt x="1172" y="2575"/>
                      </a:cubicBezTo>
                      <a:cubicBezTo>
                        <a:pt x="152" y="3329"/>
                        <a:pt x="-246" y="4127"/>
                        <a:pt x="152" y="5146"/>
                      </a:cubicBezTo>
                      <a:cubicBezTo>
                        <a:pt x="818" y="6299"/>
                        <a:pt x="2812" y="7363"/>
                        <a:pt x="4896" y="8072"/>
                      </a:cubicBezTo>
                      <a:cubicBezTo>
                        <a:pt x="9728" y="9934"/>
                        <a:pt x="14516" y="11574"/>
                        <a:pt x="18461" y="13614"/>
                      </a:cubicBezTo>
                      <a:cubicBezTo>
                        <a:pt x="21830" y="15342"/>
                        <a:pt x="28214" y="19421"/>
                        <a:pt x="34819" y="17648"/>
                      </a:cubicBezTo>
                      <a:cubicBezTo>
                        <a:pt x="40715" y="16140"/>
                        <a:pt x="38366" y="10998"/>
                        <a:pt x="38322" y="878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25" name="Forme libre : forme 26024">
                  <a:extLst>
                    <a:ext uri="{FF2B5EF4-FFF2-40B4-BE49-F238E27FC236}">
                      <a16:creationId xmlns:a16="http://schemas.microsoft.com/office/drawing/2014/main" id="{D70770BD-CF79-4603-A610-1AE87A3F2201}"/>
                    </a:ext>
                  </a:extLst>
                </p:cNvPr>
                <p:cNvSpPr/>
                <p:nvPr/>
              </p:nvSpPr>
              <p:spPr>
                <a:xfrm>
                  <a:off x="6211787" y="1613973"/>
                  <a:ext cx="12993" cy="5810"/>
                </a:xfrm>
                <a:custGeom>
                  <a:avLst/>
                  <a:gdLst>
                    <a:gd name="connsiteX0" fmla="*/ 12284 w 12993"/>
                    <a:gd name="connsiteY0" fmla="*/ 2023 h 5810"/>
                    <a:gd name="connsiteX1" fmla="*/ 12993 w 12993"/>
                    <a:gd name="connsiteY1" fmla="*/ 870 h 5810"/>
                    <a:gd name="connsiteX2" fmla="*/ 11708 w 12993"/>
                    <a:gd name="connsiteY2" fmla="*/ 28 h 5810"/>
                    <a:gd name="connsiteX3" fmla="*/ 9358 w 12993"/>
                    <a:gd name="connsiteY3" fmla="*/ 250 h 5810"/>
                    <a:gd name="connsiteX4" fmla="*/ 3772 w 12993"/>
                    <a:gd name="connsiteY4" fmla="*/ 1713 h 5810"/>
                    <a:gd name="connsiteX5" fmla="*/ 1733 w 12993"/>
                    <a:gd name="connsiteY5" fmla="*/ 2511 h 5810"/>
                    <a:gd name="connsiteX6" fmla="*/ 3684 w 12993"/>
                    <a:gd name="connsiteY6" fmla="*/ 5703 h 5810"/>
                    <a:gd name="connsiteX7" fmla="*/ 12284 w 12993"/>
                    <a:gd name="connsiteY7" fmla="*/ 2023 h 5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93" h="5810">
                      <a:moveTo>
                        <a:pt x="12284" y="2023"/>
                      </a:moveTo>
                      <a:cubicBezTo>
                        <a:pt x="12683" y="1669"/>
                        <a:pt x="12993" y="1269"/>
                        <a:pt x="12993" y="870"/>
                      </a:cubicBezTo>
                      <a:cubicBezTo>
                        <a:pt x="12993" y="472"/>
                        <a:pt x="12506" y="117"/>
                        <a:pt x="11708" y="28"/>
                      </a:cubicBezTo>
                      <a:cubicBezTo>
                        <a:pt x="10954" y="-60"/>
                        <a:pt x="10112" y="73"/>
                        <a:pt x="9358" y="250"/>
                      </a:cubicBezTo>
                      <a:cubicBezTo>
                        <a:pt x="7408" y="649"/>
                        <a:pt x="5546" y="1136"/>
                        <a:pt x="3772" y="1713"/>
                      </a:cubicBezTo>
                      <a:cubicBezTo>
                        <a:pt x="3019" y="1935"/>
                        <a:pt x="2310" y="2201"/>
                        <a:pt x="1733" y="2511"/>
                      </a:cubicBezTo>
                      <a:cubicBezTo>
                        <a:pt x="-661" y="3796"/>
                        <a:pt x="-1059" y="6368"/>
                        <a:pt x="3684" y="5703"/>
                      </a:cubicBezTo>
                      <a:cubicBezTo>
                        <a:pt x="7319" y="5171"/>
                        <a:pt x="10688" y="3530"/>
                        <a:pt x="12284" y="202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26" name="Forme libre : forme 26025">
                  <a:extLst>
                    <a:ext uri="{FF2B5EF4-FFF2-40B4-BE49-F238E27FC236}">
                      <a16:creationId xmlns:a16="http://schemas.microsoft.com/office/drawing/2014/main" id="{BB9A0CDA-49CA-4483-8E26-45F398F7C195}"/>
                    </a:ext>
                  </a:extLst>
                </p:cNvPr>
                <p:cNvSpPr/>
                <p:nvPr/>
              </p:nvSpPr>
              <p:spPr>
                <a:xfrm>
                  <a:off x="6181292" y="1599012"/>
                  <a:ext cx="13520" cy="2044"/>
                </a:xfrm>
                <a:custGeom>
                  <a:avLst/>
                  <a:gdLst>
                    <a:gd name="connsiteX0" fmla="*/ 0 w 13520"/>
                    <a:gd name="connsiteY0" fmla="*/ 1158 h 2044"/>
                    <a:gd name="connsiteX1" fmla="*/ 1286 w 13520"/>
                    <a:gd name="connsiteY1" fmla="*/ 981 h 2044"/>
                    <a:gd name="connsiteX2" fmla="*/ 4522 w 13520"/>
                    <a:gd name="connsiteY2" fmla="*/ 1291 h 2044"/>
                    <a:gd name="connsiteX3" fmla="*/ 6517 w 13520"/>
                    <a:gd name="connsiteY3" fmla="*/ 1424 h 2044"/>
                    <a:gd name="connsiteX4" fmla="*/ 8556 w 13520"/>
                    <a:gd name="connsiteY4" fmla="*/ 1202 h 2044"/>
                    <a:gd name="connsiteX5" fmla="*/ 13521 w 13520"/>
                    <a:gd name="connsiteY5" fmla="*/ 5 h 2044"/>
                    <a:gd name="connsiteX6" fmla="*/ 11969 w 13520"/>
                    <a:gd name="connsiteY6" fmla="*/ 227 h 2044"/>
                    <a:gd name="connsiteX7" fmla="*/ 10462 w 13520"/>
                    <a:gd name="connsiteY7" fmla="*/ 582 h 2044"/>
                    <a:gd name="connsiteX8" fmla="*/ 9443 w 13520"/>
                    <a:gd name="connsiteY8" fmla="*/ 1247 h 2044"/>
                    <a:gd name="connsiteX9" fmla="*/ 7891 w 13520"/>
                    <a:gd name="connsiteY9" fmla="*/ 1823 h 2044"/>
                    <a:gd name="connsiteX10" fmla="*/ 5719 w 13520"/>
                    <a:gd name="connsiteY10" fmla="*/ 2045 h 2044"/>
                    <a:gd name="connsiteX11" fmla="*/ 0 w 13520"/>
                    <a:gd name="connsiteY11" fmla="*/ 1158 h 2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520" h="2044">
                      <a:moveTo>
                        <a:pt x="0" y="1158"/>
                      </a:moveTo>
                      <a:cubicBezTo>
                        <a:pt x="0" y="1158"/>
                        <a:pt x="488" y="981"/>
                        <a:pt x="1286" y="981"/>
                      </a:cubicBezTo>
                      <a:cubicBezTo>
                        <a:pt x="2128" y="892"/>
                        <a:pt x="3148" y="1247"/>
                        <a:pt x="4522" y="1291"/>
                      </a:cubicBezTo>
                      <a:cubicBezTo>
                        <a:pt x="5187" y="1335"/>
                        <a:pt x="5852" y="1380"/>
                        <a:pt x="6517" y="1424"/>
                      </a:cubicBezTo>
                      <a:cubicBezTo>
                        <a:pt x="7226" y="1424"/>
                        <a:pt x="8024" y="1247"/>
                        <a:pt x="8556" y="1202"/>
                      </a:cubicBezTo>
                      <a:cubicBezTo>
                        <a:pt x="10108" y="936"/>
                        <a:pt x="9886" y="-83"/>
                        <a:pt x="13521" y="5"/>
                      </a:cubicBezTo>
                      <a:cubicBezTo>
                        <a:pt x="13521" y="5"/>
                        <a:pt x="12989" y="94"/>
                        <a:pt x="11969" y="227"/>
                      </a:cubicBezTo>
                      <a:cubicBezTo>
                        <a:pt x="11570" y="316"/>
                        <a:pt x="10906" y="404"/>
                        <a:pt x="10462" y="582"/>
                      </a:cubicBezTo>
                      <a:cubicBezTo>
                        <a:pt x="10240" y="803"/>
                        <a:pt x="9886" y="1025"/>
                        <a:pt x="9443" y="1247"/>
                      </a:cubicBezTo>
                      <a:cubicBezTo>
                        <a:pt x="9044" y="1468"/>
                        <a:pt x="8511" y="1690"/>
                        <a:pt x="7891" y="1823"/>
                      </a:cubicBezTo>
                      <a:cubicBezTo>
                        <a:pt x="7359" y="1867"/>
                        <a:pt x="6605" y="2000"/>
                        <a:pt x="5719" y="2045"/>
                      </a:cubicBezTo>
                      <a:cubicBezTo>
                        <a:pt x="4123" y="2045"/>
                        <a:pt x="2039" y="1601"/>
                        <a:pt x="0" y="11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27" name="Forme libre : forme 26026">
                  <a:extLst>
                    <a:ext uri="{FF2B5EF4-FFF2-40B4-BE49-F238E27FC236}">
                      <a16:creationId xmlns:a16="http://schemas.microsoft.com/office/drawing/2014/main" id="{FF207E9C-3F0A-4CEA-ACEE-887277A082D1}"/>
                    </a:ext>
                  </a:extLst>
                </p:cNvPr>
                <p:cNvSpPr/>
                <p:nvPr/>
              </p:nvSpPr>
              <p:spPr>
                <a:xfrm>
                  <a:off x="6218796" y="1613780"/>
                  <a:ext cx="20968" cy="10994"/>
                </a:xfrm>
                <a:custGeom>
                  <a:avLst/>
                  <a:gdLst>
                    <a:gd name="connsiteX0" fmla="*/ 0 w 20968"/>
                    <a:gd name="connsiteY0" fmla="*/ 10994 h 10994"/>
                    <a:gd name="connsiteX1" fmla="*/ 10196 w 20968"/>
                    <a:gd name="connsiteY1" fmla="*/ 8822 h 10994"/>
                    <a:gd name="connsiteX2" fmla="*/ 14008 w 20968"/>
                    <a:gd name="connsiteY2" fmla="*/ 7315 h 10994"/>
                    <a:gd name="connsiteX3" fmla="*/ 15782 w 20968"/>
                    <a:gd name="connsiteY3" fmla="*/ 6384 h 10994"/>
                    <a:gd name="connsiteX4" fmla="*/ 17067 w 20968"/>
                    <a:gd name="connsiteY4" fmla="*/ 5408 h 10994"/>
                    <a:gd name="connsiteX5" fmla="*/ 20968 w 20968"/>
                    <a:gd name="connsiteY5" fmla="*/ 0 h 10994"/>
                    <a:gd name="connsiteX6" fmla="*/ 20037 w 20968"/>
                    <a:gd name="connsiteY6" fmla="*/ 1241 h 10994"/>
                    <a:gd name="connsiteX7" fmla="*/ 17156 w 20968"/>
                    <a:gd name="connsiteY7" fmla="*/ 4211 h 10994"/>
                    <a:gd name="connsiteX8" fmla="*/ 10994 w 20968"/>
                    <a:gd name="connsiteY8" fmla="*/ 7935 h 10994"/>
                    <a:gd name="connsiteX9" fmla="*/ 0 w 20968"/>
                    <a:gd name="connsiteY9" fmla="*/ 10994 h 10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968" h="10994">
                      <a:moveTo>
                        <a:pt x="0" y="10994"/>
                      </a:moveTo>
                      <a:cubicBezTo>
                        <a:pt x="0" y="10994"/>
                        <a:pt x="5054" y="10506"/>
                        <a:pt x="10196" y="8822"/>
                      </a:cubicBezTo>
                      <a:cubicBezTo>
                        <a:pt x="11482" y="8423"/>
                        <a:pt x="12767" y="7891"/>
                        <a:pt x="14008" y="7315"/>
                      </a:cubicBezTo>
                      <a:cubicBezTo>
                        <a:pt x="14629" y="7004"/>
                        <a:pt x="15205" y="6694"/>
                        <a:pt x="15782" y="6384"/>
                      </a:cubicBezTo>
                      <a:cubicBezTo>
                        <a:pt x="16269" y="6073"/>
                        <a:pt x="16624" y="5763"/>
                        <a:pt x="17067" y="5408"/>
                      </a:cubicBezTo>
                      <a:cubicBezTo>
                        <a:pt x="18708" y="3946"/>
                        <a:pt x="20171" y="2305"/>
                        <a:pt x="20968" y="0"/>
                      </a:cubicBezTo>
                      <a:cubicBezTo>
                        <a:pt x="20968" y="0"/>
                        <a:pt x="20658" y="488"/>
                        <a:pt x="20037" y="1241"/>
                      </a:cubicBezTo>
                      <a:cubicBezTo>
                        <a:pt x="19417" y="1951"/>
                        <a:pt x="18442" y="3014"/>
                        <a:pt x="17156" y="4211"/>
                      </a:cubicBezTo>
                      <a:cubicBezTo>
                        <a:pt x="16092" y="5320"/>
                        <a:pt x="13787" y="6694"/>
                        <a:pt x="10994" y="7935"/>
                      </a:cubicBezTo>
                      <a:cubicBezTo>
                        <a:pt x="8157" y="9132"/>
                        <a:pt x="4566" y="10240"/>
                        <a:pt x="0" y="109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28" name="Forme libre : forme 26027">
                  <a:extLst>
                    <a:ext uri="{FF2B5EF4-FFF2-40B4-BE49-F238E27FC236}">
                      <a16:creationId xmlns:a16="http://schemas.microsoft.com/office/drawing/2014/main" id="{206C65F3-22E0-4812-939E-B16D21E4E980}"/>
                    </a:ext>
                  </a:extLst>
                </p:cNvPr>
                <p:cNvSpPr/>
                <p:nvPr/>
              </p:nvSpPr>
              <p:spPr>
                <a:xfrm>
                  <a:off x="6192237" y="1612261"/>
                  <a:ext cx="12184" cy="3877"/>
                </a:xfrm>
                <a:custGeom>
                  <a:avLst/>
                  <a:gdLst>
                    <a:gd name="connsiteX0" fmla="*/ 182 w 12184"/>
                    <a:gd name="connsiteY0" fmla="*/ 544 h 3877"/>
                    <a:gd name="connsiteX1" fmla="*/ 7364 w 12184"/>
                    <a:gd name="connsiteY1" fmla="*/ 455 h 3877"/>
                    <a:gd name="connsiteX2" fmla="*/ 12063 w 12184"/>
                    <a:gd name="connsiteY2" fmla="*/ 2937 h 3877"/>
                    <a:gd name="connsiteX3" fmla="*/ 4748 w 12184"/>
                    <a:gd name="connsiteY3" fmla="*/ 3514 h 3877"/>
                    <a:gd name="connsiteX4" fmla="*/ 891 w 12184"/>
                    <a:gd name="connsiteY4" fmla="*/ 2007 h 3877"/>
                    <a:gd name="connsiteX5" fmla="*/ 182 w 12184"/>
                    <a:gd name="connsiteY5" fmla="*/ 544 h 3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184" h="3877">
                      <a:moveTo>
                        <a:pt x="182" y="544"/>
                      </a:moveTo>
                      <a:cubicBezTo>
                        <a:pt x="1024" y="-254"/>
                        <a:pt x="4128" y="-77"/>
                        <a:pt x="7364" y="455"/>
                      </a:cubicBezTo>
                      <a:cubicBezTo>
                        <a:pt x="10600" y="1076"/>
                        <a:pt x="12728" y="2051"/>
                        <a:pt x="12063" y="2937"/>
                      </a:cubicBezTo>
                      <a:cubicBezTo>
                        <a:pt x="11398" y="3824"/>
                        <a:pt x="8117" y="4223"/>
                        <a:pt x="4748" y="3514"/>
                      </a:cubicBezTo>
                      <a:cubicBezTo>
                        <a:pt x="3064" y="3248"/>
                        <a:pt x="1689" y="2539"/>
                        <a:pt x="891" y="2007"/>
                      </a:cubicBezTo>
                      <a:cubicBezTo>
                        <a:pt x="49" y="1474"/>
                        <a:pt x="-217" y="943"/>
                        <a:pt x="182" y="54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29" name="Forme libre : forme 26028">
                  <a:extLst>
                    <a:ext uri="{FF2B5EF4-FFF2-40B4-BE49-F238E27FC236}">
                      <a16:creationId xmlns:a16="http://schemas.microsoft.com/office/drawing/2014/main" id="{E8C25ED8-DD49-4E4C-8985-0CAC05A155C8}"/>
                    </a:ext>
                  </a:extLst>
                </p:cNvPr>
                <p:cNvSpPr/>
                <p:nvPr/>
              </p:nvSpPr>
              <p:spPr>
                <a:xfrm>
                  <a:off x="6190594" y="1612501"/>
                  <a:ext cx="3383" cy="1534"/>
                </a:xfrm>
                <a:custGeom>
                  <a:avLst/>
                  <a:gdLst>
                    <a:gd name="connsiteX0" fmla="*/ 8 w 3383"/>
                    <a:gd name="connsiteY0" fmla="*/ 436 h 1534"/>
                    <a:gd name="connsiteX1" fmla="*/ 1825 w 3383"/>
                    <a:gd name="connsiteY1" fmla="*/ 38 h 1534"/>
                    <a:gd name="connsiteX2" fmla="*/ 3376 w 3383"/>
                    <a:gd name="connsiteY2" fmla="*/ 968 h 1534"/>
                    <a:gd name="connsiteX3" fmla="*/ 1559 w 3383"/>
                    <a:gd name="connsiteY3" fmla="*/ 1500 h 1534"/>
                    <a:gd name="connsiteX4" fmla="*/ 8 w 3383"/>
                    <a:gd name="connsiteY4" fmla="*/ 436 h 1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83" h="1534">
                      <a:moveTo>
                        <a:pt x="8" y="436"/>
                      </a:moveTo>
                      <a:cubicBezTo>
                        <a:pt x="96" y="-7"/>
                        <a:pt x="894" y="-51"/>
                        <a:pt x="1825" y="38"/>
                      </a:cubicBezTo>
                      <a:cubicBezTo>
                        <a:pt x="2756" y="170"/>
                        <a:pt x="3465" y="569"/>
                        <a:pt x="3376" y="968"/>
                      </a:cubicBezTo>
                      <a:cubicBezTo>
                        <a:pt x="3332" y="1367"/>
                        <a:pt x="2534" y="1633"/>
                        <a:pt x="1559" y="1500"/>
                      </a:cubicBezTo>
                      <a:cubicBezTo>
                        <a:pt x="628" y="1412"/>
                        <a:pt x="-81" y="791"/>
                        <a:pt x="8" y="4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30" name="Forme libre : forme 26029">
                  <a:extLst>
                    <a:ext uri="{FF2B5EF4-FFF2-40B4-BE49-F238E27FC236}">
                      <a16:creationId xmlns:a16="http://schemas.microsoft.com/office/drawing/2014/main" id="{5ED30FED-4D7A-4950-A96E-A702BC2A5324}"/>
                    </a:ext>
                  </a:extLst>
                </p:cNvPr>
                <p:cNvSpPr/>
                <p:nvPr/>
              </p:nvSpPr>
              <p:spPr>
                <a:xfrm>
                  <a:off x="6174997" y="1603722"/>
                  <a:ext cx="29775" cy="20512"/>
                </a:xfrm>
                <a:custGeom>
                  <a:avLst/>
                  <a:gdLst>
                    <a:gd name="connsiteX0" fmla="*/ 0 w 29775"/>
                    <a:gd name="connsiteY0" fmla="*/ 6068 h 20512"/>
                    <a:gd name="connsiteX1" fmla="*/ 4300 w 29775"/>
                    <a:gd name="connsiteY1" fmla="*/ 172 h 20512"/>
                    <a:gd name="connsiteX2" fmla="*/ 7093 w 29775"/>
                    <a:gd name="connsiteY2" fmla="*/ 1147 h 20512"/>
                    <a:gd name="connsiteX3" fmla="*/ 8379 w 29775"/>
                    <a:gd name="connsiteY3" fmla="*/ 4428 h 20512"/>
                    <a:gd name="connsiteX4" fmla="*/ 9309 w 29775"/>
                    <a:gd name="connsiteY4" fmla="*/ 8861 h 20512"/>
                    <a:gd name="connsiteX5" fmla="*/ 13344 w 29775"/>
                    <a:gd name="connsiteY5" fmla="*/ 13250 h 20512"/>
                    <a:gd name="connsiteX6" fmla="*/ 17511 w 29775"/>
                    <a:gd name="connsiteY6" fmla="*/ 14890 h 20512"/>
                    <a:gd name="connsiteX7" fmla="*/ 20570 w 29775"/>
                    <a:gd name="connsiteY7" fmla="*/ 15777 h 20512"/>
                    <a:gd name="connsiteX8" fmla="*/ 23673 w 29775"/>
                    <a:gd name="connsiteY8" fmla="*/ 16486 h 20512"/>
                    <a:gd name="connsiteX9" fmla="*/ 29391 w 29775"/>
                    <a:gd name="connsiteY9" fmla="*/ 19323 h 20512"/>
                    <a:gd name="connsiteX10" fmla="*/ 19284 w 29775"/>
                    <a:gd name="connsiteY10" fmla="*/ 20298 h 20512"/>
                    <a:gd name="connsiteX11" fmla="*/ 12280 w 29775"/>
                    <a:gd name="connsiteY11" fmla="*/ 18791 h 20512"/>
                    <a:gd name="connsiteX12" fmla="*/ 9221 w 29775"/>
                    <a:gd name="connsiteY12" fmla="*/ 17638 h 20512"/>
                    <a:gd name="connsiteX13" fmla="*/ 6650 w 29775"/>
                    <a:gd name="connsiteY13" fmla="*/ 16176 h 20512"/>
                    <a:gd name="connsiteX14" fmla="*/ 1463 w 29775"/>
                    <a:gd name="connsiteY14" fmla="*/ 10945 h 20512"/>
                    <a:gd name="connsiteX15" fmla="*/ 0 w 29775"/>
                    <a:gd name="connsiteY15" fmla="*/ 6068 h 20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9775" h="20512">
                      <a:moveTo>
                        <a:pt x="0" y="6068"/>
                      </a:moveTo>
                      <a:cubicBezTo>
                        <a:pt x="44" y="2433"/>
                        <a:pt x="2305" y="1014"/>
                        <a:pt x="4300" y="172"/>
                      </a:cubicBezTo>
                      <a:cubicBezTo>
                        <a:pt x="5142" y="-183"/>
                        <a:pt x="6073" y="-50"/>
                        <a:pt x="7093" y="1147"/>
                      </a:cubicBezTo>
                      <a:cubicBezTo>
                        <a:pt x="8068" y="2211"/>
                        <a:pt x="8157" y="3586"/>
                        <a:pt x="8379" y="4428"/>
                      </a:cubicBezTo>
                      <a:cubicBezTo>
                        <a:pt x="8600" y="5846"/>
                        <a:pt x="8600" y="7487"/>
                        <a:pt x="9309" y="8861"/>
                      </a:cubicBezTo>
                      <a:cubicBezTo>
                        <a:pt x="9930" y="10279"/>
                        <a:pt x="11260" y="12097"/>
                        <a:pt x="13344" y="13250"/>
                      </a:cubicBezTo>
                      <a:cubicBezTo>
                        <a:pt x="14008" y="13649"/>
                        <a:pt x="15649" y="14402"/>
                        <a:pt x="17511" y="14890"/>
                      </a:cubicBezTo>
                      <a:cubicBezTo>
                        <a:pt x="18486" y="15156"/>
                        <a:pt x="19505" y="15466"/>
                        <a:pt x="20570" y="15777"/>
                      </a:cubicBezTo>
                      <a:cubicBezTo>
                        <a:pt x="21589" y="15998"/>
                        <a:pt x="22609" y="16264"/>
                        <a:pt x="23673" y="16486"/>
                      </a:cubicBezTo>
                      <a:cubicBezTo>
                        <a:pt x="27751" y="17461"/>
                        <a:pt x="30899" y="18215"/>
                        <a:pt x="29391" y="19323"/>
                      </a:cubicBezTo>
                      <a:cubicBezTo>
                        <a:pt x="27884" y="20431"/>
                        <a:pt x="23850" y="20786"/>
                        <a:pt x="19284" y="20298"/>
                      </a:cubicBezTo>
                      <a:cubicBezTo>
                        <a:pt x="16890" y="19944"/>
                        <a:pt x="14629" y="19633"/>
                        <a:pt x="12280" y="18791"/>
                      </a:cubicBezTo>
                      <a:cubicBezTo>
                        <a:pt x="11127" y="18392"/>
                        <a:pt x="10196" y="18082"/>
                        <a:pt x="9221" y="17638"/>
                      </a:cubicBezTo>
                      <a:cubicBezTo>
                        <a:pt x="8157" y="17107"/>
                        <a:pt x="7270" y="16575"/>
                        <a:pt x="6650" y="16176"/>
                      </a:cubicBezTo>
                      <a:cubicBezTo>
                        <a:pt x="4211" y="14757"/>
                        <a:pt x="2615" y="12629"/>
                        <a:pt x="1463" y="10945"/>
                      </a:cubicBezTo>
                      <a:cubicBezTo>
                        <a:pt x="355" y="9216"/>
                        <a:pt x="89" y="7398"/>
                        <a:pt x="0" y="606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96" name="Graphique 2">
                <a:extLst>
                  <a:ext uri="{FF2B5EF4-FFF2-40B4-BE49-F238E27FC236}">
                    <a16:creationId xmlns:a16="http://schemas.microsoft.com/office/drawing/2014/main" id="{CC06D854-B291-4652-843D-0EB36C9CF8C0}"/>
                  </a:ext>
                </a:extLst>
              </p:cNvPr>
              <p:cNvGrpSpPr/>
              <p:nvPr/>
            </p:nvGrpSpPr>
            <p:grpSpPr>
              <a:xfrm>
                <a:off x="6159187" y="1529601"/>
                <a:ext cx="35741" cy="69713"/>
                <a:chOff x="6159187" y="1529601"/>
                <a:chExt cx="35741" cy="69713"/>
              </a:xfrm>
              <a:solidFill>
                <a:schemeClr val="accent1"/>
              </a:solidFill>
            </p:grpSpPr>
            <p:sp>
              <p:nvSpPr>
                <p:cNvPr id="26007" name="Forme libre : forme 26006">
                  <a:extLst>
                    <a:ext uri="{FF2B5EF4-FFF2-40B4-BE49-F238E27FC236}">
                      <a16:creationId xmlns:a16="http://schemas.microsoft.com/office/drawing/2014/main" id="{7A4C3B11-A1D0-4B35-9D8B-89BBF73047FB}"/>
                    </a:ext>
                  </a:extLst>
                </p:cNvPr>
                <p:cNvSpPr/>
                <p:nvPr/>
              </p:nvSpPr>
              <p:spPr>
                <a:xfrm>
                  <a:off x="6159187" y="1529716"/>
                  <a:ext cx="35668" cy="69599"/>
                </a:xfrm>
                <a:custGeom>
                  <a:avLst/>
                  <a:gdLst>
                    <a:gd name="connsiteX0" fmla="*/ 30350 w 35668"/>
                    <a:gd name="connsiteY0" fmla="*/ 15307 h 69599"/>
                    <a:gd name="connsiteX1" fmla="*/ 33587 w 35668"/>
                    <a:gd name="connsiteY1" fmla="*/ 23774 h 69599"/>
                    <a:gd name="connsiteX2" fmla="*/ 35271 w 35668"/>
                    <a:gd name="connsiteY2" fmla="*/ 32285 h 69599"/>
                    <a:gd name="connsiteX3" fmla="*/ 35094 w 35668"/>
                    <a:gd name="connsiteY3" fmla="*/ 48732 h 69599"/>
                    <a:gd name="connsiteX4" fmla="*/ 34030 w 35668"/>
                    <a:gd name="connsiteY4" fmla="*/ 54052 h 69599"/>
                    <a:gd name="connsiteX5" fmla="*/ 33409 w 35668"/>
                    <a:gd name="connsiteY5" fmla="*/ 56091 h 69599"/>
                    <a:gd name="connsiteX6" fmla="*/ 32789 w 35668"/>
                    <a:gd name="connsiteY6" fmla="*/ 57731 h 69599"/>
                    <a:gd name="connsiteX7" fmla="*/ 29863 w 35668"/>
                    <a:gd name="connsiteY7" fmla="*/ 63184 h 69599"/>
                    <a:gd name="connsiteX8" fmla="*/ 26582 w 35668"/>
                    <a:gd name="connsiteY8" fmla="*/ 66775 h 69599"/>
                    <a:gd name="connsiteX9" fmla="*/ 22770 w 35668"/>
                    <a:gd name="connsiteY9" fmla="*/ 68548 h 69599"/>
                    <a:gd name="connsiteX10" fmla="*/ 15145 w 35668"/>
                    <a:gd name="connsiteY10" fmla="*/ 69568 h 69599"/>
                    <a:gd name="connsiteX11" fmla="*/ 11066 w 35668"/>
                    <a:gd name="connsiteY11" fmla="*/ 67883 h 69599"/>
                    <a:gd name="connsiteX12" fmla="*/ 7830 w 35668"/>
                    <a:gd name="connsiteY12" fmla="*/ 61943 h 69599"/>
                    <a:gd name="connsiteX13" fmla="*/ 6589 w 35668"/>
                    <a:gd name="connsiteY13" fmla="*/ 53431 h 69599"/>
                    <a:gd name="connsiteX14" fmla="*/ 6633 w 35668"/>
                    <a:gd name="connsiteY14" fmla="*/ 51082 h 69599"/>
                    <a:gd name="connsiteX15" fmla="*/ 6722 w 35668"/>
                    <a:gd name="connsiteY15" fmla="*/ 48954 h 69599"/>
                    <a:gd name="connsiteX16" fmla="*/ 6988 w 35668"/>
                    <a:gd name="connsiteY16" fmla="*/ 45496 h 69599"/>
                    <a:gd name="connsiteX17" fmla="*/ 6988 w 35668"/>
                    <a:gd name="connsiteY17" fmla="*/ 35965 h 69599"/>
                    <a:gd name="connsiteX18" fmla="*/ 6101 w 35668"/>
                    <a:gd name="connsiteY18" fmla="*/ 31753 h 69599"/>
                    <a:gd name="connsiteX19" fmla="*/ 4638 w 35668"/>
                    <a:gd name="connsiteY19" fmla="*/ 28118 h 69599"/>
                    <a:gd name="connsiteX20" fmla="*/ 2732 w 35668"/>
                    <a:gd name="connsiteY20" fmla="*/ 23863 h 69599"/>
                    <a:gd name="connsiteX21" fmla="*/ 2023 w 35668"/>
                    <a:gd name="connsiteY21" fmla="*/ 21823 h 69599"/>
                    <a:gd name="connsiteX22" fmla="*/ 1314 w 35668"/>
                    <a:gd name="connsiteY22" fmla="*/ 19873 h 69599"/>
                    <a:gd name="connsiteX23" fmla="*/ 205 w 35668"/>
                    <a:gd name="connsiteY23" fmla="*/ 15617 h 69599"/>
                    <a:gd name="connsiteX24" fmla="*/ 294 w 35668"/>
                    <a:gd name="connsiteY24" fmla="*/ 11317 h 69599"/>
                    <a:gd name="connsiteX25" fmla="*/ 2644 w 35668"/>
                    <a:gd name="connsiteY25" fmla="*/ 3692 h 69599"/>
                    <a:gd name="connsiteX26" fmla="*/ 6013 w 35668"/>
                    <a:gd name="connsiteY26" fmla="*/ 544 h 69599"/>
                    <a:gd name="connsiteX27" fmla="*/ 13372 w 35668"/>
                    <a:gd name="connsiteY27" fmla="*/ 544 h 69599"/>
                    <a:gd name="connsiteX28" fmla="*/ 18071 w 35668"/>
                    <a:gd name="connsiteY28" fmla="*/ 2273 h 69599"/>
                    <a:gd name="connsiteX29" fmla="*/ 22770 w 35668"/>
                    <a:gd name="connsiteY29" fmla="*/ 5465 h 69599"/>
                    <a:gd name="connsiteX30" fmla="*/ 30350 w 35668"/>
                    <a:gd name="connsiteY30" fmla="*/ 15307 h 69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5668" h="69599">
                      <a:moveTo>
                        <a:pt x="30350" y="15307"/>
                      </a:moveTo>
                      <a:cubicBezTo>
                        <a:pt x="31902" y="18099"/>
                        <a:pt x="32611" y="20937"/>
                        <a:pt x="33587" y="23774"/>
                      </a:cubicBezTo>
                      <a:cubicBezTo>
                        <a:pt x="34340" y="26611"/>
                        <a:pt x="34872" y="29448"/>
                        <a:pt x="35271" y="32285"/>
                      </a:cubicBezTo>
                      <a:cubicBezTo>
                        <a:pt x="35848" y="37915"/>
                        <a:pt x="35803" y="43412"/>
                        <a:pt x="35094" y="48732"/>
                      </a:cubicBezTo>
                      <a:cubicBezTo>
                        <a:pt x="34828" y="50550"/>
                        <a:pt x="34473" y="52367"/>
                        <a:pt x="34030" y="54052"/>
                      </a:cubicBezTo>
                      <a:cubicBezTo>
                        <a:pt x="33808" y="55027"/>
                        <a:pt x="33631" y="55559"/>
                        <a:pt x="33409" y="56091"/>
                      </a:cubicBezTo>
                      <a:cubicBezTo>
                        <a:pt x="33187" y="56623"/>
                        <a:pt x="33010" y="57155"/>
                        <a:pt x="32789" y="57731"/>
                      </a:cubicBezTo>
                      <a:cubicBezTo>
                        <a:pt x="31769" y="59948"/>
                        <a:pt x="30927" y="61632"/>
                        <a:pt x="29863" y="63184"/>
                      </a:cubicBezTo>
                      <a:cubicBezTo>
                        <a:pt x="28710" y="64824"/>
                        <a:pt x="27868" y="65755"/>
                        <a:pt x="26582" y="66775"/>
                      </a:cubicBezTo>
                      <a:cubicBezTo>
                        <a:pt x="25341" y="67750"/>
                        <a:pt x="24100" y="68371"/>
                        <a:pt x="22770" y="68548"/>
                      </a:cubicBezTo>
                      <a:lnTo>
                        <a:pt x="15145" y="69568"/>
                      </a:lnTo>
                      <a:cubicBezTo>
                        <a:pt x="13726" y="69745"/>
                        <a:pt x="12308" y="69169"/>
                        <a:pt x="11066" y="67883"/>
                      </a:cubicBezTo>
                      <a:cubicBezTo>
                        <a:pt x="9870" y="66642"/>
                        <a:pt x="8451" y="64337"/>
                        <a:pt x="7830" y="61943"/>
                      </a:cubicBezTo>
                      <a:cubicBezTo>
                        <a:pt x="7077" y="59460"/>
                        <a:pt x="6545" y="56401"/>
                        <a:pt x="6589" y="53431"/>
                      </a:cubicBezTo>
                      <a:cubicBezTo>
                        <a:pt x="6589" y="52633"/>
                        <a:pt x="6633" y="51835"/>
                        <a:pt x="6633" y="51082"/>
                      </a:cubicBezTo>
                      <a:cubicBezTo>
                        <a:pt x="6678" y="50239"/>
                        <a:pt x="6722" y="49397"/>
                        <a:pt x="6722" y="48954"/>
                      </a:cubicBezTo>
                      <a:cubicBezTo>
                        <a:pt x="6722" y="47801"/>
                        <a:pt x="6811" y="46649"/>
                        <a:pt x="6988" y="45496"/>
                      </a:cubicBezTo>
                      <a:cubicBezTo>
                        <a:pt x="7387" y="42171"/>
                        <a:pt x="7298" y="38979"/>
                        <a:pt x="6988" y="35965"/>
                      </a:cubicBezTo>
                      <a:cubicBezTo>
                        <a:pt x="6722" y="34502"/>
                        <a:pt x="6412" y="33083"/>
                        <a:pt x="6101" y="31753"/>
                      </a:cubicBezTo>
                      <a:cubicBezTo>
                        <a:pt x="5525" y="30556"/>
                        <a:pt x="5348" y="29094"/>
                        <a:pt x="4638" y="28118"/>
                      </a:cubicBezTo>
                      <a:cubicBezTo>
                        <a:pt x="3885" y="26522"/>
                        <a:pt x="3220" y="25237"/>
                        <a:pt x="2732" y="23863"/>
                      </a:cubicBezTo>
                      <a:cubicBezTo>
                        <a:pt x="2422" y="23242"/>
                        <a:pt x="2200" y="22577"/>
                        <a:pt x="2023" y="21823"/>
                      </a:cubicBezTo>
                      <a:cubicBezTo>
                        <a:pt x="1757" y="21247"/>
                        <a:pt x="1491" y="20582"/>
                        <a:pt x="1314" y="19873"/>
                      </a:cubicBezTo>
                      <a:cubicBezTo>
                        <a:pt x="959" y="18321"/>
                        <a:pt x="383" y="17213"/>
                        <a:pt x="205" y="15617"/>
                      </a:cubicBezTo>
                      <a:cubicBezTo>
                        <a:pt x="-16" y="14065"/>
                        <a:pt x="-149" y="12691"/>
                        <a:pt x="294" y="11317"/>
                      </a:cubicBezTo>
                      <a:lnTo>
                        <a:pt x="2644" y="3692"/>
                      </a:lnTo>
                      <a:cubicBezTo>
                        <a:pt x="3042" y="2318"/>
                        <a:pt x="4195" y="1121"/>
                        <a:pt x="6013" y="544"/>
                      </a:cubicBezTo>
                      <a:cubicBezTo>
                        <a:pt x="7786" y="57"/>
                        <a:pt x="10490" y="-387"/>
                        <a:pt x="13372" y="544"/>
                      </a:cubicBezTo>
                      <a:cubicBezTo>
                        <a:pt x="14834" y="943"/>
                        <a:pt x="16431" y="1520"/>
                        <a:pt x="18071" y="2273"/>
                      </a:cubicBezTo>
                      <a:cubicBezTo>
                        <a:pt x="19578" y="3160"/>
                        <a:pt x="21174" y="4224"/>
                        <a:pt x="22770" y="5465"/>
                      </a:cubicBezTo>
                      <a:cubicBezTo>
                        <a:pt x="25696" y="7903"/>
                        <a:pt x="28577" y="11361"/>
                        <a:pt x="30350" y="1530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08" name="Forme libre : forme 26007">
                  <a:extLst>
                    <a:ext uri="{FF2B5EF4-FFF2-40B4-BE49-F238E27FC236}">
                      <a16:creationId xmlns:a16="http://schemas.microsoft.com/office/drawing/2014/main" id="{A4082C99-21D4-4726-B9A0-A0F43CBF3AA2}"/>
                    </a:ext>
                  </a:extLst>
                </p:cNvPr>
                <p:cNvSpPr/>
                <p:nvPr/>
              </p:nvSpPr>
              <p:spPr>
                <a:xfrm>
                  <a:off x="6161787" y="1529601"/>
                  <a:ext cx="33142" cy="69061"/>
                </a:xfrm>
                <a:custGeom>
                  <a:avLst/>
                  <a:gdLst>
                    <a:gd name="connsiteX0" fmla="*/ 23717 w 33142"/>
                    <a:gd name="connsiteY0" fmla="*/ 42773 h 69061"/>
                    <a:gd name="connsiteX1" fmla="*/ 23230 w 33142"/>
                    <a:gd name="connsiteY1" fmla="*/ 51152 h 69061"/>
                    <a:gd name="connsiteX2" fmla="*/ 21412 w 33142"/>
                    <a:gd name="connsiteY2" fmla="*/ 58200 h 69061"/>
                    <a:gd name="connsiteX3" fmla="*/ 19240 w 33142"/>
                    <a:gd name="connsiteY3" fmla="*/ 64096 h 69061"/>
                    <a:gd name="connsiteX4" fmla="*/ 16979 w 33142"/>
                    <a:gd name="connsiteY4" fmla="*/ 69061 h 69061"/>
                    <a:gd name="connsiteX5" fmla="*/ 20259 w 33142"/>
                    <a:gd name="connsiteY5" fmla="*/ 68618 h 69061"/>
                    <a:gd name="connsiteX6" fmla="*/ 24072 w 33142"/>
                    <a:gd name="connsiteY6" fmla="*/ 66845 h 69061"/>
                    <a:gd name="connsiteX7" fmla="*/ 27352 w 33142"/>
                    <a:gd name="connsiteY7" fmla="*/ 63254 h 69061"/>
                    <a:gd name="connsiteX8" fmla="*/ 30278 w 33142"/>
                    <a:gd name="connsiteY8" fmla="*/ 57801 h 69061"/>
                    <a:gd name="connsiteX9" fmla="*/ 30899 w 33142"/>
                    <a:gd name="connsiteY9" fmla="*/ 56161 h 69061"/>
                    <a:gd name="connsiteX10" fmla="*/ 31519 w 33142"/>
                    <a:gd name="connsiteY10" fmla="*/ 54122 h 69061"/>
                    <a:gd name="connsiteX11" fmla="*/ 32583 w 33142"/>
                    <a:gd name="connsiteY11" fmla="*/ 48802 h 69061"/>
                    <a:gd name="connsiteX12" fmla="*/ 32761 w 33142"/>
                    <a:gd name="connsiteY12" fmla="*/ 32355 h 69061"/>
                    <a:gd name="connsiteX13" fmla="*/ 31076 w 33142"/>
                    <a:gd name="connsiteY13" fmla="*/ 23844 h 69061"/>
                    <a:gd name="connsiteX14" fmla="*/ 27840 w 33142"/>
                    <a:gd name="connsiteY14" fmla="*/ 15377 h 69061"/>
                    <a:gd name="connsiteX15" fmla="*/ 20215 w 33142"/>
                    <a:gd name="connsiteY15" fmla="*/ 5447 h 69061"/>
                    <a:gd name="connsiteX16" fmla="*/ 15516 w 33142"/>
                    <a:gd name="connsiteY16" fmla="*/ 2255 h 69061"/>
                    <a:gd name="connsiteX17" fmla="*/ 10817 w 33142"/>
                    <a:gd name="connsiteY17" fmla="*/ 526 h 69061"/>
                    <a:gd name="connsiteX18" fmla="*/ 3458 w 33142"/>
                    <a:gd name="connsiteY18" fmla="*/ 526 h 69061"/>
                    <a:gd name="connsiteX19" fmla="*/ 89 w 33142"/>
                    <a:gd name="connsiteY19" fmla="*/ 3673 h 69061"/>
                    <a:gd name="connsiteX20" fmla="*/ 0 w 33142"/>
                    <a:gd name="connsiteY20" fmla="*/ 3939 h 69061"/>
                    <a:gd name="connsiteX21" fmla="*/ 5896 w 33142"/>
                    <a:gd name="connsiteY21" fmla="*/ 6333 h 69061"/>
                    <a:gd name="connsiteX22" fmla="*/ 10994 w 33142"/>
                    <a:gd name="connsiteY22" fmla="*/ 10057 h 69061"/>
                    <a:gd name="connsiteX23" fmla="*/ 15117 w 33142"/>
                    <a:gd name="connsiteY23" fmla="*/ 14667 h 69061"/>
                    <a:gd name="connsiteX24" fmla="*/ 16890 w 33142"/>
                    <a:gd name="connsiteY24" fmla="*/ 17150 h 69061"/>
                    <a:gd name="connsiteX25" fmla="*/ 18264 w 33142"/>
                    <a:gd name="connsiteY25" fmla="*/ 19854 h 69061"/>
                    <a:gd name="connsiteX26" fmla="*/ 20569 w 33142"/>
                    <a:gd name="connsiteY26" fmla="*/ 25395 h 69061"/>
                    <a:gd name="connsiteX27" fmla="*/ 22166 w 33142"/>
                    <a:gd name="connsiteY27" fmla="*/ 31114 h 69061"/>
                    <a:gd name="connsiteX28" fmla="*/ 23185 w 33142"/>
                    <a:gd name="connsiteY28" fmla="*/ 36922 h 69061"/>
                    <a:gd name="connsiteX29" fmla="*/ 23717 w 33142"/>
                    <a:gd name="connsiteY29" fmla="*/ 42773 h 69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3142" h="69061">
                      <a:moveTo>
                        <a:pt x="23717" y="42773"/>
                      </a:moveTo>
                      <a:cubicBezTo>
                        <a:pt x="24027" y="45610"/>
                        <a:pt x="23717" y="48448"/>
                        <a:pt x="23230" y="51152"/>
                      </a:cubicBezTo>
                      <a:cubicBezTo>
                        <a:pt x="22742" y="54033"/>
                        <a:pt x="22166" y="55984"/>
                        <a:pt x="21412" y="58200"/>
                      </a:cubicBezTo>
                      <a:cubicBezTo>
                        <a:pt x="20658" y="60328"/>
                        <a:pt x="20126" y="62279"/>
                        <a:pt x="19240" y="64096"/>
                      </a:cubicBezTo>
                      <a:cubicBezTo>
                        <a:pt x="18619" y="65870"/>
                        <a:pt x="17777" y="67554"/>
                        <a:pt x="16979" y="69061"/>
                      </a:cubicBezTo>
                      <a:lnTo>
                        <a:pt x="20259" y="68618"/>
                      </a:lnTo>
                      <a:cubicBezTo>
                        <a:pt x="21633" y="68441"/>
                        <a:pt x="22875" y="67820"/>
                        <a:pt x="24072" y="66845"/>
                      </a:cubicBezTo>
                      <a:cubicBezTo>
                        <a:pt x="25313" y="65825"/>
                        <a:pt x="26155" y="64894"/>
                        <a:pt x="27352" y="63254"/>
                      </a:cubicBezTo>
                      <a:cubicBezTo>
                        <a:pt x="28416" y="61747"/>
                        <a:pt x="29258" y="60018"/>
                        <a:pt x="30278" y="57801"/>
                      </a:cubicBezTo>
                      <a:cubicBezTo>
                        <a:pt x="30500" y="57225"/>
                        <a:pt x="30721" y="56693"/>
                        <a:pt x="30899" y="56161"/>
                      </a:cubicBezTo>
                      <a:cubicBezTo>
                        <a:pt x="31076" y="55629"/>
                        <a:pt x="31298" y="55097"/>
                        <a:pt x="31519" y="54122"/>
                      </a:cubicBezTo>
                      <a:cubicBezTo>
                        <a:pt x="31918" y="52437"/>
                        <a:pt x="32273" y="50620"/>
                        <a:pt x="32583" y="48802"/>
                      </a:cubicBezTo>
                      <a:cubicBezTo>
                        <a:pt x="33248" y="43527"/>
                        <a:pt x="33337" y="37985"/>
                        <a:pt x="32761" y="32355"/>
                      </a:cubicBezTo>
                      <a:cubicBezTo>
                        <a:pt x="32362" y="29518"/>
                        <a:pt x="31830" y="26681"/>
                        <a:pt x="31076" y="23844"/>
                      </a:cubicBezTo>
                      <a:cubicBezTo>
                        <a:pt x="30056" y="21007"/>
                        <a:pt x="29391" y="18125"/>
                        <a:pt x="27840" y="15377"/>
                      </a:cubicBezTo>
                      <a:cubicBezTo>
                        <a:pt x="26022" y="11431"/>
                        <a:pt x="23185" y="8018"/>
                        <a:pt x="20215" y="5447"/>
                      </a:cubicBezTo>
                      <a:cubicBezTo>
                        <a:pt x="18619" y="4205"/>
                        <a:pt x="17023" y="3141"/>
                        <a:pt x="15516" y="2255"/>
                      </a:cubicBezTo>
                      <a:cubicBezTo>
                        <a:pt x="13875" y="1501"/>
                        <a:pt x="12280" y="925"/>
                        <a:pt x="10817" y="526"/>
                      </a:cubicBezTo>
                      <a:cubicBezTo>
                        <a:pt x="7935" y="-361"/>
                        <a:pt x="5231" y="38"/>
                        <a:pt x="3458" y="526"/>
                      </a:cubicBezTo>
                      <a:cubicBezTo>
                        <a:pt x="1640" y="1058"/>
                        <a:pt x="532" y="2299"/>
                        <a:pt x="89" y="3673"/>
                      </a:cubicBezTo>
                      <a:lnTo>
                        <a:pt x="0" y="3939"/>
                      </a:lnTo>
                      <a:cubicBezTo>
                        <a:pt x="2039" y="4471"/>
                        <a:pt x="3990" y="5402"/>
                        <a:pt x="5896" y="6333"/>
                      </a:cubicBezTo>
                      <a:cubicBezTo>
                        <a:pt x="7625" y="7574"/>
                        <a:pt x="9576" y="8505"/>
                        <a:pt x="10994" y="10057"/>
                      </a:cubicBezTo>
                      <a:cubicBezTo>
                        <a:pt x="12501" y="11476"/>
                        <a:pt x="14009" y="12938"/>
                        <a:pt x="15117" y="14667"/>
                      </a:cubicBezTo>
                      <a:cubicBezTo>
                        <a:pt x="15693" y="15510"/>
                        <a:pt x="16358" y="16308"/>
                        <a:pt x="16890" y="17150"/>
                      </a:cubicBezTo>
                      <a:lnTo>
                        <a:pt x="18264" y="19854"/>
                      </a:lnTo>
                      <a:cubicBezTo>
                        <a:pt x="19284" y="21627"/>
                        <a:pt x="19905" y="23489"/>
                        <a:pt x="20569" y="25395"/>
                      </a:cubicBezTo>
                      <a:cubicBezTo>
                        <a:pt x="21323" y="27257"/>
                        <a:pt x="21678" y="29164"/>
                        <a:pt x="22166" y="31114"/>
                      </a:cubicBezTo>
                      <a:cubicBezTo>
                        <a:pt x="22698" y="33020"/>
                        <a:pt x="22875" y="34971"/>
                        <a:pt x="23185" y="36922"/>
                      </a:cubicBezTo>
                      <a:cubicBezTo>
                        <a:pt x="23451" y="38828"/>
                        <a:pt x="23584" y="40778"/>
                        <a:pt x="23717" y="4277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09" name="Forme libre : forme 26008">
                  <a:extLst>
                    <a:ext uri="{FF2B5EF4-FFF2-40B4-BE49-F238E27FC236}">
                      <a16:creationId xmlns:a16="http://schemas.microsoft.com/office/drawing/2014/main" id="{0581FC10-7A9D-4A3A-810A-B471D8637262}"/>
                    </a:ext>
                  </a:extLst>
                </p:cNvPr>
                <p:cNvSpPr/>
                <p:nvPr/>
              </p:nvSpPr>
              <p:spPr>
                <a:xfrm>
                  <a:off x="6172172" y="1544043"/>
                  <a:ext cx="13926" cy="31092"/>
                </a:xfrm>
                <a:custGeom>
                  <a:avLst/>
                  <a:gdLst>
                    <a:gd name="connsiteX0" fmla="*/ 919 w 13926"/>
                    <a:gd name="connsiteY0" fmla="*/ 447 h 31092"/>
                    <a:gd name="connsiteX1" fmla="*/ 6993 w 13926"/>
                    <a:gd name="connsiteY1" fmla="*/ 2309 h 31092"/>
                    <a:gd name="connsiteX2" fmla="*/ 10672 w 13926"/>
                    <a:gd name="connsiteY2" fmla="*/ 7008 h 31092"/>
                    <a:gd name="connsiteX3" fmla="*/ 13199 w 13926"/>
                    <a:gd name="connsiteY3" fmla="*/ 13746 h 31092"/>
                    <a:gd name="connsiteX4" fmla="*/ 13864 w 13926"/>
                    <a:gd name="connsiteY4" fmla="*/ 20751 h 31092"/>
                    <a:gd name="connsiteX5" fmla="*/ 12933 w 13926"/>
                    <a:gd name="connsiteY5" fmla="*/ 26381 h 31092"/>
                    <a:gd name="connsiteX6" fmla="*/ 8943 w 13926"/>
                    <a:gd name="connsiteY6" fmla="*/ 31080 h 31092"/>
                    <a:gd name="connsiteX7" fmla="*/ 5352 w 13926"/>
                    <a:gd name="connsiteY7" fmla="*/ 26292 h 31092"/>
                    <a:gd name="connsiteX8" fmla="*/ 3978 w 13926"/>
                    <a:gd name="connsiteY8" fmla="*/ 21637 h 31092"/>
                    <a:gd name="connsiteX9" fmla="*/ 2692 w 13926"/>
                    <a:gd name="connsiteY9" fmla="*/ 16185 h 31092"/>
                    <a:gd name="connsiteX10" fmla="*/ 1451 w 13926"/>
                    <a:gd name="connsiteY10" fmla="*/ 10820 h 31092"/>
                    <a:gd name="connsiteX11" fmla="*/ 432 w 13926"/>
                    <a:gd name="connsiteY11" fmla="*/ 6254 h 31092"/>
                    <a:gd name="connsiteX12" fmla="*/ 919 w 13926"/>
                    <a:gd name="connsiteY12" fmla="*/ 447 h 31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926" h="31092">
                      <a:moveTo>
                        <a:pt x="919" y="447"/>
                      </a:moveTo>
                      <a:cubicBezTo>
                        <a:pt x="2028" y="-528"/>
                        <a:pt x="4244" y="92"/>
                        <a:pt x="6993" y="2309"/>
                      </a:cubicBezTo>
                      <a:cubicBezTo>
                        <a:pt x="8145" y="3506"/>
                        <a:pt x="9475" y="5102"/>
                        <a:pt x="10672" y="7008"/>
                      </a:cubicBezTo>
                      <a:cubicBezTo>
                        <a:pt x="11559" y="9003"/>
                        <a:pt x="12756" y="11264"/>
                        <a:pt x="13199" y="13746"/>
                      </a:cubicBezTo>
                      <a:cubicBezTo>
                        <a:pt x="13687" y="16229"/>
                        <a:pt x="14086" y="18623"/>
                        <a:pt x="13864" y="20751"/>
                      </a:cubicBezTo>
                      <a:cubicBezTo>
                        <a:pt x="13687" y="22923"/>
                        <a:pt x="13598" y="24829"/>
                        <a:pt x="12933" y="26381"/>
                      </a:cubicBezTo>
                      <a:cubicBezTo>
                        <a:pt x="11825" y="29528"/>
                        <a:pt x="10406" y="31257"/>
                        <a:pt x="8943" y="31080"/>
                      </a:cubicBezTo>
                      <a:cubicBezTo>
                        <a:pt x="7480" y="30947"/>
                        <a:pt x="6195" y="29041"/>
                        <a:pt x="5352" y="26292"/>
                      </a:cubicBezTo>
                      <a:cubicBezTo>
                        <a:pt x="4998" y="24918"/>
                        <a:pt x="4333" y="23366"/>
                        <a:pt x="3978" y="21637"/>
                      </a:cubicBezTo>
                      <a:cubicBezTo>
                        <a:pt x="3668" y="19908"/>
                        <a:pt x="3047" y="18135"/>
                        <a:pt x="2692" y="16185"/>
                      </a:cubicBezTo>
                      <a:cubicBezTo>
                        <a:pt x="2338" y="14234"/>
                        <a:pt x="1673" y="12549"/>
                        <a:pt x="1451" y="10820"/>
                      </a:cubicBezTo>
                      <a:cubicBezTo>
                        <a:pt x="1008" y="9225"/>
                        <a:pt x="609" y="7717"/>
                        <a:pt x="432" y="6254"/>
                      </a:cubicBezTo>
                      <a:cubicBezTo>
                        <a:pt x="-189" y="3772"/>
                        <a:pt x="-233" y="1467"/>
                        <a:pt x="919" y="44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10" name="Forme libre : forme 26009">
                  <a:extLst>
                    <a:ext uri="{FF2B5EF4-FFF2-40B4-BE49-F238E27FC236}">
                      <a16:creationId xmlns:a16="http://schemas.microsoft.com/office/drawing/2014/main" id="{2B830A7C-F0E6-4EA6-BA50-C9EEDAEC028D}"/>
                    </a:ext>
                  </a:extLst>
                </p:cNvPr>
                <p:cNvSpPr/>
                <p:nvPr/>
              </p:nvSpPr>
              <p:spPr>
                <a:xfrm>
                  <a:off x="6176904" y="1550165"/>
                  <a:ext cx="9283" cy="25009"/>
                </a:xfrm>
                <a:custGeom>
                  <a:avLst/>
                  <a:gdLst>
                    <a:gd name="connsiteX0" fmla="*/ 0 w 9283"/>
                    <a:gd name="connsiteY0" fmla="*/ 18043 h 25009"/>
                    <a:gd name="connsiteX1" fmla="*/ 1817 w 9283"/>
                    <a:gd name="connsiteY1" fmla="*/ 22919 h 25009"/>
                    <a:gd name="connsiteX2" fmla="*/ 4300 w 9283"/>
                    <a:gd name="connsiteY2" fmla="*/ 25003 h 25009"/>
                    <a:gd name="connsiteX3" fmla="*/ 8290 w 9283"/>
                    <a:gd name="connsiteY3" fmla="*/ 20304 h 25009"/>
                    <a:gd name="connsiteX4" fmla="*/ 9221 w 9283"/>
                    <a:gd name="connsiteY4" fmla="*/ 14674 h 25009"/>
                    <a:gd name="connsiteX5" fmla="*/ 8556 w 9283"/>
                    <a:gd name="connsiteY5" fmla="*/ 7669 h 25009"/>
                    <a:gd name="connsiteX6" fmla="*/ 7226 w 9283"/>
                    <a:gd name="connsiteY6" fmla="*/ 3547 h 25009"/>
                    <a:gd name="connsiteX7" fmla="*/ 5408 w 9283"/>
                    <a:gd name="connsiteY7" fmla="*/ 0 h 25009"/>
                    <a:gd name="connsiteX8" fmla="*/ 6650 w 9283"/>
                    <a:gd name="connsiteY8" fmla="*/ 4389 h 25009"/>
                    <a:gd name="connsiteX9" fmla="*/ 6472 w 9283"/>
                    <a:gd name="connsiteY9" fmla="*/ 10107 h 25009"/>
                    <a:gd name="connsiteX10" fmla="*/ 5009 w 9283"/>
                    <a:gd name="connsiteY10" fmla="*/ 14585 h 25009"/>
                    <a:gd name="connsiteX11" fmla="*/ 0 w 9283"/>
                    <a:gd name="connsiteY11" fmla="*/ 18043 h 25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83" h="25009">
                      <a:moveTo>
                        <a:pt x="0" y="18043"/>
                      </a:moveTo>
                      <a:cubicBezTo>
                        <a:pt x="665" y="19993"/>
                        <a:pt x="1064" y="21678"/>
                        <a:pt x="1817" y="22919"/>
                      </a:cubicBezTo>
                      <a:cubicBezTo>
                        <a:pt x="2527" y="24160"/>
                        <a:pt x="3369" y="24914"/>
                        <a:pt x="4300" y="25003"/>
                      </a:cubicBezTo>
                      <a:cubicBezTo>
                        <a:pt x="5763" y="25136"/>
                        <a:pt x="7182" y="23407"/>
                        <a:pt x="8290" y="20304"/>
                      </a:cubicBezTo>
                      <a:cubicBezTo>
                        <a:pt x="8955" y="18752"/>
                        <a:pt x="9043" y="16801"/>
                        <a:pt x="9221" y="14674"/>
                      </a:cubicBezTo>
                      <a:cubicBezTo>
                        <a:pt x="9443" y="12501"/>
                        <a:pt x="9043" y="10107"/>
                        <a:pt x="8556" y="7669"/>
                      </a:cubicBezTo>
                      <a:cubicBezTo>
                        <a:pt x="8334" y="6206"/>
                        <a:pt x="7758" y="4832"/>
                        <a:pt x="7226" y="3547"/>
                      </a:cubicBezTo>
                      <a:cubicBezTo>
                        <a:pt x="6650" y="2261"/>
                        <a:pt x="6206" y="1020"/>
                        <a:pt x="5408" y="0"/>
                      </a:cubicBezTo>
                      <a:cubicBezTo>
                        <a:pt x="6073" y="1419"/>
                        <a:pt x="6339" y="2926"/>
                        <a:pt x="6650" y="4389"/>
                      </a:cubicBezTo>
                      <a:cubicBezTo>
                        <a:pt x="7004" y="6428"/>
                        <a:pt x="6738" y="8379"/>
                        <a:pt x="6472" y="10107"/>
                      </a:cubicBezTo>
                      <a:cubicBezTo>
                        <a:pt x="6206" y="11836"/>
                        <a:pt x="5763" y="13344"/>
                        <a:pt x="5009" y="14585"/>
                      </a:cubicBezTo>
                      <a:cubicBezTo>
                        <a:pt x="3546" y="16979"/>
                        <a:pt x="1817" y="18220"/>
                        <a:pt x="0" y="18043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11" name="Forme libre : forme 26010">
                  <a:extLst>
                    <a:ext uri="{FF2B5EF4-FFF2-40B4-BE49-F238E27FC236}">
                      <a16:creationId xmlns:a16="http://schemas.microsoft.com/office/drawing/2014/main" id="{75DAE074-2D68-4F22-AEE1-BBC7914F47F9}"/>
                    </a:ext>
                  </a:extLst>
                </p:cNvPr>
                <p:cNvSpPr/>
                <p:nvPr/>
              </p:nvSpPr>
              <p:spPr>
                <a:xfrm>
                  <a:off x="6172138" y="1541949"/>
                  <a:ext cx="15005" cy="31669"/>
                </a:xfrm>
                <a:custGeom>
                  <a:avLst/>
                  <a:gdLst>
                    <a:gd name="connsiteX0" fmla="*/ 642 w 15005"/>
                    <a:gd name="connsiteY0" fmla="*/ 546 h 31669"/>
                    <a:gd name="connsiteX1" fmla="*/ 3214 w 15005"/>
                    <a:gd name="connsiteY1" fmla="*/ 103 h 31669"/>
                    <a:gd name="connsiteX2" fmla="*/ 6982 w 15005"/>
                    <a:gd name="connsiteY2" fmla="*/ 2230 h 31669"/>
                    <a:gd name="connsiteX3" fmla="*/ 11016 w 15005"/>
                    <a:gd name="connsiteY3" fmla="*/ 6930 h 31669"/>
                    <a:gd name="connsiteX4" fmla="*/ 14030 w 15005"/>
                    <a:gd name="connsiteY4" fmla="*/ 13757 h 31669"/>
                    <a:gd name="connsiteX5" fmla="*/ 15006 w 15005"/>
                    <a:gd name="connsiteY5" fmla="*/ 20938 h 31669"/>
                    <a:gd name="connsiteX6" fmla="*/ 14252 w 15005"/>
                    <a:gd name="connsiteY6" fmla="*/ 26745 h 31669"/>
                    <a:gd name="connsiteX7" fmla="*/ 10307 w 15005"/>
                    <a:gd name="connsiteY7" fmla="*/ 31666 h 31669"/>
                    <a:gd name="connsiteX8" fmla="*/ 6671 w 15005"/>
                    <a:gd name="connsiteY8" fmla="*/ 26923 h 31669"/>
                    <a:gd name="connsiteX9" fmla="*/ 5164 w 15005"/>
                    <a:gd name="connsiteY9" fmla="*/ 22179 h 31669"/>
                    <a:gd name="connsiteX10" fmla="*/ 3613 w 15005"/>
                    <a:gd name="connsiteY10" fmla="*/ 16638 h 31669"/>
                    <a:gd name="connsiteX11" fmla="*/ 1972 w 15005"/>
                    <a:gd name="connsiteY11" fmla="*/ 11230 h 31669"/>
                    <a:gd name="connsiteX12" fmla="*/ 642 w 15005"/>
                    <a:gd name="connsiteY12" fmla="*/ 6619 h 31669"/>
                    <a:gd name="connsiteX13" fmla="*/ 22 w 15005"/>
                    <a:gd name="connsiteY13" fmla="*/ 2896 h 31669"/>
                    <a:gd name="connsiteX14" fmla="*/ 642 w 15005"/>
                    <a:gd name="connsiteY14" fmla="*/ 546 h 31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5005" h="31669">
                      <a:moveTo>
                        <a:pt x="642" y="546"/>
                      </a:moveTo>
                      <a:cubicBezTo>
                        <a:pt x="1174" y="14"/>
                        <a:pt x="2061" y="-119"/>
                        <a:pt x="3214" y="103"/>
                      </a:cubicBezTo>
                      <a:cubicBezTo>
                        <a:pt x="4322" y="369"/>
                        <a:pt x="5563" y="1122"/>
                        <a:pt x="6982" y="2230"/>
                      </a:cubicBezTo>
                      <a:cubicBezTo>
                        <a:pt x="8489" y="3294"/>
                        <a:pt x="9686" y="4979"/>
                        <a:pt x="11016" y="6930"/>
                      </a:cubicBezTo>
                      <a:cubicBezTo>
                        <a:pt x="12434" y="8836"/>
                        <a:pt x="13099" y="11274"/>
                        <a:pt x="14030" y="13757"/>
                      </a:cubicBezTo>
                      <a:cubicBezTo>
                        <a:pt x="14607" y="16283"/>
                        <a:pt x="14961" y="18766"/>
                        <a:pt x="15006" y="20938"/>
                      </a:cubicBezTo>
                      <a:cubicBezTo>
                        <a:pt x="14917" y="23155"/>
                        <a:pt x="14651" y="25105"/>
                        <a:pt x="14252" y="26745"/>
                      </a:cubicBezTo>
                      <a:cubicBezTo>
                        <a:pt x="13232" y="29982"/>
                        <a:pt x="11725" y="31755"/>
                        <a:pt x="10307" y="31666"/>
                      </a:cubicBezTo>
                      <a:cubicBezTo>
                        <a:pt x="8799" y="31578"/>
                        <a:pt x="7602" y="29671"/>
                        <a:pt x="6671" y="26923"/>
                      </a:cubicBezTo>
                      <a:cubicBezTo>
                        <a:pt x="6095" y="25549"/>
                        <a:pt x="5563" y="23953"/>
                        <a:pt x="5164" y="22179"/>
                      </a:cubicBezTo>
                      <a:cubicBezTo>
                        <a:pt x="4632" y="20451"/>
                        <a:pt x="4056" y="18589"/>
                        <a:pt x="3613" y="16638"/>
                      </a:cubicBezTo>
                      <a:cubicBezTo>
                        <a:pt x="2859" y="14776"/>
                        <a:pt x="2637" y="12826"/>
                        <a:pt x="1972" y="11230"/>
                      </a:cubicBezTo>
                      <a:cubicBezTo>
                        <a:pt x="1396" y="9589"/>
                        <a:pt x="1130" y="7905"/>
                        <a:pt x="642" y="6619"/>
                      </a:cubicBezTo>
                      <a:cubicBezTo>
                        <a:pt x="243" y="5245"/>
                        <a:pt x="66" y="3959"/>
                        <a:pt x="22" y="2896"/>
                      </a:cubicBezTo>
                      <a:cubicBezTo>
                        <a:pt x="-67" y="1876"/>
                        <a:pt x="110" y="1078"/>
                        <a:pt x="642" y="54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12" name="Forme libre : forme 26011">
                  <a:extLst>
                    <a:ext uri="{FF2B5EF4-FFF2-40B4-BE49-F238E27FC236}">
                      <a16:creationId xmlns:a16="http://schemas.microsoft.com/office/drawing/2014/main" id="{E863CDBD-6E2B-47A6-86AE-DC7BA660E1B1}"/>
                    </a:ext>
                  </a:extLst>
                </p:cNvPr>
                <p:cNvSpPr/>
                <p:nvPr/>
              </p:nvSpPr>
              <p:spPr>
                <a:xfrm>
                  <a:off x="6171672" y="1545928"/>
                  <a:ext cx="21004" cy="43044"/>
                </a:xfrm>
                <a:custGeom>
                  <a:avLst/>
                  <a:gdLst>
                    <a:gd name="connsiteX0" fmla="*/ 8068 w 21004"/>
                    <a:gd name="connsiteY0" fmla="*/ 42761 h 43044"/>
                    <a:gd name="connsiteX1" fmla="*/ 13122 w 21004"/>
                    <a:gd name="connsiteY1" fmla="*/ 42362 h 43044"/>
                    <a:gd name="connsiteX2" fmla="*/ 17644 w 21004"/>
                    <a:gd name="connsiteY2" fmla="*/ 36953 h 43044"/>
                    <a:gd name="connsiteX3" fmla="*/ 20702 w 21004"/>
                    <a:gd name="connsiteY3" fmla="*/ 25826 h 43044"/>
                    <a:gd name="connsiteX4" fmla="*/ 20525 w 21004"/>
                    <a:gd name="connsiteY4" fmla="*/ 15187 h 43044"/>
                    <a:gd name="connsiteX5" fmla="*/ 16979 w 21004"/>
                    <a:gd name="connsiteY5" fmla="*/ 5212 h 43044"/>
                    <a:gd name="connsiteX6" fmla="*/ 12679 w 21004"/>
                    <a:gd name="connsiteY6" fmla="*/ 513 h 43044"/>
                    <a:gd name="connsiteX7" fmla="*/ 9841 w 21004"/>
                    <a:gd name="connsiteY7" fmla="*/ 1090 h 43044"/>
                    <a:gd name="connsiteX8" fmla="*/ 10107 w 21004"/>
                    <a:gd name="connsiteY8" fmla="*/ 7961 h 43044"/>
                    <a:gd name="connsiteX9" fmla="*/ 6827 w 21004"/>
                    <a:gd name="connsiteY9" fmla="*/ 22634 h 43044"/>
                    <a:gd name="connsiteX10" fmla="*/ 2748 w 21004"/>
                    <a:gd name="connsiteY10" fmla="*/ 28708 h 43044"/>
                    <a:gd name="connsiteX11" fmla="*/ 754 w 21004"/>
                    <a:gd name="connsiteY11" fmla="*/ 32432 h 43044"/>
                    <a:gd name="connsiteX12" fmla="*/ 222 w 21004"/>
                    <a:gd name="connsiteY12" fmla="*/ 34471 h 43044"/>
                    <a:gd name="connsiteX13" fmla="*/ 0 w 21004"/>
                    <a:gd name="connsiteY13" fmla="*/ 37131 h 43044"/>
                    <a:gd name="connsiteX14" fmla="*/ 8068 w 21004"/>
                    <a:gd name="connsiteY14" fmla="*/ 42761 h 43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1004" h="43044">
                      <a:moveTo>
                        <a:pt x="8068" y="42761"/>
                      </a:moveTo>
                      <a:cubicBezTo>
                        <a:pt x="9708" y="43071"/>
                        <a:pt x="11349" y="43337"/>
                        <a:pt x="13122" y="42362"/>
                      </a:cubicBezTo>
                      <a:cubicBezTo>
                        <a:pt x="14806" y="41342"/>
                        <a:pt x="16269" y="39791"/>
                        <a:pt x="17644" y="36953"/>
                      </a:cubicBezTo>
                      <a:cubicBezTo>
                        <a:pt x="19062" y="33850"/>
                        <a:pt x="20304" y="29949"/>
                        <a:pt x="20702" y="25826"/>
                      </a:cubicBezTo>
                      <a:cubicBezTo>
                        <a:pt x="21279" y="22501"/>
                        <a:pt x="20924" y="18733"/>
                        <a:pt x="20525" y="15187"/>
                      </a:cubicBezTo>
                      <a:cubicBezTo>
                        <a:pt x="19816" y="11596"/>
                        <a:pt x="18796" y="8138"/>
                        <a:pt x="16979" y="5212"/>
                      </a:cubicBezTo>
                      <a:cubicBezTo>
                        <a:pt x="15826" y="3040"/>
                        <a:pt x="14053" y="1311"/>
                        <a:pt x="12679" y="513"/>
                      </a:cubicBezTo>
                      <a:cubicBezTo>
                        <a:pt x="11260" y="-285"/>
                        <a:pt x="10196" y="-196"/>
                        <a:pt x="9841" y="1090"/>
                      </a:cubicBezTo>
                      <a:cubicBezTo>
                        <a:pt x="9354" y="2685"/>
                        <a:pt x="10107" y="5434"/>
                        <a:pt x="10107" y="7961"/>
                      </a:cubicBezTo>
                      <a:cubicBezTo>
                        <a:pt x="10595" y="13901"/>
                        <a:pt x="8866" y="18955"/>
                        <a:pt x="6827" y="22634"/>
                      </a:cubicBezTo>
                      <a:cubicBezTo>
                        <a:pt x="5940" y="24230"/>
                        <a:pt x="4034" y="26358"/>
                        <a:pt x="2748" y="28708"/>
                      </a:cubicBezTo>
                      <a:cubicBezTo>
                        <a:pt x="1995" y="29860"/>
                        <a:pt x="1197" y="31102"/>
                        <a:pt x="754" y="32432"/>
                      </a:cubicBezTo>
                      <a:cubicBezTo>
                        <a:pt x="532" y="33097"/>
                        <a:pt x="310" y="33761"/>
                        <a:pt x="222" y="34471"/>
                      </a:cubicBezTo>
                      <a:cubicBezTo>
                        <a:pt x="89" y="35313"/>
                        <a:pt x="0" y="36244"/>
                        <a:pt x="0" y="37131"/>
                      </a:cubicBezTo>
                      <a:cubicBezTo>
                        <a:pt x="0" y="43825"/>
                        <a:pt x="5852" y="42273"/>
                        <a:pt x="8068" y="4276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13" name="Forme libre : forme 26012">
                  <a:extLst>
                    <a:ext uri="{FF2B5EF4-FFF2-40B4-BE49-F238E27FC236}">
                      <a16:creationId xmlns:a16="http://schemas.microsoft.com/office/drawing/2014/main" id="{30DEEF9A-F4FB-45CD-B390-7ACFEDED2B9F}"/>
                    </a:ext>
                  </a:extLst>
                </p:cNvPr>
                <p:cNvSpPr/>
                <p:nvPr/>
              </p:nvSpPr>
              <p:spPr>
                <a:xfrm>
                  <a:off x="6172812" y="1569051"/>
                  <a:ext cx="4720" cy="12246"/>
                </a:xfrm>
                <a:custGeom>
                  <a:avLst/>
                  <a:gdLst>
                    <a:gd name="connsiteX0" fmla="*/ 2274 w 4720"/>
                    <a:gd name="connsiteY0" fmla="*/ 11303 h 12246"/>
                    <a:gd name="connsiteX1" fmla="*/ 3294 w 4720"/>
                    <a:gd name="connsiteY1" fmla="*/ 12234 h 12246"/>
                    <a:gd name="connsiteX2" fmla="*/ 4446 w 4720"/>
                    <a:gd name="connsiteY2" fmla="*/ 11258 h 12246"/>
                    <a:gd name="connsiteX3" fmla="*/ 4712 w 4720"/>
                    <a:gd name="connsiteY3" fmla="*/ 9042 h 12246"/>
                    <a:gd name="connsiteX4" fmla="*/ 4136 w 4720"/>
                    <a:gd name="connsiteY4" fmla="*/ 3589 h 12246"/>
                    <a:gd name="connsiteX5" fmla="*/ 3515 w 4720"/>
                    <a:gd name="connsiteY5" fmla="*/ 1638 h 12246"/>
                    <a:gd name="connsiteX6" fmla="*/ 13 w 4720"/>
                    <a:gd name="connsiteY6" fmla="*/ 3057 h 12246"/>
                    <a:gd name="connsiteX7" fmla="*/ 2274 w 4720"/>
                    <a:gd name="connsiteY7" fmla="*/ 11303 h 1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20" h="12246">
                      <a:moveTo>
                        <a:pt x="2274" y="11303"/>
                      </a:moveTo>
                      <a:cubicBezTo>
                        <a:pt x="2584" y="11746"/>
                        <a:pt x="2895" y="12145"/>
                        <a:pt x="3294" y="12234"/>
                      </a:cubicBezTo>
                      <a:cubicBezTo>
                        <a:pt x="3693" y="12322"/>
                        <a:pt x="4181" y="11968"/>
                        <a:pt x="4446" y="11258"/>
                      </a:cubicBezTo>
                      <a:cubicBezTo>
                        <a:pt x="4712" y="10593"/>
                        <a:pt x="4712" y="9751"/>
                        <a:pt x="4712" y="9042"/>
                      </a:cubicBezTo>
                      <a:cubicBezTo>
                        <a:pt x="4757" y="7135"/>
                        <a:pt x="4624" y="5318"/>
                        <a:pt x="4136" y="3589"/>
                      </a:cubicBezTo>
                      <a:cubicBezTo>
                        <a:pt x="3959" y="2880"/>
                        <a:pt x="3781" y="2215"/>
                        <a:pt x="3515" y="1638"/>
                      </a:cubicBezTo>
                      <a:cubicBezTo>
                        <a:pt x="2407" y="-623"/>
                        <a:pt x="-208" y="-888"/>
                        <a:pt x="13" y="3057"/>
                      </a:cubicBezTo>
                      <a:cubicBezTo>
                        <a:pt x="324" y="6160"/>
                        <a:pt x="989" y="9441"/>
                        <a:pt x="2274" y="1130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14" name="Forme libre : forme 26013">
                  <a:extLst>
                    <a:ext uri="{FF2B5EF4-FFF2-40B4-BE49-F238E27FC236}">
                      <a16:creationId xmlns:a16="http://schemas.microsoft.com/office/drawing/2014/main" id="{25B022D6-27A0-46AD-87E7-BB216259A098}"/>
                    </a:ext>
                  </a:extLst>
                </p:cNvPr>
                <p:cNvSpPr/>
                <p:nvPr/>
              </p:nvSpPr>
              <p:spPr>
                <a:xfrm>
                  <a:off x="6163693" y="1531923"/>
                  <a:ext cx="25046" cy="12788"/>
                </a:xfrm>
                <a:custGeom>
                  <a:avLst/>
                  <a:gdLst>
                    <a:gd name="connsiteX0" fmla="*/ 0 w 25046"/>
                    <a:gd name="connsiteY0" fmla="*/ 3302 h 12788"/>
                    <a:gd name="connsiteX1" fmla="*/ 709 w 25046"/>
                    <a:gd name="connsiteY1" fmla="*/ 2149 h 12788"/>
                    <a:gd name="connsiteX2" fmla="*/ 4211 w 25046"/>
                    <a:gd name="connsiteY2" fmla="*/ 243 h 12788"/>
                    <a:gd name="connsiteX3" fmla="*/ 12767 w 25046"/>
                    <a:gd name="connsiteY3" fmla="*/ 1484 h 12788"/>
                    <a:gd name="connsiteX4" fmla="*/ 25047 w 25046"/>
                    <a:gd name="connsiteY4" fmla="*/ 12789 h 12788"/>
                    <a:gd name="connsiteX5" fmla="*/ 22964 w 25046"/>
                    <a:gd name="connsiteY5" fmla="*/ 9907 h 12788"/>
                    <a:gd name="connsiteX6" fmla="*/ 16535 w 25046"/>
                    <a:gd name="connsiteY6" fmla="*/ 4410 h 12788"/>
                    <a:gd name="connsiteX7" fmla="*/ 12147 w 25046"/>
                    <a:gd name="connsiteY7" fmla="*/ 2238 h 12788"/>
                    <a:gd name="connsiteX8" fmla="*/ 7492 w 25046"/>
                    <a:gd name="connsiteY8" fmla="*/ 1263 h 12788"/>
                    <a:gd name="connsiteX9" fmla="*/ 0 w 25046"/>
                    <a:gd name="connsiteY9" fmla="*/ 3302 h 12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046" h="12788">
                      <a:moveTo>
                        <a:pt x="0" y="3302"/>
                      </a:moveTo>
                      <a:cubicBezTo>
                        <a:pt x="0" y="3302"/>
                        <a:pt x="133" y="2770"/>
                        <a:pt x="709" y="2149"/>
                      </a:cubicBezTo>
                      <a:cubicBezTo>
                        <a:pt x="1286" y="1484"/>
                        <a:pt x="2261" y="686"/>
                        <a:pt x="4211" y="243"/>
                      </a:cubicBezTo>
                      <a:cubicBezTo>
                        <a:pt x="6162" y="-289"/>
                        <a:pt x="8822" y="21"/>
                        <a:pt x="12767" y="1484"/>
                      </a:cubicBezTo>
                      <a:cubicBezTo>
                        <a:pt x="16358" y="3213"/>
                        <a:pt x="21323" y="6538"/>
                        <a:pt x="25047" y="12789"/>
                      </a:cubicBezTo>
                      <a:cubicBezTo>
                        <a:pt x="25047" y="12789"/>
                        <a:pt x="24293" y="11592"/>
                        <a:pt x="22964" y="9907"/>
                      </a:cubicBezTo>
                      <a:cubicBezTo>
                        <a:pt x="21368" y="8311"/>
                        <a:pt x="19284" y="6095"/>
                        <a:pt x="16535" y="4410"/>
                      </a:cubicBezTo>
                      <a:cubicBezTo>
                        <a:pt x="15117" y="3568"/>
                        <a:pt x="13654" y="2814"/>
                        <a:pt x="12147" y="2238"/>
                      </a:cubicBezTo>
                      <a:cubicBezTo>
                        <a:pt x="10595" y="1706"/>
                        <a:pt x="8955" y="1440"/>
                        <a:pt x="7492" y="1263"/>
                      </a:cubicBezTo>
                      <a:cubicBezTo>
                        <a:pt x="4522" y="775"/>
                        <a:pt x="1729" y="1839"/>
                        <a:pt x="0" y="3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15" name="Forme libre : forme 26014">
                  <a:extLst>
                    <a:ext uri="{FF2B5EF4-FFF2-40B4-BE49-F238E27FC236}">
                      <a16:creationId xmlns:a16="http://schemas.microsoft.com/office/drawing/2014/main" id="{3A349F57-491B-47B3-B17C-3E3E16C77DDE}"/>
                    </a:ext>
                  </a:extLst>
                </p:cNvPr>
                <p:cNvSpPr/>
                <p:nvPr/>
              </p:nvSpPr>
              <p:spPr>
                <a:xfrm>
                  <a:off x="6167062" y="1574148"/>
                  <a:ext cx="8024" cy="23539"/>
                </a:xfrm>
                <a:custGeom>
                  <a:avLst/>
                  <a:gdLst>
                    <a:gd name="connsiteX0" fmla="*/ 177 w 8024"/>
                    <a:gd name="connsiteY0" fmla="*/ 0 h 23539"/>
                    <a:gd name="connsiteX1" fmla="*/ 0 w 8024"/>
                    <a:gd name="connsiteY1" fmla="*/ 2527 h 23539"/>
                    <a:gd name="connsiteX2" fmla="*/ 44 w 8024"/>
                    <a:gd name="connsiteY2" fmla="*/ 5187 h 23539"/>
                    <a:gd name="connsiteX3" fmla="*/ 133 w 8024"/>
                    <a:gd name="connsiteY3" fmla="*/ 9531 h 23539"/>
                    <a:gd name="connsiteX4" fmla="*/ 2217 w 8024"/>
                    <a:gd name="connsiteY4" fmla="*/ 18530 h 23539"/>
                    <a:gd name="connsiteX5" fmla="*/ 8024 w 8024"/>
                    <a:gd name="connsiteY5" fmla="*/ 23540 h 23539"/>
                    <a:gd name="connsiteX6" fmla="*/ 6605 w 8024"/>
                    <a:gd name="connsiteY6" fmla="*/ 22609 h 23539"/>
                    <a:gd name="connsiteX7" fmla="*/ 3413 w 8024"/>
                    <a:gd name="connsiteY7" fmla="*/ 18708 h 23539"/>
                    <a:gd name="connsiteX8" fmla="*/ 798 w 8024"/>
                    <a:gd name="connsiteY8" fmla="*/ 10595 h 23539"/>
                    <a:gd name="connsiteX9" fmla="*/ 310 w 8024"/>
                    <a:gd name="connsiteY9" fmla="*/ 4965 h 23539"/>
                    <a:gd name="connsiteX10" fmla="*/ 177 w 8024"/>
                    <a:gd name="connsiteY10" fmla="*/ 0 h 23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024" h="23539">
                      <a:moveTo>
                        <a:pt x="177" y="0"/>
                      </a:moveTo>
                      <a:cubicBezTo>
                        <a:pt x="177" y="0"/>
                        <a:pt x="44" y="975"/>
                        <a:pt x="0" y="2527"/>
                      </a:cubicBezTo>
                      <a:cubicBezTo>
                        <a:pt x="0" y="3280"/>
                        <a:pt x="0" y="4211"/>
                        <a:pt x="44" y="5187"/>
                      </a:cubicBezTo>
                      <a:cubicBezTo>
                        <a:pt x="44" y="6428"/>
                        <a:pt x="0" y="8068"/>
                        <a:pt x="133" y="9531"/>
                      </a:cubicBezTo>
                      <a:cubicBezTo>
                        <a:pt x="222" y="12501"/>
                        <a:pt x="975" y="15959"/>
                        <a:pt x="2217" y="18530"/>
                      </a:cubicBezTo>
                      <a:cubicBezTo>
                        <a:pt x="3546" y="21235"/>
                        <a:pt x="5630" y="23185"/>
                        <a:pt x="8024" y="23540"/>
                      </a:cubicBezTo>
                      <a:cubicBezTo>
                        <a:pt x="8024" y="23540"/>
                        <a:pt x="7492" y="23318"/>
                        <a:pt x="6605" y="22609"/>
                      </a:cubicBezTo>
                      <a:cubicBezTo>
                        <a:pt x="5763" y="21944"/>
                        <a:pt x="4522" y="20658"/>
                        <a:pt x="3413" y="18708"/>
                      </a:cubicBezTo>
                      <a:cubicBezTo>
                        <a:pt x="2438" y="16890"/>
                        <a:pt x="1197" y="13964"/>
                        <a:pt x="798" y="10595"/>
                      </a:cubicBezTo>
                      <a:cubicBezTo>
                        <a:pt x="532" y="8955"/>
                        <a:pt x="443" y="6783"/>
                        <a:pt x="310" y="4965"/>
                      </a:cubicBezTo>
                      <a:cubicBezTo>
                        <a:pt x="177" y="3458"/>
                        <a:pt x="89" y="1773"/>
                        <a:pt x="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16" name="Forme libre : forme 26015">
                  <a:extLst>
                    <a:ext uri="{FF2B5EF4-FFF2-40B4-BE49-F238E27FC236}">
                      <a16:creationId xmlns:a16="http://schemas.microsoft.com/office/drawing/2014/main" id="{00585A89-4BCC-4BB5-B7B4-F6F90D88BC70}"/>
                    </a:ext>
                  </a:extLst>
                </p:cNvPr>
                <p:cNvSpPr/>
                <p:nvPr/>
              </p:nvSpPr>
              <p:spPr>
                <a:xfrm>
                  <a:off x="6174731" y="1551042"/>
                  <a:ext cx="4313" cy="11284"/>
                </a:xfrm>
                <a:custGeom>
                  <a:avLst/>
                  <a:gdLst>
                    <a:gd name="connsiteX0" fmla="*/ 931 w 4313"/>
                    <a:gd name="connsiteY0" fmla="*/ 9 h 11284"/>
                    <a:gd name="connsiteX1" fmla="*/ 2926 w 4313"/>
                    <a:gd name="connsiteY1" fmla="*/ 1915 h 11284"/>
                    <a:gd name="connsiteX2" fmla="*/ 4211 w 4313"/>
                    <a:gd name="connsiteY2" fmla="*/ 6260 h 11284"/>
                    <a:gd name="connsiteX3" fmla="*/ 3901 w 4313"/>
                    <a:gd name="connsiteY3" fmla="*/ 10161 h 11284"/>
                    <a:gd name="connsiteX4" fmla="*/ 2660 w 4313"/>
                    <a:gd name="connsiteY4" fmla="*/ 11225 h 11284"/>
                    <a:gd name="connsiteX5" fmla="*/ 310 w 4313"/>
                    <a:gd name="connsiteY5" fmla="*/ 5063 h 11284"/>
                    <a:gd name="connsiteX6" fmla="*/ 0 w 4313"/>
                    <a:gd name="connsiteY6" fmla="*/ 1383 h 11284"/>
                    <a:gd name="connsiteX7" fmla="*/ 931 w 4313"/>
                    <a:gd name="connsiteY7" fmla="*/ 9 h 11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13" h="11284">
                      <a:moveTo>
                        <a:pt x="931" y="9"/>
                      </a:moveTo>
                      <a:cubicBezTo>
                        <a:pt x="1463" y="98"/>
                        <a:pt x="2217" y="807"/>
                        <a:pt x="2926" y="1915"/>
                      </a:cubicBezTo>
                      <a:cubicBezTo>
                        <a:pt x="3458" y="3068"/>
                        <a:pt x="3946" y="4619"/>
                        <a:pt x="4211" y="6260"/>
                      </a:cubicBezTo>
                      <a:cubicBezTo>
                        <a:pt x="4477" y="7856"/>
                        <a:pt x="4167" y="9274"/>
                        <a:pt x="3901" y="10161"/>
                      </a:cubicBezTo>
                      <a:cubicBezTo>
                        <a:pt x="3591" y="11047"/>
                        <a:pt x="3147" y="11446"/>
                        <a:pt x="2660" y="11225"/>
                      </a:cubicBezTo>
                      <a:cubicBezTo>
                        <a:pt x="1596" y="10737"/>
                        <a:pt x="931" y="7944"/>
                        <a:pt x="310" y="5063"/>
                      </a:cubicBezTo>
                      <a:cubicBezTo>
                        <a:pt x="133" y="3555"/>
                        <a:pt x="0" y="2270"/>
                        <a:pt x="0" y="1383"/>
                      </a:cubicBezTo>
                      <a:cubicBezTo>
                        <a:pt x="89" y="497"/>
                        <a:pt x="399" y="-80"/>
                        <a:pt x="931" y="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17" name="Forme libre : forme 26016">
                  <a:extLst>
                    <a:ext uri="{FF2B5EF4-FFF2-40B4-BE49-F238E27FC236}">
                      <a16:creationId xmlns:a16="http://schemas.microsoft.com/office/drawing/2014/main" id="{81E2845F-8A2F-4FFD-8EFB-2FB7D76B294D}"/>
                    </a:ext>
                  </a:extLst>
                </p:cNvPr>
                <p:cNvSpPr/>
                <p:nvPr/>
              </p:nvSpPr>
              <p:spPr>
                <a:xfrm>
                  <a:off x="6174249" y="1549756"/>
                  <a:ext cx="2001" cy="2927"/>
                </a:xfrm>
                <a:custGeom>
                  <a:avLst/>
                  <a:gdLst>
                    <a:gd name="connsiteX0" fmla="*/ 261 w 2001"/>
                    <a:gd name="connsiteY0" fmla="*/ 54 h 2927"/>
                    <a:gd name="connsiteX1" fmla="*/ 1679 w 2001"/>
                    <a:gd name="connsiteY1" fmla="*/ 1118 h 2927"/>
                    <a:gd name="connsiteX2" fmla="*/ 1723 w 2001"/>
                    <a:gd name="connsiteY2" fmla="*/ 2891 h 2927"/>
                    <a:gd name="connsiteX3" fmla="*/ 305 w 2001"/>
                    <a:gd name="connsiteY3" fmla="*/ 1827 h 2927"/>
                    <a:gd name="connsiteX4" fmla="*/ 261 w 2001"/>
                    <a:gd name="connsiteY4" fmla="*/ 54 h 2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1" h="2927">
                      <a:moveTo>
                        <a:pt x="261" y="54"/>
                      </a:moveTo>
                      <a:cubicBezTo>
                        <a:pt x="615" y="-168"/>
                        <a:pt x="1280" y="320"/>
                        <a:pt x="1679" y="1118"/>
                      </a:cubicBezTo>
                      <a:cubicBezTo>
                        <a:pt x="2078" y="1915"/>
                        <a:pt x="2123" y="2713"/>
                        <a:pt x="1723" y="2891"/>
                      </a:cubicBezTo>
                      <a:cubicBezTo>
                        <a:pt x="1325" y="3068"/>
                        <a:pt x="704" y="2581"/>
                        <a:pt x="305" y="1827"/>
                      </a:cubicBezTo>
                      <a:cubicBezTo>
                        <a:pt x="-94" y="1073"/>
                        <a:pt x="-94" y="275"/>
                        <a:pt x="261" y="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18" name="Forme libre : forme 26017">
                  <a:extLst>
                    <a:ext uri="{FF2B5EF4-FFF2-40B4-BE49-F238E27FC236}">
                      <a16:creationId xmlns:a16="http://schemas.microsoft.com/office/drawing/2014/main" id="{19659A4C-CF98-4A9B-833D-12A08B9CE24A}"/>
                    </a:ext>
                  </a:extLst>
                </p:cNvPr>
                <p:cNvSpPr/>
                <p:nvPr/>
              </p:nvSpPr>
              <p:spPr>
                <a:xfrm>
                  <a:off x="6163338" y="1538525"/>
                  <a:ext cx="7934" cy="25262"/>
                </a:xfrm>
                <a:custGeom>
                  <a:avLst/>
                  <a:gdLst>
                    <a:gd name="connsiteX0" fmla="*/ 0 w 7934"/>
                    <a:gd name="connsiteY0" fmla="*/ 7872 h 25262"/>
                    <a:gd name="connsiteX1" fmla="*/ 1951 w 7934"/>
                    <a:gd name="connsiteY1" fmla="*/ 912 h 25262"/>
                    <a:gd name="connsiteX2" fmla="*/ 5054 w 7934"/>
                    <a:gd name="connsiteY2" fmla="*/ 468 h 25262"/>
                    <a:gd name="connsiteX3" fmla="*/ 6694 w 7934"/>
                    <a:gd name="connsiteY3" fmla="*/ 2064 h 25262"/>
                    <a:gd name="connsiteX4" fmla="*/ 7137 w 7934"/>
                    <a:gd name="connsiteY4" fmla="*/ 3838 h 25262"/>
                    <a:gd name="connsiteX5" fmla="*/ 6783 w 7934"/>
                    <a:gd name="connsiteY5" fmla="*/ 8182 h 25262"/>
                    <a:gd name="connsiteX6" fmla="*/ 6650 w 7934"/>
                    <a:gd name="connsiteY6" fmla="*/ 12881 h 25262"/>
                    <a:gd name="connsiteX7" fmla="*/ 7315 w 7934"/>
                    <a:gd name="connsiteY7" fmla="*/ 15940 h 25262"/>
                    <a:gd name="connsiteX8" fmla="*/ 7891 w 7934"/>
                    <a:gd name="connsiteY8" fmla="*/ 20462 h 25262"/>
                    <a:gd name="connsiteX9" fmla="*/ 7403 w 7934"/>
                    <a:gd name="connsiteY9" fmla="*/ 24274 h 25262"/>
                    <a:gd name="connsiteX10" fmla="*/ 5985 w 7934"/>
                    <a:gd name="connsiteY10" fmla="*/ 25072 h 25262"/>
                    <a:gd name="connsiteX11" fmla="*/ 4389 w 7934"/>
                    <a:gd name="connsiteY11" fmla="*/ 22722 h 25262"/>
                    <a:gd name="connsiteX12" fmla="*/ 3059 w 7934"/>
                    <a:gd name="connsiteY12" fmla="*/ 19398 h 25262"/>
                    <a:gd name="connsiteX13" fmla="*/ 1818 w 7934"/>
                    <a:gd name="connsiteY13" fmla="*/ 16162 h 25262"/>
                    <a:gd name="connsiteX14" fmla="*/ 931 w 7934"/>
                    <a:gd name="connsiteY14" fmla="*/ 13856 h 25262"/>
                    <a:gd name="connsiteX15" fmla="*/ 0 w 7934"/>
                    <a:gd name="connsiteY15" fmla="*/ 7872 h 25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934" h="25262">
                      <a:moveTo>
                        <a:pt x="0" y="7872"/>
                      </a:moveTo>
                      <a:cubicBezTo>
                        <a:pt x="0" y="5300"/>
                        <a:pt x="709" y="2862"/>
                        <a:pt x="1951" y="912"/>
                      </a:cubicBezTo>
                      <a:cubicBezTo>
                        <a:pt x="2394" y="158"/>
                        <a:pt x="3369" y="-463"/>
                        <a:pt x="5054" y="468"/>
                      </a:cubicBezTo>
                      <a:cubicBezTo>
                        <a:pt x="5807" y="912"/>
                        <a:pt x="6339" y="1488"/>
                        <a:pt x="6694" y="2064"/>
                      </a:cubicBezTo>
                      <a:cubicBezTo>
                        <a:pt x="7004" y="2729"/>
                        <a:pt x="7093" y="3350"/>
                        <a:pt x="7137" y="3838"/>
                      </a:cubicBezTo>
                      <a:cubicBezTo>
                        <a:pt x="7182" y="5433"/>
                        <a:pt x="6916" y="6808"/>
                        <a:pt x="6783" y="8182"/>
                      </a:cubicBezTo>
                      <a:cubicBezTo>
                        <a:pt x="6517" y="9645"/>
                        <a:pt x="6339" y="11196"/>
                        <a:pt x="6650" y="12881"/>
                      </a:cubicBezTo>
                      <a:cubicBezTo>
                        <a:pt x="6783" y="13369"/>
                        <a:pt x="6960" y="14610"/>
                        <a:pt x="7315" y="15940"/>
                      </a:cubicBezTo>
                      <a:cubicBezTo>
                        <a:pt x="7758" y="17225"/>
                        <a:pt x="7758" y="18999"/>
                        <a:pt x="7891" y="20462"/>
                      </a:cubicBezTo>
                      <a:cubicBezTo>
                        <a:pt x="8068" y="21925"/>
                        <a:pt x="7669" y="23432"/>
                        <a:pt x="7403" y="24274"/>
                      </a:cubicBezTo>
                      <a:cubicBezTo>
                        <a:pt x="7093" y="25161"/>
                        <a:pt x="6650" y="25515"/>
                        <a:pt x="5985" y="25072"/>
                      </a:cubicBezTo>
                      <a:cubicBezTo>
                        <a:pt x="5320" y="24629"/>
                        <a:pt x="4788" y="23786"/>
                        <a:pt x="4389" y="22722"/>
                      </a:cubicBezTo>
                      <a:cubicBezTo>
                        <a:pt x="3901" y="21747"/>
                        <a:pt x="3369" y="20639"/>
                        <a:pt x="3059" y="19398"/>
                      </a:cubicBezTo>
                      <a:cubicBezTo>
                        <a:pt x="2527" y="18334"/>
                        <a:pt x="2128" y="17181"/>
                        <a:pt x="1818" y="16162"/>
                      </a:cubicBezTo>
                      <a:cubicBezTo>
                        <a:pt x="1374" y="15275"/>
                        <a:pt x="1064" y="14433"/>
                        <a:pt x="931" y="13856"/>
                      </a:cubicBezTo>
                      <a:cubicBezTo>
                        <a:pt x="266" y="11906"/>
                        <a:pt x="89" y="9689"/>
                        <a:pt x="0" y="787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97" name="Graphique 2">
                <a:extLst>
                  <a:ext uri="{FF2B5EF4-FFF2-40B4-BE49-F238E27FC236}">
                    <a16:creationId xmlns:a16="http://schemas.microsoft.com/office/drawing/2014/main" id="{CC169E58-D380-4E7B-8346-70E620D97578}"/>
                  </a:ext>
                </a:extLst>
              </p:cNvPr>
              <p:cNvGrpSpPr/>
              <p:nvPr/>
            </p:nvGrpSpPr>
            <p:grpSpPr>
              <a:xfrm>
                <a:off x="6095334" y="1522857"/>
                <a:ext cx="66645" cy="48586"/>
                <a:chOff x="6095334" y="1522857"/>
                <a:chExt cx="66645" cy="48586"/>
              </a:xfrm>
              <a:solidFill>
                <a:schemeClr val="accent1"/>
              </a:solidFill>
            </p:grpSpPr>
            <p:sp>
              <p:nvSpPr>
                <p:cNvPr id="25995" name="Forme libre : forme 25994">
                  <a:extLst>
                    <a:ext uri="{FF2B5EF4-FFF2-40B4-BE49-F238E27FC236}">
                      <a16:creationId xmlns:a16="http://schemas.microsoft.com/office/drawing/2014/main" id="{B16CD46D-0CCB-4091-B56E-73BA4FA7C3CC}"/>
                    </a:ext>
                  </a:extLst>
                </p:cNvPr>
                <p:cNvSpPr/>
                <p:nvPr/>
              </p:nvSpPr>
              <p:spPr>
                <a:xfrm>
                  <a:off x="6095334" y="1522945"/>
                  <a:ext cx="66601" cy="48498"/>
                </a:xfrm>
                <a:custGeom>
                  <a:avLst/>
                  <a:gdLst>
                    <a:gd name="connsiteX0" fmla="*/ 13300 w 66601"/>
                    <a:gd name="connsiteY0" fmla="*/ 17378 h 48498"/>
                    <a:gd name="connsiteX1" fmla="*/ 24161 w 66601"/>
                    <a:gd name="connsiteY1" fmla="*/ 10152 h 48498"/>
                    <a:gd name="connsiteX2" fmla="*/ 26998 w 66601"/>
                    <a:gd name="connsiteY2" fmla="*/ 8290 h 48498"/>
                    <a:gd name="connsiteX3" fmla="*/ 30544 w 66601"/>
                    <a:gd name="connsiteY3" fmla="*/ 6206 h 48498"/>
                    <a:gd name="connsiteX4" fmla="*/ 34135 w 66601"/>
                    <a:gd name="connsiteY4" fmla="*/ 4211 h 48498"/>
                    <a:gd name="connsiteX5" fmla="*/ 38081 w 66601"/>
                    <a:gd name="connsiteY5" fmla="*/ 2527 h 48498"/>
                    <a:gd name="connsiteX6" fmla="*/ 49474 w 66601"/>
                    <a:gd name="connsiteY6" fmla="*/ 0 h 48498"/>
                    <a:gd name="connsiteX7" fmla="*/ 59492 w 66601"/>
                    <a:gd name="connsiteY7" fmla="*/ 1729 h 48498"/>
                    <a:gd name="connsiteX8" fmla="*/ 63039 w 66601"/>
                    <a:gd name="connsiteY8" fmla="*/ 3591 h 48498"/>
                    <a:gd name="connsiteX9" fmla="*/ 65388 w 66601"/>
                    <a:gd name="connsiteY9" fmla="*/ 5940 h 48498"/>
                    <a:gd name="connsiteX10" fmla="*/ 66408 w 66601"/>
                    <a:gd name="connsiteY10" fmla="*/ 10373 h 48498"/>
                    <a:gd name="connsiteX11" fmla="*/ 64058 w 66601"/>
                    <a:gd name="connsiteY11" fmla="*/ 17998 h 48498"/>
                    <a:gd name="connsiteX12" fmla="*/ 61709 w 66601"/>
                    <a:gd name="connsiteY12" fmla="*/ 21634 h 48498"/>
                    <a:gd name="connsiteX13" fmla="*/ 60069 w 66601"/>
                    <a:gd name="connsiteY13" fmla="*/ 23052 h 48498"/>
                    <a:gd name="connsiteX14" fmla="*/ 58251 w 66601"/>
                    <a:gd name="connsiteY14" fmla="*/ 24559 h 48498"/>
                    <a:gd name="connsiteX15" fmla="*/ 54261 w 66601"/>
                    <a:gd name="connsiteY15" fmla="*/ 27086 h 48498"/>
                    <a:gd name="connsiteX16" fmla="*/ 51912 w 66601"/>
                    <a:gd name="connsiteY16" fmla="*/ 28372 h 48498"/>
                    <a:gd name="connsiteX17" fmla="*/ 49252 w 66601"/>
                    <a:gd name="connsiteY17" fmla="*/ 29613 h 48498"/>
                    <a:gd name="connsiteX18" fmla="*/ 47213 w 66601"/>
                    <a:gd name="connsiteY18" fmla="*/ 30500 h 48498"/>
                    <a:gd name="connsiteX19" fmla="*/ 45173 w 66601"/>
                    <a:gd name="connsiteY19" fmla="*/ 31741 h 48498"/>
                    <a:gd name="connsiteX20" fmla="*/ 43090 w 66601"/>
                    <a:gd name="connsiteY20" fmla="*/ 32982 h 48498"/>
                    <a:gd name="connsiteX21" fmla="*/ 40519 w 66601"/>
                    <a:gd name="connsiteY21" fmla="*/ 34711 h 48498"/>
                    <a:gd name="connsiteX22" fmla="*/ 29835 w 66601"/>
                    <a:gd name="connsiteY22" fmla="*/ 42114 h 48498"/>
                    <a:gd name="connsiteX23" fmla="*/ 14496 w 66601"/>
                    <a:gd name="connsiteY23" fmla="*/ 48365 h 48498"/>
                    <a:gd name="connsiteX24" fmla="*/ 4788 w 66601"/>
                    <a:gd name="connsiteY24" fmla="*/ 45173 h 48498"/>
                    <a:gd name="connsiteX25" fmla="*/ 754 w 66601"/>
                    <a:gd name="connsiteY25" fmla="*/ 37947 h 48498"/>
                    <a:gd name="connsiteX26" fmla="*/ 2261 w 66601"/>
                    <a:gd name="connsiteY26" fmla="*/ 28194 h 48498"/>
                    <a:gd name="connsiteX27" fmla="*/ 13300 w 66601"/>
                    <a:gd name="connsiteY27" fmla="*/ 17378 h 48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66601" h="48498">
                      <a:moveTo>
                        <a:pt x="13300" y="17378"/>
                      </a:moveTo>
                      <a:lnTo>
                        <a:pt x="24161" y="10152"/>
                      </a:lnTo>
                      <a:lnTo>
                        <a:pt x="26998" y="8290"/>
                      </a:lnTo>
                      <a:lnTo>
                        <a:pt x="30544" y="6206"/>
                      </a:lnTo>
                      <a:cubicBezTo>
                        <a:pt x="31741" y="5541"/>
                        <a:pt x="32894" y="4832"/>
                        <a:pt x="34135" y="4211"/>
                      </a:cubicBezTo>
                      <a:lnTo>
                        <a:pt x="38081" y="2527"/>
                      </a:lnTo>
                      <a:cubicBezTo>
                        <a:pt x="41671" y="842"/>
                        <a:pt x="45883" y="266"/>
                        <a:pt x="49474" y="0"/>
                      </a:cubicBezTo>
                      <a:cubicBezTo>
                        <a:pt x="53330" y="44"/>
                        <a:pt x="56700" y="443"/>
                        <a:pt x="59492" y="1729"/>
                      </a:cubicBezTo>
                      <a:cubicBezTo>
                        <a:pt x="60867" y="2305"/>
                        <a:pt x="62064" y="2881"/>
                        <a:pt x="63039" y="3591"/>
                      </a:cubicBezTo>
                      <a:cubicBezTo>
                        <a:pt x="64014" y="4389"/>
                        <a:pt x="64812" y="5187"/>
                        <a:pt x="65388" y="5940"/>
                      </a:cubicBezTo>
                      <a:cubicBezTo>
                        <a:pt x="66541" y="7492"/>
                        <a:pt x="66851" y="8999"/>
                        <a:pt x="66408" y="10373"/>
                      </a:cubicBezTo>
                      <a:lnTo>
                        <a:pt x="64058" y="17998"/>
                      </a:lnTo>
                      <a:cubicBezTo>
                        <a:pt x="63615" y="19373"/>
                        <a:pt x="62729" y="20614"/>
                        <a:pt x="61709" y="21634"/>
                      </a:cubicBezTo>
                      <a:cubicBezTo>
                        <a:pt x="61177" y="22165"/>
                        <a:pt x="60645" y="22653"/>
                        <a:pt x="60069" y="23052"/>
                      </a:cubicBezTo>
                      <a:cubicBezTo>
                        <a:pt x="59492" y="23540"/>
                        <a:pt x="58827" y="24116"/>
                        <a:pt x="58251" y="24559"/>
                      </a:cubicBezTo>
                      <a:cubicBezTo>
                        <a:pt x="57054" y="25313"/>
                        <a:pt x="55680" y="26421"/>
                        <a:pt x="54261" y="27086"/>
                      </a:cubicBezTo>
                      <a:cubicBezTo>
                        <a:pt x="53552" y="27485"/>
                        <a:pt x="52754" y="28061"/>
                        <a:pt x="51912" y="28372"/>
                      </a:cubicBezTo>
                      <a:cubicBezTo>
                        <a:pt x="51114" y="28638"/>
                        <a:pt x="50227" y="29170"/>
                        <a:pt x="49252" y="29613"/>
                      </a:cubicBezTo>
                      <a:lnTo>
                        <a:pt x="47213" y="30500"/>
                      </a:lnTo>
                      <a:cubicBezTo>
                        <a:pt x="46548" y="30854"/>
                        <a:pt x="45838" y="31342"/>
                        <a:pt x="45173" y="31741"/>
                      </a:cubicBezTo>
                      <a:lnTo>
                        <a:pt x="43090" y="32982"/>
                      </a:lnTo>
                      <a:cubicBezTo>
                        <a:pt x="42336" y="33470"/>
                        <a:pt x="41361" y="34135"/>
                        <a:pt x="40519" y="34711"/>
                      </a:cubicBezTo>
                      <a:lnTo>
                        <a:pt x="29835" y="42114"/>
                      </a:lnTo>
                      <a:cubicBezTo>
                        <a:pt x="24693" y="45616"/>
                        <a:pt x="19151" y="47833"/>
                        <a:pt x="14496" y="48365"/>
                      </a:cubicBezTo>
                      <a:cubicBezTo>
                        <a:pt x="9842" y="48897"/>
                        <a:pt x="6251" y="47833"/>
                        <a:pt x="4788" y="45173"/>
                      </a:cubicBezTo>
                      <a:lnTo>
                        <a:pt x="754" y="37947"/>
                      </a:lnTo>
                      <a:cubicBezTo>
                        <a:pt x="-709" y="35376"/>
                        <a:pt x="44" y="31785"/>
                        <a:pt x="2261" y="28194"/>
                      </a:cubicBezTo>
                      <a:cubicBezTo>
                        <a:pt x="4566" y="24515"/>
                        <a:pt x="8334" y="20658"/>
                        <a:pt x="13300" y="1737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96" name="Forme libre : forme 25995">
                  <a:extLst>
                    <a:ext uri="{FF2B5EF4-FFF2-40B4-BE49-F238E27FC236}">
                      <a16:creationId xmlns:a16="http://schemas.microsoft.com/office/drawing/2014/main" id="{20BD5B54-8247-402C-8634-10FC6BFC9687}"/>
                    </a:ext>
                  </a:extLst>
                </p:cNvPr>
                <p:cNvSpPr/>
                <p:nvPr/>
              </p:nvSpPr>
              <p:spPr>
                <a:xfrm>
                  <a:off x="6095467" y="1522857"/>
                  <a:ext cx="66512" cy="38080"/>
                </a:xfrm>
                <a:custGeom>
                  <a:avLst/>
                  <a:gdLst>
                    <a:gd name="connsiteX0" fmla="*/ 37017 w 66512"/>
                    <a:gd name="connsiteY0" fmla="*/ 13610 h 38080"/>
                    <a:gd name="connsiteX1" fmla="*/ 44730 w 66512"/>
                    <a:gd name="connsiteY1" fmla="*/ 9797 h 38080"/>
                    <a:gd name="connsiteX2" fmla="*/ 53064 w 66512"/>
                    <a:gd name="connsiteY2" fmla="*/ 8600 h 38080"/>
                    <a:gd name="connsiteX3" fmla="*/ 65300 w 66512"/>
                    <a:gd name="connsiteY3" fmla="*/ 13698 h 38080"/>
                    <a:gd name="connsiteX4" fmla="*/ 66319 w 66512"/>
                    <a:gd name="connsiteY4" fmla="*/ 10373 h 38080"/>
                    <a:gd name="connsiteX5" fmla="*/ 65300 w 66512"/>
                    <a:gd name="connsiteY5" fmla="*/ 5940 h 38080"/>
                    <a:gd name="connsiteX6" fmla="*/ 62950 w 66512"/>
                    <a:gd name="connsiteY6" fmla="*/ 3591 h 38080"/>
                    <a:gd name="connsiteX7" fmla="*/ 59404 w 66512"/>
                    <a:gd name="connsiteY7" fmla="*/ 1729 h 38080"/>
                    <a:gd name="connsiteX8" fmla="*/ 49385 w 66512"/>
                    <a:gd name="connsiteY8" fmla="*/ 0 h 38080"/>
                    <a:gd name="connsiteX9" fmla="*/ 37992 w 66512"/>
                    <a:gd name="connsiteY9" fmla="*/ 2527 h 38080"/>
                    <a:gd name="connsiteX10" fmla="*/ 34046 w 66512"/>
                    <a:gd name="connsiteY10" fmla="*/ 4211 h 38080"/>
                    <a:gd name="connsiteX11" fmla="*/ 30456 w 66512"/>
                    <a:gd name="connsiteY11" fmla="*/ 6206 h 38080"/>
                    <a:gd name="connsiteX12" fmla="*/ 26909 w 66512"/>
                    <a:gd name="connsiteY12" fmla="*/ 8290 h 38080"/>
                    <a:gd name="connsiteX13" fmla="*/ 24072 w 66512"/>
                    <a:gd name="connsiteY13" fmla="*/ 10152 h 38080"/>
                    <a:gd name="connsiteX14" fmla="*/ 13211 w 66512"/>
                    <a:gd name="connsiteY14" fmla="*/ 17378 h 38080"/>
                    <a:gd name="connsiteX15" fmla="*/ 2261 w 66512"/>
                    <a:gd name="connsiteY15" fmla="*/ 28106 h 38080"/>
                    <a:gd name="connsiteX16" fmla="*/ 754 w 66512"/>
                    <a:gd name="connsiteY16" fmla="*/ 37859 h 38080"/>
                    <a:gd name="connsiteX17" fmla="*/ 887 w 66512"/>
                    <a:gd name="connsiteY17" fmla="*/ 38080 h 38080"/>
                    <a:gd name="connsiteX18" fmla="*/ 19107 w 66512"/>
                    <a:gd name="connsiteY18" fmla="*/ 26554 h 38080"/>
                    <a:gd name="connsiteX19" fmla="*/ 27929 w 66512"/>
                    <a:gd name="connsiteY19" fmla="*/ 20348 h 38080"/>
                    <a:gd name="connsiteX20" fmla="*/ 32273 w 66512"/>
                    <a:gd name="connsiteY20" fmla="*/ 17023 h 38080"/>
                    <a:gd name="connsiteX21" fmla="*/ 37017 w 66512"/>
                    <a:gd name="connsiteY21" fmla="*/ 13610 h 38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6512" h="38080">
                      <a:moveTo>
                        <a:pt x="37017" y="13610"/>
                      </a:moveTo>
                      <a:cubicBezTo>
                        <a:pt x="39322" y="11969"/>
                        <a:pt x="42070" y="10773"/>
                        <a:pt x="44730" y="9797"/>
                      </a:cubicBezTo>
                      <a:cubicBezTo>
                        <a:pt x="47567" y="9088"/>
                        <a:pt x="50316" y="8379"/>
                        <a:pt x="53064" y="8600"/>
                      </a:cubicBezTo>
                      <a:cubicBezTo>
                        <a:pt x="58517" y="8512"/>
                        <a:pt x="63127" y="11039"/>
                        <a:pt x="65300" y="13698"/>
                      </a:cubicBezTo>
                      <a:lnTo>
                        <a:pt x="66319" y="10373"/>
                      </a:lnTo>
                      <a:cubicBezTo>
                        <a:pt x="66763" y="8999"/>
                        <a:pt x="66452" y="7492"/>
                        <a:pt x="65300" y="5940"/>
                      </a:cubicBezTo>
                      <a:cubicBezTo>
                        <a:pt x="64723" y="5142"/>
                        <a:pt x="63925" y="4344"/>
                        <a:pt x="62950" y="3591"/>
                      </a:cubicBezTo>
                      <a:cubicBezTo>
                        <a:pt x="61975" y="2882"/>
                        <a:pt x="60778" y="2305"/>
                        <a:pt x="59404" y="1729"/>
                      </a:cubicBezTo>
                      <a:cubicBezTo>
                        <a:pt x="56567" y="443"/>
                        <a:pt x="53242" y="89"/>
                        <a:pt x="49385" y="0"/>
                      </a:cubicBezTo>
                      <a:cubicBezTo>
                        <a:pt x="45794" y="266"/>
                        <a:pt x="41538" y="842"/>
                        <a:pt x="37992" y="2527"/>
                      </a:cubicBezTo>
                      <a:lnTo>
                        <a:pt x="34046" y="4211"/>
                      </a:lnTo>
                      <a:cubicBezTo>
                        <a:pt x="32805" y="4832"/>
                        <a:pt x="31652" y="5541"/>
                        <a:pt x="30456" y="6206"/>
                      </a:cubicBezTo>
                      <a:lnTo>
                        <a:pt x="26909" y="8290"/>
                      </a:lnTo>
                      <a:lnTo>
                        <a:pt x="24072" y="10152"/>
                      </a:lnTo>
                      <a:lnTo>
                        <a:pt x="13211" y="17378"/>
                      </a:lnTo>
                      <a:cubicBezTo>
                        <a:pt x="8246" y="20658"/>
                        <a:pt x="4522" y="24515"/>
                        <a:pt x="2261" y="28106"/>
                      </a:cubicBezTo>
                      <a:cubicBezTo>
                        <a:pt x="45" y="31741"/>
                        <a:pt x="-709" y="35288"/>
                        <a:pt x="754" y="37859"/>
                      </a:cubicBezTo>
                      <a:lnTo>
                        <a:pt x="887" y="38080"/>
                      </a:lnTo>
                      <a:cubicBezTo>
                        <a:pt x="7049" y="34268"/>
                        <a:pt x="13166" y="30588"/>
                        <a:pt x="19107" y="26554"/>
                      </a:cubicBezTo>
                      <a:cubicBezTo>
                        <a:pt x="22077" y="24559"/>
                        <a:pt x="25003" y="22476"/>
                        <a:pt x="27929" y="20348"/>
                      </a:cubicBezTo>
                      <a:cubicBezTo>
                        <a:pt x="29347" y="19240"/>
                        <a:pt x="30810" y="18176"/>
                        <a:pt x="32273" y="17023"/>
                      </a:cubicBezTo>
                      <a:cubicBezTo>
                        <a:pt x="33780" y="15959"/>
                        <a:pt x="35332" y="14851"/>
                        <a:pt x="37017" y="13610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97" name="Forme libre : forme 25996">
                  <a:extLst>
                    <a:ext uri="{FF2B5EF4-FFF2-40B4-BE49-F238E27FC236}">
                      <a16:creationId xmlns:a16="http://schemas.microsoft.com/office/drawing/2014/main" id="{4A779762-49D4-4EEE-A2BA-3FB9010D019D}"/>
                    </a:ext>
                  </a:extLst>
                </p:cNvPr>
                <p:cNvSpPr/>
                <p:nvPr/>
              </p:nvSpPr>
              <p:spPr>
                <a:xfrm>
                  <a:off x="6109845" y="1537445"/>
                  <a:ext cx="27521" cy="20072"/>
                </a:xfrm>
                <a:custGeom>
                  <a:avLst/>
                  <a:gdLst>
                    <a:gd name="connsiteX0" fmla="*/ 341 w 27521"/>
                    <a:gd name="connsiteY0" fmla="*/ 18882 h 20072"/>
                    <a:gd name="connsiteX1" fmla="*/ 10448 w 27521"/>
                    <a:gd name="connsiteY1" fmla="*/ 5317 h 20072"/>
                    <a:gd name="connsiteX2" fmla="*/ 15901 w 27521"/>
                    <a:gd name="connsiteY2" fmla="*/ 2169 h 20072"/>
                    <a:gd name="connsiteX3" fmla="*/ 21176 w 27521"/>
                    <a:gd name="connsiteY3" fmla="*/ 351 h 20072"/>
                    <a:gd name="connsiteX4" fmla="*/ 25210 w 27521"/>
                    <a:gd name="connsiteY4" fmla="*/ 130 h 20072"/>
                    <a:gd name="connsiteX5" fmla="*/ 27338 w 27521"/>
                    <a:gd name="connsiteY5" fmla="*/ 1548 h 20072"/>
                    <a:gd name="connsiteX6" fmla="*/ 27116 w 27521"/>
                    <a:gd name="connsiteY6" fmla="*/ 3987 h 20072"/>
                    <a:gd name="connsiteX7" fmla="*/ 25077 w 27521"/>
                    <a:gd name="connsiteY7" fmla="*/ 7178 h 20072"/>
                    <a:gd name="connsiteX8" fmla="*/ 21575 w 27521"/>
                    <a:gd name="connsiteY8" fmla="*/ 10725 h 20072"/>
                    <a:gd name="connsiteX9" fmla="*/ 16699 w 27521"/>
                    <a:gd name="connsiteY9" fmla="*/ 14582 h 20072"/>
                    <a:gd name="connsiteX10" fmla="*/ 341 w 27521"/>
                    <a:gd name="connsiteY10" fmla="*/ 18882 h 20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521" h="20072">
                      <a:moveTo>
                        <a:pt x="341" y="18882"/>
                      </a:moveTo>
                      <a:cubicBezTo>
                        <a:pt x="-1300" y="16266"/>
                        <a:pt x="3133" y="10326"/>
                        <a:pt x="10448" y="5317"/>
                      </a:cubicBezTo>
                      <a:cubicBezTo>
                        <a:pt x="12310" y="4075"/>
                        <a:pt x="14172" y="3011"/>
                        <a:pt x="15901" y="2169"/>
                      </a:cubicBezTo>
                      <a:cubicBezTo>
                        <a:pt x="17585" y="1327"/>
                        <a:pt x="19669" y="706"/>
                        <a:pt x="21176" y="351"/>
                      </a:cubicBezTo>
                      <a:cubicBezTo>
                        <a:pt x="22816" y="41"/>
                        <a:pt x="24102" y="-136"/>
                        <a:pt x="25210" y="130"/>
                      </a:cubicBezTo>
                      <a:cubicBezTo>
                        <a:pt x="26274" y="396"/>
                        <a:pt x="27028" y="883"/>
                        <a:pt x="27338" y="1548"/>
                      </a:cubicBezTo>
                      <a:cubicBezTo>
                        <a:pt x="27648" y="2258"/>
                        <a:pt x="27560" y="3100"/>
                        <a:pt x="27116" y="3987"/>
                      </a:cubicBezTo>
                      <a:cubicBezTo>
                        <a:pt x="26673" y="4873"/>
                        <a:pt x="26008" y="6070"/>
                        <a:pt x="25077" y="7178"/>
                      </a:cubicBezTo>
                      <a:cubicBezTo>
                        <a:pt x="24146" y="8375"/>
                        <a:pt x="23038" y="9351"/>
                        <a:pt x="21575" y="10725"/>
                      </a:cubicBezTo>
                      <a:cubicBezTo>
                        <a:pt x="20157" y="12010"/>
                        <a:pt x="18516" y="13340"/>
                        <a:pt x="16699" y="14582"/>
                      </a:cubicBezTo>
                      <a:cubicBezTo>
                        <a:pt x="9473" y="19591"/>
                        <a:pt x="2025" y="21542"/>
                        <a:pt x="341" y="1888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98" name="Forme libre : forme 25997">
                  <a:extLst>
                    <a:ext uri="{FF2B5EF4-FFF2-40B4-BE49-F238E27FC236}">
                      <a16:creationId xmlns:a16="http://schemas.microsoft.com/office/drawing/2014/main" id="{A3147700-30D0-48D0-909C-32F7F6454785}"/>
                    </a:ext>
                  </a:extLst>
                </p:cNvPr>
                <p:cNvSpPr/>
                <p:nvPr/>
              </p:nvSpPr>
              <p:spPr>
                <a:xfrm>
                  <a:off x="6114707" y="1537489"/>
                  <a:ext cx="22661" cy="9838"/>
                </a:xfrm>
                <a:custGeom>
                  <a:avLst/>
                  <a:gdLst>
                    <a:gd name="connsiteX0" fmla="*/ 18708 w 22661"/>
                    <a:gd name="connsiteY0" fmla="*/ 8863 h 9838"/>
                    <a:gd name="connsiteX1" fmla="*/ 21900 w 22661"/>
                    <a:gd name="connsiteY1" fmla="*/ 4696 h 9838"/>
                    <a:gd name="connsiteX2" fmla="*/ 22476 w 22661"/>
                    <a:gd name="connsiteY2" fmla="*/ 1548 h 9838"/>
                    <a:gd name="connsiteX3" fmla="*/ 20348 w 22661"/>
                    <a:gd name="connsiteY3" fmla="*/ 130 h 9838"/>
                    <a:gd name="connsiteX4" fmla="*/ 16314 w 22661"/>
                    <a:gd name="connsiteY4" fmla="*/ 351 h 9838"/>
                    <a:gd name="connsiteX5" fmla="*/ 11038 w 22661"/>
                    <a:gd name="connsiteY5" fmla="*/ 2169 h 9838"/>
                    <a:gd name="connsiteX6" fmla="*/ 5586 w 22661"/>
                    <a:gd name="connsiteY6" fmla="*/ 5316 h 9838"/>
                    <a:gd name="connsiteX7" fmla="*/ 0 w 22661"/>
                    <a:gd name="connsiteY7" fmla="*/ 9838 h 9838"/>
                    <a:gd name="connsiteX8" fmla="*/ 3502 w 22661"/>
                    <a:gd name="connsiteY8" fmla="*/ 7932 h 9838"/>
                    <a:gd name="connsiteX9" fmla="*/ 13078 w 22661"/>
                    <a:gd name="connsiteY9" fmla="*/ 6114 h 9838"/>
                    <a:gd name="connsiteX10" fmla="*/ 18708 w 22661"/>
                    <a:gd name="connsiteY10" fmla="*/ 8863 h 9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661" h="9838">
                      <a:moveTo>
                        <a:pt x="18708" y="8863"/>
                      </a:moveTo>
                      <a:cubicBezTo>
                        <a:pt x="20126" y="7444"/>
                        <a:pt x="21235" y="5981"/>
                        <a:pt x="21900" y="4696"/>
                      </a:cubicBezTo>
                      <a:cubicBezTo>
                        <a:pt x="22609" y="3499"/>
                        <a:pt x="22875" y="2435"/>
                        <a:pt x="22476" y="1548"/>
                      </a:cubicBezTo>
                      <a:cubicBezTo>
                        <a:pt x="22165" y="839"/>
                        <a:pt x="21412" y="351"/>
                        <a:pt x="20348" y="130"/>
                      </a:cubicBezTo>
                      <a:cubicBezTo>
                        <a:pt x="19240" y="-136"/>
                        <a:pt x="17954" y="41"/>
                        <a:pt x="16314" y="351"/>
                      </a:cubicBezTo>
                      <a:cubicBezTo>
                        <a:pt x="14762" y="706"/>
                        <a:pt x="12723" y="1327"/>
                        <a:pt x="11038" y="2169"/>
                      </a:cubicBezTo>
                      <a:cubicBezTo>
                        <a:pt x="9265" y="3011"/>
                        <a:pt x="7403" y="4075"/>
                        <a:pt x="5586" y="5316"/>
                      </a:cubicBezTo>
                      <a:cubicBezTo>
                        <a:pt x="3458" y="6779"/>
                        <a:pt x="1552" y="8331"/>
                        <a:pt x="0" y="9838"/>
                      </a:cubicBezTo>
                      <a:cubicBezTo>
                        <a:pt x="1108" y="9129"/>
                        <a:pt x="2305" y="8464"/>
                        <a:pt x="3502" y="7932"/>
                      </a:cubicBezTo>
                      <a:cubicBezTo>
                        <a:pt x="6916" y="6646"/>
                        <a:pt x="10329" y="5981"/>
                        <a:pt x="13078" y="6114"/>
                      </a:cubicBezTo>
                      <a:cubicBezTo>
                        <a:pt x="15826" y="6114"/>
                        <a:pt x="17954" y="7134"/>
                        <a:pt x="18708" y="8863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99" name="Forme libre : forme 25998">
                  <a:extLst>
                    <a:ext uri="{FF2B5EF4-FFF2-40B4-BE49-F238E27FC236}">
                      <a16:creationId xmlns:a16="http://schemas.microsoft.com/office/drawing/2014/main" id="{25490FBE-148E-4DD7-817B-B1B034A9C8CC}"/>
                    </a:ext>
                  </a:extLst>
                </p:cNvPr>
                <p:cNvSpPr/>
                <p:nvPr/>
              </p:nvSpPr>
              <p:spPr>
                <a:xfrm>
                  <a:off x="6107808" y="1537252"/>
                  <a:ext cx="27550" cy="20108"/>
                </a:xfrm>
                <a:custGeom>
                  <a:avLst/>
                  <a:gdLst>
                    <a:gd name="connsiteX0" fmla="*/ 338 w 27550"/>
                    <a:gd name="connsiteY0" fmla="*/ 18897 h 20108"/>
                    <a:gd name="connsiteX1" fmla="*/ 10446 w 27550"/>
                    <a:gd name="connsiteY1" fmla="*/ 5421 h 20108"/>
                    <a:gd name="connsiteX2" fmla="*/ 15899 w 27550"/>
                    <a:gd name="connsiteY2" fmla="*/ 2273 h 20108"/>
                    <a:gd name="connsiteX3" fmla="*/ 21085 w 27550"/>
                    <a:gd name="connsiteY3" fmla="*/ 411 h 20108"/>
                    <a:gd name="connsiteX4" fmla="*/ 27336 w 27550"/>
                    <a:gd name="connsiteY4" fmla="*/ 1342 h 20108"/>
                    <a:gd name="connsiteX5" fmla="*/ 25208 w 27550"/>
                    <a:gd name="connsiteY5" fmla="*/ 7150 h 20108"/>
                    <a:gd name="connsiteX6" fmla="*/ 16785 w 27550"/>
                    <a:gd name="connsiteY6" fmla="*/ 14686 h 20108"/>
                    <a:gd name="connsiteX7" fmla="*/ 338 w 27550"/>
                    <a:gd name="connsiteY7" fmla="*/ 18897 h 20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550" h="20108">
                      <a:moveTo>
                        <a:pt x="338" y="18897"/>
                      </a:moveTo>
                      <a:cubicBezTo>
                        <a:pt x="-1302" y="16282"/>
                        <a:pt x="3176" y="10386"/>
                        <a:pt x="10446" y="5421"/>
                      </a:cubicBezTo>
                      <a:cubicBezTo>
                        <a:pt x="12263" y="4179"/>
                        <a:pt x="14125" y="3115"/>
                        <a:pt x="15899" y="2273"/>
                      </a:cubicBezTo>
                      <a:cubicBezTo>
                        <a:pt x="17627" y="1431"/>
                        <a:pt x="19356" y="810"/>
                        <a:pt x="21085" y="411"/>
                      </a:cubicBezTo>
                      <a:cubicBezTo>
                        <a:pt x="24410" y="-342"/>
                        <a:pt x="26627" y="-76"/>
                        <a:pt x="27336" y="1342"/>
                      </a:cubicBezTo>
                      <a:cubicBezTo>
                        <a:pt x="28001" y="2672"/>
                        <a:pt x="27070" y="4889"/>
                        <a:pt x="25208" y="7150"/>
                      </a:cubicBezTo>
                      <a:cubicBezTo>
                        <a:pt x="23346" y="9322"/>
                        <a:pt x="20420" y="12248"/>
                        <a:pt x="16785" y="14686"/>
                      </a:cubicBezTo>
                      <a:cubicBezTo>
                        <a:pt x="9470" y="19695"/>
                        <a:pt x="2023" y="21557"/>
                        <a:pt x="338" y="1889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00" name="Forme libre : forme 25999">
                  <a:extLst>
                    <a:ext uri="{FF2B5EF4-FFF2-40B4-BE49-F238E27FC236}">
                      <a16:creationId xmlns:a16="http://schemas.microsoft.com/office/drawing/2014/main" id="{AF23B30E-6073-4FB7-BA2C-C1D910EECB77}"/>
                    </a:ext>
                  </a:extLst>
                </p:cNvPr>
                <p:cNvSpPr/>
                <p:nvPr/>
              </p:nvSpPr>
              <p:spPr>
                <a:xfrm>
                  <a:off x="6110909" y="1527653"/>
                  <a:ext cx="40063" cy="20495"/>
                </a:xfrm>
                <a:custGeom>
                  <a:avLst/>
                  <a:gdLst>
                    <a:gd name="connsiteX0" fmla="*/ 39485 w 40063"/>
                    <a:gd name="connsiteY0" fmla="*/ 6996 h 20495"/>
                    <a:gd name="connsiteX1" fmla="*/ 37800 w 40063"/>
                    <a:gd name="connsiteY1" fmla="*/ 2031 h 20495"/>
                    <a:gd name="connsiteX2" fmla="*/ 17497 w 40063"/>
                    <a:gd name="connsiteY2" fmla="*/ 2962 h 20495"/>
                    <a:gd name="connsiteX3" fmla="*/ 12842 w 40063"/>
                    <a:gd name="connsiteY3" fmla="*/ 5311 h 20495"/>
                    <a:gd name="connsiteX4" fmla="*/ 9074 w 40063"/>
                    <a:gd name="connsiteY4" fmla="*/ 7750 h 20495"/>
                    <a:gd name="connsiteX5" fmla="*/ 2823 w 40063"/>
                    <a:gd name="connsiteY5" fmla="*/ 13202 h 20495"/>
                    <a:gd name="connsiteX6" fmla="*/ 1227 w 40063"/>
                    <a:gd name="connsiteY6" fmla="*/ 20340 h 20495"/>
                    <a:gd name="connsiteX7" fmla="*/ 7345 w 40063"/>
                    <a:gd name="connsiteY7" fmla="*/ 19409 h 20495"/>
                    <a:gd name="connsiteX8" fmla="*/ 22107 w 40063"/>
                    <a:gd name="connsiteY8" fmla="*/ 16971 h 20495"/>
                    <a:gd name="connsiteX9" fmla="*/ 29422 w 40063"/>
                    <a:gd name="connsiteY9" fmla="*/ 17635 h 20495"/>
                    <a:gd name="connsiteX10" fmla="*/ 33411 w 40063"/>
                    <a:gd name="connsiteY10" fmla="*/ 17591 h 20495"/>
                    <a:gd name="connsiteX11" fmla="*/ 37135 w 40063"/>
                    <a:gd name="connsiteY11" fmla="*/ 16572 h 20495"/>
                    <a:gd name="connsiteX12" fmla="*/ 40061 w 40063"/>
                    <a:gd name="connsiteY12" fmla="*/ 11961 h 20495"/>
                    <a:gd name="connsiteX13" fmla="*/ 39485 w 40063"/>
                    <a:gd name="connsiteY13" fmla="*/ 6996 h 20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063" h="20495">
                      <a:moveTo>
                        <a:pt x="39485" y="6996"/>
                      </a:moveTo>
                      <a:cubicBezTo>
                        <a:pt x="39440" y="5267"/>
                        <a:pt x="39485" y="3494"/>
                        <a:pt x="37800" y="2031"/>
                      </a:cubicBezTo>
                      <a:cubicBezTo>
                        <a:pt x="34475" y="-1116"/>
                        <a:pt x="25122" y="-451"/>
                        <a:pt x="17497" y="2962"/>
                      </a:cubicBezTo>
                      <a:cubicBezTo>
                        <a:pt x="15945" y="3671"/>
                        <a:pt x="14393" y="4469"/>
                        <a:pt x="12842" y="5311"/>
                      </a:cubicBezTo>
                      <a:cubicBezTo>
                        <a:pt x="11379" y="6154"/>
                        <a:pt x="10271" y="6907"/>
                        <a:pt x="9074" y="7750"/>
                      </a:cubicBezTo>
                      <a:cubicBezTo>
                        <a:pt x="6680" y="9434"/>
                        <a:pt x="4552" y="11252"/>
                        <a:pt x="2823" y="13202"/>
                      </a:cubicBezTo>
                      <a:cubicBezTo>
                        <a:pt x="252" y="16128"/>
                        <a:pt x="-1167" y="19586"/>
                        <a:pt x="1227" y="20340"/>
                      </a:cubicBezTo>
                      <a:cubicBezTo>
                        <a:pt x="2690" y="20827"/>
                        <a:pt x="5128" y="20074"/>
                        <a:pt x="7345" y="19409"/>
                      </a:cubicBezTo>
                      <a:cubicBezTo>
                        <a:pt x="12576" y="17946"/>
                        <a:pt x="17630" y="16882"/>
                        <a:pt x="22107" y="16971"/>
                      </a:cubicBezTo>
                      <a:cubicBezTo>
                        <a:pt x="24013" y="17148"/>
                        <a:pt x="26673" y="17237"/>
                        <a:pt x="29422" y="17635"/>
                      </a:cubicBezTo>
                      <a:cubicBezTo>
                        <a:pt x="30796" y="17768"/>
                        <a:pt x="32126" y="17768"/>
                        <a:pt x="33411" y="17591"/>
                      </a:cubicBezTo>
                      <a:cubicBezTo>
                        <a:pt x="34697" y="17591"/>
                        <a:pt x="35938" y="17281"/>
                        <a:pt x="37135" y="16572"/>
                      </a:cubicBezTo>
                      <a:cubicBezTo>
                        <a:pt x="39263" y="15641"/>
                        <a:pt x="39972" y="13912"/>
                        <a:pt x="40061" y="11961"/>
                      </a:cubicBezTo>
                      <a:cubicBezTo>
                        <a:pt x="40105" y="10188"/>
                        <a:pt x="39529" y="8237"/>
                        <a:pt x="39485" y="699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01" name="Forme libre : forme 26000">
                  <a:extLst>
                    <a:ext uri="{FF2B5EF4-FFF2-40B4-BE49-F238E27FC236}">
                      <a16:creationId xmlns:a16="http://schemas.microsoft.com/office/drawing/2014/main" id="{6A517D7E-D9C3-4285-9131-8FBA52E40A67}"/>
                    </a:ext>
                  </a:extLst>
                </p:cNvPr>
                <p:cNvSpPr/>
                <p:nvPr/>
              </p:nvSpPr>
              <p:spPr>
                <a:xfrm>
                  <a:off x="6135418" y="1540013"/>
                  <a:ext cx="9590" cy="8812"/>
                </a:xfrm>
                <a:custGeom>
                  <a:avLst/>
                  <a:gdLst>
                    <a:gd name="connsiteX0" fmla="*/ 9213 w 9590"/>
                    <a:gd name="connsiteY0" fmla="*/ 2039 h 8812"/>
                    <a:gd name="connsiteX1" fmla="*/ 9567 w 9590"/>
                    <a:gd name="connsiteY1" fmla="*/ 709 h 8812"/>
                    <a:gd name="connsiteX2" fmla="*/ 8193 w 9590"/>
                    <a:gd name="connsiteY2" fmla="*/ 0 h 8812"/>
                    <a:gd name="connsiteX3" fmla="*/ 6154 w 9590"/>
                    <a:gd name="connsiteY3" fmla="*/ 709 h 8812"/>
                    <a:gd name="connsiteX4" fmla="*/ 1810 w 9590"/>
                    <a:gd name="connsiteY4" fmla="*/ 3901 h 8812"/>
                    <a:gd name="connsiteX5" fmla="*/ 524 w 9590"/>
                    <a:gd name="connsiteY5" fmla="*/ 5497 h 8812"/>
                    <a:gd name="connsiteX6" fmla="*/ 3538 w 9590"/>
                    <a:gd name="connsiteY6" fmla="*/ 7891 h 8812"/>
                    <a:gd name="connsiteX7" fmla="*/ 9213 w 9590"/>
                    <a:gd name="connsiteY7" fmla="*/ 2039 h 8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90" h="8812">
                      <a:moveTo>
                        <a:pt x="9213" y="2039"/>
                      </a:moveTo>
                      <a:cubicBezTo>
                        <a:pt x="9479" y="1596"/>
                        <a:pt x="9656" y="1108"/>
                        <a:pt x="9567" y="709"/>
                      </a:cubicBezTo>
                      <a:cubicBezTo>
                        <a:pt x="9479" y="310"/>
                        <a:pt x="8947" y="0"/>
                        <a:pt x="8193" y="0"/>
                      </a:cubicBezTo>
                      <a:cubicBezTo>
                        <a:pt x="7484" y="44"/>
                        <a:pt x="6730" y="310"/>
                        <a:pt x="6154" y="709"/>
                      </a:cubicBezTo>
                      <a:cubicBezTo>
                        <a:pt x="4558" y="1729"/>
                        <a:pt x="3051" y="2704"/>
                        <a:pt x="1810" y="3901"/>
                      </a:cubicBezTo>
                      <a:cubicBezTo>
                        <a:pt x="1322" y="4433"/>
                        <a:pt x="834" y="4965"/>
                        <a:pt x="524" y="5497"/>
                      </a:cubicBezTo>
                      <a:cubicBezTo>
                        <a:pt x="-762" y="7714"/>
                        <a:pt x="347" y="10196"/>
                        <a:pt x="3538" y="7891"/>
                      </a:cubicBezTo>
                      <a:cubicBezTo>
                        <a:pt x="6021" y="6384"/>
                        <a:pt x="8149" y="3724"/>
                        <a:pt x="9213" y="203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02" name="Forme libre : forme 26001">
                  <a:extLst>
                    <a:ext uri="{FF2B5EF4-FFF2-40B4-BE49-F238E27FC236}">
                      <a16:creationId xmlns:a16="http://schemas.microsoft.com/office/drawing/2014/main" id="{F715CB02-4EFF-429C-A395-25AD32E94DD7}"/>
                    </a:ext>
                  </a:extLst>
                </p:cNvPr>
                <p:cNvSpPr/>
                <p:nvPr/>
              </p:nvSpPr>
              <p:spPr>
                <a:xfrm>
                  <a:off x="6097843" y="1541121"/>
                  <a:ext cx="10791" cy="19727"/>
                </a:xfrm>
                <a:custGeom>
                  <a:avLst/>
                  <a:gdLst>
                    <a:gd name="connsiteX0" fmla="*/ 772 w 10791"/>
                    <a:gd name="connsiteY0" fmla="*/ 19727 h 19727"/>
                    <a:gd name="connsiteX1" fmla="*/ 196 w 10791"/>
                    <a:gd name="connsiteY1" fmla="*/ 14629 h 19727"/>
                    <a:gd name="connsiteX2" fmla="*/ 10791 w 10791"/>
                    <a:gd name="connsiteY2" fmla="*/ 0 h 19727"/>
                    <a:gd name="connsiteX3" fmla="*/ 5338 w 10791"/>
                    <a:gd name="connsiteY3" fmla="*/ 6428 h 19727"/>
                    <a:gd name="connsiteX4" fmla="*/ 772 w 10791"/>
                    <a:gd name="connsiteY4" fmla="*/ 19727 h 19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91" h="19727">
                      <a:moveTo>
                        <a:pt x="772" y="19727"/>
                      </a:moveTo>
                      <a:cubicBezTo>
                        <a:pt x="772" y="19727"/>
                        <a:pt x="-469" y="17954"/>
                        <a:pt x="196" y="14629"/>
                      </a:cubicBezTo>
                      <a:cubicBezTo>
                        <a:pt x="861" y="11304"/>
                        <a:pt x="3255" y="6650"/>
                        <a:pt x="10791" y="0"/>
                      </a:cubicBezTo>
                      <a:cubicBezTo>
                        <a:pt x="10791" y="0"/>
                        <a:pt x="7954" y="2704"/>
                        <a:pt x="5338" y="6428"/>
                      </a:cubicBezTo>
                      <a:cubicBezTo>
                        <a:pt x="2678" y="10196"/>
                        <a:pt x="196" y="14940"/>
                        <a:pt x="772" y="197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03" name="Forme libre : forme 26002">
                  <a:extLst>
                    <a:ext uri="{FF2B5EF4-FFF2-40B4-BE49-F238E27FC236}">
                      <a16:creationId xmlns:a16="http://schemas.microsoft.com/office/drawing/2014/main" id="{C483ADD3-9A99-4C9F-8340-67996DC55935}"/>
                    </a:ext>
                  </a:extLst>
                </p:cNvPr>
                <p:cNvSpPr/>
                <p:nvPr/>
              </p:nvSpPr>
              <p:spPr>
                <a:xfrm>
                  <a:off x="6143478" y="1539836"/>
                  <a:ext cx="15116" cy="12279"/>
                </a:xfrm>
                <a:custGeom>
                  <a:avLst/>
                  <a:gdLst>
                    <a:gd name="connsiteX0" fmla="*/ 0 w 15116"/>
                    <a:gd name="connsiteY0" fmla="*/ 12280 h 12279"/>
                    <a:gd name="connsiteX1" fmla="*/ 1951 w 15116"/>
                    <a:gd name="connsiteY1" fmla="*/ 11171 h 12279"/>
                    <a:gd name="connsiteX2" fmla="*/ 6118 w 15116"/>
                    <a:gd name="connsiteY2" fmla="*/ 8689 h 12279"/>
                    <a:gd name="connsiteX3" fmla="*/ 8467 w 15116"/>
                    <a:gd name="connsiteY3" fmla="*/ 7093 h 12279"/>
                    <a:gd name="connsiteX4" fmla="*/ 10817 w 15116"/>
                    <a:gd name="connsiteY4" fmla="*/ 5320 h 12279"/>
                    <a:gd name="connsiteX5" fmla="*/ 15117 w 15116"/>
                    <a:gd name="connsiteY5" fmla="*/ 0 h 12279"/>
                    <a:gd name="connsiteX6" fmla="*/ 14053 w 15116"/>
                    <a:gd name="connsiteY6" fmla="*/ 1197 h 12279"/>
                    <a:gd name="connsiteX7" fmla="*/ 10994 w 15116"/>
                    <a:gd name="connsiteY7" fmla="*/ 4034 h 12279"/>
                    <a:gd name="connsiteX8" fmla="*/ 8911 w 15116"/>
                    <a:gd name="connsiteY8" fmla="*/ 5763 h 12279"/>
                    <a:gd name="connsiteX9" fmla="*/ 6472 w 15116"/>
                    <a:gd name="connsiteY9" fmla="*/ 7758 h 12279"/>
                    <a:gd name="connsiteX10" fmla="*/ 3591 w 15116"/>
                    <a:gd name="connsiteY10" fmla="*/ 9886 h 12279"/>
                    <a:gd name="connsiteX11" fmla="*/ 0 w 15116"/>
                    <a:gd name="connsiteY11" fmla="*/ 12280 h 12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16" h="12279">
                      <a:moveTo>
                        <a:pt x="0" y="12280"/>
                      </a:moveTo>
                      <a:cubicBezTo>
                        <a:pt x="0" y="12280"/>
                        <a:pt x="798" y="11925"/>
                        <a:pt x="1951" y="11171"/>
                      </a:cubicBezTo>
                      <a:cubicBezTo>
                        <a:pt x="3103" y="10506"/>
                        <a:pt x="4566" y="9753"/>
                        <a:pt x="6118" y="8689"/>
                      </a:cubicBezTo>
                      <a:cubicBezTo>
                        <a:pt x="6871" y="8290"/>
                        <a:pt x="7669" y="7758"/>
                        <a:pt x="8467" y="7093"/>
                      </a:cubicBezTo>
                      <a:cubicBezTo>
                        <a:pt x="9265" y="6517"/>
                        <a:pt x="10019" y="6029"/>
                        <a:pt x="10817" y="5320"/>
                      </a:cubicBezTo>
                      <a:cubicBezTo>
                        <a:pt x="12457" y="3768"/>
                        <a:pt x="13964" y="2438"/>
                        <a:pt x="15117" y="0"/>
                      </a:cubicBezTo>
                      <a:cubicBezTo>
                        <a:pt x="15117" y="0"/>
                        <a:pt x="14762" y="488"/>
                        <a:pt x="14053" y="1197"/>
                      </a:cubicBezTo>
                      <a:cubicBezTo>
                        <a:pt x="13255" y="1951"/>
                        <a:pt x="12191" y="2970"/>
                        <a:pt x="10994" y="4034"/>
                      </a:cubicBezTo>
                      <a:cubicBezTo>
                        <a:pt x="10329" y="4610"/>
                        <a:pt x="9664" y="5231"/>
                        <a:pt x="8911" y="5763"/>
                      </a:cubicBezTo>
                      <a:cubicBezTo>
                        <a:pt x="8157" y="6384"/>
                        <a:pt x="7315" y="7182"/>
                        <a:pt x="6472" y="7758"/>
                      </a:cubicBezTo>
                      <a:cubicBezTo>
                        <a:pt x="5630" y="8290"/>
                        <a:pt x="4655" y="9177"/>
                        <a:pt x="3591" y="9886"/>
                      </a:cubicBezTo>
                      <a:cubicBezTo>
                        <a:pt x="2571" y="10462"/>
                        <a:pt x="1374" y="11437"/>
                        <a:pt x="0" y="122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04" name="Forme libre : forme 26003">
                  <a:extLst>
                    <a:ext uri="{FF2B5EF4-FFF2-40B4-BE49-F238E27FC236}">
                      <a16:creationId xmlns:a16="http://schemas.microsoft.com/office/drawing/2014/main" id="{F5CD2F41-886B-4306-9C87-EC9B12E47E62}"/>
                    </a:ext>
                  </a:extLst>
                </p:cNvPr>
                <p:cNvSpPr/>
                <p:nvPr/>
              </p:nvSpPr>
              <p:spPr>
                <a:xfrm>
                  <a:off x="6116746" y="1548030"/>
                  <a:ext cx="10817" cy="6489"/>
                </a:xfrm>
                <a:custGeom>
                  <a:avLst/>
                  <a:gdLst>
                    <a:gd name="connsiteX0" fmla="*/ 0 w 10817"/>
                    <a:gd name="connsiteY0" fmla="*/ 5725 h 6489"/>
                    <a:gd name="connsiteX1" fmla="*/ 5453 w 10817"/>
                    <a:gd name="connsiteY1" fmla="*/ 1159 h 6489"/>
                    <a:gd name="connsiteX2" fmla="*/ 10817 w 10817"/>
                    <a:gd name="connsiteY2" fmla="*/ 760 h 6489"/>
                    <a:gd name="connsiteX3" fmla="*/ 5364 w 10817"/>
                    <a:gd name="connsiteY3" fmla="*/ 5371 h 6489"/>
                    <a:gd name="connsiteX4" fmla="*/ 0 w 10817"/>
                    <a:gd name="connsiteY4" fmla="*/ 5725 h 6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17" h="6489">
                      <a:moveTo>
                        <a:pt x="0" y="5725"/>
                      </a:moveTo>
                      <a:cubicBezTo>
                        <a:pt x="44" y="4573"/>
                        <a:pt x="2483" y="2534"/>
                        <a:pt x="5453" y="1159"/>
                      </a:cubicBezTo>
                      <a:cubicBezTo>
                        <a:pt x="8423" y="-215"/>
                        <a:pt x="10861" y="-392"/>
                        <a:pt x="10817" y="760"/>
                      </a:cubicBezTo>
                      <a:cubicBezTo>
                        <a:pt x="10772" y="1913"/>
                        <a:pt x="8379" y="3952"/>
                        <a:pt x="5364" y="5371"/>
                      </a:cubicBezTo>
                      <a:cubicBezTo>
                        <a:pt x="2394" y="6701"/>
                        <a:pt x="0" y="6878"/>
                        <a:pt x="0" y="572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05" name="Forme libre : forme 26004">
                  <a:extLst>
                    <a:ext uri="{FF2B5EF4-FFF2-40B4-BE49-F238E27FC236}">
                      <a16:creationId xmlns:a16="http://schemas.microsoft.com/office/drawing/2014/main" id="{6F283CFB-0DD6-4965-A838-AB9ADB5FBF85}"/>
                    </a:ext>
                  </a:extLst>
                </p:cNvPr>
                <p:cNvSpPr/>
                <p:nvPr/>
              </p:nvSpPr>
              <p:spPr>
                <a:xfrm>
                  <a:off x="6115516" y="1553011"/>
                  <a:ext cx="2903" cy="2306"/>
                </a:xfrm>
                <a:custGeom>
                  <a:avLst/>
                  <a:gdLst>
                    <a:gd name="connsiteX0" fmla="*/ 78 w 2903"/>
                    <a:gd name="connsiteY0" fmla="*/ 2075 h 2306"/>
                    <a:gd name="connsiteX1" fmla="*/ 1009 w 2903"/>
                    <a:gd name="connsiteY1" fmla="*/ 479 h 2306"/>
                    <a:gd name="connsiteX2" fmla="*/ 2826 w 2903"/>
                    <a:gd name="connsiteY2" fmla="*/ 213 h 2306"/>
                    <a:gd name="connsiteX3" fmla="*/ 1895 w 2903"/>
                    <a:gd name="connsiteY3" fmla="*/ 1809 h 2306"/>
                    <a:gd name="connsiteX4" fmla="*/ 78 w 2903"/>
                    <a:gd name="connsiteY4" fmla="*/ 2075 h 2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3" h="2306">
                      <a:moveTo>
                        <a:pt x="78" y="2075"/>
                      </a:moveTo>
                      <a:cubicBezTo>
                        <a:pt x="-188" y="1720"/>
                        <a:pt x="255" y="1011"/>
                        <a:pt x="1009" y="479"/>
                      </a:cubicBezTo>
                      <a:cubicBezTo>
                        <a:pt x="1762" y="-53"/>
                        <a:pt x="2604" y="-142"/>
                        <a:pt x="2826" y="213"/>
                      </a:cubicBezTo>
                      <a:cubicBezTo>
                        <a:pt x="3092" y="567"/>
                        <a:pt x="2649" y="1277"/>
                        <a:pt x="1895" y="1809"/>
                      </a:cubicBezTo>
                      <a:cubicBezTo>
                        <a:pt x="1142" y="2341"/>
                        <a:pt x="344" y="2474"/>
                        <a:pt x="78" y="20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006" name="Forme libre : forme 26005">
                  <a:extLst>
                    <a:ext uri="{FF2B5EF4-FFF2-40B4-BE49-F238E27FC236}">
                      <a16:creationId xmlns:a16="http://schemas.microsoft.com/office/drawing/2014/main" id="{7B511E28-1359-48ED-97CD-76EF13462ABC}"/>
                    </a:ext>
                  </a:extLst>
                </p:cNvPr>
                <p:cNvSpPr/>
                <p:nvPr/>
              </p:nvSpPr>
              <p:spPr>
                <a:xfrm>
                  <a:off x="6102614" y="1554876"/>
                  <a:ext cx="29757" cy="12461"/>
                </a:xfrm>
                <a:custGeom>
                  <a:avLst/>
                  <a:gdLst>
                    <a:gd name="connsiteX0" fmla="*/ 6064 w 29757"/>
                    <a:gd name="connsiteY0" fmla="*/ 12090 h 12461"/>
                    <a:gd name="connsiteX1" fmla="*/ 301 w 29757"/>
                    <a:gd name="connsiteY1" fmla="*/ 7258 h 12461"/>
                    <a:gd name="connsiteX2" fmla="*/ 1188 w 29757"/>
                    <a:gd name="connsiteY2" fmla="*/ 4199 h 12461"/>
                    <a:gd name="connsiteX3" fmla="*/ 4956 w 29757"/>
                    <a:gd name="connsiteY3" fmla="*/ 3489 h 12461"/>
                    <a:gd name="connsiteX4" fmla="*/ 14708 w 29757"/>
                    <a:gd name="connsiteY4" fmla="*/ 4952 h 12461"/>
                    <a:gd name="connsiteX5" fmla="*/ 29692 w 29757"/>
                    <a:gd name="connsiteY5" fmla="*/ 1007 h 12461"/>
                    <a:gd name="connsiteX6" fmla="*/ 14531 w 29757"/>
                    <a:gd name="connsiteY6" fmla="*/ 11513 h 12461"/>
                    <a:gd name="connsiteX7" fmla="*/ 6064 w 29757"/>
                    <a:gd name="connsiteY7" fmla="*/ 12090 h 12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757" h="12461">
                      <a:moveTo>
                        <a:pt x="6064" y="12090"/>
                      </a:moveTo>
                      <a:cubicBezTo>
                        <a:pt x="3094" y="11292"/>
                        <a:pt x="1454" y="9385"/>
                        <a:pt x="301" y="7258"/>
                      </a:cubicBezTo>
                      <a:cubicBezTo>
                        <a:pt x="-142" y="6460"/>
                        <a:pt x="-275" y="5218"/>
                        <a:pt x="1188" y="4199"/>
                      </a:cubicBezTo>
                      <a:cubicBezTo>
                        <a:pt x="2517" y="3268"/>
                        <a:pt x="3980" y="3223"/>
                        <a:pt x="4956" y="3489"/>
                      </a:cubicBezTo>
                      <a:cubicBezTo>
                        <a:pt x="8014" y="4199"/>
                        <a:pt x="10497" y="5839"/>
                        <a:pt x="14708" y="4952"/>
                      </a:cubicBezTo>
                      <a:cubicBezTo>
                        <a:pt x="17413" y="4376"/>
                        <a:pt x="30801" y="-2539"/>
                        <a:pt x="29692" y="1007"/>
                      </a:cubicBezTo>
                      <a:cubicBezTo>
                        <a:pt x="28673" y="4465"/>
                        <a:pt x="18211" y="10361"/>
                        <a:pt x="14531" y="11513"/>
                      </a:cubicBezTo>
                      <a:cubicBezTo>
                        <a:pt x="11206" y="12577"/>
                        <a:pt x="8280" y="12710"/>
                        <a:pt x="6064" y="1209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98" name="Graphique 2">
                <a:extLst>
                  <a:ext uri="{FF2B5EF4-FFF2-40B4-BE49-F238E27FC236}">
                    <a16:creationId xmlns:a16="http://schemas.microsoft.com/office/drawing/2014/main" id="{6577835A-207C-4171-807D-561592E14847}"/>
                  </a:ext>
                </a:extLst>
              </p:cNvPr>
              <p:cNvGrpSpPr/>
              <p:nvPr/>
            </p:nvGrpSpPr>
            <p:grpSpPr>
              <a:xfrm>
                <a:off x="6028897" y="1556790"/>
                <a:ext cx="72039" cy="34105"/>
                <a:chOff x="6028897" y="1556790"/>
                <a:chExt cx="72039" cy="34105"/>
              </a:xfrm>
              <a:solidFill>
                <a:schemeClr val="accent1"/>
              </a:solidFill>
            </p:grpSpPr>
            <p:sp>
              <p:nvSpPr>
                <p:cNvPr id="25983" name="Forme libre : forme 25982">
                  <a:extLst>
                    <a:ext uri="{FF2B5EF4-FFF2-40B4-BE49-F238E27FC236}">
                      <a16:creationId xmlns:a16="http://schemas.microsoft.com/office/drawing/2014/main" id="{7CE90D7A-F8B0-469A-8138-9F064D50A747}"/>
                    </a:ext>
                  </a:extLst>
                </p:cNvPr>
                <p:cNvSpPr/>
                <p:nvPr/>
              </p:nvSpPr>
              <p:spPr>
                <a:xfrm>
                  <a:off x="6028897" y="1556790"/>
                  <a:ext cx="72039" cy="34105"/>
                </a:xfrm>
                <a:custGeom>
                  <a:avLst/>
                  <a:gdLst>
                    <a:gd name="connsiteX0" fmla="*/ 27382 w 72039"/>
                    <a:gd name="connsiteY0" fmla="*/ 2596 h 34105"/>
                    <a:gd name="connsiteX1" fmla="*/ 31328 w 72039"/>
                    <a:gd name="connsiteY1" fmla="*/ 3349 h 34105"/>
                    <a:gd name="connsiteX2" fmla="*/ 35539 w 72039"/>
                    <a:gd name="connsiteY2" fmla="*/ 3482 h 34105"/>
                    <a:gd name="connsiteX3" fmla="*/ 44804 w 72039"/>
                    <a:gd name="connsiteY3" fmla="*/ 1886 h 34105"/>
                    <a:gd name="connsiteX4" fmla="*/ 51676 w 72039"/>
                    <a:gd name="connsiteY4" fmla="*/ 468 h 34105"/>
                    <a:gd name="connsiteX5" fmla="*/ 58281 w 72039"/>
                    <a:gd name="connsiteY5" fmla="*/ 69 h 34105"/>
                    <a:gd name="connsiteX6" fmla="*/ 67325 w 72039"/>
                    <a:gd name="connsiteY6" fmla="*/ 4014 h 34105"/>
                    <a:gd name="connsiteX7" fmla="*/ 71359 w 72039"/>
                    <a:gd name="connsiteY7" fmla="*/ 11240 h 34105"/>
                    <a:gd name="connsiteX8" fmla="*/ 68920 w 72039"/>
                    <a:gd name="connsiteY8" fmla="*/ 21303 h 34105"/>
                    <a:gd name="connsiteX9" fmla="*/ 62714 w 72039"/>
                    <a:gd name="connsiteY9" fmla="*/ 26800 h 34105"/>
                    <a:gd name="connsiteX10" fmla="*/ 53360 w 72039"/>
                    <a:gd name="connsiteY10" fmla="*/ 31056 h 34105"/>
                    <a:gd name="connsiteX11" fmla="*/ 37047 w 72039"/>
                    <a:gd name="connsiteY11" fmla="*/ 34026 h 34105"/>
                    <a:gd name="connsiteX12" fmla="*/ 28269 w 72039"/>
                    <a:gd name="connsiteY12" fmla="*/ 33849 h 34105"/>
                    <a:gd name="connsiteX13" fmla="*/ 19447 w 72039"/>
                    <a:gd name="connsiteY13" fmla="*/ 32297 h 34105"/>
                    <a:gd name="connsiteX14" fmla="*/ 8852 w 72039"/>
                    <a:gd name="connsiteY14" fmla="*/ 27288 h 34105"/>
                    <a:gd name="connsiteX15" fmla="*/ 2380 w 72039"/>
                    <a:gd name="connsiteY15" fmla="*/ 20550 h 34105"/>
                    <a:gd name="connsiteX16" fmla="*/ 30 w 72039"/>
                    <a:gd name="connsiteY16" fmla="*/ 14299 h 34105"/>
                    <a:gd name="connsiteX17" fmla="*/ 1493 w 72039"/>
                    <a:gd name="connsiteY17" fmla="*/ 9733 h 34105"/>
                    <a:gd name="connsiteX18" fmla="*/ 7300 w 72039"/>
                    <a:gd name="connsiteY18" fmla="*/ 3394 h 34105"/>
                    <a:gd name="connsiteX19" fmla="*/ 11379 w 72039"/>
                    <a:gd name="connsiteY19" fmla="*/ 1177 h 34105"/>
                    <a:gd name="connsiteX20" fmla="*/ 16610 w 72039"/>
                    <a:gd name="connsiteY20" fmla="*/ 689 h 34105"/>
                    <a:gd name="connsiteX21" fmla="*/ 22107 w 72039"/>
                    <a:gd name="connsiteY21" fmla="*/ 1310 h 34105"/>
                    <a:gd name="connsiteX22" fmla="*/ 27382 w 72039"/>
                    <a:gd name="connsiteY22" fmla="*/ 2596 h 3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2039" h="34105">
                      <a:moveTo>
                        <a:pt x="27382" y="2596"/>
                      </a:moveTo>
                      <a:cubicBezTo>
                        <a:pt x="28624" y="3083"/>
                        <a:pt x="30042" y="3039"/>
                        <a:pt x="31328" y="3349"/>
                      </a:cubicBezTo>
                      <a:cubicBezTo>
                        <a:pt x="32658" y="3660"/>
                        <a:pt x="34121" y="3394"/>
                        <a:pt x="35539" y="3482"/>
                      </a:cubicBezTo>
                      <a:cubicBezTo>
                        <a:pt x="38465" y="3349"/>
                        <a:pt x="41524" y="2862"/>
                        <a:pt x="44804" y="1886"/>
                      </a:cubicBezTo>
                      <a:cubicBezTo>
                        <a:pt x="47065" y="1399"/>
                        <a:pt x="49415" y="601"/>
                        <a:pt x="51676" y="468"/>
                      </a:cubicBezTo>
                      <a:cubicBezTo>
                        <a:pt x="53981" y="69"/>
                        <a:pt x="56198" y="-109"/>
                        <a:pt x="58281" y="69"/>
                      </a:cubicBezTo>
                      <a:cubicBezTo>
                        <a:pt x="62404" y="157"/>
                        <a:pt x="65817" y="1399"/>
                        <a:pt x="67325" y="4014"/>
                      </a:cubicBezTo>
                      <a:lnTo>
                        <a:pt x="71359" y="11240"/>
                      </a:lnTo>
                      <a:cubicBezTo>
                        <a:pt x="72822" y="13856"/>
                        <a:pt x="71891" y="17491"/>
                        <a:pt x="68920" y="21303"/>
                      </a:cubicBezTo>
                      <a:cubicBezTo>
                        <a:pt x="67325" y="23121"/>
                        <a:pt x="65285" y="25027"/>
                        <a:pt x="62714" y="26800"/>
                      </a:cubicBezTo>
                      <a:cubicBezTo>
                        <a:pt x="59966" y="28396"/>
                        <a:pt x="57040" y="30125"/>
                        <a:pt x="53360" y="31056"/>
                      </a:cubicBezTo>
                      <a:cubicBezTo>
                        <a:pt x="48307" y="32608"/>
                        <a:pt x="42809" y="33672"/>
                        <a:pt x="37047" y="34026"/>
                      </a:cubicBezTo>
                      <a:cubicBezTo>
                        <a:pt x="34121" y="34026"/>
                        <a:pt x="31239" y="34292"/>
                        <a:pt x="28269" y="33849"/>
                      </a:cubicBezTo>
                      <a:cubicBezTo>
                        <a:pt x="25299" y="33361"/>
                        <a:pt x="22284" y="33184"/>
                        <a:pt x="19447" y="32297"/>
                      </a:cubicBezTo>
                      <a:cubicBezTo>
                        <a:pt x="15457" y="31012"/>
                        <a:pt x="11601" y="29593"/>
                        <a:pt x="8852" y="27288"/>
                      </a:cubicBezTo>
                      <a:cubicBezTo>
                        <a:pt x="5970" y="25160"/>
                        <a:pt x="3621" y="22988"/>
                        <a:pt x="2380" y="20550"/>
                      </a:cubicBezTo>
                      <a:cubicBezTo>
                        <a:pt x="1005" y="18244"/>
                        <a:pt x="207" y="16117"/>
                        <a:pt x="30" y="14299"/>
                      </a:cubicBezTo>
                      <a:cubicBezTo>
                        <a:pt x="-147" y="12526"/>
                        <a:pt x="473" y="10841"/>
                        <a:pt x="1493" y="9733"/>
                      </a:cubicBezTo>
                      <a:lnTo>
                        <a:pt x="7300" y="3394"/>
                      </a:lnTo>
                      <a:cubicBezTo>
                        <a:pt x="8364" y="2197"/>
                        <a:pt x="9694" y="1665"/>
                        <a:pt x="11379" y="1177"/>
                      </a:cubicBezTo>
                      <a:cubicBezTo>
                        <a:pt x="13019" y="734"/>
                        <a:pt x="14837" y="556"/>
                        <a:pt x="16610" y="689"/>
                      </a:cubicBezTo>
                      <a:cubicBezTo>
                        <a:pt x="18383" y="955"/>
                        <a:pt x="20289" y="955"/>
                        <a:pt x="22107" y="1310"/>
                      </a:cubicBezTo>
                      <a:cubicBezTo>
                        <a:pt x="23792" y="1886"/>
                        <a:pt x="25653" y="1842"/>
                        <a:pt x="27382" y="259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84" name="Forme libre : forme 25983">
                  <a:extLst>
                    <a:ext uri="{FF2B5EF4-FFF2-40B4-BE49-F238E27FC236}">
                      <a16:creationId xmlns:a16="http://schemas.microsoft.com/office/drawing/2014/main" id="{DDC88971-929E-4074-AEDD-1C66F179A185}"/>
                    </a:ext>
                  </a:extLst>
                </p:cNvPr>
                <p:cNvSpPr/>
                <p:nvPr/>
              </p:nvSpPr>
              <p:spPr>
                <a:xfrm>
                  <a:off x="6035887" y="1556790"/>
                  <a:ext cx="62018" cy="14609"/>
                </a:xfrm>
                <a:custGeom>
                  <a:avLst/>
                  <a:gdLst>
                    <a:gd name="connsiteX0" fmla="*/ 36484 w 62018"/>
                    <a:gd name="connsiteY0" fmla="*/ 12614 h 14609"/>
                    <a:gd name="connsiteX1" fmla="*/ 49872 w 62018"/>
                    <a:gd name="connsiteY1" fmla="*/ 8359 h 14609"/>
                    <a:gd name="connsiteX2" fmla="*/ 62019 w 62018"/>
                    <a:gd name="connsiteY2" fmla="*/ 7162 h 14609"/>
                    <a:gd name="connsiteX3" fmla="*/ 60290 w 62018"/>
                    <a:gd name="connsiteY3" fmla="*/ 4014 h 14609"/>
                    <a:gd name="connsiteX4" fmla="*/ 51247 w 62018"/>
                    <a:gd name="connsiteY4" fmla="*/ 69 h 14609"/>
                    <a:gd name="connsiteX5" fmla="*/ 44641 w 62018"/>
                    <a:gd name="connsiteY5" fmla="*/ 468 h 14609"/>
                    <a:gd name="connsiteX6" fmla="*/ 37770 w 62018"/>
                    <a:gd name="connsiteY6" fmla="*/ 1886 h 14609"/>
                    <a:gd name="connsiteX7" fmla="*/ 28505 w 62018"/>
                    <a:gd name="connsiteY7" fmla="*/ 3482 h 14609"/>
                    <a:gd name="connsiteX8" fmla="*/ 24293 w 62018"/>
                    <a:gd name="connsiteY8" fmla="*/ 3349 h 14609"/>
                    <a:gd name="connsiteX9" fmla="*/ 20348 w 62018"/>
                    <a:gd name="connsiteY9" fmla="*/ 2596 h 14609"/>
                    <a:gd name="connsiteX10" fmla="*/ 14984 w 62018"/>
                    <a:gd name="connsiteY10" fmla="*/ 1310 h 14609"/>
                    <a:gd name="connsiteX11" fmla="*/ 9487 w 62018"/>
                    <a:gd name="connsiteY11" fmla="*/ 689 h 14609"/>
                    <a:gd name="connsiteX12" fmla="*/ 4256 w 62018"/>
                    <a:gd name="connsiteY12" fmla="*/ 1177 h 14609"/>
                    <a:gd name="connsiteX13" fmla="*/ 177 w 62018"/>
                    <a:gd name="connsiteY13" fmla="*/ 3394 h 14609"/>
                    <a:gd name="connsiteX14" fmla="*/ 0 w 62018"/>
                    <a:gd name="connsiteY14" fmla="*/ 3615 h 14609"/>
                    <a:gd name="connsiteX15" fmla="*/ 4078 w 62018"/>
                    <a:gd name="connsiteY15" fmla="*/ 6718 h 14609"/>
                    <a:gd name="connsiteX16" fmla="*/ 8245 w 62018"/>
                    <a:gd name="connsiteY16" fmla="*/ 9511 h 14609"/>
                    <a:gd name="connsiteX17" fmla="*/ 12590 w 62018"/>
                    <a:gd name="connsiteY17" fmla="*/ 11861 h 14609"/>
                    <a:gd name="connsiteX18" fmla="*/ 17200 w 62018"/>
                    <a:gd name="connsiteY18" fmla="*/ 13412 h 14609"/>
                    <a:gd name="connsiteX19" fmla="*/ 21944 w 62018"/>
                    <a:gd name="connsiteY19" fmla="*/ 14299 h 14609"/>
                    <a:gd name="connsiteX20" fmla="*/ 24338 w 62018"/>
                    <a:gd name="connsiteY20" fmla="*/ 14609 h 14609"/>
                    <a:gd name="connsiteX21" fmla="*/ 26776 w 62018"/>
                    <a:gd name="connsiteY21" fmla="*/ 14476 h 14609"/>
                    <a:gd name="connsiteX22" fmla="*/ 36484 w 62018"/>
                    <a:gd name="connsiteY22" fmla="*/ 12614 h 14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018" h="14609">
                      <a:moveTo>
                        <a:pt x="36484" y="12614"/>
                      </a:moveTo>
                      <a:cubicBezTo>
                        <a:pt x="40918" y="10841"/>
                        <a:pt x="45484" y="9467"/>
                        <a:pt x="49872" y="8359"/>
                      </a:cubicBezTo>
                      <a:cubicBezTo>
                        <a:pt x="54261" y="7295"/>
                        <a:pt x="58473" y="6718"/>
                        <a:pt x="62019" y="7162"/>
                      </a:cubicBezTo>
                      <a:lnTo>
                        <a:pt x="60290" y="4014"/>
                      </a:lnTo>
                      <a:cubicBezTo>
                        <a:pt x="58827" y="1399"/>
                        <a:pt x="55369" y="157"/>
                        <a:pt x="51247" y="69"/>
                      </a:cubicBezTo>
                      <a:cubicBezTo>
                        <a:pt x="49163" y="-109"/>
                        <a:pt x="46946" y="69"/>
                        <a:pt x="44641" y="468"/>
                      </a:cubicBezTo>
                      <a:cubicBezTo>
                        <a:pt x="42380" y="601"/>
                        <a:pt x="40031" y="1399"/>
                        <a:pt x="37770" y="1886"/>
                      </a:cubicBezTo>
                      <a:cubicBezTo>
                        <a:pt x="34534" y="2817"/>
                        <a:pt x="31431" y="3305"/>
                        <a:pt x="28505" y="3482"/>
                      </a:cubicBezTo>
                      <a:cubicBezTo>
                        <a:pt x="27131" y="3349"/>
                        <a:pt x="25623" y="3660"/>
                        <a:pt x="24293" y="3349"/>
                      </a:cubicBezTo>
                      <a:cubicBezTo>
                        <a:pt x="23008" y="2995"/>
                        <a:pt x="21589" y="3083"/>
                        <a:pt x="20348" y="2596"/>
                      </a:cubicBezTo>
                      <a:cubicBezTo>
                        <a:pt x="18619" y="1886"/>
                        <a:pt x="16757" y="1886"/>
                        <a:pt x="14984" y="1310"/>
                      </a:cubicBezTo>
                      <a:cubicBezTo>
                        <a:pt x="13166" y="955"/>
                        <a:pt x="11260" y="1000"/>
                        <a:pt x="9487" y="689"/>
                      </a:cubicBezTo>
                      <a:cubicBezTo>
                        <a:pt x="7669" y="556"/>
                        <a:pt x="5896" y="734"/>
                        <a:pt x="4256" y="1177"/>
                      </a:cubicBezTo>
                      <a:cubicBezTo>
                        <a:pt x="2616" y="1665"/>
                        <a:pt x="1286" y="2241"/>
                        <a:pt x="177" y="3394"/>
                      </a:cubicBezTo>
                      <a:lnTo>
                        <a:pt x="0" y="3615"/>
                      </a:lnTo>
                      <a:cubicBezTo>
                        <a:pt x="1241" y="4812"/>
                        <a:pt x="2748" y="5654"/>
                        <a:pt x="4078" y="6718"/>
                      </a:cubicBezTo>
                      <a:cubicBezTo>
                        <a:pt x="5453" y="7738"/>
                        <a:pt x="6738" y="8846"/>
                        <a:pt x="8245" y="9511"/>
                      </a:cubicBezTo>
                      <a:lnTo>
                        <a:pt x="12590" y="11861"/>
                      </a:lnTo>
                      <a:lnTo>
                        <a:pt x="17200" y="13412"/>
                      </a:lnTo>
                      <a:cubicBezTo>
                        <a:pt x="18708" y="14077"/>
                        <a:pt x="20392" y="13989"/>
                        <a:pt x="21944" y="14299"/>
                      </a:cubicBezTo>
                      <a:cubicBezTo>
                        <a:pt x="22742" y="14388"/>
                        <a:pt x="23540" y="14521"/>
                        <a:pt x="24338" y="14609"/>
                      </a:cubicBezTo>
                      <a:lnTo>
                        <a:pt x="26776" y="14476"/>
                      </a:lnTo>
                      <a:cubicBezTo>
                        <a:pt x="30101" y="14521"/>
                        <a:pt x="33337" y="13590"/>
                        <a:pt x="36484" y="1261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85" name="Forme libre : forme 25984">
                  <a:extLst>
                    <a:ext uri="{FF2B5EF4-FFF2-40B4-BE49-F238E27FC236}">
                      <a16:creationId xmlns:a16="http://schemas.microsoft.com/office/drawing/2014/main" id="{13DF28A8-8279-4ED5-907B-CFBB37F72C54}"/>
                    </a:ext>
                  </a:extLst>
                </p:cNvPr>
                <p:cNvSpPr/>
                <p:nvPr/>
              </p:nvSpPr>
              <p:spPr>
                <a:xfrm>
                  <a:off x="6045230" y="1568684"/>
                  <a:ext cx="31013" cy="11980"/>
                </a:xfrm>
                <a:custGeom>
                  <a:avLst/>
                  <a:gdLst>
                    <a:gd name="connsiteX0" fmla="*/ 233 w 31013"/>
                    <a:gd name="connsiteY0" fmla="*/ 2228 h 11980"/>
                    <a:gd name="connsiteX1" fmla="*/ 2272 w 31013"/>
                    <a:gd name="connsiteY1" fmla="*/ 721 h 11980"/>
                    <a:gd name="connsiteX2" fmla="*/ 5863 w 31013"/>
                    <a:gd name="connsiteY2" fmla="*/ 56 h 11980"/>
                    <a:gd name="connsiteX3" fmla="*/ 10385 w 31013"/>
                    <a:gd name="connsiteY3" fmla="*/ 100 h 11980"/>
                    <a:gd name="connsiteX4" fmla="*/ 15660 w 31013"/>
                    <a:gd name="connsiteY4" fmla="*/ 410 h 11980"/>
                    <a:gd name="connsiteX5" fmla="*/ 21024 w 31013"/>
                    <a:gd name="connsiteY5" fmla="*/ 809 h 11980"/>
                    <a:gd name="connsiteX6" fmla="*/ 25723 w 31013"/>
                    <a:gd name="connsiteY6" fmla="*/ 1386 h 11980"/>
                    <a:gd name="connsiteX7" fmla="*/ 29225 w 31013"/>
                    <a:gd name="connsiteY7" fmla="*/ 2494 h 11980"/>
                    <a:gd name="connsiteX8" fmla="*/ 30954 w 31013"/>
                    <a:gd name="connsiteY8" fmla="*/ 4356 h 11980"/>
                    <a:gd name="connsiteX9" fmla="*/ 30289 w 31013"/>
                    <a:gd name="connsiteY9" fmla="*/ 6838 h 11980"/>
                    <a:gd name="connsiteX10" fmla="*/ 27186 w 31013"/>
                    <a:gd name="connsiteY10" fmla="*/ 9410 h 11980"/>
                    <a:gd name="connsiteX11" fmla="*/ 21910 w 31013"/>
                    <a:gd name="connsiteY11" fmla="*/ 11449 h 11980"/>
                    <a:gd name="connsiteX12" fmla="*/ 14995 w 31013"/>
                    <a:gd name="connsiteY12" fmla="*/ 11981 h 11980"/>
                    <a:gd name="connsiteX13" fmla="*/ 8124 w 31013"/>
                    <a:gd name="connsiteY13" fmla="*/ 10607 h 11980"/>
                    <a:gd name="connsiteX14" fmla="*/ 3114 w 31013"/>
                    <a:gd name="connsiteY14" fmla="*/ 7858 h 11980"/>
                    <a:gd name="connsiteX15" fmla="*/ 410 w 31013"/>
                    <a:gd name="connsiteY15" fmla="*/ 4888 h 11980"/>
                    <a:gd name="connsiteX16" fmla="*/ 233 w 31013"/>
                    <a:gd name="connsiteY16" fmla="*/ 2228 h 11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13" h="11980">
                      <a:moveTo>
                        <a:pt x="233" y="2228"/>
                      </a:moveTo>
                      <a:cubicBezTo>
                        <a:pt x="587" y="1519"/>
                        <a:pt x="1297" y="1031"/>
                        <a:pt x="2272" y="721"/>
                      </a:cubicBezTo>
                      <a:cubicBezTo>
                        <a:pt x="3203" y="499"/>
                        <a:pt x="4488" y="100"/>
                        <a:pt x="5863" y="56"/>
                      </a:cubicBezTo>
                      <a:cubicBezTo>
                        <a:pt x="7281" y="-122"/>
                        <a:pt x="8744" y="189"/>
                        <a:pt x="10385" y="100"/>
                      </a:cubicBezTo>
                      <a:cubicBezTo>
                        <a:pt x="12069" y="11"/>
                        <a:pt x="13798" y="278"/>
                        <a:pt x="15660" y="410"/>
                      </a:cubicBezTo>
                      <a:cubicBezTo>
                        <a:pt x="17566" y="366"/>
                        <a:pt x="19339" y="588"/>
                        <a:pt x="21024" y="809"/>
                      </a:cubicBezTo>
                      <a:cubicBezTo>
                        <a:pt x="22709" y="854"/>
                        <a:pt x="24304" y="1031"/>
                        <a:pt x="25723" y="1386"/>
                      </a:cubicBezTo>
                      <a:cubicBezTo>
                        <a:pt x="27142" y="1785"/>
                        <a:pt x="28339" y="2006"/>
                        <a:pt x="29225" y="2494"/>
                      </a:cubicBezTo>
                      <a:cubicBezTo>
                        <a:pt x="30156" y="2982"/>
                        <a:pt x="30777" y="3602"/>
                        <a:pt x="30954" y="4356"/>
                      </a:cubicBezTo>
                      <a:cubicBezTo>
                        <a:pt x="31131" y="5110"/>
                        <a:pt x="30910" y="5952"/>
                        <a:pt x="30289" y="6838"/>
                      </a:cubicBezTo>
                      <a:cubicBezTo>
                        <a:pt x="29624" y="7725"/>
                        <a:pt x="28649" y="8700"/>
                        <a:pt x="27186" y="9410"/>
                      </a:cubicBezTo>
                      <a:cubicBezTo>
                        <a:pt x="25767" y="10163"/>
                        <a:pt x="23950" y="10828"/>
                        <a:pt x="21910" y="11449"/>
                      </a:cubicBezTo>
                      <a:cubicBezTo>
                        <a:pt x="19827" y="11848"/>
                        <a:pt x="17477" y="11981"/>
                        <a:pt x="14995" y="11981"/>
                      </a:cubicBezTo>
                      <a:cubicBezTo>
                        <a:pt x="12512" y="11848"/>
                        <a:pt x="10207" y="11183"/>
                        <a:pt x="8124" y="10607"/>
                      </a:cubicBezTo>
                      <a:cubicBezTo>
                        <a:pt x="6084" y="10030"/>
                        <a:pt x="4444" y="8745"/>
                        <a:pt x="3114" y="7858"/>
                      </a:cubicBezTo>
                      <a:cubicBezTo>
                        <a:pt x="1829" y="6838"/>
                        <a:pt x="809" y="5952"/>
                        <a:pt x="410" y="4888"/>
                      </a:cubicBezTo>
                      <a:cubicBezTo>
                        <a:pt x="-78" y="3868"/>
                        <a:pt x="-122" y="2937"/>
                        <a:pt x="233" y="222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86" name="Forme libre : forme 25985">
                  <a:extLst>
                    <a:ext uri="{FF2B5EF4-FFF2-40B4-BE49-F238E27FC236}">
                      <a16:creationId xmlns:a16="http://schemas.microsoft.com/office/drawing/2014/main" id="{E9B38ACB-3F06-4C51-AB4B-3242C7E308FB}"/>
                    </a:ext>
                  </a:extLst>
                </p:cNvPr>
                <p:cNvSpPr/>
                <p:nvPr/>
              </p:nvSpPr>
              <p:spPr>
                <a:xfrm>
                  <a:off x="6054683" y="1568832"/>
                  <a:ext cx="21487" cy="10369"/>
                </a:xfrm>
                <a:custGeom>
                  <a:avLst/>
                  <a:gdLst>
                    <a:gd name="connsiteX0" fmla="*/ 15294 w 21487"/>
                    <a:gd name="connsiteY0" fmla="*/ 10370 h 10369"/>
                    <a:gd name="connsiteX1" fmla="*/ 20215 w 21487"/>
                    <a:gd name="connsiteY1" fmla="*/ 7400 h 10369"/>
                    <a:gd name="connsiteX2" fmla="*/ 21412 w 21487"/>
                    <a:gd name="connsiteY2" fmla="*/ 4252 h 10369"/>
                    <a:gd name="connsiteX3" fmla="*/ 19683 w 21487"/>
                    <a:gd name="connsiteY3" fmla="*/ 2390 h 10369"/>
                    <a:gd name="connsiteX4" fmla="*/ 16181 w 21487"/>
                    <a:gd name="connsiteY4" fmla="*/ 1282 h 10369"/>
                    <a:gd name="connsiteX5" fmla="*/ 11482 w 21487"/>
                    <a:gd name="connsiteY5" fmla="*/ 705 h 10369"/>
                    <a:gd name="connsiteX6" fmla="*/ 6118 w 21487"/>
                    <a:gd name="connsiteY6" fmla="*/ 307 h 10369"/>
                    <a:gd name="connsiteX7" fmla="*/ 0 w 21487"/>
                    <a:gd name="connsiteY7" fmla="*/ 41 h 10369"/>
                    <a:gd name="connsiteX8" fmla="*/ 3281 w 21487"/>
                    <a:gd name="connsiteY8" fmla="*/ 971 h 10369"/>
                    <a:gd name="connsiteX9" fmla="*/ 5408 w 21487"/>
                    <a:gd name="connsiteY9" fmla="*/ 2080 h 10369"/>
                    <a:gd name="connsiteX10" fmla="*/ 7536 w 21487"/>
                    <a:gd name="connsiteY10" fmla="*/ 3011 h 10369"/>
                    <a:gd name="connsiteX11" fmla="*/ 11349 w 21487"/>
                    <a:gd name="connsiteY11" fmla="*/ 5272 h 10369"/>
                    <a:gd name="connsiteX12" fmla="*/ 15294 w 21487"/>
                    <a:gd name="connsiteY12" fmla="*/ 10370 h 10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487" h="10369">
                      <a:moveTo>
                        <a:pt x="15294" y="10370"/>
                      </a:moveTo>
                      <a:cubicBezTo>
                        <a:pt x="17511" y="9527"/>
                        <a:pt x="19240" y="8596"/>
                        <a:pt x="20215" y="7400"/>
                      </a:cubicBezTo>
                      <a:cubicBezTo>
                        <a:pt x="21235" y="6291"/>
                        <a:pt x="21678" y="5183"/>
                        <a:pt x="21412" y="4252"/>
                      </a:cubicBezTo>
                      <a:cubicBezTo>
                        <a:pt x="21190" y="3498"/>
                        <a:pt x="20570" y="2878"/>
                        <a:pt x="19683" y="2390"/>
                      </a:cubicBezTo>
                      <a:cubicBezTo>
                        <a:pt x="18752" y="1903"/>
                        <a:pt x="17555" y="1681"/>
                        <a:pt x="16181" y="1282"/>
                      </a:cubicBezTo>
                      <a:cubicBezTo>
                        <a:pt x="14762" y="971"/>
                        <a:pt x="13211" y="750"/>
                        <a:pt x="11482" y="705"/>
                      </a:cubicBezTo>
                      <a:cubicBezTo>
                        <a:pt x="9797" y="484"/>
                        <a:pt x="8024" y="262"/>
                        <a:pt x="6118" y="307"/>
                      </a:cubicBezTo>
                      <a:cubicBezTo>
                        <a:pt x="3946" y="129"/>
                        <a:pt x="1951" y="-92"/>
                        <a:pt x="0" y="41"/>
                      </a:cubicBezTo>
                      <a:cubicBezTo>
                        <a:pt x="1153" y="218"/>
                        <a:pt x="2217" y="528"/>
                        <a:pt x="3281" y="971"/>
                      </a:cubicBezTo>
                      <a:cubicBezTo>
                        <a:pt x="3990" y="1326"/>
                        <a:pt x="4699" y="1681"/>
                        <a:pt x="5408" y="2080"/>
                      </a:cubicBezTo>
                      <a:cubicBezTo>
                        <a:pt x="6118" y="2346"/>
                        <a:pt x="6827" y="2656"/>
                        <a:pt x="7536" y="3011"/>
                      </a:cubicBezTo>
                      <a:cubicBezTo>
                        <a:pt x="8911" y="3676"/>
                        <a:pt x="10196" y="4474"/>
                        <a:pt x="11349" y="5272"/>
                      </a:cubicBezTo>
                      <a:cubicBezTo>
                        <a:pt x="13698" y="6690"/>
                        <a:pt x="15339" y="8375"/>
                        <a:pt x="15294" y="1037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87" name="Forme libre : forme 25986">
                  <a:extLst>
                    <a:ext uri="{FF2B5EF4-FFF2-40B4-BE49-F238E27FC236}">
                      <a16:creationId xmlns:a16="http://schemas.microsoft.com/office/drawing/2014/main" id="{2EB49383-DDC4-4395-A41A-BEBC2915A3D3}"/>
                    </a:ext>
                  </a:extLst>
                </p:cNvPr>
                <p:cNvSpPr/>
                <p:nvPr/>
              </p:nvSpPr>
              <p:spPr>
                <a:xfrm>
                  <a:off x="6044375" y="1567037"/>
                  <a:ext cx="30002" cy="12297"/>
                </a:xfrm>
                <a:custGeom>
                  <a:avLst/>
                  <a:gdLst>
                    <a:gd name="connsiteX0" fmla="*/ 289 w 30002"/>
                    <a:gd name="connsiteY0" fmla="*/ 1969 h 12297"/>
                    <a:gd name="connsiteX1" fmla="*/ 2373 w 30002"/>
                    <a:gd name="connsiteY1" fmla="*/ 506 h 12297"/>
                    <a:gd name="connsiteX2" fmla="*/ 5830 w 30002"/>
                    <a:gd name="connsiteY2" fmla="*/ 62 h 12297"/>
                    <a:gd name="connsiteX3" fmla="*/ 10219 w 30002"/>
                    <a:gd name="connsiteY3" fmla="*/ 240 h 12297"/>
                    <a:gd name="connsiteX4" fmla="*/ 15273 w 30002"/>
                    <a:gd name="connsiteY4" fmla="*/ 639 h 12297"/>
                    <a:gd name="connsiteX5" fmla="*/ 20415 w 30002"/>
                    <a:gd name="connsiteY5" fmla="*/ 1215 h 12297"/>
                    <a:gd name="connsiteX6" fmla="*/ 24893 w 30002"/>
                    <a:gd name="connsiteY6" fmla="*/ 1969 h 12297"/>
                    <a:gd name="connsiteX7" fmla="*/ 28306 w 30002"/>
                    <a:gd name="connsiteY7" fmla="*/ 3299 h 12297"/>
                    <a:gd name="connsiteX8" fmla="*/ 29946 w 30002"/>
                    <a:gd name="connsiteY8" fmla="*/ 5161 h 12297"/>
                    <a:gd name="connsiteX9" fmla="*/ 26134 w 30002"/>
                    <a:gd name="connsiteY9" fmla="*/ 10037 h 12297"/>
                    <a:gd name="connsiteX10" fmla="*/ 20947 w 30002"/>
                    <a:gd name="connsiteY10" fmla="*/ 11855 h 12297"/>
                    <a:gd name="connsiteX11" fmla="*/ 14209 w 30002"/>
                    <a:gd name="connsiteY11" fmla="*/ 12165 h 12297"/>
                    <a:gd name="connsiteX12" fmla="*/ 7604 w 30002"/>
                    <a:gd name="connsiteY12" fmla="*/ 10569 h 12297"/>
                    <a:gd name="connsiteX13" fmla="*/ 2816 w 30002"/>
                    <a:gd name="connsiteY13" fmla="*/ 7687 h 12297"/>
                    <a:gd name="connsiteX14" fmla="*/ 378 w 30002"/>
                    <a:gd name="connsiteY14" fmla="*/ 4540 h 12297"/>
                    <a:gd name="connsiteX15" fmla="*/ 289 w 30002"/>
                    <a:gd name="connsiteY15" fmla="*/ 1969 h 12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0002" h="12297">
                      <a:moveTo>
                        <a:pt x="289" y="1969"/>
                      </a:moveTo>
                      <a:cubicBezTo>
                        <a:pt x="688" y="1259"/>
                        <a:pt x="1397" y="772"/>
                        <a:pt x="2373" y="506"/>
                      </a:cubicBezTo>
                      <a:cubicBezTo>
                        <a:pt x="3348" y="195"/>
                        <a:pt x="4456" y="284"/>
                        <a:pt x="5830" y="62"/>
                      </a:cubicBezTo>
                      <a:cubicBezTo>
                        <a:pt x="7205" y="-70"/>
                        <a:pt x="8668" y="18"/>
                        <a:pt x="10219" y="240"/>
                      </a:cubicBezTo>
                      <a:cubicBezTo>
                        <a:pt x="11815" y="373"/>
                        <a:pt x="13544" y="328"/>
                        <a:pt x="15273" y="639"/>
                      </a:cubicBezTo>
                      <a:cubicBezTo>
                        <a:pt x="17046" y="905"/>
                        <a:pt x="18819" y="860"/>
                        <a:pt x="20415" y="1215"/>
                      </a:cubicBezTo>
                      <a:cubicBezTo>
                        <a:pt x="22011" y="1658"/>
                        <a:pt x="23563" y="1570"/>
                        <a:pt x="24893" y="1969"/>
                      </a:cubicBezTo>
                      <a:cubicBezTo>
                        <a:pt x="26223" y="2279"/>
                        <a:pt x="27420" y="2811"/>
                        <a:pt x="28306" y="3299"/>
                      </a:cubicBezTo>
                      <a:cubicBezTo>
                        <a:pt x="29193" y="3786"/>
                        <a:pt x="29769" y="4407"/>
                        <a:pt x="29946" y="5161"/>
                      </a:cubicBezTo>
                      <a:cubicBezTo>
                        <a:pt x="30301" y="6712"/>
                        <a:pt x="28971" y="8663"/>
                        <a:pt x="26134" y="10037"/>
                      </a:cubicBezTo>
                      <a:cubicBezTo>
                        <a:pt x="24715" y="10702"/>
                        <a:pt x="22987" y="11633"/>
                        <a:pt x="20947" y="11855"/>
                      </a:cubicBezTo>
                      <a:cubicBezTo>
                        <a:pt x="18908" y="12076"/>
                        <a:pt x="16603" y="12519"/>
                        <a:pt x="14209" y="12165"/>
                      </a:cubicBezTo>
                      <a:cubicBezTo>
                        <a:pt x="11815" y="11766"/>
                        <a:pt x="9510" y="11411"/>
                        <a:pt x="7604" y="10569"/>
                      </a:cubicBezTo>
                      <a:cubicBezTo>
                        <a:pt x="5697" y="9638"/>
                        <a:pt x="4057" y="8663"/>
                        <a:pt x="2816" y="7687"/>
                      </a:cubicBezTo>
                      <a:cubicBezTo>
                        <a:pt x="1530" y="6801"/>
                        <a:pt x="821" y="5471"/>
                        <a:pt x="378" y="4540"/>
                      </a:cubicBezTo>
                      <a:cubicBezTo>
                        <a:pt x="-110" y="3565"/>
                        <a:pt x="-110" y="2678"/>
                        <a:pt x="289" y="196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88" name="Forme libre : forme 25987">
                  <a:extLst>
                    <a:ext uri="{FF2B5EF4-FFF2-40B4-BE49-F238E27FC236}">
                      <a16:creationId xmlns:a16="http://schemas.microsoft.com/office/drawing/2014/main" id="{695F1961-0308-46C9-8826-2104BB1ADB88}"/>
                    </a:ext>
                  </a:extLst>
                </p:cNvPr>
                <p:cNvSpPr/>
                <p:nvPr/>
              </p:nvSpPr>
              <p:spPr>
                <a:xfrm>
                  <a:off x="6052789" y="1561985"/>
                  <a:ext cx="38181" cy="18505"/>
                </a:xfrm>
                <a:custGeom>
                  <a:avLst/>
                  <a:gdLst>
                    <a:gd name="connsiteX0" fmla="*/ 35674 w 38181"/>
                    <a:gd name="connsiteY0" fmla="*/ 5779 h 18505"/>
                    <a:gd name="connsiteX1" fmla="*/ 32527 w 38181"/>
                    <a:gd name="connsiteY1" fmla="*/ 1391 h 18505"/>
                    <a:gd name="connsiteX2" fmla="*/ 17499 w 38181"/>
                    <a:gd name="connsiteY2" fmla="*/ 371 h 18505"/>
                    <a:gd name="connsiteX3" fmla="*/ 14263 w 38181"/>
                    <a:gd name="connsiteY3" fmla="*/ 460 h 18505"/>
                    <a:gd name="connsiteX4" fmla="*/ 12667 w 38181"/>
                    <a:gd name="connsiteY4" fmla="*/ 637 h 18505"/>
                    <a:gd name="connsiteX5" fmla="*/ 11159 w 38181"/>
                    <a:gd name="connsiteY5" fmla="*/ 637 h 18505"/>
                    <a:gd name="connsiteX6" fmla="*/ 8145 w 38181"/>
                    <a:gd name="connsiteY6" fmla="*/ 992 h 18505"/>
                    <a:gd name="connsiteX7" fmla="*/ 5308 w 38181"/>
                    <a:gd name="connsiteY7" fmla="*/ 1302 h 18505"/>
                    <a:gd name="connsiteX8" fmla="*/ 3224 w 38181"/>
                    <a:gd name="connsiteY8" fmla="*/ 1967 h 18505"/>
                    <a:gd name="connsiteX9" fmla="*/ 1451 w 38181"/>
                    <a:gd name="connsiteY9" fmla="*/ 2721 h 18505"/>
                    <a:gd name="connsiteX10" fmla="*/ 77 w 38181"/>
                    <a:gd name="connsiteY10" fmla="*/ 5425 h 18505"/>
                    <a:gd name="connsiteX11" fmla="*/ 1540 w 38181"/>
                    <a:gd name="connsiteY11" fmla="*/ 7597 h 18505"/>
                    <a:gd name="connsiteX12" fmla="*/ 4155 w 38181"/>
                    <a:gd name="connsiteY12" fmla="*/ 9237 h 18505"/>
                    <a:gd name="connsiteX13" fmla="*/ 7436 w 38181"/>
                    <a:gd name="connsiteY13" fmla="*/ 11143 h 18505"/>
                    <a:gd name="connsiteX14" fmla="*/ 10805 w 38181"/>
                    <a:gd name="connsiteY14" fmla="*/ 12651 h 18505"/>
                    <a:gd name="connsiteX15" fmla="*/ 14174 w 38181"/>
                    <a:gd name="connsiteY15" fmla="*/ 14247 h 18505"/>
                    <a:gd name="connsiteX16" fmla="*/ 17455 w 38181"/>
                    <a:gd name="connsiteY16" fmla="*/ 15577 h 18505"/>
                    <a:gd name="connsiteX17" fmla="*/ 20868 w 38181"/>
                    <a:gd name="connsiteY17" fmla="*/ 17084 h 18505"/>
                    <a:gd name="connsiteX18" fmla="*/ 25345 w 38181"/>
                    <a:gd name="connsiteY18" fmla="*/ 18236 h 18505"/>
                    <a:gd name="connsiteX19" fmla="*/ 35497 w 38181"/>
                    <a:gd name="connsiteY19" fmla="*/ 16463 h 18505"/>
                    <a:gd name="connsiteX20" fmla="*/ 37935 w 38181"/>
                    <a:gd name="connsiteY20" fmla="*/ 10656 h 18505"/>
                    <a:gd name="connsiteX21" fmla="*/ 35674 w 38181"/>
                    <a:gd name="connsiteY21" fmla="*/ 5779 h 1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181" h="18505">
                      <a:moveTo>
                        <a:pt x="35674" y="5779"/>
                      </a:moveTo>
                      <a:cubicBezTo>
                        <a:pt x="35010" y="4095"/>
                        <a:pt x="34300" y="2410"/>
                        <a:pt x="32527" y="1391"/>
                      </a:cubicBezTo>
                      <a:cubicBezTo>
                        <a:pt x="29114" y="-471"/>
                        <a:pt x="22774" y="-72"/>
                        <a:pt x="17499" y="371"/>
                      </a:cubicBezTo>
                      <a:cubicBezTo>
                        <a:pt x="16391" y="371"/>
                        <a:pt x="15327" y="371"/>
                        <a:pt x="14263" y="460"/>
                      </a:cubicBezTo>
                      <a:lnTo>
                        <a:pt x="12667" y="637"/>
                      </a:lnTo>
                      <a:cubicBezTo>
                        <a:pt x="12135" y="593"/>
                        <a:pt x="11647" y="593"/>
                        <a:pt x="11159" y="637"/>
                      </a:cubicBezTo>
                      <a:cubicBezTo>
                        <a:pt x="10140" y="681"/>
                        <a:pt x="9165" y="770"/>
                        <a:pt x="8145" y="992"/>
                      </a:cubicBezTo>
                      <a:cubicBezTo>
                        <a:pt x="7170" y="1036"/>
                        <a:pt x="6283" y="1080"/>
                        <a:pt x="5308" y="1302"/>
                      </a:cubicBezTo>
                      <a:cubicBezTo>
                        <a:pt x="4599" y="1435"/>
                        <a:pt x="3889" y="1657"/>
                        <a:pt x="3224" y="1967"/>
                      </a:cubicBezTo>
                      <a:cubicBezTo>
                        <a:pt x="2559" y="2189"/>
                        <a:pt x="1983" y="2366"/>
                        <a:pt x="1451" y="2721"/>
                      </a:cubicBezTo>
                      <a:cubicBezTo>
                        <a:pt x="431" y="3341"/>
                        <a:pt x="-233" y="4228"/>
                        <a:pt x="77" y="5425"/>
                      </a:cubicBezTo>
                      <a:cubicBezTo>
                        <a:pt x="254" y="6134"/>
                        <a:pt x="830" y="6843"/>
                        <a:pt x="1540" y="7597"/>
                      </a:cubicBezTo>
                      <a:cubicBezTo>
                        <a:pt x="2293" y="8218"/>
                        <a:pt x="3224" y="8705"/>
                        <a:pt x="4155" y="9237"/>
                      </a:cubicBezTo>
                      <a:cubicBezTo>
                        <a:pt x="5219" y="9858"/>
                        <a:pt x="6327" y="10479"/>
                        <a:pt x="7436" y="11143"/>
                      </a:cubicBezTo>
                      <a:cubicBezTo>
                        <a:pt x="8544" y="11631"/>
                        <a:pt x="9652" y="12119"/>
                        <a:pt x="10805" y="12651"/>
                      </a:cubicBezTo>
                      <a:cubicBezTo>
                        <a:pt x="11913" y="13138"/>
                        <a:pt x="13066" y="13803"/>
                        <a:pt x="14174" y="14247"/>
                      </a:cubicBezTo>
                      <a:cubicBezTo>
                        <a:pt x="15238" y="14690"/>
                        <a:pt x="16346" y="15133"/>
                        <a:pt x="17455" y="15577"/>
                      </a:cubicBezTo>
                      <a:cubicBezTo>
                        <a:pt x="18385" y="15976"/>
                        <a:pt x="19582" y="16508"/>
                        <a:pt x="20868" y="17084"/>
                      </a:cubicBezTo>
                      <a:cubicBezTo>
                        <a:pt x="22198" y="17572"/>
                        <a:pt x="23705" y="17926"/>
                        <a:pt x="25345" y="18236"/>
                      </a:cubicBezTo>
                      <a:cubicBezTo>
                        <a:pt x="28670" y="18857"/>
                        <a:pt x="32305" y="18458"/>
                        <a:pt x="35497" y="16463"/>
                      </a:cubicBezTo>
                      <a:cubicBezTo>
                        <a:pt x="38334" y="14646"/>
                        <a:pt x="38467" y="12473"/>
                        <a:pt x="37935" y="10656"/>
                      </a:cubicBezTo>
                      <a:cubicBezTo>
                        <a:pt x="37403" y="8617"/>
                        <a:pt x="36118" y="6932"/>
                        <a:pt x="35674" y="577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89" name="Forme libre : forme 25988">
                  <a:extLst>
                    <a:ext uri="{FF2B5EF4-FFF2-40B4-BE49-F238E27FC236}">
                      <a16:creationId xmlns:a16="http://schemas.microsoft.com/office/drawing/2014/main" id="{612E312F-DE1E-497D-A076-786886837EF9}"/>
                    </a:ext>
                  </a:extLst>
                </p:cNvPr>
                <p:cNvSpPr/>
                <p:nvPr/>
              </p:nvSpPr>
              <p:spPr>
                <a:xfrm>
                  <a:off x="6071364" y="1574601"/>
                  <a:ext cx="12932" cy="8423"/>
                </a:xfrm>
                <a:custGeom>
                  <a:avLst/>
                  <a:gdLst>
                    <a:gd name="connsiteX0" fmla="*/ 12533 w 12932"/>
                    <a:gd name="connsiteY0" fmla="*/ 1985 h 8423"/>
                    <a:gd name="connsiteX1" fmla="*/ 12888 w 12932"/>
                    <a:gd name="connsiteY1" fmla="*/ 567 h 8423"/>
                    <a:gd name="connsiteX2" fmla="*/ 11336 w 12932"/>
                    <a:gd name="connsiteY2" fmla="*/ 35 h 8423"/>
                    <a:gd name="connsiteX3" fmla="*/ 9075 w 12932"/>
                    <a:gd name="connsiteY3" fmla="*/ 921 h 8423"/>
                    <a:gd name="connsiteX4" fmla="*/ 3622 w 12932"/>
                    <a:gd name="connsiteY4" fmla="*/ 3625 h 8423"/>
                    <a:gd name="connsiteX5" fmla="*/ 1628 w 12932"/>
                    <a:gd name="connsiteY5" fmla="*/ 4778 h 8423"/>
                    <a:gd name="connsiteX6" fmla="*/ 76 w 12932"/>
                    <a:gd name="connsiteY6" fmla="*/ 7527 h 8423"/>
                    <a:gd name="connsiteX7" fmla="*/ 4243 w 12932"/>
                    <a:gd name="connsiteY7" fmla="*/ 8058 h 8423"/>
                    <a:gd name="connsiteX8" fmla="*/ 12533 w 12932"/>
                    <a:gd name="connsiteY8" fmla="*/ 1985 h 8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932" h="8423">
                      <a:moveTo>
                        <a:pt x="12533" y="1985"/>
                      </a:moveTo>
                      <a:cubicBezTo>
                        <a:pt x="12843" y="1453"/>
                        <a:pt x="13021" y="966"/>
                        <a:pt x="12888" y="567"/>
                      </a:cubicBezTo>
                      <a:cubicBezTo>
                        <a:pt x="12755" y="168"/>
                        <a:pt x="12134" y="-98"/>
                        <a:pt x="11336" y="35"/>
                      </a:cubicBezTo>
                      <a:cubicBezTo>
                        <a:pt x="10582" y="123"/>
                        <a:pt x="9784" y="567"/>
                        <a:pt x="9075" y="921"/>
                      </a:cubicBezTo>
                      <a:cubicBezTo>
                        <a:pt x="7169" y="1719"/>
                        <a:pt x="5351" y="2650"/>
                        <a:pt x="3622" y="3625"/>
                      </a:cubicBezTo>
                      <a:cubicBezTo>
                        <a:pt x="2913" y="4069"/>
                        <a:pt x="2204" y="4423"/>
                        <a:pt x="1628" y="4778"/>
                      </a:cubicBezTo>
                      <a:cubicBezTo>
                        <a:pt x="431" y="5620"/>
                        <a:pt x="-234" y="6728"/>
                        <a:pt x="76" y="7527"/>
                      </a:cubicBezTo>
                      <a:cubicBezTo>
                        <a:pt x="342" y="8280"/>
                        <a:pt x="1672" y="8812"/>
                        <a:pt x="4243" y="8058"/>
                      </a:cubicBezTo>
                      <a:cubicBezTo>
                        <a:pt x="8189" y="6684"/>
                        <a:pt x="11469" y="4157"/>
                        <a:pt x="12533" y="198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90" name="Forme libre : forme 25989">
                  <a:extLst>
                    <a:ext uri="{FF2B5EF4-FFF2-40B4-BE49-F238E27FC236}">
                      <a16:creationId xmlns:a16="http://schemas.microsoft.com/office/drawing/2014/main" id="{F4EC6535-B161-440E-9894-83CE6358ABBE}"/>
                    </a:ext>
                  </a:extLst>
                </p:cNvPr>
                <p:cNvSpPr/>
                <p:nvPr/>
              </p:nvSpPr>
              <p:spPr>
                <a:xfrm>
                  <a:off x="6036818" y="1559362"/>
                  <a:ext cx="18973" cy="3126"/>
                </a:xfrm>
                <a:custGeom>
                  <a:avLst/>
                  <a:gdLst>
                    <a:gd name="connsiteX0" fmla="*/ 0 w 18973"/>
                    <a:gd name="connsiteY0" fmla="*/ 3126 h 3126"/>
                    <a:gd name="connsiteX1" fmla="*/ 4566 w 18973"/>
                    <a:gd name="connsiteY1" fmla="*/ 511 h 3126"/>
                    <a:gd name="connsiteX2" fmla="*/ 10551 w 18973"/>
                    <a:gd name="connsiteY2" fmla="*/ 23 h 3126"/>
                    <a:gd name="connsiteX3" fmla="*/ 14452 w 18973"/>
                    <a:gd name="connsiteY3" fmla="*/ 200 h 3126"/>
                    <a:gd name="connsiteX4" fmla="*/ 18974 w 18973"/>
                    <a:gd name="connsiteY4" fmla="*/ 511 h 3126"/>
                    <a:gd name="connsiteX5" fmla="*/ 17289 w 18973"/>
                    <a:gd name="connsiteY5" fmla="*/ 511 h 3126"/>
                    <a:gd name="connsiteX6" fmla="*/ 15338 w 18973"/>
                    <a:gd name="connsiteY6" fmla="*/ 688 h 3126"/>
                    <a:gd name="connsiteX7" fmla="*/ 12900 w 18973"/>
                    <a:gd name="connsiteY7" fmla="*/ 644 h 3126"/>
                    <a:gd name="connsiteX8" fmla="*/ 6738 w 18973"/>
                    <a:gd name="connsiteY8" fmla="*/ 1087 h 3126"/>
                    <a:gd name="connsiteX9" fmla="*/ 0 w 18973"/>
                    <a:gd name="connsiteY9" fmla="*/ 3126 h 3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973" h="3126">
                      <a:moveTo>
                        <a:pt x="0" y="3126"/>
                      </a:moveTo>
                      <a:cubicBezTo>
                        <a:pt x="0" y="3126"/>
                        <a:pt x="1374" y="1353"/>
                        <a:pt x="4566" y="511"/>
                      </a:cubicBezTo>
                      <a:cubicBezTo>
                        <a:pt x="6162" y="23"/>
                        <a:pt x="8113" y="23"/>
                        <a:pt x="10551" y="23"/>
                      </a:cubicBezTo>
                      <a:cubicBezTo>
                        <a:pt x="11792" y="-21"/>
                        <a:pt x="13078" y="-21"/>
                        <a:pt x="14452" y="200"/>
                      </a:cubicBezTo>
                      <a:cubicBezTo>
                        <a:pt x="15782" y="555"/>
                        <a:pt x="17422" y="200"/>
                        <a:pt x="18974" y="511"/>
                      </a:cubicBezTo>
                      <a:cubicBezTo>
                        <a:pt x="18974" y="511"/>
                        <a:pt x="18353" y="466"/>
                        <a:pt x="17289" y="511"/>
                      </a:cubicBezTo>
                      <a:cubicBezTo>
                        <a:pt x="16757" y="555"/>
                        <a:pt x="16092" y="600"/>
                        <a:pt x="15338" y="688"/>
                      </a:cubicBezTo>
                      <a:cubicBezTo>
                        <a:pt x="14629" y="688"/>
                        <a:pt x="13787" y="600"/>
                        <a:pt x="12900" y="644"/>
                      </a:cubicBezTo>
                      <a:cubicBezTo>
                        <a:pt x="11127" y="688"/>
                        <a:pt x="8866" y="1043"/>
                        <a:pt x="6738" y="1087"/>
                      </a:cubicBezTo>
                      <a:cubicBezTo>
                        <a:pt x="4566" y="1353"/>
                        <a:pt x="2172" y="1929"/>
                        <a:pt x="0" y="31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91" name="Forme libre : forme 25990">
                  <a:extLst>
                    <a:ext uri="{FF2B5EF4-FFF2-40B4-BE49-F238E27FC236}">
                      <a16:creationId xmlns:a16="http://schemas.microsoft.com/office/drawing/2014/main" id="{A26601C9-7CA6-42A5-B9EB-2EF2FDC706A5}"/>
                    </a:ext>
                  </a:extLst>
                </p:cNvPr>
                <p:cNvSpPr/>
                <p:nvPr/>
              </p:nvSpPr>
              <p:spPr>
                <a:xfrm>
                  <a:off x="6080395" y="1567897"/>
                  <a:ext cx="18538" cy="19594"/>
                </a:xfrm>
                <a:custGeom>
                  <a:avLst/>
                  <a:gdLst>
                    <a:gd name="connsiteX0" fmla="*/ 0 w 18538"/>
                    <a:gd name="connsiteY0" fmla="*/ 19594 h 19594"/>
                    <a:gd name="connsiteX1" fmla="*/ 3635 w 18538"/>
                    <a:gd name="connsiteY1" fmla="*/ 18353 h 19594"/>
                    <a:gd name="connsiteX2" fmla="*/ 10905 w 18538"/>
                    <a:gd name="connsiteY2" fmla="*/ 14186 h 19594"/>
                    <a:gd name="connsiteX3" fmla="*/ 17023 w 18538"/>
                    <a:gd name="connsiteY3" fmla="*/ 7669 h 19594"/>
                    <a:gd name="connsiteX4" fmla="*/ 18176 w 18538"/>
                    <a:gd name="connsiteY4" fmla="*/ 0 h 19594"/>
                    <a:gd name="connsiteX5" fmla="*/ 16491 w 18538"/>
                    <a:gd name="connsiteY5" fmla="*/ 6428 h 19594"/>
                    <a:gd name="connsiteX6" fmla="*/ 11393 w 18538"/>
                    <a:gd name="connsiteY6" fmla="*/ 12945 h 19594"/>
                    <a:gd name="connsiteX7" fmla="*/ 6650 w 18538"/>
                    <a:gd name="connsiteY7" fmla="*/ 16403 h 19594"/>
                    <a:gd name="connsiteX8" fmla="*/ 3635 w 18538"/>
                    <a:gd name="connsiteY8" fmla="*/ 18131 h 19594"/>
                    <a:gd name="connsiteX9" fmla="*/ 0 w 18538"/>
                    <a:gd name="connsiteY9" fmla="*/ 19594 h 19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538" h="19594">
                      <a:moveTo>
                        <a:pt x="0" y="19594"/>
                      </a:moveTo>
                      <a:cubicBezTo>
                        <a:pt x="0" y="19594"/>
                        <a:pt x="1463" y="19151"/>
                        <a:pt x="3635" y="18353"/>
                      </a:cubicBezTo>
                      <a:cubicBezTo>
                        <a:pt x="5674" y="17378"/>
                        <a:pt x="8378" y="15959"/>
                        <a:pt x="10905" y="14186"/>
                      </a:cubicBezTo>
                      <a:cubicBezTo>
                        <a:pt x="13299" y="12280"/>
                        <a:pt x="15604" y="10063"/>
                        <a:pt x="17023" y="7669"/>
                      </a:cubicBezTo>
                      <a:cubicBezTo>
                        <a:pt x="18397" y="5187"/>
                        <a:pt x="18974" y="2616"/>
                        <a:pt x="18176" y="0"/>
                      </a:cubicBezTo>
                      <a:cubicBezTo>
                        <a:pt x="18176" y="0"/>
                        <a:pt x="18397" y="2483"/>
                        <a:pt x="16491" y="6428"/>
                      </a:cubicBezTo>
                      <a:cubicBezTo>
                        <a:pt x="15516" y="8334"/>
                        <a:pt x="13875" y="10551"/>
                        <a:pt x="11393" y="12945"/>
                      </a:cubicBezTo>
                      <a:cubicBezTo>
                        <a:pt x="10152" y="14186"/>
                        <a:pt x="8511" y="15250"/>
                        <a:pt x="6650" y="16403"/>
                      </a:cubicBezTo>
                      <a:cubicBezTo>
                        <a:pt x="5719" y="16979"/>
                        <a:pt x="4699" y="17555"/>
                        <a:pt x="3635" y="18131"/>
                      </a:cubicBezTo>
                      <a:cubicBezTo>
                        <a:pt x="2527" y="18619"/>
                        <a:pt x="1286" y="19107"/>
                        <a:pt x="0" y="195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92" name="Forme libre : forme 25991">
                  <a:extLst>
                    <a:ext uri="{FF2B5EF4-FFF2-40B4-BE49-F238E27FC236}">
                      <a16:creationId xmlns:a16="http://schemas.microsoft.com/office/drawing/2014/main" id="{4F465514-E5AE-49C0-98D4-FB5C74FED175}"/>
                    </a:ext>
                  </a:extLst>
                </p:cNvPr>
                <p:cNvSpPr/>
                <p:nvPr/>
              </p:nvSpPr>
              <p:spPr>
                <a:xfrm>
                  <a:off x="6051074" y="1574534"/>
                  <a:ext cx="12205" cy="4913"/>
                </a:xfrm>
                <a:custGeom>
                  <a:avLst/>
                  <a:gdLst>
                    <a:gd name="connsiteX0" fmla="*/ 240 w 12205"/>
                    <a:gd name="connsiteY0" fmla="*/ 279 h 4913"/>
                    <a:gd name="connsiteX1" fmla="*/ 2988 w 12205"/>
                    <a:gd name="connsiteY1" fmla="*/ 57 h 4913"/>
                    <a:gd name="connsiteX2" fmla="*/ 7421 w 12205"/>
                    <a:gd name="connsiteY2" fmla="*/ 944 h 4913"/>
                    <a:gd name="connsiteX3" fmla="*/ 11189 w 12205"/>
                    <a:gd name="connsiteY3" fmla="*/ 2362 h 4913"/>
                    <a:gd name="connsiteX4" fmla="*/ 12076 w 12205"/>
                    <a:gd name="connsiteY4" fmla="*/ 3914 h 4913"/>
                    <a:gd name="connsiteX5" fmla="*/ 9283 w 12205"/>
                    <a:gd name="connsiteY5" fmla="*/ 4889 h 4913"/>
                    <a:gd name="connsiteX6" fmla="*/ 4451 w 12205"/>
                    <a:gd name="connsiteY6" fmla="*/ 4091 h 4913"/>
                    <a:gd name="connsiteX7" fmla="*/ 727 w 12205"/>
                    <a:gd name="connsiteY7" fmla="*/ 2096 h 4913"/>
                    <a:gd name="connsiteX8" fmla="*/ 240 w 12205"/>
                    <a:gd name="connsiteY8" fmla="*/ 279 h 4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205" h="4913">
                      <a:moveTo>
                        <a:pt x="240" y="279"/>
                      </a:moveTo>
                      <a:cubicBezTo>
                        <a:pt x="727" y="-120"/>
                        <a:pt x="1658" y="13"/>
                        <a:pt x="2988" y="57"/>
                      </a:cubicBezTo>
                      <a:cubicBezTo>
                        <a:pt x="4274" y="102"/>
                        <a:pt x="5825" y="412"/>
                        <a:pt x="7421" y="944"/>
                      </a:cubicBezTo>
                      <a:cubicBezTo>
                        <a:pt x="8973" y="1564"/>
                        <a:pt x="10347" y="1830"/>
                        <a:pt x="11189" y="2362"/>
                      </a:cubicBezTo>
                      <a:cubicBezTo>
                        <a:pt x="12032" y="2850"/>
                        <a:pt x="12431" y="3426"/>
                        <a:pt x="12076" y="3914"/>
                      </a:cubicBezTo>
                      <a:cubicBezTo>
                        <a:pt x="11721" y="4402"/>
                        <a:pt x="10657" y="4756"/>
                        <a:pt x="9283" y="4889"/>
                      </a:cubicBezTo>
                      <a:cubicBezTo>
                        <a:pt x="7865" y="5022"/>
                        <a:pt x="6136" y="4579"/>
                        <a:pt x="4451" y="4091"/>
                      </a:cubicBezTo>
                      <a:cubicBezTo>
                        <a:pt x="2766" y="3515"/>
                        <a:pt x="1436" y="2939"/>
                        <a:pt x="727" y="2096"/>
                      </a:cubicBezTo>
                      <a:cubicBezTo>
                        <a:pt x="-27" y="1298"/>
                        <a:pt x="-204" y="678"/>
                        <a:pt x="240" y="27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93" name="Forme libre : forme 25992">
                  <a:extLst>
                    <a:ext uri="{FF2B5EF4-FFF2-40B4-BE49-F238E27FC236}">
                      <a16:creationId xmlns:a16="http://schemas.microsoft.com/office/drawing/2014/main" id="{826C65D1-C679-4AEF-9B81-EF800DDB3123}"/>
                    </a:ext>
                  </a:extLst>
                </p:cNvPr>
                <p:cNvSpPr/>
                <p:nvPr/>
              </p:nvSpPr>
              <p:spPr>
                <a:xfrm>
                  <a:off x="6049478" y="1574289"/>
                  <a:ext cx="3271" cy="1934"/>
                </a:xfrm>
                <a:custGeom>
                  <a:avLst/>
                  <a:gdLst>
                    <a:gd name="connsiteX0" fmla="*/ 18 w 3271"/>
                    <a:gd name="connsiteY0" fmla="*/ 435 h 1934"/>
                    <a:gd name="connsiteX1" fmla="*/ 1880 w 3271"/>
                    <a:gd name="connsiteY1" fmla="*/ 169 h 1934"/>
                    <a:gd name="connsiteX2" fmla="*/ 3254 w 3271"/>
                    <a:gd name="connsiteY2" fmla="*/ 1499 h 1934"/>
                    <a:gd name="connsiteX3" fmla="*/ 1392 w 3271"/>
                    <a:gd name="connsiteY3" fmla="*/ 1765 h 1934"/>
                    <a:gd name="connsiteX4" fmla="*/ 18 w 3271"/>
                    <a:gd name="connsiteY4" fmla="*/ 435 h 1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1" h="1934">
                      <a:moveTo>
                        <a:pt x="18" y="435"/>
                      </a:moveTo>
                      <a:cubicBezTo>
                        <a:pt x="151" y="-8"/>
                        <a:pt x="993" y="-141"/>
                        <a:pt x="1880" y="169"/>
                      </a:cubicBezTo>
                      <a:cubicBezTo>
                        <a:pt x="2766" y="479"/>
                        <a:pt x="3387" y="1056"/>
                        <a:pt x="3254" y="1499"/>
                      </a:cubicBezTo>
                      <a:cubicBezTo>
                        <a:pt x="3121" y="1942"/>
                        <a:pt x="2323" y="2075"/>
                        <a:pt x="1392" y="1765"/>
                      </a:cubicBezTo>
                      <a:cubicBezTo>
                        <a:pt x="506" y="1499"/>
                        <a:pt x="-115" y="878"/>
                        <a:pt x="18" y="4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94" name="Forme libre : forme 25993">
                  <a:extLst>
                    <a:ext uri="{FF2B5EF4-FFF2-40B4-BE49-F238E27FC236}">
                      <a16:creationId xmlns:a16="http://schemas.microsoft.com/office/drawing/2014/main" id="{426093CF-95BB-4169-BBCF-B04941B42A4C}"/>
                    </a:ext>
                  </a:extLst>
                </p:cNvPr>
                <p:cNvSpPr/>
                <p:nvPr/>
              </p:nvSpPr>
              <p:spPr>
                <a:xfrm>
                  <a:off x="6034650" y="1566141"/>
                  <a:ext cx="28906" cy="22281"/>
                </a:xfrm>
                <a:custGeom>
                  <a:avLst/>
                  <a:gdLst>
                    <a:gd name="connsiteX0" fmla="*/ 128 w 28906"/>
                    <a:gd name="connsiteY0" fmla="*/ 8406 h 22281"/>
                    <a:gd name="connsiteX1" fmla="*/ 2389 w 28906"/>
                    <a:gd name="connsiteY1" fmla="*/ 869 h 22281"/>
                    <a:gd name="connsiteX2" fmla="*/ 5536 w 28906"/>
                    <a:gd name="connsiteY2" fmla="*/ 470 h 22281"/>
                    <a:gd name="connsiteX3" fmla="*/ 7753 w 28906"/>
                    <a:gd name="connsiteY3" fmla="*/ 3529 h 22281"/>
                    <a:gd name="connsiteX4" fmla="*/ 8773 w 28906"/>
                    <a:gd name="connsiteY4" fmla="*/ 8228 h 22281"/>
                    <a:gd name="connsiteX5" fmla="*/ 11964 w 28906"/>
                    <a:gd name="connsiteY5" fmla="*/ 12972 h 22281"/>
                    <a:gd name="connsiteX6" fmla="*/ 15821 w 28906"/>
                    <a:gd name="connsiteY6" fmla="*/ 15233 h 22281"/>
                    <a:gd name="connsiteX7" fmla="*/ 22116 w 28906"/>
                    <a:gd name="connsiteY7" fmla="*/ 17671 h 22281"/>
                    <a:gd name="connsiteX8" fmla="*/ 27569 w 28906"/>
                    <a:gd name="connsiteY8" fmla="*/ 19488 h 22281"/>
                    <a:gd name="connsiteX9" fmla="*/ 28456 w 28906"/>
                    <a:gd name="connsiteY9" fmla="*/ 21173 h 22281"/>
                    <a:gd name="connsiteX10" fmla="*/ 23845 w 28906"/>
                    <a:gd name="connsiteY10" fmla="*/ 22281 h 22281"/>
                    <a:gd name="connsiteX11" fmla="*/ 16885 w 28906"/>
                    <a:gd name="connsiteY11" fmla="*/ 21439 h 22281"/>
                    <a:gd name="connsiteX12" fmla="*/ 10147 w 28906"/>
                    <a:gd name="connsiteY12" fmla="*/ 19001 h 22281"/>
                    <a:gd name="connsiteX13" fmla="*/ 5714 w 28906"/>
                    <a:gd name="connsiteY13" fmla="*/ 16430 h 22281"/>
                    <a:gd name="connsiteX14" fmla="*/ 128 w 28906"/>
                    <a:gd name="connsiteY14" fmla="*/ 8406 h 22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8906" h="22281">
                      <a:moveTo>
                        <a:pt x="128" y="8406"/>
                      </a:moveTo>
                      <a:cubicBezTo>
                        <a:pt x="-404" y="5125"/>
                        <a:pt x="793" y="2820"/>
                        <a:pt x="2389" y="869"/>
                      </a:cubicBezTo>
                      <a:cubicBezTo>
                        <a:pt x="2965" y="160"/>
                        <a:pt x="4118" y="-461"/>
                        <a:pt x="5536" y="470"/>
                      </a:cubicBezTo>
                      <a:cubicBezTo>
                        <a:pt x="6822" y="1401"/>
                        <a:pt x="7487" y="2510"/>
                        <a:pt x="7753" y="3529"/>
                      </a:cubicBezTo>
                      <a:cubicBezTo>
                        <a:pt x="8108" y="5081"/>
                        <a:pt x="8285" y="6588"/>
                        <a:pt x="8773" y="8228"/>
                      </a:cubicBezTo>
                      <a:cubicBezTo>
                        <a:pt x="9260" y="9869"/>
                        <a:pt x="10014" y="11553"/>
                        <a:pt x="11964" y="12972"/>
                      </a:cubicBezTo>
                      <a:cubicBezTo>
                        <a:pt x="12541" y="13459"/>
                        <a:pt x="14004" y="14257"/>
                        <a:pt x="15821" y="15233"/>
                      </a:cubicBezTo>
                      <a:cubicBezTo>
                        <a:pt x="17639" y="16252"/>
                        <a:pt x="19988" y="16784"/>
                        <a:pt x="22116" y="17671"/>
                      </a:cubicBezTo>
                      <a:cubicBezTo>
                        <a:pt x="24289" y="18557"/>
                        <a:pt x="26283" y="19001"/>
                        <a:pt x="27569" y="19488"/>
                      </a:cubicBezTo>
                      <a:cubicBezTo>
                        <a:pt x="28855" y="20020"/>
                        <a:pt x="29342" y="20552"/>
                        <a:pt x="28456" y="21173"/>
                      </a:cubicBezTo>
                      <a:cubicBezTo>
                        <a:pt x="27525" y="21749"/>
                        <a:pt x="25884" y="22193"/>
                        <a:pt x="23845" y="22281"/>
                      </a:cubicBezTo>
                      <a:cubicBezTo>
                        <a:pt x="21762" y="22237"/>
                        <a:pt x="19323" y="21927"/>
                        <a:pt x="16885" y="21439"/>
                      </a:cubicBezTo>
                      <a:cubicBezTo>
                        <a:pt x="14447" y="20996"/>
                        <a:pt x="12142" y="19843"/>
                        <a:pt x="10147" y="19001"/>
                      </a:cubicBezTo>
                      <a:cubicBezTo>
                        <a:pt x="8108" y="18158"/>
                        <a:pt x="6556" y="17228"/>
                        <a:pt x="5714" y="16430"/>
                      </a:cubicBezTo>
                      <a:cubicBezTo>
                        <a:pt x="2478" y="13592"/>
                        <a:pt x="438" y="10977"/>
                        <a:pt x="128" y="840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399" name="Graphique 2">
                <a:extLst>
                  <a:ext uri="{FF2B5EF4-FFF2-40B4-BE49-F238E27FC236}">
                    <a16:creationId xmlns:a16="http://schemas.microsoft.com/office/drawing/2014/main" id="{14E66368-D2A1-4D29-A602-E4895714577C}"/>
                  </a:ext>
                </a:extLst>
              </p:cNvPr>
              <p:cNvGrpSpPr/>
              <p:nvPr/>
            </p:nvGrpSpPr>
            <p:grpSpPr>
              <a:xfrm>
                <a:off x="5995184" y="1499137"/>
                <a:ext cx="43016" cy="69244"/>
                <a:chOff x="5995184" y="1499137"/>
                <a:chExt cx="43016" cy="69244"/>
              </a:xfrm>
              <a:solidFill>
                <a:schemeClr val="accent1"/>
              </a:solidFill>
            </p:grpSpPr>
            <p:sp>
              <p:nvSpPr>
                <p:cNvPr id="25971" name="Forme libre : forme 25970">
                  <a:extLst>
                    <a:ext uri="{FF2B5EF4-FFF2-40B4-BE49-F238E27FC236}">
                      <a16:creationId xmlns:a16="http://schemas.microsoft.com/office/drawing/2014/main" id="{473F2A8F-FDA9-42AE-A69A-AA7307B571BB}"/>
                    </a:ext>
                  </a:extLst>
                </p:cNvPr>
                <p:cNvSpPr/>
                <p:nvPr/>
              </p:nvSpPr>
              <p:spPr>
                <a:xfrm>
                  <a:off x="5995184" y="1499137"/>
                  <a:ext cx="42971" cy="69244"/>
                </a:xfrm>
                <a:custGeom>
                  <a:avLst/>
                  <a:gdLst>
                    <a:gd name="connsiteX0" fmla="*/ 32191 w 42971"/>
                    <a:gd name="connsiteY0" fmla="*/ 19065 h 69244"/>
                    <a:gd name="connsiteX1" fmla="*/ 34807 w 42971"/>
                    <a:gd name="connsiteY1" fmla="*/ 29793 h 69244"/>
                    <a:gd name="connsiteX2" fmla="*/ 38664 w 42971"/>
                    <a:gd name="connsiteY2" fmla="*/ 39546 h 69244"/>
                    <a:gd name="connsiteX3" fmla="*/ 40082 w 42971"/>
                    <a:gd name="connsiteY3" fmla="*/ 42693 h 69244"/>
                    <a:gd name="connsiteX4" fmla="*/ 41190 w 42971"/>
                    <a:gd name="connsiteY4" fmla="*/ 45663 h 69244"/>
                    <a:gd name="connsiteX5" fmla="*/ 42609 w 42971"/>
                    <a:gd name="connsiteY5" fmla="*/ 51338 h 69244"/>
                    <a:gd name="connsiteX6" fmla="*/ 40924 w 42971"/>
                    <a:gd name="connsiteY6" fmla="*/ 61046 h 69244"/>
                    <a:gd name="connsiteX7" fmla="*/ 35117 w 42971"/>
                    <a:gd name="connsiteY7" fmla="*/ 67385 h 69244"/>
                    <a:gd name="connsiteX8" fmla="*/ 24300 w 42971"/>
                    <a:gd name="connsiteY8" fmla="*/ 67829 h 69244"/>
                    <a:gd name="connsiteX9" fmla="*/ 16853 w 42971"/>
                    <a:gd name="connsiteY9" fmla="*/ 62553 h 69244"/>
                    <a:gd name="connsiteX10" fmla="*/ 13439 w 42971"/>
                    <a:gd name="connsiteY10" fmla="*/ 58564 h 69244"/>
                    <a:gd name="connsiteX11" fmla="*/ 10558 w 42971"/>
                    <a:gd name="connsiteY11" fmla="*/ 53909 h 69244"/>
                    <a:gd name="connsiteX12" fmla="*/ 4573 w 42971"/>
                    <a:gd name="connsiteY12" fmla="*/ 39590 h 69244"/>
                    <a:gd name="connsiteX13" fmla="*/ 761 w 42971"/>
                    <a:gd name="connsiteY13" fmla="*/ 25138 h 69244"/>
                    <a:gd name="connsiteX14" fmla="*/ 1780 w 42971"/>
                    <a:gd name="connsiteY14" fmla="*/ 7494 h 69244"/>
                    <a:gd name="connsiteX15" fmla="*/ 9671 w 42971"/>
                    <a:gd name="connsiteY15" fmla="*/ 224 h 69244"/>
                    <a:gd name="connsiteX16" fmla="*/ 18582 w 42971"/>
                    <a:gd name="connsiteY16" fmla="*/ 2 h 69244"/>
                    <a:gd name="connsiteX17" fmla="*/ 27093 w 42971"/>
                    <a:gd name="connsiteY17" fmla="*/ 5721 h 69244"/>
                    <a:gd name="connsiteX18" fmla="*/ 32191 w 42971"/>
                    <a:gd name="connsiteY18" fmla="*/ 19065 h 69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2971" h="69244">
                      <a:moveTo>
                        <a:pt x="32191" y="19065"/>
                      </a:moveTo>
                      <a:cubicBezTo>
                        <a:pt x="32856" y="22744"/>
                        <a:pt x="33743" y="26379"/>
                        <a:pt x="34807" y="29793"/>
                      </a:cubicBezTo>
                      <a:cubicBezTo>
                        <a:pt x="35871" y="33251"/>
                        <a:pt x="37201" y="36487"/>
                        <a:pt x="38664" y="39546"/>
                      </a:cubicBezTo>
                      <a:cubicBezTo>
                        <a:pt x="39240" y="40565"/>
                        <a:pt x="39683" y="41629"/>
                        <a:pt x="40082" y="42693"/>
                      </a:cubicBezTo>
                      <a:cubicBezTo>
                        <a:pt x="40525" y="43668"/>
                        <a:pt x="40924" y="44644"/>
                        <a:pt x="41190" y="45663"/>
                      </a:cubicBezTo>
                      <a:cubicBezTo>
                        <a:pt x="41900" y="47570"/>
                        <a:pt x="42121" y="49476"/>
                        <a:pt x="42609" y="51338"/>
                      </a:cubicBezTo>
                      <a:cubicBezTo>
                        <a:pt x="43363" y="55061"/>
                        <a:pt x="43008" y="58741"/>
                        <a:pt x="40924" y="61046"/>
                      </a:cubicBezTo>
                      <a:lnTo>
                        <a:pt x="35117" y="67385"/>
                      </a:lnTo>
                      <a:cubicBezTo>
                        <a:pt x="33034" y="69691"/>
                        <a:pt x="29177" y="69868"/>
                        <a:pt x="24300" y="67829"/>
                      </a:cubicBezTo>
                      <a:cubicBezTo>
                        <a:pt x="21862" y="66942"/>
                        <a:pt x="19335" y="64903"/>
                        <a:pt x="16853" y="62553"/>
                      </a:cubicBezTo>
                      <a:cubicBezTo>
                        <a:pt x="15700" y="61357"/>
                        <a:pt x="14548" y="60027"/>
                        <a:pt x="13439" y="58564"/>
                      </a:cubicBezTo>
                      <a:cubicBezTo>
                        <a:pt x="12420" y="57101"/>
                        <a:pt x="11489" y="55549"/>
                        <a:pt x="10558" y="53909"/>
                      </a:cubicBezTo>
                      <a:cubicBezTo>
                        <a:pt x="8164" y="49210"/>
                        <a:pt x="6125" y="44422"/>
                        <a:pt x="4573" y="39590"/>
                      </a:cubicBezTo>
                      <a:cubicBezTo>
                        <a:pt x="2933" y="34758"/>
                        <a:pt x="1692" y="29926"/>
                        <a:pt x="761" y="25138"/>
                      </a:cubicBezTo>
                      <a:cubicBezTo>
                        <a:pt x="-614" y="18355"/>
                        <a:pt x="-37" y="11972"/>
                        <a:pt x="1780" y="7494"/>
                      </a:cubicBezTo>
                      <a:cubicBezTo>
                        <a:pt x="3553" y="2973"/>
                        <a:pt x="6435" y="268"/>
                        <a:pt x="9671" y="224"/>
                      </a:cubicBezTo>
                      <a:lnTo>
                        <a:pt x="18582" y="2"/>
                      </a:lnTo>
                      <a:cubicBezTo>
                        <a:pt x="21818" y="-86"/>
                        <a:pt x="24744" y="2219"/>
                        <a:pt x="27093" y="5721"/>
                      </a:cubicBezTo>
                      <a:cubicBezTo>
                        <a:pt x="29443" y="9223"/>
                        <a:pt x="31260" y="13922"/>
                        <a:pt x="32191" y="19065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72" name="Forme libre : forme 25971">
                  <a:extLst>
                    <a:ext uri="{FF2B5EF4-FFF2-40B4-BE49-F238E27FC236}">
                      <a16:creationId xmlns:a16="http://schemas.microsoft.com/office/drawing/2014/main" id="{8FD3672D-13F8-4221-B1D0-1ED1AA82C385}"/>
                    </a:ext>
                  </a:extLst>
                </p:cNvPr>
                <p:cNvSpPr/>
                <p:nvPr/>
              </p:nvSpPr>
              <p:spPr>
                <a:xfrm>
                  <a:off x="6013588" y="1499139"/>
                  <a:ext cx="24611" cy="63792"/>
                </a:xfrm>
                <a:custGeom>
                  <a:avLst/>
                  <a:gdLst>
                    <a:gd name="connsiteX0" fmla="*/ 9265 w 24611"/>
                    <a:gd name="connsiteY0" fmla="*/ 40430 h 63792"/>
                    <a:gd name="connsiteX1" fmla="*/ 15915 w 24611"/>
                    <a:gd name="connsiteY1" fmla="*/ 52577 h 63792"/>
                    <a:gd name="connsiteX2" fmla="*/ 20082 w 24611"/>
                    <a:gd name="connsiteY2" fmla="*/ 63793 h 63792"/>
                    <a:gd name="connsiteX3" fmla="*/ 22564 w 24611"/>
                    <a:gd name="connsiteY3" fmla="*/ 61044 h 63792"/>
                    <a:gd name="connsiteX4" fmla="*/ 24249 w 24611"/>
                    <a:gd name="connsiteY4" fmla="*/ 51336 h 63792"/>
                    <a:gd name="connsiteX5" fmla="*/ 22830 w 24611"/>
                    <a:gd name="connsiteY5" fmla="*/ 45661 h 63792"/>
                    <a:gd name="connsiteX6" fmla="*/ 21722 w 24611"/>
                    <a:gd name="connsiteY6" fmla="*/ 42691 h 63792"/>
                    <a:gd name="connsiteX7" fmla="*/ 20304 w 24611"/>
                    <a:gd name="connsiteY7" fmla="*/ 39544 h 63792"/>
                    <a:gd name="connsiteX8" fmla="*/ 16447 w 24611"/>
                    <a:gd name="connsiteY8" fmla="*/ 29791 h 63792"/>
                    <a:gd name="connsiteX9" fmla="*/ 13831 w 24611"/>
                    <a:gd name="connsiteY9" fmla="*/ 19063 h 63792"/>
                    <a:gd name="connsiteX10" fmla="*/ 8778 w 24611"/>
                    <a:gd name="connsiteY10" fmla="*/ 5719 h 63792"/>
                    <a:gd name="connsiteX11" fmla="*/ 266 w 24611"/>
                    <a:gd name="connsiteY11" fmla="*/ 1 h 63792"/>
                    <a:gd name="connsiteX12" fmla="*/ 0 w 24611"/>
                    <a:gd name="connsiteY12" fmla="*/ 1 h 63792"/>
                    <a:gd name="connsiteX13" fmla="*/ 842 w 24611"/>
                    <a:gd name="connsiteY13" fmla="*/ 10640 h 63792"/>
                    <a:gd name="connsiteX14" fmla="*/ 2305 w 24611"/>
                    <a:gd name="connsiteY14" fmla="*/ 21013 h 63792"/>
                    <a:gd name="connsiteX15" fmla="*/ 9265 w 24611"/>
                    <a:gd name="connsiteY15" fmla="*/ 40430 h 63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4611" h="63792">
                      <a:moveTo>
                        <a:pt x="9265" y="40430"/>
                      </a:moveTo>
                      <a:cubicBezTo>
                        <a:pt x="11748" y="44642"/>
                        <a:pt x="14097" y="48676"/>
                        <a:pt x="15915" y="52577"/>
                      </a:cubicBezTo>
                      <a:cubicBezTo>
                        <a:pt x="17688" y="56523"/>
                        <a:pt x="19639" y="60113"/>
                        <a:pt x="20082" y="63793"/>
                      </a:cubicBezTo>
                      <a:lnTo>
                        <a:pt x="22564" y="61044"/>
                      </a:lnTo>
                      <a:cubicBezTo>
                        <a:pt x="24648" y="58739"/>
                        <a:pt x="25003" y="55015"/>
                        <a:pt x="24249" y="51336"/>
                      </a:cubicBezTo>
                      <a:cubicBezTo>
                        <a:pt x="23761" y="49474"/>
                        <a:pt x="23540" y="47568"/>
                        <a:pt x="22830" y="45661"/>
                      </a:cubicBezTo>
                      <a:cubicBezTo>
                        <a:pt x="22520" y="44642"/>
                        <a:pt x="22165" y="43667"/>
                        <a:pt x="21722" y="42691"/>
                      </a:cubicBezTo>
                      <a:cubicBezTo>
                        <a:pt x="21323" y="41627"/>
                        <a:pt x="20880" y="40563"/>
                        <a:pt x="20304" y="39544"/>
                      </a:cubicBezTo>
                      <a:cubicBezTo>
                        <a:pt x="18841" y="36485"/>
                        <a:pt x="17511" y="33249"/>
                        <a:pt x="16447" y="29791"/>
                      </a:cubicBezTo>
                      <a:cubicBezTo>
                        <a:pt x="15338" y="26377"/>
                        <a:pt x="14496" y="22742"/>
                        <a:pt x="13831" y="19063"/>
                      </a:cubicBezTo>
                      <a:cubicBezTo>
                        <a:pt x="12900" y="13876"/>
                        <a:pt x="11083" y="9221"/>
                        <a:pt x="8778" y="5719"/>
                      </a:cubicBezTo>
                      <a:cubicBezTo>
                        <a:pt x="6428" y="2217"/>
                        <a:pt x="3502" y="-44"/>
                        <a:pt x="266" y="1"/>
                      </a:cubicBezTo>
                      <a:lnTo>
                        <a:pt x="0" y="1"/>
                      </a:lnTo>
                      <a:cubicBezTo>
                        <a:pt x="222" y="3591"/>
                        <a:pt x="488" y="7138"/>
                        <a:pt x="842" y="10640"/>
                      </a:cubicBezTo>
                      <a:cubicBezTo>
                        <a:pt x="1153" y="14142"/>
                        <a:pt x="1640" y="17600"/>
                        <a:pt x="2305" y="21013"/>
                      </a:cubicBezTo>
                      <a:cubicBezTo>
                        <a:pt x="3546" y="27885"/>
                        <a:pt x="5630" y="34579"/>
                        <a:pt x="9265" y="40430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73" name="Forme libre : forme 25972">
                  <a:extLst>
                    <a:ext uri="{FF2B5EF4-FFF2-40B4-BE49-F238E27FC236}">
                      <a16:creationId xmlns:a16="http://schemas.microsoft.com/office/drawing/2014/main" id="{D02D7C57-E774-439A-A9A0-3F1632B9958A}"/>
                    </a:ext>
                  </a:extLst>
                </p:cNvPr>
                <p:cNvSpPr/>
                <p:nvPr/>
              </p:nvSpPr>
              <p:spPr>
                <a:xfrm>
                  <a:off x="6007312" y="1513574"/>
                  <a:ext cx="14435" cy="30744"/>
                </a:xfrm>
                <a:custGeom>
                  <a:avLst/>
                  <a:gdLst>
                    <a:gd name="connsiteX0" fmla="*/ 3838 w 14435"/>
                    <a:gd name="connsiteY0" fmla="*/ 18 h 30744"/>
                    <a:gd name="connsiteX1" fmla="*/ 12749 w 14435"/>
                    <a:gd name="connsiteY1" fmla="*/ 14026 h 30744"/>
                    <a:gd name="connsiteX2" fmla="*/ 14433 w 14435"/>
                    <a:gd name="connsiteY2" fmla="*/ 24666 h 30744"/>
                    <a:gd name="connsiteX3" fmla="*/ 12438 w 14435"/>
                    <a:gd name="connsiteY3" fmla="*/ 30517 h 30744"/>
                    <a:gd name="connsiteX4" fmla="*/ 6631 w 14435"/>
                    <a:gd name="connsiteY4" fmla="*/ 27902 h 30744"/>
                    <a:gd name="connsiteX5" fmla="*/ 1134 w 14435"/>
                    <a:gd name="connsiteY5" fmla="*/ 17262 h 30744"/>
                    <a:gd name="connsiteX6" fmla="*/ 3838 w 14435"/>
                    <a:gd name="connsiteY6" fmla="*/ 18 h 30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435" h="30744">
                      <a:moveTo>
                        <a:pt x="3838" y="18"/>
                      </a:moveTo>
                      <a:cubicBezTo>
                        <a:pt x="7252" y="-381"/>
                        <a:pt x="10621" y="6091"/>
                        <a:pt x="12749" y="14026"/>
                      </a:cubicBezTo>
                      <a:cubicBezTo>
                        <a:pt x="13812" y="18016"/>
                        <a:pt x="14433" y="21695"/>
                        <a:pt x="14433" y="24666"/>
                      </a:cubicBezTo>
                      <a:cubicBezTo>
                        <a:pt x="14478" y="27547"/>
                        <a:pt x="13901" y="29764"/>
                        <a:pt x="12438" y="30517"/>
                      </a:cubicBezTo>
                      <a:cubicBezTo>
                        <a:pt x="10975" y="31227"/>
                        <a:pt x="8803" y="30251"/>
                        <a:pt x="6631" y="27902"/>
                      </a:cubicBezTo>
                      <a:cubicBezTo>
                        <a:pt x="4503" y="25508"/>
                        <a:pt x="2375" y="21740"/>
                        <a:pt x="1134" y="17262"/>
                      </a:cubicBezTo>
                      <a:cubicBezTo>
                        <a:pt x="-1349" y="8174"/>
                        <a:pt x="558" y="372"/>
                        <a:pt x="3838" y="1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74" name="Forme libre : forme 25973">
                  <a:extLst>
                    <a:ext uri="{FF2B5EF4-FFF2-40B4-BE49-F238E27FC236}">
                      <a16:creationId xmlns:a16="http://schemas.microsoft.com/office/drawing/2014/main" id="{2D8AE265-4971-49FF-B2CA-C8ED5E98DF3A}"/>
                    </a:ext>
                  </a:extLst>
                </p:cNvPr>
                <p:cNvSpPr/>
                <p:nvPr/>
              </p:nvSpPr>
              <p:spPr>
                <a:xfrm>
                  <a:off x="6012391" y="1521172"/>
                  <a:ext cx="9362" cy="23147"/>
                </a:xfrm>
                <a:custGeom>
                  <a:avLst/>
                  <a:gdLst>
                    <a:gd name="connsiteX0" fmla="*/ 0 w 9362"/>
                    <a:gd name="connsiteY0" fmla="*/ 18264 h 23147"/>
                    <a:gd name="connsiteX1" fmla="*/ 7359 w 9362"/>
                    <a:gd name="connsiteY1" fmla="*/ 22919 h 23147"/>
                    <a:gd name="connsiteX2" fmla="*/ 9354 w 9362"/>
                    <a:gd name="connsiteY2" fmla="*/ 17067 h 23147"/>
                    <a:gd name="connsiteX3" fmla="*/ 7669 w 9362"/>
                    <a:gd name="connsiteY3" fmla="*/ 6428 h 23147"/>
                    <a:gd name="connsiteX4" fmla="*/ 5497 w 9362"/>
                    <a:gd name="connsiteY4" fmla="*/ 0 h 23147"/>
                    <a:gd name="connsiteX5" fmla="*/ 5896 w 9362"/>
                    <a:gd name="connsiteY5" fmla="*/ 3768 h 23147"/>
                    <a:gd name="connsiteX6" fmla="*/ 4300 w 9362"/>
                    <a:gd name="connsiteY6" fmla="*/ 13211 h 23147"/>
                    <a:gd name="connsiteX7" fmla="*/ 0 w 9362"/>
                    <a:gd name="connsiteY7" fmla="*/ 18264 h 23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362" h="23147">
                      <a:moveTo>
                        <a:pt x="0" y="18264"/>
                      </a:moveTo>
                      <a:cubicBezTo>
                        <a:pt x="2527" y="22077"/>
                        <a:pt x="5630" y="23806"/>
                        <a:pt x="7359" y="22919"/>
                      </a:cubicBezTo>
                      <a:cubicBezTo>
                        <a:pt x="8866" y="22165"/>
                        <a:pt x="9442" y="19993"/>
                        <a:pt x="9354" y="17067"/>
                      </a:cubicBezTo>
                      <a:cubicBezTo>
                        <a:pt x="9354" y="14097"/>
                        <a:pt x="8733" y="10418"/>
                        <a:pt x="7669" y="6428"/>
                      </a:cubicBezTo>
                      <a:cubicBezTo>
                        <a:pt x="7093" y="4078"/>
                        <a:pt x="6251" y="1950"/>
                        <a:pt x="5497" y="0"/>
                      </a:cubicBezTo>
                      <a:cubicBezTo>
                        <a:pt x="5719" y="1241"/>
                        <a:pt x="5807" y="2527"/>
                        <a:pt x="5896" y="3768"/>
                      </a:cubicBezTo>
                      <a:cubicBezTo>
                        <a:pt x="5763" y="7270"/>
                        <a:pt x="5275" y="10551"/>
                        <a:pt x="4300" y="13211"/>
                      </a:cubicBezTo>
                      <a:cubicBezTo>
                        <a:pt x="3325" y="15870"/>
                        <a:pt x="1995" y="17777"/>
                        <a:pt x="0" y="1826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75" name="Forme libre : forme 25974">
                  <a:extLst>
                    <a:ext uri="{FF2B5EF4-FFF2-40B4-BE49-F238E27FC236}">
                      <a16:creationId xmlns:a16="http://schemas.microsoft.com/office/drawing/2014/main" id="{765C5034-70FD-4256-BC35-97414D37C2F8}"/>
                    </a:ext>
                  </a:extLst>
                </p:cNvPr>
                <p:cNvSpPr/>
                <p:nvPr/>
              </p:nvSpPr>
              <p:spPr>
                <a:xfrm>
                  <a:off x="6008298" y="1511849"/>
                  <a:ext cx="14158" cy="30456"/>
                </a:xfrm>
                <a:custGeom>
                  <a:avLst/>
                  <a:gdLst>
                    <a:gd name="connsiteX0" fmla="*/ 4004 w 14158"/>
                    <a:gd name="connsiteY0" fmla="*/ 14 h 30456"/>
                    <a:gd name="connsiteX1" fmla="*/ 8881 w 14158"/>
                    <a:gd name="connsiteY1" fmla="*/ 3915 h 30456"/>
                    <a:gd name="connsiteX2" fmla="*/ 12693 w 14158"/>
                    <a:gd name="connsiteY2" fmla="*/ 13978 h 30456"/>
                    <a:gd name="connsiteX3" fmla="*/ 14156 w 14158"/>
                    <a:gd name="connsiteY3" fmla="*/ 24484 h 30456"/>
                    <a:gd name="connsiteX4" fmla="*/ 11984 w 14158"/>
                    <a:gd name="connsiteY4" fmla="*/ 30247 h 30456"/>
                    <a:gd name="connsiteX5" fmla="*/ 6265 w 14158"/>
                    <a:gd name="connsiteY5" fmla="*/ 27588 h 30456"/>
                    <a:gd name="connsiteX6" fmla="*/ 1034 w 14158"/>
                    <a:gd name="connsiteY6" fmla="*/ 16992 h 30456"/>
                    <a:gd name="connsiteX7" fmla="*/ 414 w 14158"/>
                    <a:gd name="connsiteY7" fmla="*/ 5245 h 30456"/>
                    <a:gd name="connsiteX8" fmla="*/ 4004 w 14158"/>
                    <a:gd name="connsiteY8" fmla="*/ 14 h 30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58" h="30456">
                      <a:moveTo>
                        <a:pt x="4004" y="14"/>
                      </a:moveTo>
                      <a:cubicBezTo>
                        <a:pt x="5645" y="-164"/>
                        <a:pt x="7329" y="1388"/>
                        <a:pt x="8881" y="3915"/>
                      </a:cubicBezTo>
                      <a:cubicBezTo>
                        <a:pt x="10344" y="6486"/>
                        <a:pt x="11674" y="10032"/>
                        <a:pt x="12693" y="13978"/>
                      </a:cubicBezTo>
                      <a:cubicBezTo>
                        <a:pt x="13668" y="17968"/>
                        <a:pt x="14201" y="21603"/>
                        <a:pt x="14156" y="24484"/>
                      </a:cubicBezTo>
                      <a:cubicBezTo>
                        <a:pt x="14023" y="27410"/>
                        <a:pt x="13535" y="29494"/>
                        <a:pt x="11984" y="30247"/>
                      </a:cubicBezTo>
                      <a:cubicBezTo>
                        <a:pt x="10521" y="30912"/>
                        <a:pt x="8260" y="29981"/>
                        <a:pt x="6265" y="27588"/>
                      </a:cubicBezTo>
                      <a:cubicBezTo>
                        <a:pt x="4182" y="25238"/>
                        <a:pt x="2143" y="21470"/>
                        <a:pt x="1034" y="16992"/>
                      </a:cubicBezTo>
                      <a:cubicBezTo>
                        <a:pt x="-163" y="12559"/>
                        <a:pt x="-251" y="8348"/>
                        <a:pt x="414" y="5245"/>
                      </a:cubicBezTo>
                      <a:cubicBezTo>
                        <a:pt x="1034" y="2142"/>
                        <a:pt x="2364" y="191"/>
                        <a:pt x="4004" y="1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76" name="Forme libre : forme 25975">
                  <a:extLst>
                    <a:ext uri="{FF2B5EF4-FFF2-40B4-BE49-F238E27FC236}">
                      <a16:creationId xmlns:a16="http://schemas.microsoft.com/office/drawing/2014/main" id="{600131FF-1BCB-4AA8-83CC-1CF627ED50BB}"/>
                    </a:ext>
                  </a:extLst>
                </p:cNvPr>
                <p:cNvSpPr/>
                <p:nvPr/>
              </p:nvSpPr>
              <p:spPr>
                <a:xfrm>
                  <a:off x="6012968" y="1517919"/>
                  <a:ext cx="18671" cy="41269"/>
                </a:xfrm>
                <a:custGeom>
                  <a:avLst/>
                  <a:gdLst>
                    <a:gd name="connsiteX0" fmla="*/ 14452 w 18671"/>
                    <a:gd name="connsiteY0" fmla="*/ 37033 h 41269"/>
                    <a:gd name="connsiteX1" fmla="*/ 18176 w 18671"/>
                    <a:gd name="connsiteY1" fmla="*/ 32866 h 41269"/>
                    <a:gd name="connsiteX2" fmla="*/ 16624 w 18671"/>
                    <a:gd name="connsiteY2" fmla="*/ 18015 h 41269"/>
                    <a:gd name="connsiteX3" fmla="*/ 11570 w 18671"/>
                    <a:gd name="connsiteY3" fmla="*/ 4361 h 41269"/>
                    <a:gd name="connsiteX4" fmla="*/ 5275 w 18671"/>
                    <a:gd name="connsiteY4" fmla="*/ 593 h 41269"/>
                    <a:gd name="connsiteX5" fmla="*/ 3547 w 18671"/>
                    <a:gd name="connsiteY5" fmla="*/ 6400 h 41269"/>
                    <a:gd name="connsiteX6" fmla="*/ 1197 w 18671"/>
                    <a:gd name="connsiteY6" fmla="*/ 21295 h 41269"/>
                    <a:gd name="connsiteX7" fmla="*/ 0 w 18671"/>
                    <a:gd name="connsiteY7" fmla="*/ 29541 h 41269"/>
                    <a:gd name="connsiteX8" fmla="*/ 3768 w 18671"/>
                    <a:gd name="connsiteY8" fmla="*/ 39338 h 41269"/>
                    <a:gd name="connsiteX9" fmla="*/ 10240 w 18671"/>
                    <a:gd name="connsiteY9" fmla="*/ 40535 h 41269"/>
                    <a:gd name="connsiteX10" fmla="*/ 14452 w 18671"/>
                    <a:gd name="connsiteY10" fmla="*/ 37033 h 41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671" h="41269">
                      <a:moveTo>
                        <a:pt x="14452" y="37033"/>
                      </a:moveTo>
                      <a:cubicBezTo>
                        <a:pt x="15959" y="35969"/>
                        <a:pt x="17511" y="34816"/>
                        <a:pt x="18176" y="32866"/>
                      </a:cubicBezTo>
                      <a:cubicBezTo>
                        <a:pt x="19461" y="29142"/>
                        <a:pt x="17998" y="23601"/>
                        <a:pt x="16624" y="18015"/>
                      </a:cubicBezTo>
                      <a:cubicBezTo>
                        <a:pt x="15383" y="13404"/>
                        <a:pt x="13964" y="8439"/>
                        <a:pt x="11570" y="4361"/>
                      </a:cubicBezTo>
                      <a:cubicBezTo>
                        <a:pt x="9886" y="1302"/>
                        <a:pt x="7049" y="-1180"/>
                        <a:pt x="5275" y="593"/>
                      </a:cubicBezTo>
                      <a:cubicBezTo>
                        <a:pt x="4211" y="1701"/>
                        <a:pt x="3857" y="4139"/>
                        <a:pt x="3547" y="6400"/>
                      </a:cubicBezTo>
                      <a:cubicBezTo>
                        <a:pt x="2970" y="11676"/>
                        <a:pt x="2084" y="16685"/>
                        <a:pt x="1197" y="21295"/>
                      </a:cubicBezTo>
                      <a:cubicBezTo>
                        <a:pt x="709" y="23290"/>
                        <a:pt x="0" y="26216"/>
                        <a:pt x="0" y="29541"/>
                      </a:cubicBezTo>
                      <a:cubicBezTo>
                        <a:pt x="89" y="32821"/>
                        <a:pt x="975" y="36545"/>
                        <a:pt x="3768" y="39338"/>
                      </a:cubicBezTo>
                      <a:cubicBezTo>
                        <a:pt x="6206" y="41865"/>
                        <a:pt x="8556" y="41510"/>
                        <a:pt x="10240" y="40535"/>
                      </a:cubicBezTo>
                      <a:cubicBezTo>
                        <a:pt x="12014" y="39516"/>
                        <a:pt x="13388" y="37787"/>
                        <a:pt x="14452" y="3703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77" name="Forme libre : forme 25976">
                  <a:extLst>
                    <a:ext uri="{FF2B5EF4-FFF2-40B4-BE49-F238E27FC236}">
                      <a16:creationId xmlns:a16="http://schemas.microsoft.com/office/drawing/2014/main" id="{C18D50B2-13DF-4ED2-AAD5-52F77DD472C1}"/>
                    </a:ext>
                  </a:extLst>
                </p:cNvPr>
                <p:cNvSpPr/>
                <p:nvPr/>
              </p:nvSpPr>
              <p:spPr>
                <a:xfrm>
                  <a:off x="6009166" y="1541242"/>
                  <a:ext cx="10348" cy="11448"/>
                </a:xfrm>
                <a:custGeom>
                  <a:avLst/>
                  <a:gdLst>
                    <a:gd name="connsiteX0" fmla="*/ 8412 w 10348"/>
                    <a:gd name="connsiteY0" fmla="*/ 11273 h 11448"/>
                    <a:gd name="connsiteX1" fmla="*/ 9963 w 10348"/>
                    <a:gd name="connsiteY1" fmla="*/ 11317 h 11448"/>
                    <a:gd name="connsiteX2" fmla="*/ 10229 w 10348"/>
                    <a:gd name="connsiteY2" fmla="*/ 9632 h 11448"/>
                    <a:gd name="connsiteX3" fmla="*/ 9032 w 10348"/>
                    <a:gd name="connsiteY3" fmla="*/ 7504 h 11448"/>
                    <a:gd name="connsiteX4" fmla="*/ 5309 w 10348"/>
                    <a:gd name="connsiteY4" fmla="*/ 2717 h 11448"/>
                    <a:gd name="connsiteX5" fmla="*/ 3713 w 10348"/>
                    <a:gd name="connsiteY5" fmla="*/ 1032 h 11448"/>
                    <a:gd name="connsiteX6" fmla="*/ 609 w 10348"/>
                    <a:gd name="connsiteY6" fmla="*/ 190 h 11448"/>
                    <a:gd name="connsiteX7" fmla="*/ 920 w 10348"/>
                    <a:gd name="connsiteY7" fmla="*/ 4224 h 11448"/>
                    <a:gd name="connsiteX8" fmla="*/ 8412 w 10348"/>
                    <a:gd name="connsiteY8" fmla="*/ 11273 h 11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348" h="11448">
                      <a:moveTo>
                        <a:pt x="8412" y="11273"/>
                      </a:moveTo>
                      <a:cubicBezTo>
                        <a:pt x="8988" y="11450"/>
                        <a:pt x="9564" y="11538"/>
                        <a:pt x="9963" y="11317"/>
                      </a:cubicBezTo>
                      <a:cubicBezTo>
                        <a:pt x="10362" y="11051"/>
                        <a:pt x="10451" y="10475"/>
                        <a:pt x="10229" y="9632"/>
                      </a:cubicBezTo>
                      <a:cubicBezTo>
                        <a:pt x="10008" y="8879"/>
                        <a:pt x="9520" y="8169"/>
                        <a:pt x="9032" y="7504"/>
                      </a:cubicBezTo>
                      <a:cubicBezTo>
                        <a:pt x="7880" y="6041"/>
                        <a:pt x="6639" y="4446"/>
                        <a:pt x="5309" y="2717"/>
                      </a:cubicBezTo>
                      <a:cubicBezTo>
                        <a:pt x="4777" y="2096"/>
                        <a:pt x="4245" y="1475"/>
                        <a:pt x="3713" y="1032"/>
                      </a:cubicBezTo>
                      <a:cubicBezTo>
                        <a:pt x="2649" y="101"/>
                        <a:pt x="1363" y="-254"/>
                        <a:pt x="609" y="190"/>
                      </a:cubicBezTo>
                      <a:cubicBezTo>
                        <a:pt x="-100" y="633"/>
                        <a:pt x="-410" y="1963"/>
                        <a:pt x="920" y="4224"/>
                      </a:cubicBezTo>
                      <a:cubicBezTo>
                        <a:pt x="2737" y="7859"/>
                        <a:pt x="6195" y="10519"/>
                        <a:pt x="8412" y="1127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78" name="Forme libre : forme 25977">
                  <a:extLst>
                    <a:ext uri="{FF2B5EF4-FFF2-40B4-BE49-F238E27FC236}">
                      <a16:creationId xmlns:a16="http://schemas.microsoft.com/office/drawing/2014/main" id="{23C9AC3B-E396-41EE-81D4-C4B5848BFF47}"/>
                    </a:ext>
                  </a:extLst>
                </p:cNvPr>
                <p:cNvSpPr/>
                <p:nvPr/>
              </p:nvSpPr>
              <p:spPr>
                <a:xfrm>
                  <a:off x="6012524" y="1501256"/>
                  <a:ext cx="14097" cy="16635"/>
                </a:xfrm>
                <a:custGeom>
                  <a:avLst/>
                  <a:gdLst>
                    <a:gd name="connsiteX0" fmla="*/ 0 w 14097"/>
                    <a:gd name="connsiteY0" fmla="*/ 11 h 16635"/>
                    <a:gd name="connsiteX1" fmla="*/ 5142 w 14097"/>
                    <a:gd name="connsiteY1" fmla="*/ 1785 h 16635"/>
                    <a:gd name="connsiteX2" fmla="*/ 14097 w 14097"/>
                    <a:gd name="connsiteY2" fmla="*/ 16635 h 16635"/>
                    <a:gd name="connsiteX3" fmla="*/ 13122 w 14097"/>
                    <a:gd name="connsiteY3" fmla="*/ 14552 h 16635"/>
                    <a:gd name="connsiteX4" fmla="*/ 10418 w 14097"/>
                    <a:gd name="connsiteY4" fmla="*/ 9720 h 16635"/>
                    <a:gd name="connsiteX5" fmla="*/ 6118 w 14097"/>
                    <a:gd name="connsiteY5" fmla="*/ 4090 h 16635"/>
                    <a:gd name="connsiteX6" fmla="*/ 0 w 14097"/>
                    <a:gd name="connsiteY6" fmla="*/ 11 h 16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097" h="16635">
                      <a:moveTo>
                        <a:pt x="0" y="11"/>
                      </a:moveTo>
                      <a:cubicBezTo>
                        <a:pt x="0" y="11"/>
                        <a:pt x="2305" y="-255"/>
                        <a:pt x="5142" y="1785"/>
                      </a:cubicBezTo>
                      <a:cubicBezTo>
                        <a:pt x="8024" y="3824"/>
                        <a:pt x="11127" y="8168"/>
                        <a:pt x="14097" y="16635"/>
                      </a:cubicBezTo>
                      <a:cubicBezTo>
                        <a:pt x="14097" y="16635"/>
                        <a:pt x="13742" y="15926"/>
                        <a:pt x="13122" y="14552"/>
                      </a:cubicBezTo>
                      <a:cubicBezTo>
                        <a:pt x="12546" y="13266"/>
                        <a:pt x="11570" y="11582"/>
                        <a:pt x="10418" y="9720"/>
                      </a:cubicBezTo>
                      <a:cubicBezTo>
                        <a:pt x="9309" y="7858"/>
                        <a:pt x="7758" y="5863"/>
                        <a:pt x="6118" y="4090"/>
                      </a:cubicBezTo>
                      <a:cubicBezTo>
                        <a:pt x="4477" y="2405"/>
                        <a:pt x="2438" y="854"/>
                        <a:pt x="0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79" name="Forme libre : forme 25978">
                  <a:extLst>
                    <a:ext uri="{FF2B5EF4-FFF2-40B4-BE49-F238E27FC236}">
                      <a16:creationId xmlns:a16="http://schemas.microsoft.com/office/drawing/2014/main" id="{0448E169-07AD-494F-A1FE-4B961BD8A8EF}"/>
                    </a:ext>
                  </a:extLst>
                </p:cNvPr>
                <p:cNvSpPr/>
                <p:nvPr/>
              </p:nvSpPr>
              <p:spPr>
                <a:xfrm>
                  <a:off x="6005875" y="1551229"/>
                  <a:ext cx="24115" cy="15158"/>
                </a:xfrm>
                <a:custGeom>
                  <a:avLst/>
                  <a:gdLst>
                    <a:gd name="connsiteX0" fmla="*/ 0 w 24115"/>
                    <a:gd name="connsiteY0" fmla="*/ 0 h 15158"/>
                    <a:gd name="connsiteX1" fmla="*/ 1995 w 24115"/>
                    <a:gd name="connsiteY1" fmla="*/ 3280 h 15158"/>
                    <a:gd name="connsiteX2" fmla="*/ 7758 w 24115"/>
                    <a:gd name="connsiteY2" fmla="*/ 9974 h 15158"/>
                    <a:gd name="connsiteX3" fmla="*/ 16181 w 24115"/>
                    <a:gd name="connsiteY3" fmla="*/ 14762 h 15158"/>
                    <a:gd name="connsiteX4" fmla="*/ 24116 w 24115"/>
                    <a:gd name="connsiteY4" fmla="*/ 13698 h 15158"/>
                    <a:gd name="connsiteX5" fmla="*/ 17245 w 24115"/>
                    <a:gd name="connsiteY5" fmla="*/ 13920 h 15158"/>
                    <a:gd name="connsiteX6" fmla="*/ 9088 w 24115"/>
                    <a:gd name="connsiteY6" fmla="*/ 10285 h 15158"/>
                    <a:gd name="connsiteX7" fmla="*/ 4433 w 24115"/>
                    <a:gd name="connsiteY7" fmla="*/ 6118 h 15158"/>
                    <a:gd name="connsiteX8" fmla="*/ 0 w 24115"/>
                    <a:gd name="connsiteY8" fmla="*/ 0 h 15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115" h="15158">
                      <a:moveTo>
                        <a:pt x="0" y="0"/>
                      </a:moveTo>
                      <a:cubicBezTo>
                        <a:pt x="0" y="0"/>
                        <a:pt x="665" y="1330"/>
                        <a:pt x="1995" y="3280"/>
                      </a:cubicBezTo>
                      <a:cubicBezTo>
                        <a:pt x="3236" y="5231"/>
                        <a:pt x="5320" y="7714"/>
                        <a:pt x="7758" y="9974"/>
                      </a:cubicBezTo>
                      <a:cubicBezTo>
                        <a:pt x="10329" y="12147"/>
                        <a:pt x="13255" y="14186"/>
                        <a:pt x="16181" y="14762"/>
                      </a:cubicBezTo>
                      <a:cubicBezTo>
                        <a:pt x="19107" y="15471"/>
                        <a:pt x="21855" y="15294"/>
                        <a:pt x="24116" y="13698"/>
                      </a:cubicBezTo>
                      <a:cubicBezTo>
                        <a:pt x="24116" y="13698"/>
                        <a:pt x="21766" y="14762"/>
                        <a:pt x="17245" y="13920"/>
                      </a:cubicBezTo>
                      <a:cubicBezTo>
                        <a:pt x="14940" y="13565"/>
                        <a:pt x="12235" y="12457"/>
                        <a:pt x="9088" y="10285"/>
                      </a:cubicBezTo>
                      <a:cubicBezTo>
                        <a:pt x="7581" y="9176"/>
                        <a:pt x="6073" y="7802"/>
                        <a:pt x="4433" y="6118"/>
                      </a:cubicBezTo>
                      <a:cubicBezTo>
                        <a:pt x="2970" y="4344"/>
                        <a:pt x="1418" y="235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80" name="Forme libre : forme 25979">
                  <a:extLst>
                    <a:ext uri="{FF2B5EF4-FFF2-40B4-BE49-F238E27FC236}">
                      <a16:creationId xmlns:a16="http://schemas.microsoft.com/office/drawing/2014/main" id="{AC31A186-7F75-431C-8460-22DC405E3685}"/>
                    </a:ext>
                  </a:extLst>
                </p:cNvPr>
                <p:cNvSpPr/>
                <p:nvPr/>
              </p:nvSpPr>
              <p:spPr>
                <a:xfrm>
                  <a:off x="6008787" y="1520620"/>
                  <a:ext cx="4213" cy="12202"/>
                </a:xfrm>
                <a:custGeom>
                  <a:avLst/>
                  <a:gdLst>
                    <a:gd name="connsiteX0" fmla="*/ 1875 w 4213"/>
                    <a:gd name="connsiteY0" fmla="*/ 65 h 12202"/>
                    <a:gd name="connsiteX1" fmla="*/ 4180 w 4213"/>
                    <a:gd name="connsiteY1" fmla="*/ 6848 h 12202"/>
                    <a:gd name="connsiteX2" fmla="*/ 2673 w 4213"/>
                    <a:gd name="connsiteY2" fmla="*/ 12167 h 12202"/>
                    <a:gd name="connsiteX3" fmla="*/ 13 w 4213"/>
                    <a:gd name="connsiteY3" fmla="*/ 5296 h 12202"/>
                    <a:gd name="connsiteX4" fmla="*/ 1875 w 4213"/>
                    <a:gd name="connsiteY4" fmla="*/ 65 h 12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3" h="12202">
                      <a:moveTo>
                        <a:pt x="1875" y="65"/>
                      </a:moveTo>
                      <a:cubicBezTo>
                        <a:pt x="3072" y="553"/>
                        <a:pt x="3870" y="3567"/>
                        <a:pt x="4180" y="6848"/>
                      </a:cubicBezTo>
                      <a:cubicBezTo>
                        <a:pt x="4358" y="10128"/>
                        <a:pt x="3826" y="12522"/>
                        <a:pt x="2673" y="12167"/>
                      </a:cubicBezTo>
                      <a:cubicBezTo>
                        <a:pt x="1432" y="11813"/>
                        <a:pt x="279" y="8710"/>
                        <a:pt x="13" y="5296"/>
                      </a:cubicBezTo>
                      <a:cubicBezTo>
                        <a:pt x="-120" y="1883"/>
                        <a:pt x="767" y="-423"/>
                        <a:pt x="1875" y="6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81" name="Forme libre : forme 25980">
                  <a:extLst>
                    <a:ext uri="{FF2B5EF4-FFF2-40B4-BE49-F238E27FC236}">
                      <a16:creationId xmlns:a16="http://schemas.microsoft.com/office/drawing/2014/main" id="{B566A61E-3B29-4355-A6FD-6CCB757969A8}"/>
                    </a:ext>
                  </a:extLst>
                </p:cNvPr>
                <p:cNvSpPr/>
                <p:nvPr/>
              </p:nvSpPr>
              <p:spPr>
                <a:xfrm>
                  <a:off x="6009233" y="1519081"/>
                  <a:ext cx="1844" cy="3340"/>
                </a:xfrm>
                <a:custGeom>
                  <a:avLst/>
                  <a:gdLst>
                    <a:gd name="connsiteX0" fmla="*/ 631 w 1844"/>
                    <a:gd name="connsiteY0" fmla="*/ 8 h 3340"/>
                    <a:gd name="connsiteX1" fmla="*/ 1784 w 1844"/>
                    <a:gd name="connsiteY1" fmla="*/ 1515 h 3340"/>
                    <a:gd name="connsiteX2" fmla="*/ 1252 w 1844"/>
                    <a:gd name="connsiteY2" fmla="*/ 3333 h 3340"/>
                    <a:gd name="connsiteX3" fmla="*/ 55 w 1844"/>
                    <a:gd name="connsiteY3" fmla="*/ 1870 h 3340"/>
                    <a:gd name="connsiteX4" fmla="*/ 631 w 1844"/>
                    <a:gd name="connsiteY4" fmla="*/ 8 h 3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4" h="3340">
                      <a:moveTo>
                        <a:pt x="631" y="8"/>
                      </a:moveTo>
                      <a:cubicBezTo>
                        <a:pt x="1075" y="-81"/>
                        <a:pt x="1607" y="584"/>
                        <a:pt x="1784" y="1515"/>
                      </a:cubicBezTo>
                      <a:cubicBezTo>
                        <a:pt x="1961" y="2402"/>
                        <a:pt x="1740" y="3244"/>
                        <a:pt x="1252" y="3333"/>
                      </a:cubicBezTo>
                      <a:cubicBezTo>
                        <a:pt x="764" y="3421"/>
                        <a:pt x="233" y="2756"/>
                        <a:pt x="55" y="1870"/>
                      </a:cubicBezTo>
                      <a:cubicBezTo>
                        <a:pt x="-122" y="894"/>
                        <a:pt x="144" y="52"/>
                        <a:pt x="631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82" name="Forme libre : forme 25981">
                  <a:extLst>
                    <a:ext uri="{FF2B5EF4-FFF2-40B4-BE49-F238E27FC236}">
                      <a16:creationId xmlns:a16="http://schemas.microsoft.com/office/drawing/2014/main" id="{9EAA58FD-98A4-446E-B8FC-B42895A5EB5B}"/>
                    </a:ext>
                  </a:extLst>
                </p:cNvPr>
                <p:cNvSpPr/>
                <p:nvPr/>
              </p:nvSpPr>
              <p:spPr>
                <a:xfrm>
                  <a:off x="5998046" y="1504504"/>
                  <a:ext cx="13635" cy="31087"/>
                </a:xfrm>
                <a:custGeom>
                  <a:avLst/>
                  <a:gdLst>
                    <a:gd name="connsiteX0" fmla="*/ 3617 w 13635"/>
                    <a:gd name="connsiteY0" fmla="*/ 2970 h 31087"/>
                    <a:gd name="connsiteX1" fmla="*/ 11109 w 13635"/>
                    <a:gd name="connsiteY1" fmla="*/ 0 h 31087"/>
                    <a:gd name="connsiteX2" fmla="*/ 13592 w 13635"/>
                    <a:gd name="connsiteY2" fmla="*/ 2172 h 31087"/>
                    <a:gd name="connsiteX3" fmla="*/ 12439 w 13635"/>
                    <a:gd name="connsiteY3" fmla="*/ 5852 h 31087"/>
                    <a:gd name="connsiteX4" fmla="*/ 6454 w 13635"/>
                    <a:gd name="connsiteY4" fmla="*/ 14230 h 31087"/>
                    <a:gd name="connsiteX5" fmla="*/ 6233 w 13635"/>
                    <a:gd name="connsiteY5" fmla="*/ 24382 h 31087"/>
                    <a:gd name="connsiteX6" fmla="*/ 4593 w 13635"/>
                    <a:gd name="connsiteY6" fmla="*/ 30854 h 31087"/>
                    <a:gd name="connsiteX7" fmla="*/ 736 w 13635"/>
                    <a:gd name="connsiteY7" fmla="*/ 21589 h 31087"/>
                    <a:gd name="connsiteX8" fmla="*/ 115 w 13635"/>
                    <a:gd name="connsiteY8" fmla="*/ 11171 h 31087"/>
                    <a:gd name="connsiteX9" fmla="*/ 3617 w 13635"/>
                    <a:gd name="connsiteY9" fmla="*/ 2970 h 31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635" h="31087">
                      <a:moveTo>
                        <a:pt x="3617" y="2970"/>
                      </a:moveTo>
                      <a:cubicBezTo>
                        <a:pt x="5834" y="665"/>
                        <a:pt x="8494" y="44"/>
                        <a:pt x="11109" y="0"/>
                      </a:cubicBezTo>
                      <a:cubicBezTo>
                        <a:pt x="12084" y="0"/>
                        <a:pt x="13326" y="443"/>
                        <a:pt x="13592" y="2172"/>
                      </a:cubicBezTo>
                      <a:cubicBezTo>
                        <a:pt x="13813" y="3768"/>
                        <a:pt x="13148" y="5054"/>
                        <a:pt x="12439" y="5852"/>
                      </a:cubicBezTo>
                      <a:cubicBezTo>
                        <a:pt x="10223" y="8290"/>
                        <a:pt x="7518" y="9841"/>
                        <a:pt x="6454" y="14230"/>
                      </a:cubicBezTo>
                      <a:cubicBezTo>
                        <a:pt x="6100" y="15604"/>
                        <a:pt x="6188" y="20259"/>
                        <a:pt x="6233" y="24382"/>
                      </a:cubicBezTo>
                      <a:cubicBezTo>
                        <a:pt x="6233" y="28460"/>
                        <a:pt x="6277" y="32051"/>
                        <a:pt x="4593" y="30854"/>
                      </a:cubicBezTo>
                      <a:cubicBezTo>
                        <a:pt x="2864" y="29657"/>
                        <a:pt x="1489" y="25712"/>
                        <a:pt x="736" y="21589"/>
                      </a:cubicBezTo>
                      <a:cubicBezTo>
                        <a:pt x="-62" y="17466"/>
                        <a:pt x="-107" y="13166"/>
                        <a:pt x="115" y="11171"/>
                      </a:cubicBezTo>
                      <a:cubicBezTo>
                        <a:pt x="647" y="7536"/>
                        <a:pt x="1977" y="4743"/>
                        <a:pt x="3617" y="297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00" name="Graphique 2">
                <a:extLst>
                  <a:ext uri="{FF2B5EF4-FFF2-40B4-BE49-F238E27FC236}">
                    <a16:creationId xmlns:a16="http://schemas.microsoft.com/office/drawing/2014/main" id="{E4025698-1A00-46D5-BDFB-18A232401CB0}"/>
                  </a:ext>
                </a:extLst>
              </p:cNvPr>
              <p:cNvGrpSpPr/>
              <p:nvPr/>
            </p:nvGrpSpPr>
            <p:grpSpPr>
              <a:xfrm>
                <a:off x="5993942" y="1428278"/>
                <a:ext cx="39822" cy="71085"/>
                <a:chOff x="5993942" y="1428278"/>
                <a:chExt cx="39822" cy="71085"/>
              </a:xfrm>
              <a:solidFill>
                <a:schemeClr val="accent1"/>
              </a:solidFill>
            </p:grpSpPr>
            <p:sp>
              <p:nvSpPr>
                <p:cNvPr id="25959" name="Forme libre : forme 25958">
                  <a:extLst>
                    <a:ext uri="{FF2B5EF4-FFF2-40B4-BE49-F238E27FC236}">
                      <a16:creationId xmlns:a16="http://schemas.microsoft.com/office/drawing/2014/main" id="{0C6FCC38-58E0-4B93-A155-484F496D1B02}"/>
                    </a:ext>
                  </a:extLst>
                </p:cNvPr>
                <p:cNvSpPr/>
                <p:nvPr/>
              </p:nvSpPr>
              <p:spPr>
                <a:xfrm>
                  <a:off x="5993942" y="1428278"/>
                  <a:ext cx="39822" cy="71085"/>
                </a:xfrm>
                <a:custGeom>
                  <a:avLst/>
                  <a:gdLst>
                    <a:gd name="connsiteX0" fmla="*/ 37778 w 39822"/>
                    <a:gd name="connsiteY0" fmla="*/ 28659 h 71085"/>
                    <a:gd name="connsiteX1" fmla="*/ 34719 w 39822"/>
                    <a:gd name="connsiteY1" fmla="*/ 39520 h 71085"/>
                    <a:gd name="connsiteX2" fmla="*/ 32680 w 39822"/>
                    <a:gd name="connsiteY2" fmla="*/ 50869 h 71085"/>
                    <a:gd name="connsiteX3" fmla="*/ 28158 w 39822"/>
                    <a:gd name="connsiteY3" fmla="*/ 64700 h 71085"/>
                    <a:gd name="connsiteX4" fmla="*/ 19868 w 39822"/>
                    <a:gd name="connsiteY4" fmla="*/ 70862 h 71085"/>
                    <a:gd name="connsiteX5" fmla="*/ 10957 w 39822"/>
                    <a:gd name="connsiteY5" fmla="*/ 71084 h 71085"/>
                    <a:gd name="connsiteX6" fmla="*/ 2623 w 39822"/>
                    <a:gd name="connsiteY6" fmla="*/ 64212 h 71085"/>
                    <a:gd name="connsiteX7" fmla="*/ 229 w 39822"/>
                    <a:gd name="connsiteY7" fmla="*/ 46835 h 71085"/>
                    <a:gd name="connsiteX8" fmla="*/ 2579 w 39822"/>
                    <a:gd name="connsiteY8" fmla="*/ 32516 h 71085"/>
                    <a:gd name="connsiteX9" fmla="*/ 6347 w 39822"/>
                    <a:gd name="connsiteY9" fmla="*/ 18285 h 71085"/>
                    <a:gd name="connsiteX10" fmla="*/ 16366 w 39822"/>
                    <a:gd name="connsiteY10" fmla="*/ 3036 h 71085"/>
                    <a:gd name="connsiteX11" fmla="*/ 27316 w 39822"/>
                    <a:gd name="connsiteY11" fmla="*/ 952 h 71085"/>
                    <a:gd name="connsiteX12" fmla="*/ 35162 w 39822"/>
                    <a:gd name="connsiteY12" fmla="*/ 5828 h 71085"/>
                    <a:gd name="connsiteX13" fmla="*/ 39728 w 39822"/>
                    <a:gd name="connsiteY13" fmla="*/ 15049 h 71085"/>
                    <a:gd name="connsiteX14" fmla="*/ 39507 w 39822"/>
                    <a:gd name="connsiteY14" fmla="*/ 21477 h 71085"/>
                    <a:gd name="connsiteX15" fmla="*/ 37778 w 39822"/>
                    <a:gd name="connsiteY15" fmla="*/ 28659 h 71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822" h="71085">
                      <a:moveTo>
                        <a:pt x="37778" y="28659"/>
                      </a:moveTo>
                      <a:cubicBezTo>
                        <a:pt x="36536" y="32161"/>
                        <a:pt x="35561" y="35840"/>
                        <a:pt x="34719" y="39520"/>
                      </a:cubicBezTo>
                      <a:cubicBezTo>
                        <a:pt x="33876" y="43244"/>
                        <a:pt x="33211" y="47012"/>
                        <a:pt x="32680" y="50869"/>
                      </a:cubicBezTo>
                      <a:cubicBezTo>
                        <a:pt x="32015" y="56233"/>
                        <a:pt x="30286" y="61065"/>
                        <a:pt x="28158" y="64700"/>
                      </a:cubicBezTo>
                      <a:cubicBezTo>
                        <a:pt x="25897" y="68335"/>
                        <a:pt x="23104" y="70773"/>
                        <a:pt x="19868" y="70862"/>
                      </a:cubicBezTo>
                      <a:lnTo>
                        <a:pt x="10957" y="71084"/>
                      </a:lnTo>
                      <a:cubicBezTo>
                        <a:pt x="7766" y="71172"/>
                        <a:pt x="4618" y="68645"/>
                        <a:pt x="2623" y="64212"/>
                      </a:cubicBezTo>
                      <a:cubicBezTo>
                        <a:pt x="495" y="59823"/>
                        <a:pt x="-480" y="53573"/>
                        <a:pt x="229" y="46835"/>
                      </a:cubicBezTo>
                      <a:cubicBezTo>
                        <a:pt x="806" y="42047"/>
                        <a:pt x="1559" y="37259"/>
                        <a:pt x="2579" y="32516"/>
                      </a:cubicBezTo>
                      <a:cubicBezTo>
                        <a:pt x="3598" y="27772"/>
                        <a:pt x="4751" y="22984"/>
                        <a:pt x="6347" y="18285"/>
                      </a:cubicBezTo>
                      <a:cubicBezTo>
                        <a:pt x="8430" y="11636"/>
                        <a:pt x="12287" y="6139"/>
                        <a:pt x="16366" y="3036"/>
                      </a:cubicBezTo>
                      <a:cubicBezTo>
                        <a:pt x="20356" y="-112"/>
                        <a:pt x="24567" y="-821"/>
                        <a:pt x="27316" y="952"/>
                      </a:cubicBezTo>
                      <a:lnTo>
                        <a:pt x="35162" y="5828"/>
                      </a:lnTo>
                      <a:cubicBezTo>
                        <a:pt x="37999" y="7646"/>
                        <a:pt x="39285" y="11015"/>
                        <a:pt x="39728" y="15049"/>
                      </a:cubicBezTo>
                      <a:cubicBezTo>
                        <a:pt x="39861" y="17000"/>
                        <a:pt x="39905" y="19261"/>
                        <a:pt x="39507" y="21477"/>
                      </a:cubicBezTo>
                      <a:cubicBezTo>
                        <a:pt x="39240" y="23827"/>
                        <a:pt x="38575" y="26176"/>
                        <a:pt x="37778" y="28659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60" name="Forme libre : forme 25959">
                  <a:extLst>
                    <a:ext uri="{FF2B5EF4-FFF2-40B4-BE49-F238E27FC236}">
                      <a16:creationId xmlns:a16="http://schemas.microsoft.com/office/drawing/2014/main" id="{34545035-CDFB-4FF4-B168-20B7CFFAE618}"/>
                    </a:ext>
                  </a:extLst>
                </p:cNvPr>
                <p:cNvSpPr/>
                <p:nvPr/>
              </p:nvSpPr>
              <p:spPr>
                <a:xfrm>
                  <a:off x="6009953" y="1433973"/>
                  <a:ext cx="23767" cy="65299"/>
                </a:xfrm>
                <a:custGeom>
                  <a:avLst/>
                  <a:gdLst>
                    <a:gd name="connsiteX0" fmla="*/ 6650 w 23767"/>
                    <a:gd name="connsiteY0" fmla="*/ 39499 h 65299"/>
                    <a:gd name="connsiteX1" fmla="*/ 4876 w 23767"/>
                    <a:gd name="connsiteY1" fmla="*/ 53951 h 65299"/>
                    <a:gd name="connsiteX2" fmla="*/ 0 w 23767"/>
                    <a:gd name="connsiteY2" fmla="*/ 65300 h 65299"/>
                    <a:gd name="connsiteX3" fmla="*/ 3857 w 23767"/>
                    <a:gd name="connsiteY3" fmla="*/ 65211 h 65299"/>
                    <a:gd name="connsiteX4" fmla="*/ 12147 w 23767"/>
                    <a:gd name="connsiteY4" fmla="*/ 59049 h 65299"/>
                    <a:gd name="connsiteX5" fmla="*/ 16668 w 23767"/>
                    <a:gd name="connsiteY5" fmla="*/ 45218 h 65299"/>
                    <a:gd name="connsiteX6" fmla="*/ 18708 w 23767"/>
                    <a:gd name="connsiteY6" fmla="*/ 33869 h 65299"/>
                    <a:gd name="connsiteX7" fmla="*/ 21767 w 23767"/>
                    <a:gd name="connsiteY7" fmla="*/ 23008 h 65299"/>
                    <a:gd name="connsiteX8" fmla="*/ 23451 w 23767"/>
                    <a:gd name="connsiteY8" fmla="*/ 15826 h 65299"/>
                    <a:gd name="connsiteX9" fmla="*/ 23673 w 23767"/>
                    <a:gd name="connsiteY9" fmla="*/ 9398 h 65299"/>
                    <a:gd name="connsiteX10" fmla="*/ 19107 w 23767"/>
                    <a:gd name="connsiteY10" fmla="*/ 177 h 65299"/>
                    <a:gd name="connsiteX11" fmla="*/ 18841 w 23767"/>
                    <a:gd name="connsiteY11" fmla="*/ 0 h 65299"/>
                    <a:gd name="connsiteX12" fmla="*/ 14097 w 23767"/>
                    <a:gd name="connsiteY12" fmla="*/ 9310 h 65299"/>
                    <a:gd name="connsiteX13" fmla="*/ 10285 w 23767"/>
                    <a:gd name="connsiteY13" fmla="*/ 18974 h 65299"/>
                    <a:gd name="connsiteX14" fmla="*/ 6650 w 23767"/>
                    <a:gd name="connsiteY14" fmla="*/ 39499 h 65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3767" h="65299">
                      <a:moveTo>
                        <a:pt x="6650" y="39499"/>
                      </a:moveTo>
                      <a:cubicBezTo>
                        <a:pt x="6605" y="44508"/>
                        <a:pt x="5940" y="49473"/>
                        <a:pt x="4876" y="53951"/>
                      </a:cubicBezTo>
                      <a:cubicBezTo>
                        <a:pt x="3768" y="58428"/>
                        <a:pt x="2172" y="62374"/>
                        <a:pt x="0" y="65300"/>
                      </a:cubicBezTo>
                      <a:lnTo>
                        <a:pt x="3857" y="65211"/>
                      </a:lnTo>
                      <a:cubicBezTo>
                        <a:pt x="7137" y="65122"/>
                        <a:pt x="9886" y="62684"/>
                        <a:pt x="12147" y="59049"/>
                      </a:cubicBezTo>
                      <a:cubicBezTo>
                        <a:pt x="14319" y="55414"/>
                        <a:pt x="16048" y="50582"/>
                        <a:pt x="16668" y="45218"/>
                      </a:cubicBezTo>
                      <a:cubicBezTo>
                        <a:pt x="17200" y="41405"/>
                        <a:pt x="17865" y="37593"/>
                        <a:pt x="18708" y="33869"/>
                      </a:cubicBezTo>
                      <a:cubicBezTo>
                        <a:pt x="19550" y="30145"/>
                        <a:pt x="20525" y="26466"/>
                        <a:pt x="21767" y="23008"/>
                      </a:cubicBezTo>
                      <a:cubicBezTo>
                        <a:pt x="22564" y="20481"/>
                        <a:pt x="23229" y="18176"/>
                        <a:pt x="23451" y="15826"/>
                      </a:cubicBezTo>
                      <a:cubicBezTo>
                        <a:pt x="23850" y="13610"/>
                        <a:pt x="23806" y="11349"/>
                        <a:pt x="23673" y="9398"/>
                      </a:cubicBezTo>
                      <a:cubicBezTo>
                        <a:pt x="23229" y="5364"/>
                        <a:pt x="21944" y="1995"/>
                        <a:pt x="19107" y="177"/>
                      </a:cubicBezTo>
                      <a:lnTo>
                        <a:pt x="18841" y="0"/>
                      </a:lnTo>
                      <a:cubicBezTo>
                        <a:pt x="17112" y="3059"/>
                        <a:pt x="15516" y="6118"/>
                        <a:pt x="14097" y="9310"/>
                      </a:cubicBezTo>
                      <a:cubicBezTo>
                        <a:pt x="12634" y="12457"/>
                        <a:pt x="11349" y="15693"/>
                        <a:pt x="10285" y="18974"/>
                      </a:cubicBezTo>
                      <a:cubicBezTo>
                        <a:pt x="8157" y="25535"/>
                        <a:pt x="6694" y="32406"/>
                        <a:pt x="6650" y="3949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61" name="Forme libre : forme 25960">
                  <a:extLst>
                    <a:ext uri="{FF2B5EF4-FFF2-40B4-BE49-F238E27FC236}">
                      <a16:creationId xmlns:a16="http://schemas.microsoft.com/office/drawing/2014/main" id="{C2BB07D8-7D28-4A5A-8201-91B7F2D711C6}"/>
                    </a:ext>
                  </a:extLst>
                </p:cNvPr>
                <p:cNvSpPr/>
                <p:nvPr/>
              </p:nvSpPr>
              <p:spPr>
                <a:xfrm>
                  <a:off x="6007352" y="1444684"/>
                  <a:ext cx="14515" cy="30980"/>
                </a:xfrm>
                <a:custGeom>
                  <a:avLst/>
                  <a:gdLst>
                    <a:gd name="connsiteX0" fmla="*/ 11955 w 14515"/>
                    <a:gd name="connsiteY0" fmla="*/ 194 h 30980"/>
                    <a:gd name="connsiteX1" fmla="*/ 14482 w 14515"/>
                    <a:gd name="connsiteY1" fmla="*/ 6046 h 30980"/>
                    <a:gd name="connsiteX2" fmla="*/ 13063 w 14515"/>
                    <a:gd name="connsiteY2" fmla="*/ 16863 h 30980"/>
                    <a:gd name="connsiteX3" fmla="*/ 9029 w 14515"/>
                    <a:gd name="connsiteY3" fmla="*/ 27059 h 30980"/>
                    <a:gd name="connsiteX4" fmla="*/ 4020 w 14515"/>
                    <a:gd name="connsiteY4" fmla="*/ 30960 h 30980"/>
                    <a:gd name="connsiteX5" fmla="*/ 384 w 14515"/>
                    <a:gd name="connsiteY5" fmla="*/ 25640 h 30980"/>
                    <a:gd name="connsiteX6" fmla="*/ 961 w 14515"/>
                    <a:gd name="connsiteY6" fmla="*/ 13804 h 30980"/>
                    <a:gd name="connsiteX7" fmla="*/ 6103 w 14515"/>
                    <a:gd name="connsiteY7" fmla="*/ 3076 h 30980"/>
                    <a:gd name="connsiteX8" fmla="*/ 11955 w 14515"/>
                    <a:gd name="connsiteY8" fmla="*/ 194 h 30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515" h="30980">
                      <a:moveTo>
                        <a:pt x="11955" y="194"/>
                      </a:moveTo>
                      <a:cubicBezTo>
                        <a:pt x="13551" y="859"/>
                        <a:pt x="14393" y="3076"/>
                        <a:pt x="14482" y="6046"/>
                      </a:cubicBezTo>
                      <a:cubicBezTo>
                        <a:pt x="14659" y="9060"/>
                        <a:pt x="14127" y="12828"/>
                        <a:pt x="13063" y="16863"/>
                      </a:cubicBezTo>
                      <a:cubicBezTo>
                        <a:pt x="12043" y="20897"/>
                        <a:pt x="10625" y="24487"/>
                        <a:pt x="9029" y="27059"/>
                      </a:cubicBezTo>
                      <a:cubicBezTo>
                        <a:pt x="7433" y="29630"/>
                        <a:pt x="5704" y="31182"/>
                        <a:pt x="4020" y="30960"/>
                      </a:cubicBezTo>
                      <a:cubicBezTo>
                        <a:pt x="2335" y="30738"/>
                        <a:pt x="1005" y="28743"/>
                        <a:pt x="384" y="25640"/>
                      </a:cubicBezTo>
                      <a:cubicBezTo>
                        <a:pt x="-236" y="22537"/>
                        <a:pt x="-148" y="18281"/>
                        <a:pt x="961" y="13804"/>
                      </a:cubicBezTo>
                      <a:cubicBezTo>
                        <a:pt x="2113" y="9326"/>
                        <a:pt x="4064" y="5514"/>
                        <a:pt x="6103" y="3076"/>
                      </a:cubicBezTo>
                      <a:cubicBezTo>
                        <a:pt x="8275" y="593"/>
                        <a:pt x="10359" y="-471"/>
                        <a:pt x="11955" y="19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62" name="Forme libre : forme 25961">
                  <a:extLst>
                    <a:ext uri="{FF2B5EF4-FFF2-40B4-BE49-F238E27FC236}">
                      <a16:creationId xmlns:a16="http://schemas.microsoft.com/office/drawing/2014/main" id="{F9E25FD7-30CC-47B5-A140-6FB84C3F55E5}"/>
                    </a:ext>
                  </a:extLst>
                </p:cNvPr>
                <p:cNvSpPr/>
                <p:nvPr/>
              </p:nvSpPr>
              <p:spPr>
                <a:xfrm>
                  <a:off x="6007426" y="1454809"/>
                  <a:ext cx="14274" cy="20812"/>
                </a:xfrm>
                <a:custGeom>
                  <a:avLst/>
                  <a:gdLst>
                    <a:gd name="connsiteX0" fmla="*/ 0 w 14274"/>
                    <a:gd name="connsiteY0" fmla="*/ 12945 h 20812"/>
                    <a:gd name="connsiteX1" fmla="*/ 3946 w 14274"/>
                    <a:gd name="connsiteY1" fmla="*/ 20791 h 20812"/>
                    <a:gd name="connsiteX2" fmla="*/ 8955 w 14274"/>
                    <a:gd name="connsiteY2" fmla="*/ 16890 h 20812"/>
                    <a:gd name="connsiteX3" fmla="*/ 12989 w 14274"/>
                    <a:gd name="connsiteY3" fmla="*/ 6694 h 20812"/>
                    <a:gd name="connsiteX4" fmla="*/ 14275 w 14274"/>
                    <a:gd name="connsiteY4" fmla="*/ 0 h 20812"/>
                    <a:gd name="connsiteX5" fmla="*/ 12767 w 14274"/>
                    <a:gd name="connsiteY5" fmla="*/ 3502 h 20812"/>
                    <a:gd name="connsiteX6" fmla="*/ 0 w 14274"/>
                    <a:gd name="connsiteY6" fmla="*/ 12945 h 20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4" h="20812">
                      <a:moveTo>
                        <a:pt x="0" y="12945"/>
                      </a:moveTo>
                      <a:cubicBezTo>
                        <a:pt x="266" y="17466"/>
                        <a:pt x="1862" y="20525"/>
                        <a:pt x="3946" y="20791"/>
                      </a:cubicBezTo>
                      <a:cubicBezTo>
                        <a:pt x="5674" y="21013"/>
                        <a:pt x="7403" y="19461"/>
                        <a:pt x="8955" y="16890"/>
                      </a:cubicBezTo>
                      <a:cubicBezTo>
                        <a:pt x="10551" y="14319"/>
                        <a:pt x="11969" y="10728"/>
                        <a:pt x="12989" y="6694"/>
                      </a:cubicBezTo>
                      <a:cubicBezTo>
                        <a:pt x="13654" y="4344"/>
                        <a:pt x="13964" y="2039"/>
                        <a:pt x="14275" y="0"/>
                      </a:cubicBezTo>
                      <a:cubicBezTo>
                        <a:pt x="13831" y="1197"/>
                        <a:pt x="13344" y="2350"/>
                        <a:pt x="12767" y="3502"/>
                      </a:cubicBezTo>
                      <a:cubicBezTo>
                        <a:pt x="9044" y="9354"/>
                        <a:pt x="4034" y="14186"/>
                        <a:pt x="0" y="12945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63" name="Forme libre : forme 25962">
                  <a:extLst>
                    <a:ext uri="{FF2B5EF4-FFF2-40B4-BE49-F238E27FC236}">
                      <a16:creationId xmlns:a16="http://schemas.microsoft.com/office/drawing/2014/main" id="{ADC98E6A-C8F5-4413-9573-985DFFAB654C}"/>
                    </a:ext>
                  </a:extLst>
                </p:cNvPr>
                <p:cNvSpPr/>
                <p:nvPr/>
              </p:nvSpPr>
              <p:spPr>
                <a:xfrm>
                  <a:off x="6009025" y="1443726"/>
                  <a:ext cx="14636" cy="30485"/>
                </a:xfrm>
                <a:custGeom>
                  <a:avLst/>
                  <a:gdLst>
                    <a:gd name="connsiteX0" fmla="*/ 12189 w 14636"/>
                    <a:gd name="connsiteY0" fmla="*/ 221 h 30485"/>
                    <a:gd name="connsiteX1" fmla="*/ 14627 w 14636"/>
                    <a:gd name="connsiteY1" fmla="*/ 6029 h 30485"/>
                    <a:gd name="connsiteX2" fmla="*/ 13120 w 14636"/>
                    <a:gd name="connsiteY2" fmla="*/ 16668 h 30485"/>
                    <a:gd name="connsiteX3" fmla="*/ 8997 w 14636"/>
                    <a:gd name="connsiteY3" fmla="*/ 26687 h 30485"/>
                    <a:gd name="connsiteX4" fmla="*/ 3943 w 14636"/>
                    <a:gd name="connsiteY4" fmla="*/ 30455 h 30485"/>
                    <a:gd name="connsiteX5" fmla="*/ 352 w 14636"/>
                    <a:gd name="connsiteY5" fmla="*/ 25135 h 30485"/>
                    <a:gd name="connsiteX6" fmla="*/ 1062 w 14636"/>
                    <a:gd name="connsiteY6" fmla="*/ 13432 h 30485"/>
                    <a:gd name="connsiteX7" fmla="*/ 6337 w 14636"/>
                    <a:gd name="connsiteY7" fmla="*/ 2926 h 30485"/>
                    <a:gd name="connsiteX8" fmla="*/ 12189 w 14636"/>
                    <a:gd name="connsiteY8" fmla="*/ 221 h 30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636" h="30485">
                      <a:moveTo>
                        <a:pt x="12189" y="221"/>
                      </a:moveTo>
                      <a:cubicBezTo>
                        <a:pt x="13740" y="886"/>
                        <a:pt x="14538" y="3103"/>
                        <a:pt x="14627" y="6029"/>
                      </a:cubicBezTo>
                      <a:cubicBezTo>
                        <a:pt x="14716" y="8955"/>
                        <a:pt x="14183" y="12678"/>
                        <a:pt x="13120" y="16668"/>
                      </a:cubicBezTo>
                      <a:cubicBezTo>
                        <a:pt x="12011" y="20658"/>
                        <a:pt x="10548" y="24160"/>
                        <a:pt x="8997" y="26687"/>
                      </a:cubicBezTo>
                      <a:cubicBezTo>
                        <a:pt x="7357" y="29214"/>
                        <a:pt x="5628" y="30721"/>
                        <a:pt x="3943" y="30455"/>
                      </a:cubicBezTo>
                      <a:cubicBezTo>
                        <a:pt x="2259" y="30233"/>
                        <a:pt x="929" y="28194"/>
                        <a:pt x="352" y="25135"/>
                      </a:cubicBezTo>
                      <a:cubicBezTo>
                        <a:pt x="-268" y="22032"/>
                        <a:pt x="-91" y="17821"/>
                        <a:pt x="1062" y="13432"/>
                      </a:cubicBezTo>
                      <a:cubicBezTo>
                        <a:pt x="2214" y="8999"/>
                        <a:pt x="4209" y="5275"/>
                        <a:pt x="6337" y="2926"/>
                      </a:cubicBezTo>
                      <a:cubicBezTo>
                        <a:pt x="8465" y="532"/>
                        <a:pt x="10593" y="-488"/>
                        <a:pt x="12189" y="22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64" name="Forme libre : forme 25963">
                  <a:extLst>
                    <a:ext uri="{FF2B5EF4-FFF2-40B4-BE49-F238E27FC236}">
                      <a16:creationId xmlns:a16="http://schemas.microsoft.com/office/drawing/2014/main" id="{EC982035-1426-4DF8-AA54-A32BB53511E2}"/>
                    </a:ext>
                  </a:extLst>
                </p:cNvPr>
                <p:cNvSpPr/>
                <p:nvPr/>
              </p:nvSpPr>
              <p:spPr>
                <a:xfrm>
                  <a:off x="6000808" y="1452600"/>
                  <a:ext cx="26346" cy="36606"/>
                </a:xfrm>
                <a:custGeom>
                  <a:avLst/>
                  <a:gdLst>
                    <a:gd name="connsiteX0" fmla="*/ 10165 w 26346"/>
                    <a:gd name="connsiteY0" fmla="*/ 36477 h 36606"/>
                    <a:gd name="connsiteX1" fmla="*/ 15928 w 26346"/>
                    <a:gd name="connsiteY1" fmla="*/ 35679 h 36606"/>
                    <a:gd name="connsiteX2" fmla="*/ 23686 w 26346"/>
                    <a:gd name="connsiteY2" fmla="*/ 21404 h 36606"/>
                    <a:gd name="connsiteX3" fmla="*/ 26346 w 26346"/>
                    <a:gd name="connsiteY3" fmla="*/ 6465 h 36606"/>
                    <a:gd name="connsiteX4" fmla="*/ 22489 w 26346"/>
                    <a:gd name="connsiteY4" fmla="*/ 81 h 36606"/>
                    <a:gd name="connsiteX5" fmla="*/ 18056 w 26346"/>
                    <a:gd name="connsiteY5" fmla="*/ 4248 h 36606"/>
                    <a:gd name="connsiteX6" fmla="*/ 8303 w 26346"/>
                    <a:gd name="connsiteY6" fmla="*/ 15907 h 36606"/>
                    <a:gd name="connsiteX7" fmla="*/ 102 w 26346"/>
                    <a:gd name="connsiteY7" fmla="*/ 31600 h 36606"/>
                    <a:gd name="connsiteX8" fmla="*/ 10165 w 26346"/>
                    <a:gd name="connsiteY8" fmla="*/ 36477 h 36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346" h="36606">
                      <a:moveTo>
                        <a:pt x="10165" y="36477"/>
                      </a:moveTo>
                      <a:cubicBezTo>
                        <a:pt x="12071" y="36654"/>
                        <a:pt x="14066" y="36831"/>
                        <a:pt x="15928" y="35679"/>
                      </a:cubicBezTo>
                      <a:cubicBezTo>
                        <a:pt x="19474" y="33462"/>
                        <a:pt x="21913" y="27300"/>
                        <a:pt x="23686" y="21404"/>
                      </a:cubicBezTo>
                      <a:cubicBezTo>
                        <a:pt x="25193" y="16483"/>
                        <a:pt x="26390" y="11208"/>
                        <a:pt x="26346" y="6465"/>
                      </a:cubicBezTo>
                      <a:cubicBezTo>
                        <a:pt x="26301" y="2962"/>
                        <a:pt x="25016" y="-584"/>
                        <a:pt x="22489" y="81"/>
                      </a:cubicBezTo>
                      <a:cubicBezTo>
                        <a:pt x="20982" y="524"/>
                        <a:pt x="19386" y="2431"/>
                        <a:pt x="18056" y="4248"/>
                      </a:cubicBezTo>
                      <a:cubicBezTo>
                        <a:pt x="14864" y="8548"/>
                        <a:pt x="11539" y="12494"/>
                        <a:pt x="8303" y="15907"/>
                      </a:cubicBezTo>
                      <a:cubicBezTo>
                        <a:pt x="5421" y="18700"/>
                        <a:pt x="-874" y="24286"/>
                        <a:pt x="102" y="31600"/>
                      </a:cubicBezTo>
                      <a:cubicBezTo>
                        <a:pt x="1077" y="38117"/>
                        <a:pt x="7505" y="36166"/>
                        <a:pt x="10165" y="3647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65" name="Forme libre : forme 25964">
                  <a:extLst>
                    <a:ext uri="{FF2B5EF4-FFF2-40B4-BE49-F238E27FC236}">
                      <a16:creationId xmlns:a16="http://schemas.microsoft.com/office/drawing/2014/main" id="{71A9F364-657C-4F16-8C9D-4BD98FC37E0C}"/>
                    </a:ext>
                  </a:extLst>
                </p:cNvPr>
                <p:cNvSpPr/>
                <p:nvPr/>
              </p:nvSpPr>
              <p:spPr>
                <a:xfrm>
                  <a:off x="6002027" y="1468053"/>
                  <a:ext cx="5255" cy="14023"/>
                </a:xfrm>
                <a:custGeom>
                  <a:avLst/>
                  <a:gdLst>
                    <a:gd name="connsiteX0" fmla="*/ 2562 w 5255"/>
                    <a:gd name="connsiteY0" fmla="*/ 13089 h 14023"/>
                    <a:gd name="connsiteX1" fmla="*/ 3803 w 5255"/>
                    <a:gd name="connsiteY1" fmla="*/ 14020 h 14023"/>
                    <a:gd name="connsiteX2" fmla="*/ 5045 w 5255"/>
                    <a:gd name="connsiteY2" fmla="*/ 12867 h 14023"/>
                    <a:gd name="connsiteX3" fmla="*/ 5222 w 5255"/>
                    <a:gd name="connsiteY3" fmla="*/ 10473 h 14023"/>
                    <a:gd name="connsiteX4" fmla="*/ 4734 w 5255"/>
                    <a:gd name="connsiteY4" fmla="*/ 4533 h 14023"/>
                    <a:gd name="connsiteX5" fmla="*/ 4247 w 5255"/>
                    <a:gd name="connsiteY5" fmla="*/ 2316 h 14023"/>
                    <a:gd name="connsiteX6" fmla="*/ 35 w 5255"/>
                    <a:gd name="connsiteY6" fmla="*/ 3469 h 14023"/>
                    <a:gd name="connsiteX7" fmla="*/ 2562 w 5255"/>
                    <a:gd name="connsiteY7" fmla="*/ 13089 h 14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255" h="14023">
                      <a:moveTo>
                        <a:pt x="2562" y="13089"/>
                      </a:moveTo>
                      <a:cubicBezTo>
                        <a:pt x="2917" y="13576"/>
                        <a:pt x="3316" y="13975"/>
                        <a:pt x="3803" y="14020"/>
                      </a:cubicBezTo>
                      <a:cubicBezTo>
                        <a:pt x="4247" y="14064"/>
                        <a:pt x="4779" y="13665"/>
                        <a:pt x="5045" y="12867"/>
                      </a:cubicBezTo>
                      <a:cubicBezTo>
                        <a:pt x="5310" y="12158"/>
                        <a:pt x="5266" y="11271"/>
                        <a:pt x="5222" y="10473"/>
                      </a:cubicBezTo>
                      <a:cubicBezTo>
                        <a:pt x="5089" y="8434"/>
                        <a:pt x="5000" y="6483"/>
                        <a:pt x="4734" y="4533"/>
                      </a:cubicBezTo>
                      <a:cubicBezTo>
                        <a:pt x="4646" y="3735"/>
                        <a:pt x="4468" y="2937"/>
                        <a:pt x="4247" y="2316"/>
                      </a:cubicBezTo>
                      <a:cubicBezTo>
                        <a:pt x="3360" y="-388"/>
                        <a:pt x="434" y="-1541"/>
                        <a:pt x="35" y="3469"/>
                      </a:cubicBezTo>
                      <a:cubicBezTo>
                        <a:pt x="-231" y="7326"/>
                        <a:pt x="1055" y="11182"/>
                        <a:pt x="2562" y="1308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66" name="Forme libre : forme 25965">
                  <a:extLst>
                    <a:ext uri="{FF2B5EF4-FFF2-40B4-BE49-F238E27FC236}">
                      <a16:creationId xmlns:a16="http://schemas.microsoft.com/office/drawing/2014/main" id="{1BA51982-F695-48FB-B1D5-7B7346A82D8F}"/>
                    </a:ext>
                  </a:extLst>
                </p:cNvPr>
                <p:cNvSpPr/>
                <p:nvPr/>
              </p:nvSpPr>
              <p:spPr>
                <a:xfrm>
                  <a:off x="6026843" y="1435126"/>
                  <a:ext cx="5127" cy="21190"/>
                </a:xfrm>
                <a:custGeom>
                  <a:avLst/>
                  <a:gdLst>
                    <a:gd name="connsiteX0" fmla="*/ 0 w 5127"/>
                    <a:gd name="connsiteY0" fmla="*/ 0 h 21190"/>
                    <a:gd name="connsiteX1" fmla="*/ 3591 w 5127"/>
                    <a:gd name="connsiteY1" fmla="*/ 4256 h 21190"/>
                    <a:gd name="connsiteX2" fmla="*/ 4344 w 5127"/>
                    <a:gd name="connsiteY2" fmla="*/ 21190 h 21190"/>
                    <a:gd name="connsiteX3" fmla="*/ 4477 w 5127"/>
                    <a:gd name="connsiteY3" fmla="*/ 18929 h 21190"/>
                    <a:gd name="connsiteX4" fmla="*/ 4389 w 5127"/>
                    <a:gd name="connsiteY4" fmla="*/ 13521 h 21190"/>
                    <a:gd name="connsiteX5" fmla="*/ 3281 w 5127"/>
                    <a:gd name="connsiteY5" fmla="*/ 6694 h 21190"/>
                    <a:gd name="connsiteX6" fmla="*/ 0 w 5127"/>
                    <a:gd name="connsiteY6" fmla="*/ 0 h 2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27" h="21190">
                      <a:moveTo>
                        <a:pt x="0" y="0"/>
                      </a:moveTo>
                      <a:cubicBezTo>
                        <a:pt x="0" y="0"/>
                        <a:pt x="2128" y="1064"/>
                        <a:pt x="3591" y="4256"/>
                      </a:cubicBezTo>
                      <a:cubicBezTo>
                        <a:pt x="5098" y="7492"/>
                        <a:pt x="5763" y="12413"/>
                        <a:pt x="4344" y="21190"/>
                      </a:cubicBezTo>
                      <a:cubicBezTo>
                        <a:pt x="4344" y="21190"/>
                        <a:pt x="4433" y="20304"/>
                        <a:pt x="4477" y="18929"/>
                      </a:cubicBezTo>
                      <a:cubicBezTo>
                        <a:pt x="4566" y="17555"/>
                        <a:pt x="4566" y="15649"/>
                        <a:pt x="4389" y="13521"/>
                      </a:cubicBezTo>
                      <a:cubicBezTo>
                        <a:pt x="4300" y="11437"/>
                        <a:pt x="3901" y="8999"/>
                        <a:pt x="3281" y="6694"/>
                      </a:cubicBezTo>
                      <a:cubicBezTo>
                        <a:pt x="2704" y="4389"/>
                        <a:pt x="1640" y="199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67" name="Forme libre : forme 25966">
                  <a:extLst>
                    <a:ext uri="{FF2B5EF4-FFF2-40B4-BE49-F238E27FC236}">
                      <a16:creationId xmlns:a16="http://schemas.microsoft.com/office/drawing/2014/main" id="{B4E66C8D-C73F-4E66-998A-FC456D4B1AC2}"/>
                    </a:ext>
                  </a:extLst>
                </p:cNvPr>
                <p:cNvSpPr/>
                <p:nvPr/>
              </p:nvSpPr>
              <p:spPr>
                <a:xfrm>
                  <a:off x="5995169" y="1473782"/>
                  <a:ext cx="10705" cy="24249"/>
                </a:xfrm>
                <a:custGeom>
                  <a:avLst/>
                  <a:gdLst>
                    <a:gd name="connsiteX0" fmla="*/ 155 w 10705"/>
                    <a:gd name="connsiteY0" fmla="*/ 0 h 24249"/>
                    <a:gd name="connsiteX1" fmla="*/ 776 w 10705"/>
                    <a:gd name="connsiteY1" fmla="*/ 11393 h 24249"/>
                    <a:gd name="connsiteX2" fmla="*/ 10706 w 10705"/>
                    <a:gd name="connsiteY2" fmla="*/ 24249 h 24249"/>
                    <a:gd name="connsiteX3" fmla="*/ 5475 w 10705"/>
                    <a:gd name="connsiteY3" fmla="*/ 19772 h 24249"/>
                    <a:gd name="connsiteX4" fmla="*/ 1707 w 10705"/>
                    <a:gd name="connsiteY4" fmla="*/ 12368 h 24249"/>
                    <a:gd name="connsiteX5" fmla="*/ 155 w 10705"/>
                    <a:gd name="connsiteY5" fmla="*/ 0 h 24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705" h="24249">
                      <a:moveTo>
                        <a:pt x="155" y="0"/>
                      </a:moveTo>
                      <a:cubicBezTo>
                        <a:pt x="155" y="0"/>
                        <a:pt x="-466" y="5541"/>
                        <a:pt x="776" y="11393"/>
                      </a:cubicBezTo>
                      <a:cubicBezTo>
                        <a:pt x="1928" y="17245"/>
                        <a:pt x="4987" y="23274"/>
                        <a:pt x="10706" y="24249"/>
                      </a:cubicBezTo>
                      <a:cubicBezTo>
                        <a:pt x="10706" y="24249"/>
                        <a:pt x="8135" y="23274"/>
                        <a:pt x="5475" y="19772"/>
                      </a:cubicBezTo>
                      <a:cubicBezTo>
                        <a:pt x="4145" y="17998"/>
                        <a:pt x="2726" y="15604"/>
                        <a:pt x="1707" y="12368"/>
                      </a:cubicBezTo>
                      <a:cubicBezTo>
                        <a:pt x="643" y="9132"/>
                        <a:pt x="-22" y="5054"/>
                        <a:pt x="1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68" name="Forme libre : forme 25967">
                  <a:extLst>
                    <a:ext uri="{FF2B5EF4-FFF2-40B4-BE49-F238E27FC236}">
                      <a16:creationId xmlns:a16="http://schemas.microsoft.com/office/drawing/2014/main" id="{1F957B97-41CF-49A9-B8DB-5350B32B46B6}"/>
                    </a:ext>
                  </a:extLst>
                </p:cNvPr>
                <p:cNvSpPr/>
                <p:nvPr/>
              </p:nvSpPr>
              <p:spPr>
                <a:xfrm>
                  <a:off x="6009567" y="1450485"/>
                  <a:ext cx="6129" cy="11424"/>
                </a:xfrm>
                <a:custGeom>
                  <a:avLst/>
                  <a:gdLst>
                    <a:gd name="connsiteX0" fmla="*/ 5795 w 6129"/>
                    <a:gd name="connsiteY0" fmla="*/ 290 h 11424"/>
                    <a:gd name="connsiteX1" fmla="*/ 4509 w 6129"/>
                    <a:gd name="connsiteY1" fmla="*/ 7339 h 11424"/>
                    <a:gd name="connsiteX2" fmla="*/ 475 w 6129"/>
                    <a:gd name="connsiteY2" fmla="*/ 11195 h 11424"/>
                    <a:gd name="connsiteX3" fmla="*/ 1495 w 6129"/>
                    <a:gd name="connsiteY3" fmla="*/ 3925 h 11424"/>
                    <a:gd name="connsiteX4" fmla="*/ 5795 w 6129"/>
                    <a:gd name="connsiteY4" fmla="*/ 290 h 11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29" h="11424">
                      <a:moveTo>
                        <a:pt x="5795" y="290"/>
                      </a:moveTo>
                      <a:cubicBezTo>
                        <a:pt x="6593" y="1265"/>
                        <a:pt x="5884" y="4368"/>
                        <a:pt x="4509" y="7339"/>
                      </a:cubicBezTo>
                      <a:cubicBezTo>
                        <a:pt x="3002" y="10309"/>
                        <a:pt x="1362" y="12082"/>
                        <a:pt x="475" y="11195"/>
                      </a:cubicBezTo>
                      <a:cubicBezTo>
                        <a:pt x="-456" y="10309"/>
                        <a:pt x="32" y="6984"/>
                        <a:pt x="1495" y="3925"/>
                      </a:cubicBezTo>
                      <a:cubicBezTo>
                        <a:pt x="3046" y="866"/>
                        <a:pt x="5041" y="-685"/>
                        <a:pt x="5795" y="29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69" name="Forme libre : forme 25968">
                  <a:extLst>
                    <a:ext uri="{FF2B5EF4-FFF2-40B4-BE49-F238E27FC236}">
                      <a16:creationId xmlns:a16="http://schemas.microsoft.com/office/drawing/2014/main" id="{BE936F99-0359-408E-BA37-A05C3D296DB5}"/>
                    </a:ext>
                  </a:extLst>
                </p:cNvPr>
                <p:cNvSpPr/>
                <p:nvPr/>
              </p:nvSpPr>
              <p:spPr>
                <a:xfrm>
                  <a:off x="6013865" y="1448927"/>
                  <a:ext cx="2018" cy="3240"/>
                </a:xfrm>
                <a:custGeom>
                  <a:avLst/>
                  <a:gdLst>
                    <a:gd name="connsiteX0" fmla="*/ 1541 w 2018"/>
                    <a:gd name="connsiteY0" fmla="*/ 30 h 3240"/>
                    <a:gd name="connsiteX1" fmla="*/ 1852 w 2018"/>
                    <a:gd name="connsiteY1" fmla="*/ 1892 h 3240"/>
                    <a:gd name="connsiteX2" fmla="*/ 477 w 2018"/>
                    <a:gd name="connsiteY2" fmla="*/ 3222 h 3240"/>
                    <a:gd name="connsiteX3" fmla="*/ 167 w 2018"/>
                    <a:gd name="connsiteY3" fmla="*/ 1360 h 3240"/>
                    <a:gd name="connsiteX4" fmla="*/ 1541 w 2018"/>
                    <a:gd name="connsiteY4" fmla="*/ 30 h 3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" h="3240">
                      <a:moveTo>
                        <a:pt x="1541" y="30"/>
                      </a:moveTo>
                      <a:cubicBezTo>
                        <a:pt x="2029" y="208"/>
                        <a:pt x="2162" y="1050"/>
                        <a:pt x="1852" y="1892"/>
                      </a:cubicBezTo>
                      <a:cubicBezTo>
                        <a:pt x="1541" y="2734"/>
                        <a:pt x="965" y="3355"/>
                        <a:pt x="477" y="3222"/>
                      </a:cubicBezTo>
                      <a:cubicBezTo>
                        <a:pt x="-10" y="3089"/>
                        <a:pt x="-143" y="2247"/>
                        <a:pt x="167" y="1360"/>
                      </a:cubicBezTo>
                      <a:cubicBezTo>
                        <a:pt x="477" y="474"/>
                        <a:pt x="1098" y="-147"/>
                        <a:pt x="15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70" name="Forme libre : forme 25969">
                  <a:extLst>
                    <a:ext uri="{FF2B5EF4-FFF2-40B4-BE49-F238E27FC236}">
                      <a16:creationId xmlns:a16="http://schemas.microsoft.com/office/drawing/2014/main" id="{275356B4-5B16-45C1-B231-9F1C5A1C1C66}"/>
                    </a:ext>
                  </a:extLst>
                </p:cNvPr>
                <p:cNvSpPr/>
                <p:nvPr/>
              </p:nvSpPr>
              <p:spPr>
                <a:xfrm>
                  <a:off x="6000398" y="1434246"/>
                  <a:ext cx="23087" cy="25723"/>
                </a:xfrm>
                <a:custGeom>
                  <a:avLst/>
                  <a:gdLst>
                    <a:gd name="connsiteX0" fmla="*/ 13590 w 23087"/>
                    <a:gd name="connsiteY0" fmla="*/ 348 h 25723"/>
                    <a:gd name="connsiteX1" fmla="*/ 21791 w 23087"/>
                    <a:gd name="connsiteY1" fmla="*/ 1766 h 25723"/>
                    <a:gd name="connsiteX2" fmla="*/ 22855 w 23087"/>
                    <a:gd name="connsiteY2" fmla="*/ 4958 h 25723"/>
                    <a:gd name="connsiteX3" fmla="*/ 19929 w 23087"/>
                    <a:gd name="connsiteY3" fmla="*/ 7485 h 25723"/>
                    <a:gd name="connsiteX4" fmla="*/ 10353 w 23087"/>
                    <a:gd name="connsiteY4" fmla="*/ 11741 h 25723"/>
                    <a:gd name="connsiteX5" fmla="*/ 5122 w 23087"/>
                    <a:gd name="connsiteY5" fmla="*/ 20474 h 25723"/>
                    <a:gd name="connsiteX6" fmla="*/ 423 w 23087"/>
                    <a:gd name="connsiteY6" fmla="*/ 25173 h 25723"/>
                    <a:gd name="connsiteX7" fmla="*/ 1532 w 23087"/>
                    <a:gd name="connsiteY7" fmla="*/ 15287 h 25723"/>
                    <a:gd name="connsiteX8" fmla="*/ 6186 w 23087"/>
                    <a:gd name="connsiteY8" fmla="*/ 5800 h 25723"/>
                    <a:gd name="connsiteX9" fmla="*/ 13590 w 23087"/>
                    <a:gd name="connsiteY9" fmla="*/ 348 h 25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087" h="25723">
                      <a:moveTo>
                        <a:pt x="13590" y="348"/>
                      </a:moveTo>
                      <a:cubicBezTo>
                        <a:pt x="16826" y="-539"/>
                        <a:pt x="19441" y="392"/>
                        <a:pt x="21791" y="1766"/>
                      </a:cubicBezTo>
                      <a:cubicBezTo>
                        <a:pt x="22633" y="2254"/>
                        <a:pt x="23520" y="3318"/>
                        <a:pt x="22855" y="4958"/>
                      </a:cubicBezTo>
                      <a:cubicBezTo>
                        <a:pt x="22234" y="6421"/>
                        <a:pt x="20993" y="7219"/>
                        <a:pt x="19929" y="7485"/>
                      </a:cubicBezTo>
                      <a:cubicBezTo>
                        <a:pt x="16693" y="8460"/>
                        <a:pt x="13501" y="8416"/>
                        <a:pt x="10353" y="11741"/>
                      </a:cubicBezTo>
                      <a:cubicBezTo>
                        <a:pt x="9378" y="12760"/>
                        <a:pt x="7073" y="16883"/>
                        <a:pt x="5122" y="20474"/>
                      </a:cubicBezTo>
                      <a:cubicBezTo>
                        <a:pt x="3083" y="24021"/>
                        <a:pt x="1354" y="26991"/>
                        <a:pt x="423" y="25173"/>
                      </a:cubicBezTo>
                      <a:cubicBezTo>
                        <a:pt x="-508" y="23355"/>
                        <a:pt x="202" y="19277"/>
                        <a:pt x="1532" y="15287"/>
                      </a:cubicBezTo>
                      <a:cubicBezTo>
                        <a:pt x="2861" y="11297"/>
                        <a:pt x="4945" y="7441"/>
                        <a:pt x="6186" y="5800"/>
                      </a:cubicBezTo>
                      <a:cubicBezTo>
                        <a:pt x="8492" y="2830"/>
                        <a:pt x="11151" y="968"/>
                        <a:pt x="13590" y="34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01" name="Graphique 2">
                <a:extLst>
                  <a:ext uri="{FF2B5EF4-FFF2-40B4-BE49-F238E27FC236}">
                    <a16:creationId xmlns:a16="http://schemas.microsoft.com/office/drawing/2014/main" id="{1B08D7C8-E8A4-4BA2-92F1-96D2B4784337}"/>
                  </a:ext>
                </a:extLst>
              </p:cNvPr>
              <p:cNvGrpSpPr/>
              <p:nvPr/>
            </p:nvGrpSpPr>
            <p:grpSpPr>
              <a:xfrm>
                <a:off x="6017960" y="1391701"/>
                <a:ext cx="70578" cy="43613"/>
                <a:chOff x="6017960" y="1391701"/>
                <a:chExt cx="70578" cy="43613"/>
              </a:xfrm>
              <a:solidFill>
                <a:schemeClr val="accent1"/>
              </a:solidFill>
            </p:grpSpPr>
            <p:sp>
              <p:nvSpPr>
                <p:cNvPr id="25947" name="Forme libre : forme 25946">
                  <a:extLst>
                    <a:ext uri="{FF2B5EF4-FFF2-40B4-BE49-F238E27FC236}">
                      <a16:creationId xmlns:a16="http://schemas.microsoft.com/office/drawing/2014/main" id="{F5E26930-CC51-4C10-996D-5AE3EA186764}"/>
                    </a:ext>
                  </a:extLst>
                </p:cNvPr>
                <p:cNvSpPr/>
                <p:nvPr/>
              </p:nvSpPr>
              <p:spPr>
                <a:xfrm>
                  <a:off x="6017960" y="1391701"/>
                  <a:ext cx="70578" cy="43613"/>
                </a:xfrm>
                <a:custGeom>
                  <a:avLst/>
                  <a:gdLst>
                    <a:gd name="connsiteX0" fmla="*/ 46830 w 70578"/>
                    <a:gd name="connsiteY0" fmla="*/ 34381 h 43613"/>
                    <a:gd name="connsiteX1" fmla="*/ 41909 w 70578"/>
                    <a:gd name="connsiteY1" fmla="*/ 34647 h 43613"/>
                    <a:gd name="connsiteX2" fmla="*/ 39427 w 70578"/>
                    <a:gd name="connsiteY2" fmla="*/ 34780 h 43613"/>
                    <a:gd name="connsiteX3" fmla="*/ 37831 w 70578"/>
                    <a:gd name="connsiteY3" fmla="*/ 35090 h 43613"/>
                    <a:gd name="connsiteX4" fmla="*/ 31625 w 70578"/>
                    <a:gd name="connsiteY4" fmla="*/ 37794 h 43613"/>
                    <a:gd name="connsiteX5" fmla="*/ 26837 w 70578"/>
                    <a:gd name="connsiteY5" fmla="*/ 40499 h 43613"/>
                    <a:gd name="connsiteX6" fmla="*/ 21429 w 70578"/>
                    <a:gd name="connsiteY6" fmla="*/ 42626 h 43613"/>
                    <a:gd name="connsiteX7" fmla="*/ 11188 w 70578"/>
                    <a:gd name="connsiteY7" fmla="*/ 42405 h 43613"/>
                    <a:gd name="connsiteX8" fmla="*/ 3341 w 70578"/>
                    <a:gd name="connsiteY8" fmla="*/ 37528 h 43613"/>
                    <a:gd name="connsiteX9" fmla="*/ 416 w 70578"/>
                    <a:gd name="connsiteY9" fmla="*/ 26534 h 43613"/>
                    <a:gd name="connsiteX10" fmla="*/ 4272 w 70578"/>
                    <a:gd name="connsiteY10" fmla="*/ 18067 h 43613"/>
                    <a:gd name="connsiteX11" fmla="*/ 12607 w 70578"/>
                    <a:gd name="connsiteY11" fmla="*/ 9733 h 43613"/>
                    <a:gd name="connsiteX12" fmla="*/ 29984 w 70578"/>
                    <a:gd name="connsiteY12" fmla="*/ 1886 h 43613"/>
                    <a:gd name="connsiteX13" fmla="*/ 34772 w 70578"/>
                    <a:gd name="connsiteY13" fmla="*/ 911 h 43613"/>
                    <a:gd name="connsiteX14" fmla="*/ 38806 w 70578"/>
                    <a:gd name="connsiteY14" fmla="*/ 512 h 43613"/>
                    <a:gd name="connsiteX15" fmla="*/ 46875 w 70578"/>
                    <a:gd name="connsiteY15" fmla="*/ 25 h 43613"/>
                    <a:gd name="connsiteX16" fmla="*/ 57558 w 70578"/>
                    <a:gd name="connsiteY16" fmla="*/ 1620 h 43613"/>
                    <a:gd name="connsiteX17" fmla="*/ 65582 w 70578"/>
                    <a:gd name="connsiteY17" fmla="*/ 5743 h 43613"/>
                    <a:gd name="connsiteX18" fmla="*/ 70237 w 70578"/>
                    <a:gd name="connsiteY18" fmla="*/ 16250 h 43613"/>
                    <a:gd name="connsiteX19" fmla="*/ 67134 w 70578"/>
                    <a:gd name="connsiteY19" fmla="*/ 25293 h 43613"/>
                    <a:gd name="connsiteX20" fmla="*/ 59287 w 70578"/>
                    <a:gd name="connsiteY20" fmla="*/ 32209 h 43613"/>
                    <a:gd name="connsiteX21" fmla="*/ 53436 w 70578"/>
                    <a:gd name="connsiteY21" fmla="*/ 33849 h 43613"/>
                    <a:gd name="connsiteX22" fmla="*/ 46830 w 70578"/>
                    <a:gd name="connsiteY22" fmla="*/ 34381 h 43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0578" h="43613">
                      <a:moveTo>
                        <a:pt x="46830" y="34381"/>
                      </a:moveTo>
                      <a:cubicBezTo>
                        <a:pt x="45234" y="34248"/>
                        <a:pt x="43550" y="34603"/>
                        <a:pt x="41909" y="34647"/>
                      </a:cubicBezTo>
                      <a:lnTo>
                        <a:pt x="39427" y="34780"/>
                      </a:lnTo>
                      <a:cubicBezTo>
                        <a:pt x="38851" y="34913"/>
                        <a:pt x="38363" y="35002"/>
                        <a:pt x="37831" y="35090"/>
                      </a:cubicBezTo>
                      <a:cubicBezTo>
                        <a:pt x="35747" y="35622"/>
                        <a:pt x="33664" y="36287"/>
                        <a:pt x="31625" y="37794"/>
                      </a:cubicBezTo>
                      <a:cubicBezTo>
                        <a:pt x="30162" y="38770"/>
                        <a:pt x="28521" y="39612"/>
                        <a:pt x="26837" y="40499"/>
                      </a:cubicBezTo>
                      <a:cubicBezTo>
                        <a:pt x="25064" y="41208"/>
                        <a:pt x="23335" y="42183"/>
                        <a:pt x="21429" y="42626"/>
                      </a:cubicBezTo>
                      <a:cubicBezTo>
                        <a:pt x="17793" y="43824"/>
                        <a:pt x="13981" y="44134"/>
                        <a:pt x="11188" y="42405"/>
                      </a:cubicBezTo>
                      <a:lnTo>
                        <a:pt x="3341" y="37528"/>
                      </a:lnTo>
                      <a:cubicBezTo>
                        <a:pt x="460" y="35755"/>
                        <a:pt x="-693" y="31810"/>
                        <a:pt x="416" y="26534"/>
                      </a:cubicBezTo>
                      <a:cubicBezTo>
                        <a:pt x="1125" y="23963"/>
                        <a:pt x="2145" y="20993"/>
                        <a:pt x="4272" y="18067"/>
                      </a:cubicBezTo>
                      <a:cubicBezTo>
                        <a:pt x="6223" y="15141"/>
                        <a:pt x="9060" y="12216"/>
                        <a:pt x="12607" y="9733"/>
                      </a:cubicBezTo>
                      <a:cubicBezTo>
                        <a:pt x="17572" y="6142"/>
                        <a:pt x="23689" y="3438"/>
                        <a:pt x="29984" y="1886"/>
                      </a:cubicBezTo>
                      <a:cubicBezTo>
                        <a:pt x="31580" y="1532"/>
                        <a:pt x="33221" y="1177"/>
                        <a:pt x="34772" y="911"/>
                      </a:cubicBezTo>
                      <a:lnTo>
                        <a:pt x="38806" y="512"/>
                      </a:lnTo>
                      <a:cubicBezTo>
                        <a:pt x="41511" y="335"/>
                        <a:pt x="44126" y="-108"/>
                        <a:pt x="46875" y="25"/>
                      </a:cubicBezTo>
                      <a:cubicBezTo>
                        <a:pt x="50687" y="202"/>
                        <a:pt x="54366" y="423"/>
                        <a:pt x="57558" y="1620"/>
                      </a:cubicBezTo>
                      <a:cubicBezTo>
                        <a:pt x="60750" y="2773"/>
                        <a:pt x="63499" y="4059"/>
                        <a:pt x="65582" y="5743"/>
                      </a:cubicBezTo>
                      <a:cubicBezTo>
                        <a:pt x="69749" y="9245"/>
                        <a:pt x="71345" y="13013"/>
                        <a:pt x="70237" y="16250"/>
                      </a:cubicBezTo>
                      <a:lnTo>
                        <a:pt x="67134" y="25293"/>
                      </a:lnTo>
                      <a:cubicBezTo>
                        <a:pt x="65981" y="28529"/>
                        <a:pt x="62834" y="30923"/>
                        <a:pt x="59287" y="32209"/>
                      </a:cubicBezTo>
                      <a:cubicBezTo>
                        <a:pt x="57470" y="32874"/>
                        <a:pt x="55475" y="33627"/>
                        <a:pt x="53436" y="33849"/>
                      </a:cubicBezTo>
                      <a:cubicBezTo>
                        <a:pt x="51263" y="34071"/>
                        <a:pt x="49091" y="34603"/>
                        <a:pt x="46830" y="3438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48" name="Forme libre : forme 25947">
                  <a:extLst>
                    <a:ext uri="{FF2B5EF4-FFF2-40B4-BE49-F238E27FC236}">
                      <a16:creationId xmlns:a16="http://schemas.microsoft.com/office/drawing/2014/main" id="{71F33977-4DF9-40D3-96E2-7BF03CCDE96A}"/>
                    </a:ext>
                  </a:extLst>
                </p:cNvPr>
                <p:cNvSpPr/>
                <p:nvPr/>
              </p:nvSpPr>
              <p:spPr>
                <a:xfrm>
                  <a:off x="6025691" y="1413489"/>
                  <a:ext cx="59270" cy="21825"/>
                </a:xfrm>
                <a:custGeom>
                  <a:avLst/>
                  <a:gdLst>
                    <a:gd name="connsiteX0" fmla="*/ 20968 w 59270"/>
                    <a:gd name="connsiteY0" fmla="*/ 4791 h 21825"/>
                    <a:gd name="connsiteX1" fmla="*/ 10506 w 59270"/>
                    <a:gd name="connsiteY1" fmla="*/ 12549 h 21825"/>
                    <a:gd name="connsiteX2" fmla="*/ 0 w 59270"/>
                    <a:gd name="connsiteY2" fmla="*/ 18489 h 21825"/>
                    <a:gd name="connsiteX3" fmla="*/ 3369 w 59270"/>
                    <a:gd name="connsiteY3" fmla="*/ 20617 h 21825"/>
                    <a:gd name="connsiteX4" fmla="*/ 13610 w 59270"/>
                    <a:gd name="connsiteY4" fmla="*/ 20839 h 21825"/>
                    <a:gd name="connsiteX5" fmla="*/ 19018 w 59270"/>
                    <a:gd name="connsiteY5" fmla="*/ 18711 h 21825"/>
                    <a:gd name="connsiteX6" fmla="*/ 23806 w 59270"/>
                    <a:gd name="connsiteY6" fmla="*/ 16006 h 21825"/>
                    <a:gd name="connsiteX7" fmla="*/ 30012 w 59270"/>
                    <a:gd name="connsiteY7" fmla="*/ 13302 h 21825"/>
                    <a:gd name="connsiteX8" fmla="*/ 31608 w 59270"/>
                    <a:gd name="connsiteY8" fmla="*/ 12992 h 21825"/>
                    <a:gd name="connsiteX9" fmla="*/ 34090 w 59270"/>
                    <a:gd name="connsiteY9" fmla="*/ 12859 h 21825"/>
                    <a:gd name="connsiteX10" fmla="*/ 39011 w 59270"/>
                    <a:gd name="connsiteY10" fmla="*/ 12593 h 21825"/>
                    <a:gd name="connsiteX11" fmla="*/ 45483 w 59270"/>
                    <a:gd name="connsiteY11" fmla="*/ 12105 h 21825"/>
                    <a:gd name="connsiteX12" fmla="*/ 51335 w 59270"/>
                    <a:gd name="connsiteY12" fmla="*/ 10465 h 21825"/>
                    <a:gd name="connsiteX13" fmla="*/ 59182 w 59270"/>
                    <a:gd name="connsiteY13" fmla="*/ 3549 h 21825"/>
                    <a:gd name="connsiteX14" fmla="*/ 59270 w 59270"/>
                    <a:gd name="connsiteY14" fmla="*/ 3239 h 21825"/>
                    <a:gd name="connsiteX15" fmla="*/ 49252 w 59270"/>
                    <a:gd name="connsiteY15" fmla="*/ 978 h 21825"/>
                    <a:gd name="connsiteX16" fmla="*/ 39189 w 59270"/>
                    <a:gd name="connsiteY16" fmla="*/ 3 h 21825"/>
                    <a:gd name="connsiteX17" fmla="*/ 29214 w 59270"/>
                    <a:gd name="connsiteY17" fmla="*/ 934 h 21825"/>
                    <a:gd name="connsiteX18" fmla="*/ 24825 w 59270"/>
                    <a:gd name="connsiteY18" fmla="*/ 2441 h 21825"/>
                    <a:gd name="connsiteX19" fmla="*/ 22742 w 59270"/>
                    <a:gd name="connsiteY19" fmla="*/ 3461 h 21825"/>
                    <a:gd name="connsiteX20" fmla="*/ 20968 w 59270"/>
                    <a:gd name="connsiteY20" fmla="*/ 4791 h 21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9270" h="21825">
                      <a:moveTo>
                        <a:pt x="20968" y="4791"/>
                      </a:moveTo>
                      <a:cubicBezTo>
                        <a:pt x="17466" y="7451"/>
                        <a:pt x="14053" y="10111"/>
                        <a:pt x="10506" y="12549"/>
                      </a:cubicBezTo>
                      <a:cubicBezTo>
                        <a:pt x="7093" y="15120"/>
                        <a:pt x="3458" y="17248"/>
                        <a:pt x="0" y="18489"/>
                      </a:cubicBezTo>
                      <a:lnTo>
                        <a:pt x="3369" y="20617"/>
                      </a:lnTo>
                      <a:cubicBezTo>
                        <a:pt x="6162" y="22346"/>
                        <a:pt x="9974" y="22036"/>
                        <a:pt x="13610" y="20839"/>
                      </a:cubicBezTo>
                      <a:cubicBezTo>
                        <a:pt x="15516" y="20395"/>
                        <a:pt x="17245" y="19420"/>
                        <a:pt x="19018" y="18711"/>
                      </a:cubicBezTo>
                      <a:cubicBezTo>
                        <a:pt x="20747" y="17824"/>
                        <a:pt x="22343" y="16982"/>
                        <a:pt x="23806" y="16006"/>
                      </a:cubicBezTo>
                      <a:cubicBezTo>
                        <a:pt x="25889" y="14499"/>
                        <a:pt x="27973" y="13834"/>
                        <a:pt x="30012" y="13302"/>
                      </a:cubicBezTo>
                      <a:cubicBezTo>
                        <a:pt x="30544" y="13214"/>
                        <a:pt x="31032" y="13081"/>
                        <a:pt x="31608" y="12992"/>
                      </a:cubicBezTo>
                      <a:lnTo>
                        <a:pt x="34090" y="12859"/>
                      </a:lnTo>
                      <a:cubicBezTo>
                        <a:pt x="35731" y="12815"/>
                        <a:pt x="37415" y="12460"/>
                        <a:pt x="39011" y="12593"/>
                      </a:cubicBezTo>
                      <a:cubicBezTo>
                        <a:pt x="41272" y="12815"/>
                        <a:pt x="43444" y="12283"/>
                        <a:pt x="45483" y="12105"/>
                      </a:cubicBezTo>
                      <a:cubicBezTo>
                        <a:pt x="47523" y="11884"/>
                        <a:pt x="49518" y="11130"/>
                        <a:pt x="51335" y="10465"/>
                      </a:cubicBezTo>
                      <a:cubicBezTo>
                        <a:pt x="54926" y="9180"/>
                        <a:pt x="58073" y="6786"/>
                        <a:pt x="59182" y="3549"/>
                      </a:cubicBezTo>
                      <a:lnTo>
                        <a:pt x="59270" y="3239"/>
                      </a:lnTo>
                      <a:cubicBezTo>
                        <a:pt x="55857" y="2486"/>
                        <a:pt x="52621" y="1333"/>
                        <a:pt x="49252" y="978"/>
                      </a:cubicBezTo>
                      <a:cubicBezTo>
                        <a:pt x="45927" y="225"/>
                        <a:pt x="42558" y="180"/>
                        <a:pt x="39189" y="3"/>
                      </a:cubicBezTo>
                      <a:cubicBezTo>
                        <a:pt x="35864" y="-41"/>
                        <a:pt x="32406" y="402"/>
                        <a:pt x="29214" y="934"/>
                      </a:cubicBezTo>
                      <a:cubicBezTo>
                        <a:pt x="27707" y="1377"/>
                        <a:pt x="26199" y="1643"/>
                        <a:pt x="24825" y="2441"/>
                      </a:cubicBezTo>
                      <a:cubicBezTo>
                        <a:pt x="24160" y="2796"/>
                        <a:pt x="23451" y="3106"/>
                        <a:pt x="22742" y="3461"/>
                      </a:cubicBezTo>
                      <a:cubicBezTo>
                        <a:pt x="22254" y="3904"/>
                        <a:pt x="21633" y="4347"/>
                        <a:pt x="20968" y="479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49" name="Forme libre : forme 25948">
                  <a:extLst>
                    <a:ext uri="{FF2B5EF4-FFF2-40B4-BE49-F238E27FC236}">
                      <a16:creationId xmlns:a16="http://schemas.microsoft.com/office/drawing/2014/main" id="{6FD9E07B-7180-404C-9E4D-7C96E1C9D789}"/>
                    </a:ext>
                  </a:extLst>
                </p:cNvPr>
                <p:cNvSpPr/>
                <p:nvPr/>
              </p:nvSpPr>
              <p:spPr>
                <a:xfrm>
                  <a:off x="6041352" y="1403656"/>
                  <a:ext cx="30994" cy="13560"/>
                </a:xfrm>
                <a:custGeom>
                  <a:avLst/>
                  <a:gdLst>
                    <a:gd name="connsiteX0" fmla="*/ 30974 w 30994"/>
                    <a:gd name="connsiteY0" fmla="*/ 6467 h 13560"/>
                    <a:gd name="connsiteX1" fmla="*/ 26142 w 30994"/>
                    <a:gd name="connsiteY1" fmla="*/ 10767 h 13560"/>
                    <a:gd name="connsiteX2" fmla="*/ 21488 w 30994"/>
                    <a:gd name="connsiteY2" fmla="*/ 12053 h 13560"/>
                    <a:gd name="connsiteX3" fmla="*/ 15902 w 30994"/>
                    <a:gd name="connsiteY3" fmla="*/ 12984 h 13560"/>
                    <a:gd name="connsiteX4" fmla="*/ 13198 w 30994"/>
                    <a:gd name="connsiteY4" fmla="*/ 13250 h 13560"/>
                    <a:gd name="connsiteX5" fmla="*/ 10760 w 30994"/>
                    <a:gd name="connsiteY5" fmla="*/ 13383 h 13560"/>
                    <a:gd name="connsiteX6" fmla="*/ 6371 w 30994"/>
                    <a:gd name="connsiteY6" fmla="*/ 13560 h 13560"/>
                    <a:gd name="connsiteX7" fmla="*/ 430 w 30994"/>
                    <a:gd name="connsiteY7" fmla="*/ 11610 h 13560"/>
                    <a:gd name="connsiteX8" fmla="*/ 2603 w 30994"/>
                    <a:gd name="connsiteY8" fmla="*/ 5315 h 13560"/>
                    <a:gd name="connsiteX9" fmla="*/ 7479 w 30994"/>
                    <a:gd name="connsiteY9" fmla="*/ 1990 h 13560"/>
                    <a:gd name="connsiteX10" fmla="*/ 14350 w 30994"/>
                    <a:gd name="connsiteY10" fmla="*/ 172 h 13560"/>
                    <a:gd name="connsiteX11" fmla="*/ 21089 w 30994"/>
                    <a:gd name="connsiteY11" fmla="*/ 128 h 13560"/>
                    <a:gd name="connsiteX12" fmla="*/ 26497 w 30994"/>
                    <a:gd name="connsiteY12" fmla="*/ 1591 h 13560"/>
                    <a:gd name="connsiteX13" fmla="*/ 30974 w 30994"/>
                    <a:gd name="connsiteY13" fmla="*/ 6467 h 13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994" h="13560">
                      <a:moveTo>
                        <a:pt x="30974" y="6467"/>
                      </a:moveTo>
                      <a:cubicBezTo>
                        <a:pt x="30753" y="8196"/>
                        <a:pt x="28847" y="9703"/>
                        <a:pt x="26142" y="10767"/>
                      </a:cubicBezTo>
                      <a:cubicBezTo>
                        <a:pt x="24768" y="11344"/>
                        <a:pt x="23217" y="11565"/>
                        <a:pt x="21488" y="12053"/>
                      </a:cubicBezTo>
                      <a:cubicBezTo>
                        <a:pt x="19759" y="12541"/>
                        <a:pt x="17897" y="12851"/>
                        <a:pt x="15902" y="12984"/>
                      </a:cubicBezTo>
                      <a:cubicBezTo>
                        <a:pt x="14838" y="13028"/>
                        <a:pt x="13996" y="13117"/>
                        <a:pt x="13198" y="13250"/>
                      </a:cubicBezTo>
                      <a:cubicBezTo>
                        <a:pt x="12400" y="13339"/>
                        <a:pt x="11557" y="13339"/>
                        <a:pt x="10760" y="13383"/>
                      </a:cubicBezTo>
                      <a:cubicBezTo>
                        <a:pt x="9252" y="13649"/>
                        <a:pt x="7656" y="13472"/>
                        <a:pt x="6371" y="13560"/>
                      </a:cubicBezTo>
                      <a:cubicBezTo>
                        <a:pt x="3667" y="13516"/>
                        <a:pt x="1361" y="13073"/>
                        <a:pt x="430" y="11610"/>
                      </a:cubicBezTo>
                      <a:cubicBezTo>
                        <a:pt x="-545" y="10058"/>
                        <a:pt x="120" y="7708"/>
                        <a:pt x="2603" y="5315"/>
                      </a:cubicBezTo>
                      <a:cubicBezTo>
                        <a:pt x="3755" y="4029"/>
                        <a:pt x="5529" y="3054"/>
                        <a:pt x="7479" y="1990"/>
                      </a:cubicBezTo>
                      <a:cubicBezTo>
                        <a:pt x="9474" y="1192"/>
                        <a:pt x="12045" y="305"/>
                        <a:pt x="14350" y="172"/>
                      </a:cubicBezTo>
                      <a:cubicBezTo>
                        <a:pt x="16744" y="-49"/>
                        <a:pt x="19005" y="-49"/>
                        <a:pt x="21089" y="128"/>
                      </a:cubicBezTo>
                      <a:cubicBezTo>
                        <a:pt x="23128" y="305"/>
                        <a:pt x="24990" y="1014"/>
                        <a:pt x="26497" y="1591"/>
                      </a:cubicBezTo>
                      <a:cubicBezTo>
                        <a:pt x="29556" y="2876"/>
                        <a:pt x="31196" y="4605"/>
                        <a:pt x="30974" y="646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50" name="Forme libre : forme 25949">
                  <a:extLst>
                    <a:ext uri="{FF2B5EF4-FFF2-40B4-BE49-F238E27FC236}">
                      <a16:creationId xmlns:a16="http://schemas.microsoft.com/office/drawing/2014/main" id="{51751C00-7AAC-4D48-92F8-AC84E874F23D}"/>
                    </a:ext>
                  </a:extLst>
                </p:cNvPr>
                <p:cNvSpPr/>
                <p:nvPr/>
              </p:nvSpPr>
              <p:spPr>
                <a:xfrm>
                  <a:off x="6041410" y="1407197"/>
                  <a:ext cx="22316" cy="9974"/>
                </a:xfrm>
                <a:custGeom>
                  <a:avLst/>
                  <a:gdLst>
                    <a:gd name="connsiteX0" fmla="*/ 4717 w 22316"/>
                    <a:gd name="connsiteY0" fmla="*/ 0 h 9974"/>
                    <a:gd name="connsiteX1" fmla="*/ 550 w 22316"/>
                    <a:gd name="connsiteY1" fmla="*/ 4389 h 9974"/>
                    <a:gd name="connsiteX2" fmla="*/ 417 w 22316"/>
                    <a:gd name="connsiteY2" fmla="*/ 8024 h 9974"/>
                    <a:gd name="connsiteX3" fmla="*/ 6357 w 22316"/>
                    <a:gd name="connsiteY3" fmla="*/ 9974 h 9974"/>
                    <a:gd name="connsiteX4" fmla="*/ 10746 w 22316"/>
                    <a:gd name="connsiteY4" fmla="*/ 9797 h 9974"/>
                    <a:gd name="connsiteX5" fmla="*/ 13184 w 22316"/>
                    <a:gd name="connsiteY5" fmla="*/ 9664 h 9974"/>
                    <a:gd name="connsiteX6" fmla="*/ 15888 w 22316"/>
                    <a:gd name="connsiteY6" fmla="*/ 9398 h 9974"/>
                    <a:gd name="connsiteX7" fmla="*/ 22316 w 22316"/>
                    <a:gd name="connsiteY7" fmla="*/ 8201 h 9974"/>
                    <a:gd name="connsiteX8" fmla="*/ 18681 w 22316"/>
                    <a:gd name="connsiteY8" fmla="*/ 8024 h 9974"/>
                    <a:gd name="connsiteX9" fmla="*/ 13894 w 22316"/>
                    <a:gd name="connsiteY9" fmla="*/ 6517 h 9974"/>
                    <a:gd name="connsiteX10" fmla="*/ 9815 w 22316"/>
                    <a:gd name="connsiteY10" fmla="*/ 4743 h 9974"/>
                    <a:gd name="connsiteX11" fmla="*/ 4717 w 22316"/>
                    <a:gd name="connsiteY11" fmla="*/ 0 h 9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316" h="9974">
                      <a:moveTo>
                        <a:pt x="4717" y="0"/>
                      </a:moveTo>
                      <a:cubicBezTo>
                        <a:pt x="2633" y="1286"/>
                        <a:pt x="1348" y="3059"/>
                        <a:pt x="550" y="4389"/>
                      </a:cubicBezTo>
                      <a:cubicBezTo>
                        <a:pt x="-159" y="5763"/>
                        <a:pt x="-159" y="7137"/>
                        <a:pt x="417" y="8024"/>
                      </a:cubicBezTo>
                      <a:cubicBezTo>
                        <a:pt x="1348" y="9487"/>
                        <a:pt x="3609" y="9930"/>
                        <a:pt x="6357" y="9974"/>
                      </a:cubicBezTo>
                      <a:cubicBezTo>
                        <a:pt x="7687" y="9886"/>
                        <a:pt x="9239" y="10063"/>
                        <a:pt x="10746" y="9797"/>
                      </a:cubicBezTo>
                      <a:cubicBezTo>
                        <a:pt x="11544" y="9753"/>
                        <a:pt x="12342" y="9753"/>
                        <a:pt x="13184" y="9664"/>
                      </a:cubicBezTo>
                      <a:cubicBezTo>
                        <a:pt x="13982" y="9576"/>
                        <a:pt x="14824" y="9443"/>
                        <a:pt x="15888" y="9398"/>
                      </a:cubicBezTo>
                      <a:cubicBezTo>
                        <a:pt x="18194" y="9221"/>
                        <a:pt x="20366" y="8822"/>
                        <a:pt x="22316" y="8201"/>
                      </a:cubicBezTo>
                      <a:cubicBezTo>
                        <a:pt x="21120" y="8246"/>
                        <a:pt x="19878" y="8246"/>
                        <a:pt x="18681" y="8024"/>
                      </a:cubicBezTo>
                      <a:cubicBezTo>
                        <a:pt x="17041" y="7669"/>
                        <a:pt x="15401" y="7093"/>
                        <a:pt x="13894" y="6517"/>
                      </a:cubicBezTo>
                      <a:cubicBezTo>
                        <a:pt x="12475" y="6029"/>
                        <a:pt x="11101" y="5453"/>
                        <a:pt x="9815" y="4743"/>
                      </a:cubicBezTo>
                      <a:cubicBezTo>
                        <a:pt x="7333" y="3635"/>
                        <a:pt x="5205" y="2128"/>
                        <a:pt x="4717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51" name="Forme libre : forme 25950">
                  <a:extLst>
                    <a:ext uri="{FF2B5EF4-FFF2-40B4-BE49-F238E27FC236}">
                      <a16:creationId xmlns:a16="http://schemas.microsoft.com/office/drawing/2014/main" id="{2875902C-A860-4B2B-B675-56A21C055F9A}"/>
                    </a:ext>
                  </a:extLst>
                </p:cNvPr>
                <p:cNvSpPr/>
                <p:nvPr/>
              </p:nvSpPr>
              <p:spPr>
                <a:xfrm>
                  <a:off x="6043504" y="1404908"/>
                  <a:ext cx="30226" cy="13256"/>
                </a:xfrm>
                <a:custGeom>
                  <a:avLst/>
                  <a:gdLst>
                    <a:gd name="connsiteX0" fmla="*/ 30197 w 30226"/>
                    <a:gd name="connsiteY0" fmla="*/ 6899 h 13256"/>
                    <a:gd name="connsiteX1" fmla="*/ 25365 w 30226"/>
                    <a:gd name="connsiteY1" fmla="*/ 11022 h 13256"/>
                    <a:gd name="connsiteX2" fmla="*/ 20799 w 30226"/>
                    <a:gd name="connsiteY2" fmla="*/ 12219 h 13256"/>
                    <a:gd name="connsiteX3" fmla="*/ 15346 w 30226"/>
                    <a:gd name="connsiteY3" fmla="*/ 13061 h 13256"/>
                    <a:gd name="connsiteX4" fmla="*/ 12509 w 30226"/>
                    <a:gd name="connsiteY4" fmla="*/ 13150 h 13256"/>
                    <a:gd name="connsiteX5" fmla="*/ 10248 w 30226"/>
                    <a:gd name="connsiteY5" fmla="*/ 13239 h 13256"/>
                    <a:gd name="connsiteX6" fmla="*/ 6036 w 30226"/>
                    <a:gd name="connsiteY6" fmla="*/ 13061 h 13256"/>
                    <a:gd name="connsiteX7" fmla="*/ 2579 w 30226"/>
                    <a:gd name="connsiteY7" fmla="*/ 12441 h 13256"/>
                    <a:gd name="connsiteX8" fmla="*/ 362 w 30226"/>
                    <a:gd name="connsiteY8" fmla="*/ 10756 h 13256"/>
                    <a:gd name="connsiteX9" fmla="*/ 273 w 30226"/>
                    <a:gd name="connsiteY9" fmla="*/ 8008 h 13256"/>
                    <a:gd name="connsiteX10" fmla="*/ 2623 w 30226"/>
                    <a:gd name="connsiteY10" fmla="*/ 4638 h 13256"/>
                    <a:gd name="connsiteX11" fmla="*/ 7499 w 30226"/>
                    <a:gd name="connsiteY11" fmla="*/ 1668 h 13256"/>
                    <a:gd name="connsiteX12" fmla="*/ 10736 w 30226"/>
                    <a:gd name="connsiteY12" fmla="*/ 604 h 13256"/>
                    <a:gd name="connsiteX13" fmla="*/ 14149 w 30226"/>
                    <a:gd name="connsiteY13" fmla="*/ 161 h 13256"/>
                    <a:gd name="connsiteX14" fmla="*/ 20754 w 30226"/>
                    <a:gd name="connsiteY14" fmla="*/ 205 h 13256"/>
                    <a:gd name="connsiteX15" fmla="*/ 26030 w 30226"/>
                    <a:gd name="connsiteY15" fmla="*/ 1801 h 13256"/>
                    <a:gd name="connsiteX16" fmla="*/ 30197 w 30226"/>
                    <a:gd name="connsiteY16" fmla="*/ 6899 h 13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0226" h="13256">
                      <a:moveTo>
                        <a:pt x="30197" y="6899"/>
                      </a:moveTo>
                      <a:cubicBezTo>
                        <a:pt x="29931" y="8761"/>
                        <a:pt x="28069" y="9870"/>
                        <a:pt x="25365" y="11022"/>
                      </a:cubicBezTo>
                      <a:cubicBezTo>
                        <a:pt x="24035" y="11554"/>
                        <a:pt x="22483" y="11953"/>
                        <a:pt x="20799" y="12219"/>
                      </a:cubicBezTo>
                      <a:cubicBezTo>
                        <a:pt x="19114" y="12529"/>
                        <a:pt x="17297" y="12973"/>
                        <a:pt x="15346" y="13061"/>
                      </a:cubicBezTo>
                      <a:cubicBezTo>
                        <a:pt x="14371" y="13150"/>
                        <a:pt x="13395" y="13150"/>
                        <a:pt x="12509" y="13150"/>
                      </a:cubicBezTo>
                      <a:cubicBezTo>
                        <a:pt x="11755" y="13239"/>
                        <a:pt x="10957" y="13283"/>
                        <a:pt x="10248" y="13239"/>
                      </a:cubicBezTo>
                      <a:cubicBezTo>
                        <a:pt x="8741" y="13106"/>
                        <a:pt x="7366" y="13327"/>
                        <a:pt x="6036" y="13061"/>
                      </a:cubicBezTo>
                      <a:cubicBezTo>
                        <a:pt x="4707" y="12928"/>
                        <a:pt x="3598" y="12840"/>
                        <a:pt x="2579" y="12441"/>
                      </a:cubicBezTo>
                      <a:cubicBezTo>
                        <a:pt x="1603" y="12086"/>
                        <a:pt x="805" y="11510"/>
                        <a:pt x="362" y="10756"/>
                      </a:cubicBezTo>
                      <a:cubicBezTo>
                        <a:pt x="-81" y="10003"/>
                        <a:pt x="-125" y="9072"/>
                        <a:pt x="273" y="8008"/>
                      </a:cubicBezTo>
                      <a:cubicBezTo>
                        <a:pt x="672" y="6988"/>
                        <a:pt x="1426" y="5747"/>
                        <a:pt x="2623" y="4638"/>
                      </a:cubicBezTo>
                      <a:cubicBezTo>
                        <a:pt x="3909" y="3663"/>
                        <a:pt x="5460" y="2333"/>
                        <a:pt x="7499" y="1668"/>
                      </a:cubicBezTo>
                      <a:cubicBezTo>
                        <a:pt x="8519" y="1269"/>
                        <a:pt x="9583" y="915"/>
                        <a:pt x="10736" y="604"/>
                      </a:cubicBezTo>
                      <a:cubicBezTo>
                        <a:pt x="11844" y="383"/>
                        <a:pt x="12952" y="294"/>
                        <a:pt x="14149" y="161"/>
                      </a:cubicBezTo>
                      <a:cubicBezTo>
                        <a:pt x="16499" y="-16"/>
                        <a:pt x="18715" y="-105"/>
                        <a:pt x="20754" y="205"/>
                      </a:cubicBezTo>
                      <a:cubicBezTo>
                        <a:pt x="22794" y="604"/>
                        <a:pt x="24567" y="1136"/>
                        <a:pt x="26030" y="1801"/>
                      </a:cubicBezTo>
                      <a:cubicBezTo>
                        <a:pt x="28956" y="2998"/>
                        <a:pt x="30463" y="5170"/>
                        <a:pt x="30197" y="689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52" name="Forme libre : forme 25951">
                  <a:extLst>
                    <a:ext uri="{FF2B5EF4-FFF2-40B4-BE49-F238E27FC236}">
                      <a16:creationId xmlns:a16="http://schemas.microsoft.com/office/drawing/2014/main" id="{5145BDBC-F77B-440C-A90A-2766416C56F5}"/>
                    </a:ext>
                  </a:extLst>
                </p:cNvPr>
                <p:cNvSpPr/>
                <p:nvPr/>
              </p:nvSpPr>
              <p:spPr>
                <a:xfrm>
                  <a:off x="6026434" y="1408244"/>
                  <a:ext cx="39918" cy="19562"/>
                </a:xfrm>
                <a:custGeom>
                  <a:avLst/>
                  <a:gdLst>
                    <a:gd name="connsiteX0" fmla="*/ 5995 w 39918"/>
                    <a:gd name="connsiteY0" fmla="*/ 16242 h 19562"/>
                    <a:gd name="connsiteX1" fmla="*/ 11049 w 39918"/>
                    <a:gd name="connsiteY1" fmla="*/ 19390 h 19562"/>
                    <a:gd name="connsiteX2" fmla="*/ 24348 w 39918"/>
                    <a:gd name="connsiteY2" fmla="*/ 17129 h 19562"/>
                    <a:gd name="connsiteX3" fmla="*/ 26831 w 39918"/>
                    <a:gd name="connsiteY3" fmla="*/ 16509 h 19562"/>
                    <a:gd name="connsiteX4" fmla="*/ 28028 w 39918"/>
                    <a:gd name="connsiteY4" fmla="*/ 16154 h 19562"/>
                    <a:gd name="connsiteX5" fmla="*/ 29224 w 39918"/>
                    <a:gd name="connsiteY5" fmla="*/ 15932 h 19562"/>
                    <a:gd name="connsiteX6" fmla="*/ 30377 w 39918"/>
                    <a:gd name="connsiteY6" fmla="*/ 15533 h 19562"/>
                    <a:gd name="connsiteX7" fmla="*/ 31973 w 39918"/>
                    <a:gd name="connsiteY7" fmla="*/ 15179 h 19562"/>
                    <a:gd name="connsiteX8" fmla="*/ 35121 w 39918"/>
                    <a:gd name="connsiteY8" fmla="*/ 14115 h 19562"/>
                    <a:gd name="connsiteX9" fmla="*/ 37248 w 39918"/>
                    <a:gd name="connsiteY9" fmla="*/ 12873 h 19562"/>
                    <a:gd name="connsiteX10" fmla="*/ 38933 w 39918"/>
                    <a:gd name="connsiteY10" fmla="*/ 11543 h 19562"/>
                    <a:gd name="connsiteX11" fmla="*/ 39598 w 39918"/>
                    <a:gd name="connsiteY11" fmla="*/ 8219 h 19562"/>
                    <a:gd name="connsiteX12" fmla="*/ 34411 w 39918"/>
                    <a:gd name="connsiteY12" fmla="*/ 5293 h 19562"/>
                    <a:gd name="connsiteX13" fmla="*/ 19826 w 39918"/>
                    <a:gd name="connsiteY13" fmla="*/ 904 h 19562"/>
                    <a:gd name="connsiteX14" fmla="*/ 15970 w 39918"/>
                    <a:gd name="connsiteY14" fmla="*/ 195 h 19562"/>
                    <a:gd name="connsiteX15" fmla="*/ 10960 w 39918"/>
                    <a:gd name="connsiteY15" fmla="*/ 150 h 19562"/>
                    <a:gd name="connsiteX16" fmla="*/ 1252 w 39918"/>
                    <a:gd name="connsiteY16" fmla="*/ 5603 h 19562"/>
                    <a:gd name="connsiteX17" fmla="*/ 1429 w 39918"/>
                    <a:gd name="connsiteY17" fmla="*/ 12430 h 19562"/>
                    <a:gd name="connsiteX18" fmla="*/ 5995 w 39918"/>
                    <a:gd name="connsiteY18" fmla="*/ 16242 h 19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9918" h="19562">
                      <a:moveTo>
                        <a:pt x="5995" y="16242"/>
                      </a:moveTo>
                      <a:cubicBezTo>
                        <a:pt x="7414" y="17661"/>
                        <a:pt x="8965" y="19035"/>
                        <a:pt x="11049" y="19390"/>
                      </a:cubicBezTo>
                      <a:cubicBezTo>
                        <a:pt x="15172" y="20188"/>
                        <a:pt x="20314" y="18016"/>
                        <a:pt x="24348" y="17129"/>
                      </a:cubicBezTo>
                      <a:cubicBezTo>
                        <a:pt x="25190" y="16863"/>
                        <a:pt x="26033" y="16642"/>
                        <a:pt x="26831" y="16509"/>
                      </a:cubicBezTo>
                      <a:cubicBezTo>
                        <a:pt x="27230" y="16420"/>
                        <a:pt x="27629" y="16287"/>
                        <a:pt x="28028" y="16154"/>
                      </a:cubicBezTo>
                      <a:cubicBezTo>
                        <a:pt x="28427" y="16109"/>
                        <a:pt x="28825" y="16021"/>
                        <a:pt x="29224" y="15932"/>
                      </a:cubicBezTo>
                      <a:cubicBezTo>
                        <a:pt x="29623" y="15843"/>
                        <a:pt x="30022" y="15710"/>
                        <a:pt x="30377" y="15533"/>
                      </a:cubicBezTo>
                      <a:cubicBezTo>
                        <a:pt x="30909" y="15400"/>
                        <a:pt x="31441" y="15312"/>
                        <a:pt x="31973" y="15179"/>
                      </a:cubicBezTo>
                      <a:cubicBezTo>
                        <a:pt x="33037" y="14913"/>
                        <a:pt x="34101" y="14558"/>
                        <a:pt x="35121" y="14115"/>
                      </a:cubicBezTo>
                      <a:cubicBezTo>
                        <a:pt x="35874" y="13760"/>
                        <a:pt x="36583" y="13361"/>
                        <a:pt x="37248" y="12873"/>
                      </a:cubicBezTo>
                      <a:cubicBezTo>
                        <a:pt x="37913" y="12474"/>
                        <a:pt x="38490" y="12031"/>
                        <a:pt x="38933" y="11543"/>
                      </a:cubicBezTo>
                      <a:cubicBezTo>
                        <a:pt x="39820" y="10568"/>
                        <a:pt x="40263" y="9371"/>
                        <a:pt x="39598" y="8219"/>
                      </a:cubicBezTo>
                      <a:cubicBezTo>
                        <a:pt x="38756" y="6756"/>
                        <a:pt x="36539" y="5825"/>
                        <a:pt x="34411" y="5293"/>
                      </a:cubicBezTo>
                      <a:cubicBezTo>
                        <a:pt x="29402" y="3608"/>
                        <a:pt x="24703" y="1791"/>
                        <a:pt x="19826" y="904"/>
                      </a:cubicBezTo>
                      <a:cubicBezTo>
                        <a:pt x="18762" y="594"/>
                        <a:pt x="17521" y="416"/>
                        <a:pt x="15970" y="195"/>
                      </a:cubicBezTo>
                      <a:cubicBezTo>
                        <a:pt x="14462" y="17"/>
                        <a:pt x="12689" y="-116"/>
                        <a:pt x="10960" y="150"/>
                      </a:cubicBezTo>
                      <a:cubicBezTo>
                        <a:pt x="7414" y="549"/>
                        <a:pt x="3513" y="2234"/>
                        <a:pt x="1252" y="5603"/>
                      </a:cubicBezTo>
                      <a:cubicBezTo>
                        <a:pt x="-832" y="8618"/>
                        <a:pt x="10" y="10834"/>
                        <a:pt x="1429" y="12430"/>
                      </a:cubicBezTo>
                      <a:cubicBezTo>
                        <a:pt x="2936" y="14115"/>
                        <a:pt x="5020" y="15267"/>
                        <a:pt x="5995" y="1624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53" name="Forme libre : forme 25952">
                  <a:extLst>
                    <a:ext uri="{FF2B5EF4-FFF2-40B4-BE49-F238E27FC236}">
                      <a16:creationId xmlns:a16="http://schemas.microsoft.com/office/drawing/2014/main" id="{10557DA8-8150-4F18-8250-295E101F8BBE}"/>
                    </a:ext>
                  </a:extLst>
                </p:cNvPr>
                <p:cNvSpPr/>
                <p:nvPr/>
              </p:nvSpPr>
              <p:spPr>
                <a:xfrm>
                  <a:off x="6032821" y="1403776"/>
                  <a:ext cx="11298" cy="12106"/>
                </a:xfrm>
                <a:custGeom>
                  <a:avLst/>
                  <a:gdLst>
                    <a:gd name="connsiteX0" fmla="*/ 51 w 11298"/>
                    <a:gd name="connsiteY0" fmla="*/ 10204 h 12106"/>
                    <a:gd name="connsiteX1" fmla="*/ 273 w 11298"/>
                    <a:gd name="connsiteY1" fmla="*/ 11800 h 12106"/>
                    <a:gd name="connsiteX2" fmla="*/ 2090 w 11298"/>
                    <a:gd name="connsiteY2" fmla="*/ 11844 h 12106"/>
                    <a:gd name="connsiteX3" fmla="*/ 3996 w 11298"/>
                    <a:gd name="connsiteY3" fmla="*/ 10204 h 12106"/>
                    <a:gd name="connsiteX4" fmla="*/ 8518 w 11298"/>
                    <a:gd name="connsiteY4" fmla="*/ 5771 h 12106"/>
                    <a:gd name="connsiteX5" fmla="*/ 10247 w 11298"/>
                    <a:gd name="connsiteY5" fmla="*/ 3998 h 12106"/>
                    <a:gd name="connsiteX6" fmla="*/ 11089 w 11298"/>
                    <a:gd name="connsiteY6" fmla="*/ 584 h 12106"/>
                    <a:gd name="connsiteX7" fmla="*/ 6568 w 11298"/>
                    <a:gd name="connsiteY7" fmla="*/ 1205 h 12106"/>
                    <a:gd name="connsiteX8" fmla="*/ 51 w 11298"/>
                    <a:gd name="connsiteY8" fmla="*/ 10204 h 12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98" h="12106">
                      <a:moveTo>
                        <a:pt x="51" y="10204"/>
                      </a:moveTo>
                      <a:cubicBezTo>
                        <a:pt x="-38" y="10825"/>
                        <a:pt x="-38" y="11445"/>
                        <a:pt x="273" y="11800"/>
                      </a:cubicBezTo>
                      <a:cubicBezTo>
                        <a:pt x="583" y="12155"/>
                        <a:pt x="1292" y="12243"/>
                        <a:pt x="2090" y="11844"/>
                      </a:cubicBezTo>
                      <a:cubicBezTo>
                        <a:pt x="2800" y="11490"/>
                        <a:pt x="3420" y="10825"/>
                        <a:pt x="3996" y="10204"/>
                      </a:cubicBezTo>
                      <a:cubicBezTo>
                        <a:pt x="5548" y="8785"/>
                        <a:pt x="7011" y="7145"/>
                        <a:pt x="8518" y="5771"/>
                      </a:cubicBezTo>
                      <a:cubicBezTo>
                        <a:pt x="9139" y="5195"/>
                        <a:pt x="9804" y="4618"/>
                        <a:pt x="10247" y="3998"/>
                      </a:cubicBezTo>
                      <a:cubicBezTo>
                        <a:pt x="11178" y="2712"/>
                        <a:pt x="11577" y="1338"/>
                        <a:pt x="11089" y="584"/>
                      </a:cubicBezTo>
                      <a:cubicBezTo>
                        <a:pt x="10557" y="-258"/>
                        <a:pt x="9139" y="-302"/>
                        <a:pt x="6568" y="1205"/>
                      </a:cubicBezTo>
                      <a:cubicBezTo>
                        <a:pt x="2622" y="3643"/>
                        <a:pt x="317" y="7677"/>
                        <a:pt x="51" y="1020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54" name="Forme libre : forme 25953">
                  <a:extLst>
                    <a:ext uri="{FF2B5EF4-FFF2-40B4-BE49-F238E27FC236}">
                      <a16:creationId xmlns:a16="http://schemas.microsoft.com/office/drawing/2014/main" id="{22FD8CC4-E124-4645-9ED5-87B082C03B2E}"/>
                    </a:ext>
                  </a:extLst>
                </p:cNvPr>
                <p:cNvSpPr/>
                <p:nvPr/>
              </p:nvSpPr>
              <p:spPr>
                <a:xfrm>
                  <a:off x="6065145" y="1415133"/>
                  <a:ext cx="18308" cy="10196"/>
                </a:xfrm>
                <a:custGeom>
                  <a:avLst/>
                  <a:gdLst>
                    <a:gd name="connsiteX0" fmla="*/ 18309 w 18308"/>
                    <a:gd name="connsiteY0" fmla="*/ 0 h 10196"/>
                    <a:gd name="connsiteX1" fmla="*/ 14940 w 18308"/>
                    <a:gd name="connsiteY1" fmla="*/ 4655 h 10196"/>
                    <a:gd name="connsiteX2" fmla="*/ 9310 w 18308"/>
                    <a:gd name="connsiteY2" fmla="*/ 7802 h 10196"/>
                    <a:gd name="connsiteX3" fmla="*/ 5187 w 18308"/>
                    <a:gd name="connsiteY3" fmla="*/ 8999 h 10196"/>
                    <a:gd name="connsiteX4" fmla="*/ 0 w 18308"/>
                    <a:gd name="connsiteY4" fmla="*/ 10196 h 10196"/>
                    <a:gd name="connsiteX5" fmla="*/ 1906 w 18308"/>
                    <a:gd name="connsiteY5" fmla="*/ 9664 h 10196"/>
                    <a:gd name="connsiteX6" fmla="*/ 6605 w 18308"/>
                    <a:gd name="connsiteY6" fmla="*/ 7935 h 10196"/>
                    <a:gd name="connsiteX7" fmla="*/ 12634 w 18308"/>
                    <a:gd name="connsiteY7" fmla="*/ 4921 h 10196"/>
                    <a:gd name="connsiteX8" fmla="*/ 18309 w 18308"/>
                    <a:gd name="connsiteY8" fmla="*/ 0 h 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308" h="10196">
                      <a:moveTo>
                        <a:pt x="18309" y="0"/>
                      </a:moveTo>
                      <a:cubicBezTo>
                        <a:pt x="18309" y="0"/>
                        <a:pt x="17688" y="2438"/>
                        <a:pt x="14940" y="4655"/>
                      </a:cubicBezTo>
                      <a:cubicBezTo>
                        <a:pt x="13565" y="5763"/>
                        <a:pt x="11748" y="6738"/>
                        <a:pt x="9310" y="7802"/>
                      </a:cubicBezTo>
                      <a:cubicBezTo>
                        <a:pt x="8068" y="8290"/>
                        <a:pt x="6738" y="8733"/>
                        <a:pt x="5187" y="8999"/>
                      </a:cubicBezTo>
                      <a:cubicBezTo>
                        <a:pt x="3635" y="9487"/>
                        <a:pt x="1906" y="9930"/>
                        <a:pt x="0" y="10196"/>
                      </a:cubicBezTo>
                      <a:cubicBezTo>
                        <a:pt x="0" y="10196"/>
                        <a:pt x="754" y="10063"/>
                        <a:pt x="1906" y="9664"/>
                      </a:cubicBezTo>
                      <a:cubicBezTo>
                        <a:pt x="3103" y="9354"/>
                        <a:pt x="4743" y="8512"/>
                        <a:pt x="6605" y="7935"/>
                      </a:cubicBezTo>
                      <a:cubicBezTo>
                        <a:pt x="8467" y="7270"/>
                        <a:pt x="10551" y="6162"/>
                        <a:pt x="12634" y="4921"/>
                      </a:cubicBezTo>
                      <a:cubicBezTo>
                        <a:pt x="14674" y="3768"/>
                        <a:pt x="16713" y="2172"/>
                        <a:pt x="183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55" name="Forme libre : forme 25954">
                  <a:extLst>
                    <a:ext uri="{FF2B5EF4-FFF2-40B4-BE49-F238E27FC236}">
                      <a16:creationId xmlns:a16="http://schemas.microsoft.com/office/drawing/2014/main" id="{41D33D08-AA78-4CBC-91D5-4DB0BC020360}"/>
                    </a:ext>
                  </a:extLst>
                </p:cNvPr>
                <p:cNvSpPr/>
                <p:nvPr/>
              </p:nvSpPr>
              <p:spPr>
                <a:xfrm>
                  <a:off x="6019921" y="1401257"/>
                  <a:ext cx="12729" cy="27396"/>
                </a:xfrm>
                <a:custGeom>
                  <a:avLst/>
                  <a:gdLst>
                    <a:gd name="connsiteX0" fmla="*/ 12730 w 12729"/>
                    <a:gd name="connsiteY0" fmla="*/ 0 h 27396"/>
                    <a:gd name="connsiteX1" fmla="*/ 9228 w 12729"/>
                    <a:gd name="connsiteY1" fmla="*/ 2704 h 27396"/>
                    <a:gd name="connsiteX2" fmla="*/ 3154 w 12729"/>
                    <a:gd name="connsiteY2" fmla="*/ 10063 h 27396"/>
                    <a:gd name="connsiteX3" fmla="*/ 7 w 12729"/>
                    <a:gd name="connsiteY3" fmla="*/ 19461 h 27396"/>
                    <a:gd name="connsiteX4" fmla="*/ 2888 w 12729"/>
                    <a:gd name="connsiteY4" fmla="*/ 27397 h 27396"/>
                    <a:gd name="connsiteX5" fmla="*/ 1160 w 12729"/>
                    <a:gd name="connsiteY5" fmla="*/ 20481 h 27396"/>
                    <a:gd name="connsiteX6" fmla="*/ 3154 w 12729"/>
                    <a:gd name="connsiteY6" fmla="*/ 11615 h 27396"/>
                    <a:gd name="connsiteX7" fmla="*/ 12730 w 12729"/>
                    <a:gd name="connsiteY7" fmla="*/ 0 h 27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729" h="27396">
                      <a:moveTo>
                        <a:pt x="12730" y="0"/>
                      </a:moveTo>
                      <a:cubicBezTo>
                        <a:pt x="12730" y="0"/>
                        <a:pt x="11223" y="975"/>
                        <a:pt x="9228" y="2704"/>
                      </a:cubicBezTo>
                      <a:cubicBezTo>
                        <a:pt x="7321" y="4522"/>
                        <a:pt x="4883" y="7049"/>
                        <a:pt x="3154" y="10063"/>
                      </a:cubicBezTo>
                      <a:cubicBezTo>
                        <a:pt x="1337" y="13033"/>
                        <a:pt x="184" y="16403"/>
                        <a:pt x="7" y="19461"/>
                      </a:cubicBezTo>
                      <a:cubicBezTo>
                        <a:pt x="-82" y="22564"/>
                        <a:pt x="672" y="25269"/>
                        <a:pt x="2888" y="27397"/>
                      </a:cubicBezTo>
                      <a:cubicBezTo>
                        <a:pt x="2888" y="27397"/>
                        <a:pt x="1248" y="25180"/>
                        <a:pt x="1160" y="20481"/>
                      </a:cubicBezTo>
                      <a:cubicBezTo>
                        <a:pt x="1071" y="18131"/>
                        <a:pt x="1647" y="15161"/>
                        <a:pt x="3154" y="11615"/>
                      </a:cubicBezTo>
                      <a:cubicBezTo>
                        <a:pt x="4839" y="8068"/>
                        <a:pt x="7499" y="3813"/>
                        <a:pt x="127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56" name="Forme libre : forme 25955">
                  <a:extLst>
                    <a:ext uri="{FF2B5EF4-FFF2-40B4-BE49-F238E27FC236}">
                      <a16:creationId xmlns:a16="http://schemas.microsoft.com/office/drawing/2014/main" id="{F409161B-8F15-4B76-AABF-183E7382081D}"/>
                    </a:ext>
                  </a:extLst>
                </p:cNvPr>
                <p:cNvSpPr/>
                <p:nvPr/>
              </p:nvSpPr>
              <p:spPr>
                <a:xfrm>
                  <a:off x="6053196" y="1404939"/>
                  <a:ext cx="12484" cy="4297"/>
                </a:xfrm>
                <a:custGeom>
                  <a:avLst/>
                  <a:gdLst>
                    <a:gd name="connsiteX0" fmla="*/ 12348 w 12484"/>
                    <a:gd name="connsiteY0" fmla="*/ 3056 h 4297"/>
                    <a:gd name="connsiteX1" fmla="*/ 5255 w 12484"/>
                    <a:gd name="connsiteY1" fmla="*/ 4209 h 4297"/>
                    <a:gd name="connsiteX2" fmla="*/ 1265 w 12484"/>
                    <a:gd name="connsiteY2" fmla="*/ 3189 h 4297"/>
                    <a:gd name="connsiteX3" fmla="*/ 68 w 12484"/>
                    <a:gd name="connsiteY3" fmla="*/ 1682 h 4297"/>
                    <a:gd name="connsiteX4" fmla="*/ 7427 w 12484"/>
                    <a:gd name="connsiteY4" fmla="*/ 86 h 4297"/>
                    <a:gd name="connsiteX5" fmla="*/ 12348 w 12484"/>
                    <a:gd name="connsiteY5" fmla="*/ 3056 h 4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484" h="4297">
                      <a:moveTo>
                        <a:pt x="12348" y="3056"/>
                      </a:moveTo>
                      <a:cubicBezTo>
                        <a:pt x="11639" y="3987"/>
                        <a:pt x="8536" y="4519"/>
                        <a:pt x="5255" y="4209"/>
                      </a:cubicBezTo>
                      <a:cubicBezTo>
                        <a:pt x="3615" y="4031"/>
                        <a:pt x="2196" y="3588"/>
                        <a:pt x="1265" y="3189"/>
                      </a:cubicBezTo>
                      <a:cubicBezTo>
                        <a:pt x="335" y="2790"/>
                        <a:pt x="-198" y="2302"/>
                        <a:pt x="68" y="1682"/>
                      </a:cubicBezTo>
                      <a:cubicBezTo>
                        <a:pt x="645" y="307"/>
                        <a:pt x="3970" y="-225"/>
                        <a:pt x="7427" y="86"/>
                      </a:cubicBezTo>
                      <a:cubicBezTo>
                        <a:pt x="10930" y="307"/>
                        <a:pt x="13058" y="2081"/>
                        <a:pt x="12348" y="305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57" name="Forme libre : forme 25956">
                  <a:extLst>
                    <a:ext uri="{FF2B5EF4-FFF2-40B4-BE49-F238E27FC236}">
                      <a16:creationId xmlns:a16="http://schemas.microsoft.com/office/drawing/2014/main" id="{92A6A533-CA6D-4D96-89E5-346DD46FA6FC}"/>
                    </a:ext>
                  </a:extLst>
                </p:cNvPr>
                <p:cNvSpPr/>
                <p:nvPr/>
              </p:nvSpPr>
              <p:spPr>
                <a:xfrm>
                  <a:off x="6063904" y="1406529"/>
                  <a:ext cx="3370" cy="1869"/>
                </a:xfrm>
                <a:custGeom>
                  <a:avLst/>
                  <a:gdLst>
                    <a:gd name="connsiteX0" fmla="*/ 3369 w 3370"/>
                    <a:gd name="connsiteY0" fmla="*/ 1023 h 1869"/>
                    <a:gd name="connsiteX1" fmla="*/ 1685 w 3370"/>
                    <a:gd name="connsiteY1" fmla="*/ 1866 h 1869"/>
                    <a:gd name="connsiteX2" fmla="*/ 0 w 3370"/>
                    <a:gd name="connsiteY2" fmla="*/ 846 h 1869"/>
                    <a:gd name="connsiteX3" fmla="*/ 1685 w 3370"/>
                    <a:gd name="connsiteY3" fmla="*/ 4 h 1869"/>
                    <a:gd name="connsiteX4" fmla="*/ 3369 w 3370"/>
                    <a:gd name="connsiteY4" fmla="*/ 1023 h 1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70" h="1869">
                      <a:moveTo>
                        <a:pt x="3369" y="1023"/>
                      </a:moveTo>
                      <a:cubicBezTo>
                        <a:pt x="3369" y="1555"/>
                        <a:pt x="2571" y="1910"/>
                        <a:pt x="1685" y="1866"/>
                      </a:cubicBezTo>
                      <a:cubicBezTo>
                        <a:pt x="798" y="1821"/>
                        <a:pt x="0" y="1378"/>
                        <a:pt x="0" y="846"/>
                      </a:cubicBezTo>
                      <a:cubicBezTo>
                        <a:pt x="0" y="314"/>
                        <a:pt x="754" y="-41"/>
                        <a:pt x="1685" y="4"/>
                      </a:cubicBezTo>
                      <a:cubicBezTo>
                        <a:pt x="2660" y="48"/>
                        <a:pt x="3413" y="491"/>
                        <a:pt x="3369" y="10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58" name="Forme libre : forme 25957">
                  <a:extLst>
                    <a:ext uri="{FF2B5EF4-FFF2-40B4-BE49-F238E27FC236}">
                      <a16:creationId xmlns:a16="http://schemas.microsoft.com/office/drawing/2014/main" id="{F0B87676-B60A-4D81-AF28-29B44DC33ADA}"/>
                    </a:ext>
                  </a:extLst>
                </p:cNvPr>
                <p:cNvSpPr/>
                <p:nvPr/>
              </p:nvSpPr>
              <p:spPr>
                <a:xfrm>
                  <a:off x="6051277" y="1394386"/>
                  <a:ext cx="31009" cy="18084"/>
                </a:xfrm>
                <a:custGeom>
                  <a:avLst/>
                  <a:gdLst>
                    <a:gd name="connsiteX0" fmla="*/ 29827 w 31009"/>
                    <a:gd name="connsiteY0" fmla="*/ 7581 h 18084"/>
                    <a:gd name="connsiteX1" fmla="*/ 30359 w 31009"/>
                    <a:gd name="connsiteY1" fmla="*/ 16225 h 18084"/>
                    <a:gd name="connsiteX2" fmla="*/ 27522 w 31009"/>
                    <a:gd name="connsiteY2" fmla="*/ 18043 h 18084"/>
                    <a:gd name="connsiteX3" fmla="*/ 24330 w 31009"/>
                    <a:gd name="connsiteY3" fmla="*/ 15870 h 18084"/>
                    <a:gd name="connsiteX4" fmla="*/ 17503 w 31009"/>
                    <a:gd name="connsiteY4" fmla="*/ 7581 h 18084"/>
                    <a:gd name="connsiteX5" fmla="*/ 13380 w 31009"/>
                    <a:gd name="connsiteY5" fmla="*/ 6384 h 18084"/>
                    <a:gd name="connsiteX6" fmla="*/ 7085 w 31009"/>
                    <a:gd name="connsiteY6" fmla="*/ 5364 h 18084"/>
                    <a:gd name="connsiteX7" fmla="*/ 1632 w 31009"/>
                    <a:gd name="connsiteY7" fmla="*/ 4211 h 18084"/>
                    <a:gd name="connsiteX8" fmla="*/ 391 w 31009"/>
                    <a:gd name="connsiteY8" fmla="*/ 2571 h 18084"/>
                    <a:gd name="connsiteX9" fmla="*/ 10986 w 31009"/>
                    <a:gd name="connsiteY9" fmla="*/ 0 h 18084"/>
                    <a:gd name="connsiteX10" fmla="*/ 22202 w 31009"/>
                    <a:gd name="connsiteY10" fmla="*/ 1685 h 18084"/>
                    <a:gd name="connsiteX11" fmla="*/ 29827 w 31009"/>
                    <a:gd name="connsiteY11" fmla="*/ 7581 h 18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009" h="18084">
                      <a:moveTo>
                        <a:pt x="29827" y="7581"/>
                      </a:moveTo>
                      <a:cubicBezTo>
                        <a:pt x="31467" y="10595"/>
                        <a:pt x="31157" y="13565"/>
                        <a:pt x="30359" y="16225"/>
                      </a:cubicBezTo>
                      <a:cubicBezTo>
                        <a:pt x="30048" y="17245"/>
                        <a:pt x="29251" y="18309"/>
                        <a:pt x="27522" y="18043"/>
                      </a:cubicBezTo>
                      <a:cubicBezTo>
                        <a:pt x="25926" y="17954"/>
                        <a:pt x="24906" y="16801"/>
                        <a:pt x="24330" y="15870"/>
                      </a:cubicBezTo>
                      <a:cubicBezTo>
                        <a:pt x="22601" y="12989"/>
                        <a:pt x="21759" y="9487"/>
                        <a:pt x="17503" y="7581"/>
                      </a:cubicBezTo>
                      <a:cubicBezTo>
                        <a:pt x="16838" y="7270"/>
                        <a:pt x="15286" y="6871"/>
                        <a:pt x="13380" y="6384"/>
                      </a:cubicBezTo>
                      <a:cubicBezTo>
                        <a:pt x="11474" y="5852"/>
                        <a:pt x="9213" y="5763"/>
                        <a:pt x="7085" y="5364"/>
                      </a:cubicBezTo>
                      <a:cubicBezTo>
                        <a:pt x="4957" y="5054"/>
                        <a:pt x="3051" y="4610"/>
                        <a:pt x="1632" y="4211"/>
                      </a:cubicBezTo>
                      <a:cubicBezTo>
                        <a:pt x="214" y="3901"/>
                        <a:pt x="-496" y="3413"/>
                        <a:pt x="391" y="2571"/>
                      </a:cubicBezTo>
                      <a:cubicBezTo>
                        <a:pt x="2253" y="798"/>
                        <a:pt x="6376" y="266"/>
                        <a:pt x="10986" y="0"/>
                      </a:cubicBezTo>
                      <a:cubicBezTo>
                        <a:pt x="15552" y="44"/>
                        <a:pt x="20207" y="975"/>
                        <a:pt x="22202" y="1685"/>
                      </a:cubicBezTo>
                      <a:cubicBezTo>
                        <a:pt x="25970" y="3236"/>
                        <a:pt x="28541" y="5453"/>
                        <a:pt x="29827" y="758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02" name="Graphique 2">
                <a:extLst>
                  <a:ext uri="{FF2B5EF4-FFF2-40B4-BE49-F238E27FC236}">
                    <a16:creationId xmlns:a16="http://schemas.microsoft.com/office/drawing/2014/main" id="{08289998-3CF7-4D67-8EA9-90784713B42A}"/>
                  </a:ext>
                </a:extLst>
              </p:cNvPr>
              <p:cNvGrpSpPr/>
              <p:nvPr/>
            </p:nvGrpSpPr>
            <p:grpSpPr>
              <a:xfrm>
                <a:off x="6084490" y="1402423"/>
                <a:ext cx="62682" cy="59024"/>
                <a:chOff x="6084490" y="1402423"/>
                <a:chExt cx="62682" cy="59024"/>
              </a:xfrm>
              <a:solidFill>
                <a:schemeClr val="accent1"/>
              </a:solidFill>
            </p:grpSpPr>
            <p:sp>
              <p:nvSpPr>
                <p:cNvPr id="25935" name="Forme libre : forme 25934">
                  <a:extLst>
                    <a:ext uri="{FF2B5EF4-FFF2-40B4-BE49-F238E27FC236}">
                      <a16:creationId xmlns:a16="http://schemas.microsoft.com/office/drawing/2014/main" id="{6D622112-0A07-47E0-8345-AF3D1CE2D398}"/>
                    </a:ext>
                  </a:extLst>
                </p:cNvPr>
                <p:cNvSpPr/>
                <p:nvPr/>
              </p:nvSpPr>
              <p:spPr>
                <a:xfrm>
                  <a:off x="6084490" y="1402423"/>
                  <a:ext cx="62682" cy="59024"/>
                </a:xfrm>
                <a:custGeom>
                  <a:avLst/>
                  <a:gdLst>
                    <a:gd name="connsiteX0" fmla="*/ 28444 w 62682"/>
                    <a:gd name="connsiteY0" fmla="*/ 49637 h 59024"/>
                    <a:gd name="connsiteX1" fmla="*/ 24366 w 62682"/>
                    <a:gd name="connsiteY1" fmla="*/ 45470 h 59024"/>
                    <a:gd name="connsiteX2" fmla="*/ 20199 w 62682"/>
                    <a:gd name="connsiteY2" fmla="*/ 41569 h 59024"/>
                    <a:gd name="connsiteX3" fmla="*/ 11643 w 62682"/>
                    <a:gd name="connsiteY3" fmla="*/ 34653 h 59024"/>
                    <a:gd name="connsiteX4" fmla="*/ 6279 w 62682"/>
                    <a:gd name="connsiteY4" fmla="*/ 30087 h 59024"/>
                    <a:gd name="connsiteX5" fmla="*/ 2422 w 62682"/>
                    <a:gd name="connsiteY5" fmla="*/ 25033 h 59024"/>
                    <a:gd name="connsiteX6" fmla="*/ 427 w 62682"/>
                    <a:gd name="connsiteY6" fmla="*/ 14615 h 59024"/>
                    <a:gd name="connsiteX7" fmla="*/ 3530 w 62682"/>
                    <a:gd name="connsiteY7" fmla="*/ 5572 h 59024"/>
                    <a:gd name="connsiteX8" fmla="*/ 13593 w 62682"/>
                    <a:gd name="connsiteY8" fmla="*/ 30 h 59024"/>
                    <a:gd name="connsiteX9" fmla="*/ 22327 w 62682"/>
                    <a:gd name="connsiteY9" fmla="*/ 1360 h 59024"/>
                    <a:gd name="connsiteX10" fmla="*/ 31592 w 62682"/>
                    <a:gd name="connsiteY10" fmla="*/ 5838 h 59024"/>
                    <a:gd name="connsiteX11" fmla="*/ 43428 w 62682"/>
                    <a:gd name="connsiteY11" fmla="*/ 15059 h 59024"/>
                    <a:gd name="connsiteX12" fmla="*/ 48837 w 62682"/>
                    <a:gd name="connsiteY12" fmla="*/ 19979 h 59024"/>
                    <a:gd name="connsiteX13" fmla="*/ 53935 w 62682"/>
                    <a:gd name="connsiteY13" fmla="*/ 25033 h 59024"/>
                    <a:gd name="connsiteX14" fmla="*/ 62313 w 62682"/>
                    <a:gd name="connsiteY14" fmla="*/ 39795 h 59024"/>
                    <a:gd name="connsiteX15" fmla="*/ 59609 w 62682"/>
                    <a:gd name="connsiteY15" fmla="*/ 50745 h 59024"/>
                    <a:gd name="connsiteX16" fmla="*/ 52028 w 62682"/>
                    <a:gd name="connsiteY16" fmla="*/ 57084 h 59024"/>
                    <a:gd name="connsiteX17" fmla="*/ 40901 w 62682"/>
                    <a:gd name="connsiteY17" fmla="*/ 58104 h 59024"/>
                    <a:gd name="connsiteX18" fmla="*/ 28444 w 62682"/>
                    <a:gd name="connsiteY18" fmla="*/ 49637 h 59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2682" h="59024">
                      <a:moveTo>
                        <a:pt x="28444" y="49637"/>
                      </a:moveTo>
                      <a:cubicBezTo>
                        <a:pt x="27114" y="48174"/>
                        <a:pt x="25740" y="46755"/>
                        <a:pt x="24366" y="45470"/>
                      </a:cubicBezTo>
                      <a:cubicBezTo>
                        <a:pt x="22992" y="44140"/>
                        <a:pt x="21617" y="42721"/>
                        <a:pt x="20199" y="41569"/>
                      </a:cubicBezTo>
                      <a:cubicBezTo>
                        <a:pt x="17406" y="38997"/>
                        <a:pt x="14524" y="36781"/>
                        <a:pt x="11643" y="34653"/>
                      </a:cubicBezTo>
                      <a:cubicBezTo>
                        <a:pt x="9559" y="33367"/>
                        <a:pt x="7875" y="31550"/>
                        <a:pt x="6279" y="30087"/>
                      </a:cubicBezTo>
                      <a:cubicBezTo>
                        <a:pt x="4727" y="28579"/>
                        <a:pt x="3486" y="26629"/>
                        <a:pt x="2422" y="25033"/>
                      </a:cubicBezTo>
                      <a:cubicBezTo>
                        <a:pt x="383" y="21708"/>
                        <a:pt x="-637" y="17807"/>
                        <a:pt x="427" y="14615"/>
                      </a:cubicBezTo>
                      <a:lnTo>
                        <a:pt x="3530" y="5572"/>
                      </a:lnTo>
                      <a:cubicBezTo>
                        <a:pt x="4639" y="2247"/>
                        <a:pt x="8229" y="296"/>
                        <a:pt x="13593" y="30"/>
                      </a:cubicBezTo>
                      <a:cubicBezTo>
                        <a:pt x="16298" y="-147"/>
                        <a:pt x="19135" y="474"/>
                        <a:pt x="22327" y="1360"/>
                      </a:cubicBezTo>
                      <a:cubicBezTo>
                        <a:pt x="25519" y="2247"/>
                        <a:pt x="28489" y="3931"/>
                        <a:pt x="31592" y="5838"/>
                      </a:cubicBezTo>
                      <a:cubicBezTo>
                        <a:pt x="35759" y="8764"/>
                        <a:pt x="39793" y="11822"/>
                        <a:pt x="43428" y="15059"/>
                      </a:cubicBezTo>
                      <a:cubicBezTo>
                        <a:pt x="45334" y="16654"/>
                        <a:pt x="47063" y="18295"/>
                        <a:pt x="48837" y="19979"/>
                      </a:cubicBezTo>
                      <a:cubicBezTo>
                        <a:pt x="50610" y="21620"/>
                        <a:pt x="52339" y="23304"/>
                        <a:pt x="53935" y="25033"/>
                      </a:cubicBezTo>
                      <a:cubicBezTo>
                        <a:pt x="58634" y="29776"/>
                        <a:pt x="61382" y="35185"/>
                        <a:pt x="62313" y="39795"/>
                      </a:cubicBezTo>
                      <a:cubicBezTo>
                        <a:pt x="63288" y="44450"/>
                        <a:pt x="62313" y="48440"/>
                        <a:pt x="59609" y="50745"/>
                      </a:cubicBezTo>
                      <a:lnTo>
                        <a:pt x="52028" y="57084"/>
                      </a:lnTo>
                      <a:cubicBezTo>
                        <a:pt x="49280" y="59390"/>
                        <a:pt x="45201" y="59523"/>
                        <a:pt x="40901" y="58104"/>
                      </a:cubicBezTo>
                      <a:cubicBezTo>
                        <a:pt x="36690" y="56641"/>
                        <a:pt x="32257" y="53627"/>
                        <a:pt x="28444" y="4963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36" name="Forme libre : forme 25935">
                  <a:extLst>
                    <a:ext uri="{FF2B5EF4-FFF2-40B4-BE49-F238E27FC236}">
                      <a16:creationId xmlns:a16="http://schemas.microsoft.com/office/drawing/2014/main" id="{6C81CFA5-780D-4B74-9B10-19CB9A0F387B}"/>
                    </a:ext>
                  </a:extLst>
                </p:cNvPr>
                <p:cNvSpPr/>
                <p:nvPr/>
              </p:nvSpPr>
              <p:spPr>
                <a:xfrm>
                  <a:off x="6084527" y="1413093"/>
                  <a:ext cx="52346" cy="48323"/>
                </a:xfrm>
                <a:custGeom>
                  <a:avLst/>
                  <a:gdLst>
                    <a:gd name="connsiteX0" fmla="*/ 21669 w 52346"/>
                    <a:gd name="connsiteY0" fmla="*/ 17112 h 48323"/>
                    <a:gd name="connsiteX1" fmla="*/ 18522 w 52346"/>
                    <a:gd name="connsiteY1" fmla="*/ 15205 h 48323"/>
                    <a:gd name="connsiteX2" fmla="*/ 15463 w 52346"/>
                    <a:gd name="connsiteY2" fmla="*/ 13299 h 48323"/>
                    <a:gd name="connsiteX3" fmla="*/ 12670 w 52346"/>
                    <a:gd name="connsiteY3" fmla="*/ 11216 h 48323"/>
                    <a:gd name="connsiteX4" fmla="*/ 9966 w 52346"/>
                    <a:gd name="connsiteY4" fmla="*/ 9176 h 48323"/>
                    <a:gd name="connsiteX5" fmla="*/ 1764 w 52346"/>
                    <a:gd name="connsiteY5" fmla="*/ 0 h 48323"/>
                    <a:gd name="connsiteX6" fmla="*/ 435 w 52346"/>
                    <a:gd name="connsiteY6" fmla="*/ 3901 h 48323"/>
                    <a:gd name="connsiteX7" fmla="*/ 2429 w 52346"/>
                    <a:gd name="connsiteY7" fmla="*/ 14319 h 48323"/>
                    <a:gd name="connsiteX8" fmla="*/ 6286 w 52346"/>
                    <a:gd name="connsiteY8" fmla="*/ 19373 h 48323"/>
                    <a:gd name="connsiteX9" fmla="*/ 11650 w 52346"/>
                    <a:gd name="connsiteY9" fmla="*/ 23939 h 48323"/>
                    <a:gd name="connsiteX10" fmla="*/ 20206 w 52346"/>
                    <a:gd name="connsiteY10" fmla="*/ 30854 h 48323"/>
                    <a:gd name="connsiteX11" fmla="*/ 24373 w 52346"/>
                    <a:gd name="connsiteY11" fmla="*/ 34755 h 48323"/>
                    <a:gd name="connsiteX12" fmla="*/ 28452 w 52346"/>
                    <a:gd name="connsiteY12" fmla="*/ 38923 h 48323"/>
                    <a:gd name="connsiteX13" fmla="*/ 40997 w 52346"/>
                    <a:gd name="connsiteY13" fmla="*/ 47390 h 48323"/>
                    <a:gd name="connsiteX14" fmla="*/ 52125 w 52346"/>
                    <a:gd name="connsiteY14" fmla="*/ 46370 h 48323"/>
                    <a:gd name="connsiteX15" fmla="*/ 52346 w 52346"/>
                    <a:gd name="connsiteY15" fmla="*/ 46149 h 48323"/>
                    <a:gd name="connsiteX16" fmla="*/ 37983 w 52346"/>
                    <a:gd name="connsiteY16" fmla="*/ 30056 h 48323"/>
                    <a:gd name="connsiteX17" fmla="*/ 30358 w 52346"/>
                    <a:gd name="connsiteY17" fmla="*/ 22830 h 48323"/>
                    <a:gd name="connsiteX18" fmla="*/ 21669 w 52346"/>
                    <a:gd name="connsiteY18" fmla="*/ 17112 h 48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2346" h="48323">
                      <a:moveTo>
                        <a:pt x="21669" y="17112"/>
                      </a:moveTo>
                      <a:cubicBezTo>
                        <a:pt x="20561" y="16535"/>
                        <a:pt x="19541" y="15915"/>
                        <a:pt x="18522" y="15205"/>
                      </a:cubicBezTo>
                      <a:cubicBezTo>
                        <a:pt x="17458" y="14585"/>
                        <a:pt x="16438" y="14009"/>
                        <a:pt x="15463" y="13299"/>
                      </a:cubicBezTo>
                      <a:cubicBezTo>
                        <a:pt x="14487" y="12634"/>
                        <a:pt x="13557" y="11925"/>
                        <a:pt x="12670" y="11216"/>
                      </a:cubicBezTo>
                      <a:cubicBezTo>
                        <a:pt x="11739" y="10595"/>
                        <a:pt x="10852" y="9886"/>
                        <a:pt x="9966" y="9176"/>
                      </a:cubicBezTo>
                      <a:cubicBezTo>
                        <a:pt x="6641" y="6162"/>
                        <a:pt x="3626" y="3413"/>
                        <a:pt x="1764" y="0"/>
                      </a:cubicBezTo>
                      <a:lnTo>
                        <a:pt x="435" y="3901"/>
                      </a:lnTo>
                      <a:cubicBezTo>
                        <a:pt x="-629" y="7093"/>
                        <a:pt x="346" y="10994"/>
                        <a:pt x="2429" y="14319"/>
                      </a:cubicBezTo>
                      <a:cubicBezTo>
                        <a:pt x="3493" y="15915"/>
                        <a:pt x="4690" y="17865"/>
                        <a:pt x="6286" y="19373"/>
                      </a:cubicBezTo>
                      <a:cubicBezTo>
                        <a:pt x="7838" y="20835"/>
                        <a:pt x="9567" y="22697"/>
                        <a:pt x="11650" y="23939"/>
                      </a:cubicBezTo>
                      <a:cubicBezTo>
                        <a:pt x="14532" y="26067"/>
                        <a:pt x="17413" y="28283"/>
                        <a:pt x="20206" y="30854"/>
                      </a:cubicBezTo>
                      <a:cubicBezTo>
                        <a:pt x="21625" y="32051"/>
                        <a:pt x="22999" y="33425"/>
                        <a:pt x="24373" y="34755"/>
                      </a:cubicBezTo>
                      <a:cubicBezTo>
                        <a:pt x="25748" y="36085"/>
                        <a:pt x="27122" y="37460"/>
                        <a:pt x="28452" y="38923"/>
                      </a:cubicBezTo>
                      <a:cubicBezTo>
                        <a:pt x="32264" y="42868"/>
                        <a:pt x="36697" y="45927"/>
                        <a:pt x="40997" y="47390"/>
                      </a:cubicBezTo>
                      <a:cubicBezTo>
                        <a:pt x="45298" y="48808"/>
                        <a:pt x="49376" y="48720"/>
                        <a:pt x="52125" y="46370"/>
                      </a:cubicBezTo>
                      <a:lnTo>
                        <a:pt x="52346" y="46149"/>
                      </a:lnTo>
                      <a:cubicBezTo>
                        <a:pt x="47337" y="40696"/>
                        <a:pt x="42859" y="35110"/>
                        <a:pt x="37983" y="30056"/>
                      </a:cubicBezTo>
                      <a:cubicBezTo>
                        <a:pt x="35589" y="27441"/>
                        <a:pt x="32974" y="25136"/>
                        <a:pt x="30358" y="22830"/>
                      </a:cubicBezTo>
                      <a:cubicBezTo>
                        <a:pt x="27565" y="20791"/>
                        <a:pt x="24817" y="18663"/>
                        <a:pt x="21669" y="17112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37" name="Forme libre : forme 25936">
                  <a:extLst>
                    <a:ext uri="{FF2B5EF4-FFF2-40B4-BE49-F238E27FC236}">
                      <a16:creationId xmlns:a16="http://schemas.microsoft.com/office/drawing/2014/main" id="{1B6F90FB-4B9F-44C2-85D4-C6CFE9071987}"/>
                    </a:ext>
                  </a:extLst>
                </p:cNvPr>
                <p:cNvSpPr/>
                <p:nvPr/>
              </p:nvSpPr>
              <p:spPr>
                <a:xfrm>
                  <a:off x="6106404" y="1422891"/>
                  <a:ext cx="25026" cy="23840"/>
                </a:xfrm>
                <a:custGeom>
                  <a:avLst/>
                  <a:gdLst>
                    <a:gd name="connsiteX0" fmla="*/ 23907 w 25026"/>
                    <a:gd name="connsiteY0" fmla="*/ 23007 h 23840"/>
                    <a:gd name="connsiteX1" fmla="*/ 8214 w 25026"/>
                    <a:gd name="connsiteY1" fmla="*/ 16446 h 23840"/>
                    <a:gd name="connsiteX2" fmla="*/ 4180 w 25026"/>
                    <a:gd name="connsiteY2" fmla="*/ 12102 h 23840"/>
                    <a:gd name="connsiteX3" fmla="*/ 1387 w 25026"/>
                    <a:gd name="connsiteY3" fmla="*/ 7890 h 23840"/>
                    <a:gd name="connsiteX4" fmla="*/ 589 w 25026"/>
                    <a:gd name="connsiteY4" fmla="*/ 1374 h 23840"/>
                    <a:gd name="connsiteX5" fmla="*/ 7194 w 25026"/>
                    <a:gd name="connsiteY5" fmla="*/ 487 h 23840"/>
                    <a:gd name="connsiteX6" fmla="*/ 12160 w 25026"/>
                    <a:gd name="connsiteY6" fmla="*/ 2748 h 23840"/>
                    <a:gd name="connsiteX7" fmla="*/ 17346 w 25026"/>
                    <a:gd name="connsiteY7" fmla="*/ 6694 h 23840"/>
                    <a:gd name="connsiteX8" fmla="*/ 23907 w 25026"/>
                    <a:gd name="connsiteY8" fmla="*/ 23007 h 23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26" h="23840">
                      <a:moveTo>
                        <a:pt x="23907" y="23007"/>
                      </a:moveTo>
                      <a:cubicBezTo>
                        <a:pt x="21114" y="25490"/>
                        <a:pt x="14287" y="22165"/>
                        <a:pt x="8214" y="16446"/>
                      </a:cubicBezTo>
                      <a:cubicBezTo>
                        <a:pt x="6707" y="14939"/>
                        <a:pt x="5333" y="13565"/>
                        <a:pt x="4180" y="12102"/>
                      </a:cubicBezTo>
                      <a:cubicBezTo>
                        <a:pt x="3027" y="10639"/>
                        <a:pt x="2141" y="9176"/>
                        <a:pt x="1387" y="7890"/>
                      </a:cubicBezTo>
                      <a:cubicBezTo>
                        <a:pt x="-31" y="5275"/>
                        <a:pt x="-475" y="2881"/>
                        <a:pt x="589" y="1374"/>
                      </a:cubicBezTo>
                      <a:cubicBezTo>
                        <a:pt x="1653" y="-133"/>
                        <a:pt x="4047" y="-355"/>
                        <a:pt x="7194" y="487"/>
                      </a:cubicBezTo>
                      <a:cubicBezTo>
                        <a:pt x="8790" y="886"/>
                        <a:pt x="10431" y="1684"/>
                        <a:pt x="12160" y="2748"/>
                      </a:cubicBezTo>
                      <a:cubicBezTo>
                        <a:pt x="13889" y="3812"/>
                        <a:pt x="15706" y="5053"/>
                        <a:pt x="17346" y="6694"/>
                      </a:cubicBezTo>
                      <a:cubicBezTo>
                        <a:pt x="24173" y="13033"/>
                        <a:pt x="26700" y="20569"/>
                        <a:pt x="23907" y="2300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38" name="Forme libre : forme 25937">
                  <a:extLst>
                    <a:ext uri="{FF2B5EF4-FFF2-40B4-BE49-F238E27FC236}">
                      <a16:creationId xmlns:a16="http://schemas.microsoft.com/office/drawing/2014/main" id="{A5051D8C-736B-412E-9890-DB45F021D621}"/>
                    </a:ext>
                  </a:extLst>
                </p:cNvPr>
                <p:cNvSpPr/>
                <p:nvPr/>
              </p:nvSpPr>
              <p:spPr>
                <a:xfrm>
                  <a:off x="6106449" y="1422885"/>
                  <a:ext cx="13622" cy="20796"/>
                </a:xfrm>
                <a:custGeom>
                  <a:avLst/>
                  <a:gdLst>
                    <a:gd name="connsiteX0" fmla="*/ 9633 w 13622"/>
                    <a:gd name="connsiteY0" fmla="*/ 1380 h 20796"/>
                    <a:gd name="connsiteX1" fmla="*/ 589 w 13622"/>
                    <a:gd name="connsiteY1" fmla="*/ 1380 h 20796"/>
                    <a:gd name="connsiteX2" fmla="*/ 1387 w 13622"/>
                    <a:gd name="connsiteY2" fmla="*/ 7897 h 20796"/>
                    <a:gd name="connsiteX3" fmla="*/ 4180 w 13622"/>
                    <a:gd name="connsiteY3" fmla="*/ 12108 h 20796"/>
                    <a:gd name="connsiteX4" fmla="*/ 8214 w 13622"/>
                    <a:gd name="connsiteY4" fmla="*/ 16452 h 20796"/>
                    <a:gd name="connsiteX5" fmla="*/ 13622 w 13622"/>
                    <a:gd name="connsiteY5" fmla="*/ 20797 h 20796"/>
                    <a:gd name="connsiteX6" fmla="*/ 11273 w 13622"/>
                    <a:gd name="connsiteY6" fmla="*/ 17738 h 20796"/>
                    <a:gd name="connsiteX7" fmla="*/ 7992 w 13622"/>
                    <a:gd name="connsiteY7" fmla="*/ 8428 h 20796"/>
                    <a:gd name="connsiteX8" fmla="*/ 9633 w 13622"/>
                    <a:gd name="connsiteY8" fmla="*/ 1380 h 20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622" h="20796">
                      <a:moveTo>
                        <a:pt x="9633" y="1380"/>
                      </a:moveTo>
                      <a:cubicBezTo>
                        <a:pt x="5377" y="-438"/>
                        <a:pt x="1875" y="-482"/>
                        <a:pt x="589" y="1380"/>
                      </a:cubicBezTo>
                      <a:cubicBezTo>
                        <a:pt x="-475" y="2887"/>
                        <a:pt x="-31" y="5281"/>
                        <a:pt x="1387" y="7897"/>
                      </a:cubicBezTo>
                      <a:cubicBezTo>
                        <a:pt x="2141" y="9182"/>
                        <a:pt x="3027" y="10645"/>
                        <a:pt x="4180" y="12108"/>
                      </a:cubicBezTo>
                      <a:cubicBezTo>
                        <a:pt x="5333" y="13571"/>
                        <a:pt x="6707" y="14945"/>
                        <a:pt x="8214" y="16452"/>
                      </a:cubicBezTo>
                      <a:cubicBezTo>
                        <a:pt x="9987" y="18181"/>
                        <a:pt x="11849" y="19556"/>
                        <a:pt x="13622" y="20797"/>
                      </a:cubicBezTo>
                      <a:cubicBezTo>
                        <a:pt x="12780" y="19822"/>
                        <a:pt x="11982" y="18802"/>
                        <a:pt x="11273" y="17738"/>
                      </a:cubicBezTo>
                      <a:cubicBezTo>
                        <a:pt x="9588" y="14635"/>
                        <a:pt x="8436" y="11310"/>
                        <a:pt x="7992" y="8428"/>
                      </a:cubicBezTo>
                      <a:cubicBezTo>
                        <a:pt x="7593" y="5547"/>
                        <a:pt x="7992" y="2931"/>
                        <a:pt x="9633" y="138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39" name="Forme libre : forme 25938">
                  <a:extLst>
                    <a:ext uri="{FF2B5EF4-FFF2-40B4-BE49-F238E27FC236}">
                      <a16:creationId xmlns:a16="http://schemas.microsoft.com/office/drawing/2014/main" id="{BE9F95A2-F3A0-4BB5-820C-EFFF9E5E1B08}"/>
                    </a:ext>
                  </a:extLst>
                </p:cNvPr>
                <p:cNvSpPr/>
                <p:nvPr/>
              </p:nvSpPr>
              <p:spPr>
                <a:xfrm>
                  <a:off x="6106796" y="1425075"/>
                  <a:ext cx="24610" cy="23866"/>
                </a:xfrm>
                <a:custGeom>
                  <a:avLst/>
                  <a:gdLst>
                    <a:gd name="connsiteX0" fmla="*/ 23471 w 24610"/>
                    <a:gd name="connsiteY0" fmla="*/ 23040 h 23866"/>
                    <a:gd name="connsiteX1" fmla="*/ 7911 w 24610"/>
                    <a:gd name="connsiteY1" fmla="*/ 16390 h 23866"/>
                    <a:gd name="connsiteX2" fmla="*/ 1306 w 24610"/>
                    <a:gd name="connsiteY2" fmla="*/ 7790 h 23866"/>
                    <a:gd name="connsiteX3" fmla="*/ 641 w 24610"/>
                    <a:gd name="connsiteY3" fmla="*/ 1362 h 23866"/>
                    <a:gd name="connsiteX4" fmla="*/ 7246 w 24610"/>
                    <a:gd name="connsiteY4" fmla="*/ 475 h 23866"/>
                    <a:gd name="connsiteX5" fmla="*/ 17220 w 24610"/>
                    <a:gd name="connsiteY5" fmla="*/ 6726 h 23866"/>
                    <a:gd name="connsiteX6" fmla="*/ 23471 w 24610"/>
                    <a:gd name="connsiteY6" fmla="*/ 23040 h 23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610" h="23866">
                      <a:moveTo>
                        <a:pt x="23471" y="23040"/>
                      </a:moveTo>
                      <a:cubicBezTo>
                        <a:pt x="20634" y="25522"/>
                        <a:pt x="13851" y="22153"/>
                        <a:pt x="7911" y="16390"/>
                      </a:cubicBezTo>
                      <a:cubicBezTo>
                        <a:pt x="4985" y="13420"/>
                        <a:pt x="2591" y="10538"/>
                        <a:pt x="1306" y="7790"/>
                      </a:cubicBezTo>
                      <a:cubicBezTo>
                        <a:pt x="-69" y="5219"/>
                        <a:pt x="-468" y="2825"/>
                        <a:pt x="641" y="1362"/>
                      </a:cubicBezTo>
                      <a:cubicBezTo>
                        <a:pt x="1749" y="-101"/>
                        <a:pt x="4143" y="-367"/>
                        <a:pt x="7246" y="475"/>
                      </a:cubicBezTo>
                      <a:cubicBezTo>
                        <a:pt x="10216" y="1495"/>
                        <a:pt x="13984" y="3534"/>
                        <a:pt x="17220" y="6726"/>
                      </a:cubicBezTo>
                      <a:cubicBezTo>
                        <a:pt x="23826" y="13065"/>
                        <a:pt x="26264" y="20602"/>
                        <a:pt x="23471" y="2304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40" name="Forme libre : forme 25939">
                  <a:extLst>
                    <a:ext uri="{FF2B5EF4-FFF2-40B4-BE49-F238E27FC236}">
                      <a16:creationId xmlns:a16="http://schemas.microsoft.com/office/drawing/2014/main" id="{AED0430B-E074-40D1-80F2-B14A7BA52489}"/>
                    </a:ext>
                  </a:extLst>
                </p:cNvPr>
                <p:cNvSpPr/>
                <p:nvPr/>
              </p:nvSpPr>
              <p:spPr>
                <a:xfrm>
                  <a:off x="6093239" y="1410027"/>
                  <a:ext cx="27987" cy="38049"/>
                </a:xfrm>
                <a:custGeom>
                  <a:avLst/>
                  <a:gdLst>
                    <a:gd name="connsiteX0" fmla="*/ 1918 w 27987"/>
                    <a:gd name="connsiteY0" fmla="*/ 8032 h 38049"/>
                    <a:gd name="connsiteX1" fmla="*/ 12 w 27987"/>
                    <a:gd name="connsiteY1" fmla="*/ 13972 h 38049"/>
                    <a:gd name="connsiteX2" fmla="*/ 8302 w 27987"/>
                    <a:gd name="connsiteY2" fmla="*/ 27271 h 38049"/>
                    <a:gd name="connsiteX3" fmla="*/ 20049 w 27987"/>
                    <a:gd name="connsiteY3" fmla="*/ 36669 h 38049"/>
                    <a:gd name="connsiteX4" fmla="*/ 27896 w 27987"/>
                    <a:gd name="connsiteY4" fmla="*/ 36138 h 38049"/>
                    <a:gd name="connsiteX5" fmla="*/ 26389 w 27987"/>
                    <a:gd name="connsiteY5" fmla="*/ 30020 h 38049"/>
                    <a:gd name="connsiteX6" fmla="*/ 21246 w 27987"/>
                    <a:gd name="connsiteY6" fmla="*/ 15435 h 38049"/>
                    <a:gd name="connsiteX7" fmla="*/ 18586 w 27987"/>
                    <a:gd name="connsiteY7" fmla="*/ 7322 h 38049"/>
                    <a:gd name="connsiteX8" fmla="*/ 11050 w 27987"/>
                    <a:gd name="connsiteY8" fmla="*/ 318 h 38049"/>
                    <a:gd name="connsiteX9" fmla="*/ 1918 w 27987"/>
                    <a:gd name="connsiteY9" fmla="*/ 8032 h 38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987" h="38049">
                      <a:moveTo>
                        <a:pt x="1918" y="8032"/>
                      </a:moveTo>
                      <a:cubicBezTo>
                        <a:pt x="898" y="9805"/>
                        <a:pt x="-121" y="11711"/>
                        <a:pt x="12" y="13972"/>
                      </a:cubicBezTo>
                      <a:cubicBezTo>
                        <a:pt x="322" y="18272"/>
                        <a:pt x="4267" y="22883"/>
                        <a:pt x="8302" y="27271"/>
                      </a:cubicBezTo>
                      <a:cubicBezTo>
                        <a:pt x="11715" y="30774"/>
                        <a:pt x="15661" y="34497"/>
                        <a:pt x="20049" y="36669"/>
                      </a:cubicBezTo>
                      <a:cubicBezTo>
                        <a:pt x="23285" y="38354"/>
                        <a:pt x="27231" y="38842"/>
                        <a:pt x="27896" y="36138"/>
                      </a:cubicBezTo>
                      <a:cubicBezTo>
                        <a:pt x="28295" y="34497"/>
                        <a:pt x="27320" y="32148"/>
                        <a:pt x="26389" y="30020"/>
                      </a:cubicBezTo>
                      <a:cubicBezTo>
                        <a:pt x="24261" y="25010"/>
                        <a:pt x="22488" y="20178"/>
                        <a:pt x="21246" y="15435"/>
                      </a:cubicBezTo>
                      <a:cubicBezTo>
                        <a:pt x="20714" y="13484"/>
                        <a:pt x="20049" y="10381"/>
                        <a:pt x="18586" y="7322"/>
                      </a:cubicBezTo>
                      <a:cubicBezTo>
                        <a:pt x="17079" y="4352"/>
                        <a:pt x="14641" y="1515"/>
                        <a:pt x="11050" y="318"/>
                      </a:cubicBezTo>
                      <a:cubicBezTo>
                        <a:pt x="4400" y="-1588"/>
                        <a:pt x="3425" y="5593"/>
                        <a:pt x="1918" y="803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41" name="Forme libre : forme 25940">
                  <a:extLst>
                    <a:ext uri="{FF2B5EF4-FFF2-40B4-BE49-F238E27FC236}">
                      <a16:creationId xmlns:a16="http://schemas.microsoft.com/office/drawing/2014/main" id="{811039FE-A1A9-42F2-99DC-48FC41571D30}"/>
                    </a:ext>
                  </a:extLst>
                </p:cNvPr>
                <p:cNvSpPr/>
                <p:nvPr/>
              </p:nvSpPr>
              <p:spPr>
                <a:xfrm>
                  <a:off x="6103848" y="1415137"/>
                  <a:ext cx="13885" cy="6906"/>
                </a:xfrm>
                <a:custGeom>
                  <a:avLst/>
                  <a:gdLst>
                    <a:gd name="connsiteX0" fmla="*/ 1550 w 13885"/>
                    <a:gd name="connsiteY0" fmla="*/ 173 h 6906"/>
                    <a:gd name="connsiteX1" fmla="*/ 131 w 13885"/>
                    <a:gd name="connsiteY1" fmla="*/ 927 h 6906"/>
                    <a:gd name="connsiteX2" fmla="*/ 575 w 13885"/>
                    <a:gd name="connsiteY2" fmla="*/ 2656 h 6906"/>
                    <a:gd name="connsiteX3" fmla="*/ 2614 w 13885"/>
                    <a:gd name="connsiteY3" fmla="*/ 3941 h 6906"/>
                    <a:gd name="connsiteX4" fmla="*/ 8200 w 13885"/>
                    <a:gd name="connsiteY4" fmla="*/ 6246 h 6906"/>
                    <a:gd name="connsiteX5" fmla="*/ 10416 w 13885"/>
                    <a:gd name="connsiteY5" fmla="*/ 6867 h 6906"/>
                    <a:gd name="connsiteX6" fmla="*/ 11569 w 13885"/>
                    <a:gd name="connsiteY6" fmla="*/ 2345 h 6906"/>
                    <a:gd name="connsiteX7" fmla="*/ 1550 w 13885"/>
                    <a:gd name="connsiteY7" fmla="*/ 173 h 6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885" h="6906">
                      <a:moveTo>
                        <a:pt x="1550" y="173"/>
                      </a:moveTo>
                      <a:cubicBezTo>
                        <a:pt x="929" y="306"/>
                        <a:pt x="397" y="483"/>
                        <a:pt x="131" y="927"/>
                      </a:cubicBezTo>
                      <a:cubicBezTo>
                        <a:pt x="-135" y="1370"/>
                        <a:pt x="-2" y="2035"/>
                        <a:pt x="575" y="2656"/>
                      </a:cubicBezTo>
                      <a:cubicBezTo>
                        <a:pt x="1107" y="3232"/>
                        <a:pt x="1905" y="3587"/>
                        <a:pt x="2614" y="3941"/>
                      </a:cubicBezTo>
                      <a:cubicBezTo>
                        <a:pt x="4564" y="4739"/>
                        <a:pt x="6382" y="5537"/>
                        <a:pt x="8200" y="6246"/>
                      </a:cubicBezTo>
                      <a:cubicBezTo>
                        <a:pt x="8953" y="6512"/>
                        <a:pt x="9707" y="6778"/>
                        <a:pt x="10416" y="6867"/>
                      </a:cubicBezTo>
                      <a:cubicBezTo>
                        <a:pt x="13342" y="7222"/>
                        <a:pt x="15913" y="5138"/>
                        <a:pt x="11569" y="2345"/>
                      </a:cubicBezTo>
                      <a:cubicBezTo>
                        <a:pt x="8288" y="173"/>
                        <a:pt x="3988" y="-315"/>
                        <a:pt x="1550" y="17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42" name="Forme libre : forme 25941">
                  <a:extLst>
                    <a:ext uri="{FF2B5EF4-FFF2-40B4-BE49-F238E27FC236}">
                      <a16:creationId xmlns:a16="http://schemas.microsoft.com/office/drawing/2014/main" id="{4395053A-EC09-4262-8E87-58E11FD96579}"/>
                    </a:ext>
                  </a:extLst>
                </p:cNvPr>
                <p:cNvSpPr/>
                <p:nvPr/>
              </p:nvSpPr>
              <p:spPr>
                <a:xfrm>
                  <a:off x="6113776" y="1451839"/>
                  <a:ext cx="22564" cy="7108"/>
                </a:xfrm>
                <a:custGeom>
                  <a:avLst/>
                  <a:gdLst>
                    <a:gd name="connsiteX0" fmla="*/ 22564 w 22564"/>
                    <a:gd name="connsiteY0" fmla="*/ 5098 h 7108"/>
                    <a:gd name="connsiteX1" fmla="*/ 16934 w 22564"/>
                    <a:gd name="connsiteY1" fmla="*/ 7093 h 7108"/>
                    <a:gd name="connsiteX2" fmla="*/ 9886 w 22564"/>
                    <a:gd name="connsiteY2" fmla="*/ 5763 h 7108"/>
                    <a:gd name="connsiteX3" fmla="*/ 0 w 22564"/>
                    <a:gd name="connsiteY3" fmla="*/ 0 h 7108"/>
                    <a:gd name="connsiteX4" fmla="*/ 7315 w 22564"/>
                    <a:gd name="connsiteY4" fmla="*/ 3812 h 7108"/>
                    <a:gd name="connsiteX5" fmla="*/ 22564 w 22564"/>
                    <a:gd name="connsiteY5" fmla="*/ 5098 h 7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564" h="7108">
                      <a:moveTo>
                        <a:pt x="22564" y="5098"/>
                      </a:moveTo>
                      <a:cubicBezTo>
                        <a:pt x="22564" y="5098"/>
                        <a:pt x="20702" y="6916"/>
                        <a:pt x="16934" y="7093"/>
                      </a:cubicBezTo>
                      <a:cubicBezTo>
                        <a:pt x="15028" y="7182"/>
                        <a:pt x="12679" y="6916"/>
                        <a:pt x="9886" y="5763"/>
                      </a:cubicBezTo>
                      <a:cubicBezTo>
                        <a:pt x="7049" y="4743"/>
                        <a:pt x="3812" y="2748"/>
                        <a:pt x="0" y="0"/>
                      </a:cubicBezTo>
                      <a:cubicBezTo>
                        <a:pt x="0" y="0"/>
                        <a:pt x="3014" y="1995"/>
                        <a:pt x="7315" y="3812"/>
                      </a:cubicBezTo>
                      <a:cubicBezTo>
                        <a:pt x="11659" y="5541"/>
                        <a:pt x="17289" y="7004"/>
                        <a:pt x="22564" y="5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43" name="Forme libre : forme 25942">
                  <a:extLst>
                    <a:ext uri="{FF2B5EF4-FFF2-40B4-BE49-F238E27FC236}">
                      <a16:creationId xmlns:a16="http://schemas.microsoft.com/office/drawing/2014/main" id="{4E42418E-6F07-4C96-9735-C733F97FC9D6}"/>
                    </a:ext>
                  </a:extLst>
                </p:cNvPr>
                <p:cNvSpPr/>
                <p:nvPr/>
              </p:nvSpPr>
              <p:spPr>
                <a:xfrm>
                  <a:off x="6088995" y="1404291"/>
                  <a:ext cx="27839" cy="5698"/>
                </a:xfrm>
                <a:custGeom>
                  <a:avLst/>
                  <a:gdLst>
                    <a:gd name="connsiteX0" fmla="*/ 27840 w 27839"/>
                    <a:gd name="connsiteY0" fmla="*/ 5699 h 5698"/>
                    <a:gd name="connsiteX1" fmla="*/ 24604 w 27839"/>
                    <a:gd name="connsiteY1" fmla="*/ 3881 h 5698"/>
                    <a:gd name="connsiteX2" fmla="*/ 16668 w 27839"/>
                    <a:gd name="connsiteY2" fmla="*/ 822 h 5698"/>
                    <a:gd name="connsiteX3" fmla="*/ 7137 w 27839"/>
                    <a:gd name="connsiteY3" fmla="*/ 379 h 5698"/>
                    <a:gd name="connsiteX4" fmla="*/ 0 w 27839"/>
                    <a:gd name="connsiteY4" fmla="*/ 5167 h 5698"/>
                    <a:gd name="connsiteX5" fmla="*/ 6384 w 27839"/>
                    <a:gd name="connsiteY5" fmla="*/ 1753 h 5698"/>
                    <a:gd name="connsiteX6" fmla="*/ 15250 w 27839"/>
                    <a:gd name="connsiteY6" fmla="*/ 1310 h 5698"/>
                    <a:gd name="connsiteX7" fmla="*/ 27840 w 27839"/>
                    <a:gd name="connsiteY7" fmla="*/ 5699 h 5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839" h="5698">
                      <a:moveTo>
                        <a:pt x="27840" y="5699"/>
                      </a:moveTo>
                      <a:cubicBezTo>
                        <a:pt x="27840" y="5699"/>
                        <a:pt x="26643" y="4856"/>
                        <a:pt x="24604" y="3881"/>
                      </a:cubicBezTo>
                      <a:cubicBezTo>
                        <a:pt x="22520" y="2906"/>
                        <a:pt x="19905" y="1487"/>
                        <a:pt x="16668" y="822"/>
                      </a:cubicBezTo>
                      <a:cubicBezTo>
                        <a:pt x="13477" y="113"/>
                        <a:pt x="10240" y="-375"/>
                        <a:pt x="7137" y="379"/>
                      </a:cubicBezTo>
                      <a:cubicBezTo>
                        <a:pt x="4078" y="1044"/>
                        <a:pt x="1596" y="2507"/>
                        <a:pt x="0" y="5167"/>
                      </a:cubicBezTo>
                      <a:cubicBezTo>
                        <a:pt x="0" y="5167"/>
                        <a:pt x="1817" y="3039"/>
                        <a:pt x="6384" y="1753"/>
                      </a:cubicBezTo>
                      <a:cubicBezTo>
                        <a:pt x="8733" y="1044"/>
                        <a:pt x="11615" y="822"/>
                        <a:pt x="15250" y="1310"/>
                      </a:cubicBezTo>
                      <a:cubicBezTo>
                        <a:pt x="19018" y="1665"/>
                        <a:pt x="23141" y="3172"/>
                        <a:pt x="27840" y="56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44" name="Forme libre : forme 25943">
                  <a:extLst>
                    <a:ext uri="{FF2B5EF4-FFF2-40B4-BE49-F238E27FC236}">
                      <a16:creationId xmlns:a16="http://schemas.microsoft.com/office/drawing/2014/main" id="{5F95F077-7A26-4E71-A36D-8875248928D9}"/>
                    </a:ext>
                  </a:extLst>
                </p:cNvPr>
                <p:cNvSpPr/>
                <p:nvPr/>
              </p:nvSpPr>
              <p:spPr>
                <a:xfrm>
                  <a:off x="6119437" y="1429578"/>
                  <a:ext cx="8253" cy="10100"/>
                </a:xfrm>
                <a:custGeom>
                  <a:avLst/>
                  <a:gdLst>
                    <a:gd name="connsiteX0" fmla="*/ 7505 w 8253"/>
                    <a:gd name="connsiteY0" fmla="*/ 10070 h 10100"/>
                    <a:gd name="connsiteX1" fmla="*/ 1875 w 8253"/>
                    <a:gd name="connsiteY1" fmla="*/ 5637 h 10100"/>
                    <a:gd name="connsiteX2" fmla="*/ 678 w 8253"/>
                    <a:gd name="connsiteY2" fmla="*/ 51 h 10100"/>
                    <a:gd name="connsiteX3" fmla="*/ 6530 w 8253"/>
                    <a:gd name="connsiteY3" fmla="*/ 4440 h 10100"/>
                    <a:gd name="connsiteX4" fmla="*/ 7505 w 8253"/>
                    <a:gd name="connsiteY4" fmla="*/ 10070 h 10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53" h="10100">
                      <a:moveTo>
                        <a:pt x="7505" y="10070"/>
                      </a:moveTo>
                      <a:cubicBezTo>
                        <a:pt x="6220" y="10380"/>
                        <a:pt x="3826" y="8296"/>
                        <a:pt x="1875" y="5637"/>
                      </a:cubicBezTo>
                      <a:cubicBezTo>
                        <a:pt x="13" y="2932"/>
                        <a:pt x="-607" y="406"/>
                        <a:pt x="678" y="51"/>
                      </a:cubicBezTo>
                      <a:cubicBezTo>
                        <a:pt x="1964" y="-348"/>
                        <a:pt x="4579" y="1647"/>
                        <a:pt x="6530" y="4440"/>
                      </a:cubicBezTo>
                      <a:cubicBezTo>
                        <a:pt x="8392" y="7232"/>
                        <a:pt x="8791" y="9759"/>
                        <a:pt x="7505" y="1007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45" name="Forme libre : forme 25944">
                  <a:extLst>
                    <a:ext uri="{FF2B5EF4-FFF2-40B4-BE49-F238E27FC236}">
                      <a16:creationId xmlns:a16="http://schemas.microsoft.com/office/drawing/2014/main" id="{DA3DD05B-C327-4B26-B236-E13B245C19CC}"/>
                    </a:ext>
                  </a:extLst>
                </p:cNvPr>
                <p:cNvSpPr/>
                <p:nvPr/>
              </p:nvSpPr>
              <p:spPr>
                <a:xfrm>
                  <a:off x="6126033" y="1437928"/>
                  <a:ext cx="2706" cy="2729"/>
                </a:xfrm>
                <a:custGeom>
                  <a:avLst/>
                  <a:gdLst>
                    <a:gd name="connsiteX0" fmla="*/ 2506 w 2706"/>
                    <a:gd name="connsiteY0" fmla="*/ 2562 h 2729"/>
                    <a:gd name="connsiteX1" fmla="*/ 644 w 2706"/>
                    <a:gd name="connsiteY1" fmla="*/ 2030 h 2729"/>
                    <a:gd name="connsiteX2" fmla="*/ 200 w 2706"/>
                    <a:gd name="connsiteY2" fmla="*/ 168 h 2729"/>
                    <a:gd name="connsiteX3" fmla="*/ 2062 w 2706"/>
                    <a:gd name="connsiteY3" fmla="*/ 700 h 2729"/>
                    <a:gd name="connsiteX4" fmla="*/ 2506 w 2706"/>
                    <a:gd name="connsiteY4" fmla="*/ 2562 h 2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6" h="2729">
                      <a:moveTo>
                        <a:pt x="2506" y="2562"/>
                      </a:moveTo>
                      <a:cubicBezTo>
                        <a:pt x="2107" y="2916"/>
                        <a:pt x="1309" y="2695"/>
                        <a:pt x="644" y="2030"/>
                      </a:cubicBezTo>
                      <a:cubicBezTo>
                        <a:pt x="23" y="1365"/>
                        <a:pt x="-199" y="522"/>
                        <a:pt x="200" y="168"/>
                      </a:cubicBezTo>
                      <a:cubicBezTo>
                        <a:pt x="599" y="-187"/>
                        <a:pt x="1397" y="35"/>
                        <a:pt x="2062" y="700"/>
                      </a:cubicBezTo>
                      <a:cubicBezTo>
                        <a:pt x="2683" y="1365"/>
                        <a:pt x="2905" y="2207"/>
                        <a:pt x="2506" y="25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46" name="Forme libre : forme 25945">
                  <a:extLst>
                    <a:ext uri="{FF2B5EF4-FFF2-40B4-BE49-F238E27FC236}">
                      <a16:creationId xmlns:a16="http://schemas.microsoft.com/office/drawing/2014/main" id="{EB02CBBE-1ECE-4D82-B118-1A589170BF76}"/>
                    </a:ext>
                  </a:extLst>
                </p:cNvPr>
                <p:cNvSpPr/>
                <p:nvPr/>
              </p:nvSpPr>
              <p:spPr>
                <a:xfrm>
                  <a:off x="6126052" y="1422136"/>
                  <a:ext cx="16441" cy="30557"/>
                </a:xfrm>
                <a:custGeom>
                  <a:avLst/>
                  <a:gdLst>
                    <a:gd name="connsiteX0" fmla="*/ 16229 w 16441"/>
                    <a:gd name="connsiteY0" fmla="*/ 22565 h 30557"/>
                    <a:gd name="connsiteX1" fmla="*/ 11353 w 16441"/>
                    <a:gd name="connsiteY1" fmla="*/ 29880 h 30557"/>
                    <a:gd name="connsiteX2" fmla="*/ 7851 w 16441"/>
                    <a:gd name="connsiteY2" fmla="*/ 29791 h 30557"/>
                    <a:gd name="connsiteX3" fmla="*/ 6787 w 16441"/>
                    <a:gd name="connsiteY3" fmla="*/ 25978 h 30557"/>
                    <a:gd name="connsiteX4" fmla="*/ 7585 w 16441"/>
                    <a:gd name="connsiteY4" fmla="*/ 15250 h 30557"/>
                    <a:gd name="connsiteX5" fmla="*/ 2575 w 16441"/>
                    <a:gd name="connsiteY5" fmla="*/ 6561 h 30557"/>
                    <a:gd name="connsiteX6" fmla="*/ 935 w 16441"/>
                    <a:gd name="connsiteY6" fmla="*/ 0 h 30557"/>
                    <a:gd name="connsiteX7" fmla="*/ 9003 w 16441"/>
                    <a:gd name="connsiteY7" fmla="*/ 5542 h 30557"/>
                    <a:gd name="connsiteX8" fmla="*/ 14855 w 16441"/>
                    <a:gd name="connsiteY8" fmla="*/ 13743 h 30557"/>
                    <a:gd name="connsiteX9" fmla="*/ 16229 w 16441"/>
                    <a:gd name="connsiteY9" fmla="*/ 22565 h 30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41" h="30557">
                      <a:moveTo>
                        <a:pt x="16229" y="22565"/>
                      </a:moveTo>
                      <a:cubicBezTo>
                        <a:pt x="15564" y="25845"/>
                        <a:pt x="13614" y="28106"/>
                        <a:pt x="11353" y="29880"/>
                      </a:cubicBezTo>
                      <a:cubicBezTo>
                        <a:pt x="10510" y="30545"/>
                        <a:pt x="9136" y="31032"/>
                        <a:pt x="7851" y="29791"/>
                      </a:cubicBezTo>
                      <a:cubicBezTo>
                        <a:pt x="6654" y="28683"/>
                        <a:pt x="6609" y="27087"/>
                        <a:pt x="6787" y="25978"/>
                      </a:cubicBezTo>
                      <a:cubicBezTo>
                        <a:pt x="7363" y="22565"/>
                        <a:pt x="8959" y="19550"/>
                        <a:pt x="7585" y="15250"/>
                      </a:cubicBezTo>
                      <a:cubicBezTo>
                        <a:pt x="7097" y="13965"/>
                        <a:pt x="4703" y="10019"/>
                        <a:pt x="2575" y="6561"/>
                      </a:cubicBezTo>
                      <a:cubicBezTo>
                        <a:pt x="536" y="3059"/>
                        <a:pt x="-1104" y="-44"/>
                        <a:pt x="935" y="0"/>
                      </a:cubicBezTo>
                      <a:cubicBezTo>
                        <a:pt x="3018" y="45"/>
                        <a:pt x="6210" y="2572"/>
                        <a:pt x="9003" y="5542"/>
                      </a:cubicBezTo>
                      <a:cubicBezTo>
                        <a:pt x="11752" y="8556"/>
                        <a:pt x="14101" y="11926"/>
                        <a:pt x="14855" y="13743"/>
                      </a:cubicBezTo>
                      <a:cubicBezTo>
                        <a:pt x="16407" y="16979"/>
                        <a:pt x="16717" y="20127"/>
                        <a:pt x="16229" y="2256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03" name="Graphique 2">
                <a:extLst>
                  <a:ext uri="{FF2B5EF4-FFF2-40B4-BE49-F238E27FC236}">
                    <a16:creationId xmlns:a16="http://schemas.microsoft.com/office/drawing/2014/main" id="{87F52F2A-F22B-406B-A0F3-F74520A765A0}"/>
                  </a:ext>
                </a:extLst>
              </p:cNvPr>
              <p:cNvGrpSpPr/>
              <p:nvPr/>
            </p:nvGrpSpPr>
            <p:grpSpPr>
              <a:xfrm>
                <a:off x="6133450" y="1451245"/>
                <a:ext cx="63967" cy="58972"/>
                <a:chOff x="6133450" y="1451245"/>
                <a:chExt cx="63967" cy="58972"/>
              </a:xfrm>
              <a:solidFill>
                <a:schemeClr val="accent1"/>
              </a:solidFill>
            </p:grpSpPr>
            <p:sp>
              <p:nvSpPr>
                <p:cNvPr id="25923" name="Forme libre : forme 25922">
                  <a:extLst>
                    <a:ext uri="{FF2B5EF4-FFF2-40B4-BE49-F238E27FC236}">
                      <a16:creationId xmlns:a16="http://schemas.microsoft.com/office/drawing/2014/main" id="{8DD9A463-A668-4F36-B459-774C94872BB1}"/>
                    </a:ext>
                  </a:extLst>
                </p:cNvPr>
                <p:cNvSpPr/>
                <p:nvPr/>
              </p:nvSpPr>
              <p:spPr>
                <a:xfrm>
                  <a:off x="6133455" y="1451245"/>
                  <a:ext cx="63961" cy="58961"/>
                </a:xfrm>
                <a:custGeom>
                  <a:avLst/>
                  <a:gdLst>
                    <a:gd name="connsiteX0" fmla="*/ 31701 w 63961"/>
                    <a:gd name="connsiteY0" fmla="*/ 53524 h 58961"/>
                    <a:gd name="connsiteX1" fmla="*/ 25583 w 63961"/>
                    <a:gd name="connsiteY1" fmla="*/ 49180 h 58961"/>
                    <a:gd name="connsiteX2" fmla="*/ 19687 w 63961"/>
                    <a:gd name="connsiteY2" fmla="*/ 44525 h 58961"/>
                    <a:gd name="connsiteX3" fmla="*/ 8737 w 63961"/>
                    <a:gd name="connsiteY3" fmla="*/ 34329 h 58961"/>
                    <a:gd name="connsiteX4" fmla="*/ 2797 w 63961"/>
                    <a:gd name="connsiteY4" fmla="*/ 26571 h 58961"/>
                    <a:gd name="connsiteX5" fmla="*/ 270 w 63961"/>
                    <a:gd name="connsiteY5" fmla="*/ 19168 h 58961"/>
                    <a:gd name="connsiteX6" fmla="*/ 3151 w 63961"/>
                    <a:gd name="connsiteY6" fmla="*/ 8263 h 58961"/>
                    <a:gd name="connsiteX7" fmla="*/ 10732 w 63961"/>
                    <a:gd name="connsiteY7" fmla="*/ 1923 h 58961"/>
                    <a:gd name="connsiteX8" fmla="*/ 21992 w 63961"/>
                    <a:gd name="connsiteY8" fmla="*/ 992 h 58961"/>
                    <a:gd name="connsiteX9" fmla="*/ 28553 w 63961"/>
                    <a:gd name="connsiteY9" fmla="*/ 4317 h 58961"/>
                    <a:gd name="connsiteX10" fmla="*/ 34582 w 63961"/>
                    <a:gd name="connsiteY10" fmla="*/ 8927 h 58961"/>
                    <a:gd name="connsiteX11" fmla="*/ 42783 w 63961"/>
                    <a:gd name="connsiteY11" fmla="*/ 16286 h 58961"/>
                    <a:gd name="connsiteX12" fmla="*/ 47172 w 63961"/>
                    <a:gd name="connsiteY12" fmla="*/ 19611 h 58961"/>
                    <a:gd name="connsiteX13" fmla="*/ 51694 w 63961"/>
                    <a:gd name="connsiteY13" fmla="*/ 22714 h 58961"/>
                    <a:gd name="connsiteX14" fmla="*/ 57501 w 63961"/>
                    <a:gd name="connsiteY14" fmla="*/ 27280 h 58961"/>
                    <a:gd name="connsiteX15" fmla="*/ 59718 w 63961"/>
                    <a:gd name="connsiteY15" fmla="*/ 30029 h 58961"/>
                    <a:gd name="connsiteX16" fmla="*/ 61624 w 63961"/>
                    <a:gd name="connsiteY16" fmla="*/ 32645 h 58961"/>
                    <a:gd name="connsiteX17" fmla="*/ 63264 w 63961"/>
                    <a:gd name="connsiteY17" fmla="*/ 43639 h 58961"/>
                    <a:gd name="connsiteX18" fmla="*/ 59363 w 63961"/>
                    <a:gd name="connsiteY18" fmla="*/ 53081 h 58961"/>
                    <a:gd name="connsiteX19" fmla="*/ 49078 w 63961"/>
                    <a:gd name="connsiteY19" fmla="*/ 58888 h 58961"/>
                    <a:gd name="connsiteX20" fmla="*/ 45000 w 63961"/>
                    <a:gd name="connsiteY20" fmla="*/ 58800 h 58961"/>
                    <a:gd name="connsiteX21" fmla="*/ 40744 w 63961"/>
                    <a:gd name="connsiteY21" fmla="*/ 57692 h 58961"/>
                    <a:gd name="connsiteX22" fmla="*/ 31701 w 63961"/>
                    <a:gd name="connsiteY22" fmla="*/ 53524 h 58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3961" h="58961">
                      <a:moveTo>
                        <a:pt x="31701" y="53524"/>
                      </a:moveTo>
                      <a:cubicBezTo>
                        <a:pt x="29484" y="52328"/>
                        <a:pt x="27578" y="50732"/>
                        <a:pt x="25583" y="49180"/>
                      </a:cubicBezTo>
                      <a:lnTo>
                        <a:pt x="19687" y="44525"/>
                      </a:lnTo>
                      <a:cubicBezTo>
                        <a:pt x="15608" y="41599"/>
                        <a:pt x="12239" y="37876"/>
                        <a:pt x="8737" y="34329"/>
                      </a:cubicBezTo>
                      <a:cubicBezTo>
                        <a:pt x="6343" y="31847"/>
                        <a:pt x="4082" y="29142"/>
                        <a:pt x="2797" y="26571"/>
                      </a:cubicBezTo>
                      <a:cubicBezTo>
                        <a:pt x="1511" y="24000"/>
                        <a:pt x="624" y="21473"/>
                        <a:pt x="270" y="19168"/>
                      </a:cubicBezTo>
                      <a:cubicBezTo>
                        <a:pt x="-528" y="14513"/>
                        <a:pt x="447" y="10568"/>
                        <a:pt x="3151" y="8263"/>
                      </a:cubicBezTo>
                      <a:lnTo>
                        <a:pt x="10732" y="1923"/>
                      </a:lnTo>
                      <a:cubicBezTo>
                        <a:pt x="13480" y="-382"/>
                        <a:pt x="17603" y="-515"/>
                        <a:pt x="21992" y="992"/>
                      </a:cubicBezTo>
                      <a:cubicBezTo>
                        <a:pt x="24209" y="1790"/>
                        <a:pt x="26425" y="2854"/>
                        <a:pt x="28553" y="4317"/>
                      </a:cubicBezTo>
                      <a:cubicBezTo>
                        <a:pt x="30725" y="5780"/>
                        <a:pt x="32720" y="7021"/>
                        <a:pt x="34582" y="8927"/>
                      </a:cubicBezTo>
                      <a:cubicBezTo>
                        <a:pt x="37242" y="11499"/>
                        <a:pt x="39680" y="14247"/>
                        <a:pt x="42783" y="16286"/>
                      </a:cubicBezTo>
                      <a:lnTo>
                        <a:pt x="47172" y="19611"/>
                      </a:lnTo>
                      <a:cubicBezTo>
                        <a:pt x="48635" y="20720"/>
                        <a:pt x="50053" y="21916"/>
                        <a:pt x="51694" y="22714"/>
                      </a:cubicBezTo>
                      <a:cubicBezTo>
                        <a:pt x="53955" y="24000"/>
                        <a:pt x="55861" y="25552"/>
                        <a:pt x="57501" y="27280"/>
                      </a:cubicBezTo>
                      <a:cubicBezTo>
                        <a:pt x="58299" y="28167"/>
                        <a:pt x="59053" y="29054"/>
                        <a:pt x="59718" y="30029"/>
                      </a:cubicBezTo>
                      <a:cubicBezTo>
                        <a:pt x="60427" y="30916"/>
                        <a:pt x="61092" y="31714"/>
                        <a:pt x="61624" y="32645"/>
                      </a:cubicBezTo>
                      <a:cubicBezTo>
                        <a:pt x="63840" y="36191"/>
                        <a:pt x="64683" y="40225"/>
                        <a:pt x="63264" y="43639"/>
                      </a:cubicBezTo>
                      <a:lnTo>
                        <a:pt x="59363" y="53081"/>
                      </a:lnTo>
                      <a:cubicBezTo>
                        <a:pt x="57944" y="56495"/>
                        <a:pt x="54221" y="58534"/>
                        <a:pt x="49078" y="58888"/>
                      </a:cubicBezTo>
                      <a:cubicBezTo>
                        <a:pt x="47793" y="58977"/>
                        <a:pt x="46418" y="59021"/>
                        <a:pt x="45000" y="58800"/>
                      </a:cubicBezTo>
                      <a:cubicBezTo>
                        <a:pt x="43625" y="58534"/>
                        <a:pt x="42207" y="58179"/>
                        <a:pt x="40744" y="57692"/>
                      </a:cubicBezTo>
                      <a:cubicBezTo>
                        <a:pt x="37774" y="56761"/>
                        <a:pt x="34715" y="55342"/>
                        <a:pt x="31701" y="5352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24" name="Forme libre : forme 25923">
                  <a:extLst>
                    <a:ext uri="{FF2B5EF4-FFF2-40B4-BE49-F238E27FC236}">
                      <a16:creationId xmlns:a16="http://schemas.microsoft.com/office/drawing/2014/main" id="{919E00A9-1E24-4C6B-AD85-A011BAC89DB0}"/>
                    </a:ext>
                  </a:extLst>
                </p:cNvPr>
                <p:cNvSpPr/>
                <p:nvPr/>
              </p:nvSpPr>
              <p:spPr>
                <a:xfrm>
                  <a:off x="6133450" y="1456804"/>
                  <a:ext cx="59456" cy="53414"/>
                </a:xfrm>
                <a:custGeom>
                  <a:avLst/>
                  <a:gdLst>
                    <a:gd name="connsiteX0" fmla="*/ 20623 w 59456"/>
                    <a:gd name="connsiteY0" fmla="*/ 23894 h 53414"/>
                    <a:gd name="connsiteX1" fmla="*/ 9939 w 59456"/>
                    <a:gd name="connsiteY1" fmla="*/ 12324 h 53414"/>
                    <a:gd name="connsiteX2" fmla="*/ 6437 w 59456"/>
                    <a:gd name="connsiteY2" fmla="*/ 0 h 53414"/>
                    <a:gd name="connsiteX3" fmla="*/ 3157 w 59456"/>
                    <a:gd name="connsiteY3" fmla="*/ 2748 h 53414"/>
                    <a:gd name="connsiteX4" fmla="*/ 275 w 59456"/>
                    <a:gd name="connsiteY4" fmla="*/ 13654 h 53414"/>
                    <a:gd name="connsiteX5" fmla="*/ 2802 w 59456"/>
                    <a:gd name="connsiteY5" fmla="*/ 21057 h 53414"/>
                    <a:gd name="connsiteX6" fmla="*/ 8742 w 59456"/>
                    <a:gd name="connsiteY6" fmla="*/ 28815 h 53414"/>
                    <a:gd name="connsiteX7" fmla="*/ 19692 w 59456"/>
                    <a:gd name="connsiteY7" fmla="*/ 39011 h 53414"/>
                    <a:gd name="connsiteX8" fmla="*/ 25588 w 59456"/>
                    <a:gd name="connsiteY8" fmla="*/ 43666 h 53414"/>
                    <a:gd name="connsiteX9" fmla="*/ 31706 w 59456"/>
                    <a:gd name="connsiteY9" fmla="*/ 48011 h 53414"/>
                    <a:gd name="connsiteX10" fmla="*/ 40705 w 59456"/>
                    <a:gd name="connsiteY10" fmla="*/ 52178 h 53414"/>
                    <a:gd name="connsiteX11" fmla="*/ 44961 w 59456"/>
                    <a:gd name="connsiteY11" fmla="*/ 53286 h 53414"/>
                    <a:gd name="connsiteX12" fmla="*/ 49039 w 59456"/>
                    <a:gd name="connsiteY12" fmla="*/ 53375 h 53414"/>
                    <a:gd name="connsiteX13" fmla="*/ 59324 w 59456"/>
                    <a:gd name="connsiteY13" fmla="*/ 47567 h 53414"/>
                    <a:gd name="connsiteX14" fmla="*/ 59457 w 59456"/>
                    <a:gd name="connsiteY14" fmla="*/ 47257 h 53414"/>
                    <a:gd name="connsiteX15" fmla="*/ 48950 w 59456"/>
                    <a:gd name="connsiteY15" fmla="*/ 42691 h 53414"/>
                    <a:gd name="connsiteX16" fmla="*/ 39242 w 59456"/>
                    <a:gd name="connsiteY16" fmla="*/ 36883 h 53414"/>
                    <a:gd name="connsiteX17" fmla="*/ 36804 w 59456"/>
                    <a:gd name="connsiteY17" fmla="*/ 35465 h 53414"/>
                    <a:gd name="connsiteX18" fmla="*/ 34543 w 59456"/>
                    <a:gd name="connsiteY18" fmla="*/ 33780 h 53414"/>
                    <a:gd name="connsiteX19" fmla="*/ 29977 w 59456"/>
                    <a:gd name="connsiteY19" fmla="*/ 30500 h 53414"/>
                    <a:gd name="connsiteX20" fmla="*/ 20623 w 59456"/>
                    <a:gd name="connsiteY20" fmla="*/ 23894 h 5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9456" h="53414">
                      <a:moveTo>
                        <a:pt x="20623" y="23894"/>
                      </a:moveTo>
                      <a:cubicBezTo>
                        <a:pt x="16367" y="20570"/>
                        <a:pt x="12156" y="16624"/>
                        <a:pt x="9939" y="12324"/>
                      </a:cubicBezTo>
                      <a:cubicBezTo>
                        <a:pt x="7545" y="8068"/>
                        <a:pt x="6348" y="3768"/>
                        <a:pt x="6437" y="0"/>
                      </a:cubicBezTo>
                      <a:lnTo>
                        <a:pt x="3157" y="2748"/>
                      </a:lnTo>
                      <a:cubicBezTo>
                        <a:pt x="408" y="5054"/>
                        <a:pt x="-523" y="8999"/>
                        <a:pt x="275" y="13654"/>
                      </a:cubicBezTo>
                      <a:cubicBezTo>
                        <a:pt x="630" y="15959"/>
                        <a:pt x="1516" y="18486"/>
                        <a:pt x="2802" y="21057"/>
                      </a:cubicBezTo>
                      <a:cubicBezTo>
                        <a:pt x="4088" y="23628"/>
                        <a:pt x="6348" y="26333"/>
                        <a:pt x="8742" y="28815"/>
                      </a:cubicBezTo>
                      <a:cubicBezTo>
                        <a:pt x="12244" y="32362"/>
                        <a:pt x="15614" y="36085"/>
                        <a:pt x="19692" y="39011"/>
                      </a:cubicBezTo>
                      <a:lnTo>
                        <a:pt x="25588" y="43666"/>
                      </a:lnTo>
                      <a:cubicBezTo>
                        <a:pt x="27583" y="45218"/>
                        <a:pt x="29489" y="46813"/>
                        <a:pt x="31706" y="48011"/>
                      </a:cubicBezTo>
                      <a:cubicBezTo>
                        <a:pt x="34720" y="49828"/>
                        <a:pt x="37779" y="51247"/>
                        <a:pt x="40705" y="52178"/>
                      </a:cubicBezTo>
                      <a:cubicBezTo>
                        <a:pt x="42168" y="52665"/>
                        <a:pt x="43587" y="53020"/>
                        <a:pt x="44961" y="53286"/>
                      </a:cubicBezTo>
                      <a:cubicBezTo>
                        <a:pt x="46379" y="53463"/>
                        <a:pt x="47753" y="53419"/>
                        <a:pt x="49039" y="53375"/>
                      </a:cubicBezTo>
                      <a:cubicBezTo>
                        <a:pt x="54182" y="53020"/>
                        <a:pt x="57905" y="50981"/>
                        <a:pt x="59324" y="47567"/>
                      </a:cubicBezTo>
                      <a:lnTo>
                        <a:pt x="59457" y="47257"/>
                      </a:lnTo>
                      <a:cubicBezTo>
                        <a:pt x="55910" y="45794"/>
                        <a:pt x="52231" y="44553"/>
                        <a:pt x="48950" y="42691"/>
                      </a:cubicBezTo>
                      <a:cubicBezTo>
                        <a:pt x="45714" y="40740"/>
                        <a:pt x="42478" y="38834"/>
                        <a:pt x="39242" y="36883"/>
                      </a:cubicBezTo>
                      <a:lnTo>
                        <a:pt x="36804" y="35465"/>
                      </a:lnTo>
                      <a:lnTo>
                        <a:pt x="34543" y="33780"/>
                      </a:lnTo>
                      <a:cubicBezTo>
                        <a:pt x="33036" y="32672"/>
                        <a:pt x="31528" y="31608"/>
                        <a:pt x="29977" y="30500"/>
                      </a:cubicBezTo>
                      <a:cubicBezTo>
                        <a:pt x="26962" y="28239"/>
                        <a:pt x="23593" y="26333"/>
                        <a:pt x="20623" y="2389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25" name="Forme libre : forme 25924">
                  <a:extLst>
                    <a:ext uri="{FF2B5EF4-FFF2-40B4-BE49-F238E27FC236}">
                      <a16:creationId xmlns:a16="http://schemas.microsoft.com/office/drawing/2014/main" id="{0E4D2184-91EB-4F7C-8E24-EEE5E4AA40FC}"/>
                    </a:ext>
                  </a:extLst>
                </p:cNvPr>
                <p:cNvSpPr/>
                <p:nvPr/>
              </p:nvSpPr>
              <p:spPr>
                <a:xfrm>
                  <a:off x="6154754" y="1473571"/>
                  <a:ext cx="26995" cy="22367"/>
                </a:xfrm>
                <a:custGeom>
                  <a:avLst/>
                  <a:gdLst>
                    <a:gd name="connsiteX0" fmla="*/ 26583 w 26995"/>
                    <a:gd name="connsiteY0" fmla="*/ 20427 h 22367"/>
                    <a:gd name="connsiteX1" fmla="*/ 19933 w 26995"/>
                    <a:gd name="connsiteY1" fmla="*/ 22200 h 22367"/>
                    <a:gd name="connsiteX2" fmla="*/ 14525 w 26995"/>
                    <a:gd name="connsiteY2" fmla="*/ 20693 h 22367"/>
                    <a:gd name="connsiteX3" fmla="*/ 8939 w 26995"/>
                    <a:gd name="connsiteY3" fmla="*/ 17102 h 22367"/>
                    <a:gd name="connsiteX4" fmla="*/ 4062 w 26995"/>
                    <a:gd name="connsiteY4" fmla="*/ 12580 h 22367"/>
                    <a:gd name="connsiteX5" fmla="*/ 1004 w 26995"/>
                    <a:gd name="connsiteY5" fmla="*/ 7970 h 22367"/>
                    <a:gd name="connsiteX6" fmla="*/ 959 w 26995"/>
                    <a:gd name="connsiteY6" fmla="*/ 1010 h 22367"/>
                    <a:gd name="connsiteX7" fmla="*/ 7565 w 26995"/>
                    <a:gd name="connsiteY7" fmla="*/ 788 h 22367"/>
                    <a:gd name="connsiteX8" fmla="*/ 12264 w 26995"/>
                    <a:gd name="connsiteY8" fmla="*/ 2827 h 22367"/>
                    <a:gd name="connsiteX9" fmla="*/ 17317 w 26995"/>
                    <a:gd name="connsiteY9" fmla="*/ 6019 h 22367"/>
                    <a:gd name="connsiteX10" fmla="*/ 21706 w 26995"/>
                    <a:gd name="connsiteY10" fmla="*/ 10053 h 22367"/>
                    <a:gd name="connsiteX11" fmla="*/ 25120 w 26995"/>
                    <a:gd name="connsiteY11" fmla="*/ 13777 h 22367"/>
                    <a:gd name="connsiteX12" fmla="*/ 26583 w 26995"/>
                    <a:gd name="connsiteY12" fmla="*/ 20427 h 22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995" h="22367">
                      <a:moveTo>
                        <a:pt x="26583" y="20427"/>
                      </a:moveTo>
                      <a:cubicBezTo>
                        <a:pt x="25652" y="22111"/>
                        <a:pt x="23213" y="22688"/>
                        <a:pt x="19933" y="22200"/>
                      </a:cubicBezTo>
                      <a:cubicBezTo>
                        <a:pt x="18293" y="21978"/>
                        <a:pt x="16475" y="21446"/>
                        <a:pt x="14525" y="20693"/>
                      </a:cubicBezTo>
                      <a:cubicBezTo>
                        <a:pt x="12663" y="19806"/>
                        <a:pt x="10801" y="18520"/>
                        <a:pt x="8939" y="17102"/>
                      </a:cubicBezTo>
                      <a:cubicBezTo>
                        <a:pt x="7077" y="15639"/>
                        <a:pt x="5437" y="14132"/>
                        <a:pt x="4062" y="12580"/>
                      </a:cubicBezTo>
                      <a:cubicBezTo>
                        <a:pt x="2644" y="11073"/>
                        <a:pt x="1580" y="9566"/>
                        <a:pt x="1004" y="7970"/>
                      </a:cubicBezTo>
                      <a:cubicBezTo>
                        <a:pt x="-282" y="4911"/>
                        <a:pt x="-371" y="2384"/>
                        <a:pt x="959" y="1010"/>
                      </a:cubicBezTo>
                      <a:cubicBezTo>
                        <a:pt x="2289" y="-320"/>
                        <a:pt x="4772" y="-276"/>
                        <a:pt x="7565" y="788"/>
                      </a:cubicBezTo>
                      <a:cubicBezTo>
                        <a:pt x="8939" y="1364"/>
                        <a:pt x="10535" y="2029"/>
                        <a:pt x="12264" y="2827"/>
                      </a:cubicBezTo>
                      <a:cubicBezTo>
                        <a:pt x="13948" y="3670"/>
                        <a:pt x="15633" y="4734"/>
                        <a:pt x="17317" y="6019"/>
                      </a:cubicBezTo>
                      <a:cubicBezTo>
                        <a:pt x="19002" y="7305"/>
                        <a:pt x="20420" y="8723"/>
                        <a:pt x="21706" y="10053"/>
                      </a:cubicBezTo>
                      <a:cubicBezTo>
                        <a:pt x="23081" y="11250"/>
                        <a:pt x="24233" y="12536"/>
                        <a:pt x="25120" y="13777"/>
                      </a:cubicBezTo>
                      <a:cubicBezTo>
                        <a:pt x="26804" y="16348"/>
                        <a:pt x="27514" y="18787"/>
                        <a:pt x="26583" y="2042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26" name="Forme libre : forme 25925">
                  <a:extLst>
                    <a:ext uri="{FF2B5EF4-FFF2-40B4-BE49-F238E27FC236}">
                      <a16:creationId xmlns:a16="http://schemas.microsoft.com/office/drawing/2014/main" id="{81F71156-D81E-49C3-8117-9F3E8679B736}"/>
                    </a:ext>
                  </a:extLst>
                </p:cNvPr>
                <p:cNvSpPr/>
                <p:nvPr/>
              </p:nvSpPr>
              <p:spPr>
                <a:xfrm>
                  <a:off x="6154754" y="1473640"/>
                  <a:ext cx="15499" cy="21066"/>
                </a:xfrm>
                <a:custGeom>
                  <a:avLst/>
                  <a:gdLst>
                    <a:gd name="connsiteX0" fmla="*/ 9737 w 15499"/>
                    <a:gd name="connsiteY0" fmla="*/ 1738 h 21066"/>
                    <a:gd name="connsiteX1" fmla="*/ 959 w 15499"/>
                    <a:gd name="connsiteY1" fmla="*/ 1029 h 21066"/>
                    <a:gd name="connsiteX2" fmla="*/ 1004 w 15499"/>
                    <a:gd name="connsiteY2" fmla="*/ 7989 h 21066"/>
                    <a:gd name="connsiteX3" fmla="*/ 4062 w 15499"/>
                    <a:gd name="connsiteY3" fmla="*/ 12599 h 21066"/>
                    <a:gd name="connsiteX4" fmla="*/ 8939 w 15499"/>
                    <a:gd name="connsiteY4" fmla="*/ 17121 h 21066"/>
                    <a:gd name="connsiteX5" fmla="*/ 15500 w 15499"/>
                    <a:gd name="connsiteY5" fmla="*/ 21067 h 21066"/>
                    <a:gd name="connsiteX6" fmla="*/ 12352 w 15499"/>
                    <a:gd name="connsiteY6" fmla="*/ 18229 h 21066"/>
                    <a:gd name="connsiteX7" fmla="*/ 9737 w 15499"/>
                    <a:gd name="connsiteY7" fmla="*/ 1738 h 2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499" h="21066">
                      <a:moveTo>
                        <a:pt x="9737" y="1738"/>
                      </a:moveTo>
                      <a:cubicBezTo>
                        <a:pt x="6013" y="-168"/>
                        <a:pt x="2644" y="-656"/>
                        <a:pt x="959" y="1029"/>
                      </a:cubicBezTo>
                      <a:cubicBezTo>
                        <a:pt x="-371" y="2359"/>
                        <a:pt x="-282" y="4886"/>
                        <a:pt x="1004" y="7989"/>
                      </a:cubicBezTo>
                      <a:cubicBezTo>
                        <a:pt x="1580" y="9585"/>
                        <a:pt x="2688" y="11092"/>
                        <a:pt x="4062" y="12599"/>
                      </a:cubicBezTo>
                      <a:cubicBezTo>
                        <a:pt x="5437" y="14107"/>
                        <a:pt x="7077" y="15658"/>
                        <a:pt x="8939" y="17121"/>
                      </a:cubicBezTo>
                      <a:cubicBezTo>
                        <a:pt x="11155" y="18761"/>
                        <a:pt x="13239" y="20313"/>
                        <a:pt x="15500" y="21067"/>
                      </a:cubicBezTo>
                      <a:cubicBezTo>
                        <a:pt x="14259" y="20357"/>
                        <a:pt x="13283" y="19293"/>
                        <a:pt x="12352" y="18229"/>
                      </a:cubicBezTo>
                      <a:cubicBezTo>
                        <a:pt x="7653" y="11846"/>
                        <a:pt x="6190" y="4841"/>
                        <a:pt x="9737" y="1738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27" name="Forme libre : forme 25926">
                  <a:extLst>
                    <a:ext uri="{FF2B5EF4-FFF2-40B4-BE49-F238E27FC236}">
                      <a16:creationId xmlns:a16="http://schemas.microsoft.com/office/drawing/2014/main" id="{1E0CE2EA-92F5-43A8-B58B-509ABF099A80}"/>
                    </a:ext>
                  </a:extLst>
                </p:cNvPr>
                <p:cNvSpPr/>
                <p:nvPr/>
              </p:nvSpPr>
              <p:spPr>
                <a:xfrm>
                  <a:off x="6154824" y="1475881"/>
                  <a:ext cx="27557" cy="22312"/>
                </a:xfrm>
                <a:custGeom>
                  <a:avLst/>
                  <a:gdLst>
                    <a:gd name="connsiteX0" fmla="*/ 27177 w 27557"/>
                    <a:gd name="connsiteY0" fmla="*/ 20333 h 22312"/>
                    <a:gd name="connsiteX1" fmla="*/ 20528 w 27557"/>
                    <a:gd name="connsiteY1" fmla="*/ 22151 h 22312"/>
                    <a:gd name="connsiteX2" fmla="*/ 15075 w 27557"/>
                    <a:gd name="connsiteY2" fmla="*/ 20643 h 22312"/>
                    <a:gd name="connsiteX3" fmla="*/ 9312 w 27557"/>
                    <a:gd name="connsiteY3" fmla="*/ 17186 h 22312"/>
                    <a:gd name="connsiteX4" fmla="*/ 1066 w 27557"/>
                    <a:gd name="connsiteY4" fmla="*/ 8098 h 22312"/>
                    <a:gd name="connsiteX5" fmla="*/ 934 w 27557"/>
                    <a:gd name="connsiteY5" fmla="*/ 1049 h 22312"/>
                    <a:gd name="connsiteX6" fmla="*/ 7539 w 27557"/>
                    <a:gd name="connsiteY6" fmla="*/ 783 h 22312"/>
                    <a:gd name="connsiteX7" fmla="*/ 17469 w 27557"/>
                    <a:gd name="connsiteY7" fmla="*/ 5970 h 22312"/>
                    <a:gd name="connsiteX8" fmla="*/ 22035 w 27557"/>
                    <a:gd name="connsiteY8" fmla="*/ 9915 h 22312"/>
                    <a:gd name="connsiteX9" fmla="*/ 25537 w 27557"/>
                    <a:gd name="connsiteY9" fmla="*/ 13684 h 22312"/>
                    <a:gd name="connsiteX10" fmla="*/ 27177 w 27557"/>
                    <a:gd name="connsiteY10" fmla="*/ 20333 h 22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557" h="22312">
                      <a:moveTo>
                        <a:pt x="27177" y="20333"/>
                      </a:moveTo>
                      <a:cubicBezTo>
                        <a:pt x="26246" y="22018"/>
                        <a:pt x="23853" y="22638"/>
                        <a:pt x="20528" y="22151"/>
                      </a:cubicBezTo>
                      <a:cubicBezTo>
                        <a:pt x="18888" y="21929"/>
                        <a:pt x="17026" y="21397"/>
                        <a:pt x="15075" y="20643"/>
                      </a:cubicBezTo>
                      <a:cubicBezTo>
                        <a:pt x="13036" y="19979"/>
                        <a:pt x="11218" y="18604"/>
                        <a:pt x="9312" y="17186"/>
                      </a:cubicBezTo>
                      <a:cubicBezTo>
                        <a:pt x="5544" y="14260"/>
                        <a:pt x="2574" y="11024"/>
                        <a:pt x="1066" y="8098"/>
                      </a:cubicBezTo>
                      <a:cubicBezTo>
                        <a:pt x="-264" y="4995"/>
                        <a:pt x="-397" y="2423"/>
                        <a:pt x="934" y="1049"/>
                      </a:cubicBezTo>
                      <a:cubicBezTo>
                        <a:pt x="2263" y="-325"/>
                        <a:pt x="4702" y="-281"/>
                        <a:pt x="7539" y="783"/>
                      </a:cubicBezTo>
                      <a:cubicBezTo>
                        <a:pt x="10553" y="1670"/>
                        <a:pt x="14144" y="3354"/>
                        <a:pt x="17469" y="5970"/>
                      </a:cubicBezTo>
                      <a:cubicBezTo>
                        <a:pt x="19154" y="7256"/>
                        <a:pt x="20572" y="8763"/>
                        <a:pt x="22035" y="9915"/>
                      </a:cubicBezTo>
                      <a:cubicBezTo>
                        <a:pt x="23454" y="11157"/>
                        <a:pt x="24606" y="12442"/>
                        <a:pt x="25537" y="13684"/>
                      </a:cubicBezTo>
                      <a:cubicBezTo>
                        <a:pt x="27355" y="16166"/>
                        <a:pt x="28064" y="18604"/>
                        <a:pt x="27177" y="2033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28" name="Forme libre : forme 25927">
                  <a:extLst>
                    <a:ext uri="{FF2B5EF4-FFF2-40B4-BE49-F238E27FC236}">
                      <a16:creationId xmlns:a16="http://schemas.microsoft.com/office/drawing/2014/main" id="{4EE16041-7CE2-4719-81C9-064DE7E0943B}"/>
                    </a:ext>
                  </a:extLst>
                </p:cNvPr>
                <p:cNvSpPr/>
                <p:nvPr/>
              </p:nvSpPr>
              <p:spPr>
                <a:xfrm>
                  <a:off x="6141240" y="1459936"/>
                  <a:ext cx="30965" cy="39757"/>
                </a:xfrm>
                <a:custGeom>
                  <a:avLst/>
                  <a:gdLst>
                    <a:gd name="connsiteX0" fmla="*/ 4410 w 30965"/>
                    <a:gd name="connsiteY0" fmla="*/ 5379 h 39757"/>
                    <a:gd name="connsiteX1" fmla="*/ 331 w 30965"/>
                    <a:gd name="connsiteY1" fmla="*/ 10345 h 39757"/>
                    <a:gd name="connsiteX2" fmla="*/ 7424 w 30965"/>
                    <a:gd name="connsiteY2" fmla="*/ 27722 h 39757"/>
                    <a:gd name="connsiteX3" fmla="*/ 14473 w 30965"/>
                    <a:gd name="connsiteY3" fmla="*/ 34372 h 39757"/>
                    <a:gd name="connsiteX4" fmla="*/ 22541 w 30965"/>
                    <a:gd name="connsiteY4" fmla="*/ 38982 h 39757"/>
                    <a:gd name="connsiteX5" fmla="*/ 28393 w 30965"/>
                    <a:gd name="connsiteY5" fmla="*/ 39603 h 39757"/>
                    <a:gd name="connsiteX6" fmla="*/ 30964 w 30965"/>
                    <a:gd name="connsiteY6" fmla="*/ 36987 h 39757"/>
                    <a:gd name="connsiteX7" fmla="*/ 27817 w 30965"/>
                    <a:gd name="connsiteY7" fmla="*/ 31091 h 39757"/>
                    <a:gd name="connsiteX8" fmla="*/ 21610 w 30965"/>
                    <a:gd name="connsiteY8" fmla="*/ 16684 h 39757"/>
                    <a:gd name="connsiteX9" fmla="*/ 15803 w 30965"/>
                    <a:gd name="connsiteY9" fmla="*/ 1079 h 39757"/>
                    <a:gd name="connsiteX10" fmla="*/ 4410 w 30965"/>
                    <a:gd name="connsiteY10" fmla="*/ 5379 h 39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965" h="39757">
                      <a:moveTo>
                        <a:pt x="4410" y="5379"/>
                      </a:moveTo>
                      <a:cubicBezTo>
                        <a:pt x="2725" y="6665"/>
                        <a:pt x="952" y="8039"/>
                        <a:pt x="331" y="10345"/>
                      </a:cubicBezTo>
                      <a:cubicBezTo>
                        <a:pt x="-1176" y="14733"/>
                        <a:pt x="2681" y="21649"/>
                        <a:pt x="7424" y="27722"/>
                      </a:cubicBezTo>
                      <a:cubicBezTo>
                        <a:pt x="9286" y="30338"/>
                        <a:pt x="11857" y="32421"/>
                        <a:pt x="14473" y="34372"/>
                      </a:cubicBezTo>
                      <a:cubicBezTo>
                        <a:pt x="17088" y="36278"/>
                        <a:pt x="19837" y="37918"/>
                        <a:pt x="22541" y="38982"/>
                      </a:cubicBezTo>
                      <a:cubicBezTo>
                        <a:pt x="24492" y="39869"/>
                        <a:pt x="26797" y="39869"/>
                        <a:pt x="28393" y="39603"/>
                      </a:cubicBezTo>
                      <a:cubicBezTo>
                        <a:pt x="29989" y="39293"/>
                        <a:pt x="31008" y="38406"/>
                        <a:pt x="30964" y="36987"/>
                      </a:cubicBezTo>
                      <a:cubicBezTo>
                        <a:pt x="30920" y="35125"/>
                        <a:pt x="29058" y="33308"/>
                        <a:pt x="27817" y="31091"/>
                      </a:cubicBezTo>
                      <a:cubicBezTo>
                        <a:pt x="24758" y="26082"/>
                        <a:pt x="22630" y="21206"/>
                        <a:pt x="21610" y="16684"/>
                      </a:cubicBezTo>
                      <a:cubicBezTo>
                        <a:pt x="20945" y="12428"/>
                        <a:pt x="21344" y="4315"/>
                        <a:pt x="15803" y="1079"/>
                      </a:cubicBezTo>
                      <a:cubicBezTo>
                        <a:pt x="10838" y="-2423"/>
                        <a:pt x="6759" y="3562"/>
                        <a:pt x="4410" y="537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29" name="Forme libre : forme 25928">
                  <a:extLst>
                    <a:ext uri="{FF2B5EF4-FFF2-40B4-BE49-F238E27FC236}">
                      <a16:creationId xmlns:a16="http://schemas.microsoft.com/office/drawing/2014/main" id="{5E3D0D14-22AF-4004-A464-F39C6DCEDFDF}"/>
                    </a:ext>
                  </a:extLst>
                </p:cNvPr>
                <p:cNvSpPr/>
                <p:nvPr/>
              </p:nvSpPr>
              <p:spPr>
                <a:xfrm>
                  <a:off x="6154346" y="1465668"/>
                  <a:ext cx="12231" cy="7384"/>
                </a:xfrm>
                <a:custGeom>
                  <a:avLst/>
                  <a:gdLst>
                    <a:gd name="connsiteX0" fmla="*/ 1943 w 12231"/>
                    <a:gd name="connsiteY0" fmla="*/ 1 h 7384"/>
                    <a:gd name="connsiteX1" fmla="*/ 347 w 12231"/>
                    <a:gd name="connsiteY1" fmla="*/ 445 h 7384"/>
                    <a:gd name="connsiteX2" fmla="*/ 259 w 12231"/>
                    <a:gd name="connsiteY2" fmla="*/ 2129 h 7384"/>
                    <a:gd name="connsiteX3" fmla="*/ 1899 w 12231"/>
                    <a:gd name="connsiteY3" fmla="*/ 3681 h 7384"/>
                    <a:gd name="connsiteX4" fmla="*/ 6775 w 12231"/>
                    <a:gd name="connsiteY4" fmla="*/ 6562 h 7384"/>
                    <a:gd name="connsiteX5" fmla="*/ 8770 w 12231"/>
                    <a:gd name="connsiteY5" fmla="*/ 7316 h 7384"/>
                    <a:gd name="connsiteX6" fmla="*/ 10676 w 12231"/>
                    <a:gd name="connsiteY6" fmla="*/ 2927 h 7384"/>
                    <a:gd name="connsiteX7" fmla="*/ 1943 w 12231"/>
                    <a:gd name="connsiteY7" fmla="*/ 1 h 7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231" h="7384">
                      <a:moveTo>
                        <a:pt x="1943" y="1"/>
                      </a:moveTo>
                      <a:cubicBezTo>
                        <a:pt x="1322" y="46"/>
                        <a:pt x="702" y="134"/>
                        <a:pt x="347" y="445"/>
                      </a:cubicBezTo>
                      <a:cubicBezTo>
                        <a:pt x="-52" y="799"/>
                        <a:pt x="-140" y="1464"/>
                        <a:pt x="259" y="2129"/>
                      </a:cubicBezTo>
                      <a:cubicBezTo>
                        <a:pt x="613" y="2750"/>
                        <a:pt x="1278" y="3282"/>
                        <a:pt x="1899" y="3681"/>
                      </a:cubicBezTo>
                      <a:cubicBezTo>
                        <a:pt x="3495" y="4789"/>
                        <a:pt x="5135" y="5765"/>
                        <a:pt x="6775" y="6562"/>
                      </a:cubicBezTo>
                      <a:cubicBezTo>
                        <a:pt x="7440" y="6873"/>
                        <a:pt x="8105" y="7183"/>
                        <a:pt x="8770" y="7316"/>
                      </a:cubicBezTo>
                      <a:cubicBezTo>
                        <a:pt x="11430" y="7804"/>
                        <a:pt x="13957" y="5632"/>
                        <a:pt x="10676" y="2927"/>
                      </a:cubicBezTo>
                      <a:cubicBezTo>
                        <a:pt x="8105" y="932"/>
                        <a:pt x="4470" y="-43"/>
                        <a:pt x="1943" y="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30" name="Forme libre : forme 25929">
                  <a:extLst>
                    <a:ext uri="{FF2B5EF4-FFF2-40B4-BE49-F238E27FC236}">
                      <a16:creationId xmlns:a16="http://schemas.microsoft.com/office/drawing/2014/main" id="{F103EE60-033C-4420-B5E4-69D82F8BF9C7}"/>
                    </a:ext>
                  </a:extLst>
                </p:cNvPr>
                <p:cNvSpPr/>
                <p:nvPr/>
              </p:nvSpPr>
              <p:spPr>
                <a:xfrm>
                  <a:off x="6166087" y="1502021"/>
                  <a:ext cx="25268" cy="5991"/>
                </a:xfrm>
                <a:custGeom>
                  <a:avLst/>
                  <a:gdLst>
                    <a:gd name="connsiteX0" fmla="*/ 25269 w 25268"/>
                    <a:gd name="connsiteY0" fmla="*/ 0 h 5991"/>
                    <a:gd name="connsiteX1" fmla="*/ 20880 w 25268"/>
                    <a:gd name="connsiteY1" fmla="*/ 4389 h 5991"/>
                    <a:gd name="connsiteX2" fmla="*/ 13122 w 25268"/>
                    <a:gd name="connsiteY2" fmla="*/ 5985 h 5991"/>
                    <a:gd name="connsiteX3" fmla="*/ 0 w 25268"/>
                    <a:gd name="connsiteY3" fmla="*/ 2394 h 5991"/>
                    <a:gd name="connsiteX4" fmla="*/ 9620 w 25268"/>
                    <a:gd name="connsiteY4" fmla="*/ 4699 h 5991"/>
                    <a:gd name="connsiteX5" fmla="*/ 17954 w 25268"/>
                    <a:gd name="connsiteY5" fmla="*/ 4211 h 5991"/>
                    <a:gd name="connsiteX6" fmla="*/ 25269 w 25268"/>
                    <a:gd name="connsiteY6" fmla="*/ 0 h 5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268" h="5991">
                      <a:moveTo>
                        <a:pt x="25269" y="0"/>
                      </a:moveTo>
                      <a:cubicBezTo>
                        <a:pt x="25269" y="0"/>
                        <a:pt x="24426" y="2571"/>
                        <a:pt x="20880" y="4389"/>
                      </a:cubicBezTo>
                      <a:cubicBezTo>
                        <a:pt x="19107" y="5275"/>
                        <a:pt x="16535" y="6073"/>
                        <a:pt x="13122" y="5985"/>
                      </a:cubicBezTo>
                      <a:cubicBezTo>
                        <a:pt x="9753" y="5719"/>
                        <a:pt x="5453" y="4699"/>
                        <a:pt x="0" y="2394"/>
                      </a:cubicBezTo>
                      <a:cubicBezTo>
                        <a:pt x="0" y="2394"/>
                        <a:pt x="4344" y="4078"/>
                        <a:pt x="9620" y="4699"/>
                      </a:cubicBezTo>
                      <a:cubicBezTo>
                        <a:pt x="12235" y="5054"/>
                        <a:pt x="15117" y="5054"/>
                        <a:pt x="17954" y="4211"/>
                      </a:cubicBezTo>
                      <a:cubicBezTo>
                        <a:pt x="20702" y="3458"/>
                        <a:pt x="23274" y="2128"/>
                        <a:pt x="252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31" name="Forme libre : forme 25930">
                  <a:extLst>
                    <a:ext uri="{FF2B5EF4-FFF2-40B4-BE49-F238E27FC236}">
                      <a16:creationId xmlns:a16="http://schemas.microsoft.com/office/drawing/2014/main" id="{B4C3CC36-0E05-46BF-9A00-BBB644DD8237}"/>
                    </a:ext>
                  </a:extLst>
                </p:cNvPr>
                <p:cNvSpPr/>
                <p:nvPr/>
              </p:nvSpPr>
              <p:spPr>
                <a:xfrm>
                  <a:off x="6144187" y="1453267"/>
                  <a:ext cx="23894" cy="8457"/>
                </a:xfrm>
                <a:custGeom>
                  <a:avLst/>
                  <a:gdLst>
                    <a:gd name="connsiteX0" fmla="*/ 23894 w 23894"/>
                    <a:gd name="connsiteY0" fmla="*/ 8457 h 8457"/>
                    <a:gd name="connsiteX1" fmla="*/ 21767 w 23894"/>
                    <a:gd name="connsiteY1" fmla="*/ 6728 h 8457"/>
                    <a:gd name="connsiteX2" fmla="*/ 16225 w 23894"/>
                    <a:gd name="connsiteY2" fmla="*/ 3270 h 8457"/>
                    <a:gd name="connsiteX3" fmla="*/ 0 w 23894"/>
                    <a:gd name="connsiteY3" fmla="*/ 1586 h 8457"/>
                    <a:gd name="connsiteX4" fmla="*/ 7182 w 23894"/>
                    <a:gd name="connsiteY4" fmla="*/ 1187 h 8457"/>
                    <a:gd name="connsiteX5" fmla="*/ 14851 w 23894"/>
                    <a:gd name="connsiteY5" fmla="*/ 3403 h 8457"/>
                    <a:gd name="connsiteX6" fmla="*/ 23894 w 23894"/>
                    <a:gd name="connsiteY6" fmla="*/ 8457 h 8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894" h="8457">
                      <a:moveTo>
                        <a:pt x="23894" y="8457"/>
                      </a:moveTo>
                      <a:cubicBezTo>
                        <a:pt x="23894" y="8457"/>
                        <a:pt x="23096" y="7703"/>
                        <a:pt x="21767" y="6728"/>
                      </a:cubicBezTo>
                      <a:cubicBezTo>
                        <a:pt x="20437" y="5664"/>
                        <a:pt x="18486" y="4689"/>
                        <a:pt x="16225" y="3270"/>
                      </a:cubicBezTo>
                      <a:cubicBezTo>
                        <a:pt x="11659" y="655"/>
                        <a:pt x="5541" y="-1650"/>
                        <a:pt x="0" y="1586"/>
                      </a:cubicBezTo>
                      <a:cubicBezTo>
                        <a:pt x="0" y="1586"/>
                        <a:pt x="2793" y="610"/>
                        <a:pt x="7182" y="1187"/>
                      </a:cubicBezTo>
                      <a:cubicBezTo>
                        <a:pt x="9398" y="1453"/>
                        <a:pt x="12014" y="2162"/>
                        <a:pt x="14851" y="3403"/>
                      </a:cubicBezTo>
                      <a:cubicBezTo>
                        <a:pt x="17688" y="4822"/>
                        <a:pt x="20791" y="6019"/>
                        <a:pt x="23894" y="84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32" name="Forme libre : forme 25931">
                  <a:extLst>
                    <a:ext uri="{FF2B5EF4-FFF2-40B4-BE49-F238E27FC236}">
                      <a16:creationId xmlns:a16="http://schemas.microsoft.com/office/drawing/2014/main" id="{E052B576-4C86-4DD0-B9B0-D8A2B4CDCD75}"/>
                    </a:ext>
                  </a:extLst>
                </p:cNvPr>
                <p:cNvSpPr/>
                <p:nvPr/>
              </p:nvSpPr>
              <p:spPr>
                <a:xfrm>
                  <a:off x="6167783" y="1480163"/>
                  <a:ext cx="9055" cy="8945"/>
                </a:xfrm>
                <a:custGeom>
                  <a:avLst/>
                  <a:gdLst>
                    <a:gd name="connsiteX0" fmla="*/ 8544 w 9055"/>
                    <a:gd name="connsiteY0" fmla="*/ 8780 h 8945"/>
                    <a:gd name="connsiteX1" fmla="*/ 5707 w 9055"/>
                    <a:gd name="connsiteY1" fmla="*/ 8426 h 8945"/>
                    <a:gd name="connsiteX2" fmla="*/ 2249 w 9055"/>
                    <a:gd name="connsiteY2" fmla="*/ 5544 h 8945"/>
                    <a:gd name="connsiteX3" fmla="*/ 609 w 9055"/>
                    <a:gd name="connsiteY3" fmla="*/ 91 h 8945"/>
                    <a:gd name="connsiteX4" fmla="*/ 6549 w 9055"/>
                    <a:gd name="connsiteY4" fmla="*/ 3549 h 8945"/>
                    <a:gd name="connsiteX5" fmla="*/ 8810 w 9055"/>
                    <a:gd name="connsiteY5" fmla="*/ 6785 h 8945"/>
                    <a:gd name="connsiteX6" fmla="*/ 8544 w 9055"/>
                    <a:gd name="connsiteY6" fmla="*/ 8780 h 8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55" h="8945">
                      <a:moveTo>
                        <a:pt x="8544" y="8780"/>
                      </a:moveTo>
                      <a:cubicBezTo>
                        <a:pt x="7924" y="9091"/>
                        <a:pt x="6904" y="8958"/>
                        <a:pt x="5707" y="8426"/>
                      </a:cubicBezTo>
                      <a:cubicBezTo>
                        <a:pt x="4510" y="7894"/>
                        <a:pt x="3358" y="6785"/>
                        <a:pt x="2249" y="5544"/>
                      </a:cubicBezTo>
                      <a:cubicBezTo>
                        <a:pt x="77" y="3017"/>
                        <a:pt x="-632" y="579"/>
                        <a:pt x="609" y="91"/>
                      </a:cubicBezTo>
                      <a:cubicBezTo>
                        <a:pt x="1850" y="-396"/>
                        <a:pt x="4466" y="1111"/>
                        <a:pt x="6549" y="3549"/>
                      </a:cubicBezTo>
                      <a:cubicBezTo>
                        <a:pt x="7569" y="4835"/>
                        <a:pt x="8412" y="5854"/>
                        <a:pt x="8810" y="6785"/>
                      </a:cubicBezTo>
                      <a:cubicBezTo>
                        <a:pt x="9209" y="7716"/>
                        <a:pt x="9121" y="8426"/>
                        <a:pt x="8544" y="878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33" name="Forme libre : forme 25932">
                  <a:extLst>
                    <a:ext uri="{FF2B5EF4-FFF2-40B4-BE49-F238E27FC236}">
                      <a16:creationId xmlns:a16="http://schemas.microsoft.com/office/drawing/2014/main" id="{F63A94F5-5EA5-4720-A7C8-769741EF36CF}"/>
                    </a:ext>
                  </a:extLst>
                </p:cNvPr>
                <p:cNvSpPr/>
                <p:nvPr/>
              </p:nvSpPr>
              <p:spPr>
                <a:xfrm>
                  <a:off x="6175158" y="1487264"/>
                  <a:ext cx="3029" cy="2399"/>
                </a:xfrm>
                <a:custGeom>
                  <a:avLst/>
                  <a:gdLst>
                    <a:gd name="connsiteX0" fmla="*/ 2943 w 3029"/>
                    <a:gd name="connsiteY0" fmla="*/ 2034 h 2399"/>
                    <a:gd name="connsiteX1" fmla="*/ 992 w 3029"/>
                    <a:gd name="connsiteY1" fmla="*/ 2034 h 2399"/>
                    <a:gd name="connsiteX2" fmla="*/ 105 w 3029"/>
                    <a:gd name="connsiteY2" fmla="*/ 349 h 2399"/>
                    <a:gd name="connsiteX3" fmla="*/ 2056 w 3029"/>
                    <a:gd name="connsiteY3" fmla="*/ 349 h 2399"/>
                    <a:gd name="connsiteX4" fmla="*/ 2943 w 3029"/>
                    <a:gd name="connsiteY4" fmla="*/ 2034 h 2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9" h="2399">
                      <a:moveTo>
                        <a:pt x="2943" y="2034"/>
                      </a:moveTo>
                      <a:cubicBezTo>
                        <a:pt x="2632" y="2522"/>
                        <a:pt x="1790" y="2522"/>
                        <a:pt x="992" y="2034"/>
                      </a:cubicBezTo>
                      <a:cubicBezTo>
                        <a:pt x="194" y="1591"/>
                        <a:pt x="-205" y="837"/>
                        <a:pt x="105" y="349"/>
                      </a:cubicBezTo>
                      <a:cubicBezTo>
                        <a:pt x="416" y="-138"/>
                        <a:pt x="1258" y="-94"/>
                        <a:pt x="2056" y="349"/>
                      </a:cubicBezTo>
                      <a:cubicBezTo>
                        <a:pt x="2854" y="837"/>
                        <a:pt x="3209" y="1591"/>
                        <a:pt x="2943" y="20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34" name="Forme libre : forme 25933">
                  <a:extLst>
                    <a:ext uri="{FF2B5EF4-FFF2-40B4-BE49-F238E27FC236}">
                      <a16:creationId xmlns:a16="http://schemas.microsoft.com/office/drawing/2014/main" id="{5009BDF5-238F-4EF5-98A2-DB5796454362}"/>
                    </a:ext>
                  </a:extLst>
                </p:cNvPr>
                <p:cNvSpPr/>
                <p:nvPr/>
              </p:nvSpPr>
              <p:spPr>
                <a:xfrm>
                  <a:off x="6174063" y="1471917"/>
                  <a:ext cx="17941" cy="26764"/>
                </a:xfrm>
                <a:custGeom>
                  <a:avLst/>
                  <a:gdLst>
                    <a:gd name="connsiteX0" fmla="*/ 17780 w 17941"/>
                    <a:gd name="connsiteY0" fmla="*/ 16317 h 26764"/>
                    <a:gd name="connsiteX1" fmla="*/ 16095 w 17941"/>
                    <a:gd name="connsiteY1" fmla="*/ 25139 h 26764"/>
                    <a:gd name="connsiteX2" fmla="*/ 12771 w 17941"/>
                    <a:gd name="connsiteY2" fmla="*/ 26602 h 26764"/>
                    <a:gd name="connsiteX3" fmla="*/ 10332 w 17941"/>
                    <a:gd name="connsiteY3" fmla="*/ 23410 h 26764"/>
                    <a:gd name="connsiteX4" fmla="*/ 8160 w 17941"/>
                    <a:gd name="connsiteY4" fmla="*/ 12770 h 26764"/>
                    <a:gd name="connsiteX5" fmla="*/ 5766 w 17941"/>
                    <a:gd name="connsiteY5" fmla="*/ 10066 h 26764"/>
                    <a:gd name="connsiteX6" fmla="*/ 2397 w 17941"/>
                    <a:gd name="connsiteY6" fmla="*/ 5943 h 26764"/>
                    <a:gd name="connsiteX7" fmla="*/ 890 w 17941"/>
                    <a:gd name="connsiteY7" fmla="*/ 47 h 26764"/>
                    <a:gd name="connsiteX8" fmla="*/ 8027 w 17941"/>
                    <a:gd name="connsiteY8" fmla="*/ 3461 h 26764"/>
                    <a:gd name="connsiteX9" fmla="*/ 14411 w 17941"/>
                    <a:gd name="connsiteY9" fmla="*/ 8736 h 26764"/>
                    <a:gd name="connsiteX10" fmla="*/ 17780 w 17941"/>
                    <a:gd name="connsiteY10" fmla="*/ 16317 h 2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941" h="26764">
                      <a:moveTo>
                        <a:pt x="17780" y="16317"/>
                      </a:moveTo>
                      <a:cubicBezTo>
                        <a:pt x="18312" y="19509"/>
                        <a:pt x="17470" y="22479"/>
                        <a:pt x="16095" y="25139"/>
                      </a:cubicBezTo>
                      <a:cubicBezTo>
                        <a:pt x="15608" y="26114"/>
                        <a:pt x="14500" y="27178"/>
                        <a:pt x="12771" y="26602"/>
                      </a:cubicBezTo>
                      <a:cubicBezTo>
                        <a:pt x="11130" y="26158"/>
                        <a:pt x="10510" y="24607"/>
                        <a:pt x="10332" y="23410"/>
                      </a:cubicBezTo>
                      <a:cubicBezTo>
                        <a:pt x="9756" y="19819"/>
                        <a:pt x="10332" y="16361"/>
                        <a:pt x="8160" y="12770"/>
                      </a:cubicBezTo>
                      <a:cubicBezTo>
                        <a:pt x="7806" y="12238"/>
                        <a:pt x="6874" y="11219"/>
                        <a:pt x="5766" y="10066"/>
                      </a:cubicBezTo>
                      <a:cubicBezTo>
                        <a:pt x="4569" y="9002"/>
                        <a:pt x="3372" y="7451"/>
                        <a:pt x="2397" y="5943"/>
                      </a:cubicBezTo>
                      <a:cubicBezTo>
                        <a:pt x="358" y="2973"/>
                        <a:pt x="-972" y="358"/>
                        <a:pt x="890" y="47"/>
                      </a:cubicBezTo>
                      <a:cubicBezTo>
                        <a:pt x="2796" y="-307"/>
                        <a:pt x="5500" y="1377"/>
                        <a:pt x="8027" y="3461"/>
                      </a:cubicBezTo>
                      <a:cubicBezTo>
                        <a:pt x="10776" y="5190"/>
                        <a:pt x="13347" y="7451"/>
                        <a:pt x="14411" y="8736"/>
                      </a:cubicBezTo>
                      <a:cubicBezTo>
                        <a:pt x="16273" y="11174"/>
                        <a:pt x="17337" y="14056"/>
                        <a:pt x="17780" y="1631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04" name="Graphique 2">
                <a:extLst>
                  <a:ext uri="{FF2B5EF4-FFF2-40B4-BE49-F238E27FC236}">
                    <a16:creationId xmlns:a16="http://schemas.microsoft.com/office/drawing/2014/main" id="{2099EDCE-BAF2-4D87-AD81-3836BD8D9415}"/>
                  </a:ext>
                </a:extLst>
              </p:cNvPr>
              <p:cNvGrpSpPr/>
              <p:nvPr/>
            </p:nvGrpSpPr>
            <p:grpSpPr>
              <a:xfrm>
                <a:off x="6192166" y="1487152"/>
                <a:ext cx="72376" cy="41193"/>
                <a:chOff x="6192166" y="1487152"/>
                <a:chExt cx="72376" cy="41193"/>
              </a:xfrm>
              <a:solidFill>
                <a:schemeClr val="accent1"/>
              </a:solidFill>
            </p:grpSpPr>
            <p:sp>
              <p:nvSpPr>
                <p:cNvPr id="25911" name="Forme libre : forme 25910">
                  <a:extLst>
                    <a:ext uri="{FF2B5EF4-FFF2-40B4-BE49-F238E27FC236}">
                      <a16:creationId xmlns:a16="http://schemas.microsoft.com/office/drawing/2014/main" id="{CFEE62AF-D872-4710-83A6-4DE9D5CF136F}"/>
                    </a:ext>
                  </a:extLst>
                </p:cNvPr>
                <p:cNvSpPr/>
                <p:nvPr/>
              </p:nvSpPr>
              <p:spPr>
                <a:xfrm>
                  <a:off x="6192210" y="1487152"/>
                  <a:ext cx="72332" cy="41176"/>
                </a:xfrm>
                <a:custGeom>
                  <a:avLst/>
                  <a:gdLst>
                    <a:gd name="connsiteX0" fmla="*/ 49106 w 72332"/>
                    <a:gd name="connsiteY0" fmla="*/ 41113 h 41176"/>
                    <a:gd name="connsiteX1" fmla="*/ 34255 w 72332"/>
                    <a:gd name="connsiteY1" fmla="*/ 40138 h 41176"/>
                    <a:gd name="connsiteX2" fmla="*/ 19582 w 72332"/>
                    <a:gd name="connsiteY2" fmla="*/ 37478 h 41176"/>
                    <a:gd name="connsiteX3" fmla="*/ 10361 w 72332"/>
                    <a:gd name="connsiteY3" fmla="*/ 33799 h 41176"/>
                    <a:gd name="connsiteX4" fmla="*/ 3667 w 72332"/>
                    <a:gd name="connsiteY4" fmla="*/ 28701 h 41176"/>
                    <a:gd name="connsiteX5" fmla="*/ 342 w 72332"/>
                    <a:gd name="connsiteY5" fmla="*/ 22716 h 41176"/>
                    <a:gd name="connsiteX6" fmla="*/ 608 w 72332"/>
                    <a:gd name="connsiteY6" fmla="*/ 17130 h 41176"/>
                    <a:gd name="connsiteX7" fmla="*/ 4509 w 72332"/>
                    <a:gd name="connsiteY7" fmla="*/ 7688 h 41176"/>
                    <a:gd name="connsiteX8" fmla="*/ 7967 w 72332"/>
                    <a:gd name="connsiteY8" fmla="*/ 3521 h 41176"/>
                    <a:gd name="connsiteX9" fmla="*/ 13420 w 72332"/>
                    <a:gd name="connsiteY9" fmla="*/ 1082 h 41176"/>
                    <a:gd name="connsiteX10" fmla="*/ 20202 w 72332"/>
                    <a:gd name="connsiteY10" fmla="*/ 18 h 41176"/>
                    <a:gd name="connsiteX11" fmla="*/ 27561 w 72332"/>
                    <a:gd name="connsiteY11" fmla="*/ 861 h 41176"/>
                    <a:gd name="connsiteX12" fmla="*/ 38555 w 72332"/>
                    <a:gd name="connsiteY12" fmla="*/ 2678 h 41176"/>
                    <a:gd name="connsiteX13" fmla="*/ 49682 w 72332"/>
                    <a:gd name="connsiteY13" fmla="*/ 3210 h 41176"/>
                    <a:gd name="connsiteX14" fmla="*/ 57086 w 72332"/>
                    <a:gd name="connsiteY14" fmla="*/ 4008 h 41176"/>
                    <a:gd name="connsiteX15" fmla="*/ 63469 w 72332"/>
                    <a:gd name="connsiteY15" fmla="*/ 6579 h 41176"/>
                    <a:gd name="connsiteX16" fmla="*/ 68257 w 72332"/>
                    <a:gd name="connsiteY16" fmla="*/ 10347 h 41176"/>
                    <a:gd name="connsiteX17" fmla="*/ 70651 w 72332"/>
                    <a:gd name="connsiteY17" fmla="*/ 15401 h 41176"/>
                    <a:gd name="connsiteX18" fmla="*/ 72247 w 72332"/>
                    <a:gd name="connsiteY18" fmla="*/ 25819 h 41176"/>
                    <a:gd name="connsiteX19" fmla="*/ 71183 w 72332"/>
                    <a:gd name="connsiteY19" fmla="*/ 31449 h 41176"/>
                    <a:gd name="connsiteX20" fmla="*/ 66528 w 72332"/>
                    <a:gd name="connsiteY20" fmla="*/ 36458 h 41176"/>
                    <a:gd name="connsiteX21" fmla="*/ 58859 w 72332"/>
                    <a:gd name="connsiteY21" fmla="*/ 39828 h 41176"/>
                    <a:gd name="connsiteX22" fmla="*/ 49106 w 72332"/>
                    <a:gd name="connsiteY22" fmla="*/ 41113 h 41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2332" h="41176">
                      <a:moveTo>
                        <a:pt x="49106" y="41113"/>
                      </a:moveTo>
                      <a:lnTo>
                        <a:pt x="34255" y="40138"/>
                      </a:lnTo>
                      <a:lnTo>
                        <a:pt x="19582" y="37478"/>
                      </a:lnTo>
                      <a:cubicBezTo>
                        <a:pt x="16124" y="36902"/>
                        <a:pt x="13109" y="35262"/>
                        <a:pt x="10361" y="33799"/>
                      </a:cubicBezTo>
                      <a:cubicBezTo>
                        <a:pt x="7657" y="32247"/>
                        <a:pt x="5396" y="30518"/>
                        <a:pt x="3667" y="28701"/>
                      </a:cubicBezTo>
                      <a:cubicBezTo>
                        <a:pt x="1938" y="26883"/>
                        <a:pt x="874" y="24666"/>
                        <a:pt x="342" y="22716"/>
                      </a:cubicBezTo>
                      <a:cubicBezTo>
                        <a:pt x="-190" y="20721"/>
                        <a:pt x="-101" y="18859"/>
                        <a:pt x="608" y="17130"/>
                      </a:cubicBezTo>
                      <a:lnTo>
                        <a:pt x="4509" y="7688"/>
                      </a:lnTo>
                      <a:cubicBezTo>
                        <a:pt x="5218" y="6003"/>
                        <a:pt x="6415" y="4584"/>
                        <a:pt x="7967" y="3521"/>
                      </a:cubicBezTo>
                      <a:cubicBezTo>
                        <a:pt x="9518" y="2368"/>
                        <a:pt x="11336" y="1792"/>
                        <a:pt x="13420" y="1082"/>
                      </a:cubicBezTo>
                      <a:cubicBezTo>
                        <a:pt x="15548" y="417"/>
                        <a:pt x="17853" y="18"/>
                        <a:pt x="20202" y="18"/>
                      </a:cubicBezTo>
                      <a:cubicBezTo>
                        <a:pt x="22596" y="-115"/>
                        <a:pt x="24990" y="506"/>
                        <a:pt x="27561" y="861"/>
                      </a:cubicBezTo>
                      <a:lnTo>
                        <a:pt x="38555" y="2678"/>
                      </a:lnTo>
                      <a:lnTo>
                        <a:pt x="49682" y="3210"/>
                      </a:lnTo>
                      <a:cubicBezTo>
                        <a:pt x="52298" y="3476"/>
                        <a:pt x="54780" y="3343"/>
                        <a:pt x="57086" y="4008"/>
                      </a:cubicBezTo>
                      <a:cubicBezTo>
                        <a:pt x="59391" y="4540"/>
                        <a:pt x="61563" y="5427"/>
                        <a:pt x="63469" y="6579"/>
                      </a:cubicBezTo>
                      <a:cubicBezTo>
                        <a:pt x="65376" y="7821"/>
                        <a:pt x="66971" y="8840"/>
                        <a:pt x="68257" y="10347"/>
                      </a:cubicBezTo>
                      <a:cubicBezTo>
                        <a:pt x="69498" y="11810"/>
                        <a:pt x="70341" y="13495"/>
                        <a:pt x="70651" y="15401"/>
                      </a:cubicBezTo>
                      <a:lnTo>
                        <a:pt x="72247" y="25819"/>
                      </a:lnTo>
                      <a:cubicBezTo>
                        <a:pt x="72513" y="27681"/>
                        <a:pt x="72158" y="29587"/>
                        <a:pt x="71183" y="31449"/>
                      </a:cubicBezTo>
                      <a:cubicBezTo>
                        <a:pt x="70208" y="33222"/>
                        <a:pt x="68656" y="35217"/>
                        <a:pt x="66528" y="36458"/>
                      </a:cubicBezTo>
                      <a:cubicBezTo>
                        <a:pt x="64445" y="37833"/>
                        <a:pt x="61829" y="38985"/>
                        <a:pt x="58859" y="39828"/>
                      </a:cubicBezTo>
                      <a:cubicBezTo>
                        <a:pt x="55889" y="40537"/>
                        <a:pt x="52564" y="41423"/>
                        <a:pt x="49106" y="41113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12" name="Forme libre : forme 25911">
                  <a:extLst>
                    <a:ext uri="{FF2B5EF4-FFF2-40B4-BE49-F238E27FC236}">
                      <a16:creationId xmlns:a16="http://schemas.microsoft.com/office/drawing/2014/main" id="{A8403B37-C723-4CB4-9774-6344C9935D33}"/>
                    </a:ext>
                  </a:extLst>
                </p:cNvPr>
                <p:cNvSpPr/>
                <p:nvPr/>
              </p:nvSpPr>
              <p:spPr>
                <a:xfrm>
                  <a:off x="6192166" y="1500204"/>
                  <a:ext cx="72332" cy="28142"/>
                </a:xfrm>
                <a:custGeom>
                  <a:avLst/>
                  <a:gdLst>
                    <a:gd name="connsiteX0" fmla="*/ 27029 w 72332"/>
                    <a:gd name="connsiteY0" fmla="*/ 13211 h 28142"/>
                    <a:gd name="connsiteX1" fmla="*/ 18961 w 72332"/>
                    <a:gd name="connsiteY1" fmla="*/ 12147 h 28142"/>
                    <a:gd name="connsiteX2" fmla="*/ 11735 w 72332"/>
                    <a:gd name="connsiteY2" fmla="*/ 9132 h 28142"/>
                    <a:gd name="connsiteX3" fmla="*/ 5928 w 72332"/>
                    <a:gd name="connsiteY3" fmla="*/ 5142 h 28142"/>
                    <a:gd name="connsiteX4" fmla="*/ 2293 w 72332"/>
                    <a:gd name="connsiteY4" fmla="*/ 0 h 28142"/>
                    <a:gd name="connsiteX5" fmla="*/ 608 w 72332"/>
                    <a:gd name="connsiteY5" fmla="*/ 4078 h 28142"/>
                    <a:gd name="connsiteX6" fmla="*/ 342 w 72332"/>
                    <a:gd name="connsiteY6" fmla="*/ 9664 h 28142"/>
                    <a:gd name="connsiteX7" fmla="*/ 3667 w 72332"/>
                    <a:gd name="connsiteY7" fmla="*/ 15649 h 28142"/>
                    <a:gd name="connsiteX8" fmla="*/ 10361 w 72332"/>
                    <a:gd name="connsiteY8" fmla="*/ 20747 h 28142"/>
                    <a:gd name="connsiteX9" fmla="*/ 19582 w 72332"/>
                    <a:gd name="connsiteY9" fmla="*/ 24426 h 28142"/>
                    <a:gd name="connsiteX10" fmla="*/ 34255 w 72332"/>
                    <a:gd name="connsiteY10" fmla="*/ 27086 h 28142"/>
                    <a:gd name="connsiteX11" fmla="*/ 49106 w 72332"/>
                    <a:gd name="connsiteY11" fmla="*/ 28061 h 28142"/>
                    <a:gd name="connsiteX12" fmla="*/ 58859 w 72332"/>
                    <a:gd name="connsiteY12" fmla="*/ 26776 h 28142"/>
                    <a:gd name="connsiteX13" fmla="*/ 66528 w 72332"/>
                    <a:gd name="connsiteY13" fmla="*/ 23407 h 28142"/>
                    <a:gd name="connsiteX14" fmla="*/ 71183 w 72332"/>
                    <a:gd name="connsiteY14" fmla="*/ 18397 h 28142"/>
                    <a:gd name="connsiteX15" fmla="*/ 72247 w 72332"/>
                    <a:gd name="connsiteY15" fmla="*/ 12767 h 28142"/>
                    <a:gd name="connsiteX16" fmla="*/ 72202 w 72332"/>
                    <a:gd name="connsiteY16" fmla="*/ 12413 h 28142"/>
                    <a:gd name="connsiteX17" fmla="*/ 66572 w 72332"/>
                    <a:gd name="connsiteY17" fmla="*/ 13477 h 28142"/>
                    <a:gd name="connsiteX18" fmla="*/ 60898 w 72332"/>
                    <a:gd name="connsiteY18" fmla="*/ 13831 h 28142"/>
                    <a:gd name="connsiteX19" fmla="*/ 49638 w 72332"/>
                    <a:gd name="connsiteY19" fmla="*/ 14186 h 28142"/>
                    <a:gd name="connsiteX20" fmla="*/ 38422 w 72332"/>
                    <a:gd name="connsiteY20" fmla="*/ 13787 h 28142"/>
                    <a:gd name="connsiteX21" fmla="*/ 27029 w 72332"/>
                    <a:gd name="connsiteY21" fmla="*/ 13211 h 28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2332" h="28142">
                      <a:moveTo>
                        <a:pt x="27029" y="13211"/>
                      </a:moveTo>
                      <a:cubicBezTo>
                        <a:pt x="24281" y="13078"/>
                        <a:pt x="21488" y="12989"/>
                        <a:pt x="18961" y="12147"/>
                      </a:cubicBezTo>
                      <a:cubicBezTo>
                        <a:pt x="16390" y="11349"/>
                        <a:pt x="13952" y="10329"/>
                        <a:pt x="11735" y="9132"/>
                      </a:cubicBezTo>
                      <a:cubicBezTo>
                        <a:pt x="9519" y="7935"/>
                        <a:pt x="7524" y="6650"/>
                        <a:pt x="5928" y="5142"/>
                      </a:cubicBezTo>
                      <a:cubicBezTo>
                        <a:pt x="4376" y="3502"/>
                        <a:pt x="3135" y="1773"/>
                        <a:pt x="2293" y="0"/>
                      </a:cubicBezTo>
                      <a:lnTo>
                        <a:pt x="608" y="4078"/>
                      </a:lnTo>
                      <a:cubicBezTo>
                        <a:pt x="-101" y="5763"/>
                        <a:pt x="-190" y="7669"/>
                        <a:pt x="342" y="9664"/>
                      </a:cubicBezTo>
                      <a:cubicBezTo>
                        <a:pt x="874" y="11570"/>
                        <a:pt x="1938" y="13831"/>
                        <a:pt x="3667" y="15649"/>
                      </a:cubicBezTo>
                      <a:cubicBezTo>
                        <a:pt x="5396" y="17466"/>
                        <a:pt x="7656" y="19195"/>
                        <a:pt x="10361" y="20747"/>
                      </a:cubicBezTo>
                      <a:cubicBezTo>
                        <a:pt x="13065" y="22210"/>
                        <a:pt x="16124" y="23806"/>
                        <a:pt x="19582" y="24426"/>
                      </a:cubicBezTo>
                      <a:lnTo>
                        <a:pt x="34255" y="27086"/>
                      </a:lnTo>
                      <a:lnTo>
                        <a:pt x="49106" y="28061"/>
                      </a:lnTo>
                      <a:cubicBezTo>
                        <a:pt x="52608" y="28416"/>
                        <a:pt x="55889" y="27529"/>
                        <a:pt x="58859" y="26776"/>
                      </a:cubicBezTo>
                      <a:cubicBezTo>
                        <a:pt x="61829" y="25934"/>
                        <a:pt x="64444" y="24781"/>
                        <a:pt x="66528" y="23407"/>
                      </a:cubicBezTo>
                      <a:cubicBezTo>
                        <a:pt x="68656" y="22121"/>
                        <a:pt x="70208" y="20171"/>
                        <a:pt x="71183" y="18397"/>
                      </a:cubicBezTo>
                      <a:cubicBezTo>
                        <a:pt x="72158" y="16580"/>
                        <a:pt x="72513" y="14674"/>
                        <a:pt x="72247" y="12767"/>
                      </a:cubicBezTo>
                      <a:lnTo>
                        <a:pt x="72202" y="12413"/>
                      </a:lnTo>
                      <a:cubicBezTo>
                        <a:pt x="70296" y="12812"/>
                        <a:pt x="68434" y="13255"/>
                        <a:pt x="66572" y="13477"/>
                      </a:cubicBezTo>
                      <a:cubicBezTo>
                        <a:pt x="64666" y="13610"/>
                        <a:pt x="62760" y="13698"/>
                        <a:pt x="60898" y="13831"/>
                      </a:cubicBezTo>
                      <a:cubicBezTo>
                        <a:pt x="57130" y="13920"/>
                        <a:pt x="53362" y="14408"/>
                        <a:pt x="49638" y="14186"/>
                      </a:cubicBezTo>
                      <a:cubicBezTo>
                        <a:pt x="45914" y="13964"/>
                        <a:pt x="42146" y="13787"/>
                        <a:pt x="38422" y="13787"/>
                      </a:cubicBezTo>
                      <a:cubicBezTo>
                        <a:pt x="34654" y="13876"/>
                        <a:pt x="30930" y="13166"/>
                        <a:pt x="27029" y="1321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13" name="Forme libre : forme 25912">
                  <a:extLst>
                    <a:ext uri="{FF2B5EF4-FFF2-40B4-BE49-F238E27FC236}">
                      <a16:creationId xmlns:a16="http://schemas.microsoft.com/office/drawing/2014/main" id="{A5261614-3EC4-459B-B4B7-2D81C31374F6}"/>
                    </a:ext>
                  </a:extLst>
                </p:cNvPr>
                <p:cNvSpPr/>
                <p:nvPr/>
              </p:nvSpPr>
              <p:spPr>
                <a:xfrm>
                  <a:off x="6217178" y="1502580"/>
                  <a:ext cx="32120" cy="14310"/>
                </a:xfrm>
                <a:custGeom>
                  <a:avLst/>
                  <a:gdLst>
                    <a:gd name="connsiteX0" fmla="*/ 32118 w 32120"/>
                    <a:gd name="connsiteY0" fmla="*/ 7421 h 14310"/>
                    <a:gd name="connsiteX1" fmla="*/ 27419 w 32120"/>
                    <a:gd name="connsiteY1" fmla="*/ 12740 h 14310"/>
                    <a:gd name="connsiteX2" fmla="*/ 22054 w 32120"/>
                    <a:gd name="connsiteY2" fmla="*/ 14070 h 14310"/>
                    <a:gd name="connsiteX3" fmla="*/ 15449 w 32120"/>
                    <a:gd name="connsiteY3" fmla="*/ 14248 h 14310"/>
                    <a:gd name="connsiteX4" fmla="*/ 8932 w 32120"/>
                    <a:gd name="connsiteY4" fmla="*/ 13095 h 14310"/>
                    <a:gd name="connsiteX5" fmla="*/ 3879 w 32120"/>
                    <a:gd name="connsiteY5" fmla="*/ 10657 h 14310"/>
                    <a:gd name="connsiteX6" fmla="*/ 66 w 32120"/>
                    <a:gd name="connsiteY6" fmla="*/ 4894 h 14310"/>
                    <a:gd name="connsiteX7" fmla="*/ 5564 w 32120"/>
                    <a:gd name="connsiteY7" fmla="*/ 771 h 14310"/>
                    <a:gd name="connsiteX8" fmla="*/ 10617 w 32120"/>
                    <a:gd name="connsiteY8" fmla="*/ 106 h 14310"/>
                    <a:gd name="connsiteX9" fmla="*/ 16602 w 32120"/>
                    <a:gd name="connsiteY9" fmla="*/ 62 h 14310"/>
                    <a:gd name="connsiteX10" fmla="*/ 22498 w 32120"/>
                    <a:gd name="connsiteY10" fmla="*/ 948 h 14310"/>
                    <a:gd name="connsiteX11" fmla="*/ 27374 w 32120"/>
                    <a:gd name="connsiteY11" fmla="*/ 2677 h 14310"/>
                    <a:gd name="connsiteX12" fmla="*/ 32118 w 32120"/>
                    <a:gd name="connsiteY12" fmla="*/ 7421 h 14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120" h="14310">
                      <a:moveTo>
                        <a:pt x="32118" y="7421"/>
                      </a:moveTo>
                      <a:cubicBezTo>
                        <a:pt x="32206" y="9416"/>
                        <a:pt x="30433" y="11322"/>
                        <a:pt x="27419" y="12740"/>
                      </a:cubicBezTo>
                      <a:cubicBezTo>
                        <a:pt x="25911" y="13494"/>
                        <a:pt x="24094" y="13760"/>
                        <a:pt x="22054" y="14070"/>
                      </a:cubicBezTo>
                      <a:cubicBezTo>
                        <a:pt x="20015" y="14292"/>
                        <a:pt x="17755" y="14381"/>
                        <a:pt x="15449" y="14248"/>
                      </a:cubicBezTo>
                      <a:cubicBezTo>
                        <a:pt x="13100" y="14070"/>
                        <a:pt x="10883" y="13893"/>
                        <a:pt x="8932" y="13095"/>
                      </a:cubicBezTo>
                      <a:cubicBezTo>
                        <a:pt x="6982" y="12386"/>
                        <a:pt x="5253" y="11543"/>
                        <a:pt x="3879" y="10657"/>
                      </a:cubicBezTo>
                      <a:cubicBezTo>
                        <a:pt x="1086" y="8884"/>
                        <a:pt x="-333" y="6800"/>
                        <a:pt x="66" y="4894"/>
                      </a:cubicBezTo>
                      <a:cubicBezTo>
                        <a:pt x="465" y="2987"/>
                        <a:pt x="2593" y="1525"/>
                        <a:pt x="5564" y="771"/>
                      </a:cubicBezTo>
                      <a:cubicBezTo>
                        <a:pt x="7071" y="372"/>
                        <a:pt x="8755" y="150"/>
                        <a:pt x="10617" y="106"/>
                      </a:cubicBezTo>
                      <a:cubicBezTo>
                        <a:pt x="12435" y="150"/>
                        <a:pt x="14518" y="-116"/>
                        <a:pt x="16602" y="62"/>
                      </a:cubicBezTo>
                      <a:cubicBezTo>
                        <a:pt x="18685" y="195"/>
                        <a:pt x="20680" y="461"/>
                        <a:pt x="22498" y="948"/>
                      </a:cubicBezTo>
                      <a:cubicBezTo>
                        <a:pt x="24315" y="1347"/>
                        <a:pt x="25956" y="2145"/>
                        <a:pt x="27374" y="2677"/>
                      </a:cubicBezTo>
                      <a:cubicBezTo>
                        <a:pt x="30212" y="3741"/>
                        <a:pt x="32029" y="5426"/>
                        <a:pt x="32118" y="7421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14" name="Forme libre : forme 25913">
                  <a:extLst>
                    <a:ext uri="{FF2B5EF4-FFF2-40B4-BE49-F238E27FC236}">
                      <a16:creationId xmlns:a16="http://schemas.microsoft.com/office/drawing/2014/main" id="{B289E13E-1B1B-4C7B-93B8-25B9B68008D6}"/>
                    </a:ext>
                  </a:extLst>
                </p:cNvPr>
                <p:cNvSpPr/>
                <p:nvPr/>
              </p:nvSpPr>
              <p:spPr>
                <a:xfrm>
                  <a:off x="6217223" y="1502819"/>
                  <a:ext cx="23074" cy="14042"/>
                </a:xfrm>
                <a:custGeom>
                  <a:avLst/>
                  <a:gdLst>
                    <a:gd name="connsiteX0" fmla="*/ 7913 w 23074"/>
                    <a:gd name="connsiteY0" fmla="*/ 0 h 14042"/>
                    <a:gd name="connsiteX1" fmla="*/ 66 w 23074"/>
                    <a:gd name="connsiteY1" fmla="*/ 4610 h 14042"/>
                    <a:gd name="connsiteX2" fmla="*/ 3879 w 23074"/>
                    <a:gd name="connsiteY2" fmla="*/ 10373 h 14042"/>
                    <a:gd name="connsiteX3" fmla="*/ 8932 w 23074"/>
                    <a:gd name="connsiteY3" fmla="*/ 12812 h 14042"/>
                    <a:gd name="connsiteX4" fmla="*/ 15449 w 23074"/>
                    <a:gd name="connsiteY4" fmla="*/ 13964 h 14042"/>
                    <a:gd name="connsiteX5" fmla="*/ 23074 w 23074"/>
                    <a:gd name="connsiteY5" fmla="*/ 13654 h 14042"/>
                    <a:gd name="connsiteX6" fmla="*/ 18907 w 23074"/>
                    <a:gd name="connsiteY6" fmla="*/ 12900 h 14042"/>
                    <a:gd name="connsiteX7" fmla="*/ 10129 w 23074"/>
                    <a:gd name="connsiteY7" fmla="*/ 7315 h 14042"/>
                    <a:gd name="connsiteX8" fmla="*/ 7913 w 23074"/>
                    <a:gd name="connsiteY8" fmla="*/ 0 h 14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074" h="14042">
                      <a:moveTo>
                        <a:pt x="7913" y="0"/>
                      </a:moveTo>
                      <a:cubicBezTo>
                        <a:pt x="3701" y="576"/>
                        <a:pt x="554" y="2217"/>
                        <a:pt x="66" y="4610"/>
                      </a:cubicBezTo>
                      <a:cubicBezTo>
                        <a:pt x="-333" y="6517"/>
                        <a:pt x="1086" y="8556"/>
                        <a:pt x="3879" y="10373"/>
                      </a:cubicBezTo>
                      <a:cubicBezTo>
                        <a:pt x="5253" y="11260"/>
                        <a:pt x="6982" y="12102"/>
                        <a:pt x="8932" y="12812"/>
                      </a:cubicBezTo>
                      <a:cubicBezTo>
                        <a:pt x="10883" y="13610"/>
                        <a:pt x="13100" y="13787"/>
                        <a:pt x="15449" y="13964"/>
                      </a:cubicBezTo>
                      <a:cubicBezTo>
                        <a:pt x="18198" y="14142"/>
                        <a:pt x="20813" y="14009"/>
                        <a:pt x="23074" y="13654"/>
                      </a:cubicBezTo>
                      <a:cubicBezTo>
                        <a:pt x="21655" y="13521"/>
                        <a:pt x="20281" y="13299"/>
                        <a:pt x="18907" y="12900"/>
                      </a:cubicBezTo>
                      <a:cubicBezTo>
                        <a:pt x="15272" y="11526"/>
                        <a:pt x="12080" y="9797"/>
                        <a:pt x="10129" y="7315"/>
                      </a:cubicBezTo>
                      <a:cubicBezTo>
                        <a:pt x="8179" y="4921"/>
                        <a:pt x="7292" y="2350"/>
                        <a:pt x="7913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15" name="Forme libre : forme 25914">
                  <a:extLst>
                    <a:ext uri="{FF2B5EF4-FFF2-40B4-BE49-F238E27FC236}">
                      <a16:creationId xmlns:a16="http://schemas.microsoft.com/office/drawing/2014/main" id="{33D9B5B6-27EB-4538-A91B-CEB2E397FF89}"/>
                    </a:ext>
                  </a:extLst>
                </p:cNvPr>
                <p:cNvSpPr/>
                <p:nvPr/>
              </p:nvSpPr>
              <p:spPr>
                <a:xfrm>
                  <a:off x="6218478" y="1504229"/>
                  <a:ext cx="32553" cy="14345"/>
                </a:xfrm>
                <a:custGeom>
                  <a:avLst/>
                  <a:gdLst>
                    <a:gd name="connsiteX0" fmla="*/ 32547 w 32553"/>
                    <a:gd name="connsiteY0" fmla="*/ 7279 h 14345"/>
                    <a:gd name="connsiteX1" fmla="*/ 27848 w 32553"/>
                    <a:gd name="connsiteY1" fmla="*/ 12599 h 14345"/>
                    <a:gd name="connsiteX2" fmla="*/ 22439 w 32553"/>
                    <a:gd name="connsiteY2" fmla="*/ 14106 h 14345"/>
                    <a:gd name="connsiteX3" fmla="*/ 15745 w 32553"/>
                    <a:gd name="connsiteY3" fmla="*/ 14283 h 14345"/>
                    <a:gd name="connsiteX4" fmla="*/ 9140 w 32553"/>
                    <a:gd name="connsiteY4" fmla="*/ 13308 h 14345"/>
                    <a:gd name="connsiteX5" fmla="*/ 3998 w 32553"/>
                    <a:gd name="connsiteY5" fmla="*/ 10870 h 14345"/>
                    <a:gd name="connsiteX6" fmla="*/ 52 w 32553"/>
                    <a:gd name="connsiteY6" fmla="*/ 5062 h 14345"/>
                    <a:gd name="connsiteX7" fmla="*/ 5549 w 32553"/>
                    <a:gd name="connsiteY7" fmla="*/ 940 h 14345"/>
                    <a:gd name="connsiteX8" fmla="*/ 10648 w 32553"/>
                    <a:gd name="connsiteY8" fmla="*/ 275 h 14345"/>
                    <a:gd name="connsiteX9" fmla="*/ 16721 w 32553"/>
                    <a:gd name="connsiteY9" fmla="*/ 53 h 14345"/>
                    <a:gd name="connsiteX10" fmla="*/ 22705 w 32553"/>
                    <a:gd name="connsiteY10" fmla="*/ 940 h 14345"/>
                    <a:gd name="connsiteX11" fmla="*/ 27670 w 32553"/>
                    <a:gd name="connsiteY11" fmla="*/ 2491 h 14345"/>
                    <a:gd name="connsiteX12" fmla="*/ 32547 w 32553"/>
                    <a:gd name="connsiteY12" fmla="*/ 7279 h 14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553" h="14345">
                      <a:moveTo>
                        <a:pt x="32547" y="7279"/>
                      </a:moveTo>
                      <a:cubicBezTo>
                        <a:pt x="32680" y="9274"/>
                        <a:pt x="30907" y="11180"/>
                        <a:pt x="27848" y="12599"/>
                      </a:cubicBezTo>
                      <a:cubicBezTo>
                        <a:pt x="26341" y="13397"/>
                        <a:pt x="24479" y="13929"/>
                        <a:pt x="22439" y="14106"/>
                      </a:cubicBezTo>
                      <a:cubicBezTo>
                        <a:pt x="20400" y="14328"/>
                        <a:pt x="18139" y="14416"/>
                        <a:pt x="15745" y="14283"/>
                      </a:cubicBezTo>
                      <a:cubicBezTo>
                        <a:pt x="13396" y="14150"/>
                        <a:pt x="11135" y="13796"/>
                        <a:pt x="9140" y="13308"/>
                      </a:cubicBezTo>
                      <a:cubicBezTo>
                        <a:pt x="7145" y="12599"/>
                        <a:pt x="5416" y="11756"/>
                        <a:pt x="3998" y="10870"/>
                      </a:cubicBezTo>
                      <a:cubicBezTo>
                        <a:pt x="1161" y="9052"/>
                        <a:pt x="-302" y="7013"/>
                        <a:pt x="52" y="5062"/>
                      </a:cubicBezTo>
                      <a:cubicBezTo>
                        <a:pt x="407" y="3156"/>
                        <a:pt x="2535" y="1693"/>
                        <a:pt x="5549" y="940"/>
                      </a:cubicBezTo>
                      <a:cubicBezTo>
                        <a:pt x="7056" y="541"/>
                        <a:pt x="8785" y="319"/>
                        <a:pt x="10648" y="275"/>
                      </a:cubicBezTo>
                      <a:cubicBezTo>
                        <a:pt x="12554" y="53"/>
                        <a:pt x="14593" y="-80"/>
                        <a:pt x="16721" y="53"/>
                      </a:cubicBezTo>
                      <a:cubicBezTo>
                        <a:pt x="18849" y="186"/>
                        <a:pt x="20844" y="496"/>
                        <a:pt x="22705" y="940"/>
                      </a:cubicBezTo>
                      <a:cubicBezTo>
                        <a:pt x="24567" y="1472"/>
                        <a:pt x="26207" y="1959"/>
                        <a:pt x="27670" y="2491"/>
                      </a:cubicBezTo>
                      <a:cubicBezTo>
                        <a:pt x="30552" y="3600"/>
                        <a:pt x="32458" y="5284"/>
                        <a:pt x="32547" y="727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16" name="Forme libre : forme 25915">
                  <a:extLst>
                    <a:ext uri="{FF2B5EF4-FFF2-40B4-BE49-F238E27FC236}">
                      <a16:creationId xmlns:a16="http://schemas.microsoft.com/office/drawing/2014/main" id="{A30338A5-D06C-4FB6-996D-6BA45A3438CA}"/>
                    </a:ext>
                  </a:extLst>
                </p:cNvPr>
                <p:cNvSpPr/>
                <p:nvPr/>
              </p:nvSpPr>
              <p:spPr>
                <a:xfrm>
                  <a:off x="6202658" y="1494704"/>
                  <a:ext cx="40825" cy="29859"/>
                </a:xfrm>
                <a:custGeom>
                  <a:avLst/>
                  <a:gdLst>
                    <a:gd name="connsiteX0" fmla="*/ 1154 w 40825"/>
                    <a:gd name="connsiteY0" fmla="*/ 10155 h 29859"/>
                    <a:gd name="connsiteX1" fmla="*/ 267 w 40825"/>
                    <a:gd name="connsiteY1" fmla="*/ 16716 h 29859"/>
                    <a:gd name="connsiteX2" fmla="*/ 15695 w 40825"/>
                    <a:gd name="connsiteY2" fmla="*/ 27799 h 29859"/>
                    <a:gd name="connsiteX3" fmla="*/ 25137 w 40825"/>
                    <a:gd name="connsiteY3" fmla="*/ 29838 h 29859"/>
                    <a:gd name="connsiteX4" fmla="*/ 34358 w 40825"/>
                    <a:gd name="connsiteY4" fmla="*/ 29084 h 29859"/>
                    <a:gd name="connsiteX5" fmla="*/ 40387 w 40825"/>
                    <a:gd name="connsiteY5" fmla="*/ 23011 h 29859"/>
                    <a:gd name="connsiteX6" fmla="*/ 34624 w 40825"/>
                    <a:gd name="connsiteY6" fmla="*/ 19331 h 29859"/>
                    <a:gd name="connsiteX7" fmla="*/ 27398 w 40825"/>
                    <a:gd name="connsiteY7" fmla="*/ 15297 h 29859"/>
                    <a:gd name="connsiteX8" fmla="*/ 21724 w 40825"/>
                    <a:gd name="connsiteY8" fmla="*/ 10155 h 29859"/>
                    <a:gd name="connsiteX9" fmla="*/ 8424 w 40825"/>
                    <a:gd name="connsiteY9" fmla="*/ 3 h 29859"/>
                    <a:gd name="connsiteX10" fmla="*/ 1154 w 40825"/>
                    <a:gd name="connsiteY10" fmla="*/ 10155 h 29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825" h="29859">
                      <a:moveTo>
                        <a:pt x="1154" y="10155"/>
                      </a:moveTo>
                      <a:cubicBezTo>
                        <a:pt x="401" y="12238"/>
                        <a:pt x="-442" y="14366"/>
                        <a:pt x="267" y="16716"/>
                      </a:cubicBezTo>
                      <a:cubicBezTo>
                        <a:pt x="1597" y="21149"/>
                        <a:pt x="8336" y="25892"/>
                        <a:pt x="15695" y="27799"/>
                      </a:cubicBezTo>
                      <a:cubicBezTo>
                        <a:pt x="18709" y="28685"/>
                        <a:pt x="21945" y="29572"/>
                        <a:pt x="25137" y="29838"/>
                      </a:cubicBezTo>
                      <a:cubicBezTo>
                        <a:pt x="28373" y="29927"/>
                        <a:pt x="31521" y="29749"/>
                        <a:pt x="34358" y="29084"/>
                      </a:cubicBezTo>
                      <a:cubicBezTo>
                        <a:pt x="38658" y="28109"/>
                        <a:pt x="42072" y="25582"/>
                        <a:pt x="40387" y="23011"/>
                      </a:cubicBezTo>
                      <a:cubicBezTo>
                        <a:pt x="39367" y="21415"/>
                        <a:pt x="36841" y="20351"/>
                        <a:pt x="34624" y="19331"/>
                      </a:cubicBezTo>
                      <a:cubicBezTo>
                        <a:pt x="32009" y="18090"/>
                        <a:pt x="29570" y="16760"/>
                        <a:pt x="27398" y="15297"/>
                      </a:cubicBezTo>
                      <a:cubicBezTo>
                        <a:pt x="25226" y="13923"/>
                        <a:pt x="23364" y="11928"/>
                        <a:pt x="21724" y="10155"/>
                      </a:cubicBezTo>
                      <a:cubicBezTo>
                        <a:pt x="18887" y="6919"/>
                        <a:pt x="14631" y="402"/>
                        <a:pt x="8424" y="3"/>
                      </a:cubicBezTo>
                      <a:cubicBezTo>
                        <a:pt x="2706" y="-174"/>
                        <a:pt x="2174" y="7229"/>
                        <a:pt x="1154" y="1015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17" name="Forme libre : forme 25916">
                  <a:extLst>
                    <a:ext uri="{FF2B5EF4-FFF2-40B4-BE49-F238E27FC236}">
                      <a16:creationId xmlns:a16="http://schemas.microsoft.com/office/drawing/2014/main" id="{5B07BEAC-0AD1-4588-9943-475E51BB7E4B}"/>
                    </a:ext>
                  </a:extLst>
                </p:cNvPr>
                <p:cNvSpPr/>
                <p:nvPr/>
              </p:nvSpPr>
              <p:spPr>
                <a:xfrm>
                  <a:off x="6211803" y="1496830"/>
                  <a:ext cx="13011" cy="5855"/>
                </a:xfrm>
                <a:custGeom>
                  <a:avLst/>
                  <a:gdLst>
                    <a:gd name="connsiteX0" fmla="*/ 1142 w 13011"/>
                    <a:gd name="connsiteY0" fmla="*/ 2442 h 5855"/>
                    <a:gd name="connsiteX1" fmla="*/ 33 w 13011"/>
                    <a:gd name="connsiteY1" fmla="*/ 3684 h 5855"/>
                    <a:gd name="connsiteX2" fmla="*/ 831 w 13011"/>
                    <a:gd name="connsiteY2" fmla="*/ 5280 h 5855"/>
                    <a:gd name="connsiteX3" fmla="*/ 3048 w 13011"/>
                    <a:gd name="connsiteY3" fmla="*/ 5856 h 5855"/>
                    <a:gd name="connsiteX4" fmla="*/ 8766 w 13011"/>
                    <a:gd name="connsiteY4" fmla="*/ 5368 h 5855"/>
                    <a:gd name="connsiteX5" fmla="*/ 10850 w 13011"/>
                    <a:gd name="connsiteY5" fmla="*/ 4792 h 5855"/>
                    <a:gd name="connsiteX6" fmla="*/ 10052 w 13011"/>
                    <a:gd name="connsiteY6" fmla="*/ 4 h 5855"/>
                    <a:gd name="connsiteX7" fmla="*/ 1142 w 13011"/>
                    <a:gd name="connsiteY7" fmla="*/ 2442 h 5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011" h="5855">
                      <a:moveTo>
                        <a:pt x="1142" y="2442"/>
                      </a:moveTo>
                      <a:cubicBezTo>
                        <a:pt x="654" y="2797"/>
                        <a:pt x="166" y="3196"/>
                        <a:pt x="33" y="3684"/>
                      </a:cubicBezTo>
                      <a:cubicBezTo>
                        <a:pt x="-100" y="4216"/>
                        <a:pt x="166" y="4881"/>
                        <a:pt x="831" y="5280"/>
                      </a:cubicBezTo>
                      <a:cubicBezTo>
                        <a:pt x="1452" y="5679"/>
                        <a:pt x="2294" y="5812"/>
                        <a:pt x="3048" y="5856"/>
                      </a:cubicBezTo>
                      <a:cubicBezTo>
                        <a:pt x="4998" y="5812"/>
                        <a:pt x="6949" y="5679"/>
                        <a:pt x="8766" y="5368"/>
                      </a:cubicBezTo>
                      <a:cubicBezTo>
                        <a:pt x="9520" y="5235"/>
                        <a:pt x="10274" y="5102"/>
                        <a:pt x="10850" y="4792"/>
                      </a:cubicBezTo>
                      <a:cubicBezTo>
                        <a:pt x="13377" y="3595"/>
                        <a:pt x="14352" y="270"/>
                        <a:pt x="10052" y="4"/>
                      </a:cubicBezTo>
                      <a:cubicBezTo>
                        <a:pt x="6772" y="-84"/>
                        <a:pt x="3181" y="1245"/>
                        <a:pt x="1142" y="244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18" name="Forme libre : forme 25917">
                  <a:extLst>
                    <a:ext uri="{FF2B5EF4-FFF2-40B4-BE49-F238E27FC236}">
                      <a16:creationId xmlns:a16="http://schemas.microsoft.com/office/drawing/2014/main" id="{E02512BB-CF0A-48E4-886B-96FED9A9E7E2}"/>
                    </a:ext>
                  </a:extLst>
                </p:cNvPr>
                <p:cNvSpPr/>
                <p:nvPr/>
              </p:nvSpPr>
              <p:spPr>
                <a:xfrm>
                  <a:off x="6241848" y="1511774"/>
                  <a:ext cx="20301" cy="15693"/>
                </a:xfrm>
                <a:custGeom>
                  <a:avLst/>
                  <a:gdLst>
                    <a:gd name="connsiteX0" fmla="*/ 20215 w 20301"/>
                    <a:gd name="connsiteY0" fmla="*/ 0 h 15693"/>
                    <a:gd name="connsiteX1" fmla="*/ 18752 w 20301"/>
                    <a:gd name="connsiteY1" fmla="*/ 6295 h 15693"/>
                    <a:gd name="connsiteX2" fmla="*/ 12945 w 20301"/>
                    <a:gd name="connsiteY2" fmla="*/ 11526 h 15693"/>
                    <a:gd name="connsiteX3" fmla="*/ 0 w 20301"/>
                    <a:gd name="connsiteY3" fmla="*/ 15693 h 15693"/>
                    <a:gd name="connsiteX4" fmla="*/ 798 w 20301"/>
                    <a:gd name="connsiteY4" fmla="*/ 15560 h 15693"/>
                    <a:gd name="connsiteX5" fmla="*/ 2881 w 20301"/>
                    <a:gd name="connsiteY5" fmla="*/ 15028 h 15693"/>
                    <a:gd name="connsiteX6" fmla="*/ 9354 w 20301"/>
                    <a:gd name="connsiteY6" fmla="*/ 12368 h 15693"/>
                    <a:gd name="connsiteX7" fmla="*/ 16181 w 20301"/>
                    <a:gd name="connsiteY7" fmla="*/ 7536 h 15693"/>
                    <a:gd name="connsiteX8" fmla="*/ 20215 w 20301"/>
                    <a:gd name="connsiteY8" fmla="*/ 0 h 15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301" h="15693">
                      <a:moveTo>
                        <a:pt x="20215" y="0"/>
                      </a:moveTo>
                      <a:cubicBezTo>
                        <a:pt x="20215" y="0"/>
                        <a:pt x="20835" y="2704"/>
                        <a:pt x="18752" y="6295"/>
                      </a:cubicBezTo>
                      <a:cubicBezTo>
                        <a:pt x="17732" y="8113"/>
                        <a:pt x="15915" y="9797"/>
                        <a:pt x="12945" y="11526"/>
                      </a:cubicBezTo>
                      <a:cubicBezTo>
                        <a:pt x="9974" y="13122"/>
                        <a:pt x="5807" y="14940"/>
                        <a:pt x="0" y="15693"/>
                      </a:cubicBezTo>
                      <a:cubicBezTo>
                        <a:pt x="0" y="15693"/>
                        <a:pt x="266" y="15649"/>
                        <a:pt x="798" y="15560"/>
                      </a:cubicBezTo>
                      <a:cubicBezTo>
                        <a:pt x="1286" y="15472"/>
                        <a:pt x="1995" y="15339"/>
                        <a:pt x="2881" y="15028"/>
                      </a:cubicBezTo>
                      <a:cubicBezTo>
                        <a:pt x="4610" y="14452"/>
                        <a:pt x="6960" y="13610"/>
                        <a:pt x="9354" y="12368"/>
                      </a:cubicBezTo>
                      <a:cubicBezTo>
                        <a:pt x="11748" y="11127"/>
                        <a:pt x="14186" y="9531"/>
                        <a:pt x="16181" y="7536"/>
                      </a:cubicBezTo>
                      <a:cubicBezTo>
                        <a:pt x="18131" y="5674"/>
                        <a:pt x="19639" y="2926"/>
                        <a:pt x="2021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19" name="Forme libre : forme 25918">
                  <a:extLst>
                    <a:ext uri="{FF2B5EF4-FFF2-40B4-BE49-F238E27FC236}">
                      <a16:creationId xmlns:a16="http://schemas.microsoft.com/office/drawing/2014/main" id="{F398E1F5-1302-4B08-B9B9-578ADAD4C3AD}"/>
                    </a:ext>
                  </a:extLst>
                </p:cNvPr>
                <p:cNvSpPr/>
                <p:nvPr/>
              </p:nvSpPr>
              <p:spPr>
                <a:xfrm>
                  <a:off x="6197429" y="1488827"/>
                  <a:ext cx="23318" cy="7564"/>
                </a:xfrm>
                <a:custGeom>
                  <a:avLst/>
                  <a:gdLst>
                    <a:gd name="connsiteX0" fmla="*/ 23318 w 23318"/>
                    <a:gd name="connsiteY0" fmla="*/ 471 h 7564"/>
                    <a:gd name="connsiteX1" fmla="*/ 20570 w 23318"/>
                    <a:gd name="connsiteY1" fmla="*/ 294 h 7564"/>
                    <a:gd name="connsiteX2" fmla="*/ 14230 w 23318"/>
                    <a:gd name="connsiteY2" fmla="*/ 72 h 7564"/>
                    <a:gd name="connsiteX3" fmla="*/ 6517 w 23318"/>
                    <a:gd name="connsiteY3" fmla="*/ 2067 h 7564"/>
                    <a:gd name="connsiteX4" fmla="*/ 0 w 23318"/>
                    <a:gd name="connsiteY4" fmla="*/ 7564 h 7564"/>
                    <a:gd name="connsiteX5" fmla="*/ 5852 w 23318"/>
                    <a:gd name="connsiteY5" fmla="*/ 3575 h 7564"/>
                    <a:gd name="connsiteX6" fmla="*/ 13166 w 23318"/>
                    <a:gd name="connsiteY6" fmla="*/ 959 h 7564"/>
                    <a:gd name="connsiteX7" fmla="*/ 17821 w 23318"/>
                    <a:gd name="connsiteY7" fmla="*/ 427 h 7564"/>
                    <a:gd name="connsiteX8" fmla="*/ 20437 w 23318"/>
                    <a:gd name="connsiteY8" fmla="*/ 471 h 7564"/>
                    <a:gd name="connsiteX9" fmla="*/ 23318 w 23318"/>
                    <a:gd name="connsiteY9" fmla="*/ 471 h 7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318" h="7564">
                      <a:moveTo>
                        <a:pt x="23318" y="471"/>
                      </a:moveTo>
                      <a:cubicBezTo>
                        <a:pt x="23318" y="471"/>
                        <a:pt x="22254" y="338"/>
                        <a:pt x="20570" y="294"/>
                      </a:cubicBezTo>
                      <a:cubicBezTo>
                        <a:pt x="18929" y="72"/>
                        <a:pt x="16713" y="-105"/>
                        <a:pt x="14230" y="72"/>
                      </a:cubicBezTo>
                      <a:cubicBezTo>
                        <a:pt x="11748" y="250"/>
                        <a:pt x="9043" y="826"/>
                        <a:pt x="6517" y="2067"/>
                      </a:cubicBezTo>
                      <a:cubicBezTo>
                        <a:pt x="4034" y="3087"/>
                        <a:pt x="1729" y="4727"/>
                        <a:pt x="0" y="7564"/>
                      </a:cubicBezTo>
                      <a:cubicBezTo>
                        <a:pt x="0" y="7564"/>
                        <a:pt x="1995" y="5348"/>
                        <a:pt x="5852" y="3575"/>
                      </a:cubicBezTo>
                      <a:cubicBezTo>
                        <a:pt x="7847" y="2511"/>
                        <a:pt x="10285" y="1535"/>
                        <a:pt x="13166" y="959"/>
                      </a:cubicBezTo>
                      <a:cubicBezTo>
                        <a:pt x="14629" y="649"/>
                        <a:pt x="16181" y="471"/>
                        <a:pt x="17821" y="427"/>
                      </a:cubicBezTo>
                      <a:cubicBezTo>
                        <a:pt x="18663" y="383"/>
                        <a:pt x="19506" y="427"/>
                        <a:pt x="20437" y="471"/>
                      </a:cubicBezTo>
                      <a:cubicBezTo>
                        <a:pt x="21368" y="471"/>
                        <a:pt x="22343" y="427"/>
                        <a:pt x="23318" y="4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20" name="Forme libre : forme 25919">
                  <a:extLst>
                    <a:ext uri="{FF2B5EF4-FFF2-40B4-BE49-F238E27FC236}">
                      <a16:creationId xmlns:a16="http://schemas.microsoft.com/office/drawing/2014/main" id="{8F9E5431-E9CB-4C55-89EB-52D601CB8916}"/>
                    </a:ext>
                  </a:extLst>
                </p:cNvPr>
                <p:cNvSpPr/>
                <p:nvPr/>
              </p:nvSpPr>
              <p:spPr>
                <a:xfrm>
                  <a:off x="6230806" y="1504109"/>
                  <a:ext cx="11700" cy="5266"/>
                </a:xfrm>
                <a:custGeom>
                  <a:avLst/>
                  <a:gdLst>
                    <a:gd name="connsiteX0" fmla="*/ 11575 w 11700"/>
                    <a:gd name="connsiteY0" fmla="*/ 4207 h 5266"/>
                    <a:gd name="connsiteX1" fmla="*/ 4481 w 11700"/>
                    <a:gd name="connsiteY1" fmla="*/ 4739 h 5266"/>
                    <a:gd name="connsiteX2" fmla="*/ 181 w 11700"/>
                    <a:gd name="connsiteY2" fmla="*/ 1060 h 5266"/>
                    <a:gd name="connsiteX3" fmla="*/ 7097 w 11700"/>
                    <a:gd name="connsiteY3" fmla="*/ 528 h 5266"/>
                    <a:gd name="connsiteX4" fmla="*/ 11575 w 11700"/>
                    <a:gd name="connsiteY4" fmla="*/ 4207 h 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0" h="5266">
                      <a:moveTo>
                        <a:pt x="11575" y="4207"/>
                      </a:moveTo>
                      <a:cubicBezTo>
                        <a:pt x="10909" y="5360"/>
                        <a:pt x="7673" y="5626"/>
                        <a:pt x="4481" y="4739"/>
                      </a:cubicBezTo>
                      <a:cubicBezTo>
                        <a:pt x="1290" y="3853"/>
                        <a:pt x="-616" y="2212"/>
                        <a:pt x="181" y="1060"/>
                      </a:cubicBezTo>
                      <a:cubicBezTo>
                        <a:pt x="979" y="-93"/>
                        <a:pt x="4038" y="-359"/>
                        <a:pt x="7097" y="528"/>
                      </a:cubicBezTo>
                      <a:cubicBezTo>
                        <a:pt x="10200" y="1370"/>
                        <a:pt x="12239" y="3055"/>
                        <a:pt x="11575" y="420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21" name="Forme libre : forme 25920">
                  <a:extLst>
                    <a:ext uri="{FF2B5EF4-FFF2-40B4-BE49-F238E27FC236}">
                      <a16:creationId xmlns:a16="http://schemas.microsoft.com/office/drawing/2014/main" id="{6F9842B6-89A7-4683-9A3C-5BB5EB0F6A87}"/>
                    </a:ext>
                  </a:extLst>
                </p:cNvPr>
                <p:cNvSpPr/>
                <p:nvPr/>
              </p:nvSpPr>
              <p:spPr>
                <a:xfrm>
                  <a:off x="6240829" y="1506717"/>
                  <a:ext cx="3280" cy="2053"/>
                </a:xfrm>
                <a:custGeom>
                  <a:avLst/>
                  <a:gdLst>
                    <a:gd name="connsiteX0" fmla="*/ 3280 w 3280"/>
                    <a:gd name="connsiteY0" fmla="*/ 1067 h 2053"/>
                    <a:gd name="connsiteX1" fmla="*/ 1640 w 3280"/>
                    <a:gd name="connsiteY1" fmla="*/ 2043 h 2053"/>
                    <a:gd name="connsiteX2" fmla="*/ 0 w 3280"/>
                    <a:gd name="connsiteY2" fmla="*/ 934 h 2053"/>
                    <a:gd name="connsiteX3" fmla="*/ 1640 w 3280"/>
                    <a:gd name="connsiteY3" fmla="*/ 3 h 2053"/>
                    <a:gd name="connsiteX4" fmla="*/ 3280 w 3280"/>
                    <a:gd name="connsiteY4" fmla="*/ 1067 h 2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80" h="2053">
                      <a:moveTo>
                        <a:pt x="3280" y="1067"/>
                      </a:moveTo>
                      <a:cubicBezTo>
                        <a:pt x="3280" y="1644"/>
                        <a:pt x="2527" y="2131"/>
                        <a:pt x="1640" y="2043"/>
                      </a:cubicBezTo>
                      <a:cubicBezTo>
                        <a:pt x="709" y="1998"/>
                        <a:pt x="0" y="1511"/>
                        <a:pt x="0" y="934"/>
                      </a:cubicBezTo>
                      <a:cubicBezTo>
                        <a:pt x="0" y="358"/>
                        <a:pt x="754" y="-41"/>
                        <a:pt x="1640" y="3"/>
                      </a:cubicBezTo>
                      <a:cubicBezTo>
                        <a:pt x="2527" y="48"/>
                        <a:pt x="3280" y="535"/>
                        <a:pt x="3280" y="10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22" name="Forme libre : forme 25921">
                  <a:extLst>
                    <a:ext uri="{FF2B5EF4-FFF2-40B4-BE49-F238E27FC236}">
                      <a16:creationId xmlns:a16="http://schemas.microsoft.com/office/drawing/2014/main" id="{140F37F9-7490-4B48-83A4-5F07A75FE1CF}"/>
                    </a:ext>
                  </a:extLst>
                </p:cNvPr>
                <p:cNvSpPr/>
                <p:nvPr/>
              </p:nvSpPr>
              <p:spPr>
                <a:xfrm>
                  <a:off x="6231741" y="1492943"/>
                  <a:ext cx="26743" cy="18077"/>
                </a:xfrm>
                <a:custGeom>
                  <a:avLst/>
                  <a:gdLst>
                    <a:gd name="connsiteX0" fmla="*/ 23539 w 26743"/>
                    <a:gd name="connsiteY0" fmla="*/ 6285 h 18077"/>
                    <a:gd name="connsiteX1" fmla="*/ 26731 w 26743"/>
                    <a:gd name="connsiteY1" fmla="*/ 15152 h 18077"/>
                    <a:gd name="connsiteX2" fmla="*/ 24648 w 26743"/>
                    <a:gd name="connsiteY2" fmla="*/ 18033 h 18077"/>
                    <a:gd name="connsiteX3" fmla="*/ 20880 w 26743"/>
                    <a:gd name="connsiteY3" fmla="*/ 16437 h 18077"/>
                    <a:gd name="connsiteX4" fmla="*/ 13432 w 26743"/>
                    <a:gd name="connsiteY4" fmla="*/ 8546 h 18077"/>
                    <a:gd name="connsiteX5" fmla="*/ 9974 w 26743"/>
                    <a:gd name="connsiteY5" fmla="*/ 7349 h 18077"/>
                    <a:gd name="connsiteX6" fmla="*/ 4876 w 26743"/>
                    <a:gd name="connsiteY6" fmla="*/ 5532 h 18077"/>
                    <a:gd name="connsiteX7" fmla="*/ 399 w 26743"/>
                    <a:gd name="connsiteY7" fmla="*/ 1409 h 18077"/>
                    <a:gd name="connsiteX8" fmla="*/ 8334 w 26743"/>
                    <a:gd name="connsiteY8" fmla="*/ 123 h 18077"/>
                    <a:gd name="connsiteX9" fmla="*/ 16579 w 26743"/>
                    <a:gd name="connsiteY9" fmla="*/ 1498 h 18077"/>
                    <a:gd name="connsiteX10" fmla="*/ 23539 w 26743"/>
                    <a:gd name="connsiteY10" fmla="*/ 6285 h 18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743" h="18077">
                      <a:moveTo>
                        <a:pt x="23539" y="6285"/>
                      </a:moveTo>
                      <a:cubicBezTo>
                        <a:pt x="25667" y="8989"/>
                        <a:pt x="26510" y="12093"/>
                        <a:pt x="26731" y="15152"/>
                      </a:cubicBezTo>
                      <a:cubicBezTo>
                        <a:pt x="26820" y="16304"/>
                        <a:pt x="26465" y="17767"/>
                        <a:pt x="24648" y="18033"/>
                      </a:cubicBezTo>
                      <a:cubicBezTo>
                        <a:pt x="23007" y="18299"/>
                        <a:pt x="21633" y="17324"/>
                        <a:pt x="20880" y="16437"/>
                      </a:cubicBezTo>
                      <a:cubicBezTo>
                        <a:pt x="18486" y="13689"/>
                        <a:pt x="17200" y="10364"/>
                        <a:pt x="13432" y="8546"/>
                      </a:cubicBezTo>
                      <a:cubicBezTo>
                        <a:pt x="12856" y="8325"/>
                        <a:pt x="11526" y="7970"/>
                        <a:pt x="9974" y="7349"/>
                      </a:cubicBezTo>
                      <a:cubicBezTo>
                        <a:pt x="8378" y="6817"/>
                        <a:pt x="6561" y="6197"/>
                        <a:pt x="4876" y="5532"/>
                      </a:cubicBezTo>
                      <a:cubicBezTo>
                        <a:pt x="1551" y="4246"/>
                        <a:pt x="-1020" y="2783"/>
                        <a:pt x="399" y="1409"/>
                      </a:cubicBezTo>
                      <a:cubicBezTo>
                        <a:pt x="1817" y="35"/>
                        <a:pt x="5054" y="-187"/>
                        <a:pt x="8334" y="123"/>
                      </a:cubicBezTo>
                      <a:cubicBezTo>
                        <a:pt x="11614" y="611"/>
                        <a:pt x="14984" y="921"/>
                        <a:pt x="16579" y="1498"/>
                      </a:cubicBezTo>
                      <a:cubicBezTo>
                        <a:pt x="19550" y="2473"/>
                        <a:pt x="21944" y="4246"/>
                        <a:pt x="23539" y="628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05" name="Graphique 2">
                <a:extLst>
                  <a:ext uri="{FF2B5EF4-FFF2-40B4-BE49-F238E27FC236}">
                    <a16:creationId xmlns:a16="http://schemas.microsoft.com/office/drawing/2014/main" id="{0B64A178-1A5A-4579-9B29-93165B6B1D66}"/>
                  </a:ext>
                </a:extLst>
              </p:cNvPr>
              <p:cNvGrpSpPr/>
              <p:nvPr/>
            </p:nvGrpSpPr>
            <p:grpSpPr>
              <a:xfrm>
                <a:off x="6262755" y="1471210"/>
                <a:ext cx="69957" cy="51493"/>
                <a:chOff x="6262755" y="1471210"/>
                <a:chExt cx="69957" cy="51493"/>
              </a:xfrm>
              <a:solidFill>
                <a:schemeClr val="accent1"/>
              </a:solidFill>
            </p:grpSpPr>
            <p:sp>
              <p:nvSpPr>
                <p:cNvPr id="25899" name="Forme libre : forme 25898">
                  <a:extLst>
                    <a:ext uri="{FF2B5EF4-FFF2-40B4-BE49-F238E27FC236}">
                      <a16:creationId xmlns:a16="http://schemas.microsoft.com/office/drawing/2014/main" id="{46E67D77-6B71-4A9C-A769-0E135BD6EB81}"/>
                    </a:ext>
                  </a:extLst>
                </p:cNvPr>
                <p:cNvSpPr/>
                <p:nvPr/>
              </p:nvSpPr>
              <p:spPr>
                <a:xfrm>
                  <a:off x="6262755" y="1471210"/>
                  <a:ext cx="69913" cy="51493"/>
                </a:xfrm>
                <a:custGeom>
                  <a:avLst/>
                  <a:gdLst>
                    <a:gd name="connsiteX0" fmla="*/ 55786 w 69913"/>
                    <a:gd name="connsiteY0" fmla="*/ 37904 h 51493"/>
                    <a:gd name="connsiteX1" fmla="*/ 49225 w 69913"/>
                    <a:gd name="connsiteY1" fmla="*/ 41539 h 51493"/>
                    <a:gd name="connsiteX2" fmla="*/ 42398 w 69913"/>
                    <a:gd name="connsiteY2" fmla="*/ 44554 h 51493"/>
                    <a:gd name="connsiteX3" fmla="*/ 35482 w 69913"/>
                    <a:gd name="connsiteY3" fmla="*/ 47391 h 51493"/>
                    <a:gd name="connsiteX4" fmla="*/ 32025 w 69913"/>
                    <a:gd name="connsiteY4" fmla="*/ 48809 h 51493"/>
                    <a:gd name="connsiteX5" fmla="*/ 28434 w 69913"/>
                    <a:gd name="connsiteY5" fmla="*/ 49873 h 51493"/>
                    <a:gd name="connsiteX6" fmla="*/ 18681 w 69913"/>
                    <a:gd name="connsiteY6" fmla="*/ 51469 h 51493"/>
                    <a:gd name="connsiteX7" fmla="*/ 14292 w 69913"/>
                    <a:gd name="connsiteY7" fmla="*/ 51336 h 51493"/>
                    <a:gd name="connsiteX8" fmla="*/ 10302 w 69913"/>
                    <a:gd name="connsiteY8" fmla="*/ 50272 h 51493"/>
                    <a:gd name="connsiteX9" fmla="*/ 1702 w 69913"/>
                    <a:gd name="connsiteY9" fmla="*/ 41761 h 51493"/>
                    <a:gd name="connsiteX10" fmla="*/ 106 w 69913"/>
                    <a:gd name="connsiteY10" fmla="*/ 31343 h 51493"/>
                    <a:gd name="connsiteX11" fmla="*/ 4318 w 69913"/>
                    <a:gd name="connsiteY11" fmla="*/ 20659 h 51493"/>
                    <a:gd name="connsiteX12" fmla="*/ 6800 w 69913"/>
                    <a:gd name="connsiteY12" fmla="*/ 18487 h 51493"/>
                    <a:gd name="connsiteX13" fmla="*/ 9637 w 69913"/>
                    <a:gd name="connsiteY13" fmla="*/ 16315 h 51493"/>
                    <a:gd name="connsiteX14" fmla="*/ 16420 w 69913"/>
                    <a:gd name="connsiteY14" fmla="*/ 13123 h 51493"/>
                    <a:gd name="connsiteX15" fmla="*/ 19080 w 69913"/>
                    <a:gd name="connsiteY15" fmla="*/ 12325 h 51493"/>
                    <a:gd name="connsiteX16" fmla="*/ 21607 w 69913"/>
                    <a:gd name="connsiteY16" fmla="*/ 11217 h 51493"/>
                    <a:gd name="connsiteX17" fmla="*/ 26705 w 69913"/>
                    <a:gd name="connsiteY17" fmla="*/ 9000 h 51493"/>
                    <a:gd name="connsiteX18" fmla="*/ 31759 w 69913"/>
                    <a:gd name="connsiteY18" fmla="*/ 6739 h 51493"/>
                    <a:gd name="connsiteX19" fmla="*/ 36546 w 69913"/>
                    <a:gd name="connsiteY19" fmla="*/ 3947 h 51493"/>
                    <a:gd name="connsiteX20" fmla="*/ 43462 w 69913"/>
                    <a:gd name="connsiteY20" fmla="*/ 1198 h 51493"/>
                    <a:gd name="connsiteX21" fmla="*/ 50112 w 69913"/>
                    <a:gd name="connsiteY21" fmla="*/ 1 h 51493"/>
                    <a:gd name="connsiteX22" fmla="*/ 61061 w 69913"/>
                    <a:gd name="connsiteY22" fmla="*/ 4390 h 51493"/>
                    <a:gd name="connsiteX23" fmla="*/ 67933 w 69913"/>
                    <a:gd name="connsiteY23" fmla="*/ 12813 h 51493"/>
                    <a:gd name="connsiteX24" fmla="*/ 68420 w 69913"/>
                    <a:gd name="connsiteY24" fmla="*/ 24915 h 51493"/>
                    <a:gd name="connsiteX25" fmla="*/ 63721 w 69913"/>
                    <a:gd name="connsiteY25" fmla="*/ 32097 h 51493"/>
                    <a:gd name="connsiteX26" fmla="*/ 55786 w 69913"/>
                    <a:gd name="connsiteY26" fmla="*/ 37904 h 51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9913" h="51493">
                      <a:moveTo>
                        <a:pt x="55786" y="37904"/>
                      </a:moveTo>
                      <a:lnTo>
                        <a:pt x="49225" y="41539"/>
                      </a:lnTo>
                      <a:cubicBezTo>
                        <a:pt x="47053" y="42736"/>
                        <a:pt x="44659" y="43534"/>
                        <a:pt x="42398" y="44554"/>
                      </a:cubicBezTo>
                      <a:lnTo>
                        <a:pt x="35482" y="47391"/>
                      </a:lnTo>
                      <a:lnTo>
                        <a:pt x="32025" y="48809"/>
                      </a:lnTo>
                      <a:lnTo>
                        <a:pt x="28434" y="49873"/>
                      </a:lnTo>
                      <a:cubicBezTo>
                        <a:pt x="25065" y="50849"/>
                        <a:pt x="21740" y="51381"/>
                        <a:pt x="18681" y="51469"/>
                      </a:cubicBezTo>
                      <a:cubicBezTo>
                        <a:pt x="17129" y="51514"/>
                        <a:pt x="15667" y="51514"/>
                        <a:pt x="14292" y="51336"/>
                      </a:cubicBezTo>
                      <a:cubicBezTo>
                        <a:pt x="12874" y="51070"/>
                        <a:pt x="11544" y="50716"/>
                        <a:pt x="10302" y="50272"/>
                      </a:cubicBezTo>
                      <a:cubicBezTo>
                        <a:pt x="5382" y="48543"/>
                        <a:pt x="2234" y="45529"/>
                        <a:pt x="1702" y="41761"/>
                      </a:cubicBezTo>
                      <a:lnTo>
                        <a:pt x="106" y="31343"/>
                      </a:lnTo>
                      <a:cubicBezTo>
                        <a:pt x="-470" y="27575"/>
                        <a:pt x="1347" y="23718"/>
                        <a:pt x="4318" y="20659"/>
                      </a:cubicBezTo>
                      <a:cubicBezTo>
                        <a:pt x="5071" y="19906"/>
                        <a:pt x="5914" y="19152"/>
                        <a:pt x="6800" y="18487"/>
                      </a:cubicBezTo>
                      <a:cubicBezTo>
                        <a:pt x="7687" y="17778"/>
                        <a:pt x="8618" y="16980"/>
                        <a:pt x="9637" y="16315"/>
                      </a:cubicBezTo>
                      <a:cubicBezTo>
                        <a:pt x="11632" y="14941"/>
                        <a:pt x="13893" y="13877"/>
                        <a:pt x="16420" y="13123"/>
                      </a:cubicBezTo>
                      <a:lnTo>
                        <a:pt x="19080" y="12325"/>
                      </a:lnTo>
                      <a:lnTo>
                        <a:pt x="21607" y="11217"/>
                      </a:lnTo>
                      <a:lnTo>
                        <a:pt x="26705" y="9000"/>
                      </a:lnTo>
                      <a:cubicBezTo>
                        <a:pt x="28390" y="8202"/>
                        <a:pt x="30163" y="7670"/>
                        <a:pt x="31759" y="6739"/>
                      </a:cubicBezTo>
                      <a:lnTo>
                        <a:pt x="36546" y="3947"/>
                      </a:lnTo>
                      <a:cubicBezTo>
                        <a:pt x="38763" y="2617"/>
                        <a:pt x="41157" y="1819"/>
                        <a:pt x="43462" y="1198"/>
                      </a:cubicBezTo>
                      <a:cubicBezTo>
                        <a:pt x="45678" y="400"/>
                        <a:pt x="47895" y="45"/>
                        <a:pt x="50112" y="1"/>
                      </a:cubicBezTo>
                      <a:cubicBezTo>
                        <a:pt x="54456" y="-43"/>
                        <a:pt x="58579" y="1375"/>
                        <a:pt x="61061" y="4390"/>
                      </a:cubicBezTo>
                      <a:lnTo>
                        <a:pt x="67933" y="12813"/>
                      </a:lnTo>
                      <a:cubicBezTo>
                        <a:pt x="70415" y="15872"/>
                        <a:pt x="70548" y="20216"/>
                        <a:pt x="68420" y="24915"/>
                      </a:cubicBezTo>
                      <a:cubicBezTo>
                        <a:pt x="67356" y="27265"/>
                        <a:pt x="65760" y="29703"/>
                        <a:pt x="63721" y="32097"/>
                      </a:cubicBezTo>
                      <a:cubicBezTo>
                        <a:pt x="61593" y="34269"/>
                        <a:pt x="58845" y="36175"/>
                        <a:pt x="55786" y="3790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00" name="Forme libre : forme 25899">
                  <a:extLst>
                    <a:ext uri="{FF2B5EF4-FFF2-40B4-BE49-F238E27FC236}">
                      <a16:creationId xmlns:a16="http://schemas.microsoft.com/office/drawing/2014/main" id="{E0BD055F-D27E-4466-B76E-837C3237BFF8}"/>
                    </a:ext>
                  </a:extLst>
                </p:cNvPr>
                <p:cNvSpPr/>
                <p:nvPr/>
              </p:nvSpPr>
              <p:spPr>
                <a:xfrm>
                  <a:off x="6263792" y="1483668"/>
                  <a:ext cx="68920" cy="39003"/>
                </a:xfrm>
                <a:custGeom>
                  <a:avLst/>
                  <a:gdLst>
                    <a:gd name="connsiteX0" fmla="*/ 28062 w 68920"/>
                    <a:gd name="connsiteY0" fmla="*/ 23761 h 39003"/>
                    <a:gd name="connsiteX1" fmla="*/ 12812 w 68920"/>
                    <a:gd name="connsiteY1" fmla="*/ 28017 h 39003"/>
                    <a:gd name="connsiteX2" fmla="*/ 0 w 68920"/>
                    <a:gd name="connsiteY2" fmla="*/ 24737 h 39003"/>
                    <a:gd name="connsiteX3" fmla="*/ 665 w 68920"/>
                    <a:gd name="connsiteY3" fmla="*/ 29258 h 39003"/>
                    <a:gd name="connsiteX4" fmla="*/ 9265 w 68920"/>
                    <a:gd name="connsiteY4" fmla="*/ 37770 h 39003"/>
                    <a:gd name="connsiteX5" fmla="*/ 13255 w 68920"/>
                    <a:gd name="connsiteY5" fmla="*/ 38834 h 39003"/>
                    <a:gd name="connsiteX6" fmla="*/ 17644 w 68920"/>
                    <a:gd name="connsiteY6" fmla="*/ 38967 h 39003"/>
                    <a:gd name="connsiteX7" fmla="*/ 27397 w 68920"/>
                    <a:gd name="connsiteY7" fmla="*/ 37371 h 39003"/>
                    <a:gd name="connsiteX8" fmla="*/ 30988 w 68920"/>
                    <a:gd name="connsiteY8" fmla="*/ 36307 h 39003"/>
                    <a:gd name="connsiteX9" fmla="*/ 34445 w 68920"/>
                    <a:gd name="connsiteY9" fmla="*/ 34888 h 39003"/>
                    <a:gd name="connsiteX10" fmla="*/ 41361 w 68920"/>
                    <a:gd name="connsiteY10" fmla="*/ 32051 h 39003"/>
                    <a:gd name="connsiteX11" fmla="*/ 48188 w 68920"/>
                    <a:gd name="connsiteY11" fmla="*/ 29037 h 39003"/>
                    <a:gd name="connsiteX12" fmla="*/ 54749 w 68920"/>
                    <a:gd name="connsiteY12" fmla="*/ 25402 h 39003"/>
                    <a:gd name="connsiteX13" fmla="*/ 62728 w 68920"/>
                    <a:gd name="connsiteY13" fmla="*/ 19550 h 39003"/>
                    <a:gd name="connsiteX14" fmla="*/ 67427 w 68920"/>
                    <a:gd name="connsiteY14" fmla="*/ 12368 h 39003"/>
                    <a:gd name="connsiteX15" fmla="*/ 66940 w 68920"/>
                    <a:gd name="connsiteY15" fmla="*/ 266 h 39003"/>
                    <a:gd name="connsiteX16" fmla="*/ 66718 w 68920"/>
                    <a:gd name="connsiteY16" fmla="*/ 0 h 39003"/>
                    <a:gd name="connsiteX17" fmla="*/ 57630 w 68920"/>
                    <a:gd name="connsiteY17" fmla="*/ 6960 h 39003"/>
                    <a:gd name="connsiteX18" fmla="*/ 47966 w 68920"/>
                    <a:gd name="connsiteY18" fmla="*/ 12812 h 39003"/>
                    <a:gd name="connsiteX19" fmla="*/ 38125 w 68920"/>
                    <a:gd name="connsiteY19" fmla="*/ 18264 h 39003"/>
                    <a:gd name="connsiteX20" fmla="*/ 28062 w 68920"/>
                    <a:gd name="connsiteY20" fmla="*/ 23761 h 39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8920" h="39003">
                      <a:moveTo>
                        <a:pt x="28062" y="23761"/>
                      </a:moveTo>
                      <a:cubicBezTo>
                        <a:pt x="23274" y="26421"/>
                        <a:pt x="17732" y="27618"/>
                        <a:pt x="12812" y="28017"/>
                      </a:cubicBezTo>
                      <a:cubicBezTo>
                        <a:pt x="7802" y="28195"/>
                        <a:pt x="3192" y="26820"/>
                        <a:pt x="0" y="24737"/>
                      </a:cubicBezTo>
                      <a:lnTo>
                        <a:pt x="665" y="29258"/>
                      </a:lnTo>
                      <a:cubicBezTo>
                        <a:pt x="1241" y="33027"/>
                        <a:pt x="4345" y="36041"/>
                        <a:pt x="9265" y="37770"/>
                      </a:cubicBezTo>
                      <a:cubicBezTo>
                        <a:pt x="10506" y="38213"/>
                        <a:pt x="11837" y="38568"/>
                        <a:pt x="13255" y="38834"/>
                      </a:cubicBezTo>
                      <a:cubicBezTo>
                        <a:pt x="14674" y="39056"/>
                        <a:pt x="16137" y="39011"/>
                        <a:pt x="17644" y="38967"/>
                      </a:cubicBezTo>
                      <a:cubicBezTo>
                        <a:pt x="20703" y="38834"/>
                        <a:pt x="24028" y="38302"/>
                        <a:pt x="27397" y="37371"/>
                      </a:cubicBezTo>
                      <a:lnTo>
                        <a:pt x="30988" y="36307"/>
                      </a:lnTo>
                      <a:lnTo>
                        <a:pt x="34445" y="34888"/>
                      </a:lnTo>
                      <a:lnTo>
                        <a:pt x="41361" y="32051"/>
                      </a:lnTo>
                      <a:cubicBezTo>
                        <a:pt x="43622" y="31032"/>
                        <a:pt x="46016" y="30234"/>
                        <a:pt x="48188" y="29037"/>
                      </a:cubicBezTo>
                      <a:lnTo>
                        <a:pt x="54749" y="25402"/>
                      </a:lnTo>
                      <a:cubicBezTo>
                        <a:pt x="57808" y="23673"/>
                        <a:pt x="60556" y="21767"/>
                        <a:pt x="62728" y="19550"/>
                      </a:cubicBezTo>
                      <a:cubicBezTo>
                        <a:pt x="64768" y="17200"/>
                        <a:pt x="66408" y="14762"/>
                        <a:pt x="67427" y="12368"/>
                      </a:cubicBezTo>
                      <a:cubicBezTo>
                        <a:pt x="69555" y="7625"/>
                        <a:pt x="69422" y="3281"/>
                        <a:pt x="66940" y="266"/>
                      </a:cubicBezTo>
                      <a:lnTo>
                        <a:pt x="66718" y="0"/>
                      </a:lnTo>
                      <a:cubicBezTo>
                        <a:pt x="63748" y="2438"/>
                        <a:pt x="60689" y="4743"/>
                        <a:pt x="57630" y="6960"/>
                      </a:cubicBezTo>
                      <a:cubicBezTo>
                        <a:pt x="54660" y="9354"/>
                        <a:pt x="51202" y="10861"/>
                        <a:pt x="47966" y="12812"/>
                      </a:cubicBezTo>
                      <a:cubicBezTo>
                        <a:pt x="44641" y="14541"/>
                        <a:pt x="41582" y="16801"/>
                        <a:pt x="38125" y="18264"/>
                      </a:cubicBezTo>
                      <a:cubicBezTo>
                        <a:pt x="34711" y="19949"/>
                        <a:pt x="31386" y="21722"/>
                        <a:pt x="28062" y="2376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01" name="Forme libre : forme 25900">
                  <a:extLst>
                    <a:ext uri="{FF2B5EF4-FFF2-40B4-BE49-F238E27FC236}">
                      <a16:creationId xmlns:a16="http://schemas.microsoft.com/office/drawing/2014/main" id="{A66E0EB2-A658-4505-9189-9EF9F6811044}"/>
                    </a:ext>
                  </a:extLst>
                </p:cNvPr>
                <p:cNvSpPr/>
                <p:nvPr/>
              </p:nvSpPr>
              <p:spPr>
                <a:xfrm>
                  <a:off x="6286938" y="1486833"/>
                  <a:ext cx="29722" cy="19360"/>
                </a:xfrm>
                <a:custGeom>
                  <a:avLst/>
                  <a:gdLst>
                    <a:gd name="connsiteX0" fmla="*/ 29164 w 29722"/>
                    <a:gd name="connsiteY0" fmla="*/ 2243 h 19360"/>
                    <a:gd name="connsiteX1" fmla="*/ 27746 w 29722"/>
                    <a:gd name="connsiteY1" fmla="*/ 9070 h 19360"/>
                    <a:gd name="connsiteX2" fmla="*/ 23845 w 29722"/>
                    <a:gd name="connsiteY2" fmla="*/ 13060 h 19360"/>
                    <a:gd name="connsiteX3" fmla="*/ 18303 w 29722"/>
                    <a:gd name="connsiteY3" fmla="*/ 16739 h 19360"/>
                    <a:gd name="connsiteX4" fmla="*/ 6423 w 29722"/>
                    <a:gd name="connsiteY4" fmla="*/ 19355 h 19360"/>
                    <a:gd name="connsiteX5" fmla="*/ 172 w 29722"/>
                    <a:gd name="connsiteY5" fmla="*/ 16163 h 19360"/>
                    <a:gd name="connsiteX6" fmla="*/ 2743 w 29722"/>
                    <a:gd name="connsiteY6" fmla="*/ 9646 h 19360"/>
                    <a:gd name="connsiteX7" fmla="*/ 11875 w 29722"/>
                    <a:gd name="connsiteY7" fmla="*/ 3440 h 19360"/>
                    <a:gd name="connsiteX8" fmla="*/ 17328 w 29722"/>
                    <a:gd name="connsiteY8" fmla="*/ 1091 h 19360"/>
                    <a:gd name="connsiteX9" fmla="*/ 22382 w 29722"/>
                    <a:gd name="connsiteY9" fmla="*/ 27 h 19360"/>
                    <a:gd name="connsiteX10" fmla="*/ 29164 w 29722"/>
                    <a:gd name="connsiteY10" fmla="*/ 2243 h 19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722" h="19360">
                      <a:moveTo>
                        <a:pt x="29164" y="2243"/>
                      </a:moveTo>
                      <a:cubicBezTo>
                        <a:pt x="30273" y="3972"/>
                        <a:pt x="29696" y="6410"/>
                        <a:pt x="27746" y="9070"/>
                      </a:cubicBezTo>
                      <a:cubicBezTo>
                        <a:pt x="26770" y="10400"/>
                        <a:pt x="25440" y="11774"/>
                        <a:pt x="23845" y="13060"/>
                      </a:cubicBezTo>
                      <a:cubicBezTo>
                        <a:pt x="22249" y="14345"/>
                        <a:pt x="20431" y="15764"/>
                        <a:pt x="18303" y="16739"/>
                      </a:cubicBezTo>
                      <a:cubicBezTo>
                        <a:pt x="13959" y="18557"/>
                        <a:pt x="9703" y="19444"/>
                        <a:pt x="6423" y="19355"/>
                      </a:cubicBezTo>
                      <a:cubicBezTo>
                        <a:pt x="3186" y="19355"/>
                        <a:pt x="837" y="18114"/>
                        <a:pt x="172" y="16163"/>
                      </a:cubicBezTo>
                      <a:cubicBezTo>
                        <a:pt x="-449" y="14257"/>
                        <a:pt x="659" y="12085"/>
                        <a:pt x="2743" y="9646"/>
                      </a:cubicBezTo>
                      <a:cubicBezTo>
                        <a:pt x="4871" y="7297"/>
                        <a:pt x="8018" y="5080"/>
                        <a:pt x="11875" y="3440"/>
                      </a:cubicBezTo>
                      <a:cubicBezTo>
                        <a:pt x="13781" y="2553"/>
                        <a:pt x="15555" y="1623"/>
                        <a:pt x="17328" y="1091"/>
                      </a:cubicBezTo>
                      <a:cubicBezTo>
                        <a:pt x="19101" y="514"/>
                        <a:pt x="20786" y="160"/>
                        <a:pt x="22382" y="27"/>
                      </a:cubicBezTo>
                      <a:cubicBezTo>
                        <a:pt x="25485" y="-151"/>
                        <a:pt x="28056" y="558"/>
                        <a:pt x="29164" y="224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02" name="Forme libre : forme 25901">
                  <a:extLst>
                    <a:ext uri="{FF2B5EF4-FFF2-40B4-BE49-F238E27FC236}">
                      <a16:creationId xmlns:a16="http://schemas.microsoft.com/office/drawing/2014/main" id="{E4D6F5F1-7D5B-4212-9371-B3AFDC478348}"/>
                    </a:ext>
                  </a:extLst>
                </p:cNvPr>
                <p:cNvSpPr/>
                <p:nvPr/>
              </p:nvSpPr>
              <p:spPr>
                <a:xfrm>
                  <a:off x="6286960" y="1494840"/>
                  <a:ext cx="24665" cy="11399"/>
                </a:xfrm>
                <a:custGeom>
                  <a:avLst/>
                  <a:gdLst>
                    <a:gd name="connsiteX0" fmla="*/ 4495 w 24665"/>
                    <a:gd name="connsiteY0" fmla="*/ 0 h 11399"/>
                    <a:gd name="connsiteX1" fmla="*/ 859 w 24665"/>
                    <a:gd name="connsiteY1" fmla="*/ 4344 h 11399"/>
                    <a:gd name="connsiteX2" fmla="*/ 194 w 24665"/>
                    <a:gd name="connsiteY2" fmla="*/ 8201 h 11399"/>
                    <a:gd name="connsiteX3" fmla="*/ 6445 w 24665"/>
                    <a:gd name="connsiteY3" fmla="*/ 11393 h 11399"/>
                    <a:gd name="connsiteX4" fmla="*/ 18326 w 24665"/>
                    <a:gd name="connsiteY4" fmla="*/ 8777 h 11399"/>
                    <a:gd name="connsiteX5" fmla="*/ 24665 w 24665"/>
                    <a:gd name="connsiteY5" fmla="*/ 4433 h 11399"/>
                    <a:gd name="connsiteX6" fmla="*/ 20764 w 24665"/>
                    <a:gd name="connsiteY6" fmla="*/ 6029 h 11399"/>
                    <a:gd name="connsiteX7" fmla="*/ 15178 w 24665"/>
                    <a:gd name="connsiteY7" fmla="*/ 6384 h 11399"/>
                    <a:gd name="connsiteX8" fmla="*/ 10213 w 24665"/>
                    <a:gd name="connsiteY8" fmla="*/ 5320 h 11399"/>
                    <a:gd name="connsiteX9" fmla="*/ 4495 w 24665"/>
                    <a:gd name="connsiteY9" fmla="*/ 0 h 11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665" h="11399">
                      <a:moveTo>
                        <a:pt x="4495" y="0"/>
                      </a:moveTo>
                      <a:cubicBezTo>
                        <a:pt x="2854" y="1418"/>
                        <a:pt x="1613" y="2926"/>
                        <a:pt x="859" y="4344"/>
                      </a:cubicBezTo>
                      <a:cubicBezTo>
                        <a:pt x="106" y="5763"/>
                        <a:pt x="-249" y="7004"/>
                        <a:pt x="194" y="8201"/>
                      </a:cubicBezTo>
                      <a:cubicBezTo>
                        <a:pt x="859" y="10152"/>
                        <a:pt x="3209" y="11393"/>
                        <a:pt x="6445" y="11393"/>
                      </a:cubicBezTo>
                      <a:cubicBezTo>
                        <a:pt x="9726" y="11482"/>
                        <a:pt x="13981" y="10595"/>
                        <a:pt x="18326" y="8777"/>
                      </a:cubicBezTo>
                      <a:cubicBezTo>
                        <a:pt x="20808" y="7625"/>
                        <a:pt x="22892" y="5985"/>
                        <a:pt x="24665" y="4433"/>
                      </a:cubicBezTo>
                      <a:cubicBezTo>
                        <a:pt x="23424" y="5098"/>
                        <a:pt x="22094" y="5630"/>
                        <a:pt x="20764" y="6029"/>
                      </a:cubicBezTo>
                      <a:cubicBezTo>
                        <a:pt x="18902" y="6517"/>
                        <a:pt x="16996" y="6561"/>
                        <a:pt x="15178" y="6384"/>
                      </a:cubicBezTo>
                      <a:cubicBezTo>
                        <a:pt x="13361" y="6206"/>
                        <a:pt x="11676" y="5852"/>
                        <a:pt x="10213" y="5320"/>
                      </a:cubicBezTo>
                      <a:cubicBezTo>
                        <a:pt x="7199" y="4167"/>
                        <a:pt x="5159" y="2394"/>
                        <a:pt x="4495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03" name="Forme libre : forme 25902">
                  <a:extLst>
                    <a:ext uri="{FF2B5EF4-FFF2-40B4-BE49-F238E27FC236}">
                      <a16:creationId xmlns:a16="http://schemas.microsoft.com/office/drawing/2014/main" id="{E2E11C5E-4AFC-48A7-BD51-0D260257D728}"/>
                    </a:ext>
                  </a:extLst>
                </p:cNvPr>
                <p:cNvSpPr/>
                <p:nvPr/>
              </p:nvSpPr>
              <p:spPr>
                <a:xfrm>
                  <a:off x="6289041" y="1487518"/>
                  <a:ext cx="29902" cy="19518"/>
                </a:xfrm>
                <a:custGeom>
                  <a:avLst/>
                  <a:gdLst>
                    <a:gd name="connsiteX0" fmla="*/ 29278 w 29902"/>
                    <a:gd name="connsiteY0" fmla="*/ 2002 h 19518"/>
                    <a:gd name="connsiteX1" fmla="*/ 29810 w 29902"/>
                    <a:gd name="connsiteY1" fmla="*/ 5194 h 19518"/>
                    <a:gd name="connsiteX2" fmla="*/ 27948 w 29902"/>
                    <a:gd name="connsiteY2" fmla="*/ 8962 h 19518"/>
                    <a:gd name="connsiteX3" fmla="*/ 18462 w 29902"/>
                    <a:gd name="connsiteY3" fmla="*/ 16764 h 19518"/>
                    <a:gd name="connsiteX4" fmla="*/ 12078 w 29902"/>
                    <a:gd name="connsiteY4" fmla="*/ 18892 h 19518"/>
                    <a:gd name="connsiteX5" fmla="*/ 6492 w 29902"/>
                    <a:gd name="connsiteY5" fmla="*/ 19513 h 19518"/>
                    <a:gd name="connsiteX6" fmla="*/ 197 w 29902"/>
                    <a:gd name="connsiteY6" fmla="*/ 16542 h 19518"/>
                    <a:gd name="connsiteX7" fmla="*/ 2680 w 29902"/>
                    <a:gd name="connsiteY7" fmla="*/ 9893 h 19518"/>
                    <a:gd name="connsiteX8" fmla="*/ 6625 w 29902"/>
                    <a:gd name="connsiteY8" fmla="*/ 6524 h 19518"/>
                    <a:gd name="connsiteX9" fmla="*/ 11900 w 29902"/>
                    <a:gd name="connsiteY9" fmla="*/ 3598 h 19518"/>
                    <a:gd name="connsiteX10" fmla="*/ 22496 w 29902"/>
                    <a:gd name="connsiteY10" fmla="*/ 51 h 19518"/>
                    <a:gd name="connsiteX11" fmla="*/ 26707 w 29902"/>
                    <a:gd name="connsiteY11" fmla="*/ 362 h 19518"/>
                    <a:gd name="connsiteX12" fmla="*/ 29278 w 29902"/>
                    <a:gd name="connsiteY12" fmla="*/ 2002 h 19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902" h="19518">
                      <a:moveTo>
                        <a:pt x="29278" y="2002"/>
                      </a:moveTo>
                      <a:cubicBezTo>
                        <a:pt x="29855" y="2844"/>
                        <a:pt x="30032" y="3952"/>
                        <a:pt x="29810" y="5194"/>
                      </a:cubicBezTo>
                      <a:cubicBezTo>
                        <a:pt x="29544" y="6346"/>
                        <a:pt x="28924" y="7632"/>
                        <a:pt x="27948" y="8962"/>
                      </a:cubicBezTo>
                      <a:cubicBezTo>
                        <a:pt x="25998" y="11622"/>
                        <a:pt x="22629" y="14459"/>
                        <a:pt x="18462" y="16764"/>
                      </a:cubicBezTo>
                      <a:cubicBezTo>
                        <a:pt x="16334" y="17872"/>
                        <a:pt x="14117" y="18404"/>
                        <a:pt x="12078" y="18892"/>
                      </a:cubicBezTo>
                      <a:cubicBezTo>
                        <a:pt x="10039" y="19335"/>
                        <a:pt x="8132" y="19557"/>
                        <a:pt x="6492" y="19513"/>
                      </a:cubicBezTo>
                      <a:cubicBezTo>
                        <a:pt x="3167" y="19468"/>
                        <a:pt x="862" y="18449"/>
                        <a:pt x="197" y="16542"/>
                      </a:cubicBezTo>
                      <a:cubicBezTo>
                        <a:pt x="-468" y="14636"/>
                        <a:pt x="596" y="12198"/>
                        <a:pt x="2680" y="9893"/>
                      </a:cubicBezTo>
                      <a:cubicBezTo>
                        <a:pt x="3744" y="8740"/>
                        <a:pt x="5074" y="7588"/>
                        <a:pt x="6625" y="6524"/>
                      </a:cubicBezTo>
                      <a:cubicBezTo>
                        <a:pt x="8177" y="5415"/>
                        <a:pt x="9994" y="4573"/>
                        <a:pt x="11900" y="3598"/>
                      </a:cubicBezTo>
                      <a:cubicBezTo>
                        <a:pt x="15580" y="1470"/>
                        <a:pt x="19348" y="317"/>
                        <a:pt x="22496" y="51"/>
                      </a:cubicBezTo>
                      <a:cubicBezTo>
                        <a:pt x="24091" y="-82"/>
                        <a:pt x="25510" y="51"/>
                        <a:pt x="26707" y="362"/>
                      </a:cubicBezTo>
                      <a:cubicBezTo>
                        <a:pt x="27815" y="628"/>
                        <a:pt x="28702" y="1160"/>
                        <a:pt x="29278" y="200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04" name="Forme libre : forme 25903">
                  <a:extLst>
                    <a:ext uri="{FF2B5EF4-FFF2-40B4-BE49-F238E27FC236}">
                      <a16:creationId xmlns:a16="http://schemas.microsoft.com/office/drawing/2014/main" id="{0F6E809B-8121-4CA4-B72A-C39FC9E223C9}"/>
                    </a:ext>
                  </a:extLst>
                </p:cNvPr>
                <p:cNvSpPr/>
                <p:nvPr/>
              </p:nvSpPr>
              <p:spPr>
                <a:xfrm>
                  <a:off x="6272498" y="1493553"/>
                  <a:ext cx="43464" cy="23332"/>
                </a:xfrm>
                <a:custGeom>
                  <a:avLst/>
                  <a:gdLst>
                    <a:gd name="connsiteX0" fmla="*/ 1712 w 43464"/>
                    <a:gd name="connsiteY0" fmla="*/ 14231 h 23332"/>
                    <a:gd name="connsiteX1" fmla="*/ 4372 w 43464"/>
                    <a:gd name="connsiteY1" fmla="*/ 20482 h 23332"/>
                    <a:gd name="connsiteX2" fmla="*/ 23345 w 43464"/>
                    <a:gd name="connsiteY2" fmla="*/ 22344 h 23332"/>
                    <a:gd name="connsiteX3" fmla="*/ 32433 w 43464"/>
                    <a:gd name="connsiteY3" fmla="*/ 19063 h 23332"/>
                    <a:gd name="connsiteX4" fmla="*/ 36645 w 43464"/>
                    <a:gd name="connsiteY4" fmla="*/ 16847 h 23332"/>
                    <a:gd name="connsiteX5" fmla="*/ 40102 w 43464"/>
                    <a:gd name="connsiteY5" fmla="*/ 13877 h 23332"/>
                    <a:gd name="connsiteX6" fmla="*/ 42053 w 43464"/>
                    <a:gd name="connsiteY6" fmla="*/ 5188 h 23332"/>
                    <a:gd name="connsiteX7" fmla="*/ 35226 w 43464"/>
                    <a:gd name="connsiteY7" fmla="*/ 5055 h 23332"/>
                    <a:gd name="connsiteX8" fmla="*/ 31014 w 43464"/>
                    <a:gd name="connsiteY8" fmla="*/ 5365 h 23332"/>
                    <a:gd name="connsiteX9" fmla="*/ 26847 w 43464"/>
                    <a:gd name="connsiteY9" fmla="*/ 5011 h 23332"/>
                    <a:gd name="connsiteX10" fmla="*/ 19355 w 43464"/>
                    <a:gd name="connsiteY10" fmla="*/ 3415 h 23332"/>
                    <a:gd name="connsiteX11" fmla="*/ 11553 w 43464"/>
                    <a:gd name="connsiteY11" fmla="*/ 755 h 23332"/>
                    <a:gd name="connsiteX12" fmla="*/ 2687 w 43464"/>
                    <a:gd name="connsiteY12" fmla="*/ 1242 h 23332"/>
                    <a:gd name="connsiteX13" fmla="*/ 1712 w 43464"/>
                    <a:gd name="connsiteY13" fmla="*/ 14231 h 23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3464" h="23332">
                      <a:moveTo>
                        <a:pt x="1712" y="14231"/>
                      </a:moveTo>
                      <a:cubicBezTo>
                        <a:pt x="2111" y="16492"/>
                        <a:pt x="2554" y="18797"/>
                        <a:pt x="4372" y="20482"/>
                      </a:cubicBezTo>
                      <a:cubicBezTo>
                        <a:pt x="7785" y="23585"/>
                        <a:pt x="15898" y="24073"/>
                        <a:pt x="23345" y="22344"/>
                      </a:cubicBezTo>
                      <a:cubicBezTo>
                        <a:pt x="26404" y="21502"/>
                        <a:pt x="29507" y="20438"/>
                        <a:pt x="32433" y="19063"/>
                      </a:cubicBezTo>
                      <a:cubicBezTo>
                        <a:pt x="33896" y="18398"/>
                        <a:pt x="35315" y="17645"/>
                        <a:pt x="36645" y="16847"/>
                      </a:cubicBezTo>
                      <a:cubicBezTo>
                        <a:pt x="37930" y="15960"/>
                        <a:pt x="39083" y="14896"/>
                        <a:pt x="40102" y="13877"/>
                      </a:cubicBezTo>
                      <a:cubicBezTo>
                        <a:pt x="43205" y="10685"/>
                        <a:pt x="44801" y="6562"/>
                        <a:pt x="42053" y="5188"/>
                      </a:cubicBezTo>
                      <a:cubicBezTo>
                        <a:pt x="40368" y="4346"/>
                        <a:pt x="37664" y="4745"/>
                        <a:pt x="35226" y="5055"/>
                      </a:cubicBezTo>
                      <a:cubicBezTo>
                        <a:pt x="33807" y="5188"/>
                        <a:pt x="32389" y="5365"/>
                        <a:pt x="31014" y="5365"/>
                      </a:cubicBezTo>
                      <a:cubicBezTo>
                        <a:pt x="29596" y="5277"/>
                        <a:pt x="28177" y="5188"/>
                        <a:pt x="26847" y="5011"/>
                      </a:cubicBezTo>
                      <a:cubicBezTo>
                        <a:pt x="24143" y="4656"/>
                        <a:pt x="21661" y="4124"/>
                        <a:pt x="19355" y="3415"/>
                      </a:cubicBezTo>
                      <a:cubicBezTo>
                        <a:pt x="17360" y="2705"/>
                        <a:pt x="14568" y="1730"/>
                        <a:pt x="11553" y="755"/>
                      </a:cubicBezTo>
                      <a:cubicBezTo>
                        <a:pt x="8494" y="-176"/>
                        <a:pt x="5435" y="-487"/>
                        <a:pt x="2687" y="1242"/>
                      </a:cubicBezTo>
                      <a:cubicBezTo>
                        <a:pt x="-2323" y="4346"/>
                        <a:pt x="1091" y="11128"/>
                        <a:pt x="1712" y="1423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05" name="Forme libre : forme 25904">
                  <a:extLst>
                    <a:ext uri="{FF2B5EF4-FFF2-40B4-BE49-F238E27FC236}">
                      <a16:creationId xmlns:a16="http://schemas.microsoft.com/office/drawing/2014/main" id="{D744ED59-D4BA-4D97-BC90-C3D94D6B01CA}"/>
                    </a:ext>
                  </a:extLst>
                </p:cNvPr>
                <p:cNvSpPr/>
                <p:nvPr/>
              </p:nvSpPr>
              <p:spPr>
                <a:xfrm>
                  <a:off x="6278793" y="1490652"/>
                  <a:ext cx="10719" cy="9861"/>
                </a:xfrm>
                <a:custGeom>
                  <a:avLst/>
                  <a:gdLst>
                    <a:gd name="connsiteX0" fmla="*/ 337 w 10719"/>
                    <a:gd name="connsiteY0" fmla="*/ 7202 h 9861"/>
                    <a:gd name="connsiteX1" fmla="*/ 71 w 10719"/>
                    <a:gd name="connsiteY1" fmla="*/ 8886 h 9861"/>
                    <a:gd name="connsiteX2" fmla="*/ 1579 w 10719"/>
                    <a:gd name="connsiteY2" fmla="*/ 9862 h 9861"/>
                    <a:gd name="connsiteX3" fmla="*/ 3751 w 10719"/>
                    <a:gd name="connsiteY3" fmla="*/ 9152 h 9861"/>
                    <a:gd name="connsiteX4" fmla="*/ 8494 w 10719"/>
                    <a:gd name="connsiteY4" fmla="*/ 6093 h 9861"/>
                    <a:gd name="connsiteX5" fmla="*/ 10001 w 10719"/>
                    <a:gd name="connsiteY5" fmla="*/ 4453 h 9861"/>
                    <a:gd name="connsiteX6" fmla="*/ 6898 w 10719"/>
                    <a:gd name="connsiteY6" fmla="*/ 641 h 9861"/>
                    <a:gd name="connsiteX7" fmla="*/ 337 w 10719"/>
                    <a:gd name="connsiteY7" fmla="*/ 7202 h 9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719" h="9861">
                      <a:moveTo>
                        <a:pt x="337" y="7202"/>
                      </a:moveTo>
                      <a:cubicBezTo>
                        <a:pt x="71" y="7778"/>
                        <a:pt x="-106" y="8399"/>
                        <a:pt x="71" y="8886"/>
                      </a:cubicBezTo>
                      <a:cubicBezTo>
                        <a:pt x="204" y="9418"/>
                        <a:pt x="781" y="9862"/>
                        <a:pt x="1579" y="9862"/>
                      </a:cubicBezTo>
                      <a:cubicBezTo>
                        <a:pt x="2332" y="9862"/>
                        <a:pt x="3086" y="9507"/>
                        <a:pt x="3751" y="9152"/>
                      </a:cubicBezTo>
                      <a:cubicBezTo>
                        <a:pt x="5480" y="8221"/>
                        <a:pt x="7120" y="7335"/>
                        <a:pt x="8494" y="6093"/>
                      </a:cubicBezTo>
                      <a:cubicBezTo>
                        <a:pt x="9071" y="5561"/>
                        <a:pt x="9603" y="5030"/>
                        <a:pt x="10001" y="4453"/>
                      </a:cubicBezTo>
                      <a:cubicBezTo>
                        <a:pt x="11553" y="2015"/>
                        <a:pt x="10622" y="-1443"/>
                        <a:pt x="6898" y="641"/>
                      </a:cubicBezTo>
                      <a:cubicBezTo>
                        <a:pt x="3884" y="2192"/>
                        <a:pt x="1313" y="4808"/>
                        <a:pt x="337" y="720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06" name="Forme libre : forme 25905">
                  <a:extLst>
                    <a:ext uri="{FF2B5EF4-FFF2-40B4-BE49-F238E27FC236}">
                      <a16:creationId xmlns:a16="http://schemas.microsoft.com/office/drawing/2014/main" id="{7949B55C-B1A3-4FB1-B7AD-02085CC5228E}"/>
                    </a:ext>
                  </a:extLst>
                </p:cNvPr>
                <p:cNvSpPr/>
                <p:nvPr/>
              </p:nvSpPr>
              <p:spPr>
                <a:xfrm>
                  <a:off x="6318585" y="1484067"/>
                  <a:ext cx="11305" cy="24027"/>
                </a:xfrm>
                <a:custGeom>
                  <a:avLst/>
                  <a:gdLst>
                    <a:gd name="connsiteX0" fmla="*/ 9354 w 11305"/>
                    <a:gd name="connsiteY0" fmla="*/ 0 h 24027"/>
                    <a:gd name="connsiteX1" fmla="*/ 11304 w 11305"/>
                    <a:gd name="connsiteY1" fmla="*/ 6162 h 24027"/>
                    <a:gd name="connsiteX2" fmla="*/ 9132 w 11305"/>
                    <a:gd name="connsiteY2" fmla="*/ 13920 h 24027"/>
                    <a:gd name="connsiteX3" fmla="*/ 5763 w 11305"/>
                    <a:gd name="connsiteY3" fmla="*/ 18885 h 24027"/>
                    <a:gd name="connsiteX4" fmla="*/ 0 w 11305"/>
                    <a:gd name="connsiteY4" fmla="*/ 24027 h 24027"/>
                    <a:gd name="connsiteX5" fmla="*/ 2128 w 11305"/>
                    <a:gd name="connsiteY5" fmla="*/ 21988 h 24027"/>
                    <a:gd name="connsiteX6" fmla="*/ 6472 w 11305"/>
                    <a:gd name="connsiteY6" fmla="*/ 16624 h 24027"/>
                    <a:gd name="connsiteX7" fmla="*/ 9354 w 11305"/>
                    <a:gd name="connsiteY7" fmla="*/ 0 h 24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05" h="24027">
                      <a:moveTo>
                        <a:pt x="9354" y="0"/>
                      </a:moveTo>
                      <a:cubicBezTo>
                        <a:pt x="9354" y="0"/>
                        <a:pt x="11349" y="2084"/>
                        <a:pt x="11304" y="6162"/>
                      </a:cubicBezTo>
                      <a:cubicBezTo>
                        <a:pt x="11304" y="8201"/>
                        <a:pt x="10772" y="10773"/>
                        <a:pt x="9132" y="13920"/>
                      </a:cubicBezTo>
                      <a:cubicBezTo>
                        <a:pt x="8290" y="15427"/>
                        <a:pt x="7314" y="17245"/>
                        <a:pt x="5763" y="18885"/>
                      </a:cubicBezTo>
                      <a:cubicBezTo>
                        <a:pt x="4211" y="20525"/>
                        <a:pt x="2305" y="22254"/>
                        <a:pt x="0" y="24027"/>
                      </a:cubicBezTo>
                      <a:cubicBezTo>
                        <a:pt x="0" y="24027"/>
                        <a:pt x="886" y="23274"/>
                        <a:pt x="2128" y="21988"/>
                      </a:cubicBezTo>
                      <a:cubicBezTo>
                        <a:pt x="3369" y="20658"/>
                        <a:pt x="5098" y="18974"/>
                        <a:pt x="6472" y="16624"/>
                      </a:cubicBezTo>
                      <a:cubicBezTo>
                        <a:pt x="9309" y="11836"/>
                        <a:pt x="11349" y="5674"/>
                        <a:pt x="93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07" name="Forme libre : forme 25906">
                  <a:extLst>
                    <a:ext uri="{FF2B5EF4-FFF2-40B4-BE49-F238E27FC236}">
                      <a16:creationId xmlns:a16="http://schemas.microsoft.com/office/drawing/2014/main" id="{656DC037-E473-4FA4-8497-226A1A07D7E7}"/>
                    </a:ext>
                  </a:extLst>
                </p:cNvPr>
                <p:cNvSpPr/>
                <p:nvPr/>
              </p:nvSpPr>
              <p:spPr>
                <a:xfrm>
                  <a:off x="6264324" y="1485042"/>
                  <a:ext cx="16358" cy="18397"/>
                </a:xfrm>
                <a:custGeom>
                  <a:avLst/>
                  <a:gdLst>
                    <a:gd name="connsiteX0" fmla="*/ 16358 w 16358"/>
                    <a:gd name="connsiteY0" fmla="*/ 0 h 18397"/>
                    <a:gd name="connsiteX1" fmla="*/ 8334 w 16358"/>
                    <a:gd name="connsiteY1" fmla="*/ 4433 h 18397"/>
                    <a:gd name="connsiteX2" fmla="*/ 2704 w 16358"/>
                    <a:gd name="connsiteY2" fmla="*/ 9974 h 18397"/>
                    <a:gd name="connsiteX3" fmla="*/ 0 w 16358"/>
                    <a:gd name="connsiteY3" fmla="*/ 18397 h 18397"/>
                    <a:gd name="connsiteX4" fmla="*/ 2926 w 16358"/>
                    <a:gd name="connsiteY4" fmla="*/ 11659 h 18397"/>
                    <a:gd name="connsiteX5" fmla="*/ 7891 w 16358"/>
                    <a:gd name="connsiteY5" fmla="*/ 5763 h 18397"/>
                    <a:gd name="connsiteX6" fmla="*/ 16358 w 16358"/>
                    <a:gd name="connsiteY6" fmla="*/ 0 h 18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358" h="18397">
                      <a:moveTo>
                        <a:pt x="16358" y="0"/>
                      </a:moveTo>
                      <a:cubicBezTo>
                        <a:pt x="16358" y="0"/>
                        <a:pt x="12324" y="1330"/>
                        <a:pt x="8334" y="4433"/>
                      </a:cubicBezTo>
                      <a:cubicBezTo>
                        <a:pt x="6384" y="6118"/>
                        <a:pt x="4300" y="7758"/>
                        <a:pt x="2704" y="9974"/>
                      </a:cubicBezTo>
                      <a:cubicBezTo>
                        <a:pt x="1108" y="12235"/>
                        <a:pt x="0" y="14984"/>
                        <a:pt x="0" y="18397"/>
                      </a:cubicBezTo>
                      <a:cubicBezTo>
                        <a:pt x="0" y="18397"/>
                        <a:pt x="532" y="15339"/>
                        <a:pt x="2926" y="11659"/>
                      </a:cubicBezTo>
                      <a:cubicBezTo>
                        <a:pt x="4079" y="9753"/>
                        <a:pt x="5808" y="8024"/>
                        <a:pt x="7891" y="5763"/>
                      </a:cubicBezTo>
                      <a:cubicBezTo>
                        <a:pt x="10019" y="3680"/>
                        <a:pt x="12767" y="1640"/>
                        <a:pt x="163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08" name="Forme libre : forme 25907">
                  <a:extLst>
                    <a:ext uri="{FF2B5EF4-FFF2-40B4-BE49-F238E27FC236}">
                      <a16:creationId xmlns:a16="http://schemas.microsoft.com/office/drawing/2014/main" id="{541E3873-02C8-4CE4-84C5-7821D1957BE7}"/>
                    </a:ext>
                  </a:extLst>
                </p:cNvPr>
                <p:cNvSpPr/>
                <p:nvPr/>
              </p:nvSpPr>
              <p:spPr>
                <a:xfrm>
                  <a:off x="6297703" y="1489458"/>
                  <a:ext cx="11351" cy="6063"/>
                </a:xfrm>
                <a:custGeom>
                  <a:avLst/>
                  <a:gdLst>
                    <a:gd name="connsiteX0" fmla="*/ 11351 w 11351"/>
                    <a:gd name="connsiteY0" fmla="*/ 1347 h 6063"/>
                    <a:gd name="connsiteX1" fmla="*/ 5677 w 11351"/>
                    <a:gd name="connsiteY1" fmla="*/ 5692 h 6063"/>
                    <a:gd name="connsiteX2" fmla="*/ 1598 w 11351"/>
                    <a:gd name="connsiteY2" fmla="*/ 5869 h 6063"/>
                    <a:gd name="connsiteX3" fmla="*/ 2 w 11351"/>
                    <a:gd name="connsiteY3" fmla="*/ 4406 h 6063"/>
                    <a:gd name="connsiteX4" fmla="*/ 5721 w 11351"/>
                    <a:gd name="connsiteY4" fmla="*/ 505 h 6063"/>
                    <a:gd name="connsiteX5" fmla="*/ 11351 w 11351"/>
                    <a:gd name="connsiteY5" fmla="*/ 1347 h 6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351" h="6063">
                      <a:moveTo>
                        <a:pt x="11351" y="1347"/>
                      </a:moveTo>
                      <a:cubicBezTo>
                        <a:pt x="11395" y="2766"/>
                        <a:pt x="8824" y="4716"/>
                        <a:pt x="5677" y="5692"/>
                      </a:cubicBezTo>
                      <a:cubicBezTo>
                        <a:pt x="4125" y="6224"/>
                        <a:pt x="2574" y="6091"/>
                        <a:pt x="1598" y="5869"/>
                      </a:cubicBezTo>
                      <a:cubicBezTo>
                        <a:pt x="579" y="5603"/>
                        <a:pt x="-42" y="5116"/>
                        <a:pt x="2" y="4406"/>
                      </a:cubicBezTo>
                      <a:cubicBezTo>
                        <a:pt x="91" y="3032"/>
                        <a:pt x="2751" y="1569"/>
                        <a:pt x="5721" y="505"/>
                      </a:cubicBezTo>
                      <a:cubicBezTo>
                        <a:pt x="8735" y="-426"/>
                        <a:pt x="11307" y="-27"/>
                        <a:pt x="11351" y="134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09" name="Forme libre : forme 25908">
                  <a:extLst>
                    <a:ext uri="{FF2B5EF4-FFF2-40B4-BE49-F238E27FC236}">
                      <a16:creationId xmlns:a16="http://schemas.microsoft.com/office/drawing/2014/main" id="{ED8978BB-C572-4845-AE07-E41730BB4F80}"/>
                    </a:ext>
                  </a:extLst>
                </p:cNvPr>
                <p:cNvSpPr/>
                <p:nvPr/>
              </p:nvSpPr>
              <p:spPr>
                <a:xfrm>
                  <a:off x="6307331" y="1489011"/>
                  <a:ext cx="3025" cy="2451"/>
                </a:xfrm>
                <a:custGeom>
                  <a:avLst/>
                  <a:gdLst>
                    <a:gd name="connsiteX0" fmla="*/ 2920 w 3025"/>
                    <a:gd name="connsiteY0" fmla="*/ 421 h 2451"/>
                    <a:gd name="connsiteX1" fmla="*/ 2033 w 3025"/>
                    <a:gd name="connsiteY1" fmla="*/ 2149 h 2451"/>
                    <a:gd name="connsiteX2" fmla="*/ 82 w 3025"/>
                    <a:gd name="connsiteY2" fmla="*/ 2016 h 2451"/>
                    <a:gd name="connsiteX3" fmla="*/ 969 w 3025"/>
                    <a:gd name="connsiteY3" fmla="*/ 288 h 2451"/>
                    <a:gd name="connsiteX4" fmla="*/ 2920 w 3025"/>
                    <a:gd name="connsiteY4" fmla="*/ 421 h 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5" h="2451">
                      <a:moveTo>
                        <a:pt x="2920" y="421"/>
                      </a:moveTo>
                      <a:cubicBezTo>
                        <a:pt x="3230" y="908"/>
                        <a:pt x="2831" y="1706"/>
                        <a:pt x="2033" y="2149"/>
                      </a:cubicBezTo>
                      <a:cubicBezTo>
                        <a:pt x="1235" y="2593"/>
                        <a:pt x="348" y="2548"/>
                        <a:pt x="82" y="2016"/>
                      </a:cubicBezTo>
                      <a:cubicBezTo>
                        <a:pt x="-183" y="1484"/>
                        <a:pt x="215" y="731"/>
                        <a:pt x="969" y="288"/>
                      </a:cubicBezTo>
                      <a:cubicBezTo>
                        <a:pt x="1723" y="-156"/>
                        <a:pt x="2609" y="-67"/>
                        <a:pt x="2920" y="4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10" name="Forme libre : forme 25909">
                  <a:extLst>
                    <a:ext uri="{FF2B5EF4-FFF2-40B4-BE49-F238E27FC236}">
                      <a16:creationId xmlns:a16="http://schemas.microsoft.com/office/drawing/2014/main" id="{94CEF8FF-2F6F-42CA-8AD4-DE7C8D1FE4B5}"/>
                    </a:ext>
                  </a:extLst>
                </p:cNvPr>
                <p:cNvSpPr/>
                <p:nvPr/>
              </p:nvSpPr>
              <p:spPr>
                <a:xfrm>
                  <a:off x="6293016" y="1475415"/>
                  <a:ext cx="30393" cy="11673"/>
                </a:xfrm>
                <a:custGeom>
                  <a:avLst/>
                  <a:gdLst>
                    <a:gd name="connsiteX0" fmla="*/ 22378 w 30393"/>
                    <a:gd name="connsiteY0" fmla="*/ 894 h 11673"/>
                    <a:gd name="connsiteX1" fmla="*/ 29737 w 30393"/>
                    <a:gd name="connsiteY1" fmla="*/ 7056 h 11673"/>
                    <a:gd name="connsiteX2" fmla="*/ 29515 w 30393"/>
                    <a:gd name="connsiteY2" fmla="*/ 10780 h 11673"/>
                    <a:gd name="connsiteX3" fmla="*/ 25525 w 30393"/>
                    <a:gd name="connsiteY3" fmla="*/ 11401 h 11673"/>
                    <a:gd name="connsiteX4" fmla="*/ 20605 w 30393"/>
                    <a:gd name="connsiteY4" fmla="*/ 9317 h 11673"/>
                    <a:gd name="connsiteX5" fmla="*/ 14930 w 30393"/>
                    <a:gd name="connsiteY5" fmla="*/ 7987 h 11673"/>
                    <a:gd name="connsiteX6" fmla="*/ 6108 w 30393"/>
                    <a:gd name="connsiteY6" fmla="*/ 9849 h 11673"/>
                    <a:gd name="connsiteX7" fmla="*/ 1542 w 30393"/>
                    <a:gd name="connsiteY7" fmla="*/ 9982 h 11673"/>
                    <a:gd name="connsiteX8" fmla="*/ 80 w 30393"/>
                    <a:gd name="connsiteY8" fmla="*/ 8297 h 11673"/>
                    <a:gd name="connsiteX9" fmla="*/ 2340 w 30393"/>
                    <a:gd name="connsiteY9" fmla="*/ 5726 h 11673"/>
                    <a:gd name="connsiteX10" fmla="*/ 6241 w 30393"/>
                    <a:gd name="connsiteY10" fmla="*/ 3155 h 11673"/>
                    <a:gd name="connsiteX11" fmla="*/ 14132 w 30393"/>
                    <a:gd name="connsiteY11" fmla="*/ 362 h 11673"/>
                    <a:gd name="connsiteX12" fmla="*/ 22378 w 30393"/>
                    <a:gd name="connsiteY12" fmla="*/ 894 h 11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393" h="11673">
                      <a:moveTo>
                        <a:pt x="22378" y="894"/>
                      </a:moveTo>
                      <a:cubicBezTo>
                        <a:pt x="25570" y="2135"/>
                        <a:pt x="27919" y="4441"/>
                        <a:pt x="29737" y="7056"/>
                      </a:cubicBezTo>
                      <a:cubicBezTo>
                        <a:pt x="30402" y="8031"/>
                        <a:pt x="30889" y="9539"/>
                        <a:pt x="29515" y="10780"/>
                      </a:cubicBezTo>
                      <a:cubicBezTo>
                        <a:pt x="28274" y="11888"/>
                        <a:pt x="26634" y="11799"/>
                        <a:pt x="25525" y="11401"/>
                      </a:cubicBezTo>
                      <a:cubicBezTo>
                        <a:pt x="23796" y="10824"/>
                        <a:pt x="22245" y="9982"/>
                        <a:pt x="20605" y="9317"/>
                      </a:cubicBezTo>
                      <a:cubicBezTo>
                        <a:pt x="18876" y="8563"/>
                        <a:pt x="17058" y="7987"/>
                        <a:pt x="14930" y="7987"/>
                      </a:cubicBezTo>
                      <a:cubicBezTo>
                        <a:pt x="13600" y="7987"/>
                        <a:pt x="9566" y="9184"/>
                        <a:pt x="6108" y="9849"/>
                      </a:cubicBezTo>
                      <a:cubicBezTo>
                        <a:pt x="4424" y="10248"/>
                        <a:pt x="2695" y="10203"/>
                        <a:pt x="1542" y="9982"/>
                      </a:cubicBezTo>
                      <a:cubicBezTo>
                        <a:pt x="390" y="9716"/>
                        <a:pt x="-231" y="9228"/>
                        <a:pt x="80" y="8297"/>
                      </a:cubicBezTo>
                      <a:cubicBezTo>
                        <a:pt x="346" y="7366"/>
                        <a:pt x="1188" y="6524"/>
                        <a:pt x="2340" y="5726"/>
                      </a:cubicBezTo>
                      <a:cubicBezTo>
                        <a:pt x="3404" y="4795"/>
                        <a:pt x="4779" y="3909"/>
                        <a:pt x="6241" y="3155"/>
                      </a:cubicBezTo>
                      <a:cubicBezTo>
                        <a:pt x="9167" y="1648"/>
                        <a:pt x="12403" y="584"/>
                        <a:pt x="14132" y="362"/>
                      </a:cubicBezTo>
                      <a:cubicBezTo>
                        <a:pt x="17102" y="-259"/>
                        <a:pt x="19984" y="-81"/>
                        <a:pt x="22378" y="89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06" name="Graphique 2">
                <a:extLst>
                  <a:ext uri="{FF2B5EF4-FFF2-40B4-BE49-F238E27FC236}">
                    <a16:creationId xmlns:a16="http://schemas.microsoft.com/office/drawing/2014/main" id="{5BB35455-BA73-4599-9E74-A278E16E903A}"/>
                  </a:ext>
                </a:extLst>
              </p:cNvPr>
              <p:cNvGrpSpPr/>
              <p:nvPr/>
            </p:nvGrpSpPr>
            <p:grpSpPr>
              <a:xfrm>
                <a:off x="6321404" y="1420066"/>
                <a:ext cx="58727" cy="67395"/>
                <a:chOff x="6321404" y="1420066"/>
                <a:chExt cx="58727" cy="67395"/>
              </a:xfrm>
              <a:solidFill>
                <a:schemeClr val="accent1"/>
              </a:solidFill>
            </p:grpSpPr>
            <p:sp>
              <p:nvSpPr>
                <p:cNvPr id="25887" name="Forme libre : forme 25886">
                  <a:extLst>
                    <a:ext uri="{FF2B5EF4-FFF2-40B4-BE49-F238E27FC236}">
                      <a16:creationId xmlns:a16="http://schemas.microsoft.com/office/drawing/2014/main" id="{E6DE50E9-9C69-4083-92CB-0B962677D1CA}"/>
                    </a:ext>
                  </a:extLst>
                </p:cNvPr>
                <p:cNvSpPr/>
                <p:nvPr/>
              </p:nvSpPr>
              <p:spPr>
                <a:xfrm>
                  <a:off x="6321404" y="1420066"/>
                  <a:ext cx="58727" cy="67395"/>
                </a:xfrm>
                <a:custGeom>
                  <a:avLst/>
                  <a:gdLst>
                    <a:gd name="connsiteX0" fmla="*/ 54280 w 58727"/>
                    <a:gd name="connsiteY0" fmla="*/ 33369 h 67395"/>
                    <a:gd name="connsiteX1" fmla="*/ 46167 w 58727"/>
                    <a:gd name="connsiteY1" fmla="*/ 45870 h 67395"/>
                    <a:gd name="connsiteX2" fmla="*/ 36680 w 58727"/>
                    <a:gd name="connsiteY2" fmla="*/ 57396 h 67395"/>
                    <a:gd name="connsiteX3" fmla="*/ 33178 w 58727"/>
                    <a:gd name="connsiteY3" fmla="*/ 61075 h 67395"/>
                    <a:gd name="connsiteX4" fmla="*/ 29100 w 58727"/>
                    <a:gd name="connsiteY4" fmla="*/ 63735 h 67395"/>
                    <a:gd name="connsiteX5" fmla="*/ 21165 w 58727"/>
                    <a:gd name="connsiteY5" fmla="*/ 66927 h 67395"/>
                    <a:gd name="connsiteX6" fmla="*/ 14338 w 58727"/>
                    <a:gd name="connsiteY6" fmla="*/ 67060 h 67395"/>
                    <a:gd name="connsiteX7" fmla="*/ 9328 w 58727"/>
                    <a:gd name="connsiteY7" fmla="*/ 63913 h 67395"/>
                    <a:gd name="connsiteX8" fmla="*/ 2457 w 58727"/>
                    <a:gd name="connsiteY8" fmla="*/ 55490 h 67395"/>
                    <a:gd name="connsiteX9" fmla="*/ 241 w 58727"/>
                    <a:gd name="connsiteY9" fmla="*/ 50214 h 67395"/>
                    <a:gd name="connsiteX10" fmla="*/ 329 w 58727"/>
                    <a:gd name="connsiteY10" fmla="*/ 43786 h 67395"/>
                    <a:gd name="connsiteX11" fmla="*/ 2634 w 58727"/>
                    <a:gd name="connsiteY11" fmla="*/ 37314 h 67395"/>
                    <a:gd name="connsiteX12" fmla="*/ 4585 w 58727"/>
                    <a:gd name="connsiteY12" fmla="*/ 34300 h 67395"/>
                    <a:gd name="connsiteX13" fmla="*/ 6757 w 58727"/>
                    <a:gd name="connsiteY13" fmla="*/ 31152 h 67395"/>
                    <a:gd name="connsiteX14" fmla="*/ 13673 w 58727"/>
                    <a:gd name="connsiteY14" fmla="*/ 22508 h 67395"/>
                    <a:gd name="connsiteX15" fmla="*/ 19569 w 58727"/>
                    <a:gd name="connsiteY15" fmla="*/ 13021 h 67395"/>
                    <a:gd name="connsiteX16" fmla="*/ 24534 w 58727"/>
                    <a:gd name="connsiteY16" fmla="*/ 6593 h 67395"/>
                    <a:gd name="connsiteX17" fmla="*/ 30563 w 58727"/>
                    <a:gd name="connsiteY17" fmla="*/ 1982 h 67395"/>
                    <a:gd name="connsiteX18" fmla="*/ 42754 w 58727"/>
                    <a:gd name="connsiteY18" fmla="*/ 1184 h 67395"/>
                    <a:gd name="connsiteX19" fmla="*/ 52639 w 58727"/>
                    <a:gd name="connsiteY19" fmla="*/ 6415 h 67395"/>
                    <a:gd name="connsiteX20" fmla="*/ 58669 w 58727"/>
                    <a:gd name="connsiteY20" fmla="*/ 17055 h 67395"/>
                    <a:gd name="connsiteX21" fmla="*/ 57959 w 58727"/>
                    <a:gd name="connsiteY21" fmla="*/ 24857 h 67395"/>
                    <a:gd name="connsiteX22" fmla="*/ 54280 w 58727"/>
                    <a:gd name="connsiteY22" fmla="*/ 33369 h 67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8727" h="67395">
                      <a:moveTo>
                        <a:pt x="54280" y="33369"/>
                      </a:moveTo>
                      <a:lnTo>
                        <a:pt x="46167" y="45870"/>
                      </a:lnTo>
                      <a:cubicBezTo>
                        <a:pt x="43197" y="49815"/>
                        <a:pt x="39872" y="53584"/>
                        <a:pt x="36680" y="57396"/>
                      </a:cubicBezTo>
                      <a:cubicBezTo>
                        <a:pt x="35572" y="58726"/>
                        <a:pt x="34375" y="59967"/>
                        <a:pt x="33178" y="61075"/>
                      </a:cubicBezTo>
                      <a:cubicBezTo>
                        <a:pt x="31849" y="62095"/>
                        <a:pt x="30474" y="62982"/>
                        <a:pt x="29100" y="63735"/>
                      </a:cubicBezTo>
                      <a:cubicBezTo>
                        <a:pt x="26396" y="65287"/>
                        <a:pt x="23692" y="66351"/>
                        <a:pt x="21165" y="66927"/>
                      </a:cubicBezTo>
                      <a:cubicBezTo>
                        <a:pt x="18638" y="67503"/>
                        <a:pt x="16333" y="67548"/>
                        <a:pt x="14338" y="67060"/>
                      </a:cubicBezTo>
                      <a:cubicBezTo>
                        <a:pt x="12298" y="66484"/>
                        <a:pt x="10569" y="65420"/>
                        <a:pt x="9328" y="63913"/>
                      </a:cubicBezTo>
                      <a:lnTo>
                        <a:pt x="2457" y="55490"/>
                      </a:lnTo>
                      <a:cubicBezTo>
                        <a:pt x="1216" y="53938"/>
                        <a:pt x="507" y="52165"/>
                        <a:pt x="241" y="50214"/>
                      </a:cubicBezTo>
                      <a:cubicBezTo>
                        <a:pt x="-114" y="48175"/>
                        <a:pt x="-70" y="46003"/>
                        <a:pt x="329" y="43786"/>
                      </a:cubicBezTo>
                      <a:cubicBezTo>
                        <a:pt x="728" y="41570"/>
                        <a:pt x="1482" y="39398"/>
                        <a:pt x="2634" y="37314"/>
                      </a:cubicBezTo>
                      <a:cubicBezTo>
                        <a:pt x="3211" y="36294"/>
                        <a:pt x="3875" y="35275"/>
                        <a:pt x="4585" y="34300"/>
                      </a:cubicBezTo>
                      <a:cubicBezTo>
                        <a:pt x="5206" y="33191"/>
                        <a:pt x="5915" y="32127"/>
                        <a:pt x="6757" y="31152"/>
                      </a:cubicBezTo>
                      <a:cubicBezTo>
                        <a:pt x="9018" y="28226"/>
                        <a:pt x="11501" y="25478"/>
                        <a:pt x="13673" y="22508"/>
                      </a:cubicBezTo>
                      <a:lnTo>
                        <a:pt x="19569" y="13021"/>
                      </a:lnTo>
                      <a:cubicBezTo>
                        <a:pt x="20987" y="10981"/>
                        <a:pt x="22672" y="8543"/>
                        <a:pt x="24534" y="6593"/>
                      </a:cubicBezTo>
                      <a:cubicBezTo>
                        <a:pt x="26396" y="4642"/>
                        <a:pt x="28435" y="3091"/>
                        <a:pt x="30563" y="1982"/>
                      </a:cubicBezTo>
                      <a:cubicBezTo>
                        <a:pt x="34774" y="-234"/>
                        <a:pt x="39163" y="-722"/>
                        <a:pt x="42754" y="1184"/>
                      </a:cubicBezTo>
                      <a:lnTo>
                        <a:pt x="52639" y="6415"/>
                      </a:lnTo>
                      <a:cubicBezTo>
                        <a:pt x="56186" y="8322"/>
                        <a:pt x="58314" y="12223"/>
                        <a:pt x="58669" y="17055"/>
                      </a:cubicBezTo>
                      <a:cubicBezTo>
                        <a:pt x="58846" y="19493"/>
                        <a:pt x="58624" y="22109"/>
                        <a:pt x="57959" y="24857"/>
                      </a:cubicBezTo>
                      <a:cubicBezTo>
                        <a:pt x="57250" y="27650"/>
                        <a:pt x="56319" y="30354"/>
                        <a:pt x="54280" y="33369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88" name="Forme libre : forme 25887">
                  <a:extLst>
                    <a:ext uri="{FF2B5EF4-FFF2-40B4-BE49-F238E27FC236}">
                      <a16:creationId xmlns:a16="http://schemas.microsoft.com/office/drawing/2014/main" id="{71DA6FCD-FE60-4DB3-B09F-D01D9497CB87}"/>
                    </a:ext>
                  </a:extLst>
                </p:cNvPr>
                <p:cNvSpPr/>
                <p:nvPr/>
              </p:nvSpPr>
              <p:spPr>
                <a:xfrm>
                  <a:off x="6327718" y="1426304"/>
                  <a:ext cx="52324" cy="61113"/>
                </a:xfrm>
                <a:custGeom>
                  <a:avLst/>
                  <a:gdLst>
                    <a:gd name="connsiteX0" fmla="*/ 23628 w 52324"/>
                    <a:gd name="connsiteY0" fmla="*/ 38790 h 61113"/>
                    <a:gd name="connsiteX1" fmla="*/ 18841 w 52324"/>
                    <a:gd name="connsiteY1" fmla="*/ 45395 h 61113"/>
                    <a:gd name="connsiteX2" fmla="*/ 12679 w 52324"/>
                    <a:gd name="connsiteY2" fmla="*/ 50227 h 61113"/>
                    <a:gd name="connsiteX3" fmla="*/ 0 w 52324"/>
                    <a:gd name="connsiteY3" fmla="*/ 53995 h 61113"/>
                    <a:gd name="connsiteX4" fmla="*/ 2970 w 52324"/>
                    <a:gd name="connsiteY4" fmla="*/ 57630 h 61113"/>
                    <a:gd name="connsiteX5" fmla="*/ 7980 w 52324"/>
                    <a:gd name="connsiteY5" fmla="*/ 60778 h 61113"/>
                    <a:gd name="connsiteX6" fmla="*/ 14806 w 52324"/>
                    <a:gd name="connsiteY6" fmla="*/ 60645 h 61113"/>
                    <a:gd name="connsiteX7" fmla="*/ 22742 w 52324"/>
                    <a:gd name="connsiteY7" fmla="*/ 57453 h 61113"/>
                    <a:gd name="connsiteX8" fmla="*/ 26820 w 52324"/>
                    <a:gd name="connsiteY8" fmla="*/ 54793 h 61113"/>
                    <a:gd name="connsiteX9" fmla="*/ 30322 w 52324"/>
                    <a:gd name="connsiteY9" fmla="*/ 51114 h 61113"/>
                    <a:gd name="connsiteX10" fmla="*/ 39809 w 52324"/>
                    <a:gd name="connsiteY10" fmla="*/ 39588 h 61113"/>
                    <a:gd name="connsiteX11" fmla="*/ 47922 w 52324"/>
                    <a:gd name="connsiteY11" fmla="*/ 27086 h 61113"/>
                    <a:gd name="connsiteX12" fmla="*/ 51557 w 52324"/>
                    <a:gd name="connsiteY12" fmla="*/ 18619 h 61113"/>
                    <a:gd name="connsiteX13" fmla="*/ 52266 w 52324"/>
                    <a:gd name="connsiteY13" fmla="*/ 10817 h 61113"/>
                    <a:gd name="connsiteX14" fmla="*/ 46237 w 52324"/>
                    <a:gd name="connsiteY14" fmla="*/ 177 h 61113"/>
                    <a:gd name="connsiteX15" fmla="*/ 45927 w 52324"/>
                    <a:gd name="connsiteY15" fmla="*/ 0 h 61113"/>
                    <a:gd name="connsiteX16" fmla="*/ 40873 w 52324"/>
                    <a:gd name="connsiteY16" fmla="*/ 9841 h 61113"/>
                    <a:gd name="connsiteX17" fmla="*/ 35376 w 52324"/>
                    <a:gd name="connsiteY17" fmla="*/ 19373 h 61113"/>
                    <a:gd name="connsiteX18" fmla="*/ 29524 w 52324"/>
                    <a:gd name="connsiteY18" fmla="*/ 28992 h 61113"/>
                    <a:gd name="connsiteX19" fmla="*/ 23628 w 52324"/>
                    <a:gd name="connsiteY19" fmla="*/ 38790 h 61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2324" h="61113">
                      <a:moveTo>
                        <a:pt x="23628" y="38790"/>
                      </a:moveTo>
                      <a:cubicBezTo>
                        <a:pt x="22254" y="41139"/>
                        <a:pt x="20614" y="43400"/>
                        <a:pt x="18841" y="45395"/>
                      </a:cubicBezTo>
                      <a:cubicBezTo>
                        <a:pt x="17067" y="47434"/>
                        <a:pt x="14806" y="48853"/>
                        <a:pt x="12679" y="50227"/>
                      </a:cubicBezTo>
                      <a:cubicBezTo>
                        <a:pt x="8334" y="52798"/>
                        <a:pt x="4078" y="54438"/>
                        <a:pt x="0" y="53995"/>
                      </a:cubicBezTo>
                      <a:lnTo>
                        <a:pt x="2970" y="57630"/>
                      </a:lnTo>
                      <a:cubicBezTo>
                        <a:pt x="4211" y="59137"/>
                        <a:pt x="5940" y="60246"/>
                        <a:pt x="7980" y="60778"/>
                      </a:cubicBezTo>
                      <a:cubicBezTo>
                        <a:pt x="9974" y="61265"/>
                        <a:pt x="12279" y="61221"/>
                        <a:pt x="14806" y="60645"/>
                      </a:cubicBezTo>
                      <a:cubicBezTo>
                        <a:pt x="17333" y="60069"/>
                        <a:pt x="20037" y="59005"/>
                        <a:pt x="22742" y="57453"/>
                      </a:cubicBezTo>
                      <a:cubicBezTo>
                        <a:pt x="24116" y="56655"/>
                        <a:pt x="25446" y="55768"/>
                        <a:pt x="26820" y="54793"/>
                      </a:cubicBezTo>
                      <a:cubicBezTo>
                        <a:pt x="28017" y="53685"/>
                        <a:pt x="29214" y="52444"/>
                        <a:pt x="30322" y="51114"/>
                      </a:cubicBezTo>
                      <a:cubicBezTo>
                        <a:pt x="33514" y="47301"/>
                        <a:pt x="36839" y="43533"/>
                        <a:pt x="39809" y="39588"/>
                      </a:cubicBezTo>
                      <a:lnTo>
                        <a:pt x="47922" y="27086"/>
                      </a:lnTo>
                      <a:cubicBezTo>
                        <a:pt x="49961" y="24072"/>
                        <a:pt x="50892" y="21323"/>
                        <a:pt x="51557" y="18619"/>
                      </a:cubicBezTo>
                      <a:cubicBezTo>
                        <a:pt x="52222" y="15915"/>
                        <a:pt x="52443" y="13255"/>
                        <a:pt x="52266" y="10817"/>
                      </a:cubicBezTo>
                      <a:cubicBezTo>
                        <a:pt x="51911" y="5985"/>
                        <a:pt x="49784" y="2039"/>
                        <a:pt x="46237" y="177"/>
                      </a:cubicBezTo>
                      <a:lnTo>
                        <a:pt x="45927" y="0"/>
                      </a:lnTo>
                      <a:cubicBezTo>
                        <a:pt x="44375" y="3369"/>
                        <a:pt x="42602" y="6650"/>
                        <a:pt x="40873" y="9841"/>
                      </a:cubicBezTo>
                      <a:cubicBezTo>
                        <a:pt x="39056" y="13033"/>
                        <a:pt x="37504" y="16225"/>
                        <a:pt x="35376" y="19373"/>
                      </a:cubicBezTo>
                      <a:cubicBezTo>
                        <a:pt x="33381" y="22520"/>
                        <a:pt x="31386" y="25712"/>
                        <a:pt x="29524" y="28992"/>
                      </a:cubicBezTo>
                      <a:cubicBezTo>
                        <a:pt x="27884" y="32450"/>
                        <a:pt x="25535" y="35421"/>
                        <a:pt x="23628" y="38790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89" name="Forme libre : forme 25888">
                  <a:extLst>
                    <a:ext uri="{FF2B5EF4-FFF2-40B4-BE49-F238E27FC236}">
                      <a16:creationId xmlns:a16="http://schemas.microsoft.com/office/drawing/2014/main" id="{0BCB1767-6E60-4911-9C46-B8F340E858F4}"/>
                    </a:ext>
                  </a:extLst>
                </p:cNvPr>
                <p:cNvSpPr/>
                <p:nvPr/>
              </p:nvSpPr>
              <p:spPr>
                <a:xfrm>
                  <a:off x="6343394" y="1436624"/>
                  <a:ext cx="22095" cy="27984"/>
                </a:xfrm>
                <a:custGeom>
                  <a:avLst/>
                  <a:gdLst>
                    <a:gd name="connsiteX0" fmla="*/ 19611 w 22095"/>
                    <a:gd name="connsiteY0" fmla="*/ 497 h 27984"/>
                    <a:gd name="connsiteX1" fmla="*/ 22049 w 22095"/>
                    <a:gd name="connsiteY1" fmla="*/ 7235 h 27984"/>
                    <a:gd name="connsiteX2" fmla="*/ 17527 w 22095"/>
                    <a:gd name="connsiteY2" fmla="*/ 18451 h 27984"/>
                    <a:gd name="connsiteX3" fmla="*/ 13405 w 22095"/>
                    <a:gd name="connsiteY3" fmla="*/ 23594 h 27984"/>
                    <a:gd name="connsiteX4" fmla="*/ 8706 w 22095"/>
                    <a:gd name="connsiteY4" fmla="*/ 26741 h 27984"/>
                    <a:gd name="connsiteX5" fmla="*/ 1524 w 22095"/>
                    <a:gd name="connsiteY5" fmla="*/ 27051 h 27984"/>
                    <a:gd name="connsiteX6" fmla="*/ 371 w 22095"/>
                    <a:gd name="connsiteY6" fmla="*/ 20091 h 27984"/>
                    <a:gd name="connsiteX7" fmla="*/ 2189 w 22095"/>
                    <a:gd name="connsiteY7" fmla="*/ 15348 h 27984"/>
                    <a:gd name="connsiteX8" fmla="*/ 4937 w 22095"/>
                    <a:gd name="connsiteY8" fmla="*/ 10028 h 27984"/>
                    <a:gd name="connsiteX9" fmla="*/ 12651 w 22095"/>
                    <a:gd name="connsiteY9" fmla="*/ 2004 h 27984"/>
                    <a:gd name="connsiteX10" fmla="*/ 19611 w 22095"/>
                    <a:gd name="connsiteY10" fmla="*/ 497 h 27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095" h="27984">
                      <a:moveTo>
                        <a:pt x="19611" y="497"/>
                      </a:moveTo>
                      <a:cubicBezTo>
                        <a:pt x="21429" y="1517"/>
                        <a:pt x="22315" y="3999"/>
                        <a:pt x="22049" y="7235"/>
                      </a:cubicBezTo>
                      <a:cubicBezTo>
                        <a:pt x="21606" y="10471"/>
                        <a:pt x="20054" y="14506"/>
                        <a:pt x="17527" y="18451"/>
                      </a:cubicBezTo>
                      <a:cubicBezTo>
                        <a:pt x="16242" y="20402"/>
                        <a:pt x="14956" y="22219"/>
                        <a:pt x="13405" y="23594"/>
                      </a:cubicBezTo>
                      <a:cubicBezTo>
                        <a:pt x="11809" y="24923"/>
                        <a:pt x="10213" y="25987"/>
                        <a:pt x="8706" y="26741"/>
                      </a:cubicBezTo>
                      <a:cubicBezTo>
                        <a:pt x="5691" y="28248"/>
                        <a:pt x="3076" y="28426"/>
                        <a:pt x="1524" y="27051"/>
                      </a:cubicBezTo>
                      <a:cubicBezTo>
                        <a:pt x="-72" y="25677"/>
                        <a:pt x="-338" y="23106"/>
                        <a:pt x="371" y="20091"/>
                      </a:cubicBezTo>
                      <a:cubicBezTo>
                        <a:pt x="726" y="18584"/>
                        <a:pt x="1347" y="16988"/>
                        <a:pt x="2189" y="15348"/>
                      </a:cubicBezTo>
                      <a:cubicBezTo>
                        <a:pt x="2987" y="13663"/>
                        <a:pt x="3785" y="11801"/>
                        <a:pt x="4937" y="10028"/>
                      </a:cubicBezTo>
                      <a:cubicBezTo>
                        <a:pt x="7198" y="6482"/>
                        <a:pt x="9947" y="3733"/>
                        <a:pt x="12651" y="2004"/>
                      </a:cubicBezTo>
                      <a:cubicBezTo>
                        <a:pt x="15267" y="142"/>
                        <a:pt x="17749" y="-567"/>
                        <a:pt x="19611" y="49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90" name="Forme libre : forme 25889">
                  <a:extLst>
                    <a:ext uri="{FF2B5EF4-FFF2-40B4-BE49-F238E27FC236}">
                      <a16:creationId xmlns:a16="http://schemas.microsoft.com/office/drawing/2014/main" id="{F6C08A65-A5CF-402D-9004-255CBDF05CAC}"/>
                    </a:ext>
                  </a:extLst>
                </p:cNvPr>
                <p:cNvSpPr/>
                <p:nvPr/>
              </p:nvSpPr>
              <p:spPr>
                <a:xfrm>
                  <a:off x="6343350" y="1448203"/>
                  <a:ext cx="20940" cy="16345"/>
                </a:xfrm>
                <a:custGeom>
                  <a:avLst/>
                  <a:gdLst>
                    <a:gd name="connsiteX0" fmla="*/ 1080 w 20940"/>
                    <a:gd name="connsiteY0" fmla="*/ 6162 h 16345"/>
                    <a:gd name="connsiteX1" fmla="*/ 1524 w 20940"/>
                    <a:gd name="connsiteY1" fmla="*/ 15427 h 16345"/>
                    <a:gd name="connsiteX2" fmla="*/ 8705 w 20940"/>
                    <a:gd name="connsiteY2" fmla="*/ 15117 h 16345"/>
                    <a:gd name="connsiteX3" fmla="*/ 13404 w 20940"/>
                    <a:gd name="connsiteY3" fmla="*/ 11969 h 16345"/>
                    <a:gd name="connsiteX4" fmla="*/ 17527 w 20940"/>
                    <a:gd name="connsiteY4" fmla="*/ 6827 h 16345"/>
                    <a:gd name="connsiteX5" fmla="*/ 20941 w 20940"/>
                    <a:gd name="connsiteY5" fmla="*/ 0 h 16345"/>
                    <a:gd name="connsiteX6" fmla="*/ 18236 w 20940"/>
                    <a:gd name="connsiteY6" fmla="*/ 3236 h 16345"/>
                    <a:gd name="connsiteX7" fmla="*/ 8927 w 20940"/>
                    <a:gd name="connsiteY7" fmla="*/ 8068 h 16345"/>
                    <a:gd name="connsiteX8" fmla="*/ 1080 w 20940"/>
                    <a:gd name="connsiteY8" fmla="*/ 6162 h 16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940" h="16345">
                      <a:moveTo>
                        <a:pt x="1080" y="6162"/>
                      </a:moveTo>
                      <a:cubicBezTo>
                        <a:pt x="-427" y="10107"/>
                        <a:pt x="-427" y="13743"/>
                        <a:pt x="1524" y="15427"/>
                      </a:cubicBezTo>
                      <a:cubicBezTo>
                        <a:pt x="3120" y="16801"/>
                        <a:pt x="5691" y="16580"/>
                        <a:pt x="8705" y="15117"/>
                      </a:cubicBezTo>
                      <a:cubicBezTo>
                        <a:pt x="10212" y="14363"/>
                        <a:pt x="11809" y="13299"/>
                        <a:pt x="13404" y="11969"/>
                      </a:cubicBezTo>
                      <a:cubicBezTo>
                        <a:pt x="14956" y="10595"/>
                        <a:pt x="16242" y="8778"/>
                        <a:pt x="17527" y="6827"/>
                      </a:cubicBezTo>
                      <a:cubicBezTo>
                        <a:pt x="19034" y="4522"/>
                        <a:pt x="20187" y="2172"/>
                        <a:pt x="20941" y="0"/>
                      </a:cubicBezTo>
                      <a:cubicBezTo>
                        <a:pt x="20143" y="1197"/>
                        <a:pt x="19256" y="2261"/>
                        <a:pt x="18236" y="3236"/>
                      </a:cubicBezTo>
                      <a:cubicBezTo>
                        <a:pt x="15222" y="5763"/>
                        <a:pt x="11941" y="7492"/>
                        <a:pt x="8927" y="8068"/>
                      </a:cubicBezTo>
                      <a:cubicBezTo>
                        <a:pt x="5735" y="8512"/>
                        <a:pt x="2942" y="7935"/>
                        <a:pt x="1080" y="6162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91" name="Forme libre : forme 25890">
                  <a:extLst>
                    <a:ext uri="{FF2B5EF4-FFF2-40B4-BE49-F238E27FC236}">
                      <a16:creationId xmlns:a16="http://schemas.microsoft.com/office/drawing/2014/main" id="{1CC65566-6E1A-463B-AD0A-A9385ED32A7A}"/>
                    </a:ext>
                  </a:extLst>
                </p:cNvPr>
                <p:cNvSpPr/>
                <p:nvPr/>
              </p:nvSpPr>
              <p:spPr>
                <a:xfrm>
                  <a:off x="6345679" y="1436023"/>
                  <a:ext cx="22093" cy="28352"/>
                </a:xfrm>
                <a:custGeom>
                  <a:avLst/>
                  <a:gdLst>
                    <a:gd name="connsiteX0" fmla="*/ 19586 w 22093"/>
                    <a:gd name="connsiteY0" fmla="*/ 477 h 28352"/>
                    <a:gd name="connsiteX1" fmla="*/ 22069 w 22093"/>
                    <a:gd name="connsiteY1" fmla="*/ 7216 h 28352"/>
                    <a:gd name="connsiteX2" fmla="*/ 20695 w 22093"/>
                    <a:gd name="connsiteY2" fmla="*/ 12580 h 28352"/>
                    <a:gd name="connsiteX3" fmla="*/ 17591 w 22093"/>
                    <a:gd name="connsiteY3" fmla="*/ 18520 h 28352"/>
                    <a:gd name="connsiteX4" fmla="*/ 13469 w 22093"/>
                    <a:gd name="connsiteY4" fmla="*/ 23795 h 28352"/>
                    <a:gd name="connsiteX5" fmla="*/ 8814 w 22093"/>
                    <a:gd name="connsiteY5" fmla="*/ 27076 h 28352"/>
                    <a:gd name="connsiteX6" fmla="*/ 1544 w 22093"/>
                    <a:gd name="connsiteY6" fmla="*/ 27475 h 28352"/>
                    <a:gd name="connsiteX7" fmla="*/ 391 w 22093"/>
                    <a:gd name="connsiteY7" fmla="*/ 20515 h 28352"/>
                    <a:gd name="connsiteX8" fmla="*/ 2164 w 22093"/>
                    <a:gd name="connsiteY8" fmla="*/ 15638 h 28352"/>
                    <a:gd name="connsiteX9" fmla="*/ 4913 w 22093"/>
                    <a:gd name="connsiteY9" fmla="*/ 10230 h 28352"/>
                    <a:gd name="connsiteX10" fmla="*/ 8637 w 22093"/>
                    <a:gd name="connsiteY10" fmla="*/ 5442 h 28352"/>
                    <a:gd name="connsiteX11" fmla="*/ 12671 w 22093"/>
                    <a:gd name="connsiteY11" fmla="*/ 1985 h 28352"/>
                    <a:gd name="connsiteX12" fmla="*/ 19586 w 22093"/>
                    <a:gd name="connsiteY12" fmla="*/ 477 h 28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2093" h="28352">
                      <a:moveTo>
                        <a:pt x="19586" y="477"/>
                      </a:moveTo>
                      <a:cubicBezTo>
                        <a:pt x="21448" y="1497"/>
                        <a:pt x="22246" y="3979"/>
                        <a:pt x="22069" y="7216"/>
                      </a:cubicBezTo>
                      <a:cubicBezTo>
                        <a:pt x="22024" y="8812"/>
                        <a:pt x="21448" y="10673"/>
                        <a:pt x="20695" y="12580"/>
                      </a:cubicBezTo>
                      <a:cubicBezTo>
                        <a:pt x="19941" y="14486"/>
                        <a:pt x="18877" y="16525"/>
                        <a:pt x="17591" y="18520"/>
                      </a:cubicBezTo>
                      <a:cubicBezTo>
                        <a:pt x="16306" y="20515"/>
                        <a:pt x="14887" y="22288"/>
                        <a:pt x="13469" y="23795"/>
                      </a:cubicBezTo>
                      <a:cubicBezTo>
                        <a:pt x="12050" y="25303"/>
                        <a:pt x="10277" y="26278"/>
                        <a:pt x="8814" y="27076"/>
                      </a:cubicBezTo>
                      <a:cubicBezTo>
                        <a:pt x="5755" y="28583"/>
                        <a:pt x="3140" y="28805"/>
                        <a:pt x="1544" y="27475"/>
                      </a:cubicBezTo>
                      <a:cubicBezTo>
                        <a:pt x="-52" y="26145"/>
                        <a:pt x="-363" y="23529"/>
                        <a:pt x="391" y="20515"/>
                      </a:cubicBezTo>
                      <a:cubicBezTo>
                        <a:pt x="701" y="18963"/>
                        <a:pt x="1455" y="17456"/>
                        <a:pt x="2164" y="15638"/>
                      </a:cubicBezTo>
                      <a:cubicBezTo>
                        <a:pt x="2829" y="13865"/>
                        <a:pt x="3760" y="12003"/>
                        <a:pt x="4913" y="10230"/>
                      </a:cubicBezTo>
                      <a:cubicBezTo>
                        <a:pt x="6065" y="8413"/>
                        <a:pt x="7307" y="6817"/>
                        <a:pt x="8637" y="5442"/>
                      </a:cubicBezTo>
                      <a:cubicBezTo>
                        <a:pt x="9967" y="4068"/>
                        <a:pt x="11385" y="2960"/>
                        <a:pt x="12671" y="1985"/>
                      </a:cubicBezTo>
                      <a:cubicBezTo>
                        <a:pt x="15198" y="123"/>
                        <a:pt x="17725" y="-542"/>
                        <a:pt x="19586" y="47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92" name="Forme libre : forme 25891">
                  <a:extLst>
                    <a:ext uri="{FF2B5EF4-FFF2-40B4-BE49-F238E27FC236}">
                      <a16:creationId xmlns:a16="http://schemas.microsoft.com/office/drawing/2014/main" id="{0AFAB683-E3A5-4AAF-82BF-2836C164F5E6}"/>
                    </a:ext>
                  </a:extLst>
                </p:cNvPr>
                <p:cNvSpPr/>
                <p:nvPr/>
              </p:nvSpPr>
              <p:spPr>
                <a:xfrm>
                  <a:off x="6329548" y="1446384"/>
                  <a:ext cx="40432" cy="32319"/>
                </a:xfrm>
                <a:custGeom>
                  <a:avLst/>
                  <a:gdLst>
                    <a:gd name="connsiteX0" fmla="*/ 6637 w 40432"/>
                    <a:gd name="connsiteY0" fmla="*/ 27886 h 32319"/>
                    <a:gd name="connsiteX1" fmla="*/ 12267 w 40432"/>
                    <a:gd name="connsiteY1" fmla="*/ 32097 h 32319"/>
                    <a:gd name="connsiteX2" fmla="*/ 20911 w 40432"/>
                    <a:gd name="connsiteY2" fmla="*/ 30767 h 32319"/>
                    <a:gd name="connsiteX3" fmla="*/ 29733 w 40432"/>
                    <a:gd name="connsiteY3" fmla="*/ 24206 h 32319"/>
                    <a:gd name="connsiteX4" fmla="*/ 36117 w 40432"/>
                    <a:gd name="connsiteY4" fmla="*/ 16936 h 32319"/>
                    <a:gd name="connsiteX5" fmla="*/ 39885 w 40432"/>
                    <a:gd name="connsiteY5" fmla="*/ 8469 h 32319"/>
                    <a:gd name="connsiteX6" fmla="*/ 37181 w 40432"/>
                    <a:gd name="connsiteY6" fmla="*/ 1 h 32319"/>
                    <a:gd name="connsiteX7" fmla="*/ 30930 w 40432"/>
                    <a:gd name="connsiteY7" fmla="*/ 3105 h 32319"/>
                    <a:gd name="connsiteX8" fmla="*/ 16301 w 40432"/>
                    <a:gd name="connsiteY8" fmla="*/ 9666 h 32319"/>
                    <a:gd name="connsiteX9" fmla="*/ 7967 w 40432"/>
                    <a:gd name="connsiteY9" fmla="*/ 11128 h 32319"/>
                    <a:gd name="connsiteX10" fmla="*/ 697 w 40432"/>
                    <a:gd name="connsiteY10" fmla="*/ 16138 h 32319"/>
                    <a:gd name="connsiteX11" fmla="*/ 6637 w 40432"/>
                    <a:gd name="connsiteY11" fmla="*/ 27886 h 32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0432" h="32319">
                      <a:moveTo>
                        <a:pt x="6637" y="27886"/>
                      </a:moveTo>
                      <a:cubicBezTo>
                        <a:pt x="8189" y="29659"/>
                        <a:pt x="9740" y="31476"/>
                        <a:pt x="12267" y="32097"/>
                      </a:cubicBezTo>
                      <a:cubicBezTo>
                        <a:pt x="14661" y="32673"/>
                        <a:pt x="17720" y="32097"/>
                        <a:pt x="20911" y="30767"/>
                      </a:cubicBezTo>
                      <a:cubicBezTo>
                        <a:pt x="23882" y="29171"/>
                        <a:pt x="26940" y="26822"/>
                        <a:pt x="29733" y="24206"/>
                      </a:cubicBezTo>
                      <a:cubicBezTo>
                        <a:pt x="31994" y="21990"/>
                        <a:pt x="34521" y="19729"/>
                        <a:pt x="36117" y="16936"/>
                      </a:cubicBezTo>
                      <a:cubicBezTo>
                        <a:pt x="37757" y="14187"/>
                        <a:pt x="39131" y="11306"/>
                        <a:pt x="39885" y="8469"/>
                      </a:cubicBezTo>
                      <a:cubicBezTo>
                        <a:pt x="41082" y="4213"/>
                        <a:pt x="40373" y="-87"/>
                        <a:pt x="37181" y="1"/>
                      </a:cubicBezTo>
                      <a:cubicBezTo>
                        <a:pt x="35230" y="46"/>
                        <a:pt x="33014" y="1730"/>
                        <a:pt x="30930" y="3105"/>
                      </a:cubicBezTo>
                      <a:cubicBezTo>
                        <a:pt x="26009" y="6385"/>
                        <a:pt x="21443" y="8868"/>
                        <a:pt x="16301" y="9666"/>
                      </a:cubicBezTo>
                      <a:cubicBezTo>
                        <a:pt x="14217" y="10065"/>
                        <a:pt x="10937" y="10331"/>
                        <a:pt x="7967" y="11128"/>
                      </a:cubicBezTo>
                      <a:cubicBezTo>
                        <a:pt x="4952" y="11926"/>
                        <a:pt x="2425" y="13478"/>
                        <a:pt x="697" y="16138"/>
                      </a:cubicBezTo>
                      <a:cubicBezTo>
                        <a:pt x="-2141" y="21103"/>
                        <a:pt x="4465" y="25447"/>
                        <a:pt x="6637" y="2788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93" name="Forme libre : forme 25892">
                  <a:extLst>
                    <a:ext uri="{FF2B5EF4-FFF2-40B4-BE49-F238E27FC236}">
                      <a16:creationId xmlns:a16="http://schemas.microsoft.com/office/drawing/2014/main" id="{6F440E52-C756-4546-87BA-F24DA310BCBD}"/>
                    </a:ext>
                  </a:extLst>
                </p:cNvPr>
                <p:cNvSpPr/>
                <p:nvPr/>
              </p:nvSpPr>
              <p:spPr>
                <a:xfrm>
                  <a:off x="6335345" y="1452296"/>
                  <a:ext cx="6829" cy="13015"/>
                </a:xfrm>
                <a:custGeom>
                  <a:avLst/>
                  <a:gdLst>
                    <a:gd name="connsiteX0" fmla="*/ 130 w 6829"/>
                    <a:gd name="connsiteY0" fmla="*/ 11068 h 13015"/>
                    <a:gd name="connsiteX1" fmla="*/ 750 w 6829"/>
                    <a:gd name="connsiteY1" fmla="*/ 12664 h 13015"/>
                    <a:gd name="connsiteX2" fmla="*/ 2613 w 6829"/>
                    <a:gd name="connsiteY2" fmla="*/ 12753 h 13015"/>
                    <a:gd name="connsiteX3" fmla="*/ 4031 w 6829"/>
                    <a:gd name="connsiteY3" fmla="*/ 10935 h 13015"/>
                    <a:gd name="connsiteX4" fmla="*/ 6336 w 6829"/>
                    <a:gd name="connsiteY4" fmla="*/ 5704 h 13015"/>
                    <a:gd name="connsiteX5" fmla="*/ 6824 w 6829"/>
                    <a:gd name="connsiteY5" fmla="*/ 3576 h 13015"/>
                    <a:gd name="connsiteX6" fmla="*/ 2036 w 6829"/>
                    <a:gd name="connsiteY6" fmla="*/ 1759 h 13015"/>
                    <a:gd name="connsiteX7" fmla="*/ 130 w 6829"/>
                    <a:gd name="connsiteY7" fmla="*/ 11068 h 13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29" h="13015">
                      <a:moveTo>
                        <a:pt x="130" y="11068"/>
                      </a:moveTo>
                      <a:cubicBezTo>
                        <a:pt x="219" y="11689"/>
                        <a:pt x="352" y="12309"/>
                        <a:pt x="750" y="12664"/>
                      </a:cubicBezTo>
                      <a:cubicBezTo>
                        <a:pt x="1150" y="13019"/>
                        <a:pt x="1948" y="13196"/>
                        <a:pt x="2613" y="12753"/>
                      </a:cubicBezTo>
                      <a:cubicBezTo>
                        <a:pt x="3233" y="12354"/>
                        <a:pt x="3632" y="11644"/>
                        <a:pt x="4031" y="10935"/>
                      </a:cubicBezTo>
                      <a:cubicBezTo>
                        <a:pt x="4962" y="9206"/>
                        <a:pt x="5760" y="7433"/>
                        <a:pt x="6336" y="5704"/>
                      </a:cubicBezTo>
                      <a:cubicBezTo>
                        <a:pt x="6602" y="4995"/>
                        <a:pt x="6824" y="4241"/>
                        <a:pt x="6824" y="3576"/>
                      </a:cubicBezTo>
                      <a:cubicBezTo>
                        <a:pt x="6957" y="739"/>
                        <a:pt x="4386" y="-1832"/>
                        <a:pt x="2036" y="1759"/>
                      </a:cubicBezTo>
                      <a:cubicBezTo>
                        <a:pt x="219" y="4551"/>
                        <a:pt x="-269" y="8408"/>
                        <a:pt x="130" y="1106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94" name="Forme libre : forme 25893">
                  <a:extLst>
                    <a:ext uri="{FF2B5EF4-FFF2-40B4-BE49-F238E27FC236}">
                      <a16:creationId xmlns:a16="http://schemas.microsoft.com/office/drawing/2014/main" id="{779A3882-20D0-4964-9C63-904BEC4BFB9D}"/>
                    </a:ext>
                  </a:extLst>
                </p:cNvPr>
                <p:cNvSpPr/>
                <p:nvPr/>
              </p:nvSpPr>
              <p:spPr>
                <a:xfrm>
                  <a:off x="6371561" y="1427678"/>
                  <a:ext cx="6303" cy="24914"/>
                </a:xfrm>
                <a:custGeom>
                  <a:avLst/>
                  <a:gdLst>
                    <a:gd name="connsiteX0" fmla="*/ 0 w 6303"/>
                    <a:gd name="connsiteY0" fmla="*/ 0 h 24914"/>
                    <a:gd name="connsiteX1" fmla="*/ 4566 w 6303"/>
                    <a:gd name="connsiteY1" fmla="*/ 4876 h 24914"/>
                    <a:gd name="connsiteX2" fmla="*/ 6295 w 6303"/>
                    <a:gd name="connsiteY2" fmla="*/ 12413 h 24914"/>
                    <a:gd name="connsiteX3" fmla="*/ 5852 w 6303"/>
                    <a:gd name="connsiteY3" fmla="*/ 17910 h 24914"/>
                    <a:gd name="connsiteX4" fmla="*/ 3724 w 6303"/>
                    <a:gd name="connsiteY4" fmla="*/ 24914 h 24914"/>
                    <a:gd name="connsiteX5" fmla="*/ 4611 w 6303"/>
                    <a:gd name="connsiteY5" fmla="*/ 22121 h 24914"/>
                    <a:gd name="connsiteX6" fmla="*/ 5320 w 6303"/>
                    <a:gd name="connsiteY6" fmla="*/ 15693 h 24914"/>
                    <a:gd name="connsiteX7" fmla="*/ 0 w 6303"/>
                    <a:gd name="connsiteY7" fmla="*/ 0 h 24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03" h="24914">
                      <a:moveTo>
                        <a:pt x="0" y="0"/>
                      </a:moveTo>
                      <a:cubicBezTo>
                        <a:pt x="0" y="0"/>
                        <a:pt x="2704" y="1197"/>
                        <a:pt x="4566" y="4876"/>
                      </a:cubicBezTo>
                      <a:cubicBezTo>
                        <a:pt x="5497" y="6694"/>
                        <a:pt x="6206" y="9177"/>
                        <a:pt x="6295" y="12413"/>
                      </a:cubicBezTo>
                      <a:cubicBezTo>
                        <a:pt x="6340" y="14053"/>
                        <a:pt x="6206" y="15871"/>
                        <a:pt x="5852" y="17910"/>
                      </a:cubicBezTo>
                      <a:cubicBezTo>
                        <a:pt x="5497" y="19949"/>
                        <a:pt x="5009" y="22165"/>
                        <a:pt x="3724" y="24914"/>
                      </a:cubicBezTo>
                      <a:cubicBezTo>
                        <a:pt x="3724" y="24914"/>
                        <a:pt x="4123" y="23850"/>
                        <a:pt x="4611" y="22121"/>
                      </a:cubicBezTo>
                      <a:cubicBezTo>
                        <a:pt x="4965" y="20481"/>
                        <a:pt x="5231" y="18220"/>
                        <a:pt x="5320" y="15693"/>
                      </a:cubicBezTo>
                      <a:cubicBezTo>
                        <a:pt x="5364" y="10640"/>
                        <a:pt x="4345" y="447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95" name="Forme libre : forme 25894">
                  <a:extLst>
                    <a:ext uri="{FF2B5EF4-FFF2-40B4-BE49-F238E27FC236}">
                      <a16:creationId xmlns:a16="http://schemas.microsoft.com/office/drawing/2014/main" id="{2540B6B3-4188-47AD-B53E-852BED94CB6A}"/>
                    </a:ext>
                  </a:extLst>
                </p:cNvPr>
                <p:cNvSpPr/>
                <p:nvPr/>
              </p:nvSpPr>
              <p:spPr>
                <a:xfrm>
                  <a:off x="6323320" y="1451085"/>
                  <a:ext cx="6436" cy="24648"/>
                </a:xfrm>
                <a:custGeom>
                  <a:avLst/>
                  <a:gdLst>
                    <a:gd name="connsiteX0" fmla="*/ 6437 w 6436"/>
                    <a:gd name="connsiteY0" fmla="*/ 0 h 24648"/>
                    <a:gd name="connsiteX1" fmla="*/ 4929 w 6436"/>
                    <a:gd name="connsiteY1" fmla="*/ 2305 h 24648"/>
                    <a:gd name="connsiteX2" fmla="*/ 1915 w 6436"/>
                    <a:gd name="connsiteY2" fmla="*/ 7935 h 24648"/>
                    <a:gd name="connsiteX3" fmla="*/ 9 w 6436"/>
                    <a:gd name="connsiteY3" fmla="*/ 15693 h 24648"/>
                    <a:gd name="connsiteX4" fmla="*/ 2269 w 6436"/>
                    <a:gd name="connsiteY4" fmla="*/ 24648 h 24648"/>
                    <a:gd name="connsiteX5" fmla="*/ 1693 w 6436"/>
                    <a:gd name="connsiteY5" fmla="*/ 22609 h 24648"/>
                    <a:gd name="connsiteX6" fmla="*/ 1073 w 6436"/>
                    <a:gd name="connsiteY6" fmla="*/ 17067 h 24648"/>
                    <a:gd name="connsiteX7" fmla="*/ 2181 w 6436"/>
                    <a:gd name="connsiteY7" fmla="*/ 9310 h 24648"/>
                    <a:gd name="connsiteX8" fmla="*/ 3954 w 6436"/>
                    <a:gd name="connsiteY8" fmla="*/ 4965 h 24648"/>
                    <a:gd name="connsiteX9" fmla="*/ 6437 w 6436"/>
                    <a:gd name="connsiteY9" fmla="*/ 0 h 24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436" h="24648">
                      <a:moveTo>
                        <a:pt x="6437" y="0"/>
                      </a:moveTo>
                      <a:cubicBezTo>
                        <a:pt x="6437" y="0"/>
                        <a:pt x="5772" y="842"/>
                        <a:pt x="4929" y="2305"/>
                      </a:cubicBezTo>
                      <a:cubicBezTo>
                        <a:pt x="4176" y="3857"/>
                        <a:pt x="2934" y="5719"/>
                        <a:pt x="1915" y="7935"/>
                      </a:cubicBezTo>
                      <a:cubicBezTo>
                        <a:pt x="895" y="10196"/>
                        <a:pt x="97" y="12812"/>
                        <a:pt x="9" y="15693"/>
                      </a:cubicBezTo>
                      <a:cubicBezTo>
                        <a:pt x="-80" y="18530"/>
                        <a:pt x="496" y="21678"/>
                        <a:pt x="2269" y="24648"/>
                      </a:cubicBezTo>
                      <a:cubicBezTo>
                        <a:pt x="2269" y="24648"/>
                        <a:pt x="2003" y="23939"/>
                        <a:pt x="1693" y="22609"/>
                      </a:cubicBezTo>
                      <a:cubicBezTo>
                        <a:pt x="1383" y="21279"/>
                        <a:pt x="1117" y="19373"/>
                        <a:pt x="1073" y="17067"/>
                      </a:cubicBezTo>
                      <a:cubicBezTo>
                        <a:pt x="1073" y="14762"/>
                        <a:pt x="1339" y="12147"/>
                        <a:pt x="2181" y="9310"/>
                      </a:cubicBezTo>
                      <a:cubicBezTo>
                        <a:pt x="2624" y="7891"/>
                        <a:pt x="3200" y="6428"/>
                        <a:pt x="3954" y="4965"/>
                      </a:cubicBezTo>
                      <a:cubicBezTo>
                        <a:pt x="4663" y="3414"/>
                        <a:pt x="5417" y="1685"/>
                        <a:pt x="64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96" name="Forme libre : forme 25895">
                  <a:extLst>
                    <a:ext uri="{FF2B5EF4-FFF2-40B4-BE49-F238E27FC236}">
                      <a16:creationId xmlns:a16="http://schemas.microsoft.com/office/drawing/2014/main" id="{B91E89CD-A6A5-4A86-A905-C8EADB17B30C}"/>
                    </a:ext>
                  </a:extLst>
                </p:cNvPr>
                <p:cNvSpPr/>
                <p:nvPr/>
              </p:nvSpPr>
              <p:spPr>
                <a:xfrm>
                  <a:off x="6349112" y="1441561"/>
                  <a:ext cx="8873" cy="9470"/>
                </a:xfrm>
                <a:custGeom>
                  <a:avLst/>
                  <a:gdLst>
                    <a:gd name="connsiteX0" fmla="*/ 8662 w 8873"/>
                    <a:gd name="connsiteY0" fmla="*/ 524 h 9470"/>
                    <a:gd name="connsiteX1" fmla="*/ 5692 w 8873"/>
                    <a:gd name="connsiteY1" fmla="*/ 6997 h 9470"/>
                    <a:gd name="connsiteX2" fmla="*/ 195 w 8873"/>
                    <a:gd name="connsiteY2" fmla="*/ 8859 h 9470"/>
                    <a:gd name="connsiteX3" fmla="*/ 3076 w 8873"/>
                    <a:gd name="connsiteY3" fmla="*/ 2519 h 9470"/>
                    <a:gd name="connsiteX4" fmla="*/ 8662 w 8873"/>
                    <a:gd name="connsiteY4" fmla="*/ 524 h 9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73" h="9470">
                      <a:moveTo>
                        <a:pt x="8662" y="524"/>
                      </a:moveTo>
                      <a:cubicBezTo>
                        <a:pt x="9416" y="1721"/>
                        <a:pt x="8086" y="4647"/>
                        <a:pt x="5692" y="6997"/>
                      </a:cubicBezTo>
                      <a:cubicBezTo>
                        <a:pt x="3342" y="9346"/>
                        <a:pt x="904" y="10144"/>
                        <a:pt x="195" y="8859"/>
                      </a:cubicBezTo>
                      <a:cubicBezTo>
                        <a:pt x="-514" y="7573"/>
                        <a:pt x="771" y="4780"/>
                        <a:pt x="3076" y="2519"/>
                      </a:cubicBezTo>
                      <a:cubicBezTo>
                        <a:pt x="5382" y="258"/>
                        <a:pt x="7909" y="-673"/>
                        <a:pt x="8662" y="52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97" name="Forme libre : forme 25896">
                  <a:extLst>
                    <a:ext uri="{FF2B5EF4-FFF2-40B4-BE49-F238E27FC236}">
                      <a16:creationId xmlns:a16="http://schemas.microsoft.com/office/drawing/2014/main" id="{2A547FED-53D8-4DBF-B218-C0D06C5087ED}"/>
                    </a:ext>
                  </a:extLst>
                </p:cNvPr>
                <p:cNvSpPr/>
                <p:nvPr/>
              </p:nvSpPr>
              <p:spPr>
                <a:xfrm>
                  <a:off x="6355950" y="1440225"/>
                  <a:ext cx="2599" cy="2942"/>
                </a:xfrm>
                <a:custGeom>
                  <a:avLst/>
                  <a:gdLst>
                    <a:gd name="connsiteX0" fmla="*/ 2178 w 2599"/>
                    <a:gd name="connsiteY0" fmla="*/ 88 h 2942"/>
                    <a:gd name="connsiteX1" fmla="*/ 2222 w 2599"/>
                    <a:gd name="connsiteY1" fmla="*/ 1994 h 2942"/>
                    <a:gd name="connsiteX2" fmla="*/ 405 w 2599"/>
                    <a:gd name="connsiteY2" fmla="*/ 2836 h 2942"/>
                    <a:gd name="connsiteX3" fmla="*/ 360 w 2599"/>
                    <a:gd name="connsiteY3" fmla="*/ 930 h 2942"/>
                    <a:gd name="connsiteX4" fmla="*/ 2178 w 2599"/>
                    <a:gd name="connsiteY4" fmla="*/ 88 h 2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9" h="2942">
                      <a:moveTo>
                        <a:pt x="2178" y="88"/>
                      </a:moveTo>
                      <a:cubicBezTo>
                        <a:pt x="2710" y="398"/>
                        <a:pt x="2754" y="1240"/>
                        <a:pt x="2222" y="1994"/>
                      </a:cubicBezTo>
                      <a:cubicBezTo>
                        <a:pt x="1735" y="2748"/>
                        <a:pt x="937" y="3147"/>
                        <a:pt x="405" y="2836"/>
                      </a:cubicBezTo>
                      <a:cubicBezTo>
                        <a:pt x="-127" y="2526"/>
                        <a:pt x="-127" y="1684"/>
                        <a:pt x="360" y="930"/>
                      </a:cubicBezTo>
                      <a:cubicBezTo>
                        <a:pt x="848" y="177"/>
                        <a:pt x="1690" y="-178"/>
                        <a:pt x="2178" y="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98" name="Forme libre : forme 25897">
                  <a:extLst>
                    <a:ext uri="{FF2B5EF4-FFF2-40B4-BE49-F238E27FC236}">
                      <a16:creationId xmlns:a16="http://schemas.microsoft.com/office/drawing/2014/main" id="{11AD669C-52C5-4D80-97DE-A8CEE20B608A}"/>
                    </a:ext>
                  </a:extLst>
                </p:cNvPr>
                <p:cNvSpPr/>
                <p:nvPr/>
              </p:nvSpPr>
              <p:spPr>
                <a:xfrm>
                  <a:off x="6339731" y="1425709"/>
                  <a:ext cx="28045" cy="18954"/>
                </a:xfrm>
                <a:custGeom>
                  <a:avLst/>
                  <a:gdLst>
                    <a:gd name="connsiteX0" fmla="*/ 16801 w 28045"/>
                    <a:gd name="connsiteY0" fmla="*/ 63 h 18954"/>
                    <a:gd name="connsiteX1" fmla="*/ 26377 w 28045"/>
                    <a:gd name="connsiteY1" fmla="*/ 2545 h 18954"/>
                    <a:gd name="connsiteX2" fmla="*/ 27840 w 28045"/>
                    <a:gd name="connsiteY2" fmla="*/ 6003 h 18954"/>
                    <a:gd name="connsiteX3" fmla="*/ 24426 w 28045"/>
                    <a:gd name="connsiteY3" fmla="*/ 8264 h 18954"/>
                    <a:gd name="connsiteX4" fmla="*/ 13210 w 28045"/>
                    <a:gd name="connsiteY4" fmla="*/ 10436 h 18954"/>
                    <a:gd name="connsiteX5" fmla="*/ 133 w 28045"/>
                    <a:gd name="connsiteY5" fmla="*/ 18017 h 18954"/>
                    <a:gd name="connsiteX6" fmla="*/ 2837 w 28045"/>
                    <a:gd name="connsiteY6" fmla="*/ 10392 h 18954"/>
                    <a:gd name="connsiteX7" fmla="*/ 5896 w 28045"/>
                    <a:gd name="connsiteY7" fmla="*/ 6668 h 18954"/>
                    <a:gd name="connsiteX8" fmla="*/ 8555 w 28045"/>
                    <a:gd name="connsiteY8" fmla="*/ 3742 h 18954"/>
                    <a:gd name="connsiteX9" fmla="*/ 16801 w 28045"/>
                    <a:gd name="connsiteY9" fmla="*/ 63 h 1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045" h="18954">
                      <a:moveTo>
                        <a:pt x="16801" y="63"/>
                      </a:moveTo>
                      <a:cubicBezTo>
                        <a:pt x="20392" y="-292"/>
                        <a:pt x="23539" y="905"/>
                        <a:pt x="26377" y="2545"/>
                      </a:cubicBezTo>
                      <a:cubicBezTo>
                        <a:pt x="27440" y="3166"/>
                        <a:pt x="28504" y="4318"/>
                        <a:pt x="27840" y="6003"/>
                      </a:cubicBezTo>
                      <a:cubicBezTo>
                        <a:pt x="27219" y="7510"/>
                        <a:pt x="25667" y="8086"/>
                        <a:pt x="24426" y="8264"/>
                      </a:cubicBezTo>
                      <a:cubicBezTo>
                        <a:pt x="20658" y="8707"/>
                        <a:pt x="16978" y="8042"/>
                        <a:pt x="13210" y="10436"/>
                      </a:cubicBezTo>
                      <a:cubicBezTo>
                        <a:pt x="10728" y="11855"/>
                        <a:pt x="1197" y="22051"/>
                        <a:pt x="133" y="18017"/>
                      </a:cubicBezTo>
                      <a:cubicBezTo>
                        <a:pt x="-444" y="16022"/>
                        <a:pt x="931" y="13096"/>
                        <a:pt x="2837" y="10392"/>
                      </a:cubicBezTo>
                      <a:cubicBezTo>
                        <a:pt x="3768" y="9017"/>
                        <a:pt x="4876" y="7776"/>
                        <a:pt x="5896" y="6668"/>
                      </a:cubicBezTo>
                      <a:cubicBezTo>
                        <a:pt x="6915" y="5382"/>
                        <a:pt x="7846" y="4318"/>
                        <a:pt x="8555" y="3742"/>
                      </a:cubicBezTo>
                      <a:cubicBezTo>
                        <a:pt x="11171" y="1526"/>
                        <a:pt x="14141" y="329"/>
                        <a:pt x="16801" y="6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07" name="Graphique 2">
                <a:extLst>
                  <a:ext uri="{FF2B5EF4-FFF2-40B4-BE49-F238E27FC236}">
                    <a16:creationId xmlns:a16="http://schemas.microsoft.com/office/drawing/2014/main" id="{28053A9F-094D-4627-A208-F7F5FE546EDF}"/>
                  </a:ext>
                </a:extLst>
              </p:cNvPr>
              <p:cNvGrpSpPr/>
              <p:nvPr/>
            </p:nvGrpSpPr>
            <p:grpSpPr>
              <a:xfrm>
                <a:off x="6357802" y="1357783"/>
                <a:ext cx="55955" cy="69955"/>
                <a:chOff x="6357802" y="1357783"/>
                <a:chExt cx="55955" cy="69955"/>
              </a:xfrm>
              <a:solidFill>
                <a:schemeClr val="accent1"/>
              </a:solidFill>
            </p:grpSpPr>
            <p:sp>
              <p:nvSpPr>
                <p:cNvPr id="25875" name="Forme libre : forme 25874">
                  <a:extLst>
                    <a:ext uri="{FF2B5EF4-FFF2-40B4-BE49-F238E27FC236}">
                      <a16:creationId xmlns:a16="http://schemas.microsoft.com/office/drawing/2014/main" id="{5AAEA871-4121-4537-A596-BA8F3A730309}"/>
                    </a:ext>
                  </a:extLst>
                </p:cNvPr>
                <p:cNvSpPr/>
                <p:nvPr/>
              </p:nvSpPr>
              <p:spPr>
                <a:xfrm>
                  <a:off x="6357802" y="1357783"/>
                  <a:ext cx="55955" cy="69955"/>
                </a:xfrm>
                <a:custGeom>
                  <a:avLst/>
                  <a:gdLst>
                    <a:gd name="connsiteX0" fmla="*/ 52060 w 55955"/>
                    <a:gd name="connsiteY0" fmla="*/ 33810 h 69955"/>
                    <a:gd name="connsiteX1" fmla="*/ 45854 w 55955"/>
                    <a:gd name="connsiteY1" fmla="*/ 44893 h 69955"/>
                    <a:gd name="connsiteX2" fmla="*/ 39692 w 55955"/>
                    <a:gd name="connsiteY2" fmla="*/ 56153 h 69955"/>
                    <a:gd name="connsiteX3" fmla="*/ 16197 w 55955"/>
                    <a:gd name="connsiteY3" fmla="*/ 68787 h 69955"/>
                    <a:gd name="connsiteX4" fmla="*/ 6311 w 55955"/>
                    <a:gd name="connsiteY4" fmla="*/ 63556 h 69955"/>
                    <a:gd name="connsiteX5" fmla="*/ 3518 w 55955"/>
                    <a:gd name="connsiteY5" fmla="*/ 37002 h 69955"/>
                    <a:gd name="connsiteX6" fmla="*/ 9636 w 55955"/>
                    <a:gd name="connsiteY6" fmla="*/ 25298 h 69955"/>
                    <a:gd name="connsiteX7" fmla="*/ 15975 w 55955"/>
                    <a:gd name="connsiteY7" fmla="*/ 13551 h 69955"/>
                    <a:gd name="connsiteX8" fmla="*/ 27856 w 55955"/>
                    <a:gd name="connsiteY8" fmla="*/ 1714 h 69955"/>
                    <a:gd name="connsiteX9" fmla="*/ 40446 w 55955"/>
                    <a:gd name="connsiteY9" fmla="*/ 1581 h 69955"/>
                    <a:gd name="connsiteX10" fmla="*/ 50199 w 55955"/>
                    <a:gd name="connsiteY10" fmla="*/ 7699 h 69955"/>
                    <a:gd name="connsiteX11" fmla="*/ 55917 w 55955"/>
                    <a:gd name="connsiteY11" fmla="*/ 18649 h 69955"/>
                    <a:gd name="connsiteX12" fmla="*/ 52060 w 55955"/>
                    <a:gd name="connsiteY12" fmla="*/ 33810 h 69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955" h="69955">
                      <a:moveTo>
                        <a:pt x="52060" y="33810"/>
                      </a:moveTo>
                      <a:cubicBezTo>
                        <a:pt x="49933" y="37356"/>
                        <a:pt x="47938" y="41169"/>
                        <a:pt x="45854" y="44893"/>
                      </a:cubicBezTo>
                      <a:lnTo>
                        <a:pt x="39692" y="56153"/>
                      </a:lnTo>
                      <a:cubicBezTo>
                        <a:pt x="33973" y="66748"/>
                        <a:pt x="23290" y="72600"/>
                        <a:pt x="16197" y="68787"/>
                      </a:cubicBezTo>
                      <a:lnTo>
                        <a:pt x="6311" y="63556"/>
                      </a:lnTo>
                      <a:cubicBezTo>
                        <a:pt x="-782" y="59699"/>
                        <a:pt x="-2156" y="47952"/>
                        <a:pt x="3518" y="37002"/>
                      </a:cubicBezTo>
                      <a:lnTo>
                        <a:pt x="9636" y="25298"/>
                      </a:lnTo>
                      <a:cubicBezTo>
                        <a:pt x="11764" y="21397"/>
                        <a:pt x="13714" y="17496"/>
                        <a:pt x="15975" y="13551"/>
                      </a:cubicBezTo>
                      <a:cubicBezTo>
                        <a:pt x="19123" y="8054"/>
                        <a:pt x="23245" y="3842"/>
                        <a:pt x="27856" y="1714"/>
                      </a:cubicBezTo>
                      <a:cubicBezTo>
                        <a:pt x="32378" y="-458"/>
                        <a:pt x="36899" y="-635"/>
                        <a:pt x="40446" y="1581"/>
                      </a:cubicBezTo>
                      <a:lnTo>
                        <a:pt x="50199" y="7699"/>
                      </a:lnTo>
                      <a:cubicBezTo>
                        <a:pt x="53701" y="9915"/>
                        <a:pt x="55651" y="13994"/>
                        <a:pt x="55917" y="18649"/>
                      </a:cubicBezTo>
                      <a:cubicBezTo>
                        <a:pt x="56183" y="23215"/>
                        <a:pt x="55075" y="28756"/>
                        <a:pt x="52060" y="33810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76" name="Forme libre : forme 25875">
                  <a:extLst>
                    <a:ext uri="{FF2B5EF4-FFF2-40B4-BE49-F238E27FC236}">
                      <a16:creationId xmlns:a16="http://schemas.microsoft.com/office/drawing/2014/main" id="{E4C94D3E-AB15-4E2E-B8FF-F96CDCAD3AA9}"/>
                    </a:ext>
                  </a:extLst>
                </p:cNvPr>
                <p:cNvSpPr/>
                <p:nvPr/>
              </p:nvSpPr>
              <p:spPr>
                <a:xfrm>
                  <a:off x="6369743" y="1365172"/>
                  <a:ext cx="44013" cy="62495"/>
                </a:xfrm>
                <a:custGeom>
                  <a:avLst/>
                  <a:gdLst>
                    <a:gd name="connsiteX0" fmla="*/ 18043 w 44013"/>
                    <a:gd name="connsiteY0" fmla="*/ 38346 h 62495"/>
                    <a:gd name="connsiteX1" fmla="*/ 0 w 44013"/>
                    <a:gd name="connsiteY1" fmla="*/ 59049 h 62495"/>
                    <a:gd name="connsiteX2" fmla="*/ 4256 w 44013"/>
                    <a:gd name="connsiteY2" fmla="*/ 61310 h 62495"/>
                    <a:gd name="connsiteX3" fmla="*/ 27751 w 44013"/>
                    <a:gd name="connsiteY3" fmla="*/ 48675 h 62495"/>
                    <a:gd name="connsiteX4" fmla="*/ 33913 w 44013"/>
                    <a:gd name="connsiteY4" fmla="*/ 37415 h 62495"/>
                    <a:gd name="connsiteX5" fmla="*/ 40119 w 44013"/>
                    <a:gd name="connsiteY5" fmla="*/ 26333 h 62495"/>
                    <a:gd name="connsiteX6" fmla="*/ 43976 w 44013"/>
                    <a:gd name="connsiteY6" fmla="*/ 11127 h 62495"/>
                    <a:gd name="connsiteX7" fmla="*/ 38258 w 44013"/>
                    <a:gd name="connsiteY7" fmla="*/ 177 h 62495"/>
                    <a:gd name="connsiteX8" fmla="*/ 37947 w 44013"/>
                    <a:gd name="connsiteY8" fmla="*/ 0 h 62495"/>
                    <a:gd name="connsiteX9" fmla="*/ 32450 w 44013"/>
                    <a:gd name="connsiteY9" fmla="*/ 9398 h 62495"/>
                    <a:gd name="connsiteX10" fmla="*/ 27042 w 44013"/>
                    <a:gd name="connsiteY10" fmla="*/ 18708 h 62495"/>
                    <a:gd name="connsiteX11" fmla="*/ 18043 w 44013"/>
                    <a:gd name="connsiteY11" fmla="*/ 38346 h 62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13" h="62495">
                      <a:moveTo>
                        <a:pt x="18043" y="38346"/>
                      </a:moveTo>
                      <a:cubicBezTo>
                        <a:pt x="14807" y="48276"/>
                        <a:pt x="7669" y="56655"/>
                        <a:pt x="0" y="59049"/>
                      </a:cubicBezTo>
                      <a:lnTo>
                        <a:pt x="4256" y="61310"/>
                      </a:lnTo>
                      <a:cubicBezTo>
                        <a:pt x="11349" y="65166"/>
                        <a:pt x="22032" y="59270"/>
                        <a:pt x="27751" y="48675"/>
                      </a:cubicBezTo>
                      <a:lnTo>
                        <a:pt x="33913" y="37415"/>
                      </a:lnTo>
                      <a:cubicBezTo>
                        <a:pt x="35997" y="33736"/>
                        <a:pt x="37992" y="29923"/>
                        <a:pt x="40119" y="26333"/>
                      </a:cubicBezTo>
                      <a:cubicBezTo>
                        <a:pt x="43090" y="21279"/>
                        <a:pt x="44242" y="15737"/>
                        <a:pt x="43976" y="11127"/>
                      </a:cubicBezTo>
                      <a:cubicBezTo>
                        <a:pt x="43666" y="6472"/>
                        <a:pt x="41760" y="2394"/>
                        <a:pt x="38258" y="177"/>
                      </a:cubicBezTo>
                      <a:lnTo>
                        <a:pt x="37947" y="0"/>
                      </a:lnTo>
                      <a:cubicBezTo>
                        <a:pt x="36218" y="3236"/>
                        <a:pt x="34312" y="6295"/>
                        <a:pt x="32450" y="9398"/>
                      </a:cubicBezTo>
                      <a:cubicBezTo>
                        <a:pt x="30633" y="12501"/>
                        <a:pt x="28859" y="15604"/>
                        <a:pt x="27042" y="18708"/>
                      </a:cubicBezTo>
                      <a:cubicBezTo>
                        <a:pt x="23495" y="24958"/>
                        <a:pt x="20348" y="31386"/>
                        <a:pt x="18043" y="3834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77" name="Forme libre : forme 25876">
                  <a:extLst>
                    <a:ext uri="{FF2B5EF4-FFF2-40B4-BE49-F238E27FC236}">
                      <a16:creationId xmlns:a16="http://schemas.microsoft.com/office/drawing/2014/main" id="{2DCE47F5-B1DC-4C92-B33E-4D12A4F3D114}"/>
                    </a:ext>
                  </a:extLst>
                </p:cNvPr>
                <p:cNvSpPr/>
                <p:nvPr/>
              </p:nvSpPr>
              <p:spPr>
                <a:xfrm>
                  <a:off x="6378341" y="1374716"/>
                  <a:ext cx="20645" cy="29041"/>
                </a:xfrm>
                <a:custGeom>
                  <a:avLst/>
                  <a:gdLst>
                    <a:gd name="connsiteX0" fmla="*/ 18134 w 20645"/>
                    <a:gd name="connsiteY0" fmla="*/ 563 h 29041"/>
                    <a:gd name="connsiteX1" fmla="*/ 17114 w 20645"/>
                    <a:gd name="connsiteY1" fmla="*/ 18251 h 29041"/>
                    <a:gd name="connsiteX2" fmla="*/ 2662 w 20645"/>
                    <a:gd name="connsiteY2" fmla="*/ 28580 h 29041"/>
                    <a:gd name="connsiteX3" fmla="*/ 3416 w 20645"/>
                    <a:gd name="connsiteY3" fmla="*/ 10759 h 29041"/>
                    <a:gd name="connsiteX4" fmla="*/ 18134 w 20645"/>
                    <a:gd name="connsiteY4" fmla="*/ 563 h 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645" h="29041">
                      <a:moveTo>
                        <a:pt x="18134" y="563"/>
                      </a:moveTo>
                      <a:cubicBezTo>
                        <a:pt x="21902" y="2779"/>
                        <a:pt x="21325" y="10582"/>
                        <a:pt x="17114" y="18251"/>
                      </a:cubicBezTo>
                      <a:cubicBezTo>
                        <a:pt x="12902" y="25920"/>
                        <a:pt x="6430" y="30575"/>
                        <a:pt x="2662" y="28580"/>
                      </a:cubicBezTo>
                      <a:cubicBezTo>
                        <a:pt x="-1151" y="26585"/>
                        <a:pt x="-840" y="18605"/>
                        <a:pt x="3416" y="10759"/>
                      </a:cubicBezTo>
                      <a:cubicBezTo>
                        <a:pt x="7671" y="2868"/>
                        <a:pt x="14454" y="-1654"/>
                        <a:pt x="18134" y="56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78" name="Forme libre : forme 25877">
                  <a:extLst>
                    <a:ext uri="{FF2B5EF4-FFF2-40B4-BE49-F238E27FC236}">
                      <a16:creationId xmlns:a16="http://schemas.microsoft.com/office/drawing/2014/main" id="{020328B7-155A-42FF-953A-C45A16B6D5C0}"/>
                    </a:ext>
                  </a:extLst>
                </p:cNvPr>
                <p:cNvSpPr/>
                <p:nvPr/>
              </p:nvSpPr>
              <p:spPr>
                <a:xfrm>
                  <a:off x="6378398" y="1386362"/>
                  <a:ext cx="19849" cy="17393"/>
                </a:xfrm>
                <a:custGeom>
                  <a:avLst/>
                  <a:gdLst>
                    <a:gd name="connsiteX0" fmla="*/ 300 w 19849"/>
                    <a:gd name="connsiteY0" fmla="*/ 7669 h 17393"/>
                    <a:gd name="connsiteX1" fmla="*/ 2649 w 19849"/>
                    <a:gd name="connsiteY1" fmla="*/ 16934 h 17393"/>
                    <a:gd name="connsiteX2" fmla="*/ 17101 w 19849"/>
                    <a:gd name="connsiteY2" fmla="*/ 6605 h 17393"/>
                    <a:gd name="connsiteX3" fmla="*/ 19850 w 19849"/>
                    <a:gd name="connsiteY3" fmla="*/ 0 h 17393"/>
                    <a:gd name="connsiteX4" fmla="*/ 17456 w 19849"/>
                    <a:gd name="connsiteY4" fmla="*/ 3147 h 17393"/>
                    <a:gd name="connsiteX5" fmla="*/ 300 w 19849"/>
                    <a:gd name="connsiteY5" fmla="*/ 7669 h 17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849" h="17393">
                      <a:moveTo>
                        <a:pt x="300" y="7669"/>
                      </a:moveTo>
                      <a:cubicBezTo>
                        <a:pt x="-498" y="12102"/>
                        <a:pt x="300" y="15693"/>
                        <a:pt x="2649" y="16934"/>
                      </a:cubicBezTo>
                      <a:cubicBezTo>
                        <a:pt x="6418" y="18929"/>
                        <a:pt x="12845" y="14230"/>
                        <a:pt x="17101" y="6605"/>
                      </a:cubicBezTo>
                      <a:cubicBezTo>
                        <a:pt x="18343" y="4344"/>
                        <a:pt x="19229" y="2084"/>
                        <a:pt x="19850" y="0"/>
                      </a:cubicBezTo>
                      <a:cubicBezTo>
                        <a:pt x="19141" y="1153"/>
                        <a:pt x="18343" y="2172"/>
                        <a:pt x="17456" y="3147"/>
                      </a:cubicBezTo>
                      <a:cubicBezTo>
                        <a:pt x="11915" y="8113"/>
                        <a:pt x="4644" y="10595"/>
                        <a:pt x="300" y="7669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79" name="Forme libre : forme 25878">
                  <a:extLst>
                    <a:ext uri="{FF2B5EF4-FFF2-40B4-BE49-F238E27FC236}">
                      <a16:creationId xmlns:a16="http://schemas.microsoft.com/office/drawing/2014/main" id="{2A8EB2A2-0FB7-4C9C-9EC5-626E9EE61FEF}"/>
                    </a:ext>
                  </a:extLst>
                </p:cNvPr>
                <p:cNvSpPr/>
                <p:nvPr/>
              </p:nvSpPr>
              <p:spPr>
                <a:xfrm>
                  <a:off x="6380662" y="1374180"/>
                  <a:ext cx="20635" cy="28957"/>
                </a:xfrm>
                <a:custGeom>
                  <a:avLst/>
                  <a:gdLst>
                    <a:gd name="connsiteX0" fmla="*/ 18118 w 20635"/>
                    <a:gd name="connsiteY0" fmla="*/ 567 h 28957"/>
                    <a:gd name="connsiteX1" fmla="*/ 20600 w 20635"/>
                    <a:gd name="connsiteY1" fmla="*/ 7394 h 28957"/>
                    <a:gd name="connsiteX2" fmla="*/ 17098 w 20635"/>
                    <a:gd name="connsiteY2" fmla="*/ 18210 h 28957"/>
                    <a:gd name="connsiteX3" fmla="*/ 2646 w 20635"/>
                    <a:gd name="connsiteY3" fmla="*/ 28495 h 28957"/>
                    <a:gd name="connsiteX4" fmla="*/ 3400 w 20635"/>
                    <a:gd name="connsiteY4" fmla="*/ 10674 h 28957"/>
                    <a:gd name="connsiteX5" fmla="*/ 18118 w 20635"/>
                    <a:gd name="connsiteY5" fmla="*/ 567 h 28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35" h="28957">
                      <a:moveTo>
                        <a:pt x="18118" y="567"/>
                      </a:moveTo>
                      <a:cubicBezTo>
                        <a:pt x="19980" y="1675"/>
                        <a:pt x="20822" y="4202"/>
                        <a:pt x="20600" y="7394"/>
                      </a:cubicBezTo>
                      <a:cubicBezTo>
                        <a:pt x="20423" y="10585"/>
                        <a:pt x="19182" y="14354"/>
                        <a:pt x="17098" y="18210"/>
                      </a:cubicBezTo>
                      <a:cubicBezTo>
                        <a:pt x="12887" y="25835"/>
                        <a:pt x="6414" y="30490"/>
                        <a:pt x="2646" y="28495"/>
                      </a:cubicBezTo>
                      <a:cubicBezTo>
                        <a:pt x="-1166" y="26500"/>
                        <a:pt x="-811" y="18521"/>
                        <a:pt x="3400" y="10674"/>
                      </a:cubicBezTo>
                      <a:cubicBezTo>
                        <a:pt x="7700" y="2827"/>
                        <a:pt x="14394" y="-1650"/>
                        <a:pt x="18118" y="56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80" name="Forme libre : forme 25879">
                  <a:extLst>
                    <a:ext uri="{FF2B5EF4-FFF2-40B4-BE49-F238E27FC236}">
                      <a16:creationId xmlns:a16="http://schemas.microsoft.com/office/drawing/2014/main" id="{9C9FA71C-2C14-4B82-9F2B-2BA861887DB0}"/>
                    </a:ext>
                  </a:extLst>
                </p:cNvPr>
                <p:cNvSpPr/>
                <p:nvPr/>
              </p:nvSpPr>
              <p:spPr>
                <a:xfrm>
                  <a:off x="6365915" y="1384544"/>
                  <a:ext cx="38200" cy="33563"/>
                </a:xfrm>
                <a:custGeom>
                  <a:avLst/>
                  <a:gdLst>
                    <a:gd name="connsiteX0" fmla="*/ 9679 w 38200"/>
                    <a:gd name="connsiteY0" fmla="*/ 31209 h 33563"/>
                    <a:gd name="connsiteX1" fmla="*/ 16506 w 38200"/>
                    <a:gd name="connsiteY1" fmla="*/ 33559 h 33563"/>
                    <a:gd name="connsiteX2" fmla="*/ 30914 w 38200"/>
                    <a:gd name="connsiteY2" fmla="*/ 23008 h 33563"/>
                    <a:gd name="connsiteX3" fmla="*/ 38007 w 38200"/>
                    <a:gd name="connsiteY3" fmla="*/ 8024 h 33563"/>
                    <a:gd name="connsiteX4" fmla="*/ 34505 w 38200"/>
                    <a:gd name="connsiteY4" fmla="*/ 0 h 33563"/>
                    <a:gd name="connsiteX5" fmla="*/ 28565 w 38200"/>
                    <a:gd name="connsiteY5" fmla="*/ 3014 h 33563"/>
                    <a:gd name="connsiteX6" fmla="*/ 14511 w 38200"/>
                    <a:gd name="connsiteY6" fmla="*/ 10905 h 33563"/>
                    <a:gd name="connsiteX7" fmla="*/ 148 w 38200"/>
                    <a:gd name="connsiteY7" fmla="*/ 21412 h 33563"/>
                    <a:gd name="connsiteX8" fmla="*/ 9679 w 38200"/>
                    <a:gd name="connsiteY8" fmla="*/ 31209 h 33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200" h="33563">
                      <a:moveTo>
                        <a:pt x="9679" y="31209"/>
                      </a:moveTo>
                      <a:cubicBezTo>
                        <a:pt x="11763" y="32450"/>
                        <a:pt x="13935" y="33647"/>
                        <a:pt x="16506" y="33559"/>
                      </a:cubicBezTo>
                      <a:cubicBezTo>
                        <a:pt x="21471" y="33381"/>
                        <a:pt x="26880" y="28460"/>
                        <a:pt x="30914" y="23008"/>
                      </a:cubicBezTo>
                      <a:cubicBezTo>
                        <a:pt x="34283" y="18530"/>
                        <a:pt x="37165" y="13299"/>
                        <a:pt x="38007" y="8024"/>
                      </a:cubicBezTo>
                      <a:cubicBezTo>
                        <a:pt x="38672" y="4211"/>
                        <a:pt x="37652" y="0"/>
                        <a:pt x="34505" y="0"/>
                      </a:cubicBezTo>
                      <a:cubicBezTo>
                        <a:pt x="32599" y="0"/>
                        <a:pt x="30471" y="1596"/>
                        <a:pt x="28565" y="3014"/>
                      </a:cubicBezTo>
                      <a:cubicBezTo>
                        <a:pt x="24043" y="6428"/>
                        <a:pt x="19255" y="9088"/>
                        <a:pt x="14511" y="10905"/>
                      </a:cubicBezTo>
                      <a:cubicBezTo>
                        <a:pt x="10477" y="12457"/>
                        <a:pt x="1656" y="14585"/>
                        <a:pt x="148" y="21412"/>
                      </a:cubicBezTo>
                      <a:cubicBezTo>
                        <a:pt x="-1182" y="27618"/>
                        <a:pt x="6798" y="29524"/>
                        <a:pt x="9679" y="3120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81" name="Forme libre : forme 25880">
                  <a:extLst>
                    <a:ext uri="{FF2B5EF4-FFF2-40B4-BE49-F238E27FC236}">
                      <a16:creationId xmlns:a16="http://schemas.microsoft.com/office/drawing/2014/main" id="{EA3416DC-0E16-4D29-8E85-DE46213D31A5}"/>
                    </a:ext>
                  </a:extLst>
                </p:cNvPr>
                <p:cNvSpPr/>
                <p:nvPr/>
              </p:nvSpPr>
              <p:spPr>
                <a:xfrm>
                  <a:off x="6370529" y="1392729"/>
                  <a:ext cx="6211" cy="14033"/>
                </a:xfrm>
                <a:custGeom>
                  <a:avLst/>
                  <a:gdLst>
                    <a:gd name="connsiteX0" fmla="*/ 855 w 6211"/>
                    <a:gd name="connsiteY0" fmla="*/ 12429 h 14033"/>
                    <a:gd name="connsiteX1" fmla="*/ 1963 w 6211"/>
                    <a:gd name="connsiteY1" fmla="*/ 13892 h 14033"/>
                    <a:gd name="connsiteX2" fmla="*/ 3825 w 6211"/>
                    <a:gd name="connsiteY2" fmla="*/ 13449 h 14033"/>
                    <a:gd name="connsiteX3" fmla="*/ 4844 w 6211"/>
                    <a:gd name="connsiteY3" fmla="*/ 11366 h 14033"/>
                    <a:gd name="connsiteX4" fmla="*/ 6086 w 6211"/>
                    <a:gd name="connsiteY4" fmla="*/ 5602 h 14033"/>
                    <a:gd name="connsiteX5" fmla="*/ 6174 w 6211"/>
                    <a:gd name="connsiteY5" fmla="*/ 3297 h 14033"/>
                    <a:gd name="connsiteX6" fmla="*/ 943 w 6211"/>
                    <a:gd name="connsiteY6" fmla="*/ 2455 h 14033"/>
                    <a:gd name="connsiteX7" fmla="*/ 855 w 6211"/>
                    <a:gd name="connsiteY7" fmla="*/ 12429 h 14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11" h="14033">
                      <a:moveTo>
                        <a:pt x="855" y="12429"/>
                      </a:moveTo>
                      <a:cubicBezTo>
                        <a:pt x="1120" y="13050"/>
                        <a:pt x="1431" y="13626"/>
                        <a:pt x="1963" y="13892"/>
                      </a:cubicBezTo>
                      <a:cubicBezTo>
                        <a:pt x="2495" y="14158"/>
                        <a:pt x="3204" y="14070"/>
                        <a:pt x="3825" y="13449"/>
                      </a:cubicBezTo>
                      <a:cubicBezTo>
                        <a:pt x="4357" y="12917"/>
                        <a:pt x="4623" y="12075"/>
                        <a:pt x="4844" y="11366"/>
                      </a:cubicBezTo>
                      <a:cubicBezTo>
                        <a:pt x="5421" y="9459"/>
                        <a:pt x="5820" y="7509"/>
                        <a:pt x="6086" y="5602"/>
                      </a:cubicBezTo>
                      <a:cubicBezTo>
                        <a:pt x="6174" y="4804"/>
                        <a:pt x="6263" y="4007"/>
                        <a:pt x="6174" y="3297"/>
                      </a:cubicBezTo>
                      <a:cubicBezTo>
                        <a:pt x="5775" y="327"/>
                        <a:pt x="2716" y="-1934"/>
                        <a:pt x="943" y="2455"/>
                      </a:cubicBezTo>
                      <a:cubicBezTo>
                        <a:pt x="-431" y="5868"/>
                        <a:pt x="-165" y="9947"/>
                        <a:pt x="855" y="1242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82" name="Forme libre : forme 25881">
                  <a:extLst>
                    <a:ext uri="{FF2B5EF4-FFF2-40B4-BE49-F238E27FC236}">
                      <a16:creationId xmlns:a16="http://schemas.microsoft.com/office/drawing/2014/main" id="{C598081A-4C35-4B21-A81A-82CE795299B2}"/>
                    </a:ext>
                  </a:extLst>
                </p:cNvPr>
                <p:cNvSpPr/>
                <p:nvPr/>
              </p:nvSpPr>
              <p:spPr>
                <a:xfrm>
                  <a:off x="6405474" y="1366368"/>
                  <a:ext cx="6037" cy="24426"/>
                </a:xfrm>
                <a:custGeom>
                  <a:avLst/>
                  <a:gdLst>
                    <a:gd name="connsiteX0" fmla="*/ 0 w 6037"/>
                    <a:gd name="connsiteY0" fmla="*/ 0 h 24426"/>
                    <a:gd name="connsiteX1" fmla="*/ 4433 w 6037"/>
                    <a:gd name="connsiteY1" fmla="*/ 5187 h 24426"/>
                    <a:gd name="connsiteX2" fmla="*/ 6029 w 6037"/>
                    <a:gd name="connsiteY2" fmla="*/ 12634 h 24426"/>
                    <a:gd name="connsiteX3" fmla="*/ 3901 w 6037"/>
                    <a:gd name="connsiteY3" fmla="*/ 24426 h 24426"/>
                    <a:gd name="connsiteX4" fmla="*/ 5054 w 6037"/>
                    <a:gd name="connsiteY4" fmla="*/ 15782 h 24426"/>
                    <a:gd name="connsiteX5" fmla="*/ 0 w 6037"/>
                    <a:gd name="connsiteY5" fmla="*/ 0 h 24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37" h="24426">
                      <a:moveTo>
                        <a:pt x="0" y="0"/>
                      </a:moveTo>
                      <a:cubicBezTo>
                        <a:pt x="0" y="0"/>
                        <a:pt x="2660" y="1419"/>
                        <a:pt x="4433" y="5187"/>
                      </a:cubicBezTo>
                      <a:cubicBezTo>
                        <a:pt x="5320" y="7049"/>
                        <a:pt x="5985" y="9531"/>
                        <a:pt x="6029" y="12634"/>
                      </a:cubicBezTo>
                      <a:cubicBezTo>
                        <a:pt x="6118" y="15826"/>
                        <a:pt x="5541" y="19727"/>
                        <a:pt x="3901" y="24426"/>
                      </a:cubicBezTo>
                      <a:cubicBezTo>
                        <a:pt x="3901" y="24426"/>
                        <a:pt x="5009" y="20703"/>
                        <a:pt x="5054" y="15782"/>
                      </a:cubicBezTo>
                      <a:cubicBezTo>
                        <a:pt x="5009" y="10772"/>
                        <a:pt x="4211" y="483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83" name="Forme libre : forme 25882">
                  <a:extLst>
                    <a:ext uri="{FF2B5EF4-FFF2-40B4-BE49-F238E27FC236}">
                      <a16:creationId xmlns:a16="http://schemas.microsoft.com/office/drawing/2014/main" id="{323E60FD-A166-4F29-92EB-DF791CF6E360}"/>
                    </a:ext>
                  </a:extLst>
                </p:cNvPr>
                <p:cNvSpPr/>
                <p:nvPr/>
              </p:nvSpPr>
              <p:spPr>
                <a:xfrm>
                  <a:off x="6359808" y="1394075"/>
                  <a:ext cx="5989" cy="26642"/>
                </a:xfrm>
                <a:custGeom>
                  <a:avLst/>
                  <a:gdLst>
                    <a:gd name="connsiteX0" fmla="*/ 3196 w 5989"/>
                    <a:gd name="connsiteY0" fmla="*/ 0 h 26642"/>
                    <a:gd name="connsiteX1" fmla="*/ 226 w 5989"/>
                    <a:gd name="connsiteY1" fmla="*/ 10152 h 26642"/>
                    <a:gd name="connsiteX2" fmla="*/ 5989 w 5989"/>
                    <a:gd name="connsiteY2" fmla="*/ 26643 h 26642"/>
                    <a:gd name="connsiteX3" fmla="*/ 2221 w 5989"/>
                    <a:gd name="connsiteY3" fmla="*/ 19772 h 26642"/>
                    <a:gd name="connsiteX4" fmla="*/ 3196 w 5989"/>
                    <a:gd name="connsiteY4" fmla="*/ 0 h 26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89" h="26642">
                      <a:moveTo>
                        <a:pt x="3196" y="0"/>
                      </a:moveTo>
                      <a:cubicBezTo>
                        <a:pt x="3196" y="0"/>
                        <a:pt x="980" y="4522"/>
                        <a:pt x="226" y="10152"/>
                      </a:cubicBezTo>
                      <a:cubicBezTo>
                        <a:pt x="-483" y="15693"/>
                        <a:pt x="226" y="22343"/>
                        <a:pt x="5989" y="26643"/>
                      </a:cubicBezTo>
                      <a:cubicBezTo>
                        <a:pt x="5989" y="26643"/>
                        <a:pt x="3728" y="24293"/>
                        <a:pt x="2221" y="19772"/>
                      </a:cubicBezTo>
                      <a:cubicBezTo>
                        <a:pt x="758" y="15294"/>
                        <a:pt x="5" y="8689"/>
                        <a:pt x="31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84" name="Forme libre : forme 25883">
                  <a:extLst>
                    <a:ext uri="{FF2B5EF4-FFF2-40B4-BE49-F238E27FC236}">
                      <a16:creationId xmlns:a16="http://schemas.microsoft.com/office/drawing/2014/main" id="{10EDBCB7-D039-4188-A670-F38F2A3BF90D}"/>
                    </a:ext>
                  </a:extLst>
                </p:cNvPr>
                <p:cNvSpPr/>
                <p:nvPr/>
              </p:nvSpPr>
              <p:spPr>
                <a:xfrm>
                  <a:off x="6382899" y="1379707"/>
                  <a:ext cx="8610" cy="10056"/>
                </a:xfrm>
                <a:custGeom>
                  <a:avLst/>
                  <a:gdLst>
                    <a:gd name="connsiteX0" fmla="*/ 8345 w 8610"/>
                    <a:gd name="connsiteY0" fmla="*/ 537 h 10056"/>
                    <a:gd name="connsiteX1" fmla="*/ 5774 w 8610"/>
                    <a:gd name="connsiteY1" fmla="*/ 7231 h 10056"/>
                    <a:gd name="connsiteX2" fmla="*/ 277 w 8610"/>
                    <a:gd name="connsiteY2" fmla="*/ 9536 h 10056"/>
                    <a:gd name="connsiteX3" fmla="*/ 2759 w 8610"/>
                    <a:gd name="connsiteY3" fmla="*/ 2798 h 10056"/>
                    <a:gd name="connsiteX4" fmla="*/ 8345 w 8610"/>
                    <a:gd name="connsiteY4" fmla="*/ 537 h 10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10" h="10056">
                      <a:moveTo>
                        <a:pt x="8345" y="537"/>
                      </a:moveTo>
                      <a:cubicBezTo>
                        <a:pt x="9187" y="1778"/>
                        <a:pt x="7946" y="4704"/>
                        <a:pt x="5774" y="7231"/>
                      </a:cubicBezTo>
                      <a:cubicBezTo>
                        <a:pt x="3557" y="9713"/>
                        <a:pt x="1119" y="10777"/>
                        <a:pt x="277" y="9536"/>
                      </a:cubicBezTo>
                      <a:cubicBezTo>
                        <a:pt x="-566" y="8295"/>
                        <a:pt x="587" y="5280"/>
                        <a:pt x="2759" y="2798"/>
                      </a:cubicBezTo>
                      <a:cubicBezTo>
                        <a:pt x="5020" y="271"/>
                        <a:pt x="7547" y="-704"/>
                        <a:pt x="8345" y="53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85" name="Forme libre : forme 25884">
                  <a:extLst>
                    <a:ext uri="{FF2B5EF4-FFF2-40B4-BE49-F238E27FC236}">
                      <a16:creationId xmlns:a16="http://schemas.microsoft.com/office/drawing/2014/main" id="{340D5165-2749-4D5C-8EDC-D5455C4D1C4F}"/>
                    </a:ext>
                  </a:extLst>
                </p:cNvPr>
                <p:cNvSpPr/>
                <p:nvPr/>
              </p:nvSpPr>
              <p:spPr>
                <a:xfrm>
                  <a:off x="6389372" y="1378321"/>
                  <a:ext cx="2591" cy="3092"/>
                </a:xfrm>
                <a:custGeom>
                  <a:avLst/>
                  <a:gdLst>
                    <a:gd name="connsiteX0" fmla="*/ 2138 w 2591"/>
                    <a:gd name="connsiteY0" fmla="*/ 105 h 3092"/>
                    <a:gd name="connsiteX1" fmla="*/ 2271 w 2591"/>
                    <a:gd name="connsiteY1" fmla="*/ 2100 h 3092"/>
                    <a:gd name="connsiteX2" fmla="*/ 453 w 2591"/>
                    <a:gd name="connsiteY2" fmla="*/ 2987 h 3092"/>
                    <a:gd name="connsiteX3" fmla="*/ 320 w 2591"/>
                    <a:gd name="connsiteY3" fmla="*/ 992 h 3092"/>
                    <a:gd name="connsiteX4" fmla="*/ 2138 w 2591"/>
                    <a:gd name="connsiteY4" fmla="*/ 105 h 3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1" h="3092">
                      <a:moveTo>
                        <a:pt x="2138" y="105"/>
                      </a:moveTo>
                      <a:cubicBezTo>
                        <a:pt x="2670" y="416"/>
                        <a:pt x="2759" y="1302"/>
                        <a:pt x="2271" y="2100"/>
                      </a:cubicBezTo>
                      <a:cubicBezTo>
                        <a:pt x="1783" y="2898"/>
                        <a:pt x="1030" y="3297"/>
                        <a:pt x="453" y="2987"/>
                      </a:cubicBezTo>
                      <a:cubicBezTo>
                        <a:pt x="-79" y="2676"/>
                        <a:pt x="-167" y="1790"/>
                        <a:pt x="320" y="992"/>
                      </a:cubicBezTo>
                      <a:cubicBezTo>
                        <a:pt x="808" y="194"/>
                        <a:pt x="1606" y="-205"/>
                        <a:pt x="2138" y="10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86" name="Forme libre : forme 25885">
                  <a:extLst>
                    <a:ext uri="{FF2B5EF4-FFF2-40B4-BE49-F238E27FC236}">
                      <a16:creationId xmlns:a16="http://schemas.microsoft.com/office/drawing/2014/main" id="{45F66E46-0D19-449D-AE55-518991027A00}"/>
                    </a:ext>
                  </a:extLst>
                </p:cNvPr>
                <p:cNvSpPr/>
                <p:nvPr/>
              </p:nvSpPr>
              <p:spPr>
                <a:xfrm>
                  <a:off x="6372521" y="1363472"/>
                  <a:ext cx="28969" cy="20890"/>
                </a:xfrm>
                <a:custGeom>
                  <a:avLst/>
                  <a:gdLst>
                    <a:gd name="connsiteX0" fmla="*/ 17659 w 28969"/>
                    <a:gd name="connsiteY0" fmla="*/ 15 h 20890"/>
                    <a:gd name="connsiteX1" fmla="*/ 27367 w 28969"/>
                    <a:gd name="connsiteY1" fmla="*/ 3074 h 20890"/>
                    <a:gd name="connsiteX2" fmla="*/ 28697 w 28969"/>
                    <a:gd name="connsiteY2" fmla="*/ 6665 h 20890"/>
                    <a:gd name="connsiteX3" fmla="*/ 25151 w 28969"/>
                    <a:gd name="connsiteY3" fmla="*/ 8748 h 20890"/>
                    <a:gd name="connsiteX4" fmla="*/ 13625 w 28969"/>
                    <a:gd name="connsiteY4" fmla="*/ 10610 h 20890"/>
                    <a:gd name="connsiteX5" fmla="*/ 6443 w 28969"/>
                    <a:gd name="connsiteY5" fmla="*/ 17393 h 20890"/>
                    <a:gd name="connsiteX6" fmla="*/ 192 w 28969"/>
                    <a:gd name="connsiteY6" fmla="*/ 20053 h 20890"/>
                    <a:gd name="connsiteX7" fmla="*/ 9014 w 28969"/>
                    <a:gd name="connsiteY7" fmla="*/ 3606 h 20890"/>
                    <a:gd name="connsiteX8" fmla="*/ 17659 w 28969"/>
                    <a:gd name="connsiteY8" fmla="*/ 15 h 20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969" h="20890">
                      <a:moveTo>
                        <a:pt x="17659" y="15"/>
                      </a:moveTo>
                      <a:cubicBezTo>
                        <a:pt x="21383" y="-162"/>
                        <a:pt x="24574" y="1256"/>
                        <a:pt x="27367" y="3074"/>
                      </a:cubicBezTo>
                      <a:cubicBezTo>
                        <a:pt x="28387" y="3739"/>
                        <a:pt x="29495" y="5024"/>
                        <a:pt x="28697" y="6665"/>
                      </a:cubicBezTo>
                      <a:cubicBezTo>
                        <a:pt x="27988" y="8128"/>
                        <a:pt x="26392" y="8615"/>
                        <a:pt x="25151" y="8748"/>
                      </a:cubicBezTo>
                      <a:cubicBezTo>
                        <a:pt x="21338" y="9058"/>
                        <a:pt x="17570" y="8216"/>
                        <a:pt x="13625" y="10610"/>
                      </a:cubicBezTo>
                      <a:cubicBezTo>
                        <a:pt x="12428" y="11364"/>
                        <a:pt x="9280" y="14689"/>
                        <a:pt x="6443" y="17393"/>
                      </a:cubicBezTo>
                      <a:cubicBezTo>
                        <a:pt x="3606" y="20097"/>
                        <a:pt x="857" y="22092"/>
                        <a:pt x="192" y="20053"/>
                      </a:cubicBezTo>
                      <a:cubicBezTo>
                        <a:pt x="-1271" y="15930"/>
                        <a:pt x="6000" y="6088"/>
                        <a:pt x="9014" y="3606"/>
                      </a:cubicBezTo>
                      <a:cubicBezTo>
                        <a:pt x="11763" y="1300"/>
                        <a:pt x="14866" y="148"/>
                        <a:pt x="17659" y="1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08" name="Graphique 2">
                <a:extLst>
                  <a:ext uri="{FF2B5EF4-FFF2-40B4-BE49-F238E27FC236}">
                    <a16:creationId xmlns:a16="http://schemas.microsoft.com/office/drawing/2014/main" id="{DA31074E-3E05-416E-9338-EE559280DEAC}"/>
                  </a:ext>
                </a:extLst>
              </p:cNvPr>
              <p:cNvGrpSpPr/>
              <p:nvPr/>
            </p:nvGrpSpPr>
            <p:grpSpPr>
              <a:xfrm>
                <a:off x="6392837" y="1300143"/>
                <a:ext cx="62008" cy="67026"/>
                <a:chOff x="6392837" y="1300143"/>
                <a:chExt cx="62008" cy="67026"/>
              </a:xfrm>
              <a:solidFill>
                <a:schemeClr val="accent1"/>
              </a:solidFill>
            </p:grpSpPr>
            <p:sp>
              <p:nvSpPr>
                <p:cNvPr id="25863" name="Forme libre : forme 25862">
                  <a:extLst>
                    <a:ext uri="{FF2B5EF4-FFF2-40B4-BE49-F238E27FC236}">
                      <a16:creationId xmlns:a16="http://schemas.microsoft.com/office/drawing/2014/main" id="{80D714BD-A106-4400-ACF6-DEEE9628FA87}"/>
                    </a:ext>
                  </a:extLst>
                </p:cNvPr>
                <p:cNvSpPr/>
                <p:nvPr/>
              </p:nvSpPr>
              <p:spPr>
                <a:xfrm>
                  <a:off x="6392837" y="1300143"/>
                  <a:ext cx="62008" cy="66944"/>
                </a:xfrm>
                <a:custGeom>
                  <a:avLst/>
                  <a:gdLst>
                    <a:gd name="connsiteX0" fmla="*/ 54707 w 62008"/>
                    <a:gd name="connsiteY0" fmla="*/ 38474 h 66944"/>
                    <a:gd name="connsiteX1" fmla="*/ 46949 w 62008"/>
                    <a:gd name="connsiteY1" fmla="*/ 47030 h 66944"/>
                    <a:gd name="connsiteX2" fmla="*/ 39634 w 62008"/>
                    <a:gd name="connsiteY2" fmla="*/ 56296 h 66944"/>
                    <a:gd name="connsiteX3" fmla="*/ 34049 w 62008"/>
                    <a:gd name="connsiteY3" fmla="*/ 62103 h 66944"/>
                    <a:gd name="connsiteX4" fmla="*/ 27576 w 62008"/>
                    <a:gd name="connsiteY4" fmla="*/ 65694 h 66944"/>
                    <a:gd name="connsiteX5" fmla="*/ 21060 w 62008"/>
                    <a:gd name="connsiteY5" fmla="*/ 66935 h 66944"/>
                    <a:gd name="connsiteX6" fmla="*/ 15208 w 62008"/>
                    <a:gd name="connsiteY6" fmla="*/ 65250 h 66944"/>
                    <a:gd name="connsiteX7" fmla="*/ 5455 w 62008"/>
                    <a:gd name="connsiteY7" fmla="*/ 59133 h 66944"/>
                    <a:gd name="connsiteX8" fmla="*/ 1421 w 62008"/>
                    <a:gd name="connsiteY8" fmla="*/ 54478 h 66944"/>
                    <a:gd name="connsiteX9" fmla="*/ 2 w 62008"/>
                    <a:gd name="connsiteY9" fmla="*/ 47695 h 66944"/>
                    <a:gd name="connsiteX10" fmla="*/ 1465 w 62008"/>
                    <a:gd name="connsiteY10" fmla="*/ 39672 h 66944"/>
                    <a:gd name="connsiteX11" fmla="*/ 5721 w 62008"/>
                    <a:gd name="connsiteY11" fmla="*/ 31382 h 66944"/>
                    <a:gd name="connsiteX12" fmla="*/ 14366 w 62008"/>
                    <a:gd name="connsiteY12" fmla="*/ 20077 h 66944"/>
                    <a:gd name="connsiteX13" fmla="*/ 23941 w 62008"/>
                    <a:gd name="connsiteY13" fmla="*/ 9172 h 66944"/>
                    <a:gd name="connsiteX14" fmla="*/ 31654 w 62008"/>
                    <a:gd name="connsiteY14" fmla="*/ 3187 h 66944"/>
                    <a:gd name="connsiteX15" fmla="*/ 39634 w 62008"/>
                    <a:gd name="connsiteY15" fmla="*/ 261 h 66944"/>
                    <a:gd name="connsiteX16" fmla="*/ 46816 w 62008"/>
                    <a:gd name="connsiteY16" fmla="*/ 705 h 66944"/>
                    <a:gd name="connsiteX17" fmla="*/ 52047 w 62008"/>
                    <a:gd name="connsiteY17" fmla="*/ 4295 h 66944"/>
                    <a:gd name="connsiteX18" fmla="*/ 59361 w 62008"/>
                    <a:gd name="connsiteY18" fmla="*/ 13561 h 66944"/>
                    <a:gd name="connsiteX19" fmla="*/ 61800 w 62008"/>
                    <a:gd name="connsiteY19" fmla="*/ 19235 h 66944"/>
                    <a:gd name="connsiteX20" fmla="*/ 61667 w 62008"/>
                    <a:gd name="connsiteY20" fmla="*/ 25707 h 66944"/>
                    <a:gd name="connsiteX21" fmla="*/ 59317 w 62008"/>
                    <a:gd name="connsiteY21" fmla="*/ 32357 h 66944"/>
                    <a:gd name="connsiteX22" fmla="*/ 54707 w 62008"/>
                    <a:gd name="connsiteY22" fmla="*/ 38474 h 66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008" h="66944">
                      <a:moveTo>
                        <a:pt x="54707" y="38474"/>
                      </a:moveTo>
                      <a:cubicBezTo>
                        <a:pt x="52135" y="41356"/>
                        <a:pt x="49476" y="44105"/>
                        <a:pt x="46949" y="47030"/>
                      </a:cubicBezTo>
                      <a:lnTo>
                        <a:pt x="39634" y="56296"/>
                      </a:lnTo>
                      <a:cubicBezTo>
                        <a:pt x="37950" y="58468"/>
                        <a:pt x="36132" y="60551"/>
                        <a:pt x="34049" y="62103"/>
                      </a:cubicBezTo>
                      <a:cubicBezTo>
                        <a:pt x="32009" y="63699"/>
                        <a:pt x="29793" y="64896"/>
                        <a:pt x="27576" y="65694"/>
                      </a:cubicBezTo>
                      <a:cubicBezTo>
                        <a:pt x="25360" y="66492"/>
                        <a:pt x="23187" y="67024"/>
                        <a:pt x="21060" y="66935"/>
                      </a:cubicBezTo>
                      <a:cubicBezTo>
                        <a:pt x="18976" y="66891"/>
                        <a:pt x="16937" y="66359"/>
                        <a:pt x="15208" y="65250"/>
                      </a:cubicBezTo>
                      <a:lnTo>
                        <a:pt x="5455" y="59133"/>
                      </a:lnTo>
                      <a:cubicBezTo>
                        <a:pt x="3682" y="58024"/>
                        <a:pt x="2352" y="56429"/>
                        <a:pt x="1421" y="54478"/>
                      </a:cubicBezTo>
                      <a:cubicBezTo>
                        <a:pt x="534" y="52527"/>
                        <a:pt x="-42" y="50178"/>
                        <a:pt x="2" y="47695"/>
                      </a:cubicBezTo>
                      <a:cubicBezTo>
                        <a:pt x="46" y="45169"/>
                        <a:pt x="534" y="42464"/>
                        <a:pt x="1465" y="39672"/>
                      </a:cubicBezTo>
                      <a:cubicBezTo>
                        <a:pt x="2441" y="36879"/>
                        <a:pt x="3726" y="34041"/>
                        <a:pt x="5721" y="31382"/>
                      </a:cubicBezTo>
                      <a:lnTo>
                        <a:pt x="14366" y="20077"/>
                      </a:lnTo>
                      <a:cubicBezTo>
                        <a:pt x="17424" y="16398"/>
                        <a:pt x="20749" y="12807"/>
                        <a:pt x="23941" y="9172"/>
                      </a:cubicBezTo>
                      <a:cubicBezTo>
                        <a:pt x="26113" y="6556"/>
                        <a:pt x="28950" y="4694"/>
                        <a:pt x="31654" y="3187"/>
                      </a:cubicBezTo>
                      <a:cubicBezTo>
                        <a:pt x="34359" y="1680"/>
                        <a:pt x="37107" y="705"/>
                        <a:pt x="39634" y="261"/>
                      </a:cubicBezTo>
                      <a:cubicBezTo>
                        <a:pt x="42117" y="-226"/>
                        <a:pt x="44688" y="-5"/>
                        <a:pt x="46816" y="705"/>
                      </a:cubicBezTo>
                      <a:cubicBezTo>
                        <a:pt x="48944" y="1414"/>
                        <a:pt x="50717" y="2611"/>
                        <a:pt x="52047" y="4295"/>
                      </a:cubicBezTo>
                      <a:lnTo>
                        <a:pt x="59361" y="13561"/>
                      </a:lnTo>
                      <a:cubicBezTo>
                        <a:pt x="60691" y="15245"/>
                        <a:pt x="61489" y="17196"/>
                        <a:pt x="61800" y="19235"/>
                      </a:cubicBezTo>
                      <a:cubicBezTo>
                        <a:pt x="62154" y="21318"/>
                        <a:pt x="62021" y="23358"/>
                        <a:pt x="61667" y="25707"/>
                      </a:cubicBezTo>
                      <a:cubicBezTo>
                        <a:pt x="61268" y="27968"/>
                        <a:pt x="60514" y="30229"/>
                        <a:pt x="59317" y="32357"/>
                      </a:cubicBezTo>
                      <a:cubicBezTo>
                        <a:pt x="58076" y="34573"/>
                        <a:pt x="56436" y="36391"/>
                        <a:pt x="54707" y="3847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64" name="Forme libre : forme 25863">
                  <a:extLst>
                    <a:ext uri="{FF2B5EF4-FFF2-40B4-BE49-F238E27FC236}">
                      <a16:creationId xmlns:a16="http://schemas.microsoft.com/office/drawing/2014/main" id="{3E69B053-545C-4358-84A5-856A0A15692F}"/>
                    </a:ext>
                  </a:extLst>
                </p:cNvPr>
                <p:cNvSpPr/>
                <p:nvPr/>
              </p:nvSpPr>
              <p:spPr>
                <a:xfrm>
                  <a:off x="6403789" y="1313526"/>
                  <a:ext cx="50923" cy="53643"/>
                </a:xfrm>
                <a:custGeom>
                  <a:avLst/>
                  <a:gdLst>
                    <a:gd name="connsiteX0" fmla="*/ 20259 w 50923"/>
                    <a:gd name="connsiteY0" fmla="*/ 31209 h 53643"/>
                    <a:gd name="connsiteX1" fmla="*/ 11393 w 50923"/>
                    <a:gd name="connsiteY1" fmla="*/ 42957 h 53643"/>
                    <a:gd name="connsiteX2" fmla="*/ 0 w 50923"/>
                    <a:gd name="connsiteY2" fmla="*/ 49296 h 53643"/>
                    <a:gd name="connsiteX3" fmla="*/ 4211 w 50923"/>
                    <a:gd name="connsiteY3" fmla="*/ 51956 h 53643"/>
                    <a:gd name="connsiteX4" fmla="*/ 10063 w 50923"/>
                    <a:gd name="connsiteY4" fmla="*/ 53640 h 53643"/>
                    <a:gd name="connsiteX5" fmla="*/ 16580 w 50923"/>
                    <a:gd name="connsiteY5" fmla="*/ 52399 h 53643"/>
                    <a:gd name="connsiteX6" fmla="*/ 23052 w 50923"/>
                    <a:gd name="connsiteY6" fmla="*/ 48808 h 53643"/>
                    <a:gd name="connsiteX7" fmla="*/ 28638 w 50923"/>
                    <a:gd name="connsiteY7" fmla="*/ 43001 h 53643"/>
                    <a:gd name="connsiteX8" fmla="*/ 35952 w 50923"/>
                    <a:gd name="connsiteY8" fmla="*/ 33736 h 53643"/>
                    <a:gd name="connsiteX9" fmla="*/ 43710 w 50923"/>
                    <a:gd name="connsiteY9" fmla="*/ 25180 h 53643"/>
                    <a:gd name="connsiteX10" fmla="*/ 48232 w 50923"/>
                    <a:gd name="connsiteY10" fmla="*/ 19107 h 53643"/>
                    <a:gd name="connsiteX11" fmla="*/ 50582 w 50923"/>
                    <a:gd name="connsiteY11" fmla="*/ 12457 h 53643"/>
                    <a:gd name="connsiteX12" fmla="*/ 50715 w 50923"/>
                    <a:gd name="connsiteY12" fmla="*/ 5985 h 53643"/>
                    <a:gd name="connsiteX13" fmla="*/ 48276 w 50923"/>
                    <a:gd name="connsiteY13" fmla="*/ 310 h 53643"/>
                    <a:gd name="connsiteX14" fmla="*/ 48055 w 50923"/>
                    <a:gd name="connsiteY14" fmla="*/ 0 h 53643"/>
                    <a:gd name="connsiteX15" fmla="*/ 40164 w 50923"/>
                    <a:gd name="connsiteY15" fmla="*/ 7049 h 53643"/>
                    <a:gd name="connsiteX16" fmla="*/ 32583 w 50923"/>
                    <a:gd name="connsiteY16" fmla="*/ 14275 h 53643"/>
                    <a:gd name="connsiteX17" fmla="*/ 25756 w 50923"/>
                    <a:gd name="connsiteY17" fmla="*/ 22254 h 53643"/>
                    <a:gd name="connsiteX18" fmla="*/ 20259 w 50923"/>
                    <a:gd name="connsiteY18" fmla="*/ 31209 h 53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0923" h="53643">
                      <a:moveTo>
                        <a:pt x="20259" y="31209"/>
                      </a:moveTo>
                      <a:cubicBezTo>
                        <a:pt x="17821" y="35642"/>
                        <a:pt x="14895" y="39765"/>
                        <a:pt x="11393" y="42957"/>
                      </a:cubicBezTo>
                      <a:cubicBezTo>
                        <a:pt x="7847" y="46060"/>
                        <a:pt x="3946" y="48365"/>
                        <a:pt x="0" y="49296"/>
                      </a:cubicBezTo>
                      <a:lnTo>
                        <a:pt x="4211" y="51956"/>
                      </a:lnTo>
                      <a:cubicBezTo>
                        <a:pt x="5985" y="53064"/>
                        <a:pt x="7980" y="53596"/>
                        <a:pt x="10063" y="53640"/>
                      </a:cubicBezTo>
                      <a:cubicBezTo>
                        <a:pt x="12191" y="53685"/>
                        <a:pt x="14363" y="53197"/>
                        <a:pt x="16580" y="52399"/>
                      </a:cubicBezTo>
                      <a:cubicBezTo>
                        <a:pt x="18796" y="51601"/>
                        <a:pt x="21013" y="50360"/>
                        <a:pt x="23052" y="48808"/>
                      </a:cubicBezTo>
                      <a:cubicBezTo>
                        <a:pt x="25136" y="47257"/>
                        <a:pt x="26953" y="45173"/>
                        <a:pt x="28638" y="43001"/>
                      </a:cubicBezTo>
                      <a:lnTo>
                        <a:pt x="35952" y="33736"/>
                      </a:lnTo>
                      <a:cubicBezTo>
                        <a:pt x="38479" y="30810"/>
                        <a:pt x="41139" y="28062"/>
                        <a:pt x="43710" y="25180"/>
                      </a:cubicBezTo>
                      <a:cubicBezTo>
                        <a:pt x="45439" y="23097"/>
                        <a:pt x="47124" y="21279"/>
                        <a:pt x="48232" y="19107"/>
                      </a:cubicBezTo>
                      <a:cubicBezTo>
                        <a:pt x="49385" y="16979"/>
                        <a:pt x="50183" y="14718"/>
                        <a:pt x="50582" y="12457"/>
                      </a:cubicBezTo>
                      <a:cubicBezTo>
                        <a:pt x="50936" y="10107"/>
                        <a:pt x="51069" y="8024"/>
                        <a:pt x="50715" y="5985"/>
                      </a:cubicBezTo>
                      <a:cubicBezTo>
                        <a:pt x="50360" y="3946"/>
                        <a:pt x="49562" y="1951"/>
                        <a:pt x="48276" y="310"/>
                      </a:cubicBezTo>
                      <a:lnTo>
                        <a:pt x="48055" y="0"/>
                      </a:lnTo>
                      <a:cubicBezTo>
                        <a:pt x="45262" y="2172"/>
                        <a:pt x="42735" y="4655"/>
                        <a:pt x="40164" y="7049"/>
                      </a:cubicBezTo>
                      <a:cubicBezTo>
                        <a:pt x="37637" y="9487"/>
                        <a:pt x="34844" y="11570"/>
                        <a:pt x="32583" y="14275"/>
                      </a:cubicBezTo>
                      <a:cubicBezTo>
                        <a:pt x="30234" y="16890"/>
                        <a:pt x="27928" y="19506"/>
                        <a:pt x="25756" y="22254"/>
                      </a:cubicBezTo>
                      <a:cubicBezTo>
                        <a:pt x="23628" y="24914"/>
                        <a:pt x="21900" y="28062"/>
                        <a:pt x="20259" y="3120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65" name="Forme libre : forme 25864">
                  <a:extLst>
                    <a:ext uri="{FF2B5EF4-FFF2-40B4-BE49-F238E27FC236}">
                      <a16:creationId xmlns:a16="http://schemas.microsoft.com/office/drawing/2014/main" id="{02BFB992-2EBE-4417-952B-5406E586E3BB}"/>
                    </a:ext>
                  </a:extLst>
                </p:cNvPr>
                <p:cNvSpPr/>
                <p:nvPr/>
              </p:nvSpPr>
              <p:spPr>
                <a:xfrm>
                  <a:off x="6415474" y="1317881"/>
                  <a:ext cx="24061" cy="26284"/>
                </a:xfrm>
                <a:custGeom>
                  <a:avLst/>
                  <a:gdLst>
                    <a:gd name="connsiteX0" fmla="*/ 22760 w 24061"/>
                    <a:gd name="connsiteY0" fmla="*/ 1408 h 26284"/>
                    <a:gd name="connsiteX1" fmla="*/ 23425 w 24061"/>
                    <a:gd name="connsiteY1" fmla="*/ 8589 h 26284"/>
                    <a:gd name="connsiteX2" fmla="*/ 17884 w 24061"/>
                    <a:gd name="connsiteY2" fmla="*/ 18209 h 26284"/>
                    <a:gd name="connsiteX3" fmla="*/ 13540 w 24061"/>
                    <a:gd name="connsiteY3" fmla="*/ 22332 h 26284"/>
                    <a:gd name="connsiteX4" fmla="*/ 9195 w 24061"/>
                    <a:gd name="connsiteY4" fmla="*/ 25169 h 26284"/>
                    <a:gd name="connsiteX5" fmla="*/ 1880 w 24061"/>
                    <a:gd name="connsiteY5" fmla="*/ 25391 h 26284"/>
                    <a:gd name="connsiteX6" fmla="*/ 285 w 24061"/>
                    <a:gd name="connsiteY6" fmla="*/ 18254 h 26284"/>
                    <a:gd name="connsiteX7" fmla="*/ 2146 w 24061"/>
                    <a:gd name="connsiteY7" fmla="*/ 13067 h 26284"/>
                    <a:gd name="connsiteX8" fmla="*/ 5826 w 24061"/>
                    <a:gd name="connsiteY8" fmla="*/ 7747 h 26284"/>
                    <a:gd name="connsiteX9" fmla="*/ 15357 w 24061"/>
                    <a:gd name="connsiteY9" fmla="*/ 654 h 26284"/>
                    <a:gd name="connsiteX10" fmla="*/ 22760 w 24061"/>
                    <a:gd name="connsiteY10" fmla="*/ 1408 h 26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061" h="26284">
                      <a:moveTo>
                        <a:pt x="22760" y="1408"/>
                      </a:moveTo>
                      <a:cubicBezTo>
                        <a:pt x="24312" y="3004"/>
                        <a:pt x="24401" y="5664"/>
                        <a:pt x="23425" y="8589"/>
                      </a:cubicBezTo>
                      <a:cubicBezTo>
                        <a:pt x="22583" y="11648"/>
                        <a:pt x="20721" y="15106"/>
                        <a:pt x="17884" y="18209"/>
                      </a:cubicBezTo>
                      <a:cubicBezTo>
                        <a:pt x="16466" y="19761"/>
                        <a:pt x="14914" y="21091"/>
                        <a:pt x="13540" y="22332"/>
                      </a:cubicBezTo>
                      <a:cubicBezTo>
                        <a:pt x="12077" y="23529"/>
                        <a:pt x="10614" y="24504"/>
                        <a:pt x="9195" y="25169"/>
                      </a:cubicBezTo>
                      <a:cubicBezTo>
                        <a:pt x="6314" y="26499"/>
                        <a:pt x="3654" y="26721"/>
                        <a:pt x="1880" y="25391"/>
                      </a:cubicBezTo>
                      <a:cubicBezTo>
                        <a:pt x="107" y="24061"/>
                        <a:pt x="-380" y="21445"/>
                        <a:pt x="285" y="18254"/>
                      </a:cubicBezTo>
                      <a:cubicBezTo>
                        <a:pt x="639" y="16658"/>
                        <a:pt x="1260" y="14885"/>
                        <a:pt x="2146" y="13067"/>
                      </a:cubicBezTo>
                      <a:cubicBezTo>
                        <a:pt x="2989" y="11205"/>
                        <a:pt x="4275" y="9432"/>
                        <a:pt x="5826" y="7747"/>
                      </a:cubicBezTo>
                      <a:cubicBezTo>
                        <a:pt x="8885" y="4334"/>
                        <a:pt x="12343" y="1807"/>
                        <a:pt x="15357" y="654"/>
                      </a:cubicBezTo>
                      <a:cubicBezTo>
                        <a:pt x="18505" y="-410"/>
                        <a:pt x="21209" y="-188"/>
                        <a:pt x="22760" y="140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66" name="Forme libre : forme 25865">
                  <a:extLst>
                    <a:ext uri="{FF2B5EF4-FFF2-40B4-BE49-F238E27FC236}">
                      <a16:creationId xmlns:a16="http://schemas.microsoft.com/office/drawing/2014/main" id="{789BD3F8-B6EA-41A4-8629-EEE26A0401FF}"/>
                    </a:ext>
                  </a:extLst>
                </p:cNvPr>
                <p:cNvSpPr/>
                <p:nvPr/>
              </p:nvSpPr>
              <p:spPr>
                <a:xfrm>
                  <a:off x="6415379" y="1330372"/>
                  <a:ext cx="21880" cy="13749"/>
                </a:xfrm>
                <a:custGeom>
                  <a:avLst/>
                  <a:gdLst>
                    <a:gd name="connsiteX0" fmla="*/ 1001 w 21880"/>
                    <a:gd name="connsiteY0" fmla="*/ 3192 h 13749"/>
                    <a:gd name="connsiteX1" fmla="*/ 1887 w 21880"/>
                    <a:gd name="connsiteY1" fmla="*/ 12856 h 13749"/>
                    <a:gd name="connsiteX2" fmla="*/ 9202 w 21880"/>
                    <a:gd name="connsiteY2" fmla="*/ 12634 h 13749"/>
                    <a:gd name="connsiteX3" fmla="*/ 13546 w 21880"/>
                    <a:gd name="connsiteY3" fmla="*/ 9797 h 13749"/>
                    <a:gd name="connsiteX4" fmla="*/ 17891 w 21880"/>
                    <a:gd name="connsiteY4" fmla="*/ 5674 h 13749"/>
                    <a:gd name="connsiteX5" fmla="*/ 21880 w 21880"/>
                    <a:gd name="connsiteY5" fmla="*/ 0 h 13749"/>
                    <a:gd name="connsiteX6" fmla="*/ 18910 w 21880"/>
                    <a:gd name="connsiteY6" fmla="*/ 2438 h 13749"/>
                    <a:gd name="connsiteX7" fmla="*/ 8980 w 21880"/>
                    <a:gd name="connsiteY7" fmla="*/ 5408 h 13749"/>
                    <a:gd name="connsiteX8" fmla="*/ 1001 w 21880"/>
                    <a:gd name="connsiteY8" fmla="*/ 3192 h 13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880" h="13749">
                      <a:moveTo>
                        <a:pt x="1001" y="3192"/>
                      </a:moveTo>
                      <a:cubicBezTo>
                        <a:pt x="-551" y="7536"/>
                        <a:pt x="-330" y="11216"/>
                        <a:pt x="1887" y="12856"/>
                      </a:cubicBezTo>
                      <a:cubicBezTo>
                        <a:pt x="3660" y="14186"/>
                        <a:pt x="6320" y="13964"/>
                        <a:pt x="9202" y="12634"/>
                      </a:cubicBezTo>
                      <a:cubicBezTo>
                        <a:pt x="10620" y="11969"/>
                        <a:pt x="12128" y="11038"/>
                        <a:pt x="13546" y="9797"/>
                      </a:cubicBezTo>
                      <a:cubicBezTo>
                        <a:pt x="14965" y="8556"/>
                        <a:pt x="16472" y="7226"/>
                        <a:pt x="17891" y="5674"/>
                      </a:cubicBezTo>
                      <a:cubicBezTo>
                        <a:pt x="19531" y="3857"/>
                        <a:pt x="20861" y="1951"/>
                        <a:pt x="21880" y="0"/>
                      </a:cubicBezTo>
                      <a:cubicBezTo>
                        <a:pt x="20994" y="931"/>
                        <a:pt x="20018" y="1773"/>
                        <a:pt x="18910" y="2438"/>
                      </a:cubicBezTo>
                      <a:cubicBezTo>
                        <a:pt x="15763" y="4167"/>
                        <a:pt x="12039" y="5054"/>
                        <a:pt x="8980" y="5408"/>
                      </a:cubicBezTo>
                      <a:cubicBezTo>
                        <a:pt x="5832" y="5719"/>
                        <a:pt x="2951" y="5098"/>
                        <a:pt x="1001" y="3192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67" name="Forme libre : forme 25866">
                  <a:extLst>
                    <a:ext uri="{FF2B5EF4-FFF2-40B4-BE49-F238E27FC236}">
                      <a16:creationId xmlns:a16="http://schemas.microsoft.com/office/drawing/2014/main" id="{1AA76BED-F0C4-4B0C-9C67-7ECFD77BD8F4}"/>
                    </a:ext>
                  </a:extLst>
                </p:cNvPr>
                <p:cNvSpPr/>
                <p:nvPr/>
              </p:nvSpPr>
              <p:spPr>
                <a:xfrm>
                  <a:off x="6417824" y="1318023"/>
                  <a:ext cx="24092" cy="25969"/>
                </a:xfrm>
                <a:custGeom>
                  <a:avLst/>
                  <a:gdLst>
                    <a:gd name="connsiteX0" fmla="*/ 22805 w 24092"/>
                    <a:gd name="connsiteY0" fmla="*/ 1488 h 25969"/>
                    <a:gd name="connsiteX1" fmla="*/ 23470 w 24092"/>
                    <a:gd name="connsiteY1" fmla="*/ 8669 h 25969"/>
                    <a:gd name="connsiteX2" fmla="*/ 17884 w 24092"/>
                    <a:gd name="connsiteY2" fmla="*/ 18112 h 25969"/>
                    <a:gd name="connsiteX3" fmla="*/ 13495 w 24092"/>
                    <a:gd name="connsiteY3" fmla="*/ 22102 h 25969"/>
                    <a:gd name="connsiteX4" fmla="*/ 9151 w 24092"/>
                    <a:gd name="connsiteY4" fmla="*/ 24894 h 25969"/>
                    <a:gd name="connsiteX5" fmla="*/ 1881 w 24092"/>
                    <a:gd name="connsiteY5" fmla="*/ 25072 h 25969"/>
                    <a:gd name="connsiteX6" fmla="*/ 285 w 24092"/>
                    <a:gd name="connsiteY6" fmla="*/ 17934 h 25969"/>
                    <a:gd name="connsiteX7" fmla="*/ 2102 w 24092"/>
                    <a:gd name="connsiteY7" fmla="*/ 12748 h 25969"/>
                    <a:gd name="connsiteX8" fmla="*/ 5826 w 24092"/>
                    <a:gd name="connsiteY8" fmla="*/ 7517 h 25969"/>
                    <a:gd name="connsiteX9" fmla="*/ 15402 w 24092"/>
                    <a:gd name="connsiteY9" fmla="*/ 601 h 25969"/>
                    <a:gd name="connsiteX10" fmla="*/ 22805 w 24092"/>
                    <a:gd name="connsiteY10" fmla="*/ 1488 h 25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092" h="25969">
                      <a:moveTo>
                        <a:pt x="22805" y="1488"/>
                      </a:moveTo>
                      <a:cubicBezTo>
                        <a:pt x="24312" y="3128"/>
                        <a:pt x="24445" y="5788"/>
                        <a:pt x="23470" y="8669"/>
                      </a:cubicBezTo>
                      <a:cubicBezTo>
                        <a:pt x="22450" y="11506"/>
                        <a:pt x="20721" y="15097"/>
                        <a:pt x="17884" y="18112"/>
                      </a:cubicBezTo>
                      <a:cubicBezTo>
                        <a:pt x="16510" y="19663"/>
                        <a:pt x="14958" y="20905"/>
                        <a:pt x="13495" y="22102"/>
                      </a:cubicBezTo>
                      <a:cubicBezTo>
                        <a:pt x="12077" y="23299"/>
                        <a:pt x="10569" y="24229"/>
                        <a:pt x="9151" y="24894"/>
                      </a:cubicBezTo>
                      <a:cubicBezTo>
                        <a:pt x="6314" y="26180"/>
                        <a:pt x="3654" y="26402"/>
                        <a:pt x="1881" y="25072"/>
                      </a:cubicBezTo>
                      <a:cubicBezTo>
                        <a:pt x="107" y="23742"/>
                        <a:pt x="-380" y="21126"/>
                        <a:pt x="285" y="17934"/>
                      </a:cubicBezTo>
                      <a:cubicBezTo>
                        <a:pt x="595" y="16339"/>
                        <a:pt x="1216" y="14565"/>
                        <a:pt x="2102" y="12748"/>
                      </a:cubicBezTo>
                      <a:cubicBezTo>
                        <a:pt x="2989" y="10975"/>
                        <a:pt x="4363" y="9246"/>
                        <a:pt x="5826" y="7517"/>
                      </a:cubicBezTo>
                      <a:cubicBezTo>
                        <a:pt x="8929" y="4192"/>
                        <a:pt x="12165" y="1576"/>
                        <a:pt x="15402" y="601"/>
                      </a:cubicBezTo>
                      <a:cubicBezTo>
                        <a:pt x="18593" y="-419"/>
                        <a:pt x="21253" y="-153"/>
                        <a:pt x="22805" y="148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68" name="Forme libre : forme 25867">
                  <a:extLst>
                    <a:ext uri="{FF2B5EF4-FFF2-40B4-BE49-F238E27FC236}">
                      <a16:creationId xmlns:a16="http://schemas.microsoft.com/office/drawing/2014/main" id="{89F7D61B-B73D-4658-BC58-EC5A53AC0D32}"/>
                    </a:ext>
                  </a:extLst>
                </p:cNvPr>
                <p:cNvSpPr/>
                <p:nvPr/>
              </p:nvSpPr>
              <p:spPr>
                <a:xfrm>
                  <a:off x="6401394" y="1329209"/>
                  <a:ext cx="40999" cy="28959"/>
                </a:xfrm>
                <a:custGeom>
                  <a:avLst/>
                  <a:gdLst>
                    <a:gd name="connsiteX0" fmla="*/ 9001 w 40999"/>
                    <a:gd name="connsiteY0" fmla="*/ 25677 h 28959"/>
                    <a:gd name="connsiteX1" fmla="*/ 15695 w 40999"/>
                    <a:gd name="connsiteY1" fmla="*/ 28913 h 28959"/>
                    <a:gd name="connsiteX2" fmla="*/ 31122 w 40999"/>
                    <a:gd name="connsiteY2" fmla="*/ 21200 h 28959"/>
                    <a:gd name="connsiteX3" fmla="*/ 36397 w 40999"/>
                    <a:gd name="connsiteY3" fmla="*/ 15259 h 28959"/>
                    <a:gd name="connsiteX4" fmla="*/ 40254 w 40999"/>
                    <a:gd name="connsiteY4" fmla="*/ 8787 h 28959"/>
                    <a:gd name="connsiteX5" fmla="*/ 38348 w 40999"/>
                    <a:gd name="connsiteY5" fmla="*/ 143 h 28959"/>
                    <a:gd name="connsiteX6" fmla="*/ 32009 w 40999"/>
                    <a:gd name="connsiteY6" fmla="*/ 1561 h 28959"/>
                    <a:gd name="connsiteX7" fmla="*/ 24162 w 40999"/>
                    <a:gd name="connsiteY7" fmla="*/ 4265 h 28959"/>
                    <a:gd name="connsiteX8" fmla="*/ 16537 w 40999"/>
                    <a:gd name="connsiteY8" fmla="*/ 6260 h 28959"/>
                    <a:gd name="connsiteX9" fmla="*/ 356 w 40999"/>
                    <a:gd name="connsiteY9" fmla="*/ 14772 h 28959"/>
                    <a:gd name="connsiteX10" fmla="*/ 9001 w 40999"/>
                    <a:gd name="connsiteY10" fmla="*/ 25677 h 28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999" h="28959">
                      <a:moveTo>
                        <a:pt x="9001" y="25677"/>
                      </a:moveTo>
                      <a:cubicBezTo>
                        <a:pt x="10996" y="27140"/>
                        <a:pt x="13080" y="28647"/>
                        <a:pt x="15695" y="28913"/>
                      </a:cubicBezTo>
                      <a:cubicBezTo>
                        <a:pt x="20749" y="29445"/>
                        <a:pt x="26379" y="25323"/>
                        <a:pt x="31122" y="21200"/>
                      </a:cubicBezTo>
                      <a:cubicBezTo>
                        <a:pt x="33073" y="19427"/>
                        <a:pt x="34890" y="17432"/>
                        <a:pt x="36397" y="15259"/>
                      </a:cubicBezTo>
                      <a:cubicBezTo>
                        <a:pt x="38038" y="13265"/>
                        <a:pt x="39412" y="11092"/>
                        <a:pt x="40254" y="8787"/>
                      </a:cubicBezTo>
                      <a:cubicBezTo>
                        <a:pt x="41540" y="5329"/>
                        <a:pt x="41318" y="985"/>
                        <a:pt x="38348" y="143"/>
                      </a:cubicBezTo>
                      <a:cubicBezTo>
                        <a:pt x="36486" y="-389"/>
                        <a:pt x="34181" y="675"/>
                        <a:pt x="32009" y="1561"/>
                      </a:cubicBezTo>
                      <a:cubicBezTo>
                        <a:pt x="29438" y="2625"/>
                        <a:pt x="26778" y="3512"/>
                        <a:pt x="24162" y="4265"/>
                      </a:cubicBezTo>
                      <a:cubicBezTo>
                        <a:pt x="21547" y="5063"/>
                        <a:pt x="19064" y="5773"/>
                        <a:pt x="16537" y="6260"/>
                      </a:cubicBezTo>
                      <a:cubicBezTo>
                        <a:pt x="12326" y="7058"/>
                        <a:pt x="2617" y="7768"/>
                        <a:pt x="356" y="14772"/>
                      </a:cubicBezTo>
                      <a:cubicBezTo>
                        <a:pt x="-1771" y="20845"/>
                        <a:pt x="6208" y="23638"/>
                        <a:pt x="9001" y="2567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69" name="Forme libre : forme 25868">
                  <a:extLst>
                    <a:ext uri="{FF2B5EF4-FFF2-40B4-BE49-F238E27FC236}">
                      <a16:creationId xmlns:a16="http://schemas.microsoft.com/office/drawing/2014/main" id="{E4D17914-CA75-4569-9A48-C19FE96FED76}"/>
                    </a:ext>
                  </a:extLst>
                </p:cNvPr>
                <p:cNvSpPr/>
                <p:nvPr/>
              </p:nvSpPr>
              <p:spPr>
                <a:xfrm>
                  <a:off x="6406834" y="1331406"/>
                  <a:ext cx="7241" cy="14152"/>
                </a:xfrm>
                <a:custGeom>
                  <a:avLst/>
                  <a:gdLst>
                    <a:gd name="connsiteX0" fmla="*/ 413 w 7241"/>
                    <a:gd name="connsiteY0" fmla="*/ 12265 h 14152"/>
                    <a:gd name="connsiteX1" fmla="*/ 1344 w 7241"/>
                    <a:gd name="connsiteY1" fmla="*/ 13905 h 14152"/>
                    <a:gd name="connsiteX2" fmla="*/ 3250 w 7241"/>
                    <a:gd name="connsiteY2" fmla="*/ 13728 h 14152"/>
                    <a:gd name="connsiteX3" fmla="*/ 4536 w 7241"/>
                    <a:gd name="connsiteY3" fmla="*/ 11733 h 14152"/>
                    <a:gd name="connsiteX4" fmla="*/ 6752 w 7241"/>
                    <a:gd name="connsiteY4" fmla="*/ 6147 h 14152"/>
                    <a:gd name="connsiteX5" fmla="*/ 7240 w 7241"/>
                    <a:gd name="connsiteY5" fmla="*/ 3842 h 14152"/>
                    <a:gd name="connsiteX6" fmla="*/ 2053 w 7241"/>
                    <a:gd name="connsiteY6" fmla="*/ 2113 h 14152"/>
                    <a:gd name="connsiteX7" fmla="*/ 413 w 7241"/>
                    <a:gd name="connsiteY7" fmla="*/ 12265 h 14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41" h="14152">
                      <a:moveTo>
                        <a:pt x="413" y="12265"/>
                      </a:moveTo>
                      <a:cubicBezTo>
                        <a:pt x="590" y="12930"/>
                        <a:pt x="856" y="13551"/>
                        <a:pt x="1344" y="13905"/>
                      </a:cubicBezTo>
                      <a:cubicBezTo>
                        <a:pt x="1831" y="14260"/>
                        <a:pt x="2585" y="14260"/>
                        <a:pt x="3250" y="13728"/>
                      </a:cubicBezTo>
                      <a:cubicBezTo>
                        <a:pt x="3826" y="13240"/>
                        <a:pt x="4225" y="12442"/>
                        <a:pt x="4536" y="11733"/>
                      </a:cubicBezTo>
                      <a:cubicBezTo>
                        <a:pt x="5378" y="9871"/>
                        <a:pt x="6176" y="8054"/>
                        <a:pt x="6752" y="6147"/>
                      </a:cubicBezTo>
                      <a:cubicBezTo>
                        <a:pt x="6974" y="5394"/>
                        <a:pt x="7195" y="4596"/>
                        <a:pt x="7240" y="3842"/>
                      </a:cubicBezTo>
                      <a:cubicBezTo>
                        <a:pt x="7328" y="783"/>
                        <a:pt x="4668" y="-2098"/>
                        <a:pt x="2053" y="2113"/>
                      </a:cubicBezTo>
                      <a:cubicBezTo>
                        <a:pt x="-31" y="5394"/>
                        <a:pt x="-430" y="9605"/>
                        <a:pt x="413" y="1226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70" name="Forme libre : forme 25869">
                  <a:extLst>
                    <a:ext uri="{FF2B5EF4-FFF2-40B4-BE49-F238E27FC236}">
                      <a16:creationId xmlns:a16="http://schemas.microsoft.com/office/drawing/2014/main" id="{36D6B450-4123-41E7-ADF6-A00E1C55D021}"/>
                    </a:ext>
                  </a:extLst>
                </p:cNvPr>
                <p:cNvSpPr/>
                <p:nvPr/>
              </p:nvSpPr>
              <p:spPr>
                <a:xfrm>
                  <a:off x="6447145" y="1313615"/>
                  <a:ext cx="5108" cy="24071"/>
                </a:xfrm>
                <a:custGeom>
                  <a:avLst/>
                  <a:gdLst>
                    <a:gd name="connsiteX0" fmla="*/ 2217 w 5108"/>
                    <a:gd name="connsiteY0" fmla="*/ 0 h 24071"/>
                    <a:gd name="connsiteX1" fmla="*/ 4876 w 5108"/>
                    <a:gd name="connsiteY1" fmla="*/ 6339 h 24071"/>
                    <a:gd name="connsiteX2" fmla="*/ 4566 w 5108"/>
                    <a:gd name="connsiteY2" fmla="*/ 13964 h 24071"/>
                    <a:gd name="connsiteX3" fmla="*/ 0 w 5108"/>
                    <a:gd name="connsiteY3" fmla="*/ 24072 h 24071"/>
                    <a:gd name="connsiteX4" fmla="*/ 975 w 5108"/>
                    <a:gd name="connsiteY4" fmla="*/ 21900 h 24071"/>
                    <a:gd name="connsiteX5" fmla="*/ 2926 w 5108"/>
                    <a:gd name="connsiteY5" fmla="*/ 16535 h 24071"/>
                    <a:gd name="connsiteX6" fmla="*/ 3901 w 5108"/>
                    <a:gd name="connsiteY6" fmla="*/ 8822 h 24071"/>
                    <a:gd name="connsiteX7" fmla="*/ 2217 w 5108"/>
                    <a:gd name="connsiteY7" fmla="*/ 0 h 24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08" h="24071">
                      <a:moveTo>
                        <a:pt x="2217" y="0"/>
                      </a:moveTo>
                      <a:cubicBezTo>
                        <a:pt x="2217" y="0"/>
                        <a:pt x="4300" y="2305"/>
                        <a:pt x="4876" y="6339"/>
                      </a:cubicBezTo>
                      <a:cubicBezTo>
                        <a:pt x="5187" y="8423"/>
                        <a:pt x="5275" y="11038"/>
                        <a:pt x="4566" y="13964"/>
                      </a:cubicBezTo>
                      <a:cubicBezTo>
                        <a:pt x="3945" y="17023"/>
                        <a:pt x="2349" y="20082"/>
                        <a:pt x="0" y="24072"/>
                      </a:cubicBezTo>
                      <a:cubicBezTo>
                        <a:pt x="0" y="24072"/>
                        <a:pt x="399" y="23274"/>
                        <a:pt x="975" y="21900"/>
                      </a:cubicBezTo>
                      <a:cubicBezTo>
                        <a:pt x="1596" y="20614"/>
                        <a:pt x="2305" y="18796"/>
                        <a:pt x="2926" y="16535"/>
                      </a:cubicBezTo>
                      <a:cubicBezTo>
                        <a:pt x="3502" y="14319"/>
                        <a:pt x="3945" y="11659"/>
                        <a:pt x="3901" y="8822"/>
                      </a:cubicBezTo>
                      <a:cubicBezTo>
                        <a:pt x="3812" y="5896"/>
                        <a:pt x="3458" y="2970"/>
                        <a:pt x="22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71" name="Forme libre : forme 25870">
                  <a:extLst>
                    <a:ext uri="{FF2B5EF4-FFF2-40B4-BE49-F238E27FC236}">
                      <a16:creationId xmlns:a16="http://schemas.microsoft.com/office/drawing/2014/main" id="{BA42DFA1-2D14-40CB-B014-DFB1E69CEDE1}"/>
                    </a:ext>
                  </a:extLst>
                </p:cNvPr>
                <p:cNvSpPr/>
                <p:nvPr/>
              </p:nvSpPr>
              <p:spPr>
                <a:xfrm>
                  <a:off x="6394931" y="1331081"/>
                  <a:ext cx="5444" cy="27795"/>
                </a:xfrm>
                <a:custGeom>
                  <a:avLst/>
                  <a:gdLst>
                    <a:gd name="connsiteX0" fmla="*/ 5445 w 5444"/>
                    <a:gd name="connsiteY0" fmla="*/ 0 h 27795"/>
                    <a:gd name="connsiteX1" fmla="*/ 3672 w 5444"/>
                    <a:gd name="connsiteY1" fmla="*/ 2926 h 27795"/>
                    <a:gd name="connsiteX2" fmla="*/ 879 w 5444"/>
                    <a:gd name="connsiteY2" fmla="*/ 10240 h 27795"/>
                    <a:gd name="connsiteX3" fmla="*/ 214 w 5444"/>
                    <a:gd name="connsiteY3" fmla="*/ 19328 h 27795"/>
                    <a:gd name="connsiteX4" fmla="*/ 5090 w 5444"/>
                    <a:gd name="connsiteY4" fmla="*/ 27795 h 27795"/>
                    <a:gd name="connsiteX5" fmla="*/ 1721 w 5444"/>
                    <a:gd name="connsiteY5" fmla="*/ 20437 h 27795"/>
                    <a:gd name="connsiteX6" fmla="*/ 1411 w 5444"/>
                    <a:gd name="connsiteY6" fmla="*/ 11703 h 27795"/>
                    <a:gd name="connsiteX7" fmla="*/ 5445 w 5444"/>
                    <a:gd name="connsiteY7" fmla="*/ 0 h 27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44" h="27795">
                      <a:moveTo>
                        <a:pt x="5445" y="0"/>
                      </a:moveTo>
                      <a:cubicBezTo>
                        <a:pt x="5445" y="0"/>
                        <a:pt x="4603" y="1108"/>
                        <a:pt x="3672" y="2926"/>
                      </a:cubicBezTo>
                      <a:cubicBezTo>
                        <a:pt x="2741" y="4788"/>
                        <a:pt x="1632" y="7359"/>
                        <a:pt x="879" y="10240"/>
                      </a:cubicBezTo>
                      <a:cubicBezTo>
                        <a:pt x="125" y="13122"/>
                        <a:pt x="-274" y="16314"/>
                        <a:pt x="214" y="19328"/>
                      </a:cubicBezTo>
                      <a:cubicBezTo>
                        <a:pt x="790" y="22387"/>
                        <a:pt x="2253" y="25357"/>
                        <a:pt x="5090" y="27795"/>
                      </a:cubicBezTo>
                      <a:cubicBezTo>
                        <a:pt x="5090" y="27795"/>
                        <a:pt x="2918" y="25224"/>
                        <a:pt x="1721" y="20437"/>
                      </a:cubicBezTo>
                      <a:cubicBezTo>
                        <a:pt x="1189" y="18087"/>
                        <a:pt x="968" y="15161"/>
                        <a:pt x="1411" y="11703"/>
                      </a:cubicBezTo>
                      <a:cubicBezTo>
                        <a:pt x="1943" y="8334"/>
                        <a:pt x="2874" y="4300"/>
                        <a:pt x="54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72" name="Forme libre : forme 25871">
                  <a:extLst>
                    <a:ext uri="{FF2B5EF4-FFF2-40B4-BE49-F238E27FC236}">
                      <a16:creationId xmlns:a16="http://schemas.microsoft.com/office/drawing/2014/main" id="{076263D5-7CB4-47E1-A6BD-773550674F0C}"/>
                    </a:ext>
                  </a:extLst>
                </p:cNvPr>
                <p:cNvSpPr/>
                <p:nvPr/>
              </p:nvSpPr>
              <p:spPr>
                <a:xfrm>
                  <a:off x="6421594" y="1321732"/>
                  <a:ext cx="10262" cy="8641"/>
                </a:xfrm>
                <a:custGeom>
                  <a:avLst/>
                  <a:gdLst>
                    <a:gd name="connsiteX0" fmla="*/ 10168 w 10262"/>
                    <a:gd name="connsiteY0" fmla="*/ 882 h 8641"/>
                    <a:gd name="connsiteX1" fmla="*/ 6178 w 10262"/>
                    <a:gd name="connsiteY1" fmla="*/ 6867 h 8641"/>
                    <a:gd name="connsiteX2" fmla="*/ 105 w 10262"/>
                    <a:gd name="connsiteY2" fmla="*/ 7842 h 8641"/>
                    <a:gd name="connsiteX3" fmla="*/ 4183 w 10262"/>
                    <a:gd name="connsiteY3" fmla="*/ 1768 h 8641"/>
                    <a:gd name="connsiteX4" fmla="*/ 10168 w 10262"/>
                    <a:gd name="connsiteY4" fmla="*/ 882 h 8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62" h="8641">
                      <a:moveTo>
                        <a:pt x="10168" y="882"/>
                      </a:moveTo>
                      <a:cubicBezTo>
                        <a:pt x="10700" y="2345"/>
                        <a:pt x="8927" y="5005"/>
                        <a:pt x="6178" y="6867"/>
                      </a:cubicBezTo>
                      <a:cubicBezTo>
                        <a:pt x="3430" y="8773"/>
                        <a:pt x="681" y="9216"/>
                        <a:pt x="105" y="7842"/>
                      </a:cubicBezTo>
                      <a:cubicBezTo>
                        <a:pt x="-471" y="6468"/>
                        <a:pt x="1390" y="3719"/>
                        <a:pt x="4183" y="1768"/>
                      </a:cubicBezTo>
                      <a:cubicBezTo>
                        <a:pt x="6976" y="-182"/>
                        <a:pt x="9636" y="-581"/>
                        <a:pt x="10168" y="88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73" name="Forme libre : forme 25872">
                  <a:extLst>
                    <a:ext uri="{FF2B5EF4-FFF2-40B4-BE49-F238E27FC236}">
                      <a16:creationId xmlns:a16="http://schemas.microsoft.com/office/drawing/2014/main" id="{20DCBA58-49C8-48C0-81F7-69A0BCAB0909}"/>
                    </a:ext>
                  </a:extLst>
                </p:cNvPr>
                <p:cNvSpPr/>
                <p:nvPr/>
              </p:nvSpPr>
              <p:spPr>
                <a:xfrm>
                  <a:off x="6429934" y="1320599"/>
                  <a:ext cx="2757" cy="2954"/>
                </a:xfrm>
                <a:custGeom>
                  <a:avLst/>
                  <a:gdLst>
                    <a:gd name="connsiteX0" fmla="*/ 2494 w 2757"/>
                    <a:gd name="connsiteY0" fmla="*/ 242 h 2954"/>
                    <a:gd name="connsiteX1" fmla="*/ 2228 w 2757"/>
                    <a:gd name="connsiteY1" fmla="*/ 2281 h 2954"/>
                    <a:gd name="connsiteX2" fmla="*/ 277 w 2757"/>
                    <a:gd name="connsiteY2" fmla="*/ 2724 h 2954"/>
                    <a:gd name="connsiteX3" fmla="*/ 543 w 2757"/>
                    <a:gd name="connsiteY3" fmla="*/ 685 h 2954"/>
                    <a:gd name="connsiteX4" fmla="*/ 2494 w 2757"/>
                    <a:gd name="connsiteY4" fmla="*/ 242 h 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7" h="2954">
                      <a:moveTo>
                        <a:pt x="2494" y="242"/>
                      </a:moveTo>
                      <a:cubicBezTo>
                        <a:pt x="2937" y="685"/>
                        <a:pt x="2804" y="1616"/>
                        <a:pt x="2228" y="2281"/>
                      </a:cubicBezTo>
                      <a:cubicBezTo>
                        <a:pt x="1607" y="2946"/>
                        <a:pt x="720" y="3167"/>
                        <a:pt x="277" y="2724"/>
                      </a:cubicBezTo>
                      <a:cubicBezTo>
                        <a:pt x="-166" y="2281"/>
                        <a:pt x="-78" y="1394"/>
                        <a:pt x="543" y="685"/>
                      </a:cubicBezTo>
                      <a:cubicBezTo>
                        <a:pt x="1164" y="-24"/>
                        <a:pt x="2050" y="-202"/>
                        <a:pt x="2494" y="2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74" name="Forme libre : forme 25873">
                  <a:extLst>
                    <a:ext uri="{FF2B5EF4-FFF2-40B4-BE49-F238E27FC236}">
                      <a16:creationId xmlns:a16="http://schemas.microsoft.com/office/drawing/2014/main" id="{9F57355E-9E14-4372-B536-08D2F7F5A639}"/>
                    </a:ext>
                  </a:extLst>
                </p:cNvPr>
                <p:cNvSpPr/>
                <p:nvPr/>
              </p:nvSpPr>
              <p:spPr>
                <a:xfrm>
                  <a:off x="6412420" y="1305471"/>
                  <a:ext cx="32463" cy="17305"/>
                </a:xfrm>
                <a:custGeom>
                  <a:avLst/>
                  <a:gdLst>
                    <a:gd name="connsiteX0" fmla="*/ 23111 w 32463"/>
                    <a:gd name="connsiteY0" fmla="*/ 342 h 17305"/>
                    <a:gd name="connsiteX1" fmla="*/ 31533 w 32463"/>
                    <a:gd name="connsiteY1" fmla="*/ 6371 h 17305"/>
                    <a:gd name="connsiteX2" fmla="*/ 31844 w 32463"/>
                    <a:gd name="connsiteY2" fmla="*/ 10316 h 17305"/>
                    <a:gd name="connsiteX3" fmla="*/ 27898 w 32463"/>
                    <a:gd name="connsiteY3" fmla="*/ 11247 h 17305"/>
                    <a:gd name="connsiteX4" fmla="*/ 15929 w 32463"/>
                    <a:gd name="connsiteY4" fmla="*/ 9651 h 17305"/>
                    <a:gd name="connsiteX5" fmla="*/ 7107 w 32463"/>
                    <a:gd name="connsiteY5" fmla="*/ 14838 h 17305"/>
                    <a:gd name="connsiteX6" fmla="*/ 14 w 32463"/>
                    <a:gd name="connsiteY6" fmla="*/ 16212 h 17305"/>
                    <a:gd name="connsiteX7" fmla="*/ 5068 w 32463"/>
                    <a:gd name="connsiteY7" fmla="*/ 7745 h 17305"/>
                    <a:gd name="connsiteX8" fmla="*/ 9546 w 32463"/>
                    <a:gd name="connsiteY8" fmla="*/ 3755 h 17305"/>
                    <a:gd name="connsiteX9" fmla="*/ 13446 w 32463"/>
                    <a:gd name="connsiteY9" fmla="*/ 1494 h 17305"/>
                    <a:gd name="connsiteX10" fmla="*/ 23111 w 32463"/>
                    <a:gd name="connsiteY10" fmla="*/ 342 h 17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463" h="17305">
                      <a:moveTo>
                        <a:pt x="23111" y="342"/>
                      </a:moveTo>
                      <a:cubicBezTo>
                        <a:pt x="26746" y="1228"/>
                        <a:pt x="29361" y="3622"/>
                        <a:pt x="31533" y="6371"/>
                      </a:cubicBezTo>
                      <a:cubicBezTo>
                        <a:pt x="32331" y="7390"/>
                        <a:pt x="32996" y="8942"/>
                        <a:pt x="31844" y="10316"/>
                      </a:cubicBezTo>
                      <a:cubicBezTo>
                        <a:pt x="30780" y="11557"/>
                        <a:pt x="29140" y="11513"/>
                        <a:pt x="27898" y="11247"/>
                      </a:cubicBezTo>
                      <a:cubicBezTo>
                        <a:pt x="24086" y="10360"/>
                        <a:pt x="20584" y="8410"/>
                        <a:pt x="15929" y="9651"/>
                      </a:cubicBezTo>
                      <a:cubicBezTo>
                        <a:pt x="14466" y="10006"/>
                        <a:pt x="10698" y="12754"/>
                        <a:pt x="7107" y="14838"/>
                      </a:cubicBezTo>
                      <a:cubicBezTo>
                        <a:pt x="3561" y="16921"/>
                        <a:pt x="236" y="18429"/>
                        <a:pt x="14" y="16212"/>
                      </a:cubicBezTo>
                      <a:cubicBezTo>
                        <a:pt x="-207" y="13996"/>
                        <a:pt x="2186" y="10671"/>
                        <a:pt x="5068" y="7745"/>
                      </a:cubicBezTo>
                      <a:cubicBezTo>
                        <a:pt x="6531" y="6282"/>
                        <a:pt x="8038" y="4863"/>
                        <a:pt x="9546" y="3755"/>
                      </a:cubicBezTo>
                      <a:cubicBezTo>
                        <a:pt x="11097" y="2691"/>
                        <a:pt x="12471" y="1893"/>
                        <a:pt x="13446" y="1494"/>
                      </a:cubicBezTo>
                      <a:cubicBezTo>
                        <a:pt x="16904" y="-57"/>
                        <a:pt x="20362" y="-323"/>
                        <a:pt x="23111" y="34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09" name="Graphique 2">
                <a:extLst>
                  <a:ext uri="{FF2B5EF4-FFF2-40B4-BE49-F238E27FC236}">
                    <a16:creationId xmlns:a16="http://schemas.microsoft.com/office/drawing/2014/main" id="{99BE4131-FE31-4657-8FA7-92B3DE7CB102}"/>
                  </a:ext>
                </a:extLst>
              </p:cNvPr>
              <p:cNvGrpSpPr/>
              <p:nvPr/>
            </p:nvGrpSpPr>
            <p:grpSpPr>
              <a:xfrm>
                <a:off x="6442548" y="1264540"/>
                <a:ext cx="70920" cy="54443"/>
                <a:chOff x="6442548" y="1264540"/>
                <a:chExt cx="70920" cy="54443"/>
              </a:xfrm>
              <a:solidFill>
                <a:schemeClr val="accent1"/>
              </a:solidFill>
            </p:grpSpPr>
            <p:sp>
              <p:nvSpPr>
                <p:cNvPr id="25851" name="Forme libre : forme 25850">
                  <a:extLst>
                    <a:ext uri="{FF2B5EF4-FFF2-40B4-BE49-F238E27FC236}">
                      <a16:creationId xmlns:a16="http://schemas.microsoft.com/office/drawing/2014/main" id="{48FC0699-6328-40D3-8D44-A3F8F1EF2191}"/>
                    </a:ext>
                  </a:extLst>
                </p:cNvPr>
                <p:cNvSpPr/>
                <p:nvPr/>
              </p:nvSpPr>
              <p:spPr>
                <a:xfrm>
                  <a:off x="6442548" y="1264540"/>
                  <a:ext cx="70920" cy="54398"/>
                </a:xfrm>
                <a:custGeom>
                  <a:avLst/>
                  <a:gdLst>
                    <a:gd name="connsiteX0" fmla="*/ 54514 w 70920"/>
                    <a:gd name="connsiteY0" fmla="*/ 43444 h 54398"/>
                    <a:gd name="connsiteX1" fmla="*/ 49327 w 70920"/>
                    <a:gd name="connsiteY1" fmla="*/ 44863 h 54398"/>
                    <a:gd name="connsiteX2" fmla="*/ 44362 w 70920"/>
                    <a:gd name="connsiteY2" fmla="*/ 46858 h 54398"/>
                    <a:gd name="connsiteX3" fmla="*/ 39442 w 70920"/>
                    <a:gd name="connsiteY3" fmla="*/ 48941 h 54398"/>
                    <a:gd name="connsiteX4" fmla="*/ 36959 w 70920"/>
                    <a:gd name="connsiteY4" fmla="*/ 49961 h 54398"/>
                    <a:gd name="connsiteX5" fmla="*/ 34609 w 70920"/>
                    <a:gd name="connsiteY5" fmla="*/ 51291 h 54398"/>
                    <a:gd name="connsiteX6" fmla="*/ 27783 w 70920"/>
                    <a:gd name="connsiteY6" fmla="*/ 53818 h 54398"/>
                    <a:gd name="connsiteX7" fmla="*/ 20911 w 70920"/>
                    <a:gd name="connsiteY7" fmla="*/ 54394 h 54398"/>
                    <a:gd name="connsiteX8" fmla="*/ 9563 w 70920"/>
                    <a:gd name="connsiteY8" fmla="*/ 49163 h 54398"/>
                    <a:gd name="connsiteX9" fmla="*/ 2248 w 70920"/>
                    <a:gd name="connsiteY9" fmla="*/ 39898 h 54398"/>
                    <a:gd name="connsiteX10" fmla="*/ 1273 w 70920"/>
                    <a:gd name="connsiteY10" fmla="*/ 26820 h 54398"/>
                    <a:gd name="connsiteX11" fmla="*/ 6060 w 70920"/>
                    <a:gd name="connsiteY11" fmla="*/ 19506 h 54398"/>
                    <a:gd name="connsiteX12" fmla="*/ 14040 w 70920"/>
                    <a:gd name="connsiteY12" fmla="*/ 13299 h 54398"/>
                    <a:gd name="connsiteX13" fmla="*/ 17365 w 70920"/>
                    <a:gd name="connsiteY13" fmla="*/ 11393 h 54398"/>
                    <a:gd name="connsiteX14" fmla="*/ 20867 w 70920"/>
                    <a:gd name="connsiteY14" fmla="*/ 9841 h 54398"/>
                    <a:gd name="connsiteX15" fmla="*/ 27871 w 70920"/>
                    <a:gd name="connsiteY15" fmla="*/ 6738 h 54398"/>
                    <a:gd name="connsiteX16" fmla="*/ 34964 w 70920"/>
                    <a:gd name="connsiteY16" fmla="*/ 3812 h 54398"/>
                    <a:gd name="connsiteX17" fmla="*/ 42279 w 70920"/>
                    <a:gd name="connsiteY17" fmla="*/ 1596 h 54398"/>
                    <a:gd name="connsiteX18" fmla="*/ 52209 w 70920"/>
                    <a:gd name="connsiteY18" fmla="*/ 0 h 54398"/>
                    <a:gd name="connsiteX19" fmla="*/ 60765 w 70920"/>
                    <a:gd name="connsiteY19" fmla="*/ 1995 h 54398"/>
                    <a:gd name="connsiteX20" fmla="*/ 69365 w 70920"/>
                    <a:gd name="connsiteY20" fmla="*/ 11969 h 54398"/>
                    <a:gd name="connsiteX21" fmla="*/ 70828 w 70920"/>
                    <a:gd name="connsiteY21" fmla="*/ 23983 h 54398"/>
                    <a:gd name="connsiteX22" fmla="*/ 66572 w 70920"/>
                    <a:gd name="connsiteY22" fmla="*/ 35997 h 54398"/>
                    <a:gd name="connsiteX23" fmla="*/ 61208 w 70920"/>
                    <a:gd name="connsiteY23" fmla="*/ 40208 h 54398"/>
                    <a:gd name="connsiteX24" fmla="*/ 54514 w 70920"/>
                    <a:gd name="connsiteY24" fmla="*/ 43444 h 5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0920" h="54398">
                      <a:moveTo>
                        <a:pt x="54514" y="43444"/>
                      </a:moveTo>
                      <a:lnTo>
                        <a:pt x="49327" y="44863"/>
                      </a:lnTo>
                      <a:cubicBezTo>
                        <a:pt x="47598" y="45306"/>
                        <a:pt x="46047" y="46237"/>
                        <a:pt x="44362" y="46858"/>
                      </a:cubicBezTo>
                      <a:lnTo>
                        <a:pt x="39442" y="48941"/>
                      </a:lnTo>
                      <a:lnTo>
                        <a:pt x="36959" y="49961"/>
                      </a:lnTo>
                      <a:cubicBezTo>
                        <a:pt x="36161" y="50360"/>
                        <a:pt x="35407" y="50848"/>
                        <a:pt x="34609" y="51291"/>
                      </a:cubicBezTo>
                      <a:cubicBezTo>
                        <a:pt x="32437" y="52576"/>
                        <a:pt x="30132" y="53375"/>
                        <a:pt x="27783" y="53818"/>
                      </a:cubicBezTo>
                      <a:cubicBezTo>
                        <a:pt x="25389" y="54172"/>
                        <a:pt x="23083" y="54438"/>
                        <a:pt x="20911" y="54394"/>
                      </a:cubicBezTo>
                      <a:cubicBezTo>
                        <a:pt x="16478" y="54172"/>
                        <a:pt x="12222" y="52532"/>
                        <a:pt x="9563" y="49163"/>
                      </a:cubicBezTo>
                      <a:lnTo>
                        <a:pt x="2248" y="39898"/>
                      </a:lnTo>
                      <a:cubicBezTo>
                        <a:pt x="-412" y="36573"/>
                        <a:pt x="-678" y="31874"/>
                        <a:pt x="1273" y="26820"/>
                      </a:cubicBezTo>
                      <a:cubicBezTo>
                        <a:pt x="2248" y="24293"/>
                        <a:pt x="3755" y="21678"/>
                        <a:pt x="6060" y="19506"/>
                      </a:cubicBezTo>
                      <a:cubicBezTo>
                        <a:pt x="8277" y="17245"/>
                        <a:pt x="10981" y="15117"/>
                        <a:pt x="14040" y="13299"/>
                      </a:cubicBezTo>
                      <a:cubicBezTo>
                        <a:pt x="15148" y="12679"/>
                        <a:pt x="16212" y="11969"/>
                        <a:pt x="17365" y="11393"/>
                      </a:cubicBezTo>
                      <a:lnTo>
                        <a:pt x="20867" y="9841"/>
                      </a:lnTo>
                      <a:lnTo>
                        <a:pt x="27871" y="6738"/>
                      </a:lnTo>
                      <a:cubicBezTo>
                        <a:pt x="30221" y="5763"/>
                        <a:pt x="32526" y="4566"/>
                        <a:pt x="34964" y="3812"/>
                      </a:cubicBezTo>
                      <a:lnTo>
                        <a:pt x="42279" y="1596"/>
                      </a:lnTo>
                      <a:cubicBezTo>
                        <a:pt x="45692" y="576"/>
                        <a:pt x="49106" y="0"/>
                        <a:pt x="52209" y="0"/>
                      </a:cubicBezTo>
                      <a:cubicBezTo>
                        <a:pt x="55356" y="266"/>
                        <a:pt x="58282" y="975"/>
                        <a:pt x="60765" y="1995"/>
                      </a:cubicBezTo>
                      <a:cubicBezTo>
                        <a:pt x="65730" y="4079"/>
                        <a:pt x="68833" y="7625"/>
                        <a:pt x="69365" y="11969"/>
                      </a:cubicBezTo>
                      <a:lnTo>
                        <a:pt x="70828" y="23983"/>
                      </a:lnTo>
                      <a:cubicBezTo>
                        <a:pt x="71360" y="28328"/>
                        <a:pt x="69542" y="32672"/>
                        <a:pt x="66572" y="35997"/>
                      </a:cubicBezTo>
                      <a:cubicBezTo>
                        <a:pt x="65065" y="37681"/>
                        <a:pt x="63247" y="39144"/>
                        <a:pt x="61208" y="40208"/>
                      </a:cubicBezTo>
                      <a:cubicBezTo>
                        <a:pt x="59125" y="41627"/>
                        <a:pt x="56952" y="42779"/>
                        <a:pt x="54514" y="4344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52" name="Forme libre : forme 25851">
                  <a:extLst>
                    <a:ext uri="{FF2B5EF4-FFF2-40B4-BE49-F238E27FC236}">
                      <a16:creationId xmlns:a16="http://schemas.microsoft.com/office/drawing/2014/main" id="{C73EF260-5F7D-4929-8ACD-CD5C4E1F5258}"/>
                    </a:ext>
                  </a:extLst>
                </p:cNvPr>
                <p:cNvSpPr/>
                <p:nvPr/>
              </p:nvSpPr>
              <p:spPr>
                <a:xfrm>
                  <a:off x="6448918" y="1288257"/>
                  <a:ext cx="64372" cy="30726"/>
                </a:xfrm>
                <a:custGeom>
                  <a:avLst/>
                  <a:gdLst>
                    <a:gd name="connsiteX0" fmla="*/ 25313 w 64372"/>
                    <a:gd name="connsiteY0" fmla="*/ 13078 h 30726"/>
                    <a:gd name="connsiteX1" fmla="*/ 12767 w 64372"/>
                    <a:gd name="connsiteY1" fmla="*/ 19816 h 30726"/>
                    <a:gd name="connsiteX2" fmla="*/ 0 w 64372"/>
                    <a:gd name="connsiteY2" fmla="*/ 21456 h 30726"/>
                    <a:gd name="connsiteX3" fmla="*/ 3148 w 64372"/>
                    <a:gd name="connsiteY3" fmla="*/ 25490 h 30726"/>
                    <a:gd name="connsiteX4" fmla="*/ 14496 w 64372"/>
                    <a:gd name="connsiteY4" fmla="*/ 30721 h 30726"/>
                    <a:gd name="connsiteX5" fmla="*/ 21368 w 64372"/>
                    <a:gd name="connsiteY5" fmla="*/ 30145 h 30726"/>
                    <a:gd name="connsiteX6" fmla="*/ 28194 w 64372"/>
                    <a:gd name="connsiteY6" fmla="*/ 27618 h 30726"/>
                    <a:gd name="connsiteX7" fmla="*/ 30544 w 64372"/>
                    <a:gd name="connsiteY7" fmla="*/ 26288 h 30726"/>
                    <a:gd name="connsiteX8" fmla="*/ 33027 w 64372"/>
                    <a:gd name="connsiteY8" fmla="*/ 25269 h 30726"/>
                    <a:gd name="connsiteX9" fmla="*/ 37947 w 64372"/>
                    <a:gd name="connsiteY9" fmla="*/ 23185 h 30726"/>
                    <a:gd name="connsiteX10" fmla="*/ 42912 w 64372"/>
                    <a:gd name="connsiteY10" fmla="*/ 21190 h 30726"/>
                    <a:gd name="connsiteX11" fmla="*/ 48099 w 64372"/>
                    <a:gd name="connsiteY11" fmla="*/ 19772 h 30726"/>
                    <a:gd name="connsiteX12" fmla="*/ 54660 w 64372"/>
                    <a:gd name="connsiteY12" fmla="*/ 16624 h 30726"/>
                    <a:gd name="connsiteX13" fmla="*/ 60024 w 64372"/>
                    <a:gd name="connsiteY13" fmla="*/ 12413 h 30726"/>
                    <a:gd name="connsiteX14" fmla="*/ 64280 w 64372"/>
                    <a:gd name="connsiteY14" fmla="*/ 399 h 30726"/>
                    <a:gd name="connsiteX15" fmla="*/ 64236 w 64372"/>
                    <a:gd name="connsiteY15" fmla="*/ 0 h 30726"/>
                    <a:gd name="connsiteX16" fmla="*/ 53862 w 64372"/>
                    <a:gd name="connsiteY16" fmla="*/ 1906 h 30726"/>
                    <a:gd name="connsiteX17" fmla="*/ 51291 w 64372"/>
                    <a:gd name="connsiteY17" fmla="*/ 2305 h 30726"/>
                    <a:gd name="connsiteX18" fmla="*/ 48808 w 64372"/>
                    <a:gd name="connsiteY18" fmla="*/ 3014 h 30726"/>
                    <a:gd name="connsiteX19" fmla="*/ 43843 w 64372"/>
                    <a:gd name="connsiteY19" fmla="*/ 4433 h 30726"/>
                    <a:gd name="connsiteX20" fmla="*/ 38923 w 64372"/>
                    <a:gd name="connsiteY20" fmla="*/ 5940 h 30726"/>
                    <a:gd name="connsiteX21" fmla="*/ 36485 w 64372"/>
                    <a:gd name="connsiteY21" fmla="*/ 6738 h 30726"/>
                    <a:gd name="connsiteX22" fmla="*/ 34179 w 64372"/>
                    <a:gd name="connsiteY22" fmla="*/ 7891 h 30726"/>
                    <a:gd name="connsiteX23" fmla="*/ 25313 w 64372"/>
                    <a:gd name="connsiteY23" fmla="*/ 13078 h 30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4372" h="30726">
                      <a:moveTo>
                        <a:pt x="25313" y="13078"/>
                      </a:moveTo>
                      <a:cubicBezTo>
                        <a:pt x="21368" y="16048"/>
                        <a:pt x="17289" y="18619"/>
                        <a:pt x="12767" y="19816"/>
                      </a:cubicBezTo>
                      <a:cubicBezTo>
                        <a:pt x="8423" y="21279"/>
                        <a:pt x="4167" y="22121"/>
                        <a:pt x="0" y="21456"/>
                      </a:cubicBezTo>
                      <a:lnTo>
                        <a:pt x="3148" y="25490"/>
                      </a:lnTo>
                      <a:cubicBezTo>
                        <a:pt x="5807" y="28815"/>
                        <a:pt x="10063" y="30500"/>
                        <a:pt x="14496" y="30721"/>
                      </a:cubicBezTo>
                      <a:cubicBezTo>
                        <a:pt x="16713" y="30766"/>
                        <a:pt x="18974" y="30500"/>
                        <a:pt x="21368" y="30145"/>
                      </a:cubicBezTo>
                      <a:cubicBezTo>
                        <a:pt x="23717" y="29702"/>
                        <a:pt x="26022" y="28904"/>
                        <a:pt x="28194" y="27618"/>
                      </a:cubicBezTo>
                      <a:cubicBezTo>
                        <a:pt x="28993" y="27175"/>
                        <a:pt x="29746" y="26687"/>
                        <a:pt x="30544" y="26288"/>
                      </a:cubicBezTo>
                      <a:lnTo>
                        <a:pt x="33027" y="25269"/>
                      </a:lnTo>
                      <a:lnTo>
                        <a:pt x="37947" y="23185"/>
                      </a:lnTo>
                      <a:cubicBezTo>
                        <a:pt x="39632" y="22564"/>
                        <a:pt x="41184" y="21634"/>
                        <a:pt x="42912" y="21190"/>
                      </a:cubicBezTo>
                      <a:lnTo>
                        <a:pt x="48099" y="19772"/>
                      </a:lnTo>
                      <a:cubicBezTo>
                        <a:pt x="50537" y="19107"/>
                        <a:pt x="52710" y="17954"/>
                        <a:pt x="54660" y="16624"/>
                      </a:cubicBezTo>
                      <a:cubicBezTo>
                        <a:pt x="56744" y="15516"/>
                        <a:pt x="58517" y="14097"/>
                        <a:pt x="60024" y="12413"/>
                      </a:cubicBezTo>
                      <a:cubicBezTo>
                        <a:pt x="62994" y="9044"/>
                        <a:pt x="64812" y="4743"/>
                        <a:pt x="64280" y="399"/>
                      </a:cubicBezTo>
                      <a:lnTo>
                        <a:pt x="64236" y="0"/>
                      </a:lnTo>
                      <a:cubicBezTo>
                        <a:pt x="60733" y="754"/>
                        <a:pt x="57276" y="1374"/>
                        <a:pt x="53862" y="1906"/>
                      </a:cubicBezTo>
                      <a:lnTo>
                        <a:pt x="51291" y="2305"/>
                      </a:lnTo>
                      <a:lnTo>
                        <a:pt x="48808" y="3014"/>
                      </a:lnTo>
                      <a:lnTo>
                        <a:pt x="43843" y="4433"/>
                      </a:lnTo>
                      <a:lnTo>
                        <a:pt x="38923" y="5940"/>
                      </a:lnTo>
                      <a:cubicBezTo>
                        <a:pt x="38125" y="6206"/>
                        <a:pt x="37282" y="6428"/>
                        <a:pt x="36485" y="6738"/>
                      </a:cubicBezTo>
                      <a:lnTo>
                        <a:pt x="34179" y="7891"/>
                      </a:lnTo>
                      <a:cubicBezTo>
                        <a:pt x="31120" y="9354"/>
                        <a:pt x="28150" y="11083"/>
                        <a:pt x="25313" y="13078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53" name="Forme libre : forme 25852">
                  <a:extLst>
                    <a:ext uri="{FF2B5EF4-FFF2-40B4-BE49-F238E27FC236}">
                      <a16:creationId xmlns:a16="http://schemas.microsoft.com/office/drawing/2014/main" id="{E321A750-B9D8-4986-A84A-5A078735F674}"/>
                    </a:ext>
                  </a:extLst>
                </p:cNvPr>
                <p:cNvSpPr/>
                <p:nvPr/>
              </p:nvSpPr>
              <p:spPr>
                <a:xfrm>
                  <a:off x="6468304" y="1281296"/>
                  <a:ext cx="30328" cy="18887"/>
                </a:xfrm>
                <a:custGeom>
                  <a:avLst/>
                  <a:gdLst>
                    <a:gd name="connsiteX0" fmla="*/ 30221 w 30328"/>
                    <a:gd name="connsiteY0" fmla="*/ 4612 h 18887"/>
                    <a:gd name="connsiteX1" fmla="*/ 27251 w 30328"/>
                    <a:gd name="connsiteY1" fmla="*/ 11572 h 18887"/>
                    <a:gd name="connsiteX2" fmla="*/ 23172 w 30328"/>
                    <a:gd name="connsiteY2" fmla="*/ 14587 h 18887"/>
                    <a:gd name="connsiteX3" fmla="*/ 17853 w 30328"/>
                    <a:gd name="connsiteY3" fmla="*/ 16847 h 18887"/>
                    <a:gd name="connsiteX4" fmla="*/ 7213 w 30328"/>
                    <a:gd name="connsiteY4" fmla="*/ 18842 h 18887"/>
                    <a:gd name="connsiteX5" fmla="*/ 519 w 30328"/>
                    <a:gd name="connsiteY5" fmla="*/ 15606 h 18887"/>
                    <a:gd name="connsiteX6" fmla="*/ 2204 w 30328"/>
                    <a:gd name="connsiteY6" fmla="*/ 8380 h 18887"/>
                    <a:gd name="connsiteX7" fmla="*/ 12178 w 30328"/>
                    <a:gd name="connsiteY7" fmla="*/ 1420 h 18887"/>
                    <a:gd name="connsiteX8" fmla="*/ 18651 w 30328"/>
                    <a:gd name="connsiteY8" fmla="*/ 90 h 18887"/>
                    <a:gd name="connsiteX9" fmla="*/ 24236 w 30328"/>
                    <a:gd name="connsiteY9" fmla="*/ 312 h 18887"/>
                    <a:gd name="connsiteX10" fmla="*/ 30221 w 30328"/>
                    <a:gd name="connsiteY10" fmla="*/ 4612 h 18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328" h="18887">
                      <a:moveTo>
                        <a:pt x="30221" y="4612"/>
                      </a:moveTo>
                      <a:cubicBezTo>
                        <a:pt x="30708" y="6829"/>
                        <a:pt x="29512" y="9356"/>
                        <a:pt x="27251" y="11572"/>
                      </a:cubicBezTo>
                      <a:cubicBezTo>
                        <a:pt x="26143" y="12680"/>
                        <a:pt x="24724" y="13700"/>
                        <a:pt x="23172" y="14587"/>
                      </a:cubicBezTo>
                      <a:cubicBezTo>
                        <a:pt x="21576" y="15518"/>
                        <a:pt x="19759" y="16138"/>
                        <a:pt x="17853" y="16847"/>
                      </a:cubicBezTo>
                      <a:cubicBezTo>
                        <a:pt x="14129" y="18488"/>
                        <a:pt x="10361" y="19064"/>
                        <a:pt x="7213" y="18842"/>
                      </a:cubicBezTo>
                      <a:cubicBezTo>
                        <a:pt x="4021" y="18488"/>
                        <a:pt x="1539" y="17557"/>
                        <a:pt x="519" y="15606"/>
                      </a:cubicBezTo>
                      <a:cubicBezTo>
                        <a:pt x="-545" y="13567"/>
                        <a:pt x="32" y="10863"/>
                        <a:pt x="2204" y="8380"/>
                      </a:cubicBezTo>
                      <a:cubicBezTo>
                        <a:pt x="4332" y="5853"/>
                        <a:pt x="7878" y="3282"/>
                        <a:pt x="12178" y="1420"/>
                      </a:cubicBezTo>
                      <a:cubicBezTo>
                        <a:pt x="14350" y="578"/>
                        <a:pt x="16611" y="312"/>
                        <a:pt x="18651" y="90"/>
                      </a:cubicBezTo>
                      <a:cubicBezTo>
                        <a:pt x="20690" y="-87"/>
                        <a:pt x="22596" y="2"/>
                        <a:pt x="24236" y="312"/>
                      </a:cubicBezTo>
                      <a:cubicBezTo>
                        <a:pt x="27517" y="844"/>
                        <a:pt x="29689" y="2396"/>
                        <a:pt x="30221" y="461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54" name="Forme libre : forme 25853">
                  <a:extLst>
                    <a:ext uri="{FF2B5EF4-FFF2-40B4-BE49-F238E27FC236}">
                      <a16:creationId xmlns:a16="http://schemas.microsoft.com/office/drawing/2014/main" id="{3E922242-38E1-4E23-848C-AC26C3A1B976}"/>
                    </a:ext>
                  </a:extLst>
                </p:cNvPr>
                <p:cNvSpPr/>
                <p:nvPr/>
              </p:nvSpPr>
              <p:spPr>
                <a:xfrm>
                  <a:off x="6468295" y="1287770"/>
                  <a:ext cx="23978" cy="12427"/>
                </a:xfrm>
                <a:custGeom>
                  <a:avLst/>
                  <a:gdLst>
                    <a:gd name="connsiteX0" fmla="*/ 4030 w 23978"/>
                    <a:gd name="connsiteY0" fmla="*/ 0 h 12427"/>
                    <a:gd name="connsiteX1" fmla="*/ 439 w 23978"/>
                    <a:gd name="connsiteY1" fmla="*/ 4743 h 12427"/>
                    <a:gd name="connsiteX2" fmla="*/ 528 w 23978"/>
                    <a:gd name="connsiteY2" fmla="*/ 9132 h 12427"/>
                    <a:gd name="connsiteX3" fmla="*/ 7222 w 23978"/>
                    <a:gd name="connsiteY3" fmla="*/ 12368 h 12427"/>
                    <a:gd name="connsiteX4" fmla="*/ 17861 w 23978"/>
                    <a:gd name="connsiteY4" fmla="*/ 10373 h 12427"/>
                    <a:gd name="connsiteX5" fmla="*/ 23979 w 23978"/>
                    <a:gd name="connsiteY5" fmla="*/ 7625 h 12427"/>
                    <a:gd name="connsiteX6" fmla="*/ 20211 w 23978"/>
                    <a:gd name="connsiteY6" fmla="*/ 8113 h 12427"/>
                    <a:gd name="connsiteX7" fmla="*/ 17506 w 23978"/>
                    <a:gd name="connsiteY7" fmla="*/ 7758 h 12427"/>
                    <a:gd name="connsiteX8" fmla="*/ 14980 w 23978"/>
                    <a:gd name="connsiteY8" fmla="*/ 7403 h 12427"/>
                    <a:gd name="connsiteX9" fmla="*/ 10236 w 23978"/>
                    <a:gd name="connsiteY9" fmla="*/ 5940 h 12427"/>
                    <a:gd name="connsiteX10" fmla="*/ 4030 w 23978"/>
                    <a:gd name="connsiteY10" fmla="*/ 0 h 12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978" h="12427">
                      <a:moveTo>
                        <a:pt x="4030" y="0"/>
                      </a:moveTo>
                      <a:cubicBezTo>
                        <a:pt x="2301" y="1552"/>
                        <a:pt x="1060" y="3192"/>
                        <a:pt x="439" y="4743"/>
                      </a:cubicBezTo>
                      <a:cubicBezTo>
                        <a:pt x="-182" y="6295"/>
                        <a:pt x="-137" y="7891"/>
                        <a:pt x="528" y="9132"/>
                      </a:cubicBezTo>
                      <a:cubicBezTo>
                        <a:pt x="1547" y="11083"/>
                        <a:pt x="4030" y="12014"/>
                        <a:pt x="7222" y="12368"/>
                      </a:cubicBezTo>
                      <a:cubicBezTo>
                        <a:pt x="10369" y="12634"/>
                        <a:pt x="14137" y="12014"/>
                        <a:pt x="17861" y="10373"/>
                      </a:cubicBezTo>
                      <a:cubicBezTo>
                        <a:pt x="20122" y="9576"/>
                        <a:pt x="22205" y="8778"/>
                        <a:pt x="23979" y="7625"/>
                      </a:cubicBezTo>
                      <a:cubicBezTo>
                        <a:pt x="22737" y="7935"/>
                        <a:pt x="21496" y="8113"/>
                        <a:pt x="20211" y="8113"/>
                      </a:cubicBezTo>
                      <a:cubicBezTo>
                        <a:pt x="19324" y="8024"/>
                        <a:pt x="18393" y="7935"/>
                        <a:pt x="17506" y="7758"/>
                      </a:cubicBezTo>
                      <a:cubicBezTo>
                        <a:pt x="16664" y="7714"/>
                        <a:pt x="15777" y="7581"/>
                        <a:pt x="14980" y="7403"/>
                      </a:cubicBezTo>
                      <a:cubicBezTo>
                        <a:pt x="13295" y="7093"/>
                        <a:pt x="11699" y="6605"/>
                        <a:pt x="10236" y="5940"/>
                      </a:cubicBezTo>
                      <a:cubicBezTo>
                        <a:pt x="7266" y="4610"/>
                        <a:pt x="4917" y="2616"/>
                        <a:pt x="4030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55" name="Forme libre : forme 25854">
                  <a:extLst>
                    <a:ext uri="{FF2B5EF4-FFF2-40B4-BE49-F238E27FC236}">
                      <a16:creationId xmlns:a16="http://schemas.microsoft.com/office/drawing/2014/main" id="{81FD9706-FB19-418B-B36C-AF4FB12C15FF}"/>
                    </a:ext>
                  </a:extLst>
                </p:cNvPr>
                <p:cNvSpPr/>
                <p:nvPr/>
              </p:nvSpPr>
              <p:spPr>
                <a:xfrm>
                  <a:off x="6470535" y="1282530"/>
                  <a:ext cx="30029" cy="18717"/>
                </a:xfrm>
                <a:custGeom>
                  <a:avLst/>
                  <a:gdLst>
                    <a:gd name="connsiteX0" fmla="*/ 29941 w 30029"/>
                    <a:gd name="connsiteY0" fmla="*/ 4840 h 18717"/>
                    <a:gd name="connsiteX1" fmla="*/ 26970 w 30029"/>
                    <a:gd name="connsiteY1" fmla="*/ 11667 h 18717"/>
                    <a:gd name="connsiteX2" fmla="*/ 17617 w 30029"/>
                    <a:gd name="connsiteY2" fmla="*/ 16854 h 18717"/>
                    <a:gd name="connsiteX3" fmla="*/ 12119 w 30029"/>
                    <a:gd name="connsiteY3" fmla="*/ 18406 h 18717"/>
                    <a:gd name="connsiteX4" fmla="*/ 7110 w 30029"/>
                    <a:gd name="connsiteY4" fmla="*/ 18627 h 18717"/>
                    <a:gd name="connsiteX5" fmla="*/ 461 w 30029"/>
                    <a:gd name="connsiteY5" fmla="*/ 15170 h 18717"/>
                    <a:gd name="connsiteX6" fmla="*/ 2234 w 30029"/>
                    <a:gd name="connsiteY6" fmla="*/ 8077 h 18717"/>
                    <a:gd name="connsiteX7" fmla="*/ 6356 w 30029"/>
                    <a:gd name="connsiteY7" fmla="*/ 4353 h 18717"/>
                    <a:gd name="connsiteX8" fmla="*/ 12119 w 30029"/>
                    <a:gd name="connsiteY8" fmla="*/ 1294 h 18717"/>
                    <a:gd name="connsiteX9" fmla="*/ 24044 w 30029"/>
                    <a:gd name="connsiteY9" fmla="*/ 319 h 18717"/>
                    <a:gd name="connsiteX10" fmla="*/ 29941 w 30029"/>
                    <a:gd name="connsiteY10" fmla="*/ 4840 h 18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029" h="18717">
                      <a:moveTo>
                        <a:pt x="29941" y="4840"/>
                      </a:moveTo>
                      <a:cubicBezTo>
                        <a:pt x="30384" y="7013"/>
                        <a:pt x="29143" y="9406"/>
                        <a:pt x="26970" y="11667"/>
                      </a:cubicBezTo>
                      <a:cubicBezTo>
                        <a:pt x="24754" y="13884"/>
                        <a:pt x="21518" y="15746"/>
                        <a:pt x="17617" y="16854"/>
                      </a:cubicBezTo>
                      <a:cubicBezTo>
                        <a:pt x="15666" y="17430"/>
                        <a:pt x="13893" y="18140"/>
                        <a:pt x="12119" y="18406"/>
                      </a:cubicBezTo>
                      <a:cubicBezTo>
                        <a:pt x="10346" y="18716"/>
                        <a:pt x="8662" y="18805"/>
                        <a:pt x="7110" y="18627"/>
                      </a:cubicBezTo>
                      <a:cubicBezTo>
                        <a:pt x="4007" y="18317"/>
                        <a:pt x="1525" y="17209"/>
                        <a:pt x="461" y="15170"/>
                      </a:cubicBezTo>
                      <a:cubicBezTo>
                        <a:pt x="-559" y="13175"/>
                        <a:pt x="150" y="10603"/>
                        <a:pt x="2234" y="8077"/>
                      </a:cubicBezTo>
                      <a:cubicBezTo>
                        <a:pt x="3298" y="6791"/>
                        <a:pt x="4672" y="5550"/>
                        <a:pt x="6356" y="4353"/>
                      </a:cubicBezTo>
                      <a:cubicBezTo>
                        <a:pt x="8041" y="3245"/>
                        <a:pt x="9903" y="1959"/>
                        <a:pt x="12119" y="1294"/>
                      </a:cubicBezTo>
                      <a:cubicBezTo>
                        <a:pt x="16552" y="-36"/>
                        <a:pt x="20853" y="-302"/>
                        <a:pt x="24044" y="319"/>
                      </a:cubicBezTo>
                      <a:cubicBezTo>
                        <a:pt x="27281" y="895"/>
                        <a:pt x="29453" y="2535"/>
                        <a:pt x="29941" y="484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56" name="Forme libre : forme 25855">
                  <a:extLst>
                    <a:ext uri="{FF2B5EF4-FFF2-40B4-BE49-F238E27FC236}">
                      <a16:creationId xmlns:a16="http://schemas.microsoft.com/office/drawing/2014/main" id="{2043D725-C7DD-4EE5-87B8-DEBEDA782366}"/>
                    </a:ext>
                  </a:extLst>
                </p:cNvPr>
                <p:cNvSpPr/>
                <p:nvPr/>
              </p:nvSpPr>
              <p:spPr>
                <a:xfrm>
                  <a:off x="6452428" y="1287686"/>
                  <a:ext cx="43454" cy="24355"/>
                </a:xfrm>
                <a:custGeom>
                  <a:avLst/>
                  <a:gdLst>
                    <a:gd name="connsiteX0" fmla="*/ 5356 w 43454"/>
                    <a:gd name="connsiteY0" fmla="*/ 16930 h 24355"/>
                    <a:gd name="connsiteX1" fmla="*/ 10454 w 43454"/>
                    <a:gd name="connsiteY1" fmla="*/ 22693 h 24355"/>
                    <a:gd name="connsiteX2" fmla="*/ 18345 w 43454"/>
                    <a:gd name="connsiteY2" fmla="*/ 24333 h 24355"/>
                    <a:gd name="connsiteX3" fmla="*/ 22689 w 43454"/>
                    <a:gd name="connsiteY3" fmla="*/ 23757 h 24355"/>
                    <a:gd name="connsiteX4" fmla="*/ 27034 w 43454"/>
                    <a:gd name="connsiteY4" fmla="*/ 22737 h 24355"/>
                    <a:gd name="connsiteX5" fmla="*/ 33994 w 43454"/>
                    <a:gd name="connsiteY5" fmla="*/ 20343 h 24355"/>
                    <a:gd name="connsiteX6" fmla="*/ 37141 w 43454"/>
                    <a:gd name="connsiteY6" fmla="*/ 18481 h 24355"/>
                    <a:gd name="connsiteX7" fmla="*/ 40067 w 43454"/>
                    <a:gd name="connsiteY7" fmla="*/ 16531 h 24355"/>
                    <a:gd name="connsiteX8" fmla="*/ 42550 w 43454"/>
                    <a:gd name="connsiteY8" fmla="*/ 8108 h 24355"/>
                    <a:gd name="connsiteX9" fmla="*/ 36343 w 43454"/>
                    <a:gd name="connsiteY9" fmla="*/ 5847 h 24355"/>
                    <a:gd name="connsiteX10" fmla="*/ 32220 w 43454"/>
                    <a:gd name="connsiteY10" fmla="*/ 5005 h 24355"/>
                    <a:gd name="connsiteX11" fmla="*/ 28275 w 43454"/>
                    <a:gd name="connsiteY11" fmla="*/ 4340 h 24355"/>
                    <a:gd name="connsiteX12" fmla="*/ 20517 w 43454"/>
                    <a:gd name="connsiteY12" fmla="*/ 2389 h 24355"/>
                    <a:gd name="connsiteX13" fmla="*/ 11518 w 43454"/>
                    <a:gd name="connsiteY13" fmla="*/ 40 h 24355"/>
                    <a:gd name="connsiteX14" fmla="*/ 1721 w 43454"/>
                    <a:gd name="connsiteY14" fmla="*/ 3187 h 24355"/>
                    <a:gd name="connsiteX15" fmla="*/ 5356 w 43454"/>
                    <a:gd name="connsiteY15" fmla="*/ 16930 h 24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3454" h="24355">
                      <a:moveTo>
                        <a:pt x="5356" y="16930"/>
                      </a:moveTo>
                      <a:cubicBezTo>
                        <a:pt x="6686" y="19102"/>
                        <a:pt x="8104" y="21274"/>
                        <a:pt x="10454" y="22693"/>
                      </a:cubicBezTo>
                      <a:cubicBezTo>
                        <a:pt x="12671" y="24023"/>
                        <a:pt x="15464" y="24466"/>
                        <a:pt x="18345" y="24333"/>
                      </a:cubicBezTo>
                      <a:cubicBezTo>
                        <a:pt x="19763" y="24289"/>
                        <a:pt x="21226" y="24067"/>
                        <a:pt x="22689" y="23757"/>
                      </a:cubicBezTo>
                      <a:cubicBezTo>
                        <a:pt x="24108" y="23402"/>
                        <a:pt x="25526" y="23003"/>
                        <a:pt x="27034" y="22737"/>
                      </a:cubicBezTo>
                      <a:cubicBezTo>
                        <a:pt x="29428" y="22205"/>
                        <a:pt x="31822" y="21407"/>
                        <a:pt x="33994" y="20343"/>
                      </a:cubicBezTo>
                      <a:cubicBezTo>
                        <a:pt x="35102" y="19811"/>
                        <a:pt x="36122" y="19190"/>
                        <a:pt x="37141" y="18481"/>
                      </a:cubicBezTo>
                      <a:cubicBezTo>
                        <a:pt x="38161" y="17861"/>
                        <a:pt x="39180" y="17284"/>
                        <a:pt x="40067" y="16531"/>
                      </a:cubicBezTo>
                      <a:cubicBezTo>
                        <a:pt x="42727" y="14314"/>
                        <a:pt x="44677" y="10457"/>
                        <a:pt x="42550" y="8108"/>
                      </a:cubicBezTo>
                      <a:cubicBezTo>
                        <a:pt x="41220" y="6645"/>
                        <a:pt x="38693" y="6290"/>
                        <a:pt x="36343" y="5847"/>
                      </a:cubicBezTo>
                      <a:cubicBezTo>
                        <a:pt x="35013" y="5581"/>
                        <a:pt x="33639" y="5315"/>
                        <a:pt x="32220" y="5005"/>
                      </a:cubicBezTo>
                      <a:cubicBezTo>
                        <a:pt x="30891" y="4827"/>
                        <a:pt x="29561" y="4606"/>
                        <a:pt x="28275" y="4340"/>
                      </a:cubicBezTo>
                      <a:cubicBezTo>
                        <a:pt x="25660" y="3852"/>
                        <a:pt x="23044" y="3187"/>
                        <a:pt x="20517" y="2389"/>
                      </a:cubicBezTo>
                      <a:cubicBezTo>
                        <a:pt x="18389" y="1768"/>
                        <a:pt x="14976" y="217"/>
                        <a:pt x="11518" y="40"/>
                      </a:cubicBezTo>
                      <a:cubicBezTo>
                        <a:pt x="8104" y="-182"/>
                        <a:pt x="4381" y="483"/>
                        <a:pt x="1721" y="3187"/>
                      </a:cubicBezTo>
                      <a:cubicBezTo>
                        <a:pt x="-3111" y="8108"/>
                        <a:pt x="3583" y="13915"/>
                        <a:pt x="5356" y="1693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57" name="Forme libre : forme 25856">
                  <a:extLst>
                    <a:ext uri="{FF2B5EF4-FFF2-40B4-BE49-F238E27FC236}">
                      <a16:creationId xmlns:a16="http://schemas.microsoft.com/office/drawing/2014/main" id="{60ED7C78-633C-4803-AE43-FB195594FDF7}"/>
                    </a:ext>
                  </a:extLst>
                </p:cNvPr>
                <p:cNvSpPr/>
                <p:nvPr/>
              </p:nvSpPr>
              <p:spPr>
                <a:xfrm>
                  <a:off x="6459315" y="1283294"/>
                  <a:ext cx="10666" cy="12372"/>
                </a:xfrm>
                <a:custGeom>
                  <a:avLst/>
                  <a:gdLst>
                    <a:gd name="connsiteX0" fmla="*/ 65 w 10666"/>
                    <a:gd name="connsiteY0" fmla="*/ 9751 h 12372"/>
                    <a:gd name="connsiteX1" fmla="*/ 243 w 10666"/>
                    <a:gd name="connsiteY1" fmla="*/ 11657 h 12372"/>
                    <a:gd name="connsiteX2" fmla="*/ 2104 w 10666"/>
                    <a:gd name="connsiteY2" fmla="*/ 12323 h 12372"/>
                    <a:gd name="connsiteX3" fmla="*/ 4144 w 10666"/>
                    <a:gd name="connsiteY3" fmla="*/ 11037 h 12372"/>
                    <a:gd name="connsiteX4" fmla="*/ 8488 w 10666"/>
                    <a:gd name="connsiteY4" fmla="*/ 6648 h 12372"/>
                    <a:gd name="connsiteX5" fmla="*/ 9996 w 10666"/>
                    <a:gd name="connsiteY5" fmla="*/ 4831 h 12372"/>
                    <a:gd name="connsiteX6" fmla="*/ 6006 w 10666"/>
                    <a:gd name="connsiteY6" fmla="*/ 841 h 12372"/>
                    <a:gd name="connsiteX7" fmla="*/ 65 w 10666"/>
                    <a:gd name="connsiteY7" fmla="*/ 9751 h 12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66" h="12372">
                      <a:moveTo>
                        <a:pt x="65" y="9751"/>
                      </a:moveTo>
                      <a:cubicBezTo>
                        <a:pt x="-23" y="10461"/>
                        <a:pt x="-68" y="11126"/>
                        <a:pt x="243" y="11657"/>
                      </a:cubicBezTo>
                      <a:cubicBezTo>
                        <a:pt x="553" y="12190"/>
                        <a:pt x="1262" y="12500"/>
                        <a:pt x="2104" y="12323"/>
                      </a:cubicBezTo>
                      <a:cubicBezTo>
                        <a:pt x="2858" y="12145"/>
                        <a:pt x="3567" y="11569"/>
                        <a:pt x="4144" y="11037"/>
                      </a:cubicBezTo>
                      <a:cubicBezTo>
                        <a:pt x="5695" y="9707"/>
                        <a:pt x="7070" y="8067"/>
                        <a:pt x="8488" y="6648"/>
                      </a:cubicBezTo>
                      <a:cubicBezTo>
                        <a:pt x="9064" y="6072"/>
                        <a:pt x="9641" y="5496"/>
                        <a:pt x="9996" y="4831"/>
                      </a:cubicBezTo>
                      <a:cubicBezTo>
                        <a:pt x="11547" y="2171"/>
                        <a:pt x="10483" y="-1730"/>
                        <a:pt x="6006" y="841"/>
                      </a:cubicBezTo>
                      <a:cubicBezTo>
                        <a:pt x="2636" y="2924"/>
                        <a:pt x="553" y="7003"/>
                        <a:pt x="65" y="975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58" name="Forme libre : forme 25857">
                  <a:extLst>
                    <a:ext uri="{FF2B5EF4-FFF2-40B4-BE49-F238E27FC236}">
                      <a16:creationId xmlns:a16="http://schemas.microsoft.com/office/drawing/2014/main" id="{6E713B2A-BF9E-4E4A-A0B5-D07E4690D018}"/>
                    </a:ext>
                  </a:extLst>
                </p:cNvPr>
                <p:cNvSpPr/>
                <p:nvPr/>
              </p:nvSpPr>
              <p:spPr>
                <a:xfrm>
                  <a:off x="6497239" y="1287149"/>
                  <a:ext cx="13891" cy="19860"/>
                </a:xfrm>
                <a:custGeom>
                  <a:avLst/>
                  <a:gdLst>
                    <a:gd name="connsiteX0" fmla="*/ 13787 w 13891"/>
                    <a:gd name="connsiteY0" fmla="*/ 0 h 19860"/>
                    <a:gd name="connsiteX1" fmla="*/ 12812 w 13891"/>
                    <a:gd name="connsiteY1" fmla="*/ 7093 h 19860"/>
                    <a:gd name="connsiteX2" fmla="*/ 8645 w 13891"/>
                    <a:gd name="connsiteY2" fmla="*/ 13344 h 19860"/>
                    <a:gd name="connsiteX3" fmla="*/ 4921 w 13891"/>
                    <a:gd name="connsiteY3" fmla="*/ 16491 h 19860"/>
                    <a:gd name="connsiteX4" fmla="*/ 0 w 13891"/>
                    <a:gd name="connsiteY4" fmla="*/ 19860 h 19860"/>
                    <a:gd name="connsiteX5" fmla="*/ 1817 w 13891"/>
                    <a:gd name="connsiteY5" fmla="*/ 18530 h 19860"/>
                    <a:gd name="connsiteX6" fmla="*/ 5940 w 13891"/>
                    <a:gd name="connsiteY6" fmla="*/ 14541 h 19860"/>
                    <a:gd name="connsiteX7" fmla="*/ 13787 w 13891"/>
                    <a:gd name="connsiteY7" fmla="*/ 0 h 19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891" h="19860">
                      <a:moveTo>
                        <a:pt x="13787" y="0"/>
                      </a:moveTo>
                      <a:cubicBezTo>
                        <a:pt x="13787" y="0"/>
                        <a:pt x="14363" y="3103"/>
                        <a:pt x="12812" y="7093"/>
                      </a:cubicBezTo>
                      <a:cubicBezTo>
                        <a:pt x="12014" y="9088"/>
                        <a:pt x="10728" y="11260"/>
                        <a:pt x="8645" y="13344"/>
                      </a:cubicBezTo>
                      <a:cubicBezTo>
                        <a:pt x="7625" y="14452"/>
                        <a:pt x="6295" y="15250"/>
                        <a:pt x="4921" y="16491"/>
                      </a:cubicBezTo>
                      <a:cubicBezTo>
                        <a:pt x="3502" y="17644"/>
                        <a:pt x="1906" y="18796"/>
                        <a:pt x="0" y="19860"/>
                      </a:cubicBezTo>
                      <a:cubicBezTo>
                        <a:pt x="0" y="19860"/>
                        <a:pt x="709" y="19417"/>
                        <a:pt x="1817" y="18530"/>
                      </a:cubicBezTo>
                      <a:cubicBezTo>
                        <a:pt x="2926" y="17644"/>
                        <a:pt x="4344" y="16225"/>
                        <a:pt x="5940" y="14541"/>
                      </a:cubicBezTo>
                      <a:cubicBezTo>
                        <a:pt x="9132" y="11482"/>
                        <a:pt x="12812" y="6650"/>
                        <a:pt x="1378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59" name="Forme libre : forme 25858">
                  <a:extLst>
                    <a:ext uri="{FF2B5EF4-FFF2-40B4-BE49-F238E27FC236}">
                      <a16:creationId xmlns:a16="http://schemas.microsoft.com/office/drawing/2014/main" id="{96922468-CF34-449E-8FC3-A8C9E80BC5F8}"/>
                    </a:ext>
                  </a:extLst>
                </p:cNvPr>
                <p:cNvSpPr/>
                <p:nvPr/>
              </p:nvSpPr>
              <p:spPr>
                <a:xfrm>
                  <a:off x="6444839" y="1278150"/>
                  <a:ext cx="13699" cy="26465"/>
                </a:xfrm>
                <a:custGeom>
                  <a:avLst/>
                  <a:gdLst>
                    <a:gd name="connsiteX0" fmla="*/ 13699 w 13699"/>
                    <a:gd name="connsiteY0" fmla="*/ 0 h 26465"/>
                    <a:gd name="connsiteX1" fmla="*/ 4611 w 13699"/>
                    <a:gd name="connsiteY1" fmla="*/ 7935 h 26465"/>
                    <a:gd name="connsiteX2" fmla="*/ 311 w 13699"/>
                    <a:gd name="connsiteY2" fmla="*/ 16580 h 26465"/>
                    <a:gd name="connsiteX3" fmla="*/ 1818 w 13699"/>
                    <a:gd name="connsiteY3" fmla="*/ 26466 h 26465"/>
                    <a:gd name="connsiteX4" fmla="*/ 1331 w 13699"/>
                    <a:gd name="connsiteY4" fmla="*/ 18176 h 26465"/>
                    <a:gd name="connsiteX5" fmla="*/ 4478 w 13699"/>
                    <a:gd name="connsiteY5" fmla="*/ 9487 h 26465"/>
                    <a:gd name="connsiteX6" fmla="*/ 13699 w 13699"/>
                    <a:gd name="connsiteY6" fmla="*/ 0 h 26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699" h="26465">
                      <a:moveTo>
                        <a:pt x="13699" y="0"/>
                      </a:moveTo>
                      <a:cubicBezTo>
                        <a:pt x="13699" y="0"/>
                        <a:pt x="8690" y="3103"/>
                        <a:pt x="4611" y="7935"/>
                      </a:cubicBezTo>
                      <a:cubicBezTo>
                        <a:pt x="2484" y="10240"/>
                        <a:pt x="932" y="13388"/>
                        <a:pt x="311" y="16580"/>
                      </a:cubicBezTo>
                      <a:cubicBezTo>
                        <a:pt x="-354" y="19816"/>
                        <a:pt x="1" y="23141"/>
                        <a:pt x="1818" y="26466"/>
                      </a:cubicBezTo>
                      <a:cubicBezTo>
                        <a:pt x="1818" y="26466"/>
                        <a:pt x="577" y="23274"/>
                        <a:pt x="1331" y="18176"/>
                      </a:cubicBezTo>
                      <a:cubicBezTo>
                        <a:pt x="1774" y="15737"/>
                        <a:pt x="2395" y="12457"/>
                        <a:pt x="4478" y="9487"/>
                      </a:cubicBezTo>
                      <a:cubicBezTo>
                        <a:pt x="6473" y="6517"/>
                        <a:pt x="9444" y="3236"/>
                        <a:pt x="136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60" name="Forme libre : forme 25859">
                  <a:extLst>
                    <a:ext uri="{FF2B5EF4-FFF2-40B4-BE49-F238E27FC236}">
                      <a16:creationId xmlns:a16="http://schemas.microsoft.com/office/drawing/2014/main" id="{458DB5D2-72B5-4DFC-A7AB-0ECF0D7F05ED}"/>
                    </a:ext>
                  </a:extLst>
                </p:cNvPr>
                <p:cNvSpPr/>
                <p:nvPr/>
              </p:nvSpPr>
              <p:spPr>
                <a:xfrm>
                  <a:off x="6479011" y="1283264"/>
                  <a:ext cx="12313" cy="5446"/>
                </a:xfrm>
                <a:custGeom>
                  <a:avLst/>
                  <a:gdLst>
                    <a:gd name="connsiteX0" fmla="*/ 12287 w 12313"/>
                    <a:gd name="connsiteY0" fmla="*/ 2422 h 5446"/>
                    <a:gd name="connsiteX1" fmla="*/ 5771 w 12313"/>
                    <a:gd name="connsiteY1" fmla="*/ 5437 h 5446"/>
                    <a:gd name="connsiteX2" fmla="*/ 1604 w 12313"/>
                    <a:gd name="connsiteY2" fmla="*/ 5171 h 5446"/>
                    <a:gd name="connsiteX3" fmla="*/ 8 w 12313"/>
                    <a:gd name="connsiteY3" fmla="*/ 3486 h 5446"/>
                    <a:gd name="connsiteX4" fmla="*/ 6569 w 12313"/>
                    <a:gd name="connsiteY4" fmla="*/ 28 h 5446"/>
                    <a:gd name="connsiteX5" fmla="*/ 12287 w 12313"/>
                    <a:gd name="connsiteY5" fmla="*/ 2422 h 5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313" h="5446">
                      <a:moveTo>
                        <a:pt x="12287" y="2422"/>
                      </a:moveTo>
                      <a:cubicBezTo>
                        <a:pt x="12021" y="3929"/>
                        <a:pt x="9140" y="5259"/>
                        <a:pt x="5771" y="5437"/>
                      </a:cubicBezTo>
                      <a:cubicBezTo>
                        <a:pt x="4042" y="5437"/>
                        <a:pt x="2668" y="5525"/>
                        <a:pt x="1604" y="5171"/>
                      </a:cubicBezTo>
                      <a:cubicBezTo>
                        <a:pt x="584" y="4860"/>
                        <a:pt x="-81" y="4240"/>
                        <a:pt x="8" y="3486"/>
                      </a:cubicBezTo>
                      <a:cubicBezTo>
                        <a:pt x="141" y="1890"/>
                        <a:pt x="3022" y="73"/>
                        <a:pt x="6569" y="28"/>
                      </a:cubicBezTo>
                      <a:cubicBezTo>
                        <a:pt x="10071" y="-193"/>
                        <a:pt x="12598" y="915"/>
                        <a:pt x="12287" y="242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61" name="Forme libre : forme 25860">
                  <a:extLst>
                    <a:ext uri="{FF2B5EF4-FFF2-40B4-BE49-F238E27FC236}">
                      <a16:creationId xmlns:a16="http://schemas.microsoft.com/office/drawing/2014/main" id="{C7C56128-69A0-4A69-B335-092A5FED8092}"/>
                    </a:ext>
                  </a:extLst>
                </p:cNvPr>
                <p:cNvSpPr/>
                <p:nvPr/>
              </p:nvSpPr>
              <p:spPr>
                <a:xfrm>
                  <a:off x="6489538" y="1283773"/>
                  <a:ext cx="3300" cy="2452"/>
                </a:xfrm>
                <a:custGeom>
                  <a:avLst/>
                  <a:gdLst>
                    <a:gd name="connsiteX0" fmla="*/ 3268 w 3300"/>
                    <a:gd name="connsiteY0" fmla="*/ 761 h 2452"/>
                    <a:gd name="connsiteX1" fmla="*/ 1982 w 3300"/>
                    <a:gd name="connsiteY1" fmla="*/ 2357 h 2452"/>
                    <a:gd name="connsiteX2" fmla="*/ 32 w 3300"/>
                    <a:gd name="connsiteY2" fmla="*/ 1692 h 2452"/>
                    <a:gd name="connsiteX3" fmla="*/ 1318 w 3300"/>
                    <a:gd name="connsiteY3" fmla="*/ 96 h 2452"/>
                    <a:gd name="connsiteX4" fmla="*/ 3268 w 3300"/>
                    <a:gd name="connsiteY4" fmla="*/ 761 h 2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00" h="2452">
                      <a:moveTo>
                        <a:pt x="3268" y="761"/>
                      </a:moveTo>
                      <a:cubicBezTo>
                        <a:pt x="3445" y="1381"/>
                        <a:pt x="2869" y="2091"/>
                        <a:pt x="1982" y="2357"/>
                      </a:cubicBezTo>
                      <a:cubicBezTo>
                        <a:pt x="1096" y="2623"/>
                        <a:pt x="209" y="2312"/>
                        <a:pt x="32" y="1692"/>
                      </a:cubicBezTo>
                      <a:cubicBezTo>
                        <a:pt x="-145" y="1071"/>
                        <a:pt x="431" y="362"/>
                        <a:pt x="1318" y="96"/>
                      </a:cubicBezTo>
                      <a:cubicBezTo>
                        <a:pt x="2249" y="-170"/>
                        <a:pt x="3091" y="140"/>
                        <a:pt x="3268" y="7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62" name="Forme libre : forme 25861">
                  <a:extLst>
                    <a:ext uri="{FF2B5EF4-FFF2-40B4-BE49-F238E27FC236}">
                      <a16:creationId xmlns:a16="http://schemas.microsoft.com/office/drawing/2014/main" id="{C3B7D544-3A62-404F-AB9A-312FEBDCF2F8}"/>
                    </a:ext>
                  </a:extLst>
                </p:cNvPr>
                <p:cNvSpPr/>
                <p:nvPr/>
              </p:nvSpPr>
              <p:spPr>
                <a:xfrm>
                  <a:off x="6474365" y="1268539"/>
                  <a:ext cx="32984" cy="17878"/>
                </a:xfrm>
                <a:custGeom>
                  <a:avLst/>
                  <a:gdLst>
                    <a:gd name="connsiteX0" fmla="*/ 28770 w 32984"/>
                    <a:gd name="connsiteY0" fmla="*/ 4380 h 17878"/>
                    <a:gd name="connsiteX1" fmla="*/ 32937 w 32984"/>
                    <a:gd name="connsiteY1" fmla="*/ 14266 h 17878"/>
                    <a:gd name="connsiteX2" fmla="*/ 31164 w 32984"/>
                    <a:gd name="connsiteY2" fmla="*/ 17768 h 17878"/>
                    <a:gd name="connsiteX3" fmla="*/ 27262 w 32984"/>
                    <a:gd name="connsiteY3" fmla="*/ 16305 h 17878"/>
                    <a:gd name="connsiteX4" fmla="*/ 17731 w 32984"/>
                    <a:gd name="connsiteY4" fmla="*/ 8769 h 17878"/>
                    <a:gd name="connsiteX5" fmla="*/ 7180 w 32984"/>
                    <a:gd name="connsiteY5" fmla="*/ 8636 h 17878"/>
                    <a:gd name="connsiteX6" fmla="*/ 1728 w 32984"/>
                    <a:gd name="connsiteY6" fmla="*/ 8414 h 17878"/>
                    <a:gd name="connsiteX7" fmla="*/ 132 w 32984"/>
                    <a:gd name="connsiteY7" fmla="*/ 6508 h 17878"/>
                    <a:gd name="connsiteX8" fmla="*/ 3324 w 32984"/>
                    <a:gd name="connsiteY8" fmla="*/ 3405 h 17878"/>
                    <a:gd name="connsiteX9" fmla="*/ 9042 w 32984"/>
                    <a:gd name="connsiteY9" fmla="*/ 1410 h 17878"/>
                    <a:gd name="connsiteX10" fmla="*/ 19726 w 32984"/>
                    <a:gd name="connsiteY10" fmla="*/ 36 h 17878"/>
                    <a:gd name="connsiteX11" fmla="*/ 28770 w 32984"/>
                    <a:gd name="connsiteY11" fmla="*/ 4380 h 178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2984" h="17878">
                      <a:moveTo>
                        <a:pt x="28770" y="4380"/>
                      </a:moveTo>
                      <a:cubicBezTo>
                        <a:pt x="31474" y="7217"/>
                        <a:pt x="32493" y="10719"/>
                        <a:pt x="32937" y="14266"/>
                      </a:cubicBezTo>
                      <a:cubicBezTo>
                        <a:pt x="33114" y="15552"/>
                        <a:pt x="32848" y="17280"/>
                        <a:pt x="31164" y="17768"/>
                      </a:cubicBezTo>
                      <a:cubicBezTo>
                        <a:pt x="29612" y="18211"/>
                        <a:pt x="28193" y="17236"/>
                        <a:pt x="27262" y="16305"/>
                      </a:cubicBezTo>
                      <a:cubicBezTo>
                        <a:pt x="24425" y="13335"/>
                        <a:pt x="22386" y="9833"/>
                        <a:pt x="17731" y="8769"/>
                      </a:cubicBezTo>
                      <a:cubicBezTo>
                        <a:pt x="16268" y="8414"/>
                        <a:pt x="11481" y="8725"/>
                        <a:pt x="7180" y="8636"/>
                      </a:cubicBezTo>
                      <a:cubicBezTo>
                        <a:pt x="5008" y="8503"/>
                        <a:pt x="3058" y="8636"/>
                        <a:pt x="1728" y="8414"/>
                      </a:cubicBezTo>
                      <a:cubicBezTo>
                        <a:pt x="398" y="8193"/>
                        <a:pt x="-311" y="7616"/>
                        <a:pt x="132" y="6508"/>
                      </a:cubicBezTo>
                      <a:cubicBezTo>
                        <a:pt x="575" y="5400"/>
                        <a:pt x="1728" y="4291"/>
                        <a:pt x="3324" y="3405"/>
                      </a:cubicBezTo>
                      <a:cubicBezTo>
                        <a:pt x="4920" y="2607"/>
                        <a:pt x="6959" y="1942"/>
                        <a:pt x="9042" y="1410"/>
                      </a:cubicBezTo>
                      <a:cubicBezTo>
                        <a:pt x="13210" y="346"/>
                        <a:pt x="17643" y="-142"/>
                        <a:pt x="19726" y="36"/>
                      </a:cubicBezTo>
                      <a:cubicBezTo>
                        <a:pt x="23583" y="435"/>
                        <a:pt x="26730" y="2341"/>
                        <a:pt x="28770" y="438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10" name="Graphique 2">
                <a:extLst>
                  <a:ext uri="{FF2B5EF4-FFF2-40B4-BE49-F238E27FC236}">
                    <a16:creationId xmlns:a16="http://schemas.microsoft.com/office/drawing/2014/main" id="{FCDBEF9A-8DAE-4CCE-AE5B-9F5930EE2CA5}"/>
                  </a:ext>
                </a:extLst>
              </p:cNvPr>
              <p:cNvGrpSpPr/>
              <p:nvPr/>
            </p:nvGrpSpPr>
            <p:grpSpPr>
              <a:xfrm>
                <a:off x="6511788" y="1259176"/>
                <a:ext cx="73279" cy="47777"/>
                <a:chOff x="6511788" y="1259176"/>
                <a:chExt cx="73279" cy="47777"/>
              </a:xfrm>
              <a:solidFill>
                <a:schemeClr val="accent1"/>
              </a:solidFill>
            </p:grpSpPr>
            <p:sp>
              <p:nvSpPr>
                <p:cNvPr id="25839" name="Forme libre : forme 25838">
                  <a:extLst>
                    <a:ext uri="{FF2B5EF4-FFF2-40B4-BE49-F238E27FC236}">
                      <a16:creationId xmlns:a16="http://schemas.microsoft.com/office/drawing/2014/main" id="{8D01802B-CE11-4EB9-82B5-EF7E5CF216E6}"/>
                    </a:ext>
                  </a:extLst>
                </p:cNvPr>
                <p:cNvSpPr/>
                <p:nvPr/>
              </p:nvSpPr>
              <p:spPr>
                <a:xfrm>
                  <a:off x="6511788" y="1259176"/>
                  <a:ext cx="73279" cy="47741"/>
                </a:xfrm>
                <a:custGeom>
                  <a:avLst/>
                  <a:gdLst>
                    <a:gd name="connsiteX0" fmla="*/ 43569 w 73279"/>
                    <a:gd name="connsiteY0" fmla="*/ 47035 h 47741"/>
                    <a:gd name="connsiteX1" fmla="*/ 33240 w 73279"/>
                    <a:gd name="connsiteY1" fmla="*/ 45173 h 47741"/>
                    <a:gd name="connsiteX2" fmla="*/ 22468 w 73279"/>
                    <a:gd name="connsiteY2" fmla="*/ 44287 h 47741"/>
                    <a:gd name="connsiteX3" fmla="*/ 15020 w 73279"/>
                    <a:gd name="connsiteY3" fmla="*/ 43267 h 47741"/>
                    <a:gd name="connsiteX4" fmla="*/ 8592 w 73279"/>
                    <a:gd name="connsiteY4" fmla="*/ 40031 h 47741"/>
                    <a:gd name="connsiteX5" fmla="*/ 3849 w 73279"/>
                    <a:gd name="connsiteY5" fmla="*/ 35287 h 47741"/>
                    <a:gd name="connsiteX6" fmla="*/ 1544 w 73279"/>
                    <a:gd name="connsiteY6" fmla="*/ 29391 h 47741"/>
                    <a:gd name="connsiteX7" fmla="*/ 81 w 73279"/>
                    <a:gd name="connsiteY7" fmla="*/ 17378 h 47741"/>
                    <a:gd name="connsiteX8" fmla="*/ 1189 w 73279"/>
                    <a:gd name="connsiteY8" fmla="*/ 10950 h 47741"/>
                    <a:gd name="connsiteX9" fmla="*/ 5888 w 73279"/>
                    <a:gd name="connsiteY9" fmla="*/ 5453 h 47741"/>
                    <a:gd name="connsiteX10" fmla="*/ 13557 w 73279"/>
                    <a:gd name="connsiteY10" fmla="*/ 1640 h 47741"/>
                    <a:gd name="connsiteX11" fmla="*/ 23310 w 73279"/>
                    <a:gd name="connsiteY11" fmla="*/ 0 h 47741"/>
                    <a:gd name="connsiteX12" fmla="*/ 38515 w 73279"/>
                    <a:gd name="connsiteY12" fmla="*/ 975 h 47741"/>
                    <a:gd name="connsiteX13" fmla="*/ 53810 w 73279"/>
                    <a:gd name="connsiteY13" fmla="*/ 3502 h 47741"/>
                    <a:gd name="connsiteX14" fmla="*/ 63474 w 73279"/>
                    <a:gd name="connsiteY14" fmla="*/ 7448 h 47741"/>
                    <a:gd name="connsiteX15" fmla="*/ 70168 w 73279"/>
                    <a:gd name="connsiteY15" fmla="*/ 13565 h 47741"/>
                    <a:gd name="connsiteX16" fmla="*/ 73138 w 73279"/>
                    <a:gd name="connsiteY16" fmla="*/ 20481 h 47741"/>
                    <a:gd name="connsiteX17" fmla="*/ 72207 w 73279"/>
                    <a:gd name="connsiteY17" fmla="*/ 26998 h 47741"/>
                    <a:gd name="connsiteX18" fmla="*/ 66843 w 73279"/>
                    <a:gd name="connsiteY18" fmla="*/ 38169 h 47741"/>
                    <a:gd name="connsiteX19" fmla="*/ 62720 w 73279"/>
                    <a:gd name="connsiteY19" fmla="*/ 43223 h 47741"/>
                    <a:gd name="connsiteX20" fmla="*/ 57002 w 73279"/>
                    <a:gd name="connsiteY20" fmla="*/ 46326 h 47741"/>
                    <a:gd name="connsiteX21" fmla="*/ 50485 w 73279"/>
                    <a:gd name="connsiteY21" fmla="*/ 47611 h 47741"/>
                    <a:gd name="connsiteX22" fmla="*/ 43569 w 73279"/>
                    <a:gd name="connsiteY22" fmla="*/ 47035 h 47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3279" h="47741">
                      <a:moveTo>
                        <a:pt x="43569" y="47035"/>
                      </a:moveTo>
                      <a:cubicBezTo>
                        <a:pt x="40156" y="46370"/>
                        <a:pt x="36787" y="45528"/>
                        <a:pt x="33240" y="45173"/>
                      </a:cubicBezTo>
                      <a:cubicBezTo>
                        <a:pt x="29782" y="44553"/>
                        <a:pt x="26103" y="44553"/>
                        <a:pt x="22468" y="44287"/>
                      </a:cubicBezTo>
                      <a:cubicBezTo>
                        <a:pt x="19897" y="44287"/>
                        <a:pt x="17325" y="44021"/>
                        <a:pt x="15020" y="43267"/>
                      </a:cubicBezTo>
                      <a:cubicBezTo>
                        <a:pt x="12671" y="42513"/>
                        <a:pt x="10498" y="41405"/>
                        <a:pt x="8592" y="40031"/>
                      </a:cubicBezTo>
                      <a:cubicBezTo>
                        <a:pt x="6686" y="38657"/>
                        <a:pt x="5046" y="36928"/>
                        <a:pt x="3849" y="35287"/>
                      </a:cubicBezTo>
                      <a:cubicBezTo>
                        <a:pt x="2607" y="33558"/>
                        <a:pt x="1809" y="31564"/>
                        <a:pt x="1544" y="29391"/>
                      </a:cubicBezTo>
                      <a:lnTo>
                        <a:pt x="81" y="17378"/>
                      </a:lnTo>
                      <a:cubicBezTo>
                        <a:pt x="-185" y="15205"/>
                        <a:pt x="214" y="13033"/>
                        <a:pt x="1189" y="10950"/>
                      </a:cubicBezTo>
                      <a:cubicBezTo>
                        <a:pt x="2208" y="8777"/>
                        <a:pt x="3804" y="7004"/>
                        <a:pt x="5888" y="5453"/>
                      </a:cubicBezTo>
                      <a:cubicBezTo>
                        <a:pt x="7972" y="3901"/>
                        <a:pt x="10587" y="2616"/>
                        <a:pt x="13557" y="1640"/>
                      </a:cubicBezTo>
                      <a:cubicBezTo>
                        <a:pt x="16527" y="709"/>
                        <a:pt x="19808" y="44"/>
                        <a:pt x="23310" y="0"/>
                      </a:cubicBezTo>
                      <a:cubicBezTo>
                        <a:pt x="28364" y="222"/>
                        <a:pt x="33373" y="266"/>
                        <a:pt x="38515" y="975"/>
                      </a:cubicBezTo>
                      <a:cubicBezTo>
                        <a:pt x="43614" y="1418"/>
                        <a:pt x="48712" y="2483"/>
                        <a:pt x="53810" y="3502"/>
                      </a:cubicBezTo>
                      <a:cubicBezTo>
                        <a:pt x="57356" y="4389"/>
                        <a:pt x="60681" y="5807"/>
                        <a:pt x="63474" y="7448"/>
                      </a:cubicBezTo>
                      <a:cubicBezTo>
                        <a:pt x="66222" y="9265"/>
                        <a:pt x="68528" y="11393"/>
                        <a:pt x="70168" y="13565"/>
                      </a:cubicBezTo>
                      <a:cubicBezTo>
                        <a:pt x="71852" y="15737"/>
                        <a:pt x="72783" y="18220"/>
                        <a:pt x="73138" y="20481"/>
                      </a:cubicBezTo>
                      <a:cubicBezTo>
                        <a:pt x="73493" y="22786"/>
                        <a:pt x="73182" y="25003"/>
                        <a:pt x="72207" y="26998"/>
                      </a:cubicBezTo>
                      <a:lnTo>
                        <a:pt x="66843" y="38169"/>
                      </a:lnTo>
                      <a:cubicBezTo>
                        <a:pt x="65868" y="40208"/>
                        <a:pt x="64405" y="41893"/>
                        <a:pt x="62720" y="43223"/>
                      </a:cubicBezTo>
                      <a:cubicBezTo>
                        <a:pt x="60991" y="44597"/>
                        <a:pt x="59085" y="45528"/>
                        <a:pt x="57002" y="46326"/>
                      </a:cubicBezTo>
                      <a:cubicBezTo>
                        <a:pt x="54874" y="47124"/>
                        <a:pt x="52701" y="47567"/>
                        <a:pt x="50485" y="47611"/>
                      </a:cubicBezTo>
                      <a:cubicBezTo>
                        <a:pt x="48179" y="47922"/>
                        <a:pt x="45874" y="47656"/>
                        <a:pt x="43569" y="47035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40" name="Forme libre : forme 25839">
                  <a:extLst>
                    <a:ext uri="{FF2B5EF4-FFF2-40B4-BE49-F238E27FC236}">
                      <a16:creationId xmlns:a16="http://schemas.microsoft.com/office/drawing/2014/main" id="{60903B25-3BE0-4FBE-B4BF-5EC4CB7ED3A9}"/>
                    </a:ext>
                  </a:extLst>
                </p:cNvPr>
                <p:cNvSpPr/>
                <p:nvPr/>
              </p:nvSpPr>
              <p:spPr>
                <a:xfrm>
                  <a:off x="6512666" y="1283381"/>
                  <a:ext cx="66097" cy="23572"/>
                </a:xfrm>
                <a:custGeom>
                  <a:avLst/>
                  <a:gdLst>
                    <a:gd name="connsiteX0" fmla="*/ 26200 w 66097"/>
                    <a:gd name="connsiteY0" fmla="*/ 5763 h 23572"/>
                    <a:gd name="connsiteX1" fmla="*/ 11836 w 66097"/>
                    <a:gd name="connsiteY1" fmla="*/ 5541 h 23572"/>
                    <a:gd name="connsiteX2" fmla="*/ 0 w 66097"/>
                    <a:gd name="connsiteY2" fmla="*/ 0 h 23572"/>
                    <a:gd name="connsiteX3" fmla="*/ 621 w 66097"/>
                    <a:gd name="connsiteY3" fmla="*/ 5187 h 23572"/>
                    <a:gd name="connsiteX4" fmla="*/ 2926 w 66097"/>
                    <a:gd name="connsiteY4" fmla="*/ 11083 h 23572"/>
                    <a:gd name="connsiteX5" fmla="*/ 7669 w 66097"/>
                    <a:gd name="connsiteY5" fmla="*/ 15826 h 23572"/>
                    <a:gd name="connsiteX6" fmla="*/ 14097 w 66097"/>
                    <a:gd name="connsiteY6" fmla="*/ 19062 h 23572"/>
                    <a:gd name="connsiteX7" fmla="*/ 21545 w 66097"/>
                    <a:gd name="connsiteY7" fmla="*/ 20082 h 23572"/>
                    <a:gd name="connsiteX8" fmla="*/ 32317 w 66097"/>
                    <a:gd name="connsiteY8" fmla="*/ 20969 h 23572"/>
                    <a:gd name="connsiteX9" fmla="*/ 42646 w 66097"/>
                    <a:gd name="connsiteY9" fmla="*/ 22830 h 23572"/>
                    <a:gd name="connsiteX10" fmla="*/ 49562 w 66097"/>
                    <a:gd name="connsiteY10" fmla="*/ 23495 h 23572"/>
                    <a:gd name="connsiteX11" fmla="*/ 56079 w 66097"/>
                    <a:gd name="connsiteY11" fmla="*/ 22210 h 23572"/>
                    <a:gd name="connsiteX12" fmla="*/ 61797 w 66097"/>
                    <a:gd name="connsiteY12" fmla="*/ 19107 h 23572"/>
                    <a:gd name="connsiteX13" fmla="*/ 65920 w 66097"/>
                    <a:gd name="connsiteY13" fmla="*/ 14053 h 23572"/>
                    <a:gd name="connsiteX14" fmla="*/ 66098 w 66097"/>
                    <a:gd name="connsiteY14" fmla="*/ 13698 h 23572"/>
                    <a:gd name="connsiteX15" fmla="*/ 61265 w 66097"/>
                    <a:gd name="connsiteY15" fmla="*/ 11703 h 23572"/>
                    <a:gd name="connsiteX16" fmla="*/ 56389 w 66097"/>
                    <a:gd name="connsiteY16" fmla="*/ 9974 h 23572"/>
                    <a:gd name="connsiteX17" fmla="*/ 46592 w 66097"/>
                    <a:gd name="connsiteY17" fmla="*/ 6960 h 23572"/>
                    <a:gd name="connsiteX18" fmla="*/ 36484 w 66097"/>
                    <a:gd name="connsiteY18" fmla="*/ 5408 h 23572"/>
                    <a:gd name="connsiteX19" fmla="*/ 26200 w 66097"/>
                    <a:gd name="connsiteY19" fmla="*/ 5763 h 23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097" h="23572">
                      <a:moveTo>
                        <a:pt x="26200" y="5763"/>
                      </a:moveTo>
                      <a:cubicBezTo>
                        <a:pt x="21323" y="6295"/>
                        <a:pt x="16358" y="6561"/>
                        <a:pt x="11836" y="5541"/>
                      </a:cubicBezTo>
                      <a:cubicBezTo>
                        <a:pt x="7315" y="4610"/>
                        <a:pt x="3148" y="2394"/>
                        <a:pt x="0" y="0"/>
                      </a:cubicBezTo>
                      <a:lnTo>
                        <a:pt x="621" y="5187"/>
                      </a:lnTo>
                      <a:cubicBezTo>
                        <a:pt x="887" y="7359"/>
                        <a:pt x="1729" y="9354"/>
                        <a:pt x="2926" y="11083"/>
                      </a:cubicBezTo>
                      <a:cubicBezTo>
                        <a:pt x="4123" y="12723"/>
                        <a:pt x="5763" y="14452"/>
                        <a:pt x="7669" y="15826"/>
                      </a:cubicBezTo>
                      <a:cubicBezTo>
                        <a:pt x="9576" y="17200"/>
                        <a:pt x="11748" y="18309"/>
                        <a:pt x="14097" y="19062"/>
                      </a:cubicBezTo>
                      <a:cubicBezTo>
                        <a:pt x="16447" y="19816"/>
                        <a:pt x="18974" y="20082"/>
                        <a:pt x="21545" y="20082"/>
                      </a:cubicBezTo>
                      <a:cubicBezTo>
                        <a:pt x="25136" y="20348"/>
                        <a:pt x="28815" y="20348"/>
                        <a:pt x="32317" y="20969"/>
                      </a:cubicBezTo>
                      <a:cubicBezTo>
                        <a:pt x="35864" y="21323"/>
                        <a:pt x="39233" y="22121"/>
                        <a:pt x="42646" y="22830"/>
                      </a:cubicBezTo>
                      <a:cubicBezTo>
                        <a:pt x="44996" y="23451"/>
                        <a:pt x="47257" y="23717"/>
                        <a:pt x="49562" y="23495"/>
                      </a:cubicBezTo>
                      <a:cubicBezTo>
                        <a:pt x="51779" y="23451"/>
                        <a:pt x="53995" y="23008"/>
                        <a:pt x="56079" y="22210"/>
                      </a:cubicBezTo>
                      <a:cubicBezTo>
                        <a:pt x="58207" y="21368"/>
                        <a:pt x="60113" y="20481"/>
                        <a:pt x="61797" y="19107"/>
                      </a:cubicBezTo>
                      <a:cubicBezTo>
                        <a:pt x="63482" y="17732"/>
                        <a:pt x="64945" y="16048"/>
                        <a:pt x="65920" y="14053"/>
                      </a:cubicBezTo>
                      <a:lnTo>
                        <a:pt x="66098" y="13698"/>
                      </a:lnTo>
                      <a:cubicBezTo>
                        <a:pt x="64457" y="13033"/>
                        <a:pt x="62861" y="12368"/>
                        <a:pt x="61265" y="11703"/>
                      </a:cubicBezTo>
                      <a:cubicBezTo>
                        <a:pt x="59625" y="11127"/>
                        <a:pt x="58029" y="10551"/>
                        <a:pt x="56389" y="9974"/>
                      </a:cubicBezTo>
                      <a:cubicBezTo>
                        <a:pt x="53197" y="8689"/>
                        <a:pt x="49872" y="7935"/>
                        <a:pt x="46592" y="6960"/>
                      </a:cubicBezTo>
                      <a:cubicBezTo>
                        <a:pt x="43223" y="6384"/>
                        <a:pt x="39942" y="5497"/>
                        <a:pt x="36484" y="5408"/>
                      </a:cubicBezTo>
                      <a:cubicBezTo>
                        <a:pt x="33115" y="5187"/>
                        <a:pt x="29702" y="5142"/>
                        <a:pt x="26200" y="576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41" name="Forme libre : forme 25840">
                  <a:extLst>
                    <a:ext uri="{FF2B5EF4-FFF2-40B4-BE49-F238E27FC236}">
                      <a16:creationId xmlns:a16="http://schemas.microsoft.com/office/drawing/2014/main" id="{4106A521-65E0-4DF2-94A1-A5D9188F25DE}"/>
                    </a:ext>
                  </a:extLst>
                </p:cNvPr>
                <p:cNvSpPr/>
                <p:nvPr/>
              </p:nvSpPr>
              <p:spPr>
                <a:xfrm>
                  <a:off x="6536336" y="1275273"/>
                  <a:ext cx="31423" cy="17366"/>
                </a:xfrm>
                <a:custGeom>
                  <a:avLst/>
                  <a:gdLst>
                    <a:gd name="connsiteX0" fmla="*/ 31212 w 31423"/>
                    <a:gd name="connsiteY0" fmla="*/ 12187 h 17366"/>
                    <a:gd name="connsiteX1" fmla="*/ 25228 w 31423"/>
                    <a:gd name="connsiteY1" fmla="*/ 16709 h 17366"/>
                    <a:gd name="connsiteX2" fmla="*/ 14499 w 31423"/>
                    <a:gd name="connsiteY2" fmla="*/ 16886 h 17366"/>
                    <a:gd name="connsiteX3" fmla="*/ 4259 w 31423"/>
                    <a:gd name="connsiteY3" fmla="*/ 13295 h 17366"/>
                    <a:gd name="connsiteX4" fmla="*/ 3 w 31423"/>
                    <a:gd name="connsiteY4" fmla="*/ 7133 h 17366"/>
                    <a:gd name="connsiteX5" fmla="*/ 5057 w 31423"/>
                    <a:gd name="connsiteY5" fmla="*/ 1459 h 17366"/>
                    <a:gd name="connsiteX6" fmla="*/ 17159 w 31423"/>
                    <a:gd name="connsiteY6" fmla="*/ 262 h 17366"/>
                    <a:gd name="connsiteX7" fmla="*/ 28331 w 31423"/>
                    <a:gd name="connsiteY7" fmla="*/ 5182 h 17366"/>
                    <a:gd name="connsiteX8" fmla="*/ 31212 w 31423"/>
                    <a:gd name="connsiteY8" fmla="*/ 12187 h 17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23" h="17366">
                      <a:moveTo>
                        <a:pt x="31212" y="12187"/>
                      </a:moveTo>
                      <a:cubicBezTo>
                        <a:pt x="30503" y="14403"/>
                        <a:pt x="28198" y="15955"/>
                        <a:pt x="25228" y="16709"/>
                      </a:cubicBezTo>
                      <a:cubicBezTo>
                        <a:pt x="22257" y="17329"/>
                        <a:pt x="18445" y="17728"/>
                        <a:pt x="14499" y="16886"/>
                      </a:cubicBezTo>
                      <a:cubicBezTo>
                        <a:pt x="10465" y="16443"/>
                        <a:pt x="6919" y="14847"/>
                        <a:pt x="4259" y="13295"/>
                      </a:cubicBezTo>
                      <a:cubicBezTo>
                        <a:pt x="1599" y="11655"/>
                        <a:pt x="-85" y="9438"/>
                        <a:pt x="3" y="7133"/>
                      </a:cubicBezTo>
                      <a:cubicBezTo>
                        <a:pt x="92" y="4828"/>
                        <a:pt x="1954" y="2833"/>
                        <a:pt x="5057" y="1459"/>
                      </a:cubicBezTo>
                      <a:cubicBezTo>
                        <a:pt x="8160" y="-49"/>
                        <a:pt x="12460" y="-270"/>
                        <a:pt x="17159" y="262"/>
                      </a:cubicBezTo>
                      <a:cubicBezTo>
                        <a:pt x="21770" y="1193"/>
                        <a:pt x="25848" y="2744"/>
                        <a:pt x="28331" y="5182"/>
                      </a:cubicBezTo>
                      <a:cubicBezTo>
                        <a:pt x="30813" y="7443"/>
                        <a:pt x="31922" y="9970"/>
                        <a:pt x="31212" y="1218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42" name="Forme libre : forme 25841">
                  <a:extLst>
                    <a:ext uri="{FF2B5EF4-FFF2-40B4-BE49-F238E27FC236}">
                      <a16:creationId xmlns:a16="http://schemas.microsoft.com/office/drawing/2014/main" id="{A137952A-5BE7-4F22-9236-01B4A234B447}"/>
                    </a:ext>
                  </a:extLst>
                </p:cNvPr>
                <p:cNvSpPr/>
                <p:nvPr/>
              </p:nvSpPr>
              <p:spPr>
                <a:xfrm>
                  <a:off x="6536291" y="1275845"/>
                  <a:ext cx="21149" cy="16833"/>
                </a:xfrm>
                <a:custGeom>
                  <a:avLst/>
                  <a:gdLst>
                    <a:gd name="connsiteX0" fmla="*/ 7584 w 21149"/>
                    <a:gd name="connsiteY0" fmla="*/ 0 h 16833"/>
                    <a:gd name="connsiteX1" fmla="*/ 3 w 21149"/>
                    <a:gd name="connsiteY1" fmla="*/ 6605 h 16833"/>
                    <a:gd name="connsiteX2" fmla="*/ 4259 w 21149"/>
                    <a:gd name="connsiteY2" fmla="*/ 12767 h 16833"/>
                    <a:gd name="connsiteX3" fmla="*/ 14500 w 21149"/>
                    <a:gd name="connsiteY3" fmla="*/ 16358 h 16833"/>
                    <a:gd name="connsiteX4" fmla="*/ 21149 w 21149"/>
                    <a:gd name="connsiteY4" fmla="*/ 16757 h 16833"/>
                    <a:gd name="connsiteX5" fmla="*/ 17647 w 21149"/>
                    <a:gd name="connsiteY5" fmla="*/ 15427 h 16833"/>
                    <a:gd name="connsiteX6" fmla="*/ 10022 w 21149"/>
                    <a:gd name="connsiteY6" fmla="*/ 8423 h 16833"/>
                    <a:gd name="connsiteX7" fmla="*/ 7584 w 21149"/>
                    <a:gd name="connsiteY7" fmla="*/ 0 h 16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149" h="16833">
                      <a:moveTo>
                        <a:pt x="7584" y="0"/>
                      </a:moveTo>
                      <a:cubicBezTo>
                        <a:pt x="3018" y="1286"/>
                        <a:pt x="92" y="3724"/>
                        <a:pt x="3" y="6605"/>
                      </a:cubicBezTo>
                      <a:cubicBezTo>
                        <a:pt x="-85" y="8911"/>
                        <a:pt x="1643" y="11083"/>
                        <a:pt x="4259" y="12767"/>
                      </a:cubicBezTo>
                      <a:cubicBezTo>
                        <a:pt x="6919" y="14275"/>
                        <a:pt x="10421" y="15915"/>
                        <a:pt x="14500" y="16358"/>
                      </a:cubicBezTo>
                      <a:cubicBezTo>
                        <a:pt x="16849" y="16801"/>
                        <a:pt x="19066" y="16934"/>
                        <a:pt x="21149" y="16757"/>
                      </a:cubicBezTo>
                      <a:cubicBezTo>
                        <a:pt x="19952" y="16491"/>
                        <a:pt x="18755" y="16048"/>
                        <a:pt x="17647" y="15427"/>
                      </a:cubicBezTo>
                      <a:cubicBezTo>
                        <a:pt x="14677" y="13388"/>
                        <a:pt x="11928" y="11171"/>
                        <a:pt x="10022" y="8423"/>
                      </a:cubicBezTo>
                      <a:cubicBezTo>
                        <a:pt x="8160" y="5719"/>
                        <a:pt x="7052" y="2749"/>
                        <a:pt x="7584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43" name="Forme libre : forme 25842">
                  <a:extLst>
                    <a:ext uri="{FF2B5EF4-FFF2-40B4-BE49-F238E27FC236}">
                      <a16:creationId xmlns:a16="http://schemas.microsoft.com/office/drawing/2014/main" id="{14C9CBC7-B156-4AD1-8E36-4A6A2EDE247F}"/>
                    </a:ext>
                  </a:extLst>
                </p:cNvPr>
                <p:cNvSpPr/>
                <p:nvPr/>
              </p:nvSpPr>
              <p:spPr>
                <a:xfrm>
                  <a:off x="6537843" y="1277273"/>
                  <a:ext cx="30879" cy="17478"/>
                </a:xfrm>
                <a:custGeom>
                  <a:avLst/>
                  <a:gdLst>
                    <a:gd name="connsiteX0" fmla="*/ 30636 w 30879"/>
                    <a:gd name="connsiteY0" fmla="*/ 12447 h 17478"/>
                    <a:gd name="connsiteX1" fmla="*/ 24651 w 30879"/>
                    <a:gd name="connsiteY1" fmla="*/ 16925 h 17478"/>
                    <a:gd name="connsiteX2" fmla="*/ 19731 w 30879"/>
                    <a:gd name="connsiteY2" fmla="*/ 17457 h 17478"/>
                    <a:gd name="connsiteX3" fmla="*/ 14101 w 30879"/>
                    <a:gd name="connsiteY3" fmla="*/ 16969 h 17478"/>
                    <a:gd name="connsiteX4" fmla="*/ 8604 w 30879"/>
                    <a:gd name="connsiteY4" fmla="*/ 15506 h 17478"/>
                    <a:gd name="connsiteX5" fmla="*/ 4126 w 30879"/>
                    <a:gd name="connsiteY5" fmla="*/ 13201 h 17478"/>
                    <a:gd name="connsiteX6" fmla="*/ 3 w 30879"/>
                    <a:gd name="connsiteY6" fmla="*/ 7039 h 17478"/>
                    <a:gd name="connsiteX7" fmla="*/ 5057 w 30879"/>
                    <a:gd name="connsiteY7" fmla="*/ 1364 h 17478"/>
                    <a:gd name="connsiteX8" fmla="*/ 10466 w 30879"/>
                    <a:gd name="connsiteY8" fmla="*/ 123 h 17478"/>
                    <a:gd name="connsiteX9" fmla="*/ 16982 w 30879"/>
                    <a:gd name="connsiteY9" fmla="*/ 345 h 17478"/>
                    <a:gd name="connsiteX10" fmla="*/ 23233 w 30879"/>
                    <a:gd name="connsiteY10" fmla="*/ 2251 h 17478"/>
                    <a:gd name="connsiteX11" fmla="*/ 27888 w 30879"/>
                    <a:gd name="connsiteY11" fmla="*/ 5354 h 17478"/>
                    <a:gd name="connsiteX12" fmla="*/ 30636 w 30879"/>
                    <a:gd name="connsiteY12" fmla="*/ 12447 h 17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879" h="17478">
                      <a:moveTo>
                        <a:pt x="30636" y="12447"/>
                      </a:moveTo>
                      <a:cubicBezTo>
                        <a:pt x="29927" y="14619"/>
                        <a:pt x="27577" y="16171"/>
                        <a:pt x="24651" y="16925"/>
                      </a:cubicBezTo>
                      <a:cubicBezTo>
                        <a:pt x="23144" y="17324"/>
                        <a:pt x="21548" y="17412"/>
                        <a:pt x="19731" y="17457"/>
                      </a:cubicBezTo>
                      <a:cubicBezTo>
                        <a:pt x="17913" y="17545"/>
                        <a:pt x="16051" y="17368"/>
                        <a:pt x="14101" y="16969"/>
                      </a:cubicBezTo>
                      <a:cubicBezTo>
                        <a:pt x="12150" y="16526"/>
                        <a:pt x="10288" y="16215"/>
                        <a:pt x="8604" y="15506"/>
                      </a:cubicBezTo>
                      <a:cubicBezTo>
                        <a:pt x="6919" y="14885"/>
                        <a:pt x="5412" y="13999"/>
                        <a:pt x="4126" y="13201"/>
                      </a:cubicBezTo>
                      <a:cubicBezTo>
                        <a:pt x="1555" y="11561"/>
                        <a:pt x="-85" y="9344"/>
                        <a:pt x="3" y="7039"/>
                      </a:cubicBezTo>
                      <a:cubicBezTo>
                        <a:pt x="92" y="4734"/>
                        <a:pt x="1954" y="2694"/>
                        <a:pt x="5057" y="1364"/>
                      </a:cubicBezTo>
                      <a:cubicBezTo>
                        <a:pt x="6609" y="655"/>
                        <a:pt x="8426" y="345"/>
                        <a:pt x="10466" y="123"/>
                      </a:cubicBezTo>
                      <a:cubicBezTo>
                        <a:pt x="12505" y="-10"/>
                        <a:pt x="14721" y="-143"/>
                        <a:pt x="16982" y="345"/>
                      </a:cubicBezTo>
                      <a:cubicBezTo>
                        <a:pt x="19243" y="788"/>
                        <a:pt x="21371" y="1453"/>
                        <a:pt x="23233" y="2251"/>
                      </a:cubicBezTo>
                      <a:cubicBezTo>
                        <a:pt x="25095" y="3049"/>
                        <a:pt x="26646" y="4246"/>
                        <a:pt x="27888" y="5354"/>
                      </a:cubicBezTo>
                      <a:cubicBezTo>
                        <a:pt x="30370" y="7704"/>
                        <a:pt x="31390" y="10186"/>
                        <a:pt x="30636" y="1244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44" name="Forme libre : forme 25843">
                  <a:extLst>
                    <a:ext uri="{FF2B5EF4-FFF2-40B4-BE49-F238E27FC236}">
                      <a16:creationId xmlns:a16="http://schemas.microsoft.com/office/drawing/2014/main" id="{FFDDA48F-4D42-40D5-8E87-0EF9CACE86BB}"/>
                    </a:ext>
                  </a:extLst>
                </p:cNvPr>
                <p:cNvSpPr/>
                <p:nvPr/>
              </p:nvSpPr>
              <p:spPr>
                <a:xfrm>
                  <a:off x="6522327" y="1269134"/>
                  <a:ext cx="37313" cy="31971"/>
                </a:xfrm>
                <a:custGeom>
                  <a:avLst/>
                  <a:gdLst>
                    <a:gd name="connsiteX0" fmla="*/ 580 w 37313"/>
                    <a:gd name="connsiteY0" fmla="*/ 14735 h 31971"/>
                    <a:gd name="connsiteX1" fmla="*/ 2043 w 37313"/>
                    <a:gd name="connsiteY1" fmla="*/ 22404 h 31971"/>
                    <a:gd name="connsiteX2" fmla="*/ 16583 w 37313"/>
                    <a:gd name="connsiteY2" fmla="*/ 30694 h 31971"/>
                    <a:gd name="connsiteX3" fmla="*/ 23853 w 37313"/>
                    <a:gd name="connsiteY3" fmla="*/ 31935 h 31971"/>
                    <a:gd name="connsiteX4" fmla="*/ 30947 w 37313"/>
                    <a:gd name="connsiteY4" fmla="*/ 31492 h 31971"/>
                    <a:gd name="connsiteX5" fmla="*/ 37241 w 37313"/>
                    <a:gd name="connsiteY5" fmla="*/ 25108 h 31971"/>
                    <a:gd name="connsiteX6" fmla="*/ 33030 w 37313"/>
                    <a:gd name="connsiteY6" fmla="*/ 20143 h 31971"/>
                    <a:gd name="connsiteX7" fmla="*/ 26691 w 37313"/>
                    <a:gd name="connsiteY7" fmla="*/ 14779 h 31971"/>
                    <a:gd name="connsiteX8" fmla="*/ 20883 w 37313"/>
                    <a:gd name="connsiteY8" fmla="*/ 9060 h 31971"/>
                    <a:gd name="connsiteX9" fmla="*/ 4304 w 37313"/>
                    <a:gd name="connsiteY9" fmla="*/ 504 h 31971"/>
                    <a:gd name="connsiteX10" fmla="*/ 580 w 37313"/>
                    <a:gd name="connsiteY10" fmla="*/ 14735 h 31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313" h="31971">
                      <a:moveTo>
                        <a:pt x="580" y="14735"/>
                      </a:moveTo>
                      <a:cubicBezTo>
                        <a:pt x="624" y="17350"/>
                        <a:pt x="713" y="20010"/>
                        <a:pt x="2043" y="22404"/>
                      </a:cubicBezTo>
                      <a:cubicBezTo>
                        <a:pt x="4570" y="27103"/>
                        <a:pt x="10953" y="29054"/>
                        <a:pt x="16583" y="30694"/>
                      </a:cubicBezTo>
                      <a:cubicBezTo>
                        <a:pt x="19022" y="31181"/>
                        <a:pt x="21415" y="31758"/>
                        <a:pt x="23853" y="31935"/>
                      </a:cubicBezTo>
                      <a:cubicBezTo>
                        <a:pt x="26292" y="32024"/>
                        <a:pt x="28641" y="31979"/>
                        <a:pt x="30947" y="31492"/>
                      </a:cubicBezTo>
                      <a:cubicBezTo>
                        <a:pt x="34360" y="30605"/>
                        <a:pt x="37862" y="28300"/>
                        <a:pt x="37241" y="25108"/>
                      </a:cubicBezTo>
                      <a:cubicBezTo>
                        <a:pt x="36842" y="23069"/>
                        <a:pt x="34848" y="21650"/>
                        <a:pt x="33030" y="20143"/>
                      </a:cubicBezTo>
                      <a:cubicBezTo>
                        <a:pt x="30858" y="18370"/>
                        <a:pt x="28774" y="16552"/>
                        <a:pt x="26691" y="14779"/>
                      </a:cubicBezTo>
                      <a:cubicBezTo>
                        <a:pt x="24651" y="13006"/>
                        <a:pt x="22701" y="11011"/>
                        <a:pt x="20883" y="9060"/>
                      </a:cubicBezTo>
                      <a:cubicBezTo>
                        <a:pt x="17913" y="5868"/>
                        <a:pt x="11530" y="-2067"/>
                        <a:pt x="4304" y="504"/>
                      </a:cubicBezTo>
                      <a:cubicBezTo>
                        <a:pt x="-2169" y="2632"/>
                        <a:pt x="580" y="11100"/>
                        <a:pt x="580" y="1473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45" name="Forme libre : forme 25844">
                  <a:extLst>
                    <a:ext uri="{FF2B5EF4-FFF2-40B4-BE49-F238E27FC236}">
                      <a16:creationId xmlns:a16="http://schemas.microsoft.com/office/drawing/2014/main" id="{EF2F6249-5646-40AE-8000-59562B568FCB}"/>
                    </a:ext>
                  </a:extLst>
                </p:cNvPr>
                <p:cNvSpPr/>
                <p:nvPr/>
              </p:nvSpPr>
              <p:spPr>
                <a:xfrm>
                  <a:off x="6529290" y="1269315"/>
                  <a:ext cx="13967" cy="8315"/>
                </a:xfrm>
                <a:custGeom>
                  <a:avLst/>
                  <a:gdLst>
                    <a:gd name="connsiteX0" fmla="*/ 798 w 13967"/>
                    <a:gd name="connsiteY0" fmla="*/ 4889 h 8315"/>
                    <a:gd name="connsiteX1" fmla="*/ 0 w 13967"/>
                    <a:gd name="connsiteY1" fmla="*/ 6707 h 8315"/>
                    <a:gd name="connsiteX2" fmla="*/ 1286 w 13967"/>
                    <a:gd name="connsiteY2" fmla="*/ 8214 h 8315"/>
                    <a:gd name="connsiteX3" fmla="*/ 3680 w 13967"/>
                    <a:gd name="connsiteY3" fmla="*/ 8037 h 8315"/>
                    <a:gd name="connsiteX4" fmla="*/ 9576 w 13967"/>
                    <a:gd name="connsiteY4" fmla="*/ 6485 h 8315"/>
                    <a:gd name="connsiteX5" fmla="*/ 11792 w 13967"/>
                    <a:gd name="connsiteY5" fmla="*/ 5510 h 8315"/>
                    <a:gd name="connsiteX6" fmla="*/ 10285 w 13967"/>
                    <a:gd name="connsiteY6" fmla="*/ 13 h 8315"/>
                    <a:gd name="connsiteX7" fmla="*/ 4699 w 13967"/>
                    <a:gd name="connsiteY7" fmla="*/ 1564 h 8315"/>
                    <a:gd name="connsiteX8" fmla="*/ 798 w 13967"/>
                    <a:gd name="connsiteY8" fmla="*/ 4889 h 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967" h="8315">
                      <a:moveTo>
                        <a:pt x="798" y="4889"/>
                      </a:moveTo>
                      <a:cubicBezTo>
                        <a:pt x="355" y="5465"/>
                        <a:pt x="0" y="6086"/>
                        <a:pt x="0" y="6707"/>
                      </a:cubicBezTo>
                      <a:cubicBezTo>
                        <a:pt x="0" y="7327"/>
                        <a:pt x="488" y="7992"/>
                        <a:pt x="1286" y="8214"/>
                      </a:cubicBezTo>
                      <a:cubicBezTo>
                        <a:pt x="2039" y="8436"/>
                        <a:pt x="2882" y="8258"/>
                        <a:pt x="3680" y="8037"/>
                      </a:cubicBezTo>
                      <a:cubicBezTo>
                        <a:pt x="5674" y="7505"/>
                        <a:pt x="7669" y="7150"/>
                        <a:pt x="9576" y="6485"/>
                      </a:cubicBezTo>
                      <a:cubicBezTo>
                        <a:pt x="10374" y="6219"/>
                        <a:pt x="11171" y="5953"/>
                        <a:pt x="11792" y="5510"/>
                      </a:cubicBezTo>
                      <a:cubicBezTo>
                        <a:pt x="14452" y="3737"/>
                        <a:pt x="15427" y="-253"/>
                        <a:pt x="10285" y="13"/>
                      </a:cubicBezTo>
                      <a:cubicBezTo>
                        <a:pt x="8290" y="146"/>
                        <a:pt x="6339" y="678"/>
                        <a:pt x="4699" y="1564"/>
                      </a:cubicBezTo>
                      <a:cubicBezTo>
                        <a:pt x="3059" y="2540"/>
                        <a:pt x="1685" y="3737"/>
                        <a:pt x="798" y="488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46" name="Forme libre : forme 25845">
                  <a:extLst>
                    <a:ext uri="{FF2B5EF4-FFF2-40B4-BE49-F238E27FC236}">
                      <a16:creationId xmlns:a16="http://schemas.microsoft.com/office/drawing/2014/main" id="{BB9D3716-6E72-46A8-9685-526E044500D3}"/>
                    </a:ext>
                  </a:extLst>
                </p:cNvPr>
                <p:cNvSpPr/>
                <p:nvPr/>
              </p:nvSpPr>
              <p:spPr>
                <a:xfrm>
                  <a:off x="6555933" y="1294907"/>
                  <a:ext cx="21633" cy="10487"/>
                </a:xfrm>
                <a:custGeom>
                  <a:avLst/>
                  <a:gdLst>
                    <a:gd name="connsiteX0" fmla="*/ 21634 w 21633"/>
                    <a:gd name="connsiteY0" fmla="*/ 0 h 10487"/>
                    <a:gd name="connsiteX1" fmla="*/ 17023 w 21633"/>
                    <a:gd name="connsiteY1" fmla="*/ 5586 h 10487"/>
                    <a:gd name="connsiteX2" fmla="*/ 10329 w 21633"/>
                    <a:gd name="connsiteY2" fmla="*/ 9088 h 10487"/>
                    <a:gd name="connsiteX3" fmla="*/ 0 w 21633"/>
                    <a:gd name="connsiteY3" fmla="*/ 10462 h 10487"/>
                    <a:gd name="connsiteX4" fmla="*/ 7492 w 21633"/>
                    <a:gd name="connsiteY4" fmla="*/ 8866 h 10487"/>
                    <a:gd name="connsiteX5" fmla="*/ 14496 w 21633"/>
                    <a:gd name="connsiteY5" fmla="*/ 5852 h 10487"/>
                    <a:gd name="connsiteX6" fmla="*/ 21634 w 21633"/>
                    <a:gd name="connsiteY6" fmla="*/ 0 h 10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33" h="10487">
                      <a:moveTo>
                        <a:pt x="21634" y="0"/>
                      </a:moveTo>
                      <a:cubicBezTo>
                        <a:pt x="21634" y="0"/>
                        <a:pt x="20437" y="3014"/>
                        <a:pt x="17023" y="5586"/>
                      </a:cubicBezTo>
                      <a:cubicBezTo>
                        <a:pt x="15383" y="6827"/>
                        <a:pt x="13078" y="8245"/>
                        <a:pt x="10329" y="9088"/>
                      </a:cubicBezTo>
                      <a:cubicBezTo>
                        <a:pt x="7581" y="9841"/>
                        <a:pt x="4123" y="10639"/>
                        <a:pt x="0" y="10462"/>
                      </a:cubicBezTo>
                      <a:cubicBezTo>
                        <a:pt x="0" y="10462"/>
                        <a:pt x="3192" y="10373"/>
                        <a:pt x="7492" y="8866"/>
                      </a:cubicBezTo>
                      <a:cubicBezTo>
                        <a:pt x="9575" y="8290"/>
                        <a:pt x="12014" y="7315"/>
                        <a:pt x="14496" y="5852"/>
                      </a:cubicBezTo>
                      <a:cubicBezTo>
                        <a:pt x="16979" y="4344"/>
                        <a:pt x="19417" y="2660"/>
                        <a:pt x="2163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47" name="Forme libre : forme 25846">
                  <a:extLst>
                    <a:ext uri="{FF2B5EF4-FFF2-40B4-BE49-F238E27FC236}">
                      <a16:creationId xmlns:a16="http://schemas.microsoft.com/office/drawing/2014/main" id="{5D2BB715-796C-4E6A-BF31-53CC1C75A9B3}"/>
                    </a:ext>
                  </a:extLst>
                </p:cNvPr>
                <p:cNvSpPr/>
                <p:nvPr/>
              </p:nvSpPr>
              <p:spPr>
                <a:xfrm>
                  <a:off x="6513287" y="1260550"/>
                  <a:ext cx="23318" cy="17067"/>
                </a:xfrm>
                <a:custGeom>
                  <a:avLst/>
                  <a:gdLst>
                    <a:gd name="connsiteX0" fmla="*/ 23318 w 23318"/>
                    <a:gd name="connsiteY0" fmla="*/ 0 h 17067"/>
                    <a:gd name="connsiteX1" fmla="*/ 22298 w 23318"/>
                    <a:gd name="connsiteY1" fmla="*/ 0 h 17067"/>
                    <a:gd name="connsiteX2" fmla="*/ 19683 w 23318"/>
                    <a:gd name="connsiteY2" fmla="*/ 266 h 17067"/>
                    <a:gd name="connsiteX3" fmla="*/ 11748 w 23318"/>
                    <a:gd name="connsiteY3" fmla="*/ 2483 h 17067"/>
                    <a:gd name="connsiteX4" fmla="*/ 3768 w 23318"/>
                    <a:gd name="connsiteY4" fmla="*/ 7669 h 17067"/>
                    <a:gd name="connsiteX5" fmla="*/ 0 w 23318"/>
                    <a:gd name="connsiteY5" fmla="*/ 17067 h 17067"/>
                    <a:gd name="connsiteX6" fmla="*/ 709 w 23318"/>
                    <a:gd name="connsiteY6" fmla="*/ 14762 h 17067"/>
                    <a:gd name="connsiteX7" fmla="*/ 3812 w 23318"/>
                    <a:gd name="connsiteY7" fmla="*/ 9576 h 17067"/>
                    <a:gd name="connsiteX8" fmla="*/ 10861 w 23318"/>
                    <a:gd name="connsiteY8" fmla="*/ 3857 h 17067"/>
                    <a:gd name="connsiteX9" fmla="*/ 23318 w 23318"/>
                    <a:gd name="connsiteY9" fmla="*/ 0 h 17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318" h="17067">
                      <a:moveTo>
                        <a:pt x="23318" y="0"/>
                      </a:moveTo>
                      <a:cubicBezTo>
                        <a:pt x="23318" y="0"/>
                        <a:pt x="22963" y="0"/>
                        <a:pt x="22298" y="0"/>
                      </a:cubicBezTo>
                      <a:cubicBezTo>
                        <a:pt x="21678" y="0"/>
                        <a:pt x="20747" y="44"/>
                        <a:pt x="19683" y="266"/>
                      </a:cubicBezTo>
                      <a:cubicBezTo>
                        <a:pt x="17511" y="665"/>
                        <a:pt x="14629" y="1330"/>
                        <a:pt x="11748" y="2483"/>
                      </a:cubicBezTo>
                      <a:cubicBezTo>
                        <a:pt x="8866" y="3635"/>
                        <a:pt x="5940" y="5320"/>
                        <a:pt x="3768" y="7669"/>
                      </a:cubicBezTo>
                      <a:cubicBezTo>
                        <a:pt x="1596" y="9930"/>
                        <a:pt x="133" y="13122"/>
                        <a:pt x="0" y="17067"/>
                      </a:cubicBezTo>
                      <a:cubicBezTo>
                        <a:pt x="0" y="17067"/>
                        <a:pt x="177" y="16181"/>
                        <a:pt x="709" y="14762"/>
                      </a:cubicBezTo>
                      <a:cubicBezTo>
                        <a:pt x="1241" y="13299"/>
                        <a:pt x="2217" y="11482"/>
                        <a:pt x="3812" y="9576"/>
                      </a:cubicBezTo>
                      <a:cubicBezTo>
                        <a:pt x="5408" y="7669"/>
                        <a:pt x="7669" y="5630"/>
                        <a:pt x="10861" y="3857"/>
                      </a:cubicBezTo>
                      <a:cubicBezTo>
                        <a:pt x="14053" y="2217"/>
                        <a:pt x="18087" y="443"/>
                        <a:pt x="233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48" name="Forme libre : forme 25847">
                  <a:extLst>
                    <a:ext uri="{FF2B5EF4-FFF2-40B4-BE49-F238E27FC236}">
                      <a16:creationId xmlns:a16="http://schemas.microsoft.com/office/drawing/2014/main" id="{C506F810-D072-4947-91CA-E0DCC344B426}"/>
                    </a:ext>
                  </a:extLst>
                </p:cNvPr>
                <p:cNvSpPr/>
                <p:nvPr/>
              </p:nvSpPr>
              <p:spPr>
                <a:xfrm>
                  <a:off x="6549970" y="1277341"/>
                  <a:ext cx="11805" cy="6911"/>
                </a:xfrm>
                <a:custGeom>
                  <a:avLst/>
                  <a:gdLst>
                    <a:gd name="connsiteX0" fmla="*/ 11504 w 11805"/>
                    <a:gd name="connsiteY0" fmla="*/ 6085 h 6911"/>
                    <a:gd name="connsiteX1" fmla="*/ 4278 w 11805"/>
                    <a:gd name="connsiteY1" fmla="*/ 5730 h 6911"/>
                    <a:gd name="connsiteX2" fmla="*/ 200 w 11805"/>
                    <a:gd name="connsiteY2" fmla="*/ 1031 h 6911"/>
                    <a:gd name="connsiteX3" fmla="*/ 7648 w 11805"/>
                    <a:gd name="connsiteY3" fmla="*/ 1164 h 6911"/>
                    <a:gd name="connsiteX4" fmla="*/ 11504 w 11805"/>
                    <a:gd name="connsiteY4" fmla="*/ 6085 h 6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5" h="6911">
                      <a:moveTo>
                        <a:pt x="11504" y="6085"/>
                      </a:moveTo>
                      <a:cubicBezTo>
                        <a:pt x="10485" y="7282"/>
                        <a:pt x="7337" y="7193"/>
                        <a:pt x="4278" y="5730"/>
                      </a:cubicBezTo>
                      <a:cubicBezTo>
                        <a:pt x="1264" y="4267"/>
                        <a:pt x="-642" y="2405"/>
                        <a:pt x="200" y="1031"/>
                      </a:cubicBezTo>
                      <a:cubicBezTo>
                        <a:pt x="1087" y="-343"/>
                        <a:pt x="4500" y="-388"/>
                        <a:pt x="7648" y="1164"/>
                      </a:cubicBezTo>
                      <a:cubicBezTo>
                        <a:pt x="10884" y="2627"/>
                        <a:pt x="12524" y="4843"/>
                        <a:pt x="11504" y="608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49" name="Forme libre : forme 25848">
                  <a:extLst>
                    <a:ext uri="{FF2B5EF4-FFF2-40B4-BE49-F238E27FC236}">
                      <a16:creationId xmlns:a16="http://schemas.microsoft.com/office/drawing/2014/main" id="{A1D03125-3EAE-4155-A667-7D1762F9A970}"/>
                    </a:ext>
                  </a:extLst>
                </p:cNvPr>
                <p:cNvSpPr/>
                <p:nvPr/>
              </p:nvSpPr>
              <p:spPr>
                <a:xfrm>
                  <a:off x="6560038" y="1281461"/>
                  <a:ext cx="3330" cy="2546"/>
                </a:xfrm>
                <a:custGeom>
                  <a:avLst/>
                  <a:gdLst>
                    <a:gd name="connsiteX0" fmla="*/ 3298 w 3330"/>
                    <a:gd name="connsiteY0" fmla="*/ 1742 h 2546"/>
                    <a:gd name="connsiteX1" fmla="*/ 1392 w 3330"/>
                    <a:gd name="connsiteY1" fmla="*/ 2452 h 2546"/>
                    <a:gd name="connsiteX2" fmla="*/ 18 w 3330"/>
                    <a:gd name="connsiteY2" fmla="*/ 900 h 2546"/>
                    <a:gd name="connsiteX3" fmla="*/ 1968 w 3330"/>
                    <a:gd name="connsiteY3" fmla="*/ 58 h 2546"/>
                    <a:gd name="connsiteX4" fmla="*/ 3298 w 3330"/>
                    <a:gd name="connsiteY4" fmla="*/ 1742 h 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0" h="2546">
                      <a:moveTo>
                        <a:pt x="3298" y="1742"/>
                      </a:moveTo>
                      <a:cubicBezTo>
                        <a:pt x="3121" y="2407"/>
                        <a:pt x="2279" y="2718"/>
                        <a:pt x="1392" y="2452"/>
                      </a:cubicBezTo>
                      <a:cubicBezTo>
                        <a:pt x="505" y="2230"/>
                        <a:pt x="-115" y="1565"/>
                        <a:pt x="18" y="900"/>
                      </a:cubicBezTo>
                      <a:cubicBezTo>
                        <a:pt x="151" y="280"/>
                        <a:pt x="1037" y="-164"/>
                        <a:pt x="1968" y="58"/>
                      </a:cubicBezTo>
                      <a:cubicBezTo>
                        <a:pt x="2900" y="368"/>
                        <a:pt x="3476" y="1122"/>
                        <a:pt x="3298" y="1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50" name="Forme libre : forme 25849">
                  <a:extLst>
                    <a:ext uri="{FF2B5EF4-FFF2-40B4-BE49-F238E27FC236}">
                      <a16:creationId xmlns:a16="http://schemas.microsoft.com/office/drawing/2014/main" id="{767694A5-ACC5-49DC-98E2-1BFBF84BF4B9}"/>
                    </a:ext>
                  </a:extLst>
                </p:cNvPr>
                <p:cNvSpPr/>
                <p:nvPr/>
              </p:nvSpPr>
              <p:spPr>
                <a:xfrm>
                  <a:off x="6551490" y="1264584"/>
                  <a:ext cx="27248" cy="26756"/>
                </a:xfrm>
                <a:custGeom>
                  <a:avLst/>
                  <a:gdLst>
                    <a:gd name="connsiteX0" fmla="*/ 26919 w 27248"/>
                    <a:gd name="connsiteY0" fmla="*/ 13699 h 26756"/>
                    <a:gd name="connsiteX1" fmla="*/ 25279 w 27248"/>
                    <a:gd name="connsiteY1" fmla="*/ 24471 h 26756"/>
                    <a:gd name="connsiteX2" fmla="*/ 21865 w 27248"/>
                    <a:gd name="connsiteY2" fmla="*/ 26688 h 26756"/>
                    <a:gd name="connsiteX3" fmla="*/ 19294 w 27248"/>
                    <a:gd name="connsiteY3" fmla="*/ 23496 h 26756"/>
                    <a:gd name="connsiteX4" fmla="*/ 14905 w 27248"/>
                    <a:gd name="connsiteY4" fmla="*/ 11881 h 26756"/>
                    <a:gd name="connsiteX5" fmla="*/ 11314 w 27248"/>
                    <a:gd name="connsiteY5" fmla="*/ 9531 h 26756"/>
                    <a:gd name="connsiteX6" fmla="*/ 5684 w 27248"/>
                    <a:gd name="connsiteY6" fmla="*/ 6561 h 26756"/>
                    <a:gd name="connsiteX7" fmla="*/ 542 w 27248"/>
                    <a:gd name="connsiteY7" fmla="*/ 1109 h 26756"/>
                    <a:gd name="connsiteX8" fmla="*/ 11004 w 27248"/>
                    <a:gd name="connsiteY8" fmla="*/ 887 h 26756"/>
                    <a:gd name="connsiteX9" fmla="*/ 21156 w 27248"/>
                    <a:gd name="connsiteY9" fmla="*/ 5231 h 26756"/>
                    <a:gd name="connsiteX10" fmla="*/ 26919 w 27248"/>
                    <a:gd name="connsiteY10" fmla="*/ 13699 h 26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248" h="26756">
                      <a:moveTo>
                        <a:pt x="26919" y="13699"/>
                      </a:moveTo>
                      <a:cubicBezTo>
                        <a:pt x="27806" y="17555"/>
                        <a:pt x="26786" y="21146"/>
                        <a:pt x="25279" y="24471"/>
                      </a:cubicBezTo>
                      <a:cubicBezTo>
                        <a:pt x="24747" y="25668"/>
                        <a:pt x="23594" y="27086"/>
                        <a:pt x="21865" y="26688"/>
                      </a:cubicBezTo>
                      <a:cubicBezTo>
                        <a:pt x="20314" y="26333"/>
                        <a:pt x="19560" y="24781"/>
                        <a:pt x="19294" y="23496"/>
                      </a:cubicBezTo>
                      <a:cubicBezTo>
                        <a:pt x="18363" y="19462"/>
                        <a:pt x="18407" y="15383"/>
                        <a:pt x="14905" y="11881"/>
                      </a:cubicBezTo>
                      <a:cubicBezTo>
                        <a:pt x="14373" y="11349"/>
                        <a:pt x="12999" y="10462"/>
                        <a:pt x="11314" y="9531"/>
                      </a:cubicBezTo>
                      <a:cubicBezTo>
                        <a:pt x="9630" y="8645"/>
                        <a:pt x="7635" y="7625"/>
                        <a:pt x="5684" y="6561"/>
                      </a:cubicBezTo>
                      <a:cubicBezTo>
                        <a:pt x="1916" y="4389"/>
                        <a:pt x="-1320" y="2704"/>
                        <a:pt x="542" y="1109"/>
                      </a:cubicBezTo>
                      <a:cubicBezTo>
                        <a:pt x="2404" y="-487"/>
                        <a:pt x="6704" y="-177"/>
                        <a:pt x="11004" y="887"/>
                      </a:cubicBezTo>
                      <a:cubicBezTo>
                        <a:pt x="15304" y="1818"/>
                        <a:pt x="19383" y="4079"/>
                        <a:pt x="21156" y="5231"/>
                      </a:cubicBezTo>
                      <a:cubicBezTo>
                        <a:pt x="24392" y="7581"/>
                        <a:pt x="26254" y="10861"/>
                        <a:pt x="26919" y="1369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11" name="Graphique 2">
                <a:extLst>
                  <a:ext uri="{FF2B5EF4-FFF2-40B4-BE49-F238E27FC236}">
                    <a16:creationId xmlns:a16="http://schemas.microsoft.com/office/drawing/2014/main" id="{F9865A76-7076-4BF2-A647-BD162A5A6ED7}"/>
                  </a:ext>
                </a:extLst>
              </p:cNvPr>
              <p:cNvGrpSpPr/>
              <p:nvPr/>
            </p:nvGrpSpPr>
            <p:grpSpPr>
              <a:xfrm>
                <a:off x="6577297" y="1279348"/>
                <a:ext cx="65968" cy="65758"/>
                <a:chOff x="6577297" y="1279348"/>
                <a:chExt cx="65968" cy="65758"/>
              </a:xfrm>
              <a:solidFill>
                <a:schemeClr val="accent1"/>
              </a:solidFill>
            </p:grpSpPr>
            <p:sp>
              <p:nvSpPr>
                <p:cNvPr id="25827" name="Forme libre : forme 25826">
                  <a:extLst>
                    <a:ext uri="{FF2B5EF4-FFF2-40B4-BE49-F238E27FC236}">
                      <a16:creationId xmlns:a16="http://schemas.microsoft.com/office/drawing/2014/main" id="{B4C5FA41-AC7F-4886-9694-D497E24B0DD8}"/>
                    </a:ext>
                  </a:extLst>
                </p:cNvPr>
                <p:cNvSpPr/>
                <p:nvPr/>
              </p:nvSpPr>
              <p:spPr>
                <a:xfrm>
                  <a:off x="6577390" y="1279348"/>
                  <a:ext cx="65876" cy="65758"/>
                </a:xfrm>
                <a:custGeom>
                  <a:avLst/>
                  <a:gdLst>
                    <a:gd name="connsiteX0" fmla="*/ 24072 w 65876"/>
                    <a:gd name="connsiteY0" fmla="*/ 56920 h 65758"/>
                    <a:gd name="connsiteX1" fmla="*/ 16713 w 65876"/>
                    <a:gd name="connsiteY1" fmla="*/ 48940 h 65758"/>
                    <a:gd name="connsiteX2" fmla="*/ 12856 w 65876"/>
                    <a:gd name="connsiteY2" fmla="*/ 45350 h 65758"/>
                    <a:gd name="connsiteX3" fmla="*/ 8866 w 65876"/>
                    <a:gd name="connsiteY3" fmla="*/ 42025 h 65758"/>
                    <a:gd name="connsiteX4" fmla="*/ 6295 w 65876"/>
                    <a:gd name="connsiteY4" fmla="*/ 39587 h 65758"/>
                    <a:gd name="connsiteX5" fmla="*/ 4123 w 65876"/>
                    <a:gd name="connsiteY5" fmla="*/ 36971 h 65758"/>
                    <a:gd name="connsiteX6" fmla="*/ 1108 w 65876"/>
                    <a:gd name="connsiteY6" fmla="*/ 30986 h 65758"/>
                    <a:gd name="connsiteX7" fmla="*/ 0 w 65876"/>
                    <a:gd name="connsiteY7" fmla="*/ 24425 h 65758"/>
                    <a:gd name="connsiteX8" fmla="*/ 1330 w 65876"/>
                    <a:gd name="connsiteY8" fmla="*/ 18086 h 65758"/>
                    <a:gd name="connsiteX9" fmla="*/ 6694 w 65876"/>
                    <a:gd name="connsiteY9" fmla="*/ 6915 h 65758"/>
                    <a:gd name="connsiteX10" fmla="*/ 11216 w 65876"/>
                    <a:gd name="connsiteY10" fmla="*/ 2038 h 65758"/>
                    <a:gd name="connsiteX11" fmla="*/ 18486 w 65876"/>
                    <a:gd name="connsiteY11" fmla="*/ 43 h 65758"/>
                    <a:gd name="connsiteX12" fmla="*/ 27485 w 65876"/>
                    <a:gd name="connsiteY12" fmla="*/ 1329 h 65758"/>
                    <a:gd name="connsiteX13" fmla="*/ 32228 w 65876"/>
                    <a:gd name="connsiteY13" fmla="*/ 3279 h 65758"/>
                    <a:gd name="connsiteX14" fmla="*/ 36706 w 65876"/>
                    <a:gd name="connsiteY14" fmla="*/ 6205 h 65758"/>
                    <a:gd name="connsiteX15" fmla="*/ 42779 w 65876"/>
                    <a:gd name="connsiteY15" fmla="*/ 11126 h 65758"/>
                    <a:gd name="connsiteX16" fmla="*/ 48498 w 65876"/>
                    <a:gd name="connsiteY16" fmla="*/ 16313 h 65758"/>
                    <a:gd name="connsiteX17" fmla="*/ 58960 w 65876"/>
                    <a:gd name="connsiteY17" fmla="*/ 27307 h 65758"/>
                    <a:gd name="connsiteX18" fmla="*/ 64102 w 65876"/>
                    <a:gd name="connsiteY18" fmla="*/ 35730 h 65758"/>
                    <a:gd name="connsiteX19" fmla="*/ 65876 w 65876"/>
                    <a:gd name="connsiteY19" fmla="*/ 44108 h 65758"/>
                    <a:gd name="connsiteX20" fmla="*/ 60068 w 65876"/>
                    <a:gd name="connsiteY20" fmla="*/ 56432 h 65758"/>
                    <a:gd name="connsiteX21" fmla="*/ 49473 w 65876"/>
                    <a:gd name="connsiteY21" fmla="*/ 63437 h 65758"/>
                    <a:gd name="connsiteX22" fmla="*/ 36307 w 65876"/>
                    <a:gd name="connsiteY22" fmla="*/ 65033 h 65758"/>
                    <a:gd name="connsiteX23" fmla="*/ 29746 w 65876"/>
                    <a:gd name="connsiteY23" fmla="*/ 62062 h 65758"/>
                    <a:gd name="connsiteX24" fmla="*/ 24072 w 65876"/>
                    <a:gd name="connsiteY24" fmla="*/ 56920 h 6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5876" h="65758">
                      <a:moveTo>
                        <a:pt x="24072" y="56920"/>
                      </a:moveTo>
                      <a:cubicBezTo>
                        <a:pt x="21678" y="54171"/>
                        <a:pt x="19239" y="51423"/>
                        <a:pt x="16713" y="48940"/>
                      </a:cubicBezTo>
                      <a:cubicBezTo>
                        <a:pt x="15471" y="47610"/>
                        <a:pt x="14142" y="46502"/>
                        <a:pt x="12856" y="45350"/>
                      </a:cubicBezTo>
                      <a:cubicBezTo>
                        <a:pt x="11570" y="44153"/>
                        <a:pt x="10240" y="43000"/>
                        <a:pt x="8866" y="42025"/>
                      </a:cubicBezTo>
                      <a:cubicBezTo>
                        <a:pt x="7891" y="41271"/>
                        <a:pt x="7048" y="40473"/>
                        <a:pt x="6295" y="39587"/>
                      </a:cubicBezTo>
                      <a:cubicBezTo>
                        <a:pt x="5497" y="38789"/>
                        <a:pt x="4743" y="37902"/>
                        <a:pt x="4123" y="36971"/>
                      </a:cubicBezTo>
                      <a:cubicBezTo>
                        <a:pt x="2881" y="35020"/>
                        <a:pt x="1817" y="33070"/>
                        <a:pt x="1108" y="30986"/>
                      </a:cubicBezTo>
                      <a:cubicBezTo>
                        <a:pt x="399" y="28903"/>
                        <a:pt x="44" y="26553"/>
                        <a:pt x="0" y="24425"/>
                      </a:cubicBezTo>
                      <a:cubicBezTo>
                        <a:pt x="0" y="22253"/>
                        <a:pt x="354" y="20081"/>
                        <a:pt x="1330" y="18086"/>
                      </a:cubicBezTo>
                      <a:lnTo>
                        <a:pt x="6694" y="6915"/>
                      </a:lnTo>
                      <a:cubicBezTo>
                        <a:pt x="7669" y="4875"/>
                        <a:pt x="9176" y="3235"/>
                        <a:pt x="11216" y="2038"/>
                      </a:cubicBezTo>
                      <a:cubicBezTo>
                        <a:pt x="13255" y="797"/>
                        <a:pt x="15649" y="221"/>
                        <a:pt x="18486" y="43"/>
                      </a:cubicBezTo>
                      <a:cubicBezTo>
                        <a:pt x="21279" y="-134"/>
                        <a:pt x="24426" y="221"/>
                        <a:pt x="27485" y="1329"/>
                      </a:cubicBezTo>
                      <a:cubicBezTo>
                        <a:pt x="29037" y="1861"/>
                        <a:pt x="30633" y="2482"/>
                        <a:pt x="32228" y="3279"/>
                      </a:cubicBezTo>
                      <a:cubicBezTo>
                        <a:pt x="33736" y="4122"/>
                        <a:pt x="35243" y="5097"/>
                        <a:pt x="36706" y="6205"/>
                      </a:cubicBezTo>
                      <a:cubicBezTo>
                        <a:pt x="38834" y="7757"/>
                        <a:pt x="40829" y="9397"/>
                        <a:pt x="42779" y="11126"/>
                      </a:cubicBezTo>
                      <a:cubicBezTo>
                        <a:pt x="44730" y="12811"/>
                        <a:pt x="46725" y="14495"/>
                        <a:pt x="48498" y="16313"/>
                      </a:cubicBezTo>
                      <a:cubicBezTo>
                        <a:pt x="52222" y="19815"/>
                        <a:pt x="55635" y="23539"/>
                        <a:pt x="58960" y="27307"/>
                      </a:cubicBezTo>
                      <a:cubicBezTo>
                        <a:pt x="61177" y="30011"/>
                        <a:pt x="62994" y="32848"/>
                        <a:pt x="64102" y="35730"/>
                      </a:cubicBezTo>
                      <a:cubicBezTo>
                        <a:pt x="65211" y="38611"/>
                        <a:pt x="65876" y="41448"/>
                        <a:pt x="65876" y="44108"/>
                      </a:cubicBezTo>
                      <a:cubicBezTo>
                        <a:pt x="65920" y="49428"/>
                        <a:pt x="63881" y="53905"/>
                        <a:pt x="60068" y="56432"/>
                      </a:cubicBezTo>
                      <a:lnTo>
                        <a:pt x="49473" y="63437"/>
                      </a:lnTo>
                      <a:cubicBezTo>
                        <a:pt x="45661" y="65963"/>
                        <a:pt x="40829" y="66318"/>
                        <a:pt x="36307" y="65033"/>
                      </a:cubicBezTo>
                      <a:cubicBezTo>
                        <a:pt x="34046" y="64412"/>
                        <a:pt x="31785" y="63437"/>
                        <a:pt x="29746" y="62062"/>
                      </a:cubicBezTo>
                      <a:cubicBezTo>
                        <a:pt x="27662" y="60555"/>
                        <a:pt x="25668" y="59003"/>
                        <a:pt x="24072" y="56920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28" name="Forme libre : forme 25827">
                  <a:extLst>
                    <a:ext uri="{FF2B5EF4-FFF2-40B4-BE49-F238E27FC236}">
                      <a16:creationId xmlns:a16="http://schemas.microsoft.com/office/drawing/2014/main" id="{8B4C2A5B-2154-48C9-8065-D162CAC1CEA3}"/>
                    </a:ext>
                  </a:extLst>
                </p:cNvPr>
                <p:cNvSpPr/>
                <p:nvPr/>
              </p:nvSpPr>
              <p:spPr>
                <a:xfrm>
                  <a:off x="6577297" y="1292513"/>
                  <a:ext cx="49786" cy="52372"/>
                </a:xfrm>
                <a:custGeom>
                  <a:avLst/>
                  <a:gdLst>
                    <a:gd name="connsiteX0" fmla="*/ 21415 w 49786"/>
                    <a:gd name="connsiteY0" fmla="*/ 19727 h 52372"/>
                    <a:gd name="connsiteX1" fmla="*/ 10288 w 49786"/>
                    <a:gd name="connsiteY1" fmla="*/ 11127 h 52372"/>
                    <a:gd name="connsiteX2" fmla="*/ 3638 w 49786"/>
                    <a:gd name="connsiteY2" fmla="*/ 0 h 52372"/>
                    <a:gd name="connsiteX3" fmla="*/ 1333 w 49786"/>
                    <a:gd name="connsiteY3" fmla="*/ 4832 h 52372"/>
                    <a:gd name="connsiteX4" fmla="*/ 3 w 49786"/>
                    <a:gd name="connsiteY4" fmla="*/ 11171 h 52372"/>
                    <a:gd name="connsiteX5" fmla="*/ 1112 w 49786"/>
                    <a:gd name="connsiteY5" fmla="*/ 17732 h 52372"/>
                    <a:gd name="connsiteX6" fmla="*/ 4126 w 49786"/>
                    <a:gd name="connsiteY6" fmla="*/ 23717 h 52372"/>
                    <a:gd name="connsiteX7" fmla="*/ 6298 w 49786"/>
                    <a:gd name="connsiteY7" fmla="*/ 26333 h 52372"/>
                    <a:gd name="connsiteX8" fmla="*/ 8870 w 49786"/>
                    <a:gd name="connsiteY8" fmla="*/ 28771 h 52372"/>
                    <a:gd name="connsiteX9" fmla="*/ 12859 w 49786"/>
                    <a:gd name="connsiteY9" fmla="*/ 32096 h 52372"/>
                    <a:gd name="connsiteX10" fmla="*/ 16716 w 49786"/>
                    <a:gd name="connsiteY10" fmla="*/ 35686 h 52372"/>
                    <a:gd name="connsiteX11" fmla="*/ 24075 w 49786"/>
                    <a:gd name="connsiteY11" fmla="*/ 43666 h 52372"/>
                    <a:gd name="connsiteX12" fmla="*/ 29705 w 49786"/>
                    <a:gd name="connsiteY12" fmla="*/ 48675 h 52372"/>
                    <a:gd name="connsiteX13" fmla="*/ 36266 w 49786"/>
                    <a:gd name="connsiteY13" fmla="*/ 51646 h 52372"/>
                    <a:gd name="connsiteX14" fmla="*/ 49432 w 49786"/>
                    <a:gd name="connsiteY14" fmla="*/ 50050 h 52372"/>
                    <a:gd name="connsiteX15" fmla="*/ 49787 w 49786"/>
                    <a:gd name="connsiteY15" fmla="*/ 49828 h 52372"/>
                    <a:gd name="connsiteX16" fmla="*/ 37020 w 49786"/>
                    <a:gd name="connsiteY16" fmla="*/ 32982 h 52372"/>
                    <a:gd name="connsiteX17" fmla="*/ 29794 w 49786"/>
                    <a:gd name="connsiteY17" fmla="*/ 25579 h 52372"/>
                    <a:gd name="connsiteX18" fmla="*/ 21415 w 49786"/>
                    <a:gd name="connsiteY18" fmla="*/ 19727 h 52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9786" h="52372">
                      <a:moveTo>
                        <a:pt x="21415" y="19727"/>
                      </a:moveTo>
                      <a:cubicBezTo>
                        <a:pt x="17071" y="17378"/>
                        <a:pt x="13347" y="14496"/>
                        <a:pt x="10288" y="11127"/>
                      </a:cubicBezTo>
                      <a:cubicBezTo>
                        <a:pt x="7185" y="7891"/>
                        <a:pt x="4924" y="3946"/>
                        <a:pt x="3638" y="0"/>
                      </a:cubicBezTo>
                      <a:lnTo>
                        <a:pt x="1333" y="4832"/>
                      </a:lnTo>
                      <a:cubicBezTo>
                        <a:pt x="358" y="6871"/>
                        <a:pt x="-41" y="9044"/>
                        <a:pt x="3" y="11171"/>
                      </a:cubicBezTo>
                      <a:cubicBezTo>
                        <a:pt x="48" y="13299"/>
                        <a:pt x="402" y="15649"/>
                        <a:pt x="1112" y="17732"/>
                      </a:cubicBezTo>
                      <a:cubicBezTo>
                        <a:pt x="1865" y="19816"/>
                        <a:pt x="2885" y="21811"/>
                        <a:pt x="4126" y="23717"/>
                      </a:cubicBezTo>
                      <a:cubicBezTo>
                        <a:pt x="4791" y="24648"/>
                        <a:pt x="5500" y="25535"/>
                        <a:pt x="6298" y="26333"/>
                      </a:cubicBezTo>
                      <a:cubicBezTo>
                        <a:pt x="7096" y="27219"/>
                        <a:pt x="7938" y="28062"/>
                        <a:pt x="8870" y="28771"/>
                      </a:cubicBezTo>
                      <a:cubicBezTo>
                        <a:pt x="10244" y="29790"/>
                        <a:pt x="11574" y="30899"/>
                        <a:pt x="12859" y="32096"/>
                      </a:cubicBezTo>
                      <a:cubicBezTo>
                        <a:pt x="14145" y="33248"/>
                        <a:pt x="15519" y="34401"/>
                        <a:pt x="16716" y="35686"/>
                      </a:cubicBezTo>
                      <a:cubicBezTo>
                        <a:pt x="19287" y="38169"/>
                        <a:pt x="21681" y="40873"/>
                        <a:pt x="24075" y="43666"/>
                      </a:cubicBezTo>
                      <a:cubicBezTo>
                        <a:pt x="25671" y="45750"/>
                        <a:pt x="27666" y="47301"/>
                        <a:pt x="29705" y="48675"/>
                      </a:cubicBezTo>
                      <a:cubicBezTo>
                        <a:pt x="31744" y="50050"/>
                        <a:pt x="34005" y="50981"/>
                        <a:pt x="36266" y="51646"/>
                      </a:cubicBezTo>
                      <a:cubicBezTo>
                        <a:pt x="40788" y="52931"/>
                        <a:pt x="45575" y="52577"/>
                        <a:pt x="49432" y="50050"/>
                      </a:cubicBezTo>
                      <a:lnTo>
                        <a:pt x="49787" y="49828"/>
                      </a:lnTo>
                      <a:cubicBezTo>
                        <a:pt x="45398" y="44065"/>
                        <a:pt x="41453" y="38302"/>
                        <a:pt x="37020" y="32982"/>
                      </a:cubicBezTo>
                      <a:cubicBezTo>
                        <a:pt x="34715" y="30411"/>
                        <a:pt x="32454" y="27795"/>
                        <a:pt x="29794" y="25579"/>
                      </a:cubicBezTo>
                      <a:cubicBezTo>
                        <a:pt x="27311" y="23362"/>
                        <a:pt x="24474" y="21412"/>
                        <a:pt x="21415" y="19727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29" name="Forme libre : forme 25828">
                  <a:extLst>
                    <a:ext uri="{FF2B5EF4-FFF2-40B4-BE49-F238E27FC236}">
                      <a16:creationId xmlns:a16="http://schemas.microsoft.com/office/drawing/2014/main" id="{91BE1ED8-5CD0-4CAB-802E-DD84148A722D}"/>
                    </a:ext>
                  </a:extLst>
                </p:cNvPr>
                <p:cNvSpPr/>
                <p:nvPr/>
              </p:nvSpPr>
              <p:spPr>
                <a:xfrm>
                  <a:off x="6599698" y="1303306"/>
                  <a:ext cx="25257" cy="25831"/>
                </a:xfrm>
                <a:custGeom>
                  <a:avLst/>
                  <a:gdLst>
                    <a:gd name="connsiteX0" fmla="*/ 23175 w 25257"/>
                    <a:gd name="connsiteY0" fmla="*/ 24716 h 25831"/>
                    <a:gd name="connsiteX1" fmla="*/ 15505 w 25257"/>
                    <a:gd name="connsiteY1" fmla="*/ 24982 h 25831"/>
                    <a:gd name="connsiteX2" fmla="*/ 6595 w 25257"/>
                    <a:gd name="connsiteY2" fmla="*/ 18643 h 25831"/>
                    <a:gd name="connsiteX3" fmla="*/ 699 w 25257"/>
                    <a:gd name="connsiteY3" fmla="*/ 9555 h 25831"/>
                    <a:gd name="connsiteX4" fmla="*/ 1142 w 25257"/>
                    <a:gd name="connsiteY4" fmla="*/ 1975 h 25831"/>
                    <a:gd name="connsiteX5" fmla="*/ 8678 w 25257"/>
                    <a:gd name="connsiteY5" fmla="*/ 379 h 25831"/>
                    <a:gd name="connsiteX6" fmla="*/ 19052 w 25257"/>
                    <a:gd name="connsiteY6" fmla="*/ 6718 h 25831"/>
                    <a:gd name="connsiteX7" fmla="*/ 24992 w 25257"/>
                    <a:gd name="connsiteY7" fmla="*/ 17224 h 25831"/>
                    <a:gd name="connsiteX8" fmla="*/ 23175 w 25257"/>
                    <a:gd name="connsiteY8" fmla="*/ 24716 h 25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257" h="25831">
                      <a:moveTo>
                        <a:pt x="23175" y="24716"/>
                      </a:moveTo>
                      <a:cubicBezTo>
                        <a:pt x="21313" y="26179"/>
                        <a:pt x="18475" y="26135"/>
                        <a:pt x="15505" y="24982"/>
                      </a:cubicBezTo>
                      <a:cubicBezTo>
                        <a:pt x="12580" y="23785"/>
                        <a:pt x="9343" y="21658"/>
                        <a:pt x="6595" y="18643"/>
                      </a:cubicBezTo>
                      <a:cubicBezTo>
                        <a:pt x="3713" y="15717"/>
                        <a:pt x="1763" y="12437"/>
                        <a:pt x="699" y="9555"/>
                      </a:cubicBezTo>
                      <a:cubicBezTo>
                        <a:pt x="-276" y="6541"/>
                        <a:pt x="-321" y="3836"/>
                        <a:pt x="1142" y="1975"/>
                      </a:cubicBezTo>
                      <a:cubicBezTo>
                        <a:pt x="2605" y="113"/>
                        <a:pt x="5398" y="-464"/>
                        <a:pt x="8678" y="379"/>
                      </a:cubicBezTo>
                      <a:cubicBezTo>
                        <a:pt x="12048" y="1132"/>
                        <a:pt x="15771" y="3393"/>
                        <a:pt x="19052" y="6718"/>
                      </a:cubicBezTo>
                      <a:cubicBezTo>
                        <a:pt x="22244" y="10131"/>
                        <a:pt x="24372" y="13900"/>
                        <a:pt x="24992" y="17224"/>
                      </a:cubicBezTo>
                      <a:cubicBezTo>
                        <a:pt x="25657" y="20505"/>
                        <a:pt x="25081" y="23209"/>
                        <a:pt x="23175" y="24716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30" name="Forme libre : forme 25829">
                  <a:extLst>
                    <a:ext uri="{FF2B5EF4-FFF2-40B4-BE49-F238E27FC236}">
                      <a16:creationId xmlns:a16="http://schemas.microsoft.com/office/drawing/2014/main" id="{5CEC1DEF-BB99-454B-A235-5D12BE042F2A}"/>
                    </a:ext>
                  </a:extLst>
                </p:cNvPr>
                <p:cNvSpPr/>
                <p:nvPr/>
              </p:nvSpPr>
              <p:spPr>
                <a:xfrm>
                  <a:off x="6599654" y="1303275"/>
                  <a:ext cx="11781" cy="22973"/>
                </a:xfrm>
                <a:custGeom>
                  <a:avLst/>
                  <a:gdLst>
                    <a:gd name="connsiteX0" fmla="*/ 11250 w 11781"/>
                    <a:gd name="connsiteY0" fmla="*/ 1207 h 22973"/>
                    <a:gd name="connsiteX1" fmla="*/ 1142 w 11781"/>
                    <a:gd name="connsiteY1" fmla="*/ 1961 h 22973"/>
                    <a:gd name="connsiteX2" fmla="*/ 699 w 11781"/>
                    <a:gd name="connsiteY2" fmla="*/ 9542 h 22973"/>
                    <a:gd name="connsiteX3" fmla="*/ 6595 w 11781"/>
                    <a:gd name="connsiteY3" fmla="*/ 18629 h 22973"/>
                    <a:gd name="connsiteX4" fmla="*/ 11782 w 11781"/>
                    <a:gd name="connsiteY4" fmla="*/ 22974 h 22973"/>
                    <a:gd name="connsiteX5" fmla="*/ 9742 w 11781"/>
                    <a:gd name="connsiteY5" fmla="*/ 19782 h 22973"/>
                    <a:gd name="connsiteX6" fmla="*/ 7969 w 11781"/>
                    <a:gd name="connsiteY6" fmla="*/ 9453 h 22973"/>
                    <a:gd name="connsiteX7" fmla="*/ 11250 w 11781"/>
                    <a:gd name="connsiteY7" fmla="*/ 1207 h 22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781" h="22973">
                      <a:moveTo>
                        <a:pt x="11250" y="1207"/>
                      </a:moveTo>
                      <a:cubicBezTo>
                        <a:pt x="6861" y="-610"/>
                        <a:pt x="3004" y="-389"/>
                        <a:pt x="1142" y="1961"/>
                      </a:cubicBezTo>
                      <a:cubicBezTo>
                        <a:pt x="-321" y="3823"/>
                        <a:pt x="-276" y="6527"/>
                        <a:pt x="699" y="9542"/>
                      </a:cubicBezTo>
                      <a:cubicBezTo>
                        <a:pt x="1763" y="12467"/>
                        <a:pt x="3758" y="15748"/>
                        <a:pt x="6595" y="18629"/>
                      </a:cubicBezTo>
                      <a:cubicBezTo>
                        <a:pt x="8235" y="20403"/>
                        <a:pt x="9964" y="21866"/>
                        <a:pt x="11782" y="22974"/>
                      </a:cubicBezTo>
                      <a:cubicBezTo>
                        <a:pt x="10984" y="21999"/>
                        <a:pt x="10274" y="20979"/>
                        <a:pt x="9742" y="19782"/>
                      </a:cubicBezTo>
                      <a:cubicBezTo>
                        <a:pt x="8545" y="16324"/>
                        <a:pt x="7792" y="12866"/>
                        <a:pt x="7969" y="9453"/>
                      </a:cubicBezTo>
                      <a:cubicBezTo>
                        <a:pt x="8191" y="6172"/>
                        <a:pt x="9077" y="3202"/>
                        <a:pt x="11250" y="1207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31" name="Forme libre : forme 25830">
                  <a:extLst>
                    <a:ext uri="{FF2B5EF4-FFF2-40B4-BE49-F238E27FC236}">
                      <a16:creationId xmlns:a16="http://schemas.microsoft.com/office/drawing/2014/main" id="{27267168-734C-462C-AA88-30528F883D03}"/>
                    </a:ext>
                  </a:extLst>
                </p:cNvPr>
                <p:cNvSpPr/>
                <p:nvPr/>
              </p:nvSpPr>
              <p:spPr>
                <a:xfrm>
                  <a:off x="6599580" y="1305797"/>
                  <a:ext cx="24892" cy="25738"/>
                </a:xfrm>
                <a:custGeom>
                  <a:avLst/>
                  <a:gdLst>
                    <a:gd name="connsiteX0" fmla="*/ 22716 w 24892"/>
                    <a:gd name="connsiteY0" fmla="*/ 24663 h 25738"/>
                    <a:gd name="connsiteX1" fmla="*/ 15092 w 24892"/>
                    <a:gd name="connsiteY1" fmla="*/ 24885 h 25738"/>
                    <a:gd name="connsiteX2" fmla="*/ 6314 w 24892"/>
                    <a:gd name="connsiteY2" fmla="*/ 18546 h 25738"/>
                    <a:gd name="connsiteX3" fmla="*/ 2812 w 24892"/>
                    <a:gd name="connsiteY3" fmla="*/ 14024 h 25738"/>
                    <a:gd name="connsiteX4" fmla="*/ 640 w 24892"/>
                    <a:gd name="connsiteY4" fmla="*/ 9458 h 25738"/>
                    <a:gd name="connsiteX5" fmla="*/ 1260 w 24892"/>
                    <a:gd name="connsiteY5" fmla="*/ 1877 h 25738"/>
                    <a:gd name="connsiteX6" fmla="*/ 8752 w 24892"/>
                    <a:gd name="connsiteY6" fmla="*/ 370 h 25738"/>
                    <a:gd name="connsiteX7" fmla="*/ 13850 w 24892"/>
                    <a:gd name="connsiteY7" fmla="*/ 2587 h 25738"/>
                    <a:gd name="connsiteX8" fmla="*/ 18904 w 24892"/>
                    <a:gd name="connsiteY8" fmla="*/ 6709 h 25738"/>
                    <a:gd name="connsiteX9" fmla="*/ 24623 w 24892"/>
                    <a:gd name="connsiteY9" fmla="*/ 17172 h 25738"/>
                    <a:gd name="connsiteX10" fmla="*/ 22716 w 24892"/>
                    <a:gd name="connsiteY10" fmla="*/ 24663 h 25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92" h="25738">
                      <a:moveTo>
                        <a:pt x="22716" y="24663"/>
                      </a:moveTo>
                      <a:cubicBezTo>
                        <a:pt x="20810" y="26126"/>
                        <a:pt x="18062" y="25993"/>
                        <a:pt x="15092" y="24885"/>
                      </a:cubicBezTo>
                      <a:cubicBezTo>
                        <a:pt x="12166" y="23688"/>
                        <a:pt x="9063" y="21516"/>
                        <a:pt x="6314" y="18546"/>
                      </a:cubicBezTo>
                      <a:cubicBezTo>
                        <a:pt x="4984" y="17039"/>
                        <a:pt x="3743" y="15576"/>
                        <a:pt x="2812" y="14024"/>
                      </a:cubicBezTo>
                      <a:cubicBezTo>
                        <a:pt x="1881" y="12428"/>
                        <a:pt x="1127" y="10921"/>
                        <a:pt x="640" y="9458"/>
                      </a:cubicBezTo>
                      <a:cubicBezTo>
                        <a:pt x="-335" y="6532"/>
                        <a:pt x="-247" y="3739"/>
                        <a:pt x="1260" y="1877"/>
                      </a:cubicBezTo>
                      <a:cubicBezTo>
                        <a:pt x="2768" y="60"/>
                        <a:pt x="5472" y="-428"/>
                        <a:pt x="8752" y="370"/>
                      </a:cubicBezTo>
                      <a:cubicBezTo>
                        <a:pt x="10393" y="769"/>
                        <a:pt x="12166" y="1478"/>
                        <a:pt x="13850" y="2587"/>
                      </a:cubicBezTo>
                      <a:cubicBezTo>
                        <a:pt x="15535" y="3695"/>
                        <a:pt x="17353" y="5025"/>
                        <a:pt x="18904" y="6709"/>
                      </a:cubicBezTo>
                      <a:cubicBezTo>
                        <a:pt x="22052" y="10079"/>
                        <a:pt x="24047" y="13891"/>
                        <a:pt x="24623" y="17172"/>
                      </a:cubicBezTo>
                      <a:cubicBezTo>
                        <a:pt x="25332" y="20452"/>
                        <a:pt x="24623" y="23245"/>
                        <a:pt x="22716" y="2466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32" name="Forme libre : forme 25831">
                  <a:extLst>
                    <a:ext uri="{FF2B5EF4-FFF2-40B4-BE49-F238E27FC236}">
                      <a16:creationId xmlns:a16="http://schemas.microsoft.com/office/drawing/2014/main" id="{B920F0AE-A672-4540-9E67-DBFC54EA21C6}"/>
                    </a:ext>
                  </a:extLst>
                </p:cNvPr>
                <p:cNvSpPr/>
                <p:nvPr/>
              </p:nvSpPr>
              <p:spPr>
                <a:xfrm>
                  <a:off x="6585869" y="1288417"/>
                  <a:ext cx="26738" cy="42936"/>
                </a:xfrm>
                <a:custGeom>
                  <a:avLst/>
                  <a:gdLst>
                    <a:gd name="connsiteX0" fmla="*/ 3356 w 26738"/>
                    <a:gd name="connsiteY0" fmla="*/ 10080 h 42936"/>
                    <a:gd name="connsiteX1" fmla="*/ 76 w 26738"/>
                    <a:gd name="connsiteY1" fmla="*/ 17395 h 42936"/>
                    <a:gd name="connsiteX2" fmla="*/ 1627 w 26738"/>
                    <a:gd name="connsiteY2" fmla="*/ 25241 h 42936"/>
                    <a:gd name="connsiteX3" fmla="*/ 6238 w 26738"/>
                    <a:gd name="connsiteY3" fmla="*/ 32645 h 42936"/>
                    <a:gd name="connsiteX4" fmla="*/ 11203 w 26738"/>
                    <a:gd name="connsiteY4" fmla="*/ 37965 h 42936"/>
                    <a:gd name="connsiteX5" fmla="*/ 17232 w 26738"/>
                    <a:gd name="connsiteY5" fmla="*/ 41954 h 42936"/>
                    <a:gd name="connsiteX6" fmla="*/ 26320 w 26738"/>
                    <a:gd name="connsiteY6" fmla="*/ 40536 h 42936"/>
                    <a:gd name="connsiteX7" fmla="*/ 25921 w 26738"/>
                    <a:gd name="connsiteY7" fmla="*/ 33886 h 42936"/>
                    <a:gd name="connsiteX8" fmla="*/ 24148 w 26738"/>
                    <a:gd name="connsiteY8" fmla="*/ 25729 h 42936"/>
                    <a:gd name="connsiteX9" fmla="*/ 23039 w 26738"/>
                    <a:gd name="connsiteY9" fmla="*/ 17617 h 42936"/>
                    <a:gd name="connsiteX10" fmla="*/ 14794 w 26738"/>
                    <a:gd name="connsiteY10" fmla="*/ 327 h 42936"/>
                    <a:gd name="connsiteX11" fmla="*/ 3356 w 26738"/>
                    <a:gd name="connsiteY11" fmla="*/ 10080 h 42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738" h="42936">
                      <a:moveTo>
                        <a:pt x="3356" y="10080"/>
                      </a:moveTo>
                      <a:cubicBezTo>
                        <a:pt x="1849" y="12297"/>
                        <a:pt x="386" y="14646"/>
                        <a:pt x="76" y="17395"/>
                      </a:cubicBezTo>
                      <a:cubicBezTo>
                        <a:pt x="-234" y="20055"/>
                        <a:pt x="430" y="22759"/>
                        <a:pt x="1627" y="25241"/>
                      </a:cubicBezTo>
                      <a:cubicBezTo>
                        <a:pt x="2736" y="27990"/>
                        <a:pt x="4509" y="30295"/>
                        <a:pt x="6238" y="32645"/>
                      </a:cubicBezTo>
                      <a:cubicBezTo>
                        <a:pt x="7701" y="34551"/>
                        <a:pt x="9430" y="36280"/>
                        <a:pt x="11203" y="37965"/>
                      </a:cubicBezTo>
                      <a:cubicBezTo>
                        <a:pt x="13065" y="39560"/>
                        <a:pt x="15060" y="40935"/>
                        <a:pt x="17232" y="41954"/>
                      </a:cubicBezTo>
                      <a:cubicBezTo>
                        <a:pt x="20557" y="43329"/>
                        <a:pt x="24901" y="43595"/>
                        <a:pt x="26320" y="40536"/>
                      </a:cubicBezTo>
                      <a:cubicBezTo>
                        <a:pt x="27206" y="38629"/>
                        <a:pt x="26497" y="36147"/>
                        <a:pt x="25921" y="33886"/>
                      </a:cubicBezTo>
                      <a:cubicBezTo>
                        <a:pt x="25256" y="31138"/>
                        <a:pt x="24680" y="28389"/>
                        <a:pt x="24148" y="25729"/>
                      </a:cubicBezTo>
                      <a:cubicBezTo>
                        <a:pt x="23660" y="22981"/>
                        <a:pt x="23350" y="20232"/>
                        <a:pt x="23039" y="17617"/>
                      </a:cubicBezTo>
                      <a:cubicBezTo>
                        <a:pt x="22729" y="13139"/>
                        <a:pt x="22419" y="2854"/>
                        <a:pt x="14794" y="327"/>
                      </a:cubicBezTo>
                      <a:cubicBezTo>
                        <a:pt x="8055" y="-1800"/>
                        <a:pt x="5484" y="7021"/>
                        <a:pt x="3356" y="1008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33" name="Forme libre : forme 25832">
                  <a:extLst>
                    <a:ext uri="{FF2B5EF4-FFF2-40B4-BE49-F238E27FC236}">
                      <a16:creationId xmlns:a16="http://schemas.microsoft.com/office/drawing/2014/main" id="{9B3084F7-C058-439B-B738-7D71AE2D025D}"/>
                    </a:ext>
                  </a:extLst>
                </p:cNvPr>
                <p:cNvSpPr/>
                <p:nvPr/>
              </p:nvSpPr>
              <p:spPr>
                <a:xfrm>
                  <a:off x="6598860" y="1294264"/>
                  <a:ext cx="14678" cy="7704"/>
                </a:xfrm>
                <a:custGeom>
                  <a:avLst/>
                  <a:gdLst>
                    <a:gd name="connsiteX0" fmla="*/ 1980 w 14678"/>
                    <a:gd name="connsiteY0" fmla="*/ 377 h 7704"/>
                    <a:gd name="connsiteX1" fmla="*/ 251 w 14678"/>
                    <a:gd name="connsiteY1" fmla="*/ 1397 h 7704"/>
                    <a:gd name="connsiteX2" fmla="*/ 385 w 14678"/>
                    <a:gd name="connsiteY2" fmla="*/ 3436 h 7704"/>
                    <a:gd name="connsiteX3" fmla="*/ 2335 w 14678"/>
                    <a:gd name="connsiteY3" fmla="*/ 4855 h 7704"/>
                    <a:gd name="connsiteX4" fmla="*/ 8098 w 14678"/>
                    <a:gd name="connsiteY4" fmla="*/ 7116 h 7704"/>
                    <a:gd name="connsiteX5" fmla="*/ 10447 w 14678"/>
                    <a:gd name="connsiteY5" fmla="*/ 7692 h 7704"/>
                    <a:gd name="connsiteX6" fmla="*/ 12620 w 14678"/>
                    <a:gd name="connsiteY6" fmla="*/ 2239 h 7704"/>
                    <a:gd name="connsiteX7" fmla="*/ 1980 w 14678"/>
                    <a:gd name="connsiteY7" fmla="*/ 377 h 7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678" h="7704">
                      <a:moveTo>
                        <a:pt x="1980" y="377"/>
                      </a:moveTo>
                      <a:cubicBezTo>
                        <a:pt x="1271" y="599"/>
                        <a:pt x="606" y="909"/>
                        <a:pt x="251" y="1397"/>
                      </a:cubicBezTo>
                      <a:cubicBezTo>
                        <a:pt x="-103" y="1929"/>
                        <a:pt x="-103" y="2727"/>
                        <a:pt x="385" y="3436"/>
                      </a:cubicBezTo>
                      <a:cubicBezTo>
                        <a:pt x="828" y="4101"/>
                        <a:pt x="1626" y="4500"/>
                        <a:pt x="2335" y="4855"/>
                      </a:cubicBezTo>
                      <a:cubicBezTo>
                        <a:pt x="4197" y="5741"/>
                        <a:pt x="6192" y="6451"/>
                        <a:pt x="8098" y="7116"/>
                      </a:cubicBezTo>
                      <a:cubicBezTo>
                        <a:pt x="8896" y="7382"/>
                        <a:pt x="9694" y="7648"/>
                        <a:pt x="10447" y="7692"/>
                      </a:cubicBezTo>
                      <a:cubicBezTo>
                        <a:pt x="13639" y="7913"/>
                        <a:pt x="16920" y="5254"/>
                        <a:pt x="12620" y="2239"/>
                      </a:cubicBezTo>
                      <a:cubicBezTo>
                        <a:pt x="9295" y="-22"/>
                        <a:pt x="4729" y="-421"/>
                        <a:pt x="1980" y="37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34" name="Forme libre : forme 25833">
                  <a:extLst>
                    <a:ext uri="{FF2B5EF4-FFF2-40B4-BE49-F238E27FC236}">
                      <a16:creationId xmlns:a16="http://schemas.microsoft.com/office/drawing/2014/main" id="{8ABBBEAF-9BBC-4B71-9187-71DD61A10CE4}"/>
                    </a:ext>
                  </a:extLst>
                </p:cNvPr>
                <p:cNvSpPr/>
                <p:nvPr/>
              </p:nvSpPr>
              <p:spPr>
                <a:xfrm>
                  <a:off x="6602436" y="1336002"/>
                  <a:ext cx="24736" cy="6351"/>
                </a:xfrm>
                <a:custGeom>
                  <a:avLst/>
                  <a:gdLst>
                    <a:gd name="connsiteX0" fmla="*/ 24737 w 24736"/>
                    <a:gd name="connsiteY0" fmla="*/ 3901 h 6351"/>
                    <a:gd name="connsiteX1" fmla="*/ 17644 w 24736"/>
                    <a:gd name="connsiteY1" fmla="*/ 6295 h 6351"/>
                    <a:gd name="connsiteX2" fmla="*/ 9842 w 24736"/>
                    <a:gd name="connsiteY2" fmla="*/ 5320 h 6351"/>
                    <a:gd name="connsiteX3" fmla="*/ 0 w 24736"/>
                    <a:gd name="connsiteY3" fmla="*/ 0 h 6351"/>
                    <a:gd name="connsiteX4" fmla="*/ 1995 w 24736"/>
                    <a:gd name="connsiteY4" fmla="*/ 1153 h 6351"/>
                    <a:gd name="connsiteX5" fmla="*/ 7403 w 24736"/>
                    <a:gd name="connsiteY5" fmla="*/ 3414 h 6351"/>
                    <a:gd name="connsiteX6" fmla="*/ 24737 w 24736"/>
                    <a:gd name="connsiteY6" fmla="*/ 3901 h 6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736" h="6351">
                      <a:moveTo>
                        <a:pt x="24737" y="3901"/>
                      </a:moveTo>
                      <a:cubicBezTo>
                        <a:pt x="24737" y="3901"/>
                        <a:pt x="22077" y="5896"/>
                        <a:pt x="17644" y="6295"/>
                      </a:cubicBezTo>
                      <a:cubicBezTo>
                        <a:pt x="15427" y="6472"/>
                        <a:pt x="12812" y="6251"/>
                        <a:pt x="9842" y="5320"/>
                      </a:cubicBezTo>
                      <a:cubicBezTo>
                        <a:pt x="6916" y="4344"/>
                        <a:pt x="3591" y="2704"/>
                        <a:pt x="0" y="0"/>
                      </a:cubicBezTo>
                      <a:cubicBezTo>
                        <a:pt x="0" y="0"/>
                        <a:pt x="709" y="488"/>
                        <a:pt x="1995" y="1153"/>
                      </a:cubicBezTo>
                      <a:cubicBezTo>
                        <a:pt x="3280" y="1862"/>
                        <a:pt x="5187" y="2571"/>
                        <a:pt x="7403" y="3414"/>
                      </a:cubicBezTo>
                      <a:cubicBezTo>
                        <a:pt x="11925" y="4876"/>
                        <a:pt x="18131" y="6073"/>
                        <a:pt x="24737" y="39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35" name="Forme libre : forme 25834">
                  <a:extLst>
                    <a:ext uri="{FF2B5EF4-FFF2-40B4-BE49-F238E27FC236}">
                      <a16:creationId xmlns:a16="http://schemas.microsoft.com/office/drawing/2014/main" id="{FA789717-552D-4795-B77D-3BD3EC554566}"/>
                    </a:ext>
                  </a:extLst>
                </p:cNvPr>
                <p:cNvSpPr/>
                <p:nvPr/>
              </p:nvSpPr>
              <p:spPr>
                <a:xfrm>
                  <a:off x="6584704" y="1281549"/>
                  <a:ext cx="29790" cy="6486"/>
                </a:xfrm>
                <a:custGeom>
                  <a:avLst/>
                  <a:gdLst>
                    <a:gd name="connsiteX0" fmla="*/ 29791 w 29790"/>
                    <a:gd name="connsiteY0" fmla="*/ 5954 h 6486"/>
                    <a:gd name="connsiteX1" fmla="*/ 26599 w 29790"/>
                    <a:gd name="connsiteY1" fmla="*/ 3960 h 6486"/>
                    <a:gd name="connsiteX2" fmla="*/ 18530 w 29790"/>
                    <a:gd name="connsiteY2" fmla="*/ 768 h 6486"/>
                    <a:gd name="connsiteX3" fmla="*/ 8511 w 29790"/>
                    <a:gd name="connsiteY3" fmla="*/ 546 h 6486"/>
                    <a:gd name="connsiteX4" fmla="*/ 0 w 29790"/>
                    <a:gd name="connsiteY4" fmla="*/ 6486 h 6486"/>
                    <a:gd name="connsiteX5" fmla="*/ 7448 w 29790"/>
                    <a:gd name="connsiteY5" fmla="*/ 2231 h 6486"/>
                    <a:gd name="connsiteX6" fmla="*/ 16979 w 29790"/>
                    <a:gd name="connsiteY6" fmla="*/ 1388 h 6486"/>
                    <a:gd name="connsiteX7" fmla="*/ 23097 w 29790"/>
                    <a:gd name="connsiteY7" fmla="*/ 2763 h 6486"/>
                    <a:gd name="connsiteX8" fmla="*/ 29791 w 29790"/>
                    <a:gd name="connsiteY8" fmla="*/ 5954 h 6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790" h="6486">
                      <a:moveTo>
                        <a:pt x="29791" y="5954"/>
                      </a:moveTo>
                      <a:cubicBezTo>
                        <a:pt x="29791" y="5954"/>
                        <a:pt x="28594" y="5068"/>
                        <a:pt x="26599" y="3960"/>
                      </a:cubicBezTo>
                      <a:cubicBezTo>
                        <a:pt x="24648" y="2763"/>
                        <a:pt x="21722" y="1566"/>
                        <a:pt x="18530" y="768"/>
                      </a:cubicBezTo>
                      <a:cubicBezTo>
                        <a:pt x="15383" y="-119"/>
                        <a:pt x="11748" y="-296"/>
                        <a:pt x="8511" y="546"/>
                      </a:cubicBezTo>
                      <a:cubicBezTo>
                        <a:pt x="5231" y="1300"/>
                        <a:pt x="2261" y="3162"/>
                        <a:pt x="0" y="6486"/>
                      </a:cubicBezTo>
                      <a:cubicBezTo>
                        <a:pt x="0" y="6486"/>
                        <a:pt x="2438" y="3738"/>
                        <a:pt x="7448" y="2231"/>
                      </a:cubicBezTo>
                      <a:cubicBezTo>
                        <a:pt x="9930" y="1521"/>
                        <a:pt x="13255" y="856"/>
                        <a:pt x="16979" y="1388"/>
                      </a:cubicBezTo>
                      <a:cubicBezTo>
                        <a:pt x="18885" y="1610"/>
                        <a:pt x="20924" y="2053"/>
                        <a:pt x="23097" y="2763"/>
                      </a:cubicBezTo>
                      <a:cubicBezTo>
                        <a:pt x="25180" y="3472"/>
                        <a:pt x="27397" y="4580"/>
                        <a:pt x="29791" y="59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36" name="Forme libre : forme 25835">
                  <a:extLst>
                    <a:ext uri="{FF2B5EF4-FFF2-40B4-BE49-F238E27FC236}">
                      <a16:creationId xmlns:a16="http://schemas.microsoft.com/office/drawing/2014/main" id="{4049D450-104B-49B4-A030-9094758E0B16}"/>
                    </a:ext>
                  </a:extLst>
                </p:cNvPr>
                <p:cNvSpPr/>
                <p:nvPr/>
              </p:nvSpPr>
              <p:spPr>
                <a:xfrm>
                  <a:off x="6613386" y="1310281"/>
                  <a:ext cx="8107" cy="10955"/>
                </a:xfrm>
                <a:custGeom>
                  <a:avLst/>
                  <a:gdLst>
                    <a:gd name="connsiteX0" fmla="*/ 6916 w 8107"/>
                    <a:gd name="connsiteY0" fmla="*/ 10914 h 10955"/>
                    <a:gd name="connsiteX1" fmla="*/ 1330 w 8107"/>
                    <a:gd name="connsiteY1" fmla="*/ 6348 h 10955"/>
                    <a:gd name="connsiteX2" fmla="*/ 1020 w 8107"/>
                    <a:gd name="connsiteY2" fmla="*/ 97 h 10955"/>
                    <a:gd name="connsiteX3" fmla="*/ 6872 w 8107"/>
                    <a:gd name="connsiteY3" fmla="*/ 4664 h 10955"/>
                    <a:gd name="connsiteX4" fmla="*/ 6916 w 8107"/>
                    <a:gd name="connsiteY4" fmla="*/ 10914 h 1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07" h="10955">
                      <a:moveTo>
                        <a:pt x="6916" y="10914"/>
                      </a:moveTo>
                      <a:cubicBezTo>
                        <a:pt x="5409" y="11269"/>
                        <a:pt x="2882" y="9318"/>
                        <a:pt x="1330" y="6348"/>
                      </a:cubicBezTo>
                      <a:cubicBezTo>
                        <a:pt x="-221" y="3378"/>
                        <a:pt x="-531" y="629"/>
                        <a:pt x="1020" y="97"/>
                      </a:cubicBezTo>
                      <a:cubicBezTo>
                        <a:pt x="2527" y="-479"/>
                        <a:pt x="5276" y="1560"/>
                        <a:pt x="6872" y="4664"/>
                      </a:cubicBezTo>
                      <a:cubicBezTo>
                        <a:pt x="8556" y="7678"/>
                        <a:pt x="8468" y="10515"/>
                        <a:pt x="6916" y="1091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37" name="Forme libre : forme 25836">
                  <a:extLst>
                    <a:ext uri="{FF2B5EF4-FFF2-40B4-BE49-F238E27FC236}">
                      <a16:creationId xmlns:a16="http://schemas.microsoft.com/office/drawing/2014/main" id="{90B95AEB-C819-4D32-9F7B-8878F2995AB5}"/>
                    </a:ext>
                  </a:extLst>
                </p:cNvPr>
                <p:cNvSpPr/>
                <p:nvPr/>
              </p:nvSpPr>
              <p:spPr>
                <a:xfrm>
                  <a:off x="6619461" y="1319271"/>
                  <a:ext cx="2853" cy="3039"/>
                </a:xfrm>
                <a:custGeom>
                  <a:avLst/>
                  <a:gdLst>
                    <a:gd name="connsiteX0" fmla="*/ 2481 w 2853"/>
                    <a:gd name="connsiteY0" fmla="*/ 2811 h 3039"/>
                    <a:gd name="connsiteX1" fmla="*/ 486 w 2853"/>
                    <a:gd name="connsiteY1" fmla="*/ 2323 h 3039"/>
                    <a:gd name="connsiteX2" fmla="*/ 353 w 2853"/>
                    <a:gd name="connsiteY2" fmla="*/ 240 h 3039"/>
                    <a:gd name="connsiteX3" fmla="*/ 2393 w 2853"/>
                    <a:gd name="connsiteY3" fmla="*/ 727 h 3039"/>
                    <a:gd name="connsiteX4" fmla="*/ 2481 w 2853"/>
                    <a:gd name="connsiteY4" fmla="*/ 2811 h 3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3" h="3039">
                      <a:moveTo>
                        <a:pt x="2481" y="2811"/>
                      </a:moveTo>
                      <a:cubicBezTo>
                        <a:pt x="1949" y="3254"/>
                        <a:pt x="1063" y="3032"/>
                        <a:pt x="486" y="2323"/>
                      </a:cubicBezTo>
                      <a:cubicBezTo>
                        <a:pt x="-90" y="1614"/>
                        <a:pt x="-179" y="683"/>
                        <a:pt x="353" y="240"/>
                      </a:cubicBezTo>
                      <a:cubicBezTo>
                        <a:pt x="885" y="-204"/>
                        <a:pt x="1816" y="-26"/>
                        <a:pt x="2393" y="727"/>
                      </a:cubicBezTo>
                      <a:cubicBezTo>
                        <a:pt x="2969" y="1437"/>
                        <a:pt x="3013" y="2367"/>
                        <a:pt x="2481" y="28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38" name="Forme libre : forme 25837">
                  <a:extLst>
                    <a:ext uri="{FF2B5EF4-FFF2-40B4-BE49-F238E27FC236}">
                      <a16:creationId xmlns:a16="http://schemas.microsoft.com/office/drawing/2014/main" id="{AD9FFAEF-636B-4B0F-B5A7-3B53EE81018A}"/>
                    </a:ext>
                  </a:extLst>
                </p:cNvPr>
                <p:cNvSpPr/>
                <p:nvPr/>
              </p:nvSpPr>
              <p:spPr>
                <a:xfrm>
                  <a:off x="6622421" y="1301109"/>
                  <a:ext cx="15728" cy="34181"/>
                </a:xfrm>
                <a:custGeom>
                  <a:avLst/>
                  <a:gdLst>
                    <a:gd name="connsiteX0" fmla="*/ 14771 w 15728"/>
                    <a:gd name="connsiteY0" fmla="*/ 25096 h 34181"/>
                    <a:gd name="connsiteX1" fmla="*/ 7234 w 15728"/>
                    <a:gd name="connsiteY1" fmla="*/ 33386 h 34181"/>
                    <a:gd name="connsiteX2" fmla="*/ 3156 w 15728"/>
                    <a:gd name="connsiteY2" fmla="*/ 33386 h 34181"/>
                    <a:gd name="connsiteX3" fmla="*/ 2757 w 15728"/>
                    <a:gd name="connsiteY3" fmla="*/ 29263 h 34181"/>
                    <a:gd name="connsiteX4" fmla="*/ 6037 w 15728"/>
                    <a:gd name="connsiteY4" fmla="*/ 17161 h 34181"/>
                    <a:gd name="connsiteX5" fmla="*/ 1959 w 15728"/>
                    <a:gd name="connsiteY5" fmla="*/ 7497 h 34181"/>
                    <a:gd name="connsiteX6" fmla="*/ 1294 w 15728"/>
                    <a:gd name="connsiteY6" fmla="*/ 5 h 34181"/>
                    <a:gd name="connsiteX7" fmla="*/ 9673 w 15728"/>
                    <a:gd name="connsiteY7" fmla="*/ 5945 h 34181"/>
                    <a:gd name="connsiteX8" fmla="*/ 15037 w 15728"/>
                    <a:gd name="connsiteY8" fmla="*/ 15122 h 34181"/>
                    <a:gd name="connsiteX9" fmla="*/ 14771 w 15728"/>
                    <a:gd name="connsiteY9" fmla="*/ 25096 h 34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728" h="34181">
                      <a:moveTo>
                        <a:pt x="14771" y="25096"/>
                      </a:moveTo>
                      <a:cubicBezTo>
                        <a:pt x="13219" y="28820"/>
                        <a:pt x="10338" y="31347"/>
                        <a:pt x="7234" y="33386"/>
                      </a:cubicBezTo>
                      <a:cubicBezTo>
                        <a:pt x="6082" y="34140"/>
                        <a:pt x="4353" y="34716"/>
                        <a:pt x="3156" y="33386"/>
                      </a:cubicBezTo>
                      <a:cubicBezTo>
                        <a:pt x="2048" y="32233"/>
                        <a:pt x="2314" y="30504"/>
                        <a:pt x="2757" y="29263"/>
                      </a:cubicBezTo>
                      <a:cubicBezTo>
                        <a:pt x="4220" y="25406"/>
                        <a:pt x="6791" y="21949"/>
                        <a:pt x="6037" y="17161"/>
                      </a:cubicBezTo>
                      <a:cubicBezTo>
                        <a:pt x="5860" y="15653"/>
                        <a:pt x="3732" y="11353"/>
                        <a:pt x="1959" y="7497"/>
                      </a:cubicBezTo>
                      <a:cubicBezTo>
                        <a:pt x="319" y="3595"/>
                        <a:pt x="-1144" y="138"/>
                        <a:pt x="1294" y="5"/>
                      </a:cubicBezTo>
                      <a:cubicBezTo>
                        <a:pt x="3776" y="-128"/>
                        <a:pt x="6968" y="2620"/>
                        <a:pt x="9673" y="5945"/>
                      </a:cubicBezTo>
                      <a:cubicBezTo>
                        <a:pt x="12377" y="9225"/>
                        <a:pt x="14372" y="13127"/>
                        <a:pt x="15037" y="15122"/>
                      </a:cubicBezTo>
                      <a:cubicBezTo>
                        <a:pt x="16101" y="18801"/>
                        <a:pt x="15879" y="22303"/>
                        <a:pt x="14771" y="2509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12" name="Graphique 2">
                <a:extLst>
                  <a:ext uri="{FF2B5EF4-FFF2-40B4-BE49-F238E27FC236}">
                    <a16:creationId xmlns:a16="http://schemas.microsoft.com/office/drawing/2014/main" id="{8111CABC-DB5E-4108-9062-7C367157D1E6}"/>
                  </a:ext>
                </a:extLst>
              </p:cNvPr>
              <p:cNvGrpSpPr/>
              <p:nvPr/>
            </p:nvGrpSpPr>
            <p:grpSpPr>
              <a:xfrm>
                <a:off x="6620029" y="1333613"/>
                <a:ext cx="59441" cy="71779"/>
                <a:chOff x="6620029" y="1333613"/>
                <a:chExt cx="59441" cy="71779"/>
              </a:xfrm>
              <a:solidFill>
                <a:schemeClr val="accent1"/>
              </a:solidFill>
            </p:grpSpPr>
            <p:sp>
              <p:nvSpPr>
                <p:cNvPr id="25815" name="Forme libre : forme 25814">
                  <a:extLst>
                    <a:ext uri="{FF2B5EF4-FFF2-40B4-BE49-F238E27FC236}">
                      <a16:creationId xmlns:a16="http://schemas.microsoft.com/office/drawing/2014/main" id="{ACE55964-3E52-4A7F-9CE1-B451F8C37D0B}"/>
                    </a:ext>
                  </a:extLst>
                </p:cNvPr>
                <p:cNvSpPr/>
                <p:nvPr/>
              </p:nvSpPr>
              <p:spPr>
                <a:xfrm>
                  <a:off x="6620029" y="1333613"/>
                  <a:ext cx="59441" cy="71759"/>
                </a:xfrm>
                <a:custGeom>
                  <a:avLst/>
                  <a:gdLst>
                    <a:gd name="connsiteX0" fmla="*/ 14680 w 59441"/>
                    <a:gd name="connsiteY0" fmla="*/ 58069 h 71759"/>
                    <a:gd name="connsiteX1" fmla="*/ 3243 w 59441"/>
                    <a:gd name="connsiteY1" fmla="*/ 35770 h 71759"/>
                    <a:gd name="connsiteX2" fmla="*/ 184 w 59441"/>
                    <a:gd name="connsiteY2" fmla="*/ 20653 h 71759"/>
                    <a:gd name="connsiteX3" fmla="*/ 6789 w 59441"/>
                    <a:gd name="connsiteY3" fmla="*/ 9039 h 71759"/>
                    <a:gd name="connsiteX4" fmla="*/ 17385 w 59441"/>
                    <a:gd name="connsiteY4" fmla="*/ 2034 h 71759"/>
                    <a:gd name="connsiteX5" fmla="*/ 30994 w 59441"/>
                    <a:gd name="connsiteY5" fmla="*/ 1414 h 71759"/>
                    <a:gd name="connsiteX6" fmla="*/ 43762 w 59441"/>
                    <a:gd name="connsiteY6" fmla="*/ 13250 h 71759"/>
                    <a:gd name="connsiteX7" fmla="*/ 56440 w 59441"/>
                    <a:gd name="connsiteY7" fmla="*/ 37100 h 71759"/>
                    <a:gd name="connsiteX8" fmla="*/ 51253 w 59441"/>
                    <a:gd name="connsiteY8" fmla="*/ 64452 h 71759"/>
                    <a:gd name="connsiteX9" fmla="*/ 39727 w 59441"/>
                    <a:gd name="connsiteY9" fmla="*/ 70304 h 71759"/>
                    <a:gd name="connsiteX10" fmla="*/ 14680 w 59441"/>
                    <a:gd name="connsiteY10" fmla="*/ 58069 h 71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9441" h="71759">
                      <a:moveTo>
                        <a:pt x="14680" y="58069"/>
                      </a:moveTo>
                      <a:cubicBezTo>
                        <a:pt x="10912" y="50399"/>
                        <a:pt x="7144" y="42952"/>
                        <a:pt x="3243" y="35770"/>
                      </a:cubicBezTo>
                      <a:cubicBezTo>
                        <a:pt x="494" y="30761"/>
                        <a:pt x="-437" y="25441"/>
                        <a:pt x="184" y="20653"/>
                      </a:cubicBezTo>
                      <a:cubicBezTo>
                        <a:pt x="760" y="15910"/>
                        <a:pt x="3021" y="11565"/>
                        <a:pt x="6789" y="9039"/>
                      </a:cubicBezTo>
                      <a:lnTo>
                        <a:pt x="17385" y="2034"/>
                      </a:lnTo>
                      <a:cubicBezTo>
                        <a:pt x="21241" y="-493"/>
                        <a:pt x="26118" y="-626"/>
                        <a:pt x="30994" y="1414"/>
                      </a:cubicBezTo>
                      <a:cubicBezTo>
                        <a:pt x="35871" y="3453"/>
                        <a:pt x="40570" y="7620"/>
                        <a:pt x="43762" y="13250"/>
                      </a:cubicBezTo>
                      <a:cubicBezTo>
                        <a:pt x="48283" y="21274"/>
                        <a:pt x="52406" y="29253"/>
                        <a:pt x="56440" y="37100"/>
                      </a:cubicBezTo>
                      <a:cubicBezTo>
                        <a:pt x="62026" y="48094"/>
                        <a:pt x="59543" y="60152"/>
                        <a:pt x="51253" y="64452"/>
                      </a:cubicBezTo>
                      <a:lnTo>
                        <a:pt x="39727" y="70304"/>
                      </a:lnTo>
                      <a:cubicBezTo>
                        <a:pt x="31305" y="74648"/>
                        <a:pt x="19956" y="68885"/>
                        <a:pt x="14680" y="58069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16" name="Forme libre : forme 25815">
                  <a:extLst>
                    <a:ext uri="{FF2B5EF4-FFF2-40B4-BE49-F238E27FC236}">
                      <a16:creationId xmlns:a16="http://schemas.microsoft.com/office/drawing/2014/main" id="{E341A02D-1A9E-45B5-BCDC-53DA911D4E47}"/>
                    </a:ext>
                  </a:extLst>
                </p:cNvPr>
                <p:cNvSpPr/>
                <p:nvPr/>
              </p:nvSpPr>
              <p:spPr>
                <a:xfrm>
                  <a:off x="6620029" y="1339637"/>
                  <a:ext cx="40082" cy="65755"/>
                </a:xfrm>
                <a:custGeom>
                  <a:avLst/>
                  <a:gdLst>
                    <a:gd name="connsiteX0" fmla="*/ 18714 w 40082"/>
                    <a:gd name="connsiteY0" fmla="*/ 26333 h 65755"/>
                    <a:gd name="connsiteX1" fmla="*/ 11754 w 40082"/>
                    <a:gd name="connsiteY1" fmla="*/ 13299 h 65755"/>
                    <a:gd name="connsiteX2" fmla="*/ 11356 w 40082"/>
                    <a:gd name="connsiteY2" fmla="*/ 0 h 65755"/>
                    <a:gd name="connsiteX3" fmla="*/ 6789 w 40082"/>
                    <a:gd name="connsiteY3" fmla="*/ 3014 h 65755"/>
                    <a:gd name="connsiteX4" fmla="*/ 184 w 40082"/>
                    <a:gd name="connsiteY4" fmla="*/ 14629 h 65755"/>
                    <a:gd name="connsiteX5" fmla="*/ 3243 w 40082"/>
                    <a:gd name="connsiteY5" fmla="*/ 29746 h 65755"/>
                    <a:gd name="connsiteX6" fmla="*/ 14680 w 40082"/>
                    <a:gd name="connsiteY6" fmla="*/ 52045 h 65755"/>
                    <a:gd name="connsiteX7" fmla="*/ 39727 w 40082"/>
                    <a:gd name="connsiteY7" fmla="*/ 64324 h 65755"/>
                    <a:gd name="connsiteX8" fmla="*/ 40082 w 40082"/>
                    <a:gd name="connsiteY8" fmla="*/ 64147 h 65755"/>
                    <a:gd name="connsiteX9" fmla="*/ 18714 w 40082"/>
                    <a:gd name="connsiteY9" fmla="*/ 26333 h 6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082" h="65755">
                      <a:moveTo>
                        <a:pt x="18714" y="26333"/>
                      </a:moveTo>
                      <a:cubicBezTo>
                        <a:pt x="15434" y="22343"/>
                        <a:pt x="13084" y="17821"/>
                        <a:pt x="11754" y="13299"/>
                      </a:cubicBezTo>
                      <a:cubicBezTo>
                        <a:pt x="10513" y="8733"/>
                        <a:pt x="10203" y="4211"/>
                        <a:pt x="11356" y="0"/>
                      </a:cubicBezTo>
                      <a:lnTo>
                        <a:pt x="6789" y="3014"/>
                      </a:lnTo>
                      <a:cubicBezTo>
                        <a:pt x="2977" y="5541"/>
                        <a:pt x="760" y="9886"/>
                        <a:pt x="184" y="14629"/>
                      </a:cubicBezTo>
                      <a:cubicBezTo>
                        <a:pt x="-437" y="19417"/>
                        <a:pt x="494" y="24737"/>
                        <a:pt x="3243" y="29746"/>
                      </a:cubicBezTo>
                      <a:cubicBezTo>
                        <a:pt x="7144" y="36928"/>
                        <a:pt x="10912" y="44375"/>
                        <a:pt x="14680" y="52045"/>
                      </a:cubicBezTo>
                      <a:cubicBezTo>
                        <a:pt x="19956" y="62861"/>
                        <a:pt x="31349" y="68624"/>
                        <a:pt x="39727" y="64324"/>
                      </a:cubicBezTo>
                      <a:lnTo>
                        <a:pt x="40082" y="64147"/>
                      </a:lnTo>
                      <a:cubicBezTo>
                        <a:pt x="32501" y="51202"/>
                        <a:pt x="28157" y="37548"/>
                        <a:pt x="18714" y="2633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17" name="Forme libre : forme 25816">
                  <a:extLst>
                    <a:ext uri="{FF2B5EF4-FFF2-40B4-BE49-F238E27FC236}">
                      <a16:creationId xmlns:a16="http://schemas.microsoft.com/office/drawing/2014/main" id="{6DE0E9FB-626F-4841-8B10-83E64CC0A30C}"/>
                    </a:ext>
                  </a:extLst>
                </p:cNvPr>
                <p:cNvSpPr/>
                <p:nvPr/>
              </p:nvSpPr>
              <p:spPr>
                <a:xfrm>
                  <a:off x="6640121" y="1359497"/>
                  <a:ext cx="21443" cy="29571"/>
                </a:xfrm>
                <a:custGeom>
                  <a:avLst/>
                  <a:gdLst>
                    <a:gd name="connsiteX0" fmla="*/ 17907 w 21443"/>
                    <a:gd name="connsiteY0" fmla="*/ 29037 h 29571"/>
                    <a:gd name="connsiteX1" fmla="*/ 2879 w 21443"/>
                    <a:gd name="connsiteY1" fmla="*/ 18752 h 29571"/>
                    <a:gd name="connsiteX2" fmla="*/ 3278 w 21443"/>
                    <a:gd name="connsiteY2" fmla="*/ 621 h 29571"/>
                    <a:gd name="connsiteX3" fmla="*/ 18572 w 21443"/>
                    <a:gd name="connsiteY3" fmla="*/ 10729 h 29571"/>
                    <a:gd name="connsiteX4" fmla="*/ 17907 w 21443"/>
                    <a:gd name="connsiteY4" fmla="*/ 29037 h 29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443" h="29571">
                      <a:moveTo>
                        <a:pt x="17907" y="29037"/>
                      </a:moveTo>
                      <a:cubicBezTo>
                        <a:pt x="13518" y="31209"/>
                        <a:pt x="6824" y="26555"/>
                        <a:pt x="2879" y="18752"/>
                      </a:cubicBezTo>
                      <a:cubicBezTo>
                        <a:pt x="-1067" y="10994"/>
                        <a:pt x="-978" y="2971"/>
                        <a:pt x="3278" y="621"/>
                      </a:cubicBezTo>
                      <a:cubicBezTo>
                        <a:pt x="7489" y="-1728"/>
                        <a:pt x="14493" y="2793"/>
                        <a:pt x="18572" y="10729"/>
                      </a:cubicBezTo>
                      <a:cubicBezTo>
                        <a:pt x="22695" y="18708"/>
                        <a:pt x="22296" y="26865"/>
                        <a:pt x="17907" y="2903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18" name="Forme libre : forme 25817">
                  <a:extLst>
                    <a:ext uri="{FF2B5EF4-FFF2-40B4-BE49-F238E27FC236}">
                      <a16:creationId xmlns:a16="http://schemas.microsoft.com/office/drawing/2014/main" id="{F794F6AA-3009-4643-9F9B-326B776D76BF}"/>
                    </a:ext>
                  </a:extLst>
                </p:cNvPr>
                <p:cNvSpPr/>
                <p:nvPr/>
              </p:nvSpPr>
              <p:spPr>
                <a:xfrm>
                  <a:off x="6640121" y="1359497"/>
                  <a:ext cx="13074" cy="24692"/>
                </a:xfrm>
                <a:custGeom>
                  <a:avLst/>
                  <a:gdLst>
                    <a:gd name="connsiteX0" fmla="*/ 13075 w 13074"/>
                    <a:gd name="connsiteY0" fmla="*/ 3414 h 24692"/>
                    <a:gd name="connsiteX1" fmla="*/ 3278 w 13074"/>
                    <a:gd name="connsiteY1" fmla="*/ 621 h 24692"/>
                    <a:gd name="connsiteX2" fmla="*/ 2879 w 13074"/>
                    <a:gd name="connsiteY2" fmla="*/ 18752 h 24692"/>
                    <a:gd name="connsiteX3" fmla="*/ 6913 w 13074"/>
                    <a:gd name="connsiteY3" fmla="*/ 24693 h 24692"/>
                    <a:gd name="connsiteX4" fmla="*/ 5716 w 13074"/>
                    <a:gd name="connsiteY4" fmla="*/ 20880 h 24692"/>
                    <a:gd name="connsiteX5" fmla="*/ 13075 w 13074"/>
                    <a:gd name="connsiteY5" fmla="*/ 3414 h 24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074" h="24692">
                      <a:moveTo>
                        <a:pt x="13075" y="3414"/>
                      </a:moveTo>
                      <a:cubicBezTo>
                        <a:pt x="9617" y="355"/>
                        <a:pt x="5938" y="-842"/>
                        <a:pt x="3278" y="621"/>
                      </a:cubicBezTo>
                      <a:cubicBezTo>
                        <a:pt x="-978" y="2971"/>
                        <a:pt x="-1067" y="10995"/>
                        <a:pt x="2879" y="18752"/>
                      </a:cubicBezTo>
                      <a:cubicBezTo>
                        <a:pt x="4031" y="21058"/>
                        <a:pt x="5406" y="23053"/>
                        <a:pt x="6913" y="24693"/>
                      </a:cubicBezTo>
                      <a:cubicBezTo>
                        <a:pt x="6336" y="23496"/>
                        <a:pt x="5938" y="22210"/>
                        <a:pt x="5716" y="20880"/>
                      </a:cubicBezTo>
                      <a:cubicBezTo>
                        <a:pt x="5007" y="13433"/>
                        <a:pt x="7578" y="5719"/>
                        <a:pt x="13075" y="341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19" name="Forme libre : forme 25818">
                  <a:extLst>
                    <a:ext uri="{FF2B5EF4-FFF2-40B4-BE49-F238E27FC236}">
                      <a16:creationId xmlns:a16="http://schemas.microsoft.com/office/drawing/2014/main" id="{F09D6D74-35BA-46BC-BF75-92B7157E86B6}"/>
                    </a:ext>
                  </a:extLst>
                </p:cNvPr>
                <p:cNvSpPr/>
                <p:nvPr/>
              </p:nvSpPr>
              <p:spPr>
                <a:xfrm>
                  <a:off x="6639160" y="1361846"/>
                  <a:ext cx="21373" cy="29568"/>
                </a:xfrm>
                <a:custGeom>
                  <a:avLst/>
                  <a:gdLst>
                    <a:gd name="connsiteX0" fmla="*/ 17848 w 21373"/>
                    <a:gd name="connsiteY0" fmla="*/ 29037 h 29568"/>
                    <a:gd name="connsiteX1" fmla="*/ 2819 w 21373"/>
                    <a:gd name="connsiteY1" fmla="*/ 18752 h 29568"/>
                    <a:gd name="connsiteX2" fmla="*/ 3307 w 21373"/>
                    <a:gd name="connsiteY2" fmla="*/ 621 h 29568"/>
                    <a:gd name="connsiteX3" fmla="*/ 18557 w 21373"/>
                    <a:gd name="connsiteY3" fmla="*/ 10729 h 29568"/>
                    <a:gd name="connsiteX4" fmla="*/ 17848 w 21373"/>
                    <a:gd name="connsiteY4" fmla="*/ 29037 h 29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73" h="29568">
                      <a:moveTo>
                        <a:pt x="17848" y="29037"/>
                      </a:moveTo>
                      <a:cubicBezTo>
                        <a:pt x="13459" y="31209"/>
                        <a:pt x="6765" y="26510"/>
                        <a:pt x="2819" y="18752"/>
                      </a:cubicBezTo>
                      <a:cubicBezTo>
                        <a:pt x="-1082" y="10994"/>
                        <a:pt x="-949" y="2971"/>
                        <a:pt x="3307" y="621"/>
                      </a:cubicBezTo>
                      <a:cubicBezTo>
                        <a:pt x="7563" y="-1728"/>
                        <a:pt x="14523" y="2793"/>
                        <a:pt x="18557" y="10729"/>
                      </a:cubicBezTo>
                      <a:cubicBezTo>
                        <a:pt x="22591" y="18664"/>
                        <a:pt x="22236" y="26865"/>
                        <a:pt x="17848" y="2903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20" name="Forme libre : forme 25819">
                  <a:extLst>
                    <a:ext uri="{FF2B5EF4-FFF2-40B4-BE49-F238E27FC236}">
                      <a16:creationId xmlns:a16="http://schemas.microsoft.com/office/drawing/2014/main" id="{F4CD577B-AB8A-4FDB-8FCF-37156075C15D}"/>
                    </a:ext>
                  </a:extLst>
                </p:cNvPr>
                <p:cNvSpPr/>
                <p:nvPr/>
              </p:nvSpPr>
              <p:spPr>
                <a:xfrm>
                  <a:off x="6627361" y="1343629"/>
                  <a:ext cx="25854" cy="45035"/>
                </a:xfrm>
                <a:custGeom>
                  <a:avLst/>
                  <a:gdLst>
                    <a:gd name="connsiteX0" fmla="*/ 8279 w 25854"/>
                    <a:gd name="connsiteY0" fmla="*/ 5361 h 45035"/>
                    <a:gd name="connsiteX1" fmla="*/ 1896 w 25854"/>
                    <a:gd name="connsiteY1" fmla="*/ 10459 h 45035"/>
                    <a:gd name="connsiteX2" fmla="*/ 1852 w 25854"/>
                    <a:gd name="connsiteY2" fmla="*/ 28280 h 45035"/>
                    <a:gd name="connsiteX3" fmla="*/ 10274 w 25854"/>
                    <a:gd name="connsiteY3" fmla="*/ 42289 h 45035"/>
                    <a:gd name="connsiteX4" fmla="*/ 19761 w 25854"/>
                    <a:gd name="connsiteY4" fmla="*/ 43530 h 45035"/>
                    <a:gd name="connsiteX5" fmla="*/ 20958 w 25854"/>
                    <a:gd name="connsiteY5" fmla="*/ 36703 h 45035"/>
                    <a:gd name="connsiteX6" fmla="*/ 23308 w 25854"/>
                    <a:gd name="connsiteY6" fmla="*/ 20123 h 45035"/>
                    <a:gd name="connsiteX7" fmla="*/ 23086 w 25854"/>
                    <a:gd name="connsiteY7" fmla="*/ 1593 h 45035"/>
                    <a:gd name="connsiteX8" fmla="*/ 8279 w 25854"/>
                    <a:gd name="connsiteY8" fmla="*/ 5361 h 45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854" h="45035">
                      <a:moveTo>
                        <a:pt x="8279" y="5361"/>
                      </a:moveTo>
                      <a:cubicBezTo>
                        <a:pt x="5886" y="6691"/>
                        <a:pt x="3448" y="8065"/>
                        <a:pt x="1896" y="10459"/>
                      </a:cubicBezTo>
                      <a:cubicBezTo>
                        <a:pt x="-1030" y="15025"/>
                        <a:pt x="-188" y="22030"/>
                        <a:pt x="1852" y="28280"/>
                      </a:cubicBezTo>
                      <a:cubicBezTo>
                        <a:pt x="3580" y="33423"/>
                        <a:pt x="6240" y="38742"/>
                        <a:pt x="10274" y="42289"/>
                      </a:cubicBezTo>
                      <a:cubicBezTo>
                        <a:pt x="13289" y="44904"/>
                        <a:pt x="17722" y="46279"/>
                        <a:pt x="19761" y="43530"/>
                      </a:cubicBezTo>
                      <a:cubicBezTo>
                        <a:pt x="21002" y="41846"/>
                        <a:pt x="20958" y="39141"/>
                        <a:pt x="20958" y="36703"/>
                      </a:cubicBezTo>
                      <a:cubicBezTo>
                        <a:pt x="21002" y="30896"/>
                        <a:pt x="21801" y="25310"/>
                        <a:pt x="23308" y="20123"/>
                      </a:cubicBezTo>
                      <a:cubicBezTo>
                        <a:pt x="24593" y="15779"/>
                        <a:pt x="28450" y="6602"/>
                        <a:pt x="23086" y="1593"/>
                      </a:cubicBezTo>
                      <a:cubicBezTo>
                        <a:pt x="18254" y="-2973"/>
                        <a:pt x="11649" y="3544"/>
                        <a:pt x="8279" y="536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21" name="Forme libre : forme 25820">
                  <a:extLst>
                    <a:ext uri="{FF2B5EF4-FFF2-40B4-BE49-F238E27FC236}">
                      <a16:creationId xmlns:a16="http://schemas.microsoft.com/office/drawing/2014/main" id="{EF32DB43-8FDA-4A4E-B077-3248A4E19E4E}"/>
                    </a:ext>
                  </a:extLst>
                </p:cNvPr>
                <p:cNvSpPr/>
                <p:nvPr/>
              </p:nvSpPr>
              <p:spPr>
                <a:xfrm>
                  <a:off x="6645085" y="1350403"/>
                  <a:ext cx="12712" cy="10094"/>
                </a:xfrm>
                <a:custGeom>
                  <a:avLst/>
                  <a:gdLst>
                    <a:gd name="connsiteX0" fmla="*/ 2835 w 12712"/>
                    <a:gd name="connsiteY0" fmla="*/ 51 h 10094"/>
                    <a:gd name="connsiteX1" fmla="*/ 840 w 12712"/>
                    <a:gd name="connsiteY1" fmla="*/ 273 h 10094"/>
                    <a:gd name="connsiteX2" fmla="*/ 42 w 12712"/>
                    <a:gd name="connsiteY2" fmla="*/ 2179 h 10094"/>
                    <a:gd name="connsiteX3" fmla="*/ 1284 w 12712"/>
                    <a:gd name="connsiteY3" fmla="*/ 4218 h 10094"/>
                    <a:gd name="connsiteX4" fmla="*/ 5628 w 12712"/>
                    <a:gd name="connsiteY4" fmla="*/ 8385 h 10094"/>
                    <a:gd name="connsiteX5" fmla="*/ 7623 w 12712"/>
                    <a:gd name="connsiteY5" fmla="*/ 9671 h 10094"/>
                    <a:gd name="connsiteX6" fmla="*/ 11790 w 12712"/>
                    <a:gd name="connsiteY6" fmla="*/ 5459 h 10094"/>
                    <a:gd name="connsiteX7" fmla="*/ 2835 w 12712"/>
                    <a:gd name="connsiteY7" fmla="*/ 51 h 1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712" h="10094">
                      <a:moveTo>
                        <a:pt x="2835" y="51"/>
                      </a:moveTo>
                      <a:cubicBezTo>
                        <a:pt x="2126" y="-38"/>
                        <a:pt x="1417" y="-38"/>
                        <a:pt x="840" y="273"/>
                      </a:cubicBezTo>
                      <a:cubicBezTo>
                        <a:pt x="264" y="583"/>
                        <a:pt x="-135" y="1337"/>
                        <a:pt x="42" y="2179"/>
                      </a:cubicBezTo>
                      <a:cubicBezTo>
                        <a:pt x="176" y="2933"/>
                        <a:pt x="752" y="3597"/>
                        <a:pt x="1284" y="4218"/>
                      </a:cubicBezTo>
                      <a:cubicBezTo>
                        <a:pt x="2658" y="5725"/>
                        <a:pt x="4121" y="7144"/>
                        <a:pt x="5628" y="8385"/>
                      </a:cubicBezTo>
                      <a:cubicBezTo>
                        <a:pt x="6249" y="8917"/>
                        <a:pt x="6914" y="9405"/>
                        <a:pt x="7623" y="9671"/>
                      </a:cubicBezTo>
                      <a:cubicBezTo>
                        <a:pt x="10549" y="10912"/>
                        <a:pt x="14539" y="9405"/>
                        <a:pt x="11790" y="5459"/>
                      </a:cubicBezTo>
                      <a:cubicBezTo>
                        <a:pt x="9618" y="2356"/>
                        <a:pt x="5717" y="361"/>
                        <a:pt x="2835" y="5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22" name="Forme libre : forme 25821">
                  <a:extLst>
                    <a:ext uri="{FF2B5EF4-FFF2-40B4-BE49-F238E27FC236}">
                      <a16:creationId xmlns:a16="http://schemas.microsoft.com/office/drawing/2014/main" id="{D1B76709-C957-49E6-8DE7-DC4A265403D6}"/>
                    </a:ext>
                  </a:extLst>
                </p:cNvPr>
                <p:cNvSpPr/>
                <p:nvPr/>
              </p:nvSpPr>
              <p:spPr>
                <a:xfrm>
                  <a:off x="6635773" y="1391637"/>
                  <a:ext cx="24648" cy="10953"/>
                </a:xfrm>
                <a:custGeom>
                  <a:avLst/>
                  <a:gdLst>
                    <a:gd name="connsiteX0" fmla="*/ 24648 w 24648"/>
                    <a:gd name="connsiteY0" fmla="*/ 9531 h 10953"/>
                    <a:gd name="connsiteX1" fmla="*/ 17156 w 24648"/>
                    <a:gd name="connsiteY1" fmla="*/ 10905 h 10953"/>
                    <a:gd name="connsiteX2" fmla="*/ 0 w 24648"/>
                    <a:gd name="connsiteY2" fmla="*/ 0 h 10953"/>
                    <a:gd name="connsiteX3" fmla="*/ 7048 w 24648"/>
                    <a:gd name="connsiteY3" fmla="*/ 5763 h 10953"/>
                    <a:gd name="connsiteX4" fmla="*/ 24648 w 24648"/>
                    <a:gd name="connsiteY4" fmla="*/ 9531 h 10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48" h="10953">
                      <a:moveTo>
                        <a:pt x="24648" y="9531"/>
                      </a:moveTo>
                      <a:cubicBezTo>
                        <a:pt x="24648" y="9531"/>
                        <a:pt x="21722" y="11260"/>
                        <a:pt x="17156" y="10905"/>
                      </a:cubicBezTo>
                      <a:cubicBezTo>
                        <a:pt x="12590" y="10595"/>
                        <a:pt x="6384" y="8068"/>
                        <a:pt x="0" y="0"/>
                      </a:cubicBezTo>
                      <a:cubicBezTo>
                        <a:pt x="0" y="0"/>
                        <a:pt x="2615" y="3014"/>
                        <a:pt x="7048" y="5763"/>
                      </a:cubicBezTo>
                      <a:cubicBezTo>
                        <a:pt x="11437" y="8511"/>
                        <a:pt x="17644" y="10950"/>
                        <a:pt x="24648" y="95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23" name="Forme libre : forme 25822">
                  <a:extLst>
                    <a:ext uri="{FF2B5EF4-FFF2-40B4-BE49-F238E27FC236}">
                      <a16:creationId xmlns:a16="http://schemas.microsoft.com/office/drawing/2014/main" id="{7D3BC86C-995E-46C9-92D0-8861A41DACBF}"/>
                    </a:ext>
                  </a:extLst>
                </p:cNvPr>
                <p:cNvSpPr/>
                <p:nvPr/>
              </p:nvSpPr>
              <p:spPr>
                <a:xfrm>
                  <a:off x="6636970" y="1335929"/>
                  <a:ext cx="26376" cy="12884"/>
                </a:xfrm>
                <a:custGeom>
                  <a:avLst/>
                  <a:gdLst>
                    <a:gd name="connsiteX0" fmla="*/ 26377 w 26376"/>
                    <a:gd name="connsiteY0" fmla="*/ 12885 h 12884"/>
                    <a:gd name="connsiteX1" fmla="*/ 18885 w 26376"/>
                    <a:gd name="connsiteY1" fmla="*/ 4595 h 12884"/>
                    <a:gd name="connsiteX2" fmla="*/ 0 w 26376"/>
                    <a:gd name="connsiteY2" fmla="*/ 1625 h 12884"/>
                    <a:gd name="connsiteX3" fmla="*/ 8644 w 26376"/>
                    <a:gd name="connsiteY3" fmla="*/ 1359 h 12884"/>
                    <a:gd name="connsiteX4" fmla="*/ 26377 w 26376"/>
                    <a:gd name="connsiteY4" fmla="*/ 12885 h 12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76" h="12884">
                      <a:moveTo>
                        <a:pt x="26377" y="12885"/>
                      </a:moveTo>
                      <a:cubicBezTo>
                        <a:pt x="26377" y="12885"/>
                        <a:pt x="23673" y="8319"/>
                        <a:pt x="18885" y="4595"/>
                      </a:cubicBezTo>
                      <a:cubicBezTo>
                        <a:pt x="14141" y="827"/>
                        <a:pt x="7314" y="-1878"/>
                        <a:pt x="0" y="1625"/>
                      </a:cubicBezTo>
                      <a:cubicBezTo>
                        <a:pt x="0" y="1625"/>
                        <a:pt x="3502" y="516"/>
                        <a:pt x="8644" y="1359"/>
                      </a:cubicBezTo>
                      <a:cubicBezTo>
                        <a:pt x="13742" y="2201"/>
                        <a:pt x="20481" y="5127"/>
                        <a:pt x="26377" y="128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24" name="Forme libre : forme 25823">
                  <a:extLst>
                    <a:ext uri="{FF2B5EF4-FFF2-40B4-BE49-F238E27FC236}">
                      <a16:creationId xmlns:a16="http://schemas.microsoft.com/office/drawing/2014/main" id="{BD51079D-7E9B-45D2-A91D-A650D48AEAA8}"/>
                    </a:ext>
                  </a:extLst>
                </p:cNvPr>
                <p:cNvSpPr/>
                <p:nvPr/>
              </p:nvSpPr>
              <p:spPr>
                <a:xfrm>
                  <a:off x="6652567" y="1369425"/>
                  <a:ext cx="6455" cy="11883"/>
                </a:xfrm>
                <a:custGeom>
                  <a:avLst/>
                  <a:gdLst>
                    <a:gd name="connsiteX0" fmla="*/ 4486 w 6455"/>
                    <a:gd name="connsiteY0" fmla="*/ 11883 h 11883"/>
                    <a:gd name="connsiteX1" fmla="*/ 274 w 6455"/>
                    <a:gd name="connsiteY1" fmla="*/ 6076 h 11883"/>
                    <a:gd name="connsiteX2" fmla="*/ 1914 w 6455"/>
                    <a:gd name="connsiteY2" fmla="*/ 2 h 11883"/>
                    <a:gd name="connsiteX3" fmla="*/ 6170 w 6455"/>
                    <a:gd name="connsiteY3" fmla="*/ 5854 h 11883"/>
                    <a:gd name="connsiteX4" fmla="*/ 4486 w 6455"/>
                    <a:gd name="connsiteY4" fmla="*/ 11883 h 11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55" h="11883">
                      <a:moveTo>
                        <a:pt x="4486" y="11883"/>
                      </a:moveTo>
                      <a:cubicBezTo>
                        <a:pt x="2845" y="11927"/>
                        <a:pt x="984" y="9356"/>
                        <a:pt x="274" y="6076"/>
                      </a:cubicBezTo>
                      <a:cubicBezTo>
                        <a:pt x="-435" y="2795"/>
                        <a:pt x="274" y="91"/>
                        <a:pt x="1914" y="2"/>
                      </a:cubicBezTo>
                      <a:cubicBezTo>
                        <a:pt x="3555" y="-86"/>
                        <a:pt x="5461" y="2529"/>
                        <a:pt x="6170" y="5854"/>
                      </a:cubicBezTo>
                      <a:cubicBezTo>
                        <a:pt x="6924" y="9134"/>
                        <a:pt x="6126" y="11838"/>
                        <a:pt x="4486" y="1188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25" name="Forme libre : forme 25824">
                  <a:extLst>
                    <a:ext uri="{FF2B5EF4-FFF2-40B4-BE49-F238E27FC236}">
                      <a16:creationId xmlns:a16="http://schemas.microsoft.com/office/drawing/2014/main" id="{70160719-2B72-4B13-ABF8-E539FF0E0442}"/>
                    </a:ext>
                  </a:extLst>
                </p:cNvPr>
                <p:cNvSpPr/>
                <p:nvPr/>
              </p:nvSpPr>
              <p:spPr>
                <a:xfrm>
                  <a:off x="6656396" y="1379474"/>
                  <a:ext cx="2698" cy="3179"/>
                </a:xfrm>
                <a:custGeom>
                  <a:avLst/>
                  <a:gdLst>
                    <a:gd name="connsiteX0" fmla="*/ 2075 w 2698"/>
                    <a:gd name="connsiteY0" fmla="*/ 3075 h 3179"/>
                    <a:gd name="connsiteX1" fmla="*/ 213 w 2698"/>
                    <a:gd name="connsiteY1" fmla="*/ 2144 h 3179"/>
                    <a:gd name="connsiteX2" fmla="*/ 612 w 2698"/>
                    <a:gd name="connsiteY2" fmla="*/ 105 h 3179"/>
                    <a:gd name="connsiteX3" fmla="*/ 2474 w 2698"/>
                    <a:gd name="connsiteY3" fmla="*/ 1036 h 3179"/>
                    <a:gd name="connsiteX4" fmla="*/ 2075 w 2698"/>
                    <a:gd name="connsiteY4" fmla="*/ 3075 h 3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98" h="3179">
                      <a:moveTo>
                        <a:pt x="2075" y="3075"/>
                      </a:moveTo>
                      <a:cubicBezTo>
                        <a:pt x="1454" y="3385"/>
                        <a:pt x="612" y="2986"/>
                        <a:pt x="213" y="2144"/>
                      </a:cubicBezTo>
                      <a:cubicBezTo>
                        <a:pt x="-186" y="1346"/>
                        <a:pt x="-9" y="415"/>
                        <a:pt x="612" y="105"/>
                      </a:cubicBezTo>
                      <a:cubicBezTo>
                        <a:pt x="1233" y="-206"/>
                        <a:pt x="2075" y="193"/>
                        <a:pt x="2474" y="1036"/>
                      </a:cubicBezTo>
                      <a:cubicBezTo>
                        <a:pt x="2873" y="1878"/>
                        <a:pt x="2740" y="2765"/>
                        <a:pt x="2075" y="30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26" name="Forme libre : forme 25825">
                  <a:extLst>
                    <a:ext uri="{FF2B5EF4-FFF2-40B4-BE49-F238E27FC236}">
                      <a16:creationId xmlns:a16="http://schemas.microsoft.com/office/drawing/2014/main" id="{5654B2EB-A770-4020-BD2B-B609D0A40B6C}"/>
                    </a:ext>
                  </a:extLst>
                </p:cNvPr>
                <p:cNvSpPr/>
                <p:nvPr/>
              </p:nvSpPr>
              <p:spPr>
                <a:xfrm>
                  <a:off x="6659095" y="1363308"/>
                  <a:ext cx="15942" cy="33257"/>
                </a:xfrm>
                <a:custGeom>
                  <a:avLst/>
                  <a:gdLst>
                    <a:gd name="connsiteX0" fmla="*/ 13517 w 15942"/>
                    <a:gd name="connsiteY0" fmla="*/ 25669 h 33257"/>
                    <a:gd name="connsiteX1" fmla="*/ 4607 w 15942"/>
                    <a:gd name="connsiteY1" fmla="*/ 32762 h 33257"/>
                    <a:gd name="connsiteX2" fmla="*/ 484 w 15942"/>
                    <a:gd name="connsiteY2" fmla="*/ 32186 h 33257"/>
                    <a:gd name="connsiteX3" fmla="*/ 839 w 15942"/>
                    <a:gd name="connsiteY3" fmla="*/ 27974 h 33257"/>
                    <a:gd name="connsiteX4" fmla="*/ 6735 w 15942"/>
                    <a:gd name="connsiteY4" fmla="*/ 16847 h 33257"/>
                    <a:gd name="connsiteX5" fmla="*/ 7311 w 15942"/>
                    <a:gd name="connsiteY5" fmla="*/ 46 h 33257"/>
                    <a:gd name="connsiteX6" fmla="*/ 15911 w 15942"/>
                    <a:gd name="connsiteY6" fmla="*/ 16404 h 33257"/>
                    <a:gd name="connsiteX7" fmla="*/ 13517 w 15942"/>
                    <a:gd name="connsiteY7" fmla="*/ 25669 h 33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42" h="33257">
                      <a:moveTo>
                        <a:pt x="13517" y="25669"/>
                      </a:moveTo>
                      <a:cubicBezTo>
                        <a:pt x="11301" y="28994"/>
                        <a:pt x="8065" y="31166"/>
                        <a:pt x="4607" y="32762"/>
                      </a:cubicBezTo>
                      <a:cubicBezTo>
                        <a:pt x="3321" y="33338"/>
                        <a:pt x="1504" y="33693"/>
                        <a:pt x="484" y="32186"/>
                      </a:cubicBezTo>
                      <a:cubicBezTo>
                        <a:pt x="-447" y="30811"/>
                        <a:pt x="129" y="29127"/>
                        <a:pt x="839" y="27974"/>
                      </a:cubicBezTo>
                      <a:cubicBezTo>
                        <a:pt x="3055" y="24428"/>
                        <a:pt x="6247" y="21502"/>
                        <a:pt x="6735" y="16847"/>
                      </a:cubicBezTo>
                      <a:cubicBezTo>
                        <a:pt x="7089" y="13966"/>
                        <a:pt x="2833" y="-929"/>
                        <a:pt x="7311" y="46"/>
                      </a:cubicBezTo>
                      <a:cubicBezTo>
                        <a:pt x="11921" y="1065"/>
                        <a:pt x="15778" y="12547"/>
                        <a:pt x="15911" y="16404"/>
                      </a:cubicBezTo>
                      <a:cubicBezTo>
                        <a:pt x="16133" y="19906"/>
                        <a:pt x="15158" y="23187"/>
                        <a:pt x="13517" y="2566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13" name="Graphique 2">
                <a:extLst>
                  <a:ext uri="{FF2B5EF4-FFF2-40B4-BE49-F238E27FC236}">
                    <a16:creationId xmlns:a16="http://schemas.microsoft.com/office/drawing/2014/main" id="{1A3D72C0-5B96-4B50-BBA5-E3C1A2BF66F7}"/>
                  </a:ext>
                </a:extLst>
              </p:cNvPr>
              <p:cNvGrpSpPr/>
              <p:nvPr/>
            </p:nvGrpSpPr>
            <p:grpSpPr>
              <a:xfrm>
                <a:off x="6651673" y="1396675"/>
                <a:ext cx="62527" cy="70815"/>
                <a:chOff x="6651673" y="1396675"/>
                <a:chExt cx="62527" cy="70815"/>
              </a:xfrm>
              <a:solidFill>
                <a:schemeClr val="accent1"/>
              </a:solidFill>
            </p:grpSpPr>
            <p:sp>
              <p:nvSpPr>
                <p:cNvPr id="25803" name="Forme libre : forme 25802">
                  <a:extLst>
                    <a:ext uri="{FF2B5EF4-FFF2-40B4-BE49-F238E27FC236}">
                      <a16:creationId xmlns:a16="http://schemas.microsoft.com/office/drawing/2014/main" id="{D95F6FA3-039C-49F0-890C-8B7D0CACCF40}"/>
                    </a:ext>
                  </a:extLst>
                </p:cNvPr>
                <p:cNvSpPr/>
                <p:nvPr/>
              </p:nvSpPr>
              <p:spPr>
                <a:xfrm>
                  <a:off x="6651735" y="1396675"/>
                  <a:ext cx="62465" cy="70815"/>
                </a:xfrm>
                <a:custGeom>
                  <a:avLst/>
                  <a:gdLst>
                    <a:gd name="connsiteX0" fmla="*/ 20124 w 62465"/>
                    <a:gd name="connsiteY0" fmla="*/ 60483 h 70815"/>
                    <a:gd name="connsiteX1" fmla="*/ 11213 w 62465"/>
                    <a:gd name="connsiteY1" fmla="*/ 48115 h 70815"/>
                    <a:gd name="connsiteX2" fmla="*/ 3721 w 62465"/>
                    <a:gd name="connsiteY2" fmla="*/ 35746 h 70815"/>
                    <a:gd name="connsiteX3" fmla="*/ 264 w 62465"/>
                    <a:gd name="connsiteY3" fmla="*/ 18768 h 70815"/>
                    <a:gd name="connsiteX4" fmla="*/ 7977 w 62465"/>
                    <a:gd name="connsiteY4" fmla="*/ 7330 h 70815"/>
                    <a:gd name="connsiteX5" fmla="*/ 19503 w 62465"/>
                    <a:gd name="connsiteY5" fmla="*/ 1478 h 70815"/>
                    <a:gd name="connsiteX6" fmla="*/ 33157 w 62465"/>
                    <a:gd name="connsiteY6" fmla="*/ 1656 h 70815"/>
                    <a:gd name="connsiteX7" fmla="*/ 44683 w 62465"/>
                    <a:gd name="connsiteY7" fmla="*/ 12118 h 70815"/>
                    <a:gd name="connsiteX8" fmla="*/ 50801 w 62465"/>
                    <a:gd name="connsiteY8" fmla="*/ 21915 h 70815"/>
                    <a:gd name="connsiteX9" fmla="*/ 57185 w 62465"/>
                    <a:gd name="connsiteY9" fmla="*/ 30604 h 70815"/>
                    <a:gd name="connsiteX10" fmla="*/ 60775 w 62465"/>
                    <a:gd name="connsiteY10" fmla="*/ 36677 h 70815"/>
                    <a:gd name="connsiteX11" fmla="*/ 62416 w 62465"/>
                    <a:gd name="connsiteY11" fmla="*/ 43681 h 70815"/>
                    <a:gd name="connsiteX12" fmla="*/ 58337 w 62465"/>
                    <a:gd name="connsiteY12" fmla="*/ 56715 h 70815"/>
                    <a:gd name="connsiteX13" fmla="*/ 49382 w 62465"/>
                    <a:gd name="connsiteY13" fmla="*/ 66468 h 70815"/>
                    <a:gd name="connsiteX14" fmla="*/ 35906 w 62465"/>
                    <a:gd name="connsiteY14" fmla="*/ 70546 h 70815"/>
                    <a:gd name="connsiteX15" fmla="*/ 27749 w 62465"/>
                    <a:gd name="connsiteY15" fmla="*/ 67443 h 70815"/>
                    <a:gd name="connsiteX16" fmla="*/ 20124 w 62465"/>
                    <a:gd name="connsiteY16" fmla="*/ 60483 h 70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465" h="70815">
                      <a:moveTo>
                        <a:pt x="20124" y="60483"/>
                      </a:moveTo>
                      <a:cubicBezTo>
                        <a:pt x="16888" y="56360"/>
                        <a:pt x="13962" y="52237"/>
                        <a:pt x="11213" y="48115"/>
                      </a:cubicBezTo>
                      <a:cubicBezTo>
                        <a:pt x="8553" y="43992"/>
                        <a:pt x="6026" y="39825"/>
                        <a:pt x="3721" y="35746"/>
                      </a:cubicBezTo>
                      <a:cubicBezTo>
                        <a:pt x="441" y="29983"/>
                        <a:pt x="-534" y="23866"/>
                        <a:pt x="264" y="18768"/>
                      </a:cubicBezTo>
                      <a:cubicBezTo>
                        <a:pt x="1150" y="13669"/>
                        <a:pt x="3810" y="9458"/>
                        <a:pt x="7977" y="7330"/>
                      </a:cubicBezTo>
                      <a:lnTo>
                        <a:pt x="19503" y="1478"/>
                      </a:lnTo>
                      <a:cubicBezTo>
                        <a:pt x="23670" y="-649"/>
                        <a:pt x="28591" y="-383"/>
                        <a:pt x="33157" y="1656"/>
                      </a:cubicBezTo>
                      <a:cubicBezTo>
                        <a:pt x="37723" y="3651"/>
                        <a:pt x="41890" y="7330"/>
                        <a:pt x="44683" y="12118"/>
                      </a:cubicBezTo>
                      <a:cubicBezTo>
                        <a:pt x="46678" y="15531"/>
                        <a:pt x="48717" y="18812"/>
                        <a:pt x="50801" y="21915"/>
                      </a:cubicBezTo>
                      <a:cubicBezTo>
                        <a:pt x="52884" y="25018"/>
                        <a:pt x="55012" y="27900"/>
                        <a:pt x="57185" y="30604"/>
                      </a:cubicBezTo>
                      <a:cubicBezTo>
                        <a:pt x="58736" y="32377"/>
                        <a:pt x="59756" y="34416"/>
                        <a:pt x="60775" y="36677"/>
                      </a:cubicBezTo>
                      <a:cubicBezTo>
                        <a:pt x="61662" y="38938"/>
                        <a:pt x="62238" y="41288"/>
                        <a:pt x="62416" y="43681"/>
                      </a:cubicBezTo>
                      <a:cubicBezTo>
                        <a:pt x="62726" y="48469"/>
                        <a:pt x="61618" y="53168"/>
                        <a:pt x="58337" y="56715"/>
                      </a:cubicBezTo>
                      <a:lnTo>
                        <a:pt x="49382" y="66468"/>
                      </a:lnTo>
                      <a:cubicBezTo>
                        <a:pt x="46191" y="69970"/>
                        <a:pt x="41225" y="71477"/>
                        <a:pt x="35906" y="70546"/>
                      </a:cubicBezTo>
                      <a:cubicBezTo>
                        <a:pt x="33201" y="70103"/>
                        <a:pt x="30409" y="69083"/>
                        <a:pt x="27749" y="67443"/>
                      </a:cubicBezTo>
                      <a:cubicBezTo>
                        <a:pt x="25177" y="65803"/>
                        <a:pt x="22473" y="63320"/>
                        <a:pt x="20124" y="60483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04" name="Forme libre : forme 25803">
                  <a:extLst>
                    <a:ext uri="{FF2B5EF4-FFF2-40B4-BE49-F238E27FC236}">
                      <a16:creationId xmlns:a16="http://schemas.microsoft.com/office/drawing/2014/main" id="{D06689DC-2271-4155-A5ED-82D13D483D20}"/>
                    </a:ext>
                  </a:extLst>
                </p:cNvPr>
                <p:cNvSpPr/>
                <p:nvPr/>
              </p:nvSpPr>
              <p:spPr>
                <a:xfrm>
                  <a:off x="6651673" y="1401434"/>
                  <a:ext cx="49754" cy="65940"/>
                </a:xfrm>
                <a:custGeom>
                  <a:avLst/>
                  <a:gdLst>
                    <a:gd name="connsiteX0" fmla="*/ 19654 w 49754"/>
                    <a:gd name="connsiteY0" fmla="*/ 27264 h 65940"/>
                    <a:gd name="connsiteX1" fmla="*/ 13005 w 49754"/>
                    <a:gd name="connsiteY1" fmla="*/ 0 h 65940"/>
                    <a:gd name="connsiteX2" fmla="*/ 7995 w 49754"/>
                    <a:gd name="connsiteY2" fmla="*/ 2527 h 65940"/>
                    <a:gd name="connsiteX3" fmla="*/ 281 w 49754"/>
                    <a:gd name="connsiteY3" fmla="*/ 13964 h 65940"/>
                    <a:gd name="connsiteX4" fmla="*/ 3739 w 49754"/>
                    <a:gd name="connsiteY4" fmla="*/ 30943 h 65940"/>
                    <a:gd name="connsiteX5" fmla="*/ 11231 w 49754"/>
                    <a:gd name="connsiteY5" fmla="*/ 43311 h 65940"/>
                    <a:gd name="connsiteX6" fmla="*/ 20142 w 49754"/>
                    <a:gd name="connsiteY6" fmla="*/ 55680 h 65940"/>
                    <a:gd name="connsiteX7" fmla="*/ 27855 w 49754"/>
                    <a:gd name="connsiteY7" fmla="*/ 62551 h 65940"/>
                    <a:gd name="connsiteX8" fmla="*/ 36012 w 49754"/>
                    <a:gd name="connsiteY8" fmla="*/ 65654 h 65940"/>
                    <a:gd name="connsiteX9" fmla="*/ 49489 w 49754"/>
                    <a:gd name="connsiteY9" fmla="*/ 61576 h 65940"/>
                    <a:gd name="connsiteX10" fmla="*/ 49755 w 49754"/>
                    <a:gd name="connsiteY10" fmla="*/ 61265 h 65940"/>
                    <a:gd name="connsiteX11" fmla="*/ 41376 w 49754"/>
                    <a:gd name="connsiteY11" fmla="*/ 53508 h 65940"/>
                    <a:gd name="connsiteX12" fmla="*/ 37564 w 49754"/>
                    <a:gd name="connsiteY12" fmla="*/ 49340 h 65940"/>
                    <a:gd name="connsiteX13" fmla="*/ 33884 w 49754"/>
                    <a:gd name="connsiteY13" fmla="*/ 44952 h 65940"/>
                    <a:gd name="connsiteX14" fmla="*/ 26880 w 49754"/>
                    <a:gd name="connsiteY14" fmla="*/ 35997 h 65940"/>
                    <a:gd name="connsiteX15" fmla="*/ 19654 w 49754"/>
                    <a:gd name="connsiteY15" fmla="*/ 27264 h 65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9754" h="65940">
                      <a:moveTo>
                        <a:pt x="19654" y="27264"/>
                      </a:moveTo>
                      <a:cubicBezTo>
                        <a:pt x="12339" y="19107"/>
                        <a:pt x="9768" y="8024"/>
                        <a:pt x="13005" y="0"/>
                      </a:cubicBezTo>
                      <a:lnTo>
                        <a:pt x="7995" y="2527"/>
                      </a:lnTo>
                      <a:cubicBezTo>
                        <a:pt x="3828" y="4655"/>
                        <a:pt x="1168" y="8822"/>
                        <a:pt x="281" y="13964"/>
                      </a:cubicBezTo>
                      <a:cubicBezTo>
                        <a:pt x="-561" y="19062"/>
                        <a:pt x="459" y="25180"/>
                        <a:pt x="3739" y="30943"/>
                      </a:cubicBezTo>
                      <a:cubicBezTo>
                        <a:pt x="6045" y="35066"/>
                        <a:pt x="8571" y="39189"/>
                        <a:pt x="11231" y="43311"/>
                      </a:cubicBezTo>
                      <a:cubicBezTo>
                        <a:pt x="13935" y="47434"/>
                        <a:pt x="16905" y="51601"/>
                        <a:pt x="20142" y="55680"/>
                      </a:cubicBezTo>
                      <a:cubicBezTo>
                        <a:pt x="22536" y="58561"/>
                        <a:pt x="25196" y="61044"/>
                        <a:pt x="27855" y="62551"/>
                      </a:cubicBezTo>
                      <a:cubicBezTo>
                        <a:pt x="30515" y="64191"/>
                        <a:pt x="33352" y="65211"/>
                        <a:pt x="36012" y="65654"/>
                      </a:cubicBezTo>
                      <a:cubicBezTo>
                        <a:pt x="41332" y="66629"/>
                        <a:pt x="46297" y="65078"/>
                        <a:pt x="49489" y="61576"/>
                      </a:cubicBezTo>
                      <a:lnTo>
                        <a:pt x="49755" y="61265"/>
                      </a:lnTo>
                      <a:cubicBezTo>
                        <a:pt x="46740" y="58872"/>
                        <a:pt x="44036" y="56212"/>
                        <a:pt x="41376" y="53508"/>
                      </a:cubicBezTo>
                      <a:lnTo>
                        <a:pt x="37564" y="49340"/>
                      </a:lnTo>
                      <a:lnTo>
                        <a:pt x="33884" y="44952"/>
                      </a:lnTo>
                      <a:cubicBezTo>
                        <a:pt x="31579" y="41981"/>
                        <a:pt x="29274" y="39056"/>
                        <a:pt x="26880" y="35997"/>
                      </a:cubicBezTo>
                      <a:cubicBezTo>
                        <a:pt x="24619" y="33071"/>
                        <a:pt x="22314" y="30101"/>
                        <a:pt x="19654" y="2726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05" name="Forme libre : forme 25804">
                  <a:extLst>
                    <a:ext uri="{FF2B5EF4-FFF2-40B4-BE49-F238E27FC236}">
                      <a16:creationId xmlns:a16="http://schemas.microsoft.com/office/drawing/2014/main" id="{AEA765B1-77EC-446E-93A6-D3D19D282A13}"/>
                    </a:ext>
                  </a:extLst>
                </p:cNvPr>
                <p:cNvSpPr/>
                <p:nvPr/>
              </p:nvSpPr>
              <p:spPr>
                <a:xfrm>
                  <a:off x="6672859" y="1421818"/>
                  <a:ext cx="23705" cy="28330"/>
                </a:xfrm>
                <a:custGeom>
                  <a:avLst/>
                  <a:gdLst>
                    <a:gd name="connsiteX0" fmla="*/ 21785 w 23705"/>
                    <a:gd name="connsiteY0" fmla="*/ 26873 h 28330"/>
                    <a:gd name="connsiteX1" fmla="*/ 13806 w 23705"/>
                    <a:gd name="connsiteY1" fmla="*/ 27450 h 28330"/>
                    <a:gd name="connsiteX2" fmla="*/ 8841 w 23705"/>
                    <a:gd name="connsiteY2" fmla="*/ 24435 h 28330"/>
                    <a:gd name="connsiteX3" fmla="*/ 4319 w 23705"/>
                    <a:gd name="connsiteY3" fmla="*/ 19470 h 28330"/>
                    <a:gd name="connsiteX4" fmla="*/ 19 w 23705"/>
                    <a:gd name="connsiteY4" fmla="*/ 8077 h 28330"/>
                    <a:gd name="connsiteX5" fmla="*/ 3034 w 23705"/>
                    <a:gd name="connsiteY5" fmla="*/ 718 h 28330"/>
                    <a:gd name="connsiteX6" fmla="*/ 10836 w 23705"/>
                    <a:gd name="connsiteY6" fmla="*/ 1472 h 28330"/>
                    <a:gd name="connsiteX7" fmla="*/ 19037 w 23705"/>
                    <a:gd name="connsiteY7" fmla="*/ 9141 h 28330"/>
                    <a:gd name="connsiteX8" fmla="*/ 21963 w 23705"/>
                    <a:gd name="connsiteY8" fmla="*/ 14283 h 28330"/>
                    <a:gd name="connsiteX9" fmla="*/ 23514 w 23705"/>
                    <a:gd name="connsiteY9" fmla="*/ 19204 h 28330"/>
                    <a:gd name="connsiteX10" fmla="*/ 21785 w 23705"/>
                    <a:gd name="connsiteY10" fmla="*/ 26873 h 28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705" h="28330">
                      <a:moveTo>
                        <a:pt x="21785" y="26873"/>
                      </a:moveTo>
                      <a:cubicBezTo>
                        <a:pt x="19968" y="28558"/>
                        <a:pt x="16998" y="28824"/>
                        <a:pt x="13806" y="27450"/>
                      </a:cubicBezTo>
                      <a:cubicBezTo>
                        <a:pt x="12210" y="26784"/>
                        <a:pt x="10392" y="25809"/>
                        <a:pt x="8841" y="24435"/>
                      </a:cubicBezTo>
                      <a:cubicBezTo>
                        <a:pt x="7289" y="23061"/>
                        <a:pt x="5649" y="21420"/>
                        <a:pt x="4319" y="19470"/>
                      </a:cubicBezTo>
                      <a:cubicBezTo>
                        <a:pt x="1615" y="15613"/>
                        <a:pt x="196" y="11446"/>
                        <a:pt x="19" y="8077"/>
                      </a:cubicBezTo>
                      <a:cubicBezTo>
                        <a:pt x="-158" y="4663"/>
                        <a:pt x="906" y="1959"/>
                        <a:pt x="3034" y="718"/>
                      </a:cubicBezTo>
                      <a:cubicBezTo>
                        <a:pt x="5161" y="-523"/>
                        <a:pt x="7999" y="-80"/>
                        <a:pt x="10836" y="1472"/>
                      </a:cubicBezTo>
                      <a:cubicBezTo>
                        <a:pt x="13717" y="3023"/>
                        <a:pt x="16599" y="5727"/>
                        <a:pt x="19037" y="9141"/>
                      </a:cubicBezTo>
                      <a:cubicBezTo>
                        <a:pt x="20234" y="10870"/>
                        <a:pt x="21253" y="12554"/>
                        <a:pt x="21963" y="14283"/>
                      </a:cubicBezTo>
                      <a:cubicBezTo>
                        <a:pt x="22672" y="16056"/>
                        <a:pt x="23248" y="17608"/>
                        <a:pt x="23514" y="19204"/>
                      </a:cubicBezTo>
                      <a:cubicBezTo>
                        <a:pt x="24002" y="22396"/>
                        <a:pt x="23603" y="25189"/>
                        <a:pt x="21785" y="2687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06" name="Forme libre : forme 25805">
                  <a:extLst>
                    <a:ext uri="{FF2B5EF4-FFF2-40B4-BE49-F238E27FC236}">
                      <a16:creationId xmlns:a16="http://schemas.microsoft.com/office/drawing/2014/main" id="{B5FAF764-DA16-47BE-8A25-EBF5B2EB6200}"/>
                    </a:ext>
                  </a:extLst>
                </p:cNvPr>
                <p:cNvSpPr/>
                <p:nvPr/>
              </p:nvSpPr>
              <p:spPr>
                <a:xfrm>
                  <a:off x="6672815" y="1421794"/>
                  <a:ext cx="13007" cy="25124"/>
                </a:xfrm>
                <a:custGeom>
                  <a:avLst/>
                  <a:gdLst>
                    <a:gd name="connsiteX0" fmla="*/ 13008 w 13007"/>
                    <a:gd name="connsiteY0" fmla="*/ 2826 h 25124"/>
                    <a:gd name="connsiteX1" fmla="*/ 3034 w 13007"/>
                    <a:gd name="connsiteY1" fmla="*/ 742 h 25124"/>
                    <a:gd name="connsiteX2" fmla="*/ 19 w 13007"/>
                    <a:gd name="connsiteY2" fmla="*/ 8101 h 25124"/>
                    <a:gd name="connsiteX3" fmla="*/ 4319 w 13007"/>
                    <a:gd name="connsiteY3" fmla="*/ 19494 h 25124"/>
                    <a:gd name="connsiteX4" fmla="*/ 9683 w 13007"/>
                    <a:gd name="connsiteY4" fmla="*/ 25124 h 25124"/>
                    <a:gd name="connsiteX5" fmla="*/ 7644 w 13007"/>
                    <a:gd name="connsiteY5" fmla="*/ 21356 h 25124"/>
                    <a:gd name="connsiteX6" fmla="*/ 7422 w 13007"/>
                    <a:gd name="connsiteY6" fmla="*/ 10229 h 25124"/>
                    <a:gd name="connsiteX7" fmla="*/ 13008 w 13007"/>
                    <a:gd name="connsiteY7" fmla="*/ 2826 h 25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007" h="25124">
                      <a:moveTo>
                        <a:pt x="13008" y="2826"/>
                      </a:moveTo>
                      <a:cubicBezTo>
                        <a:pt x="9417" y="254"/>
                        <a:pt x="5738" y="-854"/>
                        <a:pt x="3034" y="742"/>
                      </a:cubicBezTo>
                      <a:cubicBezTo>
                        <a:pt x="906" y="1983"/>
                        <a:pt x="-158" y="4687"/>
                        <a:pt x="19" y="8101"/>
                      </a:cubicBezTo>
                      <a:cubicBezTo>
                        <a:pt x="196" y="11514"/>
                        <a:pt x="1615" y="15637"/>
                        <a:pt x="4319" y="19494"/>
                      </a:cubicBezTo>
                      <a:cubicBezTo>
                        <a:pt x="5871" y="21755"/>
                        <a:pt x="7821" y="23661"/>
                        <a:pt x="9683" y="25124"/>
                      </a:cubicBezTo>
                      <a:cubicBezTo>
                        <a:pt x="8841" y="23927"/>
                        <a:pt x="8132" y="22686"/>
                        <a:pt x="7644" y="21356"/>
                      </a:cubicBezTo>
                      <a:cubicBezTo>
                        <a:pt x="6447" y="17543"/>
                        <a:pt x="6536" y="13509"/>
                        <a:pt x="7422" y="10229"/>
                      </a:cubicBezTo>
                      <a:cubicBezTo>
                        <a:pt x="8442" y="6860"/>
                        <a:pt x="10304" y="4244"/>
                        <a:pt x="13008" y="2826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07" name="Forme libre : forme 25806">
                  <a:extLst>
                    <a:ext uri="{FF2B5EF4-FFF2-40B4-BE49-F238E27FC236}">
                      <a16:creationId xmlns:a16="http://schemas.microsoft.com/office/drawing/2014/main" id="{50D90130-6E1D-45D3-909E-A6D3AA73E52B}"/>
                    </a:ext>
                  </a:extLst>
                </p:cNvPr>
                <p:cNvSpPr/>
                <p:nvPr/>
              </p:nvSpPr>
              <p:spPr>
                <a:xfrm>
                  <a:off x="6672061" y="1424192"/>
                  <a:ext cx="24078" cy="28543"/>
                </a:xfrm>
                <a:custGeom>
                  <a:avLst/>
                  <a:gdLst>
                    <a:gd name="connsiteX0" fmla="*/ 22229 w 24078"/>
                    <a:gd name="connsiteY0" fmla="*/ 27070 h 28543"/>
                    <a:gd name="connsiteX1" fmla="*/ 14205 w 24078"/>
                    <a:gd name="connsiteY1" fmla="*/ 27735 h 28543"/>
                    <a:gd name="connsiteX2" fmla="*/ 9151 w 24078"/>
                    <a:gd name="connsiteY2" fmla="*/ 24676 h 28543"/>
                    <a:gd name="connsiteX3" fmla="*/ 4496 w 24078"/>
                    <a:gd name="connsiteY3" fmla="*/ 19667 h 28543"/>
                    <a:gd name="connsiteX4" fmla="*/ 2945 w 24078"/>
                    <a:gd name="connsiteY4" fmla="*/ 737 h 28543"/>
                    <a:gd name="connsiteX5" fmla="*/ 19081 w 24078"/>
                    <a:gd name="connsiteY5" fmla="*/ 9116 h 28543"/>
                    <a:gd name="connsiteX6" fmla="*/ 22140 w 24078"/>
                    <a:gd name="connsiteY6" fmla="*/ 14303 h 28543"/>
                    <a:gd name="connsiteX7" fmla="*/ 23825 w 24078"/>
                    <a:gd name="connsiteY7" fmla="*/ 19268 h 28543"/>
                    <a:gd name="connsiteX8" fmla="*/ 22229 w 24078"/>
                    <a:gd name="connsiteY8" fmla="*/ 27070 h 28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078" h="28543">
                      <a:moveTo>
                        <a:pt x="22229" y="27070"/>
                      </a:moveTo>
                      <a:cubicBezTo>
                        <a:pt x="20411" y="28755"/>
                        <a:pt x="17485" y="29021"/>
                        <a:pt x="14205" y="27735"/>
                      </a:cubicBezTo>
                      <a:cubicBezTo>
                        <a:pt x="12565" y="27070"/>
                        <a:pt x="10836" y="26050"/>
                        <a:pt x="9151" y="24676"/>
                      </a:cubicBezTo>
                      <a:cubicBezTo>
                        <a:pt x="7511" y="23302"/>
                        <a:pt x="5959" y="21617"/>
                        <a:pt x="4496" y="19667"/>
                      </a:cubicBezTo>
                      <a:cubicBezTo>
                        <a:pt x="-1089" y="11776"/>
                        <a:pt x="-1311" y="3220"/>
                        <a:pt x="2945" y="737"/>
                      </a:cubicBezTo>
                      <a:cubicBezTo>
                        <a:pt x="7245" y="-1745"/>
                        <a:pt x="14205" y="2289"/>
                        <a:pt x="19081" y="9116"/>
                      </a:cubicBezTo>
                      <a:cubicBezTo>
                        <a:pt x="20367" y="10801"/>
                        <a:pt x="21342" y="12574"/>
                        <a:pt x="22140" y="14303"/>
                      </a:cubicBezTo>
                      <a:cubicBezTo>
                        <a:pt x="22982" y="15987"/>
                        <a:pt x="23514" y="17672"/>
                        <a:pt x="23825" y="19268"/>
                      </a:cubicBezTo>
                      <a:cubicBezTo>
                        <a:pt x="24401" y="22504"/>
                        <a:pt x="24046" y="25341"/>
                        <a:pt x="22229" y="2707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08" name="Forme libre : forme 25807">
                  <a:extLst>
                    <a:ext uri="{FF2B5EF4-FFF2-40B4-BE49-F238E27FC236}">
                      <a16:creationId xmlns:a16="http://schemas.microsoft.com/office/drawing/2014/main" id="{8114695B-7F5A-4BB8-A115-9BF63D7A766D}"/>
                    </a:ext>
                  </a:extLst>
                </p:cNvPr>
                <p:cNvSpPr/>
                <p:nvPr/>
              </p:nvSpPr>
              <p:spPr>
                <a:xfrm>
                  <a:off x="6659407" y="1406231"/>
                  <a:ext cx="26461" cy="46046"/>
                </a:xfrm>
                <a:custGeom>
                  <a:avLst/>
                  <a:gdLst>
                    <a:gd name="connsiteX0" fmla="*/ 8816 w 26461"/>
                    <a:gd name="connsiteY0" fmla="*/ 4956 h 46046"/>
                    <a:gd name="connsiteX1" fmla="*/ 2033 w 26461"/>
                    <a:gd name="connsiteY1" fmla="*/ 9833 h 46046"/>
                    <a:gd name="connsiteX2" fmla="*/ 2521 w 26461"/>
                    <a:gd name="connsiteY2" fmla="*/ 29028 h 46046"/>
                    <a:gd name="connsiteX3" fmla="*/ 13870 w 26461"/>
                    <a:gd name="connsiteY3" fmla="*/ 43968 h 46046"/>
                    <a:gd name="connsiteX4" fmla="*/ 23977 w 26461"/>
                    <a:gd name="connsiteY4" fmla="*/ 43702 h 46046"/>
                    <a:gd name="connsiteX5" fmla="*/ 23623 w 26461"/>
                    <a:gd name="connsiteY5" fmla="*/ 36387 h 46046"/>
                    <a:gd name="connsiteX6" fmla="*/ 24022 w 26461"/>
                    <a:gd name="connsiteY6" fmla="*/ 19408 h 46046"/>
                    <a:gd name="connsiteX7" fmla="*/ 24022 w 26461"/>
                    <a:gd name="connsiteY7" fmla="*/ 1498 h 46046"/>
                    <a:gd name="connsiteX8" fmla="*/ 8816 w 26461"/>
                    <a:gd name="connsiteY8" fmla="*/ 4956 h 46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461" h="46046">
                      <a:moveTo>
                        <a:pt x="8816" y="4956"/>
                      </a:moveTo>
                      <a:cubicBezTo>
                        <a:pt x="6289" y="6153"/>
                        <a:pt x="3718" y="7439"/>
                        <a:pt x="2033" y="9833"/>
                      </a:cubicBezTo>
                      <a:cubicBezTo>
                        <a:pt x="-1203" y="14399"/>
                        <a:pt x="-228" y="22157"/>
                        <a:pt x="2521" y="29028"/>
                      </a:cubicBezTo>
                      <a:cubicBezTo>
                        <a:pt x="4915" y="34747"/>
                        <a:pt x="8639" y="40598"/>
                        <a:pt x="13870" y="43968"/>
                      </a:cubicBezTo>
                      <a:cubicBezTo>
                        <a:pt x="17638" y="46539"/>
                        <a:pt x="22736" y="47026"/>
                        <a:pt x="23977" y="43702"/>
                      </a:cubicBezTo>
                      <a:cubicBezTo>
                        <a:pt x="24731" y="41662"/>
                        <a:pt x="24022" y="38914"/>
                        <a:pt x="23623" y="36387"/>
                      </a:cubicBezTo>
                      <a:cubicBezTo>
                        <a:pt x="22514" y="30402"/>
                        <a:pt x="22780" y="24639"/>
                        <a:pt x="24022" y="19408"/>
                      </a:cubicBezTo>
                      <a:cubicBezTo>
                        <a:pt x="24997" y="14931"/>
                        <a:pt x="28987" y="6065"/>
                        <a:pt x="24022" y="1498"/>
                      </a:cubicBezTo>
                      <a:cubicBezTo>
                        <a:pt x="19500" y="-2757"/>
                        <a:pt x="12274" y="3227"/>
                        <a:pt x="8816" y="495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09" name="Forme libre : forme 25808">
                  <a:extLst>
                    <a:ext uri="{FF2B5EF4-FFF2-40B4-BE49-F238E27FC236}">
                      <a16:creationId xmlns:a16="http://schemas.microsoft.com/office/drawing/2014/main" id="{A0A6E9E0-789C-45C7-82B6-5F85B86D630A}"/>
                    </a:ext>
                  </a:extLst>
                </p:cNvPr>
                <p:cNvSpPr/>
                <p:nvPr/>
              </p:nvSpPr>
              <p:spPr>
                <a:xfrm>
                  <a:off x="6677627" y="1412787"/>
                  <a:ext cx="12677" cy="9348"/>
                </a:xfrm>
                <a:custGeom>
                  <a:avLst/>
                  <a:gdLst>
                    <a:gd name="connsiteX0" fmla="*/ 2921 w 12677"/>
                    <a:gd name="connsiteY0" fmla="*/ 40 h 9348"/>
                    <a:gd name="connsiteX1" fmla="*/ 882 w 12677"/>
                    <a:gd name="connsiteY1" fmla="*/ 306 h 9348"/>
                    <a:gd name="connsiteX2" fmla="*/ 40 w 12677"/>
                    <a:gd name="connsiteY2" fmla="*/ 2168 h 9348"/>
                    <a:gd name="connsiteX3" fmla="*/ 1236 w 12677"/>
                    <a:gd name="connsiteY3" fmla="*/ 4163 h 9348"/>
                    <a:gd name="connsiteX4" fmla="*/ 5625 w 12677"/>
                    <a:gd name="connsiteY4" fmla="*/ 8020 h 9348"/>
                    <a:gd name="connsiteX5" fmla="*/ 7620 w 12677"/>
                    <a:gd name="connsiteY5" fmla="*/ 9128 h 9348"/>
                    <a:gd name="connsiteX6" fmla="*/ 11743 w 12677"/>
                    <a:gd name="connsiteY6" fmla="*/ 4739 h 9348"/>
                    <a:gd name="connsiteX7" fmla="*/ 2921 w 12677"/>
                    <a:gd name="connsiteY7" fmla="*/ 40 h 9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677" h="9348">
                      <a:moveTo>
                        <a:pt x="2921" y="40"/>
                      </a:moveTo>
                      <a:cubicBezTo>
                        <a:pt x="2212" y="-48"/>
                        <a:pt x="1458" y="-4"/>
                        <a:pt x="882" y="306"/>
                      </a:cubicBezTo>
                      <a:cubicBezTo>
                        <a:pt x="306" y="617"/>
                        <a:pt x="-138" y="1370"/>
                        <a:pt x="40" y="2168"/>
                      </a:cubicBezTo>
                      <a:cubicBezTo>
                        <a:pt x="172" y="2922"/>
                        <a:pt x="704" y="3587"/>
                        <a:pt x="1236" y="4163"/>
                      </a:cubicBezTo>
                      <a:cubicBezTo>
                        <a:pt x="2611" y="5626"/>
                        <a:pt x="4074" y="6912"/>
                        <a:pt x="5625" y="8020"/>
                      </a:cubicBezTo>
                      <a:cubicBezTo>
                        <a:pt x="6246" y="8463"/>
                        <a:pt x="6911" y="8907"/>
                        <a:pt x="7620" y="9128"/>
                      </a:cubicBezTo>
                      <a:cubicBezTo>
                        <a:pt x="10590" y="10015"/>
                        <a:pt x="14491" y="8153"/>
                        <a:pt x="11743" y="4739"/>
                      </a:cubicBezTo>
                      <a:cubicBezTo>
                        <a:pt x="9571" y="2035"/>
                        <a:pt x="5803" y="395"/>
                        <a:pt x="2921" y="4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10" name="Forme libre : forme 25809">
                  <a:extLst>
                    <a:ext uri="{FF2B5EF4-FFF2-40B4-BE49-F238E27FC236}">
                      <a16:creationId xmlns:a16="http://schemas.microsoft.com/office/drawing/2014/main" id="{1006734D-1B0C-41AB-9A9C-90658BF74346}"/>
                    </a:ext>
                  </a:extLst>
                </p:cNvPr>
                <p:cNvSpPr/>
                <p:nvPr/>
              </p:nvSpPr>
              <p:spPr>
                <a:xfrm>
                  <a:off x="6673011" y="1456937"/>
                  <a:ext cx="27928" cy="7558"/>
                </a:xfrm>
                <a:custGeom>
                  <a:avLst/>
                  <a:gdLst>
                    <a:gd name="connsiteX0" fmla="*/ 27929 w 27928"/>
                    <a:gd name="connsiteY0" fmla="*/ 3192 h 7558"/>
                    <a:gd name="connsiteX1" fmla="*/ 21146 w 27928"/>
                    <a:gd name="connsiteY1" fmla="*/ 7093 h 7558"/>
                    <a:gd name="connsiteX2" fmla="*/ 12457 w 27928"/>
                    <a:gd name="connsiteY2" fmla="*/ 6960 h 7558"/>
                    <a:gd name="connsiteX3" fmla="*/ 0 w 27928"/>
                    <a:gd name="connsiteY3" fmla="*/ 0 h 7558"/>
                    <a:gd name="connsiteX4" fmla="*/ 2616 w 27928"/>
                    <a:gd name="connsiteY4" fmla="*/ 1773 h 7558"/>
                    <a:gd name="connsiteX5" fmla="*/ 9310 w 27928"/>
                    <a:gd name="connsiteY5" fmla="*/ 4832 h 7558"/>
                    <a:gd name="connsiteX6" fmla="*/ 27929 w 27928"/>
                    <a:gd name="connsiteY6" fmla="*/ 3192 h 7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928" h="7558">
                      <a:moveTo>
                        <a:pt x="27929" y="3192"/>
                      </a:moveTo>
                      <a:cubicBezTo>
                        <a:pt x="27929" y="3192"/>
                        <a:pt x="25712" y="5940"/>
                        <a:pt x="21146" y="7093"/>
                      </a:cubicBezTo>
                      <a:cubicBezTo>
                        <a:pt x="18885" y="7669"/>
                        <a:pt x="16004" y="7802"/>
                        <a:pt x="12457" y="6960"/>
                      </a:cubicBezTo>
                      <a:cubicBezTo>
                        <a:pt x="8955" y="6029"/>
                        <a:pt x="4832" y="4211"/>
                        <a:pt x="0" y="0"/>
                      </a:cubicBezTo>
                      <a:cubicBezTo>
                        <a:pt x="0" y="0"/>
                        <a:pt x="975" y="754"/>
                        <a:pt x="2616" y="1773"/>
                      </a:cubicBezTo>
                      <a:cubicBezTo>
                        <a:pt x="4256" y="2837"/>
                        <a:pt x="6606" y="4034"/>
                        <a:pt x="9310" y="4832"/>
                      </a:cubicBezTo>
                      <a:cubicBezTo>
                        <a:pt x="14674" y="6605"/>
                        <a:pt x="21678" y="7004"/>
                        <a:pt x="27929" y="31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11" name="Forme libre : forme 25810">
                  <a:extLst>
                    <a:ext uri="{FF2B5EF4-FFF2-40B4-BE49-F238E27FC236}">
                      <a16:creationId xmlns:a16="http://schemas.microsoft.com/office/drawing/2014/main" id="{5B8A824E-2DD1-4545-ACC2-927F2F94F380}"/>
                    </a:ext>
                  </a:extLst>
                </p:cNvPr>
                <p:cNvSpPr/>
                <p:nvPr/>
              </p:nvSpPr>
              <p:spPr>
                <a:xfrm>
                  <a:off x="6670573" y="1398777"/>
                  <a:ext cx="25313" cy="11701"/>
                </a:xfrm>
                <a:custGeom>
                  <a:avLst/>
                  <a:gdLst>
                    <a:gd name="connsiteX0" fmla="*/ 25313 w 25313"/>
                    <a:gd name="connsiteY0" fmla="*/ 11701 h 11701"/>
                    <a:gd name="connsiteX1" fmla="*/ 23540 w 25313"/>
                    <a:gd name="connsiteY1" fmla="*/ 9396 h 11701"/>
                    <a:gd name="connsiteX2" fmla="*/ 18530 w 25313"/>
                    <a:gd name="connsiteY2" fmla="*/ 4564 h 11701"/>
                    <a:gd name="connsiteX3" fmla="*/ 0 w 25313"/>
                    <a:gd name="connsiteY3" fmla="*/ 1106 h 11701"/>
                    <a:gd name="connsiteX4" fmla="*/ 8689 w 25313"/>
                    <a:gd name="connsiteY4" fmla="*/ 1416 h 11701"/>
                    <a:gd name="connsiteX5" fmla="*/ 25313 w 25313"/>
                    <a:gd name="connsiteY5" fmla="*/ 11701 h 11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313" h="11701">
                      <a:moveTo>
                        <a:pt x="25313" y="11701"/>
                      </a:moveTo>
                      <a:cubicBezTo>
                        <a:pt x="25313" y="11701"/>
                        <a:pt x="24692" y="10770"/>
                        <a:pt x="23540" y="9396"/>
                      </a:cubicBezTo>
                      <a:cubicBezTo>
                        <a:pt x="22387" y="7977"/>
                        <a:pt x="20703" y="6204"/>
                        <a:pt x="18530" y="4564"/>
                      </a:cubicBezTo>
                      <a:cubicBezTo>
                        <a:pt x="14186" y="1195"/>
                        <a:pt x="7891" y="-1643"/>
                        <a:pt x="0" y="1106"/>
                      </a:cubicBezTo>
                      <a:cubicBezTo>
                        <a:pt x="0" y="1106"/>
                        <a:pt x="3680" y="352"/>
                        <a:pt x="8689" y="1416"/>
                      </a:cubicBezTo>
                      <a:cubicBezTo>
                        <a:pt x="13698" y="2392"/>
                        <a:pt x="19949" y="5229"/>
                        <a:pt x="25313" y="117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12" name="Forme libre : forme 25811">
                  <a:extLst>
                    <a:ext uri="{FF2B5EF4-FFF2-40B4-BE49-F238E27FC236}">
                      <a16:creationId xmlns:a16="http://schemas.microsoft.com/office/drawing/2014/main" id="{F44EABFA-88C6-4546-9821-15807426ED57}"/>
                    </a:ext>
                  </a:extLst>
                </p:cNvPr>
                <p:cNvSpPr/>
                <p:nvPr/>
              </p:nvSpPr>
              <p:spPr>
                <a:xfrm>
                  <a:off x="6686001" y="1430753"/>
                  <a:ext cx="7271" cy="11221"/>
                </a:xfrm>
                <a:custGeom>
                  <a:avLst/>
                  <a:gdLst>
                    <a:gd name="connsiteX0" fmla="*/ 5895 w 7271"/>
                    <a:gd name="connsiteY0" fmla="*/ 11156 h 11221"/>
                    <a:gd name="connsiteX1" fmla="*/ 664 w 7271"/>
                    <a:gd name="connsiteY1" fmla="*/ 6279 h 11221"/>
                    <a:gd name="connsiteX2" fmla="*/ 1595 w 7271"/>
                    <a:gd name="connsiteY2" fmla="*/ 29 h 11221"/>
                    <a:gd name="connsiteX3" fmla="*/ 6516 w 7271"/>
                    <a:gd name="connsiteY3" fmla="*/ 4905 h 11221"/>
                    <a:gd name="connsiteX4" fmla="*/ 5895 w 7271"/>
                    <a:gd name="connsiteY4" fmla="*/ 11156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1" h="11221">
                      <a:moveTo>
                        <a:pt x="5895" y="11156"/>
                      </a:moveTo>
                      <a:cubicBezTo>
                        <a:pt x="4255" y="11643"/>
                        <a:pt x="1905" y="9382"/>
                        <a:pt x="664" y="6279"/>
                      </a:cubicBezTo>
                      <a:cubicBezTo>
                        <a:pt x="-533" y="3132"/>
                        <a:pt x="-45" y="339"/>
                        <a:pt x="1595" y="29"/>
                      </a:cubicBezTo>
                      <a:cubicBezTo>
                        <a:pt x="3235" y="-282"/>
                        <a:pt x="5319" y="1979"/>
                        <a:pt x="6516" y="4905"/>
                      </a:cubicBezTo>
                      <a:cubicBezTo>
                        <a:pt x="7668" y="7964"/>
                        <a:pt x="7535" y="10712"/>
                        <a:pt x="5895" y="1115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13" name="Forme libre : forme 25812">
                  <a:extLst>
                    <a:ext uri="{FF2B5EF4-FFF2-40B4-BE49-F238E27FC236}">
                      <a16:creationId xmlns:a16="http://schemas.microsoft.com/office/drawing/2014/main" id="{32807EAC-7062-43EE-BA62-529FC661110F}"/>
                    </a:ext>
                  </a:extLst>
                </p:cNvPr>
                <p:cNvSpPr/>
                <p:nvPr/>
              </p:nvSpPr>
              <p:spPr>
                <a:xfrm>
                  <a:off x="6691087" y="1439982"/>
                  <a:ext cx="2887" cy="3010"/>
                </a:xfrm>
                <a:custGeom>
                  <a:avLst/>
                  <a:gdLst>
                    <a:gd name="connsiteX0" fmla="*/ 2494 w 2887"/>
                    <a:gd name="connsiteY0" fmla="*/ 2769 h 3010"/>
                    <a:gd name="connsiteX1" fmla="*/ 455 w 2887"/>
                    <a:gd name="connsiteY1" fmla="*/ 2325 h 3010"/>
                    <a:gd name="connsiteX2" fmla="*/ 411 w 2887"/>
                    <a:gd name="connsiteY2" fmla="*/ 242 h 3010"/>
                    <a:gd name="connsiteX3" fmla="*/ 2450 w 2887"/>
                    <a:gd name="connsiteY3" fmla="*/ 685 h 3010"/>
                    <a:gd name="connsiteX4" fmla="*/ 2494 w 2887"/>
                    <a:gd name="connsiteY4" fmla="*/ 2769 h 3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" h="3010">
                      <a:moveTo>
                        <a:pt x="2494" y="2769"/>
                      </a:moveTo>
                      <a:cubicBezTo>
                        <a:pt x="1962" y="3212"/>
                        <a:pt x="1031" y="3035"/>
                        <a:pt x="455" y="2325"/>
                      </a:cubicBezTo>
                      <a:cubicBezTo>
                        <a:pt x="-121" y="1616"/>
                        <a:pt x="-166" y="729"/>
                        <a:pt x="411" y="242"/>
                      </a:cubicBezTo>
                      <a:cubicBezTo>
                        <a:pt x="943" y="-202"/>
                        <a:pt x="1873" y="-24"/>
                        <a:pt x="2450" y="685"/>
                      </a:cubicBezTo>
                      <a:cubicBezTo>
                        <a:pt x="3026" y="1350"/>
                        <a:pt x="3026" y="2281"/>
                        <a:pt x="2494" y="2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14" name="Forme libre : forme 25813">
                  <a:extLst>
                    <a:ext uri="{FF2B5EF4-FFF2-40B4-BE49-F238E27FC236}">
                      <a16:creationId xmlns:a16="http://schemas.microsoft.com/office/drawing/2014/main" id="{B41D5BA1-60A7-4207-95E3-99CE924DC97C}"/>
                    </a:ext>
                  </a:extLst>
                </p:cNvPr>
                <p:cNvSpPr/>
                <p:nvPr/>
              </p:nvSpPr>
              <p:spPr>
                <a:xfrm>
                  <a:off x="6697072" y="1423156"/>
                  <a:ext cx="12352" cy="32298"/>
                </a:xfrm>
                <a:custGeom>
                  <a:avLst/>
                  <a:gdLst>
                    <a:gd name="connsiteX0" fmla="*/ 11626 w 12352"/>
                    <a:gd name="connsiteY0" fmla="*/ 21279 h 32298"/>
                    <a:gd name="connsiteX1" fmla="*/ 5286 w 12352"/>
                    <a:gd name="connsiteY1" fmla="*/ 30988 h 32298"/>
                    <a:gd name="connsiteX2" fmla="*/ 1163 w 12352"/>
                    <a:gd name="connsiteY2" fmla="*/ 31786 h 32298"/>
                    <a:gd name="connsiteX3" fmla="*/ 233 w 12352"/>
                    <a:gd name="connsiteY3" fmla="*/ 27619 h 32298"/>
                    <a:gd name="connsiteX4" fmla="*/ 3203 w 12352"/>
                    <a:gd name="connsiteY4" fmla="*/ 15339 h 32298"/>
                    <a:gd name="connsiteX5" fmla="*/ 631 w 12352"/>
                    <a:gd name="connsiteY5" fmla="*/ 6694 h 32298"/>
                    <a:gd name="connsiteX6" fmla="*/ 1917 w 12352"/>
                    <a:gd name="connsiteY6" fmla="*/ 0 h 32298"/>
                    <a:gd name="connsiteX7" fmla="*/ 8123 w 12352"/>
                    <a:gd name="connsiteY7" fmla="*/ 4921 h 32298"/>
                    <a:gd name="connsiteX8" fmla="*/ 11803 w 12352"/>
                    <a:gd name="connsiteY8" fmla="*/ 12014 h 32298"/>
                    <a:gd name="connsiteX9" fmla="*/ 11626 w 12352"/>
                    <a:gd name="connsiteY9" fmla="*/ 21279 h 3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352" h="32298">
                      <a:moveTo>
                        <a:pt x="11626" y="21279"/>
                      </a:moveTo>
                      <a:cubicBezTo>
                        <a:pt x="10473" y="25092"/>
                        <a:pt x="8035" y="28284"/>
                        <a:pt x="5286" y="30988"/>
                      </a:cubicBezTo>
                      <a:cubicBezTo>
                        <a:pt x="4267" y="32007"/>
                        <a:pt x="2626" y="32894"/>
                        <a:pt x="1163" y="31786"/>
                      </a:cubicBezTo>
                      <a:cubicBezTo>
                        <a:pt x="-167" y="30766"/>
                        <a:pt x="-167" y="28949"/>
                        <a:pt x="233" y="27619"/>
                      </a:cubicBezTo>
                      <a:cubicBezTo>
                        <a:pt x="1429" y="23496"/>
                        <a:pt x="3602" y="19772"/>
                        <a:pt x="3203" y="15339"/>
                      </a:cubicBezTo>
                      <a:cubicBezTo>
                        <a:pt x="3070" y="13965"/>
                        <a:pt x="1429" y="10241"/>
                        <a:pt x="631" y="6694"/>
                      </a:cubicBezTo>
                      <a:cubicBezTo>
                        <a:pt x="-211" y="3192"/>
                        <a:pt x="-299" y="-44"/>
                        <a:pt x="1917" y="0"/>
                      </a:cubicBezTo>
                      <a:cubicBezTo>
                        <a:pt x="4134" y="89"/>
                        <a:pt x="6350" y="2350"/>
                        <a:pt x="8123" y="4921"/>
                      </a:cubicBezTo>
                      <a:cubicBezTo>
                        <a:pt x="9941" y="7492"/>
                        <a:pt x="11182" y="10285"/>
                        <a:pt x="11803" y="12014"/>
                      </a:cubicBezTo>
                      <a:cubicBezTo>
                        <a:pt x="12645" y="15117"/>
                        <a:pt x="12468" y="18398"/>
                        <a:pt x="11626" y="2127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14" name="Graphique 2">
                <a:extLst>
                  <a:ext uri="{FF2B5EF4-FFF2-40B4-BE49-F238E27FC236}">
                    <a16:creationId xmlns:a16="http://schemas.microsoft.com/office/drawing/2014/main" id="{887BC7CC-E1D8-4960-A778-4FC9570E478B}"/>
                  </a:ext>
                </a:extLst>
              </p:cNvPr>
              <p:cNvGrpSpPr/>
              <p:nvPr/>
            </p:nvGrpSpPr>
            <p:grpSpPr>
              <a:xfrm>
                <a:off x="6697677" y="1448069"/>
                <a:ext cx="70823" cy="63023"/>
                <a:chOff x="6697677" y="1448069"/>
                <a:chExt cx="70823" cy="63023"/>
              </a:xfrm>
              <a:solidFill>
                <a:schemeClr val="accent1"/>
              </a:solidFill>
            </p:grpSpPr>
            <p:sp>
              <p:nvSpPr>
                <p:cNvPr id="25791" name="Forme libre : forme 25790">
                  <a:extLst>
                    <a:ext uri="{FF2B5EF4-FFF2-40B4-BE49-F238E27FC236}">
                      <a16:creationId xmlns:a16="http://schemas.microsoft.com/office/drawing/2014/main" id="{463BB2CF-0E2A-4DD3-99E7-38284D93DE7E}"/>
                    </a:ext>
                  </a:extLst>
                </p:cNvPr>
                <p:cNvSpPr/>
                <p:nvPr/>
              </p:nvSpPr>
              <p:spPr>
                <a:xfrm>
                  <a:off x="6697721" y="1448069"/>
                  <a:ext cx="70778" cy="62934"/>
                </a:xfrm>
                <a:custGeom>
                  <a:avLst/>
                  <a:gdLst>
                    <a:gd name="connsiteX0" fmla="*/ 35492 w 70778"/>
                    <a:gd name="connsiteY0" fmla="*/ 59404 h 62934"/>
                    <a:gd name="connsiteX1" fmla="*/ 22946 w 70778"/>
                    <a:gd name="connsiteY1" fmla="*/ 51912 h 62934"/>
                    <a:gd name="connsiteX2" fmla="*/ 10933 w 70778"/>
                    <a:gd name="connsiteY2" fmla="*/ 43623 h 62934"/>
                    <a:gd name="connsiteX3" fmla="*/ 559 w 70778"/>
                    <a:gd name="connsiteY3" fmla="*/ 28772 h 62934"/>
                    <a:gd name="connsiteX4" fmla="*/ 3529 w 70778"/>
                    <a:gd name="connsiteY4" fmla="*/ 14940 h 62934"/>
                    <a:gd name="connsiteX5" fmla="*/ 12484 w 70778"/>
                    <a:gd name="connsiteY5" fmla="*/ 5188 h 62934"/>
                    <a:gd name="connsiteX6" fmla="*/ 25207 w 70778"/>
                    <a:gd name="connsiteY6" fmla="*/ 1 h 62934"/>
                    <a:gd name="connsiteX7" fmla="*/ 39393 w 70778"/>
                    <a:gd name="connsiteY7" fmla="*/ 4523 h 62934"/>
                    <a:gd name="connsiteX8" fmla="*/ 48924 w 70778"/>
                    <a:gd name="connsiteY8" fmla="*/ 10906 h 62934"/>
                    <a:gd name="connsiteX9" fmla="*/ 58810 w 70778"/>
                    <a:gd name="connsiteY9" fmla="*/ 16625 h 62934"/>
                    <a:gd name="connsiteX10" fmla="*/ 64883 w 70778"/>
                    <a:gd name="connsiteY10" fmla="*/ 21280 h 62934"/>
                    <a:gd name="connsiteX11" fmla="*/ 68962 w 70778"/>
                    <a:gd name="connsiteY11" fmla="*/ 27309 h 62934"/>
                    <a:gd name="connsiteX12" fmla="*/ 69715 w 70778"/>
                    <a:gd name="connsiteY12" fmla="*/ 41140 h 62934"/>
                    <a:gd name="connsiteX13" fmla="*/ 64750 w 70778"/>
                    <a:gd name="connsiteY13" fmla="*/ 53641 h 62934"/>
                    <a:gd name="connsiteX14" fmla="*/ 53490 w 70778"/>
                    <a:gd name="connsiteY14" fmla="*/ 62463 h 62934"/>
                    <a:gd name="connsiteX15" fmla="*/ 44801 w 70778"/>
                    <a:gd name="connsiteY15" fmla="*/ 62596 h 62934"/>
                    <a:gd name="connsiteX16" fmla="*/ 35492 w 70778"/>
                    <a:gd name="connsiteY16" fmla="*/ 59404 h 6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0778" h="62934">
                      <a:moveTo>
                        <a:pt x="35492" y="59404"/>
                      </a:moveTo>
                      <a:cubicBezTo>
                        <a:pt x="31192" y="57055"/>
                        <a:pt x="27025" y="54572"/>
                        <a:pt x="22946" y="51912"/>
                      </a:cubicBezTo>
                      <a:cubicBezTo>
                        <a:pt x="18868" y="49253"/>
                        <a:pt x="14834" y="46548"/>
                        <a:pt x="10933" y="43623"/>
                      </a:cubicBezTo>
                      <a:cubicBezTo>
                        <a:pt x="5391" y="39588"/>
                        <a:pt x="1845" y="34047"/>
                        <a:pt x="559" y="28772"/>
                      </a:cubicBezTo>
                      <a:cubicBezTo>
                        <a:pt x="-771" y="23541"/>
                        <a:pt x="293" y="18443"/>
                        <a:pt x="3529" y="14940"/>
                      </a:cubicBezTo>
                      <a:lnTo>
                        <a:pt x="12484" y="5188"/>
                      </a:lnTo>
                      <a:cubicBezTo>
                        <a:pt x="15764" y="1641"/>
                        <a:pt x="20331" y="90"/>
                        <a:pt x="25207" y="1"/>
                      </a:cubicBezTo>
                      <a:cubicBezTo>
                        <a:pt x="30039" y="-43"/>
                        <a:pt x="35004" y="1464"/>
                        <a:pt x="39393" y="4523"/>
                      </a:cubicBezTo>
                      <a:cubicBezTo>
                        <a:pt x="42452" y="6784"/>
                        <a:pt x="45688" y="8867"/>
                        <a:pt x="48924" y="10906"/>
                      </a:cubicBezTo>
                      <a:cubicBezTo>
                        <a:pt x="52160" y="12946"/>
                        <a:pt x="55441" y="14852"/>
                        <a:pt x="58810" y="16625"/>
                      </a:cubicBezTo>
                      <a:cubicBezTo>
                        <a:pt x="61160" y="17911"/>
                        <a:pt x="63199" y="19418"/>
                        <a:pt x="64883" y="21280"/>
                      </a:cubicBezTo>
                      <a:cubicBezTo>
                        <a:pt x="66568" y="23142"/>
                        <a:pt x="67986" y="25092"/>
                        <a:pt x="68962" y="27309"/>
                      </a:cubicBezTo>
                      <a:cubicBezTo>
                        <a:pt x="70912" y="31742"/>
                        <a:pt x="71488" y="36574"/>
                        <a:pt x="69715" y="41140"/>
                      </a:cubicBezTo>
                      <a:lnTo>
                        <a:pt x="64750" y="53641"/>
                      </a:lnTo>
                      <a:cubicBezTo>
                        <a:pt x="62977" y="58119"/>
                        <a:pt x="58810" y="61399"/>
                        <a:pt x="53490" y="62463"/>
                      </a:cubicBezTo>
                      <a:cubicBezTo>
                        <a:pt x="50830" y="62995"/>
                        <a:pt x="47816" y="63128"/>
                        <a:pt x="44801" y="62596"/>
                      </a:cubicBezTo>
                      <a:cubicBezTo>
                        <a:pt x="41654" y="62064"/>
                        <a:pt x="38462" y="61089"/>
                        <a:pt x="35492" y="5940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92" name="Forme libre : forme 25791">
                  <a:extLst>
                    <a:ext uri="{FF2B5EF4-FFF2-40B4-BE49-F238E27FC236}">
                      <a16:creationId xmlns:a16="http://schemas.microsoft.com/office/drawing/2014/main" id="{403EB7C7-6BFE-4123-9998-526A060AA45F}"/>
                    </a:ext>
                  </a:extLst>
                </p:cNvPr>
                <p:cNvSpPr/>
                <p:nvPr/>
              </p:nvSpPr>
              <p:spPr>
                <a:xfrm>
                  <a:off x="6697677" y="1458843"/>
                  <a:ext cx="64838" cy="52250"/>
                </a:xfrm>
                <a:custGeom>
                  <a:avLst/>
                  <a:gdLst>
                    <a:gd name="connsiteX0" fmla="*/ 24187 w 64838"/>
                    <a:gd name="connsiteY0" fmla="*/ 22831 h 52250"/>
                    <a:gd name="connsiteX1" fmla="*/ 11864 w 64838"/>
                    <a:gd name="connsiteY1" fmla="*/ 13078 h 52250"/>
                    <a:gd name="connsiteX2" fmla="*/ 7386 w 64838"/>
                    <a:gd name="connsiteY2" fmla="*/ 0 h 52250"/>
                    <a:gd name="connsiteX3" fmla="*/ 3529 w 64838"/>
                    <a:gd name="connsiteY3" fmla="*/ 4211 h 52250"/>
                    <a:gd name="connsiteX4" fmla="*/ 559 w 64838"/>
                    <a:gd name="connsiteY4" fmla="*/ 18043 h 52250"/>
                    <a:gd name="connsiteX5" fmla="*/ 10933 w 64838"/>
                    <a:gd name="connsiteY5" fmla="*/ 32894 h 52250"/>
                    <a:gd name="connsiteX6" fmla="*/ 22946 w 64838"/>
                    <a:gd name="connsiteY6" fmla="*/ 41184 h 52250"/>
                    <a:gd name="connsiteX7" fmla="*/ 35492 w 64838"/>
                    <a:gd name="connsiteY7" fmla="*/ 48675 h 52250"/>
                    <a:gd name="connsiteX8" fmla="*/ 44713 w 64838"/>
                    <a:gd name="connsiteY8" fmla="*/ 51912 h 52250"/>
                    <a:gd name="connsiteX9" fmla="*/ 53402 w 64838"/>
                    <a:gd name="connsiteY9" fmla="*/ 51779 h 52250"/>
                    <a:gd name="connsiteX10" fmla="*/ 64662 w 64838"/>
                    <a:gd name="connsiteY10" fmla="*/ 42957 h 52250"/>
                    <a:gd name="connsiteX11" fmla="*/ 64839 w 64838"/>
                    <a:gd name="connsiteY11" fmla="*/ 42558 h 52250"/>
                    <a:gd name="connsiteX12" fmla="*/ 44269 w 64838"/>
                    <a:gd name="connsiteY12" fmla="*/ 33115 h 52250"/>
                    <a:gd name="connsiteX13" fmla="*/ 24187 w 64838"/>
                    <a:gd name="connsiteY13" fmla="*/ 22831 h 5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4838" h="52250">
                      <a:moveTo>
                        <a:pt x="24187" y="22831"/>
                      </a:moveTo>
                      <a:cubicBezTo>
                        <a:pt x="19178" y="20614"/>
                        <a:pt x="14834" y="17112"/>
                        <a:pt x="11864" y="13078"/>
                      </a:cubicBezTo>
                      <a:cubicBezTo>
                        <a:pt x="8893" y="8999"/>
                        <a:pt x="7253" y="4433"/>
                        <a:pt x="7386" y="0"/>
                      </a:cubicBezTo>
                      <a:lnTo>
                        <a:pt x="3529" y="4211"/>
                      </a:lnTo>
                      <a:cubicBezTo>
                        <a:pt x="293" y="7714"/>
                        <a:pt x="-771" y="12812"/>
                        <a:pt x="559" y="18043"/>
                      </a:cubicBezTo>
                      <a:cubicBezTo>
                        <a:pt x="1845" y="23318"/>
                        <a:pt x="5391" y="28860"/>
                        <a:pt x="10933" y="32894"/>
                      </a:cubicBezTo>
                      <a:cubicBezTo>
                        <a:pt x="14834" y="35819"/>
                        <a:pt x="18868" y="38524"/>
                        <a:pt x="22946" y="41184"/>
                      </a:cubicBezTo>
                      <a:cubicBezTo>
                        <a:pt x="27025" y="43799"/>
                        <a:pt x="31236" y="46326"/>
                        <a:pt x="35492" y="48675"/>
                      </a:cubicBezTo>
                      <a:cubicBezTo>
                        <a:pt x="38462" y="50360"/>
                        <a:pt x="41654" y="51335"/>
                        <a:pt x="44713" y="51912"/>
                      </a:cubicBezTo>
                      <a:cubicBezTo>
                        <a:pt x="47772" y="52444"/>
                        <a:pt x="50786" y="52311"/>
                        <a:pt x="53402" y="51779"/>
                      </a:cubicBezTo>
                      <a:cubicBezTo>
                        <a:pt x="58721" y="50715"/>
                        <a:pt x="62888" y="47434"/>
                        <a:pt x="64662" y="42957"/>
                      </a:cubicBezTo>
                      <a:lnTo>
                        <a:pt x="64839" y="42558"/>
                      </a:lnTo>
                      <a:cubicBezTo>
                        <a:pt x="57480" y="40208"/>
                        <a:pt x="50830" y="36662"/>
                        <a:pt x="44269" y="33115"/>
                      </a:cubicBezTo>
                      <a:cubicBezTo>
                        <a:pt x="37708" y="29524"/>
                        <a:pt x="31325" y="25889"/>
                        <a:pt x="24187" y="2283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93" name="Forme libre : forme 25792">
                  <a:extLst>
                    <a:ext uri="{FF2B5EF4-FFF2-40B4-BE49-F238E27FC236}">
                      <a16:creationId xmlns:a16="http://schemas.microsoft.com/office/drawing/2014/main" id="{2A0C5BBD-C451-4E5B-8590-E4CB543740FA}"/>
                    </a:ext>
                  </a:extLst>
                </p:cNvPr>
                <p:cNvSpPr/>
                <p:nvPr/>
              </p:nvSpPr>
              <p:spPr>
                <a:xfrm>
                  <a:off x="6722509" y="1471320"/>
                  <a:ext cx="29210" cy="22956"/>
                </a:xfrm>
                <a:custGeom>
                  <a:avLst/>
                  <a:gdLst>
                    <a:gd name="connsiteX0" fmla="*/ 28613 w 29210"/>
                    <a:gd name="connsiteY0" fmla="*/ 19308 h 22956"/>
                    <a:gd name="connsiteX1" fmla="*/ 21387 w 29210"/>
                    <a:gd name="connsiteY1" fmla="*/ 22943 h 22956"/>
                    <a:gd name="connsiteX2" fmla="*/ 15802 w 29210"/>
                    <a:gd name="connsiteY2" fmla="*/ 22101 h 22956"/>
                    <a:gd name="connsiteX3" fmla="*/ 9773 w 29210"/>
                    <a:gd name="connsiteY3" fmla="*/ 19441 h 22956"/>
                    <a:gd name="connsiteX4" fmla="*/ 1261 w 29210"/>
                    <a:gd name="connsiteY4" fmla="*/ 10752 h 22956"/>
                    <a:gd name="connsiteX5" fmla="*/ 1039 w 29210"/>
                    <a:gd name="connsiteY5" fmla="*/ 2684 h 22956"/>
                    <a:gd name="connsiteX6" fmla="*/ 8531 w 29210"/>
                    <a:gd name="connsiteY6" fmla="*/ 24 h 22956"/>
                    <a:gd name="connsiteX7" fmla="*/ 19215 w 29210"/>
                    <a:gd name="connsiteY7" fmla="*/ 3659 h 22956"/>
                    <a:gd name="connsiteX8" fmla="*/ 24047 w 29210"/>
                    <a:gd name="connsiteY8" fmla="*/ 7250 h 22956"/>
                    <a:gd name="connsiteX9" fmla="*/ 27416 w 29210"/>
                    <a:gd name="connsiteY9" fmla="*/ 11328 h 22956"/>
                    <a:gd name="connsiteX10" fmla="*/ 28613 w 29210"/>
                    <a:gd name="connsiteY10" fmla="*/ 19308 h 22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210" h="22956">
                      <a:moveTo>
                        <a:pt x="28613" y="19308"/>
                      </a:moveTo>
                      <a:cubicBezTo>
                        <a:pt x="27505" y="21613"/>
                        <a:pt x="24845" y="22854"/>
                        <a:pt x="21387" y="22943"/>
                      </a:cubicBezTo>
                      <a:cubicBezTo>
                        <a:pt x="19658" y="23032"/>
                        <a:pt x="17752" y="22677"/>
                        <a:pt x="15802" y="22101"/>
                      </a:cubicBezTo>
                      <a:cubicBezTo>
                        <a:pt x="13851" y="21480"/>
                        <a:pt x="11723" y="20682"/>
                        <a:pt x="9773" y="19441"/>
                      </a:cubicBezTo>
                      <a:cubicBezTo>
                        <a:pt x="5783" y="17047"/>
                        <a:pt x="2813" y="13855"/>
                        <a:pt x="1261" y="10752"/>
                      </a:cubicBezTo>
                      <a:cubicBezTo>
                        <a:pt x="-335" y="7738"/>
                        <a:pt x="-424" y="4767"/>
                        <a:pt x="1039" y="2684"/>
                      </a:cubicBezTo>
                      <a:cubicBezTo>
                        <a:pt x="2502" y="645"/>
                        <a:pt x="5251" y="-153"/>
                        <a:pt x="8531" y="24"/>
                      </a:cubicBezTo>
                      <a:cubicBezTo>
                        <a:pt x="11767" y="246"/>
                        <a:pt x="15580" y="1487"/>
                        <a:pt x="19215" y="3659"/>
                      </a:cubicBezTo>
                      <a:cubicBezTo>
                        <a:pt x="20988" y="4812"/>
                        <a:pt x="22673" y="5920"/>
                        <a:pt x="24047" y="7250"/>
                      </a:cubicBezTo>
                      <a:cubicBezTo>
                        <a:pt x="25421" y="8536"/>
                        <a:pt x="26530" y="9998"/>
                        <a:pt x="27416" y="11328"/>
                      </a:cubicBezTo>
                      <a:cubicBezTo>
                        <a:pt x="29189" y="14166"/>
                        <a:pt x="29766" y="17003"/>
                        <a:pt x="28613" y="1930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94" name="Forme libre : forme 25793">
                  <a:extLst>
                    <a:ext uri="{FF2B5EF4-FFF2-40B4-BE49-F238E27FC236}">
                      <a16:creationId xmlns:a16="http://schemas.microsoft.com/office/drawing/2014/main" id="{980EF955-D19B-4C60-88A6-F359681C3C0F}"/>
                    </a:ext>
                  </a:extLst>
                </p:cNvPr>
                <p:cNvSpPr/>
                <p:nvPr/>
              </p:nvSpPr>
              <p:spPr>
                <a:xfrm>
                  <a:off x="6722554" y="1471370"/>
                  <a:ext cx="16821" cy="22361"/>
                </a:xfrm>
                <a:custGeom>
                  <a:avLst/>
                  <a:gdLst>
                    <a:gd name="connsiteX0" fmla="*/ 11058 w 16821"/>
                    <a:gd name="connsiteY0" fmla="*/ 373 h 22361"/>
                    <a:gd name="connsiteX1" fmla="*/ 1039 w 16821"/>
                    <a:gd name="connsiteY1" fmla="*/ 2678 h 22361"/>
                    <a:gd name="connsiteX2" fmla="*/ 1261 w 16821"/>
                    <a:gd name="connsiteY2" fmla="*/ 10746 h 22361"/>
                    <a:gd name="connsiteX3" fmla="*/ 9772 w 16821"/>
                    <a:gd name="connsiteY3" fmla="*/ 19435 h 22361"/>
                    <a:gd name="connsiteX4" fmla="*/ 16821 w 16821"/>
                    <a:gd name="connsiteY4" fmla="*/ 22361 h 22361"/>
                    <a:gd name="connsiteX5" fmla="*/ 13541 w 16821"/>
                    <a:gd name="connsiteY5" fmla="*/ 19746 h 22361"/>
                    <a:gd name="connsiteX6" fmla="*/ 8974 w 16821"/>
                    <a:gd name="connsiteY6" fmla="*/ 9550 h 22361"/>
                    <a:gd name="connsiteX7" fmla="*/ 11058 w 16821"/>
                    <a:gd name="connsiteY7" fmla="*/ 373 h 22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21" h="22361">
                      <a:moveTo>
                        <a:pt x="11058" y="373"/>
                      </a:moveTo>
                      <a:cubicBezTo>
                        <a:pt x="6713" y="-514"/>
                        <a:pt x="2857" y="151"/>
                        <a:pt x="1039" y="2678"/>
                      </a:cubicBezTo>
                      <a:cubicBezTo>
                        <a:pt x="-424" y="4717"/>
                        <a:pt x="-335" y="7688"/>
                        <a:pt x="1261" y="10746"/>
                      </a:cubicBezTo>
                      <a:cubicBezTo>
                        <a:pt x="2768" y="13850"/>
                        <a:pt x="5783" y="16997"/>
                        <a:pt x="9772" y="19435"/>
                      </a:cubicBezTo>
                      <a:cubicBezTo>
                        <a:pt x="12078" y="20898"/>
                        <a:pt x="14560" y="21785"/>
                        <a:pt x="16821" y="22361"/>
                      </a:cubicBezTo>
                      <a:cubicBezTo>
                        <a:pt x="15624" y="21608"/>
                        <a:pt x="14516" y="20765"/>
                        <a:pt x="13541" y="19746"/>
                      </a:cubicBezTo>
                      <a:cubicBezTo>
                        <a:pt x="11058" y="16687"/>
                        <a:pt x="9462" y="12963"/>
                        <a:pt x="8974" y="9550"/>
                      </a:cubicBezTo>
                      <a:cubicBezTo>
                        <a:pt x="8442" y="6092"/>
                        <a:pt x="9107" y="2811"/>
                        <a:pt x="11058" y="373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95" name="Forme libre : forme 25794">
                  <a:extLst>
                    <a:ext uri="{FF2B5EF4-FFF2-40B4-BE49-F238E27FC236}">
                      <a16:creationId xmlns:a16="http://schemas.microsoft.com/office/drawing/2014/main" id="{98904FAA-2823-4FA9-99B8-9061DE8191FD}"/>
                    </a:ext>
                  </a:extLst>
                </p:cNvPr>
                <p:cNvSpPr/>
                <p:nvPr/>
              </p:nvSpPr>
              <p:spPr>
                <a:xfrm>
                  <a:off x="6722702" y="1473926"/>
                  <a:ext cx="29548" cy="22924"/>
                </a:xfrm>
                <a:custGeom>
                  <a:avLst/>
                  <a:gdLst>
                    <a:gd name="connsiteX0" fmla="*/ 28997 w 29548"/>
                    <a:gd name="connsiteY0" fmla="*/ 19273 h 22924"/>
                    <a:gd name="connsiteX1" fmla="*/ 21771 w 29548"/>
                    <a:gd name="connsiteY1" fmla="*/ 22908 h 22924"/>
                    <a:gd name="connsiteX2" fmla="*/ 9979 w 29548"/>
                    <a:gd name="connsiteY2" fmla="*/ 19495 h 22924"/>
                    <a:gd name="connsiteX3" fmla="*/ 1334 w 29548"/>
                    <a:gd name="connsiteY3" fmla="*/ 10806 h 22924"/>
                    <a:gd name="connsiteX4" fmla="*/ 980 w 29548"/>
                    <a:gd name="connsiteY4" fmla="*/ 2737 h 22924"/>
                    <a:gd name="connsiteX5" fmla="*/ 8516 w 29548"/>
                    <a:gd name="connsiteY5" fmla="*/ 33 h 22924"/>
                    <a:gd name="connsiteX6" fmla="*/ 19288 w 29548"/>
                    <a:gd name="connsiteY6" fmla="*/ 3668 h 22924"/>
                    <a:gd name="connsiteX7" fmla="*/ 27667 w 29548"/>
                    <a:gd name="connsiteY7" fmla="*/ 11338 h 22924"/>
                    <a:gd name="connsiteX8" fmla="*/ 28997 w 29548"/>
                    <a:gd name="connsiteY8" fmla="*/ 19273 h 22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548" h="22924">
                      <a:moveTo>
                        <a:pt x="28997" y="19273"/>
                      </a:moveTo>
                      <a:cubicBezTo>
                        <a:pt x="27889" y="21578"/>
                        <a:pt x="25229" y="22819"/>
                        <a:pt x="21771" y="22908"/>
                      </a:cubicBezTo>
                      <a:cubicBezTo>
                        <a:pt x="18269" y="23085"/>
                        <a:pt x="14102" y="21800"/>
                        <a:pt x="9979" y="19495"/>
                      </a:cubicBezTo>
                      <a:cubicBezTo>
                        <a:pt x="5989" y="17012"/>
                        <a:pt x="2886" y="13953"/>
                        <a:pt x="1334" y="10806"/>
                      </a:cubicBezTo>
                      <a:cubicBezTo>
                        <a:pt x="-261" y="7702"/>
                        <a:pt x="-483" y="4821"/>
                        <a:pt x="980" y="2737"/>
                      </a:cubicBezTo>
                      <a:cubicBezTo>
                        <a:pt x="2443" y="698"/>
                        <a:pt x="5236" y="-188"/>
                        <a:pt x="8516" y="33"/>
                      </a:cubicBezTo>
                      <a:cubicBezTo>
                        <a:pt x="11797" y="299"/>
                        <a:pt x="15654" y="1407"/>
                        <a:pt x="19288" y="3668"/>
                      </a:cubicBezTo>
                      <a:cubicBezTo>
                        <a:pt x="23012" y="5752"/>
                        <a:pt x="25850" y="8589"/>
                        <a:pt x="27667" y="11338"/>
                      </a:cubicBezTo>
                      <a:cubicBezTo>
                        <a:pt x="29485" y="14086"/>
                        <a:pt x="30105" y="16968"/>
                        <a:pt x="28997" y="1927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96" name="Forme libre : forme 25795">
                  <a:extLst>
                    <a:ext uri="{FF2B5EF4-FFF2-40B4-BE49-F238E27FC236}">
                      <a16:creationId xmlns:a16="http://schemas.microsoft.com/office/drawing/2014/main" id="{1EA50295-9327-4DAA-A94C-561211EC9566}"/>
                    </a:ext>
                  </a:extLst>
                </p:cNvPr>
                <p:cNvSpPr/>
                <p:nvPr/>
              </p:nvSpPr>
              <p:spPr>
                <a:xfrm>
                  <a:off x="6707248" y="1457010"/>
                  <a:ext cx="33811" cy="43719"/>
                </a:xfrm>
                <a:custGeom>
                  <a:avLst/>
                  <a:gdLst>
                    <a:gd name="connsiteX0" fmla="*/ 4686 w 33811"/>
                    <a:gd name="connsiteY0" fmla="*/ 9680 h 43719"/>
                    <a:gd name="connsiteX1" fmla="*/ 208 w 33811"/>
                    <a:gd name="connsiteY1" fmla="*/ 16950 h 43719"/>
                    <a:gd name="connsiteX2" fmla="*/ 8587 w 33811"/>
                    <a:gd name="connsiteY2" fmla="*/ 34682 h 43719"/>
                    <a:gd name="connsiteX3" fmla="*/ 24767 w 33811"/>
                    <a:gd name="connsiteY3" fmla="*/ 43548 h 43719"/>
                    <a:gd name="connsiteX4" fmla="*/ 33811 w 33811"/>
                    <a:gd name="connsiteY4" fmla="*/ 39160 h 43719"/>
                    <a:gd name="connsiteX5" fmla="*/ 30797 w 33811"/>
                    <a:gd name="connsiteY5" fmla="*/ 32510 h 43719"/>
                    <a:gd name="connsiteX6" fmla="*/ 24413 w 33811"/>
                    <a:gd name="connsiteY6" fmla="*/ 16684 h 43719"/>
                    <a:gd name="connsiteX7" fmla="*/ 17409 w 33811"/>
                    <a:gd name="connsiteY7" fmla="*/ 282 h 43719"/>
                    <a:gd name="connsiteX8" fmla="*/ 4686 w 33811"/>
                    <a:gd name="connsiteY8" fmla="*/ 9680 h 43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811" h="43719">
                      <a:moveTo>
                        <a:pt x="4686" y="9680"/>
                      </a:moveTo>
                      <a:cubicBezTo>
                        <a:pt x="2824" y="11807"/>
                        <a:pt x="829" y="14024"/>
                        <a:pt x="208" y="16950"/>
                      </a:cubicBezTo>
                      <a:cubicBezTo>
                        <a:pt x="-989" y="22491"/>
                        <a:pt x="3134" y="29540"/>
                        <a:pt x="8587" y="34682"/>
                      </a:cubicBezTo>
                      <a:cubicBezTo>
                        <a:pt x="13109" y="38982"/>
                        <a:pt x="18872" y="42662"/>
                        <a:pt x="24767" y="43548"/>
                      </a:cubicBezTo>
                      <a:cubicBezTo>
                        <a:pt x="29156" y="44258"/>
                        <a:pt x="33811" y="42751"/>
                        <a:pt x="33811" y="39160"/>
                      </a:cubicBezTo>
                      <a:cubicBezTo>
                        <a:pt x="33855" y="36943"/>
                        <a:pt x="32215" y="34638"/>
                        <a:pt x="30797" y="32510"/>
                      </a:cubicBezTo>
                      <a:cubicBezTo>
                        <a:pt x="27516" y="27412"/>
                        <a:pt x="25344" y="22048"/>
                        <a:pt x="24413" y="16684"/>
                      </a:cubicBezTo>
                      <a:cubicBezTo>
                        <a:pt x="23482" y="12074"/>
                        <a:pt x="23615" y="2365"/>
                        <a:pt x="17409" y="282"/>
                      </a:cubicBezTo>
                      <a:cubicBezTo>
                        <a:pt x="11823" y="-1625"/>
                        <a:pt x="7301" y="6665"/>
                        <a:pt x="4686" y="968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97" name="Forme libre : forme 25796">
                  <a:extLst>
                    <a:ext uri="{FF2B5EF4-FFF2-40B4-BE49-F238E27FC236}">
                      <a16:creationId xmlns:a16="http://schemas.microsoft.com/office/drawing/2014/main" id="{C33F465D-E054-435E-8072-2B0F5EACE114}"/>
                    </a:ext>
                  </a:extLst>
                </p:cNvPr>
                <p:cNvSpPr/>
                <p:nvPr/>
              </p:nvSpPr>
              <p:spPr>
                <a:xfrm>
                  <a:off x="6721897" y="1462515"/>
                  <a:ext cx="13998" cy="7003"/>
                </a:xfrm>
                <a:custGeom>
                  <a:avLst/>
                  <a:gdLst>
                    <a:gd name="connsiteX0" fmla="*/ 2139 w 13998"/>
                    <a:gd name="connsiteY0" fmla="*/ 672 h 7003"/>
                    <a:gd name="connsiteX1" fmla="*/ 366 w 13998"/>
                    <a:gd name="connsiteY1" fmla="*/ 1736 h 7003"/>
                    <a:gd name="connsiteX2" fmla="*/ 277 w 13998"/>
                    <a:gd name="connsiteY2" fmla="*/ 3820 h 7003"/>
                    <a:gd name="connsiteX3" fmla="*/ 2183 w 13998"/>
                    <a:gd name="connsiteY3" fmla="*/ 5106 h 7003"/>
                    <a:gd name="connsiteX4" fmla="*/ 7769 w 13998"/>
                    <a:gd name="connsiteY4" fmla="*/ 6835 h 7003"/>
                    <a:gd name="connsiteX5" fmla="*/ 10074 w 13998"/>
                    <a:gd name="connsiteY5" fmla="*/ 6968 h 7003"/>
                    <a:gd name="connsiteX6" fmla="*/ 12069 w 13998"/>
                    <a:gd name="connsiteY6" fmla="*/ 1204 h 7003"/>
                    <a:gd name="connsiteX7" fmla="*/ 2139 w 13998"/>
                    <a:gd name="connsiteY7" fmla="*/ 672 h 7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998" h="7003">
                      <a:moveTo>
                        <a:pt x="2139" y="672"/>
                      </a:moveTo>
                      <a:cubicBezTo>
                        <a:pt x="1474" y="894"/>
                        <a:pt x="764" y="1204"/>
                        <a:pt x="366" y="1736"/>
                      </a:cubicBezTo>
                      <a:cubicBezTo>
                        <a:pt x="-33" y="2268"/>
                        <a:pt x="-166" y="3111"/>
                        <a:pt x="277" y="3820"/>
                      </a:cubicBezTo>
                      <a:cubicBezTo>
                        <a:pt x="676" y="4441"/>
                        <a:pt x="1474" y="4795"/>
                        <a:pt x="2183" y="5106"/>
                      </a:cubicBezTo>
                      <a:cubicBezTo>
                        <a:pt x="4001" y="5859"/>
                        <a:pt x="5863" y="6435"/>
                        <a:pt x="7769" y="6835"/>
                      </a:cubicBezTo>
                      <a:cubicBezTo>
                        <a:pt x="8567" y="6968"/>
                        <a:pt x="9365" y="7056"/>
                        <a:pt x="10074" y="6968"/>
                      </a:cubicBezTo>
                      <a:cubicBezTo>
                        <a:pt x="13177" y="6569"/>
                        <a:pt x="16014" y="3155"/>
                        <a:pt x="12069" y="1204"/>
                      </a:cubicBezTo>
                      <a:cubicBezTo>
                        <a:pt x="9054" y="-347"/>
                        <a:pt x="4932" y="-258"/>
                        <a:pt x="2139" y="67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98" name="Forme libre : forme 25797">
                  <a:extLst>
                    <a:ext uri="{FF2B5EF4-FFF2-40B4-BE49-F238E27FC236}">
                      <a16:creationId xmlns:a16="http://schemas.microsoft.com/office/drawing/2014/main" id="{DCC75A30-26E5-4EA2-8714-C919A9C4F74D}"/>
                    </a:ext>
                  </a:extLst>
                </p:cNvPr>
                <p:cNvSpPr/>
                <p:nvPr/>
              </p:nvSpPr>
              <p:spPr>
                <a:xfrm>
                  <a:off x="6734144" y="1499095"/>
                  <a:ext cx="26908" cy="9485"/>
                </a:xfrm>
                <a:custGeom>
                  <a:avLst/>
                  <a:gdLst>
                    <a:gd name="connsiteX0" fmla="*/ 26909 w 26908"/>
                    <a:gd name="connsiteY0" fmla="*/ 0 h 9485"/>
                    <a:gd name="connsiteX1" fmla="*/ 21900 w 26908"/>
                    <a:gd name="connsiteY1" fmla="*/ 6206 h 9485"/>
                    <a:gd name="connsiteX2" fmla="*/ 13698 w 26908"/>
                    <a:gd name="connsiteY2" fmla="*/ 9265 h 9485"/>
                    <a:gd name="connsiteX3" fmla="*/ 0 w 26908"/>
                    <a:gd name="connsiteY3" fmla="*/ 7714 h 9485"/>
                    <a:gd name="connsiteX4" fmla="*/ 2881 w 26908"/>
                    <a:gd name="connsiteY4" fmla="*/ 8245 h 9485"/>
                    <a:gd name="connsiteX5" fmla="*/ 10019 w 26908"/>
                    <a:gd name="connsiteY5" fmla="*/ 8467 h 9485"/>
                    <a:gd name="connsiteX6" fmla="*/ 18885 w 26908"/>
                    <a:gd name="connsiteY6" fmla="*/ 6295 h 9485"/>
                    <a:gd name="connsiteX7" fmla="*/ 26909 w 26908"/>
                    <a:gd name="connsiteY7" fmla="*/ 0 h 9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908" h="9485">
                      <a:moveTo>
                        <a:pt x="26909" y="0"/>
                      </a:moveTo>
                      <a:cubicBezTo>
                        <a:pt x="26909" y="0"/>
                        <a:pt x="25801" y="3369"/>
                        <a:pt x="21900" y="6206"/>
                      </a:cubicBezTo>
                      <a:cubicBezTo>
                        <a:pt x="19949" y="7581"/>
                        <a:pt x="17333" y="8778"/>
                        <a:pt x="13698" y="9265"/>
                      </a:cubicBezTo>
                      <a:cubicBezTo>
                        <a:pt x="10063" y="9797"/>
                        <a:pt x="5586" y="9398"/>
                        <a:pt x="0" y="7714"/>
                      </a:cubicBezTo>
                      <a:cubicBezTo>
                        <a:pt x="0" y="7714"/>
                        <a:pt x="1064" y="8024"/>
                        <a:pt x="2881" y="8245"/>
                      </a:cubicBezTo>
                      <a:cubicBezTo>
                        <a:pt x="4699" y="8467"/>
                        <a:pt x="7226" y="8644"/>
                        <a:pt x="10019" y="8467"/>
                      </a:cubicBezTo>
                      <a:cubicBezTo>
                        <a:pt x="12812" y="8290"/>
                        <a:pt x="15959" y="7581"/>
                        <a:pt x="18885" y="6295"/>
                      </a:cubicBezTo>
                      <a:cubicBezTo>
                        <a:pt x="21811" y="5009"/>
                        <a:pt x="24648" y="3014"/>
                        <a:pt x="269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99" name="Forme libre : forme 25798">
                  <a:extLst>
                    <a:ext uri="{FF2B5EF4-FFF2-40B4-BE49-F238E27FC236}">
                      <a16:creationId xmlns:a16="http://schemas.microsoft.com/office/drawing/2014/main" id="{1C79BF05-7CE7-4B44-A76C-E3322B7523BB}"/>
                    </a:ext>
                  </a:extLst>
                </p:cNvPr>
                <p:cNvSpPr/>
                <p:nvPr/>
              </p:nvSpPr>
              <p:spPr>
                <a:xfrm>
                  <a:off x="6710072" y="1450346"/>
                  <a:ext cx="27130" cy="4905"/>
                </a:xfrm>
                <a:custGeom>
                  <a:avLst/>
                  <a:gdLst>
                    <a:gd name="connsiteX0" fmla="*/ 27131 w 27130"/>
                    <a:gd name="connsiteY0" fmla="*/ 4152 h 4905"/>
                    <a:gd name="connsiteX1" fmla="*/ 18309 w 27130"/>
                    <a:gd name="connsiteY1" fmla="*/ 606 h 4905"/>
                    <a:gd name="connsiteX2" fmla="*/ 9664 w 27130"/>
                    <a:gd name="connsiteY2" fmla="*/ 296 h 4905"/>
                    <a:gd name="connsiteX3" fmla="*/ 0 w 27130"/>
                    <a:gd name="connsiteY3" fmla="*/ 4906 h 4905"/>
                    <a:gd name="connsiteX4" fmla="*/ 8201 w 27130"/>
                    <a:gd name="connsiteY4" fmla="*/ 1847 h 4905"/>
                    <a:gd name="connsiteX5" fmla="*/ 27131 w 27130"/>
                    <a:gd name="connsiteY5" fmla="*/ 4152 h 4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130" h="4905">
                      <a:moveTo>
                        <a:pt x="27131" y="4152"/>
                      </a:moveTo>
                      <a:cubicBezTo>
                        <a:pt x="27131" y="4152"/>
                        <a:pt x="23407" y="1759"/>
                        <a:pt x="18309" y="606"/>
                      </a:cubicBezTo>
                      <a:cubicBezTo>
                        <a:pt x="15693" y="74"/>
                        <a:pt x="12811" y="-281"/>
                        <a:pt x="9664" y="296"/>
                      </a:cubicBezTo>
                      <a:cubicBezTo>
                        <a:pt x="6517" y="872"/>
                        <a:pt x="3236" y="2157"/>
                        <a:pt x="0" y="4906"/>
                      </a:cubicBezTo>
                      <a:cubicBezTo>
                        <a:pt x="0" y="4906"/>
                        <a:pt x="3192" y="2911"/>
                        <a:pt x="8201" y="1847"/>
                      </a:cubicBezTo>
                      <a:cubicBezTo>
                        <a:pt x="13211" y="739"/>
                        <a:pt x="19771" y="606"/>
                        <a:pt x="27131" y="41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00" name="Forme libre : forme 25799">
                  <a:extLst>
                    <a:ext uri="{FF2B5EF4-FFF2-40B4-BE49-F238E27FC236}">
                      <a16:creationId xmlns:a16="http://schemas.microsoft.com/office/drawing/2014/main" id="{7A238035-6360-43D5-B429-D65D820EBC98}"/>
                    </a:ext>
                  </a:extLst>
                </p:cNvPr>
                <p:cNvSpPr/>
                <p:nvPr/>
              </p:nvSpPr>
              <p:spPr>
                <a:xfrm>
                  <a:off x="6737036" y="1476372"/>
                  <a:ext cx="9700" cy="9322"/>
                </a:xfrm>
                <a:custGeom>
                  <a:avLst/>
                  <a:gdLst>
                    <a:gd name="connsiteX0" fmla="*/ 9077 w 9700"/>
                    <a:gd name="connsiteY0" fmla="*/ 8937 h 9322"/>
                    <a:gd name="connsiteX1" fmla="*/ 2339 w 9700"/>
                    <a:gd name="connsiteY1" fmla="*/ 6498 h 9322"/>
                    <a:gd name="connsiteX2" fmla="*/ 698 w 9700"/>
                    <a:gd name="connsiteY2" fmla="*/ 336 h 9322"/>
                    <a:gd name="connsiteX3" fmla="*/ 7259 w 9700"/>
                    <a:gd name="connsiteY3" fmla="*/ 2819 h 9322"/>
                    <a:gd name="connsiteX4" fmla="*/ 9077 w 9700"/>
                    <a:gd name="connsiteY4" fmla="*/ 8937 h 9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0" h="9322">
                      <a:moveTo>
                        <a:pt x="9077" y="8937"/>
                      </a:moveTo>
                      <a:cubicBezTo>
                        <a:pt x="7747" y="9956"/>
                        <a:pt x="4732" y="8892"/>
                        <a:pt x="2339" y="6498"/>
                      </a:cubicBezTo>
                      <a:cubicBezTo>
                        <a:pt x="33" y="4060"/>
                        <a:pt x="-676" y="1267"/>
                        <a:pt x="698" y="336"/>
                      </a:cubicBezTo>
                      <a:cubicBezTo>
                        <a:pt x="2117" y="-639"/>
                        <a:pt x="4910" y="602"/>
                        <a:pt x="7259" y="2819"/>
                      </a:cubicBezTo>
                      <a:cubicBezTo>
                        <a:pt x="9520" y="5124"/>
                        <a:pt x="10407" y="7873"/>
                        <a:pt x="9077" y="893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01" name="Forme libre : forme 25800">
                  <a:extLst>
                    <a:ext uri="{FF2B5EF4-FFF2-40B4-BE49-F238E27FC236}">
                      <a16:creationId xmlns:a16="http://schemas.microsoft.com/office/drawing/2014/main" id="{FA729012-99A2-49ED-823F-B1B6DFB87FE8}"/>
                    </a:ext>
                  </a:extLst>
                </p:cNvPr>
                <p:cNvSpPr/>
                <p:nvPr/>
              </p:nvSpPr>
              <p:spPr>
                <a:xfrm>
                  <a:off x="6744956" y="1483289"/>
                  <a:ext cx="3149" cy="2784"/>
                </a:xfrm>
                <a:custGeom>
                  <a:avLst/>
                  <a:gdLst>
                    <a:gd name="connsiteX0" fmla="*/ 3019 w 3149"/>
                    <a:gd name="connsiteY0" fmla="*/ 2152 h 2784"/>
                    <a:gd name="connsiteX1" fmla="*/ 935 w 3149"/>
                    <a:gd name="connsiteY1" fmla="*/ 2552 h 2784"/>
                    <a:gd name="connsiteX2" fmla="*/ 137 w 3149"/>
                    <a:gd name="connsiteY2" fmla="*/ 601 h 2784"/>
                    <a:gd name="connsiteX3" fmla="*/ 2177 w 3149"/>
                    <a:gd name="connsiteY3" fmla="*/ 246 h 2784"/>
                    <a:gd name="connsiteX4" fmla="*/ 3019 w 3149"/>
                    <a:gd name="connsiteY4" fmla="*/ 2152 h 2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9" h="2784">
                      <a:moveTo>
                        <a:pt x="3019" y="2152"/>
                      </a:moveTo>
                      <a:cubicBezTo>
                        <a:pt x="2664" y="2773"/>
                        <a:pt x="1734" y="2995"/>
                        <a:pt x="935" y="2552"/>
                      </a:cubicBezTo>
                      <a:cubicBezTo>
                        <a:pt x="137" y="2108"/>
                        <a:pt x="-217" y="1222"/>
                        <a:pt x="137" y="601"/>
                      </a:cubicBezTo>
                      <a:cubicBezTo>
                        <a:pt x="492" y="-20"/>
                        <a:pt x="1423" y="-197"/>
                        <a:pt x="2177" y="246"/>
                      </a:cubicBezTo>
                      <a:cubicBezTo>
                        <a:pt x="2975" y="645"/>
                        <a:pt x="3374" y="1488"/>
                        <a:pt x="3019" y="21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02" name="Forme libre : forme 25801">
                  <a:extLst>
                    <a:ext uri="{FF2B5EF4-FFF2-40B4-BE49-F238E27FC236}">
                      <a16:creationId xmlns:a16="http://schemas.microsoft.com/office/drawing/2014/main" id="{8D0502FD-46C3-4053-9494-EADD0B9D8D35}"/>
                    </a:ext>
                  </a:extLst>
                </p:cNvPr>
                <p:cNvSpPr/>
                <p:nvPr/>
              </p:nvSpPr>
              <p:spPr>
                <a:xfrm>
                  <a:off x="6744135" y="1464501"/>
                  <a:ext cx="18772" cy="30761"/>
                </a:xfrm>
                <a:custGeom>
                  <a:avLst/>
                  <a:gdLst>
                    <a:gd name="connsiteX0" fmla="*/ 18735 w 18772"/>
                    <a:gd name="connsiteY0" fmla="*/ 16862 h 30761"/>
                    <a:gd name="connsiteX1" fmla="*/ 16164 w 18772"/>
                    <a:gd name="connsiteY1" fmla="*/ 28389 h 30761"/>
                    <a:gd name="connsiteX2" fmla="*/ 12573 w 18772"/>
                    <a:gd name="connsiteY2" fmla="*/ 30649 h 30761"/>
                    <a:gd name="connsiteX3" fmla="*/ 10224 w 18772"/>
                    <a:gd name="connsiteY3" fmla="*/ 27059 h 30761"/>
                    <a:gd name="connsiteX4" fmla="*/ 8583 w 18772"/>
                    <a:gd name="connsiteY4" fmla="*/ 14336 h 30761"/>
                    <a:gd name="connsiteX5" fmla="*/ 2598 w 18772"/>
                    <a:gd name="connsiteY5" fmla="*/ 7110 h 30761"/>
                    <a:gd name="connsiteX6" fmla="*/ 1047 w 18772"/>
                    <a:gd name="connsiteY6" fmla="*/ 283 h 30761"/>
                    <a:gd name="connsiteX7" fmla="*/ 9027 w 18772"/>
                    <a:gd name="connsiteY7" fmla="*/ 2455 h 30761"/>
                    <a:gd name="connsiteX8" fmla="*/ 15587 w 18772"/>
                    <a:gd name="connsiteY8" fmla="*/ 7996 h 30761"/>
                    <a:gd name="connsiteX9" fmla="*/ 18735 w 18772"/>
                    <a:gd name="connsiteY9" fmla="*/ 16862 h 30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772" h="30761">
                      <a:moveTo>
                        <a:pt x="18735" y="16862"/>
                      </a:moveTo>
                      <a:cubicBezTo>
                        <a:pt x="19001" y="20941"/>
                        <a:pt x="17804" y="24842"/>
                        <a:pt x="16164" y="28389"/>
                      </a:cubicBezTo>
                      <a:cubicBezTo>
                        <a:pt x="15543" y="29718"/>
                        <a:pt x="14346" y="31181"/>
                        <a:pt x="12573" y="30649"/>
                      </a:cubicBezTo>
                      <a:cubicBezTo>
                        <a:pt x="10977" y="30162"/>
                        <a:pt x="10356" y="28433"/>
                        <a:pt x="10224" y="27059"/>
                      </a:cubicBezTo>
                      <a:cubicBezTo>
                        <a:pt x="9824" y="22803"/>
                        <a:pt x="10711" y="18325"/>
                        <a:pt x="8583" y="14336"/>
                      </a:cubicBezTo>
                      <a:cubicBezTo>
                        <a:pt x="7874" y="13139"/>
                        <a:pt x="4859" y="10035"/>
                        <a:pt x="2598" y="7110"/>
                      </a:cubicBezTo>
                      <a:cubicBezTo>
                        <a:pt x="338" y="4095"/>
                        <a:pt x="-1081" y="1169"/>
                        <a:pt x="1047" y="283"/>
                      </a:cubicBezTo>
                      <a:cubicBezTo>
                        <a:pt x="3130" y="-604"/>
                        <a:pt x="6189" y="726"/>
                        <a:pt x="9027" y="2455"/>
                      </a:cubicBezTo>
                      <a:cubicBezTo>
                        <a:pt x="11819" y="4317"/>
                        <a:pt x="14524" y="6533"/>
                        <a:pt x="15587" y="7996"/>
                      </a:cubicBezTo>
                      <a:cubicBezTo>
                        <a:pt x="17494" y="10745"/>
                        <a:pt x="18558" y="13804"/>
                        <a:pt x="18735" y="1686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15" name="Graphique 2">
                <a:extLst>
                  <a:ext uri="{FF2B5EF4-FFF2-40B4-BE49-F238E27FC236}">
                    <a16:creationId xmlns:a16="http://schemas.microsoft.com/office/drawing/2014/main" id="{630F74DD-43AA-497F-A37E-E6CE1B519FEE}"/>
                  </a:ext>
                </a:extLst>
              </p:cNvPr>
              <p:cNvGrpSpPr/>
              <p:nvPr/>
            </p:nvGrpSpPr>
            <p:grpSpPr>
              <a:xfrm>
                <a:off x="6761388" y="1477839"/>
                <a:ext cx="73018" cy="53400"/>
                <a:chOff x="6761388" y="1477839"/>
                <a:chExt cx="73018" cy="53400"/>
              </a:xfrm>
              <a:solidFill>
                <a:schemeClr val="accent1"/>
              </a:solidFill>
            </p:grpSpPr>
            <p:sp>
              <p:nvSpPr>
                <p:cNvPr id="25779" name="Forme libre : forme 25778">
                  <a:extLst>
                    <a:ext uri="{FF2B5EF4-FFF2-40B4-BE49-F238E27FC236}">
                      <a16:creationId xmlns:a16="http://schemas.microsoft.com/office/drawing/2014/main" id="{4D0CFBF0-AFCF-4A62-AFA1-91184C02C19B}"/>
                    </a:ext>
                  </a:extLst>
                </p:cNvPr>
                <p:cNvSpPr/>
                <p:nvPr/>
              </p:nvSpPr>
              <p:spPr>
                <a:xfrm>
                  <a:off x="6761399" y="1477839"/>
                  <a:ext cx="72947" cy="53400"/>
                </a:xfrm>
                <a:custGeom>
                  <a:avLst/>
                  <a:gdLst>
                    <a:gd name="connsiteX0" fmla="*/ 48462 w 72947"/>
                    <a:gd name="connsiteY0" fmla="*/ 53352 h 53400"/>
                    <a:gd name="connsiteX1" fmla="*/ 33301 w 72947"/>
                    <a:gd name="connsiteY1" fmla="*/ 51490 h 53400"/>
                    <a:gd name="connsiteX2" fmla="*/ 18494 w 72947"/>
                    <a:gd name="connsiteY2" fmla="*/ 48387 h 53400"/>
                    <a:gd name="connsiteX3" fmla="*/ 9362 w 72947"/>
                    <a:gd name="connsiteY3" fmla="*/ 44309 h 53400"/>
                    <a:gd name="connsiteX4" fmla="*/ 3067 w 72947"/>
                    <a:gd name="connsiteY4" fmla="*/ 38147 h 53400"/>
                    <a:gd name="connsiteX5" fmla="*/ 939 w 72947"/>
                    <a:gd name="connsiteY5" fmla="*/ 23916 h 53400"/>
                    <a:gd name="connsiteX6" fmla="*/ 5904 w 72947"/>
                    <a:gd name="connsiteY6" fmla="*/ 11415 h 53400"/>
                    <a:gd name="connsiteX7" fmla="*/ 15967 w 72947"/>
                    <a:gd name="connsiteY7" fmla="*/ 1795 h 53400"/>
                    <a:gd name="connsiteX8" fmla="*/ 23016 w 72947"/>
                    <a:gd name="connsiteY8" fmla="*/ 111 h 53400"/>
                    <a:gd name="connsiteX9" fmla="*/ 30463 w 72947"/>
                    <a:gd name="connsiteY9" fmla="*/ 687 h 53400"/>
                    <a:gd name="connsiteX10" fmla="*/ 41147 w 72947"/>
                    <a:gd name="connsiteY10" fmla="*/ 2770 h 53400"/>
                    <a:gd name="connsiteX11" fmla="*/ 51831 w 72947"/>
                    <a:gd name="connsiteY11" fmla="*/ 3968 h 53400"/>
                    <a:gd name="connsiteX12" fmla="*/ 58880 w 72947"/>
                    <a:gd name="connsiteY12" fmla="*/ 5608 h 53400"/>
                    <a:gd name="connsiteX13" fmla="*/ 64864 w 72947"/>
                    <a:gd name="connsiteY13" fmla="*/ 9287 h 53400"/>
                    <a:gd name="connsiteX14" fmla="*/ 69386 w 72947"/>
                    <a:gd name="connsiteY14" fmla="*/ 14696 h 53400"/>
                    <a:gd name="connsiteX15" fmla="*/ 71603 w 72947"/>
                    <a:gd name="connsiteY15" fmla="*/ 21523 h 53400"/>
                    <a:gd name="connsiteX16" fmla="*/ 72888 w 72947"/>
                    <a:gd name="connsiteY16" fmla="*/ 35176 h 53400"/>
                    <a:gd name="connsiteX17" fmla="*/ 71647 w 72947"/>
                    <a:gd name="connsiteY17" fmla="*/ 42314 h 53400"/>
                    <a:gd name="connsiteX18" fmla="*/ 66682 w 72947"/>
                    <a:gd name="connsiteY18" fmla="*/ 48387 h 53400"/>
                    <a:gd name="connsiteX19" fmla="*/ 58569 w 72947"/>
                    <a:gd name="connsiteY19" fmla="*/ 52421 h 53400"/>
                    <a:gd name="connsiteX20" fmla="*/ 48462 w 72947"/>
                    <a:gd name="connsiteY20" fmla="*/ 53352 h 53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2947" h="53400">
                      <a:moveTo>
                        <a:pt x="48462" y="53352"/>
                      </a:moveTo>
                      <a:cubicBezTo>
                        <a:pt x="43408" y="52820"/>
                        <a:pt x="38266" y="52421"/>
                        <a:pt x="33301" y="51490"/>
                      </a:cubicBezTo>
                      <a:cubicBezTo>
                        <a:pt x="28291" y="50737"/>
                        <a:pt x="23371" y="49540"/>
                        <a:pt x="18494" y="48387"/>
                      </a:cubicBezTo>
                      <a:cubicBezTo>
                        <a:pt x="15081" y="47500"/>
                        <a:pt x="12022" y="46038"/>
                        <a:pt x="9362" y="44309"/>
                      </a:cubicBezTo>
                      <a:cubicBezTo>
                        <a:pt x="6746" y="42535"/>
                        <a:pt x="4619" y="40363"/>
                        <a:pt x="3067" y="38147"/>
                      </a:cubicBezTo>
                      <a:cubicBezTo>
                        <a:pt x="-80" y="33625"/>
                        <a:pt x="-834" y="28394"/>
                        <a:pt x="939" y="23916"/>
                      </a:cubicBezTo>
                      <a:lnTo>
                        <a:pt x="5904" y="11415"/>
                      </a:lnTo>
                      <a:cubicBezTo>
                        <a:pt x="7722" y="6849"/>
                        <a:pt x="11490" y="3702"/>
                        <a:pt x="15967" y="1795"/>
                      </a:cubicBezTo>
                      <a:cubicBezTo>
                        <a:pt x="18184" y="820"/>
                        <a:pt x="20578" y="288"/>
                        <a:pt x="23016" y="111"/>
                      </a:cubicBezTo>
                      <a:cubicBezTo>
                        <a:pt x="25454" y="-155"/>
                        <a:pt x="27981" y="66"/>
                        <a:pt x="30463" y="687"/>
                      </a:cubicBezTo>
                      <a:cubicBezTo>
                        <a:pt x="34010" y="1441"/>
                        <a:pt x="37601" y="2283"/>
                        <a:pt x="41147" y="2770"/>
                      </a:cubicBezTo>
                      <a:cubicBezTo>
                        <a:pt x="44694" y="3436"/>
                        <a:pt x="48285" y="3613"/>
                        <a:pt x="51831" y="3968"/>
                      </a:cubicBezTo>
                      <a:cubicBezTo>
                        <a:pt x="54314" y="4012"/>
                        <a:pt x="56663" y="4632"/>
                        <a:pt x="58880" y="5608"/>
                      </a:cubicBezTo>
                      <a:cubicBezTo>
                        <a:pt x="61052" y="6450"/>
                        <a:pt x="63091" y="7691"/>
                        <a:pt x="64864" y="9287"/>
                      </a:cubicBezTo>
                      <a:cubicBezTo>
                        <a:pt x="66638" y="10927"/>
                        <a:pt x="68189" y="12612"/>
                        <a:pt x="69386" y="14696"/>
                      </a:cubicBezTo>
                      <a:cubicBezTo>
                        <a:pt x="70583" y="16735"/>
                        <a:pt x="71381" y="19040"/>
                        <a:pt x="71603" y="21523"/>
                      </a:cubicBezTo>
                      <a:lnTo>
                        <a:pt x="72888" y="35176"/>
                      </a:lnTo>
                      <a:cubicBezTo>
                        <a:pt x="73110" y="37659"/>
                        <a:pt x="72711" y="40053"/>
                        <a:pt x="71647" y="42314"/>
                      </a:cubicBezTo>
                      <a:cubicBezTo>
                        <a:pt x="70583" y="44530"/>
                        <a:pt x="68899" y="46747"/>
                        <a:pt x="66682" y="48387"/>
                      </a:cubicBezTo>
                      <a:cubicBezTo>
                        <a:pt x="64465" y="50072"/>
                        <a:pt x="61717" y="51446"/>
                        <a:pt x="58569" y="52421"/>
                      </a:cubicBezTo>
                      <a:cubicBezTo>
                        <a:pt x="55511" y="53219"/>
                        <a:pt x="52053" y="53530"/>
                        <a:pt x="48462" y="5335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80" name="Forme libre : forme 25779">
                  <a:extLst>
                    <a:ext uri="{FF2B5EF4-FFF2-40B4-BE49-F238E27FC236}">
                      <a16:creationId xmlns:a16="http://schemas.microsoft.com/office/drawing/2014/main" id="{65F20DAE-6084-4A85-8916-24286EF8B324}"/>
                    </a:ext>
                  </a:extLst>
                </p:cNvPr>
                <p:cNvSpPr/>
                <p:nvPr/>
              </p:nvSpPr>
              <p:spPr>
                <a:xfrm>
                  <a:off x="6761388" y="1496302"/>
                  <a:ext cx="73018" cy="34888"/>
                </a:xfrm>
                <a:custGeom>
                  <a:avLst/>
                  <a:gdLst>
                    <a:gd name="connsiteX0" fmla="*/ 27238 w 73018"/>
                    <a:gd name="connsiteY0" fmla="*/ 15294 h 34888"/>
                    <a:gd name="connsiteX1" fmla="*/ 11988 w 73018"/>
                    <a:gd name="connsiteY1" fmla="*/ 10772 h 34888"/>
                    <a:gd name="connsiteX2" fmla="*/ 3122 w 73018"/>
                    <a:gd name="connsiteY2" fmla="*/ 0 h 34888"/>
                    <a:gd name="connsiteX3" fmla="*/ 950 w 73018"/>
                    <a:gd name="connsiteY3" fmla="*/ 5408 h 34888"/>
                    <a:gd name="connsiteX4" fmla="*/ 3078 w 73018"/>
                    <a:gd name="connsiteY4" fmla="*/ 19639 h 34888"/>
                    <a:gd name="connsiteX5" fmla="*/ 9373 w 73018"/>
                    <a:gd name="connsiteY5" fmla="*/ 25801 h 34888"/>
                    <a:gd name="connsiteX6" fmla="*/ 18505 w 73018"/>
                    <a:gd name="connsiteY6" fmla="*/ 29879 h 34888"/>
                    <a:gd name="connsiteX7" fmla="*/ 33312 w 73018"/>
                    <a:gd name="connsiteY7" fmla="*/ 32982 h 34888"/>
                    <a:gd name="connsiteX8" fmla="*/ 48473 w 73018"/>
                    <a:gd name="connsiteY8" fmla="*/ 34844 h 34888"/>
                    <a:gd name="connsiteX9" fmla="*/ 58625 w 73018"/>
                    <a:gd name="connsiteY9" fmla="*/ 33869 h 34888"/>
                    <a:gd name="connsiteX10" fmla="*/ 66737 w 73018"/>
                    <a:gd name="connsiteY10" fmla="*/ 29835 h 34888"/>
                    <a:gd name="connsiteX11" fmla="*/ 71702 w 73018"/>
                    <a:gd name="connsiteY11" fmla="*/ 23761 h 34888"/>
                    <a:gd name="connsiteX12" fmla="*/ 72943 w 73018"/>
                    <a:gd name="connsiteY12" fmla="*/ 16624 h 34888"/>
                    <a:gd name="connsiteX13" fmla="*/ 72899 w 73018"/>
                    <a:gd name="connsiteY13" fmla="*/ 16181 h 34888"/>
                    <a:gd name="connsiteX14" fmla="*/ 61373 w 73018"/>
                    <a:gd name="connsiteY14" fmla="*/ 17112 h 34888"/>
                    <a:gd name="connsiteX15" fmla="*/ 49980 w 73018"/>
                    <a:gd name="connsiteY15" fmla="*/ 16757 h 34888"/>
                    <a:gd name="connsiteX16" fmla="*/ 38676 w 73018"/>
                    <a:gd name="connsiteY16" fmla="*/ 15870 h 34888"/>
                    <a:gd name="connsiteX17" fmla="*/ 27238 w 73018"/>
                    <a:gd name="connsiteY17" fmla="*/ 15294 h 34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018" h="34888">
                      <a:moveTo>
                        <a:pt x="27238" y="15294"/>
                      </a:moveTo>
                      <a:cubicBezTo>
                        <a:pt x="21652" y="15250"/>
                        <a:pt x="16289" y="13477"/>
                        <a:pt x="11988" y="10772"/>
                      </a:cubicBezTo>
                      <a:cubicBezTo>
                        <a:pt x="7733" y="7980"/>
                        <a:pt x="4541" y="4300"/>
                        <a:pt x="3122" y="0"/>
                      </a:cubicBezTo>
                      <a:lnTo>
                        <a:pt x="950" y="5408"/>
                      </a:lnTo>
                      <a:cubicBezTo>
                        <a:pt x="-823" y="9886"/>
                        <a:pt x="-114" y="15117"/>
                        <a:pt x="3078" y="19639"/>
                      </a:cubicBezTo>
                      <a:cubicBezTo>
                        <a:pt x="4674" y="21855"/>
                        <a:pt x="6757" y="24027"/>
                        <a:pt x="9373" y="25801"/>
                      </a:cubicBezTo>
                      <a:cubicBezTo>
                        <a:pt x="12033" y="27485"/>
                        <a:pt x="15092" y="28948"/>
                        <a:pt x="18505" y="29879"/>
                      </a:cubicBezTo>
                      <a:cubicBezTo>
                        <a:pt x="23381" y="31032"/>
                        <a:pt x="28302" y="32229"/>
                        <a:pt x="33312" y="32982"/>
                      </a:cubicBezTo>
                      <a:cubicBezTo>
                        <a:pt x="38277" y="33958"/>
                        <a:pt x="43375" y="34356"/>
                        <a:pt x="48473" y="34844"/>
                      </a:cubicBezTo>
                      <a:cubicBezTo>
                        <a:pt x="52064" y="35021"/>
                        <a:pt x="55521" y="34667"/>
                        <a:pt x="58625" y="33869"/>
                      </a:cubicBezTo>
                      <a:cubicBezTo>
                        <a:pt x="61728" y="32894"/>
                        <a:pt x="64476" y="31519"/>
                        <a:pt x="66737" y="29835"/>
                      </a:cubicBezTo>
                      <a:cubicBezTo>
                        <a:pt x="68954" y="28195"/>
                        <a:pt x="70638" y="26022"/>
                        <a:pt x="71702" y="23761"/>
                      </a:cubicBezTo>
                      <a:cubicBezTo>
                        <a:pt x="72766" y="21501"/>
                        <a:pt x="73209" y="19062"/>
                        <a:pt x="72943" y="16624"/>
                      </a:cubicBezTo>
                      <a:lnTo>
                        <a:pt x="72899" y="16181"/>
                      </a:lnTo>
                      <a:cubicBezTo>
                        <a:pt x="69042" y="16890"/>
                        <a:pt x="65186" y="17067"/>
                        <a:pt x="61373" y="17112"/>
                      </a:cubicBezTo>
                      <a:cubicBezTo>
                        <a:pt x="57561" y="17333"/>
                        <a:pt x="53748" y="16846"/>
                        <a:pt x="49980" y="16757"/>
                      </a:cubicBezTo>
                      <a:cubicBezTo>
                        <a:pt x="46212" y="16447"/>
                        <a:pt x="42488" y="16181"/>
                        <a:pt x="38676" y="15870"/>
                      </a:cubicBezTo>
                      <a:cubicBezTo>
                        <a:pt x="34952" y="15516"/>
                        <a:pt x="31095" y="15471"/>
                        <a:pt x="27238" y="1529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81" name="Forme libre : forme 25780">
                  <a:extLst>
                    <a:ext uri="{FF2B5EF4-FFF2-40B4-BE49-F238E27FC236}">
                      <a16:creationId xmlns:a16="http://schemas.microsoft.com/office/drawing/2014/main" id="{2B2D9868-35E7-4A1B-9246-8C38F26928EB}"/>
                    </a:ext>
                  </a:extLst>
                </p:cNvPr>
                <p:cNvSpPr/>
                <p:nvPr/>
              </p:nvSpPr>
              <p:spPr>
                <a:xfrm>
                  <a:off x="6787069" y="1497329"/>
                  <a:ext cx="32146" cy="18950"/>
                </a:xfrm>
                <a:custGeom>
                  <a:avLst/>
                  <a:gdLst>
                    <a:gd name="connsiteX0" fmla="*/ 32146 w 32146"/>
                    <a:gd name="connsiteY0" fmla="*/ 10633 h 18950"/>
                    <a:gd name="connsiteX1" fmla="*/ 27092 w 32146"/>
                    <a:gd name="connsiteY1" fmla="*/ 17061 h 18950"/>
                    <a:gd name="connsiteX2" fmla="*/ 21551 w 32146"/>
                    <a:gd name="connsiteY2" fmla="*/ 18745 h 18950"/>
                    <a:gd name="connsiteX3" fmla="*/ 14812 w 32146"/>
                    <a:gd name="connsiteY3" fmla="*/ 18790 h 18950"/>
                    <a:gd name="connsiteX4" fmla="*/ 8340 w 32146"/>
                    <a:gd name="connsiteY4" fmla="*/ 17017 h 18950"/>
                    <a:gd name="connsiteX5" fmla="*/ 3419 w 32146"/>
                    <a:gd name="connsiteY5" fmla="*/ 14046 h 18950"/>
                    <a:gd name="connsiteX6" fmla="*/ 139 w 32146"/>
                    <a:gd name="connsiteY6" fmla="*/ 6554 h 18950"/>
                    <a:gd name="connsiteX7" fmla="*/ 6079 w 32146"/>
                    <a:gd name="connsiteY7" fmla="*/ 1146 h 18950"/>
                    <a:gd name="connsiteX8" fmla="*/ 11222 w 32146"/>
                    <a:gd name="connsiteY8" fmla="*/ 82 h 18950"/>
                    <a:gd name="connsiteX9" fmla="*/ 17162 w 32146"/>
                    <a:gd name="connsiteY9" fmla="*/ 260 h 18950"/>
                    <a:gd name="connsiteX10" fmla="*/ 22925 w 32146"/>
                    <a:gd name="connsiteY10" fmla="*/ 1589 h 18950"/>
                    <a:gd name="connsiteX11" fmla="*/ 27624 w 32146"/>
                    <a:gd name="connsiteY11" fmla="*/ 3895 h 18950"/>
                    <a:gd name="connsiteX12" fmla="*/ 32146 w 32146"/>
                    <a:gd name="connsiteY12" fmla="*/ 10633 h 18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146" h="18950">
                      <a:moveTo>
                        <a:pt x="32146" y="10633"/>
                      </a:moveTo>
                      <a:cubicBezTo>
                        <a:pt x="32102" y="13204"/>
                        <a:pt x="30240" y="15509"/>
                        <a:pt x="27092" y="17061"/>
                      </a:cubicBezTo>
                      <a:cubicBezTo>
                        <a:pt x="25541" y="17815"/>
                        <a:pt x="23634" y="18524"/>
                        <a:pt x="21551" y="18745"/>
                      </a:cubicBezTo>
                      <a:cubicBezTo>
                        <a:pt x="19467" y="19011"/>
                        <a:pt x="17206" y="19011"/>
                        <a:pt x="14812" y="18790"/>
                      </a:cubicBezTo>
                      <a:cubicBezTo>
                        <a:pt x="12463" y="18524"/>
                        <a:pt x="10291" y="17815"/>
                        <a:pt x="8340" y="17017"/>
                      </a:cubicBezTo>
                      <a:cubicBezTo>
                        <a:pt x="6390" y="16219"/>
                        <a:pt x="4705" y="15243"/>
                        <a:pt x="3419" y="14046"/>
                      </a:cubicBezTo>
                      <a:cubicBezTo>
                        <a:pt x="804" y="11741"/>
                        <a:pt x="-437" y="9037"/>
                        <a:pt x="139" y="6554"/>
                      </a:cubicBezTo>
                      <a:cubicBezTo>
                        <a:pt x="760" y="4072"/>
                        <a:pt x="3020" y="2166"/>
                        <a:pt x="6079" y="1146"/>
                      </a:cubicBezTo>
                      <a:cubicBezTo>
                        <a:pt x="7586" y="659"/>
                        <a:pt x="9360" y="215"/>
                        <a:pt x="11222" y="82"/>
                      </a:cubicBezTo>
                      <a:cubicBezTo>
                        <a:pt x="13084" y="-95"/>
                        <a:pt x="15078" y="38"/>
                        <a:pt x="17162" y="260"/>
                      </a:cubicBezTo>
                      <a:cubicBezTo>
                        <a:pt x="19246" y="481"/>
                        <a:pt x="21196" y="924"/>
                        <a:pt x="22925" y="1589"/>
                      </a:cubicBezTo>
                      <a:cubicBezTo>
                        <a:pt x="24698" y="2299"/>
                        <a:pt x="26294" y="2964"/>
                        <a:pt x="27624" y="3895"/>
                      </a:cubicBezTo>
                      <a:cubicBezTo>
                        <a:pt x="30461" y="5624"/>
                        <a:pt x="32190" y="8017"/>
                        <a:pt x="32146" y="1063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82" name="Forme libre : forme 25781">
                  <a:extLst>
                    <a:ext uri="{FF2B5EF4-FFF2-40B4-BE49-F238E27FC236}">
                      <a16:creationId xmlns:a16="http://schemas.microsoft.com/office/drawing/2014/main" id="{734700B7-9CFA-4BD7-A29D-4AE8B2916277}"/>
                    </a:ext>
                  </a:extLst>
                </p:cNvPr>
                <p:cNvSpPr/>
                <p:nvPr/>
              </p:nvSpPr>
              <p:spPr>
                <a:xfrm>
                  <a:off x="6787139" y="1497765"/>
                  <a:ext cx="22588" cy="18495"/>
                </a:xfrm>
                <a:custGeom>
                  <a:avLst/>
                  <a:gdLst>
                    <a:gd name="connsiteX0" fmla="*/ 8536 w 22588"/>
                    <a:gd name="connsiteY0" fmla="*/ 0 h 18495"/>
                    <a:gd name="connsiteX1" fmla="*/ 157 w 22588"/>
                    <a:gd name="connsiteY1" fmla="*/ 6073 h 18495"/>
                    <a:gd name="connsiteX2" fmla="*/ 3438 w 22588"/>
                    <a:gd name="connsiteY2" fmla="*/ 13565 h 18495"/>
                    <a:gd name="connsiteX3" fmla="*/ 8358 w 22588"/>
                    <a:gd name="connsiteY3" fmla="*/ 16535 h 18495"/>
                    <a:gd name="connsiteX4" fmla="*/ 14831 w 22588"/>
                    <a:gd name="connsiteY4" fmla="*/ 18309 h 18495"/>
                    <a:gd name="connsiteX5" fmla="*/ 22589 w 22588"/>
                    <a:gd name="connsiteY5" fmla="*/ 18131 h 18495"/>
                    <a:gd name="connsiteX6" fmla="*/ 18466 w 22588"/>
                    <a:gd name="connsiteY6" fmla="*/ 17023 h 18495"/>
                    <a:gd name="connsiteX7" fmla="*/ 10132 w 22588"/>
                    <a:gd name="connsiteY7" fmla="*/ 9398 h 18495"/>
                    <a:gd name="connsiteX8" fmla="*/ 8536 w 22588"/>
                    <a:gd name="connsiteY8" fmla="*/ 0 h 18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588" h="18495">
                      <a:moveTo>
                        <a:pt x="8536" y="0"/>
                      </a:moveTo>
                      <a:cubicBezTo>
                        <a:pt x="4236" y="842"/>
                        <a:pt x="911" y="2926"/>
                        <a:pt x="157" y="6073"/>
                      </a:cubicBezTo>
                      <a:cubicBezTo>
                        <a:pt x="-463" y="8556"/>
                        <a:pt x="778" y="11260"/>
                        <a:pt x="3438" y="13565"/>
                      </a:cubicBezTo>
                      <a:cubicBezTo>
                        <a:pt x="4723" y="14762"/>
                        <a:pt x="6408" y="15738"/>
                        <a:pt x="8358" y="16535"/>
                      </a:cubicBezTo>
                      <a:cubicBezTo>
                        <a:pt x="10309" y="17333"/>
                        <a:pt x="12481" y="18043"/>
                        <a:pt x="14831" y="18309"/>
                      </a:cubicBezTo>
                      <a:cubicBezTo>
                        <a:pt x="17579" y="18619"/>
                        <a:pt x="20239" y="18530"/>
                        <a:pt x="22589" y="18131"/>
                      </a:cubicBezTo>
                      <a:cubicBezTo>
                        <a:pt x="21170" y="17954"/>
                        <a:pt x="19752" y="17599"/>
                        <a:pt x="18466" y="17023"/>
                      </a:cubicBezTo>
                      <a:cubicBezTo>
                        <a:pt x="14875" y="15294"/>
                        <a:pt x="11905" y="12457"/>
                        <a:pt x="10132" y="9398"/>
                      </a:cubicBezTo>
                      <a:cubicBezTo>
                        <a:pt x="8270" y="6339"/>
                        <a:pt x="7694" y="3059"/>
                        <a:pt x="8536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83" name="Forme libre : forme 25782">
                  <a:extLst>
                    <a:ext uri="{FF2B5EF4-FFF2-40B4-BE49-F238E27FC236}">
                      <a16:creationId xmlns:a16="http://schemas.microsoft.com/office/drawing/2014/main" id="{142DD2C7-B40D-4611-8BC9-622ED3425570}"/>
                    </a:ext>
                  </a:extLst>
                </p:cNvPr>
                <p:cNvSpPr/>
                <p:nvPr/>
              </p:nvSpPr>
              <p:spPr>
                <a:xfrm>
                  <a:off x="6788269" y="1499535"/>
                  <a:ext cx="32585" cy="18954"/>
                </a:xfrm>
                <a:custGeom>
                  <a:avLst/>
                  <a:gdLst>
                    <a:gd name="connsiteX0" fmla="*/ 32586 w 32585"/>
                    <a:gd name="connsiteY0" fmla="*/ 10510 h 18954"/>
                    <a:gd name="connsiteX1" fmla="*/ 27532 w 32585"/>
                    <a:gd name="connsiteY1" fmla="*/ 16982 h 18954"/>
                    <a:gd name="connsiteX2" fmla="*/ 21946 w 32585"/>
                    <a:gd name="connsiteY2" fmla="*/ 18755 h 18954"/>
                    <a:gd name="connsiteX3" fmla="*/ 15164 w 32585"/>
                    <a:gd name="connsiteY3" fmla="*/ 18755 h 18954"/>
                    <a:gd name="connsiteX4" fmla="*/ 3549 w 32585"/>
                    <a:gd name="connsiteY4" fmla="*/ 14189 h 18954"/>
                    <a:gd name="connsiteX5" fmla="*/ 135 w 32585"/>
                    <a:gd name="connsiteY5" fmla="*/ 6653 h 18954"/>
                    <a:gd name="connsiteX6" fmla="*/ 6076 w 32585"/>
                    <a:gd name="connsiteY6" fmla="*/ 1245 h 18954"/>
                    <a:gd name="connsiteX7" fmla="*/ 17336 w 32585"/>
                    <a:gd name="connsiteY7" fmla="*/ 181 h 18954"/>
                    <a:gd name="connsiteX8" fmla="*/ 23232 w 32585"/>
                    <a:gd name="connsiteY8" fmla="*/ 1511 h 18954"/>
                    <a:gd name="connsiteX9" fmla="*/ 28064 w 32585"/>
                    <a:gd name="connsiteY9" fmla="*/ 3727 h 18954"/>
                    <a:gd name="connsiteX10" fmla="*/ 32586 w 32585"/>
                    <a:gd name="connsiteY10" fmla="*/ 10510 h 1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585" h="18954">
                      <a:moveTo>
                        <a:pt x="32586" y="10510"/>
                      </a:moveTo>
                      <a:cubicBezTo>
                        <a:pt x="32586" y="13125"/>
                        <a:pt x="30724" y="15475"/>
                        <a:pt x="27532" y="16982"/>
                      </a:cubicBezTo>
                      <a:cubicBezTo>
                        <a:pt x="25936" y="17780"/>
                        <a:pt x="24030" y="18357"/>
                        <a:pt x="21946" y="18755"/>
                      </a:cubicBezTo>
                      <a:cubicBezTo>
                        <a:pt x="19863" y="19021"/>
                        <a:pt x="17558" y="19021"/>
                        <a:pt x="15164" y="18755"/>
                      </a:cubicBezTo>
                      <a:cubicBezTo>
                        <a:pt x="10376" y="18268"/>
                        <a:pt x="6253" y="16317"/>
                        <a:pt x="3549" y="14189"/>
                      </a:cubicBezTo>
                      <a:cubicBezTo>
                        <a:pt x="845" y="11840"/>
                        <a:pt x="-441" y="9180"/>
                        <a:pt x="135" y="6653"/>
                      </a:cubicBezTo>
                      <a:cubicBezTo>
                        <a:pt x="712" y="4126"/>
                        <a:pt x="2973" y="2264"/>
                        <a:pt x="6076" y="1245"/>
                      </a:cubicBezTo>
                      <a:cubicBezTo>
                        <a:pt x="9223" y="4"/>
                        <a:pt x="13124" y="-218"/>
                        <a:pt x="17336" y="181"/>
                      </a:cubicBezTo>
                      <a:cubicBezTo>
                        <a:pt x="19419" y="403"/>
                        <a:pt x="21414" y="846"/>
                        <a:pt x="23232" y="1511"/>
                      </a:cubicBezTo>
                      <a:cubicBezTo>
                        <a:pt x="25049" y="2043"/>
                        <a:pt x="26645" y="2796"/>
                        <a:pt x="28064" y="3727"/>
                      </a:cubicBezTo>
                      <a:cubicBezTo>
                        <a:pt x="30768" y="5545"/>
                        <a:pt x="32586" y="7939"/>
                        <a:pt x="32586" y="1051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84" name="Forme libre : forme 25783">
                  <a:extLst>
                    <a:ext uri="{FF2B5EF4-FFF2-40B4-BE49-F238E27FC236}">
                      <a16:creationId xmlns:a16="http://schemas.microsoft.com/office/drawing/2014/main" id="{FD9AEAC8-1FD4-46E2-AB04-427E038BEFF5}"/>
                    </a:ext>
                  </a:extLst>
                </p:cNvPr>
                <p:cNvSpPr/>
                <p:nvPr/>
              </p:nvSpPr>
              <p:spPr>
                <a:xfrm>
                  <a:off x="6772029" y="1487645"/>
                  <a:ext cx="40761" cy="38375"/>
                </a:xfrm>
                <a:custGeom>
                  <a:avLst/>
                  <a:gdLst>
                    <a:gd name="connsiteX0" fmla="*/ 1702 w 40761"/>
                    <a:gd name="connsiteY0" fmla="*/ 13622 h 38375"/>
                    <a:gd name="connsiteX1" fmla="*/ 107 w 40761"/>
                    <a:gd name="connsiteY1" fmla="*/ 22178 h 38375"/>
                    <a:gd name="connsiteX2" fmla="*/ 14780 w 40761"/>
                    <a:gd name="connsiteY2" fmla="*/ 35788 h 38375"/>
                    <a:gd name="connsiteX3" fmla="*/ 33798 w 40761"/>
                    <a:gd name="connsiteY3" fmla="*/ 37605 h 38375"/>
                    <a:gd name="connsiteX4" fmla="*/ 40403 w 40761"/>
                    <a:gd name="connsiteY4" fmla="*/ 29715 h 38375"/>
                    <a:gd name="connsiteX5" fmla="*/ 34818 w 40761"/>
                    <a:gd name="connsiteY5" fmla="*/ 24838 h 38375"/>
                    <a:gd name="connsiteX6" fmla="*/ 22671 w 40761"/>
                    <a:gd name="connsiteY6" fmla="*/ 12736 h 38375"/>
                    <a:gd name="connsiteX7" fmla="*/ 10258 w 40761"/>
                    <a:gd name="connsiteY7" fmla="*/ 13 h 38375"/>
                    <a:gd name="connsiteX8" fmla="*/ 4274 w 40761"/>
                    <a:gd name="connsiteY8" fmla="*/ 5465 h 38375"/>
                    <a:gd name="connsiteX9" fmla="*/ 1702 w 40761"/>
                    <a:gd name="connsiteY9" fmla="*/ 13622 h 38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61" h="38375">
                      <a:moveTo>
                        <a:pt x="1702" y="13622"/>
                      </a:moveTo>
                      <a:cubicBezTo>
                        <a:pt x="683" y="16327"/>
                        <a:pt x="-337" y="19164"/>
                        <a:pt x="107" y="22178"/>
                      </a:cubicBezTo>
                      <a:cubicBezTo>
                        <a:pt x="993" y="27897"/>
                        <a:pt x="7510" y="33039"/>
                        <a:pt x="14780" y="35788"/>
                      </a:cubicBezTo>
                      <a:cubicBezTo>
                        <a:pt x="20765" y="38093"/>
                        <a:pt x="27813" y="39246"/>
                        <a:pt x="33798" y="37605"/>
                      </a:cubicBezTo>
                      <a:cubicBezTo>
                        <a:pt x="38231" y="36542"/>
                        <a:pt x="41955" y="32995"/>
                        <a:pt x="40403" y="29715"/>
                      </a:cubicBezTo>
                      <a:cubicBezTo>
                        <a:pt x="39472" y="27720"/>
                        <a:pt x="36990" y="26301"/>
                        <a:pt x="34818" y="24838"/>
                      </a:cubicBezTo>
                      <a:cubicBezTo>
                        <a:pt x="29675" y="21602"/>
                        <a:pt x="25597" y="17213"/>
                        <a:pt x="22671" y="12736"/>
                      </a:cubicBezTo>
                      <a:cubicBezTo>
                        <a:pt x="20056" y="8702"/>
                        <a:pt x="16686" y="-386"/>
                        <a:pt x="10258" y="13"/>
                      </a:cubicBezTo>
                      <a:cubicBezTo>
                        <a:pt x="7288" y="234"/>
                        <a:pt x="5515" y="2540"/>
                        <a:pt x="4274" y="5465"/>
                      </a:cubicBezTo>
                      <a:cubicBezTo>
                        <a:pt x="3077" y="8347"/>
                        <a:pt x="2412" y="11716"/>
                        <a:pt x="1702" y="1362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85" name="Forme libre : forme 25784">
                  <a:extLst>
                    <a:ext uri="{FF2B5EF4-FFF2-40B4-BE49-F238E27FC236}">
                      <a16:creationId xmlns:a16="http://schemas.microsoft.com/office/drawing/2014/main" id="{4B9B7457-C1BA-4086-B585-79503AEEC948}"/>
                    </a:ext>
                  </a:extLst>
                </p:cNvPr>
                <p:cNvSpPr/>
                <p:nvPr/>
              </p:nvSpPr>
              <p:spPr>
                <a:xfrm>
                  <a:off x="6782444" y="1490038"/>
                  <a:ext cx="13332" cy="7565"/>
                </a:xfrm>
                <a:custGeom>
                  <a:avLst/>
                  <a:gdLst>
                    <a:gd name="connsiteX0" fmla="*/ 1306 w 13332"/>
                    <a:gd name="connsiteY0" fmla="*/ 3338 h 7565"/>
                    <a:gd name="connsiteX1" fmla="*/ 65 w 13332"/>
                    <a:gd name="connsiteY1" fmla="*/ 5023 h 7565"/>
                    <a:gd name="connsiteX2" fmla="*/ 730 w 13332"/>
                    <a:gd name="connsiteY2" fmla="*/ 7018 h 7565"/>
                    <a:gd name="connsiteX3" fmla="*/ 2946 w 13332"/>
                    <a:gd name="connsiteY3" fmla="*/ 7550 h 7565"/>
                    <a:gd name="connsiteX4" fmla="*/ 8709 w 13332"/>
                    <a:gd name="connsiteY4" fmla="*/ 6929 h 7565"/>
                    <a:gd name="connsiteX5" fmla="*/ 10881 w 13332"/>
                    <a:gd name="connsiteY5" fmla="*/ 6220 h 7565"/>
                    <a:gd name="connsiteX6" fmla="*/ 10571 w 13332"/>
                    <a:gd name="connsiteY6" fmla="*/ 13 h 7565"/>
                    <a:gd name="connsiteX7" fmla="*/ 1306 w 13332"/>
                    <a:gd name="connsiteY7" fmla="*/ 3338 h 7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332" h="7565">
                      <a:moveTo>
                        <a:pt x="1306" y="3338"/>
                      </a:moveTo>
                      <a:cubicBezTo>
                        <a:pt x="774" y="3826"/>
                        <a:pt x="242" y="4358"/>
                        <a:pt x="65" y="5023"/>
                      </a:cubicBezTo>
                      <a:cubicBezTo>
                        <a:pt x="-113" y="5688"/>
                        <a:pt x="65" y="6530"/>
                        <a:pt x="730" y="7018"/>
                      </a:cubicBezTo>
                      <a:cubicBezTo>
                        <a:pt x="1350" y="7461"/>
                        <a:pt x="2193" y="7550"/>
                        <a:pt x="2946" y="7550"/>
                      </a:cubicBezTo>
                      <a:cubicBezTo>
                        <a:pt x="4897" y="7638"/>
                        <a:pt x="6892" y="7328"/>
                        <a:pt x="8709" y="6929"/>
                      </a:cubicBezTo>
                      <a:cubicBezTo>
                        <a:pt x="9463" y="6752"/>
                        <a:pt x="10216" y="6575"/>
                        <a:pt x="10881" y="6220"/>
                      </a:cubicBezTo>
                      <a:cubicBezTo>
                        <a:pt x="13541" y="4668"/>
                        <a:pt x="14827" y="368"/>
                        <a:pt x="10571" y="13"/>
                      </a:cubicBezTo>
                      <a:cubicBezTo>
                        <a:pt x="7290" y="-164"/>
                        <a:pt x="3522" y="1432"/>
                        <a:pt x="1306" y="333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86" name="Forme libre : forme 25785">
                  <a:extLst>
                    <a:ext uri="{FF2B5EF4-FFF2-40B4-BE49-F238E27FC236}">
                      <a16:creationId xmlns:a16="http://schemas.microsoft.com/office/drawing/2014/main" id="{0916273C-114B-4348-9979-7F78391E91C2}"/>
                    </a:ext>
                  </a:extLst>
                </p:cNvPr>
                <p:cNvSpPr/>
                <p:nvPr/>
              </p:nvSpPr>
              <p:spPr>
                <a:xfrm>
                  <a:off x="6810526" y="1511198"/>
                  <a:ext cx="21477" cy="18973"/>
                </a:xfrm>
                <a:custGeom>
                  <a:avLst/>
                  <a:gdLst>
                    <a:gd name="connsiteX0" fmla="*/ 21412 w 21477"/>
                    <a:gd name="connsiteY0" fmla="*/ 0 h 18973"/>
                    <a:gd name="connsiteX1" fmla="*/ 19727 w 21477"/>
                    <a:gd name="connsiteY1" fmla="*/ 7935 h 18973"/>
                    <a:gd name="connsiteX2" fmla="*/ 13565 w 21477"/>
                    <a:gd name="connsiteY2" fmla="*/ 14408 h 18973"/>
                    <a:gd name="connsiteX3" fmla="*/ 0 w 21477"/>
                    <a:gd name="connsiteY3" fmla="*/ 18974 h 18973"/>
                    <a:gd name="connsiteX4" fmla="*/ 9797 w 21477"/>
                    <a:gd name="connsiteY4" fmla="*/ 15383 h 18973"/>
                    <a:gd name="connsiteX5" fmla="*/ 17023 w 21477"/>
                    <a:gd name="connsiteY5" fmla="*/ 9398 h 18973"/>
                    <a:gd name="connsiteX6" fmla="*/ 21412 w 21477"/>
                    <a:gd name="connsiteY6" fmla="*/ 0 h 18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477" h="18973">
                      <a:moveTo>
                        <a:pt x="21412" y="0"/>
                      </a:moveTo>
                      <a:cubicBezTo>
                        <a:pt x="21412" y="0"/>
                        <a:pt x="21988" y="3546"/>
                        <a:pt x="19727" y="7935"/>
                      </a:cubicBezTo>
                      <a:cubicBezTo>
                        <a:pt x="18575" y="10107"/>
                        <a:pt x="16713" y="12368"/>
                        <a:pt x="13565" y="14408"/>
                      </a:cubicBezTo>
                      <a:cubicBezTo>
                        <a:pt x="10418" y="16580"/>
                        <a:pt x="6029" y="18131"/>
                        <a:pt x="0" y="18974"/>
                      </a:cubicBezTo>
                      <a:cubicBezTo>
                        <a:pt x="0" y="18974"/>
                        <a:pt x="4743" y="18131"/>
                        <a:pt x="9797" y="15383"/>
                      </a:cubicBezTo>
                      <a:cubicBezTo>
                        <a:pt x="12324" y="13875"/>
                        <a:pt x="14940" y="11925"/>
                        <a:pt x="17023" y="9398"/>
                      </a:cubicBezTo>
                      <a:cubicBezTo>
                        <a:pt x="19107" y="6960"/>
                        <a:pt x="20747" y="3724"/>
                        <a:pt x="214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87" name="Forme libre : forme 25786">
                  <a:extLst>
                    <a:ext uri="{FF2B5EF4-FFF2-40B4-BE49-F238E27FC236}">
                      <a16:creationId xmlns:a16="http://schemas.microsoft.com/office/drawing/2014/main" id="{3CC96D27-F682-4858-96F2-93BA2F194847}"/>
                    </a:ext>
                  </a:extLst>
                </p:cNvPr>
                <p:cNvSpPr/>
                <p:nvPr/>
              </p:nvSpPr>
              <p:spPr>
                <a:xfrm>
                  <a:off x="6767968" y="1479780"/>
                  <a:ext cx="24692" cy="11291"/>
                </a:xfrm>
                <a:custGeom>
                  <a:avLst/>
                  <a:gdLst>
                    <a:gd name="connsiteX0" fmla="*/ 24692 w 24692"/>
                    <a:gd name="connsiteY0" fmla="*/ 342 h 11291"/>
                    <a:gd name="connsiteX1" fmla="*/ 21988 w 24692"/>
                    <a:gd name="connsiteY1" fmla="*/ 76 h 11291"/>
                    <a:gd name="connsiteX2" fmla="*/ 15471 w 24692"/>
                    <a:gd name="connsiteY2" fmla="*/ 430 h 11291"/>
                    <a:gd name="connsiteX3" fmla="*/ 7403 w 24692"/>
                    <a:gd name="connsiteY3" fmla="*/ 3356 h 11291"/>
                    <a:gd name="connsiteX4" fmla="*/ 0 w 24692"/>
                    <a:gd name="connsiteY4" fmla="*/ 11291 h 11291"/>
                    <a:gd name="connsiteX5" fmla="*/ 6561 w 24692"/>
                    <a:gd name="connsiteY5" fmla="*/ 5351 h 11291"/>
                    <a:gd name="connsiteX6" fmla="*/ 14319 w 24692"/>
                    <a:gd name="connsiteY6" fmla="*/ 1627 h 11291"/>
                    <a:gd name="connsiteX7" fmla="*/ 24692 w 24692"/>
                    <a:gd name="connsiteY7" fmla="*/ 342 h 11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692" h="11291">
                      <a:moveTo>
                        <a:pt x="24692" y="342"/>
                      </a:moveTo>
                      <a:cubicBezTo>
                        <a:pt x="24692" y="342"/>
                        <a:pt x="23628" y="209"/>
                        <a:pt x="21988" y="76"/>
                      </a:cubicBezTo>
                      <a:cubicBezTo>
                        <a:pt x="20303" y="-57"/>
                        <a:pt x="18043" y="-57"/>
                        <a:pt x="15471" y="430"/>
                      </a:cubicBezTo>
                      <a:cubicBezTo>
                        <a:pt x="12945" y="829"/>
                        <a:pt x="10107" y="1627"/>
                        <a:pt x="7403" y="3356"/>
                      </a:cubicBezTo>
                      <a:cubicBezTo>
                        <a:pt x="4655" y="5085"/>
                        <a:pt x="2083" y="7479"/>
                        <a:pt x="0" y="11291"/>
                      </a:cubicBezTo>
                      <a:cubicBezTo>
                        <a:pt x="0" y="11291"/>
                        <a:pt x="2305" y="8232"/>
                        <a:pt x="6561" y="5351"/>
                      </a:cubicBezTo>
                      <a:cubicBezTo>
                        <a:pt x="8689" y="3888"/>
                        <a:pt x="11304" y="2514"/>
                        <a:pt x="14319" y="1627"/>
                      </a:cubicBezTo>
                      <a:cubicBezTo>
                        <a:pt x="17333" y="652"/>
                        <a:pt x="20791" y="164"/>
                        <a:pt x="24692" y="3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88" name="Forme libre : forme 25787">
                  <a:extLst>
                    <a:ext uri="{FF2B5EF4-FFF2-40B4-BE49-F238E27FC236}">
                      <a16:creationId xmlns:a16="http://schemas.microsoft.com/office/drawing/2014/main" id="{66A7ACF4-DB67-4EE2-843A-9714000BF162}"/>
                    </a:ext>
                  </a:extLst>
                </p:cNvPr>
                <p:cNvSpPr/>
                <p:nvPr/>
              </p:nvSpPr>
              <p:spPr>
                <a:xfrm>
                  <a:off x="6801114" y="1499514"/>
                  <a:ext cx="11482" cy="7016"/>
                </a:xfrm>
                <a:custGeom>
                  <a:avLst/>
                  <a:gdLst>
                    <a:gd name="connsiteX0" fmla="*/ 11318 w 11482"/>
                    <a:gd name="connsiteY0" fmla="*/ 5655 h 7016"/>
                    <a:gd name="connsiteX1" fmla="*/ 4181 w 11482"/>
                    <a:gd name="connsiteY1" fmla="*/ 6187 h 7016"/>
                    <a:gd name="connsiteX2" fmla="*/ 235 w 11482"/>
                    <a:gd name="connsiteY2" fmla="*/ 1178 h 7016"/>
                    <a:gd name="connsiteX3" fmla="*/ 7151 w 11482"/>
                    <a:gd name="connsiteY3" fmla="*/ 779 h 7016"/>
                    <a:gd name="connsiteX4" fmla="*/ 11318 w 11482"/>
                    <a:gd name="connsiteY4" fmla="*/ 5655 h 7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82" h="7016">
                      <a:moveTo>
                        <a:pt x="11318" y="5655"/>
                      </a:moveTo>
                      <a:cubicBezTo>
                        <a:pt x="10565" y="7295"/>
                        <a:pt x="7328" y="7428"/>
                        <a:pt x="4181" y="6187"/>
                      </a:cubicBezTo>
                      <a:cubicBezTo>
                        <a:pt x="1033" y="4990"/>
                        <a:pt x="-651" y="2596"/>
                        <a:pt x="235" y="1178"/>
                      </a:cubicBezTo>
                      <a:cubicBezTo>
                        <a:pt x="1122" y="-197"/>
                        <a:pt x="4181" y="-418"/>
                        <a:pt x="7151" y="779"/>
                      </a:cubicBezTo>
                      <a:cubicBezTo>
                        <a:pt x="10165" y="2064"/>
                        <a:pt x="12072" y="4104"/>
                        <a:pt x="11318" y="565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89" name="Forme libre : forme 25788">
                  <a:extLst>
                    <a:ext uri="{FF2B5EF4-FFF2-40B4-BE49-F238E27FC236}">
                      <a16:creationId xmlns:a16="http://schemas.microsoft.com/office/drawing/2014/main" id="{43BE5D30-D627-4F41-95AD-E1075BE9A4BB}"/>
                    </a:ext>
                  </a:extLst>
                </p:cNvPr>
                <p:cNvSpPr/>
                <p:nvPr/>
              </p:nvSpPr>
              <p:spPr>
                <a:xfrm>
                  <a:off x="6810879" y="1503083"/>
                  <a:ext cx="3284" cy="2664"/>
                </a:xfrm>
                <a:custGeom>
                  <a:avLst/>
                  <a:gdLst>
                    <a:gd name="connsiteX0" fmla="*/ 3283 w 3284"/>
                    <a:gd name="connsiteY0" fmla="*/ 1377 h 2664"/>
                    <a:gd name="connsiteX1" fmla="*/ 1554 w 3284"/>
                    <a:gd name="connsiteY1" fmla="*/ 2662 h 2664"/>
                    <a:gd name="connsiteX2" fmla="*/ 2 w 3284"/>
                    <a:gd name="connsiteY2" fmla="*/ 1244 h 2664"/>
                    <a:gd name="connsiteX3" fmla="*/ 1731 w 3284"/>
                    <a:gd name="connsiteY3" fmla="*/ 2 h 2664"/>
                    <a:gd name="connsiteX4" fmla="*/ 3283 w 3284"/>
                    <a:gd name="connsiteY4" fmla="*/ 1377 h 2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84" h="2664">
                      <a:moveTo>
                        <a:pt x="3283" y="1377"/>
                      </a:moveTo>
                      <a:cubicBezTo>
                        <a:pt x="3238" y="2130"/>
                        <a:pt x="2485" y="2707"/>
                        <a:pt x="1554" y="2662"/>
                      </a:cubicBezTo>
                      <a:cubicBezTo>
                        <a:pt x="623" y="2618"/>
                        <a:pt x="-42" y="1997"/>
                        <a:pt x="2" y="1244"/>
                      </a:cubicBezTo>
                      <a:cubicBezTo>
                        <a:pt x="46" y="534"/>
                        <a:pt x="844" y="-42"/>
                        <a:pt x="1731" y="2"/>
                      </a:cubicBezTo>
                      <a:cubicBezTo>
                        <a:pt x="2617" y="2"/>
                        <a:pt x="3327" y="623"/>
                        <a:pt x="3283" y="13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90" name="Forme libre : forme 25789">
                  <a:extLst>
                    <a:ext uri="{FF2B5EF4-FFF2-40B4-BE49-F238E27FC236}">
                      <a16:creationId xmlns:a16="http://schemas.microsoft.com/office/drawing/2014/main" id="{4285BAAC-5E07-4DB7-8257-713488F0553F}"/>
                    </a:ext>
                  </a:extLst>
                </p:cNvPr>
                <p:cNvSpPr/>
                <p:nvPr/>
              </p:nvSpPr>
              <p:spPr>
                <a:xfrm>
                  <a:off x="6802997" y="1485059"/>
                  <a:ext cx="25441" cy="24621"/>
                </a:xfrm>
                <a:custGeom>
                  <a:avLst/>
                  <a:gdLst>
                    <a:gd name="connsiteX0" fmla="*/ 22646 w 25441"/>
                    <a:gd name="connsiteY0" fmla="*/ 9160 h 24621"/>
                    <a:gd name="connsiteX1" fmla="*/ 25439 w 25441"/>
                    <a:gd name="connsiteY1" fmla="*/ 20907 h 24621"/>
                    <a:gd name="connsiteX2" fmla="*/ 23222 w 25441"/>
                    <a:gd name="connsiteY2" fmla="*/ 24587 h 24621"/>
                    <a:gd name="connsiteX3" fmla="*/ 19543 w 25441"/>
                    <a:gd name="connsiteY3" fmla="*/ 22326 h 24621"/>
                    <a:gd name="connsiteX4" fmla="*/ 12672 w 25441"/>
                    <a:gd name="connsiteY4" fmla="*/ 11332 h 24621"/>
                    <a:gd name="connsiteX5" fmla="*/ 4470 w 25441"/>
                    <a:gd name="connsiteY5" fmla="*/ 7209 h 24621"/>
                    <a:gd name="connsiteX6" fmla="*/ 702 w 25441"/>
                    <a:gd name="connsiteY6" fmla="*/ 4372 h 24621"/>
                    <a:gd name="connsiteX7" fmla="*/ 481 w 25441"/>
                    <a:gd name="connsiteY7" fmla="*/ 1579 h 24621"/>
                    <a:gd name="connsiteX8" fmla="*/ 8327 w 25441"/>
                    <a:gd name="connsiteY8" fmla="*/ 249 h 24621"/>
                    <a:gd name="connsiteX9" fmla="*/ 16218 w 25441"/>
                    <a:gd name="connsiteY9" fmla="*/ 2510 h 24621"/>
                    <a:gd name="connsiteX10" fmla="*/ 22646 w 25441"/>
                    <a:gd name="connsiteY10" fmla="*/ 9160 h 24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441" h="24621">
                      <a:moveTo>
                        <a:pt x="22646" y="9160"/>
                      </a:moveTo>
                      <a:cubicBezTo>
                        <a:pt x="24597" y="12795"/>
                        <a:pt x="25350" y="16873"/>
                        <a:pt x="25439" y="20907"/>
                      </a:cubicBezTo>
                      <a:cubicBezTo>
                        <a:pt x="25483" y="22370"/>
                        <a:pt x="25040" y="24276"/>
                        <a:pt x="23222" y="24587"/>
                      </a:cubicBezTo>
                      <a:cubicBezTo>
                        <a:pt x="21538" y="24853"/>
                        <a:pt x="20252" y="23523"/>
                        <a:pt x="19543" y="22326"/>
                      </a:cubicBezTo>
                      <a:cubicBezTo>
                        <a:pt x="17326" y="18646"/>
                        <a:pt x="16174" y="14169"/>
                        <a:pt x="12672" y="11332"/>
                      </a:cubicBezTo>
                      <a:cubicBezTo>
                        <a:pt x="11563" y="10489"/>
                        <a:pt x="7618" y="9115"/>
                        <a:pt x="4470" y="7209"/>
                      </a:cubicBezTo>
                      <a:cubicBezTo>
                        <a:pt x="2874" y="6278"/>
                        <a:pt x="1500" y="5436"/>
                        <a:pt x="702" y="4372"/>
                      </a:cubicBezTo>
                      <a:cubicBezTo>
                        <a:pt x="-96" y="3352"/>
                        <a:pt x="-273" y="2421"/>
                        <a:pt x="481" y="1579"/>
                      </a:cubicBezTo>
                      <a:cubicBezTo>
                        <a:pt x="1988" y="-17"/>
                        <a:pt x="5135" y="-283"/>
                        <a:pt x="8327" y="249"/>
                      </a:cubicBezTo>
                      <a:cubicBezTo>
                        <a:pt x="11475" y="737"/>
                        <a:pt x="14711" y="1579"/>
                        <a:pt x="16218" y="2510"/>
                      </a:cubicBezTo>
                      <a:cubicBezTo>
                        <a:pt x="18967" y="4062"/>
                        <a:pt x="21183" y="6411"/>
                        <a:pt x="22646" y="916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16" name="Graphique 2">
                <a:extLst>
                  <a:ext uri="{FF2B5EF4-FFF2-40B4-BE49-F238E27FC236}">
                    <a16:creationId xmlns:a16="http://schemas.microsoft.com/office/drawing/2014/main" id="{59613727-13EC-422B-B23F-071F5286EEC9}"/>
                  </a:ext>
                </a:extLst>
              </p:cNvPr>
              <p:cNvGrpSpPr/>
              <p:nvPr/>
            </p:nvGrpSpPr>
            <p:grpSpPr>
              <a:xfrm>
                <a:off x="6833025" y="1468163"/>
                <a:ext cx="72340" cy="59285"/>
                <a:chOff x="6833025" y="1468163"/>
                <a:chExt cx="72340" cy="59285"/>
              </a:xfrm>
              <a:solidFill>
                <a:schemeClr val="accent1"/>
              </a:solidFill>
            </p:grpSpPr>
            <p:sp>
              <p:nvSpPr>
                <p:cNvPr id="25767" name="Forme libre : forme 25766">
                  <a:extLst>
                    <a:ext uri="{FF2B5EF4-FFF2-40B4-BE49-F238E27FC236}">
                      <a16:creationId xmlns:a16="http://schemas.microsoft.com/office/drawing/2014/main" id="{D89F89DF-DAEC-447F-AEF2-89F13679A6E1}"/>
                    </a:ext>
                  </a:extLst>
                </p:cNvPr>
                <p:cNvSpPr/>
                <p:nvPr/>
              </p:nvSpPr>
              <p:spPr>
                <a:xfrm>
                  <a:off x="6833025" y="1468163"/>
                  <a:ext cx="72282" cy="59285"/>
                </a:xfrm>
                <a:custGeom>
                  <a:avLst/>
                  <a:gdLst>
                    <a:gd name="connsiteX0" fmla="*/ 57828 w 72282"/>
                    <a:gd name="connsiteY0" fmla="*/ 47468 h 59285"/>
                    <a:gd name="connsiteX1" fmla="*/ 43731 w 72282"/>
                    <a:gd name="connsiteY1" fmla="*/ 53541 h 59285"/>
                    <a:gd name="connsiteX2" fmla="*/ 29013 w 72282"/>
                    <a:gd name="connsiteY2" fmla="*/ 58285 h 59285"/>
                    <a:gd name="connsiteX3" fmla="*/ 18773 w 72282"/>
                    <a:gd name="connsiteY3" fmla="*/ 59216 h 59285"/>
                    <a:gd name="connsiteX4" fmla="*/ 9995 w 72282"/>
                    <a:gd name="connsiteY4" fmla="*/ 56689 h 59285"/>
                    <a:gd name="connsiteX5" fmla="*/ 1351 w 72282"/>
                    <a:gd name="connsiteY5" fmla="*/ 44853 h 59285"/>
                    <a:gd name="connsiteX6" fmla="*/ 65 w 72282"/>
                    <a:gd name="connsiteY6" fmla="*/ 31199 h 59285"/>
                    <a:gd name="connsiteX7" fmla="*/ 4321 w 72282"/>
                    <a:gd name="connsiteY7" fmla="*/ 17855 h 59285"/>
                    <a:gd name="connsiteX8" fmla="*/ 9463 w 72282"/>
                    <a:gd name="connsiteY8" fmla="*/ 13023 h 59285"/>
                    <a:gd name="connsiteX9" fmla="*/ 15936 w 72282"/>
                    <a:gd name="connsiteY9" fmla="*/ 9964 h 59285"/>
                    <a:gd name="connsiteX10" fmla="*/ 25954 w 72282"/>
                    <a:gd name="connsiteY10" fmla="*/ 6595 h 59285"/>
                    <a:gd name="connsiteX11" fmla="*/ 35707 w 72282"/>
                    <a:gd name="connsiteY11" fmla="*/ 2251 h 59285"/>
                    <a:gd name="connsiteX12" fmla="*/ 42712 w 72282"/>
                    <a:gd name="connsiteY12" fmla="*/ 167 h 59285"/>
                    <a:gd name="connsiteX13" fmla="*/ 49938 w 72282"/>
                    <a:gd name="connsiteY13" fmla="*/ 477 h 59285"/>
                    <a:gd name="connsiteX14" fmla="*/ 61951 w 72282"/>
                    <a:gd name="connsiteY14" fmla="*/ 7925 h 59285"/>
                    <a:gd name="connsiteX15" fmla="*/ 69798 w 72282"/>
                    <a:gd name="connsiteY15" fmla="*/ 19451 h 59285"/>
                    <a:gd name="connsiteX16" fmla="*/ 71039 w 72282"/>
                    <a:gd name="connsiteY16" fmla="*/ 34213 h 59285"/>
                    <a:gd name="connsiteX17" fmla="*/ 66074 w 72282"/>
                    <a:gd name="connsiteY17" fmla="*/ 41616 h 59285"/>
                    <a:gd name="connsiteX18" fmla="*/ 57828 w 72282"/>
                    <a:gd name="connsiteY18" fmla="*/ 47468 h 59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2282" h="59285">
                      <a:moveTo>
                        <a:pt x="57828" y="47468"/>
                      </a:moveTo>
                      <a:cubicBezTo>
                        <a:pt x="53307" y="49773"/>
                        <a:pt x="48519" y="51680"/>
                        <a:pt x="43731" y="53541"/>
                      </a:cubicBezTo>
                      <a:cubicBezTo>
                        <a:pt x="38943" y="55403"/>
                        <a:pt x="33978" y="56822"/>
                        <a:pt x="29013" y="58285"/>
                      </a:cubicBezTo>
                      <a:cubicBezTo>
                        <a:pt x="25467" y="59127"/>
                        <a:pt x="21965" y="59437"/>
                        <a:pt x="18773" y="59216"/>
                      </a:cubicBezTo>
                      <a:cubicBezTo>
                        <a:pt x="15492" y="58817"/>
                        <a:pt x="12522" y="57975"/>
                        <a:pt x="9995" y="56689"/>
                      </a:cubicBezTo>
                      <a:cubicBezTo>
                        <a:pt x="4942" y="54206"/>
                        <a:pt x="1794" y="49729"/>
                        <a:pt x="1351" y="44853"/>
                      </a:cubicBezTo>
                      <a:lnTo>
                        <a:pt x="65" y="31199"/>
                      </a:lnTo>
                      <a:cubicBezTo>
                        <a:pt x="-378" y="26189"/>
                        <a:pt x="1484" y="21667"/>
                        <a:pt x="4321" y="17855"/>
                      </a:cubicBezTo>
                      <a:cubicBezTo>
                        <a:pt x="5784" y="15949"/>
                        <a:pt x="7513" y="14309"/>
                        <a:pt x="9463" y="13023"/>
                      </a:cubicBezTo>
                      <a:cubicBezTo>
                        <a:pt x="11370" y="11604"/>
                        <a:pt x="13542" y="10540"/>
                        <a:pt x="15936" y="9964"/>
                      </a:cubicBezTo>
                      <a:cubicBezTo>
                        <a:pt x="19305" y="8900"/>
                        <a:pt x="22674" y="7925"/>
                        <a:pt x="25954" y="6595"/>
                      </a:cubicBezTo>
                      <a:cubicBezTo>
                        <a:pt x="29235" y="5265"/>
                        <a:pt x="32560" y="3979"/>
                        <a:pt x="35707" y="2251"/>
                      </a:cubicBezTo>
                      <a:cubicBezTo>
                        <a:pt x="37968" y="1187"/>
                        <a:pt x="40362" y="566"/>
                        <a:pt x="42712" y="167"/>
                      </a:cubicBezTo>
                      <a:cubicBezTo>
                        <a:pt x="45105" y="-143"/>
                        <a:pt x="47543" y="-10"/>
                        <a:pt x="49938" y="477"/>
                      </a:cubicBezTo>
                      <a:cubicBezTo>
                        <a:pt x="54592" y="1320"/>
                        <a:pt x="59114" y="3802"/>
                        <a:pt x="61951" y="7925"/>
                      </a:cubicBezTo>
                      <a:lnTo>
                        <a:pt x="69798" y="19451"/>
                      </a:lnTo>
                      <a:cubicBezTo>
                        <a:pt x="72635" y="23618"/>
                        <a:pt x="73034" y="28893"/>
                        <a:pt x="71039" y="34213"/>
                      </a:cubicBezTo>
                      <a:cubicBezTo>
                        <a:pt x="69975" y="36740"/>
                        <a:pt x="68290" y="39267"/>
                        <a:pt x="66074" y="41616"/>
                      </a:cubicBezTo>
                      <a:cubicBezTo>
                        <a:pt x="63857" y="43966"/>
                        <a:pt x="61065" y="45917"/>
                        <a:pt x="57828" y="4746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68" name="Forme libre : forme 25767">
                  <a:extLst>
                    <a:ext uri="{FF2B5EF4-FFF2-40B4-BE49-F238E27FC236}">
                      <a16:creationId xmlns:a16="http://schemas.microsoft.com/office/drawing/2014/main" id="{D0C0616A-B84B-43C1-A9D9-EF1803154E8D}"/>
                    </a:ext>
                  </a:extLst>
                </p:cNvPr>
                <p:cNvSpPr/>
                <p:nvPr/>
              </p:nvSpPr>
              <p:spPr>
                <a:xfrm>
                  <a:off x="6833844" y="1487215"/>
                  <a:ext cx="71521" cy="40233"/>
                </a:xfrm>
                <a:custGeom>
                  <a:avLst/>
                  <a:gdLst>
                    <a:gd name="connsiteX0" fmla="*/ 28594 w 71521"/>
                    <a:gd name="connsiteY0" fmla="*/ 21900 h 40233"/>
                    <a:gd name="connsiteX1" fmla="*/ 20836 w 71521"/>
                    <a:gd name="connsiteY1" fmla="*/ 24781 h 40233"/>
                    <a:gd name="connsiteX2" fmla="*/ 12945 w 71521"/>
                    <a:gd name="connsiteY2" fmla="*/ 25402 h 40233"/>
                    <a:gd name="connsiteX3" fmla="*/ 0 w 71521"/>
                    <a:gd name="connsiteY3" fmla="*/ 19905 h 40233"/>
                    <a:gd name="connsiteX4" fmla="*/ 576 w 71521"/>
                    <a:gd name="connsiteY4" fmla="*/ 25801 h 40233"/>
                    <a:gd name="connsiteX5" fmla="*/ 9221 w 71521"/>
                    <a:gd name="connsiteY5" fmla="*/ 37637 h 40233"/>
                    <a:gd name="connsiteX6" fmla="*/ 17998 w 71521"/>
                    <a:gd name="connsiteY6" fmla="*/ 40164 h 40233"/>
                    <a:gd name="connsiteX7" fmla="*/ 28239 w 71521"/>
                    <a:gd name="connsiteY7" fmla="*/ 39233 h 40233"/>
                    <a:gd name="connsiteX8" fmla="*/ 42957 w 71521"/>
                    <a:gd name="connsiteY8" fmla="*/ 34489 h 40233"/>
                    <a:gd name="connsiteX9" fmla="*/ 57054 w 71521"/>
                    <a:gd name="connsiteY9" fmla="*/ 28416 h 40233"/>
                    <a:gd name="connsiteX10" fmla="*/ 65299 w 71521"/>
                    <a:gd name="connsiteY10" fmla="*/ 22520 h 40233"/>
                    <a:gd name="connsiteX11" fmla="*/ 70264 w 71521"/>
                    <a:gd name="connsiteY11" fmla="*/ 15117 h 40233"/>
                    <a:gd name="connsiteX12" fmla="*/ 69023 w 71521"/>
                    <a:gd name="connsiteY12" fmla="*/ 355 h 40233"/>
                    <a:gd name="connsiteX13" fmla="*/ 68757 w 71521"/>
                    <a:gd name="connsiteY13" fmla="*/ 0 h 40233"/>
                    <a:gd name="connsiteX14" fmla="*/ 59226 w 71521"/>
                    <a:gd name="connsiteY14" fmla="*/ 6384 h 40233"/>
                    <a:gd name="connsiteX15" fmla="*/ 49207 w 71521"/>
                    <a:gd name="connsiteY15" fmla="*/ 11703 h 40233"/>
                    <a:gd name="connsiteX16" fmla="*/ 44154 w 71521"/>
                    <a:gd name="connsiteY16" fmla="*/ 14230 h 40233"/>
                    <a:gd name="connsiteX17" fmla="*/ 39011 w 71521"/>
                    <a:gd name="connsiteY17" fmla="*/ 16624 h 40233"/>
                    <a:gd name="connsiteX18" fmla="*/ 28594 w 71521"/>
                    <a:gd name="connsiteY18" fmla="*/ 21900 h 40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1521" h="40233">
                      <a:moveTo>
                        <a:pt x="28594" y="21900"/>
                      </a:moveTo>
                      <a:cubicBezTo>
                        <a:pt x="26155" y="23318"/>
                        <a:pt x="23495" y="24249"/>
                        <a:pt x="20836" y="24781"/>
                      </a:cubicBezTo>
                      <a:cubicBezTo>
                        <a:pt x="18176" y="25313"/>
                        <a:pt x="15516" y="25712"/>
                        <a:pt x="12945" y="25402"/>
                      </a:cubicBezTo>
                      <a:cubicBezTo>
                        <a:pt x="7802" y="24958"/>
                        <a:pt x="3192" y="23185"/>
                        <a:pt x="0" y="19905"/>
                      </a:cubicBezTo>
                      <a:lnTo>
                        <a:pt x="576" y="25801"/>
                      </a:lnTo>
                      <a:cubicBezTo>
                        <a:pt x="1020" y="30677"/>
                        <a:pt x="4167" y="35154"/>
                        <a:pt x="9221" y="37637"/>
                      </a:cubicBezTo>
                      <a:cubicBezTo>
                        <a:pt x="11748" y="38878"/>
                        <a:pt x="14718" y="39765"/>
                        <a:pt x="17998" y="40164"/>
                      </a:cubicBezTo>
                      <a:cubicBezTo>
                        <a:pt x="21234" y="40385"/>
                        <a:pt x="24737" y="40075"/>
                        <a:pt x="28239" y="39233"/>
                      </a:cubicBezTo>
                      <a:cubicBezTo>
                        <a:pt x="33159" y="37770"/>
                        <a:pt x="38169" y="36351"/>
                        <a:pt x="42957" y="34489"/>
                      </a:cubicBezTo>
                      <a:cubicBezTo>
                        <a:pt x="47745" y="32628"/>
                        <a:pt x="52532" y="30766"/>
                        <a:pt x="57054" y="28416"/>
                      </a:cubicBezTo>
                      <a:cubicBezTo>
                        <a:pt x="60290" y="26909"/>
                        <a:pt x="63127" y="24914"/>
                        <a:pt x="65299" y="22520"/>
                      </a:cubicBezTo>
                      <a:cubicBezTo>
                        <a:pt x="67516" y="20171"/>
                        <a:pt x="69201" y="17688"/>
                        <a:pt x="70264" y="15117"/>
                      </a:cubicBezTo>
                      <a:cubicBezTo>
                        <a:pt x="72259" y="9797"/>
                        <a:pt x="71905" y="4522"/>
                        <a:pt x="69023" y="355"/>
                      </a:cubicBezTo>
                      <a:lnTo>
                        <a:pt x="68757" y="0"/>
                      </a:lnTo>
                      <a:cubicBezTo>
                        <a:pt x="65699" y="2394"/>
                        <a:pt x="62551" y="4566"/>
                        <a:pt x="59226" y="6384"/>
                      </a:cubicBezTo>
                      <a:cubicBezTo>
                        <a:pt x="55946" y="8334"/>
                        <a:pt x="52621" y="10107"/>
                        <a:pt x="49207" y="11703"/>
                      </a:cubicBezTo>
                      <a:lnTo>
                        <a:pt x="44154" y="14230"/>
                      </a:lnTo>
                      <a:cubicBezTo>
                        <a:pt x="42425" y="15028"/>
                        <a:pt x="40740" y="15826"/>
                        <a:pt x="39011" y="16624"/>
                      </a:cubicBezTo>
                      <a:cubicBezTo>
                        <a:pt x="35509" y="18353"/>
                        <a:pt x="32051" y="19993"/>
                        <a:pt x="28594" y="21900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69" name="Forme libre : forme 25768">
                  <a:extLst>
                    <a:ext uri="{FF2B5EF4-FFF2-40B4-BE49-F238E27FC236}">
                      <a16:creationId xmlns:a16="http://schemas.microsoft.com/office/drawing/2014/main" id="{60B92E76-0A2F-4DCC-A965-61DAD211D9C1}"/>
                    </a:ext>
                  </a:extLst>
                </p:cNvPr>
                <p:cNvSpPr/>
                <p:nvPr/>
              </p:nvSpPr>
              <p:spPr>
                <a:xfrm>
                  <a:off x="6857209" y="1486637"/>
                  <a:ext cx="30657" cy="21587"/>
                </a:xfrm>
                <a:custGeom>
                  <a:avLst/>
                  <a:gdLst>
                    <a:gd name="connsiteX0" fmla="*/ 29921 w 30657"/>
                    <a:gd name="connsiteY0" fmla="*/ 3858 h 21587"/>
                    <a:gd name="connsiteX1" fmla="*/ 28857 w 30657"/>
                    <a:gd name="connsiteY1" fmla="*/ 12103 h 21587"/>
                    <a:gd name="connsiteX2" fmla="*/ 19104 w 30657"/>
                    <a:gd name="connsiteY2" fmla="*/ 19684 h 21587"/>
                    <a:gd name="connsiteX3" fmla="*/ 12588 w 30657"/>
                    <a:gd name="connsiteY3" fmla="*/ 21457 h 21587"/>
                    <a:gd name="connsiteX4" fmla="*/ 6780 w 30657"/>
                    <a:gd name="connsiteY4" fmla="*/ 21236 h 21587"/>
                    <a:gd name="connsiteX5" fmla="*/ 219 w 30657"/>
                    <a:gd name="connsiteY5" fmla="*/ 16271 h 21587"/>
                    <a:gd name="connsiteX6" fmla="*/ 2657 w 30657"/>
                    <a:gd name="connsiteY6" fmla="*/ 8468 h 21587"/>
                    <a:gd name="connsiteX7" fmla="*/ 6603 w 30657"/>
                    <a:gd name="connsiteY7" fmla="*/ 5011 h 21587"/>
                    <a:gd name="connsiteX8" fmla="*/ 11790 w 30657"/>
                    <a:gd name="connsiteY8" fmla="*/ 2129 h 21587"/>
                    <a:gd name="connsiteX9" fmla="*/ 22739 w 30657"/>
                    <a:gd name="connsiteY9" fmla="*/ 90 h 21587"/>
                    <a:gd name="connsiteX10" fmla="*/ 29921 w 30657"/>
                    <a:gd name="connsiteY10" fmla="*/ 3858 h 21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657" h="21587">
                      <a:moveTo>
                        <a:pt x="29921" y="3858"/>
                      </a:moveTo>
                      <a:cubicBezTo>
                        <a:pt x="31162" y="6119"/>
                        <a:pt x="30852" y="9266"/>
                        <a:pt x="28857" y="12103"/>
                      </a:cubicBezTo>
                      <a:cubicBezTo>
                        <a:pt x="26862" y="14896"/>
                        <a:pt x="23582" y="18000"/>
                        <a:pt x="19104" y="19684"/>
                      </a:cubicBezTo>
                      <a:cubicBezTo>
                        <a:pt x="16888" y="20571"/>
                        <a:pt x="14671" y="21147"/>
                        <a:pt x="12588" y="21457"/>
                      </a:cubicBezTo>
                      <a:cubicBezTo>
                        <a:pt x="10504" y="21723"/>
                        <a:pt x="8509" y="21546"/>
                        <a:pt x="6780" y="21236"/>
                      </a:cubicBezTo>
                      <a:cubicBezTo>
                        <a:pt x="3323" y="20526"/>
                        <a:pt x="928" y="18797"/>
                        <a:pt x="219" y="16271"/>
                      </a:cubicBezTo>
                      <a:cubicBezTo>
                        <a:pt x="-490" y="13744"/>
                        <a:pt x="574" y="10951"/>
                        <a:pt x="2657" y="8468"/>
                      </a:cubicBezTo>
                      <a:cubicBezTo>
                        <a:pt x="3721" y="7183"/>
                        <a:pt x="5051" y="6119"/>
                        <a:pt x="6603" y="5011"/>
                      </a:cubicBezTo>
                      <a:cubicBezTo>
                        <a:pt x="8110" y="3858"/>
                        <a:pt x="9839" y="2883"/>
                        <a:pt x="11790" y="2129"/>
                      </a:cubicBezTo>
                      <a:cubicBezTo>
                        <a:pt x="15691" y="666"/>
                        <a:pt x="19370" y="-309"/>
                        <a:pt x="22739" y="90"/>
                      </a:cubicBezTo>
                      <a:cubicBezTo>
                        <a:pt x="25976" y="445"/>
                        <a:pt x="28591" y="1508"/>
                        <a:pt x="29921" y="385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70" name="Forme libre : forme 25769">
                  <a:extLst>
                    <a:ext uri="{FF2B5EF4-FFF2-40B4-BE49-F238E27FC236}">
                      <a16:creationId xmlns:a16="http://schemas.microsoft.com/office/drawing/2014/main" id="{D0EAD434-07B0-499D-B626-1495EC996F13}"/>
                    </a:ext>
                  </a:extLst>
                </p:cNvPr>
                <p:cNvSpPr/>
                <p:nvPr/>
              </p:nvSpPr>
              <p:spPr>
                <a:xfrm>
                  <a:off x="6857204" y="1493332"/>
                  <a:ext cx="25714" cy="14892"/>
                </a:xfrm>
                <a:custGeom>
                  <a:avLst/>
                  <a:gdLst>
                    <a:gd name="connsiteX0" fmla="*/ 4435 w 25714"/>
                    <a:gd name="connsiteY0" fmla="*/ 0 h 14892"/>
                    <a:gd name="connsiteX1" fmla="*/ 224 w 25714"/>
                    <a:gd name="connsiteY1" fmla="*/ 9576 h 14892"/>
                    <a:gd name="connsiteX2" fmla="*/ 6785 w 25714"/>
                    <a:gd name="connsiteY2" fmla="*/ 14541 h 14892"/>
                    <a:gd name="connsiteX3" fmla="*/ 12592 w 25714"/>
                    <a:gd name="connsiteY3" fmla="*/ 14762 h 14892"/>
                    <a:gd name="connsiteX4" fmla="*/ 19109 w 25714"/>
                    <a:gd name="connsiteY4" fmla="*/ 12989 h 14892"/>
                    <a:gd name="connsiteX5" fmla="*/ 25714 w 25714"/>
                    <a:gd name="connsiteY5" fmla="*/ 8911 h 14892"/>
                    <a:gd name="connsiteX6" fmla="*/ 21636 w 25714"/>
                    <a:gd name="connsiteY6" fmla="*/ 10152 h 14892"/>
                    <a:gd name="connsiteX7" fmla="*/ 10509 w 25714"/>
                    <a:gd name="connsiteY7" fmla="*/ 7581 h 14892"/>
                    <a:gd name="connsiteX8" fmla="*/ 4435 w 25714"/>
                    <a:gd name="connsiteY8" fmla="*/ 0 h 14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714" h="14892">
                      <a:moveTo>
                        <a:pt x="4435" y="0"/>
                      </a:moveTo>
                      <a:cubicBezTo>
                        <a:pt x="1155" y="2837"/>
                        <a:pt x="-663" y="6472"/>
                        <a:pt x="224" y="9576"/>
                      </a:cubicBezTo>
                      <a:cubicBezTo>
                        <a:pt x="933" y="12102"/>
                        <a:pt x="3327" y="13831"/>
                        <a:pt x="6785" y="14541"/>
                      </a:cubicBezTo>
                      <a:cubicBezTo>
                        <a:pt x="8514" y="14851"/>
                        <a:pt x="10509" y="15028"/>
                        <a:pt x="12592" y="14762"/>
                      </a:cubicBezTo>
                      <a:cubicBezTo>
                        <a:pt x="14676" y="14452"/>
                        <a:pt x="16892" y="13876"/>
                        <a:pt x="19109" y="12989"/>
                      </a:cubicBezTo>
                      <a:cubicBezTo>
                        <a:pt x="21724" y="12014"/>
                        <a:pt x="23941" y="10507"/>
                        <a:pt x="25714" y="8911"/>
                      </a:cubicBezTo>
                      <a:cubicBezTo>
                        <a:pt x="24384" y="9487"/>
                        <a:pt x="23054" y="9930"/>
                        <a:pt x="21636" y="10152"/>
                      </a:cubicBezTo>
                      <a:cubicBezTo>
                        <a:pt x="17557" y="10241"/>
                        <a:pt x="13568" y="9310"/>
                        <a:pt x="10509" y="7581"/>
                      </a:cubicBezTo>
                      <a:cubicBezTo>
                        <a:pt x="7450" y="5807"/>
                        <a:pt x="5189" y="3059"/>
                        <a:pt x="4435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71" name="Forme libre : forme 25770">
                  <a:extLst>
                    <a:ext uri="{FF2B5EF4-FFF2-40B4-BE49-F238E27FC236}">
                      <a16:creationId xmlns:a16="http://schemas.microsoft.com/office/drawing/2014/main" id="{5CCB34C8-AA7A-4D7F-9E8C-AB5C9651F6BE}"/>
                    </a:ext>
                  </a:extLst>
                </p:cNvPr>
                <p:cNvSpPr/>
                <p:nvPr/>
              </p:nvSpPr>
              <p:spPr>
                <a:xfrm>
                  <a:off x="6859270" y="1487829"/>
                  <a:ext cx="31044" cy="21836"/>
                </a:xfrm>
                <a:custGeom>
                  <a:avLst/>
                  <a:gdLst>
                    <a:gd name="connsiteX0" fmla="*/ 30298 w 31044"/>
                    <a:gd name="connsiteY0" fmla="*/ 3686 h 21836"/>
                    <a:gd name="connsiteX1" fmla="*/ 29279 w 31044"/>
                    <a:gd name="connsiteY1" fmla="*/ 12020 h 21836"/>
                    <a:gd name="connsiteX2" fmla="*/ 25289 w 31044"/>
                    <a:gd name="connsiteY2" fmla="*/ 16231 h 21836"/>
                    <a:gd name="connsiteX3" fmla="*/ 19437 w 31044"/>
                    <a:gd name="connsiteY3" fmla="*/ 19778 h 21836"/>
                    <a:gd name="connsiteX4" fmla="*/ 6980 w 31044"/>
                    <a:gd name="connsiteY4" fmla="*/ 21507 h 21836"/>
                    <a:gd name="connsiteX5" fmla="*/ 242 w 31044"/>
                    <a:gd name="connsiteY5" fmla="*/ 16586 h 21836"/>
                    <a:gd name="connsiteX6" fmla="*/ 2680 w 31044"/>
                    <a:gd name="connsiteY6" fmla="*/ 8784 h 21836"/>
                    <a:gd name="connsiteX7" fmla="*/ 11901 w 31044"/>
                    <a:gd name="connsiteY7" fmla="*/ 2267 h 21836"/>
                    <a:gd name="connsiteX8" fmla="*/ 17619 w 31044"/>
                    <a:gd name="connsiteY8" fmla="*/ 405 h 21836"/>
                    <a:gd name="connsiteX9" fmla="*/ 22983 w 31044"/>
                    <a:gd name="connsiteY9" fmla="*/ 51 h 21836"/>
                    <a:gd name="connsiteX10" fmla="*/ 30298 w 31044"/>
                    <a:gd name="connsiteY10" fmla="*/ 3686 h 21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044" h="21836">
                      <a:moveTo>
                        <a:pt x="30298" y="3686"/>
                      </a:moveTo>
                      <a:cubicBezTo>
                        <a:pt x="31584" y="5947"/>
                        <a:pt x="31185" y="9005"/>
                        <a:pt x="29279" y="12020"/>
                      </a:cubicBezTo>
                      <a:cubicBezTo>
                        <a:pt x="28303" y="13483"/>
                        <a:pt x="26929" y="14901"/>
                        <a:pt x="25289" y="16231"/>
                      </a:cubicBezTo>
                      <a:cubicBezTo>
                        <a:pt x="23604" y="17517"/>
                        <a:pt x="21698" y="18891"/>
                        <a:pt x="19437" y="19778"/>
                      </a:cubicBezTo>
                      <a:cubicBezTo>
                        <a:pt x="14915" y="21507"/>
                        <a:pt x="10526" y="22349"/>
                        <a:pt x="6980" y="21507"/>
                      </a:cubicBezTo>
                      <a:cubicBezTo>
                        <a:pt x="3478" y="20842"/>
                        <a:pt x="995" y="19113"/>
                        <a:pt x="242" y="16586"/>
                      </a:cubicBezTo>
                      <a:cubicBezTo>
                        <a:pt x="-512" y="14059"/>
                        <a:pt x="552" y="11266"/>
                        <a:pt x="2680" y="8784"/>
                      </a:cubicBezTo>
                      <a:cubicBezTo>
                        <a:pt x="4852" y="6434"/>
                        <a:pt x="7955" y="3819"/>
                        <a:pt x="11901" y="2267"/>
                      </a:cubicBezTo>
                      <a:cubicBezTo>
                        <a:pt x="13896" y="1513"/>
                        <a:pt x="15713" y="760"/>
                        <a:pt x="17619" y="405"/>
                      </a:cubicBezTo>
                      <a:cubicBezTo>
                        <a:pt x="19481" y="51"/>
                        <a:pt x="21299" y="-82"/>
                        <a:pt x="22983" y="51"/>
                      </a:cubicBezTo>
                      <a:cubicBezTo>
                        <a:pt x="26264" y="228"/>
                        <a:pt x="29012" y="1380"/>
                        <a:pt x="30298" y="368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72" name="Forme libre : forme 25771">
                  <a:extLst>
                    <a:ext uri="{FF2B5EF4-FFF2-40B4-BE49-F238E27FC236}">
                      <a16:creationId xmlns:a16="http://schemas.microsoft.com/office/drawing/2014/main" id="{57C1F012-0F3F-4CA9-9AE6-131600318DDB}"/>
                    </a:ext>
                  </a:extLst>
                </p:cNvPr>
                <p:cNvSpPr/>
                <p:nvPr/>
              </p:nvSpPr>
              <p:spPr>
                <a:xfrm>
                  <a:off x="6842579" y="1489856"/>
                  <a:ext cx="45132" cy="31043"/>
                </a:xfrm>
                <a:custGeom>
                  <a:avLst/>
                  <a:gdLst>
                    <a:gd name="connsiteX0" fmla="*/ 1683 w 45132"/>
                    <a:gd name="connsiteY0" fmla="*/ 17308 h 31043"/>
                    <a:gd name="connsiteX1" fmla="*/ 4387 w 45132"/>
                    <a:gd name="connsiteY1" fmla="*/ 25731 h 31043"/>
                    <a:gd name="connsiteX2" fmla="*/ 12677 w 45132"/>
                    <a:gd name="connsiteY2" fmla="*/ 30385 h 31043"/>
                    <a:gd name="connsiteX3" fmla="*/ 24203 w 45132"/>
                    <a:gd name="connsiteY3" fmla="*/ 30563 h 31043"/>
                    <a:gd name="connsiteX4" fmla="*/ 41803 w 45132"/>
                    <a:gd name="connsiteY4" fmla="*/ 22628 h 31043"/>
                    <a:gd name="connsiteX5" fmla="*/ 43487 w 45132"/>
                    <a:gd name="connsiteY5" fmla="*/ 12299 h 31043"/>
                    <a:gd name="connsiteX6" fmla="*/ 36217 w 45132"/>
                    <a:gd name="connsiteY6" fmla="*/ 10880 h 31043"/>
                    <a:gd name="connsiteX7" fmla="*/ 19548 w 45132"/>
                    <a:gd name="connsiteY7" fmla="*/ 6225 h 31043"/>
                    <a:gd name="connsiteX8" fmla="*/ 11480 w 45132"/>
                    <a:gd name="connsiteY8" fmla="*/ 1570 h 31043"/>
                    <a:gd name="connsiteX9" fmla="*/ 2658 w 45132"/>
                    <a:gd name="connsiteY9" fmla="*/ 1038 h 31043"/>
                    <a:gd name="connsiteX10" fmla="*/ 87 w 45132"/>
                    <a:gd name="connsiteY10" fmla="*/ 8752 h 31043"/>
                    <a:gd name="connsiteX11" fmla="*/ 1683 w 45132"/>
                    <a:gd name="connsiteY11" fmla="*/ 17308 h 31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5132" h="31043">
                      <a:moveTo>
                        <a:pt x="1683" y="17308"/>
                      </a:moveTo>
                      <a:cubicBezTo>
                        <a:pt x="2082" y="20234"/>
                        <a:pt x="2481" y="23248"/>
                        <a:pt x="4387" y="25731"/>
                      </a:cubicBezTo>
                      <a:cubicBezTo>
                        <a:pt x="6205" y="28169"/>
                        <a:pt x="9131" y="29632"/>
                        <a:pt x="12677" y="30385"/>
                      </a:cubicBezTo>
                      <a:cubicBezTo>
                        <a:pt x="16224" y="31183"/>
                        <a:pt x="20346" y="31272"/>
                        <a:pt x="24203" y="30563"/>
                      </a:cubicBezTo>
                      <a:cubicBezTo>
                        <a:pt x="30720" y="29721"/>
                        <a:pt x="37414" y="26928"/>
                        <a:pt x="41803" y="22628"/>
                      </a:cubicBezTo>
                      <a:cubicBezTo>
                        <a:pt x="45039" y="19259"/>
                        <a:pt x="46502" y="14515"/>
                        <a:pt x="43487" y="12299"/>
                      </a:cubicBezTo>
                      <a:cubicBezTo>
                        <a:pt x="41625" y="10924"/>
                        <a:pt x="38788" y="10969"/>
                        <a:pt x="36217" y="10880"/>
                      </a:cubicBezTo>
                      <a:cubicBezTo>
                        <a:pt x="30010" y="10392"/>
                        <a:pt x="24425" y="8929"/>
                        <a:pt x="19548" y="6225"/>
                      </a:cubicBezTo>
                      <a:cubicBezTo>
                        <a:pt x="17465" y="5073"/>
                        <a:pt x="14495" y="2945"/>
                        <a:pt x="11480" y="1570"/>
                      </a:cubicBezTo>
                      <a:cubicBezTo>
                        <a:pt x="8421" y="107"/>
                        <a:pt x="5362" y="-823"/>
                        <a:pt x="2658" y="1038"/>
                      </a:cubicBezTo>
                      <a:cubicBezTo>
                        <a:pt x="220" y="2590"/>
                        <a:pt x="-223" y="5560"/>
                        <a:pt x="87" y="8752"/>
                      </a:cubicBezTo>
                      <a:cubicBezTo>
                        <a:pt x="353" y="11944"/>
                        <a:pt x="1417" y="15269"/>
                        <a:pt x="1683" y="1730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73" name="Forme libre : forme 25772">
                  <a:extLst>
                    <a:ext uri="{FF2B5EF4-FFF2-40B4-BE49-F238E27FC236}">
                      <a16:creationId xmlns:a16="http://schemas.microsoft.com/office/drawing/2014/main" id="{0E5A0A2E-926B-48C3-9EE4-9F686BA00FAD}"/>
                    </a:ext>
                  </a:extLst>
                </p:cNvPr>
                <p:cNvSpPr/>
                <p:nvPr/>
              </p:nvSpPr>
              <p:spPr>
                <a:xfrm>
                  <a:off x="6848915" y="1487325"/>
                  <a:ext cx="10635" cy="11518"/>
                </a:xfrm>
                <a:custGeom>
                  <a:avLst/>
                  <a:gdLst>
                    <a:gd name="connsiteX0" fmla="*/ 312 w 10635"/>
                    <a:gd name="connsiteY0" fmla="*/ 7958 h 11518"/>
                    <a:gd name="connsiteX1" fmla="*/ 46 w 10635"/>
                    <a:gd name="connsiteY1" fmla="*/ 10086 h 11518"/>
                    <a:gd name="connsiteX2" fmla="*/ 1597 w 10635"/>
                    <a:gd name="connsiteY2" fmla="*/ 11505 h 11518"/>
                    <a:gd name="connsiteX3" fmla="*/ 3770 w 10635"/>
                    <a:gd name="connsiteY3" fmla="*/ 10884 h 11518"/>
                    <a:gd name="connsiteX4" fmla="*/ 8469 w 10635"/>
                    <a:gd name="connsiteY4" fmla="*/ 7515 h 11518"/>
                    <a:gd name="connsiteX5" fmla="*/ 9976 w 10635"/>
                    <a:gd name="connsiteY5" fmla="*/ 5786 h 11518"/>
                    <a:gd name="connsiteX6" fmla="*/ 6651 w 10635"/>
                    <a:gd name="connsiteY6" fmla="*/ 422 h 11518"/>
                    <a:gd name="connsiteX7" fmla="*/ 312 w 10635"/>
                    <a:gd name="connsiteY7" fmla="*/ 7958 h 11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35" h="11518">
                      <a:moveTo>
                        <a:pt x="312" y="7958"/>
                      </a:moveTo>
                      <a:cubicBezTo>
                        <a:pt x="90" y="8668"/>
                        <a:pt x="-87" y="9421"/>
                        <a:pt x="46" y="10086"/>
                      </a:cubicBezTo>
                      <a:cubicBezTo>
                        <a:pt x="223" y="10795"/>
                        <a:pt x="800" y="11416"/>
                        <a:pt x="1597" y="11505"/>
                      </a:cubicBezTo>
                      <a:cubicBezTo>
                        <a:pt x="2351" y="11593"/>
                        <a:pt x="3105" y="11239"/>
                        <a:pt x="3770" y="10884"/>
                      </a:cubicBezTo>
                      <a:cubicBezTo>
                        <a:pt x="5499" y="10042"/>
                        <a:pt x="7094" y="8845"/>
                        <a:pt x="8469" y="7515"/>
                      </a:cubicBezTo>
                      <a:cubicBezTo>
                        <a:pt x="9045" y="6983"/>
                        <a:pt x="9621" y="6407"/>
                        <a:pt x="9976" y="5786"/>
                      </a:cubicBezTo>
                      <a:cubicBezTo>
                        <a:pt x="11483" y="3082"/>
                        <a:pt x="10419" y="-1396"/>
                        <a:pt x="6651" y="422"/>
                      </a:cubicBezTo>
                      <a:cubicBezTo>
                        <a:pt x="3725" y="2018"/>
                        <a:pt x="1287" y="5077"/>
                        <a:pt x="312" y="795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74" name="Forme libre : forme 25773">
                  <a:extLst>
                    <a:ext uri="{FF2B5EF4-FFF2-40B4-BE49-F238E27FC236}">
                      <a16:creationId xmlns:a16="http://schemas.microsoft.com/office/drawing/2014/main" id="{A5899F1B-FAFD-42D1-A304-D6D5D08858E0}"/>
                    </a:ext>
                  </a:extLst>
                </p:cNvPr>
                <p:cNvSpPr/>
                <p:nvPr/>
              </p:nvSpPr>
              <p:spPr>
                <a:xfrm>
                  <a:off x="6890898" y="1487126"/>
                  <a:ext cx="11415" cy="27263"/>
                </a:xfrm>
                <a:custGeom>
                  <a:avLst/>
                  <a:gdLst>
                    <a:gd name="connsiteX0" fmla="*/ 8911 w 11415"/>
                    <a:gd name="connsiteY0" fmla="*/ 0 h 27263"/>
                    <a:gd name="connsiteX1" fmla="*/ 11393 w 11415"/>
                    <a:gd name="connsiteY1" fmla="*/ 7847 h 27263"/>
                    <a:gd name="connsiteX2" fmla="*/ 9354 w 11415"/>
                    <a:gd name="connsiteY2" fmla="*/ 16580 h 27263"/>
                    <a:gd name="connsiteX3" fmla="*/ 0 w 11415"/>
                    <a:gd name="connsiteY3" fmla="*/ 27264 h 27263"/>
                    <a:gd name="connsiteX4" fmla="*/ 2217 w 11415"/>
                    <a:gd name="connsiteY4" fmla="*/ 25180 h 27263"/>
                    <a:gd name="connsiteX5" fmla="*/ 6561 w 11415"/>
                    <a:gd name="connsiteY5" fmla="*/ 19240 h 27263"/>
                    <a:gd name="connsiteX6" fmla="*/ 9842 w 11415"/>
                    <a:gd name="connsiteY6" fmla="*/ 10506 h 27263"/>
                    <a:gd name="connsiteX7" fmla="*/ 8911 w 11415"/>
                    <a:gd name="connsiteY7" fmla="*/ 0 h 27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415" h="27263">
                      <a:moveTo>
                        <a:pt x="8911" y="0"/>
                      </a:moveTo>
                      <a:cubicBezTo>
                        <a:pt x="8911" y="0"/>
                        <a:pt x="11171" y="2881"/>
                        <a:pt x="11393" y="7847"/>
                      </a:cubicBezTo>
                      <a:cubicBezTo>
                        <a:pt x="11526" y="10373"/>
                        <a:pt x="11083" y="13299"/>
                        <a:pt x="9354" y="16580"/>
                      </a:cubicBezTo>
                      <a:cubicBezTo>
                        <a:pt x="7625" y="19860"/>
                        <a:pt x="4921" y="23717"/>
                        <a:pt x="0" y="27264"/>
                      </a:cubicBezTo>
                      <a:cubicBezTo>
                        <a:pt x="0" y="27264"/>
                        <a:pt x="931" y="26510"/>
                        <a:pt x="2217" y="25180"/>
                      </a:cubicBezTo>
                      <a:cubicBezTo>
                        <a:pt x="3546" y="23894"/>
                        <a:pt x="5142" y="21767"/>
                        <a:pt x="6561" y="19240"/>
                      </a:cubicBezTo>
                      <a:cubicBezTo>
                        <a:pt x="7980" y="16713"/>
                        <a:pt x="9265" y="13743"/>
                        <a:pt x="9842" y="10506"/>
                      </a:cubicBezTo>
                      <a:cubicBezTo>
                        <a:pt x="10329" y="7226"/>
                        <a:pt x="10152" y="3635"/>
                        <a:pt x="89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75" name="Forme libre : forme 25774">
                  <a:extLst>
                    <a:ext uri="{FF2B5EF4-FFF2-40B4-BE49-F238E27FC236}">
                      <a16:creationId xmlns:a16="http://schemas.microsoft.com/office/drawing/2014/main" id="{140F8EF3-9A51-44C6-B4F9-851B49E8B823}"/>
                    </a:ext>
                  </a:extLst>
                </p:cNvPr>
                <p:cNvSpPr/>
                <p:nvPr/>
              </p:nvSpPr>
              <p:spPr>
                <a:xfrm>
                  <a:off x="6834376" y="1479191"/>
                  <a:ext cx="16003" cy="21544"/>
                </a:xfrm>
                <a:custGeom>
                  <a:avLst/>
                  <a:gdLst>
                    <a:gd name="connsiteX0" fmla="*/ 16003 w 16003"/>
                    <a:gd name="connsiteY0" fmla="*/ 0 h 21544"/>
                    <a:gd name="connsiteX1" fmla="*/ 13565 w 16003"/>
                    <a:gd name="connsiteY1" fmla="*/ 975 h 21544"/>
                    <a:gd name="connsiteX2" fmla="*/ 8290 w 16003"/>
                    <a:gd name="connsiteY2" fmla="*/ 4477 h 21544"/>
                    <a:gd name="connsiteX3" fmla="*/ 2793 w 16003"/>
                    <a:gd name="connsiteY3" fmla="*/ 10905 h 21544"/>
                    <a:gd name="connsiteX4" fmla="*/ 0 w 16003"/>
                    <a:gd name="connsiteY4" fmla="*/ 21545 h 21544"/>
                    <a:gd name="connsiteX5" fmla="*/ 621 w 16003"/>
                    <a:gd name="connsiteY5" fmla="*/ 19062 h 21544"/>
                    <a:gd name="connsiteX6" fmla="*/ 3014 w 16003"/>
                    <a:gd name="connsiteY6" fmla="*/ 13166 h 21544"/>
                    <a:gd name="connsiteX7" fmla="*/ 7847 w 16003"/>
                    <a:gd name="connsiteY7" fmla="*/ 6162 h 21544"/>
                    <a:gd name="connsiteX8" fmla="*/ 16003 w 16003"/>
                    <a:gd name="connsiteY8" fmla="*/ 0 h 21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03" h="21544">
                      <a:moveTo>
                        <a:pt x="16003" y="0"/>
                      </a:moveTo>
                      <a:cubicBezTo>
                        <a:pt x="16003" y="0"/>
                        <a:pt x="15028" y="310"/>
                        <a:pt x="13565" y="975"/>
                      </a:cubicBezTo>
                      <a:cubicBezTo>
                        <a:pt x="12102" y="1640"/>
                        <a:pt x="10196" y="2793"/>
                        <a:pt x="8290" y="4477"/>
                      </a:cubicBezTo>
                      <a:cubicBezTo>
                        <a:pt x="6339" y="5985"/>
                        <a:pt x="4344" y="8068"/>
                        <a:pt x="2793" y="10905"/>
                      </a:cubicBezTo>
                      <a:cubicBezTo>
                        <a:pt x="1241" y="13787"/>
                        <a:pt x="89" y="17067"/>
                        <a:pt x="0" y="21545"/>
                      </a:cubicBezTo>
                      <a:cubicBezTo>
                        <a:pt x="0" y="21545"/>
                        <a:pt x="133" y="20569"/>
                        <a:pt x="621" y="19062"/>
                      </a:cubicBezTo>
                      <a:cubicBezTo>
                        <a:pt x="1064" y="17511"/>
                        <a:pt x="1862" y="15516"/>
                        <a:pt x="3014" y="13166"/>
                      </a:cubicBezTo>
                      <a:cubicBezTo>
                        <a:pt x="4167" y="10861"/>
                        <a:pt x="5763" y="8378"/>
                        <a:pt x="7847" y="6162"/>
                      </a:cubicBezTo>
                      <a:cubicBezTo>
                        <a:pt x="10019" y="3857"/>
                        <a:pt x="12590" y="1551"/>
                        <a:pt x="1600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76" name="Forme libre : forme 25775">
                  <a:extLst>
                    <a:ext uri="{FF2B5EF4-FFF2-40B4-BE49-F238E27FC236}">
                      <a16:creationId xmlns:a16="http://schemas.microsoft.com/office/drawing/2014/main" id="{6A336768-5059-4362-A13D-D2172836E91F}"/>
                    </a:ext>
                  </a:extLst>
                </p:cNvPr>
                <p:cNvSpPr/>
                <p:nvPr/>
              </p:nvSpPr>
              <p:spPr>
                <a:xfrm>
                  <a:off x="6868023" y="1489149"/>
                  <a:ext cx="11841" cy="6508"/>
                </a:xfrm>
                <a:custGeom>
                  <a:avLst/>
                  <a:gdLst>
                    <a:gd name="connsiteX0" fmla="*/ 11837 w 11841"/>
                    <a:gd name="connsiteY0" fmla="*/ 2277 h 6508"/>
                    <a:gd name="connsiteX1" fmla="*/ 5985 w 11841"/>
                    <a:gd name="connsiteY1" fmla="*/ 6444 h 6508"/>
                    <a:gd name="connsiteX2" fmla="*/ 1 w 11841"/>
                    <a:gd name="connsiteY2" fmla="*/ 3917 h 6508"/>
                    <a:gd name="connsiteX3" fmla="*/ 5808 w 11841"/>
                    <a:gd name="connsiteY3" fmla="*/ 149 h 6508"/>
                    <a:gd name="connsiteX4" fmla="*/ 11837 w 11841"/>
                    <a:gd name="connsiteY4" fmla="*/ 2277 h 6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41" h="6508">
                      <a:moveTo>
                        <a:pt x="11837" y="2277"/>
                      </a:moveTo>
                      <a:cubicBezTo>
                        <a:pt x="11970" y="3962"/>
                        <a:pt x="9354" y="5957"/>
                        <a:pt x="5985" y="6444"/>
                      </a:cubicBezTo>
                      <a:cubicBezTo>
                        <a:pt x="2616" y="6799"/>
                        <a:pt x="-44" y="5646"/>
                        <a:pt x="1" y="3917"/>
                      </a:cubicBezTo>
                      <a:cubicBezTo>
                        <a:pt x="1" y="2144"/>
                        <a:pt x="2616" y="637"/>
                        <a:pt x="5808" y="149"/>
                      </a:cubicBezTo>
                      <a:cubicBezTo>
                        <a:pt x="8955" y="-383"/>
                        <a:pt x="11704" y="548"/>
                        <a:pt x="11837" y="227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77" name="Forme libre : forme 25776">
                  <a:extLst>
                    <a:ext uri="{FF2B5EF4-FFF2-40B4-BE49-F238E27FC236}">
                      <a16:creationId xmlns:a16="http://schemas.microsoft.com/office/drawing/2014/main" id="{98705A2C-2D42-4800-AEEB-92BE075E2CB9}"/>
                    </a:ext>
                  </a:extLst>
                </p:cNvPr>
                <p:cNvSpPr/>
                <p:nvPr/>
              </p:nvSpPr>
              <p:spPr>
                <a:xfrm>
                  <a:off x="6877975" y="1489277"/>
                  <a:ext cx="3167" cy="2835"/>
                </a:xfrm>
                <a:custGeom>
                  <a:avLst/>
                  <a:gdLst>
                    <a:gd name="connsiteX0" fmla="*/ 3038 w 3167"/>
                    <a:gd name="connsiteY0" fmla="*/ 686 h 2835"/>
                    <a:gd name="connsiteX1" fmla="*/ 2195 w 3167"/>
                    <a:gd name="connsiteY1" fmla="*/ 2637 h 2835"/>
                    <a:gd name="connsiteX2" fmla="*/ 112 w 3167"/>
                    <a:gd name="connsiteY2" fmla="*/ 2149 h 2835"/>
                    <a:gd name="connsiteX3" fmla="*/ 954 w 3167"/>
                    <a:gd name="connsiteY3" fmla="*/ 199 h 2835"/>
                    <a:gd name="connsiteX4" fmla="*/ 3038 w 3167"/>
                    <a:gd name="connsiteY4" fmla="*/ 686 h 2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67" h="2835">
                      <a:moveTo>
                        <a:pt x="3038" y="686"/>
                      </a:moveTo>
                      <a:cubicBezTo>
                        <a:pt x="3392" y="1351"/>
                        <a:pt x="2993" y="2238"/>
                        <a:pt x="2195" y="2637"/>
                      </a:cubicBezTo>
                      <a:cubicBezTo>
                        <a:pt x="1397" y="3036"/>
                        <a:pt x="466" y="2814"/>
                        <a:pt x="112" y="2149"/>
                      </a:cubicBezTo>
                      <a:cubicBezTo>
                        <a:pt x="-199" y="1484"/>
                        <a:pt x="156" y="598"/>
                        <a:pt x="954" y="199"/>
                      </a:cubicBezTo>
                      <a:cubicBezTo>
                        <a:pt x="1752" y="-200"/>
                        <a:pt x="2683" y="21"/>
                        <a:pt x="3038" y="6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78" name="Forme libre : forme 25777">
                  <a:extLst>
                    <a:ext uri="{FF2B5EF4-FFF2-40B4-BE49-F238E27FC236}">
                      <a16:creationId xmlns:a16="http://schemas.microsoft.com/office/drawing/2014/main" id="{0E3856F5-3C56-42F1-B4FC-814744296ED6}"/>
                    </a:ext>
                  </a:extLst>
                </p:cNvPr>
                <p:cNvSpPr/>
                <p:nvPr/>
              </p:nvSpPr>
              <p:spPr>
                <a:xfrm>
                  <a:off x="6862653" y="1472575"/>
                  <a:ext cx="32342" cy="16581"/>
                </a:xfrm>
                <a:custGeom>
                  <a:avLst/>
                  <a:gdLst>
                    <a:gd name="connsiteX0" fmla="*/ 23236 w 32342"/>
                    <a:gd name="connsiteY0" fmla="*/ 2671 h 16581"/>
                    <a:gd name="connsiteX1" fmla="*/ 31526 w 32342"/>
                    <a:gd name="connsiteY1" fmla="*/ 11625 h 16581"/>
                    <a:gd name="connsiteX2" fmla="*/ 31437 w 32342"/>
                    <a:gd name="connsiteY2" fmla="*/ 16014 h 16581"/>
                    <a:gd name="connsiteX3" fmla="*/ 27048 w 32342"/>
                    <a:gd name="connsiteY3" fmla="*/ 15793 h 16581"/>
                    <a:gd name="connsiteX4" fmla="*/ 15522 w 32342"/>
                    <a:gd name="connsiteY4" fmla="*/ 9586 h 16581"/>
                    <a:gd name="connsiteX5" fmla="*/ 6346 w 32342"/>
                    <a:gd name="connsiteY5" fmla="*/ 10074 h 16581"/>
                    <a:gd name="connsiteX6" fmla="*/ 51 w 32342"/>
                    <a:gd name="connsiteY6" fmla="*/ 7015 h 16581"/>
                    <a:gd name="connsiteX7" fmla="*/ 6124 w 32342"/>
                    <a:gd name="connsiteY7" fmla="*/ 1961 h 16581"/>
                    <a:gd name="connsiteX8" fmla="*/ 14148 w 32342"/>
                    <a:gd name="connsiteY8" fmla="*/ 11 h 16581"/>
                    <a:gd name="connsiteX9" fmla="*/ 23236 w 32342"/>
                    <a:gd name="connsiteY9" fmla="*/ 2671 h 16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342" h="16581">
                      <a:moveTo>
                        <a:pt x="23236" y="2671"/>
                      </a:moveTo>
                      <a:cubicBezTo>
                        <a:pt x="26826" y="4932"/>
                        <a:pt x="29398" y="8079"/>
                        <a:pt x="31526" y="11625"/>
                      </a:cubicBezTo>
                      <a:cubicBezTo>
                        <a:pt x="32279" y="12911"/>
                        <a:pt x="32944" y="14906"/>
                        <a:pt x="31437" y="16014"/>
                      </a:cubicBezTo>
                      <a:cubicBezTo>
                        <a:pt x="30107" y="17034"/>
                        <a:pt x="28289" y="16502"/>
                        <a:pt x="27048" y="15793"/>
                      </a:cubicBezTo>
                      <a:cubicBezTo>
                        <a:pt x="23191" y="13532"/>
                        <a:pt x="20044" y="10340"/>
                        <a:pt x="15522" y="9586"/>
                      </a:cubicBezTo>
                      <a:cubicBezTo>
                        <a:pt x="14103" y="9320"/>
                        <a:pt x="9936" y="10030"/>
                        <a:pt x="6346" y="10074"/>
                      </a:cubicBezTo>
                      <a:cubicBezTo>
                        <a:pt x="2666" y="9941"/>
                        <a:pt x="-437" y="9276"/>
                        <a:pt x="51" y="7015"/>
                      </a:cubicBezTo>
                      <a:cubicBezTo>
                        <a:pt x="494" y="4710"/>
                        <a:pt x="3198" y="3291"/>
                        <a:pt x="6124" y="1961"/>
                      </a:cubicBezTo>
                      <a:cubicBezTo>
                        <a:pt x="9050" y="720"/>
                        <a:pt x="12463" y="144"/>
                        <a:pt x="14148" y="11"/>
                      </a:cubicBezTo>
                      <a:cubicBezTo>
                        <a:pt x="17340" y="-122"/>
                        <a:pt x="20532" y="986"/>
                        <a:pt x="23236" y="267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17" name="Graphique 2">
                <a:extLst>
                  <a:ext uri="{FF2B5EF4-FFF2-40B4-BE49-F238E27FC236}">
                    <a16:creationId xmlns:a16="http://schemas.microsoft.com/office/drawing/2014/main" id="{5E33AA80-1ABD-4D42-A6B5-B38D6FC7A2FA}"/>
                  </a:ext>
                </a:extLst>
              </p:cNvPr>
              <p:cNvGrpSpPr/>
              <p:nvPr/>
            </p:nvGrpSpPr>
            <p:grpSpPr>
              <a:xfrm>
                <a:off x="6892010" y="1424988"/>
                <a:ext cx="68621" cy="69144"/>
                <a:chOff x="6892010" y="1424988"/>
                <a:chExt cx="68621" cy="69144"/>
              </a:xfrm>
              <a:solidFill>
                <a:schemeClr val="accent1"/>
              </a:solidFill>
            </p:grpSpPr>
            <p:sp>
              <p:nvSpPr>
                <p:cNvPr id="25755" name="Forme libre : forme 25754">
                  <a:extLst>
                    <a:ext uri="{FF2B5EF4-FFF2-40B4-BE49-F238E27FC236}">
                      <a16:creationId xmlns:a16="http://schemas.microsoft.com/office/drawing/2014/main" id="{20C69804-933C-44A0-A0E3-0CFAD0FF5F4E}"/>
                    </a:ext>
                  </a:extLst>
                </p:cNvPr>
                <p:cNvSpPr/>
                <p:nvPr/>
              </p:nvSpPr>
              <p:spPr>
                <a:xfrm>
                  <a:off x="6892010" y="1424988"/>
                  <a:ext cx="68621" cy="69144"/>
                </a:xfrm>
                <a:custGeom>
                  <a:avLst/>
                  <a:gdLst>
                    <a:gd name="connsiteX0" fmla="*/ 61794 w 68621"/>
                    <a:gd name="connsiteY0" fmla="*/ 41745 h 69144"/>
                    <a:gd name="connsiteX1" fmla="*/ 57006 w 68621"/>
                    <a:gd name="connsiteY1" fmla="*/ 47110 h 69144"/>
                    <a:gd name="connsiteX2" fmla="*/ 51864 w 68621"/>
                    <a:gd name="connsiteY2" fmla="*/ 52252 h 69144"/>
                    <a:gd name="connsiteX3" fmla="*/ 46677 w 68621"/>
                    <a:gd name="connsiteY3" fmla="*/ 57394 h 69144"/>
                    <a:gd name="connsiteX4" fmla="*/ 41136 w 68621"/>
                    <a:gd name="connsiteY4" fmla="*/ 62271 h 69144"/>
                    <a:gd name="connsiteX5" fmla="*/ 32757 w 68621"/>
                    <a:gd name="connsiteY5" fmla="*/ 67413 h 69144"/>
                    <a:gd name="connsiteX6" fmla="*/ 24068 w 68621"/>
                    <a:gd name="connsiteY6" fmla="*/ 69142 h 69144"/>
                    <a:gd name="connsiteX7" fmla="*/ 16399 w 68621"/>
                    <a:gd name="connsiteY7" fmla="*/ 67413 h 69144"/>
                    <a:gd name="connsiteX8" fmla="*/ 10813 w 68621"/>
                    <a:gd name="connsiteY8" fmla="*/ 62581 h 69144"/>
                    <a:gd name="connsiteX9" fmla="*/ 2967 w 68621"/>
                    <a:gd name="connsiteY9" fmla="*/ 51055 h 69144"/>
                    <a:gd name="connsiteX10" fmla="*/ 263 w 68621"/>
                    <a:gd name="connsiteY10" fmla="*/ 44272 h 69144"/>
                    <a:gd name="connsiteX11" fmla="*/ 307 w 68621"/>
                    <a:gd name="connsiteY11" fmla="*/ 37046 h 69144"/>
                    <a:gd name="connsiteX12" fmla="*/ 2745 w 68621"/>
                    <a:gd name="connsiteY12" fmla="*/ 30086 h 69144"/>
                    <a:gd name="connsiteX13" fmla="*/ 7444 w 68621"/>
                    <a:gd name="connsiteY13" fmla="*/ 24102 h 69144"/>
                    <a:gd name="connsiteX14" fmla="*/ 11656 w 68621"/>
                    <a:gd name="connsiteY14" fmla="*/ 20334 h 69144"/>
                    <a:gd name="connsiteX15" fmla="*/ 15690 w 68621"/>
                    <a:gd name="connsiteY15" fmla="*/ 16255 h 69144"/>
                    <a:gd name="connsiteX16" fmla="*/ 19724 w 68621"/>
                    <a:gd name="connsiteY16" fmla="*/ 12177 h 69144"/>
                    <a:gd name="connsiteX17" fmla="*/ 23536 w 68621"/>
                    <a:gd name="connsiteY17" fmla="*/ 7788 h 69144"/>
                    <a:gd name="connsiteX18" fmla="*/ 29698 w 68621"/>
                    <a:gd name="connsiteY18" fmla="*/ 2867 h 69144"/>
                    <a:gd name="connsiteX19" fmla="*/ 36791 w 68621"/>
                    <a:gd name="connsiteY19" fmla="*/ 296 h 69144"/>
                    <a:gd name="connsiteX20" fmla="*/ 51066 w 68621"/>
                    <a:gd name="connsiteY20" fmla="*/ 3399 h 69144"/>
                    <a:gd name="connsiteX21" fmla="*/ 62415 w 68621"/>
                    <a:gd name="connsiteY21" fmla="*/ 11866 h 69144"/>
                    <a:gd name="connsiteX22" fmla="*/ 68621 w 68621"/>
                    <a:gd name="connsiteY22" fmla="*/ 25210 h 69144"/>
                    <a:gd name="connsiteX23" fmla="*/ 66981 w 68621"/>
                    <a:gd name="connsiteY23" fmla="*/ 33677 h 69144"/>
                    <a:gd name="connsiteX24" fmla="*/ 61794 w 68621"/>
                    <a:gd name="connsiteY24" fmla="*/ 41745 h 69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8621" h="69144">
                      <a:moveTo>
                        <a:pt x="61794" y="41745"/>
                      </a:moveTo>
                      <a:lnTo>
                        <a:pt x="57006" y="47110"/>
                      </a:lnTo>
                      <a:lnTo>
                        <a:pt x="51864" y="52252"/>
                      </a:lnTo>
                      <a:lnTo>
                        <a:pt x="46677" y="57394"/>
                      </a:lnTo>
                      <a:lnTo>
                        <a:pt x="41136" y="62271"/>
                      </a:lnTo>
                      <a:cubicBezTo>
                        <a:pt x="38565" y="64532"/>
                        <a:pt x="35772" y="66349"/>
                        <a:pt x="32757" y="67413"/>
                      </a:cubicBezTo>
                      <a:cubicBezTo>
                        <a:pt x="29787" y="68521"/>
                        <a:pt x="26817" y="69098"/>
                        <a:pt x="24068" y="69142"/>
                      </a:cubicBezTo>
                      <a:cubicBezTo>
                        <a:pt x="21364" y="69186"/>
                        <a:pt x="18616" y="68521"/>
                        <a:pt x="16399" y="67413"/>
                      </a:cubicBezTo>
                      <a:cubicBezTo>
                        <a:pt x="14138" y="66305"/>
                        <a:pt x="12232" y="64665"/>
                        <a:pt x="10813" y="62581"/>
                      </a:cubicBezTo>
                      <a:lnTo>
                        <a:pt x="2967" y="51055"/>
                      </a:lnTo>
                      <a:cubicBezTo>
                        <a:pt x="1548" y="48971"/>
                        <a:pt x="662" y="46666"/>
                        <a:pt x="263" y="44272"/>
                      </a:cubicBezTo>
                      <a:cubicBezTo>
                        <a:pt x="-136" y="41879"/>
                        <a:pt x="-48" y="39529"/>
                        <a:pt x="307" y="37046"/>
                      </a:cubicBezTo>
                      <a:cubicBezTo>
                        <a:pt x="706" y="34608"/>
                        <a:pt x="1504" y="32259"/>
                        <a:pt x="2745" y="30086"/>
                      </a:cubicBezTo>
                      <a:cubicBezTo>
                        <a:pt x="3986" y="28003"/>
                        <a:pt x="5494" y="25875"/>
                        <a:pt x="7444" y="24102"/>
                      </a:cubicBezTo>
                      <a:lnTo>
                        <a:pt x="11656" y="20334"/>
                      </a:lnTo>
                      <a:lnTo>
                        <a:pt x="15690" y="16255"/>
                      </a:lnTo>
                      <a:lnTo>
                        <a:pt x="19724" y="12177"/>
                      </a:lnTo>
                      <a:lnTo>
                        <a:pt x="23536" y="7788"/>
                      </a:lnTo>
                      <a:cubicBezTo>
                        <a:pt x="25310" y="5704"/>
                        <a:pt x="27482" y="4197"/>
                        <a:pt x="29698" y="2867"/>
                      </a:cubicBezTo>
                      <a:cubicBezTo>
                        <a:pt x="31915" y="1582"/>
                        <a:pt x="34309" y="695"/>
                        <a:pt x="36791" y="296"/>
                      </a:cubicBezTo>
                      <a:cubicBezTo>
                        <a:pt x="41712" y="-546"/>
                        <a:pt x="46943" y="385"/>
                        <a:pt x="51066" y="3399"/>
                      </a:cubicBezTo>
                      <a:lnTo>
                        <a:pt x="62415" y="11866"/>
                      </a:lnTo>
                      <a:cubicBezTo>
                        <a:pt x="66537" y="14925"/>
                        <a:pt x="68665" y="19713"/>
                        <a:pt x="68621" y="25210"/>
                      </a:cubicBezTo>
                      <a:cubicBezTo>
                        <a:pt x="68621" y="27959"/>
                        <a:pt x="68045" y="30840"/>
                        <a:pt x="66981" y="33677"/>
                      </a:cubicBezTo>
                      <a:cubicBezTo>
                        <a:pt x="65828" y="36514"/>
                        <a:pt x="64011" y="39219"/>
                        <a:pt x="61794" y="41745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56" name="Forme libre : forme 25755">
                  <a:extLst>
                    <a:ext uri="{FF2B5EF4-FFF2-40B4-BE49-F238E27FC236}">
                      <a16:creationId xmlns:a16="http://schemas.microsoft.com/office/drawing/2014/main" id="{E3BF4ADB-687B-40A5-A6DF-8D07B31CAFAB}"/>
                    </a:ext>
                  </a:extLst>
                </p:cNvPr>
                <p:cNvSpPr/>
                <p:nvPr/>
              </p:nvSpPr>
              <p:spPr>
                <a:xfrm>
                  <a:off x="6899409" y="1436589"/>
                  <a:ext cx="61177" cy="57543"/>
                </a:xfrm>
                <a:custGeom>
                  <a:avLst/>
                  <a:gdLst>
                    <a:gd name="connsiteX0" fmla="*/ 26244 w 61177"/>
                    <a:gd name="connsiteY0" fmla="*/ 34933 h 57543"/>
                    <a:gd name="connsiteX1" fmla="*/ 13964 w 61177"/>
                    <a:gd name="connsiteY1" fmla="*/ 44863 h 57543"/>
                    <a:gd name="connsiteX2" fmla="*/ 6916 w 61177"/>
                    <a:gd name="connsiteY2" fmla="*/ 46725 h 57543"/>
                    <a:gd name="connsiteX3" fmla="*/ 0 w 61177"/>
                    <a:gd name="connsiteY3" fmla="*/ 46016 h 57543"/>
                    <a:gd name="connsiteX4" fmla="*/ 3414 w 61177"/>
                    <a:gd name="connsiteY4" fmla="*/ 50981 h 57543"/>
                    <a:gd name="connsiteX5" fmla="*/ 8999 w 61177"/>
                    <a:gd name="connsiteY5" fmla="*/ 55813 h 57543"/>
                    <a:gd name="connsiteX6" fmla="*/ 16668 w 61177"/>
                    <a:gd name="connsiteY6" fmla="*/ 57542 h 57543"/>
                    <a:gd name="connsiteX7" fmla="*/ 25357 w 61177"/>
                    <a:gd name="connsiteY7" fmla="*/ 55813 h 57543"/>
                    <a:gd name="connsiteX8" fmla="*/ 33736 w 61177"/>
                    <a:gd name="connsiteY8" fmla="*/ 50670 h 57543"/>
                    <a:gd name="connsiteX9" fmla="*/ 39277 w 61177"/>
                    <a:gd name="connsiteY9" fmla="*/ 45794 h 57543"/>
                    <a:gd name="connsiteX10" fmla="*/ 44464 w 61177"/>
                    <a:gd name="connsiteY10" fmla="*/ 40652 h 57543"/>
                    <a:gd name="connsiteX11" fmla="*/ 49606 w 61177"/>
                    <a:gd name="connsiteY11" fmla="*/ 35509 h 57543"/>
                    <a:gd name="connsiteX12" fmla="*/ 54394 w 61177"/>
                    <a:gd name="connsiteY12" fmla="*/ 30145 h 57543"/>
                    <a:gd name="connsiteX13" fmla="*/ 59536 w 61177"/>
                    <a:gd name="connsiteY13" fmla="*/ 22077 h 57543"/>
                    <a:gd name="connsiteX14" fmla="*/ 61177 w 61177"/>
                    <a:gd name="connsiteY14" fmla="*/ 13610 h 57543"/>
                    <a:gd name="connsiteX15" fmla="*/ 54971 w 61177"/>
                    <a:gd name="connsiteY15" fmla="*/ 266 h 57543"/>
                    <a:gd name="connsiteX16" fmla="*/ 54616 w 61177"/>
                    <a:gd name="connsiteY16" fmla="*/ 0 h 57543"/>
                    <a:gd name="connsiteX17" fmla="*/ 47878 w 61177"/>
                    <a:gd name="connsiteY17" fmla="*/ 9044 h 57543"/>
                    <a:gd name="connsiteX18" fmla="*/ 40607 w 61177"/>
                    <a:gd name="connsiteY18" fmla="*/ 17511 h 57543"/>
                    <a:gd name="connsiteX19" fmla="*/ 33293 w 61177"/>
                    <a:gd name="connsiteY19" fmla="*/ 25934 h 57543"/>
                    <a:gd name="connsiteX20" fmla="*/ 26244 w 61177"/>
                    <a:gd name="connsiteY20" fmla="*/ 34933 h 57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1177" h="57543">
                      <a:moveTo>
                        <a:pt x="26244" y="34933"/>
                      </a:moveTo>
                      <a:cubicBezTo>
                        <a:pt x="22963" y="39322"/>
                        <a:pt x="18752" y="43001"/>
                        <a:pt x="13964" y="44863"/>
                      </a:cubicBezTo>
                      <a:cubicBezTo>
                        <a:pt x="11615" y="45838"/>
                        <a:pt x="9221" y="46503"/>
                        <a:pt x="6916" y="46725"/>
                      </a:cubicBezTo>
                      <a:cubicBezTo>
                        <a:pt x="4522" y="46902"/>
                        <a:pt x="2172" y="46636"/>
                        <a:pt x="0" y="46016"/>
                      </a:cubicBezTo>
                      <a:lnTo>
                        <a:pt x="3414" y="50981"/>
                      </a:lnTo>
                      <a:cubicBezTo>
                        <a:pt x="4832" y="53064"/>
                        <a:pt x="6738" y="54704"/>
                        <a:pt x="8999" y="55813"/>
                      </a:cubicBezTo>
                      <a:cubicBezTo>
                        <a:pt x="11260" y="56921"/>
                        <a:pt x="13964" y="57586"/>
                        <a:pt x="16668" y="57542"/>
                      </a:cubicBezTo>
                      <a:cubicBezTo>
                        <a:pt x="19417" y="57497"/>
                        <a:pt x="22387" y="56965"/>
                        <a:pt x="25357" y="55813"/>
                      </a:cubicBezTo>
                      <a:cubicBezTo>
                        <a:pt x="28372" y="54749"/>
                        <a:pt x="31165" y="52931"/>
                        <a:pt x="33736" y="50670"/>
                      </a:cubicBezTo>
                      <a:lnTo>
                        <a:pt x="39277" y="45794"/>
                      </a:lnTo>
                      <a:lnTo>
                        <a:pt x="44464" y="40652"/>
                      </a:lnTo>
                      <a:lnTo>
                        <a:pt x="49606" y="35509"/>
                      </a:lnTo>
                      <a:lnTo>
                        <a:pt x="54394" y="30145"/>
                      </a:lnTo>
                      <a:cubicBezTo>
                        <a:pt x="56611" y="27618"/>
                        <a:pt x="58473" y="24914"/>
                        <a:pt x="59536" y="22077"/>
                      </a:cubicBezTo>
                      <a:cubicBezTo>
                        <a:pt x="60601" y="19240"/>
                        <a:pt x="61177" y="16358"/>
                        <a:pt x="61177" y="13610"/>
                      </a:cubicBezTo>
                      <a:cubicBezTo>
                        <a:pt x="61221" y="8157"/>
                        <a:pt x="59093" y="3325"/>
                        <a:pt x="54971" y="266"/>
                      </a:cubicBezTo>
                      <a:lnTo>
                        <a:pt x="54616" y="0"/>
                      </a:lnTo>
                      <a:cubicBezTo>
                        <a:pt x="52488" y="3147"/>
                        <a:pt x="50183" y="6118"/>
                        <a:pt x="47878" y="9044"/>
                      </a:cubicBezTo>
                      <a:cubicBezTo>
                        <a:pt x="45617" y="12014"/>
                        <a:pt x="43045" y="14718"/>
                        <a:pt x="40607" y="17511"/>
                      </a:cubicBezTo>
                      <a:cubicBezTo>
                        <a:pt x="38169" y="20304"/>
                        <a:pt x="35775" y="23096"/>
                        <a:pt x="33293" y="25934"/>
                      </a:cubicBezTo>
                      <a:cubicBezTo>
                        <a:pt x="30721" y="28727"/>
                        <a:pt x="28549" y="31830"/>
                        <a:pt x="26244" y="3493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57" name="Forme libre : forme 25756">
                  <a:extLst>
                    <a:ext uri="{FF2B5EF4-FFF2-40B4-BE49-F238E27FC236}">
                      <a16:creationId xmlns:a16="http://schemas.microsoft.com/office/drawing/2014/main" id="{848EBD33-AC97-43C5-91C9-132D67BBDF8D}"/>
                    </a:ext>
                  </a:extLst>
                </p:cNvPr>
                <p:cNvSpPr/>
                <p:nvPr/>
              </p:nvSpPr>
              <p:spPr>
                <a:xfrm>
                  <a:off x="6916693" y="1443225"/>
                  <a:ext cx="26275" cy="26841"/>
                </a:xfrm>
                <a:custGeom>
                  <a:avLst/>
                  <a:gdLst>
                    <a:gd name="connsiteX0" fmla="*/ 23944 w 26275"/>
                    <a:gd name="connsiteY0" fmla="*/ 1520 h 26841"/>
                    <a:gd name="connsiteX1" fmla="*/ 26028 w 26275"/>
                    <a:gd name="connsiteY1" fmla="*/ 9544 h 26841"/>
                    <a:gd name="connsiteX2" fmla="*/ 24077 w 26275"/>
                    <a:gd name="connsiteY2" fmla="*/ 14864 h 26841"/>
                    <a:gd name="connsiteX3" fmla="*/ 20220 w 26275"/>
                    <a:gd name="connsiteY3" fmla="*/ 20184 h 26841"/>
                    <a:gd name="connsiteX4" fmla="*/ 9847 w 26275"/>
                    <a:gd name="connsiteY4" fmla="*/ 26523 h 26841"/>
                    <a:gd name="connsiteX5" fmla="*/ 1646 w 26275"/>
                    <a:gd name="connsiteY5" fmla="*/ 24705 h 26841"/>
                    <a:gd name="connsiteX6" fmla="*/ 493 w 26275"/>
                    <a:gd name="connsiteY6" fmla="*/ 16593 h 26841"/>
                    <a:gd name="connsiteX7" fmla="*/ 6212 w 26275"/>
                    <a:gd name="connsiteY7" fmla="*/ 6840 h 26841"/>
                    <a:gd name="connsiteX8" fmla="*/ 10822 w 26275"/>
                    <a:gd name="connsiteY8" fmla="*/ 2895 h 26841"/>
                    <a:gd name="connsiteX9" fmla="*/ 15654 w 26275"/>
                    <a:gd name="connsiteY9" fmla="*/ 545 h 26841"/>
                    <a:gd name="connsiteX10" fmla="*/ 23944 w 26275"/>
                    <a:gd name="connsiteY10" fmla="*/ 1520 h 26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275" h="26841">
                      <a:moveTo>
                        <a:pt x="23944" y="1520"/>
                      </a:moveTo>
                      <a:cubicBezTo>
                        <a:pt x="26028" y="3249"/>
                        <a:pt x="26693" y="6175"/>
                        <a:pt x="26028" y="9544"/>
                      </a:cubicBezTo>
                      <a:cubicBezTo>
                        <a:pt x="25717" y="11229"/>
                        <a:pt x="25053" y="13046"/>
                        <a:pt x="24077" y="14864"/>
                      </a:cubicBezTo>
                      <a:cubicBezTo>
                        <a:pt x="23102" y="16682"/>
                        <a:pt x="21905" y="18543"/>
                        <a:pt x="20220" y="20184"/>
                      </a:cubicBezTo>
                      <a:cubicBezTo>
                        <a:pt x="16940" y="23464"/>
                        <a:pt x="13216" y="25681"/>
                        <a:pt x="9847" y="26523"/>
                      </a:cubicBezTo>
                      <a:cubicBezTo>
                        <a:pt x="6389" y="27277"/>
                        <a:pt x="3419" y="26700"/>
                        <a:pt x="1646" y="24705"/>
                      </a:cubicBezTo>
                      <a:cubicBezTo>
                        <a:pt x="-128" y="22710"/>
                        <a:pt x="-394" y="19740"/>
                        <a:pt x="493" y="16593"/>
                      </a:cubicBezTo>
                      <a:cubicBezTo>
                        <a:pt x="1291" y="13357"/>
                        <a:pt x="3241" y="9810"/>
                        <a:pt x="6212" y="6840"/>
                      </a:cubicBezTo>
                      <a:cubicBezTo>
                        <a:pt x="7763" y="5377"/>
                        <a:pt x="9226" y="3959"/>
                        <a:pt x="10822" y="2895"/>
                      </a:cubicBezTo>
                      <a:cubicBezTo>
                        <a:pt x="12418" y="1831"/>
                        <a:pt x="14058" y="1033"/>
                        <a:pt x="15654" y="545"/>
                      </a:cubicBezTo>
                      <a:cubicBezTo>
                        <a:pt x="18846" y="-386"/>
                        <a:pt x="21905" y="-164"/>
                        <a:pt x="23944" y="152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58" name="Forme libre : forme 25757">
                  <a:extLst>
                    <a:ext uri="{FF2B5EF4-FFF2-40B4-BE49-F238E27FC236}">
                      <a16:creationId xmlns:a16="http://schemas.microsoft.com/office/drawing/2014/main" id="{B5AA6C13-6F49-43A8-A30C-C4141E6D9255}"/>
                    </a:ext>
                  </a:extLst>
                </p:cNvPr>
                <p:cNvSpPr/>
                <p:nvPr/>
              </p:nvSpPr>
              <p:spPr>
                <a:xfrm>
                  <a:off x="6916681" y="1457158"/>
                  <a:ext cx="24532" cy="12908"/>
                </a:xfrm>
                <a:custGeom>
                  <a:avLst/>
                  <a:gdLst>
                    <a:gd name="connsiteX0" fmla="*/ 1303 w 24532"/>
                    <a:gd name="connsiteY0" fmla="*/ 222 h 12908"/>
                    <a:gd name="connsiteX1" fmla="*/ 1657 w 24532"/>
                    <a:gd name="connsiteY1" fmla="*/ 10772 h 12908"/>
                    <a:gd name="connsiteX2" fmla="*/ 9858 w 24532"/>
                    <a:gd name="connsiteY2" fmla="*/ 12590 h 12908"/>
                    <a:gd name="connsiteX3" fmla="*/ 20232 w 24532"/>
                    <a:gd name="connsiteY3" fmla="*/ 6251 h 12908"/>
                    <a:gd name="connsiteX4" fmla="*/ 24532 w 24532"/>
                    <a:gd name="connsiteY4" fmla="*/ 0 h 12908"/>
                    <a:gd name="connsiteX5" fmla="*/ 21296 w 24532"/>
                    <a:gd name="connsiteY5" fmla="*/ 2616 h 12908"/>
                    <a:gd name="connsiteX6" fmla="*/ 10080 w 24532"/>
                    <a:gd name="connsiteY6" fmla="*/ 4566 h 12908"/>
                    <a:gd name="connsiteX7" fmla="*/ 1303 w 24532"/>
                    <a:gd name="connsiteY7" fmla="*/ 222 h 12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532" h="12908">
                      <a:moveTo>
                        <a:pt x="1303" y="222"/>
                      </a:moveTo>
                      <a:cubicBezTo>
                        <a:pt x="-382" y="4389"/>
                        <a:pt x="-604" y="8245"/>
                        <a:pt x="1657" y="10772"/>
                      </a:cubicBezTo>
                      <a:cubicBezTo>
                        <a:pt x="3431" y="12767"/>
                        <a:pt x="6401" y="13344"/>
                        <a:pt x="9858" y="12590"/>
                      </a:cubicBezTo>
                      <a:cubicBezTo>
                        <a:pt x="13183" y="11748"/>
                        <a:pt x="16907" y="9531"/>
                        <a:pt x="20232" y="6251"/>
                      </a:cubicBezTo>
                      <a:cubicBezTo>
                        <a:pt x="22183" y="4389"/>
                        <a:pt x="23512" y="2128"/>
                        <a:pt x="24532" y="0"/>
                      </a:cubicBezTo>
                      <a:cubicBezTo>
                        <a:pt x="23557" y="1020"/>
                        <a:pt x="22493" y="1906"/>
                        <a:pt x="21296" y="2616"/>
                      </a:cubicBezTo>
                      <a:cubicBezTo>
                        <a:pt x="17750" y="4344"/>
                        <a:pt x="13627" y="4921"/>
                        <a:pt x="10080" y="4566"/>
                      </a:cubicBezTo>
                      <a:cubicBezTo>
                        <a:pt x="6490" y="4211"/>
                        <a:pt x="3386" y="2748"/>
                        <a:pt x="1303" y="222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59" name="Forme libre : forme 25758">
                  <a:extLst>
                    <a:ext uri="{FF2B5EF4-FFF2-40B4-BE49-F238E27FC236}">
                      <a16:creationId xmlns:a16="http://schemas.microsoft.com/office/drawing/2014/main" id="{AB47A059-AAE0-4834-9730-269B9F4AB345}"/>
                    </a:ext>
                  </a:extLst>
                </p:cNvPr>
                <p:cNvSpPr/>
                <p:nvPr/>
              </p:nvSpPr>
              <p:spPr>
                <a:xfrm>
                  <a:off x="6919350" y="1443396"/>
                  <a:ext cx="26366" cy="27146"/>
                </a:xfrm>
                <a:custGeom>
                  <a:avLst/>
                  <a:gdLst>
                    <a:gd name="connsiteX0" fmla="*/ 23947 w 26366"/>
                    <a:gd name="connsiteY0" fmla="*/ 1438 h 27146"/>
                    <a:gd name="connsiteX1" fmla="*/ 26119 w 26366"/>
                    <a:gd name="connsiteY1" fmla="*/ 9506 h 27146"/>
                    <a:gd name="connsiteX2" fmla="*/ 20312 w 26366"/>
                    <a:gd name="connsiteY2" fmla="*/ 20279 h 27146"/>
                    <a:gd name="connsiteX3" fmla="*/ 9894 w 26366"/>
                    <a:gd name="connsiteY3" fmla="*/ 26751 h 27146"/>
                    <a:gd name="connsiteX4" fmla="*/ 1648 w 26366"/>
                    <a:gd name="connsiteY4" fmla="*/ 25066 h 27146"/>
                    <a:gd name="connsiteX5" fmla="*/ 452 w 26366"/>
                    <a:gd name="connsiteY5" fmla="*/ 16910 h 27146"/>
                    <a:gd name="connsiteX6" fmla="*/ 6215 w 26366"/>
                    <a:gd name="connsiteY6" fmla="*/ 7068 h 27146"/>
                    <a:gd name="connsiteX7" fmla="*/ 15657 w 26366"/>
                    <a:gd name="connsiteY7" fmla="*/ 640 h 27146"/>
                    <a:gd name="connsiteX8" fmla="*/ 23947 w 26366"/>
                    <a:gd name="connsiteY8" fmla="*/ 1438 h 27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366" h="27146">
                      <a:moveTo>
                        <a:pt x="23947" y="1438"/>
                      </a:moveTo>
                      <a:cubicBezTo>
                        <a:pt x="25986" y="3123"/>
                        <a:pt x="26829" y="6137"/>
                        <a:pt x="26119" y="9506"/>
                      </a:cubicBezTo>
                      <a:cubicBezTo>
                        <a:pt x="25454" y="12920"/>
                        <a:pt x="23459" y="16777"/>
                        <a:pt x="20312" y="20279"/>
                      </a:cubicBezTo>
                      <a:cubicBezTo>
                        <a:pt x="16987" y="23604"/>
                        <a:pt x="13219" y="25864"/>
                        <a:pt x="9894" y="26751"/>
                      </a:cubicBezTo>
                      <a:cubicBezTo>
                        <a:pt x="6525" y="27638"/>
                        <a:pt x="3422" y="27017"/>
                        <a:pt x="1648" y="25066"/>
                      </a:cubicBezTo>
                      <a:cubicBezTo>
                        <a:pt x="-169" y="23071"/>
                        <a:pt x="-346" y="20190"/>
                        <a:pt x="452" y="16910"/>
                      </a:cubicBezTo>
                      <a:cubicBezTo>
                        <a:pt x="1250" y="13629"/>
                        <a:pt x="3200" y="10127"/>
                        <a:pt x="6215" y="7068"/>
                      </a:cubicBezTo>
                      <a:cubicBezTo>
                        <a:pt x="9096" y="3876"/>
                        <a:pt x="12421" y="1660"/>
                        <a:pt x="15657" y="640"/>
                      </a:cubicBezTo>
                      <a:cubicBezTo>
                        <a:pt x="18938" y="-335"/>
                        <a:pt x="21863" y="-291"/>
                        <a:pt x="23947" y="143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60" name="Forme libre : forme 25759">
                  <a:extLst>
                    <a:ext uri="{FF2B5EF4-FFF2-40B4-BE49-F238E27FC236}">
                      <a16:creationId xmlns:a16="http://schemas.microsoft.com/office/drawing/2014/main" id="{F0907A39-0B60-4287-A3A2-BBED523BC415}"/>
                    </a:ext>
                  </a:extLst>
                </p:cNvPr>
                <p:cNvSpPr/>
                <p:nvPr/>
              </p:nvSpPr>
              <p:spPr>
                <a:xfrm>
                  <a:off x="6901034" y="1455820"/>
                  <a:ext cx="46421" cy="29355"/>
                </a:xfrm>
                <a:custGeom>
                  <a:avLst/>
                  <a:gdLst>
                    <a:gd name="connsiteX0" fmla="*/ 7597 w 46421"/>
                    <a:gd name="connsiteY0" fmla="*/ 21908 h 29355"/>
                    <a:gd name="connsiteX1" fmla="*/ 13980 w 46421"/>
                    <a:gd name="connsiteY1" fmla="*/ 28247 h 29355"/>
                    <a:gd name="connsiteX2" fmla="*/ 23467 w 46421"/>
                    <a:gd name="connsiteY2" fmla="*/ 28823 h 29355"/>
                    <a:gd name="connsiteX3" fmla="*/ 33575 w 46421"/>
                    <a:gd name="connsiteY3" fmla="*/ 24213 h 29355"/>
                    <a:gd name="connsiteX4" fmla="*/ 45633 w 46421"/>
                    <a:gd name="connsiteY4" fmla="*/ 10293 h 29355"/>
                    <a:gd name="connsiteX5" fmla="*/ 42973 w 46421"/>
                    <a:gd name="connsiteY5" fmla="*/ 185 h 29355"/>
                    <a:gd name="connsiteX6" fmla="*/ 35747 w 46421"/>
                    <a:gd name="connsiteY6" fmla="*/ 1515 h 29355"/>
                    <a:gd name="connsiteX7" fmla="*/ 18547 w 46421"/>
                    <a:gd name="connsiteY7" fmla="*/ 3954 h 29355"/>
                    <a:gd name="connsiteX8" fmla="*/ 9015 w 46421"/>
                    <a:gd name="connsiteY8" fmla="*/ 3156 h 29355"/>
                    <a:gd name="connsiteX9" fmla="*/ 726 w 46421"/>
                    <a:gd name="connsiteY9" fmla="*/ 6791 h 29355"/>
                    <a:gd name="connsiteX10" fmla="*/ 7597 w 46421"/>
                    <a:gd name="connsiteY10" fmla="*/ 21908 h 29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421" h="29355">
                      <a:moveTo>
                        <a:pt x="7597" y="21908"/>
                      </a:moveTo>
                      <a:cubicBezTo>
                        <a:pt x="9370" y="24346"/>
                        <a:pt x="11143" y="26873"/>
                        <a:pt x="13980" y="28247"/>
                      </a:cubicBezTo>
                      <a:cubicBezTo>
                        <a:pt x="16640" y="29532"/>
                        <a:pt x="20054" y="29665"/>
                        <a:pt x="23467" y="28823"/>
                      </a:cubicBezTo>
                      <a:cubicBezTo>
                        <a:pt x="26837" y="27937"/>
                        <a:pt x="30383" y="26252"/>
                        <a:pt x="33575" y="24213"/>
                      </a:cubicBezTo>
                      <a:cubicBezTo>
                        <a:pt x="38717" y="20666"/>
                        <a:pt x="43638" y="15879"/>
                        <a:pt x="45633" y="10293"/>
                      </a:cubicBezTo>
                      <a:cubicBezTo>
                        <a:pt x="47140" y="6081"/>
                        <a:pt x="46608" y="1161"/>
                        <a:pt x="42973" y="185"/>
                      </a:cubicBezTo>
                      <a:cubicBezTo>
                        <a:pt x="40756" y="-435"/>
                        <a:pt x="38141" y="629"/>
                        <a:pt x="35747" y="1515"/>
                      </a:cubicBezTo>
                      <a:cubicBezTo>
                        <a:pt x="30028" y="3510"/>
                        <a:pt x="23999" y="4175"/>
                        <a:pt x="18547" y="3954"/>
                      </a:cubicBezTo>
                      <a:cubicBezTo>
                        <a:pt x="16241" y="3865"/>
                        <a:pt x="12473" y="3111"/>
                        <a:pt x="9015" y="3156"/>
                      </a:cubicBezTo>
                      <a:cubicBezTo>
                        <a:pt x="5513" y="3156"/>
                        <a:pt x="2455" y="4042"/>
                        <a:pt x="726" y="6791"/>
                      </a:cubicBezTo>
                      <a:cubicBezTo>
                        <a:pt x="-2333" y="11800"/>
                        <a:pt x="5114" y="18538"/>
                        <a:pt x="7597" y="2190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61" name="Forme libre : forme 25760">
                  <a:extLst>
                    <a:ext uri="{FF2B5EF4-FFF2-40B4-BE49-F238E27FC236}">
                      <a16:creationId xmlns:a16="http://schemas.microsoft.com/office/drawing/2014/main" id="{99A8B542-984D-4D6C-88FA-D1D921120A53}"/>
                    </a:ext>
                  </a:extLst>
                </p:cNvPr>
                <p:cNvSpPr/>
                <p:nvPr/>
              </p:nvSpPr>
              <p:spPr>
                <a:xfrm>
                  <a:off x="6907441" y="1453681"/>
                  <a:ext cx="8032" cy="13858"/>
                </a:xfrm>
                <a:custGeom>
                  <a:avLst/>
                  <a:gdLst>
                    <a:gd name="connsiteX0" fmla="*/ 126 w 8032"/>
                    <a:gd name="connsiteY0" fmla="*/ 11102 h 13858"/>
                    <a:gd name="connsiteX1" fmla="*/ 879 w 8032"/>
                    <a:gd name="connsiteY1" fmla="*/ 13186 h 13858"/>
                    <a:gd name="connsiteX2" fmla="*/ 2918 w 8032"/>
                    <a:gd name="connsiteY2" fmla="*/ 13762 h 13858"/>
                    <a:gd name="connsiteX3" fmla="*/ 4559 w 8032"/>
                    <a:gd name="connsiteY3" fmla="*/ 12166 h 13858"/>
                    <a:gd name="connsiteX4" fmla="*/ 7351 w 8032"/>
                    <a:gd name="connsiteY4" fmla="*/ 7024 h 13858"/>
                    <a:gd name="connsiteX5" fmla="*/ 8016 w 8032"/>
                    <a:gd name="connsiteY5" fmla="*/ 4807 h 13858"/>
                    <a:gd name="connsiteX6" fmla="*/ 6420 w 8032"/>
                    <a:gd name="connsiteY6" fmla="*/ 596 h 13858"/>
                    <a:gd name="connsiteX7" fmla="*/ 2608 w 8032"/>
                    <a:gd name="connsiteY7" fmla="*/ 1305 h 13858"/>
                    <a:gd name="connsiteX8" fmla="*/ 126 w 8032"/>
                    <a:gd name="connsiteY8" fmla="*/ 11102 h 13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32" h="13858">
                      <a:moveTo>
                        <a:pt x="126" y="11102"/>
                      </a:moveTo>
                      <a:cubicBezTo>
                        <a:pt x="214" y="11856"/>
                        <a:pt x="436" y="12609"/>
                        <a:pt x="879" y="13186"/>
                      </a:cubicBezTo>
                      <a:cubicBezTo>
                        <a:pt x="1367" y="13718"/>
                        <a:pt x="2165" y="14028"/>
                        <a:pt x="2918" y="13762"/>
                      </a:cubicBezTo>
                      <a:cubicBezTo>
                        <a:pt x="3628" y="13496"/>
                        <a:pt x="4160" y="12831"/>
                        <a:pt x="4559" y="12166"/>
                      </a:cubicBezTo>
                      <a:cubicBezTo>
                        <a:pt x="5667" y="10526"/>
                        <a:pt x="6598" y="8797"/>
                        <a:pt x="7351" y="7024"/>
                      </a:cubicBezTo>
                      <a:cubicBezTo>
                        <a:pt x="7662" y="6314"/>
                        <a:pt x="7928" y="5561"/>
                        <a:pt x="8016" y="4807"/>
                      </a:cubicBezTo>
                      <a:cubicBezTo>
                        <a:pt x="8149" y="3255"/>
                        <a:pt x="7440" y="1482"/>
                        <a:pt x="6420" y="596"/>
                      </a:cubicBezTo>
                      <a:cubicBezTo>
                        <a:pt x="5401" y="-291"/>
                        <a:pt x="4027" y="-291"/>
                        <a:pt x="2608" y="1305"/>
                      </a:cubicBezTo>
                      <a:cubicBezTo>
                        <a:pt x="391" y="3920"/>
                        <a:pt x="-318" y="8043"/>
                        <a:pt x="126" y="1110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62" name="Forme libre : forme 25761">
                  <a:extLst>
                    <a:ext uri="{FF2B5EF4-FFF2-40B4-BE49-F238E27FC236}">
                      <a16:creationId xmlns:a16="http://schemas.microsoft.com/office/drawing/2014/main" id="{73C013B1-6B88-43BF-8E7C-2E05EA8C0037}"/>
                    </a:ext>
                  </a:extLst>
                </p:cNvPr>
                <p:cNvSpPr/>
                <p:nvPr/>
              </p:nvSpPr>
              <p:spPr>
                <a:xfrm>
                  <a:off x="6951365" y="1437342"/>
                  <a:ext cx="6398" cy="28283"/>
                </a:xfrm>
                <a:custGeom>
                  <a:avLst/>
                  <a:gdLst>
                    <a:gd name="connsiteX0" fmla="*/ 0 w 6398"/>
                    <a:gd name="connsiteY0" fmla="*/ 0 h 28283"/>
                    <a:gd name="connsiteX1" fmla="*/ 5009 w 6398"/>
                    <a:gd name="connsiteY1" fmla="*/ 6561 h 28283"/>
                    <a:gd name="connsiteX2" fmla="*/ 6339 w 6398"/>
                    <a:gd name="connsiteY2" fmla="*/ 15383 h 28283"/>
                    <a:gd name="connsiteX3" fmla="*/ 5231 w 6398"/>
                    <a:gd name="connsiteY3" fmla="*/ 21367 h 28283"/>
                    <a:gd name="connsiteX4" fmla="*/ 2039 w 6398"/>
                    <a:gd name="connsiteY4" fmla="*/ 28283 h 28283"/>
                    <a:gd name="connsiteX5" fmla="*/ 3192 w 6398"/>
                    <a:gd name="connsiteY5" fmla="*/ 25579 h 28283"/>
                    <a:gd name="connsiteX6" fmla="*/ 4876 w 6398"/>
                    <a:gd name="connsiteY6" fmla="*/ 18708 h 28283"/>
                    <a:gd name="connsiteX7" fmla="*/ 0 w 6398"/>
                    <a:gd name="connsiteY7" fmla="*/ 0 h 28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98" h="28283">
                      <a:moveTo>
                        <a:pt x="0" y="0"/>
                      </a:moveTo>
                      <a:cubicBezTo>
                        <a:pt x="0" y="0"/>
                        <a:pt x="3103" y="2039"/>
                        <a:pt x="5009" y="6561"/>
                      </a:cubicBezTo>
                      <a:cubicBezTo>
                        <a:pt x="5940" y="8822"/>
                        <a:pt x="6605" y="11748"/>
                        <a:pt x="6339" y="15383"/>
                      </a:cubicBezTo>
                      <a:cubicBezTo>
                        <a:pt x="6206" y="17200"/>
                        <a:pt x="5852" y="19195"/>
                        <a:pt x="5231" y="21367"/>
                      </a:cubicBezTo>
                      <a:cubicBezTo>
                        <a:pt x="4477" y="23495"/>
                        <a:pt x="3458" y="25801"/>
                        <a:pt x="2039" y="28283"/>
                      </a:cubicBezTo>
                      <a:cubicBezTo>
                        <a:pt x="2039" y="28283"/>
                        <a:pt x="2571" y="27308"/>
                        <a:pt x="3192" y="25579"/>
                      </a:cubicBezTo>
                      <a:cubicBezTo>
                        <a:pt x="3768" y="23850"/>
                        <a:pt x="4610" y="21545"/>
                        <a:pt x="4876" y="18708"/>
                      </a:cubicBezTo>
                      <a:cubicBezTo>
                        <a:pt x="5453" y="13122"/>
                        <a:pt x="4788" y="60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63" name="Forme libre : forme 25762">
                  <a:extLst>
                    <a:ext uri="{FF2B5EF4-FFF2-40B4-BE49-F238E27FC236}">
                      <a16:creationId xmlns:a16="http://schemas.microsoft.com/office/drawing/2014/main" id="{AC3380E5-FB8E-4DA6-A6D5-661EB60C7651}"/>
                    </a:ext>
                  </a:extLst>
                </p:cNvPr>
                <p:cNvSpPr/>
                <p:nvPr/>
              </p:nvSpPr>
              <p:spPr>
                <a:xfrm>
                  <a:off x="6894176" y="1449445"/>
                  <a:ext cx="7139" cy="27219"/>
                </a:xfrm>
                <a:custGeom>
                  <a:avLst/>
                  <a:gdLst>
                    <a:gd name="connsiteX0" fmla="*/ 7139 w 7139"/>
                    <a:gd name="connsiteY0" fmla="*/ 0 h 27219"/>
                    <a:gd name="connsiteX1" fmla="*/ 5322 w 7139"/>
                    <a:gd name="connsiteY1" fmla="*/ 2128 h 27219"/>
                    <a:gd name="connsiteX2" fmla="*/ 1953 w 7139"/>
                    <a:gd name="connsiteY2" fmla="*/ 7847 h 27219"/>
                    <a:gd name="connsiteX3" fmla="*/ 2 w 7139"/>
                    <a:gd name="connsiteY3" fmla="*/ 16403 h 27219"/>
                    <a:gd name="connsiteX4" fmla="*/ 2662 w 7139"/>
                    <a:gd name="connsiteY4" fmla="*/ 27219 h 27219"/>
                    <a:gd name="connsiteX5" fmla="*/ 1953 w 7139"/>
                    <a:gd name="connsiteY5" fmla="*/ 24692 h 27219"/>
                    <a:gd name="connsiteX6" fmla="*/ 1244 w 7139"/>
                    <a:gd name="connsiteY6" fmla="*/ 18264 h 27219"/>
                    <a:gd name="connsiteX7" fmla="*/ 2307 w 7139"/>
                    <a:gd name="connsiteY7" fmla="*/ 9531 h 27219"/>
                    <a:gd name="connsiteX8" fmla="*/ 7139 w 7139"/>
                    <a:gd name="connsiteY8" fmla="*/ 0 h 27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39" h="27219">
                      <a:moveTo>
                        <a:pt x="7139" y="0"/>
                      </a:moveTo>
                      <a:cubicBezTo>
                        <a:pt x="7139" y="0"/>
                        <a:pt x="6341" y="754"/>
                        <a:pt x="5322" y="2128"/>
                      </a:cubicBezTo>
                      <a:cubicBezTo>
                        <a:pt x="4302" y="3547"/>
                        <a:pt x="3061" y="5541"/>
                        <a:pt x="1953" y="7847"/>
                      </a:cubicBezTo>
                      <a:cubicBezTo>
                        <a:pt x="889" y="10196"/>
                        <a:pt x="47" y="13078"/>
                        <a:pt x="2" y="16403"/>
                      </a:cubicBezTo>
                      <a:cubicBezTo>
                        <a:pt x="-42" y="19683"/>
                        <a:pt x="579" y="23230"/>
                        <a:pt x="2662" y="27219"/>
                      </a:cubicBezTo>
                      <a:cubicBezTo>
                        <a:pt x="2662" y="27219"/>
                        <a:pt x="2307" y="26288"/>
                        <a:pt x="1953" y="24692"/>
                      </a:cubicBezTo>
                      <a:cubicBezTo>
                        <a:pt x="1598" y="23097"/>
                        <a:pt x="1288" y="20924"/>
                        <a:pt x="1244" y="18264"/>
                      </a:cubicBezTo>
                      <a:cubicBezTo>
                        <a:pt x="1199" y="15605"/>
                        <a:pt x="1421" y="12590"/>
                        <a:pt x="2307" y="9531"/>
                      </a:cubicBezTo>
                      <a:cubicBezTo>
                        <a:pt x="3239" y="6517"/>
                        <a:pt x="4657" y="3236"/>
                        <a:pt x="713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64" name="Forme libre : forme 25763">
                  <a:extLst>
                    <a:ext uri="{FF2B5EF4-FFF2-40B4-BE49-F238E27FC236}">
                      <a16:creationId xmlns:a16="http://schemas.microsoft.com/office/drawing/2014/main" id="{34CBA71B-DD6D-4BEF-AD1E-C08CF272755B}"/>
                    </a:ext>
                  </a:extLst>
                </p:cNvPr>
                <p:cNvSpPr/>
                <p:nvPr/>
              </p:nvSpPr>
              <p:spPr>
                <a:xfrm>
                  <a:off x="6923595" y="1447182"/>
                  <a:ext cx="10720" cy="8452"/>
                </a:xfrm>
                <a:custGeom>
                  <a:avLst/>
                  <a:gdLst>
                    <a:gd name="connsiteX0" fmla="*/ 10525 w 10720"/>
                    <a:gd name="connsiteY0" fmla="*/ 1065 h 8452"/>
                    <a:gd name="connsiteX1" fmla="*/ 6757 w 10720"/>
                    <a:gd name="connsiteY1" fmla="*/ 7183 h 8452"/>
                    <a:gd name="connsiteX2" fmla="*/ 152 w 10720"/>
                    <a:gd name="connsiteY2" fmla="*/ 7227 h 8452"/>
                    <a:gd name="connsiteX3" fmla="*/ 4009 w 10720"/>
                    <a:gd name="connsiteY3" fmla="*/ 1376 h 8452"/>
                    <a:gd name="connsiteX4" fmla="*/ 10525 w 10720"/>
                    <a:gd name="connsiteY4" fmla="*/ 1065 h 8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20" h="8452">
                      <a:moveTo>
                        <a:pt x="10525" y="1065"/>
                      </a:moveTo>
                      <a:cubicBezTo>
                        <a:pt x="11323" y="2617"/>
                        <a:pt x="9594" y="5410"/>
                        <a:pt x="6757" y="7183"/>
                      </a:cubicBezTo>
                      <a:cubicBezTo>
                        <a:pt x="3787" y="8868"/>
                        <a:pt x="861" y="8868"/>
                        <a:pt x="152" y="7227"/>
                      </a:cubicBezTo>
                      <a:cubicBezTo>
                        <a:pt x="-558" y="5587"/>
                        <a:pt x="1304" y="3149"/>
                        <a:pt x="4009" y="1376"/>
                      </a:cubicBezTo>
                      <a:cubicBezTo>
                        <a:pt x="6801" y="-309"/>
                        <a:pt x="9727" y="-486"/>
                        <a:pt x="10525" y="106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65" name="Forme libre : forme 25764">
                  <a:extLst>
                    <a:ext uri="{FF2B5EF4-FFF2-40B4-BE49-F238E27FC236}">
                      <a16:creationId xmlns:a16="http://schemas.microsoft.com/office/drawing/2014/main" id="{271B1FB0-20F4-4E7F-9C9F-EF2BA449BB0E}"/>
                    </a:ext>
                  </a:extLst>
                </p:cNvPr>
                <p:cNvSpPr/>
                <p:nvPr/>
              </p:nvSpPr>
              <p:spPr>
                <a:xfrm>
                  <a:off x="6932070" y="1446149"/>
                  <a:ext cx="3009" cy="3075"/>
                </a:xfrm>
                <a:custGeom>
                  <a:avLst/>
                  <a:gdLst>
                    <a:gd name="connsiteX0" fmla="*/ 2583 w 3009"/>
                    <a:gd name="connsiteY0" fmla="*/ 325 h 3075"/>
                    <a:gd name="connsiteX1" fmla="*/ 2538 w 3009"/>
                    <a:gd name="connsiteY1" fmla="*/ 2453 h 3075"/>
                    <a:gd name="connsiteX2" fmla="*/ 411 w 3009"/>
                    <a:gd name="connsiteY2" fmla="*/ 2763 h 3075"/>
                    <a:gd name="connsiteX3" fmla="*/ 455 w 3009"/>
                    <a:gd name="connsiteY3" fmla="*/ 635 h 3075"/>
                    <a:gd name="connsiteX4" fmla="*/ 2583 w 3009"/>
                    <a:gd name="connsiteY4" fmla="*/ 325 h 3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09" h="3075">
                      <a:moveTo>
                        <a:pt x="2583" y="325"/>
                      </a:moveTo>
                      <a:cubicBezTo>
                        <a:pt x="3159" y="813"/>
                        <a:pt x="3159" y="1788"/>
                        <a:pt x="2538" y="2453"/>
                      </a:cubicBezTo>
                      <a:cubicBezTo>
                        <a:pt x="1918" y="3118"/>
                        <a:pt x="987" y="3295"/>
                        <a:pt x="411" y="2763"/>
                      </a:cubicBezTo>
                      <a:cubicBezTo>
                        <a:pt x="-166" y="2231"/>
                        <a:pt x="-121" y="1300"/>
                        <a:pt x="455" y="635"/>
                      </a:cubicBezTo>
                      <a:cubicBezTo>
                        <a:pt x="1031" y="-74"/>
                        <a:pt x="1962" y="-207"/>
                        <a:pt x="2583" y="32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66" name="Forme libre : forme 25765">
                  <a:extLst>
                    <a:ext uri="{FF2B5EF4-FFF2-40B4-BE49-F238E27FC236}">
                      <a16:creationId xmlns:a16="http://schemas.microsoft.com/office/drawing/2014/main" id="{75671806-03C6-4EDF-8595-2874000A9EE4}"/>
                    </a:ext>
                  </a:extLst>
                </p:cNvPr>
                <p:cNvSpPr/>
                <p:nvPr/>
              </p:nvSpPr>
              <p:spPr>
                <a:xfrm>
                  <a:off x="6913255" y="1430271"/>
                  <a:ext cx="33477" cy="15316"/>
                </a:xfrm>
                <a:custGeom>
                  <a:avLst/>
                  <a:gdLst>
                    <a:gd name="connsiteX0" fmla="*/ 20644 w 33477"/>
                    <a:gd name="connsiteY0" fmla="*/ 333 h 15316"/>
                    <a:gd name="connsiteX1" fmla="*/ 31682 w 33477"/>
                    <a:gd name="connsiteY1" fmla="*/ 6007 h 15316"/>
                    <a:gd name="connsiteX2" fmla="*/ 33145 w 33477"/>
                    <a:gd name="connsiteY2" fmla="*/ 10174 h 15316"/>
                    <a:gd name="connsiteX3" fmla="*/ 29022 w 33477"/>
                    <a:gd name="connsiteY3" fmla="*/ 11504 h 15316"/>
                    <a:gd name="connsiteX4" fmla="*/ 15811 w 33477"/>
                    <a:gd name="connsiteY4" fmla="*/ 9819 h 15316"/>
                    <a:gd name="connsiteX5" fmla="*/ 7300 w 33477"/>
                    <a:gd name="connsiteY5" fmla="*/ 13987 h 15316"/>
                    <a:gd name="connsiteX6" fmla="*/ 74 w 33477"/>
                    <a:gd name="connsiteY6" fmla="*/ 13809 h 15316"/>
                    <a:gd name="connsiteX7" fmla="*/ 3931 w 33477"/>
                    <a:gd name="connsiteY7" fmla="*/ 6362 h 15316"/>
                    <a:gd name="connsiteX8" fmla="*/ 11068 w 33477"/>
                    <a:gd name="connsiteY8" fmla="*/ 1219 h 15316"/>
                    <a:gd name="connsiteX9" fmla="*/ 20644 w 33477"/>
                    <a:gd name="connsiteY9" fmla="*/ 333 h 15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477" h="15316">
                      <a:moveTo>
                        <a:pt x="20644" y="333"/>
                      </a:moveTo>
                      <a:cubicBezTo>
                        <a:pt x="24811" y="1175"/>
                        <a:pt x="28446" y="3391"/>
                        <a:pt x="31682" y="6007"/>
                      </a:cubicBezTo>
                      <a:cubicBezTo>
                        <a:pt x="32879" y="6982"/>
                        <a:pt x="34076" y="8578"/>
                        <a:pt x="33145" y="10174"/>
                      </a:cubicBezTo>
                      <a:cubicBezTo>
                        <a:pt x="32303" y="11593"/>
                        <a:pt x="30441" y="11726"/>
                        <a:pt x="29022" y="11504"/>
                      </a:cubicBezTo>
                      <a:cubicBezTo>
                        <a:pt x="24633" y="10750"/>
                        <a:pt x="20422" y="8844"/>
                        <a:pt x="15811" y="9819"/>
                      </a:cubicBezTo>
                      <a:cubicBezTo>
                        <a:pt x="14393" y="10130"/>
                        <a:pt x="10669" y="12435"/>
                        <a:pt x="7300" y="13987"/>
                      </a:cubicBezTo>
                      <a:cubicBezTo>
                        <a:pt x="3798" y="15449"/>
                        <a:pt x="517" y="16114"/>
                        <a:pt x="74" y="13809"/>
                      </a:cubicBezTo>
                      <a:cubicBezTo>
                        <a:pt x="-414" y="11504"/>
                        <a:pt x="1581" y="8844"/>
                        <a:pt x="3931" y="6362"/>
                      </a:cubicBezTo>
                      <a:cubicBezTo>
                        <a:pt x="6325" y="3923"/>
                        <a:pt x="9339" y="1929"/>
                        <a:pt x="11068" y="1219"/>
                      </a:cubicBezTo>
                      <a:cubicBezTo>
                        <a:pt x="14038" y="-66"/>
                        <a:pt x="17496" y="-288"/>
                        <a:pt x="20644" y="33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18" name="Graphique 2">
                <a:extLst>
                  <a:ext uri="{FF2B5EF4-FFF2-40B4-BE49-F238E27FC236}">
                    <a16:creationId xmlns:a16="http://schemas.microsoft.com/office/drawing/2014/main" id="{C1D1A276-C445-4343-8955-F15118E12080}"/>
                  </a:ext>
                </a:extLst>
              </p:cNvPr>
              <p:cNvGrpSpPr/>
              <p:nvPr/>
            </p:nvGrpSpPr>
            <p:grpSpPr>
              <a:xfrm>
                <a:off x="6936287" y="1368515"/>
                <a:ext cx="66881" cy="71520"/>
                <a:chOff x="6936287" y="1368515"/>
                <a:chExt cx="66881" cy="71520"/>
              </a:xfrm>
              <a:solidFill>
                <a:schemeClr val="accent1"/>
              </a:solidFill>
            </p:grpSpPr>
            <p:sp>
              <p:nvSpPr>
                <p:cNvPr id="25743" name="Forme libre : forme 25742">
                  <a:extLst>
                    <a:ext uri="{FF2B5EF4-FFF2-40B4-BE49-F238E27FC236}">
                      <a16:creationId xmlns:a16="http://schemas.microsoft.com/office/drawing/2014/main" id="{126E708D-C107-4D1A-8BE9-1AE1CD060ED2}"/>
                    </a:ext>
                  </a:extLst>
                </p:cNvPr>
                <p:cNvSpPr/>
                <p:nvPr/>
              </p:nvSpPr>
              <p:spPr>
                <a:xfrm>
                  <a:off x="6936287" y="1368515"/>
                  <a:ext cx="66866" cy="71496"/>
                </a:xfrm>
                <a:custGeom>
                  <a:avLst/>
                  <a:gdLst>
                    <a:gd name="connsiteX0" fmla="*/ 61981 w 66866"/>
                    <a:gd name="connsiteY0" fmla="*/ 40678 h 71496"/>
                    <a:gd name="connsiteX1" fmla="*/ 46376 w 66866"/>
                    <a:gd name="connsiteY1" fmla="*/ 61646 h 71496"/>
                    <a:gd name="connsiteX2" fmla="*/ 18093 w 66866"/>
                    <a:gd name="connsiteY2" fmla="*/ 68296 h 71496"/>
                    <a:gd name="connsiteX3" fmla="*/ 6744 w 66866"/>
                    <a:gd name="connsiteY3" fmla="*/ 59829 h 71496"/>
                    <a:gd name="connsiteX4" fmla="*/ 4882 w 66866"/>
                    <a:gd name="connsiteY4" fmla="*/ 30925 h 71496"/>
                    <a:gd name="connsiteX5" fmla="*/ 20132 w 66866"/>
                    <a:gd name="connsiteY5" fmla="*/ 9956 h 71496"/>
                    <a:gd name="connsiteX6" fmla="*/ 48371 w 66866"/>
                    <a:gd name="connsiteY6" fmla="*/ 3174 h 71496"/>
                    <a:gd name="connsiteX7" fmla="*/ 59941 w 66866"/>
                    <a:gd name="connsiteY7" fmla="*/ 11641 h 71496"/>
                    <a:gd name="connsiteX8" fmla="*/ 61981 w 66866"/>
                    <a:gd name="connsiteY8" fmla="*/ 40678 h 71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6866" h="71496">
                      <a:moveTo>
                        <a:pt x="61981" y="40678"/>
                      </a:moveTo>
                      <a:lnTo>
                        <a:pt x="46376" y="61646"/>
                      </a:lnTo>
                      <a:cubicBezTo>
                        <a:pt x="39017" y="71443"/>
                        <a:pt x="26249" y="74458"/>
                        <a:pt x="18093" y="68296"/>
                      </a:cubicBezTo>
                      <a:lnTo>
                        <a:pt x="6744" y="59829"/>
                      </a:lnTo>
                      <a:cubicBezTo>
                        <a:pt x="-1457" y="53711"/>
                        <a:pt x="-2299" y="40678"/>
                        <a:pt x="4882" y="30925"/>
                      </a:cubicBezTo>
                      <a:lnTo>
                        <a:pt x="20132" y="9956"/>
                      </a:lnTo>
                      <a:cubicBezTo>
                        <a:pt x="27269" y="115"/>
                        <a:pt x="39948" y="-2989"/>
                        <a:pt x="48371" y="3174"/>
                      </a:cubicBezTo>
                      <a:lnTo>
                        <a:pt x="59941" y="11641"/>
                      </a:lnTo>
                      <a:cubicBezTo>
                        <a:pt x="68275" y="17847"/>
                        <a:pt x="69251" y="30880"/>
                        <a:pt x="61981" y="4067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44" name="Forme libre : forme 25743">
                  <a:extLst>
                    <a:ext uri="{FF2B5EF4-FFF2-40B4-BE49-F238E27FC236}">
                      <a16:creationId xmlns:a16="http://schemas.microsoft.com/office/drawing/2014/main" id="{6BB5D45F-7B31-47E0-9CC5-A484546081BF}"/>
                    </a:ext>
                  </a:extLst>
                </p:cNvPr>
                <p:cNvSpPr/>
                <p:nvPr/>
              </p:nvSpPr>
              <p:spPr>
                <a:xfrm>
                  <a:off x="6949459" y="1379978"/>
                  <a:ext cx="53709" cy="60057"/>
                </a:xfrm>
                <a:custGeom>
                  <a:avLst/>
                  <a:gdLst>
                    <a:gd name="connsiteX0" fmla="*/ 22298 w 53709"/>
                    <a:gd name="connsiteY0" fmla="*/ 36396 h 60057"/>
                    <a:gd name="connsiteX1" fmla="*/ 0 w 53709"/>
                    <a:gd name="connsiteY1" fmla="*/ 53197 h 60057"/>
                    <a:gd name="connsiteX2" fmla="*/ 4921 w 53709"/>
                    <a:gd name="connsiteY2" fmla="*/ 56877 h 60057"/>
                    <a:gd name="connsiteX3" fmla="*/ 33204 w 53709"/>
                    <a:gd name="connsiteY3" fmla="*/ 50227 h 60057"/>
                    <a:gd name="connsiteX4" fmla="*/ 48808 w 53709"/>
                    <a:gd name="connsiteY4" fmla="*/ 29258 h 60057"/>
                    <a:gd name="connsiteX5" fmla="*/ 46769 w 53709"/>
                    <a:gd name="connsiteY5" fmla="*/ 266 h 60057"/>
                    <a:gd name="connsiteX6" fmla="*/ 46414 w 53709"/>
                    <a:gd name="connsiteY6" fmla="*/ 0 h 60057"/>
                    <a:gd name="connsiteX7" fmla="*/ 22298 w 53709"/>
                    <a:gd name="connsiteY7" fmla="*/ 36396 h 6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709" h="60057">
                      <a:moveTo>
                        <a:pt x="22298" y="36396"/>
                      </a:moveTo>
                      <a:cubicBezTo>
                        <a:pt x="17954" y="46060"/>
                        <a:pt x="9132" y="52887"/>
                        <a:pt x="0" y="53197"/>
                      </a:cubicBezTo>
                      <a:lnTo>
                        <a:pt x="4921" y="56877"/>
                      </a:lnTo>
                      <a:cubicBezTo>
                        <a:pt x="13122" y="62994"/>
                        <a:pt x="25845" y="60024"/>
                        <a:pt x="33204" y="50227"/>
                      </a:cubicBezTo>
                      <a:lnTo>
                        <a:pt x="48808" y="29258"/>
                      </a:lnTo>
                      <a:cubicBezTo>
                        <a:pt x="56079" y="19461"/>
                        <a:pt x="55148" y="6428"/>
                        <a:pt x="46769" y="266"/>
                      </a:cubicBezTo>
                      <a:lnTo>
                        <a:pt x="46414" y="0"/>
                      </a:lnTo>
                      <a:cubicBezTo>
                        <a:pt x="38435" y="12546"/>
                        <a:pt x="28327" y="22697"/>
                        <a:pt x="22298" y="3639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45" name="Forme libre : forme 25744">
                  <a:extLst>
                    <a:ext uri="{FF2B5EF4-FFF2-40B4-BE49-F238E27FC236}">
                      <a16:creationId xmlns:a16="http://schemas.microsoft.com/office/drawing/2014/main" id="{6DE1D9A5-53B2-452A-A58F-069D6408A33B}"/>
                    </a:ext>
                  </a:extLst>
                </p:cNvPr>
                <p:cNvSpPr/>
                <p:nvPr/>
              </p:nvSpPr>
              <p:spPr>
                <a:xfrm>
                  <a:off x="6960992" y="1387136"/>
                  <a:ext cx="24681" cy="28311"/>
                </a:xfrm>
                <a:custGeom>
                  <a:avLst/>
                  <a:gdLst>
                    <a:gd name="connsiteX0" fmla="*/ 21804 w 24681"/>
                    <a:gd name="connsiteY0" fmla="*/ 1265 h 28311"/>
                    <a:gd name="connsiteX1" fmla="*/ 20208 w 24681"/>
                    <a:gd name="connsiteY1" fmla="*/ 19972 h 28311"/>
                    <a:gd name="connsiteX2" fmla="*/ 2830 w 24681"/>
                    <a:gd name="connsiteY2" fmla="*/ 27065 h 28311"/>
                    <a:gd name="connsiteX3" fmla="*/ 4426 w 24681"/>
                    <a:gd name="connsiteY3" fmla="*/ 8358 h 28311"/>
                    <a:gd name="connsiteX4" fmla="*/ 21804 w 24681"/>
                    <a:gd name="connsiteY4" fmla="*/ 1265 h 28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81" h="28311">
                      <a:moveTo>
                        <a:pt x="21804" y="1265"/>
                      </a:moveTo>
                      <a:cubicBezTo>
                        <a:pt x="26193" y="4457"/>
                        <a:pt x="25483" y="12835"/>
                        <a:pt x="20208" y="19972"/>
                      </a:cubicBezTo>
                      <a:cubicBezTo>
                        <a:pt x="14933" y="27110"/>
                        <a:pt x="7175" y="30257"/>
                        <a:pt x="2830" y="27065"/>
                      </a:cubicBezTo>
                      <a:cubicBezTo>
                        <a:pt x="-1514" y="23874"/>
                        <a:pt x="-760" y="15495"/>
                        <a:pt x="4426" y="8358"/>
                      </a:cubicBezTo>
                      <a:cubicBezTo>
                        <a:pt x="9657" y="1220"/>
                        <a:pt x="17460" y="-1971"/>
                        <a:pt x="21804" y="1265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46" name="Forme libre : forme 25745">
                  <a:extLst>
                    <a:ext uri="{FF2B5EF4-FFF2-40B4-BE49-F238E27FC236}">
                      <a16:creationId xmlns:a16="http://schemas.microsoft.com/office/drawing/2014/main" id="{B83F2B6E-B6CD-4C17-ADB5-E2926B87436C}"/>
                    </a:ext>
                  </a:extLst>
                </p:cNvPr>
                <p:cNvSpPr/>
                <p:nvPr/>
              </p:nvSpPr>
              <p:spPr>
                <a:xfrm>
                  <a:off x="6961025" y="1400681"/>
                  <a:ext cx="23633" cy="14766"/>
                </a:xfrm>
                <a:custGeom>
                  <a:avLst/>
                  <a:gdLst>
                    <a:gd name="connsiteX0" fmla="*/ 492 w 23633"/>
                    <a:gd name="connsiteY0" fmla="*/ 3059 h 14766"/>
                    <a:gd name="connsiteX1" fmla="*/ 2842 w 23633"/>
                    <a:gd name="connsiteY1" fmla="*/ 13521 h 14766"/>
                    <a:gd name="connsiteX2" fmla="*/ 20220 w 23633"/>
                    <a:gd name="connsiteY2" fmla="*/ 6428 h 14766"/>
                    <a:gd name="connsiteX3" fmla="*/ 23633 w 23633"/>
                    <a:gd name="connsiteY3" fmla="*/ 0 h 14766"/>
                    <a:gd name="connsiteX4" fmla="*/ 20707 w 23633"/>
                    <a:gd name="connsiteY4" fmla="*/ 2793 h 14766"/>
                    <a:gd name="connsiteX5" fmla="*/ 492 w 23633"/>
                    <a:gd name="connsiteY5" fmla="*/ 3059 h 14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633" h="14766">
                      <a:moveTo>
                        <a:pt x="492" y="3059"/>
                      </a:moveTo>
                      <a:cubicBezTo>
                        <a:pt x="-616" y="7536"/>
                        <a:pt x="138" y="11526"/>
                        <a:pt x="2842" y="13521"/>
                      </a:cubicBezTo>
                      <a:cubicBezTo>
                        <a:pt x="7186" y="16713"/>
                        <a:pt x="14989" y="13565"/>
                        <a:pt x="20220" y="6428"/>
                      </a:cubicBezTo>
                      <a:cubicBezTo>
                        <a:pt x="21771" y="4344"/>
                        <a:pt x="22924" y="2172"/>
                        <a:pt x="23633" y="0"/>
                      </a:cubicBezTo>
                      <a:cubicBezTo>
                        <a:pt x="22791" y="1064"/>
                        <a:pt x="21860" y="1995"/>
                        <a:pt x="20707" y="2793"/>
                      </a:cubicBezTo>
                      <a:cubicBezTo>
                        <a:pt x="14102" y="6738"/>
                        <a:pt x="5458" y="7403"/>
                        <a:pt x="492" y="3059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47" name="Forme libre : forme 25746">
                  <a:extLst>
                    <a:ext uri="{FF2B5EF4-FFF2-40B4-BE49-F238E27FC236}">
                      <a16:creationId xmlns:a16="http://schemas.microsoft.com/office/drawing/2014/main" id="{6ECFFF85-0640-4EED-9F4F-BC333FD99F0D}"/>
                    </a:ext>
                  </a:extLst>
                </p:cNvPr>
                <p:cNvSpPr/>
                <p:nvPr/>
              </p:nvSpPr>
              <p:spPr>
                <a:xfrm>
                  <a:off x="6963682" y="1387118"/>
                  <a:ext cx="24740" cy="28304"/>
                </a:xfrm>
                <a:custGeom>
                  <a:avLst/>
                  <a:gdLst>
                    <a:gd name="connsiteX0" fmla="*/ 21863 w 24740"/>
                    <a:gd name="connsiteY0" fmla="*/ 1239 h 28304"/>
                    <a:gd name="connsiteX1" fmla="*/ 20267 w 24740"/>
                    <a:gd name="connsiteY1" fmla="*/ 19947 h 28304"/>
                    <a:gd name="connsiteX2" fmla="*/ 2845 w 24740"/>
                    <a:gd name="connsiteY2" fmla="*/ 27040 h 28304"/>
                    <a:gd name="connsiteX3" fmla="*/ 4441 w 24740"/>
                    <a:gd name="connsiteY3" fmla="*/ 8332 h 28304"/>
                    <a:gd name="connsiteX4" fmla="*/ 21863 w 24740"/>
                    <a:gd name="connsiteY4" fmla="*/ 1239 h 28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40" h="28304">
                      <a:moveTo>
                        <a:pt x="21863" y="1239"/>
                      </a:moveTo>
                      <a:cubicBezTo>
                        <a:pt x="26252" y="4431"/>
                        <a:pt x="25542" y="12809"/>
                        <a:pt x="20267" y="19947"/>
                      </a:cubicBezTo>
                      <a:cubicBezTo>
                        <a:pt x="14991" y="27084"/>
                        <a:pt x="7233" y="30276"/>
                        <a:pt x="2845" y="27040"/>
                      </a:cubicBezTo>
                      <a:cubicBezTo>
                        <a:pt x="-1500" y="23848"/>
                        <a:pt x="-790" y="15469"/>
                        <a:pt x="4441" y="8332"/>
                      </a:cubicBezTo>
                      <a:cubicBezTo>
                        <a:pt x="9672" y="1239"/>
                        <a:pt x="17474" y="-1953"/>
                        <a:pt x="21863" y="123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48" name="Forme libre : forme 25747">
                  <a:extLst>
                    <a:ext uri="{FF2B5EF4-FFF2-40B4-BE49-F238E27FC236}">
                      <a16:creationId xmlns:a16="http://schemas.microsoft.com/office/drawing/2014/main" id="{DDC2174C-C64C-45A1-87BA-7C93FAE804ED}"/>
                    </a:ext>
                  </a:extLst>
                </p:cNvPr>
                <p:cNvSpPr/>
                <p:nvPr/>
              </p:nvSpPr>
              <p:spPr>
                <a:xfrm>
                  <a:off x="6945845" y="1399256"/>
                  <a:ext cx="45618" cy="31367"/>
                </a:xfrm>
                <a:custGeom>
                  <a:avLst/>
                  <a:gdLst>
                    <a:gd name="connsiteX0" fmla="*/ 10928 w 45618"/>
                    <a:gd name="connsiteY0" fmla="*/ 26605 h 31367"/>
                    <a:gd name="connsiteX1" fmla="*/ 18819 w 45618"/>
                    <a:gd name="connsiteY1" fmla="*/ 31127 h 31367"/>
                    <a:gd name="connsiteX2" fmla="*/ 36330 w 45618"/>
                    <a:gd name="connsiteY2" fmla="*/ 23945 h 31367"/>
                    <a:gd name="connsiteX3" fmla="*/ 45329 w 45618"/>
                    <a:gd name="connsiteY3" fmla="*/ 9670 h 31367"/>
                    <a:gd name="connsiteX4" fmla="*/ 41428 w 45618"/>
                    <a:gd name="connsiteY4" fmla="*/ 95 h 31367"/>
                    <a:gd name="connsiteX5" fmla="*/ 34380 w 45618"/>
                    <a:gd name="connsiteY5" fmla="*/ 1868 h 31367"/>
                    <a:gd name="connsiteX6" fmla="*/ 17622 w 45618"/>
                    <a:gd name="connsiteY6" fmla="*/ 6523 h 31367"/>
                    <a:gd name="connsiteX7" fmla="*/ 245 w 45618"/>
                    <a:gd name="connsiteY7" fmla="*/ 13483 h 31367"/>
                    <a:gd name="connsiteX8" fmla="*/ 10928 w 45618"/>
                    <a:gd name="connsiteY8" fmla="*/ 26605 h 31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618" h="31367">
                      <a:moveTo>
                        <a:pt x="10928" y="26605"/>
                      </a:moveTo>
                      <a:cubicBezTo>
                        <a:pt x="13322" y="28511"/>
                        <a:pt x="15761" y="30462"/>
                        <a:pt x="18819" y="31127"/>
                      </a:cubicBezTo>
                      <a:cubicBezTo>
                        <a:pt x="24671" y="32368"/>
                        <a:pt x="31276" y="28644"/>
                        <a:pt x="36330" y="23945"/>
                      </a:cubicBezTo>
                      <a:cubicBezTo>
                        <a:pt x="40497" y="20044"/>
                        <a:pt x="44132" y="15079"/>
                        <a:pt x="45329" y="9670"/>
                      </a:cubicBezTo>
                      <a:cubicBezTo>
                        <a:pt x="46216" y="5636"/>
                        <a:pt x="45108" y="849"/>
                        <a:pt x="41428" y="95"/>
                      </a:cubicBezTo>
                      <a:cubicBezTo>
                        <a:pt x="39167" y="-348"/>
                        <a:pt x="36685" y="849"/>
                        <a:pt x="34380" y="1868"/>
                      </a:cubicBezTo>
                      <a:cubicBezTo>
                        <a:pt x="28927" y="4306"/>
                        <a:pt x="23208" y="5858"/>
                        <a:pt x="17622" y="6523"/>
                      </a:cubicBezTo>
                      <a:cubicBezTo>
                        <a:pt x="12835" y="7055"/>
                        <a:pt x="2328" y="6700"/>
                        <a:pt x="245" y="13483"/>
                      </a:cubicBezTo>
                      <a:cubicBezTo>
                        <a:pt x="-1617" y="19601"/>
                        <a:pt x="7648" y="23989"/>
                        <a:pt x="10928" y="2660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49" name="Forme libre : forme 25748">
                  <a:extLst>
                    <a:ext uri="{FF2B5EF4-FFF2-40B4-BE49-F238E27FC236}">
                      <a16:creationId xmlns:a16="http://schemas.microsoft.com/office/drawing/2014/main" id="{D730592A-E549-4DE1-B31E-36F7C66843D6}"/>
                    </a:ext>
                  </a:extLst>
                </p:cNvPr>
                <p:cNvSpPr/>
                <p:nvPr/>
              </p:nvSpPr>
              <p:spPr>
                <a:xfrm>
                  <a:off x="6951622" y="1401043"/>
                  <a:ext cx="7485" cy="14602"/>
                </a:xfrm>
                <a:custGeom>
                  <a:avLst/>
                  <a:gdLst>
                    <a:gd name="connsiteX0" fmla="*/ 763 w 7485"/>
                    <a:gd name="connsiteY0" fmla="*/ 12360 h 14602"/>
                    <a:gd name="connsiteX1" fmla="*/ 1960 w 7485"/>
                    <a:gd name="connsiteY1" fmla="*/ 14222 h 14602"/>
                    <a:gd name="connsiteX2" fmla="*/ 4132 w 7485"/>
                    <a:gd name="connsiteY2" fmla="*/ 14311 h 14602"/>
                    <a:gd name="connsiteX3" fmla="*/ 5462 w 7485"/>
                    <a:gd name="connsiteY3" fmla="*/ 12405 h 14602"/>
                    <a:gd name="connsiteX4" fmla="*/ 7235 w 7485"/>
                    <a:gd name="connsiteY4" fmla="*/ 6686 h 14602"/>
                    <a:gd name="connsiteX5" fmla="*/ 7457 w 7485"/>
                    <a:gd name="connsiteY5" fmla="*/ 4292 h 14602"/>
                    <a:gd name="connsiteX6" fmla="*/ 1384 w 7485"/>
                    <a:gd name="connsiteY6" fmla="*/ 1943 h 14602"/>
                    <a:gd name="connsiteX7" fmla="*/ 763 w 7485"/>
                    <a:gd name="connsiteY7" fmla="*/ 12360 h 14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485" h="14602">
                      <a:moveTo>
                        <a:pt x="763" y="12360"/>
                      </a:moveTo>
                      <a:cubicBezTo>
                        <a:pt x="1029" y="13070"/>
                        <a:pt x="1384" y="13779"/>
                        <a:pt x="1960" y="14222"/>
                      </a:cubicBezTo>
                      <a:cubicBezTo>
                        <a:pt x="2536" y="14666"/>
                        <a:pt x="3423" y="14754"/>
                        <a:pt x="4132" y="14311"/>
                      </a:cubicBezTo>
                      <a:cubicBezTo>
                        <a:pt x="4797" y="13912"/>
                        <a:pt x="5152" y="13114"/>
                        <a:pt x="5462" y="12405"/>
                      </a:cubicBezTo>
                      <a:cubicBezTo>
                        <a:pt x="6216" y="10543"/>
                        <a:pt x="6836" y="8592"/>
                        <a:pt x="7235" y="6686"/>
                      </a:cubicBezTo>
                      <a:cubicBezTo>
                        <a:pt x="7413" y="5888"/>
                        <a:pt x="7546" y="5090"/>
                        <a:pt x="7457" y="4292"/>
                      </a:cubicBezTo>
                      <a:cubicBezTo>
                        <a:pt x="7102" y="1056"/>
                        <a:pt x="3645" y="-2180"/>
                        <a:pt x="1384" y="1943"/>
                      </a:cubicBezTo>
                      <a:cubicBezTo>
                        <a:pt x="-390" y="5090"/>
                        <a:pt x="-301" y="9435"/>
                        <a:pt x="763" y="1236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50" name="Forme libre : forme 25749">
                  <a:extLst>
                    <a:ext uri="{FF2B5EF4-FFF2-40B4-BE49-F238E27FC236}">
                      <a16:creationId xmlns:a16="http://schemas.microsoft.com/office/drawing/2014/main" id="{98B8A33E-7396-4148-A619-DD0DE6F27C81}"/>
                    </a:ext>
                  </a:extLst>
                </p:cNvPr>
                <p:cNvSpPr/>
                <p:nvPr/>
              </p:nvSpPr>
              <p:spPr>
                <a:xfrm>
                  <a:off x="6993214" y="1380732"/>
                  <a:ext cx="7238" cy="27440"/>
                </a:xfrm>
                <a:custGeom>
                  <a:avLst/>
                  <a:gdLst>
                    <a:gd name="connsiteX0" fmla="*/ 0 w 7238"/>
                    <a:gd name="connsiteY0" fmla="*/ 0 h 27440"/>
                    <a:gd name="connsiteX1" fmla="*/ 4433 w 7238"/>
                    <a:gd name="connsiteY1" fmla="*/ 27441 h 27440"/>
                    <a:gd name="connsiteX2" fmla="*/ 0 w 7238"/>
                    <a:gd name="connsiteY2" fmla="*/ 0 h 27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238" h="27440">
                      <a:moveTo>
                        <a:pt x="0" y="0"/>
                      </a:moveTo>
                      <a:cubicBezTo>
                        <a:pt x="0" y="0"/>
                        <a:pt x="12723" y="8201"/>
                        <a:pt x="4433" y="27441"/>
                      </a:cubicBezTo>
                      <a:cubicBezTo>
                        <a:pt x="4433" y="27441"/>
                        <a:pt x="10107" y="1210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51" name="Forme libre : forme 25750">
                  <a:extLst>
                    <a:ext uri="{FF2B5EF4-FFF2-40B4-BE49-F238E27FC236}">
                      <a16:creationId xmlns:a16="http://schemas.microsoft.com/office/drawing/2014/main" id="{751D2244-1771-49B2-9C6C-689338BDEDD9}"/>
                    </a:ext>
                  </a:extLst>
                </p:cNvPr>
                <p:cNvSpPr/>
                <p:nvPr/>
              </p:nvSpPr>
              <p:spPr>
                <a:xfrm>
                  <a:off x="6938625" y="1399306"/>
                  <a:ext cx="6357" cy="28992"/>
                </a:xfrm>
                <a:custGeom>
                  <a:avLst/>
                  <a:gdLst>
                    <a:gd name="connsiteX0" fmla="*/ 4495 w 6357"/>
                    <a:gd name="connsiteY0" fmla="*/ 0 h 28992"/>
                    <a:gd name="connsiteX1" fmla="*/ 6357 w 6357"/>
                    <a:gd name="connsiteY1" fmla="*/ 28992 h 28992"/>
                    <a:gd name="connsiteX2" fmla="*/ 4495 w 6357"/>
                    <a:gd name="connsiteY2" fmla="*/ 0 h 28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57" h="28992">
                      <a:moveTo>
                        <a:pt x="4495" y="0"/>
                      </a:moveTo>
                      <a:cubicBezTo>
                        <a:pt x="4495" y="0"/>
                        <a:pt x="-6765" y="16403"/>
                        <a:pt x="6357" y="28992"/>
                      </a:cubicBezTo>
                      <a:cubicBezTo>
                        <a:pt x="6402" y="28992"/>
                        <a:pt x="-3839" y="16270"/>
                        <a:pt x="44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52" name="Forme libre : forme 25751">
                  <a:extLst>
                    <a:ext uri="{FF2B5EF4-FFF2-40B4-BE49-F238E27FC236}">
                      <a16:creationId xmlns:a16="http://schemas.microsoft.com/office/drawing/2014/main" id="{A551EB90-1944-4906-AE80-B6AF13EF7D44}"/>
                    </a:ext>
                  </a:extLst>
                </p:cNvPr>
                <p:cNvSpPr/>
                <p:nvPr/>
              </p:nvSpPr>
              <p:spPr>
                <a:xfrm>
                  <a:off x="6966595" y="1391508"/>
                  <a:ext cx="10324" cy="9269"/>
                </a:xfrm>
                <a:custGeom>
                  <a:avLst/>
                  <a:gdLst>
                    <a:gd name="connsiteX0" fmla="*/ 10039 w 10324"/>
                    <a:gd name="connsiteY0" fmla="*/ 927 h 9269"/>
                    <a:gd name="connsiteX1" fmla="*/ 6847 w 10324"/>
                    <a:gd name="connsiteY1" fmla="*/ 7399 h 9269"/>
                    <a:gd name="connsiteX2" fmla="*/ 286 w 10324"/>
                    <a:gd name="connsiteY2" fmla="*/ 8375 h 9269"/>
                    <a:gd name="connsiteX3" fmla="*/ 3433 w 10324"/>
                    <a:gd name="connsiteY3" fmla="*/ 1902 h 9269"/>
                    <a:gd name="connsiteX4" fmla="*/ 10039 w 10324"/>
                    <a:gd name="connsiteY4" fmla="*/ 927 h 9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24" h="9269">
                      <a:moveTo>
                        <a:pt x="10039" y="927"/>
                      </a:moveTo>
                      <a:cubicBezTo>
                        <a:pt x="10970" y="2434"/>
                        <a:pt x="9551" y="5360"/>
                        <a:pt x="6847" y="7399"/>
                      </a:cubicBezTo>
                      <a:cubicBezTo>
                        <a:pt x="4143" y="9439"/>
                        <a:pt x="1217" y="9882"/>
                        <a:pt x="286" y="8375"/>
                      </a:cubicBezTo>
                      <a:cubicBezTo>
                        <a:pt x="-645" y="6867"/>
                        <a:pt x="774" y="3942"/>
                        <a:pt x="3433" y="1902"/>
                      </a:cubicBezTo>
                      <a:cubicBezTo>
                        <a:pt x="6138" y="-181"/>
                        <a:pt x="9108" y="-624"/>
                        <a:pt x="10039" y="92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53" name="Forme libre : forme 25752">
                  <a:extLst>
                    <a:ext uri="{FF2B5EF4-FFF2-40B4-BE49-F238E27FC236}">
                      <a16:creationId xmlns:a16="http://schemas.microsoft.com/office/drawing/2014/main" id="{6E770209-3E8A-43E8-ACA4-1ABA04915E20}"/>
                    </a:ext>
                  </a:extLst>
                </p:cNvPr>
                <p:cNvSpPr/>
                <p:nvPr/>
              </p:nvSpPr>
              <p:spPr>
                <a:xfrm>
                  <a:off x="6974512" y="1390300"/>
                  <a:ext cx="3003" cy="3147"/>
                </a:xfrm>
                <a:custGeom>
                  <a:avLst/>
                  <a:gdLst>
                    <a:gd name="connsiteX0" fmla="*/ 2477 w 3003"/>
                    <a:gd name="connsiteY0" fmla="*/ 229 h 3147"/>
                    <a:gd name="connsiteX1" fmla="*/ 2655 w 3003"/>
                    <a:gd name="connsiteY1" fmla="*/ 2401 h 3147"/>
                    <a:gd name="connsiteX2" fmla="*/ 526 w 3003"/>
                    <a:gd name="connsiteY2" fmla="*/ 2888 h 3147"/>
                    <a:gd name="connsiteX3" fmla="*/ 349 w 3003"/>
                    <a:gd name="connsiteY3" fmla="*/ 716 h 3147"/>
                    <a:gd name="connsiteX4" fmla="*/ 2477 w 3003"/>
                    <a:gd name="connsiteY4" fmla="*/ 229 h 3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03" h="3147">
                      <a:moveTo>
                        <a:pt x="2477" y="229"/>
                      </a:moveTo>
                      <a:cubicBezTo>
                        <a:pt x="3098" y="672"/>
                        <a:pt x="3187" y="1647"/>
                        <a:pt x="2655" y="2401"/>
                      </a:cubicBezTo>
                      <a:cubicBezTo>
                        <a:pt x="2123" y="3154"/>
                        <a:pt x="1147" y="3376"/>
                        <a:pt x="526" y="2888"/>
                      </a:cubicBezTo>
                      <a:cubicBezTo>
                        <a:pt x="-94" y="2401"/>
                        <a:pt x="-183" y="1470"/>
                        <a:pt x="349" y="716"/>
                      </a:cubicBezTo>
                      <a:cubicBezTo>
                        <a:pt x="881" y="7"/>
                        <a:pt x="1857" y="-215"/>
                        <a:pt x="2477" y="2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54" name="Forme libre : forme 25753">
                  <a:extLst>
                    <a:ext uri="{FF2B5EF4-FFF2-40B4-BE49-F238E27FC236}">
                      <a16:creationId xmlns:a16="http://schemas.microsoft.com/office/drawing/2014/main" id="{C29B39FB-7657-42D5-A765-C001145DD7FE}"/>
                    </a:ext>
                  </a:extLst>
                </p:cNvPr>
                <p:cNvSpPr/>
                <p:nvPr/>
              </p:nvSpPr>
              <p:spPr>
                <a:xfrm>
                  <a:off x="6954735" y="1374251"/>
                  <a:ext cx="33940" cy="17940"/>
                </a:xfrm>
                <a:custGeom>
                  <a:avLst/>
                  <a:gdLst>
                    <a:gd name="connsiteX0" fmla="*/ 20658 w 33940"/>
                    <a:gd name="connsiteY0" fmla="*/ 186 h 17940"/>
                    <a:gd name="connsiteX1" fmla="*/ 32007 w 33940"/>
                    <a:gd name="connsiteY1" fmla="*/ 5550 h 17940"/>
                    <a:gd name="connsiteX2" fmla="*/ 33647 w 33940"/>
                    <a:gd name="connsiteY2" fmla="*/ 9672 h 17940"/>
                    <a:gd name="connsiteX3" fmla="*/ 29569 w 33940"/>
                    <a:gd name="connsiteY3" fmla="*/ 11135 h 17940"/>
                    <a:gd name="connsiteX4" fmla="*/ 16048 w 33940"/>
                    <a:gd name="connsiteY4" fmla="*/ 10337 h 17940"/>
                    <a:gd name="connsiteX5" fmla="*/ 177 w 33940"/>
                    <a:gd name="connsiteY5" fmla="*/ 16721 h 17940"/>
                    <a:gd name="connsiteX6" fmla="*/ 10639 w 33940"/>
                    <a:gd name="connsiteY6" fmla="*/ 1870 h 17940"/>
                    <a:gd name="connsiteX7" fmla="*/ 20658 w 33940"/>
                    <a:gd name="connsiteY7" fmla="*/ 186 h 17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940" h="17940">
                      <a:moveTo>
                        <a:pt x="20658" y="186"/>
                      </a:moveTo>
                      <a:cubicBezTo>
                        <a:pt x="24958" y="806"/>
                        <a:pt x="28682" y="2979"/>
                        <a:pt x="32007" y="5550"/>
                      </a:cubicBezTo>
                      <a:cubicBezTo>
                        <a:pt x="33248" y="6481"/>
                        <a:pt x="34534" y="8077"/>
                        <a:pt x="33647" y="9672"/>
                      </a:cubicBezTo>
                      <a:cubicBezTo>
                        <a:pt x="32893" y="11135"/>
                        <a:pt x="30987" y="11313"/>
                        <a:pt x="29569" y="11135"/>
                      </a:cubicBezTo>
                      <a:cubicBezTo>
                        <a:pt x="25091" y="10559"/>
                        <a:pt x="20658" y="8786"/>
                        <a:pt x="16048" y="10337"/>
                      </a:cubicBezTo>
                      <a:cubicBezTo>
                        <a:pt x="13166" y="11268"/>
                        <a:pt x="1684" y="21376"/>
                        <a:pt x="177" y="16721"/>
                      </a:cubicBezTo>
                      <a:cubicBezTo>
                        <a:pt x="-1330" y="12022"/>
                        <a:pt x="7181" y="3688"/>
                        <a:pt x="10639" y="1870"/>
                      </a:cubicBezTo>
                      <a:cubicBezTo>
                        <a:pt x="13876" y="141"/>
                        <a:pt x="17422" y="-302"/>
                        <a:pt x="20658" y="18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19" name="Graphique 2">
                <a:extLst>
                  <a:ext uri="{FF2B5EF4-FFF2-40B4-BE49-F238E27FC236}">
                    <a16:creationId xmlns:a16="http://schemas.microsoft.com/office/drawing/2014/main" id="{7D537ECC-4558-4D31-8AB2-D0AB1DD8E321}"/>
                  </a:ext>
                </a:extLst>
              </p:cNvPr>
              <p:cNvGrpSpPr/>
              <p:nvPr/>
            </p:nvGrpSpPr>
            <p:grpSpPr>
              <a:xfrm>
                <a:off x="6977622" y="1311541"/>
                <a:ext cx="67398" cy="71890"/>
                <a:chOff x="6977622" y="1311541"/>
                <a:chExt cx="67398" cy="71890"/>
              </a:xfrm>
              <a:solidFill>
                <a:schemeClr val="accent1"/>
              </a:solidFill>
            </p:grpSpPr>
            <p:sp>
              <p:nvSpPr>
                <p:cNvPr id="25731" name="Forme libre : forme 25730">
                  <a:extLst>
                    <a:ext uri="{FF2B5EF4-FFF2-40B4-BE49-F238E27FC236}">
                      <a16:creationId xmlns:a16="http://schemas.microsoft.com/office/drawing/2014/main" id="{B779F8B2-1DF0-49ED-95CA-F014BD9E497D}"/>
                    </a:ext>
                  </a:extLst>
                </p:cNvPr>
                <p:cNvSpPr/>
                <p:nvPr/>
              </p:nvSpPr>
              <p:spPr>
                <a:xfrm>
                  <a:off x="6977622" y="1311541"/>
                  <a:ext cx="67390" cy="71845"/>
                </a:xfrm>
                <a:custGeom>
                  <a:avLst/>
                  <a:gdLst>
                    <a:gd name="connsiteX0" fmla="*/ 62361 w 67390"/>
                    <a:gd name="connsiteY0" fmla="*/ 41839 h 71845"/>
                    <a:gd name="connsiteX1" fmla="*/ 54647 w 67390"/>
                    <a:gd name="connsiteY1" fmla="*/ 51902 h 71845"/>
                    <a:gd name="connsiteX2" fmla="*/ 46934 w 67390"/>
                    <a:gd name="connsiteY2" fmla="*/ 62143 h 71845"/>
                    <a:gd name="connsiteX3" fmla="*/ 18562 w 67390"/>
                    <a:gd name="connsiteY3" fmla="*/ 68659 h 71845"/>
                    <a:gd name="connsiteX4" fmla="*/ 6992 w 67390"/>
                    <a:gd name="connsiteY4" fmla="*/ 60192 h 71845"/>
                    <a:gd name="connsiteX5" fmla="*/ 4863 w 67390"/>
                    <a:gd name="connsiteY5" fmla="*/ 31022 h 71845"/>
                    <a:gd name="connsiteX6" fmla="*/ 12710 w 67390"/>
                    <a:gd name="connsiteY6" fmla="*/ 20383 h 71845"/>
                    <a:gd name="connsiteX7" fmla="*/ 20734 w 67390"/>
                    <a:gd name="connsiteY7" fmla="*/ 9699 h 71845"/>
                    <a:gd name="connsiteX8" fmla="*/ 35142 w 67390"/>
                    <a:gd name="connsiteY8" fmla="*/ 390 h 71845"/>
                    <a:gd name="connsiteX9" fmla="*/ 49859 w 67390"/>
                    <a:gd name="connsiteY9" fmla="*/ 3803 h 71845"/>
                    <a:gd name="connsiteX10" fmla="*/ 60987 w 67390"/>
                    <a:gd name="connsiteY10" fmla="*/ 13157 h 71845"/>
                    <a:gd name="connsiteX11" fmla="*/ 67370 w 67390"/>
                    <a:gd name="connsiteY11" fmla="*/ 26589 h 71845"/>
                    <a:gd name="connsiteX12" fmla="*/ 62361 w 67390"/>
                    <a:gd name="connsiteY12" fmla="*/ 41839 h 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7390" h="71845">
                      <a:moveTo>
                        <a:pt x="62361" y="41839"/>
                      </a:moveTo>
                      <a:cubicBezTo>
                        <a:pt x="59745" y="45075"/>
                        <a:pt x="57219" y="48577"/>
                        <a:pt x="54647" y="51902"/>
                      </a:cubicBezTo>
                      <a:lnTo>
                        <a:pt x="46934" y="62143"/>
                      </a:lnTo>
                      <a:cubicBezTo>
                        <a:pt x="39708" y="71807"/>
                        <a:pt x="26940" y="74777"/>
                        <a:pt x="18562" y="68659"/>
                      </a:cubicBezTo>
                      <a:lnTo>
                        <a:pt x="6992" y="60192"/>
                      </a:lnTo>
                      <a:cubicBezTo>
                        <a:pt x="-1387" y="54074"/>
                        <a:pt x="-2407" y="40952"/>
                        <a:pt x="4863" y="31022"/>
                      </a:cubicBezTo>
                      <a:lnTo>
                        <a:pt x="12710" y="20383"/>
                      </a:lnTo>
                      <a:cubicBezTo>
                        <a:pt x="15370" y="16836"/>
                        <a:pt x="17897" y="13290"/>
                        <a:pt x="20734" y="9699"/>
                      </a:cubicBezTo>
                      <a:cubicBezTo>
                        <a:pt x="24635" y="4690"/>
                        <a:pt x="29733" y="1453"/>
                        <a:pt x="35142" y="390"/>
                      </a:cubicBezTo>
                      <a:cubicBezTo>
                        <a:pt x="40506" y="-674"/>
                        <a:pt x="45825" y="434"/>
                        <a:pt x="49859" y="3803"/>
                      </a:cubicBezTo>
                      <a:lnTo>
                        <a:pt x="60987" y="13157"/>
                      </a:lnTo>
                      <a:cubicBezTo>
                        <a:pt x="65021" y="16526"/>
                        <a:pt x="67104" y="21491"/>
                        <a:pt x="67370" y="26589"/>
                      </a:cubicBezTo>
                      <a:cubicBezTo>
                        <a:pt x="67592" y="31687"/>
                        <a:pt x="66040" y="37317"/>
                        <a:pt x="62361" y="41839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32" name="Forme libre : forme 25731">
                  <a:extLst>
                    <a:ext uri="{FF2B5EF4-FFF2-40B4-BE49-F238E27FC236}">
                      <a16:creationId xmlns:a16="http://schemas.microsoft.com/office/drawing/2014/main" id="{EFDB10E3-82A3-4A29-A54A-DDA2939FE5DA}"/>
                    </a:ext>
                  </a:extLst>
                </p:cNvPr>
                <p:cNvSpPr/>
                <p:nvPr/>
              </p:nvSpPr>
              <p:spPr>
                <a:xfrm>
                  <a:off x="6991219" y="1324431"/>
                  <a:ext cx="53801" cy="58999"/>
                </a:xfrm>
                <a:custGeom>
                  <a:avLst/>
                  <a:gdLst>
                    <a:gd name="connsiteX0" fmla="*/ 22254 w 53801"/>
                    <a:gd name="connsiteY0" fmla="*/ 35332 h 58999"/>
                    <a:gd name="connsiteX1" fmla="*/ 0 w 53801"/>
                    <a:gd name="connsiteY1" fmla="*/ 52133 h 58999"/>
                    <a:gd name="connsiteX2" fmla="*/ 5009 w 53801"/>
                    <a:gd name="connsiteY2" fmla="*/ 55813 h 58999"/>
                    <a:gd name="connsiteX3" fmla="*/ 33381 w 53801"/>
                    <a:gd name="connsiteY3" fmla="*/ 49296 h 58999"/>
                    <a:gd name="connsiteX4" fmla="*/ 41095 w 53801"/>
                    <a:gd name="connsiteY4" fmla="*/ 39056 h 58999"/>
                    <a:gd name="connsiteX5" fmla="*/ 48808 w 53801"/>
                    <a:gd name="connsiteY5" fmla="*/ 28992 h 58999"/>
                    <a:gd name="connsiteX6" fmla="*/ 53773 w 53801"/>
                    <a:gd name="connsiteY6" fmla="*/ 13742 h 58999"/>
                    <a:gd name="connsiteX7" fmla="*/ 47390 w 53801"/>
                    <a:gd name="connsiteY7" fmla="*/ 310 h 58999"/>
                    <a:gd name="connsiteX8" fmla="*/ 47035 w 53801"/>
                    <a:gd name="connsiteY8" fmla="*/ 0 h 58999"/>
                    <a:gd name="connsiteX9" fmla="*/ 40385 w 53801"/>
                    <a:gd name="connsiteY9" fmla="*/ 8556 h 58999"/>
                    <a:gd name="connsiteX10" fmla="*/ 33691 w 53801"/>
                    <a:gd name="connsiteY10" fmla="*/ 16979 h 58999"/>
                    <a:gd name="connsiteX11" fmla="*/ 22254 w 53801"/>
                    <a:gd name="connsiteY11" fmla="*/ 35332 h 58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3801" h="58999">
                      <a:moveTo>
                        <a:pt x="22254" y="35332"/>
                      </a:moveTo>
                      <a:cubicBezTo>
                        <a:pt x="17998" y="44996"/>
                        <a:pt x="9221" y="51779"/>
                        <a:pt x="0" y="52133"/>
                      </a:cubicBezTo>
                      <a:lnTo>
                        <a:pt x="5009" y="55813"/>
                      </a:lnTo>
                      <a:cubicBezTo>
                        <a:pt x="13388" y="61930"/>
                        <a:pt x="26155" y="58960"/>
                        <a:pt x="33381" y="49296"/>
                      </a:cubicBezTo>
                      <a:lnTo>
                        <a:pt x="41095" y="39056"/>
                      </a:lnTo>
                      <a:cubicBezTo>
                        <a:pt x="43666" y="35686"/>
                        <a:pt x="46237" y="32184"/>
                        <a:pt x="48808" y="28992"/>
                      </a:cubicBezTo>
                      <a:cubicBezTo>
                        <a:pt x="52444" y="24426"/>
                        <a:pt x="54039" y="18841"/>
                        <a:pt x="53773" y="13742"/>
                      </a:cubicBezTo>
                      <a:cubicBezTo>
                        <a:pt x="53508" y="8644"/>
                        <a:pt x="51424" y="3724"/>
                        <a:pt x="47390" y="310"/>
                      </a:cubicBezTo>
                      <a:lnTo>
                        <a:pt x="47035" y="0"/>
                      </a:lnTo>
                      <a:cubicBezTo>
                        <a:pt x="44907" y="3014"/>
                        <a:pt x="42602" y="5719"/>
                        <a:pt x="40385" y="8556"/>
                      </a:cubicBezTo>
                      <a:cubicBezTo>
                        <a:pt x="38125" y="11393"/>
                        <a:pt x="35908" y="14186"/>
                        <a:pt x="33691" y="16979"/>
                      </a:cubicBezTo>
                      <a:cubicBezTo>
                        <a:pt x="29303" y="22609"/>
                        <a:pt x="25269" y="28593"/>
                        <a:pt x="22254" y="35332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33" name="Forme libre : forme 25732">
                  <a:extLst>
                    <a:ext uri="{FF2B5EF4-FFF2-40B4-BE49-F238E27FC236}">
                      <a16:creationId xmlns:a16="http://schemas.microsoft.com/office/drawing/2014/main" id="{02609C96-916E-4CBC-899B-72B31A6E439B}"/>
                    </a:ext>
                  </a:extLst>
                </p:cNvPr>
                <p:cNvSpPr/>
                <p:nvPr/>
              </p:nvSpPr>
              <p:spPr>
                <a:xfrm>
                  <a:off x="7002605" y="1330625"/>
                  <a:ext cx="25013" cy="28168"/>
                </a:xfrm>
                <a:custGeom>
                  <a:avLst/>
                  <a:gdLst>
                    <a:gd name="connsiteX0" fmla="*/ 22261 w 25013"/>
                    <a:gd name="connsiteY0" fmla="*/ 1431 h 28168"/>
                    <a:gd name="connsiteX1" fmla="*/ 20399 w 25013"/>
                    <a:gd name="connsiteY1" fmla="*/ 20094 h 28168"/>
                    <a:gd name="connsiteX2" fmla="*/ 2888 w 25013"/>
                    <a:gd name="connsiteY2" fmla="*/ 26877 h 28168"/>
                    <a:gd name="connsiteX3" fmla="*/ 4573 w 25013"/>
                    <a:gd name="connsiteY3" fmla="*/ 8080 h 28168"/>
                    <a:gd name="connsiteX4" fmla="*/ 22261 w 25013"/>
                    <a:gd name="connsiteY4" fmla="*/ 1431 h 28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13" h="28168">
                      <a:moveTo>
                        <a:pt x="22261" y="1431"/>
                      </a:moveTo>
                      <a:cubicBezTo>
                        <a:pt x="26606" y="4889"/>
                        <a:pt x="25675" y="13090"/>
                        <a:pt x="20399" y="20094"/>
                      </a:cubicBezTo>
                      <a:cubicBezTo>
                        <a:pt x="15124" y="27054"/>
                        <a:pt x="7277" y="30113"/>
                        <a:pt x="2888" y="26877"/>
                      </a:cubicBezTo>
                      <a:cubicBezTo>
                        <a:pt x="-1545" y="23641"/>
                        <a:pt x="-791" y="15218"/>
                        <a:pt x="4573" y="8080"/>
                      </a:cubicBezTo>
                      <a:cubicBezTo>
                        <a:pt x="9893" y="899"/>
                        <a:pt x="17961" y="-1983"/>
                        <a:pt x="22261" y="1431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34" name="Forme libre : forme 25733">
                  <a:extLst>
                    <a:ext uri="{FF2B5EF4-FFF2-40B4-BE49-F238E27FC236}">
                      <a16:creationId xmlns:a16="http://schemas.microsoft.com/office/drawing/2014/main" id="{0E4B7A54-32FA-4498-8E06-F2E83CFEDD8B}"/>
                    </a:ext>
                  </a:extLst>
                </p:cNvPr>
                <p:cNvSpPr/>
                <p:nvPr/>
              </p:nvSpPr>
              <p:spPr>
                <a:xfrm>
                  <a:off x="7002589" y="1344425"/>
                  <a:ext cx="23873" cy="14369"/>
                </a:xfrm>
                <a:custGeom>
                  <a:avLst/>
                  <a:gdLst>
                    <a:gd name="connsiteX0" fmla="*/ 511 w 23873"/>
                    <a:gd name="connsiteY0" fmla="*/ 2527 h 14369"/>
                    <a:gd name="connsiteX1" fmla="*/ 2905 w 23873"/>
                    <a:gd name="connsiteY1" fmla="*/ 13078 h 14369"/>
                    <a:gd name="connsiteX2" fmla="*/ 20415 w 23873"/>
                    <a:gd name="connsiteY2" fmla="*/ 6295 h 14369"/>
                    <a:gd name="connsiteX3" fmla="*/ 23873 w 23873"/>
                    <a:gd name="connsiteY3" fmla="*/ 0 h 14369"/>
                    <a:gd name="connsiteX4" fmla="*/ 20903 w 23873"/>
                    <a:gd name="connsiteY4" fmla="*/ 2704 h 14369"/>
                    <a:gd name="connsiteX5" fmla="*/ 511 w 23873"/>
                    <a:gd name="connsiteY5" fmla="*/ 2527 h 14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873" h="14369">
                      <a:moveTo>
                        <a:pt x="511" y="2527"/>
                      </a:moveTo>
                      <a:cubicBezTo>
                        <a:pt x="-642" y="7004"/>
                        <a:pt x="156" y="11039"/>
                        <a:pt x="2905" y="13078"/>
                      </a:cubicBezTo>
                      <a:cubicBezTo>
                        <a:pt x="7294" y="16314"/>
                        <a:pt x="15140" y="13255"/>
                        <a:pt x="20415" y="6295"/>
                      </a:cubicBezTo>
                      <a:cubicBezTo>
                        <a:pt x="21967" y="4256"/>
                        <a:pt x="23120" y="2039"/>
                        <a:pt x="23873" y="0"/>
                      </a:cubicBezTo>
                      <a:cubicBezTo>
                        <a:pt x="23031" y="1020"/>
                        <a:pt x="22056" y="1906"/>
                        <a:pt x="20903" y="2704"/>
                      </a:cubicBezTo>
                      <a:cubicBezTo>
                        <a:pt x="14298" y="6428"/>
                        <a:pt x="5565" y="6960"/>
                        <a:pt x="511" y="2527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35" name="Forme libre : forme 25734">
                  <a:extLst>
                    <a:ext uri="{FF2B5EF4-FFF2-40B4-BE49-F238E27FC236}">
                      <a16:creationId xmlns:a16="http://schemas.microsoft.com/office/drawing/2014/main" id="{02C41A70-0E28-47C1-8F70-5504CAB537E7}"/>
                    </a:ext>
                  </a:extLst>
                </p:cNvPr>
                <p:cNvSpPr/>
                <p:nvPr/>
              </p:nvSpPr>
              <p:spPr>
                <a:xfrm>
                  <a:off x="7005324" y="1330712"/>
                  <a:ext cx="24984" cy="28089"/>
                </a:xfrm>
                <a:custGeom>
                  <a:avLst/>
                  <a:gdLst>
                    <a:gd name="connsiteX0" fmla="*/ 22247 w 24984"/>
                    <a:gd name="connsiteY0" fmla="*/ 1433 h 28089"/>
                    <a:gd name="connsiteX1" fmla="*/ 24906 w 24984"/>
                    <a:gd name="connsiteY1" fmla="*/ 9457 h 28089"/>
                    <a:gd name="connsiteX2" fmla="*/ 20385 w 24984"/>
                    <a:gd name="connsiteY2" fmla="*/ 20052 h 28089"/>
                    <a:gd name="connsiteX3" fmla="*/ 2874 w 24984"/>
                    <a:gd name="connsiteY3" fmla="*/ 26790 h 28089"/>
                    <a:gd name="connsiteX4" fmla="*/ 4559 w 24984"/>
                    <a:gd name="connsiteY4" fmla="*/ 7994 h 28089"/>
                    <a:gd name="connsiteX5" fmla="*/ 22247 w 24984"/>
                    <a:gd name="connsiteY5" fmla="*/ 1433 h 28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984" h="28089">
                      <a:moveTo>
                        <a:pt x="22247" y="1433"/>
                      </a:moveTo>
                      <a:cubicBezTo>
                        <a:pt x="24419" y="3162"/>
                        <a:pt x="25261" y="6088"/>
                        <a:pt x="24906" y="9457"/>
                      </a:cubicBezTo>
                      <a:cubicBezTo>
                        <a:pt x="24552" y="12826"/>
                        <a:pt x="23000" y="16505"/>
                        <a:pt x="20385" y="20052"/>
                      </a:cubicBezTo>
                      <a:cubicBezTo>
                        <a:pt x="15109" y="27012"/>
                        <a:pt x="7263" y="30026"/>
                        <a:pt x="2874" y="26790"/>
                      </a:cubicBezTo>
                      <a:cubicBezTo>
                        <a:pt x="-1559" y="23510"/>
                        <a:pt x="-761" y="15131"/>
                        <a:pt x="4559" y="7994"/>
                      </a:cubicBezTo>
                      <a:cubicBezTo>
                        <a:pt x="9923" y="901"/>
                        <a:pt x="17991" y="-1981"/>
                        <a:pt x="22247" y="143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36" name="Forme libre : forme 25735">
                  <a:extLst>
                    <a:ext uri="{FF2B5EF4-FFF2-40B4-BE49-F238E27FC236}">
                      <a16:creationId xmlns:a16="http://schemas.microsoft.com/office/drawing/2014/main" id="{200E7C4E-3CFB-499B-908B-AB268D471DEC}"/>
                    </a:ext>
                  </a:extLst>
                </p:cNvPr>
                <p:cNvSpPr/>
                <p:nvPr/>
              </p:nvSpPr>
              <p:spPr>
                <a:xfrm>
                  <a:off x="6987342" y="1343041"/>
                  <a:ext cx="45931" cy="30989"/>
                </a:xfrm>
                <a:custGeom>
                  <a:avLst/>
                  <a:gdLst>
                    <a:gd name="connsiteX0" fmla="*/ 11147 w 45931"/>
                    <a:gd name="connsiteY0" fmla="*/ 26164 h 30989"/>
                    <a:gd name="connsiteX1" fmla="*/ 19171 w 45931"/>
                    <a:gd name="connsiteY1" fmla="*/ 30731 h 30989"/>
                    <a:gd name="connsiteX2" fmla="*/ 36682 w 45931"/>
                    <a:gd name="connsiteY2" fmla="*/ 23726 h 30989"/>
                    <a:gd name="connsiteX3" fmla="*/ 45637 w 45931"/>
                    <a:gd name="connsiteY3" fmla="*/ 9762 h 30989"/>
                    <a:gd name="connsiteX4" fmla="*/ 41824 w 45931"/>
                    <a:gd name="connsiteY4" fmla="*/ 142 h 30989"/>
                    <a:gd name="connsiteX5" fmla="*/ 34731 w 45931"/>
                    <a:gd name="connsiteY5" fmla="*/ 1649 h 30989"/>
                    <a:gd name="connsiteX6" fmla="*/ 17797 w 45931"/>
                    <a:gd name="connsiteY6" fmla="*/ 5994 h 30989"/>
                    <a:gd name="connsiteX7" fmla="*/ 242 w 45931"/>
                    <a:gd name="connsiteY7" fmla="*/ 12954 h 30989"/>
                    <a:gd name="connsiteX8" fmla="*/ 11147 w 45931"/>
                    <a:gd name="connsiteY8" fmla="*/ 26164 h 30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931" h="30989">
                      <a:moveTo>
                        <a:pt x="11147" y="26164"/>
                      </a:moveTo>
                      <a:cubicBezTo>
                        <a:pt x="13585" y="28071"/>
                        <a:pt x="16068" y="30021"/>
                        <a:pt x="19171" y="30731"/>
                      </a:cubicBezTo>
                      <a:cubicBezTo>
                        <a:pt x="25067" y="32016"/>
                        <a:pt x="31672" y="28337"/>
                        <a:pt x="36682" y="23726"/>
                      </a:cubicBezTo>
                      <a:cubicBezTo>
                        <a:pt x="40849" y="19958"/>
                        <a:pt x="44484" y="15170"/>
                        <a:pt x="45637" y="9762"/>
                      </a:cubicBezTo>
                      <a:cubicBezTo>
                        <a:pt x="46523" y="5816"/>
                        <a:pt x="45459" y="1073"/>
                        <a:pt x="41824" y="142"/>
                      </a:cubicBezTo>
                      <a:cubicBezTo>
                        <a:pt x="39563" y="-390"/>
                        <a:pt x="37036" y="674"/>
                        <a:pt x="34731" y="1649"/>
                      </a:cubicBezTo>
                      <a:cubicBezTo>
                        <a:pt x="29234" y="3955"/>
                        <a:pt x="23515" y="5417"/>
                        <a:pt x="17797" y="5994"/>
                      </a:cubicBezTo>
                      <a:cubicBezTo>
                        <a:pt x="12920" y="6437"/>
                        <a:pt x="2325" y="6082"/>
                        <a:pt x="242" y="12954"/>
                      </a:cubicBezTo>
                      <a:cubicBezTo>
                        <a:pt x="-1620" y="19116"/>
                        <a:pt x="7778" y="23505"/>
                        <a:pt x="11147" y="2616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37" name="Forme libre : forme 25736">
                  <a:extLst>
                    <a:ext uri="{FF2B5EF4-FFF2-40B4-BE49-F238E27FC236}">
                      <a16:creationId xmlns:a16="http://schemas.microsoft.com/office/drawing/2014/main" id="{89A80F13-BC2C-43CD-9C53-206E0C3FA901}"/>
                    </a:ext>
                  </a:extLst>
                </p:cNvPr>
                <p:cNvSpPr/>
                <p:nvPr/>
              </p:nvSpPr>
              <p:spPr>
                <a:xfrm>
                  <a:off x="6993123" y="1344072"/>
                  <a:ext cx="7566" cy="14830"/>
                </a:xfrm>
                <a:custGeom>
                  <a:avLst/>
                  <a:gdLst>
                    <a:gd name="connsiteX0" fmla="*/ 800 w 7566"/>
                    <a:gd name="connsiteY0" fmla="*/ 12588 h 14830"/>
                    <a:gd name="connsiteX1" fmla="*/ 2042 w 7566"/>
                    <a:gd name="connsiteY1" fmla="*/ 14450 h 14830"/>
                    <a:gd name="connsiteX2" fmla="*/ 4258 w 7566"/>
                    <a:gd name="connsiteY2" fmla="*/ 14539 h 14830"/>
                    <a:gd name="connsiteX3" fmla="*/ 5588 w 7566"/>
                    <a:gd name="connsiteY3" fmla="*/ 12588 h 14830"/>
                    <a:gd name="connsiteX4" fmla="*/ 7317 w 7566"/>
                    <a:gd name="connsiteY4" fmla="*/ 6781 h 14830"/>
                    <a:gd name="connsiteX5" fmla="*/ 7539 w 7566"/>
                    <a:gd name="connsiteY5" fmla="*/ 4387 h 14830"/>
                    <a:gd name="connsiteX6" fmla="*/ 1376 w 7566"/>
                    <a:gd name="connsiteY6" fmla="*/ 1949 h 14830"/>
                    <a:gd name="connsiteX7" fmla="*/ 800 w 7566"/>
                    <a:gd name="connsiteY7" fmla="*/ 12588 h 14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66" h="14830">
                      <a:moveTo>
                        <a:pt x="800" y="12588"/>
                      </a:moveTo>
                      <a:cubicBezTo>
                        <a:pt x="1066" y="13298"/>
                        <a:pt x="1421" y="14007"/>
                        <a:pt x="2042" y="14450"/>
                      </a:cubicBezTo>
                      <a:cubicBezTo>
                        <a:pt x="2662" y="14894"/>
                        <a:pt x="3549" y="14982"/>
                        <a:pt x="4258" y="14539"/>
                      </a:cubicBezTo>
                      <a:cubicBezTo>
                        <a:pt x="4923" y="14096"/>
                        <a:pt x="5278" y="13342"/>
                        <a:pt x="5588" y="12588"/>
                      </a:cubicBezTo>
                      <a:cubicBezTo>
                        <a:pt x="6342" y="10682"/>
                        <a:pt x="6918" y="8776"/>
                        <a:pt x="7317" y="6781"/>
                      </a:cubicBezTo>
                      <a:cubicBezTo>
                        <a:pt x="7494" y="5983"/>
                        <a:pt x="7627" y="5141"/>
                        <a:pt x="7539" y="4387"/>
                      </a:cubicBezTo>
                      <a:cubicBezTo>
                        <a:pt x="7228" y="1107"/>
                        <a:pt x="3726" y="-2218"/>
                        <a:pt x="1376" y="1949"/>
                      </a:cubicBezTo>
                      <a:cubicBezTo>
                        <a:pt x="-397" y="5229"/>
                        <a:pt x="-308" y="9662"/>
                        <a:pt x="800" y="1258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38" name="Forme libre : forme 25737">
                  <a:extLst>
                    <a:ext uri="{FF2B5EF4-FFF2-40B4-BE49-F238E27FC236}">
                      <a16:creationId xmlns:a16="http://schemas.microsoft.com/office/drawing/2014/main" id="{68817A72-60E5-4ACB-880C-0F822FD11955}"/>
                    </a:ext>
                  </a:extLst>
                </p:cNvPr>
                <p:cNvSpPr/>
                <p:nvPr/>
              </p:nvSpPr>
              <p:spPr>
                <a:xfrm>
                  <a:off x="7035594" y="1325008"/>
                  <a:ext cx="6683" cy="27352"/>
                </a:xfrm>
                <a:custGeom>
                  <a:avLst/>
                  <a:gdLst>
                    <a:gd name="connsiteX0" fmla="*/ 0 w 6683"/>
                    <a:gd name="connsiteY0" fmla="*/ 0 h 27352"/>
                    <a:gd name="connsiteX1" fmla="*/ 5009 w 6683"/>
                    <a:gd name="connsiteY1" fmla="*/ 6827 h 27352"/>
                    <a:gd name="connsiteX2" fmla="*/ 3768 w 6683"/>
                    <a:gd name="connsiteY2" fmla="*/ 27352 h 27352"/>
                    <a:gd name="connsiteX3" fmla="*/ 5408 w 6683"/>
                    <a:gd name="connsiteY3" fmla="*/ 18397 h 27352"/>
                    <a:gd name="connsiteX4" fmla="*/ 0 w 6683"/>
                    <a:gd name="connsiteY4" fmla="*/ 0 h 27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83" h="27352">
                      <a:moveTo>
                        <a:pt x="0" y="0"/>
                      </a:moveTo>
                      <a:cubicBezTo>
                        <a:pt x="0" y="0"/>
                        <a:pt x="3059" y="2305"/>
                        <a:pt x="5009" y="6827"/>
                      </a:cubicBezTo>
                      <a:cubicBezTo>
                        <a:pt x="6960" y="11304"/>
                        <a:pt x="7935" y="18131"/>
                        <a:pt x="3768" y="27352"/>
                      </a:cubicBezTo>
                      <a:cubicBezTo>
                        <a:pt x="3768" y="27352"/>
                        <a:pt x="5187" y="23673"/>
                        <a:pt x="5408" y="18397"/>
                      </a:cubicBezTo>
                      <a:cubicBezTo>
                        <a:pt x="5630" y="13078"/>
                        <a:pt x="4743" y="638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39" name="Forme libre : forme 25738">
                  <a:extLst>
                    <a:ext uri="{FF2B5EF4-FFF2-40B4-BE49-F238E27FC236}">
                      <a16:creationId xmlns:a16="http://schemas.microsoft.com/office/drawing/2014/main" id="{B000D30F-2922-4F52-8F27-A83F3DF7573D}"/>
                    </a:ext>
                  </a:extLst>
                </p:cNvPr>
                <p:cNvSpPr/>
                <p:nvPr/>
              </p:nvSpPr>
              <p:spPr>
                <a:xfrm>
                  <a:off x="6980037" y="1342385"/>
                  <a:ext cx="6615" cy="29258"/>
                </a:xfrm>
                <a:custGeom>
                  <a:avLst/>
                  <a:gdLst>
                    <a:gd name="connsiteX0" fmla="*/ 4487 w 6615"/>
                    <a:gd name="connsiteY0" fmla="*/ 0 h 29258"/>
                    <a:gd name="connsiteX1" fmla="*/ 6615 w 6615"/>
                    <a:gd name="connsiteY1" fmla="*/ 29258 h 29258"/>
                    <a:gd name="connsiteX2" fmla="*/ 4487 w 6615"/>
                    <a:gd name="connsiteY2" fmla="*/ 0 h 29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615" h="29258">
                      <a:moveTo>
                        <a:pt x="4487" y="0"/>
                      </a:moveTo>
                      <a:cubicBezTo>
                        <a:pt x="4487" y="0"/>
                        <a:pt x="-6906" y="16668"/>
                        <a:pt x="6615" y="29258"/>
                      </a:cubicBezTo>
                      <a:cubicBezTo>
                        <a:pt x="6615" y="29258"/>
                        <a:pt x="-3980" y="16535"/>
                        <a:pt x="448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40" name="Forme libre : forme 25739">
                  <a:extLst>
                    <a:ext uri="{FF2B5EF4-FFF2-40B4-BE49-F238E27FC236}">
                      <a16:creationId xmlns:a16="http://schemas.microsoft.com/office/drawing/2014/main" id="{618AB84C-6D9C-4C71-B887-06869E565FB8}"/>
                    </a:ext>
                  </a:extLst>
                </p:cNvPr>
                <p:cNvSpPr/>
                <p:nvPr/>
              </p:nvSpPr>
              <p:spPr>
                <a:xfrm>
                  <a:off x="7008360" y="1334889"/>
                  <a:ext cx="10438" cy="9199"/>
                </a:xfrm>
                <a:custGeom>
                  <a:avLst/>
                  <a:gdLst>
                    <a:gd name="connsiteX0" fmla="*/ 10166 w 10438"/>
                    <a:gd name="connsiteY0" fmla="*/ 980 h 9199"/>
                    <a:gd name="connsiteX1" fmla="*/ 6886 w 10438"/>
                    <a:gd name="connsiteY1" fmla="*/ 7408 h 9199"/>
                    <a:gd name="connsiteX2" fmla="*/ 281 w 10438"/>
                    <a:gd name="connsiteY2" fmla="*/ 8250 h 9199"/>
                    <a:gd name="connsiteX3" fmla="*/ 3517 w 10438"/>
                    <a:gd name="connsiteY3" fmla="*/ 1778 h 9199"/>
                    <a:gd name="connsiteX4" fmla="*/ 10166 w 10438"/>
                    <a:gd name="connsiteY4" fmla="*/ 980 h 9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38" h="9199">
                      <a:moveTo>
                        <a:pt x="10166" y="980"/>
                      </a:moveTo>
                      <a:cubicBezTo>
                        <a:pt x="11097" y="2531"/>
                        <a:pt x="9546" y="5368"/>
                        <a:pt x="6886" y="7408"/>
                      </a:cubicBezTo>
                      <a:cubicBezTo>
                        <a:pt x="4182" y="9402"/>
                        <a:pt x="1212" y="9801"/>
                        <a:pt x="281" y="8250"/>
                      </a:cubicBezTo>
                      <a:cubicBezTo>
                        <a:pt x="-650" y="6698"/>
                        <a:pt x="813" y="3817"/>
                        <a:pt x="3517" y="1778"/>
                      </a:cubicBezTo>
                      <a:cubicBezTo>
                        <a:pt x="6265" y="-262"/>
                        <a:pt x="9236" y="-572"/>
                        <a:pt x="10166" y="98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41" name="Forme libre : forme 25740">
                  <a:extLst>
                    <a:ext uri="{FF2B5EF4-FFF2-40B4-BE49-F238E27FC236}">
                      <a16:creationId xmlns:a16="http://schemas.microsoft.com/office/drawing/2014/main" id="{6D1FFB42-0BE8-4D97-98DD-856C0ED4D073}"/>
                    </a:ext>
                  </a:extLst>
                </p:cNvPr>
                <p:cNvSpPr/>
                <p:nvPr/>
              </p:nvSpPr>
              <p:spPr>
                <a:xfrm>
                  <a:off x="7016348" y="1333734"/>
                  <a:ext cx="3072" cy="3149"/>
                </a:xfrm>
                <a:custGeom>
                  <a:avLst/>
                  <a:gdLst>
                    <a:gd name="connsiteX0" fmla="*/ 2578 w 3072"/>
                    <a:gd name="connsiteY0" fmla="*/ 273 h 3149"/>
                    <a:gd name="connsiteX1" fmla="*/ 2667 w 3072"/>
                    <a:gd name="connsiteY1" fmla="*/ 2445 h 3149"/>
                    <a:gd name="connsiteX2" fmla="*/ 494 w 3072"/>
                    <a:gd name="connsiteY2" fmla="*/ 2888 h 3149"/>
                    <a:gd name="connsiteX3" fmla="*/ 406 w 3072"/>
                    <a:gd name="connsiteY3" fmla="*/ 716 h 3149"/>
                    <a:gd name="connsiteX4" fmla="*/ 2578 w 3072"/>
                    <a:gd name="connsiteY4" fmla="*/ 273 h 3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72" h="3149">
                      <a:moveTo>
                        <a:pt x="2578" y="273"/>
                      </a:moveTo>
                      <a:cubicBezTo>
                        <a:pt x="3199" y="760"/>
                        <a:pt x="3243" y="1736"/>
                        <a:pt x="2667" y="2445"/>
                      </a:cubicBezTo>
                      <a:cubicBezTo>
                        <a:pt x="2091" y="3154"/>
                        <a:pt x="1159" y="3376"/>
                        <a:pt x="494" y="2888"/>
                      </a:cubicBezTo>
                      <a:cubicBezTo>
                        <a:pt x="-126" y="2401"/>
                        <a:pt x="-170" y="1425"/>
                        <a:pt x="406" y="716"/>
                      </a:cubicBezTo>
                      <a:cubicBezTo>
                        <a:pt x="982" y="-38"/>
                        <a:pt x="1957" y="-215"/>
                        <a:pt x="2578" y="2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42" name="Forme libre : forme 25741">
                  <a:extLst>
                    <a:ext uri="{FF2B5EF4-FFF2-40B4-BE49-F238E27FC236}">
                      <a16:creationId xmlns:a16="http://schemas.microsoft.com/office/drawing/2014/main" id="{F80006CE-5724-45A0-93B4-64A424AE26BD}"/>
                    </a:ext>
                  </a:extLst>
                </p:cNvPr>
                <p:cNvSpPr/>
                <p:nvPr/>
              </p:nvSpPr>
              <p:spPr>
                <a:xfrm>
                  <a:off x="6996361" y="1317272"/>
                  <a:ext cx="34556" cy="17883"/>
                </a:xfrm>
                <a:custGeom>
                  <a:avLst/>
                  <a:gdLst>
                    <a:gd name="connsiteX0" fmla="*/ 21501 w 34556"/>
                    <a:gd name="connsiteY0" fmla="*/ 288 h 17883"/>
                    <a:gd name="connsiteX1" fmla="*/ 32761 w 34556"/>
                    <a:gd name="connsiteY1" fmla="*/ 6317 h 17883"/>
                    <a:gd name="connsiteX2" fmla="*/ 34224 w 34556"/>
                    <a:gd name="connsiteY2" fmla="*/ 10529 h 17883"/>
                    <a:gd name="connsiteX3" fmla="*/ 30057 w 34556"/>
                    <a:gd name="connsiteY3" fmla="*/ 11770 h 17883"/>
                    <a:gd name="connsiteX4" fmla="*/ 16447 w 34556"/>
                    <a:gd name="connsiteY4" fmla="*/ 10440 h 17883"/>
                    <a:gd name="connsiteX5" fmla="*/ 178 w 34556"/>
                    <a:gd name="connsiteY5" fmla="*/ 16602 h 17883"/>
                    <a:gd name="connsiteX6" fmla="*/ 11305 w 34556"/>
                    <a:gd name="connsiteY6" fmla="*/ 1618 h 17883"/>
                    <a:gd name="connsiteX7" fmla="*/ 21501 w 34556"/>
                    <a:gd name="connsiteY7" fmla="*/ 288 h 1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556" h="17883">
                      <a:moveTo>
                        <a:pt x="21501" y="288"/>
                      </a:moveTo>
                      <a:cubicBezTo>
                        <a:pt x="25846" y="1130"/>
                        <a:pt x="29525" y="3524"/>
                        <a:pt x="32761" y="6317"/>
                      </a:cubicBezTo>
                      <a:cubicBezTo>
                        <a:pt x="33958" y="7337"/>
                        <a:pt x="35155" y="9021"/>
                        <a:pt x="34224" y="10529"/>
                      </a:cubicBezTo>
                      <a:cubicBezTo>
                        <a:pt x="33382" y="11903"/>
                        <a:pt x="31520" y="12036"/>
                        <a:pt x="30057" y="11770"/>
                      </a:cubicBezTo>
                      <a:cubicBezTo>
                        <a:pt x="25580" y="11016"/>
                        <a:pt x="21147" y="9021"/>
                        <a:pt x="16447" y="10440"/>
                      </a:cubicBezTo>
                      <a:cubicBezTo>
                        <a:pt x="13433" y="11282"/>
                        <a:pt x="1641" y="21390"/>
                        <a:pt x="178" y="16602"/>
                      </a:cubicBezTo>
                      <a:cubicBezTo>
                        <a:pt x="-1374" y="11814"/>
                        <a:pt x="7626" y="3391"/>
                        <a:pt x="11305" y="1618"/>
                      </a:cubicBezTo>
                      <a:cubicBezTo>
                        <a:pt x="14630" y="22"/>
                        <a:pt x="18221" y="-332"/>
                        <a:pt x="21501" y="28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20" name="Graphique 2">
                <a:extLst>
                  <a:ext uri="{FF2B5EF4-FFF2-40B4-BE49-F238E27FC236}">
                    <a16:creationId xmlns:a16="http://schemas.microsoft.com/office/drawing/2014/main" id="{98EF70D7-92D4-4B84-8168-A680E26D37C4}"/>
                  </a:ext>
                </a:extLst>
              </p:cNvPr>
              <p:cNvGrpSpPr/>
              <p:nvPr/>
            </p:nvGrpSpPr>
            <p:grpSpPr>
              <a:xfrm>
                <a:off x="7021450" y="1259732"/>
                <a:ext cx="69424" cy="69156"/>
                <a:chOff x="7021450" y="1259732"/>
                <a:chExt cx="69424" cy="69156"/>
              </a:xfrm>
              <a:solidFill>
                <a:schemeClr val="accent1"/>
              </a:solidFill>
            </p:grpSpPr>
            <p:sp>
              <p:nvSpPr>
                <p:cNvPr id="25719" name="Forme libre : forme 25718">
                  <a:extLst>
                    <a:ext uri="{FF2B5EF4-FFF2-40B4-BE49-F238E27FC236}">
                      <a16:creationId xmlns:a16="http://schemas.microsoft.com/office/drawing/2014/main" id="{1DE4893D-301F-4890-9858-3E71EF9712CA}"/>
                    </a:ext>
                  </a:extLst>
                </p:cNvPr>
                <p:cNvSpPr/>
                <p:nvPr/>
              </p:nvSpPr>
              <p:spPr>
                <a:xfrm>
                  <a:off x="7021450" y="1259732"/>
                  <a:ext cx="69379" cy="69156"/>
                </a:xfrm>
                <a:custGeom>
                  <a:avLst/>
                  <a:gdLst>
                    <a:gd name="connsiteX0" fmla="*/ 60825 w 69379"/>
                    <a:gd name="connsiteY0" fmla="*/ 49671 h 69156"/>
                    <a:gd name="connsiteX1" fmla="*/ 56924 w 69379"/>
                    <a:gd name="connsiteY1" fmla="*/ 52242 h 69156"/>
                    <a:gd name="connsiteX2" fmla="*/ 53022 w 69379"/>
                    <a:gd name="connsiteY2" fmla="*/ 55390 h 69156"/>
                    <a:gd name="connsiteX3" fmla="*/ 51072 w 69379"/>
                    <a:gd name="connsiteY3" fmla="*/ 56941 h 69156"/>
                    <a:gd name="connsiteX4" fmla="*/ 49122 w 69379"/>
                    <a:gd name="connsiteY4" fmla="*/ 58847 h 69156"/>
                    <a:gd name="connsiteX5" fmla="*/ 45176 w 69379"/>
                    <a:gd name="connsiteY5" fmla="*/ 62616 h 69156"/>
                    <a:gd name="connsiteX6" fmla="*/ 38837 w 69379"/>
                    <a:gd name="connsiteY6" fmla="*/ 67049 h 69156"/>
                    <a:gd name="connsiteX7" fmla="*/ 31433 w 69379"/>
                    <a:gd name="connsiteY7" fmla="*/ 68999 h 69156"/>
                    <a:gd name="connsiteX8" fmla="*/ 17114 w 69379"/>
                    <a:gd name="connsiteY8" fmla="*/ 65009 h 69156"/>
                    <a:gd name="connsiteX9" fmla="*/ 5987 w 69379"/>
                    <a:gd name="connsiteY9" fmla="*/ 55656 h 69156"/>
                    <a:gd name="connsiteX10" fmla="*/ 3 w 69379"/>
                    <a:gd name="connsiteY10" fmla="*/ 41691 h 69156"/>
                    <a:gd name="connsiteX11" fmla="*/ 2086 w 69379"/>
                    <a:gd name="connsiteY11" fmla="*/ 33224 h 69156"/>
                    <a:gd name="connsiteX12" fmla="*/ 7583 w 69379"/>
                    <a:gd name="connsiteY12" fmla="*/ 25156 h 69156"/>
                    <a:gd name="connsiteX13" fmla="*/ 13036 w 69379"/>
                    <a:gd name="connsiteY13" fmla="*/ 19880 h 69156"/>
                    <a:gd name="connsiteX14" fmla="*/ 15785 w 69379"/>
                    <a:gd name="connsiteY14" fmla="*/ 17265 h 69156"/>
                    <a:gd name="connsiteX15" fmla="*/ 18843 w 69379"/>
                    <a:gd name="connsiteY15" fmla="*/ 14694 h 69156"/>
                    <a:gd name="connsiteX16" fmla="*/ 31965 w 69379"/>
                    <a:gd name="connsiteY16" fmla="*/ 4897 h 69156"/>
                    <a:gd name="connsiteX17" fmla="*/ 42428 w 69379"/>
                    <a:gd name="connsiteY17" fmla="*/ 552 h 69156"/>
                    <a:gd name="connsiteX18" fmla="*/ 52402 w 69379"/>
                    <a:gd name="connsiteY18" fmla="*/ 419 h 69156"/>
                    <a:gd name="connsiteX19" fmla="*/ 64238 w 69379"/>
                    <a:gd name="connsiteY19" fmla="*/ 10837 h 69156"/>
                    <a:gd name="connsiteX20" fmla="*/ 68494 w 69379"/>
                    <a:gd name="connsiteY20" fmla="*/ 24934 h 69156"/>
                    <a:gd name="connsiteX21" fmla="*/ 67962 w 69379"/>
                    <a:gd name="connsiteY21" fmla="*/ 39430 h 69156"/>
                    <a:gd name="connsiteX22" fmla="*/ 65213 w 69379"/>
                    <a:gd name="connsiteY22" fmla="*/ 45326 h 69156"/>
                    <a:gd name="connsiteX23" fmla="*/ 60825 w 69379"/>
                    <a:gd name="connsiteY23" fmla="*/ 49671 h 69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9379" h="69156">
                      <a:moveTo>
                        <a:pt x="60825" y="49671"/>
                      </a:moveTo>
                      <a:cubicBezTo>
                        <a:pt x="59539" y="50558"/>
                        <a:pt x="58209" y="51089"/>
                        <a:pt x="56924" y="52242"/>
                      </a:cubicBezTo>
                      <a:lnTo>
                        <a:pt x="53022" y="55390"/>
                      </a:lnTo>
                      <a:lnTo>
                        <a:pt x="51072" y="56941"/>
                      </a:lnTo>
                      <a:lnTo>
                        <a:pt x="49122" y="58847"/>
                      </a:lnTo>
                      <a:lnTo>
                        <a:pt x="45176" y="62616"/>
                      </a:lnTo>
                      <a:cubicBezTo>
                        <a:pt x="43314" y="64256"/>
                        <a:pt x="41186" y="66029"/>
                        <a:pt x="38837" y="67049"/>
                      </a:cubicBezTo>
                      <a:cubicBezTo>
                        <a:pt x="36487" y="68157"/>
                        <a:pt x="34005" y="68777"/>
                        <a:pt x="31433" y="68999"/>
                      </a:cubicBezTo>
                      <a:cubicBezTo>
                        <a:pt x="26380" y="69620"/>
                        <a:pt x="21149" y="68423"/>
                        <a:pt x="17114" y="65009"/>
                      </a:cubicBezTo>
                      <a:lnTo>
                        <a:pt x="5987" y="55656"/>
                      </a:lnTo>
                      <a:cubicBezTo>
                        <a:pt x="1953" y="52286"/>
                        <a:pt x="-86" y="47233"/>
                        <a:pt x="3" y="41691"/>
                      </a:cubicBezTo>
                      <a:cubicBezTo>
                        <a:pt x="136" y="38943"/>
                        <a:pt x="845" y="36061"/>
                        <a:pt x="2086" y="33224"/>
                      </a:cubicBezTo>
                      <a:cubicBezTo>
                        <a:pt x="3416" y="30431"/>
                        <a:pt x="4923" y="27638"/>
                        <a:pt x="7583" y="25156"/>
                      </a:cubicBezTo>
                      <a:lnTo>
                        <a:pt x="13036" y="19880"/>
                      </a:lnTo>
                      <a:lnTo>
                        <a:pt x="15785" y="17265"/>
                      </a:lnTo>
                      <a:lnTo>
                        <a:pt x="18843" y="14694"/>
                      </a:lnTo>
                      <a:cubicBezTo>
                        <a:pt x="22966" y="11280"/>
                        <a:pt x="27000" y="7911"/>
                        <a:pt x="31965" y="4897"/>
                      </a:cubicBezTo>
                      <a:cubicBezTo>
                        <a:pt x="35246" y="2724"/>
                        <a:pt x="38704" y="1129"/>
                        <a:pt x="42428" y="552"/>
                      </a:cubicBezTo>
                      <a:cubicBezTo>
                        <a:pt x="46018" y="-113"/>
                        <a:pt x="49388" y="-202"/>
                        <a:pt x="52402" y="419"/>
                      </a:cubicBezTo>
                      <a:cubicBezTo>
                        <a:pt x="58564" y="2015"/>
                        <a:pt x="62731" y="5739"/>
                        <a:pt x="64238" y="10837"/>
                      </a:cubicBezTo>
                      <a:lnTo>
                        <a:pt x="68494" y="24934"/>
                      </a:lnTo>
                      <a:cubicBezTo>
                        <a:pt x="70001" y="30032"/>
                        <a:pt x="69425" y="35352"/>
                        <a:pt x="67962" y="39430"/>
                      </a:cubicBezTo>
                      <a:cubicBezTo>
                        <a:pt x="67253" y="41647"/>
                        <a:pt x="66410" y="43730"/>
                        <a:pt x="65213" y="45326"/>
                      </a:cubicBezTo>
                      <a:cubicBezTo>
                        <a:pt x="64017" y="46878"/>
                        <a:pt x="62642" y="48518"/>
                        <a:pt x="60825" y="4967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20" name="Forme libre : forme 25719">
                  <a:extLst>
                    <a:ext uri="{FF2B5EF4-FFF2-40B4-BE49-F238E27FC236}">
                      <a16:creationId xmlns:a16="http://schemas.microsoft.com/office/drawing/2014/main" id="{8D8415A6-639C-42FD-8007-2984E7C983F2}"/>
                    </a:ext>
                  </a:extLst>
                </p:cNvPr>
                <p:cNvSpPr/>
                <p:nvPr/>
              </p:nvSpPr>
              <p:spPr>
                <a:xfrm>
                  <a:off x="7033777" y="1284268"/>
                  <a:ext cx="57097" cy="44617"/>
                </a:xfrm>
                <a:custGeom>
                  <a:avLst/>
                  <a:gdLst>
                    <a:gd name="connsiteX0" fmla="*/ 23628 w 57097"/>
                    <a:gd name="connsiteY0" fmla="*/ 22742 h 44617"/>
                    <a:gd name="connsiteX1" fmla="*/ 18929 w 57097"/>
                    <a:gd name="connsiteY1" fmla="*/ 28372 h 44617"/>
                    <a:gd name="connsiteX2" fmla="*/ 13299 w 57097"/>
                    <a:gd name="connsiteY2" fmla="*/ 32805 h 44617"/>
                    <a:gd name="connsiteX3" fmla="*/ 0 w 57097"/>
                    <a:gd name="connsiteY3" fmla="*/ 36440 h 44617"/>
                    <a:gd name="connsiteX4" fmla="*/ 4832 w 57097"/>
                    <a:gd name="connsiteY4" fmla="*/ 40474 h 44617"/>
                    <a:gd name="connsiteX5" fmla="*/ 19151 w 57097"/>
                    <a:gd name="connsiteY5" fmla="*/ 44464 h 44617"/>
                    <a:gd name="connsiteX6" fmla="*/ 26554 w 57097"/>
                    <a:gd name="connsiteY6" fmla="*/ 42513 h 44617"/>
                    <a:gd name="connsiteX7" fmla="*/ 32894 w 57097"/>
                    <a:gd name="connsiteY7" fmla="*/ 38080 h 44617"/>
                    <a:gd name="connsiteX8" fmla="*/ 36839 w 57097"/>
                    <a:gd name="connsiteY8" fmla="*/ 34312 h 44617"/>
                    <a:gd name="connsiteX9" fmla="*/ 38790 w 57097"/>
                    <a:gd name="connsiteY9" fmla="*/ 32406 h 44617"/>
                    <a:gd name="connsiteX10" fmla="*/ 40740 w 57097"/>
                    <a:gd name="connsiteY10" fmla="*/ 30854 h 44617"/>
                    <a:gd name="connsiteX11" fmla="*/ 44641 w 57097"/>
                    <a:gd name="connsiteY11" fmla="*/ 27707 h 44617"/>
                    <a:gd name="connsiteX12" fmla="*/ 48542 w 57097"/>
                    <a:gd name="connsiteY12" fmla="*/ 25136 h 44617"/>
                    <a:gd name="connsiteX13" fmla="*/ 52931 w 57097"/>
                    <a:gd name="connsiteY13" fmla="*/ 20835 h 44617"/>
                    <a:gd name="connsiteX14" fmla="*/ 55680 w 57097"/>
                    <a:gd name="connsiteY14" fmla="*/ 14940 h 44617"/>
                    <a:gd name="connsiteX15" fmla="*/ 56212 w 57097"/>
                    <a:gd name="connsiteY15" fmla="*/ 443 h 44617"/>
                    <a:gd name="connsiteX16" fmla="*/ 56079 w 57097"/>
                    <a:gd name="connsiteY16" fmla="*/ 0 h 44617"/>
                    <a:gd name="connsiteX17" fmla="*/ 46858 w 57097"/>
                    <a:gd name="connsiteY17" fmla="*/ 3857 h 44617"/>
                    <a:gd name="connsiteX18" fmla="*/ 42380 w 57097"/>
                    <a:gd name="connsiteY18" fmla="*/ 5940 h 44617"/>
                    <a:gd name="connsiteX19" fmla="*/ 38169 w 57097"/>
                    <a:gd name="connsiteY19" fmla="*/ 8600 h 44617"/>
                    <a:gd name="connsiteX20" fmla="*/ 34046 w 57097"/>
                    <a:gd name="connsiteY20" fmla="*/ 11349 h 44617"/>
                    <a:gd name="connsiteX21" fmla="*/ 30278 w 57097"/>
                    <a:gd name="connsiteY21" fmla="*/ 14762 h 44617"/>
                    <a:gd name="connsiteX22" fmla="*/ 26732 w 57097"/>
                    <a:gd name="connsiteY22" fmla="*/ 18397 h 44617"/>
                    <a:gd name="connsiteX23" fmla="*/ 23628 w 57097"/>
                    <a:gd name="connsiteY23" fmla="*/ 22742 h 44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7097" h="44617">
                      <a:moveTo>
                        <a:pt x="23628" y="22742"/>
                      </a:moveTo>
                      <a:cubicBezTo>
                        <a:pt x="22299" y="24870"/>
                        <a:pt x="20658" y="26643"/>
                        <a:pt x="18929" y="28372"/>
                      </a:cubicBezTo>
                      <a:cubicBezTo>
                        <a:pt x="17245" y="30145"/>
                        <a:pt x="15339" y="31608"/>
                        <a:pt x="13299" y="32805"/>
                      </a:cubicBezTo>
                      <a:cubicBezTo>
                        <a:pt x="9177" y="35154"/>
                        <a:pt x="4655" y="36573"/>
                        <a:pt x="0" y="36440"/>
                      </a:cubicBezTo>
                      <a:lnTo>
                        <a:pt x="4832" y="40474"/>
                      </a:lnTo>
                      <a:cubicBezTo>
                        <a:pt x="8866" y="43843"/>
                        <a:pt x="14097" y="45085"/>
                        <a:pt x="19151" y="44464"/>
                      </a:cubicBezTo>
                      <a:cubicBezTo>
                        <a:pt x="21722" y="44242"/>
                        <a:pt x="24205" y="43622"/>
                        <a:pt x="26554" y="42513"/>
                      </a:cubicBezTo>
                      <a:cubicBezTo>
                        <a:pt x="28904" y="41494"/>
                        <a:pt x="30988" y="39721"/>
                        <a:pt x="32894" y="38080"/>
                      </a:cubicBezTo>
                      <a:lnTo>
                        <a:pt x="36839" y="34312"/>
                      </a:lnTo>
                      <a:lnTo>
                        <a:pt x="38790" y="32406"/>
                      </a:lnTo>
                      <a:lnTo>
                        <a:pt x="40740" y="30854"/>
                      </a:lnTo>
                      <a:lnTo>
                        <a:pt x="44641" y="27707"/>
                      </a:lnTo>
                      <a:cubicBezTo>
                        <a:pt x="45927" y="26554"/>
                        <a:pt x="47257" y="26022"/>
                        <a:pt x="48542" y="25136"/>
                      </a:cubicBezTo>
                      <a:cubicBezTo>
                        <a:pt x="50316" y="23939"/>
                        <a:pt x="51734" y="22343"/>
                        <a:pt x="52931" y="20835"/>
                      </a:cubicBezTo>
                      <a:cubicBezTo>
                        <a:pt x="54128" y="19240"/>
                        <a:pt x="54971" y="17112"/>
                        <a:pt x="55680" y="14940"/>
                      </a:cubicBezTo>
                      <a:cubicBezTo>
                        <a:pt x="57143" y="10861"/>
                        <a:pt x="57719" y="5541"/>
                        <a:pt x="56212" y="443"/>
                      </a:cubicBezTo>
                      <a:lnTo>
                        <a:pt x="56079" y="0"/>
                      </a:lnTo>
                      <a:cubicBezTo>
                        <a:pt x="52931" y="1330"/>
                        <a:pt x="49784" y="2261"/>
                        <a:pt x="46858" y="3857"/>
                      </a:cubicBezTo>
                      <a:lnTo>
                        <a:pt x="42380" y="5940"/>
                      </a:lnTo>
                      <a:cubicBezTo>
                        <a:pt x="40918" y="6738"/>
                        <a:pt x="39543" y="7714"/>
                        <a:pt x="38169" y="8600"/>
                      </a:cubicBezTo>
                      <a:cubicBezTo>
                        <a:pt x="36795" y="9487"/>
                        <a:pt x="35376" y="10418"/>
                        <a:pt x="34046" y="11349"/>
                      </a:cubicBezTo>
                      <a:cubicBezTo>
                        <a:pt x="32761" y="12457"/>
                        <a:pt x="31520" y="13610"/>
                        <a:pt x="30278" y="14762"/>
                      </a:cubicBezTo>
                      <a:cubicBezTo>
                        <a:pt x="29037" y="15915"/>
                        <a:pt x="27884" y="17156"/>
                        <a:pt x="26732" y="18397"/>
                      </a:cubicBezTo>
                      <a:cubicBezTo>
                        <a:pt x="25623" y="19772"/>
                        <a:pt x="24604" y="21234"/>
                        <a:pt x="23628" y="22742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21" name="Forme libre : forme 25720">
                  <a:extLst>
                    <a:ext uri="{FF2B5EF4-FFF2-40B4-BE49-F238E27FC236}">
                      <a16:creationId xmlns:a16="http://schemas.microsoft.com/office/drawing/2014/main" id="{0FBE7E5F-054D-4F47-8AA6-9D8AE2BEFE8C}"/>
                    </a:ext>
                  </a:extLst>
                </p:cNvPr>
                <p:cNvSpPr/>
                <p:nvPr/>
              </p:nvSpPr>
              <p:spPr>
                <a:xfrm>
                  <a:off x="7047982" y="1280382"/>
                  <a:ext cx="27799" cy="25154"/>
                </a:xfrm>
                <a:custGeom>
                  <a:avLst/>
                  <a:gdLst>
                    <a:gd name="connsiteX0" fmla="*/ 27022 w 27799"/>
                    <a:gd name="connsiteY0" fmla="*/ 3841 h 25154"/>
                    <a:gd name="connsiteX1" fmla="*/ 26668 w 27799"/>
                    <a:gd name="connsiteY1" fmla="*/ 12219 h 25154"/>
                    <a:gd name="connsiteX2" fmla="*/ 24008 w 27799"/>
                    <a:gd name="connsiteY2" fmla="*/ 16519 h 25154"/>
                    <a:gd name="connsiteX3" fmla="*/ 22101 w 27799"/>
                    <a:gd name="connsiteY3" fmla="*/ 18426 h 25154"/>
                    <a:gd name="connsiteX4" fmla="*/ 19974 w 27799"/>
                    <a:gd name="connsiteY4" fmla="*/ 20420 h 25154"/>
                    <a:gd name="connsiteX5" fmla="*/ 15097 w 27799"/>
                    <a:gd name="connsiteY5" fmla="*/ 23346 h 25154"/>
                    <a:gd name="connsiteX6" fmla="*/ 10132 w 27799"/>
                    <a:gd name="connsiteY6" fmla="*/ 24942 h 25154"/>
                    <a:gd name="connsiteX7" fmla="*/ 1931 w 27799"/>
                    <a:gd name="connsiteY7" fmla="*/ 22947 h 25154"/>
                    <a:gd name="connsiteX8" fmla="*/ 468 w 27799"/>
                    <a:gd name="connsiteY8" fmla="*/ 14525 h 25154"/>
                    <a:gd name="connsiteX9" fmla="*/ 2950 w 27799"/>
                    <a:gd name="connsiteY9" fmla="*/ 9338 h 25154"/>
                    <a:gd name="connsiteX10" fmla="*/ 7649 w 27799"/>
                    <a:gd name="connsiteY10" fmla="*/ 4506 h 25154"/>
                    <a:gd name="connsiteX11" fmla="*/ 10487 w 27799"/>
                    <a:gd name="connsiteY11" fmla="*/ 2511 h 25154"/>
                    <a:gd name="connsiteX12" fmla="*/ 13590 w 27799"/>
                    <a:gd name="connsiteY12" fmla="*/ 1181 h 25154"/>
                    <a:gd name="connsiteX13" fmla="*/ 19353 w 27799"/>
                    <a:gd name="connsiteY13" fmla="*/ 28 h 25154"/>
                    <a:gd name="connsiteX14" fmla="*/ 27022 w 27799"/>
                    <a:gd name="connsiteY14" fmla="*/ 3841 h 25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7799" h="25154">
                      <a:moveTo>
                        <a:pt x="27022" y="3841"/>
                      </a:moveTo>
                      <a:cubicBezTo>
                        <a:pt x="28308" y="6368"/>
                        <a:pt x="27865" y="9116"/>
                        <a:pt x="26668" y="12219"/>
                      </a:cubicBezTo>
                      <a:cubicBezTo>
                        <a:pt x="26047" y="13727"/>
                        <a:pt x="25160" y="15189"/>
                        <a:pt x="24008" y="16519"/>
                      </a:cubicBezTo>
                      <a:cubicBezTo>
                        <a:pt x="23432" y="17184"/>
                        <a:pt x="22811" y="17805"/>
                        <a:pt x="22101" y="18426"/>
                      </a:cubicBezTo>
                      <a:cubicBezTo>
                        <a:pt x="21437" y="19135"/>
                        <a:pt x="20727" y="19800"/>
                        <a:pt x="19974" y="20420"/>
                      </a:cubicBezTo>
                      <a:cubicBezTo>
                        <a:pt x="18422" y="21662"/>
                        <a:pt x="16782" y="22637"/>
                        <a:pt x="15097" y="23346"/>
                      </a:cubicBezTo>
                      <a:cubicBezTo>
                        <a:pt x="13368" y="23967"/>
                        <a:pt x="11772" y="24676"/>
                        <a:pt x="10132" y="24942"/>
                      </a:cubicBezTo>
                      <a:cubicBezTo>
                        <a:pt x="6896" y="25519"/>
                        <a:pt x="3881" y="24942"/>
                        <a:pt x="1931" y="22947"/>
                      </a:cubicBezTo>
                      <a:cubicBezTo>
                        <a:pt x="-20" y="20997"/>
                        <a:pt x="-463" y="17938"/>
                        <a:pt x="468" y="14525"/>
                      </a:cubicBezTo>
                      <a:cubicBezTo>
                        <a:pt x="956" y="12840"/>
                        <a:pt x="1665" y="10978"/>
                        <a:pt x="2950" y="9338"/>
                      </a:cubicBezTo>
                      <a:cubicBezTo>
                        <a:pt x="4192" y="7653"/>
                        <a:pt x="5788" y="6013"/>
                        <a:pt x="7649" y="4506"/>
                      </a:cubicBezTo>
                      <a:cubicBezTo>
                        <a:pt x="8580" y="3752"/>
                        <a:pt x="9512" y="3087"/>
                        <a:pt x="10487" y="2511"/>
                      </a:cubicBezTo>
                      <a:cubicBezTo>
                        <a:pt x="11506" y="1979"/>
                        <a:pt x="12570" y="1536"/>
                        <a:pt x="13590" y="1181"/>
                      </a:cubicBezTo>
                      <a:cubicBezTo>
                        <a:pt x="15629" y="472"/>
                        <a:pt x="17580" y="73"/>
                        <a:pt x="19353" y="28"/>
                      </a:cubicBezTo>
                      <a:cubicBezTo>
                        <a:pt x="22855" y="-238"/>
                        <a:pt x="25781" y="1403"/>
                        <a:pt x="27022" y="3841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22" name="Forme libre : forme 25721">
                  <a:extLst>
                    <a:ext uri="{FF2B5EF4-FFF2-40B4-BE49-F238E27FC236}">
                      <a16:creationId xmlns:a16="http://schemas.microsoft.com/office/drawing/2014/main" id="{8BF9847C-A024-46F4-B40E-A6A4D61D6C17}"/>
                    </a:ext>
                  </a:extLst>
                </p:cNvPr>
                <p:cNvSpPr/>
                <p:nvPr/>
              </p:nvSpPr>
              <p:spPr>
                <a:xfrm>
                  <a:off x="7047977" y="1292291"/>
                  <a:ext cx="24545" cy="13221"/>
                </a:xfrm>
                <a:custGeom>
                  <a:avLst/>
                  <a:gdLst>
                    <a:gd name="connsiteX0" fmla="*/ 1405 w 24545"/>
                    <a:gd name="connsiteY0" fmla="*/ 0 h 13221"/>
                    <a:gd name="connsiteX1" fmla="*/ 1937 w 24545"/>
                    <a:gd name="connsiteY1" fmla="*/ 11038 h 13221"/>
                    <a:gd name="connsiteX2" fmla="*/ 10138 w 24545"/>
                    <a:gd name="connsiteY2" fmla="*/ 13033 h 13221"/>
                    <a:gd name="connsiteX3" fmla="*/ 15103 w 24545"/>
                    <a:gd name="connsiteY3" fmla="*/ 11437 h 13221"/>
                    <a:gd name="connsiteX4" fmla="*/ 19979 w 24545"/>
                    <a:gd name="connsiteY4" fmla="*/ 8511 h 13221"/>
                    <a:gd name="connsiteX5" fmla="*/ 24545 w 24545"/>
                    <a:gd name="connsiteY5" fmla="*/ 3901 h 13221"/>
                    <a:gd name="connsiteX6" fmla="*/ 21176 w 24545"/>
                    <a:gd name="connsiteY6" fmla="*/ 5231 h 13221"/>
                    <a:gd name="connsiteX7" fmla="*/ 10271 w 24545"/>
                    <a:gd name="connsiteY7" fmla="*/ 5142 h 13221"/>
                    <a:gd name="connsiteX8" fmla="*/ 1405 w 24545"/>
                    <a:gd name="connsiteY8" fmla="*/ 0 h 13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545" h="13221">
                      <a:moveTo>
                        <a:pt x="1405" y="0"/>
                      </a:moveTo>
                      <a:cubicBezTo>
                        <a:pt x="-590" y="4433"/>
                        <a:pt x="-502" y="8556"/>
                        <a:pt x="1937" y="11038"/>
                      </a:cubicBezTo>
                      <a:cubicBezTo>
                        <a:pt x="3887" y="12989"/>
                        <a:pt x="6902" y="13565"/>
                        <a:pt x="10138" y="13033"/>
                      </a:cubicBezTo>
                      <a:cubicBezTo>
                        <a:pt x="11778" y="12767"/>
                        <a:pt x="13374" y="12058"/>
                        <a:pt x="15103" y="11437"/>
                      </a:cubicBezTo>
                      <a:cubicBezTo>
                        <a:pt x="16788" y="10728"/>
                        <a:pt x="18472" y="9753"/>
                        <a:pt x="19979" y="8511"/>
                      </a:cubicBezTo>
                      <a:cubicBezTo>
                        <a:pt x="21753" y="6960"/>
                        <a:pt x="23304" y="5497"/>
                        <a:pt x="24545" y="3901"/>
                      </a:cubicBezTo>
                      <a:cubicBezTo>
                        <a:pt x="23526" y="4522"/>
                        <a:pt x="22417" y="4965"/>
                        <a:pt x="21176" y="5231"/>
                      </a:cubicBezTo>
                      <a:cubicBezTo>
                        <a:pt x="17763" y="6029"/>
                        <a:pt x="13906" y="5985"/>
                        <a:pt x="10271" y="5142"/>
                      </a:cubicBezTo>
                      <a:cubicBezTo>
                        <a:pt x="6680" y="4211"/>
                        <a:pt x="3488" y="2704"/>
                        <a:pt x="1405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23" name="Forme libre : forme 25722">
                  <a:extLst>
                    <a:ext uri="{FF2B5EF4-FFF2-40B4-BE49-F238E27FC236}">
                      <a16:creationId xmlns:a16="http://schemas.microsoft.com/office/drawing/2014/main" id="{42D18E84-7846-4C96-897A-1E95C9FB01CE}"/>
                    </a:ext>
                  </a:extLst>
                </p:cNvPr>
                <p:cNvSpPr/>
                <p:nvPr/>
              </p:nvSpPr>
              <p:spPr>
                <a:xfrm>
                  <a:off x="7050696" y="1281386"/>
                  <a:ext cx="27492" cy="24696"/>
                </a:xfrm>
                <a:custGeom>
                  <a:avLst/>
                  <a:gdLst>
                    <a:gd name="connsiteX0" fmla="*/ 26747 w 27492"/>
                    <a:gd name="connsiteY0" fmla="*/ 4123 h 24696"/>
                    <a:gd name="connsiteX1" fmla="*/ 27456 w 27492"/>
                    <a:gd name="connsiteY1" fmla="*/ 8113 h 24696"/>
                    <a:gd name="connsiteX2" fmla="*/ 26259 w 27492"/>
                    <a:gd name="connsiteY2" fmla="*/ 12324 h 24696"/>
                    <a:gd name="connsiteX3" fmla="*/ 23688 w 27492"/>
                    <a:gd name="connsiteY3" fmla="*/ 16580 h 24696"/>
                    <a:gd name="connsiteX4" fmla="*/ 19698 w 27492"/>
                    <a:gd name="connsiteY4" fmla="*/ 20259 h 24696"/>
                    <a:gd name="connsiteX5" fmla="*/ 9989 w 27492"/>
                    <a:gd name="connsiteY5" fmla="*/ 24515 h 24696"/>
                    <a:gd name="connsiteX6" fmla="*/ 1921 w 27492"/>
                    <a:gd name="connsiteY6" fmla="*/ 22431 h 24696"/>
                    <a:gd name="connsiteX7" fmla="*/ 458 w 27492"/>
                    <a:gd name="connsiteY7" fmla="*/ 14009 h 24696"/>
                    <a:gd name="connsiteX8" fmla="*/ 7640 w 27492"/>
                    <a:gd name="connsiteY8" fmla="*/ 4167 h 24696"/>
                    <a:gd name="connsiteX9" fmla="*/ 13536 w 27492"/>
                    <a:gd name="connsiteY9" fmla="*/ 1064 h 24696"/>
                    <a:gd name="connsiteX10" fmla="*/ 19166 w 27492"/>
                    <a:gd name="connsiteY10" fmla="*/ 0 h 24696"/>
                    <a:gd name="connsiteX11" fmla="*/ 23821 w 27492"/>
                    <a:gd name="connsiteY11" fmla="*/ 1197 h 24696"/>
                    <a:gd name="connsiteX12" fmla="*/ 26747 w 27492"/>
                    <a:gd name="connsiteY12" fmla="*/ 4123 h 24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492" h="24696">
                      <a:moveTo>
                        <a:pt x="26747" y="4123"/>
                      </a:moveTo>
                      <a:cubicBezTo>
                        <a:pt x="27367" y="5364"/>
                        <a:pt x="27589" y="6738"/>
                        <a:pt x="27456" y="8113"/>
                      </a:cubicBezTo>
                      <a:cubicBezTo>
                        <a:pt x="27367" y="9531"/>
                        <a:pt x="26879" y="10817"/>
                        <a:pt x="26259" y="12324"/>
                      </a:cubicBezTo>
                      <a:cubicBezTo>
                        <a:pt x="25638" y="13831"/>
                        <a:pt x="24796" y="15250"/>
                        <a:pt x="23688" y="16580"/>
                      </a:cubicBezTo>
                      <a:cubicBezTo>
                        <a:pt x="22624" y="17954"/>
                        <a:pt x="21205" y="18885"/>
                        <a:pt x="19698" y="20259"/>
                      </a:cubicBezTo>
                      <a:cubicBezTo>
                        <a:pt x="16728" y="22786"/>
                        <a:pt x="13137" y="23894"/>
                        <a:pt x="9989" y="24515"/>
                      </a:cubicBezTo>
                      <a:cubicBezTo>
                        <a:pt x="6798" y="25047"/>
                        <a:pt x="3827" y="24426"/>
                        <a:pt x="1921" y="22431"/>
                      </a:cubicBezTo>
                      <a:cubicBezTo>
                        <a:pt x="15" y="20437"/>
                        <a:pt x="-473" y="17378"/>
                        <a:pt x="458" y="14009"/>
                      </a:cubicBezTo>
                      <a:cubicBezTo>
                        <a:pt x="1301" y="10551"/>
                        <a:pt x="4049" y="7182"/>
                        <a:pt x="7640" y="4167"/>
                      </a:cubicBezTo>
                      <a:cubicBezTo>
                        <a:pt x="9369" y="2616"/>
                        <a:pt x="11630" y="1773"/>
                        <a:pt x="13536" y="1064"/>
                      </a:cubicBezTo>
                      <a:cubicBezTo>
                        <a:pt x="15531" y="399"/>
                        <a:pt x="17437" y="44"/>
                        <a:pt x="19166" y="0"/>
                      </a:cubicBezTo>
                      <a:cubicBezTo>
                        <a:pt x="20895" y="0"/>
                        <a:pt x="22579" y="532"/>
                        <a:pt x="23821" y="1197"/>
                      </a:cubicBezTo>
                      <a:cubicBezTo>
                        <a:pt x="25151" y="1906"/>
                        <a:pt x="26126" y="2882"/>
                        <a:pt x="26747" y="412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24" name="Forme libre : forme 25723">
                  <a:extLst>
                    <a:ext uri="{FF2B5EF4-FFF2-40B4-BE49-F238E27FC236}">
                      <a16:creationId xmlns:a16="http://schemas.microsoft.com/office/drawing/2014/main" id="{3D56769D-4D1E-48D0-8A00-D7E18E0618C5}"/>
                    </a:ext>
                  </a:extLst>
                </p:cNvPr>
                <p:cNvSpPr/>
                <p:nvPr/>
              </p:nvSpPr>
              <p:spPr>
                <a:xfrm>
                  <a:off x="7031614" y="1294179"/>
                  <a:ext cx="45908" cy="25892"/>
                </a:xfrm>
                <a:custGeom>
                  <a:avLst/>
                  <a:gdLst>
                    <a:gd name="connsiteX0" fmla="*/ 10009 w 45908"/>
                    <a:gd name="connsiteY0" fmla="*/ 19791 h 25892"/>
                    <a:gd name="connsiteX1" fmla="*/ 17634 w 45908"/>
                    <a:gd name="connsiteY1" fmla="*/ 25199 h 25892"/>
                    <a:gd name="connsiteX2" fmla="*/ 35056 w 45908"/>
                    <a:gd name="connsiteY2" fmla="*/ 21652 h 25892"/>
                    <a:gd name="connsiteX3" fmla="*/ 38115 w 45908"/>
                    <a:gd name="connsiteY3" fmla="*/ 19525 h 25892"/>
                    <a:gd name="connsiteX4" fmla="*/ 40863 w 45908"/>
                    <a:gd name="connsiteY4" fmla="*/ 17397 h 25892"/>
                    <a:gd name="connsiteX5" fmla="*/ 44897 w 45908"/>
                    <a:gd name="connsiteY5" fmla="*/ 11811 h 25892"/>
                    <a:gd name="connsiteX6" fmla="*/ 43612 w 45908"/>
                    <a:gd name="connsiteY6" fmla="*/ 1881 h 25892"/>
                    <a:gd name="connsiteX7" fmla="*/ 36785 w 45908"/>
                    <a:gd name="connsiteY7" fmla="*/ 640 h 25892"/>
                    <a:gd name="connsiteX8" fmla="*/ 19407 w 45908"/>
                    <a:gd name="connsiteY8" fmla="*/ 551 h 25892"/>
                    <a:gd name="connsiteX9" fmla="*/ 9344 w 45908"/>
                    <a:gd name="connsiteY9" fmla="*/ 108 h 25892"/>
                    <a:gd name="connsiteX10" fmla="*/ 522 w 45908"/>
                    <a:gd name="connsiteY10" fmla="*/ 5294 h 25892"/>
                    <a:gd name="connsiteX11" fmla="*/ 10009 w 45908"/>
                    <a:gd name="connsiteY11" fmla="*/ 19791 h 25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5908" h="25892">
                      <a:moveTo>
                        <a:pt x="10009" y="19791"/>
                      </a:moveTo>
                      <a:cubicBezTo>
                        <a:pt x="12270" y="21963"/>
                        <a:pt x="14619" y="24179"/>
                        <a:pt x="17634" y="25199"/>
                      </a:cubicBezTo>
                      <a:cubicBezTo>
                        <a:pt x="23353" y="27194"/>
                        <a:pt x="29958" y="24534"/>
                        <a:pt x="35056" y="21652"/>
                      </a:cubicBezTo>
                      <a:cubicBezTo>
                        <a:pt x="36120" y="20988"/>
                        <a:pt x="37139" y="20278"/>
                        <a:pt x="38115" y="19525"/>
                      </a:cubicBezTo>
                      <a:cubicBezTo>
                        <a:pt x="39090" y="18815"/>
                        <a:pt x="40021" y="18195"/>
                        <a:pt x="40863" y="17397"/>
                      </a:cubicBezTo>
                      <a:cubicBezTo>
                        <a:pt x="42592" y="15889"/>
                        <a:pt x="43922" y="13850"/>
                        <a:pt x="44897" y="11811"/>
                      </a:cubicBezTo>
                      <a:cubicBezTo>
                        <a:pt x="46316" y="8885"/>
                        <a:pt x="46538" y="4142"/>
                        <a:pt x="43612" y="1881"/>
                      </a:cubicBezTo>
                      <a:cubicBezTo>
                        <a:pt x="41794" y="507"/>
                        <a:pt x="39223" y="595"/>
                        <a:pt x="36785" y="640"/>
                      </a:cubicBezTo>
                      <a:cubicBezTo>
                        <a:pt x="31199" y="1127"/>
                        <a:pt x="25170" y="1039"/>
                        <a:pt x="19407" y="551"/>
                      </a:cubicBezTo>
                      <a:cubicBezTo>
                        <a:pt x="16969" y="374"/>
                        <a:pt x="13112" y="-247"/>
                        <a:pt x="9344" y="108"/>
                      </a:cubicBezTo>
                      <a:cubicBezTo>
                        <a:pt x="5487" y="418"/>
                        <a:pt x="1985" y="1837"/>
                        <a:pt x="522" y="5294"/>
                      </a:cubicBezTo>
                      <a:cubicBezTo>
                        <a:pt x="-2271" y="11501"/>
                        <a:pt x="6906" y="16776"/>
                        <a:pt x="10009" y="1979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25" name="Forme libre : forme 25724">
                  <a:extLst>
                    <a:ext uri="{FF2B5EF4-FFF2-40B4-BE49-F238E27FC236}">
                      <a16:creationId xmlns:a16="http://schemas.microsoft.com/office/drawing/2014/main" id="{F2A82D28-F872-476C-B03E-6138B8E15302}"/>
                    </a:ext>
                  </a:extLst>
                </p:cNvPr>
                <p:cNvSpPr/>
                <p:nvPr/>
              </p:nvSpPr>
              <p:spPr>
                <a:xfrm>
                  <a:off x="7038071" y="1288328"/>
                  <a:ext cx="8629" cy="15117"/>
                </a:xfrm>
                <a:custGeom>
                  <a:avLst/>
                  <a:gdLst>
                    <a:gd name="connsiteX0" fmla="*/ 316 w 8629"/>
                    <a:gd name="connsiteY0" fmla="*/ 12519 h 15117"/>
                    <a:gd name="connsiteX1" fmla="*/ 1335 w 8629"/>
                    <a:gd name="connsiteY1" fmla="*/ 14558 h 15117"/>
                    <a:gd name="connsiteX2" fmla="*/ 3552 w 8629"/>
                    <a:gd name="connsiteY2" fmla="*/ 14913 h 15117"/>
                    <a:gd name="connsiteX3" fmla="*/ 5148 w 8629"/>
                    <a:gd name="connsiteY3" fmla="*/ 13095 h 15117"/>
                    <a:gd name="connsiteX4" fmla="*/ 7941 w 8629"/>
                    <a:gd name="connsiteY4" fmla="*/ 7554 h 15117"/>
                    <a:gd name="connsiteX5" fmla="*/ 8606 w 8629"/>
                    <a:gd name="connsiteY5" fmla="*/ 5116 h 15117"/>
                    <a:gd name="connsiteX6" fmla="*/ 2843 w 8629"/>
                    <a:gd name="connsiteY6" fmla="*/ 1658 h 15117"/>
                    <a:gd name="connsiteX7" fmla="*/ 316 w 8629"/>
                    <a:gd name="connsiteY7" fmla="*/ 12519 h 15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629" h="15117">
                      <a:moveTo>
                        <a:pt x="316" y="12519"/>
                      </a:moveTo>
                      <a:cubicBezTo>
                        <a:pt x="493" y="13317"/>
                        <a:pt x="759" y="14071"/>
                        <a:pt x="1335" y="14558"/>
                      </a:cubicBezTo>
                      <a:cubicBezTo>
                        <a:pt x="1867" y="15090"/>
                        <a:pt x="2754" y="15312"/>
                        <a:pt x="3552" y="14913"/>
                      </a:cubicBezTo>
                      <a:cubicBezTo>
                        <a:pt x="4261" y="14558"/>
                        <a:pt x="4705" y="13805"/>
                        <a:pt x="5148" y="13095"/>
                      </a:cubicBezTo>
                      <a:cubicBezTo>
                        <a:pt x="6256" y="11322"/>
                        <a:pt x="7187" y="9460"/>
                        <a:pt x="7941" y="7554"/>
                      </a:cubicBezTo>
                      <a:cubicBezTo>
                        <a:pt x="8251" y="6756"/>
                        <a:pt x="8561" y="5958"/>
                        <a:pt x="8606" y="5116"/>
                      </a:cubicBezTo>
                      <a:cubicBezTo>
                        <a:pt x="8916" y="1702"/>
                        <a:pt x="6123" y="-2332"/>
                        <a:pt x="2843" y="1658"/>
                      </a:cubicBezTo>
                      <a:cubicBezTo>
                        <a:pt x="316" y="4806"/>
                        <a:pt x="-526" y="9327"/>
                        <a:pt x="316" y="1251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26" name="Forme libre : forme 25725">
                  <a:extLst>
                    <a:ext uri="{FF2B5EF4-FFF2-40B4-BE49-F238E27FC236}">
                      <a16:creationId xmlns:a16="http://schemas.microsoft.com/office/drawing/2014/main" id="{2DF5AFF3-34B4-4DC7-9A1F-56E2D056870E}"/>
                    </a:ext>
                  </a:extLst>
                </p:cNvPr>
                <p:cNvSpPr/>
                <p:nvPr/>
              </p:nvSpPr>
              <p:spPr>
                <a:xfrm>
                  <a:off x="7081920" y="1283292"/>
                  <a:ext cx="6532" cy="25002"/>
                </a:xfrm>
                <a:custGeom>
                  <a:avLst/>
                  <a:gdLst>
                    <a:gd name="connsiteX0" fmla="*/ 5497 w 6532"/>
                    <a:gd name="connsiteY0" fmla="*/ 0 h 25002"/>
                    <a:gd name="connsiteX1" fmla="*/ 6472 w 6532"/>
                    <a:gd name="connsiteY1" fmla="*/ 8467 h 25002"/>
                    <a:gd name="connsiteX2" fmla="*/ 4876 w 6532"/>
                    <a:gd name="connsiteY2" fmla="*/ 16402 h 25002"/>
                    <a:gd name="connsiteX3" fmla="*/ 0 w 6532"/>
                    <a:gd name="connsiteY3" fmla="*/ 25003 h 25002"/>
                    <a:gd name="connsiteX4" fmla="*/ 1020 w 6532"/>
                    <a:gd name="connsiteY4" fmla="*/ 23185 h 25002"/>
                    <a:gd name="connsiteX5" fmla="*/ 3103 w 6532"/>
                    <a:gd name="connsiteY5" fmla="*/ 18309 h 25002"/>
                    <a:gd name="connsiteX6" fmla="*/ 5009 w 6532"/>
                    <a:gd name="connsiteY6" fmla="*/ 10418 h 25002"/>
                    <a:gd name="connsiteX7" fmla="*/ 5497 w 6532"/>
                    <a:gd name="connsiteY7" fmla="*/ 0 h 25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532" h="25002">
                      <a:moveTo>
                        <a:pt x="5497" y="0"/>
                      </a:moveTo>
                      <a:cubicBezTo>
                        <a:pt x="5497" y="0"/>
                        <a:pt x="6827" y="3635"/>
                        <a:pt x="6472" y="8467"/>
                      </a:cubicBezTo>
                      <a:cubicBezTo>
                        <a:pt x="6295" y="10817"/>
                        <a:pt x="5807" y="13477"/>
                        <a:pt x="4876" y="16402"/>
                      </a:cubicBezTo>
                      <a:cubicBezTo>
                        <a:pt x="3901" y="19328"/>
                        <a:pt x="2349" y="21767"/>
                        <a:pt x="0" y="25003"/>
                      </a:cubicBezTo>
                      <a:cubicBezTo>
                        <a:pt x="0" y="25003"/>
                        <a:pt x="443" y="24382"/>
                        <a:pt x="1020" y="23185"/>
                      </a:cubicBezTo>
                      <a:cubicBezTo>
                        <a:pt x="1596" y="21900"/>
                        <a:pt x="2349" y="20348"/>
                        <a:pt x="3103" y="18309"/>
                      </a:cubicBezTo>
                      <a:cubicBezTo>
                        <a:pt x="3857" y="16225"/>
                        <a:pt x="4566" y="13565"/>
                        <a:pt x="5009" y="10418"/>
                      </a:cubicBezTo>
                      <a:cubicBezTo>
                        <a:pt x="5585" y="7492"/>
                        <a:pt x="5896" y="3990"/>
                        <a:pt x="549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27" name="Forme libre : forme 25726">
                  <a:extLst>
                    <a:ext uri="{FF2B5EF4-FFF2-40B4-BE49-F238E27FC236}">
                      <a16:creationId xmlns:a16="http://schemas.microsoft.com/office/drawing/2014/main" id="{F116A1FC-D4AB-4D3A-B814-2E064B2CC7C9}"/>
                    </a:ext>
                  </a:extLst>
                </p:cNvPr>
                <p:cNvSpPr/>
                <p:nvPr/>
              </p:nvSpPr>
              <p:spPr>
                <a:xfrm>
                  <a:off x="7023969" y="1284888"/>
                  <a:ext cx="7325" cy="30499"/>
                </a:xfrm>
                <a:custGeom>
                  <a:avLst/>
                  <a:gdLst>
                    <a:gd name="connsiteX0" fmla="*/ 7325 w 7325"/>
                    <a:gd name="connsiteY0" fmla="*/ 0 h 30499"/>
                    <a:gd name="connsiteX1" fmla="*/ 4976 w 7325"/>
                    <a:gd name="connsiteY1" fmla="*/ 2837 h 30499"/>
                    <a:gd name="connsiteX2" fmla="*/ 1340 w 7325"/>
                    <a:gd name="connsiteY2" fmla="*/ 10152 h 30499"/>
                    <a:gd name="connsiteX3" fmla="*/ 188 w 7325"/>
                    <a:gd name="connsiteY3" fmla="*/ 19993 h 30499"/>
                    <a:gd name="connsiteX4" fmla="*/ 5508 w 7325"/>
                    <a:gd name="connsiteY4" fmla="*/ 30500 h 30499"/>
                    <a:gd name="connsiteX5" fmla="*/ 1872 w 7325"/>
                    <a:gd name="connsiteY5" fmla="*/ 21589 h 30499"/>
                    <a:gd name="connsiteX6" fmla="*/ 1872 w 7325"/>
                    <a:gd name="connsiteY6" fmla="*/ 11881 h 30499"/>
                    <a:gd name="connsiteX7" fmla="*/ 7325 w 7325"/>
                    <a:gd name="connsiteY7" fmla="*/ 0 h 30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325" h="30499">
                      <a:moveTo>
                        <a:pt x="7325" y="0"/>
                      </a:moveTo>
                      <a:cubicBezTo>
                        <a:pt x="7325" y="0"/>
                        <a:pt x="6306" y="1020"/>
                        <a:pt x="4976" y="2837"/>
                      </a:cubicBezTo>
                      <a:cubicBezTo>
                        <a:pt x="3734" y="4610"/>
                        <a:pt x="2360" y="7182"/>
                        <a:pt x="1340" y="10152"/>
                      </a:cubicBezTo>
                      <a:cubicBezTo>
                        <a:pt x="321" y="13122"/>
                        <a:pt x="-344" y="16491"/>
                        <a:pt x="188" y="19993"/>
                      </a:cubicBezTo>
                      <a:cubicBezTo>
                        <a:pt x="764" y="23495"/>
                        <a:pt x="2360" y="27086"/>
                        <a:pt x="5508" y="30500"/>
                      </a:cubicBezTo>
                      <a:cubicBezTo>
                        <a:pt x="5508" y="30500"/>
                        <a:pt x="3069" y="27086"/>
                        <a:pt x="1872" y="21589"/>
                      </a:cubicBezTo>
                      <a:cubicBezTo>
                        <a:pt x="1296" y="18841"/>
                        <a:pt x="1207" y="15560"/>
                        <a:pt x="1872" y="11881"/>
                      </a:cubicBezTo>
                      <a:cubicBezTo>
                        <a:pt x="2715" y="8246"/>
                        <a:pt x="3956" y="4167"/>
                        <a:pt x="73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28" name="Forme libre : forme 25727">
                  <a:extLst>
                    <a:ext uri="{FF2B5EF4-FFF2-40B4-BE49-F238E27FC236}">
                      <a16:creationId xmlns:a16="http://schemas.microsoft.com/office/drawing/2014/main" id="{2EF92C58-9526-46C5-B3AC-D55545BC0E13}"/>
                    </a:ext>
                  </a:extLst>
                </p:cNvPr>
                <p:cNvSpPr/>
                <p:nvPr/>
              </p:nvSpPr>
              <p:spPr>
                <a:xfrm>
                  <a:off x="7055830" y="1283486"/>
                  <a:ext cx="11939" cy="7741"/>
                </a:xfrm>
                <a:custGeom>
                  <a:avLst/>
                  <a:gdLst>
                    <a:gd name="connsiteX0" fmla="*/ 11905 w 11939"/>
                    <a:gd name="connsiteY0" fmla="*/ 1934 h 7741"/>
                    <a:gd name="connsiteX1" fmla="*/ 6718 w 11939"/>
                    <a:gd name="connsiteY1" fmla="*/ 6988 h 7741"/>
                    <a:gd name="connsiteX2" fmla="*/ 68 w 11939"/>
                    <a:gd name="connsiteY2" fmla="*/ 6190 h 7741"/>
                    <a:gd name="connsiteX3" fmla="*/ 5166 w 11939"/>
                    <a:gd name="connsiteY3" fmla="*/ 560 h 7741"/>
                    <a:gd name="connsiteX4" fmla="*/ 11905 w 11939"/>
                    <a:gd name="connsiteY4" fmla="*/ 1934 h 7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39" h="7741">
                      <a:moveTo>
                        <a:pt x="11905" y="1934"/>
                      </a:moveTo>
                      <a:cubicBezTo>
                        <a:pt x="12259" y="3796"/>
                        <a:pt x="9865" y="5791"/>
                        <a:pt x="6718" y="6988"/>
                      </a:cubicBezTo>
                      <a:cubicBezTo>
                        <a:pt x="3615" y="8229"/>
                        <a:pt x="600" y="7919"/>
                        <a:pt x="68" y="6190"/>
                      </a:cubicBezTo>
                      <a:cubicBezTo>
                        <a:pt x="-420" y="4461"/>
                        <a:pt x="1753" y="1757"/>
                        <a:pt x="5166" y="560"/>
                      </a:cubicBezTo>
                      <a:cubicBezTo>
                        <a:pt x="8624" y="-593"/>
                        <a:pt x="11550" y="117"/>
                        <a:pt x="11905" y="193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29" name="Forme libre : forme 25728">
                  <a:extLst>
                    <a:ext uri="{FF2B5EF4-FFF2-40B4-BE49-F238E27FC236}">
                      <a16:creationId xmlns:a16="http://schemas.microsoft.com/office/drawing/2014/main" id="{8D140323-D9B7-4FA1-BFA0-54D038878165}"/>
                    </a:ext>
                  </a:extLst>
                </p:cNvPr>
                <p:cNvSpPr/>
                <p:nvPr/>
              </p:nvSpPr>
              <p:spPr>
                <a:xfrm>
                  <a:off x="7065669" y="1283100"/>
                  <a:ext cx="3267" cy="3056"/>
                </a:xfrm>
                <a:custGeom>
                  <a:avLst/>
                  <a:gdLst>
                    <a:gd name="connsiteX0" fmla="*/ 3084 w 3267"/>
                    <a:gd name="connsiteY0" fmla="*/ 635 h 3056"/>
                    <a:gd name="connsiteX1" fmla="*/ 2420 w 3267"/>
                    <a:gd name="connsiteY1" fmla="*/ 2763 h 3056"/>
                    <a:gd name="connsiteX2" fmla="*/ 203 w 3267"/>
                    <a:gd name="connsiteY2" fmla="*/ 2453 h 3056"/>
                    <a:gd name="connsiteX3" fmla="*/ 868 w 3267"/>
                    <a:gd name="connsiteY3" fmla="*/ 325 h 3056"/>
                    <a:gd name="connsiteX4" fmla="*/ 3084 w 3267"/>
                    <a:gd name="connsiteY4" fmla="*/ 635 h 3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67" h="3056">
                      <a:moveTo>
                        <a:pt x="3084" y="635"/>
                      </a:moveTo>
                      <a:cubicBezTo>
                        <a:pt x="3483" y="1300"/>
                        <a:pt x="3218" y="2276"/>
                        <a:pt x="2420" y="2763"/>
                      </a:cubicBezTo>
                      <a:cubicBezTo>
                        <a:pt x="1666" y="3251"/>
                        <a:pt x="646" y="3118"/>
                        <a:pt x="203" y="2453"/>
                      </a:cubicBezTo>
                      <a:cubicBezTo>
                        <a:pt x="-240" y="1788"/>
                        <a:pt x="70" y="813"/>
                        <a:pt x="868" y="325"/>
                      </a:cubicBezTo>
                      <a:cubicBezTo>
                        <a:pt x="1666" y="-207"/>
                        <a:pt x="2686" y="-74"/>
                        <a:pt x="3084" y="6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30" name="Forme libre : forme 25729">
                  <a:extLst>
                    <a:ext uri="{FF2B5EF4-FFF2-40B4-BE49-F238E27FC236}">
                      <a16:creationId xmlns:a16="http://schemas.microsoft.com/office/drawing/2014/main" id="{B1166350-B803-4D59-94BE-82A7E1126AA2}"/>
                    </a:ext>
                  </a:extLst>
                </p:cNvPr>
                <p:cNvSpPr/>
                <p:nvPr/>
              </p:nvSpPr>
              <p:spPr>
                <a:xfrm>
                  <a:off x="7046278" y="1264994"/>
                  <a:ext cx="36738" cy="18464"/>
                </a:xfrm>
                <a:custGeom>
                  <a:avLst/>
                  <a:gdLst>
                    <a:gd name="connsiteX0" fmla="*/ 29259 w 36738"/>
                    <a:gd name="connsiteY0" fmla="*/ 2783 h 18464"/>
                    <a:gd name="connsiteX1" fmla="*/ 36351 w 36738"/>
                    <a:gd name="connsiteY1" fmla="*/ 13644 h 18464"/>
                    <a:gd name="connsiteX2" fmla="*/ 35598 w 36738"/>
                    <a:gd name="connsiteY2" fmla="*/ 18077 h 18464"/>
                    <a:gd name="connsiteX3" fmla="*/ 31431 w 36738"/>
                    <a:gd name="connsiteY3" fmla="*/ 17323 h 18464"/>
                    <a:gd name="connsiteX4" fmla="*/ 19062 w 36738"/>
                    <a:gd name="connsiteY4" fmla="*/ 10585 h 18464"/>
                    <a:gd name="connsiteX5" fmla="*/ 14674 w 36738"/>
                    <a:gd name="connsiteY5" fmla="*/ 11472 h 18464"/>
                    <a:gd name="connsiteX6" fmla="*/ 8113 w 36738"/>
                    <a:gd name="connsiteY6" fmla="*/ 13245 h 18464"/>
                    <a:gd name="connsiteX7" fmla="*/ 0 w 36738"/>
                    <a:gd name="connsiteY7" fmla="*/ 12713 h 18464"/>
                    <a:gd name="connsiteX8" fmla="*/ 7137 w 36738"/>
                    <a:gd name="connsiteY8" fmla="*/ 4423 h 18464"/>
                    <a:gd name="connsiteX9" fmla="*/ 18176 w 36738"/>
                    <a:gd name="connsiteY9" fmla="*/ 79 h 18464"/>
                    <a:gd name="connsiteX10" fmla="*/ 29259 w 36738"/>
                    <a:gd name="connsiteY10" fmla="*/ 2783 h 18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6738" h="18464">
                      <a:moveTo>
                        <a:pt x="29259" y="2783"/>
                      </a:moveTo>
                      <a:cubicBezTo>
                        <a:pt x="32938" y="5487"/>
                        <a:pt x="34933" y="9610"/>
                        <a:pt x="36351" y="13644"/>
                      </a:cubicBezTo>
                      <a:cubicBezTo>
                        <a:pt x="36883" y="15195"/>
                        <a:pt x="37061" y="17102"/>
                        <a:pt x="35598" y="18077"/>
                      </a:cubicBezTo>
                      <a:cubicBezTo>
                        <a:pt x="34312" y="18964"/>
                        <a:pt x="32628" y="18166"/>
                        <a:pt x="31431" y="17323"/>
                      </a:cubicBezTo>
                      <a:cubicBezTo>
                        <a:pt x="27796" y="14708"/>
                        <a:pt x="24294" y="10762"/>
                        <a:pt x="19062" y="10585"/>
                      </a:cubicBezTo>
                      <a:cubicBezTo>
                        <a:pt x="18264" y="10585"/>
                        <a:pt x="16624" y="10940"/>
                        <a:pt x="14674" y="11472"/>
                      </a:cubicBezTo>
                      <a:cubicBezTo>
                        <a:pt x="12679" y="12004"/>
                        <a:pt x="10418" y="12624"/>
                        <a:pt x="8113" y="13245"/>
                      </a:cubicBezTo>
                      <a:cubicBezTo>
                        <a:pt x="3946" y="14575"/>
                        <a:pt x="0" y="15373"/>
                        <a:pt x="0" y="12713"/>
                      </a:cubicBezTo>
                      <a:cubicBezTo>
                        <a:pt x="133" y="10097"/>
                        <a:pt x="2882" y="6728"/>
                        <a:pt x="7137" y="4423"/>
                      </a:cubicBezTo>
                      <a:cubicBezTo>
                        <a:pt x="11260" y="2074"/>
                        <a:pt x="15605" y="167"/>
                        <a:pt x="18176" y="79"/>
                      </a:cubicBezTo>
                      <a:cubicBezTo>
                        <a:pt x="22653" y="-320"/>
                        <a:pt x="26510" y="832"/>
                        <a:pt x="29259" y="278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21" name="Graphique 2">
                <a:extLst>
                  <a:ext uri="{FF2B5EF4-FFF2-40B4-BE49-F238E27FC236}">
                    <a16:creationId xmlns:a16="http://schemas.microsoft.com/office/drawing/2014/main" id="{B5558990-980F-47A2-AE5A-2B5E4E3F77D9}"/>
                  </a:ext>
                </a:extLst>
              </p:cNvPr>
              <p:cNvGrpSpPr/>
              <p:nvPr/>
            </p:nvGrpSpPr>
            <p:grpSpPr>
              <a:xfrm>
                <a:off x="7085063" y="1247009"/>
                <a:ext cx="77424" cy="55090"/>
                <a:chOff x="7085063" y="1247009"/>
                <a:chExt cx="77424" cy="55090"/>
              </a:xfrm>
              <a:solidFill>
                <a:schemeClr val="accent1"/>
              </a:solidFill>
            </p:grpSpPr>
            <p:sp>
              <p:nvSpPr>
                <p:cNvPr id="25707" name="Forme libre : forme 25706">
                  <a:extLst>
                    <a:ext uri="{FF2B5EF4-FFF2-40B4-BE49-F238E27FC236}">
                      <a16:creationId xmlns:a16="http://schemas.microsoft.com/office/drawing/2014/main" id="{D3B8BC89-D811-4038-BFE8-35DB38082421}"/>
                    </a:ext>
                  </a:extLst>
                </p:cNvPr>
                <p:cNvSpPr/>
                <p:nvPr/>
              </p:nvSpPr>
              <p:spPr>
                <a:xfrm>
                  <a:off x="7085063" y="1247009"/>
                  <a:ext cx="77424" cy="55090"/>
                </a:xfrm>
                <a:custGeom>
                  <a:avLst/>
                  <a:gdLst>
                    <a:gd name="connsiteX0" fmla="*/ 43094 w 77424"/>
                    <a:gd name="connsiteY0" fmla="*/ 54725 h 55090"/>
                    <a:gd name="connsiteX1" fmla="*/ 40080 w 77424"/>
                    <a:gd name="connsiteY1" fmla="*/ 54060 h 55090"/>
                    <a:gd name="connsiteX2" fmla="*/ 38484 w 77424"/>
                    <a:gd name="connsiteY2" fmla="*/ 53927 h 55090"/>
                    <a:gd name="connsiteX3" fmla="*/ 36533 w 77424"/>
                    <a:gd name="connsiteY3" fmla="*/ 53749 h 55090"/>
                    <a:gd name="connsiteX4" fmla="*/ 25982 w 77424"/>
                    <a:gd name="connsiteY4" fmla="*/ 53794 h 55090"/>
                    <a:gd name="connsiteX5" fmla="*/ 19289 w 77424"/>
                    <a:gd name="connsiteY5" fmla="*/ 52774 h 55090"/>
                    <a:gd name="connsiteX6" fmla="*/ 13481 w 77424"/>
                    <a:gd name="connsiteY6" fmla="*/ 49671 h 55090"/>
                    <a:gd name="connsiteX7" fmla="*/ 8383 w 77424"/>
                    <a:gd name="connsiteY7" fmla="*/ 44484 h 55090"/>
                    <a:gd name="connsiteX8" fmla="*/ 4881 w 77424"/>
                    <a:gd name="connsiteY8" fmla="*/ 37746 h 55090"/>
                    <a:gd name="connsiteX9" fmla="*/ 625 w 77424"/>
                    <a:gd name="connsiteY9" fmla="*/ 23649 h 55090"/>
                    <a:gd name="connsiteX10" fmla="*/ 448 w 77424"/>
                    <a:gd name="connsiteY10" fmla="*/ 15802 h 55090"/>
                    <a:gd name="connsiteX11" fmla="*/ 4571 w 77424"/>
                    <a:gd name="connsiteY11" fmla="*/ 8487 h 55090"/>
                    <a:gd name="connsiteX12" fmla="*/ 12595 w 77424"/>
                    <a:gd name="connsiteY12" fmla="*/ 2724 h 55090"/>
                    <a:gd name="connsiteX13" fmla="*/ 23057 w 77424"/>
                    <a:gd name="connsiteY13" fmla="*/ 242 h 55090"/>
                    <a:gd name="connsiteX14" fmla="*/ 38528 w 77424"/>
                    <a:gd name="connsiteY14" fmla="*/ 65 h 55090"/>
                    <a:gd name="connsiteX15" fmla="*/ 43050 w 77424"/>
                    <a:gd name="connsiteY15" fmla="*/ 375 h 55090"/>
                    <a:gd name="connsiteX16" fmla="*/ 47971 w 77424"/>
                    <a:gd name="connsiteY16" fmla="*/ 907 h 55090"/>
                    <a:gd name="connsiteX17" fmla="*/ 57679 w 77424"/>
                    <a:gd name="connsiteY17" fmla="*/ 2946 h 55090"/>
                    <a:gd name="connsiteX18" fmla="*/ 69117 w 77424"/>
                    <a:gd name="connsiteY18" fmla="*/ 8886 h 55090"/>
                    <a:gd name="connsiteX19" fmla="*/ 75766 w 77424"/>
                    <a:gd name="connsiteY19" fmla="*/ 17221 h 55090"/>
                    <a:gd name="connsiteX20" fmla="*/ 74436 w 77424"/>
                    <a:gd name="connsiteY20" fmla="*/ 33047 h 55090"/>
                    <a:gd name="connsiteX21" fmla="*/ 65437 w 77424"/>
                    <a:gd name="connsiteY21" fmla="*/ 44883 h 55090"/>
                    <a:gd name="connsiteX22" fmla="*/ 53379 w 77424"/>
                    <a:gd name="connsiteY22" fmla="*/ 53350 h 55090"/>
                    <a:gd name="connsiteX23" fmla="*/ 47660 w 77424"/>
                    <a:gd name="connsiteY23" fmla="*/ 54991 h 55090"/>
                    <a:gd name="connsiteX24" fmla="*/ 43094 w 77424"/>
                    <a:gd name="connsiteY24" fmla="*/ 54725 h 55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7424" h="55090">
                      <a:moveTo>
                        <a:pt x="43094" y="54725"/>
                      </a:moveTo>
                      <a:cubicBezTo>
                        <a:pt x="42075" y="54592"/>
                        <a:pt x="41099" y="54237"/>
                        <a:pt x="40080" y="54060"/>
                      </a:cubicBezTo>
                      <a:lnTo>
                        <a:pt x="38484" y="53927"/>
                      </a:lnTo>
                      <a:cubicBezTo>
                        <a:pt x="37907" y="53882"/>
                        <a:pt x="37597" y="53749"/>
                        <a:pt x="36533" y="53749"/>
                      </a:cubicBezTo>
                      <a:cubicBezTo>
                        <a:pt x="33031" y="53794"/>
                        <a:pt x="29219" y="53483"/>
                        <a:pt x="25982" y="53794"/>
                      </a:cubicBezTo>
                      <a:cubicBezTo>
                        <a:pt x="23677" y="53971"/>
                        <a:pt x="21461" y="53616"/>
                        <a:pt x="19289" y="52774"/>
                      </a:cubicBezTo>
                      <a:cubicBezTo>
                        <a:pt x="17294" y="52153"/>
                        <a:pt x="15388" y="51090"/>
                        <a:pt x="13481" y="49671"/>
                      </a:cubicBezTo>
                      <a:cubicBezTo>
                        <a:pt x="11619" y="48252"/>
                        <a:pt x="9802" y="46346"/>
                        <a:pt x="8383" y="44484"/>
                      </a:cubicBezTo>
                      <a:cubicBezTo>
                        <a:pt x="6920" y="42534"/>
                        <a:pt x="5635" y="40273"/>
                        <a:pt x="4881" y="37746"/>
                      </a:cubicBezTo>
                      <a:lnTo>
                        <a:pt x="625" y="23649"/>
                      </a:lnTo>
                      <a:cubicBezTo>
                        <a:pt x="-128" y="21122"/>
                        <a:pt x="-217" y="18462"/>
                        <a:pt x="448" y="15802"/>
                      </a:cubicBezTo>
                      <a:cubicBezTo>
                        <a:pt x="1113" y="13054"/>
                        <a:pt x="2531" y="10704"/>
                        <a:pt x="4571" y="8487"/>
                      </a:cubicBezTo>
                      <a:cubicBezTo>
                        <a:pt x="6654" y="6271"/>
                        <a:pt x="9403" y="4232"/>
                        <a:pt x="12595" y="2724"/>
                      </a:cubicBezTo>
                      <a:cubicBezTo>
                        <a:pt x="15698" y="1439"/>
                        <a:pt x="19289" y="552"/>
                        <a:pt x="23057" y="242"/>
                      </a:cubicBezTo>
                      <a:cubicBezTo>
                        <a:pt x="28421" y="-201"/>
                        <a:pt x="33342" y="109"/>
                        <a:pt x="38528" y="65"/>
                      </a:cubicBezTo>
                      <a:cubicBezTo>
                        <a:pt x="39636" y="20"/>
                        <a:pt x="41454" y="198"/>
                        <a:pt x="43050" y="375"/>
                      </a:cubicBezTo>
                      <a:lnTo>
                        <a:pt x="47971" y="907"/>
                      </a:lnTo>
                      <a:cubicBezTo>
                        <a:pt x="51207" y="1350"/>
                        <a:pt x="54443" y="2193"/>
                        <a:pt x="57679" y="2946"/>
                      </a:cubicBezTo>
                      <a:cubicBezTo>
                        <a:pt x="62068" y="4365"/>
                        <a:pt x="66147" y="6227"/>
                        <a:pt x="69117" y="8886"/>
                      </a:cubicBezTo>
                      <a:cubicBezTo>
                        <a:pt x="72264" y="11369"/>
                        <a:pt x="74436" y="14295"/>
                        <a:pt x="75766" y="17221"/>
                      </a:cubicBezTo>
                      <a:cubicBezTo>
                        <a:pt x="78559" y="23028"/>
                        <a:pt x="77628" y="28835"/>
                        <a:pt x="74436" y="33047"/>
                      </a:cubicBezTo>
                      <a:lnTo>
                        <a:pt x="65437" y="44883"/>
                      </a:lnTo>
                      <a:cubicBezTo>
                        <a:pt x="62157" y="49228"/>
                        <a:pt x="57546" y="51622"/>
                        <a:pt x="53379" y="53350"/>
                      </a:cubicBezTo>
                      <a:cubicBezTo>
                        <a:pt x="51340" y="54104"/>
                        <a:pt x="49389" y="54636"/>
                        <a:pt x="47660" y="54991"/>
                      </a:cubicBezTo>
                      <a:cubicBezTo>
                        <a:pt x="46020" y="55035"/>
                        <a:pt x="44469" y="55301"/>
                        <a:pt x="43094" y="54725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08" name="Forme libre : forme 25707">
                  <a:extLst>
                    <a:ext uri="{FF2B5EF4-FFF2-40B4-BE49-F238E27FC236}">
                      <a16:creationId xmlns:a16="http://schemas.microsoft.com/office/drawing/2014/main" id="{86400E88-DC5F-4A13-9600-0E09CCB2B570}"/>
                    </a:ext>
                  </a:extLst>
                </p:cNvPr>
                <p:cNvSpPr/>
                <p:nvPr/>
              </p:nvSpPr>
              <p:spPr>
                <a:xfrm>
                  <a:off x="7088126" y="1278637"/>
                  <a:ext cx="62772" cy="23407"/>
                </a:xfrm>
                <a:custGeom>
                  <a:avLst/>
                  <a:gdLst>
                    <a:gd name="connsiteX0" fmla="*/ 26244 w 62772"/>
                    <a:gd name="connsiteY0" fmla="*/ 4389 h 23407"/>
                    <a:gd name="connsiteX1" fmla="*/ 19195 w 62772"/>
                    <a:gd name="connsiteY1" fmla="*/ 5541 h 23407"/>
                    <a:gd name="connsiteX2" fmla="*/ 12413 w 62772"/>
                    <a:gd name="connsiteY2" fmla="*/ 5098 h 23407"/>
                    <a:gd name="connsiteX3" fmla="*/ 0 w 62772"/>
                    <a:gd name="connsiteY3" fmla="*/ 0 h 23407"/>
                    <a:gd name="connsiteX4" fmla="*/ 1862 w 62772"/>
                    <a:gd name="connsiteY4" fmla="*/ 6073 h 23407"/>
                    <a:gd name="connsiteX5" fmla="*/ 5364 w 62772"/>
                    <a:gd name="connsiteY5" fmla="*/ 12812 h 23407"/>
                    <a:gd name="connsiteX6" fmla="*/ 10462 w 62772"/>
                    <a:gd name="connsiteY6" fmla="*/ 17998 h 23407"/>
                    <a:gd name="connsiteX7" fmla="*/ 16269 w 62772"/>
                    <a:gd name="connsiteY7" fmla="*/ 21102 h 23407"/>
                    <a:gd name="connsiteX8" fmla="*/ 22963 w 62772"/>
                    <a:gd name="connsiteY8" fmla="*/ 22121 h 23407"/>
                    <a:gd name="connsiteX9" fmla="*/ 33514 w 62772"/>
                    <a:gd name="connsiteY9" fmla="*/ 22077 h 23407"/>
                    <a:gd name="connsiteX10" fmla="*/ 35465 w 62772"/>
                    <a:gd name="connsiteY10" fmla="*/ 22254 h 23407"/>
                    <a:gd name="connsiteX11" fmla="*/ 37061 w 62772"/>
                    <a:gd name="connsiteY11" fmla="*/ 22387 h 23407"/>
                    <a:gd name="connsiteX12" fmla="*/ 40075 w 62772"/>
                    <a:gd name="connsiteY12" fmla="*/ 23052 h 23407"/>
                    <a:gd name="connsiteX13" fmla="*/ 44686 w 62772"/>
                    <a:gd name="connsiteY13" fmla="*/ 23230 h 23407"/>
                    <a:gd name="connsiteX14" fmla="*/ 50404 w 62772"/>
                    <a:gd name="connsiteY14" fmla="*/ 21589 h 23407"/>
                    <a:gd name="connsiteX15" fmla="*/ 62462 w 62772"/>
                    <a:gd name="connsiteY15" fmla="*/ 13122 h 23407"/>
                    <a:gd name="connsiteX16" fmla="*/ 62773 w 62772"/>
                    <a:gd name="connsiteY16" fmla="*/ 12723 h 23407"/>
                    <a:gd name="connsiteX17" fmla="*/ 54350 w 62772"/>
                    <a:gd name="connsiteY17" fmla="*/ 7669 h 23407"/>
                    <a:gd name="connsiteX18" fmla="*/ 50094 w 62772"/>
                    <a:gd name="connsiteY18" fmla="*/ 5630 h 23407"/>
                    <a:gd name="connsiteX19" fmla="*/ 45705 w 62772"/>
                    <a:gd name="connsiteY19" fmla="*/ 4034 h 23407"/>
                    <a:gd name="connsiteX20" fmla="*/ 41139 w 62772"/>
                    <a:gd name="connsiteY20" fmla="*/ 3103 h 23407"/>
                    <a:gd name="connsiteX21" fmla="*/ 36485 w 62772"/>
                    <a:gd name="connsiteY21" fmla="*/ 2837 h 23407"/>
                    <a:gd name="connsiteX22" fmla="*/ 26244 w 62772"/>
                    <a:gd name="connsiteY22" fmla="*/ 4389 h 23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772" h="23407">
                      <a:moveTo>
                        <a:pt x="26244" y="4389"/>
                      </a:moveTo>
                      <a:cubicBezTo>
                        <a:pt x="23806" y="4832"/>
                        <a:pt x="21501" y="5453"/>
                        <a:pt x="19195" y="5541"/>
                      </a:cubicBezTo>
                      <a:cubicBezTo>
                        <a:pt x="16890" y="5719"/>
                        <a:pt x="14541" y="5275"/>
                        <a:pt x="12413" y="5098"/>
                      </a:cubicBezTo>
                      <a:cubicBezTo>
                        <a:pt x="8113" y="4566"/>
                        <a:pt x="3724" y="2483"/>
                        <a:pt x="0" y="0"/>
                      </a:cubicBezTo>
                      <a:lnTo>
                        <a:pt x="1862" y="6073"/>
                      </a:lnTo>
                      <a:cubicBezTo>
                        <a:pt x="2616" y="8600"/>
                        <a:pt x="3901" y="10861"/>
                        <a:pt x="5364" y="12812"/>
                      </a:cubicBezTo>
                      <a:cubicBezTo>
                        <a:pt x="6827" y="14674"/>
                        <a:pt x="8645" y="16535"/>
                        <a:pt x="10462" y="17998"/>
                      </a:cubicBezTo>
                      <a:cubicBezTo>
                        <a:pt x="12324" y="19461"/>
                        <a:pt x="14275" y="20481"/>
                        <a:pt x="16269" y="21102"/>
                      </a:cubicBezTo>
                      <a:cubicBezTo>
                        <a:pt x="18442" y="21944"/>
                        <a:pt x="20658" y="22343"/>
                        <a:pt x="22963" y="22121"/>
                      </a:cubicBezTo>
                      <a:cubicBezTo>
                        <a:pt x="26244" y="21855"/>
                        <a:pt x="30012" y="22165"/>
                        <a:pt x="33514" y="22077"/>
                      </a:cubicBezTo>
                      <a:cubicBezTo>
                        <a:pt x="34578" y="22032"/>
                        <a:pt x="34888" y="22165"/>
                        <a:pt x="35465" y="22254"/>
                      </a:cubicBezTo>
                      <a:lnTo>
                        <a:pt x="37061" y="22387"/>
                      </a:lnTo>
                      <a:cubicBezTo>
                        <a:pt x="38080" y="22520"/>
                        <a:pt x="39056" y="22919"/>
                        <a:pt x="40075" y="23052"/>
                      </a:cubicBezTo>
                      <a:cubicBezTo>
                        <a:pt x="41450" y="23628"/>
                        <a:pt x="42957" y="23363"/>
                        <a:pt x="44686" y="23230"/>
                      </a:cubicBezTo>
                      <a:cubicBezTo>
                        <a:pt x="46415" y="22875"/>
                        <a:pt x="48365" y="22387"/>
                        <a:pt x="50404" y="21589"/>
                      </a:cubicBezTo>
                      <a:cubicBezTo>
                        <a:pt x="54527" y="19860"/>
                        <a:pt x="59138" y="17511"/>
                        <a:pt x="62462" y="13122"/>
                      </a:cubicBezTo>
                      <a:lnTo>
                        <a:pt x="62773" y="12723"/>
                      </a:lnTo>
                      <a:cubicBezTo>
                        <a:pt x="59936" y="10861"/>
                        <a:pt x="57187" y="9221"/>
                        <a:pt x="54350" y="7669"/>
                      </a:cubicBezTo>
                      <a:cubicBezTo>
                        <a:pt x="52931" y="7004"/>
                        <a:pt x="51513" y="6251"/>
                        <a:pt x="50094" y="5630"/>
                      </a:cubicBezTo>
                      <a:lnTo>
                        <a:pt x="45705" y="4034"/>
                      </a:lnTo>
                      <a:lnTo>
                        <a:pt x="41139" y="3103"/>
                      </a:lnTo>
                      <a:cubicBezTo>
                        <a:pt x="39588" y="2881"/>
                        <a:pt x="38036" y="2926"/>
                        <a:pt x="36485" y="2837"/>
                      </a:cubicBezTo>
                      <a:cubicBezTo>
                        <a:pt x="33248" y="2970"/>
                        <a:pt x="29613" y="3635"/>
                        <a:pt x="26244" y="438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09" name="Forme libre : forme 25708">
                  <a:extLst>
                    <a:ext uri="{FF2B5EF4-FFF2-40B4-BE49-F238E27FC236}">
                      <a16:creationId xmlns:a16="http://schemas.microsoft.com/office/drawing/2014/main" id="{64EE71D9-FF9E-4AAD-B16D-F0A67B1D9E1A}"/>
                    </a:ext>
                  </a:extLst>
                </p:cNvPr>
                <p:cNvSpPr/>
                <p:nvPr/>
              </p:nvSpPr>
              <p:spPr>
                <a:xfrm>
                  <a:off x="7111393" y="1265294"/>
                  <a:ext cx="31344" cy="20479"/>
                </a:xfrm>
                <a:custGeom>
                  <a:avLst/>
                  <a:gdLst>
                    <a:gd name="connsiteX0" fmla="*/ 30773 w 31344"/>
                    <a:gd name="connsiteY0" fmla="*/ 14319 h 20479"/>
                    <a:gd name="connsiteX1" fmla="*/ 24168 w 31344"/>
                    <a:gd name="connsiteY1" fmla="*/ 19461 h 20479"/>
                    <a:gd name="connsiteX2" fmla="*/ 19601 w 31344"/>
                    <a:gd name="connsiteY2" fmla="*/ 20392 h 20479"/>
                    <a:gd name="connsiteX3" fmla="*/ 14636 w 31344"/>
                    <a:gd name="connsiteY3" fmla="*/ 20348 h 20479"/>
                    <a:gd name="connsiteX4" fmla="*/ 12154 w 31344"/>
                    <a:gd name="connsiteY4" fmla="*/ 19860 h 20479"/>
                    <a:gd name="connsiteX5" fmla="*/ 9450 w 31344"/>
                    <a:gd name="connsiteY5" fmla="*/ 19240 h 20479"/>
                    <a:gd name="connsiteX6" fmla="*/ 4706 w 31344"/>
                    <a:gd name="connsiteY6" fmla="*/ 17023 h 20479"/>
                    <a:gd name="connsiteX7" fmla="*/ 7 w 31344"/>
                    <a:gd name="connsiteY7" fmla="*/ 9841 h 20479"/>
                    <a:gd name="connsiteX8" fmla="*/ 4618 w 31344"/>
                    <a:gd name="connsiteY8" fmla="*/ 2660 h 20479"/>
                    <a:gd name="connsiteX9" fmla="*/ 9982 w 31344"/>
                    <a:gd name="connsiteY9" fmla="*/ 532 h 20479"/>
                    <a:gd name="connsiteX10" fmla="*/ 13218 w 31344"/>
                    <a:gd name="connsiteY10" fmla="*/ 0 h 20479"/>
                    <a:gd name="connsiteX11" fmla="*/ 16986 w 31344"/>
                    <a:gd name="connsiteY11" fmla="*/ 177 h 20479"/>
                    <a:gd name="connsiteX12" fmla="*/ 23990 w 31344"/>
                    <a:gd name="connsiteY12" fmla="*/ 2172 h 20479"/>
                    <a:gd name="connsiteX13" fmla="*/ 28911 w 31344"/>
                    <a:gd name="connsiteY13" fmla="*/ 5852 h 20479"/>
                    <a:gd name="connsiteX14" fmla="*/ 30773 w 31344"/>
                    <a:gd name="connsiteY14" fmla="*/ 14319 h 20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344" h="20479">
                      <a:moveTo>
                        <a:pt x="30773" y="14319"/>
                      </a:moveTo>
                      <a:cubicBezTo>
                        <a:pt x="29620" y="16846"/>
                        <a:pt x="27049" y="18442"/>
                        <a:pt x="24168" y="19461"/>
                      </a:cubicBezTo>
                      <a:cubicBezTo>
                        <a:pt x="22705" y="19905"/>
                        <a:pt x="21197" y="20126"/>
                        <a:pt x="19601" y="20392"/>
                      </a:cubicBezTo>
                      <a:cubicBezTo>
                        <a:pt x="18005" y="20569"/>
                        <a:pt x="16365" y="20437"/>
                        <a:pt x="14636" y="20348"/>
                      </a:cubicBezTo>
                      <a:cubicBezTo>
                        <a:pt x="13794" y="20259"/>
                        <a:pt x="12952" y="20082"/>
                        <a:pt x="12154" y="19860"/>
                      </a:cubicBezTo>
                      <a:cubicBezTo>
                        <a:pt x="11311" y="19639"/>
                        <a:pt x="10292" y="19506"/>
                        <a:pt x="9450" y="19240"/>
                      </a:cubicBezTo>
                      <a:cubicBezTo>
                        <a:pt x="7677" y="18708"/>
                        <a:pt x="6080" y="17954"/>
                        <a:pt x="4706" y="17023"/>
                      </a:cubicBezTo>
                      <a:cubicBezTo>
                        <a:pt x="1958" y="15161"/>
                        <a:pt x="96" y="12590"/>
                        <a:pt x="7" y="9841"/>
                      </a:cubicBezTo>
                      <a:cubicBezTo>
                        <a:pt x="-126" y="7004"/>
                        <a:pt x="1603" y="4477"/>
                        <a:pt x="4618" y="2660"/>
                      </a:cubicBezTo>
                      <a:cubicBezTo>
                        <a:pt x="6125" y="1729"/>
                        <a:pt x="7943" y="1020"/>
                        <a:pt x="9982" y="532"/>
                      </a:cubicBezTo>
                      <a:cubicBezTo>
                        <a:pt x="11001" y="310"/>
                        <a:pt x="12021" y="44"/>
                        <a:pt x="13218" y="0"/>
                      </a:cubicBezTo>
                      <a:cubicBezTo>
                        <a:pt x="14415" y="0"/>
                        <a:pt x="15700" y="44"/>
                        <a:pt x="16986" y="177"/>
                      </a:cubicBezTo>
                      <a:cubicBezTo>
                        <a:pt x="19557" y="355"/>
                        <a:pt x="21951" y="1197"/>
                        <a:pt x="23990" y="2172"/>
                      </a:cubicBezTo>
                      <a:cubicBezTo>
                        <a:pt x="26074" y="3103"/>
                        <a:pt x="27714" y="4433"/>
                        <a:pt x="28911" y="5852"/>
                      </a:cubicBezTo>
                      <a:cubicBezTo>
                        <a:pt x="31349" y="8556"/>
                        <a:pt x="31925" y="11748"/>
                        <a:pt x="30773" y="14319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10" name="Forme libre : forme 25709">
                  <a:extLst>
                    <a:ext uri="{FF2B5EF4-FFF2-40B4-BE49-F238E27FC236}">
                      <a16:creationId xmlns:a16="http://schemas.microsoft.com/office/drawing/2014/main" id="{964D40A8-BBD8-4CB1-8702-941AADEFB8BA}"/>
                    </a:ext>
                  </a:extLst>
                </p:cNvPr>
                <p:cNvSpPr/>
                <p:nvPr/>
              </p:nvSpPr>
              <p:spPr>
                <a:xfrm>
                  <a:off x="7111348" y="1266712"/>
                  <a:ext cx="20400" cy="19060"/>
                </a:xfrm>
                <a:custGeom>
                  <a:avLst/>
                  <a:gdLst>
                    <a:gd name="connsiteX0" fmla="*/ 7057 w 20400"/>
                    <a:gd name="connsiteY0" fmla="*/ 0 h 19060"/>
                    <a:gd name="connsiteX1" fmla="*/ 8 w 20400"/>
                    <a:gd name="connsiteY1" fmla="*/ 8423 h 19060"/>
                    <a:gd name="connsiteX2" fmla="*/ 4707 w 20400"/>
                    <a:gd name="connsiteY2" fmla="*/ 15605 h 19060"/>
                    <a:gd name="connsiteX3" fmla="*/ 9451 w 20400"/>
                    <a:gd name="connsiteY3" fmla="*/ 17821 h 19060"/>
                    <a:gd name="connsiteX4" fmla="*/ 12155 w 20400"/>
                    <a:gd name="connsiteY4" fmla="*/ 18442 h 19060"/>
                    <a:gd name="connsiteX5" fmla="*/ 14638 w 20400"/>
                    <a:gd name="connsiteY5" fmla="*/ 18929 h 19060"/>
                    <a:gd name="connsiteX6" fmla="*/ 20400 w 20400"/>
                    <a:gd name="connsiteY6" fmla="*/ 18885 h 19060"/>
                    <a:gd name="connsiteX7" fmla="*/ 17430 w 20400"/>
                    <a:gd name="connsiteY7" fmla="*/ 17466 h 19060"/>
                    <a:gd name="connsiteX8" fmla="*/ 10116 w 20400"/>
                    <a:gd name="connsiteY8" fmla="*/ 9841 h 19060"/>
                    <a:gd name="connsiteX9" fmla="*/ 7057 w 20400"/>
                    <a:gd name="connsiteY9" fmla="*/ 0 h 19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400" h="19060">
                      <a:moveTo>
                        <a:pt x="7057" y="0"/>
                      </a:moveTo>
                      <a:cubicBezTo>
                        <a:pt x="2579" y="1818"/>
                        <a:pt x="-169" y="4832"/>
                        <a:pt x="8" y="8423"/>
                      </a:cubicBezTo>
                      <a:cubicBezTo>
                        <a:pt x="97" y="11171"/>
                        <a:pt x="1959" y="13743"/>
                        <a:pt x="4707" y="15605"/>
                      </a:cubicBezTo>
                      <a:cubicBezTo>
                        <a:pt x="6081" y="16535"/>
                        <a:pt x="7678" y="17289"/>
                        <a:pt x="9451" y="17821"/>
                      </a:cubicBezTo>
                      <a:cubicBezTo>
                        <a:pt x="10293" y="18087"/>
                        <a:pt x="11313" y="18264"/>
                        <a:pt x="12155" y="18442"/>
                      </a:cubicBezTo>
                      <a:cubicBezTo>
                        <a:pt x="12953" y="18663"/>
                        <a:pt x="13795" y="18841"/>
                        <a:pt x="14638" y="18929"/>
                      </a:cubicBezTo>
                      <a:cubicBezTo>
                        <a:pt x="16677" y="19018"/>
                        <a:pt x="18538" y="19195"/>
                        <a:pt x="20400" y="18885"/>
                      </a:cubicBezTo>
                      <a:cubicBezTo>
                        <a:pt x="19381" y="18619"/>
                        <a:pt x="18361" y="18176"/>
                        <a:pt x="17430" y="17466"/>
                      </a:cubicBezTo>
                      <a:cubicBezTo>
                        <a:pt x="14859" y="15605"/>
                        <a:pt x="12332" y="12679"/>
                        <a:pt x="10116" y="9841"/>
                      </a:cubicBezTo>
                      <a:cubicBezTo>
                        <a:pt x="8032" y="6827"/>
                        <a:pt x="6746" y="3414"/>
                        <a:pt x="7057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11" name="Forme libre : forme 25710">
                  <a:extLst>
                    <a:ext uri="{FF2B5EF4-FFF2-40B4-BE49-F238E27FC236}">
                      <a16:creationId xmlns:a16="http://schemas.microsoft.com/office/drawing/2014/main" id="{4813B658-959B-43E6-990F-31F57B4222B5}"/>
                    </a:ext>
                  </a:extLst>
                </p:cNvPr>
                <p:cNvSpPr/>
                <p:nvPr/>
              </p:nvSpPr>
              <p:spPr>
                <a:xfrm>
                  <a:off x="7112993" y="1267735"/>
                  <a:ext cx="30276" cy="20556"/>
                </a:xfrm>
                <a:custGeom>
                  <a:avLst/>
                  <a:gdLst>
                    <a:gd name="connsiteX0" fmla="*/ 29617 w 30276"/>
                    <a:gd name="connsiteY0" fmla="*/ 14582 h 20556"/>
                    <a:gd name="connsiteX1" fmla="*/ 23055 w 30276"/>
                    <a:gd name="connsiteY1" fmla="*/ 19591 h 20556"/>
                    <a:gd name="connsiteX2" fmla="*/ 18667 w 30276"/>
                    <a:gd name="connsiteY2" fmla="*/ 20433 h 20556"/>
                    <a:gd name="connsiteX3" fmla="*/ 13968 w 30276"/>
                    <a:gd name="connsiteY3" fmla="*/ 20300 h 20556"/>
                    <a:gd name="connsiteX4" fmla="*/ 9224 w 30276"/>
                    <a:gd name="connsiteY4" fmla="*/ 19103 h 20556"/>
                    <a:gd name="connsiteX5" fmla="*/ 4569 w 30276"/>
                    <a:gd name="connsiteY5" fmla="*/ 16887 h 20556"/>
                    <a:gd name="connsiteX6" fmla="*/ 3 w 30276"/>
                    <a:gd name="connsiteY6" fmla="*/ 9661 h 20556"/>
                    <a:gd name="connsiteX7" fmla="*/ 4614 w 30276"/>
                    <a:gd name="connsiteY7" fmla="*/ 2524 h 20556"/>
                    <a:gd name="connsiteX8" fmla="*/ 9889 w 30276"/>
                    <a:gd name="connsiteY8" fmla="*/ 396 h 20556"/>
                    <a:gd name="connsiteX9" fmla="*/ 16849 w 30276"/>
                    <a:gd name="connsiteY9" fmla="*/ 174 h 20556"/>
                    <a:gd name="connsiteX10" fmla="*/ 23543 w 30276"/>
                    <a:gd name="connsiteY10" fmla="*/ 2346 h 20556"/>
                    <a:gd name="connsiteX11" fmla="*/ 28154 w 30276"/>
                    <a:gd name="connsiteY11" fmla="*/ 6159 h 20556"/>
                    <a:gd name="connsiteX12" fmla="*/ 29617 w 30276"/>
                    <a:gd name="connsiteY12" fmla="*/ 14582 h 20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276" h="20556">
                      <a:moveTo>
                        <a:pt x="29617" y="14582"/>
                      </a:moveTo>
                      <a:cubicBezTo>
                        <a:pt x="28375" y="17197"/>
                        <a:pt x="25848" y="18571"/>
                        <a:pt x="23055" y="19591"/>
                      </a:cubicBezTo>
                      <a:cubicBezTo>
                        <a:pt x="21637" y="20123"/>
                        <a:pt x="20174" y="20256"/>
                        <a:pt x="18667" y="20433"/>
                      </a:cubicBezTo>
                      <a:cubicBezTo>
                        <a:pt x="17115" y="20699"/>
                        <a:pt x="15608" y="20478"/>
                        <a:pt x="13968" y="20300"/>
                      </a:cubicBezTo>
                      <a:cubicBezTo>
                        <a:pt x="12283" y="20212"/>
                        <a:pt x="10998" y="19591"/>
                        <a:pt x="9224" y="19103"/>
                      </a:cubicBezTo>
                      <a:cubicBezTo>
                        <a:pt x="7495" y="18571"/>
                        <a:pt x="5899" y="17818"/>
                        <a:pt x="4569" y="16887"/>
                      </a:cubicBezTo>
                      <a:cubicBezTo>
                        <a:pt x="1910" y="15025"/>
                        <a:pt x="92" y="12454"/>
                        <a:pt x="3" y="9661"/>
                      </a:cubicBezTo>
                      <a:cubicBezTo>
                        <a:pt x="-85" y="6868"/>
                        <a:pt x="1644" y="4341"/>
                        <a:pt x="4614" y="2524"/>
                      </a:cubicBezTo>
                      <a:cubicBezTo>
                        <a:pt x="6121" y="1593"/>
                        <a:pt x="7894" y="883"/>
                        <a:pt x="9889" y="396"/>
                      </a:cubicBezTo>
                      <a:cubicBezTo>
                        <a:pt x="11884" y="-136"/>
                        <a:pt x="14367" y="-48"/>
                        <a:pt x="16849" y="174"/>
                      </a:cubicBezTo>
                      <a:cubicBezTo>
                        <a:pt x="19332" y="484"/>
                        <a:pt x="21593" y="1415"/>
                        <a:pt x="23543" y="2346"/>
                      </a:cubicBezTo>
                      <a:cubicBezTo>
                        <a:pt x="25494" y="3366"/>
                        <a:pt x="27001" y="4829"/>
                        <a:pt x="28154" y="6159"/>
                      </a:cubicBezTo>
                      <a:cubicBezTo>
                        <a:pt x="30414" y="8819"/>
                        <a:pt x="30813" y="12099"/>
                        <a:pt x="29617" y="1458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12" name="Forme libre : forme 25711">
                  <a:extLst>
                    <a:ext uri="{FF2B5EF4-FFF2-40B4-BE49-F238E27FC236}">
                      <a16:creationId xmlns:a16="http://schemas.microsoft.com/office/drawing/2014/main" id="{83AA2A1C-0DD3-440F-AEE2-1E2C8B84DBA2}"/>
                    </a:ext>
                  </a:extLst>
                </p:cNvPr>
                <p:cNvSpPr/>
                <p:nvPr/>
              </p:nvSpPr>
              <p:spPr>
                <a:xfrm>
                  <a:off x="7096431" y="1259655"/>
                  <a:ext cx="36958" cy="37102"/>
                </a:xfrm>
                <a:custGeom>
                  <a:avLst/>
                  <a:gdLst>
                    <a:gd name="connsiteX0" fmla="*/ 1802 w 36958"/>
                    <a:gd name="connsiteY0" fmla="*/ 18229 h 37102"/>
                    <a:gd name="connsiteX1" fmla="*/ 4329 w 36958"/>
                    <a:gd name="connsiteY1" fmla="*/ 27316 h 37102"/>
                    <a:gd name="connsiteX2" fmla="*/ 10624 w 36958"/>
                    <a:gd name="connsiteY2" fmla="*/ 33345 h 37102"/>
                    <a:gd name="connsiteX3" fmla="*/ 18825 w 36958"/>
                    <a:gd name="connsiteY3" fmla="*/ 36360 h 37102"/>
                    <a:gd name="connsiteX4" fmla="*/ 26140 w 36958"/>
                    <a:gd name="connsiteY4" fmla="*/ 37069 h 37102"/>
                    <a:gd name="connsiteX5" fmla="*/ 31150 w 36958"/>
                    <a:gd name="connsiteY5" fmla="*/ 35828 h 37102"/>
                    <a:gd name="connsiteX6" fmla="*/ 34962 w 36958"/>
                    <a:gd name="connsiteY6" fmla="*/ 32725 h 37102"/>
                    <a:gd name="connsiteX7" fmla="*/ 36957 w 36958"/>
                    <a:gd name="connsiteY7" fmla="*/ 27893 h 37102"/>
                    <a:gd name="connsiteX8" fmla="*/ 33676 w 36958"/>
                    <a:gd name="connsiteY8" fmla="*/ 22130 h 37102"/>
                    <a:gd name="connsiteX9" fmla="*/ 27647 w 36958"/>
                    <a:gd name="connsiteY9" fmla="*/ 16189 h 37102"/>
                    <a:gd name="connsiteX10" fmla="*/ 21441 w 36958"/>
                    <a:gd name="connsiteY10" fmla="*/ 10027 h 37102"/>
                    <a:gd name="connsiteX11" fmla="*/ 14259 w 36958"/>
                    <a:gd name="connsiteY11" fmla="*/ 2624 h 37102"/>
                    <a:gd name="connsiteX12" fmla="*/ 3664 w 36958"/>
                    <a:gd name="connsiteY12" fmla="*/ 673 h 37102"/>
                    <a:gd name="connsiteX13" fmla="*/ 74 w 36958"/>
                    <a:gd name="connsiteY13" fmla="*/ 9052 h 37102"/>
                    <a:gd name="connsiteX14" fmla="*/ 1802 w 36958"/>
                    <a:gd name="connsiteY14" fmla="*/ 18229 h 37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958" h="37102">
                      <a:moveTo>
                        <a:pt x="1802" y="18229"/>
                      </a:moveTo>
                      <a:cubicBezTo>
                        <a:pt x="2246" y="21376"/>
                        <a:pt x="2778" y="24612"/>
                        <a:pt x="4329" y="27316"/>
                      </a:cubicBezTo>
                      <a:cubicBezTo>
                        <a:pt x="5792" y="29799"/>
                        <a:pt x="8053" y="31838"/>
                        <a:pt x="10624" y="33345"/>
                      </a:cubicBezTo>
                      <a:cubicBezTo>
                        <a:pt x="13196" y="34853"/>
                        <a:pt x="15855" y="35562"/>
                        <a:pt x="18825" y="36360"/>
                      </a:cubicBezTo>
                      <a:cubicBezTo>
                        <a:pt x="21219" y="36936"/>
                        <a:pt x="23702" y="37202"/>
                        <a:pt x="26140" y="37069"/>
                      </a:cubicBezTo>
                      <a:cubicBezTo>
                        <a:pt x="27825" y="37202"/>
                        <a:pt x="29465" y="36493"/>
                        <a:pt x="31150" y="35828"/>
                      </a:cubicBezTo>
                      <a:cubicBezTo>
                        <a:pt x="32391" y="35252"/>
                        <a:pt x="33809" y="34010"/>
                        <a:pt x="34962" y="32725"/>
                      </a:cubicBezTo>
                      <a:cubicBezTo>
                        <a:pt x="36115" y="31395"/>
                        <a:pt x="37001" y="29755"/>
                        <a:pt x="36957" y="27893"/>
                      </a:cubicBezTo>
                      <a:cubicBezTo>
                        <a:pt x="36913" y="25455"/>
                        <a:pt x="35272" y="23859"/>
                        <a:pt x="33676" y="22130"/>
                      </a:cubicBezTo>
                      <a:cubicBezTo>
                        <a:pt x="31814" y="20046"/>
                        <a:pt x="29731" y="18362"/>
                        <a:pt x="27647" y="16189"/>
                      </a:cubicBezTo>
                      <a:cubicBezTo>
                        <a:pt x="25519" y="14194"/>
                        <a:pt x="23392" y="12244"/>
                        <a:pt x="21441" y="10027"/>
                      </a:cubicBezTo>
                      <a:cubicBezTo>
                        <a:pt x="19756" y="8210"/>
                        <a:pt x="17363" y="4929"/>
                        <a:pt x="14259" y="2624"/>
                      </a:cubicBezTo>
                      <a:cubicBezTo>
                        <a:pt x="11156" y="452"/>
                        <a:pt x="7344" y="-878"/>
                        <a:pt x="3664" y="673"/>
                      </a:cubicBezTo>
                      <a:cubicBezTo>
                        <a:pt x="340" y="2136"/>
                        <a:pt x="-237" y="5683"/>
                        <a:pt x="74" y="9052"/>
                      </a:cubicBezTo>
                      <a:cubicBezTo>
                        <a:pt x="384" y="12465"/>
                        <a:pt x="1492" y="16056"/>
                        <a:pt x="1802" y="1822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13" name="Forme libre : forme 25712">
                  <a:extLst>
                    <a:ext uri="{FF2B5EF4-FFF2-40B4-BE49-F238E27FC236}">
                      <a16:creationId xmlns:a16="http://schemas.microsoft.com/office/drawing/2014/main" id="{7694C3A9-C944-4176-9E06-78F7CF70AEAB}"/>
                    </a:ext>
                  </a:extLst>
                </p:cNvPr>
                <p:cNvSpPr/>
                <p:nvPr/>
              </p:nvSpPr>
              <p:spPr>
                <a:xfrm>
                  <a:off x="7103627" y="1259078"/>
                  <a:ext cx="13817" cy="10650"/>
                </a:xfrm>
                <a:custGeom>
                  <a:avLst/>
                  <a:gdLst>
                    <a:gd name="connsiteX0" fmla="*/ 636 w 13817"/>
                    <a:gd name="connsiteY0" fmla="*/ 6570 h 10650"/>
                    <a:gd name="connsiteX1" fmla="*/ 15 w 13817"/>
                    <a:gd name="connsiteY1" fmla="*/ 8787 h 10650"/>
                    <a:gd name="connsiteX2" fmla="*/ 1478 w 13817"/>
                    <a:gd name="connsiteY2" fmla="*/ 10560 h 10650"/>
                    <a:gd name="connsiteX3" fmla="*/ 3916 w 13817"/>
                    <a:gd name="connsiteY3" fmla="*/ 10294 h 10650"/>
                    <a:gd name="connsiteX4" fmla="*/ 9768 w 13817"/>
                    <a:gd name="connsiteY4" fmla="*/ 7900 h 10650"/>
                    <a:gd name="connsiteX5" fmla="*/ 11896 w 13817"/>
                    <a:gd name="connsiteY5" fmla="*/ 6615 h 10650"/>
                    <a:gd name="connsiteX6" fmla="*/ 9945 w 13817"/>
                    <a:gd name="connsiteY6" fmla="*/ 54 h 10650"/>
                    <a:gd name="connsiteX7" fmla="*/ 636 w 13817"/>
                    <a:gd name="connsiteY7" fmla="*/ 6570 h 10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817" h="10650">
                      <a:moveTo>
                        <a:pt x="636" y="6570"/>
                      </a:moveTo>
                      <a:cubicBezTo>
                        <a:pt x="237" y="7280"/>
                        <a:pt x="-73" y="8033"/>
                        <a:pt x="15" y="8787"/>
                      </a:cubicBezTo>
                      <a:cubicBezTo>
                        <a:pt x="104" y="9541"/>
                        <a:pt x="636" y="10294"/>
                        <a:pt x="1478" y="10560"/>
                      </a:cubicBezTo>
                      <a:cubicBezTo>
                        <a:pt x="2276" y="10782"/>
                        <a:pt x="3118" y="10560"/>
                        <a:pt x="3916" y="10294"/>
                      </a:cubicBezTo>
                      <a:cubicBezTo>
                        <a:pt x="5911" y="9629"/>
                        <a:pt x="7906" y="8654"/>
                        <a:pt x="9768" y="7900"/>
                      </a:cubicBezTo>
                      <a:cubicBezTo>
                        <a:pt x="10522" y="7546"/>
                        <a:pt x="11320" y="7147"/>
                        <a:pt x="11896" y="6615"/>
                      </a:cubicBezTo>
                      <a:cubicBezTo>
                        <a:pt x="14423" y="4354"/>
                        <a:pt x="15088" y="-567"/>
                        <a:pt x="9945" y="54"/>
                      </a:cubicBezTo>
                      <a:cubicBezTo>
                        <a:pt x="6000" y="408"/>
                        <a:pt x="2143" y="3777"/>
                        <a:pt x="636" y="657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14" name="Forme libre : forme 25713">
                  <a:extLst>
                    <a:ext uri="{FF2B5EF4-FFF2-40B4-BE49-F238E27FC236}">
                      <a16:creationId xmlns:a16="http://schemas.microsoft.com/office/drawing/2014/main" id="{38B15509-77BB-44FE-B6CB-C07A27A50A07}"/>
                    </a:ext>
                  </a:extLst>
                </p:cNvPr>
                <p:cNvSpPr/>
                <p:nvPr/>
              </p:nvSpPr>
              <p:spPr>
                <a:xfrm>
                  <a:off x="7128734" y="1288922"/>
                  <a:ext cx="21500" cy="11792"/>
                </a:xfrm>
                <a:custGeom>
                  <a:avLst/>
                  <a:gdLst>
                    <a:gd name="connsiteX0" fmla="*/ 21500 w 21500"/>
                    <a:gd name="connsiteY0" fmla="*/ 0 h 11792"/>
                    <a:gd name="connsiteX1" fmla="*/ 15250 w 21500"/>
                    <a:gd name="connsiteY1" fmla="*/ 5852 h 11792"/>
                    <a:gd name="connsiteX2" fmla="*/ 8157 w 21500"/>
                    <a:gd name="connsiteY2" fmla="*/ 9531 h 11792"/>
                    <a:gd name="connsiteX3" fmla="*/ 4123 w 21500"/>
                    <a:gd name="connsiteY3" fmla="*/ 10905 h 11792"/>
                    <a:gd name="connsiteX4" fmla="*/ 0 w 21500"/>
                    <a:gd name="connsiteY4" fmla="*/ 11792 h 11792"/>
                    <a:gd name="connsiteX5" fmla="*/ 1507 w 21500"/>
                    <a:gd name="connsiteY5" fmla="*/ 11304 h 11792"/>
                    <a:gd name="connsiteX6" fmla="*/ 5852 w 21500"/>
                    <a:gd name="connsiteY6" fmla="*/ 9443 h 11792"/>
                    <a:gd name="connsiteX7" fmla="*/ 9043 w 21500"/>
                    <a:gd name="connsiteY7" fmla="*/ 7891 h 11792"/>
                    <a:gd name="connsiteX8" fmla="*/ 12811 w 21500"/>
                    <a:gd name="connsiteY8" fmla="*/ 6029 h 11792"/>
                    <a:gd name="connsiteX9" fmla="*/ 21500 w 21500"/>
                    <a:gd name="connsiteY9" fmla="*/ 0 h 11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500" h="11792">
                      <a:moveTo>
                        <a:pt x="21500" y="0"/>
                      </a:moveTo>
                      <a:cubicBezTo>
                        <a:pt x="21500" y="0"/>
                        <a:pt x="19284" y="3236"/>
                        <a:pt x="15250" y="5852"/>
                      </a:cubicBezTo>
                      <a:cubicBezTo>
                        <a:pt x="13211" y="7270"/>
                        <a:pt x="10772" y="8645"/>
                        <a:pt x="8157" y="9531"/>
                      </a:cubicBezTo>
                      <a:cubicBezTo>
                        <a:pt x="6827" y="10107"/>
                        <a:pt x="5497" y="10595"/>
                        <a:pt x="4123" y="10905"/>
                      </a:cubicBezTo>
                      <a:cubicBezTo>
                        <a:pt x="2748" y="11216"/>
                        <a:pt x="1374" y="11748"/>
                        <a:pt x="0" y="11792"/>
                      </a:cubicBezTo>
                      <a:cubicBezTo>
                        <a:pt x="0" y="11792"/>
                        <a:pt x="532" y="11703"/>
                        <a:pt x="1507" y="11304"/>
                      </a:cubicBezTo>
                      <a:cubicBezTo>
                        <a:pt x="2483" y="10905"/>
                        <a:pt x="3945" y="10196"/>
                        <a:pt x="5852" y="9443"/>
                      </a:cubicBezTo>
                      <a:cubicBezTo>
                        <a:pt x="6782" y="9044"/>
                        <a:pt x="7846" y="8512"/>
                        <a:pt x="9043" y="7891"/>
                      </a:cubicBezTo>
                      <a:cubicBezTo>
                        <a:pt x="10196" y="7403"/>
                        <a:pt x="11482" y="6783"/>
                        <a:pt x="12811" y="6029"/>
                      </a:cubicBezTo>
                      <a:cubicBezTo>
                        <a:pt x="15471" y="4522"/>
                        <a:pt x="18530" y="2660"/>
                        <a:pt x="2150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15" name="Forme libre : forme 25714">
                  <a:extLst>
                    <a:ext uri="{FF2B5EF4-FFF2-40B4-BE49-F238E27FC236}">
                      <a16:creationId xmlns:a16="http://schemas.microsoft.com/office/drawing/2014/main" id="{DCD2D01E-8201-497C-AA11-23C91E6A173A}"/>
                    </a:ext>
                  </a:extLst>
                </p:cNvPr>
                <p:cNvSpPr/>
                <p:nvPr/>
              </p:nvSpPr>
              <p:spPr>
                <a:xfrm>
                  <a:off x="7087239" y="1248670"/>
                  <a:ext cx="22653" cy="23096"/>
                </a:xfrm>
                <a:custGeom>
                  <a:avLst/>
                  <a:gdLst>
                    <a:gd name="connsiteX0" fmla="*/ 22654 w 22653"/>
                    <a:gd name="connsiteY0" fmla="*/ 0 h 23096"/>
                    <a:gd name="connsiteX1" fmla="*/ 10418 w 22653"/>
                    <a:gd name="connsiteY1" fmla="*/ 3768 h 23096"/>
                    <a:gd name="connsiteX2" fmla="*/ 2395 w 22653"/>
                    <a:gd name="connsiteY2" fmla="*/ 11260 h 23096"/>
                    <a:gd name="connsiteX3" fmla="*/ 266 w 22653"/>
                    <a:gd name="connsiteY3" fmla="*/ 23096 h 23096"/>
                    <a:gd name="connsiteX4" fmla="*/ 532 w 22653"/>
                    <a:gd name="connsiteY4" fmla="*/ 20259 h 23096"/>
                    <a:gd name="connsiteX5" fmla="*/ 2838 w 22653"/>
                    <a:gd name="connsiteY5" fmla="*/ 13610 h 23096"/>
                    <a:gd name="connsiteX6" fmla="*/ 9665 w 22653"/>
                    <a:gd name="connsiteY6" fmla="*/ 5586 h 23096"/>
                    <a:gd name="connsiteX7" fmla="*/ 22654 w 22653"/>
                    <a:gd name="connsiteY7" fmla="*/ 0 h 2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653" h="23096">
                      <a:moveTo>
                        <a:pt x="22654" y="0"/>
                      </a:moveTo>
                      <a:cubicBezTo>
                        <a:pt x="22654" y="0"/>
                        <a:pt x="16447" y="621"/>
                        <a:pt x="10418" y="3768"/>
                      </a:cubicBezTo>
                      <a:cubicBezTo>
                        <a:pt x="7315" y="5630"/>
                        <a:pt x="4345" y="8113"/>
                        <a:pt x="2395" y="11260"/>
                      </a:cubicBezTo>
                      <a:cubicBezTo>
                        <a:pt x="400" y="14319"/>
                        <a:pt x="-487" y="18353"/>
                        <a:pt x="266" y="23096"/>
                      </a:cubicBezTo>
                      <a:cubicBezTo>
                        <a:pt x="266" y="23096"/>
                        <a:pt x="222" y="22032"/>
                        <a:pt x="532" y="20259"/>
                      </a:cubicBezTo>
                      <a:cubicBezTo>
                        <a:pt x="799" y="18442"/>
                        <a:pt x="1464" y="16181"/>
                        <a:pt x="2838" y="13610"/>
                      </a:cubicBezTo>
                      <a:cubicBezTo>
                        <a:pt x="4212" y="11038"/>
                        <a:pt x="6340" y="8245"/>
                        <a:pt x="9665" y="5586"/>
                      </a:cubicBezTo>
                      <a:cubicBezTo>
                        <a:pt x="12857" y="3103"/>
                        <a:pt x="17112" y="1241"/>
                        <a:pt x="226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16" name="Forme libre : forme 25715">
                  <a:extLst>
                    <a:ext uri="{FF2B5EF4-FFF2-40B4-BE49-F238E27FC236}">
                      <a16:creationId xmlns:a16="http://schemas.microsoft.com/office/drawing/2014/main" id="{85E93697-9ED4-4FD4-86C8-A05A275679B2}"/>
                    </a:ext>
                  </a:extLst>
                </p:cNvPr>
                <p:cNvSpPr/>
                <p:nvPr/>
              </p:nvSpPr>
              <p:spPr>
                <a:xfrm>
                  <a:off x="7124794" y="1267604"/>
                  <a:ext cx="12219" cy="8029"/>
                </a:xfrm>
                <a:custGeom>
                  <a:avLst/>
                  <a:gdLst>
                    <a:gd name="connsiteX0" fmla="*/ 11830 w 12219"/>
                    <a:gd name="connsiteY0" fmla="*/ 7044 h 8029"/>
                    <a:gd name="connsiteX1" fmla="*/ 4516 w 12219"/>
                    <a:gd name="connsiteY1" fmla="*/ 6778 h 8029"/>
                    <a:gd name="connsiteX2" fmla="*/ 171 w 12219"/>
                    <a:gd name="connsiteY2" fmla="*/ 1414 h 8029"/>
                    <a:gd name="connsiteX3" fmla="*/ 8151 w 12219"/>
                    <a:gd name="connsiteY3" fmla="*/ 1148 h 8029"/>
                    <a:gd name="connsiteX4" fmla="*/ 11830 w 12219"/>
                    <a:gd name="connsiteY4" fmla="*/ 7044 h 8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19" h="8029">
                      <a:moveTo>
                        <a:pt x="11830" y="7044"/>
                      </a:moveTo>
                      <a:cubicBezTo>
                        <a:pt x="10678" y="8462"/>
                        <a:pt x="7530" y="8330"/>
                        <a:pt x="4516" y="6778"/>
                      </a:cubicBezTo>
                      <a:cubicBezTo>
                        <a:pt x="1457" y="5492"/>
                        <a:pt x="-627" y="3054"/>
                        <a:pt x="171" y="1414"/>
                      </a:cubicBezTo>
                      <a:cubicBezTo>
                        <a:pt x="969" y="-138"/>
                        <a:pt x="4737" y="-670"/>
                        <a:pt x="8151" y="1148"/>
                      </a:cubicBezTo>
                      <a:cubicBezTo>
                        <a:pt x="11520" y="2832"/>
                        <a:pt x="12983" y="5581"/>
                        <a:pt x="11830" y="704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17" name="Forme libre : forme 25716">
                  <a:extLst>
                    <a:ext uri="{FF2B5EF4-FFF2-40B4-BE49-F238E27FC236}">
                      <a16:creationId xmlns:a16="http://schemas.microsoft.com/office/drawing/2014/main" id="{3E583F1F-B82F-4009-871C-D7EEE05670FC}"/>
                    </a:ext>
                  </a:extLst>
                </p:cNvPr>
                <p:cNvSpPr/>
                <p:nvPr/>
              </p:nvSpPr>
              <p:spPr>
                <a:xfrm>
                  <a:off x="7135203" y="1272363"/>
                  <a:ext cx="3396" cy="3011"/>
                </a:xfrm>
                <a:custGeom>
                  <a:avLst/>
                  <a:gdLst>
                    <a:gd name="connsiteX0" fmla="*/ 3328 w 3396"/>
                    <a:gd name="connsiteY0" fmla="*/ 2063 h 3011"/>
                    <a:gd name="connsiteX1" fmla="*/ 1289 w 3396"/>
                    <a:gd name="connsiteY1" fmla="*/ 2905 h 3011"/>
                    <a:gd name="connsiteX2" fmla="*/ 48 w 3396"/>
                    <a:gd name="connsiteY2" fmla="*/ 1043 h 3011"/>
                    <a:gd name="connsiteX3" fmla="*/ 2131 w 3396"/>
                    <a:gd name="connsiteY3" fmla="*/ 112 h 3011"/>
                    <a:gd name="connsiteX4" fmla="*/ 3328 w 3396"/>
                    <a:gd name="connsiteY4" fmla="*/ 2063 h 3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6" h="3011">
                      <a:moveTo>
                        <a:pt x="3328" y="2063"/>
                      </a:moveTo>
                      <a:cubicBezTo>
                        <a:pt x="3062" y="2817"/>
                        <a:pt x="2131" y="3216"/>
                        <a:pt x="1289" y="2905"/>
                      </a:cubicBezTo>
                      <a:cubicBezTo>
                        <a:pt x="402" y="2551"/>
                        <a:pt x="-174" y="1886"/>
                        <a:pt x="48" y="1043"/>
                      </a:cubicBezTo>
                      <a:cubicBezTo>
                        <a:pt x="225" y="290"/>
                        <a:pt x="1200" y="-242"/>
                        <a:pt x="2131" y="112"/>
                      </a:cubicBezTo>
                      <a:cubicBezTo>
                        <a:pt x="3062" y="378"/>
                        <a:pt x="3594" y="1265"/>
                        <a:pt x="3328" y="20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18" name="Forme libre : forme 25717">
                  <a:extLst>
                    <a:ext uri="{FF2B5EF4-FFF2-40B4-BE49-F238E27FC236}">
                      <a16:creationId xmlns:a16="http://schemas.microsoft.com/office/drawing/2014/main" id="{E447DB13-BFA1-4949-A065-ECDD6855ACF7}"/>
                    </a:ext>
                  </a:extLst>
                </p:cNvPr>
                <p:cNvSpPr/>
                <p:nvPr/>
              </p:nvSpPr>
              <p:spPr>
                <a:xfrm>
                  <a:off x="7125509" y="1251992"/>
                  <a:ext cx="30178" cy="32574"/>
                </a:xfrm>
                <a:custGeom>
                  <a:avLst/>
                  <a:gdLst>
                    <a:gd name="connsiteX0" fmla="*/ 30177 w 30178"/>
                    <a:gd name="connsiteY0" fmla="*/ 18045 h 32574"/>
                    <a:gd name="connsiteX1" fmla="*/ 25656 w 30178"/>
                    <a:gd name="connsiteY1" fmla="*/ 30281 h 32574"/>
                    <a:gd name="connsiteX2" fmla="*/ 21622 w 30178"/>
                    <a:gd name="connsiteY2" fmla="*/ 32409 h 32574"/>
                    <a:gd name="connsiteX3" fmla="*/ 19849 w 30178"/>
                    <a:gd name="connsiteY3" fmla="*/ 28463 h 32574"/>
                    <a:gd name="connsiteX4" fmla="*/ 19760 w 30178"/>
                    <a:gd name="connsiteY4" fmla="*/ 21414 h 32574"/>
                    <a:gd name="connsiteX5" fmla="*/ 17189 w 30178"/>
                    <a:gd name="connsiteY5" fmla="*/ 14499 h 32574"/>
                    <a:gd name="connsiteX6" fmla="*/ 13376 w 30178"/>
                    <a:gd name="connsiteY6" fmla="*/ 11484 h 32574"/>
                    <a:gd name="connsiteX7" fmla="*/ 6948 w 30178"/>
                    <a:gd name="connsiteY7" fmla="*/ 7805 h 32574"/>
                    <a:gd name="connsiteX8" fmla="*/ 564 w 30178"/>
                    <a:gd name="connsiteY8" fmla="*/ 1554 h 32574"/>
                    <a:gd name="connsiteX9" fmla="*/ 13332 w 30178"/>
                    <a:gd name="connsiteY9" fmla="*/ 1067 h 32574"/>
                    <a:gd name="connsiteX10" fmla="*/ 20558 w 30178"/>
                    <a:gd name="connsiteY10" fmla="*/ 3992 h 32574"/>
                    <a:gd name="connsiteX11" fmla="*/ 25212 w 30178"/>
                    <a:gd name="connsiteY11" fmla="*/ 7184 h 32574"/>
                    <a:gd name="connsiteX12" fmla="*/ 30177 w 30178"/>
                    <a:gd name="connsiteY12" fmla="*/ 18045 h 32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178" h="32574">
                      <a:moveTo>
                        <a:pt x="30177" y="18045"/>
                      </a:moveTo>
                      <a:cubicBezTo>
                        <a:pt x="30222" y="22744"/>
                        <a:pt x="28138" y="26690"/>
                        <a:pt x="25656" y="30281"/>
                      </a:cubicBezTo>
                      <a:cubicBezTo>
                        <a:pt x="24725" y="31610"/>
                        <a:pt x="23173" y="33073"/>
                        <a:pt x="21622" y="32409"/>
                      </a:cubicBezTo>
                      <a:cubicBezTo>
                        <a:pt x="20203" y="31832"/>
                        <a:pt x="19893" y="29926"/>
                        <a:pt x="19849" y="28463"/>
                      </a:cubicBezTo>
                      <a:cubicBezTo>
                        <a:pt x="19804" y="26158"/>
                        <a:pt x="19981" y="23808"/>
                        <a:pt x="19760" y="21414"/>
                      </a:cubicBezTo>
                      <a:cubicBezTo>
                        <a:pt x="19583" y="18976"/>
                        <a:pt x="18962" y="16627"/>
                        <a:pt x="17189" y="14499"/>
                      </a:cubicBezTo>
                      <a:cubicBezTo>
                        <a:pt x="16612" y="13834"/>
                        <a:pt x="15238" y="12726"/>
                        <a:pt x="13376" y="11484"/>
                      </a:cubicBezTo>
                      <a:cubicBezTo>
                        <a:pt x="11426" y="10376"/>
                        <a:pt x="9165" y="9090"/>
                        <a:pt x="6948" y="7805"/>
                      </a:cubicBezTo>
                      <a:cubicBezTo>
                        <a:pt x="2515" y="5633"/>
                        <a:pt x="-1519" y="3416"/>
                        <a:pt x="564" y="1554"/>
                      </a:cubicBezTo>
                      <a:cubicBezTo>
                        <a:pt x="2693" y="-308"/>
                        <a:pt x="8101" y="-529"/>
                        <a:pt x="13332" y="1067"/>
                      </a:cubicBezTo>
                      <a:cubicBezTo>
                        <a:pt x="15992" y="1687"/>
                        <a:pt x="18474" y="2840"/>
                        <a:pt x="20558" y="3992"/>
                      </a:cubicBezTo>
                      <a:cubicBezTo>
                        <a:pt x="22641" y="5101"/>
                        <a:pt x="24326" y="6209"/>
                        <a:pt x="25212" y="7184"/>
                      </a:cubicBezTo>
                      <a:cubicBezTo>
                        <a:pt x="28626" y="10553"/>
                        <a:pt x="30177" y="14454"/>
                        <a:pt x="30177" y="1804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22" name="Graphique 2">
                <a:extLst>
                  <a:ext uri="{FF2B5EF4-FFF2-40B4-BE49-F238E27FC236}">
                    <a16:creationId xmlns:a16="http://schemas.microsoft.com/office/drawing/2014/main" id="{D1D33FBF-C047-4A20-BF40-0656F70EF7BF}"/>
                  </a:ext>
                </a:extLst>
              </p:cNvPr>
              <p:cNvGrpSpPr/>
              <p:nvPr/>
            </p:nvGrpSpPr>
            <p:grpSpPr>
              <a:xfrm>
                <a:off x="7145841" y="1274070"/>
                <a:ext cx="67249" cy="73697"/>
                <a:chOff x="7145841" y="1274070"/>
                <a:chExt cx="67249" cy="73697"/>
              </a:xfrm>
              <a:solidFill>
                <a:schemeClr val="accent1"/>
              </a:solidFill>
            </p:grpSpPr>
            <p:sp>
              <p:nvSpPr>
                <p:cNvPr id="25695" name="Forme libre : forme 25694">
                  <a:extLst>
                    <a:ext uri="{FF2B5EF4-FFF2-40B4-BE49-F238E27FC236}">
                      <a16:creationId xmlns:a16="http://schemas.microsoft.com/office/drawing/2014/main" id="{A6E51A48-2E2C-4E02-823E-FCA512DC7840}"/>
                    </a:ext>
                  </a:extLst>
                </p:cNvPr>
                <p:cNvSpPr/>
                <p:nvPr/>
              </p:nvSpPr>
              <p:spPr>
                <a:xfrm>
                  <a:off x="7145884" y="1274070"/>
                  <a:ext cx="67205" cy="73639"/>
                </a:xfrm>
                <a:custGeom>
                  <a:avLst/>
                  <a:gdLst>
                    <a:gd name="connsiteX0" fmla="*/ 17516 w 67205"/>
                    <a:gd name="connsiteY0" fmla="*/ 63173 h 73639"/>
                    <a:gd name="connsiteX1" fmla="*/ 4217 w 67205"/>
                    <a:gd name="connsiteY1" fmla="*/ 44687 h 73639"/>
                    <a:gd name="connsiteX2" fmla="*/ 892 w 67205"/>
                    <a:gd name="connsiteY2" fmla="*/ 38569 h 73639"/>
                    <a:gd name="connsiteX3" fmla="*/ 5 w 67205"/>
                    <a:gd name="connsiteY3" fmla="*/ 31831 h 73639"/>
                    <a:gd name="connsiteX4" fmla="*/ 1202 w 67205"/>
                    <a:gd name="connsiteY4" fmla="*/ 24605 h 73639"/>
                    <a:gd name="connsiteX5" fmla="*/ 4705 w 67205"/>
                    <a:gd name="connsiteY5" fmla="*/ 17734 h 73639"/>
                    <a:gd name="connsiteX6" fmla="*/ 13704 w 67205"/>
                    <a:gd name="connsiteY6" fmla="*/ 5897 h 73639"/>
                    <a:gd name="connsiteX7" fmla="*/ 28421 w 67205"/>
                    <a:gd name="connsiteY7" fmla="*/ 134 h 73639"/>
                    <a:gd name="connsiteX8" fmla="*/ 37642 w 67205"/>
                    <a:gd name="connsiteY8" fmla="*/ 3149 h 73639"/>
                    <a:gd name="connsiteX9" fmla="*/ 45755 w 67205"/>
                    <a:gd name="connsiteY9" fmla="*/ 9843 h 73639"/>
                    <a:gd name="connsiteX10" fmla="*/ 63088 w 67205"/>
                    <a:gd name="connsiteY10" fmla="*/ 33427 h 73639"/>
                    <a:gd name="connsiteX11" fmla="*/ 58478 w 67205"/>
                    <a:gd name="connsiteY11" fmla="*/ 63129 h 73639"/>
                    <a:gd name="connsiteX12" fmla="*/ 45666 w 67205"/>
                    <a:gd name="connsiteY12" fmla="*/ 70975 h 73639"/>
                    <a:gd name="connsiteX13" fmla="*/ 17516 w 67205"/>
                    <a:gd name="connsiteY13" fmla="*/ 63173 h 73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7205" h="73639">
                      <a:moveTo>
                        <a:pt x="17516" y="63173"/>
                      </a:moveTo>
                      <a:cubicBezTo>
                        <a:pt x="13127" y="56390"/>
                        <a:pt x="8694" y="50095"/>
                        <a:pt x="4217" y="44687"/>
                      </a:cubicBezTo>
                      <a:cubicBezTo>
                        <a:pt x="2665" y="42781"/>
                        <a:pt x="1557" y="40786"/>
                        <a:pt x="892" y="38569"/>
                      </a:cubicBezTo>
                      <a:cubicBezTo>
                        <a:pt x="183" y="36530"/>
                        <a:pt x="-39" y="34047"/>
                        <a:pt x="5" y="31831"/>
                      </a:cubicBezTo>
                      <a:cubicBezTo>
                        <a:pt x="50" y="29526"/>
                        <a:pt x="449" y="27043"/>
                        <a:pt x="1202" y="24605"/>
                      </a:cubicBezTo>
                      <a:cubicBezTo>
                        <a:pt x="1956" y="22255"/>
                        <a:pt x="3064" y="19906"/>
                        <a:pt x="4705" y="17734"/>
                      </a:cubicBezTo>
                      <a:lnTo>
                        <a:pt x="13704" y="5897"/>
                      </a:lnTo>
                      <a:cubicBezTo>
                        <a:pt x="16984" y="1553"/>
                        <a:pt x="22304" y="-575"/>
                        <a:pt x="28421" y="134"/>
                      </a:cubicBezTo>
                      <a:cubicBezTo>
                        <a:pt x="31569" y="445"/>
                        <a:pt x="34539" y="1508"/>
                        <a:pt x="37642" y="3149"/>
                      </a:cubicBezTo>
                      <a:cubicBezTo>
                        <a:pt x="40568" y="4789"/>
                        <a:pt x="43450" y="7094"/>
                        <a:pt x="45755" y="9843"/>
                      </a:cubicBezTo>
                      <a:cubicBezTo>
                        <a:pt x="52405" y="17734"/>
                        <a:pt x="57946" y="25669"/>
                        <a:pt x="63088" y="33427"/>
                      </a:cubicBezTo>
                      <a:cubicBezTo>
                        <a:pt x="70226" y="44332"/>
                        <a:pt x="67699" y="57454"/>
                        <a:pt x="58478" y="63129"/>
                      </a:cubicBezTo>
                      <a:lnTo>
                        <a:pt x="45666" y="70975"/>
                      </a:lnTo>
                      <a:cubicBezTo>
                        <a:pt x="36357" y="76738"/>
                        <a:pt x="23590" y="72704"/>
                        <a:pt x="17516" y="63173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96" name="Forme libre : forme 25695">
                  <a:extLst>
                    <a:ext uri="{FF2B5EF4-FFF2-40B4-BE49-F238E27FC236}">
                      <a16:creationId xmlns:a16="http://schemas.microsoft.com/office/drawing/2014/main" id="{9F2FF9C3-B450-4023-A23F-36A726EE99C1}"/>
                    </a:ext>
                  </a:extLst>
                </p:cNvPr>
                <p:cNvSpPr/>
                <p:nvPr/>
              </p:nvSpPr>
              <p:spPr>
                <a:xfrm>
                  <a:off x="7145841" y="1286706"/>
                  <a:ext cx="46064" cy="61062"/>
                </a:xfrm>
                <a:custGeom>
                  <a:avLst/>
                  <a:gdLst>
                    <a:gd name="connsiteX0" fmla="*/ 20663 w 46064"/>
                    <a:gd name="connsiteY0" fmla="*/ 23983 h 61062"/>
                    <a:gd name="connsiteX1" fmla="*/ 11708 w 46064"/>
                    <a:gd name="connsiteY1" fmla="*/ 13166 h 61062"/>
                    <a:gd name="connsiteX2" fmla="*/ 9403 w 46064"/>
                    <a:gd name="connsiteY2" fmla="*/ 6827 h 61062"/>
                    <a:gd name="connsiteX3" fmla="*/ 8605 w 46064"/>
                    <a:gd name="connsiteY3" fmla="*/ 0 h 61062"/>
                    <a:gd name="connsiteX4" fmla="*/ 4704 w 46064"/>
                    <a:gd name="connsiteY4" fmla="*/ 5142 h 61062"/>
                    <a:gd name="connsiteX5" fmla="*/ 1202 w 46064"/>
                    <a:gd name="connsiteY5" fmla="*/ 12014 h 61062"/>
                    <a:gd name="connsiteX6" fmla="*/ 5 w 46064"/>
                    <a:gd name="connsiteY6" fmla="*/ 19240 h 61062"/>
                    <a:gd name="connsiteX7" fmla="*/ 891 w 46064"/>
                    <a:gd name="connsiteY7" fmla="*/ 25978 h 61062"/>
                    <a:gd name="connsiteX8" fmla="*/ 4216 w 46064"/>
                    <a:gd name="connsiteY8" fmla="*/ 32096 h 61062"/>
                    <a:gd name="connsiteX9" fmla="*/ 17516 w 46064"/>
                    <a:gd name="connsiteY9" fmla="*/ 50582 h 61062"/>
                    <a:gd name="connsiteX10" fmla="*/ 45666 w 46064"/>
                    <a:gd name="connsiteY10" fmla="*/ 58428 h 61062"/>
                    <a:gd name="connsiteX11" fmla="*/ 46065 w 46064"/>
                    <a:gd name="connsiteY11" fmla="*/ 58162 h 61062"/>
                    <a:gd name="connsiteX12" fmla="*/ 34361 w 46064"/>
                    <a:gd name="connsiteY12" fmla="*/ 39898 h 61062"/>
                    <a:gd name="connsiteX13" fmla="*/ 20663 w 46064"/>
                    <a:gd name="connsiteY13" fmla="*/ 23983 h 61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6064" h="61062">
                      <a:moveTo>
                        <a:pt x="20663" y="23983"/>
                      </a:moveTo>
                      <a:cubicBezTo>
                        <a:pt x="16673" y="20924"/>
                        <a:pt x="13747" y="17156"/>
                        <a:pt x="11708" y="13166"/>
                      </a:cubicBezTo>
                      <a:cubicBezTo>
                        <a:pt x="10688" y="11127"/>
                        <a:pt x="9979" y="8999"/>
                        <a:pt x="9403" y="6827"/>
                      </a:cubicBezTo>
                      <a:cubicBezTo>
                        <a:pt x="8871" y="4610"/>
                        <a:pt x="8649" y="2261"/>
                        <a:pt x="8605" y="0"/>
                      </a:cubicBezTo>
                      <a:lnTo>
                        <a:pt x="4704" y="5142"/>
                      </a:lnTo>
                      <a:cubicBezTo>
                        <a:pt x="3064" y="7270"/>
                        <a:pt x="1955" y="9664"/>
                        <a:pt x="1202" y="12014"/>
                      </a:cubicBezTo>
                      <a:cubicBezTo>
                        <a:pt x="448" y="14452"/>
                        <a:pt x="49" y="16934"/>
                        <a:pt x="5" y="19240"/>
                      </a:cubicBezTo>
                      <a:cubicBezTo>
                        <a:pt x="-40" y="21456"/>
                        <a:pt x="226" y="23983"/>
                        <a:pt x="891" y="25978"/>
                      </a:cubicBezTo>
                      <a:cubicBezTo>
                        <a:pt x="1556" y="28194"/>
                        <a:pt x="2664" y="30189"/>
                        <a:pt x="4216" y="32096"/>
                      </a:cubicBezTo>
                      <a:cubicBezTo>
                        <a:pt x="8694" y="37504"/>
                        <a:pt x="13127" y="43843"/>
                        <a:pt x="17516" y="50582"/>
                      </a:cubicBezTo>
                      <a:cubicBezTo>
                        <a:pt x="23633" y="60113"/>
                        <a:pt x="36356" y="64147"/>
                        <a:pt x="45666" y="58428"/>
                      </a:cubicBezTo>
                      <a:lnTo>
                        <a:pt x="46065" y="58162"/>
                      </a:lnTo>
                      <a:cubicBezTo>
                        <a:pt x="41720" y="52133"/>
                        <a:pt x="38218" y="45838"/>
                        <a:pt x="34361" y="39898"/>
                      </a:cubicBezTo>
                      <a:cubicBezTo>
                        <a:pt x="30504" y="33958"/>
                        <a:pt x="26249" y="28328"/>
                        <a:pt x="20663" y="2398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97" name="Forme libre : forme 25696">
                  <a:extLst>
                    <a:ext uri="{FF2B5EF4-FFF2-40B4-BE49-F238E27FC236}">
                      <a16:creationId xmlns:a16="http://schemas.microsoft.com/office/drawing/2014/main" id="{0E5466DD-AD4D-4084-B007-C8A967EF091F}"/>
                    </a:ext>
                  </a:extLst>
                </p:cNvPr>
                <p:cNvSpPr/>
                <p:nvPr/>
              </p:nvSpPr>
              <p:spPr>
                <a:xfrm>
                  <a:off x="7168107" y="1301890"/>
                  <a:ext cx="24729" cy="28720"/>
                </a:xfrm>
                <a:custGeom>
                  <a:avLst/>
                  <a:gdLst>
                    <a:gd name="connsiteX0" fmla="*/ 21138 w 24729"/>
                    <a:gd name="connsiteY0" fmla="*/ 27640 h 28720"/>
                    <a:gd name="connsiteX1" fmla="*/ 3938 w 24729"/>
                    <a:gd name="connsiteY1" fmla="*/ 20148 h 28720"/>
                    <a:gd name="connsiteX2" fmla="*/ 2874 w 24729"/>
                    <a:gd name="connsiteY2" fmla="*/ 1573 h 28720"/>
                    <a:gd name="connsiteX3" fmla="*/ 20872 w 24729"/>
                    <a:gd name="connsiteY3" fmla="*/ 8444 h 28720"/>
                    <a:gd name="connsiteX4" fmla="*/ 21138 w 24729"/>
                    <a:gd name="connsiteY4" fmla="*/ 27640 h 28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29" h="28720">
                      <a:moveTo>
                        <a:pt x="21138" y="27640"/>
                      </a:moveTo>
                      <a:cubicBezTo>
                        <a:pt x="16306" y="30654"/>
                        <a:pt x="8681" y="27108"/>
                        <a:pt x="3938" y="20148"/>
                      </a:cubicBezTo>
                      <a:cubicBezTo>
                        <a:pt x="-761" y="13188"/>
                        <a:pt x="-1426" y="5253"/>
                        <a:pt x="2874" y="1573"/>
                      </a:cubicBezTo>
                      <a:cubicBezTo>
                        <a:pt x="7174" y="-2106"/>
                        <a:pt x="15641" y="864"/>
                        <a:pt x="20872" y="8444"/>
                      </a:cubicBezTo>
                      <a:cubicBezTo>
                        <a:pt x="26015" y="15981"/>
                        <a:pt x="25926" y="24625"/>
                        <a:pt x="21138" y="2764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98" name="Forme libre : forme 25697">
                  <a:extLst>
                    <a:ext uri="{FF2B5EF4-FFF2-40B4-BE49-F238E27FC236}">
                      <a16:creationId xmlns:a16="http://schemas.microsoft.com/office/drawing/2014/main" id="{CBBF121C-E1A2-41BD-8CC9-563DE0EB9268}"/>
                    </a:ext>
                  </a:extLst>
                </p:cNvPr>
                <p:cNvSpPr/>
                <p:nvPr/>
              </p:nvSpPr>
              <p:spPr>
                <a:xfrm>
                  <a:off x="7168063" y="1301866"/>
                  <a:ext cx="14000" cy="25269"/>
                </a:xfrm>
                <a:custGeom>
                  <a:avLst/>
                  <a:gdLst>
                    <a:gd name="connsiteX0" fmla="*/ 14001 w 14000"/>
                    <a:gd name="connsiteY0" fmla="*/ 1952 h 25269"/>
                    <a:gd name="connsiteX1" fmla="*/ 2874 w 14000"/>
                    <a:gd name="connsiteY1" fmla="*/ 1553 h 25269"/>
                    <a:gd name="connsiteX2" fmla="*/ 3938 w 14000"/>
                    <a:gd name="connsiteY2" fmla="*/ 20127 h 25269"/>
                    <a:gd name="connsiteX3" fmla="*/ 8725 w 14000"/>
                    <a:gd name="connsiteY3" fmla="*/ 25270 h 25269"/>
                    <a:gd name="connsiteX4" fmla="*/ 7174 w 14000"/>
                    <a:gd name="connsiteY4" fmla="*/ 21679 h 25269"/>
                    <a:gd name="connsiteX5" fmla="*/ 14001 w 14000"/>
                    <a:gd name="connsiteY5" fmla="*/ 1952 h 25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000" h="25269">
                      <a:moveTo>
                        <a:pt x="14001" y="1952"/>
                      </a:moveTo>
                      <a:cubicBezTo>
                        <a:pt x="9922" y="-486"/>
                        <a:pt x="5578" y="-664"/>
                        <a:pt x="2874" y="1553"/>
                      </a:cubicBezTo>
                      <a:cubicBezTo>
                        <a:pt x="-1426" y="5232"/>
                        <a:pt x="-761" y="13168"/>
                        <a:pt x="3938" y="20127"/>
                      </a:cubicBezTo>
                      <a:cubicBezTo>
                        <a:pt x="5356" y="22167"/>
                        <a:pt x="6952" y="23940"/>
                        <a:pt x="8725" y="25270"/>
                      </a:cubicBezTo>
                      <a:cubicBezTo>
                        <a:pt x="8061" y="24162"/>
                        <a:pt x="7529" y="22965"/>
                        <a:pt x="7174" y="21679"/>
                      </a:cubicBezTo>
                      <a:cubicBezTo>
                        <a:pt x="6066" y="14276"/>
                        <a:pt x="8193" y="5720"/>
                        <a:pt x="14001" y="1952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99" name="Forme libre : forme 25698">
                  <a:extLst>
                    <a:ext uri="{FF2B5EF4-FFF2-40B4-BE49-F238E27FC236}">
                      <a16:creationId xmlns:a16="http://schemas.microsoft.com/office/drawing/2014/main" id="{F10C31E6-C595-415B-BD32-FE65C103BC68}"/>
                    </a:ext>
                  </a:extLst>
                </p:cNvPr>
                <p:cNvSpPr/>
                <p:nvPr/>
              </p:nvSpPr>
              <p:spPr>
                <a:xfrm>
                  <a:off x="7167212" y="1304532"/>
                  <a:ext cx="24604" cy="28642"/>
                </a:xfrm>
                <a:custGeom>
                  <a:avLst/>
                  <a:gdLst>
                    <a:gd name="connsiteX0" fmla="*/ 20969 w 24604"/>
                    <a:gd name="connsiteY0" fmla="*/ 27568 h 28642"/>
                    <a:gd name="connsiteX1" fmla="*/ 3813 w 24604"/>
                    <a:gd name="connsiteY1" fmla="*/ 20032 h 28642"/>
                    <a:gd name="connsiteX2" fmla="*/ 2971 w 24604"/>
                    <a:gd name="connsiteY2" fmla="*/ 1546 h 28642"/>
                    <a:gd name="connsiteX3" fmla="*/ 20792 w 24604"/>
                    <a:gd name="connsiteY3" fmla="*/ 8417 h 28642"/>
                    <a:gd name="connsiteX4" fmla="*/ 20969 w 24604"/>
                    <a:gd name="connsiteY4" fmla="*/ 27568 h 28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04" h="28642">
                      <a:moveTo>
                        <a:pt x="20969" y="27568"/>
                      </a:moveTo>
                      <a:cubicBezTo>
                        <a:pt x="16137" y="30583"/>
                        <a:pt x="8512" y="26992"/>
                        <a:pt x="3813" y="20032"/>
                      </a:cubicBezTo>
                      <a:cubicBezTo>
                        <a:pt x="-886" y="13116"/>
                        <a:pt x="-1329" y="5181"/>
                        <a:pt x="2971" y="1546"/>
                      </a:cubicBezTo>
                      <a:cubicBezTo>
                        <a:pt x="7359" y="-2089"/>
                        <a:pt x="15605" y="881"/>
                        <a:pt x="20792" y="8417"/>
                      </a:cubicBezTo>
                      <a:cubicBezTo>
                        <a:pt x="25934" y="15953"/>
                        <a:pt x="25757" y="24554"/>
                        <a:pt x="20969" y="2756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00" name="Forme libre : forme 25699">
                  <a:extLst>
                    <a:ext uri="{FF2B5EF4-FFF2-40B4-BE49-F238E27FC236}">
                      <a16:creationId xmlns:a16="http://schemas.microsoft.com/office/drawing/2014/main" id="{C389B270-537B-4536-BB9D-217D07B7E2E3}"/>
                    </a:ext>
                  </a:extLst>
                </p:cNvPr>
                <p:cNvSpPr/>
                <p:nvPr/>
              </p:nvSpPr>
              <p:spPr>
                <a:xfrm>
                  <a:off x="7153781" y="1284829"/>
                  <a:ext cx="27107" cy="47610"/>
                </a:xfrm>
                <a:custGeom>
                  <a:avLst/>
                  <a:gdLst>
                    <a:gd name="connsiteX0" fmla="*/ 7181 w 27107"/>
                    <a:gd name="connsiteY0" fmla="*/ 9679 h 47610"/>
                    <a:gd name="connsiteX1" fmla="*/ 1240 w 27107"/>
                    <a:gd name="connsiteY1" fmla="*/ 17171 h 47610"/>
                    <a:gd name="connsiteX2" fmla="*/ 2792 w 27107"/>
                    <a:gd name="connsiteY2" fmla="*/ 34460 h 47610"/>
                    <a:gd name="connsiteX3" fmla="*/ 12678 w 27107"/>
                    <a:gd name="connsiteY3" fmla="*/ 46075 h 47610"/>
                    <a:gd name="connsiteX4" fmla="*/ 23228 w 27107"/>
                    <a:gd name="connsiteY4" fmla="*/ 45321 h 47610"/>
                    <a:gd name="connsiteX5" fmla="*/ 24248 w 27107"/>
                    <a:gd name="connsiteY5" fmla="*/ 38095 h 47610"/>
                    <a:gd name="connsiteX6" fmla="*/ 25578 w 27107"/>
                    <a:gd name="connsiteY6" fmla="*/ 20452 h 47610"/>
                    <a:gd name="connsiteX7" fmla="*/ 22519 w 27107"/>
                    <a:gd name="connsiteY7" fmla="*/ 724 h 47610"/>
                    <a:gd name="connsiteX8" fmla="*/ 7181 w 27107"/>
                    <a:gd name="connsiteY8" fmla="*/ 9679 h 47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107" h="47610">
                      <a:moveTo>
                        <a:pt x="7181" y="9679"/>
                      </a:moveTo>
                      <a:cubicBezTo>
                        <a:pt x="4876" y="11896"/>
                        <a:pt x="2526" y="14245"/>
                        <a:pt x="1240" y="17171"/>
                      </a:cubicBezTo>
                      <a:cubicBezTo>
                        <a:pt x="-1154" y="22668"/>
                        <a:pt x="221" y="29096"/>
                        <a:pt x="2792" y="34460"/>
                      </a:cubicBezTo>
                      <a:cubicBezTo>
                        <a:pt x="4920" y="39026"/>
                        <a:pt x="8067" y="43415"/>
                        <a:pt x="12678" y="46075"/>
                      </a:cubicBezTo>
                      <a:cubicBezTo>
                        <a:pt x="16091" y="47981"/>
                        <a:pt x="21056" y="48513"/>
                        <a:pt x="23228" y="45321"/>
                      </a:cubicBezTo>
                      <a:cubicBezTo>
                        <a:pt x="24559" y="43326"/>
                        <a:pt x="24381" y="40622"/>
                        <a:pt x="24248" y="38095"/>
                      </a:cubicBezTo>
                      <a:cubicBezTo>
                        <a:pt x="23982" y="32155"/>
                        <a:pt x="24514" y="26215"/>
                        <a:pt x="25578" y="20452"/>
                      </a:cubicBezTo>
                      <a:cubicBezTo>
                        <a:pt x="26686" y="15620"/>
                        <a:pt x="29568" y="4758"/>
                        <a:pt x="22519" y="724"/>
                      </a:cubicBezTo>
                      <a:cubicBezTo>
                        <a:pt x="16047" y="-2645"/>
                        <a:pt x="10461" y="6665"/>
                        <a:pt x="7181" y="967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01" name="Forme libre : forme 25700">
                  <a:extLst>
                    <a:ext uri="{FF2B5EF4-FFF2-40B4-BE49-F238E27FC236}">
                      <a16:creationId xmlns:a16="http://schemas.microsoft.com/office/drawing/2014/main" id="{97CB3377-4DCA-4C2C-876A-908EF353AB00}"/>
                    </a:ext>
                  </a:extLst>
                </p:cNvPr>
                <p:cNvSpPr/>
                <p:nvPr/>
              </p:nvSpPr>
              <p:spPr>
                <a:xfrm>
                  <a:off x="7171648" y="1291899"/>
                  <a:ext cx="14976" cy="9130"/>
                </a:xfrm>
                <a:custGeom>
                  <a:avLst/>
                  <a:gdLst>
                    <a:gd name="connsiteX0" fmla="*/ 2835 w 14976"/>
                    <a:gd name="connsiteY0" fmla="*/ 126 h 9130"/>
                    <a:gd name="connsiteX1" fmla="*/ 663 w 14976"/>
                    <a:gd name="connsiteY1" fmla="*/ 969 h 9130"/>
                    <a:gd name="connsiteX2" fmla="*/ 131 w 14976"/>
                    <a:gd name="connsiteY2" fmla="*/ 3185 h 9130"/>
                    <a:gd name="connsiteX3" fmla="*/ 1816 w 14976"/>
                    <a:gd name="connsiteY3" fmla="*/ 4914 h 9130"/>
                    <a:gd name="connsiteX4" fmla="*/ 7180 w 14976"/>
                    <a:gd name="connsiteY4" fmla="*/ 8150 h 9130"/>
                    <a:gd name="connsiteX5" fmla="*/ 9529 w 14976"/>
                    <a:gd name="connsiteY5" fmla="*/ 9037 h 9130"/>
                    <a:gd name="connsiteX6" fmla="*/ 13608 w 14976"/>
                    <a:gd name="connsiteY6" fmla="*/ 3540 h 9130"/>
                    <a:gd name="connsiteX7" fmla="*/ 2835 w 14976"/>
                    <a:gd name="connsiteY7" fmla="*/ 126 h 9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976" h="9130">
                      <a:moveTo>
                        <a:pt x="2835" y="126"/>
                      </a:moveTo>
                      <a:cubicBezTo>
                        <a:pt x="2037" y="259"/>
                        <a:pt x="1239" y="481"/>
                        <a:pt x="663" y="969"/>
                      </a:cubicBezTo>
                      <a:cubicBezTo>
                        <a:pt x="87" y="1500"/>
                        <a:pt x="-179" y="2387"/>
                        <a:pt x="131" y="3185"/>
                      </a:cubicBezTo>
                      <a:cubicBezTo>
                        <a:pt x="441" y="3939"/>
                        <a:pt x="1151" y="4471"/>
                        <a:pt x="1816" y="4914"/>
                      </a:cubicBezTo>
                      <a:cubicBezTo>
                        <a:pt x="3500" y="6111"/>
                        <a:pt x="5318" y="7219"/>
                        <a:pt x="7180" y="8150"/>
                      </a:cubicBezTo>
                      <a:cubicBezTo>
                        <a:pt x="7978" y="8505"/>
                        <a:pt x="8776" y="8904"/>
                        <a:pt x="9529" y="9037"/>
                      </a:cubicBezTo>
                      <a:cubicBezTo>
                        <a:pt x="12854" y="9657"/>
                        <a:pt x="17243" y="7130"/>
                        <a:pt x="13608" y="3540"/>
                      </a:cubicBezTo>
                      <a:cubicBezTo>
                        <a:pt x="10771" y="747"/>
                        <a:pt x="6160" y="-406"/>
                        <a:pt x="2835" y="12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02" name="Forme libre : forme 25701">
                  <a:extLst>
                    <a:ext uri="{FF2B5EF4-FFF2-40B4-BE49-F238E27FC236}">
                      <a16:creationId xmlns:a16="http://schemas.microsoft.com/office/drawing/2014/main" id="{40E5A353-965A-45DF-8FAC-A00DFC7B9468}"/>
                    </a:ext>
                  </a:extLst>
                </p:cNvPr>
                <p:cNvSpPr/>
                <p:nvPr/>
              </p:nvSpPr>
              <p:spPr>
                <a:xfrm>
                  <a:off x="7164597" y="1337021"/>
                  <a:ext cx="27662" cy="7828"/>
                </a:xfrm>
                <a:custGeom>
                  <a:avLst/>
                  <a:gdLst>
                    <a:gd name="connsiteX0" fmla="*/ 27662 w 27662"/>
                    <a:gd name="connsiteY0" fmla="*/ 5098 h 7828"/>
                    <a:gd name="connsiteX1" fmla="*/ 19328 w 27662"/>
                    <a:gd name="connsiteY1" fmla="*/ 7758 h 7828"/>
                    <a:gd name="connsiteX2" fmla="*/ 0 w 27662"/>
                    <a:gd name="connsiteY2" fmla="*/ 0 h 7828"/>
                    <a:gd name="connsiteX3" fmla="*/ 7935 w 27662"/>
                    <a:gd name="connsiteY3" fmla="*/ 4344 h 7828"/>
                    <a:gd name="connsiteX4" fmla="*/ 27662 w 27662"/>
                    <a:gd name="connsiteY4" fmla="*/ 5098 h 7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62" h="7828">
                      <a:moveTo>
                        <a:pt x="27662" y="5098"/>
                      </a:moveTo>
                      <a:cubicBezTo>
                        <a:pt x="27662" y="5098"/>
                        <a:pt x="24426" y="7359"/>
                        <a:pt x="19328" y="7758"/>
                      </a:cubicBezTo>
                      <a:cubicBezTo>
                        <a:pt x="14230" y="8201"/>
                        <a:pt x="7270" y="6650"/>
                        <a:pt x="0" y="0"/>
                      </a:cubicBezTo>
                      <a:cubicBezTo>
                        <a:pt x="0" y="0"/>
                        <a:pt x="2970" y="2438"/>
                        <a:pt x="7935" y="4344"/>
                      </a:cubicBezTo>
                      <a:cubicBezTo>
                        <a:pt x="12900" y="6251"/>
                        <a:pt x="19860" y="7669"/>
                        <a:pt x="27662" y="5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03" name="Forme libre : forme 25702">
                  <a:extLst>
                    <a:ext uri="{FF2B5EF4-FFF2-40B4-BE49-F238E27FC236}">
                      <a16:creationId xmlns:a16="http://schemas.microsoft.com/office/drawing/2014/main" id="{F1E17AD4-03A3-46DF-9293-115856482755}"/>
                    </a:ext>
                  </a:extLst>
                </p:cNvPr>
                <p:cNvSpPr/>
                <p:nvPr/>
              </p:nvSpPr>
              <p:spPr>
                <a:xfrm>
                  <a:off x="7159721" y="1276777"/>
                  <a:ext cx="31696" cy="9396"/>
                </a:xfrm>
                <a:custGeom>
                  <a:avLst/>
                  <a:gdLst>
                    <a:gd name="connsiteX0" fmla="*/ 31696 w 31696"/>
                    <a:gd name="connsiteY0" fmla="*/ 9397 h 9396"/>
                    <a:gd name="connsiteX1" fmla="*/ 29037 w 31696"/>
                    <a:gd name="connsiteY1" fmla="*/ 6826 h 9396"/>
                    <a:gd name="connsiteX2" fmla="*/ 21545 w 31696"/>
                    <a:gd name="connsiteY2" fmla="*/ 2082 h 9396"/>
                    <a:gd name="connsiteX3" fmla="*/ 10905 w 31696"/>
                    <a:gd name="connsiteY3" fmla="*/ 87 h 9396"/>
                    <a:gd name="connsiteX4" fmla="*/ 0 w 31696"/>
                    <a:gd name="connsiteY4" fmla="*/ 5363 h 9396"/>
                    <a:gd name="connsiteX5" fmla="*/ 2438 w 31696"/>
                    <a:gd name="connsiteY5" fmla="*/ 3900 h 9396"/>
                    <a:gd name="connsiteX6" fmla="*/ 9265 w 31696"/>
                    <a:gd name="connsiteY6" fmla="*/ 1772 h 9396"/>
                    <a:gd name="connsiteX7" fmla="*/ 19683 w 31696"/>
                    <a:gd name="connsiteY7" fmla="*/ 2481 h 9396"/>
                    <a:gd name="connsiteX8" fmla="*/ 25668 w 31696"/>
                    <a:gd name="connsiteY8" fmla="*/ 5008 h 9396"/>
                    <a:gd name="connsiteX9" fmla="*/ 31696 w 31696"/>
                    <a:gd name="connsiteY9" fmla="*/ 9397 h 9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696" h="9396">
                      <a:moveTo>
                        <a:pt x="31696" y="9397"/>
                      </a:moveTo>
                      <a:cubicBezTo>
                        <a:pt x="31696" y="9397"/>
                        <a:pt x="30766" y="8289"/>
                        <a:pt x="29037" y="6826"/>
                      </a:cubicBezTo>
                      <a:cubicBezTo>
                        <a:pt x="27175" y="5363"/>
                        <a:pt x="24692" y="3501"/>
                        <a:pt x="21545" y="2082"/>
                      </a:cubicBezTo>
                      <a:cubicBezTo>
                        <a:pt x="18309" y="708"/>
                        <a:pt x="14762" y="-312"/>
                        <a:pt x="10905" y="87"/>
                      </a:cubicBezTo>
                      <a:cubicBezTo>
                        <a:pt x="7093" y="442"/>
                        <a:pt x="3413" y="1949"/>
                        <a:pt x="0" y="5363"/>
                      </a:cubicBezTo>
                      <a:cubicBezTo>
                        <a:pt x="0" y="5363"/>
                        <a:pt x="887" y="4698"/>
                        <a:pt x="2438" y="3900"/>
                      </a:cubicBezTo>
                      <a:cubicBezTo>
                        <a:pt x="3990" y="3146"/>
                        <a:pt x="6295" y="2215"/>
                        <a:pt x="9265" y="1772"/>
                      </a:cubicBezTo>
                      <a:cubicBezTo>
                        <a:pt x="12279" y="1284"/>
                        <a:pt x="15782" y="1373"/>
                        <a:pt x="19683" y="2481"/>
                      </a:cubicBezTo>
                      <a:cubicBezTo>
                        <a:pt x="21678" y="3013"/>
                        <a:pt x="23673" y="3856"/>
                        <a:pt x="25668" y="5008"/>
                      </a:cubicBezTo>
                      <a:cubicBezTo>
                        <a:pt x="27662" y="6116"/>
                        <a:pt x="29746" y="7579"/>
                        <a:pt x="31696" y="93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04" name="Forme libre : forme 25703">
                  <a:extLst>
                    <a:ext uri="{FF2B5EF4-FFF2-40B4-BE49-F238E27FC236}">
                      <a16:creationId xmlns:a16="http://schemas.microsoft.com/office/drawing/2014/main" id="{A0EC04F7-115F-4CF9-83DA-24CBBFBE6FAA}"/>
                    </a:ext>
                  </a:extLst>
                </p:cNvPr>
                <p:cNvSpPr/>
                <p:nvPr/>
              </p:nvSpPr>
              <p:spPr>
                <a:xfrm>
                  <a:off x="7182272" y="1310325"/>
                  <a:ext cx="7530" cy="11926"/>
                </a:xfrm>
                <a:custGeom>
                  <a:avLst/>
                  <a:gdLst>
                    <a:gd name="connsiteX0" fmla="*/ 5554 w 7530"/>
                    <a:gd name="connsiteY0" fmla="*/ 11890 h 11926"/>
                    <a:gd name="connsiteX1" fmla="*/ 501 w 7530"/>
                    <a:gd name="connsiteY1" fmla="*/ 6703 h 11926"/>
                    <a:gd name="connsiteX2" fmla="*/ 1875 w 7530"/>
                    <a:gd name="connsiteY2" fmla="*/ 54 h 11926"/>
                    <a:gd name="connsiteX3" fmla="*/ 7062 w 7530"/>
                    <a:gd name="connsiteY3" fmla="*/ 5285 h 11926"/>
                    <a:gd name="connsiteX4" fmla="*/ 5554 w 7530"/>
                    <a:gd name="connsiteY4" fmla="*/ 11890 h 11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30" h="11926">
                      <a:moveTo>
                        <a:pt x="5554" y="11890"/>
                      </a:moveTo>
                      <a:cubicBezTo>
                        <a:pt x="3737" y="12245"/>
                        <a:pt x="1476" y="9984"/>
                        <a:pt x="501" y="6703"/>
                      </a:cubicBezTo>
                      <a:cubicBezTo>
                        <a:pt x="-519" y="3467"/>
                        <a:pt x="57" y="497"/>
                        <a:pt x="1875" y="54"/>
                      </a:cubicBezTo>
                      <a:cubicBezTo>
                        <a:pt x="3693" y="-390"/>
                        <a:pt x="6086" y="1960"/>
                        <a:pt x="7062" y="5285"/>
                      </a:cubicBezTo>
                      <a:cubicBezTo>
                        <a:pt x="8081" y="8565"/>
                        <a:pt x="7372" y="11535"/>
                        <a:pt x="5554" y="1189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05" name="Forme libre : forme 25704">
                  <a:extLst>
                    <a:ext uri="{FF2B5EF4-FFF2-40B4-BE49-F238E27FC236}">
                      <a16:creationId xmlns:a16="http://schemas.microsoft.com/office/drawing/2014/main" id="{C221845A-6914-4ED3-92C9-F75C627C798B}"/>
                    </a:ext>
                  </a:extLst>
                </p:cNvPr>
                <p:cNvSpPr/>
                <p:nvPr/>
              </p:nvSpPr>
              <p:spPr>
                <a:xfrm>
                  <a:off x="7187046" y="1320182"/>
                  <a:ext cx="3056" cy="3223"/>
                </a:xfrm>
                <a:custGeom>
                  <a:avLst/>
                  <a:gdLst>
                    <a:gd name="connsiteX0" fmla="*/ 2421 w 3056"/>
                    <a:gd name="connsiteY0" fmla="*/ 3008 h 3223"/>
                    <a:gd name="connsiteX1" fmla="*/ 293 w 3056"/>
                    <a:gd name="connsiteY1" fmla="*/ 2432 h 3223"/>
                    <a:gd name="connsiteX2" fmla="*/ 603 w 3056"/>
                    <a:gd name="connsiteY2" fmla="*/ 215 h 3223"/>
                    <a:gd name="connsiteX3" fmla="*/ 2731 w 3056"/>
                    <a:gd name="connsiteY3" fmla="*/ 791 h 3223"/>
                    <a:gd name="connsiteX4" fmla="*/ 2421 w 3056"/>
                    <a:gd name="connsiteY4" fmla="*/ 3008 h 3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56" h="3223">
                      <a:moveTo>
                        <a:pt x="2421" y="3008"/>
                      </a:moveTo>
                      <a:cubicBezTo>
                        <a:pt x="1756" y="3451"/>
                        <a:pt x="781" y="3185"/>
                        <a:pt x="293" y="2432"/>
                      </a:cubicBezTo>
                      <a:cubicBezTo>
                        <a:pt x="-195" y="1678"/>
                        <a:pt x="-62" y="658"/>
                        <a:pt x="603" y="215"/>
                      </a:cubicBezTo>
                      <a:cubicBezTo>
                        <a:pt x="1268" y="-228"/>
                        <a:pt x="2244" y="38"/>
                        <a:pt x="2731" y="791"/>
                      </a:cubicBezTo>
                      <a:cubicBezTo>
                        <a:pt x="3263" y="1589"/>
                        <a:pt x="3130" y="2565"/>
                        <a:pt x="2421" y="30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06" name="Forme libre : forme 25705">
                  <a:extLst>
                    <a:ext uri="{FF2B5EF4-FFF2-40B4-BE49-F238E27FC236}">
                      <a16:creationId xmlns:a16="http://schemas.microsoft.com/office/drawing/2014/main" id="{96390847-DBC5-4554-8130-1E906351A833}"/>
                    </a:ext>
                  </a:extLst>
                </p:cNvPr>
                <p:cNvSpPr/>
                <p:nvPr/>
              </p:nvSpPr>
              <p:spPr>
                <a:xfrm>
                  <a:off x="7190613" y="1301422"/>
                  <a:ext cx="17384" cy="35772"/>
                </a:xfrm>
                <a:custGeom>
                  <a:avLst/>
                  <a:gdLst>
                    <a:gd name="connsiteX0" fmla="*/ 14946 w 17384"/>
                    <a:gd name="connsiteY0" fmla="*/ 26068 h 35772"/>
                    <a:gd name="connsiteX1" fmla="*/ 5194 w 17384"/>
                    <a:gd name="connsiteY1" fmla="*/ 34890 h 35772"/>
                    <a:gd name="connsiteX2" fmla="*/ 583 w 17384"/>
                    <a:gd name="connsiteY2" fmla="*/ 34979 h 35772"/>
                    <a:gd name="connsiteX3" fmla="*/ 849 w 17384"/>
                    <a:gd name="connsiteY3" fmla="*/ 30590 h 35772"/>
                    <a:gd name="connsiteX4" fmla="*/ 6967 w 17384"/>
                    <a:gd name="connsiteY4" fmla="*/ 17956 h 35772"/>
                    <a:gd name="connsiteX5" fmla="*/ 4928 w 17384"/>
                    <a:gd name="connsiteY5" fmla="*/ 7804 h 35772"/>
                    <a:gd name="connsiteX6" fmla="*/ 6346 w 17384"/>
                    <a:gd name="connsiteY6" fmla="*/ 2 h 35772"/>
                    <a:gd name="connsiteX7" fmla="*/ 13705 w 17384"/>
                    <a:gd name="connsiteY7" fmla="*/ 6518 h 35772"/>
                    <a:gd name="connsiteX8" fmla="*/ 17296 w 17384"/>
                    <a:gd name="connsiteY8" fmla="*/ 15916 h 35772"/>
                    <a:gd name="connsiteX9" fmla="*/ 14946 w 17384"/>
                    <a:gd name="connsiteY9" fmla="*/ 26068 h 35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384" h="35772">
                      <a:moveTo>
                        <a:pt x="14946" y="26068"/>
                      </a:moveTo>
                      <a:cubicBezTo>
                        <a:pt x="12597" y="29925"/>
                        <a:pt x="9006" y="32673"/>
                        <a:pt x="5194" y="34890"/>
                      </a:cubicBezTo>
                      <a:cubicBezTo>
                        <a:pt x="3775" y="35688"/>
                        <a:pt x="1780" y="36353"/>
                        <a:pt x="583" y="34979"/>
                      </a:cubicBezTo>
                      <a:cubicBezTo>
                        <a:pt x="-481" y="33737"/>
                        <a:pt x="96" y="31876"/>
                        <a:pt x="849" y="30590"/>
                      </a:cubicBezTo>
                      <a:cubicBezTo>
                        <a:pt x="3199" y="26511"/>
                        <a:pt x="6701" y="22965"/>
                        <a:pt x="6967" y="17956"/>
                      </a:cubicBezTo>
                      <a:cubicBezTo>
                        <a:pt x="7100" y="16404"/>
                        <a:pt x="5770" y="11927"/>
                        <a:pt x="4928" y="7804"/>
                      </a:cubicBezTo>
                      <a:cubicBezTo>
                        <a:pt x="4130" y="3681"/>
                        <a:pt x="3731" y="-87"/>
                        <a:pt x="6346" y="2"/>
                      </a:cubicBezTo>
                      <a:cubicBezTo>
                        <a:pt x="9006" y="90"/>
                        <a:pt x="11710" y="3060"/>
                        <a:pt x="13705" y="6518"/>
                      </a:cubicBezTo>
                      <a:cubicBezTo>
                        <a:pt x="15744" y="9976"/>
                        <a:pt x="17074" y="13877"/>
                        <a:pt x="17296" y="15916"/>
                      </a:cubicBezTo>
                      <a:cubicBezTo>
                        <a:pt x="17695" y="19596"/>
                        <a:pt x="16720" y="23187"/>
                        <a:pt x="14946" y="2606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23" name="Graphique 2">
                <a:extLst>
                  <a:ext uri="{FF2B5EF4-FFF2-40B4-BE49-F238E27FC236}">
                    <a16:creationId xmlns:a16="http://schemas.microsoft.com/office/drawing/2014/main" id="{C456B550-1E4C-4DC2-8A92-FEA10A6A73E6}"/>
                  </a:ext>
                </a:extLst>
              </p:cNvPr>
              <p:cNvGrpSpPr/>
              <p:nvPr/>
            </p:nvGrpSpPr>
            <p:grpSpPr>
              <a:xfrm>
                <a:off x="7182722" y="1334587"/>
                <a:ext cx="67615" cy="73904"/>
                <a:chOff x="7182722" y="1334587"/>
                <a:chExt cx="67615" cy="73904"/>
              </a:xfrm>
              <a:solidFill>
                <a:schemeClr val="accent1"/>
              </a:solidFill>
            </p:grpSpPr>
            <p:sp>
              <p:nvSpPr>
                <p:cNvPr id="25683" name="Forme libre : forme 25682">
                  <a:extLst>
                    <a:ext uri="{FF2B5EF4-FFF2-40B4-BE49-F238E27FC236}">
                      <a16:creationId xmlns:a16="http://schemas.microsoft.com/office/drawing/2014/main" id="{762ACCEA-E795-4C93-A472-86CAAFBD0679}"/>
                    </a:ext>
                  </a:extLst>
                </p:cNvPr>
                <p:cNvSpPr/>
                <p:nvPr/>
              </p:nvSpPr>
              <p:spPr>
                <a:xfrm>
                  <a:off x="7182722" y="1334587"/>
                  <a:ext cx="67615" cy="73904"/>
                </a:xfrm>
                <a:custGeom>
                  <a:avLst/>
                  <a:gdLst>
                    <a:gd name="connsiteX0" fmla="*/ 21064 w 67615"/>
                    <a:gd name="connsiteY0" fmla="*/ 63966 h 73904"/>
                    <a:gd name="connsiteX1" fmla="*/ 16365 w 67615"/>
                    <a:gd name="connsiteY1" fmla="*/ 58026 h 73904"/>
                    <a:gd name="connsiteX2" fmla="*/ 12020 w 67615"/>
                    <a:gd name="connsiteY2" fmla="*/ 52085 h 73904"/>
                    <a:gd name="connsiteX3" fmla="*/ 4041 w 67615"/>
                    <a:gd name="connsiteY3" fmla="*/ 40294 h 73904"/>
                    <a:gd name="connsiteX4" fmla="*/ 8784 w 67615"/>
                    <a:gd name="connsiteY4" fmla="*/ 10503 h 73904"/>
                    <a:gd name="connsiteX5" fmla="*/ 21596 w 67615"/>
                    <a:gd name="connsiteY5" fmla="*/ 2656 h 73904"/>
                    <a:gd name="connsiteX6" fmla="*/ 49879 w 67615"/>
                    <a:gd name="connsiteY6" fmla="*/ 10414 h 73904"/>
                    <a:gd name="connsiteX7" fmla="*/ 56573 w 67615"/>
                    <a:gd name="connsiteY7" fmla="*/ 20167 h 73904"/>
                    <a:gd name="connsiteX8" fmla="*/ 59942 w 67615"/>
                    <a:gd name="connsiteY8" fmla="*/ 24689 h 73904"/>
                    <a:gd name="connsiteX9" fmla="*/ 63355 w 67615"/>
                    <a:gd name="connsiteY9" fmla="*/ 28945 h 73904"/>
                    <a:gd name="connsiteX10" fmla="*/ 66725 w 67615"/>
                    <a:gd name="connsiteY10" fmla="*/ 35018 h 73904"/>
                    <a:gd name="connsiteX11" fmla="*/ 67611 w 67615"/>
                    <a:gd name="connsiteY11" fmla="*/ 41845 h 73904"/>
                    <a:gd name="connsiteX12" fmla="*/ 66281 w 67615"/>
                    <a:gd name="connsiteY12" fmla="*/ 49115 h 73904"/>
                    <a:gd name="connsiteX13" fmla="*/ 62602 w 67615"/>
                    <a:gd name="connsiteY13" fmla="*/ 56075 h 73904"/>
                    <a:gd name="connsiteX14" fmla="*/ 53248 w 67615"/>
                    <a:gd name="connsiteY14" fmla="*/ 68000 h 73904"/>
                    <a:gd name="connsiteX15" fmla="*/ 46820 w 67615"/>
                    <a:gd name="connsiteY15" fmla="*/ 72788 h 73904"/>
                    <a:gd name="connsiteX16" fmla="*/ 38353 w 67615"/>
                    <a:gd name="connsiteY16" fmla="*/ 73763 h 73904"/>
                    <a:gd name="connsiteX17" fmla="*/ 29176 w 67615"/>
                    <a:gd name="connsiteY17" fmla="*/ 70704 h 73904"/>
                    <a:gd name="connsiteX18" fmla="*/ 21064 w 67615"/>
                    <a:gd name="connsiteY18" fmla="*/ 63966 h 73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7615" h="73904">
                      <a:moveTo>
                        <a:pt x="21064" y="63966"/>
                      </a:moveTo>
                      <a:lnTo>
                        <a:pt x="16365" y="58026"/>
                      </a:lnTo>
                      <a:lnTo>
                        <a:pt x="12020" y="52085"/>
                      </a:lnTo>
                      <a:cubicBezTo>
                        <a:pt x="9227" y="48140"/>
                        <a:pt x="6567" y="44195"/>
                        <a:pt x="4041" y="40294"/>
                      </a:cubicBezTo>
                      <a:cubicBezTo>
                        <a:pt x="-3052" y="29299"/>
                        <a:pt x="-393" y="16222"/>
                        <a:pt x="8784" y="10503"/>
                      </a:cubicBezTo>
                      <a:lnTo>
                        <a:pt x="21596" y="2656"/>
                      </a:lnTo>
                      <a:cubicBezTo>
                        <a:pt x="30861" y="-3107"/>
                        <a:pt x="43672" y="972"/>
                        <a:pt x="49879" y="10414"/>
                      </a:cubicBezTo>
                      <a:cubicBezTo>
                        <a:pt x="52095" y="13784"/>
                        <a:pt x="54312" y="17020"/>
                        <a:pt x="56573" y="20167"/>
                      </a:cubicBezTo>
                      <a:lnTo>
                        <a:pt x="59942" y="24689"/>
                      </a:lnTo>
                      <a:lnTo>
                        <a:pt x="63355" y="28945"/>
                      </a:lnTo>
                      <a:cubicBezTo>
                        <a:pt x="64996" y="30674"/>
                        <a:pt x="66015" y="32979"/>
                        <a:pt x="66725" y="35018"/>
                      </a:cubicBezTo>
                      <a:cubicBezTo>
                        <a:pt x="67390" y="37190"/>
                        <a:pt x="67656" y="39540"/>
                        <a:pt x="67611" y="41845"/>
                      </a:cubicBezTo>
                      <a:cubicBezTo>
                        <a:pt x="67522" y="44195"/>
                        <a:pt x="67079" y="46766"/>
                        <a:pt x="66281" y="49115"/>
                      </a:cubicBezTo>
                      <a:cubicBezTo>
                        <a:pt x="65483" y="51509"/>
                        <a:pt x="64286" y="53903"/>
                        <a:pt x="62602" y="56075"/>
                      </a:cubicBezTo>
                      <a:lnTo>
                        <a:pt x="53248" y="68000"/>
                      </a:lnTo>
                      <a:cubicBezTo>
                        <a:pt x="51563" y="70173"/>
                        <a:pt x="49391" y="71813"/>
                        <a:pt x="46820" y="72788"/>
                      </a:cubicBezTo>
                      <a:cubicBezTo>
                        <a:pt x="44204" y="73808"/>
                        <a:pt x="41411" y="74118"/>
                        <a:pt x="38353" y="73763"/>
                      </a:cubicBezTo>
                      <a:cubicBezTo>
                        <a:pt x="35250" y="73453"/>
                        <a:pt x="32146" y="72389"/>
                        <a:pt x="29176" y="70704"/>
                      </a:cubicBezTo>
                      <a:cubicBezTo>
                        <a:pt x="26073" y="69064"/>
                        <a:pt x="23546" y="66759"/>
                        <a:pt x="21064" y="6396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84" name="Forme libre : forme 25683">
                  <a:extLst>
                    <a:ext uri="{FF2B5EF4-FFF2-40B4-BE49-F238E27FC236}">
                      <a16:creationId xmlns:a16="http://schemas.microsoft.com/office/drawing/2014/main" id="{5EE3F7A7-B866-4276-BD0A-7003B49F7F85}"/>
                    </a:ext>
                  </a:extLst>
                </p:cNvPr>
                <p:cNvSpPr/>
                <p:nvPr/>
              </p:nvSpPr>
              <p:spPr>
                <a:xfrm>
                  <a:off x="7182722" y="1341676"/>
                  <a:ext cx="53514" cy="66814"/>
                </a:xfrm>
                <a:custGeom>
                  <a:avLst/>
                  <a:gdLst>
                    <a:gd name="connsiteX0" fmla="*/ 21729 w 53514"/>
                    <a:gd name="connsiteY0" fmla="*/ 27308 h 66814"/>
                    <a:gd name="connsiteX1" fmla="*/ 14325 w 53514"/>
                    <a:gd name="connsiteY1" fmla="*/ 0 h 66814"/>
                    <a:gd name="connsiteX2" fmla="*/ 8784 w 53514"/>
                    <a:gd name="connsiteY2" fmla="*/ 3414 h 66814"/>
                    <a:gd name="connsiteX3" fmla="*/ 4041 w 53514"/>
                    <a:gd name="connsiteY3" fmla="*/ 33204 h 66814"/>
                    <a:gd name="connsiteX4" fmla="*/ 12020 w 53514"/>
                    <a:gd name="connsiteY4" fmla="*/ 44996 h 66814"/>
                    <a:gd name="connsiteX5" fmla="*/ 16365 w 53514"/>
                    <a:gd name="connsiteY5" fmla="*/ 50936 h 66814"/>
                    <a:gd name="connsiteX6" fmla="*/ 21064 w 53514"/>
                    <a:gd name="connsiteY6" fmla="*/ 56877 h 66814"/>
                    <a:gd name="connsiteX7" fmla="*/ 29132 w 53514"/>
                    <a:gd name="connsiteY7" fmla="*/ 63615 h 66814"/>
                    <a:gd name="connsiteX8" fmla="*/ 38309 w 53514"/>
                    <a:gd name="connsiteY8" fmla="*/ 66674 h 66814"/>
                    <a:gd name="connsiteX9" fmla="*/ 46776 w 53514"/>
                    <a:gd name="connsiteY9" fmla="*/ 65699 h 66814"/>
                    <a:gd name="connsiteX10" fmla="*/ 53204 w 53514"/>
                    <a:gd name="connsiteY10" fmla="*/ 60911 h 66814"/>
                    <a:gd name="connsiteX11" fmla="*/ 53514 w 53514"/>
                    <a:gd name="connsiteY11" fmla="*/ 60512 h 66814"/>
                    <a:gd name="connsiteX12" fmla="*/ 48771 w 53514"/>
                    <a:gd name="connsiteY12" fmla="*/ 56832 h 66814"/>
                    <a:gd name="connsiteX13" fmla="*/ 44470 w 53514"/>
                    <a:gd name="connsiteY13" fmla="*/ 52798 h 66814"/>
                    <a:gd name="connsiteX14" fmla="*/ 36757 w 53514"/>
                    <a:gd name="connsiteY14" fmla="*/ 44242 h 66814"/>
                    <a:gd name="connsiteX15" fmla="*/ 21729 w 53514"/>
                    <a:gd name="connsiteY15" fmla="*/ 27308 h 66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3514" h="66814">
                      <a:moveTo>
                        <a:pt x="21729" y="27308"/>
                      </a:moveTo>
                      <a:cubicBezTo>
                        <a:pt x="13793" y="19772"/>
                        <a:pt x="10868" y="8822"/>
                        <a:pt x="14325" y="0"/>
                      </a:cubicBezTo>
                      <a:lnTo>
                        <a:pt x="8784" y="3414"/>
                      </a:lnTo>
                      <a:cubicBezTo>
                        <a:pt x="-393" y="9132"/>
                        <a:pt x="-3052" y="22165"/>
                        <a:pt x="4041" y="33204"/>
                      </a:cubicBezTo>
                      <a:cubicBezTo>
                        <a:pt x="6567" y="37105"/>
                        <a:pt x="9227" y="41051"/>
                        <a:pt x="12020" y="44996"/>
                      </a:cubicBezTo>
                      <a:lnTo>
                        <a:pt x="16365" y="50936"/>
                      </a:lnTo>
                      <a:lnTo>
                        <a:pt x="21064" y="56877"/>
                      </a:lnTo>
                      <a:cubicBezTo>
                        <a:pt x="23502" y="59669"/>
                        <a:pt x="26029" y="61975"/>
                        <a:pt x="29132" y="63615"/>
                      </a:cubicBezTo>
                      <a:cubicBezTo>
                        <a:pt x="32102" y="65300"/>
                        <a:pt x="35161" y="66319"/>
                        <a:pt x="38309" y="66674"/>
                      </a:cubicBezTo>
                      <a:cubicBezTo>
                        <a:pt x="41367" y="67028"/>
                        <a:pt x="44160" y="66718"/>
                        <a:pt x="46776" y="65699"/>
                      </a:cubicBezTo>
                      <a:cubicBezTo>
                        <a:pt x="49347" y="64679"/>
                        <a:pt x="51519" y="63039"/>
                        <a:pt x="53204" y="60911"/>
                      </a:cubicBezTo>
                      <a:lnTo>
                        <a:pt x="53514" y="60512"/>
                      </a:lnTo>
                      <a:cubicBezTo>
                        <a:pt x="51785" y="59403"/>
                        <a:pt x="50233" y="58162"/>
                        <a:pt x="48771" y="56832"/>
                      </a:cubicBezTo>
                      <a:cubicBezTo>
                        <a:pt x="47263" y="55547"/>
                        <a:pt x="45756" y="54217"/>
                        <a:pt x="44470" y="52798"/>
                      </a:cubicBezTo>
                      <a:cubicBezTo>
                        <a:pt x="41722" y="50050"/>
                        <a:pt x="39239" y="47124"/>
                        <a:pt x="36757" y="44242"/>
                      </a:cubicBezTo>
                      <a:cubicBezTo>
                        <a:pt x="31925" y="38391"/>
                        <a:pt x="27359" y="32583"/>
                        <a:pt x="21729" y="27308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85" name="Forme libre : forme 25684">
                  <a:extLst>
                    <a:ext uri="{FF2B5EF4-FFF2-40B4-BE49-F238E27FC236}">
                      <a16:creationId xmlns:a16="http://schemas.microsoft.com/office/drawing/2014/main" id="{A1E1127C-2B5A-4E3B-9C4B-AF0619F63E91}"/>
                    </a:ext>
                  </a:extLst>
                </p:cNvPr>
                <p:cNvSpPr/>
                <p:nvPr/>
              </p:nvSpPr>
              <p:spPr>
                <a:xfrm>
                  <a:off x="7206144" y="1360842"/>
                  <a:ext cx="25462" cy="28698"/>
                </a:xfrm>
                <a:custGeom>
                  <a:avLst/>
                  <a:gdLst>
                    <a:gd name="connsiteX0" fmla="*/ 22955 w 25462"/>
                    <a:gd name="connsiteY0" fmla="*/ 26806 h 28698"/>
                    <a:gd name="connsiteX1" fmla="*/ 14266 w 25462"/>
                    <a:gd name="connsiteY1" fmla="*/ 28091 h 28698"/>
                    <a:gd name="connsiteX2" fmla="*/ 9079 w 25462"/>
                    <a:gd name="connsiteY2" fmla="*/ 25343 h 28698"/>
                    <a:gd name="connsiteX3" fmla="*/ 4380 w 25462"/>
                    <a:gd name="connsiteY3" fmla="*/ 20599 h 28698"/>
                    <a:gd name="connsiteX4" fmla="*/ 3449 w 25462"/>
                    <a:gd name="connsiteY4" fmla="*/ 1182 h 28698"/>
                    <a:gd name="connsiteX5" fmla="*/ 20960 w 25462"/>
                    <a:gd name="connsiteY5" fmla="*/ 8142 h 28698"/>
                    <a:gd name="connsiteX6" fmla="*/ 23974 w 25462"/>
                    <a:gd name="connsiteY6" fmla="*/ 13329 h 28698"/>
                    <a:gd name="connsiteX7" fmla="*/ 25393 w 25462"/>
                    <a:gd name="connsiteY7" fmla="*/ 18472 h 28698"/>
                    <a:gd name="connsiteX8" fmla="*/ 22955 w 25462"/>
                    <a:gd name="connsiteY8" fmla="*/ 26806 h 28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462" h="28698">
                      <a:moveTo>
                        <a:pt x="22955" y="26806"/>
                      </a:moveTo>
                      <a:cubicBezTo>
                        <a:pt x="20827" y="28801"/>
                        <a:pt x="17679" y="29200"/>
                        <a:pt x="14266" y="28091"/>
                      </a:cubicBezTo>
                      <a:cubicBezTo>
                        <a:pt x="12537" y="27559"/>
                        <a:pt x="10719" y="26628"/>
                        <a:pt x="9079" y="25343"/>
                      </a:cubicBezTo>
                      <a:cubicBezTo>
                        <a:pt x="7439" y="24057"/>
                        <a:pt x="5710" y="22506"/>
                        <a:pt x="4380" y="20599"/>
                      </a:cubicBezTo>
                      <a:cubicBezTo>
                        <a:pt x="-1294" y="13063"/>
                        <a:pt x="-1294" y="4286"/>
                        <a:pt x="3449" y="1182"/>
                      </a:cubicBezTo>
                      <a:cubicBezTo>
                        <a:pt x="8237" y="-1965"/>
                        <a:pt x="15906" y="1448"/>
                        <a:pt x="20960" y="8142"/>
                      </a:cubicBezTo>
                      <a:cubicBezTo>
                        <a:pt x="22201" y="9871"/>
                        <a:pt x="23265" y="11512"/>
                        <a:pt x="23974" y="13329"/>
                      </a:cubicBezTo>
                      <a:cubicBezTo>
                        <a:pt x="24683" y="15102"/>
                        <a:pt x="25171" y="16787"/>
                        <a:pt x="25393" y="18472"/>
                      </a:cubicBezTo>
                      <a:cubicBezTo>
                        <a:pt x="25703" y="21796"/>
                        <a:pt x="24994" y="24855"/>
                        <a:pt x="22955" y="26806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86" name="Forme libre : forme 25685">
                  <a:extLst>
                    <a:ext uri="{FF2B5EF4-FFF2-40B4-BE49-F238E27FC236}">
                      <a16:creationId xmlns:a16="http://schemas.microsoft.com/office/drawing/2014/main" id="{BE61D616-BA54-455C-AF4F-072A3FD03E4A}"/>
                    </a:ext>
                  </a:extLst>
                </p:cNvPr>
                <p:cNvSpPr/>
                <p:nvPr/>
              </p:nvSpPr>
              <p:spPr>
                <a:xfrm>
                  <a:off x="7206083" y="1360841"/>
                  <a:ext cx="14504" cy="25963"/>
                </a:xfrm>
                <a:custGeom>
                  <a:avLst/>
                  <a:gdLst>
                    <a:gd name="connsiteX0" fmla="*/ 14505 w 14504"/>
                    <a:gd name="connsiteY0" fmla="*/ 2158 h 25963"/>
                    <a:gd name="connsiteX1" fmla="*/ 3466 w 14504"/>
                    <a:gd name="connsiteY1" fmla="*/ 1183 h 25963"/>
                    <a:gd name="connsiteX2" fmla="*/ 4397 w 14504"/>
                    <a:gd name="connsiteY2" fmla="*/ 20600 h 25963"/>
                    <a:gd name="connsiteX3" fmla="*/ 9983 w 14504"/>
                    <a:gd name="connsiteY3" fmla="*/ 25964 h 25963"/>
                    <a:gd name="connsiteX4" fmla="*/ 7944 w 14504"/>
                    <a:gd name="connsiteY4" fmla="*/ 22196 h 25963"/>
                    <a:gd name="connsiteX5" fmla="*/ 8165 w 14504"/>
                    <a:gd name="connsiteY5" fmla="*/ 10537 h 25963"/>
                    <a:gd name="connsiteX6" fmla="*/ 14505 w 14504"/>
                    <a:gd name="connsiteY6" fmla="*/ 2158 h 25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504" h="25963">
                      <a:moveTo>
                        <a:pt x="14505" y="2158"/>
                      </a:moveTo>
                      <a:cubicBezTo>
                        <a:pt x="10604" y="-147"/>
                        <a:pt x="6481" y="-812"/>
                        <a:pt x="3466" y="1183"/>
                      </a:cubicBezTo>
                      <a:cubicBezTo>
                        <a:pt x="-1321" y="4286"/>
                        <a:pt x="-1277" y="13063"/>
                        <a:pt x="4397" y="20600"/>
                      </a:cubicBezTo>
                      <a:cubicBezTo>
                        <a:pt x="5993" y="22816"/>
                        <a:pt x="8032" y="24589"/>
                        <a:pt x="9983" y="25964"/>
                      </a:cubicBezTo>
                      <a:cubicBezTo>
                        <a:pt x="9141" y="24811"/>
                        <a:pt x="8431" y="23570"/>
                        <a:pt x="7944" y="22196"/>
                      </a:cubicBezTo>
                      <a:cubicBezTo>
                        <a:pt x="6880" y="18294"/>
                        <a:pt x="7057" y="14083"/>
                        <a:pt x="8165" y="10537"/>
                      </a:cubicBezTo>
                      <a:cubicBezTo>
                        <a:pt x="9318" y="6946"/>
                        <a:pt x="11490" y="3931"/>
                        <a:pt x="14505" y="2158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87" name="Forme libre : forme 25686">
                  <a:extLst>
                    <a:ext uri="{FF2B5EF4-FFF2-40B4-BE49-F238E27FC236}">
                      <a16:creationId xmlns:a16="http://schemas.microsoft.com/office/drawing/2014/main" id="{F1FE44FC-9F0C-41FF-A65E-2694E4E07968}"/>
                    </a:ext>
                  </a:extLst>
                </p:cNvPr>
                <p:cNvSpPr/>
                <p:nvPr/>
              </p:nvSpPr>
              <p:spPr>
                <a:xfrm>
                  <a:off x="7205187" y="1363451"/>
                  <a:ext cx="25718" cy="28888"/>
                </a:xfrm>
                <a:custGeom>
                  <a:avLst/>
                  <a:gdLst>
                    <a:gd name="connsiteX0" fmla="*/ 23379 w 25718"/>
                    <a:gd name="connsiteY0" fmla="*/ 26945 h 28888"/>
                    <a:gd name="connsiteX1" fmla="*/ 14602 w 25718"/>
                    <a:gd name="connsiteY1" fmla="*/ 28275 h 28888"/>
                    <a:gd name="connsiteX2" fmla="*/ 4494 w 25718"/>
                    <a:gd name="connsiteY2" fmla="*/ 20739 h 28888"/>
                    <a:gd name="connsiteX3" fmla="*/ 17 w 25718"/>
                    <a:gd name="connsiteY3" fmla="*/ 9257 h 28888"/>
                    <a:gd name="connsiteX4" fmla="*/ 3386 w 25718"/>
                    <a:gd name="connsiteY4" fmla="*/ 1189 h 28888"/>
                    <a:gd name="connsiteX5" fmla="*/ 20986 w 25718"/>
                    <a:gd name="connsiteY5" fmla="*/ 8149 h 28888"/>
                    <a:gd name="connsiteX6" fmla="*/ 25596 w 25718"/>
                    <a:gd name="connsiteY6" fmla="*/ 18522 h 28888"/>
                    <a:gd name="connsiteX7" fmla="*/ 23379 w 25718"/>
                    <a:gd name="connsiteY7" fmla="*/ 26945 h 28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718" h="28888">
                      <a:moveTo>
                        <a:pt x="23379" y="26945"/>
                      </a:moveTo>
                      <a:cubicBezTo>
                        <a:pt x="21340" y="28940"/>
                        <a:pt x="18016" y="29428"/>
                        <a:pt x="14602" y="28275"/>
                      </a:cubicBezTo>
                      <a:cubicBezTo>
                        <a:pt x="11100" y="27167"/>
                        <a:pt x="7420" y="24507"/>
                        <a:pt x="4494" y="20739"/>
                      </a:cubicBezTo>
                      <a:cubicBezTo>
                        <a:pt x="1657" y="16926"/>
                        <a:pt x="106" y="12804"/>
                        <a:pt x="17" y="9257"/>
                      </a:cubicBezTo>
                      <a:cubicBezTo>
                        <a:pt x="-160" y="5711"/>
                        <a:pt x="1037" y="2740"/>
                        <a:pt x="3386" y="1189"/>
                      </a:cubicBezTo>
                      <a:cubicBezTo>
                        <a:pt x="8174" y="-1959"/>
                        <a:pt x="15888" y="1411"/>
                        <a:pt x="20986" y="8149"/>
                      </a:cubicBezTo>
                      <a:cubicBezTo>
                        <a:pt x="23601" y="11474"/>
                        <a:pt x="25108" y="15153"/>
                        <a:pt x="25596" y="18522"/>
                      </a:cubicBezTo>
                      <a:cubicBezTo>
                        <a:pt x="25995" y="21936"/>
                        <a:pt x="25463" y="24906"/>
                        <a:pt x="23379" y="2694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88" name="Forme libre : forme 25687">
                  <a:extLst>
                    <a:ext uri="{FF2B5EF4-FFF2-40B4-BE49-F238E27FC236}">
                      <a16:creationId xmlns:a16="http://schemas.microsoft.com/office/drawing/2014/main" id="{7E62BEAF-D1AE-4142-98F2-C35EC0991515}"/>
                    </a:ext>
                  </a:extLst>
                </p:cNvPr>
                <p:cNvSpPr/>
                <p:nvPr/>
              </p:nvSpPr>
              <p:spPr>
                <a:xfrm>
                  <a:off x="7191252" y="1344474"/>
                  <a:ext cx="29449" cy="48311"/>
                </a:xfrm>
                <a:custGeom>
                  <a:avLst/>
                  <a:gdLst>
                    <a:gd name="connsiteX0" fmla="*/ 9830 w 29449"/>
                    <a:gd name="connsiteY0" fmla="*/ 6822 h 48311"/>
                    <a:gd name="connsiteX1" fmla="*/ 2293 w 29449"/>
                    <a:gd name="connsiteY1" fmla="*/ 12851 h 48311"/>
                    <a:gd name="connsiteX2" fmla="*/ 2648 w 29449"/>
                    <a:gd name="connsiteY2" fmla="*/ 32534 h 48311"/>
                    <a:gd name="connsiteX3" fmla="*/ 14529 w 29449"/>
                    <a:gd name="connsiteY3" fmla="*/ 46720 h 48311"/>
                    <a:gd name="connsiteX4" fmla="*/ 25523 w 29449"/>
                    <a:gd name="connsiteY4" fmla="*/ 45434 h 48311"/>
                    <a:gd name="connsiteX5" fmla="*/ 25523 w 29449"/>
                    <a:gd name="connsiteY5" fmla="*/ 37721 h 48311"/>
                    <a:gd name="connsiteX6" fmla="*/ 26587 w 29449"/>
                    <a:gd name="connsiteY6" fmla="*/ 19855 h 48311"/>
                    <a:gd name="connsiteX7" fmla="*/ 26720 w 29449"/>
                    <a:gd name="connsiteY7" fmla="*/ 1103 h 48311"/>
                    <a:gd name="connsiteX8" fmla="*/ 9830 w 29449"/>
                    <a:gd name="connsiteY8" fmla="*/ 6822 h 48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449" h="48311">
                      <a:moveTo>
                        <a:pt x="9830" y="6822"/>
                      </a:moveTo>
                      <a:cubicBezTo>
                        <a:pt x="7037" y="8418"/>
                        <a:pt x="4155" y="10103"/>
                        <a:pt x="2293" y="12851"/>
                      </a:cubicBezTo>
                      <a:cubicBezTo>
                        <a:pt x="-1298" y="17994"/>
                        <a:pt x="-278" y="25796"/>
                        <a:pt x="2648" y="32534"/>
                      </a:cubicBezTo>
                      <a:cubicBezTo>
                        <a:pt x="5130" y="38120"/>
                        <a:pt x="9031" y="43706"/>
                        <a:pt x="14529" y="46720"/>
                      </a:cubicBezTo>
                      <a:cubicBezTo>
                        <a:pt x="18563" y="48981"/>
                        <a:pt x="23927" y="49070"/>
                        <a:pt x="25523" y="45434"/>
                      </a:cubicBezTo>
                      <a:cubicBezTo>
                        <a:pt x="26498" y="43218"/>
                        <a:pt x="25921" y="40336"/>
                        <a:pt x="25523" y="37721"/>
                      </a:cubicBezTo>
                      <a:cubicBezTo>
                        <a:pt x="24636" y="31559"/>
                        <a:pt x="25079" y="25485"/>
                        <a:pt x="26587" y="19855"/>
                      </a:cubicBezTo>
                      <a:cubicBezTo>
                        <a:pt x="27784" y="15068"/>
                        <a:pt x="32305" y="5271"/>
                        <a:pt x="26720" y="1103"/>
                      </a:cubicBezTo>
                      <a:cubicBezTo>
                        <a:pt x="21710" y="-2753"/>
                        <a:pt x="13730" y="4561"/>
                        <a:pt x="9830" y="682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89" name="Forme libre : forme 25688">
                  <a:extLst>
                    <a:ext uri="{FF2B5EF4-FFF2-40B4-BE49-F238E27FC236}">
                      <a16:creationId xmlns:a16="http://schemas.microsoft.com/office/drawing/2014/main" id="{79A881A2-A6E9-4F42-BFEF-68F1192D0394}"/>
                    </a:ext>
                  </a:extLst>
                </p:cNvPr>
                <p:cNvSpPr/>
                <p:nvPr/>
              </p:nvSpPr>
              <p:spPr>
                <a:xfrm>
                  <a:off x="7211565" y="1351295"/>
                  <a:ext cx="14027" cy="9008"/>
                </a:xfrm>
                <a:custGeom>
                  <a:avLst/>
                  <a:gdLst>
                    <a:gd name="connsiteX0" fmla="*/ 3260 w 14027"/>
                    <a:gd name="connsiteY0" fmla="*/ 1 h 9008"/>
                    <a:gd name="connsiteX1" fmla="*/ 999 w 14027"/>
                    <a:gd name="connsiteY1" fmla="*/ 533 h 9008"/>
                    <a:gd name="connsiteX2" fmla="*/ 24 w 14027"/>
                    <a:gd name="connsiteY2" fmla="*/ 2572 h 9008"/>
                    <a:gd name="connsiteX3" fmla="*/ 1354 w 14027"/>
                    <a:gd name="connsiteY3" fmla="*/ 4478 h 9008"/>
                    <a:gd name="connsiteX4" fmla="*/ 6185 w 14027"/>
                    <a:gd name="connsiteY4" fmla="*/ 7981 h 9008"/>
                    <a:gd name="connsiteX5" fmla="*/ 8402 w 14027"/>
                    <a:gd name="connsiteY5" fmla="*/ 8912 h 9008"/>
                    <a:gd name="connsiteX6" fmla="*/ 13013 w 14027"/>
                    <a:gd name="connsiteY6" fmla="*/ 3814 h 9008"/>
                    <a:gd name="connsiteX7" fmla="*/ 3260 w 14027"/>
                    <a:gd name="connsiteY7" fmla="*/ 1 h 9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027" h="9008">
                      <a:moveTo>
                        <a:pt x="3260" y="1"/>
                      </a:moveTo>
                      <a:cubicBezTo>
                        <a:pt x="2462" y="1"/>
                        <a:pt x="1664" y="134"/>
                        <a:pt x="999" y="533"/>
                      </a:cubicBezTo>
                      <a:cubicBezTo>
                        <a:pt x="334" y="932"/>
                        <a:pt x="-109" y="1774"/>
                        <a:pt x="24" y="2572"/>
                      </a:cubicBezTo>
                      <a:cubicBezTo>
                        <a:pt x="156" y="3326"/>
                        <a:pt x="777" y="3946"/>
                        <a:pt x="1354" y="4478"/>
                      </a:cubicBezTo>
                      <a:cubicBezTo>
                        <a:pt x="2861" y="5808"/>
                        <a:pt x="4501" y="7005"/>
                        <a:pt x="6185" y="7981"/>
                      </a:cubicBezTo>
                      <a:cubicBezTo>
                        <a:pt x="6895" y="8380"/>
                        <a:pt x="7604" y="8779"/>
                        <a:pt x="8402" y="8912"/>
                      </a:cubicBezTo>
                      <a:cubicBezTo>
                        <a:pt x="11683" y="9532"/>
                        <a:pt x="16027" y="7094"/>
                        <a:pt x="13013" y="3814"/>
                      </a:cubicBezTo>
                      <a:cubicBezTo>
                        <a:pt x="10707" y="1242"/>
                        <a:pt x="6496" y="-43"/>
                        <a:pt x="3260" y="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90" name="Forme libre : forme 25689">
                  <a:extLst>
                    <a:ext uri="{FF2B5EF4-FFF2-40B4-BE49-F238E27FC236}">
                      <a16:creationId xmlns:a16="http://schemas.microsoft.com/office/drawing/2014/main" id="{C174D49A-62EB-474F-8505-D83653F0A1D0}"/>
                    </a:ext>
                  </a:extLst>
                </p:cNvPr>
                <p:cNvSpPr/>
                <p:nvPr/>
              </p:nvSpPr>
              <p:spPr>
                <a:xfrm>
                  <a:off x="7205071" y="1398287"/>
                  <a:ext cx="30455" cy="7004"/>
                </a:xfrm>
                <a:custGeom>
                  <a:avLst/>
                  <a:gdLst>
                    <a:gd name="connsiteX0" fmla="*/ 30455 w 30455"/>
                    <a:gd name="connsiteY0" fmla="*/ 1108 h 7004"/>
                    <a:gd name="connsiteX1" fmla="*/ 28638 w 30455"/>
                    <a:gd name="connsiteY1" fmla="*/ 2970 h 7004"/>
                    <a:gd name="connsiteX2" fmla="*/ 23097 w 30455"/>
                    <a:gd name="connsiteY2" fmla="*/ 6118 h 7004"/>
                    <a:gd name="connsiteX3" fmla="*/ 13344 w 30455"/>
                    <a:gd name="connsiteY3" fmla="*/ 6605 h 7004"/>
                    <a:gd name="connsiteX4" fmla="*/ 0 w 30455"/>
                    <a:gd name="connsiteY4" fmla="*/ 0 h 7004"/>
                    <a:gd name="connsiteX5" fmla="*/ 2748 w 30455"/>
                    <a:gd name="connsiteY5" fmla="*/ 1596 h 7004"/>
                    <a:gd name="connsiteX6" fmla="*/ 9930 w 30455"/>
                    <a:gd name="connsiteY6" fmla="*/ 4433 h 7004"/>
                    <a:gd name="connsiteX7" fmla="*/ 19949 w 30455"/>
                    <a:gd name="connsiteY7" fmla="*/ 5275 h 7004"/>
                    <a:gd name="connsiteX8" fmla="*/ 30455 w 30455"/>
                    <a:gd name="connsiteY8" fmla="*/ 1108 h 7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455" h="7004">
                      <a:moveTo>
                        <a:pt x="30455" y="1108"/>
                      </a:moveTo>
                      <a:cubicBezTo>
                        <a:pt x="30455" y="1108"/>
                        <a:pt x="29879" y="1906"/>
                        <a:pt x="28638" y="2970"/>
                      </a:cubicBezTo>
                      <a:cubicBezTo>
                        <a:pt x="27397" y="4034"/>
                        <a:pt x="25579" y="5275"/>
                        <a:pt x="23097" y="6118"/>
                      </a:cubicBezTo>
                      <a:cubicBezTo>
                        <a:pt x="20614" y="6960"/>
                        <a:pt x="17289" y="7359"/>
                        <a:pt x="13344" y="6605"/>
                      </a:cubicBezTo>
                      <a:cubicBezTo>
                        <a:pt x="9443" y="5807"/>
                        <a:pt x="4832" y="3812"/>
                        <a:pt x="0" y="0"/>
                      </a:cubicBezTo>
                      <a:cubicBezTo>
                        <a:pt x="0" y="0"/>
                        <a:pt x="1020" y="709"/>
                        <a:pt x="2748" y="1596"/>
                      </a:cubicBezTo>
                      <a:cubicBezTo>
                        <a:pt x="4477" y="2527"/>
                        <a:pt x="6871" y="3635"/>
                        <a:pt x="9930" y="4433"/>
                      </a:cubicBezTo>
                      <a:cubicBezTo>
                        <a:pt x="12945" y="5231"/>
                        <a:pt x="16314" y="5719"/>
                        <a:pt x="19949" y="5275"/>
                      </a:cubicBezTo>
                      <a:cubicBezTo>
                        <a:pt x="23495" y="4788"/>
                        <a:pt x="27042" y="3591"/>
                        <a:pt x="30455" y="11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91" name="Forme libre : forme 25690">
                  <a:extLst>
                    <a:ext uri="{FF2B5EF4-FFF2-40B4-BE49-F238E27FC236}">
                      <a16:creationId xmlns:a16="http://schemas.microsoft.com/office/drawing/2014/main" id="{9BA30D71-870D-4C2E-8CA5-88CF788671B2}"/>
                    </a:ext>
                  </a:extLst>
                </p:cNvPr>
                <p:cNvSpPr/>
                <p:nvPr/>
              </p:nvSpPr>
              <p:spPr>
                <a:xfrm>
                  <a:off x="7203608" y="1336954"/>
                  <a:ext cx="28371" cy="9952"/>
                </a:xfrm>
                <a:custGeom>
                  <a:avLst/>
                  <a:gdLst>
                    <a:gd name="connsiteX0" fmla="*/ 28372 w 28371"/>
                    <a:gd name="connsiteY0" fmla="*/ 9953 h 9952"/>
                    <a:gd name="connsiteX1" fmla="*/ 26421 w 28371"/>
                    <a:gd name="connsiteY1" fmla="*/ 7736 h 9952"/>
                    <a:gd name="connsiteX2" fmla="*/ 20791 w 28371"/>
                    <a:gd name="connsiteY2" fmla="*/ 3259 h 9952"/>
                    <a:gd name="connsiteX3" fmla="*/ 0 w 28371"/>
                    <a:gd name="connsiteY3" fmla="*/ 2239 h 9952"/>
                    <a:gd name="connsiteX4" fmla="*/ 9708 w 28371"/>
                    <a:gd name="connsiteY4" fmla="*/ 1308 h 9952"/>
                    <a:gd name="connsiteX5" fmla="*/ 28372 w 28371"/>
                    <a:gd name="connsiteY5" fmla="*/ 9953 h 9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371" h="9952">
                      <a:moveTo>
                        <a:pt x="28372" y="9953"/>
                      </a:moveTo>
                      <a:cubicBezTo>
                        <a:pt x="28372" y="9953"/>
                        <a:pt x="27707" y="9022"/>
                        <a:pt x="26421" y="7736"/>
                      </a:cubicBezTo>
                      <a:cubicBezTo>
                        <a:pt x="25136" y="6406"/>
                        <a:pt x="23230" y="4722"/>
                        <a:pt x="20791" y="3259"/>
                      </a:cubicBezTo>
                      <a:cubicBezTo>
                        <a:pt x="15915" y="289"/>
                        <a:pt x="8778" y="-1795"/>
                        <a:pt x="0" y="2239"/>
                      </a:cubicBezTo>
                      <a:cubicBezTo>
                        <a:pt x="0" y="2239"/>
                        <a:pt x="4079" y="909"/>
                        <a:pt x="9708" y="1308"/>
                      </a:cubicBezTo>
                      <a:cubicBezTo>
                        <a:pt x="15294" y="1619"/>
                        <a:pt x="22387" y="3747"/>
                        <a:pt x="28372" y="99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92" name="Forme libre : forme 25691">
                  <a:extLst>
                    <a:ext uri="{FF2B5EF4-FFF2-40B4-BE49-F238E27FC236}">
                      <a16:creationId xmlns:a16="http://schemas.microsoft.com/office/drawing/2014/main" id="{42577148-78D4-4246-A1CF-4661950E39EC}"/>
                    </a:ext>
                  </a:extLst>
                </p:cNvPr>
                <p:cNvSpPr/>
                <p:nvPr/>
              </p:nvSpPr>
              <p:spPr>
                <a:xfrm>
                  <a:off x="7220534" y="1369214"/>
                  <a:ext cx="7689" cy="11549"/>
                </a:xfrm>
                <a:custGeom>
                  <a:avLst/>
                  <a:gdLst>
                    <a:gd name="connsiteX0" fmla="*/ 6038 w 7689"/>
                    <a:gd name="connsiteY0" fmla="*/ 11429 h 11549"/>
                    <a:gd name="connsiteX1" fmla="*/ 585 w 7689"/>
                    <a:gd name="connsiteY1" fmla="*/ 6774 h 11549"/>
                    <a:gd name="connsiteX2" fmla="*/ 1827 w 7689"/>
                    <a:gd name="connsiteY2" fmla="*/ 80 h 11549"/>
                    <a:gd name="connsiteX3" fmla="*/ 7058 w 7689"/>
                    <a:gd name="connsiteY3" fmla="*/ 4735 h 11549"/>
                    <a:gd name="connsiteX4" fmla="*/ 6038 w 7689"/>
                    <a:gd name="connsiteY4" fmla="*/ 11429 h 1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89" h="11549">
                      <a:moveTo>
                        <a:pt x="6038" y="11429"/>
                      </a:moveTo>
                      <a:cubicBezTo>
                        <a:pt x="4220" y="12094"/>
                        <a:pt x="1827" y="9922"/>
                        <a:pt x="585" y="6774"/>
                      </a:cubicBezTo>
                      <a:cubicBezTo>
                        <a:pt x="-567" y="3583"/>
                        <a:pt x="53" y="568"/>
                        <a:pt x="1827" y="80"/>
                      </a:cubicBezTo>
                      <a:cubicBezTo>
                        <a:pt x="3644" y="-452"/>
                        <a:pt x="5861" y="1721"/>
                        <a:pt x="7058" y="4735"/>
                      </a:cubicBezTo>
                      <a:cubicBezTo>
                        <a:pt x="8166" y="7838"/>
                        <a:pt x="7811" y="10808"/>
                        <a:pt x="6038" y="1142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93" name="Forme libre : forme 25692">
                  <a:extLst>
                    <a:ext uri="{FF2B5EF4-FFF2-40B4-BE49-F238E27FC236}">
                      <a16:creationId xmlns:a16="http://schemas.microsoft.com/office/drawing/2014/main" id="{BB935E1A-0F27-4160-B7BA-A236D52750EA}"/>
                    </a:ext>
                  </a:extLst>
                </p:cNvPr>
                <p:cNvSpPr/>
                <p:nvPr/>
              </p:nvSpPr>
              <p:spPr>
                <a:xfrm>
                  <a:off x="7225705" y="1378558"/>
                  <a:ext cx="3128" cy="3122"/>
                </a:xfrm>
                <a:custGeom>
                  <a:avLst/>
                  <a:gdLst>
                    <a:gd name="connsiteX0" fmla="*/ 2640 w 3128"/>
                    <a:gd name="connsiteY0" fmla="*/ 2795 h 3122"/>
                    <a:gd name="connsiteX1" fmla="*/ 424 w 3128"/>
                    <a:gd name="connsiteY1" fmla="*/ 2529 h 3122"/>
                    <a:gd name="connsiteX2" fmla="*/ 512 w 3128"/>
                    <a:gd name="connsiteY2" fmla="*/ 312 h 3122"/>
                    <a:gd name="connsiteX3" fmla="*/ 2684 w 3128"/>
                    <a:gd name="connsiteY3" fmla="*/ 622 h 3122"/>
                    <a:gd name="connsiteX4" fmla="*/ 2640 w 3128"/>
                    <a:gd name="connsiteY4" fmla="*/ 2795 h 3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28" h="3122">
                      <a:moveTo>
                        <a:pt x="2640" y="2795"/>
                      </a:moveTo>
                      <a:cubicBezTo>
                        <a:pt x="2019" y="3327"/>
                        <a:pt x="1044" y="3194"/>
                        <a:pt x="424" y="2529"/>
                      </a:cubicBezTo>
                      <a:cubicBezTo>
                        <a:pt x="-197" y="1864"/>
                        <a:pt x="-108" y="844"/>
                        <a:pt x="512" y="312"/>
                      </a:cubicBezTo>
                      <a:cubicBezTo>
                        <a:pt x="1133" y="-220"/>
                        <a:pt x="2108" y="-43"/>
                        <a:pt x="2684" y="622"/>
                      </a:cubicBezTo>
                      <a:cubicBezTo>
                        <a:pt x="3305" y="1287"/>
                        <a:pt x="3261" y="2263"/>
                        <a:pt x="2640" y="279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94" name="Forme libre : forme 25693">
                  <a:extLst>
                    <a:ext uri="{FF2B5EF4-FFF2-40B4-BE49-F238E27FC236}">
                      <a16:creationId xmlns:a16="http://schemas.microsoft.com/office/drawing/2014/main" id="{C5D894A2-5ADE-46FD-8228-5E75DECDD040}"/>
                    </a:ext>
                  </a:extLst>
                </p:cNvPr>
                <p:cNvSpPr/>
                <p:nvPr/>
              </p:nvSpPr>
              <p:spPr>
                <a:xfrm>
                  <a:off x="7231496" y="1359975"/>
                  <a:ext cx="14091" cy="34423"/>
                </a:xfrm>
                <a:custGeom>
                  <a:avLst/>
                  <a:gdLst>
                    <a:gd name="connsiteX0" fmla="*/ 12809 w 14091"/>
                    <a:gd name="connsiteY0" fmla="*/ 21599 h 34423"/>
                    <a:gd name="connsiteX1" fmla="*/ 5627 w 14091"/>
                    <a:gd name="connsiteY1" fmla="*/ 32682 h 34423"/>
                    <a:gd name="connsiteX2" fmla="*/ 1150 w 14091"/>
                    <a:gd name="connsiteY2" fmla="*/ 34012 h 34423"/>
                    <a:gd name="connsiteX3" fmla="*/ 352 w 14091"/>
                    <a:gd name="connsiteY3" fmla="*/ 29579 h 34423"/>
                    <a:gd name="connsiteX4" fmla="*/ 4386 w 14091"/>
                    <a:gd name="connsiteY4" fmla="*/ 16235 h 34423"/>
                    <a:gd name="connsiteX5" fmla="*/ 1992 w 14091"/>
                    <a:gd name="connsiteY5" fmla="*/ 7236 h 34423"/>
                    <a:gd name="connsiteX6" fmla="*/ 3632 w 14091"/>
                    <a:gd name="connsiteY6" fmla="*/ 10 h 34423"/>
                    <a:gd name="connsiteX7" fmla="*/ 10326 w 14091"/>
                    <a:gd name="connsiteY7" fmla="*/ 4709 h 34423"/>
                    <a:gd name="connsiteX8" fmla="*/ 13828 w 14091"/>
                    <a:gd name="connsiteY8" fmla="*/ 12023 h 34423"/>
                    <a:gd name="connsiteX9" fmla="*/ 12809 w 14091"/>
                    <a:gd name="connsiteY9" fmla="*/ 21599 h 34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91" h="34423">
                      <a:moveTo>
                        <a:pt x="12809" y="21599"/>
                      </a:moveTo>
                      <a:cubicBezTo>
                        <a:pt x="11302" y="25722"/>
                        <a:pt x="8642" y="29446"/>
                        <a:pt x="5627" y="32682"/>
                      </a:cubicBezTo>
                      <a:cubicBezTo>
                        <a:pt x="4519" y="33879"/>
                        <a:pt x="2746" y="35076"/>
                        <a:pt x="1150" y="34012"/>
                      </a:cubicBezTo>
                      <a:cubicBezTo>
                        <a:pt x="-313" y="33081"/>
                        <a:pt x="-136" y="31041"/>
                        <a:pt x="352" y="29579"/>
                      </a:cubicBezTo>
                      <a:cubicBezTo>
                        <a:pt x="1815" y="25013"/>
                        <a:pt x="4519" y="20978"/>
                        <a:pt x="4386" y="16235"/>
                      </a:cubicBezTo>
                      <a:cubicBezTo>
                        <a:pt x="4297" y="14816"/>
                        <a:pt x="2790" y="10915"/>
                        <a:pt x="1992" y="7236"/>
                      </a:cubicBezTo>
                      <a:cubicBezTo>
                        <a:pt x="1238" y="3556"/>
                        <a:pt x="1194" y="143"/>
                        <a:pt x="3632" y="10"/>
                      </a:cubicBezTo>
                      <a:cubicBezTo>
                        <a:pt x="6115" y="-168"/>
                        <a:pt x="8464" y="2093"/>
                        <a:pt x="10326" y="4709"/>
                      </a:cubicBezTo>
                      <a:cubicBezTo>
                        <a:pt x="12144" y="7369"/>
                        <a:pt x="13518" y="10295"/>
                        <a:pt x="13828" y="12023"/>
                      </a:cubicBezTo>
                      <a:cubicBezTo>
                        <a:pt x="14449" y="15038"/>
                        <a:pt x="13917" y="18584"/>
                        <a:pt x="12809" y="2159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24" name="Graphique 2">
                <a:extLst>
                  <a:ext uri="{FF2B5EF4-FFF2-40B4-BE49-F238E27FC236}">
                    <a16:creationId xmlns:a16="http://schemas.microsoft.com/office/drawing/2014/main" id="{42A12832-72FD-4A3B-BDD1-712976D846E0}"/>
                  </a:ext>
                </a:extLst>
              </p:cNvPr>
              <p:cNvGrpSpPr/>
              <p:nvPr/>
            </p:nvGrpSpPr>
            <p:grpSpPr>
              <a:xfrm>
                <a:off x="7232679" y="1380550"/>
                <a:ext cx="80602" cy="56767"/>
                <a:chOff x="7232679" y="1380550"/>
                <a:chExt cx="80602" cy="56767"/>
              </a:xfrm>
              <a:solidFill>
                <a:schemeClr val="accent1"/>
              </a:solidFill>
            </p:grpSpPr>
            <p:sp>
              <p:nvSpPr>
                <p:cNvPr id="25671" name="Forme libre : forme 25670">
                  <a:extLst>
                    <a:ext uri="{FF2B5EF4-FFF2-40B4-BE49-F238E27FC236}">
                      <a16:creationId xmlns:a16="http://schemas.microsoft.com/office/drawing/2014/main" id="{1CC9378A-1E17-47C2-AB98-279D046F0284}"/>
                    </a:ext>
                  </a:extLst>
                </p:cNvPr>
                <p:cNvSpPr/>
                <p:nvPr/>
              </p:nvSpPr>
              <p:spPr>
                <a:xfrm>
                  <a:off x="7232679" y="1380550"/>
                  <a:ext cx="80602" cy="56767"/>
                </a:xfrm>
                <a:custGeom>
                  <a:avLst/>
                  <a:gdLst>
                    <a:gd name="connsiteX0" fmla="*/ 60744 w 80602"/>
                    <a:gd name="connsiteY0" fmla="*/ 54044 h 56767"/>
                    <a:gd name="connsiteX1" fmla="*/ 38446 w 80602"/>
                    <a:gd name="connsiteY1" fmla="*/ 56659 h 56767"/>
                    <a:gd name="connsiteX2" fmla="*/ 35609 w 80602"/>
                    <a:gd name="connsiteY2" fmla="*/ 56526 h 56767"/>
                    <a:gd name="connsiteX3" fmla="*/ 33170 w 80602"/>
                    <a:gd name="connsiteY3" fmla="*/ 56172 h 56767"/>
                    <a:gd name="connsiteX4" fmla="*/ 28294 w 80602"/>
                    <a:gd name="connsiteY4" fmla="*/ 55374 h 56767"/>
                    <a:gd name="connsiteX5" fmla="*/ 18763 w 80602"/>
                    <a:gd name="connsiteY5" fmla="*/ 52935 h 56767"/>
                    <a:gd name="connsiteX6" fmla="*/ 12689 w 80602"/>
                    <a:gd name="connsiteY6" fmla="*/ 50187 h 56767"/>
                    <a:gd name="connsiteX7" fmla="*/ 7680 w 80602"/>
                    <a:gd name="connsiteY7" fmla="*/ 46596 h 56767"/>
                    <a:gd name="connsiteX8" fmla="*/ 1429 w 80602"/>
                    <a:gd name="connsiteY8" fmla="*/ 38040 h 56767"/>
                    <a:gd name="connsiteX9" fmla="*/ 3291 w 80602"/>
                    <a:gd name="connsiteY9" fmla="*/ 22037 h 56767"/>
                    <a:gd name="connsiteX10" fmla="*/ 12645 w 80602"/>
                    <a:gd name="connsiteY10" fmla="*/ 10112 h 56767"/>
                    <a:gd name="connsiteX11" fmla="*/ 25058 w 80602"/>
                    <a:gd name="connsiteY11" fmla="*/ 1689 h 56767"/>
                    <a:gd name="connsiteX12" fmla="*/ 30998 w 80602"/>
                    <a:gd name="connsiteY12" fmla="*/ 137 h 56767"/>
                    <a:gd name="connsiteX13" fmla="*/ 33525 w 80602"/>
                    <a:gd name="connsiteY13" fmla="*/ 4 h 56767"/>
                    <a:gd name="connsiteX14" fmla="*/ 35741 w 80602"/>
                    <a:gd name="connsiteY14" fmla="*/ 403 h 56767"/>
                    <a:gd name="connsiteX15" fmla="*/ 38800 w 80602"/>
                    <a:gd name="connsiteY15" fmla="*/ 1157 h 56767"/>
                    <a:gd name="connsiteX16" fmla="*/ 40352 w 80602"/>
                    <a:gd name="connsiteY16" fmla="*/ 1379 h 56767"/>
                    <a:gd name="connsiteX17" fmla="*/ 41150 w 80602"/>
                    <a:gd name="connsiteY17" fmla="*/ 1512 h 56767"/>
                    <a:gd name="connsiteX18" fmla="*/ 41593 w 80602"/>
                    <a:gd name="connsiteY18" fmla="*/ 1467 h 56767"/>
                    <a:gd name="connsiteX19" fmla="*/ 45007 w 80602"/>
                    <a:gd name="connsiteY19" fmla="*/ 980 h 56767"/>
                    <a:gd name="connsiteX20" fmla="*/ 46558 w 80602"/>
                    <a:gd name="connsiteY20" fmla="*/ 891 h 56767"/>
                    <a:gd name="connsiteX21" fmla="*/ 48686 w 80602"/>
                    <a:gd name="connsiteY21" fmla="*/ 1113 h 56767"/>
                    <a:gd name="connsiteX22" fmla="*/ 51302 w 80602"/>
                    <a:gd name="connsiteY22" fmla="*/ 1733 h 56767"/>
                    <a:gd name="connsiteX23" fmla="*/ 54316 w 80602"/>
                    <a:gd name="connsiteY23" fmla="*/ 2708 h 56767"/>
                    <a:gd name="connsiteX24" fmla="*/ 60877 w 80602"/>
                    <a:gd name="connsiteY24" fmla="*/ 5723 h 56767"/>
                    <a:gd name="connsiteX25" fmla="*/ 66995 w 80602"/>
                    <a:gd name="connsiteY25" fmla="*/ 10777 h 56767"/>
                    <a:gd name="connsiteX26" fmla="*/ 76925 w 80602"/>
                    <a:gd name="connsiteY26" fmla="*/ 22391 h 56767"/>
                    <a:gd name="connsiteX27" fmla="*/ 80383 w 80602"/>
                    <a:gd name="connsiteY27" fmla="*/ 29662 h 56767"/>
                    <a:gd name="connsiteX28" fmla="*/ 79408 w 80602"/>
                    <a:gd name="connsiteY28" fmla="*/ 38439 h 56767"/>
                    <a:gd name="connsiteX29" fmla="*/ 76925 w 80602"/>
                    <a:gd name="connsiteY29" fmla="*/ 43005 h 56767"/>
                    <a:gd name="connsiteX30" fmla="*/ 73024 w 80602"/>
                    <a:gd name="connsiteY30" fmla="*/ 47350 h 56767"/>
                    <a:gd name="connsiteX31" fmla="*/ 67704 w 80602"/>
                    <a:gd name="connsiteY31" fmla="*/ 51207 h 56767"/>
                    <a:gd name="connsiteX32" fmla="*/ 60744 w 80602"/>
                    <a:gd name="connsiteY32" fmla="*/ 54044 h 56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80602" h="56767">
                      <a:moveTo>
                        <a:pt x="60744" y="54044"/>
                      </a:moveTo>
                      <a:cubicBezTo>
                        <a:pt x="53828" y="56172"/>
                        <a:pt x="46026" y="57102"/>
                        <a:pt x="38446" y="56659"/>
                      </a:cubicBezTo>
                      <a:lnTo>
                        <a:pt x="35609" y="56526"/>
                      </a:lnTo>
                      <a:lnTo>
                        <a:pt x="33170" y="56172"/>
                      </a:lnTo>
                      <a:lnTo>
                        <a:pt x="28294" y="55374"/>
                      </a:lnTo>
                      <a:cubicBezTo>
                        <a:pt x="25058" y="54842"/>
                        <a:pt x="21910" y="53778"/>
                        <a:pt x="18763" y="52935"/>
                      </a:cubicBezTo>
                      <a:cubicBezTo>
                        <a:pt x="16546" y="52270"/>
                        <a:pt x="14596" y="51207"/>
                        <a:pt x="12689" y="50187"/>
                      </a:cubicBezTo>
                      <a:cubicBezTo>
                        <a:pt x="10783" y="49167"/>
                        <a:pt x="9099" y="47970"/>
                        <a:pt x="7680" y="46596"/>
                      </a:cubicBezTo>
                      <a:cubicBezTo>
                        <a:pt x="4754" y="43981"/>
                        <a:pt x="2582" y="41055"/>
                        <a:pt x="1429" y="38040"/>
                      </a:cubicBezTo>
                      <a:cubicBezTo>
                        <a:pt x="-1142" y="32144"/>
                        <a:pt x="-78" y="26293"/>
                        <a:pt x="3291" y="22037"/>
                      </a:cubicBezTo>
                      <a:lnTo>
                        <a:pt x="12645" y="10112"/>
                      </a:lnTo>
                      <a:cubicBezTo>
                        <a:pt x="16059" y="5767"/>
                        <a:pt x="20802" y="3373"/>
                        <a:pt x="25058" y="1689"/>
                      </a:cubicBezTo>
                      <a:cubicBezTo>
                        <a:pt x="27186" y="1024"/>
                        <a:pt x="29225" y="403"/>
                        <a:pt x="30998" y="137"/>
                      </a:cubicBezTo>
                      <a:cubicBezTo>
                        <a:pt x="31885" y="93"/>
                        <a:pt x="32727" y="4"/>
                        <a:pt x="33525" y="4"/>
                      </a:cubicBezTo>
                      <a:cubicBezTo>
                        <a:pt x="34323" y="-40"/>
                        <a:pt x="35032" y="270"/>
                        <a:pt x="35741" y="403"/>
                      </a:cubicBezTo>
                      <a:cubicBezTo>
                        <a:pt x="36806" y="580"/>
                        <a:pt x="37736" y="1068"/>
                        <a:pt x="38800" y="1157"/>
                      </a:cubicBezTo>
                      <a:lnTo>
                        <a:pt x="40352" y="1379"/>
                      </a:lnTo>
                      <a:lnTo>
                        <a:pt x="41150" y="1512"/>
                      </a:lnTo>
                      <a:cubicBezTo>
                        <a:pt x="41327" y="1512"/>
                        <a:pt x="41416" y="1467"/>
                        <a:pt x="41593" y="1467"/>
                      </a:cubicBezTo>
                      <a:cubicBezTo>
                        <a:pt x="42701" y="1467"/>
                        <a:pt x="43677" y="1467"/>
                        <a:pt x="45007" y="980"/>
                      </a:cubicBezTo>
                      <a:cubicBezTo>
                        <a:pt x="45494" y="758"/>
                        <a:pt x="45938" y="891"/>
                        <a:pt x="46558" y="891"/>
                      </a:cubicBezTo>
                      <a:cubicBezTo>
                        <a:pt x="47179" y="802"/>
                        <a:pt x="47888" y="891"/>
                        <a:pt x="48686" y="1113"/>
                      </a:cubicBezTo>
                      <a:cubicBezTo>
                        <a:pt x="49440" y="1379"/>
                        <a:pt x="50326" y="1556"/>
                        <a:pt x="51302" y="1733"/>
                      </a:cubicBezTo>
                      <a:cubicBezTo>
                        <a:pt x="52233" y="1955"/>
                        <a:pt x="53252" y="2309"/>
                        <a:pt x="54316" y="2708"/>
                      </a:cubicBezTo>
                      <a:cubicBezTo>
                        <a:pt x="56444" y="3639"/>
                        <a:pt x="58661" y="4349"/>
                        <a:pt x="60877" y="5723"/>
                      </a:cubicBezTo>
                      <a:cubicBezTo>
                        <a:pt x="63049" y="7009"/>
                        <a:pt x="65222" y="8693"/>
                        <a:pt x="66995" y="10777"/>
                      </a:cubicBezTo>
                      <a:lnTo>
                        <a:pt x="76925" y="22391"/>
                      </a:lnTo>
                      <a:cubicBezTo>
                        <a:pt x="78742" y="24475"/>
                        <a:pt x="79895" y="26957"/>
                        <a:pt x="80383" y="29662"/>
                      </a:cubicBezTo>
                      <a:cubicBezTo>
                        <a:pt x="80782" y="32366"/>
                        <a:pt x="80737" y="35469"/>
                        <a:pt x="79408" y="38439"/>
                      </a:cubicBezTo>
                      <a:cubicBezTo>
                        <a:pt x="78787" y="39946"/>
                        <a:pt x="77945" y="41498"/>
                        <a:pt x="76925" y="43005"/>
                      </a:cubicBezTo>
                      <a:cubicBezTo>
                        <a:pt x="75950" y="44557"/>
                        <a:pt x="74664" y="46020"/>
                        <a:pt x="73024" y="47350"/>
                      </a:cubicBezTo>
                      <a:cubicBezTo>
                        <a:pt x="71428" y="48724"/>
                        <a:pt x="69655" y="50010"/>
                        <a:pt x="67704" y="51207"/>
                      </a:cubicBezTo>
                      <a:cubicBezTo>
                        <a:pt x="65576" y="52403"/>
                        <a:pt x="63138" y="53246"/>
                        <a:pt x="60744" y="5404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72" name="Forme libre : forme 25671">
                  <a:extLst>
                    <a:ext uri="{FF2B5EF4-FFF2-40B4-BE49-F238E27FC236}">
                      <a16:creationId xmlns:a16="http://schemas.microsoft.com/office/drawing/2014/main" id="{D3623739-EF56-4C67-B3D4-0FAE8BE5395F}"/>
                    </a:ext>
                  </a:extLst>
                </p:cNvPr>
                <p:cNvSpPr/>
                <p:nvPr/>
              </p:nvSpPr>
              <p:spPr>
                <a:xfrm>
                  <a:off x="7232691" y="1397356"/>
                  <a:ext cx="80458" cy="39875"/>
                </a:xfrm>
                <a:custGeom>
                  <a:avLst/>
                  <a:gdLst>
                    <a:gd name="connsiteX0" fmla="*/ 29568 w 80458"/>
                    <a:gd name="connsiteY0" fmla="*/ 20259 h 39875"/>
                    <a:gd name="connsiteX1" fmla="*/ 13342 w 80458"/>
                    <a:gd name="connsiteY1" fmla="*/ 13565 h 39875"/>
                    <a:gd name="connsiteX2" fmla="*/ 7313 w 80458"/>
                    <a:gd name="connsiteY2" fmla="*/ 0 h 39875"/>
                    <a:gd name="connsiteX3" fmla="*/ 3279 w 80458"/>
                    <a:gd name="connsiteY3" fmla="*/ 5142 h 39875"/>
                    <a:gd name="connsiteX4" fmla="*/ 1417 w 80458"/>
                    <a:gd name="connsiteY4" fmla="*/ 21146 h 39875"/>
                    <a:gd name="connsiteX5" fmla="*/ 7668 w 80458"/>
                    <a:gd name="connsiteY5" fmla="*/ 29702 h 39875"/>
                    <a:gd name="connsiteX6" fmla="*/ 12678 w 80458"/>
                    <a:gd name="connsiteY6" fmla="*/ 33293 h 39875"/>
                    <a:gd name="connsiteX7" fmla="*/ 18751 w 80458"/>
                    <a:gd name="connsiteY7" fmla="*/ 36041 h 39875"/>
                    <a:gd name="connsiteX8" fmla="*/ 28282 w 80458"/>
                    <a:gd name="connsiteY8" fmla="*/ 38479 h 39875"/>
                    <a:gd name="connsiteX9" fmla="*/ 33159 w 80458"/>
                    <a:gd name="connsiteY9" fmla="*/ 39277 h 39875"/>
                    <a:gd name="connsiteX10" fmla="*/ 35597 w 80458"/>
                    <a:gd name="connsiteY10" fmla="*/ 39632 h 39875"/>
                    <a:gd name="connsiteX11" fmla="*/ 38434 w 80458"/>
                    <a:gd name="connsiteY11" fmla="*/ 39765 h 39875"/>
                    <a:gd name="connsiteX12" fmla="*/ 60732 w 80458"/>
                    <a:gd name="connsiteY12" fmla="*/ 37149 h 39875"/>
                    <a:gd name="connsiteX13" fmla="*/ 67559 w 80458"/>
                    <a:gd name="connsiteY13" fmla="*/ 34356 h 39875"/>
                    <a:gd name="connsiteX14" fmla="*/ 72879 w 80458"/>
                    <a:gd name="connsiteY14" fmla="*/ 30500 h 39875"/>
                    <a:gd name="connsiteX15" fmla="*/ 76780 w 80458"/>
                    <a:gd name="connsiteY15" fmla="*/ 26155 h 39875"/>
                    <a:gd name="connsiteX16" fmla="*/ 79263 w 80458"/>
                    <a:gd name="connsiteY16" fmla="*/ 21589 h 39875"/>
                    <a:gd name="connsiteX17" fmla="*/ 80238 w 80458"/>
                    <a:gd name="connsiteY17" fmla="*/ 12812 h 39875"/>
                    <a:gd name="connsiteX18" fmla="*/ 76780 w 80458"/>
                    <a:gd name="connsiteY18" fmla="*/ 5541 h 39875"/>
                    <a:gd name="connsiteX19" fmla="*/ 76470 w 80458"/>
                    <a:gd name="connsiteY19" fmla="*/ 5187 h 39875"/>
                    <a:gd name="connsiteX20" fmla="*/ 71859 w 80458"/>
                    <a:gd name="connsiteY20" fmla="*/ 9221 h 39875"/>
                    <a:gd name="connsiteX21" fmla="*/ 66717 w 80458"/>
                    <a:gd name="connsiteY21" fmla="*/ 12679 h 39875"/>
                    <a:gd name="connsiteX22" fmla="*/ 55146 w 80458"/>
                    <a:gd name="connsiteY22" fmla="*/ 17688 h 39875"/>
                    <a:gd name="connsiteX23" fmla="*/ 52088 w 80458"/>
                    <a:gd name="connsiteY23" fmla="*/ 18619 h 39875"/>
                    <a:gd name="connsiteX24" fmla="*/ 48896 w 80458"/>
                    <a:gd name="connsiteY24" fmla="*/ 19195 h 39875"/>
                    <a:gd name="connsiteX25" fmla="*/ 42468 w 80458"/>
                    <a:gd name="connsiteY25" fmla="*/ 20038 h 39875"/>
                    <a:gd name="connsiteX26" fmla="*/ 29568 w 80458"/>
                    <a:gd name="connsiteY26" fmla="*/ 20259 h 39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80458" h="39875">
                      <a:moveTo>
                        <a:pt x="29568" y="20259"/>
                      </a:moveTo>
                      <a:cubicBezTo>
                        <a:pt x="23406" y="19949"/>
                        <a:pt x="17244" y="17555"/>
                        <a:pt x="13342" y="13565"/>
                      </a:cubicBezTo>
                      <a:cubicBezTo>
                        <a:pt x="9264" y="9753"/>
                        <a:pt x="7181" y="4832"/>
                        <a:pt x="7313" y="0"/>
                      </a:cubicBezTo>
                      <a:lnTo>
                        <a:pt x="3279" y="5142"/>
                      </a:lnTo>
                      <a:cubicBezTo>
                        <a:pt x="-45" y="9398"/>
                        <a:pt x="-1154" y="15250"/>
                        <a:pt x="1417" y="21146"/>
                      </a:cubicBezTo>
                      <a:cubicBezTo>
                        <a:pt x="2570" y="24160"/>
                        <a:pt x="4742" y="27086"/>
                        <a:pt x="7668" y="29702"/>
                      </a:cubicBezTo>
                      <a:cubicBezTo>
                        <a:pt x="9087" y="31076"/>
                        <a:pt x="10771" y="32273"/>
                        <a:pt x="12678" y="33293"/>
                      </a:cubicBezTo>
                      <a:cubicBezTo>
                        <a:pt x="14584" y="34312"/>
                        <a:pt x="16534" y="35376"/>
                        <a:pt x="18751" y="36041"/>
                      </a:cubicBezTo>
                      <a:cubicBezTo>
                        <a:pt x="21898" y="36928"/>
                        <a:pt x="25046" y="37992"/>
                        <a:pt x="28282" y="38479"/>
                      </a:cubicBezTo>
                      <a:lnTo>
                        <a:pt x="33159" y="39277"/>
                      </a:lnTo>
                      <a:lnTo>
                        <a:pt x="35597" y="39632"/>
                      </a:lnTo>
                      <a:lnTo>
                        <a:pt x="38434" y="39765"/>
                      </a:lnTo>
                      <a:cubicBezTo>
                        <a:pt x="45970" y="40208"/>
                        <a:pt x="53772" y="39322"/>
                        <a:pt x="60732" y="37149"/>
                      </a:cubicBezTo>
                      <a:cubicBezTo>
                        <a:pt x="63126" y="36396"/>
                        <a:pt x="65564" y="35509"/>
                        <a:pt x="67559" y="34356"/>
                      </a:cubicBezTo>
                      <a:cubicBezTo>
                        <a:pt x="69510" y="33160"/>
                        <a:pt x="71283" y="31874"/>
                        <a:pt x="72879" y="30500"/>
                      </a:cubicBezTo>
                      <a:cubicBezTo>
                        <a:pt x="74519" y="29170"/>
                        <a:pt x="75805" y="27663"/>
                        <a:pt x="76780" y="26155"/>
                      </a:cubicBezTo>
                      <a:cubicBezTo>
                        <a:pt x="77800" y="24648"/>
                        <a:pt x="78642" y="23097"/>
                        <a:pt x="79263" y="21589"/>
                      </a:cubicBezTo>
                      <a:cubicBezTo>
                        <a:pt x="80593" y="18619"/>
                        <a:pt x="80637" y="15516"/>
                        <a:pt x="80238" y="12812"/>
                      </a:cubicBezTo>
                      <a:cubicBezTo>
                        <a:pt x="79794" y="10063"/>
                        <a:pt x="78598" y="7625"/>
                        <a:pt x="76780" y="5541"/>
                      </a:cubicBezTo>
                      <a:lnTo>
                        <a:pt x="76470" y="5187"/>
                      </a:lnTo>
                      <a:cubicBezTo>
                        <a:pt x="74963" y="6561"/>
                        <a:pt x="73500" y="7980"/>
                        <a:pt x="71859" y="9221"/>
                      </a:cubicBezTo>
                      <a:cubicBezTo>
                        <a:pt x="70175" y="10418"/>
                        <a:pt x="68446" y="11570"/>
                        <a:pt x="66717" y="12679"/>
                      </a:cubicBezTo>
                      <a:cubicBezTo>
                        <a:pt x="63038" y="14674"/>
                        <a:pt x="59314" y="16535"/>
                        <a:pt x="55146" y="17688"/>
                      </a:cubicBezTo>
                      <a:cubicBezTo>
                        <a:pt x="54127" y="17998"/>
                        <a:pt x="53152" y="18353"/>
                        <a:pt x="52088" y="18619"/>
                      </a:cubicBezTo>
                      <a:lnTo>
                        <a:pt x="48896" y="19195"/>
                      </a:lnTo>
                      <a:cubicBezTo>
                        <a:pt x="46768" y="19594"/>
                        <a:pt x="44640" y="20038"/>
                        <a:pt x="42468" y="20038"/>
                      </a:cubicBezTo>
                      <a:cubicBezTo>
                        <a:pt x="38079" y="20437"/>
                        <a:pt x="33956" y="20259"/>
                        <a:pt x="29568" y="2025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73" name="Forme libre : forme 25672">
                  <a:extLst>
                    <a:ext uri="{FF2B5EF4-FFF2-40B4-BE49-F238E27FC236}">
                      <a16:creationId xmlns:a16="http://schemas.microsoft.com/office/drawing/2014/main" id="{88F0A200-6E27-4B43-B479-DABC126FFE22}"/>
                    </a:ext>
                  </a:extLst>
                </p:cNvPr>
                <p:cNvSpPr/>
                <p:nvPr/>
              </p:nvSpPr>
              <p:spPr>
                <a:xfrm>
                  <a:off x="7260902" y="1400307"/>
                  <a:ext cx="32994" cy="21032"/>
                </a:xfrm>
                <a:custGeom>
                  <a:avLst/>
                  <a:gdLst>
                    <a:gd name="connsiteX0" fmla="*/ 32299 w 32994"/>
                    <a:gd name="connsiteY0" fmla="*/ 6004 h 21032"/>
                    <a:gd name="connsiteX1" fmla="*/ 32876 w 32994"/>
                    <a:gd name="connsiteY1" fmla="*/ 10260 h 21032"/>
                    <a:gd name="connsiteX2" fmla="*/ 30526 w 32994"/>
                    <a:gd name="connsiteY2" fmla="*/ 14915 h 21032"/>
                    <a:gd name="connsiteX3" fmla="*/ 25162 w 32994"/>
                    <a:gd name="connsiteY3" fmla="*/ 18993 h 21032"/>
                    <a:gd name="connsiteX4" fmla="*/ 17271 w 32994"/>
                    <a:gd name="connsiteY4" fmla="*/ 21032 h 21032"/>
                    <a:gd name="connsiteX5" fmla="*/ 9114 w 32994"/>
                    <a:gd name="connsiteY5" fmla="*/ 20101 h 21032"/>
                    <a:gd name="connsiteX6" fmla="*/ 3484 w 32994"/>
                    <a:gd name="connsiteY6" fmla="*/ 16954 h 21032"/>
                    <a:gd name="connsiteX7" fmla="*/ 470 w 32994"/>
                    <a:gd name="connsiteY7" fmla="*/ 12831 h 21032"/>
                    <a:gd name="connsiteX8" fmla="*/ 248 w 32994"/>
                    <a:gd name="connsiteY8" fmla="*/ 8575 h 21032"/>
                    <a:gd name="connsiteX9" fmla="*/ 2509 w 32994"/>
                    <a:gd name="connsiteY9" fmla="*/ 4985 h 21032"/>
                    <a:gd name="connsiteX10" fmla="*/ 6321 w 32994"/>
                    <a:gd name="connsiteY10" fmla="*/ 2458 h 21032"/>
                    <a:gd name="connsiteX11" fmla="*/ 11020 w 32994"/>
                    <a:gd name="connsiteY11" fmla="*/ 950 h 21032"/>
                    <a:gd name="connsiteX12" fmla="*/ 15764 w 32994"/>
                    <a:gd name="connsiteY12" fmla="*/ 197 h 21032"/>
                    <a:gd name="connsiteX13" fmla="*/ 20596 w 32994"/>
                    <a:gd name="connsiteY13" fmla="*/ 241 h 21032"/>
                    <a:gd name="connsiteX14" fmla="*/ 25250 w 32994"/>
                    <a:gd name="connsiteY14" fmla="*/ 1083 h 21032"/>
                    <a:gd name="connsiteX15" fmla="*/ 29373 w 32994"/>
                    <a:gd name="connsiteY15" fmla="*/ 2901 h 21032"/>
                    <a:gd name="connsiteX16" fmla="*/ 32299 w 32994"/>
                    <a:gd name="connsiteY16" fmla="*/ 6004 h 21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2994" h="21032">
                      <a:moveTo>
                        <a:pt x="32299" y="6004"/>
                      </a:moveTo>
                      <a:cubicBezTo>
                        <a:pt x="32964" y="7290"/>
                        <a:pt x="33142" y="8753"/>
                        <a:pt x="32876" y="10260"/>
                      </a:cubicBezTo>
                      <a:cubicBezTo>
                        <a:pt x="32565" y="11723"/>
                        <a:pt x="31900" y="13540"/>
                        <a:pt x="30526" y="14915"/>
                      </a:cubicBezTo>
                      <a:cubicBezTo>
                        <a:pt x="29196" y="16333"/>
                        <a:pt x="27379" y="17752"/>
                        <a:pt x="25162" y="18993"/>
                      </a:cubicBezTo>
                      <a:cubicBezTo>
                        <a:pt x="22857" y="19968"/>
                        <a:pt x="20153" y="20678"/>
                        <a:pt x="17271" y="21032"/>
                      </a:cubicBezTo>
                      <a:cubicBezTo>
                        <a:pt x="14345" y="21032"/>
                        <a:pt x="11552" y="20722"/>
                        <a:pt x="9114" y="20101"/>
                      </a:cubicBezTo>
                      <a:cubicBezTo>
                        <a:pt x="6898" y="19215"/>
                        <a:pt x="4991" y="18151"/>
                        <a:pt x="3484" y="16954"/>
                      </a:cubicBezTo>
                      <a:cubicBezTo>
                        <a:pt x="1977" y="15801"/>
                        <a:pt x="1002" y="14205"/>
                        <a:pt x="470" y="12831"/>
                      </a:cubicBezTo>
                      <a:cubicBezTo>
                        <a:pt x="-62" y="11368"/>
                        <a:pt x="-151" y="9950"/>
                        <a:pt x="248" y="8575"/>
                      </a:cubicBezTo>
                      <a:cubicBezTo>
                        <a:pt x="647" y="7201"/>
                        <a:pt x="1489" y="6004"/>
                        <a:pt x="2509" y="4985"/>
                      </a:cubicBezTo>
                      <a:cubicBezTo>
                        <a:pt x="3573" y="3921"/>
                        <a:pt x="4858" y="3300"/>
                        <a:pt x="6321" y="2458"/>
                      </a:cubicBezTo>
                      <a:cubicBezTo>
                        <a:pt x="7784" y="1704"/>
                        <a:pt x="9336" y="1172"/>
                        <a:pt x="11020" y="950"/>
                      </a:cubicBezTo>
                      <a:cubicBezTo>
                        <a:pt x="12572" y="418"/>
                        <a:pt x="14124" y="108"/>
                        <a:pt x="15764" y="197"/>
                      </a:cubicBezTo>
                      <a:cubicBezTo>
                        <a:pt x="17404" y="-114"/>
                        <a:pt x="19000" y="-25"/>
                        <a:pt x="20596" y="241"/>
                      </a:cubicBezTo>
                      <a:cubicBezTo>
                        <a:pt x="22148" y="241"/>
                        <a:pt x="23743" y="551"/>
                        <a:pt x="25250" y="1083"/>
                      </a:cubicBezTo>
                      <a:cubicBezTo>
                        <a:pt x="26802" y="1704"/>
                        <a:pt x="28132" y="2059"/>
                        <a:pt x="29373" y="2901"/>
                      </a:cubicBezTo>
                      <a:cubicBezTo>
                        <a:pt x="30615" y="3699"/>
                        <a:pt x="31634" y="4719"/>
                        <a:pt x="32299" y="600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74" name="Forme libre : forme 25673">
                  <a:extLst>
                    <a:ext uri="{FF2B5EF4-FFF2-40B4-BE49-F238E27FC236}">
                      <a16:creationId xmlns:a16="http://schemas.microsoft.com/office/drawing/2014/main" id="{C6DF133A-3AA4-43BE-A05C-0A095F606A95}"/>
                    </a:ext>
                  </a:extLst>
                </p:cNvPr>
                <p:cNvSpPr/>
                <p:nvPr/>
              </p:nvSpPr>
              <p:spPr>
                <a:xfrm>
                  <a:off x="7260933" y="1401833"/>
                  <a:ext cx="26284" cy="19509"/>
                </a:xfrm>
                <a:custGeom>
                  <a:avLst/>
                  <a:gdLst>
                    <a:gd name="connsiteX0" fmla="*/ 8596 w 26284"/>
                    <a:gd name="connsiteY0" fmla="*/ 0 h 19509"/>
                    <a:gd name="connsiteX1" fmla="*/ 3365 w 26284"/>
                    <a:gd name="connsiteY1" fmla="*/ 2748 h 19509"/>
                    <a:gd name="connsiteX2" fmla="*/ 262 w 26284"/>
                    <a:gd name="connsiteY2" fmla="*/ 7049 h 19509"/>
                    <a:gd name="connsiteX3" fmla="*/ 483 w 26284"/>
                    <a:gd name="connsiteY3" fmla="*/ 11304 h 19509"/>
                    <a:gd name="connsiteX4" fmla="*/ 3498 w 26284"/>
                    <a:gd name="connsiteY4" fmla="*/ 15427 h 19509"/>
                    <a:gd name="connsiteX5" fmla="*/ 9128 w 26284"/>
                    <a:gd name="connsiteY5" fmla="*/ 18575 h 19509"/>
                    <a:gd name="connsiteX6" fmla="*/ 17285 w 26284"/>
                    <a:gd name="connsiteY6" fmla="*/ 19506 h 19509"/>
                    <a:gd name="connsiteX7" fmla="*/ 26284 w 26284"/>
                    <a:gd name="connsiteY7" fmla="*/ 16801 h 19509"/>
                    <a:gd name="connsiteX8" fmla="*/ 21186 w 26284"/>
                    <a:gd name="connsiteY8" fmla="*/ 17067 h 19509"/>
                    <a:gd name="connsiteX9" fmla="*/ 10502 w 26284"/>
                    <a:gd name="connsiteY9" fmla="*/ 10373 h 19509"/>
                    <a:gd name="connsiteX10" fmla="*/ 8596 w 26284"/>
                    <a:gd name="connsiteY10" fmla="*/ 0 h 19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284" h="19509">
                      <a:moveTo>
                        <a:pt x="8596" y="0"/>
                      </a:moveTo>
                      <a:cubicBezTo>
                        <a:pt x="6645" y="665"/>
                        <a:pt x="4828" y="1685"/>
                        <a:pt x="3365" y="2748"/>
                      </a:cubicBezTo>
                      <a:cubicBezTo>
                        <a:pt x="1902" y="3857"/>
                        <a:pt x="749" y="5320"/>
                        <a:pt x="262" y="7049"/>
                      </a:cubicBezTo>
                      <a:cubicBezTo>
                        <a:pt x="-137" y="8423"/>
                        <a:pt x="-93" y="9886"/>
                        <a:pt x="483" y="11304"/>
                      </a:cubicBezTo>
                      <a:cubicBezTo>
                        <a:pt x="1015" y="12723"/>
                        <a:pt x="2035" y="14319"/>
                        <a:pt x="3498" y="15427"/>
                      </a:cubicBezTo>
                      <a:cubicBezTo>
                        <a:pt x="4961" y="16624"/>
                        <a:pt x="6867" y="17688"/>
                        <a:pt x="9128" y="18575"/>
                      </a:cubicBezTo>
                      <a:cubicBezTo>
                        <a:pt x="11566" y="19195"/>
                        <a:pt x="14359" y="19550"/>
                        <a:pt x="17285" y="19506"/>
                      </a:cubicBezTo>
                      <a:cubicBezTo>
                        <a:pt x="20610" y="18974"/>
                        <a:pt x="23846" y="18309"/>
                        <a:pt x="26284" y="16801"/>
                      </a:cubicBezTo>
                      <a:cubicBezTo>
                        <a:pt x="24688" y="17333"/>
                        <a:pt x="22870" y="17200"/>
                        <a:pt x="21186" y="17067"/>
                      </a:cubicBezTo>
                      <a:cubicBezTo>
                        <a:pt x="16487" y="16403"/>
                        <a:pt x="12586" y="13344"/>
                        <a:pt x="10502" y="10373"/>
                      </a:cubicBezTo>
                      <a:cubicBezTo>
                        <a:pt x="8374" y="7137"/>
                        <a:pt x="7842" y="3413"/>
                        <a:pt x="8596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75" name="Forme libre : forme 25674">
                  <a:extLst>
                    <a:ext uri="{FF2B5EF4-FFF2-40B4-BE49-F238E27FC236}">
                      <a16:creationId xmlns:a16="http://schemas.microsoft.com/office/drawing/2014/main" id="{2BCB2641-7FB0-4F48-94BC-E9D57CC1EF04}"/>
                    </a:ext>
                  </a:extLst>
                </p:cNvPr>
                <p:cNvSpPr/>
                <p:nvPr/>
              </p:nvSpPr>
              <p:spPr>
                <a:xfrm>
                  <a:off x="7261976" y="1402406"/>
                  <a:ext cx="34557" cy="21202"/>
                </a:xfrm>
                <a:custGeom>
                  <a:avLst/>
                  <a:gdLst>
                    <a:gd name="connsiteX0" fmla="*/ 33796 w 34557"/>
                    <a:gd name="connsiteY0" fmla="*/ 5234 h 21202"/>
                    <a:gd name="connsiteX1" fmla="*/ 32156 w 34557"/>
                    <a:gd name="connsiteY1" fmla="*/ 14278 h 21202"/>
                    <a:gd name="connsiteX2" fmla="*/ 26703 w 34557"/>
                    <a:gd name="connsiteY2" fmla="*/ 18534 h 21202"/>
                    <a:gd name="connsiteX3" fmla="*/ 18591 w 34557"/>
                    <a:gd name="connsiteY3" fmla="*/ 20972 h 21202"/>
                    <a:gd name="connsiteX4" fmla="*/ 14158 w 34557"/>
                    <a:gd name="connsiteY4" fmla="*/ 21061 h 21202"/>
                    <a:gd name="connsiteX5" fmla="*/ 10035 w 34557"/>
                    <a:gd name="connsiteY5" fmla="*/ 20396 h 21202"/>
                    <a:gd name="connsiteX6" fmla="*/ 3917 w 34557"/>
                    <a:gd name="connsiteY6" fmla="*/ 17470 h 21202"/>
                    <a:gd name="connsiteX7" fmla="*/ 593 w 34557"/>
                    <a:gd name="connsiteY7" fmla="*/ 13480 h 21202"/>
                    <a:gd name="connsiteX8" fmla="*/ 193 w 34557"/>
                    <a:gd name="connsiteY8" fmla="*/ 9180 h 21202"/>
                    <a:gd name="connsiteX9" fmla="*/ 2410 w 34557"/>
                    <a:gd name="connsiteY9" fmla="*/ 5589 h 21202"/>
                    <a:gd name="connsiteX10" fmla="*/ 6311 w 34557"/>
                    <a:gd name="connsiteY10" fmla="*/ 2929 h 21202"/>
                    <a:gd name="connsiteX11" fmla="*/ 11055 w 34557"/>
                    <a:gd name="connsiteY11" fmla="*/ 1200 h 21202"/>
                    <a:gd name="connsiteX12" fmla="*/ 13537 w 34557"/>
                    <a:gd name="connsiteY12" fmla="*/ 624 h 21202"/>
                    <a:gd name="connsiteX13" fmla="*/ 16152 w 34557"/>
                    <a:gd name="connsiteY13" fmla="*/ 225 h 21202"/>
                    <a:gd name="connsiteX14" fmla="*/ 21384 w 34557"/>
                    <a:gd name="connsiteY14" fmla="*/ 3 h 21202"/>
                    <a:gd name="connsiteX15" fmla="*/ 26349 w 34557"/>
                    <a:gd name="connsiteY15" fmla="*/ 668 h 21202"/>
                    <a:gd name="connsiteX16" fmla="*/ 33796 w 34557"/>
                    <a:gd name="connsiteY16" fmla="*/ 5234 h 2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4557" h="21202">
                      <a:moveTo>
                        <a:pt x="33796" y="5234"/>
                      </a:moveTo>
                      <a:cubicBezTo>
                        <a:pt x="35215" y="7761"/>
                        <a:pt x="34639" y="10997"/>
                        <a:pt x="32156" y="14278"/>
                      </a:cubicBezTo>
                      <a:cubicBezTo>
                        <a:pt x="30915" y="15874"/>
                        <a:pt x="28920" y="17204"/>
                        <a:pt x="26703" y="18534"/>
                      </a:cubicBezTo>
                      <a:cubicBezTo>
                        <a:pt x="24487" y="19952"/>
                        <a:pt x="21561" y="20484"/>
                        <a:pt x="18591" y="20972"/>
                      </a:cubicBezTo>
                      <a:cubicBezTo>
                        <a:pt x="17084" y="21238"/>
                        <a:pt x="15621" y="21282"/>
                        <a:pt x="14158" y="21061"/>
                      </a:cubicBezTo>
                      <a:cubicBezTo>
                        <a:pt x="12739" y="20928"/>
                        <a:pt x="11321" y="20706"/>
                        <a:pt x="10035" y="20396"/>
                      </a:cubicBezTo>
                      <a:cubicBezTo>
                        <a:pt x="7375" y="19908"/>
                        <a:pt x="5558" y="18622"/>
                        <a:pt x="3917" y="17470"/>
                      </a:cubicBezTo>
                      <a:cubicBezTo>
                        <a:pt x="2366" y="16229"/>
                        <a:pt x="1213" y="14987"/>
                        <a:pt x="593" y="13480"/>
                      </a:cubicBezTo>
                      <a:cubicBezTo>
                        <a:pt x="-28" y="12017"/>
                        <a:pt x="-161" y="10554"/>
                        <a:pt x="193" y="9180"/>
                      </a:cubicBezTo>
                      <a:cubicBezTo>
                        <a:pt x="548" y="7761"/>
                        <a:pt x="1346" y="6564"/>
                        <a:pt x="2410" y="5589"/>
                      </a:cubicBezTo>
                      <a:cubicBezTo>
                        <a:pt x="3474" y="4658"/>
                        <a:pt x="4804" y="3594"/>
                        <a:pt x="6311" y="2929"/>
                      </a:cubicBezTo>
                      <a:cubicBezTo>
                        <a:pt x="7774" y="2131"/>
                        <a:pt x="9459" y="1865"/>
                        <a:pt x="11055" y="1200"/>
                      </a:cubicBezTo>
                      <a:cubicBezTo>
                        <a:pt x="11853" y="934"/>
                        <a:pt x="12695" y="757"/>
                        <a:pt x="13537" y="624"/>
                      </a:cubicBezTo>
                      <a:cubicBezTo>
                        <a:pt x="14379" y="580"/>
                        <a:pt x="15266" y="447"/>
                        <a:pt x="16152" y="225"/>
                      </a:cubicBezTo>
                      <a:cubicBezTo>
                        <a:pt x="17926" y="-130"/>
                        <a:pt x="19699" y="181"/>
                        <a:pt x="21384" y="3"/>
                      </a:cubicBezTo>
                      <a:cubicBezTo>
                        <a:pt x="23068" y="-41"/>
                        <a:pt x="24797" y="358"/>
                        <a:pt x="26349" y="668"/>
                      </a:cubicBezTo>
                      <a:cubicBezTo>
                        <a:pt x="29496" y="1200"/>
                        <a:pt x="32422" y="2708"/>
                        <a:pt x="33796" y="523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76" name="Forme libre : forme 25675">
                  <a:extLst>
                    <a:ext uri="{FF2B5EF4-FFF2-40B4-BE49-F238E27FC236}">
                      <a16:creationId xmlns:a16="http://schemas.microsoft.com/office/drawing/2014/main" id="{6BEDEC30-E3AE-4DD9-94C6-A4C38ADE59EE}"/>
                    </a:ext>
                  </a:extLst>
                </p:cNvPr>
                <p:cNvSpPr/>
                <p:nvPr/>
              </p:nvSpPr>
              <p:spPr>
                <a:xfrm>
                  <a:off x="7244111" y="1390971"/>
                  <a:ext cx="48128" cy="42070"/>
                </a:xfrm>
                <a:custGeom>
                  <a:avLst/>
                  <a:gdLst>
                    <a:gd name="connsiteX0" fmla="*/ 3651 w 48128"/>
                    <a:gd name="connsiteY0" fmla="*/ 13699 h 42070"/>
                    <a:gd name="connsiteX1" fmla="*/ 16 w 48128"/>
                    <a:gd name="connsiteY1" fmla="*/ 22698 h 42070"/>
                    <a:gd name="connsiteX2" fmla="*/ 16152 w 48128"/>
                    <a:gd name="connsiteY2" fmla="*/ 39898 h 42070"/>
                    <a:gd name="connsiteX3" fmla="*/ 22092 w 48128"/>
                    <a:gd name="connsiteY3" fmla="*/ 41450 h 42070"/>
                    <a:gd name="connsiteX4" fmla="*/ 25240 w 48128"/>
                    <a:gd name="connsiteY4" fmla="*/ 41982 h 42070"/>
                    <a:gd name="connsiteX5" fmla="*/ 28786 w 48128"/>
                    <a:gd name="connsiteY5" fmla="*/ 42071 h 42070"/>
                    <a:gd name="connsiteX6" fmla="*/ 35658 w 48128"/>
                    <a:gd name="connsiteY6" fmla="*/ 41406 h 42070"/>
                    <a:gd name="connsiteX7" fmla="*/ 41731 w 48128"/>
                    <a:gd name="connsiteY7" fmla="*/ 39101 h 42070"/>
                    <a:gd name="connsiteX8" fmla="*/ 47539 w 48128"/>
                    <a:gd name="connsiteY8" fmla="*/ 33471 h 42070"/>
                    <a:gd name="connsiteX9" fmla="*/ 46785 w 48128"/>
                    <a:gd name="connsiteY9" fmla="*/ 28062 h 42070"/>
                    <a:gd name="connsiteX10" fmla="*/ 38850 w 48128"/>
                    <a:gd name="connsiteY10" fmla="*/ 25092 h 42070"/>
                    <a:gd name="connsiteX11" fmla="*/ 34195 w 48128"/>
                    <a:gd name="connsiteY11" fmla="*/ 23274 h 42070"/>
                    <a:gd name="connsiteX12" fmla="*/ 30249 w 48128"/>
                    <a:gd name="connsiteY12" fmla="*/ 20570 h 42070"/>
                    <a:gd name="connsiteX13" fmla="*/ 27102 w 48128"/>
                    <a:gd name="connsiteY13" fmla="*/ 17511 h 42070"/>
                    <a:gd name="connsiteX14" fmla="*/ 24664 w 48128"/>
                    <a:gd name="connsiteY14" fmla="*/ 13876 h 42070"/>
                    <a:gd name="connsiteX15" fmla="*/ 22758 w 48128"/>
                    <a:gd name="connsiteY15" fmla="*/ 9931 h 42070"/>
                    <a:gd name="connsiteX16" fmla="*/ 20807 w 48128"/>
                    <a:gd name="connsiteY16" fmla="*/ 5187 h 42070"/>
                    <a:gd name="connsiteX17" fmla="*/ 18546 w 48128"/>
                    <a:gd name="connsiteY17" fmla="*/ 1464 h 42070"/>
                    <a:gd name="connsiteX18" fmla="*/ 15266 w 48128"/>
                    <a:gd name="connsiteY18" fmla="*/ 1 h 42070"/>
                    <a:gd name="connsiteX19" fmla="*/ 8483 w 48128"/>
                    <a:gd name="connsiteY19" fmla="*/ 5365 h 42070"/>
                    <a:gd name="connsiteX20" fmla="*/ 3651 w 48128"/>
                    <a:gd name="connsiteY20" fmla="*/ 13699 h 42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128" h="42070">
                      <a:moveTo>
                        <a:pt x="3651" y="13699"/>
                      </a:moveTo>
                      <a:cubicBezTo>
                        <a:pt x="1966" y="16492"/>
                        <a:pt x="104" y="19329"/>
                        <a:pt x="16" y="22698"/>
                      </a:cubicBezTo>
                      <a:cubicBezTo>
                        <a:pt x="-383" y="29215"/>
                        <a:pt x="6843" y="36485"/>
                        <a:pt x="16152" y="39898"/>
                      </a:cubicBezTo>
                      <a:cubicBezTo>
                        <a:pt x="18058" y="40519"/>
                        <a:pt x="20053" y="41051"/>
                        <a:pt x="22092" y="41450"/>
                      </a:cubicBezTo>
                      <a:cubicBezTo>
                        <a:pt x="23157" y="41627"/>
                        <a:pt x="24087" y="41893"/>
                        <a:pt x="25240" y="41982"/>
                      </a:cubicBezTo>
                      <a:cubicBezTo>
                        <a:pt x="26437" y="42026"/>
                        <a:pt x="27590" y="42071"/>
                        <a:pt x="28786" y="42071"/>
                      </a:cubicBezTo>
                      <a:cubicBezTo>
                        <a:pt x="31136" y="42026"/>
                        <a:pt x="33486" y="41938"/>
                        <a:pt x="35658" y="41406"/>
                      </a:cubicBezTo>
                      <a:cubicBezTo>
                        <a:pt x="37830" y="40785"/>
                        <a:pt x="39869" y="40031"/>
                        <a:pt x="41731" y="39101"/>
                      </a:cubicBezTo>
                      <a:cubicBezTo>
                        <a:pt x="44568" y="37815"/>
                        <a:pt x="46563" y="35465"/>
                        <a:pt x="47539" y="33471"/>
                      </a:cubicBezTo>
                      <a:cubicBezTo>
                        <a:pt x="48514" y="31387"/>
                        <a:pt x="48292" y="29481"/>
                        <a:pt x="46785" y="28062"/>
                      </a:cubicBezTo>
                      <a:cubicBezTo>
                        <a:pt x="44834" y="26245"/>
                        <a:pt x="41731" y="26156"/>
                        <a:pt x="38850" y="25092"/>
                      </a:cubicBezTo>
                      <a:cubicBezTo>
                        <a:pt x="37165" y="24560"/>
                        <a:pt x="35614" y="23939"/>
                        <a:pt x="34195" y="23274"/>
                      </a:cubicBezTo>
                      <a:cubicBezTo>
                        <a:pt x="32776" y="22565"/>
                        <a:pt x="31402" y="21501"/>
                        <a:pt x="30249" y="20570"/>
                      </a:cubicBezTo>
                      <a:cubicBezTo>
                        <a:pt x="29052" y="19595"/>
                        <a:pt x="27989" y="18575"/>
                        <a:pt x="27102" y="17511"/>
                      </a:cubicBezTo>
                      <a:cubicBezTo>
                        <a:pt x="26171" y="16314"/>
                        <a:pt x="25373" y="15073"/>
                        <a:pt x="24664" y="13876"/>
                      </a:cubicBezTo>
                      <a:cubicBezTo>
                        <a:pt x="24087" y="12812"/>
                        <a:pt x="23423" y="11438"/>
                        <a:pt x="22758" y="9931"/>
                      </a:cubicBezTo>
                      <a:cubicBezTo>
                        <a:pt x="22137" y="8335"/>
                        <a:pt x="21472" y="6650"/>
                        <a:pt x="20807" y="5187"/>
                      </a:cubicBezTo>
                      <a:cubicBezTo>
                        <a:pt x="20098" y="3769"/>
                        <a:pt x="19388" y="2483"/>
                        <a:pt x="18546" y="1464"/>
                      </a:cubicBezTo>
                      <a:cubicBezTo>
                        <a:pt x="17704" y="444"/>
                        <a:pt x="16640" y="89"/>
                        <a:pt x="15266" y="1"/>
                      </a:cubicBezTo>
                      <a:cubicBezTo>
                        <a:pt x="12783" y="-44"/>
                        <a:pt x="10434" y="2395"/>
                        <a:pt x="8483" y="5365"/>
                      </a:cubicBezTo>
                      <a:cubicBezTo>
                        <a:pt x="6355" y="8246"/>
                        <a:pt x="4848" y="11748"/>
                        <a:pt x="3651" y="1369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77" name="Forme libre : forme 25676">
                  <a:extLst>
                    <a:ext uri="{FF2B5EF4-FFF2-40B4-BE49-F238E27FC236}">
                      <a16:creationId xmlns:a16="http://schemas.microsoft.com/office/drawing/2014/main" id="{583B5E9F-4023-4C29-99C4-E05DA45C9378}"/>
                    </a:ext>
                  </a:extLst>
                </p:cNvPr>
                <p:cNvSpPr/>
                <p:nvPr/>
              </p:nvSpPr>
              <p:spPr>
                <a:xfrm>
                  <a:off x="7257543" y="1393522"/>
                  <a:ext cx="12181" cy="8428"/>
                </a:xfrm>
                <a:custGeom>
                  <a:avLst/>
                  <a:gdLst>
                    <a:gd name="connsiteX0" fmla="*/ 1657 w 12181"/>
                    <a:gd name="connsiteY0" fmla="*/ 3701 h 8428"/>
                    <a:gd name="connsiteX1" fmla="*/ 194 w 12181"/>
                    <a:gd name="connsiteY1" fmla="*/ 5519 h 8428"/>
                    <a:gd name="connsiteX2" fmla="*/ 460 w 12181"/>
                    <a:gd name="connsiteY2" fmla="*/ 7691 h 8428"/>
                    <a:gd name="connsiteX3" fmla="*/ 2455 w 12181"/>
                    <a:gd name="connsiteY3" fmla="*/ 8400 h 8428"/>
                    <a:gd name="connsiteX4" fmla="*/ 7907 w 12181"/>
                    <a:gd name="connsiteY4" fmla="*/ 7780 h 8428"/>
                    <a:gd name="connsiteX5" fmla="*/ 9902 w 12181"/>
                    <a:gd name="connsiteY5" fmla="*/ 6893 h 8428"/>
                    <a:gd name="connsiteX6" fmla="*/ 12163 w 12181"/>
                    <a:gd name="connsiteY6" fmla="*/ 2682 h 8428"/>
                    <a:gd name="connsiteX7" fmla="*/ 10079 w 12181"/>
                    <a:gd name="connsiteY7" fmla="*/ 22 h 8428"/>
                    <a:gd name="connsiteX8" fmla="*/ 5824 w 12181"/>
                    <a:gd name="connsiteY8" fmla="*/ 1130 h 8428"/>
                    <a:gd name="connsiteX9" fmla="*/ 1657 w 12181"/>
                    <a:gd name="connsiteY9" fmla="*/ 3701 h 8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181" h="8428">
                      <a:moveTo>
                        <a:pt x="1657" y="3701"/>
                      </a:moveTo>
                      <a:cubicBezTo>
                        <a:pt x="1080" y="4189"/>
                        <a:pt x="504" y="4765"/>
                        <a:pt x="194" y="5519"/>
                      </a:cubicBezTo>
                      <a:cubicBezTo>
                        <a:pt x="-117" y="6228"/>
                        <a:pt x="-72" y="7159"/>
                        <a:pt x="460" y="7691"/>
                      </a:cubicBezTo>
                      <a:cubicBezTo>
                        <a:pt x="947" y="8223"/>
                        <a:pt x="1745" y="8356"/>
                        <a:pt x="2455" y="8400"/>
                      </a:cubicBezTo>
                      <a:cubicBezTo>
                        <a:pt x="4316" y="8533"/>
                        <a:pt x="6178" y="8179"/>
                        <a:pt x="7907" y="7780"/>
                      </a:cubicBezTo>
                      <a:cubicBezTo>
                        <a:pt x="8617" y="7602"/>
                        <a:pt x="9326" y="7381"/>
                        <a:pt x="9902" y="6893"/>
                      </a:cubicBezTo>
                      <a:cubicBezTo>
                        <a:pt x="11144" y="5874"/>
                        <a:pt x="12030" y="4145"/>
                        <a:pt x="12163" y="2682"/>
                      </a:cubicBezTo>
                      <a:cubicBezTo>
                        <a:pt x="12296" y="1174"/>
                        <a:pt x="11720" y="110"/>
                        <a:pt x="10079" y="22"/>
                      </a:cubicBezTo>
                      <a:cubicBezTo>
                        <a:pt x="8794" y="-111"/>
                        <a:pt x="7331" y="376"/>
                        <a:pt x="5824" y="1130"/>
                      </a:cubicBezTo>
                      <a:cubicBezTo>
                        <a:pt x="4316" y="1751"/>
                        <a:pt x="2853" y="2682"/>
                        <a:pt x="1657" y="370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78" name="Forme libre : forme 25677">
                  <a:extLst>
                    <a:ext uri="{FF2B5EF4-FFF2-40B4-BE49-F238E27FC236}">
                      <a16:creationId xmlns:a16="http://schemas.microsoft.com/office/drawing/2014/main" id="{46FBA3FE-7DC0-4871-AEEE-B295D321A763}"/>
                    </a:ext>
                  </a:extLst>
                </p:cNvPr>
                <p:cNvSpPr/>
                <p:nvPr/>
              </p:nvSpPr>
              <p:spPr>
                <a:xfrm>
                  <a:off x="7293822" y="1402676"/>
                  <a:ext cx="16057" cy="30499"/>
                </a:xfrm>
                <a:custGeom>
                  <a:avLst/>
                  <a:gdLst>
                    <a:gd name="connsiteX0" fmla="*/ 12501 w 16057"/>
                    <a:gd name="connsiteY0" fmla="*/ 0 h 30499"/>
                    <a:gd name="connsiteX1" fmla="*/ 15959 w 16057"/>
                    <a:gd name="connsiteY1" fmla="*/ 8334 h 30499"/>
                    <a:gd name="connsiteX2" fmla="*/ 13742 w 16057"/>
                    <a:gd name="connsiteY2" fmla="*/ 18309 h 30499"/>
                    <a:gd name="connsiteX3" fmla="*/ 8955 w 16057"/>
                    <a:gd name="connsiteY3" fmla="*/ 24426 h 30499"/>
                    <a:gd name="connsiteX4" fmla="*/ 5187 w 16057"/>
                    <a:gd name="connsiteY4" fmla="*/ 27618 h 30499"/>
                    <a:gd name="connsiteX5" fmla="*/ 0 w 16057"/>
                    <a:gd name="connsiteY5" fmla="*/ 30500 h 30499"/>
                    <a:gd name="connsiteX6" fmla="*/ 3591 w 16057"/>
                    <a:gd name="connsiteY6" fmla="*/ 28239 h 30499"/>
                    <a:gd name="connsiteX7" fmla="*/ 10152 w 16057"/>
                    <a:gd name="connsiteY7" fmla="*/ 21456 h 30499"/>
                    <a:gd name="connsiteX8" fmla="*/ 14230 w 16057"/>
                    <a:gd name="connsiteY8" fmla="*/ 11349 h 30499"/>
                    <a:gd name="connsiteX9" fmla="*/ 12501 w 16057"/>
                    <a:gd name="connsiteY9" fmla="*/ 0 h 30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057" h="30499">
                      <a:moveTo>
                        <a:pt x="12501" y="0"/>
                      </a:moveTo>
                      <a:cubicBezTo>
                        <a:pt x="12501" y="0"/>
                        <a:pt x="15294" y="2926"/>
                        <a:pt x="15959" y="8334"/>
                      </a:cubicBezTo>
                      <a:cubicBezTo>
                        <a:pt x="16314" y="11083"/>
                        <a:pt x="15737" y="14319"/>
                        <a:pt x="13742" y="18309"/>
                      </a:cubicBezTo>
                      <a:cubicBezTo>
                        <a:pt x="12812" y="20348"/>
                        <a:pt x="11171" y="22343"/>
                        <a:pt x="8955" y="24426"/>
                      </a:cubicBezTo>
                      <a:cubicBezTo>
                        <a:pt x="7846" y="25490"/>
                        <a:pt x="6605" y="26554"/>
                        <a:pt x="5187" y="27618"/>
                      </a:cubicBezTo>
                      <a:cubicBezTo>
                        <a:pt x="3635" y="28593"/>
                        <a:pt x="1906" y="29569"/>
                        <a:pt x="0" y="30500"/>
                      </a:cubicBezTo>
                      <a:cubicBezTo>
                        <a:pt x="0" y="30500"/>
                        <a:pt x="1463" y="29702"/>
                        <a:pt x="3591" y="28239"/>
                      </a:cubicBezTo>
                      <a:cubicBezTo>
                        <a:pt x="5763" y="26820"/>
                        <a:pt x="7980" y="24293"/>
                        <a:pt x="10152" y="21456"/>
                      </a:cubicBezTo>
                      <a:cubicBezTo>
                        <a:pt x="12413" y="18663"/>
                        <a:pt x="13610" y="14940"/>
                        <a:pt x="14230" y="11349"/>
                      </a:cubicBezTo>
                      <a:cubicBezTo>
                        <a:pt x="14895" y="7758"/>
                        <a:pt x="14230" y="3812"/>
                        <a:pt x="1250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79" name="Forme libre : forme 25678">
                  <a:extLst>
                    <a:ext uri="{FF2B5EF4-FFF2-40B4-BE49-F238E27FC236}">
                      <a16:creationId xmlns:a16="http://schemas.microsoft.com/office/drawing/2014/main" id="{0778397E-2CC3-4DB9-9864-A2568752C6A7}"/>
                    </a:ext>
                  </a:extLst>
                </p:cNvPr>
                <p:cNvSpPr/>
                <p:nvPr/>
              </p:nvSpPr>
              <p:spPr>
                <a:xfrm>
                  <a:off x="7245191" y="1382478"/>
                  <a:ext cx="23406" cy="10178"/>
                </a:xfrm>
                <a:custGeom>
                  <a:avLst/>
                  <a:gdLst>
                    <a:gd name="connsiteX0" fmla="*/ 23407 w 23406"/>
                    <a:gd name="connsiteY0" fmla="*/ 115 h 10178"/>
                    <a:gd name="connsiteX1" fmla="*/ 21678 w 23406"/>
                    <a:gd name="connsiteY1" fmla="*/ 26 h 10178"/>
                    <a:gd name="connsiteX2" fmla="*/ 17023 w 23406"/>
                    <a:gd name="connsiteY2" fmla="*/ 558 h 10178"/>
                    <a:gd name="connsiteX3" fmla="*/ 13610 w 23406"/>
                    <a:gd name="connsiteY3" fmla="*/ 1534 h 10178"/>
                    <a:gd name="connsiteX4" fmla="*/ 9576 w 23406"/>
                    <a:gd name="connsiteY4" fmla="*/ 3130 h 10178"/>
                    <a:gd name="connsiteX5" fmla="*/ 0 w 23406"/>
                    <a:gd name="connsiteY5" fmla="*/ 10178 h 10178"/>
                    <a:gd name="connsiteX6" fmla="*/ 2261 w 23406"/>
                    <a:gd name="connsiteY6" fmla="*/ 8538 h 10178"/>
                    <a:gd name="connsiteX7" fmla="*/ 8113 w 23406"/>
                    <a:gd name="connsiteY7" fmla="*/ 5125 h 10178"/>
                    <a:gd name="connsiteX8" fmla="*/ 15738 w 23406"/>
                    <a:gd name="connsiteY8" fmla="*/ 1800 h 10178"/>
                    <a:gd name="connsiteX9" fmla="*/ 19594 w 23406"/>
                    <a:gd name="connsiteY9" fmla="*/ 647 h 10178"/>
                    <a:gd name="connsiteX10" fmla="*/ 23407 w 23406"/>
                    <a:gd name="connsiteY10" fmla="*/ 115 h 10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406" h="10178">
                      <a:moveTo>
                        <a:pt x="23407" y="115"/>
                      </a:moveTo>
                      <a:cubicBezTo>
                        <a:pt x="23407" y="71"/>
                        <a:pt x="22786" y="115"/>
                        <a:pt x="21678" y="26"/>
                      </a:cubicBezTo>
                      <a:cubicBezTo>
                        <a:pt x="20614" y="-107"/>
                        <a:pt x="19018" y="293"/>
                        <a:pt x="17023" y="558"/>
                      </a:cubicBezTo>
                      <a:cubicBezTo>
                        <a:pt x="16004" y="736"/>
                        <a:pt x="14895" y="1090"/>
                        <a:pt x="13610" y="1534"/>
                      </a:cubicBezTo>
                      <a:cubicBezTo>
                        <a:pt x="12369" y="1888"/>
                        <a:pt x="11038" y="2376"/>
                        <a:pt x="9576" y="3130"/>
                      </a:cubicBezTo>
                      <a:cubicBezTo>
                        <a:pt x="6650" y="4637"/>
                        <a:pt x="3325" y="6676"/>
                        <a:pt x="0" y="10178"/>
                      </a:cubicBezTo>
                      <a:cubicBezTo>
                        <a:pt x="0" y="10178"/>
                        <a:pt x="842" y="9469"/>
                        <a:pt x="2261" y="8538"/>
                      </a:cubicBezTo>
                      <a:cubicBezTo>
                        <a:pt x="3680" y="7607"/>
                        <a:pt x="5763" y="6366"/>
                        <a:pt x="8113" y="5125"/>
                      </a:cubicBezTo>
                      <a:cubicBezTo>
                        <a:pt x="10462" y="3883"/>
                        <a:pt x="13122" y="2819"/>
                        <a:pt x="15738" y="1800"/>
                      </a:cubicBezTo>
                      <a:cubicBezTo>
                        <a:pt x="17023" y="1356"/>
                        <a:pt x="18353" y="1046"/>
                        <a:pt x="19594" y="647"/>
                      </a:cubicBezTo>
                      <a:cubicBezTo>
                        <a:pt x="20924" y="293"/>
                        <a:pt x="22165" y="337"/>
                        <a:pt x="23407" y="1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80" name="Forme libre : forme 25679">
                  <a:extLst>
                    <a:ext uri="{FF2B5EF4-FFF2-40B4-BE49-F238E27FC236}">
                      <a16:creationId xmlns:a16="http://schemas.microsoft.com/office/drawing/2014/main" id="{06DD0019-3D13-4EDA-AF14-A9449D2298FF}"/>
                    </a:ext>
                  </a:extLst>
                </p:cNvPr>
                <p:cNvSpPr/>
                <p:nvPr/>
              </p:nvSpPr>
              <p:spPr>
                <a:xfrm>
                  <a:off x="7274597" y="1402371"/>
                  <a:ext cx="11203" cy="6944"/>
                </a:xfrm>
                <a:custGeom>
                  <a:avLst/>
                  <a:gdLst>
                    <a:gd name="connsiteX0" fmla="*/ 11201 w 11203"/>
                    <a:gd name="connsiteY0" fmla="*/ 3984 h 6944"/>
                    <a:gd name="connsiteX1" fmla="*/ 9251 w 11203"/>
                    <a:gd name="connsiteY1" fmla="*/ 6422 h 6944"/>
                    <a:gd name="connsiteX2" fmla="*/ 4729 w 11203"/>
                    <a:gd name="connsiteY2" fmla="*/ 6821 h 6944"/>
                    <a:gd name="connsiteX3" fmla="*/ 916 w 11203"/>
                    <a:gd name="connsiteY3" fmla="*/ 4871 h 6944"/>
                    <a:gd name="connsiteX4" fmla="*/ 119 w 11203"/>
                    <a:gd name="connsiteY4" fmla="*/ 2078 h 6944"/>
                    <a:gd name="connsiteX5" fmla="*/ 2202 w 11203"/>
                    <a:gd name="connsiteY5" fmla="*/ 393 h 6944"/>
                    <a:gd name="connsiteX6" fmla="*/ 5882 w 11203"/>
                    <a:gd name="connsiteY6" fmla="*/ 171 h 6944"/>
                    <a:gd name="connsiteX7" fmla="*/ 9561 w 11203"/>
                    <a:gd name="connsiteY7" fmla="*/ 1546 h 6944"/>
                    <a:gd name="connsiteX8" fmla="*/ 11201 w 11203"/>
                    <a:gd name="connsiteY8" fmla="*/ 3984 h 6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03" h="6944">
                      <a:moveTo>
                        <a:pt x="11201" y="3984"/>
                      </a:moveTo>
                      <a:cubicBezTo>
                        <a:pt x="11157" y="4915"/>
                        <a:pt x="10403" y="5801"/>
                        <a:pt x="9251" y="6422"/>
                      </a:cubicBezTo>
                      <a:cubicBezTo>
                        <a:pt x="8054" y="6998"/>
                        <a:pt x="6413" y="7043"/>
                        <a:pt x="4729" y="6821"/>
                      </a:cubicBezTo>
                      <a:cubicBezTo>
                        <a:pt x="3089" y="6644"/>
                        <a:pt x="1714" y="5846"/>
                        <a:pt x="916" y="4871"/>
                      </a:cubicBezTo>
                      <a:cubicBezTo>
                        <a:pt x="119" y="3940"/>
                        <a:pt x="-192" y="2920"/>
                        <a:pt x="119" y="2078"/>
                      </a:cubicBezTo>
                      <a:cubicBezTo>
                        <a:pt x="429" y="1191"/>
                        <a:pt x="1182" y="615"/>
                        <a:pt x="2202" y="393"/>
                      </a:cubicBezTo>
                      <a:cubicBezTo>
                        <a:pt x="3222" y="-6"/>
                        <a:pt x="4463" y="-139"/>
                        <a:pt x="5882" y="171"/>
                      </a:cubicBezTo>
                      <a:cubicBezTo>
                        <a:pt x="7300" y="570"/>
                        <a:pt x="8586" y="925"/>
                        <a:pt x="9561" y="1546"/>
                      </a:cubicBezTo>
                      <a:cubicBezTo>
                        <a:pt x="10581" y="2211"/>
                        <a:pt x="11246" y="3053"/>
                        <a:pt x="11201" y="398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81" name="Forme libre : forme 25680">
                  <a:extLst>
                    <a:ext uri="{FF2B5EF4-FFF2-40B4-BE49-F238E27FC236}">
                      <a16:creationId xmlns:a16="http://schemas.microsoft.com/office/drawing/2014/main" id="{26CE6ED0-BDC9-43D2-8F19-0BD4822A5F0B}"/>
                    </a:ext>
                  </a:extLst>
                </p:cNvPr>
                <p:cNvSpPr/>
                <p:nvPr/>
              </p:nvSpPr>
              <p:spPr>
                <a:xfrm>
                  <a:off x="7284060" y="1404012"/>
                  <a:ext cx="3117" cy="3001"/>
                </a:xfrm>
                <a:custGeom>
                  <a:avLst/>
                  <a:gdLst>
                    <a:gd name="connsiteX0" fmla="*/ 3024 w 3117"/>
                    <a:gd name="connsiteY0" fmla="*/ 1013 h 3001"/>
                    <a:gd name="connsiteX1" fmla="*/ 2004 w 3117"/>
                    <a:gd name="connsiteY1" fmla="*/ 2919 h 3001"/>
                    <a:gd name="connsiteX2" fmla="*/ 54 w 3117"/>
                    <a:gd name="connsiteY2" fmla="*/ 1988 h 3001"/>
                    <a:gd name="connsiteX3" fmla="*/ 1073 w 3117"/>
                    <a:gd name="connsiteY3" fmla="*/ 82 h 3001"/>
                    <a:gd name="connsiteX4" fmla="*/ 3024 w 3117"/>
                    <a:gd name="connsiteY4" fmla="*/ 1013 h 3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17" h="3001">
                      <a:moveTo>
                        <a:pt x="3024" y="1013"/>
                      </a:moveTo>
                      <a:cubicBezTo>
                        <a:pt x="3334" y="1811"/>
                        <a:pt x="2847" y="2653"/>
                        <a:pt x="2004" y="2919"/>
                      </a:cubicBezTo>
                      <a:cubicBezTo>
                        <a:pt x="1162" y="3185"/>
                        <a:pt x="275" y="2786"/>
                        <a:pt x="54" y="1988"/>
                      </a:cubicBezTo>
                      <a:cubicBezTo>
                        <a:pt x="-168" y="1190"/>
                        <a:pt x="320" y="348"/>
                        <a:pt x="1073" y="82"/>
                      </a:cubicBezTo>
                      <a:cubicBezTo>
                        <a:pt x="1871" y="-184"/>
                        <a:pt x="2714" y="215"/>
                        <a:pt x="3024" y="10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82" name="Forme libre : forme 25681">
                  <a:extLst>
                    <a:ext uri="{FF2B5EF4-FFF2-40B4-BE49-F238E27FC236}">
                      <a16:creationId xmlns:a16="http://schemas.microsoft.com/office/drawing/2014/main" id="{C33F6C7B-C271-4ABC-9474-E5FBDA3C5A6C}"/>
                    </a:ext>
                  </a:extLst>
                </p:cNvPr>
                <p:cNvSpPr/>
                <p:nvPr/>
              </p:nvSpPr>
              <p:spPr>
                <a:xfrm>
                  <a:off x="7274639" y="1385547"/>
                  <a:ext cx="26515" cy="19523"/>
                </a:xfrm>
                <a:custGeom>
                  <a:avLst/>
                  <a:gdLst>
                    <a:gd name="connsiteX0" fmla="*/ 16124 w 26515"/>
                    <a:gd name="connsiteY0" fmla="*/ 4627 h 19523"/>
                    <a:gd name="connsiteX1" fmla="*/ 25433 w 26515"/>
                    <a:gd name="connsiteY1" fmla="*/ 14247 h 19523"/>
                    <a:gd name="connsiteX2" fmla="*/ 25744 w 26515"/>
                    <a:gd name="connsiteY2" fmla="*/ 18858 h 19523"/>
                    <a:gd name="connsiteX3" fmla="*/ 21266 w 26515"/>
                    <a:gd name="connsiteY3" fmla="*/ 18680 h 19523"/>
                    <a:gd name="connsiteX4" fmla="*/ 10139 w 26515"/>
                    <a:gd name="connsiteY4" fmla="*/ 10657 h 19523"/>
                    <a:gd name="connsiteX5" fmla="*/ 7125 w 26515"/>
                    <a:gd name="connsiteY5" fmla="*/ 9814 h 19523"/>
                    <a:gd name="connsiteX6" fmla="*/ 3224 w 26515"/>
                    <a:gd name="connsiteY6" fmla="*/ 8396 h 19523"/>
                    <a:gd name="connsiteX7" fmla="*/ 1628 w 26515"/>
                    <a:gd name="connsiteY7" fmla="*/ 7376 h 19523"/>
                    <a:gd name="connsiteX8" fmla="*/ 519 w 26515"/>
                    <a:gd name="connsiteY8" fmla="*/ 5958 h 19523"/>
                    <a:gd name="connsiteX9" fmla="*/ 165 w 26515"/>
                    <a:gd name="connsiteY9" fmla="*/ 2899 h 19523"/>
                    <a:gd name="connsiteX10" fmla="*/ 3401 w 26515"/>
                    <a:gd name="connsiteY10" fmla="*/ 150 h 19523"/>
                    <a:gd name="connsiteX11" fmla="*/ 5884 w 26515"/>
                    <a:gd name="connsiteY11" fmla="*/ 150 h 19523"/>
                    <a:gd name="connsiteX12" fmla="*/ 8277 w 26515"/>
                    <a:gd name="connsiteY12" fmla="*/ 460 h 19523"/>
                    <a:gd name="connsiteX13" fmla="*/ 16124 w 26515"/>
                    <a:gd name="connsiteY13" fmla="*/ 4627 h 19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515" h="19523">
                      <a:moveTo>
                        <a:pt x="16124" y="4627"/>
                      </a:moveTo>
                      <a:cubicBezTo>
                        <a:pt x="19715" y="7199"/>
                        <a:pt x="22862" y="10568"/>
                        <a:pt x="25433" y="14247"/>
                      </a:cubicBezTo>
                      <a:cubicBezTo>
                        <a:pt x="26364" y="15622"/>
                        <a:pt x="27162" y="17572"/>
                        <a:pt x="25744" y="18858"/>
                      </a:cubicBezTo>
                      <a:cubicBezTo>
                        <a:pt x="24414" y="20010"/>
                        <a:pt x="22508" y="19478"/>
                        <a:pt x="21266" y="18680"/>
                      </a:cubicBezTo>
                      <a:cubicBezTo>
                        <a:pt x="17232" y="16109"/>
                        <a:pt x="13907" y="12164"/>
                        <a:pt x="10139" y="10657"/>
                      </a:cubicBezTo>
                      <a:cubicBezTo>
                        <a:pt x="9563" y="10346"/>
                        <a:pt x="8411" y="10080"/>
                        <a:pt x="7125" y="9814"/>
                      </a:cubicBezTo>
                      <a:cubicBezTo>
                        <a:pt x="5839" y="9681"/>
                        <a:pt x="4421" y="9016"/>
                        <a:pt x="3224" y="8396"/>
                      </a:cubicBezTo>
                      <a:cubicBezTo>
                        <a:pt x="2647" y="8085"/>
                        <a:pt x="2071" y="7731"/>
                        <a:pt x="1628" y="7376"/>
                      </a:cubicBezTo>
                      <a:cubicBezTo>
                        <a:pt x="1185" y="6933"/>
                        <a:pt x="785" y="6401"/>
                        <a:pt x="519" y="5958"/>
                      </a:cubicBezTo>
                      <a:cubicBezTo>
                        <a:pt x="-12" y="4982"/>
                        <a:pt x="-145" y="3963"/>
                        <a:pt x="165" y="2899"/>
                      </a:cubicBezTo>
                      <a:cubicBezTo>
                        <a:pt x="830" y="992"/>
                        <a:pt x="1938" y="61"/>
                        <a:pt x="3401" y="150"/>
                      </a:cubicBezTo>
                      <a:cubicBezTo>
                        <a:pt x="4155" y="-72"/>
                        <a:pt x="4997" y="-27"/>
                        <a:pt x="5884" y="150"/>
                      </a:cubicBezTo>
                      <a:cubicBezTo>
                        <a:pt x="6770" y="283"/>
                        <a:pt x="7613" y="239"/>
                        <a:pt x="8277" y="460"/>
                      </a:cubicBezTo>
                      <a:cubicBezTo>
                        <a:pt x="10538" y="1436"/>
                        <a:pt x="13464" y="2677"/>
                        <a:pt x="16124" y="462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25" name="Graphique 2">
                <a:extLst>
                  <a:ext uri="{FF2B5EF4-FFF2-40B4-BE49-F238E27FC236}">
                    <a16:creationId xmlns:a16="http://schemas.microsoft.com/office/drawing/2014/main" id="{9A81A773-B58F-430D-B4DD-511F2E1C0D93}"/>
                  </a:ext>
                </a:extLst>
              </p:cNvPr>
              <p:cNvGrpSpPr/>
              <p:nvPr/>
            </p:nvGrpSpPr>
            <p:grpSpPr>
              <a:xfrm>
                <a:off x="7293675" y="1334095"/>
                <a:ext cx="67504" cy="74242"/>
                <a:chOff x="7293675" y="1334095"/>
                <a:chExt cx="67504" cy="74242"/>
              </a:xfrm>
              <a:solidFill>
                <a:schemeClr val="accent1"/>
              </a:solidFill>
            </p:grpSpPr>
            <p:sp>
              <p:nvSpPr>
                <p:cNvPr id="25659" name="Forme libre : forme 25658">
                  <a:extLst>
                    <a:ext uri="{FF2B5EF4-FFF2-40B4-BE49-F238E27FC236}">
                      <a16:creationId xmlns:a16="http://schemas.microsoft.com/office/drawing/2014/main" id="{5D3A01A9-F5A3-4C6F-A3EA-2CD117911EF3}"/>
                    </a:ext>
                  </a:extLst>
                </p:cNvPr>
                <p:cNvSpPr/>
                <p:nvPr/>
              </p:nvSpPr>
              <p:spPr>
                <a:xfrm>
                  <a:off x="7293675" y="1334095"/>
                  <a:ext cx="67449" cy="74242"/>
                </a:xfrm>
                <a:custGeom>
                  <a:avLst/>
                  <a:gdLst>
                    <a:gd name="connsiteX0" fmla="*/ 64249 w 67449"/>
                    <a:gd name="connsiteY0" fmla="*/ 38037 h 74242"/>
                    <a:gd name="connsiteX1" fmla="*/ 56802 w 67449"/>
                    <a:gd name="connsiteY1" fmla="*/ 50760 h 74242"/>
                    <a:gd name="connsiteX2" fmla="*/ 48113 w 67449"/>
                    <a:gd name="connsiteY2" fmla="*/ 63394 h 74242"/>
                    <a:gd name="connsiteX3" fmla="*/ 44522 w 67449"/>
                    <a:gd name="connsiteY3" fmla="*/ 67384 h 74242"/>
                    <a:gd name="connsiteX4" fmla="*/ 40266 w 67449"/>
                    <a:gd name="connsiteY4" fmla="*/ 70531 h 74242"/>
                    <a:gd name="connsiteX5" fmla="*/ 31134 w 67449"/>
                    <a:gd name="connsiteY5" fmla="*/ 73989 h 74242"/>
                    <a:gd name="connsiteX6" fmla="*/ 22578 w 67449"/>
                    <a:gd name="connsiteY6" fmla="*/ 73368 h 74242"/>
                    <a:gd name="connsiteX7" fmla="*/ 15840 w 67449"/>
                    <a:gd name="connsiteY7" fmla="*/ 68802 h 74242"/>
                    <a:gd name="connsiteX8" fmla="*/ 5910 w 67449"/>
                    <a:gd name="connsiteY8" fmla="*/ 57188 h 74242"/>
                    <a:gd name="connsiteX9" fmla="*/ 1876 w 67449"/>
                    <a:gd name="connsiteY9" fmla="*/ 50405 h 74242"/>
                    <a:gd name="connsiteX10" fmla="*/ 103 w 67449"/>
                    <a:gd name="connsiteY10" fmla="*/ 43135 h 74242"/>
                    <a:gd name="connsiteX11" fmla="*/ 546 w 67449"/>
                    <a:gd name="connsiteY11" fmla="*/ 36263 h 74242"/>
                    <a:gd name="connsiteX12" fmla="*/ 1698 w 67449"/>
                    <a:gd name="connsiteY12" fmla="*/ 33116 h 74242"/>
                    <a:gd name="connsiteX13" fmla="*/ 3472 w 67449"/>
                    <a:gd name="connsiteY13" fmla="*/ 30013 h 74242"/>
                    <a:gd name="connsiteX14" fmla="*/ 9501 w 67449"/>
                    <a:gd name="connsiteY14" fmla="*/ 21147 h 74242"/>
                    <a:gd name="connsiteX15" fmla="*/ 15131 w 67449"/>
                    <a:gd name="connsiteY15" fmla="*/ 11349 h 74242"/>
                    <a:gd name="connsiteX16" fmla="*/ 20052 w 67449"/>
                    <a:gd name="connsiteY16" fmla="*/ 5276 h 74242"/>
                    <a:gd name="connsiteX17" fmla="*/ 26790 w 67449"/>
                    <a:gd name="connsiteY17" fmla="*/ 1375 h 74242"/>
                    <a:gd name="connsiteX18" fmla="*/ 42394 w 67449"/>
                    <a:gd name="connsiteY18" fmla="*/ 1685 h 74242"/>
                    <a:gd name="connsiteX19" fmla="*/ 56491 w 67449"/>
                    <a:gd name="connsiteY19" fmla="*/ 7936 h 74242"/>
                    <a:gd name="connsiteX20" fmla="*/ 66688 w 67449"/>
                    <a:gd name="connsiteY20" fmla="*/ 20083 h 74242"/>
                    <a:gd name="connsiteX21" fmla="*/ 67264 w 67449"/>
                    <a:gd name="connsiteY21" fmla="*/ 28860 h 74242"/>
                    <a:gd name="connsiteX22" fmla="*/ 64249 w 67449"/>
                    <a:gd name="connsiteY22" fmla="*/ 38037 h 74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7449" h="74242">
                      <a:moveTo>
                        <a:pt x="64249" y="38037"/>
                      </a:moveTo>
                      <a:cubicBezTo>
                        <a:pt x="61989" y="42293"/>
                        <a:pt x="59373" y="46548"/>
                        <a:pt x="56802" y="50760"/>
                      </a:cubicBezTo>
                      <a:cubicBezTo>
                        <a:pt x="54009" y="54971"/>
                        <a:pt x="51394" y="59183"/>
                        <a:pt x="48113" y="63394"/>
                      </a:cubicBezTo>
                      <a:cubicBezTo>
                        <a:pt x="47005" y="64857"/>
                        <a:pt x="45808" y="66187"/>
                        <a:pt x="44522" y="67384"/>
                      </a:cubicBezTo>
                      <a:cubicBezTo>
                        <a:pt x="43192" y="68581"/>
                        <a:pt x="41729" y="69645"/>
                        <a:pt x="40266" y="70531"/>
                      </a:cubicBezTo>
                      <a:cubicBezTo>
                        <a:pt x="37385" y="72349"/>
                        <a:pt x="34282" y="73546"/>
                        <a:pt x="31134" y="73989"/>
                      </a:cubicBezTo>
                      <a:cubicBezTo>
                        <a:pt x="28031" y="74477"/>
                        <a:pt x="25194" y="74255"/>
                        <a:pt x="22578" y="73368"/>
                      </a:cubicBezTo>
                      <a:cubicBezTo>
                        <a:pt x="19918" y="72438"/>
                        <a:pt x="17658" y="70886"/>
                        <a:pt x="15840" y="68802"/>
                      </a:cubicBezTo>
                      <a:lnTo>
                        <a:pt x="5910" y="57188"/>
                      </a:lnTo>
                      <a:cubicBezTo>
                        <a:pt x="4092" y="55104"/>
                        <a:pt x="2807" y="52710"/>
                        <a:pt x="1876" y="50405"/>
                      </a:cubicBezTo>
                      <a:cubicBezTo>
                        <a:pt x="945" y="48011"/>
                        <a:pt x="324" y="45484"/>
                        <a:pt x="103" y="43135"/>
                      </a:cubicBezTo>
                      <a:cubicBezTo>
                        <a:pt x="-119" y="40874"/>
                        <a:pt x="14" y="38524"/>
                        <a:pt x="546" y="36263"/>
                      </a:cubicBezTo>
                      <a:cubicBezTo>
                        <a:pt x="812" y="35155"/>
                        <a:pt x="1211" y="34136"/>
                        <a:pt x="1698" y="33116"/>
                      </a:cubicBezTo>
                      <a:cubicBezTo>
                        <a:pt x="2186" y="32008"/>
                        <a:pt x="2762" y="30988"/>
                        <a:pt x="3472" y="30013"/>
                      </a:cubicBezTo>
                      <a:cubicBezTo>
                        <a:pt x="5600" y="27353"/>
                        <a:pt x="7506" y="24161"/>
                        <a:pt x="9501" y="21147"/>
                      </a:cubicBezTo>
                      <a:cubicBezTo>
                        <a:pt x="11407" y="17955"/>
                        <a:pt x="13357" y="14807"/>
                        <a:pt x="15131" y="11349"/>
                      </a:cubicBezTo>
                      <a:cubicBezTo>
                        <a:pt x="16416" y="9044"/>
                        <a:pt x="18101" y="7005"/>
                        <a:pt x="20052" y="5276"/>
                      </a:cubicBezTo>
                      <a:cubicBezTo>
                        <a:pt x="22002" y="3592"/>
                        <a:pt x="24351" y="2306"/>
                        <a:pt x="26790" y="1375"/>
                      </a:cubicBezTo>
                      <a:cubicBezTo>
                        <a:pt x="31666" y="-443"/>
                        <a:pt x="37296" y="-576"/>
                        <a:pt x="42394" y="1685"/>
                      </a:cubicBezTo>
                      <a:lnTo>
                        <a:pt x="56491" y="7936"/>
                      </a:lnTo>
                      <a:cubicBezTo>
                        <a:pt x="61590" y="10197"/>
                        <a:pt x="65136" y="14630"/>
                        <a:pt x="66688" y="20083"/>
                      </a:cubicBezTo>
                      <a:cubicBezTo>
                        <a:pt x="67486" y="22831"/>
                        <a:pt x="67619" y="25801"/>
                        <a:pt x="67264" y="28860"/>
                      </a:cubicBezTo>
                      <a:cubicBezTo>
                        <a:pt x="66909" y="31919"/>
                        <a:pt x="65934" y="35022"/>
                        <a:pt x="64249" y="3803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60" name="Forme libre : forme 25659">
                  <a:extLst>
                    <a:ext uri="{FF2B5EF4-FFF2-40B4-BE49-F238E27FC236}">
                      <a16:creationId xmlns:a16="http://schemas.microsoft.com/office/drawing/2014/main" id="{FD2F9460-0E4A-4EE8-9CCB-3DA942C7F83E}"/>
                    </a:ext>
                  </a:extLst>
                </p:cNvPr>
                <p:cNvSpPr/>
                <p:nvPr/>
              </p:nvSpPr>
              <p:spPr>
                <a:xfrm>
                  <a:off x="7305260" y="1341809"/>
                  <a:ext cx="55920" cy="66508"/>
                </a:xfrm>
                <a:custGeom>
                  <a:avLst/>
                  <a:gdLst>
                    <a:gd name="connsiteX0" fmla="*/ 24781 w 55920"/>
                    <a:gd name="connsiteY0" fmla="*/ 40696 h 66508"/>
                    <a:gd name="connsiteX1" fmla="*/ 14408 w 55920"/>
                    <a:gd name="connsiteY1" fmla="*/ 53153 h 66508"/>
                    <a:gd name="connsiteX2" fmla="*/ 7270 w 55920"/>
                    <a:gd name="connsiteY2" fmla="*/ 56079 h 66508"/>
                    <a:gd name="connsiteX3" fmla="*/ 0 w 55920"/>
                    <a:gd name="connsiteY3" fmla="*/ 56079 h 66508"/>
                    <a:gd name="connsiteX4" fmla="*/ 4300 w 55920"/>
                    <a:gd name="connsiteY4" fmla="*/ 61088 h 66508"/>
                    <a:gd name="connsiteX5" fmla="*/ 11038 w 55920"/>
                    <a:gd name="connsiteY5" fmla="*/ 65654 h 66508"/>
                    <a:gd name="connsiteX6" fmla="*/ 19594 w 55920"/>
                    <a:gd name="connsiteY6" fmla="*/ 66275 h 66508"/>
                    <a:gd name="connsiteX7" fmla="*/ 28726 w 55920"/>
                    <a:gd name="connsiteY7" fmla="*/ 62817 h 66508"/>
                    <a:gd name="connsiteX8" fmla="*/ 32982 w 55920"/>
                    <a:gd name="connsiteY8" fmla="*/ 59670 h 66508"/>
                    <a:gd name="connsiteX9" fmla="*/ 36573 w 55920"/>
                    <a:gd name="connsiteY9" fmla="*/ 55680 h 66508"/>
                    <a:gd name="connsiteX10" fmla="*/ 45262 w 55920"/>
                    <a:gd name="connsiteY10" fmla="*/ 43045 h 66508"/>
                    <a:gd name="connsiteX11" fmla="*/ 52709 w 55920"/>
                    <a:gd name="connsiteY11" fmla="*/ 30322 h 66508"/>
                    <a:gd name="connsiteX12" fmla="*/ 55724 w 55920"/>
                    <a:gd name="connsiteY12" fmla="*/ 21146 h 66508"/>
                    <a:gd name="connsiteX13" fmla="*/ 55147 w 55920"/>
                    <a:gd name="connsiteY13" fmla="*/ 12368 h 66508"/>
                    <a:gd name="connsiteX14" fmla="*/ 44951 w 55920"/>
                    <a:gd name="connsiteY14" fmla="*/ 222 h 66508"/>
                    <a:gd name="connsiteX15" fmla="*/ 44508 w 55920"/>
                    <a:gd name="connsiteY15" fmla="*/ 0 h 66508"/>
                    <a:gd name="connsiteX16" fmla="*/ 40031 w 55920"/>
                    <a:gd name="connsiteY16" fmla="*/ 10373 h 66508"/>
                    <a:gd name="connsiteX17" fmla="*/ 34844 w 55920"/>
                    <a:gd name="connsiteY17" fmla="*/ 20259 h 66508"/>
                    <a:gd name="connsiteX18" fmla="*/ 29613 w 55920"/>
                    <a:gd name="connsiteY18" fmla="*/ 30145 h 66508"/>
                    <a:gd name="connsiteX19" fmla="*/ 24781 w 55920"/>
                    <a:gd name="connsiteY19" fmla="*/ 40696 h 66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5920" h="66508">
                      <a:moveTo>
                        <a:pt x="24781" y="40696"/>
                      </a:moveTo>
                      <a:cubicBezTo>
                        <a:pt x="22609" y="45883"/>
                        <a:pt x="18929" y="50360"/>
                        <a:pt x="14408" y="53153"/>
                      </a:cubicBezTo>
                      <a:cubicBezTo>
                        <a:pt x="12279" y="54616"/>
                        <a:pt x="9708" y="55547"/>
                        <a:pt x="7270" y="56079"/>
                      </a:cubicBezTo>
                      <a:cubicBezTo>
                        <a:pt x="4876" y="56611"/>
                        <a:pt x="2394" y="56655"/>
                        <a:pt x="0" y="56079"/>
                      </a:cubicBezTo>
                      <a:lnTo>
                        <a:pt x="4300" y="61088"/>
                      </a:lnTo>
                      <a:cubicBezTo>
                        <a:pt x="6117" y="63172"/>
                        <a:pt x="8334" y="64768"/>
                        <a:pt x="11038" y="65654"/>
                      </a:cubicBezTo>
                      <a:cubicBezTo>
                        <a:pt x="13654" y="66541"/>
                        <a:pt x="16491" y="66718"/>
                        <a:pt x="19594" y="66275"/>
                      </a:cubicBezTo>
                      <a:cubicBezTo>
                        <a:pt x="22742" y="65832"/>
                        <a:pt x="25845" y="64635"/>
                        <a:pt x="28726" y="62817"/>
                      </a:cubicBezTo>
                      <a:cubicBezTo>
                        <a:pt x="30189" y="61930"/>
                        <a:pt x="31652" y="60866"/>
                        <a:pt x="32982" y="59670"/>
                      </a:cubicBezTo>
                      <a:cubicBezTo>
                        <a:pt x="34223" y="58473"/>
                        <a:pt x="35465" y="57143"/>
                        <a:pt x="36573" y="55680"/>
                      </a:cubicBezTo>
                      <a:cubicBezTo>
                        <a:pt x="39853" y="51513"/>
                        <a:pt x="42469" y="47301"/>
                        <a:pt x="45262" y="43045"/>
                      </a:cubicBezTo>
                      <a:cubicBezTo>
                        <a:pt x="47833" y="38834"/>
                        <a:pt x="50448" y="34578"/>
                        <a:pt x="52709" y="30322"/>
                      </a:cubicBezTo>
                      <a:cubicBezTo>
                        <a:pt x="54394" y="27352"/>
                        <a:pt x="55369" y="24205"/>
                        <a:pt x="55724" y="21146"/>
                      </a:cubicBezTo>
                      <a:cubicBezTo>
                        <a:pt x="56079" y="18087"/>
                        <a:pt x="55990" y="15117"/>
                        <a:pt x="55147" y="12368"/>
                      </a:cubicBezTo>
                      <a:cubicBezTo>
                        <a:pt x="53640" y="6916"/>
                        <a:pt x="50050" y="2483"/>
                        <a:pt x="44951" y="222"/>
                      </a:cubicBezTo>
                      <a:lnTo>
                        <a:pt x="44508" y="0"/>
                      </a:lnTo>
                      <a:cubicBezTo>
                        <a:pt x="43134" y="3547"/>
                        <a:pt x="41760" y="7049"/>
                        <a:pt x="40031" y="10373"/>
                      </a:cubicBezTo>
                      <a:cubicBezTo>
                        <a:pt x="38346" y="13743"/>
                        <a:pt x="36662" y="17023"/>
                        <a:pt x="34844" y="20259"/>
                      </a:cubicBezTo>
                      <a:cubicBezTo>
                        <a:pt x="33115" y="23540"/>
                        <a:pt x="31342" y="26820"/>
                        <a:pt x="29613" y="30145"/>
                      </a:cubicBezTo>
                      <a:cubicBezTo>
                        <a:pt x="27928" y="33603"/>
                        <a:pt x="26155" y="36972"/>
                        <a:pt x="24781" y="4069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61" name="Forme libre : forme 25660">
                  <a:extLst>
                    <a:ext uri="{FF2B5EF4-FFF2-40B4-BE49-F238E27FC236}">
                      <a16:creationId xmlns:a16="http://schemas.microsoft.com/office/drawing/2014/main" id="{039A2385-BA40-417A-BA8D-80171A644986}"/>
                    </a:ext>
                  </a:extLst>
                </p:cNvPr>
                <p:cNvSpPr/>
                <p:nvPr/>
              </p:nvSpPr>
              <p:spPr>
                <a:xfrm>
                  <a:off x="7318071" y="1351794"/>
                  <a:ext cx="24504" cy="29759"/>
                </a:xfrm>
                <a:custGeom>
                  <a:avLst/>
                  <a:gdLst>
                    <a:gd name="connsiteX0" fmla="*/ 19993 w 24504"/>
                    <a:gd name="connsiteY0" fmla="*/ 787 h 29759"/>
                    <a:gd name="connsiteX1" fmla="*/ 24471 w 24504"/>
                    <a:gd name="connsiteY1" fmla="*/ 8457 h 29759"/>
                    <a:gd name="connsiteX2" fmla="*/ 21368 w 24504"/>
                    <a:gd name="connsiteY2" fmla="*/ 20293 h 29759"/>
                    <a:gd name="connsiteX3" fmla="*/ 12324 w 24504"/>
                    <a:gd name="connsiteY3" fmla="*/ 28716 h 29759"/>
                    <a:gd name="connsiteX4" fmla="*/ 3458 w 24504"/>
                    <a:gd name="connsiteY4" fmla="*/ 28361 h 29759"/>
                    <a:gd name="connsiteX5" fmla="*/ 0 w 24504"/>
                    <a:gd name="connsiteY5" fmla="*/ 20293 h 29759"/>
                    <a:gd name="connsiteX6" fmla="*/ 3192 w 24504"/>
                    <a:gd name="connsiteY6" fmla="*/ 9476 h 29759"/>
                    <a:gd name="connsiteX7" fmla="*/ 11216 w 24504"/>
                    <a:gd name="connsiteY7" fmla="*/ 1452 h 29759"/>
                    <a:gd name="connsiteX8" fmla="*/ 19993 w 24504"/>
                    <a:gd name="connsiteY8" fmla="*/ 787 h 29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504" h="29759">
                      <a:moveTo>
                        <a:pt x="19993" y="787"/>
                      </a:moveTo>
                      <a:cubicBezTo>
                        <a:pt x="22565" y="2073"/>
                        <a:pt x="24205" y="4955"/>
                        <a:pt x="24471" y="8457"/>
                      </a:cubicBezTo>
                      <a:cubicBezTo>
                        <a:pt x="24692" y="11959"/>
                        <a:pt x="23850" y="16303"/>
                        <a:pt x="21368" y="20293"/>
                      </a:cubicBezTo>
                      <a:cubicBezTo>
                        <a:pt x="19018" y="24327"/>
                        <a:pt x="15649" y="27297"/>
                        <a:pt x="12324" y="28716"/>
                      </a:cubicBezTo>
                      <a:cubicBezTo>
                        <a:pt x="9088" y="30223"/>
                        <a:pt x="5807" y="30090"/>
                        <a:pt x="3458" y="28361"/>
                      </a:cubicBezTo>
                      <a:cubicBezTo>
                        <a:pt x="1108" y="26632"/>
                        <a:pt x="89" y="23707"/>
                        <a:pt x="0" y="20293"/>
                      </a:cubicBezTo>
                      <a:cubicBezTo>
                        <a:pt x="0" y="16924"/>
                        <a:pt x="1064" y="13156"/>
                        <a:pt x="3192" y="9476"/>
                      </a:cubicBezTo>
                      <a:cubicBezTo>
                        <a:pt x="5409" y="5930"/>
                        <a:pt x="8157" y="3004"/>
                        <a:pt x="11216" y="1452"/>
                      </a:cubicBezTo>
                      <a:cubicBezTo>
                        <a:pt x="14275" y="-99"/>
                        <a:pt x="17378" y="-542"/>
                        <a:pt x="19993" y="78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62" name="Forme libre : forme 25661">
                  <a:extLst>
                    <a:ext uri="{FF2B5EF4-FFF2-40B4-BE49-F238E27FC236}">
                      <a16:creationId xmlns:a16="http://schemas.microsoft.com/office/drawing/2014/main" id="{6AF8E17E-6D3C-4F29-B2BB-B686C909879C}"/>
                    </a:ext>
                  </a:extLst>
                </p:cNvPr>
                <p:cNvSpPr/>
                <p:nvPr/>
              </p:nvSpPr>
              <p:spPr>
                <a:xfrm>
                  <a:off x="7318114" y="1364994"/>
                  <a:ext cx="24117" cy="16585"/>
                </a:xfrm>
                <a:custGeom>
                  <a:avLst/>
                  <a:gdLst>
                    <a:gd name="connsiteX0" fmla="*/ 179 w 24117"/>
                    <a:gd name="connsiteY0" fmla="*/ 4522 h 16585"/>
                    <a:gd name="connsiteX1" fmla="*/ 3415 w 24117"/>
                    <a:gd name="connsiteY1" fmla="*/ 15205 h 16585"/>
                    <a:gd name="connsiteX2" fmla="*/ 12281 w 24117"/>
                    <a:gd name="connsiteY2" fmla="*/ 15560 h 16585"/>
                    <a:gd name="connsiteX3" fmla="*/ 21325 w 24117"/>
                    <a:gd name="connsiteY3" fmla="*/ 7137 h 16585"/>
                    <a:gd name="connsiteX4" fmla="*/ 24118 w 24117"/>
                    <a:gd name="connsiteY4" fmla="*/ 0 h 16585"/>
                    <a:gd name="connsiteX5" fmla="*/ 21458 w 24117"/>
                    <a:gd name="connsiteY5" fmla="*/ 3280 h 16585"/>
                    <a:gd name="connsiteX6" fmla="*/ 10464 w 24117"/>
                    <a:gd name="connsiteY6" fmla="*/ 7448 h 16585"/>
                    <a:gd name="connsiteX7" fmla="*/ 179 w 24117"/>
                    <a:gd name="connsiteY7" fmla="*/ 4522 h 16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117" h="16585">
                      <a:moveTo>
                        <a:pt x="179" y="4522"/>
                      </a:moveTo>
                      <a:cubicBezTo>
                        <a:pt x="-442" y="8955"/>
                        <a:pt x="533" y="13078"/>
                        <a:pt x="3415" y="15205"/>
                      </a:cubicBezTo>
                      <a:cubicBezTo>
                        <a:pt x="5764" y="16934"/>
                        <a:pt x="9045" y="17023"/>
                        <a:pt x="12281" y="15560"/>
                      </a:cubicBezTo>
                      <a:cubicBezTo>
                        <a:pt x="15606" y="14142"/>
                        <a:pt x="18975" y="11171"/>
                        <a:pt x="21325" y="7137"/>
                      </a:cubicBezTo>
                      <a:cubicBezTo>
                        <a:pt x="22788" y="4788"/>
                        <a:pt x="23674" y="2350"/>
                        <a:pt x="24118" y="0"/>
                      </a:cubicBezTo>
                      <a:cubicBezTo>
                        <a:pt x="23408" y="1197"/>
                        <a:pt x="22566" y="2305"/>
                        <a:pt x="21458" y="3280"/>
                      </a:cubicBezTo>
                      <a:cubicBezTo>
                        <a:pt x="18133" y="5674"/>
                        <a:pt x="14232" y="7182"/>
                        <a:pt x="10464" y="7448"/>
                      </a:cubicBezTo>
                      <a:cubicBezTo>
                        <a:pt x="6607" y="7669"/>
                        <a:pt x="2972" y="6694"/>
                        <a:pt x="179" y="4522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63" name="Forme libre : forme 25662">
                  <a:extLst>
                    <a:ext uri="{FF2B5EF4-FFF2-40B4-BE49-F238E27FC236}">
                      <a16:creationId xmlns:a16="http://schemas.microsoft.com/office/drawing/2014/main" id="{546CB068-BA97-4F48-99FD-EF24EFDF4A17}"/>
                    </a:ext>
                  </a:extLst>
                </p:cNvPr>
                <p:cNvSpPr/>
                <p:nvPr/>
              </p:nvSpPr>
              <p:spPr>
                <a:xfrm>
                  <a:off x="7320908" y="1351391"/>
                  <a:ext cx="24557" cy="30111"/>
                </a:xfrm>
                <a:custGeom>
                  <a:avLst/>
                  <a:gdLst>
                    <a:gd name="connsiteX0" fmla="*/ 19993 w 24557"/>
                    <a:gd name="connsiteY0" fmla="*/ 747 h 30111"/>
                    <a:gd name="connsiteX1" fmla="*/ 24515 w 24557"/>
                    <a:gd name="connsiteY1" fmla="*/ 8461 h 30111"/>
                    <a:gd name="connsiteX2" fmla="*/ 23939 w 24557"/>
                    <a:gd name="connsiteY2" fmla="*/ 14224 h 30111"/>
                    <a:gd name="connsiteX3" fmla="*/ 21412 w 24557"/>
                    <a:gd name="connsiteY3" fmla="*/ 20386 h 30111"/>
                    <a:gd name="connsiteX4" fmla="*/ 12368 w 24557"/>
                    <a:gd name="connsiteY4" fmla="*/ 28986 h 30111"/>
                    <a:gd name="connsiteX5" fmla="*/ 3502 w 24557"/>
                    <a:gd name="connsiteY5" fmla="*/ 28808 h 30111"/>
                    <a:gd name="connsiteX6" fmla="*/ 0 w 24557"/>
                    <a:gd name="connsiteY6" fmla="*/ 20696 h 30111"/>
                    <a:gd name="connsiteX7" fmla="*/ 3192 w 24557"/>
                    <a:gd name="connsiteY7" fmla="*/ 9746 h 30111"/>
                    <a:gd name="connsiteX8" fmla="*/ 6871 w 24557"/>
                    <a:gd name="connsiteY8" fmla="*/ 4870 h 30111"/>
                    <a:gd name="connsiteX9" fmla="*/ 11260 w 24557"/>
                    <a:gd name="connsiteY9" fmla="*/ 1545 h 30111"/>
                    <a:gd name="connsiteX10" fmla="*/ 19993 w 24557"/>
                    <a:gd name="connsiteY10" fmla="*/ 747 h 30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557" h="30111">
                      <a:moveTo>
                        <a:pt x="19993" y="747"/>
                      </a:moveTo>
                      <a:cubicBezTo>
                        <a:pt x="22609" y="2032"/>
                        <a:pt x="24160" y="4870"/>
                        <a:pt x="24515" y="8461"/>
                      </a:cubicBezTo>
                      <a:cubicBezTo>
                        <a:pt x="24648" y="10234"/>
                        <a:pt x="24471" y="12184"/>
                        <a:pt x="23939" y="14224"/>
                      </a:cubicBezTo>
                      <a:cubicBezTo>
                        <a:pt x="23407" y="16263"/>
                        <a:pt x="22697" y="18391"/>
                        <a:pt x="21412" y="20386"/>
                      </a:cubicBezTo>
                      <a:cubicBezTo>
                        <a:pt x="18974" y="24464"/>
                        <a:pt x="15737" y="27523"/>
                        <a:pt x="12368" y="28986"/>
                      </a:cubicBezTo>
                      <a:cubicBezTo>
                        <a:pt x="9043" y="30493"/>
                        <a:pt x="5896" y="30537"/>
                        <a:pt x="3502" y="28808"/>
                      </a:cubicBezTo>
                      <a:cubicBezTo>
                        <a:pt x="1153" y="27124"/>
                        <a:pt x="0" y="24109"/>
                        <a:pt x="0" y="20696"/>
                      </a:cubicBezTo>
                      <a:cubicBezTo>
                        <a:pt x="44" y="17327"/>
                        <a:pt x="1020" y="13426"/>
                        <a:pt x="3192" y="9746"/>
                      </a:cubicBezTo>
                      <a:cubicBezTo>
                        <a:pt x="4344" y="7929"/>
                        <a:pt x="5497" y="6244"/>
                        <a:pt x="6871" y="4870"/>
                      </a:cubicBezTo>
                      <a:cubicBezTo>
                        <a:pt x="8245" y="3495"/>
                        <a:pt x="9708" y="2387"/>
                        <a:pt x="11260" y="1545"/>
                      </a:cubicBezTo>
                      <a:cubicBezTo>
                        <a:pt x="14186" y="-95"/>
                        <a:pt x="17378" y="-539"/>
                        <a:pt x="19993" y="74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64" name="Forme libre : forme 25663">
                  <a:extLst>
                    <a:ext uri="{FF2B5EF4-FFF2-40B4-BE49-F238E27FC236}">
                      <a16:creationId xmlns:a16="http://schemas.microsoft.com/office/drawing/2014/main" id="{D1C79E53-A383-4DC1-91E2-E825CDFB1ACA}"/>
                    </a:ext>
                  </a:extLst>
                </p:cNvPr>
                <p:cNvSpPr/>
                <p:nvPr/>
              </p:nvSpPr>
              <p:spPr>
                <a:xfrm>
                  <a:off x="7303057" y="1363207"/>
                  <a:ext cx="47382" cy="34742"/>
                </a:xfrm>
                <a:custGeom>
                  <a:avLst/>
                  <a:gdLst>
                    <a:gd name="connsiteX0" fmla="*/ 10892 w 47382"/>
                    <a:gd name="connsiteY0" fmla="*/ 28607 h 34742"/>
                    <a:gd name="connsiteX1" fmla="*/ 18871 w 47382"/>
                    <a:gd name="connsiteY1" fmla="*/ 34281 h 34742"/>
                    <a:gd name="connsiteX2" fmla="*/ 28979 w 47382"/>
                    <a:gd name="connsiteY2" fmla="*/ 33173 h 34742"/>
                    <a:gd name="connsiteX3" fmla="*/ 38466 w 47382"/>
                    <a:gd name="connsiteY3" fmla="*/ 26346 h 34742"/>
                    <a:gd name="connsiteX4" fmla="*/ 47332 w 47382"/>
                    <a:gd name="connsiteY4" fmla="*/ 9678 h 34742"/>
                    <a:gd name="connsiteX5" fmla="*/ 41791 w 47382"/>
                    <a:gd name="connsiteY5" fmla="*/ 14 h 34742"/>
                    <a:gd name="connsiteX6" fmla="*/ 34653 w 47382"/>
                    <a:gd name="connsiteY6" fmla="*/ 2762 h 34742"/>
                    <a:gd name="connsiteX7" fmla="*/ 17541 w 47382"/>
                    <a:gd name="connsiteY7" fmla="*/ 8392 h 34742"/>
                    <a:gd name="connsiteX8" fmla="*/ 208 w 47382"/>
                    <a:gd name="connsiteY8" fmla="*/ 13889 h 34742"/>
                    <a:gd name="connsiteX9" fmla="*/ 10892 w 47382"/>
                    <a:gd name="connsiteY9" fmla="*/ 28607 h 34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7382" h="34742">
                      <a:moveTo>
                        <a:pt x="10892" y="28607"/>
                      </a:moveTo>
                      <a:cubicBezTo>
                        <a:pt x="13241" y="30912"/>
                        <a:pt x="15635" y="33306"/>
                        <a:pt x="18871" y="34281"/>
                      </a:cubicBezTo>
                      <a:cubicBezTo>
                        <a:pt x="21930" y="35212"/>
                        <a:pt x="25477" y="34680"/>
                        <a:pt x="28979" y="33173"/>
                      </a:cubicBezTo>
                      <a:cubicBezTo>
                        <a:pt x="32259" y="31622"/>
                        <a:pt x="35806" y="29183"/>
                        <a:pt x="38466" y="26346"/>
                      </a:cubicBezTo>
                      <a:cubicBezTo>
                        <a:pt x="43076" y="21691"/>
                        <a:pt x="46667" y="15707"/>
                        <a:pt x="47332" y="9678"/>
                      </a:cubicBezTo>
                      <a:cubicBezTo>
                        <a:pt x="47731" y="5156"/>
                        <a:pt x="45780" y="280"/>
                        <a:pt x="41791" y="14"/>
                      </a:cubicBezTo>
                      <a:cubicBezTo>
                        <a:pt x="39308" y="-164"/>
                        <a:pt x="36914" y="1432"/>
                        <a:pt x="34653" y="2762"/>
                      </a:cubicBezTo>
                      <a:cubicBezTo>
                        <a:pt x="29156" y="5821"/>
                        <a:pt x="23437" y="7816"/>
                        <a:pt x="17541" y="8392"/>
                      </a:cubicBezTo>
                      <a:cubicBezTo>
                        <a:pt x="12532" y="9057"/>
                        <a:pt x="1937" y="8037"/>
                        <a:pt x="208" y="13889"/>
                      </a:cubicBezTo>
                      <a:cubicBezTo>
                        <a:pt x="-1477" y="19342"/>
                        <a:pt x="7522" y="25460"/>
                        <a:pt x="10892" y="2860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65" name="Forme libre : forme 25664">
                  <a:extLst>
                    <a:ext uri="{FF2B5EF4-FFF2-40B4-BE49-F238E27FC236}">
                      <a16:creationId xmlns:a16="http://schemas.microsoft.com/office/drawing/2014/main" id="{9859C0DC-5B07-4AE2-BF44-41BF96097377}"/>
                    </a:ext>
                  </a:extLst>
                </p:cNvPr>
                <p:cNvSpPr/>
                <p:nvPr/>
              </p:nvSpPr>
              <p:spPr>
                <a:xfrm>
                  <a:off x="7308559" y="1366685"/>
                  <a:ext cx="7511" cy="14430"/>
                </a:xfrm>
                <a:custGeom>
                  <a:avLst/>
                  <a:gdLst>
                    <a:gd name="connsiteX0" fmla="*/ 1089 w 7511"/>
                    <a:gd name="connsiteY0" fmla="*/ 11963 h 14430"/>
                    <a:gd name="connsiteX1" fmla="*/ 2374 w 7511"/>
                    <a:gd name="connsiteY1" fmla="*/ 13914 h 14430"/>
                    <a:gd name="connsiteX2" fmla="*/ 4635 w 7511"/>
                    <a:gd name="connsiteY2" fmla="*/ 14224 h 14430"/>
                    <a:gd name="connsiteX3" fmla="*/ 5921 w 7511"/>
                    <a:gd name="connsiteY3" fmla="*/ 12362 h 14430"/>
                    <a:gd name="connsiteX4" fmla="*/ 7428 w 7511"/>
                    <a:gd name="connsiteY4" fmla="*/ 6732 h 14430"/>
                    <a:gd name="connsiteX5" fmla="*/ 7428 w 7511"/>
                    <a:gd name="connsiteY5" fmla="*/ 4338 h 14430"/>
                    <a:gd name="connsiteX6" fmla="*/ 956 w 7511"/>
                    <a:gd name="connsiteY6" fmla="*/ 1767 h 14430"/>
                    <a:gd name="connsiteX7" fmla="*/ 1089 w 7511"/>
                    <a:gd name="connsiteY7" fmla="*/ 11963 h 14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11" h="14430">
                      <a:moveTo>
                        <a:pt x="1089" y="11963"/>
                      </a:moveTo>
                      <a:cubicBezTo>
                        <a:pt x="1399" y="12717"/>
                        <a:pt x="1754" y="13426"/>
                        <a:pt x="2374" y="13914"/>
                      </a:cubicBezTo>
                      <a:cubicBezTo>
                        <a:pt x="2995" y="14402"/>
                        <a:pt x="3926" y="14623"/>
                        <a:pt x="4635" y="14224"/>
                      </a:cubicBezTo>
                      <a:cubicBezTo>
                        <a:pt x="5300" y="13870"/>
                        <a:pt x="5655" y="13072"/>
                        <a:pt x="5921" y="12362"/>
                      </a:cubicBezTo>
                      <a:cubicBezTo>
                        <a:pt x="6630" y="10501"/>
                        <a:pt x="7162" y="8639"/>
                        <a:pt x="7428" y="6732"/>
                      </a:cubicBezTo>
                      <a:cubicBezTo>
                        <a:pt x="7517" y="5934"/>
                        <a:pt x="7561" y="5092"/>
                        <a:pt x="7428" y="4338"/>
                      </a:cubicBezTo>
                      <a:cubicBezTo>
                        <a:pt x="6763" y="1102"/>
                        <a:pt x="2729" y="-2089"/>
                        <a:pt x="956" y="1767"/>
                      </a:cubicBezTo>
                      <a:cubicBezTo>
                        <a:pt x="-507" y="4737"/>
                        <a:pt x="-153" y="8905"/>
                        <a:pt x="1089" y="1196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66" name="Forme libre : forme 25665">
                  <a:extLst>
                    <a:ext uri="{FF2B5EF4-FFF2-40B4-BE49-F238E27FC236}">
                      <a16:creationId xmlns:a16="http://schemas.microsoft.com/office/drawing/2014/main" id="{3D653CCE-C075-42D8-9CE2-8F396300487F}"/>
                    </a:ext>
                  </a:extLst>
                </p:cNvPr>
                <p:cNvSpPr/>
                <p:nvPr/>
              </p:nvSpPr>
              <p:spPr>
                <a:xfrm>
                  <a:off x="7347196" y="1343095"/>
                  <a:ext cx="11286" cy="28017"/>
                </a:xfrm>
                <a:custGeom>
                  <a:avLst/>
                  <a:gdLst>
                    <a:gd name="connsiteX0" fmla="*/ 0 w 11286"/>
                    <a:gd name="connsiteY0" fmla="*/ 0 h 28017"/>
                    <a:gd name="connsiteX1" fmla="*/ 7049 w 11286"/>
                    <a:gd name="connsiteY1" fmla="*/ 5630 h 28017"/>
                    <a:gd name="connsiteX2" fmla="*/ 10861 w 11286"/>
                    <a:gd name="connsiteY2" fmla="*/ 14186 h 28017"/>
                    <a:gd name="connsiteX3" fmla="*/ 9930 w 11286"/>
                    <a:gd name="connsiteY3" fmla="*/ 28017 h 28017"/>
                    <a:gd name="connsiteX4" fmla="*/ 10152 w 11286"/>
                    <a:gd name="connsiteY4" fmla="*/ 17821 h 28017"/>
                    <a:gd name="connsiteX5" fmla="*/ 0 w 11286"/>
                    <a:gd name="connsiteY5" fmla="*/ 0 h 28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86" h="28017">
                      <a:moveTo>
                        <a:pt x="0" y="0"/>
                      </a:moveTo>
                      <a:cubicBezTo>
                        <a:pt x="0" y="0"/>
                        <a:pt x="3812" y="1463"/>
                        <a:pt x="7049" y="5630"/>
                      </a:cubicBezTo>
                      <a:cubicBezTo>
                        <a:pt x="8645" y="7714"/>
                        <a:pt x="10196" y="10506"/>
                        <a:pt x="10861" y="14186"/>
                      </a:cubicBezTo>
                      <a:cubicBezTo>
                        <a:pt x="11482" y="17865"/>
                        <a:pt x="11615" y="22431"/>
                        <a:pt x="9930" y="28017"/>
                      </a:cubicBezTo>
                      <a:cubicBezTo>
                        <a:pt x="9930" y="28017"/>
                        <a:pt x="11038" y="23584"/>
                        <a:pt x="10152" y="17821"/>
                      </a:cubicBezTo>
                      <a:cubicBezTo>
                        <a:pt x="9443" y="12102"/>
                        <a:pt x="6694" y="514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67" name="Forme libre : forme 25666">
                  <a:extLst>
                    <a:ext uri="{FF2B5EF4-FFF2-40B4-BE49-F238E27FC236}">
                      <a16:creationId xmlns:a16="http://schemas.microsoft.com/office/drawing/2014/main" id="{7A2DCA49-358F-4703-82D1-903D63AD3101}"/>
                    </a:ext>
                  </a:extLst>
                </p:cNvPr>
                <p:cNvSpPr/>
                <p:nvPr/>
              </p:nvSpPr>
              <p:spPr>
                <a:xfrm>
                  <a:off x="7295983" y="1364196"/>
                  <a:ext cx="5641" cy="27662"/>
                </a:xfrm>
                <a:custGeom>
                  <a:avLst/>
                  <a:gdLst>
                    <a:gd name="connsiteX0" fmla="*/ 3159 w 5641"/>
                    <a:gd name="connsiteY0" fmla="*/ 0 h 27662"/>
                    <a:gd name="connsiteX1" fmla="*/ 1962 w 5641"/>
                    <a:gd name="connsiteY1" fmla="*/ 2305 h 27662"/>
                    <a:gd name="connsiteX2" fmla="*/ 233 w 5641"/>
                    <a:gd name="connsiteY2" fmla="*/ 8201 h 27662"/>
                    <a:gd name="connsiteX3" fmla="*/ 11 w 5641"/>
                    <a:gd name="connsiteY3" fmla="*/ 12235 h 27662"/>
                    <a:gd name="connsiteX4" fmla="*/ 588 w 5641"/>
                    <a:gd name="connsiteY4" fmla="*/ 16713 h 27662"/>
                    <a:gd name="connsiteX5" fmla="*/ 5641 w 5641"/>
                    <a:gd name="connsiteY5" fmla="*/ 27662 h 27662"/>
                    <a:gd name="connsiteX6" fmla="*/ 4444 w 5641"/>
                    <a:gd name="connsiteY6" fmla="*/ 25091 h 27662"/>
                    <a:gd name="connsiteX7" fmla="*/ 2228 w 5641"/>
                    <a:gd name="connsiteY7" fmla="*/ 18486 h 27662"/>
                    <a:gd name="connsiteX8" fmla="*/ 1075 w 5641"/>
                    <a:gd name="connsiteY8" fmla="*/ 9797 h 27662"/>
                    <a:gd name="connsiteX9" fmla="*/ 1563 w 5641"/>
                    <a:gd name="connsiteY9" fmla="*/ 5098 h 27662"/>
                    <a:gd name="connsiteX10" fmla="*/ 3159 w 5641"/>
                    <a:gd name="connsiteY10" fmla="*/ 0 h 27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641" h="27662">
                      <a:moveTo>
                        <a:pt x="3159" y="0"/>
                      </a:moveTo>
                      <a:cubicBezTo>
                        <a:pt x="3159" y="0"/>
                        <a:pt x="2583" y="842"/>
                        <a:pt x="1962" y="2305"/>
                      </a:cubicBezTo>
                      <a:cubicBezTo>
                        <a:pt x="1341" y="3857"/>
                        <a:pt x="632" y="5807"/>
                        <a:pt x="233" y="8201"/>
                      </a:cubicBezTo>
                      <a:cubicBezTo>
                        <a:pt x="56" y="9398"/>
                        <a:pt x="-33" y="10772"/>
                        <a:pt x="11" y="12235"/>
                      </a:cubicBezTo>
                      <a:cubicBezTo>
                        <a:pt x="56" y="13610"/>
                        <a:pt x="189" y="15073"/>
                        <a:pt x="588" y="16713"/>
                      </a:cubicBezTo>
                      <a:cubicBezTo>
                        <a:pt x="1297" y="19949"/>
                        <a:pt x="2804" y="23761"/>
                        <a:pt x="5641" y="27662"/>
                      </a:cubicBezTo>
                      <a:cubicBezTo>
                        <a:pt x="5641" y="27662"/>
                        <a:pt x="5109" y="26732"/>
                        <a:pt x="4444" y="25091"/>
                      </a:cubicBezTo>
                      <a:cubicBezTo>
                        <a:pt x="3735" y="23451"/>
                        <a:pt x="2893" y="21146"/>
                        <a:pt x="2228" y="18486"/>
                      </a:cubicBezTo>
                      <a:cubicBezTo>
                        <a:pt x="1563" y="15826"/>
                        <a:pt x="1075" y="13033"/>
                        <a:pt x="1075" y="9797"/>
                      </a:cubicBezTo>
                      <a:cubicBezTo>
                        <a:pt x="1075" y="8245"/>
                        <a:pt x="1208" y="6650"/>
                        <a:pt x="1563" y="5098"/>
                      </a:cubicBezTo>
                      <a:cubicBezTo>
                        <a:pt x="1873" y="3413"/>
                        <a:pt x="2361" y="1684"/>
                        <a:pt x="31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68" name="Forme libre : forme 25667">
                  <a:extLst>
                    <a:ext uri="{FF2B5EF4-FFF2-40B4-BE49-F238E27FC236}">
                      <a16:creationId xmlns:a16="http://schemas.microsoft.com/office/drawing/2014/main" id="{84F87E57-A3EA-476A-8643-AD0D5029C7D7}"/>
                    </a:ext>
                  </a:extLst>
                </p:cNvPr>
                <p:cNvSpPr/>
                <p:nvPr/>
              </p:nvSpPr>
              <p:spPr>
                <a:xfrm>
                  <a:off x="7322949" y="1356662"/>
                  <a:ext cx="9986" cy="9746"/>
                </a:xfrm>
                <a:custGeom>
                  <a:avLst/>
                  <a:gdLst>
                    <a:gd name="connsiteX0" fmla="*/ 9441 w 9986"/>
                    <a:gd name="connsiteY0" fmla="*/ 752 h 9746"/>
                    <a:gd name="connsiteX1" fmla="*/ 7224 w 9986"/>
                    <a:gd name="connsiteY1" fmla="*/ 7579 h 9746"/>
                    <a:gd name="connsiteX2" fmla="*/ 486 w 9986"/>
                    <a:gd name="connsiteY2" fmla="*/ 8909 h 9746"/>
                    <a:gd name="connsiteX3" fmla="*/ 2791 w 9986"/>
                    <a:gd name="connsiteY3" fmla="*/ 2303 h 9746"/>
                    <a:gd name="connsiteX4" fmla="*/ 9441 w 9986"/>
                    <a:gd name="connsiteY4" fmla="*/ 752 h 9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86" h="9746">
                      <a:moveTo>
                        <a:pt x="9441" y="752"/>
                      </a:moveTo>
                      <a:cubicBezTo>
                        <a:pt x="10682" y="2170"/>
                        <a:pt x="9751" y="5318"/>
                        <a:pt x="7224" y="7579"/>
                      </a:cubicBezTo>
                      <a:cubicBezTo>
                        <a:pt x="4653" y="9840"/>
                        <a:pt x="1683" y="10416"/>
                        <a:pt x="486" y="8909"/>
                      </a:cubicBezTo>
                      <a:cubicBezTo>
                        <a:pt x="-711" y="7402"/>
                        <a:pt x="397" y="4520"/>
                        <a:pt x="2791" y="2303"/>
                      </a:cubicBezTo>
                      <a:cubicBezTo>
                        <a:pt x="5185" y="43"/>
                        <a:pt x="8199" y="-711"/>
                        <a:pt x="9441" y="75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69" name="Forme libre : forme 25668">
                  <a:extLst>
                    <a:ext uri="{FF2B5EF4-FFF2-40B4-BE49-F238E27FC236}">
                      <a16:creationId xmlns:a16="http://schemas.microsoft.com/office/drawing/2014/main" id="{8132F6D9-8AC8-45EC-8844-27AF6A120C94}"/>
                    </a:ext>
                  </a:extLst>
                </p:cNvPr>
                <p:cNvSpPr/>
                <p:nvPr/>
              </p:nvSpPr>
              <p:spPr>
                <a:xfrm>
                  <a:off x="7330080" y="1355317"/>
                  <a:ext cx="3113" cy="3201"/>
                </a:xfrm>
                <a:custGeom>
                  <a:avLst/>
                  <a:gdLst>
                    <a:gd name="connsiteX0" fmla="*/ 2355 w 3113"/>
                    <a:gd name="connsiteY0" fmla="*/ 146 h 3201"/>
                    <a:gd name="connsiteX1" fmla="*/ 2887 w 3113"/>
                    <a:gd name="connsiteY1" fmla="*/ 2319 h 3201"/>
                    <a:gd name="connsiteX2" fmla="*/ 759 w 3113"/>
                    <a:gd name="connsiteY2" fmla="*/ 3028 h 3201"/>
                    <a:gd name="connsiteX3" fmla="*/ 227 w 3113"/>
                    <a:gd name="connsiteY3" fmla="*/ 856 h 3201"/>
                    <a:gd name="connsiteX4" fmla="*/ 2355 w 3113"/>
                    <a:gd name="connsiteY4" fmla="*/ 146 h 3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13" h="3201">
                      <a:moveTo>
                        <a:pt x="2355" y="146"/>
                      </a:moveTo>
                      <a:cubicBezTo>
                        <a:pt x="3108" y="545"/>
                        <a:pt x="3330" y="1521"/>
                        <a:pt x="2887" y="2319"/>
                      </a:cubicBezTo>
                      <a:cubicBezTo>
                        <a:pt x="2443" y="3117"/>
                        <a:pt x="1512" y="3427"/>
                        <a:pt x="759" y="3028"/>
                      </a:cubicBezTo>
                      <a:cubicBezTo>
                        <a:pt x="5" y="2629"/>
                        <a:pt x="-216" y="1654"/>
                        <a:pt x="227" y="856"/>
                      </a:cubicBezTo>
                      <a:cubicBezTo>
                        <a:pt x="670" y="102"/>
                        <a:pt x="1601" y="-208"/>
                        <a:pt x="2355" y="1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70" name="Forme libre : forme 25669">
                  <a:extLst>
                    <a:ext uri="{FF2B5EF4-FFF2-40B4-BE49-F238E27FC236}">
                      <a16:creationId xmlns:a16="http://schemas.microsoft.com/office/drawing/2014/main" id="{33D6882B-AAC4-42FD-96DB-0A8BB2ABC409}"/>
                    </a:ext>
                  </a:extLst>
                </p:cNvPr>
                <p:cNvSpPr/>
                <p:nvPr/>
              </p:nvSpPr>
              <p:spPr>
                <a:xfrm>
                  <a:off x="7309359" y="1339814"/>
                  <a:ext cx="33712" cy="18536"/>
                </a:xfrm>
                <a:custGeom>
                  <a:avLst/>
                  <a:gdLst>
                    <a:gd name="connsiteX0" fmla="*/ 17933 w 33712"/>
                    <a:gd name="connsiteY0" fmla="*/ 0 h 18536"/>
                    <a:gd name="connsiteX1" fmla="*/ 30922 w 33712"/>
                    <a:gd name="connsiteY1" fmla="*/ 3546 h 18536"/>
                    <a:gd name="connsiteX2" fmla="*/ 33626 w 33712"/>
                    <a:gd name="connsiteY2" fmla="*/ 7448 h 18536"/>
                    <a:gd name="connsiteX3" fmla="*/ 29681 w 33712"/>
                    <a:gd name="connsiteY3" fmla="*/ 9576 h 18536"/>
                    <a:gd name="connsiteX4" fmla="*/ 15539 w 33712"/>
                    <a:gd name="connsiteY4" fmla="*/ 10462 h 18536"/>
                    <a:gd name="connsiteX5" fmla="*/ 7870 w 33712"/>
                    <a:gd name="connsiteY5" fmla="*/ 16225 h 18536"/>
                    <a:gd name="connsiteX6" fmla="*/ 467 w 33712"/>
                    <a:gd name="connsiteY6" fmla="*/ 17378 h 18536"/>
                    <a:gd name="connsiteX7" fmla="*/ 2284 w 33712"/>
                    <a:gd name="connsiteY7" fmla="*/ 9309 h 18536"/>
                    <a:gd name="connsiteX8" fmla="*/ 8136 w 33712"/>
                    <a:gd name="connsiteY8" fmla="*/ 2793 h 18536"/>
                    <a:gd name="connsiteX9" fmla="*/ 17933 w 33712"/>
                    <a:gd name="connsiteY9" fmla="*/ 0 h 18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712" h="18536">
                      <a:moveTo>
                        <a:pt x="17933" y="0"/>
                      </a:moveTo>
                      <a:cubicBezTo>
                        <a:pt x="22455" y="0"/>
                        <a:pt x="26844" y="1507"/>
                        <a:pt x="30922" y="3546"/>
                      </a:cubicBezTo>
                      <a:cubicBezTo>
                        <a:pt x="32429" y="4300"/>
                        <a:pt x="34114" y="5674"/>
                        <a:pt x="33626" y="7448"/>
                      </a:cubicBezTo>
                      <a:cubicBezTo>
                        <a:pt x="33139" y="9043"/>
                        <a:pt x="31188" y="9531"/>
                        <a:pt x="29681" y="9576"/>
                      </a:cubicBezTo>
                      <a:cubicBezTo>
                        <a:pt x="24893" y="9664"/>
                        <a:pt x="19928" y="8511"/>
                        <a:pt x="15539" y="10462"/>
                      </a:cubicBezTo>
                      <a:cubicBezTo>
                        <a:pt x="14121" y="11038"/>
                        <a:pt x="10973" y="14053"/>
                        <a:pt x="7870" y="16225"/>
                      </a:cubicBezTo>
                      <a:cubicBezTo>
                        <a:pt x="4678" y="18309"/>
                        <a:pt x="1619" y="19594"/>
                        <a:pt x="467" y="17378"/>
                      </a:cubicBezTo>
                      <a:cubicBezTo>
                        <a:pt x="-730" y="15117"/>
                        <a:pt x="556" y="12235"/>
                        <a:pt x="2284" y="9309"/>
                      </a:cubicBezTo>
                      <a:cubicBezTo>
                        <a:pt x="4102" y="6472"/>
                        <a:pt x="6629" y="3901"/>
                        <a:pt x="8136" y="2793"/>
                      </a:cubicBezTo>
                      <a:cubicBezTo>
                        <a:pt x="10929" y="842"/>
                        <a:pt x="14520" y="0"/>
                        <a:pt x="17933" y="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26" name="Graphique 2">
                <a:extLst>
                  <a:ext uri="{FF2B5EF4-FFF2-40B4-BE49-F238E27FC236}">
                    <a16:creationId xmlns:a16="http://schemas.microsoft.com/office/drawing/2014/main" id="{D1736570-B13A-4362-B479-494E65FC1B30}"/>
                  </a:ext>
                </a:extLst>
              </p:cNvPr>
              <p:cNvGrpSpPr/>
              <p:nvPr/>
            </p:nvGrpSpPr>
            <p:grpSpPr>
              <a:xfrm>
                <a:off x="7323741" y="1269819"/>
                <a:ext cx="64325" cy="73782"/>
                <a:chOff x="7323741" y="1269819"/>
                <a:chExt cx="64325" cy="73782"/>
              </a:xfrm>
              <a:solidFill>
                <a:schemeClr val="accent1"/>
              </a:solidFill>
            </p:grpSpPr>
            <p:sp>
              <p:nvSpPr>
                <p:cNvPr id="25647" name="Forme libre : forme 25646">
                  <a:extLst>
                    <a:ext uri="{FF2B5EF4-FFF2-40B4-BE49-F238E27FC236}">
                      <a16:creationId xmlns:a16="http://schemas.microsoft.com/office/drawing/2014/main" id="{3555E8AF-E21D-4575-A1EC-BA0D352FC918}"/>
                    </a:ext>
                  </a:extLst>
                </p:cNvPr>
                <p:cNvSpPr/>
                <p:nvPr/>
              </p:nvSpPr>
              <p:spPr>
                <a:xfrm>
                  <a:off x="7323741" y="1269819"/>
                  <a:ext cx="64258" cy="73782"/>
                </a:xfrm>
                <a:custGeom>
                  <a:avLst/>
                  <a:gdLst>
                    <a:gd name="connsiteX0" fmla="*/ 63088 w 64258"/>
                    <a:gd name="connsiteY0" fmla="*/ 32402 h 73782"/>
                    <a:gd name="connsiteX1" fmla="*/ 58743 w 64258"/>
                    <a:gd name="connsiteY1" fmla="*/ 45480 h 73782"/>
                    <a:gd name="connsiteX2" fmla="*/ 54044 w 64258"/>
                    <a:gd name="connsiteY2" fmla="*/ 58469 h 73782"/>
                    <a:gd name="connsiteX3" fmla="*/ 42252 w 64258"/>
                    <a:gd name="connsiteY3" fmla="*/ 71724 h 73782"/>
                    <a:gd name="connsiteX4" fmla="*/ 26382 w 64258"/>
                    <a:gd name="connsiteY4" fmla="*/ 72256 h 73782"/>
                    <a:gd name="connsiteX5" fmla="*/ 12284 w 64258"/>
                    <a:gd name="connsiteY5" fmla="*/ 66005 h 73782"/>
                    <a:gd name="connsiteX6" fmla="*/ 1556 w 64258"/>
                    <a:gd name="connsiteY6" fmla="*/ 54568 h 73782"/>
                    <a:gd name="connsiteX7" fmla="*/ 1379 w 64258"/>
                    <a:gd name="connsiteY7" fmla="*/ 38741 h 73782"/>
                    <a:gd name="connsiteX8" fmla="*/ 5457 w 64258"/>
                    <a:gd name="connsiteY8" fmla="*/ 27215 h 73782"/>
                    <a:gd name="connsiteX9" fmla="*/ 9226 w 64258"/>
                    <a:gd name="connsiteY9" fmla="*/ 15512 h 73782"/>
                    <a:gd name="connsiteX10" fmla="*/ 34804 w 64258"/>
                    <a:gd name="connsiteY10" fmla="*/ 661 h 73782"/>
                    <a:gd name="connsiteX11" fmla="*/ 49833 w 64258"/>
                    <a:gd name="connsiteY11" fmla="*/ 4740 h 73782"/>
                    <a:gd name="connsiteX12" fmla="*/ 63088 w 64258"/>
                    <a:gd name="connsiteY12" fmla="*/ 32402 h 73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4258" h="73782">
                      <a:moveTo>
                        <a:pt x="63088" y="32402"/>
                      </a:moveTo>
                      <a:cubicBezTo>
                        <a:pt x="61713" y="36747"/>
                        <a:pt x="60250" y="41135"/>
                        <a:pt x="58743" y="45480"/>
                      </a:cubicBezTo>
                      <a:cubicBezTo>
                        <a:pt x="57280" y="49824"/>
                        <a:pt x="55596" y="54169"/>
                        <a:pt x="54044" y="58469"/>
                      </a:cubicBezTo>
                      <a:cubicBezTo>
                        <a:pt x="51695" y="64542"/>
                        <a:pt x="47395" y="69241"/>
                        <a:pt x="42252" y="71724"/>
                      </a:cubicBezTo>
                      <a:cubicBezTo>
                        <a:pt x="37199" y="74206"/>
                        <a:pt x="31524" y="74517"/>
                        <a:pt x="26382" y="72256"/>
                      </a:cubicBezTo>
                      <a:lnTo>
                        <a:pt x="12284" y="66005"/>
                      </a:lnTo>
                      <a:cubicBezTo>
                        <a:pt x="7186" y="63744"/>
                        <a:pt x="3551" y="59488"/>
                        <a:pt x="1556" y="54568"/>
                      </a:cubicBezTo>
                      <a:cubicBezTo>
                        <a:pt x="-350" y="49691"/>
                        <a:pt x="-616" y="44061"/>
                        <a:pt x="1379" y="38741"/>
                      </a:cubicBezTo>
                      <a:cubicBezTo>
                        <a:pt x="2709" y="34885"/>
                        <a:pt x="4172" y="31116"/>
                        <a:pt x="5457" y="27215"/>
                      </a:cubicBezTo>
                      <a:cubicBezTo>
                        <a:pt x="6743" y="23359"/>
                        <a:pt x="8073" y="19457"/>
                        <a:pt x="9226" y="15512"/>
                      </a:cubicBezTo>
                      <a:cubicBezTo>
                        <a:pt x="12639" y="4607"/>
                        <a:pt x="23899" y="-2220"/>
                        <a:pt x="34804" y="661"/>
                      </a:cubicBezTo>
                      <a:lnTo>
                        <a:pt x="49833" y="4740"/>
                      </a:lnTo>
                      <a:cubicBezTo>
                        <a:pt x="60782" y="7577"/>
                        <a:pt x="66989" y="20078"/>
                        <a:pt x="63088" y="3240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48" name="Forme libre : forme 25647">
                  <a:extLst>
                    <a:ext uri="{FF2B5EF4-FFF2-40B4-BE49-F238E27FC236}">
                      <a16:creationId xmlns:a16="http://schemas.microsoft.com/office/drawing/2014/main" id="{7BA770D6-DDDC-4026-8CB8-8AAC02252369}"/>
                    </a:ext>
                  </a:extLst>
                </p:cNvPr>
                <p:cNvSpPr/>
                <p:nvPr/>
              </p:nvSpPr>
              <p:spPr>
                <a:xfrm>
                  <a:off x="7344049" y="1274382"/>
                  <a:ext cx="44017" cy="69175"/>
                </a:xfrm>
                <a:custGeom>
                  <a:avLst/>
                  <a:gdLst>
                    <a:gd name="connsiteX0" fmla="*/ 18042 w 44017"/>
                    <a:gd name="connsiteY0" fmla="*/ 42957 h 69175"/>
                    <a:gd name="connsiteX1" fmla="*/ 0 w 44017"/>
                    <a:gd name="connsiteY1" fmla="*/ 64945 h 69175"/>
                    <a:gd name="connsiteX2" fmla="*/ 6117 w 44017"/>
                    <a:gd name="connsiteY2" fmla="*/ 67649 h 69175"/>
                    <a:gd name="connsiteX3" fmla="*/ 21988 w 44017"/>
                    <a:gd name="connsiteY3" fmla="*/ 67117 h 69175"/>
                    <a:gd name="connsiteX4" fmla="*/ 33780 w 44017"/>
                    <a:gd name="connsiteY4" fmla="*/ 53862 h 69175"/>
                    <a:gd name="connsiteX5" fmla="*/ 38479 w 44017"/>
                    <a:gd name="connsiteY5" fmla="*/ 40873 h 69175"/>
                    <a:gd name="connsiteX6" fmla="*/ 42824 w 44017"/>
                    <a:gd name="connsiteY6" fmla="*/ 27795 h 69175"/>
                    <a:gd name="connsiteX7" fmla="*/ 29657 w 44017"/>
                    <a:gd name="connsiteY7" fmla="*/ 133 h 69175"/>
                    <a:gd name="connsiteX8" fmla="*/ 29170 w 44017"/>
                    <a:gd name="connsiteY8" fmla="*/ 0 h 69175"/>
                    <a:gd name="connsiteX9" fmla="*/ 23185 w 44017"/>
                    <a:gd name="connsiteY9" fmla="*/ 21368 h 69175"/>
                    <a:gd name="connsiteX10" fmla="*/ 18042 w 44017"/>
                    <a:gd name="connsiteY10" fmla="*/ 42957 h 69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017" h="69175">
                      <a:moveTo>
                        <a:pt x="18042" y="42957"/>
                      </a:moveTo>
                      <a:cubicBezTo>
                        <a:pt x="16801" y="53773"/>
                        <a:pt x="9487" y="62861"/>
                        <a:pt x="0" y="64945"/>
                      </a:cubicBezTo>
                      <a:lnTo>
                        <a:pt x="6117" y="67649"/>
                      </a:lnTo>
                      <a:cubicBezTo>
                        <a:pt x="11216" y="69910"/>
                        <a:pt x="16934" y="69600"/>
                        <a:pt x="21988" y="67117"/>
                      </a:cubicBezTo>
                      <a:cubicBezTo>
                        <a:pt x="27086" y="64634"/>
                        <a:pt x="31386" y="59935"/>
                        <a:pt x="33780" y="53862"/>
                      </a:cubicBezTo>
                      <a:cubicBezTo>
                        <a:pt x="35332" y="49518"/>
                        <a:pt x="37016" y="45218"/>
                        <a:pt x="38479" y="40873"/>
                      </a:cubicBezTo>
                      <a:cubicBezTo>
                        <a:pt x="39986" y="36529"/>
                        <a:pt x="41449" y="32184"/>
                        <a:pt x="42824" y="27795"/>
                      </a:cubicBezTo>
                      <a:cubicBezTo>
                        <a:pt x="46769" y="15471"/>
                        <a:pt x="40563" y="2970"/>
                        <a:pt x="29657" y="133"/>
                      </a:cubicBezTo>
                      <a:lnTo>
                        <a:pt x="29170" y="0"/>
                      </a:lnTo>
                      <a:cubicBezTo>
                        <a:pt x="27751" y="7403"/>
                        <a:pt x="25402" y="14363"/>
                        <a:pt x="23185" y="21368"/>
                      </a:cubicBezTo>
                      <a:cubicBezTo>
                        <a:pt x="20968" y="28372"/>
                        <a:pt x="18974" y="35376"/>
                        <a:pt x="18042" y="42957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49" name="Forme libre : forme 25648">
                  <a:extLst>
                    <a:ext uri="{FF2B5EF4-FFF2-40B4-BE49-F238E27FC236}">
                      <a16:creationId xmlns:a16="http://schemas.microsoft.com/office/drawing/2014/main" id="{52DA1D98-75A3-47E2-BD99-7A6CBAFF083C}"/>
                    </a:ext>
                  </a:extLst>
                </p:cNvPr>
                <p:cNvSpPr/>
                <p:nvPr/>
              </p:nvSpPr>
              <p:spPr>
                <a:xfrm>
                  <a:off x="7347285" y="1286501"/>
                  <a:ext cx="22619" cy="31205"/>
                </a:xfrm>
                <a:custGeom>
                  <a:avLst/>
                  <a:gdLst>
                    <a:gd name="connsiteX0" fmla="*/ 16137 w 22619"/>
                    <a:gd name="connsiteY0" fmla="*/ 293 h 31205"/>
                    <a:gd name="connsiteX1" fmla="*/ 21412 w 22619"/>
                    <a:gd name="connsiteY1" fmla="*/ 18957 h 31205"/>
                    <a:gd name="connsiteX2" fmla="*/ 5985 w 22619"/>
                    <a:gd name="connsiteY2" fmla="*/ 30749 h 31205"/>
                    <a:gd name="connsiteX3" fmla="*/ 1197 w 22619"/>
                    <a:gd name="connsiteY3" fmla="*/ 12263 h 31205"/>
                    <a:gd name="connsiteX4" fmla="*/ 16137 w 22619"/>
                    <a:gd name="connsiteY4" fmla="*/ 293 h 31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19" h="31205">
                      <a:moveTo>
                        <a:pt x="16137" y="293"/>
                      </a:moveTo>
                      <a:cubicBezTo>
                        <a:pt x="21811" y="1934"/>
                        <a:pt x="24294" y="10357"/>
                        <a:pt x="21412" y="18957"/>
                      </a:cubicBezTo>
                      <a:cubicBezTo>
                        <a:pt x="18575" y="27601"/>
                        <a:pt x="11438" y="32832"/>
                        <a:pt x="5985" y="30749"/>
                      </a:cubicBezTo>
                      <a:cubicBezTo>
                        <a:pt x="488" y="28665"/>
                        <a:pt x="-1507" y="20464"/>
                        <a:pt x="1197" y="12263"/>
                      </a:cubicBezTo>
                      <a:cubicBezTo>
                        <a:pt x="3902" y="4062"/>
                        <a:pt x="10507" y="-1347"/>
                        <a:pt x="16137" y="29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50" name="Forme libre : forme 25649">
                  <a:extLst>
                    <a:ext uri="{FF2B5EF4-FFF2-40B4-BE49-F238E27FC236}">
                      <a16:creationId xmlns:a16="http://schemas.microsoft.com/office/drawing/2014/main" id="{809BF049-81A1-4222-9050-907AECAB11CB}"/>
                    </a:ext>
                  </a:extLst>
                </p:cNvPr>
                <p:cNvSpPr/>
                <p:nvPr/>
              </p:nvSpPr>
              <p:spPr>
                <a:xfrm>
                  <a:off x="7347374" y="1298099"/>
                  <a:ext cx="22519" cy="19608"/>
                </a:xfrm>
                <a:custGeom>
                  <a:avLst/>
                  <a:gdLst>
                    <a:gd name="connsiteX0" fmla="*/ 0 w 22519"/>
                    <a:gd name="connsiteY0" fmla="*/ 9576 h 19608"/>
                    <a:gd name="connsiteX1" fmla="*/ 5896 w 22519"/>
                    <a:gd name="connsiteY1" fmla="*/ 19151 h 19608"/>
                    <a:gd name="connsiteX2" fmla="*/ 21323 w 22519"/>
                    <a:gd name="connsiteY2" fmla="*/ 7359 h 19608"/>
                    <a:gd name="connsiteX3" fmla="*/ 22520 w 22519"/>
                    <a:gd name="connsiteY3" fmla="*/ 0 h 19608"/>
                    <a:gd name="connsiteX4" fmla="*/ 20569 w 22519"/>
                    <a:gd name="connsiteY4" fmla="*/ 3635 h 19608"/>
                    <a:gd name="connsiteX5" fmla="*/ 0 w 22519"/>
                    <a:gd name="connsiteY5" fmla="*/ 9576 h 19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519" h="19608">
                      <a:moveTo>
                        <a:pt x="0" y="9576"/>
                      </a:moveTo>
                      <a:cubicBezTo>
                        <a:pt x="399" y="14142"/>
                        <a:pt x="2483" y="17865"/>
                        <a:pt x="5896" y="19151"/>
                      </a:cubicBezTo>
                      <a:cubicBezTo>
                        <a:pt x="11349" y="21234"/>
                        <a:pt x="18486" y="16003"/>
                        <a:pt x="21323" y="7359"/>
                      </a:cubicBezTo>
                      <a:cubicBezTo>
                        <a:pt x="22210" y="4832"/>
                        <a:pt x="22520" y="2350"/>
                        <a:pt x="22520" y="0"/>
                      </a:cubicBezTo>
                      <a:cubicBezTo>
                        <a:pt x="22077" y="1286"/>
                        <a:pt x="21456" y="2527"/>
                        <a:pt x="20569" y="3635"/>
                      </a:cubicBezTo>
                      <a:cubicBezTo>
                        <a:pt x="15161" y="9531"/>
                        <a:pt x="6605" y="12546"/>
                        <a:pt x="0" y="9576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51" name="Forme libre : forme 25650">
                  <a:extLst>
                    <a:ext uri="{FF2B5EF4-FFF2-40B4-BE49-F238E27FC236}">
                      <a16:creationId xmlns:a16="http://schemas.microsoft.com/office/drawing/2014/main" id="{6A36C1B3-9A04-4D50-9377-352405C185F4}"/>
                    </a:ext>
                  </a:extLst>
                </p:cNvPr>
                <p:cNvSpPr/>
                <p:nvPr/>
              </p:nvSpPr>
              <p:spPr>
                <a:xfrm>
                  <a:off x="7349999" y="1285616"/>
                  <a:ext cx="22645" cy="31361"/>
                </a:xfrm>
                <a:custGeom>
                  <a:avLst/>
                  <a:gdLst>
                    <a:gd name="connsiteX0" fmla="*/ 16127 w 22645"/>
                    <a:gd name="connsiteY0" fmla="*/ 291 h 31361"/>
                    <a:gd name="connsiteX1" fmla="*/ 21447 w 22645"/>
                    <a:gd name="connsiteY1" fmla="*/ 18999 h 31361"/>
                    <a:gd name="connsiteX2" fmla="*/ 6020 w 22645"/>
                    <a:gd name="connsiteY2" fmla="*/ 30924 h 31361"/>
                    <a:gd name="connsiteX3" fmla="*/ 1188 w 22645"/>
                    <a:gd name="connsiteY3" fmla="*/ 12350 h 31361"/>
                    <a:gd name="connsiteX4" fmla="*/ 16127 w 22645"/>
                    <a:gd name="connsiteY4" fmla="*/ 291 h 31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45" h="31361">
                      <a:moveTo>
                        <a:pt x="16127" y="291"/>
                      </a:moveTo>
                      <a:cubicBezTo>
                        <a:pt x="21802" y="1932"/>
                        <a:pt x="24329" y="10355"/>
                        <a:pt x="21447" y="18999"/>
                      </a:cubicBezTo>
                      <a:cubicBezTo>
                        <a:pt x="18566" y="27688"/>
                        <a:pt x="11517" y="32963"/>
                        <a:pt x="6020" y="30924"/>
                      </a:cubicBezTo>
                      <a:cubicBezTo>
                        <a:pt x="523" y="28885"/>
                        <a:pt x="-1516" y="20595"/>
                        <a:pt x="1188" y="12350"/>
                      </a:cubicBezTo>
                      <a:cubicBezTo>
                        <a:pt x="3892" y="4104"/>
                        <a:pt x="10497" y="-1349"/>
                        <a:pt x="16127" y="29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52" name="Forme libre : forme 25651">
                  <a:extLst>
                    <a:ext uri="{FF2B5EF4-FFF2-40B4-BE49-F238E27FC236}">
                      <a16:creationId xmlns:a16="http://schemas.microsoft.com/office/drawing/2014/main" id="{3649DE18-1562-4040-9604-D7A2E12D56D6}"/>
                    </a:ext>
                  </a:extLst>
                </p:cNvPr>
                <p:cNvSpPr/>
                <p:nvPr/>
              </p:nvSpPr>
              <p:spPr>
                <a:xfrm>
                  <a:off x="7334607" y="1295984"/>
                  <a:ext cx="45048" cy="37226"/>
                </a:xfrm>
                <a:custGeom>
                  <a:avLst/>
                  <a:gdLst>
                    <a:gd name="connsiteX0" fmla="*/ 15028 w 45048"/>
                    <a:gd name="connsiteY0" fmla="*/ 34521 h 37226"/>
                    <a:gd name="connsiteX1" fmla="*/ 24559 w 45048"/>
                    <a:gd name="connsiteY1" fmla="*/ 37225 h 37226"/>
                    <a:gd name="connsiteX2" fmla="*/ 40474 w 45048"/>
                    <a:gd name="connsiteY2" fmla="*/ 25300 h 37226"/>
                    <a:gd name="connsiteX3" fmla="*/ 44907 w 45048"/>
                    <a:gd name="connsiteY3" fmla="*/ 8233 h 37226"/>
                    <a:gd name="connsiteX4" fmla="*/ 37459 w 45048"/>
                    <a:gd name="connsiteY4" fmla="*/ 32 h 37226"/>
                    <a:gd name="connsiteX5" fmla="*/ 30987 w 45048"/>
                    <a:gd name="connsiteY5" fmla="*/ 3977 h 37226"/>
                    <a:gd name="connsiteX6" fmla="*/ 15516 w 45048"/>
                    <a:gd name="connsiteY6" fmla="*/ 13198 h 37226"/>
                    <a:gd name="connsiteX7" fmla="*/ 0 w 45048"/>
                    <a:gd name="connsiteY7" fmla="*/ 24059 h 37226"/>
                    <a:gd name="connsiteX8" fmla="*/ 15028 w 45048"/>
                    <a:gd name="connsiteY8" fmla="*/ 34521 h 37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048" h="37226">
                      <a:moveTo>
                        <a:pt x="15028" y="34521"/>
                      </a:moveTo>
                      <a:cubicBezTo>
                        <a:pt x="18042" y="35895"/>
                        <a:pt x="21190" y="37270"/>
                        <a:pt x="24559" y="37225"/>
                      </a:cubicBezTo>
                      <a:cubicBezTo>
                        <a:pt x="30943" y="37092"/>
                        <a:pt x="36883" y="31551"/>
                        <a:pt x="40474" y="25300"/>
                      </a:cubicBezTo>
                      <a:cubicBezTo>
                        <a:pt x="43577" y="20158"/>
                        <a:pt x="45616" y="13996"/>
                        <a:pt x="44907" y="8233"/>
                      </a:cubicBezTo>
                      <a:cubicBezTo>
                        <a:pt x="44331" y="3888"/>
                        <a:pt x="41449" y="-412"/>
                        <a:pt x="37459" y="32"/>
                      </a:cubicBezTo>
                      <a:cubicBezTo>
                        <a:pt x="34977" y="298"/>
                        <a:pt x="32938" y="2248"/>
                        <a:pt x="30987" y="3977"/>
                      </a:cubicBezTo>
                      <a:cubicBezTo>
                        <a:pt x="26288" y="8011"/>
                        <a:pt x="21057" y="11159"/>
                        <a:pt x="15516" y="13198"/>
                      </a:cubicBezTo>
                      <a:cubicBezTo>
                        <a:pt x="10772" y="15015"/>
                        <a:pt x="44" y="17188"/>
                        <a:pt x="0" y="24059"/>
                      </a:cubicBezTo>
                      <a:cubicBezTo>
                        <a:pt x="44" y="30310"/>
                        <a:pt x="10772" y="32659"/>
                        <a:pt x="15028" y="3452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53" name="Forme libre : forme 25652">
                  <a:extLst>
                    <a:ext uri="{FF2B5EF4-FFF2-40B4-BE49-F238E27FC236}">
                      <a16:creationId xmlns:a16="http://schemas.microsoft.com/office/drawing/2014/main" id="{5A90BB0C-0BF5-4DB9-986F-96D9594D22E1}"/>
                    </a:ext>
                  </a:extLst>
                </p:cNvPr>
                <p:cNvSpPr/>
                <p:nvPr/>
              </p:nvSpPr>
              <p:spPr>
                <a:xfrm>
                  <a:off x="7338260" y="1306586"/>
                  <a:ext cx="7956" cy="14373"/>
                </a:xfrm>
                <a:custGeom>
                  <a:avLst/>
                  <a:gdLst>
                    <a:gd name="connsiteX0" fmla="*/ 2997 w 7956"/>
                    <a:gd name="connsiteY0" fmla="*/ 12703 h 14373"/>
                    <a:gd name="connsiteX1" fmla="*/ 4814 w 7956"/>
                    <a:gd name="connsiteY1" fmla="*/ 14210 h 14373"/>
                    <a:gd name="connsiteX2" fmla="*/ 7075 w 7956"/>
                    <a:gd name="connsiteY2" fmla="*/ 13811 h 14373"/>
                    <a:gd name="connsiteX3" fmla="*/ 7829 w 7956"/>
                    <a:gd name="connsiteY3" fmla="*/ 11639 h 14373"/>
                    <a:gd name="connsiteX4" fmla="*/ 7740 w 7956"/>
                    <a:gd name="connsiteY4" fmla="*/ 5654 h 14373"/>
                    <a:gd name="connsiteX5" fmla="*/ 7164 w 7956"/>
                    <a:gd name="connsiteY5" fmla="*/ 3305 h 14373"/>
                    <a:gd name="connsiteX6" fmla="*/ 159 w 7956"/>
                    <a:gd name="connsiteY6" fmla="*/ 2551 h 14373"/>
                    <a:gd name="connsiteX7" fmla="*/ 2997 w 7956"/>
                    <a:gd name="connsiteY7" fmla="*/ 12703 h 14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956" h="14373">
                      <a:moveTo>
                        <a:pt x="2997" y="12703"/>
                      </a:moveTo>
                      <a:cubicBezTo>
                        <a:pt x="3484" y="13323"/>
                        <a:pt x="4105" y="13944"/>
                        <a:pt x="4814" y="14210"/>
                      </a:cubicBezTo>
                      <a:cubicBezTo>
                        <a:pt x="5568" y="14520"/>
                        <a:pt x="6499" y="14387"/>
                        <a:pt x="7075" y="13811"/>
                      </a:cubicBezTo>
                      <a:cubicBezTo>
                        <a:pt x="7607" y="13235"/>
                        <a:pt x="7740" y="12393"/>
                        <a:pt x="7829" y="11639"/>
                      </a:cubicBezTo>
                      <a:cubicBezTo>
                        <a:pt x="8050" y="9644"/>
                        <a:pt x="7962" y="7605"/>
                        <a:pt x="7740" y="5654"/>
                      </a:cubicBezTo>
                      <a:cubicBezTo>
                        <a:pt x="7651" y="4856"/>
                        <a:pt x="7518" y="4014"/>
                        <a:pt x="7164" y="3305"/>
                      </a:cubicBezTo>
                      <a:cubicBezTo>
                        <a:pt x="5745" y="246"/>
                        <a:pt x="1046" y="-1926"/>
                        <a:pt x="159" y="2551"/>
                      </a:cubicBezTo>
                      <a:cubicBezTo>
                        <a:pt x="-506" y="5920"/>
                        <a:pt x="1002" y="10087"/>
                        <a:pt x="2997" y="1270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54" name="Forme libre : forme 25653">
                  <a:extLst>
                    <a:ext uri="{FF2B5EF4-FFF2-40B4-BE49-F238E27FC236}">
                      <a16:creationId xmlns:a16="http://schemas.microsoft.com/office/drawing/2014/main" id="{E3D09120-B82A-4CE8-A55F-246439891282}"/>
                    </a:ext>
                  </a:extLst>
                </p:cNvPr>
                <p:cNvSpPr/>
                <p:nvPr/>
              </p:nvSpPr>
              <p:spPr>
                <a:xfrm>
                  <a:off x="7370869" y="1276022"/>
                  <a:ext cx="15069" cy="25357"/>
                </a:xfrm>
                <a:custGeom>
                  <a:avLst/>
                  <a:gdLst>
                    <a:gd name="connsiteX0" fmla="*/ 0 w 15069"/>
                    <a:gd name="connsiteY0" fmla="*/ 0 h 25357"/>
                    <a:gd name="connsiteX1" fmla="*/ 7935 w 15069"/>
                    <a:gd name="connsiteY1" fmla="*/ 4433 h 25357"/>
                    <a:gd name="connsiteX2" fmla="*/ 14984 w 15069"/>
                    <a:gd name="connsiteY2" fmla="*/ 25357 h 25357"/>
                    <a:gd name="connsiteX3" fmla="*/ 13166 w 15069"/>
                    <a:gd name="connsiteY3" fmla="*/ 15693 h 25357"/>
                    <a:gd name="connsiteX4" fmla="*/ 0 w 15069"/>
                    <a:gd name="connsiteY4" fmla="*/ 0 h 25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69" h="25357">
                      <a:moveTo>
                        <a:pt x="0" y="0"/>
                      </a:moveTo>
                      <a:cubicBezTo>
                        <a:pt x="0" y="0"/>
                        <a:pt x="3990" y="842"/>
                        <a:pt x="7935" y="4433"/>
                      </a:cubicBezTo>
                      <a:cubicBezTo>
                        <a:pt x="11881" y="8024"/>
                        <a:pt x="15693" y="14319"/>
                        <a:pt x="14984" y="25357"/>
                      </a:cubicBezTo>
                      <a:cubicBezTo>
                        <a:pt x="14984" y="25357"/>
                        <a:pt x="15072" y="21057"/>
                        <a:pt x="13166" y="15693"/>
                      </a:cubicBezTo>
                      <a:cubicBezTo>
                        <a:pt x="11304" y="10329"/>
                        <a:pt x="7492" y="40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55" name="Forme libre : forme 25654">
                  <a:extLst>
                    <a:ext uri="{FF2B5EF4-FFF2-40B4-BE49-F238E27FC236}">
                      <a16:creationId xmlns:a16="http://schemas.microsoft.com/office/drawing/2014/main" id="{5E7376E0-ADA7-4822-A4F6-C910D70903A6}"/>
                    </a:ext>
                  </a:extLst>
                </p:cNvPr>
                <p:cNvSpPr/>
                <p:nvPr/>
              </p:nvSpPr>
              <p:spPr>
                <a:xfrm>
                  <a:off x="7326155" y="1307896"/>
                  <a:ext cx="11954" cy="27396"/>
                </a:xfrm>
                <a:custGeom>
                  <a:avLst/>
                  <a:gdLst>
                    <a:gd name="connsiteX0" fmla="*/ 1004 w 11954"/>
                    <a:gd name="connsiteY0" fmla="*/ 0 h 27396"/>
                    <a:gd name="connsiteX1" fmla="*/ 339 w 11954"/>
                    <a:gd name="connsiteY1" fmla="*/ 2926 h 27396"/>
                    <a:gd name="connsiteX2" fmla="*/ 162 w 11954"/>
                    <a:gd name="connsiteY2" fmla="*/ 10019 h 27396"/>
                    <a:gd name="connsiteX3" fmla="*/ 11954 w 11954"/>
                    <a:gd name="connsiteY3" fmla="*/ 27397 h 27396"/>
                    <a:gd name="connsiteX4" fmla="*/ 5304 w 11954"/>
                    <a:gd name="connsiteY4" fmla="*/ 19993 h 27396"/>
                    <a:gd name="connsiteX5" fmla="*/ 1004 w 11954"/>
                    <a:gd name="connsiteY5" fmla="*/ 0 h 27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54" h="27396">
                      <a:moveTo>
                        <a:pt x="1004" y="0"/>
                      </a:moveTo>
                      <a:cubicBezTo>
                        <a:pt x="1004" y="0"/>
                        <a:pt x="650" y="1153"/>
                        <a:pt x="339" y="2926"/>
                      </a:cubicBezTo>
                      <a:cubicBezTo>
                        <a:pt x="29" y="4743"/>
                        <a:pt x="-148" y="7226"/>
                        <a:pt x="162" y="10019"/>
                      </a:cubicBezTo>
                      <a:cubicBezTo>
                        <a:pt x="783" y="15560"/>
                        <a:pt x="3398" y="22387"/>
                        <a:pt x="11954" y="27397"/>
                      </a:cubicBezTo>
                      <a:cubicBezTo>
                        <a:pt x="11954" y="27397"/>
                        <a:pt x="8408" y="24737"/>
                        <a:pt x="5304" y="19993"/>
                      </a:cubicBezTo>
                      <a:cubicBezTo>
                        <a:pt x="2290" y="15250"/>
                        <a:pt x="-458" y="8556"/>
                        <a:pt x="10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56" name="Forme libre : forme 25655">
                  <a:extLst>
                    <a:ext uri="{FF2B5EF4-FFF2-40B4-BE49-F238E27FC236}">
                      <a16:creationId xmlns:a16="http://schemas.microsoft.com/office/drawing/2014/main" id="{66B1DAA1-0F64-4594-9774-44413F80832A}"/>
                    </a:ext>
                  </a:extLst>
                </p:cNvPr>
                <p:cNvSpPr/>
                <p:nvPr/>
              </p:nvSpPr>
              <p:spPr>
                <a:xfrm>
                  <a:off x="7350609" y="1292154"/>
                  <a:ext cx="9000" cy="10877"/>
                </a:xfrm>
                <a:custGeom>
                  <a:avLst/>
                  <a:gdLst>
                    <a:gd name="connsiteX0" fmla="*/ 8070 w 9000"/>
                    <a:gd name="connsiteY0" fmla="*/ 448 h 10877"/>
                    <a:gd name="connsiteX1" fmla="*/ 7227 w 9000"/>
                    <a:gd name="connsiteY1" fmla="*/ 7629 h 10877"/>
                    <a:gd name="connsiteX2" fmla="*/ 888 w 9000"/>
                    <a:gd name="connsiteY2" fmla="*/ 10422 h 10877"/>
                    <a:gd name="connsiteX3" fmla="*/ 1775 w 9000"/>
                    <a:gd name="connsiteY3" fmla="*/ 3329 h 10877"/>
                    <a:gd name="connsiteX4" fmla="*/ 8070 w 9000"/>
                    <a:gd name="connsiteY4" fmla="*/ 448 h 10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00" h="10877">
                      <a:moveTo>
                        <a:pt x="8070" y="448"/>
                      </a:moveTo>
                      <a:cubicBezTo>
                        <a:pt x="9577" y="1600"/>
                        <a:pt x="9222" y="4836"/>
                        <a:pt x="7227" y="7629"/>
                      </a:cubicBezTo>
                      <a:cubicBezTo>
                        <a:pt x="5188" y="10378"/>
                        <a:pt x="2395" y="11619"/>
                        <a:pt x="888" y="10422"/>
                      </a:cubicBezTo>
                      <a:cubicBezTo>
                        <a:pt x="-619" y="9225"/>
                        <a:pt x="-132" y="6078"/>
                        <a:pt x="1775" y="3329"/>
                      </a:cubicBezTo>
                      <a:cubicBezTo>
                        <a:pt x="3770" y="536"/>
                        <a:pt x="6562" y="-749"/>
                        <a:pt x="8070" y="44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57" name="Forme libre : forme 25656">
                  <a:extLst>
                    <a:ext uri="{FF2B5EF4-FFF2-40B4-BE49-F238E27FC236}">
                      <a16:creationId xmlns:a16="http://schemas.microsoft.com/office/drawing/2014/main" id="{997E17F2-C460-47D1-9E1B-9DE32B154FAE}"/>
                    </a:ext>
                  </a:extLst>
                </p:cNvPr>
                <p:cNvSpPr/>
                <p:nvPr/>
              </p:nvSpPr>
              <p:spPr>
                <a:xfrm>
                  <a:off x="7356296" y="1290623"/>
                  <a:ext cx="3080" cy="3292"/>
                </a:xfrm>
                <a:custGeom>
                  <a:avLst/>
                  <a:gdLst>
                    <a:gd name="connsiteX0" fmla="*/ 2028 w 3080"/>
                    <a:gd name="connsiteY0" fmla="*/ 72 h 3292"/>
                    <a:gd name="connsiteX1" fmla="*/ 3003 w 3080"/>
                    <a:gd name="connsiteY1" fmla="*/ 2112 h 3292"/>
                    <a:gd name="connsiteX2" fmla="*/ 1053 w 3080"/>
                    <a:gd name="connsiteY2" fmla="*/ 3220 h 3292"/>
                    <a:gd name="connsiteX3" fmla="*/ 77 w 3080"/>
                    <a:gd name="connsiteY3" fmla="*/ 1181 h 3292"/>
                    <a:gd name="connsiteX4" fmla="*/ 2028 w 3080"/>
                    <a:gd name="connsiteY4" fmla="*/ 72 h 3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0" h="3292">
                      <a:moveTo>
                        <a:pt x="2028" y="72"/>
                      </a:moveTo>
                      <a:cubicBezTo>
                        <a:pt x="2826" y="338"/>
                        <a:pt x="3269" y="1225"/>
                        <a:pt x="3003" y="2112"/>
                      </a:cubicBezTo>
                      <a:cubicBezTo>
                        <a:pt x="2737" y="2998"/>
                        <a:pt x="1851" y="3486"/>
                        <a:pt x="1053" y="3220"/>
                      </a:cubicBezTo>
                      <a:cubicBezTo>
                        <a:pt x="255" y="2954"/>
                        <a:pt x="-189" y="2067"/>
                        <a:pt x="77" y="1181"/>
                      </a:cubicBezTo>
                      <a:cubicBezTo>
                        <a:pt x="388" y="294"/>
                        <a:pt x="1230" y="-193"/>
                        <a:pt x="2028" y="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58" name="Forme libre : forme 25657">
                  <a:extLst>
                    <a:ext uri="{FF2B5EF4-FFF2-40B4-BE49-F238E27FC236}">
                      <a16:creationId xmlns:a16="http://schemas.microsoft.com/office/drawing/2014/main" id="{EBC7C187-41DF-4447-9634-539B35844099}"/>
                    </a:ext>
                  </a:extLst>
                </p:cNvPr>
                <p:cNvSpPr/>
                <p:nvPr/>
              </p:nvSpPr>
              <p:spPr>
                <a:xfrm>
                  <a:off x="7335242" y="1275686"/>
                  <a:ext cx="32098" cy="22358"/>
                </a:xfrm>
                <a:custGeom>
                  <a:avLst/>
                  <a:gdLst>
                    <a:gd name="connsiteX0" fmla="*/ 15235 w 32098"/>
                    <a:gd name="connsiteY0" fmla="*/ 291 h 22358"/>
                    <a:gd name="connsiteX1" fmla="*/ 28756 w 32098"/>
                    <a:gd name="connsiteY1" fmla="*/ 1666 h 22358"/>
                    <a:gd name="connsiteX2" fmla="*/ 32081 w 32098"/>
                    <a:gd name="connsiteY2" fmla="*/ 5079 h 22358"/>
                    <a:gd name="connsiteX3" fmla="*/ 28490 w 32098"/>
                    <a:gd name="connsiteY3" fmla="*/ 7783 h 22358"/>
                    <a:gd name="connsiteX4" fmla="*/ 14614 w 32098"/>
                    <a:gd name="connsiteY4" fmla="*/ 11197 h 22358"/>
                    <a:gd name="connsiteX5" fmla="*/ 8098 w 32098"/>
                    <a:gd name="connsiteY5" fmla="*/ 18600 h 22358"/>
                    <a:gd name="connsiteX6" fmla="*/ 960 w 32098"/>
                    <a:gd name="connsiteY6" fmla="*/ 21570 h 22358"/>
                    <a:gd name="connsiteX7" fmla="*/ 5925 w 32098"/>
                    <a:gd name="connsiteY7" fmla="*/ 4813 h 22358"/>
                    <a:gd name="connsiteX8" fmla="*/ 15235 w 32098"/>
                    <a:gd name="connsiteY8" fmla="*/ 291 h 2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098" h="22358">
                      <a:moveTo>
                        <a:pt x="15235" y="291"/>
                      </a:moveTo>
                      <a:cubicBezTo>
                        <a:pt x="19757" y="-462"/>
                        <a:pt x="24367" y="336"/>
                        <a:pt x="28756" y="1666"/>
                      </a:cubicBezTo>
                      <a:cubicBezTo>
                        <a:pt x="30352" y="2153"/>
                        <a:pt x="32302" y="3261"/>
                        <a:pt x="32081" y="5079"/>
                      </a:cubicBezTo>
                      <a:cubicBezTo>
                        <a:pt x="31859" y="6719"/>
                        <a:pt x="30042" y="7517"/>
                        <a:pt x="28490" y="7783"/>
                      </a:cubicBezTo>
                      <a:cubicBezTo>
                        <a:pt x="23747" y="8670"/>
                        <a:pt x="18604" y="8404"/>
                        <a:pt x="14614" y="11197"/>
                      </a:cubicBezTo>
                      <a:cubicBezTo>
                        <a:pt x="13329" y="12083"/>
                        <a:pt x="10757" y="15718"/>
                        <a:pt x="8098" y="18600"/>
                      </a:cubicBezTo>
                      <a:cubicBezTo>
                        <a:pt x="5349" y="21481"/>
                        <a:pt x="2556" y="23565"/>
                        <a:pt x="960" y="21570"/>
                      </a:cubicBezTo>
                      <a:cubicBezTo>
                        <a:pt x="-2187" y="17580"/>
                        <a:pt x="3177" y="7606"/>
                        <a:pt x="5925" y="4813"/>
                      </a:cubicBezTo>
                      <a:cubicBezTo>
                        <a:pt x="8452" y="2331"/>
                        <a:pt x="11822" y="823"/>
                        <a:pt x="15235" y="29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27" name="Graphique 2">
                <a:extLst>
                  <a:ext uri="{FF2B5EF4-FFF2-40B4-BE49-F238E27FC236}">
                    <a16:creationId xmlns:a16="http://schemas.microsoft.com/office/drawing/2014/main" id="{2304BF88-38F3-48BE-B5C5-BAAEA020E825}"/>
                  </a:ext>
                </a:extLst>
              </p:cNvPr>
              <p:cNvGrpSpPr/>
              <p:nvPr/>
            </p:nvGrpSpPr>
            <p:grpSpPr>
              <a:xfrm>
                <a:off x="7343365" y="1202405"/>
                <a:ext cx="61790" cy="72809"/>
                <a:chOff x="7343365" y="1202405"/>
                <a:chExt cx="61790" cy="72809"/>
              </a:xfrm>
              <a:solidFill>
                <a:schemeClr val="accent1"/>
              </a:solidFill>
            </p:grpSpPr>
            <p:sp>
              <p:nvSpPr>
                <p:cNvPr id="25635" name="Forme libre : forme 25634">
                  <a:extLst>
                    <a:ext uri="{FF2B5EF4-FFF2-40B4-BE49-F238E27FC236}">
                      <a16:creationId xmlns:a16="http://schemas.microsoft.com/office/drawing/2014/main" id="{EF2635DC-FE0B-40A6-BA26-3C4312B13147}"/>
                    </a:ext>
                  </a:extLst>
                </p:cNvPr>
                <p:cNvSpPr/>
                <p:nvPr/>
              </p:nvSpPr>
              <p:spPr>
                <a:xfrm>
                  <a:off x="7343365" y="1202405"/>
                  <a:ext cx="61783" cy="72765"/>
                </a:xfrm>
                <a:custGeom>
                  <a:avLst/>
                  <a:gdLst>
                    <a:gd name="connsiteX0" fmla="*/ 61373 w 61783"/>
                    <a:gd name="connsiteY0" fmla="*/ 28178 h 72765"/>
                    <a:gd name="connsiteX1" fmla="*/ 55787 w 61783"/>
                    <a:gd name="connsiteY1" fmla="*/ 54954 h 72765"/>
                    <a:gd name="connsiteX2" fmla="*/ 30297 w 61783"/>
                    <a:gd name="connsiteY2" fmla="*/ 72110 h 72765"/>
                    <a:gd name="connsiteX3" fmla="*/ 15269 w 61783"/>
                    <a:gd name="connsiteY3" fmla="*/ 68031 h 72765"/>
                    <a:gd name="connsiteX4" fmla="*/ 551 w 61783"/>
                    <a:gd name="connsiteY4" fmla="*/ 42231 h 72765"/>
                    <a:gd name="connsiteX5" fmla="*/ 5427 w 61783"/>
                    <a:gd name="connsiteY5" fmla="*/ 17982 h 72765"/>
                    <a:gd name="connsiteX6" fmla="*/ 13761 w 61783"/>
                    <a:gd name="connsiteY6" fmla="*/ 4372 h 72765"/>
                    <a:gd name="connsiteX7" fmla="*/ 29056 w 61783"/>
                    <a:gd name="connsiteY7" fmla="*/ 160 h 72765"/>
                    <a:gd name="connsiteX8" fmla="*/ 44616 w 61783"/>
                    <a:gd name="connsiteY8" fmla="*/ 2200 h 72765"/>
                    <a:gd name="connsiteX9" fmla="*/ 58092 w 61783"/>
                    <a:gd name="connsiteY9" fmla="*/ 10889 h 72765"/>
                    <a:gd name="connsiteX10" fmla="*/ 61373 w 61783"/>
                    <a:gd name="connsiteY10" fmla="*/ 28178 h 7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783" h="72765">
                      <a:moveTo>
                        <a:pt x="61373" y="28178"/>
                      </a:moveTo>
                      <a:cubicBezTo>
                        <a:pt x="59733" y="37177"/>
                        <a:pt x="57782" y="46087"/>
                        <a:pt x="55787" y="54954"/>
                      </a:cubicBezTo>
                      <a:cubicBezTo>
                        <a:pt x="52861" y="67455"/>
                        <a:pt x="41158" y="75124"/>
                        <a:pt x="30297" y="72110"/>
                      </a:cubicBezTo>
                      <a:lnTo>
                        <a:pt x="15269" y="68031"/>
                      </a:lnTo>
                      <a:cubicBezTo>
                        <a:pt x="4408" y="65017"/>
                        <a:pt x="-1976" y="53491"/>
                        <a:pt x="551" y="42231"/>
                      </a:cubicBezTo>
                      <a:cubicBezTo>
                        <a:pt x="2324" y="34162"/>
                        <a:pt x="4053" y="26094"/>
                        <a:pt x="5427" y="17982"/>
                      </a:cubicBezTo>
                      <a:cubicBezTo>
                        <a:pt x="6447" y="12307"/>
                        <a:pt x="9550" y="7564"/>
                        <a:pt x="13761" y="4372"/>
                      </a:cubicBezTo>
                      <a:cubicBezTo>
                        <a:pt x="18017" y="1136"/>
                        <a:pt x="23425" y="-549"/>
                        <a:pt x="29056" y="160"/>
                      </a:cubicBezTo>
                      <a:lnTo>
                        <a:pt x="44616" y="2200"/>
                      </a:lnTo>
                      <a:cubicBezTo>
                        <a:pt x="50246" y="2953"/>
                        <a:pt x="55033" y="6190"/>
                        <a:pt x="58092" y="10889"/>
                      </a:cubicBezTo>
                      <a:cubicBezTo>
                        <a:pt x="61196" y="15676"/>
                        <a:pt x="62525" y="21883"/>
                        <a:pt x="61373" y="2817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36" name="Forme libre : forme 25635">
                  <a:extLst>
                    <a:ext uri="{FF2B5EF4-FFF2-40B4-BE49-F238E27FC236}">
                      <a16:creationId xmlns:a16="http://schemas.microsoft.com/office/drawing/2014/main" id="{457E6421-342C-40BF-8F7B-6E94C6DE947F}"/>
                    </a:ext>
                  </a:extLst>
                </p:cNvPr>
                <p:cNvSpPr/>
                <p:nvPr/>
              </p:nvSpPr>
              <p:spPr>
                <a:xfrm>
                  <a:off x="7367145" y="1204649"/>
                  <a:ext cx="38009" cy="70565"/>
                </a:xfrm>
                <a:custGeom>
                  <a:avLst/>
                  <a:gdLst>
                    <a:gd name="connsiteX0" fmla="*/ 14851 w 38009"/>
                    <a:gd name="connsiteY0" fmla="*/ 43976 h 70565"/>
                    <a:gd name="connsiteX1" fmla="*/ 0 w 38009"/>
                    <a:gd name="connsiteY1" fmla="*/ 68137 h 70565"/>
                    <a:gd name="connsiteX2" fmla="*/ 6517 w 38009"/>
                    <a:gd name="connsiteY2" fmla="*/ 69910 h 70565"/>
                    <a:gd name="connsiteX3" fmla="*/ 32007 w 38009"/>
                    <a:gd name="connsiteY3" fmla="*/ 52754 h 70565"/>
                    <a:gd name="connsiteX4" fmla="*/ 37593 w 38009"/>
                    <a:gd name="connsiteY4" fmla="*/ 25978 h 70565"/>
                    <a:gd name="connsiteX5" fmla="*/ 34356 w 38009"/>
                    <a:gd name="connsiteY5" fmla="*/ 8733 h 70565"/>
                    <a:gd name="connsiteX6" fmla="*/ 20880 w 38009"/>
                    <a:gd name="connsiteY6" fmla="*/ 44 h 70565"/>
                    <a:gd name="connsiteX7" fmla="*/ 20392 w 38009"/>
                    <a:gd name="connsiteY7" fmla="*/ 0 h 70565"/>
                    <a:gd name="connsiteX8" fmla="*/ 14851 w 38009"/>
                    <a:gd name="connsiteY8" fmla="*/ 43976 h 70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009" h="70565">
                      <a:moveTo>
                        <a:pt x="14851" y="43976"/>
                      </a:moveTo>
                      <a:cubicBezTo>
                        <a:pt x="15028" y="54793"/>
                        <a:pt x="9132" y="64679"/>
                        <a:pt x="0" y="68137"/>
                      </a:cubicBezTo>
                      <a:lnTo>
                        <a:pt x="6517" y="69910"/>
                      </a:lnTo>
                      <a:cubicBezTo>
                        <a:pt x="17334" y="72924"/>
                        <a:pt x="29081" y="65255"/>
                        <a:pt x="32007" y="52754"/>
                      </a:cubicBezTo>
                      <a:cubicBezTo>
                        <a:pt x="34046" y="43888"/>
                        <a:pt x="35997" y="34977"/>
                        <a:pt x="37593" y="25978"/>
                      </a:cubicBezTo>
                      <a:cubicBezTo>
                        <a:pt x="38745" y="19639"/>
                        <a:pt x="37460" y="13477"/>
                        <a:pt x="34356" y="8733"/>
                      </a:cubicBezTo>
                      <a:cubicBezTo>
                        <a:pt x="31298" y="3990"/>
                        <a:pt x="26510" y="754"/>
                        <a:pt x="20880" y="44"/>
                      </a:cubicBezTo>
                      <a:lnTo>
                        <a:pt x="20392" y="0"/>
                      </a:lnTo>
                      <a:cubicBezTo>
                        <a:pt x="19461" y="15161"/>
                        <a:pt x="14496" y="28771"/>
                        <a:pt x="14851" y="4397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37" name="Forme libre : forme 25636">
                  <a:extLst>
                    <a:ext uri="{FF2B5EF4-FFF2-40B4-BE49-F238E27FC236}">
                      <a16:creationId xmlns:a16="http://schemas.microsoft.com/office/drawing/2014/main" id="{B2BA1CB4-175F-466C-B939-44E336FB7734}"/>
                    </a:ext>
                  </a:extLst>
                </p:cNvPr>
                <p:cNvSpPr/>
                <p:nvPr/>
              </p:nvSpPr>
              <p:spPr>
                <a:xfrm>
                  <a:off x="7365464" y="1218077"/>
                  <a:ext cx="21999" cy="31751"/>
                </a:xfrm>
                <a:custGeom>
                  <a:avLst/>
                  <a:gdLst>
                    <a:gd name="connsiteX0" fmla="*/ 13873 w 21999"/>
                    <a:gd name="connsiteY0" fmla="*/ 93 h 31751"/>
                    <a:gd name="connsiteX1" fmla="*/ 21542 w 21999"/>
                    <a:gd name="connsiteY1" fmla="*/ 17958 h 31751"/>
                    <a:gd name="connsiteX2" fmla="*/ 7666 w 21999"/>
                    <a:gd name="connsiteY2" fmla="*/ 31568 h 31751"/>
                    <a:gd name="connsiteX3" fmla="*/ 440 w 21999"/>
                    <a:gd name="connsiteY3" fmla="*/ 13791 h 31751"/>
                    <a:gd name="connsiteX4" fmla="*/ 13873 w 21999"/>
                    <a:gd name="connsiteY4" fmla="*/ 93 h 31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99" h="31751">
                      <a:moveTo>
                        <a:pt x="13873" y="93"/>
                      </a:moveTo>
                      <a:cubicBezTo>
                        <a:pt x="19769" y="1024"/>
                        <a:pt x="23315" y="9092"/>
                        <a:pt x="21542" y="17958"/>
                      </a:cubicBezTo>
                      <a:cubicBezTo>
                        <a:pt x="19813" y="26869"/>
                        <a:pt x="13385" y="32898"/>
                        <a:pt x="7666" y="31568"/>
                      </a:cubicBezTo>
                      <a:cubicBezTo>
                        <a:pt x="1859" y="30238"/>
                        <a:pt x="-1200" y="22303"/>
                        <a:pt x="440" y="13791"/>
                      </a:cubicBezTo>
                      <a:cubicBezTo>
                        <a:pt x="2169" y="5324"/>
                        <a:pt x="8021" y="-838"/>
                        <a:pt x="13873" y="9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38" name="Forme libre : forme 25637">
                  <a:extLst>
                    <a:ext uri="{FF2B5EF4-FFF2-40B4-BE49-F238E27FC236}">
                      <a16:creationId xmlns:a16="http://schemas.microsoft.com/office/drawing/2014/main" id="{30F38F0C-088B-4161-9A99-FA8FDF901072}"/>
                    </a:ext>
                  </a:extLst>
                </p:cNvPr>
                <p:cNvSpPr/>
                <p:nvPr/>
              </p:nvSpPr>
              <p:spPr>
                <a:xfrm>
                  <a:off x="7365993" y="1228632"/>
                  <a:ext cx="21516" cy="21240"/>
                </a:xfrm>
                <a:custGeom>
                  <a:avLst/>
                  <a:gdLst>
                    <a:gd name="connsiteX0" fmla="*/ 0 w 21516"/>
                    <a:gd name="connsiteY0" fmla="*/ 12280 h 21240"/>
                    <a:gd name="connsiteX1" fmla="*/ 7182 w 21516"/>
                    <a:gd name="connsiteY1" fmla="*/ 21057 h 21240"/>
                    <a:gd name="connsiteX2" fmla="*/ 21057 w 21516"/>
                    <a:gd name="connsiteY2" fmla="*/ 7448 h 21240"/>
                    <a:gd name="connsiteX3" fmla="*/ 21323 w 21516"/>
                    <a:gd name="connsiteY3" fmla="*/ 0 h 21240"/>
                    <a:gd name="connsiteX4" fmla="*/ 19860 w 21516"/>
                    <a:gd name="connsiteY4" fmla="*/ 3857 h 21240"/>
                    <a:gd name="connsiteX5" fmla="*/ 0 w 21516"/>
                    <a:gd name="connsiteY5" fmla="*/ 12280 h 21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516" h="21240">
                      <a:moveTo>
                        <a:pt x="0" y="12280"/>
                      </a:moveTo>
                      <a:cubicBezTo>
                        <a:pt x="975" y="16801"/>
                        <a:pt x="3591" y="20215"/>
                        <a:pt x="7182" y="21057"/>
                      </a:cubicBezTo>
                      <a:cubicBezTo>
                        <a:pt x="12900" y="22387"/>
                        <a:pt x="19284" y="16358"/>
                        <a:pt x="21057" y="7448"/>
                      </a:cubicBezTo>
                      <a:cubicBezTo>
                        <a:pt x="21589" y="4876"/>
                        <a:pt x="21634" y="2305"/>
                        <a:pt x="21323" y="0"/>
                      </a:cubicBezTo>
                      <a:cubicBezTo>
                        <a:pt x="21013" y="1330"/>
                        <a:pt x="20570" y="2616"/>
                        <a:pt x="19860" y="3857"/>
                      </a:cubicBezTo>
                      <a:cubicBezTo>
                        <a:pt x="15161" y="10329"/>
                        <a:pt x="6960" y="14363"/>
                        <a:pt x="0" y="1228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39" name="Forme libre : forme 25638">
                  <a:extLst>
                    <a:ext uri="{FF2B5EF4-FFF2-40B4-BE49-F238E27FC236}">
                      <a16:creationId xmlns:a16="http://schemas.microsoft.com/office/drawing/2014/main" id="{0ADF96AC-CDF3-415F-BA3E-E28C8D7581D9}"/>
                    </a:ext>
                  </a:extLst>
                </p:cNvPr>
                <p:cNvSpPr/>
                <p:nvPr/>
              </p:nvSpPr>
              <p:spPr>
                <a:xfrm>
                  <a:off x="7368127" y="1216881"/>
                  <a:ext cx="21977" cy="31883"/>
                </a:xfrm>
                <a:custGeom>
                  <a:avLst/>
                  <a:gdLst>
                    <a:gd name="connsiteX0" fmla="*/ 13825 w 21977"/>
                    <a:gd name="connsiteY0" fmla="*/ 92 h 31883"/>
                    <a:gd name="connsiteX1" fmla="*/ 21538 w 21977"/>
                    <a:gd name="connsiteY1" fmla="*/ 18002 h 31883"/>
                    <a:gd name="connsiteX2" fmla="*/ 7663 w 21977"/>
                    <a:gd name="connsiteY2" fmla="*/ 31700 h 31883"/>
                    <a:gd name="connsiteX3" fmla="*/ 437 w 21977"/>
                    <a:gd name="connsiteY3" fmla="*/ 13879 h 31883"/>
                    <a:gd name="connsiteX4" fmla="*/ 13825 w 21977"/>
                    <a:gd name="connsiteY4" fmla="*/ 92 h 31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77" h="31883">
                      <a:moveTo>
                        <a:pt x="13825" y="92"/>
                      </a:moveTo>
                      <a:cubicBezTo>
                        <a:pt x="19721" y="1023"/>
                        <a:pt x="23267" y="9092"/>
                        <a:pt x="21538" y="18002"/>
                      </a:cubicBezTo>
                      <a:cubicBezTo>
                        <a:pt x="19765" y="26957"/>
                        <a:pt x="13426" y="33030"/>
                        <a:pt x="7663" y="31700"/>
                      </a:cubicBezTo>
                      <a:cubicBezTo>
                        <a:pt x="1900" y="30371"/>
                        <a:pt x="-1203" y="22435"/>
                        <a:pt x="437" y="13879"/>
                      </a:cubicBezTo>
                      <a:cubicBezTo>
                        <a:pt x="2121" y="5368"/>
                        <a:pt x="7973" y="-838"/>
                        <a:pt x="13825" y="9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40" name="Forme libre : forme 25639">
                  <a:extLst>
                    <a:ext uri="{FF2B5EF4-FFF2-40B4-BE49-F238E27FC236}">
                      <a16:creationId xmlns:a16="http://schemas.microsoft.com/office/drawing/2014/main" id="{76DC9733-E722-4110-B95A-403725A7FD7F}"/>
                    </a:ext>
                  </a:extLst>
                </p:cNvPr>
                <p:cNvSpPr/>
                <p:nvPr/>
              </p:nvSpPr>
              <p:spPr>
                <a:xfrm>
                  <a:off x="7354847" y="1226101"/>
                  <a:ext cx="43442" cy="38639"/>
                </a:xfrm>
                <a:custGeom>
                  <a:avLst/>
                  <a:gdLst>
                    <a:gd name="connsiteX0" fmla="*/ 16510 w 43442"/>
                    <a:gd name="connsiteY0" fmla="*/ 37154 h 38639"/>
                    <a:gd name="connsiteX1" fmla="*/ 26396 w 43442"/>
                    <a:gd name="connsiteY1" fmla="*/ 38484 h 38639"/>
                    <a:gd name="connsiteX2" fmla="*/ 40626 w 43442"/>
                    <a:gd name="connsiteY2" fmla="*/ 24741 h 38639"/>
                    <a:gd name="connsiteX3" fmla="*/ 42843 w 43442"/>
                    <a:gd name="connsiteY3" fmla="*/ 7364 h 38639"/>
                    <a:gd name="connsiteX4" fmla="*/ 34376 w 43442"/>
                    <a:gd name="connsiteY4" fmla="*/ 138 h 38639"/>
                    <a:gd name="connsiteX5" fmla="*/ 28391 w 43442"/>
                    <a:gd name="connsiteY5" fmla="*/ 4837 h 38639"/>
                    <a:gd name="connsiteX6" fmla="*/ 14072 w 43442"/>
                    <a:gd name="connsiteY6" fmla="*/ 15920 h 38639"/>
                    <a:gd name="connsiteX7" fmla="*/ 64 w 43442"/>
                    <a:gd name="connsiteY7" fmla="*/ 28820 h 38639"/>
                    <a:gd name="connsiteX8" fmla="*/ 16510 w 43442"/>
                    <a:gd name="connsiteY8" fmla="*/ 37154 h 38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442" h="38639">
                      <a:moveTo>
                        <a:pt x="16510" y="37154"/>
                      </a:moveTo>
                      <a:cubicBezTo>
                        <a:pt x="19746" y="38085"/>
                        <a:pt x="23071" y="39016"/>
                        <a:pt x="26396" y="38484"/>
                      </a:cubicBezTo>
                      <a:cubicBezTo>
                        <a:pt x="32780" y="37509"/>
                        <a:pt x="37834" y="31347"/>
                        <a:pt x="40626" y="24741"/>
                      </a:cubicBezTo>
                      <a:cubicBezTo>
                        <a:pt x="43020" y="19289"/>
                        <a:pt x="44262" y="12994"/>
                        <a:pt x="42843" y="7364"/>
                      </a:cubicBezTo>
                      <a:cubicBezTo>
                        <a:pt x="41735" y="3152"/>
                        <a:pt x="38321" y="-793"/>
                        <a:pt x="34376" y="138"/>
                      </a:cubicBezTo>
                      <a:cubicBezTo>
                        <a:pt x="31937" y="714"/>
                        <a:pt x="30120" y="2886"/>
                        <a:pt x="28391" y="4837"/>
                      </a:cubicBezTo>
                      <a:cubicBezTo>
                        <a:pt x="24224" y="9403"/>
                        <a:pt x="19392" y="13171"/>
                        <a:pt x="14072" y="15920"/>
                      </a:cubicBezTo>
                      <a:cubicBezTo>
                        <a:pt x="9595" y="18313"/>
                        <a:pt x="-912" y="21904"/>
                        <a:pt x="64" y="28820"/>
                      </a:cubicBezTo>
                      <a:cubicBezTo>
                        <a:pt x="906" y="35070"/>
                        <a:pt x="12033" y="35868"/>
                        <a:pt x="16510" y="3715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41" name="Forme libre : forme 25640">
                  <a:extLst>
                    <a:ext uri="{FF2B5EF4-FFF2-40B4-BE49-F238E27FC236}">
                      <a16:creationId xmlns:a16="http://schemas.microsoft.com/office/drawing/2014/main" id="{D15D5CFA-E350-4870-89D5-8B9F9734EF05}"/>
                    </a:ext>
                  </a:extLst>
                </p:cNvPr>
                <p:cNvSpPr/>
                <p:nvPr/>
              </p:nvSpPr>
              <p:spPr>
                <a:xfrm>
                  <a:off x="7357236" y="1240614"/>
                  <a:ext cx="8903" cy="13966"/>
                </a:xfrm>
                <a:custGeom>
                  <a:avLst/>
                  <a:gdLst>
                    <a:gd name="connsiteX0" fmla="*/ 4191 w 8903"/>
                    <a:gd name="connsiteY0" fmla="*/ 12622 h 13966"/>
                    <a:gd name="connsiteX1" fmla="*/ 6230 w 8903"/>
                    <a:gd name="connsiteY1" fmla="*/ 13908 h 13966"/>
                    <a:gd name="connsiteX2" fmla="*/ 8447 w 8903"/>
                    <a:gd name="connsiteY2" fmla="*/ 13198 h 13966"/>
                    <a:gd name="connsiteX3" fmla="*/ 8890 w 8903"/>
                    <a:gd name="connsiteY3" fmla="*/ 10938 h 13966"/>
                    <a:gd name="connsiteX4" fmla="*/ 8003 w 8903"/>
                    <a:gd name="connsiteY4" fmla="*/ 4997 h 13966"/>
                    <a:gd name="connsiteX5" fmla="*/ 7117 w 8903"/>
                    <a:gd name="connsiteY5" fmla="*/ 2736 h 13966"/>
                    <a:gd name="connsiteX6" fmla="*/ 24 w 8903"/>
                    <a:gd name="connsiteY6" fmla="*/ 2869 h 13966"/>
                    <a:gd name="connsiteX7" fmla="*/ 4191 w 8903"/>
                    <a:gd name="connsiteY7" fmla="*/ 12622 h 13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903" h="13966">
                      <a:moveTo>
                        <a:pt x="4191" y="12622"/>
                      </a:moveTo>
                      <a:cubicBezTo>
                        <a:pt x="4767" y="13198"/>
                        <a:pt x="5432" y="13730"/>
                        <a:pt x="6230" y="13908"/>
                      </a:cubicBezTo>
                      <a:cubicBezTo>
                        <a:pt x="7028" y="14085"/>
                        <a:pt x="7959" y="13863"/>
                        <a:pt x="8447" y="13198"/>
                      </a:cubicBezTo>
                      <a:cubicBezTo>
                        <a:pt x="8890" y="12578"/>
                        <a:pt x="8934" y="11691"/>
                        <a:pt x="8890" y="10938"/>
                      </a:cubicBezTo>
                      <a:cubicBezTo>
                        <a:pt x="8801" y="8898"/>
                        <a:pt x="8535" y="6903"/>
                        <a:pt x="8003" y="4997"/>
                      </a:cubicBezTo>
                      <a:cubicBezTo>
                        <a:pt x="7782" y="4199"/>
                        <a:pt x="7560" y="3401"/>
                        <a:pt x="7117" y="2736"/>
                      </a:cubicBezTo>
                      <a:cubicBezTo>
                        <a:pt x="5255" y="-101"/>
                        <a:pt x="334" y="-1697"/>
                        <a:pt x="24" y="2869"/>
                      </a:cubicBezTo>
                      <a:cubicBezTo>
                        <a:pt x="-242" y="6371"/>
                        <a:pt x="1753" y="10317"/>
                        <a:pt x="4191" y="1262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42" name="Forme libre : forme 25641">
                  <a:extLst>
                    <a:ext uri="{FF2B5EF4-FFF2-40B4-BE49-F238E27FC236}">
                      <a16:creationId xmlns:a16="http://schemas.microsoft.com/office/drawing/2014/main" id="{ED28F29E-EE8D-46F5-95D1-520E260576B7}"/>
                    </a:ext>
                  </a:extLst>
                </p:cNvPr>
                <p:cNvSpPr/>
                <p:nvPr/>
              </p:nvSpPr>
              <p:spPr>
                <a:xfrm>
                  <a:off x="7385454" y="1206511"/>
                  <a:ext cx="18219" cy="23362"/>
                </a:xfrm>
                <a:custGeom>
                  <a:avLst/>
                  <a:gdLst>
                    <a:gd name="connsiteX0" fmla="*/ 0 w 18219"/>
                    <a:gd name="connsiteY0" fmla="*/ 0 h 23362"/>
                    <a:gd name="connsiteX1" fmla="*/ 8511 w 18219"/>
                    <a:gd name="connsiteY1" fmla="*/ 3369 h 23362"/>
                    <a:gd name="connsiteX2" fmla="*/ 18220 w 18219"/>
                    <a:gd name="connsiteY2" fmla="*/ 23362 h 23362"/>
                    <a:gd name="connsiteX3" fmla="*/ 15205 w 18219"/>
                    <a:gd name="connsiteY3" fmla="*/ 13964 h 23362"/>
                    <a:gd name="connsiteX4" fmla="*/ 0 w 18219"/>
                    <a:gd name="connsiteY4" fmla="*/ 0 h 23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19" h="23362">
                      <a:moveTo>
                        <a:pt x="0" y="0"/>
                      </a:moveTo>
                      <a:cubicBezTo>
                        <a:pt x="0" y="0"/>
                        <a:pt x="4123" y="310"/>
                        <a:pt x="8511" y="3369"/>
                      </a:cubicBezTo>
                      <a:cubicBezTo>
                        <a:pt x="12900" y="6428"/>
                        <a:pt x="17555" y="12324"/>
                        <a:pt x="18220" y="23362"/>
                      </a:cubicBezTo>
                      <a:cubicBezTo>
                        <a:pt x="18220" y="23362"/>
                        <a:pt x="17777" y="19062"/>
                        <a:pt x="15205" y="13964"/>
                      </a:cubicBezTo>
                      <a:cubicBezTo>
                        <a:pt x="12679" y="8866"/>
                        <a:pt x="7935" y="301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43" name="Forme libre : forme 25642">
                  <a:extLst>
                    <a:ext uri="{FF2B5EF4-FFF2-40B4-BE49-F238E27FC236}">
                      <a16:creationId xmlns:a16="http://schemas.microsoft.com/office/drawing/2014/main" id="{7BFC5020-94FB-4559-85AC-0F32F35D7730}"/>
                    </a:ext>
                  </a:extLst>
                </p:cNvPr>
                <p:cNvSpPr/>
                <p:nvPr/>
              </p:nvSpPr>
              <p:spPr>
                <a:xfrm>
                  <a:off x="7345530" y="1243793"/>
                  <a:ext cx="15098" cy="25933"/>
                </a:xfrm>
                <a:custGeom>
                  <a:avLst/>
                  <a:gdLst>
                    <a:gd name="connsiteX0" fmla="*/ 292 w 15098"/>
                    <a:gd name="connsiteY0" fmla="*/ 0 h 25933"/>
                    <a:gd name="connsiteX1" fmla="*/ 824 w 15098"/>
                    <a:gd name="connsiteY1" fmla="*/ 10240 h 25933"/>
                    <a:gd name="connsiteX2" fmla="*/ 15099 w 15098"/>
                    <a:gd name="connsiteY2" fmla="*/ 25934 h 25933"/>
                    <a:gd name="connsiteX3" fmla="*/ 7385 w 15098"/>
                    <a:gd name="connsiteY3" fmla="*/ 19550 h 25933"/>
                    <a:gd name="connsiteX4" fmla="*/ 292 w 15098"/>
                    <a:gd name="connsiteY4" fmla="*/ 0 h 25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98" h="25933">
                      <a:moveTo>
                        <a:pt x="292" y="0"/>
                      </a:moveTo>
                      <a:cubicBezTo>
                        <a:pt x="292" y="0"/>
                        <a:pt x="-639" y="4655"/>
                        <a:pt x="824" y="10240"/>
                      </a:cubicBezTo>
                      <a:cubicBezTo>
                        <a:pt x="2154" y="15782"/>
                        <a:pt x="5833" y="22298"/>
                        <a:pt x="15099" y="25934"/>
                      </a:cubicBezTo>
                      <a:cubicBezTo>
                        <a:pt x="15099" y="25934"/>
                        <a:pt x="11198" y="23850"/>
                        <a:pt x="7385" y="19550"/>
                      </a:cubicBezTo>
                      <a:cubicBezTo>
                        <a:pt x="3572" y="15205"/>
                        <a:pt x="-107" y="8777"/>
                        <a:pt x="2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44" name="Forme libre : forme 25643">
                  <a:extLst>
                    <a:ext uri="{FF2B5EF4-FFF2-40B4-BE49-F238E27FC236}">
                      <a16:creationId xmlns:a16="http://schemas.microsoft.com/office/drawing/2014/main" id="{627B8DC5-CC04-4A92-AAB4-BCCEF784446B}"/>
                    </a:ext>
                  </a:extLst>
                </p:cNvPr>
                <p:cNvSpPr/>
                <p:nvPr/>
              </p:nvSpPr>
              <p:spPr>
                <a:xfrm>
                  <a:off x="7368237" y="1224223"/>
                  <a:ext cx="8367" cy="11366"/>
                </a:xfrm>
                <a:custGeom>
                  <a:avLst/>
                  <a:gdLst>
                    <a:gd name="connsiteX0" fmla="*/ 7110 w 8367"/>
                    <a:gd name="connsiteY0" fmla="*/ 286 h 11366"/>
                    <a:gd name="connsiteX1" fmla="*/ 7198 w 8367"/>
                    <a:gd name="connsiteY1" fmla="*/ 7512 h 11366"/>
                    <a:gd name="connsiteX2" fmla="*/ 1214 w 8367"/>
                    <a:gd name="connsiteY2" fmla="*/ 11058 h 11366"/>
                    <a:gd name="connsiteX3" fmla="*/ 1214 w 8367"/>
                    <a:gd name="connsiteY3" fmla="*/ 3921 h 11366"/>
                    <a:gd name="connsiteX4" fmla="*/ 7110 w 8367"/>
                    <a:gd name="connsiteY4" fmla="*/ 286 h 11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67" h="11366">
                      <a:moveTo>
                        <a:pt x="7110" y="286"/>
                      </a:moveTo>
                      <a:cubicBezTo>
                        <a:pt x="8750" y="1261"/>
                        <a:pt x="8794" y="4497"/>
                        <a:pt x="7198" y="7512"/>
                      </a:cubicBezTo>
                      <a:cubicBezTo>
                        <a:pt x="5514" y="10482"/>
                        <a:pt x="2854" y="12078"/>
                        <a:pt x="1214" y="11058"/>
                      </a:cubicBezTo>
                      <a:cubicBezTo>
                        <a:pt x="-427" y="10039"/>
                        <a:pt x="-382" y="6847"/>
                        <a:pt x="1214" y="3921"/>
                      </a:cubicBezTo>
                      <a:cubicBezTo>
                        <a:pt x="2809" y="906"/>
                        <a:pt x="5469" y="-689"/>
                        <a:pt x="7110" y="28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45" name="Forme libre : forme 25644">
                  <a:extLst>
                    <a:ext uri="{FF2B5EF4-FFF2-40B4-BE49-F238E27FC236}">
                      <a16:creationId xmlns:a16="http://schemas.microsoft.com/office/drawing/2014/main" id="{DFED6C88-3769-4925-8228-355B27589520}"/>
                    </a:ext>
                  </a:extLst>
                </p:cNvPr>
                <p:cNvSpPr/>
                <p:nvPr/>
              </p:nvSpPr>
              <p:spPr>
                <a:xfrm>
                  <a:off x="7372919" y="1222628"/>
                  <a:ext cx="3082" cy="3285"/>
                </a:xfrm>
                <a:custGeom>
                  <a:avLst/>
                  <a:gdLst>
                    <a:gd name="connsiteX0" fmla="*/ 1852 w 3082"/>
                    <a:gd name="connsiteY0" fmla="*/ 19 h 3285"/>
                    <a:gd name="connsiteX1" fmla="*/ 3049 w 3082"/>
                    <a:gd name="connsiteY1" fmla="*/ 1925 h 3285"/>
                    <a:gd name="connsiteX2" fmla="*/ 1231 w 3082"/>
                    <a:gd name="connsiteY2" fmla="*/ 3255 h 3285"/>
                    <a:gd name="connsiteX3" fmla="*/ 34 w 3082"/>
                    <a:gd name="connsiteY3" fmla="*/ 1349 h 3285"/>
                    <a:gd name="connsiteX4" fmla="*/ 1852 w 3082"/>
                    <a:gd name="connsiteY4" fmla="*/ 19 h 3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2" h="3285">
                      <a:moveTo>
                        <a:pt x="1852" y="19"/>
                      </a:moveTo>
                      <a:cubicBezTo>
                        <a:pt x="2694" y="152"/>
                        <a:pt x="3226" y="994"/>
                        <a:pt x="3049" y="1925"/>
                      </a:cubicBezTo>
                      <a:cubicBezTo>
                        <a:pt x="2871" y="2812"/>
                        <a:pt x="2073" y="3433"/>
                        <a:pt x="1231" y="3255"/>
                      </a:cubicBezTo>
                      <a:cubicBezTo>
                        <a:pt x="389" y="3122"/>
                        <a:pt x="-143" y="2236"/>
                        <a:pt x="34" y="1349"/>
                      </a:cubicBezTo>
                      <a:cubicBezTo>
                        <a:pt x="212" y="462"/>
                        <a:pt x="1054" y="-114"/>
                        <a:pt x="1852" y="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46" name="Forme libre : forme 25645">
                  <a:extLst>
                    <a:ext uri="{FF2B5EF4-FFF2-40B4-BE49-F238E27FC236}">
                      <a16:creationId xmlns:a16="http://schemas.microsoft.com/office/drawing/2014/main" id="{9A8995DE-8CB6-452D-B309-FAD2F45A7011}"/>
                    </a:ext>
                  </a:extLst>
                </p:cNvPr>
                <p:cNvSpPr/>
                <p:nvPr/>
              </p:nvSpPr>
              <p:spPr>
                <a:xfrm>
                  <a:off x="7351990" y="1208101"/>
                  <a:ext cx="30494" cy="24471"/>
                </a:xfrm>
                <a:custGeom>
                  <a:avLst/>
                  <a:gdLst>
                    <a:gd name="connsiteX0" fmla="*/ 13028 w 30494"/>
                    <a:gd name="connsiteY0" fmla="*/ 937 h 24471"/>
                    <a:gd name="connsiteX1" fmla="*/ 26726 w 30494"/>
                    <a:gd name="connsiteY1" fmla="*/ 627 h 24471"/>
                    <a:gd name="connsiteX2" fmla="*/ 30494 w 30494"/>
                    <a:gd name="connsiteY2" fmla="*/ 3597 h 24471"/>
                    <a:gd name="connsiteX3" fmla="*/ 27302 w 30494"/>
                    <a:gd name="connsiteY3" fmla="*/ 6745 h 24471"/>
                    <a:gd name="connsiteX4" fmla="*/ 13826 w 30494"/>
                    <a:gd name="connsiteY4" fmla="*/ 11843 h 24471"/>
                    <a:gd name="connsiteX5" fmla="*/ 1458 w 30494"/>
                    <a:gd name="connsiteY5" fmla="*/ 23856 h 24471"/>
                    <a:gd name="connsiteX6" fmla="*/ 4295 w 30494"/>
                    <a:gd name="connsiteY6" fmla="*/ 6612 h 24471"/>
                    <a:gd name="connsiteX7" fmla="*/ 13028 w 30494"/>
                    <a:gd name="connsiteY7" fmla="*/ 937 h 24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494" h="24471">
                      <a:moveTo>
                        <a:pt x="13028" y="937"/>
                      </a:moveTo>
                      <a:cubicBezTo>
                        <a:pt x="17461" y="-348"/>
                        <a:pt x="22205" y="-171"/>
                        <a:pt x="26726" y="627"/>
                      </a:cubicBezTo>
                      <a:cubicBezTo>
                        <a:pt x="28411" y="893"/>
                        <a:pt x="30450" y="1735"/>
                        <a:pt x="30494" y="3597"/>
                      </a:cubicBezTo>
                      <a:cubicBezTo>
                        <a:pt x="30494" y="5282"/>
                        <a:pt x="28810" y="6301"/>
                        <a:pt x="27302" y="6745"/>
                      </a:cubicBezTo>
                      <a:cubicBezTo>
                        <a:pt x="22692" y="8252"/>
                        <a:pt x="17461" y="8562"/>
                        <a:pt x="13826" y="11843"/>
                      </a:cubicBezTo>
                      <a:cubicBezTo>
                        <a:pt x="11565" y="13926"/>
                        <a:pt x="5226" y="27492"/>
                        <a:pt x="1458" y="23856"/>
                      </a:cubicBezTo>
                      <a:cubicBezTo>
                        <a:pt x="-2222" y="20266"/>
                        <a:pt x="1945" y="9671"/>
                        <a:pt x="4295" y="6612"/>
                      </a:cubicBezTo>
                      <a:cubicBezTo>
                        <a:pt x="6511" y="3819"/>
                        <a:pt x="9748" y="1913"/>
                        <a:pt x="13028" y="93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28" name="Graphique 2">
                <a:extLst>
                  <a:ext uri="{FF2B5EF4-FFF2-40B4-BE49-F238E27FC236}">
                    <a16:creationId xmlns:a16="http://schemas.microsoft.com/office/drawing/2014/main" id="{7665C408-F565-4C2C-993F-249B94E6A655}"/>
                  </a:ext>
                </a:extLst>
              </p:cNvPr>
              <p:cNvGrpSpPr/>
              <p:nvPr/>
            </p:nvGrpSpPr>
            <p:grpSpPr>
              <a:xfrm>
                <a:off x="7353746" y="1132314"/>
                <a:ext cx="58425" cy="72542"/>
                <a:chOff x="7353746" y="1132314"/>
                <a:chExt cx="58425" cy="72542"/>
              </a:xfrm>
              <a:solidFill>
                <a:schemeClr val="accent1"/>
              </a:solidFill>
            </p:grpSpPr>
            <p:sp>
              <p:nvSpPr>
                <p:cNvPr id="25623" name="Forme libre : forme 25622">
                  <a:extLst>
                    <a:ext uri="{FF2B5EF4-FFF2-40B4-BE49-F238E27FC236}">
                      <a16:creationId xmlns:a16="http://schemas.microsoft.com/office/drawing/2014/main" id="{A66DCE1D-70EC-4ECB-B443-D6BDE2951A72}"/>
                    </a:ext>
                  </a:extLst>
                </p:cNvPr>
                <p:cNvSpPr/>
                <p:nvPr/>
              </p:nvSpPr>
              <p:spPr>
                <a:xfrm>
                  <a:off x="7353746" y="1132314"/>
                  <a:ext cx="58425" cy="72500"/>
                </a:xfrm>
                <a:custGeom>
                  <a:avLst/>
                  <a:gdLst>
                    <a:gd name="connsiteX0" fmla="*/ 58351 w 58425"/>
                    <a:gd name="connsiteY0" fmla="*/ 25300 h 72500"/>
                    <a:gd name="connsiteX1" fmla="*/ 57642 w 58425"/>
                    <a:gd name="connsiteY1" fmla="*/ 37491 h 72500"/>
                    <a:gd name="connsiteX2" fmla="*/ 57110 w 58425"/>
                    <a:gd name="connsiteY2" fmla="*/ 50569 h 72500"/>
                    <a:gd name="connsiteX3" fmla="*/ 49618 w 58425"/>
                    <a:gd name="connsiteY3" fmla="*/ 67370 h 72500"/>
                    <a:gd name="connsiteX4" fmla="*/ 34280 w 58425"/>
                    <a:gd name="connsiteY4" fmla="*/ 72336 h 72500"/>
                    <a:gd name="connsiteX5" fmla="*/ 18719 w 58425"/>
                    <a:gd name="connsiteY5" fmla="*/ 70296 h 72500"/>
                    <a:gd name="connsiteX6" fmla="*/ 12 w 58425"/>
                    <a:gd name="connsiteY6" fmla="*/ 47953 h 72500"/>
                    <a:gd name="connsiteX7" fmla="*/ 455 w 58425"/>
                    <a:gd name="connsiteY7" fmla="*/ 35009 h 72500"/>
                    <a:gd name="connsiteX8" fmla="*/ 1164 w 58425"/>
                    <a:gd name="connsiteY8" fmla="*/ 21222 h 72500"/>
                    <a:gd name="connsiteX9" fmla="*/ 8745 w 58425"/>
                    <a:gd name="connsiteY9" fmla="*/ 5130 h 72500"/>
                    <a:gd name="connsiteX10" fmla="*/ 24128 w 58425"/>
                    <a:gd name="connsiteY10" fmla="*/ 165 h 72500"/>
                    <a:gd name="connsiteX11" fmla="*/ 39821 w 58425"/>
                    <a:gd name="connsiteY11" fmla="*/ 2248 h 72500"/>
                    <a:gd name="connsiteX12" fmla="*/ 53697 w 58425"/>
                    <a:gd name="connsiteY12" fmla="*/ 10228 h 72500"/>
                    <a:gd name="connsiteX13" fmla="*/ 58351 w 58425"/>
                    <a:gd name="connsiteY13" fmla="*/ 25300 h 72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8425" h="72500">
                      <a:moveTo>
                        <a:pt x="58351" y="25300"/>
                      </a:moveTo>
                      <a:lnTo>
                        <a:pt x="57642" y="37491"/>
                      </a:lnTo>
                      <a:lnTo>
                        <a:pt x="57110" y="50569"/>
                      </a:lnTo>
                      <a:cubicBezTo>
                        <a:pt x="56756" y="57706"/>
                        <a:pt x="53785" y="63469"/>
                        <a:pt x="49618" y="67370"/>
                      </a:cubicBezTo>
                      <a:cubicBezTo>
                        <a:pt x="45362" y="71227"/>
                        <a:pt x="39910" y="73089"/>
                        <a:pt x="34280" y="72336"/>
                      </a:cubicBezTo>
                      <a:lnTo>
                        <a:pt x="18719" y="70296"/>
                      </a:lnTo>
                      <a:cubicBezTo>
                        <a:pt x="7415" y="68789"/>
                        <a:pt x="-343" y="58061"/>
                        <a:pt x="12" y="47953"/>
                      </a:cubicBezTo>
                      <a:lnTo>
                        <a:pt x="455" y="35009"/>
                      </a:lnTo>
                      <a:lnTo>
                        <a:pt x="1164" y="21222"/>
                      </a:lnTo>
                      <a:cubicBezTo>
                        <a:pt x="1696" y="14705"/>
                        <a:pt x="4445" y="8987"/>
                        <a:pt x="8745" y="5130"/>
                      </a:cubicBezTo>
                      <a:cubicBezTo>
                        <a:pt x="12956" y="1273"/>
                        <a:pt x="18409" y="-589"/>
                        <a:pt x="24128" y="165"/>
                      </a:cubicBezTo>
                      <a:lnTo>
                        <a:pt x="39821" y="2248"/>
                      </a:lnTo>
                      <a:cubicBezTo>
                        <a:pt x="45451" y="3002"/>
                        <a:pt x="50372" y="6061"/>
                        <a:pt x="53697" y="10228"/>
                      </a:cubicBezTo>
                      <a:cubicBezTo>
                        <a:pt x="56888" y="14351"/>
                        <a:pt x="58839" y="19670"/>
                        <a:pt x="58351" y="25300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24" name="Forme libre : forme 25623">
                  <a:extLst>
                    <a:ext uri="{FF2B5EF4-FFF2-40B4-BE49-F238E27FC236}">
                      <a16:creationId xmlns:a16="http://schemas.microsoft.com/office/drawing/2014/main" id="{06DB02DE-0DBD-45C0-8806-085B6F67CD63}"/>
                    </a:ext>
                  </a:extLst>
                </p:cNvPr>
                <p:cNvSpPr/>
                <p:nvPr/>
              </p:nvSpPr>
              <p:spPr>
                <a:xfrm>
                  <a:off x="7381243" y="1134518"/>
                  <a:ext cx="30885" cy="70338"/>
                </a:xfrm>
                <a:custGeom>
                  <a:avLst/>
                  <a:gdLst>
                    <a:gd name="connsiteX0" fmla="*/ 10994 w 30885"/>
                    <a:gd name="connsiteY0" fmla="*/ 42735 h 70338"/>
                    <a:gd name="connsiteX1" fmla="*/ 9576 w 30885"/>
                    <a:gd name="connsiteY1" fmla="*/ 58428 h 70338"/>
                    <a:gd name="connsiteX2" fmla="*/ 0 w 30885"/>
                    <a:gd name="connsiteY2" fmla="*/ 69289 h 70338"/>
                    <a:gd name="connsiteX3" fmla="*/ 6738 w 30885"/>
                    <a:gd name="connsiteY3" fmla="*/ 70176 h 70338"/>
                    <a:gd name="connsiteX4" fmla="*/ 22077 w 30885"/>
                    <a:gd name="connsiteY4" fmla="*/ 65211 h 70338"/>
                    <a:gd name="connsiteX5" fmla="*/ 29569 w 30885"/>
                    <a:gd name="connsiteY5" fmla="*/ 48409 h 70338"/>
                    <a:gd name="connsiteX6" fmla="*/ 30101 w 30885"/>
                    <a:gd name="connsiteY6" fmla="*/ 35332 h 70338"/>
                    <a:gd name="connsiteX7" fmla="*/ 30810 w 30885"/>
                    <a:gd name="connsiteY7" fmla="*/ 23141 h 70338"/>
                    <a:gd name="connsiteX8" fmla="*/ 26155 w 30885"/>
                    <a:gd name="connsiteY8" fmla="*/ 8068 h 70338"/>
                    <a:gd name="connsiteX9" fmla="*/ 12280 w 30885"/>
                    <a:gd name="connsiteY9" fmla="*/ 89 h 70338"/>
                    <a:gd name="connsiteX10" fmla="*/ 11792 w 30885"/>
                    <a:gd name="connsiteY10" fmla="*/ 0 h 70338"/>
                    <a:gd name="connsiteX11" fmla="*/ 10861 w 30885"/>
                    <a:gd name="connsiteY11" fmla="*/ 10728 h 70338"/>
                    <a:gd name="connsiteX12" fmla="*/ 9886 w 30885"/>
                    <a:gd name="connsiteY12" fmla="*/ 21323 h 70338"/>
                    <a:gd name="connsiteX13" fmla="*/ 10994 w 30885"/>
                    <a:gd name="connsiteY13" fmla="*/ 42735 h 70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885" h="70338">
                      <a:moveTo>
                        <a:pt x="10994" y="42735"/>
                      </a:moveTo>
                      <a:cubicBezTo>
                        <a:pt x="12103" y="48099"/>
                        <a:pt x="11526" y="53818"/>
                        <a:pt x="9576" y="58428"/>
                      </a:cubicBezTo>
                      <a:cubicBezTo>
                        <a:pt x="7625" y="63127"/>
                        <a:pt x="4300" y="66940"/>
                        <a:pt x="0" y="69289"/>
                      </a:cubicBezTo>
                      <a:lnTo>
                        <a:pt x="6738" y="70176"/>
                      </a:lnTo>
                      <a:cubicBezTo>
                        <a:pt x="12369" y="70930"/>
                        <a:pt x="17821" y="69023"/>
                        <a:pt x="22077" y="65211"/>
                      </a:cubicBezTo>
                      <a:cubicBezTo>
                        <a:pt x="26244" y="61354"/>
                        <a:pt x="29259" y="55547"/>
                        <a:pt x="29569" y="48409"/>
                      </a:cubicBezTo>
                      <a:lnTo>
                        <a:pt x="30101" y="35332"/>
                      </a:lnTo>
                      <a:lnTo>
                        <a:pt x="30810" y="23141"/>
                      </a:lnTo>
                      <a:cubicBezTo>
                        <a:pt x="31298" y="17511"/>
                        <a:pt x="29391" y="12191"/>
                        <a:pt x="26155" y="8068"/>
                      </a:cubicBezTo>
                      <a:cubicBezTo>
                        <a:pt x="22831" y="3945"/>
                        <a:pt x="17954" y="842"/>
                        <a:pt x="12280" y="89"/>
                      </a:cubicBezTo>
                      <a:lnTo>
                        <a:pt x="11792" y="0"/>
                      </a:lnTo>
                      <a:cubicBezTo>
                        <a:pt x="11615" y="3635"/>
                        <a:pt x="11304" y="7226"/>
                        <a:pt x="10861" y="10728"/>
                      </a:cubicBezTo>
                      <a:cubicBezTo>
                        <a:pt x="10551" y="14275"/>
                        <a:pt x="10196" y="17821"/>
                        <a:pt x="9886" y="21323"/>
                      </a:cubicBezTo>
                      <a:cubicBezTo>
                        <a:pt x="9443" y="28416"/>
                        <a:pt x="9398" y="35509"/>
                        <a:pt x="10994" y="42735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25" name="Forme libre : forme 25624">
                  <a:extLst>
                    <a:ext uri="{FF2B5EF4-FFF2-40B4-BE49-F238E27FC236}">
                      <a16:creationId xmlns:a16="http://schemas.microsoft.com/office/drawing/2014/main" id="{AEC2B52C-8023-4C9B-9B80-257944DFC63D}"/>
                    </a:ext>
                  </a:extLst>
                </p:cNvPr>
                <p:cNvSpPr/>
                <p:nvPr/>
              </p:nvSpPr>
              <p:spPr>
                <a:xfrm>
                  <a:off x="7373500" y="1148044"/>
                  <a:ext cx="21704" cy="31964"/>
                </a:xfrm>
                <a:custGeom>
                  <a:avLst/>
                  <a:gdLst>
                    <a:gd name="connsiteX0" fmla="*/ 11954 w 21704"/>
                    <a:gd name="connsiteY0" fmla="*/ 39 h 31964"/>
                    <a:gd name="connsiteX1" fmla="*/ 19224 w 21704"/>
                    <a:gd name="connsiteY1" fmla="*/ 5315 h 31964"/>
                    <a:gd name="connsiteX2" fmla="*/ 21663 w 21704"/>
                    <a:gd name="connsiteY2" fmla="*/ 16530 h 31964"/>
                    <a:gd name="connsiteX3" fmla="*/ 18027 w 21704"/>
                    <a:gd name="connsiteY3" fmla="*/ 27480 h 31964"/>
                    <a:gd name="connsiteX4" fmla="*/ 10181 w 21704"/>
                    <a:gd name="connsiteY4" fmla="*/ 31957 h 31964"/>
                    <a:gd name="connsiteX5" fmla="*/ 29 w 21704"/>
                    <a:gd name="connsiteY5" fmla="*/ 15422 h 31964"/>
                    <a:gd name="connsiteX6" fmla="*/ 3930 w 21704"/>
                    <a:gd name="connsiteY6" fmla="*/ 4118 h 31964"/>
                    <a:gd name="connsiteX7" fmla="*/ 11954 w 21704"/>
                    <a:gd name="connsiteY7" fmla="*/ 39 h 31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704" h="31964">
                      <a:moveTo>
                        <a:pt x="11954" y="39"/>
                      </a:moveTo>
                      <a:cubicBezTo>
                        <a:pt x="14924" y="305"/>
                        <a:pt x="17495" y="2344"/>
                        <a:pt x="19224" y="5315"/>
                      </a:cubicBezTo>
                      <a:cubicBezTo>
                        <a:pt x="20909" y="8285"/>
                        <a:pt x="21928" y="12274"/>
                        <a:pt x="21663" y="16530"/>
                      </a:cubicBezTo>
                      <a:cubicBezTo>
                        <a:pt x="21352" y="20830"/>
                        <a:pt x="20111" y="24687"/>
                        <a:pt x="18027" y="27480"/>
                      </a:cubicBezTo>
                      <a:cubicBezTo>
                        <a:pt x="15988" y="30229"/>
                        <a:pt x="13195" y="32090"/>
                        <a:pt x="10181" y="31957"/>
                      </a:cubicBezTo>
                      <a:cubicBezTo>
                        <a:pt x="4285" y="31780"/>
                        <a:pt x="-414" y="24465"/>
                        <a:pt x="29" y="15422"/>
                      </a:cubicBezTo>
                      <a:cubicBezTo>
                        <a:pt x="295" y="10900"/>
                        <a:pt x="1714" y="6910"/>
                        <a:pt x="3930" y="4118"/>
                      </a:cubicBezTo>
                      <a:cubicBezTo>
                        <a:pt x="6102" y="1280"/>
                        <a:pt x="8984" y="-271"/>
                        <a:pt x="11954" y="39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26" name="Forme libre : forme 25625">
                  <a:extLst>
                    <a:ext uri="{FF2B5EF4-FFF2-40B4-BE49-F238E27FC236}">
                      <a16:creationId xmlns:a16="http://schemas.microsoft.com/office/drawing/2014/main" id="{E25F1DCF-4A13-4797-BC31-F1D2CB8A4BBA}"/>
                    </a:ext>
                  </a:extLst>
                </p:cNvPr>
                <p:cNvSpPr/>
                <p:nvPr/>
              </p:nvSpPr>
              <p:spPr>
                <a:xfrm>
                  <a:off x="7374992" y="1157481"/>
                  <a:ext cx="20204" cy="22482"/>
                </a:xfrm>
                <a:custGeom>
                  <a:avLst/>
                  <a:gdLst>
                    <a:gd name="connsiteX0" fmla="*/ 0 w 20204"/>
                    <a:gd name="connsiteY0" fmla="*/ 15117 h 22482"/>
                    <a:gd name="connsiteX1" fmla="*/ 8689 w 20204"/>
                    <a:gd name="connsiteY1" fmla="*/ 22476 h 22482"/>
                    <a:gd name="connsiteX2" fmla="*/ 16535 w 20204"/>
                    <a:gd name="connsiteY2" fmla="*/ 17998 h 22482"/>
                    <a:gd name="connsiteX3" fmla="*/ 20171 w 20204"/>
                    <a:gd name="connsiteY3" fmla="*/ 7049 h 22482"/>
                    <a:gd name="connsiteX4" fmla="*/ 19417 w 20204"/>
                    <a:gd name="connsiteY4" fmla="*/ 0 h 22482"/>
                    <a:gd name="connsiteX5" fmla="*/ 18442 w 20204"/>
                    <a:gd name="connsiteY5" fmla="*/ 3812 h 22482"/>
                    <a:gd name="connsiteX6" fmla="*/ 0 w 20204"/>
                    <a:gd name="connsiteY6" fmla="*/ 15117 h 2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204" h="22482">
                      <a:moveTo>
                        <a:pt x="0" y="15117"/>
                      </a:moveTo>
                      <a:cubicBezTo>
                        <a:pt x="1817" y="19550"/>
                        <a:pt x="4965" y="22343"/>
                        <a:pt x="8689" y="22476"/>
                      </a:cubicBezTo>
                      <a:cubicBezTo>
                        <a:pt x="11659" y="22609"/>
                        <a:pt x="14452" y="20747"/>
                        <a:pt x="16535" y="17998"/>
                      </a:cubicBezTo>
                      <a:cubicBezTo>
                        <a:pt x="18619" y="15205"/>
                        <a:pt x="19860" y="11349"/>
                        <a:pt x="20171" y="7049"/>
                      </a:cubicBezTo>
                      <a:cubicBezTo>
                        <a:pt x="20304" y="4522"/>
                        <a:pt x="20038" y="2128"/>
                        <a:pt x="19417" y="0"/>
                      </a:cubicBezTo>
                      <a:cubicBezTo>
                        <a:pt x="19284" y="1286"/>
                        <a:pt x="18974" y="2571"/>
                        <a:pt x="18442" y="3812"/>
                      </a:cubicBezTo>
                      <a:cubicBezTo>
                        <a:pt x="14629" y="10506"/>
                        <a:pt x="7270" y="15915"/>
                        <a:pt x="0" y="15117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27" name="Forme libre : forme 25626">
                  <a:extLst>
                    <a:ext uri="{FF2B5EF4-FFF2-40B4-BE49-F238E27FC236}">
                      <a16:creationId xmlns:a16="http://schemas.microsoft.com/office/drawing/2014/main" id="{916DE71D-470D-4306-84D7-1D613142979C}"/>
                    </a:ext>
                  </a:extLst>
                </p:cNvPr>
                <p:cNvSpPr/>
                <p:nvPr/>
              </p:nvSpPr>
              <p:spPr>
                <a:xfrm>
                  <a:off x="7375971" y="1146630"/>
                  <a:ext cx="21701" cy="31775"/>
                </a:xfrm>
                <a:custGeom>
                  <a:avLst/>
                  <a:gdLst>
                    <a:gd name="connsiteX0" fmla="*/ 12010 w 21701"/>
                    <a:gd name="connsiteY0" fmla="*/ 34 h 31775"/>
                    <a:gd name="connsiteX1" fmla="*/ 21674 w 21701"/>
                    <a:gd name="connsiteY1" fmla="*/ 16481 h 31775"/>
                    <a:gd name="connsiteX2" fmla="*/ 10192 w 21701"/>
                    <a:gd name="connsiteY2" fmla="*/ 31775 h 31775"/>
                    <a:gd name="connsiteX3" fmla="*/ 40 w 21701"/>
                    <a:gd name="connsiteY3" fmla="*/ 15284 h 31775"/>
                    <a:gd name="connsiteX4" fmla="*/ 12010 w 21701"/>
                    <a:gd name="connsiteY4" fmla="*/ 34 h 31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01" h="31775">
                      <a:moveTo>
                        <a:pt x="12010" y="34"/>
                      </a:moveTo>
                      <a:cubicBezTo>
                        <a:pt x="18039" y="655"/>
                        <a:pt x="22073" y="7925"/>
                        <a:pt x="21674" y="16481"/>
                      </a:cubicBezTo>
                      <a:cubicBezTo>
                        <a:pt x="21142" y="24993"/>
                        <a:pt x="16221" y="31864"/>
                        <a:pt x="10192" y="31775"/>
                      </a:cubicBezTo>
                      <a:cubicBezTo>
                        <a:pt x="4296" y="31642"/>
                        <a:pt x="-492" y="24283"/>
                        <a:pt x="40" y="15284"/>
                      </a:cubicBezTo>
                      <a:cubicBezTo>
                        <a:pt x="440" y="6240"/>
                        <a:pt x="6114" y="-542"/>
                        <a:pt x="12010" y="3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28" name="Forme libre : forme 25627">
                  <a:extLst>
                    <a:ext uri="{FF2B5EF4-FFF2-40B4-BE49-F238E27FC236}">
                      <a16:creationId xmlns:a16="http://schemas.microsoft.com/office/drawing/2014/main" id="{09024DBE-2AF0-48B6-B5AC-94FA5A914A6C}"/>
                    </a:ext>
                  </a:extLst>
                </p:cNvPr>
                <p:cNvSpPr/>
                <p:nvPr/>
              </p:nvSpPr>
              <p:spPr>
                <a:xfrm>
                  <a:off x="7366184" y="1154795"/>
                  <a:ext cx="40873" cy="39437"/>
                </a:xfrm>
                <a:custGeom>
                  <a:avLst/>
                  <a:gdLst>
                    <a:gd name="connsiteX0" fmla="*/ 17940 w 40873"/>
                    <a:gd name="connsiteY0" fmla="*/ 38949 h 39437"/>
                    <a:gd name="connsiteX1" fmla="*/ 28003 w 40873"/>
                    <a:gd name="connsiteY1" fmla="*/ 38816 h 39437"/>
                    <a:gd name="connsiteX2" fmla="*/ 35717 w 40873"/>
                    <a:gd name="connsiteY2" fmla="*/ 32521 h 39437"/>
                    <a:gd name="connsiteX3" fmla="*/ 38243 w 40873"/>
                    <a:gd name="connsiteY3" fmla="*/ 27467 h 39437"/>
                    <a:gd name="connsiteX4" fmla="*/ 39884 w 40873"/>
                    <a:gd name="connsiteY4" fmla="*/ 22148 h 39437"/>
                    <a:gd name="connsiteX5" fmla="*/ 39263 w 40873"/>
                    <a:gd name="connsiteY5" fmla="*/ 6100 h 39437"/>
                    <a:gd name="connsiteX6" fmla="*/ 29909 w 40873"/>
                    <a:gd name="connsiteY6" fmla="*/ 248 h 39437"/>
                    <a:gd name="connsiteX7" fmla="*/ 24456 w 40873"/>
                    <a:gd name="connsiteY7" fmla="*/ 5346 h 39437"/>
                    <a:gd name="connsiteX8" fmla="*/ 11911 w 40873"/>
                    <a:gd name="connsiteY8" fmla="*/ 18380 h 39437"/>
                    <a:gd name="connsiteX9" fmla="*/ 3798 w 40873"/>
                    <a:gd name="connsiteY9" fmla="*/ 24763 h 39437"/>
                    <a:gd name="connsiteX10" fmla="*/ 296 w 40873"/>
                    <a:gd name="connsiteY10" fmla="*/ 33186 h 39437"/>
                    <a:gd name="connsiteX11" fmla="*/ 17940 w 40873"/>
                    <a:gd name="connsiteY11" fmla="*/ 38949 h 39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0873" h="39437">
                      <a:moveTo>
                        <a:pt x="17940" y="38949"/>
                      </a:moveTo>
                      <a:cubicBezTo>
                        <a:pt x="21309" y="39392"/>
                        <a:pt x="24722" y="39836"/>
                        <a:pt x="28003" y="38816"/>
                      </a:cubicBezTo>
                      <a:cubicBezTo>
                        <a:pt x="31150" y="37841"/>
                        <a:pt x="33677" y="35536"/>
                        <a:pt x="35717" y="32521"/>
                      </a:cubicBezTo>
                      <a:cubicBezTo>
                        <a:pt x="36736" y="31058"/>
                        <a:pt x="37578" y="29329"/>
                        <a:pt x="38243" y="27467"/>
                      </a:cubicBezTo>
                      <a:cubicBezTo>
                        <a:pt x="38953" y="25650"/>
                        <a:pt x="39485" y="23611"/>
                        <a:pt x="39884" y="22148"/>
                      </a:cubicBezTo>
                      <a:cubicBezTo>
                        <a:pt x="41169" y="16828"/>
                        <a:pt x="41435" y="11021"/>
                        <a:pt x="39263" y="6100"/>
                      </a:cubicBezTo>
                      <a:cubicBezTo>
                        <a:pt x="37578" y="2376"/>
                        <a:pt x="33766" y="-949"/>
                        <a:pt x="29909" y="248"/>
                      </a:cubicBezTo>
                      <a:cubicBezTo>
                        <a:pt x="27515" y="1002"/>
                        <a:pt x="25964" y="3307"/>
                        <a:pt x="24456" y="5346"/>
                      </a:cubicBezTo>
                      <a:cubicBezTo>
                        <a:pt x="20866" y="10223"/>
                        <a:pt x="16610" y="14656"/>
                        <a:pt x="11911" y="18380"/>
                      </a:cubicBezTo>
                      <a:cubicBezTo>
                        <a:pt x="9872" y="19887"/>
                        <a:pt x="6458" y="22414"/>
                        <a:pt x="3798" y="24763"/>
                      </a:cubicBezTo>
                      <a:cubicBezTo>
                        <a:pt x="1183" y="27201"/>
                        <a:pt x="-768" y="29950"/>
                        <a:pt x="296" y="33186"/>
                      </a:cubicBezTo>
                      <a:cubicBezTo>
                        <a:pt x="2069" y="39082"/>
                        <a:pt x="13285" y="38373"/>
                        <a:pt x="17940" y="3894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29" name="Forme libre : forme 25628">
                  <a:extLst>
                    <a:ext uri="{FF2B5EF4-FFF2-40B4-BE49-F238E27FC236}">
                      <a16:creationId xmlns:a16="http://schemas.microsoft.com/office/drawing/2014/main" id="{8A2ACAB7-F796-4A1F-BDD6-38E2A3D07272}"/>
                    </a:ext>
                  </a:extLst>
                </p:cNvPr>
                <p:cNvSpPr/>
                <p:nvPr/>
              </p:nvSpPr>
              <p:spPr>
                <a:xfrm>
                  <a:off x="7366714" y="1173310"/>
                  <a:ext cx="10555" cy="13034"/>
                </a:xfrm>
                <a:custGeom>
                  <a:avLst/>
                  <a:gdLst>
                    <a:gd name="connsiteX0" fmla="*/ 5972 w 10555"/>
                    <a:gd name="connsiteY0" fmla="*/ 12144 h 13034"/>
                    <a:gd name="connsiteX1" fmla="*/ 8233 w 10555"/>
                    <a:gd name="connsiteY1" fmla="*/ 13030 h 13034"/>
                    <a:gd name="connsiteX2" fmla="*/ 10317 w 10555"/>
                    <a:gd name="connsiteY2" fmla="*/ 11966 h 13034"/>
                    <a:gd name="connsiteX3" fmla="*/ 10361 w 10555"/>
                    <a:gd name="connsiteY3" fmla="*/ 9706 h 13034"/>
                    <a:gd name="connsiteX4" fmla="*/ 8366 w 10555"/>
                    <a:gd name="connsiteY4" fmla="*/ 4120 h 13034"/>
                    <a:gd name="connsiteX5" fmla="*/ 7081 w 10555"/>
                    <a:gd name="connsiteY5" fmla="*/ 1992 h 13034"/>
                    <a:gd name="connsiteX6" fmla="*/ 32 w 10555"/>
                    <a:gd name="connsiteY6" fmla="*/ 3544 h 13034"/>
                    <a:gd name="connsiteX7" fmla="*/ 5972 w 10555"/>
                    <a:gd name="connsiteY7" fmla="*/ 12144 h 13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555" h="13034">
                      <a:moveTo>
                        <a:pt x="5972" y="12144"/>
                      </a:moveTo>
                      <a:cubicBezTo>
                        <a:pt x="6637" y="12587"/>
                        <a:pt x="7391" y="12986"/>
                        <a:pt x="8233" y="13030"/>
                      </a:cubicBezTo>
                      <a:cubicBezTo>
                        <a:pt x="9031" y="13075"/>
                        <a:pt x="9918" y="12720"/>
                        <a:pt x="10317" y="11966"/>
                      </a:cubicBezTo>
                      <a:cubicBezTo>
                        <a:pt x="10671" y="11257"/>
                        <a:pt x="10583" y="10415"/>
                        <a:pt x="10361" y="9706"/>
                      </a:cubicBezTo>
                      <a:cubicBezTo>
                        <a:pt x="9874" y="7755"/>
                        <a:pt x="9253" y="5938"/>
                        <a:pt x="8366" y="4120"/>
                      </a:cubicBezTo>
                      <a:cubicBezTo>
                        <a:pt x="8012" y="3366"/>
                        <a:pt x="7613" y="2613"/>
                        <a:pt x="7081" y="1992"/>
                      </a:cubicBezTo>
                      <a:cubicBezTo>
                        <a:pt x="4731" y="-535"/>
                        <a:pt x="-456" y="-1288"/>
                        <a:pt x="32" y="3544"/>
                      </a:cubicBezTo>
                      <a:cubicBezTo>
                        <a:pt x="387" y="7046"/>
                        <a:pt x="3224" y="10193"/>
                        <a:pt x="5972" y="1214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30" name="Forme libre : forme 25629">
                  <a:extLst>
                    <a:ext uri="{FF2B5EF4-FFF2-40B4-BE49-F238E27FC236}">
                      <a16:creationId xmlns:a16="http://schemas.microsoft.com/office/drawing/2014/main" id="{95C0B43A-5B77-4782-916D-0D53987E1A0B}"/>
                    </a:ext>
                  </a:extLst>
                </p:cNvPr>
                <p:cNvSpPr/>
                <p:nvPr/>
              </p:nvSpPr>
              <p:spPr>
                <a:xfrm>
                  <a:off x="7390995" y="1136379"/>
                  <a:ext cx="19904" cy="20702"/>
                </a:xfrm>
                <a:custGeom>
                  <a:avLst/>
                  <a:gdLst>
                    <a:gd name="connsiteX0" fmla="*/ 0 w 19904"/>
                    <a:gd name="connsiteY0" fmla="*/ 0 h 20702"/>
                    <a:gd name="connsiteX1" fmla="*/ 8645 w 19904"/>
                    <a:gd name="connsiteY1" fmla="*/ 3147 h 20702"/>
                    <a:gd name="connsiteX2" fmla="*/ 19905 w 19904"/>
                    <a:gd name="connsiteY2" fmla="*/ 20703 h 20702"/>
                    <a:gd name="connsiteX3" fmla="*/ 15959 w 19904"/>
                    <a:gd name="connsiteY3" fmla="*/ 12546 h 20702"/>
                    <a:gd name="connsiteX4" fmla="*/ 0 w 19904"/>
                    <a:gd name="connsiteY4" fmla="*/ 0 h 20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04" h="20702">
                      <a:moveTo>
                        <a:pt x="0" y="0"/>
                      </a:moveTo>
                      <a:cubicBezTo>
                        <a:pt x="0" y="0"/>
                        <a:pt x="4123" y="355"/>
                        <a:pt x="8645" y="3147"/>
                      </a:cubicBezTo>
                      <a:cubicBezTo>
                        <a:pt x="13166" y="5940"/>
                        <a:pt x="17998" y="11083"/>
                        <a:pt x="19905" y="20703"/>
                      </a:cubicBezTo>
                      <a:cubicBezTo>
                        <a:pt x="19905" y="20703"/>
                        <a:pt x="18974" y="16979"/>
                        <a:pt x="15959" y="12546"/>
                      </a:cubicBezTo>
                      <a:cubicBezTo>
                        <a:pt x="12989" y="8113"/>
                        <a:pt x="8157" y="292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31" name="Forme libre : forme 25630">
                  <a:extLst>
                    <a:ext uri="{FF2B5EF4-FFF2-40B4-BE49-F238E27FC236}">
                      <a16:creationId xmlns:a16="http://schemas.microsoft.com/office/drawing/2014/main" id="{3C1E3998-E4CF-4AF9-AA5D-2FEADF55162B}"/>
                    </a:ext>
                  </a:extLst>
                </p:cNvPr>
                <p:cNvSpPr/>
                <p:nvPr/>
              </p:nvSpPr>
              <p:spPr>
                <a:xfrm>
                  <a:off x="7355442" y="1179247"/>
                  <a:ext cx="18840" cy="22342"/>
                </a:xfrm>
                <a:custGeom>
                  <a:avLst/>
                  <a:gdLst>
                    <a:gd name="connsiteX0" fmla="*/ 0 w 18840"/>
                    <a:gd name="connsiteY0" fmla="*/ 0 h 22342"/>
                    <a:gd name="connsiteX1" fmla="*/ 310 w 18840"/>
                    <a:gd name="connsiteY1" fmla="*/ 2660 h 22342"/>
                    <a:gd name="connsiteX2" fmla="*/ 2305 w 18840"/>
                    <a:gd name="connsiteY2" fmla="*/ 9132 h 22342"/>
                    <a:gd name="connsiteX3" fmla="*/ 18841 w 18840"/>
                    <a:gd name="connsiteY3" fmla="*/ 22343 h 22342"/>
                    <a:gd name="connsiteX4" fmla="*/ 10285 w 18840"/>
                    <a:gd name="connsiteY4" fmla="*/ 17112 h 22342"/>
                    <a:gd name="connsiteX5" fmla="*/ 3990 w 18840"/>
                    <a:gd name="connsiteY5" fmla="*/ 10063 h 22342"/>
                    <a:gd name="connsiteX6" fmla="*/ 0 w 18840"/>
                    <a:gd name="connsiteY6" fmla="*/ 0 h 22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840" h="22342">
                      <a:moveTo>
                        <a:pt x="0" y="0"/>
                      </a:moveTo>
                      <a:cubicBezTo>
                        <a:pt x="0" y="0"/>
                        <a:pt x="0" y="1064"/>
                        <a:pt x="310" y="2660"/>
                      </a:cubicBezTo>
                      <a:cubicBezTo>
                        <a:pt x="621" y="4300"/>
                        <a:pt x="1108" y="6650"/>
                        <a:pt x="2305" y="9132"/>
                      </a:cubicBezTo>
                      <a:cubicBezTo>
                        <a:pt x="4566" y="14142"/>
                        <a:pt x="9088" y="19993"/>
                        <a:pt x="18841" y="22343"/>
                      </a:cubicBezTo>
                      <a:cubicBezTo>
                        <a:pt x="18841" y="22343"/>
                        <a:pt x="14629" y="20791"/>
                        <a:pt x="10285" y="17112"/>
                      </a:cubicBezTo>
                      <a:cubicBezTo>
                        <a:pt x="8068" y="15294"/>
                        <a:pt x="5807" y="12945"/>
                        <a:pt x="3990" y="10063"/>
                      </a:cubicBezTo>
                      <a:cubicBezTo>
                        <a:pt x="2084" y="7226"/>
                        <a:pt x="709" y="376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32" name="Forme libre : forme 25631">
                  <a:extLst>
                    <a:ext uri="{FF2B5EF4-FFF2-40B4-BE49-F238E27FC236}">
                      <a16:creationId xmlns:a16="http://schemas.microsoft.com/office/drawing/2014/main" id="{158188D3-1CDE-4615-8CEF-DF3B804A9F55}"/>
                    </a:ext>
                  </a:extLst>
                </p:cNvPr>
                <p:cNvSpPr/>
                <p:nvPr/>
              </p:nvSpPr>
              <p:spPr>
                <a:xfrm>
                  <a:off x="7375839" y="1154536"/>
                  <a:ext cx="7825" cy="11942"/>
                </a:xfrm>
                <a:custGeom>
                  <a:avLst/>
                  <a:gdLst>
                    <a:gd name="connsiteX0" fmla="*/ 6158 w 7825"/>
                    <a:gd name="connsiteY0" fmla="*/ 196 h 11942"/>
                    <a:gd name="connsiteX1" fmla="*/ 7133 w 7825"/>
                    <a:gd name="connsiteY1" fmla="*/ 7378 h 11942"/>
                    <a:gd name="connsiteX2" fmla="*/ 1680 w 7825"/>
                    <a:gd name="connsiteY2" fmla="*/ 11767 h 11942"/>
                    <a:gd name="connsiteX3" fmla="*/ 705 w 7825"/>
                    <a:gd name="connsiteY3" fmla="*/ 4496 h 11942"/>
                    <a:gd name="connsiteX4" fmla="*/ 6158 w 7825"/>
                    <a:gd name="connsiteY4" fmla="*/ 196 h 11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25" h="11942">
                      <a:moveTo>
                        <a:pt x="6158" y="196"/>
                      </a:moveTo>
                      <a:cubicBezTo>
                        <a:pt x="7886" y="994"/>
                        <a:pt x="8374" y="4186"/>
                        <a:pt x="7133" y="7378"/>
                      </a:cubicBezTo>
                      <a:cubicBezTo>
                        <a:pt x="5892" y="10570"/>
                        <a:pt x="3453" y="12564"/>
                        <a:pt x="1680" y="11767"/>
                      </a:cubicBezTo>
                      <a:cubicBezTo>
                        <a:pt x="-93" y="11013"/>
                        <a:pt x="-536" y="7732"/>
                        <a:pt x="705" y="4496"/>
                      </a:cubicBezTo>
                      <a:cubicBezTo>
                        <a:pt x="1902" y="1304"/>
                        <a:pt x="4384" y="-646"/>
                        <a:pt x="6158" y="19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33" name="Forme libre : forme 25632">
                  <a:extLst>
                    <a:ext uri="{FF2B5EF4-FFF2-40B4-BE49-F238E27FC236}">
                      <a16:creationId xmlns:a16="http://schemas.microsoft.com/office/drawing/2014/main" id="{4D1368EF-C5F6-4F31-8E13-2FFF2DF86293}"/>
                    </a:ext>
                  </a:extLst>
                </p:cNvPr>
                <p:cNvSpPr/>
                <p:nvPr/>
              </p:nvSpPr>
              <p:spPr>
                <a:xfrm>
                  <a:off x="7379550" y="1152913"/>
                  <a:ext cx="3119" cy="3329"/>
                </a:xfrm>
                <a:custGeom>
                  <a:avLst/>
                  <a:gdLst>
                    <a:gd name="connsiteX0" fmla="*/ 1693 w 3119"/>
                    <a:gd name="connsiteY0" fmla="*/ 2 h 3329"/>
                    <a:gd name="connsiteX1" fmla="*/ 3111 w 3119"/>
                    <a:gd name="connsiteY1" fmla="*/ 1775 h 3329"/>
                    <a:gd name="connsiteX2" fmla="*/ 1427 w 3119"/>
                    <a:gd name="connsiteY2" fmla="*/ 3327 h 3329"/>
                    <a:gd name="connsiteX3" fmla="*/ 8 w 3119"/>
                    <a:gd name="connsiteY3" fmla="*/ 1554 h 3329"/>
                    <a:gd name="connsiteX4" fmla="*/ 1693 w 3119"/>
                    <a:gd name="connsiteY4" fmla="*/ 2 h 3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19" h="3329">
                      <a:moveTo>
                        <a:pt x="1693" y="2"/>
                      </a:moveTo>
                      <a:cubicBezTo>
                        <a:pt x="2535" y="91"/>
                        <a:pt x="3200" y="844"/>
                        <a:pt x="3111" y="1775"/>
                      </a:cubicBezTo>
                      <a:cubicBezTo>
                        <a:pt x="3022" y="2706"/>
                        <a:pt x="2313" y="3371"/>
                        <a:pt x="1427" y="3327"/>
                      </a:cubicBezTo>
                      <a:cubicBezTo>
                        <a:pt x="584" y="3283"/>
                        <a:pt x="-81" y="2485"/>
                        <a:pt x="8" y="1554"/>
                      </a:cubicBezTo>
                      <a:cubicBezTo>
                        <a:pt x="52" y="623"/>
                        <a:pt x="850" y="-42"/>
                        <a:pt x="1693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34" name="Forme libre : forme 25633">
                  <a:extLst>
                    <a:ext uri="{FF2B5EF4-FFF2-40B4-BE49-F238E27FC236}">
                      <a16:creationId xmlns:a16="http://schemas.microsoft.com/office/drawing/2014/main" id="{724F378C-E270-451F-96D4-8D6B7DA56E3B}"/>
                    </a:ext>
                  </a:extLst>
                </p:cNvPr>
                <p:cNvSpPr/>
                <p:nvPr/>
              </p:nvSpPr>
              <p:spPr>
                <a:xfrm>
                  <a:off x="7358858" y="1138211"/>
                  <a:ext cx="29347" cy="27675"/>
                </a:xfrm>
                <a:custGeom>
                  <a:avLst/>
                  <a:gdLst>
                    <a:gd name="connsiteX0" fmla="*/ 11656 w 29347"/>
                    <a:gd name="connsiteY0" fmla="*/ 1315 h 27675"/>
                    <a:gd name="connsiteX1" fmla="*/ 25488 w 29347"/>
                    <a:gd name="connsiteY1" fmla="*/ 429 h 27675"/>
                    <a:gd name="connsiteX2" fmla="*/ 29344 w 29347"/>
                    <a:gd name="connsiteY2" fmla="*/ 3222 h 27675"/>
                    <a:gd name="connsiteX3" fmla="*/ 26241 w 29347"/>
                    <a:gd name="connsiteY3" fmla="*/ 6502 h 27675"/>
                    <a:gd name="connsiteX4" fmla="*/ 13119 w 29347"/>
                    <a:gd name="connsiteY4" fmla="*/ 12797 h 27675"/>
                    <a:gd name="connsiteX5" fmla="*/ 2170 w 29347"/>
                    <a:gd name="connsiteY5" fmla="*/ 27249 h 27675"/>
                    <a:gd name="connsiteX6" fmla="*/ 3145 w 29347"/>
                    <a:gd name="connsiteY6" fmla="*/ 8098 h 27675"/>
                    <a:gd name="connsiteX7" fmla="*/ 11656 w 29347"/>
                    <a:gd name="connsiteY7" fmla="*/ 1315 h 27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347" h="27675">
                      <a:moveTo>
                        <a:pt x="11656" y="1315"/>
                      </a:moveTo>
                      <a:cubicBezTo>
                        <a:pt x="16090" y="-325"/>
                        <a:pt x="20877" y="-192"/>
                        <a:pt x="25488" y="429"/>
                      </a:cubicBezTo>
                      <a:cubicBezTo>
                        <a:pt x="27172" y="651"/>
                        <a:pt x="29300" y="1448"/>
                        <a:pt x="29344" y="3222"/>
                      </a:cubicBezTo>
                      <a:cubicBezTo>
                        <a:pt x="29433" y="4862"/>
                        <a:pt x="27704" y="5926"/>
                        <a:pt x="26241" y="6502"/>
                      </a:cubicBezTo>
                      <a:cubicBezTo>
                        <a:pt x="21720" y="8275"/>
                        <a:pt x="16533" y="8985"/>
                        <a:pt x="13119" y="12797"/>
                      </a:cubicBezTo>
                      <a:cubicBezTo>
                        <a:pt x="10859" y="15147"/>
                        <a:pt x="6425" y="30397"/>
                        <a:pt x="2170" y="27249"/>
                      </a:cubicBezTo>
                      <a:cubicBezTo>
                        <a:pt x="-2086" y="24013"/>
                        <a:pt x="840" y="11645"/>
                        <a:pt x="3145" y="8098"/>
                      </a:cubicBezTo>
                      <a:cubicBezTo>
                        <a:pt x="5140" y="4862"/>
                        <a:pt x="8332" y="2512"/>
                        <a:pt x="11656" y="131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29" name="Graphique 2">
                <a:extLst>
                  <a:ext uri="{FF2B5EF4-FFF2-40B4-BE49-F238E27FC236}">
                    <a16:creationId xmlns:a16="http://schemas.microsoft.com/office/drawing/2014/main" id="{C60B74E5-F310-4757-B40D-AE9687F6A2E1}"/>
                  </a:ext>
                </a:extLst>
              </p:cNvPr>
              <p:cNvGrpSpPr/>
              <p:nvPr/>
            </p:nvGrpSpPr>
            <p:grpSpPr>
              <a:xfrm>
                <a:off x="7360782" y="1059463"/>
                <a:ext cx="64254" cy="75321"/>
                <a:chOff x="7360782" y="1059463"/>
                <a:chExt cx="64254" cy="75321"/>
              </a:xfrm>
              <a:solidFill>
                <a:schemeClr val="accent1"/>
              </a:solidFill>
            </p:grpSpPr>
            <p:sp>
              <p:nvSpPr>
                <p:cNvPr id="25611" name="Forme libre : forme 25610">
                  <a:extLst>
                    <a:ext uri="{FF2B5EF4-FFF2-40B4-BE49-F238E27FC236}">
                      <a16:creationId xmlns:a16="http://schemas.microsoft.com/office/drawing/2014/main" id="{12102710-1E6F-49EF-8FD0-4EA033CC10AD}"/>
                    </a:ext>
                  </a:extLst>
                </p:cNvPr>
                <p:cNvSpPr/>
                <p:nvPr/>
              </p:nvSpPr>
              <p:spPr>
                <a:xfrm>
                  <a:off x="7360782" y="1059463"/>
                  <a:ext cx="64203" cy="75321"/>
                </a:xfrm>
                <a:custGeom>
                  <a:avLst/>
                  <a:gdLst>
                    <a:gd name="connsiteX0" fmla="*/ 63063 w 64203"/>
                    <a:gd name="connsiteY0" fmla="*/ 38304 h 75321"/>
                    <a:gd name="connsiteX1" fmla="*/ 59650 w 64203"/>
                    <a:gd name="connsiteY1" fmla="*/ 48013 h 75321"/>
                    <a:gd name="connsiteX2" fmla="*/ 56812 w 64203"/>
                    <a:gd name="connsiteY2" fmla="*/ 58563 h 75321"/>
                    <a:gd name="connsiteX3" fmla="*/ 53709 w 64203"/>
                    <a:gd name="connsiteY3" fmla="*/ 65612 h 75321"/>
                    <a:gd name="connsiteX4" fmla="*/ 48212 w 64203"/>
                    <a:gd name="connsiteY4" fmla="*/ 71153 h 75321"/>
                    <a:gd name="connsiteX5" fmla="*/ 32741 w 64203"/>
                    <a:gd name="connsiteY5" fmla="*/ 75143 h 75321"/>
                    <a:gd name="connsiteX6" fmla="*/ 17048 w 64203"/>
                    <a:gd name="connsiteY6" fmla="*/ 73060 h 75321"/>
                    <a:gd name="connsiteX7" fmla="*/ 3482 w 64203"/>
                    <a:gd name="connsiteY7" fmla="*/ 64149 h 75321"/>
                    <a:gd name="connsiteX8" fmla="*/ 335 w 64203"/>
                    <a:gd name="connsiteY8" fmla="*/ 55771 h 75321"/>
                    <a:gd name="connsiteX9" fmla="*/ 601 w 64203"/>
                    <a:gd name="connsiteY9" fmla="*/ 45973 h 75321"/>
                    <a:gd name="connsiteX10" fmla="*/ 4413 w 64203"/>
                    <a:gd name="connsiteY10" fmla="*/ 31344 h 75321"/>
                    <a:gd name="connsiteX11" fmla="*/ 9556 w 64203"/>
                    <a:gd name="connsiteY11" fmla="*/ 16449 h 75321"/>
                    <a:gd name="connsiteX12" fmla="*/ 15585 w 64203"/>
                    <a:gd name="connsiteY12" fmla="*/ 7184 h 75321"/>
                    <a:gd name="connsiteX13" fmla="*/ 24007 w 64203"/>
                    <a:gd name="connsiteY13" fmla="*/ 1421 h 75321"/>
                    <a:gd name="connsiteX14" fmla="*/ 28396 w 64203"/>
                    <a:gd name="connsiteY14" fmla="*/ 179 h 75321"/>
                    <a:gd name="connsiteX15" fmla="*/ 32874 w 64203"/>
                    <a:gd name="connsiteY15" fmla="*/ 91 h 75321"/>
                    <a:gd name="connsiteX16" fmla="*/ 40676 w 64203"/>
                    <a:gd name="connsiteY16" fmla="*/ 3283 h 75321"/>
                    <a:gd name="connsiteX17" fmla="*/ 53399 w 64203"/>
                    <a:gd name="connsiteY17" fmla="*/ 12947 h 75321"/>
                    <a:gd name="connsiteX18" fmla="*/ 59073 w 64203"/>
                    <a:gd name="connsiteY18" fmla="*/ 18931 h 75321"/>
                    <a:gd name="connsiteX19" fmla="*/ 61068 w 64203"/>
                    <a:gd name="connsiteY19" fmla="*/ 22123 h 75321"/>
                    <a:gd name="connsiteX20" fmla="*/ 62664 w 64203"/>
                    <a:gd name="connsiteY20" fmla="*/ 25537 h 75321"/>
                    <a:gd name="connsiteX21" fmla="*/ 64127 w 64203"/>
                    <a:gd name="connsiteY21" fmla="*/ 32009 h 75321"/>
                    <a:gd name="connsiteX22" fmla="*/ 63063 w 64203"/>
                    <a:gd name="connsiteY22" fmla="*/ 38304 h 75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4203" h="75321">
                      <a:moveTo>
                        <a:pt x="63063" y="38304"/>
                      </a:moveTo>
                      <a:cubicBezTo>
                        <a:pt x="61911" y="41407"/>
                        <a:pt x="60625" y="44510"/>
                        <a:pt x="59650" y="48013"/>
                      </a:cubicBezTo>
                      <a:cubicBezTo>
                        <a:pt x="58541" y="51293"/>
                        <a:pt x="57743" y="55017"/>
                        <a:pt x="56812" y="58563"/>
                      </a:cubicBezTo>
                      <a:cubicBezTo>
                        <a:pt x="56192" y="61090"/>
                        <a:pt x="55217" y="63528"/>
                        <a:pt x="53709" y="65612"/>
                      </a:cubicBezTo>
                      <a:cubicBezTo>
                        <a:pt x="52202" y="67695"/>
                        <a:pt x="50340" y="69602"/>
                        <a:pt x="48212" y="71153"/>
                      </a:cubicBezTo>
                      <a:cubicBezTo>
                        <a:pt x="43912" y="74212"/>
                        <a:pt x="38415" y="75897"/>
                        <a:pt x="32741" y="75143"/>
                      </a:cubicBezTo>
                      <a:lnTo>
                        <a:pt x="17048" y="73060"/>
                      </a:lnTo>
                      <a:cubicBezTo>
                        <a:pt x="11373" y="72306"/>
                        <a:pt x="6585" y="69070"/>
                        <a:pt x="3482" y="64149"/>
                      </a:cubicBezTo>
                      <a:cubicBezTo>
                        <a:pt x="1931" y="61711"/>
                        <a:pt x="778" y="58874"/>
                        <a:pt x="335" y="55771"/>
                      </a:cubicBezTo>
                      <a:cubicBezTo>
                        <a:pt x="-108" y="52667"/>
                        <a:pt x="-197" y="49387"/>
                        <a:pt x="601" y="45973"/>
                      </a:cubicBezTo>
                      <a:cubicBezTo>
                        <a:pt x="1753" y="41097"/>
                        <a:pt x="2817" y="36309"/>
                        <a:pt x="4413" y="31344"/>
                      </a:cubicBezTo>
                      <a:cubicBezTo>
                        <a:pt x="5743" y="26468"/>
                        <a:pt x="7650" y="21414"/>
                        <a:pt x="9556" y="16449"/>
                      </a:cubicBezTo>
                      <a:cubicBezTo>
                        <a:pt x="10930" y="12947"/>
                        <a:pt x="13235" y="9711"/>
                        <a:pt x="15585" y="7184"/>
                      </a:cubicBezTo>
                      <a:cubicBezTo>
                        <a:pt x="17978" y="4613"/>
                        <a:pt x="21126" y="2618"/>
                        <a:pt x="24007" y="1421"/>
                      </a:cubicBezTo>
                      <a:cubicBezTo>
                        <a:pt x="25470" y="800"/>
                        <a:pt x="26933" y="401"/>
                        <a:pt x="28396" y="179"/>
                      </a:cubicBezTo>
                      <a:cubicBezTo>
                        <a:pt x="29948" y="-42"/>
                        <a:pt x="31455" y="-42"/>
                        <a:pt x="32874" y="91"/>
                      </a:cubicBezTo>
                      <a:cubicBezTo>
                        <a:pt x="35755" y="445"/>
                        <a:pt x="38371" y="1509"/>
                        <a:pt x="40676" y="3283"/>
                      </a:cubicBezTo>
                      <a:lnTo>
                        <a:pt x="53399" y="12947"/>
                      </a:lnTo>
                      <a:cubicBezTo>
                        <a:pt x="55704" y="14676"/>
                        <a:pt x="57566" y="16804"/>
                        <a:pt x="59073" y="18931"/>
                      </a:cubicBezTo>
                      <a:cubicBezTo>
                        <a:pt x="59827" y="19995"/>
                        <a:pt x="60492" y="21059"/>
                        <a:pt x="61068" y="22123"/>
                      </a:cubicBezTo>
                      <a:cubicBezTo>
                        <a:pt x="61689" y="23276"/>
                        <a:pt x="62221" y="24428"/>
                        <a:pt x="62664" y="25537"/>
                      </a:cubicBezTo>
                      <a:cubicBezTo>
                        <a:pt x="63595" y="27842"/>
                        <a:pt x="63994" y="29748"/>
                        <a:pt x="64127" y="32009"/>
                      </a:cubicBezTo>
                      <a:cubicBezTo>
                        <a:pt x="64393" y="34226"/>
                        <a:pt x="63950" y="36176"/>
                        <a:pt x="63063" y="3830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12" name="Forme libre : forme 25611">
                  <a:extLst>
                    <a:ext uri="{FF2B5EF4-FFF2-40B4-BE49-F238E27FC236}">
                      <a16:creationId xmlns:a16="http://schemas.microsoft.com/office/drawing/2014/main" id="{9407D629-2C39-464A-A26D-1B988F5828C8}"/>
                    </a:ext>
                  </a:extLst>
                </p:cNvPr>
                <p:cNvSpPr/>
                <p:nvPr/>
              </p:nvSpPr>
              <p:spPr>
                <a:xfrm>
                  <a:off x="7386784" y="1071967"/>
                  <a:ext cx="38251" cy="62774"/>
                </a:xfrm>
                <a:custGeom>
                  <a:avLst/>
                  <a:gdLst>
                    <a:gd name="connsiteX0" fmla="*/ 13432 w 38251"/>
                    <a:gd name="connsiteY0" fmla="*/ 37681 h 62774"/>
                    <a:gd name="connsiteX1" fmla="*/ 10019 w 38251"/>
                    <a:gd name="connsiteY1" fmla="*/ 51690 h 62774"/>
                    <a:gd name="connsiteX2" fmla="*/ 0 w 38251"/>
                    <a:gd name="connsiteY2" fmla="*/ 61709 h 62774"/>
                    <a:gd name="connsiteX3" fmla="*/ 6783 w 38251"/>
                    <a:gd name="connsiteY3" fmla="*/ 62595 h 62774"/>
                    <a:gd name="connsiteX4" fmla="*/ 22254 w 38251"/>
                    <a:gd name="connsiteY4" fmla="*/ 58606 h 62774"/>
                    <a:gd name="connsiteX5" fmla="*/ 27751 w 38251"/>
                    <a:gd name="connsiteY5" fmla="*/ 53064 h 62774"/>
                    <a:gd name="connsiteX6" fmla="*/ 30854 w 38251"/>
                    <a:gd name="connsiteY6" fmla="*/ 46016 h 62774"/>
                    <a:gd name="connsiteX7" fmla="*/ 33692 w 38251"/>
                    <a:gd name="connsiteY7" fmla="*/ 35465 h 62774"/>
                    <a:gd name="connsiteX8" fmla="*/ 37105 w 38251"/>
                    <a:gd name="connsiteY8" fmla="*/ 25756 h 62774"/>
                    <a:gd name="connsiteX9" fmla="*/ 38213 w 38251"/>
                    <a:gd name="connsiteY9" fmla="*/ 19373 h 62774"/>
                    <a:gd name="connsiteX10" fmla="*/ 36751 w 38251"/>
                    <a:gd name="connsiteY10" fmla="*/ 12900 h 62774"/>
                    <a:gd name="connsiteX11" fmla="*/ 35154 w 38251"/>
                    <a:gd name="connsiteY11" fmla="*/ 9487 h 62774"/>
                    <a:gd name="connsiteX12" fmla="*/ 33160 w 38251"/>
                    <a:gd name="connsiteY12" fmla="*/ 6295 h 62774"/>
                    <a:gd name="connsiteX13" fmla="*/ 27485 w 38251"/>
                    <a:gd name="connsiteY13" fmla="*/ 310 h 62774"/>
                    <a:gd name="connsiteX14" fmla="*/ 27086 w 38251"/>
                    <a:gd name="connsiteY14" fmla="*/ 0 h 62774"/>
                    <a:gd name="connsiteX15" fmla="*/ 21988 w 38251"/>
                    <a:gd name="connsiteY15" fmla="*/ 8467 h 62774"/>
                    <a:gd name="connsiteX16" fmla="*/ 17644 w 38251"/>
                    <a:gd name="connsiteY16" fmla="*/ 17466 h 62774"/>
                    <a:gd name="connsiteX17" fmla="*/ 14585 w 38251"/>
                    <a:gd name="connsiteY17" fmla="*/ 27175 h 62774"/>
                    <a:gd name="connsiteX18" fmla="*/ 13432 w 38251"/>
                    <a:gd name="connsiteY18" fmla="*/ 37681 h 62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8251" h="62774">
                      <a:moveTo>
                        <a:pt x="13432" y="37681"/>
                      </a:moveTo>
                      <a:cubicBezTo>
                        <a:pt x="13432" y="42691"/>
                        <a:pt x="12324" y="47523"/>
                        <a:pt x="10019" y="51690"/>
                      </a:cubicBezTo>
                      <a:cubicBezTo>
                        <a:pt x="7758" y="55857"/>
                        <a:pt x="4433" y="59404"/>
                        <a:pt x="0" y="61709"/>
                      </a:cubicBezTo>
                      <a:lnTo>
                        <a:pt x="6783" y="62595"/>
                      </a:lnTo>
                      <a:cubicBezTo>
                        <a:pt x="12457" y="63349"/>
                        <a:pt x="17998" y="61664"/>
                        <a:pt x="22254" y="58606"/>
                      </a:cubicBezTo>
                      <a:cubicBezTo>
                        <a:pt x="24382" y="57054"/>
                        <a:pt x="26244" y="55148"/>
                        <a:pt x="27751" y="53064"/>
                      </a:cubicBezTo>
                      <a:cubicBezTo>
                        <a:pt x="29259" y="50981"/>
                        <a:pt x="30234" y="48542"/>
                        <a:pt x="30854" y="46016"/>
                      </a:cubicBezTo>
                      <a:cubicBezTo>
                        <a:pt x="31741" y="42425"/>
                        <a:pt x="32539" y="38745"/>
                        <a:pt x="33692" y="35465"/>
                      </a:cubicBezTo>
                      <a:cubicBezTo>
                        <a:pt x="34667" y="31963"/>
                        <a:pt x="35908" y="28904"/>
                        <a:pt x="37105" y="25756"/>
                      </a:cubicBezTo>
                      <a:cubicBezTo>
                        <a:pt x="37947" y="23584"/>
                        <a:pt x="38391" y="21678"/>
                        <a:pt x="38213" y="19373"/>
                      </a:cubicBezTo>
                      <a:cubicBezTo>
                        <a:pt x="38080" y="17112"/>
                        <a:pt x="37681" y="15206"/>
                        <a:pt x="36751" y="12900"/>
                      </a:cubicBezTo>
                      <a:cubicBezTo>
                        <a:pt x="36307" y="11792"/>
                        <a:pt x="35775" y="10639"/>
                        <a:pt x="35154" y="9487"/>
                      </a:cubicBezTo>
                      <a:cubicBezTo>
                        <a:pt x="34578" y="8423"/>
                        <a:pt x="33913" y="7359"/>
                        <a:pt x="33160" y="6295"/>
                      </a:cubicBezTo>
                      <a:cubicBezTo>
                        <a:pt x="31652" y="4167"/>
                        <a:pt x="29746" y="2084"/>
                        <a:pt x="27485" y="310"/>
                      </a:cubicBezTo>
                      <a:lnTo>
                        <a:pt x="27086" y="0"/>
                      </a:lnTo>
                      <a:cubicBezTo>
                        <a:pt x="25180" y="2660"/>
                        <a:pt x="23717" y="5674"/>
                        <a:pt x="21988" y="8467"/>
                      </a:cubicBezTo>
                      <a:cubicBezTo>
                        <a:pt x="20437" y="11393"/>
                        <a:pt x="18974" y="14408"/>
                        <a:pt x="17644" y="17466"/>
                      </a:cubicBezTo>
                      <a:cubicBezTo>
                        <a:pt x="16536" y="20658"/>
                        <a:pt x="15161" y="23761"/>
                        <a:pt x="14585" y="27175"/>
                      </a:cubicBezTo>
                      <a:cubicBezTo>
                        <a:pt x="13831" y="30633"/>
                        <a:pt x="13255" y="34046"/>
                        <a:pt x="13432" y="3768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13" name="Forme libre : forme 25612">
                  <a:extLst>
                    <a:ext uri="{FF2B5EF4-FFF2-40B4-BE49-F238E27FC236}">
                      <a16:creationId xmlns:a16="http://schemas.microsoft.com/office/drawing/2014/main" id="{90B60AC3-9784-404B-8518-B0C3B5191E94}"/>
                    </a:ext>
                  </a:extLst>
                </p:cNvPr>
                <p:cNvSpPr/>
                <p:nvPr/>
              </p:nvSpPr>
              <p:spPr>
                <a:xfrm>
                  <a:off x="7383933" y="1079684"/>
                  <a:ext cx="23044" cy="30954"/>
                </a:xfrm>
                <a:custGeom>
                  <a:avLst/>
                  <a:gdLst>
                    <a:gd name="connsiteX0" fmla="*/ 17525 w 23044"/>
                    <a:gd name="connsiteY0" fmla="*/ 794 h 30954"/>
                    <a:gd name="connsiteX1" fmla="*/ 22623 w 23044"/>
                    <a:gd name="connsiteY1" fmla="*/ 8109 h 30954"/>
                    <a:gd name="connsiteX2" fmla="*/ 23022 w 23044"/>
                    <a:gd name="connsiteY2" fmla="*/ 13296 h 30954"/>
                    <a:gd name="connsiteX3" fmla="*/ 21825 w 23044"/>
                    <a:gd name="connsiteY3" fmla="*/ 18881 h 30954"/>
                    <a:gd name="connsiteX4" fmla="*/ 15796 w 23044"/>
                    <a:gd name="connsiteY4" fmla="*/ 28146 h 30954"/>
                    <a:gd name="connsiteX5" fmla="*/ 7240 w 23044"/>
                    <a:gd name="connsiteY5" fmla="*/ 30762 h 30954"/>
                    <a:gd name="connsiteX6" fmla="*/ 856 w 23044"/>
                    <a:gd name="connsiteY6" fmla="*/ 24290 h 30954"/>
                    <a:gd name="connsiteX7" fmla="*/ 1122 w 23044"/>
                    <a:gd name="connsiteY7" fmla="*/ 11966 h 30954"/>
                    <a:gd name="connsiteX8" fmla="*/ 4225 w 23044"/>
                    <a:gd name="connsiteY8" fmla="*/ 5981 h 30954"/>
                    <a:gd name="connsiteX9" fmla="*/ 8437 w 23044"/>
                    <a:gd name="connsiteY9" fmla="*/ 1858 h 30954"/>
                    <a:gd name="connsiteX10" fmla="*/ 17525 w 23044"/>
                    <a:gd name="connsiteY10" fmla="*/ 794 h 30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044" h="30954">
                      <a:moveTo>
                        <a:pt x="17525" y="794"/>
                      </a:moveTo>
                      <a:cubicBezTo>
                        <a:pt x="20229" y="2169"/>
                        <a:pt x="21958" y="4917"/>
                        <a:pt x="22623" y="8109"/>
                      </a:cubicBezTo>
                      <a:cubicBezTo>
                        <a:pt x="22933" y="9660"/>
                        <a:pt x="23110" y="11478"/>
                        <a:pt x="23022" y="13296"/>
                      </a:cubicBezTo>
                      <a:cubicBezTo>
                        <a:pt x="22933" y="15113"/>
                        <a:pt x="22534" y="16975"/>
                        <a:pt x="21825" y="18881"/>
                      </a:cubicBezTo>
                      <a:cubicBezTo>
                        <a:pt x="20717" y="22782"/>
                        <a:pt x="18279" y="25886"/>
                        <a:pt x="15796" y="28146"/>
                      </a:cubicBezTo>
                      <a:cubicBezTo>
                        <a:pt x="13225" y="30319"/>
                        <a:pt x="10166" y="31427"/>
                        <a:pt x="7240" y="30762"/>
                      </a:cubicBezTo>
                      <a:cubicBezTo>
                        <a:pt x="4314" y="30097"/>
                        <a:pt x="2053" y="27703"/>
                        <a:pt x="856" y="24290"/>
                      </a:cubicBezTo>
                      <a:cubicBezTo>
                        <a:pt x="-429" y="20876"/>
                        <a:pt x="-208" y="16487"/>
                        <a:pt x="1122" y="11966"/>
                      </a:cubicBezTo>
                      <a:cubicBezTo>
                        <a:pt x="1876" y="9749"/>
                        <a:pt x="3029" y="7710"/>
                        <a:pt x="4225" y="5981"/>
                      </a:cubicBezTo>
                      <a:cubicBezTo>
                        <a:pt x="5467" y="4252"/>
                        <a:pt x="6797" y="2834"/>
                        <a:pt x="8437" y="1858"/>
                      </a:cubicBezTo>
                      <a:cubicBezTo>
                        <a:pt x="11629" y="-137"/>
                        <a:pt x="14865" y="-580"/>
                        <a:pt x="17525" y="79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14" name="Forme libre : forme 25613">
                  <a:extLst>
                    <a:ext uri="{FF2B5EF4-FFF2-40B4-BE49-F238E27FC236}">
                      <a16:creationId xmlns:a16="http://schemas.microsoft.com/office/drawing/2014/main" id="{66D8D438-14A8-45A7-B22C-25097C5BD98E}"/>
                    </a:ext>
                  </a:extLst>
                </p:cNvPr>
                <p:cNvSpPr/>
                <p:nvPr/>
              </p:nvSpPr>
              <p:spPr>
                <a:xfrm>
                  <a:off x="7384169" y="1092004"/>
                  <a:ext cx="22830" cy="18593"/>
                </a:xfrm>
                <a:custGeom>
                  <a:avLst/>
                  <a:gdLst>
                    <a:gd name="connsiteX0" fmla="*/ 0 w 22830"/>
                    <a:gd name="connsiteY0" fmla="*/ 9221 h 18593"/>
                    <a:gd name="connsiteX1" fmla="*/ 7048 w 22830"/>
                    <a:gd name="connsiteY1" fmla="*/ 18397 h 18593"/>
                    <a:gd name="connsiteX2" fmla="*/ 15604 w 22830"/>
                    <a:gd name="connsiteY2" fmla="*/ 15782 h 18593"/>
                    <a:gd name="connsiteX3" fmla="*/ 21634 w 22830"/>
                    <a:gd name="connsiteY3" fmla="*/ 6517 h 18593"/>
                    <a:gd name="connsiteX4" fmla="*/ 22830 w 22830"/>
                    <a:gd name="connsiteY4" fmla="*/ 0 h 18593"/>
                    <a:gd name="connsiteX5" fmla="*/ 20836 w 22830"/>
                    <a:gd name="connsiteY5" fmla="*/ 3147 h 18593"/>
                    <a:gd name="connsiteX6" fmla="*/ 11038 w 22830"/>
                    <a:gd name="connsiteY6" fmla="*/ 8955 h 18593"/>
                    <a:gd name="connsiteX7" fmla="*/ 0 w 22830"/>
                    <a:gd name="connsiteY7" fmla="*/ 9221 h 18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830" h="18593">
                      <a:moveTo>
                        <a:pt x="0" y="9221"/>
                      </a:moveTo>
                      <a:cubicBezTo>
                        <a:pt x="842" y="14053"/>
                        <a:pt x="3413" y="17555"/>
                        <a:pt x="7048" y="18397"/>
                      </a:cubicBezTo>
                      <a:cubicBezTo>
                        <a:pt x="9974" y="19062"/>
                        <a:pt x="13033" y="17998"/>
                        <a:pt x="15604" y="15782"/>
                      </a:cubicBezTo>
                      <a:cubicBezTo>
                        <a:pt x="18087" y="13565"/>
                        <a:pt x="20525" y="10462"/>
                        <a:pt x="21634" y="6517"/>
                      </a:cubicBezTo>
                      <a:cubicBezTo>
                        <a:pt x="22431" y="4300"/>
                        <a:pt x="22830" y="2128"/>
                        <a:pt x="22830" y="0"/>
                      </a:cubicBezTo>
                      <a:cubicBezTo>
                        <a:pt x="22343" y="1108"/>
                        <a:pt x="21722" y="2172"/>
                        <a:pt x="20836" y="3147"/>
                      </a:cubicBezTo>
                      <a:cubicBezTo>
                        <a:pt x="17998" y="5541"/>
                        <a:pt x="14762" y="7758"/>
                        <a:pt x="11038" y="8955"/>
                      </a:cubicBezTo>
                      <a:cubicBezTo>
                        <a:pt x="7359" y="10152"/>
                        <a:pt x="3458" y="10462"/>
                        <a:pt x="0" y="9221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15" name="Forme libre : forme 25614">
                  <a:extLst>
                    <a:ext uri="{FF2B5EF4-FFF2-40B4-BE49-F238E27FC236}">
                      <a16:creationId xmlns:a16="http://schemas.microsoft.com/office/drawing/2014/main" id="{6F6C1A3C-1025-464C-A052-6ADC56091B16}"/>
                    </a:ext>
                  </a:extLst>
                </p:cNvPr>
                <p:cNvSpPr/>
                <p:nvPr/>
              </p:nvSpPr>
              <p:spPr>
                <a:xfrm>
                  <a:off x="7386779" y="1079276"/>
                  <a:ext cx="22983" cy="30324"/>
                </a:xfrm>
                <a:custGeom>
                  <a:avLst/>
                  <a:gdLst>
                    <a:gd name="connsiteX0" fmla="*/ 17516 w 22983"/>
                    <a:gd name="connsiteY0" fmla="*/ 847 h 30324"/>
                    <a:gd name="connsiteX1" fmla="*/ 22614 w 22983"/>
                    <a:gd name="connsiteY1" fmla="*/ 8162 h 30324"/>
                    <a:gd name="connsiteX2" fmla="*/ 22969 w 22983"/>
                    <a:gd name="connsiteY2" fmla="*/ 13215 h 30324"/>
                    <a:gd name="connsiteX3" fmla="*/ 21817 w 22983"/>
                    <a:gd name="connsiteY3" fmla="*/ 18668 h 30324"/>
                    <a:gd name="connsiteX4" fmla="*/ 19290 w 22983"/>
                    <a:gd name="connsiteY4" fmla="*/ 23766 h 30324"/>
                    <a:gd name="connsiteX5" fmla="*/ 15699 w 22983"/>
                    <a:gd name="connsiteY5" fmla="*/ 27623 h 30324"/>
                    <a:gd name="connsiteX6" fmla="*/ 7143 w 22983"/>
                    <a:gd name="connsiteY6" fmla="*/ 30105 h 30324"/>
                    <a:gd name="connsiteX7" fmla="*/ 759 w 22983"/>
                    <a:gd name="connsiteY7" fmla="*/ 23633 h 30324"/>
                    <a:gd name="connsiteX8" fmla="*/ 5 w 22983"/>
                    <a:gd name="connsiteY8" fmla="*/ 17959 h 30324"/>
                    <a:gd name="connsiteX9" fmla="*/ 1158 w 22983"/>
                    <a:gd name="connsiteY9" fmla="*/ 11486 h 30324"/>
                    <a:gd name="connsiteX10" fmla="*/ 4261 w 22983"/>
                    <a:gd name="connsiteY10" fmla="*/ 5635 h 30324"/>
                    <a:gd name="connsiteX11" fmla="*/ 8561 w 22983"/>
                    <a:gd name="connsiteY11" fmla="*/ 1689 h 30324"/>
                    <a:gd name="connsiteX12" fmla="*/ 17516 w 22983"/>
                    <a:gd name="connsiteY12" fmla="*/ 847 h 30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2983" h="30324">
                      <a:moveTo>
                        <a:pt x="17516" y="847"/>
                      </a:moveTo>
                      <a:cubicBezTo>
                        <a:pt x="20176" y="2266"/>
                        <a:pt x="21905" y="5014"/>
                        <a:pt x="22614" y="8162"/>
                      </a:cubicBezTo>
                      <a:cubicBezTo>
                        <a:pt x="22969" y="9757"/>
                        <a:pt x="23013" y="11353"/>
                        <a:pt x="22969" y="13215"/>
                      </a:cubicBezTo>
                      <a:cubicBezTo>
                        <a:pt x="22880" y="15033"/>
                        <a:pt x="22526" y="16850"/>
                        <a:pt x="21817" y="18668"/>
                      </a:cubicBezTo>
                      <a:cubicBezTo>
                        <a:pt x="21107" y="20486"/>
                        <a:pt x="20354" y="22303"/>
                        <a:pt x="19290" y="23766"/>
                      </a:cubicBezTo>
                      <a:cubicBezTo>
                        <a:pt x="18270" y="25273"/>
                        <a:pt x="16984" y="26559"/>
                        <a:pt x="15699" y="27623"/>
                      </a:cubicBezTo>
                      <a:cubicBezTo>
                        <a:pt x="13172" y="29751"/>
                        <a:pt x="10113" y="30815"/>
                        <a:pt x="7143" y="30105"/>
                      </a:cubicBezTo>
                      <a:cubicBezTo>
                        <a:pt x="4173" y="29396"/>
                        <a:pt x="2000" y="27047"/>
                        <a:pt x="759" y="23633"/>
                      </a:cubicBezTo>
                      <a:cubicBezTo>
                        <a:pt x="183" y="21949"/>
                        <a:pt x="-39" y="20042"/>
                        <a:pt x="5" y="17959"/>
                      </a:cubicBezTo>
                      <a:cubicBezTo>
                        <a:pt x="94" y="15875"/>
                        <a:pt x="316" y="13659"/>
                        <a:pt x="1158" y="11486"/>
                      </a:cubicBezTo>
                      <a:cubicBezTo>
                        <a:pt x="1956" y="9314"/>
                        <a:pt x="3064" y="7319"/>
                        <a:pt x="4261" y="5635"/>
                      </a:cubicBezTo>
                      <a:cubicBezTo>
                        <a:pt x="5414" y="3950"/>
                        <a:pt x="7010" y="2620"/>
                        <a:pt x="8561" y="1689"/>
                      </a:cubicBezTo>
                      <a:cubicBezTo>
                        <a:pt x="11665" y="-217"/>
                        <a:pt x="14857" y="-527"/>
                        <a:pt x="17516" y="84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16" name="Forme libre : forme 25615">
                  <a:extLst>
                    <a:ext uri="{FF2B5EF4-FFF2-40B4-BE49-F238E27FC236}">
                      <a16:creationId xmlns:a16="http://schemas.microsoft.com/office/drawing/2014/main" id="{EE18759A-330F-4CE0-9ED1-57502AEFBFFE}"/>
                    </a:ext>
                  </a:extLst>
                </p:cNvPr>
                <p:cNvSpPr/>
                <p:nvPr/>
              </p:nvSpPr>
              <p:spPr>
                <a:xfrm>
                  <a:off x="7372710" y="1090400"/>
                  <a:ext cx="44305" cy="34418"/>
                </a:xfrm>
                <a:custGeom>
                  <a:avLst/>
                  <a:gdLst>
                    <a:gd name="connsiteX0" fmla="*/ 17266 w 44305"/>
                    <a:gd name="connsiteY0" fmla="*/ 33478 h 34418"/>
                    <a:gd name="connsiteX1" fmla="*/ 27417 w 44305"/>
                    <a:gd name="connsiteY1" fmla="*/ 34143 h 34418"/>
                    <a:gd name="connsiteX2" fmla="*/ 41160 w 44305"/>
                    <a:gd name="connsiteY2" fmla="*/ 21996 h 34418"/>
                    <a:gd name="connsiteX3" fmla="*/ 43820 w 44305"/>
                    <a:gd name="connsiteY3" fmla="*/ 15080 h 34418"/>
                    <a:gd name="connsiteX4" fmla="*/ 44263 w 44305"/>
                    <a:gd name="connsiteY4" fmla="*/ 11489 h 34418"/>
                    <a:gd name="connsiteX5" fmla="*/ 44086 w 44305"/>
                    <a:gd name="connsiteY5" fmla="*/ 7987 h 34418"/>
                    <a:gd name="connsiteX6" fmla="*/ 36594 w 44305"/>
                    <a:gd name="connsiteY6" fmla="*/ 8 h 34418"/>
                    <a:gd name="connsiteX7" fmla="*/ 29989 w 44305"/>
                    <a:gd name="connsiteY7" fmla="*/ 2934 h 34418"/>
                    <a:gd name="connsiteX8" fmla="*/ 14428 w 44305"/>
                    <a:gd name="connsiteY8" fmla="*/ 12154 h 34418"/>
                    <a:gd name="connsiteX9" fmla="*/ 110 w 44305"/>
                    <a:gd name="connsiteY9" fmla="*/ 26074 h 34418"/>
                    <a:gd name="connsiteX10" fmla="*/ 17266 w 44305"/>
                    <a:gd name="connsiteY10" fmla="*/ 33478 h 34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305" h="34418">
                      <a:moveTo>
                        <a:pt x="17266" y="33478"/>
                      </a:moveTo>
                      <a:cubicBezTo>
                        <a:pt x="20590" y="34143"/>
                        <a:pt x="24048" y="34808"/>
                        <a:pt x="27417" y="34143"/>
                      </a:cubicBezTo>
                      <a:cubicBezTo>
                        <a:pt x="33845" y="32901"/>
                        <a:pt x="38323" y="27271"/>
                        <a:pt x="41160" y="21996"/>
                      </a:cubicBezTo>
                      <a:cubicBezTo>
                        <a:pt x="42224" y="19691"/>
                        <a:pt x="43288" y="17430"/>
                        <a:pt x="43820" y="15080"/>
                      </a:cubicBezTo>
                      <a:cubicBezTo>
                        <a:pt x="44086" y="13883"/>
                        <a:pt x="44219" y="12686"/>
                        <a:pt x="44263" y="11489"/>
                      </a:cubicBezTo>
                      <a:cubicBezTo>
                        <a:pt x="44352" y="10337"/>
                        <a:pt x="44307" y="9184"/>
                        <a:pt x="44086" y="7987"/>
                      </a:cubicBezTo>
                      <a:cubicBezTo>
                        <a:pt x="43377" y="4441"/>
                        <a:pt x="40584" y="274"/>
                        <a:pt x="36594" y="8"/>
                      </a:cubicBezTo>
                      <a:cubicBezTo>
                        <a:pt x="34111" y="-125"/>
                        <a:pt x="32028" y="1471"/>
                        <a:pt x="29989" y="2934"/>
                      </a:cubicBezTo>
                      <a:cubicBezTo>
                        <a:pt x="25024" y="6303"/>
                        <a:pt x="20103" y="9628"/>
                        <a:pt x="14428" y="12154"/>
                      </a:cubicBezTo>
                      <a:cubicBezTo>
                        <a:pt x="9907" y="14238"/>
                        <a:pt x="-1221" y="18405"/>
                        <a:pt x="110" y="26074"/>
                      </a:cubicBezTo>
                      <a:cubicBezTo>
                        <a:pt x="1174" y="32768"/>
                        <a:pt x="12655" y="32502"/>
                        <a:pt x="17266" y="3347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17" name="Forme libre : forme 25616">
                  <a:extLst>
                    <a:ext uri="{FF2B5EF4-FFF2-40B4-BE49-F238E27FC236}">
                      <a16:creationId xmlns:a16="http://schemas.microsoft.com/office/drawing/2014/main" id="{FC726C6D-6A27-4089-8A30-5FCFA78473D8}"/>
                    </a:ext>
                  </a:extLst>
                </p:cNvPr>
                <p:cNvSpPr/>
                <p:nvPr/>
              </p:nvSpPr>
              <p:spPr>
                <a:xfrm>
                  <a:off x="7375108" y="1100584"/>
                  <a:ext cx="8973" cy="14964"/>
                </a:xfrm>
                <a:custGeom>
                  <a:avLst/>
                  <a:gdLst>
                    <a:gd name="connsiteX0" fmla="*/ 4228 w 8973"/>
                    <a:gd name="connsiteY0" fmla="*/ 13674 h 14964"/>
                    <a:gd name="connsiteX1" fmla="*/ 6356 w 8973"/>
                    <a:gd name="connsiteY1" fmla="*/ 14916 h 14964"/>
                    <a:gd name="connsiteX2" fmla="*/ 8572 w 8973"/>
                    <a:gd name="connsiteY2" fmla="*/ 14073 h 14964"/>
                    <a:gd name="connsiteX3" fmla="*/ 8927 w 8973"/>
                    <a:gd name="connsiteY3" fmla="*/ 11724 h 14964"/>
                    <a:gd name="connsiteX4" fmla="*/ 8129 w 8973"/>
                    <a:gd name="connsiteY4" fmla="*/ 5517 h 14964"/>
                    <a:gd name="connsiteX5" fmla="*/ 7287 w 8973"/>
                    <a:gd name="connsiteY5" fmla="*/ 3079 h 14964"/>
                    <a:gd name="connsiteX6" fmla="*/ 61 w 8973"/>
                    <a:gd name="connsiteY6" fmla="*/ 3124 h 14964"/>
                    <a:gd name="connsiteX7" fmla="*/ 4228 w 8973"/>
                    <a:gd name="connsiteY7" fmla="*/ 13674 h 14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973" h="14964">
                      <a:moveTo>
                        <a:pt x="4228" y="13674"/>
                      </a:moveTo>
                      <a:cubicBezTo>
                        <a:pt x="4849" y="14251"/>
                        <a:pt x="5558" y="14738"/>
                        <a:pt x="6356" y="14916"/>
                      </a:cubicBezTo>
                      <a:cubicBezTo>
                        <a:pt x="7154" y="15093"/>
                        <a:pt x="8085" y="14783"/>
                        <a:pt x="8572" y="14073"/>
                      </a:cubicBezTo>
                      <a:cubicBezTo>
                        <a:pt x="9016" y="13408"/>
                        <a:pt x="9016" y="12522"/>
                        <a:pt x="8927" y="11724"/>
                      </a:cubicBezTo>
                      <a:cubicBezTo>
                        <a:pt x="8839" y="9640"/>
                        <a:pt x="8572" y="7557"/>
                        <a:pt x="8129" y="5517"/>
                      </a:cubicBezTo>
                      <a:cubicBezTo>
                        <a:pt x="7952" y="4675"/>
                        <a:pt x="7730" y="3833"/>
                        <a:pt x="7287" y="3079"/>
                      </a:cubicBezTo>
                      <a:cubicBezTo>
                        <a:pt x="5514" y="20"/>
                        <a:pt x="593" y="-1975"/>
                        <a:pt x="61" y="3124"/>
                      </a:cubicBezTo>
                      <a:cubicBezTo>
                        <a:pt x="-382" y="7113"/>
                        <a:pt x="1657" y="11369"/>
                        <a:pt x="4228" y="1367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18" name="Forme libre : forme 25617">
                  <a:extLst>
                    <a:ext uri="{FF2B5EF4-FFF2-40B4-BE49-F238E27FC236}">
                      <a16:creationId xmlns:a16="http://schemas.microsoft.com/office/drawing/2014/main" id="{0B7033E4-E1BC-440C-B72A-0888D1610078}"/>
                    </a:ext>
                  </a:extLst>
                </p:cNvPr>
                <p:cNvSpPr/>
                <p:nvPr/>
              </p:nvSpPr>
              <p:spPr>
                <a:xfrm>
                  <a:off x="7411166" y="1072543"/>
                  <a:ext cx="11756" cy="24470"/>
                </a:xfrm>
                <a:custGeom>
                  <a:avLst/>
                  <a:gdLst>
                    <a:gd name="connsiteX0" fmla="*/ 0 w 11756"/>
                    <a:gd name="connsiteY0" fmla="*/ 0 h 24470"/>
                    <a:gd name="connsiteX1" fmla="*/ 6384 w 11756"/>
                    <a:gd name="connsiteY1" fmla="*/ 6561 h 24470"/>
                    <a:gd name="connsiteX2" fmla="*/ 10374 w 11756"/>
                    <a:gd name="connsiteY2" fmla="*/ 14186 h 24470"/>
                    <a:gd name="connsiteX3" fmla="*/ 11526 w 11756"/>
                    <a:gd name="connsiteY3" fmla="*/ 18929 h 24470"/>
                    <a:gd name="connsiteX4" fmla="*/ 11703 w 11756"/>
                    <a:gd name="connsiteY4" fmla="*/ 24471 h 24470"/>
                    <a:gd name="connsiteX5" fmla="*/ 11482 w 11756"/>
                    <a:gd name="connsiteY5" fmla="*/ 22343 h 24470"/>
                    <a:gd name="connsiteX6" fmla="*/ 10108 w 11756"/>
                    <a:gd name="connsiteY6" fmla="*/ 16846 h 24470"/>
                    <a:gd name="connsiteX7" fmla="*/ 6694 w 11756"/>
                    <a:gd name="connsiteY7" fmla="*/ 9221 h 24470"/>
                    <a:gd name="connsiteX8" fmla="*/ 0 w 11756"/>
                    <a:gd name="connsiteY8" fmla="*/ 0 h 24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756" h="24470">
                      <a:moveTo>
                        <a:pt x="0" y="0"/>
                      </a:moveTo>
                      <a:cubicBezTo>
                        <a:pt x="0" y="0"/>
                        <a:pt x="3414" y="2350"/>
                        <a:pt x="6384" y="6561"/>
                      </a:cubicBezTo>
                      <a:cubicBezTo>
                        <a:pt x="7935" y="8733"/>
                        <a:pt x="9398" y="11349"/>
                        <a:pt x="10374" y="14186"/>
                      </a:cubicBezTo>
                      <a:cubicBezTo>
                        <a:pt x="10817" y="15560"/>
                        <a:pt x="11260" y="17156"/>
                        <a:pt x="11526" y="18929"/>
                      </a:cubicBezTo>
                      <a:cubicBezTo>
                        <a:pt x="11792" y="20703"/>
                        <a:pt x="11792" y="22431"/>
                        <a:pt x="11703" y="24471"/>
                      </a:cubicBezTo>
                      <a:cubicBezTo>
                        <a:pt x="11703" y="24471"/>
                        <a:pt x="11659" y="23628"/>
                        <a:pt x="11482" y="22343"/>
                      </a:cubicBezTo>
                      <a:cubicBezTo>
                        <a:pt x="11304" y="21013"/>
                        <a:pt x="10906" y="19151"/>
                        <a:pt x="10108" y="16846"/>
                      </a:cubicBezTo>
                      <a:cubicBezTo>
                        <a:pt x="9310" y="14541"/>
                        <a:pt x="8334" y="12147"/>
                        <a:pt x="6694" y="9221"/>
                      </a:cubicBezTo>
                      <a:cubicBezTo>
                        <a:pt x="5009" y="6251"/>
                        <a:pt x="2882" y="310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19" name="Forme libre : forme 25618">
                  <a:extLst>
                    <a:ext uri="{FF2B5EF4-FFF2-40B4-BE49-F238E27FC236}">
                      <a16:creationId xmlns:a16="http://schemas.microsoft.com/office/drawing/2014/main" id="{2414B82F-2AB2-4DB1-AD10-B1D4300AF842}"/>
                    </a:ext>
                  </a:extLst>
                </p:cNvPr>
                <p:cNvSpPr/>
                <p:nvPr/>
              </p:nvSpPr>
              <p:spPr>
                <a:xfrm>
                  <a:off x="7363016" y="1104284"/>
                  <a:ext cx="16763" cy="27130"/>
                </a:xfrm>
                <a:custGeom>
                  <a:avLst/>
                  <a:gdLst>
                    <a:gd name="connsiteX0" fmla="*/ 405 w 16763"/>
                    <a:gd name="connsiteY0" fmla="*/ 0 h 27130"/>
                    <a:gd name="connsiteX1" fmla="*/ 6 w 16763"/>
                    <a:gd name="connsiteY1" fmla="*/ 3591 h 27130"/>
                    <a:gd name="connsiteX2" fmla="*/ 937 w 16763"/>
                    <a:gd name="connsiteY2" fmla="*/ 11836 h 27130"/>
                    <a:gd name="connsiteX3" fmla="*/ 16764 w 16763"/>
                    <a:gd name="connsiteY3" fmla="*/ 27131 h 27130"/>
                    <a:gd name="connsiteX4" fmla="*/ 8296 w 16763"/>
                    <a:gd name="connsiteY4" fmla="*/ 21412 h 27130"/>
                    <a:gd name="connsiteX5" fmla="*/ 2533 w 16763"/>
                    <a:gd name="connsiteY5" fmla="*/ 13078 h 27130"/>
                    <a:gd name="connsiteX6" fmla="*/ 405 w 16763"/>
                    <a:gd name="connsiteY6" fmla="*/ 0 h 27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763" h="27130">
                      <a:moveTo>
                        <a:pt x="405" y="0"/>
                      </a:moveTo>
                      <a:cubicBezTo>
                        <a:pt x="405" y="0"/>
                        <a:pt x="95" y="1419"/>
                        <a:pt x="6" y="3591"/>
                      </a:cubicBezTo>
                      <a:cubicBezTo>
                        <a:pt x="-38" y="5763"/>
                        <a:pt x="139" y="8733"/>
                        <a:pt x="937" y="11836"/>
                      </a:cubicBezTo>
                      <a:cubicBezTo>
                        <a:pt x="2489" y="18087"/>
                        <a:pt x="6966" y="24692"/>
                        <a:pt x="16764" y="27131"/>
                      </a:cubicBezTo>
                      <a:cubicBezTo>
                        <a:pt x="16764" y="27131"/>
                        <a:pt x="12552" y="25535"/>
                        <a:pt x="8296" y="21412"/>
                      </a:cubicBezTo>
                      <a:cubicBezTo>
                        <a:pt x="6213" y="19328"/>
                        <a:pt x="3952" y="16624"/>
                        <a:pt x="2533" y="13078"/>
                      </a:cubicBezTo>
                      <a:cubicBezTo>
                        <a:pt x="1070" y="9531"/>
                        <a:pt x="-82" y="5275"/>
                        <a:pt x="4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20" name="Forme libre : forme 25619">
                  <a:extLst>
                    <a:ext uri="{FF2B5EF4-FFF2-40B4-BE49-F238E27FC236}">
                      <a16:creationId xmlns:a16="http://schemas.microsoft.com/office/drawing/2014/main" id="{CF18B57B-FE14-41BD-88F0-0A0D81320BF4}"/>
                    </a:ext>
                  </a:extLst>
                </p:cNvPr>
                <p:cNvSpPr/>
                <p:nvPr/>
              </p:nvSpPr>
              <p:spPr>
                <a:xfrm>
                  <a:off x="7387325" y="1084964"/>
                  <a:ext cx="9416" cy="11041"/>
                </a:xfrm>
                <a:custGeom>
                  <a:avLst/>
                  <a:gdLst>
                    <a:gd name="connsiteX0" fmla="*/ 8591 w 9416"/>
                    <a:gd name="connsiteY0" fmla="*/ 568 h 11041"/>
                    <a:gd name="connsiteX1" fmla="*/ 7394 w 9416"/>
                    <a:gd name="connsiteY1" fmla="*/ 7750 h 11041"/>
                    <a:gd name="connsiteX2" fmla="*/ 966 w 9416"/>
                    <a:gd name="connsiteY2" fmla="*/ 10587 h 11041"/>
                    <a:gd name="connsiteX3" fmla="*/ 2030 w 9416"/>
                    <a:gd name="connsiteY3" fmla="*/ 3139 h 11041"/>
                    <a:gd name="connsiteX4" fmla="*/ 8591 w 9416"/>
                    <a:gd name="connsiteY4" fmla="*/ 568 h 11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6" h="11041">
                      <a:moveTo>
                        <a:pt x="8591" y="568"/>
                      </a:moveTo>
                      <a:cubicBezTo>
                        <a:pt x="10054" y="1942"/>
                        <a:pt x="9522" y="5090"/>
                        <a:pt x="7394" y="7750"/>
                      </a:cubicBezTo>
                      <a:cubicBezTo>
                        <a:pt x="5266" y="10410"/>
                        <a:pt x="2562" y="11828"/>
                        <a:pt x="966" y="10587"/>
                      </a:cubicBezTo>
                      <a:cubicBezTo>
                        <a:pt x="-630" y="9390"/>
                        <a:pt x="-231" y="5977"/>
                        <a:pt x="2030" y="3139"/>
                      </a:cubicBezTo>
                      <a:cubicBezTo>
                        <a:pt x="4202" y="302"/>
                        <a:pt x="7128" y="-762"/>
                        <a:pt x="8591" y="56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21" name="Forme libre : forme 25620">
                  <a:extLst>
                    <a:ext uri="{FF2B5EF4-FFF2-40B4-BE49-F238E27FC236}">
                      <a16:creationId xmlns:a16="http://schemas.microsoft.com/office/drawing/2014/main" id="{5CE1B8D9-1EAB-4B3B-B97F-2E76D7DDC2BE}"/>
                    </a:ext>
                  </a:extLst>
                </p:cNvPr>
                <p:cNvSpPr/>
                <p:nvPr/>
              </p:nvSpPr>
              <p:spPr>
                <a:xfrm>
                  <a:off x="7393525" y="1083453"/>
                  <a:ext cx="3137" cy="3374"/>
                </a:xfrm>
                <a:custGeom>
                  <a:avLst/>
                  <a:gdLst>
                    <a:gd name="connsiteX0" fmla="*/ 2258 w 3137"/>
                    <a:gd name="connsiteY0" fmla="*/ 128 h 3374"/>
                    <a:gd name="connsiteX1" fmla="*/ 3012 w 3137"/>
                    <a:gd name="connsiteY1" fmla="*/ 2300 h 3374"/>
                    <a:gd name="connsiteX2" fmla="*/ 972 w 3137"/>
                    <a:gd name="connsiteY2" fmla="*/ 3276 h 3374"/>
                    <a:gd name="connsiteX3" fmla="*/ 130 w 3137"/>
                    <a:gd name="connsiteY3" fmla="*/ 1103 h 3374"/>
                    <a:gd name="connsiteX4" fmla="*/ 2258 w 3137"/>
                    <a:gd name="connsiteY4" fmla="*/ 128 h 3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37" h="3374">
                      <a:moveTo>
                        <a:pt x="2258" y="128"/>
                      </a:moveTo>
                      <a:cubicBezTo>
                        <a:pt x="3056" y="483"/>
                        <a:pt x="3322" y="1414"/>
                        <a:pt x="3012" y="2300"/>
                      </a:cubicBezTo>
                      <a:cubicBezTo>
                        <a:pt x="2701" y="3143"/>
                        <a:pt x="1771" y="3586"/>
                        <a:pt x="972" y="3276"/>
                      </a:cubicBezTo>
                      <a:cubicBezTo>
                        <a:pt x="175" y="2965"/>
                        <a:pt x="-224" y="1990"/>
                        <a:pt x="130" y="1103"/>
                      </a:cubicBezTo>
                      <a:cubicBezTo>
                        <a:pt x="485" y="173"/>
                        <a:pt x="1505" y="-226"/>
                        <a:pt x="2258" y="1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22" name="Forme libre : forme 25621">
                  <a:extLst>
                    <a:ext uri="{FF2B5EF4-FFF2-40B4-BE49-F238E27FC236}">
                      <a16:creationId xmlns:a16="http://schemas.microsoft.com/office/drawing/2014/main" id="{85A2F389-3798-41B9-ABDD-C502A1FD6B62}"/>
                    </a:ext>
                  </a:extLst>
                </p:cNvPr>
                <p:cNvSpPr/>
                <p:nvPr/>
              </p:nvSpPr>
              <p:spPr>
                <a:xfrm>
                  <a:off x="7371537" y="1066327"/>
                  <a:ext cx="35156" cy="24939"/>
                </a:xfrm>
                <a:custGeom>
                  <a:avLst/>
                  <a:gdLst>
                    <a:gd name="connsiteX0" fmla="*/ 19636 w 35156"/>
                    <a:gd name="connsiteY0" fmla="*/ 9 h 24939"/>
                    <a:gd name="connsiteX1" fmla="*/ 32625 w 35156"/>
                    <a:gd name="connsiteY1" fmla="*/ 5063 h 24939"/>
                    <a:gd name="connsiteX2" fmla="*/ 35019 w 35156"/>
                    <a:gd name="connsiteY2" fmla="*/ 9275 h 24939"/>
                    <a:gd name="connsiteX3" fmla="*/ 30852 w 35156"/>
                    <a:gd name="connsiteY3" fmla="*/ 10915 h 24939"/>
                    <a:gd name="connsiteX4" fmla="*/ 16134 w 35156"/>
                    <a:gd name="connsiteY4" fmla="*/ 12245 h 24939"/>
                    <a:gd name="connsiteX5" fmla="*/ 12853 w 35156"/>
                    <a:gd name="connsiteY5" fmla="*/ 15348 h 24939"/>
                    <a:gd name="connsiteX6" fmla="*/ 8464 w 35156"/>
                    <a:gd name="connsiteY6" fmla="*/ 20357 h 24939"/>
                    <a:gd name="connsiteX7" fmla="*/ 928 w 35156"/>
                    <a:gd name="connsiteY7" fmla="*/ 24125 h 24939"/>
                    <a:gd name="connsiteX8" fmla="*/ 1948 w 35156"/>
                    <a:gd name="connsiteY8" fmla="*/ 13442 h 24939"/>
                    <a:gd name="connsiteX9" fmla="*/ 8553 w 35156"/>
                    <a:gd name="connsiteY9" fmla="*/ 3910 h 24939"/>
                    <a:gd name="connsiteX10" fmla="*/ 19636 w 35156"/>
                    <a:gd name="connsiteY10" fmla="*/ 9 h 2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156" h="24939">
                      <a:moveTo>
                        <a:pt x="19636" y="9"/>
                      </a:moveTo>
                      <a:cubicBezTo>
                        <a:pt x="24512" y="187"/>
                        <a:pt x="28724" y="2448"/>
                        <a:pt x="32625" y="5063"/>
                      </a:cubicBezTo>
                      <a:cubicBezTo>
                        <a:pt x="34043" y="6038"/>
                        <a:pt x="35639" y="7679"/>
                        <a:pt x="35019" y="9275"/>
                      </a:cubicBezTo>
                      <a:cubicBezTo>
                        <a:pt x="34442" y="10737"/>
                        <a:pt x="32492" y="11003"/>
                        <a:pt x="30852" y="10915"/>
                      </a:cubicBezTo>
                      <a:cubicBezTo>
                        <a:pt x="25886" y="10737"/>
                        <a:pt x="20877" y="9585"/>
                        <a:pt x="16134" y="12245"/>
                      </a:cubicBezTo>
                      <a:cubicBezTo>
                        <a:pt x="15424" y="12688"/>
                        <a:pt x="14094" y="13841"/>
                        <a:pt x="12853" y="15348"/>
                      </a:cubicBezTo>
                      <a:cubicBezTo>
                        <a:pt x="11523" y="16855"/>
                        <a:pt x="10016" y="18673"/>
                        <a:pt x="8464" y="20357"/>
                      </a:cubicBezTo>
                      <a:cubicBezTo>
                        <a:pt x="5317" y="23682"/>
                        <a:pt x="2613" y="26342"/>
                        <a:pt x="928" y="24125"/>
                      </a:cubicBezTo>
                      <a:cubicBezTo>
                        <a:pt x="-801" y="21909"/>
                        <a:pt x="86" y="17609"/>
                        <a:pt x="1948" y="13442"/>
                      </a:cubicBezTo>
                      <a:cubicBezTo>
                        <a:pt x="3588" y="9363"/>
                        <a:pt x="6824" y="5418"/>
                        <a:pt x="8553" y="3910"/>
                      </a:cubicBezTo>
                      <a:cubicBezTo>
                        <a:pt x="11656" y="1162"/>
                        <a:pt x="16045" y="-124"/>
                        <a:pt x="19636" y="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30" name="Graphique 2">
                <a:extLst>
                  <a:ext uri="{FF2B5EF4-FFF2-40B4-BE49-F238E27FC236}">
                    <a16:creationId xmlns:a16="http://schemas.microsoft.com/office/drawing/2014/main" id="{F005AB82-AE34-41D7-942E-2A0900E63F8D}"/>
                  </a:ext>
                </a:extLst>
              </p:cNvPr>
              <p:cNvGrpSpPr/>
              <p:nvPr/>
            </p:nvGrpSpPr>
            <p:grpSpPr>
              <a:xfrm>
                <a:off x="7395100" y="1018548"/>
                <a:ext cx="80748" cy="60848"/>
                <a:chOff x="7395100" y="1018548"/>
                <a:chExt cx="80748" cy="60848"/>
              </a:xfrm>
              <a:solidFill>
                <a:schemeClr val="accent1"/>
              </a:solidFill>
            </p:grpSpPr>
            <p:sp>
              <p:nvSpPr>
                <p:cNvPr id="25599" name="Forme libre : forme 25598">
                  <a:extLst>
                    <a:ext uri="{FF2B5EF4-FFF2-40B4-BE49-F238E27FC236}">
                      <a16:creationId xmlns:a16="http://schemas.microsoft.com/office/drawing/2014/main" id="{A671B546-D601-4BDF-B8DF-58485C00DC62}"/>
                    </a:ext>
                  </a:extLst>
                </p:cNvPr>
                <p:cNvSpPr/>
                <p:nvPr/>
              </p:nvSpPr>
              <p:spPr>
                <a:xfrm>
                  <a:off x="7395100" y="1018548"/>
                  <a:ext cx="80748" cy="60848"/>
                </a:xfrm>
                <a:custGeom>
                  <a:avLst/>
                  <a:gdLst>
                    <a:gd name="connsiteX0" fmla="*/ 54235 w 80748"/>
                    <a:gd name="connsiteY0" fmla="*/ 58340 h 60848"/>
                    <a:gd name="connsiteX1" fmla="*/ 50688 w 80748"/>
                    <a:gd name="connsiteY1" fmla="*/ 58473 h 60848"/>
                    <a:gd name="connsiteX2" fmla="*/ 46787 w 80748"/>
                    <a:gd name="connsiteY2" fmla="*/ 59049 h 60848"/>
                    <a:gd name="connsiteX3" fmla="*/ 45457 w 80748"/>
                    <a:gd name="connsiteY3" fmla="*/ 59404 h 60848"/>
                    <a:gd name="connsiteX4" fmla="*/ 44482 w 80748"/>
                    <a:gd name="connsiteY4" fmla="*/ 59670 h 60848"/>
                    <a:gd name="connsiteX5" fmla="*/ 42620 w 80748"/>
                    <a:gd name="connsiteY5" fmla="*/ 60467 h 60848"/>
                    <a:gd name="connsiteX6" fmla="*/ 39118 w 80748"/>
                    <a:gd name="connsiteY6" fmla="*/ 60733 h 60848"/>
                    <a:gd name="connsiteX7" fmla="*/ 37877 w 80748"/>
                    <a:gd name="connsiteY7" fmla="*/ 60467 h 60848"/>
                    <a:gd name="connsiteX8" fmla="*/ 36547 w 80748"/>
                    <a:gd name="connsiteY8" fmla="*/ 60379 h 60848"/>
                    <a:gd name="connsiteX9" fmla="*/ 33488 w 80748"/>
                    <a:gd name="connsiteY9" fmla="*/ 59802 h 60848"/>
                    <a:gd name="connsiteX10" fmla="*/ 26395 w 80748"/>
                    <a:gd name="connsiteY10" fmla="*/ 57763 h 60848"/>
                    <a:gd name="connsiteX11" fmla="*/ 19125 w 80748"/>
                    <a:gd name="connsiteY11" fmla="*/ 53862 h 60848"/>
                    <a:gd name="connsiteX12" fmla="*/ 6402 w 80748"/>
                    <a:gd name="connsiteY12" fmla="*/ 44198 h 60848"/>
                    <a:gd name="connsiteX13" fmla="*/ 1215 w 80748"/>
                    <a:gd name="connsiteY13" fmla="*/ 37504 h 60848"/>
                    <a:gd name="connsiteX14" fmla="*/ 373 w 80748"/>
                    <a:gd name="connsiteY14" fmla="*/ 28327 h 60848"/>
                    <a:gd name="connsiteX15" fmla="*/ 1924 w 80748"/>
                    <a:gd name="connsiteY15" fmla="*/ 23096 h 60848"/>
                    <a:gd name="connsiteX16" fmla="*/ 3166 w 80748"/>
                    <a:gd name="connsiteY16" fmla="*/ 20392 h 60848"/>
                    <a:gd name="connsiteX17" fmla="*/ 5027 w 80748"/>
                    <a:gd name="connsiteY17" fmla="*/ 17821 h 60848"/>
                    <a:gd name="connsiteX18" fmla="*/ 15933 w 80748"/>
                    <a:gd name="connsiteY18" fmla="*/ 8778 h 60848"/>
                    <a:gd name="connsiteX19" fmla="*/ 25996 w 80748"/>
                    <a:gd name="connsiteY19" fmla="*/ 4477 h 60848"/>
                    <a:gd name="connsiteX20" fmla="*/ 31271 w 80748"/>
                    <a:gd name="connsiteY20" fmla="*/ 2926 h 60848"/>
                    <a:gd name="connsiteX21" fmla="*/ 36281 w 80748"/>
                    <a:gd name="connsiteY21" fmla="*/ 1729 h 60848"/>
                    <a:gd name="connsiteX22" fmla="*/ 45280 w 80748"/>
                    <a:gd name="connsiteY22" fmla="*/ 399 h 60848"/>
                    <a:gd name="connsiteX23" fmla="*/ 54767 w 80748"/>
                    <a:gd name="connsiteY23" fmla="*/ 0 h 60848"/>
                    <a:gd name="connsiteX24" fmla="*/ 67490 w 80748"/>
                    <a:gd name="connsiteY24" fmla="*/ 2749 h 60848"/>
                    <a:gd name="connsiteX25" fmla="*/ 76622 w 80748"/>
                    <a:gd name="connsiteY25" fmla="*/ 9531 h 60848"/>
                    <a:gd name="connsiteX26" fmla="*/ 80612 w 80748"/>
                    <a:gd name="connsiteY26" fmla="*/ 17998 h 60848"/>
                    <a:gd name="connsiteX27" fmla="*/ 79326 w 80748"/>
                    <a:gd name="connsiteY27" fmla="*/ 26466 h 60848"/>
                    <a:gd name="connsiteX28" fmla="*/ 72721 w 80748"/>
                    <a:gd name="connsiteY28" fmla="*/ 41139 h 60848"/>
                    <a:gd name="connsiteX29" fmla="*/ 68288 w 80748"/>
                    <a:gd name="connsiteY29" fmla="*/ 48099 h 60848"/>
                    <a:gd name="connsiteX30" fmla="*/ 63234 w 80748"/>
                    <a:gd name="connsiteY30" fmla="*/ 53508 h 60848"/>
                    <a:gd name="connsiteX31" fmla="*/ 58668 w 80748"/>
                    <a:gd name="connsiteY31" fmla="*/ 57054 h 60848"/>
                    <a:gd name="connsiteX32" fmla="*/ 54235 w 80748"/>
                    <a:gd name="connsiteY32" fmla="*/ 58340 h 60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80748" h="60848">
                      <a:moveTo>
                        <a:pt x="54235" y="58340"/>
                      </a:moveTo>
                      <a:cubicBezTo>
                        <a:pt x="53038" y="58428"/>
                        <a:pt x="51885" y="58473"/>
                        <a:pt x="50688" y="58473"/>
                      </a:cubicBezTo>
                      <a:cubicBezTo>
                        <a:pt x="49403" y="58694"/>
                        <a:pt x="48117" y="58872"/>
                        <a:pt x="46787" y="59049"/>
                      </a:cubicBezTo>
                      <a:cubicBezTo>
                        <a:pt x="45989" y="59093"/>
                        <a:pt x="45812" y="59271"/>
                        <a:pt x="45457" y="59404"/>
                      </a:cubicBezTo>
                      <a:cubicBezTo>
                        <a:pt x="45147" y="59537"/>
                        <a:pt x="44792" y="59625"/>
                        <a:pt x="44482" y="59670"/>
                      </a:cubicBezTo>
                      <a:cubicBezTo>
                        <a:pt x="43728" y="59670"/>
                        <a:pt x="43241" y="60201"/>
                        <a:pt x="42620" y="60467"/>
                      </a:cubicBezTo>
                      <a:cubicBezTo>
                        <a:pt x="41689" y="60645"/>
                        <a:pt x="40669" y="61044"/>
                        <a:pt x="39118" y="60733"/>
                      </a:cubicBezTo>
                      <a:cubicBezTo>
                        <a:pt x="38719" y="60645"/>
                        <a:pt x="38320" y="60556"/>
                        <a:pt x="37877" y="60467"/>
                      </a:cubicBezTo>
                      <a:cubicBezTo>
                        <a:pt x="37478" y="60467"/>
                        <a:pt x="37035" y="60423"/>
                        <a:pt x="36547" y="60379"/>
                      </a:cubicBezTo>
                      <a:cubicBezTo>
                        <a:pt x="35616" y="60290"/>
                        <a:pt x="34596" y="60068"/>
                        <a:pt x="33488" y="59802"/>
                      </a:cubicBezTo>
                      <a:cubicBezTo>
                        <a:pt x="31271" y="59182"/>
                        <a:pt x="28833" y="58650"/>
                        <a:pt x="26395" y="57763"/>
                      </a:cubicBezTo>
                      <a:cubicBezTo>
                        <a:pt x="23957" y="56877"/>
                        <a:pt x="21430" y="55635"/>
                        <a:pt x="19125" y="53862"/>
                      </a:cubicBezTo>
                      <a:lnTo>
                        <a:pt x="6402" y="44198"/>
                      </a:lnTo>
                      <a:cubicBezTo>
                        <a:pt x="4096" y="42469"/>
                        <a:pt x="2323" y="40208"/>
                        <a:pt x="1215" y="37504"/>
                      </a:cubicBezTo>
                      <a:cubicBezTo>
                        <a:pt x="62" y="34800"/>
                        <a:pt x="-381" y="31652"/>
                        <a:pt x="373" y="28327"/>
                      </a:cubicBezTo>
                      <a:cubicBezTo>
                        <a:pt x="683" y="26643"/>
                        <a:pt x="1215" y="24870"/>
                        <a:pt x="1924" y="23096"/>
                      </a:cubicBezTo>
                      <a:cubicBezTo>
                        <a:pt x="2279" y="22210"/>
                        <a:pt x="2722" y="21323"/>
                        <a:pt x="3166" y="20392"/>
                      </a:cubicBezTo>
                      <a:cubicBezTo>
                        <a:pt x="3698" y="19506"/>
                        <a:pt x="4363" y="18663"/>
                        <a:pt x="5027" y="17821"/>
                      </a:cubicBezTo>
                      <a:cubicBezTo>
                        <a:pt x="7776" y="14452"/>
                        <a:pt x="11145" y="10950"/>
                        <a:pt x="15933" y="8778"/>
                      </a:cubicBezTo>
                      <a:cubicBezTo>
                        <a:pt x="19213" y="7137"/>
                        <a:pt x="22449" y="5408"/>
                        <a:pt x="25996" y="4477"/>
                      </a:cubicBezTo>
                      <a:lnTo>
                        <a:pt x="31271" y="2926"/>
                      </a:lnTo>
                      <a:cubicBezTo>
                        <a:pt x="33000" y="2438"/>
                        <a:pt x="34906" y="1906"/>
                        <a:pt x="36281" y="1729"/>
                      </a:cubicBezTo>
                      <a:cubicBezTo>
                        <a:pt x="39251" y="1241"/>
                        <a:pt x="42266" y="798"/>
                        <a:pt x="45280" y="399"/>
                      </a:cubicBezTo>
                      <a:cubicBezTo>
                        <a:pt x="48427" y="222"/>
                        <a:pt x="51619" y="89"/>
                        <a:pt x="54767" y="0"/>
                      </a:cubicBezTo>
                      <a:cubicBezTo>
                        <a:pt x="59333" y="177"/>
                        <a:pt x="63722" y="975"/>
                        <a:pt x="67490" y="2749"/>
                      </a:cubicBezTo>
                      <a:cubicBezTo>
                        <a:pt x="71258" y="4610"/>
                        <a:pt x="74450" y="6650"/>
                        <a:pt x="76622" y="9531"/>
                      </a:cubicBezTo>
                      <a:cubicBezTo>
                        <a:pt x="78839" y="12280"/>
                        <a:pt x="80168" y="15161"/>
                        <a:pt x="80612" y="17998"/>
                      </a:cubicBezTo>
                      <a:cubicBezTo>
                        <a:pt x="81011" y="20969"/>
                        <a:pt x="80523" y="23806"/>
                        <a:pt x="79326" y="26466"/>
                      </a:cubicBezTo>
                      <a:lnTo>
                        <a:pt x="72721" y="41139"/>
                      </a:lnTo>
                      <a:cubicBezTo>
                        <a:pt x="71524" y="43799"/>
                        <a:pt x="69928" y="46104"/>
                        <a:pt x="68288" y="48099"/>
                      </a:cubicBezTo>
                      <a:cubicBezTo>
                        <a:pt x="66603" y="50227"/>
                        <a:pt x="64830" y="52045"/>
                        <a:pt x="63234" y="53508"/>
                      </a:cubicBezTo>
                      <a:cubicBezTo>
                        <a:pt x="61683" y="54837"/>
                        <a:pt x="60042" y="56389"/>
                        <a:pt x="58668" y="57054"/>
                      </a:cubicBezTo>
                      <a:cubicBezTo>
                        <a:pt x="57205" y="57852"/>
                        <a:pt x="55742" y="58517"/>
                        <a:pt x="54235" y="58340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00" name="Forme libre : forme 25599">
                  <a:extLst>
                    <a:ext uri="{FF2B5EF4-FFF2-40B4-BE49-F238E27FC236}">
                      <a16:creationId xmlns:a16="http://schemas.microsoft.com/office/drawing/2014/main" id="{843E478D-BE01-4A8E-9A70-B65740200C83}"/>
                    </a:ext>
                  </a:extLst>
                </p:cNvPr>
                <p:cNvSpPr/>
                <p:nvPr/>
              </p:nvSpPr>
              <p:spPr>
                <a:xfrm>
                  <a:off x="7408728" y="1055431"/>
                  <a:ext cx="59270" cy="23920"/>
                </a:xfrm>
                <a:custGeom>
                  <a:avLst/>
                  <a:gdLst>
                    <a:gd name="connsiteX0" fmla="*/ 23407 w 59270"/>
                    <a:gd name="connsiteY0" fmla="*/ 5009 h 23920"/>
                    <a:gd name="connsiteX1" fmla="*/ 18530 w 59270"/>
                    <a:gd name="connsiteY1" fmla="*/ 8334 h 23920"/>
                    <a:gd name="connsiteX2" fmla="*/ 13166 w 59270"/>
                    <a:gd name="connsiteY2" fmla="*/ 10684 h 23920"/>
                    <a:gd name="connsiteX3" fmla="*/ 7004 w 59270"/>
                    <a:gd name="connsiteY3" fmla="*/ 12280 h 23920"/>
                    <a:gd name="connsiteX4" fmla="*/ 0 w 59270"/>
                    <a:gd name="connsiteY4" fmla="*/ 12767 h 23920"/>
                    <a:gd name="connsiteX5" fmla="*/ 5497 w 59270"/>
                    <a:gd name="connsiteY5" fmla="*/ 16934 h 23920"/>
                    <a:gd name="connsiteX6" fmla="*/ 12767 w 59270"/>
                    <a:gd name="connsiteY6" fmla="*/ 20836 h 23920"/>
                    <a:gd name="connsiteX7" fmla="*/ 19860 w 59270"/>
                    <a:gd name="connsiteY7" fmla="*/ 22875 h 23920"/>
                    <a:gd name="connsiteX8" fmla="*/ 22919 w 59270"/>
                    <a:gd name="connsiteY8" fmla="*/ 23451 h 23920"/>
                    <a:gd name="connsiteX9" fmla="*/ 24249 w 59270"/>
                    <a:gd name="connsiteY9" fmla="*/ 23540 h 23920"/>
                    <a:gd name="connsiteX10" fmla="*/ 25490 w 59270"/>
                    <a:gd name="connsiteY10" fmla="*/ 23806 h 23920"/>
                    <a:gd name="connsiteX11" fmla="*/ 28992 w 59270"/>
                    <a:gd name="connsiteY11" fmla="*/ 23540 h 23920"/>
                    <a:gd name="connsiteX12" fmla="*/ 30854 w 59270"/>
                    <a:gd name="connsiteY12" fmla="*/ 22742 h 23920"/>
                    <a:gd name="connsiteX13" fmla="*/ 31830 w 59270"/>
                    <a:gd name="connsiteY13" fmla="*/ 22476 h 23920"/>
                    <a:gd name="connsiteX14" fmla="*/ 33159 w 59270"/>
                    <a:gd name="connsiteY14" fmla="*/ 22121 h 23920"/>
                    <a:gd name="connsiteX15" fmla="*/ 37061 w 59270"/>
                    <a:gd name="connsiteY15" fmla="*/ 21545 h 23920"/>
                    <a:gd name="connsiteX16" fmla="*/ 40607 w 59270"/>
                    <a:gd name="connsiteY16" fmla="*/ 21412 h 23920"/>
                    <a:gd name="connsiteX17" fmla="*/ 44996 w 59270"/>
                    <a:gd name="connsiteY17" fmla="*/ 20171 h 23920"/>
                    <a:gd name="connsiteX18" fmla="*/ 49562 w 59270"/>
                    <a:gd name="connsiteY18" fmla="*/ 16624 h 23920"/>
                    <a:gd name="connsiteX19" fmla="*/ 54616 w 59270"/>
                    <a:gd name="connsiteY19" fmla="*/ 11216 h 23920"/>
                    <a:gd name="connsiteX20" fmla="*/ 59049 w 59270"/>
                    <a:gd name="connsiteY20" fmla="*/ 4256 h 23920"/>
                    <a:gd name="connsiteX21" fmla="*/ 59270 w 59270"/>
                    <a:gd name="connsiteY21" fmla="*/ 3768 h 23920"/>
                    <a:gd name="connsiteX22" fmla="*/ 54793 w 59270"/>
                    <a:gd name="connsiteY22" fmla="*/ 2350 h 23920"/>
                    <a:gd name="connsiteX23" fmla="*/ 52576 w 59270"/>
                    <a:gd name="connsiteY23" fmla="*/ 1640 h 23920"/>
                    <a:gd name="connsiteX24" fmla="*/ 50271 w 59270"/>
                    <a:gd name="connsiteY24" fmla="*/ 1197 h 23920"/>
                    <a:gd name="connsiteX25" fmla="*/ 41051 w 59270"/>
                    <a:gd name="connsiteY25" fmla="*/ 0 h 23920"/>
                    <a:gd name="connsiteX26" fmla="*/ 31608 w 59270"/>
                    <a:gd name="connsiteY26" fmla="*/ 1153 h 23920"/>
                    <a:gd name="connsiteX27" fmla="*/ 23407 w 59270"/>
                    <a:gd name="connsiteY27" fmla="*/ 5009 h 23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9270" h="23920">
                      <a:moveTo>
                        <a:pt x="23407" y="5009"/>
                      </a:moveTo>
                      <a:cubicBezTo>
                        <a:pt x="21855" y="6428"/>
                        <a:pt x="20304" y="7581"/>
                        <a:pt x="18530" y="8334"/>
                      </a:cubicBezTo>
                      <a:cubicBezTo>
                        <a:pt x="16934" y="9443"/>
                        <a:pt x="15161" y="10196"/>
                        <a:pt x="13166" y="10684"/>
                      </a:cubicBezTo>
                      <a:cubicBezTo>
                        <a:pt x="11349" y="11482"/>
                        <a:pt x="9265" y="12014"/>
                        <a:pt x="7004" y="12280"/>
                      </a:cubicBezTo>
                      <a:cubicBezTo>
                        <a:pt x="4699" y="12546"/>
                        <a:pt x="2527" y="12900"/>
                        <a:pt x="0" y="12767"/>
                      </a:cubicBezTo>
                      <a:lnTo>
                        <a:pt x="5497" y="16934"/>
                      </a:lnTo>
                      <a:cubicBezTo>
                        <a:pt x="7802" y="18663"/>
                        <a:pt x="10329" y="19905"/>
                        <a:pt x="12767" y="20836"/>
                      </a:cubicBezTo>
                      <a:cubicBezTo>
                        <a:pt x="15205" y="21722"/>
                        <a:pt x="17644" y="22254"/>
                        <a:pt x="19860" y="22875"/>
                      </a:cubicBezTo>
                      <a:cubicBezTo>
                        <a:pt x="20968" y="23141"/>
                        <a:pt x="21988" y="23318"/>
                        <a:pt x="22919" y="23451"/>
                      </a:cubicBezTo>
                      <a:cubicBezTo>
                        <a:pt x="23407" y="23495"/>
                        <a:pt x="23850" y="23540"/>
                        <a:pt x="24249" y="23540"/>
                      </a:cubicBezTo>
                      <a:cubicBezTo>
                        <a:pt x="24692" y="23628"/>
                        <a:pt x="25091" y="23717"/>
                        <a:pt x="25490" y="23806"/>
                      </a:cubicBezTo>
                      <a:cubicBezTo>
                        <a:pt x="27042" y="24116"/>
                        <a:pt x="28106" y="23717"/>
                        <a:pt x="28992" y="23540"/>
                      </a:cubicBezTo>
                      <a:cubicBezTo>
                        <a:pt x="29613" y="23318"/>
                        <a:pt x="30101" y="22742"/>
                        <a:pt x="30854" y="22742"/>
                      </a:cubicBezTo>
                      <a:cubicBezTo>
                        <a:pt x="31209" y="22653"/>
                        <a:pt x="31519" y="22564"/>
                        <a:pt x="31830" y="22476"/>
                      </a:cubicBezTo>
                      <a:cubicBezTo>
                        <a:pt x="32184" y="22343"/>
                        <a:pt x="32362" y="22165"/>
                        <a:pt x="33159" y="22121"/>
                      </a:cubicBezTo>
                      <a:cubicBezTo>
                        <a:pt x="34445" y="21988"/>
                        <a:pt x="35775" y="21767"/>
                        <a:pt x="37061" y="21545"/>
                      </a:cubicBezTo>
                      <a:cubicBezTo>
                        <a:pt x="38258" y="21545"/>
                        <a:pt x="39410" y="21500"/>
                        <a:pt x="40607" y="21412"/>
                      </a:cubicBezTo>
                      <a:cubicBezTo>
                        <a:pt x="42114" y="21589"/>
                        <a:pt x="43577" y="20969"/>
                        <a:pt x="44996" y="20171"/>
                      </a:cubicBezTo>
                      <a:cubicBezTo>
                        <a:pt x="46370" y="19461"/>
                        <a:pt x="48011" y="17910"/>
                        <a:pt x="49562" y="16624"/>
                      </a:cubicBezTo>
                      <a:cubicBezTo>
                        <a:pt x="51158" y="15161"/>
                        <a:pt x="52887" y="13299"/>
                        <a:pt x="54616" y="11216"/>
                      </a:cubicBezTo>
                      <a:cubicBezTo>
                        <a:pt x="56256" y="9221"/>
                        <a:pt x="57852" y="6916"/>
                        <a:pt x="59049" y="4256"/>
                      </a:cubicBezTo>
                      <a:lnTo>
                        <a:pt x="59270" y="3768"/>
                      </a:lnTo>
                      <a:cubicBezTo>
                        <a:pt x="57807" y="3103"/>
                        <a:pt x="56256" y="2837"/>
                        <a:pt x="54793" y="2350"/>
                      </a:cubicBezTo>
                      <a:lnTo>
                        <a:pt x="52576" y="1640"/>
                      </a:lnTo>
                      <a:lnTo>
                        <a:pt x="50271" y="1197"/>
                      </a:lnTo>
                      <a:cubicBezTo>
                        <a:pt x="47301" y="399"/>
                        <a:pt x="44154" y="266"/>
                        <a:pt x="41051" y="0"/>
                      </a:cubicBezTo>
                      <a:cubicBezTo>
                        <a:pt x="37903" y="177"/>
                        <a:pt x="34711" y="222"/>
                        <a:pt x="31608" y="1153"/>
                      </a:cubicBezTo>
                      <a:cubicBezTo>
                        <a:pt x="28239" y="1818"/>
                        <a:pt x="25801" y="3502"/>
                        <a:pt x="23407" y="500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01" name="Forme libre : forme 25600">
                  <a:extLst>
                    <a:ext uri="{FF2B5EF4-FFF2-40B4-BE49-F238E27FC236}">
                      <a16:creationId xmlns:a16="http://schemas.microsoft.com/office/drawing/2014/main" id="{22FCCA21-E0F4-4C50-A164-61CDF11202D3}"/>
                    </a:ext>
                  </a:extLst>
                </p:cNvPr>
                <p:cNvSpPr/>
                <p:nvPr/>
              </p:nvSpPr>
              <p:spPr>
                <a:xfrm>
                  <a:off x="7425793" y="1038460"/>
                  <a:ext cx="31334" cy="22252"/>
                </a:xfrm>
                <a:custGeom>
                  <a:avLst/>
                  <a:gdLst>
                    <a:gd name="connsiteX0" fmla="*/ 31255 w 31334"/>
                    <a:gd name="connsiteY0" fmla="*/ 11164 h 22252"/>
                    <a:gd name="connsiteX1" fmla="*/ 26246 w 31334"/>
                    <a:gd name="connsiteY1" fmla="*/ 18567 h 22252"/>
                    <a:gd name="connsiteX2" fmla="*/ 21990 w 31334"/>
                    <a:gd name="connsiteY2" fmla="*/ 20872 h 22252"/>
                    <a:gd name="connsiteX3" fmla="*/ 16981 w 31334"/>
                    <a:gd name="connsiteY3" fmla="*/ 22069 h 22252"/>
                    <a:gd name="connsiteX4" fmla="*/ 11705 w 31334"/>
                    <a:gd name="connsiteY4" fmla="*/ 22025 h 22252"/>
                    <a:gd name="connsiteX5" fmla="*/ 7405 w 31334"/>
                    <a:gd name="connsiteY5" fmla="*/ 20872 h 22252"/>
                    <a:gd name="connsiteX6" fmla="*/ 3504 w 31334"/>
                    <a:gd name="connsiteY6" fmla="*/ 18567 h 22252"/>
                    <a:gd name="connsiteX7" fmla="*/ 711 w 31334"/>
                    <a:gd name="connsiteY7" fmla="*/ 15198 h 22252"/>
                    <a:gd name="connsiteX8" fmla="*/ 91 w 31334"/>
                    <a:gd name="connsiteY8" fmla="*/ 10721 h 22252"/>
                    <a:gd name="connsiteX9" fmla="*/ 2396 w 31334"/>
                    <a:gd name="connsiteY9" fmla="*/ 6110 h 22252"/>
                    <a:gd name="connsiteX10" fmla="*/ 7538 w 31334"/>
                    <a:gd name="connsiteY10" fmla="*/ 2165 h 22252"/>
                    <a:gd name="connsiteX11" fmla="*/ 14365 w 31334"/>
                    <a:gd name="connsiteY11" fmla="*/ 214 h 22252"/>
                    <a:gd name="connsiteX12" fmla="*/ 21502 w 31334"/>
                    <a:gd name="connsiteY12" fmla="*/ 569 h 22252"/>
                    <a:gd name="connsiteX13" fmla="*/ 27177 w 31334"/>
                    <a:gd name="connsiteY13" fmla="*/ 3007 h 22252"/>
                    <a:gd name="connsiteX14" fmla="*/ 31255 w 31334"/>
                    <a:gd name="connsiteY14" fmla="*/ 11164 h 22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334" h="22252">
                      <a:moveTo>
                        <a:pt x="31255" y="11164"/>
                      </a:moveTo>
                      <a:cubicBezTo>
                        <a:pt x="30812" y="14090"/>
                        <a:pt x="28728" y="16750"/>
                        <a:pt x="26246" y="18567"/>
                      </a:cubicBezTo>
                      <a:cubicBezTo>
                        <a:pt x="25005" y="19410"/>
                        <a:pt x="23586" y="20163"/>
                        <a:pt x="21990" y="20872"/>
                      </a:cubicBezTo>
                      <a:cubicBezTo>
                        <a:pt x="20439" y="21582"/>
                        <a:pt x="18798" y="21670"/>
                        <a:pt x="16981" y="22069"/>
                      </a:cubicBezTo>
                      <a:cubicBezTo>
                        <a:pt x="15208" y="22380"/>
                        <a:pt x="13345" y="22247"/>
                        <a:pt x="11705" y="22025"/>
                      </a:cubicBezTo>
                      <a:cubicBezTo>
                        <a:pt x="10242" y="21892"/>
                        <a:pt x="8824" y="21493"/>
                        <a:pt x="7405" y="20872"/>
                      </a:cubicBezTo>
                      <a:cubicBezTo>
                        <a:pt x="5987" y="20163"/>
                        <a:pt x="4612" y="19410"/>
                        <a:pt x="3504" y="18567"/>
                      </a:cubicBezTo>
                      <a:cubicBezTo>
                        <a:pt x="2351" y="17681"/>
                        <a:pt x="1376" y="16572"/>
                        <a:pt x="711" y="15198"/>
                      </a:cubicBezTo>
                      <a:cubicBezTo>
                        <a:pt x="46" y="13824"/>
                        <a:pt x="-131" y="12317"/>
                        <a:pt x="91" y="10721"/>
                      </a:cubicBezTo>
                      <a:cubicBezTo>
                        <a:pt x="312" y="9080"/>
                        <a:pt x="1110" y="7484"/>
                        <a:pt x="2396" y="6110"/>
                      </a:cubicBezTo>
                      <a:cubicBezTo>
                        <a:pt x="3681" y="4692"/>
                        <a:pt x="5410" y="3317"/>
                        <a:pt x="7538" y="2165"/>
                      </a:cubicBezTo>
                      <a:cubicBezTo>
                        <a:pt x="9577" y="1145"/>
                        <a:pt x="11883" y="569"/>
                        <a:pt x="14365" y="214"/>
                      </a:cubicBezTo>
                      <a:cubicBezTo>
                        <a:pt x="16803" y="-273"/>
                        <a:pt x="19330" y="170"/>
                        <a:pt x="21502" y="569"/>
                      </a:cubicBezTo>
                      <a:cubicBezTo>
                        <a:pt x="23675" y="968"/>
                        <a:pt x="25625" y="1854"/>
                        <a:pt x="27177" y="3007"/>
                      </a:cubicBezTo>
                      <a:cubicBezTo>
                        <a:pt x="30280" y="5224"/>
                        <a:pt x="31699" y="8061"/>
                        <a:pt x="31255" y="1116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02" name="Forme libre : forme 25601">
                  <a:extLst>
                    <a:ext uri="{FF2B5EF4-FFF2-40B4-BE49-F238E27FC236}">
                      <a16:creationId xmlns:a16="http://schemas.microsoft.com/office/drawing/2014/main" id="{BAF6A5C7-0D11-4C4E-A3BF-110A21BB653A}"/>
                    </a:ext>
                  </a:extLst>
                </p:cNvPr>
                <p:cNvSpPr/>
                <p:nvPr/>
              </p:nvSpPr>
              <p:spPr>
                <a:xfrm>
                  <a:off x="7425760" y="1042486"/>
                  <a:ext cx="22776" cy="18181"/>
                </a:xfrm>
                <a:custGeom>
                  <a:avLst/>
                  <a:gdLst>
                    <a:gd name="connsiteX0" fmla="*/ 4646 w 22776"/>
                    <a:gd name="connsiteY0" fmla="*/ 0 h 18181"/>
                    <a:gd name="connsiteX1" fmla="*/ 390 w 22776"/>
                    <a:gd name="connsiteY1" fmla="*/ 5453 h 18181"/>
                    <a:gd name="connsiteX2" fmla="*/ 700 w 22776"/>
                    <a:gd name="connsiteY2" fmla="*/ 11127 h 18181"/>
                    <a:gd name="connsiteX3" fmla="*/ 3493 w 22776"/>
                    <a:gd name="connsiteY3" fmla="*/ 14496 h 18181"/>
                    <a:gd name="connsiteX4" fmla="*/ 7394 w 22776"/>
                    <a:gd name="connsiteY4" fmla="*/ 16801 h 18181"/>
                    <a:gd name="connsiteX5" fmla="*/ 11694 w 22776"/>
                    <a:gd name="connsiteY5" fmla="*/ 17954 h 18181"/>
                    <a:gd name="connsiteX6" fmla="*/ 16970 w 22776"/>
                    <a:gd name="connsiteY6" fmla="*/ 17998 h 18181"/>
                    <a:gd name="connsiteX7" fmla="*/ 22777 w 22776"/>
                    <a:gd name="connsiteY7" fmla="*/ 16447 h 18181"/>
                    <a:gd name="connsiteX8" fmla="*/ 19452 w 22776"/>
                    <a:gd name="connsiteY8" fmla="*/ 15782 h 18181"/>
                    <a:gd name="connsiteX9" fmla="*/ 10364 w 22776"/>
                    <a:gd name="connsiteY9" fmla="*/ 9309 h 18181"/>
                    <a:gd name="connsiteX10" fmla="*/ 4646 w 22776"/>
                    <a:gd name="connsiteY10" fmla="*/ 0 h 18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776" h="18181">
                      <a:moveTo>
                        <a:pt x="4646" y="0"/>
                      </a:moveTo>
                      <a:cubicBezTo>
                        <a:pt x="2518" y="1729"/>
                        <a:pt x="966" y="3369"/>
                        <a:pt x="390" y="5453"/>
                      </a:cubicBezTo>
                      <a:cubicBezTo>
                        <a:pt x="-231" y="7492"/>
                        <a:pt x="-98" y="9398"/>
                        <a:pt x="700" y="11127"/>
                      </a:cubicBezTo>
                      <a:cubicBezTo>
                        <a:pt x="1365" y="12501"/>
                        <a:pt x="2340" y="13610"/>
                        <a:pt x="3493" y="14496"/>
                      </a:cubicBezTo>
                      <a:cubicBezTo>
                        <a:pt x="4601" y="15338"/>
                        <a:pt x="5976" y="16092"/>
                        <a:pt x="7394" y="16801"/>
                      </a:cubicBezTo>
                      <a:cubicBezTo>
                        <a:pt x="8813" y="17422"/>
                        <a:pt x="10276" y="17865"/>
                        <a:pt x="11694" y="17954"/>
                      </a:cubicBezTo>
                      <a:cubicBezTo>
                        <a:pt x="13290" y="18176"/>
                        <a:pt x="15152" y="18309"/>
                        <a:pt x="16970" y="17998"/>
                      </a:cubicBezTo>
                      <a:cubicBezTo>
                        <a:pt x="19098" y="17599"/>
                        <a:pt x="21004" y="17378"/>
                        <a:pt x="22777" y="16447"/>
                      </a:cubicBezTo>
                      <a:cubicBezTo>
                        <a:pt x="21669" y="16447"/>
                        <a:pt x="20560" y="16269"/>
                        <a:pt x="19452" y="15782"/>
                      </a:cubicBezTo>
                      <a:cubicBezTo>
                        <a:pt x="16393" y="14230"/>
                        <a:pt x="13157" y="12235"/>
                        <a:pt x="10364" y="9309"/>
                      </a:cubicBezTo>
                      <a:cubicBezTo>
                        <a:pt x="7749" y="6827"/>
                        <a:pt x="5355" y="3679"/>
                        <a:pt x="4646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03" name="Forme libre : forme 25602">
                  <a:extLst>
                    <a:ext uri="{FF2B5EF4-FFF2-40B4-BE49-F238E27FC236}">
                      <a16:creationId xmlns:a16="http://schemas.microsoft.com/office/drawing/2014/main" id="{75712A09-D2FC-43C5-BD24-07E9D096D8CB}"/>
                    </a:ext>
                  </a:extLst>
                </p:cNvPr>
                <p:cNvSpPr/>
                <p:nvPr/>
              </p:nvSpPr>
              <p:spPr>
                <a:xfrm>
                  <a:off x="7428182" y="1040764"/>
                  <a:ext cx="30096" cy="22152"/>
                </a:xfrm>
                <a:custGeom>
                  <a:avLst/>
                  <a:gdLst>
                    <a:gd name="connsiteX0" fmla="*/ 29975 w 30096"/>
                    <a:gd name="connsiteY0" fmla="*/ 11564 h 22152"/>
                    <a:gd name="connsiteX1" fmla="*/ 28202 w 30096"/>
                    <a:gd name="connsiteY1" fmla="*/ 15598 h 22152"/>
                    <a:gd name="connsiteX2" fmla="*/ 24966 w 30096"/>
                    <a:gd name="connsiteY2" fmla="*/ 18790 h 22152"/>
                    <a:gd name="connsiteX3" fmla="*/ 20887 w 30096"/>
                    <a:gd name="connsiteY3" fmla="*/ 20918 h 22152"/>
                    <a:gd name="connsiteX4" fmla="*/ 16100 w 30096"/>
                    <a:gd name="connsiteY4" fmla="*/ 21982 h 22152"/>
                    <a:gd name="connsiteX5" fmla="*/ 11002 w 30096"/>
                    <a:gd name="connsiteY5" fmla="*/ 21849 h 22152"/>
                    <a:gd name="connsiteX6" fmla="*/ 6879 w 30096"/>
                    <a:gd name="connsiteY6" fmla="*/ 20519 h 22152"/>
                    <a:gd name="connsiteX7" fmla="*/ 3199 w 30096"/>
                    <a:gd name="connsiteY7" fmla="*/ 17903 h 22152"/>
                    <a:gd name="connsiteX8" fmla="*/ 628 w 30096"/>
                    <a:gd name="connsiteY8" fmla="*/ 14401 h 22152"/>
                    <a:gd name="connsiteX9" fmla="*/ 140 w 30096"/>
                    <a:gd name="connsiteY9" fmla="*/ 9924 h 22152"/>
                    <a:gd name="connsiteX10" fmla="*/ 2490 w 30096"/>
                    <a:gd name="connsiteY10" fmla="*/ 5579 h 22152"/>
                    <a:gd name="connsiteX11" fmla="*/ 7411 w 30096"/>
                    <a:gd name="connsiteY11" fmla="*/ 1900 h 22152"/>
                    <a:gd name="connsiteX12" fmla="*/ 14016 w 30096"/>
                    <a:gd name="connsiteY12" fmla="*/ 38 h 22152"/>
                    <a:gd name="connsiteX13" fmla="*/ 20932 w 30096"/>
                    <a:gd name="connsiteY13" fmla="*/ 614 h 22152"/>
                    <a:gd name="connsiteX14" fmla="*/ 26340 w 30096"/>
                    <a:gd name="connsiteY14" fmla="*/ 3274 h 22152"/>
                    <a:gd name="connsiteX15" fmla="*/ 29488 w 30096"/>
                    <a:gd name="connsiteY15" fmla="*/ 7131 h 22152"/>
                    <a:gd name="connsiteX16" fmla="*/ 29975 w 30096"/>
                    <a:gd name="connsiteY16" fmla="*/ 11564 h 22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0096" h="22152">
                      <a:moveTo>
                        <a:pt x="29975" y="11564"/>
                      </a:moveTo>
                      <a:cubicBezTo>
                        <a:pt x="29709" y="13071"/>
                        <a:pt x="29044" y="14401"/>
                        <a:pt x="28202" y="15598"/>
                      </a:cubicBezTo>
                      <a:cubicBezTo>
                        <a:pt x="27360" y="16706"/>
                        <a:pt x="26207" y="17903"/>
                        <a:pt x="24966" y="18790"/>
                      </a:cubicBezTo>
                      <a:cubicBezTo>
                        <a:pt x="23725" y="19765"/>
                        <a:pt x="22395" y="20297"/>
                        <a:pt x="20887" y="20918"/>
                      </a:cubicBezTo>
                      <a:cubicBezTo>
                        <a:pt x="19380" y="21539"/>
                        <a:pt x="17784" y="21893"/>
                        <a:pt x="16100" y="21982"/>
                      </a:cubicBezTo>
                      <a:cubicBezTo>
                        <a:pt x="14371" y="22248"/>
                        <a:pt x="12642" y="22203"/>
                        <a:pt x="11002" y="21849"/>
                      </a:cubicBezTo>
                      <a:cubicBezTo>
                        <a:pt x="9273" y="21450"/>
                        <a:pt x="8253" y="21228"/>
                        <a:pt x="6879" y="20519"/>
                      </a:cubicBezTo>
                      <a:cubicBezTo>
                        <a:pt x="5593" y="19854"/>
                        <a:pt x="4308" y="18967"/>
                        <a:pt x="3199" y="17903"/>
                      </a:cubicBezTo>
                      <a:cubicBezTo>
                        <a:pt x="2091" y="16884"/>
                        <a:pt x="1205" y="15820"/>
                        <a:pt x="628" y="14401"/>
                      </a:cubicBezTo>
                      <a:cubicBezTo>
                        <a:pt x="52" y="13027"/>
                        <a:pt x="-170" y="11431"/>
                        <a:pt x="140" y="9924"/>
                      </a:cubicBezTo>
                      <a:cubicBezTo>
                        <a:pt x="451" y="8461"/>
                        <a:pt x="1249" y="6998"/>
                        <a:pt x="2490" y="5579"/>
                      </a:cubicBezTo>
                      <a:cubicBezTo>
                        <a:pt x="3731" y="4249"/>
                        <a:pt x="5460" y="2654"/>
                        <a:pt x="7411" y="1900"/>
                      </a:cubicBezTo>
                      <a:cubicBezTo>
                        <a:pt x="9361" y="1058"/>
                        <a:pt x="11622" y="393"/>
                        <a:pt x="14016" y="38"/>
                      </a:cubicBezTo>
                      <a:cubicBezTo>
                        <a:pt x="16454" y="-95"/>
                        <a:pt x="18848" y="127"/>
                        <a:pt x="20932" y="614"/>
                      </a:cubicBezTo>
                      <a:cubicBezTo>
                        <a:pt x="23060" y="1102"/>
                        <a:pt x="24922" y="2210"/>
                        <a:pt x="26340" y="3274"/>
                      </a:cubicBezTo>
                      <a:cubicBezTo>
                        <a:pt x="27803" y="4427"/>
                        <a:pt x="28867" y="5579"/>
                        <a:pt x="29488" y="7131"/>
                      </a:cubicBezTo>
                      <a:cubicBezTo>
                        <a:pt x="30064" y="8550"/>
                        <a:pt x="30241" y="10057"/>
                        <a:pt x="29975" y="1156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04" name="Forme libre : forme 25603">
                  <a:extLst>
                    <a:ext uri="{FF2B5EF4-FFF2-40B4-BE49-F238E27FC236}">
                      <a16:creationId xmlns:a16="http://schemas.microsoft.com/office/drawing/2014/main" id="{F1DACDC1-8BC7-4F0C-9438-ECDF5E9A7B79}"/>
                    </a:ext>
                  </a:extLst>
                </p:cNvPr>
                <p:cNvSpPr/>
                <p:nvPr/>
              </p:nvSpPr>
              <p:spPr>
                <a:xfrm>
                  <a:off x="7406989" y="1040802"/>
                  <a:ext cx="43865" cy="32840"/>
                </a:xfrm>
                <a:custGeom>
                  <a:avLst/>
                  <a:gdLst>
                    <a:gd name="connsiteX0" fmla="*/ 9586 w 43865"/>
                    <a:gd name="connsiteY0" fmla="*/ 21190 h 32840"/>
                    <a:gd name="connsiteX1" fmla="*/ 17033 w 43865"/>
                    <a:gd name="connsiteY1" fmla="*/ 28106 h 32840"/>
                    <a:gd name="connsiteX2" fmla="*/ 24702 w 43865"/>
                    <a:gd name="connsiteY2" fmla="*/ 31431 h 32840"/>
                    <a:gd name="connsiteX3" fmla="*/ 27894 w 43865"/>
                    <a:gd name="connsiteY3" fmla="*/ 32317 h 32840"/>
                    <a:gd name="connsiteX4" fmla="*/ 30510 w 43865"/>
                    <a:gd name="connsiteY4" fmla="*/ 32672 h 32840"/>
                    <a:gd name="connsiteX5" fmla="*/ 32460 w 43865"/>
                    <a:gd name="connsiteY5" fmla="*/ 32805 h 32840"/>
                    <a:gd name="connsiteX6" fmla="*/ 33347 w 43865"/>
                    <a:gd name="connsiteY6" fmla="*/ 32583 h 32840"/>
                    <a:gd name="connsiteX7" fmla="*/ 34721 w 43865"/>
                    <a:gd name="connsiteY7" fmla="*/ 32362 h 32840"/>
                    <a:gd name="connsiteX8" fmla="*/ 39863 w 43865"/>
                    <a:gd name="connsiteY8" fmla="*/ 29702 h 32840"/>
                    <a:gd name="connsiteX9" fmla="*/ 42967 w 43865"/>
                    <a:gd name="connsiteY9" fmla="*/ 25357 h 32840"/>
                    <a:gd name="connsiteX10" fmla="*/ 43632 w 43865"/>
                    <a:gd name="connsiteY10" fmla="*/ 19727 h 32840"/>
                    <a:gd name="connsiteX11" fmla="*/ 38888 w 43865"/>
                    <a:gd name="connsiteY11" fmla="*/ 14674 h 32840"/>
                    <a:gd name="connsiteX12" fmla="*/ 31485 w 43865"/>
                    <a:gd name="connsiteY12" fmla="*/ 9930 h 32840"/>
                    <a:gd name="connsiteX13" fmla="*/ 23727 w 43865"/>
                    <a:gd name="connsiteY13" fmla="*/ 4965 h 32840"/>
                    <a:gd name="connsiteX14" fmla="*/ 13398 w 43865"/>
                    <a:gd name="connsiteY14" fmla="*/ 310 h 32840"/>
                    <a:gd name="connsiteX15" fmla="*/ 6748 w 43865"/>
                    <a:gd name="connsiteY15" fmla="*/ 355 h 32840"/>
                    <a:gd name="connsiteX16" fmla="*/ 1384 w 43865"/>
                    <a:gd name="connsiteY16" fmla="*/ 4123 h 32840"/>
                    <a:gd name="connsiteX17" fmla="*/ 2626 w 43865"/>
                    <a:gd name="connsiteY17" fmla="*/ 13876 h 32840"/>
                    <a:gd name="connsiteX18" fmla="*/ 9586 w 43865"/>
                    <a:gd name="connsiteY18" fmla="*/ 21190 h 32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3865" h="32840">
                      <a:moveTo>
                        <a:pt x="9586" y="21190"/>
                      </a:moveTo>
                      <a:cubicBezTo>
                        <a:pt x="11802" y="23806"/>
                        <a:pt x="14240" y="26421"/>
                        <a:pt x="17033" y="28106"/>
                      </a:cubicBezTo>
                      <a:cubicBezTo>
                        <a:pt x="19737" y="29790"/>
                        <a:pt x="22486" y="30943"/>
                        <a:pt x="24702" y="31431"/>
                      </a:cubicBezTo>
                      <a:cubicBezTo>
                        <a:pt x="25766" y="31564"/>
                        <a:pt x="26963" y="32140"/>
                        <a:pt x="27894" y="32317"/>
                      </a:cubicBezTo>
                      <a:cubicBezTo>
                        <a:pt x="28869" y="32628"/>
                        <a:pt x="29623" y="32450"/>
                        <a:pt x="30510" y="32672"/>
                      </a:cubicBezTo>
                      <a:cubicBezTo>
                        <a:pt x="31219" y="32805"/>
                        <a:pt x="31884" y="32894"/>
                        <a:pt x="32460" y="32805"/>
                      </a:cubicBezTo>
                      <a:cubicBezTo>
                        <a:pt x="32771" y="32761"/>
                        <a:pt x="33037" y="32672"/>
                        <a:pt x="33347" y="32583"/>
                      </a:cubicBezTo>
                      <a:cubicBezTo>
                        <a:pt x="33790" y="32539"/>
                        <a:pt x="34278" y="32450"/>
                        <a:pt x="34721" y="32362"/>
                      </a:cubicBezTo>
                      <a:cubicBezTo>
                        <a:pt x="36583" y="31963"/>
                        <a:pt x="38356" y="30899"/>
                        <a:pt x="39863" y="29702"/>
                      </a:cubicBezTo>
                      <a:cubicBezTo>
                        <a:pt x="41016" y="28726"/>
                        <a:pt x="42169" y="27086"/>
                        <a:pt x="42967" y="25357"/>
                      </a:cubicBezTo>
                      <a:cubicBezTo>
                        <a:pt x="43720" y="23673"/>
                        <a:pt x="44164" y="21678"/>
                        <a:pt x="43632" y="19727"/>
                      </a:cubicBezTo>
                      <a:cubicBezTo>
                        <a:pt x="43011" y="17200"/>
                        <a:pt x="40883" y="16048"/>
                        <a:pt x="38888" y="14674"/>
                      </a:cubicBezTo>
                      <a:cubicBezTo>
                        <a:pt x="36494" y="12989"/>
                        <a:pt x="34012" y="11615"/>
                        <a:pt x="31485" y="9930"/>
                      </a:cubicBezTo>
                      <a:cubicBezTo>
                        <a:pt x="28958" y="8157"/>
                        <a:pt x="26431" y="6605"/>
                        <a:pt x="23727" y="4965"/>
                      </a:cubicBezTo>
                      <a:cubicBezTo>
                        <a:pt x="21466" y="3591"/>
                        <a:pt x="17654" y="887"/>
                        <a:pt x="13398" y="310"/>
                      </a:cubicBezTo>
                      <a:cubicBezTo>
                        <a:pt x="11226" y="-89"/>
                        <a:pt x="8920" y="-133"/>
                        <a:pt x="6748" y="355"/>
                      </a:cubicBezTo>
                      <a:cubicBezTo>
                        <a:pt x="4665" y="975"/>
                        <a:pt x="2803" y="2261"/>
                        <a:pt x="1384" y="4123"/>
                      </a:cubicBezTo>
                      <a:cubicBezTo>
                        <a:pt x="-1276" y="7448"/>
                        <a:pt x="320" y="10950"/>
                        <a:pt x="2626" y="13876"/>
                      </a:cubicBezTo>
                      <a:cubicBezTo>
                        <a:pt x="4931" y="16757"/>
                        <a:pt x="8034" y="19373"/>
                        <a:pt x="9586" y="2119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05" name="Forme libre : forme 25604">
                  <a:extLst>
                    <a:ext uri="{FF2B5EF4-FFF2-40B4-BE49-F238E27FC236}">
                      <a16:creationId xmlns:a16="http://schemas.microsoft.com/office/drawing/2014/main" id="{1CA72618-8067-4264-8853-20F22365AC02}"/>
                    </a:ext>
                  </a:extLst>
                </p:cNvPr>
                <p:cNvSpPr/>
                <p:nvPr/>
              </p:nvSpPr>
              <p:spPr>
                <a:xfrm>
                  <a:off x="7415240" y="1035680"/>
                  <a:ext cx="12794" cy="15154"/>
                </a:xfrm>
                <a:custGeom>
                  <a:avLst/>
                  <a:gdLst>
                    <a:gd name="connsiteX0" fmla="*/ 4 w 12794"/>
                    <a:gd name="connsiteY0" fmla="*/ 11727 h 15154"/>
                    <a:gd name="connsiteX1" fmla="*/ 580 w 12794"/>
                    <a:gd name="connsiteY1" fmla="*/ 14210 h 15154"/>
                    <a:gd name="connsiteX2" fmla="*/ 2841 w 12794"/>
                    <a:gd name="connsiteY2" fmla="*/ 15096 h 15154"/>
                    <a:gd name="connsiteX3" fmla="*/ 5058 w 12794"/>
                    <a:gd name="connsiteY3" fmla="*/ 13678 h 15154"/>
                    <a:gd name="connsiteX4" fmla="*/ 9934 w 12794"/>
                    <a:gd name="connsiteY4" fmla="*/ 8757 h 15154"/>
                    <a:gd name="connsiteX5" fmla="*/ 11752 w 12794"/>
                    <a:gd name="connsiteY5" fmla="*/ 6674 h 15154"/>
                    <a:gd name="connsiteX6" fmla="*/ 7186 w 12794"/>
                    <a:gd name="connsiteY6" fmla="*/ 689 h 15154"/>
                    <a:gd name="connsiteX7" fmla="*/ 4 w 12794"/>
                    <a:gd name="connsiteY7" fmla="*/ 11727 h 15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794" h="15154">
                      <a:moveTo>
                        <a:pt x="4" y="11727"/>
                      </a:moveTo>
                      <a:cubicBezTo>
                        <a:pt x="4" y="12614"/>
                        <a:pt x="93" y="13545"/>
                        <a:pt x="580" y="14210"/>
                      </a:cubicBezTo>
                      <a:cubicBezTo>
                        <a:pt x="1068" y="14875"/>
                        <a:pt x="1955" y="15318"/>
                        <a:pt x="2841" y="15096"/>
                      </a:cubicBezTo>
                      <a:cubicBezTo>
                        <a:pt x="3639" y="14831"/>
                        <a:pt x="4349" y="14254"/>
                        <a:pt x="5058" y="13678"/>
                      </a:cubicBezTo>
                      <a:cubicBezTo>
                        <a:pt x="6742" y="12171"/>
                        <a:pt x="8383" y="10530"/>
                        <a:pt x="9934" y="8757"/>
                      </a:cubicBezTo>
                      <a:cubicBezTo>
                        <a:pt x="10599" y="8003"/>
                        <a:pt x="11309" y="7472"/>
                        <a:pt x="11752" y="6674"/>
                      </a:cubicBezTo>
                      <a:cubicBezTo>
                        <a:pt x="13747" y="3526"/>
                        <a:pt x="13215" y="-1927"/>
                        <a:pt x="7186" y="689"/>
                      </a:cubicBezTo>
                      <a:cubicBezTo>
                        <a:pt x="2797" y="3393"/>
                        <a:pt x="-129" y="7959"/>
                        <a:pt x="4" y="1172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06" name="Forme libre : forme 25605">
                  <a:extLst>
                    <a:ext uri="{FF2B5EF4-FFF2-40B4-BE49-F238E27FC236}">
                      <a16:creationId xmlns:a16="http://schemas.microsoft.com/office/drawing/2014/main" id="{65A81F01-7452-4E99-A826-5C0197A63DBF}"/>
                    </a:ext>
                  </a:extLst>
                </p:cNvPr>
                <p:cNvSpPr/>
                <p:nvPr/>
              </p:nvSpPr>
              <p:spPr>
                <a:xfrm>
                  <a:off x="7449601" y="1056761"/>
                  <a:ext cx="17377" cy="18840"/>
                </a:xfrm>
                <a:custGeom>
                  <a:avLst/>
                  <a:gdLst>
                    <a:gd name="connsiteX0" fmla="*/ 17378 w 17377"/>
                    <a:gd name="connsiteY0" fmla="*/ 0 h 18840"/>
                    <a:gd name="connsiteX1" fmla="*/ 16225 w 17377"/>
                    <a:gd name="connsiteY1" fmla="*/ 2483 h 18840"/>
                    <a:gd name="connsiteX2" fmla="*/ 12545 w 17377"/>
                    <a:gd name="connsiteY2" fmla="*/ 7980 h 18840"/>
                    <a:gd name="connsiteX3" fmla="*/ 6960 w 17377"/>
                    <a:gd name="connsiteY3" fmla="*/ 14009 h 18840"/>
                    <a:gd name="connsiteX4" fmla="*/ 3724 w 17377"/>
                    <a:gd name="connsiteY4" fmla="*/ 16624 h 18840"/>
                    <a:gd name="connsiteX5" fmla="*/ 0 w 17377"/>
                    <a:gd name="connsiteY5" fmla="*/ 18841 h 18840"/>
                    <a:gd name="connsiteX6" fmla="*/ 1330 w 17377"/>
                    <a:gd name="connsiteY6" fmla="*/ 17910 h 18840"/>
                    <a:gd name="connsiteX7" fmla="*/ 4921 w 17377"/>
                    <a:gd name="connsiteY7" fmla="*/ 14629 h 18840"/>
                    <a:gd name="connsiteX8" fmla="*/ 10418 w 17377"/>
                    <a:gd name="connsiteY8" fmla="*/ 8910 h 18840"/>
                    <a:gd name="connsiteX9" fmla="*/ 17378 w 17377"/>
                    <a:gd name="connsiteY9" fmla="*/ 0 h 18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377" h="18840">
                      <a:moveTo>
                        <a:pt x="17378" y="0"/>
                      </a:moveTo>
                      <a:cubicBezTo>
                        <a:pt x="17378" y="0"/>
                        <a:pt x="17023" y="975"/>
                        <a:pt x="16225" y="2483"/>
                      </a:cubicBezTo>
                      <a:cubicBezTo>
                        <a:pt x="15427" y="3990"/>
                        <a:pt x="14142" y="5940"/>
                        <a:pt x="12545" y="7980"/>
                      </a:cubicBezTo>
                      <a:cubicBezTo>
                        <a:pt x="10905" y="10107"/>
                        <a:pt x="9088" y="11925"/>
                        <a:pt x="6960" y="14009"/>
                      </a:cubicBezTo>
                      <a:cubicBezTo>
                        <a:pt x="5896" y="15028"/>
                        <a:pt x="4832" y="15915"/>
                        <a:pt x="3724" y="16624"/>
                      </a:cubicBezTo>
                      <a:cubicBezTo>
                        <a:pt x="2527" y="17555"/>
                        <a:pt x="1286" y="18353"/>
                        <a:pt x="0" y="18841"/>
                      </a:cubicBezTo>
                      <a:cubicBezTo>
                        <a:pt x="0" y="18841"/>
                        <a:pt x="488" y="18575"/>
                        <a:pt x="1330" y="17910"/>
                      </a:cubicBezTo>
                      <a:cubicBezTo>
                        <a:pt x="2128" y="17333"/>
                        <a:pt x="3458" y="15959"/>
                        <a:pt x="4921" y="14629"/>
                      </a:cubicBezTo>
                      <a:cubicBezTo>
                        <a:pt x="6384" y="13299"/>
                        <a:pt x="8334" y="11083"/>
                        <a:pt x="10418" y="8910"/>
                      </a:cubicBezTo>
                      <a:cubicBezTo>
                        <a:pt x="12501" y="6605"/>
                        <a:pt x="14984" y="3724"/>
                        <a:pt x="1737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07" name="Forme libre : forme 25606">
                  <a:extLst>
                    <a:ext uri="{FF2B5EF4-FFF2-40B4-BE49-F238E27FC236}">
                      <a16:creationId xmlns:a16="http://schemas.microsoft.com/office/drawing/2014/main" id="{77ED2B38-E993-4178-A0EE-270F07C7FF43}"/>
                    </a:ext>
                  </a:extLst>
                </p:cNvPr>
                <p:cNvSpPr/>
                <p:nvPr/>
              </p:nvSpPr>
              <p:spPr>
                <a:xfrm>
                  <a:off x="7398133" y="1027857"/>
                  <a:ext cx="15693" cy="34799"/>
                </a:xfrm>
                <a:custGeom>
                  <a:avLst/>
                  <a:gdLst>
                    <a:gd name="connsiteX0" fmla="*/ 15693 w 15693"/>
                    <a:gd name="connsiteY0" fmla="*/ 0 h 34799"/>
                    <a:gd name="connsiteX1" fmla="*/ 11260 w 15693"/>
                    <a:gd name="connsiteY1" fmla="*/ 2748 h 34799"/>
                    <a:gd name="connsiteX2" fmla="*/ 3458 w 15693"/>
                    <a:gd name="connsiteY2" fmla="*/ 11127 h 34799"/>
                    <a:gd name="connsiteX3" fmla="*/ 0 w 15693"/>
                    <a:gd name="connsiteY3" fmla="*/ 23008 h 34799"/>
                    <a:gd name="connsiteX4" fmla="*/ 5630 w 15693"/>
                    <a:gd name="connsiteY4" fmla="*/ 34800 h 34799"/>
                    <a:gd name="connsiteX5" fmla="*/ 4034 w 15693"/>
                    <a:gd name="connsiteY5" fmla="*/ 32229 h 34799"/>
                    <a:gd name="connsiteX6" fmla="*/ 1773 w 15693"/>
                    <a:gd name="connsiteY6" fmla="*/ 24870 h 34799"/>
                    <a:gd name="connsiteX7" fmla="*/ 3547 w 15693"/>
                    <a:gd name="connsiteY7" fmla="*/ 13299 h 34799"/>
                    <a:gd name="connsiteX8" fmla="*/ 15693 w 15693"/>
                    <a:gd name="connsiteY8" fmla="*/ 0 h 3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693" h="34799">
                      <a:moveTo>
                        <a:pt x="15693" y="0"/>
                      </a:moveTo>
                      <a:cubicBezTo>
                        <a:pt x="15693" y="0"/>
                        <a:pt x="13831" y="931"/>
                        <a:pt x="11260" y="2748"/>
                      </a:cubicBezTo>
                      <a:cubicBezTo>
                        <a:pt x="8600" y="4477"/>
                        <a:pt x="5896" y="7669"/>
                        <a:pt x="3458" y="11127"/>
                      </a:cubicBezTo>
                      <a:cubicBezTo>
                        <a:pt x="1020" y="14629"/>
                        <a:pt x="0" y="18974"/>
                        <a:pt x="0" y="23008"/>
                      </a:cubicBezTo>
                      <a:cubicBezTo>
                        <a:pt x="0" y="27086"/>
                        <a:pt x="2084" y="31165"/>
                        <a:pt x="5630" y="34800"/>
                      </a:cubicBezTo>
                      <a:cubicBezTo>
                        <a:pt x="5630" y="34800"/>
                        <a:pt x="4921" y="33913"/>
                        <a:pt x="4034" y="32229"/>
                      </a:cubicBezTo>
                      <a:cubicBezTo>
                        <a:pt x="3192" y="30544"/>
                        <a:pt x="2039" y="28017"/>
                        <a:pt x="1773" y="24870"/>
                      </a:cubicBezTo>
                      <a:cubicBezTo>
                        <a:pt x="1507" y="21722"/>
                        <a:pt x="1685" y="17732"/>
                        <a:pt x="3547" y="13299"/>
                      </a:cubicBezTo>
                      <a:cubicBezTo>
                        <a:pt x="5719" y="9043"/>
                        <a:pt x="9088" y="3857"/>
                        <a:pt x="156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08" name="Forme libre : forme 25607">
                  <a:extLst>
                    <a:ext uri="{FF2B5EF4-FFF2-40B4-BE49-F238E27FC236}">
                      <a16:creationId xmlns:a16="http://schemas.microsoft.com/office/drawing/2014/main" id="{803406D8-734F-4A9B-826D-EF4A2A6B9DBB}"/>
                    </a:ext>
                  </a:extLst>
                </p:cNvPr>
                <p:cNvSpPr/>
                <p:nvPr/>
              </p:nvSpPr>
              <p:spPr>
                <a:xfrm>
                  <a:off x="7437724" y="1040683"/>
                  <a:ext cx="12784" cy="7558"/>
                </a:xfrm>
                <a:custGeom>
                  <a:avLst/>
                  <a:gdLst>
                    <a:gd name="connsiteX0" fmla="*/ 12631 w 12784"/>
                    <a:gd name="connsiteY0" fmla="*/ 5483 h 7558"/>
                    <a:gd name="connsiteX1" fmla="*/ 5494 w 12784"/>
                    <a:gd name="connsiteY1" fmla="*/ 7168 h 7558"/>
                    <a:gd name="connsiteX2" fmla="*/ 41 w 12784"/>
                    <a:gd name="connsiteY2" fmla="*/ 2602 h 7558"/>
                    <a:gd name="connsiteX3" fmla="*/ 7577 w 12784"/>
                    <a:gd name="connsiteY3" fmla="*/ 341 h 7558"/>
                    <a:gd name="connsiteX4" fmla="*/ 12631 w 12784"/>
                    <a:gd name="connsiteY4" fmla="*/ 5483 h 7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84" h="7558">
                      <a:moveTo>
                        <a:pt x="12631" y="5483"/>
                      </a:moveTo>
                      <a:cubicBezTo>
                        <a:pt x="11877" y="7301"/>
                        <a:pt x="8819" y="8099"/>
                        <a:pt x="5494" y="7168"/>
                      </a:cubicBezTo>
                      <a:cubicBezTo>
                        <a:pt x="2213" y="6503"/>
                        <a:pt x="-358" y="4552"/>
                        <a:pt x="41" y="2602"/>
                      </a:cubicBezTo>
                      <a:cubicBezTo>
                        <a:pt x="440" y="740"/>
                        <a:pt x="3854" y="-679"/>
                        <a:pt x="7577" y="341"/>
                      </a:cubicBezTo>
                      <a:cubicBezTo>
                        <a:pt x="11301" y="1227"/>
                        <a:pt x="13385" y="3577"/>
                        <a:pt x="12631" y="548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09" name="Forme libre : forme 25608">
                  <a:extLst>
                    <a:ext uri="{FF2B5EF4-FFF2-40B4-BE49-F238E27FC236}">
                      <a16:creationId xmlns:a16="http://schemas.microsoft.com/office/drawing/2014/main" id="{0E3C2766-A9CB-4D76-AFD9-ADBE172A3C52}"/>
                    </a:ext>
                  </a:extLst>
                </p:cNvPr>
                <p:cNvSpPr/>
                <p:nvPr/>
              </p:nvSpPr>
              <p:spPr>
                <a:xfrm>
                  <a:off x="7448714" y="1043682"/>
                  <a:ext cx="3459" cy="3151"/>
                </a:xfrm>
                <a:custGeom>
                  <a:avLst/>
                  <a:gdLst>
                    <a:gd name="connsiteX0" fmla="*/ 3458 w 3459"/>
                    <a:gd name="connsiteY0" fmla="*/ 1686 h 3151"/>
                    <a:gd name="connsiteX1" fmla="*/ 1685 w 3459"/>
                    <a:gd name="connsiteY1" fmla="*/ 3149 h 3151"/>
                    <a:gd name="connsiteX2" fmla="*/ 0 w 3459"/>
                    <a:gd name="connsiteY2" fmla="*/ 1598 h 3151"/>
                    <a:gd name="connsiteX3" fmla="*/ 1773 w 3459"/>
                    <a:gd name="connsiteY3" fmla="*/ 2 h 3151"/>
                    <a:gd name="connsiteX4" fmla="*/ 3458 w 3459"/>
                    <a:gd name="connsiteY4" fmla="*/ 1686 h 3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59" h="3151">
                      <a:moveTo>
                        <a:pt x="3458" y="1686"/>
                      </a:moveTo>
                      <a:cubicBezTo>
                        <a:pt x="3413" y="2573"/>
                        <a:pt x="2615" y="3194"/>
                        <a:pt x="1685" y="3149"/>
                      </a:cubicBezTo>
                      <a:cubicBezTo>
                        <a:pt x="754" y="3105"/>
                        <a:pt x="0" y="2484"/>
                        <a:pt x="0" y="1598"/>
                      </a:cubicBezTo>
                      <a:cubicBezTo>
                        <a:pt x="0" y="755"/>
                        <a:pt x="798" y="-43"/>
                        <a:pt x="1773" y="2"/>
                      </a:cubicBezTo>
                      <a:cubicBezTo>
                        <a:pt x="2748" y="46"/>
                        <a:pt x="3502" y="800"/>
                        <a:pt x="3458" y="16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610" name="Forme libre : forme 25609">
                  <a:extLst>
                    <a:ext uri="{FF2B5EF4-FFF2-40B4-BE49-F238E27FC236}">
                      <a16:creationId xmlns:a16="http://schemas.microsoft.com/office/drawing/2014/main" id="{2F3A8FAD-9A12-4306-9C35-0653F9D335D0}"/>
                    </a:ext>
                  </a:extLst>
                </p:cNvPr>
                <p:cNvSpPr/>
                <p:nvPr/>
              </p:nvSpPr>
              <p:spPr>
                <a:xfrm>
                  <a:off x="7434977" y="1022977"/>
                  <a:ext cx="33476" cy="30128"/>
                </a:xfrm>
                <a:custGeom>
                  <a:avLst/>
                  <a:gdLst>
                    <a:gd name="connsiteX0" fmla="*/ 32933 w 33476"/>
                    <a:gd name="connsiteY0" fmla="*/ 12682 h 30128"/>
                    <a:gd name="connsiteX1" fmla="*/ 31426 w 33476"/>
                    <a:gd name="connsiteY1" fmla="*/ 26779 h 30128"/>
                    <a:gd name="connsiteX2" fmla="*/ 28012 w 33476"/>
                    <a:gd name="connsiteY2" fmla="*/ 30104 h 30128"/>
                    <a:gd name="connsiteX3" fmla="*/ 25308 w 33476"/>
                    <a:gd name="connsiteY3" fmla="*/ 26691 h 30128"/>
                    <a:gd name="connsiteX4" fmla="*/ 19058 w 33476"/>
                    <a:gd name="connsiteY4" fmla="*/ 12948 h 30128"/>
                    <a:gd name="connsiteX5" fmla="*/ 14580 w 33476"/>
                    <a:gd name="connsiteY5" fmla="*/ 10909 h 30128"/>
                    <a:gd name="connsiteX6" fmla="*/ 7620 w 33476"/>
                    <a:gd name="connsiteY6" fmla="*/ 8825 h 30128"/>
                    <a:gd name="connsiteX7" fmla="*/ 1680 w 33476"/>
                    <a:gd name="connsiteY7" fmla="*/ 6697 h 30128"/>
                    <a:gd name="connsiteX8" fmla="*/ 306 w 33476"/>
                    <a:gd name="connsiteY8" fmla="*/ 3683 h 30128"/>
                    <a:gd name="connsiteX9" fmla="*/ 4650 w 33476"/>
                    <a:gd name="connsiteY9" fmla="*/ 801 h 30128"/>
                    <a:gd name="connsiteX10" fmla="*/ 11920 w 33476"/>
                    <a:gd name="connsiteY10" fmla="*/ 3 h 30128"/>
                    <a:gd name="connsiteX11" fmla="*/ 19545 w 33476"/>
                    <a:gd name="connsiteY11" fmla="*/ 1023 h 30128"/>
                    <a:gd name="connsiteX12" fmla="*/ 24954 w 33476"/>
                    <a:gd name="connsiteY12" fmla="*/ 2885 h 30128"/>
                    <a:gd name="connsiteX13" fmla="*/ 32933 w 33476"/>
                    <a:gd name="connsiteY13" fmla="*/ 12682 h 30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476" h="30128">
                      <a:moveTo>
                        <a:pt x="32933" y="12682"/>
                      </a:moveTo>
                      <a:cubicBezTo>
                        <a:pt x="34219" y="17647"/>
                        <a:pt x="33022" y="22346"/>
                        <a:pt x="31426" y="26779"/>
                      </a:cubicBezTo>
                      <a:cubicBezTo>
                        <a:pt x="30850" y="28420"/>
                        <a:pt x="29653" y="30370"/>
                        <a:pt x="28012" y="30104"/>
                      </a:cubicBezTo>
                      <a:cubicBezTo>
                        <a:pt x="26505" y="29927"/>
                        <a:pt x="25707" y="28242"/>
                        <a:pt x="25308" y="26691"/>
                      </a:cubicBezTo>
                      <a:cubicBezTo>
                        <a:pt x="24067" y="21947"/>
                        <a:pt x="23624" y="16361"/>
                        <a:pt x="19058" y="12948"/>
                      </a:cubicBezTo>
                      <a:cubicBezTo>
                        <a:pt x="18348" y="12416"/>
                        <a:pt x="16664" y="11618"/>
                        <a:pt x="14580" y="10909"/>
                      </a:cubicBezTo>
                      <a:cubicBezTo>
                        <a:pt x="12497" y="10288"/>
                        <a:pt x="10058" y="9579"/>
                        <a:pt x="7620" y="8825"/>
                      </a:cubicBezTo>
                      <a:cubicBezTo>
                        <a:pt x="5226" y="8072"/>
                        <a:pt x="3098" y="7584"/>
                        <a:pt x="1680" y="6697"/>
                      </a:cubicBezTo>
                      <a:cubicBezTo>
                        <a:pt x="261" y="5899"/>
                        <a:pt x="-448" y="4924"/>
                        <a:pt x="306" y="3683"/>
                      </a:cubicBezTo>
                      <a:cubicBezTo>
                        <a:pt x="1059" y="2442"/>
                        <a:pt x="2655" y="1511"/>
                        <a:pt x="4650" y="801"/>
                      </a:cubicBezTo>
                      <a:cubicBezTo>
                        <a:pt x="6689" y="136"/>
                        <a:pt x="9349" y="3"/>
                        <a:pt x="11920" y="3"/>
                      </a:cubicBezTo>
                      <a:cubicBezTo>
                        <a:pt x="14491" y="-41"/>
                        <a:pt x="17196" y="358"/>
                        <a:pt x="19545" y="1023"/>
                      </a:cubicBezTo>
                      <a:cubicBezTo>
                        <a:pt x="21850" y="1599"/>
                        <a:pt x="23757" y="2264"/>
                        <a:pt x="24954" y="2885"/>
                      </a:cubicBezTo>
                      <a:cubicBezTo>
                        <a:pt x="29298" y="5545"/>
                        <a:pt x="32002" y="9003"/>
                        <a:pt x="32933" y="1268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31" name="Graphique 2">
                <a:extLst>
                  <a:ext uri="{FF2B5EF4-FFF2-40B4-BE49-F238E27FC236}">
                    <a16:creationId xmlns:a16="http://schemas.microsoft.com/office/drawing/2014/main" id="{A8CC09F2-CC24-4DE5-A9E5-47BC125BD9A1}"/>
                  </a:ext>
                </a:extLst>
              </p:cNvPr>
              <p:cNvGrpSpPr/>
              <p:nvPr/>
            </p:nvGrpSpPr>
            <p:grpSpPr>
              <a:xfrm>
                <a:off x="7464801" y="1035739"/>
                <a:ext cx="68129" cy="75081"/>
                <a:chOff x="7464801" y="1035739"/>
                <a:chExt cx="68129" cy="75081"/>
              </a:xfrm>
              <a:solidFill>
                <a:schemeClr val="accent1"/>
              </a:solidFill>
            </p:grpSpPr>
            <p:sp>
              <p:nvSpPr>
                <p:cNvPr id="25587" name="Forme libre : forme 25586">
                  <a:extLst>
                    <a:ext uri="{FF2B5EF4-FFF2-40B4-BE49-F238E27FC236}">
                      <a16:creationId xmlns:a16="http://schemas.microsoft.com/office/drawing/2014/main" id="{742EBF49-4176-4B74-940C-8DAA788F10F0}"/>
                    </a:ext>
                  </a:extLst>
                </p:cNvPr>
                <p:cNvSpPr/>
                <p:nvPr/>
              </p:nvSpPr>
              <p:spPr>
                <a:xfrm>
                  <a:off x="7464801" y="1035739"/>
                  <a:ext cx="68129" cy="74992"/>
                </a:xfrm>
                <a:custGeom>
                  <a:avLst/>
                  <a:gdLst>
                    <a:gd name="connsiteX0" fmla="*/ 12995 w 68129"/>
                    <a:gd name="connsiteY0" fmla="*/ 64378 h 74992"/>
                    <a:gd name="connsiteX1" fmla="*/ 8162 w 68129"/>
                    <a:gd name="connsiteY1" fmla="*/ 56310 h 74992"/>
                    <a:gd name="connsiteX2" fmla="*/ 5591 w 68129"/>
                    <a:gd name="connsiteY2" fmla="*/ 52852 h 74992"/>
                    <a:gd name="connsiteX3" fmla="*/ 4306 w 68129"/>
                    <a:gd name="connsiteY3" fmla="*/ 51212 h 74992"/>
                    <a:gd name="connsiteX4" fmla="*/ 2976 w 68129"/>
                    <a:gd name="connsiteY4" fmla="*/ 49837 h 74992"/>
                    <a:gd name="connsiteX5" fmla="*/ 1513 w 68129"/>
                    <a:gd name="connsiteY5" fmla="*/ 47665 h 74992"/>
                    <a:gd name="connsiteX6" fmla="*/ 582 w 68129"/>
                    <a:gd name="connsiteY6" fmla="*/ 45316 h 74992"/>
                    <a:gd name="connsiteX7" fmla="*/ 6 w 68129"/>
                    <a:gd name="connsiteY7" fmla="*/ 39331 h 74992"/>
                    <a:gd name="connsiteX8" fmla="*/ 626 w 68129"/>
                    <a:gd name="connsiteY8" fmla="*/ 32016 h 74992"/>
                    <a:gd name="connsiteX9" fmla="*/ 2931 w 68129"/>
                    <a:gd name="connsiteY9" fmla="*/ 23992 h 74992"/>
                    <a:gd name="connsiteX10" fmla="*/ 9537 w 68129"/>
                    <a:gd name="connsiteY10" fmla="*/ 9319 h 74992"/>
                    <a:gd name="connsiteX11" fmla="*/ 14989 w 68129"/>
                    <a:gd name="connsiteY11" fmla="*/ 2802 h 74992"/>
                    <a:gd name="connsiteX12" fmla="*/ 23944 w 68129"/>
                    <a:gd name="connsiteY12" fmla="*/ 9 h 74992"/>
                    <a:gd name="connsiteX13" fmla="*/ 34894 w 68129"/>
                    <a:gd name="connsiteY13" fmla="*/ 2093 h 74992"/>
                    <a:gd name="connsiteX14" fmla="*/ 40347 w 68129"/>
                    <a:gd name="connsiteY14" fmla="*/ 5019 h 74992"/>
                    <a:gd name="connsiteX15" fmla="*/ 45134 w 68129"/>
                    <a:gd name="connsiteY15" fmla="*/ 9186 h 74992"/>
                    <a:gd name="connsiteX16" fmla="*/ 48326 w 68129"/>
                    <a:gd name="connsiteY16" fmla="*/ 12511 h 74992"/>
                    <a:gd name="connsiteX17" fmla="*/ 51119 w 68129"/>
                    <a:gd name="connsiteY17" fmla="*/ 15924 h 74992"/>
                    <a:gd name="connsiteX18" fmla="*/ 56350 w 68129"/>
                    <a:gd name="connsiteY18" fmla="*/ 22884 h 74992"/>
                    <a:gd name="connsiteX19" fmla="*/ 64995 w 68129"/>
                    <a:gd name="connsiteY19" fmla="*/ 37070 h 74992"/>
                    <a:gd name="connsiteX20" fmla="*/ 68054 w 68129"/>
                    <a:gd name="connsiteY20" fmla="*/ 47133 h 74992"/>
                    <a:gd name="connsiteX21" fmla="*/ 66945 w 68129"/>
                    <a:gd name="connsiteY21" fmla="*/ 56443 h 74992"/>
                    <a:gd name="connsiteX22" fmla="*/ 55331 w 68129"/>
                    <a:gd name="connsiteY22" fmla="*/ 68323 h 74992"/>
                    <a:gd name="connsiteX23" fmla="*/ 40036 w 68129"/>
                    <a:gd name="connsiteY23" fmla="*/ 73732 h 74992"/>
                    <a:gd name="connsiteX24" fmla="*/ 23856 w 68129"/>
                    <a:gd name="connsiteY24" fmla="*/ 73421 h 74992"/>
                    <a:gd name="connsiteX25" fmla="*/ 17383 w 68129"/>
                    <a:gd name="connsiteY25" fmla="*/ 69698 h 74992"/>
                    <a:gd name="connsiteX26" fmla="*/ 12995 w 68129"/>
                    <a:gd name="connsiteY26" fmla="*/ 64378 h 74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8129" h="74992">
                      <a:moveTo>
                        <a:pt x="12995" y="64378"/>
                      </a:moveTo>
                      <a:cubicBezTo>
                        <a:pt x="11399" y="61541"/>
                        <a:pt x="9847" y="58659"/>
                        <a:pt x="8162" y="56310"/>
                      </a:cubicBezTo>
                      <a:cubicBezTo>
                        <a:pt x="7364" y="54980"/>
                        <a:pt x="6478" y="53916"/>
                        <a:pt x="5591" y="52852"/>
                      </a:cubicBezTo>
                      <a:lnTo>
                        <a:pt x="4306" y="51212"/>
                      </a:lnTo>
                      <a:lnTo>
                        <a:pt x="2976" y="49837"/>
                      </a:lnTo>
                      <a:cubicBezTo>
                        <a:pt x="2355" y="49217"/>
                        <a:pt x="1912" y="48419"/>
                        <a:pt x="1513" y="47665"/>
                      </a:cubicBezTo>
                      <a:cubicBezTo>
                        <a:pt x="1114" y="47000"/>
                        <a:pt x="804" y="46202"/>
                        <a:pt x="582" y="45316"/>
                      </a:cubicBezTo>
                      <a:cubicBezTo>
                        <a:pt x="183" y="43365"/>
                        <a:pt x="-39" y="41725"/>
                        <a:pt x="6" y="39331"/>
                      </a:cubicBezTo>
                      <a:cubicBezTo>
                        <a:pt x="94" y="36937"/>
                        <a:pt x="183" y="34632"/>
                        <a:pt x="626" y="32016"/>
                      </a:cubicBezTo>
                      <a:cubicBezTo>
                        <a:pt x="1070" y="29401"/>
                        <a:pt x="1734" y="26652"/>
                        <a:pt x="2931" y="23992"/>
                      </a:cubicBezTo>
                      <a:lnTo>
                        <a:pt x="9537" y="9319"/>
                      </a:lnTo>
                      <a:cubicBezTo>
                        <a:pt x="10734" y="6659"/>
                        <a:pt x="12551" y="4442"/>
                        <a:pt x="14989" y="2802"/>
                      </a:cubicBezTo>
                      <a:cubicBezTo>
                        <a:pt x="17383" y="1206"/>
                        <a:pt x="20619" y="54"/>
                        <a:pt x="23944" y="9"/>
                      </a:cubicBezTo>
                      <a:cubicBezTo>
                        <a:pt x="27269" y="-79"/>
                        <a:pt x="31348" y="453"/>
                        <a:pt x="34894" y="2093"/>
                      </a:cubicBezTo>
                      <a:cubicBezTo>
                        <a:pt x="36712" y="2891"/>
                        <a:pt x="38573" y="3866"/>
                        <a:pt x="40347" y="5019"/>
                      </a:cubicBezTo>
                      <a:cubicBezTo>
                        <a:pt x="42076" y="6216"/>
                        <a:pt x="43627" y="7634"/>
                        <a:pt x="45134" y="9186"/>
                      </a:cubicBezTo>
                      <a:cubicBezTo>
                        <a:pt x="46198" y="10294"/>
                        <a:pt x="47307" y="11402"/>
                        <a:pt x="48326" y="12511"/>
                      </a:cubicBezTo>
                      <a:lnTo>
                        <a:pt x="51119" y="15924"/>
                      </a:lnTo>
                      <a:cubicBezTo>
                        <a:pt x="52981" y="18229"/>
                        <a:pt x="54843" y="20535"/>
                        <a:pt x="56350" y="22884"/>
                      </a:cubicBezTo>
                      <a:cubicBezTo>
                        <a:pt x="59675" y="27583"/>
                        <a:pt x="62335" y="32327"/>
                        <a:pt x="64995" y="37070"/>
                      </a:cubicBezTo>
                      <a:cubicBezTo>
                        <a:pt x="66679" y="40395"/>
                        <a:pt x="67655" y="43853"/>
                        <a:pt x="68054" y="47133"/>
                      </a:cubicBezTo>
                      <a:cubicBezTo>
                        <a:pt x="68319" y="50414"/>
                        <a:pt x="67876" y="53605"/>
                        <a:pt x="66945" y="56443"/>
                      </a:cubicBezTo>
                      <a:cubicBezTo>
                        <a:pt x="65172" y="62117"/>
                        <a:pt x="60783" y="66373"/>
                        <a:pt x="55331" y="68323"/>
                      </a:cubicBezTo>
                      <a:lnTo>
                        <a:pt x="40036" y="73732"/>
                      </a:lnTo>
                      <a:cubicBezTo>
                        <a:pt x="34451" y="75727"/>
                        <a:pt x="28821" y="75150"/>
                        <a:pt x="23856" y="73421"/>
                      </a:cubicBezTo>
                      <a:cubicBezTo>
                        <a:pt x="21417" y="72535"/>
                        <a:pt x="19245" y="71249"/>
                        <a:pt x="17383" y="69698"/>
                      </a:cubicBezTo>
                      <a:cubicBezTo>
                        <a:pt x="15521" y="68323"/>
                        <a:pt x="14058" y="66506"/>
                        <a:pt x="12995" y="6437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88" name="Forme libre : forme 25587">
                  <a:extLst>
                    <a:ext uri="{FF2B5EF4-FFF2-40B4-BE49-F238E27FC236}">
                      <a16:creationId xmlns:a16="http://schemas.microsoft.com/office/drawing/2014/main" id="{065DB1ED-70BD-4B45-A2AD-756B56AC559C}"/>
                    </a:ext>
                  </a:extLst>
                </p:cNvPr>
                <p:cNvSpPr/>
                <p:nvPr/>
              </p:nvSpPr>
              <p:spPr>
                <a:xfrm>
                  <a:off x="7464845" y="1053392"/>
                  <a:ext cx="40568" cy="57428"/>
                </a:xfrm>
                <a:custGeom>
                  <a:avLst/>
                  <a:gdLst>
                    <a:gd name="connsiteX0" fmla="*/ 19511 w 40568"/>
                    <a:gd name="connsiteY0" fmla="*/ 21767 h 57428"/>
                    <a:gd name="connsiteX1" fmla="*/ 14413 w 40568"/>
                    <a:gd name="connsiteY1" fmla="*/ 17511 h 57428"/>
                    <a:gd name="connsiteX2" fmla="*/ 10556 w 40568"/>
                    <a:gd name="connsiteY2" fmla="*/ 12546 h 57428"/>
                    <a:gd name="connsiteX3" fmla="*/ 7719 w 40568"/>
                    <a:gd name="connsiteY3" fmla="*/ 6738 h 57428"/>
                    <a:gd name="connsiteX4" fmla="*/ 5813 w 40568"/>
                    <a:gd name="connsiteY4" fmla="*/ 0 h 57428"/>
                    <a:gd name="connsiteX5" fmla="*/ 2931 w 40568"/>
                    <a:gd name="connsiteY5" fmla="*/ 6339 h 57428"/>
                    <a:gd name="connsiteX6" fmla="*/ 626 w 40568"/>
                    <a:gd name="connsiteY6" fmla="*/ 14363 h 57428"/>
                    <a:gd name="connsiteX7" fmla="*/ 6 w 40568"/>
                    <a:gd name="connsiteY7" fmla="*/ 21678 h 57428"/>
                    <a:gd name="connsiteX8" fmla="*/ 582 w 40568"/>
                    <a:gd name="connsiteY8" fmla="*/ 27663 h 57428"/>
                    <a:gd name="connsiteX9" fmla="*/ 1513 w 40568"/>
                    <a:gd name="connsiteY9" fmla="*/ 30012 h 57428"/>
                    <a:gd name="connsiteX10" fmla="*/ 2976 w 40568"/>
                    <a:gd name="connsiteY10" fmla="*/ 32184 h 57428"/>
                    <a:gd name="connsiteX11" fmla="*/ 4306 w 40568"/>
                    <a:gd name="connsiteY11" fmla="*/ 33559 h 57428"/>
                    <a:gd name="connsiteX12" fmla="*/ 5591 w 40568"/>
                    <a:gd name="connsiteY12" fmla="*/ 35199 h 57428"/>
                    <a:gd name="connsiteX13" fmla="*/ 8162 w 40568"/>
                    <a:gd name="connsiteY13" fmla="*/ 38657 h 57428"/>
                    <a:gd name="connsiteX14" fmla="*/ 12995 w 40568"/>
                    <a:gd name="connsiteY14" fmla="*/ 46725 h 57428"/>
                    <a:gd name="connsiteX15" fmla="*/ 17428 w 40568"/>
                    <a:gd name="connsiteY15" fmla="*/ 52133 h 57428"/>
                    <a:gd name="connsiteX16" fmla="*/ 23900 w 40568"/>
                    <a:gd name="connsiteY16" fmla="*/ 55857 h 57428"/>
                    <a:gd name="connsiteX17" fmla="*/ 40081 w 40568"/>
                    <a:gd name="connsiteY17" fmla="*/ 56167 h 57428"/>
                    <a:gd name="connsiteX18" fmla="*/ 40568 w 40568"/>
                    <a:gd name="connsiteY18" fmla="*/ 55990 h 57428"/>
                    <a:gd name="connsiteX19" fmla="*/ 36446 w 40568"/>
                    <a:gd name="connsiteY19" fmla="*/ 46282 h 57428"/>
                    <a:gd name="connsiteX20" fmla="*/ 32190 w 40568"/>
                    <a:gd name="connsiteY20" fmla="*/ 36928 h 57428"/>
                    <a:gd name="connsiteX21" fmla="*/ 26737 w 40568"/>
                    <a:gd name="connsiteY21" fmla="*/ 28505 h 57428"/>
                    <a:gd name="connsiteX22" fmla="*/ 23412 w 40568"/>
                    <a:gd name="connsiteY22" fmla="*/ 24781 h 57428"/>
                    <a:gd name="connsiteX23" fmla="*/ 19511 w 40568"/>
                    <a:gd name="connsiteY23" fmla="*/ 21767 h 57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0568" h="57428">
                      <a:moveTo>
                        <a:pt x="19511" y="21767"/>
                      </a:moveTo>
                      <a:cubicBezTo>
                        <a:pt x="17649" y="20348"/>
                        <a:pt x="15787" y="19195"/>
                        <a:pt x="14413" y="17511"/>
                      </a:cubicBezTo>
                      <a:cubicBezTo>
                        <a:pt x="12950" y="15959"/>
                        <a:pt x="11576" y="14452"/>
                        <a:pt x="10556" y="12546"/>
                      </a:cubicBezTo>
                      <a:cubicBezTo>
                        <a:pt x="9404" y="10817"/>
                        <a:pt x="8428" y="8955"/>
                        <a:pt x="7719" y="6738"/>
                      </a:cubicBezTo>
                      <a:cubicBezTo>
                        <a:pt x="6921" y="4655"/>
                        <a:pt x="6212" y="2483"/>
                        <a:pt x="5813" y="0"/>
                      </a:cubicBezTo>
                      <a:lnTo>
                        <a:pt x="2931" y="6339"/>
                      </a:lnTo>
                      <a:cubicBezTo>
                        <a:pt x="1734" y="8999"/>
                        <a:pt x="1070" y="11748"/>
                        <a:pt x="626" y="14363"/>
                      </a:cubicBezTo>
                      <a:cubicBezTo>
                        <a:pt x="183" y="17023"/>
                        <a:pt x="94" y="19284"/>
                        <a:pt x="6" y="21678"/>
                      </a:cubicBezTo>
                      <a:cubicBezTo>
                        <a:pt x="-39" y="24072"/>
                        <a:pt x="183" y="25756"/>
                        <a:pt x="582" y="27663"/>
                      </a:cubicBezTo>
                      <a:cubicBezTo>
                        <a:pt x="804" y="28549"/>
                        <a:pt x="1070" y="29347"/>
                        <a:pt x="1513" y="30012"/>
                      </a:cubicBezTo>
                      <a:cubicBezTo>
                        <a:pt x="1912" y="30766"/>
                        <a:pt x="2355" y="31564"/>
                        <a:pt x="2976" y="32184"/>
                      </a:cubicBezTo>
                      <a:lnTo>
                        <a:pt x="4306" y="33559"/>
                      </a:lnTo>
                      <a:lnTo>
                        <a:pt x="5591" y="35199"/>
                      </a:lnTo>
                      <a:cubicBezTo>
                        <a:pt x="6433" y="36263"/>
                        <a:pt x="7364" y="37327"/>
                        <a:pt x="8162" y="38657"/>
                      </a:cubicBezTo>
                      <a:cubicBezTo>
                        <a:pt x="9891" y="41051"/>
                        <a:pt x="11398" y="43932"/>
                        <a:pt x="12995" y="46725"/>
                      </a:cubicBezTo>
                      <a:cubicBezTo>
                        <a:pt x="14014" y="48853"/>
                        <a:pt x="15521" y="50670"/>
                        <a:pt x="17428" y="52133"/>
                      </a:cubicBezTo>
                      <a:cubicBezTo>
                        <a:pt x="19245" y="53685"/>
                        <a:pt x="21417" y="54970"/>
                        <a:pt x="23900" y="55857"/>
                      </a:cubicBezTo>
                      <a:cubicBezTo>
                        <a:pt x="28865" y="57586"/>
                        <a:pt x="34495" y="58162"/>
                        <a:pt x="40081" y="56167"/>
                      </a:cubicBezTo>
                      <a:lnTo>
                        <a:pt x="40568" y="55990"/>
                      </a:lnTo>
                      <a:cubicBezTo>
                        <a:pt x="39150" y="52710"/>
                        <a:pt x="37820" y="49473"/>
                        <a:pt x="36446" y="46282"/>
                      </a:cubicBezTo>
                      <a:cubicBezTo>
                        <a:pt x="35160" y="43045"/>
                        <a:pt x="33608" y="40031"/>
                        <a:pt x="32190" y="36928"/>
                      </a:cubicBezTo>
                      <a:cubicBezTo>
                        <a:pt x="30461" y="34046"/>
                        <a:pt x="28954" y="30987"/>
                        <a:pt x="26737" y="28505"/>
                      </a:cubicBezTo>
                      <a:cubicBezTo>
                        <a:pt x="25673" y="27219"/>
                        <a:pt x="24609" y="25934"/>
                        <a:pt x="23412" y="24781"/>
                      </a:cubicBezTo>
                      <a:cubicBezTo>
                        <a:pt x="22171" y="23761"/>
                        <a:pt x="20885" y="22698"/>
                        <a:pt x="19511" y="21767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89" name="Forme libre : forme 25588">
                  <a:extLst>
                    <a:ext uri="{FF2B5EF4-FFF2-40B4-BE49-F238E27FC236}">
                      <a16:creationId xmlns:a16="http://schemas.microsoft.com/office/drawing/2014/main" id="{21F1E7A9-579F-4E6F-9F95-38B6BC460B01}"/>
                    </a:ext>
                  </a:extLst>
                </p:cNvPr>
                <p:cNvSpPr/>
                <p:nvPr/>
              </p:nvSpPr>
              <p:spPr>
                <a:xfrm>
                  <a:off x="7485997" y="1065289"/>
                  <a:ext cx="25145" cy="29418"/>
                </a:xfrm>
                <a:custGeom>
                  <a:avLst/>
                  <a:gdLst>
                    <a:gd name="connsiteX0" fmla="*/ 19949 w 25145"/>
                    <a:gd name="connsiteY0" fmla="*/ 28666 h 29418"/>
                    <a:gd name="connsiteX1" fmla="*/ 10906 w 25145"/>
                    <a:gd name="connsiteY1" fmla="*/ 27957 h 29418"/>
                    <a:gd name="connsiteX2" fmla="*/ 6650 w 25145"/>
                    <a:gd name="connsiteY2" fmla="*/ 24898 h 29418"/>
                    <a:gd name="connsiteX3" fmla="*/ 3148 w 25145"/>
                    <a:gd name="connsiteY3" fmla="*/ 20509 h 29418"/>
                    <a:gd name="connsiteX4" fmla="*/ 842 w 25145"/>
                    <a:gd name="connsiteY4" fmla="*/ 15500 h 29418"/>
                    <a:gd name="connsiteX5" fmla="*/ 0 w 25145"/>
                    <a:gd name="connsiteY5" fmla="*/ 10534 h 29418"/>
                    <a:gd name="connsiteX6" fmla="*/ 3103 w 25145"/>
                    <a:gd name="connsiteY6" fmla="*/ 2067 h 29418"/>
                    <a:gd name="connsiteX7" fmla="*/ 12191 w 25145"/>
                    <a:gd name="connsiteY7" fmla="*/ 649 h 29418"/>
                    <a:gd name="connsiteX8" fmla="*/ 17466 w 25145"/>
                    <a:gd name="connsiteY8" fmla="*/ 3619 h 29418"/>
                    <a:gd name="connsiteX9" fmla="*/ 21988 w 25145"/>
                    <a:gd name="connsiteY9" fmla="*/ 8806 h 29418"/>
                    <a:gd name="connsiteX10" fmla="*/ 24604 w 25145"/>
                    <a:gd name="connsiteY10" fmla="*/ 15101 h 29418"/>
                    <a:gd name="connsiteX11" fmla="*/ 25003 w 25145"/>
                    <a:gd name="connsiteY11" fmla="*/ 20997 h 29418"/>
                    <a:gd name="connsiteX12" fmla="*/ 19949 w 25145"/>
                    <a:gd name="connsiteY12" fmla="*/ 28666 h 29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45" h="29418">
                      <a:moveTo>
                        <a:pt x="19949" y="28666"/>
                      </a:moveTo>
                      <a:cubicBezTo>
                        <a:pt x="17156" y="29951"/>
                        <a:pt x="13876" y="29508"/>
                        <a:pt x="10906" y="27957"/>
                      </a:cubicBezTo>
                      <a:cubicBezTo>
                        <a:pt x="9443" y="27159"/>
                        <a:pt x="8024" y="26139"/>
                        <a:pt x="6650" y="24898"/>
                      </a:cubicBezTo>
                      <a:cubicBezTo>
                        <a:pt x="5275" y="23701"/>
                        <a:pt x="4167" y="22149"/>
                        <a:pt x="3148" y="20509"/>
                      </a:cubicBezTo>
                      <a:cubicBezTo>
                        <a:pt x="2084" y="18913"/>
                        <a:pt x="1330" y="17228"/>
                        <a:pt x="842" y="15500"/>
                      </a:cubicBezTo>
                      <a:cubicBezTo>
                        <a:pt x="355" y="13771"/>
                        <a:pt x="0" y="12219"/>
                        <a:pt x="0" y="10534"/>
                      </a:cubicBezTo>
                      <a:cubicBezTo>
                        <a:pt x="0" y="7210"/>
                        <a:pt x="887" y="4151"/>
                        <a:pt x="3103" y="2067"/>
                      </a:cubicBezTo>
                      <a:cubicBezTo>
                        <a:pt x="5364" y="-16"/>
                        <a:pt x="8689" y="-593"/>
                        <a:pt x="12191" y="649"/>
                      </a:cubicBezTo>
                      <a:cubicBezTo>
                        <a:pt x="13920" y="1269"/>
                        <a:pt x="15871" y="2200"/>
                        <a:pt x="17466" y="3619"/>
                      </a:cubicBezTo>
                      <a:cubicBezTo>
                        <a:pt x="19107" y="5037"/>
                        <a:pt x="20658" y="6766"/>
                        <a:pt x="21988" y="8806"/>
                      </a:cubicBezTo>
                      <a:cubicBezTo>
                        <a:pt x="23274" y="10845"/>
                        <a:pt x="24072" y="13017"/>
                        <a:pt x="24604" y="15101"/>
                      </a:cubicBezTo>
                      <a:cubicBezTo>
                        <a:pt x="25180" y="17140"/>
                        <a:pt x="25269" y="19179"/>
                        <a:pt x="25003" y="20997"/>
                      </a:cubicBezTo>
                      <a:cubicBezTo>
                        <a:pt x="24471" y="24632"/>
                        <a:pt x="22742" y="27380"/>
                        <a:pt x="19949" y="28666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90" name="Forme libre : forme 25589">
                  <a:extLst>
                    <a:ext uri="{FF2B5EF4-FFF2-40B4-BE49-F238E27FC236}">
                      <a16:creationId xmlns:a16="http://schemas.microsoft.com/office/drawing/2014/main" id="{8E29205A-A9F8-4FCB-8B96-625E80055E68}"/>
                    </a:ext>
                  </a:extLst>
                </p:cNvPr>
                <p:cNvSpPr/>
                <p:nvPr/>
              </p:nvSpPr>
              <p:spPr>
                <a:xfrm>
                  <a:off x="7485952" y="1065337"/>
                  <a:ext cx="14851" cy="25514"/>
                </a:xfrm>
                <a:custGeom>
                  <a:avLst/>
                  <a:gdLst>
                    <a:gd name="connsiteX0" fmla="*/ 14851 w 14851"/>
                    <a:gd name="connsiteY0" fmla="*/ 1798 h 25514"/>
                    <a:gd name="connsiteX1" fmla="*/ 3103 w 14851"/>
                    <a:gd name="connsiteY1" fmla="*/ 2064 h 25514"/>
                    <a:gd name="connsiteX2" fmla="*/ 0 w 14851"/>
                    <a:gd name="connsiteY2" fmla="*/ 10531 h 25514"/>
                    <a:gd name="connsiteX3" fmla="*/ 842 w 14851"/>
                    <a:gd name="connsiteY3" fmla="*/ 15496 h 25514"/>
                    <a:gd name="connsiteX4" fmla="*/ 3148 w 14851"/>
                    <a:gd name="connsiteY4" fmla="*/ 20505 h 25514"/>
                    <a:gd name="connsiteX5" fmla="*/ 7359 w 14851"/>
                    <a:gd name="connsiteY5" fmla="*/ 25515 h 25514"/>
                    <a:gd name="connsiteX6" fmla="*/ 6295 w 14851"/>
                    <a:gd name="connsiteY6" fmla="*/ 22013 h 25514"/>
                    <a:gd name="connsiteX7" fmla="*/ 8246 w 14851"/>
                    <a:gd name="connsiteY7" fmla="*/ 10841 h 25514"/>
                    <a:gd name="connsiteX8" fmla="*/ 14851 w 14851"/>
                    <a:gd name="connsiteY8" fmla="*/ 1798 h 25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851" h="25514">
                      <a:moveTo>
                        <a:pt x="14851" y="1798"/>
                      </a:moveTo>
                      <a:cubicBezTo>
                        <a:pt x="10374" y="-685"/>
                        <a:pt x="5985" y="-596"/>
                        <a:pt x="3103" y="2064"/>
                      </a:cubicBezTo>
                      <a:cubicBezTo>
                        <a:pt x="887" y="4103"/>
                        <a:pt x="0" y="7206"/>
                        <a:pt x="0" y="10531"/>
                      </a:cubicBezTo>
                      <a:cubicBezTo>
                        <a:pt x="0" y="12216"/>
                        <a:pt x="355" y="13767"/>
                        <a:pt x="842" y="15496"/>
                      </a:cubicBezTo>
                      <a:cubicBezTo>
                        <a:pt x="1330" y="17225"/>
                        <a:pt x="2084" y="18909"/>
                        <a:pt x="3148" y="20505"/>
                      </a:cubicBezTo>
                      <a:cubicBezTo>
                        <a:pt x="4345" y="22456"/>
                        <a:pt x="5719" y="24185"/>
                        <a:pt x="7359" y="25515"/>
                      </a:cubicBezTo>
                      <a:cubicBezTo>
                        <a:pt x="6827" y="24451"/>
                        <a:pt x="6428" y="23298"/>
                        <a:pt x="6295" y="22013"/>
                      </a:cubicBezTo>
                      <a:cubicBezTo>
                        <a:pt x="6295" y="18289"/>
                        <a:pt x="6738" y="14565"/>
                        <a:pt x="8246" y="10841"/>
                      </a:cubicBezTo>
                      <a:cubicBezTo>
                        <a:pt x="9708" y="7117"/>
                        <a:pt x="11659" y="3837"/>
                        <a:pt x="14851" y="1798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91" name="Forme libre : forme 25590">
                  <a:extLst>
                    <a:ext uri="{FF2B5EF4-FFF2-40B4-BE49-F238E27FC236}">
                      <a16:creationId xmlns:a16="http://schemas.microsoft.com/office/drawing/2014/main" id="{AD3607A1-1690-40C9-9452-B5B6D530580A}"/>
                    </a:ext>
                  </a:extLst>
                </p:cNvPr>
                <p:cNvSpPr/>
                <p:nvPr/>
              </p:nvSpPr>
              <p:spPr>
                <a:xfrm>
                  <a:off x="7484933" y="1068195"/>
                  <a:ext cx="24786" cy="28918"/>
                </a:xfrm>
                <a:custGeom>
                  <a:avLst/>
                  <a:gdLst>
                    <a:gd name="connsiteX0" fmla="*/ 19417 w 24786"/>
                    <a:gd name="connsiteY0" fmla="*/ 28198 h 28918"/>
                    <a:gd name="connsiteX1" fmla="*/ 10374 w 24786"/>
                    <a:gd name="connsiteY1" fmla="*/ 27489 h 28918"/>
                    <a:gd name="connsiteX2" fmla="*/ 6206 w 24786"/>
                    <a:gd name="connsiteY2" fmla="*/ 24430 h 28918"/>
                    <a:gd name="connsiteX3" fmla="*/ 2793 w 24786"/>
                    <a:gd name="connsiteY3" fmla="*/ 20130 h 28918"/>
                    <a:gd name="connsiteX4" fmla="*/ 621 w 24786"/>
                    <a:gd name="connsiteY4" fmla="*/ 15209 h 28918"/>
                    <a:gd name="connsiteX5" fmla="*/ 0 w 24786"/>
                    <a:gd name="connsiteY5" fmla="*/ 10288 h 28918"/>
                    <a:gd name="connsiteX6" fmla="*/ 3414 w 24786"/>
                    <a:gd name="connsiteY6" fmla="*/ 1954 h 28918"/>
                    <a:gd name="connsiteX7" fmla="*/ 12413 w 24786"/>
                    <a:gd name="connsiteY7" fmla="*/ 624 h 28918"/>
                    <a:gd name="connsiteX8" fmla="*/ 17511 w 24786"/>
                    <a:gd name="connsiteY8" fmla="*/ 3550 h 28918"/>
                    <a:gd name="connsiteX9" fmla="*/ 21900 w 24786"/>
                    <a:gd name="connsiteY9" fmla="*/ 8648 h 28918"/>
                    <a:gd name="connsiteX10" fmla="*/ 24604 w 24786"/>
                    <a:gd name="connsiteY10" fmla="*/ 20662 h 28918"/>
                    <a:gd name="connsiteX11" fmla="*/ 19417 w 24786"/>
                    <a:gd name="connsiteY11" fmla="*/ 28198 h 28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4786" h="28918">
                      <a:moveTo>
                        <a:pt x="19417" y="28198"/>
                      </a:moveTo>
                      <a:cubicBezTo>
                        <a:pt x="16624" y="29439"/>
                        <a:pt x="13299" y="28996"/>
                        <a:pt x="10374" y="27489"/>
                      </a:cubicBezTo>
                      <a:cubicBezTo>
                        <a:pt x="8866" y="26735"/>
                        <a:pt x="7536" y="25627"/>
                        <a:pt x="6206" y="24430"/>
                      </a:cubicBezTo>
                      <a:cubicBezTo>
                        <a:pt x="4876" y="23233"/>
                        <a:pt x="3724" y="21770"/>
                        <a:pt x="2793" y="20130"/>
                      </a:cubicBezTo>
                      <a:cubicBezTo>
                        <a:pt x="1862" y="18445"/>
                        <a:pt x="1064" y="16894"/>
                        <a:pt x="621" y="15209"/>
                      </a:cubicBezTo>
                      <a:cubicBezTo>
                        <a:pt x="222" y="13480"/>
                        <a:pt x="0" y="11840"/>
                        <a:pt x="0" y="10288"/>
                      </a:cubicBezTo>
                      <a:cubicBezTo>
                        <a:pt x="44" y="7141"/>
                        <a:pt x="1108" y="3993"/>
                        <a:pt x="3414" y="1954"/>
                      </a:cubicBezTo>
                      <a:cubicBezTo>
                        <a:pt x="5719" y="-85"/>
                        <a:pt x="8911" y="-528"/>
                        <a:pt x="12413" y="624"/>
                      </a:cubicBezTo>
                      <a:cubicBezTo>
                        <a:pt x="14186" y="1156"/>
                        <a:pt x="15959" y="2176"/>
                        <a:pt x="17511" y="3550"/>
                      </a:cubicBezTo>
                      <a:cubicBezTo>
                        <a:pt x="19062" y="4924"/>
                        <a:pt x="20702" y="6609"/>
                        <a:pt x="21900" y="8648"/>
                      </a:cubicBezTo>
                      <a:cubicBezTo>
                        <a:pt x="24249" y="12727"/>
                        <a:pt x="25224" y="17071"/>
                        <a:pt x="24604" y="20662"/>
                      </a:cubicBezTo>
                      <a:cubicBezTo>
                        <a:pt x="24027" y="24253"/>
                        <a:pt x="22254" y="26957"/>
                        <a:pt x="19417" y="2819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92" name="Forme libre : forme 25591">
                  <a:extLst>
                    <a:ext uri="{FF2B5EF4-FFF2-40B4-BE49-F238E27FC236}">
                      <a16:creationId xmlns:a16="http://schemas.microsoft.com/office/drawing/2014/main" id="{82CD84D1-3754-4462-BD78-8E21A9A7A024}"/>
                    </a:ext>
                  </a:extLst>
                </p:cNvPr>
                <p:cNvSpPr/>
                <p:nvPr/>
              </p:nvSpPr>
              <p:spPr>
                <a:xfrm>
                  <a:off x="7471937" y="1047290"/>
                  <a:ext cx="27451" cy="48420"/>
                </a:xfrm>
                <a:custGeom>
                  <a:avLst/>
                  <a:gdLst>
                    <a:gd name="connsiteX0" fmla="*/ 6391 w 27451"/>
                    <a:gd name="connsiteY0" fmla="*/ 12485 h 48420"/>
                    <a:gd name="connsiteX1" fmla="*/ 1160 w 27451"/>
                    <a:gd name="connsiteY1" fmla="*/ 21307 h 48420"/>
                    <a:gd name="connsiteX2" fmla="*/ 96 w 27451"/>
                    <a:gd name="connsiteY2" fmla="*/ 29952 h 48420"/>
                    <a:gd name="connsiteX3" fmla="*/ 716 w 27451"/>
                    <a:gd name="connsiteY3" fmla="*/ 33897 h 48420"/>
                    <a:gd name="connsiteX4" fmla="*/ 1913 w 27451"/>
                    <a:gd name="connsiteY4" fmla="*/ 37443 h 48420"/>
                    <a:gd name="connsiteX5" fmla="*/ 5017 w 27451"/>
                    <a:gd name="connsiteY5" fmla="*/ 42807 h 48420"/>
                    <a:gd name="connsiteX6" fmla="*/ 7322 w 27451"/>
                    <a:gd name="connsiteY6" fmla="*/ 45068 h 48420"/>
                    <a:gd name="connsiteX7" fmla="*/ 10115 w 27451"/>
                    <a:gd name="connsiteY7" fmla="*/ 47063 h 48420"/>
                    <a:gd name="connsiteX8" fmla="*/ 21109 w 27451"/>
                    <a:gd name="connsiteY8" fmla="*/ 46354 h 48420"/>
                    <a:gd name="connsiteX9" fmla="*/ 23237 w 27451"/>
                    <a:gd name="connsiteY9" fmla="*/ 39394 h 48420"/>
                    <a:gd name="connsiteX10" fmla="*/ 24345 w 27451"/>
                    <a:gd name="connsiteY10" fmla="*/ 30483 h 48420"/>
                    <a:gd name="connsiteX11" fmla="*/ 25985 w 27451"/>
                    <a:gd name="connsiteY11" fmla="*/ 21396 h 48420"/>
                    <a:gd name="connsiteX12" fmla="*/ 27404 w 27451"/>
                    <a:gd name="connsiteY12" fmla="*/ 10490 h 48420"/>
                    <a:gd name="connsiteX13" fmla="*/ 21286 w 27451"/>
                    <a:gd name="connsiteY13" fmla="*/ 516 h 48420"/>
                    <a:gd name="connsiteX14" fmla="*/ 12154 w 27451"/>
                    <a:gd name="connsiteY14" fmla="*/ 4062 h 48420"/>
                    <a:gd name="connsiteX15" fmla="*/ 6391 w 27451"/>
                    <a:gd name="connsiteY15" fmla="*/ 12485 h 48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7451" h="48420">
                      <a:moveTo>
                        <a:pt x="6391" y="12485"/>
                      </a:moveTo>
                      <a:cubicBezTo>
                        <a:pt x="4307" y="15234"/>
                        <a:pt x="2224" y="18159"/>
                        <a:pt x="1160" y="21307"/>
                      </a:cubicBezTo>
                      <a:cubicBezTo>
                        <a:pt x="96" y="24410"/>
                        <a:pt x="-170" y="27425"/>
                        <a:pt x="96" y="29952"/>
                      </a:cubicBezTo>
                      <a:cubicBezTo>
                        <a:pt x="184" y="31326"/>
                        <a:pt x="406" y="32700"/>
                        <a:pt x="716" y="33897"/>
                      </a:cubicBezTo>
                      <a:cubicBezTo>
                        <a:pt x="1071" y="35094"/>
                        <a:pt x="1470" y="36202"/>
                        <a:pt x="1913" y="37443"/>
                      </a:cubicBezTo>
                      <a:cubicBezTo>
                        <a:pt x="2711" y="39350"/>
                        <a:pt x="3775" y="41034"/>
                        <a:pt x="5017" y="42807"/>
                      </a:cubicBezTo>
                      <a:cubicBezTo>
                        <a:pt x="5681" y="43650"/>
                        <a:pt x="6435" y="44403"/>
                        <a:pt x="7322" y="45068"/>
                      </a:cubicBezTo>
                      <a:cubicBezTo>
                        <a:pt x="8164" y="45822"/>
                        <a:pt x="9051" y="46531"/>
                        <a:pt x="10115" y="47063"/>
                      </a:cubicBezTo>
                      <a:cubicBezTo>
                        <a:pt x="13306" y="48659"/>
                        <a:pt x="18316" y="49324"/>
                        <a:pt x="21109" y="46354"/>
                      </a:cubicBezTo>
                      <a:cubicBezTo>
                        <a:pt x="22882" y="44448"/>
                        <a:pt x="23015" y="41877"/>
                        <a:pt x="23237" y="39394"/>
                      </a:cubicBezTo>
                      <a:cubicBezTo>
                        <a:pt x="23547" y="36424"/>
                        <a:pt x="23902" y="33454"/>
                        <a:pt x="24345" y="30483"/>
                      </a:cubicBezTo>
                      <a:cubicBezTo>
                        <a:pt x="24788" y="27469"/>
                        <a:pt x="25453" y="24366"/>
                        <a:pt x="25985" y="21396"/>
                      </a:cubicBezTo>
                      <a:cubicBezTo>
                        <a:pt x="26429" y="18869"/>
                        <a:pt x="27714" y="14613"/>
                        <a:pt x="27404" y="10490"/>
                      </a:cubicBezTo>
                      <a:cubicBezTo>
                        <a:pt x="27093" y="6412"/>
                        <a:pt x="25542" y="2156"/>
                        <a:pt x="21286" y="516"/>
                      </a:cubicBezTo>
                      <a:cubicBezTo>
                        <a:pt x="17606" y="-1036"/>
                        <a:pt x="14592" y="1136"/>
                        <a:pt x="12154" y="4062"/>
                      </a:cubicBezTo>
                      <a:cubicBezTo>
                        <a:pt x="9760" y="6988"/>
                        <a:pt x="7854" y="10579"/>
                        <a:pt x="6391" y="1248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93" name="Forme libre : forme 25592">
                  <a:extLst>
                    <a:ext uri="{FF2B5EF4-FFF2-40B4-BE49-F238E27FC236}">
                      <a16:creationId xmlns:a16="http://schemas.microsoft.com/office/drawing/2014/main" id="{EB4E16C2-FADC-4A5D-BDE2-AFE362FD4539}"/>
                    </a:ext>
                  </a:extLst>
                </p:cNvPr>
                <p:cNvSpPr/>
                <p:nvPr/>
              </p:nvSpPr>
              <p:spPr>
                <a:xfrm>
                  <a:off x="7489383" y="1054654"/>
                  <a:ext cx="16226" cy="9488"/>
                </a:xfrm>
                <a:custGeom>
                  <a:avLst/>
                  <a:gdLst>
                    <a:gd name="connsiteX0" fmla="*/ 2820 w 16226"/>
                    <a:gd name="connsiteY0" fmla="*/ 334 h 9488"/>
                    <a:gd name="connsiteX1" fmla="*/ 559 w 16226"/>
                    <a:gd name="connsiteY1" fmla="*/ 1531 h 9488"/>
                    <a:gd name="connsiteX2" fmla="*/ 204 w 16226"/>
                    <a:gd name="connsiteY2" fmla="*/ 3925 h 9488"/>
                    <a:gd name="connsiteX3" fmla="*/ 2022 w 16226"/>
                    <a:gd name="connsiteY3" fmla="*/ 5654 h 9488"/>
                    <a:gd name="connsiteX4" fmla="*/ 7918 w 16226"/>
                    <a:gd name="connsiteY4" fmla="*/ 8579 h 9488"/>
                    <a:gd name="connsiteX5" fmla="*/ 10400 w 16226"/>
                    <a:gd name="connsiteY5" fmla="*/ 9422 h 9488"/>
                    <a:gd name="connsiteX6" fmla="*/ 14656 w 16226"/>
                    <a:gd name="connsiteY6" fmla="*/ 3304 h 9488"/>
                    <a:gd name="connsiteX7" fmla="*/ 2820 w 16226"/>
                    <a:gd name="connsiteY7" fmla="*/ 334 h 9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226" h="9488">
                      <a:moveTo>
                        <a:pt x="2820" y="334"/>
                      </a:moveTo>
                      <a:cubicBezTo>
                        <a:pt x="1933" y="556"/>
                        <a:pt x="1135" y="910"/>
                        <a:pt x="559" y="1531"/>
                      </a:cubicBezTo>
                      <a:cubicBezTo>
                        <a:pt x="27" y="2151"/>
                        <a:pt x="-195" y="3127"/>
                        <a:pt x="204" y="3925"/>
                      </a:cubicBezTo>
                      <a:cubicBezTo>
                        <a:pt x="559" y="4723"/>
                        <a:pt x="1312" y="5210"/>
                        <a:pt x="2022" y="5654"/>
                      </a:cubicBezTo>
                      <a:cubicBezTo>
                        <a:pt x="3884" y="6806"/>
                        <a:pt x="5967" y="7693"/>
                        <a:pt x="7918" y="8579"/>
                      </a:cubicBezTo>
                      <a:cubicBezTo>
                        <a:pt x="8716" y="8978"/>
                        <a:pt x="9558" y="9333"/>
                        <a:pt x="10400" y="9422"/>
                      </a:cubicBezTo>
                      <a:cubicBezTo>
                        <a:pt x="13991" y="9954"/>
                        <a:pt x="18734" y="7249"/>
                        <a:pt x="14656" y="3304"/>
                      </a:cubicBezTo>
                      <a:cubicBezTo>
                        <a:pt x="11420" y="290"/>
                        <a:pt x="6189" y="-553"/>
                        <a:pt x="2820" y="33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94" name="Forme libre : forme 25593">
                  <a:extLst>
                    <a:ext uri="{FF2B5EF4-FFF2-40B4-BE49-F238E27FC236}">
                      <a16:creationId xmlns:a16="http://schemas.microsoft.com/office/drawing/2014/main" id="{16A78302-0240-4CBA-9D2C-CA3592E9696E}"/>
                    </a:ext>
                  </a:extLst>
                </p:cNvPr>
                <p:cNvSpPr/>
                <p:nvPr/>
              </p:nvSpPr>
              <p:spPr>
                <a:xfrm>
                  <a:off x="7479081" y="1099851"/>
                  <a:ext cx="27352" cy="8275"/>
                </a:xfrm>
                <a:custGeom>
                  <a:avLst/>
                  <a:gdLst>
                    <a:gd name="connsiteX0" fmla="*/ 27352 w 27352"/>
                    <a:gd name="connsiteY0" fmla="*/ 6916 h 8275"/>
                    <a:gd name="connsiteX1" fmla="*/ 18087 w 27352"/>
                    <a:gd name="connsiteY1" fmla="*/ 8246 h 8275"/>
                    <a:gd name="connsiteX2" fmla="*/ 9221 w 27352"/>
                    <a:gd name="connsiteY2" fmla="*/ 6295 h 8275"/>
                    <a:gd name="connsiteX3" fmla="*/ 0 w 27352"/>
                    <a:gd name="connsiteY3" fmla="*/ 0 h 8275"/>
                    <a:gd name="connsiteX4" fmla="*/ 7182 w 27352"/>
                    <a:gd name="connsiteY4" fmla="*/ 4078 h 8275"/>
                    <a:gd name="connsiteX5" fmla="*/ 27352 w 27352"/>
                    <a:gd name="connsiteY5" fmla="*/ 6916 h 8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352" h="8275">
                      <a:moveTo>
                        <a:pt x="27352" y="6916"/>
                      </a:moveTo>
                      <a:cubicBezTo>
                        <a:pt x="27352" y="6916"/>
                        <a:pt x="23407" y="8512"/>
                        <a:pt x="18087" y="8246"/>
                      </a:cubicBezTo>
                      <a:cubicBezTo>
                        <a:pt x="15383" y="8157"/>
                        <a:pt x="12324" y="7625"/>
                        <a:pt x="9221" y="6295"/>
                      </a:cubicBezTo>
                      <a:cubicBezTo>
                        <a:pt x="6206" y="4876"/>
                        <a:pt x="2882" y="3059"/>
                        <a:pt x="0" y="0"/>
                      </a:cubicBezTo>
                      <a:cubicBezTo>
                        <a:pt x="0" y="0"/>
                        <a:pt x="2438" y="2172"/>
                        <a:pt x="7182" y="4078"/>
                      </a:cubicBezTo>
                      <a:cubicBezTo>
                        <a:pt x="11703" y="6162"/>
                        <a:pt x="18663" y="8068"/>
                        <a:pt x="27352" y="69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95" name="Forme libre : forme 25594">
                  <a:extLst>
                    <a:ext uri="{FF2B5EF4-FFF2-40B4-BE49-F238E27FC236}">
                      <a16:creationId xmlns:a16="http://schemas.microsoft.com/office/drawing/2014/main" id="{B17D58F0-2FA1-4770-8268-B04AA03DDE77}"/>
                    </a:ext>
                  </a:extLst>
                </p:cNvPr>
                <p:cNvSpPr/>
                <p:nvPr/>
              </p:nvSpPr>
              <p:spPr>
                <a:xfrm>
                  <a:off x="7474914" y="1038699"/>
                  <a:ext cx="35154" cy="8796"/>
                </a:xfrm>
                <a:custGeom>
                  <a:avLst/>
                  <a:gdLst>
                    <a:gd name="connsiteX0" fmla="*/ 35154 w 35154"/>
                    <a:gd name="connsiteY0" fmla="*/ 8797 h 8796"/>
                    <a:gd name="connsiteX1" fmla="*/ 31785 w 35154"/>
                    <a:gd name="connsiteY1" fmla="*/ 5959 h 8796"/>
                    <a:gd name="connsiteX2" fmla="*/ 22609 w 35154"/>
                    <a:gd name="connsiteY2" fmla="*/ 1216 h 8796"/>
                    <a:gd name="connsiteX3" fmla="*/ 10462 w 35154"/>
                    <a:gd name="connsiteY3" fmla="*/ 551 h 8796"/>
                    <a:gd name="connsiteX4" fmla="*/ 0 w 35154"/>
                    <a:gd name="connsiteY4" fmla="*/ 8619 h 8796"/>
                    <a:gd name="connsiteX5" fmla="*/ 2217 w 35154"/>
                    <a:gd name="connsiteY5" fmla="*/ 6536 h 8796"/>
                    <a:gd name="connsiteX6" fmla="*/ 9044 w 35154"/>
                    <a:gd name="connsiteY6" fmla="*/ 2768 h 8796"/>
                    <a:gd name="connsiteX7" fmla="*/ 20614 w 35154"/>
                    <a:gd name="connsiteY7" fmla="*/ 1925 h 8796"/>
                    <a:gd name="connsiteX8" fmla="*/ 27796 w 35154"/>
                    <a:gd name="connsiteY8" fmla="*/ 4142 h 8796"/>
                    <a:gd name="connsiteX9" fmla="*/ 35154 w 35154"/>
                    <a:gd name="connsiteY9" fmla="*/ 8797 h 8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154" h="8796">
                      <a:moveTo>
                        <a:pt x="35154" y="8797"/>
                      </a:moveTo>
                      <a:cubicBezTo>
                        <a:pt x="35154" y="8797"/>
                        <a:pt x="33913" y="7555"/>
                        <a:pt x="31785" y="5959"/>
                      </a:cubicBezTo>
                      <a:cubicBezTo>
                        <a:pt x="29746" y="4319"/>
                        <a:pt x="26333" y="2457"/>
                        <a:pt x="22609" y="1216"/>
                      </a:cubicBezTo>
                      <a:cubicBezTo>
                        <a:pt x="19018" y="-114"/>
                        <a:pt x="14363" y="-380"/>
                        <a:pt x="10462" y="551"/>
                      </a:cubicBezTo>
                      <a:cubicBezTo>
                        <a:pt x="6472" y="1571"/>
                        <a:pt x="2748" y="4275"/>
                        <a:pt x="0" y="8619"/>
                      </a:cubicBezTo>
                      <a:cubicBezTo>
                        <a:pt x="0" y="8619"/>
                        <a:pt x="709" y="7733"/>
                        <a:pt x="2217" y="6536"/>
                      </a:cubicBezTo>
                      <a:cubicBezTo>
                        <a:pt x="3680" y="5383"/>
                        <a:pt x="6029" y="3743"/>
                        <a:pt x="9044" y="2768"/>
                      </a:cubicBezTo>
                      <a:cubicBezTo>
                        <a:pt x="12014" y="1792"/>
                        <a:pt x="16048" y="1172"/>
                        <a:pt x="20614" y="1925"/>
                      </a:cubicBezTo>
                      <a:cubicBezTo>
                        <a:pt x="22831" y="2324"/>
                        <a:pt x="25224" y="3034"/>
                        <a:pt x="27796" y="4142"/>
                      </a:cubicBezTo>
                      <a:cubicBezTo>
                        <a:pt x="30278" y="5206"/>
                        <a:pt x="32628" y="6802"/>
                        <a:pt x="35154" y="87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96" name="Forme libre : forme 25595">
                  <a:extLst>
                    <a:ext uri="{FF2B5EF4-FFF2-40B4-BE49-F238E27FC236}">
                      <a16:creationId xmlns:a16="http://schemas.microsoft.com/office/drawing/2014/main" id="{E9BC8A72-260F-498F-B585-1E1CB1DEC684}"/>
                    </a:ext>
                  </a:extLst>
                </p:cNvPr>
                <p:cNvSpPr/>
                <p:nvPr/>
              </p:nvSpPr>
              <p:spPr>
                <a:xfrm>
                  <a:off x="7500591" y="1073955"/>
                  <a:ext cx="7604" cy="12477"/>
                </a:xfrm>
                <a:custGeom>
                  <a:avLst/>
                  <a:gdLst>
                    <a:gd name="connsiteX0" fmla="*/ 5000 w 7604"/>
                    <a:gd name="connsiteY0" fmla="*/ 12463 h 12477"/>
                    <a:gd name="connsiteX1" fmla="*/ 256 w 7604"/>
                    <a:gd name="connsiteY1" fmla="*/ 6922 h 12477"/>
                    <a:gd name="connsiteX2" fmla="*/ 2207 w 7604"/>
                    <a:gd name="connsiteY2" fmla="*/ 50 h 12477"/>
                    <a:gd name="connsiteX3" fmla="*/ 7349 w 7604"/>
                    <a:gd name="connsiteY3" fmla="*/ 5680 h 12477"/>
                    <a:gd name="connsiteX4" fmla="*/ 5000 w 7604"/>
                    <a:gd name="connsiteY4" fmla="*/ 12463 h 1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04" h="12477">
                      <a:moveTo>
                        <a:pt x="5000" y="12463"/>
                      </a:moveTo>
                      <a:cubicBezTo>
                        <a:pt x="3049" y="12685"/>
                        <a:pt x="921" y="10291"/>
                        <a:pt x="256" y="6922"/>
                      </a:cubicBezTo>
                      <a:cubicBezTo>
                        <a:pt x="-409" y="3553"/>
                        <a:pt x="212" y="538"/>
                        <a:pt x="2207" y="50"/>
                      </a:cubicBezTo>
                      <a:cubicBezTo>
                        <a:pt x="4158" y="-393"/>
                        <a:pt x="6684" y="2134"/>
                        <a:pt x="7349" y="5680"/>
                      </a:cubicBezTo>
                      <a:cubicBezTo>
                        <a:pt x="8147" y="9227"/>
                        <a:pt x="6995" y="12197"/>
                        <a:pt x="5000" y="1246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97" name="Forme libre : forme 25596">
                  <a:extLst>
                    <a:ext uri="{FF2B5EF4-FFF2-40B4-BE49-F238E27FC236}">
                      <a16:creationId xmlns:a16="http://schemas.microsoft.com/office/drawing/2014/main" id="{CB55C685-0A3F-4F1F-B25F-3C825A7A8FD0}"/>
                    </a:ext>
                  </a:extLst>
                </p:cNvPr>
                <p:cNvSpPr/>
                <p:nvPr/>
              </p:nvSpPr>
              <p:spPr>
                <a:xfrm>
                  <a:off x="7504865" y="1084384"/>
                  <a:ext cx="3204" cy="3350"/>
                </a:xfrm>
                <a:custGeom>
                  <a:avLst/>
                  <a:gdLst>
                    <a:gd name="connsiteX0" fmla="*/ 2322 w 3204"/>
                    <a:gd name="connsiteY0" fmla="*/ 3187 h 3350"/>
                    <a:gd name="connsiteX1" fmla="*/ 194 w 3204"/>
                    <a:gd name="connsiteY1" fmla="*/ 2389 h 3350"/>
                    <a:gd name="connsiteX2" fmla="*/ 814 w 3204"/>
                    <a:gd name="connsiteY2" fmla="*/ 172 h 3350"/>
                    <a:gd name="connsiteX3" fmla="*/ 3031 w 3204"/>
                    <a:gd name="connsiteY3" fmla="*/ 926 h 3350"/>
                    <a:gd name="connsiteX4" fmla="*/ 2322 w 3204"/>
                    <a:gd name="connsiteY4" fmla="*/ 3187 h 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04" h="3350">
                      <a:moveTo>
                        <a:pt x="2322" y="3187"/>
                      </a:moveTo>
                      <a:cubicBezTo>
                        <a:pt x="1524" y="3586"/>
                        <a:pt x="593" y="3231"/>
                        <a:pt x="194" y="2389"/>
                      </a:cubicBezTo>
                      <a:cubicBezTo>
                        <a:pt x="-205" y="1547"/>
                        <a:pt x="17" y="572"/>
                        <a:pt x="814" y="172"/>
                      </a:cubicBezTo>
                      <a:cubicBezTo>
                        <a:pt x="1568" y="-226"/>
                        <a:pt x="2632" y="84"/>
                        <a:pt x="3031" y="926"/>
                      </a:cubicBezTo>
                      <a:cubicBezTo>
                        <a:pt x="3430" y="1813"/>
                        <a:pt x="3120" y="2788"/>
                        <a:pt x="2322" y="31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98" name="Forme libre : forme 25597">
                  <a:extLst>
                    <a:ext uri="{FF2B5EF4-FFF2-40B4-BE49-F238E27FC236}">
                      <a16:creationId xmlns:a16="http://schemas.microsoft.com/office/drawing/2014/main" id="{5040609D-C37A-43FE-ACAB-6C1E37C16A24}"/>
                    </a:ext>
                  </a:extLst>
                </p:cNvPr>
                <p:cNvSpPr/>
                <p:nvPr/>
              </p:nvSpPr>
              <p:spPr>
                <a:xfrm>
                  <a:off x="7506299" y="1064732"/>
                  <a:ext cx="21370" cy="37382"/>
                </a:xfrm>
                <a:custGeom>
                  <a:avLst/>
                  <a:gdLst>
                    <a:gd name="connsiteX0" fmla="*/ 17247 w 21370"/>
                    <a:gd name="connsiteY0" fmla="*/ 29489 h 37382"/>
                    <a:gd name="connsiteX1" fmla="*/ 5188 w 21370"/>
                    <a:gd name="connsiteY1" fmla="*/ 36892 h 37382"/>
                    <a:gd name="connsiteX2" fmla="*/ 312 w 21370"/>
                    <a:gd name="connsiteY2" fmla="*/ 36271 h 37382"/>
                    <a:gd name="connsiteX3" fmla="*/ 1509 w 21370"/>
                    <a:gd name="connsiteY3" fmla="*/ 31927 h 37382"/>
                    <a:gd name="connsiteX4" fmla="*/ 10021 w 21370"/>
                    <a:gd name="connsiteY4" fmla="*/ 19647 h 37382"/>
                    <a:gd name="connsiteX5" fmla="*/ 9843 w 21370"/>
                    <a:gd name="connsiteY5" fmla="*/ 15170 h 37382"/>
                    <a:gd name="connsiteX6" fmla="*/ 8824 w 21370"/>
                    <a:gd name="connsiteY6" fmla="*/ 8520 h 37382"/>
                    <a:gd name="connsiteX7" fmla="*/ 10641 w 21370"/>
                    <a:gd name="connsiteY7" fmla="*/ 8 h 37382"/>
                    <a:gd name="connsiteX8" fmla="*/ 14941 w 21370"/>
                    <a:gd name="connsiteY8" fmla="*/ 2535 h 37382"/>
                    <a:gd name="connsiteX9" fmla="*/ 18443 w 21370"/>
                    <a:gd name="connsiteY9" fmla="*/ 7944 h 37382"/>
                    <a:gd name="connsiteX10" fmla="*/ 21369 w 21370"/>
                    <a:gd name="connsiteY10" fmla="*/ 18849 h 37382"/>
                    <a:gd name="connsiteX11" fmla="*/ 17247 w 21370"/>
                    <a:gd name="connsiteY11" fmla="*/ 29489 h 37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370" h="37382">
                      <a:moveTo>
                        <a:pt x="17247" y="29489"/>
                      </a:moveTo>
                      <a:cubicBezTo>
                        <a:pt x="14055" y="33124"/>
                        <a:pt x="9666" y="35296"/>
                        <a:pt x="5188" y="36892"/>
                      </a:cubicBezTo>
                      <a:cubicBezTo>
                        <a:pt x="3548" y="37468"/>
                        <a:pt x="1243" y="37823"/>
                        <a:pt x="312" y="36271"/>
                      </a:cubicBezTo>
                      <a:cubicBezTo>
                        <a:pt x="-530" y="34897"/>
                        <a:pt x="489" y="33124"/>
                        <a:pt x="1509" y="31927"/>
                      </a:cubicBezTo>
                      <a:cubicBezTo>
                        <a:pt x="4834" y="28114"/>
                        <a:pt x="9001" y="24923"/>
                        <a:pt x="10021" y="19647"/>
                      </a:cubicBezTo>
                      <a:cubicBezTo>
                        <a:pt x="10153" y="18849"/>
                        <a:pt x="10109" y="17165"/>
                        <a:pt x="9843" y="15170"/>
                      </a:cubicBezTo>
                      <a:cubicBezTo>
                        <a:pt x="9533" y="13175"/>
                        <a:pt x="9134" y="10825"/>
                        <a:pt x="8824" y="8520"/>
                      </a:cubicBezTo>
                      <a:cubicBezTo>
                        <a:pt x="8336" y="3954"/>
                        <a:pt x="7715" y="-213"/>
                        <a:pt x="10641" y="8"/>
                      </a:cubicBezTo>
                      <a:cubicBezTo>
                        <a:pt x="12060" y="142"/>
                        <a:pt x="13611" y="1072"/>
                        <a:pt x="14941" y="2535"/>
                      </a:cubicBezTo>
                      <a:cubicBezTo>
                        <a:pt x="16227" y="3998"/>
                        <a:pt x="17424" y="5904"/>
                        <a:pt x="18443" y="7944"/>
                      </a:cubicBezTo>
                      <a:cubicBezTo>
                        <a:pt x="20571" y="12066"/>
                        <a:pt x="21325" y="16588"/>
                        <a:pt x="21369" y="18849"/>
                      </a:cubicBezTo>
                      <a:cubicBezTo>
                        <a:pt x="21414" y="23016"/>
                        <a:pt x="19596" y="26740"/>
                        <a:pt x="17247" y="2948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32" name="Graphique 2">
                <a:extLst>
                  <a:ext uri="{FF2B5EF4-FFF2-40B4-BE49-F238E27FC236}">
                    <a16:creationId xmlns:a16="http://schemas.microsoft.com/office/drawing/2014/main" id="{1A34511C-8FD5-403C-ABE1-68B9EA47EF13}"/>
                  </a:ext>
                </a:extLst>
              </p:cNvPr>
              <p:cNvGrpSpPr/>
              <p:nvPr/>
            </p:nvGrpSpPr>
            <p:grpSpPr>
              <a:xfrm>
                <a:off x="7489625" y="1103043"/>
                <a:ext cx="68128" cy="76786"/>
                <a:chOff x="7489625" y="1103043"/>
                <a:chExt cx="68128" cy="76786"/>
              </a:xfrm>
              <a:solidFill>
                <a:schemeClr val="accent1"/>
              </a:solidFill>
            </p:grpSpPr>
            <p:sp>
              <p:nvSpPr>
                <p:cNvPr id="25575" name="Forme libre : forme 25574">
                  <a:extLst>
                    <a:ext uri="{FF2B5EF4-FFF2-40B4-BE49-F238E27FC236}">
                      <a16:creationId xmlns:a16="http://schemas.microsoft.com/office/drawing/2014/main" id="{D5211D21-FA3D-499B-8279-26BBC848A53E}"/>
                    </a:ext>
                  </a:extLst>
                </p:cNvPr>
                <p:cNvSpPr/>
                <p:nvPr/>
              </p:nvSpPr>
              <p:spPr>
                <a:xfrm>
                  <a:off x="7489625" y="1103043"/>
                  <a:ext cx="68128" cy="76747"/>
                </a:xfrm>
                <a:custGeom>
                  <a:avLst/>
                  <a:gdLst>
                    <a:gd name="connsiteX0" fmla="*/ 17828 w 68128"/>
                    <a:gd name="connsiteY0" fmla="*/ 65344 h 76747"/>
                    <a:gd name="connsiteX1" fmla="*/ 8652 w 68128"/>
                    <a:gd name="connsiteY1" fmla="*/ 50626 h 76747"/>
                    <a:gd name="connsiteX2" fmla="*/ 1692 w 68128"/>
                    <a:gd name="connsiteY2" fmla="*/ 34711 h 76747"/>
                    <a:gd name="connsiteX3" fmla="*/ 273 w 68128"/>
                    <a:gd name="connsiteY3" fmla="*/ 28904 h 76747"/>
                    <a:gd name="connsiteX4" fmla="*/ 7 w 68128"/>
                    <a:gd name="connsiteY4" fmla="*/ 26244 h 76747"/>
                    <a:gd name="connsiteX5" fmla="*/ 184 w 68128"/>
                    <a:gd name="connsiteY5" fmla="*/ 24338 h 76747"/>
                    <a:gd name="connsiteX6" fmla="*/ 2800 w 68128"/>
                    <a:gd name="connsiteY6" fmla="*/ 16979 h 76747"/>
                    <a:gd name="connsiteX7" fmla="*/ 15168 w 68128"/>
                    <a:gd name="connsiteY7" fmla="*/ 6516 h 76747"/>
                    <a:gd name="connsiteX8" fmla="*/ 30462 w 68128"/>
                    <a:gd name="connsiteY8" fmla="*/ 1108 h 76747"/>
                    <a:gd name="connsiteX9" fmla="*/ 47042 w 68128"/>
                    <a:gd name="connsiteY9" fmla="*/ 2926 h 76747"/>
                    <a:gd name="connsiteX10" fmla="*/ 53692 w 68128"/>
                    <a:gd name="connsiteY10" fmla="*/ 9088 h 76747"/>
                    <a:gd name="connsiteX11" fmla="*/ 55022 w 68128"/>
                    <a:gd name="connsiteY11" fmla="*/ 11083 h 76747"/>
                    <a:gd name="connsiteX12" fmla="*/ 55997 w 68128"/>
                    <a:gd name="connsiteY12" fmla="*/ 12457 h 76747"/>
                    <a:gd name="connsiteX13" fmla="*/ 57327 w 68128"/>
                    <a:gd name="connsiteY13" fmla="*/ 15117 h 76747"/>
                    <a:gd name="connsiteX14" fmla="*/ 60873 w 68128"/>
                    <a:gd name="connsiteY14" fmla="*/ 23008 h 76747"/>
                    <a:gd name="connsiteX15" fmla="*/ 65528 w 68128"/>
                    <a:gd name="connsiteY15" fmla="*/ 30367 h 76747"/>
                    <a:gd name="connsiteX16" fmla="*/ 67922 w 68128"/>
                    <a:gd name="connsiteY16" fmla="*/ 42513 h 76747"/>
                    <a:gd name="connsiteX17" fmla="*/ 66060 w 68128"/>
                    <a:gd name="connsiteY17" fmla="*/ 49961 h 76747"/>
                    <a:gd name="connsiteX18" fmla="*/ 61937 w 68128"/>
                    <a:gd name="connsiteY18" fmla="*/ 57408 h 76747"/>
                    <a:gd name="connsiteX19" fmla="*/ 51830 w 68128"/>
                    <a:gd name="connsiteY19" fmla="*/ 70264 h 76747"/>
                    <a:gd name="connsiteX20" fmla="*/ 45047 w 68128"/>
                    <a:gd name="connsiteY20" fmla="*/ 75451 h 76747"/>
                    <a:gd name="connsiteX21" fmla="*/ 36048 w 68128"/>
                    <a:gd name="connsiteY21" fmla="*/ 76604 h 76747"/>
                    <a:gd name="connsiteX22" fmla="*/ 17828 w 68128"/>
                    <a:gd name="connsiteY22" fmla="*/ 65344 h 76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8128" h="76747">
                      <a:moveTo>
                        <a:pt x="17828" y="65344"/>
                      </a:moveTo>
                      <a:cubicBezTo>
                        <a:pt x="14415" y="60689"/>
                        <a:pt x="11356" y="55768"/>
                        <a:pt x="8652" y="50626"/>
                      </a:cubicBezTo>
                      <a:cubicBezTo>
                        <a:pt x="5947" y="45528"/>
                        <a:pt x="3642" y="40208"/>
                        <a:pt x="1692" y="34711"/>
                      </a:cubicBezTo>
                      <a:cubicBezTo>
                        <a:pt x="982" y="32805"/>
                        <a:pt x="583" y="30810"/>
                        <a:pt x="273" y="28904"/>
                      </a:cubicBezTo>
                      <a:cubicBezTo>
                        <a:pt x="140" y="28017"/>
                        <a:pt x="-37" y="26820"/>
                        <a:pt x="7" y="26244"/>
                      </a:cubicBezTo>
                      <a:cubicBezTo>
                        <a:pt x="51" y="25623"/>
                        <a:pt x="96" y="24958"/>
                        <a:pt x="184" y="24338"/>
                      </a:cubicBezTo>
                      <a:cubicBezTo>
                        <a:pt x="583" y="21811"/>
                        <a:pt x="1470" y="19328"/>
                        <a:pt x="2800" y="16979"/>
                      </a:cubicBezTo>
                      <a:cubicBezTo>
                        <a:pt x="5371" y="12412"/>
                        <a:pt x="9627" y="8467"/>
                        <a:pt x="15168" y="6516"/>
                      </a:cubicBezTo>
                      <a:lnTo>
                        <a:pt x="30462" y="1108"/>
                      </a:lnTo>
                      <a:cubicBezTo>
                        <a:pt x="35959" y="-887"/>
                        <a:pt x="41944" y="-133"/>
                        <a:pt x="47042" y="2926"/>
                      </a:cubicBezTo>
                      <a:cubicBezTo>
                        <a:pt x="49525" y="4433"/>
                        <a:pt x="51785" y="6561"/>
                        <a:pt x="53692" y="9088"/>
                      </a:cubicBezTo>
                      <a:cubicBezTo>
                        <a:pt x="54180" y="9708"/>
                        <a:pt x="54623" y="10373"/>
                        <a:pt x="55022" y="11083"/>
                      </a:cubicBezTo>
                      <a:cubicBezTo>
                        <a:pt x="55465" y="11836"/>
                        <a:pt x="55731" y="11969"/>
                        <a:pt x="55997" y="12457"/>
                      </a:cubicBezTo>
                      <a:cubicBezTo>
                        <a:pt x="56573" y="13255"/>
                        <a:pt x="56928" y="14186"/>
                        <a:pt x="57327" y="15117"/>
                      </a:cubicBezTo>
                      <a:cubicBezTo>
                        <a:pt x="58302" y="17821"/>
                        <a:pt x="59455" y="20481"/>
                        <a:pt x="60873" y="23008"/>
                      </a:cubicBezTo>
                      <a:cubicBezTo>
                        <a:pt x="62248" y="25579"/>
                        <a:pt x="63799" y="28061"/>
                        <a:pt x="65528" y="30367"/>
                      </a:cubicBezTo>
                      <a:cubicBezTo>
                        <a:pt x="67922" y="33603"/>
                        <a:pt x="68498" y="37770"/>
                        <a:pt x="67922" y="42513"/>
                      </a:cubicBezTo>
                      <a:cubicBezTo>
                        <a:pt x="67612" y="44951"/>
                        <a:pt x="67035" y="47390"/>
                        <a:pt x="66060" y="49961"/>
                      </a:cubicBezTo>
                      <a:cubicBezTo>
                        <a:pt x="65085" y="52488"/>
                        <a:pt x="63755" y="55059"/>
                        <a:pt x="61937" y="57408"/>
                      </a:cubicBezTo>
                      <a:lnTo>
                        <a:pt x="51830" y="70264"/>
                      </a:lnTo>
                      <a:cubicBezTo>
                        <a:pt x="50012" y="72614"/>
                        <a:pt x="47707" y="74387"/>
                        <a:pt x="45047" y="75451"/>
                      </a:cubicBezTo>
                      <a:cubicBezTo>
                        <a:pt x="42387" y="76559"/>
                        <a:pt x="39240" y="77003"/>
                        <a:pt x="36048" y="76604"/>
                      </a:cubicBezTo>
                      <a:cubicBezTo>
                        <a:pt x="29620" y="75939"/>
                        <a:pt x="22616" y="71993"/>
                        <a:pt x="17828" y="6534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76" name="Forme libre : forme 25575">
                  <a:extLst>
                    <a:ext uri="{FF2B5EF4-FFF2-40B4-BE49-F238E27FC236}">
                      <a16:creationId xmlns:a16="http://schemas.microsoft.com/office/drawing/2014/main" id="{DFC1DA59-941A-423D-B790-2A606BD57717}"/>
                    </a:ext>
                  </a:extLst>
                </p:cNvPr>
                <p:cNvSpPr/>
                <p:nvPr/>
              </p:nvSpPr>
              <p:spPr>
                <a:xfrm>
                  <a:off x="7489714" y="1107254"/>
                  <a:ext cx="52228" cy="72575"/>
                </a:xfrm>
                <a:custGeom>
                  <a:avLst/>
                  <a:gdLst>
                    <a:gd name="connsiteX0" fmla="*/ 21773 w 52228"/>
                    <a:gd name="connsiteY0" fmla="*/ 28904 h 72575"/>
                    <a:gd name="connsiteX1" fmla="*/ 17119 w 52228"/>
                    <a:gd name="connsiteY1" fmla="*/ 13432 h 72575"/>
                    <a:gd name="connsiteX2" fmla="*/ 21773 w 52228"/>
                    <a:gd name="connsiteY2" fmla="*/ 0 h 72575"/>
                    <a:gd name="connsiteX3" fmla="*/ 15168 w 52228"/>
                    <a:gd name="connsiteY3" fmla="*/ 2350 h 72575"/>
                    <a:gd name="connsiteX4" fmla="*/ 2800 w 52228"/>
                    <a:gd name="connsiteY4" fmla="*/ 12812 h 72575"/>
                    <a:gd name="connsiteX5" fmla="*/ 184 w 52228"/>
                    <a:gd name="connsiteY5" fmla="*/ 20171 h 72575"/>
                    <a:gd name="connsiteX6" fmla="*/ 7 w 52228"/>
                    <a:gd name="connsiteY6" fmla="*/ 22077 h 72575"/>
                    <a:gd name="connsiteX7" fmla="*/ 273 w 52228"/>
                    <a:gd name="connsiteY7" fmla="*/ 24737 h 72575"/>
                    <a:gd name="connsiteX8" fmla="*/ 1692 w 52228"/>
                    <a:gd name="connsiteY8" fmla="*/ 30544 h 72575"/>
                    <a:gd name="connsiteX9" fmla="*/ 8652 w 52228"/>
                    <a:gd name="connsiteY9" fmla="*/ 46459 h 72575"/>
                    <a:gd name="connsiteX10" fmla="*/ 17828 w 52228"/>
                    <a:gd name="connsiteY10" fmla="*/ 61177 h 72575"/>
                    <a:gd name="connsiteX11" fmla="*/ 36137 w 52228"/>
                    <a:gd name="connsiteY11" fmla="*/ 72437 h 72575"/>
                    <a:gd name="connsiteX12" fmla="*/ 45136 w 52228"/>
                    <a:gd name="connsiteY12" fmla="*/ 71284 h 72575"/>
                    <a:gd name="connsiteX13" fmla="*/ 51918 w 52228"/>
                    <a:gd name="connsiteY13" fmla="*/ 66097 h 72575"/>
                    <a:gd name="connsiteX14" fmla="*/ 52229 w 52228"/>
                    <a:gd name="connsiteY14" fmla="*/ 65698 h 72575"/>
                    <a:gd name="connsiteX15" fmla="*/ 43052 w 52228"/>
                    <a:gd name="connsiteY15" fmla="*/ 57763 h 72575"/>
                    <a:gd name="connsiteX16" fmla="*/ 35472 w 52228"/>
                    <a:gd name="connsiteY16" fmla="*/ 48631 h 72575"/>
                    <a:gd name="connsiteX17" fmla="*/ 21773 w 52228"/>
                    <a:gd name="connsiteY17" fmla="*/ 28904 h 72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2228" h="72575">
                      <a:moveTo>
                        <a:pt x="21773" y="28904"/>
                      </a:moveTo>
                      <a:cubicBezTo>
                        <a:pt x="18404" y="24205"/>
                        <a:pt x="16764" y="17732"/>
                        <a:pt x="17119" y="13432"/>
                      </a:cubicBezTo>
                      <a:cubicBezTo>
                        <a:pt x="17385" y="8645"/>
                        <a:pt x="18892" y="4034"/>
                        <a:pt x="21773" y="0"/>
                      </a:cubicBezTo>
                      <a:lnTo>
                        <a:pt x="15168" y="2350"/>
                      </a:lnTo>
                      <a:cubicBezTo>
                        <a:pt x="9627" y="4344"/>
                        <a:pt x="5415" y="8290"/>
                        <a:pt x="2800" y="12812"/>
                      </a:cubicBezTo>
                      <a:cubicBezTo>
                        <a:pt x="1470" y="15117"/>
                        <a:pt x="539" y="17644"/>
                        <a:pt x="184" y="20171"/>
                      </a:cubicBezTo>
                      <a:cubicBezTo>
                        <a:pt x="95" y="20791"/>
                        <a:pt x="7" y="21456"/>
                        <a:pt x="7" y="22077"/>
                      </a:cubicBezTo>
                      <a:cubicBezTo>
                        <a:pt x="-37" y="22653"/>
                        <a:pt x="140" y="23850"/>
                        <a:pt x="273" y="24737"/>
                      </a:cubicBezTo>
                      <a:cubicBezTo>
                        <a:pt x="583" y="26643"/>
                        <a:pt x="938" y="28638"/>
                        <a:pt x="1692" y="30544"/>
                      </a:cubicBezTo>
                      <a:cubicBezTo>
                        <a:pt x="3642" y="36041"/>
                        <a:pt x="5903" y="41361"/>
                        <a:pt x="8652" y="46459"/>
                      </a:cubicBezTo>
                      <a:cubicBezTo>
                        <a:pt x="11311" y="51557"/>
                        <a:pt x="14370" y="56478"/>
                        <a:pt x="17828" y="61177"/>
                      </a:cubicBezTo>
                      <a:cubicBezTo>
                        <a:pt x="22616" y="67782"/>
                        <a:pt x="29620" y="71772"/>
                        <a:pt x="36137" y="72437"/>
                      </a:cubicBezTo>
                      <a:cubicBezTo>
                        <a:pt x="39329" y="72836"/>
                        <a:pt x="42476" y="72348"/>
                        <a:pt x="45136" y="71284"/>
                      </a:cubicBezTo>
                      <a:cubicBezTo>
                        <a:pt x="47840" y="70176"/>
                        <a:pt x="50101" y="68403"/>
                        <a:pt x="51918" y="66097"/>
                      </a:cubicBezTo>
                      <a:lnTo>
                        <a:pt x="52229" y="65698"/>
                      </a:lnTo>
                      <a:cubicBezTo>
                        <a:pt x="48859" y="63349"/>
                        <a:pt x="45757" y="60689"/>
                        <a:pt x="43052" y="57763"/>
                      </a:cubicBezTo>
                      <a:cubicBezTo>
                        <a:pt x="40259" y="54882"/>
                        <a:pt x="37821" y="51779"/>
                        <a:pt x="35472" y="48631"/>
                      </a:cubicBezTo>
                      <a:cubicBezTo>
                        <a:pt x="30728" y="42203"/>
                        <a:pt x="26606" y="35642"/>
                        <a:pt x="21773" y="2890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77" name="Forme libre : forme 25576">
                  <a:extLst>
                    <a:ext uri="{FF2B5EF4-FFF2-40B4-BE49-F238E27FC236}">
                      <a16:creationId xmlns:a16="http://schemas.microsoft.com/office/drawing/2014/main" id="{7ADBAFE5-6276-4EDC-90F7-2D1C96F41380}"/>
                    </a:ext>
                  </a:extLst>
                </p:cNvPr>
                <p:cNvSpPr/>
                <p:nvPr/>
              </p:nvSpPr>
              <p:spPr>
                <a:xfrm>
                  <a:off x="7512866" y="1129490"/>
                  <a:ext cx="25402" cy="30233"/>
                </a:xfrm>
                <a:custGeom>
                  <a:avLst/>
                  <a:gdLst>
                    <a:gd name="connsiteX0" fmla="*/ 22205 w 25402"/>
                    <a:gd name="connsiteY0" fmla="*/ 28301 h 30233"/>
                    <a:gd name="connsiteX1" fmla="*/ 12940 w 25402"/>
                    <a:gd name="connsiteY1" fmla="*/ 29543 h 30233"/>
                    <a:gd name="connsiteX2" fmla="*/ 3054 w 25402"/>
                    <a:gd name="connsiteY2" fmla="*/ 20898 h 30233"/>
                    <a:gd name="connsiteX3" fmla="*/ 173 w 25402"/>
                    <a:gd name="connsiteY3" fmla="*/ 8086 h 30233"/>
                    <a:gd name="connsiteX4" fmla="*/ 5625 w 25402"/>
                    <a:gd name="connsiteY4" fmla="*/ 506 h 30233"/>
                    <a:gd name="connsiteX5" fmla="*/ 14669 w 25402"/>
                    <a:gd name="connsiteY5" fmla="*/ 1747 h 30233"/>
                    <a:gd name="connsiteX6" fmla="*/ 22294 w 25402"/>
                    <a:gd name="connsiteY6" fmla="*/ 9372 h 30233"/>
                    <a:gd name="connsiteX7" fmla="*/ 25397 w 25402"/>
                    <a:gd name="connsiteY7" fmla="*/ 19701 h 30233"/>
                    <a:gd name="connsiteX8" fmla="*/ 22205 w 25402"/>
                    <a:gd name="connsiteY8" fmla="*/ 28301 h 30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402" h="30233">
                      <a:moveTo>
                        <a:pt x="22205" y="28301"/>
                      </a:moveTo>
                      <a:cubicBezTo>
                        <a:pt x="19900" y="30341"/>
                        <a:pt x="16575" y="30784"/>
                        <a:pt x="12940" y="29543"/>
                      </a:cubicBezTo>
                      <a:cubicBezTo>
                        <a:pt x="9393" y="28257"/>
                        <a:pt x="5625" y="25287"/>
                        <a:pt x="3054" y="20898"/>
                      </a:cubicBezTo>
                      <a:cubicBezTo>
                        <a:pt x="439" y="16598"/>
                        <a:pt x="-404" y="11855"/>
                        <a:pt x="173" y="8086"/>
                      </a:cubicBezTo>
                      <a:cubicBezTo>
                        <a:pt x="660" y="4363"/>
                        <a:pt x="2788" y="1570"/>
                        <a:pt x="5625" y="506"/>
                      </a:cubicBezTo>
                      <a:cubicBezTo>
                        <a:pt x="8551" y="-558"/>
                        <a:pt x="11654" y="151"/>
                        <a:pt x="14669" y="1747"/>
                      </a:cubicBezTo>
                      <a:cubicBezTo>
                        <a:pt x="17595" y="3387"/>
                        <a:pt x="20210" y="6047"/>
                        <a:pt x="22294" y="9372"/>
                      </a:cubicBezTo>
                      <a:cubicBezTo>
                        <a:pt x="24289" y="12741"/>
                        <a:pt x="25353" y="16288"/>
                        <a:pt x="25397" y="19701"/>
                      </a:cubicBezTo>
                      <a:cubicBezTo>
                        <a:pt x="25486" y="23026"/>
                        <a:pt x="24555" y="26218"/>
                        <a:pt x="22205" y="28301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78" name="Forme libre : forme 25577">
                  <a:extLst>
                    <a:ext uri="{FF2B5EF4-FFF2-40B4-BE49-F238E27FC236}">
                      <a16:creationId xmlns:a16="http://schemas.microsoft.com/office/drawing/2014/main" id="{B064501A-5055-4E88-A91F-1AC7B305A18F}"/>
                    </a:ext>
                  </a:extLst>
                </p:cNvPr>
                <p:cNvSpPr/>
                <p:nvPr/>
              </p:nvSpPr>
              <p:spPr>
                <a:xfrm>
                  <a:off x="7512910" y="1129481"/>
                  <a:ext cx="16752" cy="27113"/>
                </a:xfrm>
                <a:custGeom>
                  <a:avLst/>
                  <a:gdLst>
                    <a:gd name="connsiteX0" fmla="*/ 16753 w 16752"/>
                    <a:gd name="connsiteY0" fmla="*/ 3175 h 27113"/>
                    <a:gd name="connsiteX1" fmla="*/ 5626 w 16752"/>
                    <a:gd name="connsiteY1" fmla="*/ 515 h 27113"/>
                    <a:gd name="connsiteX2" fmla="*/ 173 w 16752"/>
                    <a:gd name="connsiteY2" fmla="*/ 8095 h 27113"/>
                    <a:gd name="connsiteX3" fmla="*/ 3054 w 16752"/>
                    <a:gd name="connsiteY3" fmla="*/ 20907 h 27113"/>
                    <a:gd name="connsiteX4" fmla="*/ 8507 w 16752"/>
                    <a:gd name="connsiteY4" fmla="*/ 27113 h 27113"/>
                    <a:gd name="connsiteX5" fmla="*/ 6689 w 16752"/>
                    <a:gd name="connsiteY5" fmla="*/ 22991 h 27113"/>
                    <a:gd name="connsiteX6" fmla="*/ 8551 w 16752"/>
                    <a:gd name="connsiteY6" fmla="*/ 10800 h 27113"/>
                    <a:gd name="connsiteX7" fmla="*/ 16753 w 16752"/>
                    <a:gd name="connsiteY7" fmla="*/ 3175 h 27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752" h="27113">
                      <a:moveTo>
                        <a:pt x="16753" y="3175"/>
                      </a:moveTo>
                      <a:cubicBezTo>
                        <a:pt x="13295" y="559"/>
                        <a:pt x="9216" y="-815"/>
                        <a:pt x="5626" y="515"/>
                      </a:cubicBezTo>
                      <a:cubicBezTo>
                        <a:pt x="2788" y="1579"/>
                        <a:pt x="660" y="4372"/>
                        <a:pt x="173" y="8095"/>
                      </a:cubicBezTo>
                      <a:cubicBezTo>
                        <a:pt x="-403" y="11819"/>
                        <a:pt x="439" y="16563"/>
                        <a:pt x="3054" y="20907"/>
                      </a:cubicBezTo>
                      <a:cubicBezTo>
                        <a:pt x="4517" y="23478"/>
                        <a:pt x="6512" y="25518"/>
                        <a:pt x="8507" y="27113"/>
                      </a:cubicBezTo>
                      <a:cubicBezTo>
                        <a:pt x="7665" y="25828"/>
                        <a:pt x="7044" y="24453"/>
                        <a:pt x="6689" y="22991"/>
                      </a:cubicBezTo>
                      <a:cubicBezTo>
                        <a:pt x="5980" y="18735"/>
                        <a:pt x="6645" y="14346"/>
                        <a:pt x="8551" y="10800"/>
                      </a:cubicBezTo>
                      <a:cubicBezTo>
                        <a:pt x="10280" y="7209"/>
                        <a:pt x="13206" y="4549"/>
                        <a:pt x="16753" y="3175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79" name="Forme libre : forme 25578">
                  <a:extLst>
                    <a:ext uri="{FF2B5EF4-FFF2-40B4-BE49-F238E27FC236}">
                      <a16:creationId xmlns:a16="http://schemas.microsoft.com/office/drawing/2014/main" id="{9B253415-64CC-451F-BF09-8D3BD302C2CD}"/>
                    </a:ext>
                  </a:extLst>
                </p:cNvPr>
                <p:cNvSpPr/>
                <p:nvPr/>
              </p:nvSpPr>
              <p:spPr>
                <a:xfrm>
                  <a:off x="7511373" y="1131931"/>
                  <a:ext cx="25937" cy="30757"/>
                </a:xfrm>
                <a:custGeom>
                  <a:avLst/>
                  <a:gdLst>
                    <a:gd name="connsiteX0" fmla="*/ 22989 w 25937"/>
                    <a:gd name="connsiteY0" fmla="*/ 28741 h 30757"/>
                    <a:gd name="connsiteX1" fmla="*/ 13635 w 25937"/>
                    <a:gd name="connsiteY1" fmla="*/ 30071 h 30757"/>
                    <a:gd name="connsiteX2" fmla="*/ 3394 w 25937"/>
                    <a:gd name="connsiteY2" fmla="*/ 21382 h 30757"/>
                    <a:gd name="connsiteX3" fmla="*/ 557 w 25937"/>
                    <a:gd name="connsiteY3" fmla="*/ 14644 h 30757"/>
                    <a:gd name="connsiteX4" fmla="*/ 114 w 25937"/>
                    <a:gd name="connsiteY4" fmla="*/ 8349 h 30757"/>
                    <a:gd name="connsiteX5" fmla="*/ 5389 w 25937"/>
                    <a:gd name="connsiteY5" fmla="*/ 547 h 30757"/>
                    <a:gd name="connsiteX6" fmla="*/ 14521 w 25937"/>
                    <a:gd name="connsiteY6" fmla="*/ 1744 h 30757"/>
                    <a:gd name="connsiteX7" fmla="*/ 18777 w 25937"/>
                    <a:gd name="connsiteY7" fmla="*/ 4980 h 30757"/>
                    <a:gd name="connsiteX8" fmla="*/ 22412 w 25937"/>
                    <a:gd name="connsiteY8" fmla="*/ 9546 h 30757"/>
                    <a:gd name="connsiteX9" fmla="*/ 25914 w 25937"/>
                    <a:gd name="connsiteY9" fmla="*/ 20052 h 30757"/>
                    <a:gd name="connsiteX10" fmla="*/ 22989 w 25937"/>
                    <a:gd name="connsiteY10" fmla="*/ 28741 h 30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937" h="30757">
                      <a:moveTo>
                        <a:pt x="22989" y="28741"/>
                      </a:moveTo>
                      <a:cubicBezTo>
                        <a:pt x="20683" y="30869"/>
                        <a:pt x="17314" y="31312"/>
                        <a:pt x="13635" y="30071"/>
                      </a:cubicBezTo>
                      <a:cubicBezTo>
                        <a:pt x="9955" y="28830"/>
                        <a:pt x="6143" y="25727"/>
                        <a:pt x="3394" y="21382"/>
                      </a:cubicBezTo>
                      <a:cubicBezTo>
                        <a:pt x="2109" y="19121"/>
                        <a:pt x="1045" y="16905"/>
                        <a:pt x="557" y="14644"/>
                      </a:cubicBezTo>
                      <a:cubicBezTo>
                        <a:pt x="69" y="12383"/>
                        <a:pt x="-152" y="10300"/>
                        <a:pt x="114" y="8349"/>
                      </a:cubicBezTo>
                      <a:cubicBezTo>
                        <a:pt x="601" y="4492"/>
                        <a:pt x="2463" y="1699"/>
                        <a:pt x="5389" y="547"/>
                      </a:cubicBezTo>
                      <a:cubicBezTo>
                        <a:pt x="8226" y="-561"/>
                        <a:pt x="11507" y="104"/>
                        <a:pt x="14521" y="1744"/>
                      </a:cubicBezTo>
                      <a:cubicBezTo>
                        <a:pt x="15940" y="2586"/>
                        <a:pt x="17491" y="3650"/>
                        <a:pt x="18777" y="4980"/>
                      </a:cubicBezTo>
                      <a:cubicBezTo>
                        <a:pt x="20063" y="6310"/>
                        <a:pt x="21393" y="7773"/>
                        <a:pt x="22412" y="9546"/>
                      </a:cubicBezTo>
                      <a:cubicBezTo>
                        <a:pt x="24585" y="12960"/>
                        <a:pt x="25737" y="16639"/>
                        <a:pt x="25914" y="20052"/>
                      </a:cubicBezTo>
                      <a:cubicBezTo>
                        <a:pt x="26092" y="23422"/>
                        <a:pt x="25249" y="26658"/>
                        <a:pt x="22989" y="2874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80" name="Forme libre : forme 25579">
                  <a:extLst>
                    <a:ext uri="{FF2B5EF4-FFF2-40B4-BE49-F238E27FC236}">
                      <a16:creationId xmlns:a16="http://schemas.microsoft.com/office/drawing/2014/main" id="{564B2283-3CB1-44EE-8841-9AAFC7D63DEA}"/>
                    </a:ext>
                  </a:extLst>
                </p:cNvPr>
                <p:cNvSpPr/>
                <p:nvPr/>
              </p:nvSpPr>
              <p:spPr>
                <a:xfrm>
                  <a:off x="7497667" y="1113855"/>
                  <a:ext cx="35778" cy="48858"/>
                </a:xfrm>
                <a:custGeom>
                  <a:avLst/>
                  <a:gdLst>
                    <a:gd name="connsiteX0" fmla="*/ 15283 w 35778"/>
                    <a:gd name="connsiteY0" fmla="*/ 3551 h 48858"/>
                    <a:gd name="connsiteX1" fmla="*/ 5663 w 35778"/>
                    <a:gd name="connsiteY1" fmla="*/ 7541 h 48858"/>
                    <a:gd name="connsiteX2" fmla="*/ 2339 w 35778"/>
                    <a:gd name="connsiteY2" fmla="*/ 11043 h 48858"/>
                    <a:gd name="connsiteX3" fmla="*/ 1142 w 35778"/>
                    <a:gd name="connsiteY3" fmla="*/ 13082 h 48858"/>
                    <a:gd name="connsiteX4" fmla="*/ 432 w 35778"/>
                    <a:gd name="connsiteY4" fmla="*/ 15831 h 48858"/>
                    <a:gd name="connsiteX5" fmla="*/ 964 w 35778"/>
                    <a:gd name="connsiteY5" fmla="*/ 28554 h 48858"/>
                    <a:gd name="connsiteX6" fmla="*/ 12269 w 35778"/>
                    <a:gd name="connsiteY6" fmla="*/ 46596 h 48858"/>
                    <a:gd name="connsiteX7" fmla="*/ 24238 w 35778"/>
                    <a:gd name="connsiteY7" fmla="*/ 46064 h 48858"/>
                    <a:gd name="connsiteX8" fmla="*/ 24903 w 35778"/>
                    <a:gd name="connsiteY8" fmla="*/ 37907 h 48858"/>
                    <a:gd name="connsiteX9" fmla="*/ 28848 w 35778"/>
                    <a:gd name="connsiteY9" fmla="*/ 19820 h 48858"/>
                    <a:gd name="connsiteX10" fmla="*/ 34035 w 35778"/>
                    <a:gd name="connsiteY10" fmla="*/ 11131 h 48858"/>
                    <a:gd name="connsiteX11" fmla="*/ 35720 w 35778"/>
                    <a:gd name="connsiteY11" fmla="*/ 6654 h 48858"/>
                    <a:gd name="connsiteX12" fmla="*/ 34523 w 35778"/>
                    <a:gd name="connsiteY12" fmla="*/ 2443 h 48858"/>
                    <a:gd name="connsiteX13" fmla="*/ 15283 w 35778"/>
                    <a:gd name="connsiteY13" fmla="*/ 3551 h 48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5778" h="48858">
                      <a:moveTo>
                        <a:pt x="15283" y="3551"/>
                      </a:moveTo>
                      <a:cubicBezTo>
                        <a:pt x="11914" y="4437"/>
                        <a:pt x="8456" y="5413"/>
                        <a:pt x="5663" y="7541"/>
                      </a:cubicBezTo>
                      <a:cubicBezTo>
                        <a:pt x="4333" y="8560"/>
                        <a:pt x="3225" y="9713"/>
                        <a:pt x="2339" y="11043"/>
                      </a:cubicBezTo>
                      <a:cubicBezTo>
                        <a:pt x="1895" y="11708"/>
                        <a:pt x="1496" y="12373"/>
                        <a:pt x="1142" y="13082"/>
                      </a:cubicBezTo>
                      <a:cubicBezTo>
                        <a:pt x="787" y="13836"/>
                        <a:pt x="610" y="14900"/>
                        <a:pt x="432" y="15831"/>
                      </a:cubicBezTo>
                      <a:cubicBezTo>
                        <a:pt x="-321" y="19776"/>
                        <a:pt x="-55" y="24298"/>
                        <a:pt x="964" y="28554"/>
                      </a:cubicBezTo>
                      <a:cubicBezTo>
                        <a:pt x="2605" y="35646"/>
                        <a:pt x="6550" y="42695"/>
                        <a:pt x="12269" y="46596"/>
                      </a:cubicBezTo>
                      <a:cubicBezTo>
                        <a:pt x="16524" y="49566"/>
                        <a:pt x="22332" y="49832"/>
                        <a:pt x="24238" y="46064"/>
                      </a:cubicBezTo>
                      <a:cubicBezTo>
                        <a:pt x="25479" y="43715"/>
                        <a:pt x="24992" y="40700"/>
                        <a:pt x="24903" y="37907"/>
                      </a:cubicBezTo>
                      <a:cubicBezTo>
                        <a:pt x="24548" y="31346"/>
                        <a:pt x="26056" y="25096"/>
                        <a:pt x="28848" y="19820"/>
                      </a:cubicBezTo>
                      <a:cubicBezTo>
                        <a:pt x="30090" y="17515"/>
                        <a:pt x="32350" y="14235"/>
                        <a:pt x="34035" y="11131"/>
                      </a:cubicBezTo>
                      <a:cubicBezTo>
                        <a:pt x="34833" y="9580"/>
                        <a:pt x="35454" y="8073"/>
                        <a:pt x="35720" y="6654"/>
                      </a:cubicBezTo>
                      <a:cubicBezTo>
                        <a:pt x="35897" y="5191"/>
                        <a:pt x="35720" y="4216"/>
                        <a:pt x="34523" y="2443"/>
                      </a:cubicBezTo>
                      <a:cubicBezTo>
                        <a:pt x="30356" y="-3099"/>
                        <a:pt x="20027" y="2354"/>
                        <a:pt x="15283" y="355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81" name="Forme libre : forme 25580">
                  <a:extLst>
                    <a:ext uri="{FF2B5EF4-FFF2-40B4-BE49-F238E27FC236}">
                      <a16:creationId xmlns:a16="http://schemas.microsoft.com/office/drawing/2014/main" id="{DF878C09-C8DE-4A33-B98A-784FB4BD462E}"/>
                    </a:ext>
                  </a:extLst>
                </p:cNvPr>
                <p:cNvSpPr/>
                <p:nvPr/>
              </p:nvSpPr>
              <p:spPr>
                <a:xfrm>
                  <a:off x="7522956" y="1120773"/>
                  <a:ext cx="13309" cy="9430"/>
                </a:xfrm>
                <a:custGeom>
                  <a:avLst/>
                  <a:gdLst>
                    <a:gd name="connsiteX0" fmla="*/ 4135 w 13309"/>
                    <a:gd name="connsiteY0" fmla="*/ 135 h 9430"/>
                    <a:gd name="connsiteX1" fmla="*/ 1653 w 13309"/>
                    <a:gd name="connsiteY1" fmla="*/ 135 h 9430"/>
                    <a:gd name="connsiteX2" fmla="*/ 12 w 13309"/>
                    <a:gd name="connsiteY2" fmla="*/ 1820 h 9430"/>
                    <a:gd name="connsiteX3" fmla="*/ 766 w 13309"/>
                    <a:gd name="connsiteY3" fmla="*/ 3903 h 9430"/>
                    <a:gd name="connsiteX4" fmla="*/ 4712 w 13309"/>
                    <a:gd name="connsiteY4" fmla="*/ 8026 h 9430"/>
                    <a:gd name="connsiteX5" fmla="*/ 6751 w 13309"/>
                    <a:gd name="connsiteY5" fmla="*/ 9179 h 9430"/>
                    <a:gd name="connsiteX6" fmla="*/ 12780 w 13309"/>
                    <a:gd name="connsiteY6" fmla="*/ 5056 h 9430"/>
                    <a:gd name="connsiteX7" fmla="*/ 4135 w 13309"/>
                    <a:gd name="connsiteY7" fmla="*/ 135 h 9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309" h="9430">
                      <a:moveTo>
                        <a:pt x="4135" y="135"/>
                      </a:moveTo>
                      <a:cubicBezTo>
                        <a:pt x="3337" y="2"/>
                        <a:pt x="2451" y="-87"/>
                        <a:pt x="1653" y="135"/>
                      </a:cubicBezTo>
                      <a:cubicBezTo>
                        <a:pt x="855" y="357"/>
                        <a:pt x="101" y="977"/>
                        <a:pt x="12" y="1820"/>
                      </a:cubicBezTo>
                      <a:cubicBezTo>
                        <a:pt x="-76" y="2573"/>
                        <a:pt x="323" y="3282"/>
                        <a:pt x="766" y="3903"/>
                      </a:cubicBezTo>
                      <a:cubicBezTo>
                        <a:pt x="1874" y="5499"/>
                        <a:pt x="3293" y="6873"/>
                        <a:pt x="4712" y="8026"/>
                      </a:cubicBezTo>
                      <a:cubicBezTo>
                        <a:pt x="5332" y="8514"/>
                        <a:pt x="5997" y="8957"/>
                        <a:pt x="6751" y="9179"/>
                      </a:cubicBezTo>
                      <a:cubicBezTo>
                        <a:pt x="9943" y="10154"/>
                        <a:pt x="14952" y="8203"/>
                        <a:pt x="12780" y="5056"/>
                      </a:cubicBezTo>
                      <a:cubicBezTo>
                        <a:pt x="11228" y="2573"/>
                        <a:pt x="7416" y="800"/>
                        <a:pt x="4135" y="13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82" name="Forme libre : forme 25581">
                  <a:extLst>
                    <a:ext uri="{FF2B5EF4-FFF2-40B4-BE49-F238E27FC236}">
                      <a16:creationId xmlns:a16="http://schemas.microsoft.com/office/drawing/2014/main" id="{888C7344-801C-4F00-A4D4-F7F45EAE3314}"/>
                    </a:ext>
                  </a:extLst>
                </p:cNvPr>
                <p:cNvSpPr/>
                <p:nvPr/>
              </p:nvSpPr>
              <p:spPr>
                <a:xfrm>
                  <a:off x="7508783" y="1168165"/>
                  <a:ext cx="32450" cy="8224"/>
                </a:xfrm>
                <a:custGeom>
                  <a:avLst/>
                  <a:gdLst>
                    <a:gd name="connsiteX0" fmla="*/ 32450 w 32450"/>
                    <a:gd name="connsiteY0" fmla="*/ 1729 h 8224"/>
                    <a:gd name="connsiteX1" fmla="*/ 24559 w 32450"/>
                    <a:gd name="connsiteY1" fmla="*/ 7226 h 8224"/>
                    <a:gd name="connsiteX2" fmla="*/ 14230 w 32450"/>
                    <a:gd name="connsiteY2" fmla="*/ 7758 h 8224"/>
                    <a:gd name="connsiteX3" fmla="*/ 0 w 32450"/>
                    <a:gd name="connsiteY3" fmla="*/ 0 h 8224"/>
                    <a:gd name="connsiteX4" fmla="*/ 2837 w 32450"/>
                    <a:gd name="connsiteY4" fmla="*/ 1995 h 8224"/>
                    <a:gd name="connsiteX5" fmla="*/ 10506 w 32450"/>
                    <a:gd name="connsiteY5" fmla="*/ 5408 h 8224"/>
                    <a:gd name="connsiteX6" fmla="*/ 32450 w 32450"/>
                    <a:gd name="connsiteY6" fmla="*/ 1729 h 8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50" h="8224">
                      <a:moveTo>
                        <a:pt x="32450" y="1729"/>
                      </a:moveTo>
                      <a:cubicBezTo>
                        <a:pt x="32450" y="1729"/>
                        <a:pt x="29968" y="5275"/>
                        <a:pt x="24559" y="7226"/>
                      </a:cubicBezTo>
                      <a:cubicBezTo>
                        <a:pt x="21900" y="8157"/>
                        <a:pt x="18442" y="8644"/>
                        <a:pt x="14230" y="7758"/>
                      </a:cubicBezTo>
                      <a:cubicBezTo>
                        <a:pt x="10107" y="6871"/>
                        <a:pt x="5098" y="4655"/>
                        <a:pt x="0" y="0"/>
                      </a:cubicBezTo>
                      <a:cubicBezTo>
                        <a:pt x="0" y="0"/>
                        <a:pt x="1020" y="842"/>
                        <a:pt x="2837" y="1995"/>
                      </a:cubicBezTo>
                      <a:cubicBezTo>
                        <a:pt x="4699" y="3103"/>
                        <a:pt x="7359" y="4433"/>
                        <a:pt x="10506" y="5408"/>
                      </a:cubicBezTo>
                      <a:cubicBezTo>
                        <a:pt x="16979" y="7315"/>
                        <a:pt x="25313" y="7226"/>
                        <a:pt x="32450" y="17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83" name="Forme libre : forme 25582">
                  <a:extLst>
                    <a:ext uri="{FF2B5EF4-FFF2-40B4-BE49-F238E27FC236}">
                      <a16:creationId xmlns:a16="http://schemas.microsoft.com/office/drawing/2014/main" id="{041248B9-EFB9-4D1E-B4D4-3B3574B7CC79}"/>
                    </a:ext>
                  </a:extLst>
                </p:cNvPr>
                <p:cNvSpPr/>
                <p:nvPr/>
              </p:nvSpPr>
              <p:spPr>
                <a:xfrm>
                  <a:off x="7518935" y="1105335"/>
                  <a:ext cx="26820" cy="14243"/>
                </a:xfrm>
                <a:custGeom>
                  <a:avLst/>
                  <a:gdLst>
                    <a:gd name="connsiteX0" fmla="*/ 26820 w 26820"/>
                    <a:gd name="connsiteY0" fmla="*/ 14243 h 14243"/>
                    <a:gd name="connsiteX1" fmla="*/ 25668 w 26820"/>
                    <a:gd name="connsiteY1" fmla="*/ 12382 h 14243"/>
                    <a:gd name="connsiteX2" fmla="*/ 21501 w 26820"/>
                    <a:gd name="connsiteY2" fmla="*/ 7283 h 14243"/>
                    <a:gd name="connsiteX3" fmla="*/ 12989 w 26820"/>
                    <a:gd name="connsiteY3" fmla="*/ 1254 h 14243"/>
                    <a:gd name="connsiteX4" fmla="*/ 0 w 26820"/>
                    <a:gd name="connsiteY4" fmla="*/ 678 h 14243"/>
                    <a:gd name="connsiteX5" fmla="*/ 10462 w 26820"/>
                    <a:gd name="connsiteY5" fmla="*/ 1964 h 14243"/>
                    <a:gd name="connsiteX6" fmla="*/ 19461 w 26820"/>
                    <a:gd name="connsiteY6" fmla="*/ 6884 h 14243"/>
                    <a:gd name="connsiteX7" fmla="*/ 21678 w 26820"/>
                    <a:gd name="connsiteY7" fmla="*/ 8924 h 14243"/>
                    <a:gd name="connsiteX8" fmla="*/ 22742 w 26820"/>
                    <a:gd name="connsiteY8" fmla="*/ 10076 h 14243"/>
                    <a:gd name="connsiteX9" fmla="*/ 23628 w 26820"/>
                    <a:gd name="connsiteY9" fmla="*/ 10786 h 14243"/>
                    <a:gd name="connsiteX10" fmla="*/ 26820 w 26820"/>
                    <a:gd name="connsiteY10" fmla="*/ 14243 h 14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820" h="14243">
                      <a:moveTo>
                        <a:pt x="26820" y="14243"/>
                      </a:moveTo>
                      <a:cubicBezTo>
                        <a:pt x="26820" y="14243"/>
                        <a:pt x="26421" y="13490"/>
                        <a:pt x="25668" y="12382"/>
                      </a:cubicBezTo>
                      <a:cubicBezTo>
                        <a:pt x="24914" y="11229"/>
                        <a:pt x="23762" y="10165"/>
                        <a:pt x="21501" y="7283"/>
                      </a:cubicBezTo>
                      <a:cubicBezTo>
                        <a:pt x="19329" y="4845"/>
                        <a:pt x="16536" y="2584"/>
                        <a:pt x="12989" y="1254"/>
                      </a:cubicBezTo>
                      <a:cubicBezTo>
                        <a:pt x="9354" y="-75"/>
                        <a:pt x="5054" y="-474"/>
                        <a:pt x="0" y="678"/>
                      </a:cubicBezTo>
                      <a:cubicBezTo>
                        <a:pt x="0" y="678"/>
                        <a:pt x="4611" y="146"/>
                        <a:pt x="10462" y="1964"/>
                      </a:cubicBezTo>
                      <a:cubicBezTo>
                        <a:pt x="13344" y="2895"/>
                        <a:pt x="16491" y="4402"/>
                        <a:pt x="19461" y="6884"/>
                      </a:cubicBezTo>
                      <a:cubicBezTo>
                        <a:pt x="20215" y="7505"/>
                        <a:pt x="20969" y="8170"/>
                        <a:pt x="21678" y="8924"/>
                      </a:cubicBezTo>
                      <a:lnTo>
                        <a:pt x="22742" y="10076"/>
                      </a:lnTo>
                      <a:lnTo>
                        <a:pt x="23628" y="10786"/>
                      </a:lnTo>
                      <a:cubicBezTo>
                        <a:pt x="24870" y="11805"/>
                        <a:pt x="25801" y="12958"/>
                        <a:pt x="26820" y="142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84" name="Forme libre : forme 25583">
                  <a:extLst>
                    <a:ext uri="{FF2B5EF4-FFF2-40B4-BE49-F238E27FC236}">
                      <a16:creationId xmlns:a16="http://schemas.microsoft.com/office/drawing/2014/main" id="{41A56909-7650-4C4D-83C5-D13AB264DB99}"/>
                    </a:ext>
                  </a:extLst>
                </p:cNvPr>
                <p:cNvSpPr/>
                <p:nvPr/>
              </p:nvSpPr>
              <p:spPr>
                <a:xfrm>
                  <a:off x="7527652" y="1138904"/>
                  <a:ext cx="7550" cy="11731"/>
                </a:xfrm>
                <a:custGeom>
                  <a:avLst/>
                  <a:gdLst>
                    <a:gd name="connsiteX0" fmla="*/ 5424 w 7550"/>
                    <a:gd name="connsiteY0" fmla="*/ 11617 h 11731"/>
                    <a:gd name="connsiteX1" fmla="*/ 238 w 7550"/>
                    <a:gd name="connsiteY1" fmla="*/ 6652 h 11731"/>
                    <a:gd name="connsiteX2" fmla="*/ 2587 w 7550"/>
                    <a:gd name="connsiteY2" fmla="*/ 46 h 11731"/>
                    <a:gd name="connsiteX3" fmla="*/ 7286 w 7550"/>
                    <a:gd name="connsiteY3" fmla="*/ 4923 h 11731"/>
                    <a:gd name="connsiteX4" fmla="*/ 5424 w 7550"/>
                    <a:gd name="connsiteY4" fmla="*/ 11617 h 11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50" h="11731">
                      <a:moveTo>
                        <a:pt x="5424" y="11617"/>
                      </a:moveTo>
                      <a:cubicBezTo>
                        <a:pt x="3474" y="12282"/>
                        <a:pt x="1080" y="9977"/>
                        <a:pt x="238" y="6652"/>
                      </a:cubicBezTo>
                      <a:cubicBezTo>
                        <a:pt x="-516" y="3283"/>
                        <a:pt x="592" y="401"/>
                        <a:pt x="2587" y="46"/>
                      </a:cubicBezTo>
                      <a:cubicBezTo>
                        <a:pt x="4582" y="-353"/>
                        <a:pt x="6488" y="1864"/>
                        <a:pt x="7286" y="4923"/>
                      </a:cubicBezTo>
                      <a:cubicBezTo>
                        <a:pt x="7951" y="8026"/>
                        <a:pt x="7375" y="10996"/>
                        <a:pt x="5424" y="1161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85" name="Forme libre : forme 25584">
                  <a:extLst>
                    <a:ext uri="{FF2B5EF4-FFF2-40B4-BE49-F238E27FC236}">
                      <a16:creationId xmlns:a16="http://schemas.microsoft.com/office/drawing/2014/main" id="{6362E14D-4F31-4AA7-9F0C-E0CF83518249}"/>
                    </a:ext>
                  </a:extLst>
                </p:cNvPr>
                <p:cNvSpPr/>
                <p:nvPr/>
              </p:nvSpPr>
              <p:spPr>
                <a:xfrm>
                  <a:off x="7532219" y="1148436"/>
                  <a:ext cx="3240" cy="3208"/>
                </a:xfrm>
                <a:custGeom>
                  <a:avLst/>
                  <a:gdLst>
                    <a:gd name="connsiteX0" fmla="*/ 2586 w 3240"/>
                    <a:gd name="connsiteY0" fmla="*/ 2883 h 3208"/>
                    <a:gd name="connsiteX1" fmla="*/ 325 w 3240"/>
                    <a:gd name="connsiteY1" fmla="*/ 2573 h 3208"/>
                    <a:gd name="connsiteX2" fmla="*/ 635 w 3240"/>
                    <a:gd name="connsiteY2" fmla="*/ 312 h 3208"/>
                    <a:gd name="connsiteX3" fmla="*/ 2896 w 3240"/>
                    <a:gd name="connsiteY3" fmla="*/ 622 h 3208"/>
                    <a:gd name="connsiteX4" fmla="*/ 2586 w 3240"/>
                    <a:gd name="connsiteY4" fmla="*/ 2883 h 3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0" h="3208">
                      <a:moveTo>
                        <a:pt x="2586" y="2883"/>
                      </a:moveTo>
                      <a:cubicBezTo>
                        <a:pt x="1877" y="3415"/>
                        <a:pt x="901" y="3282"/>
                        <a:pt x="325" y="2573"/>
                      </a:cubicBezTo>
                      <a:cubicBezTo>
                        <a:pt x="-207" y="1864"/>
                        <a:pt x="-74" y="844"/>
                        <a:pt x="635" y="312"/>
                      </a:cubicBezTo>
                      <a:cubicBezTo>
                        <a:pt x="1345" y="-220"/>
                        <a:pt x="2364" y="-43"/>
                        <a:pt x="2896" y="622"/>
                      </a:cubicBezTo>
                      <a:cubicBezTo>
                        <a:pt x="3473" y="1332"/>
                        <a:pt x="3295" y="2307"/>
                        <a:pt x="2586" y="288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86" name="Forme libre : forme 25585">
                  <a:extLst>
                    <a:ext uri="{FF2B5EF4-FFF2-40B4-BE49-F238E27FC236}">
                      <a16:creationId xmlns:a16="http://schemas.microsoft.com/office/drawing/2014/main" id="{6DD25E81-76E7-4689-BD2F-F0FCF579271C}"/>
                    </a:ext>
                  </a:extLst>
                </p:cNvPr>
                <p:cNvSpPr/>
                <p:nvPr/>
              </p:nvSpPr>
              <p:spPr>
                <a:xfrm>
                  <a:off x="7537315" y="1130650"/>
                  <a:ext cx="15878" cy="34097"/>
                </a:xfrm>
                <a:custGeom>
                  <a:avLst/>
                  <a:gdLst>
                    <a:gd name="connsiteX0" fmla="*/ 13848 w 15878"/>
                    <a:gd name="connsiteY0" fmla="*/ 20448 h 34097"/>
                    <a:gd name="connsiteX1" fmla="*/ 5780 w 15878"/>
                    <a:gd name="connsiteY1" fmla="*/ 32195 h 34097"/>
                    <a:gd name="connsiteX2" fmla="*/ 1081 w 15878"/>
                    <a:gd name="connsiteY2" fmla="*/ 33703 h 34097"/>
                    <a:gd name="connsiteX3" fmla="*/ 460 w 15878"/>
                    <a:gd name="connsiteY3" fmla="*/ 29137 h 34097"/>
                    <a:gd name="connsiteX4" fmla="*/ 5736 w 15878"/>
                    <a:gd name="connsiteY4" fmla="*/ 15483 h 34097"/>
                    <a:gd name="connsiteX5" fmla="*/ 5292 w 15878"/>
                    <a:gd name="connsiteY5" fmla="*/ 11848 h 34097"/>
                    <a:gd name="connsiteX6" fmla="*/ 4672 w 15878"/>
                    <a:gd name="connsiteY6" fmla="*/ 6705 h 34097"/>
                    <a:gd name="connsiteX7" fmla="*/ 7775 w 15878"/>
                    <a:gd name="connsiteY7" fmla="*/ 11 h 34097"/>
                    <a:gd name="connsiteX8" fmla="*/ 13449 w 15878"/>
                    <a:gd name="connsiteY8" fmla="*/ 4134 h 34097"/>
                    <a:gd name="connsiteX9" fmla="*/ 15843 w 15878"/>
                    <a:gd name="connsiteY9" fmla="*/ 10872 h 34097"/>
                    <a:gd name="connsiteX10" fmla="*/ 13848 w 15878"/>
                    <a:gd name="connsiteY10" fmla="*/ 20448 h 34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878" h="34097">
                      <a:moveTo>
                        <a:pt x="13848" y="20448"/>
                      </a:moveTo>
                      <a:cubicBezTo>
                        <a:pt x="12031" y="24748"/>
                        <a:pt x="9105" y="28738"/>
                        <a:pt x="5780" y="32195"/>
                      </a:cubicBezTo>
                      <a:cubicBezTo>
                        <a:pt x="4583" y="33481"/>
                        <a:pt x="2677" y="34767"/>
                        <a:pt x="1081" y="33703"/>
                      </a:cubicBezTo>
                      <a:cubicBezTo>
                        <a:pt x="-382" y="32727"/>
                        <a:pt x="-116" y="30644"/>
                        <a:pt x="460" y="29137"/>
                      </a:cubicBezTo>
                      <a:cubicBezTo>
                        <a:pt x="2189" y="24438"/>
                        <a:pt x="5425" y="20093"/>
                        <a:pt x="5736" y="15483"/>
                      </a:cubicBezTo>
                      <a:cubicBezTo>
                        <a:pt x="5780" y="14773"/>
                        <a:pt x="5558" y="13399"/>
                        <a:pt x="5292" y="11848"/>
                      </a:cubicBezTo>
                      <a:cubicBezTo>
                        <a:pt x="4982" y="10296"/>
                        <a:pt x="4761" y="8390"/>
                        <a:pt x="4672" y="6705"/>
                      </a:cubicBezTo>
                      <a:cubicBezTo>
                        <a:pt x="4583" y="3159"/>
                        <a:pt x="5248" y="189"/>
                        <a:pt x="7775" y="11"/>
                      </a:cubicBezTo>
                      <a:cubicBezTo>
                        <a:pt x="10302" y="-166"/>
                        <a:pt x="12119" y="1784"/>
                        <a:pt x="13449" y="4134"/>
                      </a:cubicBezTo>
                      <a:cubicBezTo>
                        <a:pt x="14779" y="6439"/>
                        <a:pt x="15710" y="9232"/>
                        <a:pt x="15843" y="10872"/>
                      </a:cubicBezTo>
                      <a:cubicBezTo>
                        <a:pt x="16065" y="13798"/>
                        <a:pt x="15223" y="17256"/>
                        <a:pt x="13848" y="2044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33" name="Graphique 2">
                <a:extLst>
                  <a:ext uri="{FF2B5EF4-FFF2-40B4-BE49-F238E27FC236}">
                    <a16:creationId xmlns:a16="http://schemas.microsoft.com/office/drawing/2014/main" id="{337BD02E-24D6-469F-94D4-A63E8911760E}"/>
                  </a:ext>
                </a:extLst>
              </p:cNvPr>
              <p:cNvGrpSpPr/>
              <p:nvPr/>
            </p:nvGrpSpPr>
            <p:grpSpPr>
              <a:xfrm>
                <a:off x="7537923" y="1148421"/>
                <a:ext cx="83999" cy="60039"/>
                <a:chOff x="7537923" y="1148421"/>
                <a:chExt cx="83999" cy="60039"/>
              </a:xfrm>
              <a:solidFill>
                <a:schemeClr val="accent1"/>
              </a:solidFill>
            </p:grpSpPr>
            <p:sp>
              <p:nvSpPr>
                <p:cNvPr id="25563" name="Forme libre : forme 25562">
                  <a:extLst>
                    <a:ext uri="{FF2B5EF4-FFF2-40B4-BE49-F238E27FC236}">
                      <a16:creationId xmlns:a16="http://schemas.microsoft.com/office/drawing/2014/main" id="{1456398E-2769-4EC5-B596-9761FD6CADD8}"/>
                    </a:ext>
                  </a:extLst>
                </p:cNvPr>
                <p:cNvSpPr/>
                <p:nvPr/>
              </p:nvSpPr>
              <p:spPr>
                <a:xfrm>
                  <a:off x="7537923" y="1148421"/>
                  <a:ext cx="83999" cy="60039"/>
                </a:xfrm>
                <a:custGeom>
                  <a:avLst/>
                  <a:gdLst>
                    <a:gd name="connsiteX0" fmla="*/ 67901 w 83999"/>
                    <a:gd name="connsiteY0" fmla="*/ 52549 h 60039"/>
                    <a:gd name="connsiteX1" fmla="*/ 43208 w 83999"/>
                    <a:gd name="connsiteY1" fmla="*/ 59863 h 60039"/>
                    <a:gd name="connsiteX2" fmla="*/ 19979 w 83999"/>
                    <a:gd name="connsiteY2" fmla="*/ 57381 h 60039"/>
                    <a:gd name="connsiteX3" fmla="*/ 7876 w 83999"/>
                    <a:gd name="connsiteY3" fmla="*/ 50909 h 60039"/>
                    <a:gd name="connsiteX4" fmla="*/ 1360 w 83999"/>
                    <a:gd name="connsiteY4" fmla="*/ 41909 h 60039"/>
                    <a:gd name="connsiteX5" fmla="*/ 163 w 83999"/>
                    <a:gd name="connsiteY5" fmla="*/ 32777 h 60039"/>
                    <a:gd name="connsiteX6" fmla="*/ 3576 w 83999"/>
                    <a:gd name="connsiteY6" fmla="*/ 24931 h 60039"/>
                    <a:gd name="connsiteX7" fmla="*/ 13684 w 83999"/>
                    <a:gd name="connsiteY7" fmla="*/ 12075 h 60039"/>
                    <a:gd name="connsiteX8" fmla="*/ 19934 w 83999"/>
                    <a:gd name="connsiteY8" fmla="*/ 6267 h 60039"/>
                    <a:gd name="connsiteX9" fmla="*/ 26584 w 83999"/>
                    <a:gd name="connsiteY9" fmla="*/ 2544 h 60039"/>
                    <a:gd name="connsiteX10" fmla="*/ 32347 w 83999"/>
                    <a:gd name="connsiteY10" fmla="*/ 460 h 60039"/>
                    <a:gd name="connsiteX11" fmla="*/ 36248 w 83999"/>
                    <a:gd name="connsiteY11" fmla="*/ 105 h 60039"/>
                    <a:gd name="connsiteX12" fmla="*/ 38775 w 83999"/>
                    <a:gd name="connsiteY12" fmla="*/ 416 h 60039"/>
                    <a:gd name="connsiteX13" fmla="*/ 38864 w 83999"/>
                    <a:gd name="connsiteY13" fmla="*/ 416 h 60039"/>
                    <a:gd name="connsiteX14" fmla="*/ 40548 w 83999"/>
                    <a:gd name="connsiteY14" fmla="*/ 1169 h 60039"/>
                    <a:gd name="connsiteX15" fmla="*/ 45646 w 83999"/>
                    <a:gd name="connsiteY15" fmla="*/ 2366 h 60039"/>
                    <a:gd name="connsiteX16" fmla="*/ 52917 w 83999"/>
                    <a:gd name="connsiteY16" fmla="*/ 3740 h 60039"/>
                    <a:gd name="connsiteX17" fmla="*/ 60896 w 83999"/>
                    <a:gd name="connsiteY17" fmla="*/ 6578 h 60039"/>
                    <a:gd name="connsiteX18" fmla="*/ 75437 w 83999"/>
                    <a:gd name="connsiteY18" fmla="*/ 14291 h 60039"/>
                    <a:gd name="connsiteX19" fmla="*/ 81820 w 83999"/>
                    <a:gd name="connsiteY19" fmla="*/ 20232 h 60039"/>
                    <a:gd name="connsiteX20" fmla="*/ 83993 w 83999"/>
                    <a:gd name="connsiteY20" fmla="*/ 29630 h 60039"/>
                    <a:gd name="connsiteX21" fmla="*/ 79914 w 83999"/>
                    <a:gd name="connsiteY21" fmla="*/ 41466 h 60039"/>
                    <a:gd name="connsiteX22" fmla="*/ 67901 w 83999"/>
                    <a:gd name="connsiteY22" fmla="*/ 52549 h 60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3999" h="60039">
                      <a:moveTo>
                        <a:pt x="67901" y="52549"/>
                      </a:moveTo>
                      <a:cubicBezTo>
                        <a:pt x="60320" y="56760"/>
                        <a:pt x="51587" y="59287"/>
                        <a:pt x="43208" y="59863"/>
                      </a:cubicBezTo>
                      <a:cubicBezTo>
                        <a:pt x="34830" y="60484"/>
                        <a:pt x="26894" y="59420"/>
                        <a:pt x="19979" y="57381"/>
                      </a:cubicBezTo>
                      <a:cubicBezTo>
                        <a:pt x="15058" y="55962"/>
                        <a:pt x="10979" y="53613"/>
                        <a:pt x="7876" y="50909"/>
                      </a:cubicBezTo>
                      <a:cubicBezTo>
                        <a:pt x="4817" y="48160"/>
                        <a:pt x="2557" y="45057"/>
                        <a:pt x="1360" y="41909"/>
                      </a:cubicBezTo>
                      <a:cubicBezTo>
                        <a:pt x="74" y="38806"/>
                        <a:pt x="-236" y="35659"/>
                        <a:pt x="163" y="32777"/>
                      </a:cubicBezTo>
                      <a:cubicBezTo>
                        <a:pt x="562" y="29896"/>
                        <a:pt x="1759" y="27236"/>
                        <a:pt x="3576" y="24931"/>
                      </a:cubicBezTo>
                      <a:lnTo>
                        <a:pt x="13684" y="12075"/>
                      </a:lnTo>
                      <a:cubicBezTo>
                        <a:pt x="15501" y="9770"/>
                        <a:pt x="17674" y="7863"/>
                        <a:pt x="19934" y="6267"/>
                      </a:cubicBezTo>
                      <a:cubicBezTo>
                        <a:pt x="22151" y="4716"/>
                        <a:pt x="24412" y="3563"/>
                        <a:pt x="26584" y="2544"/>
                      </a:cubicBezTo>
                      <a:cubicBezTo>
                        <a:pt x="28712" y="1657"/>
                        <a:pt x="30662" y="859"/>
                        <a:pt x="32347" y="460"/>
                      </a:cubicBezTo>
                      <a:cubicBezTo>
                        <a:pt x="33987" y="17"/>
                        <a:pt x="35317" y="-116"/>
                        <a:pt x="36248" y="105"/>
                      </a:cubicBezTo>
                      <a:cubicBezTo>
                        <a:pt x="37667" y="549"/>
                        <a:pt x="38509" y="460"/>
                        <a:pt x="38775" y="416"/>
                      </a:cubicBezTo>
                      <a:cubicBezTo>
                        <a:pt x="39085" y="371"/>
                        <a:pt x="38819" y="371"/>
                        <a:pt x="38864" y="416"/>
                      </a:cubicBezTo>
                      <a:cubicBezTo>
                        <a:pt x="38864" y="327"/>
                        <a:pt x="39351" y="859"/>
                        <a:pt x="40548" y="1169"/>
                      </a:cubicBezTo>
                      <a:cubicBezTo>
                        <a:pt x="41701" y="1657"/>
                        <a:pt x="43474" y="1834"/>
                        <a:pt x="45646" y="2366"/>
                      </a:cubicBezTo>
                      <a:cubicBezTo>
                        <a:pt x="47774" y="2677"/>
                        <a:pt x="50257" y="3075"/>
                        <a:pt x="52917" y="3740"/>
                      </a:cubicBezTo>
                      <a:cubicBezTo>
                        <a:pt x="55532" y="4361"/>
                        <a:pt x="58281" y="5203"/>
                        <a:pt x="60896" y="6578"/>
                      </a:cubicBezTo>
                      <a:lnTo>
                        <a:pt x="75437" y="14291"/>
                      </a:lnTo>
                      <a:cubicBezTo>
                        <a:pt x="78052" y="15665"/>
                        <a:pt x="80269" y="17660"/>
                        <a:pt x="81820" y="20232"/>
                      </a:cubicBezTo>
                      <a:cubicBezTo>
                        <a:pt x="83283" y="22803"/>
                        <a:pt x="84081" y="25995"/>
                        <a:pt x="83993" y="29630"/>
                      </a:cubicBezTo>
                      <a:cubicBezTo>
                        <a:pt x="83682" y="33265"/>
                        <a:pt x="82618" y="37388"/>
                        <a:pt x="79914" y="41466"/>
                      </a:cubicBezTo>
                      <a:cubicBezTo>
                        <a:pt x="77343" y="45544"/>
                        <a:pt x="73176" y="49579"/>
                        <a:pt x="67901" y="52549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64" name="Forme libre : forme 25563">
                  <a:extLst>
                    <a:ext uri="{FF2B5EF4-FFF2-40B4-BE49-F238E27FC236}">
                      <a16:creationId xmlns:a16="http://schemas.microsoft.com/office/drawing/2014/main" id="{E9538365-BA6E-422F-9EBB-A18094E52BB4}"/>
                    </a:ext>
                  </a:extLst>
                </p:cNvPr>
                <p:cNvSpPr/>
                <p:nvPr/>
              </p:nvSpPr>
              <p:spPr>
                <a:xfrm>
                  <a:off x="7537960" y="1162357"/>
                  <a:ext cx="83962" cy="46014"/>
                </a:xfrm>
                <a:custGeom>
                  <a:avLst/>
                  <a:gdLst>
                    <a:gd name="connsiteX0" fmla="*/ 30936 w 83962"/>
                    <a:gd name="connsiteY0" fmla="*/ 25801 h 46014"/>
                    <a:gd name="connsiteX1" fmla="*/ 13868 w 83962"/>
                    <a:gd name="connsiteY1" fmla="*/ 19417 h 46014"/>
                    <a:gd name="connsiteX2" fmla="*/ 7928 w 83962"/>
                    <a:gd name="connsiteY2" fmla="*/ 5320 h 46014"/>
                    <a:gd name="connsiteX3" fmla="*/ 3584 w 83962"/>
                    <a:gd name="connsiteY3" fmla="*/ 10905 h 46014"/>
                    <a:gd name="connsiteX4" fmla="*/ 170 w 83962"/>
                    <a:gd name="connsiteY4" fmla="*/ 18752 h 46014"/>
                    <a:gd name="connsiteX5" fmla="*/ 1367 w 83962"/>
                    <a:gd name="connsiteY5" fmla="*/ 27884 h 46014"/>
                    <a:gd name="connsiteX6" fmla="*/ 7884 w 83962"/>
                    <a:gd name="connsiteY6" fmla="*/ 36883 h 46014"/>
                    <a:gd name="connsiteX7" fmla="*/ 19986 w 83962"/>
                    <a:gd name="connsiteY7" fmla="*/ 43356 h 46014"/>
                    <a:gd name="connsiteX8" fmla="*/ 43215 w 83962"/>
                    <a:gd name="connsiteY8" fmla="*/ 45838 h 46014"/>
                    <a:gd name="connsiteX9" fmla="*/ 67908 w 83962"/>
                    <a:gd name="connsiteY9" fmla="*/ 38524 h 46014"/>
                    <a:gd name="connsiteX10" fmla="*/ 79877 w 83962"/>
                    <a:gd name="connsiteY10" fmla="*/ 27441 h 46014"/>
                    <a:gd name="connsiteX11" fmla="*/ 83956 w 83962"/>
                    <a:gd name="connsiteY11" fmla="*/ 15604 h 46014"/>
                    <a:gd name="connsiteX12" fmla="*/ 81783 w 83962"/>
                    <a:gd name="connsiteY12" fmla="*/ 6206 h 46014"/>
                    <a:gd name="connsiteX13" fmla="*/ 75400 w 83962"/>
                    <a:gd name="connsiteY13" fmla="*/ 266 h 46014"/>
                    <a:gd name="connsiteX14" fmla="*/ 74912 w 83962"/>
                    <a:gd name="connsiteY14" fmla="*/ 0 h 46014"/>
                    <a:gd name="connsiteX15" fmla="*/ 67952 w 83962"/>
                    <a:gd name="connsiteY15" fmla="*/ 10817 h 46014"/>
                    <a:gd name="connsiteX16" fmla="*/ 57490 w 83962"/>
                    <a:gd name="connsiteY16" fmla="*/ 19240 h 46014"/>
                    <a:gd name="connsiteX17" fmla="*/ 44678 w 83962"/>
                    <a:gd name="connsiteY17" fmla="*/ 24116 h 46014"/>
                    <a:gd name="connsiteX18" fmla="*/ 30936 w 83962"/>
                    <a:gd name="connsiteY18" fmla="*/ 25801 h 460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83962" h="46014">
                      <a:moveTo>
                        <a:pt x="30936" y="25801"/>
                      </a:moveTo>
                      <a:cubicBezTo>
                        <a:pt x="24242" y="26022"/>
                        <a:pt x="17947" y="23362"/>
                        <a:pt x="13868" y="19417"/>
                      </a:cubicBezTo>
                      <a:cubicBezTo>
                        <a:pt x="9701" y="15516"/>
                        <a:pt x="7706" y="10329"/>
                        <a:pt x="7928" y="5320"/>
                      </a:cubicBezTo>
                      <a:lnTo>
                        <a:pt x="3584" y="10905"/>
                      </a:lnTo>
                      <a:cubicBezTo>
                        <a:pt x="1766" y="13255"/>
                        <a:pt x="569" y="15870"/>
                        <a:pt x="170" y="18752"/>
                      </a:cubicBezTo>
                      <a:cubicBezTo>
                        <a:pt x="-229" y="21633"/>
                        <a:pt x="37" y="24825"/>
                        <a:pt x="1367" y="27884"/>
                      </a:cubicBezTo>
                      <a:cubicBezTo>
                        <a:pt x="2564" y="31032"/>
                        <a:pt x="4825" y="34091"/>
                        <a:pt x="7884" y="36883"/>
                      </a:cubicBezTo>
                      <a:cubicBezTo>
                        <a:pt x="11031" y="39588"/>
                        <a:pt x="15110" y="41937"/>
                        <a:pt x="19986" y="43356"/>
                      </a:cubicBezTo>
                      <a:cubicBezTo>
                        <a:pt x="26902" y="45395"/>
                        <a:pt x="34837" y="46459"/>
                        <a:pt x="43215" y="45838"/>
                      </a:cubicBezTo>
                      <a:cubicBezTo>
                        <a:pt x="51550" y="45262"/>
                        <a:pt x="60327" y="42735"/>
                        <a:pt x="67908" y="38524"/>
                      </a:cubicBezTo>
                      <a:cubicBezTo>
                        <a:pt x="73183" y="35553"/>
                        <a:pt x="77350" y="31519"/>
                        <a:pt x="79877" y="27441"/>
                      </a:cubicBezTo>
                      <a:cubicBezTo>
                        <a:pt x="82581" y="23318"/>
                        <a:pt x="83645" y="19240"/>
                        <a:pt x="83956" y="15604"/>
                      </a:cubicBezTo>
                      <a:cubicBezTo>
                        <a:pt x="84044" y="11969"/>
                        <a:pt x="83246" y="8777"/>
                        <a:pt x="81783" y="6206"/>
                      </a:cubicBezTo>
                      <a:cubicBezTo>
                        <a:pt x="80276" y="3635"/>
                        <a:pt x="78015" y="1640"/>
                        <a:pt x="75400" y="266"/>
                      </a:cubicBezTo>
                      <a:lnTo>
                        <a:pt x="74912" y="0"/>
                      </a:lnTo>
                      <a:cubicBezTo>
                        <a:pt x="73227" y="3901"/>
                        <a:pt x="70789" y="7536"/>
                        <a:pt x="67952" y="10817"/>
                      </a:cubicBezTo>
                      <a:cubicBezTo>
                        <a:pt x="64938" y="14053"/>
                        <a:pt x="61524" y="17023"/>
                        <a:pt x="57490" y="19240"/>
                      </a:cubicBezTo>
                      <a:cubicBezTo>
                        <a:pt x="53500" y="21412"/>
                        <a:pt x="49200" y="23185"/>
                        <a:pt x="44678" y="24116"/>
                      </a:cubicBezTo>
                      <a:cubicBezTo>
                        <a:pt x="40201" y="25180"/>
                        <a:pt x="35590" y="25712"/>
                        <a:pt x="30936" y="2580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65" name="Forme libre : forme 25564">
                  <a:extLst>
                    <a:ext uri="{FF2B5EF4-FFF2-40B4-BE49-F238E27FC236}">
                      <a16:creationId xmlns:a16="http://schemas.microsoft.com/office/drawing/2014/main" id="{8886C409-2BC3-407A-91E1-3958660669D8}"/>
                    </a:ext>
                  </a:extLst>
                </p:cNvPr>
                <p:cNvSpPr/>
                <p:nvPr/>
              </p:nvSpPr>
              <p:spPr>
                <a:xfrm>
                  <a:off x="7567127" y="1167544"/>
                  <a:ext cx="33215" cy="23185"/>
                </a:xfrm>
                <a:custGeom>
                  <a:avLst/>
                  <a:gdLst>
                    <a:gd name="connsiteX0" fmla="*/ 31293 w 33215"/>
                    <a:gd name="connsiteY0" fmla="*/ 3813 h 23185"/>
                    <a:gd name="connsiteX1" fmla="*/ 32046 w 33215"/>
                    <a:gd name="connsiteY1" fmla="*/ 13432 h 23185"/>
                    <a:gd name="connsiteX2" fmla="*/ 27259 w 33215"/>
                    <a:gd name="connsiteY2" fmla="*/ 18885 h 23185"/>
                    <a:gd name="connsiteX3" fmla="*/ 19235 w 33215"/>
                    <a:gd name="connsiteY3" fmla="*/ 22609 h 23185"/>
                    <a:gd name="connsiteX4" fmla="*/ 14713 w 33215"/>
                    <a:gd name="connsiteY4" fmla="*/ 23185 h 23185"/>
                    <a:gd name="connsiteX5" fmla="*/ 10546 w 33215"/>
                    <a:gd name="connsiteY5" fmla="*/ 22786 h 23185"/>
                    <a:gd name="connsiteX6" fmla="*/ 4029 w 33215"/>
                    <a:gd name="connsiteY6" fmla="*/ 20082 h 23185"/>
                    <a:gd name="connsiteX7" fmla="*/ 217 w 33215"/>
                    <a:gd name="connsiteY7" fmla="*/ 11260 h 23185"/>
                    <a:gd name="connsiteX8" fmla="*/ 5935 w 33215"/>
                    <a:gd name="connsiteY8" fmla="*/ 4211 h 23185"/>
                    <a:gd name="connsiteX9" fmla="*/ 9969 w 33215"/>
                    <a:gd name="connsiteY9" fmla="*/ 1995 h 23185"/>
                    <a:gd name="connsiteX10" fmla="*/ 12053 w 33215"/>
                    <a:gd name="connsiteY10" fmla="*/ 1197 h 23185"/>
                    <a:gd name="connsiteX11" fmla="*/ 14181 w 33215"/>
                    <a:gd name="connsiteY11" fmla="*/ 576 h 23185"/>
                    <a:gd name="connsiteX12" fmla="*/ 18437 w 33215"/>
                    <a:gd name="connsiteY12" fmla="*/ 0 h 23185"/>
                    <a:gd name="connsiteX13" fmla="*/ 22914 w 33215"/>
                    <a:gd name="connsiteY13" fmla="*/ 266 h 23185"/>
                    <a:gd name="connsiteX14" fmla="*/ 31293 w 33215"/>
                    <a:gd name="connsiteY14" fmla="*/ 3813 h 2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3215" h="23185">
                      <a:moveTo>
                        <a:pt x="31293" y="3813"/>
                      </a:moveTo>
                      <a:cubicBezTo>
                        <a:pt x="33465" y="6118"/>
                        <a:pt x="33908" y="9487"/>
                        <a:pt x="32046" y="13432"/>
                      </a:cubicBezTo>
                      <a:cubicBezTo>
                        <a:pt x="30983" y="15205"/>
                        <a:pt x="29520" y="17378"/>
                        <a:pt x="27259" y="18885"/>
                      </a:cubicBezTo>
                      <a:cubicBezTo>
                        <a:pt x="25086" y="20614"/>
                        <a:pt x="22294" y="21811"/>
                        <a:pt x="19235" y="22609"/>
                      </a:cubicBezTo>
                      <a:cubicBezTo>
                        <a:pt x="17683" y="22919"/>
                        <a:pt x="16176" y="23096"/>
                        <a:pt x="14713" y="23185"/>
                      </a:cubicBezTo>
                      <a:cubicBezTo>
                        <a:pt x="13250" y="23185"/>
                        <a:pt x="11876" y="23008"/>
                        <a:pt x="10546" y="22786"/>
                      </a:cubicBezTo>
                      <a:cubicBezTo>
                        <a:pt x="7930" y="22298"/>
                        <a:pt x="5714" y="21279"/>
                        <a:pt x="4029" y="20082"/>
                      </a:cubicBezTo>
                      <a:cubicBezTo>
                        <a:pt x="660" y="17555"/>
                        <a:pt x="-537" y="14319"/>
                        <a:pt x="217" y="11260"/>
                      </a:cubicBezTo>
                      <a:cubicBezTo>
                        <a:pt x="970" y="8290"/>
                        <a:pt x="3320" y="5940"/>
                        <a:pt x="5935" y="4211"/>
                      </a:cubicBezTo>
                      <a:cubicBezTo>
                        <a:pt x="7221" y="3325"/>
                        <a:pt x="8640" y="2571"/>
                        <a:pt x="9969" y="1995"/>
                      </a:cubicBezTo>
                      <a:cubicBezTo>
                        <a:pt x="10635" y="1640"/>
                        <a:pt x="11344" y="1419"/>
                        <a:pt x="12053" y="1197"/>
                      </a:cubicBezTo>
                      <a:cubicBezTo>
                        <a:pt x="12718" y="887"/>
                        <a:pt x="13427" y="709"/>
                        <a:pt x="14181" y="576"/>
                      </a:cubicBezTo>
                      <a:cubicBezTo>
                        <a:pt x="15600" y="177"/>
                        <a:pt x="17018" y="89"/>
                        <a:pt x="18437" y="0"/>
                      </a:cubicBezTo>
                      <a:cubicBezTo>
                        <a:pt x="19944" y="89"/>
                        <a:pt x="21318" y="-89"/>
                        <a:pt x="22914" y="266"/>
                      </a:cubicBezTo>
                      <a:cubicBezTo>
                        <a:pt x="25884" y="621"/>
                        <a:pt x="29165" y="1596"/>
                        <a:pt x="31293" y="381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66" name="Forme libre : forme 25565">
                  <a:extLst>
                    <a:ext uri="{FF2B5EF4-FFF2-40B4-BE49-F238E27FC236}">
                      <a16:creationId xmlns:a16="http://schemas.microsoft.com/office/drawing/2014/main" id="{77533C64-AAB5-450A-B60A-6D310B7E641F}"/>
                    </a:ext>
                  </a:extLst>
                </p:cNvPr>
                <p:cNvSpPr/>
                <p:nvPr/>
              </p:nvSpPr>
              <p:spPr>
                <a:xfrm>
                  <a:off x="7567127" y="1170603"/>
                  <a:ext cx="28366" cy="20170"/>
                </a:xfrm>
                <a:custGeom>
                  <a:avLst/>
                  <a:gdLst>
                    <a:gd name="connsiteX0" fmla="*/ 7930 w 28366"/>
                    <a:gd name="connsiteY0" fmla="*/ 0 h 20170"/>
                    <a:gd name="connsiteX1" fmla="*/ 3187 w 28366"/>
                    <a:gd name="connsiteY1" fmla="*/ 3413 h 20170"/>
                    <a:gd name="connsiteX2" fmla="*/ 217 w 28366"/>
                    <a:gd name="connsiteY2" fmla="*/ 8246 h 20170"/>
                    <a:gd name="connsiteX3" fmla="*/ 4029 w 28366"/>
                    <a:gd name="connsiteY3" fmla="*/ 17067 h 20170"/>
                    <a:gd name="connsiteX4" fmla="*/ 10546 w 28366"/>
                    <a:gd name="connsiteY4" fmla="*/ 19772 h 20170"/>
                    <a:gd name="connsiteX5" fmla="*/ 14713 w 28366"/>
                    <a:gd name="connsiteY5" fmla="*/ 20171 h 20170"/>
                    <a:gd name="connsiteX6" fmla="*/ 19235 w 28366"/>
                    <a:gd name="connsiteY6" fmla="*/ 19594 h 20170"/>
                    <a:gd name="connsiteX7" fmla="*/ 24289 w 28366"/>
                    <a:gd name="connsiteY7" fmla="*/ 17777 h 20170"/>
                    <a:gd name="connsiteX8" fmla="*/ 28367 w 28366"/>
                    <a:gd name="connsiteY8" fmla="*/ 15028 h 20170"/>
                    <a:gd name="connsiteX9" fmla="*/ 23047 w 28366"/>
                    <a:gd name="connsiteY9" fmla="*/ 16403 h 20170"/>
                    <a:gd name="connsiteX10" fmla="*/ 10901 w 28366"/>
                    <a:gd name="connsiteY10" fmla="*/ 10861 h 20170"/>
                    <a:gd name="connsiteX11" fmla="*/ 7930 w 28366"/>
                    <a:gd name="connsiteY11" fmla="*/ 0 h 20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366" h="20170">
                      <a:moveTo>
                        <a:pt x="7930" y="0"/>
                      </a:moveTo>
                      <a:cubicBezTo>
                        <a:pt x="6246" y="1020"/>
                        <a:pt x="4561" y="1995"/>
                        <a:pt x="3187" y="3413"/>
                      </a:cubicBezTo>
                      <a:cubicBezTo>
                        <a:pt x="1813" y="4788"/>
                        <a:pt x="704" y="6339"/>
                        <a:pt x="217" y="8246"/>
                      </a:cubicBezTo>
                      <a:cubicBezTo>
                        <a:pt x="-537" y="11304"/>
                        <a:pt x="660" y="14541"/>
                        <a:pt x="4029" y="17067"/>
                      </a:cubicBezTo>
                      <a:cubicBezTo>
                        <a:pt x="5714" y="18264"/>
                        <a:pt x="7930" y="19284"/>
                        <a:pt x="10546" y="19772"/>
                      </a:cubicBezTo>
                      <a:cubicBezTo>
                        <a:pt x="11876" y="19993"/>
                        <a:pt x="13250" y="20126"/>
                        <a:pt x="14713" y="20171"/>
                      </a:cubicBezTo>
                      <a:cubicBezTo>
                        <a:pt x="16176" y="20082"/>
                        <a:pt x="17683" y="19905"/>
                        <a:pt x="19235" y="19594"/>
                      </a:cubicBezTo>
                      <a:cubicBezTo>
                        <a:pt x="21008" y="19151"/>
                        <a:pt x="22692" y="18486"/>
                        <a:pt x="24289" y="17777"/>
                      </a:cubicBezTo>
                      <a:cubicBezTo>
                        <a:pt x="25796" y="16979"/>
                        <a:pt x="27170" y="16004"/>
                        <a:pt x="28367" y="15028"/>
                      </a:cubicBezTo>
                      <a:cubicBezTo>
                        <a:pt x="26638" y="15737"/>
                        <a:pt x="24909" y="16403"/>
                        <a:pt x="23047" y="16403"/>
                      </a:cubicBezTo>
                      <a:cubicBezTo>
                        <a:pt x="17861" y="16403"/>
                        <a:pt x="13427" y="14053"/>
                        <a:pt x="10901" y="10861"/>
                      </a:cubicBezTo>
                      <a:cubicBezTo>
                        <a:pt x="8285" y="7758"/>
                        <a:pt x="7487" y="3724"/>
                        <a:pt x="7930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67" name="Forme libre : forme 25566">
                  <a:extLst>
                    <a:ext uri="{FF2B5EF4-FFF2-40B4-BE49-F238E27FC236}">
                      <a16:creationId xmlns:a16="http://schemas.microsoft.com/office/drawing/2014/main" id="{17ADE9B5-46BF-422B-8DF9-E8FEB1C58548}"/>
                    </a:ext>
                  </a:extLst>
                </p:cNvPr>
                <p:cNvSpPr/>
                <p:nvPr/>
              </p:nvSpPr>
              <p:spPr>
                <a:xfrm>
                  <a:off x="7568307" y="1169140"/>
                  <a:ext cx="35154" cy="23807"/>
                </a:xfrm>
                <a:custGeom>
                  <a:avLst/>
                  <a:gdLst>
                    <a:gd name="connsiteX0" fmla="*/ 33039 w 35154"/>
                    <a:gd name="connsiteY0" fmla="*/ 2793 h 23807"/>
                    <a:gd name="connsiteX1" fmla="*/ 35078 w 35154"/>
                    <a:gd name="connsiteY1" fmla="*/ 6960 h 23807"/>
                    <a:gd name="connsiteX2" fmla="*/ 34014 w 35154"/>
                    <a:gd name="connsiteY2" fmla="*/ 12590 h 23807"/>
                    <a:gd name="connsiteX3" fmla="*/ 29271 w 35154"/>
                    <a:gd name="connsiteY3" fmla="*/ 18575 h 23807"/>
                    <a:gd name="connsiteX4" fmla="*/ 20937 w 35154"/>
                    <a:gd name="connsiteY4" fmla="*/ 22875 h 23807"/>
                    <a:gd name="connsiteX5" fmla="*/ 16149 w 35154"/>
                    <a:gd name="connsiteY5" fmla="*/ 23717 h 23807"/>
                    <a:gd name="connsiteX6" fmla="*/ 11716 w 35154"/>
                    <a:gd name="connsiteY6" fmla="*/ 23628 h 23807"/>
                    <a:gd name="connsiteX7" fmla="*/ 4667 w 35154"/>
                    <a:gd name="connsiteY7" fmla="*/ 21234 h 23807"/>
                    <a:gd name="connsiteX8" fmla="*/ 766 w 35154"/>
                    <a:gd name="connsiteY8" fmla="*/ 17156 h 23807"/>
                    <a:gd name="connsiteX9" fmla="*/ 145 w 35154"/>
                    <a:gd name="connsiteY9" fmla="*/ 12590 h 23807"/>
                    <a:gd name="connsiteX10" fmla="*/ 2229 w 35154"/>
                    <a:gd name="connsiteY10" fmla="*/ 8467 h 23807"/>
                    <a:gd name="connsiteX11" fmla="*/ 5864 w 35154"/>
                    <a:gd name="connsiteY11" fmla="*/ 5320 h 23807"/>
                    <a:gd name="connsiteX12" fmla="*/ 10120 w 35154"/>
                    <a:gd name="connsiteY12" fmla="*/ 2926 h 23807"/>
                    <a:gd name="connsiteX13" fmla="*/ 12381 w 35154"/>
                    <a:gd name="connsiteY13" fmla="*/ 1995 h 23807"/>
                    <a:gd name="connsiteX14" fmla="*/ 14686 w 35154"/>
                    <a:gd name="connsiteY14" fmla="*/ 1241 h 23807"/>
                    <a:gd name="connsiteX15" fmla="*/ 19429 w 35154"/>
                    <a:gd name="connsiteY15" fmla="*/ 310 h 23807"/>
                    <a:gd name="connsiteX16" fmla="*/ 24261 w 35154"/>
                    <a:gd name="connsiteY16" fmla="*/ 0 h 23807"/>
                    <a:gd name="connsiteX17" fmla="*/ 29005 w 35154"/>
                    <a:gd name="connsiteY17" fmla="*/ 665 h 23807"/>
                    <a:gd name="connsiteX18" fmla="*/ 33039 w 35154"/>
                    <a:gd name="connsiteY18" fmla="*/ 2793 h 23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154" h="23807">
                      <a:moveTo>
                        <a:pt x="33039" y="2793"/>
                      </a:moveTo>
                      <a:cubicBezTo>
                        <a:pt x="34147" y="3901"/>
                        <a:pt x="34856" y="5275"/>
                        <a:pt x="35078" y="6960"/>
                      </a:cubicBezTo>
                      <a:cubicBezTo>
                        <a:pt x="35344" y="8689"/>
                        <a:pt x="34901" y="10506"/>
                        <a:pt x="34014" y="12590"/>
                      </a:cubicBezTo>
                      <a:cubicBezTo>
                        <a:pt x="33172" y="14674"/>
                        <a:pt x="31399" y="16624"/>
                        <a:pt x="29271" y="18575"/>
                      </a:cubicBezTo>
                      <a:cubicBezTo>
                        <a:pt x="27010" y="20304"/>
                        <a:pt x="24173" y="21988"/>
                        <a:pt x="20937" y="22875"/>
                      </a:cubicBezTo>
                      <a:cubicBezTo>
                        <a:pt x="19341" y="23407"/>
                        <a:pt x="17745" y="23628"/>
                        <a:pt x="16149" y="23717"/>
                      </a:cubicBezTo>
                      <a:cubicBezTo>
                        <a:pt x="14597" y="23850"/>
                        <a:pt x="13090" y="23850"/>
                        <a:pt x="11716" y="23628"/>
                      </a:cubicBezTo>
                      <a:cubicBezTo>
                        <a:pt x="8878" y="23318"/>
                        <a:pt x="6529" y="22387"/>
                        <a:pt x="4667" y="21234"/>
                      </a:cubicBezTo>
                      <a:cubicBezTo>
                        <a:pt x="2805" y="20171"/>
                        <a:pt x="1564" y="18575"/>
                        <a:pt x="766" y="17156"/>
                      </a:cubicBezTo>
                      <a:cubicBezTo>
                        <a:pt x="12" y="15649"/>
                        <a:pt x="-165" y="14142"/>
                        <a:pt x="145" y="12590"/>
                      </a:cubicBezTo>
                      <a:cubicBezTo>
                        <a:pt x="455" y="11083"/>
                        <a:pt x="1209" y="9708"/>
                        <a:pt x="2229" y="8467"/>
                      </a:cubicBezTo>
                      <a:cubicBezTo>
                        <a:pt x="3248" y="7226"/>
                        <a:pt x="4490" y="6339"/>
                        <a:pt x="5864" y="5320"/>
                      </a:cubicBezTo>
                      <a:cubicBezTo>
                        <a:pt x="7238" y="4389"/>
                        <a:pt x="8657" y="3635"/>
                        <a:pt x="10120" y="2926"/>
                      </a:cubicBezTo>
                      <a:cubicBezTo>
                        <a:pt x="10873" y="2616"/>
                        <a:pt x="11627" y="2305"/>
                        <a:pt x="12381" y="1995"/>
                      </a:cubicBezTo>
                      <a:cubicBezTo>
                        <a:pt x="13134" y="1729"/>
                        <a:pt x="13932" y="1507"/>
                        <a:pt x="14686" y="1241"/>
                      </a:cubicBezTo>
                      <a:cubicBezTo>
                        <a:pt x="16282" y="842"/>
                        <a:pt x="17789" y="399"/>
                        <a:pt x="19429" y="310"/>
                      </a:cubicBezTo>
                      <a:cubicBezTo>
                        <a:pt x="20937" y="-44"/>
                        <a:pt x="22665" y="89"/>
                        <a:pt x="24261" y="0"/>
                      </a:cubicBezTo>
                      <a:cubicBezTo>
                        <a:pt x="25857" y="0"/>
                        <a:pt x="27586" y="310"/>
                        <a:pt x="29005" y="665"/>
                      </a:cubicBezTo>
                      <a:cubicBezTo>
                        <a:pt x="30556" y="975"/>
                        <a:pt x="31931" y="1684"/>
                        <a:pt x="33039" y="279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68" name="Forme libre : forme 25567">
                  <a:extLst>
                    <a:ext uri="{FF2B5EF4-FFF2-40B4-BE49-F238E27FC236}">
                      <a16:creationId xmlns:a16="http://schemas.microsoft.com/office/drawing/2014/main" id="{15B66BC2-FCE0-427D-9484-D8084AB00B9A}"/>
                    </a:ext>
                  </a:extLst>
                </p:cNvPr>
                <p:cNvSpPr/>
                <p:nvPr/>
              </p:nvSpPr>
              <p:spPr>
                <a:xfrm>
                  <a:off x="7549821" y="1159855"/>
                  <a:ext cx="51896" cy="44105"/>
                </a:xfrm>
                <a:custGeom>
                  <a:avLst/>
                  <a:gdLst>
                    <a:gd name="connsiteX0" fmla="*/ 3914 w 51896"/>
                    <a:gd name="connsiteY0" fmla="*/ 15181 h 44105"/>
                    <a:gd name="connsiteX1" fmla="*/ 13 w 51896"/>
                    <a:gd name="connsiteY1" fmla="*/ 24934 h 44105"/>
                    <a:gd name="connsiteX2" fmla="*/ 4623 w 51896"/>
                    <a:gd name="connsiteY2" fmla="*/ 35263 h 44105"/>
                    <a:gd name="connsiteX3" fmla="*/ 17834 w 51896"/>
                    <a:gd name="connsiteY3" fmla="*/ 42711 h 44105"/>
                    <a:gd name="connsiteX4" fmla="*/ 32596 w 51896"/>
                    <a:gd name="connsiteY4" fmla="*/ 43819 h 44105"/>
                    <a:gd name="connsiteX5" fmla="*/ 40043 w 51896"/>
                    <a:gd name="connsiteY5" fmla="*/ 41913 h 44105"/>
                    <a:gd name="connsiteX6" fmla="*/ 46427 w 51896"/>
                    <a:gd name="connsiteY6" fmla="*/ 38278 h 44105"/>
                    <a:gd name="connsiteX7" fmla="*/ 51703 w 51896"/>
                    <a:gd name="connsiteY7" fmla="*/ 30830 h 44105"/>
                    <a:gd name="connsiteX8" fmla="*/ 49575 w 51896"/>
                    <a:gd name="connsiteY8" fmla="*/ 25333 h 44105"/>
                    <a:gd name="connsiteX9" fmla="*/ 45319 w 51896"/>
                    <a:gd name="connsiteY9" fmla="*/ 24358 h 44105"/>
                    <a:gd name="connsiteX10" fmla="*/ 40531 w 51896"/>
                    <a:gd name="connsiteY10" fmla="*/ 24003 h 44105"/>
                    <a:gd name="connsiteX11" fmla="*/ 24616 w 51896"/>
                    <a:gd name="connsiteY11" fmla="*/ 14029 h 44105"/>
                    <a:gd name="connsiteX12" fmla="*/ 22621 w 51896"/>
                    <a:gd name="connsiteY12" fmla="*/ 9906 h 44105"/>
                    <a:gd name="connsiteX13" fmla="*/ 20760 w 51896"/>
                    <a:gd name="connsiteY13" fmla="*/ 5118 h 44105"/>
                    <a:gd name="connsiteX14" fmla="*/ 18765 w 51896"/>
                    <a:gd name="connsiteY14" fmla="*/ 1306 h 44105"/>
                    <a:gd name="connsiteX15" fmla="*/ 15706 w 51896"/>
                    <a:gd name="connsiteY15" fmla="*/ 20 h 44105"/>
                    <a:gd name="connsiteX16" fmla="*/ 8790 w 51896"/>
                    <a:gd name="connsiteY16" fmla="*/ 6049 h 44105"/>
                    <a:gd name="connsiteX17" fmla="*/ 3914 w 51896"/>
                    <a:gd name="connsiteY17" fmla="*/ 15181 h 4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1896" h="44105">
                      <a:moveTo>
                        <a:pt x="3914" y="15181"/>
                      </a:moveTo>
                      <a:cubicBezTo>
                        <a:pt x="2141" y="18196"/>
                        <a:pt x="190" y="21299"/>
                        <a:pt x="13" y="24934"/>
                      </a:cubicBezTo>
                      <a:cubicBezTo>
                        <a:pt x="-165" y="28436"/>
                        <a:pt x="1520" y="32027"/>
                        <a:pt x="4623" y="35263"/>
                      </a:cubicBezTo>
                      <a:cubicBezTo>
                        <a:pt x="7815" y="38411"/>
                        <a:pt x="12381" y="41248"/>
                        <a:pt x="17834" y="42711"/>
                      </a:cubicBezTo>
                      <a:cubicBezTo>
                        <a:pt x="22267" y="44041"/>
                        <a:pt x="27498" y="44440"/>
                        <a:pt x="32596" y="43819"/>
                      </a:cubicBezTo>
                      <a:cubicBezTo>
                        <a:pt x="35167" y="43465"/>
                        <a:pt x="37694" y="42755"/>
                        <a:pt x="40043" y="41913"/>
                      </a:cubicBezTo>
                      <a:cubicBezTo>
                        <a:pt x="42393" y="40893"/>
                        <a:pt x="44610" y="39741"/>
                        <a:pt x="46427" y="38278"/>
                      </a:cubicBezTo>
                      <a:cubicBezTo>
                        <a:pt x="49176" y="36061"/>
                        <a:pt x="51215" y="33357"/>
                        <a:pt x="51703" y="30830"/>
                      </a:cubicBezTo>
                      <a:cubicBezTo>
                        <a:pt x="52279" y="28348"/>
                        <a:pt x="51570" y="26397"/>
                        <a:pt x="49575" y="25333"/>
                      </a:cubicBezTo>
                      <a:cubicBezTo>
                        <a:pt x="48333" y="24668"/>
                        <a:pt x="46871" y="24491"/>
                        <a:pt x="45319" y="24358"/>
                      </a:cubicBezTo>
                      <a:cubicBezTo>
                        <a:pt x="43723" y="24181"/>
                        <a:pt x="42038" y="24136"/>
                        <a:pt x="40531" y="24003"/>
                      </a:cubicBezTo>
                      <a:cubicBezTo>
                        <a:pt x="33083" y="23205"/>
                        <a:pt x="27586" y="19038"/>
                        <a:pt x="24616" y="14029"/>
                      </a:cubicBezTo>
                      <a:cubicBezTo>
                        <a:pt x="23996" y="13009"/>
                        <a:pt x="23286" y="11546"/>
                        <a:pt x="22621" y="9906"/>
                      </a:cubicBezTo>
                      <a:cubicBezTo>
                        <a:pt x="22001" y="8310"/>
                        <a:pt x="21336" y="6626"/>
                        <a:pt x="20760" y="5118"/>
                      </a:cubicBezTo>
                      <a:cubicBezTo>
                        <a:pt x="20139" y="3611"/>
                        <a:pt x="19563" y="2281"/>
                        <a:pt x="18765" y="1306"/>
                      </a:cubicBezTo>
                      <a:cubicBezTo>
                        <a:pt x="18011" y="419"/>
                        <a:pt x="17080" y="-113"/>
                        <a:pt x="15706" y="20"/>
                      </a:cubicBezTo>
                      <a:cubicBezTo>
                        <a:pt x="13268" y="242"/>
                        <a:pt x="10874" y="2813"/>
                        <a:pt x="8790" y="6049"/>
                      </a:cubicBezTo>
                      <a:cubicBezTo>
                        <a:pt x="6751" y="9241"/>
                        <a:pt x="5155" y="13053"/>
                        <a:pt x="3914" y="1518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69" name="Forme libre : forme 25568">
                  <a:extLst>
                    <a:ext uri="{FF2B5EF4-FFF2-40B4-BE49-F238E27FC236}">
                      <a16:creationId xmlns:a16="http://schemas.microsoft.com/office/drawing/2014/main" id="{DDF44C43-C3D5-431B-B09F-50DC14EA853A}"/>
                    </a:ext>
                  </a:extLst>
                </p:cNvPr>
                <p:cNvSpPr/>
                <p:nvPr/>
              </p:nvSpPr>
              <p:spPr>
                <a:xfrm>
                  <a:off x="7563631" y="1161904"/>
                  <a:ext cx="11207" cy="9585"/>
                </a:xfrm>
                <a:custGeom>
                  <a:avLst/>
                  <a:gdLst>
                    <a:gd name="connsiteX0" fmla="*/ 1718 w 11207"/>
                    <a:gd name="connsiteY0" fmla="*/ 4664 h 9585"/>
                    <a:gd name="connsiteX1" fmla="*/ 211 w 11207"/>
                    <a:gd name="connsiteY1" fmla="*/ 6659 h 9585"/>
                    <a:gd name="connsiteX2" fmla="*/ 432 w 11207"/>
                    <a:gd name="connsiteY2" fmla="*/ 8965 h 9585"/>
                    <a:gd name="connsiteX3" fmla="*/ 2427 w 11207"/>
                    <a:gd name="connsiteY3" fmla="*/ 9585 h 9585"/>
                    <a:gd name="connsiteX4" fmla="*/ 7658 w 11207"/>
                    <a:gd name="connsiteY4" fmla="*/ 8521 h 9585"/>
                    <a:gd name="connsiteX5" fmla="*/ 9476 w 11207"/>
                    <a:gd name="connsiteY5" fmla="*/ 7369 h 9585"/>
                    <a:gd name="connsiteX6" fmla="*/ 11205 w 11207"/>
                    <a:gd name="connsiteY6" fmla="*/ 2670 h 9585"/>
                    <a:gd name="connsiteX7" fmla="*/ 9432 w 11207"/>
                    <a:gd name="connsiteY7" fmla="*/ 10 h 9585"/>
                    <a:gd name="connsiteX8" fmla="*/ 5708 w 11207"/>
                    <a:gd name="connsiteY8" fmla="*/ 1606 h 9585"/>
                    <a:gd name="connsiteX9" fmla="*/ 1718 w 11207"/>
                    <a:gd name="connsiteY9" fmla="*/ 4664 h 9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207" h="9585">
                      <a:moveTo>
                        <a:pt x="1718" y="4664"/>
                      </a:moveTo>
                      <a:cubicBezTo>
                        <a:pt x="1142" y="5241"/>
                        <a:pt x="565" y="5861"/>
                        <a:pt x="211" y="6659"/>
                      </a:cubicBezTo>
                      <a:cubicBezTo>
                        <a:pt x="-100" y="7457"/>
                        <a:pt x="-100" y="8433"/>
                        <a:pt x="432" y="8965"/>
                      </a:cubicBezTo>
                      <a:cubicBezTo>
                        <a:pt x="920" y="9452"/>
                        <a:pt x="1718" y="9541"/>
                        <a:pt x="2427" y="9585"/>
                      </a:cubicBezTo>
                      <a:cubicBezTo>
                        <a:pt x="4245" y="9585"/>
                        <a:pt x="6062" y="9231"/>
                        <a:pt x="7658" y="8521"/>
                      </a:cubicBezTo>
                      <a:cubicBezTo>
                        <a:pt x="8323" y="8211"/>
                        <a:pt x="8944" y="7901"/>
                        <a:pt x="9476" y="7369"/>
                      </a:cubicBezTo>
                      <a:cubicBezTo>
                        <a:pt x="10584" y="6305"/>
                        <a:pt x="11160" y="4221"/>
                        <a:pt x="11205" y="2670"/>
                      </a:cubicBezTo>
                      <a:cubicBezTo>
                        <a:pt x="11249" y="1118"/>
                        <a:pt x="10806" y="-123"/>
                        <a:pt x="9432" y="10"/>
                      </a:cubicBezTo>
                      <a:cubicBezTo>
                        <a:pt x="8368" y="187"/>
                        <a:pt x="7082" y="630"/>
                        <a:pt x="5708" y="1606"/>
                      </a:cubicBezTo>
                      <a:cubicBezTo>
                        <a:pt x="4333" y="2404"/>
                        <a:pt x="2915" y="3512"/>
                        <a:pt x="1718" y="466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70" name="Forme libre : forme 25569">
                  <a:extLst>
                    <a:ext uri="{FF2B5EF4-FFF2-40B4-BE49-F238E27FC236}">
                      <a16:creationId xmlns:a16="http://schemas.microsoft.com/office/drawing/2014/main" id="{30539609-1197-4B0D-8DD6-2E77413C1C49}"/>
                    </a:ext>
                  </a:extLst>
                </p:cNvPr>
                <p:cNvSpPr/>
                <p:nvPr/>
              </p:nvSpPr>
              <p:spPr>
                <a:xfrm>
                  <a:off x="7606001" y="1163643"/>
                  <a:ext cx="12292" cy="35730"/>
                </a:xfrm>
                <a:custGeom>
                  <a:avLst/>
                  <a:gdLst>
                    <a:gd name="connsiteX0" fmla="*/ 4078 w 12292"/>
                    <a:gd name="connsiteY0" fmla="*/ 0 h 35730"/>
                    <a:gd name="connsiteX1" fmla="*/ 6384 w 12292"/>
                    <a:gd name="connsiteY1" fmla="*/ 1596 h 35730"/>
                    <a:gd name="connsiteX2" fmla="*/ 10684 w 12292"/>
                    <a:gd name="connsiteY2" fmla="*/ 7049 h 35730"/>
                    <a:gd name="connsiteX3" fmla="*/ 11881 w 12292"/>
                    <a:gd name="connsiteY3" fmla="*/ 18176 h 35730"/>
                    <a:gd name="connsiteX4" fmla="*/ 8556 w 12292"/>
                    <a:gd name="connsiteY4" fmla="*/ 26421 h 35730"/>
                    <a:gd name="connsiteX5" fmla="*/ 0 w 12292"/>
                    <a:gd name="connsiteY5" fmla="*/ 35731 h 35730"/>
                    <a:gd name="connsiteX6" fmla="*/ 3502 w 12292"/>
                    <a:gd name="connsiteY6" fmla="*/ 32273 h 35730"/>
                    <a:gd name="connsiteX7" fmla="*/ 8955 w 12292"/>
                    <a:gd name="connsiteY7" fmla="*/ 22831 h 35730"/>
                    <a:gd name="connsiteX8" fmla="*/ 10108 w 12292"/>
                    <a:gd name="connsiteY8" fmla="*/ 10773 h 35730"/>
                    <a:gd name="connsiteX9" fmla="*/ 4078 w 12292"/>
                    <a:gd name="connsiteY9" fmla="*/ 0 h 35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292" h="35730">
                      <a:moveTo>
                        <a:pt x="4078" y="0"/>
                      </a:moveTo>
                      <a:cubicBezTo>
                        <a:pt x="4078" y="0"/>
                        <a:pt x="5054" y="488"/>
                        <a:pt x="6384" y="1596"/>
                      </a:cubicBezTo>
                      <a:cubicBezTo>
                        <a:pt x="7714" y="2704"/>
                        <a:pt x="9398" y="4433"/>
                        <a:pt x="10684" y="7049"/>
                      </a:cubicBezTo>
                      <a:cubicBezTo>
                        <a:pt x="12058" y="9708"/>
                        <a:pt x="12812" y="13299"/>
                        <a:pt x="11881" y="18176"/>
                      </a:cubicBezTo>
                      <a:cubicBezTo>
                        <a:pt x="11437" y="20614"/>
                        <a:pt x="10240" y="23363"/>
                        <a:pt x="8556" y="26421"/>
                      </a:cubicBezTo>
                      <a:cubicBezTo>
                        <a:pt x="6561" y="29391"/>
                        <a:pt x="3990" y="32672"/>
                        <a:pt x="0" y="35731"/>
                      </a:cubicBezTo>
                      <a:cubicBezTo>
                        <a:pt x="0" y="35731"/>
                        <a:pt x="1507" y="34489"/>
                        <a:pt x="3502" y="32273"/>
                      </a:cubicBezTo>
                      <a:cubicBezTo>
                        <a:pt x="5275" y="29968"/>
                        <a:pt x="7758" y="26687"/>
                        <a:pt x="8955" y="22831"/>
                      </a:cubicBezTo>
                      <a:cubicBezTo>
                        <a:pt x="10418" y="19018"/>
                        <a:pt x="10772" y="14762"/>
                        <a:pt x="10108" y="10773"/>
                      </a:cubicBezTo>
                      <a:cubicBezTo>
                        <a:pt x="9354" y="6783"/>
                        <a:pt x="7270" y="3059"/>
                        <a:pt x="407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71" name="Forme libre : forme 25570">
                  <a:extLst>
                    <a:ext uri="{FF2B5EF4-FFF2-40B4-BE49-F238E27FC236}">
                      <a16:creationId xmlns:a16="http://schemas.microsoft.com/office/drawing/2014/main" id="{57DCD9EC-1307-4D37-A9C4-5AC423B63220}"/>
                    </a:ext>
                  </a:extLst>
                </p:cNvPr>
                <p:cNvSpPr/>
                <p:nvPr/>
              </p:nvSpPr>
              <p:spPr>
                <a:xfrm>
                  <a:off x="7551518" y="1150243"/>
                  <a:ext cx="22653" cy="12291"/>
                </a:xfrm>
                <a:custGeom>
                  <a:avLst/>
                  <a:gdLst>
                    <a:gd name="connsiteX0" fmla="*/ 22653 w 22653"/>
                    <a:gd name="connsiteY0" fmla="*/ 12 h 12291"/>
                    <a:gd name="connsiteX1" fmla="*/ 21412 w 22653"/>
                    <a:gd name="connsiteY1" fmla="*/ 145 h 12291"/>
                    <a:gd name="connsiteX2" fmla="*/ 19771 w 22653"/>
                    <a:gd name="connsiteY2" fmla="*/ 499 h 12291"/>
                    <a:gd name="connsiteX3" fmla="*/ 17289 w 22653"/>
                    <a:gd name="connsiteY3" fmla="*/ 1209 h 12291"/>
                    <a:gd name="connsiteX4" fmla="*/ 9930 w 22653"/>
                    <a:gd name="connsiteY4" fmla="*/ 4401 h 12291"/>
                    <a:gd name="connsiteX5" fmla="*/ 0 w 22653"/>
                    <a:gd name="connsiteY5" fmla="*/ 12291 h 12291"/>
                    <a:gd name="connsiteX6" fmla="*/ 2394 w 22653"/>
                    <a:gd name="connsiteY6" fmla="*/ 10430 h 12291"/>
                    <a:gd name="connsiteX7" fmla="*/ 8423 w 22653"/>
                    <a:gd name="connsiteY7" fmla="*/ 6573 h 12291"/>
                    <a:gd name="connsiteX8" fmla="*/ 16048 w 22653"/>
                    <a:gd name="connsiteY8" fmla="*/ 2627 h 12291"/>
                    <a:gd name="connsiteX9" fmla="*/ 22653 w 22653"/>
                    <a:gd name="connsiteY9" fmla="*/ 12 h 12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653" h="12291">
                      <a:moveTo>
                        <a:pt x="22653" y="12"/>
                      </a:moveTo>
                      <a:cubicBezTo>
                        <a:pt x="22653" y="-33"/>
                        <a:pt x="22254" y="56"/>
                        <a:pt x="21412" y="145"/>
                      </a:cubicBezTo>
                      <a:cubicBezTo>
                        <a:pt x="20968" y="189"/>
                        <a:pt x="20437" y="322"/>
                        <a:pt x="19771" y="499"/>
                      </a:cubicBezTo>
                      <a:cubicBezTo>
                        <a:pt x="19062" y="632"/>
                        <a:pt x="18264" y="854"/>
                        <a:pt x="17289" y="1209"/>
                      </a:cubicBezTo>
                      <a:cubicBezTo>
                        <a:pt x="15383" y="1785"/>
                        <a:pt x="12900" y="2760"/>
                        <a:pt x="9930" y="4401"/>
                      </a:cubicBezTo>
                      <a:cubicBezTo>
                        <a:pt x="6960" y="6129"/>
                        <a:pt x="3546" y="8390"/>
                        <a:pt x="0" y="12291"/>
                      </a:cubicBezTo>
                      <a:cubicBezTo>
                        <a:pt x="0" y="12291"/>
                        <a:pt x="887" y="11538"/>
                        <a:pt x="2394" y="10430"/>
                      </a:cubicBezTo>
                      <a:cubicBezTo>
                        <a:pt x="3901" y="9321"/>
                        <a:pt x="5985" y="7991"/>
                        <a:pt x="8423" y="6573"/>
                      </a:cubicBezTo>
                      <a:cubicBezTo>
                        <a:pt x="10817" y="5154"/>
                        <a:pt x="13521" y="3780"/>
                        <a:pt x="16048" y="2627"/>
                      </a:cubicBezTo>
                      <a:cubicBezTo>
                        <a:pt x="18530" y="1430"/>
                        <a:pt x="20924" y="544"/>
                        <a:pt x="22653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72" name="Forme libre : forme 25571">
                  <a:extLst>
                    <a:ext uri="{FF2B5EF4-FFF2-40B4-BE49-F238E27FC236}">
                      <a16:creationId xmlns:a16="http://schemas.microsoft.com/office/drawing/2014/main" id="{BFE8F9C8-C107-4019-B367-419C527330F9}"/>
                    </a:ext>
                  </a:extLst>
                </p:cNvPr>
                <p:cNvSpPr/>
                <p:nvPr/>
              </p:nvSpPr>
              <p:spPr>
                <a:xfrm>
                  <a:off x="7580118" y="1170007"/>
                  <a:ext cx="11053" cy="7166"/>
                </a:xfrm>
                <a:custGeom>
                  <a:avLst/>
                  <a:gdLst>
                    <a:gd name="connsiteX0" fmla="*/ 10988 w 11053"/>
                    <a:gd name="connsiteY0" fmla="*/ 3078 h 7166"/>
                    <a:gd name="connsiteX1" fmla="*/ 5313 w 11053"/>
                    <a:gd name="connsiteY1" fmla="*/ 7156 h 7166"/>
                    <a:gd name="connsiteX2" fmla="*/ 38 w 11053"/>
                    <a:gd name="connsiteY2" fmla="*/ 2812 h 7166"/>
                    <a:gd name="connsiteX3" fmla="*/ 1722 w 11053"/>
                    <a:gd name="connsiteY3" fmla="*/ 640 h 7166"/>
                    <a:gd name="connsiteX4" fmla="*/ 5092 w 11053"/>
                    <a:gd name="connsiteY4" fmla="*/ 19 h 7166"/>
                    <a:gd name="connsiteX5" fmla="*/ 8860 w 11053"/>
                    <a:gd name="connsiteY5" fmla="*/ 906 h 7166"/>
                    <a:gd name="connsiteX6" fmla="*/ 10988 w 11053"/>
                    <a:gd name="connsiteY6" fmla="*/ 3078 h 7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3" h="7166">
                      <a:moveTo>
                        <a:pt x="10988" y="3078"/>
                      </a:moveTo>
                      <a:cubicBezTo>
                        <a:pt x="11520" y="5029"/>
                        <a:pt x="8771" y="7334"/>
                        <a:pt x="5313" y="7156"/>
                      </a:cubicBezTo>
                      <a:cubicBezTo>
                        <a:pt x="1855" y="7068"/>
                        <a:pt x="-317" y="4674"/>
                        <a:pt x="38" y="2812"/>
                      </a:cubicBezTo>
                      <a:cubicBezTo>
                        <a:pt x="171" y="1837"/>
                        <a:pt x="792" y="1039"/>
                        <a:pt x="1722" y="640"/>
                      </a:cubicBezTo>
                      <a:cubicBezTo>
                        <a:pt x="2609" y="152"/>
                        <a:pt x="3717" y="-69"/>
                        <a:pt x="5092" y="19"/>
                      </a:cubicBezTo>
                      <a:cubicBezTo>
                        <a:pt x="6377" y="-25"/>
                        <a:pt x="7796" y="418"/>
                        <a:pt x="8860" y="906"/>
                      </a:cubicBezTo>
                      <a:cubicBezTo>
                        <a:pt x="9924" y="1349"/>
                        <a:pt x="10766" y="2058"/>
                        <a:pt x="10988" y="307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73" name="Forme libre : forme 25572">
                  <a:extLst>
                    <a:ext uri="{FF2B5EF4-FFF2-40B4-BE49-F238E27FC236}">
                      <a16:creationId xmlns:a16="http://schemas.microsoft.com/office/drawing/2014/main" id="{2FA95D70-4842-494A-B608-B9F0C2438EA7}"/>
                    </a:ext>
                  </a:extLst>
                </p:cNvPr>
                <p:cNvSpPr/>
                <p:nvPr/>
              </p:nvSpPr>
              <p:spPr>
                <a:xfrm>
                  <a:off x="7589178" y="1170640"/>
                  <a:ext cx="3084" cy="3220"/>
                </a:xfrm>
                <a:custGeom>
                  <a:avLst/>
                  <a:gdLst>
                    <a:gd name="connsiteX0" fmla="*/ 2814 w 3084"/>
                    <a:gd name="connsiteY0" fmla="*/ 805 h 3220"/>
                    <a:gd name="connsiteX1" fmla="*/ 2326 w 3084"/>
                    <a:gd name="connsiteY1" fmla="*/ 2978 h 3220"/>
                    <a:gd name="connsiteX2" fmla="*/ 199 w 3084"/>
                    <a:gd name="connsiteY2" fmla="*/ 2357 h 3220"/>
                    <a:gd name="connsiteX3" fmla="*/ 686 w 3084"/>
                    <a:gd name="connsiteY3" fmla="*/ 185 h 3220"/>
                    <a:gd name="connsiteX4" fmla="*/ 2814 w 3084"/>
                    <a:gd name="connsiteY4" fmla="*/ 805 h 3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4" h="3220">
                      <a:moveTo>
                        <a:pt x="2814" y="805"/>
                      </a:moveTo>
                      <a:cubicBezTo>
                        <a:pt x="3302" y="1559"/>
                        <a:pt x="3125" y="2534"/>
                        <a:pt x="2326" y="2978"/>
                      </a:cubicBezTo>
                      <a:cubicBezTo>
                        <a:pt x="1573" y="3465"/>
                        <a:pt x="598" y="3199"/>
                        <a:pt x="199" y="2357"/>
                      </a:cubicBezTo>
                      <a:cubicBezTo>
                        <a:pt x="-200" y="1603"/>
                        <a:pt x="21" y="584"/>
                        <a:pt x="686" y="185"/>
                      </a:cubicBezTo>
                      <a:cubicBezTo>
                        <a:pt x="1351" y="-214"/>
                        <a:pt x="2282" y="52"/>
                        <a:pt x="2814" y="80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74" name="Forme libre : forme 25573">
                  <a:extLst>
                    <a:ext uri="{FF2B5EF4-FFF2-40B4-BE49-F238E27FC236}">
                      <a16:creationId xmlns:a16="http://schemas.microsoft.com/office/drawing/2014/main" id="{F7237774-9268-4E72-BF99-C709240E08A0}"/>
                    </a:ext>
                  </a:extLst>
                </p:cNvPr>
                <p:cNvSpPr/>
                <p:nvPr/>
              </p:nvSpPr>
              <p:spPr>
                <a:xfrm>
                  <a:off x="7577762" y="1152738"/>
                  <a:ext cx="27393" cy="16000"/>
                </a:xfrm>
                <a:custGeom>
                  <a:avLst/>
                  <a:gdLst>
                    <a:gd name="connsiteX0" fmla="*/ 12280 w 27393"/>
                    <a:gd name="connsiteY0" fmla="*/ 3458 h 16000"/>
                    <a:gd name="connsiteX1" fmla="*/ 24958 w 27393"/>
                    <a:gd name="connsiteY1" fmla="*/ 10107 h 16000"/>
                    <a:gd name="connsiteX2" fmla="*/ 27086 w 27393"/>
                    <a:gd name="connsiteY2" fmla="*/ 14585 h 16000"/>
                    <a:gd name="connsiteX3" fmla="*/ 22520 w 27393"/>
                    <a:gd name="connsiteY3" fmla="*/ 15737 h 16000"/>
                    <a:gd name="connsiteX4" fmla="*/ 9309 w 27393"/>
                    <a:gd name="connsiteY4" fmla="*/ 10152 h 16000"/>
                    <a:gd name="connsiteX5" fmla="*/ 6561 w 27393"/>
                    <a:gd name="connsiteY5" fmla="*/ 9753 h 16000"/>
                    <a:gd name="connsiteX6" fmla="*/ 3148 w 27393"/>
                    <a:gd name="connsiteY6" fmla="*/ 8600 h 16000"/>
                    <a:gd name="connsiteX7" fmla="*/ 709 w 27393"/>
                    <a:gd name="connsiteY7" fmla="*/ 6206 h 16000"/>
                    <a:gd name="connsiteX8" fmla="*/ 0 w 27393"/>
                    <a:gd name="connsiteY8" fmla="*/ 3014 h 16000"/>
                    <a:gd name="connsiteX9" fmla="*/ 842 w 27393"/>
                    <a:gd name="connsiteY9" fmla="*/ 0 h 16000"/>
                    <a:gd name="connsiteX10" fmla="*/ 2128 w 27393"/>
                    <a:gd name="connsiteY10" fmla="*/ 310 h 16000"/>
                    <a:gd name="connsiteX11" fmla="*/ 3857 w 27393"/>
                    <a:gd name="connsiteY11" fmla="*/ 754 h 16000"/>
                    <a:gd name="connsiteX12" fmla="*/ 7581 w 27393"/>
                    <a:gd name="connsiteY12" fmla="*/ 1906 h 16000"/>
                    <a:gd name="connsiteX13" fmla="*/ 12280 w 27393"/>
                    <a:gd name="connsiteY13" fmla="*/ 3458 h 16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393" h="16000">
                      <a:moveTo>
                        <a:pt x="12280" y="3458"/>
                      </a:moveTo>
                      <a:cubicBezTo>
                        <a:pt x="16668" y="5142"/>
                        <a:pt x="21013" y="7270"/>
                        <a:pt x="24958" y="10107"/>
                      </a:cubicBezTo>
                      <a:cubicBezTo>
                        <a:pt x="26377" y="11127"/>
                        <a:pt x="28106" y="12900"/>
                        <a:pt x="27086" y="14585"/>
                      </a:cubicBezTo>
                      <a:cubicBezTo>
                        <a:pt x="26199" y="16137"/>
                        <a:pt x="24116" y="16225"/>
                        <a:pt x="22520" y="15737"/>
                      </a:cubicBezTo>
                      <a:cubicBezTo>
                        <a:pt x="17644" y="14230"/>
                        <a:pt x="13166" y="11260"/>
                        <a:pt x="9309" y="10152"/>
                      </a:cubicBezTo>
                      <a:cubicBezTo>
                        <a:pt x="8733" y="10019"/>
                        <a:pt x="7625" y="9841"/>
                        <a:pt x="6561" y="9753"/>
                      </a:cubicBezTo>
                      <a:cubicBezTo>
                        <a:pt x="5408" y="9487"/>
                        <a:pt x="4211" y="9265"/>
                        <a:pt x="3148" y="8600"/>
                      </a:cubicBezTo>
                      <a:cubicBezTo>
                        <a:pt x="2128" y="8024"/>
                        <a:pt x="1241" y="7226"/>
                        <a:pt x="709" y="6206"/>
                      </a:cubicBezTo>
                      <a:cubicBezTo>
                        <a:pt x="177" y="5275"/>
                        <a:pt x="0" y="4211"/>
                        <a:pt x="0" y="3014"/>
                      </a:cubicBezTo>
                      <a:cubicBezTo>
                        <a:pt x="89" y="621"/>
                        <a:pt x="355" y="89"/>
                        <a:pt x="842" y="0"/>
                      </a:cubicBezTo>
                      <a:cubicBezTo>
                        <a:pt x="1153" y="133"/>
                        <a:pt x="1507" y="0"/>
                        <a:pt x="2128" y="310"/>
                      </a:cubicBezTo>
                      <a:cubicBezTo>
                        <a:pt x="2660" y="310"/>
                        <a:pt x="3325" y="532"/>
                        <a:pt x="3857" y="754"/>
                      </a:cubicBezTo>
                      <a:cubicBezTo>
                        <a:pt x="4832" y="975"/>
                        <a:pt x="6118" y="1419"/>
                        <a:pt x="7581" y="1906"/>
                      </a:cubicBezTo>
                      <a:cubicBezTo>
                        <a:pt x="9043" y="2350"/>
                        <a:pt x="10640" y="2837"/>
                        <a:pt x="12280" y="345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34" name="Graphique 2">
                <a:extLst>
                  <a:ext uri="{FF2B5EF4-FFF2-40B4-BE49-F238E27FC236}">
                    <a16:creationId xmlns:a16="http://schemas.microsoft.com/office/drawing/2014/main" id="{E8C3321D-346E-40F5-9E81-781EA38969A7}"/>
                  </a:ext>
                </a:extLst>
              </p:cNvPr>
              <p:cNvGrpSpPr/>
              <p:nvPr/>
            </p:nvGrpSpPr>
            <p:grpSpPr>
              <a:xfrm>
                <a:off x="7583464" y="1088977"/>
                <a:ext cx="64535" cy="75658"/>
                <a:chOff x="7583464" y="1088977"/>
                <a:chExt cx="64535" cy="75658"/>
              </a:xfrm>
              <a:solidFill>
                <a:schemeClr val="accent1"/>
              </a:solidFill>
            </p:grpSpPr>
            <p:sp>
              <p:nvSpPr>
                <p:cNvPr id="25551" name="Forme libre : forme 25550">
                  <a:extLst>
                    <a:ext uri="{FF2B5EF4-FFF2-40B4-BE49-F238E27FC236}">
                      <a16:creationId xmlns:a16="http://schemas.microsoft.com/office/drawing/2014/main" id="{2B121DEE-4367-4B63-A855-E995F82901E4}"/>
                    </a:ext>
                  </a:extLst>
                </p:cNvPr>
                <p:cNvSpPr/>
                <p:nvPr/>
              </p:nvSpPr>
              <p:spPr>
                <a:xfrm>
                  <a:off x="7583464" y="1088977"/>
                  <a:ext cx="64447" cy="75658"/>
                </a:xfrm>
                <a:custGeom>
                  <a:avLst/>
                  <a:gdLst>
                    <a:gd name="connsiteX0" fmla="*/ 64119 w 64447"/>
                    <a:gd name="connsiteY0" fmla="*/ 28252 h 75658"/>
                    <a:gd name="connsiteX1" fmla="*/ 61770 w 64447"/>
                    <a:gd name="connsiteY1" fmla="*/ 41551 h 75658"/>
                    <a:gd name="connsiteX2" fmla="*/ 59110 w 64447"/>
                    <a:gd name="connsiteY2" fmla="*/ 55072 h 75658"/>
                    <a:gd name="connsiteX3" fmla="*/ 54677 w 64447"/>
                    <a:gd name="connsiteY3" fmla="*/ 65401 h 75658"/>
                    <a:gd name="connsiteX4" fmla="*/ 47140 w 64447"/>
                    <a:gd name="connsiteY4" fmla="*/ 72760 h 75658"/>
                    <a:gd name="connsiteX5" fmla="*/ 38274 w 64447"/>
                    <a:gd name="connsiteY5" fmla="*/ 75641 h 75658"/>
                    <a:gd name="connsiteX6" fmla="*/ 29807 w 64447"/>
                    <a:gd name="connsiteY6" fmla="*/ 73691 h 75658"/>
                    <a:gd name="connsiteX7" fmla="*/ 15267 w 64447"/>
                    <a:gd name="connsiteY7" fmla="*/ 65977 h 75658"/>
                    <a:gd name="connsiteX8" fmla="*/ 8395 w 64447"/>
                    <a:gd name="connsiteY8" fmla="*/ 60924 h 75658"/>
                    <a:gd name="connsiteX9" fmla="*/ 3386 w 64447"/>
                    <a:gd name="connsiteY9" fmla="*/ 55116 h 75658"/>
                    <a:gd name="connsiteX10" fmla="*/ 504 w 64447"/>
                    <a:gd name="connsiteY10" fmla="*/ 49176 h 75658"/>
                    <a:gd name="connsiteX11" fmla="*/ 327 w 64447"/>
                    <a:gd name="connsiteY11" fmla="*/ 42881 h 75658"/>
                    <a:gd name="connsiteX12" fmla="*/ 2632 w 64447"/>
                    <a:gd name="connsiteY12" fmla="*/ 30823 h 75658"/>
                    <a:gd name="connsiteX13" fmla="*/ 4716 w 64447"/>
                    <a:gd name="connsiteY13" fmla="*/ 18455 h 75658"/>
                    <a:gd name="connsiteX14" fmla="*/ 13405 w 64447"/>
                    <a:gd name="connsiteY14" fmla="*/ 4313 h 75658"/>
                    <a:gd name="connsiteX15" fmla="*/ 29630 w 64447"/>
                    <a:gd name="connsiteY15" fmla="*/ 235 h 75658"/>
                    <a:gd name="connsiteX16" fmla="*/ 46077 w 64447"/>
                    <a:gd name="connsiteY16" fmla="*/ 2673 h 75658"/>
                    <a:gd name="connsiteX17" fmla="*/ 60351 w 64447"/>
                    <a:gd name="connsiteY17" fmla="*/ 11450 h 75658"/>
                    <a:gd name="connsiteX18" fmla="*/ 64119 w 64447"/>
                    <a:gd name="connsiteY18" fmla="*/ 28252 h 75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4447" h="75658">
                      <a:moveTo>
                        <a:pt x="64119" y="28252"/>
                      </a:moveTo>
                      <a:lnTo>
                        <a:pt x="61770" y="41551"/>
                      </a:lnTo>
                      <a:lnTo>
                        <a:pt x="59110" y="55072"/>
                      </a:lnTo>
                      <a:cubicBezTo>
                        <a:pt x="58223" y="58796"/>
                        <a:pt x="56849" y="62342"/>
                        <a:pt x="54677" y="65401"/>
                      </a:cubicBezTo>
                      <a:cubicBezTo>
                        <a:pt x="52593" y="68460"/>
                        <a:pt x="50066" y="70942"/>
                        <a:pt x="47140" y="72760"/>
                      </a:cubicBezTo>
                      <a:cubicBezTo>
                        <a:pt x="44348" y="74533"/>
                        <a:pt x="41333" y="75509"/>
                        <a:pt x="38274" y="75641"/>
                      </a:cubicBezTo>
                      <a:cubicBezTo>
                        <a:pt x="35304" y="75774"/>
                        <a:pt x="32467" y="75110"/>
                        <a:pt x="29807" y="73691"/>
                      </a:cubicBezTo>
                      <a:lnTo>
                        <a:pt x="15267" y="65977"/>
                      </a:lnTo>
                      <a:cubicBezTo>
                        <a:pt x="12651" y="64559"/>
                        <a:pt x="10346" y="62786"/>
                        <a:pt x="8395" y="60924"/>
                      </a:cubicBezTo>
                      <a:cubicBezTo>
                        <a:pt x="6445" y="59106"/>
                        <a:pt x="4760" y="57111"/>
                        <a:pt x="3386" y="55116"/>
                      </a:cubicBezTo>
                      <a:cubicBezTo>
                        <a:pt x="2100" y="53210"/>
                        <a:pt x="1036" y="51171"/>
                        <a:pt x="504" y="49176"/>
                      </a:cubicBezTo>
                      <a:cubicBezTo>
                        <a:pt x="17" y="47225"/>
                        <a:pt x="-249" y="45053"/>
                        <a:pt x="327" y="42881"/>
                      </a:cubicBezTo>
                      <a:lnTo>
                        <a:pt x="2632" y="30823"/>
                      </a:lnTo>
                      <a:lnTo>
                        <a:pt x="4716" y="18455"/>
                      </a:lnTo>
                      <a:cubicBezTo>
                        <a:pt x="5691" y="12647"/>
                        <a:pt x="8883" y="7594"/>
                        <a:pt x="13405" y="4313"/>
                      </a:cubicBezTo>
                      <a:cubicBezTo>
                        <a:pt x="17927" y="1033"/>
                        <a:pt x="23690" y="-652"/>
                        <a:pt x="29630" y="235"/>
                      </a:cubicBezTo>
                      <a:lnTo>
                        <a:pt x="46077" y="2673"/>
                      </a:lnTo>
                      <a:cubicBezTo>
                        <a:pt x="52017" y="3559"/>
                        <a:pt x="57071" y="6840"/>
                        <a:pt x="60351" y="11450"/>
                      </a:cubicBezTo>
                      <a:cubicBezTo>
                        <a:pt x="63587" y="16105"/>
                        <a:pt x="65183" y="22001"/>
                        <a:pt x="64119" y="2825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52" name="Forme libre : forme 25551">
                  <a:extLst>
                    <a:ext uri="{FF2B5EF4-FFF2-40B4-BE49-F238E27FC236}">
                      <a16:creationId xmlns:a16="http://schemas.microsoft.com/office/drawing/2014/main" id="{3AD6E18E-B0AF-4079-B738-02B43B8A2B7B}"/>
                    </a:ext>
                  </a:extLst>
                </p:cNvPr>
                <p:cNvSpPr/>
                <p:nvPr/>
              </p:nvSpPr>
              <p:spPr>
                <a:xfrm>
                  <a:off x="7607065" y="1091605"/>
                  <a:ext cx="40935" cy="73029"/>
                </a:xfrm>
                <a:custGeom>
                  <a:avLst/>
                  <a:gdLst>
                    <a:gd name="connsiteX0" fmla="*/ 17112 w 40935"/>
                    <a:gd name="connsiteY0" fmla="*/ 43799 h 73029"/>
                    <a:gd name="connsiteX1" fmla="*/ 16270 w 40935"/>
                    <a:gd name="connsiteY1" fmla="*/ 51912 h 73029"/>
                    <a:gd name="connsiteX2" fmla="*/ 12812 w 40935"/>
                    <a:gd name="connsiteY2" fmla="*/ 59492 h 73029"/>
                    <a:gd name="connsiteX3" fmla="*/ 0 w 40935"/>
                    <a:gd name="connsiteY3" fmla="*/ 67738 h 73029"/>
                    <a:gd name="connsiteX4" fmla="*/ 6295 w 40935"/>
                    <a:gd name="connsiteY4" fmla="*/ 71062 h 73029"/>
                    <a:gd name="connsiteX5" fmla="*/ 14762 w 40935"/>
                    <a:gd name="connsiteY5" fmla="*/ 73013 h 73029"/>
                    <a:gd name="connsiteX6" fmla="*/ 23628 w 40935"/>
                    <a:gd name="connsiteY6" fmla="*/ 70132 h 73029"/>
                    <a:gd name="connsiteX7" fmla="*/ 31165 w 40935"/>
                    <a:gd name="connsiteY7" fmla="*/ 62773 h 73029"/>
                    <a:gd name="connsiteX8" fmla="*/ 35598 w 40935"/>
                    <a:gd name="connsiteY8" fmla="*/ 52444 h 73029"/>
                    <a:gd name="connsiteX9" fmla="*/ 38258 w 40935"/>
                    <a:gd name="connsiteY9" fmla="*/ 38923 h 73029"/>
                    <a:gd name="connsiteX10" fmla="*/ 40607 w 40935"/>
                    <a:gd name="connsiteY10" fmla="*/ 25623 h 73029"/>
                    <a:gd name="connsiteX11" fmla="*/ 36839 w 40935"/>
                    <a:gd name="connsiteY11" fmla="*/ 8866 h 73029"/>
                    <a:gd name="connsiteX12" fmla="*/ 22565 w 40935"/>
                    <a:gd name="connsiteY12" fmla="*/ 89 h 73029"/>
                    <a:gd name="connsiteX13" fmla="*/ 22033 w 40935"/>
                    <a:gd name="connsiteY13" fmla="*/ 0 h 73029"/>
                    <a:gd name="connsiteX14" fmla="*/ 17112 w 40935"/>
                    <a:gd name="connsiteY14" fmla="*/ 43799 h 73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935" h="73029">
                      <a:moveTo>
                        <a:pt x="17112" y="43799"/>
                      </a:moveTo>
                      <a:cubicBezTo>
                        <a:pt x="17245" y="46503"/>
                        <a:pt x="17068" y="49119"/>
                        <a:pt x="16270" y="51912"/>
                      </a:cubicBezTo>
                      <a:cubicBezTo>
                        <a:pt x="15605" y="54660"/>
                        <a:pt x="14408" y="57231"/>
                        <a:pt x="12812" y="59492"/>
                      </a:cubicBezTo>
                      <a:cubicBezTo>
                        <a:pt x="9753" y="64014"/>
                        <a:pt x="5054" y="67117"/>
                        <a:pt x="0" y="67738"/>
                      </a:cubicBezTo>
                      <a:lnTo>
                        <a:pt x="6295" y="71062"/>
                      </a:lnTo>
                      <a:cubicBezTo>
                        <a:pt x="8911" y="72481"/>
                        <a:pt x="11792" y="73146"/>
                        <a:pt x="14762" y="73013"/>
                      </a:cubicBezTo>
                      <a:cubicBezTo>
                        <a:pt x="17777" y="72880"/>
                        <a:pt x="20836" y="71861"/>
                        <a:pt x="23628" y="70132"/>
                      </a:cubicBezTo>
                      <a:cubicBezTo>
                        <a:pt x="26554" y="68358"/>
                        <a:pt x="29037" y="65831"/>
                        <a:pt x="31165" y="62773"/>
                      </a:cubicBezTo>
                      <a:cubicBezTo>
                        <a:pt x="33337" y="59714"/>
                        <a:pt x="34711" y="56123"/>
                        <a:pt x="35598" y="52444"/>
                      </a:cubicBezTo>
                      <a:lnTo>
                        <a:pt x="38258" y="38923"/>
                      </a:lnTo>
                      <a:lnTo>
                        <a:pt x="40607" y="25623"/>
                      </a:lnTo>
                      <a:cubicBezTo>
                        <a:pt x="41671" y="19417"/>
                        <a:pt x="40075" y="13477"/>
                        <a:pt x="36839" y="8866"/>
                      </a:cubicBezTo>
                      <a:cubicBezTo>
                        <a:pt x="33559" y="4211"/>
                        <a:pt x="28505" y="975"/>
                        <a:pt x="22565" y="89"/>
                      </a:cubicBezTo>
                      <a:lnTo>
                        <a:pt x="22033" y="0"/>
                      </a:lnTo>
                      <a:cubicBezTo>
                        <a:pt x="20836" y="14895"/>
                        <a:pt x="16314" y="28505"/>
                        <a:pt x="17112" y="4379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53" name="Forme libre : forme 25552">
                  <a:extLst>
                    <a:ext uri="{FF2B5EF4-FFF2-40B4-BE49-F238E27FC236}">
                      <a16:creationId xmlns:a16="http://schemas.microsoft.com/office/drawing/2014/main" id="{453DB3BF-8821-4AF9-9529-21351B54A5E0}"/>
                    </a:ext>
                  </a:extLst>
                </p:cNvPr>
                <p:cNvSpPr/>
                <p:nvPr/>
              </p:nvSpPr>
              <p:spPr>
                <a:xfrm>
                  <a:off x="7606336" y="1104848"/>
                  <a:ext cx="23102" cy="31841"/>
                </a:xfrm>
                <a:custGeom>
                  <a:avLst/>
                  <a:gdLst>
                    <a:gd name="connsiteX0" fmla="*/ 14161 w 23102"/>
                    <a:gd name="connsiteY0" fmla="*/ 100 h 31841"/>
                    <a:gd name="connsiteX1" fmla="*/ 22762 w 23102"/>
                    <a:gd name="connsiteY1" fmla="*/ 17877 h 31841"/>
                    <a:gd name="connsiteX2" fmla="*/ 17353 w 23102"/>
                    <a:gd name="connsiteY2" fmla="*/ 28605 h 31841"/>
                    <a:gd name="connsiteX3" fmla="*/ 8576 w 23102"/>
                    <a:gd name="connsiteY3" fmla="*/ 31664 h 31841"/>
                    <a:gd name="connsiteX4" fmla="*/ 1571 w 23102"/>
                    <a:gd name="connsiteY4" fmla="*/ 25502 h 31841"/>
                    <a:gd name="connsiteX5" fmla="*/ 330 w 23102"/>
                    <a:gd name="connsiteY5" fmla="*/ 13932 h 31841"/>
                    <a:gd name="connsiteX6" fmla="*/ 14161 w 23102"/>
                    <a:gd name="connsiteY6" fmla="*/ 100 h 31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102" h="31841">
                      <a:moveTo>
                        <a:pt x="14161" y="100"/>
                      </a:moveTo>
                      <a:cubicBezTo>
                        <a:pt x="20412" y="1076"/>
                        <a:pt x="24313" y="9011"/>
                        <a:pt x="22762" y="17877"/>
                      </a:cubicBezTo>
                      <a:cubicBezTo>
                        <a:pt x="22052" y="22310"/>
                        <a:pt x="19924" y="26123"/>
                        <a:pt x="17353" y="28605"/>
                      </a:cubicBezTo>
                      <a:cubicBezTo>
                        <a:pt x="14782" y="31088"/>
                        <a:pt x="11634" y="32329"/>
                        <a:pt x="8576" y="31664"/>
                      </a:cubicBezTo>
                      <a:cubicBezTo>
                        <a:pt x="5517" y="30999"/>
                        <a:pt x="3079" y="28694"/>
                        <a:pt x="1571" y="25502"/>
                      </a:cubicBezTo>
                      <a:cubicBezTo>
                        <a:pt x="64" y="22310"/>
                        <a:pt x="-379" y="18232"/>
                        <a:pt x="330" y="13932"/>
                      </a:cubicBezTo>
                      <a:cubicBezTo>
                        <a:pt x="1793" y="5376"/>
                        <a:pt x="7955" y="-875"/>
                        <a:pt x="14161" y="10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54" name="Forme libre : forme 25553">
                  <a:extLst>
                    <a:ext uri="{FF2B5EF4-FFF2-40B4-BE49-F238E27FC236}">
                      <a16:creationId xmlns:a16="http://schemas.microsoft.com/office/drawing/2014/main" id="{E1BE602B-15F0-4F67-9A25-DDC60F3695F6}"/>
                    </a:ext>
                  </a:extLst>
                </p:cNvPr>
                <p:cNvSpPr/>
                <p:nvPr/>
              </p:nvSpPr>
              <p:spPr>
                <a:xfrm>
                  <a:off x="7606976" y="1115367"/>
                  <a:ext cx="22414" cy="21351"/>
                </a:xfrm>
                <a:custGeom>
                  <a:avLst/>
                  <a:gdLst>
                    <a:gd name="connsiteX0" fmla="*/ 0 w 22414"/>
                    <a:gd name="connsiteY0" fmla="*/ 12501 h 21351"/>
                    <a:gd name="connsiteX1" fmla="*/ 7891 w 22414"/>
                    <a:gd name="connsiteY1" fmla="*/ 21190 h 21351"/>
                    <a:gd name="connsiteX2" fmla="*/ 16668 w 22414"/>
                    <a:gd name="connsiteY2" fmla="*/ 18131 h 21351"/>
                    <a:gd name="connsiteX3" fmla="*/ 22077 w 22414"/>
                    <a:gd name="connsiteY3" fmla="*/ 7403 h 21351"/>
                    <a:gd name="connsiteX4" fmla="*/ 22121 w 22414"/>
                    <a:gd name="connsiteY4" fmla="*/ 0 h 21351"/>
                    <a:gd name="connsiteX5" fmla="*/ 20658 w 22414"/>
                    <a:gd name="connsiteY5" fmla="*/ 3812 h 21351"/>
                    <a:gd name="connsiteX6" fmla="*/ 0 w 22414"/>
                    <a:gd name="connsiteY6" fmla="*/ 12501 h 21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414" h="21351">
                      <a:moveTo>
                        <a:pt x="0" y="12501"/>
                      </a:moveTo>
                      <a:cubicBezTo>
                        <a:pt x="1197" y="16979"/>
                        <a:pt x="4078" y="20392"/>
                        <a:pt x="7891" y="21190"/>
                      </a:cubicBezTo>
                      <a:cubicBezTo>
                        <a:pt x="10950" y="21811"/>
                        <a:pt x="14097" y="20614"/>
                        <a:pt x="16668" y="18131"/>
                      </a:cubicBezTo>
                      <a:cubicBezTo>
                        <a:pt x="19239" y="15649"/>
                        <a:pt x="21323" y="11836"/>
                        <a:pt x="22077" y="7403"/>
                      </a:cubicBezTo>
                      <a:cubicBezTo>
                        <a:pt x="22520" y="4832"/>
                        <a:pt x="22520" y="2305"/>
                        <a:pt x="22121" y="0"/>
                      </a:cubicBezTo>
                      <a:cubicBezTo>
                        <a:pt x="21855" y="1330"/>
                        <a:pt x="21367" y="2616"/>
                        <a:pt x="20658" y="3812"/>
                      </a:cubicBezTo>
                      <a:cubicBezTo>
                        <a:pt x="16048" y="10329"/>
                        <a:pt x="7403" y="14496"/>
                        <a:pt x="0" y="12501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55" name="Forme libre : forme 25554">
                  <a:extLst>
                    <a:ext uri="{FF2B5EF4-FFF2-40B4-BE49-F238E27FC236}">
                      <a16:creationId xmlns:a16="http://schemas.microsoft.com/office/drawing/2014/main" id="{E15A3C4E-E03F-47DF-897E-F7205A069E44}"/>
                    </a:ext>
                  </a:extLst>
                </p:cNvPr>
                <p:cNvSpPr/>
                <p:nvPr/>
              </p:nvSpPr>
              <p:spPr>
                <a:xfrm>
                  <a:off x="7609070" y="1103652"/>
                  <a:ext cx="23069" cy="32007"/>
                </a:xfrm>
                <a:custGeom>
                  <a:avLst/>
                  <a:gdLst>
                    <a:gd name="connsiteX0" fmla="*/ 14131 w 23069"/>
                    <a:gd name="connsiteY0" fmla="*/ 100 h 32007"/>
                    <a:gd name="connsiteX1" fmla="*/ 22731 w 23069"/>
                    <a:gd name="connsiteY1" fmla="*/ 17921 h 32007"/>
                    <a:gd name="connsiteX2" fmla="*/ 8589 w 23069"/>
                    <a:gd name="connsiteY2" fmla="*/ 31841 h 32007"/>
                    <a:gd name="connsiteX3" fmla="*/ 299 w 23069"/>
                    <a:gd name="connsiteY3" fmla="*/ 14065 h 32007"/>
                    <a:gd name="connsiteX4" fmla="*/ 14131 w 23069"/>
                    <a:gd name="connsiteY4" fmla="*/ 10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69" h="32007">
                      <a:moveTo>
                        <a:pt x="14131" y="100"/>
                      </a:moveTo>
                      <a:cubicBezTo>
                        <a:pt x="20337" y="1076"/>
                        <a:pt x="24282" y="9011"/>
                        <a:pt x="22731" y="17921"/>
                      </a:cubicBezTo>
                      <a:cubicBezTo>
                        <a:pt x="21268" y="26832"/>
                        <a:pt x="14663" y="33127"/>
                        <a:pt x="8589" y="31841"/>
                      </a:cubicBezTo>
                      <a:cubicBezTo>
                        <a:pt x="2383" y="30556"/>
                        <a:pt x="-1075" y="22665"/>
                        <a:pt x="299" y="14065"/>
                      </a:cubicBezTo>
                      <a:cubicBezTo>
                        <a:pt x="1807" y="5376"/>
                        <a:pt x="7924" y="-875"/>
                        <a:pt x="14131" y="10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56" name="Forme libre : forme 25555">
                  <a:extLst>
                    <a:ext uri="{FF2B5EF4-FFF2-40B4-BE49-F238E27FC236}">
                      <a16:creationId xmlns:a16="http://schemas.microsoft.com/office/drawing/2014/main" id="{C583174B-65D5-4AEE-B34B-99921D21A45A}"/>
                    </a:ext>
                  </a:extLst>
                </p:cNvPr>
                <p:cNvSpPr/>
                <p:nvPr/>
              </p:nvSpPr>
              <p:spPr>
                <a:xfrm>
                  <a:off x="7595839" y="1112789"/>
                  <a:ext cx="45291" cy="39829"/>
                </a:xfrm>
                <a:custGeom>
                  <a:avLst/>
                  <a:gdLst>
                    <a:gd name="connsiteX0" fmla="*/ 16988 w 45291"/>
                    <a:gd name="connsiteY0" fmla="*/ 37554 h 39829"/>
                    <a:gd name="connsiteX1" fmla="*/ 27318 w 45291"/>
                    <a:gd name="connsiteY1" fmla="*/ 39771 h 39829"/>
                    <a:gd name="connsiteX2" fmla="*/ 36671 w 45291"/>
                    <a:gd name="connsiteY2" fmla="*/ 34451 h 39829"/>
                    <a:gd name="connsiteX3" fmla="*/ 40218 w 45291"/>
                    <a:gd name="connsiteY3" fmla="*/ 29575 h 39829"/>
                    <a:gd name="connsiteX4" fmla="*/ 42701 w 45291"/>
                    <a:gd name="connsiteY4" fmla="*/ 24698 h 39829"/>
                    <a:gd name="connsiteX5" fmla="*/ 44429 w 45291"/>
                    <a:gd name="connsiteY5" fmla="*/ 7276 h 39829"/>
                    <a:gd name="connsiteX6" fmla="*/ 35297 w 45291"/>
                    <a:gd name="connsiteY6" fmla="*/ 139 h 39829"/>
                    <a:gd name="connsiteX7" fmla="*/ 29091 w 45291"/>
                    <a:gd name="connsiteY7" fmla="*/ 4838 h 39829"/>
                    <a:gd name="connsiteX8" fmla="*/ 14373 w 45291"/>
                    <a:gd name="connsiteY8" fmla="*/ 16098 h 39829"/>
                    <a:gd name="connsiteX9" fmla="*/ 5019 w 45291"/>
                    <a:gd name="connsiteY9" fmla="*/ 20974 h 39829"/>
                    <a:gd name="connsiteX10" fmla="*/ 98 w 45291"/>
                    <a:gd name="connsiteY10" fmla="*/ 28156 h 39829"/>
                    <a:gd name="connsiteX11" fmla="*/ 7192 w 45291"/>
                    <a:gd name="connsiteY11" fmla="*/ 34274 h 39829"/>
                    <a:gd name="connsiteX12" fmla="*/ 16988 w 45291"/>
                    <a:gd name="connsiteY12" fmla="*/ 37554 h 39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291" h="39829">
                      <a:moveTo>
                        <a:pt x="16988" y="37554"/>
                      </a:moveTo>
                      <a:cubicBezTo>
                        <a:pt x="20313" y="38795"/>
                        <a:pt x="23727" y="40125"/>
                        <a:pt x="27318" y="39771"/>
                      </a:cubicBezTo>
                      <a:cubicBezTo>
                        <a:pt x="30731" y="39416"/>
                        <a:pt x="34100" y="37377"/>
                        <a:pt x="36671" y="34451"/>
                      </a:cubicBezTo>
                      <a:cubicBezTo>
                        <a:pt x="37957" y="33032"/>
                        <a:pt x="39243" y="31171"/>
                        <a:pt x="40218" y="29575"/>
                      </a:cubicBezTo>
                      <a:cubicBezTo>
                        <a:pt x="41149" y="28023"/>
                        <a:pt x="41991" y="26383"/>
                        <a:pt x="42701" y="24698"/>
                      </a:cubicBezTo>
                      <a:cubicBezTo>
                        <a:pt x="45050" y="19113"/>
                        <a:pt x="46203" y="12862"/>
                        <a:pt x="44429" y="7276"/>
                      </a:cubicBezTo>
                      <a:cubicBezTo>
                        <a:pt x="43144" y="3109"/>
                        <a:pt x="39420" y="-792"/>
                        <a:pt x="35297" y="139"/>
                      </a:cubicBezTo>
                      <a:cubicBezTo>
                        <a:pt x="32726" y="715"/>
                        <a:pt x="30864" y="2887"/>
                        <a:pt x="29091" y="4838"/>
                      </a:cubicBezTo>
                      <a:cubicBezTo>
                        <a:pt x="24835" y="9404"/>
                        <a:pt x="19870" y="13261"/>
                        <a:pt x="14373" y="16098"/>
                      </a:cubicBezTo>
                      <a:cubicBezTo>
                        <a:pt x="12023" y="17295"/>
                        <a:pt x="8122" y="18847"/>
                        <a:pt x="5019" y="20974"/>
                      </a:cubicBezTo>
                      <a:cubicBezTo>
                        <a:pt x="1872" y="23235"/>
                        <a:pt x="-522" y="25009"/>
                        <a:pt x="98" y="28156"/>
                      </a:cubicBezTo>
                      <a:cubicBezTo>
                        <a:pt x="542" y="30816"/>
                        <a:pt x="3645" y="32767"/>
                        <a:pt x="7192" y="34274"/>
                      </a:cubicBezTo>
                      <a:cubicBezTo>
                        <a:pt x="10649" y="35737"/>
                        <a:pt x="14683" y="36668"/>
                        <a:pt x="16988" y="3755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57" name="Forme libre : forme 25556">
                  <a:extLst>
                    <a:ext uri="{FF2B5EF4-FFF2-40B4-BE49-F238E27FC236}">
                      <a16:creationId xmlns:a16="http://schemas.microsoft.com/office/drawing/2014/main" id="{C22DF537-4B76-49B0-9F19-87063ABAD0EE}"/>
                    </a:ext>
                  </a:extLst>
                </p:cNvPr>
                <p:cNvSpPr/>
                <p:nvPr/>
              </p:nvSpPr>
              <p:spPr>
                <a:xfrm>
                  <a:off x="7597886" y="1127531"/>
                  <a:ext cx="9684" cy="13726"/>
                </a:xfrm>
                <a:custGeom>
                  <a:avLst/>
                  <a:gdLst>
                    <a:gd name="connsiteX0" fmla="*/ 4746 w 9684"/>
                    <a:gd name="connsiteY0" fmla="*/ 12350 h 13726"/>
                    <a:gd name="connsiteX1" fmla="*/ 6918 w 9684"/>
                    <a:gd name="connsiteY1" fmla="*/ 13636 h 13726"/>
                    <a:gd name="connsiteX2" fmla="*/ 9223 w 9684"/>
                    <a:gd name="connsiteY2" fmla="*/ 13015 h 13726"/>
                    <a:gd name="connsiteX3" fmla="*/ 9666 w 9684"/>
                    <a:gd name="connsiteY3" fmla="*/ 10843 h 13726"/>
                    <a:gd name="connsiteX4" fmla="*/ 8514 w 9684"/>
                    <a:gd name="connsiteY4" fmla="*/ 4947 h 13726"/>
                    <a:gd name="connsiteX5" fmla="*/ 7494 w 9684"/>
                    <a:gd name="connsiteY5" fmla="*/ 2686 h 13726"/>
                    <a:gd name="connsiteX6" fmla="*/ 2 w 9684"/>
                    <a:gd name="connsiteY6" fmla="*/ 2908 h 13726"/>
                    <a:gd name="connsiteX7" fmla="*/ 1421 w 9684"/>
                    <a:gd name="connsiteY7" fmla="*/ 8227 h 13726"/>
                    <a:gd name="connsiteX8" fmla="*/ 4746 w 9684"/>
                    <a:gd name="connsiteY8" fmla="*/ 12350 h 13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84" h="13726">
                      <a:moveTo>
                        <a:pt x="4746" y="12350"/>
                      </a:moveTo>
                      <a:cubicBezTo>
                        <a:pt x="5367" y="12882"/>
                        <a:pt x="6076" y="13414"/>
                        <a:pt x="6918" y="13636"/>
                      </a:cubicBezTo>
                      <a:cubicBezTo>
                        <a:pt x="7760" y="13857"/>
                        <a:pt x="8691" y="13680"/>
                        <a:pt x="9223" y="13015"/>
                      </a:cubicBezTo>
                      <a:cubicBezTo>
                        <a:pt x="9711" y="12439"/>
                        <a:pt x="9711" y="11596"/>
                        <a:pt x="9666" y="10843"/>
                      </a:cubicBezTo>
                      <a:cubicBezTo>
                        <a:pt x="9578" y="8937"/>
                        <a:pt x="9090" y="6853"/>
                        <a:pt x="8514" y="4947"/>
                      </a:cubicBezTo>
                      <a:cubicBezTo>
                        <a:pt x="8248" y="4149"/>
                        <a:pt x="7982" y="3351"/>
                        <a:pt x="7494" y="2686"/>
                      </a:cubicBezTo>
                      <a:cubicBezTo>
                        <a:pt x="5455" y="-151"/>
                        <a:pt x="135" y="-1658"/>
                        <a:pt x="2" y="2908"/>
                      </a:cubicBezTo>
                      <a:cubicBezTo>
                        <a:pt x="-42" y="4637"/>
                        <a:pt x="534" y="6587"/>
                        <a:pt x="1421" y="8227"/>
                      </a:cubicBezTo>
                      <a:cubicBezTo>
                        <a:pt x="2219" y="9779"/>
                        <a:pt x="3460" y="11242"/>
                        <a:pt x="4746" y="1235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58" name="Forme libre : forme 25557">
                  <a:extLst>
                    <a:ext uri="{FF2B5EF4-FFF2-40B4-BE49-F238E27FC236}">
                      <a16:creationId xmlns:a16="http://schemas.microsoft.com/office/drawing/2014/main" id="{9A178835-ABC6-4A66-9FE8-3F921F4D060F}"/>
                    </a:ext>
                  </a:extLst>
                </p:cNvPr>
                <p:cNvSpPr/>
                <p:nvPr/>
              </p:nvSpPr>
              <p:spPr>
                <a:xfrm>
                  <a:off x="7626836" y="1093423"/>
                  <a:ext cx="19638" cy="23096"/>
                </a:xfrm>
                <a:custGeom>
                  <a:avLst/>
                  <a:gdLst>
                    <a:gd name="connsiteX0" fmla="*/ 0 w 19638"/>
                    <a:gd name="connsiteY0" fmla="*/ 0 h 23096"/>
                    <a:gd name="connsiteX1" fmla="*/ 8999 w 19638"/>
                    <a:gd name="connsiteY1" fmla="*/ 3502 h 23096"/>
                    <a:gd name="connsiteX2" fmla="*/ 19639 w 19638"/>
                    <a:gd name="connsiteY2" fmla="*/ 23096 h 23096"/>
                    <a:gd name="connsiteX3" fmla="*/ 16181 w 19638"/>
                    <a:gd name="connsiteY3" fmla="*/ 13920 h 23096"/>
                    <a:gd name="connsiteX4" fmla="*/ 0 w 19638"/>
                    <a:gd name="connsiteY4" fmla="*/ 0 h 2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38" h="23096">
                      <a:moveTo>
                        <a:pt x="0" y="0"/>
                      </a:moveTo>
                      <a:cubicBezTo>
                        <a:pt x="0" y="0"/>
                        <a:pt x="4344" y="443"/>
                        <a:pt x="8999" y="3502"/>
                      </a:cubicBezTo>
                      <a:cubicBezTo>
                        <a:pt x="13610" y="6605"/>
                        <a:pt x="18575" y="12324"/>
                        <a:pt x="19639" y="23096"/>
                      </a:cubicBezTo>
                      <a:cubicBezTo>
                        <a:pt x="19639" y="23096"/>
                        <a:pt x="19018" y="18885"/>
                        <a:pt x="16181" y="13920"/>
                      </a:cubicBezTo>
                      <a:cubicBezTo>
                        <a:pt x="13344" y="8955"/>
                        <a:pt x="8467" y="319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59" name="Forme libre : forme 25558">
                  <a:extLst>
                    <a:ext uri="{FF2B5EF4-FFF2-40B4-BE49-F238E27FC236}">
                      <a16:creationId xmlns:a16="http://schemas.microsoft.com/office/drawing/2014/main" id="{245ADB5D-9365-4D94-BB27-2EA1EDCB185E}"/>
                    </a:ext>
                  </a:extLst>
                </p:cNvPr>
                <p:cNvSpPr/>
                <p:nvPr/>
              </p:nvSpPr>
              <p:spPr>
                <a:xfrm>
                  <a:off x="7585646" y="1130919"/>
                  <a:ext cx="15256" cy="23858"/>
                </a:xfrm>
                <a:custGeom>
                  <a:avLst/>
                  <a:gdLst>
                    <a:gd name="connsiteX0" fmla="*/ 140 w 15256"/>
                    <a:gd name="connsiteY0" fmla="*/ 8 h 23858"/>
                    <a:gd name="connsiteX1" fmla="*/ 7 w 15256"/>
                    <a:gd name="connsiteY1" fmla="*/ 2712 h 23858"/>
                    <a:gd name="connsiteX2" fmla="*/ 1204 w 15256"/>
                    <a:gd name="connsiteY2" fmla="*/ 8298 h 23858"/>
                    <a:gd name="connsiteX3" fmla="*/ 2888 w 15256"/>
                    <a:gd name="connsiteY3" fmla="*/ 11800 h 23858"/>
                    <a:gd name="connsiteX4" fmla="*/ 5549 w 15256"/>
                    <a:gd name="connsiteY4" fmla="*/ 15524 h 23858"/>
                    <a:gd name="connsiteX5" fmla="*/ 15257 w 15256"/>
                    <a:gd name="connsiteY5" fmla="*/ 23858 h 23858"/>
                    <a:gd name="connsiteX6" fmla="*/ 12996 w 15256"/>
                    <a:gd name="connsiteY6" fmla="*/ 21863 h 23858"/>
                    <a:gd name="connsiteX7" fmla="*/ 7987 w 15256"/>
                    <a:gd name="connsiteY7" fmla="*/ 16632 h 23858"/>
                    <a:gd name="connsiteX8" fmla="*/ 2800 w 15256"/>
                    <a:gd name="connsiteY8" fmla="*/ 9406 h 23858"/>
                    <a:gd name="connsiteX9" fmla="*/ 938 w 15256"/>
                    <a:gd name="connsiteY9" fmla="*/ 5150 h 23858"/>
                    <a:gd name="connsiteX10" fmla="*/ 362 w 15256"/>
                    <a:gd name="connsiteY10" fmla="*/ 2801 h 23858"/>
                    <a:gd name="connsiteX11" fmla="*/ 184 w 15256"/>
                    <a:gd name="connsiteY11" fmla="*/ 1560 h 23858"/>
                    <a:gd name="connsiteX12" fmla="*/ 140 w 15256"/>
                    <a:gd name="connsiteY12" fmla="*/ 8 h 23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256" h="23858">
                      <a:moveTo>
                        <a:pt x="140" y="8"/>
                      </a:moveTo>
                      <a:cubicBezTo>
                        <a:pt x="140" y="-125"/>
                        <a:pt x="-37" y="1427"/>
                        <a:pt x="7" y="2712"/>
                      </a:cubicBezTo>
                      <a:cubicBezTo>
                        <a:pt x="7" y="4086"/>
                        <a:pt x="450" y="6259"/>
                        <a:pt x="1204" y="8298"/>
                      </a:cubicBezTo>
                      <a:cubicBezTo>
                        <a:pt x="1603" y="9362"/>
                        <a:pt x="2135" y="10559"/>
                        <a:pt x="2888" y="11800"/>
                      </a:cubicBezTo>
                      <a:cubicBezTo>
                        <a:pt x="3554" y="12953"/>
                        <a:pt x="4440" y="14194"/>
                        <a:pt x="5549" y="15524"/>
                      </a:cubicBezTo>
                      <a:cubicBezTo>
                        <a:pt x="7809" y="18228"/>
                        <a:pt x="10780" y="20977"/>
                        <a:pt x="15257" y="23858"/>
                      </a:cubicBezTo>
                      <a:cubicBezTo>
                        <a:pt x="15257" y="23858"/>
                        <a:pt x="14326" y="23149"/>
                        <a:pt x="12996" y="21863"/>
                      </a:cubicBezTo>
                      <a:cubicBezTo>
                        <a:pt x="11666" y="20622"/>
                        <a:pt x="9848" y="18804"/>
                        <a:pt x="7987" y="16632"/>
                      </a:cubicBezTo>
                      <a:cubicBezTo>
                        <a:pt x="6125" y="14504"/>
                        <a:pt x="4307" y="12155"/>
                        <a:pt x="2800" y="9406"/>
                      </a:cubicBezTo>
                      <a:cubicBezTo>
                        <a:pt x="2046" y="8076"/>
                        <a:pt x="1470" y="6746"/>
                        <a:pt x="938" y="5150"/>
                      </a:cubicBezTo>
                      <a:cubicBezTo>
                        <a:pt x="672" y="4397"/>
                        <a:pt x="495" y="3599"/>
                        <a:pt x="362" y="2801"/>
                      </a:cubicBezTo>
                      <a:cubicBezTo>
                        <a:pt x="273" y="2402"/>
                        <a:pt x="229" y="2047"/>
                        <a:pt x="184" y="1560"/>
                      </a:cubicBezTo>
                      <a:lnTo>
                        <a:pt x="14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60" name="Forme libre : forme 25559">
                  <a:extLst>
                    <a:ext uri="{FF2B5EF4-FFF2-40B4-BE49-F238E27FC236}">
                      <a16:creationId xmlns:a16="http://schemas.microsoft.com/office/drawing/2014/main" id="{92674D12-64BA-41D3-944E-8F4E62F03E63}"/>
                    </a:ext>
                  </a:extLst>
                </p:cNvPr>
                <p:cNvSpPr/>
                <p:nvPr/>
              </p:nvSpPr>
              <p:spPr>
                <a:xfrm>
                  <a:off x="7609105" y="1111007"/>
                  <a:ext cx="8730" cy="11428"/>
                </a:xfrm>
                <a:custGeom>
                  <a:avLst/>
                  <a:gdLst>
                    <a:gd name="connsiteX0" fmla="*/ 7313 w 8730"/>
                    <a:gd name="connsiteY0" fmla="*/ 281 h 11428"/>
                    <a:gd name="connsiteX1" fmla="*/ 7580 w 8730"/>
                    <a:gd name="connsiteY1" fmla="*/ 7507 h 11428"/>
                    <a:gd name="connsiteX2" fmla="*/ 1417 w 8730"/>
                    <a:gd name="connsiteY2" fmla="*/ 11142 h 11428"/>
                    <a:gd name="connsiteX3" fmla="*/ 1151 w 8730"/>
                    <a:gd name="connsiteY3" fmla="*/ 3961 h 11428"/>
                    <a:gd name="connsiteX4" fmla="*/ 7313 w 8730"/>
                    <a:gd name="connsiteY4" fmla="*/ 281 h 11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30" h="11428">
                      <a:moveTo>
                        <a:pt x="7313" y="281"/>
                      </a:moveTo>
                      <a:cubicBezTo>
                        <a:pt x="9087" y="1257"/>
                        <a:pt x="9220" y="4493"/>
                        <a:pt x="7580" y="7507"/>
                      </a:cubicBezTo>
                      <a:cubicBezTo>
                        <a:pt x="5939" y="10522"/>
                        <a:pt x="3191" y="12118"/>
                        <a:pt x="1417" y="11142"/>
                      </a:cubicBezTo>
                      <a:cubicBezTo>
                        <a:pt x="-356" y="10167"/>
                        <a:pt x="-489" y="6931"/>
                        <a:pt x="1151" y="3961"/>
                      </a:cubicBezTo>
                      <a:cubicBezTo>
                        <a:pt x="2747" y="946"/>
                        <a:pt x="5496" y="-694"/>
                        <a:pt x="7313" y="28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61" name="Forme libre : forme 25560">
                  <a:extLst>
                    <a:ext uri="{FF2B5EF4-FFF2-40B4-BE49-F238E27FC236}">
                      <a16:creationId xmlns:a16="http://schemas.microsoft.com/office/drawing/2014/main" id="{5B2B2143-280A-4729-B084-E410651323E1}"/>
                    </a:ext>
                  </a:extLst>
                </p:cNvPr>
                <p:cNvSpPr/>
                <p:nvPr/>
              </p:nvSpPr>
              <p:spPr>
                <a:xfrm>
                  <a:off x="7613817" y="1109408"/>
                  <a:ext cx="3296" cy="3317"/>
                </a:xfrm>
                <a:custGeom>
                  <a:avLst/>
                  <a:gdLst>
                    <a:gd name="connsiteX0" fmla="*/ 1937 w 3296"/>
                    <a:gd name="connsiteY0" fmla="*/ 18 h 3317"/>
                    <a:gd name="connsiteX1" fmla="*/ 3266 w 3296"/>
                    <a:gd name="connsiteY1" fmla="*/ 1924 h 3317"/>
                    <a:gd name="connsiteX2" fmla="*/ 1360 w 3296"/>
                    <a:gd name="connsiteY2" fmla="*/ 3298 h 3317"/>
                    <a:gd name="connsiteX3" fmla="*/ 30 w 3296"/>
                    <a:gd name="connsiteY3" fmla="*/ 1392 h 3317"/>
                    <a:gd name="connsiteX4" fmla="*/ 1937 w 3296"/>
                    <a:gd name="connsiteY4" fmla="*/ 18 h 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96" h="3317">
                      <a:moveTo>
                        <a:pt x="1937" y="18"/>
                      </a:moveTo>
                      <a:cubicBezTo>
                        <a:pt x="2823" y="151"/>
                        <a:pt x="3444" y="993"/>
                        <a:pt x="3266" y="1924"/>
                      </a:cubicBezTo>
                      <a:cubicBezTo>
                        <a:pt x="3089" y="2855"/>
                        <a:pt x="2247" y="3431"/>
                        <a:pt x="1360" y="3298"/>
                      </a:cubicBezTo>
                      <a:cubicBezTo>
                        <a:pt x="474" y="3165"/>
                        <a:pt x="-147" y="2323"/>
                        <a:pt x="30" y="1392"/>
                      </a:cubicBezTo>
                      <a:cubicBezTo>
                        <a:pt x="208" y="506"/>
                        <a:pt x="1050" y="-115"/>
                        <a:pt x="1937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62" name="Forme libre : forme 25561">
                  <a:extLst>
                    <a:ext uri="{FF2B5EF4-FFF2-40B4-BE49-F238E27FC236}">
                      <a16:creationId xmlns:a16="http://schemas.microsoft.com/office/drawing/2014/main" id="{18C4E06D-A3E9-4C73-9E11-94176557C157}"/>
                    </a:ext>
                  </a:extLst>
                </p:cNvPr>
                <p:cNvSpPr/>
                <p:nvPr/>
              </p:nvSpPr>
              <p:spPr>
                <a:xfrm>
                  <a:off x="7591742" y="1094752"/>
                  <a:ext cx="31946" cy="24854"/>
                </a:xfrm>
                <a:custGeom>
                  <a:avLst/>
                  <a:gdLst>
                    <a:gd name="connsiteX0" fmla="*/ 13505 w 31946"/>
                    <a:gd name="connsiteY0" fmla="*/ 887 h 24854"/>
                    <a:gd name="connsiteX1" fmla="*/ 28001 w 31946"/>
                    <a:gd name="connsiteY1" fmla="*/ 710 h 24854"/>
                    <a:gd name="connsiteX2" fmla="*/ 31946 w 31946"/>
                    <a:gd name="connsiteY2" fmla="*/ 3724 h 24854"/>
                    <a:gd name="connsiteX3" fmla="*/ 28577 w 31946"/>
                    <a:gd name="connsiteY3" fmla="*/ 6827 h 24854"/>
                    <a:gd name="connsiteX4" fmla="*/ 14435 w 31946"/>
                    <a:gd name="connsiteY4" fmla="*/ 11970 h 24854"/>
                    <a:gd name="connsiteX5" fmla="*/ 1712 w 31946"/>
                    <a:gd name="connsiteY5" fmla="*/ 24249 h 24854"/>
                    <a:gd name="connsiteX6" fmla="*/ 4284 w 31946"/>
                    <a:gd name="connsiteY6" fmla="*/ 6650 h 24854"/>
                    <a:gd name="connsiteX7" fmla="*/ 13505 w 31946"/>
                    <a:gd name="connsiteY7" fmla="*/ 887 h 24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946" h="24854">
                      <a:moveTo>
                        <a:pt x="13505" y="887"/>
                      </a:moveTo>
                      <a:cubicBezTo>
                        <a:pt x="18204" y="-399"/>
                        <a:pt x="23213" y="-133"/>
                        <a:pt x="28001" y="710"/>
                      </a:cubicBezTo>
                      <a:cubicBezTo>
                        <a:pt x="29774" y="1020"/>
                        <a:pt x="31946" y="1862"/>
                        <a:pt x="31946" y="3724"/>
                      </a:cubicBezTo>
                      <a:cubicBezTo>
                        <a:pt x="31946" y="5364"/>
                        <a:pt x="30173" y="6384"/>
                        <a:pt x="28577" y="6827"/>
                      </a:cubicBezTo>
                      <a:cubicBezTo>
                        <a:pt x="23701" y="8290"/>
                        <a:pt x="18248" y="8601"/>
                        <a:pt x="14435" y="11970"/>
                      </a:cubicBezTo>
                      <a:cubicBezTo>
                        <a:pt x="12042" y="14053"/>
                        <a:pt x="5747" y="27885"/>
                        <a:pt x="1712" y="24249"/>
                      </a:cubicBezTo>
                      <a:cubicBezTo>
                        <a:pt x="-2366" y="20659"/>
                        <a:pt x="1801" y="9842"/>
                        <a:pt x="4284" y="6650"/>
                      </a:cubicBezTo>
                      <a:cubicBezTo>
                        <a:pt x="6589" y="3813"/>
                        <a:pt x="9958" y="1862"/>
                        <a:pt x="13505" y="88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35" name="Graphique 2">
                <a:extLst>
                  <a:ext uri="{FF2B5EF4-FFF2-40B4-BE49-F238E27FC236}">
                    <a16:creationId xmlns:a16="http://schemas.microsoft.com/office/drawing/2014/main" id="{FD43A50D-CB60-4772-8EE1-A6C8E440C7DE}"/>
                  </a:ext>
                </a:extLst>
              </p:cNvPr>
              <p:cNvGrpSpPr/>
              <p:nvPr/>
            </p:nvGrpSpPr>
            <p:grpSpPr>
              <a:xfrm>
                <a:off x="7594391" y="1019199"/>
                <a:ext cx="64171" cy="72693"/>
                <a:chOff x="7594391" y="1019199"/>
                <a:chExt cx="64171" cy="72693"/>
              </a:xfrm>
              <a:solidFill>
                <a:schemeClr val="accent1"/>
              </a:solidFill>
            </p:grpSpPr>
            <p:sp>
              <p:nvSpPr>
                <p:cNvPr id="25539" name="Forme libre : forme 25538">
                  <a:extLst>
                    <a:ext uri="{FF2B5EF4-FFF2-40B4-BE49-F238E27FC236}">
                      <a16:creationId xmlns:a16="http://schemas.microsoft.com/office/drawing/2014/main" id="{C2269FCF-6B5A-464A-A986-B94187CC4F48}"/>
                    </a:ext>
                  </a:extLst>
                </p:cNvPr>
                <p:cNvSpPr/>
                <p:nvPr/>
              </p:nvSpPr>
              <p:spPr>
                <a:xfrm>
                  <a:off x="7594391" y="1019199"/>
                  <a:ext cx="64171" cy="72648"/>
                </a:xfrm>
                <a:custGeom>
                  <a:avLst/>
                  <a:gdLst>
                    <a:gd name="connsiteX0" fmla="*/ 63920 w 64171"/>
                    <a:gd name="connsiteY0" fmla="*/ 27986 h 72648"/>
                    <a:gd name="connsiteX1" fmla="*/ 60108 w 64171"/>
                    <a:gd name="connsiteY1" fmla="*/ 53610 h 72648"/>
                    <a:gd name="connsiteX2" fmla="*/ 35194 w 64171"/>
                    <a:gd name="connsiteY2" fmla="*/ 72406 h 72648"/>
                    <a:gd name="connsiteX3" fmla="*/ 18747 w 64171"/>
                    <a:gd name="connsiteY3" fmla="*/ 69968 h 72648"/>
                    <a:gd name="connsiteX4" fmla="*/ 216 w 64171"/>
                    <a:gd name="connsiteY4" fmla="*/ 44921 h 72648"/>
                    <a:gd name="connsiteX5" fmla="*/ 3896 w 64171"/>
                    <a:gd name="connsiteY5" fmla="*/ 19032 h 72648"/>
                    <a:gd name="connsiteX6" fmla="*/ 29032 w 64171"/>
                    <a:gd name="connsiteY6" fmla="*/ 280 h 72648"/>
                    <a:gd name="connsiteX7" fmla="*/ 45567 w 64171"/>
                    <a:gd name="connsiteY7" fmla="*/ 2940 h 72648"/>
                    <a:gd name="connsiteX8" fmla="*/ 63920 w 64171"/>
                    <a:gd name="connsiteY8" fmla="*/ 27986 h 72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4171" h="72648">
                      <a:moveTo>
                        <a:pt x="63920" y="27986"/>
                      </a:moveTo>
                      <a:lnTo>
                        <a:pt x="60108" y="53610"/>
                      </a:lnTo>
                      <a:cubicBezTo>
                        <a:pt x="58334" y="65623"/>
                        <a:pt x="47074" y="74224"/>
                        <a:pt x="35194" y="72406"/>
                      </a:cubicBezTo>
                      <a:lnTo>
                        <a:pt x="18747" y="69968"/>
                      </a:lnTo>
                      <a:cubicBezTo>
                        <a:pt x="6866" y="68150"/>
                        <a:pt x="-1468" y="57023"/>
                        <a:pt x="216" y="44921"/>
                      </a:cubicBezTo>
                      <a:lnTo>
                        <a:pt x="3896" y="19032"/>
                      </a:lnTo>
                      <a:cubicBezTo>
                        <a:pt x="5713" y="6796"/>
                        <a:pt x="17062" y="-1671"/>
                        <a:pt x="29032" y="280"/>
                      </a:cubicBezTo>
                      <a:lnTo>
                        <a:pt x="45567" y="2940"/>
                      </a:lnTo>
                      <a:cubicBezTo>
                        <a:pt x="57492" y="4934"/>
                        <a:pt x="65738" y="16150"/>
                        <a:pt x="63920" y="2798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40" name="Forme libre : forme 25539">
                  <a:extLst>
                    <a:ext uri="{FF2B5EF4-FFF2-40B4-BE49-F238E27FC236}">
                      <a16:creationId xmlns:a16="http://schemas.microsoft.com/office/drawing/2014/main" id="{F47ACF4F-0EF4-4271-BDFA-3704E0813B42}"/>
                    </a:ext>
                  </a:extLst>
                </p:cNvPr>
                <p:cNvSpPr/>
                <p:nvPr/>
              </p:nvSpPr>
              <p:spPr>
                <a:xfrm>
                  <a:off x="7622448" y="1022094"/>
                  <a:ext cx="36071" cy="69797"/>
                </a:xfrm>
                <a:custGeom>
                  <a:avLst/>
                  <a:gdLst>
                    <a:gd name="connsiteX0" fmla="*/ 12989 w 36071"/>
                    <a:gd name="connsiteY0" fmla="*/ 43311 h 69797"/>
                    <a:gd name="connsiteX1" fmla="*/ 0 w 36071"/>
                    <a:gd name="connsiteY1" fmla="*/ 68491 h 69797"/>
                    <a:gd name="connsiteX2" fmla="*/ 7093 w 36071"/>
                    <a:gd name="connsiteY2" fmla="*/ 69555 h 69797"/>
                    <a:gd name="connsiteX3" fmla="*/ 32007 w 36071"/>
                    <a:gd name="connsiteY3" fmla="*/ 50759 h 69797"/>
                    <a:gd name="connsiteX4" fmla="*/ 35819 w 36071"/>
                    <a:gd name="connsiteY4" fmla="*/ 25136 h 69797"/>
                    <a:gd name="connsiteX5" fmla="*/ 17466 w 36071"/>
                    <a:gd name="connsiteY5" fmla="*/ 89 h 69797"/>
                    <a:gd name="connsiteX6" fmla="*/ 16934 w 36071"/>
                    <a:gd name="connsiteY6" fmla="*/ 0 h 69797"/>
                    <a:gd name="connsiteX7" fmla="*/ 12989 w 36071"/>
                    <a:gd name="connsiteY7" fmla="*/ 43311 h 69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071" h="69797">
                      <a:moveTo>
                        <a:pt x="12989" y="43311"/>
                      </a:moveTo>
                      <a:cubicBezTo>
                        <a:pt x="14142" y="53906"/>
                        <a:pt x="9132" y="64058"/>
                        <a:pt x="0" y="68491"/>
                      </a:cubicBezTo>
                      <a:lnTo>
                        <a:pt x="7093" y="69555"/>
                      </a:lnTo>
                      <a:cubicBezTo>
                        <a:pt x="18974" y="71373"/>
                        <a:pt x="30234" y="62773"/>
                        <a:pt x="32007" y="50759"/>
                      </a:cubicBezTo>
                      <a:lnTo>
                        <a:pt x="35819" y="25136"/>
                      </a:lnTo>
                      <a:cubicBezTo>
                        <a:pt x="37637" y="13299"/>
                        <a:pt x="29436" y="2084"/>
                        <a:pt x="17466" y="89"/>
                      </a:cubicBezTo>
                      <a:lnTo>
                        <a:pt x="16934" y="0"/>
                      </a:lnTo>
                      <a:cubicBezTo>
                        <a:pt x="15782" y="14762"/>
                        <a:pt x="11260" y="28327"/>
                        <a:pt x="12989" y="4331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41" name="Forme libre : forme 25540">
                  <a:extLst>
                    <a:ext uri="{FF2B5EF4-FFF2-40B4-BE49-F238E27FC236}">
                      <a16:creationId xmlns:a16="http://schemas.microsoft.com/office/drawing/2014/main" id="{E8F57CAA-9BA3-4D5E-8EC7-07E28217C8BE}"/>
                    </a:ext>
                  </a:extLst>
                </p:cNvPr>
                <p:cNvSpPr/>
                <p:nvPr/>
              </p:nvSpPr>
              <p:spPr>
                <a:xfrm>
                  <a:off x="7616847" y="1035251"/>
                  <a:ext cx="23176" cy="31877"/>
                </a:xfrm>
                <a:custGeom>
                  <a:avLst/>
                  <a:gdLst>
                    <a:gd name="connsiteX0" fmla="*/ 13979 w 23176"/>
                    <a:gd name="connsiteY0" fmla="*/ 98 h 31877"/>
                    <a:gd name="connsiteX1" fmla="*/ 22934 w 23176"/>
                    <a:gd name="connsiteY1" fmla="*/ 17609 h 31877"/>
                    <a:gd name="connsiteX2" fmla="*/ 9280 w 23176"/>
                    <a:gd name="connsiteY2" fmla="*/ 31795 h 31877"/>
                    <a:gd name="connsiteX3" fmla="*/ 237 w 23176"/>
                    <a:gd name="connsiteY3" fmla="*/ 14284 h 31877"/>
                    <a:gd name="connsiteX4" fmla="*/ 13979 w 23176"/>
                    <a:gd name="connsiteY4" fmla="*/ 98 h 31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76" h="31877">
                      <a:moveTo>
                        <a:pt x="13979" y="98"/>
                      </a:moveTo>
                      <a:cubicBezTo>
                        <a:pt x="20275" y="1074"/>
                        <a:pt x="24220" y="8876"/>
                        <a:pt x="22934" y="17609"/>
                      </a:cubicBezTo>
                      <a:cubicBezTo>
                        <a:pt x="21649" y="26298"/>
                        <a:pt x="15531" y="32682"/>
                        <a:pt x="9280" y="31795"/>
                      </a:cubicBezTo>
                      <a:cubicBezTo>
                        <a:pt x="3030" y="30908"/>
                        <a:pt x="-1049" y="23062"/>
                        <a:pt x="237" y="14284"/>
                      </a:cubicBezTo>
                      <a:cubicBezTo>
                        <a:pt x="1522" y="5507"/>
                        <a:pt x="7729" y="-877"/>
                        <a:pt x="13979" y="9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42" name="Forme libre : forme 25541">
                  <a:extLst>
                    <a:ext uri="{FF2B5EF4-FFF2-40B4-BE49-F238E27FC236}">
                      <a16:creationId xmlns:a16="http://schemas.microsoft.com/office/drawing/2014/main" id="{8542D9C4-3D97-421D-8E65-2448CA4C7D4E}"/>
                    </a:ext>
                  </a:extLst>
                </p:cNvPr>
                <p:cNvSpPr/>
                <p:nvPr/>
              </p:nvSpPr>
              <p:spPr>
                <a:xfrm>
                  <a:off x="7617748" y="1045590"/>
                  <a:ext cx="22283" cy="21538"/>
                </a:xfrm>
                <a:custGeom>
                  <a:avLst/>
                  <a:gdLst>
                    <a:gd name="connsiteX0" fmla="*/ 0 w 22283"/>
                    <a:gd name="connsiteY0" fmla="*/ 13122 h 21538"/>
                    <a:gd name="connsiteX1" fmla="*/ 8378 w 22283"/>
                    <a:gd name="connsiteY1" fmla="*/ 21456 h 21538"/>
                    <a:gd name="connsiteX2" fmla="*/ 22032 w 22283"/>
                    <a:gd name="connsiteY2" fmla="*/ 7270 h 21538"/>
                    <a:gd name="connsiteX3" fmla="*/ 21855 w 22283"/>
                    <a:gd name="connsiteY3" fmla="*/ 0 h 21538"/>
                    <a:gd name="connsiteX4" fmla="*/ 20481 w 22283"/>
                    <a:gd name="connsiteY4" fmla="*/ 3812 h 21538"/>
                    <a:gd name="connsiteX5" fmla="*/ 0 w 22283"/>
                    <a:gd name="connsiteY5" fmla="*/ 13122 h 21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283" h="21538">
                      <a:moveTo>
                        <a:pt x="0" y="13122"/>
                      </a:moveTo>
                      <a:cubicBezTo>
                        <a:pt x="1419" y="17644"/>
                        <a:pt x="4477" y="20880"/>
                        <a:pt x="8378" y="21456"/>
                      </a:cubicBezTo>
                      <a:cubicBezTo>
                        <a:pt x="14629" y="22343"/>
                        <a:pt x="20747" y="16003"/>
                        <a:pt x="22032" y="7270"/>
                      </a:cubicBezTo>
                      <a:cubicBezTo>
                        <a:pt x="22431" y="4699"/>
                        <a:pt x="22343" y="2261"/>
                        <a:pt x="21855" y="0"/>
                      </a:cubicBezTo>
                      <a:cubicBezTo>
                        <a:pt x="21589" y="1330"/>
                        <a:pt x="21190" y="2616"/>
                        <a:pt x="20481" y="3812"/>
                      </a:cubicBezTo>
                      <a:cubicBezTo>
                        <a:pt x="16003" y="10285"/>
                        <a:pt x="7536" y="14762"/>
                        <a:pt x="0" y="13122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43" name="Forme libre : forme 25542">
                  <a:extLst>
                    <a:ext uri="{FF2B5EF4-FFF2-40B4-BE49-F238E27FC236}">
                      <a16:creationId xmlns:a16="http://schemas.microsoft.com/office/drawing/2014/main" id="{306E1237-58E2-4494-B5E0-648E4A2F70C6}"/>
                    </a:ext>
                  </a:extLst>
                </p:cNvPr>
                <p:cNvSpPr/>
                <p:nvPr/>
              </p:nvSpPr>
              <p:spPr>
                <a:xfrm>
                  <a:off x="7619595" y="1034053"/>
                  <a:ext cx="23176" cy="31797"/>
                </a:xfrm>
                <a:custGeom>
                  <a:avLst/>
                  <a:gdLst>
                    <a:gd name="connsiteX0" fmla="*/ 13980 w 23176"/>
                    <a:gd name="connsiteY0" fmla="*/ 99 h 31797"/>
                    <a:gd name="connsiteX1" fmla="*/ 22934 w 23176"/>
                    <a:gd name="connsiteY1" fmla="*/ 17565 h 31797"/>
                    <a:gd name="connsiteX2" fmla="*/ 9281 w 23176"/>
                    <a:gd name="connsiteY2" fmla="*/ 31707 h 31797"/>
                    <a:gd name="connsiteX3" fmla="*/ 237 w 23176"/>
                    <a:gd name="connsiteY3" fmla="*/ 14196 h 31797"/>
                    <a:gd name="connsiteX4" fmla="*/ 13980 w 23176"/>
                    <a:gd name="connsiteY4" fmla="*/ 99 h 31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76" h="31797">
                      <a:moveTo>
                        <a:pt x="13980" y="99"/>
                      </a:moveTo>
                      <a:cubicBezTo>
                        <a:pt x="20275" y="1074"/>
                        <a:pt x="24220" y="8877"/>
                        <a:pt x="22934" y="17565"/>
                      </a:cubicBezTo>
                      <a:cubicBezTo>
                        <a:pt x="21649" y="26254"/>
                        <a:pt x="15531" y="32638"/>
                        <a:pt x="9281" y="31707"/>
                      </a:cubicBezTo>
                      <a:cubicBezTo>
                        <a:pt x="3030" y="30820"/>
                        <a:pt x="-1049" y="22974"/>
                        <a:pt x="237" y="14196"/>
                      </a:cubicBezTo>
                      <a:cubicBezTo>
                        <a:pt x="1478" y="5463"/>
                        <a:pt x="7729" y="-876"/>
                        <a:pt x="13980" y="9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44" name="Forme libre : forme 25543">
                  <a:extLst>
                    <a:ext uri="{FF2B5EF4-FFF2-40B4-BE49-F238E27FC236}">
                      <a16:creationId xmlns:a16="http://schemas.microsoft.com/office/drawing/2014/main" id="{DFBDA90D-4FC6-4727-B268-8839B43180E2}"/>
                    </a:ext>
                  </a:extLst>
                </p:cNvPr>
                <p:cNvSpPr/>
                <p:nvPr/>
              </p:nvSpPr>
              <p:spPr>
                <a:xfrm>
                  <a:off x="7607101" y="1043096"/>
                  <a:ext cx="44917" cy="38425"/>
                </a:xfrm>
                <a:custGeom>
                  <a:avLst/>
                  <a:gdLst>
                    <a:gd name="connsiteX0" fmla="*/ 18582 w 44917"/>
                    <a:gd name="connsiteY0" fmla="*/ 37604 h 38425"/>
                    <a:gd name="connsiteX1" fmla="*/ 29222 w 44917"/>
                    <a:gd name="connsiteY1" fmla="*/ 38047 h 38425"/>
                    <a:gd name="connsiteX2" fmla="*/ 42875 w 44917"/>
                    <a:gd name="connsiteY2" fmla="*/ 23728 h 38425"/>
                    <a:gd name="connsiteX3" fmla="*/ 43895 w 44917"/>
                    <a:gd name="connsiteY3" fmla="*/ 6971 h 38425"/>
                    <a:gd name="connsiteX4" fmla="*/ 34497 w 44917"/>
                    <a:gd name="connsiteY4" fmla="*/ 144 h 38425"/>
                    <a:gd name="connsiteX5" fmla="*/ 28335 w 44917"/>
                    <a:gd name="connsiteY5" fmla="*/ 4888 h 38425"/>
                    <a:gd name="connsiteX6" fmla="*/ 13883 w 44917"/>
                    <a:gd name="connsiteY6" fmla="*/ 16591 h 38425"/>
                    <a:gd name="connsiteX7" fmla="*/ 185 w 44917"/>
                    <a:gd name="connsiteY7" fmla="*/ 30733 h 38425"/>
                    <a:gd name="connsiteX8" fmla="*/ 18582 w 44917"/>
                    <a:gd name="connsiteY8" fmla="*/ 37604 h 38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917" h="38425">
                      <a:moveTo>
                        <a:pt x="18582" y="37604"/>
                      </a:moveTo>
                      <a:cubicBezTo>
                        <a:pt x="22084" y="38225"/>
                        <a:pt x="25719" y="38845"/>
                        <a:pt x="29222" y="38047"/>
                      </a:cubicBezTo>
                      <a:cubicBezTo>
                        <a:pt x="35871" y="36496"/>
                        <a:pt x="40482" y="30201"/>
                        <a:pt x="42875" y="23728"/>
                      </a:cubicBezTo>
                      <a:cubicBezTo>
                        <a:pt x="44870" y="18320"/>
                        <a:pt x="45757" y="12380"/>
                        <a:pt x="43895" y="6971"/>
                      </a:cubicBezTo>
                      <a:cubicBezTo>
                        <a:pt x="42477" y="2937"/>
                        <a:pt x="38664" y="-787"/>
                        <a:pt x="34497" y="144"/>
                      </a:cubicBezTo>
                      <a:cubicBezTo>
                        <a:pt x="31926" y="721"/>
                        <a:pt x="30108" y="2893"/>
                        <a:pt x="28335" y="4888"/>
                      </a:cubicBezTo>
                      <a:cubicBezTo>
                        <a:pt x="24168" y="9498"/>
                        <a:pt x="19247" y="13488"/>
                        <a:pt x="13883" y="16591"/>
                      </a:cubicBezTo>
                      <a:cubicBezTo>
                        <a:pt x="9317" y="19251"/>
                        <a:pt x="-1544" y="23684"/>
                        <a:pt x="185" y="30733"/>
                      </a:cubicBezTo>
                      <a:cubicBezTo>
                        <a:pt x="1781" y="37028"/>
                        <a:pt x="13706" y="36717"/>
                        <a:pt x="18582" y="3760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45" name="Forme libre : forme 25544">
                  <a:extLst>
                    <a:ext uri="{FF2B5EF4-FFF2-40B4-BE49-F238E27FC236}">
                      <a16:creationId xmlns:a16="http://schemas.microsoft.com/office/drawing/2014/main" id="{04EE7989-965F-4503-BDD5-88D805A2D720}"/>
                    </a:ext>
                  </a:extLst>
                </p:cNvPr>
                <p:cNvSpPr/>
                <p:nvPr/>
              </p:nvSpPr>
              <p:spPr>
                <a:xfrm>
                  <a:off x="7608660" y="1058705"/>
                  <a:ext cx="10304" cy="13956"/>
                </a:xfrm>
                <a:custGeom>
                  <a:avLst/>
                  <a:gdLst>
                    <a:gd name="connsiteX0" fmla="*/ 5409 w 10304"/>
                    <a:gd name="connsiteY0" fmla="*/ 12818 h 13956"/>
                    <a:gd name="connsiteX1" fmla="*/ 7714 w 10304"/>
                    <a:gd name="connsiteY1" fmla="*/ 13926 h 13956"/>
                    <a:gd name="connsiteX2" fmla="*/ 9975 w 10304"/>
                    <a:gd name="connsiteY2" fmla="*/ 12995 h 13956"/>
                    <a:gd name="connsiteX3" fmla="*/ 10197 w 10304"/>
                    <a:gd name="connsiteY3" fmla="*/ 10690 h 13956"/>
                    <a:gd name="connsiteX4" fmla="*/ 8689 w 10304"/>
                    <a:gd name="connsiteY4" fmla="*/ 4750 h 13956"/>
                    <a:gd name="connsiteX5" fmla="*/ 7537 w 10304"/>
                    <a:gd name="connsiteY5" fmla="*/ 2489 h 13956"/>
                    <a:gd name="connsiteX6" fmla="*/ 0 w 10304"/>
                    <a:gd name="connsiteY6" fmla="*/ 3109 h 13956"/>
                    <a:gd name="connsiteX7" fmla="*/ 5409 w 10304"/>
                    <a:gd name="connsiteY7" fmla="*/ 12818 h 1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304" h="13956">
                      <a:moveTo>
                        <a:pt x="5409" y="12818"/>
                      </a:moveTo>
                      <a:cubicBezTo>
                        <a:pt x="6074" y="13350"/>
                        <a:pt x="6872" y="13793"/>
                        <a:pt x="7714" y="13926"/>
                      </a:cubicBezTo>
                      <a:cubicBezTo>
                        <a:pt x="8556" y="14059"/>
                        <a:pt x="9532" y="13749"/>
                        <a:pt x="9975" y="12995"/>
                      </a:cubicBezTo>
                      <a:cubicBezTo>
                        <a:pt x="10418" y="12330"/>
                        <a:pt x="10329" y="11444"/>
                        <a:pt x="10197" y="10690"/>
                      </a:cubicBezTo>
                      <a:cubicBezTo>
                        <a:pt x="9886" y="8651"/>
                        <a:pt x="9399" y="6656"/>
                        <a:pt x="8689" y="4750"/>
                      </a:cubicBezTo>
                      <a:cubicBezTo>
                        <a:pt x="8379" y="3952"/>
                        <a:pt x="8069" y="3154"/>
                        <a:pt x="7537" y="2489"/>
                      </a:cubicBezTo>
                      <a:cubicBezTo>
                        <a:pt x="5320" y="-260"/>
                        <a:pt x="-44" y="-1590"/>
                        <a:pt x="0" y="3109"/>
                      </a:cubicBezTo>
                      <a:cubicBezTo>
                        <a:pt x="0" y="6789"/>
                        <a:pt x="2616" y="10690"/>
                        <a:pt x="5409" y="1281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46" name="Forme libre : forme 25545">
                  <a:extLst>
                    <a:ext uri="{FF2B5EF4-FFF2-40B4-BE49-F238E27FC236}">
                      <a16:creationId xmlns:a16="http://schemas.microsoft.com/office/drawing/2014/main" id="{5C52FA4D-3E4C-48E8-9692-5705FB495921}"/>
                    </a:ext>
                  </a:extLst>
                </p:cNvPr>
                <p:cNvSpPr/>
                <p:nvPr/>
              </p:nvSpPr>
              <p:spPr>
                <a:xfrm>
                  <a:off x="7637210" y="1023912"/>
                  <a:ext cx="19904" cy="22653"/>
                </a:xfrm>
                <a:custGeom>
                  <a:avLst/>
                  <a:gdLst>
                    <a:gd name="connsiteX0" fmla="*/ 0 w 19904"/>
                    <a:gd name="connsiteY0" fmla="*/ 0 h 22653"/>
                    <a:gd name="connsiteX1" fmla="*/ 19905 w 19904"/>
                    <a:gd name="connsiteY1" fmla="*/ 22653 h 22653"/>
                    <a:gd name="connsiteX2" fmla="*/ 0 w 19904"/>
                    <a:gd name="connsiteY2" fmla="*/ 0 h 22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904" h="22653">
                      <a:moveTo>
                        <a:pt x="0" y="0"/>
                      </a:moveTo>
                      <a:cubicBezTo>
                        <a:pt x="0" y="0"/>
                        <a:pt x="17466" y="1995"/>
                        <a:pt x="19905" y="22653"/>
                      </a:cubicBezTo>
                      <a:cubicBezTo>
                        <a:pt x="19905" y="22653"/>
                        <a:pt x="16934" y="65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47" name="Forme libre : forme 25546">
                  <a:extLst>
                    <a:ext uri="{FF2B5EF4-FFF2-40B4-BE49-F238E27FC236}">
                      <a16:creationId xmlns:a16="http://schemas.microsoft.com/office/drawing/2014/main" id="{E99318AF-91B1-447B-B925-DEEFAA8F7D0C}"/>
                    </a:ext>
                  </a:extLst>
                </p:cNvPr>
                <p:cNvSpPr/>
                <p:nvPr/>
              </p:nvSpPr>
              <p:spPr>
                <a:xfrm>
                  <a:off x="7596453" y="1063056"/>
                  <a:ext cx="18635" cy="25091"/>
                </a:xfrm>
                <a:custGeom>
                  <a:avLst/>
                  <a:gdLst>
                    <a:gd name="connsiteX0" fmla="*/ 61 w 18635"/>
                    <a:gd name="connsiteY0" fmla="*/ 0 h 25091"/>
                    <a:gd name="connsiteX1" fmla="*/ 1613 w 18635"/>
                    <a:gd name="connsiteY1" fmla="*/ 10595 h 25091"/>
                    <a:gd name="connsiteX2" fmla="*/ 18635 w 18635"/>
                    <a:gd name="connsiteY2" fmla="*/ 25091 h 25091"/>
                    <a:gd name="connsiteX3" fmla="*/ 9681 w 18635"/>
                    <a:gd name="connsiteY3" fmla="*/ 19417 h 25091"/>
                    <a:gd name="connsiteX4" fmla="*/ 61 w 18635"/>
                    <a:gd name="connsiteY4" fmla="*/ 0 h 25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35" h="25091">
                      <a:moveTo>
                        <a:pt x="61" y="0"/>
                      </a:moveTo>
                      <a:cubicBezTo>
                        <a:pt x="61" y="0"/>
                        <a:pt x="-471" y="4965"/>
                        <a:pt x="1613" y="10595"/>
                      </a:cubicBezTo>
                      <a:cubicBezTo>
                        <a:pt x="3652" y="16181"/>
                        <a:pt x="8307" y="22431"/>
                        <a:pt x="18635" y="25091"/>
                      </a:cubicBezTo>
                      <a:cubicBezTo>
                        <a:pt x="18635" y="25091"/>
                        <a:pt x="14202" y="23407"/>
                        <a:pt x="9681" y="19417"/>
                      </a:cubicBezTo>
                      <a:cubicBezTo>
                        <a:pt x="5115" y="15516"/>
                        <a:pt x="504" y="9265"/>
                        <a:pt x="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48" name="Forme libre : forme 25547">
                  <a:extLst>
                    <a:ext uri="{FF2B5EF4-FFF2-40B4-BE49-F238E27FC236}">
                      <a16:creationId xmlns:a16="http://schemas.microsoft.com/office/drawing/2014/main" id="{915CBA32-2371-44C0-9EF6-FED1D402EE6C}"/>
                    </a:ext>
                  </a:extLst>
                </p:cNvPr>
                <p:cNvSpPr/>
                <p:nvPr/>
              </p:nvSpPr>
              <p:spPr>
                <a:xfrm>
                  <a:off x="7619577" y="1041477"/>
                  <a:ext cx="8666" cy="11550"/>
                </a:xfrm>
                <a:custGeom>
                  <a:avLst/>
                  <a:gdLst>
                    <a:gd name="connsiteX0" fmla="*/ 7170 w 8666"/>
                    <a:gd name="connsiteY0" fmla="*/ 256 h 11550"/>
                    <a:gd name="connsiteX1" fmla="*/ 7614 w 8666"/>
                    <a:gd name="connsiteY1" fmla="*/ 7482 h 11550"/>
                    <a:gd name="connsiteX2" fmla="*/ 1496 w 8666"/>
                    <a:gd name="connsiteY2" fmla="*/ 11294 h 11550"/>
                    <a:gd name="connsiteX3" fmla="*/ 1052 w 8666"/>
                    <a:gd name="connsiteY3" fmla="*/ 4068 h 11550"/>
                    <a:gd name="connsiteX4" fmla="*/ 7170 w 8666"/>
                    <a:gd name="connsiteY4" fmla="*/ 256 h 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66" h="11550">
                      <a:moveTo>
                        <a:pt x="7170" y="256"/>
                      </a:moveTo>
                      <a:cubicBezTo>
                        <a:pt x="8988" y="1187"/>
                        <a:pt x="9165" y="4423"/>
                        <a:pt x="7614" y="7482"/>
                      </a:cubicBezTo>
                      <a:cubicBezTo>
                        <a:pt x="6062" y="10541"/>
                        <a:pt x="3313" y="12225"/>
                        <a:pt x="1496" y="11294"/>
                      </a:cubicBezTo>
                      <a:cubicBezTo>
                        <a:pt x="-322" y="10363"/>
                        <a:pt x="-499" y="7083"/>
                        <a:pt x="1052" y="4068"/>
                      </a:cubicBezTo>
                      <a:cubicBezTo>
                        <a:pt x="2604" y="1010"/>
                        <a:pt x="5397" y="-675"/>
                        <a:pt x="7170" y="25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49" name="Forme libre : forme 25548">
                  <a:extLst>
                    <a:ext uri="{FF2B5EF4-FFF2-40B4-BE49-F238E27FC236}">
                      <a16:creationId xmlns:a16="http://schemas.microsoft.com/office/drawing/2014/main" id="{89425A45-15BC-4A62-A6EF-BDE52307B338}"/>
                    </a:ext>
                  </a:extLst>
                </p:cNvPr>
                <p:cNvSpPr/>
                <p:nvPr/>
              </p:nvSpPr>
              <p:spPr>
                <a:xfrm>
                  <a:off x="7624203" y="1039853"/>
                  <a:ext cx="3272" cy="3359"/>
                </a:xfrm>
                <a:custGeom>
                  <a:avLst/>
                  <a:gdLst>
                    <a:gd name="connsiteX0" fmla="*/ 1880 w 3272"/>
                    <a:gd name="connsiteY0" fmla="*/ 18 h 3359"/>
                    <a:gd name="connsiteX1" fmla="*/ 3254 w 3272"/>
                    <a:gd name="connsiteY1" fmla="*/ 1924 h 3359"/>
                    <a:gd name="connsiteX2" fmla="*/ 1392 w 3272"/>
                    <a:gd name="connsiteY2" fmla="*/ 3343 h 3359"/>
                    <a:gd name="connsiteX3" fmla="*/ 18 w 3272"/>
                    <a:gd name="connsiteY3" fmla="*/ 1481 h 3359"/>
                    <a:gd name="connsiteX4" fmla="*/ 1880 w 3272"/>
                    <a:gd name="connsiteY4" fmla="*/ 18 h 3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2" h="3359">
                      <a:moveTo>
                        <a:pt x="1880" y="18"/>
                      </a:moveTo>
                      <a:cubicBezTo>
                        <a:pt x="2766" y="151"/>
                        <a:pt x="3387" y="993"/>
                        <a:pt x="3254" y="1924"/>
                      </a:cubicBezTo>
                      <a:cubicBezTo>
                        <a:pt x="3121" y="2811"/>
                        <a:pt x="2279" y="3476"/>
                        <a:pt x="1392" y="3343"/>
                      </a:cubicBezTo>
                      <a:cubicBezTo>
                        <a:pt x="506" y="3210"/>
                        <a:pt x="-115" y="2367"/>
                        <a:pt x="18" y="1481"/>
                      </a:cubicBezTo>
                      <a:cubicBezTo>
                        <a:pt x="151" y="505"/>
                        <a:pt x="949" y="-115"/>
                        <a:pt x="1880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50" name="Forme libre : forme 25549">
                  <a:extLst>
                    <a:ext uri="{FF2B5EF4-FFF2-40B4-BE49-F238E27FC236}">
                      <a16:creationId xmlns:a16="http://schemas.microsoft.com/office/drawing/2014/main" id="{FE191CEE-3536-4D3B-8F7B-D4EAF3E97FE3}"/>
                    </a:ext>
                  </a:extLst>
                </p:cNvPr>
                <p:cNvSpPr/>
                <p:nvPr/>
              </p:nvSpPr>
              <p:spPr>
                <a:xfrm>
                  <a:off x="7601945" y="1025117"/>
                  <a:ext cx="32073" cy="25600"/>
                </a:xfrm>
                <a:custGeom>
                  <a:avLst/>
                  <a:gdLst>
                    <a:gd name="connsiteX0" fmla="*/ 13498 w 32073"/>
                    <a:gd name="connsiteY0" fmla="*/ 879 h 25600"/>
                    <a:gd name="connsiteX1" fmla="*/ 28083 w 32073"/>
                    <a:gd name="connsiteY1" fmla="*/ 790 h 25600"/>
                    <a:gd name="connsiteX2" fmla="*/ 32073 w 32073"/>
                    <a:gd name="connsiteY2" fmla="*/ 3804 h 25600"/>
                    <a:gd name="connsiteX3" fmla="*/ 28704 w 32073"/>
                    <a:gd name="connsiteY3" fmla="*/ 6908 h 25600"/>
                    <a:gd name="connsiteX4" fmla="*/ 14429 w 32073"/>
                    <a:gd name="connsiteY4" fmla="*/ 12139 h 25600"/>
                    <a:gd name="connsiteX5" fmla="*/ 1839 w 32073"/>
                    <a:gd name="connsiteY5" fmla="*/ 25039 h 25600"/>
                    <a:gd name="connsiteX6" fmla="*/ 4189 w 32073"/>
                    <a:gd name="connsiteY6" fmla="*/ 6819 h 25600"/>
                    <a:gd name="connsiteX7" fmla="*/ 13498 w 32073"/>
                    <a:gd name="connsiteY7" fmla="*/ 879 h 25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073" h="25600">
                      <a:moveTo>
                        <a:pt x="13498" y="879"/>
                      </a:moveTo>
                      <a:cubicBezTo>
                        <a:pt x="18242" y="-451"/>
                        <a:pt x="23251" y="-97"/>
                        <a:pt x="28083" y="790"/>
                      </a:cubicBezTo>
                      <a:cubicBezTo>
                        <a:pt x="29856" y="1100"/>
                        <a:pt x="32073" y="1987"/>
                        <a:pt x="32073" y="3804"/>
                      </a:cubicBezTo>
                      <a:cubicBezTo>
                        <a:pt x="32117" y="5445"/>
                        <a:pt x="30255" y="6420"/>
                        <a:pt x="28704" y="6908"/>
                      </a:cubicBezTo>
                      <a:cubicBezTo>
                        <a:pt x="23827" y="8370"/>
                        <a:pt x="18286" y="8725"/>
                        <a:pt x="14429" y="12139"/>
                      </a:cubicBezTo>
                      <a:cubicBezTo>
                        <a:pt x="11991" y="14266"/>
                        <a:pt x="6006" y="28585"/>
                        <a:pt x="1839" y="25039"/>
                      </a:cubicBezTo>
                      <a:cubicBezTo>
                        <a:pt x="-2372" y="21492"/>
                        <a:pt x="1618" y="10055"/>
                        <a:pt x="4189" y="6819"/>
                      </a:cubicBezTo>
                      <a:cubicBezTo>
                        <a:pt x="6538" y="3849"/>
                        <a:pt x="9907" y="1854"/>
                        <a:pt x="13498" y="87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36" name="Graphique 2">
                <a:extLst>
                  <a:ext uri="{FF2B5EF4-FFF2-40B4-BE49-F238E27FC236}">
                    <a16:creationId xmlns:a16="http://schemas.microsoft.com/office/drawing/2014/main" id="{646FE39C-D9DB-4A3D-B937-23C565E2399D}"/>
                  </a:ext>
                </a:extLst>
              </p:cNvPr>
              <p:cNvGrpSpPr/>
              <p:nvPr/>
            </p:nvGrpSpPr>
            <p:grpSpPr>
              <a:xfrm>
                <a:off x="7605009" y="948971"/>
                <a:ext cx="65928" cy="73500"/>
                <a:chOff x="7605009" y="948971"/>
                <a:chExt cx="65928" cy="73500"/>
              </a:xfrm>
              <a:solidFill>
                <a:schemeClr val="accent1"/>
              </a:solidFill>
            </p:grpSpPr>
            <p:sp>
              <p:nvSpPr>
                <p:cNvPr id="25527" name="Forme libre : forme 25526">
                  <a:extLst>
                    <a:ext uri="{FF2B5EF4-FFF2-40B4-BE49-F238E27FC236}">
                      <a16:creationId xmlns:a16="http://schemas.microsoft.com/office/drawing/2014/main" id="{77B1A1CC-5BD1-47EB-9C90-1B0AB8B3F736}"/>
                    </a:ext>
                  </a:extLst>
                </p:cNvPr>
                <p:cNvSpPr/>
                <p:nvPr/>
              </p:nvSpPr>
              <p:spPr>
                <a:xfrm>
                  <a:off x="7605009" y="948971"/>
                  <a:ext cx="65883" cy="73500"/>
                </a:xfrm>
                <a:custGeom>
                  <a:avLst/>
                  <a:gdLst>
                    <a:gd name="connsiteX0" fmla="*/ 65360 w 65883"/>
                    <a:gd name="connsiteY0" fmla="*/ 31097 h 73500"/>
                    <a:gd name="connsiteX1" fmla="*/ 62789 w 65883"/>
                    <a:gd name="connsiteY1" fmla="*/ 43244 h 73500"/>
                    <a:gd name="connsiteX2" fmla="*/ 60395 w 65883"/>
                    <a:gd name="connsiteY2" fmla="*/ 55524 h 73500"/>
                    <a:gd name="connsiteX3" fmla="*/ 34905 w 65883"/>
                    <a:gd name="connsiteY3" fmla="*/ 73212 h 73500"/>
                    <a:gd name="connsiteX4" fmla="*/ 18369 w 65883"/>
                    <a:gd name="connsiteY4" fmla="*/ 70552 h 73500"/>
                    <a:gd name="connsiteX5" fmla="*/ 371 w 65883"/>
                    <a:gd name="connsiteY5" fmla="*/ 44574 h 73500"/>
                    <a:gd name="connsiteX6" fmla="*/ 2853 w 65883"/>
                    <a:gd name="connsiteY6" fmla="*/ 31275 h 73500"/>
                    <a:gd name="connsiteX7" fmla="*/ 5602 w 65883"/>
                    <a:gd name="connsiteY7" fmla="*/ 17887 h 73500"/>
                    <a:gd name="connsiteX8" fmla="*/ 15709 w 65883"/>
                    <a:gd name="connsiteY8" fmla="*/ 3302 h 73500"/>
                    <a:gd name="connsiteX9" fmla="*/ 32644 w 65883"/>
                    <a:gd name="connsiteY9" fmla="*/ 775 h 73500"/>
                    <a:gd name="connsiteX10" fmla="*/ 48913 w 65883"/>
                    <a:gd name="connsiteY10" fmla="*/ 5252 h 73500"/>
                    <a:gd name="connsiteX11" fmla="*/ 62434 w 65883"/>
                    <a:gd name="connsiteY11" fmla="*/ 15271 h 73500"/>
                    <a:gd name="connsiteX12" fmla="*/ 65360 w 65883"/>
                    <a:gd name="connsiteY12" fmla="*/ 31097 h 73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5883" h="73500">
                      <a:moveTo>
                        <a:pt x="65360" y="31097"/>
                      </a:moveTo>
                      <a:cubicBezTo>
                        <a:pt x="64429" y="35087"/>
                        <a:pt x="63676" y="39210"/>
                        <a:pt x="62789" y="43244"/>
                      </a:cubicBezTo>
                      <a:cubicBezTo>
                        <a:pt x="61902" y="47278"/>
                        <a:pt x="61149" y="51401"/>
                        <a:pt x="60395" y="55524"/>
                      </a:cubicBezTo>
                      <a:cubicBezTo>
                        <a:pt x="58179" y="67005"/>
                        <a:pt x="46918" y="75162"/>
                        <a:pt x="34905" y="73212"/>
                      </a:cubicBezTo>
                      <a:lnTo>
                        <a:pt x="18369" y="70552"/>
                      </a:lnTo>
                      <a:cubicBezTo>
                        <a:pt x="6444" y="68646"/>
                        <a:pt x="-1890" y="57031"/>
                        <a:pt x="371" y="44574"/>
                      </a:cubicBezTo>
                      <a:cubicBezTo>
                        <a:pt x="1125" y="40141"/>
                        <a:pt x="1923" y="35752"/>
                        <a:pt x="2853" y="31275"/>
                      </a:cubicBezTo>
                      <a:cubicBezTo>
                        <a:pt x="3784" y="26797"/>
                        <a:pt x="4582" y="22408"/>
                        <a:pt x="5602" y="17887"/>
                      </a:cubicBezTo>
                      <a:cubicBezTo>
                        <a:pt x="7065" y="11592"/>
                        <a:pt x="10744" y="6405"/>
                        <a:pt x="15709" y="3302"/>
                      </a:cubicBezTo>
                      <a:cubicBezTo>
                        <a:pt x="20719" y="154"/>
                        <a:pt x="26748" y="-865"/>
                        <a:pt x="32644" y="775"/>
                      </a:cubicBezTo>
                      <a:lnTo>
                        <a:pt x="48913" y="5252"/>
                      </a:lnTo>
                      <a:cubicBezTo>
                        <a:pt x="54809" y="6893"/>
                        <a:pt x="59508" y="10661"/>
                        <a:pt x="62434" y="15271"/>
                      </a:cubicBezTo>
                      <a:cubicBezTo>
                        <a:pt x="65405" y="19882"/>
                        <a:pt x="66690" y="25556"/>
                        <a:pt x="65360" y="3109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28" name="Forme libre : forme 25527">
                  <a:extLst>
                    <a:ext uri="{FF2B5EF4-FFF2-40B4-BE49-F238E27FC236}">
                      <a16:creationId xmlns:a16="http://schemas.microsoft.com/office/drawing/2014/main" id="{1C94261A-2FB3-4551-840B-0837EAA971DC}"/>
                    </a:ext>
                  </a:extLst>
                </p:cNvPr>
                <p:cNvSpPr/>
                <p:nvPr/>
              </p:nvSpPr>
              <p:spPr>
                <a:xfrm>
                  <a:off x="7632821" y="954046"/>
                  <a:ext cx="38117" cy="68425"/>
                </a:xfrm>
                <a:custGeom>
                  <a:avLst/>
                  <a:gdLst>
                    <a:gd name="connsiteX0" fmla="*/ 13698 w 38117"/>
                    <a:gd name="connsiteY0" fmla="*/ 42336 h 68425"/>
                    <a:gd name="connsiteX1" fmla="*/ 0 w 38117"/>
                    <a:gd name="connsiteY1" fmla="*/ 66984 h 68425"/>
                    <a:gd name="connsiteX2" fmla="*/ 7137 w 38117"/>
                    <a:gd name="connsiteY2" fmla="*/ 68137 h 68425"/>
                    <a:gd name="connsiteX3" fmla="*/ 32628 w 38117"/>
                    <a:gd name="connsiteY3" fmla="*/ 50449 h 68425"/>
                    <a:gd name="connsiteX4" fmla="*/ 35022 w 38117"/>
                    <a:gd name="connsiteY4" fmla="*/ 38169 h 68425"/>
                    <a:gd name="connsiteX5" fmla="*/ 37593 w 38117"/>
                    <a:gd name="connsiteY5" fmla="*/ 26022 h 68425"/>
                    <a:gd name="connsiteX6" fmla="*/ 34711 w 38117"/>
                    <a:gd name="connsiteY6" fmla="*/ 10152 h 68425"/>
                    <a:gd name="connsiteX7" fmla="*/ 21190 w 38117"/>
                    <a:gd name="connsiteY7" fmla="*/ 133 h 68425"/>
                    <a:gd name="connsiteX8" fmla="*/ 20658 w 38117"/>
                    <a:gd name="connsiteY8" fmla="*/ 0 h 68425"/>
                    <a:gd name="connsiteX9" fmla="*/ 18264 w 38117"/>
                    <a:gd name="connsiteY9" fmla="*/ 10551 h 68425"/>
                    <a:gd name="connsiteX10" fmla="*/ 15737 w 38117"/>
                    <a:gd name="connsiteY10" fmla="*/ 20924 h 68425"/>
                    <a:gd name="connsiteX11" fmla="*/ 13964 w 38117"/>
                    <a:gd name="connsiteY11" fmla="*/ 31475 h 68425"/>
                    <a:gd name="connsiteX12" fmla="*/ 13698 w 38117"/>
                    <a:gd name="connsiteY12" fmla="*/ 42336 h 68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117" h="68425">
                      <a:moveTo>
                        <a:pt x="13698" y="42336"/>
                      </a:moveTo>
                      <a:cubicBezTo>
                        <a:pt x="14452" y="52843"/>
                        <a:pt x="9265" y="62640"/>
                        <a:pt x="0" y="66984"/>
                      </a:cubicBezTo>
                      <a:lnTo>
                        <a:pt x="7137" y="68137"/>
                      </a:lnTo>
                      <a:cubicBezTo>
                        <a:pt x="19151" y="70087"/>
                        <a:pt x="30411" y="61930"/>
                        <a:pt x="32628" y="50449"/>
                      </a:cubicBezTo>
                      <a:cubicBezTo>
                        <a:pt x="33381" y="46326"/>
                        <a:pt x="34135" y="42203"/>
                        <a:pt x="35022" y="38169"/>
                      </a:cubicBezTo>
                      <a:cubicBezTo>
                        <a:pt x="35864" y="34135"/>
                        <a:pt x="36662" y="30012"/>
                        <a:pt x="37593" y="26022"/>
                      </a:cubicBezTo>
                      <a:cubicBezTo>
                        <a:pt x="38923" y="20481"/>
                        <a:pt x="37637" y="14807"/>
                        <a:pt x="34711" y="10152"/>
                      </a:cubicBezTo>
                      <a:cubicBezTo>
                        <a:pt x="31830" y="5541"/>
                        <a:pt x="27086" y="1773"/>
                        <a:pt x="21190" y="133"/>
                      </a:cubicBezTo>
                      <a:lnTo>
                        <a:pt x="20658" y="0"/>
                      </a:lnTo>
                      <a:cubicBezTo>
                        <a:pt x="19993" y="3591"/>
                        <a:pt x="19018" y="7004"/>
                        <a:pt x="18264" y="10551"/>
                      </a:cubicBezTo>
                      <a:cubicBezTo>
                        <a:pt x="17422" y="14053"/>
                        <a:pt x="16580" y="17511"/>
                        <a:pt x="15737" y="20924"/>
                      </a:cubicBezTo>
                      <a:cubicBezTo>
                        <a:pt x="14895" y="24382"/>
                        <a:pt x="14363" y="27928"/>
                        <a:pt x="13964" y="31475"/>
                      </a:cubicBezTo>
                      <a:cubicBezTo>
                        <a:pt x="13565" y="35021"/>
                        <a:pt x="13344" y="38612"/>
                        <a:pt x="13698" y="4233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29" name="Forme libre : forme 25528">
                  <a:extLst>
                    <a:ext uri="{FF2B5EF4-FFF2-40B4-BE49-F238E27FC236}">
                      <a16:creationId xmlns:a16="http://schemas.microsoft.com/office/drawing/2014/main" id="{9D0515A3-C746-469F-9942-0081001E4294}"/>
                    </a:ext>
                  </a:extLst>
                </p:cNvPr>
                <p:cNvSpPr/>
                <p:nvPr/>
              </p:nvSpPr>
              <p:spPr>
                <a:xfrm>
                  <a:off x="7628402" y="966092"/>
                  <a:ext cx="23508" cy="31663"/>
                </a:xfrm>
                <a:custGeom>
                  <a:avLst/>
                  <a:gdLst>
                    <a:gd name="connsiteX0" fmla="*/ 15235 w 23508"/>
                    <a:gd name="connsiteY0" fmla="*/ 234 h 31663"/>
                    <a:gd name="connsiteX1" fmla="*/ 23082 w 23508"/>
                    <a:gd name="connsiteY1" fmla="*/ 18188 h 31663"/>
                    <a:gd name="connsiteX2" fmla="*/ 8719 w 23508"/>
                    <a:gd name="connsiteY2" fmla="*/ 31531 h 31663"/>
                    <a:gd name="connsiteX3" fmla="*/ 473 w 23508"/>
                    <a:gd name="connsiteY3" fmla="*/ 13489 h 31663"/>
                    <a:gd name="connsiteX4" fmla="*/ 15235 w 23508"/>
                    <a:gd name="connsiteY4" fmla="*/ 234 h 31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08" h="31663">
                      <a:moveTo>
                        <a:pt x="15235" y="234"/>
                      </a:moveTo>
                      <a:cubicBezTo>
                        <a:pt x="21531" y="1785"/>
                        <a:pt x="24722" y="9676"/>
                        <a:pt x="23082" y="18188"/>
                      </a:cubicBezTo>
                      <a:cubicBezTo>
                        <a:pt x="21309" y="26655"/>
                        <a:pt x="14970" y="32640"/>
                        <a:pt x="8719" y="31531"/>
                      </a:cubicBezTo>
                      <a:cubicBezTo>
                        <a:pt x="2424" y="30379"/>
                        <a:pt x="-1389" y="22311"/>
                        <a:pt x="473" y="13489"/>
                      </a:cubicBezTo>
                      <a:cubicBezTo>
                        <a:pt x="2158" y="4667"/>
                        <a:pt x="9118" y="-1273"/>
                        <a:pt x="15235" y="23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30" name="Forme libre : forme 25529">
                  <a:extLst>
                    <a:ext uri="{FF2B5EF4-FFF2-40B4-BE49-F238E27FC236}">
                      <a16:creationId xmlns:a16="http://schemas.microsoft.com/office/drawing/2014/main" id="{5E41EB1E-55F5-4494-9D29-B703717C5323}"/>
                    </a:ext>
                  </a:extLst>
                </p:cNvPr>
                <p:cNvSpPr/>
                <p:nvPr/>
              </p:nvSpPr>
              <p:spPr>
                <a:xfrm>
                  <a:off x="7629008" y="977098"/>
                  <a:ext cx="22908" cy="20666"/>
                </a:xfrm>
                <a:custGeom>
                  <a:avLst/>
                  <a:gdLst>
                    <a:gd name="connsiteX0" fmla="*/ 0 w 22908"/>
                    <a:gd name="connsiteY0" fmla="*/ 11792 h 20666"/>
                    <a:gd name="connsiteX1" fmla="*/ 8113 w 22908"/>
                    <a:gd name="connsiteY1" fmla="*/ 20525 h 20666"/>
                    <a:gd name="connsiteX2" fmla="*/ 22476 w 22908"/>
                    <a:gd name="connsiteY2" fmla="*/ 7182 h 20666"/>
                    <a:gd name="connsiteX3" fmla="*/ 22697 w 22908"/>
                    <a:gd name="connsiteY3" fmla="*/ 0 h 20666"/>
                    <a:gd name="connsiteX4" fmla="*/ 21102 w 22908"/>
                    <a:gd name="connsiteY4" fmla="*/ 3635 h 20666"/>
                    <a:gd name="connsiteX5" fmla="*/ 0 w 22908"/>
                    <a:gd name="connsiteY5" fmla="*/ 11792 h 20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908" h="20666">
                      <a:moveTo>
                        <a:pt x="0" y="11792"/>
                      </a:moveTo>
                      <a:cubicBezTo>
                        <a:pt x="1197" y="16402"/>
                        <a:pt x="4211" y="19816"/>
                        <a:pt x="8113" y="20525"/>
                      </a:cubicBezTo>
                      <a:cubicBezTo>
                        <a:pt x="14363" y="21678"/>
                        <a:pt x="20702" y="15649"/>
                        <a:pt x="22476" y="7182"/>
                      </a:cubicBezTo>
                      <a:cubicBezTo>
                        <a:pt x="23008" y="4699"/>
                        <a:pt x="23008" y="2261"/>
                        <a:pt x="22697" y="0"/>
                      </a:cubicBezTo>
                      <a:cubicBezTo>
                        <a:pt x="22343" y="1286"/>
                        <a:pt x="21855" y="2527"/>
                        <a:pt x="21102" y="3635"/>
                      </a:cubicBezTo>
                      <a:cubicBezTo>
                        <a:pt x="16269" y="9708"/>
                        <a:pt x="7536" y="13787"/>
                        <a:pt x="0" y="11792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31" name="Forme libre : forme 25530">
                  <a:extLst>
                    <a:ext uri="{FF2B5EF4-FFF2-40B4-BE49-F238E27FC236}">
                      <a16:creationId xmlns:a16="http://schemas.microsoft.com/office/drawing/2014/main" id="{DC2D1E67-03F6-4B05-8E15-851C0028CB9F}"/>
                    </a:ext>
                  </a:extLst>
                </p:cNvPr>
                <p:cNvSpPr/>
                <p:nvPr/>
              </p:nvSpPr>
              <p:spPr>
                <a:xfrm>
                  <a:off x="7631236" y="965114"/>
                  <a:ext cx="23505" cy="31534"/>
                </a:xfrm>
                <a:custGeom>
                  <a:avLst/>
                  <a:gdLst>
                    <a:gd name="connsiteX0" fmla="*/ 15239 w 23505"/>
                    <a:gd name="connsiteY0" fmla="*/ 236 h 31534"/>
                    <a:gd name="connsiteX1" fmla="*/ 22155 w 23505"/>
                    <a:gd name="connsiteY1" fmla="*/ 6620 h 31534"/>
                    <a:gd name="connsiteX2" fmla="*/ 23086 w 23505"/>
                    <a:gd name="connsiteY2" fmla="*/ 18146 h 31534"/>
                    <a:gd name="connsiteX3" fmla="*/ 8678 w 23505"/>
                    <a:gd name="connsiteY3" fmla="*/ 31401 h 31534"/>
                    <a:gd name="connsiteX4" fmla="*/ 477 w 23505"/>
                    <a:gd name="connsiteY4" fmla="*/ 13403 h 31534"/>
                    <a:gd name="connsiteX5" fmla="*/ 15239 w 23505"/>
                    <a:gd name="connsiteY5" fmla="*/ 236 h 31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505" h="31534">
                      <a:moveTo>
                        <a:pt x="15239" y="236"/>
                      </a:moveTo>
                      <a:cubicBezTo>
                        <a:pt x="18342" y="990"/>
                        <a:pt x="20736" y="3384"/>
                        <a:pt x="22155" y="6620"/>
                      </a:cubicBezTo>
                      <a:cubicBezTo>
                        <a:pt x="23529" y="9856"/>
                        <a:pt x="23884" y="13890"/>
                        <a:pt x="23086" y="18146"/>
                      </a:cubicBezTo>
                      <a:cubicBezTo>
                        <a:pt x="21312" y="26569"/>
                        <a:pt x="14884" y="32509"/>
                        <a:pt x="8678" y="31401"/>
                      </a:cubicBezTo>
                      <a:cubicBezTo>
                        <a:pt x="2383" y="30249"/>
                        <a:pt x="-1385" y="22180"/>
                        <a:pt x="477" y="13403"/>
                      </a:cubicBezTo>
                      <a:cubicBezTo>
                        <a:pt x="2206" y="4581"/>
                        <a:pt x="9121" y="-1271"/>
                        <a:pt x="15239" y="23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32" name="Forme libre : forme 25531">
                  <a:extLst>
                    <a:ext uri="{FF2B5EF4-FFF2-40B4-BE49-F238E27FC236}">
                      <a16:creationId xmlns:a16="http://schemas.microsoft.com/office/drawing/2014/main" id="{705DDF63-0751-4EF8-89BE-5E1F55B9C204}"/>
                    </a:ext>
                  </a:extLst>
                </p:cNvPr>
                <p:cNvSpPr/>
                <p:nvPr/>
              </p:nvSpPr>
              <p:spPr>
                <a:xfrm>
                  <a:off x="7617786" y="974913"/>
                  <a:ext cx="45844" cy="37322"/>
                </a:xfrm>
                <a:custGeom>
                  <a:avLst/>
                  <a:gdLst>
                    <a:gd name="connsiteX0" fmla="*/ 18448 w 45844"/>
                    <a:gd name="connsiteY0" fmla="*/ 36320 h 37322"/>
                    <a:gd name="connsiteX1" fmla="*/ 29176 w 45844"/>
                    <a:gd name="connsiteY1" fmla="*/ 37029 h 37322"/>
                    <a:gd name="connsiteX2" fmla="*/ 43318 w 45844"/>
                    <a:gd name="connsiteY2" fmla="*/ 23552 h 37322"/>
                    <a:gd name="connsiteX3" fmla="*/ 45091 w 45844"/>
                    <a:gd name="connsiteY3" fmla="*/ 7372 h 37322"/>
                    <a:gd name="connsiteX4" fmla="*/ 36092 w 45844"/>
                    <a:gd name="connsiteY4" fmla="*/ 57 h 37322"/>
                    <a:gd name="connsiteX5" fmla="*/ 29620 w 45844"/>
                    <a:gd name="connsiteY5" fmla="*/ 4268 h 37322"/>
                    <a:gd name="connsiteX6" fmla="*/ 14459 w 45844"/>
                    <a:gd name="connsiteY6" fmla="*/ 15085 h 37322"/>
                    <a:gd name="connsiteX7" fmla="*/ 140 w 45844"/>
                    <a:gd name="connsiteY7" fmla="*/ 28916 h 37322"/>
                    <a:gd name="connsiteX8" fmla="*/ 18448 w 45844"/>
                    <a:gd name="connsiteY8" fmla="*/ 36320 h 37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844" h="37322">
                      <a:moveTo>
                        <a:pt x="18448" y="36320"/>
                      </a:moveTo>
                      <a:cubicBezTo>
                        <a:pt x="21995" y="37029"/>
                        <a:pt x="25630" y="37738"/>
                        <a:pt x="29176" y="37029"/>
                      </a:cubicBezTo>
                      <a:cubicBezTo>
                        <a:pt x="35915" y="35699"/>
                        <a:pt x="40747" y="29714"/>
                        <a:pt x="43318" y="23552"/>
                      </a:cubicBezTo>
                      <a:cubicBezTo>
                        <a:pt x="45490" y="18410"/>
                        <a:pt x="46732" y="12736"/>
                        <a:pt x="45091" y="7372"/>
                      </a:cubicBezTo>
                      <a:cubicBezTo>
                        <a:pt x="43850" y="3382"/>
                        <a:pt x="40348" y="-519"/>
                        <a:pt x="36092" y="57"/>
                      </a:cubicBezTo>
                      <a:cubicBezTo>
                        <a:pt x="33477" y="456"/>
                        <a:pt x="31437" y="2406"/>
                        <a:pt x="29620" y="4268"/>
                      </a:cubicBezTo>
                      <a:cubicBezTo>
                        <a:pt x="25187" y="8568"/>
                        <a:pt x="20044" y="12248"/>
                        <a:pt x="14459" y="15085"/>
                      </a:cubicBezTo>
                      <a:cubicBezTo>
                        <a:pt x="9715" y="17479"/>
                        <a:pt x="-1368" y="21646"/>
                        <a:pt x="140" y="28916"/>
                      </a:cubicBezTo>
                      <a:cubicBezTo>
                        <a:pt x="1470" y="35344"/>
                        <a:pt x="13572" y="35300"/>
                        <a:pt x="18448" y="3632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33" name="Forme libre : forme 25532">
                  <a:extLst>
                    <a:ext uri="{FF2B5EF4-FFF2-40B4-BE49-F238E27FC236}">
                      <a16:creationId xmlns:a16="http://schemas.microsoft.com/office/drawing/2014/main" id="{6BD425F0-66AC-4C9B-B689-9E5619CFBA1F}"/>
                    </a:ext>
                  </a:extLst>
                </p:cNvPr>
                <p:cNvSpPr/>
                <p:nvPr/>
              </p:nvSpPr>
              <p:spPr>
                <a:xfrm>
                  <a:off x="7619654" y="988632"/>
                  <a:ext cx="10077" cy="14299"/>
                </a:xfrm>
                <a:custGeom>
                  <a:avLst/>
                  <a:gdLst>
                    <a:gd name="connsiteX0" fmla="*/ 5143 w 10077"/>
                    <a:gd name="connsiteY0" fmla="*/ 13070 h 14299"/>
                    <a:gd name="connsiteX1" fmla="*/ 7404 w 10077"/>
                    <a:gd name="connsiteY1" fmla="*/ 14267 h 14299"/>
                    <a:gd name="connsiteX2" fmla="*/ 9709 w 10077"/>
                    <a:gd name="connsiteY2" fmla="*/ 13424 h 14299"/>
                    <a:gd name="connsiteX3" fmla="*/ 10019 w 10077"/>
                    <a:gd name="connsiteY3" fmla="*/ 11075 h 14299"/>
                    <a:gd name="connsiteX4" fmla="*/ 8689 w 10077"/>
                    <a:gd name="connsiteY4" fmla="*/ 5046 h 14299"/>
                    <a:gd name="connsiteX5" fmla="*/ 7625 w 10077"/>
                    <a:gd name="connsiteY5" fmla="*/ 2741 h 14299"/>
                    <a:gd name="connsiteX6" fmla="*/ 1 w 10077"/>
                    <a:gd name="connsiteY6" fmla="*/ 3051 h 14299"/>
                    <a:gd name="connsiteX7" fmla="*/ 5143 w 10077"/>
                    <a:gd name="connsiteY7" fmla="*/ 13070 h 14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077" h="14299">
                      <a:moveTo>
                        <a:pt x="5143" y="13070"/>
                      </a:moveTo>
                      <a:cubicBezTo>
                        <a:pt x="5808" y="13602"/>
                        <a:pt x="6561" y="14134"/>
                        <a:pt x="7404" y="14267"/>
                      </a:cubicBezTo>
                      <a:cubicBezTo>
                        <a:pt x="8246" y="14400"/>
                        <a:pt x="9222" y="14134"/>
                        <a:pt x="9709" y="13424"/>
                      </a:cubicBezTo>
                      <a:cubicBezTo>
                        <a:pt x="10152" y="12759"/>
                        <a:pt x="10108" y="11873"/>
                        <a:pt x="10019" y="11075"/>
                      </a:cubicBezTo>
                      <a:cubicBezTo>
                        <a:pt x="9798" y="9036"/>
                        <a:pt x="9354" y="6996"/>
                        <a:pt x="8689" y="5046"/>
                      </a:cubicBezTo>
                      <a:cubicBezTo>
                        <a:pt x="8423" y="4248"/>
                        <a:pt x="8113" y="3406"/>
                        <a:pt x="7625" y="2741"/>
                      </a:cubicBezTo>
                      <a:cubicBezTo>
                        <a:pt x="5542" y="-141"/>
                        <a:pt x="133" y="-1737"/>
                        <a:pt x="1" y="3051"/>
                      </a:cubicBezTo>
                      <a:cubicBezTo>
                        <a:pt x="-44" y="6775"/>
                        <a:pt x="2394" y="10853"/>
                        <a:pt x="5143" y="1307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34" name="Forme libre : forme 25533">
                  <a:extLst>
                    <a:ext uri="{FF2B5EF4-FFF2-40B4-BE49-F238E27FC236}">
                      <a16:creationId xmlns:a16="http://schemas.microsoft.com/office/drawing/2014/main" id="{FADA70DF-97CB-4BE7-84DB-323005BCF9BA}"/>
                    </a:ext>
                  </a:extLst>
                </p:cNvPr>
                <p:cNvSpPr/>
                <p:nvPr/>
              </p:nvSpPr>
              <p:spPr>
                <a:xfrm>
                  <a:off x="7651041" y="955598"/>
                  <a:ext cx="18175" cy="23761"/>
                </a:xfrm>
                <a:custGeom>
                  <a:avLst/>
                  <a:gdLst>
                    <a:gd name="connsiteX0" fmla="*/ 0 w 18175"/>
                    <a:gd name="connsiteY0" fmla="*/ 0 h 23761"/>
                    <a:gd name="connsiteX1" fmla="*/ 8689 w 18175"/>
                    <a:gd name="connsiteY1" fmla="*/ 4433 h 23761"/>
                    <a:gd name="connsiteX2" fmla="*/ 18176 w 18175"/>
                    <a:gd name="connsiteY2" fmla="*/ 23761 h 23761"/>
                    <a:gd name="connsiteX3" fmla="*/ 15161 w 18175"/>
                    <a:gd name="connsiteY3" fmla="*/ 14984 h 23761"/>
                    <a:gd name="connsiteX4" fmla="*/ 0 w 18175"/>
                    <a:gd name="connsiteY4" fmla="*/ 0 h 23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75" h="23761">
                      <a:moveTo>
                        <a:pt x="0" y="0"/>
                      </a:moveTo>
                      <a:cubicBezTo>
                        <a:pt x="0" y="0"/>
                        <a:pt x="4344" y="975"/>
                        <a:pt x="8689" y="4433"/>
                      </a:cubicBezTo>
                      <a:cubicBezTo>
                        <a:pt x="12989" y="7847"/>
                        <a:pt x="17599" y="13831"/>
                        <a:pt x="18176" y="23761"/>
                      </a:cubicBezTo>
                      <a:cubicBezTo>
                        <a:pt x="18176" y="23761"/>
                        <a:pt x="17688" y="19905"/>
                        <a:pt x="15161" y="14984"/>
                      </a:cubicBezTo>
                      <a:cubicBezTo>
                        <a:pt x="12590" y="10019"/>
                        <a:pt x="8157" y="412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35" name="Forme libre : forme 25534">
                  <a:extLst>
                    <a:ext uri="{FF2B5EF4-FFF2-40B4-BE49-F238E27FC236}">
                      <a16:creationId xmlns:a16="http://schemas.microsoft.com/office/drawing/2014/main" id="{7FB4B739-F89B-42A7-B270-55EF2F00C952}"/>
                    </a:ext>
                  </a:extLst>
                </p:cNvPr>
                <p:cNvSpPr/>
                <p:nvPr/>
              </p:nvSpPr>
              <p:spPr>
                <a:xfrm>
                  <a:off x="7607287" y="992481"/>
                  <a:ext cx="18175" cy="26022"/>
                </a:xfrm>
                <a:custGeom>
                  <a:avLst/>
                  <a:gdLst>
                    <a:gd name="connsiteX0" fmla="*/ 133 w 18175"/>
                    <a:gd name="connsiteY0" fmla="*/ 0 h 26022"/>
                    <a:gd name="connsiteX1" fmla="*/ 1285 w 18175"/>
                    <a:gd name="connsiteY1" fmla="*/ 10950 h 26022"/>
                    <a:gd name="connsiteX2" fmla="*/ 18175 w 18175"/>
                    <a:gd name="connsiteY2" fmla="*/ 26022 h 26022"/>
                    <a:gd name="connsiteX3" fmla="*/ 9220 w 18175"/>
                    <a:gd name="connsiteY3" fmla="*/ 20171 h 26022"/>
                    <a:gd name="connsiteX4" fmla="*/ 133 w 18175"/>
                    <a:gd name="connsiteY4" fmla="*/ 0 h 26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75" h="26022">
                      <a:moveTo>
                        <a:pt x="133" y="0"/>
                      </a:moveTo>
                      <a:cubicBezTo>
                        <a:pt x="133" y="0"/>
                        <a:pt x="-577" y="5142"/>
                        <a:pt x="1285" y="10950"/>
                      </a:cubicBezTo>
                      <a:cubicBezTo>
                        <a:pt x="3191" y="16757"/>
                        <a:pt x="7802" y="23229"/>
                        <a:pt x="18175" y="26022"/>
                      </a:cubicBezTo>
                      <a:cubicBezTo>
                        <a:pt x="18175" y="26022"/>
                        <a:pt x="13742" y="24293"/>
                        <a:pt x="9220" y="20171"/>
                      </a:cubicBezTo>
                      <a:cubicBezTo>
                        <a:pt x="4699" y="16048"/>
                        <a:pt x="177" y="9531"/>
                        <a:pt x="13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36" name="Forme libre : forme 25535">
                  <a:extLst>
                    <a:ext uri="{FF2B5EF4-FFF2-40B4-BE49-F238E27FC236}">
                      <a16:creationId xmlns:a16="http://schemas.microsoft.com/office/drawing/2014/main" id="{3A71BE62-6536-48DA-AEDD-7B2ABA523882}"/>
                    </a:ext>
                  </a:extLst>
                </p:cNvPr>
                <p:cNvSpPr/>
                <p:nvPr/>
              </p:nvSpPr>
              <p:spPr>
                <a:xfrm>
                  <a:off x="7631308" y="972014"/>
                  <a:ext cx="9038" cy="11399"/>
                </a:xfrm>
                <a:custGeom>
                  <a:avLst/>
                  <a:gdLst>
                    <a:gd name="connsiteX0" fmla="*/ 7764 w 9038"/>
                    <a:gd name="connsiteY0" fmla="*/ 341 h 11399"/>
                    <a:gd name="connsiteX1" fmla="*/ 7719 w 9038"/>
                    <a:gd name="connsiteY1" fmla="*/ 7611 h 11399"/>
                    <a:gd name="connsiteX2" fmla="*/ 1336 w 9038"/>
                    <a:gd name="connsiteY2" fmla="*/ 11069 h 11399"/>
                    <a:gd name="connsiteX3" fmla="*/ 1291 w 9038"/>
                    <a:gd name="connsiteY3" fmla="*/ 3754 h 11399"/>
                    <a:gd name="connsiteX4" fmla="*/ 7764 w 9038"/>
                    <a:gd name="connsiteY4" fmla="*/ 341 h 11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38" h="11399">
                      <a:moveTo>
                        <a:pt x="7764" y="341"/>
                      </a:moveTo>
                      <a:cubicBezTo>
                        <a:pt x="9492" y="1405"/>
                        <a:pt x="9448" y="4641"/>
                        <a:pt x="7719" y="7611"/>
                      </a:cubicBezTo>
                      <a:cubicBezTo>
                        <a:pt x="5990" y="10537"/>
                        <a:pt x="3109" y="12133"/>
                        <a:pt x="1336" y="11069"/>
                      </a:cubicBezTo>
                      <a:cubicBezTo>
                        <a:pt x="-438" y="10005"/>
                        <a:pt x="-438" y="6724"/>
                        <a:pt x="1291" y="3754"/>
                      </a:cubicBezTo>
                      <a:cubicBezTo>
                        <a:pt x="3065" y="784"/>
                        <a:pt x="6035" y="-723"/>
                        <a:pt x="7764" y="34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37" name="Forme libre : forme 25536">
                  <a:extLst>
                    <a:ext uri="{FF2B5EF4-FFF2-40B4-BE49-F238E27FC236}">
                      <a16:creationId xmlns:a16="http://schemas.microsoft.com/office/drawing/2014/main" id="{66ABA411-6119-4949-9527-2D58CCEAF137}"/>
                    </a:ext>
                  </a:extLst>
                </p:cNvPr>
                <p:cNvSpPr/>
                <p:nvPr/>
              </p:nvSpPr>
              <p:spPr>
                <a:xfrm>
                  <a:off x="7636497" y="970445"/>
                  <a:ext cx="3331" cy="3331"/>
                </a:xfrm>
                <a:custGeom>
                  <a:avLst/>
                  <a:gdLst>
                    <a:gd name="connsiteX0" fmla="*/ 2043 w 3331"/>
                    <a:gd name="connsiteY0" fmla="*/ 48 h 3331"/>
                    <a:gd name="connsiteX1" fmla="*/ 3284 w 3331"/>
                    <a:gd name="connsiteY1" fmla="*/ 2042 h 3331"/>
                    <a:gd name="connsiteX2" fmla="*/ 1289 w 3331"/>
                    <a:gd name="connsiteY2" fmla="*/ 3284 h 3331"/>
                    <a:gd name="connsiteX3" fmla="*/ 48 w 3331"/>
                    <a:gd name="connsiteY3" fmla="*/ 1289 h 3331"/>
                    <a:gd name="connsiteX4" fmla="*/ 2043 w 3331"/>
                    <a:gd name="connsiteY4" fmla="*/ 48 h 3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1" h="3331">
                      <a:moveTo>
                        <a:pt x="2043" y="48"/>
                      </a:moveTo>
                      <a:cubicBezTo>
                        <a:pt x="2929" y="269"/>
                        <a:pt x="3505" y="1156"/>
                        <a:pt x="3284" y="2042"/>
                      </a:cubicBezTo>
                      <a:cubicBezTo>
                        <a:pt x="3062" y="2929"/>
                        <a:pt x="2175" y="3505"/>
                        <a:pt x="1289" y="3284"/>
                      </a:cubicBezTo>
                      <a:cubicBezTo>
                        <a:pt x="402" y="3106"/>
                        <a:pt x="-174" y="2220"/>
                        <a:pt x="48" y="1289"/>
                      </a:cubicBezTo>
                      <a:cubicBezTo>
                        <a:pt x="225" y="402"/>
                        <a:pt x="1111" y="-174"/>
                        <a:pt x="2043" y="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38" name="Forme libre : forme 25537">
                  <a:extLst>
                    <a:ext uri="{FF2B5EF4-FFF2-40B4-BE49-F238E27FC236}">
                      <a16:creationId xmlns:a16="http://schemas.microsoft.com/office/drawing/2014/main" id="{BEF54E86-44FC-429C-8371-161A63E646F4}"/>
                    </a:ext>
                  </a:extLst>
                </p:cNvPr>
                <p:cNvSpPr/>
                <p:nvPr/>
              </p:nvSpPr>
              <p:spPr>
                <a:xfrm>
                  <a:off x="7613902" y="955161"/>
                  <a:ext cx="33470" cy="25038"/>
                </a:xfrm>
                <a:custGeom>
                  <a:avLst/>
                  <a:gdLst>
                    <a:gd name="connsiteX0" fmla="*/ 15062 w 33470"/>
                    <a:gd name="connsiteY0" fmla="*/ 393 h 25038"/>
                    <a:gd name="connsiteX1" fmla="*/ 29780 w 33470"/>
                    <a:gd name="connsiteY1" fmla="*/ 1678 h 25038"/>
                    <a:gd name="connsiteX2" fmla="*/ 33460 w 33470"/>
                    <a:gd name="connsiteY2" fmla="*/ 5048 h 25038"/>
                    <a:gd name="connsiteX3" fmla="*/ 29825 w 33470"/>
                    <a:gd name="connsiteY3" fmla="*/ 7840 h 25038"/>
                    <a:gd name="connsiteX4" fmla="*/ 15107 w 33470"/>
                    <a:gd name="connsiteY4" fmla="*/ 11963 h 25038"/>
                    <a:gd name="connsiteX5" fmla="*/ 8812 w 33470"/>
                    <a:gd name="connsiteY5" fmla="*/ 20342 h 25038"/>
                    <a:gd name="connsiteX6" fmla="*/ 1542 w 33470"/>
                    <a:gd name="connsiteY6" fmla="*/ 24376 h 25038"/>
                    <a:gd name="connsiteX7" fmla="*/ 744 w 33470"/>
                    <a:gd name="connsiteY7" fmla="*/ 14800 h 25038"/>
                    <a:gd name="connsiteX8" fmla="*/ 5265 w 33470"/>
                    <a:gd name="connsiteY8" fmla="*/ 5757 h 25038"/>
                    <a:gd name="connsiteX9" fmla="*/ 15062 w 33470"/>
                    <a:gd name="connsiteY9" fmla="*/ 393 h 25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470" h="25038">
                      <a:moveTo>
                        <a:pt x="15062" y="393"/>
                      </a:moveTo>
                      <a:cubicBezTo>
                        <a:pt x="19983" y="-538"/>
                        <a:pt x="25037" y="304"/>
                        <a:pt x="29780" y="1678"/>
                      </a:cubicBezTo>
                      <a:cubicBezTo>
                        <a:pt x="31554" y="2166"/>
                        <a:pt x="33637" y="3274"/>
                        <a:pt x="33460" y="5048"/>
                      </a:cubicBezTo>
                      <a:cubicBezTo>
                        <a:pt x="33327" y="6688"/>
                        <a:pt x="31465" y="7486"/>
                        <a:pt x="29825" y="7840"/>
                      </a:cubicBezTo>
                      <a:cubicBezTo>
                        <a:pt x="24815" y="8860"/>
                        <a:pt x="19230" y="8771"/>
                        <a:pt x="15107" y="11963"/>
                      </a:cubicBezTo>
                      <a:cubicBezTo>
                        <a:pt x="13821" y="12939"/>
                        <a:pt x="11294" y="17017"/>
                        <a:pt x="8812" y="20342"/>
                      </a:cubicBezTo>
                      <a:cubicBezTo>
                        <a:pt x="6285" y="23667"/>
                        <a:pt x="3536" y="26326"/>
                        <a:pt x="1542" y="24376"/>
                      </a:cubicBezTo>
                      <a:cubicBezTo>
                        <a:pt x="-453" y="22425"/>
                        <a:pt x="-276" y="18569"/>
                        <a:pt x="744" y="14800"/>
                      </a:cubicBezTo>
                      <a:cubicBezTo>
                        <a:pt x="1852" y="10988"/>
                        <a:pt x="3847" y="7308"/>
                        <a:pt x="5265" y="5757"/>
                      </a:cubicBezTo>
                      <a:cubicBezTo>
                        <a:pt x="7836" y="2875"/>
                        <a:pt x="11383" y="1058"/>
                        <a:pt x="15062" y="39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37" name="Graphique 2">
                <a:extLst>
                  <a:ext uri="{FF2B5EF4-FFF2-40B4-BE49-F238E27FC236}">
                    <a16:creationId xmlns:a16="http://schemas.microsoft.com/office/drawing/2014/main" id="{46075B94-6273-40EF-9788-F2FA791E8AC8}"/>
                  </a:ext>
                </a:extLst>
              </p:cNvPr>
              <p:cNvGrpSpPr/>
              <p:nvPr/>
            </p:nvGrpSpPr>
            <p:grpSpPr>
              <a:xfrm>
                <a:off x="7622141" y="878689"/>
                <a:ext cx="69241" cy="76349"/>
                <a:chOff x="7622141" y="878689"/>
                <a:chExt cx="69241" cy="76349"/>
              </a:xfrm>
              <a:solidFill>
                <a:schemeClr val="accent1"/>
              </a:solidFill>
            </p:grpSpPr>
            <p:sp>
              <p:nvSpPr>
                <p:cNvPr id="25515" name="Forme libre : forme 25514">
                  <a:extLst>
                    <a:ext uri="{FF2B5EF4-FFF2-40B4-BE49-F238E27FC236}">
                      <a16:creationId xmlns:a16="http://schemas.microsoft.com/office/drawing/2014/main" id="{B341BB5E-5BC8-463A-8B9A-D3001975ED20}"/>
                    </a:ext>
                  </a:extLst>
                </p:cNvPr>
                <p:cNvSpPr/>
                <p:nvPr/>
              </p:nvSpPr>
              <p:spPr>
                <a:xfrm>
                  <a:off x="7622141" y="878689"/>
                  <a:ext cx="69241" cy="76335"/>
                </a:xfrm>
                <a:custGeom>
                  <a:avLst/>
                  <a:gdLst>
                    <a:gd name="connsiteX0" fmla="*/ 67601 w 69241"/>
                    <a:gd name="connsiteY0" fmla="*/ 43394 h 76335"/>
                    <a:gd name="connsiteX1" fmla="*/ 63168 w 69241"/>
                    <a:gd name="connsiteY1" fmla="*/ 52349 h 76335"/>
                    <a:gd name="connsiteX2" fmla="*/ 59134 w 69241"/>
                    <a:gd name="connsiteY2" fmla="*/ 62457 h 76335"/>
                    <a:gd name="connsiteX3" fmla="*/ 55100 w 69241"/>
                    <a:gd name="connsiteY3" fmla="*/ 69150 h 76335"/>
                    <a:gd name="connsiteX4" fmla="*/ 48583 w 69241"/>
                    <a:gd name="connsiteY4" fmla="*/ 73805 h 76335"/>
                    <a:gd name="connsiteX5" fmla="*/ 31870 w 69241"/>
                    <a:gd name="connsiteY5" fmla="*/ 75490 h 76335"/>
                    <a:gd name="connsiteX6" fmla="*/ 15601 w 69241"/>
                    <a:gd name="connsiteY6" fmla="*/ 71012 h 76335"/>
                    <a:gd name="connsiteX7" fmla="*/ 2302 w 69241"/>
                    <a:gd name="connsiteY7" fmla="*/ 60151 h 76335"/>
                    <a:gd name="connsiteX8" fmla="*/ 41 w 69241"/>
                    <a:gd name="connsiteY8" fmla="*/ 51374 h 76335"/>
                    <a:gd name="connsiteX9" fmla="*/ 1326 w 69241"/>
                    <a:gd name="connsiteY9" fmla="*/ 41710 h 76335"/>
                    <a:gd name="connsiteX10" fmla="*/ 6868 w 69241"/>
                    <a:gd name="connsiteY10" fmla="*/ 27612 h 76335"/>
                    <a:gd name="connsiteX11" fmla="*/ 13916 w 69241"/>
                    <a:gd name="connsiteY11" fmla="*/ 13205 h 76335"/>
                    <a:gd name="connsiteX12" fmla="*/ 21541 w 69241"/>
                    <a:gd name="connsiteY12" fmla="*/ 4427 h 76335"/>
                    <a:gd name="connsiteX13" fmla="*/ 30363 w 69241"/>
                    <a:gd name="connsiteY13" fmla="*/ 349 h 76335"/>
                    <a:gd name="connsiteX14" fmla="*/ 47076 w 69241"/>
                    <a:gd name="connsiteY14" fmla="*/ 4738 h 76335"/>
                    <a:gd name="connsiteX15" fmla="*/ 60065 w 69241"/>
                    <a:gd name="connsiteY15" fmla="*/ 15687 h 76335"/>
                    <a:gd name="connsiteX16" fmla="*/ 68621 w 69241"/>
                    <a:gd name="connsiteY16" fmla="*/ 30228 h 76335"/>
                    <a:gd name="connsiteX17" fmla="*/ 69241 w 69241"/>
                    <a:gd name="connsiteY17" fmla="*/ 37587 h 76335"/>
                    <a:gd name="connsiteX18" fmla="*/ 67601 w 69241"/>
                    <a:gd name="connsiteY18" fmla="*/ 43394 h 76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9241" h="76335">
                      <a:moveTo>
                        <a:pt x="67601" y="43394"/>
                      </a:moveTo>
                      <a:lnTo>
                        <a:pt x="63168" y="52349"/>
                      </a:lnTo>
                      <a:lnTo>
                        <a:pt x="59134" y="62457"/>
                      </a:lnTo>
                      <a:cubicBezTo>
                        <a:pt x="58291" y="65028"/>
                        <a:pt x="56917" y="67244"/>
                        <a:pt x="55100" y="69150"/>
                      </a:cubicBezTo>
                      <a:cubicBezTo>
                        <a:pt x="53326" y="71057"/>
                        <a:pt x="51021" y="72564"/>
                        <a:pt x="48583" y="73805"/>
                      </a:cubicBezTo>
                      <a:cubicBezTo>
                        <a:pt x="43707" y="76288"/>
                        <a:pt x="37722" y="77130"/>
                        <a:pt x="31870" y="75490"/>
                      </a:cubicBezTo>
                      <a:lnTo>
                        <a:pt x="15601" y="71012"/>
                      </a:lnTo>
                      <a:cubicBezTo>
                        <a:pt x="9705" y="69416"/>
                        <a:pt x="5050" y="65427"/>
                        <a:pt x="2302" y="60151"/>
                      </a:cubicBezTo>
                      <a:cubicBezTo>
                        <a:pt x="927" y="57536"/>
                        <a:pt x="262" y="54521"/>
                        <a:pt x="41" y="51374"/>
                      </a:cubicBezTo>
                      <a:cubicBezTo>
                        <a:pt x="-137" y="48226"/>
                        <a:pt x="262" y="44946"/>
                        <a:pt x="1326" y="41710"/>
                      </a:cubicBezTo>
                      <a:lnTo>
                        <a:pt x="6868" y="27612"/>
                      </a:lnTo>
                      <a:cubicBezTo>
                        <a:pt x="9040" y="22825"/>
                        <a:pt x="11522" y="17993"/>
                        <a:pt x="13916" y="13205"/>
                      </a:cubicBezTo>
                      <a:cubicBezTo>
                        <a:pt x="16000" y="9747"/>
                        <a:pt x="18704" y="6732"/>
                        <a:pt x="21541" y="4427"/>
                      </a:cubicBezTo>
                      <a:cubicBezTo>
                        <a:pt x="24423" y="1945"/>
                        <a:pt x="27393" y="881"/>
                        <a:pt x="30363" y="349"/>
                      </a:cubicBezTo>
                      <a:cubicBezTo>
                        <a:pt x="36392" y="-759"/>
                        <a:pt x="42421" y="792"/>
                        <a:pt x="47076" y="4738"/>
                      </a:cubicBezTo>
                      <a:lnTo>
                        <a:pt x="60065" y="15687"/>
                      </a:lnTo>
                      <a:cubicBezTo>
                        <a:pt x="64764" y="19677"/>
                        <a:pt x="67557" y="24997"/>
                        <a:pt x="68621" y="30228"/>
                      </a:cubicBezTo>
                      <a:cubicBezTo>
                        <a:pt x="69152" y="32843"/>
                        <a:pt x="69108" y="35548"/>
                        <a:pt x="69241" y="37587"/>
                      </a:cubicBezTo>
                      <a:cubicBezTo>
                        <a:pt x="69241" y="39848"/>
                        <a:pt x="68754" y="41710"/>
                        <a:pt x="67601" y="4339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16" name="Forme libre : forme 25515">
                  <a:extLst>
                    <a:ext uri="{FF2B5EF4-FFF2-40B4-BE49-F238E27FC236}">
                      <a16:creationId xmlns:a16="http://schemas.microsoft.com/office/drawing/2014/main" id="{4453C7DB-06F6-43A6-8C6A-CBF1E33475DF}"/>
                    </a:ext>
                  </a:extLst>
                </p:cNvPr>
                <p:cNvSpPr/>
                <p:nvPr/>
              </p:nvSpPr>
              <p:spPr>
                <a:xfrm>
                  <a:off x="7646918" y="894155"/>
                  <a:ext cx="44419" cy="60884"/>
                </a:xfrm>
                <a:custGeom>
                  <a:avLst/>
                  <a:gdLst>
                    <a:gd name="connsiteX0" fmla="*/ 16934 w 44419"/>
                    <a:gd name="connsiteY0" fmla="*/ 36130 h 60884"/>
                    <a:gd name="connsiteX1" fmla="*/ 11748 w 44419"/>
                    <a:gd name="connsiteY1" fmla="*/ 49606 h 60884"/>
                    <a:gd name="connsiteX2" fmla="*/ 0 w 44419"/>
                    <a:gd name="connsiteY2" fmla="*/ 58118 h 60884"/>
                    <a:gd name="connsiteX3" fmla="*/ 7049 w 44419"/>
                    <a:gd name="connsiteY3" fmla="*/ 60068 h 60884"/>
                    <a:gd name="connsiteX4" fmla="*/ 23762 w 44419"/>
                    <a:gd name="connsiteY4" fmla="*/ 58384 h 60884"/>
                    <a:gd name="connsiteX5" fmla="*/ 30278 w 44419"/>
                    <a:gd name="connsiteY5" fmla="*/ 53729 h 60884"/>
                    <a:gd name="connsiteX6" fmla="*/ 34312 w 44419"/>
                    <a:gd name="connsiteY6" fmla="*/ 47035 h 60884"/>
                    <a:gd name="connsiteX7" fmla="*/ 38346 w 44419"/>
                    <a:gd name="connsiteY7" fmla="*/ 36928 h 60884"/>
                    <a:gd name="connsiteX8" fmla="*/ 42779 w 44419"/>
                    <a:gd name="connsiteY8" fmla="*/ 27973 h 60884"/>
                    <a:gd name="connsiteX9" fmla="*/ 44420 w 44419"/>
                    <a:gd name="connsiteY9" fmla="*/ 22254 h 60884"/>
                    <a:gd name="connsiteX10" fmla="*/ 43799 w 44419"/>
                    <a:gd name="connsiteY10" fmla="*/ 14895 h 60884"/>
                    <a:gd name="connsiteX11" fmla="*/ 35243 w 44419"/>
                    <a:gd name="connsiteY11" fmla="*/ 355 h 60884"/>
                    <a:gd name="connsiteX12" fmla="*/ 34844 w 44419"/>
                    <a:gd name="connsiteY12" fmla="*/ 0 h 60884"/>
                    <a:gd name="connsiteX13" fmla="*/ 28638 w 44419"/>
                    <a:gd name="connsiteY13" fmla="*/ 8467 h 60884"/>
                    <a:gd name="connsiteX14" fmla="*/ 23230 w 44419"/>
                    <a:gd name="connsiteY14" fmla="*/ 16713 h 60884"/>
                    <a:gd name="connsiteX15" fmla="*/ 19107 w 44419"/>
                    <a:gd name="connsiteY15" fmla="*/ 25978 h 60884"/>
                    <a:gd name="connsiteX16" fmla="*/ 16934 w 44419"/>
                    <a:gd name="connsiteY16" fmla="*/ 36130 h 60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4419" h="60884">
                      <a:moveTo>
                        <a:pt x="16934" y="36130"/>
                      </a:moveTo>
                      <a:cubicBezTo>
                        <a:pt x="16270" y="41051"/>
                        <a:pt x="14762" y="45838"/>
                        <a:pt x="11748" y="49606"/>
                      </a:cubicBezTo>
                      <a:cubicBezTo>
                        <a:pt x="8733" y="53375"/>
                        <a:pt x="4921" y="56478"/>
                        <a:pt x="0" y="58118"/>
                      </a:cubicBezTo>
                      <a:lnTo>
                        <a:pt x="7049" y="60068"/>
                      </a:lnTo>
                      <a:cubicBezTo>
                        <a:pt x="12945" y="61664"/>
                        <a:pt x="18929" y="60822"/>
                        <a:pt x="23762" y="58384"/>
                      </a:cubicBezTo>
                      <a:cubicBezTo>
                        <a:pt x="26200" y="57143"/>
                        <a:pt x="28461" y="55635"/>
                        <a:pt x="30278" y="53729"/>
                      </a:cubicBezTo>
                      <a:cubicBezTo>
                        <a:pt x="32096" y="51823"/>
                        <a:pt x="33470" y="49606"/>
                        <a:pt x="34312" y="47035"/>
                      </a:cubicBezTo>
                      <a:lnTo>
                        <a:pt x="38346" y="36928"/>
                      </a:lnTo>
                      <a:lnTo>
                        <a:pt x="42779" y="27973"/>
                      </a:lnTo>
                      <a:cubicBezTo>
                        <a:pt x="43888" y="26288"/>
                        <a:pt x="44420" y="24426"/>
                        <a:pt x="44420" y="22254"/>
                      </a:cubicBezTo>
                      <a:cubicBezTo>
                        <a:pt x="44287" y="20171"/>
                        <a:pt x="44287" y="17511"/>
                        <a:pt x="43799" y="14895"/>
                      </a:cubicBezTo>
                      <a:cubicBezTo>
                        <a:pt x="42735" y="9708"/>
                        <a:pt x="39942" y="4344"/>
                        <a:pt x="35243" y="355"/>
                      </a:cubicBezTo>
                      <a:lnTo>
                        <a:pt x="34844" y="0"/>
                      </a:lnTo>
                      <a:cubicBezTo>
                        <a:pt x="32849" y="2926"/>
                        <a:pt x="30677" y="5674"/>
                        <a:pt x="28638" y="8467"/>
                      </a:cubicBezTo>
                      <a:cubicBezTo>
                        <a:pt x="26820" y="11216"/>
                        <a:pt x="25003" y="13964"/>
                        <a:pt x="23230" y="16713"/>
                      </a:cubicBezTo>
                      <a:cubicBezTo>
                        <a:pt x="21722" y="19727"/>
                        <a:pt x="20304" y="22830"/>
                        <a:pt x="19107" y="25978"/>
                      </a:cubicBezTo>
                      <a:cubicBezTo>
                        <a:pt x="17954" y="29081"/>
                        <a:pt x="17378" y="32628"/>
                        <a:pt x="16934" y="36130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17" name="Forme libre : forme 25516">
                  <a:extLst>
                    <a:ext uri="{FF2B5EF4-FFF2-40B4-BE49-F238E27FC236}">
                      <a16:creationId xmlns:a16="http://schemas.microsoft.com/office/drawing/2014/main" id="{D84565A5-FBE4-4A7B-9A80-191AA906F989}"/>
                    </a:ext>
                  </a:extLst>
                </p:cNvPr>
                <p:cNvSpPr/>
                <p:nvPr/>
              </p:nvSpPr>
              <p:spPr>
                <a:xfrm>
                  <a:off x="7647941" y="899910"/>
                  <a:ext cx="24918" cy="30396"/>
                </a:xfrm>
                <a:custGeom>
                  <a:avLst/>
                  <a:gdLst>
                    <a:gd name="connsiteX0" fmla="*/ 20256 w 24918"/>
                    <a:gd name="connsiteY0" fmla="*/ 1471 h 30396"/>
                    <a:gd name="connsiteX1" fmla="*/ 24822 w 24918"/>
                    <a:gd name="connsiteY1" fmla="*/ 9628 h 30396"/>
                    <a:gd name="connsiteX2" fmla="*/ 24734 w 24918"/>
                    <a:gd name="connsiteY2" fmla="*/ 14814 h 30396"/>
                    <a:gd name="connsiteX3" fmla="*/ 23049 w 24918"/>
                    <a:gd name="connsiteY3" fmla="*/ 20267 h 30396"/>
                    <a:gd name="connsiteX4" fmla="*/ 19813 w 24918"/>
                    <a:gd name="connsiteY4" fmla="*/ 25055 h 30396"/>
                    <a:gd name="connsiteX5" fmla="*/ 15735 w 24918"/>
                    <a:gd name="connsiteY5" fmla="*/ 28557 h 30396"/>
                    <a:gd name="connsiteX6" fmla="*/ 6381 w 24918"/>
                    <a:gd name="connsiteY6" fmla="*/ 29843 h 30396"/>
                    <a:gd name="connsiteX7" fmla="*/ 440 w 24918"/>
                    <a:gd name="connsiteY7" fmla="*/ 22484 h 30396"/>
                    <a:gd name="connsiteX8" fmla="*/ 86 w 24918"/>
                    <a:gd name="connsiteY8" fmla="*/ 16588 h 30396"/>
                    <a:gd name="connsiteX9" fmla="*/ 2036 w 24918"/>
                    <a:gd name="connsiteY9" fmla="*/ 10160 h 30396"/>
                    <a:gd name="connsiteX10" fmla="*/ 5849 w 24918"/>
                    <a:gd name="connsiteY10" fmla="*/ 4574 h 30396"/>
                    <a:gd name="connsiteX11" fmla="*/ 10725 w 24918"/>
                    <a:gd name="connsiteY11" fmla="*/ 1072 h 30396"/>
                    <a:gd name="connsiteX12" fmla="*/ 20256 w 24918"/>
                    <a:gd name="connsiteY12" fmla="*/ 1471 h 30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918" h="30396">
                      <a:moveTo>
                        <a:pt x="20256" y="1471"/>
                      </a:moveTo>
                      <a:cubicBezTo>
                        <a:pt x="22916" y="3288"/>
                        <a:pt x="24423" y="6347"/>
                        <a:pt x="24822" y="9628"/>
                      </a:cubicBezTo>
                      <a:cubicBezTo>
                        <a:pt x="25000" y="11224"/>
                        <a:pt x="24911" y="12908"/>
                        <a:pt x="24734" y="14814"/>
                      </a:cubicBezTo>
                      <a:cubicBezTo>
                        <a:pt x="24468" y="16632"/>
                        <a:pt x="23936" y="18494"/>
                        <a:pt x="23049" y="20267"/>
                      </a:cubicBezTo>
                      <a:cubicBezTo>
                        <a:pt x="22163" y="22040"/>
                        <a:pt x="20966" y="23548"/>
                        <a:pt x="19813" y="25055"/>
                      </a:cubicBezTo>
                      <a:cubicBezTo>
                        <a:pt x="18616" y="26473"/>
                        <a:pt x="17242" y="27670"/>
                        <a:pt x="15735" y="28557"/>
                      </a:cubicBezTo>
                      <a:cubicBezTo>
                        <a:pt x="12764" y="30330"/>
                        <a:pt x="9395" y="30951"/>
                        <a:pt x="6381" y="29843"/>
                      </a:cubicBezTo>
                      <a:cubicBezTo>
                        <a:pt x="3366" y="28734"/>
                        <a:pt x="1327" y="26075"/>
                        <a:pt x="440" y="22484"/>
                      </a:cubicBezTo>
                      <a:cubicBezTo>
                        <a:pt x="-3" y="20710"/>
                        <a:pt x="-92" y="18716"/>
                        <a:pt x="86" y="16588"/>
                      </a:cubicBezTo>
                      <a:cubicBezTo>
                        <a:pt x="219" y="14460"/>
                        <a:pt x="972" y="12332"/>
                        <a:pt x="2036" y="10160"/>
                      </a:cubicBezTo>
                      <a:cubicBezTo>
                        <a:pt x="3100" y="8032"/>
                        <a:pt x="4386" y="6126"/>
                        <a:pt x="5849" y="4574"/>
                      </a:cubicBezTo>
                      <a:cubicBezTo>
                        <a:pt x="7223" y="2978"/>
                        <a:pt x="8996" y="1825"/>
                        <a:pt x="10725" y="1072"/>
                      </a:cubicBezTo>
                      <a:cubicBezTo>
                        <a:pt x="14227" y="-480"/>
                        <a:pt x="17596" y="-347"/>
                        <a:pt x="20256" y="1471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18" name="Forme libre : forme 25517">
                  <a:extLst>
                    <a:ext uri="{FF2B5EF4-FFF2-40B4-BE49-F238E27FC236}">
                      <a16:creationId xmlns:a16="http://schemas.microsoft.com/office/drawing/2014/main" id="{4D2CEB4D-5849-434E-A6E2-4D5FF7A13767}"/>
                    </a:ext>
                  </a:extLst>
                </p:cNvPr>
                <p:cNvSpPr/>
                <p:nvPr/>
              </p:nvSpPr>
              <p:spPr>
                <a:xfrm>
                  <a:off x="7647982" y="913749"/>
                  <a:ext cx="24780" cy="16512"/>
                </a:xfrm>
                <a:custGeom>
                  <a:avLst/>
                  <a:gdLst>
                    <a:gd name="connsiteX0" fmla="*/ 0 w 24780"/>
                    <a:gd name="connsiteY0" fmla="*/ 5807 h 16512"/>
                    <a:gd name="connsiteX1" fmla="*/ 6339 w 24780"/>
                    <a:gd name="connsiteY1" fmla="*/ 15959 h 16512"/>
                    <a:gd name="connsiteX2" fmla="*/ 15693 w 24780"/>
                    <a:gd name="connsiteY2" fmla="*/ 14674 h 16512"/>
                    <a:gd name="connsiteX3" fmla="*/ 19771 w 24780"/>
                    <a:gd name="connsiteY3" fmla="*/ 11171 h 16512"/>
                    <a:gd name="connsiteX4" fmla="*/ 23008 w 24780"/>
                    <a:gd name="connsiteY4" fmla="*/ 6384 h 16512"/>
                    <a:gd name="connsiteX5" fmla="*/ 24781 w 24780"/>
                    <a:gd name="connsiteY5" fmla="*/ 0 h 16512"/>
                    <a:gd name="connsiteX6" fmla="*/ 22431 w 24780"/>
                    <a:gd name="connsiteY6" fmla="*/ 2882 h 16512"/>
                    <a:gd name="connsiteX7" fmla="*/ 11526 w 24780"/>
                    <a:gd name="connsiteY7" fmla="*/ 7137 h 16512"/>
                    <a:gd name="connsiteX8" fmla="*/ 0 w 24780"/>
                    <a:gd name="connsiteY8" fmla="*/ 5807 h 16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780" h="16512">
                      <a:moveTo>
                        <a:pt x="0" y="5807"/>
                      </a:moveTo>
                      <a:cubicBezTo>
                        <a:pt x="310" y="10728"/>
                        <a:pt x="2571" y="14585"/>
                        <a:pt x="6339" y="15959"/>
                      </a:cubicBezTo>
                      <a:cubicBezTo>
                        <a:pt x="9354" y="17067"/>
                        <a:pt x="12723" y="16447"/>
                        <a:pt x="15693" y="14674"/>
                      </a:cubicBezTo>
                      <a:cubicBezTo>
                        <a:pt x="17200" y="13787"/>
                        <a:pt x="18575" y="12590"/>
                        <a:pt x="19771" y="11171"/>
                      </a:cubicBezTo>
                      <a:cubicBezTo>
                        <a:pt x="20924" y="9664"/>
                        <a:pt x="22121" y="8157"/>
                        <a:pt x="23008" y="6384"/>
                      </a:cubicBezTo>
                      <a:cubicBezTo>
                        <a:pt x="24072" y="4300"/>
                        <a:pt x="24604" y="2128"/>
                        <a:pt x="24781" y="0"/>
                      </a:cubicBezTo>
                      <a:cubicBezTo>
                        <a:pt x="24205" y="1064"/>
                        <a:pt x="23451" y="2039"/>
                        <a:pt x="22431" y="2882"/>
                      </a:cubicBezTo>
                      <a:cubicBezTo>
                        <a:pt x="19461" y="5009"/>
                        <a:pt x="15338" y="6384"/>
                        <a:pt x="11526" y="7137"/>
                      </a:cubicBezTo>
                      <a:cubicBezTo>
                        <a:pt x="7625" y="7802"/>
                        <a:pt x="3502" y="7581"/>
                        <a:pt x="0" y="5807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19" name="Forme libre : forme 25518">
                  <a:extLst>
                    <a:ext uri="{FF2B5EF4-FFF2-40B4-BE49-F238E27FC236}">
                      <a16:creationId xmlns:a16="http://schemas.microsoft.com/office/drawing/2014/main" id="{8F99DD98-924B-40E8-95C0-99CC101E0BAE}"/>
                    </a:ext>
                  </a:extLst>
                </p:cNvPr>
                <p:cNvSpPr/>
                <p:nvPr/>
              </p:nvSpPr>
              <p:spPr>
                <a:xfrm>
                  <a:off x="7650891" y="899929"/>
                  <a:ext cx="24953" cy="29802"/>
                </a:xfrm>
                <a:custGeom>
                  <a:avLst/>
                  <a:gdLst>
                    <a:gd name="connsiteX0" fmla="*/ 20276 w 24953"/>
                    <a:gd name="connsiteY0" fmla="*/ 1585 h 29802"/>
                    <a:gd name="connsiteX1" fmla="*/ 24842 w 24953"/>
                    <a:gd name="connsiteY1" fmla="*/ 9742 h 29802"/>
                    <a:gd name="connsiteX2" fmla="*/ 24665 w 24953"/>
                    <a:gd name="connsiteY2" fmla="*/ 14707 h 29802"/>
                    <a:gd name="connsiteX3" fmla="*/ 23024 w 24953"/>
                    <a:gd name="connsiteY3" fmla="*/ 20071 h 29802"/>
                    <a:gd name="connsiteX4" fmla="*/ 19744 w 24953"/>
                    <a:gd name="connsiteY4" fmla="*/ 24637 h 29802"/>
                    <a:gd name="connsiteX5" fmla="*/ 15710 w 24953"/>
                    <a:gd name="connsiteY5" fmla="*/ 28051 h 29802"/>
                    <a:gd name="connsiteX6" fmla="*/ 6400 w 24953"/>
                    <a:gd name="connsiteY6" fmla="*/ 29203 h 29802"/>
                    <a:gd name="connsiteX7" fmla="*/ 460 w 24953"/>
                    <a:gd name="connsiteY7" fmla="*/ 21844 h 29802"/>
                    <a:gd name="connsiteX8" fmla="*/ 105 w 24953"/>
                    <a:gd name="connsiteY8" fmla="*/ 15993 h 29802"/>
                    <a:gd name="connsiteX9" fmla="*/ 2144 w 24953"/>
                    <a:gd name="connsiteY9" fmla="*/ 9698 h 29802"/>
                    <a:gd name="connsiteX10" fmla="*/ 5868 w 24953"/>
                    <a:gd name="connsiteY10" fmla="*/ 4245 h 29802"/>
                    <a:gd name="connsiteX11" fmla="*/ 10878 w 24953"/>
                    <a:gd name="connsiteY11" fmla="*/ 920 h 29802"/>
                    <a:gd name="connsiteX12" fmla="*/ 20276 w 24953"/>
                    <a:gd name="connsiteY12" fmla="*/ 1585 h 29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953" h="29802">
                      <a:moveTo>
                        <a:pt x="20276" y="1585"/>
                      </a:moveTo>
                      <a:cubicBezTo>
                        <a:pt x="22891" y="3447"/>
                        <a:pt x="24399" y="6550"/>
                        <a:pt x="24842" y="9742"/>
                      </a:cubicBezTo>
                      <a:cubicBezTo>
                        <a:pt x="25064" y="11382"/>
                        <a:pt x="24931" y="12934"/>
                        <a:pt x="24665" y="14707"/>
                      </a:cubicBezTo>
                      <a:cubicBezTo>
                        <a:pt x="24443" y="16525"/>
                        <a:pt x="23911" y="18342"/>
                        <a:pt x="23024" y="20071"/>
                      </a:cubicBezTo>
                      <a:cubicBezTo>
                        <a:pt x="22182" y="21844"/>
                        <a:pt x="20985" y="23263"/>
                        <a:pt x="19744" y="24637"/>
                      </a:cubicBezTo>
                      <a:cubicBezTo>
                        <a:pt x="18547" y="26056"/>
                        <a:pt x="17173" y="27208"/>
                        <a:pt x="15710" y="28051"/>
                      </a:cubicBezTo>
                      <a:cubicBezTo>
                        <a:pt x="12740" y="29780"/>
                        <a:pt x="9415" y="30356"/>
                        <a:pt x="6400" y="29203"/>
                      </a:cubicBezTo>
                      <a:cubicBezTo>
                        <a:pt x="3386" y="28095"/>
                        <a:pt x="1347" y="25391"/>
                        <a:pt x="460" y="21844"/>
                      </a:cubicBezTo>
                      <a:cubicBezTo>
                        <a:pt x="17" y="20071"/>
                        <a:pt x="-116" y="18076"/>
                        <a:pt x="105" y="15993"/>
                      </a:cubicBezTo>
                      <a:cubicBezTo>
                        <a:pt x="371" y="13909"/>
                        <a:pt x="1125" y="11781"/>
                        <a:pt x="2144" y="9698"/>
                      </a:cubicBezTo>
                      <a:cubicBezTo>
                        <a:pt x="3164" y="7614"/>
                        <a:pt x="4450" y="5752"/>
                        <a:pt x="5868" y="4245"/>
                      </a:cubicBezTo>
                      <a:cubicBezTo>
                        <a:pt x="7331" y="2738"/>
                        <a:pt x="9193" y="1674"/>
                        <a:pt x="10878" y="920"/>
                      </a:cubicBezTo>
                      <a:cubicBezTo>
                        <a:pt x="14335" y="-498"/>
                        <a:pt x="17660" y="-277"/>
                        <a:pt x="20276" y="158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20" name="Forme libre : forme 25519">
                  <a:extLst>
                    <a:ext uri="{FF2B5EF4-FFF2-40B4-BE49-F238E27FC236}">
                      <a16:creationId xmlns:a16="http://schemas.microsoft.com/office/drawing/2014/main" id="{91F549F0-97E3-417E-8F0A-1A217CC157FE}"/>
                    </a:ext>
                  </a:extLst>
                </p:cNvPr>
                <p:cNvSpPr/>
                <p:nvPr/>
              </p:nvSpPr>
              <p:spPr>
                <a:xfrm>
                  <a:off x="7634098" y="912378"/>
                  <a:ext cx="48300" cy="32819"/>
                </a:xfrm>
                <a:custGeom>
                  <a:avLst/>
                  <a:gdLst>
                    <a:gd name="connsiteX0" fmla="*/ 17386 w 48300"/>
                    <a:gd name="connsiteY0" fmla="*/ 30629 h 32819"/>
                    <a:gd name="connsiteX1" fmla="*/ 27981 w 48300"/>
                    <a:gd name="connsiteY1" fmla="*/ 32802 h 32819"/>
                    <a:gd name="connsiteX2" fmla="*/ 37158 w 48300"/>
                    <a:gd name="connsiteY2" fmla="*/ 29432 h 32819"/>
                    <a:gd name="connsiteX3" fmla="*/ 40748 w 48300"/>
                    <a:gd name="connsiteY3" fmla="*/ 26196 h 32819"/>
                    <a:gd name="connsiteX4" fmla="*/ 43807 w 48300"/>
                    <a:gd name="connsiteY4" fmla="*/ 22694 h 32819"/>
                    <a:gd name="connsiteX5" fmla="*/ 47221 w 48300"/>
                    <a:gd name="connsiteY5" fmla="*/ 16089 h 32819"/>
                    <a:gd name="connsiteX6" fmla="*/ 48196 w 48300"/>
                    <a:gd name="connsiteY6" fmla="*/ 9218 h 32819"/>
                    <a:gd name="connsiteX7" fmla="*/ 46024 w 48300"/>
                    <a:gd name="connsiteY7" fmla="*/ 3632 h 32819"/>
                    <a:gd name="connsiteX8" fmla="*/ 41147 w 48300"/>
                    <a:gd name="connsiteY8" fmla="*/ 174 h 32819"/>
                    <a:gd name="connsiteX9" fmla="*/ 33966 w 48300"/>
                    <a:gd name="connsiteY9" fmla="*/ 2036 h 32819"/>
                    <a:gd name="connsiteX10" fmla="*/ 25543 w 48300"/>
                    <a:gd name="connsiteY10" fmla="*/ 5804 h 32819"/>
                    <a:gd name="connsiteX11" fmla="*/ 16721 w 48300"/>
                    <a:gd name="connsiteY11" fmla="*/ 8952 h 32819"/>
                    <a:gd name="connsiteX12" fmla="*/ 6214 w 48300"/>
                    <a:gd name="connsiteY12" fmla="*/ 12409 h 32819"/>
                    <a:gd name="connsiteX13" fmla="*/ 8 w 48300"/>
                    <a:gd name="connsiteY13" fmla="*/ 20699 h 32819"/>
                    <a:gd name="connsiteX14" fmla="*/ 17386 w 48300"/>
                    <a:gd name="connsiteY14" fmla="*/ 30629 h 32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8300" h="32819">
                      <a:moveTo>
                        <a:pt x="17386" y="30629"/>
                      </a:moveTo>
                      <a:cubicBezTo>
                        <a:pt x="20799" y="31782"/>
                        <a:pt x="24390" y="32979"/>
                        <a:pt x="27981" y="32802"/>
                      </a:cubicBezTo>
                      <a:cubicBezTo>
                        <a:pt x="31439" y="32669"/>
                        <a:pt x="34542" y="31339"/>
                        <a:pt x="37158" y="29432"/>
                      </a:cubicBezTo>
                      <a:cubicBezTo>
                        <a:pt x="38487" y="28502"/>
                        <a:pt x="39684" y="27349"/>
                        <a:pt x="40748" y="26196"/>
                      </a:cubicBezTo>
                      <a:cubicBezTo>
                        <a:pt x="41901" y="25088"/>
                        <a:pt x="42921" y="23891"/>
                        <a:pt x="43807" y="22694"/>
                      </a:cubicBezTo>
                      <a:cubicBezTo>
                        <a:pt x="45270" y="20655"/>
                        <a:pt x="46467" y="18438"/>
                        <a:pt x="47221" y="16089"/>
                      </a:cubicBezTo>
                      <a:cubicBezTo>
                        <a:pt x="48107" y="13961"/>
                        <a:pt x="48506" y="11700"/>
                        <a:pt x="48196" y="9218"/>
                      </a:cubicBezTo>
                      <a:cubicBezTo>
                        <a:pt x="48018" y="7400"/>
                        <a:pt x="47176" y="5228"/>
                        <a:pt x="46024" y="3632"/>
                      </a:cubicBezTo>
                      <a:cubicBezTo>
                        <a:pt x="44871" y="1992"/>
                        <a:pt x="43275" y="617"/>
                        <a:pt x="41147" y="174"/>
                      </a:cubicBezTo>
                      <a:cubicBezTo>
                        <a:pt x="38487" y="-491"/>
                        <a:pt x="36227" y="883"/>
                        <a:pt x="33966" y="2036"/>
                      </a:cubicBezTo>
                      <a:cubicBezTo>
                        <a:pt x="31306" y="3410"/>
                        <a:pt x="28513" y="4651"/>
                        <a:pt x="25543" y="5804"/>
                      </a:cubicBezTo>
                      <a:cubicBezTo>
                        <a:pt x="22617" y="6957"/>
                        <a:pt x="19780" y="8065"/>
                        <a:pt x="16721" y="8952"/>
                      </a:cubicBezTo>
                      <a:cubicBezTo>
                        <a:pt x="14150" y="9705"/>
                        <a:pt x="9894" y="10636"/>
                        <a:pt x="6214" y="12409"/>
                      </a:cubicBezTo>
                      <a:cubicBezTo>
                        <a:pt x="2535" y="14183"/>
                        <a:pt x="-169" y="16842"/>
                        <a:pt x="8" y="20699"/>
                      </a:cubicBezTo>
                      <a:cubicBezTo>
                        <a:pt x="540" y="27526"/>
                        <a:pt x="12642" y="28945"/>
                        <a:pt x="17386" y="3062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21" name="Forme libre : forme 25520">
                  <a:extLst>
                    <a:ext uri="{FF2B5EF4-FFF2-40B4-BE49-F238E27FC236}">
                      <a16:creationId xmlns:a16="http://schemas.microsoft.com/office/drawing/2014/main" id="{AA755E51-62AC-4C74-9449-66E4F5EFED45}"/>
                    </a:ext>
                  </a:extLst>
                </p:cNvPr>
                <p:cNvSpPr/>
                <p:nvPr/>
              </p:nvSpPr>
              <p:spPr>
                <a:xfrm>
                  <a:off x="7637883" y="917946"/>
                  <a:ext cx="8728" cy="15569"/>
                </a:xfrm>
                <a:custGeom>
                  <a:avLst/>
                  <a:gdLst>
                    <a:gd name="connsiteX0" fmla="*/ 3538 w 8728"/>
                    <a:gd name="connsiteY0" fmla="*/ 13890 h 15569"/>
                    <a:gd name="connsiteX1" fmla="*/ 5622 w 8728"/>
                    <a:gd name="connsiteY1" fmla="*/ 15441 h 15569"/>
                    <a:gd name="connsiteX2" fmla="*/ 8060 w 8728"/>
                    <a:gd name="connsiteY2" fmla="*/ 14909 h 15569"/>
                    <a:gd name="connsiteX3" fmla="*/ 8725 w 8728"/>
                    <a:gd name="connsiteY3" fmla="*/ 12604 h 15569"/>
                    <a:gd name="connsiteX4" fmla="*/ 8547 w 8728"/>
                    <a:gd name="connsiteY4" fmla="*/ 6309 h 15569"/>
                    <a:gd name="connsiteX5" fmla="*/ 7971 w 8728"/>
                    <a:gd name="connsiteY5" fmla="*/ 3782 h 15569"/>
                    <a:gd name="connsiteX6" fmla="*/ 302 w 8728"/>
                    <a:gd name="connsiteY6" fmla="*/ 2763 h 15569"/>
                    <a:gd name="connsiteX7" fmla="*/ 3538 w 8728"/>
                    <a:gd name="connsiteY7" fmla="*/ 13890 h 15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728" h="15569">
                      <a:moveTo>
                        <a:pt x="3538" y="13890"/>
                      </a:moveTo>
                      <a:cubicBezTo>
                        <a:pt x="4114" y="14555"/>
                        <a:pt x="4824" y="15176"/>
                        <a:pt x="5622" y="15441"/>
                      </a:cubicBezTo>
                      <a:cubicBezTo>
                        <a:pt x="6464" y="15707"/>
                        <a:pt x="7439" y="15574"/>
                        <a:pt x="8060" y="14909"/>
                      </a:cubicBezTo>
                      <a:cubicBezTo>
                        <a:pt x="8592" y="14289"/>
                        <a:pt x="8681" y="13447"/>
                        <a:pt x="8725" y="12604"/>
                      </a:cubicBezTo>
                      <a:cubicBezTo>
                        <a:pt x="8725" y="10476"/>
                        <a:pt x="8769" y="8393"/>
                        <a:pt x="8547" y="6309"/>
                      </a:cubicBezTo>
                      <a:cubicBezTo>
                        <a:pt x="8459" y="5423"/>
                        <a:pt x="8326" y="4580"/>
                        <a:pt x="7971" y="3782"/>
                      </a:cubicBezTo>
                      <a:cubicBezTo>
                        <a:pt x="6464" y="458"/>
                        <a:pt x="1543" y="-2247"/>
                        <a:pt x="302" y="2763"/>
                      </a:cubicBezTo>
                      <a:cubicBezTo>
                        <a:pt x="-762" y="6664"/>
                        <a:pt x="1144" y="11230"/>
                        <a:pt x="3538" y="1389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22" name="Forme libre : forme 25521">
                  <a:extLst>
                    <a:ext uri="{FF2B5EF4-FFF2-40B4-BE49-F238E27FC236}">
                      <a16:creationId xmlns:a16="http://schemas.microsoft.com/office/drawing/2014/main" id="{8B584F90-868F-4081-AFCA-A28870B10088}"/>
                    </a:ext>
                  </a:extLst>
                </p:cNvPr>
                <p:cNvSpPr/>
                <p:nvPr/>
              </p:nvSpPr>
              <p:spPr>
                <a:xfrm>
                  <a:off x="7679014" y="894465"/>
                  <a:ext cx="10107" cy="26687"/>
                </a:xfrm>
                <a:custGeom>
                  <a:avLst/>
                  <a:gdLst>
                    <a:gd name="connsiteX0" fmla="*/ 0 w 10107"/>
                    <a:gd name="connsiteY0" fmla="*/ 0 h 26687"/>
                    <a:gd name="connsiteX1" fmla="*/ 6206 w 10107"/>
                    <a:gd name="connsiteY1" fmla="*/ 7581 h 26687"/>
                    <a:gd name="connsiteX2" fmla="*/ 9221 w 10107"/>
                    <a:gd name="connsiteY2" fmla="*/ 16447 h 26687"/>
                    <a:gd name="connsiteX3" fmla="*/ 9753 w 10107"/>
                    <a:gd name="connsiteY3" fmla="*/ 26687 h 26687"/>
                    <a:gd name="connsiteX4" fmla="*/ 8733 w 10107"/>
                    <a:gd name="connsiteY4" fmla="*/ 19195 h 26687"/>
                    <a:gd name="connsiteX5" fmla="*/ 6073 w 10107"/>
                    <a:gd name="connsiteY5" fmla="*/ 10462 h 26687"/>
                    <a:gd name="connsiteX6" fmla="*/ 0 w 10107"/>
                    <a:gd name="connsiteY6" fmla="*/ 0 h 26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07" h="26687">
                      <a:moveTo>
                        <a:pt x="0" y="0"/>
                      </a:moveTo>
                      <a:cubicBezTo>
                        <a:pt x="0" y="0"/>
                        <a:pt x="3546" y="2704"/>
                        <a:pt x="6206" y="7581"/>
                      </a:cubicBezTo>
                      <a:cubicBezTo>
                        <a:pt x="7536" y="10019"/>
                        <a:pt x="8733" y="13033"/>
                        <a:pt x="9221" y="16447"/>
                      </a:cubicBezTo>
                      <a:cubicBezTo>
                        <a:pt x="9930" y="19772"/>
                        <a:pt x="10506" y="23185"/>
                        <a:pt x="9753" y="26687"/>
                      </a:cubicBezTo>
                      <a:cubicBezTo>
                        <a:pt x="9753" y="26687"/>
                        <a:pt x="10019" y="23939"/>
                        <a:pt x="8733" y="19195"/>
                      </a:cubicBezTo>
                      <a:cubicBezTo>
                        <a:pt x="7980" y="16846"/>
                        <a:pt x="7359" y="13787"/>
                        <a:pt x="6073" y="10462"/>
                      </a:cubicBezTo>
                      <a:cubicBezTo>
                        <a:pt x="4788" y="7137"/>
                        <a:pt x="2926" y="3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23" name="Forme libre : forme 25522">
                  <a:extLst>
                    <a:ext uri="{FF2B5EF4-FFF2-40B4-BE49-F238E27FC236}">
                      <a16:creationId xmlns:a16="http://schemas.microsoft.com/office/drawing/2014/main" id="{79926468-F21B-4B5D-A80E-7D0C14B45B1B}"/>
                    </a:ext>
                  </a:extLst>
                </p:cNvPr>
                <p:cNvSpPr/>
                <p:nvPr/>
              </p:nvSpPr>
              <p:spPr>
                <a:xfrm>
                  <a:off x="7624667" y="919601"/>
                  <a:ext cx="15157" cy="29347"/>
                </a:xfrm>
                <a:custGeom>
                  <a:avLst/>
                  <a:gdLst>
                    <a:gd name="connsiteX0" fmla="*/ 1016 w 15157"/>
                    <a:gd name="connsiteY0" fmla="*/ 0 h 29347"/>
                    <a:gd name="connsiteX1" fmla="*/ 263 w 15157"/>
                    <a:gd name="connsiteY1" fmla="*/ 3502 h 29347"/>
                    <a:gd name="connsiteX2" fmla="*/ 307 w 15157"/>
                    <a:gd name="connsiteY2" fmla="*/ 11792 h 29347"/>
                    <a:gd name="connsiteX3" fmla="*/ 4252 w 15157"/>
                    <a:gd name="connsiteY3" fmla="*/ 21500 h 29347"/>
                    <a:gd name="connsiteX4" fmla="*/ 15158 w 15157"/>
                    <a:gd name="connsiteY4" fmla="*/ 29347 h 29347"/>
                    <a:gd name="connsiteX5" fmla="*/ 6868 w 15157"/>
                    <a:gd name="connsiteY5" fmla="*/ 22387 h 29347"/>
                    <a:gd name="connsiteX6" fmla="*/ 1814 w 15157"/>
                    <a:gd name="connsiteY6" fmla="*/ 13255 h 29347"/>
                    <a:gd name="connsiteX7" fmla="*/ 1016 w 15157"/>
                    <a:gd name="connsiteY7" fmla="*/ 0 h 29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157" h="29347">
                      <a:moveTo>
                        <a:pt x="1016" y="0"/>
                      </a:moveTo>
                      <a:cubicBezTo>
                        <a:pt x="1016" y="0"/>
                        <a:pt x="484" y="1374"/>
                        <a:pt x="263" y="3502"/>
                      </a:cubicBezTo>
                      <a:cubicBezTo>
                        <a:pt x="-3" y="5630"/>
                        <a:pt x="-181" y="8600"/>
                        <a:pt x="307" y="11792"/>
                      </a:cubicBezTo>
                      <a:cubicBezTo>
                        <a:pt x="795" y="14984"/>
                        <a:pt x="1814" y="18442"/>
                        <a:pt x="4252" y="21500"/>
                      </a:cubicBezTo>
                      <a:cubicBezTo>
                        <a:pt x="6602" y="24604"/>
                        <a:pt x="10104" y="27352"/>
                        <a:pt x="15158" y="29347"/>
                      </a:cubicBezTo>
                      <a:cubicBezTo>
                        <a:pt x="15158" y="29347"/>
                        <a:pt x="10902" y="27131"/>
                        <a:pt x="6868" y="22387"/>
                      </a:cubicBezTo>
                      <a:cubicBezTo>
                        <a:pt x="4784" y="20038"/>
                        <a:pt x="2967" y="16979"/>
                        <a:pt x="1814" y="13255"/>
                      </a:cubicBezTo>
                      <a:cubicBezTo>
                        <a:pt x="706" y="9531"/>
                        <a:pt x="85" y="5142"/>
                        <a:pt x="101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24" name="Forme libre : forme 25523">
                  <a:extLst>
                    <a:ext uri="{FF2B5EF4-FFF2-40B4-BE49-F238E27FC236}">
                      <a16:creationId xmlns:a16="http://schemas.microsoft.com/office/drawing/2014/main" id="{483A9E6F-21F9-432B-A18E-3AD6FB2568E7}"/>
                    </a:ext>
                  </a:extLst>
                </p:cNvPr>
                <p:cNvSpPr/>
                <p:nvPr/>
              </p:nvSpPr>
              <p:spPr>
                <a:xfrm>
                  <a:off x="7652064" y="904676"/>
                  <a:ext cx="10423" cy="10507"/>
                </a:xfrm>
                <a:custGeom>
                  <a:avLst/>
                  <a:gdLst>
                    <a:gd name="connsiteX0" fmla="*/ 9794 w 10423"/>
                    <a:gd name="connsiteY0" fmla="*/ 872 h 10507"/>
                    <a:gd name="connsiteX1" fmla="*/ 7888 w 10423"/>
                    <a:gd name="connsiteY1" fmla="*/ 7965 h 10507"/>
                    <a:gd name="connsiteX2" fmla="*/ 706 w 10423"/>
                    <a:gd name="connsiteY2" fmla="*/ 9827 h 10507"/>
                    <a:gd name="connsiteX3" fmla="*/ 2657 w 10423"/>
                    <a:gd name="connsiteY3" fmla="*/ 2513 h 10507"/>
                    <a:gd name="connsiteX4" fmla="*/ 9794 w 10423"/>
                    <a:gd name="connsiteY4" fmla="*/ 872 h 10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3" h="10507">
                      <a:moveTo>
                        <a:pt x="9794" y="872"/>
                      </a:moveTo>
                      <a:cubicBezTo>
                        <a:pt x="11080" y="2424"/>
                        <a:pt x="10370" y="5572"/>
                        <a:pt x="7888" y="7965"/>
                      </a:cubicBezTo>
                      <a:cubicBezTo>
                        <a:pt x="5450" y="10359"/>
                        <a:pt x="2214" y="11246"/>
                        <a:pt x="706" y="9827"/>
                      </a:cubicBezTo>
                      <a:cubicBezTo>
                        <a:pt x="-757" y="8409"/>
                        <a:pt x="130" y="5040"/>
                        <a:pt x="2657" y="2513"/>
                      </a:cubicBezTo>
                      <a:cubicBezTo>
                        <a:pt x="5139" y="-103"/>
                        <a:pt x="8420" y="-723"/>
                        <a:pt x="9794" y="87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25" name="Forme libre : forme 25524">
                  <a:extLst>
                    <a:ext uri="{FF2B5EF4-FFF2-40B4-BE49-F238E27FC236}">
                      <a16:creationId xmlns:a16="http://schemas.microsoft.com/office/drawing/2014/main" id="{E787F162-943B-4D7F-816C-FD5B8105ED28}"/>
                    </a:ext>
                  </a:extLst>
                </p:cNvPr>
                <p:cNvSpPr/>
                <p:nvPr/>
              </p:nvSpPr>
              <p:spPr>
                <a:xfrm>
                  <a:off x="7659324" y="903340"/>
                  <a:ext cx="3411" cy="3333"/>
                </a:xfrm>
                <a:custGeom>
                  <a:avLst/>
                  <a:gdLst>
                    <a:gd name="connsiteX0" fmla="*/ 2622 w 3411"/>
                    <a:gd name="connsiteY0" fmla="*/ 214 h 3333"/>
                    <a:gd name="connsiteX1" fmla="*/ 3154 w 3411"/>
                    <a:gd name="connsiteY1" fmla="*/ 2474 h 3333"/>
                    <a:gd name="connsiteX2" fmla="*/ 893 w 3411"/>
                    <a:gd name="connsiteY2" fmla="*/ 3139 h 3333"/>
                    <a:gd name="connsiteX3" fmla="*/ 273 w 3411"/>
                    <a:gd name="connsiteY3" fmla="*/ 834 h 3333"/>
                    <a:gd name="connsiteX4" fmla="*/ 2622 w 3411"/>
                    <a:gd name="connsiteY4" fmla="*/ 214 h 3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11" h="3333">
                      <a:moveTo>
                        <a:pt x="2622" y="214"/>
                      </a:moveTo>
                      <a:cubicBezTo>
                        <a:pt x="3420" y="701"/>
                        <a:pt x="3642" y="1721"/>
                        <a:pt x="3154" y="2474"/>
                      </a:cubicBezTo>
                      <a:cubicBezTo>
                        <a:pt x="2622" y="3228"/>
                        <a:pt x="1735" y="3583"/>
                        <a:pt x="893" y="3139"/>
                      </a:cubicBezTo>
                      <a:cubicBezTo>
                        <a:pt x="95" y="2696"/>
                        <a:pt x="-304" y="1632"/>
                        <a:pt x="273" y="834"/>
                      </a:cubicBezTo>
                      <a:cubicBezTo>
                        <a:pt x="760" y="36"/>
                        <a:pt x="1824" y="-230"/>
                        <a:pt x="2622" y="2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26" name="Forme libre : forme 25525">
                  <a:extLst>
                    <a:ext uri="{FF2B5EF4-FFF2-40B4-BE49-F238E27FC236}">
                      <a16:creationId xmlns:a16="http://schemas.microsoft.com/office/drawing/2014/main" id="{E02CA12E-ECFC-4795-9576-8C7860C3EA62}"/>
                    </a:ext>
                  </a:extLst>
                </p:cNvPr>
                <p:cNvSpPr/>
                <p:nvPr/>
              </p:nvSpPr>
              <p:spPr>
                <a:xfrm>
                  <a:off x="7636109" y="885069"/>
                  <a:ext cx="38004" cy="22997"/>
                </a:xfrm>
                <a:custGeom>
                  <a:avLst/>
                  <a:gdLst>
                    <a:gd name="connsiteX0" fmla="*/ 22645 w 38004"/>
                    <a:gd name="connsiteY0" fmla="*/ 397 h 22997"/>
                    <a:gd name="connsiteX1" fmla="*/ 35678 w 38004"/>
                    <a:gd name="connsiteY1" fmla="*/ 7446 h 22997"/>
                    <a:gd name="connsiteX2" fmla="*/ 37762 w 38004"/>
                    <a:gd name="connsiteY2" fmla="*/ 12056 h 22997"/>
                    <a:gd name="connsiteX3" fmla="*/ 33329 w 38004"/>
                    <a:gd name="connsiteY3" fmla="*/ 13165 h 22997"/>
                    <a:gd name="connsiteX4" fmla="*/ 17902 w 38004"/>
                    <a:gd name="connsiteY4" fmla="*/ 12189 h 22997"/>
                    <a:gd name="connsiteX5" fmla="*/ 14001 w 38004"/>
                    <a:gd name="connsiteY5" fmla="*/ 14849 h 22997"/>
                    <a:gd name="connsiteX6" fmla="*/ 8991 w 38004"/>
                    <a:gd name="connsiteY6" fmla="*/ 19238 h 22997"/>
                    <a:gd name="connsiteX7" fmla="*/ 568 w 38004"/>
                    <a:gd name="connsiteY7" fmla="*/ 21942 h 22997"/>
                    <a:gd name="connsiteX8" fmla="*/ 2829 w 38004"/>
                    <a:gd name="connsiteY8" fmla="*/ 11258 h 22997"/>
                    <a:gd name="connsiteX9" fmla="*/ 6996 w 38004"/>
                    <a:gd name="connsiteY9" fmla="*/ 5850 h 22997"/>
                    <a:gd name="connsiteX10" fmla="*/ 10942 w 38004"/>
                    <a:gd name="connsiteY10" fmla="*/ 2437 h 22997"/>
                    <a:gd name="connsiteX11" fmla="*/ 16838 w 38004"/>
                    <a:gd name="connsiteY11" fmla="*/ 87 h 22997"/>
                    <a:gd name="connsiteX12" fmla="*/ 22645 w 38004"/>
                    <a:gd name="connsiteY12" fmla="*/ 397 h 22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004" h="22997">
                      <a:moveTo>
                        <a:pt x="22645" y="397"/>
                      </a:moveTo>
                      <a:cubicBezTo>
                        <a:pt x="27566" y="1461"/>
                        <a:pt x="31822" y="4254"/>
                        <a:pt x="35678" y="7446"/>
                      </a:cubicBezTo>
                      <a:cubicBezTo>
                        <a:pt x="37097" y="8643"/>
                        <a:pt x="38604" y="10461"/>
                        <a:pt x="37762" y="12056"/>
                      </a:cubicBezTo>
                      <a:cubicBezTo>
                        <a:pt x="37008" y="13519"/>
                        <a:pt x="34881" y="13431"/>
                        <a:pt x="33329" y="13165"/>
                      </a:cubicBezTo>
                      <a:cubicBezTo>
                        <a:pt x="28364" y="12234"/>
                        <a:pt x="23177" y="10150"/>
                        <a:pt x="17902" y="12189"/>
                      </a:cubicBezTo>
                      <a:cubicBezTo>
                        <a:pt x="17104" y="12500"/>
                        <a:pt x="15641" y="13519"/>
                        <a:pt x="14001" y="14849"/>
                      </a:cubicBezTo>
                      <a:cubicBezTo>
                        <a:pt x="12493" y="16179"/>
                        <a:pt x="10765" y="17819"/>
                        <a:pt x="8991" y="19238"/>
                      </a:cubicBezTo>
                      <a:cubicBezTo>
                        <a:pt x="5489" y="22120"/>
                        <a:pt x="1942" y="24425"/>
                        <a:pt x="568" y="21942"/>
                      </a:cubicBezTo>
                      <a:cubicBezTo>
                        <a:pt x="-850" y="19460"/>
                        <a:pt x="568" y="15204"/>
                        <a:pt x="2829" y="11258"/>
                      </a:cubicBezTo>
                      <a:cubicBezTo>
                        <a:pt x="3849" y="9308"/>
                        <a:pt x="5489" y="7402"/>
                        <a:pt x="6996" y="5850"/>
                      </a:cubicBezTo>
                      <a:cubicBezTo>
                        <a:pt x="8504" y="4299"/>
                        <a:pt x="9922" y="3057"/>
                        <a:pt x="10942" y="2437"/>
                      </a:cubicBezTo>
                      <a:cubicBezTo>
                        <a:pt x="12848" y="1240"/>
                        <a:pt x="14843" y="442"/>
                        <a:pt x="16838" y="87"/>
                      </a:cubicBezTo>
                      <a:cubicBezTo>
                        <a:pt x="18788" y="-90"/>
                        <a:pt x="20783" y="-2"/>
                        <a:pt x="22645" y="39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38" name="Graphique 2">
                <a:extLst>
                  <a:ext uri="{FF2B5EF4-FFF2-40B4-BE49-F238E27FC236}">
                    <a16:creationId xmlns:a16="http://schemas.microsoft.com/office/drawing/2014/main" id="{699C2A80-1ECB-4D34-8FEB-262B5CED851E}"/>
                  </a:ext>
                </a:extLst>
              </p:cNvPr>
              <p:cNvGrpSpPr/>
              <p:nvPr/>
            </p:nvGrpSpPr>
            <p:grpSpPr>
              <a:xfrm>
                <a:off x="7662115" y="828894"/>
                <a:ext cx="78467" cy="71726"/>
                <a:chOff x="7662115" y="828894"/>
                <a:chExt cx="78467" cy="71726"/>
              </a:xfrm>
              <a:solidFill>
                <a:schemeClr val="accent1"/>
              </a:solidFill>
            </p:grpSpPr>
            <p:sp>
              <p:nvSpPr>
                <p:cNvPr id="25503" name="Forme libre : forme 25502">
                  <a:extLst>
                    <a:ext uri="{FF2B5EF4-FFF2-40B4-BE49-F238E27FC236}">
                      <a16:creationId xmlns:a16="http://schemas.microsoft.com/office/drawing/2014/main" id="{10A21CCB-5159-4C74-AA42-461B5F136F02}"/>
                    </a:ext>
                  </a:extLst>
                </p:cNvPr>
                <p:cNvSpPr/>
                <p:nvPr/>
              </p:nvSpPr>
              <p:spPr>
                <a:xfrm>
                  <a:off x="7662115" y="828894"/>
                  <a:ext cx="78467" cy="71726"/>
                </a:xfrm>
                <a:custGeom>
                  <a:avLst/>
                  <a:gdLst>
                    <a:gd name="connsiteX0" fmla="*/ 58969 w 78467"/>
                    <a:gd name="connsiteY0" fmla="*/ 61626 h 71726"/>
                    <a:gd name="connsiteX1" fmla="*/ 58880 w 78467"/>
                    <a:gd name="connsiteY1" fmla="*/ 61671 h 71726"/>
                    <a:gd name="connsiteX2" fmla="*/ 58304 w 78467"/>
                    <a:gd name="connsiteY2" fmla="*/ 61892 h 71726"/>
                    <a:gd name="connsiteX3" fmla="*/ 55600 w 78467"/>
                    <a:gd name="connsiteY3" fmla="*/ 63311 h 71726"/>
                    <a:gd name="connsiteX4" fmla="*/ 49039 w 78467"/>
                    <a:gd name="connsiteY4" fmla="*/ 68054 h 71726"/>
                    <a:gd name="connsiteX5" fmla="*/ 43187 w 78467"/>
                    <a:gd name="connsiteY5" fmla="*/ 70980 h 71726"/>
                    <a:gd name="connsiteX6" fmla="*/ 35783 w 78467"/>
                    <a:gd name="connsiteY6" fmla="*/ 71689 h 71726"/>
                    <a:gd name="connsiteX7" fmla="*/ 20090 w 78467"/>
                    <a:gd name="connsiteY7" fmla="*/ 65616 h 71726"/>
                    <a:gd name="connsiteX8" fmla="*/ 7101 w 78467"/>
                    <a:gd name="connsiteY8" fmla="*/ 54666 h 71726"/>
                    <a:gd name="connsiteX9" fmla="*/ 9 w 78467"/>
                    <a:gd name="connsiteY9" fmla="*/ 38840 h 71726"/>
                    <a:gd name="connsiteX10" fmla="*/ 2402 w 78467"/>
                    <a:gd name="connsiteY10" fmla="*/ 29398 h 71726"/>
                    <a:gd name="connsiteX11" fmla="*/ 9274 w 78467"/>
                    <a:gd name="connsiteY11" fmla="*/ 20709 h 71726"/>
                    <a:gd name="connsiteX12" fmla="*/ 23770 w 78467"/>
                    <a:gd name="connsiteY12" fmla="*/ 10202 h 71726"/>
                    <a:gd name="connsiteX13" fmla="*/ 32547 w 78467"/>
                    <a:gd name="connsiteY13" fmla="*/ 5547 h 71726"/>
                    <a:gd name="connsiteX14" fmla="*/ 38000 w 78467"/>
                    <a:gd name="connsiteY14" fmla="*/ 3287 h 71726"/>
                    <a:gd name="connsiteX15" fmla="*/ 44118 w 78467"/>
                    <a:gd name="connsiteY15" fmla="*/ 1336 h 71726"/>
                    <a:gd name="connsiteX16" fmla="*/ 60919 w 78467"/>
                    <a:gd name="connsiteY16" fmla="*/ 760 h 71726"/>
                    <a:gd name="connsiteX17" fmla="*/ 73110 w 78467"/>
                    <a:gd name="connsiteY17" fmla="*/ 6966 h 71726"/>
                    <a:gd name="connsiteX18" fmla="*/ 78253 w 78467"/>
                    <a:gd name="connsiteY18" fmla="*/ 16276 h 71726"/>
                    <a:gd name="connsiteX19" fmla="*/ 76834 w 78467"/>
                    <a:gd name="connsiteY19" fmla="*/ 25275 h 71726"/>
                    <a:gd name="connsiteX20" fmla="*/ 69209 w 78467"/>
                    <a:gd name="connsiteY20" fmla="*/ 40835 h 71726"/>
                    <a:gd name="connsiteX21" fmla="*/ 64554 w 78467"/>
                    <a:gd name="connsiteY21" fmla="*/ 48549 h 71726"/>
                    <a:gd name="connsiteX22" fmla="*/ 60742 w 78467"/>
                    <a:gd name="connsiteY22" fmla="*/ 54977 h 71726"/>
                    <a:gd name="connsiteX23" fmla="*/ 59102 w 78467"/>
                    <a:gd name="connsiteY23" fmla="*/ 59764 h 71726"/>
                    <a:gd name="connsiteX24" fmla="*/ 58969 w 78467"/>
                    <a:gd name="connsiteY24" fmla="*/ 61626 h 71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8467" h="71726">
                      <a:moveTo>
                        <a:pt x="58969" y="61626"/>
                      </a:moveTo>
                      <a:lnTo>
                        <a:pt x="58880" y="61671"/>
                      </a:lnTo>
                      <a:cubicBezTo>
                        <a:pt x="58703" y="61759"/>
                        <a:pt x="58880" y="61582"/>
                        <a:pt x="58304" y="61892"/>
                      </a:cubicBezTo>
                      <a:cubicBezTo>
                        <a:pt x="57506" y="62247"/>
                        <a:pt x="56575" y="62779"/>
                        <a:pt x="55600" y="63311"/>
                      </a:cubicBezTo>
                      <a:cubicBezTo>
                        <a:pt x="53605" y="64508"/>
                        <a:pt x="51344" y="66148"/>
                        <a:pt x="49039" y="68054"/>
                      </a:cubicBezTo>
                      <a:cubicBezTo>
                        <a:pt x="47443" y="69384"/>
                        <a:pt x="45448" y="70359"/>
                        <a:pt x="43187" y="70980"/>
                      </a:cubicBezTo>
                      <a:cubicBezTo>
                        <a:pt x="40926" y="71601"/>
                        <a:pt x="38443" y="71822"/>
                        <a:pt x="35783" y="71689"/>
                      </a:cubicBezTo>
                      <a:cubicBezTo>
                        <a:pt x="30552" y="71379"/>
                        <a:pt x="24789" y="69561"/>
                        <a:pt x="20090" y="65616"/>
                      </a:cubicBezTo>
                      <a:lnTo>
                        <a:pt x="7101" y="54666"/>
                      </a:lnTo>
                      <a:cubicBezTo>
                        <a:pt x="2402" y="50721"/>
                        <a:pt x="-169" y="45046"/>
                        <a:pt x="9" y="38840"/>
                      </a:cubicBezTo>
                      <a:cubicBezTo>
                        <a:pt x="97" y="35737"/>
                        <a:pt x="851" y="32501"/>
                        <a:pt x="2402" y="29398"/>
                      </a:cubicBezTo>
                      <a:cubicBezTo>
                        <a:pt x="3954" y="26294"/>
                        <a:pt x="6215" y="23280"/>
                        <a:pt x="9274" y="20709"/>
                      </a:cubicBezTo>
                      <a:cubicBezTo>
                        <a:pt x="13662" y="17074"/>
                        <a:pt x="18361" y="13483"/>
                        <a:pt x="23770" y="10202"/>
                      </a:cubicBezTo>
                      <a:cubicBezTo>
                        <a:pt x="26563" y="8562"/>
                        <a:pt x="29400" y="7010"/>
                        <a:pt x="32547" y="5547"/>
                      </a:cubicBezTo>
                      <a:cubicBezTo>
                        <a:pt x="33922" y="4838"/>
                        <a:pt x="36138" y="3996"/>
                        <a:pt x="38000" y="3287"/>
                      </a:cubicBezTo>
                      <a:cubicBezTo>
                        <a:pt x="39862" y="2533"/>
                        <a:pt x="42034" y="1912"/>
                        <a:pt x="44118" y="1336"/>
                      </a:cubicBezTo>
                      <a:cubicBezTo>
                        <a:pt x="49969" y="-260"/>
                        <a:pt x="55866" y="-393"/>
                        <a:pt x="60919" y="760"/>
                      </a:cubicBezTo>
                      <a:cubicBezTo>
                        <a:pt x="65973" y="1824"/>
                        <a:pt x="70140" y="4262"/>
                        <a:pt x="73110" y="6966"/>
                      </a:cubicBezTo>
                      <a:cubicBezTo>
                        <a:pt x="76036" y="9848"/>
                        <a:pt x="77721" y="13084"/>
                        <a:pt x="78253" y="16276"/>
                      </a:cubicBezTo>
                      <a:cubicBezTo>
                        <a:pt x="78829" y="19423"/>
                        <a:pt x="78208" y="22526"/>
                        <a:pt x="76834" y="25275"/>
                      </a:cubicBezTo>
                      <a:lnTo>
                        <a:pt x="69209" y="40835"/>
                      </a:lnTo>
                      <a:cubicBezTo>
                        <a:pt x="67791" y="43672"/>
                        <a:pt x="66106" y="46199"/>
                        <a:pt x="64554" y="48549"/>
                      </a:cubicBezTo>
                      <a:cubicBezTo>
                        <a:pt x="63003" y="50854"/>
                        <a:pt x="61628" y="53070"/>
                        <a:pt x="60742" y="54977"/>
                      </a:cubicBezTo>
                      <a:cubicBezTo>
                        <a:pt x="59811" y="56927"/>
                        <a:pt x="59279" y="58567"/>
                        <a:pt x="59102" y="59764"/>
                      </a:cubicBezTo>
                      <a:cubicBezTo>
                        <a:pt x="58836" y="60961"/>
                        <a:pt x="58969" y="61626"/>
                        <a:pt x="58969" y="6162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04" name="Forme libre : forme 25503">
                  <a:extLst>
                    <a:ext uri="{FF2B5EF4-FFF2-40B4-BE49-F238E27FC236}">
                      <a16:creationId xmlns:a16="http://schemas.microsoft.com/office/drawing/2014/main" id="{95F7830D-1ECC-42F7-BCEC-1D1CD6946FF6}"/>
                    </a:ext>
                  </a:extLst>
                </p:cNvPr>
                <p:cNvSpPr/>
                <p:nvPr/>
              </p:nvSpPr>
              <p:spPr>
                <a:xfrm>
                  <a:off x="7676575" y="867386"/>
                  <a:ext cx="54926" cy="33189"/>
                </a:xfrm>
                <a:custGeom>
                  <a:avLst/>
                  <a:gdLst>
                    <a:gd name="connsiteX0" fmla="*/ 24692 w 54926"/>
                    <a:gd name="connsiteY0" fmla="*/ 11431 h 33189"/>
                    <a:gd name="connsiteX1" fmla="*/ 14186 w 54926"/>
                    <a:gd name="connsiteY1" fmla="*/ 20119 h 33189"/>
                    <a:gd name="connsiteX2" fmla="*/ 0 w 54926"/>
                    <a:gd name="connsiteY2" fmla="*/ 22336 h 33189"/>
                    <a:gd name="connsiteX3" fmla="*/ 5630 w 54926"/>
                    <a:gd name="connsiteY3" fmla="*/ 27079 h 33189"/>
                    <a:gd name="connsiteX4" fmla="*/ 21323 w 54926"/>
                    <a:gd name="connsiteY4" fmla="*/ 33153 h 33189"/>
                    <a:gd name="connsiteX5" fmla="*/ 28727 w 54926"/>
                    <a:gd name="connsiteY5" fmla="*/ 32443 h 33189"/>
                    <a:gd name="connsiteX6" fmla="*/ 34578 w 54926"/>
                    <a:gd name="connsiteY6" fmla="*/ 29518 h 33189"/>
                    <a:gd name="connsiteX7" fmla="*/ 41139 w 54926"/>
                    <a:gd name="connsiteY7" fmla="*/ 24774 h 33189"/>
                    <a:gd name="connsiteX8" fmla="*/ 43843 w 54926"/>
                    <a:gd name="connsiteY8" fmla="*/ 23356 h 33189"/>
                    <a:gd name="connsiteX9" fmla="*/ 44420 w 54926"/>
                    <a:gd name="connsiteY9" fmla="*/ 23134 h 33189"/>
                    <a:gd name="connsiteX10" fmla="*/ 44508 w 54926"/>
                    <a:gd name="connsiteY10" fmla="*/ 23090 h 33189"/>
                    <a:gd name="connsiteX11" fmla="*/ 44553 w 54926"/>
                    <a:gd name="connsiteY11" fmla="*/ 21272 h 33189"/>
                    <a:gd name="connsiteX12" fmla="*/ 46193 w 54926"/>
                    <a:gd name="connsiteY12" fmla="*/ 16484 h 33189"/>
                    <a:gd name="connsiteX13" fmla="*/ 50005 w 54926"/>
                    <a:gd name="connsiteY13" fmla="*/ 10056 h 33189"/>
                    <a:gd name="connsiteX14" fmla="*/ 54660 w 54926"/>
                    <a:gd name="connsiteY14" fmla="*/ 2343 h 33189"/>
                    <a:gd name="connsiteX15" fmla="*/ 54926 w 54926"/>
                    <a:gd name="connsiteY15" fmla="*/ 1855 h 33189"/>
                    <a:gd name="connsiteX16" fmla="*/ 39233 w 54926"/>
                    <a:gd name="connsiteY16" fmla="*/ 924 h 33189"/>
                    <a:gd name="connsiteX17" fmla="*/ 35465 w 54926"/>
                    <a:gd name="connsiteY17" fmla="*/ 2387 h 33189"/>
                    <a:gd name="connsiteX18" fmla="*/ 31520 w 54926"/>
                    <a:gd name="connsiteY18" fmla="*/ 4692 h 33189"/>
                    <a:gd name="connsiteX19" fmla="*/ 24692 w 54926"/>
                    <a:gd name="connsiteY19" fmla="*/ 11431 h 33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4926" h="33189">
                      <a:moveTo>
                        <a:pt x="24692" y="11431"/>
                      </a:moveTo>
                      <a:cubicBezTo>
                        <a:pt x="21900" y="15243"/>
                        <a:pt x="18353" y="18169"/>
                        <a:pt x="14186" y="20119"/>
                      </a:cubicBezTo>
                      <a:cubicBezTo>
                        <a:pt x="9974" y="22026"/>
                        <a:pt x="5187" y="22957"/>
                        <a:pt x="0" y="22336"/>
                      </a:cubicBezTo>
                      <a:lnTo>
                        <a:pt x="5630" y="27079"/>
                      </a:lnTo>
                      <a:cubicBezTo>
                        <a:pt x="10374" y="31069"/>
                        <a:pt x="16092" y="32887"/>
                        <a:pt x="21323" y="33153"/>
                      </a:cubicBezTo>
                      <a:cubicBezTo>
                        <a:pt x="23939" y="33286"/>
                        <a:pt x="26466" y="33064"/>
                        <a:pt x="28727" y="32443"/>
                      </a:cubicBezTo>
                      <a:cubicBezTo>
                        <a:pt x="30988" y="31867"/>
                        <a:pt x="32982" y="30892"/>
                        <a:pt x="34578" y="29518"/>
                      </a:cubicBezTo>
                      <a:cubicBezTo>
                        <a:pt x="36883" y="27611"/>
                        <a:pt x="39144" y="25971"/>
                        <a:pt x="41139" y="24774"/>
                      </a:cubicBezTo>
                      <a:cubicBezTo>
                        <a:pt x="42114" y="24242"/>
                        <a:pt x="43045" y="23710"/>
                        <a:pt x="43843" y="23356"/>
                      </a:cubicBezTo>
                      <a:cubicBezTo>
                        <a:pt x="44420" y="23045"/>
                        <a:pt x="44242" y="23223"/>
                        <a:pt x="44420" y="23134"/>
                      </a:cubicBezTo>
                      <a:lnTo>
                        <a:pt x="44508" y="23090"/>
                      </a:lnTo>
                      <a:cubicBezTo>
                        <a:pt x="44508" y="23090"/>
                        <a:pt x="44375" y="22469"/>
                        <a:pt x="44553" y="21272"/>
                      </a:cubicBezTo>
                      <a:cubicBezTo>
                        <a:pt x="44730" y="20075"/>
                        <a:pt x="45262" y="18435"/>
                        <a:pt x="46193" y="16484"/>
                      </a:cubicBezTo>
                      <a:cubicBezTo>
                        <a:pt x="47124" y="14578"/>
                        <a:pt x="48498" y="12362"/>
                        <a:pt x="50005" y="10056"/>
                      </a:cubicBezTo>
                      <a:cubicBezTo>
                        <a:pt x="51557" y="7662"/>
                        <a:pt x="53242" y="5180"/>
                        <a:pt x="54660" y="2343"/>
                      </a:cubicBezTo>
                      <a:lnTo>
                        <a:pt x="54926" y="1855"/>
                      </a:lnTo>
                      <a:cubicBezTo>
                        <a:pt x="49828" y="-228"/>
                        <a:pt x="44331" y="-583"/>
                        <a:pt x="39233" y="924"/>
                      </a:cubicBezTo>
                      <a:cubicBezTo>
                        <a:pt x="37992" y="1279"/>
                        <a:pt x="36706" y="1811"/>
                        <a:pt x="35465" y="2387"/>
                      </a:cubicBezTo>
                      <a:cubicBezTo>
                        <a:pt x="34179" y="3052"/>
                        <a:pt x="32805" y="3761"/>
                        <a:pt x="31520" y="4692"/>
                      </a:cubicBezTo>
                      <a:cubicBezTo>
                        <a:pt x="28993" y="6421"/>
                        <a:pt x="26687" y="8726"/>
                        <a:pt x="24692" y="1143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05" name="Forme libre : forme 25504">
                  <a:extLst>
                    <a:ext uri="{FF2B5EF4-FFF2-40B4-BE49-F238E27FC236}">
                      <a16:creationId xmlns:a16="http://schemas.microsoft.com/office/drawing/2014/main" id="{2816586B-8748-444A-BF88-B24B06AA4582}"/>
                    </a:ext>
                  </a:extLst>
                </p:cNvPr>
                <p:cNvSpPr/>
                <p:nvPr/>
              </p:nvSpPr>
              <p:spPr>
                <a:xfrm>
                  <a:off x="7691545" y="851965"/>
                  <a:ext cx="29627" cy="25251"/>
                </a:xfrm>
                <a:custGeom>
                  <a:avLst/>
                  <a:gdLst>
                    <a:gd name="connsiteX0" fmla="*/ 29628 w 29627"/>
                    <a:gd name="connsiteY0" fmla="*/ 8410 h 25251"/>
                    <a:gd name="connsiteX1" fmla="*/ 26436 w 29627"/>
                    <a:gd name="connsiteY1" fmla="*/ 17320 h 25251"/>
                    <a:gd name="connsiteX2" fmla="*/ 23820 w 29627"/>
                    <a:gd name="connsiteY2" fmla="*/ 20645 h 25251"/>
                    <a:gd name="connsiteX3" fmla="*/ 20230 w 29627"/>
                    <a:gd name="connsiteY3" fmla="*/ 23216 h 25251"/>
                    <a:gd name="connsiteX4" fmla="*/ 10433 w 29627"/>
                    <a:gd name="connsiteY4" fmla="*/ 25211 h 25251"/>
                    <a:gd name="connsiteX5" fmla="*/ 1921 w 29627"/>
                    <a:gd name="connsiteY5" fmla="*/ 21310 h 25251"/>
                    <a:gd name="connsiteX6" fmla="*/ 724 w 29627"/>
                    <a:gd name="connsiteY6" fmla="*/ 11823 h 25251"/>
                    <a:gd name="connsiteX7" fmla="*/ 9767 w 29627"/>
                    <a:gd name="connsiteY7" fmla="*/ 2248 h 25251"/>
                    <a:gd name="connsiteX8" fmla="*/ 17215 w 29627"/>
                    <a:gd name="connsiteY8" fmla="*/ 76 h 25251"/>
                    <a:gd name="connsiteX9" fmla="*/ 23953 w 29627"/>
                    <a:gd name="connsiteY9" fmla="*/ 874 h 25251"/>
                    <a:gd name="connsiteX10" fmla="*/ 28209 w 29627"/>
                    <a:gd name="connsiteY10" fmla="*/ 3977 h 25251"/>
                    <a:gd name="connsiteX11" fmla="*/ 29628 w 29627"/>
                    <a:gd name="connsiteY11" fmla="*/ 8410 h 25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627" h="25251">
                      <a:moveTo>
                        <a:pt x="29628" y="8410"/>
                      </a:moveTo>
                      <a:cubicBezTo>
                        <a:pt x="29584" y="11690"/>
                        <a:pt x="28032" y="14793"/>
                        <a:pt x="26436" y="17320"/>
                      </a:cubicBezTo>
                      <a:cubicBezTo>
                        <a:pt x="25594" y="18562"/>
                        <a:pt x="24751" y="19714"/>
                        <a:pt x="23820" y="20645"/>
                      </a:cubicBezTo>
                      <a:cubicBezTo>
                        <a:pt x="22890" y="21665"/>
                        <a:pt x="21826" y="22418"/>
                        <a:pt x="20230" y="23216"/>
                      </a:cubicBezTo>
                      <a:cubicBezTo>
                        <a:pt x="17215" y="24724"/>
                        <a:pt x="13757" y="25433"/>
                        <a:pt x="10433" y="25211"/>
                      </a:cubicBezTo>
                      <a:cubicBezTo>
                        <a:pt x="7108" y="24990"/>
                        <a:pt x="3960" y="23837"/>
                        <a:pt x="1921" y="21310"/>
                      </a:cubicBezTo>
                      <a:cubicBezTo>
                        <a:pt x="-118" y="18828"/>
                        <a:pt x="-562" y="15370"/>
                        <a:pt x="724" y="11823"/>
                      </a:cubicBezTo>
                      <a:cubicBezTo>
                        <a:pt x="2010" y="8277"/>
                        <a:pt x="5113" y="4597"/>
                        <a:pt x="9767" y="2248"/>
                      </a:cubicBezTo>
                      <a:cubicBezTo>
                        <a:pt x="12028" y="1095"/>
                        <a:pt x="14733" y="342"/>
                        <a:pt x="17215" y="76"/>
                      </a:cubicBezTo>
                      <a:cubicBezTo>
                        <a:pt x="19786" y="-146"/>
                        <a:pt x="22092" y="120"/>
                        <a:pt x="23953" y="874"/>
                      </a:cubicBezTo>
                      <a:cubicBezTo>
                        <a:pt x="25815" y="1494"/>
                        <a:pt x="27278" y="2735"/>
                        <a:pt x="28209" y="3977"/>
                      </a:cubicBezTo>
                      <a:cubicBezTo>
                        <a:pt x="29184" y="5218"/>
                        <a:pt x="29628" y="6770"/>
                        <a:pt x="29628" y="8410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06" name="Forme libre : forme 25505">
                  <a:extLst>
                    <a:ext uri="{FF2B5EF4-FFF2-40B4-BE49-F238E27FC236}">
                      <a16:creationId xmlns:a16="http://schemas.microsoft.com/office/drawing/2014/main" id="{38893A54-A432-407E-8DA7-15972568F91F}"/>
                    </a:ext>
                  </a:extLst>
                </p:cNvPr>
                <p:cNvSpPr/>
                <p:nvPr/>
              </p:nvSpPr>
              <p:spPr>
                <a:xfrm>
                  <a:off x="7691548" y="861128"/>
                  <a:ext cx="24260" cy="16075"/>
                </a:xfrm>
                <a:custGeom>
                  <a:avLst/>
                  <a:gdLst>
                    <a:gd name="connsiteX0" fmla="*/ 2006 w 24260"/>
                    <a:gd name="connsiteY0" fmla="*/ 0 h 16075"/>
                    <a:gd name="connsiteX1" fmla="*/ 1917 w 24260"/>
                    <a:gd name="connsiteY1" fmla="*/ 12147 h 16075"/>
                    <a:gd name="connsiteX2" fmla="*/ 10429 w 24260"/>
                    <a:gd name="connsiteY2" fmla="*/ 16048 h 16075"/>
                    <a:gd name="connsiteX3" fmla="*/ 20226 w 24260"/>
                    <a:gd name="connsiteY3" fmla="*/ 14053 h 16075"/>
                    <a:gd name="connsiteX4" fmla="*/ 24260 w 24260"/>
                    <a:gd name="connsiteY4" fmla="*/ 10994 h 16075"/>
                    <a:gd name="connsiteX5" fmla="*/ 21556 w 24260"/>
                    <a:gd name="connsiteY5" fmla="*/ 11127 h 16075"/>
                    <a:gd name="connsiteX6" fmla="*/ 10916 w 24260"/>
                    <a:gd name="connsiteY6" fmla="*/ 7625 h 16075"/>
                    <a:gd name="connsiteX7" fmla="*/ 2006 w 24260"/>
                    <a:gd name="connsiteY7" fmla="*/ 0 h 16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260" h="16075">
                      <a:moveTo>
                        <a:pt x="2006" y="0"/>
                      </a:moveTo>
                      <a:cubicBezTo>
                        <a:pt x="-698" y="4433"/>
                        <a:pt x="-609" y="9088"/>
                        <a:pt x="1917" y="12147"/>
                      </a:cubicBezTo>
                      <a:cubicBezTo>
                        <a:pt x="3956" y="14674"/>
                        <a:pt x="7148" y="15826"/>
                        <a:pt x="10429" y="16048"/>
                      </a:cubicBezTo>
                      <a:cubicBezTo>
                        <a:pt x="13754" y="16225"/>
                        <a:pt x="17211" y="15560"/>
                        <a:pt x="20226" y="14053"/>
                      </a:cubicBezTo>
                      <a:cubicBezTo>
                        <a:pt x="22088" y="13122"/>
                        <a:pt x="23196" y="12191"/>
                        <a:pt x="24260" y="10994"/>
                      </a:cubicBezTo>
                      <a:cubicBezTo>
                        <a:pt x="23462" y="11127"/>
                        <a:pt x="22576" y="11349"/>
                        <a:pt x="21556" y="11127"/>
                      </a:cubicBezTo>
                      <a:cubicBezTo>
                        <a:pt x="18408" y="10551"/>
                        <a:pt x="14507" y="9354"/>
                        <a:pt x="10916" y="7625"/>
                      </a:cubicBezTo>
                      <a:cubicBezTo>
                        <a:pt x="7370" y="5852"/>
                        <a:pt x="3956" y="3414"/>
                        <a:pt x="2006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07" name="Forme libre : forme 25506">
                  <a:extLst>
                    <a:ext uri="{FF2B5EF4-FFF2-40B4-BE49-F238E27FC236}">
                      <a16:creationId xmlns:a16="http://schemas.microsoft.com/office/drawing/2014/main" id="{49A8428B-A10B-46C9-9427-D77A876BA1BA}"/>
                    </a:ext>
                  </a:extLst>
                </p:cNvPr>
                <p:cNvSpPr/>
                <p:nvPr/>
              </p:nvSpPr>
              <p:spPr>
                <a:xfrm>
                  <a:off x="7694424" y="853925"/>
                  <a:ext cx="28187" cy="24667"/>
                </a:xfrm>
                <a:custGeom>
                  <a:avLst/>
                  <a:gdLst>
                    <a:gd name="connsiteX0" fmla="*/ 28167 w 28187"/>
                    <a:gd name="connsiteY0" fmla="*/ 9065 h 24667"/>
                    <a:gd name="connsiteX1" fmla="*/ 24887 w 28187"/>
                    <a:gd name="connsiteY1" fmla="*/ 17754 h 24667"/>
                    <a:gd name="connsiteX2" fmla="*/ 22537 w 28187"/>
                    <a:gd name="connsiteY2" fmla="*/ 20902 h 24667"/>
                    <a:gd name="connsiteX3" fmla="*/ 21252 w 28187"/>
                    <a:gd name="connsiteY3" fmla="*/ 22099 h 24667"/>
                    <a:gd name="connsiteX4" fmla="*/ 19567 w 28187"/>
                    <a:gd name="connsiteY4" fmla="*/ 23074 h 24667"/>
                    <a:gd name="connsiteX5" fmla="*/ 10213 w 28187"/>
                    <a:gd name="connsiteY5" fmla="*/ 24581 h 24667"/>
                    <a:gd name="connsiteX6" fmla="*/ 1879 w 28187"/>
                    <a:gd name="connsiteY6" fmla="*/ 20458 h 24667"/>
                    <a:gd name="connsiteX7" fmla="*/ 726 w 28187"/>
                    <a:gd name="connsiteY7" fmla="*/ 11016 h 24667"/>
                    <a:gd name="connsiteX8" fmla="*/ 9726 w 28187"/>
                    <a:gd name="connsiteY8" fmla="*/ 1839 h 24667"/>
                    <a:gd name="connsiteX9" fmla="*/ 17040 w 28187"/>
                    <a:gd name="connsiteY9" fmla="*/ 22 h 24667"/>
                    <a:gd name="connsiteX10" fmla="*/ 23291 w 28187"/>
                    <a:gd name="connsiteY10" fmla="*/ 1130 h 24667"/>
                    <a:gd name="connsiteX11" fmla="*/ 28167 w 28187"/>
                    <a:gd name="connsiteY11" fmla="*/ 9065 h 24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187" h="24667">
                      <a:moveTo>
                        <a:pt x="28167" y="9065"/>
                      </a:moveTo>
                      <a:cubicBezTo>
                        <a:pt x="27946" y="12390"/>
                        <a:pt x="26394" y="15360"/>
                        <a:pt x="24887" y="17754"/>
                      </a:cubicBezTo>
                      <a:cubicBezTo>
                        <a:pt x="24133" y="18995"/>
                        <a:pt x="23335" y="20015"/>
                        <a:pt x="22537" y="20902"/>
                      </a:cubicBezTo>
                      <a:cubicBezTo>
                        <a:pt x="22138" y="21345"/>
                        <a:pt x="21739" y="21700"/>
                        <a:pt x="21252" y="22099"/>
                      </a:cubicBezTo>
                      <a:cubicBezTo>
                        <a:pt x="20764" y="22453"/>
                        <a:pt x="20321" y="22675"/>
                        <a:pt x="19567" y="23074"/>
                      </a:cubicBezTo>
                      <a:cubicBezTo>
                        <a:pt x="16774" y="24359"/>
                        <a:pt x="13449" y="24892"/>
                        <a:pt x="10213" y="24581"/>
                      </a:cubicBezTo>
                      <a:cubicBezTo>
                        <a:pt x="6977" y="24226"/>
                        <a:pt x="3874" y="22985"/>
                        <a:pt x="1879" y="20458"/>
                      </a:cubicBezTo>
                      <a:cubicBezTo>
                        <a:pt x="-116" y="17932"/>
                        <a:pt x="-559" y="14474"/>
                        <a:pt x="726" y="11016"/>
                      </a:cubicBezTo>
                      <a:cubicBezTo>
                        <a:pt x="2012" y="7514"/>
                        <a:pt x="5071" y="3967"/>
                        <a:pt x="9726" y="1839"/>
                      </a:cubicBezTo>
                      <a:cubicBezTo>
                        <a:pt x="12031" y="775"/>
                        <a:pt x="14646" y="66"/>
                        <a:pt x="17040" y="22"/>
                      </a:cubicBezTo>
                      <a:cubicBezTo>
                        <a:pt x="19434" y="-111"/>
                        <a:pt x="21606" y="376"/>
                        <a:pt x="23291" y="1130"/>
                      </a:cubicBezTo>
                      <a:cubicBezTo>
                        <a:pt x="26793" y="2726"/>
                        <a:pt x="28389" y="5740"/>
                        <a:pt x="28167" y="906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08" name="Forme libre : forme 25507">
                  <a:extLst>
                    <a:ext uri="{FF2B5EF4-FFF2-40B4-BE49-F238E27FC236}">
                      <a16:creationId xmlns:a16="http://schemas.microsoft.com/office/drawing/2014/main" id="{54E2C283-F4A2-4471-996F-2A9113F4CD8A}"/>
                    </a:ext>
                  </a:extLst>
                </p:cNvPr>
                <p:cNvSpPr/>
                <p:nvPr/>
              </p:nvSpPr>
              <p:spPr>
                <a:xfrm>
                  <a:off x="7673403" y="861908"/>
                  <a:ext cx="45247" cy="30215"/>
                </a:xfrm>
                <a:custGeom>
                  <a:avLst/>
                  <a:gdLst>
                    <a:gd name="connsiteX0" fmla="*/ 11330 w 45247"/>
                    <a:gd name="connsiteY0" fmla="*/ 21563 h 30215"/>
                    <a:gd name="connsiteX1" fmla="*/ 19797 w 45247"/>
                    <a:gd name="connsiteY1" fmla="*/ 28434 h 30215"/>
                    <a:gd name="connsiteX2" fmla="*/ 37307 w 45247"/>
                    <a:gd name="connsiteY2" fmla="*/ 28523 h 30215"/>
                    <a:gd name="connsiteX3" fmla="*/ 45110 w 45247"/>
                    <a:gd name="connsiteY3" fmla="*/ 22228 h 30215"/>
                    <a:gd name="connsiteX4" fmla="*/ 45243 w 45247"/>
                    <a:gd name="connsiteY4" fmla="*/ 17396 h 30215"/>
                    <a:gd name="connsiteX5" fmla="*/ 44312 w 45247"/>
                    <a:gd name="connsiteY5" fmla="*/ 11411 h 30215"/>
                    <a:gd name="connsiteX6" fmla="*/ 39258 w 45247"/>
                    <a:gd name="connsiteY6" fmla="*/ 7333 h 30215"/>
                    <a:gd name="connsiteX7" fmla="*/ 21659 w 45247"/>
                    <a:gd name="connsiteY7" fmla="*/ 2412 h 30215"/>
                    <a:gd name="connsiteX8" fmla="*/ 10620 w 45247"/>
                    <a:gd name="connsiteY8" fmla="*/ 18 h 30215"/>
                    <a:gd name="connsiteX9" fmla="*/ 557 w 45247"/>
                    <a:gd name="connsiteY9" fmla="*/ 4628 h 30215"/>
                    <a:gd name="connsiteX10" fmla="*/ 11330 w 45247"/>
                    <a:gd name="connsiteY10" fmla="*/ 21563 h 30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247" h="30215">
                      <a:moveTo>
                        <a:pt x="11330" y="21563"/>
                      </a:moveTo>
                      <a:cubicBezTo>
                        <a:pt x="13856" y="24178"/>
                        <a:pt x="16561" y="26838"/>
                        <a:pt x="19797" y="28434"/>
                      </a:cubicBezTo>
                      <a:cubicBezTo>
                        <a:pt x="26003" y="31360"/>
                        <a:pt x="32653" y="30163"/>
                        <a:pt x="37307" y="28523"/>
                      </a:cubicBezTo>
                      <a:cubicBezTo>
                        <a:pt x="41120" y="27149"/>
                        <a:pt x="44445" y="25375"/>
                        <a:pt x="45110" y="22228"/>
                      </a:cubicBezTo>
                      <a:cubicBezTo>
                        <a:pt x="45287" y="21031"/>
                        <a:pt x="45243" y="19346"/>
                        <a:pt x="45243" y="17396"/>
                      </a:cubicBezTo>
                      <a:cubicBezTo>
                        <a:pt x="45199" y="15445"/>
                        <a:pt x="45154" y="13273"/>
                        <a:pt x="44312" y="11411"/>
                      </a:cubicBezTo>
                      <a:cubicBezTo>
                        <a:pt x="43336" y="9106"/>
                        <a:pt x="41386" y="7998"/>
                        <a:pt x="39258" y="7333"/>
                      </a:cubicBezTo>
                      <a:cubicBezTo>
                        <a:pt x="34116" y="5559"/>
                        <a:pt x="27776" y="4229"/>
                        <a:pt x="21659" y="2412"/>
                      </a:cubicBezTo>
                      <a:cubicBezTo>
                        <a:pt x="18999" y="1658"/>
                        <a:pt x="14832" y="195"/>
                        <a:pt x="10620" y="18"/>
                      </a:cubicBezTo>
                      <a:cubicBezTo>
                        <a:pt x="6453" y="-159"/>
                        <a:pt x="2375" y="949"/>
                        <a:pt x="557" y="4628"/>
                      </a:cubicBezTo>
                      <a:cubicBezTo>
                        <a:pt x="-2502" y="11189"/>
                        <a:pt x="7872" y="17839"/>
                        <a:pt x="11330" y="2156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09" name="Forme libre : forme 25508">
                  <a:extLst>
                    <a:ext uri="{FF2B5EF4-FFF2-40B4-BE49-F238E27FC236}">
                      <a16:creationId xmlns:a16="http://schemas.microsoft.com/office/drawing/2014/main" id="{9849B297-EDEA-4AE3-A01C-AAF6757881C2}"/>
                    </a:ext>
                  </a:extLst>
                </p:cNvPr>
                <p:cNvSpPr/>
                <p:nvPr/>
              </p:nvSpPr>
              <p:spPr>
                <a:xfrm>
                  <a:off x="7680782" y="855614"/>
                  <a:ext cx="9716" cy="16355"/>
                </a:xfrm>
                <a:custGeom>
                  <a:avLst/>
                  <a:gdLst>
                    <a:gd name="connsiteX0" fmla="*/ 271 w 9716"/>
                    <a:gd name="connsiteY0" fmla="*/ 13139 h 16355"/>
                    <a:gd name="connsiteX1" fmla="*/ 1335 w 9716"/>
                    <a:gd name="connsiteY1" fmla="*/ 15533 h 16355"/>
                    <a:gd name="connsiteX2" fmla="*/ 3773 w 9716"/>
                    <a:gd name="connsiteY2" fmla="*/ 16242 h 16355"/>
                    <a:gd name="connsiteX3" fmla="*/ 5546 w 9716"/>
                    <a:gd name="connsiteY3" fmla="*/ 14558 h 16355"/>
                    <a:gd name="connsiteX4" fmla="*/ 8738 w 9716"/>
                    <a:gd name="connsiteY4" fmla="*/ 8839 h 16355"/>
                    <a:gd name="connsiteX5" fmla="*/ 9625 w 9716"/>
                    <a:gd name="connsiteY5" fmla="*/ 6268 h 16355"/>
                    <a:gd name="connsiteX6" fmla="*/ 8384 w 9716"/>
                    <a:gd name="connsiteY6" fmla="*/ 992 h 16355"/>
                    <a:gd name="connsiteX7" fmla="*/ 3507 w 9716"/>
                    <a:gd name="connsiteY7" fmla="*/ 1436 h 16355"/>
                    <a:gd name="connsiteX8" fmla="*/ 271 w 9716"/>
                    <a:gd name="connsiteY8" fmla="*/ 13139 h 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16" h="16355">
                      <a:moveTo>
                        <a:pt x="271" y="13139"/>
                      </a:moveTo>
                      <a:cubicBezTo>
                        <a:pt x="448" y="14026"/>
                        <a:pt x="759" y="14912"/>
                        <a:pt x="1335" y="15533"/>
                      </a:cubicBezTo>
                      <a:cubicBezTo>
                        <a:pt x="1956" y="16198"/>
                        <a:pt x="2887" y="16553"/>
                        <a:pt x="3773" y="16242"/>
                      </a:cubicBezTo>
                      <a:cubicBezTo>
                        <a:pt x="4527" y="15976"/>
                        <a:pt x="5103" y="15223"/>
                        <a:pt x="5546" y="14558"/>
                      </a:cubicBezTo>
                      <a:cubicBezTo>
                        <a:pt x="6699" y="12740"/>
                        <a:pt x="7763" y="10834"/>
                        <a:pt x="8738" y="8839"/>
                      </a:cubicBezTo>
                      <a:cubicBezTo>
                        <a:pt x="9137" y="7997"/>
                        <a:pt x="9492" y="7154"/>
                        <a:pt x="9625" y="6268"/>
                      </a:cubicBezTo>
                      <a:cubicBezTo>
                        <a:pt x="9935" y="4450"/>
                        <a:pt x="9448" y="2234"/>
                        <a:pt x="8384" y="992"/>
                      </a:cubicBezTo>
                      <a:cubicBezTo>
                        <a:pt x="7320" y="-249"/>
                        <a:pt x="5502" y="-559"/>
                        <a:pt x="3507" y="1436"/>
                      </a:cubicBezTo>
                      <a:cubicBezTo>
                        <a:pt x="404" y="4495"/>
                        <a:pt x="-527" y="9593"/>
                        <a:pt x="271" y="1313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10" name="Forme libre : forme 25509">
                  <a:extLst>
                    <a:ext uri="{FF2B5EF4-FFF2-40B4-BE49-F238E27FC236}">
                      <a16:creationId xmlns:a16="http://schemas.microsoft.com/office/drawing/2014/main" id="{AD8EC287-CC4B-4FB3-9144-22D8402DAB97}"/>
                    </a:ext>
                  </a:extLst>
                </p:cNvPr>
                <p:cNvSpPr/>
                <p:nvPr/>
              </p:nvSpPr>
              <p:spPr>
                <a:xfrm>
                  <a:off x="7720818" y="866714"/>
                  <a:ext cx="10062" cy="22520"/>
                </a:xfrm>
                <a:custGeom>
                  <a:avLst/>
                  <a:gdLst>
                    <a:gd name="connsiteX0" fmla="*/ 10063 w 10062"/>
                    <a:gd name="connsiteY0" fmla="*/ 0 h 22520"/>
                    <a:gd name="connsiteX1" fmla="*/ 8822 w 10062"/>
                    <a:gd name="connsiteY1" fmla="*/ 2704 h 22520"/>
                    <a:gd name="connsiteX2" fmla="*/ 5319 w 10062"/>
                    <a:gd name="connsiteY2" fmla="*/ 8866 h 22520"/>
                    <a:gd name="connsiteX3" fmla="*/ 1419 w 10062"/>
                    <a:gd name="connsiteY3" fmla="*/ 16269 h 22520"/>
                    <a:gd name="connsiteX4" fmla="*/ 44 w 10062"/>
                    <a:gd name="connsiteY4" fmla="*/ 22520 h 22520"/>
                    <a:gd name="connsiteX5" fmla="*/ 0 w 10062"/>
                    <a:gd name="connsiteY5" fmla="*/ 21368 h 22520"/>
                    <a:gd name="connsiteX6" fmla="*/ 620 w 10062"/>
                    <a:gd name="connsiteY6" fmla="*/ 17378 h 22520"/>
                    <a:gd name="connsiteX7" fmla="*/ 3768 w 10062"/>
                    <a:gd name="connsiteY7" fmla="*/ 10196 h 22520"/>
                    <a:gd name="connsiteX8" fmla="*/ 10063 w 10062"/>
                    <a:gd name="connsiteY8" fmla="*/ 0 h 2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062" h="22520">
                      <a:moveTo>
                        <a:pt x="10063" y="0"/>
                      </a:moveTo>
                      <a:cubicBezTo>
                        <a:pt x="10063" y="0"/>
                        <a:pt x="9664" y="1064"/>
                        <a:pt x="8822" y="2704"/>
                      </a:cubicBezTo>
                      <a:cubicBezTo>
                        <a:pt x="7980" y="4344"/>
                        <a:pt x="6738" y="6428"/>
                        <a:pt x="5319" y="8866"/>
                      </a:cubicBezTo>
                      <a:cubicBezTo>
                        <a:pt x="3901" y="11216"/>
                        <a:pt x="2438" y="13787"/>
                        <a:pt x="1419" y="16269"/>
                      </a:cubicBezTo>
                      <a:cubicBezTo>
                        <a:pt x="354" y="18708"/>
                        <a:pt x="-89" y="21057"/>
                        <a:pt x="44" y="22520"/>
                      </a:cubicBezTo>
                      <a:cubicBezTo>
                        <a:pt x="44" y="22520"/>
                        <a:pt x="0" y="22165"/>
                        <a:pt x="0" y="21368"/>
                      </a:cubicBezTo>
                      <a:cubicBezTo>
                        <a:pt x="0" y="20570"/>
                        <a:pt x="88" y="19240"/>
                        <a:pt x="620" y="17378"/>
                      </a:cubicBezTo>
                      <a:cubicBezTo>
                        <a:pt x="1153" y="15516"/>
                        <a:pt x="2128" y="13122"/>
                        <a:pt x="3768" y="10196"/>
                      </a:cubicBezTo>
                      <a:cubicBezTo>
                        <a:pt x="5275" y="7359"/>
                        <a:pt x="7580" y="3990"/>
                        <a:pt x="100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11" name="Forme libre : forme 25510">
                  <a:extLst>
                    <a:ext uri="{FF2B5EF4-FFF2-40B4-BE49-F238E27FC236}">
                      <a16:creationId xmlns:a16="http://schemas.microsoft.com/office/drawing/2014/main" id="{856CFBBF-F0DC-4DC0-BEFB-C5CDC5EF650C}"/>
                    </a:ext>
                  </a:extLst>
                </p:cNvPr>
                <p:cNvSpPr/>
                <p:nvPr/>
              </p:nvSpPr>
              <p:spPr>
                <a:xfrm>
                  <a:off x="7664917" y="849824"/>
                  <a:ext cx="8953" cy="33868"/>
                </a:xfrm>
                <a:custGeom>
                  <a:avLst/>
                  <a:gdLst>
                    <a:gd name="connsiteX0" fmla="*/ 8954 w 8953"/>
                    <a:gd name="connsiteY0" fmla="*/ 0 h 33868"/>
                    <a:gd name="connsiteX1" fmla="*/ 1506 w 8953"/>
                    <a:gd name="connsiteY1" fmla="*/ 10905 h 33868"/>
                    <a:gd name="connsiteX2" fmla="*/ 6604 w 8953"/>
                    <a:gd name="connsiteY2" fmla="*/ 33869 h 33868"/>
                    <a:gd name="connsiteX3" fmla="*/ 2215 w 8953"/>
                    <a:gd name="connsiteY3" fmla="*/ 23850 h 33868"/>
                    <a:gd name="connsiteX4" fmla="*/ 2127 w 8953"/>
                    <a:gd name="connsiteY4" fmla="*/ 12989 h 33868"/>
                    <a:gd name="connsiteX5" fmla="*/ 8954 w 8953"/>
                    <a:gd name="connsiteY5" fmla="*/ 0 h 33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953" h="33868">
                      <a:moveTo>
                        <a:pt x="8954" y="0"/>
                      </a:moveTo>
                      <a:cubicBezTo>
                        <a:pt x="8954" y="0"/>
                        <a:pt x="3989" y="4344"/>
                        <a:pt x="1506" y="10905"/>
                      </a:cubicBezTo>
                      <a:cubicBezTo>
                        <a:pt x="-1065" y="17466"/>
                        <a:pt x="-932" y="25978"/>
                        <a:pt x="6604" y="33869"/>
                      </a:cubicBezTo>
                      <a:cubicBezTo>
                        <a:pt x="6604" y="33869"/>
                        <a:pt x="3634" y="30012"/>
                        <a:pt x="2215" y="23850"/>
                      </a:cubicBezTo>
                      <a:cubicBezTo>
                        <a:pt x="1551" y="20791"/>
                        <a:pt x="1240" y="17067"/>
                        <a:pt x="2127" y="12989"/>
                      </a:cubicBezTo>
                      <a:cubicBezTo>
                        <a:pt x="2925" y="8911"/>
                        <a:pt x="5008" y="4477"/>
                        <a:pt x="89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12" name="Forme libre : forme 25511">
                  <a:extLst>
                    <a:ext uri="{FF2B5EF4-FFF2-40B4-BE49-F238E27FC236}">
                      <a16:creationId xmlns:a16="http://schemas.microsoft.com/office/drawing/2014/main" id="{160FE154-B22D-4BF0-80BB-6283E4B664AE}"/>
                    </a:ext>
                  </a:extLst>
                </p:cNvPr>
                <p:cNvSpPr/>
                <p:nvPr/>
              </p:nvSpPr>
              <p:spPr>
                <a:xfrm>
                  <a:off x="7700757" y="854693"/>
                  <a:ext cx="13301" cy="7730"/>
                </a:xfrm>
                <a:custGeom>
                  <a:avLst/>
                  <a:gdLst>
                    <a:gd name="connsiteX0" fmla="*/ 13278 w 13301"/>
                    <a:gd name="connsiteY0" fmla="*/ 3731 h 7730"/>
                    <a:gd name="connsiteX1" fmla="*/ 6939 w 13301"/>
                    <a:gd name="connsiteY1" fmla="*/ 7676 h 7730"/>
                    <a:gd name="connsiteX2" fmla="*/ 24 w 13301"/>
                    <a:gd name="connsiteY2" fmla="*/ 4883 h 7730"/>
                    <a:gd name="connsiteX3" fmla="*/ 6629 w 13301"/>
                    <a:gd name="connsiteY3" fmla="*/ 51 h 7730"/>
                    <a:gd name="connsiteX4" fmla="*/ 13278 w 13301"/>
                    <a:gd name="connsiteY4" fmla="*/ 3731 h 7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01" h="7730">
                      <a:moveTo>
                        <a:pt x="13278" y="3731"/>
                      </a:moveTo>
                      <a:cubicBezTo>
                        <a:pt x="12968" y="5859"/>
                        <a:pt x="10308" y="7366"/>
                        <a:pt x="6939" y="7676"/>
                      </a:cubicBezTo>
                      <a:cubicBezTo>
                        <a:pt x="3526" y="7987"/>
                        <a:pt x="378" y="6967"/>
                        <a:pt x="24" y="4883"/>
                      </a:cubicBezTo>
                      <a:cubicBezTo>
                        <a:pt x="-287" y="2800"/>
                        <a:pt x="2506" y="450"/>
                        <a:pt x="6629" y="51"/>
                      </a:cubicBezTo>
                      <a:cubicBezTo>
                        <a:pt x="10752" y="-348"/>
                        <a:pt x="13589" y="1647"/>
                        <a:pt x="13278" y="373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13" name="Forme libre : forme 25512">
                  <a:extLst>
                    <a:ext uri="{FF2B5EF4-FFF2-40B4-BE49-F238E27FC236}">
                      <a16:creationId xmlns:a16="http://schemas.microsoft.com/office/drawing/2014/main" id="{EE2655D2-2974-41ED-B846-8A4806232C7D}"/>
                    </a:ext>
                  </a:extLst>
                </p:cNvPr>
                <p:cNvSpPr/>
                <p:nvPr/>
              </p:nvSpPr>
              <p:spPr>
                <a:xfrm>
                  <a:off x="7712112" y="855747"/>
                  <a:ext cx="3537" cy="3415"/>
                </a:xfrm>
                <a:custGeom>
                  <a:avLst/>
                  <a:gdLst>
                    <a:gd name="connsiteX0" fmla="*/ 3519 w 3537"/>
                    <a:gd name="connsiteY0" fmla="*/ 1303 h 3415"/>
                    <a:gd name="connsiteX1" fmla="*/ 2145 w 3537"/>
                    <a:gd name="connsiteY1" fmla="*/ 3343 h 3415"/>
                    <a:gd name="connsiteX2" fmla="*/ 62 w 3537"/>
                    <a:gd name="connsiteY2" fmla="*/ 2234 h 3415"/>
                    <a:gd name="connsiteX3" fmla="*/ 1436 w 3537"/>
                    <a:gd name="connsiteY3" fmla="*/ 62 h 3415"/>
                    <a:gd name="connsiteX4" fmla="*/ 3519 w 3537"/>
                    <a:gd name="connsiteY4" fmla="*/ 1303 h 3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37" h="3415">
                      <a:moveTo>
                        <a:pt x="3519" y="1303"/>
                      </a:moveTo>
                      <a:cubicBezTo>
                        <a:pt x="3652" y="2234"/>
                        <a:pt x="3032" y="3121"/>
                        <a:pt x="2145" y="3343"/>
                      </a:cubicBezTo>
                      <a:cubicBezTo>
                        <a:pt x="1259" y="3609"/>
                        <a:pt x="328" y="3121"/>
                        <a:pt x="62" y="2234"/>
                      </a:cubicBezTo>
                      <a:cubicBezTo>
                        <a:pt x="-204" y="1348"/>
                        <a:pt x="416" y="372"/>
                        <a:pt x="1436" y="62"/>
                      </a:cubicBezTo>
                      <a:cubicBezTo>
                        <a:pt x="2411" y="-204"/>
                        <a:pt x="3386" y="417"/>
                        <a:pt x="3519" y="1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14" name="Forme libre : forme 25513">
                  <a:extLst>
                    <a:ext uri="{FF2B5EF4-FFF2-40B4-BE49-F238E27FC236}">
                      <a16:creationId xmlns:a16="http://schemas.microsoft.com/office/drawing/2014/main" id="{9F2BF5BA-D566-4124-855A-10C679EF8FF0}"/>
                    </a:ext>
                  </a:extLst>
                </p:cNvPr>
                <p:cNvSpPr/>
                <p:nvPr/>
              </p:nvSpPr>
              <p:spPr>
                <a:xfrm>
                  <a:off x="7692049" y="834184"/>
                  <a:ext cx="40352" cy="28850"/>
                </a:xfrm>
                <a:custGeom>
                  <a:avLst/>
                  <a:gdLst>
                    <a:gd name="connsiteX0" fmla="*/ 39364 w 40352"/>
                    <a:gd name="connsiteY0" fmla="*/ 9965 h 28850"/>
                    <a:gd name="connsiteX1" fmla="*/ 38522 w 40352"/>
                    <a:gd name="connsiteY1" fmla="*/ 24905 h 28850"/>
                    <a:gd name="connsiteX2" fmla="*/ 35153 w 40352"/>
                    <a:gd name="connsiteY2" fmla="*/ 28850 h 28850"/>
                    <a:gd name="connsiteX3" fmla="*/ 32315 w 40352"/>
                    <a:gd name="connsiteY3" fmla="*/ 25481 h 28850"/>
                    <a:gd name="connsiteX4" fmla="*/ 23494 w 40352"/>
                    <a:gd name="connsiteY4" fmla="*/ 12492 h 28850"/>
                    <a:gd name="connsiteX5" fmla="*/ 17908 w 40352"/>
                    <a:gd name="connsiteY5" fmla="*/ 11827 h 28850"/>
                    <a:gd name="connsiteX6" fmla="*/ 9308 w 40352"/>
                    <a:gd name="connsiteY6" fmla="*/ 12226 h 28850"/>
                    <a:gd name="connsiteX7" fmla="*/ 42 w 40352"/>
                    <a:gd name="connsiteY7" fmla="*/ 9699 h 28850"/>
                    <a:gd name="connsiteX8" fmla="*/ 11568 w 40352"/>
                    <a:gd name="connsiteY8" fmla="*/ 1543 h 28850"/>
                    <a:gd name="connsiteX9" fmla="*/ 28459 w 40352"/>
                    <a:gd name="connsiteY9" fmla="*/ 700 h 28850"/>
                    <a:gd name="connsiteX10" fmla="*/ 39364 w 40352"/>
                    <a:gd name="connsiteY10" fmla="*/ 9965 h 28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352" h="28850">
                      <a:moveTo>
                        <a:pt x="39364" y="9965"/>
                      </a:moveTo>
                      <a:cubicBezTo>
                        <a:pt x="41314" y="14975"/>
                        <a:pt x="40029" y="20206"/>
                        <a:pt x="38522" y="24905"/>
                      </a:cubicBezTo>
                      <a:cubicBezTo>
                        <a:pt x="37901" y="26723"/>
                        <a:pt x="36793" y="28762"/>
                        <a:pt x="35153" y="28850"/>
                      </a:cubicBezTo>
                      <a:cubicBezTo>
                        <a:pt x="33734" y="28806"/>
                        <a:pt x="32892" y="27122"/>
                        <a:pt x="32315" y="25481"/>
                      </a:cubicBezTo>
                      <a:cubicBezTo>
                        <a:pt x="30631" y="20694"/>
                        <a:pt x="29389" y="15019"/>
                        <a:pt x="23494" y="12492"/>
                      </a:cubicBezTo>
                      <a:cubicBezTo>
                        <a:pt x="22607" y="12182"/>
                        <a:pt x="20523" y="11783"/>
                        <a:pt x="17908" y="11827"/>
                      </a:cubicBezTo>
                      <a:cubicBezTo>
                        <a:pt x="15292" y="11783"/>
                        <a:pt x="12233" y="12005"/>
                        <a:pt x="9308" y="12226"/>
                      </a:cubicBezTo>
                      <a:cubicBezTo>
                        <a:pt x="4077" y="12537"/>
                        <a:pt x="-490" y="12758"/>
                        <a:pt x="42" y="9699"/>
                      </a:cubicBezTo>
                      <a:cubicBezTo>
                        <a:pt x="663" y="6641"/>
                        <a:pt x="4741" y="3670"/>
                        <a:pt x="11568" y="1543"/>
                      </a:cubicBezTo>
                      <a:cubicBezTo>
                        <a:pt x="18263" y="-541"/>
                        <a:pt x="25400" y="-186"/>
                        <a:pt x="28459" y="700"/>
                      </a:cubicBezTo>
                      <a:cubicBezTo>
                        <a:pt x="34310" y="2429"/>
                        <a:pt x="37945" y="6153"/>
                        <a:pt x="39364" y="996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39" name="Graphique 2">
                <a:extLst>
                  <a:ext uri="{FF2B5EF4-FFF2-40B4-BE49-F238E27FC236}">
                    <a16:creationId xmlns:a16="http://schemas.microsoft.com/office/drawing/2014/main" id="{CC76D2EE-8B13-415F-A527-10E432B40210}"/>
                  </a:ext>
                </a:extLst>
              </p:cNvPr>
              <p:cNvGrpSpPr/>
              <p:nvPr/>
            </p:nvGrpSpPr>
            <p:grpSpPr>
              <a:xfrm>
                <a:off x="7721602" y="845991"/>
                <a:ext cx="67237" cy="81512"/>
                <a:chOff x="7721602" y="845991"/>
                <a:chExt cx="67237" cy="81512"/>
              </a:xfrm>
              <a:solidFill>
                <a:schemeClr val="accent1"/>
              </a:solidFill>
            </p:grpSpPr>
            <p:sp>
              <p:nvSpPr>
                <p:cNvPr id="25491" name="Forme libre : forme 25490">
                  <a:extLst>
                    <a:ext uri="{FF2B5EF4-FFF2-40B4-BE49-F238E27FC236}">
                      <a16:creationId xmlns:a16="http://schemas.microsoft.com/office/drawing/2014/main" id="{BCFDA106-8A4A-4E3B-8B33-02193FFCCFD4}"/>
                    </a:ext>
                  </a:extLst>
                </p:cNvPr>
                <p:cNvSpPr/>
                <p:nvPr/>
              </p:nvSpPr>
              <p:spPr>
                <a:xfrm>
                  <a:off x="7721678" y="845991"/>
                  <a:ext cx="67160" cy="81493"/>
                </a:xfrm>
                <a:custGeom>
                  <a:avLst/>
                  <a:gdLst>
                    <a:gd name="connsiteX0" fmla="*/ 5967 w 67160"/>
                    <a:gd name="connsiteY0" fmla="*/ 64433 h 81493"/>
                    <a:gd name="connsiteX1" fmla="*/ 4371 w 67160"/>
                    <a:gd name="connsiteY1" fmla="*/ 57917 h 81493"/>
                    <a:gd name="connsiteX2" fmla="*/ 3129 w 67160"/>
                    <a:gd name="connsiteY2" fmla="*/ 53306 h 81493"/>
                    <a:gd name="connsiteX3" fmla="*/ 425 w 67160"/>
                    <a:gd name="connsiteY3" fmla="*/ 46213 h 81493"/>
                    <a:gd name="connsiteX4" fmla="*/ 868 w 67160"/>
                    <a:gd name="connsiteY4" fmla="*/ 43376 h 81493"/>
                    <a:gd name="connsiteX5" fmla="*/ 3617 w 67160"/>
                    <a:gd name="connsiteY5" fmla="*/ 39209 h 81493"/>
                    <a:gd name="connsiteX6" fmla="*/ 9690 w 67160"/>
                    <a:gd name="connsiteY6" fmla="*/ 23737 h 81493"/>
                    <a:gd name="connsiteX7" fmla="*/ 17315 w 67160"/>
                    <a:gd name="connsiteY7" fmla="*/ 8177 h 81493"/>
                    <a:gd name="connsiteX8" fmla="*/ 23522 w 67160"/>
                    <a:gd name="connsiteY8" fmla="*/ 1661 h 81493"/>
                    <a:gd name="connsiteX9" fmla="*/ 33895 w 67160"/>
                    <a:gd name="connsiteY9" fmla="*/ 286 h 81493"/>
                    <a:gd name="connsiteX10" fmla="*/ 46308 w 67160"/>
                    <a:gd name="connsiteY10" fmla="*/ 6227 h 81493"/>
                    <a:gd name="connsiteX11" fmla="*/ 55883 w 67160"/>
                    <a:gd name="connsiteY11" fmla="*/ 17886 h 81493"/>
                    <a:gd name="connsiteX12" fmla="*/ 62754 w 67160"/>
                    <a:gd name="connsiteY12" fmla="*/ 34997 h 81493"/>
                    <a:gd name="connsiteX13" fmla="*/ 64971 w 67160"/>
                    <a:gd name="connsiteY13" fmla="*/ 42933 h 81493"/>
                    <a:gd name="connsiteX14" fmla="*/ 66522 w 67160"/>
                    <a:gd name="connsiteY14" fmla="*/ 49050 h 81493"/>
                    <a:gd name="connsiteX15" fmla="*/ 50342 w 67160"/>
                    <a:gd name="connsiteY15" fmla="*/ 75693 h 81493"/>
                    <a:gd name="connsiteX16" fmla="*/ 33806 w 67160"/>
                    <a:gd name="connsiteY16" fmla="*/ 80570 h 81493"/>
                    <a:gd name="connsiteX17" fmla="*/ 5967 w 67160"/>
                    <a:gd name="connsiteY17" fmla="*/ 64433 h 81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160" h="81493">
                      <a:moveTo>
                        <a:pt x="5967" y="64433"/>
                      </a:moveTo>
                      <a:lnTo>
                        <a:pt x="4371" y="57917"/>
                      </a:lnTo>
                      <a:cubicBezTo>
                        <a:pt x="3883" y="56055"/>
                        <a:pt x="3573" y="54813"/>
                        <a:pt x="3129" y="53306"/>
                      </a:cubicBezTo>
                      <a:cubicBezTo>
                        <a:pt x="2287" y="50469"/>
                        <a:pt x="1312" y="48119"/>
                        <a:pt x="425" y="46213"/>
                      </a:cubicBezTo>
                      <a:cubicBezTo>
                        <a:pt x="-328" y="44795"/>
                        <a:pt x="-18" y="44174"/>
                        <a:pt x="868" y="43376"/>
                      </a:cubicBezTo>
                      <a:cubicBezTo>
                        <a:pt x="1667" y="42534"/>
                        <a:pt x="2686" y="41115"/>
                        <a:pt x="3617" y="39209"/>
                      </a:cubicBezTo>
                      <a:cubicBezTo>
                        <a:pt x="5612" y="35396"/>
                        <a:pt x="6986" y="29500"/>
                        <a:pt x="9690" y="23737"/>
                      </a:cubicBezTo>
                      <a:lnTo>
                        <a:pt x="17315" y="8177"/>
                      </a:lnTo>
                      <a:cubicBezTo>
                        <a:pt x="18689" y="5384"/>
                        <a:pt x="20684" y="3123"/>
                        <a:pt x="23522" y="1661"/>
                      </a:cubicBezTo>
                      <a:cubicBezTo>
                        <a:pt x="26270" y="242"/>
                        <a:pt x="29905" y="-423"/>
                        <a:pt x="33895" y="286"/>
                      </a:cubicBezTo>
                      <a:cubicBezTo>
                        <a:pt x="37885" y="951"/>
                        <a:pt x="42274" y="2857"/>
                        <a:pt x="46308" y="6227"/>
                      </a:cubicBezTo>
                      <a:cubicBezTo>
                        <a:pt x="50431" y="9551"/>
                        <a:pt x="53844" y="13940"/>
                        <a:pt x="55883" y="17886"/>
                      </a:cubicBezTo>
                      <a:cubicBezTo>
                        <a:pt x="58853" y="23782"/>
                        <a:pt x="61070" y="29500"/>
                        <a:pt x="62754" y="34997"/>
                      </a:cubicBezTo>
                      <a:cubicBezTo>
                        <a:pt x="63597" y="37657"/>
                        <a:pt x="64350" y="40627"/>
                        <a:pt x="64971" y="42933"/>
                      </a:cubicBezTo>
                      <a:lnTo>
                        <a:pt x="66522" y="49050"/>
                      </a:lnTo>
                      <a:cubicBezTo>
                        <a:pt x="69404" y="60355"/>
                        <a:pt x="62267" y="72058"/>
                        <a:pt x="50342" y="75693"/>
                      </a:cubicBezTo>
                      <a:lnTo>
                        <a:pt x="33806" y="80570"/>
                      </a:lnTo>
                      <a:cubicBezTo>
                        <a:pt x="21837" y="84205"/>
                        <a:pt x="8981" y="76757"/>
                        <a:pt x="5967" y="64433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92" name="Forme libre : forme 25491">
                  <a:extLst>
                    <a:ext uri="{FF2B5EF4-FFF2-40B4-BE49-F238E27FC236}">
                      <a16:creationId xmlns:a16="http://schemas.microsoft.com/office/drawing/2014/main" id="{5CBA9A31-3489-4A13-BDB0-7495A5625583}"/>
                    </a:ext>
                  </a:extLst>
                </p:cNvPr>
                <p:cNvSpPr/>
                <p:nvPr/>
              </p:nvSpPr>
              <p:spPr>
                <a:xfrm>
                  <a:off x="7721602" y="862946"/>
                  <a:ext cx="34281" cy="64557"/>
                </a:xfrm>
                <a:custGeom>
                  <a:avLst/>
                  <a:gdLst>
                    <a:gd name="connsiteX0" fmla="*/ 20318 w 34281"/>
                    <a:gd name="connsiteY0" fmla="*/ 23451 h 64557"/>
                    <a:gd name="connsiteX1" fmla="*/ 16727 w 34281"/>
                    <a:gd name="connsiteY1" fmla="*/ 18220 h 64557"/>
                    <a:gd name="connsiteX2" fmla="*/ 14954 w 34281"/>
                    <a:gd name="connsiteY2" fmla="*/ 13299 h 64557"/>
                    <a:gd name="connsiteX3" fmla="*/ 13047 w 34281"/>
                    <a:gd name="connsiteY3" fmla="*/ 0 h 64557"/>
                    <a:gd name="connsiteX4" fmla="*/ 9678 w 34281"/>
                    <a:gd name="connsiteY4" fmla="*/ 6827 h 64557"/>
                    <a:gd name="connsiteX5" fmla="*/ 3605 w 34281"/>
                    <a:gd name="connsiteY5" fmla="*/ 22298 h 64557"/>
                    <a:gd name="connsiteX6" fmla="*/ 856 w 34281"/>
                    <a:gd name="connsiteY6" fmla="*/ 26466 h 64557"/>
                    <a:gd name="connsiteX7" fmla="*/ 413 w 34281"/>
                    <a:gd name="connsiteY7" fmla="*/ 29303 h 64557"/>
                    <a:gd name="connsiteX8" fmla="*/ 3117 w 34281"/>
                    <a:gd name="connsiteY8" fmla="*/ 36396 h 64557"/>
                    <a:gd name="connsiteX9" fmla="*/ 4359 w 34281"/>
                    <a:gd name="connsiteY9" fmla="*/ 41006 h 64557"/>
                    <a:gd name="connsiteX10" fmla="*/ 5954 w 34281"/>
                    <a:gd name="connsiteY10" fmla="*/ 47523 h 64557"/>
                    <a:gd name="connsiteX11" fmla="*/ 33750 w 34281"/>
                    <a:gd name="connsiteY11" fmla="*/ 63615 h 64557"/>
                    <a:gd name="connsiteX12" fmla="*/ 34282 w 34281"/>
                    <a:gd name="connsiteY12" fmla="*/ 63438 h 64557"/>
                    <a:gd name="connsiteX13" fmla="*/ 28209 w 34281"/>
                    <a:gd name="connsiteY13" fmla="*/ 42114 h 64557"/>
                    <a:gd name="connsiteX14" fmla="*/ 25150 w 34281"/>
                    <a:gd name="connsiteY14" fmla="*/ 31963 h 64557"/>
                    <a:gd name="connsiteX15" fmla="*/ 20318 w 34281"/>
                    <a:gd name="connsiteY15" fmla="*/ 23451 h 64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4281" h="64557">
                      <a:moveTo>
                        <a:pt x="20318" y="23451"/>
                      </a:moveTo>
                      <a:cubicBezTo>
                        <a:pt x="18810" y="21722"/>
                        <a:pt x="17613" y="19949"/>
                        <a:pt x="16727" y="18220"/>
                      </a:cubicBezTo>
                      <a:cubicBezTo>
                        <a:pt x="15840" y="16624"/>
                        <a:pt x="15353" y="15028"/>
                        <a:pt x="14954" y="13299"/>
                      </a:cubicBezTo>
                      <a:cubicBezTo>
                        <a:pt x="14156" y="9797"/>
                        <a:pt x="13579" y="5275"/>
                        <a:pt x="13047" y="0"/>
                      </a:cubicBezTo>
                      <a:lnTo>
                        <a:pt x="9678" y="6827"/>
                      </a:lnTo>
                      <a:cubicBezTo>
                        <a:pt x="6974" y="12546"/>
                        <a:pt x="5600" y="18442"/>
                        <a:pt x="3605" y="22298"/>
                      </a:cubicBezTo>
                      <a:cubicBezTo>
                        <a:pt x="2674" y="24205"/>
                        <a:pt x="1654" y="25623"/>
                        <a:pt x="856" y="26466"/>
                      </a:cubicBezTo>
                      <a:cubicBezTo>
                        <a:pt x="14" y="27308"/>
                        <a:pt x="-341" y="27884"/>
                        <a:pt x="413" y="29303"/>
                      </a:cubicBezTo>
                      <a:cubicBezTo>
                        <a:pt x="1300" y="31209"/>
                        <a:pt x="2319" y="33559"/>
                        <a:pt x="3117" y="36396"/>
                      </a:cubicBezTo>
                      <a:cubicBezTo>
                        <a:pt x="3561" y="37859"/>
                        <a:pt x="3871" y="39144"/>
                        <a:pt x="4359" y="41006"/>
                      </a:cubicBezTo>
                      <a:lnTo>
                        <a:pt x="5954" y="47523"/>
                      </a:lnTo>
                      <a:cubicBezTo>
                        <a:pt x="9013" y="59847"/>
                        <a:pt x="21825" y="67294"/>
                        <a:pt x="33750" y="63615"/>
                      </a:cubicBezTo>
                      <a:lnTo>
                        <a:pt x="34282" y="63438"/>
                      </a:lnTo>
                      <a:cubicBezTo>
                        <a:pt x="31578" y="56345"/>
                        <a:pt x="29982" y="49163"/>
                        <a:pt x="28209" y="42114"/>
                      </a:cubicBezTo>
                      <a:cubicBezTo>
                        <a:pt x="27322" y="38657"/>
                        <a:pt x="26347" y="34933"/>
                        <a:pt x="25150" y="31963"/>
                      </a:cubicBezTo>
                      <a:cubicBezTo>
                        <a:pt x="24041" y="28815"/>
                        <a:pt x="22401" y="25934"/>
                        <a:pt x="20318" y="2345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93" name="Forme libre : forme 25492">
                  <a:extLst>
                    <a:ext uri="{FF2B5EF4-FFF2-40B4-BE49-F238E27FC236}">
                      <a16:creationId xmlns:a16="http://schemas.microsoft.com/office/drawing/2014/main" id="{8758D575-B93F-45C3-8651-827768BE89F7}"/>
                    </a:ext>
                  </a:extLst>
                </p:cNvPr>
                <p:cNvSpPr/>
                <p:nvPr/>
              </p:nvSpPr>
              <p:spPr>
                <a:xfrm>
                  <a:off x="7742402" y="879345"/>
                  <a:ext cx="24194" cy="31467"/>
                </a:xfrm>
                <a:custGeom>
                  <a:avLst/>
                  <a:gdLst>
                    <a:gd name="connsiteX0" fmla="*/ 16009 w 24194"/>
                    <a:gd name="connsiteY0" fmla="*/ 31168 h 31467"/>
                    <a:gd name="connsiteX1" fmla="*/ 6744 w 24194"/>
                    <a:gd name="connsiteY1" fmla="*/ 28730 h 31467"/>
                    <a:gd name="connsiteX2" fmla="*/ 3020 w 24194"/>
                    <a:gd name="connsiteY2" fmla="*/ 24341 h 31467"/>
                    <a:gd name="connsiteX3" fmla="*/ 626 w 24194"/>
                    <a:gd name="connsiteY3" fmla="*/ 18622 h 31467"/>
                    <a:gd name="connsiteX4" fmla="*/ 892 w 24194"/>
                    <a:gd name="connsiteY4" fmla="*/ 8116 h 31467"/>
                    <a:gd name="connsiteX5" fmla="*/ 6832 w 24194"/>
                    <a:gd name="connsiteY5" fmla="*/ 846 h 31467"/>
                    <a:gd name="connsiteX6" fmla="*/ 16408 w 24194"/>
                    <a:gd name="connsiteY6" fmla="*/ 1998 h 31467"/>
                    <a:gd name="connsiteX7" fmla="*/ 23501 w 24194"/>
                    <a:gd name="connsiteY7" fmla="*/ 12726 h 31467"/>
                    <a:gd name="connsiteX8" fmla="*/ 24166 w 24194"/>
                    <a:gd name="connsiteY8" fmla="*/ 19066 h 31467"/>
                    <a:gd name="connsiteX9" fmla="*/ 22969 w 24194"/>
                    <a:gd name="connsiteY9" fmla="*/ 24563 h 31467"/>
                    <a:gd name="connsiteX10" fmla="*/ 16009 w 24194"/>
                    <a:gd name="connsiteY10" fmla="*/ 31168 h 3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194" h="31467">
                      <a:moveTo>
                        <a:pt x="16009" y="31168"/>
                      </a:moveTo>
                      <a:cubicBezTo>
                        <a:pt x="12861" y="32010"/>
                        <a:pt x="9537" y="31035"/>
                        <a:pt x="6744" y="28730"/>
                      </a:cubicBezTo>
                      <a:cubicBezTo>
                        <a:pt x="5369" y="27577"/>
                        <a:pt x="4084" y="26114"/>
                        <a:pt x="3020" y="24341"/>
                      </a:cubicBezTo>
                      <a:cubicBezTo>
                        <a:pt x="2001" y="22701"/>
                        <a:pt x="1114" y="20440"/>
                        <a:pt x="626" y="18622"/>
                      </a:cubicBezTo>
                      <a:cubicBezTo>
                        <a:pt x="-349" y="14854"/>
                        <a:pt x="-128" y="11263"/>
                        <a:pt x="892" y="8116"/>
                      </a:cubicBezTo>
                      <a:cubicBezTo>
                        <a:pt x="2001" y="4968"/>
                        <a:pt x="3862" y="2264"/>
                        <a:pt x="6832" y="846"/>
                      </a:cubicBezTo>
                      <a:cubicBezTo>
                        <a:pt x="9714" y="-573"/>
                        <a:pt x="13305" y="-218"/>
                        <a:pt x="16408" y="1998"/>
                      </a:cubicBezTo>
                      <a:cubicBezTo>
                        <a:pt x="19600" y="4126"/>
                        <a:pt x="22260" y="8027"/>
                        <a:pt x="23501" y="12726"/>
                      </a:cubicBezTo>
                      <a:cubicBezTo>
                        <a:pt x="24166" y="15076"/>
                        <a:pt x="24255" y="17026"/>
                        <a:pt x="24166" y="19066"/>
                      </a:cubicBezTo>
                      <a:cubicBezTo>
                        <a:pt x="24033" y="21060"/>
                        <a:pt x="23634" y="22922"/>
                        <a:pt x="22969" y="24563"/>
                      </a:cubicBezTo>
                      <a:cubicBezTo>
                        <a:pt x="21595" y="27843"/>
                        <a:pt x="19157" y="30326"/>
                        <a:pt x="16009" y="3116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94" name="Forme libre : forme 25493">
                  <a:extLst>
                    <a:ext uri="{FF2B5EF4-FFF2-40B4-BE49-F238E27FC236}">
                      <a16:creationId xmlns:a16="http://schemas.microsoft.com/office/drawing/2014/main" id="{F37F54A7-41B7-4E82-ACDD-75D5D6D80E42}"/>
                    </a:ext>
                  </a:extLst>
                </p:cNvPr>
                <p:cNvSpPr/>
                <p:nvPr/>
              </p:nvSpPr>
              <p:spPr>
                <a:xfrm>
                  <a:off x="7742357" y="879371"/>
                  <a:ext cx="18713" cy="25201"/>
                </a:xfrm>
                <a:custGeom>
                  <a:avLst/>
                  <a:gdLst>
                    <a:gd name="connsiteX0" fmla="*/ 18713 w 18713"/>
                    <a:gd name="connsiteY0" fmla="*/ 3879 h 25201"/>
                    <a:gd name="connsiteX1" fmla="*/ 12773 w 18713"/>
                    <a:gd name="connsiteY1" fmla="*/ 288 h 25201"/>
                    <a:gd name="connsiteX2" fmla="*/ 6832 w 18713"/>
                    <a:gd name="connsiteY2" fmla="*/ 820 h 25201"/>
                    <a:gd name="connsiteX3" fmla="*/ 892 w 18713"/>
                    <a:gd name="connsiteY3" fmla="*/ 8090 h 25201"/>
                    <a:gd name="connsiteX4" fmla="*/ 626 w 18713"/>
                    <a:gd name="connsiteY4" fmla="*/ 18596 h 25201"/>
                    <a:gd name="connsiteX5" fmla="*/ 3596 w 18713"/>
                    <a:gd name="connsiteY5" fmla="*/ 25202 h 25201"/>
                    <a:gd name="connsiteX6" fmla="*/ 3419 w 18713"/>
                    <a:gd name="connsiteY6" fmla="*/ 21123 h 25201"/>
                    <a:gd name="connsiteX7" fmla="*/ 5547 w 18713"/>
                    <a:gd name="connsiteY7" fmla="*/ 15671 h 25201"/>
                    <a:gd name="connsiteX8" fmla="*/ 8961 w 18713"/>
                    <a:gd name="connsiteY8" fmla="*/ 10706 h 25201"/>
                    <a:gd name="connsiteX9" fmla="*/ 18713 w 18713"/>
                    <a:gd name="connsiteY9" fmla="*/ 3879 h 25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713" h="25201">
                      <a:moveTo>
                        <a:pt x="18713" y="3879"/>
                      </a:moveTo>
                      <a:cubicBezTo>
                        <a:pt x="16851" y="2061"/>
                        <a:pt x="14901" y="775"/>
                        <a:pt x="12773" y="288"/>
                      </a:cubicBezTo>
                      <a:cubicBezTo>
                        <a:pt x="10689" y="-244"/>
                        <a:pt x="8695" y="-23"/>
                        <a:pt x="6832" y="820"/>
                      </a:cubicBezTo>
                      <a:cubicBezTo>
                        <a:pt x="3862" y="2283"/>
                        <a:pt x="2001" y="4943"/>
                        <a:pt x="892" y="8090"/>
                      </a:cubicBezTo>
                      <a:cubicBezTo>
                        <a:pt x="-128" y="11193"/>
                        <a:pt x="-349" y="14828"/>
                        <a:pt x="626" y="18596"/>
                      </a:cubicBezTo>
                      <a:cubicBezTo>
                        <a:pt x="1247" y="20813"/>
                        <a:pt x="2267" y="23340"/>
                        <a:pt x="3596" y="25202"/>
                      </a:cubicBezTo>
                      <a:cubicBezTo>
                        <a:pt x="3330" y="23872"/>
                        <a:pt x="3242" y="22498"/>
                        <a:pt x="3419" y="21123"/>
                      </a:cubicBezTo>
                      <a:cubicBezTo>
                        <a:pt x="3862" y="19084"/>
                        <a:pt x="4616" y="17400"/>
                        <a:pt x="5547" y="15671"/>
                      </a:cubicBezTo>
                      <a:cubicBezTo>
                        <a:pt x="6522" y="13942"/>
                        <a:pt x="7675" y="12257"/>
                        <a:pt x="8961" y="10706"/>
                      </a:cubicBezTo>
                      <a:cubicBezTo>
                        <a:pt x="11620" y="7602"/>
                        <a:pt x="14901" y="4943"/>
                        <a:pt x="18713" y="3879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95" name="Forme libre : forme 25494">
                  <a:extLst>
                    <a:ext uri="{FF2B5EF4-FFF2-40B4-BE49-F238E27FC236}">
                      <a16:creationId xmlns:a16="http://schemas.microsoft.com/office/drawing/2014/main" id="{92756BFE-37AE-4271-8595-EEA51BF2C8B5}"/>
                    </a:ext>
                  </a:extLst>
                </p:cNvPr>
                <p:cNvSpPr/>
                <p:nvPr/>
              </p:nvSpPr>
              <p:spPr>
                <a:xfrm>
                  <a:off x="7740294" y="881887"/>
                  <a:ext cx="24128" cy="31193"/>
                </a:xfrm>
                <a:custGeom>
                  <a:avLst/>
                  <a:gdLst>
                    <a:gd name="connsiteX0" fmla="*/ 16034 w 24128"/>
                    <a:gd name="connsiteY0" fmla="*/ 30887 h 31193"/>
                    <a:gd name="connsiteX1" fmla="*/ 562 w 24128"/>
                    <a:gd name="connsiteY1" fmla="*/ 18120 h 31193"/>
                    <a:gd name="connsiteX2" fmla="*/ 30 w 24128"/>
                    <a:gd name="connsiteY2" fmla="*/ 12667 h 31193"/>
                    <a:gd name="connsiteX3" fmla="*/ 1050 w 24128"/>
                    <a:gd name="connsiteY3" fmla="*/ 7791 h 31193"/>
                    <a:gd name="connsiteX4" fmla="*/ 7211 w 24128"/>
                    <a:gd name="connsiteY4" fmla="*/ 787 h 31193"/>
                    <a:gd name="connsiteX5" fmla="*/ 16698 w 24128"/>
                    <a:gd name="connsiteY5" fmla="*/ 1984 h 31193"/>
                    <a:gd name="connsiteX6" fmla="*/ 23481 w 24128"/>
                    <a:gd name="connsiteY6" fmla="*/ 12446 h 31193"/>
                    <a:gd name="connsiteX7" fmla="*/ 16034 w 24128"/>
                    <a:gd name="connsiteY7" fmla="*/ 30887 h 3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128" h="31193">
                      <a:moveTo>
                        <a:pt x="16034" y="30887"/>
                      </a:moveTo>
                      <a:cubicBezTo>
                        <a:pt x="9738" y="32616"/>
                        <a:pt x="2734" y="26853"/>
                        <a:pt x="562" y="18120"/>
                      </a:cubicBezTo>
                      <a:cubicBezTo>
                        <a:pt x="30" y="16169"/>
                        <a:pt x="-59" y="14441"/>
                        <a:pt x="30" y="12667"/>
                      </a:cubicBezTo>
                      <a:cubicBezTo>
                        <a:pt x="74" y="10983"/>
                        <a:pt x="518" y="9254"/>
                        <a:pt x="1050" y="7791"/>
                      </a:cubicBezTo>
                      <a:cubicBezTo>
                        <a:pt x="2202" y="4776"/>
                        <a:pt x="4241" y="2117"/>
                        <a:pt x="7211" y="787"/>
                      </a:cubicBezTo>
                      <a:cubicBezTo>
                        <a:pt x="10182" y="-588"/>
                        <a:pt x="13640" y="-144"/>
                        <a:pt x="16698" y="1984"/>
                      </a:cubicBezTo>
                      <a:cubicBezTo>
                        <a:pt x="19802" y="4067"/>
                        <a:pt x="22328" y="7924"/>
                        <a:pt x="23481" y="12446"/>
                      </a:cubicBezTo>
                      <a:cubicBezTo>
                        <a:pt x="25609" y="20957"/>
                        <a:pt x="22328" y="29158"/>
                        <a:pt x="16034" y="3088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96" name="Forme libre : forme 25495">
                  <a:extLst>
                    <a:ext uri="{FF2B5EF4-FFF2-40B4-BE49-F238E27FC236}">
                      <a16:creationId xmlns:a16="http://schemas.microsoft.com/office/drawing/2014/main" id="{B1AD979D-544E-4A2F-B146-B0CC365166E4}"/>
                    </a:ext>
                  </a:extLst>
                </p:cNvPr>
                <p:cNvSpPr/>
                <p:nvPr/>
              </p:nvSpPr>
              <p:spPr>
                <a:xfrm>
                  <a:off x="7728230" y="859641"/>
                  <a:ext cx="34935" cy="49064"/>
                </a:xfrm>
                <a:custGeom>
                  <a:avLst/>
                  <a:gdLst>
                    <a:gd name="connsiteX0" fmla="*/ 12803 w 34935"/>
                    <a:gd name="connsiteY0" fmla="*/ 10753 h 49064"/>
                    <a:gd name="connsiteX1" fmla="*/ 5488 w 34935"/>
                    <a:gd name="connsiteY1" fmla="*/ 18998 h 49064"/>
                    <a:gd name="connsiteX2" fmla="*/ 1055 w 34935"/>
                    <a:gd name="connsiteY2" fmla="*/ 26180 h 49064"/>
                    <a:gd name="connsiteX3" fmla="*/ 35 w 34935"/>
                    <a:gd name="connsiteY3" fmla="*/ 33051 h 49064"/>
                    <a:gd name="connsiteX4" fmla="*/ 1277 w 34935"/>
                    <a:gd name="connsiteY4" fmla="*/ 38903 h 49064"/>
                    <a:gd name="connsiteX5" fmla="*/ 2740 w 34935"/>
                    <a:gd name="connsiteY5" fmla="*/ 41785 h 49064"/>
                    <a:gd name="connsiteX6" fmla="*/ 5222 w 34935"/>
                    <a:gd name="connsiteY6" fmla="*/ 45154 h 49064"/>
                    <a:gd name="connsiteX7" fmla="*/ 16837 w 34935"/>
                    <a:gd name="connsiteY7" fmla="*/ 47902 h 49064"/>
                    <a:gd name="connsiteX8" fmla="*/ 20827 w 34935"/>
                    <a:gd name="connsiteY8" fmla="*/ 41031 h 49064"/>
                    <a:gd name="connsiteX9" fmla="*/ 29427 w 34935"/>
                    <a:gd name="connsiteY9" fmla="*/ 24274 h 49064"/>
                    <a:gd name="connsiteX10" fmla="*/ 30801 w 34935"/>
                    <a:gd name="connsiteY10" fmla="*/ 1576 h 49064"/>
                    <a:gd name="connsiteX11" fmla="*/ 20295 w 34935"/>
                    <a:gd name="connsiteY11" fmla="*/ 2862 h 49064"/>
                    <a:gd name="connsiteX12" fmla="*/ 12803 w 34935"/>
                    <a:gd name="connsiteY12" fmla="*/ 10753 h 49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935" h="49064">
                      <a:moveTo>
                        <a:pt x="12803" y="10753"/>
                      </a:moveTo>
                      <a:cubicBezTo>
                        <a:pt x="10098" y="13280"/>
                        <a:pt x="7483" y="16073"/>
                        <a:pt x="5488" y="18998"/>
                      </a:cubicBezTo>
                      <a:cubicBezTo>
                        <a:pt x="3537" y="21836"/>
                        <a:pt x="2074" y="24141"/>
                        <a:pt x="1055" y="26180"/>
                      </a:cubicBezTo>
                      <a:cubicBezTo>
                        <a:pt x="124" y="28308"/>
                        <a:pt x="-98" y="30835"/>
                        <a:pt x="35" y="33051"/>
                      </a:cubicBezTo>
                      <a:cubicBezTo>
                        <a:pt x="168" y="34958"/>
                        <a:pt x="479" y="36997"/>
                        <a:pt x="1277" y="38903"/>
                      </a:cubicBezTo>
                      <a:cubicBezTo>
                        <a:pt x="1631" y="39923"/>
                        <a:pt x="2119" y="40898"/>
                        <a:pt x="2740" y="41785"/>
                      </a:cubicBezTo>
                      <a:cubicBezTo>
                        <a:pt x="3360" y="42671"/>
                        <a:pt x="4247" y="44179"/>
                        <a:pt x="5222" y="45154"/>
                      </a:cubicBezTo>
                      <a:cubicBezTo>
                        <a:pt x="8148" y="48434"/>
                        <a:pt x="13290" y="50474"/>
                        <a:pt x="16837" y="47902"/>
                      </a:cubicBezTo>
                      <a:cubicBezTo>
                        <a:pt x="19009" y="46306"/>
                        <a:pt x="19896" y="43558"/>
                        <a:pt x="20827" y="41031"/>
                      </a:cubicBezTo>
                      <a:cubicBezTo>
                        <a:pt x="23043" y="35091"/>
                        <a:pt x="26146" y="29948"/>
                        <a:pt x="29427" y="24274"/>
                      </a:cubicBezTo>
                      <a:cubicBezTo>
                        <a:pt x="32220" y="19752"/>
                        <a:pt x="39490" y="8847"/>
                        <a:pt x="30801" y="1576"/>
                      </a:cubicBezTo>
                      <a:cubicBezTo>
                        <a:pt x="26944" y="-1394"/>
                        <a:pt x="23309" y="291"/>
                        <a:pt x="20295" y="2862"/>
                      </a:cubicBezTo>
                      <a:cubicBezTo>
                        <a:pt x="17324" y="5522"/>
                        <a:pt x="14665" y="8980"/>
                        <a:pt x="12803" y="1075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97" name="Forme libre : forme 25496">
                  <a:extLst>
                    <a:ext uri="{FF2B5EF4-FFF2-40B4-BE49-F238E27FC236}">
                      <a16:creationId xmlns:a16="http://schemas.microsoft.com/office/drawing/2014/main" id="{516DE182-F444-40B7-8996-03ED14AE1D76}"/>
                    </a:ext>
                  </a:extLst>
                </p:cNvPr>
                <p:cNvSpPr/>
                <p:nvPr/>
              </p:nvSpPr>
              <p:spPr>
                <a:xfrm>
                  <a:off x="7752478" y="868655"/>
                  <a:ext cx="15673" cy="11990"/>
                </a:xfrm>
                <a:custGeom>
                  <a:avLst/>
                  <a:gdLst>
                    <a:gd name="connsiteX0" fmla="*/ 3716 w 15673"/>
                    <a:gd name="connsiteY0" fmla="*/ 10 h 11990"/>
                    <a:gd name="connsiteX1" fmla="*/ 1100 w 15673"/>
                    <a:gd name="connsiteY1" fmla="*/ 586 h 11990"/>
                    <a:gd name="connsiteX2" fmla="*/ 36 w 15673"/>
                    <a:gd name="connsiteY2" fmla="*/ 2980 h 11990"/>
                    <a:gd name="connsiteX3" fmla="*/ 1411 w 15673"/>
                    <a:gd name="connsiteY3" fmla="*/ 5197 h 11990"/>
                    <a:gd name="connsiteX4" fmla="*/ 6376 w 15673"/>
                    <a:gd name="connsiteY4" fmla="*/ 9807 h 11990"/>
                    <a:gd name="connsiteX5" fmla="*/ 8637 w 15673"/>
                    <a:gd name="connsiteY5" fmla="*/ 11359 h 11990"/>
                    <a:gd name="connsiteX6" fmla="*/ 14887 w 15673"/>
                    <a:gd name="connsiteY6" fmla="*/ 6571 h 11990"/>
                    <a:gd name="connsiteX7" fmla="*/ 3716 w 15673"/>
                    <a:gd name="connsiteY7" fmla="*/ 10 h 11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673" h="11990">
                      <a:moveTo>
                        <a:pt x="3716" y="10"/>
                      </a:moveTo>
                      <a:cubicBezTo>
                        <a:pt x="2785" y="-34"/>
                        <a:pt x="1810" y="54"/>
                        <a:pt x="1100" y="586"/>
                      </a:cubicBezTo>
                      <a:cubicBezTo>
                        <a:pt x="347" y="1074"/>
                        <a:pt x="-141" y="2049"/>
                        <a:pt x="36" y="2980"/>
                      </a:cubicBezTo>
                      <a:cubicBezTo>
                        <a:pt x="258" y="3867"/>
                        <a:pt x="790" y="4576"/>
                        <a:pt x="1411" y="5197"/>
                      </a:cubicBezTo>
                      <a:cubicBezTo>
                        <a:pt x="3007" y="6793"/>
                        <a:pt x="4603" y="8344"/>
                        <a:pt x="6376" y="9807"/>
                      </a:cubicBezTo>
                      <a:cubicBezTo>
                        <a:pt x="7130" y="10383"/>
                        <a:pt x="7794" y="11004"/>
                        <a:pt x="8637" y="11359"/>
                      </a:cubicBezTo>
                      <a:cubicBezTo>
                        <a:pt x="12050" y="12910"/>
                        <a:pt x="17769" y="11713"/>
                        <a:pt x="14887" y="6571"/>
                      </a:cubicBezTo>
                      <a:cubicBezTo>
                        <a:pt x="12493" y="2537"/>
                        <a:pt x="7573" y="143"/>
                        <a:pt x="3716" y="1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98" name="Forme libre : forme 25497">
                  <a:extLst>
                    <a:ext uri="{FF2B5EF4-FFF2-40B4-BE49-F238E27FC236}">
                      <a16:creationId xmlns:a16="http://schemas.microsoft.com/office/drawing/2014/main" id="{C1B7A7BE-982A-4105-AF9E-3ED4AB2B0EB4}"/>
                    </a:ext>
                  </a:extLst>
                </p:cNvPr>
                <p:cNvSpPr/>
                <p:nvPr/>
              </p:nvSpPr>
              <p:spPr>
                <a:xfrm>
                  <a:off x="7729063" y="910602"/>
                  <a:ext cx="28194" cy="14003"/>
                </a:xfrm>
                <a:custGeom>
                  <a:avLst/>
                  <a:gdLst>
                    <a:gd name="connsiteX0" fmla="*/ 28194 w 28194"/>
                    <a:gd name="connsiteY0" fmla="*/ 13122 h 14003"/>
                    <a:gd name="connsiteX1" fmla="*/ 18220 w 28194"/>
                    <a:gd name="connsiteY1" fmla="*/ 13743 h 14003"/>
                    <a:gd name="connsiteX2" fmla="*/ 0 w 28194"/>
                    <a:gd name="connsiteY2" fmla="*/ 0 h 14003"/>
                    <a:gd name="connsiteX3" fmla="*/ 7048 w 28194"/>
                    <a:gd name="connsiteY3" fmla="*/ 7093 h 14003"/>
                    <a:gd name="connsiteX4" fmla="*/ 28194 w 28194"/>
                    <a:gd name="connsiteY4" fmla="*/ 13122 h 14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194" h="14003">
                      <a:moveTo>
                        <a:pt x="28194" y="13122"/>
                      </a:moveTo>
                      <a:cubicBezTo>
                        <a:pt x="28194" y="13122"/>
                        <a:pt x="23894" y="14585"/>
                        <a:pt x="18220" y="13743"/>
                      </a:cubicBezTo>
                      <a:cubicBezTo>
                        <a:pt x="12546" y="12900"/>
                        <a:pt x="5364" y="9531"/>
                        <a:pt x="0" y="0"/>
                      </a:cubicBezTo>
                      <a:cubicBezTo>
                        <a:pt x="0" y="0"/>
                        <a:pt x="2349" y="3635"/>
                        <a:pt x="7048" y="7093"/>
                      </a:cubicBezTo>
                      <a:cubicBezTo>
                        <a:pt x="11703" y="10551"/>
                        <a:pt x="18841" y="13831"/>
                        <a:pt x="28194" y="131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99" name="Forme libre : forme 25498">
                  <a:extLst>
                    <a:ext uri="{FF2B5EF4-FFF2-40B4-BE49-F238E27FC236}">
                      <a16:creationId xmlns:a16="http://schemas.microsoft.com/office/drawing/2014/main" id="{1384DBB0-71AC-4A30-A846-18109CF98A0C}"/>
                    </a:ext>
                  </a:extLst>
                </p:cNvPr>
                <p:cNvSpPr/>
                <p:nvPr/>
              </p:nvSpPr>
              <p:spPr>
                <a:xfrm>
                  <a:off x="7739437" y="849379"/>
                  <a:ext cx="37326" cy="17113"/>
                </a:xfrm>
                <a:custGeom>
                  <a:avLst/>
                  <a:gdLst>
                    <a:gd name="connsiteX0" fmla="*/ 37327 w 37326"/>
                    <a:gd name="connsiteY0" fmla="*/ 17113 h 17113"/>
                    <a:gd name="connsiteX1" fmla="*/ 36706 w 37326"/>
                    <a:gd name="connsiteY1" fmla="*/ 16005 h 17113"/>
                    <a:gd name="connsiteX2" fmla="*/ 34711 w 37326"/>
                    <a:gd name="connsiteY2" fmla="*/ 13123 h 17113"/>
                    <a:gd name="connsiteX3" fmla="*/ 33248 w 37326"/>
                    <a:gd name="connsiteY3" fmla="*/ 11262 h 17113"/>
                    <a:gd name="connsiteX4" fmla="*/ 31120 w 37326"/>
                    <a:gd name="connsiteY4" fmla="*/ 8956 h 17113"/>
                    <a:gd name="connsiteX5" fmla="*/ 25668 w 37326"/>
                    <a:gd name="connsiteY5" fmla="*/ 4346 h 17113"/>
                    <a:gd name="connsiteX6" fmla="*/ 11925 w 37326"/>
                    <a:gd name="connsiteY6" fmla="*/ 46 h 17113"/>
                    <a:gd name="connsiteX7" fmla="*/ 0 w 37326"/>
                    <a:gd name="connsiteY7" fmla="*/ 7272 h 17113"/>
                    <a:gd name="connsiteX8" fmla="*/ 2483 w 37326"/>
                    <a:gd name="connsiteY8" fmla="*/ 5188 h 17113"/>
                    <a:gd name="connsiteX9" fmla="*/ 10152 w 37326"/>
                    <a:gd name="connsiteY9" fmla="*/ 2174 h 17113"/>
                    <a:gd name="connsiteX10" fmla="*/ 23230 w 37326"/>
                    <a:gd name="connsiteY10" fmla="*/ 4390 h 17113"/>
                    <a:gd name="connsiteX11" fmla="*/ 37327 w 37326"/>
                    <a:gd name="connsiteY11" fmla="*/ 17113 h 17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326" h="17113">
                      <a:moveTo>
                        <a:pt x="37327" y="17113"/>
                      </a:moveTo>
                      <a:cubicBezTo>
                        <a:pt x="37327" y="17113"/>
                        <a:pt x="37105" y="16714"/>
                        <a:pt x="36706" y="16005"/>
                      </a:cubicBezTo>
                      <a:cubicBezTo>
                        <a:pt x="36263" y="15296"/>
                        <a:pt x="35598" y="14276"/>
                        <a:pt x="34711" y="13123"/>
                      </a:cubicBezTo>
                      <a:cubicBezTo>
                        <a:pt x="34268" y="12547"/>
                        <a:pt x="33780" y="11927"/>
                        <a:pt x="33248" y="11262"/>
                      </a:cubicBezTo>
                      <a:cubicBezTo>
                        <a:pt x="32628" y="10508"/>
                        <a:pt x="31874" y="9710"/>
                        <a:pt x="31120" y="8956"/>
                      </a:cubicBezTo>
                      <a:cubicBezTo>
                        <a:pt x="29613" y="7405"/>
                        <a:pt x="27840" y="5809"/>
                        <a:pt x="25668" y="4346"/>
                      </a:cubicBezTo>
                      <a:cubicBezTo>
                        <a:pt x="21545" y="1420"/>
                        <a:pt x="16536" y="-309"/>
                        <a:pt x="11925" y="46"/>
                      </a:cubicBezTo>
                      <a:cubicBezTo>
                        <a:pt x="7226" y="400"/>
                        <a:pt x="3148" y="2750"/>
                        <a:pt x="0" y="7272"/>
                      </a:cubicBezTo>
                      <a:cubicBezTo>
                        <a:pt x="0" y="7272"/>
                        <a:pt x="798" y="6341"/>
                        <a:pt x="2483" y="5188"/>
                      </a:cubicBezTo>
                      <a:cubicBezTo>
                        <a:pt x="4123" y="4124"/>
                        <a:pt x="6650" y="2750"/>
                        <a:pt x="10152" y="2174"/>
                      </a:cubicBezTo>
                      <a:cubicBezTo>
                        <a:pt x="13610" y="1642"/>
                        <a:pt x="18176" y="1908"/>
                        <a:pt x="23230" y="4390"/>
                      </a:cubicBezTo>
                      <a:cubicBezTo>
                        <a:pt x="28461" y="6917"/>
                        <a:pt x="33736" y="11705"/>
                        <a:pt x="37327" y="171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00" name="Forme libre : forme 25499">
                  <a:extLst>
                    <a:ext uri="{FF2B5EF4-FFF2-40B4-BE49-F238E27FC236}">
                      <a16:creationId xmlns:a16="http://schemas.microsoft.com/office/drawing/2014/main" id="{BBFBFB84-9BF1-4D5B-844D-11304B9FF11A}"/>
                    </a:ext>
                  </a:extLst>
                </p:cNvPr>
                <p:cNvSpPr/>
                <p:nvPr/>
              </p:nvSpPr>
              <p:spPr>
                <a:xfrm>
                  <a:off x="7756496" y="890473"/>
                  <a:ext cx="7693" cy="12596"/>
                </a:xfrm>
                <a:custGeom>
                  <a:avLst/>
                  <a:gdLst>
                    <a:gd name="connsiteX0" fmla="*/ 3245 w 7693"/>
                    <a:gd name="connsiteY0" fmla="*/ 12592 h 12596"/>
                    <a:gd name="connsiteX1" fmla="*/ 53 w 7693"/>
                    <a:gd name="connsiteY1" fmla="*/ 6075 h 12596"/>
                    <a:gd name="connsiteX2" fmla="*/ 4309 w 7693"/>
                    <a:gd name="connsiteY2" fmla="*/ 2 h 12596"/>
                    <a:gd name="connsiteX3" fmla="*/ 7634 w 7693"/>
                    <a:gd name="connsiteY3" fmla="*/ 6696 h 12596"/>
                    <a:gd name="connsiteX4" fmla="*/ 3245 w 7693"/>
                    <a:gd name="connsiteY4" fmla="*/ 12592 h 12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93" h="12596">
                      <a:moveTo>
                        <a:pt x="3245" y="12592"/>
                      </a:moveTo>
                      <a:cubicBezTo>
                        <a:pt x="1161" y="12459"/>
                        <a:pt x="-302" y="9533"/>
                        <a:pt x="53" y="6075"/>
                      </a:cubicBezTo>
                      <a:cubicBezTo>
                        <a:pt x="363" y="2706"/>
                        <a:pt x="2181" y="-87"/>
                        <a:pt x="4309" y="2"/>
                      </a:cubicBezTo>
                      <a:cubicBezTo>
                        <a:pt x="6392" y="91"/>
                        <a:pt x="8033" y="3371"/>
                        <a:pt x="7634" y="6696"/>
                      </a:cubicBezTo>
                      <a:cubicBezTo>
                        <a:pt x="7235" y="10110"/>
                        <a:pt x="5328" y="12725"/>
                        <a:pt x="3245" y="1259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01" name="Forme libre : forme 25500">
                  <a:extLst>
                    <a:ext uri="{FF2B5EF4-FFF2-40B4-BE49-F238E27FC236}">
                      <a16:creationId xmlns:a16="http://schemas.microsoft.com/office/drawing/2014/main" id="{BE0B9FF1-60CC-4887-B236-69AE4BF2A7EE}"/>
                    </a:ext>
                  </a:extLst>
                </p:cNvPr>
                <p:cNvSpPr/>
                <p:nvPr/>
              </p:nvSpPr>
              <p:spPr>
                <a:xfrm>
                  <a:off x="7759025" y="901153"/>
                  <a:ext cx="3378" cy="3336"/>
                </a:xfrm>
                <a:custGeom>
                  <a:avLst/>
                  <a:gdLst>
                    <a:gd name="connsiteX0" fmla="*/ 2089 w 3378"/>
                    <a:gd name="connsiteY0" fmla="*/ 3286 h 3336"/>
                    <a:gd name="connsiteX1" fmla="*/ 50 w 3378"/>
                    <a:gd name="connsiteY1" fmla="*/ 2089 h 3336"/>
                    <a:gd name="connsiteX2" fmla="*/ 1291 w 3378"/>
                    <a:gd name="connsiteY2" fmla="*/ 50 h 3336"/>
                    <a:gd name="connsiteX3" fmla="*/ 3331 w 3378"/>
                    <a:gd name="connsiteY3" fmla="*/ 1247 h 3336"/>
                    <a:gd name="connsiteX4" fmla="*/ 2089 w 3378"/>
                    <a:gd name="connsiteY4" fmla="*/ 3286 h 3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78" h="3336">
                      <a:moveTo>
                        <a:pt x="2089" y="3286"/>
                      </a:moveTo>
                      <a:cubicBezTo>
                        <a:pt x="1203" y="3508"/>
                        <a:pt x="272" y="2976"/>
                        <a:pt x="50" y="2089"/>
                      </a:cubicBezTo>
                      <a:cubicBezTo>
                        <a:pt x="-172" y="1203"/>
                        <a:pt x="360" y="316"/>
                        <a:pt x="1291" y="50"/>
                      </a:cubicBezTo>
                      <a:cubicBezTo>
                        <a:pt x="2178" y="-171"/>
                        <a:pt x="3109" y="361"/>
                        <a:pt x="3331" y="1247"/>
                      </a:cubicBezTo>
                      <a:cubicBezTo>
                        <a:pt x="3552" y="2134"/>
                        <a:pt x="2976" y="3065"/>
                        <a:pt x="2089" y="32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02" name="Forme libre : forme 25501">
                  <a:extLst>
                    <a:ext uri="{FF2B5EF4-FFF2-40B4-BE49-F238E27FC236}">
                      <a16:creationId xmlns:a16="http://schemas.microsoft.com/office/drawing/2014/main" id="{3D39E14C-C1B5-472F-B1F7-EEEEC9893C5E}"/>
                    </a:ext>
                  </a:extLst>
                </p:cNvPr>
                <p:cNvSpPr/>
                <p:nvPr/>
              </p:nvSpPr>
              <p:spPr>
                <a:xfrm>
                  <a:off x="7757858" y="885500"/>
                  <a:ext cx="25779" cy="33669"/>
                </a:xfrm>
                <a:custGeom>
                  <a:avLst/>
                  <a:gdLst>
                    <a:gd name="connsiteX0" fmla="*/ 18861 w 25779"/>
                    <a:gd name="connsiteY0" fmla="*/ 27097 h 33669"/>
                    <a:gd name="connsiteX1" fmla="*/ 5207 w 25779"/>
                    <a:gd name="connsiteY1" fmla="*/ 33347 h 33669"/>
                    <a:gd name="connsiteX2" fmla="*/ 198 w 25779"/>
                    <a:gd name="connsiteY2" fmla="*/ 32283 h 33669"/>
                    <a:gd name="connsiteX3" fmla="*/ 2104 w 25779"/>
                    <a:gd name="connsiteY3" fmla="*/ 28027 h 33669"/>
                    <a:gd name="connsiteX4" fmla="*/ 13453 w 25779"/>
                    <a:gd name="connsiteY4" fmla="*/ 17521 h 33669"/>
                    <a:gd name="connsiteX5" fmla="*/ 15536 w 25779"/>
                    <a:gd name="connsiteY5" fmla="*/ 7591 h 33669"/>
                    <a:gd name="connsiteX6" fmla="*/ 17177 w 25779"/>
                    <a:gd name="connsiteY6" fmla="*/ 1916 h 33669"/>
                    <a:gd name="connsiteX7" fmla="*/ 20235 w 25779"/>
                    <a:gd name="connsiteY7" fmla="*/ 143 h 33669"/>
                    <a:gd name="connsiteX8" fmla="*/ 23693 w 25779"/>
                    <a:gd name="connsiteY8" fmla="*/ 3778 h 33669"/>
                    <a:gd name="connsiteX9" fmla="*/ 25334 w 25779"/>
                    <a:gd name="connsiteY9" fmla="*/ 8743 h 33669"/>
                    <a:gd name="connsiteX10" fmla="*/ 25289 w 25779"/>
                    <a:gd name="connsiteY10" fmla="*/ 18097 h 33669"/>
                    <a:gd name="connsiteX11" fmla="*/ 18861 w 25779"/>
                    <a:gd name="connsiteY11" fmla="*/ 27097 h 33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779" h="33669">
                      <a:moveTo>
                        <a:pt x="18861" y="27097"/>
                      </a:moveTo>
                      <a:cubicBezTo>
                        <a:pt x="14960" y="30200"/>
                        <a:pt x="10084" y="32062"/>
                        <a:pt x="5207" y="33347"/>
                      </a:cubicBezTo>
                      <a:cubicBezTo>
                        <a:pt x="3390" y="33835"/>
                        <a:pt x="996" y="33968"/>
                        <a:pt x="198" y="32283"/>
                      </a:cubicBezTo>
                      <a:cubicBezTo>
                        <a:pt x="-511" y="30776"/>
                        <a:pt x="818" y="29091"/>
                        <a:pt x="2104" y="28027"/>
                      </a:cubicBezTo>
                      <a:cubicBezTo>
                        <a:pt x="6094" y="24658"/>
                        <a:pt x="11192" y="22087"/>
                        <a:pt x="13453" y="17521"/>
                      </a:cubicBezTo>
                      <a:cubicBezTo>
                        <a:pt x="14162" y="16102"/>
                        <a:pt x="14561" y="11581"/>
                        <a:pt x="15536" y="7591"/>
                      </a:cubicBezTo>
                      <a:cubicBezTo>
                        <a:pt x="16068" y="5773"/>
                        <a:pt x="16423" y="3335"/>
                        <a:pt x="17177" y="1916"/>
                      </a:cubicBezTo>
                      <a:cubicBezTo>
                        <a:pt x="17886" y="454"/>
                        <a:pt x="18861" y="-344"/>
                        <a:pt x="20235" y="143"/>
                      </a:cubicBezTo>
                      <a:cubicBezTo>
                        <a:pt x="21610" y="675"/>
                        <a:pt x="22762" y="2005"/>
                        <a:pt x="23693" y="3778"/>
                      </a:cubicBezTo>
                      <a:cubicBezTo>
                        <a:pt x="24491" y="5286"/>
                        <a:pt x="25023" y="6926"/>
                        <a:pt x="25334" y="8743"/>
                      </a:cubicBezTo>
                      <a:cubicBezTo>
                        <a:pt x="25998" y="12334"/>
                        <a:pt x="25866" y="16191"/>
                        <a:pt x="25289" y="18097"/>
                      </a:cubicBezTo>
                      <a:cubicBezTo>
                        <a:pt x="24181" y="21644"/>
                        <a:pt x="21787" y="24747"/>
                        <a:pt x="18861" y="2709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40" name="Graphique 2">
                <a:extLst>
                  <a:ext uri="{FF2B5EF4-FFF2-40B4-BE49-F238E27FC236}">
                    <a16:creationId xmlns:a16="http://schemas.microsoft.com/office/drawing/2014/main" id="{B91DAED8-0CDA-46E0-8B11-432A4711A165}"/>
                  </a:ext>
                </a:extLst>
              </p:cNvPr>
              <p:cNvGrpSpPr/>
              <p:nvPr/>
            </p:nvGrpSpPr>
            <p:grpSpPr>
              <a:xfrm>
                <a:off x="7739755" y="920718"/>
                <a:ext cx="65735" cy="83060"/>
                <a:chOff x="7739755" y="920718"/>
                <a:chExt cx="65735" cy="83060"/>
              </a:xfrm>
              <a:solidFill>
                <a:schemeClr val="accent1"/>
              </a:solidFill>
            </p:grpSpPr>
            <p:sp>
              <p:nvSpPr>
                <p:cNvPr id="25479" name="Forme libre : forme 25478">
                  <a:extLst>
                    <a:ext uri="{FF2B5EF4-FFF2-40B4-BE49-F238E27FC236}">
                      <a16:creationId xmlns:a16="http://schemas.microsoft.com/office/drawing/2014/main" id="{EEA06A5A-7DE1-4DB3-BFEC-4B458197106F}"/>
                    </a:ext>
                  </a:extLst>
                </p:cNvPr>
                <p:cNvSpPr/>
                <p:nvPr/>
              </p:nvSpPr>
              <p:spPr>
                <a:xfrm>
                  <a:off x="7739804" y="920718"/>
                  <a:ext cx="65685" cy="83060"/>
                </a:xfrm>
                <a:custGeom>
                  <a:avLst/>
                  <a:gdLst>
                    <a:gd name="connsiteX0" fmla="*/ 18739 w 65685"/>
                    <a:gd name="connsiteY0" fmla="*/ 69502 h 83060"/>
                    <a:gd name="connsiteX1" fmla="*/ 15193 w 65685"/>
                    <a:gd name="connsiteY1" fmla="*/ 64138 h 83060"/>
                    <a:gd name="connsiteX2" fmla="*/ 11912 w 65685"/>
                    <a:gd name="connsiteY2" fmla="*/ 58552 h 83060"/>
                    <a:gd name="connsiteX3" fmla="*/ 10361 w 65685"/>
                    <a:gd name="connsiteY3" fmla="*/ 55715 h 83060"/>
                    <a:gd name="connsiteX4" fmla="*/ 9651 w 65685"/>
                    <a:gd name="connsiteY4" fmla="*/ 54385 h 83060"/>
                    <a:gd name="connsiteX5" fmla="*/ 9208 w 65685"/>
                    <a:gd name="connsiteY5" fmla="*/ 53454 h 83060"/>
                    <a:gd name="connsiteX6" fmla="*/ 7390 w 65685"/>
                    <a:gd name="connsiteY6" fmla="*/ 49686 h 83060"/>
                    <a:gd name="connsiteX7" fmla="*/ 1539 w 65685"/>
                    <a:gd name="connsiteY7" fmla="*/ 35456 h 83060"/>
                    <a:gd name="connsiteX8" fmla="*/ 15681 w 65685"/>
                    <a:gd name="connsiteY8" fmla="*/ 5843 h 83060"/>
                    <a:gd name="connsiteX9" fmla="*/ 32216 w 65685"/>
                    <a:gd name="connsiteY9" fmla="*/ 967 h 83060"/>
                    <a:gd name="connsiteX10" fmla="*/ 60233 w 65685"/>
                    <a:gd name="connsiteY10" fmla="*/ 13424 h 83060"/>
                    <a:gd name="connsiteX11" fmla="*/ 64356 w 65685"/>
                    <a:gd name="connsiteY11" fmla="*/ 23265 h 83060"/>
                    <a:gd name="connsiteX12" fmla="*/ 65686 w 65685"/>
                    <a:gd name="connsiteY12" fmla="*/ 25969 h 83060"/>
                    <a:gd name="connsiteX13" fmla="*/ 64622 w 65685"/>
                    <a:gd name="connsiteY13" fmla="*/ 27609 h 83060"/>
                    <a:gd name="connsiteX14" fmla="*/ 62848 w 65685"/>
                    <a:gd name="connsiteY14" fmla="*/ 33151 h 83060"/>
                    <a:gd name="connsiteX15" fmla="*/ 60144 w 65685"/>
                    <a:gd name="connsiteY15" fmla="*/ 52612 h 83060"/>
                    <a:gd name="connsiteX16" fmla="*/ 56243 w 65685"/>
                    <a:gd name="connsiteY16" fmla="*/ 71231 h 83060"/>
                    <a:gd name="connsiteX17" fmla="*/ 51988 w 65685"/>
                    <a:gd name="connsiteY17" fmla="*/ 79122 h 83060"/>
                    <a:gd name="connsiteX18" fmla="*/ 48042 w 65685"/>
                    <a:gd name="connsiteY18" fmla="*/ 81738 h 83060"/>
                    <a:gd name="connsiteX19" fmla="*/ 43033 w 65685"/>
                    <a:gd name="connsiteY19" fmla="*/ 83023 h 83060"/>
                    <a:gd name="connsiteX20" fmla="*/ 37181 w 65685"/>
                    <a:gd name="connsiteY20" fmla="*/ 82624 h 83060"/>
                    <a:gd name="connsiteX21" fmla="*/ 30842 w 65685"/>
                    <a:gd name="connsiteY21" fmla="*/ 80319 h 83060"/>
                    <a:gd name="connsiteX22" fmla="*/ 24547 w 65685"/>
                    <a:gd name="connsiteY22" fmla="*/ 75930 h 83060"/>
                    <a:gd name="connsiteX23" fmla="*/ 18739 w 65685"/>
                    <a:gd name="connsiteY23" fmla="*/ 69502 h 8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5685" h="83060">
                      <a:moveTo>
                        <a:pt x="18739" y="69502"/>
                      </a:moveTo>
                      <a:cubicBezTo>
                        <a:pt x="17409" y="67862"/>
                        <a:pt x="16345" y="65956"/>
                        <a:pt x="15193" y="64138"/>
                      </a:cubicBezTo>
                      <a:cubicBezTo>
                        <a:pt x="13996" y="62365"/>
                        <a:pt x="12932" y="60459"/>
                        <a:pt x="11912" y="58552"/>
                      </a:cubicBezTo>
                      <a:lnTo>
                        <a:pt x="10361" y="55715"/>
                      </a:lnTo>
                      <a:lnTo>
                        <a:pt x="9651" y="54385"/>
                      </a:lnTo>
                      <a:lnTo>
                        <a:pt x="9208" y="53454"/>
                      </a:lnTo>
                      <a:lnTo>
                        <a:pt x="7390" y="49686"/>
                      </a:lnTo>
                      <a:cubicBezTo>
                        <a:pt x="5174" y="44854"/>
                        <a:pt x="3268" y="40111"/>
                        <a:pt x="1539" y="35456"/>
                      </a:cubicBezTo>
                      <a:cubicBezTo>
                        <a:pt x="-3293" y="22290"/>
                        <a:pt x="3756" y="9256"/>
                        <a:pt x="15681" y="5843"/>
                      </a:cubicBezTo>
                      <a:lnTo>
                        <a:pt x="32216" y="967"/>
                      </a:lnTo>
                      <a:cubicBezTo>
                        <a:pt x="44185" y="-2491"/>
                        <a:pt x="56598" y="3715"/>
                        <a:pt x="60233" y="13424"/>
                      </a:cubicBezTo>
                      <a:cubicBezTo>
                        <a:pt x="61563" y="16881"/>
                        <a:pt x="62937" y="20206"/>
                        <a:pt x="64356" y="23265"/>
                      </a:cubicBezTo>
                      <a:lnTo>
                        <a:pt x="65686" y="25969"/>
                      </a:lnTo>
                      <a:cubicBezTo>
                        <a:pt x="65686" y="25969"/>
                        <a:pt x="65198" y="26457"/>
                        <a:pt x="64622" y="27609"/>
                      </a:cubicBezTo>
                      <a:cubicBezTo>
                        <a:pt x="64046" y="28806"/>
                        <a:pt x="63380" y="30668"/>
                        <a:pt x="62848" y="33151"/>
                      </a:cubicBezTo>
                      <a:cubicBezTo>
                        <a:pt x="61652" y="38072"/>
                        <a:pt x="61563" y="45298"/>
                        <a:pt x="60144" y="52612"/>
                      </a:cubicBezTo>
                      <a:lnTo>
                        <a:pt x="56243" y="71231"/>
                      </a:lnTo>
                      <a:cubicBezTo>
                        <a:pt x="55623" y="74290"/>
                        <a:pt x="54204" y="77127"/>
                        <a:pt x="51988" y="79122"/>
                      </a:cubicBezTo>
                      <a:cubicBezTo>
                        <a:pt x="50879" y="80142"/>
                        <a:pt x="49549" y="81073"/>
                        <a:pt x="48042" y="81738"/>
                      </a:cubicBezTo>
                      <a:cubicBezTo>
                        <a:pt x="46579" y="82358"/>
                        <a:pt x="44894" y="82757"/>
                        <a:pt x="43033" y="83023"/>
                      </a:cubicBezTo>
                      <a:cubicBezTo>
                        <a:pt x="41259" y="83112"/>
                        <a:pt x="39220" y="83067"/>
                        <a:pt x="37181" y="82624"/>
                      </a:cubicBezTo>
                      <a:cubicBezTo>
                        <a:pt x="35186" y="82048"/>
                        <a:pt x="32925" y="81516"/>
                        <a:pt x="30842" y="80319"/>
                      </a:cubicBezTo>
                      <a:cubicBezTo>
                        <a:pt x="28714" y="79211"/>
                        <a:pt x="26541" y="77792"/>
                        <a:pt x="24547" y="75930"/>
                      </a:cubicBezTo>
                      <a:cubicBezTo>
                        <a:pt x="22374" y="74157"/>
                        <a:pt x="20512" y="71896"/>
                        <a:pt x="18739" y="6950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80" name="Forme libre : forme 25479">
                  <a:extLst>
                    <a:ext uri="{FF2B5EF4-FFF2-40B4-BE49-F238E27FC236}">
                      <a16:creationId xmlns:a16="http://schemas.microsoft.com/office/drawing/2014/main" id="{6F845747-EC03-4923-9DC9-E2BC26AEDF3D}"/>
                    </a:ext>
                  </a:extLst>
                </p:cNvPr>
                <p:cNvSpPr/>
                <p:nvPr/>
              </p:nvSpPr>
              <p:spPr>
                <a:xfrm>
                  <a:off x="7739755" y="924433"/>
                  <a:ext cx="56336" cy="79256"/>
                </a:xfrm>
                <a:custGeom>
                  <a:avLst/>
                  <a:gdLst>
                    <a:gd name="connsiteX0" fmla="*/ 22601 w 56336"/>
                    <a:gd name="connsiteY0" fmla="*/ 28992 h 79256"/>
                    <a:gd name="connsiteX1" fmla="*/ 22823 w 56336"/>
                    <a:gd name="connsiteY1" fmla="*/ 0 h 79256"/>
                    <a:gd name="connsiteX2" fmla="*/ 15685 w 56336"/>
                    <a:gd name="connsiteY2" fmla="*/ 2128 h 79256"/>
                    <a:gd name="connsiteX3" fmla="*/ 1544 w 56336"/>
                    <a:gd name="connsiteY3" fmla="*/ 31741 h 79256"/>
                    <a:gd name="connsiteX4" fmla="*/ 7396 w 56336"/>
                    <a:gd name="connsiteY4" fmla="*/ 45971 h 79256"/>
                    <a:gd name="connsiteX5" fmla="*/ 9213 w 56336"/>
                    <a:gd name="connsiteY5" fmla="*/ 49739 h 79256"/>
                    <a:gd name="connsiteX6" fmla="*/ 9656 w 56336"/>
                    <a:gd name="connsiteY6" fmla="*/ 50670 h 79256"/>
                    <a:gd name="connsiteX7" fmla="*/ 10366 w 56336"/>
                    <a:gd name="connsiteY7" fmla="*/ 52000 h 79256"/>
                    <a:gd name="connsiteX8" fmla="*/ 11917 w 56336"/>
                    <a:gd name="connsiteY8" fmla="*/ 54837 h 79256"/>
                    <a:gd name="connsiteX9" fmla="*/ 15198 w 56336"/>
                    <a:gd name="connsiteY9" fmla="*/ 60423 h 79256"/>
                    <a:gd name="connsiteX10" fmla="*/ 18744 w 56336"/>
                    <a:gd name="connsiteY10" fmla="*/ 65787 h 79256"/>
                    <a:gd name="connsiteX11" fmla="*/ 24507 w 56336"/>
                    <a:gd name="connsiteY11" fmla="*/ 72126 h 79256"/>
                    <a:gd name="connsiteX12" fmla="*/ 30802 w 56336"/>
                    <a:gd name="connsiteY12" fmla="*/ 76515 h 79256"/>
                    <a:gd name="connsiteX13" fmla="*/ 37142 w 56336"/>
                    <a:gd name="connsiteY13" fmla="*/ 78820 h 79256"/>
                    <a:gd name="connsiteX14" fmla="*/ 42993 w 56336"/>
                    <a:gd name="connsiteY14" fmla="*/ 79219 h 79256"/>
                    <a:gd name="connsiteX15" fmla="*/ 48003 w 56336"/>
                    <a:gd name="connsiteY15" fmla="*/ 77934 h 79256"/>
                    <a:gd name="connsiteX16" fmla="*/ 51948 w 56336"/>
                    <a:gd name="connsiteY16" fmla="*/ 75318 h 79256"/>
                    <a:gd name="connsiteX17" fmla="*/ 56204 w 56336"/>
                    <a:gd name="connsiteY17" fmla="*/ 67427 h 79256"/>
                    <a:gd name="connsiteX18" fmla="*/ 56337 w 56336"/>
                    <a:gd name="connsiteY18" fmla="*/ 66895 h 79256"/>
                    <a:gd name="connsiteX19" fmla="*/ 44767 w 56336"/>
                    <a:gd name="connsiteY19" fmla="*/ 60512 h 79256"/>
                    <a:gd name="connsiteX20" fmla="*/ 36033 w 56336"/>
                    <a:gd name="connsiteY20" fmla="*/ 50227 h 79256"/>
                    <a:gd name="connsiteX21" fmla="*/ 32354 w 56336"/>
                    <a:gd name="connsiteY21" fmla="*/ 44464 h 79256"/>
                    <a:gd name="connsiteX22" fmla="*/ 29029 w 56336"/>
                    <a:gd name="connsiteY22" fmla="*/ 38834 h 79256"/>
                    <a:gd name="connsiteX23" fmla="*/ 22601 w 56336"/>
                    <a:gd name="connsiteY23" fmla="*/ 28992 h 79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6336" h="79256">
                      <a:moveTo>
                        <a:pt x="22601" y="28992"/>
                      </a:moveTo>
                      <a:cubicBezTo>
                        <a:pt x="15951" y="19816"/>
                        <a:pt x="16084" y="7891"/>
                        <a:pt x="22823" y="0"/>
                      </a:cubicBezTo>
                      <a:lnTo>
                        <a:pt x="15685" y="2128"/>
                      </a:lnTo>
                      <a:cubicBezTo>
                        <a:pt x="3716" y="5541"/>
                        <a:pt x="-3288" y="18575"/>
                        <a:pt x="1544" y="31741"/>
                      </a:cubicBezTo>
                      <a:cubicBezTo>
                        <a:pt x="3273" y="36396"/>
                        <a:pt x="5223" y="41139"/>
                        <a:pt x="7396" y="45971"/>
                      </a:cubicBezTo>
                      <a:lnTo>
                        <a:pt x="9213" y="49739"/>
                      </a:lnTo>
                      <a:lnTo>
                        <a:pt x="9656" y="50670"/>
                      </a:lnTo>
                      <a:lnTo>
                        <a:pt x="10366" y="52000"/>
                      </a:lnTo>
                      <a:lnTo>
                        <a:pt x="11917" y="54837"/>
                      </a:lnTo>
                      <a:cubicBezTo>
                        <a:pt x="12937" y="56744"/>
                        <a:pt x="14001" y="58650"/>
                        <a:pt x="15198" y="60423"/>
                      </a:cubicBezTo>
                      <a:cubicBezTo>
                        <a:pt x="16395" y="62196"/>
                        <a:pt x="17414" y="64147"/>
                        <a:pt x="18744" y="65787"/>
                      </a:cubicBezTo>
                      <a:cubicBezTo>
                        <a:pt x="20517" y="68181"/>
                        <a:pt x="22379" y="70442"/>
                        <a:pt x="24507" y="72126"/>
                      </a:cubicBezTo>
                      <a:cubicBezTo>
                        <a:pt x="26502" y="73988"/>
                        <a:pt x="28630" y="75451"/>
                        <a:pt x="30802" y="76515"/>
                      </a:cubicBezTo>
                      <a:cubicBezTo>
                        <a:pt x="32886" y="77712"/>
                        <a:pt x="35147" y="78244"/>
                        <a:pt x="37142" y="78820"/>
                      </a:cubicBezTo>
                      <a:cubicBezTo>
                        <a:pt x="39181" y="79264"/>
                        <a:pt x="41220" y="79308"/>
                        <a:pt x="42993" y="79219"/>
                      </a:cubicBezTo>
                      <a:cubicBezTo>
                        <a:pt x="44855" y="78998"/>
                        <a:pt x="46540" y="78554"/>
                        <a:pt x="48003" y="77934"/>
                      </a:cubicBezTo>
                      <a:cubicBezTo>
                        <a:pt x="49510" y="77269"/>
                        <a:pt x="50840" y="76338"/>
                        <a:pt x="51948" y="75318"/>
                      </a:cubicBezTo>
                      <a:cubicBezTo>
                        <a:pt x="54165" y="73323"/>
                        <a:pt x="55583" y="70442"/>
                        <a:pt x="56204" y="67427"/>
                      </a:cubicBezTo>
                      <a:lnTo>
                        <a:pt x="56337" y="66895"/>
                      </a:lnTo>
                      <a:cubicBezTo>
                        <a:pt x="51948" y="65876"/>
                        <a:pt x="48091" y="63438"/>
                        <a:pt x="44767" y="60512"/>
                      </a:cubicBezTo>
                      <a:cubicBezTo>
                        <a:pt x="41442" y="57542"/>
                        <a:pt x="38560" y="53995"/>
                        <a:pt x="36033" y="50227"/>
                      </a:cubicBezTo>
                      <a:cubicBezTo>
                        <a:pt x="34703" y="48409"/>
                        <a:pt x="33595" y="46415"/>
                        <a:pt x="32354" y="44464"/>
                      </a:cubicBezTo>
                      <a:cubicBezTo>
                        <a:pt x="31246" y="42602"/>
                        <a:pt x="30137" y="40740"/>
                        <a:pt x="29029" y="38834"/>
                      </a:cubicBezTo>
                      <a:cubicBezTo>
                        <a:pt x="26990" y="35465"/>
                        <a:pt x="24995" y="32229"/>
                        <a:pt x="22601" y="28992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81" name="Forme libre : forme 25480">
                  <a:extLst>
                    <a:ext uri="{FF2B5EF4-FFF2-40B4-BE49-F238E27FC236}">
                      <a16:creationId xmlns:a16="http://schemas.microsoft.com/office/drawing/2014/main" id="{9B041936-6DFD-4A0F-876A-CDD1A0EE53A2}"/>
                    </a:ext>
                  </a:extLst>
                </p:cNvPr>
                <p:cNvSpPr/>
                <p:nvPr/>
              </p:nvSpPr>
              <p:spPr>
                <a:xfrm>
                  <a:off x="7763499" y="946612"/>
                  <a:ext cx="24855" cy="32518"/>
                </a:xfrm>
                <a:custGeom>
                  <a:avLst/>
                  <a:gdLst>
                    <a:gd name="connsiteX0" fmla="*/ 21953 w 24855"/>
                    <a:gd name="connsiteY0" fmla="*/ 29422 h 32518"/>
                    <a:gd name="connsiteX1" fmla="*/ 13220 w 24855"/>
                    <a:gd name="connsiteY1" fmla="*/ 31949 h 32518"/>
                    <a:gd name="connsiteX2" fmla="*/ 7501 w 24855"/>
                    <a:gd name="connsiteY2" fmla="*/ 28092 h 32518"/>
                    <a:gd name="connsiteX3" fmla="*/ 2403 w 24855"/>
                    <a:gd name="connsiteY3" fmla="*/ 20999 h 32518"/>
                    <a:gd name="connsiteX4" fmla="*/ 187 w 24855"/>
                    <a:gd name="connsiteY4" fmla="*/ 14216 h 32518"/>
                    <a:gd name="connsiteX5" fmla="*/ 364 w 24855"/>
                    <a:gd name="connsiteY5" fmla="*/ 8187 h 32518"/>
                    <a:gd name="connsiteX6" fmla="*/ 6393 w 24855"/>
                    <a:gd name="connsiteY6" fmla="*/ 607 h 32518"/>
                    <a:gd name="connsiteX7" fmla="*/ 15880 w 24855"/>
                    <a:gd name="connsiteY7" fmla="*/ 1804 h 32518"/>
                    <a:gd name="connsiteX8" fmla="*/ 20136 w 24855"/>
                    <a:gd name="connsiteY8" fmla="*/ 5217 h 32518"/>
                    <a:gd name="connsiteX9" fmla="*/ 23372 w 24855"/>
                    <a:gd name="connsiteY9" fmla="*/ 9872 h 32518"/>
                    <a:gd name="connsiteX10" fmla="*/ 24790 w 24855"/>
                    <a:gd name="connsiteY10" fmla="*/ 19093 h 32518"/>
                    <a:gd name="connsiteX11" fmla="*/ 21953 w 24855"/>
                    <a:gd name="connsiteY11" fmla="*/ 29422 h 32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4855" h="32518">
                      <a:moveTo>
                        <a:pt x="21953" y="29422"/>
                      </a:moveTo>
                      <a:cubicBezTo>
                        <a:pt x="20091" y="32215"/>
                        <a:pt x="17032" y="33279"/>
                        <a:pt x="13220" y="31949"/>
                      </a:cubicBezTo>
                      <a:cubicBezTo>
                        <a:pt x="11402" y="31195"/>
                        <a:pt x="9319" y="29998"/>
                        <a:pt x="7501" y="28092"/>
                      </a:cubicBezTo>
                      <a:cubicBezTo>
                        <a:pt x="5595" y="26230"/>
                        <a:pt x="3866" y="23792"/>
                        <a:pt x="2403" y="20999"/>
                      </a:cubicBezTo>
                      <a:cubicBezTo>
                        <a:pt x="1162" y="18561"/>
                        <a:pt x="497" y="16389"/>
                        <a:pt x="187" y="14216"/>
                      </a:cubicBezTo>
                      <a:cubicBezTo>
                        <a:pt x="-124" y="12088"/>
                        <a:pt x="-35" y="10049"/>
                        <a:pt x="364" y="8187"/>
                      </a:cubicBezTo>
                      <a:cubicBezTo>
                        <a:pt x="1162" y="4552"/>
                        <a:pt x="3334" y="1759"/>
                        <a:pt x="6393" y="607"/>
                      </a:cubicBezTo>
                      <a:cubicBezTo>
                        <a:pt x="9452" y="-590"/>
                        <a:pt x="12821" y="75"/>
                        <a:pt x="15880" y="1804"/>
                      </a:cubicBezTo>
                      <a:cubicBezTo>
                        <a:pt x="17387" y="2690"/>
                        <a:pt x="18850" y="3843"/>
                        <a:pt x="20136" y="5217"/>
                      </a:cubicBezTo>
                      <a:cubicBezTo>
                        <a:pt x="21377" y="6591"/>
                        <a:pt x="22618" y="8232"/>
                        <a:pt x="23372" y="9872"/>
                      </a:cubicBezTo>
                      <a:cubicBezTo>
                        <a:pt x="24701" y="12488"/>
                        <a:pt x="25012" y="15502"/>
                        <a:pt x="24790" y="19093"/>
                      </a:cubicBezTo>
                      <a:cubicBezTo>
                        <a:pt x="24613" y="22506"/>
                        <a:pt x="23815" y="26585"/>
                        <a:pt x="21953" y="2942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82" name="Forme libre : forme 25481">
                  <a:extLst>
                    <a:ext uri="{FF2B5EF4-FFF2-40B4-BE49-F238E27FC236}">
                      <a16:creationId xmlns:a16="http://schemas.microsoft.com/office/drawing/2014/main" id="{3B579DA9-27CB-4674-A455-38934CF562A2}"/>
                    </a:ext>
                  </a:extLst>
                </p:cNvPr>
                <p:cNvSpPr/>
                <p:nvPr/>
              </p:nvSpPr>
              <p:spPr>
                <a:xfrm>
                  <a:off x="7763486" y="946611"/>
                  <a:ext cx="18109" cy="29023"/>
                </a:xfrm>
                <a:custGeom>
                  <a:avLst/>
                  <a:gdLst>
                    <a:gd name="connsiteX0" fmla="*/ 18110 w 18109"/>
                    <a:gd name="connsiteY0" fmla="*/ 3312 h 29023"/>
                    <a:gd name="connsiteX1" fmla="*/ 6407 w 18109"/>
                    <a:gd name="connsiteY1" fmla="*/ 608 h 29023"/>
                    <a:gd name="connsiteX2" fmla="*/ 377 w 18109"/>
                    <a:gd name="connsiteY2" fmla="*/ 8188 h 29023"/>
                    <a:gd name="connsiteX3" fmla="*/ 200 w 18109"/>
                    <a:gd name="connsiteY3" fmla="*/ 14217 h 29023"/>
                    <a:gd name="connsiteX4" fmla="*/ 2417 w 18109"/>
                    <a:gd name="connsiteY4" fmla="*/ 21000 h 29023"/>
                    <a:gd name="connsiteX5" fmla="*/ 8490 w 18109"/>
                    <a:gd name="connsiteY5" fmla="*/ 29024 h 29023"/>
                    <a:gd name="connsiteX6" fmla="*/ 6362 w 18109"/>
                    <a:gd name="connsiteY6" fmla="*/ 23882 h 29023"/>
                    <a:gd name="connsiteX7" fmla="*/ 8933 w 18109"/>
                    <a:gd name="connsiteY7" fmla="*/ 10893 h 29023"/>
                    <a:gd name="connsiteX8" fmla="*/ 18110 w 18109"/>
                    <a:gd name="connsiteY8" fmla="*/ 3312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109" h="29023">
                      <a:moveTo>
                        <a:pt x="18110" y="3312"/>
                      </a:moveTo>
                      <a:cubicBezTo>
                        <a:pt x="14563" y="430"/>
                        <a:pt x="10219" y="-855"/>
                        <a:pt x="6407" y="608"/>
                      </a:cubicBezTo>
                      <a:cubicBezTo>
                        <a:pt x="3348" y="1760"/>
                        <a:pt x="1175" y="4553"/>
                        <a:pt x="377" y="8188"/>
                      </a:cubicBezTo>
                      <a:cubicBezTo>
                        <a:pt x="-66" y="10006"/>
                        <a:pt x="-110" y="12045"/>
                        <a:pt x="200" y="14217"/>
                      </a:cubicBezTo>
                      <a:cubicBezTo>
                        <a:pt x="510" y="16390"/>
                        <a:pt x="1175" y="18562"/>
                        <a:pt x="2417" y="21000"/>
                      </a:cubicBezTo>
                      <a:cubicBezTo>
                        <a:pt x="4101" y="24280"/>
                        <a:pt x="6273" y="27029"/>
                        <a:pt x="8490" y="29024"/>
                      </a:cubicBezTo>
                      <a:cubicBezTo>
                        <a:pt x="7559" y="27384"/>
                        <a:pt x="6761" y="25699"/>
                        <a:pt x="6362" y="23882"/>
                      </a:cubicBezTo>
                      <a:cubicBezTo>
                        <a:pt x="5431" y="18429"/>
                        <a:pt x="6761" y="14439"/>
                        <a:pt x="8933" y="10893"/>
                      </a:cubicBezTo>
                      <a:cubicBezTo>
                        <a:pt x="11150" y="7346"/>
                        <a:pt x="14342" y="4642"/>
                        <a:pt x="18110" y="3312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83" name="Forme libre : forme 25482">
                  <a:extLst>
                    <a:ext uri="{FF2B5EF4-FFF2-40B4-BE49-F238E27FC236}">
                      <a16:creationId xmlns:a16="http://schemas.microsoft.com/office/drawing/2014/main" id="{B8723621-E027-48C3-A06D-26B3093322C7}"/>
                    </a:ext>
                  </a:extLst>
                </p:cNvPr>
                <p:cNvSpPr/>
                <p:nvPr/>
              </p:nvSpPr>
              <p:spPr>
                <a:xfrm>
                  <a:off x="7761823" y="949072"/>
                  <a:ext cx="25535" cy="33739"/>
                </a:xfrm>
                <a:custGeom>
                  <a:avLst/>
                  <a:gdLst>
                    <a:gd name="connsiteX0" fmla="*/ 23363 w 25535"/>
                    <a:gd name="connsiteY0" fmla="*/ 30509 h 33739"/>
                    <a:gd name="connsiteX1" fmla="*/ 14542 w 25535"/>
                    <a:gd name="connsiteY1" fmla="*/ 33169 h 33739"/>
                    <a:gd name="connsiteX2" fmla="*/ 8424 w 25535"/>
                    <a:gd name="connsiteY2" fmla="*/ 29312 h 33739"/>
                    <a:gd name="connsiteX3" fmla="*/ 2927 w 25535"/>
                    <a:gd name="connsiteY3" fmla="*/ 21909 h 33739"/>
                    <a:gd name="connsiteX4" fmla="*/ 223 w 25535"/>
                    <a:gd name="connsiteY4" fmla="*/ 14461 h 33739"/>
                    <a:gd name="connsiteX5" fmla="*/ 311 w 25535"/>
                    <a:gd name="connsiteY5" fmla="*/ 8344 h 33739"/>
                    <a:gd name="connsiteX6" fmla="*/ 6252 w 25535"/>
                    <a:gd name="connsiteY6" fmla="*/ 630 h 33739"/>
                    <a:gd name="connsiteX7" fmla="*/ 15783 w 25535"/>
                    <a:gd name="connsiteY7" fmla="*/ 1783 h 33739"/>
                    <a:gd name="connsiteX8" fmla="*/ 20083 w 25535"/>
                    <a:gd name="connsiteY8" fmla="*/ 5241 h 33739"/>
                    <a:gd name="connsiteX9" fmla="*/ 23363 w 25535"/>
                    <a:gd name="connsiteY9" fmla="*/ 9674 h 33739"/>
                    <a:gd name="connsiteX10" fmla="*/ 25536 w 25535"/>
                    <a:gd name="connsiteY10" fmla="*/ 19737 h 33739"/>
                    <a:gd name="connsiteX11" fmla="*/ 23363 w 25535"/>
                    <a:gd name="connsiteY11" fmla="*/ 30509 h 33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535" h="33739">
                      <a:moveTo>
                        <a:pt x="23363" y="30509"/>
                      </a:moveTo>
                      <a:cubicBezTo>
                        <a:pt x="21679" y="33346"/>
                        <a:pt x="18443" y="34543"/>
                        <a:pt x="14542" y="33169"/>
                      </a:cubicBezTo>
                      <a:cubicBezTo>
                        <a:pt x="12547" y="32548"/>
                        <a:pt x="10508" y="31174"/>
                        <a:pt x="8424" y="29312"/>
                      </a:cubicBezTo>
                      <a:cubicBezTo>
                        <a:pt x="6473" y="27362"/>
                        <a:pt x="4434" y="24879"/>
                        <a:pt x="2927" y="21909"/>
                      </a:cubicBezTo>
                      <a:cubicBezTo>
                        <a:pt x="1109" y="18717"/>
                        <a:pt x="666" y="16767"/>
                        <a:pt x="223" y="14461"/>
                      </a:cubicBezTo>
                      <a:cubicBezTo>
                        <a:pt x="-88" y="12289"/>
                        <a:pt x="-88" y="10206"/>
                        <a:pt x="311" y="8344"/>
                      </a:cubicBezTo>
                      <a:cubicBezTo>
                        <a:pt x="1109" y="4620"/>
                        <a:pt x="3148" y="1827"/>
                        <a:pt x="6252" y="630"/>
                      </a:cubicBezTo>
                      <a:cubicBezTo>
                        <a:pt x="9311" y="-567"/>
                        <a:pt x="12724" y="10"/>
                        <a:pt x="15783" y="1783"/>
                      </a:cubicBezTo>
                      <a:cubicBezTo>
                        <a:pt x="17334" y="2669"/>
                        <a:pt x="18797" y="3822"/>
                        <a:pt x="20083" y="5241"/>
                      </a:cubicBezTo>
                      <a:cubicBezTo>
                        <a:pt x="21413" y="6526"/>
                        <a:pt x="22610" y="8388"/>
                        <a:pt x="23363" y="9674"/>
                      </a:cubicBezTo>
                      <a:cubicBezTo>
                        <a:pt x="24915" y="12555"/>
                        <a:pt x="25403" y="15969"/>
                        <a:pt x="25536" y="19737"/>
                      </a:cubicBezTo>
                      <a:cubicBezTo>
                        <a:pt x="25447" y="23549"/>
                        <a:pt x="25092" y="27672"/>
                        <a:pt x="23363" y="3050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84" name="Forme libre : forme 25483">
                  <a:extLst>
                    <a:ext uri="{FF2B5EF4-FFF2-40B4-BE49-F238E27FC236}">
                      <a16:creationId xmlns:a16="http://schemas.microsoft.com/office/drawing/2014/main" id="{1BC50257-40CB-4EDF-B8AB-C1A772B4895F}"/>
                    </a:ext>
                  </a:extLst>
                </p:cNvPr>
                <p:cNvSpPr/>
                <p:nvPr/>
              </p:nvSpPr>
              <p:spPr>
                <a:xfrm>
                  <a:off x="7747994" y="930652"/>
                  <a:ext cx="37534" cy="52654"/>
                </a:xfrm>
                <a:custGeom>
                  <a:avLst/>
                  <a:gdLst>
                    <a:gd name="connsiteX0" fmla="*/ 15869 w 37534"/>
                    <a:gd name="connsiteY0" fmla="*/ 4199 h 52654"/>
                    <a:gd name="connsiteX1" fmla="*/ 5761 w 37534"/>
                    <a:gd name="connsiteY1" fmla="*/ 8677 h 52654"/>
                    <a:gd name="connsiteX2" fmla="*/ 619 w 37534"/>
                    <a:gd name="connsiteY2" fmla="*/ 29202 h 52654"/>
                    <a:gd name="connsiteX3" fmla="*/ 12012 w 37534"/>
                    <a:gd name="connsiteY3" fmla="*/ 49018 h 52654"/>
                    <a:gd name="connsiteX4" fmla="*/ 19903 w 37534"/>
                    <a:gd name="connsiteY4" fmla="*/ 52653 h 52654"/>
                    <a:gd name="connsiteX5" fmla="*/ 24912 w 37534"/>
                    <a:gd name="connsiteY5" fmla="*/ 49151 h 52654"/>
                    <a:gd name="connsiteX6" fmla="*/ 25090 w 37534"/>
                    <a:gd name="connsiteY6" fmla="*/ 39221 h 52654"/>
                    <a:gd name="connsiteX7" fmla="*/ 26420 w 37534"/>
                    <a:gd name="connsiteY7" fmla="*/ 28892 h 52654"/>
                    <a:gd name="connsiteX8" fmla="*/ 30276 w 37534"/>
                    <a:gd name="connsiteY8" fmla="*/ 20247 h 52654"/>
                    <a:gd name="connsiteX9" fmla="*/ 36084 w 37534"/>
                    <a:gd name="connsiteY9" fmla="*/ 1805 h 52654"/>
                    <a:gd name="connsiteX10" fmla="*/ 15869 w 37534"/>
                    <a:gd name="connsiteY10" fmla="*/ 4199 h 52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534" h="52654">
                      <a:moveTo>
                        <a:pt x="15869" y="4199"/>
                      </a:moveTo>
                      <a:cubicBezTo>
                        <a:pt x="12322" y="5263"/>
                        <a:pt x="8643" y="6327"/>
                        <a:pt x="5761" y="8677"/>
                      </a:cubicBezTo>
                      <a:cubicBezTo>
                        <a:pt x="309" y="13154"/>
                        <a:pt x="-933" y="21444"/>
                        <a:pt x="619" y="29202"/>
                      </a:cubicBezTo>
                      <a:cubicBezTo>
                        <a:pt x="2037" y="35852"/>
                        <a:pt x="4298" y="41393"/>
                        <a:pt x="12012" y="49018"/>
                      </a:cubicBezTo>
                      <a:cubicBezTo>
                        <a:pt x="14583" y="51279"/>
                        <a:pt x="17465" y="52653"/>
                        <a:pt x="19903" y="52653"/>
                      </a:cubicBezTo>
                      <a:cubicBezTo>
                        <a:pt x="22297" y="52697"/>
                        <a:pt x="24114" y="51545"/>
                        <a:pt x="24912" y="49151"/>
                      </a:cubicBezTo>
                      <a:cubicBezTo>
                        <a:pt x="25843" y="46225"/>
                        <a:pt x="25223" y="42501"/>
                        <a:pt x="25090" y="39221"/>
                      </a:cubicBezTo>
                      <a:cubicBezTo>
                        <a:pt x="24912" y="35320"/>
                        <a:pt x="25356" y="31862"/>
                        <a:pt x="26420" y="28892"/>
                      </a:cubicBezTo>
                      <a:cubicBezTo>
                        <a:pt x="27351" y="25833"/>
                        <a:pt x="28725" y="22951"/>
                        <a:pt x="30276" y="20247"/>
                      </a:cubicBezTo>
                      <a:cubicBezTo>
                        <a:pt x="32936" y="15504"/>
                        <a:pt x="40739" y="6770"/>
                        <a:pt x="36084" y="1805"/>
                      </a:cubicBezTo>
                      <a:cubicBezTo>
                        <a:pt x="31784" y="-2805"/>
                        <a:pt x="20790" y="2692"/>
                        <a:pt x="15869" y="419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85" name="Forme libre : forme 25484">
                  <a:extLst>
                    <a:ext uri="{FF2B5EF4-FFF2-40B4-BE49-F238E27FC236}">
                      <a16:creationId xmlns:a16="http://schemas.microsoft.com/office/drawing/2014/main" id="{F2842E17-5E5A-46B9-AEF6-3456987A6A58}"/>
                    </a:ext>
                  </a:extLst>
                </p:cNvPr>
                <p:cNvSpPr/>
                <p:nvPr/>
              </p:nvSpPr>
              <p:spPr>
                <a:xfrm>
                  <a:off x="7774492" y="937365"/>
                  <a:ext cx="14260" cy="10039"/>
                </a:xfrm>
                <a:custGeom>
                  <a:avLst/>
                  <a:gdLst>
                    <a:gd name="connsiteX0" fmla="*/ 4311 w 14260"/>
                    <a:gd name="connsiteY0" fmla="*/ 101 h 10039"/>
                    <a:gd name="connsiteX1" fmla="*/ 1695 w 14260"/>
                    <a:gd name="connsiteY1" fmla="*/ 234 h 10039"/>
                    <a:gd name="connsiteX2" fmla="*/ 11 w 14260"/>
                    <a:gd name="connsiteY2" fmla="*/ 2096 h 10039"/>
                    <a:gd name="connsiteX3" fmla="*/ 897 w 14260"/>
                    <a:gd name="connsiteY3" fmla="*/ 4224 h 10039"/>
                    <a:gd name="connsiteX4" fmla="*/ 5109 w 14260"/>
                    <a:gd name="connsiteY4" fmla="*/ 8480 h 10039"/>
                    <a:gd name="connsiteX5" fmla="*/ 7236 w 14260"/>
                    <a:gd name="connsiteY5" fmla="*/ 9721 h 10039"/>
                    <a:gd name="connsiteX6" fmla="*/ 13709 w 14260"/>
                    <a:gd name="connsiteY6" fmla="*/ 5377 h 10039"/>
                    <a:gd name="connsiteX7" fmla="*/ 4311 w 14260"/>
                    <a:gd name="connsiteY7" fmla="*/ 101 h 10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60" h="10039">
                      <a:moveTo>
                        <a:pt x="4311" y="101"/>
                      </a:moveTo>
                      <a:cubicBezTo>
                        <a:pt x="3424" y="-32"/>
                        <a:pt x="2493" y="-76"/>
                        <a:pt x="1695" y="234"/>
                      </a:cubicBezTo>
                      <a:cubicBezTo>
                        <a:pt x="853" y="545"/>
                        <a:pt x="99" y="1254"/>
                        <a:pt x="11" y="2096"/>
                      </a:cubicBezTo>
                      <a:cubicBezTo>
                        <a:pt x="-78" y="2894"/>
                        <a:pt x="409" y="3604"/>
                        <a:pt x="897" y="4224"/>
                      </a:cubicBezTo>
                      <a:cubicBezTo>
                        <a:pt x="2094" y="5820"/>
                        <a:pt x="3557" y="7239"/>
                        <a:pt x="5109" y="8480"/>
                      </a:cubicBezTo>
                      <a:cubicBezTo>
                        <a:pt x="5774" y="8968"/>
                        <a:pt x="6439" y="9455"/>
                        <a:pt x="7236" y="9721"/>
                      </a:cubicBezTo>
                      <a:cubicBezTo>
                        <a:pt x="10561" y="10830"/>
                        <a:pt x="16014" y="8968"/>
                        <a:pt x="13709" y="5377"/>
                      </a:cubicBezTo>
                      <a:cubicBezTo>
                        <a:pt x="11980" y="2540"/>
                        <a:pt x="7857" y="589"/>
                        <a:pt x="4311" y="10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86" name="Forme libre : forme 25485">
                  <a:extLst>
                    <a:ext uri="{FF2B5EF4-FFF2-40B4-BE49-F238E27FC236}">
                      <a16:creationId xmlns:a16="http://schemas.microsoft.com/office/drawing/2014/main" id="{651ABC2C-B8EA-4106-BD3A-A93D10451D63}"/>
                    </a:ext>
                  </a:extLst>
                </p:cNvPr>
                <p:cNvSpPr/>
                <p:nvPr/>
              </p:nvSpPr>
              <p:spPr>
                <a:xfrm>
                  <a:off x="7760051" y="988536"/>
                  <a:ext cx="34090" cy="11278"/>
                </a:xfrm>
                <a:custGeom>
                  <a:avLst/>
                  <a:gdLst>
                    <a:gd name="connsiteX0" fmla="*/ 34091 w 34090"/>
                    <a:gd name="connsiteY0" fmla="*/ 0 h 11278"/>
                    <a:gd name="connsiteX1" fmla="*/ 33115 w 34090"/>
                    <a:gd name="connsiteY1" fmla="*/ 2748 h 11278"/>
                    <a:gd name="connsiteX2" fmla="*/ 28771 w 34090"/>
                    <a:gd name="connsiteY2" fmla="*/ 8334 h 11278"/>
                    <a:gd name="connsiteX3" fmla="*/ 24426 w 34090"/>
                    <a:gd name="connsiteY3" fmla="*/ 10595 h 11278"/>
                    <a:gd name="connsiteX4" fmla="*/ 18176 w 34090"/>
                    <a:gd name="connsiteY4" fmla="*/ 11216 h 11278"/>
                    <a:gd name="connsiteX5" fmla="*/ 0 w 34090"/>
                    <a:gd name="connsiteY5" fmla="*/ 1507 h 11278"/>
                    <a:gd name="connsiteX6" fmla="*/ 3724 w 34090"/>
                    <a:gd name="connsiteY6" fmla="*/ 4477 h 11278"/>
                    <a:gd name="connsiteX7" fmla="*/ 13299 w 34090"/>
                    <a:gd name="connsiteY7" fmla="*/ 8733 h 11278"/>
                    <a:gd name="connsiteX8" fmla="*/ 24958 w 34090"/>
                    <a:gd name="connsiteY8" fmla="*/ 8201 h 11278"/>
                    <a:gd name="connsiteX9" fmla="*/ 34091 w 34090"/>
                    <a:gd name="connsiteY9" fmla="*/ 0 h 11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090" h="11278">
                      <a:moveTo>
                        <a:pt x="34091" y="0"/>
                      </a:moveTo>
                      <a:cubicBezTo>
                        <a:pt x="34091" y="0"/>
                        <a:pt x="33869" y="1153"/>
                        <a:pt x="33115" y="2748"/>
                      </a:cubicBezTo>
                      <a:cubicBezTo>
                        <a:pt x="32362" y="4344"/>
                        <a:pt x="31076" y="6605"/>
                        <a:pt x="28771" y="8334"/>
                      </a:cubicBezTo>
                      <a:cubicBezTo>
                        <a:pt x="27618" y="9221"/>
                        <a:pt x="26200" y="10019"/>
                        <a:pt x="24426" y="10595"/>
                      </a:cubicBezTo>
                      <a:cubicBezTo>
                        <a:pt x="22742" y="11038"/>
                        <a:pt x="20614" y="11437"/>
                        <a:pt x="18176" y="11216"/>
                      </a:cubicBezTo>
                      <a:cubicBezTo>
                        <a:pt x="13299" y="10861"/>
                        <a:pt x="6916" y="8379"/>
                        <a:pt x="0" y="1507"/>
                      </a:cubicBezTo>
                      <a:cubicBezTo>
                        <a:pt x="0" y="1507"/>
                        <a:pt x="1374" y="2793"/>
                        <a:pt x="3724" y="4477"/>
                      </a:cubicBezTo>
                      <a:cubicBezTo>
                        <a:pt x="6162" y="5985"/>
                        <a:pt x="9487" y="7891"/>
                        <a:pt x="13299" y="8733"/>
                      </a:cubicBezTo>
                      <a:cubicBezTo>
                        <a:pt x="17112" y="9620"/>
                        <a:pt x="21279" y="9575"/>
                        <a:pt x="24958" y="8201"/>
                      </a:cubicBezTo>
                      <a:cubicBezTo>
                        <a:pt x="28726" y="6783"/>
                        <a:pt x="31874" y="4078"/>
                        <a:pt x="340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87" name="Forme libre : forme 25486">
                  <a:extLst>
                    <a:ext uri="{FF2B5EF4-FFF2-40B4-BE49-F238E27FC236}">
                      <a16:creationId xmlns:a16="http://schemas.microsoft.com/office/drawing/2014/main" id="{C8BF33FE-CEA2-4302-AE4D-559348D0135E}"/>
                    </a:ext>
                  </a:extLst>
                </p:cNvPr>
                <p:cNvSpPr/>
                <p:nvPr/>
              </p:nvSpPr>
              <p:spPr>
                <a:xfrm>
                  <a:off x="7770513" y="922796"/>
                  <a:ext cx="28194" cy="13074"/>
                </a:xfrm>
                <a:custGeom>
                  <a:avLst/>
                  <a:gdLst>
                    <a:gd name="connsiteX0" fmla="*/ 28195 w 28194"/>
                    <a:gd name="connsiteY0" fmla="*/ 13074 h 13074"/>
                    <a:gd name="connsiteX1" fmla="*/ 22165 w 28194"/>
                    <a:gd name="connsiteY1" fmla="*/ 5538 h 13074"/>
                    <a:gd name="connsiteX2" fmla="*/ 0 w 28194"/>
                    <a:gd name="connsiteY2" fmla="*/ 617 h 13074"/>
                    <a:gd name="connsiteX3" fmla="*/ 10861 w 28194"/>
                    <a:gd name="connsiteY3" fmla="*/ 1681 h 13074"/>
                    <a:gd name="connsiteX4" fmla="*/ 28195 w 28194"/>
                    <a:gd name="connsiteY4" fmla="*/ 13074 h 13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194" h="13074">
                      <a:moveTo>
                        <a:pt x="28195" y="13074"/>
                      </a:moveTo>
                      <a:cubicBezTo>
                        <a:pt x="28195" y="13074"/>
                        <a:pt x="26466" y="9173"/>
                        <a:pt x="22165" y="5538"/>
                      </a:cubicBezTo>
                      <a:cubicBezTo>
                        <a:pt x="17821" y="1947"/>
                        <a:pt x="10861" y="-1422"/>
                        <a:pt x="0" y="617"/>
                      </a:cubicBezTo>
                      <a:cubicBezTo>
                        <a:pt x="0" y="617"/>
                        <a:pt x="4877" y="218"/>
                        <a:pt x="10861" y="1681"/>
                      </a:cubicBezTo>
                      <a:cubicBezTo>
                        <a:pt x="16802" y="3100"/>
                        <a:pt x="23717" y="6425"/>
                        <a:pt x="28195" y="130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88" name="Forme libre : forme 25487">
                  <a:extLst>
                    <a:ext uri="{FF2B5EF4-FFF2-40B4-BE49-F238E27FC236}">
                      <a16:creationId xmlns:a16="http://schemas.microsoft.com/office/drawing/2014/main" id="{D9A790C5-7D68-42A4-A91F-6BB05DFDD48B}"/>
                    </a:ext>
                  </a:extLst>
                </p:cNvPr>
                <p:cNvSpPr/>
                <p:nvPr/>
              </p:nvSpPr>
              <p:spPr>
                <a:xfrm>
                  <a:off x="7778651" y="956365"/>
                  <a:ext cx="7236" cy="11861"/>
                </a:xfrm>
                <a:custGeom>
                  <a:avLst/>
                  <a:gdLst>
                    <a:gd name="connsiteX0" fmla="*/ 4807 w 7236"/>
                    <a:gd name="connsiteY0" fmla="*/ 11645 h 11861"/>
                    <a:gd name="connsiteX1" fmla="*/ 108 w 7236"/>
                    <a:gd name="connsiteY1" fmla="*/ 6680 h 11861"/>
                    <a:gd name="connsiteX2" fmla="*/ 3122 w 7236"/>
                    <a:gd name="connsiteY2" fmla="*/ 30 h 11861"/>
                    <a:gd name="connsiteX3" fmla="*/ 5915 w 7236"/>
                    <a:gd name="connsiteY3" fmla="*/ 1272 h 11861"/>
                    <a:gd name="connsiteX4" fmla="*/ 7201 w 7236"/>
                    <a:gd name="connsiteY4" fmla="*/ 4508 h 11861"/>
                    <a:gd name="connsiteX5" fmla="*/ 4807 w 7236"/>
                    <a:gd name="connsiteY5" fmla="*/ 11645 h 11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236" h="11861">
                      <a:moveTo>
                        <a:pt x="4807" y="11645"/>
                      </a:moveTo>
                      <a:cubicBezTo>
                        <a:pt x="2989" y="12620"/>
                        <a:pt x="640" y="10182"/>
                        <a:pt x="108" y="6680"/>
                      </a:cubicBezTo>
                      <a:cubicBezTo>
                        <a:pt x="-424" y="3267"/>
                        <a:pt x="1083" y="341"/>
                        <a:pt x="3122" y="30"/>
                      </a:cubicBezTo>
                      <a:cubicBezTo>
                        <a:pt x="4142" y="-147"/>
                        <a:pt x="5161" y="474"/>
                        <a:pt x="5915" y="1272"/>
                      </a:cubicBezTo>
                      <a:cubicBezTo>
                        <a:pt x="6624" y="1981"/>
                        <a:pt x="7023" y="3089"/>
                        <a:pt x="7201" y="4508"/>
                      </a:cubicBezTo>
                      <a:cubicBezTo>
                        <a:pt x="7422" y="7301"/>
                        <a:pt x="6624" y="10670"/>
                        <a:pt x="4807" y="1164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89" name="Forme libre : forme 25488">
                  <a:extLst>
                    <a:ext uri="{FF2B5EF4-FFF2-40B4-BE49-F238E27FC236}">
                      <a16:creationId xmlns:a16="http://schemas.microsoft.com/office/drawing/2014/main" id="{8C2637A5-BE34-4A7A-B19C-524214DA0C6E}"/>
                    </a:ext>
                  </a:extLst>
                </p:cNvPr>
                <p:cNvSpPr/>
                <p:nvPr/>
              </p:nvSpPr>
              <p:spPr>
                <a:xfrm>
                  <a:off x="7782697" y="965644"/>
                  <a:ext cx="3030" cy="3513"/>
                </a:xfrm>
                <a:custGeom>
                  <a:avLst/>
                  <a:gdLst>
                    <a:gd name="connsiteX0" fmla="*/ 2356 w 3030"/>
                    <a:gd name="connsiteY0" fmla="*/ 2987 h 3513"/>
                    <a:gd name="connsiteX1" fmla="*/ 273 w 3030"/>
                    <a:gd name="connsiteY1" fmla="*/ 2943 h 3513"/>
                    <a:gd name="connsiteX2" fmla="*/ 716 w 3030"/>
                    <a:gd name="connsiteY2" fmla="*/ 460 h 3513"/>
                    <a:gd name="connsiteX3" fmla="*/ 2800 w 3030"/>
                    <a:gd name="connsiteY3" fmla="*/ 504 h 3513"/>
                    <a:gd name="connsiteX4" fmla="*/ 2356 w 3030"/>
                    <a:gd name="connsiteY4" fmla="*/ 2987 h 3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0" h="3513">
                      <a:moveTo>
                        <a:pt x="2356" y="2987"/>
                      </a:moveTo>
                      <a:cubicBezTo>
                        <a:pt x="1691" y="3696"/>
                        <a:pt x="761" y="3696"/>
                        <a:pt x="273" y="2943"/>
                      </a:cubicBezTo>
                      <a:cubicBezTo>
                        <a:pt x="-215" y="2189"/>
                        <a:pt x="-38" y="1081"/>
                        <a:pt x="716" y="460"/>
                      </a:cubicBezTo>
                      <a:cubicBezTo>
                        <a:pt x="1425" y="-161"/>
                        <a:pt x="2356" y="-161"/>
                        <a:pt x="2800" y="504"/>
                      </a:cubicBezTo>
                      <a:cubicBezTo>
                        <a:pt x="3243" y="1125"/>
                        <a:pt x="3021" y="2233"/>
                        <a:pt x="2356" y="29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90" name="Forme libre : forme 25489">
                  <a:extLst>
                    <a:ext uri="{FF2B5EF4-FFF2-40B4-BE49-F238E27FC236}">
                      <a16:creationId xmlns:a16="http://schemas.microsoft.com/office/drawing/2014/main" id="{91995DB8-8A70-4FD8-88D2-9DB18F61B66B}"/>
                    </a:ext>
                  </a:extLst>
                </p:cNvPr>
                <p:cNvSpPr/>
                <p:nvPr/>
              </p:nvSpPr>
              <p:spPr>
                <a:xfrm>
                  <a:off x="7788017" y="948581"/>
                  <a:ext cx="13664" cy="34766"/>
                </a:xfrm>
                <a:custGeom>
                  <a:avLst/>
                  <a:gdLst>
                    <a:gd name="connsiteX0" fmla="*/ 10291 w 13664"/>
                    <a:gd name="connsiteY0" fmla="*/ 14508 h 34766"/>
                    <a:gd name="connsiteX1" fmla="*/ 5371 w 13664"/>
                    <a:gd name="connsiteY1" fmla="*/ 31531 h 34766"/>
                    <a:gd name="connsiteX2" fmla="*/ 1647 w 13664"/>
                    <a:gd name="connsiteY2" fmla="*/ 34546 h 34766"/>
                    <a:gd name="connsiteX3" fmla="*/ 95 w 13664"/>
                    <a:gd name="connsiteY3" fmla="*/ 29359 h 34766"/>
                    <a:gd name="connsiteX4" fmla="*/ 4706 w 13664"/>
                    <a:gd name="connsiteY4" fmla="*/ 12735 h 34766"/>
                    <a:gd name="connsiteX5" fmla="*/ 5637 w 13664"/>
                    <a:gd name="connsiteY5" fmla="*/ 5686 h 34766"/>
                    <a:gd name="connsiteX6" fmla="*/ 7188 w 13664"/>
                    <a:gd name="connsiteY6" fmla="*/ 2051 h 34766"/>
                    <a:gd name="connsiteX7" fmla="*/ 10025 w 13664"/>
                    <a:gd name="connsiteY7" fmla="*/ 12 h 34766"/>
                    <a:gd name="connsiteX8" fmla="*/ 12951 w 13664"/>
                    <a:gd name="connsiteY8" fmla="*/ 633 h 34766"/>
                    <a:gd name="connsiteX9" fmla="*/ 13661 w 13664"/>
                    <a:gd name="connsiteY9" fmla="*/ 1120 h 34766"/>
                    <a:gd name="connsiteX10" fmla="*/ 12951 w 13664"/>
                    <a:gd name="connsiteY10" fmla="*/ 4401 h 34766"/>
                    <a:gd name="connsiteX11" fmla="*/ 10291 w 13664"/>
                    <a:gd name="connsiteY11" fmla="*/ 14508 h 34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664" h="34766">
                      <a:moveTo>
                        <a:pt x="10291" y="14508"/>
                      </a:moveTo>
                      <a:cubicBezTo>
                        <a:pt x="8962" y="20050"/>
                        <a:pt x="7499" y="26034"/>
                        <a:pt x="5371" y="31531"/>
                      </a:cubicBezTo>
                      <a:cubicBezTo>
                        <a:pt x="4661" y="33482"/>
                        <a:pt x="3331" y="35432"/>
                        <a:pt x="1647" y="34546"/>
                      </a:cubicBezTo>
                      <a:cubicBezTo>
                        <a:pt x="51" y="33748"/>
                        <a:pt x="-171" y="31221"/>
                        <a:pt x="95" y="29359"/>
                      </a:cubicBezTo>
                      <a:cubicBezTo>
                        <a:pt x="1071" y="23286"/>
                        <a:pt x="3775" y="17301"/>
                        <a:pt x="4706" y="12735"/>
                      </a:cubicBezTo>
                      <a:cubicBezTo>
                        <a:pt x="4972" y="11316"/>
                        <a:pt x="4794" y="8125"/>
                        <a:pt x="5637" y="5686"/>
                      </a:cubicBezTo>
                      <a:cubicBezTo>
                        <a:pt x="6036" y="4445"/>
                        <a:pt x="6701" y="3514"/>
                        <a:pt x="7188" y="2051"/>
                      </a:cubicBezTo>
                      <a:cubicBezTo>
                        <a:pt x="7809" y="810"/>
                        <a:pt x="8696" y="56"/>
                        <a:pt x="10025" y="12"/>
                      </a:cubicBezTo>
                      <a:cubicBezTo>
                        <a:pt x="11311" y="-121"/>
                        <a:pt x="12641" y="899"/>
                        <a:pt x="12951" y="633"/>
                      </a:cubicBezTo>
                      <a:cubicBezTo>
                        <a:pt x="13439" y="633"/>
                        <a:pt x="13616" y="810"/>
                        <a:pt x="13661" y="1120"/>
                      </a:cubicBezTo>
                      <a:cubicBezTo>
                        <a:pt x="13705" y="1741"/>
                        <a:pt x="13306" y="3160"/>
                        <a:pt x="12951" y="4401"/>
                      </a:cubicBezTo>
                      <a:cubicBezTo>
                        <a:pt x="12286" y="6617"/>
                        <a:pt x="11267" y="10341"/>
                        <a:pt x="10291" y="1450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41" name="Graphique 2">
                <a:extLst>
                  <a:ext uri="{FF2B5EF4-FFF2-40B4-BE49-F238E27FC236}">
                    <a16:creationId xmlns:a16="http://schemas.microsoft.com/office/drawing/2014/main" id="{C5AC808F-9AC1-40DA-9258-71DC1CBCD88F}"/>
                  </a:ext>
                </a:extLst>
              </p:cNvPr>
              <p:cNvGrpSpPr/>
              <p:nvPr/>
            </p:nvGrpSpPr>
            <p:grpSpPr>
              <a:xfrm>
                <a:off x="7795548" y="932706"/>
                <a:ext cx="70625" cy="79787"/>
                <a:chOff x="7795548" y="932706"/>
                <a:chExt cx="70625" cy="79787"/>
              </a:xfrm>
              <a:solidFill>
                <a:schemeClr val="accent1"/>
              </a:solidFill>
            </p:grpSpPr>
            <p:sp>
              <p:nvSpPr>
                <p:cNvPr id="25467" name="Forme libre : forme 25466">
                  <a:extLst>
                    <a:ext uri="{FF2B5EF4-FFF2-40B4-BE49-F238E27FC236}">
                      <a16:creationId xmlns:a16="http://schemas.microsoft.com/office/drawing/2014/main" id="{ED9C7D1A-C5C9-44C1-A9AD-E323C43019E3}"/>
                    </a:ext>
                  </a:extLst>
                </p:cNvPr>
                <p:cNvSpPr/>
                <p:nvPr/>
              </p:nvSpPr>
              <p:spPr>
                <a:xfrm>
                  <a:off x="7795548" y="932706"/>
                  <a:ext cx="70537" cy="79744"/>
                </a:xfrm>
                <a:custGeom>
                  <a:avLst/>
                  <a:gdLst>
                    <a:gd name="connsiteX0" fmla="*/ 65843 w 70537"/>
                    <a:gd name="connsiteY0" fmla="*/ 44924 h 79744"/>
                    <a:gd name="connsiteX1" fmla="*/ 60612 w 70537"/>
                    <a:gd name="connsiteY1" fmla="*/ 51574 h 79744"/>
                    <a:gd name="connsiteX2" fmla="*/ 57908 w 70537"/>
                    <a:gd name="connsiteY2" fmla="*/ 54943 h 79744"/>
                    <a:gd name="connsiteX3" fmla="*/ 56445 w 70537"/>
                    <a:gd name="connsiteY3" fmla="*/ 56672 h 79744"/>
                    <a:gd name="connsiteX4" fmla="*/ 54140 w 70537"/>
                    <a:gd name="connsiteY4" fmla="*/ 58933 h 79744"/>
                    <a:gd name="connsiteX5" fmla="*/ 44964 w 70537"/>
                    <a:gd name="connsiteY5" fmla="*/ 67976 h 79744"/>
                    <a:gd name="connsiteX6" fmla="*/ 40043 w 70537"/>
                    <a:gd name="connsiteY6" fmla="*/ 71877 h 79744"/>
                    <a:gd name="connsiteX7" fmla="*/ 34856 w 70537"/>
                    <a:gd name="connsiteY7" fmla="*/ 75335 h 79744"/>
                    <a:gd name="connsiteX8" fmla="*/ 27276 w 70537"/>
                    <a:gd name="connsiteY8" fmla="*/ 78571 h 79744"/>
                    <a:gd name="connsiteX9" fmla="*/ 19916 w 70537"/>
                    <a:gd name="connsiteY9" fmla="*/ 79724 h 79744"/>
                    <a:gd name="connsiteX10" fmla="*/ 13267 w 70537"/>
                    <a:gd name="connsiteY10" fmla="*/ 78881 h 79744"/>
                    <a:gd name="connsiteX11" fmla="*/ 7725 w 70537"/>
                    <a:gd name="connsiteY11" fmla="*/ 76399 h 79744"/>
                    <a:gd name="connsiteX12" fmla="*/ 1031 w 70537"/>
                    <a:gd name="connsiteY12" fmla="*/ 68508 h 79744"/>
                    <a:gd name="connsiteX13" fmla="*/ 367 w 70537"/>
                    <a:gd name="connsiteY13" fmla="*/ 59154 h 79744"/>
                    <a:gd name="connsiteX14" fmla="*/ 4268 w 70537"/>
                    <a:gd name="connsiteY14" fmla="*/ 40535 h 79744"/>
                    <a:gd name="connsiteX15" fmla="*/ 7149 w 70537"/>
                    <a:gd name="connsiteY15" fmla="*/ 30428 h 79744"/>
                    <a:gd name="connsiteX16" fmla="*/ 9543 w 70537"/>
                    <a:gd name="connsiteY16" fmla="*/ 21916 h 79744"/>
                    <a:gd name="connsiteX17" fmla="*/ 10119 w 70537"/>
                    <a:gd name="connsiteY17" fmla="*/ 15976 h 79744"/>
                    <a:gd name="connsiteX18" fmla="*/ 9809 w 70537"/>
                    <a:gd name="connsiteY18" fmla="*/ 13937 h 79744"/>
                    <a:gd name="connsiteX19" fmla="*/ 11715 w 70537"/>
                    <a:gd name="connsiteY19" fmla="*/ 11410 h 79744"/>
                    <a:gd name="connsiteX20" fmla="*/ 14508 w 70537"/>
                    <a:gd name="connsiteY20" fmla="*/ 7775 h 79744"/>
                    <a:gd name="connsiteX21" fmla="*/ 20005 w 70537"/>
                    <a:gd name="connsiteY21" fmla="*/ 2943 h 79744"/>
                    <a:gd name="connsiteX22" fmla="*/ 27408 w 70537"/>
                    <a:gd name="connsiteY22" fmla="*/ 327 h 79744"/>
                    <a:gd name="connsiteX23" fmla="*/ 44476 w 70537"/>
                    <a:gd name="connsiteY23" fmla="*/ 3341 h 79744"/>
                    <a:gd name="connsiteX24" fmla="*/ 59637 w 70537"/>
                    <a:gd name="connsiteY24" fmla="*/ 11986 h 79744"/>
                    <a:gd name="connsiteX25" fmla="*/ 70055 w 70537"/>
                    <a:gd name="connsiteY25" fmla="*/ 26216 h 79744"/>
                    <a:gd name="connsiteX26" fmla="*/ 70055 w 70537"/>
                    <a:gd name="connsiteY26" fmla="*/ 35570 h 79744"/>
                    <a:gd name="connsiteX27" fmla="*/ 65843 w 70537"/>
                    <a:gd name="connsiteY27" fmla="*/ 44924 h 79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70537" h="79744">
                      <a:moveTo>
                        <a:pt x="65843" y="44924"/>
                      </a:moveTo>
                      <a:cubicBezTo>
                        <a:pt x="64469" y="47007"/>
                        <a:pt x="62341" y="49357"/>
                        <a:pt x="60612" y="51574"/>
                      </a:cubicBezTo>
                      <a:lnTo>
                        <a:pt x="57908" y="54943"/>
                      </a:lnTo>
                      <a:cubicBezTo>
                        <a:pt x="57421" y="55519"/>
                        <a:pt x="57110" y="56007"/>
                        <a:pt x="56445" y="56672"/>
                      </a:cubicBezTo>
                      <a:lnTo>
                        <a:pt x="54140" y="58933"/>
                      </a:lnTo>
                      <a:lnTo>
                        <a:pt x="44964" y="67976"/>
                      </a:lnTo>
                      <a:cubicBezTo>
                        <a:pt x="43501" y="69616"/>
                        <a:pt x="41683" y="70636"/>
                        <a:pt x="40043" y="71877"/>
                      </a:cubicBezTo>
                      <a:cubicBezTo>
                        <a:pt x="38358" y="73118"/>
                        <a:pt x="36674" y="74360"/>
                        <a:pt x="34856" y="75335"/>
                      </a:cubicBezTo>
                      <a:cubicBezTo>
                        <a:pt x="32373" y="76798"/>
                        <a:pt x="29847" y="77906"/>
                        <a:pt x="27276" y="78571"/>
                      </a:cubicBezTo>
                      <a:cubicBezTo>
                        <a:pt x="24793" y="79413"/>
                        <a:pt x="22266" y="79635"/>
                        <a:pt x="19916" y="79724"/>
                      </a:cubicBezTo>
                      <a:cubicBezTo>
                        <a:pt x="17567" y="79857"/>
                        <a:pt x="15262" y="79325"/>
                        <a:pt x="13267" y="78881"/>
                      </a:cubicBezTo>
                      <a:cubicBezTo>
                        <a:pt x="11183" y="78172"/>
                        <a:pt x="9321" y="77463"/>
                        <a:pt x="7725" y="76399"/>
                      </a:cubicBezTo>
                      <a:cubicBezTo>
                        <a:pt x="4445" y="74360"/>
                        <a:pt x="2228" y="71478"/>
                        <a:pt x="1031" y="68508"/>
                      </a:cubicBezTo>
                      <a:cubicBezTo>
                        <a:pt x="-121" y="65405"/>
                        <a:pt x="-254" y="62257"/>
                        <a:pt x="367" y="59154"/>
                      </a:cubicBezTo>
                      <a:lnTo>
                        <a:pt x="4268" y="40535"/>
                      </a:lnTo>
                      <a:cubicBezTo>
                        <a:pt x="5021" y="36856"/>
                        <a:pt x="6174" y="33531"/>
                        <a:pt x="7149" y="30428"/>
                      </a:cubicBezTo>
                      <a:cubicBezTo>
                        <a:pt x="8169" y="27280"/>
                        <a:pt x="9011" y="24443"/>
                        <a:pt x="9543" y="21916"/>
                      </a:cubicBezTo>
                      <a:cubicBezTo>
                        <a:pt x="10075" y="19434"/>
                        <a:pt x="10208" y="17350"/>
                        <a:pt x="10119" y="15976"/>
                      </a:cubicBezTo>
                      <a:cubicBezTo>
                        <a:pt x="10075" y="14602"/>
                        <a:pt x="9809" y="13937"/>
                        <a:pt x="9809" y="13937"/>
                      </a:cubicBezTo>
                      <a:lnTo>
                        <a:pt x="11715" y="11410"/>
                      </a:lnTo>
                      <a:cubicBezTo>
                        <a:pt x="12646" y="10168"/>
                        <a:pt x="13488" y="9326"/>
                        <a:pt x="14508" y="7775"/>
                      </a:cubicBezTo>
                      <a:cubicBezTo>
                        <a:pt x="15882" y="5735"/>
                        <a:pt x="17789" y="4139"/>
                        <a:pt x="20005" y="2943"/>
                      </a:cubicBezTo>
                      <a:cubicBezTo>
                        <a:pt x="22177" y="1657"/>
                        <a:pt x="24704" y="726"/>
                        <a:pt x="27408" y="327"/>
                      </a:cubicBezTo>
                      <a:cubicBezTo>
                        <a:pt x="32861" y="-515"/>
                        <a:pt x="38979" y="194"/>
                        <a:pt x="44476" y="3341"/>
                      </a:cubicBezTo>
                      <a:lnTo>
                        <a:pt x="59637" y="11986"/>
                      </a:lnTo>
                      <a:cubicBezTo>
                        <a:pt x="65134" y="15089"/>
                        <a:pt x="68902" y="20232"/>
                        <a:pt x="70055" y="26216"/>
                      </a:cubicBezTo>
                      <a:cubicBezTo>
                        <a:pt x="70675" y="29186"/>
                        <a:pt x="70720" y="32378"/>
                        <a:pt x="70055" y="35570"/>
                      </a:cubicBezTo>
                      <a:cubicBezTo>
                        <a:pt x="69346" y="38762"/>
                        <a:pt x="67883" y="41998"/>
                        <a:pt x="65843" y="4492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68" name="Forme libre : forme 25467">
                  <a:extLst>
                    <a:ext uri="{FF2B5EF4-FFF2-40B4-BE49-F238E27FC236}">
                      <a16:creationId xmlns:a16="http://schemas.microsoft.com/office/drawing/2014/main" id="{0FF37202-85B2-49DF-A9DB-D461A2323099}"/>
                    </a:ext>
                  </a:extLst>
                </p:cNvPr>
                <p:cNvSpPr/>
                <p:nvPr/>
              </p:nvSpPr>
              <p:spPr>
                <a:xfrm>
                  <a:off x="7795573" y="944471"/>
                  <a:ext cx="70600" cy="68023"/>
                </a:xfrm>
                <a:custGeom>
                  <a:avLst/>
                  <a:gdLst>
                    <a:gd name="connsiteX0" fmla="*/ 31684 w 70600"/>
                    <a:gd name="connsiteY0" fmla="*/ 40297 h 68023"/>
                    <a:gd name="connsiteX1" fmla="*/ 14661 w 70600"/>
                    <a:gd name="connsiteY1" fmla="*/ 49207 h 68023"/>
                    <a:gd name="connsiteX2" fmla="*/ 1938 w 70600"/>
                    <a:gd name="connsiteY2" fmla="*/ 40075 h 68023"/>
                    <a:gd name="connsiteX3" fmla="*/ 386 w 70600"/>
                    <a:gd name="connsiteY3" fmla="*/ 47434 h 68023"/>
                    <a:gd name="connsiteX4" fmla="*/ 1051 w 70600"/>
                    <a:gd name="connsiteY4" fmla="*/ 56788 h 68023"/>
                    <a:gd name="connsiteX5" fmla="*/ 7745 w 70600"/>
                    <a:gd name="connsiteY5" fmla="*/ 64679 h 68023"/>
                    <a:gd name="connsiteX6" fmla="*/ 13286 w 70600"/>
                    <a:gd name="connsiteY6" fmla="*/ 67161 h 68023"/>
                    <a:gd name="connsiteX7" fmla="*/ 19936 w 70600"/>
                    <a:gd name="connsiteY7" fmla="*/ 68004 h 68023"/>
                    <a:gd name="connsiteX8" fmla="*/ 27295 w 70600"/>
                    <a:gd name="connsiteY8" fmla="*/ 66851 h 68023"/>
                    <a:gd name="connsiteX9" fmla="*/ 34875 w 70600"/>
                    <a:gd name="connsiteY9" fmla="*/ 63615 h 68023"/>
                    <a:gd name="connsiteX10" fmla="*/ 40062 w 70600"/>
                    <a:gd name="connsiteY10" fmla="*/ 60157 h 68023"/>
                    <a:gd name="connsiteX11" fmla="*/ 44983 w 70600"/>
                    <a:gd name="connsiteY11" fmla="*/ 56256 h 68023"/>
                    <a:gd name="connsiteX12" fmla="*/ 54159 w 70600"/>
                    <a:gd name="connsiteY12" fmla="*/ 47212 h 68023"/>
                    <a:gd name="connsiteX13" fmla="*/ 56465 w 70600"/>
                    <a:gd name="connsiteY13" fmla="*/ 44952 h 68023"/>
                    <a:gd name="connsiteX14" fmla="*/ 57928 w 70600"/>
                    <a:gd name="connsiteY14" fmla="*/ 43223 h 68023"/>
                    <a:gd name="connsiteX15" fmla="*/ 60632 w 70600"/>
                    <a:gd name="connsiteY15" fmla="*/ 39853 h 68023"/>
                    <a:gd name="connsiteX16" fmla="*/ 65863 w 70600"/>
                    <a:gd name="connsiteY16" fmla="*/ 33204 h 68023"/>
                    <a:gd name="connsiteX17" fmla="*/ 70119 w 70600"/>
                    <a:gd name="connsiteY17" fmla="*/ 23850 h 68023"/>
                    <a:gd name="connsiteX18" fmla="*/ 70119 w 70600"/>
                    <a:gd name="connsiteY18" fmla="*/ 14496 h 68023"/>
                    <a:gd name="connsiteX19" fmla="*/ 59701 w 70600"/>
                    <a:gd name="connsiteY19" fmla="*/ 266 h 68023"/>
                    <a:gd name="connsiteX20" fmla="*/ 59213 w 70600"/>
                    <a:gd name="connsiteY20" fmla="*/ 0 h 68023"/>
                    <a:gd name="connsiteX21" fmla="*/ 53672 w 70600"/>
                    <a:gd name="connsiteY21" fmla="*/ 9974 h 68023"/>
                    <a:gd name="connsiteX22" fmla="*/ 47244 w 70600"/>
                    <a:gd name="connsiteY22" fmla="*/ 19373 h 68023"/>
                    <a:gd name="connsiteX23" fmla="*/ 40372 w 70600"/>
                    <a:gd name="connsiteY23" fmla="*/ 28859 h 68023"/>
                    <a:gd name="connsiteX24" fmla="*/ 31684 w 70600"/>
                    <a:gd name="connsiteY24" fmla="*/ 40297 h 68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0600" h="68023">
                      <a:moveTo>
                        <a:pt x="31684" y="40297"/>
                      </a:moveTo>
                      <a:cubicBezTo>
                        <a:pt x="27206" y="46015"/>
                        <a:pt x="20601" y="49429"/>
                        <a:pt x="14661" y="49207"/>
                      </a:cubicBezTo>
                      <a:cubicBezTo>
                        <a:pt x="8720" y="49074"/>
                        <a:pt x="3755" y="45395"/>
                        <a:pt x="1938" y="40075"/>
                      </a:cubicBezTo>
                      <a:lnTo>
                        <a:pt x="386" y="47434"/>
                      </a:lnTo>
                      <a:cubicBezTo>
                        <a:pt x="-279" y="50493"/>
                        <a:pt x="-102" y="53685"/>
                        <a:pt x="1051" y="56788"/>
                      </a:cubicBezTo>
                      <a:cubicBezTo>
                        <a:pt x="2248" y="59758"/>
                        <a:pt x="4464" y="62640"/>
                        <a:pt x="7745" y="64679"/>
                      </a:cubicBezTo>
                      <a:cubicBezTo>
                        <a:pt x="9385" y="65743"/>
                        <a:pt x="11203" y="66452"/>
                        <a:pt x="13286" y="67161"/>
                      </a:cubicBezTo>
                      <a:cubicBezTo>
                        <a:pt x="15326" y="67560"/>
                        <a:pt x="17631" y="68137"/>
                        <a:pt x="19936" y="68004"/>
                      </a:cubicBezTo>
                      <a:cubicBezTo>
                        <a:pt x="22285" y="67915"/>
                        <a:pt x="24812" y="67693"/>
                        <a:pt x="27295" y="66851"/>
                      </a:cubicBezTo>
                      <a:cubicBezTo>
                        <a:pt x="29822" y="66230"/>
                        <a:pt x="32393" y="65078"/>
                        <a:pt x="34875" y="63615"/>
                      </a:cubicBezTo>
                      <a:cubicBezTo>
                        <a:pt x="36693" y="62684"/>
                        <a:pt x="38333" y="61398"/>
                        <a:pt x="40062" y="60157"/>
                      </a:cubicBezTo>
                      <a:cubicBezTo>
                        <a:pt x="41702" y="58872"/>
                        <a:pt x="43564" y="57896"/>
                        <a:pt x="44983" y="56256"/>
                      </a:cubicBezTo>
                      <a:lnTo>
                        <a:pt x="54159" y="47212"/>
                      </a:lnTo>
                      <a:lnTo>
                        <a:pt x="56465" y="44952"/>
                      </a:lnTo>
                      <a:cubicBezTo>
                        <a:pt x="57130" y="44242"/>
                        <a:pt x="57440" y="43799"/>
                        <a:pt x="57928" y="43223"/>
                      </a:cubicBezTo>
                      <a:lnTo>
                        <a:pt x="60632" y="39853"/>
                      </a:lnTo>
                      <a:cubicBezTo>
                        <a:pt x="62361" y="37637"/>
                        <a:pt x="64444" y="35287"/>
                        <a:pt x="65863" y="33204"/>
                      </a:cubicBezTo>
                      <a:cubicBezTo>
                        <a:pt x="67946" y="30234"/>
                        <a:pt x="69365" y="27042"/>
                        <a:pt x="70119" y="23850"/>
                      </a:cubicBezTo>
                      <a:cubicBezTo>
                        <a:pt x="70783" y="20658"/>
                        <a:pt x="70739" y="17466"/>
                        <a:pt x="70119" y="14496"/>
                      </a:cubicBezTo>
                      <a:cubicBezTo>
                        <a:pt x="68966" y="8512"/>
                        <a:pt x="65154" y="3414"/>
                        <a:pt x="59701" y="266"/>
                      </a:cubicBezTo>
                      <a:lnTo>
                        <a:pt x="59213" y="0"/>
                      </a:lnTo>
                      <a:cubicBezTo>
                        <a:pt x="57662" y="3502"/>
                        <a:pt x="55578" y="6738"/>
                        <a:pt x="53672" y="9974"/>
                      </a:cubicBezTo>
                      <a:cubicBezTo>
                        <a:pt x="51721" y="13211"/>
                        <a:pt x="49327" y="16225"/>
                        <a:pt x="47244" y="19373"/>
                      </a:cubicBezTo>
                      <a:cubicBezTo>
                        <a:pt x="45072" y="22476"/>
                        <a:pt x="42500" y="25579"/>
                        <a:pt x="40372" y="28859"/>
                      </a:cubicBezTo>
                      <a:cubicBezTo>
                        <a:pt x="37580" y="32229"/>
                        <a:pt x="34654" y="36218"/>
                        <a:pt x="31684" y="40297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69" name="Forme libre : forme 25468">
                  <a:extLst>
                    <a:ext uri="{FF2B5EF4-FFF2-40B4-BE49-F238E27FC236}">
                      <a16:creationId xmlns:a16="http://schemas.microsoft.com/office/drawing/2014/main" id="{5C389410-9A75-4907-BC77-A1BA0BEBCD60}"/>
                    </a:ext>
                  </a:extLst>
                </p:cNvPr>
                <p:cNvSpPr/>
                <p:nvPr/>
              </p:nvSpPr>
              <p:spPr>
                <a:xfrm>
                  <a:off x="7818981" y="951972"/>
                  <a:ext cx="26584" cy="30643"/>
                </a:xfrm>
                <a:custGeom>
                  <a:avLst/>
                  <a:gdLst>
                    <a:gd name="connsiteX0" fmla="*/ 22329 w 26584"/>
                    <a:gd name="connsiteY0" fmla="*/ 1586 h 30643"/>
                    <a:gd name="connsiteX1" fmla="*/ 26584 w 26584"/>
                    <a:gd name="connsiteY1" fmla="*/ 10320 h 30643"/>
                    <a:gd name="connsiteX2" fmla="*/ 25520 w 26584"/>
                    <a:gd name="connsiteY2" fmla="*/ 16260 h 30643"/>
                    <a:gd name="connsiteX3" fmla="*/ 21841 w 26584"/>
                    <a:gd name="connsiteY3" fmla="*/ 22378 h 30643"/>
                    <a:gd name="connsiteX4" fmla="*/ 19270 w 26584"/>
                    <a:gd name="connsiteY4" fmla="*/ 25126 h 30643"/>
                    <a:gd name="connsiteX5" fmla="*/ 15856 w 26584"/>
                    <a:gd name="connsiteY5" fmla="*/ 27609 h 30643"/>
                    <a:gd name="connsiteX6" fmla="*/ 9517 w 26584"/>
                    <a:gd name="connsiteY6" fmla="*/ 30446 h 30643"/>
                    <a:gd name="connsiteX7" fmla="*/ 4419 w 26584"/>
                    <a:gd name="connsiteY7" fmla="*/ 29914 h 30643"/>
                    <a:gd name="connsiteX8" fmla="*/ 1272 w 26584"/>
                    <a:gd name="connsiteY8" fmla="*/ 26589 h 30643"/>
                    <a:gd name="connsiteX9" fmla="*/ 75 w 26584"/>
                    <a:gd name="connsiteY9" fmla="*/ 21402 h 30643"/>
                    <a:gd name="connsiteX10" fmla="*/ 208 w 26584"/>
                    <a:gd name="connsiteY10" fmla="*/ 15994 h 30643"/>
                    <a:gd name="connsiteX11" fmla="*/ 1227 w 26584"/>
                    <a:gd name="connsiteY11" fmla="*/ 11206 h 30643"/>
                    <a:gd name="connsiteX12" fmla="*/ 2158 w 26584"/>
                    <a:gd name="connsiteY12" fmla="*/ 9211 h 30643"/>
                    <a:gd name="connsiteX13" fmla="*/ 3710 w 26584"/>
                    <a:gd name="connsiteY13" fmla="*/ 6862 h 30643"/>
                    <a:gd name="connsiteX14" fmla="*/ 7921 w 26584"/>
                    <a:gd name="connsiteY14" fmla="*/ 3094 h 30643"/>
                    <a:gd name="connsiteX15" fmla="*/ 12753 w 26584"/>
                    <a:gd name="connsiteY15" fmla="*/ 655 h 30643"/>
                    <a:gd name="connsiteX16" fmla="*/ 22329 w 26584"/>
                    <a:gd name="connsiteY16" fmla="*/ 1586 h 30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6584" h="30643">
                      <a:moveTo>
                        <a:pt x="22329" y="1586"/>
                      </a:moveTo>
                      <a:cubicBezTo>
                        <a:pt x="25077" y="3404"/>
                        <a:pt x="26540" y="6551"/>
                        <a:pt x="26584" y="10320"/>
                      </a:cubicBezTo>
                      <a:cubicBezTo>
                        <a:pt x="26584" y="12181"/>
                        <a:pt x="26318" y="14221"/>
                        <a:pt x="25520" y="16260"/>
                      </a:cubicBezTo>
                      <a:cubicBezTo>
                        <a:pt x="24634" y="18299"/>
                        <a:pt x="23393" y="20383"/>
                        <a:pt x="21841" y="22378"/>
                      </a:cubicBezTo>
                      <a:cubicBezTo>
                        <a:pt x="20999" y="23397"/>
                        <a:pt x="20334" y="24240"/>
                        <a:pt x="19270" y="25126"/>
                      </a:cubicBezTo>
                      <a:cubicBezTo>
                        <a:pt x="18117" y="26057"/>
                        <a:pt x="16965" y="26899"/>
                        <a:pt x="15856" y="27609"/>
                      </a:cubicBezTo>
                      <a:cubicBezTo>
                        <a:pt x="13595" y="29072"/>
                        <a:pt x="11423" y="30047"/>
                        <a:pt x="9517" y="30446"/>
                      </a:cubicBezTo>
                      <a:cubicBezTo>
                        <a:pt x="7611" y="30889"/>
                        <a:pt x="5749" y="30535"/>
                        <a:pt x="4419" y="29914"/>
                      </a:cubicBezTo>
                      <a:cubicBezTo>
                        <a:pt x="3045" y="29249"/>
                        <a:pt x="1981" y="28096"/>
                        <a:pt x="1272" y="26589"/>
                      </a:cubicBezTo>
                      <a:cubicBezTo>
                        <a:pt x="562" y="25082"/>
                        <a:pt x="208" y="23220"/>
                        <a:pt x="75" y="21402"/>
                      </a:cubicBezTo>
                      <a:cubicBezTo>
                        <a:pt x="-103" y="19540"/>
                        <a:pt x="75" y="17767"/>
                        <a:pt x="208" y="15994"/>
                      </a:cubicBezTo>
                      <a:cubicBezTo>
                        <a:pt x="385" y="14221"/>
                        <a:pt x="695" y="12625"/>
                        <a:pt x="1227" y="11206"/>
                      </a:cubicBezTo>
                      <a:cubicBezTo>
                        <a:pt x="1493" y="10497"/>
                        <a:pt x="1804" y="9832"/>
                        <a:pt x="2158" y="9211"/>
                      </a:cubicBezTo>
                      <a:cubicBezTo>
                        <a:pt x="2557" y="8546"/>
                        <a:pt x="3133" y="7615"/>
                        <a:pt x="3710" y="6862"/>
                      </a:cubicBezTo>
                      <a:cubicBezTo>
                        <a:pt x="4907" y="5310"/>
                        <a:pt x="6369" y="4069"/>
                        <a:pt x="7921" y="3094"/>
                      </a:cubicBezTo>
                      <a:cubicBezTo>
                        <a:pt x="9473" y="2074"/>
                        <a:pt x="11069" y="1143"/>
                        <a:pt x="12753" y="655"/>
                      </a:cubicBezTo>
                      <a:cubicBezTo>
                        <a:pt x="16078" y="-409"/>
                        <a:pt x="19580" y="-231"/>
                        <a:pt x="22329" y="1586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70" name="Forme libre : forme 25469">
                  <a:extLst>
                    <a:ext uri="{FF2B5EF4-FFF2-40B4-BE49-F238E27FC236}">
                      <a16:creationId xmlns:a16="http://schemas.microsoft.com/office/drawing/2014/main" id="{553852CA-C0D5-466E-A23C-B337283383CF}"/>
                    </a:ext>
                  </a:extLst>
                </p:cNvPr>
                <p:cNvSpPr/>
                <p:nvPr/>
              </p:nvSpPr>
              <p:spPr>
                <a:xfrm>
                  <a:off x="7818922" y="965484"/>
                  <a:ext cx="25933" cy="17196"/>
                </a:xfrm>
                <a:custGeom>
                  <a:avLst/>
                  <a:gdLst>
                    <a:gd name="connsiteX0" fmla="*/ 576 w 25933"/>
                    <a:gd name="connsiteY0" fmla="*/ 0 h 17196"/>
                    <a:gd name="connsiteX1" fmla="*/ 0 w 25933"/>
                    <a:gd name="connsiteY1" fmla="*/ 6561 h 17196"/>
                    <a:gd name="connsiteX2" fmla="*/ 1286 w 25933"/>
                    <a:gd name="connsiteY2" fmla="*/ 13122 h 17196"/>
                    <a:gd name="connsiteX3" fmla="*/ 4433 w 25933"/>
                    <a:gd name="connsiteY3" fmla="*/ 16447 h 17196"/>
                    <a:gd name="connsiteX4" fmla="*/ 9531 w 25933"/>
                    <a:gd name="connsiteY4" fmla="*/ 16979 h 17196"/>
                    <a:gd name="connsiteX5" fmla="*/ 15870 w 25933"/>
                    <a:gd name="connsiteY5" fmla="*/ 14142 h 17196"/>
                    <a:gd name="connsiteX6" fmla="*/ 19284 w 25933"/>
                    <a:gd name="connsiteY6" fmla="*/ 11659 h 17196"/>
                    <a:gd name="connsiteX7" fmla="*/ 21855 w 25933"/>
                    <a:gd name="connsiteY7" fmla="*/ 8911 h 17196"/>
                    <a:gd name="connsiteX8" fmla="*/ 25934 w 25933"/>
                    <a:gd name="connsiteY8" fmla="*/ 1773 h 17196"/>
                    <a:gd name="connsiteX9" fmla="*/ 22520 w 25933"/>
                    <a:gd name="connsiteY9" fmla="*/ 4743 h 17196"/>
                    <a:gd name="connsiteX10" fmla="*/ 16447 w 25933"/>
                    <a:gd name="connsiteY10" fmla="*/ 6738 h 17196"/>
                    <a:gd name="connsiteX11" fmla="*/ 10019 w 25933"/>
                    <a:gd name="connsiteY11" fmla="*/ 6783 h 17196"/>
                    <a:gd name="connsiteX12" fmla="*/ 576 w 25933"/>
                    <a:gd name="connsiteY12" fmla="*/ 0 h 17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933" h="17196">
                      <a:moveTo>
                        <a:pt x="576" y="0"/>
                      </a:moveTo>
                      <a:cubicBezTo>
                        <a:pt x="177" y="2039"/>
                        <a:pt x="0" y="4300"/>
                        <a:pt x="0" y="6561"/>
                      </a:cubicBezTo>
                      <a:cubicBezTo>
                        <a:pt x="44" y="8822"/>
                        <a:pt x="399" y="11260"/>
                        <a:pt x="1286" y="13122"/>
                      </a:cubicBezTo>
                      <a:cubicBezTo>
                        <a:pt x="1995" y="14629"/>
                        <a:pt x="3014" y="15782"/>
                        <a:pt x="4433" y="16447"/>
                      </a:cubicBezTo>
                      <a:cubicBezTo>
                        <a:pt x="5807" y="17067"/>
                        <a:pt x="7669" y="17466"/>
                        <a:pt x="9531" y="16979"/>
                      </a:cubicBezTo>
                      <a:cubicBezTo>
                        <a:pt x="11437" y="16535"/>
                        <a:pt x="13609" y="15560"/>
                        <a:pt x="15870" y="14142"/>
                      </a:cubicBezTo>
                      <a:cubicBezTo>
                        <a:pt x="17023" y="13432"/>
                        <a:pt x="18176" y="12590"/>
                        <a:pt x="19284" y="11659"/>
                      </a:cubicBezTo>
                      <a:cubicBezTo>
                        <a:pt x="20348" y="10772"/>
                        <a:pt x="21013" y="9930"/>
                        <a:pt x="21855" y="8911"/>
                      </a:cubicBezTo>
                      <a:cubicBezTo>
                        <a:pt x="23673" y="6605"/>
                        <a:pt x="25091" y="4167"/>
                        <a:pt x="25934" y="1773"/>
                      </a:cubicBezTo>
                      <a:cubicBezTo>
                        <a:pt x="24958" y="2926"/>
                        <a:pt x="23806" y="3945"/>
                        <a:pt x="22520" y="4743"/>
                      </a:cubicBezTo>
                      <a:cubicBezTo>
                        <a:pt x="20569" y="5719"/>
                        <a:pt x="18486" y="6384"/>
                        <a:pt x="16447" y="6738"/>
                      </a:cubicBezTo>
                      <a:cubicBezTo>
                        <a:pt x="14496" y="7093"/>
                        <a:pt x="11925" y="7182"/>
                        <a:pt x="10019" y="6783"/>
                      </a:cubicBezTo>
                      <a:cubicBezTo>
                        <a:pt x="5985" y="6029"/>
                        <a:pt x="2881" y="3414"/>
                        <a:pt x="576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71" name="Forme libre : forme 25470">
                  <a:extLst>
                    <a:ext uri="{FF2B5EF4-FFF2-40B4-BE49-F238E27FC236}">
                      <a16:creationId xmlns:a16="http://schemas.microsoft.com/office/drawing/2014/main" id="{D997B1D6-700D-4F00-8A11-5FFC1B8B5DE4}"/>
                    </a:ext>
                  </a:extLst>
                </p:cNvPr>
                <p:cNvSpPr/>
                <p:nvPr/>
              </p:nvSpPr>
              <p:spPr>
                <a:xfrm>
                  <a:off x="7821433" y="952130"/>
                  <a:ext cx="27280" cy="31377"/>
                </a:xfrm>
                <a:custGeom>
                  <a:avLst/>
                  <a:gdLst>
                    <a:gd name="connsiteX0" fmla="*/ 23024 w 27280"/>
                    <a:gd name="connsiteY0" fmla="*/ 1517 h 31377"/>
                    <a:gd name="connsiteX1" fmla="*/ 27280 w 27280"/>
                    <a:gd name="connsiteY1" fmla="*/ 10250 h 31377"/>
                    <a:gd name="connsiteX2" fmla="*/ 26261 w 27280"/>
                    <a:gd name="connsiteY2" fmla="*/ 16235 h 31377"/>
                    <a:gd name="connsiteX3" fmla="*/ 22581 w 27280"/>
                    <a:gd name="connsiteY3" fmla="*/ 22441 h 31377"/>
                    <a:gd name="connsiteX4" fmla="*/ 16818 w 27280"/>
                    <a:gd name="connsiteY4" fmla="*/ 27716 h 31377"/>
                    <a:gd name="connsiteX5" fmla="*/ 10080 w 27280"/>
                    <a:gd name="connsiteY5" fmla="*/ 30953 h 31377"/>
                    <a:gd name="connsiteX6" fmla="*/ 1347 w 27280"/>
                    <a:gd name="connsiteY6" fmla="*/ 27672 h 31377"/>
                    <a:gd name="connsiteX7" fmla="*/ 194 w 27280"/>
                    <a:gd name="connsiteY7" fmla="*/ 17121 h 31377"/>
                    <a:gd name="connsiteX8" fmla="*/ 1391 w 27280"/>
                    <a:gd name="connsiteY8" fmla="*/ 12112 h 31377"/>
                    <a:gd name="connsiteX9" fmla="*/ 4184 w 27280"/>
                    <a:gd name="connsiteY9" fmla="*/ 7236 h 31377"/>
                    <a:gd name="connsiteX10" fmla="*/ 8484 w 27280"/>
                    <a:gd name="connsiteY10" fmla="*/ 3246 h 31377"/>
                    <a:gd name="connsiteX11" fmla="*/ 13360 w 27280"/>
                    <a:gd name="connsiteY11" fmla="*/ 674 h 31377"/>
                    <a:gd name="connsiteX12" fmla="*/ 23024 w 27280"/>
                    <a:gd name="connsiteY12" fmla="*/ 1517 h 31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280" h="31377">
                      <a:moveTo>
                        <a:pt x="23024" y="1517"/>
                      </a:moveTo>
                      <a:cubicBezTo>
                        <a:pt x="25817" y="3334"/>
                        <a:pt x="27280" y="6482"/>
                        <a:pt x="27280" y="10250"/>
                      </a:cubicBezTo>
                      <a:cubicBezTo>
                        <a:pt x="27280" y="12156"/>
                        <a:pt x="26925" y="14195"/>
                        <a:pt x="26261" y="16235"/>
                      </a:cubicBezTo>
                      <a:cubicBezTo>
                        <a:pt x="25551" y="18318"/>
                        <a:pt x="24132" y="20446"/>
                        <a:pt x="22581" y="22441"/>
                      </a:cubicBezTo>
                      <a:cubicBezTo>
                        <a:pt x="20852" y="24525"/>
                        <a:pt x="19522" y="25987"/>
                        <a:pt x="16818" y="27716"/>
                      </a:cubicBezTo>
                      <a:cubicBezTo>
                        <a:pt x="14424" y="29268"/>
                        <a:pt x="12119" y="30376"/>
                        <a:pt x="10080" y="30953"/>
                      </a:cubicBezTo>
                      <a:cubicBezTo>
                        <a:pt x="6046" y="32194"/>
                        <a:pt x="2809" y="30598"/>
                        <a:pt x="1347" y="27672"/>
                      </a:cubicBezTo>
                      <a:cubicBezTo>
                        <a:pt x="-161" y="24702"/>
                        <a:pt x="-161" y="20756"/>
                        <a:pt x="194" y="17121"/>
                      </a:cubicBezTo>
                      <a:cubicBezTo>
                        <a:pt x="415" y="15304"/>
                        <a:pt x="815" y="13619"/>
                        <a:pt x="1391" y="12112"/>
                      </a:cubicBezTo>
                      <a:cubicBezTo>
                        <a:pt x="1923" y="10738"/>
                        <a:pt x="2942" y="8787"/>
                        <a:pt x="4184" y="7236"/>
                      </a:cubicBezTo>
                      <a:cubicBezTo>
                        <a:pt x="5425" y="5640"/>
                        <a:pt x="6932" y="4398"/>
                        <a:pt x="8484" y="3246"/>
                      </a:cubicBezTo>
                      <a:cubicBezTo>
                        <a:pt x="10035" y="2093"/>
                        <a:pt x="11675" y="1207"/>
                        <a:pt x="13360" y="674"/>
                      </a:cubicBezTo>
                      <a:cubicBezTo>
                        <a:pt x="16685" y="-389"/>
                        <a:pt x="20276" y="-256"/>
                        <a:pt x="23024" y="151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72" name="Forme libre : forme 25471">
                  <a:extLst>
                    <a:ext uri="{FF2B5EF4-FFF2-40B4-BE49-F238E27FC236}">
                      <a16:creationId xmlns:a16="http://schemas.microsoft.com/office/drawing/2014/main" id="{A3FCBEB9-685F-453B-80B8-F17BD06778F8}"/>
                    </a:ext>
                  </a:extLst>
                </p:cNvPr>
                <p:cNvSpPr/>
                <p:nvPr/>
              </p:nvSpPr>
              <p:spPr>
                <a:xfrm>
                  <a:off x="7807116" y="961909"/>
                  <a:ext cx="46124" cy="40384"/>
                </a:xfrm>
                <a:custGeom>
                  <a:avLst/>
                  <a:gdLst>
                    <a:gd name="connsiteX0" fmla="*/ 901 w 46124"/>
                    <a:gd name="connsiteY0" fmla="*/ 24897 h 40384"/>
                    <a:gd name="connsiteX1" fmla="*/ 3073 w 46124"/>
                    <a:gd name="connsiteY1" fmla="*/ 35670 h 40384"/>
                    <a:gd name="connsiteX2" fmla="*/ 7240 w 46124"/>
                    <a:gd name="connsiteY2" fmla="*/ 39128 h 40384"/>
                    <a:gd name="connsiteX3" fmla="*/ 13491 w 46124"/>
                    <a:gd name="connsiteY3" fmla="*/ 40369 h 40384"/>
                    <a:gd name="connsiteX4" fmla="*/ 28830 w 46124"/>
                    <a:gd name="connsiteY4" fmla="*/ 35537 h 40384"/>
                    <a:gd name="connsiteX5" fmla="*/ 40400 w 46124"/>
                    <a:gd name="connsiteY5" fmla="*/ 25119 h 40384"/>
                    <a:gd name="connsiteX6" fmla="*/ 41641 w 46124"/>
                    <a:gd name="connsiteY6" fmla="*/ 23745 h 40384"/>
                    <a:gd name="connsiteX7" fmla="*/ 42395 w 46124"/>
                    <a:gd name="connsiteY7" fmla="*/ 22592 h 40384"/>
                    <a:gd name="connsiteX8" fmla="*/ 43725 w 46124"/>
                    <a:gd name="connsiteY8" fmla="*/ 20243 h 40384"/>
                    <a:gd name="connsiteX9" fmla="*/ 45631 w 46124"/>
                    <a:gd name="connsiteY9" fmla="*/ 15322 h 40384"/>
                    <a:gd name="connsiteX10" fmla="*/ 46119 w 46124"/>
                    <a:gd name="connsiteY10" fmla="*/ 11554 h 40384"/>
                    <a:gd name="connsiteX11" fmla="*/ 45321 w 46124"/>
                    <a:gd name="connsiteY11" fmla="*/ 8140 h 40384"/>
                    <a:gd name="connsiteX12" fmla="*/ 40755 w 46124"/>
                    <a:gd name="connsiteY12" fmla="*/ 3929 h 40384"/>
                    <a:gd name="connsiteX13" fmla="*/ 32598 w 46124"/>
                    <a:gd name="connsiteY13" fmla="*/ 5436 h 40384"/>
                    <a:gd name="connsiteX14" fmla="*/ 23155 w 46124"/>
                    <a:gd name="connsiteY14" fmla="*/ 7608 h 40384"/>
                    <a:gd name="connsiteX15" fmla="*/ 14245 w 46124"/>
                    <a:gd name="connsiteY15" fmla="*/ 6633 h 40384"/>
                    <a:gd name="connsiteX16" fmla="*/ 6265 w 46124"/>
                    <a:gd name="connsiteY16" fmla="*/ 2067 h 40384"/>
                    <a:gd name="connsiteX17" fmla="*/ 1211 w 46124"/>
                    <a:gd name="connsiteY17" fmla="*/ 1136 h 40384"/>
                    <a:gd name="connsiteX18" fmla="*/ 14 w 46124"/>
                    <a:gd name="connsiteY18" fmla="*/ 12440 h 40384"/>
                    <a:gd name="connsiteX19" fmla="*/ 901 w 46124"/>
                    <a:gd name="connsiteY19" fmla="*/ 24897 h 40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24" h="40384">
                      <a:moveTo>
                        <a:pt x="901" y="24897"/>
                      </a:moveTo>
                      <a:cubicBezTo>
                        <a:pt x="1078" y="28665"/>
                        <a:pt x="1078" y="32567"/>
                        <a:pt x="3073" y="35670"/>
                      </a:cubicBezTo>
                      <a:cubicBezTo>
                        <a:pt x="4049" y="37133"/>
                        <a:pt x="5467" y="38418"/>
                        <a:pt x="7240" y="39128"/>
                      </a:cubicBezTo>
                      <a:cubicBezTo>
                        <a:pt x="9014" y="39926"/>
                        <a:pt x="11142" y="40457"/>
                        <a:pt x="13491" y="40369"/>
                      </a:cubicBezTo>
                      <a:cubicBezTo>
                        <a:pt x="18234" y="40590"/>
                        <a:pt x="23687" y="38507"/>
                        <a:pt x="28830" y="35537"/>
                      </a:cubicBezTo>
                      <a:cubicBezTo>
                        <a:pt x="32819" y="32611"/>
                        <a:pt x="36809" y="28931"/>
                        <a:pt x="40400" y="25119"/>
                      </a:cubicBezTo>
                      <a:cubicBezTo>
                        <a:pt x="40799" y="24676"/>
                        <a:pt x="41375" y="24099"/>
                        <a:pt x="41641" y="23745"/>
                      </a:cubicBezTo>
                      <a:lnTo>
                        <a:pt x="42395" y="22592"/>
                      </a:lnTo>
                      <a:cubicBezTo>
                        <a:pt x="42882" y="21838"/>
                        <a:pt x="43326" y="21041"/>
                        <a:pt x="43725" y="20243"/>
                      </a:cubicBezTo>
                      <a:cubicBezTo>
                        <a:pt x="44523" y="18647"/>
                        <a:pt x="45188" y="17006"/>
                        <a:pt x="45631" y="15322"/>
                      </a:cubicBezTo>
                      <a:cubicBezTo>
                        <a:pt x="45941" y="14081"/>
                        <a:pt x="46163" y="12795"/>
                        <a:pt x="46119" y="11554"/>
                      </a:cubicBezTo>
                      <a:cubicBezTo>
                        <a:pt x="46030" y="10357"/>
                        <a:pt x="45720" y="9160"/>
                        <a:pt x="45321" y="8140"/>
                      </a:cubicBezTo>
                      <a:cubicBezTo>
                        <a:pt x="44434" y="6057"/>
                        <a:pt x="42927" y="4416"/>
                        <a:pt x="40755" y="3929"/>
                      </a:cubicBezTo>
                      <a:cubicBezTo>
                        <a:pt x="38095" y="3308"/>
                        <a:pt x="35390" y="4549"/>
                        <a:pt x="32598" y="5436"/>
                      </a:cubicBezTo>
                      <a:cubicBezTo>
                        <a:pt x="29406" y="6544"/>
                        <a:pt x="26303" y="7254"/>
                        <a:pt x="23155" y="7608"/>
                      </a:cubicBezTo>
                      <a:cubicBezTo>
                        <a:pt x="19875" y="7919"/>
                        <a:pt x="16860" y="7564"/>
                        <a:pt x="14245" y="6633"/>
                      </a:cubicBezTo>
                      <a:cubicBezTo>
                        <a:pt x="12028" y="5924"/>
                        <a:pt x="8703" y="3840"/>
                        <a:pt x="6265" y="2067"/>
                      </a:cubicBezTo>
                      <a:cubicBezTo>
                        <a:pt x="3738" y="338"/>
                        <a:pt x="2275" y="-1081"/>
                        <a:pt x="1211" y="1136"/>
                      </a:cubicBezTo>
                      <a:cubicBezTo>
                        <a:pt x="236" y="3175"/>
                        <a:pt x="-74" y="7608"/>
                        <a:pt x="14" y="12440"/>
                      </a:cubicBezTo>
                      <a:cubicBezTo>
                        <a:pt x="59" y="17272"/>
                        <a:pt x="812" y="22592"/>
                        <a:pt x="901" y="2489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73" name="Forme libre : forme 25472">
                  <a:extLst>
                    <a:ext uri="{FF2B5EF4-FFF2-40B4-BE49-F238E27FC236}">
                      <a16:creationId xmlns:a16="http://schemas.microsoft.com/office/drawing/2014/main" id="{F4AC515D-2D85-4D78-BF44-6A8EFB731EA1}"/>
                    </a:ext>
                  </a:extLst>
                </p:cNvPr>
                <p:cNvSpPr/>
                <p:nvPr/>
              </p:nvSpPr>
              <p:spPr>
                <a:xfrm>
                  <a:off x="7811563" y="959192"/>
                  <a:ext cx="5875" cy="15382"/>
                </a:xfrm>
                <a:custGeom>
                  <a:avLst/>
                  <a:gdLst>
                    <a:gd name="connsiteX0" fmla="*/ 0 w 5875"/>
                    <a:gd name="connsiteY0" fmla="*/ 10415 h 15382"/>
                    <a:gd name="connsiteX1" fmla="*/ 222 w 5875"/>
                    <a:gd name="connsiteY1" fmla="*/ 13473 h 15382"/>
                    <a:gd name="connsiteX2" fmla="*/ 1685 w 5875"/>
                    <a:gd name="connsiteY2" fmla="*/ 15380 h 15382"/>
                    <a:gd name="connsiteX3" fmla="*/ 3236 w 5875"/>
                    <a:gd name="connsiteY3" fmla="*/ 14227 h 15382"/>
                    <a:gd name="connsiteX4" fmla="*/ 5586 w 5875"/>
                    <a:gd name="connsiteY4" fmla="*/ 9040 h 15382"/>
                    <a:gd name="connsiteX5" fmla="*/ 5852 w 5875"/>
                    <a:gd name="connsiteY5" fmla="*/ 6691 h 15382"/>
                    <a:gd name="connsiteX6" fmla="*/ 3680 w 5875"/>
                    <a:gd name="connsiteY6" fmla="*/ 1504 h 15382"/>
                    <a:gd name="connsiteX7" fmla="*/ 1064 w 5875"/>
                    <a:gd name="connsiteY7" fmla="*/ 484 h 15382"/>
                    <a:gd name="connsiteX8" fmla="*/ 0 w 5875"/>
                    <a:gd name="connsiteY8" fmla="*/ 10415 h 15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75" h="15382">
                      <a:moveTo>
                        <a:pt x="0" y="10415"/>
                      </a:moveTo>
                      <a:cubicBezTo>
                        <a:pt x="0" y="11434"/>
                        <a:pt x="0" y="12498"/>
                        <a:pt x="222" y="13473"/>
                      </a:cubicBezTo>
                      <a:cubicBezTo>
                        <a:pt x="443" y="14449"/>
                        <a:pt x="1020" y="15335"/>
                        <a:pt x="1685" y="15380"/>
                      </a:cubicBezTo>
                      <a:cubicBezTo>
                        <a:pt x="2305" y="15424"/>
                        <a:pt x="2837" y="14848"/>
                        <a:pt x="3236" y="14227"/>
                      </a:cubicBezTo>
                      <a:cubicBezTo>
                        <a:pt x="4344" y="12675"/>
                        <a:pt x="5143" y="10902"/>
                        <a:pt x="5586" y="9040"/>
                      </a:cubicBezTo>
                      <a:cubicBezTo>
                        <a:pt x="5763" y="8287"/>
                        <a:pt x="5940" y="7533"/>
                        <a:pt x="5852" y="6691"/>
                      </a:cubicBezTo>
                      <a:cubicBezTo>
                        <a:pt x="5719" y="4917"/>
                        <a:pt x="4743" y="2834"/>
                        <a:pt x="3680" y="1504"/>
                      </a:cubicBezTo>
                      <a:cubicBezTo>
                        <a:pt x="2616" y="174"/>
                        <a:pt x="1596" y="-535"/>
                        <a:pt x="1064" y="484"/>
                      </a:cubicBezTo>
                      <a:cubicBezTo>
                        <a:pt x="310" y="1992"/>
                        <a:pt x="177" y="6336"/>
                        <a:pt x="0" y="1041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74" name="Forme libre : forme 25473">
                  <a:extLst>
                    <a:ext uri="{FF2B5EF4-FFF2-40B4-BE49-F238E27FC236}">
                      <a16:creationId xmlns:a16="http://schemas.microsoft.com/office/drawing/2014/main" id="{E6435633-29FE-436C-828D-821454D13F13}"/>
                    </a:ext>
                  </a:extLst>
                </p:cNvPr>
                <p:cNvSpPr/>
                <p:nvPr/>
              </p:nvSpPr>
              <p:spPr>
                <a:xfrm>
                  <a:off x="7851949" y="945357"/>
                  <a:ext cx="11215" cy="31031"/>
                </a:xfrm>
                <a:custGeom>
                  <a:avLst/>
                  <a:gdLst>
                    <a:gd name="connsiteX0" fmla="*/ 0 w 11215"/>
                    <a:gd name="connsiteY0" fmla="*/ 0 h 31031"/>
                    <a:gd name="connsiteX1" fmla="*/ 7403 w 11215"/>
                    <a:gd name="connsiteY1" fmla="*/ 6916 h 31031"/>
                    <a:gd name="connsiteX2" fmla="*/ 10994 w 11215"/>
                    <a:gd name="connsiteY2" fmla="*/ 16447 h 31031"/>
                    <a:gd name="connsiteX3" fmla="*/ 8733 w 11215"/>
                    <a:gd name="connsiteY3" fmla="*/ 31032 h 31031"/>
                    <a:gd name="connsiteX4" fmla="*/ 10019 w 11215"/>
                    <a:gd name="connsiteY4" fmla="*/ 20171 h 31031"/>
                    <a:gd name="connsiteX5" fmla="*/ 0 w 11215"/>
                    <a:gd name="connsiteY5" fmla="*/ 0 h 3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15" h="31031">
                      <a:moveTo>
                        <a:pt x="0" y="0"/>
                      </a:moveTo>
                      <a:cubicBezTo>
                        <a:pt x="0" y="0"/>
                        <a:pt x="4123" y="2084"/>
                        <a:pt x="7403" y="6916"/>
                      </a:cubicBezTo>
                      <a:cubicBezTo>
                        <a:pt x="9044" y="9354"/>
                        <a:pt x="10462" y="12457"/>
                        <a:pt x="10994" y="16447"/>
                      </a:cubicBezTo>
                      <a:cubicBezTo>
                        <a:pt x="11615" y="20437"/>
                        <a:pt x="10950" y="25269"/>
                        <a:pt x="8733" y="31032"/>
                      </a:cubicBezTo>
                      <a:cubicBezTo>
                        <a:pt x="8733" y="31032"/>
                        <a:pt x="10285" y="26377"/>
                        <a:pt x="10019" y="20171"/>
                      </a:cubicBezTo>
                      <a:cubicBezTo>
                        <a:pt x="9443" y="13964"/>
                        <a:pt x="7049" y="633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75" name="Forme libre : forme 25474">
                  <a:extLst>
                    <a:ext uri="{FF2B5EF4-FFF2-40B4-BE49-F238E27FC236}">
                      <a16:creationId xmlns:a16="http://schemas.microsoft.com/office/drawing/2014/main" id="{F38145B8-7E55-4D93-92CF-4D1413D460B6}"/>
                    </a:ext>
                  </a:extLst>
                </p:cNvPr>
                <p:cNvSpPr/>
                <p:nvPr/>
              </p:nvSpPr>
              <p:spPr>
                <a:xfrm>
                  <a:off x="7800348" y="948416"/>
                  <a:ext cx="6170" cy="27396"/>
                </a:xfrm>
                <a:custGeom>
                  <a:avLst/>
                  <a:gdLst>
                    <a:gd name="connsiteX0" fmla="*/ 5852 w 6170"/>
                    <a:gd name="connsiteY0" fmla="*/ 0 h 27396"/>
                    <a:gd name="connsiteX1" fmla="*/ 5852 w 6170"/>
                    <a:gd name="connsiteY1" fmla="*/ 3945 h 27396"/>
                    <a:gd name="connsiteX2" fmla="*/ 4256 w 6170"/>
                    <a:gd name="connsiteY2" fmla="*/ 12368 h 27396"/>
                    <a:gd name="connsiteX3" fmla="*/ 0 w 6170"/>
                    <a:gd name="connsiteY3" fmla="*/ 27397 h 27396"/>
                    <a:gd name="connsiteX4" fmla="*/ 1241 w 6170"/>
                    <a:gd name="connsiteY4" fmla="*/ 23894 h 27396"/>
                    <a:gd name="connsiteX5" fmla="*/ 4034 w 6170"/>
                    <a:gd name="connsiteY5" fmla="*/ 15693 h 27396"/>
                    <a:gd name="connsiteX6" fmla="*/ 6029 w 6170"/>
                    <a:gd name="connsiteY6" fmla="*/ 6206 h 27396"/>
                    <a:gd name="connsiteX7" fmla="*/ 5852 w 6170"/>
                    <a:gd name="connsiteY7" fmla="*/ 0 h 27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70" h="27396">
                      <a:moveTo>
                        <a:pt x="5852" y="0"/>
                      </a:moveTo>
                      <a:cubicBezTo>
                        <a:pt x="5763" y="44"/>
                        <a:pt x="6029" y="222"/>
                        <a:pt x="5852" y="3945"/>
                      </a:cubicBezTo>
                      <a:cubicBezTo>
                        <a:pt x="5719" y="5763"/>
                        <a:pt x="5275" y="8556"/>
                        <a:pt x="4256" y="12368"/>
                      </a:cubicBezTo>
                      <a:cubicBezTo>
                        <a:pt x="3236" y="16225"/>
                        <a:pt x="1551" y="21013"/>
                        <a:pt x="0" y="27397"/>
                      </a:cubicBezTo>
                      <a:cubicBezTo>
                        <a:pt x="0" y="27397"/>
                        <a:pt x="488" y="26022"/>
                        <a:pt x="1241" y="23894"/>
                      </a:cubicBezTo>
                      <a:cubicBezTo>
                        <a:pt x="2039" y="21722"/>
                        <a:pt x="3103" y="18929"/>
                        <a:pt x="4034" y="15693"/>
                      </a:cubicBezTo>
                      <a:cubicBezTo>
                        <a:pt x="5009" y="12590"/>
                        <a:pt x="5763" y="9088"/>
                        <a:pt x="6029" y="6206"/>
                      </a:cubicBezTo>
                      <a:cubicBezTo>
                        <a:pt x="6339" y="3280"/>
                        <a:pt x="6073" y="1020"/>
                        <a:pt x="58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76" name="Forme libre : forme 25475">
                  <a:extLst>
                    <a:ext uri="{FF2B5EF4-FFF2-40B4-BE49-F238E27FC236}">
                      <a16:creationId xmlns:a16="http://schemas.microsoft.com/office/drawing/2014/main" id="{3B8EA4CA-165D-4CA0-AFEA-82B1FDA4C2CC}"/>
                    </a:ext>
                  </a:extLst>
                </p:cNvPr>
                <p:cNvSpPr/>
                <p:nvPr/>
              </p:nvSpPr>
              <p:spPr>
                <a:xfrm>
                  <a:off x="7824238" y="956273"/>
                  <a:ext cx="11056" cy="8976"/>
                </a:xfrm>
                <a:custGeom>
                  <a:avLst/>
                  <a:gdLst>
                    <a:gd name="connsiteX0" fmla="*/ 10555 w 11056"/>
                    <a:gd name="connsiteY0" fmla="*/ 1187 h 8976"/>
                    <a:gd name="connsiteX1" fmla="*/ 7540 w 11056"/>
                    <a:gd name="connsiteY1" fmla="*/ 7704 h 8976"/>
                    <a:gd name="connsiteX2" fmla="*/ 403 w 11056"/>
                    <a:gd name="connsiteY2" fmla="*/ 7482 h 8976"/>
                    <a:gd name="connsiteX3" fmla="*/ 3329 w 11056"/>
                    <a:gd name="connsiteY3" fmla="*/ 1320 h 8976"/>
                    <a:gd name="connsiteX4" fmla="*/ 10555 w 11056"/>
                    <a:gd name="connsiteY4" fmla="*/ 1187 h 8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56" h="8976">
                      <a:moveTo>
                        <a:pt x="10555" y="1187"/>
                      </a:moveTo>
                      <a:cubicBezTo>
                        <a:pt x="11885" y="2916"/>
                        <a:pt x="10466" y="5930"/>
                        <a:pt x="7540" y="7704"/>
                      </a:cubicBezTo>
                      <a:cubicBezTo>
                        <a:pt x="4615" y="9521"/>
                        <a:pt x="1467" y="9344"/>
                        <a:pt x="403" y="7482"/>
                      </a:cubicBezTo>
                      <a:cubicBezTo>
                        <a:pt x="-705" y="5620"/>
                        <a:pt x="536" y="2916"/>
                        <a:pt x="3329" y="1320"/>
                      </a:cubicBezTo>
                      <a:cubicBezTo>
                        <a:pt x="6077" y="-232"/>
                        <a:pt x="9269" y="-586"/>
                        <a:pt x="10555" y="118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77" name="Forme libre : forme 25476">
                  <a:extLst>
                    <a:ext uri="{FF2B5EF4-FFF2-40B4-BE49-F238E27FC236}">
                      <a16:creationId xmlns:a16="http://schemas.microsoft.com/office/drawing/2014/main" id="{8F93A8AF-3D19-43C7-8ED4-BA22C36529FB}"/>
                    </a:ext>
                  </a:extLst>
                </p:cNvPr>
                <p:cNvSpPr/>
                <p:nvPr/>
              </p:nvSpPr>
              <p:spPr>
                <a:xfrm>
                  <a:off x="7832361" y="955143"/>
                  <a:ext cx="3322" cy="3348"/>
                </a:xfrm>
                <a:custGeom>
                  <a:avLst/>
                  <a:gdLst>
                    <a:gd name="connsiteX0" fmla="*/ 2564 w 3322"/>
                    <a:gd name="connsiteY0" fmla="*/ 322 h 3348"/>
                    <a:gd name="connsiteX1" fmla="*/ 3052 w 3322"/>
                    <a:gd name="connsiteY1" fmla="*/ 2672 h 3348"/>
                    <a:gd name="connsiteX2" fmla="*/ 747 w 3322"/>
                    <a:gd name="connsiteY2" fmla="*/ 3026 h 3348"/>
                    <a:gd name="connsiteX3" fmla="*/ 259 w 3322"/>
                    <a:gd name="connsiteY3" fmla="*/ 677 h 3348"/>
                    <a:gd name="connsiteX4" fmla="*/ 2564 w 3322"/>
                    <a:gd name="connsiteY4" fmla="*/ 322 h 3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22" h="3348">
                      <a:moveTo>
                        <a:pt x="2564" y="322"/>
                      </a:moveTo>
                      <a:cubicBezTo>
                        <a:pt x="3362" y="854"/>
                        <a:pt x="3540" y="1918"/>
                        <a:pt x="3052" y="2672"/>
                      </a:cubicBezTo>
                      <a:cubicBezTo>
                        <a:pt x="2564" y="3425"/>
                        <a:pt x="1501" y="3558"/>
                        <a:pt x="747" y="3026"/>
                      </a:cubicBezTo>
                      <a:cubicBezTo>
                        <a:pt x="-7" y="2494"/>
                        <a:pt x="-228" y="1430"/>
                        <a:pt x="259" y="677"/>
                      </a:cubicBezTo>
                      <a:cubicBezTo>
                        <a:pt x="747" y="-77"/>
                        <a:pt x="1811" y="-210"/>
                        <a:pt x="2564" y="3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78" name="Forme libre : forme 25477">
                  <a:extLst>
                    <a:ext uri="{FF2B5EF4-FFF2-40B4-BE49-F238E27FC236}">
                      <a16:creationId xmlns:a16="http://schemas.microsoft.com/office/drawing/2014/main" id="{F90C61D6-D247-496B-B68F-C18B121716EB}"/>
                    </a:ext>
                  </a:extLst>
                </p:cNvPr>
                <p:cNvSpPr/>
                <p:nvPr/>
              </p:nvSpPr>
              <p:spPr>
                <a:xfrm>
                  <a:off x="7810652" y="938289"/>
                  <a:ext cx="36474" cy="15104"/>
                </a:xfrm>
                <a:custGeom>
                  <a:avLst/>
                  <a:gdLst>
                    <a:gd name="connsiteX0" fmla="*/ 19574 w 36474"/>
                    <a:gd name="connsiteY0" fmla="*/ 330 h 15104"/>
                    <a:gd name="connsiteX1" fmla="*/ 33627 w 36474"/>
                    <a:gd name="connsiteY1" fmla="*/ 6182 h 15104"/>
                    <a:gd name="connsiteX2" fmla="*/ 36331 w 36474"/>
                    <a:gd name="connsiteY2" fmla="*/ 10615 h 15104"/>
                    <a:gd name="connsiteX3" fmla="*/ 31898 w 36474"/>
                    <a:gd name="connsiteY3" fmla="*/ 12122 h 15104"/>
                    <a:gd name="connsiteX4" fmla="*/ 16427 w 36474"/>
                    <a:gd name="connsiteY4" fmla="*/ 10349 h 15104"/>
                    <a:gd name="connsiteX5" fmla="*/ 12925 w 36474"/>
                    <a:gd name="connsiteY5" fmla="*/ 12033 h 15104"/>
                    <a:gd name="connsiteX6" fmla="*/ 8004 w 36474"/>
                    <a:gd name="connsiteY6" fmla="*/ 14206 h 15104"/>
                    <a:gd name="connsiteX7" fmla="*/ 3393 w 36474"/>
                    <a:gd name="connsiteY7" fmla="*/ 15092 h 15104"/>
                    <a:gd name="connsiteX8" fmla="*/ 468 w 36474"/>
                    <a:gd name="connsiteY8" fmla="*/ 13230 h 15104"/>
                    <a:gd name="connsiteX9" fmla="*/ 2374 w 36474"/>
                    <a:gd name="connsiteY9" fmla="*/ 6315 h 15104"/>
                    <a:gd name="connsiteX10" fmla="*/ 8846 w 36474"/>
                    <a:gd name="connsiteY10" fmla="*/ 1261 h 15104"/>
                    <a:gd name="connsiteX11" fmla="*/ 19574 w 36474"/>
                    <a:gd name="connsiteY11" fmla="*/ 330 h 15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6474" h="15104">
                      <a:moveTo>
                        <a:pt x="19574" y="330"/>
                      </a:moveTo>
                      <a:cubicBezTo>
                        <a:pt x="24539" y="1172"/>
                        <a:pt x="29283" y="3433"/>
                        <a:pt x="33627" y="6182"/>
                      </a:cubicBezTo>
                      <a:cubicBezTo>
                        <a:pt x="35223" y="7201"/>
                        <a:pt x="36996" y="8886"/>
                        <a:pt x="36331" y="10615"/>
                      </a:cubicBezTo>
                      <a:cubicBezTo>
                        <a:pt x="35711" y="12166"/>
                        <a:pt x="33583" y="12344"/>
                        <a:pt x="31898" y="12122"/>
                      </a:cubicBezTo>
                      <a:cubicBezTo>
                        <a:pt x="26711" y="11413"/>
                        <a:pt x="21259" y="9285"/>
                        <a:pt x="16427" y="10349"/>
                      </a:cubicBezTo>
                      <a:cubicBezTo>
                        <a:pt x="15673" y="10526"/>
                        <a:pt x="14388" y="11191"/>
                        <a:pt x="12925" y="12033"/>
                      </a:cubicBezTo>
                      <a:cubicBezTo>
                        <a:pt x="11462" y="12964"/>
                        <a:pt x="9688" y="13585"/>
                        <a:pt x="8004" y="14206"/>
                      </a:cubicBezTo>
                      <a:cubicBezTo>
                        <a:pt x="6319" y="14782"/>
                        <a:pt x="4723" y="15181"/>
                        <a:pt x="3393" y="15092"/>
                      </a:cubicBezTo>
                      <a:cubicBezTo>
                        <a:pt x="2063" y="15048"/>
                        <a:pt x="1088" y="14383"/>
                        <a:pt x="468" y="13230"/>
                      </a:cubicBezTo>
                      <a:cubicBezTo>
                        <a:pt x="-685" y="10748"/>
                        <a:pt x="423" y="8265"/>
                        <a:pt x="2374" y="6315"/>
                      </a:cubicBezTo>
                      <a:cubicBezTo>
                        <a:pt x="4324" y="4054"/>
                        <a:pt x="7117" y="1882"/>
                        <a:pt x="8846" y="1261"/>
                      </a:cubicBezTo>
                      <a:cubicBezTo>
                        <a:pt x="11994" y="20"/>
                        <a:pt x="15806" y="-335"/>
                        <a:pt x="19574" y="33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42" name="Graphique 2">
                <a:extLst>
                  <a:ext uri="{FF2B5EF4-FFF2-40B4-BE49-F238E27FC236}">
                    <a16:creationId xmlns:a16="http://schemas.microsoft.com/office/drawing/2014/main" id="{BC6E7BAC-CFAE-4CE1-82FB-CC6617C24147}"/>
                  </a:ext>
                </a:extLst>
              </p:cNvPr>
              <p:cNvGrpSpPr/>
              <p:nvPr/>
            </p:nvGrpSpPr>
            <p:grpSpPr>
              <a:xfrm>
                <a:off x="7827431" y="871879"/>
                <a:ext cx="54931" cy="75749"/>
                <a:chOff x="7827431" y="871879"/>
                <a:chExt cx="54931" cy="75749"/>
              </a:xfrm>
              <a:solidFill>
                <a:schemeClr val="accent1"/>
              </a:solidFill>
            </p:grpSpPr>
            <p:sp>
              <p:nvSpPr>
                <p:cNvPr id="25454" name="Forme libre : forme 25453">
                  <a:extLst>
                    <a:ext uri="{FF2B5EF4-FFF2-40B4-BE49-F238E27FC236}">
                      <a16:creationId xmlns:a16="http://schemas.microsoft.com/office/drawing/2014/main" id="{5732F073-F14C-4174-906D-450C732BDB43}"/>
                    </a:ext>
                  </a:extLst>
                </p:cNvPr>
                <p:cNvSpPr/>
                <p:nvPr/>
              </p:nvSpPr>
              <p:spPr>
                <a:xfrm>
                  <a:off x="7827431" y="871879"/>
                  <a:ext cx="52401" cy="75749"/>
                </a:xfrm>
                <a:custGeom>
                  <a:avLst/>
                  <a:gdLst>
                    <a:gd name="connsiteX0" fmla="*/ 40654 w 52401"/>
                    <a:gd name="connsiteY0" fmla="*/ 1441 h 75749"/>
                    <a:gd name="connsiteX1" fmla="*/ 11529 w 52401"/>
                    <a:gd name="connsiteY1" fmla="*/ 13056 h 75749"/>
                    <a:gd name="connsiteX2" fmla="*/ 1820 w 52401"/>
                    <a:gd name="connsiteY2" fmla="*/ 35132 h 75749"/>
                    <a:gd name="connsiteX3" fmla="*/ 3 w 52401"/>
                    <a:gd name="connsiteY3" fmla="*/ 42979 h 75749"/>
                    <a:gd name="connsiteX4" fmla="*/ 1421 w 52401"/>
                    <a:gd name="connsiteY4" fmla="*/ 51003 h 75749"/>
                    <a:gd name="connsiteX5" fmla="*/ 12637 w 52401"/>
                    <a:gd name="connsiteY5" fmla="*/ 64214 h 75749"/>
                    <a:gd name="connsiteX6" fmla="*/ 27798 w 52401"/>
                    <a:gd name="connsiteY6" fmla="*/ 72858 h 75749"/>
                    <a:gd name="connsiteX7" fmla="*/ 45353 w 52401"/>
                    <a:gd name="connsiteY7" fmla="*/ 74676 h 75749"/>
                    <a:gd name="connsiteX8" fmla="*/ 52402 w 52401"/>
                    <a:gd name="connsiteY8" fmla="*/ 70819 h 75749"/>
                    <a:gd name="connsiteX9" fmla="*/ 52224 w 52401"/>
                    <a:gd name="connsiteY9" fmla="*/ 5564 h 75749"/>
                    <a:gd name="connsiteX10" fmla="*/ 40654 w 52401"/>
                    <a:gd name="connsiteY10" fmla="*/ 1441 h 75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401" h="75749">
                      <a:moveTo>
                        <a:pt x="40654" y="1441"/>
                      </a:moveTo>
                      <a:cubicBezTo>
                        <a:pt x="28685" y="-2771"/>
                        <a:pt x="15740" y="2593"/>
                        <a:pt x="11529" y="13056"/>
                      </a:cubicBezTo>
                      <a:cubicBezTo>
                        <a:pt x="8470" y="20592"/>
                        <a:pt x="5278" y="27995"/>
                        <a:pt x="1820" y="35132"/>
                      </a:cubicBezTo>
                      <a:cubicBezTo>
                        <a:pt x="667" y="37704"/>
                        <a:pt x="3" y="40275"/>
                        <a:pt x="3" y="42979"/>
                      </a:cubicBezTo>
                      <a:cubicBezTo>
                        <a:pt x="-42" y="45639"/>
                        <a:pt x="490" y="48432"/>
                        <a:pt x="1421" y="51003"/>
                      </a:cubicBezTo>
                      <a:cubicBezTo>
                        <a:pt x="3327" y="56145"/>
                        <a:pt x="7184" y="61066"/>
                        <a:pt x="12637" y="64214"/>
                      </a:cubicBezTo>
                      <a:lnTo>
                        <a:pt x="27798" y="72858"/>
                      </a:lnTo>
                      <a:cubicBezTo>
                        <a:pt x="33295" y="76006"/>
                        <a:pt x="39546" y="76538"/>
                        <a:pt x="45353" y="74676"/>
                      </a:cubicBezTo>
                      <a:cubicBezTo>
                        <a:pt x="47969" y="73878"/>
                        <a:pt x="50230" y="72503"/>
                        <a:pt x="52402" y="70819"/>
                      </a:cubicBezTo>
                      <a:lnTo>
                        <a:pt x="52224" y="5564"/>
                      </a:lnTo>
                      <a:lnTo>
                        <a:pt x="40654" y="1441"/>
                      </a:ln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55" name="Forme libre : forme 25454">
                  <a:extLst>
                    <a:ext uri="{FF2B5EF4-FFF2-40B4-BE49-F238E27FC236}">
                      <a16:creationId xmlns:a16="http://schemas.microsoft.com/office/drawing/2014/main" id="{0DB1223D-397D-449F-861B-1EC667368A22}"/>
                    </a:ext>
                  </a:extLst>
                </p:cNvPr>
                <p:cNvSpPr/>
                <p:nvPr/>
              </p:nvSpPr>
              <p:spPr>
                <a:xfrm>
                  <a:off x="7848713" y="891805"/>
                  <a:ext cx="31164" cy="55822"/>
                </a:xfrm>
                <a:custGeom>
                  <a:avLst/>
                  <a:gdLst>
                    <a:gd name="connsiteX0" fmla="*/ 27662 w 31164"/>
                    <a:gd name="connsiteY0" fmla="*/ 8113 h 55822"/>
                    <a:gd name="connsiteX1" fmla="*/ 21013 w 31164"/>
                    <a:gd name="connsiteY1" fmla="*/ 29391 h 55822"/>
                    <a:gd name="connsiteX2" fmla="*/ 13742 w 31164"/>
                    <a:gd name="connsiteY2" fmla="*/ 43134 h 55822"/>
                    <a:gd name="connsiteX3" fmla="*/ 0 w 31164"/>
                    <a:gd name="connsiteY3" fmla="*/ 49207 h 55822"/>
                    <a:gd name="connsiteX4" fmla="*/ 6561 w 31164"/>
                    <a:gd name="connsiteY4" fmla="*/ 52931 h 55822"/>
                    <a:gd name="connsiteX5" fmla="*/ 24116 w 31164"/>
                    <a:gd name="connsiteY5" fmla="*/ 54749 h 55822"/>
                    <a:gd name="connsiteX6" fmla="*/ 31165 w 31164"/>
                    <a:gd name="connsiteY6" fmla="*/ 50892 h 55822"/>
                    <a:gd name="connsiteX7" fmla="*/ 30987 w 31164"/>
                    <a:gd name="connsiteY7" fmla="*/ 0 h 55822"/>
                    <a:gd name="connsiteX8" fmla="*/ 27662 w 31164"/>
                    <a:gd name="connsiteY8" fmla="*/ 8113 h 55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164" h="55822">
                      <a:moveTo>
                        <a:pt x="27662" y="8113"/>
                      </a:moveTo>
                      <a:cubicBezTo>
                        <a:pt x="24870" y="14895"/>
                        <a:pt x="22343" y="21722"/>
                        <a:pt x="21013" y="29391"/>
                      </a:cubicBezTo>
                      <a:cubicBezTo>
                        <a:pt x="20082" y="34800"/>
                        <a:pt x="17466" y="39632"/>
                        <a:pt x="13742" y="43134"/>
                      </a:cubicBezTo>
                      <a:cubicBezTo>
                        <a:pt x="10152" y="46681"/>
                        <a:pt x="5187" y="48853"/>
                        <a:pt x="0" y="49207"/>
                      </a:cubicBezTo>
                      <a:lnTo>
                        <a:pt x="6561" y="52931"/>
                      </a:lnTo>
                      <a:cubicBezTo>
                        <a:pt x="12058" y="56079"/>
                        <a:pt x="18309" y="56611"/>
                        <a:pt x="24116" y="54749"/>
                      </a:cubicBezTo>
                      <a:cubicBezTo>
                        <a:pt x="26732" y="53951"/>
                        <a:pt x="28992" y="52577"/>
                        <a:pt x="31165" y="50892"/>
                      </a:cubicBezTo>
                      <a:lnTo>
                        <a:pt x="30987" y="0"/>
                      </a:lnTo>
                      <a:cubicBezTo>
                        <a:pt x="29879" y="2704"/>
                        <a:pt x="28771" y="5408"/>
                        <a:pt x="27662" y="811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56" name="Forme libre : forme 25455">
                  <a:extLst>
                    <a:ext uri="{FF2B5EF4-FFF2-40B4-BE49-F238E27FC236}">
                      <a16:creationId xmlns:a16="http://schemas.microsoft.com/office/drawing/2014/main" id="{54DD0B16-8C4F-49DC-BEC9-D070571E0472}"/>
                    </a:ext>
                  </a:extLst>
                </p:cNvPr>
                <p:cNvSpPr/>
                <p:nvPr/>
              </p:nvSpPr>
              <p:spPr>
                <a:xfrm>
                  <a:off x="7853814" y="889709"/>
                  <a:ext cx="25462" cy="31033"/>
                </a:xfrm>
                <a:custGeom>
                  <a:avLst/>
                  <a:gdLst>
                    <a:gd name="connsiteX0" fmla="*/ 18793 w 25462"/>
                    <a:gd name="connsiteY0" fmla="*/ 633 h 31033"/>
                    <a:gd name="connsiteX1" fmla="*/ 1682 w 25462"/>
                    <a:gd name="connsiteY1" fmla="*/ 10785 h 31033"/>
                    <a:gd name="connsiteX2" fmla="*/ 396 w 25462"/>
                    <a:gd name="connsiteY2" fmla="*/ 22356 h 31033"/>
                    <a:gd name="connsiteX3" fmla="*/ 6115 w 25462"/>
                    <a:gd name="connsiteY3" fmla="*/ 30158 h 31033"/>
                    <a:gd name="connsiteX4" fmla="*/ 15867 w 25462"/>
                    <a:gd name="connsiteY4" fmla="*/ 29448 h 31033"/>
                    <a:gd name="connsiteX5" fmla="*/ 23803 w 25462"/>
                    <a:gd name="connsiteY5" fmla="*/ 20272 h 31033"/>
                    <a:gd name="connsiteX6" fmla="*/ 18793 w 25462"/>
                    <a:gd name="connsiteY6" fmla="*/ 633 h 31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462" h="31033">
                      <a:moveTo>
                        <a:pt x="18793" y="633"/>
                      </a:moveTo>
                      <a:cubicBezTo>
                        <a:pt x="12587" y="-1761"/>
                        <a:pt x="5006" y="2850"/>
                        <a:pt x="1682" y="10785"/>
                      </a:cubicBezTo>
                      <a:cubicBezTo>
                        <a:pt x="-92" y="14731"/>
                        <a:pt x="-358" y="18853"/>
                        <a:pt x="396" y="22356"/>
                      </a:cubicBezTo>
                      <a:cubicBezTo>
                        <a:pt x="1150" y="25813"/>
                        <a:pt x="3100" y="28739"/>
                        <a:pt x="6115" y="30158"/>
                      </a:cubicBezTo>
                      <a:cubicBezTo>
                        <a:pt x="9129" y="31576"/>
                        <a:pt x="12587" y="31222"/>
                        <a:pt x="15867" y="29448"/>
                      </a:cubicBezTo>
                      <a:cubicBezTo>
                        <a:pt x="19104" y="27675"/>
                        <a:pt x="21985" y="24439"/>
                        <a:pt x="23803" y="20272"/>
                      </a:cubicBezTo>
                      <a:cubicBezTo>
                        <a:pt x="27349" y="11849"/>
                        <a:pt x="25000" y="3027"/>
                        <a:pt x="18793" y="63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57" name="Forme libre : forme 25456">
                  <a:extLst>
                    <a:ext uri="{FF2B5EF4-FFF2-40B4-BE49-F238E27FC236}">
                      <a16:creationId xmlns:a16="http://schemas.microsoft.com/office/drawing/2014/main" id="{C4EA3794-420F-4EFE-BF39-507AB12C065A}"/>
                    </a:ext>
                  </a:extLst>
                </p:cNvPr>
                <p:cNvSpPr/>
                <p:nvPr/>
              </p:nvSpPr>
              <p:spPr>
                <a:xfrm>
                  <a:off x="7853811" y="902667"/>
                  <a:ext cx="25445" cy="18075"/>
                </a:xfrm>
                <a:custGeom>
                  <a:avLst/>
                  <a:gdLst>
                    <a:gd name="connsiteX0" fmla="*/ 0 w 25445"/>
                    <a:gd name="connsiteY0" fmla="*/ 6694 h 18075"/>
                    <a:gd name="connsiteX1" fmla="*/ 6073 w 25445"/>
                    <a:gd name="connsiteY1" fmla="*/ 17200 h 18075"/>
                    <a:gd name="connsiteX2" fmla="*/ 15826 w 25445"/>
                    <a:gd name="connsiteY2" fmla="*/ 16491 h 18075"/>
                    <a:gd name="connsiteX3" fmla="*/ 23761 w 25445"/>
                    <a:gd name="connsiteY3" fmla="*/ 7315 h 18075"/>
                    <a:gd name="connsiteX4" fmla="*/ 25446 w 25445"/>
                    <a:gd name="connsiteY4" fmla="*/ 0 h 18075"/>
                    <a:gd name="connsiteX5" fmla="*/ 23096 w 25445"/>
                    <a:gd name="connsiteY5" fmla="*/ 3414 h 18075"/>
                    <a:gd name="connsiteX6" fmla="*/ 0 w 25445"/>
                    <a:gd name="connsiteY6" fmla="*/ 6694 h 18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445" h="18075">
                      <a:moveTo>
                        <a:pt x="0" y="6694"/>
                      </a:moveTo>
                      <a:cubicBezTo>
                        <a:pt x="266" y="11349"/>
                        <a:pt x="2349" y="15427"/>
                        <a:pt x="6073" y="17200"/>
                      </a:cubicBezTo>
                      <a:cubicBezTo>
                        <a:pt x="9088" y="18619"/>
                        <a:pt x="12545" y="18264"/>
                        <a:pt x="15826" y="16491"/>
                      </a:cubicBezTo>
                      <a:cubicBezTo>
                        <a:pt x="19062" y="14718"/>
                        <a:pt x="21944" y="11482"/>
                        <a:pt x="23761" y="7315"/>
                      </a:cubicBezTo>
                      <a:cubicBezTo>
                        <a:pt x="24781" y="4876"/>
                        <a:pt x="25313" y="2350"/>
                        <a:pt x="25446" y="0"/>
                      </a:cubicBezTo>
                      <a:cubicBezTo>
                        <a:pt x="24870" y="1241"/>
                        <a:pt x="24116" y="2394"/>
                        <a:pt x="23096" y="3414"/>
                      </a:cubicBezTo>
                      <a:cubicBezTo>
                        <a:pt x="16890" y="8733"/>
                        <a:pt x="7137" y="10551"/>
                        <a:pt x="0" y="669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58" name="Forme libre : forme 25457">
                  <a:extLst>
                    <a:ext uri="{FF2B5EF4-FFF2-40B4-BE49-F238E27FC236}">
                      <a16:creationId xmlns:a16="http://schemas.microsoft.com/office/drawing/2014/main" id="{EED423A6-921A-4BA3-8FDE-B4E04F90838A}"/>
                    </a:ext>
                  </a:extLst>
                </p:cNvPr>
                <p:cNvSpPr/>
                <p:nvPr/>
              </p:nvSpPr>
              <p:spPr>
                <a:xfrm>
                  <a:off x="7856853" y="889185"/>
                  <a:ext cx="22846" cy="31197"/>
                </a:xfrm>
                <a:custGeom>
                  <a:avLst/>
                  <a:gdLst>
                    <a:gd name="connsiteX0" fmla="*/ 18813 w 22846"/>
                    <a:gd name="connsiteY0" fmla="*/ 626 h 31197"/>
                    <a:gd name="connsiteX1" fmla="*/ 1657 w 22846"/>
                    <a:gd name="connsiteY1" fmla="*/ 10866 h 31197"/>
                    <a:gd name="connsiteX2" fmla="*/ 6134 w 22846"/>
                    <a:gd name="connsiteY2" fmla="*/ 30328 h 31197"/>
                    <a:gd name="connsiteX3" fmla="*/ 22847 w 22846"/>
                    <a:gd name="connsiteY3" fmla="*/ 22126 h 31197"/>
                    <a:gd name="connsiteX4" fmla="*/ 22802 w 22846"/>
                    <a:gd name="connsiteY4" fmla="*/ 3640 h 31197"/>
                    <a:gd name="connsiteX5" fmla="*/ 18813 w 22846"/>
                    <a:gd name="connsiteY5" fmla="*/ 626 h 31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846" h="31197">
                      <a:moveTo>
                        <a:pt x="18813" y="626"/>
                      </a:moveTo>
                      <a:cubicBezTo>
                        <a:pt x="12562" y="-1768"/>
                        <a:pt x="5026" y="2931"/>
                        <a:pt x="1657" y="10866"/>
                      </a:cubicBezTo>
                      <a:cubicBezTo>
                        <a:pt x="-1712" y="18846"/>
                        <a:pt x="194" y="27490"/>
                        <a:pt x="6134" y="30328"/>
                      </a:cubicBezTo>
                      <a:cubicBezTo>
                        <a:pt x="11676" y="32988"/>
                        <a:pt x="18946" y="29352"/>
                        <a:pt x="22847" y="22126"/>
                      </a:cubicBezTo>
                      <a:lnTo>
                        <a:pt x="22802" y="3640"/>
                      </a:lnTo>
                      <a:cubicBezTo>
                        <a:pt x="21783" y="2266"/>
                        <a:pt x="20453" y="1247"/>
                        <a:pt x="18813" y="62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59" name="Forme libre : forme 25458">
                  <a:extLst>
                    <a:ext uri="{FF2B5EF4-FFF2-40B4-BE49-F238E27FC236}">
                      <a16:creationId xmlns:a16="http://schemas.microsoft.com/office/drawing/2014/main" id="{1557AC19-3497-4376-ADE1-0EC2DB7AF182}"/>
                    </a:ext>
                  </a:extLst>
                </p:cNvPr>
                <p:cNvSpPr/>
                <p:nvPr/>
              </p:nvSpPr>
              <p:spPr>
                <a:xfrm>
                  <a:off x="7879700" y="892825"/>
                  <a:ext cx="443" cy="18486"/>
                </a:xfrm>
                <a:custGeom>
                  <a:avLst/>
                  <a:gdLst>
                    <a:gd name="connsiteX0" fmla="*/ 0 w 443"/>
                    <a:gd name="connsiteY0" fmla="*/ 0 h 18486"/>
                    <a:gd name="connsiteX1" fmla="*/ 44 w 443"/>
                    <a:gd name="connsiteY1" fmla="*/ 18486 h 18486"/>
                    <a:gd name="connsiteX2" fmla="*/ 443 w 443"/>
                    <a:gd name="connsiteY2" fmla="*/ 17688 h 18486"/>
                    <a:gd name="connsiteX3" fmla="*/ 443 w 443"/>
                    <a:gd name="connsiteY3" fmla="*/ 665 h 18486"/>
                    <a:gd name="connsiteX4" fmla="*/ 0 w 443"/>
                    <a:gd name="connsiteY4" fmla="*/ 0 h 18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3" h="18486">
                      <a:moveTo>
                        <a:pt x="0" y="0"/>
                      </a:moveTo>
                      <a:lnTo>
                        <a:pt x="44" y="18486"/>
                      </a:lnTo>
                      <a:cubicBezTo>
                        <a:pt x="177" y="18220"/>
                        <a:pt x="310" y="17954"/>
                        <a:pt x="443" y="17688"/>
                      </a:cubicBezTo>
                      <a:lnTo>
                        <a:pt x="443" y="665"/>
                      </a:lnTo>
                      <a:cubicBezTo>
                        <a:pt x="266" y="488"/>
                        <a:pt x="133" y="222"/>
                        <a:pt x="0" y="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60" name="Forme libre : forme 25459">
                  <a:extLst>
                    <a:ext uri="{FF2B5EF4-FFF2-40B4-BE49-F238E27FC236}">
                      <a16:creationId xmlns:a16="http://schemas.microsoft.com/office/drawing/2014/main" id="{0EEFF8CE-1FE8-4DE6-A05E-286268A1EF04}"/>
                    </a:ext>
                  </a:extLst>
                </p:cNvPr>
                <p:cNvSpPr/>
                <p:nvPr/>
              </p:nvSpPr>
              <p:spPr>
                <a:xfrm>
                  <a:off x="7880143" y="893534"/>
                  <a:ext cx="2218" cy="17023"/>
                </a:xfrm>
                <a:custGeom>
                  <a:avLst/>
                  <a:gdLst>
                    <a:gd name="connsiteX0" fmla="*/ 0 w 2218"/>
                    <a:gd name="connsiteY0" fmla="*/ 0 h 17023"/>
                    <a:gd name="connsiteX1" fmla="*/ 0 w 2218"/>
                    <a:gd name="connsiteY1" fmla="*/ 17023 h 17023"/>
                    <a:gd name="connsiteX2" fmla="*/ 576 w 2218"/>
                    <a:gd name="connsiteY2" fmla="*/ 15959 h 17023"/>
                    <a:gd name="connsiteX3" fmla="*/ 0 w 2218"/>
                    <a:gd name="connsiteY3" fmla="*/ 0 h 17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18" h="17023">
                      <a:moveTo>
                        <a:pt x="0" y="0"/>
                      </a:moveTo>
                      <a:lnTo>
                        <a:pt x="0" y="17023"/>
                      </a:lnTo>
                      <a:cubicBezTo>
                        <a:pt x="177" y="16668"/>
                        <a:pt x="399" y="16314"/>
                        <a:pt x="576" y="15959"/>
                      </a:cubicBezTo>
                      <a:cubicBezTo>
                        <a:pt x="3059" y="10019"/>
                        <a:pt x="2615" y="3945"/>
                        <a:pt x="0" y="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61" name="Forme libre : forme 25460">
                  <a:extLst>
                    <a:ext uri="{FF2B5EF4-FFF2-40B4-BE49-F238E27FC236}">
                      <a16:creationId xmlns:a16="http://schemas.microsoft.com/office/drawing/2014/main" id="{D2080EB2-CA39-42AC-AC15-E46DACE65C32}"/>
                    </a:ext>
                  </a:extLst>
                </p:cNvPr>
                <p:cNvSpPr/>
                <p:nvPr/>
              </p:nvSpPr>
              <p:spPr>
                <a:xfrm>
                  <a:off x="7839175" y="901115"/>
                  <a:ext cx="40613" cy="35948"/>
                </a:xfrm>
                <a:custGeom>
                  <a:avLst/>
                  <a:gdLst>
                    <a:gd name="connsiteX0" fmla="*/ 35249 w 40613"/>
                    <a:gd name="connsiteY0" fmla="*/ 2793 h 35948"/>
                    <a:gd name="connsiteX1" fmla="*/ 17650 w 40613"/>
                    <a:gd name="connsiteY1" fmla="*/ 10107 h 35948"/>
                    <a:gd name="connsiteX2" fmla="*/ 6 w 40613"/>
                    <a:gd name="connsiteY2" fmla="*/ 18841 h 35948"/>
                    <a:gd name="connsiteX3" fmla="*/ 16098 w 40613"/>
                    <a:gd name="connsiteY3" fmla="*/ 31741 h 35948"/>
                    <a:gd name="connsiteX4" fmla="*/ 26472 w 40613"/>
                    <a:gd name="connsiteY4" fmla="*/ 35864 h 35948"/>
                    <a:gd name="connsiteX5" fmla="*/ 40613 w 40613"/>
                    <a:gd name="connsiteY5" fmla="*/ 30411 h 35948"/>
                    <a:gd name="connsiteX6" fmla="*/ 40525 w 40613"/>
                    <a:gd name="connsiteY6" fmla="*/ 0 h 35948"/>
                    <a:gd name="connsiteX7" fmla="*/ 35249 w 40613"/>
                    <a:gd name="connsiteY7" fmla="*/ 2793 h 35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613" h="35948">
                      <a:moveTo>
                        <a:pt x="35249" y="2793"/>
                      </a:moveTo>
                      <a:cubicBezTo>
                        <a:pt x="29929" y="6295"/>
                        <a:pt x="23812" y="8733"/>
                        <a:pt x="17650" y="10107"/>
                      </a:cubicBezTo>
                      <a:cubicBezTo>
                        <a:pt x="12241" y="11260"/>
                        <a:pt x="361" y="11969"/>
                        <a:pt x="6" y="18841"/>
                      </a:cubicBezTo>
                      <a:cubicBezTo>
                        <a:pt x="-304" y="25136"/>
                        <a:pt x="11488" y="29214"/>
                        <a:pt x="16098" y="31741"/>
                      </a:cubicBezTo>
                      <a:cubicBezTo>
                        <a:pt x="19379" y="33559"/>
                        <a:pt x="22748" y="35465"/>
                        <a:pt x="26472" y="35864"/>
                      </a:cubicBezTo>
                      <a:cubicBezTo>
                        <a:pt x="31614" y="36440"/>
                        <a:pt x="36579" y="34002"/>
                        <a:pt x="40613" y="30411"/>
                      </a:cubicBezTo>
                      <a:lnTo>
                        <a:pt x="40525" y="0"/>
                      </a:lnTo>
                      <a:cubicBezTo>
                        <a:pt x="38663" y="532"/>
                        <a:pt x="36934" y="1729"/>
                        <a:pt x="35249" y="279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62" name="Forme libre : forme 25461">
                  <a:extLst>
                    <a:ext uri="{FF2B5EF4-FFF2-40B4-BE49-F238E27FC236}">
                      <a16:creationId xmlns:a16="http://schemas.microsoft.com/office/drawing/2014/main" id="{CA6F2987-9DD7-4538-B06A-FA6EDFED3123}"/>
                    </a:ext>
                  </a:extLst>
                </p:cNvPr>
                <p:cNvSpPr/>
                <p:nvPr/>
              </p:nvSpPr>
              <p:spPr>
                <a:xfrm>
                  <a:off x="7843560" y="907190"/>
                  <a:ext cx="8672" cy="15109"/>
                </a:xfrm>
                <a:custGeom>
                  <a:avLst/>
                  <a:gdLst>
                    <a:gd name="connsiteX0" fmla="*/ 3025 w 8672"/>
                    <a:gd name="connsiteY0" fmla="*/ 12987 h 15109"/>
                    <a:gd name="connsiteX1" fmla="*/ 4975 w 8672"/>
                    <a:gd name="connsiteY1" fmla="*/ 14804 h 15109"/>
                    <a:gd name="connsiteX2" fmla="*/ 7502 w 8672"/>
                    <a:gd name="connsiteY2" fmla="*/ 14716 h 15109"/>
                    <a:gd name="connsiteX3" fmla="*/ 8433 w 8672"/>
                    <a:gd name="connsiteY3" fmla="*/ 12588 h 15109"/>
                    <a:gd name="connsiteX4" fmla="*/ 8566 w 8672"/>
                    <a:gd name="connsiteY4" fmla="*/ 6470 h 15109"/>
                    <a:gd name="connsiteX5" fmla="*/ 8034 w 8672"/>
                    <a:gd name="connsiteY5" fmla="*/ 3988 h 15109"/>
                    <a:gd name="connsiteX6" fmla="*/ 276 w 8672"/>
                    <a:gd name="connsiteY6" fmla="*/ 2214 h 15109"/>
                    <a:gd name="connsiteX7" fmla="*/ 3025 w 8672"/>
                    <a:gd name="connsiteY7" fmla="*/ 12987 h 15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672" h="15109">
                      <a:moveTo>
                        <a:pt x="3025" y="12987"/>
                      </a:moveTo>
                      <a:cubicBezTo>
                        <a:pt x="3556" y="13696"/>
                        <a:pt x="4177" y="14406"/>
                        <a:pt x="4975" y="14804"/>
                      </a:cubicBezTo>
                      <a:cubicBezTo>
                        <a:pt x="5773" y="15204"/>
                        <a:pt x="6837" y="15248"/>
                        <a:pt x="7502" y="14716"/>
                      </a:cubicBezTo>
                      <a:cubicBezTo>
                        <a:pt x="8122" y="14228"/>
                        <a:pt x="8300" y="13386"/>
                        <a:pt x="8433" y="12588"/>
                      </a:cubicBezTo>
                      <a:cubicBezTo>
                        <a:pt x="8699" y="10549"/>
                        <a:pt x="8743" y="8509"/>
                        <a:pt x="8566" y="6470"/>
                      </a:cubicBezTo>
                      <a:cubicBezTo>
                        <a:pt x="8477" y="5628"/>
                        <a:pt x="8388" y="4786"/>
                        <a:pt x="8034" y="3988"/>
                      </a:cubicBezTo>
                      <a:cubicBezTo>
                        <a:pt x="6571" y="707"/>
                        <a:pt x="1517" y="-2130"/>
                        <a:pt x="276" y="2214"/>
                      </a:cubicBezTo>
                      <a:cubicBezTo>
                        <a:pt x="-655" y="5628"/>
                        <a:pt x="896" y="10105"/>
                        <a:pt x="3025" y="1298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63" name="Forme libre : forme 25462">
                  <a:extLst>
                    <a:ext uri="{FF2B5EF4-FFF2-40B4-BE49-F238E27FC236}">
                      <a16:creationId xmlns:a16="http://schemas.microsoft.com/office/drawing/2014/main" id="{5A9E9162-1312-468D-9A97-C6083AD8D269}"/>
                    </a:ext>
                  </a:extLst>
                </p:cNvPr>
                <p:cNvSpPr/>
                <p:nvPr/>
              </p:nvSpPr>
              <p:spPr>
                <a:xfrm>
                  <a:off x="7830051" y="906701"/>
                  <a:ext cx="12277" cy="29214"/>
                </a:xfrm>
                <a:custGeom>
                  <a:avLst/>
                  <a:gdLst>
                    <a:gd name="connsiteX0" fmla="*/ 1372 w 12277"/>
                    <a:gd name="connsiteY0" fmla="*/ 0 h 29214"/>
                    <a:gd name="connsiteX1" fmla="*/ 574 w 12277"/>
                    <a:gd name="connsiteY1" fmla="*/ 2837 h 29214"/>
                    <a:gd name="connsiteX2" fmla="*/ 87 w 12277"/>
                    <a:gd name="connsiteY2" fmla="*/ 9886 h 29214"/>
                    <a:gd name="connsiteX3" fmla="*/ 12278 w 12277"/>
                    <a:gd name="connsiteY3" fmla="*/ 29214 h 29214"/>
                    <a:gd name="connsiteX4" fmla="*/ 5362 w 12277"/>
                    <a:gd name="connsiteY4" fmla="*/ 20703 h 29214"/>
                    <a:gd name="connsiteX5" fmla="*/ 1461 w 12277"/>
                    <a:gd name="connsiteY5" fmla="*/ 11482 h 29214"/>
                    <a:gd name="connsiteX6" fmla="*/ 1372 w 12277"/>
                    <a:gd name="connsiteY6" fmla="*/ 0 h 29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277" h="29214">
                      <a:moveTo>
                        <a:pt x="1372" y="0"/>
                      </a:moveTo>
                      <a:cubicBezTo>
                        <a:pt x="1372" y="0"/>
                        <a:pt x="929" y="1064"/>
                        <a:pt x="574" y="2837"/>
                      </a:cubicBezTo>
                      <a:cubicBezTo>
                        <a:pt x="220" y="4610"/>
                        <a:pt x="-179" y="7049"/>
                        <a:pt x="87" y="9886"/>
                      </a:cubicBezTo>
                      <a:cubicBezTo>
                        <a:pt x="619" y="15605"/>
                        <a:pt x="3101" y="22742"/>
                        <a:pt x="12278" y="29214"/>
                      </a:cubicBezTo>
                      <a:cubicBezTo>
                        <a:pt x="12278" y="29214"/>
                        <a:pt x="8554" y="25934"/>
                        <a:pt x="5362" y="20703"/>
                      </a:cubicBezTo>
                      <a:cubicBezTo>
                        <a:pt x="3811" y="18087"/>
                        <a:pt x="2303" y="14984"/>
                        <a:pt x="1461" y="11482"/>
                      </a:cubicBezTo>
                      <a:cubicBezTo>
                        <a:pt x="574" y="7980"/>
                        <a:pt x="441" y="4211"/>
                        <a:pt x="137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64" name="Forme libre : forme 25463">
                  <a:extLst>
                    <a:ext uri="{FF2B5EF4-FFF2-40B4-BE49-F238E27FC236}">
                      <a16:creationId xmlns:a16="http://schemas.microsoft.com/office/drawing/2014/main" id="{F6DB0E91-83A9-4D52-8C09-B660CC199C5B}"/>
                    </a:ext>
                  </a:extLst>
                </p:cNvPr>
                <p:cNvSpPr/>
                <p:nvPr/>
              </p:nvSpPr>
              <p:spPr>
                <a:xfrm>
                  <a:off x="7857796" y="894947"/>
                  <a:ext cx="10247" cy="10401"/>
                </a:xfrm>
                <a:custGeom>
                  <a:avLst/>
                  <a:gdLst>
                    <a:gd name="connsiteX0" fmla="*/ 9314 w 10247"/>
                    <a:gd name="connsiteY0" fmla="*/ 627 h 10401"/>
                    <a:gd name="connsiteX1" fmla="*/ 8028 w 10247"/>
                    <a:gd name="connsiteY1" fmla="*/ 7764 h 10401"/>
                    <a:gd name="connsiteX2" fmla="*/ 891 w 10247"/>
                    <a:gd name="connsiteY2" fmla="*/ 9715 h 10401"/>
                    <a:gd name="connsiteX3" fmla="*/ 2176 w 10247"/>
                    <a:gd name="connsiteY3" fmla="*/ 2666 h 10401"/>
                    <a:gd name="connsiteX4" fmla="*/ 9314 w 10247"/>
                    <a:gd name="connsiteY4" fmla="*/ 627 h 1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47" h="10401">
                      <a:moveTo>
                        <a:pt x="9314" y="627"/>
                      </a:moveTo>
                      <a:cubicBezTo>
                        <a:pt x="10954" y="2001"/>
                        <a:pt x="10378" y="5238"/>
                        <a:pt x="8028" y="7764"/>
                      </a:cubicBezTo>
                      <a:cubicBezTo>
                        <a:pt x="5723" y="10291"/>
                        <a:pt x="2442" y="11134"/>
                        <a:pt x="891" y="9715"/>
                      </a:cubicBezTo>
                      <a:cubicBezTo>
                        <a:pt x="-705" y="8296"/>
                        <a:pt x="-84" y="5193"/>
                        <a:pt x="2176" y="2666"/>
                      </a:cubicBezTo>
                      <a:cubicBezTo>
                        <a:pt x="4482" y="228"/>
                        <a:pt x="7673" y="-747"/>
                        <a:pt x="9314" y="62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65" name="Forme libre : forme 25464">
                  <a:extLst>
                    <a:ext uri="{FF2B5EF4-FFF2-40B4-BE49-F238E27FC236}">
                      <a16:creationId xmlns:a16="http://schemas.microsoft.com/office/drawing/2014/main" id="{516C351F-D5ED-4AF1-952C-0DAD69BB1134}"/>
                    </a:ext>
                  </a:extLst>
                </p:cNvPr>
                <p:cNvSpPr/>
                <p:nvPr/>
              </p:nvSpPr>
              <p:spPr>
                <a:xfrm>
                  <a:off x="7864461" y="893494"/>
                  <a:ext cx="3436" cy="3317"/>
                </a:xfrm>
                <a:custGeom>
                  <a:avLst/>
                  <a:gdLst>
                    <a:gd name="connsiteX0" fmla="*/ 2339 w 3436"/>
                    <a:gd name="connsiteY0" fmla="*/ 130 h 3317"/>
                    <a:gd name="connsiteX1" fmla="*/ 3314 w 3436"/>
                    <a:gd name="connsiteY1" fmla="*/ 2302 h 3317"/>
                    <a:gd name="connsiteX2" fmla="*/ 1098 w 3436"/>
                    <a:gd name="connsiteY2" fmla="*/ 3188 h 3317"/>
                    <a:gd name="connsiteX3" fmla="*/ 122 w 3436"/>
                    <a:gd name="connsiteY3" fmla="*/ 1016 h 3317"/>
                    <a:gd name="connsiteX4" fmla="*/ 2339 w 3436"/>
                    <a:gd name="connsiteY4" fmla="*/ 130 h 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36" h="3317">
                      <a:moveTo>
                        <a:pt x="2339" y="130"/>
                      </a:moveTo>
                      <a:cubicBezTo>
                        <a:pt x="3226" y="484"/>
                        <a:pt x="3669" y="1459"/>
                        <a:pt x="3314" y="2302"/>
                      </a:cubicBezTo>
                      <a:cubicBezTo>
                        <a:pt x="2960" y="3144"/>
                        <a:pt x="1984" y="3543"/>
                        <a:pt x="1098" y="3188"/>
                      </a:cubicBezTo>
                      <a:cubicBezTo>
                        <a:pt x="211" y="2834"/>
                        <a:pt x="-232" y="1858"/>
                        <a:pt x="122" y="1016"/>
                      </a:cubicBezTo>
                      <a:cubicBezTo>
                        <a:pt x="477" y="174"/>
                        <a:pt x="1452" y="-225"/>
                        <a:pt x="2339" y="1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66" name="Forme libre : forme 25465">
                  <a:extLst>
                    <a:ext uri="{FF2B5EF4-FFF2-40B4-BE49-F238E27FC236}">
                      <a16:creationId xmlns:a16="http://schemas.microsoft.com/office/drawing/2014/main" id="{B498771C-27E2-4DDB-A382-23251F6EA265}"/>
                    </a:ext>
                  </a:extLst>
                </p:cNvPr>
                <p:cNvSpPr/>
                <p:nvPr/>
              </p:nvSpPr>
              <p:spPr>
                <a:xfrm>
                  <a:off x="7840980" y="877781"/>
                  <a:ext cx="36349" cy="20601"/>
                </a:xfrm>
                <a:custGeom>
                  <a:avLst/>
                  <a:gdLst>
                    <a:gd name="connsiteX0" fmla="*/ 32780 w 36349"/>
                    <a:gd name="connsiteY0" fmla="*/ 3119 h 20601"/>
                    <a:gd name="connsiteX1" fmla="*/ 17796 w 36349"/>
                    <a:gd name="connsiteY1" fmla="*/ 15 h 20601"/>
                    <a:gd name="connsiteX2" fmla="*/ 7201 w 36349"/>
                    <a:gd name="connsiteY2" fmla="*/ 3429 h 20601"/>
                    <a:gd name="connsiteX3" fmla="*/ 950 w 36349"/>
                    <a:gd name="connsiteY3" fmla="*/ 19565 h 20601"/>
                    <a:gd name="connsiteX4" fmla="*/ 16599 w 36349"/>
                    <a:gd name="connsiteY4" fmla="*/ 10921 h 20601"/>
                    <a:gd name="connsiteX5" fmla="*/ 32248 w 36349"/>
                    <a:gd name="connsiteY5" fmla="*/ 9281 h 20601"/>
                    <a:gd name="connsiteX6" fmla="*/ 36326 w 36349"/>
                    <a:gd name="connsiteY6" fmla="*/ 6975 h 20601"/>
                    <a:gd name="connsiteX7" fmla="*/ 32780 w 36349"/>
                    <a:gd name="connsiteY7" fmla="*/ 3119 h 20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349" h="20601">
                      <a:moveTo>
                        <a:pt x="32780" y="3119"/>
                      </a:moveTo>
                      <a:cubicBezTo>
                        <a:pt x="27992" y="1212"/>
                        <a:pt x="22894" y="-162"/>
                        <a:pt x="17796" y="15"/>
                      </a:cubicBezTo>
                      <a:cubicBezTo>
                        <a:pt x="13984" y="148"/>
                        <a:pt x="10171" y="1257"/>
                        <a:pt x="7201" y="3429"/>
                      </a:cubicBezTo>
                      <a:cubicBezTo>
                        <a:pt x="4009" y="5867"/>
                        <a:pt x="-2419" y="15177"/>
                        <a:pt x="950" y="19565"/>
                      </a:cubicBezTo>
                      <a:cubicBezTo>
                        <a:pt x="4364" y="24087"/>
                        <a:pt x="13762" y="12428"/>
                        <a:pt x="16599" y="10921"/>
                      </a:cubicBezTo>
                      <a:cubicBezTo>
                        <a:pt x="21209" y="8616"/>
                        <a:pt x="26928" y="9591"/>
                        <a:pt x="32248" y="9281"/>
                      </a:cubicBezTo>
                      <a:cubicBezTo>
                        <a:pt x="33932" y="9192"/>
                        <a:pt x="36016" y="8616"/>
                        <a:pt x="36326" y="6975"/>
                      </a:cubicBezTo>
                      <a:cubicBezTo>
                        <a:pt x="36592" y="5113"/>
                        <a:pt x="34509" y="3784"/>
                        <a:pt x="32780" y="311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5443" name="Graphique 2">
                <a:extLst>
                  <a:ext uri="{FF2B5EF4-FFF2-40B4-BE49-F238E27FC236}">
                    <a16:creationId xmlns:a16="http://schemas.microsoft.com/office/drawing/2014/main" id="{F3A2F620-596E-488D-96FA-4CC06187FF43}"/>
                  </a:ext>
                </a:extLst>
              </p:cNvPr>
              <p:cNvGrpSpPr/>
              <p:nvPr/>
            </p:nvGrpSpPr>
            <p:grpSpPr>
              <a:xfrm>
                <a:off x="7850849" y="806085"/>
                <a:ext cx="28762" cy="71402"/>
                <a:chOff x="7850849" y="806085"/>
                <a:chExt cx="28762" cy="71402"/>
              </a:xfrm>
              <a:solidFill>
                <a:schemeClr val="accent1"/>
              </a:solidFill>
            </p:grpSpPr>
            <p:sp>
              <p:nvSpPr>
                <p:cNvPr id="25444" name="Forme libre : forme 25443">
                  <a:extLst>
                    <a:ext uri="{FF2B5EF4-FFF2-40B4-BE49-F238E27FC236}">
                      <a16:creationId xmlns:a16="http://schemas.microsoft.com/office/drawing/2014/main" id="{2FAE7A09-358F-447C-99D8-F38E04D109A9}"/>
                    </a:ext>
                  </a:extLst>
                </p:cNvPr>
                <p:cNvSpPr/>
                <p:nvPr/>
              </p:nvSpPr>
              <p:spPr>
                <a:xfrm>
                  <a:off x="7850849" y="806085"/>
                  <a:ext cx="28762" cy="71402"/>
                </a:xfrm>
                <a:custGeom>
                  <a:avLst/>
                  <a:gdLst>
                    <a:gd name="connsiteX0" fmla="*/ 3139 w 28762"/>
                    <a:gd name="connsiteY0" fmla="*/ 19357 h 71402"/>
                    <a:gd name="connsiteX1" fmla="*/ 80 w 28762"/>
                    <a:gd name="connsiteY1" fmla="*/ 45202 h 71402"/>
                    <a:gd name="connsiteX2" fmla="*/ 125 w 28762"/>
                    <a:gd name="connsiteY2" fmla="*/ 46045 h 71402"/>
                    <a:gd name="connsiteX3" fmla="*/ 479 w 28762"/>
                    <a:gd name="connsiteY3" fmla="*/ 46133 h 71402"/>
                    <a:gd name="connsiteX4" fmla="*/ 1011 w 28762"/>
                    <a:gd name="connsiteY4" fmla="*/ 46311 h 71402"/>
                    <a:gd name="connsiteX5" fmla="*/ 1189 w 28762"/>
                    <a:gd name="connsiteY5" fmla="*/ 47020 h 71402"/>
                    <a:gd name="connsiteX6" fmla="*/ 1277 w 28762"/>
                    <a:gd name="connsiteY6" fmla="*/ 48040 h 71402"/>
                    <a:gd name="connsiteX7" fmla="*/ 3893 w 28762"/>
                    <a:gd name="connsiteY7" fmla="*/ 55886 h 71402"/>
                    <a:gd name="connsiteX8" fmla="*/ 17192 w 28762"/>
                    <a:gd name="connsiteY8" fmla="*/ 67235 h 71402"/>
                    <a:gd name="connsiteX9" fmla="*/ 28763 w 28762"/>
                    <a:gd name="connsiteY9" fmla="*/ 71402 h 71402"/>
                    <a:gd name="connsiteX10" fmla="*/ 28541 w 28762"/>
                    <a:gd name="connsiteY10" fmla="*/ 162 h 71402"/>
                    <a:gd name="connsiteX11" fmla="*/ 3139 w 28762"/>
                    <a:gd name="connsiteY11" fmla="*/ 19357 h 71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762" h="71402">
                      <a:moveTo>
                        <a:pt x="3139" y="19357"/>
                      </a:moveTo>
                      <a:lnTo>
                        <a:pt x="80" y="45202"/>
                      </a:lnTo>
                      <a:cubicBezTo>
                        <a:pt x="-53" y="46266"/>
                        <a:pt x="-8" y="46045"/>
                        <a:pt x="125" y="46045"/>
                      </a:cubicBezTo>
                      <a:lnTo>
                        <a:pt x="479" y="46133"/>
                      </a:lnTo>
                      <a:cubicBezTo>
                        <a:pt x="612" y="46178"/>
                        <a:pt x="790" y="46266"/>
                        <a:pt x="1011" y="46311"/>
                      </a:cubicBezTo>
                      <a:cubicBezTo>
                        <a:pt x="1189" y="46222"/>
                        <a:pt x="1144" y="46754"/>
                        <a:pt x="1189" y="47020"/>
                      </a:cubicBezTo>
                      <a:lnTo>
                        <a:pt x="1277" y="48040"/>
                      </a:lnTo>
                      <a:cubicBezTo>
                        <a:pt x="1632" y="50744"/>
                        <a:pt x="2518" y="53404"/>
                        <a:pt x="3893" y="55886"/>
                      </a:cubicBezTo>
                      <a:cubicBezTo>
                        <a:pt x="6641" y="60851"/>
                        <a:pt x="11207" y="65063"/>
                        <a:pt x="17192" y="67235"/>
                      </a:cubicBezTo>
                      <a:lnTo>
                        <a:pt x="28763" y="71402"/>
                      </a:lnTo>
                      <a:lnTo>
                        <a:pt x="28541" y="162"/>
                      </a:lnTo>
                      <a:cubicBezTo>
                        <a:pt x="15951" y="-1301"/>
                        <a:pt x="4558" y="7299"/>
                        <a:pt x="3139" y="19357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45" name="Forme libre : forme 25444">
                  <a:extLst>
                    <a:ext uri="{FF2B5EF4-FFF2-40B4-BE49-F238E27FC236}">
                      <a16:creationId xmlns:a16="http://schemas.microsoft.com/office/drawing/2014/main" id="{B39F6834-4321-48A1-A51B-E4848AB798D2}"/>
                    </a:ext>
                  </a:extLst>
                </p:cNvPr>
                <p:cNvSpPr/>
                <p:nvPr/>
              </p:nvSpPr>
              <p:spPr>
                <a:xfrm>
                  <a:off x="7877439" y="875935"/>
                  <a:ext cx="2172" cy="1507"/>
                </a:xfrm>
                <a:custGeom>
                  <a:avLst/>
                  <a:gdLst>
                    <a:gd name="connsiteX0" fmla="*/ 0 w 2172"/>
                    <a:gd name="connsiteY0" fmla="*/ 709 h 1507"/>
                    <a:gd name="connsiteX1" fmla="*/ 2172 w 2172"/>
                    <a:gd name="connsiteY1" fmla="*/ 1507 h 1507"/>
                    <a:gd name="connsiteX2" fmla="*/ 2172 w 2172"/>
                    <a:gd name="connsiteY2" fmla="*/ 0 h 1507"/>
                    <a:gd name="connsiteX3" fmla="*/ 0 w 2172"/>
                    <a:gd name="connsiteY3" fmla="*/ 709 h 1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72" h="1507">
                      <a:moveTo>
                        <a:pt x="0" y="709"/>
                      </a:moveTo>
                      <a:lnTo>
                        <a:pt x="2172" y="1507"/>
                      </a:lnTo>
                      <a:lnTo>
                        <a:pt x="2172" y="0"/>
                      </a:lnTo>
                      <a:cubicBezTo>
                        <a:pt x="1463" y="266"/>
                        <a:pt x="754" y="576"/>
                        <a:pt x="0" y="709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46" name="Forme libre : forme 25445">
                  <a:extLst>
                    <a:ext uri="{FF2B5EF4-FFF2-40B4-BE49-F238E27FC236}">
                      <a16:creationId xmlns:a16="http://schemas.microsoft.com/office/drawing/2014/main" id="{0F60D137-240D-4D00-917F-DAE8E8F20942}"/>
                    </a:ext>
                  </a:extLst>
                </p:cNvPr>
                <p:cNvSpPr/>
                <p:nvPr/>
              </p:nvSpPr>
              <p:spPr>
                <a:xfrm>
                  <a:off x="7874057" y="825132"/>
                  <a:ext cx="5510" cy="26465"/>
                </a:xfrm>
                <a:custGeom>
                  <a:avLst/>
                  <a:gdLst>
                    <a:gd name="connsiteX0" fmla="*/ 146 w 5510"/>
                    <a:gd name="connsiteY0" fmla="*/ 11127 h 26465"/>
                    <a:gd name="connsiteX1" fmla="*/ 5510 w 5510"/>
                    <a:gd name="connsiteY1" fmla="*/ 26466 h 26465"/>
                    <a:gd name="connsiteX2" fmla="*/ 5422 w 5510"/>
                    <a:gd name="connsiteY2" fmla="*/ 0 h 26465"/>
                    <a:gd name="connsiteX3" fmla="*/ 146 w 5510"/>
                    <a:gd name="connsiteY3" fmla="*/ 11127 h 26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10" h="26465">
                      <a:moveTo>
                        <a:pt x="146" y="11127"/>
                      </a:moveTo>
                      <a:cubicBezTo>
                        <a:pt x="-607" y="17555"/>
                        <a:pt x="1609" y="23451"/>
                        <a:pt x="5510" y="26466"/>
                      </a:cubicBezTo>
                      <a:lnTo>
                        <a:pt x="5422" y="0"/>
                      </a:lnTo>
                      <a:cubicBezTo>
                        <a:pt x="2717" y="2616"/>
                        <a:pt x="722" y="6517"/>
                        <a:pt x="146" y="1112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47" name="Forme libre : forme 25446">
                  <a:extLst>
                    <a:ext uri="{FF2B5EF4-FFF2-40B4-BE49-F238E27FC236}">
                      <a16:creationId xmlns:a16="http://schemas.microsoft.com/office/drawing/2014/main" id="{6220D3EC-E7DF-47DC-B5F9-11BF6A3119D9}"/>
                    </a:ext>
                  </a:extLst>
                </p:cNvPr>
                <p:cNvSpPr/>
                <p:nvPr/>
              </p:nvSpPr>
              <p:spPr>
                <a:xfrm>
                  <a:off x="7875178" y="845435"/>
                  <a:ext cx="4344" cy="6162"/>
                </a:xfrm>
                <a:custGeom>
                  <a:avLst/>
                  <a:gdLst>
                    <a:gd name="connsiteX0" fmla="*/ 0 w 4344"/>
                    <a:gd name="connsiteY0" fmla="*/ 0 h 6162"/>
                    <a:gd name="connsiteX1" fmla="*/ 4344 w 4344"/>
                    <a:gd name="connsiteY1" fmla="*/ 6162 h 6162"/>
                    <a:gd name="connsiteX2" fmla="*/ 4344 w 4344"/>
                    <a:gd name="connsiteY2" fmla="*/ 177 h 6162"/>
                    <a:gd name="connsiteX3" fmla="*/ 0 w 4344"/>
                    <a:gd name="connsiteY3" fmla="*/ 0 h 6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44" h="6162">
                      <a:moveTo>
                        <a:pt x="0" y="0"/>
                      </a:moveTo>
                      <a:cubicBezTo>
                        <a:pt x="931" y="2571"/>
                        <a:pt x="2483" y="4699"/>
                        <a:pt x="4344" y="6162"/>
                      </a:cubicBezTo>
                      <a:lnTo>
                        <a:pt x="4344" y="177"/>
                      </a:lnTo>
                      <a:cubicBezTo>
                        <a:pt x="2926" y="266"/>
                        <a:pt x="1463" y="266"/>
                        <a:pt x="0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48" name="Forme libre : forme 25447">
                  <a:extLst>
                    <a:ext uri="{FF2B5EF4-FFF2-40B4-BE49-F238E27FC236}">
                      <a16:creationId xmlns:a16="http://schemas.microsoft.com/office/drawing/2014/main" id="{82868AFD-91A1-425E-9599-D06336E6044C}"/>
                    </a:ext>
                  </a:extLst>
                </p:cNvPr>
                <p:cNvSpPr/>
                <p:nvPr/>
              </p:nvSpPr>
              <p:spPr>
                <a:xfrm>
                  <a:off x="7876897" y="827570"/>
                  <a:ext cx="2625" cy="19505"/>
                </a:xfrm>
                <a:custGeom>
                  <a:avLst/>
                  <a:gdLst>
                    <a:gd name="connsiteX0" fmla="*/ 143 w 2625"/>
                    <a:gd name="connsiteY0" fmla="*/ 7403 h 19505"/>
                    <a:gd name="connsiteX1" fmla="*/ 2626 w 2625"/>
                    <a:gd name="connsiteY1" fmla="*/ 19506 h 19505"/>
                    <a:gd name="connsiteX2" fmla="*/ 2582 w 2625"/>
                    <a:gd name="connsiteY2" fmla="*/ 0 h 19505"/>
                    <a:gd name="connsiteX3" fmla="*/ 143 w 2625"/>
                    <a:gd name="connsiteY3" fmla="*/ 7403 h 1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25" h="19505">
                      <a:moveTo>
                        <a:pt x="143" y="7403"/>
                      </a:moveTo>
                      <a:cubicBezTo>
                        <a:pt x="-389" y="12014"/>
                        <a:pt x="587" y="16314"/>
                        <a:pt x="2626" y="19506"/>
                      </a:cubicBezTo>
                      <a:lnTo>
                        <a:pt x="2582" y="0"/>
                      </a:lnTo>
                      <a:cubicBezTo>
                        <a:pt x="1384" y="2172"/>
                        <a:pt x="498" y="4655"/>
                        <a:pt x="143" y="740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49" name="Forme libre : forme 25448">
                  <a:extLst>
                    <a:ext uri="{FF2B5EF4-FFF2-40B4-BE49-F238E27FC236}">
                      <a16:creationId xmlns:a16="http://schemas.microsoft.com/office/drawing/2014/main" id="{31A8BB62-997C-4504-B718-BA0676CEDA5D}"/>
                    </a:ext>
                  </a:extLst>
                </p:cNvPr>
                <p:cNvSpPr/>
                <p:nvPr/>
              </p:nvSpPr>
              <p:spPr>
                <a:xfrm>
                  <a:off x="7864529" y="845746"/>
                  <a:ext cx="15038" cy="20879"/>
                </a:xfrm>
                <a:custGeom>
                  <a:avLst/>
                  <a:gdLst>
                    <a:gd name="connsiteX0" fmla="*/ 14107 w 15038"/>
                    <a:gd name="connsiteY0" fmla="*/ 576 h 20879"/>
                    <a:gd name="connsiteX1" fmla="*/ 4532 w 15038"/>
                    <a:gd name="connsiteY1" fmla="*/ 6162 h 20879"/>
                    <a:gd name="connsiteX2" fmla="*/ 99 w 15038"/>
                    <a:gd name="connsiteY2" fmla="*/ 11570 h 20879"/>
                    <a:gd name="connsiteX3" fmla="*/ 15038 w 15038"/>
                    <a:gd name="connsiteY3" fmla="*/ 20880 h 20879"/>
                    <a:gd name="connsiteX4" fmla="*/ 14994 w 15038"/>
                    <a:gd name="connsiteY4" fmla="*/ 0 h 20879"/>
                    <a:gd name="connsiteX5" fmla="*/ 14107 w 15038"/>
                    <a:gd name="connsiteY5" fmla="*/ 576 h 20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038" h="20879">
                      <a:moveTo>
                        <a:pt x="14107" y="576"/>
                      </a:moveTo>
                      <a:cubicBezTo>
                        <a:pt x="11713" y="1951"/>
                        <a:pt x="7723" y="3768"/>
                        <a:pt x="4532" y="6162"/>
                      </a:cubicBezTo>
                      <a:cubicBezTo>
                        <a:pt x="1207" y="9576"/>
                        <a:pt x="-433" y="8733"/>
                        <a:pt x="99" y="11570"/>
                      </a:cubicBezTo>
                      <a:cubicBezTo>
                        <a:pt x="631" y="16801"/>
                        <a:pt x="9319" y="19195"/>
                        <a:pt x="15038" y="20880"/>
                      </a:cubicBezTo>
                      <a:lnTo>
                        <a:pt x="14994" y="0"/>
                      </a:lnTo>
                      <a:cubicBezTo>
                        <a:pt x="14683" y="177"/>
                        <a:pt x="14417" y="399"/>
                        <a:pt x="14107" y="57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50" name="Forme libre : forme 25449">
                  <a:extLst>
                    <a:ext uri="{FF2B5EF4-FFF2-40B4-BE49-F238E27FC236}">
                      <a16:creationId xmlns:a16="http://schemas.microsoft.com/office/drawing/2014/main" id="{53AB2935-85C3-4EB4-AF0E-62C481C1C302}"/>
                    </a:ext>
                  </a:extLst>
                </p:cNvPr>
                <p:cNvSpPr/>
                <p:nvPr/>
              </p:nvSpPr>
              <p:spPr>
                <a:xfrm>
                  <a:off x="7865685" y="845560"/>
                  <a:ext cx="11210" cy="12844"/>
                </a:xfrm>
                <a:custGeom>
                  <a:avLst/>
                  <a:gdLst>
                    <a:gd name="connsiteX0" fmla="*/ 9227 w 11210"/>
                    <a:gd name="connsiteY0" fmla="*/ 4619 h 12844"/>
                    <a:gd name="connsiteX1" fmla="*/ 7941 w 11210"/>
                    <a:gd name="connsiteY1" fmla="*/ 2402 h 12844"/>
                    <a:gd name="connsiteX2" fmla="*/ 6 w 11210"/>
                    <a:gd name="connsiteY2" fmla="*/ 3156 h 12844"/>
                    <a:gd name="connsiteX3" fmla="*/ 1957 w 11210"/>
                    <a:gd name="connsiteY3" fmla="*/ 8564 h 12844"/>
                    <a:gd name="connsiteX4" fmla="*/ 6080 w 11210"/>
                    <a:gd name="connsiteY4" fmla="*/ 11579 h 12844"/>
                    <a:gd name="connsiteX5" fmla="*/ 8429 w 11210"/>
                    <a:gd name="connsiteY5" fmla="*/ 12732 h 12844"/>
                    <a:gd name="connsiteX6" fmla="*/ 10911 w 11210"/>
                    <a:gd name="connsiteY6" fmla="*/ 12333 h 12844"/>
                    <a:gd name="connsiteX7" fmla="*/ 11045 w 11210"/>
                    <a:gd name="connsiteY7" fmla="*/ 10426 h 12844"/>
                    <a:gd name="connsiteX8" fmla="*/ 9227 w 11210"/>
                    <a:gd name="connsiteY8" fmla="*/ 4619 h 1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10" h="12844">
                      <a:moveTo>
                        <a:pt x="9227" y="4619"/>
                      </a:moveTo>
                      <a:cubicBezTo>
                        <a:pt x="8872" y="3821"/>
                        <a:pt x="8518" y="3023"/>
                        <a:pt x="7941" y="2402"/>
                      </a:cubicBezTo>
                      <a:cubicBezTo>
                        <a:pt x="5548" y="-302"/>
                        <a:pt x="-215" y="-1543"/>
                        <a:pt x="6" y="3156"/>
                      </a:cubicBezTo>
                      <a:cubicBezTo>
                        <a:pt x="95" y="4974"/>
                        <a:pt x="849" y="6880"/>
                        <a:pt x="1957" y="8564"/>
                      </a:cubicBezTo>
                      <a:cubicBezTo>
                        <a:pt x="3109" y="9540"/>
                        <a:pt x="4750" y="10648"/>
                        <a:pt x="6080" y="11579"/>
                      </a:cubicBezTo>
                      <a:cubicBezTo>
                        <a:pt x="6789" y="12022"/>
                        <a:pt x="7543" y="12510"/>
                        <a:pt x="8429" y="12732"/>
                      </a:cubicBezTo>
                      <a:cubicBezTo>
                        <a:pt x="9316" y="12953"/>
                        <a:pt x="10335" y="12865"/>
                        <a:pt x="10911" y="12333"/>
                      </a:cubicBezTo>
                      <a:cubicBezTo>
                        <a:pt x="11355" y="11801"/>
                        <a:pt x="11222" y="11047"/>
                        <a:pt x="11045" y="10426"/>
                      </a:cubicBezTo>
                      <a:cubicBezTo>
                        <a:pt x="10645" y="8697"/>
                        <a:pt x="10069" y="6481"/>
                        <a:pt x="9227" y="461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51" name="Forme libre : forme 25450">
                  <a:extLst>
                    <a:ext uri="{FF2B5EF4-FFF2-40B4-BE49-F238E27FC236}">
                      <a16:creationId xmlns:a16="http://schemas.microsoft.com/office/drawing/2014/main" id="{157A3439-D8D6-4744-8231-965E3C5CD81C}"/>
                    </a:ext>
                  </a:extLst>
                </p:cNvPr>
                <p:cNvSpPr/>
                <p:nvPr/>
              </p:nvSpPr>
              <p:spPr>
                <a:xfrm>
                  <a:off x="7852880" y="850179"/>
                  <a:ext cx="17377" cy="22697"/>
                </a:xfrm>
                <a:custGeom>
                  <a:avLst/>
                  <a:gdLst>
                    <a:gd name="connsiteX0" fmla="*/ 44 w 17377"/>
                    <a:gd name="connsiteY0" fmla="*/ 0 h 22697"/>
                    <a:gd name="connsiteX1" fmla="*/ 0 w 17377"/>
                    <a:gd name="connsiteY1" fmla="*/ 887 h 22697"/>
                    <a:gd name="connsiteX2" fmla="*/ 222 w 17377"/>
                    <a:gd name="connsiteY2" fmla="*/ 2350 h 22697"/>
                    <a:gd name="connsiteX3" fmla="*/ 1108 w 17377"/>
                    <a:gd name="connsiteY3" fmla="*/ 2837 h 22697"/>
                    <a:gd name="connsiteX4" fmla="*/ 1773 w 17377"/>
                    <a:gd name="connsiteY4" fmla="*/ 3281 h 22697"/>
                    <a:gd name="connsiteX5" fmla="*/ 2172 w 17377"/>
                    <a:gd name="connsiteY5" fmla="*/ 5320 h 22697"/>
                    <a:gd name="connsiteX6" fmla="*/ 17378 w 17377"/>
                    <a:gd name="connsiteY6" fmla="*/ 22697 h 22697"/>
                    <a:gd name="connsiteX7" fmla="*/ 9088 w 17377"/>
                    <a:gd name="connsiteY7" fmla="*/ 15339 h 22697"/>
                    <a:gd name="connsiteX8" fmla="*/ 3768 w 17377"/>
                    <a:gd name="connsiteY8" fmla="*/ 6694 h 22697"/>
                    <a:gd name="connsiteX9" fmla="*/ 2882 w 17377"/>
                    <a:gd name="connsiteY9" fmla="*/ 4078 h 22697"/>
                    <a:gd name="connsiteX10" fmla="*/ 2660 w 17377"/>
                    <a:gd name="connsiteY10" fmla="*/ 3502 h 22697"/>
                    <a:gd name="connsiteX11" fmla="*/ 2305 w 17377"/>
                    <a:gd name="connsiteY11" fmla="*/ 3325 h 22697"/>
                    <a:gd name="connsiteX12" fmla="*/ 1685 w 17377"/>
                    <a:gd name="connsiteY12" fmla="*/ 2970 h 22697"/>
                    <a:gd name="connsiteX13" fmla="*/ 44 w 17377"/>
                    <a:gd name="connsiteY13" fmla="*/ 0 h 22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7377" h="22697">
                      <a:moveTo>
                        <a:pt x="44" y="0"/>
                      </a:moveTo>
                      <a:cubicBezTo>
                        <a:pt x="44" y="0"/>
                        <a:pt x="44" y="310"/>
                        <a:pt x="0" y="887"/>
                      </a:cubicBezTo>
                      <a:cubicBezTo>
                        <a:pt x="0" y="1374"/>
                        <a:pt x="0" y="2571"/>
                        <a:pt x="222" y="2350"/>
                      </a:cubicBezTo>
                      <a:cubicBezTo>
                        <a:pt x="443" y="2438"/>
                        <a:pt x="754" y="2616"/>
                        <a:pt x="1108" y="2837"/>
                      </a:cubicBezTo>
                      <a:cubicBezTo>
                        <a:pt x="1286" y="2970"/>
                        <a:pt x="1551" y="3015"/>
                        <a:pt x="1773" y="3281"/>
                      </a:cubicBezTo>
                      <a:cubicBezTo>
                        <a:pt x="1862" y="3901"/>
                        <a:pt x="1995" y="4610"/>
                        <a:pt x="2172" y="5320"/>
                      </a:cubicBezTo>
                      <a:cubicBezTo>
                        <a:pt x="3502" y="10905"/>
                        <a:pt x="7182" y="17865"/>
                        <a:pt x="17378" y="22697"/>
                      </a:cubicBezTo>
                      <a:cubicBezTo>
                        <a:pt x="17378" y="22697"/>
                        <a:pt x="13122" y="20082"/>
                        <a:pt x="9088" y="15339"/>
                      </a:cubicBezTo>
                      <a:cubicBezTo>
                        <a:pt x="7049" y="12989"/>
                        <a:pt x="5142" y="10063"/>
                        <a:pt x="3768" y="6694"/>
                      </a:cubicBezTo>
                      <a:cubicBezTo>
                        <a:pt x="3414" y="5852"/>
                        <a:pt x="3148" y="4965"/>
                        <a:pt x="2882" y="4078"/>
                      </a:cubicBezTo>
                      <a:cubicBezTo>
                        <a:pt x="2793" y="3901"/>
                        <a:pt x="2748" y="3591"/>
                        <a:pt x="2660" y="3502"/>
                      </a:cubicBezTo>
                      <a:lnTo>
                        <a:pt x="2305" y="3325"/>
                      </a:lnTo>
                      <a:lnTo>
                        <a:pt x="1685" y="2970"/>
                      </a:lnTo>
                      <a:cubicBezTo>
                        <a:pt x="1020" y="2217"/>
                        <a:pt x="133" y="3148"/>
                        <a:pt x="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52" name="Forme libre : forme 25451">
                  <a:extLst>
                    <a:ext uri="{FF2B5EF4-FFF2-40B4-BE49-F238E27FC236}">
                      <a16:creationId xmlns:a16="http://schemas.microsoft.com/office/drawing/2014/main" id="{2DC6892A-CBAE-49C4-A9BA-AEF1F82C9B92}"/>
                    </a:ext>
                  </a:extLst>
                </p:cNvPr>
                <p:cNvSpPr/>
                <p:nvPr/>
              </p:nvSpPr>
              <p:spPr>
                <a:xfrm>
                  <a:off x="7876807" y="829919"/>
                  <a:ext cx="2715" cy="9664"/>
                </a:xfrm>
                <a:custGeom>
                  <a:avLst/>
                  <a:gdLst>
                    <a:gd name="connsiteX0" fmla="*/ 986 w 2715"/>
                    <a:gd name="connsiteY0" fmla="*/ 2305 h 9664"/>
                    <a:gd name="connsiteX1" fmla="*/ 1696 w 2715"/>
                    <a:gd name="connsiteY1" fmla="*/ 9531 h 9664"/>
                    <a:gd name="connsiteX2" fmla="*/ 2715 w 2715"/>
                    <a:gd name="connsiteY2" fmla="*/ 9664 h 9664"/>
                    <a:gd name="connsiteX3" fmla="*/ 2671 w 2715"/>
                    <a:gd name="connsiteY3" fmla="*/ 0 h 9664"/>
                    <a:gd name="connsiteX4" fmla="*/ 986 w 2715"/>
                    <a:gd name="connsiteY4" fmla="*/ 2305 h 9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15" h="9664">
                      <a:moveTo>
                        <a:pt x="986" y="2305"/>
                      </a:moveTo>
                      <a:cubicBezTo>
                        <a:pt x="-565" y="5408"/>
                        <a:pt x="-255" y="8645"/>
                        <a:pt x="1696" y="9531"/>
                      </a:cubicBezTo>
                      <a:cubicBezTo>
                        <a:pt x="2006" y="9664"/>
                        <a:pt x="2361" y="9664"/>
                        <a:pt x="2715" y="9664"/>
                      </a:cubicBezTo>
                      <a:lnTo>
                        <a:pt x="2671" y="0"/>
                      </a:lnTo>
                      <a:cubicBezTo>
                        <a:pt x="2050" y="621"/>
                        <a:pt x="1430" y="1374"/>
                        <a:pt x="986" y="230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53" name="Forme libre : forme 25452">
                  <a:extLst>
                    <a:ext uri="{FF2B5EF4-FFF2-40B4-BE49-F238E27FC236}">
                      <a16:creationId xmlns:a16="http://schemas.microsoft.com/office/drawing/2014/main" id="{97B57AF3-A477-4D6F-85C9-1A7C2595BC50}"/>
                    </a:ext>
                  </a:extLst>
                </p:cNvPr>
                <p:cNvSpPr/>
                <p:nvPr/>
              </p:nvSpPr>
              <p:spPr>
                <a:xfrm>
                  <a:off x="7858094" y="811832"/>
                  <a:ext cx="21339" cy="25890"/>
                </a:xfrm>
                <a:custGeom>
                  <a:avLst/>
                  <a:gdLst>
                    <a:gd name="connsiteX0" fmla="*/ 13449 w 21339"/>
                    <a:gd name="connsiteY0" fmla="*/ 1064 h 25890"/>
                    <a:gd name="connsiteX1" fmla="*/ 3918 w 21339"/>
                    <a:gd name="connsiteY1" fmla="*/ 7226 h 25890"/>
                    <a:gd name="connsiteX2" fmla="*/ 2100 w 21339"/>
                    <a:gd name="connsiteY2" fmla="*/ 25357 h 25890"/>
                    <a:gd name="connsiteX3" fmla="*/ 14912 w 21339"/>
                    <a:gd name="connsiteY3" fmla="*/ 12235 h 25890"/>
                    <a:gd name="connsiteX4" fmla="*/ 21340 w 21339"/>
                    <a:gd name="connsiteY4" fmla="*/ 8910 h 25890"/>
                    <a:gd name="connsiteX5" fmla="*/ 21295 w 21339"/>
                    <a:gd name="connsiteY5" fmla="*/ 0 h 25890"/>
                    <a:gd name="connsiteX6" fmla="*/ 13449 w 21339"/>
                    <a:gd name="connsiteY6" fmla="*/ 1064 h 25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339" h="25890">
                      <a:moveTo>
                        <a:pt x="13449" y="1064"/>
                      </a:moveTo>
                      <a:cubicBezTo>
                        <a:pt x="9725" y="2128"/>
                        <a:pt x="6267" y="4211"/>
                        <a:pt x="3918" y="7226"/>
                      </a:cubicBezTo>
                      <a:cubicBezTo>
                        <a:pt x="1391" y="10506"/>
                        <a:pt x="-2422" y="21900"/>
                        <a:pt x="2100" y="25357"/>
                      </a:cubicBezTo>
                      <a:cubicBezTo>
                        <a:pt x="6622" y="28815"/>
                        <a:pt x="12518" y="14408"/>
                        <a:pt x="14912" y="12235"/>
                      </a:cubicBezTo>
                      <a:cubicBezTo>
                        <a:pt x="16729" y="10595"/>
                        <a:pt x="18946" y="9620"/>
                        <a:pt x="21340" y="8910"/>
                      </a:cubicBezTo>
                      <a:lnTo>
                        <a:pt x="21295" y="0"/>
                      </a:lnTo>
                      <a:cubicBezTo>
                        <a:pt x="18680" y="0"/>
                        <a:pt x="16020" y="310"/>
                        <a:pt x="13449" y="106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20112" name="Graphique 2">
              <a:extLst>
                <a:ext uri="{FF2B5EF4-FFF2-40B4-BE49-F238E27FC236}">
                  <a16:creationId xmlns:a16="http://schemas.microsoft.com/office/drawing/2014/main" id="{E44384E9-CE1B-468C-A692-4A23208BBF76}"/>
                </a:ext>
              </a:extLst>
            </p:cNvPr>
            <p:cNvGrpSpPr/>
            <p:nvPr/>
          </p:nvGrpSpPr>
          <p:grpSpPr>
            <a:xfrm>
              <a:off x="4213308" y="736780"/>
              <a:ext cx="3668431" cy="1579361"/>
              <a:chOff x="4213308" y="736780"/>
              <a:chExt cx="3668431" cy="1579361"/>
            </a:xfrm>
            <a:solidFill>
              <a:schemeClr val="accent1"/>
            </a:solidFill>
          </p:grpSpPr>
          <p:grpSp>
            <p:nvGrpSpPr>
              <p:cNvPr id="23803" name="Graphique 2">
                <a:extLst>
                  <a:ext uri="{FF2B5EF4-FFF2-40B4-BE49-F238E27FC236}">
                    <a16:creationId xmlns:a16="http://schemas.microsoft.com/office/drawing/2014/main" id="{77C69E8F-78F5-42D0-AC7F-B7F3954982A3}"/>
                  </a:ext>
                </a:extLst>
              </p:cNvPr>
              <p:cNvGrpSpPr/>
              <p:nvPr/>
            </p:nvGrpSpPr>
            <p:grpSpPr>
              <a:xfrm>
                <a:off x="4213308" y="1418147"/>
                <a:ext cx="28382" cy="71239"/>
                <a:chOff x="4213308" y="1418147"/>
                <a:chExt cx="28382" cy="71239"/>
              </a:xfrm>
              <a:solidFill>
                <a:schemeClr val="accent1"/>
              </a:solidFill>
            </p:grpSpPr>
            <p:sp>
              <p:nvSpPr>
                <p:cNvPr id="25317" name="Forme libre : forme 25316">
                  <a:extLst>
                    <a:ext uri="{FF2B5EF4-FFF2-40B4-BE49-F238E27FC236}">
                      <a16:creationId xmlns:a16="http://schemas.microsoft.com/office/drawing/2014/main" id="{B2FE5B15-BFD1-400B-8D28-0A70B6AF50E9}"/>
                    </a:ext>
                  </a:extLst>
                </p:cNvPr>
                <p:cNvSpPr/>
                <p:nvPr/>
              </p:nvSpPr>
              <p:spPr>
                <a:xfrm>
                  <a:off x="4213352" y="1418147"/>
                  <a:ext cx="28338" cy="71195"/>
                </a:xfrm>
                <a:custGeom>
                  <a:avLst/>
                  <a:gdLst>
                    <a:gd name="connsiteX0" fmla="*/ 27264 w 28338"/>
                    <a:gd name="connsiteY0" fmla="*/ 20525 h 71195"/>
                    <a:gd name="connsiteX1" fmla="*/ 17821 w 28338"/>
                    <a:gd name="connsiteY1" fmla="*/ 8689 h 71195"/>
                    <a:gd name="connsiteX2" fmla="*/ 4655 w 28338"/>
                    <a:gd name="connsiteY2" fmla="*/ 1596 h 71195"/>
                    <a:gd name="connsiteX3" fmla="*/ 0 w 28338"/>
                    <a:gd name="connsiteY3" fmla="*/ 0 h 71195"/>
                    <a:gd name="connsiteX4" fmla="*/ 0 w 28338"/>
                    <a:gd name="connsiteY4" fmla="*/ 71196 h 71195"/>
                    <a:gd name="connsiteX5" fmla="*/ 11881 w 28338"/>
                    <a:gd name="connsiteY5" fmla="*/ 60733 h 71195"/>
                    <a:gd name="connsiteX6" fmla="*/ 24648 w 28338"/>
                    <a:gd name="connsiteY6" fmla="*/ 38036 h 71195"/>
                    <a:gd name="connsiteX7" fmla="*/ 26466 w 28338"/>
                    <a:gd name="connsiteY7" fmla="*/ 33958 h 71195"/>
                    <a:gd name="connsiteX8" fmla="*/ 28327 w 28338"/>
                    <a:gd name="connsiteY8" fmla="*/ 27840 h 71195"/>
                    <a:gd name="connsiteX9" fmla="*/ 27264 w 28338"/>
                    <a:gd name="connsiteY9" fmla="*/ 20525 h 7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338" h="71195">
                      <a:moveTo>
                        <a:pt x="27264" y="20525"/>
                      </a:moveTo>
                      <a:cubicBezTo>
                        <a:pt x="25756" y="15693"/>
                        <a:pt x="22564" y="11260"/>
                        <a:pt x="17821" y="8689"/>
                      </a:cubicBezTo>
                      <a:lnTo>
                        <a:pt x="4655" y="1596"/>
                      </a:lnTo>
                      <a:cubicBezTo>
                        <a:pt x="3192" y="798"/>
                        <a:pt x="1596" y="310"/>
                        <a:pt x="0" y="0"/>
                      </a:cubicBezTo>
                      <a:lnTo>
                        <a:pt x="0" y="71196"/>
                      </a:lnTo>
                      <a:cubicBezTo>
                        <a:pt x="4743" y="69334"/>
                        <a:pt x="9044" y="65743"/>
                        <a:pt x="11881" y="60733"/>
                      </a:cubicBezTo>
                      <a:lnTo>
                        <a:pt x="24648" y="38036"/>
                      </a:lnTo>
                      <a:cubicBezTo>
                        <a:pt x="25402" y="36706"/>
                        <a:pt x="26022" y="35332"/>
                        <a:pt x="26466" y="33958"/>
                      </a:cubicBezTo>
                      <a:cubicBezTo>
                        <a:pt x="26510" y="33426"/>
                        <a:pt x="28505" y="28860"/>
                        <a:pt x="28327" y="27840"/>
                      </a:cubicBezTo>
                      <a:cubicBezTo>
                        <a:pt x="28372" y="25535"/>
                        <a:pt x="28017" y="22963"/>
                        <a:pt x="27264" y="20525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18" name="Forme libre : forme 25317">
                  <a:extLst>
                    <a:ext uri="{FF2B5EF4-FFF2-40B4-BE49-F238E27FC236}">
                      <a16:creationId xmlns:a16="http://schemas.microsoft.com/office/drawing/2014/main" id="{FDD39427-2446-410D-A0D2-398A3ABF009C}"/>
                    </a:ext>
                  </a:extLst>
                </p:cNvPr>
                <p:cNvSpPr/>
                <p:nvPr/>
              </p:nvSpPr>
              <p:spPr>
                <a:xfrm>
                  <a:off x="4213352" y="1426614"/>
                  <a:ext cx="28338" cy="62772"/>
                </a:xfrm>
                <a:custGeom>
                  <a:avLst/>
                  <a:gdLst>
                    <a:gd name="connsiteX0" fmla="*/ 27264 w 28338"/>
                    <a:gd name="connsiteY0" fmla="*/ 12058 h 62772"/>
                    <a:gd name="connsiteX1" fmla="*/ 17821 w 28338"/>
                    <a:gd name="connsiteY1" fmla="*/ 222 h 62772"/>
                    <a:gd name="connsiteX2" fmla="*/ 17378 w 28338"/>
                    <a:gd name="connsiteY2" fmla="*/ 0 h 62772"/>
                    <a:gd name="connsiteX3" fmla="*/ 12812 w 28338"/>
                    <a:gd name="connsiteY3" fmla="*/ 9664 h 62772"/>
                    <a:gd name="connsiteX4" fmla="*/ 11703 w 28338"/>
                    <a:gd name="connsiteY4" fmla="*/ 12014 h 62772"/>
                    <a:gd name="connsiteX5" fmla="*/ 10196 w 28338"/>
                    <a:gd name="connsiteY5" fmla="*/ 14984 h 62772"/>
                    <a:gd name="connsiteX6" fmla="*/ 7492 w 28338"/>
                    <a:gd name="connsiteY6" fmla="*/ 19683 h 62772"/>
                    <a:gd name="connsiteX7" fmla="*/ 0 w 28338"/>
                    <a:gd name="connsiteY7" fmla="*/ 35553 h 62772"/>
                    <a:gd name="connsiteX8" fmla="*/ 0 w 28338"/>
                    <a:gd name="connsiteY8" fmla="*/ 62773 h 62772"/>
                    <a:gd name="connsiteX9" fmla="*/ 11881 w 28338"/>
                    <a:gd name="connsiteY9" fmla="*/ 52310 h 62772"/>
                    <a:gd name="connsiteX10" fmla="*/ 24648 w 28338"/>
                    <a:gd name="connsiteY10" fmla="*/ 29613 h 62772"/>
                    <a:gd name="connsiteX11" fmla="*/ 26466 w 28338"/>
                    <a:gd name="connsiteY11" fmla="*/ 25535 h 62772"/>
                    <a:gd name="connsiteX12" fmla="*/ 28327 w 28338"/>
                    <a:gd name="connsiteY12" fmla="*/ 19417 h 62772"/>
                    <a:gd name="connsiteX13" fmla="*/ 27264 w 28338"/>
                    <a:gd name="connsiteY13" fmla="*/ 12058 h 62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8338" h="62772">
                      <a:moveTo>
                        <a:pt x="27264" y="12058"/>
                      </a:moveTo>
                      <a:cubicBezTo>
                        <a:pt x="25756" y="7226"/>
                        <a:pt x="22564" y="2793"/>
                        <a:pt x="17821" y="222"/>
                      </a:cubicBezTo>
                      <a:lnTo>
                        <a:pt x="17378" y="0"/>
                      </a:lnTo>
                      <a:cubicBezTo>
                        <a:pt x="15915" y="3325"/>
                        <a:pt x="14319" y="6517"/>
                        <a:pt x="12812" y="9664"/>
                      </a:cubicBezTo>
                      <a:lnTo>
                        <a:pt x="11703" y="12014"/>
                      </a:lnTo>
                      <a:cubicBezTo>
                        <a:pt x="11349" y="12856"/>
                        <a:pt x="10772" y="14053"/>
                        <a:pt x="10196" y="14984"/>
                      </a:cubicBezTo>
                      <a:lnTo>
                        <a:pt x="7492" y="19683"/>
                      </a:lnTo>
                      <a:cubicBezTo>
                        <a:pt x="4655" y="24781"/>
                        <a:pt x="1995" y="29968"/>
                        <a:pt x="0" y="35553"/>
                      </a:cubicBezTo>
                      <a:lnTo>
                        <a:pt x="0" y="62773"/>
                      </a:lnTo>
                      <a:cubicBezTo>
                        <a:pt x="4743" y="60911"/>
                        <a:pt x="9044" y="57320"/>
                        <a:pt x="11881" y="52310"/>
                      </a:cubicBezTo>
                      <a:lnTo>
                        <a:pt x="24648" y="29613"/>
                      </a:lnTo>
                      <a:cubicBezTo>
                        <a:pt x="25402" y="28283"/>
                        <a:pt x="26022" y="26909"/>
                        <a:pt x="26466" y="25535"/>
                      </a:cubicBezTo>
                      <a:cubicBezTo>
                        <a:pt x="26510" y="25003"/>
                        <a:pt x="28505" y="20437"/>
                        <a:pt x="28327" y="19417"/>
                      </a:cubicBezTo>
                      <a:cubicBezTo>
                        <a:pt x="28372" y="17067"/>
                        <a:pt x="28017" y="14496"/>
                        <a:pt x="27264" y="12058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19" name="Forme libre : forme 25318">
                  <a:extLst>
                    <a:ext uri="{FF2B5EF4-FFF2-40B4-BE49-F238E27FC236}">
                      <a16:creationId xmlns:a16="http://schemas.microsoft.com/office/drawing/2014/main" id="{2E8CD795-D12F-4E86-A953-888324B3B087}"/>
                    </a:ext>
                  </a:extLst>
                </p:cNvPr>
                <p:cNvSpPr/>
                <p:nvPr/>
              </p:nvSpPr>
              <p:spPr>
                <a:xfrm>
                  <a:off x="4213352" y="1436136"/>
                  <a:ext cx="9960" cy="27450"/>
                </a:xfrm>
                <a:custGeom>
                  <a:avLst/>
                  <a:gdLst>
                    <a:gd name="connsiteX0" fmla="*/ 8822 w 9960"/>
                    <a:gd name="connsiteY0" fmla="*/ 3689 h 27450"/>
                    <a:gd name="connsiteX1" fmla="*/ 5896 w 9960"/>
                    <a:gd name="connsiteY1" fmla="*/ 675 h 27450"/>
                    <a:gd name="connsiteX2" fmla="*/ 1773 w 9960"/>
                    <a:gd name="connsiteY2" fmla="*/ 10 h 27450"/>
                    <a:gd name="connsiteX3" fmla="*/ 0 w 9960"/>
                    <a:gd name="connsiteY3" fmla="*/ 320 h 27450"/>
                    <a:gd name="connsiteX4" fmla="*/ 0 w 9960"/>
                    <a:gd name="connsiteY4" fmla="*/ 27451 h 27450"/>
                    <a:gd name="connsiteX5" fmla="*/ 7004 w 9960"/>
                    <a:gd name="connsiteY5" fmla="*/ 19781 h 27450"/>
                    <a:gd name="connsiteX6" fmla="*/ 9930 w 9960"/>
                    <a:gd name="connsiteY6" fmla="*/ 8433 h 27450"/>
                    <a:gd name="connsiteX7" fmla="*/ 8822 w 9960"/>
                    <a:gd name="connsiteY7" fmla="*/ 3689 h 27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960" h="27450">
                      <a:moveTo>
                        <a:pt x="8822" y="3689"/>
                      </a:moveTo>
                      <a:cubicBezTo>
                        <a:pt x="8246" y="2271"/>
                        <a:pt x="7137" y="1251"/>
                        <a:pt x="5896" y="675"/>
                      </a:cubicBezTo>
                      <a:cubicBezTo>
                        <a:pt x="4610" y="54"/>
                        <a:pt x="3236" y="-35"/>
                        <a:pt x="1773" y="10"/>
                      </a:cubicBezTo>
                      <a:cubicBezTo>
                        <a:pt x="1197" y="10"/>
                        <a:pt x="621" y="143"/>
                        <a:pt x="0" y="320"/>
                      </a:cubicBezTo>
                      <a:lnTo>
                        <a:pt x="0" y="27451"/>
                      </a:lnTo>
                      <a:cubicBezTo>
                        <a:pt x="2616" y="25766"/>
                        <a:pt x="5098" y="23150"/>
                        <a:pt x="7004" y="19781"/>
                      </a:cubicBezTo>
                      <a:cubicBezTo>
                        <a:pt x="9177" y="15924"/>
                        <a:pt x="10152" y="11890"/>
                        <a:pt x="9930" y="8433"/>
                      </a:cubicBezTo>
                      <a:cubicBezTo>
                        <a:pt x="9841" y="6659"/>
                        <a:pt x="9354" y="5196"/>
                        <a:pt x="8822" y="3689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20" name="Forme libre : forme 25319">
                  <a:extLst>
                    <a:ext uri="{FF2B5EF4-FFF2-40B4-BE49-F238E27FC236}">
                      <a16:creationId xmlns:a16="http://schemas.microsoft.com/office/drawing/2014/main" id="{E73207CE-7BA8-4440-96BB-CB8E0BE50E91}"/>
                    </a:ext>
                  </a:extLst>
                </p:cNvPr>
                <p:cNvSpPr/>
                <p:nvPr/>
              </p:nvSpPr>
              <p:spPr>
                <a:xfrm>
                  <a:off x="4213308" y="1449090"/>
                  <a:ext cx="9575" cy="14451"/>
                </a:xfrm>
                <a:custGeom>
                  <a:avLst/>
                  <a:gdLst>
                    <a:gd name="connsiteX0" fmla="*/ 7004 w 9575"/>
                    <a:gd name="connsiteY0" fmla="*/ 3103 h 14451"/>
                    <a:gd name="connsiteX1" fmla="*/ 0 w 9575"/>
                    <a:gd name="connsiteY1" fmla="*/ 6650 h 14451"/>
                    <a:gd name="connsiteX2" fmla="*/ 0 w 9575"/>
                    <a:gd name="connsiteY2" fmla="*/ 14452 h 14451"/>
                    <a:gd name="connsiteX3" fmla="*/ 7004 w 9575"/>
                    <a:gd name="connsiteY3" fmla="*/ 6783 h 14451"/>
                    <a:gd name="connsiteX4" fmla="*/ 9576 w 9575"/>
                    <a:gd name="connsiteY4" fmla="*/ 0 h 14451"/>
                    <a:gd name="connsiteX5" fmla="*/ 7004 w 9575"/>
                    <a:gd name="connsiteY5" fmla="*/ 3103 h 14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575" h="14451">
                      <a:moveTo>
                        <a:pt x="7004" y="3103"/>
                      </a:moveTo>
                      <a:cubicBezTo>
                        <a:pt x="4921" y="4655"/>
                        <a:pt x="2483" y="5852"/>
                        <a:pt x="0" y="6650"/>
                      </a:cubicBezTo>
                      <a:lnTo>
                        <a:pt x="0" y="14452"/>
                      </a:lnTo>
                      <a:cubicBezTo>
                        <a:pt x="2616" y="12767"/>
                        <a:pt x="5098" y="10152"/>
                        <a:pt x="7004" y="6783"/>
                      </a:cubicBezTo>
                      <a:cubicBezTo>
                        <a:pt x="8290" y="4522"/>
                        <a:pt x="9132" y="2217"/>
                        <a:pt x="9576" y="0"/>
                      </a:cubicBezTo>
                      <a:cubicBezTo>
                        <a:pt x="8911" y="1108"/>
                        <a:pt x="8068" y="2172"/>
                        <a:pt x="7004" y="3103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21" name="Forme libre : forme 25320">
                  <a:extLst>
                    <a:ext uri="{FF2B5EF4-FFF2-40B4-BE49-F238E27FC236}">
                      <a16:creationId xmlns:a16="http://schemas.microsoft.com/office/drawing/2014/main" id="{BC683162-2AC4-43C9-A027-BAC8E9CCC11C}"/>
                    </a:ext>
                  </a:extLst>
                </p:cNvPr>
                <p:cNvSpPr/>
                <p:nvPr/>
              </p:nvSpPr>
              <p:spPr>
                <a:xfrm>
                  <a:off x="4213308" y="1435654"/>
                  <a:ext cx="12709" cy="29040"/>
                </a:xfrm>
                <a:custGeom>
                  <a:avLst/>
                  <a:gdLst>
                    <a:gd name="connsiteX0" fmla="*/ 12590 w 12709"/>
                    <a:gd name="connsiteY0" fmla="*/ 7318 h 29040"/>
                    <a:gd name="connsiteX1" fmla="*/ 12501 w 12709"/>
                    <a:gd name="connsiteY1" fmla="*/ 5855 h 29040"/>
                    <a:gd name="connsiteX2" fmla="*/ 11792 w 12709"/>
                    <a:gd name="connsiteY2" fmla="*/ 3373 h 29040"/>
                    <a:gd name="connsiteX3" fmla="*/ 8645 w 12709"/>
                    <a:gd name="connsiteY3" fmla="*/ 624 h 29040"/>
                    <a:gd name="connsiteX4" fmla="*/ 4477 w 12709"/>
                    <a:gd name="connsiteY4" fmla="*/ 92 h 29040"/>
                    <a:gd name="connsiteX5" fmla="*/ 44 w 12709"/>
                    <a:gd name="connsiteY5" fmla="*/ 1511 h 29040"/>
                    <a:gd name="connsiteX6" fmla="*/ 0 w 12709"/>
                    <a:gd name="connsiteY6" fmla="*/ 1555 h 29040"/>
                    <a:gd name="connsiteX7" fmla="*/ 0 w 12709"/>
                    <a:gd name="connsiteY7" fmla="*/ 29040 h 29040"/>
                    <a:gd name="connsiteX8" fmla="*/ 9753 w 12709"/>
                    <a:gd name="connsiteY8" fmla="*/ 19953 h 29040"/>
                    <a:gd name="connsiteX9" fmla="*/ 12679 w 12709"/>
                    <a:gd name="connsiteY9" fmla="*/ 8604 h 29040"/>
                    <a:gd name="connsiteX10" fmla="*/ 12590 w 12709"/>
                    <a:gd name="connsiteY10" fmla="*/ 7318 h 29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709" h="29040">
                      <a:moveTo>
                        <a:pt x="12590" y="7318"/>
                      </a:moveTo>
                      <a:cubicBezTo>
                        <a:pt x="12590" y="6831"/>
                        <a:pt x="12546" y="6299"/>
                        <a:pt x="12501" y="5855"/>
                      </a:cubicBezTo>
                      <a:cubicBezTo>
                        <a:pt x="12413" y="4924"/>
                        <a:pt x="12102" y="4082"/>
                        <a:pt x="11792" y="3373"/>
                      </a:cubicBezTo>
                      <a:cubicBezTo>
                        <a:pt x="10994" y="2176"/>
                        <a:pt x="9930" y="1201"/>
                        <a:pt x="8645" y="624"/>
                      </a:cubicBezTo>
                      <a:cubicBezTo>
                        <a:pt x="7359" y="48"/>
                        <a:pt x="5940" y="-129"/>
                        <a:pt x="4477" y="92"/>
                      </a:cubicBezTo>
                      <a:cubicBezTo>
                        <a:pt x="3059" y="403"/>
                        <a:pt x="1596" y="624"/>
                        <a:pt x="44" y="1511"/>
                      </a:cubicBezTo>
                      <a:cubicBezTo>
                        <a:pt x="44" y="1511"/>
                        <a:pt x="0" y="1511"/>
                        <a:pt x="0" y="1555"/>
                      </a:cubicBezTo>
                      <a:lnTo>
                        <a:pt x="0" y="29040"/>
                      </a:lnTo>
                      <a:cubicBezTo>
                        <a:pt x="3591" y="27666"/>
                        <a:pt x="7226" y="24474"/>
                        <a:pt x="9753" y="19953"/>
                      </a:cubicBezTo>
                      <a:cubicBezTo>
                        <a:pt x="11925" y="16096"/>
                        <a:pt x="12900" y="12062"/>
                        <a:pt x="12679" y="8604"/>
                      </a:cubicBezTo>
                      <a:cubicBezTo>
                        <a:pt x="12679" y="8116"/>
                        <a:pt x="12634" y="7717"/>
                        <a:pt x="12590" y="731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22" name="Forme libre : forme 25321">
                  <a:extLst>
                    <a:ext uri="{FF2B5EF4-FFF2-40B4-BE49-F238E27FC236}">
                      <a16:creationId xmlns:a16="http://schemas.microsoft.com/office/drawing/2014/main" id="{C5896D56-A96B-4CF0-98D3-5966FC3CB7EB}"/>
                    </a:ext>
                  </a:extLst>
                </p:cNvPr>
                <p:cNvSpPr/>
                <p:nvPr/>
              </p:nvSpPr>
              <p:spPr>
                <a:xfrm>
                  <a:off x="4213397" y="1447427"/>
                  <a:ext cx="17491" cy="32516"/>
                </a:xfrm>
                <a:custGeom>
                  <a:avLst/>
                  <a:gdLst>
                    <a:gd name="connsiteX0" fmla="*/ 12058 w 17491"/>
                    <a:gd name="connsiteY0" fmla="*/ 22 h 32516"/>
                    <a:gd name="connsiteX1" fmla="*/ 5142 w 17491"/>
                    <a:gd name="connsiteY1" fmla="*/ 2549 h 32516"/>
                    <a:gd name="connsiteX2" fmla="*/ 0 w 17491"/>
                    <a:gd name="connsiteY2" fmla="*/ 5165 h 32516"/>
                    <a:gd name="connsiteX3" fmla="*/ 0 w 17491"/>
                    <a:gd name="connsiteY3" fmla="*/ 32517 h 32516"/>
                    <a:gd name="connsiteX4" fmla="*/ 10373 w 17491"/>
                    <a:gd name="connsiteY4" fmla="*/ 24493 h 32516"/>
                    <a:gd name="connsiteX5" fmla="*/ 17466 w 17491"/>
                    <a:gd name="connsiteY5" fmla="*/ 9199 h 32516"/>
                    <a:gd name="connsiteX6" fmla="*/ 12058 w 17491"/>
                    <a:gd name="connsiteY6" fmla="*/ 22 h 32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491" h="32516">
                      <a:moveTo>
                        <a:pt x="12058" y="22"/>
                      </a:moveTo>
                      <a:cubicBezTo>
                        <a:pt x="9664" y="-199"/>
                        <a:pt x="7315" y="1264"/>
                        <a:pt x="5142" y="2549"/>
                      </a:cubicBezTo>
                      <a:cubicBezTo>
                        <a:pt x="3458" y="3524"/>
                        <a:pt x="1729" y="4367"/>
                        <a:pt x="0" y="5165"/>
                      </a:cubicBezTo>
                      <a:lnTo>
                        <a:pt x="0" y="32517"/>
                      </a:lnTo>
                      <a:cubicBezTo>
                        <a:pt x="3901" y="30965"/>
                        <a:pt x="7492" y="27907"/>
                        <a:pt x="10373" y="24493"/>
                      </a:cubicBezTo>
                      <a:cubicBezTo>
                        <a:pt x="14053" y="20104"/>
                        <a:pt x="17067" y="14785"/>
                        <a:pt x="17466" y="9199"/>
                      </a:cubicBezTo>
                      <a:cubicBezTo>
                        <a:pt x="17732" y="5076"/>
                        <a:pt x="15870" y="377"/>
                        <a:pt x="12058" y="2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23" name="Forme libre : forme 25322">
                  <a:extLst>
                    <a:ext uri="{FF2B5EF4-FFF2-40B4-BE49-F238E27FC236}">
                      <a16:creationId xmlns:a16="http://schemas.microsoft.com/office/drawing/2014/main" id="{C906B3AC-C2D3-4CBB-A82B-42192F2FBBF6}"/>
                    </a:ext>
                  </a:extLst>
                </p:cNvPr>
                <p:cNvSpPr/>
                <p:nvPr/>
              </p:nvSpPr>
              <p:spPr>
                <a:xfrm>
                  <a:off x="4228247" y="1427678"/>
                  <a:ext cx="11192" cy="27573"/>
                </a:xfrm>
                <a:custGeom>
                  <a:avLst/>
                  <a:gdLst>
                    <a:gd name="connsiteX0" fmla="*/ 0 w 11192"/>
                    <a:gd name="connsiteY0" fmla="*/ 0 h 27573"/>
                    <a:gd name="connsiteX1" fmla="*/ 6561 w 11192"/>
                    <a:gd name="connsiteY1" fmla="*/ 5719 h 27573"/>
                    <a:gd name="connsiteX2" fmla="*/ 10329 w 11192"/>
                    <a:gd name="connsiteY2" fmla="*/ 13521 h 27573"/>
                    <a:gd name="connsiteX3" fmla="*/ 10905 w 11192"/>
                    <a:gd name="connsiteY3" fmla="*/ 16004 h 27573"/>
                    <a:gd name="connsiteX4" fmla="*/ 11127 w 11192"/>
                    <a:gd name="connsiteY4" fmla="*/ 17289 h 27573"/>
                    <a:gd name="connsiteX5" fmla="*/ 10905 w 11192"/>
                    <a:gd name="connsiteY5" fmla="*/ 19417 h 27573"/>
                    <a:gd name="connsiteX6" fmla="*/ 10152 w 11192"/>
                    <a:gd name="connsiteY6" fmla="*/ 22210 h 27573"/>
                    <a:gd name="connsiteX7" fmla="*/ 9886 w 11192"/>
                    <a:gd name="connsiteY7" fmla="*/ 23939 h 27573"/>
                    <a:gd name="connsiteX8" fmla="*/ 9044 w 11192"/>
                    <a:gd name="connsiteY8" fmla="*/ 27574 h 27573"/>
                    <a:gd name="connsiteX9" fmla="*/ 9398 w 11192"/>
                    <a:gd name="connsiteY9" fmla="*/ 24914 h 27573"/>
                    <a:gd name="connsiteX10" fmla="*/ 9531 w 11192"/>
                    <a:gd name="connsiteY10" fmla="*/ 21944 h 27573"/>
                    <a:gd name="connsiteX11" fmla="*/ 10063 w 11192"/>
                    <a:gd name="connsiteY11" fmla="*/ 19018 h 27573"/>
                    <a:gd name="connsiteX12" fmla="*/ 10196 w 11192"/>
                    <a:gd name="connsiteY12" fmla="*/ 17422 h 27573"/>
                    <a:gd name="connsiteX13" fmla="*/ 9974 w 11192"/>
                    <a:gd name="connsiteY13" fmla="*/ 16580 h 27573"/>
                    <a:gd name="connsiteX14" fmla="*/ 0 w 11192"/>
                    <a:gd name="connsiteY14" fmla="*/ 0 h 27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92" h="27573">
                      <a:moveTo>
                        <a:pt x="0" y="0"/>
                      </a:moveTo>
                      <a:cubicBezTo>
                        <a:pt x="0" y="0"/>
                        <a:pt x="3546" y="1685"/>
                        <a:pt x="6561" y="5719"/>
                      </a:cubicBezTo>
                      <a:cubicBezTo>
                        <a:pt x="8068" y="7714"/>
                        <a:pt x="9442" y="10329"/>
                        <a:pt x="10329" y="13521"/>
                      </a:cubicBezTo>
                      <a:cubicBezTo>
                        <a:pt x="10551" y="14319"/>
                        <a:pt x="10728" y="15161"/>
                        <a:pt x="10905" y="16004"/>
                      </a:cubicBezTo>
                      <a:lnTo>
                        <a:pt x="11127" y="17289"/>
                      </a:lnTo>
                      <a:cubicBezTo>
                        <a:pt x="11304" y="17511"/>
                        <a:pt x="11083" y="18486"/>
                        <a:pt x="10905" y="19417"/>
                      </a:cubicBezTo>
                      <a:cubicBezTo>
                        <a:pt x="10728" y="20348"/>
                        <a:pt x="10462" y="21235"/>
                        <a:pt x="10152" y="22210"/>
                      </a:cubicBezTo>
                      <a:lnTo>
                        <a:pt x="9886" y="23939"/>
                      </a:lnTo>
                      <a:cubicBezTo>
                        <a:pt x="9664" y="25091"/>
                        <a:pt x="9398" y="26288"/>
                        <a:pt x="9044" y="27574"/>
                      </a:cubicBezTo>
                      <a:cubicBezTo>
                        <a:pt x="9044" y="27574"/>
                        <a:pt x="9265" y="26554"/>
                        <a:pt x="9398" y="24914"/>
                      </a:cubicBezTo>
                      <a:cubicBezTo>
                        <a:pt x="9487" y="24072"/>
                        <a:pt x="9531" y="23097"/>
                        <a:pt x="9531" y="21944"/>
                      </a:cubicBezTo>
                      <a:cubicBezTo>
                        <a:pt x="9753" y="21013"/>
                        <a:pt x="9930" y="20038"/>
                        <a:pt x="10063" y="19018"/>
                      </a:cubicBezTo>
                      <a:cubicBezTo>
                        <a:pt x="10107" y="18530"/>
                        <a:pt x="10152" y="17998"/>
                        <a:pt x="10196" y="17422"/>
                      </a:cubicBezTo>
                      <a:cubicBezTo>
                        <a:pt x="10152" y="17067"/>
                        <a:pt x="10019" y="16890"/>
                        <a:pt x="9974" y="16580"/>
                      </a:cubicBezTo>
                      <a:cubicBezTo>
                        <a:pt x="8600" y="11836"/>
                        <a:pt x="6118" y="532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24" name="Forme libre : forme 25323">
                  <a:extLst>
                    <a:ext uri="{FF2B5EF4-FFF2-40B4-BE49-F238E27FC236}">
                      <a16:creationId xmlns:a16="http://schemas.microsoft.com/office/drawing/2014/main" id="{78FEF626-87BE-4FF1-89DF-E185832613ED}"/>
                    </a:ext>
                  </a:extLst>
                </p:cNvPr>
                <p:cNvSpPr/>
                <p:nvPr/>
              </p:nvSpPr>
              <p:spPr>
                <a:xfrm>
                  <a:off x="4213352" y="1441509"/>
                  <a:ext cx="588" cy="3856"/>
                </a:xfrm>
                <a:custGeom>
                  <a:avLst/>
                  <a:gdLst>
                    <a:gd name="connsiteX0" fmla="*/ 133 w 588"/>
                    <a:gd name="connsiteY0" fmla="*/ 89 h 3856"/>
                    <a:gd name="connsiteX1" fmla="*/ 0 w 588"/>
                    <a:gd name="connsiteY1" fmla="*/ 0 h 3856"/>
                    <a:gd name="connsiteX2" fmla="*/ 0 w 588"/>
                    <a:gd name="connsiteY2" fmla="*/ 3857 h 3856"/>
                    <a:gd name="connsiteX3" fmla="*/ 133 w 588"/>
                    <a:gd name="connsiteY3" fmla="*/ 89 h 3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8" h="3856">
                      <a:moveTo>
                        <a:pt x="133" y="89"/>
                      </a:moveTo>
                      <a:cubicBezTo>
                        <a:pt x="89" y="44"/>
                        <a:pt x="44" y="44"/>
                        <a:pt x="0" y="0"/>
                      </a:cubicBezTo>
                      <a:lnTo>
                        <a:pt x="0" y="3857"/>
                      </a:lnTo>
                      <a:cubicBezTo>
                        <a:pt x="665" y="2350"/>
                        <a:pt x="842" y="931"/>
                        <a:pt x="133" y="8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25" name="Forme libre : forme 25324">
                  <a:extLst>
                    <a:ext uri="{FF2B5EF4-FFF2-40B4-BE49-F238E27FC236}">
                      <a16:creationId xmlns:a16="http://schemas.microsoft.com/office/drawing/2014/main" id="{FE9E38F6-81BF-4E49-943D-ADB2E9A727B3}"/>
                    </a:ext>
                  </a:extLst>
                </p:cNvPr>
                <p:cNvSpPr/>
                <p:nvPr/>
              </p:nvSpPr>
              <p:spPr>
                <a:xfrm>
                  <a:off x="4213352" y="1439559"/>
                  <a:ext cx="938" cy="2925"/>
                </a:xfrm>
                <a:custGeom>
                  <a:avLst/>
                  <a:gdLst>
                    <a:gd name="connsiteX0" fmla="*/ 222 w 938"/>
                    <a:gd name="connsiteY0" fmla="*/ 89 h 2925"/>
                    <a:gd name="connsiteX1" fmla="*/ 0 w 938"/>
                    <a:gd name="connsiteY1" fmla="*/ 0 h 2925"/>
                    <a:gd name="connsiteX2" fmla="*/ 0 w 938"/>
                    <a:gd name="connsiteY2" fmla="*/ 2926 h 2925"/>
                    <a:gd name="connsiteX3" fmla="*/ 709 w 938"/>
                    <a:gd name="connsiteY3" fmla="*/ 2261 h 2925"/>
                    <a:gd name="connsiteX4" fmla="*/ 222 w 938"/>
                    <a:gd name="connsiteY4" fmla="*/ 89 h 2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8" h="2925">
                      <a:moveTo>
                        <a:pt x="222" y="89"/>
                      </a:moveTo>
                      <a:cubicBezTo>
                        <a:pt x="133" y="44"/>
                        <a:pt x="44" y="44"/>
                        <a:pt x="0" y="0"/>
                      </a:cubicBezTo>
                      <a:lnTo>
                        <a:pt x="0" y="2926"/>
                      </a:lnTo>
                      <a:cubicBezTo>
                        <a:pt x="266" y="2793"/>
                        <a:pt x="532" y="2571"/>
                        <a:pt x="709" y="2261"/>
                      </a:cubicBezTo>
                      <a:cubicBezTo>
                        <a:pt x="1153" y="1463"/>
                        <a:pt x="931" y="488"/>
                        <a:pt x="222" y="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26" name="Forme libre : forme 25325">
                  <a:extLst>
                    <a:ext uri="{FF2B5EF4-FFF2-40B4-BE49-F238E27FC236}">
                      <a16:creationId xmlns:a16="http://schemas.microsoft.com/office/drawing/2014/main" id="{FF9E4DC3-E22E-4753-9946-C66C0537C31C}"/>
                    </a:ext>
                  </a:extLst>
                </p:cNvPr>
                <p:cNvSpPr/>
                <p:nvPr/>
              </p:nvSpPr>
              <p:spPr>
                <a:xfrm>
                  <a:off x="4213308" y="1424442"/>
                  <a:ext cx="10715" cy="9176"/>
                </a:xfrm>
                <a:custGeom>
                  <a:avLst/>
                  <a:gdLst>
                    <a:gd name="connsiteX0" fmla="*/ 8157 w 10715"/>
                    <a:gd name="connsiteY0" fmla="*/ 3147 h 9176"/>
                    <a:gd name="connsiteX1" fmla="*/ 0 w 10715"/>
                    <a:gd name="connsiteY1" fmla="*/ 0 h 9176"/>
                    <a:gd name="connsiteX2" fmla="*/ 0 w 10715"/>
                    <a:gd name="connsiteY2" fmla="*/ 9177 h 9176"/>
                    <a:gd name="connsiteX3" fmla="*/ 6738 w 10715"/>
                    <a:gd name="connsiteY3" fmla="*/ 9088 h 9176"/>
                    <a:gd name="connsiteX4" fmla="*/ 10595 w 10715"/>
                    <a:gd name="connsiteY4" fmla="*/ 7004 h 9176"/>
                    <a:gd name="connsiteX5" fmla="*/ 8157 w 10715"/>
                    <a:gd name="connsiteY5" fmla="*/ 3147 h 9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715" h="9176">
                      <a:moveTo>
                        <a:pt x="8157" y="3147"/>
                      </a:moveTo>
                      <a:cubicBezTo>
                        <a:pt x="5586" y="1773"/>
                        <a:pt x="2882" y="621"/>
                        <a:pt x="0" y="0"/>
                      </a:cubicBezTo>
                      <a:lnTo>
                        <a:pt x="0" y="9177"/>
                      </a:lnTo>
                      <a:cubicBezTo>
                        <a:pt x="2217" y="9088"/>
                        <a:pt x="4522" y="9177"/>
                        <a:pt x="6738" y="9088"/>
                      </a:cubicBezTo>
                      <a:cubicBezTo>
                        <a:pt x="8246" y="9043"/>
                        <a:pt x="10063" y="8556"/>
                        <a:pt x="10595" y="7004"/>
                      </a:cubicBezTo>
                      <a:cubicBezTo>
                        <a:pt x="11171" y="5320"/>
                        <a:pt x="9576" y="3945"/>
                        <a:pt x="8157" y="314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04" name="Graphique 2">
                <a:extLst>
                  <a:ext uri="{FF2B5EF4-FFF2-40B4-BE49-F238E27FC236}">
                    <a16:creationId xmlns:a16="http://schemas.microsoft.com/office/drawing/2014/main" id="{FB09334F-7275-4C01-BC84-01D9E5B41ADB}"/>
                  </a:ext>
                </a:extLst>
              </p:cNvPr>
              <p:cNvGrpSpPr/>
              <p:nvPr/>
            </p:nvGrpSpPr>
            <p:grpSpPr>
              <a:xfrm>
                <a:off x="4213308" y="1356538"/>
                <a:ext cx="63734" cy="72532"/>
                <a:chOff x="4213308" y="1356538"/>
                <a:chExt cx="63734" cy="72532"/>
              </a:xfrm>
              <a:solidFill>
                <a:schemeClr val="accent1"/>
              </a:solidFill>
            </p:grpSpPr>
            <p:sp>
              <p:nvSpPr>
                <p:cNvPr id="25304" name="Forme libre : forme 25303">
                  <a:extLst>
                    <a:ext uri="{FF2B5EF4-FFF2-40B4-BE49-F238E27FC236}">
                      <a16:creationId xmlns:a16="http://schemas.microsoft.com/office/drawing/2014/main" id="{635A3A86-36C0-4964-92CC-465A971EF551}"/>
                    </a:ext>
                  </a:extLst>
                </p:cNvPr>
                <p:cNvSpPr/>
                <p:nvPr/>
              </p:nvSpPr>
              <p:spPr>
                <a:xfrm>
                  <a:off x="4213352" y="1356538"/>
                  <a:ext cx="63689" cy="72532"/>
                </a:xfrm>
                <a:custGeom>
                  <a:avLst/>
                  <a:gdLst>
                    <a:gd name="connsiteX0" fmla="*/ 57231 w 63689"/>
                    <a:gd name="connsiteY0" fmla="*/ 14441 h 72532"/>
                    <a:gd name="connsiteX1" fmla="*/ 46060 w 63689"/>
                    <a:gd name="connsiteY1" fmla="*/ 4378 h 72532"/>
                    <a:gd name="connsiteX2" fmla="*/ 31076 w 63689"/>
                    <a:gd name="connsiteY2" fmla="*/ 300 h 72532"/>
                    <a:gd name="connsiteX3" fmla="*/ 15915 w 63689"/>
                    <a:gd name="connsiteY3" fmla="*/ 9786 h 72532"/>
                    <a:gd name="connsiteX4" fmla="*/ 0 w 63689"/>
                    <a:gd name="connsiteY4" fmla="*/ 32439 h 72532"/>
                    <a:gd name="connsiteX5" fmla="*/ 0 w 63689"/>
                    <a:gd name="connsiteY5" fmla="*/ 59304 h 72532"/>
                    <a:gd name="connsiteX6" fmla="*/ 4655 w 63689"/>
                    <a:gd name="connsiteY6" fmla="*/ 63205 h 72532"/>
                    <a:gd name="connsiteX7" fmla="*/ 17821 w 63689"/>
                    <a:gd name="connsiteY7" fmla="*/ 70298 h 72532"/>
                    <a:gd name="connsiteX8" fmla="*/ 32982 w 63689"/>
                    <a:gd name="connsiteY8" fmla="*/ 71628 h 72532"/>
                    <a:gd name="connsiteX9" fmla="*/ 45395 w 63689"/>
                    <a:gd name="connsiteY9" fmla="*/ 62363 h 72532"/>
                    <a:gd name="connsiteX10" fmla="*/ 59093 w 63689"/>
                    <a:gd name="connsiteY10" fmla="*/ 42990 h 72532"/>
                    <a:gd name="connsiteX11" fmla="*/ 63659 w 63689"/>
                    <a:gd name="connsiteY11" fmla="*/ 28228 h 72532"/>
                    <a:gd name="connsiteX12" fmla="*/ 57231 w 63689"/>
                    <a:gd name="connsiteY12" fmla="*/ 14441 h 72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689" h="72532">
                      <a:moveTo>
                        <a:pt x="57231" y="14441"/>
                      </a:moveTo>
                      <a:lnTo>
                        <a:pt x="46060" y="4378"/>
                      </a:lnTo>
                      <a:cubicBezTo>
                        <a:pt x="42070" y="743"/>
                        <a:pt x="36573" y="-676"/>
                        <a:pt x="31076" y="300"/>
                      </a:cubicBezTo>
                      <a:cubicBezTo>
                        <a:pt x="25535" y="1230"/>
                        <a:pt x="19949" y="4511"/>
                        <a:pt x="15915" y="9786"/>
                      </a:cubicBezTo>
                      <a:cubicBezTo>
                        <a:pt x="10240" y="17101"/>
                        <a:pt x="5009" y="24682"/>
                        <a:pt x="0" y="32439"/>
                      </a:cubicBezTo>
                      <a:lnTo>
                        <a:pt x="0" y="59304"/>
                      </a:lnTo>
                      <a:cubicBezTo>
                        <a:pt x="1330" y="60856"/>
                        <a:pt x="2837" y="62230"/>
                        <a:pt x="4655" y="63205"/>
                      </a:cubicBezTo>
                      <a:lnTo>
                        <a:pt x="17821" y="70298"/>
                      </a:lnTo>
                      <a:cubicBezTo>
                        <a:pt x="22609" y="72869"/>
                        <a:pt x="28017" y="73091"/>
                        <a:pt x="32982" y="71628"/>
                      </a:cubicBezTo>
                      <a:cubicBezTo>
                        <a:pt x="37903" y="70165"/>
                        <a:pt x="42380" y="67018"/>
                        <a:pt x="45395" y="62363"/>
                      </a:cubicBezTo>
                      <a:cubicBezTo>
                        <a:pt x="49695" y="55713"/>
                        <a:pt x="54217" y="49241"/>
                        <a:pt x="59093" y="42990"/>
                      </a:cubicBezTo>
                      <a:cubicBezTo>
                        <a:pt x="62462" y="38646"/>
                        <a:pt x="63925" y="33370"/>
                        <a:pt x="63659" y="28228"/>
                      </a:cubicBezTo>
                      <a:cubicBezTo>
                        <a:pt x="63260" y="23086"/>
                        <a:pt x="61265" y="18076"/>
                        <a:pt x="57231" y="1444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05" name="Forme libre : forme 25304">
                  <a:extLst>
                    <a:ext uri="{FF2B5EF4-FFF2-40B4-BE49-F238E27FC236}">
                      <a16:creationId xmlns:a16="http://schemas.microsoft.com/office/drawing/2014/main" id="{8FE9E238-7C72-4B89-AC61-B08B5157374D}"/>
                    </a:ext>
                  </a:extLst>
                </p:cNvPr>
                <p:cNvSpPr/>
                <p:nvPr/>
              </p:nvSpPr>
              <p:spPr>
                <a:xfrm>
                  <a:off x="4225499" y="1370624"/>
                  <a:ext cx="51543" cy="58445"/>
                </a:xfrm>
                <a:custGeom>
                  <a:avLst/>
                  <a:gdLst>
                    <a:gd name="connsiteX0" fmla="*/ 20614 w 51543"/>
                    <a:gd name="connsiteY0" fmla="*/ 34888 h 58445"/>
                    <a:gd name="connsiteX1" fmla="*/ 0 w 51543"/>
                    <a:gd name="connsiteY1" fmla="*/ 53153 h 58445"/>
                    <a:gd name="connsiteX2" fmla="*/ 5674 w 51543"/>
                    <a:gd name="connsiteY2" fmla="*/ 56212 h 58445"/>
                    <a:gd name="connsiteX3" fmla="*/ 20836 w 51543"/>
                    <a:gd name="connsiteY3" fmla="*/ 57542 h 58445"/>
                    <a:gd name="connsiteX4" fmla="*/ 33248 w 51543"/>
                    <a:gd name="connsiteY4" fmla="*/ 48276 h 58445"/>
                    <a:gd name="connsiteX5" fmla="*/ 46947 w 51543"/>
                    <a:gd name="connsiteY5" fmla="*/ 28904 h 58445"/>
                    <a:gd name="connsiteX6" fmla="*/ 51513 w 51543"/>
                    <a:gd name="connsiteY6" fmla="*/ 14142 h 58445"/>
                    <a:gd name="connsiteX7" fmla="*/ 45129 w 51543"/>
                    <a:gd name="connsiteY7" fmla="*/ 310 h 58445"/>
                    <a:gd name="connsiteX8" fmla="*/ 44774 w 51543"/>
                    <a:gd name="connsiteY8" fmla="*/ 0 h 58445"/>
                    <a:gd name="connsiteX9" fmla="*/ 31298 w 51543"/>
                    <a:gd name="connsiteY9" fmla="*/ 16535 h 58445"/>
                    <a:gd name="connsiteX10" fmla="*/ 20614 w 51543"/>
                    <a:gd name="connsiteY10" fmla="*/ 34888 h 58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1543" h="58445">
                      <a:moveTo>
                        <a:pt x="20614" y="34888"/>
                      </a:moveTo>
                      <a:cubicBezTo>
                        <a:pt x="17067" y="44508"/>
                        <a:pt x="9354" y="51690"/>
                        <a:pt x="0" y="53153"/>
                      </a:cubicBezTo>
                      <a:lnTo>
                        <a:pt x="5674" y="56212"/>
                      </a:lnTo>
                      <a:cubicBezTo>
                        <a:pt x="10462" y="58783"/>
                        <a:pt x="15870" y="59005"/>
                        <a:pt x="20836" y="57542"/>
                      </a:cubicBezTo>
                      <a:cubicBezTo>
                        <a:pt x="25756" y="56079"/>
                        <a:pt x="30234" y="52931"/>
                        <a:pt x="33248" y="48276"/>
                      </a:cubicBezTo>
                      <a:cubicBezTo>
                        <a:pt x="37548" y="41627"/>
                        <a:pt x="42070" y="35154"/>
                        <a:pt x="46947" y="28904"/>
                      </a:cubicBezTo>
                      <a:cubicBezTo>
                        <a:pt x="50316" y="24559"/>
                        <a:pt x="51779" y="19284"/>
                        <a:pt x="51513" y="14142"/>
                      </a:cubicBezTo>
                      <a:cubicBezTo>
                        <a:pt x="51158" y="8955"/>
                        <a:pt x="49163" y="3990"/>
                        <a:pt x="45129" y="310"/>
                      </a:cubicBezTo>
                      <a:lnTo>
                        <a:pt x="44774" y="0"/>
                      </a:lnTo>
                      <a:cubicBezTo>
                        <a:pt x="40297" y="5674"/>
                        <a:pt x="35598" y="10994"/>
                        <a:pt x="31298" y="16535"/>
                      </a:cubicBezTo>
                      <a:cubicBezTo>
                        <a:pt x="26909" y="22121"/>
                        <a:pt x="23096" y="28062"/>
                        <a:pt x="20614" y="34888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06" name="Forme libre : forme 25305">
                  <a:extLst>
                    <a:ext uri="{FF2B5EF4-FFF2-40B4-BE49-F238E27FC236}">
                      <a16:creationId xmlns:a16="http://schemas.microsoft.com/office/drawing/2014/main" id="{66F2B40F-8679-41B4-8242-A7D14C21D1C8}"/>
                    </a:ext>
                  </a:extLst>
                </p:cNvPr>
                <p:cNvSpPr/>
                <p:nvPr/>
              </p:nvSpPr>
              <p:spPr>
                <a:xfrm>
                  <a:off x="4234304" y="1376133"/>
                  <a:ext cx="25094" cy="28527"/>
                </a:xfrm>
                <a:custGeom>
                  <a:avLst/>
                  <a:gdLst>
                    <a:gd name="connsiteX0" fmla="*/ 22227 w 25094"/>
                    <a:gd name="connsiteY0" fmla="*/ 1584 h 28527"/>
                    <a:gd name="connsiteX1" fmla="*/ 20852 w 25094"/>
                    <a:gd name="connsiteY1" fmla="*/ 20292 h 28527"/>
                    <a:gd name="connsiteX2" fmla="*/ 3475 w 25094"/>
                    <a:gd name="connsiteY2" fmla="*/ 27385 h 28527"/>
                    <a:gd name="connsiteX3" fmla="*/ 4184 w 25094"/>
                    <a:gd name="connsiteY3" fmla="*/ 8190 h 28527"/>
                    <a:gd name="connsiteX4" fmla="*/ 22227 w 25094"/>
                    <a:gd name="connsiteY4" fmla="*/ 1584 h 28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94" h="28527">
                      <a:moveTo>
                        <a:pt x="22227" y="1584"/>
                      </a:moveTo>
                      <a:cubicBezTo>
                        <a:pt x="26616" y="5220"/>
                        <a:pt x="25818" y="13421"/>
                        <a:pt x="20852" y="20292"/>
                      </a:cubicBezTo>
                      <a:cubicBezTo>
                        <a:pt x="15843" y="27119"/>
                        <a:pt x="8307" y="30444"/>
                        <a:pt x="3475" y="27385"/>
                      </a:cubicBezTo>
                      <a:cubicBezTo>
                        <a:pt x="-1313" y="24326"/>
                        <a:pt x="-1224" y="15593"/>
                        <a:pt x="4184" y="8190"/>
                      </a:cubicBezTo>
                      <a:cubicBezTo>
                        <a:pt x="9592" y="742"/>
                        <a:pt x="17882" y="-2051"/>
                        <a:pt x="22227" y="1584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07" name="Forme libre : forme 25306">
                  <a:extLst>
                    <a:ext uri="{FF2B5EF4-FFF2-40B4-BE49-F238E27FC236}">
                      <a16:creationId xmlns:a16="http://schemas.microsoft.com/office/drawing/2014/main" id="{4EB2AE2A-55F2-42D5-8797-10A525BC5884}"/>
                    </a:ext>
                  </a:extLst>
                </p:cNvPr>
                <p:cNvSpPr/>
                <p:nvPr/>
              </p:nvSpPr>
              <p:spPr>
                <a:xfrm>
                  <a:off x="4234292" y="1390219"/>
                  <a:ext cx="24144" cy="14441"/>
                </a:xfrm>
                <a:custGeom>
                  <a:avLst/>
                  <a:gdLst>
                    <a:gd name="connsiteX0" fmla="*/ 339 w 24144"/>
                    <a:gd name="connsiteY0" fmla="*/ 2660 h 14441"/>
                    <a:gd name="connsiteX1" fmla="*/ 3487 w 24144"/>
                    <a:gd name="connsiteY1" fmla="*/ 13299 h 14441"/>
                    <a:gd name="connsiteX2" fmla="*/ 20864 w 24144"/>
                    <a:gd name="connsiteY2" fmla="*/ 6206 h 14441"/>
                    <a:gd name="connsiteX3" fmla="*/ 24145 w 24144"/>
                    <a:gd name="connsiteY3" fmla="*/ 0 h 14441"/>
                    <a:gd name="connsiteX4" fmla="*/ 21263 w 24144"/>
                    <a:gd name="connsiteY4" fmla="*/ 2616 h 14441"/>
                    <a:gd name="connsiteX5" fmla="*/ 339 w 24144"/>
                    <a:gd name="connsiteY5" fmla="*/ 2660 h 14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144" h="14441">
                      <a:moveTo>
                        <a:pt x="339" y="2660"/>
                      </a:moveTo>
                      <a:cubicBezTo>
                        <a:pt x="-636" y="7270"/>
                        <a:pt x="516" y="11393"/>
                        <a:pt x="3487" y="13299"/>
                      </a:cubicBezTo>
                      <a:cubicBezTo>
                        <a:pt x="8274" y="16358"/>
                        <a:pt x="15855" y="13033"/>
                        <a:pt x="20864" y="6206"/>
                      </a:cubicBezTo>
                      <a:cubicBezTo>
                        <a:pt x="22283" y="4167"/>
                        <a:pt x="23436" y="2084"/>
                        <a:pt x="24145" y="0"/>
                      </a:cubicBezTo>
                      <a:cubicBezTo>
                        <a:pt x="23303" y="1020"/>
                        <a:pt x="22372" y="1906"/>
                        <a:pt x="21263" y="2616"/>
                      </a:cubicBezTo>
                      <a:cubicBezTo>
                        <a:pt x="14658" y="6206"/>
                        <a:pt x="5747" y="6960"/>
                        <a:pt x="339" y="266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08" name="Forme libre : forme 25307">
                  <a:extLst>
                    <a:ext uri="{FF2B5EF4-FFF2-40B4-BE49-F238E27FC236}">
                      <a16:creationId xmlns:a16="http://schemas.microsoft.com/office/drawing/2014/main" id="{CCE84A4D-0F0A-4FBA-9F0F-6830800F3AB2}"/>
                    </a:ext>
                  </a:extLst>
                </p:cNvPr>
                <p:cNvSpPr/>
                <p:nvPr/>
              </p:nvSpPr>
              <p:spPr>
                <a:xfrm>
                  <a:off x="4237118" y="1376288"/>
                  <a:ext cx="25069" cy="28262"/>
                </a:xfrm>
                <a:custGeom>
                  <a:avLst/>
                  <a:gdLst>
                    <a:gd name="connsiteX0" fmla="*/ 22206 w 25069"/>
                    <a:gd name="connsiteY0" fmla="*/ 1607 h 28262"/>
                    <a:gd name="connsiteX1" fmla="*/ 20787 w 25069"/>
                    <a:gd name="connsiteY1" fmla="*/ 20181 h 28262"/>
                    <a:gd name="connsiteX2" fmla="*/ 3454 w 25069"/>
                    <a:gd name="connsiteY2" fmla="*/ 27097 h 28262"/>
                    <a:gd name="connsiteX3" fmla="*/ 4208 w 25069"/>
                    <a:gd name="connsiteY3" fmla="*/ 7990 h 28262"/>
                    <a:gd name="connsiteX4" fmla="*/ 22206 w 25069"/>
                    <a:gd name="connsiteY4" fmla="*/ 1607 h 28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69" h="28262">
                      <a:moveTo>
                        <a:pt x="22206" y="1607"/>
                      </a:moveTo>
                      <a:cubicBezTo>
                        <a:pt x="26595" y="5286"/>
                        <a:pt x="25797" y="13443"/>
                        <a:pt x="20787" y="20181"/>
                      </a:cubicBezTo>
                      <a:cubicBezTo>
                        <a:pt x="15822" y="26964"/>
                        <a:pt x="8242" y="30156"/>
                        <a:pt x="3454" y="27097"/>
                      </a:cubicBezTo>
                      <a:cubicBezTo>
                        <a:pt x="-1334" y="24038"/>
                        <a:pt x="-1201" y="15349"/>
                        <a:pt x="4208" y="7990"/>
                      </a:cubicBezTo>
                      <a:cubicBezTo>
                        <a:pt x="9572" y="676"/>
                        <a:pt x="17862" y="-2028"/>
                        <a:pt x="22206" y="160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09" name="Forme libre : forme 25308">
                  <a:extLst>
                    <a:ext uri="{FF2B5EF4-FFF2-40B4-BE49-F238E27FC236}">
                      <a16:creationId xmlns:a16="http://schemas.microsoft.com/office/drawing/2014/main" id="{77E796BA-82A9-40B0-AB1E-0692978B64F5}"/>
                    </a:ext>
                  </a:extLst>
                </p:cNvPr>
                <p:cNvSpPr/>
                <p:nvPr/>
              </p:nvSpPr>
              <p:spPr>
                <a:xfrm>
                  <a:off x="4219122" y="1388885"/>
                  <a:ext cx="46401" cy="30843"/>
                </a:xfrm>
                <a:custGeom>
                  <a:avLst/>
                  <a:gdLst>
                    <a:gd name="connsiteX0" fmla="*/ 12760 w 46401"/>
                    <a:gd name="connsiteY0" fmla="*/ 26823 h 30843"/>
                    <a:gd name="connsiteX1" fmla="*/ 21494 w 46401"/>
                    <a:gd name="connsiteY1" fmla="*/ 30725 h 30843"/>
                    <a:gd name="connsiteX2" fmla="*/ 38251 w 46401"/>
                    <a:gd name="connsiteY2" fmla="*/ 23321 h 30843"/>
                    <a:gd name="connsiteX3" fmla="*/ 46230 w 46401"/>
                    <a:gd name="connsiteY3" fmla="*/ 9845 h 30843"/>
                    <a:gd name="connsiteX4" fmla="*/ 41974 w 46401"/>
                    <a:gd name="connsiteY4" fmla="*/ 181 h 30843"/>
                    <a:gd name="connsiteX5" fmla="*/ 34881 w 46401"/>
                    <a:gd name="connsiteY5" fmla="*/ 1555 h 30843"/>
                    <a:gd name="connsiteX6" fmla="*/ 17770 w 46401"/>
                    <a:gd name="connsiteY6" fmla="*/ 6032 h 30843"/>
                    <a:gd name="connsiteX7" fmla="*/ 126 w 46401"/>
                    <a:gd name="connsiteY7" fmla="*/ 14278 h 30843"/>
                    <a:gd name="connsiteX8" fmla="*/ 12760 w 46401"/>
                    <a:gd name="connsiteY8" fmla="*/ 26823 h 30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401" h="30843">
                      <a:moveTo>
                        <a:pt x="12760" y="26823"/>
                      </a:moveTo>
                      <a:cubicBezTo>
                        <a:pt x="15464" y="28552"/>
                        <a:pt x="18302" y="30281"/>
                        <a:pt x="21494" y="30725"/>
                      </a:cubicBezTo>
                      <a:cubicBezTo>
                        <a:pt x="27611" y="31567"/>
                        <a:pt x="33773" y="27799"/>
                        <a:pt x="38251" y="23321"/>
                      </a:cubicBezTo>
                      <a:cubicBezTo>
                        <a:pt x="42063" y="19597"/>
                        <a:pt x="45255" y="15031"/>
                        <a:pt x="46230" y="9845"/>
                      </a:cubicBezTo>
                      <a:cubicBezTo>
                        <a:pt x="46895" y="5988"/>
                        <a:pt x="45654" y="1156"/>
                        <a:pt x="41974" y="181"/>
                      </a:cubicBezTo>
                      <a:cubicBezTo>
                        <a:pt x="39669" y="-440"/>
                        <a:pt x="37187" y="668"/>
                        <a:pt x="34881" y="1555"/>
                      </a:cubicBezTo>
                      <a:cubicBezTo>
                        <a:pt x="29384" y="3771"/>
                        <a:pt x="23577" y="5279"/>
                        <a:pt x="17770" y="6032"/>
                      </a:cubicBezTo>
                      <a:cubicBezTo>
                        <a:pt x="12849" y="6609"/>
                        <a:pt x="1766" y="6919"/>
                        <a:pt x="126" y="14278"/>
                      </a:cubicBezTo>
                      <a:cubicBezTo>
                        <a:pt x="-1248" y="20927"/>
                        <a:pt x="8992" y="24385"/>
                        <a:pt x="12760" y="2682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10" name="Forme libre : forme 25309">
                  <a:extLst>
                    <a:ext uri="{FF2B5EF4-FFF2-40B4-BE49-F238E27FC236}">
                      <a16:creationId xmlns:a16="http://schemas.microsoft.com/office/drawing/2014/main" id="{50E1988E-4D85-4C7D-A29B-051F4AAEDB9E}"/>
                    </a:ext>
                  </a:extLst>
                </p:cNvPr>
                <p:cNvSpPr/>
                <p:nvPr/>
              </p:nvSpPr>
              <p:spPr>
                <a:xfrm>
                  <a:off x="4224615" y="1390210"/>
                  <a:ext cx="7659" cy="15258"/>
                </a:xfrm>
                <a:custGeom>
                  <a:avLst/>
                  <a:gdLst>
                    <a:gd name="connsiteX0" fmla="*/ 1239 w 7659"/>
                    <a:gd name="connsiteY0" fmla="*/ 13131 h 15258"/>
                    <a:gd name="connsiteX1" fmla="*/ 2702 w 7659"/>
                    <a:gd name="connsiteY1" fmla="*/ 14948 h 15258"/>
                    <a:gd name="connsiteX2" fmla="*/ 4962 w 7659"/>
                    <a:gd name="connsiteY2" fmla="*/ 14904 h 15258"/>
                    <a:gd name="connsiteX3" fmla="*/ 6159 w 7659"/>
                    <a:gd name="connsiteY3" fmla="*/ 12820 h 15258"/>
                    <a:gd name="connsiteX4" fmla="*/ 7534 w 7659"/>
                    <a:gd name="connsiteY4" fmla="*/ 6836 h 15258"/>
                    <a:gd name="connsiteX5" fmla="*/ 7622 w 7659"/>
                    <a:gd name="connsiteY5" fmla="*/ 4353 h 15258"/>
                    <a:gd name="connsiteX6" fmla="*/ 1106 w 7659"/>
                    <a:gd name="connsiteY6" fmla="*/ 2137 h 15258"/>
                    <a:gd name="connsiteX7" fmla="*/ 1239 w 7659"/>
                    <a:gd name="connsiteY7" fmla="*/ 13131 h 15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59" h="15258">
                      <a:moveTo>
                        <a:pt x="1239" y="13131"/>
                      </a:moveTo>
                      <a:cubicBezTo>
                        <a:pt x="1593" y="13840"/>
                        <a:pt x="2037" y="14549"/>
                        <a:pt x="2702" y="14948"/>
                      </a:cubicBezTo>
                      <a:cubicBezTo>
                        <a:pt x="3367" y="15347"/>
                        <a:pt x="4297" y="15392"/>
                        <a:pt x="4962" y="14904"/>
                      </a:cubicBezTo>
                      <a:cubicBezTo>
                        <a:pt x="5583" y="14416"/>
                        <a:pt x="5893" y="13619"/>
                        <a:pt x="6159" y="12820"/>
                      </a:cubicBezTo>
                      <a:cubicBezTo>
                        <a:pt x="6780" y="10870"/>
                        <a:pt x="7268" y="8875"/>
                        <a:pt x="7534" y="6836"/>
                      </a:cubicBezTo>
                      <a:cubicBezTo>
                        <a:pt x="7622" y="5994"/>
                        <a:pt x="7711" y="5151"/>
                        <a:pt x="7622" y="4353"/>
                      </a:cubicBezTo>
                      <a:cubicBezTo>
                        <a:pt x="7090" y="1028"/>
                        <a:pt x="3322" y="-2296"/>
                        <a:pt x="1106" y="2137"/>
                      </a:cubicBezTo>
                      <a:cubicBezTo>
                        <a:pt x="-579" y="5594"/>
                        <a:pt x="-180" y="10205"/>
                        <a:pt x="1239" y="1313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11" name="Forme libre : forme 25310">
                  <a:extLst>
                    <a:ext uri="{FF2B5EF4-FFF2-40B4-BE49-F238E27FC236}">
                      <a16:creationId xmlns:a16="http://schemas.microsoft.com/office/drawing/2014/main" id="{FB24AA92-6488-45E4-8E0A-F961C60202CD}"/>
                    </a:ext>
                  </a:extLst>
                </p:cNvPr>
                <p:cNvSpPr/>
                <p:nvPr/>
              </p:nvSpPr>
              <p:spPr>
                <a:xfrm>
                  <a:off x="4267525" y="1371068"/>
                  <a:ext cx="6738" cy="27440"/>
                </a:xfrm>
                <a:custGeom>
                  <a:avLst/>
                  <a:gdLst>
                    <a:gd name="connsiteX0" fmla="*/ 0 w 6738"/>
                    <a:gd name="connsiteY0" fmla="*/ 0 h 27440"/>
                    <a:gd name="connsiteX1" fmla="*/ 5009 w 6738"/>
                    <a:gd name="connsiteY1" fmla="*/ 7137 h 27440"/>
                    <a:gd name="connsiteX2" fmla="*/ 6738 w 6738"/>
                    <a:gd name="connsiteY2" fmla="*/ 15737 h 27440"/>
                    <a:gd name="connsiteX3" fmla="*/ 4167 w 6738"/>
                    <a:gd name="connsiteY3" fmla="*/ 27441 h 27440"/>
                    <a:gd name="connsiteX4" fmla="*/ 5497 w 6738"/>
                    <a:gd name="connsiteY4" fmla="*/ 18708 h 27440"/>
                    <a:gd name="connsiteX5" fmla="*/ 0 w 6738"/>
                    <a:gd name="connsiteY5" fmla="*/ 0 h 27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738" h="27440">
                      <a:moveTo>
                        <a:pt x="0" y="0"/>
                      </a:moveTo>
                      <a:cubicBezTo>
                        <a:pt x="0" y="0"/>
                        <a:pt x="3059" y="2483"/>
                        <a:pt x="5009" y="7137"/>
                      </a:cubicBezTo>
                      <a:cubicBezTo>
                        <a:pt x="6029" y="9487"/>
                        <a:pt x="6738" y="12368"/>
                        <a:pt x="6738" y="15737"/>
                      </a:cubicBezTo>
                      <a:cubicBezTo>
                        <a:pt x="6694" y="19062"/>
                        <a:pt x="6073" y="23008"/>
                        <a:pt x="4167" y="27441"/>
                      </a:cubicBezTo>
                      <a:cubicBezTo>
                        <a:pt x="4167" y="27441"/>
                        <a:pt x="5408" y="23939"/>
                        <a:pt x="5497" y="18708"/>
                      </a:cubicBezTo>
                      <a:cubicBezTo>
                        <a:pt x="5674" y="13565"/>
                        <a:pt x="4699" y="665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12" name="Forme libre : forme 25311">
                  <a:extLst>
                    <a:ext uri="{FF2B5EF4-FFF2-40B4-BE49-F238E27FC236}">
                      <a16:creationId xmlns:a16="http://schemas.microsoft.com/office/drawing/2014/main" id="{EE289925-2C19-4D7C-BADE-7D4A98E7BFCD}"/>
                    </a:ext>
                  </a:extLst>
                </p:cNvPr>
                <p:cNvSpPr/>
                <p:nvPr/>
              </p:nvSpPr>
              <p:spPr>
                <a:xfrm>
                  <a:off x="4213308" y="1389199"/>
                  <a:ext cx="1773" cy="5231"/>
                </a:xfrm>
                <a:custGeom>
                  <a:avLst/>
                  <a:gdLst>
                    <a:gd name="connsiteX0" fmla="*/ 1773 w 1773"/>
                    <a:gd name="connsiteY0" fmla="*/ 0 h 5231"/>
                    <a:gd name="connsiteX1" fmla="*/ 0 w 1773"/>
                    <a:gd name="connsiteY1" fmla="*/ 3768 h 5231"/>
                    <a:gd name="connsiteX2" fmla="*/ 0 w 1773"/>
                    <a:gd name="connsiteY2" fmla="*/ 5231 h 5231"/>
                    <a:gd name="connsiteX3" fmla="*/ 1773 w 1773"/>
                    <a:gd name="connsiteY3" fmla="*/ 0 h 5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73" h="5231">
                      <a:moveTo>
                        <a:pt x="1773" y="0"/>
                      </a:moveTo>
                      <a:cubicBezTo>
                        <a:pt x="1773" y="0"/>
                        <a:pt x="931" y="1463"/>
                        <a:pt x="0" y="3768"/>
                      </a:cubicBezTo>
                      <a:lnTo>
                        <a:pt x="0" y="5231"/>
                      </a:lnTo>
                      <a:cubicBezTo>
                        <a:pt x="443" y="3502"/>
                        <a:pt x="975" y="1773"/>
                        <a:pt x="1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13" name="Forme libre : forme 25312">
                  <a:extLst>
                    <a:ext uri="{FF2B5EF4-FFF2-40B4-BE49-F238E27FC236}">
                      <a16:creationId xmlns:a16="http://schemas.microsoft.com/office/drawing/2014/main" id="{EC13545F-A457-4C3C-A40E-0235819EBE69}"/>
                    </a:ext>
                  </a:extLst>
                </p:cNvPr>
                <p:cNvSpPr/>
                <p:nvPr/>
              </p:nvSpPr>
              <p:spPr>
                <a:xfrm>
                  <a:off x="4213352" y="1407552"/>
                  <a:ext cx="6738" cy="11836"/>
                </a:xfrm>
                <a:custGeom>
                  <a:avLst/>
                  <a:gdLst>
                    <a:gd name="connsiteX0" fmla="*/ 6738 w 6738"/>
                    <a:gd name="connsiteY0" fmla="*/ 11836 h 11836"/>
                    <a:gd name="connsiteX1" fmla="*/ 1286 w 6738"/>
                    <a:gd name="connsiteY1" fmla="*/ 3724 h 11836"/>
                    <a:gd name="connsiteX2" fmla="*/ 0 w 6738"/>
                    <a:gd name="connsiteY2" fmla="*/ 0 h 11836"/>
                    <a:gd name="connsiteX3" fmla="*/ 0 w 6738"/>
                    <a:gd name="connsiteY3" fmla="*/ 4123 h 11836"/>
                    <a:gd name="connsiteX4" fmla="*/ 6738 w 6738"/>
                    <a:gd name="connsiteY4" fmla="*/ 11836 h 11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38" h="11836">
                      <a:moveTo>
                        <a:pt x="6738" y="11836"/>
                      </a:moveTo>
                      <a:cubicBezTo>
                        <a:pt x="6738" y="11836"/>
                        <a:pt x="3546" y="8955"/>
                        <a:pt x="1286" y="3724"/>
                      </a:cubicBezTo>
                      <a:cubicBezTo>
                        <a:pt x="798" y="2616"/>
                        <a:pt x="355" y="1330"/>
                        <a:pt x="0" y="0"/>
                      </a:cubicBezTo>
                      <a:lnTo>
                        <a:pt x="0" y="4123"/>
                      </a:lnTo>
                      <a:cubicBezTo>
                        <a:pt x="1330" y="6871"/>
                        <a:pt x="3458" y="9531"/>
                        <a:pt x="6738" y="118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14" name="Forme libre : forme 25313">
                  <a:extLst>
                    <a:ext uri="{FF2B5EF4-FFF2-40B4-BE49-F238E27FC236}">
                      <a16:creationId xmlns:a16="http://schemas.microsoft.com/office/drawing/2014/main" id="{7C8D2AE8-F6D9-40B1-A687-9616008C6B91}"/>
                    </a:ext>
                  </a:extLst>
                </p:cNvPr>
                <p:cNvSpPr/>
                <p:nvPr/>
              </p:nvSpPr>
              <p:spPr>
                <a:xfrm>
                  <a:off x="4239811" y="1380429"/>
                  <a:ext cx="10594" cy="9345"/>
                </a:xfrm>
                <a:custGeom>
                  <a:avLst/>
                  <a:gdLst>
                    <a:gd name="connsiteX0" fmla="*/ 10292 w 10594"/>
                    <a:gd name="connsiteY0" fmla="*/ 1012 h 9345"/>
                    <a:gd name="connsiteX1" fmla="*/ 7056 w 10594"/>
                    <a:gd name="connsiteY1" fmla="*/ 7484 h 9345"/>
                    <a:gd name="connsiteX2" fmla="*/ 317 w 10594"/>
                    <a:gd name="connsiteY2" fmla="*/ 8415 h 9345"/>
                    <a:gd name="connsiteX3" fmla="*/ 3509 w 10594"/>
                    <a:gd name="connsiteY3" fmla="*/ 1810 h 9345"/>
                    <a:gd name="connsiteX4" fmla="*/ 10292 w 10594"/>
                    <a:gd name="connsiteY4" fmla="*/ 1012 h 9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94" h="9345">
                      <a:moveTo>
                        <a:pt x="10292" y="1012"/>
                      </a:moveTo>
                      <a:cubicBezTo>
                        <a:pt x="11267" y="2608"/>
                        <a:pt x="9804" y="5490"/>
                        <a:pt x="7056" y="7484"/>
                      </a:cubicBezTo>
                      <a:cubicBezTo>
                        <a:pt x="4352" y="9524"/>
                        <a:pt x="1337" y="9967"/>
                        <a:pt x="317" y="8415"/>
                      </a:cubicBezTo>
                      <a:cubicBezTo>
                        <a:pt x="-658" y="6864"/>
                        <a:pt x="672" y="3805"/>
                        <a:pt x="3509" y="1810"/>
                      </a:cubicBezTo>
                      <a:cubicBezTo>
                        <a:pt x="6302" y="-274"/>
                        <a:pt x="9317" y="-584"/>
                        <a:pt x="10292" y="101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15" name="Forme libre : forme 25314">
                  <a:extLst>
                    <a:ext uri="{FF2B5EF4-FFF2-40B4-BE49-F238E27FC236}">
                      <a16:creationId xmlns:a16="http://schemas.microsoft.com/office/drawing/2014/main" id="{A807B3BD-53D6-4687-9C15-C15F7F978E37}"/>
                    </a:ext>
                  </a:extLst>
                </p:cNvPr>
                <p:cNvSpPr/>
                <p:nvPr/>
              </p:nvSpPr>
              <p:spPr>
                <a:xfrm>
                  <a:off x="4247921" y="1379250"/>
                  <a:ext cx="3097" cy="3217"/>
                </a:xfrm>
                <a:custGeom>
                  <a:avLst/>
                  <a:gdLst>
                    <a:gd name="connsiteX0" fmla="*/ 2581 w 3097"/>
                    <a:gd name="connsiteY0" fmla="*/ 285 h 3217"/>
                    <a:gd name="connsiteX1" fmla="*/ 2714 w 3097"/>
                    <a:gd name="connsiteY1" fmla="*/ 2501 h 3217"/>
                    <a:gd name="connsiteX2" fmla="*/ 541 w 3097"/>
                    <a:gd name="connsiteY2" fmla="*/ 2945 h 3217"/>
                    <a:gd name="connsiteX3" fmla="*/ 364 w 3097"/>
                    <a:gd name="connsiteY3" fmla="*/ 728 h 3217"/>
                    <a:gd name="connsiteX4" fmla="*/ 2581 w 3097"/>
                    <a:gd name="connsiteY4" fmla="*/ 285 h 3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7" h="3217">
                      <a:moveTo>
                        <a:pt x="2581" y="285"/>
                      </a:moveTo>
                      <a:cubicBezTo>
                        <a:pt x="3246" y="772"/>
                        <a:pt x="3246" y="1748"/>
                        <a:pt x="2714" y="2501"/>
                      </a:cubicBezTo>
                      <a:cubicBezTo>
                        <a:pt x="2182" y="3255"/>
                        <a:pt x="1206" y="3432"/>
                        <a:pt x="541" y="2945"/>
                      </a:cubicBezTo>
                      <a:cubicBezTo>
                        <a:pt x="-124" y="2457"/>
                        <a:pt x="-168" y="1437"/>
                        <a:pt x="364" y="728"/>
                      </a:cubicBezTo>
                      <a:cubicBezTo>
                        <a:pt x="896" y="-70"/>
                        <a:pt x="1916" y="-203"/>
                        <a:pt x="2581" y="2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16" name="Forme libre : forme 25315">
                  <a:extLst>
                    <a:ext uri="{FF2B5EF4-FFF2-40B4-BE49-F238E27FC236}">
                      <a16:creationId xmlns:a16="http://schemas.microsoft.com/office/drawing/2014/main" id="{5AB20018-FDE6-453E-A374-74A4E14FE10B}"/>
                    </a:ext>
                  </a:extLst>
                </p:cNvPr>
                <p:cNvSpPr/>
                <p:nvPr/>
              </p:nvSpPr>
              <p:spPr>
                <a:xfrm>
                  <a:off x="4227205" y="1362366"/>
                  <a:ext cx="35572" cy="18508"/>
                </a:xfrm>
                <a:custGeom>
                  <a:avLst/>
                  <a:gdLst>
                    <a:gd name="connsiteX0" fmla="*/ 22410 w 35572"/>
                    <a:gd name="connsiteY0" fmla="*/ 412 h 18508"/>
                    <a:gd name="connsiteX1" fmla="*/ 33759 w 35572"/>
                    <a:gd name="connsiteY1" fmla="*/ 6973 h 18508"/>
                    <a:gd name="connsiteX2" fmla="*/ 35222 w 35572"/>
                    <a:gd name="connsiteY2" fmla="*/ 11362 h 18508"/>
                    <a:gd name="connsiteX3" fmla="*/ 30966 w 35572"/>
                    <a:gd name="connsiteY3" fmla="*/ 12426 h 18508"/>
                    <a:gd name="connsiteX4" fmla="*/ 17001 w 35572"/>
                    <a:gd name="connsiteY4" fmla="*/ 10697 h 18508"/>
                    <a:gd name="connsiteX5" fmla="*/ 200 w 35572"/>
                    <a:gd name="connsiteY5" fmla="*/ 17258 h 18508"/>
                    <a:gd name="connsiteX6" fmla="*/ 11770 w 35572"/>
                    <a:gd name="connsiteY6" fmla="*/ 1565 h 18508"/>
                    <a:gd name="connsiteX7" fmla="*/ 22410 w 35572"/>
                    <a:gd name="connsiteY7" fmla="*/ 412 h 18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572" h="18508">
                      <a:moveTo>
                        <a:pt x="22410" y="412"/>
                      </a:moveTo>
                      <a:cubicBezTo>
                        <a:pt x="26843" y="1432"/>
                        <a:pt x="30522" y="4047"/>
                        <a:pt x="33759" y="6973"/>
                      </a:cubicBezTo>
                      <a:cubicBezTo>
                        <a:pt x="34956" y="8081"/>
                        <a:pt x="36197" y="9810"/>
                        <a:pt x="35222" y="11362"/>
                      </a:cubicBezTo>
                      <a:cubicBezTo>
                        <a:pt x="34379" y="12736"/>
                        <a:pt x="32429" y="12736"/>
                        <a:pt x="30966" y="12426"/>
                      </a:cubicBezTo>
                      <a:cubicBezTo>
                        <a:pt x="26355" y="11450"/>
                        <a:pt x="21878" y="9367"/>
                        <a:pt x="17001" y="10697"/>
                      </a:cubicBezTo>
                      <a:cubicBezTo>
                        <a:pt x="13898" y="11406"/>
                        <a:pt x="1796" y="22090"/>
                        <a:pt x="200" y="17258"/>
                      </a:cubicBezTo>
                      <a:cubicBezTo>
                        <a:pt x="-1485" y="12248"/>
                        <a:pt x="7914" y="3294"/>
                        <a:pt x="11770" y="1565"/>
                      </a:cubicBezTo>
                      <a:cubicBezTo>
                        <a:pt x="15228" y="-120"/>
                        <a:pt x="19085" y="-342"/>
                        <a:pt x="22410" y="41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05" name="Graphique 2">
                <a:extLst>
                  <a:ext uri="{FF2B5EF4-FFF2-40B4-BE49-F238E27FC236}">
                    <a16:creationId xmlns:a16="http://schemas.microsoft.com/office/drawing/2014/main" id="{29A25FFD-0B61-4FEB-96E6-924C4CE1EFF8}"/>
                  </a:ext>
                </a:extLst>
              </p:cNvPr>
              <p:cNvGrpSpPr/>
              <p:nvPr/>
            </p:nvGrpSpPr>
            <p:grpSpPr>
              <a:xfrm>
                <a:off x="4253732" y="1306225"/>
                <a:ext cx="71686" cy="69733"/>
                <a:chOff x="4253732" y="1306225"/>
                <a:chExt cx="71686" cy="69733"/>
              </a:xfrm>
              <a:solidFill>
                <a:schemeClr val="accent1"/>
              </a:solidFill>
            </p:grpSpPr>
            <p:sp>
              <p:nvSpPr>
                <p:cNvPr id="25292" name="Forme libre : forme 25291">
                  <a:extLst>
                    <a:ext uri="{FF2B5EF4-FFF2-40B4-BE49-F238E27FC236}">
                      <a16:creationId xmlns:a16="http://schemas.microsoft.com/office/drawing/2014/main" id="{A3D32D62-96C7-425A-AE6B-A720A0EDD459}"/>
                    </a:ext>
                  </a:extLst>
                </p:cNvPr>
                <p:cNvSpPr/>
                <p:nvPr/>
              </p:nvSpPr>
              <p:spPr>
                <a:xfrm>
                  <a:off x="4253732" y="1306225"/>
                  <a:ext cx="71686" cy="69733"/>
                </a:xfrm>
                <a:custGeom>
                  <a:avLst/>
                  <a:gdLst>
                    <a:gd name="connsiteX0" fmla="*/ 63089 w 71686"/>
                    <a:gd name="connsiteY0" fmla="*/ 49016 h 69733"/>
                    <a:gd name="connsiteX1" fmla="*/ 54090 w 71686"/>
                    <a:gd name="connsiteY1" fmla="*/ 56154 h 69733"/>
                    <a:gd name="connsiteX2" fmla="*/ 45401 w 71686"/>
                    <a:gd name="connsiteY2" fmla="*/ 63823 h 69733"/>
                    <a:gd name="connsiteX3" fmla="*/ 31259 w 71686"/>
                    <a:gd name="connsiteY3" fmla="*/ 69719 h 69733"/>
                    <a:gd name="connsiteX4" fmla="*/ 16852 w 71686"/>
                    <a:gd name="connsiteY4" fmla="*/ 64798 h 69733"/>
                    <a:gd name="connsiteX5" fmla="*/ 5680 w 71686"/>
                    <a:gd name="connsiteY5" fmla="*/ 54735 h 69733"/>
                    <a:gd name="connsiteX6" fmla="*/ 50 w 71686"/>
                    <a:gd name="connsiteY6" fmla="*/ 40239 h 69733"/>
                    <a:gd name="connsiteX7" fmla="*/ 8030 w 71686"/>
                    <a:gd name="connsiteY7" fmla="*/ 24014 h 69733"/>
                    <a:gd name="connsiteX8" fmla="*/ 18846 w 71686"/>
                    <a:gd name="connsiteY8" fmla="*/ 14394 h 69733"/>
                    <a:gd name="connsiteX9" fmla="*/ 30239 w 71686"/>
                    <a:gd name="connsiteY9" fmla="*/ 5306 h 69733"/>
                    <a:gd name="connsiteX10" fmla="*/ 38973 w 71686"/>
                    <a:gd name="connsiteY10" fmla="*/ 962 h 69733"/>
                    <a:gd name="connsiteX11" fmla="*/ 47839 w 71686"/>
                    <a:gd name="connsiteY11" fmla="*/ 164 h 69733"/>
                    <a:gd name="connsiteX12" fmla="*/ 61138 w 71686"/>
                    <a:gd name="connsiteY12" fmla="*/ 8365 h 69733"/>
                    <a:gd name="connsiteX13" fmla="*/ 68896 w 71686"/>
                    <a:gd name="connsiteY13" fmla="*/ 21310 h 69733"/>
                    <a:gd name="connsiteX14" fmla="*/ 71157 w 71686"/>
                    <a:gd name="connsiteY14" fmla="*/ 36382 h 69733"/>
                    <a:gd name="connsiteX15" fmla="*/ 68320 w 71686"/>
                    <a:gd name="connsiteY15" fmla="*/ 43386 h 69733"/>
                    <a:gd name="connsiteX16" fmla="*/ 63089 w 71686"/>
                    <a:gd name="connsiteY16" fmla="*/ 49016 h 69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1686" h="69733">
                      <a:moveTo>
                        <a:pt x="63089" y="49016"/>
                      </a:moveTo>
                      <a:cubicBezTo>
                        <a:pt x="60030" y="51277"/>
                        <a:pt x="57015" y="53671"/>
                        <a:pt x="54090" y="56154"/>
                      </a:cubicBezTo>
                      <a:cubicBezTo>
                        <a:pt x="51119" y="58548"/>
                        <a:pt x="48282" y="61252"/>
                        <a:pt x="45401" y="63823"/>
                      </a:cubicBezTo>
                      <a:cubicBezTo>
                        <a:pt x="41455" y="67547"/>
                        <a:pt x="36401" y="69453"/>
                        <a:pt x="31259" y="69719"/>
                      </a:cubicBezTo>
                      <a:cubicBezTo>
                        <a:pt x="26117" y="69896"/>
                        <a:pt x="20886" y="68433"/>
                        <a:pt x="16852" y="64798"/>
                      </a:cubicBezTo>
                      <a:lnTo>
                        <a:pt x="5680" y="54735"/>
                      </a:lnTo>
                      <a:cubicBezTo>
                        <a:pt x="1646" y="51144"/>
                        <a:pt x="-349" y="45825"/>
                        <a:pt x="50" y="40239"/>
                      </a:cubicBezTo>
                      <a:cubicBezTo>
                        <a:pt x="405" y="34609"/>
                        <a:pt x="3153" y="28669"/>
                        <a:pt x="8030" y="24014"/>
                      </a:cubicBezTo>
                      <a:cubicBezTo>
                        <a:pt x="11620" y="20778"/>
                        <a:pt x="15123" y="17453"/>
                        <a:pt x="18846" y="14394"/>
                      </a:cubicBezTo>
                      <a:cubicBezTo>
                        <a:pt x="22526" y="11246"/>
                        <a:pt x="26338" y="8232"/>
                        <a:pt x="30239" y="5306"/>
                      </a:cubicBezTo>
                      <a:cubicBezTo>
                        <a:pt x="32944" y="3178"/>
                        <a:pt x="35958" y="1804"/>
                        <a:pt x="38973" y="962"/>
                      </a:cubicBezTo>
                      <a:cubicBezTo>
                        <a:pt x="41987" y="119"/>
                        <a:pt x="44957" y="-235"/>
                        <a:pt x="47839" y="164"/>
                      </a:cubicBezTo>
                      <a:cubicBezTo>
                        <a:pt x="53558" y="829"/>
                        <a:pt x="58345" y="3666"/>
                        <a:pt x="61138" y="8365"/>
                      </a:cubicBezTo>
                      <a:lnTo>
                        <a:pt x="68896" y="21310"/>
                      </a:lnTo>
                      <a:cubicBezTo>
                        <a:pt x="71689" y="26009"/>
                        <a:pt x="72265" y="31506"/>
                        <a:pt x="71157" y="36382"/>
                      </a:cubicBezTo>
                      <a:cubicBezTo>
                        <a:pt x="70581" y="38820"/>
                        <a:pt x="69650" y="41258"/>
                        <a:pt x="68320" y="43386"/>
                      </a:cubicBezTo>
                      <a:cubicBezTo>
                        <a:pt x="66945" y="45514"/>
                        <a:pt x="65172" y="47332"/>
                        <a:pt x="63089" y="4901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93" name="Forme libre : forme 25292">
                  <a:extLst>
                    <a:ext uri="{FF2B5EF4-FFF2-40B4-BE49-F238E27FC236}">
                      <a16:creationId xmlns:a16="http://schemas.microsoft.com/office/drawing/2014/main" id="{4A032401-7423-435A-B3EE-1D12961C5687}"/>
                    </a:ext>
                  </a:extLst>
                </p:cNvPr>
                <p:cNvSpPr/>
                <p:nvPr/>
              </p:nvSpPr>
              <p:spPr>
                <a:xfrm>
                  <a:off x="4265707" y="1327003"/>
                  <a:ext cx="59666" cy="48873"/>
                </a:xfrm>
                <a:custGeom>
                  <a:avLst/>
                  <a:gdLst>
                    <a:gd name="connsiteX0" fmla="*/ 24426 w 59666"/>
                    <a:gd name="connsiteY0" fmla="*/ 26909 h 48873"/>
                    <a:gd name="connsiteX1" fmla="*/ 13610 w 59666"/>
                    <a:gd name="connsiteY1" fmla="*/ 36662 h 48873"/>
                    <a:gd name="connsiteX2" fmla="*/ 0 w 59666"/>
                    <a:gd name="connsiteY2" fmla="*/ 39588 h 48873"/>
                    <a:gd name="connsiteX3" fmla="*/ 4832 w 59666"/>
                    <a:gd name="connsiteY3" fmla="*/ 43932 h 48873"/>
                    <a:gd name="connsiteX4" fmla="*/ 19240 w 59666"/>
                    <a:gd name="connsiteY4" fmla="*/ 48853 h 48873"/>
                    <a:gd name="connsiteX5" fmla="*/ 33381 w 59666"/>
                    <a:gd name="connsiteY5" fmla="*/ 42957 h 48873"/>
                    <a:gd name="connsiteX6" fmla="*/ 42070 w 59666"/>
                    <a:gd name="connsiteY6" fmla="*/ 35287 h 48873"/>
                    <a:gd name="connsiteX7" fmla="*/ 51069 w 59666"/>
                    <a:gd name="connsiteY7" fmla="*/ 28150 h 48873"/>
                    <a:gd name="connsiteX8" fmla="*/ 56300 w 59666"/>
                    <a:gd name="connsiteY8" fmla="*/ 22476 h 48873"/>
                    <a:gd name="connsiteX9" fmla="*/ 59138 w 59666"/>
                    <a:gd name="connsiteY9" fmla="*/ 15471 h 48873"/>
                    <a:gd name="connsiteX10" fmla="*/ 56877 w 59666"/>
                    <a:gd name="connsiteY10" fmla="*/ 399 h 48873"/>
                    <a:gd name="connsiteX11" fmla="*/ 56611 w 59666"/>
                    <a:gd name="connsiteY11" fmla="*/ 0 h 48873"/>
                    <a:gd name="connsiteX12" fmla="*/ 47789 w 59666"/>
                    <a:gd name="connsiteY12" fmla="*/ 5985 h 48873"/>
                    <a:gd name="connsiteX13" fmla="*/ 39189 w 59666"/>
                    <a:gd name="connsiteY13" fmla="*/ 12014 h 48873"/>
                    <a:gd name="connsiteX14" fmla="*/ 31209 w 59666"/>
                    <a:gd name="connsiteY14" fmla="*/ 18752 h 48873"/>
                    <a:gd name="connsiteX15" fmla="*/ 24426 w 59666"/>
                    <a:gd name="connsiteY15" fmla="*/ 26909 h 48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9666" h="48873">
                      <a:moveTo>
                        <a:pt x="24426" y="26909"/>
                      </a:moveTo>
                      <a:cubicBezTo>
                        <a:pt x="21501" y="31076"/>
                        <a:pt x="17821" y="34489"/>
                        <a:pt x="13610" y="36662"/>
                      </a:cubicBezTo>
                      <a:cubicBezTo>
                        <a:pt x="9443" y="38878"/>
                        <a:pt x="4743" y="39986"/>
                        <a:pt x="0" y="39588"/>
                      </a:cubicBezTo>
                      <a:lnTo>
                        <a:pt x="4832" y="43932"/>
                      </a:lnTo>
                      <a:cubicBezTo>
                        <a:pt x="8911" y="47567"/>
                        <a:pt x="14097" y="49074"/>
                        <a:pt x="19240" y="48853"/>
                      </a:cubicBezTo>
                      <a:cubicBezTo>
                        <a:pt x="24382" y="48631"/>
                        <a:pt x="29436" y="46681"/>
                        <a:pt x="33381" y="42957"/>
                      </a:cubicBezTo>
                      <a:cubicBezTo>
                        <a:pt x="36263" y="40386"/>
                        <a:pt x="39056" y="37726"/>
                        <a:pt x="42070" y="35287"/>
                      </a:cubicBezTo>
                      <a:cubicBezTo>
                        <a:pt x="44996" y="32805"/>
                        <a:pt x="48010" y="30411"/>
                        <a:pt x="51069" y="28150"/>
                      </a:cubicBezTo>
                      <a:cubicBezTo>
                        <a:pt x="53153" y="26466"/>
                        <a:pt x="54970" y="24648"/>
                        <a:pt x="56300" y="22476"/>
                      </a:cubicBezTo>
                      <a:cubicBezTo>
                        <a:pt x="57630" y="20348"/>
                        <a:pt x="58561" y="17865"/>
                        <a:pt x="59138" y="15471"/>
                      </a:cubicBezTo>
                      <a:cubicBezTo>
                        <a:pt x="60246" y="10551"/>
                        <a:pt x="59669" y="5054"/>
                        <a:pt x="56877" y="399"/>
                      </a:cubicBezTo>
                      <a:lnTo>
                        <a:pt x="56611" y="0"/>
                      </a:lnTo>
                      <a:cubicBezTo>
                        <a:pt x="53729" y="2172"/>
                        <a:pt x="50670" y="3946"/>
                        <a:pt x="47789" y="5985"/>
                      </a:cubicBezTo>
                      <a:cubicBezTo>
                        <a:pt x="44907" y="8024"/>
                        <a:pt x="41937" y="9841"/>
                        <a:pt x="39189" y="12014"/>
                      </a:cubicBezTo>
                      <a:cubicBezTo>
                        <a:pt x="36396" y="14142"/>
                        <a:pt x="33647" y="16270"/>
                        <a:pt x="31209" y="18752"/>
                      </a:cubicBezTo>
                      <a:cubicBezTo>
                        <a:pt x="28771" y="21235"/>
                        <a:pt x="26421" y="23894"/>
                        <a:pt x="24426" y="2690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94" name="Forme libre : forme 25293">
                  <a:extLst>
                    <a:ext uri="{FF2B5EF4-FFF2-40B4-BE49-F238E27FC236}">
                      <a16:creationId xmlns:a16="http://schemas.microsoft.com/office/drawing/2014/main" id="{C0BC0014-879F-4846-BDCE-4CCCEB5B27F9}"/>
                    </a:ext>
                  </a:extLst>
                </p:cNvPr>
                <p:cNvSpPr/>
                <p:nvPr/>
              </p:nvSpPr>
              <p:spPr>
                <a:xfrm>
                  <a:off x="4280623" y="1326630"/>
                  <a:ext cx="28010" cy="25695"/>
                </a:xfrm>
                <a:custGeom>
                  <a:avLst/>
                  <a:gdLst>
                    <a:gd name="connsiteX0" fmla="*/ 26711 w 28010"/>
                    <a:gd name="connsiteY0" fmla="*/ 3299 h 25695"/>
                    <a:gd name="connsiteX1" fmla="*/ 27199 w 28010"/>
                    <a:gd name="connsiteY1" fmla="*/ 11855 h 25695"/>
                    <a:gd name="connsiteX2" fmla="*/ 20460 w 28010"/>
                    <a:gd name="connsiteY2" fmla="*/ 20854 h 25695"/>
                    <a:gd name="connsiteX3" fmla="*/ 10220 w 28010"/>
                    <a:gd name="connsiteY3" fmla="*/ 25553 h 25695"/>
                    <a:gd name="connsiteX4" fmla="*/ 1886 w 28010"/>
                    <a:gd name="connsiteY4" fmla="*/ 23203 h 25695"/>
                    <a:gd name="connsiteX5" fmla="*/ 511 w 28010"/>
                    <a:gd name="connsiteY5" fmla="*/ 14648 h 25695"/>
                    <a:gd name="connsiteX6" fmla="*/ 7471 w 28010"/>
                    <a:gd name="connsiteY6" fmla="*/ 4762 h 25695"/>
                    <a:gd name="connsiteX7" fmla="*/ 18554 w 28010"/>
                    <a:gd name="connsiteY7" fmla="*/ 18 h 25695"/>
                    <a:gd name="connsiteX8" fmla="*/ 26711 w 28010"/>
                    <a:gd name="connsiteY8" fmla="*/ 3299 h 25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010" h="25695">
                      <a:moveTo>
                        <a:pt x="26711" y="3299"/>
                      </a:moveTo>
                      <a:cubicBezTo>
                        <a:pt x="28351" y="5648"/>
                        <a:pt x="28351" y="8752"/>
                        <a:pt x="27199" y="11855"/>
                      </a:cubicBezTo>
                      <a:cubicBezTo>
                        <a:pt x="26090" y="15091"/>
                        <a:pt x="23697" y="18194"/>
                        <a:pt x="20460" y="20854"/>
                      </a:cubicBezTo>
                      <a:cubicBezTo>
                        <a:pt x="17224" y="23514"/>
                        <a:pt x="13545" y="25065"/>
                        <a:pt x="10220" y="25553"/>
                      </a:cubicBezTo>
                      <a:cubicBezTo>
                        <a:pt x="6895" y="26041"/>
                        <a:pt x="3836" y="25287"/>
                        <a:pt x="1886" y="23203"/>
                      </a:cubicBezTo>
                      <a:cubicBezTo>
                        <a:pt x="-65" y="21120"/>
                        <a:pt x="-464" y="18017"/>
                        <a:pt x="511" y="14648"/>
                      </a:cubicBezTo>
                      <a:cubicBezTo>
                        <a:pt x="1442" y="11234"/>
                        <a:pt x="3925" y="7688"/>
                        <a:pt x="7471" y="4762"/>
                      </a:cubicBezTo>
                      <a:cubicBezTo>
                        <a:pt x="11018" y="1836"/>
                        <a:pt x="15141" y="329"/>
                        <a:pt x="18554" y="18"/>
                      </a:cubicBezTo>
                      <a:cubicBezTo>
                        <a:pt x="22101" y="-159"/>
                        <a:pt x="25115" y="949"/>
                        <a:pt x="26711" y="3299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95" name="Forme libre : forme 25294">
                  <a:extLst>
                    <a:ext uri="{FF2B5EF4-FFF2-40B4-BE49-F238E27FC236}">
                      <a16:creationId xmlns:a16="http://schemas.microsoft.com/office/drawing/2014/main" id="{6249E514-7477-4220-9943-510A43DBED23}"/>
                    </a:ext>
                  </a:extLst>
                </p:cNvPr>
                <p:cNvSpPr/>
                <p:nvPr/>
              </p:nvSpPr>
              <p:spPr>
                <a:xfrm>
                  <a:off x="4280687" y="1338750"/>
                  <a:ext cx="25184" cy="13603"/>
                </a:xfrm>
                <a:custGeom>
                  <a:avLst/>
                  <a:gdLst>
                    <a:gd name="connsiteX0" fmla="*/ 1467 w 25184"/>
                    <a:gd name="connsiteY0" fmla="*/ 0 h 13603"/>
                    <a:gd name="connsiteX1" fmla="*/ 1866 w 25184"/>
                    <a:gd name="connsiteY1" fmla="*/ 11127 h 13603"/>
                    <a:gd name="connsiteX2" fmla="*/ 10200 w 25184"/>
                    <a:gd name="connsiteY2" fmla="*/ 13477 h 13603"/>
                    <a:gd name="connsiteX3" fmla="*/ 20441 w 25184"/>
                    <a:gd name="connsiteY3" fmla="*/ 8778 h 13603"/>
                    <a:gd name="connsiteX4" fmla="*/ 25184 w 25184"/>
                    <a:gd name="connsiteY4" fmla="*/ 3724 h 13603"/>
                    <a:gd name="connsiteX5" fmla="*/ 21726 w 25184"/>
                    <a:gd name="connsiteY5" fmla="*/ 5453 h 13603"/>
                    <a:gd name="connsiteX6" fmla="*/ 10466 w 25184"/>
                    <a:gd name="connsiteY6" fmla="*/ 5453 h 13603"/>
                    <a:gd name="connsiteX7" fmla="*/ 1467 w 25184"/>
                    <a:gd name="connsiteY7" fmla="*/ 0 h 13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84" h="13603">
                      <a:moveTo>
                        <a:pt x="1467" y="0"/>
                      </a:moveTo>
                      <a:cubicBezTo>
                        <a:pt x="-572" y="4344"/>
                        <a:pt x="-528" y="8512"/>
                        <a:pt x="1866" y="11127"/>
                      </a:cubicBezTo>
                      <a:cubicBezTo>
                        <a:pt x="3817" y="13211"/>
                        <a:pt x="6875" y="13920"/>
                        <a:pt x="10200" y="13477"/>
                      </a:cubicBezTo>
                      <a:cubicBezTo>
                        <a:pt x="13481" y="12945"/>
                        <a:pt x="17160" y="11437"/>
                        <a:pt x="20441" y="8778"/>
                      </a:cubicBezTo>
                      <a:cubicBezTo>
                        <a:pt x="22303" y="7182"/>
                        <a:pt x="23943" y="5541"/>
                        <a:pt x="25184" y="3724"/>
                      </a:cubicBezTo>
                      <a:cubicBezTo>
                        <a:pt x="24120" y="4477"/>
                        <a:pt x="23012" y="5054"/>
                        <a:pt x="21726" y="5453"/>
                      </a:cubicBezTo>
                      <a:cubicBezTo>
                        <a:pt x="18091" y="6295"/>
                        <a:pt x="14146" y="6384"/>
                        <a:pt x="10466" y="5453"/>
                      </a:cubicBezTo>
                      <a:cubicBezTo>
                        <a:pt x="6787" y="4522"/>
                        <a:pt x="3551" y="2793"/>
                        <a:pt x="1467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96" name="Forme libre : forme 25295">
                  <a:extLst>
                    <a:ext uri="{FF2B5EF4-FFF2-40B4-BE49-F238E27FC236}">
                      <a16:creationId xmlns:a16="http://schemas.microsoft.com/office/drawing/2014/main" id="{B94D574A-F238-4BB9-8A97-5F86ACC8C084}"/>
                    </a:ext>
                  </a:extLst>
                </p:cNvPr>
                <p:cNvSpPr/>
                <p:nvPr/>
              </p:nvSpPr>
              <p:spPr>
                <a:xfrm>
                  <a:off x="4283426" y="1327595"/>
                  <a:ext cx="27807" cy="25418"/>
                </a:xfrm>
                <a:custGeom>
                  <a:avLst/>
                  <a:gdLst>
                    <a:gd name="connsiteX0" fmla="*/ 26523 w 27807"/>
                    <a:gd name="connsiteY0" fmla="*/ 3308 h 25418"/>
                    <a:gd name="connsiteX1" fmla="*/ 27011 w 27807"/>
                    <a:gd name="connsiteY1" fmla="*/ 11864 h 25418"/>
                    <a:gd name="connsiteX2" fmla="*/ 20273 w 27807"/>
                    <a:gd name="connsiteY2" fmla="*/ 20730 h 25418"/>
                    <a:gd name="connsiteX3" fmla="*/ 10121 w 27807"/>
                    <a:gd name="connsiteY3" fmla="*/ 25296 h 25418"/>
                    <a:gd name="connsiteX4" fmla="*/ 1875 w 27807"/>
                    <a:gd name="connsiteY4" fmla="*/ 22903 h 25418"/>
                    <a:gd name="connsiteX5" fmla="*/ 501 w 27807"/>
                    <a:gd name="connsiteY5" fmla="*/ 14347 h 25418"/>
                    <a:gd name="connsiteX6" fmla="*/ 7417 w 27807"/>
                    <a:gd name="connsiteY6" fmla="*/ 4594 h 25418"/>
                    <a:gd name="connsiteX7" fmla="*/ 18499 w 27807"/>
                    <a:gd name="connsiteY7" fmla="*/ 28 h 25418"/>
                    <a:gd name="connsiteX8" fmla="*/ 26523 w 27807"/>
                    <a:gd name="connsiteY8" fmla="*/ 3308 h 25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807" h="25418">
                      <a:moveTo>
                        <a:pt x="26523" y="3308"/>
                      </a:moveTo>
                      <a:cubicBezTo>
                        <a:pt x="28119" y="5658"/>
                        <a:pt x="28164" y="8805"/>
                        <a:pt x="27011" y="11864"/>
                      </a:cubicBezTo>
                      <a:cubicBezTo>
                        <a:pt x="25858" y="14967"/>
                        <a:pt x="23598" y="18203"/>
                        <a:pt x="20273" y="20730"/>
                      </a:cubicBezTo>
                      <a:cubicBezTo>
                        <a:pt x="17081" y="23434"/>
                        <a:pt x="13357" y="24809"/>
                        <a:pt x="10121" y="25296"/>
                      </a:cubicBezTo>
                      <a:cubicBezTo>
                        <a:pt x="6840" y="25740"/>
                        <a:pt x="3782" y="24986"/>
                        <a:pt x="1875" y="22903"/>
                      </a:cubicBezTo>
                      <a:cubicBezTo>
                        <a:pt x="-31" y="20819"/>
                        <a:pt x="-474" y="17716"/>
                        <a:pt x="501" y="14347"/>
                      </a:cubicBezTo>
                      <a:cubicBezTo>
                        <a:pt x="1432" y="10933"/>
                        <a:pt x="3915" y="7520"/>
                        <a:pt x="7417" y="4594"/>
                      </a:cubicBezTo>
                      <a:cubicBezTo>
                        <a:pt x="11052" y="1845"/>
                        <a:pt x="14997" y="205"/>
                        <a:pt x="18499" y="28"/>
                      </a:cubicBezTo>
                      <a:cubicBezTo>
                        <a:pt x="22002" y="-194"/>
                        <a:pt x="24927" y="914"/>
                        <a:pt x="26523" y="330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97" name="Forme libre : forme 25296">
                  <a:extLst>
                    <a:ext uri="{FF2B5EF4-FFF2-40B4-BE49-F238E27FC236}">
                      <a16:creationId xmlns:a16="http://schemas.microsoft.com/office/drawing/2014/main" id="{05B889FB-A81E-4A2A-86CB-D055F477EB84}"/>
                    </a:ext>
                  </a:extLst>
                </p:cNvPr>
                <p:cNvSpPr/>
                <p:nvPr/>
              </p:nvSpPr>
              <p:spPr>
                <a:xfrm>
                  <a:off x="4263987" y="1340352"/>
                  <a:ext cx="47420" cy="26846"/>
                </a:xfrm>
                <a:custGeom>
                  <a:avLst/>
                  <a:gdLst>
                    <a:gd name="connsiteX0" fmla="*/ 9922 w 47420"/>
                    <a:gd name="connsiteY0" fmla="*/ 19943 h 26846"/>
                    <a:gd name="connsiteX1" fmla="*/ 17502 w 47420"/>
                    <a:gd name="connsiteY1" fmla="*/ 25883 h 26846"/>
                    <a:gd name="connsiteX2" fmla="*/ 35501 w 47420"/>
                    <a:gd name="connsiteY2" fmla="*/ 22957 h 26846"/>
                    <a:gd name="connsiteX3" fmla="*/ 46362 w 47420"/>
                    <a:gd name="connsiteY3" fmla="*/ 12141 h 26846"/>
                    <a:gd name="connsiteX4" fmla="*/ 44722 w 47420"/>
                    <a:gd name="connsiteY4" fmla="*/ 1723 h 26846"/>
                    <a:gd name="connsiteX5" fmla="*/ 37540 w 47420"/>
                    <a:gd name="connsiteY5" fmla="*/ 1102 h 26846"/>
                    <a:gd name="connsiteX6" fmla="*/ 19808 w 47420"/>
                    <a:gd name="connsiteY6" fmla="*/ 969 h 26846"/>
                    <a:gd name="connsiteX7" fmla="*/ 568 w 47420"/>
                    <a:gd name="connsiteY7" fmla="*/ 4693 h 26846"/>
                    <a:gd name="connsiteX8" fmla="*/ 9922 w 47420"/>
                    <a:gd name="connsiteY8" fmla="*/ 19943 h 26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420" h="26846">
                      <a:moveTo>
                        <a:pt x="9922" y="19943"/>
                      </a:moveTo>
                      <a:cubicBezTo>
                        <a:pt x="12138" y="22292"/>
                        <a:pt x="14488" y="24642"/>
                        <a:pt x="17502" y="25883"/>
                      </a:cubicBezTo>
                      <a:cubicBezTo>
                        <a:pt x="23265" y="28188"/>
                        <a:pt x="30048" y="26016"/>
                        <a:pt x="35501" y="22957"/>
                      </a:cubicBezTo>
                      <a:cubicBezTo>
                        <a:pt x="39978" y="20297"/>
                        <a:pt x="44190" y="16884"/>
                        <a:pt x="46362" y="12141"/>
                      </a:cubicBezTo>
                      <a:cubicBezTo>
                        <a:pt x="47958" y="8683"/>
                        <a:pt x="48002" y="3673"/>
                        <a:pt x="44722" y="1723"/>
                      </a:cubicBezTo>
                      <a:cubicBezTo>
                        <a:pt x="42682" y="526"/>
                        <a:pt x="40023" y="836"/>
                        <a:pt x="37540" y="1102"/>
                      </a:cubicBezTo>
                      <a:cubicBezTo>
                        <a:pt x="31644" y="1723"/>
                        <a:pt x="25659" y="1723"/>
                        <a:pt x="19808" y="969"/>
                      </a:cubicBezTo>
                      <a:cubicBezTo>
                        <a:pt x="14887" y="304"/>
                        <a:pt x="3981" y="-2134"/>
                        <a:pt x="568" y="4693"/>
                      </a:cubicBezTo>
                      <a:cubicBezTo>
                        <a:pt x="-2358" y="10811"/>
                        <a:pt x="6819" y="16662"/>
                        <a:pt x="9922" y="1994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98" name="Forme libre : forme 25297">
                  <a:extLst>
                    <a:ext uri="{FF2B5EF4-FFF2-40B4-BE49-F238E27FC236}">
                      <a16:creationId xmlns:a16="http://schemas.microsoft.com/office/drawing/2014/main" id="{51F5A797-3753-4529-BCB1-EE4666BF7BF0}"/>
                    </a:ext>
                  </a:extLst>
                </p:cNvPr>
                <p:cNvSpPr/>
                <p:nvPr/>
              </p:nvSpPr>
              <p:spPr>
                <a:xfrm>
                  <a:off x="4270741" y="1334529"/>
                  <a:ext cx="8642" cy="15057"/>
                </a:xfrm>
                <a:custGeom>
                  <a:avLst/>
                  <a:gdLst>
                    <a:gd name="connsiteX0" fmla="*/ 241 w 8642"/>
                    <a:gd name="connsiteY0" fmla="*/ 12290 h 15057"/>
                    <a:gd name="connsiteX1" fmla="*/ 1216 w 8642"/>
                    <a:gd name="connsiteY1" fmla="*/ 14418 h 15057"/>
                    <a:gd name="connsiteX2" fmla="*/ 3433 w 8642"/>
                    <a:gd name="connsiteY2" fmla="*/ 14905 h 15057"/>
                    <a:gd name="connsiteX3" fmla="*/ 5073 w 8642"/>
                    <a:gd name="connsiteY3" fmla="*/ 13177 h 15057"/>
                    <a:gd name="connsiteX4" fmla="*/ 7910 w 8642"/>
                    <a:gd name="connsiteY4" fmla="*/ 7679 h 15057"/>
                    <a:gd name="connsiteX5" fmla="*/ 8620 w 8642"/>
                    <a:gd name="connsiteY5" fmla="*/ 5286 h 15057"/>
                    <a:gd name="connsiteX6" fmla="*/ 2812 w 8642"/>
                    <a:gd name="connsiteY6" fmla="*/ 1518 h 15057"/>
                    <a:gd name="connsiteX7" fmla="*/ 241 w 8642"/>
                    <a:gd name="connsiteY7" fmla="*/ 12290 h 15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642" h="15057">
                      <a:moveTo>
                        <a:pt x="241" y="12290"/>
                      </a:moveTo>
                      <a:cubicBezTo>
                        <a:pt x="418" y="13088"/>
                        <a:pt x="640" y="13886"/>
                        <a:pt x="1216" y="14418"/>
                      </a:cubicBezTo>
                      <a:cubicBezTo>
                        <a:pt x="1748" y="14950"/>
                        <a:pt x="2635" y="15260"/>
                        <a:pt x="3433" y="14905"/>
                      </a:cubicBezTo>
                      <a:cubicBezTo>
                        <a:pt x="4186" y="14595"/>
                        <a:pt x="4674" y="13886"/>
                        <a:pt x="5073" y="13177"/>
                      </a:cubicBezTo>
                      <a:cubicBezTo>
                        <a:pt x="6137" y="11403"/>
                        <a:pt x="7112" y="9541"/>
                        <a:pt x="7910" y="7679"/>
                      </a:cubicBezTo>
                      <a:cubicBezTo>
                        <a:pt x="8221" y="6882"/>
                        <a:pt x="8531" y="6084"/>
                        <a:pt x="8620" y="5286"/>
                      </a:cubicBezTo>
                      <a:cubicBezTo>
                        <a:pt x="8930" y="1872"/>
                        <a:pt x="6093" y="-2295"/>
                        <a:pt x="2812" y="1518"/>
                      </a:cubicBezTo>
                      <a:cubicBezTo>
                        <a:pt x="241" y="4443"/>
                        <a:pt x="-424" y="9098"/>
                        <a:pt x="241" y="1229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99" name="Forme libre : forme 25298">
                  <a:extLst>
                    <a:ext uri="{FF2B5EF4-FFF2-40B4-BE49-F238E27FC236}">
                      <a16:creationId xmlns:a16="http://schemas.microsoft.com/office/drawing/2014/main" id="{91ABFEE0-0408-4DAF-AE9E-61DFF058675C}"/>
                    </a:ext>
                  </a:extLst>
                </p:cNvPr>
                <p:cNvSpPr/>
                <p:nvPr/>
              </p:nvSpPr>
              <p:spPr>
                <a:xfrm>
                  <a:off x="4316466" y="1326692"/>
                  <a:ext cx="6224" cy="27396"/>
                </a:xfrm>
                <a:custGeom>
                  <a:avLst/>
                  <a:gdLst>
                    <a:gd name="connsiteX0" fmla="*/ 3280 w 6224"/>
                    <a:gd name="connsiteY0" fmla="*/ 0 h 27396"/>
                    <a:gd name="connsiteX1" fmla="*/ 6073 w 6224"/>
                    <a:gd name="connsiteY1" fmla="*/ 8334 h 27396"/>
                    <a:gd name="connsiteX2" fmla="*/ 5364 w 6224"/>
                    <a:gd name="connsiteY2" fmla="*/ 16979 h 27396"/>
                    <a:gd name="connsiteX3" fmla="*/ 0 w 6224"/>
                    <a:gd name="connsiteY3" fmla="*/ 27397 h 27396"/>
                    <a:gd name="connsiteX4" fmla="*/ 1197 w 6224"/>
                    <a:gd name="connsiteY4" fmla="*/ 25224 h 27396"/>
                    <a:gd name="connsiteX5" fmla="*/ 3502 w 6224"/>
                    <a:gd name="connsiteY5" fmla="*/ 19506 h 27396"/>
                    <a:gd name="connsiteX6" fmla="*/ 3280 w 6224"/>
                    <a:gd name="connsiteY6" fmla="*/ 0 h 27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24" h="27396">
                      <a:moveTo>
                        <a:pt x="3280" y="0"/>
                      </a:moveTo>
                      <a:cubicBezTo>
                        <a:pt x="3280" y="0"/>
                        <a:pt x="5497" y="3281"/>
                        <a:pt x="6073" y="8334"/>
                      </a:cubicBezTo>
                      <a:cubicBezTo>
                        <a:pt x="6384" y="10861"/>
                        <a:pt x="6251" y="13743"/>
                        <a:pt x="5364" y="16979"/>
                      </a:cubicBezTo>
                      <a:cubicBezTo>
                        <a:pt x="4522" y="20304"/>
                        <a:pt x="2793" y="23628"/>
                        <a:pt x="0" y="27397"/>
                      </a:cubicBezTo>
                      <a:cubicBezTo>
                        <a:pt x="0" y="27397"/>
                        <a:pt x="488" y="26643"/>
                        <a:pt x="1197" y="25224"/>
                      </a:cubicBezTo>
                      <a:cubicBezTo>
                        <a:pt x="1862" y="23850"/>
                        <a:pt x="2793" y="21944"/>
                        <a:pt x="3502" y="19506"/>
                      </a:cubicBezTo>
                      <a:cubicBezTo>
                        <a:pt x="4832" y="14496"/>
                        <a:pt x="5852" y="7847"/>
                        <a:pt x="328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00" name="Forme libre : forme 25299">
                  <a:extLst>
                    <a:ext uri="{FF2B5EF4-FFF2-40B4-BE49-F238E27FC236}">
                      <a16:creationId xmlns:a16="http://schemas.microsoft.com/office/drawing/2014/main" id="{2B0EB6A2-3670-428D-9E3D-2FE43318D1B7}"/>
                    </a:ext>
                  </a:extLst>
                </p:cNvPr>
                <p:cNvSpPr/>
                <p:nvPr/>
              </p:nvSpPr>
              <p:spPr>
                <a:xfrm>
                  <a:off x="4256287" y="1330327"/>
                  <a:ext cx="7691" cy="30721"/>
                </a:xfrm>
                <a:custGeom>
                  <a:avLst/>
                  <a:gdLst>
                    <a:gd name="connsiteX0" fmla="*/ 7692 w 7691"/>
                    <a:gd name="connsiteY0" fmla="*/ 0 h 30721"/>
                    <a:gd name="connsiteX1" fmla="*/ 1485 w 7691"/>
                    <a:gd name="connsiteY1" fmla="*/ 9797 h 30721"/>
                    <a:gd name="connsiteX2" fmla="*/ 5209 w 7691"/>
                    <a:gd name="connsiteY2" fmla="*/ 30721 h 30721"/>
                    <a:gd name="connsiteX3" fmla="*/ 1796 w 7691"/>
                    <a:gd name="connsiteY3" fmla="*/ 21501 h 30721"/>
                    <a:gd name="connsiteX4" fmla="*/ 2017 w 7691"/>
                    <a:gd name="connsiteY4" fmla="*/ 11659 h 30721"/>
                    <a:gd name="connsiteX5" fmla="*/ 7692 w 7691"/>
                    <a:gd name="connsiteY5" fmla="*/ 0 h 30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691" h="30721">
                      <a:moveTo>
                        <a:pt x="7692" y="0"/>
                      </a:moveTo>
                      <a:cubicBezTo>
                        <a:pt x="7692" y="0"/>
                        <a:pt x="3791" y="3946"/>
                        <a:pt x="1485" y="9797"/>
                      </a:cubicBezTo>
                      <a:cubicBezTo>
                        <a:pt x="-731" y="15738"/>
                        <a:pt x="-1175" y="23451"/>
                        <a:pt x="5209" y="30721"/>
                      </a:cubicBezTo>
                      <a:cubicBezTo>
                        <a:pt x="5209" y="30721"/>
                        <a:pt x="2771" y="27131"/>
                        <a:pt x="1796" y="21501"/>
                      </a:cubicBezTo>
                      <a:cubicBezTo>
                        <a:pt x="1308" y="18708"/>
                        <a:pt x="1219" y="15338"/>
                        <a:pt x="2017" y="11659"/>
                      </a:cubicBezTo>
                      <a:cubicBezTo>
                        <a:pt x="2815" y="7935"/>
                        <a:pt x="4588" y="4034"/>
                        <a:pt x="76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01" name="Forme libre : forme 25300">
                  <a:extLst>
                    <a:ext uri="{FF2B5EF4-FFF2-40B4-BE49-F238E27FC236}">
                      <a16:creationId xmlns:a16="http://schemas.microsoft.com/office/drawing/2014/main" id="{B70C41A8-FDA5-4086-859F-591B881D22CE}"/>
                    </a:ext>
                  </a:extLst>
                </p:cNvPr>
                <p:cNvSpPr/>
                <p:nvPr/>
              </p:nvSpPr>
              <p:spPr>
                <a:xfrm>
                  <a:off x="4288442" y="1329961"/>
                  <a:ext cx="11735" cy="7874"/>
                </a:xfrm>
                <a:custGeom>
                  <a:avLst/>
                  <a:gdLst>
                    <a:gd name="connsiteX0" fmla="*/ 11666 w 11735"/>
                    <a:gd name="connsiteY0" fmla="*/ 1740 h 7874"/>
                    <a:gd name="connsiteX1" fmla="*/ 6834 w 11735"/>
                    <a:gd name="connsiteY1" fmla="*/ 7104 h 7874"/>
                    <a:gd name="connsiteX2" fmla="*/ 96 w 11735"/>
                    <a:gd name="connsiteY2" fmla="*/ 6262 h 7874"/>
                    <a:gd name="connsiteX3" fmla="*/ 4928 w 11735"/>
                    <a:gd name="connsiteY3" fmla="*/ 676 h 7874"/>
                    <a:gd name="connsiteX4" fmla="*/ 11666 w 11735"/>
                    <a:gd name="connsiteY4" fmla="*/ 1740 h 7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35" h="7874">
                      <a:moveTo>
                        <a:pt x="11666" y="1740"/>
                      </a:moveTo>
                      <a:cubicBezTo>
                        <a:pt x="12154" y="3558"/>
                        <a:pt x="10026" y="5952"/>
                        <a:pt x="6834" y="7104"/>
                      </a:cubicBezTo>
                      <a:cubicBezTo>
                        <a:pt x="3731" y="8390"/>
                        <a:pt x="672" y="8035"/>
                        <a:pt x="96" y="6262"/>
                      </a:cubicBezTo>
                      <a:cubicBezTo>
                        <a:pt x="-481" y="4533"/>
                        <a:pt x="1603" y="1829"/>
                        <a:pt x="4928" y="676"/>
                      </a:cubicBezTo>
                      <a:cubicBezTo>
                        <a:pt x="8164" y="-565"/>
                        <a:pt x="11178" y="-33"/>
                        <a:pt x="11666" y="174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02" name="Forme libre : forme 25301">
                  <a:extLst>
                    <a:ext uri="{FF2B5EF4-FFF2-40B4-BE49-F238E27FC236}">
                      <a16:creationId xmlns:a16="http://schemas.microsoft.com/office/drawing/2014/main" id="{251613BA-1DBC-49AC-93D5-D8FB6463D3F8}"/>
                    </a:ext>
                  </a:extLst>
                </p:cNvPr>
                <p:cNvSpPr/>
                <p:nvPr/>
              </p:nvSpPr>
              <p:spPr>
                <a:xfrm>
                  <a:off x="4298062" y="1329413"/>
                  <a:ext cx="3193" cy="3158"/>
                </a:xfrm>
                <a:custGeom>
                  <a:avLst/>
                  <a:gdLst>
                    <a:gd name="connsiteX0" fmla="*/ 2933 w 3193"/>
                    <a:gd name="connsiteY0" fmla="*/ 560 h 3158"/>
                    <a:gd name="connsiteX1" fmla="*/ 2489 w 3193"/>
                    <a:gd name="connsiteY1" fmla="*/ 2776 h 3158"/>
                    <a:gd name="connsiteX2" fmla="*/ 273 w 3193"/>
                    <a:gd name="connsiteY2" fmla="*/ 2599 h 3158"/>
                    <a:gd name="connsiteX3" fmla="*/ 716 w 3193"/>
                    <a:gd name="connsiteY3" fmla="*/ 382 h 3158"/>
                    <a:gd name="connsiteX4" fmla="*/ 2933 w 3193"/>
                    <a:gd name="connsiteY4" fmla="*/ 560 h 3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3" h="3158">
                      <a:moveTo>
                        <a:pt x="2933" y="560"/>
                      </a:moveTo>
                      <a:cubicBezTo>
                        <a:pt x="3420" y="1224"/>
                        <a:pt x="3199" y="2200"/>
                        <a:pt x="2489" y="2776"/>
                      </a:cubicBezTo>
                      <a:cubicBezTo>
                        <a:pt x="1780" y="3352"/>
                        <a:pt x="760" y="3264"/>
                        <a:pt x="273" y="2599"/>
                      </a:cubicBezTo>
                      <a:cubicBezTo>
                        <a:pt x="-215" y="1934"/>
                        <a:pt x="-38" y="958"/>
                        <a:pt x="716" y="382"/>
                      </a:cubicBezTo>
                      <a:cubicBezTo>
                        <a:pt x="1470" y="-194"/>
                        <a:pt x="2445" y="-106"/>
                        <a:pt x="2933" y="5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03" name="Forme libre : forme 25302">
                  <a:extLst>
                    <a:ext uri="{FF2B5EF4-FFF2-40B4-BE49-F238E27FC236}">
                      <a16:creationId xmlns:a16="http://schemas.microsoft.com/office/drawing/2014/main" id="{6E7DD8DE-A6BB-436F-9222-4DB90BE88452}"/>
                    </a:ext>
                  </a:extLst>
                </p:cNvPr>
                <p:cNvSpPr/>
                <p:nvPr/>
              </p:nvSpPr>
              <p:spPr>
                <a:xfrm>
                  <a:off x="4278514" y="1311487"/>
                  <a:ext cx="36348" cy="16820"/>
                </a:xfrm>
                <a:custGeom>
                  <a:avLst/>
                  <a:gdLst>
                    <a:gd name="connsiteX0" fmla="*/ 26337 w 36348"/>
                    <a:gd name="connsiteY0" fmla="*/ 2039 h 16820"/>
                    <a:gd name="connsiteX1" fmla="*/ 35425 w 36348"/>
                    <a:gd name="connsiteY1" fmla="*/ 11659 h 16820"/>
                    <a:gd name="connsiteX2" fmla="*/ 35558 w 36348"/>
                    <a:gd name="connsiteY2" fmla="*/ 16225 h 16820"/>
                    <a:gd name="connsiteX3" fmla="*/ 31169 w 36348"/>
                    <a:gd name="connsiteY3" fmla="*/ 16047 h 16820"/>
                    <a:gd name="connsiteX4" fmla="*/ 18136 w 36348"/>
                    <a:gd name="connsiteY4" fmla="*/ 10506 h 16820"/>
                    <a:gd name="connsiteX5" fmla="*/ 7940 w 36348"/>
                    <a:gd name="connsiteY5" fmla="*/ 13343 h 16820"/>
                    <a:gd name="connsiteX6" fmla="*/ 5 w 36348"/>
                    <a:gd name="connsiteY6" fmla="*/ 12545 h 16820"/>
                    <a:gd name="connsiteX7" fmla="*/ 6122 w 36348"/>
                    <a:gd name="connsiteY7" fmla="*/ 4610 h 16820"/>
                    <a:gd name="connsiteX8" fmla="*/ 15698 w 36348"/>
                    <a:gd name="connsiteY8" fmla="*/ 221 h 16820"/>
                    <a:gd name="connsiteX9" fmla="*/ 26337 w 36348"/>
                    <a:gd name="connsiteY9" fmla="*/ 2039 h 16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348" h="16820">
                      <a:moveTo>
                        <a:pt x="26337" y="2039"/>
                      </a:moveTo>
                      <a:cubicBezTo>
                        <a:pt x="30371" y="4300"/>
                        <a:pt x="33164" y="7891"/>
                        <a:pt x="35425" y="11659"/>
                      </a:cubicBezTo>
                      <a:cubicBezTo>
                        <a:pt x="36267" y="13077"/>
                        <a:pt x="36932" y="15072"/>
                        <a:pt x="35558" y="16225"/>
                      </a:cubicBezTo>
                      <a:cubicBezTo>
                        <a:pt x="34317" y="17244"/>
                        <a:pt x="32499" y="16801"/>
                        <a:pt x="31169" y="16047"/>
                      </a:cubicBezTo>
                      <a:cubicBezTo>
                        <a:pt x="27047" y="13875"/>
                        <a:pt x="23278" y="10550"/>
                        <a:pt x="18136" y="10506"/>
                      </a:cubicBezTo>
                      <a:cubicBezTo>
                        <a:pt x="16540" y="10506"/>
                        <a:pt x="12107" y="12235"/>
                        <a:pt x="7940" y="13343"/>
                      </a:cubicBezTo>
                      <a:cubicBezTo>
                        <a:pt x="3861" y="14496"/>
                        <a:pt x="138" y="15161"/>
                        <a:pt x="5" y="12545"/>
                      </a:cubicBezTo>
                      <a:cubicBezTo>
                        <a:pt x="-128" y="9930"/>
                        <a:pt x="2620" y="6915"/>
                        <a:pt x="6122" y="4610"/>
                      </a:cubicBezTo>
                      <a:cubicBezTo>
                        <a:pt x="9536" y="2216"/>
                        <a:pt x="13526" y="532"/>
                        <a:pt x="15698" y="221"/>
                      </a:cubicBezTo>
                      <a:cubicBezTo>
                        <a:pt x="19599" y="-399"/>
                        <a:pt x="23278" y="310"/>
                        <a:pt x="26337" y="203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06" name="Graphique 2">
                <a:extLst>
                  <a:ext uri="{FF2B5EF4-FFF2-40B4-BE49-F238E27FC236}">
                    <a16:creationId xmlns:a16="http://schemas.microsoft.com/office/drawing/2014/main" id="{458A8DD2-6DF2-4A13-9D8D-38AEA008F6F4}"/>
                  </a:ext>
                </a:extLst>
              </p:cNvPr>
              <p:cNvGrpSpPr/>
              <p:nvPr/>
            </p:nvGrpSpPr>
            <p:grpSpPr>
              <a:xfrm>
                <a:off x="4312544" y="1274133"/>
                <a:ext cx="73327" cy="63339"/>
                <a:chOff x="4312544" y="1274133"/>
                <a:chExt cx="73327" cy="63339"/>
              </a:xfrm>
              <a:solidFill>
                <a:schemeClr val="accent1"/>
              </a:solidFill>
            </p:grpSpPr>
            <p:sp>
              <p:nvSpPr>
                <p:cNvPr id="25280" name="Forme libre : forme 25279">
                  <a:extLst>
                    <a:ext uri="{FF2B5EF4-FFF2-40B4-BE49-F238E27FC236}">
                      <a16:creationId xmlns:a16="http://schemas.microsoft.com/office/drawing/2014/main" id="{AA10197A-4A7C-47F1-865C-6DA925067CD2}"/>
                    </a:ext>
                  </a:extLst>
                </p:cNvPr>
                <p:cNvSpPr/>
                <p:nvPr/>
              </p:nvSpPr>
              <p:spPr>
                <a:xfrm>
                  <a:off x="4312544" y="1274133"/>
                  <a:ext cx="73295" cy="63339"/>
                </a:xfrm>
                <a:custGeom>
                  <a:avLst/>
                  <a:gdLst>
                    <a:gd name="connsiteX0" fmla="*/ 58006 w 73295"/>
                    <a:gd name="connsiteY0" fmla="*/ 53756 h 63339"/>
                    <a:gd name="connsiteX1" fmla="*/ 47500 w 73295"/>
                    <a:gd name="connsiteY1" fmla="*/ 57258 h 63339"/>
                    <a:gd name="connsiteX2" fmla="*/ 37215 w 73295"/>
                    <a:gd name="connsiteY2" fmla="*/ 61470 h 63339"/>
                    <a:gd name="connsiteX3" fmla="*/ 29856 w 73295"/>
                    <a:gd name="connsiteY3" fmla="*/ 63332 h 63339"/>
                    <a:gd name="connsiteX4" fmla="*/ 22364 w 73295"/>
                    <a:gd name="connsiteY4" fmla="*/ 62489 h 63339"/>
                    <a:gd name="connsiteX5" fmla="*/ 10129 w 73295"/>
                    <a:gd name="connsiteY5" fmla="*/ 53357 h 63339"/>
                    <a:gd name="connsiteX6" fmla="*/ 2371 w 73295"/>
                    <a:gd name="connsiteY6" fmla="*/ 40412 h 63339"/>
                    <a:gd name="connsiteX7" fmla="*/ 1440 w 73295"/>
                    <a:gd name="connsiteY7" fmla="*/ 24852 h 63339"/>
                    <a:gd name="connsiteX8" fmla="*/ 6361 w 73295"/>
                    <a:gd name="connsiteY8" fmla="*/ 17360 h 63339"/>
                    <a:gd name="connsiteX9" fmla="*/ 14473 w 73295"/>
                    <a:gd name="connsiteY9" fmla="*/ 11642 h 63339"/>
                    <a:gd name="connsiteX10" fmla="*/ 28260 w 73295"/>
                    <a:gd name="connsiteY10" fmla="*/ 5967 h 63339"/>
                    <a:gd name="connsiteX11" fmla="*/ 42446 w 73295"/>
                    <a:gd name="connsiteY11" fmla="*/ 1224 h 63339"/>
                    <a:gd name="connsiteX12" fmla="*/ 52332 w 73295"/>
                    <a:gd name="connsiteY12" fmla="*/ 116 h 63339"/>
                    <a:gd name="connsiteX13" fmla="*/ 61021 w 73295"/>
                    <a:gd name="connsiteY13" fmla="*/ 2509 h 63339"/>
                    <a:gd name="connsiteX14" fmla="*/ 67360 w 73295"/>
                    <a:gd name="connsiteY14" fmla="*/ 7741 h 63339"/>
                    <a:gd name="connsiteX15" fmla="*/ 70508 w 73295"/>
                    <a:gd name="connsiteY15" fmla="*/ 15055 h 63339"/>
                    <a:gd name="connsiteX16" fmla="*/ 73034 w 73295"/>
                    <a:gd name="connsiteY16" fmla="*/ 29950 h 63339"/>
                    <a:gd name="connsiteX17" fmla="*/ 72724 w 73295"/>
                    <a:gd name="connsiteY17" fmla="*/ 37841 h 63339"/>
                    <a:gd name="connsiteX18" fmla="*/ 69710 w 73295"/>
                    <a:gd name="connsiteY18" fmla="*/ 44846 h 63339"/>
                    <a:gd name="connsiteX19" fmla="*/ 64656 w 73295"/>
                    <a:gd name="connsiteY19" fmla="*/ 50387 h 63339"/>
                    <a:gd name="connsiteX20" fmla="*/ 58006 w 73295"/>
                    <a:gd name="connsiteY20" fmla="*/ 53756 h 63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295" h="63339">
                      <a:moveTo>
                        <a:pt x="58006" y="53756"/>
                      </a:moveTo>
                      <a:cubicBezTo>
                        <a:pt x="54415" y="54687"/>
                        <a:pt x="50958" y="56017"/>
                        <a:pt x="47500" y="57258"/>
                      </a:cubicBezTo>
                      <a:cubicBezTo>
                        <a:pt x="43998" y="58455"/>
                        <a:pt x="40628" y="60095"/>
                        <a:pt x="37215" y="61470"/>
                      </a:cubicBezTo>
                      <a:cubicBezTo>
                        <a:pt x="34865" y="62622"/>
                        <a:pt x="32383" y="63199"/>
                        <a:pt x="29856" y="63332"/>
                      </a:cubicBezTo>
                      <a:cubicBezTo>
                        <a:pt x="27329" y="63376"/>
                        <a:pt x="24847" y="63243"/>
                        <a:pt x="22364" y="62489"/>
                      </a:cubicBezTo>
                      <a:cubicBezTo>
                        <a:pt x="17488" y="61071"/>
                        <a:pt x="12922" y="57967"/>
                        <a:pt x="10129" y="53357"/>
                      </a:cubicBezTo>
                      <a:lnTo>
                        <a:pt x="2371" y="40412"/>
                      </a:lnTo>
                      <a:cubicBezTo>
                        <a:pt x="-466" y="35713"/>
                        <a:pt x="-732" y="30128"/>
                        <a:pt x="1440" y="24852"/>
                      </a:cubicBezTo>
                      <a:cubicBezTo>
                        <a:pt x="2548" y="22237"/>
                        <a:pt x="4100" y="19533"/>
                        <a:pt x="6361" y="17360"/>
                      </a:cubicBezTo>
                      <a:cubicBezTo>
                        <a:pt x="8577" y="15144"/>
                        <a:pt x="11326" y="13149"/>
                        <a:pt x="14473" y="11642"/>
                      </a:cubicBezTo>
                      <a:cubicBezTo>
                        <a:pt x="19084" y="9735"/>
                        <a:pt x="23561" y="7608"/>
                        <a:pt x="28260" y="5967"/>
                      </a:cubicBezTo>
                      <a:cubicBezTo>
                        <a:pt x="32959" y="4283"/>
                        <a:pt x="37614" y="2509"/>
                        <a:pt x="42446" y="1224"/>
                      </a:cubicBezTo>
                      <a:cubicBezTo>
                        <a:pt x="45815" y="249"/>
                        <a:pt x="49140" y="-239"/>
                        <a:pt x="52332" y="116"/>
                      </a:cubicBezTo>
                      <a:cubicBezTo>
                        <a:pt x="55524" y="426"/>
                        <a:pt x="58494" y="1224"/>
                        <a:pt x="61021" y="2509"/>
                      </a:cubicBezTo>
                      <a:cubicBezTo>
                        <a:pt x="63548" y="3706"/>
                        <a:pt x="65764" y="5657"/>
                        <a:pt x="67360" y="7741"/>
                      </a:cubicBezTo>
                      <a:cubicBezTo>
                        <a:pt x="69000" y="9868"/>
                        <a:pt x="70064" y="12351"/>
                        <a:pt x="70508" y="15055"/>
                      </a:cubicBezTo>
                      <a:lnTo>
                        <a:pt x="73034" y="29950"/>
                      </a:lnTo>
                      <a:cubicBezTo>
                        <a:pt x="73478" y="32654"/>
                        <a:pt x="73345" y="35314"/>
                        <a:pt x="72724" y="37841"/>
                      </a:cubicBezTo>
                      <a:cubicBezTo>
                        <a:pt x="72148" y="40368"/>
                        <a:pt x="71084" y="42629"/>
                        <a:pt x="69710" y="44846"/>
                      </a:cubicBezTo>
                      <a:cubicBezTo>
                        <a:pt x="68335" y="47018"/>
                        <a:pt x="66651" y="48880"/>
                        <a:pt x="64656" y="50387"/>
                      </a:cubicBezTo>
                      <a:cubicBezTo>
                        <a:pt x="62661" y="51673"/>
                        <a:pt x="60489" y="53047"/>
                        <a:pt x="58006" y="5375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81" name="Forme libre : forme 25280">
                  <a:extLst>
                    <a:ext uri="{FF2B5EF4-FFF2-40B4-BE49-F238E27FC236}">
                      <a16:creationId xmlns:a16="http://schemas.microsoft.com/office/drawing/2014/main" id="{FDE78E56-15ED-418B-96D8-A9BC5A0EF446}"/>
                    </a:ext>
                  </a:extLst>
                </p:cNvPr>
                <p:cNvSpPr/>
                <p:nvPr/>
              </p:nvSpPr>
              <p:spPr>
                <a:xfrm>
                  <a:off x="4319303" y="1303463"/>
                  <a:ext cx="66567" cy="33965"/>
                </a:xfrm>
                <a:custGeom>
                  <a:avLst/>
                  <a:gdLst>
                    <a:gd name="connsiteX0" fmla="*/ 26998 w 66567"/>
                    <a:gd name="connsiteY0" fmla="*/ 14009 h 33965"/>
                    <a:gd name="connsiteX1" fmla="*/ 13787 w 66567"/>
                    <a:gd name="connsiteY1" fmla="*/ 19727 h 33965"/>
                    <a:gd name="connsiteX2" fmla="*/ 0 w 66567"/>
                    <a:gd name="connsiteY2" fmla="*/ 18397 h 33965"/>
                    <a:gd name="connsiteX3" fmla="*/ 3369 w 66567"/>
                    <a:gd name="connsiteY3" fmla="*/ 23983 h 33965"/>
                    <a:gd name="connsiteX4" fmla="*/ 15604 w 66567"/>
                    <a:gd name="connsiteY4" fmla="*/ 33115 h 33965"/>
                    <a:gd name="connsiteX5" fmla="*/ 23096 w 66567"/>
                    <a:gd name="connsiteY5" fmla="*/ 33958 h 33965"/>
                    <a:gd name="connsiteX6" fmla="*/ 30455 w 66567"/>
                    <a:gd name="connsiteY6" fmla="*/ 32096 h 33965"/>
                    <a:gd name="connsiteX7" fmla="*/ 40740 w 66567"/>
                    <a:gd name="connsiteY7" fmla="*/ 27884 h 33965"/>
                    <a:gd name="connsiteX8" fmla="*/ 51247 w 66567"/>
                    <a:gd name="connsiteY8" fmla="*/ 24382 h 33965"/>
                    <a:gd name="connsiteX9" fmla="*/ 57941 w 66567"/>
                    <a:gd name="connsiteY9" fmla="*/ 20924 h 33965"/>
                    <a:gd name="connsiteX10" fmla="*/ 62994 w 66567"/>
                    <a:gd name="connsiteY10" fmla="*/ 15383 h 33965"/>
                    <a:gd name="connsiteX11" fmla="*/ 66009 w 66567"/>
                    <a:gd name="connsiteY11" fmla="*/ 8379 h 33965"/>
                    <a:gd name="connsiteX12" fmla="*/ 66319 w 66567"/>
                    <a:gd name="connsiteY12" fmla="*/ 488 h 33965"/>
                    <a:gd name="connsiteX13" fmla="*/ 66230 w 66567"/>
                    <a:gd name="connsiteY13" fmla="*/ 0 h 33965"/>
                    <a:gd name="connsiteX14" fmla="*/ 55901 w 66567"/>
                    <a:gd name="connsiteY14" fmla="*/ 2394 h 33965"/>
                    <a:gd name="connsiteX15" fmla="*/ 45794 w 66567"/>
                    <a:gd name="connsiteY15" fmla="*/ 4965 h 33965"/>
                    <a:gd name="connsiteX16" fmla="*/ 40829 w 66567"/>
                    <a:gd name="connsiteY16" fmla="*/ 6517 h 33965"/>
                    <a:gd name="connsiteX17" fmla="*/ 36041 w 66567"/>
                    <a:gd name="connsiteY17" fmla="*/ 8556 h 33965"/>
                    <a:gd name="connsiteX18" fmla="*/ 26998 w 66567"/>
                    <a:gd name="connsiteY18" fmla="*/ 14009 h 33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6567" h="33965">
                      <a:moveTo>
                        <a:pt x="26998" y="14009"/>
                      </a:moveTo>
                      <a:cubicBezTo>
                        <a:pt x="22919" y="16934"/>
                        <a:pt x="18486" y="19107"/>
                        <a:pt x="13787" y="19727"/>
                      </a:cubicBezTo>
                      <a:cubicBezTo>
                        <a:pt x="9221" y="20658"/>
                        <a:pt x="4389" y="20171"/>
                        <a:pt x="0" y="18397"/>
                      </a:cubicBezTo>
                      <a:lnTo>
                        <a:pt x="3369" y="23983"/>
                      </a:lnTo>
                      <a:cubicBezTo>
                        <a:pt x="6162" y="28638"/>
                        <a:pt x="10728" y="31697"/>
                        <a:pt x="15604" y="33115"/>
                      </a:cubicBezTo>
                      <a:cubicBezTo>
                        <a:pt x="18043" y="33869"/>
                        <a:pt x="20525" y="34002"/>
                        <a:pt x="23096" y="33958"/>
                      </a:cubicBezTo>
                      <a:cubicBezTo>
                        <a:pt x="25623" y="33869"/>
                        <a:pt x="28106" y="33248"/>
                        <a:pt x="30455" y="32096"/>
                      </a:cubicBezTo>
                      <a:cubicBezTo>
                        <a:pt x="33913" y="30721"/>
                        <a:pt x="37238" y="29081"/>
                        <a:pt x="40740" y="27884"/>
                      </a:cubicBezTo>
                      <a:cubicBezTo>
                        <a:pt x="44242" y="26643"/>
                        <a:pt x="47700" y="25313"/>
                        <a:pt x="51247" y="24382"/>
                      </a:cubicBezTo>
                      <a:cubicBezTo>
                        <a:pt x="53729" y="23673"/>
                        <a:pt x="55946" y="22343"/>
                        <a:pt x="57941" y="20924"/>
                      </a:cubicBezTo>
                      <a:cubicBezTo>
                        <a:pt x="59935" y="19461"/>
                        <a:pt x="61620" y="17555"/>
                        <a:pt x="62994" y="15383"/>
                      </a:cubicBezTo>
                      <a:cubicBezTo>
                        <a:pt x="64324" y="13166"/>
                        <a:pt x="65433" y="10950"/>
                        <a:pt x="66009" y="8379"/>
                      </a:cubicBezTo>
                      <a:cubicBezTo>
                        <a:pt x="66585" y="5896"/>
                        <a:pt x="66762" y="3192"/>
                        <a:pt x="66319" y="488"/>
                      </a:cubicBezTo>
                      <a:lnTo>
                        <a:pt x="66230" y="0"/>
                      </a:lnTo>
                      <a:cubicBezTo>
                        <a:pt x="62728" y="754"/>
                        <a:pt x="59315" y="1596"/>
                        <a:pt x="55901" y="2394"/>
                      </a:cubicBezTo>
                      <a:cubicBezTo>
                        <a:pt x="52488" y="3103"/>
                        <a:pt x="49119" y="3946"/>
                        <a:pt x="45794" y="4965"/>
                      </a:cubicBezTo>
                      <a:cubicBezTo>
                        <a:pt x="44154" y="5453"/>
                        <a:pt x="42469" y="5940"/>
                        <a:pt x="40829" y="6517"/>
                      </a:cubicBezTo>
                      <a:cubicBezTo>
                        <a:pt x="39233" y="7137"/>
                        <a:pt x="37637" y="7847"/>
                        <a:pt x="36041" y="8556"/>
                      </a:cubicBezTo>
                      <a:cubicBezTo>
                        <a:pt x="32849" y="10019"/>
                        <a:pt x="29790" y="11792"/>
                        <a:pt x="26998" y="1400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82" name="Forme libre : forme 25281">
                  <a:extLst>
                    <a:ext uri="{FF2B5EF4-FFF2-40B4-BE49-F238E27FC236}">
                      <a16:creationId xmlns:a16="http://schemas.microsoft.com/office/drawing/2014/main" id="{56FEAFE1-F6B8-4E81-AEA2-E01619E12E9A}"/>
                    </a:ext>
                  </a:extLst>
                </p:cNvPr>
                <p:cNvSpPr/>
                <p:nvPr/>
              </p:nvSpPr>
              <p:spPr>
                <a:xfrm>
                  <a:off x="4339818" y="1294201"/>
                  <a:ext cx="30812" cy="22179"/>
                </a:xfrm>
                <a:custGeom>
                  <a:avLst/>
                  <a:gdLst>
                    <a:gd name="connsiteX0" fmla="*/ 30599 w 30812"/>
                    <a:gd name="connsiteY0" fmla="*/ 6557 h 22179"/>
                    <a:gd name="connsiteX1" fmla="*/ 28072 w 30812"/>
                    <a:gd name="connsiteY1" fmla="*/ 14847 h 22179"/>
                    <a:gd name="connsiteX2" fmla="*/ 18762 w 30812"/>
                    <a:gd name="connsiteY2" fmla="*/ 20920 h 22179"/>
                    <a:gd name="connsiteX3" fmla="*/ 12955 w 30812"/>
                    <a:gd name="connsiteY3" fmla="*/ 22117 h 22179"/>
                    <a:gd name="connsiteX4" fmla="*/ 7680 w 30812"/>
                    <a:gd name="connsiteY4" fmla="*/ 21896 h 22179"/>
                    <a:gd name="connsiteX5" fmla="*/ 587 w 30812"/>
                    <a:gd name="connsiteY5" fmla="*/ 16931 h 22179"/>
                    <a:gd name="connsiteX6" fmla="*/ 2049 w 30812"/>
                    <a:gd name="connsiteY6" fmla="*/ 8330 h 22179"/>
                    <a:gd name="connsiteX7" fmla="*/ 6128 w 30812"/>
                    <a:gd name="connsiteY7" fmla="*/ 4252 h 22179"/>
                    <a:gd name="connsiteX8" fmla="*/ 11980 w 30812"/>
                    <a:gd name="connsiteY8" fmla="*/ 1282 h 22179"/>
                    <a:gd name="connsiteX9" fmla="*/ 24126 w 30812"/>
                    <a:gd name="connsiteY9" fmla="*/ 661 h 22179"/>
                    <a:gd name="connsiteX10" fmla="*/ 30599 w 30812"/>
                    <a:gd name="connsiteY10" fmla="*/ 6557 h 22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812" h="22179">
                      <a:moveTo>
                        <a:pt x="30599" y="6557"/>
                      </a:moveTo>
                      <a:cubicBezTo>
                        <a:pt x="31308" y="9350"/>
                        <a:pt x="30200" y="12187"/>
                        <a:pt x="28072" y="14847"/>
                      </a:cubicBezTo>
                      <a:cubicBezTo>
                        <a:pt x="25944" y="17507"/>
                        <a:pt x="22619" y="19413"/>
                        <a:pt x="18762" y="20920"/>
                      </a:cubicBezTo>
                      <a:cubicBezTo>
                        <a:pt x="16812" y="21630"/>
                        <a:pt x="14861" y="22029"/>
                        <a:pt x="12955" y="22117"/>
                      </a:cubicBezTo>
                      <a:cubicBezTo>
                        <a:pt x="11049" y="22206"/>
                        <a:pt x="9320" y="22250"/>
                        <a:pt x="7680" y="21896"/>
                      </a:cubicBezTo>
                      <a:cubicBezTo>
                        <a:pt x="4399" y="21231"/>
                        <a:pt x="1739" y="19546"/>
                        <a:pt x="587" y="16931"/>
                      </a:cubicBezTo>
                      <a:cubicBezTo>
                        <a:pt x="-566" y="14315"/>
                        <a:pt x="10" y="11256"/>
                        <a:pt x="2049" y="8330"/>
                      </a:cubicBezTo>
                      <a:cubicBezTo>
                        <a:pt x="3069" y="6912"/>
                        <a:pt x="4399" y="5405"/>
                        <a:pt x="6128" y="4252"/>
                      </a:cubicBezTo>
                      <a:cubicBezTo>
                        <a:pt x="7812" y="3099"/>
                        <a:pt x="9807" y="2080"/>
                        <a:pt x="11980" y="1282"/>
                      </a:cubicBezTo>
                      <a:cubicBezTo>
                        <a:pt x="16324" y="-403"/>
                        <a:pt x="20801" y="-225"/>
                        <a:pt x="24126" y="661"/>
                      </a:cubicBezTo>
                      <a:cubicBezTo>
                        <a:pt x="27495" y="1636"/>
                        <a:pt x="29889" y="3764"/>
                        <a:pt x="30599" y="6557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83" name="Forme libre : forme 25282">
                  <a:extLst>
                    <a:ext uri="{FF2B5EF4-FFF2-40B4-BE49-F238E27FC236}">
                      <a16:creationId xmlns:a16="http://schemas.microsoft.com/office/drawing/2014/main" id="{D84A0A14-C01D-4487-9DB4-464E6B9FBABE}"/>
                    </a:ext>
                  </a:extLst>
                </p:cNvPr>
                <p:cNvSpPr/>
                <p:nvPr/>
              </p:nvSpPr>
              <p:spPr>
                <a:xfrm>
                  <a:off x="4339816" y="1300448"/>
                  <a:ext cx="24838" cy="15932"/>
                </a:xfrm>
                <a:custGeom>
                  <a:avLst/>
                  <a:gdLst>
                    <a:gd name="connsiteX0" fmla="*/ 3825 w 24838"/>
                    <a:gd name="connsiteY0" fmla="*/ 0 h 15932"/>
                    <a:gd name="connsiteX1" fmla="*/ 589 w 24838"/>
                    <a:gd name="connsiteY1" fmla="*/ 10684 h 15932"/>
                    <a:gd name="connsiteX2" fmla="*/ 7682 w 24838"/>
                    <a:gd name="connsiteY2" fmla="*/ 15649 h 15932"/>
                    <a:gd name="connsiteX3" fmla="*/ 12957 w 24838"/>
                    <a:gd name="connsiteY3" fmla="*/ 15870 h 15932"/>
                    <a:gd name="connsiteX4" fmla="*/ 18765 w 24838"/>
                    <a:gd name="connsiteY4" fmla="*/ 14674 h 15932"/>
                    <a:gd name="connsiteX5" fmla="*/ 24838 w 24838"/>
                    <a:gd name="connsiteY5" fmla="*/ 11526 h 15932"/>
                    <a:gd name="connsiteX6" fmla="*/ 21026 w 24838"/>
                    <a:gd name="connsiteY6" fmla="*/ 11881 h 15932"/>
                    <a:gd name="connsiteX7" fmla="*/ 10519 w 24838"/>
                    <a:gd name="connsiteY7" fmla="*/ 8068 h 15932"/>
                    <a:gd name="connsiteX8" fmla="*/ 3825 w 24838"/>
                    <a:gd name="connsiteY8" fmla="*/ 0 h 15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838" h="15932">
                      <a:moveTo>
                        <a:pt x="3825" y="0"/>
                      </a:moveTo>
                      <a:cubicBezTo>
                        <a:pt x="456" y="3458"/>
                        <a:pt x="-874" y="7448"/>
                        <a:pt x="589" y="10684"/>
                      </a:cubicBezTo>
                      <a:cubicBezTo>
                        <a:pt x="1742" y="13299"/>
                        <a:pt x="4446" y="14984"/>
                        <a:pt x="7682" y="15649"/>
                      </a:cubicBezTo>
                      <a:cubicBezTo>
                        <a:pt x="9322" y="16003"/>
                        <a:pt x="11095" y="15959"/>
                        <a:pt x="12957" y="15870"/>
                      </a:cubicBezTo>
                      <a:cubicBezTo>
                        <a:pt x="14864" y="15737"/>
                        <a:pt x="16814" y="15383"/>
                        <a:pt x="18765" y="14674"/>
                      </a:cubicBezTo>
                      <a:cubicBezTo>
                        <a:pt x="21026" y="13787"/>
                        <a:pt x="23109" y="12767"/>
                        <a:pt x="24838" y="11526"/>
                      </a:cubicBezTo>
                      <a:cubicBezTo>
                        <a:pt x="23597" y="11836"/>
                        <a:pt x="22356" y="11969"/>
                        <a:pt x="21026" y="11881"/>
                      </a:cubicBezTo>
                      <a:cubicBezTo>
                        <a:pt x="17390" y="11526"/>
                        <a:pt x="13667" y="10152"/>
                        <a:pt x="10519" y="8068"/>
                      </a:cubicBezTo>
                      <a:cubicBezTo>
                        <a:pt x="7372" y="5985"/>
                        <a:pt x="4889" y="3369"/>
                        <a:pt x="3825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84" name="Forme libre : forme 25283">
                  <a:extLst>
                    <a:ext uri="{FF2B5EF4-FFF2-40B4-BE49-F238E27FC236}">
                      <a16:creationId xmlns:a16="http://schemas.microsoft.com/office/drawing/2014/main" id="{F6942C98-5A27-4D01-9830-5268C14DDEF6}"/>
                    </a:ext>
                  </a:extLst>
                </p:cNvPr>
                <p:cNvSpPr/>
                <p:nvPr/>
              </p:nvSpPr>
              <p:spPr>
                <a:xfrm>
                  <a:off x="4342222" y="1295921"/>
                  <a:ext cx="30514" cy="22044"/>
                </a:xfrm>
                <a:custGeom>
                  <a:avLst/>
                  <a:gdLst>
                    <a:gd name="connsiteX0" fmla="*/ 30322 w 30514"/>
                    <a:gd name="connsiteY0" fmla="*/ 6700 h 22044"/>
                    <a:gd name="connsiteX1" fmla="*/ 27751 w 30514"/>
                    <a:gd name="connsiteY1" fmla="*/ 14901 h 22044"/>
                    <a:gd name="connsiteX2" fmla="*/ 23806 w 30514"/>
                    <a:gd name="connsiteY2" fmla="*/ 18359 h 22044"/>
                    <a:gd name="connsiteX3" fmla="*/ 18530 w 30514"/>
                    <a:gd name="connsiteY3" fmla="*/ 20841 h 22044"/>
                    <a:gd name="connsiteX4" fmla="*/ 7581 w 30514"/>
                    <a:gd name="connsiteY4" fmla="*/ 21683 h 22044"/>
                    <a:gd name="connsiteX5" fmla="*/ 576 w 30514"/>
                    <a:gd name="connsiteY5" fmla="*/ 16674 h 22044"/>
                    <a:gd name="connsiteX6" fmla="*/ 2039 w 30514"/>
                    <a:gd name="connsiteY6" fmla="*/ 8074 h 22044"/>
                    <a:gd name="connsiteX7" fmla="*/ 11881 w 30514"/>
                    <a:gd name="connsiteY7" fmla="*/ 1158 h 22044"/>
                    <a:gd name="connsiteX8" fmla="*/ 18264 w 30514"/>
                    <a:gd name="connsiteY8" fmla="*/ 6 h 22044"/>
                    <a:gd name="connsiteX9" fmla="*/ 23894 w 30514"/>
                    <a:gd name="connsiteY9" fmla="*/ 671 h 22044"/>
                    <a:gd name="connsiteX10" fmla="*/ 30322 w 30514"/>
                    <a:gd name="connsiteY10" fmla="*/ 6700 h 22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514" h="22044">
                      <a:moveTo>
                        <a:pt x="30322" y="6700"/>
                      </a:moveTo>
                      <a:cubicBezTo>
                        <a:pt x="30987" y="9537"/>
                        <a:pt x="29879" y="12330"/>
                        <a:pt x="27751" y="14901"/>
                      </a:cubicBezTo>
                      <a:cubicBezTo>
                        <a:pt x="26687" y="16186"/>
                        <a:pt x="25357" y="17383"/>
                        <a:pt x="23806" y="18359"/>
                      </a:cubicBezTo>
                      <a:cubicBezTo>
                        <a:pt x="22254" y="19378"/>
                        <a:pt x="20437" y="20087"/>
                        <a:pt x="18530" y="20841"/>
                      </a:cubicBezTo>
                      <a:cubicBezTo>
                        <a:pt x="14718" y="22260"/>
                        <a:pt x="10773" y="22260"/>
                        <a:pt x="7581" y="21683"/>
                      </a:cubicBezTo>
                      <a:cubicBezTo>
                        <a:pt x="4345" y="21018"/>
                        <a:pt x="1729" y="19334"/>
                        <a:pt x="576" y="16674"/>
                      </a:cubicBezTo>
                      <a:cubicBezTo>
                        <a:pt x="-576" y="14058"/>
                        <a:pt x="44" y="11000"/>
                        <a:pt x="2039" y="8074"/>
                      </a:cubicBezTo>
                      <a:cubicBezTo>
                        <a:pt x="3990" y="5104"/>
                        <a:pt x="7581" y="2754"/>
                        <a:pt x="11881" y="1158"/>
                      </a:cubicBezTo>
                      <a:cubicBezTo>
                        <a:pt x="14009" y="316"/>
                        <a:pt x="16225" y="94"/>
                        <a:pt x="18264" y="6"/>
                      </a:cubicBezTo>
                      <a:cubicBezTo>
                        <a:pt x="20304" y="-39"/>
                        <a:pt x="22210" y="183"/>
                        <a:pt x="23894" y="671"/>
                      </a:cubicBezTo>
                      <a:cubicBezTo>
                        <a:pt x="27264" y="1690"/>
                        <a:pt x="29658" y="3951"/>
                        <a:pt x="30322" y="670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85" name="Forme libre : forme 25284">
                  <a:extLst>
                    <a:ext uri="{FF2B5EF4-FFF2-40B4-BE49-F238E27FC236}">
                      <a16:creationId xmlns:a16="http://schemas.microsoft.com/office/drawing/2014/main" id="{8643CF4A-5EE9-475F-91C3-5FE43E0B7567}"/>
                    </a:ext>
                  </a:extLst>
                </p:cNvPr>
                <p:cNvSpPr/>
                <p:nvPr/>
              </p:nvSpPr>
              <p:spPr>
                <a:xfrm>
                  <a:off x="4323081" y="1298565"/>
                  <a:ext cx="45493" cy="31355"/>
                </a:xfrm>
                <a:custGeom>
                  <a:avLst/>
                  <a:gdLst>
                    <a:gd name="connsiteX0" fmla="*/ 5842 w 45493"/>
                    <a:gd name="connsiteY0" fmla="*/ 19705 h 31355"/>
                    <a:gd name="connsiteX1" fmla="*/ 11250 w 45493"/>
                    <a:gd name="connsiteY1" fmla="*/ 27684 h 31355"/>
                    <a:gd name="connsiteX2" fmla="*/ 28938 w 45493"/>
                    <a:gd name="connsiteY2" fmla="*/ 30832 h 31355"/>
                    <a:gd name="connsiteX3" fmla="*/ 42371 w 45493"/>
                    <a:gd name="connsiteY3" fmla="*/ 24404 h 31355"/>
                    <a:gd name="connsiteX4" fmla="*/ 44366 w 45493"/>
                    <a:gd name="connsiteY4" fmla="*/ 14119 h 31355"/>
                    <a:gd name="connsiteX5" fmla="*/ 37849 w 45493"/>
                    <a:gd name="connsiteY5" fmla="*/ 10972 h 31355"/>
                    <a:gd name="connsiteX6" fmla="*/ 21225 w 45493"/>
                    <a:gd name="connsiteY6" fmla="*/ 4898 h 31355"/>
                    <a:gd name="connsiteX7" fmla="*/ 1631 w 45493"/>
                    <a:gd name="connsiteY7" fmla="*/ 2327 h 31355"/>
                    <a:gd name="connsiteX8" fmla="*/ 5842 w 45493"/>
                    <a:gd name="connsiteY8" fmla="*/ 19705 h 31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493" h="31355">
                      <a:moveTo>
                        <a:pt x="5842" y="19705"/>
                      </a:moveTo>
                      <a:cubicBezTo>
                        <a:pt x="7261" y="22631"/>
                        <a:pt x="8768" y="25601"/>
                        <a:pt x="11250" y="27684"/>
                      </a:cubicBezTo>
                      <a:cubicBezTo>
                        <a:pt x="16082" y="31851"/>
                        <a:pt x="22954" y="31763"/>
                        <a:pt x="28938" y="30832"/>
                      </a:cubicBezTo>
                      <a:cubicBezTo>
                        <a:pt x="33859" y="29768"/>
                        <a:pt x="38869" y="28172"/>
                        <a:pt x="42371" y="24404"/>
                      </a:cubicBezTo>
                      <a:cubicBezTo>
                        <a:pt x="44986" y="21788"/>
                        <a:pt x="46760" y="17134"/>
                        <a:pt x="44366" y="14119"/>
                      </a:cubicBezTo>
                      <a:cubicBezTo>
                        <a:pt x="42903" y="12257"/>
                        <a:pt x="40287" y="11636"/>
                        <a:pt x="37849" y="10972"/>
                      </a:cubicBezTo>
                      <a:cubicBezTo>
                        <a:pt x="32175" y="9642"/>
                        <a:pt x="26500" y="7469"/>
                        <a:pt x="21225" y="4898"/>
                      </a:cubicBezTo>
                      <a:cubicBezTo>
                        <a:pt x="16836" y="2682"/>
                        <a:pt x="7083" y="-3259"/>
                        <a:pt x="1631" y="2327"/>
                      </a:cubicBezTo>
                      <a:cubicBezTo>
                        <a:pt x="-3157" y="7203"/>
                        <a:pt x="3936" y="15715"/>
                        <a:pt x="5842" y="1970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86" name="Forme libre : forme 25285">
                  <a:extLst>
                    <a:ext uri="{FF2B5EF4-FFF2-40B4-BE49-F238E27FC236}">
                      <a16:creationId xmlns:a16="http://schemas.microsoft.com/office/drawing/2014/main" id="{93948B2F-DA78-4C58-919B-0CCFA1DF7429}"/>
                    </a:ext>
                  </a:extLst>
                </p:cNvPr>
                <p:cNvSpPr/>
                <p:nvPr/>
              </p:nvSpPr>
              <p:spPr>
                <a:xfrm>
                  <a:off x="4330337" y="1294362"/>
                  <a:ext cx="10928" cy="13676"/>
                </a:xfrm>
                <a:custGeom>
                  <a:avLst/>
                  <a:gdLst>
                    <a:gd name="connsiteX0" fmla="*/ 49 w 10928"/>
                    <a:gd name="connsiteY0" fmla="*/ 10165 h 13676"/>
                    <a:gd name="connsiteX1" fmla="*/ 315 w 10928"/>
                    <a:gd name="connsiteY1" fmla="*/ 12515 h 13676"/>
                    <a:gd name="connsiteX2" fmla="*/ 2310 w 10928"/>
                    <a:gd name="connsiteY2" fmla="*/ 13667 h 13676"/>
                    <a:gd name="connsiteX3" fmla="*/ 4438 w 10928"/>
                    <a:gd name="connsiteY3" fmla="*/ 12515 h 13676"/>
                    <a:gd name="connsiteX4" fmla="*/ 8915 w 10928"/>
                    <a:gd name="connsiteY4" fmla="*/ 8214 h 13676"/>
                    <a:gd name="connsiteX5" fmla="*/ 10378 w 10928"/>
                    <a:gd name="connsiteY5" fmla="*/ 6175 h 13676"/>
                    <a:gd name="connsiteX6" fmla="*/ 6078 w 10928"/>
                    <a:gd name="connsiteY6" fmla="*/ 723 h 13676"/>
                    <a:gd name="connsiteX7" fmla="*/ 49 w 10928"/>
                    <a:gd name="connsiteY7" fmla="*/ 10165 h 13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928" h="13676">
                      <a:moveTo>
                        <a:pt x="49" y="10165"/>
                      </a:moveTo>
                      <a:cubicBezTo>
                        <a:pt x="-39" y="10963"/>
                        <a:pt x="-39" y="11805"/>
                        <a:pt x="315" y="12515"/>
                      </a:cubicBezTo>
                      <a:cubicBezTo>
                        <a:pt x="670" y="13224"/>
                        <a:pt x="1424" y="13756"/>
                        <a:pt x="2310" y="13667"/>
                      </a:cubicBezTo>
                      <a:cubicBezTo>
                        <a:pt x="3108" y="13623"/>
                        <a:pt x="3817" y="13047"/>
                        <a:pt x="4438" y="12515"/>
                      </a:cubicBezTo>
                      <a:cubicBezTo>
                        <a:pt x="5990" y="11096"/>
                        <a:pt x="7541" y="9810"/>
                        <a:pt x="8915" y="8214"/>
                      </a:cubicBezTo>
                      <a:cubicBezTo>
                        <a:pt x="9492" y="7594"/>
                        <a:pt x="10024" y="6929"/>
                        <a:pt x="10378" y="6175"/>
                      </a:cubicBezTo>
                      <a:cubicBezTo>
                        <a:pt x="11797" y="3028"/>
                        <a:pt x="10511" y="-1849"/>
                        <a:pt x="6078" y="723"/>
                      </a:cubicBezTo>
                      <a:cubicBezTo>
                        <a:pt x="2576" y="2673"/>
                        <a:pt x="404" y="6885"/>
                        <a:pt x="49" y="1016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87" name="Forme libre : forme 25286">
                  <a:extLst>
                    <a:ext uri="{FF2B5EF4-FFF2-40B4-BE49-F238E27FC236}">
                      <a16:creationId xmlns:a16="http://schemas.microsoft.com/office/drawing/2014/main" id="{2AAD9828-1972-442F-9E7F-4F20D5C28C44}"/>
                    </a:ext>
                  </a:extLst>
                </p:cNvPr>
                <p:cNvSpPr/>
                <p:nvPr/>
              </p:nvSpPr>
              <p:spPr>
                <a:xfrm>
                  <a:off x="4370639" y="1302222"/>
                  <a:ext cx="12799" cy="24426"/>
                </a:xfrm>
                <a:custGeom>
                  <a:avLst/>
                  <a:gdLst>
                    <a:gd name="connsiteX0" fmla="*/ 12501 w 12799"/>
                    <a:gd name="connsiteY0" fmla="*/ 0 h 24426"/>
                    <a:gd name="connsiteX1" fmla="*/ 12102 w 12799"/>
                    <a:gd name="connsiteY1" fmla="*/ 8733 h 24426"/>
                    <a:gd name="connsiteX2" fmla="*/ 8467 w 12799"/>
                    <a:gd name="connsiteY2" fmla="*/ 16668 h 24426"/>
                    <a:gd name="connsiteX3" fmla="*/ 0 w 12799"/>
                    <a:gd name="connsiteY3" fmla="*/ 24426 h 24426"/>
                    <a:gd name="connsiteX4" fmla="*/ 1818 w 12799"/>
                    <a:gd name="connsiteY4" fmla="*/ 22830 h 24426"/>
                    <a:gd name="connsiteX5" fmla="*/ 5852 w 12799"/>
                    <a:gd name="connsiteY5" fmla="*/ 18220 h 24426"/>
                    <a:gd name="connsiteX6" fmla="*/ 12501 w 12799"/>
                    <a:gd name="connsiteY6" fmla="*/ 0 h 24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799" h="24426">
                      <a:moveTo>
                        <a:pt x="12501" y="0"/>
                      </a:moveTo>
                      <a:cubicBezTo>
                        <a:pt x="12501" y="0"/>
                        <a:pt x="13388" y="3857"/>
                        <a:pt x="12102" y="8733"/>
                      </a:cubicBezTo>
                      <a:cubicBezTo>
                        <a:pt x="11482" y="11171"/>
                        <a:pt x="10373" y="14009"/>
                        <a:pt x="8467" y="16668"/>
                      </a:cubicBezTo>
                      <a:cubicBezTo>
                        <a:pt x="6561" y="19373"/>
                        <a:pt x="3812" y="21900"/>
                        <a:pt x="0" y="24426"/>
                      </a:cubicBezTo>
                      <a:cubicBezTo>
                        <a:pt x="0" y="24426"/>
                        <a:pt x="709" y="23894"/>
                        <a:pt x="1818" y="22830"/>
                      </a:cubicBezTo>
                      <a:cubicBezTo>
                        <a:pt x="2881" y="21767"/>
                        <a:pt x="4344" y="20171"/>
                        <a:pt x="5852" y="18220"/>
                      </a:cubicBezTo>
                      <a:cubicBezTo>
                        <a:pt x="8778" y="14275"/>
                        <a:pt x="12058" y="8068"/>
                        <a:pt x="1250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88" name="Forme libre : forme 25287">
                  <a:extLst>
                    <a:ext uri="{FF2B5EF4-FFF2-40B4-BE49-F238E27FC236}">
                      <a16:creationId xmlns:a16="http://schemas.microsoft.com/office/drawing/2014/main" id="{0337C7C1-2A53-41DE-B4A5-EAD4A21E8CE3}"/>
                    </a:ext>
                  </a:extLst>
                </p:cNvPr>
                <p:cNvSpPr/>
                <p:nvPr/>
              </p:nvSpPr>
              <p:spPr>
                <a:xfrm>
                  <a:off x="4314966" y="1286617"/>
                  <a:ext cx="14089" cy="28682"/>
                </a:xfrm>
                <a:custGeom>
                  <a:avLst/>
                  <a:gdLst>
                    <a:gd name="connsiteX0" fmla="*/ 14090 w 14089"/>
                    <a:gd name="connsiteY0" fmla="*/ 0 h 28682"/>
                    <a:gd name="connsiteX1" fmla="*/ 10987 w 14089"/>
                    <a:gd name="connsiteY1" fmla="*/ 1862 h 28682"/>
                    <a:gd name="connsiteX2" fmla="*/ 4825 w 14089"/>
                    <a:gd name="connsiteY2" fmla="*/ 7492 h 28682"/>
                    <a:gd name="connsiteX3" fmla="*/ 347 w 14089"/>
                    <a:gd name="connsiteY3" fmla="*/ 16668 h 28682"/>
                    <a:gd name="connsiteX4" fmla="*/ 1899 w 14089"/>
                    <a:gd name="connsiteY4" fmla="*/ 28682 h 28682"/>
                    <a:gd name="connsiteX5" fmla="*/ 1456 w 14089"/>
                    <a:gd name="connsiteY5" fmla="*/ 18885 h 28682"/>
                    <a:gd name="connsiteX6" fmla="*/ 4780 w 14089"/>
                    <a:gd name="connsiteY6" fmla="*/ 9442 h 28682"/>
                    <a:gd name="connsiteX7" fmla="*/ 14090 w 14089"/>
                    <a:gd name="connsiteY7" fmla="*/ 0 h 28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089" h="28682">
                      <a:moveTo>
                        <a:pt x="14090" y="0"/>
                      </a:moveTo>
                      <a:cubicBezTo>
                        <a:pt x="14090" y="0"/>
                        <a:pt x="12760" y="532"/>
                        <a:pt x="10987" y="1862"/>
                      </a:cubicBezTo>
                      <a:cubicBezTo>
                        <a:pt x="9214" y="3147"/>
                        <a:pt x="6908" y="5054"/>
                        <a:pt x="4825" y="7492"/>
                      </a:cubicBezTo>
                      <a:cubicBezTo>
                        <a:pt x="2741" y="9886"/>
                        <a:pt x="1101" y="13122"/>
                        <a:pt x="347" y="16668"/>
                      </a:cubicBezTo>
                      <a:cubicBezTo>
                        <a:pt x="-362" y="20259"/>
                        <a:pt x="-52" y="24249"/>
                        <a:pt x="1899" y="28682"/>
                      </a:cubicBezTo>
                      <a:cubicBezTo>
                        <a:pt x="1899" y="28682"/>
                        <a:pt x="613" y="24559"/>
                        <a:pt x="1456" y="18885"/>
                      </a:cubicBezTo>
                      <a:cubicBezTo>
                        <a:pt x="1899" y="16048"/>
                        <a:pt x="2786" y="12723"/>
                        <a:pt x="4780" y="9442"/>
                      </a:cubicBezTo>
                      <a:cubicBezTo>
                        <a:pt x="6775" y="6162"/>
                        <a:pt x="9701" y="2793"/>
                        <a:pt x="1409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89" name="Forme libre : forme 25288">
                  <a:extLst>
                    <a:ext uri="{FF2B5EF4-FFF2-40B4-BE49-F238E27FC236}">
                      <a16:creationId xmlns:a16="http://schemas.microsoft.com/office/drawing/2014/main" id="{E145A790-536B-4197-A491-9D30F0833DCD}"/>
                    </a:ext>
                  </a:extLst>
                </p:cNvPr>
                <p:cNvSpPr/>
                <p:nvPr/>
              </p:nvSpPr>
              <p:spPr>
                <a:xfrm>
                  <a:off x="4350556" y="1296547"/>
                  <a:ext cx="12506" cy="6791"/>
                </a:xfrm>
                <a:custGeom>
                  <a:avLst/>
                  <a:gdLst>
                    <a:gd name="connsiteX0" fmla="*/ 12502 w 12506"/>
                    <a:gd name="connsiteY0" fmla="*/ 3413 h 6791"/>
                    <a:gd name="connsiteX1" fmla="*/ 6074 w 12506"/>
                    <a:gd name="connsiteY1" fmla="*/ 6783 h 6791"/>
                    <a:gd name="connsiteX2" fmla="*/ 1 w 12506"/>
                    <a:gd name="connsiteY2" fmla="*/ 3679 h 6791"/>
                    <a:gd name="connsiteX3" fmla="*/ 6473 w 12506"/>
                    <a:gd name="connsiteY3" fmla="*/ 0 h 6791"/>
                    <a:gd name="connsiteX4" fmla="*/ 12502 w 12506"/>
                    <a:gd name="connsiteY4" fmla="*/ 3413 h 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06" h="6791">
                      <a:moveTo>
                        <a:pt x="12502" y="3413"/>
                      </a:moveTo>
                      <a:cubicBezTo>
                        <a:pt x="12325" y="5320"/>
                        <a:pt x="9487" y="6650"/>
                        <a:pt x="6074" y="6783"/>
                      </a:cubicBezTo>
                      <a:cubicBezTo>
                        <a:pt x="2705" y="6916"/>
                        <a:pt x="-44" y="5541"/>
                        <a:pt x="1" y="3679"/>
                      </a:cubicBezTo>
                      <a:cubicBezTo>
                        <a:pt x="45" y="1818"/>
                        <a:pt x="2971" y="44"/>
                        <a:pt x="6473" y="0"/>
                      </a:cubicBezTo>
                      <a:cubicBezTo>
                        <a:pt x="10019" y="0"/>
                        <a:pt x="12635" y="1507"/>
                        <a:pt x="12502" y="341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90" name="Forme libre : forme 25289">
                  <a:extLst>
                    <a:ext uri="{FF2B5EF4-FFF2-40B4-BE49-F238E27FC236}">
                      <a16:creationId xmlns:a16="http://schemas.microsoft.com/office/drawing/2014/main" id="{B962DAFC-F004-4693-8FA9-393B958270B3}"/>
                    </a:ext>
                  </a:extLst>
                </p:cNvPr>
                <p:cNvSpPr/>
                <p:nvPr/>
              </p:nvSpPr>
              <p:spPr>
                <a:xfrm>
                  <a:off x="4361175" y="1297578"/>
                  <a:ext cx="3351" cy="3036"/>
                </a:xfrm>
                <a:custGeom>
                  <a:avLst/>
                  <a:gdLst>
                    <a:gd name="connsiteX0" fmla="*/ 3301 w 3351"/>
                    <a:gd name="connsiteY0" fmla="*/ 1053 h 3036"/>
                    <a:gd name="connsiteX1" fmla="*/ 2104 w 3351"/>
                    <a:gd name="connsiteY1" fmla="*/ 2959 h 3036"/>
                    <a:gd name="connsiteX2" fmla="*/ 65 w 3351"/>
                    <a:gd name="connsiteY2" fmla="*/ 1984 h 3036"/>
                    <a:gd name="connsiteX3" fmla="*/ 1262 w 3351"/>
                    <a:gd name="connsiteY3" fmla="*/ 77 h 3036"/>
                    <a:gd name="connsiteX4" fmla="*/ 3301 w 3351"/>
                    <a:gd name="connsiteY4" fmla="*/ 1053 h 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51" h="3036">
                      <a:moveTo>
                        <a:pt x="3301" y="1053"/>
                      </a:moveTo>
                      <a:cubicBezTo>
                        <a:pt x="3523" y="1851"/>
                        <a:pt x="2991" y="2693"/>
                        <a:pt x="2104" y="2959"/>
                      </a:cubicBezTo>
                      <a:cubicBezTo>
                        <a:pt x="1218" y="3225"/>
                        <a:pt x="331" y="2781"/>
                        <a:pt x="65" y="1984"/>
                      </a:cubicBezTo>
                      <a:cubicBezTo>
                        <a:pt x="-201" y="1186"/>
                        <a:pt x="376" y="343"/>
                        <a:pt x="1262" y="77"/>
                      </a:cubicBezTo>
                      <a:cubicBezTo>
                        <a:pt x="2149" y="-189"/>
                        <a:pt x="3080" y="255"/>
                        <a:pt x="3301" y="10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91" name="Forme libre : forme 25290">
                  <a:extLst>
                    <a:ext uri="{FF2B5EF4-FFF2-40B4-BE49-F238E27FC236}">
                      <a16:creationId xmlns:a16="http://schemas.microsoft.com/office/drawing/2014/main" id="{735BA945-5FA3-4ECC-9CB4-984D2481C0F8}"/>
                    </a:ext>
                  </a:extLst>
                </p:cNvPr>
                <p:cNvSpPr/>
                <p:nvPr/>
              </p:nvSpPr>
              <p:spPr>
                <a:xfrm>
                  <a:off x="4345043" y="1278819"/>
                  <a:ext cx="34043" cy="22491"/>
                </a:xfrm>
                <a:custGeom>
                  <a:avLst/>
                  <a:gdLst>
                    <a:gd name="connsiteX0" fmla="*/ 28921 w 34043"/>
                    <a:gd name="connsiteY0" fmla="*/ 5715 h 22491"/>
                    <a:gd name="connsiteX1" fmla="*/ 33930 w 34043"/>
                    <a:gd name="connsiteY1" fmla="*/ 17906 h 22491"/>
                    <a:gd name="connsiteX2" fmla="*/ 32423 w 34043"/>
                    <a:gd name="connsiteY2" fmla="*/ 22339 h 22491"/>
                    <a:gd name="connsiteX3" fmla="*/ 28389 w 34043"/>
                    <a:gd name="connsiteY3" fmla="*/ 20610 h 22491"/>
                    <a:gd name="connsiteX4" fmla="*/ 18104 w 34043"/>
                    <a:gd name="connsiteY4" fmla="*/ 10813 h 22491"/>
                    <a:gd name="connsiteX5" fmla="*/ 7420 w 34043"/>
                    <a:gd name="connsiteY5" fmla="*/ 9926 h 22491"/>
                    <a:gd name="connsiteX6" fmla="*/ 105 w 34043"/>
                    <a:gd name="connsiteY6" fmla="*/ 6512 h 22491"/>
                    <a:gd name="connsiteX7" fmla="*/ 8750 w 34043"/>
                    <a:gd name="connsiteY7" fmla="*/ 1060 h 22491"/>
                    <a:gd name="connsiteX8" fmla="*/ 19434 w 34043"/>
                    <a:gd name="connsiteY8" fmla="*/ 217 h 22491"/>
                    <a:gd name="connsiteX9" fmla="*/ 28921 w 34043"/>
                    <a:gd name="connsiteY9" fmla="*/ 5715 h 22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043" h="22491">
                      <a:moveTo>
                        <a:pt x="28921" y="5715"/>
                      </a:moveTo>
                      <a:cubicBezTo>
                        <a:pt x="31891" y="9172"/>
                        <a:pt x="33176" y="13561"/>
                        <a:pt x="33930" y="17906"/>
                      </a:cubicBezTo>
                      <a:cubicBezTo>
                        <a:pt x="34196" y="19501"/>
                        <a:pt x="34107" y="21674"/>
                        <a:pt x="32423" y="22339"/>
                      </a:cubicBezTo>
                      <a:cubicBezTo>
                        <a:pt x="30915" y="22915"/>
                        <a:pt x="29408" y="21762"/>
                        <a:pt x="28389" y="20610"/>
                      </a:cubicBezTo>
                      <a:cubicBezTo>
                        <a:pt x="25330" y="17108"/>
                        <a:pt x="22892" y="12408"/>
                        <a:pt x="18104" y="10813"/>
                      </a:cubicBezTo>
                      <a:cubicBezTo>
                        <a:pt x="16597" y="10325"/>
                        <a:pt x="11764" y="10281"/>
                        <a:pt x="7420" y="9926"/>
                      </a:cubicBezTo>
                      <a:cubicBezTo>
                        <a:pt x="3164" y="9704"/>
                        <a:pt x="-693" y="9039"/>
                        <a:pt x="105" y="6512"/>
                      </a:cubicBezTo>
                      <a:cubicBezTo>
                        <a:pt x="903" y="4074"/>
                        <a:pt x="4583" y="1946"/>
                        <a:pt x="8750" y="1060"/>
                      </a:cubicBezTo>
                      <a:cubicBezTo>
                        <a:pt x="12873" y="84"/>
                        <a:pt x="17262" y="-270"/>
                        <a:pt x="19434" y="217"/>
                      </a:cubicBezTo>
                      <a:cubicBezTo>
                        <a:pt x="23424" y="1015"/>
                        <a:pt x="26704" y="3099"/>
                        <a:pt x="28921" y="571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07" name="Graphique 2">
                <a:extLst>
                  <a:ext uri="{FF2B5EF4-FFF2-40B4-BE49-F238E27FC236}">
                    <a16:creationId xmlns:a16="http://schemas.microsoft.com/office/drawing/2014/main" id="{EE816795-959D-4186-A70D-D6AB62C9A0CD}"/>
                  </a:ext>
                </a:extLst>
              </p:cNvPr>
              <p:cNvGrpSpPr/>
              <p:nvPr/>
            </p:nvGrpSpPr>
            <p:grpSpPr>
              <a:xfrm>
                <a:off x="4382808" y="1266446"/>
                <a:ext cx="73680" cy="55734"/>
                <a:chOff x="4382808" y="1266446"/>
                <a:chExt cx="73680" cy="55734"/>
              </a:xfrm>
              <a:solidFill>
                <a:schemeClr val="accent1"/>
              </a:solidFill>
            </p:grpSpPr>
            <p:sp>
              <p:nvSpPr>
                <p:cNvPr id="25268" name="Forme libre : forme 25267">
                  <a:extLst>
                    <a:ext uri="{FF2B5EF4-FFF2-40B4-BE49-F238E27FC236}">
                      <a16:creationId xmlns:a16="http://schemas.microsoft.com/office/drawing/2014/main" id="{6102E56B-60EC-4EEA-8C8E-9BF9A0252A0B}"/>
                    </a:ext>
                  </a:extLst>
                </p:cNvPr>
                <p:cNvSpPr/>
                <p:nvPr/>
              </p:nvSpPr>
              <p:spPr>
                <a:xfrm>
                  <a:off x="4382808" y="1266446"/>
                  <a:ext cx="73680" cy="55734"/>
                </a:xfrm>
                <a:custGeom>
                  <a:avLst/>
                  <a:gdLst>
                    <a:gd name="connsiteX0" fmla="*/ 46879 w 73680"/>
                    <a:gd name="connsiteY0" fmla="*/ 55547 h 55734"/>
                    <a:gd name="connsiteX1" fmla="*/ 36018 w 73680"/>
                    <a:gd name="connsiteY1" fmla="*/ 54971 h 55734"/>
                    <a:gd name="connsiteX2" fmla="*/ 24891 w 73680"/>
                    <a:gd name="connsiteY2" fmla="*/ 55193 h 55734"/>
                    <a:gd name="connsiteX3" fmla="*/ 17399 w 73680"/>
                    <a:gd name="connsiteY3" fmla="*/ 54129 h 55734"/>
                    <a:gd name="connsiteX4" fmla="*/ 10794 w 73680"/>
                    <a:gd name="connsiteY4" fmla="*/ 50494 h 55734"/>
                    <a:gd name="connsiteX5" fmla="*/ 2770 w 73680"/>
                    <a:gd name="connsiteY5" fmla="*/ 37593 h 55734"/>
                    <a:gd name="connsiteX6" fmla="*/ 243 w 73680"/>
                    <a:gd name="connsiteY6" fmla="*/ 22698 h 55734"/>
                    <a:gd name="connsiteX7" fmla="*/ 5075 w 73680"/>
                    <a:gd name="connsiteY7" fmla="*/ 7670 h 55734"/>
                    <a:gd name="connsiteX8" fmla="*/ 12478 w 73680"/>
                    <a:gd name="connsiteY8" fmla="*/ 2616 h 55734"/>
                    <a:gd name="connsiteX9" fmla="*/ 22142 w 73680"/>
                    <a:gd name="connsiteY9" fmla="*/ 355 h 55734"/>
                    <a:gd name="connsiteX10" fmla="*/ 37038 w 73680"/>
                    <a:gd name="connsiteY10" fmla="*/ 45 h 55734"/>
                    <a:gd name="connsiteX11" fmla="*/ 52154 w 73680"/>
                    <a:gd name="connsiteY11" fmla="*/ 843 h 55734"/>
                    <a:gd name="connsiteX12" fmla="*/ 61996 w 73680"/>
                    <a:gd name="connsiteY12" fmla="*/ 3724 h 55734"/>
                    <a:gd name="connsiteX13" fmla="*/ 66030 w 73680"/>
                    <a:gd name="connsiteY13" fmla="*/ 6163 h 55734"/>
                    <a:gd name="connsiteX14" fmla="*/ 69311 w 73680"/>
                    <a:gd name="connsiteY14" fmla="*/ 9399 h 55734"/>
                    <a:gd name="connsiteX15" fmla="*/ 73167 w 73680"/>
                    <a:gd name="connsiteY15" fmla="*/ 24693 h 55734"/>
                    <a:gd name="connsiteX16" fmla="*/ 69444 w 73680"/>
                    <a:gd name="connsiteY16" fmla="*/ 39366 h 55734"/>
                    <a:gd name="connsiteX17" fmla="*/ 60622 w 73680"/>
                    <a:gd name="connsiteY17" fmla="*/ 51823 h 55734"/>
                    <a:gd name="connsiteX18" fmla="*/ 57474 w 73680"/>
                    <a:gd name="connsiteY18" fmla="*/ 53597 h 55734"/>
                    <a:gd name="connsiteX19" fmla="*/ 54061 w 73680"/>
                    <a:gd name="connsiteY19" fmla="*/ 55015 h 55734"/>
                    <a:gd name="connsiteX20" fmla="*/ 46879 w 73680"/>
                    <a:gd name="connsiteY20" fmla="*/ 55547 h 55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680" h="55734">
                      <a:moveTo>
                        <a:pt x="46879" y="55547"/>
                      </a:moveTo>
                      <a:cubicBezTo>
                        <a:pt x="43288" y="55281"/>
                        <a:pt x="39653" y="55193"/>
                        <a:pt x="36018" y="54971"/>
                      </a:cubicBezTo>
                      <a:cubicBezTo>
                        <a:pt x="32383" y="54838"/>
                        <a:pt x="28615" y="55148"/>
                        <a:pt x="24891" y="55193"/>
                      </a:cubicBezTo>
                      <a:cubicBezTo>
                        <a:pt x="22275" y="55193"/>
                        <a:pt x="19749" y="54882"/>
                        <a:pt x="17399" y="54129"/>
                      </a:cubicBezTo>
                      <a:cubicBezTo>
                        <a:pt x="15049" y="53375"/>
                        <a:pt x="12789" y="52089"/>
                        <a:pt x="10794" y="50494"/>
                      </a:cubicBezTo>
                      <a:cubicBezTo>
                        <a:pt x="6848" y="47523"/>
                        <a:pt x="3701" y="42957"/>
                        <a:pt x="2770" y="37593"/>
                      </a:cubicBezTo>
                      <a:lnTo>
                        <a:pt x="243" y="22698"/>
                      </a:lnTo>
                      <a:cubicBezTo>
                        <a:pt x="-688" y="17290"/>
                        <a:pt x="1085" y="11970"/>
                        <a:pt x="5075" y="7670"/>
                      </a:cubicBezTo>
                      <a:cubicBezTo>
                        <a:pt x="7070" y="5631"/>
                        <a:pt x="9597" y="3902"/>
                        <a:pt x="12478" y="2616"/>
                      </a:cubicBezTo>
                      <a:cubicBezTo>
                        <a:pt x="15360" y="1286"/>
                        <a:pt x="18685" y="400"/>
                        <a:pt x="22142" y="355"/>
                      </a:cubicBezTo>
                      <a:cubicBezTo>
                        <a:pt x="27107" y="267"/>
                        <a:pt x="32028" y="-132"/>
                        <a:pt x="37038" y="45"/>
                      </a:cubicBezTo>
                      <a:cubicBezTo>
                        <a:pt x="42091" y="311"/>
                        <a:pt x="47101" y="444"/>
                        <a:pt x="52154" y="843"/>
                      </a:cubicBezTo>
                      <a:cubicBezTo>
                        <a:pt x="55745" y="1286"/>
                        <a:pt x="59070" y="2306"/>
                        <a:pt x="61996" y="3724"/>
                      </a:cubicBezTo>
                      <a:cubicBezTo>
                        <a:pt x="63459" y="4434"/>
                        <a:pt x="64789" y="5232"/>
                        <a:pt x="66030" y="6163"/>
                      </a:cubicBezTo>
                      <a:cubicBezTo>
                        <a:pt x="67271" y="7182"/>
                        <a:pt x="68335" y="8246"/>
                        <a:pt x="69311" y="9399"/>
                      </a:cubicBezTo>
                      <a:cubicBezTo>
                        <a:pt x="73123" y="13965"/>
                        <a:pt x="74542" y="19418"/>
                        <a:pt x="73167" y="24693"/>
                      </a:cubicBezTo>
                      <a:lnTo>
                        <a:pt x="69444" y="39366"/>
                      </a:lnTo>
                      <a:cubicBezTo>
                        <a:pt x="68069" y="44686"/>
                        <a:pt x="64611" y="49031"/>
                        <a:pt x="60622" y="51823"/>
                      </a:cubicBezTo>
                      <a:cubicBezTo>
                        <a:pt x="59602" y="52533"/>
                        <a:pt x="58582" y="53109"/>
                        <a:pt x="57474" y="53597"/>
                      </a:cubicBezTo>
                      <a:cubicBezTo>
                        <a:pt x="56366" y="54173"/>
                        <a:pt x="55213" y="54661"/>
                        <a:pt x="54061" y="55015"/>
                      </a:cubicBezTo>
                      <a:cubicBezTo>
                        <a:pt x="51756" y="55680"/>
                        <a:pt x="49317" y="55946"/>
                        <a:pt x="46879" y="55547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69" name="Forme libre : forme 25268">
                  <a:extLst>
                    <a:ext uri="{FF2B5EF4-FFF2-40B4-BE49-F238E27FC236}">
                      <a16:creationId xmlns:a16="http://schemas.microsoft.com/office/drawing/2014/main" id="{E62F16AA-F3E2-437C-A672-AB12608B3A97}"/>
                    </a:ext>
                  </a:extLst>
                </p:cNvPr>
                <p:cNvSpPr/>
                <p:nvPr/>
              </p:nvSpPr>
              <p:spPr>
                <a:xfrm>
                  <a:off x="4384470" y="1297611"/>
                  <a:ext cx="67915" cy="24548"/>
                </a:xfrm>
                <a:custGeom>
                  <a:avLst/>
                  <a:gdLst>
                    <a:gd name="connsiteX0" fmla="*/ 26687 w 67915"/>
                    <a:gd name="connsiteY0" fmla="*/ 5852 h 24548"/>
                    <a:gd name="connsiteX1" fmla="*/ 19373 w 67915"/>
                    <a:gd name="connsiteY1" fmla="*/ 6871 h 24548"/>
                    <a:gd name="connsiteX2" fmla="*/ 12324 w 67915"/>
                    <a:gd name="connsiteY2" fmla="*/ 6339 h 24548"/>
                    <a:gd name="connsiteX3" fmla="*/ 0 w 67915"/>
                    <a:gd name="connsiteY3" fmla="*/ 0 h 24548"/>
                    <a:gd name="connsiteX4" fmla="*/ 1108 w 67915"/>
                    <a:gd name="connsiteY4" fmla="*/ 6428 h 24548"/>
                    <a:gd name="connsiteX5" fmla="*/ 9132 w 67915"/>
                    <a:gd name="connsiteY5" fmla="*/ 19328 h 24548"/>
                    <a:gd name="connsiteX6" fmla="*/ 15738 w 67915"/>
                    <a:gd name="connsiteY6" fmla="*/ 22964 h 24548"/>
                    <a:gd name="connsiteX7" fmla="*/ 23229 w 67915"/>
                    <a:gd name="connsiteY7" fmla="*/ 24027 h 24548"/>
                    <a:gd name="connsiteX8" fmla="*/ 34356 w 67915"/>
                    <a:gd name="connsiteY8" fmla="*/ 23806 h 24548"/>
                    <a:gd name="connsiteX9" fmla="*/ 45218 w 67915"/>
                    <a:gd name="connsiteY9" fmla="*/ 24382 h 24548"/>
                    <a:gd name="connsiteX10" fmla="*/ 52399 w 67915"/>
                    <a:gd name="connsiteY10" fmla="*/ 23806 h 24548"/>
                    <a:gd name="connsiteX11" fmla="*/ 55813 w 67915"/>
                    <a:gd name="connsiteY11" fmla="*/ 22387 h 24548"/>
                    <a:gd name="connsiteX12" fmla="*/ 58960 w 67915"/>
                    <a:gd name="connsiteY12" fmla="*/ 20614 h 24548"/>
                    <a:gd name="connsiteX13" fmla="*/ 67782 w 67915"/>
                    <a:gd name="connsiteY13" fmla="*/ 8157 h 24548"/>
                    <a:gd name="connsiteX14" fmla="*/ 67915 w 67915"/>
                    <a:gd name="connsiteY14" fmla="*/ 7669 h 24548"/>
                    <a:gd name="connsiteX15" fmla="*/ 57630 w 67915"/>
                    <a:gd name="connsiteY15" fmla="*/ 5763 h 24548"/>
                    <a:gd name="connsiteX16" fmla="*/ 47390 w 67915"/>
                    <a:gd name="connsiteY16" fmla="*/ 4300 h 24548"/>
                    <a:gd name="connsiteX17" fmla="*/ 37061 w 67915"/>
                    <a:gd name="connsiteY17" fmla="*/ 4079 h 24548"/>
                    <a:gd name="connsiteX18" fmla="*/ 26687 w 67915"/>
                    <a:gd name="connsiteY18" fmla="*/ 5852 h 24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7915" h="24548">
                      <a:moveTo>
                        <a:pt x="26687" y="5852"/>
                      </a:moveTo>
                      <a:cubicBezTo>
                        <a:pt x="24249" y="6517"/>
                        <a:pt x="21811" y="6871"/>
                        <a:pt x="19373" y="6871"/>
                      </a:cubicBezTo>
                      <a:cubicBezTo>
                        <a:pt x="16979" y="6960"/>
                        <a:pt x="14585" y="6871"/>
                        <a:pt x="12324" y="6339"/>
                      </a:cubicBezTo>
                      <a:cubicBezTo>
                        <a:pt x="7714" y="5231"/>
                        <a:pt x="3458" y="3325"/>
                        <a:pt x="0" y="0"/>
                      </a:cubicBezTo>
                      <a:lnTo>
                        <a:pt x="1108" y="6428"/>
                      </a:lnTo>
                      <a:cubicBezTo>
                        <a:pt x="2039" y="11836"/>
                        <a:pt x="5187" y="16358"/>
                        <a:pt x="9132" y="19328"/>
                      </a:cubicBezTo>
                      <a:cubicBezTo>
                        <a:pt x="11127" y="20924"/>
                        <a:pt x="13388" y="22210"/>
                        <a:pt x="15738" y="22964"/>
                      </a:cubicBezTo>
                      <a:cubicBezTo>
                        <a:pt x="18087" y="23717"/>
                        <a:pt x="20614" y="24027"/>
                        <a:pt x="23229" y="24027"/>
                      </a:cubicBezTo>
                      <a:cubicBezTo>
                        <a:pt x="26953" y="23983"/>
                        <a:pt x="30721" y="23673"/>
                        <a:pt x="34356" y="23806"/>
                      </a:cubicBezTo>
                      <a:cubicBezTo>
                        <a:pt x="37992" y="24027"/>
                        <a:pt x="41627" y="24116"/>
                        <a:pt x="45218" y="24382"/>
                      </a:cubicBezTo>
                      <a:cubicBezTo>
                        <a:pt x="47700" y="24737"/>
                        <a:pt x="50094" y="24515"/>
                        <a:pt x="52399" y="23806"/>
                      </a:cubicBezTo>
                      <a:cubicBezTo>
                        <a:pt x="53552" y="23451"/>
                        <a:pt x="54704" y="22964"/>
                        <a:pt x="55813" y="22387"/>
                      </a:cubicBezTo>
                      <a:cubicBezTo>
                        <a:pt x="56877" y="21900"/>
                        <a:pt x="57941" y="21323"/>
                        <a:pt x="58960" y="20614"/>
                      </a:cubicBezTo>
                      <a:cubicBezTo>
                        <a:pt x="62950" y="17821"/>
                        <a:pt x="66408" y="13477"/>
                        <a:pt x="67782" y="8157"/>
                      </a:cubicBezTo>
                      <a:lnTo>
                        <a:pt x="67915" y="7669"/>
                      </a:lnTo>
                      <a:cubicBezTo>
                        <a:pt x="64413" y="7182"/>
                        <a:pt x="61044" y="6339"/>
                        <a:pt x="57630" y="5763"/>
                      </a:cubicBezTo>
                      <a:cubicBezTo>
                        <a:pt x="54217" y="5275"/>
                        <a:pt x="50803" y="4788"/>
                        <a:pt x="47390" y="4300"/>
                      </a:cubicBezTo>
                      <a:cubicBezTo>
                        <a:pt x="43976" y="3946"/>
                        <a:pt x="40518" y="3990"/>
                        <a:pt x="37061" y="4079"/>
                      </a:cubicBezTo>
                      <a:cubicBezTo>
                        <a:pt x="33603" y="4167"/>
                        <a:pt x="30145" y="4832"/>
                        <a:pt x="26687" y="5852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70" name="Forme libre : forme 25269">
                  <a:extLst>
                    <a:ext uri="{FF2B5EF4-FFF2-40B4-BE49-F238E27FC236}">
                      <a16:creationId xmlns:a16="http://schemas.microsoft.com/office/drawing/2014/main" id="{FD8E646E-87A2-49DC-AE8F-F2B13D2F893C}"/>
                    </a:ext>
                  </a:extLst>
                </p:cNvPr>
                <p:cNvSpPr/>
                <p:nvPr/>
              </p:nvSpPr>
              <p:spPr>
                <a:xfrm>
                  <a:off x="4408002" y="1285022"/>
                  <a:ext cx="31783" cy="20812"/>
                </a:xfrm>
                <a:custGeom>
                  <a:avLst/>
                  <a:gdLst>
                    <a:gd name="connsiteX0" fmla="*/ 31704 w 31783"/>
                    <a:gd name="connsiteY0" fmla="*/ 11879 h 20812"/>
                    <a:gd name="connsiteX1" fmla="*/ 26251 w 31783"/>
                    <a:gd name="connsiteY1" fmla="*/ 18573 h 20812"/>
                    <a:gd name="connsiteX2" fmla="*/ 21286 w 31783"/>
                    <a:gd name="connsiteY2" fmla="*/ 20258 h 20812"/>
                    <a:gd name="connsiteX3" fmla="*/ 15434 w 31783"/>
                    <a:gd name="connsiteY3" fmla="*/ 20790 h 20812"/>
                    <a:gd name="connsiteX4" fmla="*/ 9627 w 31783"/>
                    <a:gd name="connsiteY4" fmla="*/ 19682 h 20812"/>
                    <a:gd name="connsiteX5" fmla="*/ 4795 w 31783"/>
                    <a:gd name="connsiteY5" fmla="*/ 17598 h 20812"/>
                    <a:gd name="connsiteX6" fmla="*/ 7 w 31783"/>
                    <a:gd name="connsiteY6" fmla="*/ 10417 h 20812"/>
                    <a:gd name="connsiteX7" fmla="*/ 4529 w 31783"/>
                    <a:gd name="connsiteY7" fmla="*/ 2925 h 20812"/>
                    <a:gd name="connsiteX8" fmla="*/ 9804 w 31783"/>
                    <a:gd name="connsiteY8" fmla="*/ 531 h 20812"/>
                    <a:gd name="connsiteX9" fmla="*/ 16365 w 31783"/>
                    <a:gd name="connsiteY9" fmla="*/ 43 h 20812"/>
                    <a:gd name="connsiteX10" fmla="*/ 22882 w 31783"/>
                    <a:gd name="connsiteY10" fmla="*/ 1196 h 20812"/>
                    <a:gd name="connsiteX11" fmla="*/ 27936 w 31783"/>
                    <a:gd name="connsiteY11" fmla="*/ 3989 h 20812"/>
                    <a:gd name="connsiteX12" fmla="*/ 31704 w 31783"/>
                    <a:gd name="connsiteY12" fmla="*/ 11879 h 20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783" h="20812">
                      <a:moveTo>
                        <a:pt x="31704" y="11879"/>
                      </a:moveTo>
                      <a:cubicBezTo>
                        <a:pt x="31261" y="14717"/>
                        <a:pt x="29177" y="17066"/>
                        <a:pt x="26251" y="18573"/>
                      </a:cubicBezTo>
                      <a:cubicBezTo>
                        <a:pt x="24788" y="19371"/>
                        <a:pt x="23148" y="19770"/>
                        <a:pt x="21286" y="20258"/>
                      </a:cubicBezTo>
                      <a:cubicBezTo>
                        <a:pt x="19469" y="20701"/>
                        <a:pt x="17474" y="20879"/>
                        <a:pt x="15434" y="20790"/>
                      </a:cubicBezTo>
                      <a:cubicBezTo>
                        <a:pt x="13395" y="20701"/>
                        <a:pt x="11445" y="20302"/>
                        <a:pt x="9627" y="19682"/>
                      </a:cubicBezTo>
                      <a:cubicBezTo>
                        <a:pt x="7810" y="19194"/>
                        <a:pt x="6169" y="18485"/>
                        <a:pt x="4795" y="17598"/>
                      </a:cubicBezTo>
                      <a:cubicBezTo>
                        <a:pt x="2002" y="15825"/>
                        <a:pt x="140" y="13254"/>
                        <a:pt x="7" y="10417"/>
                      </a:cubicBezTo>
                      <a:cubicBezTo>
                        <a:pt x="-126" y="7535"/>
                        <a:pt x="1559" y="4875"/>
                        <a:pt x="4529" y="2925"/>
                      </a:cubicBezTo>
                      <a:cubicBezTo>
                        <a:pt x="5992" y="1949"/>
                        <a:pt x="7810" y="1107"/>
                        <a:pt x="9804" y="531"/>
                      </a:cubicBezTo>
                      <a:cubicBezTo>
                        <a:pt x="11799" y="88"/>
                        <a:pt x="14060" y="-90"/>
                        <a:pt x="16365" y="43"/>
                      </a:cubicBezTo>
                      <a:cubicBezTo>
                        <a:pt x="18715" y="176"/>
                        <a:pt x="20887" y="575"/>
                        <a:pt x="22882" y="1196"/>
                      </a:cubicBezTo>
                      <a:cubicBezTo>
                        <a:pt x="24833" y="1772"/>
                        <a:pt x="26562" y="2925"/>
                        <a:pt x="27936" y="3989"/>
                      </a:cubicBezTo>
                      <a:cubicBezTo>
                        <a:pt x="30729" y="6249"/>
                        <a:pt x="32147" y="9042"/>
                        <a:pt x="31704" y="11879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71" name="Forme libre : forme 25270">
                  <a:extLst>
                    <a:ext uri="{FF2B5EF4-FFF2-40B4-BE49-F238E27FC236}">
                      <a16:creationId xmlns:a16="http://schemas.microsoft.com/office/drawing/2014/main" id="{D32F550A-B1EA-49B1-A59A-FDF44C93D56A}"/>
                    </a:ext>
                  </a:extLst>
                </p:cNvPr>
                <p:cNvSpPr/>
                <p:nvPr/>
              </p:nvSpPr>
              <p:spPr>
                <a:xfrm>
                  <a:off x="4408001" y="1286573"/>
                  <a:ext cx="22218" cy="19225"/>
                </a:xfrm>
                <a:custGeom>
                  <a:avLst/>
                  <a:gdLst>
                    <a:gd name="connsiteX0" fmla="*/ 6968 w 22218"/>
                    <a:gd name="connsiteY0" fmla="*/ 0 h 19225"/>
                    <a:gd name="connsiteX1" fmla="*/ 8 w 22218"/>
                    <a:gd name="connsiteY1" fmla="*/ 8822 h 19225"/>
                    <a:gd name="connsiteX2" fmla="*/ 4796 w 22218"/>
                    <a:gd name="connsiteY2" fmla="*/ 16003 h 19225"/>
                    <a:gd name="connsiteX3" fmla="*/ 9628 w 22218"/>
                    <a:gd name="connsiteY3" fmla="*/ 18087 h 19225"/>
                    <a:gd name="connsiteX4" fmla="*/ 15435 w 22218"/>
                    <a:gd name="connsiteY4" fmla="*/ 19195 h 19225"/>
                    <a:gd name="connsiteX5" fmla="*/ 22218 w 22218"/>
                    <a:gd name="connsiteY5" fmla="*/ 18397 h 19225"/>
                    <a:gd name="connsiteX6" fmla="*/ 18539 w 22218"/>
                    <a:gd name="connsiteY6" fmla="*/ 17511 h 19225"/>
                    <a:gd name="connsiteX7" fmla="*/ 10204 w 22218"/>
                    <a:gd name="connsiteY7" fmla="*/ 9930 h 19225"/>
                    <a:gd name="connsiteX8" fmla="*/ 6968 w 22218"/>
                    <a:gd name="connsiteY8" fmla="*/ 0 h 19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218" h="19225">
                      <a:moveTo>
                        <a:pt x="6968" y="0"/>
                      </a:moveTo>
                      <a:cubicBezTo>
                        <a:pt x="2535" y="1995"/>
                        <a:pt x="-169" y="5275"/>
                        <a:pt x="8" y="8822"/>
                      </a:cubicBezTo>
                      <a:cubicBezTo>
                        <a:pt x="141" y="11703"/>
                        <a:pt x="2003" y="14230"/>
                        <a:pt x="4796" y="16003"/>
                      </a:cubicBezTo>
                      <a:cubicBezTo>
                        <a:pt x="6215" y="16890"/>
                        <a:pt x="7855" y="17599"/>
                        <a:pt x="9628" y="18087"/>
                      </a:cubicBezTo>
                      <a:cubicBezTo>
                        <a:pt x="11401" y="18708"/>
                        <a:pt x="13352" y="19107"/>
                        <a:pt x="15435" y="19195"/>
                      </a:cubicBezTo>
                      <a:cubicBezTo>
                        <a:pt x="17829" y="19328"/>
                        <a:pt x="20134" y="19018"/>
                        <a:pt x="22218" y="18397"/>
                      </a:cubicBezTo>
                      <a:cubicBezTo>
                        <a:pt x="20977" y="18309"/>
                        <a:pt x="19735" y="17998"/>
                        <a:pt x="18539" y="17511"/>
                      </a:cubicBezTo>
                      <a:cubicBezTo>
                        <a:pt x="15302" y="15782"/>
                        <a:pt x="12377" y="13078"/>
                        <a:pt x="10204" y="9930"/>
                      </a:cubicBezTo>
                      <a:cubicBezTo>
                        <a:pt x="8076" y="6916"/>
                        <a:pt x="6702" y="3546"/>
                        <a:pt x="6968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72" name="Forme libre : forme 25271">
                  <a:extLst>
                    <a:ext uri="{FF2B5EF4-FFF2-40B4-BE49-F238E27FC236}">
                      <a16:creationId xmlns:a16="http://schemas.microsoft.com/office/drawing/2014/main" id="{4DF64110-8E6C-41C5-877A-1F84E268F5E6}"/>
                    </a:ext>
                  </a:extLst>
                </p:cNvPr>
                <p:cNvSpPr/>
                <p:nvPr/>
              </p:nvSpPr>
              <p:spPr>
                <a:xfrm>
                  <a:off x="4409779" y="1287372"/>
                  <a:ext cx="31251" cy="20853"/>
                </a:xfrm>
                <a:custGeom>
                  <a:avLst/>
                  <a:gdLst>
                    <a:gd name="connsiteX0" fmla="*/ 31168 w 31251"/>
                    <a:gd name="connsiteY0" fmla="*/ 12012 h 20853"/>
                    <a:gd name="connsiteX1" fmla="*/ 25715 w 31251"/>
                    <a:gd name="connsiteY1" fmla="*/ 18706 h 20853"/>
                    <a:gd name="connsiteX2" fmla="*/ 20839 w 31251"/>
                    <a:gd name="connsiteY2" fmla="*/ 20302 h 20853"/>
                    <a:gd name="connsiteX3" fmla="*/ 15076 w 31251"/>
                    <a:gd name="connsiteY3" fmla="*/ 20834 h 20853"/>
                    <a:gd name="connsiteX4" fmla="*/ 9402 w 31251"/>
                    <a:gd name="connsiteY4" fmla="*/ 19726 h 20853"/>
                    <a:gd name="connsiteX5" fmla="*/ 4658 w 31251"/>
                    <a:gd name="connsiteY5" fmla="*/ 17510 h 20853"/>
                    <a:gd name="connsiteX6" fmla="*/ 3 w 31251"/>
                    <a:gd name="connsiteY6" fmla="*/ 10284 h 20853"/>
                    <a:gd name="connsiteX7" fmla="*/ 4525 w 31251"/>
                    <a:gd name="connsiteY7" fmla="*/ 2792 h 20853"/>
                    <a:gd name="connsiteX8" fmla="*/ 9756 w 31251"/>
                    <a:gd name="connsiteY8" fmla="*/ 531 h 20853"/>
                    <a:gd name="connsiteX9" fmla="*/ 16228 w 31251"/>
                    <a:gd name="connsiteY9" fmla="*/ 43 h 20853"/>
                    <a:gd name="connsiteX10" fmla="*/ 22612 w 31251"/>
                    <a:gd name="connsiteY10" fmla="*/ 1196 h 20853"/>
                    <a:gd name="connsiteX11" fmla="*/ 27577 w 31251"/>
                    <a:gd name="connsiteY11" fmla="*/ 4122 h 20853"/>
                    <a:gd name="connsiteX12" fmla="*/ 31168 w 31251"/>
                    <a:gd name="connsiteY12" fmla="*/ 12012 h 20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251" h="20853">
                      <a:moveTo>
                        <a:pt x="31168" y="12012"/>
                      </a:moveTo>
                      <a:cubicBezTo>
                        <a:pt x="30725" y="14850"/>
                        <a:pt x="28597" y="17199"/>
                        <a:pt x="25715" y="18706"/>
                      </a:cubicBezTo>
                      <a:cubicBezTo>
                        <a:pt x="24252" y="19460"/>
                        <a:pt x="22612" y="19992"/>
                        <a:pt x="20839" y="20302"/>
                      </a:cubicBezTo>
                      <a:cubicBezTo>
                        <a:pt x="19021" y="20701"/>
                        <a:pt x="17071" y="20923"/>
                        <a:pt x="15076" y="20834"/>
                      </a:cubicBezTo>
                      <a:cubicBezTo>
                        <a:pt x="13037" y="20746"/>
                        <a:pt x="11130" y="20347"/>
                        <a:pt x="9402" y="19726"/>
                      </a:cubicBezTo>
                      <a:cubicBezTo>
                        <a:pt x="7673" y="19061"/>
                        <a:pt x="6032" y="18441"/>
                        <a:pt x="4658" y="17510"/>
                      </a:cubicBezTo>
                      <a:cubicBezTo>
                        <a:pt x="1910" y="15736"/>
                        <a:pt x="92" y="13165"/>
                        <a:pt x="3" y="10284"/>
                      </a:cubicBezTo>
                      <a:cubicBezTo>
                        <a:pt x="-85" y="7402"/>
                        <a:pt x="1599" y="4742"/>
                        <a:pt x="4525" y="2792"/>
                      </a:cubicBezTo>
                      <a:cubicBezTo>
                        <a:pt x="5988" y="1816"/>
                        <a:pt x="7761" y="930"/>
                        <a:pt x="9756" y="531"/>
                      </a:cubicBezTo>
                      <a:cubicBezTo>
                        <a:pt x="11751" y="88"/>
                        <a:pt x="13968" y="-90"/>
                        <a:pt x="16228" y="43"/>
                      </a:cubicBezTo>
                      <a:cubicBezTo>
                        <a:pt x="18534" y="176"/>
                        <a:pt x="20706" y="531"/>
                        <a:pt x="22612" y="1196"/>
                      </a:cubicBezTo>
                      <a:cubicBezTo>
                        <a:pt x="24518" y="1994"/>
                        <a:pt x="26247" y="2969"/>
                        <a:pt x="27577" y="4122"/>
                      </a:cubicBezTo>
                      <a:cubicBezTo>
                        <a:pt x="30281" y="6382"/>
                        <a:pt x="31611" y="9175"/>
                        <a:pt x="31168" y="1201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73" name="Forme libre : forme 25272">
                  <a:extLst>
                    <a:ext uri="{FF2B5EF4-FFF2-40B4-BE49-F238E27FC236}">
                      <a16:creationId xmlns:a16="http://schemas.microsoft.com/office/drawing/2014/main" id="{B916A414-F96C-44E1-8AE0-31FFBC973944}"/>
                    </a:ext>
                  </a:extLst>
                </p:cNvPr>
                <p:cNvSpPr/>
                <p:nvPr/>
              </p:nvSpPr>
              <p:spPr>
                <a:xfrm>
                  <a:off x="4393516" y="1279304"/>
                  <a:ext cx="39155" cy="38010"/>
                </a:xfrm>
                <a:custGeom>
                  <a:avLst/>
                  <a:gdLst>
                    <a:gd name="connsiteX0" fmla="*/ 1239 w 39155"/>
                    <a:gd name="connsiteY0" fmla="*/ 18484 h 38010"/>
                    <a:gd name="connsiteX1" fmla="*/ 3322 w 39155"/>
                    <a:gd name="connsiteY1" fmla="*/ 27971 h 38010"/>
                    <a:gd name="connsiteX2" fmla="*/ 9839 w 39155"/>
                    <a:gd name="connsiteY2" fmla="*/ 34222 h 38010"/>
                    <a:gd name="connsiteX3" fmla="*/ 18617 w 39155"/>
                    <a:gd name="connsiteY3" fmla="*/ 37414 h 38010"/>
                    <a:gd name="connsiteX4" fmla="*/ 33335 w 39155"/>
                    <a:gd name="connsiteY4" fmla="*/ 36394 h 38010"/>
                    <a:gd name="connsiteX5" fmla="*/ 38965 w 39155"/>
                    <a:gd name="connsiteY5" fmla="*/ 27483 h 38010"/>
                    <a:gd name="connsiteX6" fmla="*/ 34133 w 39155"/>
                    <a:gd name="connsiteY6" fmla="*/ 22164 h 38010"/>
                    <a:gd name="connsiteX7" fmla="*/ 20966 w 39155"/>
                    <a:gd name="connsiteY7" fmla="*/ 10327 h 38010"/>
                    <a:gd name="connsiteX8" fmla="*/ 13785 w 39155"/>
                    <a:gd name="connsiteY8" fmla="*/ 2968 h 38010"/>
                    <a:gd name="connsiteX9" fmla="*/ 3677 w 39155"/>
                    <a:gd name="connsiteY9" fmla="*/ 708 h 38010"/>
                    <a:gd name="connsiteX10" fmla="*/ 1239 w 39155"/>
                    <a:gd name="connsiteY10" fmla="*/ 18484 h 38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155" h="38010">
                      <a:moveTo>
                        <a:pt x="1239" y="18484"/>
                      </a:moveTo>
                      <a:cubicBezTo>
                        <a:pt x="1505" y="21720"/>
                        <a:pt x="1815" y="25045"/>
                        <a:pt x="3322" y="27971"/>
                      </a:cubicBezTo>
                      <a:cubicBezTo>
                        <a:pt x="4785" y="30720"/>
                        <a:pt x="7135" y="32759"/>
                        <a:pt x="9839" y="34222"/>
                      </a:cubicBezTo>
                      <a:cubicBezTo>
                        <a:pt x="12543" y="35773"/>
                        <a:pt x="15646" y="36882"/>
                        <a:pt x="18617" y="37414"/>
                      </a:cubicBezTo>
                      <a:cubicBezTo>
                        <a:pt x="23670" y="38123"/>
                        <a:pt x="28724" y="38611"/>
                        <a:pt x="33335" y="36394"/>
                      </a:cubicBezTo>
                      <a:cubicBezTo>
                        <a:pt x="36748" y="34621"/>
                        <a:pt x="39984" y="31296"/>
                        <a:pt x="38965" y="27483"/>
                      </a:cubicBezTo>
                      <a:cubicBezTo>
                        <a:pt x="38344" y="25090"/>
                        <a:pt x="36172" y="23538"/>
                        <a:pt x="34133" y="22164"/>
                      </a:cubicBezTo>
                      <a:cubicBezTo>
                        <a:pt x="29389" y="18928"/>
                        <a:pt x="24912" y="14450"/>
                        <a:pt x="20966" y="10327"/>
                      </a:cubicBezTo>
                      <a:cubicBezTo>
                        <a:pt x="19282" y="8510"/>
                        <a:pt x="16843" y="5318"/>
                        <a:pt x="13785" y="2968"/>
                      </a:cubicBezTo>
                      <a:cubicBezTo>
                        <a:pt x="10770" y="575"/>
                        <a:pt x="7179" y="-977"/>
                        <a:pt x="3677" y="708"/>
                      </a:cubicBezTo>
                      <a:cubicBezTo>
                        <a:pt x="-2529" y="3545"/>
                        <a:pt x="929" y="13963"/>
                        <a:pt x="1239" y="1848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74" name="Forme libre : forme 25273">
                  <a:extLst>
                    <a:ext uri="{FF2B5EF4-FFF2-40B4-BE49-F238E27FC236}">
                      <a16:creationId xmlns:a16="http://schemas.microsoft.com/office/drawing/2014/main" id="{B3599789-ADE4-4971-AA4D-4091BF3DDF89}"/>
                    </a:ext>
                  </a:extLst>
                </p:cNvPr>
                <p:cNvSpPr/>
                <p:nvPr/>
              </p:nvSpPr>
              <p:spPr>
                <a:xfrm>
                  <a:off x="4400502" y="1278908"/>
                  <a:ext cx="13532" cy="10692"/>
                </a:xfrm>
                <a:custGeom>
                  <a:avLst/>
                  <a:gdLst>
                    <a:gd name="connsiteX0" fmla="*/ 636 w 13532"/>
                    <a:gd name="connsiteY0" fmla="*/ 6512 h 10692"/>
                    <a:gd name="connsiteX1" fmla="*/ 15 w 13532"/>
                    <a:gd name="connsiteY1" fmla="*/ 8818 h 10692"/>
                    <a:gd name="connsiteX2" fmla="*/ 1434 w 13532"/>
                    <a:gd name="connsiteY2" fmla="*/ 10591 h 10692"/>
                    <a:gd name="connsiteX3" fmla="*/ 3828 w 13532"/>
                    <a:gd name="connsiteY3" fmla="*/ 10414 h 10692"/>
                    <a:gd name="connsiteX4" fmla="*/ 9591 w 13532"/>
                    <a:gd name="connsiteY4" fmla="*/ 8108 h 10692"/>
                    <a:gd name="connsiteX5" fmla="*/ 11674 w 13532"/>
                    <a:gd name="connsiteY5" fmla="*/ 6734 h 10692"/>
                    <a:gd name="connsiteX6" fmla="*/ 9724 w 13532"/>
                    <a:gd name="connsiteY6" fmla="*/ 85 h 10692"/>
                    <a:gd name="connsiteX7" fmla="*/ 636 w 13532"/>
                    <a:gd name="connsiteY7" fmla="*/ 6512 h 10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32" h="10692">
                      <a:moveTo>
                        <a:pt x="636" y="6512"/>
                      </a:moveTo>
                      <a:cubicBezTo>
                        <a:pt x="237" y="7222"/>
                        <a:pt x="-73" y="8020"/>
                        <a:pt x="15" y="8818"/>
                      </a:cubicBezTo>
                      <a:cubicBezTo>
                        <a:pt x="60" y="9616"/>
                        <a:pt x="592" y="10369"/>
                        <a:pt x="1434" y="10591"/>
                      </a:cubicBezTo>
                      <a:cubicBezTo>
                        <a:pt x="2187" y="10813"/>
                        <a:pt x="3030" y="10635"/>
                        <a:pt x="3828" y="10414"/>
                      </a:cubicBezTo>
                      <a:cubicBezTo>
                        <a:pt x="5823" y="9837"/>
                        <a:pt x="7729" y="9039"/>
                        <a:pt x="9591" y="8108"/>
                      </a:cubicBezTo>
                      <a:cubicBezTo>
                        <a:pt x="10344" y="7709"/>
                        <a:pt x="11098" y="7311"/>
                        <a:pt x="11674" y="6734"/>
                      </a:cubicBezTo>
                      <a:cubicBezTo>
                        <a:pt x="14157" y="4340"/>
                        <a:pt x="14733" y="-714"/>
                        <a:pt x="9724" y="85"/>
                      </a:cubicBezTo>
                      <a:cubicBezTo>
                        <a:pt x="5778" y="705"/>
                        <a:pt x="2187" y="3542"/>
                        <a:pt x="636" y="651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75" name="Forme libre : forme 25274">
                  <a:extLst>
                    <a:ext uri="{FF2B5EF4-FFF2-40B4-BE49-F238E27FC236}">
                      <a16:creationId xmlns:a16="http://schemas.microsoft.com/office/drawing/2014/main" id="{2C177C2B-0866-4524-9A04-A1082E9E4F43}"/>
                    </a:ext>
                  </a:extLst>
                </p:cNvPr>
                <p:cNvSpPr/>
                <p:nvPr/>
              </p:nvSpPr>
              <p:spPr>
                <a:xfrm>
                  <a:off x="4430219" y="1303197"/>
                  <a:ext cx="20569" cy="17688"/>
                </a:xfrm>
                <a:custGeom>
                  <a:avLst/>
                  <a:gdLst>
                    <a:gd name="connsiteX0" fmla="*/ 20570 w 20569"/>
                    <a:gd name="connsiteY0" fmla="*/ 0 h 17688"/>
                    <a:gd name="connsiteX1" fmla="*/ 16713 w 20569"/>
                    <a:gd name="connsiteY1" fmla="*/ 7935 h 17688"/>
                    <a:gd name="connsiteX2" fmla="*/ 10462 w 20569"/>
                    <a:gd name="connsiteY2" fmla="*/ 13654 h 17688"/>
                    <a:gd name="connsiteX3" fmla="*/ 0 w 20569"/>
                    <a:gd name="connsiteY3" fmla="*/ 17688 h 17688"/>
                    <a:gd name="connsiteX4" fmla="*/ 7492 w 20569"/>
                    <a:gd name="connsiteY4" fmla="*/ 14230 h 17688"/>
                    <a:gd name="connsiteX5" fmla="*/ 14230 w 20569"/>
                    <a:gd name="connsiteY5" fmla="*/ 8866 h 17688"/>
                    <a:gd name="connsiteX6" fmla="*/ 20570 w 20569"/>
                    <a:gd name="connsiteY6" fmla="*/ 0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569" h="17688">
                      <a:moveTo>
                        <a:pt x="20570" y="0"/>
                      </a:moveTo>
                      <a:cubicBezTo>
                        <a:pt x="20570" y="0"/>
                        <a:pt x="19772" y="3901"/>
                        <a:pt x="16713" y="7935"/>
                      </a:cubicBezTo>
                      <a:cubicBezTo>
                        <a:pt x="15206" y="9974"/>
                        <a:pt x="13122" y="12014"/>
                        <a:pt x="10462" y="13654"/>
                      </a:cubicBezTo>
                      <a:cubicBezTo>
                        <a:pt x="7714" y="15516"/>
                        <a:pt x="4256" y="17023"/>
                        <a:pt x="0" y="17688"/>
                      </a:cubicBezTo>
                      <a:cubicBezTo>
                        <a:pt x="0" y="17688"/>
                        <a:pt x="3281" y="16934"/>
                        <a:pt x="7492" y="14230"/>
                      </a:cubicBezTo>
                      <a:cubicBezTo>
                        <a:pt x="9620" y="12812"/>
                        <a:pt x="11969" y="11083"/>
                        <a:pt x="14230" y="8866"/>
                      </a:cubicBezTo>
                      <a:cubicBezTo>
                        <a:pt x="16447" y="6605"/>
                        <a:pt x="18708" y="3724"/>
                        <a:pt x="205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76" name="Forme libre : forme 25275">
                  <a:extLst>
                    <a:ext uri="{FF2B5EF4-FFF2-40B4-BE49-F238E27FC236}">
                      <a16:creationId xmlns:a16="http://schemas.microsoft.com/office/drawing/2014/main" id="{6170A58C-73B0-4AFB-A225-00019BC4B617}"/>
                    </a:ext>
                  </a:extLst>
                </p:cNvPr>
                <p:cNvSpPr/>
                <p:nvPr/>
              </p:nvSpPr>
              <p:spPr>
                <a:xfrm>
                  <a:off x="4384664" y="1268308"/>
                  <a:ext cx="21882" cy="22254"/>
                </a:xfrm>
                <a:custGeom>
                  <a:avLst/>
                  <a:gdLst>
                    <a:gd name="connsiteX0" fmla="*/ 21882 w 21882"/>
                    <a:gd name="connsiteY0" fmla="*/ 0 h 22254"/>
                    <a:gd name="connsiteX1" fmla="*/ 18336 w 21882"/>
                    <a:gd name="connsiteY1" fmla="*/ 532 h 22254"/>
                    <a:gd name="connsiteX2" fmla="*/ 10534 w 21882"/>
                    <a:gd name="connsiteY2" fmla="*/ 3546 h 22254"/>
                    <a:gd name="connsiteX3" fmla="*/ 2953 w 21882"/>
                    <a:gd name="connsiteY3" fmla="*/ 10373 h 22254"/>
                    <a:gd name="connsiteX4" fmla="*/ 27 w 21882"/>
                    <a:gd name="connsiteY4" fmla="*/ 22254 h 22254"/>
                    <a:gd name="connsiteX5" fmla="*/ 3175 w 21882"/>
                    <a:gd name="connsiteY5" fmla="*/ 12812 h 22254"/>
                    <a:gd name="connsiteX6" fmla="*/ 9780 w 21882"/>
                    <a:gd name="connsiteY6" fmla="*/ 5320 h 22254"/>
                    <a:gd name="connsiteX7" fmla="*/ 21882 w 21882"/>
                    <a:gd name="connsiteY7" fmla="*/ 0 h 22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882" h="22254">
                      <a:moveTo>
                        <a:pt x="21882" y="0"/>
                      </a:moveTo>
                      <a:cubicBezTo>
                        <a:pt x="21882" y="0"/>
                        <a:pt x="20464" y="89"/>
                        <a:pt x="18336" y="532"/>
                      </a:cubicBezTo>
                      <a:cubicBezTo>
                        <a:pt x="16208" y="887"/>
                        <a:pt x="13326" y="1951"/>
                        <a:pt x="10534" y="3546"/>
                      </a:cubicBezTo>
                      <a:cubicBezTo>
                        <a:pt x="7696" y="5142"/>
                        <a:pt x="4904" y="7270"/>
                        <a:pt x="2953" y="10373"/>
                      </a:cubicBezTo>
                      <a:cubicBezTo>
                        <a:pt x="958" y="13521"/>
                        <a:pt x="-195" y="17422"/>
                        <a:pt x="27" y="22254"/>
                      </a:cubicBezTo>
                      <a:cubicBezTo>
                        <a:pt x="27" y="22254"/>
                        <a:pt x="337" y="17910"/>
                        <a:pt x="3175" y="12812"/>
                      </a:cubicBezTo>
                      <a:cubicBezTo>
                        <a:pt x="4593" y="10240"/>
                        <a:pt x="6721" y="7669"/>
                        <a:pt x="9780" y="5320"/>
                      </a:cubicBezTo>
                      <a:cubicBezTo>
                        <a:pt x="12750" y="2970"/>
                        <a:pt x="16740" y="842"/>
                        <a:pt x="218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77" name="Forme libre : forme 25276">
                  <a:extLst>
                    <a:ext uri="{FF2B5EF4-FFF2-40B4-BE49-F238E27FC236}">
                      <a16:creationId xmlns:a16="http://schemas.microsoft.com/office/drawing/2014/main" id="{9AB8B278-A405-4D30-AB5D-81043889AE51}"/>
                    </a:ext>
                  </a:extLst>
                </p:cNvPr>
                <p:cNvSpPr/>
                <p:nvPr/>
              </p:nvSpPr>
              <p:spPr>
                <a:xfrm>
                  <a:off x="4421301" y="1287229"/>
                  <a:ext cx="12102" cy="7529"/>
                </a:xfrm>
                <a:custGeom>
                  <a:avLst/>
                  <a:gdLst>
                    <a:gd name="connsiteX0" fmla="*/ 11889 w 12102"/>
                    <a:gd name="connsiteY0" fmla="*/ 6038 h 7529"/>
                    <a:gd name="connsiteX1" fmla="*/ 4663 w 12102"/>
                    <a:gd name="connsiteY1" fmla="*/ 6880 h 7529"/>
                    <a:gd name="connsiteX2" fmla="*/ 141 w 12102"/>
                    <a:gd name="connsiteY2" fmla="*/ 1649 h 7529"/>
                    <a:gd name="connsiteX3" fmla="*/ 7544 w 12102"/>
                    <a:gd name="connsiteY3" fmla="*/ 673 h 7529"/>
                    <a:gd name="connsiteX4" fmla="*/ 11268 w 12102"/>
                    <a:gd name="connsiteY4" fmla="*/ 3156 h 7529"/>
                    <a:gd name="connsiteX5" fmla="*/ 11889 w 12102"/>
                    <a:gd name="connsiteY5" fmla="*/ 6038 h 7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102" h="7529">
                      <a:moveTo>
                        <a:pt x="11889" y="6038"/>
                      </a:moveTo>
                      <a:cubicBezTo>
                        <a:pt x="11046" y="7589"/>
                        <a:pt x="7855" y="8032"/>
                        <a:pt x="4663" y="6880"/>
                      </a:cubicBezTo>
                      <a:cubicBezTo>
                        <a:pt x="1471" y="5727"/>
                        <a:pt x="-568" y="3378"/>
                        <a:pt x="141" y="1649"/>
                      </a:cubicBezTo>
                      <a:cubicBezTo>
                        <a:pt x="895" y="-80"/>
                        <a:pt x="4219" y="-524"/>
                        <a:pt x="7544" y="673"/>
                      </a:cubicBezTo>
                      <a:cubicBezTo>
                        <a:pt x="9184" y="1294"/>
                        <a:pt x="10514" y="2092"/>
                        <a:pt x="11268" y="3156"/>
                      </a:cubicBezTo>
                      <a:cubicBezTo>
                        <a:pt x="12066" y="4131"/>
                        <a:pt x="12332" y="5195"/>
                        <a:pt x="11889" y="603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78" name="Forme libre : forme 25277">
                  <a:extLst>
                    <a:ext uri="{FF2B5EF4-FFF2-40B4-BE49-F238E27FC236}">
                      <a16:creationId xmlns:a16="http://schemas.microsoft.com/office/drawing/2014/main" id="{EEFF6B39-2796-41F7-88CD-5CB1EA210283}"/>
                    </a:ext>
                  </a:extLst>
                </p:cNvPr>
                <p:cNvSpPr/>
                <p:nvPr/>
              </p:nvSpPr>
              <p:spPr>
                <a:xfrm>
                  <a:off x="4431719" y="1290897"/>
                  <a:ext cx="3340" cy="2965"/>
                </a:xfrm>
                <a:custGeom>
                  <a:avLst/>
                  <a:gdLst>
                    <a:gd name="connsiteX0" fmla="*/ 3333 w 3340"/>
                    <a:gd name="connsiteY0" fmla="*/ 1705 h 2965"/>
                    <a:gd name="connsiteX1" fmla="*/ 1515 w 3340"/>
                    <a:gd name="connsiteY1" fmla="*/ 2946 h 2965"/>
                    <a:gd name="connsiteX2" fmla="*/ 8 w 3340"/>
                    <a:gd name="connsiteY2" fmla="*/ 1262 h 2965"/>
                    <a:gd name="connsiteX3" fmla="*/ 1825 w 3340"/>
                    <a:gd name="connsiteY3" fmla="*/ 20 h 2965"/>
                    <a:gd name="connsiteX4" fmla="*/ 3333 w 3340"/>
                    <a:gd name="connsiteY4" fmla="*/ 1705 h 2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40" h="2965">
                      <a:moveTo>
                        <a:pt x="3333" y="1705"/>
                      </a:moveTo>
                      <a:cubicBezTo>
                        <a:pt x="3244" y="2503"/>
                        <a:pt x="2402" y="3079"/>
                        <a:pt x="1515" y="2946"/>
                      </a:cubicBezTo>
                      <a:cubicBezTo>
                        <a:pt x="584" y="2813"/>
                        <a:pt x="-81" y="2060"/>
                        <a:pt x="8" y="1262"/>
                      </a:cubicBezTo>
                      <a:cubicBezTo>
                        <a:pt x="97" y="419"/>
                        <a:pt x="895" y="-113"/>
                        <a:pt x="1825" y="20"/>
                      </a:cubicBezTo>
                      <a:cubicBezTo>
                        <a:pt x="2712" y="109"/>
                        <a:pt x="3421" y="907"/>
                        <a:pt x="3333" y="170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79" name="Forme libre : forme 25278">
                  <a:extLst>
                    <a:ext uri="{FF2B5EF4-FFF2-40B4-BE49-F238E27FC236}">
                      <a16:creationId xmlns:a16="http://schemas.microsoft.com/office/drawing/2014/main" id="{E691D537-6E0D-4497-B0AF-1C9FE2D5F651}"/>
                    </a:ext>
                  </a:extLst>
                </p:cNvPr>
                <p:cNvSpPr/>
                <p:nvPr/>
              </p:nvSpPr>
              <p:spPr>
                <a:xfrm>
                  <a:off x="4421589" y="1271058"/>
                  <a:ext cx="28605" cy="28949"/>
                </a:xfrm>
                <a:custGeom>
                  <a:avLst/>
                  <a:gdLst>
                    <a:gd name="connsiteX0" fmla="*/ 27781 w 28605"/>
                    <a:gd name="connsiteY0" fmla="*/ 12190 h 28949"/>
                    <a:gd name="connsiteX1" fmla="*/ 27559 w 28605"/>
                    <a:gd name="connsiteY1" fmla="*/ 25533 h 28949"/>
                    <a:gd name="connsiteX2" fmla="*/ 24456 w 28605"/>
                    <a:gd name="connsiteY2" fmla="*/ 28947 h 28949"/>
                    <a:gd name="connsiteX3" fmla="*/ 21442 w 28605"/>
                    <a:gd name="connsiteY3" fmla="*/ 25755 h 28949"/>
                    <a:gd name="connsiteX4" fmla="*/ 15679 w 28605"/>
                    <a:gd name="connsiteY4" fmla="*/ 12810 h 28949"/>
                    <a:gd name="connsiteX5" fmla="*/ 11866 w 28605"/>
                    <a:gd name="connsiteY5" fmla="*/ 10594 h 28949"/>
                    <a:gd name="connsiteX6" fmla="*/ 6014 w 28605"/>
                    <a:gd name="connsiteY6" fmla="*/ 8023 h 28949"/>
                    <a:gd name="connsiteX7" fmla="*/ 429 w 28605"/>
                    <a:gd name="connsiteY7" fmla="*/ 2082 h 28949"/>
                    <a:gd name="connsiteX8" fmla="*/ 10581 w 28605"/>
                    <a:gd name="connsiteY8" fmla="*/ 176 h 28949"/>
                    <a:gd name="connsiteX9" fmla="*/ 20998 w 28605"/>
                    <a:gd name="connsiteY9" fmla="*/ 3589 h 28949"/>
                    <a:gd name="connsiteX10" fmla="*/ 27781 w 28605"/>
                    <a:gd name="connsiteY10" fmla="*/ 12190 h 28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605" h="28949">
                      <a:moveTo>
                        <a:pt x="27781" y="12190"/>
                      </a:moveTo>
                      <a:cubicBezTo>
                        <a:pt x="29155" y="16667"/>
                        <a:pt x="28623" y="21189"/>
                        <a:pt x="27559" y="25533"/>
                      </a:cubicBezTo>
                      <a:cubicBezTo>
                        <a:pt x="27160" y="27129"/>
                        <a:pt x="26229" y="29035"/>
                        <a:pt x="24456" y="28947"/>
                      </a:cubicBezTo>
                      <a:cubicBezTo>
                        <a:pt x="22860" y="28814"/>
                        <a:pt x="21929" y="27129"/>
                        <a:pt x="21442" y="25755"/>
                      </a:cubicBezTo>
                      <a:cubicBezTo>
                        <a:pt x="19979" y="21322"/>
                        <a:pt x="19491" y="16312"/>
                        <a:pt x="15679" y="12810"/>
                      </a:cubicBezTo>
                      <a:cubicBezTo>
                        <a:pt x="15058" y="12278"/>
                        <a:pt x="13639" y="11480"/>
                        <a:pt x="11866" y="10594"/>
                      </a:cubicBezTo>
                      <a:cubicBezTo>
                        <a:pt x="10093" y="9707"/>
                        <a:pt x="7965" y="8953"/>
                        <a:pt x="6014" y="8023"/>
                      </a:cubicBezTo>
                      <a:cubicBezTo>
                        <a:pt x="2113" y="6161"/>
                        <a:pt x="-1212" y="4077"/>
                        <a:pt x="429" y="2082"/>
                      </a:cubicBezTo>
                      <a:cubicBezTo>
                        <a:pt x="2113" y="43"/>
                        <a:pt x="6325" y="-267"/>
                        <a:pt x="10581" y="176"/>
                      </a:cubicBezTo>
                      <a:cubicBezTo>
                        <a:pt x="14836" y="708"/>
                        <a:pt x="19136" y="2437"/>
                        <a:pt x="20998" y="3589"/>
                      </a:cubicBezTo>
                      <a:cubicBezTo>
                        <a:pt x="24456" y="5629"/>
                        <a:pt x="26761" y="8732"/>
                        <a:pt x="27781" y="1219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08" name="Graphique 2">
                <a:extLst>
                  <a:ext uri="{FF2B5EF4-FFF2-40B4-BE49-F238E27FC236}">
                    <a16:creationId xmlns:a16="http://schemas.microsoft.com/office/drawing/2014/main" id="{BBD39599-09A1-4FA3-BDFA-68BF2D20A7AD}"/>
                  </a:ext>
                </a:extLst>
              </p:cNvPr>
              <p:cNvGrpSpPr/>
              <p:nvPr/>
            </p:nvGrpSpPr>
            <p:grpSpPr>
              <a:xfrm>
                <a:off x="4451604" y="1278103"/>
                <a:ext cx="72823" cy="66655"/>
                <a:chOff x="4451604" y="1278103"/>
                <a:chExt cx="72823" cy="66655"/>
              </a:xfrm>
              <a:solidFill>
                <a:schemeClr val="accent1"/>
              </a:solidFill>
            </p:grpSpPr>
            <p:sp>
              <p:nvSpPr>
                <p:cNvPr id="25256" name="Forme libre : forme 25255">
                  <a:extLst>
                    <a:ext uri="{FF2B5EF4-FFF2-40B4-BE49-F238E27FC236}">
                      <a16:creationId xmlns:a16="http://schemas.microsoft.com/office/drawing/2014/main" id="{97C65C58-1AD9-49FF-B45B-4FF8BC6EF29F}"/>
                    </a:ext>
                  </a:extLst>
                </p:cNvPr>
                <p:cNvSpPr/>
                <p:nvPr/>
              </p:nvSpPr>
              <p:spPr>
                <a:xfrm>
                  <a:off x="4451604" y="1278103"/>
                  <a:ext cx="72823" cy="66655"/>
                </a:xfrm>
                <a:custGeom>
                  <a:avLst/>
                  <a:gdLst>
                    <a:gd name="connsiteX0" fmla="*/ 30040 w 72823"/>
                    <a:gd name="connsiteY0" fmla="*/ 62908 h 66655"/>
                    <a:gd name="connsiteX1" fmla="*/ 21306 w 72823"/>
                    <a:gd name="connsiteY1" fmla="*/ 57367 h 66655"/>
                    <a:gd name="connsiteX2" fmla="*/ 12174 w 72823"/>
                    <a:gd name="connsiteY2" fmla="*/ 52757 h 66655"/>
                    <a:gd name="connsiteX3" fmla="*/ 6500 w 72823"/>
                    <a:gd name="connsiteY3" fmla="*/ 48678 h 66655"/>
                    <a:gd name="connsiteX4" fmla="*/ 2377 w 72823"/>
                    <a:gd name="connsiteY4" fmla="*/ 42871 h 66655"/>
                    <a:gd name="connsiteX5" fmla="*/ 205 w 72823"/>
                    <a:gd name="connsiteY5" fmla="*/ 35556 h 66655"/>
                    <a:gd name="connsiteX6" fmla="*/ 604 w 72823"/>
                    <a:gd name="connsiteY6" fmla="*/ 27710 h 66655"/>
                    <a:gd name="connsiteX7" fmla="*/ 4328 w 72823"/>
                    <a:gd name="connsiteY7" fmla="*/ 13036 h 66655"/>
                    <a:gd name="connsiteX8" fmla="*/ 8140 w 72823"/>
                    <a:gd name="connsiteY8" fmla="*/ 5987 h 66655"/>
                    <a:gd name="connsiteX9" fmla="*/ 15100 w 72823"/>
                    <a:gd name="connsiteY9" fmla="*/ 1466 h 66655"/>
                    <a:gd name="connsiteX10" fmla="*/ 24410 w 72823"/>
                    <a:gd name="connsiteY10" fmla="*/ 3 h 66655"/>
                    <a:gd name="connsiteX11" fmla="*/ 34606 w 72823"/>
                    <a:gd name="connsiteY11" fmla="*/ 2530 h 66655"/>
                    <a:gd name="connsiteX12" fmla="*/ 48703 w 72823"/>
                    <a:gd name="connsiteY12" fmla="*/ 9667 h 66655"/>
                    <a:gd name="connsiteX13" fmla="*/ 61958 w 72823"/>
                    <a:gd name="connsiteY13" fmla="*/ 18046 h 66655"/>
                    <a:gd name="connsiteX14" fmla="*/ 69095 w 72823"/>
                    <a:gd name="connsiteY14" fmla="*/ 25493 h 66655"/>
                    <a:gd name="connsiteX15" fmla="*/ 72509 w 72823"/>
                    <a:gd name="connsiteY15" fmla="*/ 34005 h 66655"/>
                    <a:gd name="connsiteX16" fmla="*/ 68253 w 72823"/>
                    <a:gd name="connsiteY16" fmla="*/ 49122 h 66655"/>
                    <a:gd name="connsiteX17" fmla="*/ 57791 w 72823"/>
                    <a:gd name="connsiteY17" fmla="*/ 60116 h 66655"/>
                    <a:gd name="connsiteX18" fmla="*/ 43827 w 72823"/>
                    <a:gd name="connsiteY18" fmla="*/ 66588 h 66655"/>
                    <a:gd name="connsiteX19" fmla="*/ 36512 w 72823"/>
                    <a:gd name="connsiteY19" fmla="*/ 66012 h 66655"/>
                    <a:gd name="connsiteX20" fmla="*/ 30040 w 72823"/>
                    <a:gd name="connsiteY20" fmla="*/ 62908 h 66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2823" h="66655">
                      <a:moveTo>
                        <a:pt x="30040" y="62908"/>
                      </a:moveTo>
                      <a:cubicBezTo>
                        <a:pt x="27114" y="61135"/>
                        <a:pt x="24321" y="58963"/>
                        <a:pt x="21306" y="57367"/>
                      </a:cubicBezTo>
                      <a:cubicBezTo>
                        <a:pt x="18248" y="55815"/>
                        <a:pt x="15366" y="53954"/>
                        <a:pt x="12174" y="52757"/>
                      </a:cubicBezTo>
                      <a:cubicBezTo>
                        <a:pt x="9958" y="51870"/>
                        <a:pt x="8140" y="50318"/>
                        <a:pt x="6500" y="48678"/>
                      </a:cubicBezTo>
                      <a:cubicBezTo>
                        <a:pt x="4815" y="47082"/>
                        <a:pt x="3441" y="45087"/>
                        <a:pt x="2377" y="42871"/>
                      </a:cubicBezTo>
                      <a:cubicBezTo>
                        <a:pt x="1313" y="40654"/>
                        <a:pt x="604" y="38039"/>
                        <a:pt x="205" y="35556"/>
                      </a:cubicBezTo>
                      <a:cubicBezTo>
                        <a:pt x="-150" y="33029"/>
                        <a:pt x="-61" y="30370"/>
                        <a:pt x="604" y="27710"/>
                      </a:cubicBezTo>
                      <a:lnTo>
                        <a:pt x="4328" y="13036"/>
                      </a:lnTo>
                      <a:cubicBezTo>
                        <a:pt x="4993" y="10376"/>
                        <a:pt x="6278" y="7982"/>
                        <a:pt x="8140" y="5987"/>
                      </a:cubicBezTo>
                      <a:cubicBezTo>
                        <a:pt x="10002" y="3904"/>
                        <a:pt x="12307" y="2530"/>
                        <a:pt x="15100" y="1466"/>
                      </a:cubicBezTo>
                      <a:cubicBezTo>
                        <a:pt x="17849" y="446"/>
                        <a:pt x="21041" y="-42"/>
                        <a:pt x="24410" y="3"/>
                      </a:cubicBezTo>
                      <a:cubicBezTo>
                        <a:pt x="27735" y="91"/>
                        <a:pt x="31192" y="1111"/>
                        <a:pt x="34606" y="2530"/>
                      </a:cubicBezTo>
                      <a:cubicBezTo>
                        <a:pt x="39527" y="4480"/>
                        <a:pt x="44048" y="7184"/>
                        <a:pt x="48703" y="9667"/>
                      </a:cubicBezTo>
                      <a:cubicBezTo>
                        <a:pt x="53313" y="12194"/>
                        <a:pt x="57525" y="15253"/>
                        <a:pt x="61958" y="18046"/>
                      </a:cubicBezTo>
                      <a:cubicBezTo>
                        <a:pt x="64840" y="20218"/>
                        <a:pt x="67233" y="22789"/>
                        <a:pt x="69095" y="25493"/>
                      </a:cubicBezTo>
                      <a:cubicBezTo>
                        <a:pt x="71002" y="28153"/>
                        <a:pt x="72021" y="31167"/>
                        <a:pt x="72509" y="34005"/>
                      </a:cubicBezTo>
                      <a:cubicBezTo>
                        <a:pt x="73528" y="39768"/>
                        <a:pt x="72065" y="45176"/>
                        <a:pt x="68253" y="49122"/>
                      </a:cubicBezTo>
                      <a:lnTo>
                        <a:pt x="57791" y="60116"/>
                      </a:lnTo>
                      <a:cubicBezTo>
                        <a:pt x="54023" y="64061"/>
                        <a:pt x="48836" y="66145"/>
                        <a:pt x="43827" y="66588"/>
                      </a:cubicBezTo>
                      <a:cubicBezTo>
                        <a:pt x="41300" y="66810"/>
                        <a:pt x="38906" y="66455"/>
                        <a:pt x="36512" y="66012"/>
                      </a:cubicBezTo>
                      <a:cubicBezTo>
                        <a:pt x="34207" y="65391"/>
                        <a:pt x="31990" y="64416"/>
                        <a:pt x="30040" y="6290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57" name="Forme libre : forme 25256">
                  <a:extLst>
                    <a:ext uri="{FF2B5EF4-FFF2-40B4-BE49-F238E27FC236}">
                      <a16:creationId xmlns:a16="http://schemas.microsoft.com/office/drawing/2014/main" id="{9F1B2D49-60BF-4A3D-B1B6-B2055F7D22DD}"/>
                    </a:ext>
                  </a:extLst>
                </p:cNvPr>
                <p:cNvSpPr/>
                <p:nvPr/>
              </p:nvSpPr>
              <p:spPr>
                <a:xfrm>
                  <a:off x="4451604" y="1299473"/>
                  <a:ext cx="58189" cy="45241"/>
                </a:xfrm>
                <a:custGeom>
                  <a:avLst/>
                  <a:gdLst>
                    <a:gd name="connsiteX0" fmla="*/ 23479 w 58189"/>
                    <a:gd name="connsiteY0" fmla="*/ 16580 h 45241"/>
                    <a:gd name="connsiteX1" fmla="*/ 16607 w 58189"/>
                    <a:gd name="connsiteY1" fmla="*/ 14452 h 45241"/>
                    <a:gd name="connsiteX2" fmla="*/ 10667 w 58189"/>
                    <a:gd name="connsiteY2" fmla="*/ 10861 h 45241"/>
                    <a:gd name="connsiteX3" fmla="*/ 2244 w 58189"/>
                    <a:gd name="connsiteY3" fmla="*/ 0 h 45241"/>
                    <a:gd name="connsiteX4" fmla="*/ 604 w 58189"/>
                    <a:gd name="connsiteY4" fmla="*/ 6339 h 45241"/>
                    <a:gd name="connsiteX5" fmla="*/ 205 w 58189"/>
                    <a:gd name="connsiteY5" fmla="*/ 14186 h 45241"/>
                    <a:gd name="connsiteX6" fmla="*/ 2377 w 58189"/>
                    <a:gd name="connsiteY6" fmla="*/ 21501 h 45241"/>
                    <a:gd name="connsiteX7" fmla="*/ 6500 w 58189"/>
                    <a:gd name="connsiteY7" fmla="*/ 27308 h 45241"/>
                    <a:gd name="connsiteX8" fmla="*/ 12174 w 58189"/>
                    <a:gd name="connsiteY8" fmla="*/ 31386 h 45241"/>
                    <a:gd name="connsiteX9" fmla="*/ 21306 w 58189"/>
                    <a:gd name="connsiteY9" fmla="*/ 35997 h 45241"/>
                    <a:gd name="connsiteX10" fmla="*/ 30040 w 58189"/>
                    <a:gd name="connsiteY10" fmla="*/ 41538 h 45241"/>
                    <a:gd name="connsiteX11" fmla="*/ 36556 w 58189"/>
                    <a:gd name="connsiteY11" fmla="*/ 44597 h 45241"/>
                    <a:gd name="connsiteX12" fmla="*/ 43871 w 58189"/>
                    <a:gd name="connsiteY12" fmla="*/ 45173 h 45241"/>
                    <a:gd name="connsiteX13" fmla="*/ 57835 w 58189"/>
                    <a:gd name="connsiteY13" fmla="*/ 38701 h 45241"/>
                    <a:gd name="connsiteX14" fmla="*/ 58190 w 58189"/>
                    <a:gd name="connsiteY14" fmla="*/ 38346 h 45241"/>
                    <a:gd name="connsiteX15" fmla="*/ 50122 w 58189"/>
                    <a:gd name="connsiteY15" fmla="*/ 31564 h 45241"/>
                    <a:gd name="connsiteX16" fmla="*/ 42009 w 58189"/>
                    <a:gd name="connsiteY16" fmla="*/ 25180 h 45241"/>
                    <a:gd name="connsiteX17" fmla="*/ 33232 w 58189"/>
                    <a:gd name="connsiteY17" fmla="*/ 19905 h 45241"/>
                    <a:gd name="connsiteX18" fmla="*/ 23479 w 58189"/>
                    <a:gd name="connsiteY18" fmla="*/ 16580 h 45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8189" h="45241">
                      <a:moveTo>
                        <a:pt x="23479" y="16580"/>
                      </a:moveTo>
                      <a:cubicBezTo>
                        <a:pt x="21041" y="16092"/>
                        <a:pt x="18735" y="15471"/>
                        <a:pt x="16607" y="14452"/>
                      </a:cubicBezTo>
                      <a:cubicBezTo>
                        <a:pt x="14480" y="13432"/>
                        <a:pt x="12573" y="12147"/>
                        <a:pt x="10667" y="10861"/>
                      </a:cubicBezTo>
                      <a:cubicBezTo>
                        <a:pt x="6988" y="8245"/>
                        <a:pt x="4150" y="4167"/>
                        <a:pt x="2244" y="0"/>
                      </a:cubicBezTo>
                      <a:lnTo>
                        <a:pt x="604" y="6339"/>
                      </a:lnTo>
                      <a:cubicBezTo>
                        <a:pt x="-61" y="8999"/>
                        <a:pt x="-150" y="11659"/>
                        <a:pt x="205" y="14186"/>
                      </a:cubicBezTo>
                      <a:cubicBezTo>
                        <a:pt x="604" y="16624"/>
                        <a:pt x="1269" y="19284"/>
                        <a:pt x="2377" y="21501"/>
                      </a:cubicBezTo>
                      <a:cubicBezTo>
                        <a:pt x="3441" y="23761"/>
                        <a:pt x="4815" y="25756"/>
                        <a:pt x="6500" y="27308"/>
                      </a:cubicBezTo>
                      <a:cubicBezTo>
                        <a:pt x="8140" y="28948"/>
                        <a:pt x="9958" y="30500"/>
                        <a:pt x="12174" y="31386"/>
                      </a:cubicBezTo>
                      <a:cubicBezTo>
                        <a:pt x="15366" y="32539"/>
                        <a:pt x="18248" y="34445"/>
                        <a:pt x="21306" y="35997"/>
                      </a:cubicBezTo>
                      <a:cubicBezTo>
                        <a:pt x="24321" y="37593"/>
                        <a:pt x="27114" y="39721"/>
                        <a:pt x="30040" y="41538"/>
                      </a:cubicBezTo>
                      <a:cubicBezTo>
                        <a:pt x="31990" y="43045"/>
                        <a:pt x="34162" y="44065"/>
                        <a:pt x="36556" y="44597"/>
                      </a:cubicBezTo>
                      <a:cubicBezTo>
                        <a:pt x="38950" y="45040"/>
                        <a:pt x="41344" y="45395"/>
                        <a:pt x="43871" y="45173"/>
                      </a:cubicBezTo>
                      <a:cubicBezTo>
                        <a:pt x="48836" y="44774"/>
                        <a:pt x="54023" y="42646"/>
                        <a:pt x="57835" y="38701"/>
                      </a:cubicBezTo>
                      <a:lnTo>
                        <a:pt x="58190" y="38346"/>
                      </a:lnTo>
                      <a:cubicBezTo>
                        <a:pt x="55353" y="36174"/>
                        <a:pt x="52693" y="33913"/>
                        <a:pt x="50122" y="31564"/>
                      </a:cubicBezTo>
                      <a:cubicBezTo>
                        <a:pt x="47417" y="29436"/>
                        <a:pt x="44713" y="27308"/>
                        <a:pt x="42009" y="25180"/>
                      </a:cubicBezTo>
                      <a:cubicBezTo>
                        <a:pt x="39172" y="23318"/>
                        <a:pt x="36246" y="21545"/>
                        <a:pt x="33232" y="19905"/>
                      </a:cubicBezTo>
                      <a:cubicBezTo>
                        <a:pt x="30084" y="18530"/>
                        <a:pt x="26804" y="17422"/>
                        <a:pt x="23479" y="16580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58" name="Forme libre : forme 25257">
                  <a:extLst>
                    <a:ext uri="{FF2B5EF4-FFF2-40B4-BE49-F238E27FC236}">
                      <a16:creationId xmlns:a16="http://schemas.microsoft.com/office/drawing/2014/main" id="{BE05F76F-83FB-4C9A-BCE2-FCF54FEBDC45}"/>
                    </a:ext>
                  </a:extLst>
                </p:cNvPr>
                <p:cNvSpPr/>
                <p:nvPr/>
              </p:nvSpPr>
              <p:spPr>
                <a:xfrm>
                  <a:off x="4475368" y="1302951"/>
                  <a:ext cx="29051" cy="24374"/>
                </a:xfrm>
                <a:custGeom>
                  <a:avLst/>
                  <a:gdLst>
                    <a:gd name="connsiteX0" fmla="*/ 27510 w 29051"/>
                    <a:gd name="connsiteY0" fmla="*/ 21259 h 24374"/>
                    <a:gd name="connsiteX1" fmla="*/ 19442 w 29051"/>
                    <a:gd name="connsiteY1" fmla="*/ 24362 h 24374"/>
                    <a:gd name="connsiteX2" fmla="*/ 14299 w 29051"/>
                    <a:gd name="connsiteY2" fmla="*/ 23431 h 24374"/>
                    <a:gd name="connsiteX3" fmla="*/ 9068 w 29051"/>
                    <a:gd name="connsiteY3" fmla="*/ 20993 h 24374"/>
                    <a:gd name="connsiteX4" fmla="*/ 1488 w 29051"/>
                    <a:gd name="connsiteY4" fmla="*/ 13191 h 24374"/>
                    <a:gd name="connsiteX5" fmla="*/ 645 w 29051"/>
                    <a:gd name="connsiteY5" fmla="*/ 4591 h 24374"/>
                    <a:gd name="connsiteX6" fmla="*/ 8137 w 29051"/>
                    <a:gd name="connsiteY6" fmla="*/ 25 h 24374"/>
                    <a:gd name="connsiteX7" fmla="*/ 20062 w 29051"/>
                    <a:gd name="connsiteY7" fmla="*/ 3261 h 24374"/>
                    <a:gd name="connsiteX8" fmla="*/ 25160 w 29051"/>
                    <a:gd name="connsiteY8" fmla="*/ 7561 h 24374"/>
                    <a:gd name="connsiteX9" fmla="*/ 28219 w 29051"/>
                    <a:gd name="connsiteY9" fmla="*/ 12482 h 24374"/>
                    <a:gd name="connsiteX10" fmla="*/ 27510 w 29051"/>
                    <a:gd name="connsiteY10" fmla="*/ 21259 h 2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051" h="24374">
                      <a:moveTo>
                        <a:pt x="27510" y="21259"/>
                      </a:moveTo>
                      <a:cubicBezTo>
                        <a:pt x="25737" y="23520"/>
                        <a:pt x="22722" y="24495"/>
                        <a:pt x="19442" y="24362"/>
                      </a:cubicBezTo>
                      <a:cubicBezTo>
                        <a:pt x="17801" y="24274"/>
                        <a:pt x="16117" y="23919"/>
                        <a:pt x="14299" y="23431"/>
                      </a:cubicBezTo>
                      <a:cubicBezTo>
                        <a:pt x="12526" y="22899"/>
                        <a:pt x="10753" y="22101"/>
                        <a:pt x="9068" y="20993"/>
                      </a:cubicBezTo>
                      <a:cubicBezTo>
                        <a:pt x="5699" y="18732"/>
                        <a:pt x="2950" y="16250"/>
                        <a:pt x="1488" y="13191"/>
                      </a:cubicBezTo>
                      <a:cubicBezTo>
                        <a:pt x="25" y="10132"/>
                        <a:pt x="-552" y="7250"/>
                        <a:pt x="645" y="4591"/>
                      </a:cubicBezTo>
                      <a:cubicBezTo>
                        <a:pt x="1842" y="2019"/>
                        <a:pt x="4635" y="202"/>
                        <a:pt x="8137" y="25"/>
                      </a:cubicBezTo>
                      <a:cubicBezTo>
                        <a:pt x="11595" y="-153"/>
                        <a:pt x="16117" y="601"/>
                        <a:pt x="20062" y="3261"/>
                      </a:cubicBezTo>
                      <a:cubicBezTo>
                        <a:pt x="22057" y="4546"/>
                        <a:pt x="23786" y="6009"/>
                        <a:pt x="25160" y="7561"/>
                      </a:cubicBezTo>
                      <a:cubicBezTo>
                        <a:pt x="26579" y="9068"/>
                        <a:pt x="27598" y="10797"/>
                        <a:pt x="28219" y="12482"/>
                      </a:cubicBezTo>
                      <a:cubicBezTo>
                        <a:pt x="29505" y="15851"/>
                        <a:pt x="29327" y="18998"/>
                        <a:pt x="27510" y="21259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59" name="Forme libre : forme 25258">
                  <a:extLst>
                    <a:ext uri="{FF2B5EF4-FFF2-40B4-BE49-F238E27FC236}">
                      <a16:creationId xmlns:a16="http://schemas.microsoft.com/office/drawing/2014/main" id="{CDF5D144-08E2-4262-B915-FF8E84256886}"/>
                    </a:ext>
                  </a:extLst>
                </p:cNvPr>
                <p:cNvSpPr/>
                <p:nvPr/>
              </p:nvSpPr>
              <p:spPr>
                <a:xfrm>
                  <a:off x="4475368" y="1302912"/>
                  <a:ext cx="15185" cy="23647"/>
                </a:xfrm>
                <a:custGeom>
                  <a:avLst/>
                  <a:gdLst>
                    <a:gd name="connsiteX0" fmla="*/ 10930 w 15185"/>
                    <a:gd name="connsiteY0" fmla="*/ 108 h 23647"/>
                    <a:gd name="connsiteX1" fmla="*/ 645 w 15185"/>
                    <a:gd name="connsiteY1" fmla="*/ 4585 h 23647"/>
                    <a:gd name="connsiteX2" fmla="*/ 1488 w 15185"/>
                    <a:gd name="connsiteY2" fmla="*/ 13185 h 23647"/>
                    <a:gd name="connsiteX3" fmla="*/ 9068 w 15185"/>
                    <a:gd name="connsiteY3" fmla="*/ 20988 h 23647"/>
                    <a:gd name="connsiteX4" fmla="*/ 15186 w 15185"/>
                    <a:gd name="connsiteY4" fmla="*/ 23647 h 23647"/>
                    <a:gd name="connsiteX5" fmla="*/ 12526 w 15185"/>
                    <a:gd name="connsiteY5" fmla="*/ 21032 h 23647"/>
                    <a:gd name="connsiteX6" fmla="*/ 8979 w 15185"/>
                    <a:gd name="connsiteY6" fmla="*/ 10481 h 23647"/>
                    <a:gd name="connsiteX7" fmla="*/ 10930 w 15185"/>
                    <a:gd name="connsiteY7" fmla="*/ 108 h 23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185" h="23647">
                      <a:moveTo>
                        <a:pt x="10930" y="108"/>
                      </a:moveTo>
                      <a:cubicBezTo>
                        <a:pt x="6098" y="-469"/>
                        <a:pt x="2153" y="1305"/>
                        <a:pt x="645" y="4585"/>
                      </a:cubicBezTo>
                      <a:cubicBezTo>
                        <a:pt x="-552" y="7245"/>
                        <a:pt x="25" y="10126"/>
                        <a:pt x="1488" y="13185"/>
                      </a:cubicBezTo>
                      <a:cubicBezTo>
                        <a:pt x="2995" y="16244"/>
                        <a:pt x="5743" y="18727"/>
                        <a:pt x="9068" y="20988"/>
                      </a:cubicBezTo>
                      <a:cubicBezTo>
                        <a:pt x="11063" y="22273"/>
                        <a:pt x="13147" y="23160"/>
                        <a:pt x="15186" y="23647"/>
                      </a:cubicBezTo>
                      <a:cubicBezTo>
                        <a:pt x="14166" y="22938"/>
                        <a:pt x="13280" y="22096"/>
                        <a:pt x="12526" y="21032"/>
                      </a:cubicBezTo>
                      <a:cubicBezTo>
                        <a:pt x="10664" y="17884"/>
                        <a:pt x="9467" y="14072"/>
                        <a:pt x="8979" y="10481"/>
                      </a:cubicBezTo>
                      <a:cubicBezTo>
                        <a:pt x="8581" y="6802"/>
                        <a:pt x="9024" y="3078"/>
                        <a:pt x="10930" y="108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60" name="Forme libre : forme 25259">
                  <a:extLst>
                    <a:ext uri="{FF2B5EF4-FFF2-40B4-BE49-F238E27FC236}">
                      <a16:creationId xmlns:a16="http://schemas.microsoft.com/office/drawing/2014/main" id="{4D85C898-B8D5-41DA-9407-37B082328D60}"/>
                    </a:ext>
                  </a:extLst>
                </p:cNvPr>
                <p:cNvSpPr/>
                <p:nvPr/>
              </p:nvSpPr>
              <p:spPr>
                <a:xfrm>
                  <a:off x="4475781" y="1305681"/>
                  <a:ext cx="28525" cy="24347"/>
                </a:xfrm>
                <a:custGeom>
                  <a:avLst/>
                  <a:gdLst>
                    <a:gd name="connsiteX0" fmla="*/ 26920 w 28525"/>
                    <a:gd name="connsiteY0" fmla="*/ 21277 h 24347"/>
                    <a:gd name="connsiteX1" fmla="*/ 18852 w 28525"/>
                    <a:gd name="connsiteY1" fmla="*/ 24336 h 24347"/>
                    <a:gd name="connsiteX2" fmla="*/ 13798 w 28525"/>
                    <a:gd name="connsiteY2" fmla="*/ 23317 h 24347"/>
                    <a:gd name="connsiteX3" fmla="*/ 8656 w 28525"/>
                    <a:gd name="connsiteY3" fmla="*/ 20923 h 24347"/>
                    <a:gd name="connsiteX4" fmla="*/ 4311 w 28525"/>
                    <a:gd name="connsiteY4" fmla="*/ 17287 h 24347"/>
                    <a:gd name="connsiteX5" fmla="*/ 1341 w 28525"/>
                    <a:gd name="connsiteY5" fmla="*/ 13120 h 24347"/>
                    <a:gd name="connsiteX6" fmla="*/ 720 w 28525"/>
                    <a:gd name="connsiteY6" fmla="*/ 4476 h 24347"/>
                    <a:gd name="connsiteX7" fmla="*/ 8168 w 28525"/>
                    <a:gd name="connsiteY7" fmla="*/ 43 h 24347"/>
                    <a:gd name="connsiteX8" fmla="*/ 13887 w 28525"/>
                    <a:gd name="connsiteY8" fmla="*/ 575 h 24347"/>
                    <a:gd name="connsiteX9" fmla="*/ 19871 w 28525"/>
                    <a:gd name="connsiteY9" fmla="*/ 3279 h 24347"/>
                    <a:gd name="connsiteX10" fmla="*/ 24881 w 28525"/>
                    <a:gd name="connsiteY10" fmla="*/ 7535 h 24347"/>
                    <a:gd name="connsiteX11" fmla="*/ 27762 w 28525"/>
                    <a:gd name="connsiteY11" fmla="*/ 12500 h 24347"/>
                    <a:gd name="connsiteX12" fmla="*/ 26920 w 28525"/>
                    <a:gd name="connsiteY12" fmla="*/ 21277 h 24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8525" h="24347">
                      <a:moveTo>
                        <a:pt x="26920" y="21277"/>
                      </a:moveTo>
                      <a:cubicBezTo>
                        <a:pt x="25102" y="23494"/>
                        <a:pt x="22088" y="24469"/>
                        <a:pt x="18852" y="24336"/>
                      </a:cubicBezTo>
                      <a:cubicBezTo>
                        <a:pt x="17211" y="24292"/>
                        <a:pt x="15527" y="23893"/>
                        <a:pt x="13798" y="23317"/>
                      </a:cubicBezTo>
                      <a:cubicBezTo>
                        <a:pt x="12025" y="22829"/>
                        <a:pt x="10296" y="22031"/>
                        <a:pt x="8656" y="20923"/>
                      </a:cubicBezTo>
                      <a:cubicBezTo>
                        <a:pt x="7015" y="19859"/>
                        <a:pt x="5597" y="18484"/>
                        <a:pt x="4311" y="17287"/>
                      </a:cubicBezTo>
                      <a:cubicBezTo>
                        <a:pt x="3070" y="16002"/>
                        <a:pt x="2050" y="14628"/>
                        <a:pt x="1341" y="13120"/>
                      </a:cubicBezTo>
                      <a:cubicBezTo>
                        <a:pt x="-122" y="10194"/>
                        <a:pt x="-477" y="7047"/>
                        <a:pt x="720" y="4476"/>
                      </a:cubicBezTo>
                      <a:cubicBezTo>
                        <a:pt x="1962" y="1816"/>
                        <a:pt x="4666" y="309"/>
                        <a:pt x="8168" y="43"/>
                      </a:cubicBezTo>
                      <a:cubicBezTo>
                        <a:pt x="9897" y="-90"/>
                        <a:pt x="11847" y="87"/>
                        <a:pt x="13887" y="575"/>
                      </a:cubicBezTo>
                      <a:cubicBezTo>
                        <a:pt x="15970" y="1018"/>
                        <a:pt x="17921" y="2038"/>
                        <a:pt x="19871" y="3279"/>
                      </a:cubicBezTo>
                      <a:cubicBezTo>
                        <a:pt x="21822" y="4564"/>
                        <a:pt x="23506" y="5983"/>
                        <a:pt x="24881" y="7535"/>
                      </a:cubicBezTo>
                      <a:cubicBezTo>
                        <a:pt x="26211" y="9086"/>
                        <a:pt x="27142" y="10860"/>
                        <a:pt x="27762" y="12500"/>
                      </a:cubicBezTo>
                      <a:cubicBezTo>
                        <a:pt x="29003" y="15958"/>
                        <a:pt x="28737" y="19061"/>
                        <a:pt x="26920" y="2127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61" name="Forme libre : forme 25260">
                  <a:extLst>
                    <a:ext uri="{FF2B5EF4-FFF2-40B4-BE49-F238E27FC236}">
                      <a16:creationId xmlns:a16="http://schemas.microsoft.com/office/drawing/2014/main" id="{C5BE86F6-6CA9-4105-82A9-2EA5B658186D}"/>
                    </a:ext>
                  </a:extLst>
                </p:cNvPr>
                <p:cNvSpPr/>
                <p:nvPr/>
              </p:nvSpPr>
              <p:spPr>
                <a:xfrm>
                  <a:off x="4460891" y="1288745"/>
                  <a:ext cx="31034" cy="45403"/>
                </a:xfrm>
                <a:custGeom>
                  <a:avLst/>
                  <a:gdLst>
                    <a:gd name="connsiteX0" fmla="*/ 2177 w 31034"/>
                    <a:gd name="connsiteY0" fmla="*/ 15161 h 45403"/>
                    <a:gd name="connsiteX1" fmla="*/ 5 w 31034"/>
                    <a:gd name="connsiteY1" fmla="*/ 24604 h 45403"/>
                    <a:gd name="connsiteX2" fmla="*/ 8827 w 31034"/>
                    <a:gd name="connsiteY2" fmla="*/ 39499 h 45403"/>
                    <a:gd name="connsiteX3" fmla="*/ 14767 w 31034"/>
                    <a:gd name="connsiteY3" fmla="*/ 43400 h 45403"/>
                    <a:gd name="connsiteX4" fmla="*/ 21594 w 31034"/>
                    <a:gd name="connsiteY4" fmla="*/ 45395 h 45403"/>
                    <a:gd name="connsiteX5" fmla="*/ 30859 w 31034"/>
                    <a:gd name="connsiteY5" fmla="*/ 40386 h 45403"/>
                    <a:gd name="connsiteX6" fmla="*/ 29352 w 31034"/>
                    <a:gd name="connsiteY6" fmla="*/ 33426 h 45403"/>
                    <a:gd name="connsiteX7" fmla="*/ 26160 w 31034"/>
                    <a:gd name="connsiteY7" fmla="*/ 25136 h 45403"/>
                    <a:gd name="connsiteX8" fmla="*/ 23545 w 31034"/>
                    <a:gd name="connsiteY8" fmla="*/ 16668 h 45403"/>
                    <a:gd name="connsiteX9" fmla="*/ 20530 w 31034"/>
                    <a:gd name="connsiteY9" fmla="*/ 6694 h 45403"/>
                    <a:gd name="connsiteX10" fmla="*/ 12196 w 31034"/>
                    <a:gd name="connsiteY10" fmla="*/ 0 h 45403"/>
                    <a:gd name="connsiteX11" fmla="*/ 2177 w 31034"/>
                    <a:gd name="connsiteY11" fmla="*/ 15161 h 45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034" h="45403">
                      <a:moveTo>
                        <a:pt x="2177" y="15161"/>
                      </a:moveTo>
                      <a:cubicBezTo>
                        <a:pt x="1025" y="18220"/>
                        <a:pt x="-84" y="21368"/>
                        <a:pt x="5" y="24604"/>
                      </a:cubicBezTo>
                      <a:cubicBezTo>
                        <a:pt x="360" y="30633"/>
                        <a:pt x="4394" y="36085"/>
                        <a:pt x="8827" y="39499"/>
                      </a:cubicBezTo>
                      <a:cubicBezTo>
                        <a:pt x="10600" y="41095"/>
                        <a:pt x="12595" y="42469"/>
                        <a:pt x="14767" y="43400"/>
                      </a:cubicBezTo>
                      <a:cubicBezTo>
                        <a:pt x="16895" y="44375"/>
                        <a:pt x="19112" y="45262"/>
                        <a:pt x="21594" y="45395"/>
                      </a:cubicBezTo>
                      <a:cubicBezTo>
                        <a:pt x="25274" y="45528"/>
                        <a:pt x="29884" y="44154"/>
                        <a:pt x="30859" y="40386"/>
                      </a:cubicBezTo>
                      <a:cubicBezTo>
                        <a:pt x="31480" y="37992"/>
                        <a:pt x="30327" y="35687"/>
                        <a:pt x="29352" y="33426"/>
                      </a:cubicBezTo>
                      <a:cubicBezTo>
                        <a:pt x="28155" y="30810"/>
                        <a:pt x="27136" y="27929"/>
                        <a:pt x="26160" y="25136"/>
                      </a:cubicBezTo>
                      <a:cubicBezTo>
                        <a:pt x="25141" y="22431"/>
                        <a:pt x="24298" y="19594"/>
                        <a:pt x="23545" y="16668"/>
                      </a:cubicBezTo>
                      <a:cubicBezTo>
                        <a:pt x="22924" y="14230"/>
                        <a:pt x="22303" y="10019"/>
                        <a:pt x="20530" y="6694"/>
                      </a:cubicBezTo>
                      <a:cubicBezTo>
                        <a:pt x="18801" y="3281"/>
                        <a:pt x="16141" y="266"/>
                        <a:pt x="12196" y="0"/>
                      </a:cubicBezTo>
                      <a:cubicBezTo>
                        <a:pt x="5059" y="44"/>
                        <a:pt x="3862" y="10950"/>
                        <a:pt x="2177" y="1516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62" name="Forme libre : forme 25261">
                  <a:extLst>
                    <a:ext uri="{FF2B5EF4-FFF2-40B4-BE49-F238E27FC236}">
                      <a16:creationId xmlns:a16="http://schemas.microsoft.com/office/drawing/2014/main" id="{6A298BF9-B53F-4638-8B84-E9A4C94EB84B}"/>
                    </a:ext>
                  </a:extLst>
                </p:cNvPr>
                <p:cNvSpPr/>
                <p:nvPr/>
              </p:nvSpPr>
              <p:spPr>
                <a:xfrm>
                  <a:off x="4472503" y="1293257"/>
                  <a:ext cx="15661" cy="7613"/>
                </a:xfrm>
                <a:custGeom>
                  <a:avLst/>
                  <a:gdLst>
                    <a:gd name="connsiteX0" fmla="*/ 1737 w 15661"/>
                    <a:gd name="connsiteY0" fmla="*/ 2271 h 7613"/>
                    <a:gd name="connsiteX1" fmla="*/ 141 w 15661"/>
                    <a:gd name="connsiteY1" fmla="*/ 4000 h 7613"/>
                    <a:gd name="connsiteX2" fmla="*/ 585 w 15661"/>
                    <a:gd name="connsiteY2" fmla="*/ 6305 h 7613"/>
                    <a:gd name="connsiteX3" fmla="*/ 2846 w 15661"/>
                    <a:gd name="connsiteY3" fmla="*/ 7192 h 7613"/>
                    <a:gd name="connsiteX4" fmla="*/ 9185 w 15661"/>
                    <a:gd name="connsiteY4" fmla="*/ 7591 h 7613"/>
                    <a:gd name="connsiteX5" fmla="*/ 11712 w 15661"/>
                    <a:gd name="connsiteY5" fmla="*/ 7413 h 7613"/>
                    <a:gd name="connsiteX6" fmla="*/ 13042 w 15661"/>
                    <a:gd name="connsiteY6" fmla="*/ 498 h 7613"/>
                    <a:gd name="connsiteX7" fmla="*/ 1737 w 15661"/>
                    <a:gd name="connsiteY7" fmla="*/ 2271 h 7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661" h="7613">
                      <a:moveTo>
                        <a:pt x="1737" y="2271"/>
                      </a:moveTo>
                      <a:cubicBezTo>
                        <a:pt x="1072" y="2714"/>
                        <a:pt x="452" y="3290"/>
                        <a:pt x="141" y="4000"/>
                      </a:cubicBezTo>
                      <a:cubicBezTo>
                        <a:pt x="-125" y="4709"/>
                        <a:pt x="-36" y="5684"/>
                        <a:pt x="585" y="6305"/>
                      </a:cubicBezTo>
                      <a:cubicBezTo>
                        <a:pt x="1161" y="6881"/>
                        <a:pt x="2048" y="7059"/>
                        <a:pt x="2846" y="7192"/>
                      </a:cubicBezTo>
                      <a:cubicBezTo>
                        <a:pt x="4929" y="7502"/>
                        <a:pt x="7057" y="7635"/>
                        <a:pt x="9185" y="7591"/>
                      </a:cubicBezTo>
                      <a:cubicBezTo>
                        <a:pt x="10027" y="7635"/>
                        <a:pt x="10914" y="7635"/>
                        <a:pt x="11712" y="7413"/>
                      </a:cubicBezTo>
                      <a:cubicBezTo>
                        <a:pt x="15037" y="6527"/>
                        <a:pt x="17962" y="2404"/>
                        <a:pt x="13042" y="498"/>
                      </a:cubicBezTo>
                      <a:cubicBezTo>
                        <a:pt x="9141" y="-699"/>
                        <a:pt x="4441" y="409"/>
                        <a:pt x="1737" y="227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63" name="Forme libre : forme 25262">
                  <a:extLst>
                    <a:ext uri="{FF2B5EF4-FFF2-40B4-BE49-F238E27FC236}">
                      <a16:creationId xmlns:a16="http://schemas.microsoft.com/office/drawing/2014/main" id="{CF1A65D9-4F54-4605-906E-AE7711F86258}"/>
                    </a:ext>
                  </a:extLst>
                </p:cNvPr>
                <p:cNvSpPr/>
                <p:nvPr/>
              </p:nvSpPr>
              <p:spPr>
                <a:xfrm>
                  <a:off x="4482619" y="1335159"/>
                  <a:ext cx="26775" cy="6886"/>
                </a:xfrm>
                <a:custGeom>
                  <a:avLst/>
                  <a:gdLst>
                    <a:gd name="connsiteX0" fmla="*/ 26776 w 26775"/>
                    <a:gd name="connsiteY0" fmla="*/ 0 h 6886"/>
                    <a:gd name="connsiteX1" fmla="*/ 19461 w 26775"/>
                    <a:gd name="connsiteY1" fmla="*/ 5009 h 6886"/>
                    <a:gd name="connsiteX2" fmla="*/ 11038 w 26775"/>
                    <a:gd name="connsiteY2" fmla="*/ 6871 h 6886"/>
                    <a:gd name="connsiteX3" fmla="*/ 0 w 26775"/>
                    <a:gd name="connsiteY3" fmla="*/ 5142 h 6886"/>
                    <a:gd name="connsiteX4" fmla="*/ 8201 w 26775"/>
                    <a:gd name="connsiteY4" fmla="*/ 5852 h 6886"/>
                    <a:gd name="connsiteX5" fmla="*/ 26776 w 26775"/>
                    <a:gd name="connsiteY5" fmla="*/ 0 h 6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775" h="6886">
                      <a:moveTo>
                        <a:pt x="26776" y="0"/>
                      </a:moveTo>
                      <a:cubicBezTo>
                        <a:pt x="26776" y="0"/>
                        <a:pt x="24160" y="3014"/>
                        <a:pt x="19461" y="5009"/>
                      </a:cubicBezTo>
                      <a:cubicBezTo>
                        <a:pt x="17112" y="6029"/>
                        <a:pt x="14275" y="6783"/>
                        <a:pt x="11038" y="6871"/>
                      </a:cubicBezTo>
                      <a:cubicBezTo>
                        <a:pt x="7802" y="6960"/>
                        <a:pt x="4034" y="6694"/>
                        <a:pt x="0" y="5142"/>
                      </a:cubicBezTo>
                      <a:cubicBezTo>
                        <a:pt x="0" y="5142"/>
                        <a:pt x="3192" y="6118"/>
                        <a:pt x="8201" y="5852"/>
                      </a:cubicBezTo>
                      <a:cubicBezTo>
                        <a:pt x="13211" y="5586"/>
                        <a:pt x="19860" y="4743"/>
                        <a:pt x="267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64" name="Forme libre : forme 25263">
                  <a:extLst>
                    <a:ext uri="{FF2B5EF4-FFF2-40B4-BE49-F238E27FC236}">
                      <a16:creationId xmlns:a16="http://schemas.microsoft.com/office/drawing/2014/main" id="{DACC5DD9-2FC7-49FD-BA57-0FE93654D22C}"/>
                    </a:ext>
                  </a:extLst>
                </p:cNvPr>
                <p:cNvSpPr/>
                <p:nvPr/>
              </p:nvSpPr>
              <p:spPr>
                <a:xfrm>
                  <a:off x="4456907" y="1280458"/>
                  <a:ext cx="30145" cy="12543"/>
                </a:xfrm>
                <a:custGeom>
                  <a:avLst/>
                  <a:gdLst>
                    <a:gd name="connsiteX0" fmla="*/ 30145 w 30145"/>
                    <a:gd name="connsiteY0" fmla="*/ 2214 h 12543"/>
                    <a:gd name="connsiteX1" fmla="*/ 26510 w 30145"/>
                    <a:gd name="connsiteY1" fmla="*/ 1061 h 12543"/>
                    <a:gd name="connsiteX2" fmla="*/ 17821 w 30145"/>
                    <a:gd name="connsiteY2" fmla="*/ 42 h 12543"/>
                    <a:gd name="connsiteX3" fmla="*/ 7669 w 30145"/>
                    <a:gd name="connsiteY3" fmla="*/ 3012 h 12543"/>
                    <a:gd name="connsiteX4" fmla="*/ 0 w 30145"/>
                    <a:gd name="connsiteY4" fmla="*/ 12543 h 12543"/>
                    <a:gd name="connsiteX5" fmla="*/ 6827 w 30145"/>
                    <a:gd name="connsiteY5" fmla="*/ 5317 h 12543"/>
                    <a:gd name="connsiteX6" fmla="*/ 16269 w 30145"/>
                    <a:gd name="connsiteY6" fmla="*/ 1327 h 12543"/>
                    <a:gd name="connsiteX7" fmla="*/ 30145 w 30145"/>
                    <a:gd name="connsiteY7" fmla="*/ 2214 h 12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145" h="12543">
                      <a:moveTo>
                        <a:pt x="30145" y="2214"/>
                      </a:moveTo>
                      <a:cubicBezTo>
                        <a:pt x="30145" y="2214"/>
                        <a:pt x="28726" y="1638"/>
                        <a:pt x="26510" y="1061"/>
                      </a:cubicBezTo>
                      <a:cubicBezTo>
                        <a:pt x="24249" y="529"/>
                        <a:pt x="21190" y="-180"/>
                        <a:pt x="17821" y="42"/>
                      </a:cubicBezTo>
                      <a:cubicBezTo>
                        <a:pt x="14408" y="263"/>
                        <a:pt x="10817" y="1106"/>
                        <a:pt x="7669" y="3012"/>
                      </a:cubicBezTo>
                      <a:cubicBezTo>
                        <a:pt x="4522" y="4874"/>
                        <a:pt x="1818" y="7933"/>
                        <a:pt x="0" y="12543"/>
                      </a:cubicBezTo>
                      <a:cubicBezTo>
                        <a:pt x="0" y="12543"/>
                        <a:pt x="2084" y="8598"/>
                        <a:pt x="6827" y="5317"/>
                      </a:cubicBezTo>
                      <a:cubicBezTo>
                        <a:pt x="9221" y="3677"/>
                        <a:pt x="12368" y="2125"/>
                        <a:pt x="16269" y="1327"/>
                      </a:cubicBezTo>
                      <a:cubicBezTo>
                        <a:pt x="20215" y="396"/>
                        <a:pt x="24781" y="840"/>
                        <a:pt x="30145" y="22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65" name="Forme libre : forme 25264">
                  <a:extLst>
                    <a:ext uri="{FF2B5EF4-FFF2-40B4-BE49-F238E27FC236}">
                      <a16:creationId xmlns:a16="http://schemas.microsoft.com/office/drawing/2014/main" id="{6E45A881-2659-4E2E-90FD-A129B0EB7B42}"/>
                    </a:ext>
                  </a:extLst>
                </p:cNvPr>
                <p:cNvSpPr/>
                <p:nvPr/>
              </p:nvSpPr>
              <p:spPr>
                <a:xfrm>
                  <a:off x="4490271" y="1307701"/>
                  <a:ext cx="9769" cy="10423"/>
                </a:xfrm>
                <a:custGeom>
                  <a:avLst/>
                  <a:gdLst>
                    <a:gd name="connsiteX0" fmla="*/ 8839 w 9769"/>
                    <a:gd name="connsiteY0" fmla="*/ 10081 h 10423"/>
                    <a:gd name="connsiteX1" fmla="*/ 2145 w 9769"/>
                    <a:gd name="connsiteY1" fmla="*/ 7243 h 10423"/>
                    <a:gd name="connsiteX2" fmla="*/ 815 w 9769"/>
                    <a:gd name="connsiteY2" fmla="*/ 416 h 10423"/>
                    <a:gd name="connsiteX3" fmla="*/ 7730 w 9769"/>
                    <a:gd name="connsiteY3" fmla="*/ 3298 h 10423"/>
                    <a:gd name="connsiteX4" fmla="*/ 8839 w 9769"/>
                    <a:gd name="connsiteY4" fmla="*/ 10081 h 10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69" h="10423">
                      <a:moveTo>
                        <a:pt x="8839" y="10081"/>
                      </a:moveTo>
                      <a:cubicBezTo>
                        <a:pt x="7287" y="11056"/>
                        <a:pt x="4272" y="9903"/>
                        <a:pt x="2145" y="7243"/>
                      </a:cubicBezTo>
                      <a:cubicBezTo>
                        <a:pt x="-28" y="4628"/>
                        <a:pt x="-693" y="1525"/>
                        <a:pt x="815" y="416"/>
                      </a:cubicBezTo>
                      <a:cubicBezTo>
                        <a:pt x="2278" y="-736"/>
                        <a:pt x="5425" y="594"/>
                        <a:pt x="7730" y="3298"/>
                      </a:cubicBezTo>
                      <a:cubicBezTo>
                        <a:pt x="9991" y="5958"/>
                        <a:pt x="10390" y="9017"/>
                        <a:pt x="8839" y="1008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66" name="Forme libre : forme 25265">
                  <a:extLst>
                    <a:ext uri="{FF2B5EF4-FFF2-40B4-BE49-F238E27FC236}">
                      <a16:creationId xmlns:a16="http://schemas.microsoft.com/office/drawing/2014/main" id="{68F3E1C6-6C04-4160-8BCB-FE7F04929630}"/>
                    </a:ext>
                  </a:extLst>
                </p:cNvPr>
                <p:cNvSpPr/>
                <p:nvPr/>
              </p:nvSpPr>
              <p:spPr>
                <a:xfrm>
                  <a:off x="4498019" y="1315528"/>
                  <a:ext cx="3225" cy="3167"/>
                </a:xfrm>
                <a:custGeom>
                  <a:avLst/>
                  <a:gdLst>
                    <a:gd name="connsiteX0" fmla="*/ 2953 w 3225"/>
                    <a:gd name="connsiteY0" fmla="*/ 2608 h 3167"/>
                    <a:gd name="connsiteX1" fmla="*/ 736 w 3225"/>
                    <a:gd name="connsiteY1" fmla="*/ 2785 h 3167"/>
                    <a:gd name="connsiteX2" fmla="*/ 248 w 3225"/>
                    <a:gd name="connsiteY2" fmla="*/ 613 h 3167"/>
                    <a:gd name="connsiteX3" fmla="*/ 2509 w 3225"/>
                    <a:gd name="connsiteY3" fmla="*/ 347 h 3167"/>
                    <a:gd name="connsiteX4" fmla="*/ 2953 w 3225"/>
                    <a:gd name="connsiteY4" fmla="*/ 2608 h 3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25" h="3167">
                      <a:moveTo>
                        <a:pt x="2953" y="2608"/>
                      </a:moveTo>
                      <a:cubicBezTo>
                        <a:pt x="2465" y="3273"/>
                        <a:pt x="1490" y="3362"/>
                        <a:pt x="736" y="2785"/>
                      </a:cubicBezTo>
                      <a:cubicBezTo>
                        <a:pt x="27" y="2209"/>
                        <a:pt x="-239" y="1322"/>
                        <a:pt x="248" y="613"/>
                      </a:cubicBezTo>
                      <a:cubicBezTo>
                        <a:pt x="692" y="-52"/>
                        <a:pt x="1756" y="-229"/>
                        <a:pt x="2509" y="347"/>
                      </a:cubicBezTo>
                      <a:cubicBezTo>
                        <a:pt x="3263" y="923"/>
                        <a:pt x="3440" y="1943"/>
                        <a:pt x="2953" y="26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67" name="Forme libre : forme 25266">
                  <a:extLst>
                    <a:ext uri="{FF2B5EF4-FFF2-40B4-BE49-F238E27FC236}">
                      <a16:creationId xmlns:a16="http://schemas.microsoft.com/office/drawing/2014/main" id="{46BCF161-FBD2-447F-A7DE-43B3F86D4A8D}"/>
                    </a:ext>
                  </a:extLst>
                </p:cNvPr>
                <p:cNvSpPr/>
                <p:nvPr/>
              </p:nvSpPr>
              <p:spPr>
                <a:xfrm>
                  <a:off x="4498075" y="1294224"/>
                  <a:ext cx="20384" cy="36169"/>
                </a:xfrm>
                <a:custGeom>
                  <a:avLst/>
                  <a:gdLst>
                    <a:gd name="connsiteX0" fmla="*/ 19964 w 20384"/>
                    <a:gd name="connsiteY0" fmla="*/ 22937 h 36169"/>
                    <a:gd name="connsiteX1" fmla="*/ 13182 w 20384"/>
                    <a:gd name="connsiteY1" fmla="*/ 34374 h 36169"/>
                    <a:gd name="connsiteX2" fmla="*/ 8793 w 20384"/>
                    <a:gd name="connsiteY2" fmla="*/ 35837 h 36169"/>
                    <a:gd name="connsiteX3" fmla="*/ 7817 w 20384"/>
                    <a:gd name="connsiteY3" fmla="*/ 31493 h 36169"/>
                    <a:gd name="connsiteX4" fmla="*/ 9280 w 20384"/>
                    <a:gd name="connsiteY4" fmla="*/ 17396 h 36169"/>
                    <a:gd name="connsiteX5" fmla="*/ 7064 w 20384"/>
                    <a:gd name="connsiteY5" fmla="*/ 13583 h 36169"/>
                    <a:gd name="connsiteX6" fmla="*/ 3163 w 20384"/>
                    <a:gd name="connsiteY6" fmla="*/ 8352 h 36169"/>
                    <a:gd name="connsiteX7" fmla="*/ 1168 w 20384"/>
                    <a:gd name="connsiteY7" fmla="*/ 239 h 36169"/>
                    <a:gd name="connsiteX8" fmla="*/ 11142 w 20384"/>
                    <a:gd name="connsiteY8" fmla="*/ 3830 h 36169"/>
                    <a:gd name="connsiteX9" fmla="*/ 18546 w 20384"/>
                    <a:gd name="connsiteY9" fmla="*/ 11987 h 36169"/>
                    <a:gd name="connsiteX10" fmla="*/ 19964 w 20384"/>
                    <a:gd name="connsiteY10" fmla="*/ 22937 h 36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384" h="36169">
                      <a:moveTo>
                        <a:pt x="19964" y="22937"/>
                      </a:moveTo>
                      <a:cubicBezTo>
                        <a:pt x="18945" y="27459"/>
                        <a:pt x="16196" y="31138"/>
                        <a:pt x="13182" y="34374"/>
                      </a:cubicBezTo>
                      <a:cubicBezTo>
                        <a:pt x="12073" y="35571"/>
                        <a:pt x="10256" y="36768"/>
                        <a:pt x="8793" y="35837"/>
                      </a:cubicBezTo>
                      <a:cubicBezTo>
                        <a:pt x="7419" y="34951"/>
                        <a:pt x="7507" y="33000"/>
                        <a:pt x="7817" y="31493"/>
                      </a:cubicBezTo>
                      <a:cubicBezTo>
                        <a:pt x="8748" y="26927"/>
                        <a:pt x="10876" y="22361"/>
                        <a:pt x="9280" y="17396"/>
                      </a:cubicBezTo>
                      <a:cubicBezTo>
                        <a:pt x="9014" y="16642"/>
                        <a:pt x="8172" y="15223"/>
                        <a:pt x="7064" y="13583"/>
                      </a:cubicBezTo>
                      <a:cubicBezTo>
                        <a:pt x="5867" y="12032"/>
                        <a:pt x="4448" y="10170"/>
                        <a:pt x="3163" y="8352"/>
                      </a:cubicBezTo>
                      <a:cubicBezTo>
                        <a:pt x="636" y="4717"/>
                        <a:pt x="-1359" y="1215"/>
                        <a:pt x="1168" y="239"/>
                      </a:cubicBezTo>
                      <a:cubicBezTo>
                        <a:pt x="3650" y="-691"/>
                        <a:pt x="7596" y="1215"/>
                        <a:pt x="11142" y="3830"/>
                      </a:cubicBezTo>
                      <a:cubicBezTo>
                        <a:pt x="14733" y="6402"/>
                        <a:pt x="17482" y="10081"/>
                        <a:pt x="18546" y="11987"/>
                      </a:cubicBezTo>
                      <a:cubicBezTo>
                        <a:pt x="20496" y="15578"/>
                        <a:pt x="20762" y="19523"/>
                        <a:pt x="19964" y="2293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09" name="Graphique 2">
                <a:extLst>
                  <a:ext uri="{FF2B5EF4-FFF2-40B4-BE49-F238E27FC236}">
                    <a16:creationId xmlns:a16="http://schemas.microsoft.com/office/drawing/2014/main" id="{30D4AD77-6D95-4B1A-8D58-0DB403CDBE33}"/>
                  </a:ext>
                </a:extLst>
              </p:cNvPr>
              <p:cNvGrpSpPr/>
              <p:nvPr/>
            </p:nvGrpSpPr>
            <p:grpSpPr>
              <a:xfrm>
                <a:off x="4503717" y="1321943"/>
                <a:ext cx="68981" cy="73122"/>
                <a:chOff x="4503717" y="1321943"/>
                <a:chExt cx="68981" cy="73122"/>
              </a:xfrm>
              <a:solidFill>
                <a:schemeClr val="accent1"/>
              </a:solidFill>
            </p:grpSpPr>
            <p:sp>
              <p:nvSpPr>
                <p:cNvPr id="25244" name="Forme libre : forme 25243">
                  <a:extLst>
                    <a:ext uri="{FF2B5EF4-FFF2-40B4-BE49-F238E27FC236}">
                      <a16:creationId xmlns:a16="http://schemas.microsoft.com/office/drawing/2014/main" id="{728E005C-C115-4BE6-A392-DE60AB60E702}"/>
                    </a:ext>
                  </a:extLst>
                </p:cNvPr>
                <p:cNvSpPr/>
                <p:nvPr/>
              </p:nvSpPr>
              <p:spPr>
                <a:xfrm>
                  <a:off x="4503717" y="1321943"/>
                  <a:ext cx="68981" cy="73078"/>
                </a:xfrm>
                <a:custGeom>
                  <a:avLst/>
                  <a:gdLst>
                    <a:gd name="connsiteX0" fmla="*/ 19420 w 68981"/>
                    <a:gd name="connsiteY0" fmla="*/ 63532 h 73078"/>
                    <a:gd name="connsiteX1" fmla="*/ 12283 w 68981"/>
                    <a:gd name="connsiteY1" fmla="*/ 53824 h 73078"/>
                    <a:gd name="connsiteX2" fmla="*/ 4968 w 68981"/>
                    <a:gd name="connsiteY2" fmla="*/ 44647 h 73078"/>
                    <a:gd name="connsiteX3" fmla="*/ 1156 w 68981"/>
                    <a:gd name="connsiteY3" fmla="*/ 37953 h 73078"/>
                    <a:gd name="connsiteX4" fmla="*/ 3 w 68981"/>
                    <a:gd name="connsiteY4" fmla="*/ 30506 h 73078"/>
                    <a:gd name="connsiteX5" fmla="*/ 5677 w 68981"/>
                    <a:gd name="connsiteY5" fmla="*/ 16187 h 73078"/>
                    <a:gd name="connsiteX6" fmla="*/ 16140 w 68981"/>
                    <a:gd name="connsiteY6" fmla="*/ 5193 h 73078"/>
                    <a:gd name="connsiteX7" fmla="*/ 30990 w 68981"/>
                    <a:gd name="connsiteY7" fmla="*/ 139 h 73078"/>
                    <a:gd name="connsiteX8" fmla="*/ 39546 w 68981"/>
                    <a:gd name="connsiteY8" fmla="*/ 2932 h 73078"/>
                    <a:gd name="connsiteX9" fmla="*/ 47127 w 68981"/>
                    <a:gd name="connsiteY9" fmla="*/ 9094 h 73078"/>
                    <a:gd name="connsiteX10" fmla="*/ 56082 w 68981"/>
                    <a:gd name="connsiteY10" fmla="*/ 20265 h 73078"/>
                    <a:gd name="connsiteX11" fmla="*/ 64372 w 68981"/>
                    <a:gd name="connsiteY11" fmla="*/ 31525 h 73078"/>
                    <a:gd name="connsiteX12" fmla="*/ 60692 w 68981"/>
                    <a:gd name="connsiteY12" fmla="*/ 61626 h 73078"/>
                    <a:gd name="connsiteX13" fmla="*/ 48013 w 68981"/>
                    <a:gd name="connsiteY13" fmla="*/ 70004 h 73078"/>
                    <a:gd name="connsiteX14" fmla="*/ 19420 w 68981"/>
                    <a:gd name="connsiteY14" fmla="*/ 63532 h 73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8981" h="73078">
                      <a:moveTo>
                        <a:pt x="19420" y="63532"/>
                      </a:moveTo>
                      <a:cubicBezTo>
                        <a:pt x="17070" y="60163"/>
                        <a:pt x="14677" y="57015"/>
                        <a:pt x="12283" y="53824"/>
                      </a:cubicBezTo>
                      <a:cubicBezTo>
                        <a:pt x="9889" y="50587"/>
                        <a:pt x="7406" y="47706"/>
                        <a:pt x="4968" y="44647"/>
                      </a:cubicBezTo>
                      <a:cubicBezTo>
                        <a:pt x="3195" y="42608"/>
                        <a:pt x="1954" y="40391"/>
                        <a:pt x="1156" y="37953"/>
                      </a:cubicBezTo>
                      <a:cubicBezTo>
                        <a:pt x="402" y="35471"/>
                        <a:pt x="-41" y="33032"/>
                        <a:pt x="3" y="30506"/>
                      </a:cubicBezTo>
                      <a:cubicBezTo>
                        <a:pt x="92" y="25452"/>
                        <a:pt x="1909" y="20176"/>
                        <a:pt x="5677" y="16187"/>
                      </a:cubicBezTo>
                      <a:lnTo>
                        <a:pt x="16140" y="5193"/>
                      </a:lnTo>
                      <a:cubicBezTo>
                        <a:pt x="19908" y="1203"/>
                        <a:pt x="25227" y="-526"/>
                        <a:pt x="30990" y="139"/>
                      </a:cubicBezTo>
                      <a:cubicBezTo>
                        <a:pt x="33872" y="449"/>
                        <a:pt x="36886" y="1380"/>
                        <a:pt x="39546" y="2932"/>
                      </a:cubicBezTo>
                      <a:cubicBezTo>
                        <a:pt x="42250" y="4439"/>
                        <a:pt x="44910" y="6523"/>
                        <a:pt x="47127" y="9094"/>
                      </a:cubicBezTo>
                      <a:cubicBezTo>
                        <a:pt x="50097" y="12818"/>
                        <a:pt x="53289" y="16497"/>
                        <a:pt x="56082" y="20265"/>
                      </a:cubicBezTo>
                      <a:cubicBezTo>
                        <a:pt x="58919" y="24033"/>
                        <a:pt x="61800" y="27757"/>
                        <a:pt x="64372" y="31525"/>
                      </a:cubicBezTo>
                      <a:cubicBezTo>
                        <a:pt x="71908" y="42165"/>
                        <a:pt x="69869" y="55597"/>
                        <a:pt x="60692" y="61626"/>
                      </a:cubicBezTo>
                      <a:lnTo>
                        <a:pt x="48013" y="70004"/>
                      </a:lnTo>
                      <a:cubicBezTo>
                        <a:pt x="38837" y="76078"/>
                        <a:pt x="25981" y="72753"/>
                        <a:pt x="19420" y="6353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45" name="Forme libre : forme 25244">
                  <a:extLst>
                    <a:ext uri="{FF2B5EF4-FFF2-40B4-BE49-F238E27FC236}">
                      <a16:creationId xmlns:a16="http://schemas.microsoft.com/office/drawing/2014/main" id="{02A4D26E-032D-40DF-960B-2AE0C3107A63}"/>
                    </a:ext>
                  </a:extLst>
                </p:cNvPr>
                <p:cNvSpPr/>
                <p:nvPr/>
              </p:nvSpPr>
              <p:spPr>
                <a:xfrm>
                  <a:off x="4503717" y="1333431"/>
                  <a:ext cx="48457" cy="61635"/>
                </a:xfrm>
                <a:custGeom>
                  <a:avLst/>
                  <a:gdLst>
                    <a:gd name="connsiteX0" fmla="*/ 21637 w 48457"/>
                    <a:gd name="connsiteY0" fmla="*/ 24958 h 61635"/>
                    <a:gd name="connsiteX1" fmla="*/ 12460 w 48457"/>
                    <a:gd name="connsiteY1" fmla="*/ 13698 h 61635"/>
                    <a:gd name="connsiteX2" fmla="*/ 10199 w 48457"/>
                    <a:gd name="connsiteY2" fmla="*/ 0 h 61635"/>
                    <a:gd name="connsiteX3" fmla="*/ 5678 w 48457"/>
                    <a:gd name="connsiteY3" fmla="*/ 4743 h 61635"/>
                    <a:gd name="connsiteX4" fmla="*/ 3 w 48457"/>
                    <a:gd name="connsiteY4" fmla="*/ 19062 h 61635"/>
                    <a:gd name="connsiteX5" fmla="*/ 1156 w 48457"/>
                    <a:gd name="connsiteY5" fmla="*/ 26510 h 61635"/>
                    <a:gd name="connsiteX6" fmla="*/ 4968 w 48457"/>
                    <a:gd name="connsiteY6" fmla="*/ 33204 h 61635"/>
                    <a:gd name="connsiteX7" fmla="*/ 12283 w 48457"/>
                    <a:gd name="connsiteY7" fmla="*/ 42380 h 61635"/>
                    <a:gd name="connsiteX8" fmla="*/ 19420 w 48457"/>
                    <a:gd name="connsiteY8" fmla="*/ 52089 h 61635"/>
                    <a:gd name="connsiteX9" fmla="*/ 48058 w 48457"/>
                    <a:gd name="connsiteY9" fmla="*/ 58561 h 61635"/>
                    <a:gd name="connsiteX10" fmla="*/ 48457 w 48457"/>
                    <a:gd name="connsiteY10" fmla="*/ 58295 h 61635"/>
                    <a:gd name="connsiteX11" fmla="*/ 36044 w 48457"/>
                    <a:gd name="connsiteY11" fmla="*/ 40563 h 61635"/>
                    <a:gd name="connsiteX12" fmla="*/ 29483 w 48457"/>
                    <a:gd name="connsiteY12" fmla="*/ 32229 h 61635"/>
                    <a:gd name="connsiteX13" fmla="*/ 21637 w 48457"/>
                    <a:gd name="connsiteY13" fmla="*/ 24958 h 61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8457" h="61635">
                      <a:moveTo>
                        <a:pt x="21637" y="24958"/>
                      </a:moveTo>
                      <a:cubicBezTo>
                        <a:pt x="17603" y="21767"/>
                        <a:pt x="14367" y="18043"/>
                        <a:pt x="12460" y="13698"/>
                      </a:cubicBezTo>
                      <a:cubicBezTo>
                        <a:pt x="10465" y="9487"/>
                        <a:pt x="9534" y="4832"/>
                        <a:pt x="10199" y="0"/>
                      </a:cubicBezTo>
                      <a:lnTo>
                        <a:pt x="5678" y="4743"/>
                      </a:lnTo>
                      <a:cubicBezTo>
                        <a:pt x="1910" y="8733"/>
                        <a:pt x="92" y="14009"/>
                        <a:pt x="3" y="19062"/>
                      </a:cubicBezTo>
                      <a:cubicBezTo>
                        <a:pt x="-41" y="21589"/>
                        <a:pt x="358" y="24027"/>
                        <a:pt x="1156" y="26510"/>
                      </a:cubicBezTo>
                      <a:cubicBezTo>
                        <a:pt x="1954" y="28948"/>
                        <a:pt x="3239" y="31165"/>
                        <a:pt x="4968" y="33204"/>
                      </a:cubicBezTo>
                      <a:cubicBezTo>
                        <a:pt x="7407" y="36263"/>
                        <a:pt x="9889" y="39144"/>
                        <a:pt x="12283" y="42380"/>
                      </a:cubicBezTo>
                      <a:cubicBezTo>
                        <a:pt x="14677" y="45572"/>
                        <a:pt x="17071" y="48720"/>
                        <a:pt x="19420" y="52089"/>
                      </a:cubicBezTo>
                      <a:cubicBezTo>
                        <a:pt x="25981" y="61310"/>
                        <a:pt x="38837" y="64634"/>
                        <a:pt x="48058" y="58561"/>
                      </a:cubicBezTo>
                      <a:lnTo>
                        <a:pt x="48457" y="58295"/>
                      </a:lnTo>
                      <a:cubicBezTo>
                        <a:pt x="43935" y="52443"/>
                        <a:pt x="40211" y="46326"/>
                        <a:pt x="36044" y="40563"/>
                      </a:cubicBezTo>
                      <a:cubicBezTo>
                        <a:pt x="34005" y="37637"/>
                        <a:pt x="31833" y="34844"/>
                        <a:pt x="29483" y="32229"/>
                      </a:cubicBezTo>
                      <a:cubicBezTo>
                        <a:pt x="27134" y="29524"/>
                        <a:pt x="24563" y="27086"/>
                        <a:pt x="21637" y="24958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46" name="Forme libre : forme 25245">
                  <a:extLst>
                    <a:ext uri="{FF2B5EF4-FFF2-40B4-BE49-F238E27FC236}">
                      <a16:creationId xmlns:a16="http://schemas.microsoft.com/office/drawing/2014/main" id="{9686CE3A-7C1B-4074-BDDD-98B6F0487354}"/>
                    </a:ext>
                  </a:extLst>
                </p:cNvPr>
                <p:cNvSpPr/>
                <p:nvPr/>
              </p:nvSpPr>
              <p:spPr>
                <a:xfrm>
                  <a:off x="4526967" y="1349225"/>
                  <a:ext cx="25357" cy="28536"/>
                </a:xfrm>
                <a:custGeom>
                  <a:avLst/>
                  <a:gdLst>
                    <a:gd name="connsiteX0" fmla="*/ 22015 w 25357"/>
                    <a:gd name="connsiteY0" fmla="*/ 27251 h 28536"/>
                    <a:gd name="connsiteX1" fmla="*/ 13282 w 25357"/>
                    <a:gd name="connsiteY1" fmla="*/ 27650 h 28536"/>
                    <a:gd name="connsiteX2" fmla="*/ 4327 w 25357"/>
                    <a:gd name="connsiteY2" fmla="*/ 20469 h 28536"/>
                    <a:gd name="connsiteX3" fmla="*/ 2864 w 25357"/>
                    <a:gd name="connsiteY3" fmla="*/ 1672 h 28536"/>
                    <a:gd name="connsiteX4" fmla="*/ 21084 w 25357"/>
                    <a:gd name="connsiteY4" fmla="*/ 8012 h 28536"/>
                    <a:gd name="connsiteX5" fmla="*/ 25340 w 25357"/>
                    <a:gd name="connsiteY5" fmla="*/ 19139 h 28536"/>
                    <a:gd name="connsiteX6" fmla="*/ 22015 w 25357"/>
                    <a:gd name="connsiteY6" fmla="*/ 27251 h 28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357" h="28536">
                      <a:moveTo>
                        <a:pt x="22015" y="27251"/>
                      </a:moveTo>
                      <a:cubicBezTo>
                        <a:pt x="19665" y="28891"/>
                        <a:pt x="16474" y="28891"/>
                        <a:pt x="13282" y="27650"/>
                      </a:cubicBezTo>
                      <a:cubicBezTo>
                        <a:pt x="10090" y="26453"/>
                        <a:pt x="6942" y="23838"/>
                        <a:pt x="4327" y="20469"/>
                      </a:cubicBezTo>
                      <a:cubicBezTo>
                        <a:pt x="-682" y="13597"/>
                        <a:pt x="-1569" y="5485"/>
                        <a:pt x="2864" y="1672"/>
                      </a:cubicBezTo>
                      <a:cubicBezTo>
                        <a:pt x="7208" y="-2051"/>
                        <a:pt x="15676" y="608"/>
                        <a:pt x="21084" y="8012"/>
                      </a:cubicBezTo>
                      <a:cubicBezTo>
                        <a:pt x="23877" y="11602"/>
                        <a:pt x="25162" y="15681"/>
                        <a:pt x="25340" y="19139"/>
                      </a:cubicBezTo>
                      <a:cubicBezTo>
                        <a:pt x="25517" y="22641"/>
                        <a:pt x="24364" y="25611"/>
                        <a:pt x="22015" y="27251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47" name="Forme libre : forme 25246">
                  <a:extLst>
                    <a:ext uri="{FF2B5EF4-FFF2-40B4-BE49-F238E27FC236}">
                      <a16:creationId xmlns:a16="http://schemas.microsoft.com/office/drawing/2014/main" id="{52A8AE79-9419-4AEC-A8C0-39048B17630A}"/>
                    </a:ext>
                  </a:extLst>
                </p:cNvPr>
                <p:cNvSpPr/>
                <p:nvPr/>
              </p:nvSpPr>
              <p:spPr>
                <a:xfrm>
                  <a:off x="4526967" y="1349272"/>
                  <a:ext cx="14079" cy="25430"/>
                </a:xfrm>
                <a:custGeom>
                  <a:avLst/>
                  <a:gdLst>
                    <a:gd name="connsiteX0" fmla="*/ 14080 w 14079"/>
                    <a:gd name="connsiteY0" fmla="*/ 1758 h 25430"/>
                    <a:gd name="connsiteX1" fmla="*/ 2864 w 14079"/>
                    <a:gd name="connsiteY1" fmla="*/ 1669 h 25430"/>
                    <a:gd name="connsiteX2" fmla="*/ 4327 w 14079"/>
                    <a:gd name="connsiteY2" fmla="*/ 20465 h 25430"/>
                    <a:gd name="connsiteX3" fmla="*/ 9336 w 14079"/>
                    <a:gd name="connsiteY3" fmla="*/ 25430 h 25430"/>
                    <a:gd name="connsiteX4" fmla="*/ 7696 w 14079"/>
                    <a:gd name="connsiteY4" fmla="*/ 21840 h 25430"/>
                    <a:gd name="connsiteX5" fmla="*/ 14080 w 14079"/>
                    <a:gd name="connsiteY5" fmla="*/ 1758 h 25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079" h="25430">
                      <a:moveTo>
                        <a:pt x="14080" y="1758"/>
                      </a:moveTo>
                      <a:cubicBezTo>
                        <a:pt x="9868" y="-503"/>
                        <a:pt x="5613" y="-636"/>
                        <a:pt x="2864" y="1669"/>
                      </a:cubicBezTo>
                      <a:cubicBezTo>
                        <a:pt x="-1569" y="5437"/>
                        <a:pt x="-682" y="13594"/>
                        <a:pt x="4327" y="20465"/>
                      </a:cubicBezTo>
                      <a:cubicBezTo>
                        <a:pt x="5834" y="22460"/>
                        <a:pt x="7563" y="24100"/>
                        <a:pt x="9336" y="25430"/>
                      </a:cubicBezTo>
                      <a:cubicBezTo>
                        <a:pt x="8627" y="24322"/>
                        <a:pt x="8051" y="23125"/>
                        <a:pt x="7696" y="21840"/>
                      </a:cubicBezTo>
                      <a:cubicBezTo>
                        <a:pt x="6189" y="14481"/>
                        <a:pt x="8317" y="5659"/>
                        <a:pt x="14080" y="1758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48" name="Forme libre : forme 25247">
                  <a:extLst>
                    <a:ext uri="{FF2B5EF4-FFF2-40B4-BE49-F238E27FC236}">
                      <a16:creationId xmlns:a16="http://schemas.microsoft.com/office/drawing/2014/main" id="{B7FC581D-007B-4720-813F-217C10A4E6FB}"/>
                    </a:ext>
                  </a:extLst>
                </p:cNvPr>
                <p:cNvSpPr/>
                <p:nvPr/>
              </p:nvSpPr>
              <p:spPr>
                <a:xfrm>
                  <a:off x="4526196" y="1352100"/>
                  <a:ext cx="25197" cy="28303"/>
                </a:xfrm>
                <a:custGeom>
                  <a:avLst/>
                  <a:gdLst>
                    <a:gd name="connsiteX0" fmla="*/ 21766 w 25197"/>
                    <a:gd name="connsiteY0" fmla="*/ 27036 h 28303"/>
                    <a:gd name="connsiteX1" fmla="*/ 13078 w 25197"/>
                    <a:gd name="connsiteY1" fmla="*/ 27435 h 28303"/>
                    <a:gd name="connsiteX2" fmla="*/ 4211 w 25197"/>
                    <a:gd name="connsiteY2" fmla="*/ 20298 h 28303"/>
                    <a:gd name="connsiteX3" fmla="*/ 44 w 25197"/>
                    <a:gd name="connsiteY3" fmla="*/ 9791 h 28303"/>
                    <a:gd name="connsiteX4" fmla="*/ 2926 w 25197"/>
                    <a:gd name="connsiteY4" fmla="*/ 1634 h 28303"/>
                    <a:gd name="connsiteX5" fmla="*/ 11615 w 25197"/>
                    <a:gd name="connsiteY5" fmla="*/ 659 h 28303"/>
                    <a:gd name="connsiteX6" fmla="*/ 21013 w 25197"/>
                    <a:gd name="connsiteY6" fmla="*/ 7929 h 28303"/>
                    <a:gd name="connsiteX7" fmla="*/ 25180 w 25197"/>
                    <a:gd name="connsiteY7" fmla="*/ 19012 h 28303"/>
                    <a:gd name="connsiteX8" fmla="*/ 21766 w 25197"/>
                    <a:gd name="connsiteY8" fmla="*/ 27036 h 28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197" h="28303">
                      <a:moveTo>
                        <a:pt x="21766" y="27036"/>
                      </a:moveTo>
                      <a:cubicBezTo>
                        <a:pt x="19373" y="28676"/>
                        <a:pt x="16269" y="28632"/>
                        <a:pt x="13078" y="27435"/>
                      </a:cubicBezTo>
                      <a:cubicBezTo>
                        <a:pt x="9886" y="26238"/>
                        <a:pt x="6738" y="23667"/>
                        <a:pt x="4211" y="20298"/>
                      </a:cubicBezTo>
                      <a:cubicBezTo>
                        <a:pt x="1640" y="16929"/>
                        <a:pt x="355" y="13072"/>
                        <a:pt x="44" y="9791"/>
                      </a:cubicBezTo>
                      <a:cubicBezTo>
                        <a:pt x="-222" y="6466"/>
                        <a:pt x="709" y="3452"/>
                        <a:pt x="2926" y="1634"/>
                      </a:cubicBezTo>
                      <a:cubicBezTo>
                        <a:pt x="5142" y="-183"/>
                        <a:pt x="8290" y="-449"/>
                        <a:pt x="11615" y="659"/>
                      </a:cubicBezTo>
                      <a:cubicBezTo>
                        <a:pt x="14984" y="1723"/>
                        <a:pt x="18309" y="4383"/>
                        <a:pt x="21013" y="7929"/>
                      </a:cubicBezTo>
                      <a:cubicBezTo>
                        <a:pt x="23717" y="11520"/>
                        <a:pt x="25047" y="15599"/>
                        <a:pt x="25180" y="19012"/>
                      </a:cubicBezTo>
                      <a:cubicBezTo>
                        <a:pt x="25357" y="22426"/>
                        <a:pt x="24160" y="25396"/>
                        <a:pt x="21766" y="2703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49" name="Forme libre : forme 25248">
                  <a:extLst>
                    <a:ext uri="{FF2B5EF4-FFF2-40B4-BE49-F238E27FC236}">
                      <a16:creationId xmlns:a16="http://schemas.microsoft.com/office/drawing/2014/main" id="{68A4FA02-A46C-42CF-AEDE-5C9AD2F43D08}"/>
                    </a:ext>
                  </a:extLst>
                </p:cNvPr>
                <p:cNvSpPr/>
                <p:nvPr/>
              </p:nvSpPr>
              <p:spPr>
                <a:xfrm>
                  <a:off x="4512264" y="1332382"/>
                  <a:ext cx="27683" cy="47835"/>
                </a:xfrm>
                <a:custGeom>
                  <a:avLst/>
                  <a:gdLst>
                    <a:gd name="connsiteX0" fmla="*/ 7682 w 27683"/>
                    <a:gd name="connsiteY0" fmla="*/ 9383 h 47835"/>
                    <a:gd name="connsiteX1" fmla="*/ 1342 w 27683"/>
                    <a:gd name="connsiteY1" fmla="*/ 16786 h 47835"/>
                    <a:gd name="connsiteX2" fmla="*/ 3204 w 27683"/>
                    <a:gd name="connsiteY2" fmla="*/ 34917 h 47835"/>
                    <a:gd name="connsiteX3" fmla="*/ 13755 w 27683"/>
                    <a:gd name="connsiteY3" fmla="*/ 46488 h 47835"/>
                    <a:gd name="connsiteX4" fmla="*/ 24394 w 27683"/>
                    <a:gd name="connsiteY4" fmla="*/ 45291 h 47835"/>
                    <a:gd name="connsiteX5" fmla="*/ 25192 w 27683"/>
                    <a:gd name="connsiteY5" fmla="*/ 37976 h 47835"/>
                    <a:gd name="connsiteX6" fmla="*/ 26123 w 27683"/>
                    <a:gd name="connsiteY6" fmla="*/ 20200 h 47835"/>
                    <a:gd name="connsiteX7" fmla="*/ 23419 w 27683"/>
                    <a:gd name="connsiteY7" fmla="*/ 738 h 47835"/>
                    <a:gd name="connsiteX8" fmla="*/ 7682 w 27683"/>
                    <a:gd name="connsiteY8" fmla="*/ 9383 h 47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683" h="47835">
                      <a:moveTo>
                        <a:pt x="7682" y="9383"/>
                      </a:moveTo>
                      <a:cubicBezTo>
                        <a:pt x="5199" y="11555"/>
                        <a:pt x="2761" y="13772"/>
                        <a:pt x="1342" y="16786"/>
                      </a:cubicBezTo>
                      <a:cubicBezTo>
                        <a:pt x="-1362" y="22593"/>
                        <a:pt x="411" y="29199"/>
                        <a:pt x="3204" y="34917"/>
                      </a:cubicBezTo>
                      <a:cubicBezTo>
                        <a:pt x="5642" y="39484"/>
                        <a:pt x="8967" y="44138"/>
                        <a:pt x="13755" y="46488"/>
                      </a:cubicBezTo>
                      <a:cubicBezTo>
                        <a:pt x="17301" y="48350"/>
                        <a:pt x="22311" y="48571"/>
                        <a:pt x="24394" y="45291"/>
                      </a:cubicBezTo>
                      <a:cubicBezTo>
                        <a:pt x="25680" y="43252"/>
                        <a:pt x="25370" y="40503"/>
                        <a:pt x="25192" y="37976"/>
                      </a:cubicBezTo>
                      <a:cubicBezTo>
                        <a:pt x="24660" y="32080"/>
                        <a:pt x="25104" y="26007"/>
                        <a:pt x="26123" y="20200"/>
                      </a:cubicBezTo>
                      <a:cubicBezTo>
                        <a:pt x="27054" y="15323"/>
                        <a:pt x="30246" y="4462"/>
                        <a:pt x="23419" y="738"/>
                      </a:cubicBezTo>
                      <a:cubicBezTo>
                        <a:pt x="17479" y="-2631"/>
                        <a:pt x="11051" y="6457"/>
                        <a:pt x="7682" y="938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50" name="Forme libre : forme 25249">
                  <a:extLst>
                    <a:ext uri="{FF2B5EF4-FFF2-40B4-BE49-F238E27FC236}">
                      <a16:creationId xmlns:a16="http://schemas.microsoft.com/office/drawing/2014/main" id="{F6BB46EE-CF08-43BF-BC27-8220EF86B81F}"/>
                    </a:ext>
                  </a:extLst>
                </p:cNvPr>
                <p:cNvSpPr/>
                <p:nvPr/>
              </p:nvSpPr>
              <p:spPr>
                <a:xfrm>
                  <a:off x="4530666" y="1339320"/>
                  <a:ext cx="14884" cy="8930"/>
                </a:xfrm>
                <a:custGeom>
                  <a:avLst/>
                  <a:gdLst>
                    <a:gd name="connsiteX0" fmla="*/ 2933 w 14884"/>
                    <a:gd name="connsiteY0" fmla="*/ 140 h 8930"/>
                    <a:gd name="connsiteX1" fmla="*/ 717 w 14884"/>
                    <a:gd name="connsiteY1" fmla="*/ 1027 h 8930"/>
                    <a:gd name="connsiteX2" fmla="*/ 96 w 14884"/>
                    <a:gd name="connsiteY2" fmla="*/ 3243 h 8930"/>
                    <a:gd name="connsiteX3" fmla="*/ 1737 w 14884"/>
                    <a:gd name="connsiteY3" fmla="*/ 4972 h 8930"/>
                    <a:gd name="connsiteX4" fmla="*/ 7056 w 14884"/>
                    <a:gd name="connsiteY4" fmla="*/ 8075 h 8930"/>
                    <a:gd name="connsiteX5" fmla="*/ 9406 w 14884"/>
                    <a:gd name="connsiteY5" fmla="*/ 8873 h 8930"/>
                    <a:gd name="connsiteX6" fmla="*/ 13529 w 14884"/>
                    <a:gd name="connsiteY6" fmla="*/ 3243 h 8930"/>
                    <a:gd name="connsiteX7" fmla="*/ 2933 w 14884"/>
                    <a:gd name="connsiteY7" fmla="*/ 140 h 8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884" h="8930">
                      <a:moveTo>
                        <a:pt x="2933" y="140"/>
                      </a:moveTo>
                      <a:cubicBezTo>
                        <a:pt x="2136" y="273"/>
                        <a:pt x="1338" y="495"/>
                        <a:pt x="717" y="1027"/>
                      </a:cubicBezTo>
                      <a:cubicBezTo>
                        <a:pt x="141" y="1558"/>
                        <a:pt x="-170" y="2445"/>
                        <a:pt x="96" y="3243"/>
                      </a:cubicBezTo>
                      <a:cubicBezTo>
                        <a:pt x="362" y="3997"/>
                        <a:pt x="1072" y="4529"/>
                        <a:pt x="1737" y="4972"/>
                      </a:cubicBezTo>
                      <a:cubicBezTo>
                        <a:pt x="3510" y="6125"/>
                        <a:pt x="5194" y="7233"/>
                        <a:pt x="7056" y="8075"/>
                      </a:cubicBezTo>
                      <a:cubicBezTo>
                        <a:pt x="7810" y="8430"/>
                        <a:pt x="8608" y="8784"/>
                        <a:pt x="9406" y="8873"/>
                      </a:cubicBezTo>
                      <a:cubicBezTo>
                        <a:pt x="12819" y="9361"/>
                        <a:pt x="17119" y="6701"/>
                        <a:pt x="13529" y="3243"/>
                      </a:cubicBezTo>
                      <a:cubicBezTo>
                        <a:pt x="10824" y="583"/>
                        <a:pt x="6214" y="-392"/>
                        <a:pt x="2933" y="14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51" name="Forme libre : forme 25250">
                  <a:extLst>
                    <a:ext uri="{FF2B5EF4-FFF2-40B4-BE49-F238E27FC236}">
                      <a16:creationId xmlns:a16="http://schemas.microsoft.com/office/drawing/2014/main" id="{0F27BAD9-DEFE-4D57-BE98-01D9CF7F94CB}"/>
                    </a:ext>
                  </a:extLst>
                </p:cNvPr>
                <p:cNvSpPr/>
                <p:nvPr/>
              </p:nvSpPr>
              <p:spPr>
                <a:xfrm>
                  <a:off x="4524334" y="1385209"/>
                  <a:ext cx="28105" cy="6963"/>
                </a:xfrm>
                <a:custGeom>
                  <a:avLst/>
                  <a:gdLst>
                    <a:gd name="connsiteX0" fmla="*/ 28106 w 28105"/>
                    <a:gd name="connsiteY0" fmla="*/ 3768 h 6963"/>
                    <a:gd name="connsiteX1" fmla="*/ 19772 w 28105"/>
                    <a:gd name="connsiteY1" fmla="*/ 6783 h 6963"/>
                    <a:gd name="connsiteX2" fmla="*/ 0 w 28105"/>
                    <a:gd name="connsiteY2" fmla="*/ 0 h 6963"/>
                    <a:gd name="connsiteX3" fmla="*/ 8201 w 28105"/>
                    <a:gd name="connsiteY3" fmla="*/ 3945 h 6963"/>
                    <a:gd name="connsiteX4" fmla="*/ 28106 w 28105"/>
                    <a:gd name="connsiteY4" fmla="*/ 3768 h 6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105" h="6963">
                      <a:moveTo>
                        <a:pt x="28106" y="3768"/>
                      </a:moveTo>
                      <a:cubicBezTo>
                        <a:pt x="28106" y="3768"/>
                        <a:pt x="24914" y="6162"/>
                        <a:pt x="19772" y="6783"/>
                      </a:cubicBezTo>
                      <a:cubicBezTo>
                        <a:pt x="14629" y="7492"/>
                        <a:pt x="7625" y="6295"/>
                        <a:pt x="0" y="0"/>
                      </a:cubicBezTo>
                      <a:cubicBezTo>
                        <a:pt x="0" y="0"/>
                        <a:pt x="3147" y="2217"/>
                        <a:pt x="8201" y="3945"/>
                      </a:cubicBezTo>
                      <a:cubicBezTo>
                        <a:pt x="13255" y="5630"/>
                        <a:pt x="20304" y="6605"/>
                        <a:pt x="28106" y="37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52" name="Forme libre : forme 25251">
                  <a:extLst>
                    <a:ext uri="{FF2B5EF4-FFF2-40B4-BE49-F238E27FC236}">
                      <a16:creationId xmlns:a16="http://schemas.microsoft.com/office/drawing/2014/main" id="{5CEDF183-98DC-4170-90A6-E729BC5C6651}"/>
                    </a:ext>
                  </a:extLst>
                </p:cNvPr>
                <p:cNvSpPr/>
                <p:nvPr/>
              </p:nvSpPr>
              <p:spPr>
                <a:xfrm>
                  <a:off x="4519679" y="1324572"/>
                  <a:ext cx="30898" cy="8681"/>
                </a:xfrm>
                <a:custGeom>
                  <a:avLst/>
                  <a:gdLst>
                    <a:gd name="connsiteX0" fmla="*/ 30899 w 30898"/>
                    <a:gd name="connsiteY0" fmla="*/ 8681 h 8681"/>
                    <a:gd name="connsiteX1" fmla="*/ 28327 w 30898"/>
                    <a:gd name="connsiteY1" fmla="*/ 6287 h 8681"/>
                    <a:gd name="connsiteX2" fmla="*/ 21323 w 30898"/>
                    <a:gd name="connsiteY2" fmla="*/ 1943 h 8681"/>
                    <a:gd name="connsiteX3" fmla="*/ 11260 w 30898"/>
                    <a:gd name="connsiteY3" fmla="*/ 37 h 8681"/>
                    <a:gd name="connsiteX4" fmla="*/ 0 w 30898"/>
                    <a:gd name="connsiteY4" fmla="*/ 4736 h 8681"/>
                    <a:gd name="connsiteX5" fmla="*/ 9398 w 30898"/>
                    <a:gd name="connsiteY5" fmla="*/ 1677 h 8681"/>
                    <a:gd name="connsiteX6" fmla="*/ 19417 w 30898"/>
                    <a:gd name="connsiteY6" fmla="*/ 2342 h 8681"/>
                    <a:gd name="connsiteX7" fmla="*/ 30899 w 30898"/>
                    <a:gd name="connsiteY7" fmla="*/ 8681 h 8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898" h="8681">
                      <a:moveTo>
                        <a:pt x="30899" y="8681"/>
                      </a:moveTo>
                      <a:cubicBezTo>
                        <a:pt x="30899" y="8681"/>
                        <a:pt x="30056" y="7617"/>
                        <a:pt x="28327" y="6287"/>
                      </a:cubicBezTo>
                      <a:cubicBezTo>
                        <a:pt x="26643" y="4913"/>
                        <a:pt x="24205" y="3229"/>
                        <a:pt x="21323" y="1943"/>
                      </a:cubicBezTo>
                      <a:cubicBezTo>
                        <a:pt x="18486" y="613"/>
                        <a:pt x="14895" y="-185"/>
                        <a:pt x="11260" y="37"/>
                      </a:cubicBezTo>
                      <a:cubicBezTo>
                        <a:pt x="7581" y="303"/>
                        <a:pt x="3768" y="1677"/>
                        <a:pt x="0" y="4736"/>
                      </a:cubicBezTo>
                      <a:cubicBezTo>
                        <a:pt x="0" y="4736"/>
                        <a:pt x="3635" y="2386"/>
                        <a:pt x="9398" y="1677"/>
                      </a:cubicBezTo>
                      <a:cubicBezTo>
                        <a:pt x="12235" y="1322"/>
                        <a:pt x="15826" y="1322"/>
                        <a:pt x="19417" y="2342"/>
                      </a:cubicBezTo>
                      <a:cubicBezTo>
                        <a:pt x="23008" y="3406"/>
                        <a:pt x="27086" y="5312"/>
                        <a:pt x="30899" y="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53" name="Forme libre : forme 25252">
                  <a:extLst>
                    <a:ext uri="{FF2B5EF4-FFF2-40B4-BE49-F238E27FC236}">
                      <a16:creationId xmlns:a16="http://schemas.microsoft.com/office/drawing/2014/main" id="{2B2B2F44-4E75-47E9-BDD2-2334F4400483}"/>
                    </a:ext>
                  </a:extLst>
                </p:cNvPr>
                <p:cNvSpPr/>
                <p:nvPr/>
              </p:nvSpPr>
              <p:spPr>
                <a:xfrm>
                  <a:off x="4541414" y="1357469"/>
                  <a:ext cx="7763" cy="11847"/>
                </a:xfrm>
                <a:custGeom>
                  <a:avLst/>
                  <a:gdLst>
                    <a:gd name="connsiteX0" fmla="*/ 5840 w 7763"/>
                    <a:gd name="connsiteY0" fmla="*/ 11781 h 11847"/>
                    <a:gd name="connsiteX1" fmla="*/ 609 w 7763"/>
                    <a:gd name="connsiteY1" fmla="*/ 6816 h 11847"/>
                    <a:gd name="connsiteX2" fmla="*/ 1805 w 7763"/>
                    <a:gd name="connsiteY2" fmla="*/ 78 h 11847"/>
                    <a:gd name="connsiteX3" fmla="*/ 7214 w 7763"/>
                    <a:gd name="connsiteY3" fmla="*/ 5043 h 11847"/>
                    <a:gd name="connsiteX4" fmla="*/ 5840 w 7763"/>
                    <a:gd name="connsiteY4" fmla="*/ 11781 h 1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63" h="11847">
                      <a:moveTo>
                        <a:pt x="5840" y="11781"/>
                      </a:moveTo>
                      <a:cubicBezTo>
                        <a:pt x="3978" y="12269"/>
                        <a:pt x="1717" y="10008"/>
                        <a:pt x="609" y="6816"/>
                      </a:cubicBezTo>
                      <a:cubicBezTo>
                        <a:pt x="-544" y="3624"/>
                        <a:pt x="-12" y="565"/>
                        <a:pt x="1805" y="78"/>
                      </a:cubicBezTo>
                      <a:cubicBezTo>
                        <a:pt x="3623" y="-454"/>
                        <a:pt x="6061" y="1807"/>
                        <a:pt x="7214" y="5043"/>
                      </a:cubicBezTo>
                      <a:cubicBezTo>
                        <a:pt x="8322" y="8279"/>
                        <a:pt x="7701" y="11293"/>
                        <a:pt x="5840" y="1178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54" name="Forme libre : forme 25253">
                  <a:extLst>
                    <a:ext uri="{FF2B5EF4-FFF2-40B4-BE49-F238E27FC236}">
                      <a16:creationId xmlns:a16="http://schemas.microsoft.com/office/drawing/2014/main" id="{664BF3D9-15C1-4620-B976-4E58BEFA819C}"/>
                    </a:ext>
                  </a:extLst>
                </p:cNvPr>
                <p:cNvSpPr/>
                <p:nvPr/>
              </p:nvSpPr>
              <p:spPr>
                <a:xfrm>
                  <a:off x="4546481" y="1367173"/>
                  <a:ext cx="3094" cy="3222"/>
                </a:xfrm>
                <a:custGeom>
                  <a:avLst/>
                  <a:gdLst>
                    <a:gd name="connsiteX0" fmla="*/ 2500 w 3094"/>
                    <a:gd name="connsiteY0" fmla="*/ 2963 h 3222"/>
                    <a:gd name="connsiteX1" fmla="*/ 328 w 3094"/>
                    <a:gd name="connsiteY1" fmla="*/ 2476 h 3222"/>
                    <a:gd name="connsiteX2" fmla="*/ 594 w 3094"/>
                    <a:gd name="connsiteY2" fmla="*/ 259 h 3222"/>
                    <a:gd name="connsiteX3" fmla="*/ 2766 w 3094"/>
                    <a:gd name="connsiteY3" fmla="*/ 747 h 3222"/>
                    <a:gd name="connsiteX4" fmla="*/ 2500 w 3094"/>
                    <a:gd name="connsiteY4" fmla="*/ 2963 h 3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4" h="3222">
                      <a:moveTo>
                        <a:pt x="2500" y="2963"/>
                      </a:moveTo>
                      <a:cubicBezTo>
                        <a:pt x="1836" y="3451"/>
                        <a:pt x="860" y="3229"/>
                        <a:pt x="328" y="2476"/>
                      </a:cubicBezTo>
                      <a:cubicBezTo>
                        <a:pt x="-204" y="1722"/>
                        <a:pt x="-71" y="747"/>
                        <a:pt x="594" y="259"/>
                      </a:cubicBezTo>
                      <a:cubicBezTo>
                        <a:pt x="1259" y="-228"/>
                        <a:pt x="2234" y="-7"/>
                        <a:pt x="2766" y="747"/>
                      </a:cubicBezTo>
                      <a:cubicBezTo>
                        <a:pt x="3298" y="1500"/>
                        <a:pt x="3165" y="2520"/>
                        <a:pt x="2500" y="29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55" name="Forme libre : forme 25254">
                  <a:extLst>
                    <a:ext uri="{FF2B5EF4-FFF2-40B4-BE49-F238E27FC236}">
                      <a16:creationId xmlns:a16="http://schemas.microsoft.com/office/drawing/2014/main" id="{8C18EF0E-E6AB-4618-A710-4EB11C3B6B80}"/>
                    </a:ext>
                  </a:extLst>
                </p:cNvPr>
                <p:cNvSpPr/>
                <p:nvPr/>
              </p:nvSpPr>
              <p:spPr>
                <a:xfrm>
                  <a:off x="4550517" y="1347971"/>
                  <a:ext cx="16999" cy="36024"/>
                </a:xfrm>
                <a:custGeom>
                  <a:avLst/>
                  <a:gdLst>
                    <a:gd name="connsiteX0" fmla="*/ 14823 w 16999"/>
                    <a:gd name="connsiteY0" fmla="*/ 25757 h 36024"/>
                    <a:gd name="connsiteX1" fmla="*/ 5292 w 16999"/>
                    <a:gd name="connsiteY1" fmla="*/ 35022 h 36024"/>
                    <a:gd name="connsiteX2" fmla="*/ 637 w 16999"/>
                    <a:gd name="connsiteY2" fmla="*/ 35288 h 36024"/>
                    <a:gd name="connsiteX3" fmla="*/ 770 w 16999"/>
                    <a:gd name="connsiteY3" fmla="*/ 30855 h 36024"/>
                    <a:gd name="connsiteX4" fmla="*/ 6533 w 16999"/>
                    <a:gd name="connsiteY4" fmla="*/ 17910 h 36024"/>
                    <a:gd name="connsiteX5" fmla="*/ 4183 w 16999"/>
                    <a:gd name="connsiteY5" fmla="*/ 7847 h 36024"/>
                    <a:gd name="connsiteX6" fmla="*/ 5425 w 16999"/>
                    <a:gd name="connsiteY6" fmla="*/ 1 h 36024"/>
                    <a:gd name="connsiteX7" fmla="*/ 12961 w 16999"/>
                    <a:gd name="connsiteY7" fmla="*/ 6118 h 36024"/>
                    <a:gd name="connsiteX8" fmla="*/ 16862 w 16999"/>
                    <a:gd name="connsiteY8" fmla="*/ 15383 h 36024"/>
                    <a:gd name="connsiteX9" fmla="*/ 14823 w 16999"/>
                    <a:gd name="connsiteY9" fmla="*/ 25757 h 36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999" h="36024">
                      <a:moveTo>
                        <a:pt x="14823" y="25757"/>
                      </a:moveTo>
                      <a:cubicBezTo>
                        <a:pt x="12606" y="29747"/>
                        <a:pt x="9060" y="32628"/>
                        <a:pt x="5292" y="35022"/>
                      </a:cubicBezTo>
                      <a:cubicBezTo>
                        <a:pt x="3917" y="35909"/>
                        <a:pt x="1878" y="36618"/>
                        <a:pt x="637" y="35288"/>
                      </a:cubicBezTo>
                      <a:cubicBezTo>
                        <a:pt x="-471" y="34091"/>
                        <a:pt x="61" y="32229"/>
                        <a:pt x="770" y="30855"/>
                      </a:cubicBezTo>
                      <a:cubicBezTo>
                        <a:pt x="2986" y="26688"/>
                        <a:pt x="6444" y="22920"/>
                        <a:pt x="6533" y="17910"/>
                      </a:cubicBezTo>
                      <a:cubicBezTo>
                        <a:pt x="6533" y="16359"/>
                        <a:pt x="5114" y="11926"/>
                        <a:pt x="4183" y="7847"/>
                      </a:cubicBezTo>
                      <a:cubicBezTo>
                        <a:pt x="3208" y="3769"/>
                        <a:pt x="2809" y="45"/>
                        <a:pt x="5425" y="1"/>
                      </a:cubicBezTo>
                      <a:cubicBezTo>
                        <a:pt x="7996" y="-44"/>
                        <a:pt x="10922" y="2793"/>
                        <a:pt x="12961" y="6118"/>
                      </a:cubicBezTo>
                      <a:cubicBezTo>
                        <a:pt x="15044" y="9487"/>
                        <a:pt x="16596" y="13344"/>
                        <a:pt x="16862" y="15383"/>
                      </a:cubicBezTo>
                      <a:cubicBezTo>
                        <a:pt x="17350" y="19107"/>
                        <a:pt x="16507" y="22787"/>
                        <a:pt x="14823" y="2575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10" name="Graphique 2">
                <a:extLst>
                  <a:ext uri="{FF2B5EF4-FFF2-40B4-BE49-F238E27FC236}">
                    <a16:creationId xmlns:a16="http://schemas.microsoft.com/office/drawing/2014/main" id="{6A7AAE3D-A280-4463-9C75-849D9D8CBAC6}"/>
                  </a:ext>
                </a:extLst>
              </p:cNvPr>
              <p:cNvGrpSpPr/>
              <p:nvPr/>
            </p:nvGrpSpPr>
            <p:grpSpPr>
              <a:xfrm>
                <a:off x="4543233" y="1380638"/>
                <a:ext cx="68188" cy="73656"/>
                <a:chOff x="4543233" y="1380638"/>
                <a:chExt cx="68188" cy="73656"/>
              </a:xfrm>
              <a:solidFill>
                <a:schemeClr val="accent1"/>
              </a:solidFill>
            </p:grpSpPr>
            <p:sp>
              <p:nvSpPr>
                <p:cNvPr id="25232" name="Forme libre : forme 25231">
                  <a:extLst>
                    <a:ext uri="{FF2B5EF4-FFF2-40B4-BE49-F238E27FC236}">
                      <a16:creationId xmlns:a16="http://schemas.microsoft.com/office/drawing/2014/main" id="{323455A7-6F96-4775-9685-7F7DE669797A}"/>
                    </a:ext>
                  </a:extLst>
                </p:cNvPr>
                <p:cNvSpPr/>
                <p:nvPr/>
              </p:nvSpPr>
              <p:spPr>
                <a:xfrm>
                  <a:off x="4543278" y="1380638"/>
                  <a:ext cx="68144" cy="73656"/>
                </a:xfrm>
                <a:custGeom>
                  <a:avLst/>
                  <a:gdLst>
                    <a:gd name="connsiteX0" fmla="*/ 19358 w 68144"/>
                    <a:gd name="connsiteY0" fmla="*/ 63310 h 73656"/>
                    <a:gd name="connsiteX1" fmla="*/ 11467 w 68144"/>
                    <a:gd name="connsiteY1" fmla="*/ 52005 h 73656"/>
                    <a:gd name="connsiteX2" fmla="*/ 3975 w 68144"/>
                    <a:gd name="connsiteY2" fmla="*/ 40834 h 73656"/>
                    <a:gd name="connsiteX3" fmla="*/ 251 w 68144"/>
                    <a:gd name="connsiteY3" fmla="*/ 24476 h 73656"/>
                    <a:gd name="connsiteX4" fmla="*/ 8497 w 68144"/>
                    <a:gd name="connsiteY4" fmla="*/ 11354 h 73656"/>
                    <a:gd name="connsiteX5" fmla="*/ 21176 w 68144"/>
                    <a:gd name="connsiteY5" fmla="*/ 2975 h 73656"/>
                    <a:gd name="connsiteX6" fmla="*/ 36559 w 68144"/>
                    <a:gd name="connsiteY6" fmla="*/ 714 h 73656"/>
                    <a:gd name="connsiteX7" fmla="*/ 49991 w 68144"/>
                    <a:gd name="connsiteY7" fmla="*/ 10511 h 73656"/>
                    <a:gd name="connsiteX8" fmla="*/ 56995 w 68144"/>
                    <a:gd name="connsiteY8" fmla="*/ 20974 h 73656"/>
                    <a:gd name="connsiteX9" fmla="*/ 63999 w 68144"/>
                    <a:gd name="connsiteY9" fmla="*/ 31037 h 73656"/>
                    <a:gd name="connsiteX10" fmla="*/ 67457 w 68144"/>
                    <a:gd name="connsiteY10" fmla="*/ 38263 h 73656"/>
                    <a:gd name="connsiteX11" fmla="*/ 68034 w 68144"/>
                    <a:gd name="connsiteY11" fmla="*/ 45932 h 73656"/>
                    <a:gd name="connsiteX12" fmla="*/ 61074 w 68144"/>
                    <a:gd name="connsiteY12" fmla="*/ 59674 h 73656"/>
                    <a:gd name="connsiteX13" fmla="*/ 49592 w 68144"/>
                    <a:gd name="connsiteY13" fmla="*/ 69560 h 73656"/>
                    <a:gd name="connsiteX14" fmla="*/ 34386 w 68144"/>
                    <a:gd name="connsiteY14" fmla="*/ 73240 h 73656"/>
                    <a:gd name="connsiteX15" fmla="*/ 26229 w 68144"/>
                    <a:gd name="connsiteY15" fmla="*/ 69871 h 73656"/>
                    <a:gd name="connsiteX16" fmla="*/ 19358 w 68144"/>
                    <a:gd name="connsiteY16" fmla="*/ 63310 h 73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8144" h="73656">
                      <a:moveTo>
                        <a:pt x="19358" y="63310"/>
                      </a:moveTo>
                      <a:cubicBezTo>
                        <a:pt x="16743" y="59541"/>
                        <a:pt x="13905" y="55729"/>
                        <a:pt x="11467" y="52005"/>
                      </a:cubicBezTo>
                      <a:lnTo>
                        <a:pt x="3975" y="40834"/>
                      </a:lnTo>
                      <a:cubicBezTo>
                        <a:pt x="517" y="35603"/>
                        <a:pt x="-546" y="29840"/>
                        <a:pt x="251" y="24476"/>
                      </a:cubicBezTo>
                      <a:cubicBezTo>
                        <a:pt x="1094" y="19200"/>
                        <a:pt x="3931" y="14368"/>
                        <a:pt x="8497" y="11354"/>
                      </a:cubicBezTo>
                      <a:lnTo>
                        <a:pt x="21176" y="2975"/>
                      </a:lnTo>
                      <a:cubicBezTo>
                        <a:pt x="25742" y="-39"/>
                        <a:pt x="31327" y="-704"/>
                        <a:pt x="36559" y="714"/>
                      </a:cubicBezTo>
                      <a:cubicBezTo>
                        <a:pt x="41790" y="2044"/>
                        <a:pt x="46710" y="5591"/>
                        <a:pt x="49991" y="10511"/>
                      </a:cubicBezTo>
                      <a:lnTo>
                        <a:pt x="56995" y="20974"/>
                      </a:lnTo>
                      <a:cubicBezTo>
                        <a:pt x="59300" y="24476"/>
                        <a:pt x="61694" y="27667"/>
                        <a:pt x="63999" y="31037"/>
                      </a:cubicBezTo>
                      <a:cubicBezTo>
                        <a:pt x="65640" y="33298"/>
                        <a:pt x="66792" y="35691"/>
                        <a:pt x="67457" y="38263"/>
                      </a:cubicBezTo>
                      <a:cubicBezTo>
                        <a:pt x="68078" y="40878"/>
                        <a:pt x="68299" y="43361"/>
                        <a:pt x="68034" y="45932"/>
                      </a:cubicBezTo>
                      <a:cubicBezTo>
                        <a:pt x="67502" y="51030"/>
                        <a:pt x="65196" y="56128"/>
                        <a:pt x="61074" y="59674"/>
                      </a:cubicBezTo>
                      <a:lnTo>
                        <a:pt x="49592" y="69560"/>
                      </a:lnTo>
                      <a:cubicBezTo>
                        <a:pt x="45380" y="73151"/>
                        <a:pt x="39972" y="74392"/>
                        <a:pt x="34386" y="73240"/>
                      </a:cubicBezTo>
                      <a:cubicBezTo>
                        <a:pt x="31593" y="72663"/>
                        <a:pt x="28712" y="71555"/>
                        <a:pt x="26229" y="69871"/>
                      </a:cubicBezTo>
                      <a:cubicBezTo>
                        <a:pt x="23703" y="68186"/>
                        <a:pt x="21264" y="65969"/>
                        <a:pt x="19358" y="63310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33" name="Forme libre : forme 25232">
                  <a:extLst>
                    <a:ext uri="{FF2B5EF4-FFF2-40B4-BE49-F238E27FC236}">
                      <a16:creationId xmlns:a16="http://schemas.microsoft.com/office/drawing/2014/main" id="{1EBEF6D6-E233-4DFF-BF4C-60316CD0FF65}"/>
                    </a:ext>
                  </a:extLst>
                </p:cNvPr>
                <p:cNvSpPr/>
                <p:nvPr/>
              </p:nvSpPr>
              <p:spPr>
                <a:xfrm>
                  <a:off x="4543233" y="1388357"/>
                  <a:ext cx="49946" cy="65875"/>
                </a:xfrm>
                <a:custGeom>
                  <a:avLst/>
                  <a:gdLst>
                    <a:gd name="connsiteX0" fmla="*/ 21708 w 49946"/>
                    <a:gd name="connsiteY0" fmla="*/ 27042 h 65875"/>
                    <a:gd name="connsiteX1" fmla="*/ 13994 w 49946"/>
                    <a:gd name="connsiteY1" fmla="*/ 0 h 65875"/>
                    <a:gd name="connsiteX2" fmla="*/ 8497 w 49946"/>
                    <a:gd name="connsiteY2" fmla="*/ 3635 h 65875"/>
                    <a:gd name="connsiteX3" fmla="*/ 251 w 49946"/>
                    <a:gd name="connsiteY3" fmla="*/ 16757 h 65875"/>
                    <a:gd name="connsiteX4" fmla="*/ 3975 w 49946"/>
                    <a:gd name="connsiteY4" fmla="*/ 33115 h 65875"/>
                    <a:gd name="connsiteX5" fmla="*/ 11467 w 49946"/>
                    <a:gd name="connsiteY5" fmla="*/ 44287 h 65875"/>
                    <a:gd name="connsiteX6" fmla="*/ 19358 w 49946"/>
                    <a:gd name="connsiteY6" fmla="*/ 55591 h 65875"/>
                    <a:gd name="connsiteX7" fmla="*/ 26229 w 49946"/>
                    <a:gd name="connsiteY7" fmla="*/ 62108 h 65875"/>
                    <a:gd name="connsiteX8" fmla="*/ 34386 w 49946"/>
                    <a:gd name="connsiteY8" fmla="*/ 65477 h 65875"/>
                    <a:gd name="connsiteX9" fmla="*/ 49592 w 49946"/>
                    <a:gd name="connsiteY9" fmla="*/ 61797 h 65875"/>
                    <a:gd name="connsiteX10" fmla="*/ 49946 w 49946"/>
                    <a:gd name="connsiteY10" fmla="*/ 61487 h 65875"/>
                    <a:gd name="connsiteX11" fmla="*/ 42499 w 49946"/>
                    <a:gd name="connsiteY11" fmla="*/ 52887 h 65875"/>
                    <a:gd name="connsiteX12" fmla="*/ 35894 w 49946"/>
                    <a:gd name="connsiteY12" fmla="*/ 43932 h 65875"/>
                    <a:gd name="connsiteX13" fmla="*/ 21708 w 49946"/>
                    <a:gd name="connsiteY13" fmla="*/ 27042 h 65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946" h="65875">
                      <a:moveTo>
                        <a:pt x="21708" y="27042"/>
                      </a:moveTo>
                      <a:cubicBezTo>
                        <a:pt x="13905" y="19683"/>
                        <a:pt x="10758" y="8999"/>
                        <a:pt x="13994" y="0"/>
                      </a:cubicBezTo>
                      <a:lnTo>
                        <a:pt x="8497" y="3635"/>
                      </a:lnTo>
                      <a:cubicBezTo>
                        <a:pt x="3931" y="6650"/>
                        <a:pt x="1094" y="11482"/>
                        <a:pt x="251" y="16757"/>
                      </a:cubicBezTo>
                      <a:cubicBezTo>
                        <a:pt x="-546" y="22121"/>
                        <a:pt x="518" y="27884"/>
                        <a:pt x="3975" y="33115"/>
                      </a:cubicBezTo>
                      <a:lnTo>
                        <a:pt x="11467" y="44287"/>
                      </a:lnTo>
                      <a:cubicBezTo>
                        <a:pt x="13950" y="48011"/>
                        <a:pt x="16743" y="51823"/>
                        <a:pt x="19358" y="55591"/>
                      </a:cubicBezTo>
                      <a:cubicBezTo>
                        <a:pt x="21264" y="58251"/>
                        <a:pt x="23703" y="60468"/>
                        <a:pt x="26229" y="62108"/>
                      </a:cubicBezTo>
                      <a:cubicBezTo>
                        <a:pt x="28712" y="63792"/>
                        <a:pt x="31593" y="64945"/>
                        <a:pt x="34386" y="65477"/>
                      </a:cubicBezTo>
                      <a:cubicBezTo>
                        <a:pt x="39972" y="66585"/>
                        <a:pt x="45425" y="65388"/>
                        <a:pt x="49592" y="61797"/>
                      </a:cubicBezTo>
                      <a:lnTo>
                        <a:pt x="49946" y="61487"/>
                      </a:lnTo>
                      <a:cubicBezTo>
                        <a:pt x="47287" y="58739"/>
                        <a:pt x="44848" y="55813"/>
                        <a:pt x="42499" y="52887"/>
                      </a:cubicBezTo>
                      <a:cubicBezTo>
                        <a:pt x="40282" y="49872"/>
                        <a:pt x="38066" y="46902"/>
                        <a:pt x="35894" y="43932"/>
                      </a:cubicBezTo>
                      <a:cubicBezTo>
                        <a:pt x="31638" y="37992"/>
                        <a:pt x="27249" y="32184"/>
                        <a:pt x="21708" y="27042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34" name="Forme libre : forme 25233">
                  <a:extLst>
                    <a:ext uri="{FF2B5EF4-FFF2-40B4-BE49-F238E27FC236}">
                      <a16:creationId xmlns:a16="http://schemas.microsoft.com/office/drawing/2014/main" id="{EFC6EF2D-C8CE-4DD1-A6AF-B0A3741ED6BD}"/>
                    </a:ext>
                  </a:extLst>
                </p:cNvPr>
                <p:cNvSpPr/>
                <p:nvPr/>
              </p:nvSpPr>
              <p:spPr>
                <a:xfrm>
                  <a:off x="4566585" y="1407212"/>
                  <a:ext cx="25099" cy="28912"/>
                </a:xfrm>
                <a:custGeom>
                  <a:avLst/>
                  <a:gdLst>
                    <a:gd name="connsiteX0" fmla="*/ 21941 w 25099"/>
                    <a:gd name="connsiteY0" fmla="*/ 27470 h 28912"/>
                    <a:gd name="connsiteX1" fmla="*/ 13163 w 25099"/>
                    <a:gd name="connsiteY1" fmla="*/ 28091 h 28912"/>
                    <a:gd name="connsiteX2" fmla="*/ 3942 w 25099"/>
                    <a:gd name="connsiteY2" fmla="*/ 20422 h 28912"/>
                    <a:gd name="connsiteX3" fmla="*/ 3543 w 25099"/>
                    <a:gd name="connsiteY3" fmla="*/ 1182 h 28912"/>
                    <a:gd name="connsiteX4" fmla="*/ 21098 w 25099"/>
                    <a:gd name="connsiteY4" fmla="*/ 8541 h 28912"/>
                    <a:gd name="connsiteX5" fmla="*/ 25088 w 25099"/>
                    <a:gd name="connsiteY5" fmla="*/ 19358 h 28912"/>
                    <a:gd name="connsiteX6" fmla="*/ 21941 w 25099"/>
                    <a:gd name="connsiteY6" fmla="*/ 27470 h 28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099" h="28912">
                      <a:moveTo>
                        <a:pt x="21941" y="27470"/>
                      </a:moveTo>
                      <a:cubicBezTo>
                        <a:pt x="19635" y="29199"/>
                        <a:pt x="16488" y="29332"/>
                        <a:pt x="13163" y="28091"/>
                      </a:cubicBezTo>
                      <a:cubicBezTo>
                        <a:pt x="9838" y="26850"/>
                        <a:pt x="6558" y="24146"/>
                        <a:pt x="3942" y="20422"/>
                      </a:cubicBezTo>
                      <a:cubicBezTo>
                        <a:pt x="-1200" y="12974"/>
                        <a:pt x="-1289" y="4330"/>
                        <a:pt x="3543" y="1182"/>
                      </a:cubicBezTo>
                      <a:cubicBezTo>
                        <a:pt x="8331" y="-1965"/>
                        <a:pt x="16177" y="1404"/>
                        <a:pt x="21098" y="8541"/>
                      </a:cubicBezTo>
                      <a:cubicBezTo>
                        <a:pt x="23625" y="12043"/>
                        <a:pt x="24866" y="15989"/>
                        <a:pt x="25088" y="19358"/>
                      </a:cubicBezTo>
                      <a:cubicBezTo>
                        <a:pt x="25221" y="22727"/>
                        <a:pt x="24246" y="25741"/>
                        <a:pt x="21941" y="2747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35" name="Forme libre : forme 25234">
                  <a:extLst>
                    <a:ext uri="{FF2B5EF4-FFF2-40B4-BE49-F238E27FC236}">
                      <a16:creationId xmlns:a16="http://schemas.microsoft.com/office/drawing/2014/main" id="{1D6E296A-D58B-4E2A-A61C-A1E9D019055F}"/>
                    </a:ext>
                  </a:extLst>
                </p:cNvPr>
                <p:cNvSpPr/>
                <p:nvPr/>
              </p:nvSpPr>
              <p:spPr>
                <a:xfrm>
                  <a:off x="4566585" y="1407204"/>
                  <a:ext cx="14625" cy="25793"/>
                </a:xfrm>
                <a:custGeom>
                  <a:avLst/>
                  <a:gdLst>
                    <a:gd name="connsiteX0" fmla="*/ 14626 w 14625"/>
                    <a:gd name="connsiteY0" fmla="*/ 2254 h 25793"/>
                    <a:gd name="connsiteX1" fmla="*/ 3543 w 14625"/>
                    <a:gd name="connsiteY1" fmla="*/ 1190 h 25793"/>
                    <a:gd name="connsiteX2" fmla="*/ 3942 w 14625"/>
                    <a:gd name="connsiteY2" fmla="*/ 20429 h 25793"/>
                    <a:gd name="connsiteX3" fmla="*/ 9129 w 14625"/>
                    <a:gd name="connsiteY3" fmla="*/ 25793 h 25793"/>
                    <a:gd name="connsiteX4" fmla="*/ 7356 w 14625"/>
                    <a:gd name="connsiteY4" fmla="*/ 22070 h 25793"/>
                    <a:gd name="connsiteX5" fmla="*/ 14626 w 14625"/>
                    <a:gd name="connsiteY5" fmla="*/ 2254 h 25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625" h="25793">
                      <a:moveTo>
                        <a:pt x="14626" y="2254"/>
                      </a:moveTo>
                      <a:cubicBezTo>
                        <a:pt x="10725" y="-184"/>
                        <a:pt x="6558" y="-805"/>
                        <a:pt x="3543" y="1190"/>
                      </a:cubicBezTo>
                      <a:cubicBezTo>
                        <a:pt x="-1289" y="4337"/>
                        <a:pt x="-1200" y="12982"/>
                        <a:pt x="3942" y="20429"/>
                      </a:cubicBezTo>
                      <a:cubicBezTo>
                        <a:pt x="5494" y="22602"/>
                        <a:pt x="7267" y="24419"/>
                        <a:pt x="9129" y="25793"/>
                      </a:cubicBezTo>
                      <a:cubicBezTo>
                        <a:pt x="8375" y="24641"/>
                        <a:pt x="7755" y="23400"/>
                        <a:pt x="7356" y="22070"/>
                      </a:cubicBezTo>
                      <a:cubicBezTo>
                        <a:pt x="5715" y="14312"/>
                        <a:pt x="8508" y="5712"/>
                        <a:pt x="14626" y="225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36" name="Forme libre : forme 25235">
                  <a:extLst>
                    <a:ext uri="{FF2B5EF4-FFF2-40B4-BE49-F238E27FC236}">
                      <a16:creationId xmlns:a16="http://schemas.microsoft.com/office/drawing/2014/main" id="{0102CBBE-AD4B-40B0-AB1B-46AC8B819710}"/>
                    </a:ext>
                  </a:extLst>
                </p:cNvPr>
                <p:cNvSpPr/>
                <p:nvPr/>
              </p:nvSpPr>
              <p:spPr>
                <a:xfrm>
                  <a:off x="4565575" y="1409809"/>
                  <a:ext cx="25202" cy="29041"/>
                </a:xfrm>
                <a:custGeom>
                  <a:avLst/>
                  <a:gdLst>
                    <a:gd name="connsiteX0" fmla="*/ 22108 w 25202"/>
                    <a:gd name="connsiteY0" fmla="*/ 27578 h 29041"/>
                    <a:gd name="connsiteX1" fmla="*/ 4021 w 25202"/>
                    <a:gd name="connsiteY1" fmla="*/ 20485 h 29041"/>
                    <a:gd name="connsiteX2" fmla="*/ 3533 w 25202"/>
                    <a:gd name="connsiteY2" fmla="*/ 1201 h 29041"/>
                    <a:gd name="connsiteX3" fmla="*/ 21132 w 25202"/>
                    <a:gd name="connsiteY3" fmla="*/ 8560 h 29041"/>
                    <a:gd name="connsiteX4" fmla="*/ 22108 w 25202"/>
                    <a:gd name="connsiteY4" fmla="*/ 27578 h 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202" h="29041">
                      <a:moveTo>
                        <a:pt x="22108" y="27578"/>
                      </a:moveTo>
                      <a:cubicBezTo>
                        <a:pt x="17630" y="31124"/>
                        <a:pt x="9207" y="28021"/>
                        <a:pt x="4021" y="20485"/>
                      </a:cubicBezTo>
                      <a:cubicBezTo>
                        <a:pt x="-1210" y="12993"/>
                        <a:pt x="-1299" y="4348"/>
                        <a:pt x="3533" y="1201"/>
                      </a:cubicBezTo>
                      <a:cubicBezTo>
                        <a:pt x="8321" y="-1991"/>
                        <a:pt x="16167" y="1423"/>
                        <a:pt x="21132" y="8560"/>
                      </a:cubicBezTo>
                      <a:cubicBezTo>
                        <a:pt x="26053" y="15697"/>
                        <a:pt x="26674" y="23987"/>
                        <a:pt x="22108" y="2757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37" name="Forme libre : forme 25236">
                  <a:extLst>
                    <a:ext uri="{FF2B5EF4-FFF2-40B4-BE49-F238E27FC236}">
                      <a16:creationId xmlns:a16="http://schemas.microsoft.com/office/drawing/2014/main" id="{2104678C-C6C7-4B77-9F8D-DDA91D9F6E1C}"/>
                    </a:ext>
                  </a:extLst>
                </p:cNvPr>
                <p:cNvSpPr/>
                <p:nvPr/>
              </p:nvSpPr>
              <p:spPr>
                <a:xfrm>
                  <a:off x="4551738" y="1390628"/>
                  <a:ext cx="29595" cy="48033"/>
                </a:xfrm>
                <a:custGeom>
                  <a:avLst/>
                  <a:gdLst>
                    <a:gd name="connsiteX0" fmla="*/ 9746 w 29595"/>
                    <a:gd name="connsiteY0" fmla="*/ 7172 h 48033"/>
                    <a:gd name="connsiteX1" fmla="*/ 2254 w 29595"/>
                    <a:gd name="connsiteY1" fmla="*/ 13378 h 48033"/>
                    <a:gd name="connsiteX2" fmla="*/ 2520 w 29595"/>
                    <a:gd name="connsiteY2" fmla="*/ 32706 h 48033"/>
                    <a:gd name="connsiteX3" fmla="*/ 13514 w 29595"/>
                    <a:gd name="connsiteY3" fmla="*/ 46360 h 48033"/>
                    <a:gd name="connsiteX4" fmla="*/ 24375 w 29595"/>
                    <a:gd name="connsiteY4" fmla="*/ 45474 h 48033"/>
                    <a:gd name="connsiteX5" fmla="*/ 25040 w 29595"/>
                    <a:gd name="connsiteY5" fmla="*/ 37937 h 48033"/>
                    <a:gd name="connsiteX6" fmla="*/ 26724 w 29595"/>
                    <a:gd name="connsiteY6" fmla="*/ 20116 h 48033"/>
                    <a:gd name="connsiteX7" fmla="*/ 26724 w 29595"/>
                    <a:gd name="connsiteY7" fmla="*/ 1054 h 48033"/>
                    <a:gd name="connsiteX8" fmla="*/ 9746 w 29595"/>
                    <a:gd name="connsiteY8" fmla="*/ 7172 h 48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595" h="48033">
                      <a:moveTo>
                        <a:pt x="9746" y="7172"/>
                      </a:moveTo>
                      <a:cubicBezTo>
                        <a:pt x="6953" y="8856"/>
                        <a:pt x="4115" y="10629"/>
                        <a:pt x="2254" y="13378"/>
                      </a:cubicBezTo>
                      <a:cubicBezTo>
                        <a:pt x="-1293" y="18609"/>
                        <a:pt x="-229" y="26234"/>
                        <a:pt x="2520" y="32706"/>
                      </a:cubicBezTo>
                      <a:cubicBezTo>
                        <a:pt x="4869" y="38115"/>
                        <a:pt x="8416" y="43390"/>
                        <a:pt x="13514" y="46360"/>
                      </a:cubicBezTo>
                      <a:cubicBezTo>
                        <a:pt x="17237" y="48577"/>
                        <a:pt x="22424" y="48887"/>
                        <a:pt x="24375" y="45474"/>
                      </a:cubicBezTo>
                      <a:cubicBezTo>
                        <a:pt x="25572" y="43346"/>
                        <a:pt x="25217" y="40553"/>
                        <a:pt x="25040" y="37937"/>
                      </a:cubicBezTo>
                      <a:cubicBezTo>
                        <a:pt x="24508" y="31820"/>
                        <a:pt x="25173" y="25791"/>
                        <a:pt x="26724" y="20116"/>
                      </a:cubicBezTo>
                      <a:cubicBezTo>
                        <a:pt x="28010" y="15328"/>
                        <a:pt x="32487" y="5310"/>
                        <a:pt x="26724" y="1054"/>
                      </a:cubicBezTo>
                      <a:cubicBezTo>
                        <a:pt x="21537" y="-2759"/>
                        <a:pt x="13647" y="4822"/>
                        <a:pt x="9746" y="717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38" name="Forme libre : forme 25237">
                  <a:extLst>
                    <a:ext uri="{FF2B5EF4-FFF2-40B4-BE49-F238E27FC236}">
                      <a16:creationId xmlns:a16="http://schemas.microsoft.com/office/drawing/2014/main" id="{7EF5E6E2-6AA2-4A87-BF21-3B1BEC27232A}"/>
                    </a:ext>
                  </a:extLst>
                </p:cNvPr>
                <p:cNvSpPr/>
                <p:nvPr/>
              </p:nvSpPr>
              <p:spPr>
                <a:xfrm>
                  <a:off x="4572128" y="1397568"/>
                  <a:ext cx="14207" cy="9209"/>
                </a:xfrm>
                <a:custGeom>
                  <a:avLst/>
                  <a:gdLst>
                    <a:gd name="connsiteX0" fmla="*/ 3231 w 14207"/>
                    <a:gd name="connsiteY0" fmla="*/ 9 h 9209"/>
                    <a:gd name="connsiteX1" fmla="*/ 970 w 14207"/>
                    <a:gd name="connsiteY1" fmla="*/ 585 h 9209"/>
                    <a:gd name="connsiteX2" fmla="*/ 39 w 14207"/>
                    <a:gd name="connsiteY2" fmla="*/ 2669 h 9209"/>
                    <a:gd name="connsiteX3" fmla="*/ 1414 w 14207"/>
                    <a:gd name="connsiteY3" fmla="*/ 4575 h 9209"/>
                    <a:gd name="connsiteX4" fmla="*/ 6290 w 14207"/>
                    <a:gd name="connsiteY4" fmla="*/ 8122 h 9209"/>
                    <a:gd name="connsiteX5" fmla="*/ 8506 w 14207"/>
                    <a:gd name="connsiteY5" fmla="*/ 9097 h 9209"/>
                    <a:gd name="connsiteX6" fmla="*/ 13161 w 14207"/>
                    <a:gd name="connsiteY6" fmla="*/ 3954 h 9209"/>
                    <a:gd name="connsiteX7" fmla="*/ 3231 w 14207"/>
                    <a:gd name="connsiteY7" fmla="*/ 9 h 9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07" h="9209">
                      <a:moveTo>
                        <a:pt x="3231" y="9"/>
                      </a:moveTo>
                      <a:cubicBezTo>
                        <a:pt x="2433" y="53"/>
                        <a:pt x="1591" y="142"/>
                        <a:pt x="970" y="585"/>
                      </a:cubicBezTo>
                      <a:cubicBezTo>
                        <a:pt x="305" y="1029"/>
                        <a:pt x="-138" y="1827"/>
                        <a:pt x="39" y="2669"/>
                      </a:cubicBezTo>
                      <a:cubicBezTo>
                        <a:pt x="172" y="3423"/>
                        <a:pt x="793" y="4043"/>
                        <a:pt x="1414" y="4575"/>
                      </a:cubicBezTo>
                      <a:cubicBezTo>
                        <a:pt x="2921" y="5905"/>
                        <a:pt x="4561" y="7102"/>
                        <a:pt x="6290" y="8122"/>
                      </a:cubicBezTo>
                      <a:cubicBezTo>
                        <a:pt x="6999" y="8521"/>
                        <a:pt x="7753" y="8920"/>
                        <a:pt x="8506" y="9097"/>
                      </a:cubicBezTo>
                      <a:cubicBezTo>
                        <a:pt x="11787" y="9762"/>
                        <a:pt x="16264" y="7412"/>
                        <a:pt x="13161" y="3954"/>
                      </a:cubicBezTo>
                      <a:cubicBezTo>
                        <a:pt x="10767" y="1206"/>
                        <a:pt x="6467" y="-124"/>
                        <a:pt x="3231" y="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39" name="Forme libre : forme 25238">
                  <a:extLst>
                    <a:ext uri="{FF2B5EF4-FFF2-40B4-BE49-F238E27FC236}">
                      <a16:creationId xmlns:a16="http://schemas.microsoft.com/office/drawing/2014/main" id="{AAE58B4B-C390-4990-B2A9-ED1C932CB17A}"/>
                    </a:ext>
                  </a:extLst>
                </p:cNvPr>
                <p:cNvSpPr/>
                <p:nvPr/>
              </p:nvSpPr>
              <p:spPr>
                <a:xfrm>
                  <a:off x="4563877" y="1443682"/>
                  <a:ext cx="29258" cy="7557"/>
                </a:xfrm>
                <a:custGeom>
                  <a:avLst/>
                  <a:gdLst>
                    <a:gd name="connsiteX0" fmla="*/ 29258 w 29258"/>
                    <a:gd name="connsiteY0" fmla="*/ 3369 h 7557"/>
                    <a:gd name="connsiteX1" fmla="*/ 21279 w 29258"/>
                    <a:gd name="connsiteY1" fmla="*/ 7182 h 7557"/>
                    <a:gd name="connsiteX2" fmla="*/ 0 w 29258"/>
                    <a:gd name="connsiteY2" fmla="*/ 0 h 7557"/>
                    <a:gd name="connsiteX3" fmla="*/ 8955 w 29258"/>
                    <a:gd name="connsiteY3" fmla="*/ 4522 h 7557"/>
                    <a:gd name="connsiteX4" fmla="*/ 29258 w 29258"/>
                    <a:gd name="connsiteY4" fmla="*/ 3369 h 7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258" h="7557">
                      <a:moveTo>
                        <a:pt x="29258" y="3369"/>
                      </a:moveTo>
                      <a:cubicBezTo>
                        <a:pt x="29258" y="3369"/>
                        <a:pt x="26377" y="6118"/>
                        <a:pt x="21279" y="7182"/>
                      </a:cubicBezTo>
                      <a:cubicBezTo>
                        <a:pt x="16136" y="8245"/>
                        <a:pt x="8600" y="7403"/>
                        <a:pt x="0" y="0"/>
                      </a:cubicBezTo>
                      <a:cubicBezTo>
                        <a:pt x="0" y="0"/>
                        <a:pt x="3546" y="2704"/>
                        <a:pt x="8955" y="4522"/>
                      </a:cubicBezTo>
                      <a:cubicBezTo>
                        <a:pt x="14363" y="6384"/>
                        <a:pt x="21900" y="7093"/>
                        <a:pt x="29258" y="33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40" name="Forme libre : forme 25239">
                  <a:extLst>
                    <a:ext uri="{FF2B5EF4-FFF2-40B4-BE49-F238E27FC236}">
                      <a16:creationId xmlns:a16="http://schemas.microsoft.com/office/drawing/2014/main" id="{76F5ED68-9BDA-46F6-A7D0-07FF1F711B69}"/>
                    </a:ext>
                  </a:extLst>
                </p:cNvPr>
                <p:cNvSpPr/>
                <p:nvPr/>
              </p:nvSpPr>
              <p:spPr>
                <a:xfrm>
                  <a:off x="4563744" y="1382976"/>
                  <a:ext cx="28903" cy="10124"/>
                </a:xfrm>
                <a:custGeom>
                  <a:avLst/>
                  <a:gdLst>
                    <a:gd name="connsiteX0" fmla="*/ 28904 w 28903"/>
                    <a:gd name="connsiteY0" fmla="*/ 10124 h 10124"/>
                    <a:gd name="connsiteX1" fmla="*/ 21013 w 28903"/>
                    <a:gd name="connsiteY1" fmla="*/ 3120 h 10124"/>
                    <a:gd name="connsiteX2" fmla="*/ 0 w 28903"/>
                    <a:gd name="connsiteY2" fmla="*/ 2588 h 10124"/>
                    <a:gd name="connsiteX3" fmla="*/ 9797 w 28903"/>
                    <a:gd name="connsiteY3" fmla="*/ 1347 h 10124"/>
                    <a:gd name="connsiteX4" fmla="*/ 28904 w 28903"/>
                    <a:gd name="connsiteY4" fmla="*/ 10124 h 10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903" h="10124">
                      <a:moveTo>
                        <a:pt x="28904" y="10124"/>
                      </a:moveTo>
                      <a:cubicBezTo>
                        <a:pt x="28904" y="10124"/>
                        <a:pt x="26111" y="6179"/>
                        <a:pt x="21013" y="3120"/>
                      </a:cubicBezTo>
                      <a:cubicBezTo>
                        <a:pt x="15959" y="150"/>
                        <a:pt x="8689" y="-1845"/>
                        <a:pt x="0" y="2588"/>
                      </a:cubicBezTo>
                      <a:cubicBezTo>
                        <a:pt x="0" y="2588"/>
                        <a:pt x="4078" y="1081"/>
                        <a:pt x="9797" y="1347"/>
                      </a:cubicBezTo>
                      <a:cubicBezTo>
                        <a:pt x="15427" y="1568"/>
                        <a:pt x="22742" y="3608"/>
                        <a:pt x="28904" y="101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41" name="Forme libre : forme 25240">
                  <a:extLst>
                    <a:ext uri="{FF2B5EF4-FFF2-40B4-BE49-F238E27FC236}">
                      <a16:creationId xmlns:a16="http://schemas.microsoft.com/office/drawing/2014/main" id="{BDA8009E-6F1F-44EE-BE49-A86B2F8E8CDC}"/>
                    </a:ext>
                  </a:extLst>
                </p:cNvPr>
                <p:cNvSpPr/>
                <p:nvPr/>
              </p:nvSpPr>
              <p:spPr>
                <a:xfrm>
                  <a:off x="4580934" y="1415839"/>
                  <a:ext cx="7564" cy="11772"/>
                </a:xfrm>
                <a:custGeom>
                  <a:avLst/>
                  <a:gdLst>
                    <a:gd name="connsiteX0" fmla="*/ 5685 w 7564"/>
                    <a:gd name="connsiteY0" fmla="*/ 11706 h 11772"/>
                    <a:gd name="connsiteX1" fmla="*/ 498 w 7564"/>
                    <a:gd name="connsiteY1" fmla="*/ 6697 h 11772"/>
                    <a:gd name="connsiteX2" fmla="*/ 1961 w 7564"/>
                    <a:gd name="connsiteY2" fmla="*/ 47 h 11772"/>
                    <a:gd name="connsiteX3" fmla="*/ 7104 w 7564"/>
                    <a:gd name="connsiteY3" fmla="*/ 5012 h 11772"/>
                    <a:gd name="connsiteX4" fmla="*/ 5685 w 7564"/>
                    <a:gd name="connsiteY4" fmla="*/ 11706 h 11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64" h="11772">
                      <a:moveTo>
                        <a:pt x="5685" y="11706"/>
                      </a:moveTo>
                      <a:cubicBezTo>
                        <a:pt x="3868" y="12194"/>
                        <a:pt x="1562" y="9933"/>
                        <a:pt x="498" y="6697"/>
                      </a:cubicBezTo>
                      <a:cubicBezTo>
                        <a:pt x="-566" y="3461"/>
                        <a:pt x="144" y="490"/>
                        <a:pt x="1961" y="47"/>
                      </a:cubicBezTo>
                      <a:cubicBezTo>
                        <a:pt x="3779" y="-352"/>
                        <a:pt x="6084" y="1820"/>
                        <a:pt x="7104" y="5012"/>
                      </a:cubicBezTo>
                      <a:cubicBezTo>
                        <a:pt x="8079" y="8204"/>
                        <a:pt x="7458" y="11219"/>
                        <a:pt x="5685" y="1170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42" name="Forme libre : forme 25241">
                  <a:extLst>
                    <a:ext uri="{FF2B5EF4-FFF2-40B4-BE49-F238E27FC236}">
                      <a16:creationId xmlns:a16="http://schemas.microsoft.com/office/drawing/2014/main" id="{FBAA89CC-D079-4BBD-A441-A51B9D121871}"/>
                    </a:ext>
                  </a:extLst>
                </p:cNvPr>
                <p:cNvSpPr/>
                <p:nvPr/>
              </p:nvSpPr>
              <p:spPr>
                <a:xfrm>
                  <a:off x="4585803" y="1425468"/>
                  <a:ext cx="3112" cy="3191"/>
                </a:xfrm>
                <a:custGeom>
                  <a:avLst/>
                  <a:gdLst>
                    <a:gd name="connsiteX0" fmla="*/ 2545 w 3112"/>
                    <a:gd name="connsiteY0" fmla="*/ 2919 h 3191"/>
                    <a:gd name="connsiteX1" fmla="*/ 328 w 3112"/>
                    <a:gd name="connsiteY1" fmla="*/ 2476 h 3191"/>
                    <a:gd name="connsiteX2" fmla="*/ 594 w 3112"/>
                    <a:gd name="connsiteY2" fmla="*/ 259 h 3191"/>
                    <a:gd name="connsiteX3" fmla="*/ 2766 w 3112"/>
                    <a:gd name="connsiteY3" fmla="*/ 747 h 3191"/>
                    <a:gd name="connsiteX4" fmla="*/ 2545 w 3112"/>
                    <a:gd name="connsiteY4" fmla="*/ 2919 h 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12" h="3191">
                      <a:moveTo>
                        <a:pt x="2545" y="2919"/>
                      </a:moveTo>
                      <a:cubicBezTo>
                        <a:pt x="1880" y="3407"/>
                        <a:pt x="905" y="3229"/>
                        <a:pt x="328" y="2476"/>
                      </a:cubicBezTo>
                      <a:cubicBezTo>
                        <a:pt x="-204" y="1722"/>
                        <a:pt x="-71" y="747"/>
                        <a:pt x="594" y="259"/>
                      </a:cubicBezTo>
                      <a:cubicBezTo>
                        <a:pt x="1259" y="-228"/>
                        <a:pt x="2234" y="-7"/>
                        <a:pt x="2766" y="747"/>
                      </a:cubicBezTo>
                      <a:cubicBezTo>
                        <a:pt x="3298" y="1456"/>
                        <a:pt x="3210" y="2431"/>
                        <a:pt x="2545" y="29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43" name="Forme libre : forme 25242">
                  <a:extLst>
                    <a:ext uri="{FF2B5EF4-FFF2-40B4-BE49-F238E27FC236}">
                      <a16:creationId xmlns:a16="http://schemas.microsoft.com/office/drawing/2014/main" id="{D895F039-13EF-4F62-B45D-42FBD22B27E9}"/>
                    </a:ext>
                  </a:extLst>
                </p:cNvPr>
                <p:cNvSpPr/>
                <p:nvPr/>
              </p:nvSpPr>
              <p:spPr>
                <a:xfrm>
                  <a:off x="4590398" y="1406931"/>
                  <a:ext cx="16007" cy="35052"/>
                </a:xfrm>
                <a:custGeom>
                  <a:avLst/>
                  <a:gdLst>
                    <a:gd name="connsiteX0" fmla="*/ 14131 w 16007"/>
                    <a:gd name="connsiteY0" fmla="*/ 23761 h 35052"/>
                    <a:gd name="connsiteX1" fmla="*/ 5442 w 16007"/>
                    <a:gd name="connsiteY1" fmla="*/ 33780 h 35052"/>
                    <a:gd name="connsiteX2" fmla="*/ 832 w 16007"/>
                    <a:gd name="connsiteY2" fmla="*/ 34445 h 35052"/>
                    <a:gd name="connsiteX3" fmla="*/ 566 w 16007"/>
                    <a:gd name="connsiteY3" fmla="*/ 30012 h 35052"/>
                    <a:gd name="connsiteX4" fmla="*/ 5841 w 16007"/>
                    <a:gd name="connsiteY4" fmla="*/ 16979 h 35052"/>
                    <a:gd name="connsiteX5" fmla="*/ 5575 w 16007"/>
                    <a:gd name="connsiteY5" fmla="*/ 0 h 35052"/>
                    <a:gd name="connsiteX6" fmla="*/ 12402 w 16007"/>
                    <a:gd name="connsiteY6" fmla="*/ 5497 h 35052"/>
                    <a:gd name="connsiteX7" fmla="*/ 15860 w 16007"/>
                    <a:gd name="connsiteY7" fmla="*/ 13787 h 35052"/>
                    <a:gd name="connsiteX8" fmla="*/ 14131 w 16007"/>
                    <a:gd name="connsiteY8" fmla="*/ 23761 h 35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07" h="35052">
                      <a:moveTo>
                        <a:pt x="14131" y="23761"/>
                      </a:moveTo>
                      <a:cubicBezTo>
                        <a:pt x="12180" y="27796"/>
                        <a:pt x="8944" y="31032"/>
                        <a:pt x="5442" y="33780"/>
                      </a:cubicBezTo>
                      <a:cubicBezTo>
                        <a:pt x="4156" y="34800"/>
                        <a:pt x="2206" y="35687"/>
                        <a:pt x="832" y="34445"/>
                      </a:cubicBezTo>
                      <a:cubicBezTo>
                        <a:pt x="-410" y="33293"/>
                        <a:pt x="-55" y="31431"/>
                        <a:pt x="566" y="30012"/>
                      </a:cubicBezTo>
                      <a:cubicBezTo>
                        <a:pt x="2560" y="25668"/>
                        <a:pt x="5752" y="21767"/>
                        <a:pt x="5841" y="16979"/>
                      </a:cubicBezTo>
                      <a:cubicBezTo>
                        <a:pt x="5841" y="14009"/>
                        <a:pt x="477" y="89"/>
                        <a:pt x="5575" y="0"/>
                      </a:cubicBezTo>
                      <a:cubicBezTo>
                        <a:pt x="8102" y="0"/>
                        <a:pt x="10540" y="2483"/>
                        <a:pt x="12402" y="5497"/>
                      </a:cubicBezTo>
                      <a:cubicBezTo>
                        <a:pt x="14220" y="8600"/>
                        <a:pt x="15638" y="11881"/>
                        <a:pt x="15860" y="13787"/>
                      </a:cubicBezTo>
                      <a:cubicBezTo>
                        <a:pt x="16347" y="17289"/>
                        <a:pt x="15594" y="20791"/>
                        <a:pt x="14131" y="2376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11" name="Graphique 2">
                <a:extLst>
                  <a:ext uri="{FF2B5EF4-FFF2-40B4-BE49-F238E27FC236}">
                    <a16:creationId xmlns:a16="http://schemas.microsoft.com/office/drawing/2014/main" id="{3C574974-8E52-4D08-96DE-06A0CDC1BD3B}"/>
                  </a:ext>
                </a:extLst>
              </p:cNvPr>
              <p:cNvGrpSpPr/>
              <p:nvPr/>
            </p:nvGrpSpPr>
            <p:grpSpPr>
              <a:xfrm>
                <a:off x="4586978" y="1435378"/>
                <a:ext cx="71596" cy="68252"/>
                <a:chOff x="4586978" y="1435378"/>
                <a:chExt cx="71596" cy="68252"/>
              </a:xfrm>
              <a:solidFill>
                <a:schemeClr val="accent1"/>
              </a:solidFill>
            </p:grpSpPr>
            <p:sp>
              <p:nvSpPr>
                <p:cNvPr id="25220" name="Forme libre : forme 25219">
                  <a:extLst>
                    <a:ext uri="{FF2B5EF4-FFF2-40B4-BE49-F238E27FC236}">
                      <a16:creationId xmlns:a16="http://schemas.microsoft.com/office/drawing/2014/main" id="{5F0ADE71-D5E8-4C24-BEC9-C19703C0A10C}"/>
                    </a:ext>
                  </a:extLst>
                </p:cNvPr>
                <p:cNvSpPr/>
                <p:nvPr/>
              </p:nvSpPr>
              <p:spPr>
                <a:xfrm>
                  <a:off x="4586978" y="1435378"/>
                  <a:ext cx="71596" cy="68252"/>
                </a:xfrm>
                <a:custGeom>
                  <a:avLst/>
                  <a:gdLst>
                    <a:gd name="connsiteX0" fmla="*/ 35594 w 71596"/>
                    <a:gd name="connsiteY0" fmla="*/ 64826 h 68252"/>
                    <a:gd name="connsiteX1" fmla="*/ 21585 w 71596"/>
                    <a:gd name="connsiteY1" fmla="*/ 56181 h 68252"/>
                    <a:gd name="connsiteX2" fmla="*/ 15024 w 71596"/>
                    <a:gd name="connsiteY2" fmla="*/ 51394 h 68252"/>
                    <a:gd name="connsiteX3" fmla="*/ 8951 w 71596"/>
                    <a:gd name="connsiteY3" fmla="*/ 46295 h 68252"/>
                    <a:gd name="connsiteX4" fmla="*/ 2567 w 71596"/>
                    <a:gd name="connsiteY4" fmla="*/ 38183 h 68252"/>
                    <a:gd name="connsiteX5" fmla="*/ 40 w 71596"/>
                    <a:gd name="connsiteY5" fmla="*/ 29405 h 68252"/>
                    <a:gd name="connsiteX6" fmla="*/ 5848 w 71596"/>
                    <a:gd name="connsiteY6" fmla="*/ 14820 h 68252"/>
                    <a:gd name="connsiteX7" fmla="*/ 17329 w 71596"/>
                    <a:gd name="connsiteY7" fmla="*/ 4935 h 68252"/>
                    <a:gd name="connsiteX8" fmla="*/ 31870 w 71596"/>
                    <a:gd name="connsiteY8" fmla="*/ 14 h 68252"/>
                    <a:gd name="connsiteX9" fmla="*/ 39140 w 71596"/>
                    <a:gd name="connsiteY9" fmla="*/ 1344 h 68252"/>
                    <a:gd name="connsiteX10" fmla="*/ 45302 w 71596"/>
                    <a:gd name="connsiteY10" fmla="*/ 4979 h 68252"/>
                    <a:gd name="connsiteX11" fmla="*/ 49159 w 71596"/>
                    <a:gd name="connsiteY11" fmla="*/ 8304 h 68252"/>
                    <a:gd name="connsiteX12" fmla="*/ 53149 w 71596"/>
                    <a:gd name="connsiteY12" fmla="*/ 11185 h 68252"/>
                    <a:gd name="connsiteX13" fmla="*/ 61261 w 71596"/>
                    <a:gd name="connsiteY13" fmla="*/ 16283 h 68252"/>
                    <a:gd name="connsiteX14" fmla="*/ 66226 w 71596"/>
                    <a:gd name="connsiteY14" fmla="*/ 20317 h 68252"/>
                    <a:gd name="connsiteX15" fmla="*/ 69684 w 71596"/>
                    <a:gd name="connsiteY15" fmla="*/ 26125 h 68252"/>
                    <a:gd name="connsiteX16" fmla="*/ 71457 w 71596"/>
                    <a:gd name="connsiteY16" fmla="*/ 33395 h 68252"/>
                    <a:gd name="connsiteX17" fmla="*/ 70970 w 71596"/>
                    <a:gd name="connsiteY17" fmla="*/ 41197 h 68252"/>
                    <a:gd name="connsiteX18" fmla="*/ 67202 w 71596"/>
                    <a:gd name="connsiteY18" fmla="*/ 55827 h 68252"/>
                    <a:gd name="connsiteX19" fmla="*/ 63301 w 71596"/>
                    <a:gd name="connsiteY19" fmla="*/ 62831 h 68252"/>
                    <a:gd name="connsiteX20" fmla="*/ 56030 w 71596"/>
                    <a:gd name="connsiteY20" fmla="*/ 67087 h 68252"/>
                    <a:gd name="connsiteX21" fmla="*/ 46277 w 71596"/>
                    <a:gd name="connsiteY21" fmla="*/ 68062 h 68252"/>
                    <a:gd name="connsiteX22" fmla="*/ 35594 w 71596"/>
                    <a:gd name="connsiteY22" fmla="*/ 64826 h 68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1596" h="68252">
                      <a:moveTo>
                        <a:pt x="35594" y="64826"/>
                      </a:moveTo>
                      <a:cubicBezTo>
                        <a:pt x="30850" y="62033"/>
                        <a:pt x="25841" y="59462"/>
                        <a:pt x="21585" y="56181"/>
                      </a:cubicBezTo>
                      <a:cubicBezTo>
                        <a:pt x="19413" y="54585"/>
                        <a:pt x="17152" y="53078"/>
                        <a:pt x="15024" y="51394"/>
                      </a:cubicBezTo>
                      <a:lnTo>
                        <a:pt x="8951" y="46295"/>
                      </a:lnTo>
                      <a:cubicBezTo>
                        <a:pt x="6025" y="43946"/>
                        <a:pt x="4119" y="41020"/>
                        <a:pt x="2567" y="38183"/>
                      </a:cubicBezTo>
                      <a:cubicBezTo>
                        <a:pt x="1016" y="35301"/>
                        <a:pt x="173" y="32331"/>
                        <a:pt x="40" y="29405"/>
                      </a:cubicBezTo>
                      <a:cubicBezTo>
                        <a:pt x="-314" y="23598"/>
                        <a:pt x="1680" y="18367"/>
                        <a:pt x="5848" y="14820"/>
                      </a:cubicBezTo>
                      <a:lnTo>
                        <a:pt x="17329" y="4935"/>
                      </a:lnTo>
                      <a:cubicBezTo>
                        <a:pt x="21496" y="1344"/>
                        <a:pt x="26860" y="-163"/>
                        <a:pt x="31870" y="14"/>
                      </a:cubicBezTo>
                      <a:cubicBezTo>
                        <a:pt x="34352" y="147"/>
                        <a:pt x="36835" y="590"/>
                        <a:pt x="39140" y="1344"/>
                      </a:cubicBezTo>
                      <a:cubicBezTo>
                        <a:pt x="41445" y="2098"/>
                        <a:pt x="43440" y="3560"/>
                        <a:pt x="45302" y="4979"/>
                      </a:cubicBezTo>
                      <a:lnTo>
                        <a:pt x="49159" y="8304"/>
                      </a:lnTo>
                      <a:cubicBezTo>
                        <a:pt x="50489" y="9323"/>
                        <a:pt x="51819" y="10210"/>
                        <a:pt x="53149" y="11185"/>
                      </a:cubicBezTo>
                      <a:cubicBezTo>
                        <a:pt x="55720" y="13269"/>
                        <a:pt x="58557" y="14554"/>
                        <a:pt x="61261" y="16283"/>
                      </a:cubicBezTo>
                      <a:cubicBezTo>
                        <a:pt x="63212" y="17259"/>
                        <a:pt x="64852" y="18544"/>
                        <a:pt x="66226" y="20317"/>
                      </a:cubicBezTo>
                      <a:cubicBezTo>
                        <a:pt x="67556" y="22179"/>
                        <a:pt x="68798" y="23820"/>
                        <a:pt x="69684" y="26125"/>
                      </a:cubicBezTo>
                      <a:cubicBezTo>
                        <a:pt x="70571" y="28341"/>
                        <a:pt x="71191" y="30824"/>
                        <a:pt x="71457" y="33395"/>
                      </a:cubicBezTo>
                      <a:cubicBezTo>
                        <a:pt x="71723" y="35922"/>
                        <a:pt x="71635" y="38538"/>
                        <a:pt x="70970" y="41197"/>
                      </a:cubicBezTo>
                      <a:lnTo>
                        <a:pt x="67202" y="55827"/>
                      </a:lnTo>
                      <a:cubicBezTo>
                        <a:pt x="66537" y="58487"/>
                        <a:pt x="65207" y="60880"/>
                        <a:pt x="63301" y="62831"/>
                      </a:cubicBezTo>
                      <a:cubicBezTo>
                        <a:pt x="61439" y="64737"/>
                        <a:pt x="58956" y="66156"/>
                        <a:pt x="56030" y="67087"/>
                      </a:cubicBezTo>
                      <a:cubicBezTo>
                        <a:pt x="53149" y="67929"/>
                        <a:pt x="49691" y="68594"/>
                        <a:pt x="46277" y="68062"/>
                      </a:cubicBezTo>
                      <a:cubicBezTo>
                        <a:pt x="42820" y="67574"/>
                        <a:pt x="39096" y="66599"/>
                        <a:pt x="35594" y="6482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21" name="Forme libre : forme 25220">
                  <a:extLst>
                    <a:ext uri="{FF2B5EF4-FFF2-40B4-BE49-F238E27FC236}">
                      <a16:creationId xmlns:a16="http://schemas.microsoft.com/office/drawing/2014/main" id="{7C49A850-C17C-450F-9E4D-1EE220F20D44}"/>
                    </a:ext>
                  </a:extLst>
                </p:cNvPr>
                <p:cNvSpPr/>
                <p:nvPr/>
              </p:nvSpPr>
              <p:spPr>
                <a:xfrm>
                  <a:off x="4587022" y="1445898"/>
                  <a:ext cx="67290" cy="57732"/>
                </a:xfrm>
                <a:custGeom>
                  <a:avLst/>
                  <a:gdLst>
                    <a:gd name="connsiteX0" fmla="*/ 24688 w 67290"/>
                    <a:gd name="connsiteY0" fmla="*/ 25402 h 57732"/>
                    <a:gd name="connsiteX1" fmla="*/ 17861 w 67290"/>
                    <a:gd name="connsiteY1" fmla="*/ 20569 h 57732"/>
                    <a:gd name="connsiteX2" fmla="*/ 13074 w 67290"/>
                    <a:gd name="connsiteY2" fmla="*/ 14230 h 57732"/>
                    <a:gd name="connsiteX3" fmla="*/ 10813 w 67290"/>
                    <a:gd name="connsiteY3" fmla="*/ 0 h 57732"/>
                    <a:gd name="connsiteX4" fmla="*/ 5848 w 67290"/>
                    <a:gd name="connsiteY4" fmla="*/ 4300 h 57732"/>
                    <a:gd name="connsiteX5" fmla="*/ 40 w 67290"/>
                    <a:gd name="connsiteY5" fmla="*/ 18885 h 57732"/>
                    <a:gd name="connsiteX6" fmla="*/ 2567 w 67290"/>
                    <a:gd name="connsiteY6" fmla="*/ 27662 h 57732"/>
                    <a:gd name="connsiteX7" fmla="*/ 8951 w 67290"/>
                    <a:gd name="connsiteY7" fmla="*/ 35775 h 57732"/>
                    <a:gd name="connsiteX8" fmla="*/ 15024 w 67290"/>
                    <a:gd name="connsiteY8" fmla="*/ 40873 h 57732"/>
                    <a:gd name="connsiteX9" fmla="*/ 21585 w 67290"/>
                    <a:gd name="connsiteY9" fmla="*/ 45661 h 57732"/>
                    <a:gd name="connsiteX10" fmla="*/ 35594 w 67290"/>
                    <a:gd name="connsiteY10" fmla="*/ 54305 h 57732"/>
                    <a:gd name="connsiteX11" fmla="*/ 46233 w 67290"/>
                    <a:gd name="connsiteY11" fmla="*/ 57542 h 57732"/>
                    <a:gd name="connsiteX12" fmla="*/ 55986 w 67290"/>
                    <a:gd name="connsiteY12" fmla="*/ 56566 h 57732"/>
                    <a:gd name="connsiteX13" fmla="*/ 63256 w 67290"/>
                    <a:gd name="connsiteY13" fmla="*/ 52310 h 57732"/>
                    <a:gd name="connsiteX14" fmla="*/ 67157 w 67290"/>
                    <a:gd name="connsiteY14" fmla="*/ 45306 h 57732"/>
                    <a:gd name="connsiteX15" fmla="*/ 67290 w 67290"/>
                    <a:gd name="connsiteY15" fmla="*/ 44819 h 57732"/>
                    <a:gd name="connsiteX16" fmla="*/ 55897 w 67290"/>
                    <a:gd name="connsiteY16" fmla="*/ 41538 h 57732"/>
                    <a:gd name="connsiteX17" fmla="*/ 45258 w 67290"/>
                    <a:gd name="connsiteY17" fmla="*/ 36662 h 57732"/>
                    <a:gd name="connsiteX18" fmla="*/ 35106 w 67290"/>
                    <a:gd name="connsiteY18" fmla="*/ 31032 h 57732"/>
                    <a:gd name="connsiteX19" fmla="*/ 24688 w 67290"/>
                    <a:gd name="connsiteY19" fmla="*/ 25402 h 57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7290" h="57732">
                      <a:moveTo>
                        <a:pt x="24688" y="25402"/>
                      </a:moveTo>
                      <a:cubicBezTo>
                        <a:pt x="22206" y="24072"/>
                        <a:pt x="19856" y="22476"/>
                        <a:pt x="17861" y="20569"/>
                      </a:cubicBezTo>
                      <a:cubicBezTo>
                        <a:pt x="15955" y="18619"/>
                        <a:pt x="14359" y="16447"/>
                        <a:pt x="13074" y="14230"/>
                      </a:cubicBezTo>
                      <a:cubicBezTo>
                        <a:pt x="10591" y="9708"/>
                        <a:pt x="9882" y="4610"/>
                        <a:pt x="10813" y="0"/>
                      </a:cubicBezTo>
                      <a:lnTo>
                        <a:pt x="5848" y="4300"/>
                      </a:lnTo>
                      <a:cubicBezTo>
                        <a:pt x="1681" y="7891"/>
                        <a:pt x="-314" y="13122"/>
                        <a:pt x="40" y="18885"/>
                      </a:cubicBezTo>
                      <a:cubicBezTo>
                        <a:pt x="173" y="21811"/>
                        <a:pt x="1016" y="24781"/>
                        <a:pt x="2567" y="27662"/>
                      </a:cubicBezTo>
                      <a:cubicBezTo>
                        <a:pt x="4119" y="30544"/>
                        <a:pt x="6025" y="33426"/>
                        <a:pt x="8951" y="35775"/>
                      </a:cubicBezTo>
                      <a:lnTo>
                        <a:pt x="15024" y="40873"/>
                      </a:lnTo>
                      <a:cubicBezTo>
                        <a:pt x="17108" y="42513"/>
                        <a:pt x="19369" y="44065"/>
                        <a:pt x="21585" y="45661"/>
                      </a:cubicBezTo>
                      <a:cubicBezTo>
                        <a:pt x="25841" y="48941"/>
                        <a:pt x="30850" y="51513"/>
                        <a:pt x="35594" y="54305"/>
                      </a:cubicBezTo>
                      <a:cubicBezTo>
                        <a:pt x="39051" y="56079"/>
                        <a:pt x="42775" y="57054"/>
                        <a:pt x="46233" y="57542"/>
                      </a:cubicBezTo>
                      <a:cubicBezTo>
                        <a:pt x="49647" y="58074"/>
                        <a:pt x="53104" y="57409"/>
                        <a:pt x="55986" y="56566"/>
                      </a:cubicBezTo>
                      <a:cubicBezTo>
                        <a:pt x="58912" y="55635"/>
                        <a:pt x="61350" y="54172"/>
                        <a:pt x="63256" y="52310"/>
                      </a:cubicBezTo>
                      <a:cubicBezTo>
                        <a:pt x="65162" y="50360"/>
                        <a:pt x="66492" y="47922"/>
                        <a:pt x="67157" y="45306"/>
                      </a:cubicBezTo>
                      <a:lnTo>
                        <a:pt x="67290" y="44819"/>
                      </a:lnTo>
                      <a:cubicBezTo>
                        <a:pt x="63345" y="44154"/>
                        <a:pt x="59621" y="42735"/>
                        <a:pt x="55897" y="41538"/>
                      </a:cubicBezTo>
                      <a:cubicBezTo>
                        <a:pt x="52262" y="40031"/>
                        <a:pt x="48760" y="38302"/>
                        <a:pt x="45258" y="36662"/>
                      </a:cubicBezTo>
                      <a:cubicBezTo>
                        <a:pt x="41933" y="34667"/>
                        <a:pt x="38475" y="32938"/>
                        <a:pt x="35106" y="31032"/>
                      </a:cubicBezTo>
                      <a:cubicBezTo>
                        <a:pt x="31826" y="28948"/>
                        <a:pt x="28146" y="27308"/>
                        <a:pt x="24688" y="25402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22" name="Forme libre : forme 25221">
                  <a:extLst>
                    <a:ext uri="{FF2B5EF4-FFF2-40B4-BE49-F238E27FC236}">
                      <a16:creationId xmlns:a16="http://schemas.microsoft.com/office/drawing/2014/main" id="{9EE8C368-55C4-4EAE-83B7-B4DF74C108EB}"/>
                    </a:ext>
                  </a:extLst>
                </p:cNvPr>
                <p:cNvSpPr/>
                <p:nvPr/>
              </p:nvSpPr>
              <p:spPr>
                <a:xfrm>
                  <a:off x="4612938" y="1460288"/>
                  <a:ext cx="29490" cy="24756"/>
                </a:xfrm>
                <a:custGeom>
                  <a:avLst/>
                  <a:gdLst>
                    <a:gd name="connsiteX0" fmla="*/ 28917 w 29490"/>
                    <a:gd name="connsiteY0" fmla="*/ 20011 h 24756"/>
                    <a:gd name="connsiteX1" fmla="*/ 21381 w 29490"/>
                    <a:gd name="connsiteY1" fmla="*/ 24666 h 24756"/>
                    <a:gd name="connsiteX2" fmla="*/ 15396 w 29490"/>
                    <a:gd name="connsiteY2" fmla="*/ 24045 h 24756"/>
                    <a:gd name="connsiteX3" fmla="*/ 9013 w 29490"/>
                    <a:gd name="connsiteY3" fmla="*/ 21252 h 24756"/>
                    <a:gd name="connsiteX4" fmla="*/ 3826 w 29490"/>
                    <a:gd name="connsiteY4" fmla="*/ 16642 h 24756"/>
                    <a:gd name="connsiteX5" fmla="*/ 723 w 29490"/>
                    <a:gd name="connsiteY5" fmla="*/ 11588 h 24756"/>
                    <a:gd name="connsiteX6" fmla="*/ 1698 w 29490"/>
                    <a:gd name="connsiteY6" fmla="*/ 2766 h 24756"/>
                    <a:gd name="connsiteX7" fmla="*/ 9899 w 29490"/>
                    <a:gd name="connsiteY7" fmla="*/ 62 h 24756"/>
                    <a:gd name="connsiteX8" fmla="*/ 15086 w 29490"/>
                    <a:gd name="connsiteY8" fmla="*/ 1082 h 24756"/>
                    <a:gd name="connsiteX9" fmla="*/ 20228 w 29490"/>
                    <a:gd name="connsiteY9" fmla="*/ 3697 h 24756"/>
                    <a:gd name="connsiteX10" fmla="*/ 24706 w 29490"/>
                    <a:gd name="connsiteY10" fmla="*/ 7288 h 24756"/>
                    <a:gd name="connsiteX11" fmla="*/ 27853 w 29490"/>
                    <a:gd name="connsiteY11" fmla="*/ 11455 h 24756"/>
                    <a:gd name="connsiteX12" fmla="*/ 28917 w 29490"/>
                    <a:gd name="connsiteY12" fmla="*/ 20011 h 24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490" h="24756">
                      <a:moveTo>
                        <a:pt x="28917" y="20011"/>
                      </a:moveTo>
                      <a:cubicBezTo>
                        <a:pt x="27809" y="22671"/>
                        <a:pt x="25060" y="24267"/>
                        <a:pt x="21381" y="24666"/>
                      </a:cubicBezTo>
                      <a:cubicBezTo>
                        <a:pt x="19519" y="24887"/>
                        <a:pt x="17436" y="24710"/>
                        <a:pt x="15396" y="24045"/>
                      </a:cubicBezTo>
                      <a:cubicBezTo>
                        <a:pt x="13313" y="23425"/>
                        <a:pt x="11141" y="22494"/>
                        <a:pt x="9013" y="21252"/>
                      </a:cubicBezTo>
                      <a:cubicBezTo>
                        <a:pt x="6929" y="19967"/>
                        <a:pt x="5245" y="18282"/>
                        <a:pt x="3826" y="16642"/>
                      </a:cubicBezTo>
                      <a:cubicBezTo>
                        <a:pt x="2452" y="14957"/>
                        <a:pt x="1299" y="13317"/>
                        <a:pt x="723" y="11588"/>
                      </a:cubicBezTo>
                      <a:cubicBezTo>
                        <a:pt x="-474" y="8130"/>
                        <a:pt x="-208" y="4939"/>
                        <a:pt x="1698" y="2766"/>
                      </a:cubicBezTo>
                      <a:cubicBezTo>
                        <a:pt x="3560" y="594"/>
                        <a:pt x="6619" y="-248"/>
                        <a:pt x="9899" y="62"/>
                      </a:cubicBezTo>
                      <a:cubicBezTo>
                        <a:pt x="11540" y="239"/>
                        <a:pt x="13357" y="461"/>
                        <a:pt x="15086" y="1082"/>
                      </a:cubicBezTo>
                      <a:cubicBezTo>
                        <a:pt x="16859" y="1658"/>
                        <a:pt x="18544" y="2633"/>
                        <a:pt x="20228" y="3697"/>
                      </a:cubicBezTo>
                      <a:cubicBezTo>
                        <a:pt x="21957" y="4717"/>
                        <a:pt x="23465" y="5914"/>
                        <a:pt x="24706" y="7288"/>
                      </a:cubicBezTo>
                      <a:cubicBezTo>
                        <a:pt x="25947" y="8707"/>
                        <a:pt x="27011" y="10081"/>
                        <a:pt x="27853" y="11455"/>
                      </a:cubicBezTo>
                      <a:cubicBezTo>
                        <a:pt x="29449" y="14248"/>
                        <a:pt x="30026" y="17351"/>
                        <a:pt x="28917" y="20011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23" name="Forme libre : forme 25222">
                  <a:extLst>
                    <a:ext uri="{FF2B5EF4-FFF2-40B4-BE49-F238E27FC236}">
                      <a16:creationId xmlns:a16="http://schemas.microsoft.com/office/drawing/2014/main" id="{61B4D969-CEDF-4682-868C-80DD36A6BAEF}"/>
                    </a:ext>
                  </a:extLst>
                </p:cNvPr>
                <p:cNvSpPr/>
                <p:nvPr/>
              </p:nvSpPr>
              <p:spPr>
                <a:xfrm>
                  <a:off x="4612906" y="1460270"/>
                  <a:ext cx="16447" cy="24328"/>
                </a:xfrm>
                <a:custGeom>
                  <a:avLst/>
                  <a:gdLst>
                    <a:gd name="connsiteX0" fmla="*/ 12414 w 16447"/>
                    <a:gd name="connsiteY0" fmla="*/ 390 h 24328"/>
                    <a:gd name="connsiteX1" fmla="*/ 6340 w 16447"/>
                    <a:gd name="connsiteY1" fmla="*/ 213 h 24328"/>
                    <a:gd name="connsiteX2" fmla="*/ 1685 w 16447"/>
                    <a:gd name="connsiteY2" fmla="*/ 2784 h 24328"/>
                    <a:gd name="connsiteX3" fmla="*/ 710 w 16447"/>
                    <a:gd name="connsiteY3" fmla="*/ 11606 h 24328"/>
                    <a:gd name="connsiteX4" fmla="*/ 3813 w 16447"/>
                    <a:gd name="connsiteY4" fmla="*/ 16660 h 24328"/>
                    <a:gd name="connsiteX5" fmla="*/ 9000 w 16447"/>
                    <a:gd name="connsiteY5" fmla="*/ 21270 h 24328"/>
                    <a:gd name="connsiteX6" fmla="*/ 16448 w 16447"/>
                    <a:gd name="connsiteY6" fmla="*/ 24329 h 24328"/>
                    <a:gd name="connsiteX7" fmla="*/ 13034 w 16447"/>
                    <a:gd name="connsiteY7" fmla="*/ 21492 h 24328"/>
                    <a:gd name="connsiteX8" fmla="*/ 9000 w 16447"/>
                    <a:gd name="connsiteY8" fmla="*/ 10320 h 24328"/>
                    <a:gd name="connsiteX9" fmla="*/ 12414 w 16447"/>
                    <a:gd name="connsiteY9" fmla="*/ 390 h 24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47" h="24328">
                      <a:moveTo>
                        <a:pt x="12414" y="390"/>
                      </a:moveTo>
                      <a:cubicBezTo>
                        <a:pt x="10197" y="35"/>
                        <a:pt x="8202" y="-186"/>
                        <a:pt x="6340" y="213"/>
                      </a:cubicBezTo>
                      <a:cubicBezTo>
                        <a:pt x="4478" y="567"/>
                        <a:pt x="2838" y="1410"/>
                        <a:pt x="1685" y="2784"/>
                      </a:cubicBezTo>
                      <a:cubicBezTo>
                        <a:pt x="-176" y="4956"/>
                        <a:pt x="-487" y="8148"/>
                        <a:pt x="710" y="11606"/>
                      </a:cubicBezTo>
                      <a:cubicBezTo>
                        <a:pt x="1286" y="13335"/>
                        <a:pt x="2439" y="14975"/>
                        <a:pt x="3813" y="16660"/>
                      </a:cubicBezTo>
                      <a:cubicBezTo>
                        <a:pt x="5232" y="18300"/>
                        <a:pt x="6916" y="19984"/>
                        <a:pt x="9000" y="21270"/>
                      </a:cubicBezTo>
                      <a:cubicBezTo>
                        <a:pt x="11483" y="22733"/>
                        <a:pt x="14054" y="23753"/>
                        <a:pt x="16448" y="24329"/>
                      </a:cubicBezTo>
                      <a:cubicBezTo>
                        <a:pt x="15206" y="23531"/>
                        <a:pt x="14009" y="22600"/>
                        <a:pt x="13034" y="21492"/>
                      </a:cubicBezTo>
                      <a:cubicBezTo>
                        <a:pt x="10419" y="18255"/>
                        <a:pt x="9089" y="14133"/>
                        <a:pt x="9000" y="10320"/>
                      </a:cubicBezTo>
                      <a:cubicBezTo>
                        <a:pt x="8956" y="6508"/>
                        <a:pt x="10064" y="3050"/>
                        <a:pt x="12414" y="39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24" name="Forme libre : forme 25223">
                  <a:extLst>
                    <a:ext uri="{FF2B5EF4-FFF2-40B4-BE49-F238E27FC236}">
                      <a16:creationId xmlns:a16="http://schemas.microsoft.com/office/drawing/2014/main" id="{E25851E9-6F30-4717-8480-281819D5B9C7}"/>
                    </a:ext>
                  </a:extLst>
                </p:cNvPr>
                <p:cNvSpPr/>
                <p:nvPr/>
              </p:nvSpPr>
              <p:spPr>
                <a:xfrm>
                  <a:off x="4612734" y="1463106"/>
                  <a:ext cx="30254" cy="24711"/>
                </a:xfrm>
                <a:custGeom>
                  <a:avLst/>
                  <a:gdLst>
                    <a:gd name="connsiteX0" fmla="*/ 29742 w 30254"/>
                    <a:gd name="connsiteY0" fmla="*/ 19986 h 24711"/>
                    <a:gd name="connsiteX1" fmla="*/ 22206 w 30254"/>
                    <a:gd name="connsiteY1" fmla="*/ 24640 h 24711"/>
                    <a:gd name="connsiteX2" fmla="*/ 16044 w 30254"/>
                    <a:gd name="connsiteY2" fmla="*/ 24153 h 24711"/>
                    <a:gd name="connsiteX3" fmla="*/ 9527 w 30254"/>
                    <a:gd name="connsiteY3" fmla="*/ 21316 h 24711"/>
                    <a:gd name="connsiteX4" fmla="*/ 838 w 30254"/>
                    <a:gd name="connsiteY4" fmla="*/ 11696 h 24711"/>
                    <a:gd name="connsiteX5" fmla="*/ 40 w 30254"/>
                    <a:gd name="connsiteY5" fmla="*/ 6775 h 24711"/>
                    <a:gd name="connsiteX6" fmla="*/ 1636 w 30254"/>
                    <a:gd name="connsiteY6" fmla="*/ 2785 h 24711"/>
                    <a:gd name="connsiteX7" fmla="*/ 5183 w 30254"/>
                    <a:gd name="connsiteY7" fmla="*/ 480 h 24711"/>
                    <a:gd name="connsiteX8" fmla="*/ 9838 w 30254"/>
                    <a:gd name="connsiteY8" fmla="*/ 37 h 24711"/>
                    <a:gd name="connsiteX9" fmla="*/ 20433 w 30254"/>
                    <a:gd name="connsiteY9" fmla="*/ 3628 h 24711"/>
                    <a:gd name="connsiteX10" fmla="*/ 25043 w 30254"/>
                    <a:gd name="connsiteY10" fmla="*/ 7263 h 24711"/>
                    <a:gd name="connsiteX11" fmla="*/ 28412 w 30254"/>
                    <a:gd name="connsiteY11" fmla="*/ 11341 h 24711"/>
                    <a:gd name="connsiteX12" fmla="*/ 29742 w 30254"/>
                    <a:gd name="connsiteY12" fmla="*/ 19986 h 24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254" h="24711">
                      <a:moveTo>
                        <a:pt x="29742" y="19986"/>
                      </a:moveTo>
                      <a:cubicBezTo>
                        <a:pt x="28678" y="22646"/>
                        <a:pt x="25930" y="24286"/>
                        <a:pt x="22206" y="24640"/>
                      </a:cubicBezTo>
                      <a:cubicBezTo>
                        <a:pt x="20344" y="24773"/>
                        <a:pt x="18172" y="24773"/>
                        <a:pt x="16044" y="24153"/>
                      </a:cubicBezTo>
                      <a:cubicBezTo>
                        <a:pt x="13916" y="23532"/>
                        <a:pt x="11700" y="22601"/>
                        <a:pt x="9527" y="21316"/>
                      </a:cubicBezTo>
                      <a:cubicBezTo>
                        <a:pt x="5139" y="18789"/>
                        <a:pt x="2346" y="14932"/>
                        <a:pt x="838" y="11696"/>
                      </a:cubicBezTo>
                      <a:cubicBezTo>
                        <a:pt x="85" y="10056"/>
                        <a:pt x="-93" y="8282"/>
                        <a:pt x="40" y="6775"/>
                      </a:cubicBezTo>
                      <a:cubicBezTo>
                        <a:pt x="173" y="5268"/>
                        <a:pt x="705" y="3894"/>
                        <a:pt x="1636" y="2785"/>
                      </a:cubicBezTo>
                      <a:cubicBezTo>
                        <a:pt x="2567" y="1677"/>
                        <a:pt x="3764" y="923"/>
                        <a:pt x="5183" y="480"/>
                      </a:cubicBezTo>
                      <a:cubicBezTo>
                        <a:pt x="6601" y="-8"/>
                        <a:pt x="8109" y="-52"/>
                        <a:pt x="9838" y="37"/>
                      </a:cubicBezTo>
                      <a:cubicBezTo>
                        <a:pt x="13340" y="81"/>
                        <a:pt x="16886" y="1588"/>
                        <a:pt x="20433" y="3628"/>
                      </a:cubicBezTo>
                      <a:cubicBezTo>
                        <a:pt x="22206" y="4647"/>
                        <a:pt x="23758" y="5888"/>
                        <a:pt x="25043" y="7263"/>
                      </a:cubicBezTo>
                      <a:cubicBezTo>
                        <a:pt x="26329" y="8681"/>
                        <a:pt x="27526" y="9878"/>
                        <a:pt x="28412" y="11341"/>
                      </a:cubicBezTo>
                      <a:cubicBezTo>
                        <a:pt x="30141" y="14178"/>
                        <a:pt x="30806" y="17326"/>
                        <a:pt x="29742" y="1998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25" name="Forme libre : forme 25224">
                  <a:extLst>
                    <a:ext uri="{FF2B5EF4-FFF2-40B4-BE49-F238E27FC236}">
                      <a16:creationId xmlns:a16="http://schemas.microsoft.com/office/drawing/2014/main" id="{586A7CA0-0269-4812-8267-51AFD16C634E}"/>
                    </a:ext>
                  </a:extLst>
                </p:cNvPr>
                <p:cNvSpPr/>
                <p:nvPr/>
              </p:nvSpPr>
              <p:spPr>
                <a:xfrm>
                  <a:off x="4596755" y="1444754"/>
                  <a:ext cx="34504" cy="47818"/>
                </a:xfrm>
                <a:custGeom>
                  <a:avLst/>
                  <a:gdLst>
                    <a:gd name="connsiteX0" fmla="*/ 6842 w 34504"/>
                    <a:gd name="connsiteY0" fmla="*/ 9877 h 47818"/>
                    <a:gd name="connsiteX1" fmla="*/ 725 w 34504"/>
                    <a:gd name="connsiteY1" fmla="*/ 17413 h 47818"/>
                    <a:gd name="connsiteX2" fmla="*/ 991 w 34504"/>
                    <a:gd name="connsiteY2" fmla="*/ 27344 h 47818"/>
                    <a:gd name="connsiteX3" fmla="*/ 7153 w 34504"/>
                    <a:gd name="connsiteY3" fmla="*/ 37362 h 47818"/>
                    <a:gd name="connsiteX4" fmla="*/ 24575 w 34504"/>
                    <a:gd name="connsiteY4" fmla="*/ 47647 h 47818"/>
                    <a:gd name="connsiteX5" fmla="*/ 31357 w 34504"/>
                    <a:gd name="connsiteY5" fmla="*/ 46938 h 47818"/>
                    <a:gd name="connsiteX6" fmla="*/ 34505 w 34504"/>
                    <a:gd name="connsiteY6" fmla="*/ 42505 h 47818"/>
                    <a:gd name="connsiteX7" fmla="*/ 31490 w 34504"/>
                    <a:gd name="connsiteY7" fmla="*/ 35234 h 47818"/>
                    <a:gd name="connsiteX8" fmla="*/ 26348 w 34504"/>
                    <a:gd name="connsiteY8" fmla="*/ 18078 h 47818"/>
                    <a:gd name="connsiteX9" fmla="*/ 26304 w 34504"/>
                    <a:gd name="connsiteY9" fmla="*/ 8193 h 47818"/>
                    <a:gd name="connsiteX10" fmla="*/ 25195 w 34504"/>
                    <a:gd name="connsiteY10" fmla="*/ 3494 h 47818"/>
                    <a:gd name="connsiteX11" fmla="*/ 22092 w 34504"/>
                    <a:gd name="connsiteY11" fmla="*/ 346 h 47818"/>
                    <a:gd name="connsiteX12" fmla="*/ 6842 w 34504"/>
                    <a:gd name="connsiteY12" fmla="*/ 9877 h 47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504" h="47818">
                      <a:moveTo>
                        <a:pt x="6842" y="9877"/>
                      </a:moveTo>
                      <a:cubicBezTo>
                        <a:pt x="4404" y="12049"/>
                        <a:pt x="1922" y="14310"/>
                        <a:pt x="725" y="17413"/>
                      </a:cubicBezTo>
                      <a:cubicBezTo>
                        <a:pt x="-384" y="20384"/>
                        <a:pt x="-162" y="23797"/>
                        <a:pt x="991" y="27344"/>
                      </a:cubicBezTo>
                      <a:cubicBezTo>
                        <a:pt x="2099" y="30890"/>
                        <a:pt x="4581" y="34259"/>
                        <a:pt x="7153" y="37362"/>
                      </a:cubicBezTo>
                      <a:cubicBezTo>
                        <a:pt x="11719" y="42327"/>
                        <a:pt x="17881" y="46761"/>
                        <a:pt x="24575" y="47647"/>
                      </a:cubicBezTo>
                      <a:cubicBezTo>
                        <a:pt x="27013" y="48002"/>
                        <a:pt x="29495" y="47824"/>
                        <a:pt x="31357" y="46938"/>
                      </a:cubicBezTo>
                      <a:cubicBezTo>
                        <a:pt x="33264" y="46007"/>
                        <a:pt x="34505" y="44500"/>
                        <a:pt x="34505" y="42505"/>
                      </a:cubicBezTo>
                      <a:cubicBezTo>
                        <a:pt x="34460" y="40155"/>
                        <a:pt x="32865" y="37495"/>
                        <a:pt x="31490" y="35234"/>
                      </a:cubicBezTo>
                      <a:cubicBezTo>
                        <a:pt x="28166" y="29870"/>
                        <a:pt x="26658" y="23708"/>
                        <a:pt x="26348" y="18078"/>
                      </a:cubicBezTo>
                      <a:cubicBezTo>
                        <a:pt x="26171" y="15729"/>
                        <a:pt x="26614" y="11650"/>
                        <a:pt x="26304" y="8193"/>
                      </a:cubicBezTo>
                      <a:cubicBezTo>
                        <a:pt x="26171" y="6464"/>
                        <a:pt x="25816" y="4823"/>
                        <a:pt x="25195" y="3494"/>
                      </a:cubicBezTo>
                      <a:cubicBezTo>
                        <a:pt x="24575" y="2075"/>
                        <a:pt x="23644" y="967"/>
                        <a:pt x="22092" y="346"/>
                      </a:cubicBezTo>
                      <a:cubicBezTo>
                        <a:pt x="16639" y="-1826"/>
                        <a:pt x="10167" y="6818"/>
                        <a:pt x="6842" y="987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26" name="Forme libre : forme 25225">
                  <a:extLst>
                    <a:ext uri="{FF2B5EF4-FFF2-40B4-BE49-F238E27FC236}">
                      <a16:creationId xmlns:a16="http://schemas.microsoft.com/office/drawing/2014/main" id="{4B6B5A6C-BDEB-4A45-BBEC-72E4B9E69B5B}"/>
                    </a:ext>
                  </a:extLst>
                </p:cNvPr>
                <p:cNvSpPr/>
                <p:nvPr/>
              </p:nvSpPr>
              <p:spPr>
                <a:xfrm>
                  <a:off x="4614327" y="1450789"/>
                  <a:ext cx="14174" cy="7505"/>
                </a:xfrm>
                <a:custGeom>
                  <a:avLst/>
                  <a:gdLst>
                    <a:gd name="connsiteX0" fmla="*/ 2659 w 14174"/>
                    <a:gd name="connsiteY0" fmla="*/ 606 h 7505"/>
                    <a:gd name="connsiteX1" fmla="*/ 620 w 14174"/>
                    <a:gd name="connsiteY1" fmla="*/ 1714 h 7505"/>
                    <a:gd name="connsiteX2" fmla="*/ 132 w 14174"/>
                    <a:gd name="connsiteY2" fmla="*/ 3931 h 7505"/>
                    <a:gd name="connsiteX3" fmla="*/ 1861 w 14174"/>
                    <a:gd name="connsiteY3" fmla="*/ 5394 h 7505"/>
                    <a:gd name="connsiteX4" fmla="*/ 7358 w 14174"/>
                    <a:gd name="connsiteY4" fmla="*/ 7256 h 7505"/>
                    <a:gd name="connsiteX5" fmla="*/ 9663 w 14174"/>
                    <a:gd name="connsiteY5" fmla="*/ 7477 h 7505"/>
                    <a:gd name="connsiteX6" fmla="*/ 13697 w 14174"/>
                    <a:gd name="connsiteY6" fmla="*/ 4995 h 7505"/>
                    <a:gd name="connsiteX7" fmla="*/ 12678 w 14174"/>
                    <a:gd name="connsiteY7" fmla="*/ 1271 h 7505"/>
                    <a:gd name="connsiteX8" fmla="*/ 2659 w 14174"/>
                    <a:gd name="connsiteY8" fmla="*/ 606 h 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74" h="7505">
                      <a:moveTo>
                        <a:pt x="2659" y="606"/>
                      </a:moveTo>
                      <a:cubicBezTo>
                        <a:pt x="1905" y="828"/>
                        <a:pt x="1152" y="1138"/>
                        <a:pt x="620" y="1714"/>
                      </a:cubicBezTo>
                      <a:cubicBezTo>
                        <a:pt x="88" y="2291"/>
                        <a:pt x="-178" y="3177"/>
                        <a:pt x="132" y="3931"/>
                      </a:cubicBezTo>
                      <a:cubicBezTo>
                        <a:pt x="442" y="4640"/>
                        <a:pt x="1152" y="5083"/>
                        <a:pt x="1861" y="5394"/>
                      </a:cubicBezTo>
                      <a:cubicBezTo>
                        <a:pt x="3679" y="6236"/>
                        <a:pt x="5496" y="6857"/>
                        <a:pt x="7358" y="7256"/>
                      </a:cubicBezTo>
                      <a:cubicBezTo>
                        <a:pt x="8112" y="7433"/>
                        <a:pt x="8910" y="7566"/>
                        <a:pt x="9663" y="7477"/>
                      </a:cubicBezTo>
                      <a:cubicBezTo>
                        <a:pt x="11259" y="7344"/>
                        <a:pt x="12944" y="6192"/>
                        <a:pt x="13697" y="4995"/>
                      </a:cubicBezTo>
                      <a:cubicBezTo>
                        <a:pt x="14451" y="3798"/>
                        <a:pt x="14451" y="2379"/>
                        <a:pt x="12678" y="1271"/>
                      </a:cubicBezTo>
                      <a:cubicBezTo>
                        <a:pt x="10018" y="-414"/>
                        <a:pt x="5674" y="-192"/>
                        <a:pt x="2659" y="60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27" name="Forme libre : forme 25226">
                  <a:extLst>
                    <a:ext uri="{FF2B5EF4-FFF2-40B4-BE49-F238E27FC236}">
                      <a16:creationId xmlns:a16="http://schemas.microsoft.com/office/drawing/2014/main" id="{A30A5C0A-8556-4281-BDE3-97F30A42127A}"/>
                    </a:ext>
                  </a:extLst>
                </p:cNvPr>
                <p:cNvSpPr/>
                <p:nvPr/>
              </p:nvSpPr>
              <p:spPr>
                <a:xfrm>
                  <a:off x="4623635" y="1488456"/>
                  <a:ext cx="28859" cy="12501"/>
                </a:xfrm>
                <a:custGeom>
                  <a:avLst/>
                  <a:gdLst>
                    <a:gd name="connsiteX0" fmla="*/ 28859 w 28859"/>
                    <a:gd name="connsiteY0" fmla="*/ 0 h 12501"/>
                    <a:gd name="connsiteX1" fmla="*/ 24205 w 28859"/>
                    <a:gd name="connsiteY1" fmla="*/ 7492 h 12501"/>
                    <a:gd name="connsiteX2" fmla="*/ 15516 w 28859"/>
                    <a:gd name="connsiteY2" fmla="*/ 11925 h 12501"/>
                    <a:gd name="connsiteX3" fmla="*/ 0 w 28859"/>
                    <a:gd name="connsiteY3" fmla="*/ 11038 h 12501"/>
                    <a:gd name="connsiteX4" fmla="*/ 11349 w 28859"/>
                    <a:gd name="connsiteY4" fmla="*/ 11349 h 12501"/>
                    <a:gd name="connsiteX5" fmla="*/ 20969 w 28859"/>
                    <a:gd name="connsiteY5" fmla="*/ 7980 h 12501"/>
                    <a:gd name="connsiteX6" fmla="*/ 28859 w 28859"/>
                    <a:gd name="connsiteY6" fmla="*/ 0 h 12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859" h="12501">
                      <a:moveTo>
                        <a:pt x="28859" y="0"/>
                      </a:moveTo>
                      <a:cubicBezTo>
                        <a:pt x="28859" y="0"/>
                        <a:pt x="28062" y="3901"/>
                        <a:pt x="24205" y="7492"/>
                      </a:cubicBezTo>
                      <a:cubicBezTo>
                        <a:pt x="22254" y="9265"/>
                        <a:pt x="19506" y="10950"/>
                        <a:pt x="15516" y="11925"/>
                      </a:cubicBezTo>
                      <a:cubicBezTo>
                        <a:pt x="11526" y="12945"/>
                        <a:pt x="6517" y="12590"/>
                        <a:pt x="0" y="11038"/>
                      </a:cubicBezTo>
                      <a:cubicBezTo>
                        <a:pt x="0" y="11038"/>
                        <a:pt x="5187" y="12147"/>
                        <a:pt x="11349" y="11349"/>
                      </a:cubicBezTo>
                      <a:cubicBezTo>
                        <a:pt x="14408" y="11083"/>
                        <a:pt x="17910" y="9753"/>
                        <a:pt x="20969" y="7980"/>
                      </a:cubicBezTo>
                      <a:cubicBezTo>
                        <a:pt x="24072" y="6162"/>
                        <a:pt x="26820" y="3591"/>
                        <a:pt x="288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28" name="Forme libre : forme 25227">
                  <a:extLst>
                    <a:ext uri="{FF2B5EF4-FFF2-40B4-BE49-F238E27FC236}">
                      <a16:creationId xmlns:a16="http://schemas.microsoft.com/office/drawing/2014/main" id="{3CD733FD-8287-4AD9-BB18-298DC651CB2E}"/>
                    </a:ext>
                  </a:extLst>
                </p:cNvPr>
                <p:cNvSpPr/>
                <p:nvPr/>
              </p:nvSpPr>
              <p:spPr>
                <a:xfrm>
                  <a:off x="4603908" y="1437666"/>
                  <a:ext cx="28150" cy="4597"/>
                </a:xfrm>
                <a:custGeom>
                  <a:avLst/>
                  <a:gdLst>
                    <a:gd name="connsiteX0" fmla="*/ 28150 w 28150"/>
                    <a:gd name="connsiteY0" fmla="*/ 4553 h 4597"/>
                    <a:gd name="connsiteX1" fmla="*/ 25934 w 28150"/>
                    <a:gd name="connsiteY1" fmla="*/ 3223 h 4597"/>
                    <a:gd name="connsiteX2" fmla="*/ 20038 w 28150"/>
                    <a:gd name="connsiteY2" fmla="*/ 785 h 4597"/>
                    <a:gd name="connsiteX3" fmla="*/ 0 w 28150"/>
                    <a:gd name="connsiteY3" fmla="*/ 4597 h 4597"/>
                    <a:gd name="connsiteX4" fmla="*/ 9310 w 28150"/>
                    <a:gd name="connsiteY4" fmla="*/ 1716 h 4597"/>
                    <a:gd name="connsiteX5" fmla="*/ 18353 w 28150"/>
                    <a:gd name="connsiteY5" fmla="*/ 1450 h 4597"/>
                    <a:gd name="connsiteX6" fmla="*/ 28150 w 28150"/>
                    <a:gd name="connsiteY6" fmla="*/ 4553 h 4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150" h="4597">
                      <a:moveTo>
                        <a:pt x="28150" y="4553"/>
                      </a:moveTo>
                      <a:cubicBezTo>
                        <a:pt x="28150" y="4553"/>
                        <a:pt x="27352" y="3932"/>
                        <a:pt x="25934" y="3223"/>
                      </a:cubicBezTo>
                      <a:cubicBezTo>
                        <a:pt x="24515" y="2514"/>
                        <a:pt x="22564" y="1406"/>
                        <a:pt x="20038" y="785"/>
                      </a:cubicBezTo>
                      <a:cubicBezTo>
                        <a:pt x="14984" y="-368"/>
                        <a:pt x="8068" y="-1033"/>
                        <a:pt x="0" y="4597"/>
                      </a:cubicBezTo>
                      <a:cubicBezTo>
                        <a:pt x="0" y="4597"/>
                        <a:pt x="3857" y="2558"/>
                        <a:pt x="9310" y="1716"/>
                      </a:cubicBezTo>
                      <a:cubicBezTo>
                        <a:pt x="12014" y="1273"/>
                        <a:pt x="15073" y="1184"/>
                        <a:pt x="18353" y="1450"/>
                      </a:cubicBezTo>
                      <a:cubicBezTo>
                        <a:pt x="21634" y="1760"/>
                        <a:pt x="24825" y="2913"/>
                        <a:pt x="28150" y="45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29" name="Forme libre : forme 25228">
                  <a:extLst>
                    <a:ext uri="{FF2B5EF4-FFF2-40B4-BE49-F238E27FC236}">
                      <a16:creationId xmlns:a16="http://schemas.microsoft.com/office/drawing/2014/main" id="{7C0EE698-AE3C-4510-9965-75DE991B477C}"/>
                    </a:ext>
                  </a:extLst>
                </p:cNvPr>
                <p:cNvSpPr/>
                <p:nvPr/>
              </p:nvSpPr>
              <p:spPr>
                <a:xfrm>
                  <a:off x="4627963" y="1465560"/>
                  <a:ext cx="9487" cy="9885"/>
                </a:xfrm>
                <a:custGeom>
                  <a:avLst/>
                  <a:gdLst>
                    <a:gd name="connsiteX0" fmla="*/ 8794 w 9487"/>
                    <a:gd name="connsiteY0" fmla="*/ 9374 h 9885"/>
                    <a:gd name="connsiteX1" fmla="*/ 2056 w 9487"/>
                    <a:gd name="connsiteY1" fmla="*/ 7025 h 9885"/>
                    <a:gd name="connsiteX2" fmla="*/ 903 w 9487"/>
                    <a:gd name="connsiteY2" fmla="*/ 375 h 9885"/>
                    <a:gd name="connsiteX3" fmla="*/ 7287 w 9487"/>
                    <a:gd name="connsiteY3" fmla="*/ 2725 h 9885"/>
                    <a:gd name="connsiteX4" fmla="*/ 8794 w 9487"/>
                    <a:gd name="connsiteY4" fmla="*/ 9374 h 9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87" h="9885">
                      <a:moveTo>
                        <a:pt x="8794" y="9374"/>
                      </a:moveTo>
                      <a:cubicBezTo>
                        <a:pt x="7420" y="10616"/>
                        <a:pt x="4361" y="9507"/>
                        <a:pt x="2056" y="7025"/>
                      </a:cubicBezTo>
                      <a:cubicBezTo>
                        <a:pt x="-294" y="4587"/>
                        <a:pt x="-560" y="1439"/>
                        <a:pt x="903" y="375"/>
                      </a:cubicBezTo>
                      <a:cubicBezTo>
                        <a:pt x="2366" y="-600"/>
                        <a:pt x="5203" y="375"/>
                        <a:pt x="7287" y="2725"/>
                      </a:cubicBezTo>
                      <a:cubicBezTo>
                        <a:pt x="9415" y="5163"/>
                        <a:pt x="10168" y="8133"/>
                        <a:pt x="8794" y="937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30" name="Forme libre : forme 25229">
                  <a:extLst>
                    <a:ext uri="{FF2B5EF4-FFF2-40B4-BE49-F238E27FC236}">
                      <a16:creationId xmlns:a16="http://schemas.microsoft.com/office/drawing/2014/main" id="{3F5A37A1-E695-4C60-9BE3-21D4C2779065}"/>
                    </a:ext>
                  </a:extLst>
                </p:cNvPr>
                <p:cNvSpPr/>
                <p:nvPr/>
              </p:nvSpPr>
              <p:spPr>
                <a:xfrm>
                  <a:off x="4635653" y="1472644"/>
                  <a:ext cx="3192" cy="3022"/>
                </a:xfrm>
                <a:custGeom>
                  <a:avLst/>
                  <a:gdLst>
                    <a:gd name="connsiteX0" fmla="*/ 3055 w 3192"/>
                    <a:gd name="connsiteY0" fmla="*/ 2202 h 3022"/>
                    <a:gd name="connsiteX1" fmla="*/ 883 w 3192"/>
                    <a:gd name="connsiteY1" fmla="*/ 2867 h 3022"/>
                    <a:gd name="connsiteX2" fmla="*/ 174 w 3192"/>
                    <a:gd name="connsiteY2" fmla="*/ 739 h 3022"/>
                    <a:gd name="connsiteX3" fmla="*/ 2257 w 3192"/>
                    <a:gd name="connsiteY3" fmla="*/ 207 h 3022"/>
                    <a:gd name="connsiteX4" fmla="*/ 3055 w 3192"/>
                    <a:gd name="connsiteY4" fmla="*/ 2202 h 3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2" h="3022">
                      <a:moveTo>
                        <a:pt x="3055" y="2202"/>
                      </a:moveTo>
                      <a:cubicBezTo>
                        <a:pt x="2700" y="2956"/>
                        <a:pt x="1725" y="3222"/>
                        <a:pt x="883" y="2867"/>
                      </a:cubicBezTo>
                      <a:cubicBezTo>
                        <a:pt x="85" y="2468"/>
                        <a:pt x="-225" y="1448"/>
                        <a:pt x="174" y="739"/>
                      </a:cubicBezTo>
                      <a:cubicBezTo>
                        <a:pt x="573" y="-14"/>
                        <a:pt x="1504" y="-192"/>
                        <a:pt x="2257" y="207"/>
                      </a:cubicBezTo>
                      <a:cubicBezTo>
                        <a:pt x="3055" y="562"/>
                        <a:pt x="3410" y="1493"/>
                        <a:pt x="3055" y="22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31" name="Forme libre : forme 25230">
                  <a:extLst>
                    <a:ext uri="{FF2B5EF4-FFF2-40B4-BE49-F238E27FC236}">
                      <a16:creationId xmlns:a16="http://schemas.microsoft.com/office/drawing/2014/main" id="{4BE64DF0-B64C-4960-9DB4-4EBFAD6B684D}"/>
                    </a:ext>
                  </a:extLst>
                </p:cNvPr>
                <p:cNvSpPr/>
                <p:nvPr/>
              </p:nvSpPr>
              <p:spPr>
                <a:xfrm>
                  <a:off x="4636577" y="1452464"/>
                  <a:ext cx="16777" cy="32268"/>
                </a:xfrm>
                <a:custGeom>
                  <a:avLst/>
                  <a:gdLst>
                    <a:gd name="connsiteX0" fmla="*/ 16715 w 16777"/>
                    <a:gd name="connsiteY0" fmla="*/ 16132 h 32268"/>
                    <a:gd name="connsiteX1" fmla="*/ 14676 w 16777"/>
                    <a:gd name="connsiteY1" fmla="*/ 29209 h 32268"/>
                    <a:gd name="connsiteX2" fmla="*/ 11130 w 16777"/>
                    <a:gd name="connsiteY2" fmla="*/ 32224 h 32268"/>
                    <a:gd name="connsiteX3" fmla="*/ 8558 w 16777"/>
                    <a:gd name="connsiteY3" fmla="*/ 28633 h 32268"/>
                    <a:gd name="connsiteX4" fmla="*/ 7051 w 16777"/>
                    <a:gd name="connsiteY4" fmla="*/ 14758 h 32268"/>
                    <a:gd name="connsiteX5" fmla="*/ 4879 w 16777"/>
                    <a:gd name="connsiteY5" fmla="*/ 11876 h 32268"/>
                    <a:gd name="connsiteX6" fmla="*/ 1864 w 16777"/>
                    <a:gd name="connsiteY6" fmla="*/ 7487 h 32268"/>
                    <a:gd name="connsiteX7" fmla="*/ 47 w 16777"/>
                    <a:gd name="connsiteY7" fmla="*/ 3231 h 32268"/>
                    <a:gd name="connsiteX8" fmla="*/ 1244 w 16777"/>
                    <a:gd name="connsiteY8" fmla="*/ 394 h 32268"/>
                    <a:gd name="connsiteX9" fmla="*/ 8425 w 16777"/>
                    <a:gd name="connsiteY9" fmla="*/ 1946 h 32268"/>
                    <a:gd name="connsiteX10" fmla="*/ 11750 w 16777"/>
                    <a:gd name="connsiteY10" fmla="*/ 4561 h 32268"/>
                    <a:gd name="connsiteX11" fmla="*/ 13967 w 16777"/>
                    <a:gd name="connsiteY11" fmla="*/ 7044 h 32268"/>
                    <a:gd name="connsiteX12" fmla="*/ 16715 w 16777"/>
                    <a:gd name="connsiteY12" fmla="*/ 16132 h 32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6777" h="32268">
                      <a:moveTo>
                        <a:pt x="16715" y="16132"/>
                      </a:moveTo>
                      <a:cubicBezTo>
                        <a:pt x="17026" y="20520"/>
                        <a:pt x="16139" y="24998"/>
                        <a:pt x="14676" y="29209"/>
                      </a:cubicBezTo>
                      <a:cubicBezTo>
                        <a:pt x="14144" y="30761"/>
                        <a:pt x="12992" y="32578"/>
                        <a:pt x="11130" y="32224"/>
                      </a:cubicBezTo>
                      <a:cubicBezTo>
                        <a:pt x="9445" y="31914"/>
                        <a:pt x="8736" y="30096"/>
                        <a:pt x="8558" y="28633"/>
                      </a:cubicBezTo>
                      <a:cubicBezTo>
                        <a:pt x="8026" y="23934"/>
                        <a:pt x="8957" y="18880"/>
                        <a:pt x="7051" y="14758"/>
                      </a:cubicBezTo>
                      <a:cubicBezTo>
                        <a:pt x="6785" y="14093"/>
                        <a:pt x="5854" y="13162"/>
                        <a:pt x="4879" y="11876"/>
                      </a:cubicBezTo>
                      <a:cubicBezTo>
                        <a:pt x="3904" y="10546"/>
                        <a:pt x="2795" y="8995"/>
                        <a:pt x="1864" y="7487"/>
                      </a:cubicBezTo>
                      <a:cubicBezTo>
                        <a:pt x="933" y="5980"/>
                        <a:pt x="180" y="4606"/>
                        <a:pt x="47" y="3231"/>
                      </a:cubicBezTo>
                      <a:cubicBezTo>
                        <a:pt x="-130" y="1902"/>
                        <a:pt x="180" y="882"/>
                        <a:pt x="1244" y="394"/>
                      </a:cubicBezTo>
                      <a:cubicBezTo>
                        <a:pt x="3327" y="-537"/>
                        <a:pt x="6076" y="261"/>
                        <a:pt x="8425" y="1946"/>
                      </a:cubicBezTo>
                      <a:cubicBezTo>
                        <a:pt x="9578" y="2832"/>
                        <a:pt x="10731" y="3763"/>
                        <a:pt x="11750" y="4561"/>
                      </a:cubicBezTo>
                      <a:cubicBezTo>
                        <a:pt x="12726" y="5448"/>
                        <a:pt x="13523" y="6335"/>
                        <a:pt x="13967" y="7044"/>
                      </a:cubicBezTo>
                      <a:cubicBezTo>
                        <a:pt x="15474" y="9704"/>
                        <a:pt x="16449" y="12807"/>
                        <a:pt x="16715" y="1613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12" name="Graphique 2">
                <a:extLst>
                  <a:ext uri="{FF2B5EF4-FFF2-40B4-BE49-F238E27FC236}">
                    <a16:creationId xmlns:a16="http://schemas.microsoft.com/office/drawing/2014/main" id="{15867732-D726-4AD5-92A9-22DE2989EA8F}"/>
                  </a:ext>
                </a:extLst>
              </p:cNvPr>
              <p:cNvGrpSpPr/>
              <p:nvPr/>
            </p:nvGrpSpPr>
            <p:grpSpPr>
              <a:xfrm>
                <a:off x="4653634" y="1457524"/>
                <a:ext cx="76257" cy="56968"/>
                <a:chOff x="4653634" y="1457524"/>
                <a:chExt cx="76257" cy="56968"/>
              </a:xfrm>
              <a:solidFill>
                <a:schemeClr val="accent1"/>
              </a:solidFill>
            </p:grpSpPr>
            <p:sp>
              <p:nvSpPr>
                <p:cNvPr id="25208" name="Forme libre : forme 25207">
                  <a:extLst>
                    <a:ext uri="{FF2B5EF4-FFF2-40B4-BE49-F238E27FC236}">
                      <a16:creationId xmlns:a16="http://schemas.microsoft.com/office/drawing/2014/main" id="{53F37ADA-CA23-4B49-926B-19A91155A02E}"/>
                    </a:ext>
                  </a:extLst>
                </p:cNvPr>
                <p:cNvSpPr/>
                <p:nvPr/>
              </p:nvSpPr>
              <p:spPr>
                <a:xfrm>
                  <a:off x="4653634" y="1457524"/>
                  <a:ext cx="76197" cy="56910"/>
                </a:xfrm>
                <a:custGeom>
                  <a:avLst/>
                  <a:gdLst>
                    <a:gd name="connsiteX0" fmla="*/ 56535 w 76197"/>
                    <a:gd name="connsiteY0" fmla="*/ 53629 h 56910"/>
                    <a:gd name="connsiteX1" fmla="*/ 48157 w 76197"/>
                    <a:gd name="connsiteY1" fmla="*/ 55402 h 56910"/>
                    <a:gd name="connsiteX2" fmla="*/ 39778 w 76197"/>
                    <a:gd name="connsiteY2" fmla="*/ 56378 h 56910"/>
                    <a:gd name="connsiteX3" fmla="*/ 23243 w 76197"/>
                    <a:gd name="connsiteY3" fmla="*/ 56865 h 56910"/>
                    <a:gd name="connsiteX4" fmla="*/ 12648 w 76197"/>
                    <a:gd name="connsiteY4" fmla="*/ 54427 h 56910"/>
                    <a:gd name="connsiteX5" fmla="*/ 4757 w 76197"/>
                    <a:gd name="connsiteY5" fmla="*/ 48930 h 56910"/>
                    <a:gd name="connsiteX6" fmla="*/ 501 w 76197"/>
                    <a:gd name="connsiteY6" fmla="*/ 33636 h 56910"/>
                    <a:gd name="connsiteX7" fmla="*/ 4269 w 76197"/>
                    <a:gd name="connsiteY7" fmla="*/ 19007 h 56910"/>
                    <a:gd name="connsiteX8" fmla="*/ 12736 w 76197"/>
                    <a:gd name="connsiteY8" fmla="*/ 6461 h 56910"/>
                    <a:gd name="connsiteX9" fmla="*/ 18765 w 76197"/>
                    <a:gd name="connsiteY9" fmla="*/ 3047 h 56910"/>
                    <a:gd name="connsiteX10" fmla="*/ 25282 w 76197"/>
                    <a:gd name="connsiteY10" fmla="*/ 2028 h 56910"/>
                    <a:gd name="connsiteX11" fmla="*/ 34769 w 76197"/>
                    <a:gd name="connsiteY11" fmla="*/ 1762 h 56910"/>
                    <a:gd name="connsiteX12" fmla="*/ 39335 w 76197"/>
                    <a:gd name="connsiteY12" fmla="*/ 1319 h 56910"/>
                    <a:gd name="connsiteX13" fmla="*/ 43680 w 76197"/>
                    <a:gd name="connsiteY13" fmla="*/ 388 h 56910"/>
                    <a:gd name="connsiteX14" fmla="*/ 49797 w 76197"/>
                    <a:gd name="connsiteY14" fmla="*/ 210 h 56910"/>
                    <a:gd name="connsiteX15" fmla="*/ 52989 w 76197"/>
                    <a:gd name="connsiteY15" fmla="*/ 1097 h 56910"/>
                    <a:gd name="connsiteX16" fmla="*/ 56137 w 76197"/>
                    <a:gd name="connsiteY16" fmla="*/ 2294 h 56910"/>
                    <a:gd name="connsiteX17" fmla="*/ 67219 w 76197"/>
                    <a:gd name="connsiteY17" fmla="*/ 12534 h 56910"/>
                    <a:gd name="connsiteX18" fmla="*/ 74357 w 76197"/>
                    <a:gd name="connsiteY18" fmla="*/ 25789 h 56910"/>
                    <a:gd name="connsiteX19" fmla="*/ 73692 w 76197"/>
                    <a:gd name="connsiteY19" fmla="*/ 41615 h 56910"/>
                    <a:gd name="connsiteX20" fmla="*/ 70854 w 76197"/>
                    <a:gd name="connsiteY20" fmla="*/ 45561 h 56910"/>
                    <a:gd name="connsiteX21" fmla="*/ 66909 w 76197"/>
                    <a:gd name="connsiteY21" fmla="*/ 48886 h 56910"/>
                    <a:gd name="connsiteX22" fmla="*/ 56535 w 76197"/>
                    <a:gd name="connsiteY22" fmla="*/ 53629 h 56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6197" h="56910">
                      <a:moveTo>
                        <a:pt x="56535" y="53629"/>
                      </a:moveTo>
                      <a:lnTo>
                        <a:pt x="48157" y="55402"/>
                      </a:lnTo>
                      <a:cubicBezTo>
                        <a:pt x="45364" y="55846"/>
                        <a:pt x="42571" y="56067"/>
                        <a:pt x="39778" y="56378"/>
                      </a:cubicBezTo>
                      <a:cubicBezTo>
                        <a:pt x="34148" y="57131"/>
                        <a:pt x="28740" y="56865"/>
                        <a:pt x="23243" y="56865"/>
                      </a:cubicBezTo>
                      <a:cubicBezTo>
                        <a:pt x="19386" y="56910"/>
                        <a:pt x="15795" y="55713"/>
                        <a:pt x="12648" y="54427"/>
                      </a:cubicBezTo>
                      <a:cubicBezTo>
                        <a:pt x="9500" y="53097"/>
                        <a:pt x="6796" y="51324"/>
                        <a:pt x="4757" y="48930"/>
                      </a:cubicBezTo>
                      <a:cubicBezTo>
                        <a:pt x="590" y="44364"/>
                        <a:pt x="-873" y="38911"/>
                        <a:pt x="501" y="33636"/>
                      </a:cubicBezTo>
                      <a:lnTo>
                        <a:pt x="4269" y="19007"/>
                      </a:lnTo>
                      <a:cubicBezTo>
                        <a:pt x="5644" y="13731"/>
                        <a:pt x="9057" y="9343"/>
                        <a:pt x="12736" y="6461"/>
                      </a:cubicBezTo>
                      <a:cubicBezTo>
                        <a:pt x="14554" y="5131"/>
                        <a:pt x="16638" y="3845"/>
                        <a:pt x="18765" y="3047"/>
                      </a:cubicBezTo>
                      <a:cubicBezTo>
                        <a:pt x="20893" y="2161"/>
                        <a:pt x="23066" y="2161"/>
                        <a:pt x="25282" y="2028"/>
                      </a:cubicBezTo>
                      <a:cubicBezTo>
                        <a:pt x="28474" y="1984"/>
                        <a:pt x="31799" y="2294"/>
                        <a:pt x="34769" y="1762"/>
                      </a:cubicBezTo>
                      <a:cubicBezTo>
                        <a:pt x="36276" y="1585"/>
                        <a:pt x="37828" y="1540"/>
                        <a:pt x="39335" y="1319"/>
                      </a:cubicBezTo>
                      <a:lnTo>
                        <a:pt x="43680" y="388"/>
                      </a:lnTo>
                      <a:cubicBezTo>
                        <a:pt x="45763" y="122"/>
                        <a:pt x="47669" y="-233"/>
                        <a:pt x="49797" y="210"/>
                      </a:cubicBezTo>
                      <a:cubicBezTo>
                        <a:pt x="50817" y="388"/>
                        <a:pt x="51925" y="742"/>
                        <a:pt x="52989" y="1097"/>
                      </a:cubicBezTo>
                      <a:cubicBezTo>
                        <a:pt x="54009" y="1407"/>
                        <a:pt x="55073" y="1806"/>
                        <a:pt x="56137" y="2294"/>
                      </a:cubicBezTo>
                      <a:cubicBezTo>
                        <a:pt x="60304" y="4333"/>
                        <a:pt x="64648" y="7835"/>
                        <a:pt x="67219" y="12534"/>
                      </a:cubicBezTo>
                      <a:lnTo>
                        <a:pt x="74357" y="25789"/>
                      </a:lnTo>
                      <a:cubicBezTo>
                        <a:pt x="77016" y="30621"/>
                        <a:pt x="76795" y="36251"/>
                        <a:pt x="73692" y="41615"/>
                      </a:cubicBezTo>
                      <a:cubicBezTo>
                        <a:pt x="72938" y="42945"/>
                        <a:pt x="71963" y="44275"/>
                        <a:pt x="70854" y="45561"/>
                      </a:cubicBezTo>
                      <a:cubicBezTo>
                        <a:pt x="69702" y="46758"/>
                        <a:pt x="68372" y="47866"/>
                        <a:pt x="66909" y="48886"/>
                      </a:cubicBezTo>
                      <a:cubicBezTo>
                        <a:pt x="63939" y="50925"/>
                        <a:pt x="60481" y="52920"/>
                        <a:pt x="56535" y="53629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09" name="Forme libre : forme 25208">
                  <a:extLst>
                    <a:ext uri="{FF2B5EF4-FFF2-40B4-BE49-F238E27FC236}">
                      <a16:creationId xmlns:a16="http://schemas.microsoft.com/office/drawing/2014/main" id="{5D6560B3-F535-472F-B0FE-BABA2BFC2AC0}"/>
                    </a:ext>
                  </a:extLst>
                </p:cNvPr>
                <p:cNvSpPr/>
                <p:nvPr/>
              </p:nvSpPr>
              <p:spPr>
                <a:xfrm>
                  <a:off x="4653678" y="1482959"/>
                  <a:ext cx="76213" cy="31534"/>
                </a:xfrm>
                <a:custGeom>
                  <a:avLst/>
                  <a:gdLst>
                    <a:gd name="connsiteX0" fmla="*/ 28917 w 76213"/>
                    <a:gd name="connsiteY0" fmla="*/ 13432 h 31534"/>
                    <a:gd name="connsiteX1" fmla="*/ 20450 w 76213"/>
                    <a:gd name="connsiteY1" fmla="*/ 14053 h 31534"/>
                    <a:gd name="connsiteX2" fmla="*/ 12604 w 76213"/>
                    <a:gd name="connsiteY2" fmla="*/ 12014 h 31534"/>
                    <a:gd name="connsiteX3" fmla="*/ 6264 w 76213"/>
                    <a:gd name="connsiteY3" fmla="*/ 7802 h 31534"/>
                    <a:gd name="connsiteX4" fmla="*/ 2141 w 76213"/>
                    <a:gd name="connsiteY4" fmla="*/ 1906 h 31534"/>
                    <a:gd name="connsiteX5" fmla="*/ 501 w 76213"/>
                    <a:gd name="connsiteY5" fmla="*/ 8246 h 31534"/>
                    <a:gd name="connsiteX6" fmla="*/ 4757 w 76213"/>
                    <a:gd name="connsiteY6" fmla="*/ 23540 h 31534"/>
                    <a:gd name="connsiteX7" fmla="*/ 12648 w 76213"/>
                    <a:gd name="connsiteY7" fmla="*/ 29037 h 31534"/>
                    <a:gd name="connsiteX8" fmla="*/ 23243 w 76213"/>
                    <a:gd name="connsiteY8" fmla="*/ 31475 h 31534"/>
                    <a:gd name="connsiteX9" fmla="*/ 39778 w 76213"/>
                    <a:gd name="connsiteY9" fmla="*/ 30987 h 31534"/>
                    <a:gd name="connsiteX10" fmla="*/ 48157 w 76213"/>
                    <a:gd name="connsiteY10" fmla="*/ 30012 h 31534"/>
                    <a:gd name="connsiteX11" fmla="*/ 56535 w 76213"/>
                    <a:gd name="connsiteY11" fmla="*/ 28239 h 31534"/>
                    <a:gd name="connsiteX12" fmla="*/ 66909 w 76213"/>
                    <a:gd name="connsiteY12" fmla="*/ 23540 h 31534"/>
                    <a:gd name="connsiteX13" fmla="*/ 70854 w 76213"/>
                    <a:gd name="connsiteY13" fmla="*/ 20215 h 31534"/>
                    <a:gd name="connsiteX14" fmla="*/ 73692 w 76213"/>
                    <a:gd name="connsiteY14" fmla="*/ 16270 h 31534"/>
                    <a:gd name="connsiteX15" fmla="*/ 74357 w 76213"/>
                    <a:gd name="connsiteY15" fmla="*/ 443 h 31534"/>
                    <a:gd name="connsiteX16" fmla="*/ 74135 w 76213"/>
                    <a:gd name="connsiteY16" fmla="*/ 0 h 31534"/>
                    <a:gd name="connsiteX17" fmla="*/ 63451 w 76213"/>
                    <a:gd name="connsiteY17" fmla="*/ 5275 h 31534"/>
                    <a:gd name="connsiteX18" fmla="*/ 57821 w 76213"/>
                    <a:gd name="connsiteY18" fmla="*/ 7137 h 31534"/>
                    <a:gd name="connsiteX19" fmla="*/ 52147 w 76213"/>
                    <a:gd name="connsiteY19" fmla="*/ 8689 h 31534"/>
                    <a:gd name="connsiteX20" fmla="*/ 40665 w 76213"/>
                    <a:gd name="connsiteY20" fmla="*/ 11083 h 31534"/>
                    <a:gd name="connsiteX21" fmla="*/ 28917 w 76213"/>
                    <a:gd name="connsiteY21" fmla="*/ 13432 h 31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6213" h="31534">
                      <a:moveTo>
                        <a:pt x="28917" y="13432"/>
                      </a:moveTo>
                      <a:cubicBezTo>
                        <a:pt x="26124" y="13964"/>
                        <a:pt x="23199" y="14363"/>
                        <a:pt x="20450" y="14053"/>
                      </a:cubicBezTo>
                      <a:cubicBezTo>
                        <a:pt x="17702" y="13698"/>
                        <a:pt x="14997" y="12989"/>
                        <a:pt x="12604" y="12014"/>
                      </a:cubicBezTo>
                      <a:cubicBezTo>
                        <a:pt x="10165" y="11127"/>
                        <a:pt x="8037" y="9531"/>
                        <a:pt x="6264" y="7802"/>
                      </a:cubicBezTo>
                      <a:cubicBezTo>
                        <a:pt x="4491" y="6073"/>
                        <a:pt x="3072" y="4079"/>
                        <a:pt x="2141" y="1906"/>
                      </a:cubicBezTo>
                      <a:lnTo>
                        <a:pt x="501" y="8246"/>
                      </a:lnTo>
                      <a:cubicBezTo>
                        <a:pt x="-873" y="13521"/>
                        <a:pt x="590" y="18974"/>
                        <a:pt x="4757" y="23540"/>
                      </a:cubicBezTo>
                      <a:cubicBezTo>
                        <a:pt x="6841" y="25934"/>
                        <a:pt x="9500" y="27663"/>
                        <a:pt x="12648" y="29037"/>
                      </a:cubicBezTo>
                      <a:cubicBezTo>
                        <a:pt x="15795" y="30322"/>
                        <a:pt x="19386" y="31519"/>
                        <a:pt x="23243" y="31475"/>
                      </a:cubicBezTo>
                      <a:cubicBezTo>
                        <a:pt x="28740" y="31475"/>
                        <a:pt x="34148" y="31785"/>
                        <a:pt x="39778" y="30987"/>
                      </a:cubicBezTo>
                      <a:cubicBezTo>
                        <a:pt x="42571" y="30677"/>
                        <a:pt x="45364" y="30455"/>
                        <a:pt x="48157" y="30012"/>
                      </a:cubicBezTo>
                      <a:lnTo>
                        <a:pt x="56535" y="28239"/>
                      </a:lnTo>
                      <a:cubicBezTo>
                        <a:pt x="60481" y="27530"/>
                        <a:pt x="63939" y="25535"/>
                        <a:pt x="66909" y="23540"/>
                      </a:cubicBezTo>
                      <a:cubicBezTo>
                        <a:pt x="68372" y="22520"/>
                        <a:pt x="69702" y="21412"/>
                        <a:pt x="70854" y="20215"/>
                      </a:cubicBezTo>
                      <a:cubicBezTo>
                        <a:pt x="71963" y="18929"/>
                        <a:pt x="72894" y="17599"/>
                        <a:pt x="73692" y="16270"/>
                      </a:cubicBezTo>
                      <a:cubicBezTo>
                        <a:pt x="76839" y="10906"/>
                        <a:pt x="77016" y="5275"/>
                        <a:pt x="74357" y="443"/>
                      </a:cubicBezTo>
                      <a:lnTo>
                        <a:pt x="74135" y="0"/>
                      </a:lnTo>
                      <a:cubicBezTo>
                        <a:pt x="70677" y="2039"/>
                        <a:pt x="67086" y="3813"/>
                        <a:pt x="63451" y="5275"/>
                      </a:cubicBezTo>
                      <a:lnTo>
                        <a:pt x="57821" y="7137"/>
                      </a:lnTo>
                      <a:cubicBezTo>
                        <a:pt x="55959" y="7802"/>
                        <a:pt x="54097" y="8334"/>
                        <a:pt x="52147" y="8689"/>
                      </a:cubicBezTo>
                      <a:cubicBezTo>
                        <a:pt x="48334" y="9487"/>
                        <a:pt x="44566" y="10595"/>
                        <a:pt x="40665" y="11083"/>
                      </a:cubicBezTo>
                      <a:cubicBezTo>
                        <a:pt x="36897" y="11792"/>
                        <a:pt x="33084" y="12546"/>
                        <a:pt x="28917" y="13432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10" name="Forme libre : forme 25209">
                  <a:extLst>
                    <a:ext uri="{FF2B5EF4-FFF2-40B4-BE49-F238E27FC236}">
                      <a16:creationId xmlns:a16="http://schemas.microsoft.com/office/drawing/2014/main" id="{F0442985-2C85-40C9-A8A3-AA0FF3A98DC3}"/>
                    </a:ext>
                  </a:extLst>
                </p:cNvPr>
                <p:cNvSpPr/>
                <p:nvPr/>
              </p:nvSpPr>
              <p:spPr>
                <a:xfrm>
                  <a:off x="4679536" y="1476744"/>
                  <a:ext cx="32316" cy="21019"/>
                </a:xfrm>
                <a:custGeom>
                  <a:avLst/>
                  <a:gdLst>
                    <a:gd name="connsiteX0" fmla="*/ 31963 w 32316"/>
                    <a:gd name="connsiteY0" fmla="*/ 6836 h 21019"/>
                    <a:gd name="connsiteX1" fmla="*/ 29392 w 32316"/>
                    <a:gd name="connsiteY1" fmla="*/ 15392 h 21019"/>
                    <a:gd name="connsiteX2" fmla="*/ 24383 w 32316"/>
                    <a:gd name="connsiteY2" fmla="*/ 18761 h 21019"/>
                    <a:gd name="connsiteX3" fmla="*/ 17645 w 32316"/>
                    <a:gd name="connsiteY3" fmla="*/ 20845 h 21019"/>
                    <a:gd name="connsiteX4" fmla="*/ 10596 w 32316"/>
                    <a:gd name="connsiteY4" fmla="*/ 20756 h 21019"/>
                    <a:gd name="connsiteX5" fmla="*/ 4922 w 32316"/>
                    <a:gd name="connsiteY5" fmla="*/ 18805 h 21019"/>
                    <a:gd name="connsiteX6" fmla="*/ 1 w 32316"/>
                    <a:gd name="connsiteY6" fmla="*/ 11446 h 21019"/>
                    <a:gd name="connsiteX7" fmla="*/ 4567 w 32316"/>
                    <a:gd name="connsiteY7" fmla="*/ 4132 h 21019"/>
                    <a:gd name="connsiteX8" fmla="*/ 9177 w 32316"/>
                    <a:gd name="connsiteY8" fmla="*/ 1694 h 21019"/>
                    <a:gd name="connsiteX9" fmla="*/ 14719 w 32316"/>
                    <a:gd name="connsiteY9" fmla="*/ 319 h 21019"/>
                    <a:gd name="connsiteX10" fmla="*/ 20393 w 32316"/>
                    <a:gd name="connsiteY10" fmla="*/ 53 h 21019"/>
                    <a:gd name="connsiteX11" fmla="*/ 25491 w 32316"/>
                    <a:gd name="connsiteY11" fmla="*/ 1206 h 21019"/>
                    <a:gd name="connsiteX12" fmla="*/ 31963 w 32316"/>
                    <a:gd name="connsiteY12" fmla="*/ 6836 h 21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316" h="21019">
                      <a:moveTo>
                        <a:pt x="31963" y="6836"/>
                      </a:moveTo>
                      <a:cubicBezTo>
                        <a:pt x="32894" y="9540"/>
                        <a:pt x="31963" y="12599"/>
                        <a:pt x="29392" y="15392"/>
                      </a:cubicBezTo>
                      <a:cubicBezTo>
                        <a:pt x="28107" y="16677"/>
                        <a:pt x="26378" y="17786"/>
                        <a:pt x="24383" y="18761"/>
                      </a:cubicBezTo>
                      <a:cubicBezTo>
                        <a:pt x="22388" y="19648"/>
                        <a:pt x="20083" y="20667"/>
                        <a:pt x="17645" y="20845"/>
                      </a:cubicBezTo>
                      <a:cubicBezTo>
                        <a:pt x="15162" y="21111"/>
                        <a:pt x="12768" y="21066"/>
                        <a:pt x="10596" y="20756"/>
                      </a:cubicBezTo>
                      <a:cubicBezTo>
                        <a:pt x="8424" y="20490"/>
                        <a:pt x="6517" y="19825"/>
                        <a:pt x="4922" y="18805"/>
                      </a:cubicBezTo>
                      <a:cubicBezTo>
                        <a:pt x="1730" y="16899"/>
                        <a:pt x="-43" y="14284"/>
                        <a:pt x="1" y="11446"/>
                      </a:cubicBezTo>
                      <a:cubicBezTo>
                        <a:pt x="89" y="8565"/>
                        <a:pt x="1907" y="5994"/>
                        <a:pt x="4567" y="4132"/>
                      </a:cubicBezTo>
                      <a:cubicBezTo>
                        <a:pt x="5897" y="3245"/>
                        <a:pt x="7493" y="2447"/>
                        <a:pt x="9177" y="1694"/>
                      </a:cubicBezTo>
                      <a:cubicBezTo>
                        <a:pt x="10862" y="984"/>
                        <a:pt x="12724" y="497"/>
                        <a:pt x="14719" y="319"/>
                      </a:cubicBezTo>
                      <a:cubicBezTo>
                        <a:pt x="16714" y="186"/>
                        <a:pt x="18575" y="-124"/>
                        <a:pt x="20393" y="53"/>
                      </a:cubicBezTo>
                      <a:cubicBezTo>
                        <a:pt x="22211" y="186"/>
                        <a:pt x="23940" y="630"/>
                        <a:pt x="25491" y="1206"/>
                      </a:cubicBezTo>
                      <a:cubicBezTo>
                        <a:pt x="28506" y="2226"/>
                        <a:pt x="31032" y="4132"/>
                        <a:pt x="31963" y="6836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11" name="Forme libre : forme 25210">
                  <a:extLst>
                    <a:ext uri="{FF2B5EF4-FFF2-40B4-BE49-F238E27FC236}">
                      <a16:creationId xmlns:a16="http://schemas.microsoft.com/office/drawing/2014/main" id="{B62B9C77-9403-483A-8D80-464CE00116D2}"/>
                    </a:ext>
                  </a:extLst>
                </p:cNvPr>
                <p:cNvSpPr/>
                <p:nvPr/>
              </p:nvSpPr>
              <p:spPr>
                <a:xfrm>
                  <a:off x="4679578" y="1479678"/>
                  <a:ext cx="25404" cy="18128"/>
                </a:xfrm>
                <a:custGeom>
                  <a:avLst/>
                  <a:gdLst>
                    <a:gd name="connsiteX0" fmla="*/ 6741 w 25404"/>
                    <a:gd name="connsiteY0" fmla="*/ 0 h 18128"/>
                    <a:gd name="connsiteX1" fmla="*/ 3 w 25404"/>
                    <a:gd name="connsiteY1" fmla="*/ 8556 h 18128"/>
                    <a:gd name="connsiteX2" fmla="*/ 4924 w 25404"/>
                    <a:gd name="connsiteY2" fmla="*/ 15915 h 18128"/>
                    <a:gd name="connsiteX3" fmla="*/ 10598 w 25404"/>
                    <a:gd name="connsiteY3" fmla="*/ 17865 h 18128"/>
                    <a:gd name="connsiteX4" fmla="*/ 17647 w 25404"/>
                    <a:gd name="connsiteY4" fmla="*/ 17954 h 18128"/>
                    <a:gd name="connsiteX5" fmla="*/ 25405 w 25404"/>
                    <a:gd name="connsiteY5" fmla="*/ 15338 h 18128"/>
                    <a:gd name="connsiteX6" fmla="*/ 20927 w 25404"/>
                    <a:gd name="connsiteY6" fmla="*/ 15560 h 18128"/>
                    <a:gd name="connsiteX7" fmla="*/ 10554 w 25404"/>
                    <a:gd name="connsiteY7" fmla="*/ 9664 h 18128"/>
                    <a:gd name="connsiteX8" fmla="*/ 6741 w 25404"/>
                    <a:gd name="connsiteY8" fmla="*/ 0 h 18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404" h="18128">
                      <a:moveTo>
                        <a:pt x="6741" y="0"/>
                      </a:moveTo>
                      <a:cubicBezTo>
                        <a:pt x="2885" y="1818"/>
                        <a:pt x="92" y="4965"/>
                        <a:pt x="3" y="8556"/>
                      </a:cubicBezTo>
                      <a:cubicBezTo>
                        <a:pt x="-86" y="11437"/>
                        <a:pt x="1732" y="14009"/>
                        <a:pt x="4924" y="15915"/>
                      </a:cubicBezTo>
                      <a:cubicBezTo>
                        <a:pt x="6520" y="16934"/>
                        <a:pt x="8426" y="17599"/>
                        <a:pt x="10598" y="17865"/>
                      </a:cubicBezTo>
                      <a:cubicBezTo>
                        <a:pt x="12770" y="18176"/>
                        <a:pt x="15164" y="18220"/>
                        <a:pt x="17647" y="17954"/>
                      </a:cubicBezTo>
                      <a:cubicBezTo>
                        <a:pt x="20528" y="17644"/>
                        <a:pt x="23188" y="16491"/>
                        <a:pt x="25405" y="15338"/>
                      </a:cubicBezTo>
                      <a:cubicBezTo>
                        <a:pt x="23942" y="15604"/>
                        <a:pt x="22435" y="15693"/>
                        <a:pt x="20927" y="15560"/>
                      </a:cubicBezTo>
                      <a:cubicBezTo>
                        <a:pt x="16805" y="14851"/>
                        <a:pt x="13036" y="12368"/>
                        <a:pt x="10554" y="9664"/>
                      </a:cubicBezTo>
                      <a:cubicBezTo>
                        <a:pt x="7938" y="6916"/>
                        <a:pt x="6608" y="3546"/>
                        <a:pt x="6741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12" name="Forme libre : forme 25211">
                  <a:extLst>
                    <a:ext uri="{FF2B5EF4-FFF2-40B4-BE49-F238E27FC236}">
                      <a16:creationId xmlns:a16="http://schemas.microsoft.com/office/drawing/2014/main" id="{5A048960-EFDF-45CA-89D7-254600C80DD2}"/>
                    </a:ext>
                  </a:extLst>
                </p:cNvPr>
                <p:cNvSpPr/>
                <p:nvPr/>
              </p:nvSpPr>
              <p:spPr>
                <a:xfrm>
                  <a:off x="4681221" y="1478673"/>
                  <a:ext cx="33006" cy="21228"/>
                </a:xfrm>
                <a:custGeom>
                  <a:avLst/>
                  <a:gdLst>
                    <a:gd name="connsiteX0" fmla="*/ 32628 w 33006"/>
                    <a:gd name="connsiteY0" fmla="*/ 6547 h 21228"/>
                    <a:gd name="connsiteX1" fmla="*/ 30101 w 33006"/>
                    <a:gd name="connsiteY1" fmla="*/ 15103 h 21228"/>
                    <a:gd name="connsiteX2" fmla="*/ 18176 w 33006"/>
                    <a:gd name="connsiteY2" fmla="*/ 20999 h 21228"/>
                    <a:gd name="connsiteX3" fmla="*/ 10994 w 33006"/>
                    <a:gd name="connsiteY3" fmla="*/ 20954 h 21228"/>
                    <a:gd name="connsiteX4" fmla="*/ 5142 w 33006"/>
                    <a:gd name="connsiteY4" fmla="*/ 19181 h 21228"/>
                    <a:gd name="connsiteX5" fmla="*/ 0 w 33006"/>
                    <a:gd name="connsiteY5" fmla="*/ 11822 h 21228"/>
                    <a:gd name="connsiteX6" fmla="*/ 4566 w 33006"/>
                    <a:gd name="connsiteY6" fmla="*/ 4508 h 21228"/>
                    <a:gd name="connsiteX7" fmla="*/ 9221 w 33006"/>
                    <a:gd name="connsiteY7" fmla="*/ 1892 h 21228"/>
                    <a:gd name="connsiteX8" fmla="*/ 14895 w 33006"/>
                    <a:gd name="connsiteY8" fmla="*/ 473 h 21228"/>
                    <a:gd name="connsiteX9" fmla="*/ 25889 w 33006"/>
                    <a:gd name="connsiteY9" fmla="*/ 1005 h 21228"/>
                    <a:gd name="connsiteX10" fmla="*/ 32628 w 33006"/>
                    <a:gd name="connsiteY10" fmla="*/ 6547 h 21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006" h="21228">
                      <a:moveTo>
                        <a:pt x="32628" y="6547"/>
                      </a:moveTo>
                      <a:cubicBezTo>
                        <a:pt x="33603" y="9251"/>
                        <a:pt x="32672" y="12265"/>
                        <a:pt x="30101" y="15103"/>
                      </a:cubicBezTo>
                      <a:cubicBezTo>
                        <a:pt x="27574" y="18028"/>
                        <a:pt x="23185" y="19846"/>
                        <a:pt x="18176" y="20999"/>
                      </a:cubicBezTo>
                      <a:cubicBezTo>
                        <a:pt x="15649" y="21353"/>
                        <a:pt x="13211" y="21265"/>
                        <a:pt x="10994" y="20954"/>
                      </a:cubicBezTo>
                      <a:cubicBezTo>
                        <a:pt x="8778" y="20600"/>
                        <a:pt x="6783" y="20156"/>
                        <a:pt x="5142" y="19181"/>
                      </a:cubicBezTo>
                      <a:cubicBezTo>
                        <a:pt x="1862" y="17319"/>
                        <a:pt x="0" y="14704"/>
                        <a:pt x="0" y="11822"/>
                      </a:cubicBezTo>
                      <a:cubicBezTo>
                        <a:pt x="0" y="8941"/>
                        <a:pt x="1862" y="6369"/>
                        <a:pt x="4566" y="4508"/>
                      </a:cubicBezTo>
                      <a:cubicBezTo>
                        <a:pt x="5940" y="3621"/>
                        <a:pt x="7492" y="2557"/>
                        <a:pt x="9221" y="1892"/>
                      </a:cubicBezTo>
                      <a:cubicBezTo>
                        <a:pt x="10950" y="1183"/>
                        <a:pt x="12856" y="739"/>
                        <a:pt x="14895" y="473"/>
                      </a:cubicBezTo>
                      <a:cubicBezTo>
                        <a:pt x="18841" y="-502"/>
                        <a:pt x="22786" y="207"/>
                        <a:pt x="25889" y="1005"/>
                      </a:cubicBezTo>
                      <a:cubicBezTo>
                        <a:pt x="29037" y="1981"/>
                        <a:pt x="31608" y="3843"/>
                        <a:pt x="32628" y="654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13" name="Forme libre : forme 25212">
                  <a:extLst>
                    <a:ext uri="{FF2B5EF4-FFF2-40B4-BE49-F238E27FC236}">
                      <a16:creationId xmlns:a16="http://schemas.microsoft.com/office/drawing/2014/main" id="{C580258B-DC53-4E13-A6EF-023FEA96A3DD}"/>
                    </a:ext>
                  </a:extLst>
                </p:cNvPr>
                <p:cNvSpPr/>
                <p:nvPr/>
              </p:nvSpPr>
              <p:spPr>
                <a:xfrm>
                  <a:off x="4664910" y="1471484"/>
                  <a:ext cx="44389" cy="38588"/>
                </a:xfrm>
                <a:custGeom>
                  <a:avLst/>
                  <a:gdLst>
                    <a:gd name="connsiteX0" fmla="*/ 752 w 44389"/>
                    <a:gd name="connsiteY0" fmla="*/ 17016 h 38588"/>
                    <a:gd name="connsiteX1" fmla="*/ 530 w 44389"/>
                    <a:gd name="connsiteY1" fmla="*/ 26680 h 38588"/>
                    <a:gd name="connsiteX2" fmla="*/ 18617 w 44389"/>
                    <a:gd name="connsiteY2" fmla="*/ 38118 h 38588"/>
                    <a:gd name="connsiteX3" fmla="*/ 29256 w 44389"/>
                    <a:gd name="connsiteY3" fmla="*/ 38162 h 38588"/>
                    <a:gd name="connsiteX4" fmla="*/ 39054 w 44389"/>
                    <a:gd name="connsiteY4" fmla="*/ 34749 h 38588"/>
                    <a:gd name="connsiteX5" fmla="*/ 43309 w 44389"/>
                    <a:gd name="connsiteY5" fmla="*/ 24331 h 38588"/>
                    <a:gd name="connsiteX6" fmla="*/ 36172 w 44389"/>
                    <a:gd name="connsiteY6" fmla="*/ 20917 h 38588"/>
                    <a:gd name="connsiteX7" fmla="*/ 27793 w 44389"/>
                    <a:gd name="connsiteY7" fmla="*/ 16883 h 38588"/>
                    <a:gd name="connsiteX8" fmla="*/ 21099 w 44389"/>
                    <a:gd name="connsiteY8" fmla="*/ 11298 h 38588"/>
                    <a:gd name="connsiteX9" fmla="*/ 14849 w 44389"/>
                    <a:gd name="connsiteY9" fmla="*/ 3673 h 38588"/>
                    <a:gd name="connsiteX10" fmla="*/ 6958 w 44389"/>
                    <a:gd name="connsiteY10" fmla="*/ 215 h 38588"/>
                    <a:gd name="connsiteX11" fmla="*/ 752 w 44389"/>
                    <a:gd name="connsiteY11" fmla="*/ 17016 h 3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389" h="38588">
                      <a:moveTo>
                        <a:pt x="752" y="17016"/>
                      </a:moveTo>
                      <a:cubicBezTo>
                        <a:pt x="175" y="20208"/>
                        <a:pt x="-490" y="23489"/>
                        <a:pt x="530" y="26680"/>
                      </a:cubicBezTo>
                      <a:cubicBezTo>
                        <a:pt x="2392" y="32709"/>
                        <a:pt x="10327" y="37098"/>
                        <a:pt x="18617" y="38118"/>
                      </a:cubicBezTo>
                      <a:cubicBezTo>
                        <a:pt x="21986" y="38783"/>
                        <a:pt x="25710" y="38694"/>
                        <a:pt x="29256" y="38162"/>
                      </a:cubicBezTo>
                      <a:cubicBezTo>
                        <a:pt x="32803" y="37674"/>
                        <a:pt x="36216" y="36699"/>
                        <a:pt x="39054" y="34749"/>
                      </a:cubicBezTo>
                      <a:cubicBezTo>
                        <a:pt x="43398" y="32000"/>
                        <a:pt x="45969" y="27345"/>
                        <a:pt x="43309" y="24331"/>
                      </a:cubicBezTo>
                      <a:cubicBezTo>
                        <a:pt x="41669" y="22425"/>
                        <a:pt x="38743" y="21715"/>
                        <a:pt x="36172" y="20917"/>
                      </a:cubicBezTo>
                      <a:cubicBezTo>
                        <a:pt x="33158" y="20075"/>
                        <a:pt x="30320" y="18523"/>
                        <a:pt x="27793" y="16883"/>
                      </a:cubicBezTo>
                      <a:cubicBezTo>
                        <a:pt x="25267" y="15199"/>
                        <a:pt x="23050" y="13425"/>
                        <a:pt x="21099" y="11298"/>
                      </a:cubicBezTo>
                      <a:cubicBezTo>
                        <a:pt x="19459" y="9391"/>
                        <a:pt x="17198" y="6155"/>
                        <a:pt x="14849" y="3673"/>
                      </a:cubicBezTo>
                      <a:cubicBezTo>
                        <a:pt x="12455" y="1323"/>
                        <a:pt x="9928" y="-672"/>
                        <a:pt x="6958" y="215"/>
                      </a:cubicBezTo>
                      <a:cubicBezTo>
                        <a:pt x="1505" y="1811"/>
                        <a:pt x="1505" y="12583"/>
                        <a:pt x="752" y="1701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14" name="Forme libre : forme 25213">
                  <a:extLst>
                    <a:ext uri="{FF2B5EF4-FFF2-40B4-BE49-F238E27FC236}">
                      <a16:creationId xmlns:a16="http://schemas.microsoft.com/office/drawing/2014/main" id="{7D550160-72E6-413E-8C15-1F5A24F6DDE0}"/>
                    </a:ext>
                  </a:extLst>
                </p:cNvPr>
                <p:cNvSpPr/>
                <p:nvPr/>
              </p:nvSpPr>
              <p:spPr>
                <a:xfrm>
                  <a:off x="4673228" y="1471912"/>
                  <a:ext cx="12091" cy="10250"/>
                </a:xfrm>
                <a:custGeom>
                  <a:avLst/>
                  <a:gdLst>
                    <a:gd name="connsiteX0" fmla="*/ 900 w 12091"/>
                    <a:gd name="connsiteY0" fmla="*/ 5816 h 10250"/>
                    <a:gd name="connsiteX1" fmla="*/ 13 w 12091"/>
                    <a:gd name="connsiteY1" fmla="*/ 7944 h 10250"/>
                    <a:gd name="connsiteX2" fmla="*/ 1033 w 12091"/>
                    <a:gd name="connsiteY2" fmla="*/ 9983 h 10250"/>
                    <a:gd name="connsiteX3" fmla="*/ 3249 w 12091"/>
                    <a:gd name="connsiteY3" fmla="*/ 10116 h 10250"/>
                    <a:gd name="connsiteX4" fmla="*/ 8658 w 12091"/>
                    <a:gd name="connsiteY4" fmla="*/ 8032 h 10250"/>
                    <a:gd name="connsiteX5" fmla="*/ 10564 w 12091"/>
                    <a:gd name="connsiteY5" fmla="*/ 6747 h 10250"/>
                    <a:gd name="connsiteX6" fmla="*/ 8968 w 12091"/>
                    <a:gd name="connsiteY6" fmla="*/ 53 h 10250"/>
                    <a:gd name="connsiteX7" fmla="*/ 900 w 12091"/>
                    <a:gd name="connsiteY7" fmla="*/ 5816 h 10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91" h="10250">
                      <a:moveTo>
                        <a:pt x="900" y="5816"/>
                      </a:moveTo>
                      <a:cubicBezTo>
                        <a:pt x="457" y="6436"/>
                        <a:pt x="58" y="7146"/>
                        <a:pt x="13" y="7944"/>
                      </a:cubicBezTo>
                      <a:cubicBezTo>
                        <a:pt x="-75" y="8742"/>
                        <a:pt x="279" y="9584"/>
                        <a:pt x="1033" y="9983"/>
                      </a:cubicBezTo>
                      <a:cubicBezTo>
                        <a:pt x="1698" y="10337"/>
                        <a:pt x="2540" y="10293"/>
                        <a:pt x="3249" y="10116"/>
                      </a:cubicBezTo>
                      <a:cubicBezTo>
                        <a:pt x="5156" y="9584"/>
                        <a:pt x="6973" y="8875"/>
                        <a:pt x="8658" y="8032"/>
                      </a:cubicBezTo>
                      <a:cubicBezTo>
                        <a:pt x="9367" y="7678"/>
                        <a:pt x="10032" y="7279"/>
                        <a:pt x="10564" y="6747"/>
                      </a:cubicBezTo>
                      <a:cubicBezTo>
                        <a:pt x="12736" y="4442"/>
                        <a:pt x="12914" y="-568"/>
                        <a:pt x="8968" y="53"/>
                      </a:cubicBezTo>
                      <a:cubicBezTo>
                        <a:pt x="5865" y="452"/>
                        <a:pt x="2718" y="3333"/>
                        <a:pt x="900" y="581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15" name="Forme libre : forme 25214">
                  <a:extLst>
                    <a:ext uri="{FF2B5EF4-FFF2-40B4-BE49-F238E27FC236}">
                      <a16:creationId xmlns:a16="http://schemas.microsoft.com/office/drawing/2014/main" id="{30A2D70A-AED7-48B2-9AAA-C835E0A8550B}"/>
                    </a:ext>
                  </a:extLst>
                </p:cNvPr>
                <p:cNvSpPr/>
                <p:nvPr/>
              </p:nvSpPr>
              <p:spPr>
                <a:xfrm>
                  <a:off x="4710480" y="1482427"/>
                  <a:ext cx="16109" cy="27440"/>
                </a:xfrm>
                <a:custGeom>
                  <a:avLst/>
                  <a:gdLst>
                    <a:gd name="connsiteX0" fmla="*/ 14408 w 16109"/>
                    <a:gd name="connsiteY0" fmla="*/ 0 h 27440"/>
                    <a:gd name="connsiteX1" fmla="*/ 16048 w 16109"/>
                    <a:gd name="connsiteY1" fmla="*/ 8645 h 27440"/>
                    <a:gd name="connsiteX2" fmla="*/ 12546 w 16109"/>
                    <a:gd name="connsiteY2" fmla="*/ 17865 h 27440"/>
                    <a:gd name="connsiteX3" fmla="*/ 0 w 16109"/>
                    <a:gd name="connsiteY3" fmla="*/ 27441 h 27440"/>
                    <a:gd name="connsiteX4" fmla="*/ 2926 w 16109"/>
                    <a:gd name="connsiteY4" fmla="*/ 25712 h 27440"/>
                    <a:gd name="connsiteX5" fmla="*/ 8955 w 16109"/>
                    <a:gd name="connsiteY5" fmla="*/ 20126 h 27440"/>
                    <a:gd name="connsiteX6" fmla="*/ 11881 w 16109"/>
                    <a:gd name="connsiteY6" fmla="*/ 16137 h 27440"/>
                    <a:gd name="connsiteX7" fmla="*/ 13964 w 16109"/>
                    <a:gd name="connsiteY7" fmla="*/ 11216 h 27440"/>
                    <a:gd name="connsiteX8" fmla="*/ 14408 w 16109"/>
                    <a:gd name="connsiteY8" fmla="*/ 0 h 27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109" h="27440">
                      <a:moveTo>
                        <a:pt x="14408" y="0"/>
                      </a:moveTo>
                      <a:cubicBezTo>
                        <a:pt x="14408" y="0"/>
                        <a:pt x="16491" y="3369"/>
                        <a:pt x="16048" y="8645"/>
                      </a:cubicBezTo>
                      <a:cubicBezTo>
                        <a:pt x="15826" y="11304"/>
                        <a:pt x="14895" y="14408"/>
                        <a:pt x="12546" y="17865"/>
                      </a:cubicBezTo>
                      <a:cubicBezTo>
                        <a:pt x="10063" y="20924"/>
                        <a:pt x="6162" y="24692"/>
                        <a:pt x="0" y="27441"/>
                      </a:cubicBezTo>
                      <a:cubicBezTo>
                        <a:pt x="0" y="27441"/>
                        <a:pt x="1197" y="26909"/>
                        <a:pt x="2926" y="25712"/>
                      </a:cubicBezTo>
                      <a:cubicBezTo>
                        <a:pt x="4610" y="24426"/>
                        <a:pt x="6871" y="22520"/>
                        <a:pt x="8955" y="20126"/>
                      </a:cubicBezTo>
                      <a:cubicBezTo>
                        <a:pt x="10019" y="18929"/>
                        <a:pt x="10994" y="17599"/>
                        <a:pt x="11881" y="16137"/>
                      </a:cubicBezTo>
                      <a:cubicBezTo>
                        <a:pt x="12723" y="14585"/>
                        <a:pt x="13432" y="12945"/>
                        <a:pt x="13964" y="11216"/>
                      </a:cubicBezTo>
                      <a:cubicBezTo>
                        <a:pt x="15028" y="7802"/>
                        <a:pt x="15294" y="4034"/>
                        <a:pt x="1440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16" name="Forme libre : forme 25215">
                  <a:extLst>
                    <a:ext uri="{FF2B5EF4-FFF2-40B4-BE49-F238E27FC236}">
                      <a16:creationId xmlns:a16="http://schemas.microsoft.com/office/drawing/2014/main" id="{DD5CE2AE-2CFC-493F-BA2A-F6ECCC1348E6}"/>
                    </a:ext>
                  </a:extLst>
                </p:cNvPr>
                <p:cNvSpPr/>
                <p:nvPr/>
              </p:nvSpPr>
              <p:spPr>
                <a:xfrm>
                  <a:off x="4658701" y="1461148"/>
                  <a:ext cx="21190" cy="17244"/>
                </a:xfrm>
                <a:custGeom>
                  <a:avLst/>
                  <a:gdLst>
                    <a:gd name="connsiteX0" fmla="*/ 21190 w 21190"/>
                    <a:gd name="connsiteY0" fmla="*/ 0 h 17244"/>
                    <a:gd name="connsiteX1" fmla="*/ 18796 w 21190"/>
                    <a:gd name="connsiteY1" fmla="*/ 399 h 17244"/>
                    <a:gd name="connsiteX2" fmla="*/ 13122 w 21190"/>
                    <a:gd name="connsiteY2" fmla="*/ 2128 h 17244"/>
                    <a:gd name="connsiteX3" fmla="*/ 9664 w 21190"/>
                    <a:gd name="connsiteY3" fmla="*/ 4211 h 17244"/>
                    <a:gd name="connsiteX4" fmla="*/ 6206 w 21190"/>
                    <a:gd name="connsiteY4" fmla="*/ 7093 h 17244"/>
                    <a:gd name="connsiteX5" fmla="*/ 0 w 21190"/>
                    <a:gd name="connsiteY5" fmla="*/ 17245 h 17244"/>
                    <a:gd name="connsiteX6" fmla="*/ 5674 w 21190"/>
                    <a:gd name="connsiteY6" fmla="*/ 9443 h 17244"/>
                    <a:gd name="connsiteX7" fmla="*/ 12280 w 21190"/>
                    <a:gd name="connsiteY7" fmla="*/ 3724 h 17244"/>
                    <a:gd name="connsiteX8" fmla="*/ 21190 w 21190"/>
                    <a:gd name="connsiteY8" fmla="*/ 0 h 17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190" h="17244">
                      <a:moveTo>
                        <a:pt x="21190" y="0"/>
                      </a:moveTo>
                      <a:cubicBezTo>
                        <a:pt x="21190" y="0"/>
                        <a:pt x="20259" y="44"/>
                        <a:pt x="18796" y="399"/>
                      </a:cubicBezTo>
                      <a:cubicBezTo>
                        <a:pt x="17333" y="621"/>
                        <a:pt x="15339" y="1064"/>
                        <a:pt x="13122" y="2128"/>
                      </a:cubicBezTo>
                      <a:cubicBezTo>
                        <a:pt x="12014" y="2660"/>
                        <a:pt x="10861" y="3325"/>
                        <a:pt x="9664" y="4211"/>
                      </a:cubicBezTo>
                      <a:cubicBezTo>
                        <a:pt x="8512" y="5009"/>
                        <a:pt x="7359" y="5896"/>
                        <a:pt x="6206" y="7093"/>
                      </a:cubicBezTo>
                      <a:cubicBezTo>
                        <a:pt x="3901" y="9443"/>
                        <a:pt x="1640" y="12679"/>
                        <a:pt x="0" y="17245"/>
                      </a:cubicBezTo>
                      <a:cubicBezTo>
                        <a:pt x="0" y="17245"/>
                        <a:pt x="2039" y="13344"/>
                        <a:pt x="5674" y="9443"/>
                      </a:cubicBezTo>
                      <a:cubicBezTo>
                        <a:pt x="7492" y="7536"/>
                        <a:pt x="9664" y="5586"/>
                        <a:pt x="12280" y="3724"/>
                      </a:cubicBezTo>
                      <a:cubicBezTo>
                        <a:pt x="14851" y="1862"/>
                        <a:pt x="17777" y="975"/>
                        <a:pt x="2119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17" name="Forme libre : forme 25216">
                  <a:extLst>
                    <a:ext uri="{FF2B5EF4-FFF2-40B4-BE49-F238E27FC236}">
                      <a16:creationId xmlns:a16="http://schemas.microsoft.com/office/drawing/2014/main" id="{263D0DC5-D51F-49DF-8F53-06D2749F8A50}"/>
                    </a:ext>
                  </a:extLst>
                </p:cNvPr>
                <p:cNvSpPr/>
                <p:nvPr/>
              </p:nvSpPr>
              <p:spPr>
                <a:xfrm>
                  <a:off x="4692292" y="1478972"/>
                  <a:ext cx="11857" cy="6781"/>
                </a:xfrm>
                <a:custGeom>
                  <a:avLst/>
                  <a:gdLst>
                    <a:gd name="connsiteX0" fmla="*/ 11848 w 11857"/>
                    <a:gd name="connsiteY0" fmla="*/ 3942 h 6781"/>
                    <a:gd name="connsiteX1" fmla="*/ 5243 w 11857"/>
                    <a:gd name="connsiteY1" fmla="*/ 6735 h 6781"/>
                    <a:gd name="connsiteX2" fmla="*/ 1209 w 11857"/>
                    <a:gd name="connsiteY2" fmla="*/ 5006 h 6781"/>
                    <a:gd name="connsiteX3" fmla="*/ 56 w 11857"/>
                    <a:gd name="connsiteY3" fmla="*/ 2346 h 6781"/>
                    <a:gd name="connsiteX4" fmla="*/ 6396 w 11857"/>
                    <a:gd name="connsiteY4" fmla="*/ 41 h 6781"/>
                    <a:gd name="connsiteX5" fmla="*/ 11848 w 11857"/>
                    <a:gd name="connsiteY5" fmla="*/ 3942 h 6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857" h="6781">
                      <a:moveTo>
                        <a:pt x="11848" y="3942"/>
                      </a:moveTo>
                      <a:cubicBezTo>
                        <a:pt x="11627" y="5760"/>
                        <a:pt x="8612" y="7045"/>
                        <a:pt x="5243" y="6735"/>
                      </a:cubicBezTo>
                      <a:cubicBezTo>
                        <a:pt x="3558" y="6558"/>
                        <a:pt x="2140" y="5760"/>
                        <a:pt x="1209" y="5006"/>
                      </a:cubicBezTo>
                      <a:cubicBezTo>
                        <a:pt x="278" y="4208"/>
                        <a:pt x="-165" y="3233"/>
                        <a:pt x="56" y="2346"/>
                      </a:cubicBezTo>
                      <a:cubicBezTo>
                        <a:pt x="500" y="484"/>
                        <a:pt x="3337" y="-181"/>
                        <a:pt x="6396" y="41"/>
                      </a:cubicBezTo>
                      <a:cubicBezTo>
                        <a:pt x="9499" y="396"/>
                        <a:pt x="12026" y="2125"/>
                        <a:pt x="11848" y="394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18" name="Forme libre : forme 25217">
                  <a:extLst>
                    <a:ext uri="{FF2B5EF4-FFF2-40B4-BE49-F238E27FC236}">
                      <a16:creationId xmlns:a16="http://schemas.microsoft.com/office/drawing/2014/main" id="{AD1E10AB-4688-4B69-9A09-93BCACBF3A24}"/>
                    </a:ext>
                  </a:extLst>
                </p:cNvPr>
                <p:cNvSpPr/>
                <p:nvPr/>
              </p:nvSpPr>
              <p:spPr>
                <a:xfrm>
                  <a:off x="4702377" y="1480617"/>
                  <a:ext cx="3231" cy="2954"/>
                </a:xfrm>
                <a:custGeom>
                  <a:avLst/>
                  <a:gdLst>
                    <a:gd name="connsiteX0" fmla="*/ 3182 w 3231"/>
                    <a:gd name="connsiteY0" fmla="*/ 1145 h 2954"/>
                    <a:gd name="connsiteX1" fmla="*/ 1985 w 3231"/>
                    <a:gd name="connsiteY1" fmla="*/ 2918 h 2954"/>
                    <a:gd name="connsiteX2" fmla="*/ 34 w 3231"/>
                    <a:gd name="connsiteY2" fmla="*/ 1810 h 2954"/>
                    <a:gd name="connsiteX3" fmla="*/ 1231 w 3231"/>
                    <a:gd name="connsiteY3" fmla="*/ 36 h 2954"/>
                    <a:gd name="connsiteX4" fmla="*/ 3182 w 3231"/>
                    <a:gd name="connsiteY4" fmla="*/ 1145 h 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31" h="2954">
                      <a:moveTo>
                        <a:pt x="3182" y="1145"/>
                      </a:moveTo>
                      <a:cubicBezTo>
                        <a:pt x="3403" y="1943"/>
                        <a:pt x="2871" y="2740"/>
                        <a:pt x="1985" y="2918"/>
                      </a:cubicBezTo>
                      <a:cubicBezTo>
                        <a:pt x="1098" y="3095"/>
                        <a:pt x="211" y="2608"/>
                        <a:pt x="34" y="1810"/>
                      </a:cubicBezTo>
                      <a:cubicBezTo>
                        <a:pt x="-143" y="1012"/>
                        <a:pt x="389" y="214"/>
                        <a:pt x="1231" y="36"/>
                      </a:cubicBezTo>
                      <a:cubicBezTo>
                        <a:pt x="2073" y="-141"/>
                        <a:pt x="2960" y="347"/>
                        <a:pt x="3182" y="11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19" name="Forme libre : forme 25218">
                  <a:extLst>
                    <a:ext uri="{FF2B5EF4-FFF2-40B4-BE49-F238E27FC236}">
                      <a16:creationId xmlns:a16="http://schemas.microsoft.com/office/drawing/2014/main" id="{E8F5FC54-FC30-420D-876A-BA85BC7A8933}"/>
                    </a:ext>
                  </a:extLst>
                </p:cNvPr>
                <p:cNvSpPr/>
                <p:nvPr/>
              </p:nvSpPr>
              <p:spPr>
                <a:xfrm>
                  <a:off x="4690491" y="1461995"/>
                  <a:ext cx="29461" cy="21340"/>
                </a:xfrm>
                <a:custGeom>
                  <a:avLst/>
                  <a:gdLst>
                    <a:gd name="connsiteX0" fmla="*/ 21629 w 29461"/>
                    <a:gd name="connsiteY0" fmla="*/ 5359 h 21340"/>
                    <a:gd name="connsiteX1" fmla="*/ 28900 w 29461"/>
                    <a:gd name="connsiteY1" fmla="*/ 16309 h 21340"/>
                    <a:gd name="connsiteX2" fmla="*/ 28323 w 29461"/>
                    <a:gd name="connsiteY2" fmla="*/ 20920 h 21340"/>
                    <a:gd name="connsiteX3" fmla="*/ 23979 w 29461"/>
                    <a:gd name="connsiteY3" fmla="*/ 19944 h 21340"/>
                    <a:gd name="connsiteX4" fmla="*/ 13694 w 29461"/>
                    <a:gd name="connsiteY4" fmla="*/ 10768 h 21340"/>
                    <a:gd name="connsiteX5" fmla="*/ 5182 w 29461"/>
                    <a:gd name="connsiteY5" fmla="*/ 8684 h 21340"/>
                    <a:gd name="connsiteX6" fmla="*/ 1104 w 29461"/>
                    <a:gd name="connsiteY6" fmla="*/ 6512 h 21340"/>
                    <a:gd name="connsiteX7" fmla="*/ 173 w 29461"/>
                    <a:gd name="connsiteY7" fmla="*/ 3586 h 21340"/>
                    <a:gd name="connsiteX8" fmla="*/ 2611 w 29461"/>
                    <a:gd name="connsiteY8" fmla="*/ 1281 h 21340"/>
                    <a:gd name="connsiteX9" fmla="*/ 6379 w 29461"/>
                    <a:gd name="connsiteY9" fmla="*/ 128 h 21340"/>
                    <a:gd name="connsiteX10" fmla="*/ 10458 w 29461"/>
                    <a:gd name="connsiteY10" fmla="*/ 40 h 21340"/>
                    <a:gd name="connsiteX11" fmla="*/ 13605 w 29461"/>
                    <a:gd name="connsiteY11" fmla="*/ 350 h 21340"/>
                    <a:gd name="connsiteX12" fmla="*/ 21629 w 29461"/>
                    <a:gd name="connsiteY12" fmla="*/ 5359 h 21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461" h="21340">
                      <a:moveTo>
                        <a:pt x="21629" y="5359"/>
                      </a:moveTo>
                      <a:cubicBezTo>
                        <a:pt x="24777" y="8374"/>
                        <a:pt x="27126" y="12231"/>
                        <a:pt x="28900" y="16309"/>
                      </a:cubicBezTo>
                      <a:cubicBezTo>
                        <a:pt x="29564" y="17816"/>
                        <a:pt x="29919" y="19900"/>
                        <a:pt x="28323" y="20920"/>
                      </a:cubicBezTo>
                      <a:cubicBezTo>
                        <a:pt x="26905" y="21895"/>
                        <a:pt x="25131" y="21008"/>
                        <a:pt x="23979" y="19944"/>
                      </a:cubicBezTo>
                      <a:cubicBezTo>
                        <a:pt x="20432" y="16752"/>
                        <a:pt x="17728" y="12497"/>
                        <a:pt x="13694" y="10768"/>
                      </a:cubicBezTo>
                      <a:cubicBezTo>
                        <a:pt x="12453" y="10280"/>
                        <a:pt x="8374" y="9615"/>
                        <a:pt x="5182" y="8684"/>
                      </a:cubicBezTo>
                      <a:cubicBezTo>
                        <a:pt x="3587" y="8285"/>
                        <a:pt x="2035" y="7354"/>
                        <a:pt x="1104" y="6512"/>
                      </a:cubicBezTo>
                      <a:cubicBezTo>
                        <a:pt x="173" y="5625"/>
                        <a:pt x="-270" y="4694"/>
                        <a:pt x="173" y="3586"/>
                      </a:cubicBezTo>
                      <a:cubicBezTo>
                        <a:pt x="616" y="2478"/>
                        <a:pt x="1503" y="1724"/>
                        <a:pt x="2611" y="1281"/>
                      </a:cubicBezTo>
                      <a:cubicBezTo>
                        <a:pt x="3720" y="705"/>
                        <a:pt x="5005" y="306"/>
                        <a:pt x="6379" y="128"/>
                      </a:cubicBezTo>
                      <a:cubicBezTo>
                        <a:pt x="7754" y="-93"/>
                        <a:pt x="9217" y="40"/>
                        <a:pt x="10458" y="40"/>
                      </a:cubicBezTo>
                      <a:cubicBezTo>
                        <a:pt x="11699" y="-5"/>
                        <a:pt x="12852" y="128"/>
                        <a:pt x="13605" y="350"/>
                      </a:cubicBezTo>
                      <a:cubicBezTo>
                        <a:pt x="16398" y="1281"/>
                        <a:pt x="19280" y="3231"/>
                        <a:pt x="21629" y="535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13" name="Graphique 2">
                <a:extLst>
                  <a:ext uri="{FF2B5EF4-FFF2-40B4-BE49-F238E27FC236}">
                    <a16:creationId xmlns:a16="http://schemas.microsoft.com/office/drawing/2014/main" id="{67553B9C-9FBF-4376-8B35-7AE050F61996}"/>
                  </a:ext>
                </a:extLst>
              </p:cNvPr>
              <p:cNvGrpSpPr/>
              <p:nvPr/>
            </p:nvGrpSpPr>
            <p:grpSpPr>
              <a:xfrm>
                <a:off x="4718181" y="1420070"/>
                <a:ext cx="69387" cy="71613"/>
                <a:chOff x="4718181" y="1420070"/>
                <a:chExt cx="69387" cy="71613"/>
              </a:xfrm>
              <a:solidFill>
                <a:schemeClr val="accent1"/>
              </a:solidFill>
            </p:grpSpPr>
            <p:sp>
              <p:nvSpPr>
                <p:cNvPr id="25196" name="Forme libre : forme 25195">
                  <a:extLst>
                    <a:ext uri="{FF2B5EF4-FFF2-40B4-BE49-F238E27FC236}">
                      <a16:creationId xmlns:a16="http://schemas.microsoft.com/office/drawing/2014/main" id="{F18F5848-9D60-4CBB-A1AA-585C89815EFA}"/>
                    </a:ext>
                  </a:extLst>
                </p:cNvPr>
                <p:cNvSpPr/>
                <p:nvPr/>
              </p:nvSpPr>
              <p:spPr>
                <a:xfrm>
                  <a:off x="4718181" y="1420070"/>
                  <a:ext cx="69328" cy="71613"/>
                </a:xfrm>
                <a:custGeom>
                  <a:avLst/>
                  <a:gdLst>
                    <a:gd name="connsiteX0" fmla="*/ 63361 w 69328"/>
                    <a:gd name="connsiteY0" fmla="*/ 42807 h 71613"/>
                    <a:gd name="connsiteX1" fmla="*/ 53431 w 69328"/>
                    <a:gd name="connsiteY1" fmla="*/ 53979 h 71613"/>
                    <a:gd name="connsiteX2" fmla="*/ 42082 w 69328"/>
                    <a:gd name="connsiteY2" fmla="*/ 64707 h 71613"/>
                    <a:gd name="connsiteX3" fmla="*/ 37694 w 69328"/>
                    <a:gd name="connsiteY3" fmla="*/ 67943 h 71613"/>
                    <a:gd name="connsiteX4" fmla="*/ 32817 w 69328"/>
                    <a:gd name="connsiteY4" fmla="*/ 70115 h 71613"/>
                    <a:gd name="connsiteX5" fmla="*/ 23286 w 69328"/>
                    <a:gd name="connsiteY5" fmla="*/ 71534 h 71613"/>
                    <a:gd name="connsiteX6" fmla="*/ 9765 w 69328"/>
                    <a:gd name="connsiteY6" fmla="*/ 63288 h 71613"/>
                    <a:gd name="connsiteX7" fmla="*/ 2628 w 69328"/>
                    <a:gd name="connsiteY7" fmla="*/ 50033 h 71613"/>
                    <a:gd name="connsiteX8" fmla="*/ 323 w 69328"/>
                    <a:gd name="connsiteY8" fmla="*/ 35138 h 71613"/>
                    <a:gd name="connsiteX9" fmla="*/ 2362 w 69328"/>
                    <a:gd name="connsiteY9" fmla="*/ 28577 h 71613"/>
                    <a:gd name="connsiteX10" fmla="*/ 4179 w 69328"/>
                    <a:gd name="connsiteY10" fmla="*/ 25828 h 71613"/>
                    <a:gd name="connsiteX11" fmla="*/ 6529 w 69328"/>
                    <a:gd name="connsiteY11" fmla="*/ 23257 h 71613"/>
                    <a:gd name="connsiteX12" fmla="*/ 14110 w 69328"/>
                    <a:gd name="connsiteY12" fmla="*/ 16164 h 71613"/>
                    <a:gd name="connsiteX13" fmla="*/ 21513 w 69328"/>
                    <a:gd name="connsiteY13" fmla="*/ 7919 h 71613"/>
                    <a:gd name="connsiteX14" fmla="*/ 27542 w 69328"/>
                    <a:gd name="connsiteY14" fmla="*/ 2954 h 71613"/>
                    <a:gd name="connsiteX15" fmla="*/ 34856 w 69328"/>
                    <a:gd name="connsiteY15" fmla="*/ 338 h 71613"/>
                    <a:gd name="connsiteX16" fmla="*/ 49796 w 69328"/>
                    <a:gd name="connsiteY16" fmla="*/ 3441 h 71613"/>
                    <a:gd name="connsiteX17" fmla="*/ 61987 w 69328"/>
                    <a:gd name="connsiteY17" fmla="*/ 12130 h 71613"/>
                    <a:gd name="connsiteX18" fmla="*/ 69302 w 69328"/>
                    <a:gd name="connsiteY18" fmla="*/ 25784 h 71613"/>
                    <a:gd name="connsiteX19" fmla="*/ 68149 w 69328"/>
                    <a:gd name="connsiteY19" fmla="*/ 34429 h 71613"/>
                    <a:gd name="connsiteX20" fmla="*/ 63361 w 69328"/>
                    <a:gd name="connsiteY20" fmla="*/ 42807 h 71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328" h="71613">
                      <a:moveTo>
                        <a:pt x="63361" y="42807"/>
                      </a:moveTo>
                      <a:cubicBezTo>
                        <a:pt x="60302" y="46575"/>
                        <a:pt x="56889" y="50299"/>
                        <a:pt x="53431" y="53979"/>
                      </a:cubicBezTo>
                      <a:cubicBezTo>
                        <a:pt x="49796" y="57614"/>
                        <a:pt x="46250" y="61293"/>
                        <a:pt x="42082" y="64707"/>
                      </a:cubicBezTo>
                      <a:cubicBezTo>
                        <a:pt x="40664" y="65904"/>
                        <a:pt x="39201" y="67012"/>
                        <a:pt x="37694" y="67943"/>
                      </a:cubicBezTo>
                      <a:cubicBezTo>
                        <a:pt x="36098" y="68829"/>
                        <a:pt x="34457" y="69539"/>
                        <a:pt x="32817" y="70115"/>
                      </a:cubicBezTo>
                      <a:cubicBezTo>
                        <a:pt x="29537" y="71223"/>
                        <a:pt x="26434" y="71844"/>
                        <a:pt x="23286" y="71534"/>
                      </a:cubicBezTo>
                      <a:cubicBezTo>
                        <a:pt x="17124" y="71046"/>
                        <a:pt x="12336" y="68076"/>
                        <a:pt x="9765" y="63288"/>
                      </a:cubicBezTo>
                      <a:lnTo>
                        <a:pt x="2628" y="50033"/>
                      </a:lnTo>
                      <a:cubicBezTo>
                        <a:pt x="57" y="45245"/>
                        <a:pt x="-431" y="39748"/>
                        <a:pt x="323" y="35138"/>
                      </a:cubicBezTo>
                      <a:cubicBezTo>
                        <a:pt x="722" y="32966"/>
                        <a:pt x="1342" y="30483"/>
                        <a:pt x="2362" y="28577"/>
                      </a:cubicBezTo>
                      <a:cubicBezTo>
                        <a:pt x="2894" y="27602"/>
                        <a:pt x="3470" y="26715"/>
                        <a:pt x="4179" y="25828"/>
                      </a:cubicBezTo>
                      <a:cubicBezTo>
                        <a:pt x="4844" y="24897"/>
                        <a:pt x="5642" y="24011"/>
                        <a:pt x="6529" y="23257"/>
                      </a:cubicBezTo>
                      <a:cubicBezTo>
                        <a:pt x="9144" y="21218"/>
                        <a:pt x="11583" y="18602"/>
                        <a:pt x="14110" y="16164"/>
                      </a:cubicBezTo>
                      <a:cubicBezTo>
                        <a:pt x="16592" y="13504"/>
                        <a:pt x="19075" y="10844"/>
                        <a:pt x="21513" y="7919"/>
                      </a:cubicBezTo>
                      <a:cubicBezTo>
                        <a:pt x="23197" y="5835"/>
                        <a:pt x="25281" y="4239"/>
                        <a:pt x="27542" y="2954"/>
                      </a:cubicBezTo>
                      <a:cubicBezTo>
                        <a:pt x="29803" y="1624"/>
                        <a:pt x="32285" y="737"/>
                        <a:pt x="34856" y="338"/>
                      </a:cubicBezTo>
                      <a:cubicBezTo>
                        <a:pt x="39999" y="-549"/>
                        <a:pt x="45363" y="249"/>
                        <a:pt x="49796" y="3441"/>
                      </a:cubicBezTo>
                      <a:lnTo>
                        <a:pt x="61987" y="12130"/>
                      </a:lnTo>
                      <a:cubicBezTo>
                        <a:pt x="66376" y="15278"/>
                        <a:pt x="68991" y="20198"/>
                        <a:pt x="69302" y="25784"/>
                      </a:cubicBezTo>
                      <a:cubicBezTo>
                        <a:pt x="69435" y="28577"/>
                        <a:pt x="69080" y="31503"/>
                        <a:pt x="68149" y="34429"/>
                      </a:cubicBezTo>
                      <a:cubicBezTo>
                        <a:pt x="67174" y="37266"/>
                        <a:pt x="65489" y="40147"/>
                        <a:pt x="63361" y="42807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97" name="Forme libre : forme 25196">
                  <a:extLst>
                    <a:ext uri="{FF2B5EF4-FFF2-40B4-BE49-F238E27FC236}">
                      <a16:creationId xmlns:a16="http://schemas.microsoft.com/office/drawing/2014/main" id="{2F0B31C8-36DF-4950-A993-5F4D5B8214B1}"/>
                    </a:ext>
                  </a:extLst>
                </p:cNvPr>
                <p:cNvSpPr/>
                <p:nvPr/>
              </p:nvSpPr>
              <p:spPr>
                <a:xfrm>
                  <a:off x="4724887" y="1431845"/>
                  <a:ext cx="62680" cy="59793"/>
                </a:xfrm>
                <a:custGeom>
                  <a:avLst/>
                  <a:gdLst>
                    <a:gd name="connsiteX0" fmla="*/ 27485 w 62680"/>
                    <a:gd name="connsiteY0" fmla="*/ 36041 h 59793"/>
                    <a:gd name="connsiteX1" fmla="*/ 14541 w 62680"/>
                    <a:gd name="connsiteY1" fmla="*/ 45971 h 59793"/>
                    <a:gd name="connsiteX2" fmla="*/ 10817 w 62680"/>
                    <a:gd name="connsiteY2" fmla="*/ 47035 h 59793"/>
                    <a:gd name="connsiteX3" fmla="*/ 7004 w 62680"/>
                    <a:gd name="connsiteY3" fmla="*/ 47257 h 59793"/>
                    <a:gd name="connsiteX4" fmla="*/ 0 w 62680"/>
                    <a:gd name="connsiteY4" fmla="*/ 45750 h 59793"/>
                    <a:gd name="connsiteX5" fmla="*/ 3103 w 62680"/>
                    <a:gd name="connsiteY5" fmla="*/ 51468 h 59793"/>
                    <a:gd name="connsiteX6" fmla="*/ 16624 w 62680"/>
                    <a:gd name="connsiteY6" fmla="*/ 59714 h 59793"/>
                    <a:gd name="connsiteX7" fmla="*/ 26155 w 62680"/>
                    <a:gd name="connsiteY7" fmla="*/ 58295 h 59793"/>
                    <a:gd name="connsiteX8" fmla="*/ 31032 w 62680"/>
                    <a:gd name="connsiteY8" fmla="*/ 56123 h 59793"/>
                    <a:gd name="connsiteX9" fmla="*/ 35420 w 62680"/>
                    <a:gd name="connsiteY9" fmla="*/ 52887 h 59793"/>
                    <a:gd name="connsiteX10" fmla="*/ 46769 w 62680"/>
                    <a:gd name="connsiteY10" fmla="*/ 42159 h 59793"/>
                    <a:gd name="connsiteX11" fmla="*/ 56699 w 62680"/>
                    <a:gd name="connsiteY11" fmla="*/ 30987 h 59793"/>
                    <a:gd name="connsiteX12" fmla="*/ 61487 w 62680"/>
                    <a:gd name="connsiteY12" fmla="*/ 22564 h 59793"/>
                    <a:gd name="connsiteX13" fmla="*/ 62640 w 62680"/>
                    <a:gd name="connsiteY13" fmla="*/ 13920 h 59793"/>
                    <a:gd name="connsiteX14" fmla="*/ 55325 w 62680"/>
                    <a:gd name="connsiteY14" fmla="*/ 266 h 59793"/>
                    <a:gd name="connsiteX15" fmla="*/ 54926 w 62680"/>
                    <a:gd name="connsiteY15" fmla="*/ 0 h 59793"/>
                    <a:gd name="connsiteX16" fmla="*/ 41538 w 62680"/>
                    <a:gd name="connsiteY16" fmla="*/ 17998 h 59793"/>
                    <a:gd name="connsiteX17" fmla="*/ 34401 w 62680"/>
                    <a:gd name="connsiteY17" fmla="*/ 26687 h 59793"/>
                    <a:gd name="connsiteX18" fmla="*/ 27485 w 62680"/>
                    <a:gd name="connsiteY18" fmla="*/ 36041 h 59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2680" h="59793">
                      <a:moveTo>
                        <a:pt x="27485" y="36041"/>
                      </a:moveTo>
                      <a:cubicBezTo>
                        <a:pt x="24116" y="40607"/>
                        <a:pt x="19594" y="44287"/>
                        <a:pt x="14541" y="45971"/>
                      </a:cubicBezTo>
                      <a:cubicBezTo>
                        <a:pt x="13299" y="46415"/>
                        <a:pt x="12058" y="46769"/>
                        <a:pt x="10817" y="47035"/>
                      </a:cubicBezTo>
                      <a:cubicBezTo>
                        <a:pt x="9531" y="47213"/>
                        <a:pt x="8246" y="47301"/>
                        <a:pt x="7004" y="47257"/>
                      </a:cubicBezTo>
                      <a:cubicBezTo>
                        <a:pt x="4522" y="47213"/>
                        <a:pt x="2128" y="46725"/>
                        <a:pt x="0" y="45750"/>
                      </a:cubicBezTo>
                      <a:lnTo>
                        <a:pt x="3103" y="51468"/>
                      </a:lnTo>
                      <a:cubicBezTo>
                        <a:pt x="5674" y="56256"/>
                        <a:pt x="10462" y="59226"/>
                        <a:pt x="16624" y="59714"/>
                      </a:cubicBezTo>
                      <a:cubicBezTo>
                        <a:pt x="19772" y="60024"/>
                        <a:pt x="22875" y="59404"/>
                        <a:pt x="26155" y="58295"/>
                      </a:cubicBezTo>
                      <a:cubicBezTo>
                        <a:pt x="27795" y="57719"/>
                        <a:pt x="29436" y="57010"/>
                        <a:pt x="31032" y="56123"/>
                      </a:cubicBezTo>
                      <a:cubicBezTo>
                        <a:pt x="32539" y="55192"/>
                        <a:pt x="34002" y="54128"/>
                        <a:pt x="35420" y="52887"/>
                      </a:cubicBezTo>
                      <a:cubicBezTo>
                        <a:pt x="39588" y="49473"/>
                        <a:pt x="43134" y="45794"/>
                        <a:pt x="46769" y="42159"/>
                      </a:cubicBezTo>
                      <a:cubicBezTo>
                        <a:pt x="50183" y="38479"/>
                        <a:pt x="53596" y="34755"/>
                        <a:pt x="56699" y="30987"/>
                      </a:cubicBezTo>
                      <a:cubicBezTo>
                        <a:pt x="58827" y="28328"/>
                        <a:pt x="60512" y="25446"/>
                        <a:pt x="61487" y="22564"/>
                      </a:cubicBezTo>
                      <a:cubicBezTo>
                        <a:pt x="62418" y="19639"/>
                        <a:pt x="62817" y="16713"/>
                        <a:pt x="62640" y="13920"/>
                      </a:cubicBezTo>
                      <a:cubicBezTo>
                        <a:pt x="62329" y="8379"/>
                        <a:pt x="59714" y="3414"/>
                        <a:pt x="55325" y="266"/>
                      </a:cubicBezTo>
                      <a:lnTo>
                        <a:pt x="54926" y="0"/>
                      </a:lnTo>
                      <a:cubicBezTo>
                        <a:pt x="51025" y="6472"/>
                        <a:pt x="46281" y="12235"/>
                        <a:pt x="41538" y="17998"/>
                      </a:cubicBezTo>
                      <a:cubicBezTo>
                        <a:pt x="39277" y="20924"/>
                        <a:pt x="36662" y="23673"/>
                        <a:pt x="34401" y="26687"/>
                      </a:cubicBezTo>
                      <a:cubicBezTo>
                        <a:pt x="32051" y="29702"/>
                        <a:pt x="29613" y="32672"/>
                        <a:pt x="27485" y="3604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98" name="Forme libre : forme 25197">
                  <a:extLst>
                    <a:ext uri="{FF2B5EF4-FFF2-40B4-BE49-F238E27FC236}">
                      <a16:creationId xmlns:a16="http://schemas.microsoft.com/office/drawing/2014/main" id="{D60EBD42-F4A2-45B1-9934-12D77F2E31B4}"/>
                    </a:ext>
                  </a:extLst>
                </p:cNvPr>
                <p:cNvSpPr/>
                <p:nvPr/>
              </p:nvSpPr>
              <p:spPr>
                <a:xfrm>
                  <a:off x="4742822" y="1438691"/>
                  <a:ext cx="26462" cy="27611"/>
                </a:xfrm>
                <a:custGeom>
                  <a:avLst/>
                  <a:gdLst>
                    <a:gd name="connsiteX0" fmla="*/ 23647 w 26462"/>
                    <a:gd name="connsiteY0" fmla="*/ 1532 h 27611"/>
                    <a:gd name="connsiteX1" fmla="*/ 26351 w 26462"/>
                    <a:gd name="connsiteY1" fmla="*/ 9778 h 27611"/>
                    <a:gd name="connsiteX2" fmla="*/ 20899 w 26462"/>
                    <a:gd name="connsiteY2" fmla="*/ 20772 h 27611"/>
                    <a:gd name="connsiteX3" fmla="*/ 10348 w 26462"/>
                    <a:gd name="connsiteY3" fmla="*/ 27289 h 27611"/>
                    <a:gd name="connsiteX4" fmla="*/ 1836 w 26462"/>
                    <a:gd name="connsiteY4" fmla="*/ 25161 h 27611"/>
                    <a:gd name="connsiteX5" fmla="*/ 329 w 26462"/>
                    <a:gd name="connsiteY5" fmla="*/ 16694 h 27611"/>
                    <a:gd name="connsiteX6" fmla="*/ 5693 w 26462"/>
                    <a:gd name="connsiteY6" fmla="*/ 6852 h 27611"/>
                    <a:gd name="connsiteX7" fmla="*/ 15091 w 26462"/>
                    <a:gd name="connsiteY7" fmla="*/ 557 h 27611"/>
                    <a:gd name="connsiteX8" fmla="*/ 23647 w 26462"/>
                    <a:gd name="connsiteY8" fmla="*/ 1532 h 27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462" h="27611">
                      <a:moveTo>
                        <a:pt x="23647" y="1532"/>
                      </a:moveTo>
                      <a:cubicBezTo>
                        <a:pt x="25908" y="3261"/>
                        <a:pt x="26795" y="6276"/>
                        <a:pt x="26351" y="9778"/>
                      </a:cubicBezTo>
                      <a:cubicBezTo>
                        <a:pt x="25952" y="13325"/>
                        <a:pt x="24135" y="17314"/>
                        <a:pt x="20899" y="20772"/>
                      </a:cubicBezTo>
                      <a:cubicBezTo>
                        <a:pt x="17840" y="24363"/>
                        <a:pt x="13761" y="26491"/>
                        <a:pt x="10348" y="27289"/>
                      </a:cubicBezTo>
                      <a:cubicBezTo>
                        <a:pt x="6890" y="28131"/>
                        <a:pt x="3654" y="27289"/>
                        <a:pt x="1836" y="25161"/>
                      </a:cubicBezTo>
                      <a:cubicBezTo>
                        <a:pt x="-70" y="22989"/>
                        <a:pt x="-336" y="20018"/>
                        <a:pt x="329" y="16694"/>
                      </a:cubicBezTo>
                      <a:cubicBezTo>
                        <a:pt x="994" y="13325"/>
                        <a:pt x="2945" y="10088"/>
                        <a:pt x="5693" y="6852"/>
                      </a:cubicBezTo>
                      <a:cubicBezTo>
                        <a:pt x="8530" y="3793"/>
                        <a:pt x="11855" y="1621"/>
                        <a:pt x="15091" y="557"/>
                      </a:cubicBezTo>
                      <a:cubicBezTo>
                        <a:pt x="18239" y="-374"/>
                        <a:pt x="21386" y="-196"/>
                        <a:pt x="23647" y="1532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99" name="Forme libre : forme 25198">
                  <a:extLst>
                    <a:ext uri="{FF2B5EF4-FFF2-40B4-BE49-F238E27FC236}">
                      <a16:creationId xmlns:a16="http://schemas.microsoft.com/office/drawing/2014/main" id="{5ED2FF8B-9B0E-46B3-AA5A-383476418654}"/>
                    </a:ext>
                  </a:extLst>
                </p:cNvPr>
                <p:cNvSpPr/>
                <p:nvPr/>
              </p:nvSpPr>
              <p:spPr>
                <a:xfrm>
                  <a:off x="4742748" y="1452947"/>
                  <a:ext cx="25095" cy="13400"/>
                </a:xfrm>
                <a:custGeom>
                  <a:avLst/>
                  <a:gdLst>
                    <a:gd name="connsiteX0" fmla="*/ 1068 w 25095"/>
                    <a:gd name="connsiteY0" fmla="*/ 0 h 13400"/>
                    <a:gd name="connsiteX1" fmla="*/ 4 w 25095"/>
                    <a:gd name="connsiteY1" fmla="*/ 6029 h 13400"/>
                    <a:gd name="connsiteX2" fmla="*/ 1822 w 25095"/>
                    <a:gd name="connsiteY2" fmla="*/ 10950 h 13400"/>
                    <a:gd name="connsiteX3" fmla="*/ 10333 w 25095"/>
                    <a:gd name="connsiteY3" fmla="*/ 13078 h 13400"/>
                    <a:gd name="connsiteX4" fmla="*/ 20884 w 25095"/>
                    <a:gd name="connsiteY4" fmla="*/ 6561 h 13400"/>
                    <a:gd name="connsiteX5" fmla="*/ 25095 w 25095"/>
                    <a:gd name="connsiteY5" fmla="*/ 133 h 13400"/>
                    <a:gd name="connsiteX6" fmla="*/ 21815 w 25095"/>
                    <a:gd name="connsiteY6" fmla="*/ 2793 h 13400"/>
                    <a:gd name="connsiteX7" fmla="*/ 10333 w 25095"/>
                    <a:gd name="connsiteY7" fmla="*/ 4788 h 13400"/>
                    <a:gd name="connsiteX8" fmla="*/ 1068 w 25095"/>
                    <a:gd name="connsiteY8" fmla="*/ 0 h 13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95" h="13400">
                      <a:moveTo>
                        <a:pt x="1068" y="0"/>
                      </a:moveTo>
                      <a:cubicBezTo>
                        <a:pt x="270" y="2039"/>
                        <a:pt x="-40" y="4256"/>
                        <a:pt x="4" y="6029"/>
                      </a:cubicBezTo>
                      <a:cubicBezTo>
                        <a:pt x="93" y="7891"/>
                        <a:pt x="669" y="9620"/>
                        <a:pt x="1822" y="10950"/>
                      </a:cubicBezTo>
                      <a:cubicBezTo>
                        <a:pt x="3639" y="13078"/>
                        <a:pt x="6920" y="13920"/>
                        <a:pt x="10333" y="13078"/>
                      </a:cubicBezTo>
                      <a:cubicBezTo>
                        <a:pt x="13747" y="12235"/>
                        <a:pt x="17870" y="10107"/>
                        <a:pt x="20884" y="6561"/>
                      </a:cubicBezTo>
                      <a:cubicBezTo>
                        <a:pt x="22702" y="4477"/>
                        <a:pt x="24209" y="2350"/>
                        <a:pt x="25095" y="133"/>
                      </a:cubicBezTo>
                      <a:cubicBezTo>
                        <a:pt x="24209" y="1197"/>
                        <a:pt x="23056" y="2084"/>
                        <a:pt x="21815" y="2793"/>
                      </a:cubicBezTo>
                      <a:cubicBezTo>
                        <a:pt x="18135" y="4522"/>
                        <a:pt x="14146" y="5320"/>
                        <a:pt x="10333" y="4788"/>
                      </a:cubicBezTo>
                      <a:cubicBezTo>
                        <a:pt x="6609" y="4300"/>
                        <a:pt x="3329" y="2660"/>
                        <a:pt x="1068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00" name="Forme libre : forme 25199">
                  <a:extLst>
                    <a:ext uri="{FF2B5EF4-FFF2-40B4-BE49-F238E27FC236}">
                      <a16:creationId xmlns:a16="http://schemas.microsoft.com/office/drawing/2014/main" id="{D23AC952-87EA-44CE-951A-ECB20F48415B}"/>
                    </a:ext>
                  </a:extLst>
                </p:cNvPr>
                <p:cNvSpPr/>
                <p:nvPr/>
              </p:nvSpPr>
              <p:spPr>
                <a:xfrm>
                  <a:off x="4745458" y="1438856"/>
                  <a:ext cx="26631" cy="27949"/>
                </a:xfrm>
                <a:custGeom>
                  <a:avLst/>
                  <a:gdLst>
                    <a:gd name="connsiteX0" fmla="*/ 23760 w 26631"/>
                    <a:gd name="connsiteY0" fmla="*/ 1457 h 27949"/>
                    <a:gd name="connsiteX1" fmla="*/ 26508 w 26631"/>
                    <a:gd name="connsiteY1" fmla="*/ 9747 h 27949"/>
                    <a:gd name="connsiteX2" fmla="*/ 21056 w 26631"/>
                    <a:gd name="connsiteY2" fmla="*/ 20874 h 27949"/>
                    <a:gd name="connsiteX3" fmla="*/ 15913 w 26631"/>
                    <a:gd name="connsiteY3" fmla="*/ 25262 h 27949"/>
                    <a:gd name="connsiteX4" fmla="*/ 10461 w 26631"/>
                    <a:gd name="connsiteY4" fmla="*/ 27568 h 27949"/>
                    <a:gd name="connsiteX5" fmla="*/ 1905 w 26631"/>
                    <a:gd name="connsiteY5" fmla="*/ 25661 h 27949"/>
                    <a:gd name="connsiteX6" fmla="*/ 309 w 26631"/>
                    <a:gd name="connsiteY6" fmla="*/ 17106 h 27949"/>
                    <a:gd name="connsiteX7" fmla="*/ 2259 w 26631"/>
                    <a:gd name="connsiteY7" fmla="*/ 12096 h 27949"/>
                    <a:gd name="connsiteX8" fmla="*/ 5717 w 26631"/>
                    <a:gd name="connsiteY8" fmla="*/ 7131 h 27949"/>
                    <a:gd name="connsiteX9" fmla="*/ 15160 w 26631"/>
                    <a:gd name="connsiteY9" fmla="*/ 659 h 27949"/>
                    <a:gd name="connsiteX10" fmla="*/ 23760 w 26631"/>
                    <a:gd name="connsiteY10" fmla="*/ 1457 h 27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631" h="27949">
                      <a:moveTo>
                        <a:pt x="23760" y="1457"/>
                      </a:moveTo>
                      <a:cubicBezTo>
                        <a:pt x="26021" y="3186"/>
                        <a:pt x="26996" y="6245"/>
                        <a:pt x="26508" y="9747"/>
                      </a:cubicBezTo>
                      <a:cubicBezTo>
                        <a:pt x="26021" y="13249"/>
                        <a:pt x="24336" y="17327"/>
                        <a:pt x="21056" y="20874"/>
                      </a:cubicBezTo>
                      <a:cubicBezTo>
                        <a:pt x="19460" y="22647"/>
                        <a:pt x="17775" y="24154"/>
                        <a:pt x="15913" y="25262"/>
                      </a:cubicBezTo>
                      <a:cubicBezTo>
                        <a:pt x="14051" y="26371"/>
                        <a:pt x="12190" y="27169"/>
                        <a:pt x="10461" y="27568"/>
                      </a:cubicBezTo>
                      <a:cubicBezTo>
                        <a:pt x="7003" y="28454"/>
                        <a:pt x="3811" y="27789"/>
                        <a:pt x="1905" y="25661"/>
                      </a:cubicBezTo>
                      <a:cubicBezTo>
                        <a:pt x="-1" y="23578"/>
                        <a:pt x="-356" y="20475"/>
                        <a:pt x="309" y="17106"/>
                      </a:cubicBezTo>
                      <a:cubicBezTo>
                        <a:pt x="663" y="15421"/>
                        <a:pt x="1328" y="13737"/>
                        <a:pt x="2259" y="12096"/>
                      </a:cubicBezTo>
                      <a:cubicBezTo>
                        <a:pt x="3190" y="10456"/>
                        <a:pt x="4299" y="8683"/>
                        <a:pt x="5717" y="7131"/>
                      </a:cubicBezTo>
                      <a:cubicBezTo>
                        <a:pt x="8599" y="4028"/>
                        <a:pt x="11879" y="1678"/>
                        <a:pt x="15160" y="659"/>
                      </a:cubicBezTo>
                      <a:cubicBezTo>
                        <a:pt x="18440" y="-361"/>
                        <a:pt x="21543" y="-272"/>
                        <a:pt x="23760" y="145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01" name="Forme libre : forme 25200">
                  <a:extLst>
                    <a:ext uri="{FF2B5EF4-FFF2-40B4-BE49-F238E27FC236}">
                      <a16:creationId xmlns:a16="http://schemas.microsoft.com/office/drawing/2014/main" id="{1A6A598E-3D10-408C-8466-4F4EB20D06D6}"/>
                    </a:ext>
                  </a:extLst>
                </p:cNvPr>
                <p:cNvSpPr/>
                <p:nvPr/>
              </p:nvSpPr>
              <p:spPr>
                <a:xfrm>
                  <a:off x="4727045" y="1451662"/>
                  <a:ext cx="47681" cy="30504"/>
                </a:xfrm>
                <a:custGeom>
                  <a:avLst/>
                  <a:gdLst>
                    <a:gd name="connsiteX0" fmla="*/ 7551 w 47681"/>
                    <a:gd name="connsiteY0" fmla="*/ 21854 h 30504"/>
                    <a:gd name="connsiteX1" fmla="*/ 13979 w 47681"/>
                    <a:gd name="connsiteY1" fmla="*/ 29036 h 30504"/>
                    <a:gd name="connsiteX2" fmla="*/ 24042 w 47681"/>
                    <a:gd name="connsiteY2" fmla="*/ 30100 h 30504"/>
                    <a:gd name="connsiteX3" fmla="*/ 34859 w 47681"/>
                    <a:gd name="connsiteY3" fmla="*/ 25312 h 30504"/>
                    <a:gd name="connsiteX4" fmla="*/ 42351 w 47681"/>
                    <a:gd name="connsiteY4" fmla="*/ 18751 h 30504"/>
                    <a:gd name="connsiteX5" fmla="*/ 47050 w 47681"/>
                    <a:gd name="connsiteY5" fmla="*/ 10594 h 30504"/>
                    <a:gd name="connsiteX6" fmla="*/ 43725 w 47681"/>
                    <a:gd name="connsiteY6" fmla="*/ 176 h 30504"/>
                    <a:gd name="connsiteX7" fmla="*/ 36278 w 47681"/>
                    <a:gd name="connsiteY7" fmla="*/ 1551 h 30504"/>
                    <a:gd name="connsiteX8" fmla="*/ 27411 w 47681"/>
                    <a:gd name="connsiteY8" fmla="*/ 3678 h 30504"/>
                    <a:gd name="connsiteX9" fmla="*/ 18589 w 47681"/>
                    <a:gd name="connsiteY9" fmla="*/ 3811 h 30504"/>
                    <a:gd name="connsiteX10" fmla="*/ 8881 w 47681"/>
                    <a:gd name="connsiteY10" fmla="*/ 2570 h 30504"/>
                    <a:gd name="connsiteX11" fmla="*/ 680 w 47681"/>
                    <a:gd name="connsiteY11" fmla="*/ 5496 h 30504"/>
                    <a:gd name="connsiteX12" fmla="*/ 7551 w 47681"/>
                    <a:gd name="connsiteY12" fmla="*/ 21854 h 3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681" h="30504">
                      <a:moveTo>
                        <a:pt x="7551" y="21854"/>
                      </a:moveTo>
                      <a:cubicBezTo>
                        <a:pt x="9280" y="24558"/>
                        <a:pt x="11053" y="27396"/>
                        <a:pt x="13979" y="29036"/>
                      </a:cubicBezTo>
                      <a:cubicBezTo>
                        <a:pt x="16728" y="30587"/>
                        <a:pt x="20274" y="30853"/>
                        <a:pt x="24042" y="30100"/>
                      </a:cubicBezTo>
                      <a:cubicBezTo>
                        <a:pt x="27633" y="29257"/>
                        <a:pt x="31490" y="27529"/>
                        <a:pt x="34859" y="25312"/>
                      </a:cubicBezTo>
                      <a:cubicBezTo>
                        <a:pt x="37519" y="23450"/>
                        <a:pt x="40134" y="21189"/>
                        <a:pt x="42351" y="18751"/>
                      </a:cubicBezTo>
                      <a:cubicBezTo>
                        <a:pt x="44434" y="16224"/>
                        <a:pt x="46075" y="13476"/>
                        <a:pt x="47050" y="10594"/>
                      </a:cubicBezTo>
                      <a:cubicBezTo>
                        <a:pt x="48513" y="6250"/>
                        <a:pt x="47449" y="1107"/>
                        <a:pt x="43725" y="176"/>
                      </a:cubicBezTo>
                      <a:cubicBezTo>
                        <a:pt x="41376" y="-444"/>
                        <a:pt x="38849" y="708"/>
                        <a:pt x="36278" y="1551"/>
                      </a:cubicBezTo>
                      <a:cubicBezTo>
                        <a:pt x="33307" y="2526"/>
                        <a:pt x="30337" y="3235"/>
                        <a:pt x="27411" y="3678"/>
                      </a:cubicBezTo>
                      <a:cubicBezTo>
                        <a:pt x="24441" y="4033"/>
                        <a:pt x="21427" y="4033"/>
                        <a:pt x="18589" y="3811"/>
                      </a:cubicBezTo>
                      <a:cubicBezTo>
                        <a:pt x="16151" y="3590"/>
                        <a:pt x="12383" y="2836"/>
                        <a:pt x="8881" y="2570"/>
                      </a:cubicBezTo>
                      <a:cubicBezTo>
                        <a:pt x="5334" y="2304"/>
                        <a:pt x="2320" y="2969"/>
                        <a:pt x="680" y="5496"/>
                      </a:cubicBezTo>
                      <a:cubicBezTo>
                        <a:pt x="-2246" y="10239"/>
                        <a:pt x="5069" y="18130"/>
                        <a:pt x="7551" y="2185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02" name="Forme libre : forme 25201">
                  <a:extLst>
                    <a:ext uri="{FF2B5EF4-FFF2-40B4-BE49-F238E27FC236}">
                      <a16:creationId xmlns:a16="http://schemas.microsoft.com/office/drawing/2014/main" id="{28C893CD-7F1F-421C-881F-3987647A24DF}"/>
                    </a:ext>
                  </a:extLst>
                </p:cNvPr>
                <p:cNvSpPr/>
                <p:nvPr/>
              </p:nvSpPr>
              <p:spPr>
                <a:xfrm>
                  <a:off x="4733340" y="1448896"/>
                  <a:ext cx="7994" cy="14104"/>
                </a:xfrm>
                <a:custGeom>
                  <a:avLst/>
                  <a:gdLst>
                    <a:gd name="connsiteX0" fmla="*/ 192 w 7994"/>
                    <a:gd name="connsiteY0" fmla="*/ 11055 h 14104"/>
                    <a:gd name="connsiteX1" fmla="*/ 990 w 7994"/>
                    <a:gd name="connsiteY1" fmla="*/ 13228 h 14104"/>
                    <a:gd name="connsiteX2" fmla="*/ 3118 w 7994"/>
                    <a:gd name="connsiteY2" fmla="*/ 14025 h 14104"/>
                    <a:gd name="connsiteX3" fmla="*/ 4758 w 7994"/>
                    <a:gd name="connsiteY3" fmla="*/ 12474 h 14104"/>
                    <a:gd name="connsiteX4" fmla="*/ 7462 w 7994"/>
                    <a:gd name="connsiteY4" fmla="*/ 7376 h 14104"/>
                    <a:gd name="connsiteX5" fmla="*/ 7994 w 7994"/>
                    <a:gd name="connsiteY5" fmla="*/ 5071 h 14104"/>
                    <a:gd name="connsiteX6" fmla="*/ 2320 w 7994"/>
                    <a:gd name="connsiteY6" fmla="*/ 1302 h 14104"/>
                    <a:gd name="connsiteX7" fmla="*/ 192 w 7994"/>
                    <a:gd name="connsiteY7" fmla="*/ 11055 h 1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994" h="14104">
                      <a:moveTo>
                        <a:pt x="192" y="11055"/>
                      </a:moveTo>
                      <a:cubicBezTo>
                        <a:pt x="325" y="11809"/>
                        <a:pt x="502" y="12607"/>
                        <a:pt x="990" y="13228"/>
                      </a:cubicBezTo>
                      <a:cubicBezTo>
                        <a:pt x="1477" y="13848"/>
                        <a:pt x="2320" y="14291"/>
                        <a:pt x="3118" y="14025"/>
                      </a:cubicBezTo>
                      <a:cubicBezTo>
                        <a:pt x="3827" y="13804"/>
                        <a:pt x="4359" y="13139"/>
                        <a:pt x="4758" y="12474"/>
                      </a:cubicBezTo>
                      <a:cubicBezTo>
                        <a:pt x="5866" y="10834"/>
                        <a:pt x="6753" y="9105"/>
                        <a:pt x="7462" y="7376"/>
                      </a:cubicBezTo>
                      <a:cubicBezTo>
                        <a:pt x="7772" y="6666"/>
                        <a:pt x="7950" y="5869"/>
                        <a:pt x="7994" y="5071"/>
                      </a:cubicBezTo>
                      <a:cubicBezTo>
                        <a:pt x="8038" y="1790"/>
                        <a:pt x="4847" y="-2067"/>
                        <a:pt x="2320" y="1302"/>
                      </a:cubicBezTo>
                      <a:cubicBezTo>
                        <a:pt x="192" y="3696"/>
                        <a:pt x="-340" y="7863"/>
                        <a:pt x="192" y="1105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03" name="Forme libre : forme 25202">
                  <a:extLst>
                    <a:ext uri="{FF2B5EF4-FFF2-40B4-BE49-F238E27FC236}">
                      <a16:creationId xmlns:a16="http://schemas.microsoft.com/office/drawing/2014/main" id="{E0F361BF-0465-493E-A8EE-2A885CA98D1C}"/>
                    </a:ext>
                  </a:extLst>
                </p:cNvPr>
                <p:cNvSpPr/>
                <p:nvPr/>
              </p:nvSpPr>
              <p:spPr>
                <a:xfrm>
                  <a:off x="4777153" y="1432643"/>
                  <a:ext cx="7538" cy="29036"/>
                </a:xfrm>
                <a:custGeom>
                  <a:avLst/>
                  <a:gdLst>
                    <a:gd name="connsiteX0" fmla="*/ 0 w 7538"/>
                    <a:gd name="connsiteY0" fmla="*/ 0 h 29036"/>
                    <a:gd name="connsiteX1" fmla="*/ 5630 w 7538"/>
                    <a:gd name="connsiteY1" fmla="*/ 6738 h 29036"/>
                    <a:gd name="connsiteX2" fmla="*/ 7536 w 7538"/>
                    <a:gd name="connsiteY2" fmla="*/ 15693 h 29036"/>
                    <a:gd name="connsiteX3" fmla="*/ 3901 w 7538"/>
                    <a:gd name="connsiteY3" fmla="*/ 29037 h 29036"/>
                    <a:gd name="connsiteX4" fmla="*/ 4876 w 7538"/>
                    <a:gd name="connsiteY4" fmla="*/ 26244 h 29036"/>
                    <a:gd name="connsiteX5" fmla="*/ 6162 w 7538"/>
                    <a:gd name="connsiteY5" fmla="*/ 19151 h 29036"/>
                    <a:gd name="connsiteX6" fmla="*/ 0 w 7538"/>
                    <a:gd name="connsiteY6" fmla="*/ 0 h 29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38" h="29036">
                      <a:moveTo>
                        <a:pt x="0" y="0"/>
                      </a:moveTo>
                      <a:cubicBezTo>
                        <a:pt x="0" y="0"/>
                        <a:pt x="3325" y="2084"/>
                        <a:pt x="5630" y="6738"/>
                      </a:cubicBezTo>
                      <a:cubicBezTo>
                        <a:pt x="6783" y="9043"/>
                        <a:pt x="7581" y="12014"/>
                        <a:pt x="7536" y="15693"/>
                      </a:cubicBezTo>
                      <a:cubicBezTo>
                        <a:pt x="7536" y="19373"/>
                        <a:pt x="6561" y="23806"/>
                        <a:pt x="3901" y="29037"/>
                      </a:cubicBezTo>
                      <a:cubicBezTo>
                        <a:pt x="3901" y="29037"/>
                        <a:pt x="4344" y="27973"/>
                        <a:pt x="4876" y="26244"/>
                      </a:cubicBezTo>
                      <a:cubicBezTo>
                        <a:pt x="5364" y="24471"/>
                        <a:pt x="6029" y="21988"/>
                        <a:pt x="6162" y="19151"/>
                      </a:cubicBezTo>
                      <a:cubicBezTo>
                        <a:pt x="6472" y="13388"/>
                        <a:pt x="5408" y="625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04" name="Forme libre : forme 25203">
                  <a:extLst>
                    <a:ext uri="{FF2B5EF4-FFF2-40B4-BE49-F238E27FC236}">
                      <a16:creationId xmlns:a16="http://schemas.microsoft.com/office/drawing/2014/main" id="{9939FF4C-1D86-4B5E-A8F0-24D6EA3BDDAF}"/>
                    </a:ext>
                  </a:extLst>
                </p:cNvPr>
                <p:cNvSpPr/>
                <p:nvPr/>
              </p:nvSpPr>
              <p:spPr>
                <a:xfrm>
                  <a:off x="4720312" y="1443859"/>
                  <a:ext cx="6303" cy="27086"/>
                </a:xfrm>
                <a:custGeom>
                  <a:avLst/>
                  <a:gdLst>
                    <a:gd name="connsiteX0" fmla="*/ 6304 w 6303"/>
                    <a:gd name="connsiteY0" fmla="*/ 0 h 27086"/>
                    <a:gd name="connsiteX1" fmla="*/ 4663 w 6303"/>
                    <a:gd name="connsiteY1" fmla="*/ 1951 h 27086"/>
                    <a:gd name="connsiteX2" fmla="*/ 1693 w 6303"/>
                    <a:gd name="connsiteY2" fmla="*/ 7182 h 27086"/>
                    <a:gd name="connsiteX3" fmla="*/ 9 w 6303"/>
                    <a:gd name="connsiteY3" fmla="*/ 15471 h 27086"/>
                    <a:gd name="connsiteX4" fmla="*/ 2358 w 6303"/>
                    <a:gd name="connsiteY4" fmla="*/ 27086 h 27086"/>
                    <a:gd name="connsiteX5" fmla="*/ 1206 w 6303"/>
                    <a:gd name="connsiteY5" fmla="*/ 17555 h 27086"/>
                    <a:gd name="connsiteX6" fmla="*/ 1427 w 6303"/>
                    <a:gd name="connsiteY6" fmla="*/ 13432 h 27086"/>
                    <a:gd name="connsiteX7" fmla="*/ 2137 w 6303"/>
                    <a:gd name="connsiteY7" fmla="*/ 8910 h 27086"/>
                    <a:gd name="connsiteX8" fmla="*/ 3688 w 6303"/>
                    <a:gd name="connsiteY8" fmla="*/ 4522 h 27086"/>
                    <a:gd name="connsiteX9" fmla="*/ 6304 w 6303"/>
                    <a:gd name="connsiteY9" fmla="*/ 0 h 2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03" h="27086">
                      <a:moveTo>
                        <a:pt x="6304" y="0"/>
                      </a:moveTo>
                      <a:cubicBezTo>
                        <a:pt x="6304" y="0"/>
                        <a:pt x="5594" y="665"/>
                        <a:pt x="4663" y="1951"/>
                      </a:cubicBezTo>
                      <a:cubicBezTo>
                        <a:pt x="3777" y="3280"/>
                        <a:pt x="2624" y="4965"/>
                        <a:pt x="1693" y="7182"/>
                      </a:cubicBezTo>
                      <a:cubicBezTo>
                        <a:pt x="762" y="9442"/>
                        <a:pt x="142" y="12324"/>
                        <a:pt x="9" y="15471"/>
                      </a:cubicBezTo>
                      <a:cubicBezTo>
                        <a:pt x="-80" y="18708"/>
                        <a:pt x="496" y="22653"/>
                        <a:pt x="2358" y="27086"/>
                      </a:cubicBezTo>
                      <a:cubicBezTo>
                        <a:pt x="2358" y="27086"/>
                        <a:pt x="1206" y="22875"/>
                        <a:pt x="1206" y="17555"/>
                      </a:cubicBezTo>
                      <a:cubicBezTo>
                        <a:pt x="1206" y="16225"/>
                        <a:pt x="1250" y="14851"/>
                        <a:pt x="1427" y="13432"/>
                      </a:cubicBezTo>
                      <a:cubicBezTo>
                        <a:pt x="1560" y="11925"/>
                        <a:pt x="1782" y="10418"/>
                        <a:pt x="2137" y="8910"/>
                      </a:cubicBezTo>
                      <a:cubicBezTo>
                        <a:pt x="2491" y="7403"/>
                        <a:pt x="3023" y="5940"/>
                        <a:pt x="3688" y="4522"/>
                      </a:cubicBezTo>
                      <a:cubicBezTo>
                        <a:pt x="4309" y="2970"/>
                        <a:pt x="5151" y="1418"/>
                        <a:pt x="63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05" name="Forme libre : forme 25204">
                  <a:extLst>
                    <a:ext uri="{FF2B5EF4-FFF2-40B4-BE49-F238E27FC236}">
                      <a16:creationId xmlns:a16="http://schemas.microsoft.com/office/drawing/2014/main" id="{591FFCC1-FA9A-4308-AB47-CB1223187DAF}"/>
                    </a:ext>
                  </a:extLst>
                </p:cNvPr>
                <p:cNvSpPr/>
                <p:nvPr/>
              </p:nvSpPr>
              <p:spPr>
                <a:xfrm>
                  <a:off x="4749399" y="1442784"/>
                  <a:ext cx="10823" cy="8666"/>
                </a:xfrm>
                <a:custGeom>
                  <a:avLst/>
                  <a:gdLst>
                    <a:gd name="connsiteX0" fmla="*/ 10554 w 10823"/>
                    <a:gd name="connsiteY0" fmla="*/ 1119 h 8666"/>
                    <a:gd name="connsiteX1" fmla="*/ 6963 w 10823"/>
                    <a:gd name="connsiteY1" fmla="*/ 7325 h 8666"/>
                    <a:gd name="connsiteX2" fmla="*/ 225 w 10823"/>
                    <a:gd name="connsiteY2" fmla="*/ 7414 h 8666"/>
                    <a:gd name="connsiteX3" fmla="*/ 3816 w 10823"/>
                    <a:gd name="connsiteY3" fmla="*/ 1429 h 8666"/>
                    <a:gd name="connsiteX4" fmla="*/ 10554 w 10823"/>
                    <a:gd name="connsiteY4" fmla="*/ 1119 h 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3" h="8666">
                      <a:moveTo>
                        <a:pt x="10554" y="1119"/>
                      </a:moveTo>
                      <a:cubicBezTo>
                        <a:pt x="11485" y="2759"/>
                        <a:pt x="9933" y="5641"/>
                        <a:pt x="6963" y="7325"/>
                      </a:cubicBezTo>
                      <a:cubicBezTo>
                        <a:pt x="4037" y="9099"/>
                        <a:pt x="1067" y="9099"/>
                        <a:pt x="225" y="7414"/>
                      </a:cubicBezTo>
                      <a:cubicBezTo>
                        <a:pt x="-617" y="5729"/>
                        <a:pt x="978" y="3070"/>
                        <a:pt x="3816" y="1429"/>
                      </a:cubicBezTo>
                      <a:cubicBezTo>
                        <a:pt x="6697" y="-255"/>
                        <a:pt x="9623" y="-566"/>
                        <a:pt x="10554" y="111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06" name="Forme libre : forme 25205">
                  <a:extLst>
                    <a:ext uri="{FF2B5EF4-FFF2-40B4-BE49-F238E27FC236}">
                      <a16:creationId xmlns:a16="http://schemas.microsoft.com/office/drawing/2014/main" id="{C6582D57-3F5C-4149-BA10-C58097F58428}"/>
                    </a:ext>
                  </a:extLst>
                </p:cNvPr>
                <p:cNvSpPr/>
                <p:nvPr/>
              </p:nvSpPr>
              <p:spPr>
                <a:xfrm>
                  <a:off x="4757818" y="1441691"/>
                  <a:ext cx="3072" cy="3158"/>
                </a:xfrm>
                <a:custGeom>
                  <a:avLst/>
                  <a:gdLst>
                    <a:gd name="connsiteX0" fmla="*/ 2578 w 3072"/>
                    <a:gd name="connsiteY0" fmla="*/ 306 h 3158"/>
                    <a:gd name="connsiteX1" fmla="*/ 2667 w 3072"/>
                    <a:gd name="connsiteY1" fmla="*/ 2523 h 3158"/>
                    <a:gd name="connsiteX2" fmla="*/ 495 w 3072"/>
                    <a:gd name="connsiteY2" fmla="*/ 2833 h 3158"/>
                    <a:gd name="connsiteX3" fmla="*/ 406 w 3072"/>
                    <a:gd name="connsiteY3" fmla="*/ 617 h 3158"/>
                    <a:gd name="connsiteX4" fmla="*/ 2578 w 3072"/>
                    <a:gd name="connsiteY4" fmla="*/ 306 h 3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72" h="3158">
                      <a:moveTo>
                        <a:pt x="2578" y="306"/>
                      </a:moveTo>
                      <a:cubicBezTo>
                        <a:pt x="3199" y="838"/>
                        <a:pt x="3243" y="1813"/>
                        <a:pt x="2667" y="2523"/>
                      </a:cubicBezTo>
                      <a:cubicBezTo>
                        <a:pt x="2090" y="3232"/>
                        <a:pt x="1115" y="3365"/>
                        <a:pt x="495" y="2833"/>
                      </a:cubicBezTo>
                      <a:cubicBezTo>
                        <a:pt x="-126" y="2301"/>
                        <a:pt x="-170" y="1326"/>
                        <a:pt x="406" y="617"/>
                      </a:cubicBezTo>
                      <a:cubicBezTo>
                        <a:pt x="982" y="-93"/>
                        <a:pt x="1913" y="-181"/>
                        <a:pt x="2578" y="3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07" name="Forme libre : forme 25206">
                  <a:extLst>
                    <a:ext uri="{FF2B5EF4-FFF2-40B4-BE49-F238E27FC236}">
                      <a16:creationId xmlns:a16="http://schemas.microsoft.com/office/drawing/2014/main" id="{55DF0589-AB5F-4107-B69A-795FAD374EF1}"/>
                    </a:ext>
                  </a:extLst>
                </p:cNvPr>
                <p:cNvSpPr/>
                <p:nvPr/>
              </p:nvSpPr>
              <p:spPr>
                <a:xfrm>
                  <a:off x="4738087" y="1425484"/>
                  <a:ext cx="34388" cy="15421"/>
                </a:xfrm>
                <a:custGeom>
                  <a:avLst/>
                  <a:gdLst>
                    <a:gd name="connsiteX0" fmla="*/ 20580 w 34388"/>
                    <a:gd name="connsiteY0" fmla="*/ 333 h 15421"/>
                    <a:gd name="connsiteX1" fmla="*/ 32372 w 34388"/>
                    <a:gd name="connsiteY1" fmla="*/ 6140 h 15421"/>
                    <a:gd name="connsiteX2" fmla="*/ 34101 w 34388"/>
                    <a:gd name="connsiteY2" fmla="*/ 10396 h 15421"/>
                    <a:gd name="connsiteX3" fmla="*/ 29890 w 34388"/>
                    <a:gd name="connsiteY3" fmla="*/ 11726 h 15421"/>
                    <a:gd name="connsiteX4" fmla="*/ 16058 w 34388"/>
                    <a:gd name="connsiteY4" fmla="*/ 9997 h 15421"/>
                    <a:gd name="connsiteX5" fmla="*/ 7503 w 34388"/>
                    <a:gd name="connsiteY5" fmla="*/ 14120 h 15421"/>
                    <a:gd name="connsiteX6" fmla="*/ 144 w 34388"/>
                    <a:gd name="connsiteY6" fmla="*/ 13854 h 15421"/>
                    <a:gd name="connsiteX7" fmla="*/ 3557 w 34388"/>
                    <a:gd name="connsiteY7" fmla="*/ 6450 h 15421"/>
                    <a:gd name="connsiteX8" fmla="*/ 10561 w 34388"/>
                    <a:gd name="connsiteY8" fmla="*/ 1219 h 15421"/>
                    <a:gd name="connsiteX9" fmla="*/ 20580 w 34388"/>
                    <a:gd name="connsiteY9" fmla="*/ 333 h 15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388" h="15421">
                      <a:moveTo>
                        <a:pt x="20580" y="333"/>
                      </a:moveTo>
                      <a:cubicBezTo>
                        <a:pt x="24969" y="1175"/>
                        <a:pt x="28870" y="3480"/>
                        <a:pt x="32372" y="6140"/>
                      </a:cubicBezTo>
                      <a:cubicBezTo>
                        <a:pt x="33658" y="7115"/>
                        <a:pt x="34988" y="8756"/>
                        <a:pt x="34101" y="10396"/>
                      </a:cubicBezTo>
                      <a:cubicBezTo>
                        <a:pt x="33303" y="11859"/>
                        <a:pt x="31353" y="11992"/>
                        <a:pt x="29890" y="11726"/>
                      </a:cubicBezTo>
                      <a:cubicBezTo>
                        <a:pt x="25279" y="10972"/>
                        <a:pt x="20758" y="8977"/>
                        <a:pt x="16058" y="9997"/>
                      </a:cubicBezTo>
                      <a:cubicBezTo>
                        <a:pt x="14596" y="10307"/>
                        <a:pt x="11005" y="12790"/>
                        <a:pt x="7503" y="14120"/>
                      </a:cubicBezTo>
                      <a:cubicBezTo>
                        <a:pt x="4000" y="15538"/>
                        <a:pt x="809" y="16247"/>
                        <a:pt x="144" y="13854"/>
                      </a:cubicBezTo>
                      <a:cubicBezTo>
                        <a:pt x="-521" y="11460"/>
                        <a:pt x="1208" y="8756"/>
                        <a:pt x="3557" y="6450"/>
                      </a:cubicBezTo>
                      <a:cubicBezTo>
                        <a:pt x="5862" y="3968"/>
                        <a:pt x="8788" y="1929"/>
                        <a:pt x="10561" y="1219"/>
                      </a:cubicBezTo>
                      <a:cubicBezTo>
                        <a:pt x="13709" y="-66"/>
                        <a:pt x="17300" y="-288"/>
                        <a:pt x="20580" y="33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14" name="Graphique 2">
                <a:extLst>
                  <a:ext uri="{FF2B5EF4-FFF2-40B4-BE49-F238E27FC236}">
                    <a16:creationId xmlns:a16="http://schemas.microsoft.com/office/drawing/2014/main" id="{37999F73-0391-4D31-8E3C-41C7EB2FAEC9}"/>
                  </a:ext>
                </a:extLst>
              </p:cNvPr>
              <p:cNvGrpSpPr/>
              <p:nvPr/>
            </p:nvGrpSpPr>
            <p:grpSpPr>
              <a:xfrm>
                <a:off x="4760022" y="1361951"/>
                <a:ext cx="67357" cy="73401"/>
                <a:chOff x="4760022" y="1361951"/>
                <a:chExt cx="67357" cy="73401"/>
              </a:xfrm>
              <a:solidFill>
                <a:schemeClr val="accent1"/>
              </a:solidFill>
            </p:grpSpPr>
            <p:sp>
              <p:nvSpPr>
                <p:cNvPr id="25184" name="Forme libre : forme 25183">
                  <a:extLst>
                    <a:ext uri="{FF2B5EF4-FFF2-40B4-BE49-F238E27FC236}">
                      <a16:creationId xmlns:a16="http://schemas.microsoft.com/office/drawing/2014/main" id="{DA270D77-AE96-4B3C-90ED-CE2FE9EB5C14}"/>
                    </a:ext>
                  </a:extLst>
                </p:cNvPr>
                <p:cNvSpPr/>
                <p:nvPr/>
              </p:nvSpPr>
              <p:spPr>
                <a:xfrm>
                  <a:off x="4760022" y="1361951"/>
                  <a:ext cx="67357" cy="73401"/>
                </a:xfrm>
                <a:custGeom>
                  <a:avLst/>
                  <a:gdLst>
                    <a:gd name="connsiteX0" fmla="*/ 63368 w 67357"/>
                    <a:gd name="connsiteY0" fmla="*/ 41123 h 73401"/>
                    <a:gd name="connsiteX1" fmla="*/ 49138 w 67357"/>
                    <a:gd name="connsiteY1" fmla="*/ 62624 h 73401"/>
                    <a:gd name="connsiteX2" fmla="*/ 20146 w 67357"/>
                    <a:gd name="connsiteY2" fmla="*/ 70204 h 73401"/>
                    <a:gd name="connsiteX3" fmla="*/ 7955 w 67357"/>
                    <a:gd name="connsiteY3" fmla="*/ 61515 h 73401"/>
                    <a:gd name="connsiteX4" fmla="*/ 3965 w 67357"/>
                    <a:gd name="connsiteY4" fmla="*/ 32523 h 73401"/>
                    <a:gd name="connsiteX5" fmla="*/ 18639 w 67357"/>
                    <a:gd name="connsiteY5" fmla="*/ 10668 h 73401"/>
                    <a:gd name="connsiteX6" fmla="*/ 32780 w 67357"/>
                    <a:gd name="connsiteY6" fmla="*/ 604 h 73401"/>
                    <a:gd name="connsiteX7" fmla="*/ 47897 w 67357"/>
                    <a:gd name="connsiteY7" fmla="*/ 3353 h 73401"/>
                    <a:gd name="connsiteX8" fmla="*/ 59778 w 67357"/>
                    <a:gd name="connsiteY8" fmla="*/ 12263 h 73401"/>
                    <a:gd name="connsiteX9" fmla="*/ 67181 w 67357"/>
                    <a:gd name="connsiteY9" fmla="*/ 25519 h 73401"/>
                    <a:gd name="connsiteX10" fmla="*/ 63368 w 67357"/>
                    <a:gd name="connsiteY10" fmla="*/ 41123 h 73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7357" h="73401">
                      <a:moveTo>
                        <a:pt x="63368" y="41123"/>
                      </a:moveTo>
                      <a:lnTo>
                        <a:pt x="49138" y="62624"/>
                      </a:lnTo>
                      <a:cubicBezTo>
                        <a:pt x="42356" y="72997"/>
                        <a:pt x="28923" y="76632"/>
                        <a:pt x="20146" y="70204"/>
                      </a:cubicBezTo>
                      <a:lnTo>
                        <a:pt x="7955" y="61515"/>
                      </a:lnTo>
                      <a:cubicBezTo>
                        <a:pt x="-778" y="55132"/>
                        <a:pt x="-2640" y="42542"/>
                        <a:pt x="3965" y="32523"/>
                      </a:cubicBezTo>
                      <a:lnTo>
                        <a:pt x="18639" y="10668"/>
                      </a:lnTo>
                      <a:cubicBezTo>
                        <a:pt x="22229" y="5437"/>
                        <a:pt x="27372" y="1934"/>
                        <a:pt x="32780" y="604"/>
                      </a:cubicBezTo>
                      <a:cubicBezTo>
                        <a:pt x="38100" y="-725"/>
                        <a:pt x="43597" y="117"/>
                        <a:pt x="47897" y="3353"/>
                      </a:cubicBezTo>
                      <a:lnTo>
                        <a:pt x="59778" y="12263"/>
                      </a:lnTo>
                      <a:cubicBezTo>
                        <a:pt x="64078" y="15500"/>
                        <a:pt x="66516" y="20332"/>
                        <a:pt x="67181" y="25519"/>
                      </a:cubicBezTo>
                      <a:cubicBezTo>
                        <a:pt x="67846" y="30705"/>
                        <a:pt x="66649" y="36291"/>
                        <a:pt x="63368" y="41123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85" name="Forme libre : forme 25184">
                  <a:extLst>
                    <a:ext uri="{FF2B5EF4-FFF2-40B4-BE49-F238E27FC236}">
                      <a16:creationId xmlns:a16="http://schemas.microsoft.com/office/drawing/2014/main" id="{4BAE82F1-34B6-4331-970A-DCA77A0E4127}"/>
                    </a:ext>
                  </a:extLst>
                </p:cNvPr>
                <p:cNvSpPr/>
                <p:nvPr/>
              </p:nvSpPr>
              <p:spPr>
                <a:xfrm>
                  <a:off x="4774893" y="1373993"/>
                  <a:ext cx="52487" cy="61329"/>
                </a:xfrm>
                <a:custGeom>
                  <a:avLst/>
                  <a:gdLst>
                    <a:gd name="connsiteX0" fmla="*/ 21988 w 52487"/>
                    <a:gd name="connsiteY0" fmla="*/ 36795 h 61329"/>
                    <a:gd name="connsiteX1" fmla="*/ 0 w 52487"/>
                    <a:gd name="connsiteY1" fmla="*/ 54394 h 61329"/>
                    <a:gd name="connsiteX2" fmla="*/ 5275 w 52487"/>
                    <a:gd name="connsiteY2" fmla="*/ 58162 h 61329"/>
                    <a:gd name="connsiteX3" fmla="*/ 34268 w 52487"/>
                    <a:gd name="connsiteY3" fmla="*/ 50582 h 61329"/>
                    <a:gd name="connsiteX4" fmla="*/ 48498 w 52487"/>
                    <a:gd name="connsiteY4" fmla="*/ 29081 h 61329"/>
                    <a:gd name="connsiteX5" fmla="*/ 52310 w 52487"/>
                    <a:gd name="connsiteY5" fmla="*/ 13521 h 61329"/>
                    <a:gd name="connsiteX6" fmla="*/ 44907 w 52487"/>
                    <a:gd name="connsiteY6" fmla="*/ 266 h 61329"/>
                    <a:gd name="connsiteX7" fmla="*/ 44508 w 52487"/>
                    <a:gd name="connsiteY7" fmla="*/ 0 h 61329"/>
                    <a:gd name="connsiteX8" fmla="*/ 21988 w 52487"/>
                    <a:gd name="connsiteY8" fmla="*/ 36795 h 61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487" h="61329">
                      <a:moveTo>
                        <a:pt x="21988" y="36795"/>
                      </a:moveTo>
                      <a:cubicBezTo>
                        <a:pt x="18264" y="46725"/>
                        <a:pt x="9575" y="54128"/>
                        <a:pt x="0" y="54394"/>
                      </a:cubicBezTo>
                      <a:lnTo>
                        <a:pt x="5275" y="58162"/>
                      </a:lnTo>
                      <a:cubicBezTo>
                        <a:pt x="14053" y="64546"/>
                        <a:pt x="27485" y="60911"/>
                        <a:pt x="34268" y="50582"/>
                      </a:cubicBezTo>
                      <a:lnTo>
                        <a:pt x="48498" y="29081"/>
                      </a:lnTo>
                      <a:cubicBezTo>
                        <a:pt x="51779" y="24249"/>
                        <a:pt x="52975" y="18663"/>
                        <a:pt x="52310" y="13521"/>
                      </a:cubicBezTo>
                      <a:cubicBezTo>
                        <a:pt x="51646" y="8334"/>
                        <a:pt x="49163" y="3502"/>
                        <a:pt x="44907" y="266"/>
                      </a:cubicBezTo>
                      <a:lnTo>
                        <a:pt x="44508" y="0"/>
                      </a:lnTo>
                      <a:cubicBezTo>
                        <a:pt x="36662" y="12235"/>
                        <a:pt x="27175" y="22742"/>
                        <a:pt x="21988" y="36795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86" name="Forme libre : forme 25185">
                  <a:extLst>
                    <a:ext uri="{FF2B5EF4-FFF2-40B4-BE49-F238E27FC236}">
                      <a16:creationId xmlns:a16="http://schemas.microsoft.com/office/drawing/2014/main" id="{8E82774A-B79C-47B9-82CA-DDEEF24AB86B}"/>
                    </a:ext>
                  </a:extLst>
                </p:cNvPr>
                <p:cNvSpPr/>
                <p:nvPr/>
              </p:nvSpPr>
              <p:spPr>
                <a:xfrm>
                  <a:off x="4785054" y="1381029"/>
                  <a:ext cx="24616" cy="28992"/>
                </a:xfrm>
                <a:custGeom>
                  <a:avLst/>
                  <a:gdLst>
                    <a:gd name="connsiteX0" fmla="*/ 21314 w 24616"/>
                    <a:gd name="connsiteY0" fmla="*/ 1255 h 28992"/>
                    <a:gd name="connsiteX1" fmla="*/ 20826 w 24616"/>
                    <a:gd name="connsiteY1" fmla="*/ 20184 h 28992"/>
                    <a:gd name="connsiteX2" fmla="*/ 3449 w 24616"/>
                    <a:gd name="connsiteY2" fmla="*/ 27853 h 28992"/>
                    <a:gd name="connsiteX3" fmla="*/ 3803 w 24616"/>
                    <a:gd name="connsiteY3" fmla="*/ 8835 h 28992"/>
                    <a:gd name="connsiteX4" fmla="*/ 21314 w 24616"/>
                    <a:gd name="connsiteY4" fmla="*/ 1255 h 28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16" h="28992">
                      <a:moveTo>
                        <a:pt x="21314" y="1255"/>
                      </a:moveTo>
                      <a:cubicBezTo>
                        <a:pt x="25924" y="4535"/>
                        <a:pt x="25658" y="12869"/>
                        <a:pt x="20826" y="20184"/>
                      </a:cubicBezTo>
                      <a:cubicBezTo>
                        <a:pt x="15950" y="27499"/>
                        <a:pt x="8192" y="30956"/>
                        <a:pt x="3449" y="27853"/>
                      </a:cubicBezTo>
                      <a:cubicBezTo>
                        <a:pt x="-1250" y="24706"/>
                        <a:pt x="-1162" y="16239"/>
                        <a:pt x="3803" y="8835"/>
                      </a:cubicBezTo>
                      <a:cubicBezTo>
                        <a:pt x="8768" y="1343"/>
                        <a:pt x="16748" y="-2026"/>
                        <a:pt x="21314" y="1255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87" name="Forme libre : forme 25186">
                  <a:extLst>
                    <a:ext uri="{FF2B5EF4-FFF2-40B4-BE49-F238E27FC236}">
                      <a16:creationId xmlns:a16="http://schemas.microsoft.com/office/drawing/2014/main" id="{2CDE7F18-0CD4-401B-8537-CC5E0CF79929}"/>
                    </a:ext>
                  </a:extLst>
                </p:cNvPr>
                <p:cNvSpPr/>
                <p:nvPr/>
              </p:nvSpPr>
              <p:spPr>
                <a:xfrm>
                  <a:off x="4785093" y="1394607"/>
                  <a:ext cx="23889" cy="15344"/>
                </a:xfrm>
                <a:custGeom>
                  <a:avLst/>
                  <a:gdLst>
                    <a:gd name="connsiteX0" fmla="*/ 261 w 23889"/>
                    <a:gd name="connsiteY0" fmla="*/ 3635 h 15344"/>
                    <a:gd name="connsiteX1" fmla="*/ 3453 w 23889"/>
                    <a:gd name="connsiteY1" fmla="*/ 14186 h 15344"/>
                    <a:gd name="connsiteX2" fmla="*/ 20831 w 23889"/>
                    <a:gd name="connsiteY2" fmla="*/ 6517 h 15344"/>
                    <a:gd name="connsiteX3" fmla="*/ 23890 w 23889"/>
                    <a:gd name="connsiteY3" fmla="*/ 0 h 15344"/>
                    <a:gd name="connsiteX4" fmla="*/ 21097 w 23889"/>
                    <a:gd name="connsiteY4" fmla="*/ 2881 h 15344"/>
                    <a:gd name="connsiteX5" fmla="*/ 261 w 23889"/>
                    <a:gd name="connsiteY5" fmla="*/ 3635 h 15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889" h="15344">
                      <a:moveTo>
                        <a:pt x="261" y="3635"/>
                      </a:moveTo>
                      <a:cubicBezTo>
                        <a:pt x="-537" y="8201"/>
                        <a:pt x="483" y="12235"/>
                        <a:pt x="3453" y="14186"/>
                      </a:cubicBezTo>
                      <a:cubicBezTo>
                        <a:pt x="8197" y="17333"/>
                        <a:pt x="15955" y="13831"/>
                        <a:pt x="20831" y="6517"/>
                      </a:cubicBezTo>
                      <a:cubicBezTo>
                        <a:pt x="22249" y="4389"/>
                        <a:pt x="23269" y="2172"/>
                        <a:pt x="23890" y="0"/>
                      </a:cubicBezTo>
                      <a:cubicBezTo>
                        <a:pt x="23092" y="1064"/>
                        <a:pt x="22205" y="2039"/>
                        <a:pt x="21097" y="2881"/>
                      </a:cubicBezTo>
                      <a:cubicBezTo>
                        <a:pt x="14580" y="6960"/>
                        <a:pt x="5714" y="7935"/>
                        <a:pt x="261" y="3635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88" name="Forme libre : forme 25187">
                  <a:extLst>
                    <a:ext uri="{FF2B5EF4-FFF2-40B4-BE49-F238E27FC236}">
                      <a16:creationId xmlns:a16="http://schemas.microsoft.com/office/drawing/2014/main" id="{CA5B8A0B-7F1D-4CB6-A6D7-72B99B738A85}"/>
                    </a:ext>
                  </a:extLst>
                </p:cNvPr>
                <p:cNvSpPr/>
                <p:nvPr/>
              </p:nvSpPr>
              <p:spPr>
                <a:xfrm>
                  <a:off x="4787891" y="1380976"/>
                  <a:ext cx="24577" cy="28931"/>
                </a:xfrm>
                <a:custGeom>
                  <a:avLst/>
                  <a:gdLst>
                    <a:gd name="connsiteX0" fmla="*/ 21270 w 24577"/>
                    <a:gd name="connsiteY0" fmla="*/ 1263 h 28931"/>
                    <a:gd name="connsiteX1" fmla="*/ 20826 w 24577"/>
                    <a:gd name="connsiteY1" fmla="*/ 20148 h 28931"/>
                    <a:gd name="connsiteX2" fmla="*/ 3449 w 24577"/>
                    <a:gd name="connsiteY2" fmla="*/ 27773 h 28931"/>
                    <a:gd name="connsiteX3" fmla="*/ 3803 w 24577"/>
                    <a:gd name="connsiteY3" fmla="*/ 8755 h 28931"/>
                    <a:gd name="connsiteX4" fmla="*/ 21270 w 24577"/>
                    <a:gd name="connsiteY4" fmla="*/ 1263 h 28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77" h="28931">
                      <a:moveTo>
                        <a:pt x="21270" y="1263"/>
                      </a:moveTo>
                      <a:cubicBezTo>
                        <a:pt x="25880" y="4588"/>
                        <a:pt x="25614" y="12833"/>
                        <a:pt x="20826" y="20148"/>
                      </a:cubicBezTo>
                      <a:cubicBezTo>
                        <a:pt x="15994" y="27418"/>
                        <a:pt x="8192" y="30920"/>
                        <a:pt x="3449" y="27773"/>
                      </a:cubicBezTo>
                      <a:cubicBezTo>
                        <a:pt x="-1250" y="24625"/>
                        <a:pt x="-1162" y="16114"/>
                        <a:pt x="3803" y="8755"/>
                      </a:cubicBezTo>
                      <a:cubicBezTo>
                        <a:pt x="8724" y="1307"/>
                        <a:pt x="16704" y="-2018"/>
                        <a:pt x="21270" y="126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89" name="Forme libre : forme 25188">
                  <a:extLst>
                    <a:ext uri="{FF2B5EF4-FFF2-40B4-BE49-F238E27FC236}">
                      <a16:creationId xmlns:a16="http://schemas.microsoft.com/office/drawing/2014/main" id="{9C487278-94B2-4A61-AA2A-A6862D67CBD0}"/>
                    </a:ext>
                  </a:extLst>
                </p:cNvPr>
                <p:cNvSpPr/>
                <p:nvPr/>
              </p:nvSpPr>
              <p:spPr>
                <a:xfrm>
                  <a:off x="4770029" y="1393230"/>
                  <a:ext cx="46390" cy="32295"/>
                </a:xfrm>
                <a:custGeom>
                  <a:avLst/>
                  <a:gdLst>
                    <a:gd name="connsiteX0" fmla="*/ 12090 w 46390"/>
                    <a:gd name="connsiteY0" fmla="*/ 27666 h 32295"/>
                    <a:gd name="connsiteX1" fmla="*/ 20601 w 46390"/>
                    <a:gd name="connsiteY1" fmla="*/ 32099 h 32295"/>
                    <a:gd name="connsiteX2" fmla="*/ 38200 w 46390"/>
                    <a:gd name="connsiteY2" fmla="*/ 24208 h 32295"/>
                    <a:gd name="connsiteX3" fmla="*/ 46269 w 46390"/>
                    <a:gd name="connsiteY3" fmla="*/ 9623 h 32295"/>
                    <a:gd name="connsiteX4" fmla="*/ 41614 w 46390"/>
                    <a:gd name="connsiteY4" fmla="*/ 92 h 32295"/>
                    <a:gd name="connsiteX5" fmla="*/ 34521 w 46390"/>
                    <a:gd name="connsiteY5" fmla="*/ 1998 h 32295"/>
                    <a:gd name="connsiteX6" fmla="*/ 17587 w 46390"/>
                    <a:gd name="connsiteY6" fmla="*/ 7096 h 32295"/>
                    <a:gd name="connsiteX7" fmla="*/ 165 w 46390"/>
                    <a:gd name="connsiteY7" fmla="*/ 14588 h 32295"/>
                    <a:gd name="connsiteX8" fmla="*/ 12090 w 46390"/>
                    <a:gd name="connsiteY8" fmla="*/ 27666 h 32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390" h="32295">
                      <a:moveTo>
                        <a:pt x="12090" y="27666"/>
                      </a:moveTo>
                      <a:cubicBezTo>
                        <a:pt x="14705" y="29572"/>
                        <a:pt x="17365" y="31523"/>
                        <a:pt x="20601" y="32099"/>
                      </a:cubicBezTo>
                      <a:cubicBezTo>
                        <a:pt x="26763" y="33252"/>
                        <a:pt x="33368" y="29173"/>
                        <a:pt x="38200" y="24208"/>
                      </a:cubicBezTo>
                      <a:cubicBezTo>
                        <a:pt x="42190" y="20085"/>
                        <a:pt x="45515" y="15032"/>
                        <a:pt x="46269" y="9623"/>
                      </a:cubicBezTo>
                      <a:cubicBezTo>
                        <a:pt x="46845" y="5545"/>
                        <a:pt x="45382" y="801"/>
                        <a:pt x="41614" y="92"/>
                      </a:cubicBezTo>
                      <a:cubicBezTo>
                        <a:pt x="39264" y="-351"/>
                        <a:pt x="36826" y="890"/>
                        <a:pt x="34521" y="1998"/>
                      </a:cubicBezTo>
                      <a:cubicBezTo>
                        <a:pt x="29113" y="4570"/>
                        <a:pt x="23350" y="6299"/>
                        <a:pt x="17587" y="7096"/>
                      </a:cubicBezTo>
                      <a:cubicBezTo>
                        <a:pt x="12666" y="7806"/>
                        <a:pt x="1805" y="7717"/>
                        <a:pt x="165" y="14588"/>
                      </a:cubicBezTo>
                      <a:cubicBezTo>
                        <a:pt x="-1387" y="20662"/>
                        <a:pt x="8454" y="25006"/>
                        <a:pt x="12090" y="2766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90" name="Forme libre : forme 25189">
                  <a:extLst>
                    <a:ext uri="{FF2B5EF4-FFF2-40B4-BE49-F238E27FC236}">
                      <a16:creationId xmlns:a16="http://schemas.microsoft.com/office/drawing/2014/main" id="{4F570C2E-1D76-4D6A-BC13-ED7863A47E3F}"/>
                    </a:ext>
                  </a:extLst>
                </p:cNvPr>
                <p:cNvSpPr/>
                <p:nvPr/>
              </p:nvSpPr>
              <p:spPr>
                <a:xfrm>
                  <a:off x="4775486" y="1395663"/>
                  <a:ext cx="7542" cy="14877"/>
                </a:xfrm>
                <a:custGeom>
                  <a:avLst/>
                  <a:gdLst>
                    <a:gd name="connsiteX0" fmla="*/ 1180 w 7542"/>
                    <a:gd name="connsiteY0" fmla="*/ 12643 h 14877"/>
                    <a:gd name="connsiteX1" fmla="*/ 2554 w 7542"/>
                    <a:gd name="connsiteY1" fmla="*/ 14505 h 14877"/>
                    <a:gd name="connsiteX2" fmla="*/ 4815 w 7542"/>
                    <a:gd name="connsiteY2" fmla="*/ 14549 h 14877"/>
                    <a:gd name="connsiteX3" fmla="*/ 6056 w 7542"/>
                    <a:gd name="connsiteY3" fmla="*/ 12554 h 14877"/>
                    <a:gd name="connsiteX4" fmla="*/ 7431 w 7542"/>
                    <a:gd name="connsiteY4" fmla="*/ 6702 h 14877"/>
                    <a:gd name="connsiteX5" fmla="*/ 7475 w 7542"/>
                    <a:gd name="connsiteY5" fmla="*/ 4264 h 14877"/>
                    <a:gd name="connsiteX6" fmla="*/ 1003 w 7542"/>
                    <a:gd name="connsiteY6" fmla="*/ 2048 h 14877"/>
                    <a:gd name="connsiteX7" fmla="*/ 1180 w 7542"/>
                    <a:gd name="connsiteY7" fmla="*/ 12643 h 14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42" h="14877">
                      <a:moveTo>
                        <a:pt x="1180" y="12643"/>
                      </a:moveTo>
                      <a:cubicBezTo>
                        <a:pt x="1490" y="13352"/>
                        <a:pt x="1934" y="14061"/>
                        <a:pt x="2554" y="14505"/>
                      </a:cubicBezTo>
                      <a:cubicBezTo>
                        <a:pt x="3219" y="14948"/>
                        <a:pt x="4106" y="15037"/>
                        <a:pt x="4815" y="14549"/>
                      </a:cubicBezTo>
                      <a:cubicBezTo>
                        <a:pt x="5436" y="14106"/>
                        <a:pt x="5790" y="13308"/>
                        <a:pt x="6056" y="12554"/>
                      </a:cubicBezTo>
                      <a:cubicBezTo>
                        <a:pt x="6721" y="10648"/>
                        <a:pt x="7165" y="8653"/>
                        <a:pt x="7431" y="6702"/>
                      </a:cubicBezTo>
                      <a:cubicBezTo>
                        <a:pt x="7519" y="5904"/>
                        <a:pt x="7608" y="5062"/>
                        <a:pt x="7475" y="4264"/>
                      </a:cubicBezTo>
                      <a:cubicBezTo>
                        <a:pt x="6899" y="984"/>
                        <a:pt x="3086" y="-2208"/>
                        <a:pt x="1003" y="2048"/>
                      </a:cubicBezTo>
                      <a:cubicBezTo>
                        <a:pt x="-549" y="5284"/>
                        <a:pt x="-150" y="9717"/>
                        <a:pt x="1180" y="1264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91" name="Forme libre : forme 25190">
                  <a:extLst>
                    <a:ext uri="{FF2B5EF4-FFF2-40B4-BE49-F238E27FC236}">
                      <a16:creationId xmlns:a16="http://schemas.microsoft.com/office/drawing/2014/main" id="{261A2B45-8FA1-428A-823D-5643386B5A90}"/>
                    </a:ext>
                  </a:extLst>
                </p:cNvPr>
                <p:cNvSpPr/>
                <p:nvPr/>
              </p:nvSpPr>
              <p:spPr>
                <a:xfrm>
                  <a:off x="4816785" y="1374658"/>
                  <a:ext cx="7973" cy="27396"/>
                </a:xfrm>
                <a:custGeom>
                  <a:avLst/>
                  <a:gdLst>
                    <a:gd name="connsiteX0" fmla="*/ 0 w 7973"/>
                    <a:gd name="connsiteY0" fmla="*/ 0 h 27396"/>
                    <a:gd name="connsiteX1" fmla="*/ 5586 w 7973"/>
                    <a:gd name="connsiteY1" fmla="*/ 6694 h 27396"/>
                    <a:gd name="connsiteX2" fmla="*/ 5940 w 7973"/>
                    <a:gd name="connsiteY2" fmla="*/ 27397 h 27396"/>
                    <a:gd name="connsiteX3" fmla="*/ 6871 w 7973"/>
                    <a:gd name="connsiteY3" fmla="*/ 18309 h 27396"/>
                    <a:gd name="connsiteX4" fmla="*/ 0 w 7973"/>
                    <a:gd name="connsiteY4" fmla="*/ 0 h 27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73" h="27396">
                      <a:moveTo>
                        <a:pt x="0" y="0"/>
                      </a:moveTo>
                      <a:cubicBezTo>
                        <a:pt x="0" y="0"/>
                        <a:pt x="3236" y="2172"/>
                        <a:pt x="5586" y="6694"/>
                      </a:cubicBezTo>
                      <a:cubicBezTo>
                        <a:pt x="7935" y="11216"/>
                        <a:pt x="9354" y="17910"/>
                        <a:pt x="5940" y="27397"/>
                      </a:cubicBezTo>
                      <a:cubicBezTo>
                        <a:pt x="5940" y="27397"/>
                        <a:pt x="7049" y="23628"/>
                        <a:pt x="6871" y="18309"/>
                      </a:cubicBezTo>
                      <a:cubicBezTo>
                        <a:pt x="6694" y="13033"/>
                        <a:pt x="5231" y="625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92" name="Forme libre : forme 25191">
                  <a:extLst>
                    <a:ext uri="{FF2B5EF4-FFF2-40B4-BE49-F238E27FC236}">
                      <a16:creationId xmlns:a16="http://schemas.microsoft.com/office/drawing/2014/main" id="{65125B2E-06A0-4326-91B0-255D411ACD09}"/>
                    </a:ext>
                  </a:extLst>
                </p:cNvPr>
                <p:cNvSpPr/>
                <p:nvPr/>
              </p:nvSpPr>
              <p:spPr>
                <a:xfrm>
                  <a:off x="4762488" y="1394253"/>
                  <a:ext cx="7571" cy="29125"/>
                </a:xfrm>
                <a:custGeom>
                  <a:avLst/>
                  <a:gdLst>
                    <a:gd name="connsiteX0" fmla="*/ 3582 w 7571"/>
                    <a:gd name="connsiteY0" fmla="*/ 0 h 29125"/>
                    <a:gd name="connsiteX1" fmla="*/ 213 w 7571"/>
                    <a:gd name="connsiteY1" fmla="*/ 9886 h 29125"/>
                    <a:gd name="connsiteX2" fmla="*/ 7572 w 7571"/>
                    <a:gd name="connsiteY2" fmla="*/ 29125 h 29125"/>
                    <a:gd name="connsiteX3" fmla="*/ 2873 w 7571"/>
                    <a:gd name="connsiteY3" fmla="*/ 20702 h 29125"/>
                    <a:gd name="connsiteX4" fmla="*/ 3582 w 7571"/>
                    <a:gd name="connsiteY4" fmla="*/ 0 h 29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71" h="29125">
                      <a:moveTo>
                        <a:pt x="3582" y="0"/>
                      </a:moveTo>
                      <a:cubicBezTo>
                        <a:pt x="3582" y="0"/>
                        <a:pt x="967" y="4211"/>
                        <a:pt x="213" y="9886"/>
                      </a:cubicBezTo>
                      <a:cubicBezTo>
                        <a:pt x="-541" y="15560"/>
                        <a:pt x="435" y="22742"/>
                        <a:pt x="7572" y="29125"/>
                      </a:cubicBezTo>
                      <a:cubicBezTo>
                        <a:pt x="7572" y="29125"/>
                        <a:pt x="4735" y="25889"/>
                        <a:pt x="2873" y="20702"/>
                      </a:cubicBezTo>
                      <a:cubicBezTo>
                        <a:pt x="922" y="15427"/>
                        <a:pt x="-142" y="8334"/>
                        <a:pt x="35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93" name="Forme libre : forme 25192">
                  <a:extLst>
                    <a:ext uri="{FF2B5EF4-FFF2-40B4-BE49-F238E27FC236}">
                      <a16:creationId xmlns:a16="http://schemas.microsoft.com/office/drawing/2014/main" id="{117B60A0-FF29-4C42-87C7-CE817A74B584}"/>
                    </a:ext>
                  </a:extLst>
                </p:cNvPr>
                <p:cNvSpPr/>
                <p:nvPr/>
              </p:nvSpPr>
              <p:spPr>
                <a:xfrm>
                  <a:off x="4790301" y="1385519"/>
                  <a:ext cx="10298" cy="9504"/>
                </a:xfrm>
                <a:custGeom>
                  <a:avLst/>
                  <a:gdLst>
                    <a:gd name="connsiteX0" fmla="*/ 9949 w 10298"/>
                    <a:gd name="connsiteY0" fmla="*/ 887 h 9504"/>
                    <a:gd name="connsiteX1" fmla="*/ 7068 w 10298"/>
                    <a:gd name="connsiteY1" fmla="*/ 7492 h 9504"/>
                    <a:gd name="connsiteX2" fmla="*/ 374 w 10298"/>
                    <a:gd name="connsiteY2" fmla="*/ 8645 h 9504"/>
                    <a:gd name="connsiteX3" fmla="*/ 3255 w 10298"/>
                    <a:gd name="connsiteY3" fmla="*/ 1995 h 9504"/>
                    <a:gd name="connsiteX4" fmla="*/ 9949 w 10298"/>
                    <a:gd name="connsiteY4" fmla="*/ 887 h 9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98" h="9504">
                      <a:moveTo>
                        <a:pt x="9949" y="887"/>
                      </a:moveTo>
                      <a:cubicBezTo>
                        <a:pt x="10969" y="2394"/>
                        <a:pt x="9683" y="5364"/>
                        <a:pt x="7068" y="7492"/>
                      </a:cubicBezTo>
                      <a:cubicBezTo>
                        <a:pt x="4452" y="9620"/>
                        <a:pt x="1437" y="10152"/>
                        <a:pt x="374" y="8645"/>
                      </a:cubicBezTo>
                      <a:cubicBezTo>
                        <a:pt x="-690" y="7137"/>
                        <a:pt x="595" y="4123"/>
                        <a:pt x="3255" y="1995"/>
                      </a:cubicBezTo>
                      <a:cubicBezTo>
                        <a:pt x="5871" y="-177"/>
                        <a:pt x="8885" y="-621"/>
                        <a:pt x="9949" y="88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94" name="Forme libre : forme 25193">
                  <a:extLst>
                    <a:ext uri="{FF2B5EF4-FFF2-40B4-BE49-F238E27FC236}">
                      <a16:creationId xmlns:a16="http://schemas.microsoft.com/office/drawing/2014/main" id="{45C4B607-49D0-49B8-AEC7-6ACC1F9A448D}"/>
                    </a:ext>
                  </a:extLst>
                </p:cNvPr>
                <p:cNvSpPr/>
                <p:nvPr/>
              </p:nvSpPr>
              <p:spPr>
                <a:xfrm>
                  <a:off x="4798015" y="1384273"/>
                  <a:ext cx="3094" cy="3221"/>
                </a:xfrm>
                <a:custGeom>
                  <a:avLst/>
                  <a:gdLst>
                    <a:gd name="connsiteX0" fmla="*/ 2500 w 3094"/>
                    <a:gd name="connsiteY0" fmla="*/ 227 h 3221"/>
                    <a:gd name="connsiteX1" fmla="*/ 2766 w 3094"/>
                    <a:gd name="connsiteY1" fmla="*/ 2443 h 3221"/>
                    <a:gd name="connsiteX2" fmla="*/ 594 w 3094"/>
                    <a:gd name="connsiteY2" fmla="*/ 2975 h 3221"/>
                    <a:gd name="connsiteX3" fmla="*/ 328 w 3094"/>
                    <a:gd name="connsiteY3" fmla="*/ 759 h 3221"/>
                    <a:gd name="connsiteX4" fmla="*/ 2500 w 3094"/>
                    <a:gd name="connsiteY4" fmla="*/ 227 h 3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4" h="3221">
                      <a:moveTo>
                        <a:pt x="2500" y="227"/>
                      </a:moveTo>
                      <a:cubicBezTo>
                        <a:pt x="3165" y="670"/>
                        <a:pt x="3298" y="1690"/>
                        <a:pt x="2766" y="2443"/>
                      </a:cubicBezTo>
                      <a:cubicBezTo>
                        <a:pt x="2235" y="3197"/>
                        <a:pt x="1259" y="3463"/>
                        <a:pt x="594" y="2975"/>
                      </a:cubicBezTo>
                      <a:cubicBezTo>
                        <a:pt x="-71" y="2532"/>
                        <a:pt x="-204" y="1557"/>
                        <a:pt x="328" y="759"/>
                      </a:cubicBezTo>
                      <a:cubicBezTo>
                        <a:pt x="860" y="5"/>
                        <a:pt x="1835" y="-216"/>
                        <a:pt x="2500" y="2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95" name="Forme libre : forme 25194">
                  <a:extLst>
                    <a:ext uri="{FF2B5EF4-FFF2-40B4-BE49-F238E27FC236}">
                      <a16:creationId xmlns:a16="http://schemas.microsoft.com/office/drawing/2014/main" id="{E537E84E-1B8A-40B3-8C07-2EE3C537F5CC}"/>
                    </a:ext>
                  </a:extLst>
                </p:cNvPr>
                <p:cNvSpPr/>
                <p:nvPr/>
              </p:nvSpPr>
              <p:spPr>
                <a:xfrm>
                  <a:off x="4777511" y="1367837"/>
                  <a:ext cx="34727" cy="18829"/>
                </a:xfrm>
                <a:custGeom>
                  <a:avLst/>
                  <a:gdLst>
                    <a:gd name="connsiteX0" fmla="*/ 20877 w 34727"/>
                    <a:gd name="connsiteY0" fmla="*/ 171 h 18829"/>
                    <a:gd name="connsiteX1" fmla="*/ 32669 w 34727"/>
                    <a:gd name="connsiteY1" fmla="*/ 5757 h 18829"/>
                    <a:gd name="connsiteX2" fmla="*/ 34486 w 34727"/>
                    <a:gd name="connsiteY2" fmla="*/ 9969 h 18829"/>
                    <a:gd name="connsiteX3" fmla="*/ 30319 w 34727"/>
                    <a:gd name="connsiteY3" fmla="*/ 11387 h 18829"/>
                    <a:gd name="connsiteX4" fmla="*/ 16399 w 34727"/>
                    <a:gd name="connsiteY4" fmla="*/ 10678 h 18829"/>
                    <a:gd name="connsiteX5" fmla="*/ 263 w 34727"/>
                    <a:gd name="connsiteY5" fmla="*/ 17638 h 18829"/>
                    <a:gd name="connsiteX6" fmla="*/ 10548 w 34727"/>
                    <a:gd name="connsiteY6" fmla="*/ 2033 h 18829"/>
                    <a:gd name="connsiteX7" fmla="*/ 20877 w 34727"/>
                    <a:gd name="connsiteY7" fmla="*/ 171 h 18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727" h="18829">
                      <a:moveTo>
                        <a:pt x="20877" y="171"/>
                      </a:moveTo>
                      <a:cubicBezTo>
                        <a:pt x="25310" y="836"/>
                        <a:pt x="29211" y="3097"/>
                        <a:pt x="32669" y="5757"/>
                      </a:cubicBezTo>
                      <a:cubicBezTo>
                        <a:pt x="33954" y="6732"/>
                        <a:pt x="35284" y="8373"/>
                        <a:pt x="34486" y="9969"/>
                      </a:cubicBezTo>
                      <a:cubicBezTo>
                        <a:pt x="33733" y="11432"/>
                        <a:pt x="31827" y="11564"/>
                        <a:pt x="30319" y="11387"/>
                      </a:cubicBezTo>
                      <a:cubicBezTo>
                        <a:pt x="25665" y="10811"/>
                        <a:pt x="21098" y="9038"/>
                        <a:pt x="16399" y="10678"/>
                      </a:cubicBezTo>
                      <a:cubicBezTo>
                        <a:pt x="13429" y="11697"/>
                        <a:pt x="2081" y="22337"/>
                        <a:pt x="263" y="17638"/>
                      </a:cubicBezTo>
                      <a:cubicBezTo>
                        <a:pt x="-1599" y="12894"/>
                        <a:pt x="6913" y="4028"/>
                        <a:pt x="10548" y="2033"/>
                      </a:cubicBezTo>
                      <a:cubicBezTo>
                        <a:pt x="13740" y="216"/>
                        <a:pt x="17552" y="-316"/>
                        <a:pt x="20877" y="17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15" name="Graphique 2">
                <a:extLst>
                  <a:ext uri="{FF2B5EF4-FFF2-40B4-BE49-F238E27FC236}">
                    <a16:creationId xmlns:a16="http://schemas.microsoft.com/office/drawing/2014/main" id="{E475E5A7-4FE8-4182-A82D-74FB441F9F04}"/>
                  </a:ext>
                </a:extLst>
              </p:cNvPr>
              <p:cNvGrpSpPr/>
              <p:nvPr/>
            </p:nvGrpSpPr>
            <p:grpSpPr>
              <a:xfrm>
                <a:off x="4801029" y="1307337"/>
                <a:ext cx="69916" cy="70638"/>
                <a:chOff x="4801029" y="1307337"/>
                <a:chExt cx="69916" cy="70638"/>
              </a:xfrm>
              <a:solidFill>
                <a:schemeClr val="accent1"/>
              </a:solidFill>
            </p:grpSpPr>
            <p:sp>
              <p:nvSpPr>
                <p:cNvPr id="25172" name="Forme libre : forme 25171">
                  <a:extLst>
                    <a:ext uri="{FF2B5EF4-FFF2-40B4-BE49-F238E27FC236}">
                      <a16:creationId xmlns:a16="http://schemas.microsoft.com/office/drawing/2014/main" id="{F5F1555A-1159-486D-8F2B-350095C4E2A3}"/>
                    </a:ext>
                  </a:extLst>
                </p:cNvPr>
                <p:cNvSpPr/>
                <p:nvPr/>
              </p:nvSpPr>
              <p:spPr>
                <a:xfrm>
                  <a:off x="4801029" y="1307337"/>
                  <a:ext cx="69827" cy="70594"/>
                </a:xfrm>
                <a:custGeom>
                  <a:avLst/>
                  <a:gdLst>
                    <a:gd name="connsiteX0" fmla="*/ 62570 w 69827"/>
                    <a:gd name="connsiteY0" fmla="*/ 47594 h 70594"/>
                    <a:gd name="connsiteX1" fmla="*/ 54590 w 69827"/>
                    <a:gd name="connsiteY1" fmla="*/ 54953 h 70594"/>
                    <a:gd name="connsiteX2" fmla="*/ 46877 w 69827"/>
                    <a:gd name="connsiteY2" fmla="*/ 63110 h 70594"/>
                    <a:gd name="connsiteX3" fmla="*/ 40759 w 69827"/>
                    <a:gd name="connsiteY3" fmla="*/ 67942 h 70594"/>
                    <a:gd name="connsiteX4" fmla="*/ 33444 w 69827"/>
                    <a:gd name="connsiteY4" fmla="*/ 70336 h 70594"/>
                    <a:gd name="connsiteX5" fmla="*/ 18727 w 69827"/>
                    <a:gd name="connsiteY5" fmla="*/ 66878 h 70594"/>
                    <a:gd name="connsiteX6" fmla="*/ 6846 w 69827"/>
                    <a:gd name="connsiteY6" fmla="*/ 57967 h 70594"/>
                    <a:gd name="connsiteX7" fmla="*/ 19 w 69827"/>
                    <a:gd name="connsiteY7" fmla="*/ 44180 h 70594"/>
                    <a:gd name="connsiteX8" fmla="*/ 1570 w 69827"/>
                    <a:gd name="connsiteY8" fmla="*/ 35625 h 70594"/>
                    <a:gd name="connsiteX9" fmla="*/ 6624 w 69827"/>
                    <a:gd name="connsiteY9" fmla="*/ 27379 h 70594"/>
                    <a:gd name="connsiteX10" fmla="*/ 16865 w 69827"/>
                    <a:gd name="connsiteY10" fmla="*/ 16651 h 70594"/>
                    <a:gd name="connsiteX11" fmla="*/ 28080 w 69827"/>
                    <a:gd name="connsiteY11" fmla="*/ 6455 h 70594"/>
                    <a:gd name="connsiteX12" fmla="*/ 37035 w 69827"/>
                    <a:gd name="connsiteY12" fmla="*/ 1401 h 70594"/>
                    <a:gd name="connsiteX13" fmla="*/ 46167 w 69827"/>
                    <a:gd name="connsiteY13" fmla="*/ 71 h 70594"/>
                    <a:gd name="connsiteX14" fmla="*/ 59555 w 69827"/>
                    <a:gd name="connsiteY14" fmla="*/ 7785 h 70594"/>
                    <a:gd name="connsiteX15" fmla="*/ 67047 w 69827"/>
                    <a:gd name="connsiteY15" fmla="*/ 20463 h 70594"/>
                    <a:gd name="connsiteX16" fmla="*/ 69441 w 69827"/>
                    <a:gd name="connsiteY16" fmla="*/ 35181 h 70594"/>
                    <a:gd name="connsiteX17" fmla="*/ 67092 w 69827"/>
                    <a:gd name="connsiteY17" fmla="*/ 41964 h 70594"/>
                    <a:gd name="connsiteX18" fmla="*/ 62570 w 69827"/>
                    <a:gd name="connsiteY18" fmla="*/ 47594 h 70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9827" h="70594">
                      <a:moveTo>
                        <a:pt x="62570" y="47594"/>
                      </a:moveTo>
                      <a:cubicBezTo>
                        <a:pt x="59866" y="49988"/>
                        <a:pt x="57117" y="52249"/>
                        <a:pt x="54590" y="54953"/>
                      </a:cubicBezTo>
                      <a:cubicBezTo>
                        <a:pt x="51930" y="57480"/>
                        <a:pt x="49404" y="60273"/>
                        <a:pt x="46877" y="63110"/>
                      </a:cubicBezTo>
                      <a:cubicBezTo>
                        <a:pt x="45059" y="65016"/>
                        <a:pt x="43064" y="66745"/>
                        <a:pt x="40759" y="67942"/>
                      </a:cubicBezTo>
                      <a:cubicBezTo>
                        <a:pt x="38498" y="69139"/>
                        <a:pt x="35971" y="69892"/>
                        <a:pt x="33444" y="70336"/>
                      </a:cubicBezTo>
                      <a:cubicBezTo>
                        <a:pt x="28391" y="71134"/>
                        <a:pt x="23027" y="70114"/>
                        <a:pt x="18727" y="66878"/>
                      </a:cubicBezTo>
                      <a:lnTo>
                        <a:pt x="6846" y="57967"/>
                      </a:lnTo>
                      <a:cubicBezTo>
                        <a:pt x="2546" y="54731"/>
                        <a:pt x="196" y="49766"/>
                        <a:pt x="19" y="44180"/>
                      </a:cubicBezTo>
                      <a:cubicBezTo>
                        <a:pt x="-114" y="41388"/>
                        <a:pt x="462" y="38506"/>
                        <a:pt x="1570" y="35625"/>
                      </a:cubicBezTo>
                      <a:cubicBezTo>
                        <a:pt x="2679" y="32743"/>
                        <a:pt x="4230" y="29906"/>
                        <a:pt x="6624" y="27379"/>
                      </a:cubicBezTo>
                      <a:cubicBezTo>
                        <a:pt x="9905" y="23744"/>
                        <a:pt x="13185" y="20153"/>
                        <a:pt x="16865" y="16651"/>
                      </a:cubicBezTo>
                      <a:cubicBezTo>
                        <a:pt x="20322" y="13104"/>
                        <a:pt x="24224" y="9780"/>
                        <a:pt x="28080" y="6455"/>
                      </a:cubicBezTo>
                      <a:cubicBezTo>
                        <a:pt x="30696" y="4061"/>
                        <a:pt x="33976" y="2509"/>
                        <a:pt x="37035" y="1401"/>
                      </a:cubicBezTo>
                      <a:cubicBezTo>
                        <a:pt x="40094" y="293"/>
                        <a:pt x="43197" y="-195"/>
                        <a:pt x="46167" y="71"/>
                      </a:cubicBezTo>
                      <a:cubicBezTo>
                        <a:pt x="52063" y="470"/>
                        <a:pt x="56851" y="3219"/>
                        <a:pt x="59555" y="7785"/>
                      </a:cubicBezTo>
                      <a:lnTo>
                        <a:pt x="67047" y="20463"/>
                      </a:lnTo>
                      <a:cubicBezTo>
                        <a:pt x="69751" y="25074"/>
                        <a:pt x="70328" y="30438"/>
                        <a:pt x="69441" y="35181"/>
                      </a:cubicBezTo>
                      <a:cubicBezTo>
                        <a:pt x="68954" y="37486"/>
                        <a:pt x="68200" y="39836"/>
                        <a:pt x="67092" y="41964"/>
                      </a:cubicBezTo>
                      <a:cubicBezTo>
                        <a:pt x="66028" y="44225"/>
                        <a:pt x="64432" y="45865"/>
                        <a:pt x="62570" y="4759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73" name="Forme libre : forme 25172">
                  <a:extLst>
                    <a:ext uri="{FF2B5EF4-FFF2-40B4-BE49-F238E27FC236}">
                      <a16:creationId xmlns:a16="http://schemas.microsoft.com/office/drawing/2014/main" id="{C4CEB78C-EEF8-479C-ACA9-D6FCC20DA2D7}"/>
                    </a:ext>
                  </a:extLst>
                </p:cNvPr>
                <p:cNvSpPr/>
                <p:nvPr/>
              </p:nvSpPr>
              <p:spPr>
                <a:xfrm>
                  <a:off x="4814657" y="1327534"/>
                  <a:ext cx="56287" cy="50441"/>
                </a:xfrm>
                <a:custGeom>
                  <a:avLst/>
                  <a:gdLst>
                    <a:gd name="connsiteX0" fmla="*/ 23008 w 56287"/>
                    <a:gd name="connsiteY0" fmla="*/ 27929 h 50441"/>
                    <a:gd name="connsiteX1" fmla="*/ 18619 w 56287"/>
                    <a:gd name="connsiteY1" fmla="*/ 33913 h 50441"/>
                    <a:gd name="connsiteX2" fmla="*/ 13211 w 56287"/>
                    <a:gd name="connsiteY2" fmla="*/ 38657 h 50441"/>
                    <a:gd name="connsiteX3" fmla="*/ 0 w 56287"/>
                    <a:gd name="connsiteY3" fmla="*/ 42868 h 50441"/>
                    <a:gd name="connsiteX4" fmla="*/ 5142 w 56287"/>
                    <a:gd name="connsiteY4" fmla="*/ 46725 h 50441"/>
                    <a:gd name="connsiteX5" fmla="*/ 19860 w 56287"/>
                    <a:gd name="connsiteY5" fmla="*/ 50183 h 50441"/>
                    <a:gd name="connsiteX6" fmla="*/ 27175 w 56287"/>
                    <a:gd name="connsiteY6" fmla="*/ 47789 h 50441"/>
                    <a:gd name="connsiteX7" fmla="*/ 33293 w 56287"/>
                    <a:gd name="connsiteY7" fmla="*/ 42957 h 50441"/>
                    <a:gd name="connsiteX8" fmla="*/ 41006 w 56287"/>
                    <a:gd name="connsiteY8" fmla="*/ 34800 h 50441"/>
                    <a:gd name="connsiteX9" fmla="*/ 48986 w 56287"/>
                    <a:gd name="connsiteY9" fmla="*/ 27441 h 50441"/>
                    <a:gd name="connsiteX10" fmla="*/ 53552 w 56287"/>
                    <a:gd name="connsiteY10" fmla="*/ 21900 h 50441"/>
                    <a:gd name="connsiteX11" fmla="*/ 55901 w 56287"/>
                    <a:gd name="connsiteY11" fmla="*/ 15117 h 50441"/>
                    <a:gd name="connsiteX12" fmla="*/ 53507 w 56287"/>
                    <a:gd name="connsiteY12" fmla="*/ 399 h 50441"/>
                    <a:gd name="connsiteX13" fmla="*/ 53286 w 56287"/>
                    <a:gd name="connsiteY13" fmla="*/ 0 h 50441"/>
                    <a:gd name="connsiteX14" fmla="*/ 44730 w 56287"/>
                    <a:gd name="connsiteY14" fmla="*/ 5985 h 50441"/>
                    <a:gd name="connsiteX15" fmla="*/ 36529 w 56287"/>
                    <a:gd name="connsiteY15" fmla="*/ 12235 h 50441"/>
                    <a:gd name="connsiteX16" fmla="*/ 29125 w 56287"/>
                    <a:gd name="connsiteY16" fmla="*/ 19417 h 50441"/>
                    <a:gd name="connsiteX17" fmla="*/ 23008 w 56287"/>
                    <a:gd name="connsiteY17" fmla="*/ 27929 h 50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6287" h="50441">
                      <a:moveTo>
                        <a:pt x="23008" y="27929"/>
                      </a:moveTo>
                      <a:cubicBezTo>
                        <a:pt x="21766" y="30145"/>
                        <a:pt x="20304" y="32140"/>
                        <a:pt x="18619" y="33913"/>
                      </a:cubicBezTo>
                      <a:cubicBezTo>
                        <a:pt x="17023" y="35775"/>
                        <a:pt x="15205" y="37327"/>
                        <a:pt x="13211" y="38657"/>
                      </a:cubicBezTo>
                      <a:cubicBezTo>
                        <a:pt x="9221" y="41228"/>
                        <a:pt x="4788" y="42912"/>
                        <a:pt x="0" y="42868"/>
                      </a:cubicBezTo>
                      <a:lnTo>
                        <a:pt x="5142" y="46725"/>
                      </a:lnTo>
                      <a:cubicBezTo>
                        <a:pt x="9442" y="49961"/>
                        <a:pt x="14807" y="50981"/>
                        <a:pt x="19860" y="50183"/>
                      </a:cubicBezTo>
                      <a:cubicBezTo>
                        <a:pt x="22387" y="49739"/>
                        <a:pt x="24870" y="49030"/>
                        <a:pt x="27175" y="47789"/>
                      </a:cubicBezTo>
                      <a:cubicBezTo>
                        <a:pt x="29480" y="46592"/>
                        <a:pt x="31475" y="44863"/>
                        <a:pt x="33293" y="42957"/>
                      </a:cubicBezTo>
                      <a:cubicBezTo>
                        <a:pt x="35819" y="40120"/>
                        <a:pt x="38346" y="37282"/>
                        <a:pt x="41006" y="34800"/>
                      </a:cubicBezTo>
                      <a:cubicBezTo>
                        <a:pt x="43577" y="32096"/>
                        <a:pt x="46326" y="29790"/>
                        <a:pt x="48986" y="27441"/>
                      </a:cubicBezTo>
                      <a:cubicBezTo>
                        <a:pt x="50848" y="25668"/>
                        <a:pt x="52443" y="24027"/>
                        <a:pt x="53552" y="21900"/>
                      </a:cubicBezTo>
                      <a:cubicBezTo>
                        <a:pt x="54660" y="19772"/>
                        <a:pt x="55414" y="17422"/>
                        <a:pt x="55901" y="15117"/>
                      </a:cubicBezTo>
                      <a:cubicBezTo>
                        <a:pt x="56788" y="10418"/>
                        <a:pt x="56212" y="5009"/>
                        <a:pt x="53507" y="399"/>
                      </a:cubicBezTo>
                      <a:lnTo>
                        <a:pt x="53286" y="0"/>
                      </a:lnTo>
                      <a:cubicBezTo>
                        <a:pt x="50493" y="2172"/>
                        <a:pt x="47523" y="3901"/>
                        <a:pt x="44730" y="5985"/>
                      </a:cubicBezTo>
                      <a:cubicBezTo>
                        <a:pt x="42026" y="8113"/>
                        <a:pt x="39100" y="9930"/>
                        <a:pt x="36529" y="12235"/>
                      </a:cubicBezTo>
                      <a:cubicBezTo>
                        <a:pt x="34002" y="14541"/>
                        <a:pt x="31298" y="16713"/>
                        <a:pt x="29125" y="19417"/>
                      </a:cubicBezTo>
                      <a:cubicBezTo>
                        <a:pt x="26865" y="22032"/>
                        <a:pt x="24648" y="24692"/>
                        <a:pt x="23008" y="2792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74" name="Forme libre : forme 25173">
                  <a:extLst>
                    <a:ext uri="{FF2B5EF4-FFF2-40B4-BE49-F238E27FC236}">
                      <a16:creationId xmlns:a16="http://schemas.microsoft.com/office/drawing/2014/main" id="{288E238B-330B-4F72-8127-2BD6C592EEF9}"/>
                    </a:ext>
                  </a:extLst>
                </p:cNvPr>
                <p:cNvSpPr/>
                <p:nvPr/>
              </p:nvSpPr>
              <p:spPr>
                <a:xfrm>
                  <a:off x="4827525" y="1327758"/>
                  <a:ext cx="27054" cy="26277"/>
                </a:xfrm>
                <a:custGeom>
                  <a:avLst/>
                  <a:gdLst>
                    <a:gd name="connsiteX0" fmla="*/ 25612 w 27054"/>
                    <a:gd name="connsiteY0" fmla="*/ 2880 h 26277"/>
                    <a:gd name="connsiteX1" fmla="*/ 26410 w 27054"/>
                    <a:gd name="connsiteY1" fmla="*/ 11259 h 26277"/>
                    <a:gd name="connsiteX2" fmla="*/ 20381 w 27054"/>
                    <a:gd name="connsiteY2" fmla="*/ 20435 h 26277"/>
                    <a:gd name="connsiteX3" fmla="*/ 15681 w 27054"/>
                    <a:gd name="connsiteY3" fmla="*/ 23982 h 26277"/>
                    <a:gd name="connsiteX4" fmla="*/ 10716 w 27054"/>
                    <a:gd name="connsiteY4" fmla="*/ 25888 h 26277"/>
                    <a:gd name="connsiteX5" fmla="*/ 2338 w 27054"/>
                    <a:gd name="connsiteY5" fmla="*/ 24425 h 26277"/>
                    <a:gd name="connsiteX6" fmla="*/ 254 w 27054"/>
                    <a:gd name="connsiteY6" fmla="*/ 16046 h 26277"/>
                    <a:gd name="connsiteX7" fmla="*/ 2382 w 27054"/>
                    <a:gd name="connsiteY7" fmla="*/ 10771 h 26277"/>
                    <a:gd name="connsiteX8" fmla="*/ 6461 w 27054"/>
                    <a:gd name="connsiteY8" fmla="*/ 5629 h 26277"/>
                    <a:gd name="connsiteX9" fmla="*/ 17366 w 27054"/>
                    <a:gd name="connsiteY9" fmla="*/ 87 h 26277"/>
                    <a:gd name="connsiteX10" fmla="*/ 25612 w 27054"/>
                    <a:gd name="connsiteY10" fmla="*/ 2880 h 26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054" h="26277">
                      <a:moveTo>
                        <a:pt x="25612" y="2880"/>
                      </a:moveTo>
                      <a:cubicBezTo>
                        <a:pt x="27296" y="5141"/>
                        <a:pt x="27429" y="8200"/>
                        <a:pt x="26410" y="11259"/>
                      </a:cubicBezTo>
                      <a:cubicBezTo>
                        <a:pt x="25434" y="14450"/>
                        <a:pt x="23439" y="17775"/>
                        <a:pt x="20381" y="20435"/>
                      </a:cubicBezTo>
                      <a:cubicBezTo>
                        <a:pt x="18918" y="21898"/>
                        <a:pt x="17322" y="23095"/>
                        <a:pt x="15681" y="23982"/>
                      </a:cubicBezTo>
                      <a:cubicBezTo>
                        <a:pt x="14041" y="24913"/>
                        <a:pt x="12312" y="25445"/>
                        <a:pt x="10716" y="25888"/>
                      </a:cubicBezTo>
                      <a:cubicBezTo>
                        <a:pt x="7525" y="26686"/>
                        <a:pt x="4466" y="26287"/>
                        <a:pt x="2338" y="24425"/>
                      </a:cubicBezTo>
                      <a:cubicBezTo>
                        <a:pt x="210" y="22563"/>
                        <a:pt x="-411" y="19504"/>
                        <a:pt x="254" y="16046"/>
                      </a:cubicBezTo>
                      <a:cubicBezTo>
                        <a:pt x="565" y="14273"/>
                        <a:pt x="1363" y="12544"/>
                        <a:pt x="2382" y="10771"/>
                      </a:cubicBezTo>
                      <a:cubicBezTo>
                        <a:pt x="3446" y="8998"/>
                        <a:pt x="4820" y="7225"/>
                        <a:pt x="6461" y="5629"/>
                      </a:cubicBezTo>
                      <a:cubicBezTo>
                        <a:pt x="9963" y="2525"/>
                        <a:pt x="13908" y="575"/>
                        <a:pt x="17366" y="87"/>
                      </a:cubicBezTo>
                      <a:cubicBezTo>
                        <a:pt x="20957" y="-312"/>
                        <a:pt x="23927" y="664"/>
                        <a:pt x="25612" y="288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75" name="Forme libre : forme 25174">
                  <a:extLst>
                    <a:ext uri="{FF2B5EF4-FFF2-40B4-BE49-F238E27FC236}">
                      <a16:creationId xmlns:a16="http://schemas.microsoft.com/office/drawing/2014/main" id="{C15D08C8-FF70-4357-89FA-3D1A306E9A3C}"/>
                    </a:ext>
                  </a:extLst>
                </p:cNvPr>
                <p:cNvSpPr/>
                <p:nvPr/>
              </p:nvSpPr>
              <p:spPr>
                <a:xfrm>
                  <a:off x="4827546" y="1341188"/>
                  <a:ext cx="24659" cy="12846"/>
                </a:xfrm>
                <a:custGeom>
                  <a:avLst/>
                  <a:gdLst>
                    <a:gd name="connsiteX0" fmla="*/ 1031 w 24659"/>
                    <a:gd name="connsiteY0" fmla="*/ 0 h 12846"/>
                    <a:gd name="connsiteX1" fmla="*/ 56 w 24659"/>
                    <a:gd name="connsiteY1" fmla="*/ 6295 h 12846"/>
                    <a:gd name="connsiteX2" fmla="*/ 2317 w 24659"/>
                    <a:gd name="connsiteY2" fmla="*/ 10994 h 12846"/>
                    <a:gd name="connsiteX3" fmla="*/ 10696 w 24659"/>
                    <a:gd name="connsiteY3" fmla="*/ 12457 h 12846"/>
                    <a:gd name="connsiteX4" fmla="*/ 15661 w 24659"/>
                    <a:gd name="connsiteY4" fmla="*/ 10551 h 12846"/>
                    <a:gd name="connsiteX5" fmla="*/ 20360 w 24659"/>
                    <a:gd name="connsiteY5" fmla="*/ 7004 h 12846"/>
                    <a:gd name="connsiteX6" fmla="*/ 24660 w 24659"/>
                    <a:gd name="connsiteY6" fmla="*/ 1773 h 12846"/>
                    <a:gd name="connsiteX7" fmla="*/ 21379 w 24659"/>
                    <a:gd name="connsiteY7" fmla="*/ 3679 h 12846"/>
                    <a:gd name="connsiteX8" fmla="*/ 10341 w 24659"/>
                    <a:gd name="connsiteY8" fmla="*/ 4566 h 12846"/>
                    <a:gd name="connsiteX9" fmla="*/ 1031 w 24659"/>
                    <a:gd name="connsiteY9" fmla="*/ 0 h 12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659" h="12846">
                      <a:moveTo>
                        <a:pt x="1031" y="0"/>
                      </a:moveTo>
                      <a:cubicBezTo>
                        <a:pt x="100" y="2172"/>
                        <a:pt x="-121" y="4433"/>
                        <a:pt x="56" y="6295"/>
                      </a:cubicBezTo>
                      <a:cubicBezTo>
                        <a:pt x="278" y="8201"/>
                        <a:pt x="1031" y="9841"/>
                        <a:pt x="2317" y="10994"/>
                      </a:cubicBezTo>
                      <a:cubicBezTo>
                        <a:pt x="4401" y="12856"/>
                        <a:pt x="7459" y="13255"/>
                        <a:pt x="10696" y="12457"/>
                      </a:cubicBezTo>
                      <a:cubicBezTo>
                        <a:pt x="12291" y="12014"/>
                        <a:pt x="14020" y="11482"/>
                        <a:pt x="15661" y="10551"/>
                      </a:cubicBezTo>
                      <a:cubicBezTo>
                        <a:pt x="17301" y="9664"/>
                        <a:pt x="18897" y="8467"/>
                        <a:pt x="20360" y="7004"/>
                      </a:cubicBezTo>
                      <a:cubicBezTo>
                        <a:pt x="22133" y="5408"/>
                        <a:pt x="23596" y="3635"/>
                        <a:pt x="24660" y="1773"/>
                      </a:cubicBezTo>
                      <a:cubicBezTo>
                        <a:pt x="23685" y="2571"/>
                        <a:pt x="22621" y="3236"/>
                        <a:pt x="21379" y="3679"/>
                      </a:cubicBezTo>
                      <a:cubicBezTo>
                        <a:pt x="17788" y="4610"/>
                        <a:pt x="14020" y="5142"/>
                        <a:pt x="10341" y="4566"/>
                      </a:cubicBezTo>
                      <a:cubicBezTo>
                        <a:pt x="6661" y="4034"/>
                        <a:pt x="3248" y="2571"/>
                        <a:pt x="1031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76" name="Forme libre : forme 25175">
                  <a:extLst>
                    <a:ext uri="{FF2B5EF4-FFF2-40B4-BE49-F238E27FC236}">
                      <a16:creationId xmlns:a16="http://schemas.microsoft.com/office/drawing/2014/main" id="{B813CC6E-4B91-4D35-B9EF-75D11BD881F6}"/>
                    </a:ext>
                  </a:extLst>
                </p:cNvPr>
                <p:cNvSpPr/>
                <p:nvPr/>
              </p:nvSpPr>
              <p:spPr>
                <a:xfrm>
                  <a:off x="4830280" y="1328527"/>
                  <a:ext cx="26883" cy="25889"/>
                </a:xfrm>
                <a:custGeom>
                  <a:avLst/>
                  <a:gdLst>
                    <a:gd name="connsiteX0" fmla="*/ 25472 w 26883"/>
                    <a:gd name="connsiteY0" fmla="*/ 2953 h 25889"/>
                    <a:gd name="connsiteX1" fmla="*/ 26270 w 26883"/>
                    <a:gd name="connsiteY1" fmla="*/ 11331 h 25889"/>
                    <a:gd name="connsiteX2" fmla="*/ 20241 w 26883"/>
                    <a:gd name="connsiteY2" fmla="*/ 20330 h 25889"/>
                    <a:gd name="connsiteX3" fmla="*/ 15542 w 26883"/>
                    <a:gd name="connsiteY3" fmla="*/ 23744 h 25889"/>
                    <a:gd name="connsiteX4" fmla="*/ 10621 w 26883"/>
                    <a:gd name="connsiteY4" fmla="*/ 25561 h 25889"/>
                    <a:gd name="connsiteX5" fmla="*/ 2332 w 26883"/>
                    <a:gd name="connsiteY5" fmla="*/ 23965 h 25889"/>
                    <a:gd name="connsiteX6" fmla="*/ 248 w 26883"/>
                    <a:gd name="connsiteY6" fmla="*/ 15587 h 25889"/>
                    <a:gd name="connsiteX7" fmla="*/ 2420 w 26883"/>
                    <a:gd name="connsiteY7" fmla="*/ 10400 h 25889"/>
                    <a:gd name="connsiteX8" fmla="*/ 6543 w 26883"/>
                    <a:gd name="connsiteY8" fmla="*/ 5346 h 25889"/>
                    <a:gd name="connsiteX9" fmla="*/ 17404 w 26883"/>
                    <a:gd name="connsiteY9" fmla="*/ 71 h 25889"/>
                    <a:gd name="connsiteX10" fmla="*/ 25472 w 26883"/>
                    <a:gd name="connsiteY10" fmla="*/ 2953 h 25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883" h="25889">
                      <a:moveTo>
                        <a:pt x="25472" y="2953"/>
                      </a:moveTo>
                      <a:cubicBezTo>
                        <a:pt x="27113" y="5213"/>
                        <a:pt x="27246" y="8272"/>
                        <a:pt x="26270" y="11331"/>
                      </a:cubicBezTo>
                      <a:cubicBezTo>
                        <a:pt x="25206" y="14301"/>
                        <a:pt x="23344" y="17759"/>
                        <a:pt x="20241" y="20330"/>
                      </a:cubicBezTo>
                      <a:cubicBezTo>
                        <a:pt x="18690" y="21616"/>
                        <a:pt x="17182" y="22901"/>
                        <a:pt x="15542" y="23744"/>
                      </a:cubicBezTo>
                      <a:cubicBezTo>
                        <a:pt x="13902" y="24630"/>
                        <a:pt x="12262" y="25251"/>
                        <a:pt x="10621" y="25561"/>
                      </a:cubicBezTo>
                      <a:cubicBezTo>
                        <a:pt x="7430" y="26271"/>
                        <a:pt x="4415" y="25872"/>
                        <a:pt x="2332" y="23965"/>
                      </a:cubicBezTo>
                      <a:cubicBezTo>
                        <a:pt x="248" y="22059"/>
                        <a:pt x="-417" y="19000"/>
                        <a:pt x="248" y="15587"/>
                      </a:cubicBezTo>
                      <a:cubicBezTo>
                        <a:pt x="647" y="13902"/>
                        <a:pt x="1356" y="12129"/>
                        <a:pt x="2420" y="10400"/>
                      </a:cubicBezTo>
                      <a:cubicBezTo>
                        <a:pt x="3484" y="8671"/>
                        <a:pt x="4770" y="6854"/>
                        <a:pt x="6543" y="5346"/>
                      </a:cubicBezTo>
                      <a:cubicBezTo>
                        <a:pt x="10089" y="2376"/>
                        <a:pt x="13813" y="293"/>
                        <a:pt x="17404" y="71"/>
                      </a:cubicBezTo>
                      <a:cubicBezTo>
                        <a:pt x="20906" y="-284"/>
                        <a:pt x="23832" y="692"/>
                        <a:pt x="25472" y="295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77" name="Forme libre : forme 25176">
                  <a:extLst>
                    <a:ext uri="{FF2B5EF4-FFF2-40B4-BE49-F238E27FC236}">
                      <a16:creationId xmlns:a16="http://schemas.microsoft.com/office/drawing/2014/main" id="{A7348129-9F78-4293-98FB-B6BDB861E0A7}"/>
                    </a:ext>
                  </a:extLst>
                </p:cNvPr>
                <p:cNvSpPr/>
                <p:nvPr/>
              </p:nvSpPr>
              <p:spPr>
                <a:xfrm>
                  <a:off x="4811263" y="1341790"/>
                  <a:ext cx="46669" cy="27138"/>
                </a:xfrm>
                <a:custGeom>
                  <a:avLst/>
                  <a:gdLst>
                    <a:gd name="connsiteX0" fmla="*/ 10886 w 46669"/>
                    <a:gd name="connsiteY0" fmla="*/ 21519 h 27138"/>
                    <a:gd name="connsiteX1" fmla="*/ 18910 w 46669"/>
                    <a:gd name="connsiteY1" fmla="*/ 26617 h 27138"/>
                    <a:gd name="connsiteX2" fmla="*/ 36332 w 46669"/>
                    <a:gd name="connsiteY2" fmla="*/ 22007 h 27138"/>
                    <a:gd name="connsiteX3" fmla="*/ 42051 w 46669"/>
                    <a:gd name="connsiteY3" fmla="*/ 17042 h 27138"/>
                    <a:gd name="connsiteX4" fmla="*/ 45952 w 46669"/>
                    <a:gd name="connsiteY4" fmla="*/ 10747 h 27138"/>
                    <a:gd name="connsiteX5" fmla="*/ 43691 w 46669"/>
                    <a:gd name="connsiteY5" fmla="*/ 639 h 27138"/>
                    <a:gd name="connsiteX6" fmla="*/ 36643 w 46669"/>
                    <a:gd name="connsiteY6" fmla="*/ 506 h 27138"/>
                    <a:gd name="connsiteX7" fmla="*/ 19087 w 46669"/>
                    <a:gd name="connsiteY7" fmla="*/ 1792 h 27138"/>
                    <a:gd name="connsiteX8" fmla="*/ 8936 w 46669"/>
                    <a:gd name="connsiteY8" fmla="*/ 1836 h 27138"/>
                    <a:gd name="connsiteX9" fmla="*/ 380 w 46669"/>
                    <a:gd name="connsiteY9" fmla="*/ 7378 h 27138"/>
                    <a:gd name="connsiteX10" fmla="*/ 10886 w 46669"/>
                    <a:gd name="connsiteY10" fmla="*/ 21519 h 27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669" h="27138">
                      <a:moveTo>
                        <a:pt x="10886" y="21519"/>
                      </a:moveTo>
                      <a:cubicBezTo>
                        <a:pt x="13280" y="23603"/>
                        <a:pt x="15807" y="25731"/>
                        <a:pt x="18910" y="26617"/>
                      </a:cubicBezTo>
                      <a:cubicBezTo>
                        <a:pt x="24806" y="28346"/>
                        <a:pt x="31323" y="25509"/>
                        <a:pt x="36332" y="22007"/>
                      </a:cubicBezTo>
                      <a:cubicBezTo>
                        <a:pt x="38371" y="20411"/>
                        <a:pt x="40411" y="18948"/>
                        <a:pt x="42051" y="17042"/>
                      </a:cubicBezTo>
                      <a:cubicBezTo>
                        <a:pt x="43691" y="15091"/>
                        <a:pt x="45065" y="13052"/>
                        <a:pt x="45952" y="10747"/>
                      </a:cubicBezTo>
                      <a:cubicBezTo>
                        <a:pt x="47238" y="7289"/>
                        <a:pt x="46972" y="2368"/>
                        <a:pt x="43691" y="639"/>
                      </a:cubicBezTo>
                      <a:cubicBezTo>
                        <a:pt x="41652" y="-425"/>
                        <a:pt x="39081" y="63"/>
                        <a:pt x="36643" y="506"/>
                      </a:cubicBezTo>
                      <a:cubicBezTo>
                        <a:pt x="30791" y="1349"/>
                        <a:pt x="25072" y="2102"/>
                        <a:pt x="19087" y="1792"/>
                      </a:cubicBezTo>
                      <a:cubicBezTo>
                        <a:pt x="16561" y="1703"/>
                        <a:pt x="12704" y="1304"/>
                        <a:pt x="8936" y="1836"/>
                      </a:cubicBezTo>
                      <a:cubicBezTo>
                        <a:pt x="5168" y="2324"/>
                        <a:pt x="1665" y="3831"/>
                        <a:pt x="380" y="7378"/>
                      </a:cubicBezTo>
                      <a:cubicBezTo>
                        <a:pt x="-2014" y="13717"/>
                        <a:pt x="7561" y="18638"/>
                        <a:pt x="10886" y="2151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78" name="Forme libre : forme 25177">
                  <a:extLst>
                    <a:ext uri="{FF2B5EF4-FFF2-40B4-BE49-F238E27FC236}">
                      <a16:creationId xmlns:a16="http://schemas.microsoft.com/office/drawing/2014/main" id="{58E62EE6-30D3-4443-B38D-1228CF18A480}"/>
                    </a:ext>
                  </a:extLst>
                </p:cNvPr>
                <p:cNvSpPr/>
                <p:nvPr/>
              </p:nvSpPr>
              <p:spPr>
                <a:xfrm>
                  <a:off x="4817617" y="1337631"/>
                  <a:ext cx="8256" cy="15170"/>
                </a:xfrm>
                <a:custGeom>
                  <a:avLst/>
                  <a:gdLst>
                    <a:gd name="connsiteX0" fmla="*/ 498 w 8256"/>
                    <a:gd name="connsiteY0" fmla="*/ 12646 h 15170"/>
                    <a:gd name="connsiteX1" fmla="*/ 1651 w 8256"/>
                    <a:gd name="connsiteY1" fmla="*/ 14685 h 15170"/>
                    <a:gd name="connsiteX2" fmla="*/ 3911 w 8256"/>
                    <a:gd name="connsiteY2" fmla="*/ 14951 h 15170"/>
                    <a:gd name="connsiteX3" fmla="*/ 5419 w 8256"/>
                    <a:gd name="connsiteY3" fmla="*/ 13089 h 15170"/>
                    <a:gd name="connsiteX4" fmla="*/ 7768 w 8256"/>
                    <a:gd name="connsiteY4" fmla="*/ 7370 h 15170"/>
                    <a:gd name="connsiteX5" fmla="*/ 8256 w 8256"/>
                    <a:gd name="connsiteY5" fmla="*/ 4932 h 15170"/>
                    <a:gd name="connsiteX6" fmla="*/ 2227 w 8256"/>
                    <a:gd name="connsiteY6" fmla="*/ 1785 h 15170"/>
                    <a:gd name="connsiteX7" fmla="*/ 498 w 8256"/>
                    <a:gd name="connsiteY7" fmla="*/ 12646 h 1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256" h="15170">
                      <a:moveTo>
                        <a:pt x="498" y="12646"/>
                      </a:moveTo>
                      <a:cubicBezTo>
                        <a:pt x="720" y="13399"/>
                        <a:pt x="1074" y="14153"/>
                        <a:pt x="1651" y="14685"/>
                      </a:cubicBezTo>
                      <a:cubicBezTo>
                        <a:pt x="2227" y="15173"/>
                        <a:pt x="3158" y="15350"/>
                        <a:pt x="3911" y="14951"/>
                      </a:cubicBezTo>
                      <a:cubicBezTo>
                        <a:pt x="4576" y="14552"/>
                        <a:pt x="5020" y="13798"/>
                        <a:pt x="5419" y="13089"/>
                      </a:cubicBezTo>
                      <a:cubicBezTo>
                        <a:pt x="6394" y="11271"/>
                        <a:pt x="7192" y="9365"/>
                        <a:pt x="7768" y="7370"/>
                      </a:cubicBezTo>
                      <a:cubicBezTo>
                        <a:pt x="8034" y="6572"/>
                        <a:pt x="8256" y="5730"/>
                        <a:pt x="8256" y="4932"/>
                      </a:cubicBezTo>
                      <a:cubicBezTo>
                        <a:pt x="8300" y="1519"/>
                        <a:pt x="5197" y="-2338"/>
                        <a:pt x="2227" y="1785"/>
                      </a:cubicBezTo>
                      <a:cubicBezTo>
                        <a:pt x="10" y="4976"/>
                        <a:pt x="-522" y="9498"/>
                        <a:pt x="498" y="1264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79" name="Forme libre : forme 25178">
                  <a:extLst>
                    <a:ext uri="{FF2B5EF4-FFF2-40B4-BE49-F238E27FC236}">
                      <a16:creationId xmlns:a16="http://schemas.microsoft.com/office/drawing/2014/main" id="{37A20D86-BBA9-409F-BEA3-BB4E3A2817EC}"/>
                    </a:ext>
                  </a:extLst>
                </p:cNvPr>
                <p:cNvSpPr/>
                <p:nvPr/>
              </p:nvSpPr>
              <p:spPr>
                <a:xfrm>
                  <a:off x="4863200" y="1327136"/>
                  <a:ext cx="5081" cy="26687"/>
                </a:xfrm>
                <a:custGeom>
                  <a:avLst/>
                  <a:gdLst>
                    <a:gd name="connsiteX0" fmla="*/ 2084 w 5081"/>
                    <a:gd name="connsiteY0" fmla="*/ 0 h 26687"/>
                    <a:gd name="connsiteX1" fmla="*/ 4876 w 5081"/>
                    <a:gd name="connsiteY1" fmla="*/ 8113 h 26687"/>
                    <a:gd name="connsiteX2" fmla="*/ 4477 w 5081"/>
                    <a:gd name="connsiteY2" fmla="*/ 16491 h 26687"/>
                    <a:gd name="connsiteX3" fmla="*/ 0 w 5081"/>
                    <a:gd name="connsiteY3" fmla="*/ 26687 h 26687"/>
                    <a:gd name="connsiteX4" fmla="*/ 975 w 5081"/>
                    <a:gd name="connsiteY4" fmla="*/ 24559 h 26687"/>
                    <a:gd name="connsiteX5" fmla="*/ 2793 w 5081"/>
                    <a:gd name="connsiteY5" fmla="*/ 18974 h 26687"/>
                    <a:gd name="connsiteX6" fmla="*/ 3768 w 5081"/>
                    <a:gd name="connsiteY6" fmla="*/ 10551 h 26687"/>
                    <a:gd name="connsiteX7" fmla="*/ 2084 w 5081"/>
                    <a:gd name="connsiteY7" fmla="*/ 0 h 26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81" h="26687">
                      <a:moveTo>
                        <a:pt x="2084" y="0"/>
                      </a:moveTo>
                      <a:cubicBezTo>
                        <a:pt x="2084" y="0"/>
                        <a:pt x="4211" y="3236"/>
                        <a:pt x="4876" y="8113"/>
                      </a:cubicBezTo>
                      <a:cubicBezTo>
                        <a:pt x="5231" y="10595"/>
                        <a:pt x="5142" y="13388"/>
                        <a:pt x="4477" y="16491"/>
                      </a:cubicBezTo>
                      <a:cubicBezTo>
                        <a:pt x="3857" y="19772"/>
                        <a:pt x="2438" y="23008"/>
                        <a:pt x="0" y="26687"/>
                      </a:cubicBezTo>
                      <a:cubicBezTo>
                        <a:pt x="0" y="26687"/>
                        <a:pt x="399" y="25889"/>
                        <a:pt x="975" y="24559"/>
                      </a:cubicBezTo>
                      <a:cubicBezTo>
                        <a:pt x="1552" y="23274"/>
                        <a:pt x="2261" y="21368"/>
                        <a:pt x="2793" y="18974"/>
                      </a:cubicBezTo>
                      <a:cubicBezTo>
                        <a:pt x="3325" y="16580"/>
                        <a:pt x="3724" y="13654"/>
                        <a:pt x="3768" y="10551"/>
                      </a:cubicBezTo>
                      <a:cubicBezTo>
                        <a:pt x="3812" y="7403"/>
                        <a:pt x="3369" y="3857"/>
                        <a:pt x="20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80" name="Forme libre : forme 25179">
                  <a:extLst>
                    <a:ext uri="{FF2B5EF4-FFF2-40B4-BE49-F238E27FC236}">
                      <a16:creationId xmlns:a16="http://schemas.microsoft.com/office/drawing/2014/main" id="{E59F3A46-12E1-4348-9109-D40383723509}"/>
                    </a:ext>
                  </a:extLst>
                </p:cNvPr>
                <p:cNvSpPr/>
                <p:nvPr/>
              </p:nvSpPr>
              <p:spPr>
                <a:xfrm>
                  <a:off x="4803636" y="1334672"/>
                  <a:ext cx="6411" cy="30632"/>
                </a:xfrm>
                <a:custGeom>
                  <a:avLst/>
                  <a:gdLst>
                    <a:gd name="connsiteX0" fmla="*/ 6278 w 6411"/>
                    <a:gd name="connsiteY0" fmla="*/ 0 h 30632"/>
                    <a:gd name="connsiteX1" fmla="*/ 4195 w 6411"/>
                    <a:gd name="connsiteY1" fmla="*/ 2881 h 30632"/>
                    <a:gd name="connsiteX2" fmla="*/ 914 w 6411"/>
                    <a:gd name="connsiteY2" fmla="*/ 10329 h 30632"/>
                    <a:gd name="connsiteX3" fmla="*/ 6411 w 6411"/>
                    <a:gd name="connsiteY3" fmla="*/ 30633 h 30632"/>
                    <a:gd name="connsiteX4" fmla="*/ 2244 w 6411"/>
                    <a:gd name="connsiteY4" fmla="*/ 21855 h 30632"/>
                    <a:gd name="connsiteX5" fmla="*/ 1624 w 6411"/>
                    <a:gd name="connsiteY5" fmla="*/ 12102 h 30632"/>
                    <a:gd name="connsiteX6" fmla="*/ 6278 w 6411"/>
                    <a:gd name="connsiteY6" fmla="*/ 0 h 30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411" h="30632">
                      <a:moveTo>
                        <a:pt x="6278" y="0"/>
                      </a:moveTo>
                      <a:cubicBezTo>
                        <a:pt x="6278" y="0"/>
                        <a:pt x="5348" y="1064"/>
                        <a:pt x="4195" y="2881"/>
                      </a:cubicBezTo>
                      <a:cubicBezTo>
                        <a:pt x="2998" y="4699"/>
                        <a:pt x="1801" y="7315"/>
                        <a:pt x="914" y="10329"/>
                      </a:cubicBezTo>
                      <a:cubicBezTo>
                        <a:pt x="-903" y="16358"/>
                        <a:pt x="-460" y="24027"/>
                        <a:pt x="6411" y="30633"/>
                      </a:cubicBezTo>
                      <a:cubicBezTo>
                        <a:pt x="6411" y="30633"/>
                        <a:pt x="3707" y="27352"/>
                        <a:pt x="2244" y="21855"/>
                      </a:cubicBezTo>
                      <a:cubicBezTo>
                        <a:pt x="1491" y="19107"/>
                        <a:pt x="1092" y="15826"/>
                        <a:pt x="1624" y="12102"/>
                      </a:cubicBezTo>
                      <a:cubicBezTo>
                        <a:pt x="2067" y="8378"/>
                        <a:pt x="3308" y="4256"/>
                        <a:pt x="627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81" name="Forme libre : forme 25180">
                  <a:extLst>
                    <a:ext uri="{FF2B5EF4-FFF2-40B4-BE49-F238E27FC236}">
                      <a16:creationId xmlns:a16="http://schemas.microsoft.com/office/drawing/2014/main" id="{811F5AC1-35B2-48C2-BFFF-719AB6FAC45D}"/>
                    </a:ext>
                  </a:extLst>
                </p:cNvPr>
                <p:cNvSpPr/>
                <p:nvPr/>
              </p:nvSpPr>
              <p:spPr>
                <a:xfrm>
                  <a:off x="4834550" y="1331258"/>
                  <a:ext cx="11548" cy="8193"/>
                </a:xfrm>
                <a:custGeom>
                  <a:avLst/>
                  <a:gdLst>
                    <a:gd name="connsiteX0" fmla="*/ 11450 w 11548"/>
                    <a:gd name="connsiteY0" fmla="*/ 1508 h 8193"/>
                    <a:gd name="connsiteX1" fmla="*/ 6928 w 11548"/>
                    <a:gd name="connsiteY1" fmla="*/ 7182 h 8193"/>
                    <a:gd name="connsiteX2" fmla="*/ 145 w 11548"/>
                    <a:gd name="connsiteY2" fmla="*/ 6872 h 8193"/>
                    <a:gd name="connsiteX3" fmla="*/ 4667 w 11548"/>
                    <a:gd name="connsiteY3" fmla="*/ 932 h 8193"/>
                    <a:gd name="connsiteX4" fmla="*/ 11450 w 11548"/>
                    <a:gd name="connsiteY4" fmla="*/ 1508 h 8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48" h="8193">
                      <a:moveTo>
                        <a:pt x="11450" y="1508"/>
                      </a:moveTo>
                      <a:cubicBezTo>
                        <a:pt x="12026" y="3281"/>
                        <a:pt x="10031" y="5764"/>
                        <a:pt x="6928" y="7182"/>
                      </a:cubicBezTo>
                      <a:cubicBezTo>
                        <a:pt x="3825" y="8557"/>
                        <a:pt x="899" y="8601"/>
                        <a:pt x="145" y="6872"/>
                      </a:cubicBezTo>
                      <a:cubicBezTo>
                        <a:pt x="-564" y="5143"/>
                        <a:pt x="1386" y="2395"/>
                        <a:pt x="4667" y="932"/>
                      </a:cubicBezTo>
                      <a:cubicBezTo>
                        <a:pt x="7903" y="-531"/>
                        <a:pt x="10918" y="-221"/>
                        <a:pt x="11450" y="150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82" name="Forme libre : forme 25181">
                  <a:extLst>
                    <a:ext uri="{FF2B5EF4-FFF2-40B4-BE49-F238E27FC236}">
                      <a16:creationId xmlns:a16="http://schemas.microsoft.com/office/drawing/2014/main" id="{BE444CD8-61F5-4F41-93EE-78345DFE988D}"/>
                    </a:ext>
                  </a:extLst>
                </p:cNvPr>
                <p:cNvSpPr/>
                <p:nvPr/>
              </p:nvSpPr>
              <p:spPr>
                <a:xfrm>
                  <a:off x="4843917" y="1330494"/>
                  <a:ext cx="3170" cy="3164"/>
                </a:xfrm>
                <a:custGeom>
                  <a:avLst/>
                  <a:gdLst>
                    <a:gd name="connsiteX0" fmla="*/ 2881 w 3170"/>
                    <a:gd name="connsiteY0" fmla="*/ 499 h 3164"/>
                    <a:gd name="connsiteX1" fmla="*/ 2526 w 3170"/>
                    <a:gd name="connsiteY1" fmla="*/ 2715 h 3164"/>
                    <a:gd name="connsiteX2" fmla="*/ 309 w 3170"/>
                    <a:gd name="connsiteY2" fmla="*/ 2715 h 3164"/>
                    <a:gd name="connsiteX3" fmla="*/ 664 w 3170"/>
                    <a:gd name="connsiteY3" fmla="*/ 499 h 3164"/>
                    <a:gd name="connsiteX4" fmla="*/ 2881 w 3170"/>
                    <a:gd name="connsiteY4" fmla="*/ 499 h 3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0" h="3164">
                      <a:moveTo>
                        <a:pt x="2881" y="499"/>
                      </a:moveTo>
                      <a:cubicBezTo>
                        <a:pt x="3368" y="1119"/>
                        <a:pt x="3235" y="2095"/>
                        <a:pt x="2526" y="2715"/>
                      </a:cubicBezTo>
                      <a:cubicBezTo>
                        <a:pt x="1817" y="3336"/>
                        <a:pt x="841" y="3292"/>
                        <a:pt x="309" y="2715"/>
                      </a:cubicBezTo>
                      <a:cubicBezTo>
                        <a:pt x="-223" y="2139"/>
                        <a:pt x="-45" y="1119"/>
                        <a:pt x="664" y="499"/>
                      </a:cubicBezTo>
                      <a:cubicBezTo>
                        <a:pt x="1373" y="-166"/>
                        <a:pt x="2349" y="-166"/>
                        <a:pt x="2881" y="4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83" name="Forme libre : forme 25182">
                  <a:extLst>
                    <a:ext uri="{FF2B5EF4-FFF2-40B4-BE49-F238E27FC236}">
                      <a16:creationId xmlns:a16="http://schemas.microsoft.com/office/drawing/2014/main" id="{40B9C9AE-9F6F-4813-8905-EC8C0B17C6D0}"/>
                    </a:ext>
                  </a:extLst>
                </p:cNvPr>
                <p:cNvSpPr/>
                <p:nvPr/>
              </p:nvSpPr>
              <p:spPr>
                <a:xfrm>
                  <a:off x="4824025" y="1312868"/>
                  <a:ext cx="36516" cy="15981"/>
                </a:xfrm>
                <a:custGeom>
                  <a:avLst/>
                  <a:gdLst>
                    <a:gd name="connsiteX0" fmla="*/ 26452 w 36516"/>
                    <a:gd name="connsiteY0" fmla="*/ 1633 h 15981"/>
                    <a:gd name="connsiteX1" fmla="*/ 35584 w 36516"/>
                    <a:gd name="connsiteY1" fmla="*/ 10898 h 15981"/>
                    <a:gd name="connsiteX2" fmla="*/ 35761 w 36516"/>
                    <a:gd name="connsiteY2" fmla="*/ 15375 h 15981"/>
                    <a:gd name="connsiteX3" fmla="*/ 31417 w 36516"/>
                    <a:gd name="connsiteY3" fmla="*/ 15331 h 15981"/>
                    <a:gd name="connsiteX4" fmla="*/ 18250 w 36516"/>
                    <a:gd name="connsiteY4" fmla="*/ 10543 h 15981"/>
                    <a:gd name="connsiteX5" fmla="*/ 8099 w 36516"/>
                    <a:gd name="connsiteY5" fmla="*/ 14134 h 15981"/>
                    <a:gd name="connsiteX6" fmla="*/ 30 w 36516"/>
                    <a:gd name="connsiteY6" fmla="*/ 14045 h 15981"/>
                    <a:gd name="connsiteX7" fmla="*/ 5926 w 36516"/>
                    <a:gd name="connsiteY7" fmla="*/ 5578 h 15981"/>
                    <a:gd name="connsiteX8" fmla="*/ 15591 w 36516"/>
                    <a:gd name="connsiteY8" fmla="*/ 480 h 15981"/>
                    <a:gd name="connsiteX9" fmla="*/ 26452 w 36516"/>
                    <a:gd name="connsiteY9" fmla="*/ 1633 h 15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516" h="15981">
                      <a:moveTo>
                        <a:pt x="26452" y="1633"/>
                      </a:moveTo>
                      <a:cubicBezTo>
                        <a:pt x="30530" y="3716"/>
                        <a:pt x="33323" y="7218"/>
                        <a:pt x="35584" y="10898"/>
                      </a:cubicBezTo>
                      <a:cubicBezTo>
                        <a:pt x="36426" y="12272"/>
                        <a:pt x="37091" y="14223"/>
                        <a:pt x="35761" y="15375"/>
                      </a:cubicBezTo>
                      <a:cubicBezTo>
                        <a:pt x="34520" y="16395"/>
                        <a:pt x="32747" y="15952"/>
                        <a:pt x="31417" y="15331"/>
                      </a:cubicBezTo>
                      <a:cubicBezTo>
                        <a:pt x="27294" y="13336"/>
                        <a:pt x="23481" y="10233"/>
                        <a:pt x="18250" y="10543"/>
                      </a:cubicBezTo>
                      <a:cubicBezTo>
                        <a:pt x="16566" y="10588"/>
                        <a:pt x="12266" y="12715"/>
                        <a:pt x="8099" y="14134"/>
                      </a:cubicBezTo>
                      <a:cubicBezTo>
                        <a:pt x="3932" y="15553"/>
                        <a:pt x="385" y="16661"/>
                        <a:pt x="30" y="14045"/>
                      </a:cubicBezTo>
                      <a:cubicBezTo>
                        <a:pt x="-324" y="11386"/>
                        <a:pt x="2469" y="8194"/>
                        <a:pt x="5926" y="5578"/>
                      </a:cubicBezTo>
                      <a:cubicBezTo>
                        <a:pt x="9251" y="2874"/>
                        <a:pt x="13418" y="968"/>
                        <a:pt x="15591" y="480"/>
                      </a:cubicBezTo>
                      <a:cubicBezTo>
                        <a:pt x="19580" y="-451"/>
                        <a:pt x="23304" y="-8"/>
                        <a:pt x="26452" y="163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16" name="Graphique 2">
                <a:extLst>
                  <a:ext uri="{FF2B5EF4-FFF2-40B4-BE49-F238E27FC236}">
                    <a16:creationId xmlns:a16="http://schemas.microsoft.com/office/drawing/2014/main" id="{8B608FB4-E7E2-45B9-8ECB-94545D8AA3ED}"/>
                  </a:ext>
                </a:extLst>
              </p:cNvPr>
              <p:cNvGrpSpPr/>
              <p:nvPr/>
            </p:nvGrpSpPr>
            <p:grpSpPr>
              <a:xfrm>
                <a:off x="4858499" y="1279253"/>
                <a:ext cx="73148" cy="59022"/>
                <a:chOff x="4858499" y="1279253"/>
                <a:chExt cx="73148" cy="59022"/>
              </a:xfrm>
              <a:solidFill>
                <a:schemeClr val="accent1"/>
              </a:solidFill>
            </p:grpSpPr>
            <p:sp>
              <p:nvSpPr>
                <p:cNvPr id="25160" name="Forme libre : forme 25159">
                  <a:extLst>
                    <a:ext uri="{FF2B5EF4-FFF2-40B4-BE49-F238E27FC236}">
                      <a16:creationId xmlns:a16="http://schemas.microsoft.com/office/drawing/2014/main" id="{E4F98513-A705-4DFA-86C5-FB94FF9D9DD2}"/>
                    </a:ext>
                  </a:extLst>
                </p:cNvPr>
                <p:cNvSpPr/>
                <p:nvPr/>
              </p:nvSpPr>
              <p:spPr>
                <a:xfrm>
                  <a:off x="4858499" y="1279253"/>
                  <a:ext cx="73148" cy="59022"/>
                </a:xfrm>
                <a:custGeom>
                  <a:avLst/>
                  <a:gdLst>
                    <a:gd name="connsiteX0" fmla="*/ 54928 w 73148"/>
                    <a:gd name="connsiteY0" fmla="*/ 52715 h 59022"/>
                    <a:gd name="connsiteX1" fmla="*/ 44776 w 73148"/>
                    <a:gd name="connsiteY1" fmla="*/ 54754 h 59022"/>
                    <a:gd name="connsiteX2" fmla="*/ 35068 w 73148"/>
                    <a:gd name="connsiteY2" fmla="*/ 57813 h 59022"/>
                    <a:gd name="connsiteX3" fmla="*/ 28285 w 73148"/>
                    <a:gd name="connsiteY3" fmla="*/ 59010 h 59022"/>
                    <a:gd name="connsiteX4" fmla="*/ 21370 w 73148"/>
                    <a:gd name="connsiteY4" fmla="*/ 57857 h 59022"/>
                    <a:gd name="connsiteX5" fmla="*/ 14809 w 73148"/>
                    <a:gd name="connsiteY5" fmla="*/ 54355 h 59022"/>
                    <a:gd name="connsiteX6" fmla="*/ 9666 w 73148"/>
                    <a:gd name="connsiteY6" fmla="*/ 48681 h 59022"/>
                    <a:gd name="connsiteX7" fmla="*/ 2174 w 73148"/>
                    <a:gd name="connsiteY7" fmla="*/ 36002 h 59022"/>
                    <a:gd name="connsiteX8" fmla="*/ 2 w 73148"/>
                    <a:gd name="connsiteY8" fmla="*/ 28510 h 59022"/>
                    <a:gd name="connsiteX9" fmla="*/ 1864 w 73148"/>
                    <a:gd name="connsiteY9" fmla="*/ 20575 h 59022"/>
                    <a:gd name="connsiteX10" fmla="*/ 7583 w 73148"/>
                    <a:gd name="connsiteY10" fmla="*/ 13127 h 59022"/>
                    <a:gd name="connsiteX11" fmla="*/ 16671 w 73148"/>
                    <a:gd name="connsiteY11" fmla="*/ 7763 h 59022"/>
                    <a:gd name="connsiteX12" fmla="*/ 31832 w 73148"/>
                    <a:gd name="connsiteY12" fmla="*/ 3153 h 59022"/>
                    <a:gd name="connsiteX13" fmla="*/ 47215 w 73148"/>
                    <a:gd name="connsiteY13" fmla="*/ 227 h 59022"/>
                    <a:gd name="connsiteX14" fmla="*/ 57499 w 73148"/>
                    <a:gd name="connsiteY14" fmla="*/ 582 h 59022"/>
                    <a:gd name="connsiteX15" fmla="*/ 65834 w 73148"/>
                    <a:gd name="connsiteY15" fmla="*/ 4305 h 59022"/>
                    <a:gd name="connsiteX16" fmla="*/ 73148 w 73148"/>
                    <a:gd name="connsiteY16" fmla="*/ 17649 h 59022"/>
                    <a:gd name="connsiteX17" fmla="*/ 73104 w 73148"/>
                    <a:gd name="connsiteY17" fmla="*/ 32234 h 59022"/>
                    <a:gd name="connsiteX18" fmla="*/ 67429 w 73148"/>
                    <a:gd name="connsiteY18" fmla="*/ 45932 h 59022"/>
                    <a:gd name="connsiteX19" fmla="*/ 61711 w 73148"/>
                    <a:gd name="connsiteY19" fmla="*/ 50365 h 59022"/>
                    <a:gd name="connsiteX20" fmla="*/ 54928 w 73148"/>
                    <a:gd name="connsiteY20" fmla="*/ 52715 h 59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148" h="59022">
                      <a:moveTo>
                        <a:pt x="54928" y="52715"/>
                      </a:moveTo>
                      <a:cubicBezTo>
                        <a:pt x="51426" y="53158"/>
                        <a:pt x="48146" y="54133"/>
                        <a:pt x="44776" y="54754"/>
                      </a:cubicBezTo>
                      <a:cubicBezTo>
                        <a:pt x="41496" y="55729"/>
                        <a:pt x="38260" y="56704"/>
                        <a:pt x="35068" y="57813"/>
                      </a:cubicBezTo>
                      <a:cubicBezTo>
                        <a:pt x="32896" y="58744"/>
                        <a:pt x="30635" y="59098"/>
                        <a:pt x="28285" y="59010"/>
                      </a:cubicBezTo>
                      <a:cubicBezTo>
                        <a:pt x="25936" y="58877"/>
                        <a:pt x="23675" y="58699"/>
                        <a:pt x="21370" y="57857"/>
                      </a:cubicBezTo>
                      <a:cubicBezTo>
                        <a:pt x="19109" y="57059"/>
                        <a:pt x="16848" y="55906"/>
                        <a:pt x="14809" y="54355"/>
                      </a:cubicBezTo>
                      <a:cubicBezTo>
                        <a:pt x="12769" y="52803"/>
                        <a:pt x="11040" y="50986"/>
                        <a:pt x="9666" y="48681"/>
                      </a:cubicBezTo>
                      <a:lnTo>
                        <a:pt x="2174" y="36002"/>
                      </a:lnTo>
                      <a:cubicBezTo>
                        <a:pt x="844" y="33741"/>
                        <a:pt x="46" y="31125"/>
                        <a:pt x="2" y="28510"/>
                      </a:cubicBezTo>
                      <a:cubicBezTo>
                        <a:pt x="-42" y="25939"/>
                        <a:pt x="623" y="23235"/>
                        <a:pt x="1864" y="20575"/>
                      </a:cubicBezTo>
                      <a:cubicBezTo>
                        <a:pt x="3150" y="18004"/>
                        <a:pt x="5011" y="15211"/>
                        <a:pt x="7583" y="13127"/>
                      </a:cubicBezTo>
                      <a:cubicBezTo>
                        <a:pt x="10154" y="10999"/>
                        <a:pt x="13213" y="9137"/>
                        <a:pt x="16671" y="7763"/>
                      </a:cubicBezTo>
                      <a:cubicBezTo>
                        <a:pt x="21680" y="6079"/>
                        <a:pt x="26734" y="4527"/>
                        <a:pt x="31832" y="3153"/>
                      </a:cubicBezTo>
                      <a:cubicBezTo>
                        <a:pt x="36974" y="2133"/>
                        <a:pt x="42072" y="848"/>
                        <a:pt x="47215" y="227"/>
                      </a:cubicBezTo>
                      <a:cubicBezTo>
                        <a:pt x="50805" y="-172"/>
                        <a:pt x="54308" y="-39"/>
                        <a:pt x="57499" y="582"/>
                      </a:cubicBezTo>
                      <a:cubicBezTo>
                        <a:pt x="60691" y="1113"/>
                        <a:pt x="63484" y="2709"/>
                        <a:pt x="65834" y="4305"/>
                      </a:cubicBezTo>
                      <a:cubicBezTo>
                        <a:pt x="70533" y="7674"/>
                        <a:pt x="73192" y="12418"/>
                        <a:pt x="73148" y="17649"/>
                      </a:cubicBezTo>
                      <a:lnTo>
                        <a:pt x="73104" y="32234"/>
                      </a:lnTo>
                      <a:cubicBezTo>
                        <a:pt x="73059" y="37509"/>
                        <a:pt x="70754" y="42386"/>
                        <a:pt x="67429" y="45932"/>
                      </a:cubicBezTo>
                      <a:cubicBezTo>
                        <a:pt x="65789" y="47794"/>
                        <a:pt x="63750" y="49035"/>
                        <a:pt x="61711" y="50365"/>
                      </a:cubicBezTo>
                      <a:cubicBezTo>
                        <a:pt x="59672" y="51651"/>
                        <a:pt x="57366" y="52449"/>
                        <a:pt x="54928" y="52715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61" name="Forme libre : forme 25160">
                  <a:extLst>
                    <a:ext uri="{FF2B5EF4-FFF2-40B4-BE49-F238E27FC236}">
                      <a16:creationId xmlns:a16="http://schemas.microsoft.com/office/drawing/2014/main" id="{B595B999-3A6F-4C8D-8C6B-A3F7D2195295}"/>
                    </a:ext>
                  </a:extLst>
                </p:cNvPr>
                <p:cNvSpPr/>
                <p:nvPr/>
              </p:nvSpPr>
              <p:spPr>
                <a:xfrm>
                  <a:off x="4864884" y="1310955"/>
                  <a:ext cx="66673" cy="27276"/>
                </a:xfrm>
                <a:custGeom>
                  <a:avLst/>
                  <a:gdLst>
                    <a:gd name="connsiteX0" fmla="*/ 26687 w 66673"/>
                    <a:gd name="connsiteY0" fmla="*/ 8290 h 27276"/>
                    <a:gd name="connsiteX1" fmla="*/ 23451 w 66673"/>
                    <a:gd name="connsiteY1" fmla="*/ 9930 h 27276"/>
                    <a:gd name="connsiteX2" fmla="*/ 20215 w 66673"/>
                    <a:gd name="connsiteY2" fmla="*/ 11437 h 27276"/>
                    <a:gd name="connsiteX3" fmla="*/ 13477 w 66673"/>
                    <a:gd name="connsiteY3" fmla="*/ 12989 h 27276"/>
                    <a:gd name="connsiteX4" fmla="*/ 0 w 66673"/>
                    <a:gd name="connsiteY4" fmla="*/ 11437 h 27276"/>
                    <a:gd name="connsiteX5" fmla="*/ 3236 w 66673"/>
                    <a:gd name="connsiteY5" fmla="*/ 16934 h 27276"/>
                    <a:gd name="connsiteX6" fmla="*/ 8379 w 66673"/>
                    <a:gd name="connsiteY6" fmla="*/ 22609 h 27276"/>
                    <a:gd name="connsiteX7" fmla="*/ 14940 w 66673"/>
                    <a:gd name="connsiteY7" fmla="*/ 26111 h 27276"/>
                    <a:gd name="connsiteX8" fmla="*/ 21855 w 66673"/>
                    <a:gd name="connsiteY8" fmla="*/ 27264 h 27276"/>
                    <a:gd name="connsiteX9" fmla="*/ 28638 w 66673"/>
                    <a:gd name="connsiteY9" fmla="*/ 26067 h 27276"/>
                    <a:gd name="connsiteX10" fmla="*/ 38346 w 66673"/>
                    <a:gd name="connsiteY10" fmla="*/ 23008 h 27276"/>
                    <a:gd name="connsiteX11" fmla="*/ 48498 w 66673"/>
                    <a:gd name="connsiteY11" fmla="*/ 20969 h 27276"/>
                    <a:gd name="connsiteX12" fmla="*/ 55281 w 66673"/>
                    <a:gd name="connsiteY12" fmla="*/ 18619 h 27276"/>
                    <a:gd name="connsiteX13" fmla="*/ 60999 w 66673"/>
                    <a:gd name="connsiteY13" fmla="*/ 14186 h 27276"/>
                    <a:gd name="connsiteX14" fmla="*/ 66674 w 66673"/>
                    <a:gd name="connsiteY14" fmla="*/ 488 h 27276"/>
                    <a:gd name="connsiteX15" fmla="*/ 66674 w 66673"/>
                    <a:gd name="connsiteY15" fmla="*/ 0 h 27276"/>
                    <a:gd name="connsiteX16" fmla="*/ 56167 w 66673"/>
                    <a:gd name="connsiteY16" fmla="*/ 621 h 27276"/>
                    <a:gd name="connsiteX17" fmla="*/ 45927 w 66673"/>
                    <a:gd name="connsiteY17" fmla="*/ 1685 h 27276"/>
                    <a:gd name="connsiteX18" fmla="*/ 35952 w 66673"/>
                    <a:gd name="connsiteY18" fmla="*/ 3945 h 27276"/>
                    <a:gd name="connsiteX19" fmla="*/ 26687 w 66673"/>
                    <a:gd name="connsiteY19" fmla="*/ 8290 h 27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673" h="27276">
                      <a:moveTo>
                        <a:pt x="26687" y="8290"/>
                      </a:moveTo>
                      <a:cubicBezTo>
                        <a:pt x="25623" y="8911"/>
                        <a:pt x="24559" y="9443"/>
                        <a:pt x="23451" y="9930"/>
                      </a:cubicBezTo>
                      <a:cubicBezTo>
                        <a:pt x="22387" y="10506"/>
                        <a:pt x="21323" y="10994"/>
                        <a:pt x="20215" y="11437"/>
                      </a:cubicBezTo>
                      <a:cubicBezTo>
                        <a:pt x="18043" y="12280"/>
                        <a:pt x="15782" y="12723"/>
                        <a:pt x="13477" y="12989"/>
                      </a:cubicBezTo>
                      <a:cubicBezTo>
                        <a:pt x="9088" y="13787"/>
                        <a:pt x="4300" y="13122"/>
                        <a:pt x="0" y="11437"/>
                      </a:cubicBezTo>
                      <a:lnTo>
                        <a:pt x="3236" y="16934"/>
                      </a:lnTo>
                      <a:cubicBezTo>
                        <a:pt x="4610" y="19240"/>
                        <a:pt x="6384" y="21057"/>
                        <a:pt x="8379" y="22609"/>
                      </a:cubicBezTo>
                      <a:cubicBezTo>
                        <a:pt x="10418" y="24160"/>
                        <a:pt x="12634" y="25357"/>
                        <a:pt x="14940" y="26111"/>
                      </a:cubicBezTo>
                      <a:cubicBezTo>
                        <a:pt x="17245" y="26953"/>
                        <a:pt x="19506" y="27131"/>
                        <a:pt x="21855" y="27264"/>
                      </a:cubicBezTo>
                      <a:cubicBezTo>
                        <a:pt x="24205" y="27352"/>
                        <a:pt x="26466" y="26998"/>
                        <a:pt x="28638" y="26067"/>
                      </a:cubicBezTo>
                      <a:cubicBezTo>
                        <a:pt x="31830" y="25003"/>
                        <a:pt x="35066" y="23983"/>
                        <a:pt x="38346" y="23008"/>
                      </a:cubicBezTo>
                      <a:cubicBezTo>
                        <a:pt x="41760" y="22387"/>
                        <a:pt x="45040" y="21412"/>
                        <a:pt x="48498" y="20969"/>
                      </a:cubicBezTo>
                      <a:cubicBezTo>
                        <a:pt x="50936" y="20703"/>
                        <a:pt x="53197" y="19860"/>
                        <a:pt x="55281" y="18619"/>
                      </a:cubicBezTo>
                      <a:cubicBezTo>
                        <a:pt x="57320" y="17289"/>
                        <a:pt x="59359" y="16048"/>
                        <a:pt x="60999" y="14186"/>
                      </a:cubicBezTo>
                      <a:cubicBezTo>
                        <a:pt x="64324" y="10595"/>
                        <a:pt x="66629" y="5719"/>
                        <a:pt x="66674" y="488"/>
                      </a:cubicBezTo>
                      <a:lnTo>
                        <a:pt x="66674" y="0"/>
                      </a:lnTo>
                      <a:cubicBezTo>
                        <a:pt x="63127" y="355"/>
                        <a:pt x="59625" y="532"/>
                        <a:pt x="56167" y="621"/>
                      </a:cubicBezTo>
                      <a:cubicBezTo>
                        <a:pt x="52710" y="931"/>
                        <a:pt x="49296" y="1330"/>
                        <a:pt x="45927" y="1685"/>
                      </a:cubicBezTo>
                      <a:cubicBezTo>
                        <a:pt x="42513" y="1995"/>
                        <a:pt x="39233" y="3059"/>
                        <a:pt x="35952" y="3945"/>
                      </a:cubicBezTo>
                      <a:cubicBezTo>
                        <a:pt x="32716" y="4832"/>
                        <a:pt x="29657" y="6561"/>
                        <a:pt x="26687" y="8290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62" name="Forme libre : forme 25161">
                  <a:extLst>
                    <a:ext uri="{FF2B5EF4-FFF2-40B4-BE49-F238E27FC236}">
                      <a16:creationId xmlns:a16="http://schemas.microsoft.com/office/drawing/2014/main" id="{6F15D599-A199-4DA2-9FD3-04376D910792}"/>
                    </a:ext>
                  </a:extLst>
                </p:cNvPr>
                <p:cNvSpPr/>
                <p:nvPr/>
              </p:nvSpPr>
              <p:spPr>
                <a:xfrm>
                  <a:off x="4885933" y="1298032"/>
                  <a:ext cx="31380" cy="20729"/>
                </a:xfrm>
                <a:custGeom>
                  <a:avLst/>
                  <a:gdLst>
                    <a:gd name="connsiteX0" fmla="*/ 31350 w 31380"/>
                    <a:gd name="connsiteY0" fmla="*/ 8046 h 20729"/>
                    <a:gd name="connsiteX1" fmla="*/ 27627 w 31380"/>
                    <a:gd name="connsiteY1" fmla="*/ 15626 h 20729"/>
                    <a:gd name="connsiteX2" fmla="*/ 23238 w 31380"/>
                    <a:gd name="connsiteY2" fmla="*/ 18331 h 20729"/>
                    <a:gd name="connsiteX3" fmla="*/ 17785 w 31380"/>
                    <a:gd name="connsiteY3" fmla="*/ 20281 h 20729"/>
                    <a:gd name="connsiteX4" fmla="*/ 12022 w 31380"/>
                    <a:gd name="connsiteY4" fmla="*/ 20725 h 20729"/>
                    <a:gd name="connsiteX5" fmla="*/ 6924 w 31380"/>
                    <a:gd name="connsiteY5" fmla="*/ 20059 h 20729"/>
                    <a:gd name="connsiteX6" fmla="*/ 363 w 31380"/>
                    <a:gd name="connsiteY6" fmla="*/ 14607 h 20729"/>
                    <a:gd name="connsiteX7" fmla="*/ 2713 w 31380"/>
                    <a:gd name="connsiteY7" fmla="*/ 6450 h 20729"/>
                    <a:gd name="connsiteX8" fmla="*/ 7279 w 31380"/>
                    <a:gd name="connsiteY8" fmla="*/ 2815 h 20729"/>
                    <a:gd name="connsiteX9" fmla="*/ 13574 w 31380"/>
                    <a:gd name="connsiteY9" fmla="*/ 598 h 20729"/>
                    <a:gd name="connsiteX10" fmla="*/ 20223 w 31380"/>
                    <a:gd name="connsiteY10" fmla="*/ 22 h 20729"/>
                    <a:gd name="connsiteX11" fmla="*/ 25853 w 31380"/>
                    <a:gd name="connsiteY11" fmla="*/ 1529 h 20729"/>
                    <a:gd name="connsiteX12" fmla="*/ 31350 w 31380"/>
                    <a:gd name="connsiteY12" fmla="*/ 8046 h 20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380" h="20729">
                      <a:moveTo>
                        <a:pt x="31350" y="8046"/>
                      </a:moveTo>
                      <a:cubicBezTo>
                        <a:pt x="31616" y="10794"/>
                        <a:pt x="30109" y="13499"/>
                        <a:pt x="27627" y="15626"/>
                      </a:cubicBezTo>
                      <a:cubicBezTo>
                        <a:pt x="26385" y="16690"/>
                        <a:pt x="24878" y="17577"/>
                        <a:pt x="23238" y="18331"/>
                      </a:cubicBezTo>
                      <a:cubicBezTo>
                        <a:pt x="21598" y="19217"/>
                        <a:pt x="19780" y="19882"/>
                        <a:pt x="17785" y="20281"/>
                      </a:cubicBezTo>
                      <a:cubicBezTo>
                        <a:pt x="15835" y="20725"/>
                        <a:pt x="13840" y="20725"/>
                        <a:pt x="12022" y="20725"/>
                      </a:cubicBezTo>
                      <a:cubicBezTo>
                        <a:pt x="10204" y="20769"/>
                        <a:pt x="8520" y="20503"/>
                        <a:pt x="6924" y="20059"/>
                      </a:cubicBezTo>
                      <a:cubicBezTo>
                        <a:pt x="3821" y="19129"/>
                        <a:pt x="1294" y="17222"/>
                        <a:pt x="363" y="14607"/>
                      </a:cubicBezTo>
                      <a:cubicBezTo>
                        <a:pt x="-568" y="11991"/>
                        <a:pt x="319" y="9066"/>
                        <a:pt x="2713" y="6450"/>
                      </a:cubicBezTo>
                      <a:cubicBezTo>
                        <a:pt x="3909" y="5120"/>
                        <a:pt x="5461" y="3879"/>
                        <a:pt x="7279" y="2815"/>
                      </a:cubicBezTo>
                      <a:cubicBezTo>
                        <a:pt x="9096" y="1751"/>
                        <a:pt x="11268" y="1130"/>
                        <a:pt x="13574" y="598"/>
                      </a:cubicBezTo>
                      <a:cubicBezTo>
                        <a:pt x="15879" y="111"/>
                        <a:pt x="18140" y="-67"/>
                        <a:pt x="20223" y="22"/>
                      </a:cubicBezTo>
                      <a:cubicBezTo>
                        <a:pt x="22307" y="244"/>
                        <a:pt x="24213" y="820"/>
                        <a:pt x="25853" y="1529"/>
                      </a:cubicBezTo>
                      <a:cubicBezTo>
                        <a:pt x="29090" y="2992"/>
                        <a:pt x="31129" y="5253"/>
                        <a:pt x="31350" y="8046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63" name="Forme libre : forme 25162">
                  <a:extLst>
                    <a:ext uri="{FF2B5EF4-FFF2-40B4-BE49-F238E27FC236}">
                      <a16:creationId xmlns:a16="http://schemas.microsoft.com/office/drawing/2014/main" id="{734E28BA-9957-44D7-8233-62DE8BA45F1D}"/>
                    </a:ext>
                  </a:extLst>
                </p:cNvPr>
                <p:cNvSpPr/>
                <p:nvPr/>
              </p:nvSpPr>
              <p:spPr>
                <a:xfrm>
                  <a:off x="4885966" y="1302532"/>
                  <a:ext cx="24091" cy="16186"/>
                </a:xfrm>
                <a:custGeom>
                  <a:avLst/>
                  <a:gdLst>
                    <a:gd name="connsiteX0" fmla="*/ 4719 w 24091"/>
                    <a:gd name="connsiteY0" fmla="*/ 0 h 16186"/>
                    <a:gd name="connsiteX1" fmla="*/ 375 w 24091"/>
                    <a:gd name="connsiteY1" fmla="*/ 10063 h 16186"/>
                    <a:gd name="connsiteX2" fmla="*/ 6936 w 24091"/>
                    <a:gd name="connsiteY2" fmla="*/ 15516 h 16186"/>
                    <a:gd name="connsiteX3" fmla="*/ 12034 w 24091"/>
                    <a:gd name="connsiteY3" fmla="*/ 16181 h 16186"/>
                    <a:gd name="connsiteX4" fmla="*/ 17797 w 24091"/>
                    <a:gd name="connsiteY4" fmla="*/ 15737 h 16186"/>
                    <a:gd name="connsiteX5" fmla="*/ 24092 w 24091"/>
                    <a:gd name="connsiteY5" fmla="*/ 13388 h 16186"/>
                    <a:gd name="connsiteX6" fmla="*/ 20368 w 24091"/>
                    <a:gd name="connsiteY6" fmla="*/ 13388 h 16186"/>
                    <a:gd name="connsiteX7" fmla="*/ 10527 w 24091"/>
                    <a:gd name="connsiteY7" fmla="*/ 8423 h 16186"/>
                    <a:gd name="connsiteX8" fmla="*/ 4719 w 24091"/>
                    <a:gd name="connsiteY8" fmla="*/ 0 h 16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091" h="16186">
                      <a:moveTo>
                        <a:pt x="4719" y="0"/>
                      </a:moveTo>
                      <a:cubicBezTo>
                        <a:pt x="907" y="3059"/>
                        <a:pt x="-822" y="6783"/>
                        <a:pt x="375" y="10063"/>
                      </a:cubicBezTo>
                      <a:cubicBezTo>
                        <a:pt x="1306" y="12679"/>
                        <a:pt x="3788" y="14541"/>
                        <a:pt x="6936" y="15516"/>
                      </a:cubicBezTo>
                      <a:cubicBezTo>
                        <a:pt x="8487" y="16003"/>
                        <a:pt x="10216" y="16225"/>
                        <a:pt x="12034" y="16181"/>
                      </a:cubicBezTo>
                      <a:cubicBezTo>
                        <a:pt x="13851" y="16181"/>
                        <a:pt x="15802" y="16181"/>
                        <a:pt x="17797" y="15737"/>
                      </a:cubicBezTo>
                      <a:cubicBezTo>
                        <a:pt x="20102" y="15294"/>
                        <a:pt x="22186" y="14319"/>
                        <a:pt x="24092" y="13388"/>
                      </a:cubicBezTo>
                      <a:cubicBezTo>
                        <a:pt x="22851" y="13477"/>
                        <a:pt x="21654" y="13610"/>
                        <a:pt x="20368" y="13388"/>
                      </a:cubicBezTo>
                      <a:cubicBezTo>
                        <a:pt x="16910" y="12546"/>
                        <a:pt x="13408" y="10728"/>
                        <a:pt x="10527" y="8423"/>
                      </a:cubicBezTo>
                      <a:cubicBezTo>
                        <a:pt x="7645" y="6206"/>
                        <a:pt x="5384" y="3369"/>
                        <a:pt x="4719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64" name="Forme libre : forme 25163">
                  <a:extLst>
                    <a:ext uri="{FF2B5EF4-FFF2-40B4-BE49-F238E27FC236}">
                      <a16:creationId xmlns:a16="http://schemas.microsoft.com/office/drawing/2014/main" id="{508A79BE-D2F4-4FD0-A924-421117628B48}"/>
                    </a:ext>
                  </a:extLst>
                </p:cNvPr>
                <p:cNvSpPr/>
                <p:nvPr/>
              </p:nvSpPr>
              <p:spPr>
                <a:xfrm>
                  <a:off x="4888264" y="1299859"/>
                  <a:ext cx="30814" cy="20703"/>
                </a:xfrm>
                <a:custGeom>
                  <a:avLst/>
                  <a:gdLst>
                    <a:gd name="connsiteX0" fmla="*/ 30793 w 30814"/>
                    <a:gd name="connsiteY0" fmla="*/ 8214 h 20703"/>
                    <a:gd name="connsiteX1" fmla="*/ 27069 w 30814"/>
                    <a:gd name="connsiteY1" fmla="*/ 15795 h 20703"/>
                    <a:gd name="connsiteX2" fmla="*/ 22725 w 30814"/>
                    <a:gd name="connsiteY2" fmla="*/ 18454 h 20703"/>
                    <a:gd name="connsiteX3" fmla="*/ 17361 w 30814"/>
                    <a:gd name="connsiteY3" fmla="*/ 20272 h 20703"/>
                    <a:gd name="connsiteX4" fmla="*/ 11686 w 30814"/>
                    <a:gd name="connsiteY4" fmla="*/ 20627 h 20703"/>
                    <a:gd name="connsiteX5" fmla="*/ 6721 w 30814"/>
                    <a:gd name="connsiteY5" fmla="*/ 19829 h 20703"/>
                    <a:gd name="connsiteX6" fmla="*/ 337 w 30814"/>
                    <a:gd name="connsiteY6" fmla="*/ 14332 h 20703"/>
                    <a:gd name="connsiteX7" fmla="*/ 2687 w 30814"/>
                    <a:gd name="connsiteY7" fmla="*/ 6175 h 20703"/>
                    <a:gd name="connsiteX8" fmla="*/ 7209 w 30814"/>
                    <a:gd name="connsiteY8" fmla="*/ 2628 h 20703"/>
                    <a:gd name="connsiteX9" fmla="*/ 13415 w 30814"/>
                    <a:gd name="connsiteY9" fmla="*/ 545 h 20703"/>
                    <a:gd name="connsiteX10" fmla="*/ 19976 w 30814"/>
                    <a:gd name="connsiteY10" fmla="*/ 146 h 20703"/>
                    <a:gd name="connsiteX11" fmla="*/ 25473 w 30814"/>
                    <a:gd name="connsiteY11" fmla="*/ 1697 h 20703"/>
                    <a:gd name="connsiteX12" fmla="*/ 30793 w 30814"/>
                    <a:gd name="connsiteY12" fmla="*/ 8214 h 20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814" h="20703">
                      <a:moveTo>
                        <a:pt x="30793" y="8214"/>
                      </a:moveTo>
                      <a:cubicBezTo>
                        <a:pt x="31015" y="10963"/>
                        <a:pt x="29507" y="13667"/>
                        <a:pt x="27069" y="15795"/>
                      </a:cubicBezTo>
                      <a:cubicBezTo>
                        <a:pt x="25828" y="16859"/>
                        <a:pt x="24365" y="17745"/>
                        <a:pt x="22725" y="18454"/>
                      </a:cubicBezTo>
                      <a:cubicBezTo>
                        <a:pt x="21040" y="19075"/>
                        <a:pt x="19311" y="19917"/>
                        <a:pt x="17361" y="20272"/>
                      </a:cubicBezTo>
                      <a:cubicBezTo>
                        <a:pt x="15410" y="20671"/>
                        <a:pt x="13504" y="20804"/>
                        <a:pt x="11686" y="20627"/>
                      </a:cubicBezTo>
                      <a:cubicBezTo>
                        <a:pt x="9869" y="20494"/>
                        <a:pt x="8228" y="20361"/>
                        <a:pt x="6721" y="19829"/>
                      </a:cubicBezTo>
                      <a:cubicBezTo>
                        <a:pt x="3707" y="18853"/>
                        <a:pt x="1268" y="16991"/>
                        <a:pt x="337" y="14332"/>
                      </a:cubicBezTo>
                      <a:cubicBezTo>
                        <a:pt x="-549" y="11716"/>
                        <a:pt x="337" y="8790"/>
                        <a:pt x="2687" y="6175"/>
                      </a:cubicBezTo>
                      <a:cubicBezTo>
                        <a:pt x="3884" y="4889"/>
                        <a:pt x="5347" y="3559"/>
                        <a:pt x="7209" y="2628"/>
                      </a:cubicBezTo>
                      <a:cubicBezTo>
                        <a:pt x="9026" y="1742"/>
                        <a:pt x="11154" y="988"/>
                        <a:pt x="13415" y="545"/>
                      </a:cubicBezTo>
                      <a:cubicBezTo>
                        <a:pt x="15720" y="146"/>
                        <a:pt x="17893" y="-209"/>
                        <a:pt x="19976" y="146"/>
                      </a:cubicBezTo>
                      <a:cubicBezTo>
                        <a:pt x="22015" y="412"/>
                        <a:pt x="23922" y="944"/>
                        <a:pt x="25473" y="1697"/>
                      </a:cubicBezTo>
                      <a:cubicBezTo>
                        <a:pt x="28621" y="3160"/>
                        <a:pt x="30571" y="5466"/>
                        <a:pt x="30793" y="821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65" name="Forme libre : forme 25164">
                  <a:extLst>
                    <a:ext uri="{FF2B5EF4-FFF2-40B4-BE49-F238E27FC236}">
                      <a16:creationId xmlns:a16="http://schemas.microsoft.com/office/drawing/2014/main" id="{10A12B96-8120-4637-A6F9-9776B462952C}"/>
                    </a:ext>
                  </a:extLst>
                </p:cNvPr>
                <p:cNvSpPr/>
                <p:nvPr/>
              </p:nvSpPr>
              <p:spPr>
                <a:xfrm>
                  <a:off x="4869388" y="1299838"/>
                  <a:ext cx="43937" cy="31579"/>
                </a:xfrm>
                <a:custGeom>
                  <a:avLst/>
                  <a:gdLst>
                    <a:gd name="connsiteX0" fmla="*/ 5160 w 43937"/>
                    <a:gd name="connsiteY0" fmla="*/ 19185 h 31579"/>
                    <a:gd name="connsiteX1" fmla="*/ 10125 w 43937"/>
                    <a:gd name="connsiteY1" fmla="*/ 27165 h 31579"/>
                    <a:gd name="connsiteX2" fmla="*/ 18016 w 43937"/>
                    <a:gd name="connsiteY2" fmla="*/ 31066 h 31579"/>
                    <a:gd name="connsiteX3" fmla="*/ 22361 w 43937"/>
                    <a:gd name="connsiteY3" fmla="*/ 31509 h 31579"/>
                    <a:gd name="connsiteX4" fmla="*/ 26749 w 43937"/>
                    <a:gd name="connsiteY4" fmla="*/ 31509 h 31579"/>
                    <a:gd name="connsiteX5" fmla="*/ 33665 w 43937"/>
                    <a:gd name="connsiteY5" fmla="*/ 30135 h 31579"/>
                    <a:gd name="connsiteX6" fmla="*/ 39960 w 43937"/>
                    <a:gd name="connsiteY6" fmla="*/ 26854 h 31579"/>
                    <a:gd name="connsiteX7" fmla="*/ 43285 w 43937"/>
                    <a:gd name="connsiteY7" fmla="*/ 17235 h 31579"/>
                    <a:gd name="connsiteX8" fmla="*/ 37389 w 43937"/>
                    <a:gd name="connsiteY8" fmla="*/ 13378 h 31579"/>
                    <a:gd name="connsiteX9" fmla="*/ 21696 w 43937"/>
                    <a:gd name="connsiteY9" fmla="*/ 5753 h 31579"/>
                    <a:gd name="connsiteX10" fmla="*/ 12608 w 43937"/>
                    <a:gd name="connsiteY10" fmla="*/ 832 h 31579"/>
                    <a:gd name="connsiteX11" fmla="*/ 2013 w 43937"/>
                    <a:gd name="connsiteY11" fmla="*/ 2029 h 31579"/>
                    <a:gd name="connsiteX12" fmla="*/ 993 w 43937"/>
                    <a:gd name="connsiteY12" fmla="*/ 10895 h 31579"/>
                    <a:gd name="connsiteX13" fmla="*/ 5160 w 43937"/>
                    <a:gd name="connsiteY13" fmla="*/ 19185 h 3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3937" h="31579">
                      <a:moveTo>
                        <a:pt x="5160" y="19185"/>
                      </a:moveTo>
                      <a:cubicBezTo>
                        <a:pt x="6446" y="22067"/>
                        <a:pt x="7820" y="25037"/>
                        <a:pt x="10125" y="27165"/>
                      </a:cubicBezTo>
                      <a:cubicBezTo>
                        <a:pt x="12298" y="29160"/>
                        <a:pt x="15135" y="30489"/>
                        <a:pt x="18016" y="31066"/>
                      </a:cubicBezTo>
                      <a:cubicBezTo>
                        <a:pt x="19435" y="31376"/>
                        <a:pt x="20898" y="31509"/>
                        <a:pt x="22361" y="31509"/>
                      </a:cubicBezTo>
                      <a:cubicBezTo>
                        <a:pt x="23824" y="31553"/>
                        <a:pt x="25331" y="31642"/>
                        <a:pt x="26749" y="31509"/>
                      </a:cubicBezTo>
                      <a:cubicBezTo>
                        <a:pt x="29143" y="31376"/>
                        <a:pt x="31404" y="30711"/>
                        <a:pt x="33665" y="30135"/>
                      </a:cubicBezTo>
                      <a:cubicBezTo>
                        <a:pt x="35926" y="29514"/>
                        <a:pt x="38054" y="28450"/>
                        <a:pt x="39960" y="26854"/>
                      </a:cubicBezTo>
                      <a:cubicBezTo>
                        <a:pt x="42709" y="24461"/>
                        <a:pt x="45147" y="20559"/>
                        <a:pt x="43285" y="17235"/>
                      </a:cubicBezTo>
                      <a:cubicBezTo>
                        <a:pt x="42132" y="15240"/>
                        <a:pt x="39650" y="14087"/>
                        <a:pt x="37389" y="13378"/>
                      </a:cubicBezTo>
                      <a:cubicBezTo>
                        <a:pt x="32069" y="11471"/>
                        <a:pt x="26661" y="8501"/>
                        <a:pt x="21696" y="5753"/>
                      </a:cubicBezTo>
                      <a:cubicBezTo>
                        <a:pt x="19568" y="4512"/>
                        <a:pt x="16287" y="2206"/>
                        <a:pt x="12608" y="832"/>
                      </a:cubicBezTo>
                      <a:cubicBezTo>
                        <a:pt x="9017" y="-409"/>
                        <a:pt x="5027" y="-454"/>
                        <a:pt x="2013" y="2029"/>
                      </a:cubicBezTo>
                      <a:cubicBezTo>
                        <a:pt x="-736" y="4246"/>
                        <a:pt x="-248" y="7748"/>
                        <a:pt x="993" y="10895"/>
                      </a:cubicBezTo>
                      <a:cubicBezTo>
                        <a:pt x="2234" y="14087"/>
                        <a:pt x="4274" y="17190"/>
                        <a:pt x="5160" y="1918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66" name="Forme libre : forme 25165">
                  <a:extLst>
                    <a:ext uri="{FF2B5EF4-FFF2-40B4-BE49-F238E27FC236}">
                      <a16:creationId xmlns:a16="http://schemas.microsoft.com/office/drawing/2014/main" id="{15237689-CAA1-4130-B1BA-8BA1998AEBB3}"/>
                    </a:ext>
                  </a:extLst>
                </p:cNvPr>
                <p:cNvSpPr/>
                <p:nvPr/>
              </p:nvSpPr>
              <p:spPr>
                <a:xfrm>
                  <a:off x="4876710" y="1296243"/>
                  <a:ext cx="11802" cy="12938"/>
                </a:xfrm>
                <a:custGeom>
                  <a:avLst/>
                  <a:gdLst>
                    <a:gd name="connsiteX0" fmla="*/ 144 w 11802"/>
                    <a:gd name="connsiteY0" fmla="*/ 9392 h 12938"/>
                    <a:gd name="connsiteX1" fmla="*/ 188 w 11802"/>
                    <a:gd name="connsiteY1" fmla="*/ 11697 h 12938"/>
                    <a:gd name="connsiteX2" fmla="*/ 2095 w 11802"/>
                    <a:gd name="connsiteY2" fmla="*/ 12938 h 12938"/>
                    <a:gd name="connsiteX3" fmla="*/ 4311 w 11802"/>
                    <a:gd name="connsiteY3" fmla="*/ 11918 h 12938"/>
                    <a:gd name="connsiteX4" fmla="*/ 9232 w 11802"/>
                    <a:gd name="connsiteY4" fmla="*/ 8017 h 12938"/>
                    <a:gd name="connsiteX5" fmla="*/ 10916 w 11802"/>
                    <a:gd name="connsiteY5" fmla="*/ 6155 h 12938"/>
                    <a:gd name="connsiteX6" fmla="*/ 7148 w 11802"/>
                    <a:gd name="connsiteY6" fmla="*/ 525 h 12938"/>
                    <a:gd name="connsiteX7" fmla="*/ 144 w 11802"/>
                    <a:gd name="connsiteY7" fmla="*/ 9392 h 12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02" h="12938">
                      <a:moveTo>
                        <a:pt x="144" y="9392"/>
                      </a:moveTo>
                      <a:cubicBezTo>
                        <a:pt x="-33" y="10190"/>
                        <a:pt x="-78" y="10988"/>
                        <a:pt x="188" y="11697"/>
                      </a:cubicBezTo>
                      <a:cubicBezTo>
                        <a:pt x="499" y="12406"/>
                        <a:pt x="1208" y="12938"/>
                        <a:pt x="2095" y="12938"/>
                      </a:cubicBezTo>
                      <a:cubicBezTo>
                        <a:pt x="2893" y="12894"/>
                        <a:pt x="3646" y="12406"/>
                        <a:pt x="4311" y="11918"/>
                      </a:cubicBezTo>
                      <a:cubicBezTo>
                        <a:pt x="5996" y="10589"/>
                        <a:pt x="7680" y="9347"/>
                        <a:pt x="9232" y="8017"/>
                      </a:cubicBezTo>
                      <a:cubicBezTo>
                        <a:pt x="9853" y="7441"/>
                        <a:pt x="10518" y="6865"/>
                        <a:pt x="10916" y="6155"/>
                      </a:cubicBezTo>
                      <a:cubicBezTo>
                        <a:pt x="12690" y="3230"/>
                        <a:pt x="11980" y="-1602"/>
                        <a:pt x="7148" y="525"/>
                      </a:cubicBezTo>
                      <a:cubicBezTo>
                        <a:pt x="3380" y="2033"/>
                        <a:pt x="809" y="6244"/>
                        <a:pt x="144" y="939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67" name="Forme libre : forme 25166">
                  <a:extLst>
                    <a:ext uri="{FF2B5EF4-FFF2-40B4-BE49-F238E27FC236}">
                      <a16:creationId xmlns:a16="http://schemas.microsoft.com/office/drawing/2014/main" id="{B44729DA-7436-4714-A650-44753C8A1B5C}"/>
                    </a:ext>
                  </a:extLst>
                </p:cNvPr>
                <p:cNvSpPr/>
                <p:nvPr/>
              </p:nvSpPr>
              <p:spPr>
                <a:xfrm>
                  <a:off x="4913693" y="1309403"/>
                  <a:ext cx="15874" cy="21456"/>
                </a:xfrm>
                <a:custGeom>
                  <a:avLst/>
                  <a:gdLst>
                    <a:gd name="connsiteX0" fmla="*/ 15870 w 15874"/>
                    <a:gd name="connsiteY0" fmla="*/ 0 h 21456"/>
                    <a:gd name="connsiteX1" fmla="*/ 14009 w 15874"/>
                    <a:gd name="connsiteY1" fmla="*/ 8334 h 21456"/>
                    <a:gd name="connsiteX2" fmla="*/ 9176 w 15874"/>
                    <a:gd name="connsiteY2" fmla="*/ 15205 h 21456"/>
                    <a:gd name="connsiteX3" fmla="*/ 0 w 15874"/>
                    <a:gd name="connsiteY3" fmla="*/ 21456 h 21456"/>
                    <a:gd name="connsiteX4" fmla="*/ 6428 w 15874"/>
                    <a:gd name="connsiteY4" fmla="*/ 16358 h 21456"/>
                    <a:gd name="connsiteX5" fmla="*/ 11792 w 15874"/>
                    <a:gd name="connsiteY5" fmla="*/ 9841 h 21456"/>
                    <a:gd name="connsiteX6" fmla="*/ 15870 w 15874"/>
                    <a:gd name="connsiteY6" fmla="*/ 0 h 2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874" h="21456">
                      <a:moveTo>
                        <a:pt x="15870" y="0"/>
                      </a:moveTo>
                      <a:cubicBezTo>
                        <a:pt x="15870" y="0"/>
                        <a:pt x="16048" y="3813"/>
                        <a:pt x="14009" y="8334"/>
                      </a:cubicBezTo>
                      <a:cubicBezTo>
                        <a:pt x="12989" y="10595"/>
                        <a:pt x="11437" y="12989"/>
                        <a:pt x="9176" y="15205"/>
                      </a:cubicBezTo>
                      <a:cubicBezTo>
                        <a:pt x="6871" y="17333"/>
                        <a:pt x="3945" y="19816"/>
                        <a:pt x="0" y="21456"/>
                      </a:cubicBezTo>
                      <a:cubicBezTo>
                        <a:pt x="0" y="21456"/>
                        <a:pt x="2970" y="19949"/>
                        <a:pt x="6428" y="16358"/>
                      </a:cubicBezTo>
                      <a:cubicBezTo>
                        <a:pt x="8113" y="14496"/>
                        <a:pt x="10107" y="12590"/>
                        <a:pt x="11792" y="9841"/>
                      </a:cubicBezTo>
                      <a:cubicBezTo>
                        <a:pt x="13477" y="7182"/>
                        <a:pt x="14984" y="3901"/>
                        <a:pt x="158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68" name="Forme libre : forme 25167">
                  <a:extLst>
                    <a:ext uri="{FF2B5EF4-FFF2-40B4-BE49-F238E27FC236}">
                      <a16:creationId xmlns:a16="http://schemas.microsoft.com/office/drawing/2014/main" id="{106729AB-48AB-4899-BCFD-ED10A93AD735}"/>
                    </a:ext>
                  </a:extLst>
                </p:cNvPr>
                <p:cNvSpPr/>
                <p:nvPr/>
              </p:nvSpPr>
              <p:spPr>
                <a:xfrm>
                  <a:off x="4860995" y="1287903"/>
                  <a:ext cx="16257" cy="27928"/>
                </a:xfrm>
                <a:custGeom>
                  <a:avLst/>
                  <a:gdLst>
                    <a:gd name="connsiteX0" fmla="*/ 16257 w 16257"/>
                    <a:gd name="connsiteY0" fmla="*/ 0 h 27928"/>
                    <a:gd name="connsiteX1" fmla="*/ 12844 w 16257"/>
                    <a:gd name="connsiteY1" fmla="*/ 1729 h 27928"/>
                    <a:gd name="connsiteX2" fmla="*/ 5840 w 16257"/>
                    <a:gd name="connsiteY2" fmla="*/ 7049 h 27928"/>
                    <a:gd name="connsiteX3" fmla="*/ 564 w 16257"/>
                    <a:gd name="connsiteY3" fmla="*/ 16137 h 27928"/>
                    <a:gd name="connsiteX4" fmla="*/ 1628 w 16257"/>
                    <a:gd name="connsiteY4" fmla="*/ 27929 h 27928"/>
                    <a:gd name="connsiteX5" fmla="*/ 1584 w 16257"/>
                    <a:gd name="connsiteY5" fmla="*/ 18264 h 27928"/>
                    <a:gd name="connsiteX6" fmla="*/ 5574 w 16257"/>
                    <a:gd name="connsiteY6" fmla="*/ 8911 h 27928"/>
                    <a:gd name="connsiteX7" fmla="*/ 16257 w 16257"/>
                    <a:gd name="connsiteY7" fmla="*/ 0 h 27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257" h="27928">
                      <a:moveTo>
                        <a:pt x="16257" y="0"/>
                      </a:moveTo>
                      <a:cubicBezTo>
                        <a:pt x="16257" y="0"/>
                        <a:pt x="14839" y="532"/>
                        <a:pt x="12844" y="1729"/>
                      </a:cubicBezTo>
                      <a:cubicBezTo>
                        <a:pt x="10849" y="2926"/>
                        <a:pt x="8234" y="4699"/>
                        <a:pt x="5840" y="7049"/>
                      </a:cubicBezTo>
                      <a:cubicBezTo>
                        <a:pt x="3490" y="9398"/>
                        <a:pt x="1540" y="12634"/>
                        <a:pt x="564" y="16137"/>
                      </a:cubicBezTo>
                      <a:cubicBezTo>
                        <a:pt x="-367" y="19683"/>
                        <a:pt x="-234" y="23628"/>
                        <a:pt x="1628" y="27929"/>
                      </a:cubicBezTo>
                      <a:cubicBezTo>
                        <a:pt x="1628" y="27929"/>
                        <a:pt x="431" y="23894"/>
                        <a:pt x="1584" y="18264"/>
                      </a:cubicBezTo>
                      <a:cubicBezTo>
                        <a:pt x="2160" y="15472"/>
                        <a:pt x="3313" y="12147"/>
                        <a:pt x="5574" y="8911"/>
                      </a:cubicBezTo>
                      <a:cubicBezTo>
                        <a:pt x="7923" y="5852"/>
                        <a:pt x="11381" y="2660"/>
                        <a:pt x="162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69" name="Forme libre : forme 25168">
                  <a:extLst>
                    <a:ext uri="{FF2B5EF4-FFF2-40B4-BE49-F238E27FC236}">
                      <a16:creationId xmlns:a16="http://schemas.microsoft.com/office/drawing/2014/main" id="{3462CC3A-9C3A-43ED-BC86-C05ECC4AE2C0}"/>
                    </a:ext>
                  </a:extLst>
                </p:cNvPr>
                <p:cNvSpPr/>
                <p:nvPr/>
              </p:nvSpPr>
              <p:spPr>
                <a:xfrm>
                  <a:off x="4897582" y="1300103"/>
                  <a:ext cx="12582" cy="6633"/>
                </a:xfrm>
                <a:custGeom>
                  <a:avLst/>
                  <a:gdLst>
                    <a:gd name="connsiteX0" fmla="*/ 12520 w 12582"/>
                    <a:gd name="connsiteY0" fmla="*/ 4113 h 6633"/>
                    <a:gd name="connsiteX1" fmla="*/ 10171 w 12582"/>
                    <a:gd name="connsiteY1" fmla="*/ 6020 h 6633"/>
                    <a:gd name="connsiteX2" fmla="*/ 5693 w 12582"/>
                    <a:gd name="connsiteY2" fmla="*/ 6596 h 6633"/>
                    <a:gd name="connsiteX3" fmla="*/ 19 w 12582"/>
                    <a:gd name="connsiteY3" fmla="*/ 2828 h 6633"/>
                    <a:gd name="connsiteX4" fmla="*/ 7023 w 12582"/>
                    <a:gd name="connsiteY4" fmla="*/ 35 h 6633"/>
                    <a:gd name="connsiteX5" fmla="*/ 12520 w 12582"/>
                    <a:gd name="connsiteY5" fmla="*/ 4113 h 6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82" h="6633">
                      <a:moveTo>
                        <a:pt x="12520" y="4113"/>
                      </a:moveTo>
                      <a:cubicBezTo>
                        <a:pt x="12299" y="5000"/>
                        <a:pt x="11412" y="5665"/>
                        <a:pt x="10171" y="6020"/>
                      </a:cubicBezTo>
                      <a:cubicBezTo>
                        <a:pt x="8929" y="6507"/>
                        <a:pt x="7378" y="6729"/>
                        <a:pt x="5693" y="6596"/>
                      </a:cubicBezTo>
                      <a:cubicBezTo>
                        <a:pt x="2324" y="6286"/>
                        <a:pt x="-247" y="4645"/>
                        <a:pt x="19" y="2828"/>
                      </a:cubicBezTo>
                      <a:cubicBezTo>
                        <a:pt x="285" y="1055"/>
                        <a:pt x="3477" y="-231"/>
                        <a:pt x="7023" y="35"/>
                      </a:cubicBezTo>
                      <a:cubicBezTo>
                        <a:pt x="10570" y="301"/>
                        <a:pt x="13008" y="2429"/>
                        <a:pt x="12520" y="411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70" name="Forme libre : forme 25169">
                  <a:extLst>
                    <a:ext uri="{FF2B5EF4-FFF2-40B4-BE49-F238E27FC236}">
                      <a16:creationId xmlns:a16="http://schemas.microsoft.com/office/drawing/2014/main" id="{D460FEC8-2DD5-4B48-A1CD-DD967AFB6BDB}"/>
                    </a:ext>
                  </a:extLst>
                </p:cNvPr>
                <p:cNvSpPr/>
                <p:nvPr/>
              </p:nvSpPr>
              <p:spPr>
                <a:xfrm>
                  <a:off x="4908400" y="1301902"/>
                  <a:ext cx="3349" cy="2855"/>
                </a:xfrm>
                <a:custGeom>
                  <a:avLst/>
                  <a:gdLst>
                    <a:gd name="connsiteX0" fmla="*/ 3342 w 3349"/>
                    <a:gd name="connsiteY0" fmla="*/ 1250 h 2855"/>
                    <a:gd name="connsiteX1" fmla="*/ 1879 w 3349"/>
                    <a:gd name="connsiteY1" fmla="*/ 2846 h 2855"/>
                    <a:gd name="connsiteX2" fmla="*/ 17 w 3349"/>
                    <a:gd name="connsiteY2" fmla="*/ 1605 h 2855"/>
                    <a:gd name="connsiteX3" fmla="*/ 1480 w 3349"/>
                    <a:gd name="connsiteY3" fmla="*/ 9 h 2855"/>
                    <a:gd name="connsiteX4" fmla="*/ 3342 w 3349"/>
                    <a:gd name="connsiteY4" fmla="*/ 1250 h 2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49" h="2855">
                      <a:moveTo>
                        <a:pt x="3342" y="1250"/>
                      </a:moveTo>
                      <a:cubicBezTo>
                        <a:pt x="3430" y="2048"/>
                        <a:pt x="2765" y="2758"/>
                        <a:pt x="1879" y="2846"/>
                      </a:cubicBezTo>
                      <a:cubicBezTo>
                        <a:pt x="948" y="2935"/>
                        <a:pt x="106" y="2403"/>
                        <a:pt x="17" y="1605"/>
                      </a:cubicBezTo>
                      <a:cubicBezTo>
                        <a:pt x="-116" y="807"/>
                        <a:pt x="549" y="98"/>
                        <a:pt x="1480" y="9"/>
                      </a:cubicBezTo>
                      <a:cubicBezTo>
                        <a:pt x="2411" y="-80"/>
                        <a:pt x="3253" y="497"/>
                        <a:pt x="3342" y="12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71" name="Forme libre : forme 25170">
                  <a:extLst>
                    <a:ext uri="{FF2B5EF4-FFF2-40B4-BE49-F238E27FC236}">
                      <a16:creationId xmlns:a16="http://schemas.microsoft.com/office/drawing/2014/main" id="{9A53DF3C-8053-44EE-AEF1-AB12130EE35B}"/>
                    </a:ext>
                  </a:extLst>
                </p:cNvPr>
                <p:cNvSpPr/>
                <p:nvPr/>
              </p:nvSpPr>
              <p:spPr>
                <a:xfrm>
                  <a:off x="4894025" y="1283590"/>
                  <a:ext cx="32346" cy="23984"/>
                </a:xfrm>
                <a:custGeom>
                  <a:avLst/>
                  <a:gdLst>
                    <a:gd name="connsiteX0" fmla="*/ 29421 w 32346"/>
                    <a:gd name="connsiteY0" fmla="*/ 7549 h 23984"/>
                    <a:gd name="connsiteX1" fmla="*/ 32346 w 32346"/>
                    <a:gd name="connsiteY1" fmla="*/ 20050 h 23984"/>
                    <a:gd name="connsiteX2" fmla="*/ 30130 w 32346"/>
                    <a:gd name="connsiteY2" fmla="*/ 23951 h 23984"/>
                    <a:gd name="connsiteX3" fmla="*/ 26450 w 32346"/>
                    <a:gd name="connsiteY3" fmla="*/ 21557 h 23984"/>
                    <a:gd name="connsiteX4" fmla="*/ 17806 w 32346"/>
                    <a:gd name="connsiteY4" fmla="*/ 10829 h 23984"/>
                    <a:gd name="connsiteX5" fmla="*/ 13594 w 32346"/>
                    <a:gd name="connsiteY5" fmla="*/ 9677 h 23984"/>
                    <a:gd name="connsiteX6" fmla="*/ 7211 w 32346"/>
                    <a:gd name="connsiteY6" fmla="*/ 8613 h 23984"/>
                    <a:gd name="connsiteX7" fmla="*/ 206 w 32346"/>
                    <a:gd name="connsiteY7" fmla="*/ 4445 h 23984"/>
                    <a:gd name="connsiteX8" fmla="*/ 9915 w 32346"/>
                    <a:gd name="connsiteY8" fmla="*/ 101 h 23984"/>
                    <a:gd name="connsiteX9" fmla="*/ 20909 w 32346"/>
                    <a:gd name="connsiteY9" fmla="*/ 899 h 23984"/>
                    <a:gd name="connsiteX10" fmla="*/ 29421 w 32346"/>
                    <a:gd name="connsiteY10" fmla="*/ 7549 h 23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346" h="23984">
                      <a:moveTo>
                        <a:pt x="29421" y="7549"/>
                      </a:moveTo>
                      <a:cubicBezTo>
                        <a:pt x="31770" y="11405"/>
                        <a:pt x="32346" y="15750"/>
                        <a:pt x="32346" y="20050"/>
                      </a:cubicBezTo>
                      <a:cubicBezTo>
                        <a:pt x="32346" y="21646"/>
                        <a:pt x="31903" y="23641"/>
                        <a:pt x="30130" y="23951"/>
                      </a:cubicBezTo>
                      <a:cubicBezTo>
                        <a:pt x="28534" y="24217"/>
                        <a:pt x="27248" y="22843"/>
                        <a:pt x="26450" y="21557"/>
                      </a:cubicBezTo>
                      <a:cubicBezTo>
                        <a:pt x="23968" y="17700"/>
                        <a:pt x="22372" y="13179"/>
                        <a:pt x="17806" y="10829"/>
                      </a:cubicBezTo>
                      <a:cubicBezTo>
                        <a:pt x="17097" y="10475"/>
                        <a:pt x="15545" y="10076"/>
                        <a:pt x="13594" y="9677"/>
                      </a:cubicBezTo>
                      <a:cubicBezTo>
                        <a:pt x="11644" y="9189"/>
                        <a:pt x="9339" y="8967"/>
                        <a:pt x="7211" y="8613"/>
                      </a:cubicBezTo>
                      <a:cubicBezTo>
                        <a:pt x="2911" y="7859"/>
                        <a:pt x="-946" y="6751"/>
                        <a:pt x="206" y="4445"/>
                      </a:cubicBezTo>
                      <a:cubicBezTo>
                        <a:pt x="1359" y="2096"/>
                        <a:pt x="5526" y="722"/>
                        <a:pt x="9915" y="101"/>
                      </a:cubicBezTo>
                      <a:cubicBezTo>
                        <a:pt x="14304" y="-209"/>
                        <a:pt x="18825" y="234"/>
                        <a:pt x="20909" y="899"/>
                      </a:cubicBezTo>
                      <a:cubicBezTo>
                        <a:pt x="24766" y="2007"/>
                        <a:pt x="27647" y="4667"/>
                        <a:pt x="29421" y="754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17" name="Graphique 2">
                <a:extLst>
                  <a:ext uri="{FF2B5EF4-FFF2-40B4-BE49-F238E27FC236}">
                    <a16:creationId xmlns:a16="http://schemas.microsoft.com/office/drawing/2014/main" id="{D60F0330-6EED-4AD9-8210-DD125907544B}"/>
                  </a:ext>
                </a:extLst>
              </p:cNvPr>
              <p:cNvGrpSpPr/>
              <p:nvPr/>
            </p:nvGrpSpPr>
            <p:grpSpPr>
              <a:xfrm>
                <a:off x="4931647" y="1279208"/>
                <a:ext cx="72900" cy="57615"/>
                <a:chOff x="4931647" y="1279208"/>
                <a:chExt cx="72900" cy="57615"/>
              </a:xfrm>
              <a:solidFill>
                <a:schemeClr val="accent1"/>
              </a:solidFill>
            </p:grpSpPr>
            <p:sp>
              <p:nvSpPr>
                <p:cNvPr id="25148" name="Forme libre : forme 25147">
                  <a:extLst>
                    <a:ext uri="{FF2B5EF4-FFF2-40B4-BE49-F238E27FC236}">
                      <a16:creationId xmlns:a16="http://schemas.microsoft.com/office/drawing/2014/main" id="{8B4E8140-182E-47E2-8A48-B20EE82A0ABA}"/>
                    </a:ext>
                  </a:extLst>
                </p:cNvPr>
                <p:cNvSpPr/>
                <p:nvPr/>
              </p:nvSpPr>
              <p:spPr>
                <a:xfrm>
                  <a:off x="4931647" y="1279208"/>
                  <a:ext cx="72900" cy="57615"/>
                </a:xfrm>
                <a:custGeom>
                  <a:avLst/>
                  <a:gdLst>
                    <a:gd name="connsiteX0" fmla="*/ 39942 w 72900"/>
                    <a:gd name="connsiteY0" fmla="*/ 56749 h 57615"/>
                    <a:gd name="connsiteX1" fmla="*/ 29569 w 72900"/>
                    <a:gd name="connsiteY1" fmla="*/ 54222 h 57615"/>
                    <a:gd name="connsiteX2" fmla="*/ 18841 w 72900"/>
                    <a:gd name="connsiteY2" fmla="*/ 52538 h 57615"/>
                    <a:gd name="connsiteX3" fmla="*/ 11703 w 72900"/>
                    <a:gd name="connsiteY3" fmla="*/ 50277 h 57615"/>
                    <a:gd name="connsiteX4" fmla="*/ 5719 w 72900"/>
                    <a:gd name="connsiteY4" fmla="*/ 45932 h 57615"/>
                    <a:gd name="connsiteX5" fmla="*/ 0 w 72900"/>
                    <a:gd name="connsiteY5" fmla="*/ 32278 h 57615"/>
                    <a:gd name="connsiteX6" fmla="*/ 44 w 72900"/>
                    <a:gd name="connsiteY6" fmla="*/ 17693 h 57615"/>
                    <a:gd name="connsiteX7" fmla="*/ 7315 w 72900"/>
                    <a:gd name="connsiteY7" fmla="*/ 4394 h 57615"/>
                    <a:gd name="connsiteX8" fmla="*/ 15427 w 72900"/>
                    <a:gd name="connsiteY8" fmla="*/ 670 h 57615"/>
                    <a:gd name="connsiteX9" fmla="*/ 25402 w 72900"/>
                    <a:gd name="connsiteY9" fmla="*/ 227 h 57615"/>
                    <a:gd name="connsiteX10" fmla="*/ 40341 w 72900"/>
                    <a:gd name="connsiteY10" fmla="*/ 2710 h 57615"/>
                    <a:gd name="connsiteX11" fmla="*/ 55236 w 72900"/>
                    <a:gd name="connsiteY11" fmla="*/ 6522 h 57615"/>
                    <a:gd name="connsiteX12" fmla="*/ 64369 w 72900"/>
                    <a:gd name="connsiteY12" fmla="*/ 11265 h 57615"/>
                    <a:gd name="connsiteX13" fmla="*/ 70442 w 72900"/>
                    <a:gd name="connsiteY13" fmla="*/ 18137 h 57615"/>
                    <a:gd name="connsiteX14" fmla="*/ 71373 w 72900"/>
                    <a:gd name="connsiteY14" fmla="*/ 33254 h 57615"/>
                    <a:gd name="connsiteX15" fmla="*/ 64989 w 72900"/>
                    <a:gd name="connsiteY15" fmla="*/ 46154 h 57615"/>
                    <a:gd name="connsiteX16" fmla="*/ 54039 w 72900"/>
                    <a:gd name="connsiteY16" fmla="*/ 55907 h 57615"/>
                    <a:gd name="connsiteX17" fmla="*/ 47079 w 72900"/>
                    <a:gd name="connsiteY17" fmla="*/ 57503 h 57615"/>
                    <a:gd name="connsiteX18" fmla="*/ 39942 w 72900"/>
                    <a:gd name="connsiteY18" fmla="*/ 56749 h 57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2900" h="57615">
                      <a:moveTo>
                        <a:pt x="39942" y="56749"/>
                      </a:moveTo>
                      <a:cubicBezTo>
                        <a:pt x="36484" y="55951"/>
                        <a:pt x="33204" y="54710"/>
                        <a:pt x="29569" y="54222"/>
                      </a:cubicBezTo>
                      <a:cubicBezTo>
                        <a:pt x="26022" y="53601"/>
                        <a:pt x="22520" y="52804"/>
                        <a:pt x="18841" y="52538"/>
                      </a:cubicBezTo>
                      <a:cubicBezTo>
                        <a:pt x="16269" y="52272"/>
                        <a:pt x="13920" y="51385"/>
                        <a:pt x="11703" y="50277"/>
                      </a:cubicBezTo>
                      <a:cubicBezTo>
                        <a:pt x="9487" y="49213"/>
                        <a:pt x="7448" y="47750"/>
                        <a:pt x="5719" y="45932"/>
                      </a:cubicBezTo>
                      <a:cubicBezTo>
                        <a:pt x="2261" y="42253"/>
                        <a:pt x="0" y="37465"/>
                        <a:pt x="0" y="32278"/>
                      </a:cubicBezTo>
                      <a:lnTo>
                        <a:pt x="44" y="17693"/>
                      </a:lnTo>
                      <a:cubicBezTo>
                        <a:pt x="44" y="12374"/>
                        <a:pt x="2748" y="7542"/>
                        <a:pt x="7315" y="4394"/>
                      </a:cubicBezTo>
                      <a:cubicBezTo>
                        <a:pt x="9620" y="2754"/>
                        <a:pt x="12368" y="1513"/>
                        <a:pt x="15427" y="670"/>
                      </a:cubicBezTo>
                      <a:cubicBezTo>
                        <a:pt x="18486" y="-128"/>
                        <a:pt x="21899" y="-128"/>
                        <a:pt x="25402" y="227"/>
                      </a:cubicBezTo>
                      <a:cubicBezTo>
                        <a:pt x="30367" y="670"/>
                        <a:pt x="35376" y="1779"/>
                        <a:pt x="40341" y="2710"/>
                      </a:cubicBezTo>
                      <a:cubicBezTo>
                        <a:pt x="45351" y="3552"/>
                        <a:pt x="50271" y="5236"/>
                        <a:pt x="55236" y="6522"/>
                      </a:cubicBezTo>
                      <a:cubicBezTo>
                        <a:pt x="58694" y="7542"/>
                        <a:pt x="61797" y="9359"/>
                        <a:pt x="64369" y="11265"/>
                      </a:cubicBezTo>
                      <a:cubicBezTo>
                        <a:pt x="66984" y="13172"/>
                        <a:pt x="69023" y="15610"/>
                        <a:pt x="70442" y="18137"/>
                      </a:cubicBezTo>
                      <a:cubicBezTo>
                        <a:pt x="73323" y="23190"/>
                        <a:pt x="73722" y="28510"/>
                        <a:pt x="71373" y="33254"/>
                      </a:cubicBezTo>
                      <a:lnTo>
                        <a:pt x="64989" y="46154"/>
                      </a:lnTo>
                      <a:cubicBezTo>
                        <a:pt x="62684" y="50764"/>
                        <a:pt x="58517" y="54133"/>
                        <a:pt x="54039" y="55907"/>
                      </a:cubicBezTo>
                      <a:cubicBezTo>
                        <a:pt x="51823" y="56793"/>
                        <a:pt x="49473" y="57237"/>
                        <a:pt x="47079" y="57503"/>
                      </a:cubicBezTo>
                      <a:cubicBezTo>
                        <a:pt x="44641" y="57813"/>
                        <a:pt x="42336" y="57458"/>
                        <a:pt x="39942" y="56749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49" name="Forme libre : forme 25148">
                  <a:extLst>
                    <a:ext uri="{FF2B5EF4-FFF2-40B4-BE49-F238E27FC236}">
                      <a16:creationId xmlns:a16="http://schemas.microsoft.com/office/drawing/2014/main" id="{B8D7F0A2-D292-4539-9837-007D4483D704}"/>
                    </a:ext>
                  </a:extLst>
                </p:cNvPr>
                <p:cNvSpPr/>
                <p:nvPr/>
              </p:nvSpPr>
              <p:spPr>
                <a:xfrm>
                  <a:off x="4931647" y="1305147"/>
                  <a:ext cx="65166" cy="31669"/>
                </a:xfrm>
                <a:custGeom>
                  <a:avLst/>
                  <a:gdLst>
                    <a:gd name="connsiteX0" fmla="*/ 25313 w 65166"/>
                    <a:gd name="connsiteY0" fmla="*/ 9886 h 31669"/>
                    <a:gd name="connsiteX1" fmla="*/ 11083 w 65166"/>
                    <a:gd name="connsiteY1" fmla="*/ 8068 h 31669"/>
                    <a:gd name="connsiteX2" fmla="*/ 0 w 65166"/>
                    <a:gd name="connsiteY2" fmla="*/ 0 h 31669"/>
                    <a:gd name="connsiteX3" fmla="*/ 0 w 65166"/>
                    <a:gd name="connsiteY3" fmla="*/ 6295 h 31669"/>
                    <a:gd name="connsiteX4" fmla="*/ 5719 w 65166"/>
                    <a:gd name="connsiteY4" fmla="*/ 19949 h 31669"/>
                    <a:gd name="connsiteX5" fmla="*/ 11703 w 65166"/>
                    <a:gd name="connsiteY5" fmla="*/ 24293 h 31669"/>
                    <a:gd name="connsiteX6" fmla="*/ 18841 w 65166"/>
                    <a:gd name="connsiteY6" fmla="*/ 26554 h 31669"/>
                    <a:gd name="connsiteX7" fmla="*/ 29569 w 65166"/>
                    <a:gd name="connsiteY7" fmla="*/ 28239 h 31669"/>
                    <a:gd name="connsiteX8" fmla="*/ 39942 w 65166"/>
                    <a:gd name="connsiteY8" fmla="*/ 30766 h 31669"/>
                    <a:gd name="connsiteX9" fmla="*/ 47035 w 65166"/>
                    <a:gd name="connsiteY9" fmla="*/ 31608 h 31669"/>
                    <a:gd name="connsiteX10" fmla="*/ 53995 w 65166"/>
                    <a:gd name="connsiteY10" fmla="*/ 30012 h 31669"/>
                    <a:gd name="connsiteX11" fmla="*/ 64945 w 65166"/>
                    <a:gd name="connsiteY11" fmla="*/ 20259 h 31669"/>
                    <a:gd name="connsiteX12" fmla="*/ 65167 w 65166"/>
                    <a:gd name="connsiteY12" fmla="*/ 19860 h 31669"/>
                    <a:gd name="connsiteX13" fmla="*/ 55458 w 65166"/>
                    <a:gd name="connsiteY13" fmla="*/ 15915 h 31669"/>
                    <a:gd name="connsiteX14" fmla="*/ 45750 w 65166"/>
                    <a:gd name="connsiteY14" fmla="*/ 12457 h 31669"/>
                    <a:gd name="connsiteX15" fmla="*/ 35731 w 65166"/>
                    <a:gd name="connsiteY15" fmla="*/ 10196 h 31669"/>
                    <a:gd name="connsiteX16" fmla="*/ 25313 w 65166"/>
                    <a:gd name="connsiteY16" fmla="*/ 9886 h 31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5166" h="31669">
                      <a:moveTo>
                        <a:pt x="25313" y="9886"/>
                      </a:moveTo>
                      <a:cubicBezTo>
                        <a:pt x="20259" y="10595"/>
                        <a:pt x="15471" y="9531"/>
                        <a:pt x="11083" y="8068"/>
                      </a:cubicBezTo>
                      <a:cubicBezTo>
                        <a:pt x="6694" y="6561"/>
                        <a:pt x="2837" y="3591"/>
                        <a:pt x="0" y="0"/>
                      </a:cubicBezTo>
                      <a:lnTo>
                        <a:pt x="0" y="6295"/>
                      </a:lnTo>
                      <a:cubicBezTo>
                        <a:pt x="0" y="11526"/>
                        <a:pt x="2261" y="16269"/>
                        <a:pt x="5719" y="19949"/>
                      </a:cubicBezTo>
                      <a:cubicBezTo>
                        <a:pt x="7448" y="21767"/>
                        <a:pt x="9442" y="23229"/>
                        <a:pt x="11703" y="24293"/>
                      </a:cubicBezTo>
                      <a:cubicBezTo>
                        <a:pt x="13920" y="25357"/>
                        <a:pt x="16269" y="26288"/>
                        <a:pt x="18841" y="26554"/>
                      </a:cubicBezTo>
                      <a:cubicBezTo>
                        <a:pt x="22564" y="26820"/>
                        <a:pt x="26022" y="27618"/>
                        <a:pt x="29569" y="28239"/>
                      </a:cubicBezTo>
                      <a:cubicBezTo>
                        <a:pt x="33160" y="28727"/>
                        <a:pt x="36440" y="29968"/>
                        <a:pt x="39942" y="30766"/>
                      </a:cubicBezTo>
                      <a:cubicBezTo>
                        <a:pt x="42336" y="31431"/>
                        <a:pt x="44641" y="31830"/>
                        <a:pt x="47035" y="31608"/>
                      </a:cubicBezTo>
                      <a:cubicBezTo>
                        <a:pt x="49473" y="31342"/>
                        <a:pt x="51779" y="30899"/>
                        <a:pt x="53995" y="30012"/>
                      </a:cubicBezTo>
                      <a:cubicBezTo>
                        <a:pt x="58472" y="28239"/>
                        <a:pt x="62640" y="24870"/>
                        <a:pt x="64945" y="20259"/>
                      </a:cubicBezTo>
                      <a:lnTo>
                        <a:pt x="65167" y="19860"/>
                      </a:lnTo>
                      <a:cubicBezTo>
                        <a:pt x="61842" y="18619"/>
                        <a:pt x="58650" y="17289"/>
                        <a:pt x="55458" y="15915"/>
                      </a:cubicBezTo>
                      <a:cubicBezTo>
                        <a:pt x="52177" y="14807"/>
                        <a:pt x="49030" y="13477"/>
                        <a:pt x="45750" y="12457"/>
                      </a:cubicBezTo>
                      <a:cubicBezTo>
                        <a:pt x="42425" y="11615"/>
                        <a:pt x="39100" y="10684"/>
                        <a:pt x="35731" y="10196"/>
                      </a:cubicBezTo>
                      <a:cubicBezTo>
                        <a:pt x="32273" y="9886"/>
                        <a:pt x="28815" y="9708"/>
                        <a:pt x="25313" y="9886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50" name="Forme libre : forme 25149">
                  <a:extLst>
                    <a:ext uri="{FF2B5EF4-FFF2-40B4-BE49-F238E27FC236}">
                      <a16:creationId xmlns:a16="http://schemas.microsoft.com/office/drawing/2014/main" id="{90ABE3E2-CB0D-497A-BA0A-AF0D467AB292}"/>
                    </a:ext>
                  </a:extLst>
                </p:cNvPr>
                <p:cNvSpPr/>
                <p:nvPr/>
              </p:nvSpPr>
              <p:spPr>
                <a:xfrm>
                  <a:off x="4955210" y="1299628"/>
                  <a:ext cx="31204" cy="20650"/>
                </a:xfrm>
                <a:custGeom>
                  <a:avLst/>
                  <a:gdLst>
                    <a:gd name="connsiteX0" fmla="*/ 30831 w 31204"/>
                    <a:gd name="connsiteY0" fmla="*/ 14873 h 20650"/>
                    <a:gd name="connsiteX1" fmla="*/ 24270 w 31204"/>
                    <a:gd name="connsiteY1" fmla="*/ 19971 h 20650"/>
                    <a:gd name="connsiteX2" fmla="*/ 13320 w 31204"/>
                    <a:gd name="connsiteY2" fmla="*/ 19927 h 20650"/>
                    <a:gd name="connsiteX3" fmla="*/ 7823 w 31204"/>
                    <a:gd name="connsiteY3" fmla="*/ 17976 h 20650"/>
                    <a:gd name="connsiteX4" fmla="*/ 3523 w 31204"/>
                    <a:gd name="connsiteY4" fmla="*/ 15006 h 20650"/>
                    <a:gd name="connsiteX5" fmla="*/ 65 w 31204"/>
                    <a:gd name="connsiteY5" fmla="*/ 7425 h 20650"/>
                    <a:gd name="connsiteX6" fmla="*/ 5828 w 31204"/>
                    <a:gd name="connsiteY6" fmla="*/ 1130 h 20650"/>
                    <a:gd name="connsiteX7" fmla="*/ 11414 w 31204"/>
                    <a:gd name="connsiteY7" fmla="*/ 22 h 20650"/>
                    <a:gd name="connsiteX8" fmla="*/ 18019 w 31204"/>
                    <a:gd name="connsiteY8" fmla="*/ 598 h 20650"/>
                    <a:gd name="connsiteX9" fmla="*/ 28659 w 31204"/>
                    <a:gd name="connsiteY9" fmla="*/ 6672 h 20650"/>
                    <a:gd name="connsiteX10" fmla="*/ 30831 w 31204"/>
                    <a:gd name="connsiteY10" fmla="*/ 14873 h 20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204" h="20650">
                      <a:moveTo>
                        <a:pt x="30831" y="14873"/>
                      </a:moveTo>
                      <a:cubicBezTo>
                        <a:pt x="29900" y="17444"/>
                        <a:pt x="27373" y="19173"/>
                        <a:pt x="24270" y="19971"/>
                      </a:cubicBezTo>
                      <a:cubicBezTo>
                        <a:pt x="21167" y="20725"/>
                        <a:pt x="17221" y="21035"/>
                        <a:pt x="13320" y="19927"/>
                      </a:cubicBezTo>
                      <a:cubicBezTo>
                        <a:pt x="11370" y="19350"/>
                        <a:pt x="9464" y="18863"/>
                        <a:pt x="7823" y="17976"/>
                      </a:cubicBezTo>
                      <a:cubicBezTo>
                        <a:pt x="6183" y="17134"/>
                        <a:pt x="4720" y="16114"/>
                        <a:pt x="3523" y="15006"/>
                      </a:cubicBezTo>
                      <a:cubicBezTo>
                        <a:pt x="1129" y="12701"/>
                        <a:pt x="-334" y="10174"/>
                        <a:pt x="65" y="7425"/>
                      </a:cubicBezTo>
                      <a:cubicBezTo>
                        <a:pt x="420" y="4766"/>
                        <a:pt x="2548" y="2327"/>
                        <a:pt x="5828" y="1130"/>
                      </a:cubicBezTo>
                      <a:cubicBezTo>
                        <a:pt x="7469" y="510"/>
                        <a:pt x="9375" y="155"/>
                        <a:pt x="11414" y="22"/>
                      </a:cubicBezTo>
                      <a:cubicBezTo>
                        <a:pt x="13498" y="-22"/>
                        <a:pt x="15759" y="-67"/>
                        <a:pt x="18019" y="598"/>
                      </a:cubicBezTo>
                      <a:cubicBezTo>
                        <a:pt x="22541" y="1884"/>
                        <a:pt x="26398" y="3879"/>
                        <a:pt x="28659" y="6672"/>
                      </a:cubicBezTo>
                      <a:cubicBezTo>
                        <a:pt x="30920" y="9376"/>
                        <a:pt x="31762" y="12302"/>
                        <a:pt x="30831" y="1487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51" name="Forme libre : forme 25150">
                  <a:extLst>
                    <a:ext uri="{FF2B5EF4-FFF2-40B4-BE49-F238E27FC236}">
                      <a16:creationId xmlns:a16="http://schemas.microsoft.com/office/drawing/2014/main" id="{1D1C1FBA-167A-46E1-8128-6FF10A112A33}"/>
                    </a:ext>
                  </a:extLst>
                </p:cNvPr>
                <p:cNvSpPr/>
                <p:nvPr/>
              </p:nvSpPr>
              <p:spPr>
                <a:xfrm>
                  <a:off x="4955221" y="1300005"/>
                  <a:ext cx="20002" cy="20296"/>
                </a:xfrm>
                <a:custGeom>
                  <a:avLst/>
                  <a:gdLst>
                    <a:gd name="connsiteX0" fmla="*/ 8388 w 20002"/>
                    <a:gd name="connsiteY0" fmla="*/ 0 h 20296"/>
                    <a:gd name="connsiteX1" fmla="*/ 2625 w 20002"/>
                    <a:gd name="connsiteY1" fmla="*/ 2571 h 20296"/>
                    <a:gd name="connsiteX2" fmla="*/ 54 w 20002"/>
                    <a:gd name="connsiteY2" fmla="*/ 7049 h 20296"/>
                    <a:gd name="connsiteX3" fmla="*/ 3512 w 20002"/>
                    <a:gd name="connsiteY3" fmla="*/ 14629 h 20296"/>
                    <a:gd name="connsiteX4" fmla="*/ 7812 w 20002"/>
                    <a:gd name="connsiteY4" fmla="*/ 17599 h 20296"/>
                    <a:gd name="connsiteX5" fmla="*/ 13309 w 20002"/>
                    <a:gd name="connsiteY5" fmla="*/ 19550 h 20296"/>
                    <a:gd name="connsiteX6" fmla="*/ 20003 w 20002"/>
                    <a:gd name="connsiteY6" fmla="*/ 20259 h 20296"/>
                    <a:gd name="connsiteX7" fmla="*/ 16634 w 20002"/>
                    <a:gd name="connsiteY7" fmla="*/ 18619 h 20296"/>
                    <a:gd name="connsiteX8" fmla="*/ 12777 w 20002"/>
                    <a:gd name="connsiteY8" fmla="*/ 14585 h 20296"/>
                    <a:gd name="connsiteX9" fmla="*/ 9807 w 20002"/>
                    <a:gd name="connsiteY9" fmla="*/ 10019 h 20296"/>
                    <a:gd name="connsiteX10" fmla="*/ 8388 w 20002"/>
                    <a:gd name="connsiteY10" fmla="*/ 0 h 20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002" h="20296">
                      <a:moveTo>
                        <a:pt x="8388" y="0"/>
                      </a:moveTo>
                      <a:cubicBezTo>
                        <a:pt x="6039" y="488"/>
                        <a:pt x="4088" y="1241"/>
                        <a:pt x="2625" y="2571"/>
                      </a:cubicBezTo>
                      <a:cubicBezTo>
                        <a:pt x="1162" y="3812"/>
                        <a:pt x="276" y="5364"/>
                        <a:pt x="54" y="7049"/>
                      </a:cubicBezTo>
                      <a:cubicBezTo>
                        <a:pt x="-301" y="9841"/>
                        <a:pt x="1118" y="12324"/>
                        <a:pt x="3512" y="14629"/>
                      </a:cubicBezTo>
                      <a:cubicBezTo>
                        <a:pt x="4709" y="15782"/>
                        <a:pt x="6172" y="16801"/>
                        <a:pt x="7812" y="17599"/>
                      </a:cubicBezTo>
                      <a:cubicBezTo>
                        <a:pt x="9452" y="18486"/>
                        <a:pt x="11358" y="18929"/>
                        <a:pt x="13309" y="19550"/>
                      </a:cubicBezTo>
                      <a:cubicBezTo>
                        <a:pt x="15614" y="20171"/>
                        <a:pt x="17875" y="20392"/>
                        <a:pt x="20003" y="20259"/>
                      </a:cubicBezTo>
                      <a:cubicBezTo>
                        <a:pt x="18806" y="19905"/>
                        <a:pt x="17653" y="19373"/>
                        <a:pt x="16634" y="18619"/>
                      </a:cubicBezTo>
                      <a:cubicBezTo>
                        <a:pt x="15215" y="17466"/>
                        <a:pt x="13930" y="16048"/>
                        <a:pt x="12777" y="14585"/>
                      </a:cubicBezTo>
                      <a:cubicBezTo>
                        <a:pt x="11624" y="13166"/>
                        <a:pt x="10605" y="11659"/>
                        <a:pt x="9807" y="10019"/>
                      </a:cubicBezTo>
                      <a:cubicBezTo>
                        <a:pt x="8211" y="6783"/>
                        <a:pt x="7502" y="3236"/>
                        <a:pt x="8388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52" name="Forme libre : forme 25151">
                  <a:extLst>
                    <a:ext uri="{FF2B5EF4-FFF2-40B4-BE49-F238E27FC236}">
                      <a16:creationId xmlns:a16="http://schemas.microsoft.com/office/drawing/2014/main" id="{51302178-2D9A-4B68-9B9B-C3CD5D6F41B7}"/>
                    </a:ext>
                  </a:extLst>
                </p:cNvPr>
                <p:cNvSpPr/>
                <p:nvPr/>
              </p:nvSpPr>
              <p:spPr>
                <a:xfrm>
                  <a:off x="4956461" y="1302045"/>
                  <a:ext cx="30742" cy="20707"/>
                </a:xfrm>
                <a:custGeom>
                  <a:avLst/>
                  <a:gdLst>
                    <a:gd name="connsiteX0" fmla="*/ 30333 w 30742"/>
                    <a:gd name="connsiteY0" fmla="*/ 15028 h 20707"/>
                    <a:gd name="connsiteX1" fmla="*/ 23772 w 30742"/>
                    <a:gd name="connsiteY1" fmla="*/ 20126 h 20707"/>
                    <a:gd name="connsiteX2" fmla="*/ 18674 w 30742"/>
                    <a:gd name="connsiteY2" fmla="*/ 20702 h 20707"/>
                    <a:gd name="connsiteX3" fmla="*/ 13000 w 30742"/>
                    <a:gd name="connsiteY3" fmla="*/ 19993 h 20707"/>
                    <a:gd name="connsiteX4" fmla="*/ 3380 w 30742"/>
                    <a:gd name="connsiteY4" fmla="*/ 15028 h 20707"/>
                    <a:gd name="connsiteX5" fmla="*/ 55 w 30742"/>
                    <a:gd name="connsiteY5" fmla="*/ 7314 h 20707"/>
                    <a:gd name="connsiteX6" fmla="*/ 5774 w 30742"/>
                    <a:gd name="connsiteY6" fmla="*/ 1152 h 20707"/>
                    <a:gd name="connsiteX7" fmla="*/ 17832 w 30742"/>
                    <a:gd name="connsiteY7" fmla="*/ 753 h 20707"/>
                    <a:gd name="connsiteX8" fmla="*/ 23905 w 30742"/>
                    <a:gd name="connsiteY8" fmla="*/ 3191 h 20707"/>
                    <a:gd name="connsiteX9" fmla="*/ 28250 w 30742"/>
                    <a:gd name="connsiteY9" fmla="*/ 6871 h 20707"/>
                    <a:gd name="connsiteX10" fmla="*/ 30333 w 30742"/>
                    <a:gd name="connsiteY10" fmla="*/ 15028 h 20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742" h="20707">
                      <a:moveTo>
                        <a:pt x="30333" y="15028"/>
                      </a:moveTo>
                      <a:cubicBezTo>
                        <a:pt x="29358" y="17599"/>
                        <a:pt x="26876" y="19328"/>
                        <a:pt x="23772" y="20126"/>
                      </a:cubicBezTo>
                      <a:cubicBezTo>
                        <a:pt x="22221" y="20569"/>
                        <a:pt x="20536" y="20614"/>
                        <a:pt x="18674" y="20702"/>
                      </a:cubicBezTo>
                      <a:cubicBezTo>
                        <a:pt x="16857" y="20747"/>
                        <a:pt x="14906" y="20525"/>
                        <a:pt x="13000" y="19993"/>
                      </a:cubicBezTo>
                      <a:cubicBezTo>
                        <a:pt x="9188" y="18840"/>
                        <a:pt x="5730" y="17377"/>
                        <a:pt x="3380" y="15028"/>
                      </a:cubicBezTo>
                      <a:cubicBezTo>
                        <a:pt x="1075" y="12678"/>
                        <a:pt x="-299" y="10018"/>
                        <a:pt x="55" y="7314"/>
                      </a:cubicBezTo>
                      <a:cubicBezTo>
                        <a:pt x="454" y="4566"/>
                        <a:pt x="2582" y="2305"/>
                        <a:pt x="5774" y="1152"/>
                      </a:cubicBezTo>
                      <a:cubicBezTo>
                        <a:pt x="8966" y="44"/>
                        <a:pt x="13399" y="-577"/>
                        <a:pt x="17832" y="753"/>
                      </a:cubicBezTo>
                      <a:cubicBezTo>
                        <a:pt x="20049" y="1374"/>
                        <a:pt x="22132" y="2216"/>
                        <a:pt x="23905" y="3191"/>
                      </a:cubicBezTo>
                      <a:cubicBezTo>
                        <a:pt x="25723" y="4123"/>
                        <a:pt x="27142" y="5541"/>
                        <a:pt x="28250" y="6871"/>
                      </a:cubicBezTo>
                      <a:cubicBezTo>
                        <a:pt x="30511" y="9575"/>
                        <a:pt x="31309" y="12457"/>
                        <a:pt x="30333" y="1502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53" name="Forme libre : forme 25152">
                  <a:extLst>
                    <a:ext uri="{FF2B5EF4-FFF2-40B4-BE49-F238E27FC236}">
                      <a16:creationId xmlns:a16="http://schemas.microsoft.com/office/drawing/2014/main" id="{EFE4B809-BBBE-4AF6-82BC-3574F5140E04}"/>
                    </a:ext>
                  </a:extLst>
                </p:cNvPr>
                <p:cNvSpPr/>
                <p:nvPr/>
              </p:nvSpPr>
              <p:spPr>
                <a:xfrm>
                  <a:off x="4941494" y="1290408"/>
                  <a:ext cx="35742" cy="39518"/>
                </a:xfrm>
                <a:custGeom>
                  <a:avLst/>
                  <a:gdLst>
                    <a:gd name="connsiteX0" fmla="*/ 260 w 35742"/>
                    <a:gd name="connsiteY0" fmla="*/ 16690 h 39518"/>
                    <a:gd name="connsiteX1" fmla="*/ 748 w 35742"/>
                    <a:gd name="connsiteY1" fmla="*/ 25999 h 39518"/>
                    <a:gd name="connsiteX2" fmla="*/ 14180 w 35742"/>
                    <a:gd name="connsiteY2" fmla="*/ 37348 h 39518"/>
                    <a:gd name="connsiteX3" fmla="*/ 28588 w 35742"/>
                    <a:gd name="connsiteY3" fmla="*/ 39121 h 39518"/>
                    <a:gd name="connsiteX4" fmla="*/ 35725 w 35742"/>
                    <a:gd name="connsiteY4" fmla="*/ 31807 h 39518"/>
                    <a:gd name="connsiteX5" fmla="*/ 32001 w 35742"/>
                    <a:gd name="connsiteY5" fmla="*/ 25955 h 39518"/>
                    <a:gd name="connsiteX6" fmla="*/ 21184 w 35742"/>
                    <a:gd name="connsiteY6" fmla="*/ 12345 h 39518"/>
                    <a:gd name="connsiteX7" fmla="*/ 5757 w 35742"/>
                    <a:gd name="connsiteY7" fmla="*/ 154 h 39518"/>
                    <a:gd name="connsiteX8" fmla="*/ 260 w 35742"/>
                    <a:gd name="connsiteY8" fmla="*/ 16690 h 39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742" h="39518">
                      <a:moveTo>
                        <a:pt x="260" y="16690"/>
                      </a:moveTo>
                      <a:cubicBezTo>
                        <a:pt x="-50" y="19793"/>
                        <a:pt x="-272" y="23029"/>
                        <a:pt x="748" y="25999"/>
                      </a:cubicBezTo>
                      <a:cubicBezTo>
                        <a:pt x="2787" y="31496"/>
                        <a:pt x="8550" y="35442"/>
                        <a:pt x="14180" y="37348"/>
                      </a:cubicBezTo>
                      <a:cubicBezTo>
                        <a:pt x="18746" y="39299"/>
                        <a:pt x="23844" y="40052"/>
                        <a:pt x="28588" y="39121"/>
                      </a:cubicBezTo>
                      <a:cubicBezTo>
                        <a:pt x="32178" y="38235"/>
                        <a:pt x="36035" y="35486"/>
                        <a:pt x="35725" y="31807"/>
                      </a:cubicBezTo>
                      <a:cubicBezTo>
                        <a:pt x="35503" y="29501"/>
                        <a:pt x="33686" y="27728"/>
                        <a:pt x="32001" y="25955"/>
                      </a:cubicBezTo>
                      <a:cubicBezTo>
                        <a:pt x="28056" y="21655"/>
                        <a:pt x="24332" y="17266"/>
                        <a:pt x="21184" y="12345"/>
                      </a:cubicBezTo>
                      <a:cubicBezTo>
                        <a:pt x="18657" y="8001"/>
                        <a:pt x="13338" y="-1309"/>
                        <a:pt x="5757" y="154"/>
                      </a:cubicBezTo>
                      <a:cubicBezTo>
                        <a:pt x="-937" y="1972"/>
                        <a:pt x="703" y="12345"/>
                        <a:pt x="260" y="1669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54" name="Forme libre : forme 25153">
                  <a:extLst>
                    <a:ext uri="{FF2B5EF4-FFF2-40B4-BE49-F238E27FC236}">
                      <a16:creationId xmlns:a16="http://schemas.microsoft.com/office/drawing/2014/main" id="{49EDA267-FE3E-4425-B486-3092954C7B01}"/>
                    </a:ext>
                  </a:extLst>
                </p:cNvPr>
                <p:cNvSpPr/>
                <p:nvPr/>
              </p:nvSpPr>
              <p:spPr>
                <a:xfrm>
                  <a:off x="4949057" y="1291803"/>
                  <a:ext cx="14447" cy="8964"/>
                </a:xfrm>
                <a:custGeom>
                  <a:avLst/>
                  <a:gdLst>
                    <a:gd name="connsiteX0" fmla="*/ 1032 w 14447"/>
                    <a:gd name="connsiteY0" fmla="*/ 4655 h 8964"/>
                    <a:gd name="connsiteX1" fmla="*/ 12 w 14447"/>
                    <a:gd name="connsiteY1" fmla="*/ 6695 h 8964"/>
                    <a:gd name="connsiteX2" fmla="*/ 1076 w 14447"/>
                    <a:gd name="connsiteY2" fmla="*/ 8689 h 8964"/>
                    <a:gd name="connsiteX3" fmla="*/ 3470 w 14447"/>
                    <a:gd name="connsiteY3" fmla="*/ 8867 h 8964"/>
                    <a:gd name="connsiteX4" fmla="*/ 9543 w 14447"/>
                    <a:gd name="connsiteY4" fmla="*/ 7537 h 8964"/>
                    <a:gd name="connsiteX5" fmla="*/ 11849 w 14447"/>
                    <a:gd name="connsiteY5" fmla="*/ 6650 h 8964"/>
                    <a:gd name="connsiteX6" fmla="*/ 11051 w 14447"/>
                    <a:gd name="connsiteY6" fmla="*/ 1 h 8964"/>
                    <a:gd name="connsiteX7" fmla="*/ 1032 w 14447"/>
                    <a:gd name="connsiteY7" fmla="*/ 4655 h 8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47" h="8964">
                      <a:moveTo>
                        <a:pt x="1032" y="4655"/>
                      </a:moveTo>
                      <a:cubicBezTo>
                        <a:pt x="544" y="5276"/>
                        <a:pt x="101" y="5941"/>
                        <a:pt x="12" y="6695"/>
                      </a:cubicBezTo>
                      <a:cubicBezTo>
                        <a:pt x="-76" y="7448"/>
                        <a:pt x="323" y="8291"/>
                        <a:pt x="1076" y="8689"/>
                      </a:cubicBezTo>
                      <a:cubicBezTo>
                        <a:pt x="1785" y="9044"/>
                        <a:pt x="2672" y="9000"/>
                        <a:pt x="3470" y="8867"/>
                      </a:cubicBezTo>
                      <a:cubicBezTo>
                        <a:pt x="5554" y="8601"/>
                        <a:pt x="7593" y="8158"/>
                        <a:pt x="9543" y="7537"/>
                      </a:cubicBezTo>
                      <a:cubicBezTo>
                        <a:pt x="10386" y="7271"/>
                        <a:pt x="11184" y="7049"/>
                        <a:pt x="11849" y="6650"/>
                      </a:cubicBezTo>
                      <a:cubicBezTo>
                        <a:pt x="14686" y="4921"/>
                        <a:pt x="16193" y="267"/>
                        <a:pt x="11051" y="1"/>
                      </a:cubicBezTo>
                      <a:cubicBezTo>
                        <a:pt x="7149" y="-44"/>
                        <a:pt x="3071" y="2217"/>
                        <a:pt x="1032" y="465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55" name="Forme libre : forme 25154">
                  <a:extLst>
                    <a:ext uri="{FF2B5EF4-FFF2-40B4-BE49-F238E27FC236}">
                      <a16:creationId xmlns:a16="http://schemas.microsoft.com/office/drawing/2014/main" id="{86FAAB88-ADAB-445D-AF86-C376BB01FCC1}"/>
                    </a:ext>
                  </a:extLst>
                </p:cNvPr>
                <p:cNvSpPr/>
                <p:nvPr/>
              </p:nvSpPr>
              <p:spPr>
                <a:xfrm>
                  <a:off x="4972298" y="1322658"/>
                  <a:ext cx="23362" cy="12384"/>
                </a:xfrm>
                <a:custGeom>
                  <a:avLst/>
                  <a:gdLst>
                    <a:gd name="connsiteX0" fmla="*/ 23362 w 23362"/>
                    <a:gd name="connsiteY0" fmla="*/ 0 h 12384"/>
                    <a:gd name="connsiteX1" fmla="*/ 18131 w 23362"/>
                    <a:gd name="connsiteY1" fmla="*/ 6605 h 12384"/>
                    <a:gd name="connsiteX2" fmla="*/ 10905 w 23362"/>
                    <a:gd name="connsiteY2" fmla="*/ 10684 h 12384"/>
                    <a:gd name="connsiteX3" fmla="*/ 0 w 23362"/>
                    <a:gd name="connsiteY3" fmla="*/ 12368 h 12384"/>
                    <a:gd name="connsiteX4" fmla="*/ 2261 w 23362"/>
                    <a:gd name="connsiteY4" fmla="*/ 12102 h 12384"/>
                    <a:gd name="connsiteX5" fmla="*/ 7935 w 23362"/>
                    <a:gd name="connsiteY5" fmla="*/ 10640 h 12384"/>
                    <a:gd name="connsiteX6" fmla="*/ 23362 w 23362"/>
                    <a:gd name="connsiteY6" fmla="*/ 0 h 12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62" h="12384">
                      <a:moveTo>
                        <a:pt x="23362" y="0"/>
                      </a:moveTo>
                      <a:cubicBezTo>
                        <a:pt x="23362" y="0"/>
                        <a:pt x="21900" y="3458"/>
                        <a:pt x="18131" y="6605"/>
                      </a:cubicBezTo>
                      <a:cubicBezTo>
                        <a:pt x="16269" y="8157"/>
                        <a:pt x="13876" y="9664"/>
                        <a:pt x="10905" y="10684"/>
                      </a:cubicBezTo>
                      <a:cubicBezTo>
                        <a:pt x="7891" y="11792"/>
                        <a:pt x="4300" y="12501"/>
                        <a:pt x="0" y="12368"/>
                      </a:cubicBezTo>
                      <a:cubicBezTo>
                        <a:pt x="0" y="12368"/>
                        <a:pt x="798" y="12280"/>
                        <a:pt x="2261" y="12102"/>
                      </a:cubicBezTo>
                      <a:cubicBezTo>
                        <a:pt x="3679" y="11881"/>
                        <a:pt x="5630" y="11437"/>
                        <a:pt x="7935" y="10640"/>
                      </a:cubicBezTo>
                      <a:cubicBezTo>
                        <a:pt x="12501" y="8866"/>
                        <a:pt x="18353" y="6251"/>
                        <a:pt x="233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56" name="Forme libre : forme 25155">
                  <a:extLst>
                    <a:ext uri="{FF2B5EF4-FFF2-40B4-BE49-F238E27FC236}">
                      <a16:creationId xmlns:a16="http://schemas.microsoft.com/office/drawing/2014/main" id="{BA4BDFED-1A4B-42FD-AD02-1EF27F7F4AA7}"/>
                    </a:ext>
                  </a:extLst>
                </p:cNvPr>
                <p:cNvSpPr/>
                <p:nvPr/>
              </p:nvSpPr>
              <p:spPr>
                <a:xfrm>
                  <a:off x="4932977" y="1281090"/>
                  <a:ext cx="25357" cy="17408"/>
                </a:xfrm>
                <a:custGeom>
                  <a:avLst/>
                  <a:gdLst>
                    <a:gd name="connsiteX0" fmla="*/ 25357 w 25357"/>
                    <a:gd name="connsiteY0" fmla="*/ 75 h 17408"/>
                    <a:gd name="connsiteX1" fmla="*/ 21722 w 25357"/>
                    <a:gd name="connsiteY1" fmla="*/ 30 h 17408"/>
                    <a:gd name="connsiteX2" fmla="*/ 13477 w 25357"/>
                    <a:gd name="connsiteY2" fmla="*/ 1449 h 17408"/>
                    <a:gd name="connsiteX3" fmla="*/ 0 w 25357"/>
                    <a:gd name="connsiteY3" fmla="*/ 17408 h 17408"/>
                    <a:gd name="connsiteX4" fmla="*/ 4699 w 25357"/>
                    <a:gd name="connsiteY4" fmla="*/ 9118 h 17408"/>
                    <a:gd name="connsiteX5" fmla="*/ 12413 w 25357"/>
                    <a:gd name="connsiteY5" fmla="*/ 3045 h 17408"/>
                    <a:gd name="connsiteX6" fmla="*/ 25357 w 25357"/>
                    <a:gd name="connsiteY6" fmla="*/ 75 h 17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357" h="17408">
                      <a:moveTo>
                        <a:pt x="25357" y="75"/>
                      </a:moveTo>
                      <a:cubicBezTo>
                        <a:pt x="25357" y="75"/>
                        <a:pt x="23939" y="-58"/>
                        <a:pt x="21722" y="30"/>
                      </a:cubicBezTo>
                      <a:cubicBezTo>
                        <a:pt x="19506" y="163"/>
                        <a:pt x="16535" y="341"/>
                        <a:pt x="13477" y="1449"/>
                      </a:cubicBezTo>
                      <a:cubicBezTo>
                        <a:pt x="7403" y="3621"/>
                        <a:pt x="1197" y="8099"/>
                        <a:pt x="0" y="17408"/>
                      </a:cubicBezTo>
                      <a:cubicBezTo>
                        <a:pt x="0" y="17408"/>
                        <a:pt x="1064" y="13374"/>
                        <a:pt x="4699" y="9118"/>
                      </a:cubicBezTo>
                      <a:cubicBezTo>
                        <a:pt x="6517" y="6990"/>
                        <a:pt x="9044" y="4818"/>
                        <a:pt x="12413" y="3045"/>
                      </a:cubicBezTo>
                      <a:cubicBezTo>
                        <a:pt x="15782" y="1139"/>
                        <a:pt x="20126" y="252"/>
                        <a:pt x="25357" y="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57" name="Forme libre : forme 25156">
                  <a:extLst>
                    <a:ext uri="{FF2B5EF4-FFF2-40B4-BE49-F238E27FC236}">
                      <a16:creationId xmlns:a16="http://schemas.microsoft.com/office/drawing/2014/main" id="{79E134BD-02E9-405B-B885-6BC0E6AEE135}"/>
                    </a:ext>
                  </a:extLst>
                </p:cNvPr>
                <p:cNvSpPr/>
                <p:nvPr/>
              </p:nvSpPr>
              <p:spPr>
                <a:xfrm>
                  <a:off x="4969334" y="1302284"/>
                  <a:ext cx="11431" cy="8339"/>
                </a:xfrm>
                <a:custGeom>
                  <a:avLst/>
                  <a:gdLst>
                    <a:gd name="connsiteX0" fmla="*/ 11032 w 11431"/>
                    <a:gd name="connsiteY0" fmla="*/ 7430 h 8339"/>
                    <a:gd name="connsiteX1" fmla="*/ 3806 w 11431"/>
                    <a:gd name="connsiteY1" fmla="*/ 6809 h 8339"/>
                    <a:gd name="connsiteX2" fmla="*/ 304 w 11431"/>
                    <a:gd name="connsiteY2" fmla="*/ 1001 h 8339"/>
                    <a:gd name="connsiteX3" fmla="*/ 7752 w 11431"/>
                    <a:gd name="connsiteY3" fmla="*/ 1578 h 8339"/>
                    <a:gd name="connsiteX4" fmla="*/ 11032 w 11431"/>
                    <a:gd name="connsiteY4" fmla="*/ 7430 h 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31" h="8339">
                      <a:moveTo>
                        <a:pt x="11032" y="7430"/>
                      </a:moveTo>
                      <a:cubicBezTo>
                        <a:pt x="9879" y="8848"/>
                        <a:pt x="6688" y="8582"/>
                        <a:pt x="3806" y="6809"/>
                      </a:cubicBezTo>
                      <a:cubicBezTo>
                        <a:pt x="925" y="4947"/>
                        <a:pt x="-716" y="2509"/>
                        <a:pt x="304" y="1001"/>
                      </a:cubicBezTo>
                      <a:cubicBezTo>
                        <a:pt x="1368" y="-594"/>
                        <a:pt x="4737" y="-195"/>
                        <a:pt x="7752" y="1578"/>
                      </a:cubicBezTo>
                      <a:cubicBezTo>
                        <a:pt x="10766" y="3395"/>
                        <a:pt x="12185" y="6011"/>
                        <a:pt x="11032" y="743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58" name="Forme libre : forme 25157">
                  <a:extLst>
                    <a:ext uri="{FF2B5EF4-FFF2-40B4-BE49-F238E27FC236}">
                      <a16:creationId xmlns:a16="http://schemas.microsoft.com/office/drawing/2014/main" id="{38466C7A-E1D7-4F34-AD66-9D48A0DF7C1A}"/>
                    </a:ext>
                  </a:extLst>
                </p:cNvPr>
                <p:cNvSpPr/>
                <p:nvPr/>
              </p:nvSpPr>
              <p:spPr>
                <a:xfrm>
                  <a:off x="4979031" y="1307480"/>
                  <a:ext cx="3292" cy="2903"/>
                </a:xfrm>
                <a:custGeom>
                  <a:avLst/>
                  <a:gdLst>
                    <a:gd name="connsiteX0" fmla="*/ 3242 w 3292"/>
                    <a:gd name="connsiteY0" fmla="*/ 2012 h 2903"/>
                    <a:gd name="connsiteX1" fmla="*/ 1247 w 3292"/>
                    <a:gd name="connsiteY1" fmla="*/ 2810 h 2903"/>
                    <a:gd name="connsiteX2" fmla="*/ 50 w 3292"/>
                    <a:gd name="connsiteY2" fmla="*/ 992 h 2903"/>
                    <a:gd name="connsiteX3" fmla="*/ 2089 w 3292"/>
                    <a:gd name="connsiteY3" fmla="*/ 61 h 2903"/>
                    <a:gd name="connsiteX4" fmla="*/ 3242 w 3292"/>
                    <a:gd name="connsiteY4" fmla="*/ 2012 h 2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92" h="2903">
                      <a:moveTo>
                        <a:pt x="3242" y="2012"/>
                      </a:moveTo>
                      <a:cubicBezTo>
                        <a:pt x="2976" y="2765"/>
                        <a:pt x="2089" y="3075"/>
                        <a:pt x="1247" y="2810"/>
                      </a:cubicBezTo>
                      <a:cubicBezTo>
                        <a:pt x="361" y="2588"/>
                        <a:pt x="-171" y="1745"/>
                        <a:pt x="50" y="992"/>
                      </a:cubicBezTo>
                      <a:cubicBezTo>
                        <a:pt x="272" y="238"/>
                        <a:pt x="1203" y="-161"/>
                        <a:pt x="2089" y="61"/>
                      </a:cubicBezTo>
                      <a:cubicBezTo>
                        <a:pt x="2932" y="371"/>
                        <a:pt x="3464" y="1258"/>
                        <a:pt x="3242" y="20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59" name="Forme libre : forme 25158">
                  <a:extLst>
                    <a:ext uri="{FF2B5EF4-FFF2-40B4-BE49-F238E27FC236}">
                      <a16:creationId xmlns:a16="http://schemas.microsoft.com/office/drawing/2014/main" id="{CC669EB9-8CF8-4C19-A5BD-92863C424EF0}"/>
                    </a:ext>
                  </a:extLst>
                </p:cNvPr>
                <p:cNvSpPr/>
                <p:nvPr/>
              </p:nvSpPr>
              <p:spPr>
                <a:xfrm>
                  <a:off x="4972385" y="1287473"/>
                  <a:ext cx="25696" cy="31329"/>
                </a:xfrm>
                <a:custGeom>
                  <a:avLst/>
                  <a:gdLst>
                    <a:gd name="connsiteX0" fmla="*/ 25581 w 25696"/>
                    <a:gd name="connsiteY0" fmla="*/ 16345 h 31329"/>
                    <a:gd name="connsiteX1" fmla="*/ 22921 w 25696"/>
                    <a:gd name="connsiteY1" fmla="*/ 28713 h 31329"/>
                    <a:gd name="connsiteX2" fmla="*/ 19241 w 25696"/>
                    <a:gd name="connsiteY2" fmla="*/ 31240 h 31329"/>
                    <a:gd name="connsiteX3" fmla="*/ 16936 w 25696"/>
                    <a:gd name="connsiteY3" fmla="*/ 27560 h 31329"/>
                    <a:gd name="connsiteX4" fmla="*/ 13700 w 25696"/>
                    <a:gd name="connsiteY4" fmla="*/ 14217 h 31329"/>
                    <a:gd name="connsiteX5" fmla="*/ 10375 w 25696"/>
                    <a:gd name="connsiteY5" fmla="*/ 11424 h 31329"/>
                    <a:gd name="connsiteX6" fmla="*/ 5100 w 25696"/>
                    <a:gd name="connsiteY6" fmla="*/ 7744 h 31329"/>
                    <a:gd name="connsiteX7" fmla="*/ 667 w 25696"/>
                    <a:gd name="connsiteY7" fmla="*/ 1006 h 31329"/>
                    <a:gd name="connsiteX8" fmla="*/ 11084 w 25696"/>
                    <a:gd name="connsiteY8" fmla="*/ 1361 h 31329"/>
                    <a:gd name="connsiteX9" fmla="*/ 20704 w 25696"/>
                    <a:gd name="connsiteY9" fmla="*/ 6680 h 31329"/>
                    <a:gd name="connsiteX10" fmla="*/ 24162 w 25696"/>
                    <a:gd name="connsiteY10" fmla="*/ 11202 h 31329"/>
                    <a:gd name="connsiteX11" fmla="*/ 25581 w 25696"/>
                    <a:gd name="connsiteY11" fmla="*/ 16345 h 31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696" h="31329">
                      <a:moveTo>
                        <a:pt x="25581" y="16345"/>
                      </a:moveTo>
                      <a:cubicBezTo>
                        <a:pt x="26113" y="20778"/>
                        <a:pt x="24738" y="24900"/>
                        <a:pt x="22921" y="28713"/>
                      </a:cubicBezTo>
                      <a:cubicBezTo>
                        <a:pt x="22256" y="30132"/>
                        <a:pt x="20970" y="31727"/>
                        <a:pt x="19241" y="31240"/>
                      </a:cubicBezTo>
                      <a:cubicBezTo>
                        <a:pt x="17690" y="30841"/>
                        <a:pt x="17113" y="28979"/>
                        <a:pt x="16936" y="27560"/>
                      </a:cubicBezTo>
                      <a:cubicBezTo>
                        <a:pt x="16316" y="23127"/>
                        <a:pt x="16803" y="18339"/>
                        <a:pt x="13700" y="14217"/>
                      </a:cubicBezTo>
                      <a:cubicBezTo>
                        <a:pt x="13212" y="13596"/>
                        <a:pt x="11971" y="12444"/>
                        <a:pt x="10375" y="11424"/>
                      </a:cubicBezTo>
                      <a:cubicBezTo>
                        <a:pt x="8779" y="10316"/>
                        <a:pt x="6829" y="9074"/>
                        <a:pt x="5100" y="7744"/>
                      </a:cubicBezTo>
                      <a:cubicBezTo>
                        <a:pt x="1598" y="5085"/>
                        <a:pt x="-1373" y="2646"/>
                        <a:pt x="667" y="1006"/>
                      </a:cubicBezTo>
                      <a:cubicBezTo>
                        <a:pt x="2706" y="-723"/>
                        <a:pt x="6962" y="31"/>
                        <a:pt x="11084" y="1361"/>
                      </a:cubicBezTo>
                      <a:cubicBezTo>
                        <a:pt x="15252" y="2602"/>
                        <a:pt x="19064" y="5218"/>
                        <a:pt x="20704" y="6680"/>
                      </a:cubicBezTo>
                      <a:cubicBezTo>
                        <a:pt x="22167" y="8055"/>
                        <a:pt x="23320" y="9606"/>
                        <a:pt x="24162" y="11202"/>
                      </a:cubicBezTo>
                      <a:cubicBezTo>
                        <a:pt x="24916" y="12931"/>
                        <a:pt x="25403" y="14660"/>
                        <a:pt x="25581" y="1634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18" name="Graphique 2">
                <a:extLst>
                  <a:ext uri="{FF2B5EF4-FFF2-40B4-BE49-F238E27FC236}">
                    <a16:creationId xmlns:a16="http://schemas.microsoft.com/office/drawing/2014/main" id="{E90ABB17-839A-4EE6-B4DA-9677768AB05D}"/>
                  </a:ext>
                </a:extLst>
              </p:cNvPr>
              <p:cNvGrpSpPr/>
              <p:nvPr/>
            </p:nvGrpSpPr>
            <p:grpSpPr>
              <a:xfrm>
                <a:off x="4994703" y="1303871"/>
                <a:ext cx="70002" cy="68243"/>
                <a:chOff x="4994703" y="1303871"/>
                <a:chExt cx="70002" cy="68243"/>
              </a:xfrm>
              <a:solidFill>
                <a:schemeClr val="accent1"/>
              </a:solidFill>
            </p:grpSpPr>
            <p:sp>
              <p:nvSpPr>
                <p:cNvPr id="25136" name="Forme libre : forme 25135">
                  <a:extLst>
                    <a:ext uri="{FF2B5EF4-FFF2-40B4-BE49-F238E27FC236}">
                      <a16:creationId xmlns:a16="http://schemas.microsoft.com/office/drawing/2014/main" id="{8967BD07-E3F1-45FA-9A57-3CE0441C95B2}"/>
                    </a:ext>
                  </a:extLst>
                </p:cNvPr>
                <p:cNvSpPr/>
                <p:nvPr/>
              </p:nvSpPr>
              <p:spPr>
                <a:xfrm>
                  <a:off x="4994703" y="1303871"/>
                  <a:ext cx="70002" cy="68197"/>
                </a:xfrm>
                <a:custGeom>
                  <a:avLst/>
                  <a:gdLst>
                    <a:gd name="connsiteX0" fmla="*/ 26271 w 70002"/>
                    <a:gd name="connsiteY0" fmla="*/ 61832 h 68197"/>
                    <a:gd name="connsiteX1" fmla="*/ 17759 w 70002"/>
                    <a:gd name="connsiteY1" fmla="*/ 54340 h 68197"/>
                    <a:gd name="connsiteX2" fmla="*/ 13459 w 70002"/>
                    <a:gd name="connsiteY2" fmla="*/ 50882 h 68197"/>
                    <a:gd name="connsiteX3" fmla="*/ 9070 w 70002"/>
                    <a:gd name="connsiteY3" fmla="*/ 47735 h 68197"/>
                    <a:gd name="connsiteX4" fmla="*/ 3928 w 70002"/>
                    <a:gd name="connsiteY4" fmla="*/ 42592 h 68197"/>
                    <a:gd name="connsiteX5" fmla="*/ 869 w 70002"/>
                    <a:gd name="connsiteY5" fmla="*/ 36120 h 68197"/>
                    <a:gd name="connsiteX6" fmla="*/ 1889 w 70002"/>
                    <a:gd name="connsiteY6" fmla="*/ 21535 h 68197"/>
                    <a:gd name="connsiteX7" fmla="*/ 8272 w 70002"/>
                    <a:gd name="connsiteY7" fmla="*/ 8635 h 68197"/>
                    <a:gd name="connsiteX8" fmla="*/ 20774 w 70002"/>
                    <a:gd name="connsiteY8" fmla="*/ 212 h 68197"/>
                    <a:gd name="connsiteX9" fmla="*/ 29862 w 70002"/>
                    <a:gd name="connsiteY9" fmla="*/ 877 h 68197"/>
                    <a:gd name="connsiteX10" fmla="*/ 39082 w 70002"/>
                    <a:gd name="connsiteY10" fmla="*/ 5266 h 68197"/>
                    <a:gd name="connsiteX11" fmla="*/ 45200 w 70002"/>
                    <a:gd name="connsiteY11" fmla="*/ 9787 h 68197"/>
                    <a:gd name="connsiteX12" fmla="*/ 51007 w 70002"/>
                    <a:gd name="connsiteY12" fmla="*/ 14531 h 68197"/>
                    <a:gd name="connsiteX13" fmla="*/ 61957 w 70002"/>
                    <a:gd name="connsiteY13" fmla="*/ 24372 h 68197"/>
                    <a:gd name="connsiteX14" fmla="*/ 69937 w 70002"/>
                    <a:gd name="connsiteY14" fmla="*/ 40332 h 68197"/>
                    <a:gd name="connsiteX15" fmla="*/ 64794 w 70002"/>
                    <a:gd name="connsiteY15" fmla="*/ 54251 h 68197"/>
                    <a:gd name="connsiteX16" fmla="*/ 54288 w 70002"/>
                    <a:gd name="connsiteY16" fmla="*/ 63783 h 68197"/>
                    <a:gd name="connsiteX17" fmla="*/ 40324 w 70002"/>
                    <a:gd name="connsiteY17" fmla="*/ 68127 h 68197"/>
                    <a:gd name="connsiteX18" fmla="*/ 26271 w 70002"/>
                    <a:gd name="connsiteY18" fmla="*/ 61832 h 68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0002" h="68197">
                      <a:moveTo>
                        <a:pt x="26271" y="61832"/>
                      </a:moveTo>
                      <a:cubicBezTo>
                        <a:pt x="23434" y="59261"/>
                        <a:pt x="20641" y="56645"/>
                        <a:pt x="17759" y="54340"/>
                      </a:cubicBezTo>
                      <a:lnTo>
                        <a:pt x="13459" y="50882"/>
                      </a:lnTo>
                      <a:lnTo>
                        <a:pt x="9070" y="47735"/>
                      </a:lnTo>
                      <a:cubicBezTo>
                        <a:pt x="7031" y="46183"/>
                        <a:pt x="5302" y="44587"/>
                        <a:pt x="3928" y="42592"/>
                      </a:cubicBezTo>
                      <a:cubicBezTo>
                        <a:pt x="2598" y="40598"/>
                        <a:pt x="1578" y="38337"/>
                        <a:pt x="869" y="36120"/>
                      </a:cubicBezTo>
                      <a:cubicBezTo>
                        <a:pt x="-461" y="31554"/>
                        <a:pt x="-372" y="26234"/>
                        <a:pt x="1889" y="21535"/>
                      </a:cubicBezTo>
                      <a:lnTo>
                        <a:pt x="8272" y="8635"/>
                      </a:lnTo>
                      <a:cubicBezTo>
                        <a:pt x="10578" y="3980"/>
                        <a:pt x="15055" y="966"/>
                        <a:pt x="20774" y="212"/>
                      </a:cubicBezTo>
                      <a:cubicBezTo>
                        <a:pt x="23655" y="-231"/>
                        <a:pt x="26758" y="35"/>
                        <a:pt x="29862" y="877"/>
                      </a:cubicBezTo>
                      <a:cubicBezTo>
                        <a:pt x="33009" y="1719"/>
                        <a:pt x="36245" y="3094"/>
                        <a:pt x="39082" y="5266"/>
                      </a:cubicBezTo>
                      <a:lnTo>
                        <a:pt x="45200" y="9787"/>
                      </a:lnTo>
                      <a:lnTo>
                        <a:pt x="51007" y="14531"/>
                      </a:lnTo>
                      <a:cubicBezTo>
                        <a:pt x="54864" y="17723"/>
                        <a:pt x="58411" y="21048"/>
                        <a:pt x="61957" y="24372"/>
                      </a:cubicBezTo>
                      <a:cubicBezTo>
                        <a:pt x="66834" y="29116"/>
                        <a:pt x="69493" y="34923"/>
                        <a:pt x="69937" y="40332"/>
                      </a:cubicBezTo>
                      <a:cubicBezTo>
                        <a:pt x="70380" y="45740"/>
                        <a:pt x="68563" y="50794"/>
                        <a:pt x="64794" y="54251"/>
                      </a:cubicBezTo>
                      <a:lnTo>
                        <a:pt x="54288" y="63783"/>
                      </a:lnTo>
                      <a:cubicBezTo>
                        <a:pt x="50475" y="67240"/>
                        <a:pt x="45422" y="68526"/>
                        <a:pt x="40324" y="68127"/>
                      </a:cubicBezTo>
                      <a:cubicBezTo>
                        <a:pt x="35181" y="67684"/>
                        <a:pt x="30172" y="65556"/>
                        <a:pt x="26271" y="6183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37" name="Forme libre : forme 25136">
                  <a:extLst>
                    <a:ext uri="{FF2B5EF4-FFF2-40B4-BE49-F238E27FC236}">
                      <a16:creationId xmlns:a16="http://schemas.microsoft.com/office/drawing/2014/main" id="{96A58ACB-404B-49F7-B494-25B0BEACBE05}"/>
                    </a:ext>
                  </a:extLst>
                </p:cNvPr>
                <p:cNvSpPr/>
                <p:nvPr/>
              </p:nvSpPr>
              <p:spPr>
                <a:xfrm>
                  <a:off x="4994715" y="1319865"/>
                  <a:ext cx="54630" cy="52249"/>
                </a:xfrm>
                <a:custGeom>
                  <a:avLst/>
                  <a:gdLst>
                    <a:gd name="connsiteX0" fmla="*/ 22446 w 54630"/>
                    <a:gd name="connsiteY0" fmla="*/ 20304 h 52249"/>
                    <a:gd name="connsiteX1" fmla="*/ 16107 w 54630"/>
                    <a:gd name="connsiteY1" fmla="*/ 16668 h 52249"/>
                    <a:gd name="connsiteX2" fmla="*/ 10876 w 54630"/>
                    <a:gd name="connsiteY2" fmla="*/ 12058 h 52249"/>
                    <a:gd name="connsiteX3" fmla="*/ 4670 w 54630"/>
                    <a:gd name="connsiteY3" fmla="*/ 0 h 52249"/>
                    <a:gd name="connsiteX4" fmla="*/ 1921 w 54630"/>
                    <a:gd name="connsiteY4" fmla="*/ 5586 h 52249"/>
                    <a:gd name="connsiteX5" fmla="*/ 902 w 54630"/>
                    <a:gd name="connsiteY5" fmla="*/ 20171 h 52249"/>
                    <a:gd name="connsiteX6" fmla="*/ 3960 w 54630"/>
                    <a:gd name="connsiteY6" fmla="*/ 26643 h 52249"/>
                    <a:gd name="connsiteX7" fmla="*/ 9103 w 54630"/>
                    <a:gd name="connsiteY7" fmla="*/ 31785 h 52249"/>
                    <a:gd name="connsiteX8" fmla="*/ 13492 w 54630"/>
                    <a:gd name="connsiteY8" fmla="*/ 34933 h 52249"/>
                    <a:gd name="connsiteX9" fmla="*/ 17792 w 54630"/>
                    <a:gd name="connsiteY9" fmla="*/ 38391 h 52249"/>
                    <a:gd name="connsiteX10" fmla="*/ 26303 w 54630"/>
                    <a:gd name="connsiteY10" fmla="*/ 45882 h 52249"/>
                    <a:gd name="connsiteX11" fmla="*/ 40312 w 54630"/>
                    <a:gd name="connsiteY11" fmla="*/ 52177 h 52249"/>
                    <a:gd name="connsiteX12" fmla="*/ 54276 w 54630"/>
                    <a:gd name="connsiteY12" fmla="*/ 47833 h 52249"/>
                    <a:gd name="connsiteX13" fmla="*/ 54631 w 54630"/>
                    <a:gd name="connsiteY13" fmla="*/ 47523 h 52249"/>
                    <a:gd name="connsiteX14" fmla="*/ 47006 w 54630"/>
                    <a:gd name="connsiteY14" fmla="*/ 39853 h 52249"/>
                    <a:gd name="connsiteX15" fmla="*/ 39558 w 54630"/>
                    <a:gd name="connsiteY15" fmla="*/ 32362 h 52249"/>
                    <a:gd name="connsiteX16" fmla="*/ 31579 w 54630"/>
                    <a:gd name="connsiteY16" fmla="*/ 25623 h 52249"/>
                    <a:gd name="connsiteX17" fmla="*/ 22446 w 54630"/>
                    <a:gd name="connsiteY17" fmla="*/ 20304 h 52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4630" h="52249">
                      <a:moveTo>
                        <a:pt x="22446" y="20304"/>
                      </a:moveTo>
                      <a:cubicBezTo>
                        <a:pt x="20141" y="19328"/>
                        <a:pt x="18013" y="18131"/>
                        <a:pt x="16107" y="16668"/>
                      </a:cubicBezTo>
                      <a:cubicBezTo>
                        <a:pt x="14157" y="15338"/>
                        <a:pt x="12383" y="13787"/>
                        <a:pt x="10876" y="12058"/>
                      </a:cubicBezTo>
                      <a:cubicBezTo>
                        <a:pt x="7862" y="8556"/>
                        <a:pt x="5512" y="4655"/>
                        <a:pt x="4670" y="0"/>
                      </a:cubicBezTo>
                      <a:lnTo>
                        <a:pt x="1921" y="5586"/>
                      </a:lnTo>
                      <a:cubicBezTo>
                        <a:pt x="-384" y="10240"/>
                        <a:pt x="-473" y="15604"/>
                        <a:pt x="902" y="20171"/>
                      </a:cubicBezTo>
                      <a:cubicBezTo>
                        <a:pt x="1611" y="22387"/>
                        <a:pt x="2586" y="24648"/>
                        <a:pt x="3960" y="26643"/>
                      </a:cubicBezTo>
                      <a:cubicBezTo>
                        <a:pt x="5335" y="28638"/>
                        <a:pt x="7064" y="30234"/>
                        <a:pt x="9103" y="31785"/>
                      </a:cubicBezTo>
                      <a:lnTo>
                        <a:pt x="13492" y="34933"/>
                      </a:lnTo>
                      <a:lnTo>
                        <a:pt x="17792" y="38391"/>
                      </a:lnTo>
                      <a:cubicBezTo>
                        <a:pt x="20673" y="40696"/>
                        <a:pt x="23466" y="43311"/>
                        <a:pt x="26303" y="45882"/>
                      </a:cubicBezTo>
                      <a:cubicBezTo>
                        <a:pt x="30204" y="49606"/>
                        <a:pt x="35258" y="51734"/>
                        <a:pt x="40312" y="52177"/>
                      </a:cubicBezTo>
                      <a:cubicBezTo>
                        <a:pt x="45366" y="52576"/>
                        <a:pt x="50464" y="51335"/>
                        <a:pt x="54276" y="47833"/>
                      </a:cubicBezTo>
                      <a:lnTo>
                        <a:pt x="54631" y="47523"/>
                      </a:lnTo>
                      <a:cubicBezTo>
                        <a:pt x="52015" y="44952"/>
                        <a:pt x="49488" y="42380"/>
                        <a:pt x="47006" y="39853"/>
                      </a:cubicBezTo>
                      <a:cubicBezTo>
                        <a:pt x="44568" y="37238"/>
                        <a:pt x="42041" y="34800"/>
                        <a:pt x="39558" y="32362"/>
                      </a:cubicBezTo>
                      <a:cubicBezTo>
                        <a:pt x="37031" y="29923"/>
                        <a:pt x="34327" y="27751"/>
                        <a:pt x="31579" y="25623"/>
                      </a:cubicBezTo>
                      <a:cubicBezTo>
                        <a:pt x="28653" y="23584"/>
                        <a:pt x="25727" y="21678"/>
                        <a:pt x="22446" y="2030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38" name="Forme libre : forme 25137">
                  <a:extLst>
                    <a:ext uri="{FF2B5EF4-FFF2-40B4-BE49-F238E27FC236}">
                      <a16:creationId xmlns:a16="http://schemas.microsoft.com/office/drawing/2014/main" id="{5A430086-6EFF-4334-A999-2987ED5FB357}"/>
                    </a:ext>
                  </a:extLst>
                </p:cNvPr>
                <p:cNvSpPr/>
                <p:nvPr/>
              </p:nvSpPr>
              <p:spPr>
                <a:xfrm>
                  <a:off x="5018156" y="1329484"/>
                  <a:ext cx="27193" cy="25668"/>
                </a:xfrm>
                <a:custGeom>
                  <a:avLst/>
                  <a:gdLst>
                    <a:gd name="connsiteX0" fmla="*/ 25249 w 27193"/>
                    <a:gd name="connsiteY0" fmla="*/ 23674 h 25668"/>
                    <a:gd name="connsiteX1" fmla="*/ 17092 w 27193"/>
                    <a:gd name="connsiteY1" fmla="*/ 25359 h 25668"/>
                    <a:gd name="connsiteX2" fmla="*/ 7207 w 27193"/>
                    <a:gd name="connsiteY2" fmla="*/ 20128 h 25668"/>
                    <a:gd name="connsiteX3" fmla="*/ 779 w 27193"/>
                    <a:gd name="connsiteY3" fmla="*/ 11084 h 25668"/>
                    <a:gd name="connsiteX4" fmla="*/ 1266 w 27193"/>
                    <a:gd name="connsiteY4" fmla="*/ 2838 h 25668"/>
                    <a:gd name="connsiteX5" fmla="*/ 9290 w 27193"/>
                    <a:gd name="connsiteY5" fmla="*/ 90 h 25668"/>
                    <a:gd name="connsiteX6" fmla="*/ 20151 w 27193"/>
                    <a:gd name="connsiteY6" fmla="*/ 5410 h 25668"/>
                    <a:gd name="connsiteX7" fmla="*/ 26756 w 27193"/>
                    <a:gd name="connsiteY7" fmla="*/ 15473 h 25668"/>
                    <a:gd name="connsiteX8" fmla="*/ 25249 w 27193"/>
                    <a:gd name="connsiteY8" fmla="*/ 23674 h 25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193" h="25668">
                      <a:moveTo>
                        <a:pt x="25249" y="23674"/>
                      </a:moveTo>
                      <a:cubicBezTo>
                        <a:pt x="23343" y="25580"/>
                        <a:pt x="20329" y="26068"/>
                        <a:pt x="17092" y="25359"/>
                      </a:cubicBezTo>
                      <a:cubicBezTo>
                        <a:pt x="13901" y="24605"/>
                        <a:pt x="10310" y="22876"/>
                        <a:pt x="7207" y="20128"/>
                      </a:cubicBezTo>
                      <a:cubicBezTo>
                        <a:pt x="4103" y="17335"/>
                        <a:pt x="1798" y="14276"/>
                        <a:pt x="779" y="11084"/>
                      </a:cubicBezTo>
                      <a:cubicBezTo>
                        <a:pt x="-330" y="8069"/>
                        <a:pt x="-330" y="5055"/>
                        <a:pt x="1266" y="2838"/>
                      </a:cubicBezTo>
                      <a:cubicBezTo>
                        <a:pt x="2862" y="622"/>
                        <a:pt x="5788" y="-309"/>
                        <a:pt x="9290" y="90"/>
                      </a:cubicBezTo>
                      <a:cubicBezTo>
                        <a:pt x="12659" y="622"/>
                        <a:pt x="16738" y="2307"/>
                        <a:pt x="20151" y="5410"/>
                      </a:cubicBezTo>
                      <a:cubicBezTo>
                        <a:pt x="23609" y="8468"/>
                        <a:pt x="25914" y="12104"/>
                        <a:pt x="26756" y="15473"/>
                      </a:cubicBezTo>
                      <a:cubicBezTo>
                        <a:pt x="27643" y="18798"/>
                        <a:pt x="27200" y="21812"/>
                        <a:pt x="25249" y="23674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39" name="Forme libre : forme 25138">
                  <a:extLst>
                    <a:ext uri="{FF2B5EF4-FFF2-40B4-BE49-F238E27FC236}">
                      <a16:creationId xmlns:a16="http://schemas.microsoft.com/office/drawing/2014/main" id="{93A64211-6AE2-468D-A04B-8A0FCF4F7BC9}"/>
                    </a:ext>
                  </a:extLst>
                </p:cNvPr>
                <p:cNvSpPr/>
                <p:nvPr/>
              </p:nvSpPr>
              <p:spPr>
                <a:xfrm>
                  <a:off x="5018156" y="1329461"/>
                  <a:ext cx="12969" cy="23918"/>
                </a:xfrm>
                <a:custGeom>
                  <a:avLst/>
                  <a:gdLst>
                    <a:gd name="connsiteX0" fmla="*/ 11906 w 12969"/>
                    <a:gd name="connsiteY0" fmla="*/ 689 h 23918"/>
                    <a:gd name="connsiteX1" fmla="*/ 1266 w 12969"/>
                    <a:gd name="connsiteY1" fmla="*/ 2862 h 23918"/>
                    <a:gd name="connsiteX2" fmla="*/ 779 w 12969"/>
                    <a:gd name="connsiteY2" fmla="*/ 11107 h 23918"/>
                    <a:gd name="connsiteX3" fmla="*/ 7207 w 12969"/>
                    <a:gd name="connsiteY3" fmla="*/ 20151 h 23918"/>
                    <a:gd name="connsiteX4" fmla="*/ 12970 w 12969"/>
                    <a:gd name="connsiteY4" fmla="*/ 23919 h 23918"/>
                    <a:gd name="connsiteX5" fmla="*/ 10620 w 12969"/>
                    <a:gd name="connsiteY5" fmla="*/ 20904 h 23918"/>
                    <a:gd name="connsiteX6" fmla="*/ 8448 w 12969"/>
                    <a:gd name="connsiteY6" fmla="*/ 10132 h 23918"/>
                    <a:gd name="connsiteX7" fmla="*/ 11906 w 12969"/>
                    <a:gd name="connsiteY7" fmla="*/ 689 h 23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69" h="23918">
                      <a:moveTo>
                        <a:pt x="11906" y="689"/>
                      </a:moveTo>
                      <a:cubicBezTo>
                        <a:pt x="7384" y="-774"/>
                        <a:pt x="3217" y="157"/>
                        <a:pt x="1266" y="2862"/>
                      </a:cubicBezTo>
                      <a:cubicBezTo>
                        <a:pt x="-330" y="5078"/>
                        <a:pt x="-330" y="8048"/>
                        <a:pt x="779" y="11107"/>
                      </a:cubicBezTo>
                      <a:cubicBezTo>
                        <a:pt x="1798" y="14299"/>
                        <a:pt x="4103" y="17358"/>
                        <a:pt x="7207" y="20151"/>
                      </a:cubicBezTo>
                      <a:cubicBezTo>
                        <a:pt x="9024" y="21791"/>
                        <a:pt x="11019" y="23032"/>
                        <a:pt x="12970" y="23919"/>
                      </a:cubicBezTo>
                      <a:cubicBezTo>
                        <a:pt x="12039" y="23032"/>
                        <a:pt x="11241" y="22057"/>
                        <a:pt x="10620" y="20904"/>
                      </a:cubicBezTo>
                      <a:cubicBezTo>
                        <a:pt x="9113" y="17535"/>
                        <a:pt x="8403" y="13678"/>
                        <a:pt x="8448" y="10132"/>
                      </a:cubicBezTo>
                      <a:cubicBezTo>
                        <a:pt x="8625" y="6541"/>
                        <a:pt x="9645" y="3128"/>
                        <a:pt x="11906" y="689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40" name="Forme libre : forme 25139">
                  <a:extLst>
                    <a:ext uri="{FF2B5EF4-FFF2-40B4-BE49-F238E27FC236}">
                      <a16:creationId xmlns:a16="http://schemas.microsoft.com/office/drawing/2014/main" id="{99ECD6C7-CAC8-450F-9264-CD75C95A3F2E}"/>
                    </a:ext>
                  </a:extLst>
                </p:cNvPr>
                <p:cNvSpPr/>
                <p:nvPr/>
              </p:nvSpPr>
              <p:spPr>
                <a:xfrm>
                  <a:off x="5018163" y="1332161"/>
                  <a:ext cx="26834" cy="25589"/>
                </a:xfrm>
                <a:custGeom>
                  <a:avLst/>
                  <a:gdLst>
                    <a:gd name="connsiteX0" fmla="*/ 24843 w 26834"/>
                    <a:gd name="connsiteY0" fmla="*/ 23657 h 25589"/>
                    <a:gd name="connsiteX1" fmla="*/ 6933 w 26834"/>
                    <a:gd name="connsiteY1" fmla="*/ 20066 h 25589"/>
                    <a:gd name="connsiteX2" fmla="*/ 683 w 26834"/>
                    <a:gd name="connsiteY2" fmla="*/ 11067 h 25589"/>
                    <a:gd name="connsiteX3" fmla="*/ 1303 w 26834"/>
                    <a:gd name="connsiteY3" fmla="*/ 2821 h 25589"/>
                    <a:gd name="connsiteX4" fmla="*/ 9238 w 26834"/>
                    <a:gd name="connsiteY4" fmla="*/ 117 h 25589"/>
                    <a:gd name="connsiteX5" fmla="*/ 19966 w 26834"/>
                    <a:gd name="connsiteY5" fmla="*/ 5437 h 25589"/>
                    <a:gd name="connsiteX6" fmla="*/ 26439 w 26834"/>
                    <a:gd name="connsiteY6" fmla="*/ 15455 h 25589"/>
                    <a:gd name="connsiteX7" fmla="*/ 24843 w 26834"/>
                    <a:gd name="connsiteY7" fmla="*/ 23657 h 25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834" h="25589">
                      <a:moveTo>
                        <a:pt x="24843" y="23657"/>
                      </a:moveTo>
                      <a:cubicBezTo>
                        <a:pt x="20942" y="27380"/>
                        <a:pt x="13051" y="25474"/>
                        <a:pt x="6933" y="20066"/>
                      </a:cubicBezTo>
                      <a:cubicBezTo>
                        <a:pt x="3919" y="17229"/>
                        <a:pt x="1658" y="14214"/>
                        <a:pt x="683" y="11067"/>
                      </a:cubicBezTo>
                      <a:cubicBezTo>
                        <a:pt x="-293" y="7919"/>
                        <a:pt x="-337" y="5082"/>
                        <a:pt x="1303" y="2821"/>
                      </a:cubicBezTo>
                      <a:cubicBezTo>
                        <a:pt x="2899" y="693"/>
                        <a:pt x="5869" y="-371"/>
                        <a:pt x="9238" y="117"/>
                      </a:cubicBezTo>
                      <a:cubicBezTo>
                        <a:pt x="12608" y="605"/>
                        <a:pt x="16642" y="2289"/>
                        <a:pt x="19966" y="5437"/>
                      </a:cubicBezTo>
                      <a:cubicBezTo>
                        <a:pt x="23424" y="8451"/>
                        <a:pt x="25597" y="12131"/>
                        <a:pt x="26439" y="15455"/>
                      </a:cubicBezTo>
                      <a:cubicBezTo>
                        <a:pt x="27281" y="18780"/>
                        <a:pt x="26793" y="21795"/>
                        <a:pt x="24843" y="2365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41" name="Forme libre : forme 25140">
                  <a:extLst>
                    <a:ext uri="{FF2B5EF4-FFF2-40B4-BE49-F238E27FC236}">
                      <a16:creationId xmlns:a16="http://schemas.microsoft.com/office/drawing/2014/main" id="{0003E9EB-5B88-4010-8E6E-007B77FD794B}"/>
                    </a:ext>
                  </a:extLst>
                </p:cNvPr>
                <p:cNvSpPr/>
                <p:nvPr/>
              </p:nvSpPr>
              <p:spPr>
                <a:xfrm>
                  <a:off x="5003586" y="1314027"/>
                  <a:ext cx="28800" cy="45502"/>
                </a:xfrm>
                <a:custGeom>
                  <a:avLst/>
                  <a:gdLst>
                    <a:gd name="connsiteX0" fmla="*/ 3955 w 28800"/>
                    <a:gd name="connsiteY0" fmla="*/ 12001 h 45502"/>
                    <a:gd name="connsiteX1" fmla="*/ 143 w 28800"/>
                    <a:gd name="connsiteY1" fmla="*/ 20423 h 45502"/>
                    <a:gd name="connsiteX2" fmla="*/ 1561 w 28800"/>
                    <a:gd name="connsiteY2" fmla="*/ 28979 h 45502"/>
                    <a:gd name="connsiteX3" fmla="*/ 6527 w 28800"/>
                    <a:gd name="connsiteY3" fmla="*/ 36516 h 45502"/>
                    <a:gd name="connsiteX4" fmla="*/ 18762 w 28800"/>
                    <a:gd name="connsiteY4" fmla="*/ 45071 h 45502"/>
                    <a:gd name="connsiteX5" fmla="*/ 28470 w 28800"/>
                    <a:gd name="connsiteY5" fmla="*/ 42101 h 45502"/>
                    <a:gd name="connsiteX6" fmla="*/ 27672 w 28800"/>
                    <a:gd name="connsiteY6" fmla="*/ 35097 h 45502"/>
                    <a:gd name="connsiteX7" fmla="*/ 24348 w 28800"/>
                    <a:gd name="connsiteY7" fmla="*/ 18074 h 45502"/>
                    <a:gd name="connsiteX8" fmla="*/ 23062 w 28800"/>
                    <a:gd name="connsiteY8" fmla="*/ 8144 h 45502"/>
                    <a:gd name="connsiteX9" fmla="*/ 16279 w 28800"/>
                    <a:gd name="connsiteY9" fmla="*/ 209 h 45502"/>
                    <a:gd name="connsiteX10" fmla="*/ 3955 w 28800"/>
                    <a:gd name="connsiteY10" fmla="*/ 12001 h 45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800" h="45502">
                      <a:moveTo>
                        <a:pt x="3955" y="12001"/>
                      </a:moveTo>
                      <a:cubicBezTo>
                        <a:pt x="2271" y="14616"/>
                        <a:pt x="630" y="17320"/>
                        <a:pt x="143" y="20423"/>
                      </a:cubicBezTo>
                      <a:cubicBezTo>
                        <a:pt x="-300" y="23394"/>
                        <a:pt x="320" y="26320"/>
                        <a:pt x="1561" y="28979"/>
                      </a:cubicBezTo>
                      <a:cubicBezTo>
                        <a:pt x="2803" y="31684"/>
                        <a:pt x="4487" y="34388"/>
                        <a:pt x="6527" y="36516"/>
                      </a:cubicBezTo>
                      <a:cubicBezTo>
                        <a:pt x="9763" y="40328"/>
                        <a:pt x="13841" y="43653"/>
                        <a:pt x="18762" y="45071"/>
                      </a:cubicBezTo>
                      <a:cubicBezTo>
                        <a:pt x="22441" y="46002"/>
                        <a:pt x="27140" y="45604"/>
                        <a:pt x="28470" y="42101"/>
                      </a:cubicBezTo>
                      <a:cubicBezTo>
                        <a:pt x="29268" y="39973"/>
                        <a:pt x="28470" y="37402"/>
                        <a:pt x="27672" y="35097"/>
                      </a:cubicBezTo>
                      <a:cubicBezTo>
                        <a:pt x="25988" y="29511"/>
                        <a:pt x="24835" y="23837"/>
                        <a:pt x="24348" y="18074"/>
                      </a:cubicBezTo>
                      <a:cubicBezTo>
                        <a:pt x="24170" y="15591"/>
                        <a:pt x="24082" y="11735"/>
                        <a:pt x="23062" y="8144"/>
                      </a:cubicBezTo>
                      <a:cubicBezTo>
                        <a:pt x="22087" y="4509"/>
                        <a:pt x="20092" y="1140"/>
                        <a:pt x="16279" y="209"/>
                      </a:cubicBezTo>
                      <a:cubicBezTo>
                        <a:pt x="9497" y="-1565"/>
                        <a:pt x="6305" y="8454"/>
                        <a:pt x="3955" y="1200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42" name="Forme libre : forme 25141">
                  <a:extLst>
                    <a:ext uri="{FF2B5EF4-FFF2-40B4-BE49-F238E27FC236}">
                      <a16:creationId xmlns:a16="http://schemas.microsoft.com/office/drawing/2014/main" id="{39E90D58-DA20-4736-9B3D-AF3F8BB8151D}"/>
                    </a:ext>
                  </a:extLst>
                </p:cNvPr>
                <p:cNvSpPr/>
                <p:nvPr/>
              </p:nvSpPr>
              <p:spPr>
                <a:xfrm>
                  <a:off x="5017610" y="1319842"/>
                  <a:ext cx="15303" cy="7745"/>
                </a:xfrm>
                <a:custGeom>
                  <a:avLst/>
                  <a:gdLst>
                    <a:gd name="connsiteX0" fmla="*/ 2167 w 15303"/>
                    <a:gd name="connsiteY0" fmla="*/ 821 h 7745"/>
                    <a:gd name="connsiteX1" fmla="*/ 305 w 15303"/>
                    <a:gd name="connsiteY1" fmla="*/ 2151 h 7745"/>
                    <a:gd name="connsiteX2" fmla="*/ 394 w 15303"/>
                    <a:gd name="connsiteY2" fmla="*/ 4368 h 7745"/>
                    <a:gd name="connsiteX3" fmla="*/ 2433 w 15303"/>
                    <a:gd name="connsiteY3" fmla="*/ 5653 h 7745"/>
                    <a:gd name="connsiteX4" fmla="*/ 8373 w 15303"/>
                    <a:gd name="connsiteY4" fmla="*/ 7471 h 7745"/>
                    <a:gd name="connsiteX5" fmla="*/ 10856 w 15303"/>
                    <a:gd name="connsiteY5" fmla="*/ 7737 h 7745"/>
                    <a:gd name="connsiteX6" fmla="*/ 14934 w 15303"/>
                    <a:gd name="connsiteY6" fmla="*/ 5609 h 7745"/>
                    <a:gd name="connsiteX7" fmla="*/ 13205 w 15303"/>
                    <a:gd name="connsiteY7" fmla="*/ 1619 h 7745"/>
                    <a:gd name="connsiteX8" fmla="*/ 2167 w 15303"/>
                    <a:gd name="connsiteY8" fmla="*/ 821 h 7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303" h="7745">
                      <a:moveTo>
                        <a:pt x="2167" y="821"/>
                      </a:moveTo>
                      <a:cubicBezTo>
                        <a:pt x="1413" y="1132"/>
                        <a:pt x="748" y="1531"/>
                        <a:pt x="305" y="2151"/>
                      </a:cubicBezTo>
                      <a:cubicBezTo>
                        <a:pt x="-94" y="2772"/>
                        <a:pt x="-138" y="3658"/>
                        <a:pt x="394" y="4368"/>
                      </a:cubicBezTo>
                      <a:cubicBezTo>
                        <a:pt x="881" y="4988"/>
                        <a:pt x="1679" y="5387"/>
                        <a:pt x="2433" y="5653"/>
                      </a:cubicBezTo>
                      <a:cubicBezTo>
                        <a:pt x="4339" y="6407"/>
                        <a:pt x="6334" y="7028"/>
                        <a:pt x="8373" y="7471"/>
                      </a:cubicBezTo>
                      <a:cubicBezTo>
                        <a:pt x="9216" y="7648"/>
                        <a:pt x="10058" y="7781"/>
                        <a:pt x="10856" y="7737"/>
                      </a:cubicBezTo>
                      <a:cubicBezTo>
                        <a:pt x="12496" y="7648"/>
                        <a:pt x="14181" y="6806"/>
                        <a:pt x="14934" y="5609"/>
                      </a:cubicBezTo>
                      <a:cubicBezTo>
                        <a:pt x="15643" y="4456"/>
                        <a:pt x="15466" y="2860"/>
                        <a:pt x="13205" y="1619"/>
                      </a:cubicBezTo>
                      <a:cubicBezTo>
                        <a:pt x="9703" y="-331"/>
                        <a:pt x="5181" y="-420"/>
                        <a:pt x="2167" y="82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43" name="Forme libre : forme 25142">
                  <a:extLst>
                    <a:ext uri="{FF2B5EF4-FFF2-40B4-BE49-F238E27FC236}">
                      <a16:creationId xmlns:a16="http://schemas.microsoft.com/office/drawing/2014/main" id="{35669E99-F52A-40A6-AE0E-D74D23EAE317}"/>
                    </a:ext>
                  </a:extLst>
                </p:cNvPr>
                <p:cNvSpPr/>
                <p:nvPr/>
              </p:nvSpPr>
              <p:spPr>
                <a:xfrm>
                  <a:off x="5021993" y="1364684"/>
                  <a:ext cx="27041" cy="4631"/>
                </a:xfrm>
                <a:custGeom>
                  <a:avLst/>
                  <a:gdLst>
                    <a:gd name="connsiteX0" fmla="*/ 27042 w 27041"/>
                    <a:gd name="connsiteY0" fmla="*/ 0 h 4631"/>
                    <a:gd name="connsiteX1" fmla="*/ 19727 w 27041"/>
                    <a:gd name="connsiteY1" fmla="*/ 3901 h 4631"/>
                    <a:gd name="connsiteX2" fmla="*/ 11171 w 27041"/>
                    <a:gd name="connsiteY2" fmla="*/ 4433 h 4631"/>
                    <a:gd name="connsiteX3" fmla="*/ 0 w 27041"/>
                    <a:gd name="connsiteY3" fmla="*/ 532 h 4631"/>
                    <a:gd name="connsiteX4" fmla="*/ 8379 w 27041"/>
                    <a:gd name="connsiteY4" fmla="*/ 2837 h 4631"/>
                    <a:gd name="connsiteX5" fmla="*/ 27042 w 27041"/>
                    <a:gd name="connsiteY5" fmla="*/ 0 h 4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041" h="4631">
                      <a:moveTo>
                        <a:pt x="27042" y="0"/>
                      </a:moveTo>
                      <a:cubicBezTo>
                        <a:pt x="27042" y="0"/>
                        <a:pt x="24426" y="2660"/>
                        <a:pt x="19727" y="3901"/>
                      </a:cubicBezTo>
                      <a:cubicBezTo>
                        <a:pt x="17378" y="4522"/>
                        <a:pt x="14496" y="4876"/>
                        <a:pt x="11171" y="4433"/>
                      </a:cubicBezTo>
                      <a:cubicBezTo>
                        <a:pt x="7891" y="3946"/>
                        <a:pt x="4123" y="2793"/>
                        <a:pt x="0" y="532"/>
                      </a:cubicBezTo>
                      <a:cubicBezTo>
                        <a:pt x="0" y="532"/>
                        <a:pt x="3325" y="2128"/>
                        <a:pt x="8379" y="2837"/>
                      </a:cubicBezTo>
                      <a:cubicBezTo>
                        <a:pt x="13388" y="3680"/>
                        <a:pt x="20215" y="3680"/>
                        <a:pt x="270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44" name="Forme libre : forme 25143">
                  <a:extLst>
                    <a:ext uri="{FF2B5EF4-FFF2-40B4-BE49-F238E27FC236}">
                      <a16:creationId xmlns:a16="http://schemas.microsoft.com/office/drawing/2014/main" id="{08658B16-DDBB-4BB9-8AEF-151CD4A37D6F}"/>
                    </a:ext>
                  </a:extLst>
                </p:cNvPr>
                <p:cNvSpPr/>
                <p:nvPr/>
              </p:nvSpPr>
              <p:spPr>
                <a:xfrm>
                  <a:off x="5003463" y="1306389"/>
                  <a:ext cx="30721" cy="8201"/>
                </a:xfrm>
                <a:custGeom>
                  <a:avLst/>
                  <a:gdLst>
                    <a:gd name="connsiteX0" fmla="*/ 30721 w 30721"/>
                    <a:gd name="connsiteY0" fmla="*/ 4921 h 8201"/>
                    <a:gd name="connsiteX1" fmla="*/ 27529 w 30721"/>
                    <a:gd name="connsiteY1" fmla="*/ 3103 h 8201"/>
                    <a:gd name="connsiteX2" fmla="*/ 19417 w 30721"/>
                    <a:gd name="connsiteY2" fmla="*/ 443 h 8201"/>
                    <a:gd name="connsiteX3" fmla="*/ 14408 w 30721"/>
                    <a:gd name="connsiteY3" fmla="*/ 0 h 8201"/>
                    <a:gd name="connsiteX4" fmla="*/ 9176 w 30721"/>
                    <a:gd name="connsiteY4" fmla="*/ 975 h 8201"/>
                    <a:gd name="connsiteX5" fmla="*/ 0 w 30721"/>
                    <a:gd name="connsiteY5" fmla="*/ 8201 h 8201"/>
                    <a:gd name="connsiteX6" fmla="*/ 7980 w 30721"/>
                    <a:gd name="connsiteY6" fmla="*/ 2970 h 8201"/>
                    <a:gd name="connsiteX7" fmla="*/ 17777 w 30721"/>
                    <a:gd name="connsiteY7" fmla="*/ 1286 h 8201"/>
                    <a:gd name="connsiteX8" fmla="*/ 30721 w 30721"/>
                    <a:gd name="connsiteY8" fmla="*/ 4921 h 8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721" h="8201">
                      <a:moveTo>
                        <a:pt x="30721" y="4921"/>
                      </a:moveTo>
                      <a:cubicBezTo>
                        <a:pt x="30721" y="4921"/>
                        <a:pt x="29524" y="4078"/>
                        <a:pt x="27529" y="3103"/>
                      </a:cubicBezTo>
                      <a:cubicBezTo>
                        <a:pt x="25579" y="2039"/>
                        <a:pt x="22609" y="1064"/>
                        <a:pt x="19417" y="443"/>
                      </a:cubicBezTo>
                      <a:cubicBezTo>
                        <a:pt x="17821" y="133"/>
                        <a:pt x="16136" y="0"/>
                        <a:pt x="14408" y="0"/>
                      </a:cubicBezTo>
                      <a:cubicBezTo>
                        <a:pt x="12634" y="89"/>
                        <a:pt x="10905" y="399"/>
                        <a:pt x="9176" y="975"/>
                      </a:cubicBezTo>
                      <a:cubicBezTo>
                        <a:pt x="5763" y="2128"/>
                        <a:pt x="2571" y="4389"/>
                        <a:pt x="0" y="8201"/>
                      </a:cubicBezTo>
                      <a:cubicBezTo>
                        <a:pt x="0" y="8201"/>
                        <a:pt x="2704" y="5098"/>
                        <a:pt x="7980" y="2970"/>
                      </a:cubicBezTo>
                      <a:cubicBezTo>
                        <a:pt x="10639" y="1906"/>
                        <a:pt x="13964" y="1064"/>
                        <a:pt x="17777" y="1286"/>
                      </a:cubicBezTo>
                      <a:cubicBezTo>
                        <a:pt x="21545" y="1419"/>
                        <a:pt x="26111" y="2350"/>
                        <a:pt x="30721" y="49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45" name="Forme libre : forme 25144">
                  <a:extLst>
                    <a:ext uri="{FF2B5EF4-FFF2-40B4-BE49-F238E27FC236}">
                      <a16:creationId xmlns:a16="http://schemas.microsoft.com/office/drawing/2014/main" id="{61345F08-818C-440D-A730-7EAE7274B7BD}"/>
                    </a:ext>
                  </a:extLst>
                </p:cNvPr>
                <p:cNvSpPr/>
                <p:nvPr/>
              </p:nvSpPr>
              <p:spPr>
                <a:xfrm>
                  <a:off x="5032755" y="1335662"/>
                  <a:ext cx="8733" cy="10944"/>
                </a:xfrm>
                <a:custGeom>
                  <a:avLst/>
                  <a:gdLst>
                    <a:gd name="connsiteX0" fmla="*/ 7547 w 8733"/>
                    <a:gd name="connsiteY0" fmla="*/ 10802 h 10944"/>
                    <a:gd name="connsiteX1" fmla="*/ 1474 w 8733"/>
                    <a:gd name="connsiteY1" fmla="*/ 6901 h 10944"/>
                    <a:gd name="connsiteX2" fmla="*/ 1075 w 8733"/>
                    <a:gd name="connsiteY2" fmla="*/ 207 h 10944"/>
                    <a:gd name="connsiteX3" fmla="*/ 7325 w 8733"/>
                    <a:gd name="connsiteY3" fmla="*/ 4108 h 10944"/>
                    <a:gd name="connsiteX4" fmla="*/ 7547 w 8733"/>
                    <a:gd name="connsiteY4" fmla="*/ 10802 h 10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33" h="10944">
                      <a:moveTo>
                        <a:pt x="7547" y="10802"/>
                      </a:moveTo>
                      <a:cubicBezTo>
                        <a:pt x="5951" y="11467"/>
                        <a:pt x="3247" y="9738"/>
                        <a:pt x="1474" y="6901"/>
                      </a:cubicBezTo>
                      <a:cubicBezTo>
                        <a:pt x="-300" y="4019"/>
                        <a:pt x="-521" y="1005"/>
                        <a:pt x="1075" y="207"/>
                      </a:cubicBezTo>
                      <a:cubicBezTo>
                        <a:pt x="2671" y="-636"/>
                        <a:pt x="5508" y="1182"/>
                        <a:pt x="7325" y="4108"/>
                      </a:cubicBezTo>
                      <a:cubicBezTo>
                        <a:pt x="9187" y="7078"/>
                        <a:pt x="9143" y="10137"/>
                        <a:pt x="7547" y="1080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46" name="Forme libre : forme 25145">
                  <a:extLst>
                    <a:ext uri="{FF2B5EF4-FFF2-40B4-BE49-F238E27FC236}">
                      <a16:creationId xmlns:a16="http://schemas.microsoft.com/office/drawing/2014/main" id="{612D4BD7-5A19-4EE9-A8F6-CF87880AFF40}"/>
                    </a:ext>
                  </a:extLst>
                </p:cNvPr>
                <p:cNvSpPr/>
                <p:nvPr/>
              </p:nvSpPr>
              <p:spPr>
                <a:xfrm>
                  <a:off x="5039380" y="1344353"/>
                  <a:ext cx="3085" cy="3113"/>
                </a:xfrm>
                <a:custGeom>
                  <a:avLst/>
                  <a:gdLst>
                    <a:gd name="connsiteX0" fmla="*/ 2739 w 3085"/>
                    <a:gd name="connsiteY0" fmla="*/ 2732 h 3113"/>
                    <a:gd name="connsiteX1" fmla="*/ 567 w 3085"/>
                    <a:gd name="connsiteY1" fmla="*/ 2554 h 3113"/>
                    <a:gd name="connsiteX2" fmla="*/ 346 w 3085"/>
                    <a:gd name="connsiteY2" fmla="*/ 382 h 3113"/>
                    <a:gd name="connsiteX3" fmla="*/ 2518 w 3085"/>
                    <a:gd name="connsiteY3" fmla="*/ 559 h 3113"/>
                    <a:gd name="connsiteX4" fmla="*/ 2739 w 3085"/>
                    <a:gd name="connsiteY4" fmla="*/ 2732 h 3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5" h="3113">
                      <a:moveTo>
                        <a:pt x="2739" y="2732"/>
                      </a:moveTo>
                      <a:cubicBezTo>
                        <a:pt x="2207" y="3308"/>
                        <a:pt x="1232" y="3219"/>
                        <a:pt x="567" y="2554"/>
                      </a:cubicBezTo>
                      <a:cubicBezTo>
                        <a:pt x="-98" y="1889"/>
                        <a:pt x="-186" y="914"/>
                        <a:pt x="346" y="382"/>
                      </a:cubicBezTo>
                      <a:cubicBezTo>
                        <a:pt x="878" y="-194"/>
                        <a:pt x="1853" y="-105"/>
                        <a:pt x="2518" y="559"/>
                      </a:cubicBezTo>
                      <a:cubicBezTo>
                        <a:pt x="3183" y="1224"/>
                        <a:pt x="3271" y="2200"/>
                        <a:pt x="2739" y="2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47" name="Forme libre : forme 25146">
                  <a:extLst>
                    <a:ext uri="{FF2B5EF4-FFF2-40B4-BE49-F238E27FC236}">
                      <a16:creationId xmlns:a16="http://schemas.microsoft.com/office/drawing/2014/main" id="{273D36BD-9ABF-4369-8E13-0B3463F4D1F6}"/>
                    </a:ext>
                  </a:extLst>
                </p:cNvPr>
                <p:cNvSpPr/>
                <p:nvPr/>
              </p:nvSpPr>
              <p:spPr>
                <a:xfrm>
                  <a:off x="5042223" y="1324545"/>
                  <a:ext cx="16948" cy="35320"/>
                </a:xfrm>
                <a:custGeom>
                  <a:avLst/>
                  <a:gdLst>
                    <a:gd name="connsiteX0" fmla="*/ 16210 w 16948"/>
                    <a:gd name="connsiteY0" fmla="*/ 23869 h 35320"/>
                    <a:gd name="connsiteX1" fmla="*/ 8940 w 16948"/>
                    <a:gd name="connsiteY1" fmla="*/ 33977 h 35320"/>
                    <a:gd name="connsiteX2" fmla="*/ 4596 w 16948"/>
                    <a:gd name="connsiteY2" fmla="*/ 34819 h 35320"/>
                    <a:gd name="connsiteX3" fmla="*/ 3886 w 16948"/>
                    <a:gd name="connsiteY3" fmla="*/ 30563 h 35320"/>
                    <a:gd name="connsiteX4" fmla="*/ 6679 w 16948"/>
                    <a:gd name="connsiteY4" fmla="*/ 17308 h 35320"/>
                    <a:gd name="connsiteX5" fmla="*/ 4995 w 16948"/>
                    <a:gd name="connsiteY5" fmla="*/ 13451 h 35320"/>
                    <a:gd name="connsiteX6" fmla="*/ 2069 w 16948"/>
                    <a:gd name="connsiteY6" fmla="*/ 7910 h 35320"/>
                    <a:gd name="connsiteX7" fmla="*/ 1360 w 16948"/>
                    <a:gd name="connsiteY7" fmla="*/ 63 h 35320"/>
                    <a:gd name="connsiteX8" fmla="*/ 10137 w 16948"/>
                    <a:gd name="connsiteY8" fmla="*/ 4940 h 35320"/>
                    <a:gd name="connsiteX9" fmla="*/ 15989 w 16948"/>
                    <a:gd name="connsiteY9" fmla="*/ 13496 h 35320"/>
                    <a:gd name="connsiteX10" fmla="*/ 16210 w 16948"/>
                    <a:gd name="connsiteY10" fmla="*/ 23869 h 35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948" h="35320">
                      <a:moveTo>
                        <a:pt x="16210" y="23869"/>
                      </a:moveTo>
                      <a:cubicBezTo>
                        <a:pt x="14880" y="27992"/>
                        <a:pt x="12088" y="31228"/>
                        <a:pt x="8940" y="33977"/>
                      </a:cubicBezTo>
                      <a:cubicBezTo>
                        <a:pt x="7787" y="34996"/>
                        <a:pt x="6014" y="35927"/>
                        <a:pt x="4596" y="34819"/>
                      </a:cubicBezTo>
                      <a:cubicBezTo>
                        <a:pt x="3310" y="33799"/>
                        <a:pt x="3443" y="31937"/>
                        <a:pt x="3886" y="30563"/>
                      </a:cubicBezTo>
                      <a:cubicBezTo>
                        <a:pt x="5216" y="26219"/>
                        <a:pt x="7654" y="22140"/>
                        <a:pt x="6679" y="17308"/>
                      </a:cubicBezTo>
                      <a:cubicBezTo>
                        <a:pt x="6546" y="16554"/>
                        <a:pt x="5837" y="15136"/>
                        <a:pt x="4995" y="13451"/>
                      </a:cubicBezTo>
                      <a:cubicBezTo>
                        <a:pt x="4197" y="11722"/>
                        <a:pt x="3000" y="9816"/>
                        <a:pt x="2069" y="7910"/>
                      </a:cubicBezTo>
                      <a:cubicBezTo>
                        <a:pt x="207" y="4097"/>
                        <a:pt x="-1123" y="507"/>
                        <a:pt x="1360" y="63"/>
                      </a:cubicBezTo>
                      <a:cubicBezTo>
                        <a:pt x="3842" y="-424"/>
                        <a:pt x="7211" y="1970"/>
                        <a:pt x="10137" y="4940"/>
                      </a:cubicBezTo>
                      <a:cubicBezTo>
                        <a:pt x="12974" y="7954"/>
                        <a:pt x="15235" y="11545"/>
                        <a:pt x="15989" y="13496"/>
                      </a:cubicBezTo>
                      <a:cubicBezTo>
                        <a:pt x="17274" y="17087"/>
                        <a:pt x="17186" y="20766"/>
                        <a:pt x="16210" y="2386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19" name="Graphique 2">
                <a:extLst>
                  <a:ext uri="{FF2B5EF4-FFF2-40B4-BE49-F238E27FC236}">
                    <a16:creationId xmlns:a16="http://schemas.microsoft.com/office/drawing/2014/main" id="{24669615-24AB-4DE3-845F-9C03DA054DD2}"/>
                  </a:ext>
                </a:extLst>
              </p:cNvPr>
              <p:cNvGrpSpPr/>
              <p:nvPr/>
            </p:nvGrpSpPr>
            <p:grpSpPr>
              <a:xfrm>
                <a:off x="5043370" y="1354054"/>
                <a:ext cx="67594" cy="70693"/>
                <a:chOff x="5043370" y="1354054"/>
                <a:chExt cx="67594" cy="70693"/>
              </a:xfrm>
              <a:solidFill>
                <a:schemeClr val="accent1"/>
              </a:solidFill>
            </p:grpSpPr>
            <p:sp>
              <p:nvSpPr>
                <p:cNvPr id="25124" name="Forme libre : forme 25123">
                  <a:extLst>
                    <a:ext uri="{FF2B5EF4-FFF2-40B4-BE49-F238E27FC236}">
                      <a16:creationId xmlns:a16="http://schemas.microsoft.com/office/drawing/2014/main" id="{92A534CD-43AC-4E8F-B42F-6F91EA56F09B}"/>
                    </a:ext>
                  </a:extLst>
                </p:cNvPr>
                <p:cNvSpPr/>
                <p:nvPr/>
              </p:nvSpPr>
              <p:spPr>
                <a:xfrm>
                  <a:off x="5043370" y="1354054"/>
                  <a:ext cx="67594" cy="70693"/>
                </a:xfrm>
                <a:custGeom>
                  <a:avLst/>
                  <a:gdLst>
                    <a:gd name="connsiteX0" fmla="*/ 24107 w 67594"/>
                    <a:gd name="connsiteY0" fmla="*/ 62320 h 70693"/>
                    <a:gd name="connsiteX1" fmla="*/ 14841 w 67594"/>
                    <a:gd name="connsiteY1" fmla="*/ 52213 h 70693"/>
                    <a:gd name="connsiteX2" fmla="*/ 6064 w 67594"/>
                    <a:gd name="connsiteY2" fmla="*/ 42238 h 70693"/>
                    <a:gd name="connsiteX3" fmla="*/ 5576 w 67594"/>
                    <a:gd name="connsiteY3" fmla="*/ 13601 h 70693"/>
                    <a:gd name="connsiteX4" fmla="*/ 16083 w 67594"/>
                    <a:gd name="connsiteY4" fmla="*/ 4069 h 70693"/>
                    <a:gd name="connsiteX5" fmla="*/ 44854 w 67594"/>
                    <a:gd name="connsiteY5" fmla="*/ 8724 h 70693"/>
                    <a:gd name="connsiteX6" fmla="*/ 53188 w 67594"/>
                    <a:gd name="connsiteY6" fmla="*/ 18388 h 70693"/>
                    <a:gd name="connsiteX7" fmla="*/ 61389 w 67594"/>
                    <a:gd name="connsiteY7" fmla="*/ 27609 h 70693"/>
                    <a:gd name="connsiteX8" fmla="*/ 65778 w 67594"/>
                    <a:gd name="connsiteY8" fmla="*/ 34347 h 70693"/>
                    <a:gd name="connsiteX9" fmla="*/ 67551 w 67594"/>
                    <a:gd name="connsiteY9" fmla="*/ 41706 h 70693"/>
                    <a:gd name="connsiteX10" fmla="*/ 63162 w 67594"/>
                    <a:gd name="connsiteY10" fmla="*/ 55405 h 70693"/>
                    <a:gd name="connsiteX11" fmla="*/ 53808 w 67594"/>
                    <a:gd name="connsiteY11" fmla="*/ 65778 h 70693"/>
                    <a:gd name="connsiteX12" fmla="*/ 39933 w 67594"/>
                    <a:gd name="connsiteY12" fmla="*/ 70566 h 70693"/>
                    <a:gd name="connsiteX13" fmla="*/ 31687 w 67594"/>
                    <a:gd name="connsiteY13" fmla="*/ 68039 h 70693"/>
                    <a:gd name="connsiteX14" fmla="*/ 24107 w 67594"/>
                    <a:gd name="connsiteY14" fmla="*/ 62320 h 70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7594" h="70693">
                      <a:moveTo>
                        <a:pt x="24107" y="62320"/>
                      </a:moveTo>
                      <a:cubicBezTo>
                        <a:pt x="20959" y="58951"/>
                        <a:pt x="17812" y="55538"/>
                        <a:pt x="14841" y="52213"/>
                      </a:cubicBezTo>
                      <a:lnTo>
                        <a:pt x="6064" y="42238"/>
                      </a:lnTo>
                      <a:cubicBezTo>
                        <a:pt x="-1916" y="33062"/>
                        <a:pt x="-1960" y="20605"/>
                        <a:pt x="5576" y="13601"/>
                      </a:cubicBezTo>
                      <a:lnTo>
                        <a:pt x="16083" y="4069"/>
                      </a:lnTo>
                      <a:cubicBezTo>
                        <a:pt x="23619" y="-2935"/>
                        <a:pt x="36963" y="-585"/>
                        <a:pt x="44854" y="8724"/>
                      </a:cubicBezTo>
                      <a:lnTo>
                        <a:pt x="53188" y="18388"/>
                      </a:lnTo>
                      <a:cubicBezTo>
                        <a:pt x="55936" y="21580"/>
                        <a:pt x="58685" y="24595"/>
                        <a:pt x="61389" y="27609"/>
                      </a:cubicBezTo>
                      <a:cubicBezTo>
                        <a:pt x="63295" y="29737"/>
                        <a:pt x="64758" y="31909"/>
                        <a:pt x="65778" y="34347"/>
                      </a:cubicBezTo>
                      <a:cubicBezTo>
                        <a:pt x="66797" y="36786"/>
                        <a:pt x="67374" y="39179"/>
                        <a:pt x="67551" y="41706"/>
                      </a:cubicBezTo>
                      <a:cubicBezTo>
                        <a:pt x="67861" y="46716"/>
                        <a:pt x="66531" y="51636"/>
                        <a:pt x="63162" y="55405"/>
                      </a:cubicBezTo>
                      <a:lnTo>
                        <a:pt x="53808" y="65778"/>
                      </a:lnTo>
                      <a:cubicBezTo>
                        <a:pt x="50439" y="69546"/>
                        <a:pt x="45341" y="71186"/>
                        <a:pt x="39933" y="70566"/>
                      </a:cubicBezTo>
                      <a:cubicBezTo>
                        <a:pt x="37229" y="70256"/>
                        <a:pt x="34303" y="69413"/>
                        <a:pt x="31687" y="68039"/>
                      </a:cubicBezTo>
                      <a:cubicBezTo>
                        <a:pt x="28983" y="66576"/>
                        <a:pt x="26279" y="64670"/>
                        <a:pt x="24107" y="62320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25" name="Forme libre : forme 25124">
                  <a:extLst>
                    <a:ext uri="{FF2B5EF4-FFF2-40B4-BE49-F238E27FC236}">
                      <a16:creationId xmlns:a16="http://schemas.microsoft.com/office/drawing/2014/main" id="{A18C315D-108A-40F3-923A-72ED8B2EF500}"/>
                    </a:ext>
                  </a:extLst>
                </p:cNvPr>
                <p:cNvSpPr/>
                <p:nvPr/>
              </p:nvSpPr>
              <p:spPr>
                <a:xfrm>
                  <a:off x="5043387" y="1363531"/>
                  <a:ext cx="54013" cy="61171"/>
                </a:xfrm>
                <a:custGeom>
                  <a:avLst/>
                  <a:gdLst>
                    <a:gd name="connsiteX0" fmla="*/ 21829 w 54013"/>
                    <a:gd name="connsiteY0" fmla="*/ 25224 h 61171"/>
                    <a:gd name="connsiteX1" fmla="*/ 10081 w 54013"/>
                    <a:gd name="connsiteY1" fmla="*/ 0 h 61171"/>
                    <a:gd name="connsiteX2" fmla="*/ 5559 w 54013"/>
                    <a:gd name="connsiteY2" fmla="*/ 4123 h 61171"/>
                    <a:gd name="connsiteX3" fmla="*/ 6047 w 54013"/>
                    <a:gd name="connsiteY3" fmla="*/ 32761 h 61171"/>
                    <a:gd name="connsiteX4" fmla="*/ 14825 w 54013"/>
                    <a:gd name="connsiteY4" fmla="*/ 42735 h 61171"/>
                    <a:gd name="connsiteX5" fmla="*/ 24090 w 54013"/>
                    <a:gd name="connsiteY5" fmla="*/ 52843 h 61171"/>
                    <a:gd name="connsiteX6" fmla="*/ 31582 w 54013"/>
                    <a:gd name="connsiteY6" fmla="*/ 58517 h 61171"/>
                    <a:gd name="connsiteX7" fmla="*/ 39827 w 54013"/>
                    <a:gd name="connsiteY7" fmla="*/ 61044 h 61171"/>
                    <a:gd name="connsiteX8" fmla="*/ 53703 w 54013"/>
                    <a:gd name="connsiteY8" fmla="*/ 56256 h 61171"/>
                    <a:gd name="connsiteX9" fmla="*/ 54013 w 54013"/>
                    <a:gd name="connsiteY9" fmla="*/ 55901 h 61171"/>
                    <a:gd name="connsiteX10" fmla="*/ 37877 w 54013"/>
                    <a:gd name="connsiteY10" fmla="*/ 40297 h 61171"/>
                    <a:gd name="connsiteX11" fmla="*/ 21829 w 54013"/>
                    <a:gd name="connsiteY11" fmla="*/ 25224 h 61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4013" h="61171">
                      <a:moveTo>
                        <a:pt x="21829" y="25224"/>
                      </a:moveTo>
                      <a:cubicBezTo>
                        <a:pt x="13273" y="18841"/>
                        <a:pt x="8663" y="8999"/>
                        <a:pt x="10081" y="0"/>
                      </a:cubicBezTo>
                      <a:lnTo>
                        <a:pt x="5559" y="4123"/>
                      </a:lnTo>
                      <a:cubicBezTo>
                        <a:pt x="-1933" y="11083"/>
                        <a:pt x="-1933" y="23540"/>
                        <a:pt x="6047" y="32761"/>
                      </a:cubicBezTo>
                      <a:lnTo>
                        <a:pt x="14825" y="42735"/>
                      </a:lnTo>
                      <a:cubicBezTo>
                        <a:pt x="17795" y="46104"/>
                        <a:pt x="20898" y="49473"/>
                        <a:pt x="24090" y="52843"/>
                      </a:cubicBezTo>
                      <a:cubicBezTo>
                        <a:pt x="26262" y="55236"/>
                        <a:pt x="28966" y="57098"/>
                        <a:pt x="31582" y="58517"/>
                      </a:cubicBezTo>
                      <a:cubicBezTo>
                        <a:pt x="34197" y="59936"/>
                        <a:pt x="37123" y="60733"/>
                        <a:pt x="39827" y="61044"/>
                      </a:cubicBezTo>
                      <a:cubicBezTo>
                        <a:pt x="45280" y="61664"/>
                        <a:pt x="50334" y="60024"/>
                        <a:pt x="53703" y="56256"/>
                      </a:cubicBezTo>
                      <a:lnTo>
                        <a:pt x="54013" y="55901"/>
                      </a:lnTo>
                      <a:cubicBezTo>
                        <a:pt x="47984" y="51158"/>
                        <a:pt x="42886" y="45661"/>
                        <a:pt x="37877" y="40297"/>
                      </a:cubicBezTo>
                      <a:cubicBezTo>
                        <a:pt x="32912" y="34933"/>
                        <a:pt x="27858" y="29657"/>
                        <a:pt x="21829" y="2522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26" name="Forme libre : forme 25125">
                  <a:extLst>
                    <a:ext uri="{FF2B5EF4-FFF2-40B4-BE49-F238E27FC236}">
                      <a16:creationId xmlns:a16="http://schemas.microsoft.com/office/drawing/2014/main" id="{6B950338-DA18-4289-B911-BBA6D69AFE5E}"/>
                    </a:ext>
                  </a:extLst>
                </p:cNvPr>
                <p:cNvSpPr/>
                <p:nvPr/>
              </p:nvSpPr>
              <p:spPr>
                <a:xfrm>
                  <a:off x="5066731" y="1380014"/>
                  <a:ext cx="25799" cy="27127"/>
                </a:xfrm>
                <a:custGeom>
                  <a:avLst/>
                  <a:gdLst>
                    <a:gd name="connsiteX0" fmla="*/ 23842 w 25799"/>
                    <a:gd name="connsiteY0" fmla="*/ 25322 h 27127"/>
                    <a:gd name="connsiteX1" fmla="*/ 5667 w 25799"/>
                    <a:gd name="connsiteY1" fmla="*/ 20046 h 27127"/>
                    <a:gd name="connsiteX2" fmla="*/ 2298 w 25799"/>
                    <a:gd name="connsiteY2" fmla="*/ 1560 h 27127"/>
                    <a:gd name="connsiteX3" fmla="*/ 20074 w 25799"/>
                    <a:gd name="connsiteY3" fmla="*/ 7190 h 27127"/>
                    <a:gd name="connsiteX4" fmla="*/ 23842 w 25799"/>
                    <a:gd name="connsiteY4" fmla="*/ 25322 h 27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99" h="27127">
                      <a:moveTo>
                        <a:pt x="23842" y="25322"/>
                      </a:moveTo>
                      <a:cubicBezTo>
                        <a:pt x="20074" y="29090"/>
                        <a:pt x="11740" y="26784"/>
                        <a:pt x="5667" y="20046"/>
                      </a:cubicBezTo>
                      <a:cubicBezTo>
                        <a:pt x="-362" y="13308"/>
                        <a:pt x="-1737" y="5062"/>
                        <a:pt x="2298" y="1560"/>
                      </a:cubicBezTo>
                      <a:cubicBezTo>
                        <a:pt x="6332" y="-1942"/>
                        <a:pt x="14311" y="674"/>
                        <a:pt x="20074" y="7190"/>
                      </a:cubicBezTo>
                      <a:cubicBezTo>
                        <a:pt x="25793" y="13618"/>
                        <a:pt x="27566" y="21598"/>
                        <a:pt x="23842" y="25322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27" name="Forme libre : forme 25126">
                  <a:extLst>
                    <a:ext uri="{FF2B5EF4-FFF2-40B4-BE49-F238E27FC236}">
                      <a16:creationId xmlns:a16="http://schemas.microsoft.com/office/drawing/2014/main" id="{76348EA7-19D1-4116-B003-1AC575DA82B0}"/>
                    </a:ext>
                  </a:extLst>
                </p:cNvPr>
                <p:cNvSpPr/>
                <p:nvPr/>
              </p:nvSpPr>
              <p:spPr>
                <a:xfrm>
                  <a:off x="5066687" y="1379999"/>
                  <a:ext cx="12981" cy="24804"/>
                </a:xfrm>
                <a:custGeom>
                  <a:avLst/>
                  <a:gdLst>
                    <a:gd name="connsiteX0" fmla="*/ 12981 w 12981"/>
                    <a:gd name="connsiteY0" fmla="*/ 1620 h 24804"/>
                    <a:gd name="connsiteX1" fmla="*/ 2297 w 12981"/>
                    <a:gd name="connsiteY1" fmla="*/ 1575 h 24804"/>
                    <a:gd name="connsiteX2" fmla="*/ 5667 w 12981"/>
                    <a:gd name="connsiteY2" fmla="*/ 20061 h 24804"/>
                    <a:gd name="connsiteX3" fmla="*/ 11385 w 12981"/>
                    <a:gd name="connsiteY3" fmla="*/ 24805 h 24804"/>
                    <a:gd name="connsiteX4" fmla="*/ 9124 w 12981"/>
                    <a:gd name="connsiteY4" fmla="*/ 21347 h 24804"/>
                    <a:gd name="connsiteX5" fmla="*/ 12981 w 12981"/>
                    <a:gd name="connsiteY5" fmla="*/ 1620 h 2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981" h="24804">
                      <a:moveTo>
                        <a:pt x="12981" y="1620"/>
                      </a:moveTo>
                      <a:cubicBezTo>
                        <a:pt x="8903" y="-420"/>
                        <a:pt x="4824" y="-641"/>
                        <a:pt x="2297" y="1575"/>
                      </a:cubicBezTo>
                      <a:cubicBezTo>
                        <a:pt x="-1737" y="5077"/>
                        <a:pt x="-362" y="13323"/>
                        <a:pt x="5667" y="20061"/>
                      </a:cubicBezTo>
                      <a:cubicBezTo>
                        <a:pt x="7440" y="22012"/>
                        <a:pt x="9435" y="23608"/>
                        <a:pt x="11385" y="24805"/>
                      </a:cubicBezTo>
                      <a:cubicBezTo>
                        <a:pt x="10499" y="23741"/>
                        <a:pt x="9701" y="22632"/>
                        <a:pt x="9124" y="21347"/>
                      </a:cubicBezTo>
                      <a:cubicBezTo>
                        <a:pt x="6509" y="14032"/>
                        <a:pt x="7750" y="5476"/>
                        <a:pt x="12981" y="162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28" name="Forme libre : forme 25127">
                  <a:extLst>
                    <a:ext uri="{FF2B5EF4-FFF2-40B4-BE49-F238E27FC236}">
                      <a16:creationId xmlns:a16="http://schemas.microsoft.com/office/drawing/2014/main" id="{79908F94-70E7-45DB-AEF4-48D0C1496E04}"/>
                    </a:ext>
                  </a:extLst>
                </p:cNvPr>
                <p:cNvSpPr/>
                <p:nvPr/>
              </p:nvSpPr>
              <p:spPr>
                <a:xfrm>
                  <a:off x="5066172" y="1382584"/>
                  <a:ext cx="25950" cy="27215"/>
                </a:xfrm>
                <a:custGeom>
                  <a:avLst/>
                  <a:gdLst>
                    <a:gd name="connsiteX0" fmla="*/ 24003 w 25950"/>
                    <a:gd name="connsiteY0" fmla="*/ 25411 h 27215"/>
                    <a:gd name="connsiteX1" fmla="*/ 5738 w 25950"/>
                    <a:gd name="connsiteY1" fmla="*/ 20092 h 27215"/>
                    <a:gd name="connsiteX2" fmla="*/ 2281 w 25950"/>
                    <a:gd name="connsiteY2" fmla="*/ 1561 h 27215"/>
                    <a:gd name="connsiteX3" fmla="*/ 20057 w 25950"/>
                    <a:gd name="connsiteY3" fmla="*/ 7147 h 27215"/>
                    <a:gd name="connsiteX4" fmla="*/ 24003 w 25950"/>
                    <a:gd name="connsiteY4" fmla="*/ 25411 h 27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50" h="27215">
                      <a:moveTo>
                        <a:pt x="24003" y="25411"/>
                      </a:moveTo>
                      <a:cubicBezTo>
                        <a:pt x="20279" y="29180"/>
                        <a:pt x="11900" y="26874"/>
                        <a:pt x="5738" y="20092"/>
                      </a:cubicBezTo>
                      <a:cubicBezTo>
                        <a:pt x="-335" y="13353"/>
                        <a:pt x="-1754" y="5063"/>
                        <a:pt x="2281" y="1561"/>
                      </a:cubicBezTo>
                      <a:cubicBezTo>
                        <a:pt x="6315" y="-1941"/>
                        <a:pt x="14250" y="675"/>
                        <a:pt x="20057" y="7147"/>
                      </a:cubicBezTo>
                      <a:cubicBezTo>
                        <a:pt x="25865" y="13664"/>
                        <a:pt x="27771" y="21643"/>
                        <a:pt x="24003" y="2541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29" name="Forme libre : forme 25128">
                  <a:extLst>
                    <a:ext uri="{FF2B5EF4-FFF2-40B4-BE49-F238E27FC236}">
                      <a16:creationId xmlns:a16="http://schemas.microsoft.com/office/drawing/2014/main" id="{C0189CD9-1018-46DB-936A-DD0FD9AA5F0E}"/>
                    </a:ext>
                  </a:extLst>
                </p:cNvPr>
                <p:cNvSpPr/>
                <p:nvPr/>
              </p:nvSpPr>
              <p:spPr>
                <a:xfrm>
                  <a:off x="5052016" y="1363848"/>
                  <a:ext cx="27332" cy="46704"/>
                </a:xfrm>
                <a:custGeom>
                  <a:avLst/>
                  <a:gdLst>
                    <a:gd name="connsiteX0" fmla="*/ 7127 w 27332"/>
                    <a:gd name="connsiteY0" fmla="*/ 8328 h 46704"/>
                    <a:gd name="connsiteX1" fmla="*/ 1054 w 27332"/>
                    <a:gd name="connsiteY1" fmla="*/ 15066 h 46704"/>
                    <a:gd name="connsiteX2" fmla="*/ 4334 w 27332"/>
                    <a:gd name="connsiteY2" fmla="*/ 33508 h 46704"/>
                    <a:gd name="connsiteX3" fmla="*/ 16835 w 27332"/>
                    <a:gd name="connsiteY3" fmla="*/ 45566 h 46704"/>
                    <a:gd name="connsiteX4" fmla="*/ 26987 w 27332"/>
                    <a:gd name="connsiteY4" fmla="*/ 43793 h 46704"/>
                    <a:gd name="connsiteX5" fmla="*/ 26411 w 27332"/>
                    <a:gd name="connsiteY5" fmla="*/ 36523 h 46704"/>
                    <a:gd name="connsiteX6" fmla="*/ 25214 w 27332"/>
                    <a:gd name="connsiteY6" fmla="*/ 19234 h 46704"/>
                    <a:gd name="connsiteX7" fmla="*/ 22155 w 27332"/>
                    <a:gd name="connsiteY7" fmla="*/ 748 h 46704"/>
                    <a:gd name="connsiteX8" fmla="*/ 7127 w 27332"/>
                    <a:gd name="connsiteY8" fmla="*/ 8328 h 46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32" h="46704">
                      <a:moveTo>
                        <a:pt x="7127" y="8328"/>
                      </a:moveTo>
                      <a:cubicBezTo>
                        <a:pt x="4777" y="10234"/>
                        <a:pt x="2339" y="12274"/>
                        <a:pt x="1054" y="15066"/>
                      </a:cubicBezTo>
                      <a:cubicBezTo>
                        <a:pt x="-1384" y="20475"/>
                        <a:pt x="699" y="27568"/>
                        <a:pt x="4334" y="33508"/>
                      </a:cubicBezTo>
                      <a:cubicBezTo>
                        <a:pt x="7304" y="38429"/>
                        <a:pt x="11516" y="43172"/>
                        <a:pt x="16835" y="45566"/>
                      </a:cubicBezTo>
                      <a:cubicBezTo>
                        <a:pt x="20781" y="47339"/>
                        <a:pt x="25657" y="47251"/>
                        <a:pt x="26987" y="43793"/>
                      </a:cubicBezTo>
                      <a:cubicBezTo>
                        <a:pt x="27785" y="41665"/>
                        <a:pt x="27032" y="39005"/>
                        <a:pt x="26411" y="36523"/>
                      </a:cubicBezTo>
                      <a:cubicBezTo>
                        <a:pt x="24948" y="30671"/>
                        <a:pt x="24638" y="24819"/>
                        <a:pt x="25214" y="19234"/>
                      </a:cubicBezTo>
                      <a:cubicBezTo>
                        <a:pt x="25702" y="14446"/>
                        <a:pt x="28317" y="4338"/>
                        <a:pt x="22155" y="748"/>
                      </a:cubicBezTo>
                      <a:cubicBezTo>
                        <a:pt x="16570" y="-2489"/>
                        <a:pt x="10408" y="5668"/>
                        <a:pt x="7127" y="832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30" name="Forme libre : forme 25129">
                  <a:extLst>
                    <a:ext uri="{FF2B5EF4-FFF2-40B4-BE49-F238E27FC236}">
                      <a16:creationId xmlns:a16="http://schemas.microsoft.com/office/drawing/2014/main" id="{0FCFDE0B-24A4-4D7A-962B-3C9EFA93FDDA}"/>
                    </a:ext>
                  </a:extLst>
                </p:cNvPr>
                <p:cNvSpPr/>
                <p:nvPr/>
              </p:nvSpPr>
              <p:spPr>
                <a:xfrm>
                  <a:off x="5069481" y="1370493"/>
                  <a:ext cx="14136" cy="8460"/>
                </a:xfrm>
                <a:custGeom>
                  <a:avLst/>
                  <a:gdLst>
                    <a:gd name="connsiteX0" fmla="*/ 2739 w 14136"/>
                    <a:gd name="connsiteY0" fmla="*/ 87 h 8460"/>
                    <a:gd name="connsiteX1" fmla="*/ 655 w 14136"/>
                    <a:gd name="connsiteY1" fmla="*/ 840 h 8460"/>
                    <a:gd name="connsiteX2" fmla="*/ 124 w 14136"/>
                    <a:gd name="connsiteY2" fmla="*/ 2968 h 8460"/>
                    <a:gd name="connsiteX3" fmla="*/ 1719 w 14136"/>
                    <a:gd name="connsiteY3" fmla="*/ 4697 h 8460"/>
                    <a:gd name="connsiteX4" fmla="*/ 6906 w 14136"/>
                    <a:gd name="connsiteY4" fmla="*/ 7667 h 8460"/>
                    <a:gd name="connsiteX5" fmla="*/ 9167 w 14136"/>
                    <a:gd name="connsiteY5" fmla="*/ 8421 h 8460"/>
                    <a:gd name="connsiteX6" fmla="*/ 12758 w 14136"/>
                    <a:gd name="connsiteY6" fmla="*/ 3057 h 8460"/>
                    <a:gd name="connsiteX7" fmla="*/ 2739 w 14136"/>
                    <a:gd name="connsiteY7" fmla="*/ 87 h 8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136" h="8460">
                      <a:moveTo>
                        <a:pt x="2739" y="87"/>
                      </a:moveTo>
                      <a:cubicBezTo>
                        <a:pt x="1985" y="175"/>
                        <a:pt x="1232" y="353"/>
                        <a:pt x="655" y="840"/>
                      </a:cubicBezTo>
                      <a:cubicBezTo>
                        <a:pt x="124" y="1328"/>
                        <a:pt x="-187" y="2170"/>
                        <a:pt x="124" y="2968"/>
                      </a:cubicBezTo>
                      <a:cubicBezTo>
                        <a:pt x="389" y="3678"/>
                        <a:pt x="1054" y="4254"/>
                        <a:pt x="1719" y="4697"/>
                      </a:cubicBezTo>
                      <a:cubicBezTo>
                        <a:pt x="3404" y="5850"/>
                        <a:pt x="5133" y="6869"/>
                        <a:pt x="6906" y="7667"/>
                      </a:cubicBezTo>
                      <a:cubicBezTo>
                        <a:pt x="7660" y="8022"/>
                        <a:pt x="8413" y="8332"/>
                        <a:pt x="9167" y="8421"/>
                      </a:cubicBezTo>
                      <a:cubicBezTo>
                        <a:pt x="12359" y="8820"/>
                        <a:pt x="16260" y="6160"/>
                        <a:pt x="12758" y="3057"/>
                      </a:cubicBezTo>
                      <a:cubicBezTo>
                        <a:pt x="10098" y="663"/>
                        <a:pt x="5798" y="-312"/>
                        <a:pt x="2739" y="8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31" name="Forme libre : forme 25130">
                  <a:extLst>
                    <a:ext uri="{FF2B5EF4-FFF2-40B4-BE49-F238E27FC236}">
                      <a16:creationId xmlns:a16="http://schemas.microsoft.com/office/drawing/2014/main" id="{33DF41F9-F306-46BD-B728-C674D7507D8E}"/>
                    </a:ext>
                  </a:extLst>
                </p:cNvPr>
                <p:cNvSpPr/>
                <p:nvPr/>
              </p:nvSpPr>
              <p:spPr>
                <a:xfrm>
                  <a:off x="5068585" y="1416019"/>
                  <a:ext cx="28283" cy="5787"/>
                </a:xfrm>
                <a:custGeom>
                  <a:avLst/>
                  <a:gdLst>
                    <a:gd name="connsiteX0" fmla="*/ 28283 w 28283"/>
                    <a:gd name="connsiteY0" fmla="*/ 798 h 5787"/>
                    <a:gd name="connsiteX1" fmla="*/ 21279 w 28283"/>
                    <a:gd name="connsiteY1" fmla="*/ 5054 h 5787"/>
                    <a:gd name="connsiteX2" fmla="*/ 0 w 28283"/>
                    <a:gd name="connsiteY2" fmla="*/ 0 h 5787"/>
                    <a:gd name="connsiteX3" fmla="*/ 2527 w 28283"/>
                    <a:gd name="connsiteY3" fmla="*/ 1286 h 5787"/>
                    <a:gd name="connsiteX4" fmla="*/ 9177 w 28283"/>
                    <a:gd name="connsiteY4" fmla="*/ 3546 h 5787"/>
                    <a:gd name="connsiteX5" fmla="*/ 28283 w 28283"/>
                    <a:gd name="connsiteY5" fmla="*/ 798 h 5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283" h="5787">
                      <a:moveTo>
                        <a:pt x="28283" y="798"/>
                      </a:moveTo>
                      <a:cubicBezTo>
                        <a:pt x="28283" y="798"/>
                        <a:pt x="25978" y="3679"/>
                        <a:pt x="21279" y="5054"/>
                      </a:cubicBezTo>
                      <a:cubicBezTo>
                        <a:pt x="16624" y="6472"/>
                        <a:pt x="9265" y="6339"/>
                        <a:pt x="0" y="0"/>
                      </a:cubicBezTo>
                      <a:cubicBezTo>
                        <a:pt x="0" y="0"/>
                        <a:pt x="887" y="576"/>
                        <a:pt x="2527" y="1286"/>
                      </a:cubicBezTo>
                      <a:cubicBezTo>
                        <a:pt x="4167" y="2039"/>
                        <a:pt x="6472" y="2926"/>
                        <a:pt x="9177" y="3546"/>
                      </a:cubicBezTo>
                      <a:cubicBezTo>
                        <a:pt x="14629" y="4832"/>
                        <a:pt x="21900" y="4921"/>
                        <a:pt x="28283" y="7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32" name="Forme libre : forme 25131">
                  <a:extLst>
                    <a:ext uri="{FF2B5EF4-FFF2-40B4-BE49-F238E27FC236}">
                      <a16:creationId xmlns:a16="http://schemas.microsoft.com/office/drawing/2014/main" id="{EF708E82-7BE1-4995-830C-D123DA5F50FF}"/>
                    </a:ext>
                  </a:extLst>
                </p:cNvPr>
                <p:cNvSpPr/>
                <p:nvPr/>
              </p:nvSpPr>
              <p:spPr>
                <a:xfrm>
                  <a:off x="5059143" y="1356459"/>
                  <a:ext cx="28815" cy="8313"/>
                </a:xfrm>
                <a:custGeom>
                  <a:avLst/>
                  <a:gdLst>
                    <a:gd name="connsiteX0" fmla="*/ 28815 w 28815"/>
                    <a:gd name="connsiteY0" fmla="*/ 8314 h 8313"/>
                    <a:gd name="connsiteX1" fmla="*/ 20126 w 28815"/>
                    <a:gd name="connsiteY1" fmla="*/ 2152 h 8313"/>
                    <a:gd name="connsiteX2" fmla="*/ 0 w 28815"/>
                    <a:gd name="connsiteY2" fmla="*/ 3703 h 8313"/>
                    <a:gd name="connsiteX3" fmla="*/ 9088 w 28815"/>
                    <a:gd name="connsiteY3" fmla="*/ 1442 h 8313"/>
                    <a:gd name="connsiteX4" fmla="*/ 28815 w 28815"/>
                    <a:gd name="connsiteY4" fmla="*/ 8314 h 8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15" h="8313">
                      <a:moveTo>
                        <a:pt x="28815" y="8314"/>
                      </a:moveTo>
                      <a:cubicBezTo>
                        <a:pt x="28815" y="8314"/>
                        <a:pt x="25446" y="4590"/>
                        <a:pt x="20126" y="2152"/>
                      </a:cubicBezTo>
                      <a:cubicBezTo>
                        <a:pt x="14762" y="-375"/>
                        <a:pt x="7492" y="-1572"/>
                        <a:pt x="0" y="3703"/>
                      </a:cubicBezTo>
                      <a:cubicBezTo>
                        <a:pt x="0" y="3703"/>
                        <a:pt x="3635" y="1797"/>
                        <a:pt x="9088" y="1442"/>
                      </a:cubicBezTo>
                      <a:cubicBezTo>
                        <a:pt x="14496" y="1088"/>
                        <a:pt x="21811" y="2329"/>
                        <a:pt x="28815" y="83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33" name="Forme libre : forme 25132">
                  <a:extLst>
                    <a:ext uri="{FF2B5EF4-FFF2-40B4-BE49-F238E27FC236}">
                      <a16:creationId xmlns:a16="http://schemas.microsoft.com/office/drawing/2014/main" id="{F00FFC67-E914-429F-BA46-99F87B185C90}"/>
                    </a:ext>
                  </a:extLst>
                </p:cNvPr>
                <p:cNvSpPr/>
                <p:nvPr/>
              </p:nvSpPr>
              <p:spPr>
                <a:xfrm>
                  <a:off x="5080890" y="1387548"/>
                  <a:ext cx="8031" cy="11162"/>
                </a:xfrm>
                <a:custGeom>
                  <a:avLst/>
                  <a:gdLst>
                    <a:gd name="connsiteX0" fmla="*/ 6714 w 8031"/>
                    <a:gd name="connsiteY0" fmla="*/ 11049 h 11162"/>
                    <a:gd name="connsiteX1" fmla="*/ 995 w 8031"/>
                    <a:gd name="connsiteY1" fmla="*/ 6660 h 11162"/>
                    <a:gd name="connsiteX2" fmla="*/ 1350 w 8031"/>
                    <a:gd name="connsiteY2" fmla="*/ 99 h 11162"/>
                    <a:gd name="connsiteX3" fmla="*/ 6980 w 8031"/>
                    <a:gd name="connsiteY3" fmla="*/ 4488 h 11162"/>
                    <a:gd name="connsiteX4" fmla="*/ 6714 w 8031"/>
                    <a:gd name="connsiteY4" fmla="*/ 11049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31" h="11162">
                      <a:moveTo>
                        <a:pt x="6714" y="11049"/>
                      </a:moveTo>
                      <a:cubicBezTo>
                        <a:pt x="5073" y="11670"/>
                        <a:pt x="2502" y="9675"/>
                        <a:pt x="995" y="6660"/>
                      </a:cubicBezTo>
                      <a:cubicBezTo>
                        <a:pt x="-468" y="3646"/>
                        <a:pt x="-291" y="676"/>
                        <a:pt x="1350" y="99"/>
                      </a:cubicBezTo>
                      <a:cubicBezTo>
                        <a:pt x="2990" y="-477"/>
                        <a:pt x="5472" y="1518"/>
                        <a:pt x="6980" y="4488"/>
                      </a:cubicBezTo>
                      <a:cubicBezTo>
                        <a:pt x="8487" y="7503"/>
                        <a:pt x="8354" y="10428"/>
                        <a:pt x="6714" y="1104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34" name="Forme libre : forme 25133">
                  <a:extLst>
                    <a:ext uri="{FF2B5EF4-FFF2-40B4-BE49-F238E27FC236}">
                      <a16:creationId xmlns:a16="http://schemas.microsoft.com/office/drawing/2014/main" id="{B4843DFD-D10F-4AF2-A429-6C62C447620B}"/>
                    </a:ext>
                  </a:extLst>
                </p:cNvPr>
                <p:cNvSpPr/>
                <p:nvPr/>
              </p:nvSpPr>
              <p:spPr>
                <a:xfrm>
                  <a:off x="5086754" y="1396540"/>
                  <a:ext cx="3012" cy="3094"/>
                </a:xfrm>
                <a:custGeom>
                  <a:avLst/>
                  <a:gdLst>
                    <a:gd name="connsiteX0" fmla="*/ 2622 w 3012"/>
                    <a:gd name="connsiteY0" fmla="*/ 2766 h 3094"/>
                    <a:gd name="connsiteX1" fmla="*/ 495 w 3012"/>
                    <a:gd name="connsiteY1" fmla="*/ 2500 h 3094"/>
                    <a:gd name="connsiteX2" fmla="*/ 406 w 3012"/>
                    <a:gd name="connsiteY2" fmla="*/ 328 h 3094"/>
                    <a:gd name="connsiteX3" fmla="*/ 2534 w 3012"/>
                    <a:gd name="connsiteY3" fmla="*/ 594 h 3094"/>
                    <a:gd name="connsiteX4" fmla="*/ 2622 w 3012"/>
                    <a:gd name="connsiteY4" fmla="*/ 2766 h 3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12" h="3094">
                      <a:moveTo>
                        <a:pt x="2622" y="2766"/>
                      </a:moveTo>
                      <a:cubicBezTo>
                        <a:pt x="2046" y="3298"/>
                        <a:pt x="1115" y="3165"/>
                        <a:pt x="495" y="2500"/>
                      </a:cubicBezTo>
                      <a:cubicBezTo>
                        <a:pt x="-126" y="1835"/>
                        <a:pt x="-170" y="860"/>
                        <a:pt x="406" y="328"/>
                      </a:cubicBezTo>
                      <a:cubicBezTo>
                        <a:pt x="982" y="-204"/>
                        <a:pt x="1913" y="-71"/>
                        <a:pt x="2534" y="594"/>
                      </a:cubicBezTo>
                      <a:cubicBezTo>
                        <a:pt x="3110" y="1304"/>
                        <a:pt x="3199" y="2234"/>
                        <a:pt x="2622" y="27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35" name="Forme libre : forme 25134">
                  <a:extLst>
                    <a:ext uri="{FF2B5EF4-FFF2-40B4-BE49-F238E27FC236}">
                      <a16:creationId xmlns:a16="http://schemas.microsoft.com/office/drawing/2014/main" id="{EF34B764-1B88-42FE-A5A5-5AB4C028F5E2}"/>
                    </a:ext>
                  </a:extLst>
                </p:cNvPr>
                <p:cNvSpPr/>
                <p:nvPr/>
              </p:nvSpPr>
              <p:spPr>
                <a:xfrm>
                  <a:off x="5091690" y="1377971"/>
                  <a:ext cx="14185" cy="34020"/>
                </a:xfrm>
                <a:custGeom>
                  <a:avLst/>
                  <a:gdLst>
                    <a:gd name="connsiteX0" fmla="*/ 13424 w 14185"/>
                    <a:gd name="connsiteY0" fmla="*/ 22266 h 34020"/>
                    <a:gd name="connsiteX1" fmla="*/ 6730 w 14185"/>
                    <a:gd name="connsiteY1" fmla="*/ 32551 h 34020"/>
                    <a:gd name="connsiteX2" fmla="*/ 2474 w 14185"/>
                    <a:gd name="connsiteY2" fmla="*/ 33571 h 34020"/>
                    <a:gd name="connsiteX3" fmla="*/ 1543 w 14185"/>
                    <a:gd name="connsiteY3" fmla="*/ 29359 h 34020"/>
                    <a:gd name="connsiteX4" fmla="*/ 4514 w 14185"/>
                    <a:gd name="connsiteY4" fmla="*/ 16415 h 34020"/>
                    <a:gd name="connsiteX5" fmla="*/ 1632 w 14185"/>
                    <a:gd name="connsiteY5" fmla="*/ 12 h 34020"/>
                    <a:gd name="connsiteX6" fmla="*/ 13513 w 14185"/>
                    <a:gd name="connsiteY6" fmla="*/ 12602 h 34020"/>
                    <a:gd name="connsiteX7" fmla="*/ 13424 w 14185"/>
                    <a:gd name="connsiteY7" fmla="*/ 22266 h 34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185" h="34020">
                      <a:moveTo>
                        <a:pt x="13424" y="22266"/>
                      </a:moveTo>
                      <a:cubicBezTo>
                        <a:pt x="12183" y="26300"/>
                        <a:pt x="9656" y="29670"/>
                        <a:pt x="6730" y="32551"/>
                      </a:cubicBezTo>
                      <a:cubicBezTo>
                        <a:pt x="5666" y="33615"/>
                        <a:pt x="3982" y="34635"/>
                        <a:pt x="2474" y="33571"/>
                      </a:cubicBezTo>
                      <a:cubicBezTo>
                        <a:pt x="1144" y="32595"/>
                        <a:pt x="1144" y="30734"/>
                        <a:pt x="1543" y="29359"/>
                      </a:cubicBezTo>
                      <a:cubicBezTo>
                        <a:pt x="2740" y="25059"/>
                        <a:pt x="5179" y="21025"/>
                        <a:pt x="4514" y="16415"/>
                      </a:cubicBezTo>
                      <a:cubicBezTo>
                        <a:pt x="4070" y="13577"/>
                        <a:pt x="-3156" y="500"/>
                        <a:pt x="1632" y="12"/>
                      </a:cubicBezTo>
                      <a:cubicBezTo>
                        <a:pt x="6420" y="-387"/>
                        <a:pt x="12405" y="9100"/>
                        <a:pt x="13513" y="12602"/>
                      </a:cubicBezTo>
                      <a:cubicBezTo>
                        <a:pt x="14488" y="15883"/>
                        <a:pt x="14355" y="19252"/>
                        <a:pt x="13424" y="2226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20" name="Graphique 2">
                <a:extLst>
                  <a:ext uri="{FF2B5EF4-FFF2-40B4-BE49-F238E27FC236}">
                    <a16:creationId xmlns:a16="http://schemas.microsoft.com/office/drawing/2014/main" id="{F642EF29-3E0A-4A2D-9705-EBF296624167}"/>
                  </a:ext>
                </a:extLst>
              </p:cNvPr>
              <p:cNvGrpSpPr/>
              <p:nvPr/>
            </p:nvGrpSpPr>
            <p:grpSpPr>
              <a:xfrm>
                <a:off x="5093405" y="1403585"/>
                <a:ext cx="71563" cy="62761"/>
                <a:chOff x="5093405" y="1403585"/>
                <a:chExt cx="71563" cy="62761"/>
              </a:xfrm>
              <a:solidFill>
                <a:schemeClr val="accent1"/>
              </a:solidFill>
            </p:grpSpPr>
            <p:sp>
              <p:nvSpPr>
                <p:cNvPr id="25112" name="Forme libre : forme 25111">
                  <a:extLst>
                    <a:ext uri="{FF2B5EF4-FFF2-40B4-BE49-F238E27FC236}">
                      <a16:creationId xmlns:a16="http://schemas.microsoft.com/office/drawing/2014/main" id="{B22925A0-7509-4F81-80ED-3EDE90FFCD46}"/>
                    </a:ext>
                  </a:extLst>
                </p:cNvPr>
                <p:cNvSpPr/>
                <p:nvPr/>
              </p:nvSpPr>
              <p:spPr>
                <a:xfrm>
                  <a:off x="5093405" y="1403585"/>
                  <a:ext cx="71563" cy="62672"/>
                </a:xfrm>
                <a:custGeom>
                  <a:avLst/>
                  <a:gdLst>
                    <a:gd name="connsiteX0" fmla="*/ 38574 w 71563"/>
                    <a:gd name="connsiteY0" fmla="*/ 60311 h 62672"/>
                    <a:gd name="connsiteX1" fmla="*/ 24610 w 71563"/>
                    <a:gd name="connsiteY1" fmla="*/ 53617 h 62672"/>
                    <a:gd name="connsiteX2" fmla="*/ 11532 w 71563"/>
                    <a:gd name="connsiteY2" fmla="*/ 45549 h 62672"/>
                    <a:gd name="connsiteX3" fmla="*/ 4261 w 71563"/>
                    <a:gd name="connsiteY3" fmla="*/ 38545 h 62672"/>
                    <a:gd name="connsiteX4" fmla="*/ 493 w 71563"/>
                    <a:gd name="connsiteY4" fmla="*/ 30521 h 62672"/>
                    <a:gd name="connsiteX5" fmla="*/ 3730 w 71563"/>
                    <a:gd name="connsiteY5" fmla="*/ 16158 h 62672"/>
                    <a:gd name="connsiteX6" fmla="*/ 13083 w 71563"/>
                    <a:gd name="connsiteY6" fmla="*/ 5784 h 62672"/>
                    <a:gd name="connsiteX7" fmla="*/ 26117 w 71563"/>
                    <a:gd name="connsiteY7" fmla="*/ 21 h 62672"/>
                    <a:gd name="connsiteX8" fmla="*/ 33343 w 71563"/>
                    <a:gd name="connsiteY8" fmla="*/ 819 h 62672"/>
                    <a:gd name="connsiteX9" fmla="*/ 39992 w 71563"/>
                    <a:gd name="connsiteY9" fmla="*/ 3922 h 62672"/>
                    <a:gd name="connsiteX10" fmla="*/ 48992 w 71563"/>
                    <a:gd name="connsiteY10" fmla="*/ 9685 h 62672"/>
                    <a:gd name="connsiteX11" fmla="*/ 58434 w 71563"/>
                    <a:gd name="connsiteY11" fmla="*/ 14340 h 62672"/>
                    <a:gd name="connsiteX12" fmla="*/ 64374 w 71563"/>
                    <a:gd name="connsiteY12" fmla="*/ 18330 h 62672"/>
                    <a:gd name="connsiteX13" fmla="*/ 68763 w 71563"/>
                    <a:gd name="connsiteY13" fmla="*/ 23871 h 62672"/>
                    <a:gd name="connsiteX14" fmla="*/ 71246 w 71563"/>
                    <a:gd name="connsiteY14" fmla="*/ 30521 h 62672"/>
                    <a:gd name="connsiteX15" fmla="*/ 71113 w 71563"/>
                    <a:gd name="connsiteY15" fmla="*/ 37702 h 62672"/>
                    <a:gd name="connsiteX16" fmla="*/ 67832 w 71563"/>
                    <a:gd name="connsiteY16" fmla="*/ 51002 h 62672"/>
                    <a:gd name="connsiteX17" fmla="*/ 64286 w 71563"/>
                    <a:gd name="connsiteY17" fmla="*/ 57341 h 62672"/>
                    <a:gd name="connsiteX18" fmla="*/ 57592 w 71563"/>
                    <a:gd name="connsiteY18" fmla="*/ 61464 h 62672"/>
                    <a:gd name="connsiteX19" fmla="*/ 48592 w 71563"/>
                    <a:gd name="connsiteY19" fmla="*/ 62661 h 62672"/>
                    <a:gd name="connsiteX20" fmla="*/ 38574 w 71563"/>
                    <a:gd name="connsiteY20" fmla="*/ 60311 h 62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1563" h="62672">
                      <a:moveTo>
                        <a:pt x="38574" y="60311"/>
                      </a:moveTo>
                      <a:cubicBezTo>
                        <a:pt x="33742" y="58449"/>
                        <a:pt x="29220" y="55878"/>
                        <a:pt x="24610" y="53617"/>
                      </a:cubicBezTo>
                      <a:cubicBezTo>
                        <a:pt x="20221" y="50957"/>
                        <a:pt x="15610" y="48519"/>
                        <a:pt x="11532" y="45549"/>
                      </a:cubicBezTo>
                      <a:cubicBezTo>
                        <a:pt x="8606" y="43510"/>
                        <a:pt x="6035" y="41205"/>
                        <a:pt x="4261" y="38545"/>
                      </a:cubicBezTo>
                      <a:cubicBezTo>
                        <a:pt x="2444" y="35929"/>
                        <a:pt x="1114" y="33225"/>
                        <a:pt x="493" y="30521"/>
                      </a:cubicBezTo>
                      <a:cubicBezTo>
                        <a:pt x="-748" y="25068"/>
                        <a:pt x="360" y="19926"/>
                        <a:pt x="3730" y="16158"/>
                      </a:cubicBezTo>
                      <a:lnTo>
                        <a:pt x="13083" y="5784"/>
                      </a:lnTo>
                      <a:cubicBezTo>
                        <a:pt x="16453" y="2060"/>
                        <a:pt x="21329" y="198"/>
                        <a:pt x="26117" y="21"/>
                      </a:cubicBezTo>
                      <a:cubicBezTo>
                        <a:pt x="28555" y="-68"/>
                        <a:pt x="31037" y="110"/>
                        <a:pt x="33343" y="819"/>
                      </a:cubicBezTo>
                      <a:cubicBezTo>
                        <a:pt x="35648" y="1573"/>
                        <a:pt x="37953" y="2459"/>
                        <a:pt x="39992" y="3922"/>
                      </a:cubicBezTo>
                      <a:cubicBezTo>
                        <a:pt x="42874" y="6139"/>
                        <a:pt x="45977" y="7735"/>
                        <a:pt x="48992" y="9685"/>
                      </a:cubicBezTo>
                      <a:cubicBezTo>
                        <a:pt x="52139" y="11193"/>
                        <a:pt x="55153" y="13099"/>
                        <a:pt x="58434" y="14340"/>
                      </a:cubicBezTo>
                      <a:cubicBezTo>
                        <a:pt x="60739" y="15227"/>
                        <a:pt x="62601" y="16823"/>
                        <a:pt x="64374" y="18330"/>
                      </a:cubicBezTo>
                      <a:cubicBezTo>
                        <a:pt x="66148" y="19881"/>
                        <a:pt x="67610" y="21788"/>
                        <a:pt x="68763" y="23871"/>
                      </a:cubicBezTo>
                      <a:cubicBezTo>
                        <a:pt x="69916" y="26043"/>
                        <a:pt x="70802" y="28171"/>
                        <a:pt x="71246" y="30521"/>
                      </a:cubicBezTo>
                      <a:cubicBezTo>
                        <a:pt x="71689" y="32826"/>
                        <a:pt x="71689" y="35264"/>
                        <a:pt x="71113" y="37702"/>
                      </a:cubicBezTo>
                      <a:lnTo>
                        <a:pt x="67832" y="51002"/>
                      </a:lnTo>
                      <a:cubicBezTo>
                        <a:pt x="67256" y="53396"/>
                        <a:pt x="66015" y="55568"/>
                        <a:pt x="64286" y="57341"/>
                      </a:cubicBezTo>
                      <a:cubicBezTo>
                        <a:pt x="62557" y="59114"/>
                        <a:pt x="60252" y="60666"/>
                        <a:pt x="57592" y="61464"/>
                      </a:cubicBezTo>
                      <a:cubicBezTo>
                        <a:pt x="54932" y="62350"/>
                        <a:pt x="51873" y="62749"/>
                        <a:pt x="48592" y="62661"/>
                      </a:cubicBezTo>
                      <a:cubicBezTo>
                        <a:pt x="45312" y="62661"/>
                        <a:pt x="41943" y="61641"/>
                        <a:pt x="38574" y="6031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13" name="Forme libre : forme 25112">
                  <a:extLst>
                    <a:ext uri="{FF2B5EF4-FFF2-40B4-BE49-F238E27FC236}">
                      <a16:creationId xmlns:a16="http://schemas.microsoft.com/office/drawing/2014/main" id="{C171FBDC-E4B9-430D-9284-8599EF27EB74}"/>
                    </a:ext>
                  </a:extLst>
                </p:cNvPr>
                <p:cNvSpPr/>
                <p:nvPr/>
              </p:nvSpPr>
              <p:spPr>
                <a:xfrm>
                  <a:off x="5093405" y="1415310"/>
                  <a:ext cx="67920" cy="51036"/>
                </a:xfrm>
                <a:custGeom>
                  <a:avLst/>
                  <a:gdLst>
                    <a:gd name="connsiteX0" fmla="*/ 24964 w 67920"/>
                    <a:gd name="connsiteY0" fmla="*/ 22875 h 51036"/>
                    <a:gd name="connsiteX1" fmla="*/ 12197 w 67920"/>
                    <a:gd name="connsiteY1" fmla="*/ 13299 h 51036"/>
                    <a:gd name="connsiteX2" fmla="*/ 7764 w 67920"/>
                    <a:gd name="connsiteY2" fmla="*/ 0 h 51036"/>
                    <a:gd name="connsiteX3" fmla="*/ 3730 w 67920"/>
                    <a:gd name="connsiteY3" fmla="*/ 4477 h 51036"/>
                    <a:gd name="connsiteX4" fmla="*/ 493 w 67920"/>
                    <a:gd name="connsiteY4" fmla="*/ 18841 h 51036"/>
                    <a:gd name="connsiteX5" fmla="*/ 4261 w 67920"/>
                    <a:gd name="connsiteY5" fmla="*/ 26865 h 51036"/>
                    <a:gd name="connsiteX6" fmla="*/ 11532 w 67920"/>
                    <a:gd name="connsiteY6" fmla="*/ 33869 h 51036"/>
                    <a:gd name="connsiteX7" fmla="*/ 24610 w 67920"/>
                    <a:gd name="connsiteY7" fmla="*/ 41937 h 51036"/>
                    <a:gd name="connsiteX8" fmla="*/ 38574 w 67920"/>
                    <a:gd name="connsiteY8" fmla="*/ 48631 h 51036"/>
                    <a:gd name="connsiteX9" fmla="*/ 48592 w 67920"/>
                    <a:gd name="connsiteY9" fmla="*/ 51025 h 51036"/>
                    <a:gd name="connsiteX10" fmla="*/ 57592 w 67920"/>
                    <a:gd name="connsiteY10" fmla="*/ 49828 h 51036"/>
                    <a:gd name="connsiteX11" fmla="*/ 64286 w 67920"/>
                    <a:gd name="connsiteY11" fmla="*/ 45705 h 51036"/>
                    <a:gd name="connsiteX12" fmla="*/ 67832 w 67920"/>
                    <a:gd name="connsiteY12" fmla="*/ 39366 h 51036"/>
                    <a:gd name="connsiteX13" fmla="*/ 67921 w 67920"/>
                    <a:gd name="connsiteY13" fmla="*/ 38923 h 51036"/>
                    <a:gd name="connsiteX14" fmla="*/ 56749 w 67920"/>
                    <a:gd name="connsiteY14" fmla="*/ 35997 h 51036"/>
                    <a:gd name="connsiteX15" fmla="*/ 46110 w 67920"/>
                    <a:gd name="connsiteY15" fmla="*/ 31918 h 51036"/>
                    <a:gd name="connsiteX16" fmla="*/ 35692 w 67920"/>
                    <a:gd name="connsiteY16" fmla="*/ 27352 h 51036"/>
                    <a:gd name="connsiteX17" fmla="*/ 24964 w 67920"/>
                    <a:gd name="connsiteY17" fmla="*/ 22875 h 51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920" h="51036">
                      <a:moveTo>
                        <a:pt x="24964" y="22875"/>
                      </a:moveTo>
                      <a:cubicBezTo>
                        <a:pt x="19822" y="20791"/>
                        <a:pt x="15167" y="17466"/>
                        <a:pt x="12197" y="13299"/>
                      </a:cubicBezTo>
                      <a:cubicBezTo>
                        <a:pt x="9094" y="9309"/>
                        <a:pt x="7586" y="4477"/>
                        <a:pt x="7764" y="0"/>
                      </a:cubicBezTo>
                      <a:lnTo>
                        <a:pt x="3730" y="4477"/>
                      </a:lnTo>
                      <a:cubicBezTo>
                        <a:pt x="360" y="8201"/>
                        <a:pt x="-748" y="13344"/>
                        <a:pt x="493" y="18841"/>
                      </a:cubicBezTo>
                      <a:cubicBezTo>
                        <a:pt x="1114" y="21545"/>
                        <a:pt x="2444" y="24249"/>
                        <a:pt x="4261" y="26865"/>
                      </a:cubicBezTo>
                      <a:cubicBezTo>
                        <a:pt x="6035" y="29524"/>
                        <a:pt x="8562" y="31830"/>
                        <a:pt x="11532" y="33869"/>
                      </a:cubicBezTo>
                      <a:cubicBezTo>
                        <a:pt x="15610" y="36839"/>
                        <a:pt x="20221" y="39322"/>
                        <a:pt x="24610" y="41937"/>
                      </a:cubicBezTo>
                      <a:cubicBezTo>
                        <a:pt x="29264" y="44198"/>
                        <a:pt x="33742" y="46813"/>
                        <a:pt x="38574" y="48631"/>
                      </a:cubicBezTo>
                      <a:cubicBezTo>
                        <a:pt x="41943" y="49961"/>
                        <a:pt x="45312" y="50936"/>
                        <a:pt x="48592" y="51025"/>
                      </a:cubicBezTo>
                      <a:cubicBezTo>
                        <a:pt x="51873" y="51114"/>
                        <a:pt x="54932" y="50715"/>
                        <a:pt x="57592" y="49828"/>
                      </a:cubicBezTo>
                      <a:cubicBezTo>
                        <a:pt x="60252" y="49030"/>
                        <a:pt x="62557" y="47434"/>
                        <a:pt x="64286" y="45705"/>
                      </a:cubicBezTo>
                      <a:cubicBezTo>
                        <a:pt x="66015" y="43888"/>
                        <a:pt x="67256" y="41760"/>
                        <a:pt x="67832" y="39366"/>
                      </a:cubicBezTo>
                      <a:lnTo>
                        <a:pt x="67921" y="38923"/>
                      </a:lnTo>
                      <a:cubicBezTo>
                        <a:pt x="64064" y="38346"/>
                        <a:pt x="60385" y="37238"/>
                        <a:pt x="56749" y="35997"/>
                      </a:cubicBezTo>
                      <a:cubicBezTo>
                        <a:pt x="53070" y="34933"/>
                        <a:pt x="49612" y="33337"/>
                        <a:pt x="46110" y="31918"/>
                      </a:cubicBezTo>
                      <a:cubicBezTo>
                        <a:pt x="42564" y="30588"/>
                        <a:pt x="39239" y="28771"/>
                        <a:pt x="35692" y="27352"/>
                      </a:cubicBezTo>
                      <a:cubicBezTo>
                        <a:pt x="32146" y="25845"/>
                        <a:pt x="28732" y="24116"/>
                        <a:pt x="24964" y="22875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14" name="Forme libre : forme 25113">
                  <a:extLst>
                    <a:ext uri="{FF2B5EF4-FFF2-40B4-BE49-F238E27FC236}">
                      <a16:creationId xmlns:a16="http://schemas.microsoft.com/office/drawing/2014/main" id="{574F92F2-70DD-42ED-88BA-F1DE9DBAEE4C}"/>
                    </a:ext>
                  </a:extLst>
                </p:cNvPr>
                <p:cNvSpPr/>
                <p:nvPr/>
              </p:nvSpPr>
              <p:spPr>
                <a:xfrm>
                  <a:off x="5118892" y="1427102"/>
                  <a:ext cx="30062" cy="22330"/>
                </a:xfrm>
                <a:custGeom>
                  <a:avLst/>
                  <a:gdLst>
                    <a:gd name="connsiteX0" fmla="*/ 29710 w 30062"/>
                    <a:gd name="connsiteY0" fmla="*/ 17777 h 22330"/>
                    <a:gd name="connsiteX1" fmla="*/ 22794 w 30062"/>
                    <a:gd name="connsiteY1" fmla="*/ 22210 h 22330"/>
                    <a:gd name="connsiteX2" fmla="*/ 16987 w 30062"/>
                    <a:gd name="connsiteY2" fmla="*/ 21988 h 22330"/>
                    <a:gd name="connsiteX3" fmla="*/ 10603 w 30062"/>
                    <a:gd name="connsiteY3" fmla="*/ 19727 h 22330"/>
                    <a:gd name="connsiteX4" fmla="*/ 5018 w 30062"/>
                    <a:gd name="connsiteY4" fmla="*/ 15915 h 22330"/>
                    <a:gd name="connsiteX5" fmla="*/ 1427 w 30062"/>
                    <a:gd name="connsiteY5" fmla="*/ 11393 h 22330"/>
                    <a:gd name="connsiteX6" fmla="*/ 984 w 30062"/>
                    <a:gd name="connsiteY6" fmla="*/ 3147 h 22330"/>
                    <a:gd name="connsiteX7" fmla="*/ 8520 w 30062"/>
                    <a:gd name="connsiteY7" fmla="*/ 0 h 22330"/>
                    <a:gd name="connsiteX8" fmla="*/ 13707 w 30062"/>
                    <a:gd name="connsiteY8" fmla="*/ 754 h 22330"/>
                    <a:gd name="connsiteX9" fmla="*/ 19204 w 30062"/>
                    <a:gd name="connsiteY9" fmla="*/ 2837 h 22330"/>
                    <a:gd name="connsiteX10" fmla="*/ 24124 w 30062"/>
                    <a:gd name="connsiteY10" fmla="*/ 6118 h 22330"/>
                    <a:gd name="connsiteX11" fmla="*/ 27804 w 30062"/>
                    <a:gd name="connsiteY11" fmla="*/ 9841 h 22330"/>
                    <a:gd name="connsiteX12" fmla="*/ 29710 w 30062"/>
                    <a:gd name="connsiteY12" fmla="*/ 17777 h 22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062" h="22330">
                      <a:moveTo>
                        <a:pt x="29710" y="17777"/>
                      </a:moveTo>
                      <a:cubicBezTo>
                        <a:pt x="28823" y="20259"/>
                        <a:pt x="26297" y="21811"/>
                        <a:pt x="22794" y="22210"/>
                      </a:cubicBezTo>
                      <a:cubicBezTo>
                        <a:pt x="21066" y="22431"/>
                        <a:pt x="19071" y="22343"/>
                        <a:pt x="16987" y="21988"/>
                      </a:cubicBezTo>
                      <a:cubicBezTo>
                        <a:pt x="14904" y="21633"/>
                        <a:pt x="12776" y="20747"/>
                        <a:pt x="10603" y="19727"/>
                      </a:cubicBezTo>
                      <a:cubicBezTo>
                        <a:pt x="8476" y="18619"/>
                        <a:pt x="6525" y="17466"/>
                        <a:pt x="5018" y="15915"/>
                      </a:cubicBezTo>
                      <a:cubicBezTo>
                        <a:pt x="3510" y="14452"/>
                        <a:pt x="2269" y="12900"/>
                        <a:pt x="1427" y="11393"/>
                      </a:cubicBezTo>
                      <a:cubicBezTo>
                        <a:pt x="-346" y="8378"/>
                        <a:pt x="-435" y="5275"/>
                        <a:pt x="984" y="3147"/>
                      </a:cubicBezTo>
                      <a:cubicBezTo>
                        <a:pt x="2447" y="931"/>
                        <a:pt x="5195" y="44"/>
                        <a:pt x="8520" y="0"/>
                      </a:cubicBezTo>
                      <a:cubicBezTo>
                        <a:pt x="10160" y="0"/>
                        <a:pt x="11933" y="222"/>
                        <a:pt x="13707" y="754"/>
                      </a:cubicBezTo>
                      <a:cubicBezTo>
                        <a:pt x="15480" y="1330"/>
                        <a:pt x="17386" y="1906"/>
                        <a:pt x="19204" y="2837"/>
                      </a:cubicBezTo>
                      <a:cubicBezTo>
                        <a:pt x="21066" y="3768"/>
                        <a:pt x="22662" y="4965"/>
                        <a:pt x="24124" y="6118"/>
                      </a:cubicBezTo>
                      <a:cubicBezTo>
                        <a:pt x="25587" y="7226"/>
                        <a:pt x="26829" y="8511"/>
                        <a:pt x="27804" y="9841"/>
                      </a:cubicBezTo>
                      <a:cubicBezTo>
                        <a:pt x="29754" y="12501"/>
                        <a:pt x="30597" y="15383"/>
                        <a:pt x="29710" y="17777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15" name="Forme libre : forme 25114">
                  <a:extLst>
                    <a:ext uri="{FF2B5EF4-FFF2-40B4-BE49-F238E27FC236}">
                      <a16:creationId xmlns:a16="http://schemas.microsoft.com/office/drawing/2014/main" id="{835DE934-9D73-4BF0-89E6-2CE194A9A148}"/>
                    </a:ext>
                  </a:extLst>
                </p:cNvPr>
                <p:cNvSpPr/>
                <p:nvPr/>
              </p:nvSpPr>
              <p:spPr>
                <a:xfrm>
                  <a:off x="5118919" y="1427084"/>
                  <a:ext cx="18024" cy="22183"/>
                </a:xfrm>
                <a:custGeom>
                  <a:avLst/>
                  <a:gdLst>
                    <a:gd name="connsiteX0" fmla="*/ 11065 w 18024"/>
                    <a:gd name="connsiteY0" fmla="*/ 151 h 22183"/>
                    <a:gd name="connsiteX1" fmla="*/ 1002 w 18024"/>
                    <a:gd name="connsiteY1" fmla="*/ 3166 h 22183"/>
                    <a:gd name="connsiteX2" fmla="*/ 1445 w 18024"/>
                    <a:gd name="connsiteY2" fmla="*/ 11411 h 22183"/>
                    <a:gd name="connsiteX3" fmla="*/ 5036 w 18024"/>
                    <a:gd name="connsiteY3" fmla="*/ 15933 h 22183"/>
                    <a:gd name="connsiteX4" fmla="*/ 10621 w 18024"/>
                    <a:gd name="connsiteY4" fmla="*/ 19745 h 22183"/>
                    <a:gd name="connsiteX5" fmla="*/ 18025 w 18024"/>
                    <a:gd name="connsiteY5" fmla="*/ 22184 h 22183"/>
                    <a:gd name="connsiteX6" fmla="*/ 14434 w 18024"/>
                    <a:gd name="connsiteY6" fmla="*/ 19790 h 22183"/>
                    <a:gd name="connsiteX7" fmla="*/ 9158 w 18024"/>
                    <a:gd name="connsiteY7" fmla="*/ 9726 h 22183"/>
                    <a:gd name="connsiteX8" fmla="*/ 11065 w 18024"/>
                    <a:gd name="connsiteY8" fmla="*/ 151 h 22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024" h="22183">
                      <a:moveTo>
                        <a:pt x="11065" y="151"/>
                      </a:moveTo>
                      <a:cubicBezTo>
                        <a:pt x="6720" y="-381"/>
                        <a:pt x="2819" y="461"/>
                        <a:pt x="1002" y="3166"/>
                      </a:cubicBezTo>
                      <a:cubicBezTo>
                        <a:pt x="-461" y="5338"/>
                        <a:pt x="-328" y="8441"/>
                        <a:pt x="1445" y="11411"/>
                      </a:cubicBezTo>
                      <a:cubicBezTo>
                        <a:pt x="2287" y="12918"/>
                        <a:pt x="3528" y="14470"/>
                        <a:pt x="5036" y="15933"/>
                      </a:cubicBezTo>
                      <a:cubicBezTo>
                        <a:pt x="6543" y="17440"/>
                        <a:pt x="8494" y="18637"/>
                        <a:pt x="10621" y="19745"/>
                      </a:cubicBezTo>
                      <a:cubicBezTo>
                        <a:pt x="13148" y="20987"/>
                        <a:pt x="15586" y="21962"/>
                        <a:pt x="18025" y="22184"/>
                      </a:cubicBezTo>
                      <a:cubicBezTo>
                        <a:pt x="16695" y="21607"/>
                        <a:pt x="15498" y="20854"/>
                        <a:pt x="14434" y="19790"/>
                      </a:cubicBezTo>
                      <a:cubicBezTo>
                        <a:pt x="11685" y="16731"/>
                        <a:pt x="9735" y="13317"/>
                        <a:pt x="9158" y="9726"/>
                      </a:cubicBezTo>
                      <a:cubicBezTo>
                        <a:pt x="8582" y="6180"/>
                        <a:pt x="9158" y="2767"/>
                        <a:pt x="11065" y="151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16" name="Forme libre : forme 25115">
                  <a:extLst>
                    <a:ext uri="{FF2B5EF4-FFF2-40B4-BE49-F238E27FC236}">
                      <a16:creationId xmlns:a16="http://schemas.microsoft.com/office/drawing/2014/main" id="{EAF566CC-7354-4BF2-9A4E-ADF8B5559E0A}"/>
                    </a:ext>
                  </a:extLst>
                </p:cNvPr>
                <p:cNvSpPr/>
                <p:nvPr/>
              </p:nvSpPr>
              <p:spPr>
                <a:xfrm>
                  <a:off x="5119125" y="1429717"/>
                  <a:ext cx="30666" cy="22330"/>
                </a:xfrm>
                <a:custGeom>
                  <a:avLst/>
                  <a:gdLst>
                    <a:gd name="connsiteX0" fmla="*/ 30364 w 30666"/>
                    <a:gd name="connsiteY0" fmla="*/ 17644 h 22330"/>
                    <a:gd name="connsiteX1" fmla="*/ 23404 w 30666"/>
                    <a:gd name="connsiteY1" fmla="*/ 22210 h 22330"/>
                    <a:gd name="connsiteX2" fmla="*/ 17508 w 30666"/>
                    <a:gd name="connsiteY2" fmla="*/ 21988 h 22330"/>
                    <a:gd name="connsiteX3" fmla="*/ 10991 w 30666"/>
                    <a:gd name="connsiteY3" fmla="*/ 19816 h 22330"/>
                    <a:gd name="connsiteX4" fmla="*/ 5273 w 30666"/>
                    <a:gd name="connsiteY4" fmla="*/ 16092 h 22330"/>
                    <a:gd name="connsiteX5" fmla="*/ 1549 w 30666"/>
                    <a:gd name="connsiteY5" fmla="*/ 11526 h 22330"/>
                    <a:gd name="connsiteX6" fmla="*/ 928 w 30666"/>
                    <a:gd name="connsiteY6" fmla="*/ 3280 h 22330"/>
                    <a:gd name="connsiteX7" fmla="*/ 8509 w 30666"/>
                    <a:gd name="connsiteY7" fmla="*/ 0 h 22330"/>
                    <a:gd name="connsiteX8" fmla="*/ 13740 w 30666"/>
                    <a:gd name="connsiteY8" fmla="*/ 798 h 22330"/>
                    <a:gd name="connsiteX9" fmla="*/ 19370 w 30666"/>
                    <a:gd name="connsiteY9" fmla="*/ 2837 h 22330"/>
                    <a:gd name="connsiteX10" fmla="*/ 24424 w 30666"/>
                    <a:gd name="connsiteY10" fmla="*/ 6029 h 22330"/>
                    <a:gd name="connsiteX11" fmla="*/ 28192 w 30666"/>
                    <a:gd name="connsiteY11" fmla="*/ 9797 h 22330"/>
                    <a:gd name="connsiteX12" fmla="*/ 30364 w 30666"/>
                    <a:gd name="connsiteY12" fmla="*/ 17644 h 22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6" h="22330">
                      <a:moveTo>
                        <a:pt x="30364" y="17644"/>
                      </a:moveTo>
                      <a:cubicBezTo>
                        <a:pt x="29522" y="20082"/>
                        <a:pt x="26906" y="21855"/>
                        <a:pt x="23404" y="22210"/>
                      </a:cubicBezTo>
                      <a:cubicBezTo>
                        <a:pt x="21631" y="22431"/>
                        <a:pt x="19636" y="22343"/>
                        <a:pt x="17508" y="21988"/>
                      </a:cubicBezTo>
                      <a:cubicBezTo>
                        <a:pt x="15336" y="21678"/>
                        <a:pt x="13164" y="20924"/>
                        <a:pt x="10991" y="19816"/>
                      </a:cubicBezTo>
                      <a:cubicBezTo>
                        <a:pt x="8819" y="18708"/>
                        <a:pt x="6869" y="17466"/>
                        <a:pt x="5273" y="16092"/>
                      </a:cubicBezTo>
                      <a:cubicBezTo>
                        <a:pt x="3721" y="14629"/>
                        <a:pt x="2436" y="13033"/>
                        <a:pt x="1549" y="11526"/>
                      </a:cubicBezTo>
                      <a:cubicBezTo>
                        <a:pt x="-224" y="8467"/>
                        <a:pt x="-535" y="5497"/>
                        <a:pt x="928" y="3280"/>
                      </a:cubicBezTo>
                      <a:cubicBezTo>
                        <a:pt x="2347" y="1108"/>
                        <a:pt x="5228" y="44"/>
                        <a:pt x="8509" y="0"/>
                      </a:cubicBezTo>
                      <a:cubicBezTo>
                        <a:pt x="10149" y="0"/>
                        <a:pt x="11922" y="266"/>
                        <a:pt x="13740" y="798"/>
                      </a:cubicBezTo>
                      <a:cubicBezTo>
                        <a:pt x="15602" y="1241"/>
                        <a:pt x="17508" y="1862"/>
                        <a:pt x="19370" y="2837"/>
                      </a:cubicBezTo>
                      <a:cubicBezTo>
                        <a:pt x="21232" y="3812"/>
                        <a:pt x="22916" y="4965"/>
                        <a:pt x="24424" y="6029"/>
                      </a:cubicBezTo>
                      <a:cubicBezTo>
                        <a:pt x="25931" y="7182"/>
                        <a:pt x="27217" y="8467"/>
                        <a:pt x="28192" y="9797"/>
                      </a:cubicBezTo>
                      <a:cubicBezTo>
                        <a:pt x="30231" y="12501"/>
                        <a:pt x="31206" y="15161"/>
                        <a:pt x="30364" y="1764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17" name="Forme libre : forme 25116">
                  <a:extLst>
                    <a:ext uri="{FF2B5EF4-FFF2-40B4-BE49-F238E27FC236}">
                      <a16:creationId xmlns:a16="http://schemas.microsoft.com/office/drawing/2014/main" id="{EABA7676-EFF2-4A6F-998B-7AE99C3AE2A6}"/>
                    </a:ext>
                  </a:extLst>
                </p:cNvPr>
                <p:cNvSpPr/>
                <p:nvPr/>
              </p:nvSpPr>
              <p:spPr>
                <a:xfrm>
                  <a:off x="5103192" y="1412726"/>
                  <a:ext cx="35890" cy="44260"/>
                </a:xfrm>
                <a:custGeom>
                  <a:avLst/>
                  <a:gdLst>
                    <a:gd name="connsiteX0" fmla="*/ 4892 w 35890"/>
                    <a:gd name="connsiteY0" fmla="*/ 10386 h 44260"/>
                    <a:gd name="connsiteX1" fmla="*/ 237 w 35890"/>
                    <a:gd name="connsiteY1" fmla="*/ 18011 h 44260"/>
                    <a:gd name="connsiteX2" fmla="*/ 9281 w 35890"/>
                    <a:gd name="connsiteY2" fmla="*/ 36054 h 44260"/>
                    <a:gd name="connsiteX3" fmla="*/ 17571 w 35890"/>
                    <a:gd name="connsiteY3" fmla="*/ 41595 h 44260"/>
                    <a:gd name="connsiteX4" fmla="*/ 26880 w 35890"/>
                    <a:gd name="connsiteY4" fmla="*/ 44210 h 44260"/>
                    <a:gd name="connsiteX5" fmla="*/ 33264 w 35890"/>
                    <a:gd name="connsiteY5" fmla="*/ 42969 h 44260"/>
                    <a:gd name="connsiteX6" fmla="*/ 35879 w 35890"/>
                    <a:gd name="connsiteY6" fmla="*/ 38802 h 44260"/>
                    <a:gd name="connsiteX7" fmla="*/ 32200 w 35890"/>
                    <a:gd name="connsiteY7" fmla="*/ 32374 h 44260"/>
                    <a:gd name="connsiteX8" fmla="*/ 24974 w 35890"/>
                    <a:gd name="connsiteY8" fmla="*/ 16637 h 44260"/>
                    <a:gd name="connsiteX9" fmla="*/ 17970 w 35890"/>
                    <a:gd name="connsiteY9" fmla="*/ 234 h 44260"/>
                    <a:gd name="connsiteX10" fmla="*/ 4892 w 35890"/>
                    <a:gd name="connsiteY10" fmla="*/ 10386 h 44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890" h="44260">
                      <a:moveTo>
                        <a:pt x="4892" y="10386"/>
                      </a:moveTo>
                      <a:cubicBezTo>
                        <a:pt x="2941" y="12647"/>
                        <a:pt x="902" y="14996"/>
                        <a:pt x="237" y="18011"/>
                      </a:cubicBezTo>
                      <a:cubicBezTo>
                        <a:pt x="-1093" y="23818"/>
                        <a:pt x="3340" y="30911"/>
                        <a:pt x="9281" y="36054"/>
                      </a:cubicBezTo>
                      <a:cubicBezTo>
                        <a:pt x="11808" y="38093"/>
                        <a:pt x="14556" y="40132"/>
                        <a:pt x="17571" y="41595"/>
                      </a:cubicBezTo>
                      <a:cubicBezTo>
                        <a:pt x="20629" y="42969"/>
                        <a:pt x="23777" y="43944"/>
                        <a:pt x="26880" y="44210"/>
                      </a:cubicBezTo>
                      <a:cubicBezTo>
                        <a:pt x="29185" y="44432"/>
                        <a:pt x="31579" y="43900"/>
                        <a:pt x="33264" y="42969"/>
                      </a:cubicBezTo>
                      <a:cubicBezTo>
                        <a:pt x="34993" y="42038"/>
                        <a:pt x="36012" y="40620"/>
                        <a:pt x="35879" y="38802"/>
                      </a:cubicBezTo>
                      <a:cubicBezTo>
                        <a:pt x="35702" y="36497"/>
                        <a:pt x="33751" y="34502"/>
                        <a:pt x="32200" y="32374"/>
                      </a:cubicBezTo>
                      <a:cubicBezTo>
                        <a:pt x="28520" y="27365"/>
                        <a:pt x="26038" y="22134"/>
                        <a:pt x="24974" y="16637"/>
                      </a:cubicBezTo>
                      <a:cubicBezTo>
                        <a:pt x="23866" y="12026"/>
                        <a:pt x="24132" y="2052"/>
                        <a:pt x="17970" y="234"/>
                      </a:cubicBezTo>
                      <a:cubicBezTo>
                        <a:pt x="12384" y="-1539"/>
                        <a:pt x="7596" y="7238"/>
                        <a:pt x="4892" y="1038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18" name="Forme libre : forme 25117">
                  <a:extLst>
                    <a:ext uri="{FF2B5EF4-FFF2-40B4-BE49-F238E27FC236}">
                      <a16:creationId xmlns:a16="http://schemas.microsoft.com/office/drawing/2014/main" id="{A6594CEA-2CA2-487F-9C18-91C4A94DA029}"/>
                    </a:ext>
                  </a:extLst>
                </p:cNvPr>
                <p:cNvSpPr/>
                <p:nvPr/>
              </p:nvSpPr>
              <p:spPr>
                <a:xfrm>
                  <a:off x="5118166" y="1418124"/>
                  <a:ext cx="13941" cy="7111"/>
                </a:xfrm>
                <a:custGeom>
                  <a:avLst/>
                  <a:gdLst>
                    <a:gd name="connsiteX0" fmla="*/ 2198 w 13941"/>
                    <a:gd name="connsiteY0" fmla="*/ 954 h 7111"/>
                    <a:gd name="connsiteX1" fmla="*/ 380 w 13941"/>
                    <a:gd name="connsiteY1" fmla="*/ 2196 h 7111"/>
                    <a:gd name="connsiteX2" fmla="*/ 291 w 13941"/>
                    <a:gd name="connsiteY2" fmla="*/ 4279 h 7111"/>
                    <a:gd name="connsiteX3" fmla="*/ 2198 w 13941"/>
                    <a:gd name="connsiteY3" fmla="*/ 5520 h 7111"/>
                    <a:gd name="connsiteX4" fmla="*/ 7783 w 13941"/>
                    <a:gd name="connsiteY4" fmla="*/ 7028 h 7111"/>
                    <a:gd name="connsiteX5" fmla="*/ 10089 w 13941"/>
                    <a:gd name="connsiteY5" fmla="*/ 7028 h 7111"/>
                    <a:gd name="connsiteX6" fmla="*/ 12039 w 13941"/>
                    <a:gd name="connsiteY6" fmla="*/ 1043 h 7111"/>
                    <a:gd name="connsiteX7" fmla="*/ 2198 w 13941"/>
                    <a:gd name="connsiteY7" fmla="*/ 954 h 7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941" h="7111">
                      <a:moveTo>
                        <a:pt x="2198" y="954"/>
                      </a:moveTo>
                      <a:cubicBezTo>
                        <a:pt x="1488" y="1220"/>
                        <a:pt x="823" y="1575"/>
                        <a:pt x="380" y="2196"/>
                      </a:cubicBezTo>
                      <a:cubicBezTo>
                        <a:pt x="-63" y="2772"/>
                        <a:pt x="-152" y="3614"/>
                        <a:pt x="291" y="4279"/>
                      </a:cubicBezTo>
                      <a:cubicBezTo>
                        <a:pt x="735" y="4900"/>
                        <a:pt x="1488" y="5254"/>
                        <a:pt x="2198" y="5520"/>
                      </a:cubicBezTo>
                      <a:cubicBezTo>
                        <a:pt x="4060" y="6185"/>
                        <a:pt x="5922" y="6717"/>
                        <a:pt x="7783" y="7028"/>
                      </a:cubicBezTo>
                      <a:cubicBezTo>
                        <a:pt x="8581" y="7116"/>
                        <a:pt x="9379" y="7161"/>
                        <a:pt x="10089" y="7028"/>
                      </a:cubicBezTo>
                      <a:cubicBezTo>
                        <a:pt x="13192" y="6407"/>
                        <a:pt x="15896" y="2683"/>
                        <a:pt x="12039" y="1043"/>
                      </a:cubicBezTo>
                      <a:cubicBezTo>
                        <a:pt x="9113" y="-464"/>
                        <a:pt x="5035" y="-198"/>
                        <a:pt x="2198" y="95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19" name="Forme libre : forme 25118">
                  <a:extLst>
                    <a:ext uri="{FF2B5EF4-FFF2-40B4-BE49-F238E27FC236}">
                      <a16:creationId xmlns:a16="http://schemas.microsoft.com/office/drawing/2014/main" id="{CCE94A00-877F-4D9A-937D-055CBB8CDE4C}"/>
                    </a:ext>
                  </a:extLst>
                </p:cNvPr>
                <p:cNvSpPr/>
                <p:nvPr/>
              </p:nvSpPr>
              <p:spPr>
                <a:xfrm>
                  <a:off x="5132954" y="1452105"/>
                  <a:ext cx="26598" cy="11969"/>
                </a:xfrm>
                <a:custGeom>
                  <a:avLst/>
                  <a:gdLst>
                    <a:gd name="connsiteX0" fmla="*/ 26599 w 26598"/>
                    <a:gd name="connsiteY0" fmla="*/ 0 h 11969"/>
                    <a:gd name="connsiteX1" fmla="*/ 22387 w 26598"/>
                    <a:gd name="connsiteY1" fmla="*/ 6960 h 11969"/>
                    <a:gd name="connsiteX2" fmla="*/ 14408 w 26598"/>
                    <a:gd name="connsiteY2" fmla="*/ 11083 h 11969"/>
                    <a:gd name="connsiteX3" fmla="*/ 8068 w 26598"/>
                    <a:gd name="connsiteY3" fmla="*/ 11969 h 11969"/>
                    <a:gd name="connsiteX4" fmla="*/ 0 w 26598"/>
                    <a:gd name="connsiteY4" fmla="*/ 11038 h 11969"/>
                    <a:gd name="connsiteX5" fmla="*/ 3103 w 26598"/>
                    <a:gd name="connsiteY5" fmla="*/ 11304 h 11969"/>
                    <a:gd name="connsiteX6" fmla="*/ 10551 w 26598"/>
                    <a:gd name="connsiteY6" fmla="*/ 10772 h 11969"/>
                    <a:gd name="connsiteX7" fmla="*/ 19373 w 26598"/>
                    <a:gd name="connsiteY7" fmla="*/ 7448 h 11969"/>
                    <a:gd name="connsiteX8" fmla="*/ 26599 w 26598"/>
                    <a:gd name="connsiteY8" fmla="*/ 0 h 11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598" h="11969">
                      <a:moveTo>
                        <a:pt x="26599" y="0"/>
                      </a:moveTo>
                      <a:cubicBezTo>
                        <a:pt x="26599" y="0"/>
                        <a:pt x="25934" y="3546"/>
                        <a:pt x="22387" y="6960"/>
                      </a:cubicBezTo>
                      <a:cubicBezTo>
                        <a:pt x="20614" y="8645"/>
                        <a:pt x="18087" y="10152"/>
                        <a:pt x="14408" y="11083"/>
                      </a:cubicBezTo>
                      <a:cubicBezTo>
                        <a:pt x="12590" y="11526"/>
                        <a:pt x="10462" y="11881"/>
                        <a:pt x="8068" y="11969"/>
                      </a:cubicBezTo>
                      <a:cubicBezTo>
                        <a:pt x="5674" y="11925"/>
                        <a:pt x="3014" y="11615"/>
                        <a:pt x="0" y="11038"/>
                      </a:cubicBezTo>
                      <a:cubicBezTo>
                        <a:pt x="0" y="11038"/>
                        <a:pt x="1197" y="11216"/>
                        <a:pt x="3103" y="11304"/>
                      </a:cubicBezTo>
                      <a:cubicBezTo>
                        <a:pt x="5009" y="11349"/>
                        <a:pt x="7625" y="11482"/>
                        <a:pt x="10551" y="10772"/>
                      </a:cubicBezTo>
                      <a:cubicBezTo>
                        <a:pt x="13432" y="10152"/>
                        <a:pt x="16535" y="9132"/>
                        <a:pt x="19373" y="7448"/>
                      </a:cubicBezTo>
                      <a:cubicBezTo>
                        <a:pt x="22165" y="5852"/>
                        <a:pt x="24737" y="3325"/>
                        <a:pt x="265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20" name="Forme libre : forme 25119">
                  <a:extLst>
                    <a:ext uri="{FF2B5EF4-FFF2-40B4-BE49-F238E27FC236}">
                      <a16:creationId xmlns:a16="http://schemas.microsoft.com/office/drawing/2014/main" id="{C52DE39A-6BC4-4789-9CDB-62E049D8700E}"/>
                    </a:ext>
                  </a:extLst>
                </p:cNvPr>
                <p:cNvSpPr/>
                <p:nvPr/>
              </p:nvSpPr>
              <p:spPr>
                <a:xfrm>
                  <a:off x="5106399" y="1405873"/>
                  <a:ext cx="27130" cy="5535"/>
                </a:xfrm>
                <a:custGeom>
                  <a:avLst/>
                  <a:gdLst>
                    <a:gd name="connsiteX0" fmla="*/ 27131 w 27130"/>
                    <a:gd name="connsiteY0" fmla="*/ 3541 h 5535"/>
                    <a:gd name="connsiteX1" fmla="*/ 24737 w 27130"/>
                    <a:gd name="connsiteY1" fmla="*/ 2300 h 5535"/>
                    <a:gd name="connsiteX2" fmla="*/ 18575 w 27130"/>
                    <a:gd name="connsiteY2" fmla="*/ 394 h 5535"/>
                    <a:gd name="connsiteX3" fmla="*/ 9930 w 27130"/>
                    <a:gd name="connsiteY3" fmla="*/ 438 h 5535"/>
                    <a:gd name="connsiteX4" fmla="*/ 0 w 27130"/>
                    <a:gd name="connsiteY4" fmla="*/ 5536 h 5535"/>
                    <a:gd name="connsiteX5" fmla="*/ 8379 w 27130"/>
                    <a:gd name="connsiteY5" fmla="*/ 2078 h 5535"/>
                    <a:gd name="connsiteX6" fmla="*/ 17023 w 27130"/>
                    <a:gd name="connsiteY6" fmla="*/ 1147 h 5535"/>
                    <a:gd name="connsiteX7" fmla="*/ 27131 w 27130"/>
                    <a:gd name="connsiteY7" fmla="*/ 3541 h 5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130" h="5535">
                      <a:moveTo>
                        <a:pt x="27131" y="3541"/>
                      </a:moveTo>
                      <a:cubicBezTo>
                        <a:pt x="27131" y="3541"/>
                        <a:pt x="26244" y="2965"/>
                        <a:pt x="24737" y="2300"/>
                      </a:cubicBezTo>
                      <a:cubicBezTo>
                        <a:pt x="23230" y="1679"/>
                        <a:pt x="21102" y="926"/>
                        <a:pt x="18575" y="394"/>
                      </a:cubicBezTo>
                      <a:cubicBezTo>
                        <a:pt x="16092" y="-138"/>
                        <a:pt x="13078" y="-138"/>
                        <a:pt x="9930" y="438"/>
                      </a:cubicBezTo>
                      <a:cubicBezTo>
                        <a:pt x="6783" y="1059"/>
                        <a:pt x="3369" y="2566"/>
                        <a:pt x="0" y="5536"/>
                      </a:cubicBezTo>
                      <a:cubicBezTo>
                        <a:pt x="0" y="5536"/>
                        <a:pt x="3369" y="3319"/>
                        <a:pt x="8379" y="2078"/>
                      </a:cubicBezTo>
                      <a:cubicBezTo>
                        <a:pt x="10861" y="1502"/>
                        <a:pt x="13876" y="1014"/>
                        <a:pt x="17023" y="1147"/>
                      </a:cubicBezTo>
                      <a:cubicBezTo>
                        <a:pt x="20171" y="1369"/>
                        <a:pt x="23584" y="1945"/>
                        <a:pt x="27131" y="35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21" name="Forme libre : forme 25120">
                  <a:extLst>
                    <a:ext uri="{FF2B5EF4-FFF2-40B4-BE49-F238E27FC236}">
                      <a16:creationId xmlns:a16="http://schemas.microsoft.com/office/drawing/2014/main" id="{C2270721-3FB0-44CD-95E2-817FCDB8EA95}"/>
                    </a:ext>
                  </a:extLst>
                </p:cNvPr>
                <p:cNvSpPr/>
                <p:nvPr/>
              </p:nvSpPr>
              <p:spPr>
                <a:xfrm>
                  <a:off x="5133612" y="1431537"/>
                  <a:ext cx="10035" cy="9013"/>
                </a:xfrm>
                <a:custGeom>
                  <a:avLst/>
                  <a:gdLst>
                    <a:gd name="connsiteX0" fmla="*/ 9537 w 10035"/>
                    <a:gd name="connsiteY0" fmla="*/ 8421 h 9013"/>
                    <a:gd name="connsiteX1" fmla="*/ 2622 w 10035"/>
                    <a:gd name="connsiteY1" fmla="*/ 6603 h 9013"/>
                    <a:gd name="connsiteX2" fmla="*/ 627 w 10035"/>
                    <a:gd name="connsiteY2" fmla="*/ 485 h 9013"/>
                    <a:gd name="connsiteX3" fmla="*/ 7232 w 10035"/>
                    <a:gd name="connsiteY3" fmla="*/ 2480 h 9013"/>
                    <a:gd name="connsiteX4" fmla="*/ 9759 w 10035"/>
                    <a:gd name="connsiteY4" fmla="*/ 5761 h 9013"/>
                    <a:gd name="connsiteX5" fmla="*/ 9537 w 10035"/>
                    <a:gd name="connsiteY5" fmla="*/ 8421 h 9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035" h="9013">
                      <a:moveTo>
                        <a:pt x="9537" y="8421"/>
                      </a:moveTo>
                      <a:cubicBezTo>
                        <a:pt x="8341" y="9617"/>
                        <a:pt x="5060" y="8997"/>
                        <a:pt x="2622" y="6603"/>
                      </a:cubicBezTo>
                      <a:cubicBezTo>
                        <a:pt x="139" y="4298"/>
                        <a:pt x="-703" y="1594"/>
                        <a:pt x="627" y="485"/>
                      </a:cubicBezTo>
                      <a:cubicBezTo>
                        <a:pt x="1957" y="-623"/>
                        <a:pt x="4883" y="219"/>
                        <a:pt x="7232" y="2480"/>
                      </a:cubicBezTo>
                      <a:cubicBezTo>
                        <a:pt x="8429" y="3588"/>
                        <a:pt x="9316" y="4697"/>
                        <a:pt x="9759" y="5761"/>
                      </a:cubicBezTo>
                      <a:cubicBezTo>
                        <a:pt x="10158" y="6825"/>
                        <a:pt x="10158" y="7800"/>
                        <a:pt x="9537" y="842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22" name="Forme libre : forme 25121">
                  <a:extLst>
                    <a:ext uri="{FF2B5EF4-FFF2-40B4-BE49-F238E27FC236}">
                      <a16:creationId xmlns:a16="http://schemas.microsoft.com/office/drawing/2014/main" id="{28985853-AC78-4CFF-9D92-F81627D02095}"/>
                    </a:ext>
                  </a:extLst>
                </p:cNvPr>
                <p:cNvSpPr/>
                <p:nvPr/>
              </p:nvSpPr>
              <p:spPr>
                <a:xfrm>
                  <a:off x="5141898" y="1437859"/>
                  <a:ext cx="3195" cy="2787"/>
                </a:xfrm>
                <a:custGeom>
                  <a:avLst/>
                  <a:gdLst>
                    <a:gd name="connsiteX0" fmla="*/ 3114 w 3195"/>
                    <a:gd name="connsiteY0" fmla="*/ 2010 h 2787"/>
                    <a:gd name="connsiteX1" fmla="*/ 1074 w 3195"/>
                    <a:gd name="connsiteY1" fmla="*/ 2631 h 2787"/>
                    <a:gd name="connsiteX2" fmla="*/ 99 w 3195"/>
                    <a:gd name="connsiteY2" fmla="*/ 769 h 2787"/>
                    <a:gd name="connsiteX3" fmla="*/ 2138 w 3195"/>
                    <a:gd name="connsiteY3" fmla="*/ 148 h 2787"/>
                    <a:gd name="connsiteX4" fmla="*/ 3114 w 3195"/>
                    <a:gd name="connsiteY4" fmla="*/ 2010 h 2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5" h="2787">
                      <a:moveTo>
                        <a:pt x="3114" y="2010"/>
                      </a:moveTo>
                      <a:cubicBezTo>
                        <a:pt x="2848" y="2720"/>
                        <a:pt x="1917" y="2986"/>
                        <a:pt x="1074" y="2631"/>
                      </a:cubicBezTo>
                      <a:cubicBezTo>
                        <a:pt x="232" y="2276"/>
                        <a:pt x="-211" y="1434"/>
                        <a:pt x="99" y="769"/>
                      </a:cubicBezTo>
                      <a:cubicBezTo>
                        <a:pt x="409" y="104"/>
                        <a:pt x="1296" y="-206"/>
                        <a:pt x="2138" y="148"/>
                      </a:cubicBezTo>
                      <a:cubicBezTo>
                        <a:pt x="2981" y="503"/>
                        <a:pt x="3380" y="1301"/>
                        <a:pt x="3114" y="20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23" name="Forme libre : forme 25122">
                  <a:extLst>
                    <a:ext uri="{FF2B5EF4-FFF2-40B4-BE49-F238E27FC236}">
                      <a16:creationId xmlns:a16="http://schemas.microsoft.com/office/drawing/2014/main" id="{A3071E2C-4BE5-48D0-93AB-C2C0D2FB6FBC}"/>
                    </a:ext>
                  </a:extLst>
                </p:cNvPr>
                <p:cNvSpPr/>
                <p:nvPr/>
              </p:nvSpPr>
              <p:spPr>
                <a:xfrm>
                  <a:off x="5140140" y="1418804"/>
                  <a:ext cx="19319" cy="30013"/>
                </a:xfrm>
                <a:custGeom>
                  <a:avLst/>
                  <a:gdLst>
                    <a:gd name="connsiteX0" fmla="*/ 19057 w 19319"/>
                    <a:gd name="connsiteY0" fmla="*/ 15169 h 30013"/>
                    <a:gd name="connsiteX1" fmla="*/ 17816 w 19319"/>
                    <a:gd name="connsiteY1" fmla="*/ 27227 h 30013"/>
                    <a:gd name="connsiteX2" fmla="*/ 14536 w 19319"/>
                    <a:gd name="connsiteY2" fmla="*/ 29975 h 30013"/>
                    <a:gd name="connsiteX3" fmla="*/ 11787 w 19319"/>
                    <a:gd name="connsiteY3" fmla="*/ 26606 h 30013"/>
                    <a:gd name="connsiteX4" fmla="*/ 8950 w 19319"/>
                    <a:gd name="connsiteY4" fmla="*/ 13927 h 30013"/>
                    <a:gd name="connsiteX5" fmla="*/ 2699 w 19319"/>
                    <a:gd name="connsiteY5" fmla="*/ 7233 h 30013"/>
                    <a:gd name="connsiteX6" fmla="*/ 970 w 19319"/>
                    <a:gd name="connsiteY6" fmla="*/ 495 h 30013"/>
                    <a:gd name="connsiteX7" fmla="*/ 8640 w 19319"/>
                    <a:gd name="connsiteY7" fmla="*/ 1914 h 30013"/>
                    <a:gd name="connsiteX8" fmla="*/ 15201 w 19319"/>
                    <a:gd name="connsiteY8" fmla="*/ 6746 h 30013"/>
                    <a:gd name="connsiteX9" fmla="*/ 19057 w 19319"/>
                    <a:gd name="connsiteY9" fmla="*/ 15169 h 30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319" h="30013">
                      <a:moveTo>
                        <a:pt x="19057" y="15169"/>
                      </a:moveTo>
                      <a:cubicBezTo>
                        <a:pt x="19722" y="19247"/>
                        <a:pt x="19057" y="23370"/>
                        <a:pt x="17816" y="27227"/>
                      </a:cubicBezTo>
                      <a:cubicBezTo>
                        <a:pt x="17373" y="28645"/>
                        <a:pt x="16353" y="30286"/>
                        <a:pt x="14536" y="29975"/>
                      </a:cubicBezTo>
                      <a:cubicBezTo>
                        <a:pt x="12895" y="29665"/>
                        <a:pt x="12053" y="27980"/>
                        <a:pt x="11787" y="26606"/>
                      </a:cubicBezTo>
                      <a:cubicBezTo>
                        <a:pt x="10900" y="22306"/>
                        <a:pt x="11255" y="17873"/>
                        <a:pt x="8950" y="13927"/>
                      </a:cubicBezTo>
                      <a:cubicBezTo>
                        <a:pt x="8241" y="12642"/>
                        <a:pt x="4916" y="10204"/>
                        <a:pt x="2699" y="7233"/>
                      </a:cubicBezTo>
                      <a:cubicBezTo>
                        <a:pt x="394" y="4352"/>
                        <a:pt x="-1069" y="1648"/>
                        <a:pt x="970" y="495"/>
                      </a:cubicBezTo>
                      <a:cubicBezTo>
                        <a:pt x="3010" y="-657"/>
                        <a:pt x="5891" y="362"/>
                        <a:pt x="8640" y="1914"/>
                      </a:cubicBezTo>
                      <a:cubicBezTo>
                        <a:pt x="11432" y="3288"/>
                        <a:pt x="14048" y="5416"/>
                        <a:pt x="15201" y="6746"/>
                      </a:cubicBezTo>
                      <a:cubicBezTo>
                        <a:pt x="17284" y="9051"/>
                        <a:pt x="18570" y="12110"/>
                        <a:pt x="19057" y="1516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21" name="Graphique 2">
                <a:extLst>
                  <a:ext uri="{FF2B5EF4-FFF2-40B4-BE49-F238E27FC236}">
                    <a16:creationId xmlns:a16="http://schemas.microsoft.com/office/drawing/2014/main" id="{8AA69274-959A-4573-95A5-BF55F801647B}"/>
                  </a:ext>
                </a:extLst>
              </p:cNvPr>
              <p:cNvGrpSpPr/>
              <p:nvPr/>
            </p:nvGrpSpPr>
            <p:grpSpPr>
              <a:xfrm>
                <a:off x="5160796" y="1426958"/>
                <a:ext cx="73908" cy="50158"/>
                <a:chOff x="5160796" y="1426958"/>
                <a:chExt cx="73908" cy="50158"/>
              </a:xfrm>
              <a:solidFill>
                <a:schemeClr val="accent1"/>
              </a:solidFill>
            </p:grpSpPr>
            <p:sp>
              <p:nvSpPr>
                <p:cNvPr id="25100" name="Forme libre : forme 25099">
                  <a:extLst>
                    <a:ext uri="{FF2B5EF4-FFF2-40B4-BE49-F238E27FC236}">
                      <a16:creationId xmlns:a16="http://schemas.microsoft.com/office/drawing/2014/main" id="{2A9AA108-D2A1-49C8-ADB1-4E6E9866F7C2}"/>
                    </a:ext>
                  </a:extLst>
                </p:cNvPr>
                <p:cNvSpPr/>
                <p:nvPr/>
              </p:nvSpPr>
              <p:spPr>
                <a:xfrm>
                  <a:off x="5160796" y="1426958"/>
                  <a:ext cx="73869" cy="50158"/>
                </a:xfrm>
                <a:custGeom>
                  <a:avLst/>
                  <a:gdLst>
                    <a:gd name="connsiteX0" fmla="*/ 51199 w 73869"/>
                    <a:gd name="connsiteY0" fmla="*/ 49839 h 50158"/>
                    <a:gd name="connsiteX1" fmla="*/ 36216 w 73869"/>
                    <a:gd name="connsiteY1" fmla="*/ 50105 h 50158"/>
                    <a:gd name="connsiteX2" fmla="*/ 21453 w 73869"/>
                    <a:gd name="connsiteY2" fmla="*/ 49307 h 50158"/>
                    <a:gd name="connsiteX3" fmla="*/ 16444 w 73869"/>
                    <a:gd name="connsiteY3" fmla="*/ 48509 h 50158"/>
                    <a:gd name="connsiteX4" fmla="*/ 11833 w 73869"/>
                    <a:gd name="connsiteY4" fmla="*/ 46736 h 50158"/>
                    <a:gd name="connsiteX5" fmla="*/ 4563 w 73869"/>
                    <a:gd name="connsiteY5" fmla="*/ 41682 h 50158"/>
                    <a:gd name="connsiteX6" fmla="*/ 396 w 73869"/>
                    <a:gd name="connsiteY6" fmla="*/ 27674 h 50158"/>
                    <a:gd name="connsiteX7" fmla="*/ 3677 w 73869"/>
                    <a:gd name="connsiteY7" fmla="*/ 14374 h 50158"/>
                    <a:gd name="connsiteX8" fmla="*/ 12188 w 73869"/>
                    <a:gd name="connsiteY8" fmla="*/ 3336 h 50158"/>
                    <a:gd name="connsiteX9" fmla="*/ 18838 w 73869"/>
                    <a:gd name="connsiteY9" fmla="*/ 543 h 50158"/>
                    <a:gd name="connsiteX10" fmla="*/ 22429 w 73869"/>
                    <a:gd name="connsiteY10" fmla="*/ 100 h 50158"/>
                    <a:gd name="connsiteX11" fmla="*/ 26285 w 73869"/>
                    <a:gd name="connsiteY11" fmla="*/ 100 h 50158"/>
                    <a:gd name="connsiteX12" fmla="*/ 37501 w 73869"/>
                    <a:gd name="connsiteY12" fmla="*/ 853 h 50158"/>
                    <a:gd name="connsiteX13" fmla="*/ 48540 w 73869"/>
                    <a:gd name="connsiteY13" fmla="*/ 853 h 50158"/>
                    <a:gd name="connsiteX14" fmla="*/ 55544 w 73869"/>
                    <a:gd name="connsiteY14" fmla="*/ 1740 h 50158"/>
                    <a:gd name="connsiteX15" fmla="*/ 61795 w 73869"/>
                    <a:gd name="connsiteY15" fmla="*/ 4754 h 50158"/>
                    <a:gd name="connsiteX16" fmla="*/ 70040 w 73869"/>
                    <a:gd name="connsiteY16" fmla="*/ 15616 h 50158"/>
                    <a:gd name="connsiteX17" fmla="*/ 73454 w 73869"/>
                    <a:gd name="connsiteY17" fmla="*/ 28605 h 50158"/>
                    <a:gd name="connsiteX18" fmla="*/ 69020 w 73869"/>
                    <a:gd name="connsiteY18" fmla="*/ 42525 h 50158"/>
                    <a:gd name="connsiteX19" fmla="*/ 61307 w 73869"/>
                    <a:gd name="connsiteY19" fmla="*/ 47534 h 50158"/>
                    <a:gd name="connsiteX20" fmla="*/ 51199 w 73869"/>
                    <a:gd name="connsiteY20" fmla="*/ 49839 h 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869" h="50158">
                      <a:moveTo>
                        <a:pt x="51199" y="49839"/>
                      </a:moveTo>
                      <a:cubicBezTo>
                        <a:pt x="45924" y="50282"/>
                        <a:pt x="41092" y="50149"/>
                        <a:pt x="36216" y="50105"/>
                      </a:cubicBezTo>
                      <a:cubicBezTo>
                        <a:pt x="31339" y="50149"/>
                        <a:pt x="26418" y="49750"/>
                        <a:pt x="21453" y="49307"/>
                      </a:cubicBezTo>
                      <a:cubicBezTo>
                        <a:pt x="19724" y="49174"/>
                        <a:pt x="18040" y="48908"/>
                        <a:pt x="16444" y="48509"/>
                      </a:cubicBezTo>
                      <a:cubicBezTo>
                        <a:pt x="14848" y="48022"/>
                        <a:pt x="13296" y="47445"/>
                        <a:pt x="11833" y="46736"/>
                      </a:cubicBezTo>
                      <a:cubicBezTo>
                        <a:pt x="8952" y="45362"/>
                        <a:pt x="6469" y="43633"/>
                        <a:pt x="4563" y="41682"/>
                      </a:cubicBezTo>
                      <a:cubicBezTo>
                        <a:pt x="751" y="37515"/>
                        <a:pt x="-801" y="32461"/>
                        <a:pt x="396" y="27674"/>
                      </a:cubicBezTo>
                      <a:lnTo>
                        <a:pt x="3677" y="14374"/>
                      </a:lnTo>
                      <a:cubicBezTo>
                        <a:pt x="4874" y="9542"/>
                        <a:pt x="8198" y="5774"/>
                        <a:pt x="12188" y="3336"/>
                      </a:cubicBezTo>
                      <a:cubicBezTo>
                        <a:pt x="14227" y="2006"/>
                        <a:pt x="16488" y="1031"/>
                        <a:pt x="18838" y="543"/>
                      </a:cubicBezTo>
                      <a:cubicBezTo>
                        <a:pt x="20035" y="277"/>
                        <a:pt x="21232" y="144"/>
                        <a:pt x="22429" y="100"/>
                      </a:cubicBezTo>
                      <a:cubicBezTo>
                        <a:pt x="23670" y="-33"/>
                        <a:pt x="24956" y="-33"/>
                        <a:pt x="26285" y="100"/>
                      </a:cubicBezTo>
                      <a:cubicBezTo>
                        <a:pt x="29965" y="454"/>
                        <a:pt x="33689" y="898"/>
                        <a:pt x="37501" y="853"/>
                      </a:cubicBezTo>
                      <a:cubicBezTo>
                        <a:pt x="41314" y="986"/>
                        <a:pt x="45170" y="1119"/>
                        <a:pt x="48540" y="853"/>
                      </a:cubicBezTo>
                      <a:cubicBezTo>
                        <a:pt x="50978" y="720"/>
                        <a:pt x="53416" y="1252"/>
                        <a:pt x="55544" y="1740"/>
                      </a:cubicBezTo>
                      <a:cubicBezTo>
                        <a:pt x="57716" y="2361"/>
                        <a:pt x="59844" y="3380"/>
                        <a:pt x="61795" y="4754"/>
                      </a:cubicBezTo>
                      <a:cubicBezTo>
                        <a:pt x="65518" y="7193"/>
                        <a:pt x="68799" y="10917"/>
                        <a:pt x="70040" y="15616"/>
                      </a:cubicBezTo>
                      <a:lnTo>
                        <a:pt x="73454" y="28605"/>
                      </a:lnTo>
                      <a:cubicBezTo>
                        <a:pt x="74695" y="33304"/>
                        <a:pt x="73143" y="38269"/>
                        <a:pt x="69020" y="42525"/>
                      </a:cubicBezTo>
                      <a:cubicBezTo>
                        <a:pt x="66981" y="44475"/>
                        <a:pt x="64366" y="46204"/>
                        <a:pt x="61307" y="47534"/>
                      </a:cubicBezTo>
                      <a:cubicBezTo>
                        <a:pt x="58248" y="48997"/>
                        <a:pt x="54835" y="49617"/>
                        <a:pt x="51199" y="49839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01" name="Forme libre : forme 25100">
                  <a:extLst>
                    <a:ext uri="{FF2B5EF4-FFF2-40B4-BE49-F238E27FC236}">
                      <a16:creationId xmlns:a16="http://schemas.microsoft.com/office/drawing/2014/main" id="{1B06DB9C-698B-4367-899F-82407A25C911}"/>
                    </a:ext>
                  </a:extLst>
                </p:cNvPr>
                <p:cNvSpPr/>
                <p:nvPr/>
              </p:nvSpPr>
              <p:spPr>
                <a:xfrm>
                  <a:off x="5160836" y="1448824"/>
                  <a:ext cx="73869" cy="28266"/>
                </a:xfrm>
                <a:custGeom>
                  <a:avLst/>
                  <a:gdLst>
                    <a:gd name="connsiteX0" fmla="*/ 27842 w 73869"/>
                    <a:gd name="connsiteY0" fmla="*/ 11615 h 28266"/>
                    <a:gd name="connsiteX1" fmla="*/ 19685 w 73869"/>
                    <a:gd name="connsiteY1" fmla="*/ 11615 h 28266"/>
                    <a:gd name="connsiteX2" fmla="*/ 12149 w 73869"/>
                    <a:gd name="connsiteY2" fmla="*/ 9443 h 28266"/>
                    <a:gd name="connsiteX3" fmla="*/ 1820 w 73869"/>
                    <a:gd name="connsiteY3" fmla="*/ 0 h 28266"/>
                    <a:gd name="connsiteX4" fmla="*/ 401 w 73869"/>
                    <a:gd name="connsiteY4" fmla="*/ 5763 h 28266"/>
                    <a:gd name="connsiteX5" fmla="*/ 4568 w 73869"/>
                    <a:gd name="connsiteY5" fmla="*/ 19772 h 28266"/>
                    <a:gd name="connsiteX6" fmla="*/ 11839 w 73869"/>
                    <a:gd name="connsiteY6" fmla="*/ 24825 h 28266"/>
                    <a:gd name="connsiteX7" fmla="*/ 16449 w 73869"/>
                    <a:gd name="connsiteY7" fmla="*/ 26599 h 28266"/>
                    <a:gd name="connsiteX8" fmla="*/ 21459 w 73869"/>
                    <a:gd name="connsiteY8" fmla="*/ 27397 h 28266"/>
                    <a:gd name="connsiteX9" fmla="*/ 36221 w 73869"/>
                    <a:gd name="connsiteY9" fmla="*/ 28194 h 28266"/>
                    <a:gd name="connsiteX10" fmla="*/ 51205 w 73869"/>
                    <a:gd name="connsiteY10" fmla="*/ 27928 h 28266"/>
                    <a:gd name="connsiteX11" fmla="*/ 61312 w 73869"/>
                    <a:gd name="connsiteY11" fmla="*/ 25579 h 28266"/>
                    <a:gd name="connsiteX12" fmla="*/ 69026 w 73869"/>
                    <a:gd name="connsiteY12" fmla="*/ 20569 h 28266"/>
                    <a:gd name="connsiteX13" fmla="*/ 73459 w 73869"/>
                    <a:gd name="connsiteY13" fmla="*/ 6650 h 28266"/>
                    <a:gd name="connsiteX14" fmla="*/ 73370 w 73869"/>
                    <a:gd name="connsiteY14" fmla="*/ 6251 h 28266"/>
                    <a:gd name="connsiteX15" fmla="*/ 67696 w 73869"/>
                    <a:gd name="connsiteY15" fmla="*/ 7891 h 28266"/>
                    <a:gd name="connsiteX16" fmla="*/ 61977 w 73869"/>
                    <a:gd name="connsiteY16" fmla="*/ 8866 h 28266"/>
                    <a:gd name="connsiteX17" fmla="*/ 56258 w 73869"/>
                    <a:gd name="connsiteY17" fmla="*/ 9664 h 28266"/>
                    <a:gd name="connsiteX18" fmla="*/ 50584 w 73869"/>
                    <a:gd name="connsiteY18" fmla="*/ 9974 h 28266"/>
                    <a:gd name="connsiteX19" fmla="*/ 44910 w 73869"/>
                    <a:gd name="connsiteY19" fmla="*/ 10373 h 28266"/>
                    <a:gd name="connsiteX20" fmla="*/ 39324 w 73869"/>
                    <a:gd name="connsiteY20" fmla="*/ 10551 h 28266"/>
                    <a:gd name="connsiteX21" fmla="*/ 27842 w 73869"/>
                    <a:gd name="connsiteY21" fmla="*/ 11615 h 28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3869" h="28266">
                      <a:moveTo>
                        <a:pt x="27842" y="11615"/>
                      </a:moveTo>
                      <a:cubicBezTo>
                        <a:pt x="25094" y="11925"/>
                        <a:pt x="22345" y="11925"/>
                        <a:pt x="19685" y="11615"/>
                      </a:cubicBezTo>
                      <a:cubicBezTo>
                        <a:pt x="17025" y="11304"/>
                        <a:pt x="14454" y="10418"/>
                        <a:pt x="12149" y="9443"/>
                      </a:cubicBezTo>
                      <a:cubicBezTo>
                        <a:pt x="7450" y="7492"/>
                        <a:pt x="3770" y="4078"/>
                        <a:pt x="1820" y="0"/>
                      </a:cubicBezTo>
                      <a:lnTo>
                        <a:pt x="401" y="5763"/>
                      </a:lnTo>
                      <a:cubicBezTo>
                        <a:pt x="-796" y="10551"/>
                        <a:pt x="712" y="15604"/>
                        <a:pt x="4568" y="19772"/>
                      </a:cubicBezTo>
                      <a:cubicBezTo>
                        <a:pt x="6475" y="21722"/>
                        <a:pt x="8957" y="23451"/>
                        <a:pt x="11839" y="24825"/>
                      </a:cubicBezTo>
                      <a:cubicBezTo>
                        <a:pt x="13257" y="25490"/>
                        <a:pt x="14809" y="26111"/>
                        <a:pt x="16449" y="26599"/>
                      </a:cubicBezTo>
                      <a:cubicBezTo>
                        <a:pt x="18045" y="26998"/>
                        <a:pt x="19730" y="27264"/>
                        <a:pt x="21459" y="27397"/>
                      </a:cubicBezTo>
                      <a:cubicBezTo>
                        <a:pt x="26424" y="27840"/>
                        <a:pt x="31344" y="28239"/>
                        <a:pt x="36221" y="28194"/>
                      </a:cubicBezTo>
                      <a:cubicBezTo>
                        <a:pt x="41097" y="28283"/>
                        <a:pt x="45929" y="28372"/>
                        <a:pt x="51205" y="27928"/>
                      </a:cubicBezTo>
                      <a:cubicBezTo>
                        <a:pt x="54840" y="27707"/>
                        <a:pt x="58253" y="27086"/>
                        <a:pt x="61312" y="25579"/>
                      </a:cubicBezTo>
                      <a:cubicBezTo>
                        <a:pt x="64371" y="24205"/>
                        <a:pt x="66986" y="22476"/>
                        <a:pt x="69026" y="20569"/>
                      </a:cubicBezTo>
                      <a:cubicBezTo>
                        <a:pt x="73104" y="16314"/>
                        <a:pt x="74700" y="11349"/>
                        <a:pt x="73459" y="6650"/>
                      </a:cubicBezTo>
                      <a:lnTo>
                        <a:pt x="73370" y="6251"/>
                      </a:lnTo>
                      <a:cubicBezTo>
                        <a:pt x="71464" y="6827"/>
                        <a:pt x="69602" y="7359"/>
                        <a:pt x="67696" y="7891"/>
                      </a:cubicBezTo>
                      <a:cubicBezTo>
                        <a:pt x="65789" y="8378"/>
                        <a:pt x="63883" y="8556"/>
                        <a:pt x="61977" y="8866"/>
                      </a:cubicBezTo>
                      <a:lnTo>
                        <a:pt x="56258" y="9664"/>
                      </a:lnTo>
                      <a:lnTo>
                        <a:pt x="50584" y="9974"/>
                      </a:lnTo>
                      <a:lnTo>
                        <a:pt x="44910" y="10373"/>
                      </a:lnTo>
                      <a:cubicBezTo>
                        <a:pt x="43048" y="10373"/>
                        <a:pt x="41186" y="10462"/>
                        <a:pt x="39324" y="10551"/>
                      </a:cubicBezTo>
                      <a:cubicBezTo>
                        <a:pt x="35467" y="10684"/>
                        <a:pt x="31699" y="11304"/>
                        <a:pt x="27842" y="11615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02" name="Forme libre : forme 25101">
                  <a:extLst>
                    <a:ext uri="{FF2B5EF4-FFF2-40B4-BE49-F238E27FC236}">
                      <a16:creationId xmlns:a16="http://schemas.microsoft.com/office/drawing/2014/main" id="{1CA44A60-ACF1-4A88-843D-021BDBBC3A7F}"/>
                    </a:ext>
                  </a:extLst>
                </p:cNvPr>
                <p:cNvSpPr/>
                <p:nvPr/>
              </p:nvSpPr>
              <p:spPr>
                <a:xfrm>
                  <a:off x="5186263" y="1444336"/>
                  <a:ext cx="32234" cy="18600"/>
                </a:xfrm>
                <a:custGeom>
                  <a:avLst/>
                  <a:gdLst>
                    <a:gd name="connsiteX0" fmla="*/ 32205 w 32234"/>
                    <a:gd name="connsiteY0" fmla="*/ 8478 h 18600"/>
                    <a:gd name="connsiteX1" fmla="*/ 31318 w 32234"/>
                    <a:gd name="connsiteY1" fmla="*/ 12246 h 18600"/>
                    <a:gd name="connsiteX2" fmla="*/ 27993 w 32234"/>
                    <a:gd name="connsiteY2" fmla="*/ 15438 h 18600"/>
                    <a:gd name="connsiteX3" fmla="*/ 22673 w 32234"/>
                    <a:gd name="connsiteY3" fmla="*/ 17743 h 18600"/>
                    <a:gd name="connsiteX4" fmla="*/ 16068 w 32234"/>
                    <a:gd name="connsiteY4" fmla="*/ 18586 h 18600"/>
                    <a:gd name="connsiteX5" fmla="*/ 4321 w 32234"/>
                    <a:gd name="connsiteY5" fmla="*/ 15571 h 18600"/>
                    <a:gd name="connsiteX6" fmla="*/ 20 w 32234"/>
                    <a:gd name="connsiteY6" fmla="*/ 8567 h 18600"/>
                    <a:gd name="connsiteX7" fmla="*/ 5118 w 32234"/>
                    <a:gd name="connsiteY7" fmla="*/ 2405 h 18600"/>
                    <a:gd name="connsiteX8" fmla="*/ 16113 w 32234"/>
                    <a:gd name="connsiteY8" fmla="*/ 11 h 18600"/>
                    <a:gd name="connsiteX9" fmla="*/ 22053 w 32234"/>
                    <a:gd name="connsiteY9" fmla="*/ 676 h 18600"/>
                    <a:gd name="connsiteX10" fmla="*/ 26974 w 32234"/>
                    <a:gd name="connsiteY10" fmla="*/ 2405 h 18600"/>
                    <a:gd name="connsiteX11" fmla="*/ 30564 w 32234"/>
                    <a:gd name="connsiteY11" fmla="*/ 5109 h 18600"/>
                    <a:gd name="connsiteX12" fmla="*/ 32205 w 32234"/>
                    <a:gd name="connsiteY12" fmla="*/ 8478 h 18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234" h="18600">
                      <a:moveTo>
                        <a:pt x="32205" y="8478"/>
                      </a:moveTo>
                      <a:cubicBezTo>
                        <a:pt x="32338" y="9764"/>
                        <a:pt x="32027" y="11005"/>
                        <a:pt x="31318" y="12246"/>
                      </a:cubicBezTo>
                      <a:cubicBezTo>
                        <a:pt x="30609" y="13532"/>
                        <a:pt x="29456" y="14507"/>
                        <a:pt x="27993" y="15438"/>
                      </a:cubicBezTo>
                      <a:cubicBezTo>
                        <a:pt x="26530" y="16369"/>
                        <a:pt x="24713" y="17167"/>
                        <a:pt x="22673" y="17743"/>
                      </a:cubicBezTo>
                      <a:cubicBezTo>
                        <a:pt x="20634" y="18364"/>
                        <a:pt x="18373" y="18674"/>
                        <a:pt x="16068" y="18586"/>
                      </a:cubicBezTo>
                      <a:cubicBezTo>
                        <a:pt x="11413" y="18453"/>
                        <a:pt x="7202" y="17477"/>
                        <a:pt x="4321" y="15571"/>
                      </a:cubicBezTo>
                      <a:cubicBezTo>
                        <a:pt x="1395" y="13620"/>
                        <a:pt x="-201" y="11138"/>
                        <a:pt x="20" y="8567"/>
                      </a:cubicBezTo>
                      <a:cubicBezTo>
                        <a:pt x="242" y="5996"/>
                        <a:pt x="2237" y="3823"/>
                        <a:pt x="5118" y="2405"/>
                      </a:cubicBezTo>
                      <a:cubicBezTo>
                        <a:pt x="8000" y="986"/>
                        <a:pt x="11901" y="-122"/>
                        <a:pt x="16113" y="11"/>
                      </a:cubicBezTo>
                      <a:cubicBezTo>
                        <a:pt x="18240" y="99"/>
                        <a:pt x="20235" y="321"/>
                        <a:pt x="22053" y="676"/>
                      </a:cubicBezTo>
                      <a:cubicBezTo>
                        <a:pt x="23870" y="1030"/>
                        <a:pt x="25555" y="1651"/>
                        <a:pt x="26974" y="2405"/>
                      </a:cubicBezTo>
                      <a:cubicBezTo>
                        <a:pt x="28437" y="3158"/>
                        <a:pt x="29678" y="4178"/>
                        <a:pt x="30564" y="5109"/>
                      </a:cubicBezTo>
                      <a:cubicBezTo>
                        <a:pt x="31451" y="6040"/>
                        <a:pt x="32027" y="7192"/>
                        <a:pt x="32205" y="847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03" name="Forme libre : forme 25102">
                  <a:extLst>
                    <a:ext uri="{FF2B5EF4-FFF2-40B4-BE49-F238E27FC236}">
                      <a16:creationId xmlns:a16="http://schemas.microsoft.com/office/drawing/2014/main" id="{317CBA7B-62EA-4B14-92EB-5680F7BAB2CD}"/>
                    </a:ext>
                  </a:extLst>
                </p:cNvPr>
                <p:cNvSpPr/>
                <p:nvPr/>
              </p:nvSpPr>
              <p:spPr>
                <a:xfrm>
                  <a:off x="5186219" y="1445721"/>
                  <a:ext cx="23693" cy="17176"/>
                </a:xfrm>
                <a:custGeom>
                  <a:avLst/>
                  <a:gdLst>
                    <a:gd name="connsiteX0" fmla="*/ 7468 w 23693"/>
                    <a:gd name="connsiteY0" fmla="*/ 0 h 17176"/>
                    <a:gd name="connsiteX1" fmla="*/ 2281 w 23693"/>
                    <a:gd name="connsiteY1" fmla="*/ 2881 h 17176"/>
                    <a:gd name="connsiteX2" fmla="*/ 20 w 23693"/>
                    <a:gd name="connsiteY2" fmla="*/ 7137 h 17176"/>
                    <a:gd name="connsiteX3" fmla="*/ 4320 w 23693"/>
                    <a:gd name="connsiteY3" fmla="*/ 14142 h 17176"/>
                    <a:gd name="connsiteX4" fmla="*/ 16068 w 23693"/>
                    <a:gd name="connsiteY4" fmla="*/ 17156 h 17176"/>
                    <a:gd name="connsiteX5" fmla="*/ 23693 w 23693"/>
                    <a:gd name="connsiteY5" fmla="*/ 15959 h 17176"/>
                    <a:gd name="connsiteX6" fmla="*/ 19437 w 23693"/>
                    <a:gd name="connsiteY6" fmla="*/ 15560 h 17176"/>
                    <a:gd name="connsiteX7" fmla="*/ 7468 w 23693"/>
                    <a:gd name="connsiteY7" fmla="*/ 0 h 17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693" h="17176">
                      <a:moveTo>
                        <a:pt x="7468" y="0"/>
                      </a:moveTo>
                      <a:cubicBezTo>
                        <a:pt x="5384" y="798"/>
                        <a:pt x="3611" y="1640"/>
                        <a:pt x="2281" y="2881"/>
                      </a:cubicBezTo>
                      <a:cubicBezTo>
                        <a:pt x="996" y="4079"/>
                        <a:pt x="153" y="5541"/>
                        <a:pt x="20" y="7137"/>
                      </a:cubicBezTo>
                      <a:cubicBezTo>
                        <a:pt x="-201" y="9708"/>
                        <a:pt x="1395" y="12191"/>
                        <a:pt x="4320" y="14142"/>
                      </a:cubicBezTo>
                      <a:cubicBezTo>
                        <a:pt x="7246" y="16092"/>
                        <a:pt x="11413" y="17067"/>
                        <a:pt x="16068" y="17156"/>
                      </a:cubicBezTo>
                      <a:cubicBezTo>
                        <a:pt x="18772" y="17289"/>
                        <a:pt x="21388" y="16757"/>
                        <a:pt x="23693" y="15959"/>
                      </a:cubicBezTo>
                      <a:cubicBezTo>
                        <a:pt x="22230" y="16004"/>
                        <a:pt x="20812" y="15871"/>
                        <a:pt x="19437" y="15560"/>
                      </a:cubicBezTo>
                      <a:cubicBezTo>
                        <a:pt x="11990" y="12679"/>
                        <a:pt x="6581" y="6251"/>
                        <a:pt x="7468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04" name="Forme libre : forme 25103">
                  <a:extLst>
                    <a:ext uri="{FF2B5EF4-FFF2-40B4-BE49-F238E27FC236}">
                      <a16:creationId xmlns:a16="http://schemas.microsoft.com/office/drawing/2014/main" id="{B7FE54DF-1C73-434F-AD39-BDB00F156465}"/>
                    </a:ext>
                  </a:extLst>
                </p:cNvPr>
                <p:cNvSpPr/>
                <p:nvPr/>
              </p:nvSpPr>
              <p:spPr>
                <a:xfrm>
                  <a:off x="5187734" y="1446336"/>
                  <a:ext cx="32645" cy="18688"/>
                </a:xfrm>
                <a:custGeom>
                  <a:avLst/>
                  <a:gdLst>
                    <a:gd name="connsiteX0" fmla="*/ 32596 w 32645"/>
                    <a:gd name="connsiteY0" fmla="*/ 8251 h 18688"/>
                    <a:gd name="connsiteX1" fmla="*/ 31754 w 32645"/>
                    <a:gd name="connsiteY1" fmla="*/ 12019 h 18688"/>
                    <a:gd name="connsiteX2" fmla="*/ 28429 w 32645"/>
                    <a:gd name="connsiteY2" fmla="*/ 15388 h 18688"/>
                    <a:gd name="connsiteX3" fmla="*/ 23065 w 32645"/>
                    <a:gd name="connsiteY3" fmla="*/ 17694 h 18688"/>
                    <a:gd name="connsiteX4" fmla="*/ 16327 w 32645"/>
                    <a:gd name="connsiteY4" fmla="*/ 18669 h 18688"/>
                    <a:gd name="connsiteX5" fmla="*/ 4446 w 32645"/>
                    <a:gd name="connsiteY5" fmla="*/ 15743 h 18688"/>
                    <a:gd name="connsiteX6" fmla="*/ 13 w 32645"/>
                    <a:gd name="connsiteY6" fmla="*/ 8739 h 18688"/>
                    <a:gd name="connsiteX7" fmla="*/ 5111 w 32645"/>
                    <a:gd name="connsiteY7" fmla="*/ 2532 h 18688"/>
                    <a:gd name="connsiteX8" fmla="*/ 16238 w 32645"/>
                    <a:gd name="connsiteY8" fmla="*/ 6 h 18688"/>
                    <a:gd name="connsiteX9" fmla="*/ 22223 w 32645"/>
                    <a:gd name="connsiteY9" fmla="*/ 538 h 18688"/>
                    <a:gd name="connsiteX10" fmla="*/ 27277 w 32645"/>
                    <a:gd name="connsiteY10" fmla="*/ 2266 h 18688"/>
                    <a:gd name="connsiteX11" fmla="*/ 30956 w 32645"/>
                    <a:gd name="connsiteY11" fmla="*/ 4838 h 18688"/>
                    <a:gd name="connsiteX12" fmla="*/ 32596 w 32645"/>
                    <a:gd name="connsiteY12" fmla="*/ 8251 h 1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645" h="18688">
                      <a:moveTo>
                        <a:pt x="32596" y="8251"/>
                      </a:moveTo>
                      <a:cubicBezTo>
                        <a:pt x="32774" y="9537"/>
                        <a:pt x="32463" y="10778"/>
                        <a:pt x="31754" y="12019"/>
                      </a:cubicBezTo>
                      <a:cubicBezTo>
                        <a:pt x="31045" y="13216"/>
                        <a:pt x="29892" y="14502"/>
                        <a:pt x="28429" y="15388"/>
                      </a:cubicBezTo>
                      <a:cubicBezTo>
                        <a:pt x="26966" y="16319"/>
                        <a:pt x="25104" y="17117"/>
                        <a:pt x="23065" y="17694"/>
                      </a:cubicBezTo>
                      <a:cubicBezTo>
                        <a:pt x="21026" y="18226"/>
                        <a:pt x="18632" y="18802"/>
                        <a:pt x="16327" y="18669"/>
                      </a:cubicBezTo>
                      <a:cubicBezTo>
                        <a:pt x="11628" y="18580"/>
                        <a:pt x="7372" y="17472"/>
                        <a:pt x="4446" y="15743"/>
                      </a:cubicBezTo>
                      <a:cubicBezTo>
                        <a:pt x="1476" y="13837"/>
                        <a:pt x="-164" y="11310"/>
                        <a:pt x="13" y="8739"/>
                      </a:cubicBezTo>
                      <a:cubicBezTo>
                        <a:pt x="235" y="6168"/>
                        <a:pt x="2185" y="3995"/>
                        <a:pt x="5111" y="2532"/>
                      </a:cubicBezTo>
                      <a:cubicBezTo>
                        <a:pt x="8037" y="892"/>
                        <a:pt x="11938" y="-83"/>
                        <a:pt x="16238" y="6"/>
                      </a:cubicBezTo>
                      <a:cubicBezTo>
                        <a:pt x="18410" y="139"/>
                        <a:pt x="20361" y="94"/>
                        <a:pt x="22223" y="538"/>
                      </a:cubicBezTo>
                      <a:cubicBezTo>
                        <a:pt x="24085" y="892"/>
                        <a:pt x="25769" y="1513"/>
                        <a:pt x="27277" y="2266"/>
                      </a:cubicBezTo>
                      <a:cubicBezTo>
                        <a:pt x="28784" y="3064"/>
                        <a:pt x="29981" y="3818"/>
                        <a:pt x="30956" y="4838"/>
                      </a:cubicBezTo>
                      <a:cubicBezTo>
                        <a:pt x="31843" y="5857"/>
                        <a:pt x="32463" y="6965"/>
                        <a:pt x="32596" y="825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05" name="Forme libre : forme 25104">
                  <a:extLst>
                    <a:ext uri="{FF2B5EF4-FFF2-40B4-BE49-F238E27FC236}">
                      <a16:creationId xmlns:a16="http://schemas.microsoft.com/office/drawing/2014/main" id="{D0725860-8CEB-4DE9-9C63-236D8C988219}"/>
                    </a:ext>
                  </a:extLst>
                </p:cNvPr>
                <p:cNvSpPr/>
                <p:nvPr/>
              </p:nvSpPr>
              <p:spPr>
                <a:xfrm>
                  <a:off x="5171712" y="1437432"/>
                  <a:ext cx="41751" cy="35964"/>
                </a:xfrm>
                <a:custGeom>
                  <a:avLst/>
                  <a:gdLst>
                    <a:gd name="connsiteX0" fmla="*/ 785 w 41751"/>
                    <a:gd name="connsiteY0" fmla="*/ 14983 h 35964"/>
                    <a:gd name="connsiteX1" fmla="*/ 475 w 41751"/>
                    <a:gd name="connsiteY1" fmla="*/ 23760 h 35964"/>
                    <a:gd name="connsiteX2" fmla="*/ 6548 w 41751"/>
                    <a:gd name="connsiteY2" fmla="*/ 30986 h 35964"/>
                    <a:gd name="connsiteX3" fmla="*/ 16922 w 41751"/>
                    <a:gd name="connsiteY3" fmla="*/ 35020 h 35964"/>
                    <a:gd name="connsiteX4" fmla="*/ 35540 w 41751"/>
                    <a:gd name="connsiteY4" fmla="*/ 34178 h 35964"/>
                    <a:gd name="connsiteX5" fmla="*/ 41171 w 41751"/>
                    <a:gd name="connsiteY5" fmla="*/ 25489 h 35964"/>
                    <a:gd name="connsiteX6" fmla="*/ 35009 w 41751"/>
                    <a:gd name="connsiteY6" fmla="*/ 21455 h 35964"/>
                    <a:gd name="connsiteX7" fmla="*/ 21399 w 41751"/>
                    <a:gd name="connsiteY7" fmla="*/ 11037 h 35964"/>
                    <a:gd name="connsiteX8" fmla="*/ 15503 w 41751"/>
                    <a:gd name="connsiteY8" fmla="*/ 3678 h 35964"/>
                    <a:gd name="connsiteX9" fmla="*/ 7257 w 41751"/>
                    <a:gd name="connsiteY9" fmla="*/ 88 h 35964"/>
                    <a:gd name="connsiteX10" fmla="*/ 785 w 41751"/>
                    <a:gd name="connsiteY10" fmla="*/ 14983 h 35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1751" h="35964">
                      <a:moveTo>
                        <a:pt x="785" y="14983"/>
                      </a:moveTo>
                      <a:cubicBezTo>
                        <a:pt x="164" y="17864"/>
                        <a:pt x="-456" y="20835"/>
                        <a:pt x="475" y="23760"/>
                      </a:cubicBezTo>
                      <a:cubicBezTo>
                        <a:pt x="1361" y="26553"/>
                        <a:pt x="3578" y="28991"/>
                        <a:pt x="6548" y="30986"/>
                      </a:cubicBezTo>
                      <a:cubicBezTo>
                        <a:pt x="9518" y="32804"/>
                        <a:pt x="13198" y="34134"/>
                        <a:pt x="16922" y="35020"/>
                      </a:cubicBezTo>
                      <a:cubicBezTo>
                        <a:pt x="23128" y="36395"/>
                        <a:pt x="29866" y="36395"/>
                        <a:pt x="35540" y="34178"/>
                      </a:cubicBezTo>
                      <a:cubicBezTo>
                        <a:pt x="39885" y="32316"/>
                        <a:pt x="43121" y="28593"/>
                        <a:pt x="41171" y="25489"/>
                      </a:cubicBezTo>
                      <a:cubicBezTo>
                        <a:pt x="39974" y="23583"/>
                        <a:pt x="37358" y="22519"/>
                        <a:pt x="35009" y="21455"/>
                      </a:cubicBezTo>
                      <a:cubicBezTo>
                        <a:pt x="29556" y="18707"/>
                        <a:pt x="24990" y="15027"/>
                        <a:pt x="21399" y="11037"/>
                      </a:cubicBezTo>
                      <a:cubicBezTo>
                        <a:pt x="19892" y="9264"/>
                        <a:pt x="17852" y="6117"/>
                        <a:pt x="15503" y="3678"/>
                      </a:cubicBezTo>
                      <a:cubicBezTo>
                        <a:pt x="13153" y="1196"/>
                        <a:pt x="10405" y="-400"/>
                        <a:pt x="7257" y="88"/>
                      </a:cubicBezTo>
                      <a:cubicBezTo>
                        <a:pt x="1494" y="1152"/>
                        <a:pt x="1583" y="10949"/>
                        <a:pt x="785" y="1498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06" name="Forme libre : forme 25105">
                  <a:extLst>
                    <a:ext uri="{FF2B5EF4-FFF2-40B4-BE49-F238E27FC236}">
                      <a16:creationId xmlns:a16="http://schemas.microsoft.com/office/drawing/2014/main" id="{704E0599-F021-4BB2-8629-35AF7A79D0AF}"/>
                    </a:ext>
                  </a:extLst>
                </p:cNvPr>
                <p:cNvSpPr/>
                <p:nvPr/>
              </p:nvSpPr>
              <p:spPr>
                <a:xfrm>
                  <a:off x="5180240" y="1438446"/>
                  <a:ext cx="12852" cy="8688"/>
                </a:xfrm>
                <a:custGeom>
                  <a:avLst/>
                  <a:gdLst>
                    <a:gd name="connsiteX0" fmla="*/ 990 w 12852"/>
                    <a:gd name="connsiteY0" fmla="*/ 4704 h 8688"/>
                    <a:gd name="connsiteX1" fmla="*/ 15 w 12852"/>
                    <a:gd name="connsiteY1" fmla="*/ 6566 h 8688"/>
                    <a:gd name="connsiteX2" fmla="*/ 990 w 12852"/>
                    <a:gd name="connsiteY2" fmla="*/ 8472 h 8688"/>
                    <a:gd name="connsiteX3" fmla="*/ 3251 w 12852"/>
                    <a:gd name="connsiteY3" fmla="*/ 8605 h 8688"/>
                    <a:gd name="connsiteX4" fmla="*/ 8881 w 12852"/>
                    <a:gd name="connsiteY4" fmla="*/ 7187 h 8688"/>
                    <a:gd name="connsiteX5" fmla="*/ 10920 w 12852"/>
                    <a:gd name="connsiteY5" fmla="*/ 6167 h 8688"/>
                    <a:gd name="connsiteX6" fmla="*/ 9723 w 12852"/>
                    <a:gd name="connsiteY6" fmla="*/ 5 h 8688"/>
                    <a:gd name="connsiteX7" fmla="*/ 990 w 12852"/>
                    <a:gd name="connsiteY7" fmla="*/ 4704 h 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852" h="8688">
                      <a:moveTo>
                        <a:pt x="990" y="4704"/>
                      </a:moveTo>
                      <a:cubicBezTo>
                        <a:pt x="502" y="5236"/>
                        <a:pt x="103" y="5857"/>
                        <a:pt x="15" y="6566"/>
                      </a:cubicBezTo>
                      <a:cubicBezTo>
                        <a:pt x="-74" y="7275"/>
                        <a:pt x="236" y="8118"/>
                        <a:pt x="990" y="8472"/>
                      </a:cubicBezTo>
                      <a:cubicBezTo>
                        <a:pt x="1655" y="8783"/>
                        <a:pt x="2497" y="8694"/>
                        <a:pt x="3251" y="8605"/>
                      </a:cubicBezTo>
                      <a:cubicBezTo>
                        <a:pt x="5201" y="8295"/>
                        <a:pt x="7108" y="7807"/>
                        <a:pt x="8881" y="7187"/>
                      </a:cubicBezTo>
                      <a:cubicBezTo>
                        <a:pt x="9635" y="6921"/>
                        <a:pt x="10344" y="6610"/>
                        <a:pt x="10920" y="6167"/>
                      </a:cubicBezTo>
                      <a:cubicBezTo>
                        <a:pt x="13358" y="4305"/>
                        <a:pt x="14023" y="-172"/>
                        <a:pt x="9723" y="5"/>
                      </a:cubicBezTo>
                      <a:cubicBezTo>
                        <a:pt x="6398" y="138"/>
                        <a:pt x="2896" y="2355"/>
                        <a:pt x="990" y="470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07" name="Forme libre : forme 25106">
                  <a:extLst>
                    <a:ext uri="{FF2B5EF4-FFF2-40B4-BE49-F238E27FC236}">
                      <a16:creationId xmlns:a16="http://schemas.microsoft.com/office/drawing/2014/main" id="{3A0FB490-81CE-43B9-8B1F-3C074BD4E845}"/>
                    </a:ext>
                  </a:extLst>
                </p:cNvPr>
                <p:cNvSpPr/>
                <p:nvPr/>
              </p:nvSpPr>
              <p:spPr>
                <a:xfrm>
                  <a:off x="5212484" y="1454144"/>
                  <a:ext cx="19420" cy="21544"/>
                </a:xfrm>
                <a:custGeom>
                  <a:avLst/>
                  <a:gdLst>
                    <a:gd name="connsiteX0" fmla="*/ 19062 w 19420"/>
                    <a:gd name="connsiteY0" fmla="*/ 0 h 21544"/>
                    <a:gd name="connsiteX1" fmla="*/ 18486 w 19420"/>
                    <a:gd name="connsiteY1" fmla="*/ 7980 h 21544"/>
                    <a:gd name="connsiteX2" fmla="*/ 13122 w 19420"/>
                    <a:gd name="connsiteY2" fmla="*/ 15250 h 21544"/>
                    <a:gd name="connsiteX3" fmla="*/ 0 w 19420"/>
                    <a:gd name="connsiteY3" fmla="*/ 21545 h 21544"/>
                    <a:gd name="connsiteX4" fmla="*/ 2881 w 19420"/>
                    <a:gd name="connsiteY4" fmla="*/ 20481 h 21544"/>
                    <a:gd name="connsiteX5" fmla="*/ 9398 w 19420"/>
                    <a:gd name="connsiteY5" fmla="*/ 16713 h 21544"/>
                    <a:gd name="connsiteX6" fmla="*/ 15959 w 19420"/>
                    <a:gd name="connsiteY6" fmla="*/ 9930 h 21544"/>
                    <a:gd name="connsiteX7" fmla="*/ 19062 w 19420"/>
                    <a:gd name="connsiteY7" fmla="*/ 0 h 21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420" h="21544">
                      <a:moveTo>
                        <a:pt x="19062" y="0"/>
                      </a:moveTo>
                      <a:cubicBezTo>
                        <a:pt x="19062" y="0"/>
                        <a:pt x="20171" y="3369"/>
                        <a:pt x="18486" y="7980"/>
                      </a:cubicBezTo>
                      <a:cubicBezTo>
                        <a:pt x="17644" y="10373"/>
                        <a:pt x="16048" y="12900"/>
                        <a:pt x="13122" y="15250"/>
                      </a:cubicBezTo>
                      <a:cubicBezTo>
                        <a:pt x="10196" y="17688"/>
                        <a:pt x="5940" y="20215"/>
                        <a:pt x="0" y="21545"/>
                      </a:cubicBezTo>
                      <a:cubicBezTo>
                        <a:pt x="0" y="21545"/>
                        <a:pt x="1153" y="21190"/>
                        <a:pt x="2881" y="20481"/>
                      </a:cubicBezTo>
                      <a:cubicBezTo>
                        <a:pt x="4610" y="19772"/>
                        <a:pt x="7004" y="18575"/>
                        <a:pt x="9398" y="16713"/>
                      </a:cubicBezTo>
                      <a:cubicBezTo>
                        <a:pt x="11792" y="14895"/>
                        <a:pt x="14142" y="12634"/>
                        <a:pt x="15959" y="9930"/>
                      </a:cubicBezTo>
                      <a:cubicBezTo>
                        <a:pt x="17777" y="7093"/>
                        <a:pt x="18929" y="3724"/>
                        <a:pt x="190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08" name="Forme libre : forme 25107">
                  <a:extLst>
                    <a:ext uri="{FF2B5EF4-FFF2-40B4-BE49-F238E27FC236}">
                      <a16:creationId xmlns:a16="http://schemas.microsoft.com/office/drawing/2014/main" id="{F13B56DE-1853-49FC-85CA-C328DEE82BAA}"/>
                    </a:ext>
                  </a:extLst>
                </p:cNvPr>
                <p:cNvSpPr/>
                <p:nvPr/>
              </p:nvSpPr>
              <p:spPr>
                <a:xfrm>
                  <a:off x="5165404" y="1428558"/>
                  <a:ext cx="22741" cy="14459"/>
                </a:xfrm>
                <a:custGeom>
                  <a:avLst/>
                  <a:gdLst>
                    <a:gd name="connsiteX0" fmla="*/ 22742 w 22741"/>
                    <a:gd name="connsiteY0" fmla="*/ 7 h 14459"/>
                    <a:gd name="connsiteX1" fmla="*/ 19993 w 22741"/>
                    <a:gd name="connsiteY1" fmla="*/ 96 h 14459"/>
                    <a:gd name="connsiteX2" fmla="*/ 13654 w 22741"/>
                    <a:gd name="connsiteY2" fmla="*/ 1337 h 14459"/>
                    <a:gd name="connsiteX3" fmla="*/ 6162 w 22741"/>
                    <a:gd name="connsiteY3" fmla="*/ 5504 h 14459"/>
                    <a:gd name="connsiteX4" fmla="*/ 0 w 22741"/>
                    <a:gd name="connsiteY4" fmla="*/ 14459 h 14459"/>
                    <a:gd name="connsiteX5" fmla="*/ 5630 w 22741"/>
                    <a:gd name="connsiteY5" fmla="*/ 7632 h 14459"/>
                    <a:gd name="connsiteX6" fmla="*/ 12679 w 22741"/>
                    <a:gd name="connsiteY6" fmla="*/ 2711 h 14459"/>
                    <a:gd name="connsiteX7" fmla="*/ 17245 w 22741"/>
                    <a:gd name="connsiteY7" fmla="*/ 1027 h 14459"/>
                    <a:gd name="connsiteX8" fmla="*/ 22742 w 22741"/>
                    <a:gd name="connsiteY8" fmla="*/ 7 h 14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741" h="14459">
                      <a:moveTo>
                        <a:pt x="22742" y="7"/>
                      </a:moveTo>
                      <a:cubicBezTo>
                        <a:pt x="22742" y="7"/>
                        <a:pt x="21678" y="-37"/>
                        <a:pt x="19993" y="96"/>
                      </a:cubicBezTo>
                      <a:cubicBezTo>
                        <a:pt x="18264" y="317"/>
                        <a:pt x="16048" y="583"/>
                        <a:pt x="13654" y="1337"/>
                      </a:cubicBezTo>
                      <a:cubicBezTo>
                        <a:pt x="11216" y="2091"/>
                        <a:pt x="8600" y="3421"/>
                        <a:pt x="6162" y="5504"/>
                      </a:cubicBezTo>
                      <a:cubicBezTo>
                        <a:pt x="3768" y="7499"/>
                        <a:pt x="1552" y="10336"/>
                        <a:pt x="0" y="14459"/>
                      </a:cubicBezTo>
                      <a:cubicBezTo>
                        <a:pt x="0" y="14459"/>
                        <a:pt x="1906" y="11001"/>
                        <a:pt x="5630" y="7632"/>
                      </a:cubicBezTo>
                      <a:cubicBezTo>
                        <a:pt x="7492" y="5903"/>
                        <a:pt x="9886" y="4041"/>
                        <a:pt x="12679" y="2711"/>
                      </a:cubicBezTo>
                      <a:cubicBezTo>
                        <a:pt x="14097" y="2046"/>
                        <a:pt x="15605" y="1470"/>
                        <a:pt x="17245" y="1027"/>
                      </a:cubicBezTo>
                      <a:cubicBezTo>
                        <a:pt x="18929" y="583"/>
                        <a:pt x="20747" y="140"/>
                        <a:pt x="22742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09" name="Forme libre : forme 25108">
                  <a:extLst>
                    <a:ext uri="{FF2B5EF4-FFF2-40B4-BE49-F238E27FC236}">
                      <a16:creationId xmlns:a16="http://schemas.microsoft.com/office/drawing/2014/main" id="{F7FF0299-C548-4614-8ECA-793DE4C67B53}"/>
                    </a:ext>
                  </a:extLst>
                </p:cNvPr>
                <p:cNvSpPr/>
                <p:nvPr/>
              </p:nvSpPr>
              <p:spPr>
                <a:xfrm>
                  <a:off x="5199664" y="1446285"/>
                  <a:ext cx="11792" cy="6489"/>
                </a:xfrm>
                <a:custGeom>
                  <a:avLst/>
                  <a:gdLst>
                    <a:gd name="connsiteX0" fmla="*/ 11711 w 11792"/>
                    <a:gd name="connsiteY0" fmla="*/ 4622 h 6489"/>
                    <a:gd name="connsiteX1" fmla="*/ 4707 w 11792"/>
                    <a:gd name="connsiteY1" fmla="*/ 6129 h 6489"/>
                    <a:gd name="connsiteX2" fmla="*/ 141 w 11792"/>
                    <a:gd name="connsiteY2" fmla="*/ 1563 h 6489"/>
                    <a:gd name="connsiteX3" fmla="*/ 7012 w 11792"/>
                    <a:gd name="connsiteY3" fmla="*/ 411 h 6489"/>
                    <a:gd name="connsiteX4" fmla="*/ 11711 w 11792"/>
                    <a:gd name="connsiteY4" fmla="*/ 4622 h 6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92" h="6489">
                      <a:moveTo>
                        <a:pt x="11711" y="4622"/>
                      </a:moveTo>
                      <a:cubicBezTo>
                        <a:pt x="11135" y="6174"/>
                        <a:pt x="7943" y="7016"/>
                        <a:pt x="4707" y="6129"/>
                      </a:cubicBezTo>
                      <a:cubicBezTo>
                        <a:pt x="1471" y="5154"/>
                        <a:pt x="-568" y="3115"/>
                        <a:pt x="141" y="1563"/>
                      </a:cubicBezTo>
                      <a:cubicBezTo>
                        <a:pt x="806" y="-33"/>
                        <a:pt x="3909" y="-387"/>
                        <a:pt x="7012" y="411"/>
                      </a:cubicBezTo>
                      <a:cubicBezTo>
                        <a:pt x="10115" y="1120"/>
                        <a:pt x="12243" y="3026"/>
                        <a:pt x="11711" y="462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10" name="Forme libre : forme 25109">
                  <a:extLst>
                    <a:ext uri="{FF2B5EF4-FFF2-40B4-BE49-F238E27FC236}">
                      <a16:creationId xmlns:a16="http://schemas.microsoft.com/office/drawing/2014/main" id="{01B64A92-457A-48BF-B4E0-744FE99600D9}"/>
                    </a:ext>
                  </a:extLst>
                </p:cNvPr>
                <p:cNvSpPr/>
                <p:nvPr/>
              </p:nvSpPr>
              <p:spPr>
                <a:xfrm>
                  <a:off x="5209733" y="1448777"/>
                  <a:ext cx="3284" cy="2664"/>
                </a:xfrm>
                <a:custGeom>
                  <a:avLst/>
                  <a:gdLst>
                    <a:gd name="connsiteX0" fmla="*/ 3283 w 3284"/>
                    <a:gd name="connsiteY0" fmla="*/ 1244 h 2664"/>
                    <a:gd name="connsiteX1" fmla="*/ 1731 w 3284"/>
                    <a:gd name="connsiteY1" fmla="*/ 2662 h 2664"/>
                    <a:gd name="connsiteX2" fmla="*/ 2 w 3284"/>
                    <a:gd name="connsiteY2" fmla="*/ 1421 h 2664"/>
                    <a:gd name="connsiteX3" fmla="*/ 1554 w 3284"/>
                    <a:gd name="connsiteY3" fmla="*/ 2 h 2664"/>
                    <a:gd name="connsiteX4" fmla="*/ 3283 w 3284"/>
                    <a:gd name="connsiteY4" fmla="*/ 1244 h 2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84" h="2664">
                      <a:moveTo>
                        <a:pt x="3283" y="1244"/>
                      </a:moveTo>
                      <a:cubicBezTo>
                        <a:pt x="3327" y="1997"/>
                        <a:pt x="2662" y="2618"/>
                        <a:pt x="1731" y="2662"/>
                      </a:cubicBezTo>
                      <a:cubicBezTo>
                        <a:pt x="800" y="2707"/>
                        <a:pt x="46" y="2175"/>
                        <a:pt x="2" y="1421"/>
                      </a:cubicBezTo>
                      <a:cubicBezTo>
                        <a:pt x="-42" y="667"/>
                        <a:pt x="667" y="47"/>
                        <a:pt x="1554" y="2"/>
                      </a:cubicBezTo>
                      <a:cubicBezTo>
                        <a:pt x="2440" y="-42"/>
                        <a:pt x="3238" y="534"/>
                        <a:pt x="3283" y="1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11" name="Forme libre : forme 25110">
                  <a:extLst>
                    <a:ext uri="{FF2B5EF4-FFF2-40B4-BE49-F238E27FC236}">
                      <a16:creationId xmlns:a16="http://schemas.microsoft.com/office/drawing/2014/main" id="{8901A3CE-C293-4F56-856B-CCB8BDFADEFE}"/>
                    </a:ext>
                  </a:extLst>
                </p:cNvPr>
                <p:cNvSpPr/>
                <p:nvPr/>
              </p:nvSpPr>
              <p:spPr>
                <a:xfrm>
                  <a:off x="5199681" y="1431491"/>
                  <a:ext cx="27757" cy="22177"/>
                </a:xfrm>
                <a:custGeom>
                  <a:avLst/>
                  <a:gdLst>
                    <a:gd name="connsiteX0" fmla="*/ 23264 w 27757"/>
                    <a:gd name="connsiteY0" fmla="*/ 7137 h 22177"/>
                    <a:gd name="connsiteX1" fmla="*/ 27653 w 27757"/>
                    <a:gd name="connsiteY1" fmla="*/ 18131 h 22177"/>
                    <a:gd name="connsiteX2" fmla="*/ 25969 w 27757"/>
                    <a:gd name="connsiteY2" fmla="*/ 22077 h 22177"/>
                    <a:gd name="connsiteX3" fmla="*/ 21979 w 27757"/>
                    <a:gd name="connsiteY3" fmla="*/ 20348 h 22177"/>
                    <a:gd name="connsiteX4" fmla="*/ 13778 w 27757"/>
                    <a:gd name="connsiteY4" fmla="*/ 10506 h 22177"/>
                    <a:gd name="connsiteX5" fmla="*/ 5177 w 27757"/>
                    <a:gd name="connsiteY5" fmla="*/ 7403 h 22177"/>
                    <a:gd name="connsiteX6" fmla="*/ 345 w 27757"/>
                    <a:gd name="connsiteY6" fmla="*/ 2172 h 22177"/>
                    <a:gd name="connsiteX7" fmla="*/ 8103 w 27757"/>
                    <a:gd name="connsiteY7" fmla="*/ 0 h 22177"/>
                    <a:gd name="connsiteX8" fmla="*/ 16083 w 27757"/>
                    <a:gd name="connsiteY8" fmla="*/ 1419 h 22177"/>
                    <a:gd name="connsiteX9" fmla="*/ 23264 w 27757"/>
                    <a:gd name="connsiteY9" fmla="*/ 7137 h 22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757" h="22177">
                      <a:moveTo>
                        <a:pt x="23264" y="7137"/>
                      </a:moveTo>
                      <a:cubicBezTo>
                        <a:pt x="25702" y="10506"/>
                        <a:pt x="26944" y="14186"/>
                        <a:pt x="27653" y="18131"/>
                      </a:cubicBezTo>
                      <a:cubicBezTo>
                        <a:pt x="27919" y="19550"/>
                        <a:pt x="27786" y="21589"/>
                        <a:pt x="25969" y="22077"/>
                      </a:cubicBezTo>
                      <a:cubicBezTo>
                        <a:pt x="24328" y="22520"/>
                        <a:pt x="22865" y="21412"/>
                        <a:pt x="21979" y="20348"/>
                      </a:cubicBezTo>
                      <a:cubicBezTo>
                        <a:pt x="19230" y="16890"/>
                        <a:pt x="17634" y="12989"/>
                        <a:pt x="13778" y="10506"/>
                      </a:cubicBezTo>
                      <a:cubicBezTo>
                        <a:pt x="12581" y="9708"/>
                        <a:pt x="8546" y="8778"/>
                        <a:pt x="5177" y="7403"/>
                      </a:cubicBezTo>
                      <a:cubicBezTo>
                        <a:pt x="1720" y="5852"/>
                        <a:pt x="-985" y="4034"/>
                        <a:pt x="345" y="2172"/>
                      </a:cubicBezTo>
                      <a:cubicBezTo>
                        <a:pt x="1631" y="266"/>
                        <a:pt x="5089" y="89"/>
                        <a:pt x="8103" y="0"/>
                      </a:cubicBezTo>
                      <a:cubicBezTo>
                        <a:pt x="11206" y="0"/>
                        <a:pt x="14575" y="931"/>
                        <a:pt x="16083" y="1419"/>
                      </a:cubicBezTo>
                      <a:cubicBezTo>
                        <a:pt x="18964" y="2483"/>
                        <a:pt x="21447" y="4655"/>
                        <a:pt x="23264" y="713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22" name="Graphique 2">
                <a:extLst>
                  <a:ext uri="{FF2B5EF4-FFF2-40B4-BE49-F238E27FC236}">
                    <a16:creationId xmlns:a16="http://schemas.microsoft.com/office/drawing/2014/main" id="{0253AD18-D528-4E34-82C8-60FC16F0F1EC}"/>
                  </a:ext>
                </a:extLst>
              </p:cNvPr>
              <p:cNvGrpSpPr/>
              <p:nvPr/>
            </p:nvGrpSpPr>
            <p:grpSpPr>
              <a:xfrm>
                <a:off x="5230331" y="1401428"/>
                <a:ext cx="68570" cy="64609"/>
                <a:chOff x="5230331" y="1401428"/>
                <a:chExt cx="68570" cy="64609"/>
              </a:xfrm>
              <a:solidFill>
                <a:schemeClr val="accent1"/>
              </a:solidFill>
            </p:grpSpPr>
            <p:sp>
              <p:nvSpPr>
                <p:cNvPr id="25088" name="Forme libre : forme 25087">
                  <a:extLst>
                    <a:ext uri="{FF2B5EF4-FFF2-40B4-BE49-F238E27FC236}">
                      <a16:creationId xmlns:a16="http://schemas.microsoft.com/office/drawing/2014/main" id="{BAB03857-875C-428F-A255-B46552F82417}"/>
                    </a:ext>
                  </a:extLst>
                </p:cNvPr>
                <p:cNvSpPr/>
                <p:nvPr/>
              </p:nvSpPr>
              <p:spPr>
                <a:xfrm>
                  <a:off x="5230331" y="1401428"/>
                  <a:ext cx="68570" cy="64594"/>
                </a:xfrm>
                <a:custGeom>
                  <a:avLst/>
                  <a:gdLst>
                    <a:gd name="connsiteX0" fmla="*/ 60352 w 68570"/>
                    <a:gd name="connsiteY0" fmla="*/ 40702 h 64594"/>
                    <a:gd name="connsiteX1" fmla="*/ 54545 w 68570"/>
                    <a:gd name="connsiteY1" fmla="*/ 46199 h 64594"/>
                    <a:gd name="connsiteX2" fmla="*/ 48294 w 68570"/>
                    <a:gd name="connsiteY2" fmla="*/ 51430 h 64594"/>
                    <a:gd name="connsiteX3" fmla="*/ 41645 w 68570"/>
                    <a:gd name="connsiteY3" fmla="*/ 56306 h 64594"/>
                    <a:gd name="connsiteX4" fmla="*/ 34507 w 68570"/>
                    <a:gd name="connsiteY4" fmla="*/ 60651 h 64594"/>
                    <a:gd name="connsiteX5" fmla="*/ 24090 w 68570"/>
                    <a:gd name="connsiteY5" fmla="*/ 64286 h 64594"/>
                    <a:gd name="connsiteX6" fmla="*/ 14603 w 68570"/>
                    <a:gd name="connsiteY6" fmla="*/ 63842 h 64594"/>
                    <a:gd name="connsiteX7" fmla="*/ 7599 w 68570"/>
                    <a:gd name="connsiteY7" fmla="*/ 60207 h 64594"/>
                    <a:gd name="connsiteX8" fmla="*/ 3919 w 68570"/>
                    <a:gd name="connsiteY8" fmla="*/ 54045 h 64594"/>
                    <a:gd name="connsiteX9" fmla="*/ 506 w 68570"/>
                    <a:gd name="connsiteY9" fmla="*/ 41056 h 64594"/>
                    <a:gd name="connsiteX10" fmla="*/ 240 w 68570"/>
                    <a:gd name="connsiteY10" fmla="*/ 34052 h 64594"/>
                    <a:gd name="connsiteX11" fmla="*/ 2323 w 68570"/>
                    <a:gd name="connsiteY11" fmla="*/ 27535 h 64594"/>
                    <a:gd name="connsiteX12" fmla="*/ 6003 w 68570"/>
                    <a:gd name="connsiteY12" fmla="*/ 22171 h 64594"/>
                    <a:gd name="connsiteX13" fmla="*/ 11012 w 68570"/>
                    <a:gd name="connsiteY13" fmla="*/ 18226 h 64594"/>
                    <a:gd name="connsiteX14" fmla="*/ 15046 w 68570"/>
                    <a:gd name="connsiteY14" fmla="*/ 15876 h 64594"/>
                    <a:gd name="connsiteX15" fmla="*/ 18903 w 68570"/>
                    <a:gd name="connsiteY15" fmla="*/ 13128 h 64594"/>
                    <a:gd name="connsiteX16" fmla="*/ 22671 w 68570"/>
                    <a:gd name="connsiteY16" fmla="*/ 10069 h 64594"/>
                    <a:gd name="connsiteX17" fmla="*/ 26351 w 68570"/>
                    <a:gd name="connsiteY17" fmla="*/ 6700 h 64594"/>
                    <a:gd name="connsiteX18" fmla="*/ 32114 w 68570"/>
                    <a:gd name="connsiteY18" fmla="*/ 2621 h 64594"/>
                    <a:gd name="connsiteX19" fmla="*/ 38852 w 68570"/>
                    <a:gd name="connsiteY19" fmla="*/ 360 h 64594"/>
                    <a:gd name="connsiteX20" fmla="*/ 52284 w 68570"/>
                    <a:gd name="connsiteY20" fmla="*/ 2932 h 64594"/>
                    <a:gd name="connsiteX21" fmla="*/ 62968 w 68570"/>
                    <a:gd name="connsiteY21" fmla="*/ 10601 h 64594"/>
                    <a:gd name="connsiteX22" fmla="*/ 68554 w 68570"/>
                    <a:gd name="connsiteY22" fmla="*/ 23546 h 64594"/>
                    <a:gd name="connsiteX23" fmla="*/ 66337 w 68570"/>
                    <a:gd name="connsiteY23" fmla="*/ 32190 h 64594"/>
                    <a:gd name="connsiteX24" fmla="*/ 60352 w 68570"/>
                    <a:gd name="connsiteY24" fmla="*/ 40702 h 64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8570" h="64594">
                      <a:moveTo>
                        <a:pt x="60352" y="40702"/>
                      </a:moveTo>
                      <a:cubicBezTo>
                        <a:pt x="58579" y="42608"/>
                        <a:pt x="56584" y="44425"/>
                        <a:pt x="54545" y="46199"/>
                      </a:cubicBezTo>
                      <a:cubicBezTo>
                        <a:pt x="52506" y="47972"/>
                        <a:pt x="50555" y="49834"/>
                        <a:pt x="48294" y="51430"/>
                      </a:cubicBezTo>
                      <a:cubicBezTo>
                        <a:pt x="46078" y="53070"/>
                        <a:pt x="43906" y="54755"/>
                        <a:pt x="41645" y="56306"/>
                      </a:cubicBezTo>
                      <a:lnTo>
                        <a:pt x="34507" y="60651"/>
                      </a:lnTo>
                      <a:cubicBezTo>
                        <a:pt x="31138" y="62645"/>
                        <a:pt x="27459" y="63621"/>
                        <a:pt x="24090" y="64286"/>
                      </a:cubicBezTo>
                      <a:cubicBezTo>
                        <a:pt x="20676" y="64906"/>
                        <a:pt x="17396" y="64507"/>
                        <a:pt x="14603" y="63842"/>
                      </a:cubicBezTo>
                      <a:cubicBezTo>
                        <a:pt x="11810" y="63133"/>
                        <a:pt x="9416" y="61980"/>
                        <a:pt x="7599" y="60207"/>
                      </a:cubicBezTo>
                      <a:cubicBezTo>
                        <a:pt x="5781" y="58478"/>
                        <a:pt x="4540" y="56395"/>
                        <a:pt x="3919" y="54045"/>
                      </a:cubicBezTo>
                      <a:lnTo>
                        <a:pt x="506" y="41056"/>
                      </a:lnTo>
                      <a:cubicBezTo>
                        <a:pt x="-115" y="38707"/>
                        <a:pt x="-115" y="36313"/>
                        <a:pt x="240" y="34052"/>
                      </a:cubicBezTo>
                      <a:cubicBezTo>
                        <a:pt x="639" y="31880"/>
                        <a:pt x="1348" y="29574"/>
                        <a:pt x="2323" y="27535"/>
                      </a:cubicBezTo>
                      <a:cubicBezTo>
                        <a:pt x="3254" y="25452"/>
                        <a:pt x="4628" y="23856"/>
                        <a:pt x="6003" y="22171"/>
                      </a:cubicBezTo>
                      <a:cubicBezTo>
                        <a:pt x="7377" y="20442"/>
                        <a:pt x="9106" y="19334"/>
                        <a:pt x="11012" y="18226"/>
                      </a:cubicBezTo>
                      <a:lnTo>
                        <a:pt x="15046" y="15876"/>
                      </a:lnTo>
                      <a:lnTo>
                        <a:pt x="18903" y="13128"/>
                      </a:lnTo>
                      <a:cubicBezTo>
                        <a:pt x="20233" y="12285"/>
                        <a:pt x="21430" y="11089"/>
                        <a:pt x="22671" y="10069"/>
                      </a:cubicBezTo>
                      <a:cubicBezTo>
                        <a:pt x="23912" y="9005"/>
                        <a:pt x="25198" y="7941"/>
                        <a:pt x="26351" y="6700"/>
                      </a:cubicBezTo>
                      <a:cubicBezTo>
                        <a:pt x="28035" y="5015"/>
                        <a:pt x="30030" y="3774"/>
                        <a:pt x="32114" y="2621"/>
                      </a:cubicBezTo>
                      <a:cubicBezTo>
                        <a:pt x="34197" y="1513"/>
                        <a:pt x="36547" y="892"/>
                        <a:pt x="38852" y="360"/>
                      </a:cubicBezTo>
                      <a:cubicBezTo>
                        <a:pt x="43462" y="-526"/>
                        <a:pt x="48427" y="183"/>
                        <a:pt x="52284" y="2932"/>
                      </a:cubicBezTo>
                      <a:lnTo>
                        <a:pt x="62968" y="10601"/>
                      </a:lnTo>
                      <a:cubicBezTo>
                        <a:pt x="66869" y="13394"/>
                        <a:pt x="68775" y="18004"/>
                        <a:pt x="68554" y="23546"/>
                      </a:cubicBezTo>
                      <a:cubicBezTo>
                        <a:pt x="68509" y="26294"/>
                        <a:pt x="67667" y="29220"/>
                        <a:pt x="66337" y="32190"/>
                      </a:cubicBezTo>
                      <a:cubicBezTo>
                        <a:pt x="65051" y="35160"/>
                        <a:pt x="62968" y="38042"/>
                        <a:pt x="60352" y="4070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89" name="Forme libre : forme 25088">
                  <a:extLst>
                    <a:ext uri="{FF2B5EF4-FFF2-40B4-BE49-F238E27FC236}">
                      <a16:creationId xmlns:a16="http://schemas.microsoft.com/office/drawing/2014/main" id="{40B262DF-20AB-4B47-B597-AE52904AAFEA}"/>
                    </a:ext>
                  </a:extLst>
                </p:cNvPr>
                <p:cNvSpPr/>
                <p:nvPr/>
              </p:nvSpPr>
              <p:spPr>
                <a:xfrm>
                  <a:off x="5232743" y="1411808"/>
                  <a:ext cx="66070" cy="54229"/>
                </a:xfrm>
                <a:custGeom>
                  <a:avLst/>
                  <a:gdLst>
                    <a:gd name="connsiteX0" fmla="*/ 28682 w 66070"/>
                    <a:gd name="connsiteY0" fmla="*/ 33736 h 54229"/>
                    <a:gd name="connsiteX1" fmla="*/ 13831 w 66070"/>
                    <a:gd name="connsiteY1" fmla="*/ 41006 h 54229"/>
                    <a:gd name="connsiteX2" fmla="*/ 0 w 66070"/>
                    <a:gd name="connsiteY2" fmla="*/ 38080 h 54229"/>
                    <a:gd name="connsiteX3" fmla="*/ 1463 w 66070"/>
                    <a:gd name="connsiteY3" fmla="*/ 43710 h 54229"/>
                    <a:gd name="connsiteX4" fmla="*/ 5142 w 66070"/>
                    <a:gd name="connsiteY4" fmla="*/ 49872 h 54229"/>
                    <a:gd name="connsiteX5" fmla="*/ 12147 w 66070"/>
                    <a:gd name="connsiteY5" fmla="*/ 53508 h 54229"/>
                    <a:gd name="connsiteX6" fmla="*/ 21634 w 66070"/>
                    <a:gd name="connsiteY6" fmla="*/ 53951 h 54229"/>
                    <a:gd name="connsiteX7" fmla="*/ 32051 w 66070"/>
                    <a:gd name="connsiteY7" fmla="*/ 50316 h 54229"/>
                    <a:gd name="connsiteX8" fmla="*/ 39189 w 66070"/>
                    <a:gd name="connsiteY8" fmla="*/ 45971 h 54229"/>
                    <a:gd name="connsiteX9" fmla="*/ 45838 w 66070"/>
                    <a:gd name="connsiteY9" fmla="*/ 41095 h 54229"/>
                    <a:gd name="connsiteX10" fmla="*/ 52089 w 66070"/>
                    <a:gd name="connsiteY10" fmla="*/ 35864 h 54229"/>
                    <a:gd name="connsiteX11" fmla="*/ 57896 w 66070"/>
                    <a:gd name="connsiteY11" fmla="*/ 30367 h 54229"/>
                    <a:gd name="connsiteX12" fmla="*/ 63837 w 66070"/>
                    <a:gd name="connsiteY12" fmla="*/ 21855 h 54229"/>
                    <a:gd name="connsiteX13" fmla="*/ 66053 w 66070"/>
                    <a:gd name="connsiteY13" fmla="*/ 13211 h 54229"/>
                    <a:gd name="connsiteX14" fmla="*/ 60467 w 66070"/>
                    <a:gd name="connsiteY14" fmla="*/ 266 h 54229"/>
                    <a:gd name="connsiteX15" fmla="*/ 60113 w 66070"/>
                    <a:gd name="connsiteY15" fmla="*/ 0 h 54229"/>
                    <a:gd name="connsiteX16" fmla="*/ 53330 w 66070"/>
                    <a:gd name="connsiteY16" fmla="*/ 9221 h 54229"/>
                    <a:gd name="connsiteX17" fmla="*/ 49606 w 66070"/>
                    <a:gd name="connsiteY17" fmla="*/ 13565 h 54229"/>
                    <a:gd name="connsiteX18" fmla="*/ 45617 w 66070"/>
                    <a:gd name="connsiteY18" fmla="*/ 17688 h 54229"/>
                    <a:gd name="connsiteX19" fmla="*/ 37371 w 66070"/>
                    <a:gd name="connsiteY19" fmla="*/ 25712 h 54229"/>
                    <a:gd name="connsiteX20" fmla="*/ 28682 w 66070"/>
                    <a:gd name="connsiteY20" fmla="*/ 33736 h 54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6070" h="54229">
                      <a:moveTo>
                        <a:pt x="28682" y="33736"/>
                      </a:moveTo>
                      <a:cubicBezTo>
                        <a:pt x="24471" y="37726"/>
                        <a:pt x="19018" y="40119"/>
                        <a:pt x="13831" y="41006"/>
                      </a:cubicBezTo>
                      <a:cubicBezTo>
                        <a:pt x="8512" y="41538"/>
                        <a:pt x="3680" y="40829"/>
                        <a:pt x="0" y="38080"/>
                      </a:cubicBezTo>
                      <a:lnTo>
                        <a:pt x="1463" y="43710"/>
                      </a:lnTo>
                      <a:cubicBezTo>
                        <a:pt x="2084" y="46060"/>
                        <a:pt x="3325" y="48143"/>
                        <a:pt x="5142" y="49872"/>
                      </a:cubicBezTo>
                      <a:cubicBezTo>
                        <a:pt x="6960" y="51646"/>
                        <a:pt x="9310" y="52843"/>
                        <a:pt x="12147" y="53508"/>
                      </a:cubicBezTo>
                      <a:cubicBezTo>
                        <a:pt x="14940" y="54128"/>
                        <a:pt x="18264" y="54527"/>
                        <a:pt x="21634" y="53951"/>
                      </a:cubicBezTo>
                      <a:cubicBezTo>
                        <a:pt x="25003" y="53286"/>
                        <a:pt x="28682" y="52310"/>
                        <a:pt x="32051" y="50316"/>
                      </a:cubicBezTo>
                      <a:lnTo>
                        <a:pt x="39189" y="45971"/>
                      </a:lnTo>
                      <a:cubicBezTo>
                        <a:pt x="41494" y="44420"/>
                        <a:pt x="43666" y="42735"/>
                        <a:pt x="45838" y="41095"/>
                      </a:cubicBezTo>
                      <a:cubicBezTo>
                        <a:pt x="48099" y="39499"/>
                        <a:pt x="50050" y="37637"/>
                        <a:pt x="52089" y="35864"/>
                      </a:cubicBezTo>
                      <a:cubicBezTo>
                        <a:pt x="54128" y="34091"/>
                        <a:pt x="56123" y="32273"/>
                        <a:pt x="57896" y="30367"/>
                      </a:cubicBezTo>
                      <a:cubicBezTo>
                        <a:pt x="60467" y="27707"/>
                        <a:pt x="62595" y="24825"/>
                        <a:pt x="63837" y="21855"/>
                      </a:cubicBezTo>
                      <a:cubicBezTo>
                        <a:pt x="65167" y="18929"/>
                        <a:pt x="66009" y="16003"/>
                        <a:pt x="66053" y="13211"/>
                      </a:cubicBezTo>
                      <a:cubicBezTo>
                        <a:pt x="66275" y="7669"/>
                        <a:pt x="64369" y="3059"/>
                        <a:pt x="60467" y="266"/>
                      </a:cubicBezTo>
                      <a:lnTo>
                        <a:pt x="60113" y="0"/>
                      </a:lnTo>
                      <a:cubicBezTo>
                        <a:pt x="57985" y="3192"/>
                        <a:pt x="55857" y="6339"/>
                        <a:pt x="53330" y="9221"/>
                      </a:cubicBezTo>
                      <a:lnTo>
                        <a:pt x="49606" y="13565"/>
                      </a:lnTo>
                      <a:lnTo>
                        <a:pt x="45617" y="17688"/>
                      </a:lnTo>
                      <a:cubicBezTo>
                        <a:pt x="43045" y="20525"/>
                        <a:pt x="40031" y="22919"/>
                        <a:pt x="37371" y="25712"/>
                      </a:cubicBezTo>
                      <a:cubicBezTo>
                        <a:pt x="34489" y="28194"/>
                        <a:pt x="31741" y="31120"/>
                        <a:pt x="28682" y="33736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90" name="Forme libre : forme 25089">
                  <a:extLst>
                    <a:ext uri="{FF2B5EF4-FFF2-40B4-BE49-F238E27FC236}">
                      <a16:creationId xmlns:a16="http://schemas.microsoft.com/office/drawing/2014/main" id="{111C0F33-D73F-4DF2-9D05-FA339E355BDD}"/>
                    </a:ext>
                  </a:extLst>
                </p:cNvPr>
                <p:cNvSpPr/>
                <p:nvPr/>
              </p:nvSpPr>
              <p:spPr>
                <a:xfrm>
                  <a:off x="5254327" y="1418851"/>
                  <a:ext cx="27402" cy="25182"/>
                </a:xfrm>
                <a:custGeom>
                  <a:avLst/>
                  <a:gdLst>
                    <a:gd name="connsiteX0" fmla="*/ 25451 w 27402"/>
                    <a:gd name="connsiteY0" fmla="*/ 1424 h 25182"/>
                    <a:gd name="connsiteX1" fmla="*/ 26914 w 27402"/>
                    <a:gd name="connsiteY1" fmla="*/ 9359 h 25182"/>
                    <a:gd name="connsiteX2" fmla="*/ 24476 w 27402"/>
                    <a:gd name="connsiteY2" fmla="*/ 14679 h 25182"/>
                    <a:gd name="connsiteX3" fmla="*/ 19866 w 27402"/>
                    <a:gd name="connsiteY3" fmla="*/ 19777 h 25182"/>
                    <a:gd name="connsiteX4" fmla="*/ 14014 w 27402"/>
                    <a:gd name="connsiteY4" fmla="*/ 23500 h 25182"/>
                    <a:gd name="connsiteX5" fmla="*/ 8384 w 27402"/>
                    <a:gd name="connsiteY5" fmla="*/ 25141 h 25182"/>
                    <a:gd name="connsiteX6" fmla="*/ 759 w 27402"/>
                    <a:gd name="connsiteY6" fmla="*/ 22171 h 25182"/>
                    <a:gd name="connsiteX7" fmla="*/ 1291 w 27402"/>
                    <a:gd name="connsiteY7" fmla="*/ 14324 h 25182"/>
                    <a:gd name="connsiteX8" fmla="*/ 3995 w 27402"/>
                    <a:gd name="connsiteY8" fmla="*/ 9980 h 25182"/>
                    <a:gd name="connsiteX9" fmla="*/ 8029 w 27402"/>
                    <a:gd name="connsiteY9" fmla="*/ 5901 h 25182"/>
                    <a:gd name="connsiteX10" fmla="*/ 12817 w 27402"/>
                    <a:gd name="connsiteY10" fmla="*/ 2621 h 25182"/>
                    <a:gd name="connsiteX11" fmla="*/ 17560 w 27402"/>
                    <a:gd name="connsiteY11" fmla="*/ 537 h 25182"/>
                    <a:gd name="connsiteX12" fmla="*/ 25451 w 27402"/>
                    <a:gd name="connsiteY12" fmla="*/ 1424 h 25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402" h="25182">
                      <a:moveTo>
                        <a:pt x="25451" y="1424"/>
                      </a:moveTo>
                      <a:cubicBezTo>
                        <a:pt x="27313" y="3064"/>
                        <a:pt x="27934" y="6034"/>
                        <a:pt x="26914" y="9359"/>
                      </a:cubicBezTo>
                      <a:cubicBezTo>
                        <a:pt x="26427" y="11043"/>
                        <a:pt x="25629" y="12817"/>
                        <a:pt x="24476" y="14679"/>
                      </a:cubicBezTo>
                      <a:cubicBezTo>
                        <a:pt x="23323" y="16452"/>
                        <a:pt x="21683" y="18181"/>
                        <a:pt x="19866" y="19777"/>
                      </a:cubicBezTo>
                      <a:cubicBezTo>
                        <a:pt x="18092" y="21461"/>
                        <a:pt x="16009" y="22614"/>
                        <a:pt x="14014" y="23500"/>
                      </a:cubicBezTo>
                      <a:cubicBezTo>
                        <a:pt x="12019" y="24387"/>
                        <a:pt x="10157" y="25008"/>
                        <a:pt x="8384" y="25141"/>
                      </a:cubicBezTo>
                      <a:cubicBezTo>
                        <a:pt x="4749" y="25407"/>
                        <a:pt x="2000" y="24387"/>
                        <a:pt x="759" y="22171"/>
                      </a:cubicBezTo>
                      <a:cubicBezTo>
                        <a:pt x="-482" y="19998"/>
                        <a:pt x="-128" y="17073"/>
                        <a:pt x="1291" y="14324"/>
                      </a:cubicBezTo>
                      <a:cubicBezTo>
                        <a:pt x="2000" y="12905"/>
                        <a:pt x="2842" y="11354"/>
                        <a:pt x="3995" y="9980"/>
                      </a:cubicBezTo>
                      <a:cubicBezTo>
                        <a:pt x="5148" y="8561"/>
                        <a:pt x="6566" y="7275"/>
                        <a:pt x="8029" y="5901"/>
                      </a:cubicBezTo>
                      <a:cubicBezTo>
                        <a:pt x="9536" y="4527"/>
                        <a:pt x="11221" y="3507"/>
                        <a:pt x="12817" y="2621"/>
                      </a:cubicBezTo>
                      <a:cubicBezTo>
                        <a:pt x="14369" y="1690"/>
                        <a:pt x="16009" y="980"/>
                        <a:pt x="17560" y="537"/>
                      </a:cubicBezTo>
                      <a:cubicBezTo>
                        <a:pt x="20752" y="-305"/>
                        <a:pt x="23501" y="-261"/>
                        <a:pt x="25451" y="1424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91" name="Forme libre : forme 25090">
                  <a:extLst>
                    <a:ext uri="{FF2B5EF4-FFF2-40B4-BE49-F238E27FC236}">
                      <a16:creationId xmlns:a16="http://schemas.microsoft.com/office/drawing/2014/main" id="{D6A0A220-F5BB-4540-BD27-6D3A3A12A865}"/>
                    </a:ext>
                  </a:extLst>
                </p:cNvPr>
                <p:cNvSpPr/>
                <p:nvPr/>
              </p:nvSpPr>
              <p:spPr>
                <a:xfrm>
                  <a:off x="5254289" y="1431003"/>
                  <a:ext cx="25000" cy="13073"/>
                </a:xfrm>
                <a:custGeom>
                  <a:avLst/>
                  <a:gdLst>
                    <a:gd name="connsiteX0" fmla="*/ 2481 w 25000"/>
                    <a:gd name="connsiteY0" fmla="*/ 0 h 13073"/>
                    <a:gd name="connsiteX1" fmla="*/ 176 w 25000"/>
                    <a:gd name="connsiteY1" fmla="*/ 5320 h 13073"/>
                    <a:gd name="connsiteX2" fmla="*/ 752 w 25000"/>
                    <a:gd name="connsiteY2" fmla="*/ 10063 h 13073"/>
                    <a:gd name="connsiteX3" fmla="*/ 8377 w 25000"/>
                    <a:gd name="connsiteY3" fmla="*/ 13033 h 13073"/>
                    <a:gd name="connsiteX4" fmla="*/ 14007 w 25000"/>
                    <a:gd name="connsiteY4" fmla="*/ 11393 h 13073"/>
                    <a:gd name="connsiteX5" fmla="*/ 19859 w 25000"/>
                    <a:gd name="connsiteY5" fmla="*/ 7669 h 13073"/>
                    <a:gd name="connsiteX6" fmla="*/ 25001 w 25000"/>
                    <a:gd name="connsiteY6" fmla="*/ 1640 h 13073"/>
                    <a:gd name="connsiteX7" fmla="*/ 21410 w 25000"/>
                    <a:gd name="connsiteY7" fmla="*/ 4123 h 13073"/>
                    <a:gd name="connsiteX8" fmla="*/ 10150 w 25000"/>
                    <a:gd name="connsiteY8" fmla="*/ 5320 h 13073"/>
                    <a:gd name="connsiteX9" fmla="*/ 2481 w 25000"/>
                    <a:gd name="connsiteY9" fmla="*/ 0 h 13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000" h="13073">
                      <a:moveTo>
                        <a:pt x="2481" y="0"/>
                      </a:moveTo>
                      <a:cubicBezTo>
                        <a:pt x="1417" y="1906"/>
                        <a:pt x="486" y="3547"/>
                        <a:pt x="176" y="5320"/>
                      </a:cubicBezTo>
                      <a:cubicBezTo>
                        <a:pt x="-179" y="7049"/>
                        <a:pt x="-2" y="8689"/>
                        <a:pt x="752" y="10063"/>
                      </a:cubicBezTo>
                      <a:cubicBezTo>
                        <a:pt x="1993" y="12235"/>
                        <a:pt x="4742" y="13299"/>
                        <a:pt x="8377" y="13033"/>
                      </a:cubicBezTo>
                      <a:cubicBezTo>
                        <a:pt x="10150" y="12900"/>
                        <a:pt x="12012" y="12235"/>
                        <a:pt x="14007" y="11393"/>
                      </a:cubicBezTo>
                      <a:cubicBezTo>
                        <a:pt x="16002" y="10507"/>
                        <a:pt x="18085" y="9354"/>
                        <a:pt x="19859" y="7669"/>
                      </a:cubicBezTo>
                      <a:cubicBezTo>
                        <a:pt x="21942" y="5763"/>
                        <a:pt x="23893" y="3813"/>
                        <a:pt x="25001" y="1640"/>
                      </a:cubicBezTo>
                      <a:cubicBezTo>
                        <a:pt x="23981" y="2660"/>
                        <a:pt x="22740" y="3502"/>
                        <a:pt x="21410" y="4123"/>
                      </a:cubicBezTo>
                      <a:cubicBezTo>
                        <a:pt x="17598" y="5674"/>
                        <a:pt x="13608" y="6162"/>
                        <a:pt x="10150" y="5320"/>
                      </a:cubicBezTo>
                      <a:cubicBezTo>
                        <a:pt x="6781" y="4477"/>
                        <a:pt x="4033" y="2660"/>
                        <a:pt x="2481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92" name="Forme libre : forme 25091">
                  <a:extLst>
                    <a:ext uri="{FF2B5EF4-FFF2-40B4-BE49-F238E27FC236}">
                      <a16:creationId xmlns:a16="http://schemas.microsoft.com/office/drawing/2014/main" id="{7A636E1B-EFCF-4DD5-BAAD-60DDDAB9588D}"/>
                    </a:ext>
                  </a:extLst>
                </p:cNvPr>
                <p:cNvSpPr/>
                <p:nvPr/>
              </p:nvSpPr>
              <p:spPr>
                <a:xfrm>
                  <a:off x="5256733" y="1418985"/>
                  <a:ext cx="27603" cy="25806"/>
                </a:xfrm>
                <a:custGeom>
                  <a:avLst/>
                  <a:gdLst>
                    <a:gd name="connsiteX0" fmla="*/ 25616 w 27603"/>
                    <a:gd name="connsiteY0" fmla="*/ 1334 h 25806"/>
                    <a:gd name="connsiteX1" fmla="*/ 27167 w 27603"/>
                    <a:gd name="connsiteY1" fmla="*/ 9313 h 25806"/>
                    <a:gd name="connsiteX2" fmla="*/ 24685 w 27603"/>
                    <a:gd name="connsiteY2" fmla="*/ 14677 h 25806"/>
                    <a:gd name="connsiteX3" fmla="*/ 20119 w 27603"/>
                    <a:gd name="connsiteY3" fmla="*/ 19953 h 25806"/>
                    <a:gd name="connsiteX4" fmla="*/ 14267 w 27603"/>
                    <a:gd name="connsiteY4" fmla="*/ 23898 h 25806"/>
                    <a:gd name="connsiteX5" fmla="*/ 8548 w 27603"/>
                    <a:gd name="connsiteY5" fmla="*/ 25672 h 25806"/>
                    <a:gd name="connsiteX6" fmla="*/ 3805 w 27603"/>
                    <a:gd name="connsiteY6" fmla="*/ 25273 h 25806"/>
                    <a:gd name="connsiteX7" fmla="*/ 790 w 27603"/>
                    <a:gd name="connsiteY7" fmla="*/ 22923 h 25806"/>
                    <a:gd name="connsiteX8" fmla="*/ 37 w 27603"/>
                    <a:gd name="connsiteY8" fmla="*/ 19243 h 25806"/>
                    <a:gd name="connsiteX9" fmla="*/ 1278 w 27603"/>
                    <a:gd name="connsiteY9" fmla="*/ 14988 h 25806"/>
                    <a:gd name="connsiteX10" fmla="*/ 4027 w 27603"/>
                    <a:gd name="connsiteY10" fmla="*/ 10555 h 25806"/>
                    <a:gd name="connsiteX11" fmla="*/ 8105 w 27603"/>
                    <a:gd name="connsiteY11" fmla="*/ 6255 h 25806"/>
                    <a:gd name="connsiteX12" fmla="*/ 12893 w 27603"/>
                    <a:gd name="connsiteY12" fmla="*/ 2797 h 25806"/>
                    <a:gd name="connsiteX13" fmla="*/ 17725 w 27603"/>
                    <a:gd name="connsiteY13" fmla="*/ 669 h 25806"/>
                    <a:gd name="connsiteX14" fmla="*/ 25616 w 27603"/>
                    <a:gd name="connsiteY14" fmla="*/ 1334 h 25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7603" h="25806">
                      <a:moveTo>
                        <a:pt x="25616" y="1334"/>
                      </a:moveTo>
                      <a:cubicBezTo>
                        <a:pt x="27522" y="2930"/>
                        <a:pt x="28098" y="5900"/>
                        <a:pt x="27167" y="9313"/>
                      </a:cubicBezTo>
                      <a:cubicBezTo>
                        <a:pt x="26680" y="10998"/>
                        <a:pt x="25837" y="12816"/>
                        <a:pt x="24685" y="14677"/>
                      </a:cubicBezTo>
                      <a:cubicBezTo>
                        <a:pt x="23577" y="16539"/>
                        <a:pt x="21981" y="18313"/>
                        <a:pt x="20119" y="19953"/>
                      </a:cubicBezTo>
                      <a:cubicBezTo>
                        <a:pt x="18257" y="21593"/>
                        <a:pt x="16351" y="23012"/>
                        <a:pt x="14267" y="23898"/>
                      </a:cubicBezTo>
                      <a:cubicBezTo>
                        <a:pt x="12272" y="24829"/>
                        <a:pt x="10322" y="25406"/>
                        <a:pt x="8548" y="25672"/>
                      </a:cubicBezTo>
                      <a:cubicBezTo>
                        <a:pt x="6819" y="25982"/>
                        <a:pt x="5091" y="25716"/>
                        <a:pt x="3805" y="25273"/>
                      </a:cubicBezTo>
                      <a:cubicBezTo>
                        <a:pt x="2475" y="24785"/>
                        <a:pt x="1455" y="23987"/>
                        <a:pt x="790" y="22923"/>
                      </a:cubicBezTo>
                      <a:cubicBezTo>
                        <a:pt x="125" y="21859"/>
                        <a:pt x="-96" y="20573"/>
                        <a:pt x="37" y="19243"/>
                      </a:cubicBezTo>
                      <a:cubicBezTo>
                        <a:pt x="125" y="17869"/>
                        <a:pt x="657" y="16584"/>
                        <a:pt x="1278" y="14988"/>
                      </a:cubicBezTo>
                      <a:cubicBezTo>
                        <a:pt x="1943" y="13481"/>
                        <a:pt x="2874" y="11973"/>
                        <a:pt x="4027" y="10555"/>
                      </a:cubicBezTo>
                      <a:cubicBezTo>
                        <a:pt x="5268" y="9180"/>
                        <a:pt x="6509" y="7629"/>
                        <a:pt x="8105" y="6255"/>
                      </a:cubicBezTo>
                      <a:cubicBezTo>
                        <a:pt x="9657" y="4880"/>
                        <a:pt x="11341" y="3816"/>
                        <a:pt x="12893" y="2797"/>
                      </a:cubicBezTo>
                      <a:cubicBezTo>
                        <a:pt x="14489" y="1821"/>
                        <a:pt x="16129" y="1112"/>
                        <a:pt x="17725" y="669"/>
                      </a:cubicBezTo>
                      <a:cubicBezTo>
                        <a:pt x="20828" y="-351"/>
                        <a:pt x="23665" y="-262"/>
                        <a:pt x="25616" y="133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93" name="Forme libre : forme 25092">
                  <a:extLst>
                    <a:ext uri="{FF2B5EF4-FFF2-40B4-BE49-F238E27FC236}">
                      <a16:creationId xmlns:a16="http://schemas.microsoft.com/office/drawing/2014/main" id="{BED9A324-0597-4F9B-B3D0-9AC0251DC8FE}"/>
                    </a:ext>
                  </a:extLst>
                </p:cNvPr>
                <p:cNvSpPr/>
                <p:nvPr/>
              </p:nvSpPr>
              <p:spPr>
                <a:xfrm>
                  <a:off x="5239403" y="1430647"/>
                  <a:ext cx="45674" cy="27456"/>
                </a:xfrm>
                <a:custGeom>
                  <a:avLst/>
                  <a:gdLst>
                    <a:gd name="connsiteX0" fmla="*/ 3757 w 45674"/>
                    <a:gd name="connsiteY0" fmla="*/ 17468 h 27456"/>
                    <a:gd name="connsiteX1" fmla="*/ 7969 w 45674"/>
                    <a:gd name="connsiteY1" fmla="*/ 25004 h 27456"/>
                    <a:gd name="connsiteX2" fmla="*/ 28981 w 45674"/>
                    <a:gd name="connsiteY2" fmla="*/ 24339 h 27456"/>
                    <a:gd name="connsiteX3" fmla="*/ 37892 w 45674"/>
                    <a:gd name="connsiteY3" fmla="*/ 18664 h 27456"/>
                    <a:gd name="connsiteX4" fmla="*/ 44231 w 45674"/>
                    <a:gd name="connsiteY4" fmla="*/ 10907 h 27456"/>
                    <a:gd name="connsiteX5" fmla="*/ 45650 w 45674"/>
                    <a:gd name="connsiteY5" fmla="*/ 4567 h 27456"/>
                    <a:gd name="connsiteX6" fmla="*/ 42857 w 45674"/>
                    <a:gd name="connsiteY6" fmla="*/ 755 h 27456"/>
                    <a:gd name="connsiteX7" fmla="*/ 35587 w 45674"/>
                    <a:gd name="connsiteY7" fmla="*/ 1952 h 27456"/>
                    <a:gd name="connsiteX8" fmla="*/ 26853 w 45674"/>
                    <a:gd name="connsiteY8" fmla="*/ 3459 h 27456"/>
                    <a:gd name="connsiteX9" fmla="*/ 18564 w 45674"/>
                    <a:gd name="connsiteY9" fmla="*/ 2794 h 27456"/>
                    <a:gd name="connsiteX10" fmla="*/ 9786 w 45674"/>
                    <a:gd name="connsiteY10" fmla="*/ 400 h 27456"/>
                    <a:gd name="connsiteX11" fmla="*/ 1496 w 45674"/>
                    <a:gd name="connsiteY11" fmla="*/ 1730 h 27456"/>
                    <a:gd name="connsiteX12" fmla="*/ 610 w 45674"/>
                    <a:gd name="connsiteY12" fmla="*/ 9621 h 27456"/>
                    <a:gd name="connsiteX13" fmla="*/ 3757 w 45674"/>
                    <a:gd name="connsiteY13" fmla="*/ 17468 h 27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674" h="27456">
                      <a:moveTo>
                        <a:pt x="3757" y="17468"/>
                      </a:moveTo>
                      <a:cubicBezTo>
                        <a:pt x="4688" y="20172"/>
                        <a:pt x="5619" y="23009"/>
                        <a:pt x="7969" y="25004"/>
                      </a:cubicBezTo>
                      <a:cubicBezTo>
                        <a:pt x="12357" y="28728"/>
                        <a:pt x="21356" y="27974"/>
                        <a:pt x="28981" y="24339"/>
                      </a:cubicBezTo>
                      <a:cubicBezTo>
                        <a:pt x="32218" y="22965"/>
                        <a:pt x="35099" y="20837"/>
                        <a:pt x="37892" y="18664"/>
                      </a:cubicBezTo>
                      <a:cubicBezTo>
                        <a:pt x="40596" y="16404"/>
                        <a:pt x="42635" y="13655"/>
                        <a:pt x="44231" y="10907"/>
                      </a:cubicBezTo>
                      <a:cubicBezTo>
                        <a:pt x="45384" y="8823"/>
                        <a:pt x="45783" y="6429"/>
                        <a:pt x="45650" y="4567"/>
                      </a:cubicBezTo>
                      <a:cubicBezTo>
                        <a:pt x="45473" y="2661"/>
                        <a:pt x="44586" y="1242"/>
                        <a:pt x="42857" y="755"/>
                      </a:cubicBezTo>
                      <a:cubicBezTo>
                        <a:pt x="40685" y="134"/>
                        <a:pt x="38158" y="1287"/>
                        <a:pt x="35587" y="1952"/>
                      </a:cubicBezTo>
                      <a:cubicBezTo>
                        <a:pt x="32572" y="2750"/>
                        <a:pt x="29691" y="3326"/>
                        <a:pt x="26853" y="3459"/>
                      </a:cubicBezTo>
                      <a:cubicBezTo>
                        <a:pt x="23928" y="3548"/>
                        <a:pt x="21135" y="3282"/>
                        <a:pt x="18564" y="2794"/>
                      </a:cubicBezTo>
                      <a:cubicBezTo>
                        <a:pt x="16391" y="2439"/>
                        <a:pt x="12889" y="976"/>
                        <a:pt x="9786" y="400"/>
                      </a:cubicBezTo>
                      <a:cubicBezTo>
                        <a:pt x="6683" y="-132"/>
                        <a:pt x="3580" y="-487"/>
                        <a:pt x="1496" y="1730"/>
                      </a:cubicBezTo>
                      <a:cubicBezTo>
                        <a:pt x="-366" y="3769"/>
                        <a:pt x="-277" y="6562"/>
                        <a:pt x="610" y="9621"/>
                      </a:cubicBezTo>
                      <a:cubicBezTo>
                        <a:pt x="1452" y="12591"/>
                        <a:pt x="3092" y="15561"/>
                        <a:pt x="3757" y="1746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94" name="Forme libre : forme 25093">
                  <a:extLst>
                    <a:ext uri="{FF2B5EF4-FFF2-40B4-BE49-F238E27FC236}">
                      <a16:creationId xmlns:a16="http://schemas.microsoft.com/office/drawing/2014/main" id="{1E392B54-ABF5-4EB1-B24E-F9CA2A0FB9C0}"/>
                    </a:ext>
                  </a:extLst>
                </p:cNvPr>
                <p:cNvSpPr/>
                <p:nvPr/>
              </p:nvSpPr>
              <p:spPr>
                <a:xfrm>
                  <a:off x="5245548" y="1426571"/>
                  <a:ext cx="8851" cy="12333"/>
                </a:xfrm>
                <a:custGeom>
                  <a:avLst/>
                  <a:gdLst>
                    <a:gd name="connsiteX0" fmla="*/ 51 w 8851"/>
                    <a:gd name="connsiteY0" fmla="*/ 9219 h 12333"/>
                    <a:gd name="connsiteX1" fmla="*/ 273 w 8851"/>
                    <a:gd name="connsiteY1" fmla="*/ 11303 h 12333"/>
                    <a:gd name="connsiteX2" fmla="*/ 2046 w 8851"/>
                    <a:gd name="connsiteY2" fmla="*/ 12323 h 12333"/>
                    <a:gd name="connsiteX3" fmla="*/ 4041 w 8851"/>
                    <a:gd name="connsiteY3" fmla="*/ 11303 h 12333"/>
                    <a:gd name="connsiteX4" fmla="*/ 7676 w 8851"/>
                    <a:gd name="connsiteY4" fmla="*/ 6959 h 12333"/>
                    <a:gd name="connsiteX5" fmla="*/ 8696 w 8851"/>
                    <a:gd name="connsiteY5" fmla="*/ 5008 h 12333"/>
                    <a:gd name="connsiteX6" fmla="*/ 7853 w 8851"/>
                    <a:gd name="connsiteY6" fmla="*/ 841 h 12333"/>
                    <a:gd name="connsiteX7" fmla="*/ 4218 w 8851"/>
                    <a:gd name="connsiteY7" fmla="*/ 797 h 12333"/>
                    <a:gd name="connsiteX8" fmla="*/ 1425 w 8851"/>
                    <a:gd name="connsiteY8" fmla="*/ 4698 h 12333"/>
                    <a:gd name="connsiteX9" fmla="*/ 51 w 8851"/>
                    <a:gd name="connsiteY9" fmla="*/ 9219 h 12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851" h="12333">
                      <a:moveTo>
                        <a:pt x="51" y="9219"/>
                      </a:moveTo>
                      <a:cubicBezTo>
                        <a:pt x="-38" y="9929"/>
                        <a:pt x="-38" y="10638"/>
                        <a:pt x="273" y="11303"/>
                      </a:cubicBezTo>
                      <a:cubicBezTo>
                        <a:pt x="583" y="11924"/>
                        <a:pt x="1248" y="12411"/>
                        <a:pt x="2046" y="12323"/>
                      </a:cubicBezTo>
                      <a:cubicBezTo>
                        <a:pt x="2800" y="12278"/>
                        <a:pt x="3465" y="11791"/>
                        <a:pt x="4041" y="11303"/>
                      </a:cubicBezTo>
                      <a:cubicBezTo>
                        <a:pt x="5459" y="9973"/>
                        <a:pt x="6656" y="8466"/>
                        <a:pt x="7676" y="6959"/>
                      </a:cubicBezTo>
                      <a:cubicBezTo>
                        <a:pt x="8119" y="6338"/>
                        <a:pt x="8474" y="5673"/>
                        <a:pt x="8696" y="5008"/>
                      </a:cubicBezTo>
                      <a:cubicBezTo>
                        <a:pt x="9094" y="3634"/>
                        <a:pt x="8696" y="1816"/>
                        <a:pt x="7853" y="841"/>
                      </a:cubicBezTo>
                      <a:cubicBezTo>
                        <a:pt x="7055" y="-134"/>
                        <a:pt x="5770" y="-400"/>
                        <a:pt x="4218" y="797"/>
                      </a:cubicBezTo>
                      <a:cubicBezTo>
                        <a:pt x="3021" y="1772"/>
                        <a:pt x="2090" y="3146"/>
                        <a:pt x="1425" y="4698"/>
                      </a:cubicBezTo>
                      <a:cubicBezTo>
                        <a:pt x="716" y="6249"/>
                        <a:pt x="184" y="7756"/>
                        <a:pt x="51" y="921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95" name="Forme libre : forme 25094">
                  <a:extLst>
                    <a:ext uri="{FF2B5EF4-FFF2-40B4-BE49-F238E27FC236}">
                      <a16:creationId xmlns:a16="http://schemas.microsoft.com/office/drawing/2014/main" id="{D5B25620-CA8C-47DC-8D43-F78635AE5F77}"/>
                    </a:ext>
                  </a:extLst>
                </p:cNvPr>
                <p:cNvSpPr/>
                <p:nvPr/>
              </p:nvSpPr>
              <p:spPr>
                <a:xfrm>
                  <a:off x="5290373" y="1412694"/>
                  <a:ext cx="5739" cy="28283"/>
                </a:xfrm>
                <a:custGeom>
                  <a:avLst/>
                  <a:gdLst>
                    <a:gd name="connsiteX0" fmla="*/ 44 w 5739"/>
                    <a:gd name="connsiteY0" fmla="*/ 0 h 28283"/>
                    <a:gd name="connsiteX1" fmla="*/ 4655 w 5739"/>
                    <a:gd name="connsiteY1" fmla="*/ 6251 h 28283"/>
                    <a:gd name="connsiteX2" fmla="*/ 5541 w 5739"/>
                    <a:gd name="connsiteY2" fmla="*/ 14984 h 28283"/>
                    <a:gd name="connsiteX3" fmla="*/ 0 w 5739"/>
                    <a:gd name="connsiteY3" fmla="*/ 28283 h 28283"/>
                    <a:gd name="connsiteX4" fmla="*/ 1463 w 5739"/>
                    <a:gd name="connsiteY4" fmla="*/ 25490 h 28283"/>
                    <a:gd name="connsiteX5" fmla="*/ 3768 w 5739"/>
                    <a:gd name="connsiteY5" fmla="*/ 18397 h 28283"/>
                    <a:gd name="connsiteX6" fmla="*/ 4034 w 5739"/>
                    <a:gd name="connsiteY6" fmla="*/ 9176 h 28283"/>
                    <a:gd name="connsiteX7" fmla="*/ 44 w 5739"/>
                    <a:gd name="connsiteY7" fmla="*/ 0 h 28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739" h="28283">
                      <a:moveTo>
                        <a:pt x="44" y="0"/>
                      </a:moveTo>
                      <a:cubicBezTo>
                        <a:pt x="44" y="0"/>
                        <a:pt x="2970" y="1862"/>
                        <a:pt x="4655" y="6251"/>
                      </a:cubicBezTo>
                      <a:cubicBezTo>
                        <a:pt x="5453" y="8467"/>
                        <a:pt x="6073" y="11349"/>
                        <a:pt x="5541" y="14984"/>
                      </a:cubicBezTo>
                      <a:cubicBezTo>
                        <a:pt x="4965" y="18619"/>
                        <a:pt x="3591" y="23141"/>
                        <a:pt x="0" y="28283"/>
                      </a:cubicBezTo>
                      <a:cubicBezTo>
                        <a:pt x="0" y="28283"/>
                        <a:pt x="621" y="27264"/>
                        <a:pt x="1463" y="25490"/>
                      </a:cubicBezTo>
                      <a:cubicBezTo>
                        <a:pt x="2350" y="23761"/>
                        <a:pt x="3236" y="21279"/>
                        <a:pt x="3768" y="18397"/>
                      </a:cubicBezTo>
                      <a:cubicBezTo>
                        <a:pt x="4300" y="15560"/>
                        <a:pt x="4655" y="12413"/>
                        <a:pt x="4034" y="9176"/>
                      </a:cubicBezTo>
                      <a:cubicBezTo>
                        <a:pt x="3458" y="6029"/>
                        <a:pt x="2261" y="2881"/>
                        <a:pt x="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96" name="Forme libre : forme 25095">
                  <a:extLst>
                    <a:ext uri="{FF2B5EF4-FFF2-40B4-BE49-F238E27FC236}">
                      <a16:creationId xmlns:a16="http://schemas.microsoft.com/office/drawing/2014/main" id="{464A843B-4E59-47E1-97EC-5F26B7BB577C}"/>
                    </a:ext>
                  </a:extLst>
                </p:cNvPr>
                <p:cNvSpPr/>
                <p:nvPr/>
              </p:nvSpPr>
              <p:spPr>
                <a:xfrm>
                  <a:off x="5232209" y="1420452"/>
                  <a:ext cx="10685" cy="23185"/>
                </a:xfrm>
                <a:custGeom>
                  <a:avLst/>
                  <a:gdLst>
                    <a:gd name="connsiteX0" fmla="*/ 10685 w 10685"/>
                    <a:gd name="connsiteY0" fmla="*/ 0 h 23185"/>
                    <a:gd name="connsiteX1" fmla="*/ 8868 w 10685"/>
                    <a:gd name="connsiteY1" fmla="*/ 1463 h 23185"/>
                    <a:gd name="connsiteX2" fmla="*/ 4923 w 10685"/>
                    <a:gd name="connsiteY2" fmla="*/ 5541 h 23185"/>
                    <a:gd name="connsiteX3" fmla="*/ 1110 w 10685"/>
                    <a:gd name="connsiteY3" fmla="*/ 12501 h 23185"/>
                    <a:gd name="connsiteX4" fmla="*/ 268 w 10685"/>
                    <a:gd name="connsiteY4" fmla="*/ 23185 h 23185"/>
                    <a:gd name="connsiteX5" fmla="*/ 445 w 10685"/>
                    <a:gd name="connsiteY5" fmla="*/ 20702 h 23185"/>
                    <a:gd name="connsiteX6" fmla="*/ 1686 w 10685"/>
                    <a:gd name="connsiteY6" fmla="*/ 14585 h 23185"/>
                    <a:gd name="connsiteX7" fmla="*/ 4878 w 10685"/>
                    <a:gd name="connsiteY7" fmla="*/ 7182 h 23185"/>
                    <a:gd name="connsiteX8" fmla="*/ 7361 w 10685"/>
                    <a:gd name="connsiteY8" fmla="*/ 3413 h 23185"/>
                    <a:gd name="connsiteX9" fmla="*/ 10685 w 10685"/>
                    <a:gd name="connsiteY9" fmla="*/ 0 h 2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685" h="23185">
                      <a:moveTo>
                        <a:pt x="10685" y="0"/>
                      </a:moveTo>
                      <a:cubicBezTo>
                        <a:pt x="10685" y="0"/>
                        <a:pt x="9932" y="532"/>
                        <a:pt x="8868" y="1463"/>
                      </a:cubicBezTo>
                      <a:cubicBezTo>
                        <a:pt x="7715" y="2305"/>
                        <a:pt x="6252" y="3635"/>
                        <a:pt x="4923" y="5541"/>
                      </a:cubicBezTo>
                      <a:cubicBezTo>
                        <a:pt x="3548" y="7403"/>
                        <a:pt x="2041" y="9531"/>
                        <a:pt x="1110" y="12501"/>
                      </a:cubicBezTo>
                      <a:cubicBezTo>
                        <a:pt x="179" y="15516"/>
                        <a:pt x="-353" y="18974"/>
                        <a:pt x="268" y="23185"/>
                      </a:cubicBezTo>
                      <a:cubicBezTo>
                        <a:pt x="268" y="23185"/>
                        <a:pt x="268" y="22210"/>
                        <a:pt x="445" y="20702"/>
                      </a:cubicBezTo>
                      <a:cubicBezTo>
                        <a:pt x="667" y="19195"/>
                        <a:pt x="1021" y="17023"/>
                        <a:pt x="1686" y="14585"/>
                      </a:cubicBezTo>
                      <a:cubicBezTo>
                        <a:pt x="2351" y="12191"/>
                        <a:pt x="3371" y="9575"/>
                        <a:pt x="4878" y="7182"/>
                      </a:cubicBezTo>
                      <a:cubicBezTo>
                        <a:pt x="5587" y="5852"/>
                        <a:pt x="6385" y="4610"/>
                        <a:pt x="7361" y="3413"/>
                      </a:cubicBezTo>
                      <a:cubicBezTo>
                        <a:pt x="8292" y="2305"/>
                        <a:pt x="9444" y="1197"/>
                        <a:pt x="1068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97" name="Forme libre : forme 25096">
                  <a:extLst>
                    <a:ext uri="{FF2B5EF4-FFF2-40B4-BE49-F238E27FC236}">
                      <a16:creationId xmlns:a16="http://schemas.microsoft.com/office/drawing/2014/main" id="{0FDAF487-6014-47C4-8B5C-954E6DFC9E43}"/>
                    </a:ext>
                  </a:extLst>
                </p:cNvPr>
                <p:cNvSpPr/>
                <p:nvPr/>
              </p:nvSpPr>
              <p:spPr>
                <a:xfrm>
                  <a:off x="5262688" y="1422576"/>
                  <a:ext cx="10738" cy="7843"/>
                </a:xfrm>
                <a:custGeom>
                  <a:avLst/>
                  <a:gdLst>
                    <a:gd name="connsiteX0" fmla="*/ 10617 w 10738"/>
                    <a:gd name="connsiteY0" fmla="*/ 1112 h 7843"/>
                    <a:gd name="connsiteX1" fmla="*/ 6317 w 10738"/>
                    <a:gd name="connsiteY1" fmla="*/ 6831 h 7843"/>
                    <a:gd name="connsiteX2" fmla="*/ 66 w 10738"/>
                    <a:gd name="connsiteY2" fmla="*/ 6476 h 7843"/>
                    <a:gd name="connsiteX3" fmla="*/ 4366 w 10738"/>
                    <a:gd name="connsiteY3" fmla="*/ 1156 h 7843"/>
                    <a:gd name="connsiteX4" fmla="*/ 8312 w 10738"/>
                    <a:gd name="connsiteY4" fmla="*/ 4 h 7843"/>
                    <a:gd name="connsiteX5" fmla="*/ 10617 w 10738"/>
                    <a:gd name="connsiteY5" fmla="*/ 1112 h 7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738" h="7843">
                      <a:moveTo>
                        <a:pt x="10617" y="1112"/>
                      </a:moveTo>
                      <a:cubicBezTo>
                        <a:pt x="11238" y="2664"/>
                        <a:pt x="9420" y="5412"/>
                        <a:pt x="6317" y="6831"/>
                      </a:cubicBezTo>
                      <a:cubicBezTo>
                        <a:pt x="3302" y="8338"/>
                        <a:pt x="554" y="8116"/>
                        <a:pt x="66" y="6476"/>
                      </a:cubicBezTo>
                      <a:cubicBezTo>
                        <a:pt x="-377" y="4836"/>
                        <a:pt x="1441" y="2531"/>
                        <a:pt x="4366" y="1156"/>
                      </a:cubicBezTo>
                      <a:cubicBezTo>
                        <a:pt x="5829" y="491"/>
                        <a:pt x="7159" y="4"/>
                        <a:pt x="8312" y="4"/>
                      </a:cubicBezTo>
                      <a:cubicBezTo>
                        <a:pt x="9420" y="-41"/>
                        <a:pt x="10307" y="314"/>
                        <a:pt x="10617" y="111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98" name="Forme libre : forme 25097">
                  <a:extLst>
                    <a:ext uri="{FF2B5EF4-FFF2-40B4-BE49-F238E27FC236}">
                      <a16:creationId xmlns:a16="http://schemas.microsoft.com/office/drawing/2014/main" id="{BC9EAC83-27DE-495A-BC12-3DF9B57C9C0D}"/>
                    </a:ext>
                  </a:extLst>
                </p:cNvPr>
                <p:cNvSpPr/>
                <p:nvPr/>
              </p:nvSpPr>
              <p:spPr>
                <a:xfrm>
                  <a:off x="5271289" y="1421631"/>
                  <a:ext cx="2982" cy="2987"/>
                </a:xfrm>
                <a:custGeom>
                  <a:avLst/>
                  <a:gdLst>
                    <a:gd name="connsiteX0" fmla="*/ 2637 w 2982"/>
                    <a:gd name="connsiteY0" fmla="*/ 328 h 2987"/>
                    <a:gd name="connsiteX1" fmla="*/ 2415 w 2982"/>
                    <a:gd name="connsiteY1" fmla="*/ 2412 h 2987"/>
                    <a:gd name="connsiteX2" fmla="*/ 332 w 2982"/>
                    <a:gd name="connsiteY2" fmla="*/ 2678 h 2987"/>
                    <a:gd name="connsiteX3" fmla="*/ 553 w 2982"/>
                    <a:gd name="connsiteY3" fmla="*/ 594 h 2987"/>
                    <a:gd name="connsiteX4" fmla="*/ 2637 w 2982"/>
                    <a:gd name="connsiteY4" fmla="*/ 328 h 2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82" h="2987">
                      <a:moveTo>
                        <a:pt x="2637" y="328"/>
                      </a:moveTo>
                      <a:cubicBezTo>
                        <a:pt x="3169" y="816"/>
                        <a:pt x="3080" y="1747"/>
                        <a:pt x="2415" y="2412"/>
                      </a:cubicBezTo>
                      <a:cubicBezTo>
                        <a:pt x="1794" y="3077"/>
                        <a:pt x="863" y="3165"/>
                        <a:pt x="332" y="2678"/>
                      </a:cubicBezTo>
                      <a:cubicBezTo>
                        <a:pt x="-200" y="2190"/>
                        <a:pt x="-67" y="1215"/>
                        <a:pt x="553" y="594"/>
                      </a:cubicBezTo>
                      <a:cubicBezTo>
                        <a:pt x="1174" y="-71"/>
                        <a:pt x="2105" y="-204"/>
                        <a:pt x="2637" y="3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99" name="Forme libre : forme 25098">
                  <a:extLst>
                    <a:ext uri="{FF2B5EF4-FFF2-40B4-BE49-F238E27FC236}">
                      <a16:creationId xmlns:a16="http://schemas.microsoft.com/office/drawing/2014/main" id="{979E7722-6884-442A-8188-DBFCF6BDCBA3}"/>
                    </a:ext>
                  </a:extLst>
                </p:cNvPr>
                <p:cNvSpPr/>
                <p:nvPr/>
              </p:nvSpPr>
              <p:spPr>
                <a:xfrm>
                  <a:off x="5254040" y="1406529"/>
                  <a:ext cx="31893" cy="13331"/>
                </a:xfrm>
                <a:custGeom>
                  <a:avLst/>
                  <a:gdLst>
                    <a:gd name="connsiteX0" fmla="*/ 19930 w 31893"/>
                    <a:gd name="connsiteY0" fmla="*/ 313 h 13331"/>
                    <a:gd name="connsiteX1" fmla="*/ 30259 w 31893"/>
                    <a:gd name="connsiteY1" fmla="*/ 5500 h 13331"/>
                    <a:gd name="connsiteX2" fmla="*/ 31545 w 31893"/>
                    <a:gd name="connsiteY2" fmla="*/ 9534 h 13331"/>
                    <a:gd name="connsiteX3" fmla="*/ 27466 w 31893"/>
                    <a:gd name="connsiteY3" fmla="*/ 10908 h 13331"/>
                    <a:gd name="connsiteX4" fmla="*/ 14921 w 31893"/>
                    <a:gd name="connsiteY4" fmla="*/ 9224 h 13331"/>
                    <a:gd name="connsiteX5" fmla="*/ 11507 w 31893"/>
                    <a:gd name="connsiteY5" fmla="*/ 10598 h 13331"/>
                    <a:gd name="connsiteX6" fmla="*/ 6586 w 31893"/>
                    <a:gd name="connsiteY6" fmla="*/ 12549 h 13331"/>
                    <a:gd name="connsiteX7" fmla="*/ 25 w 31893"/>
                    <a:gd name="connsiteY7" fmla="*/ 11662 h 13331"/>
                    <a:gd name="connsiteX8" fmla="*/ 3971 w 31893"/>
                    <a:gd name="connsiteY8" fmla="*/ 5367 h 13331"/>
                    <a:gd name="connsiteX9" fmla="*/ 10709 w 31893"/>
                    <a:gd name="connsiteY9" fmla="*/ 1023 h 13331"/>
                    <a:gd name="connsiteX10" fmla="*/ 19930 w 31893"/>
                    <a:gd name="connsiteY10" fmla="*/ 313 h 13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893" h="13331">
                      <a:moveTo>
                        <a:pt x="19930" y="313"/>
                      </a:moveTo>
                      <a:cubicBezTo>
                        <a:pt x="23831" y="1023"/>
                        <a:pt x="27289" y="3062"/>
                        <a:pt x="30259" y="5500"/>
                      </a:cubicBezTo>
                      <a:cubicBezTo>
                        <a:pt x="31367" y="6387"/>
                        <a:pt x="32476" y="7938"/>
                        <a:pt x="31545" y="9534"/>
                      </a:cubicBezTo>
                      <a:cubicBezTo>
                        <a:pt x="30747" y="10997"/>
                        <a:pt x="28840" y="11130"/>
                        <a:pt x="27466" y="10908"/>
                      </a:cubicBezTo>
                      <a:cubicBezTo>
                        <a:pt x="23210" y="10199"/>
                        <a:pt x="19354" y="8426"/>
                        <a:pt x="14921" y="9224"/>
                      </a:cubicBezTo>
                      <a:cubicBezTo>
                        <a:pt x="14211" y="9357"/>
                        <a:pt x="12970" y="9889"/>
                        <a:pt x="11507" y="10598"/>
                      </a:cubicBezTo>
                      <a:cubicBezTo>
                        <a:pt x="10044" y="11307"/>
                        <a:pt x="8315" y="12061"/>
                        <a:pt x="6586" y="12549"/>
                      </a:cubicBezTo>
                      <a:cubicBezTo>
                        <a:pt x="3217" y="13613"/>
                        <a:pt x="247" y="13834"/>
                        <a:pt x="25" y="11662"/>
                      </a:cubicBezTo>
                      <a:cubicBezTo>
                        <a:pt x="-241" y="9401"/>
                        <a:pt x="1621" y="7229"/>
                        <a:pt x="3971" y="5367"/>
                      </a:cubicBezTo>
                      <a:cubicBezTo>
                        <a:pt x="6232" y="3283"/>
                        <a:pt x="9158" y="1776"/>
                        <a:pt x="10709" y="1023"/>
                      </a:cubicBezTo>
                      <a:cubicBezTo>
                        <a:pt x="13635" y="-130"/>
                        <a:pt x="17004" y="-219"/>
                        <a:pt x="19930" y="31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23" name="Graphique 2">
                <a:extLst>
                  <a:ext uri="{FF2B5EF4-FFF2-40B4-BE49-F238E27FC236}">
                    <a16:creationId xmlns:a16="http://schemas.microsoft.com/office/drawing/2014/main" id="{01FB1390-895A-42DB-B890-46EA6365CAD6}"/>
                  </a:ext>
                </a:extLst>
              </p:cNvPr>
              <p:cNvGrpSpPr/>
              <p:nvPr/>
            </p:nvGrpSpPr>
            <p:grpSpPr>
              <a:xfrm>
                <a:off x="5275997" y="1342718"/>
                <a:ext cx="61143" cy="71798"/>
                <a:chOff x="5275997" y="1342718"/>
                <a:chExt cx="61143" cy="71798"/>
              </a:xfrm>
              <a:solidFill>
                <a:schemeClr val="accent1"/>
              </a:solidFill>
            </p:grpSpPr>
            <p:sp>
              <p:nvSpPr>
                <p:cNvPr id="25076" name="Forme libre : forme 25075">
                  <a:extLst>
                    <a:ext uri="{FF2B5EF4-FFF2-40B4-BE49-F238E27FC236}">
                      <a16:creationId xmlns:a16="http://schemas.microsoft.com/office/drawing/2014/main" id="{D9D9B521-4B78-4AEB-AB1F-F53E658EB614}"/>
                    </a:ext>
                  </a:extLst>
                </p:cNvPr>
                <p:cNvSpPr/>
                <p:nvPr/>
              </p:nvSpPr>
              <p:spPr>
                <a:xfrm>
                  <a:off x="5275997" y="1342718"/>
                  <a:ext cx="61143" cy="71798"/>
                </a:xfrm>
                <a:custGeom>
                  <a:avLst/>
                  <a:gdLst>
                    <a:gd name="connsiteX0" fmla="*/ 57510 w 61143"/>
                    <a:gd name="connsiteY0" fmla="*/ 36684 h 71798"/>
                    <a:gd name="connsiteX1" fmla="*/ 44299 w 61143"/>
                    <a:gd name="connsiteY1" fmla="*/ 59248 h 71798"/>
                    <a:gd name="connsiteX2" fmla="*/ 38403 w 61143"/>
                    <a:gd name="connsiteY2" fmla="*/ 66297 h 71798"/>
                    <a:gd name="connsiteX3" fmla="*/ 31222 w 61143"/>
                    <a:gd name="connsiteY3" fmla="*/ 70641 h 71798"/>
                    <a:gd name="connsiteX4" fmla="*/ 17302 w 61143"/>
                    <a:gd name="connsiteY4" fmla="*/ 69356 h 71798"/>
                    <a:gd name="connsiteX5" fmla="*/ 6618 w 61143"/>
                    <a:gd name="connsiteY5" fmla="*/ 61687 h 71798"/>
                    <a:gd name="connsiteX6" fmla="*/ 101 w 61143"/>
                    <a:gd name="connsiteY6" fmla="*/ 49673 h 71798"/>
                    <a:gd name="connsiteX7" fmla="*/ 589 w 61143"/>
                    <a:gd name="connsiteY7" fmla="*/ 42225 h 71798"/>
                    <a:gd name="connsiteX8" fmla="*/ 3781 w 61143"/>
                    <a:gd name="connsiteY8" fmla="*/ 34689 h 71798"/>
                    <a:gd name="connsiteX9" fmla="*/ 17213 w 61143"/>
                    <a:gd name="connsiteY9" fmla="*/ 12479 h 71798"/>
                    <a:gd name="connsiteX10" fmla="*/ 30291 w 61143"/>
                    <a:gd name="connsiteY10" fmla="*/ 1219 h 71798"/>
                    <a:gd name="connsiteX11" fmla="*/ 44033 w 61143"/>
                    <a:gd name="connsiteY11" fmla="*/ 2283 h 71798"/>
                    <a:gd name="connsiteX12" fmla="*/ 54584 w 61143"/>
                    <a:gd name="connsiteY12" fmla="*/ 9642 h 71798"/>
                    <a:gd name="connsiteX13" fmla="*/ 61012 w 61143"/>
                    <a:gd name="connsiteY13" fmla="*/ 21478 h 71798"/>
                    <a:gd name="connsiteX14" fmla="*/ 57510 w 61143"/>
                    <a:gd name="connsiteY14" fmla="*/ 36684 h 71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1143" h="71798">
                      <a:moveTo>
                        <a:pt x="57510" y="36684"/>
                      </a:moveTo>
                      <a:lnTo>
                        <a:pt x="44299" y="59248"/>
                      </a:lnTo>
                      <a:cubicBezTo>
                        <a:pt x="42659" y="61997"/>
                        <a:pt x="40708" y="64346"/>
                        <a:pt x="38403" y="66297"/>
                      </a:cubicBezTo>
                      <a:cubicBezTo>
                        <a:pt x="36098" y="68248"/>
                        <a:pt x="33749" y="69710"/>
                        <a:pt x="31222" y="70641"/>
                      </a:cubicBezTo>
                      <a:cubicBezTo>
                        <a:pt x="26168" y="72503"/>
                        <a:pt x="21159" y="72149"/>
                        <a:pt x="17302" y="69356"/>
                      </a:cubicBezTo>
                      <a:lnTo>
                        <a:pt x="6618" y="61687"/>
                      </a:lnTo>
                      <a:cubicBezTo>
                        <a:pt x="2761" y="58894"/>
                        <a:pt x="589" y="54416"/>
                        <a:pt x="101" y="49673"/>
                      </a:cubicBezTo>
                      <a:cubicBezTo>
                        <a:pt x="-120" y="47323"/>
                        <a:pt x="13" y="44708"/>
                        <a:pt x="589" y="42225"/>
                      </a:cubicBezTo>
                      <a:cubicBezTo>
                        <a:pt x="1210" y="39743"/>
                        <a:pt x="2229" y="37127"/>
                        <a:pt x="3781" y="34689"/>
                      </a:cubicBezTo>
                      <a:lnTo>
                        <a:pt x="17213" y="12479"/>
                      </a:lnTo>
                      <a:cubicBezTo>
                        <a:pt x="20538" y="7115"/>
                        <a:pt x="25326" y="3081"/>
                        <a:pt x="30291" y="1219"/>
                      </a:cubicBezTo>
                      <a:cubicBezTo>
                        <a:pt x="35167" y="-687"/>
                        <a:pt x="40221" y="-377"/>
                        <a:pt x="44033" y="2283"/>
                      </a:cubicBezTo>
                      <a:lnTo>
                        <a:pt x="54584" y="9642"/>
                      </a:lnTo>
                      <a:cubicBezTo>
                        <a:pt x="58397" y="12302"/>
                        <a:pt x="60480" y="16602"/>
                        <a:pt x="61012" y="21478"/>
                      </a:cubicBezTo>
                      <a:cubicBezTo>
                        <a:pt x="61544" y="26266"/>
                        <a:pt x="60480" y="31675"/>
                        <a:pt x="57510" y="3668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77" name="Forme libre : forme 25076">
                  <a:extLst>
                    <a:ext uri="{FF2B5EF4-FFF2-40B4-BE49-F238E27FC236}">
                      <a16:creationId xmlns:a16="http://schemas.microsoft.com/office/drawing/2014/main" id="{365A11A3-8977-4103-8AD6-564BA5833A09}"/>
                    </a:ext>
                  </a:extLst>
                </p:cNvPr>
                <p:cNvSpPr/>
                <p:nvPr/>
              </p:nvSpPr>
              <p:spPr>
                <a:xfrm>
                  <a:off x="5288644" y="1352050"/>
                  <a:ext cx="48478" cy="62422"/>
                </a:xfrm>
                <a:custGeom>
                  <a:avLst/>
                  <a:gdLst>
                    <a:gd name="connsiteX0" fmla="*/ 20747 w 48478"/>
                    <a:gd name="connsiteY0" fmla="*/ 37814 h 62422"/>
                    <a:gd name="connsiteX1" fmla="*/ 12368 w 48478"/>
                    <a:gd name="connsiteY1" fmla="*/ 50715 h 62422"/>
                    <a:gd name="connsiteX2" fmla="*/ 0 w 48478"/>
                    <a:gd name="connsiteY2" fmla="*/ 56655 h 62422"/>
                    <a:gd name="connsiteX3" fmla="*/ 4610 w 48478"/>
                    <a:gd name="connsiteY3" fmla="*/ 59980 h 62422"/>
                    <a:gd name="connsiteX4" fmla="*/ 18530 w 48478"/>
                    <a:gd name="connsiteY4" fmla="*/ 61265 h 62422"/>
                    <a:gd name="connsiteX5" fmla="*/ 25712 w 48478"/>
                    <a:gd name="connsiteY5" fmla="*/ 56921 h 62422"/>
                    <a:gd name="connsiteX6" fmla="*/ 31608 w 48478"/>
                    <a:gd name="connsiteY6" fmla="*/ 49872 h 62422"/>
                    <a:gd name="connsiteX7" fmla="*/ 44819 w 48478"/>
                    <a:gd name="connsiteY7" fmla="*/ 27308 h 62422"/>
                    <a:gd name="connsiteX8" fmla="*/ 48365 w 48478"/>
                    <a:gd name="connsiteY8" fmla="*/ 12058 h 62422"/>
                    <a:gd name="connsiteX9" fmla="*/ 41937 w 48478"/>
                    <a:gd name="connsiteY9" fmla="*/ 222 h 62422"/>
                    <a:gd name="connsiteX10" fmla="*/ 41582 w 48478"/>
                    <a:gd name="connsiteY10" fmla="*/ 0 h 62422"/>
                    <a:gd name="connsiteX11" fmla="*/ 20747 w 48478"/>
                    <a:gd name="connsiteY11" fmla="*/ 37814 h 62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478" h="62422">
                      <a:moveTo>
                        <a:pt x="20747" y="37814"/>
                      </a:moveTo>
                      <a:cubicBezTo>
                        <a:pt x="18974" y="42824"/>
                        <a:pt x="16048" y="47390"/>
                        <a:pt x="12368" y="50715"/>
                      </a:cubicBezTo>
                      <a:cubicBezTo>
                        <a:pt x="8777" y="54128"/>
                        <a:pt x="4300" y="56212"/>
                        <a:pt x="0" y="56655"/>
                      </a:cubicBezTo>
                      <a:lnTo>
                        <a:pt x="4610" y="59980"/>
                      </a:lnTo>
                      <a:cubicBezTo>
                        <a:pt x="8467" y="62773"/>
                        <a:pt x="13477" y="63127"/>
                        <a:pt x="18530" y="61265"/>
                      </a:cubicBezTo>
                      <a:cubicBezTo>
                        <a:pt x="21102" y="60335"/>
                        <a:pt x="23451" y="58872"/>
                        <a:pt x="25712" y="56921"/>
                      </a:cubicBezTo>
                      <a:cubicBezTo>
                        <a:pt x="28017" y="54971"/>
                        <a:pt x="29968" y="52621"/>
                        <a:pt x="31608" y="49872"/>
                      </a:cubicBezTo>
                      <a:lnTo>
                        <a:pt x="44819" y="27308"/>
                      </a:lnTo>
                      <a:cubicBezTo>
                        <a:pt x="47789" y="22254"/>
                        <a:pt x="48853" y="16846"/>
                        <a:pt x="48365" y="12058"/>
                      </a:cubicBezTo>
                      <a:cubicBezTo>
                        <a:pt x="47789" y="7182"/>
                        <a:pt x="45750" y="2882"/>
                        <a:pt x="41937" y="222"/>
                      </a:cubicBezTo>
                      <a:lnTo>
                        <a:pt x="41582" y="0"/>
                      </a:lnTo>
                      <a:cubicBezTo>
                        <a:pt x="34135" y="12368"/>
                        <a:pt x="25668" y="23673"/>
                        <a:pt x="20747" y="3781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78" name="Forme libre : forme 25077">
                  <a:extLst>
                    <a:ext uri="{FF2B5EF4-FFF2-40B4-BE49-F238E27FC236}">
                      <a16:creationId xmlns:a16="http://schemas.microsoft.com/office/drawing/2014/main" id="{DB0CCAC9-9A02-4E44-B73B-8E803B7D2D55}"/>
                    </a:ext>
                  </a:extLst>
                </p:cNvPr>
                <p:cNvSpPr/>
                <p:nvPr/>
              </p:nvSpPr>
              <p:spPr>
                <a:xfrm>
                  <a:off x="5298819" y="1360528"/>
                  <a:ext cx="22350" cy="29027"/>
                </a:xfrm>
                <a:custGeom>
                  <a:avLst/>
                  <a:gdLst>
                    <a:gd name="connsiteX0" fmla="*/ 19438 w 22350"/>
                    <a:gd name="connsiteY0" fmla="*/ 787 h 29027"/>
                    <a:gd name="connsiteX1" fmla="*/ 18862 w 22350"/>
                    <a:gd name="connsiteY1" fmla="*/ 19007 h 29027"/>
                    <a:gd name="connsiteX2" fmla="*/ 3036 w 22350"/>
                    <a:gd name="connsiteY2" fmla="*/ 28272 h 29027"/>
                    <a:gd name="connsiteX3" fmla="*/ 3524 w 22350"/>
                    <a:gd name="connsiteY3" fmla="*/ 9963 h 29027"/>
                    <a:gd name="connsiteX4" fmla="*/ 19438 w 22350"/>
                    <a:gd name="connsiteY4" fmla="*/ 787 h 29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50" h="29027">
                      <a:moveTo>
                        <a:pt x="19438" y="787"/>
                      </a:moveTo>
                      <a:cubicBezTo>
                        <a:pt x="23561" y="3402"/>
                        <a:pt x="23251" y="11426"/>
                        <a:pt x="18862" y="19007"/>
                      </a:cubicBezTo>
                      <a:cubicBezTo>
                        <a:pt x="14429" y="26632"/>
                        <a:pt x="7247" y="30843"/>
                        <a:pt x="3036" y="28272"/>
                      </a:cubicBezTo>
                      <a:cubicBezTo>
                        <a:pt x="-1176" y="25701"/>
                        <a:pt x="-998" y="17588"/>
                        <a:pt x="3524" y="9963"/>
                      </a:cubicBezTo>
                      <a:cubicBezTo>
                        <a:pt x="8045" y="2294"/>
                        <a:pt x="15316" y="-1829"/>
                        <a:pt x="19438" y="787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79" name="Forme libre : forme 25078">
                  <a:extLst>
                    <a:ext uri="{FF2B5EF4-FFF2-40B4-BE49-F238E27FC236}">
                      <a16:creationId xmlns:a16="http://schemas.microsoft.com/office/drawing/2014/main" id="{51CEDF72-0589-4813-817C-277C5A2AC92C}"/>
                    </a:ext>
                  </a:extLst>
                </p:cNvPr>
                <p:cNvSpPr/>
                <p:nvPr/>
              </p:nvSpPr>
              <p:spPr>
                <a:xfrm>
                  <a:off x="5298829" y="1372929"/>
                  <a:ext cx="21644" cy="16643"/>
                </a:xfrm>
                <a:custGeom>
                  <a:avLst/>
                  <a:gdLst>
                    <a:gd name="connsiteX0" fmla="*/ 277 w 21644"/>
                    <a:gd name="connsiteY0" fmla="*/ 6029 h 16643"/>
                    <a:gd name="connsiteX1" fmla="*/ 3025 w 21644"/>
                    <a:gd name="connsiteY1" fmla="*/ 15870 h 16643"/>
                    <a:gd name="connsiteX2" fmla="*/ 18851 w 21644"/>
                    <a:gd name="connsiteY2" fmla="*/ 6605 h 16643"/>
                    <a:gd name="connsiteX3" fmla="*/ 21644 w 21644"/>
                    <a:gd name="connsiteY3" fmla="*/ 0 h 16643"/>
                    <a:gd name="connsiteX4" fmla="*/ 19117 w 21644"/>
                    <a:gd name="connsiteY4" fmla="*/ 3059 h 16643"/>
                    <a:gd name="connsiteX5" fmla="*/ 277 w 21644"/>
                    <a:gd name="connsiteY5" fmla="*/ 6029 h 16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644" h="16643">
                      <a:moveTo>
                        <a:pt x="277" y="6029"/>
                      </a:moveTo>
                      <a:cubicBezTo>
                        <a:pt x="-521" y="10462"/>
                        <a:pt x="410" y="14275"/>
                        <a:pt x="3025" y="15870"/>
                      </a:cubicBezTo>
                      <a:cubicBezTo>
                        <a:pt x="7281" y="18486"/>
                        <a:pt x="14418" y="14230"/>
                        <a:pt x="18851" y="6605"/>
                      </a:cubicBezTo>
                      <a:cubicBezTo>
                        <a:pt x="20137" y="4344"/>
                        <a:pt x="21068" y="2128"/>
                        <a:pt x="21644" y="0"/>
                      </a:cubicBezTo>
                      <a:cubicBezTo>
                        <a:pt x="20935" y="1108"/>
                        <a:pt x="20093" y="2172"/>
                        <a:pt x="19117" y="3059"/>
                      </a:cubicBezTo>
                      <a:cubicBezTo>
                        <a:pt x="13221" y="7758"/>
                        <a:pt x="5153" y="9575"/>
                        <a:pt x="277" y="6029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80" name="Forme libre : forme 25079">
                  <a:extLst>
                    <a:ext uri="{FF2B5EF4-FFF2-40B4-BE49-F238E27FC236}">
                      <a16:creationId xmlns:a16="http://schemas.microsoft.com/office/drawing/2014/main" id="{F3784F9B-BEF6-40F1-8D2B-ADDDFA401EB0}"/>
                    </a:ext>
                  </a:extLst>
                </p:cNvPr>
                <p:cNvSpPr/>
                <p:nvPr/>
              </p:nvSpPr>
              <p:spPr>
                <a:xfrm>
                  <a:off x="5301328" y="1360191"/>
                  <a:ext cx="22367" cy="29005"/>
                </a:xfrm>
                <a:custGeom>
                  <a:avLst/>
                  <a:gdLst>
                    <a:gd name="connsiteX0" fmla="*/ 19456 w 22367"/>
                    <a:gd name="connsiteY0" fmla="*/ 814 h 29005"/>
                    <a:gd name="connsiteX1" fmla="*/ 18879 w 22367"/>
                    <a:gd name="connsiteY1" fmla="*/ 18989 h 29005"/>
                    <a:gd name="connsiteX2" fmla="*/ 3053 w 22367"/>
                    <a:gd name="connsiteY2" fmla="*/ 28254 h 29005"/>
                    <a:gd name="connsiteX3" fmla="*/ 3541 w 22367"/>
                    <a:gd name="connsiteY3" fmla="*/ 9901 h 29005"/>
                    <a:gd name="connsiteX4" fmla="*/ 19456 w 22367"/>
                    <a:gd name="connsiteY4" fmla="*/ 814 h 29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67" h="29005">
                      <a:moveTo>
                        <a:pt x="19456" y="814"/>
                      </a:moveTo>
                      <a:cubicBezTo>
                        <a:pt x="23578" y="3473"/>
                        <a:pt x="23268" y="11453"/>
                        <a:pt x="18879" y="18989"/>
                      </a:cubicBezTo>
                      <a:cubicBezTo>
                        <a:pt x="14446" y="26570"/>
                        <a:pt x="7309" y="30826"/>
                        <a:pt x="3053" y="28254"/>
                      </a:cubicBezTo>
                      <a:cubicBezTo>
                        <a:pt x="-1203" y="25683"/>
                        <a:pt x="-981" y="17526"/>
                        <a:pt x="3541" y="9901"/>
                      </a:cubicBezTo>
                      <a:cubicBezTo>
                        <a:pt x="8063" y="2232"/>
                        <a:pt x="15333" y="-1846"/>
                        <a:pt x="19456" y="81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81" name="Forme libre : forme 25080">
                  <a:extLst>
                    <a:ext uri="{FF2B5EF4-FFF2-40B4-BE49-F238E27FC236}">
                      <a16:creationId xmlns:a16="http://schemas.microsoft.com/office/drawing/2014/main" id="{CD53CDE9-5DFB-4D03-A512-1C202F832AC4}"/>
                    </a:ext>
                  </a:extLst>
                </p:cNvPr>
                <p:cNvSpPr/>
                <p:nvPr/>
              </p:nvSpPr>
              <p:spPr>
                <a:xfrm>
                  <a:off x="5284969" y="1371319"/>
                  <a:ext cx="42181" cy="33361"/>
                </a:xfrm>
                <a:custGeom>
                  <a:avLst/>
                  <a:gdLst>
                    <a:gd name="connsiteX0" fmla="*/ 10679 w 42181"/>
                    <a:gd name="connsiteY0" fmla="*/ 29672 h 33361"/>
                    <a:gd name="connsiteX1" fmla="*/ 18260 w 42181"/>
                    <a:gd name="connsiteY1" fmla="*/ 33307 h 33361"/>
                    <a:gd name="connsiteX2" fmla="*/ 34573 w 42181"/>
                    <a:gd name="connsiteY2" fmla="*/ 23820 h 33361"/>
                    <a:gd name="connsiteX3" fmla="*/ 42065 w 42181"/>
                    <a:gd name="connsiteY3" fmla="*/ 8703 h 33361"/>
                    <a:gd name="connsiteX4" fmla="*/ 37898 w 42181"/>
                    <a:gd name="connsiteY4" fmla="*/ 14 h 33361"/>
                    <a:gd name="connsiteX5" fmla="*/ 31470 w 42181"/>
                    <a:gd name="connsiteY5" fmla="*/ 2630 h 33361"/>
                    <a:gd name="connsiteX6" fmla="*/ 16087 w 42181"/>
                    <a:gd name="connsiteY6" fmla="*/ 9368 h 33361"/>
                    <a:gd name="connsiteX7" fmla="*/ 172 w 42181"/>
                    <a:gd name="connsiteY7" fmla="*/ 18057 h 33361"/>
                    <a:gd name="connsiteX8" fmla="*/ 10679 w 42181"/>
                    <a:gd name="connsiteY8" fmla="*/ 29672 h 33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81" h="33361">
                      <a:moveTo>
                        <a:pt x="10679" y="29672"/>
                      </a:moveTo>
                      <a:cubicBezTo>
                        <a:pt x="12984" y="31312"/>
                        <a:pt x="15334" y="32997"/>
                        <a:pt x="18260" y="33307"/>
                      </a:cubicBezTo>
                      <a:cubicBezTo>
                        <a:pt x="23890" y="33927"/>
                        <a:pt x="30140" y="29184"/>
                        <a:pt x="34573" y="23820"/>
                      </a:cubicBezTo>
                      <a:cubicBezTo>
                        <a:pt x="38297" y="19343"/>
                        <a:pt x="41312" y="14023"/>
                        <a:pt x="42065" y="8703"/>
                      </a:cubicBezTo>
                      <a:cubicBezTo>
                        <a:pt x="42597" y="4758"/>
                        <a:pt x="41312" y="280"/>
                        <a:pt x="37898" y="14"/>
                      </a:cubicBezTo>
                      <a:cubicBezTo>
                        <a:pt x="35815" y="-163"/>
                        <a:pt x="33598" y="1344"/>
                        <a:pt x="31470" y="2630"/>
                      </a:cubicBezTo>
                      <a:cubicBezTo>
                        <a:pt x="26549" y="5689"/>
                        <a:pt x="21318" y="8038"/>
                        <a:pt x="16087" y="9368"/>
                      </a:cubicBezTo>
                      <a:cubicBezTo>
                        <a:pt x="11610" y="10565"/>
                        <a:pt x="1813" y="11496"/>
                        <a:pt x="172" y="18057"/>
                      </a:cubicBezTo>
                      <a:cubicBezTo>
                        <a:pt x="-1335" y="23953"/>
                        <a:pt x="7443" y="27455"/>
                        <a:pt x="10679" y="2967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82" name="Forme libre : forme 25081">
                  <a:extLst>
                    <a:ext uri="{FF2B5EF4-FFF2-40B4-BE49-F238E27FC236}">
                      <a16:creationId xmlns:a16="http://schemas.microsoft.com/office/drawing/2014/main" id="{419B800A-FFE3-4B25-9B9C-888ACE557A9C}"/>
                    </a:ext>
                  </a:extLst>
                </p:cNvPr>
                <p:cNvSpPr/>
                <p:nvPr/>
              </p:nvSpPr>
              <p:spPr>
                <a:xfrm>
                  <a:off x="5290095" y="1377077"/>
                  <a:ext cx="6920" cy="14231"/>
                </a:xfrm>
                <a:custGeom>
                  <a:avLst/>
                  <a:gdLst>
                    <a:gd name="connsiteX0" fmla="*/ 987 w 6920"/>
                    <a:gd name="connsiteY0" fmla="*/ 12344 h 14231"/>
                    <a:gd name="connsiteX1" fmla="*/ 2229 w 6920"/>
                    <a:gd name="connsiteY1" fmla="*/ 13984 h 14231"/>
                    <a:gd name="connsiteX2" fmla="*/ 4268 w 6920"/>
                    <a:gd name="connsiteY2" fmla="*/ 13807 h 14231"/>
                    <a:gd name="connsiteX3" fmla="*/ 5420 w 6920"/>
                    <a:gd name="connsiteY3" fmla="*/ 11812 h 14231"/>
                    <a:gd name="connsiteX4" fmla="*/ 6795 w 6920"/>
                    <a:gd name="connsiteY4" fmla="*/ 6049 h 14231"/>
                    <a:gd name="connsiteX5" fmla="*/ 6883 w 6920"/>
                    <a:gd name="connsiteY5" fmla="*/ 3699 h 14231"/>
                    <a:gd name="connsiteX6" fmla="*/ 1076 w 6920"/>
                    <a:gd name="connsiteY6" fmla="*/ 2192 h 14231"/>
                    <a:gd name="connsiteX7" fmla="*/ 987 w 6920"/>
                    <a:gd name="connsiteY7" fmla="*/ 12344 h 14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20" h="14231">
                      <a:moveTo>
                        <a:pt x="987" y="12344"/>
                      </a:moveTo>
                      <a:cubicBezTo>
                        <a:pt x="1253" y="13009"/>
                        <a:pt x="1652" y="13629"/>
                        <a:pt x="2229" y="13984"/>
                      </a:cubicBezTo>
                      <a:cubicBezTo>
                        <a:pt x="2805" y="14339"/>
                        <a:pt x="3647" y="14339"/>
                        <a:pt x="4268" y="13807"/>
                      </a:cubicBezTo>
                      <a:cubicBezTo>
                        <a:pt x="4844" y="13319"/>
                        <a:pt x="5155" y="12521"/>
                        <a:pt x="5420" y="11812"/>
                      </a:cubicBezTo>
                      <a:cubicBezTo>
                        <a:pt x="6041" y="9906"/>
                        <a:pt x="6529" y="7999"/>
                        <a:pt x="6795" y="6049"/>
                      </a:cubicBezTo>
                      <a:cubicBezTo>
                        <a:pt x="6883" y="5251"/>
                        <a:pt x="6972" y="4453"/>
                        <a:pt x="6883" y="3699"/>
                      </a:cubicBezTo>
                      <a:cubicBezTo>
                        <a:pt x="6396" y="596"/>
                        <a:pt x="2938" y="-2019"/>
                        <a:pt x="1076" y="2192"/>
                      </a:cubicBezTo>
                      <a:cubicBezTo>
                        <a:pt x="-475" y="5517"/>
                        <a:pt x="-210" y="9595"/>
                        <a:pt x="987" y="1234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83" name="Forme libre : forme 25082">
                  <a:extLst>
                    <a:ext uri="{FF2B5EF4-FFF2-40B4-BE49-F238E27FC236}">
                      <a16:creationId xmlns:a16="http://schemas.microsoft.com/office/drawing/2014/main" id="{238FACDE-F01A-416A-A3F5-1CC54177254A}"/>
                    </a:ext>
                  </a:extLst>
                </p:cNvPr>
                <p:cNvSpPr/>
                <p:nvPr/>
              </p:nvSpPr>
              <p:spPr>
                <a:xfrm>
                  <a:off x="5327833" y="1352981"/>
                  <a:ext cx="6946" cy="25534"/>
                </a:xfrm>
                <a:custGeom>
                  <a:avLst/>
                  <a:gdLst>
                    <a:gd name="connsiteX0" fmla="*/ 0 w 6946"/>
                    <a:gd name="connsiteY0" fmla="*/ 0 h 25534"/>
                    <a:gd name="connsiteX1" fmla="*/ 4921 w 6946"/>
                    <a:gd name="connsiteY1" fmla="*/ 5807 h 25534"/>
                    <a:gd name="connsiteX2" fmla="*/ 5054 w 6946"/>
                    <a:gd name="connsiteY2" fmla="*/ 25535 h 25534"/>
                    <a:gd name="connsiteX3" fmla="*/ 5541 w 6946"/>
                    <a:gd name="connsiteY3" fmla="*/ 23008 h 25534"/>
                    <a:gd name="connsiteX4" fmla="*/ 5940 w 6946"/>
                    <a:gd name="connsiteY4" fmla="*/ 16757 h 25534"/>
                    <a:gd name="connsiteX5" fmla="*/ 0 w 6946"/>
                    <a:gd name="connsiteY5" fmla="*/ 0 h 25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946" h="25534">
                      <a:moveTo>
                        <a:pt x="0" y="0"/>
                      </a:moveTo>
                      <a:cubicBezTo>
                        <a:pt x="0" y="0"/>
                        <a:pt x="2881" y="1729"/>
                        <a:pt x="4921" y="5807"/>
                      </a:cubicBezTo>
                      <a:cubicBezTo>
                        <a:pt x="6960" y="9886"/>
                        <a:pt x="8157" y="16048"/>
                        <a:pt x="5054" y="25535"/>
                      </a:cubicBezTo>
                      <a:cubicBezTo>
                        <a:pt x="5054" y="25535"/>
                        <a:pt x="5320" y="24559"/>
                        <a:pt x="5541" y="23008"/>
                      </a:cubicBezTo>
                      <a:cubicBezTo>
                        <a:pt x="5763" y="21456"/>
                        <a:pt x="5985" y="19284"/>
                        <a:pt x="5940" y="16757"/>
                      </a:cubicBezTo>
                      <a:cubicBezTo>
                        <a:pt x="5807" y="11703"/>
                        <a:pt x="4610" y="540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84" name="Forme libre : forme 25083">
                  <a:extLst>
                    <a:ext uri="{FF2B5EF4-FFF2-40B4-BE49-F238E27FC236}">
                      <a16:creationId xmlns:a16="http://schemas.microsoft.com/office/drawing/2014/main" id="{45BA7DD8-7804-4197-8DA6-C470E56B079C}"/>
                    </a:ext>
                  </a:extLst>
                </p:cNvPr>
                <p:cNvSpPr/>
                <p:nvPr/>
              </p:nvSpPr>
              <p:spPr>
                <a:xfrm>
                  <a:off x="5278189" y="1376963"/>
                  <a:ext cx="6288" cy="27219"/>
                </a:xfrm>
                <a:custGeom>
                  <a:avLst/>
                  <a:gdLst>
                    <a:gd name="connsiteX0" fmla="*/ 3451 w 6288"/>
                    <a:gd name="connsiteY0" fmla="*/ 0 h 27219"/>
                    <a:gd name="connsiteX1" fmla="*/ 2165 w 6288"/>
                    <a:gd name="connsiteY1" fmla="*/ 2749 h 27219"/>
                    <a:gd name="connsiteX2" fmla="*/ 259 w 6288"/>
                    <a:gd name="connsiteY2" fmla="*/ 9487 h 27219"/>
                    <a:gd name="connsiteX3" fmla="*/ 6288 w 6288"/>
                    <a:gd name="connsiteY3" fmla="*/ 27219 h 27219"/>
                    <a:gd name="connsiteX4" fmla="*/ 2343 w 6288"/>
                    <a:gd name="connsiteY4" fmla="*/ 19461 h 27219"/>
                    <a:gd name="connsiteX5" fmla="*/ 3451 w 6288"/>
                    <a:gd name="connsiteY5" fmla="*/ 0 h 27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88" h="27219">
                      <a:moveTo>
                        <a:pt x="3451" y="0"/>
                      </a:moveTo>
                      <a:cubicBezTo>
                        <a:pt x="3451" y="0"/>
                        <a:pt x="2830" y="1020"/>
                        <a:pt x="2165" y="2749"/>
                      </a:cubicBezTo>
                      <a:cubicBezTo>
                        <a:pt x="1456" y="4477"/>
                        <a:pt x="702" y="6871"/>
                        <a:pt x="259" y="9487"/>
                      </a:cubicBezTo>
                      <a:cubicBezTo>
                        <a:pt x="-495" y="14851"/>
                        <a:pt x="82" y="21412"/>
                        <a:pt x="6288" y="27219"/>
                      </a:cubicBezTo>
                      <a:cubicBezTo>
                        <a:pt x="6288" y="27219"/>
                        <a:pt x="3894" y="24249"/>
                        <a:pt x="2343" y="19461"/>
                      </a:cubicBezTo>
                      <a:cubicBezTo>
                        <a:pt x="880" y="14674"/>
                        <a:pt x="37" y="8068"/>
                        <a:pt x="345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85" name="Forme libre : forme 25084">
                  <a:extLst>
                    <a:ext uri="{FF2B5EF4-FFF2-40B4-BE49-F238E27FC236}">
                      <a16:creationId xmlns:a16="http://schemas.microsoft.com/office/drawing/2014/main" id="{517BF281-F391-43F2-9DD7-EB71000ED552}"/>
                    </a:ext>
                  </a:extLst>
                </p:cNvPr>
                <p:cNvSpPr/>
                <p:nvPr/>
              </p:nvSpPr>
              <p:spPr>
                <a:xfrm>
                  <a:off x="5303617" y="1365327"/>
                  <a:ext cx="9370" cy="9815"/>
                </a:xfrm>
                <a:custGeom>
                  <a:avLst/>
                  <a:gdLst>
                    <a:gd name="connsiteX0" fmla="*/ 9055 w 9370"/>
                    <a:gd name="connsiteY0" fmla="*/ 642 h 9815"/>
                    <a:gd name="connsiteX1" fmla="*/ 6395 w 9370"/>
                    <a:gd name="connsiteY1" fmla="*/ 7336 h 9815"/>
                    <a:gd name="connsiteX2" fmla="*/ 321 w 9370"/>
                    <a:gd name="connsiteY2" fmla="*/ 9154 h 9815"/>
                    <a:gd name="connsiteX3" fmla="*/ 2981 w 9370"/>
                    <a:gd name="connsiteY3" fmla="*/ 2460 h 9815"/>
                    <a:gd name="connsiteX4" fmla="*/ 9055 w 9370"/>
                    <a:gd name="connsiteY4" fmla="*/ 642 h 9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70" h="9815">
                      <a:moveTo>
                        <a:pt x="9055" y="642"/>
                      </a:moveTo>
                      <a:cubicBezTo>
                        <a:pt x="9986" y="2016"/>
                        <a:pt x="8789" y="4987"/>
                        <a:pt x="6395" y="7336"/>
                      </a:cubicBezTo>
                      <a:cubicBezTo>
                        <a:pt x="4001" y="9686"/>
                        <a:pt x="1297" y="10528"/>
                        <a:pt x="321" y="9154"/>
                      </a:cubicBezTo>
                      <a:cubicBezTo>
                        <a:pt x="-609" y="7824"/>
                        <a:pt x="543" y="4809"/>
                        <a:pt x="2981" y="2460"/>
                      </a:cubicBezTo>
                      <a:cubicBezTo>
                        <a:pt x="5375" y="110"/>
                        <a:pt x="8079" y="-688"/>
                        <a:pt x="9055" y="64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86" name="Forme libre : forme 25085">
                  <a:extLst>
                    <a:ext uri="{FF2B5EF4-FFF2-40B4-BE49-F238E27FC236}">
                      <a16:creationId xmlns:a16="http://schemas.microsoft.com/office/drawing/2014/main" id="{EB6BB858-8979-4F51-BD3C-BD2F4247B533}"/>
                    </a:ext>
                  </a:extLst>
                </p:cNvPr>
                <p:cNvSpPr/>
                <p:nvPr/>
              </p:nvSpPr>
              <p:spPr>
                <a:xfrm>
                  <a:off x="5310630" y="1363969"/>
                  <a:ext cx="2784" cy="3120"/>
                </a:xfrm>
                <a:custGeom>
                  <a:avLst/>
                  <a:gdLst>
                    <a:gd name="connsiteX0" fmla="*/ 2264 w 2784"/>
                    <a:gd name="connsiteY0" fmla="*/ 138 h 3120"/>
                    <a:gd name="connsiteX1" fmla="*/ 2485 w 2784"/>
                    <a:gd name="connsiteY1" fmla="*/ 2222 h 3120"/>
                    <a:gd name="connsiteX2" fmla="*/ 535 w 2784"/>
                    <a:gd name="connsiteY2" fmla="*/ 2976 h 3120"/>
                    <a:gd name="connsiteX3" fmla="*/ 313 w 2784"/>
                    <a:gd name="connsiteY3" fmla="*/ 892 h 3120"/>
                    <a:gd name="connsiteX4" fmla="*/ 2264 w 2784"/>
                    <a:gd name="connsiteY4" fmla="*/ 138 h 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84" h="3120">
                      <a:moveTo>
                        <a:pt x="2264" y="138"/>
                      </a:moveTo>
                      <a:cubicBezTo>
                        <a:pt x="2840" y="493"/>
                        <a:pt x="2973" y="1424"/>
                        <a:pt x="2485" y="2222"/>
                      </a:cubicBezTo>
                      <a:cubicBezTo>
                        <a:pt x="1998" y="3020"/>
                        <a:pt x="1155" y="3330"/>
                        <a:pt x="535" y="2976"/>
                      </a:cubicBezTo>
                      <a:cubicBezTo>
                        <a:pt x="-86" y="2621"/>
                        <a:pt x="-175" y="1690"/>
                        <a:pt x="313" y="892"/>
                      </a:cubicBezTo>
                      <a:cubicBezTo>
                        <a:pt x="801" y="138"/>
                        <a:pt x="1687" y="-216"/>
                        <a:pt x="2264" y="1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87" name="Forme libre : forme 25086">
                  <a:extLst>
                    <a:ext uri="{FF2B5EF4-FFF2-40B4-BE49-F238E27FC236}">
                      <a16:creationId xmlns:a16="http://schemas.microsoft.com/office/drawing/2014/main" id="{5C1524D8-6766-4BC3-B562-97A094788408}"/>
                    </a:ext>
                  </a:extLst>
                </p:cNvPr>
                <p:cNvSpPr/>
                <p:nvPr/>
              </p:nvSpPr>
              <p:spPr>
                <a:xfrm>
                  <a:off x="5292044" y="1348541"/>
                  <a:ext cx="31596" cy="20003"/>
                </a:xfrm>
                <a:custGeom>
                  <a:avLst/>
                  <a:gdLst>
                    <a:gd name="connsiteX0" fmla="*/ 19209 w 31596"/>
                    <a:gd name="connsiteY0" fmla="*/ 6 h 20003"/>
                    <a:gd name="connsiteX1" fmla="*/ 29804 w 31596"/>
                    <a:gd name="connsiteY1" fmla="*/ 4084 h 20003"/>
                    <a:gd name="connsiteX2" fmla="*/ 31355 w 31596"/>
                    <a:gd name="connsiteY2" fmla="*/ 7941 h 20003"/>
                    <a:gd name="connsiteX3" fmla="*/ 27543 w 31596"/>
                    <a:gd name="connsiteY3" fmla="*/ 9759 h 20003"/>
                    <a:gd name="connsiteX4" fmla="*/ 14909 w 31596"/>
                    <a:gd name="connsiteY4" fmla="*/ 10601 h 20003"/>
                    <a:gd name="connsiteX5" fmla="*/ 235 w 31596"/>
                    <a:gd name="connsiteY5" fmla="*/ 19024 h 20003"/>
                    <a:gd name="connsiteX6" fmla="*/ 9766 w 31596"/>
                    <a:gd name="connsiteY6" fmla="*/ 2976 h 20003"/>
                    <a:gd name="connsiteX7" fmla="*/ 19209 w 31596"/>
                    <a:gd name="connsiteY7" fmla="*/ 6 h 20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596" h="20003">
                      <a:moveTo>
                        <a:pt x="19209" y="6"/>
                      </a:moveTo>
                      <a:cubicBezTo>
                        <a:pt x="23243" y="139"/>
                        <a:pt x="26701" y="1912"/>
                        <a:pt x="29804" y="4084"/>
                      </a:cubicBezTo>
                      <a:cubicBezTo>
                        <a:pt x="30956" y="4882"/>
                        <a:pt x="32109" y="6301"/>
                        <a:pt x="31355" y="7941"/>
                      </a:cubicBezTo>
                      <a:cubicBezTo>
                        <a:pt x="30646" y="9404"/>
                        <a:pt x="28917" y="9759"/>
                        <a:pt x="27543" y="9759"/>
                      </a:cubicBezTo>
                      <a:cubicBezTo>
                        <a:pt x="23376" y="9715"/>
                        <a:pt x="19209" y="8517"/>
                        <a:pt x="14909" y="10601"/>
                      </a:cubicBezTo>
                      <a:cubicBezTo>
                        <a:pt x="12204" y="11931"/>
                        <a:pt x="1831" y="23368"/>
                        <a:pt x="235" y="19024"/>
                      </a:cubicBezTo>
                      <a:cubicBezTo>
                        <a:pt x="-1449" y="14768"/>
                        <a:pt x="6353" y="5281"/>
                        <a:pt x="9766" y="2976"/>
                      </a:cubicBezTo>
                      <a:cubicBezTo>
                        <a:pt x="12736" y="804"/>
                        <a:pt x="16194" y="-83"/>
                        <a:pt x="19209" y="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24" name="Graphique 2">
                <a:extLst>
                  <a:ext uri="{FF2B5EF4-FFF2-40B4-BE49-F238E27FC236}">
                    <a16:creationId xmlns:a16="http://schemas.microsoft.com/office/drawing/2014/main" id="{1E3BDE53-9632-4FD5-BBC2-75FFD9E94449}"/>
                  </a:ext>
                </a:extLst>
              </p:cNvPr>
              <p:cNvGrpSpPr/>
              <p:nvPr/>
            </p:nvGrpSpPr>
            <p:grpSpPr>
              <a:xfrm>
                <a:off x="5314345" y="1290022"/>
                <a:ext cx="67071" cy="64910"/>
                <a:chOff x="5314345" y="1290022"/>
                <a:chExt cx="67071" cy="64910"/>
              </a:xfrm>
              <a:solidFill>
                <a:schemeClr val="accent1"/>
              </a:solidFill>
            </p:grpSpPr>
            <p:sp>
              <p:nvSpPr>
                <p:cNvPr id="25064" name="Forme libre : forme 25063">
                  <a:extLst>
                    <a:ext uri="{FF2B5EF4-FFF2-40B4-BE49-F238E27FC236}">
                      <a16:creationId xmlns:a16="http://schemas.microsoft.com/office/drawing/2014/main" id="{62EA26EA-6B37-4A37-B8D5-74FDB46E1B5F}"/>
                    </a:ext>
                  </a:extLst>
                </p:cNvPr>
                <p:cNvSpPr/>
                <p:nvPr/>
              </p:nvSpPr>
              <p:spPr>
                <a:xfrm>
                  <a:off x="5314345" y="1290022"/>
                  <a:ext cx="66980" cy="64910"/>
                </a:xfrm>
                <a:custGeom>
                  <a:avLst/>
                  <a:gdLst>
                    <a:gd name="connsiteX0" fmla="*/ 57198 w 66980"/>
                    <a:gd name="connsiteY0" fmla="*/ 42921 h 64910"/>
                    <a:gd name="connsiteX1" fmla="*/ 49218 w 66980"/>
                    <a:gd name="connsiteY1" fmla="*/ 49393 h 64910"/>
                    <a:gd name="connsiteX2" fmla="*/ 41726 w 66980"/>
                    <a:gd name="connsiteY2" fmla="*/ 56885 h 64910"/>
                    <a:gd name="connsiteX3" fmla="*/ 36052 w 66980"/>
                    <a:gd name="connsiteY3" fmla="*/ 61584 h 64910"/>
                    <a:gd name="connsiteX4" fmla="*/ 29402 w 66980"/>
                    <a:gd name="connsiteY4" fmla="*/ 64333 h 64910"/>
                    <a:gd name="connsiteX5" fmla="*/ 16192 w 66980"/>
                    <a:gd name="connsiteY5" fmla="*/ 62382 h 64910"/>
                    <a:gd name="connsiteX6" fmla="*/ 5641 w 66980"/>
                    <a:gd name="connsiteY6" fmla="*/ 55023 h 64910"/>
                    <a:gd name="connsiteX7" fmla="*/ 11 w 66980"/>
                    <a:gd name="connsiteY7" fmla="*/ 42477 h 64910"/>
                    <a:gd name="connsiteX8" fmla="*/ 2006 w 66980"/>
                    <a:gd name="connsiteY8" fmla="*/ 34054 h 64910"/>
                    <a:gd name="connsiteX9" fmla="*/ 7503 w 66980"/>
                    <a:gd name="connsiteY9" fmla="*/ 25720 h 64910"/>
                    <a:gd name="connsiteX10" fmla="*/ 18586 w 66980"/>
                    <a:gd name="connsiteY10" fmla="*/ 14948 h 64910"/>
                    <a:gd name="connsiteX11" fmla="*/ 31043 w 66980"/>
                    <a:gd name="connsiteY11" fmla="*/ 5239 h 64910"/>
                    <a:gd name="connsiteX12" fmla="*/ 40618 w 66980"/>
                    <a:gd name="connsiteY12" fmla="*/ 851 h 64910"/>
                    <a:gd name="connsiteX13" fmla="*/ 49750 w 66980"/>
                    <a:gd name="connsiteY13" fmla="*/ 141 h 64910"/>
                    <a:gd name="connsiteX14" fmla="*/ 56888 w 66980"/>
                    <a:gd name="connsiteY14" fmla="*/ 2624 h 64910"/>
                    <a:gd name="connsiteX15" fmla="*/ 61143 w 66980"/>
                    <a:gd name="connsiteY15" fmla="*/ 7855 h 64910"/>
                    <a:gd name="connsiteX16" fmla="*/ 65931 w 66980"/>
                    <a:gd name="connsiteY16" fmla="*/ 19425 h 64910"/>
                    <a:gd name="connsiteX17" fmla="*/ 66951 w 66980"/>
                    <a:gd name="connsiteY17" fmla="*/ 25898 h 64910"/>
                    <a:gd name="connsiteX18" fmla="*/ 65488 w 66980"/>
                    <a:gd name="connsiteY18" fmla="*/ 32414 h 64910"/>
                    <a:gd name="connsiteX19" fmla="*/ 62119 w 66980"/>
                    <a:gd name="connsiteY19" fmla="*/ 38222 h 64910"/>
                    <a:gd name="connsiteX20" fmla="*/ 57198 w 66980"/>
                    <a:gd name="connsiteY20" fmla="*/ 42921 h 64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6980" h="64910">
                      <a:moveTo>
                        <a:pt x="57198" y="42921"/>
                      </a:moveTo>
                      <a:cubicBezTo>
                        <a:pt x="54494" y="45004"/>
                        <a:pt x="51745" y="46955"/>
                        <a:pt x="49218" y="49393"/>
                      </a:cubicBezTo>
                      <a:cubicBezTo>
                        <a:pt x="46558" y="51565"/>
                        <a:pt x="44209" y="54314"/>
                        <a:pt x="41726" y="56885"/>
                      </a:cubicBezTo>
                      <a:cubicBezTo>
                        <a:pt x="40086" y="58880"/>
                        <a:pt x="38136" y="60343"/>
                        <a:pt x="36052" y="61584"/>
                      </a:cubicBezTo>
                      <a:cubicBezTo>
                        <a:pt x="34013" y="62870"/>
                        <a:pt x="31752" y="63801"/>
                        <a:pt x="29402" y="64333"/>
                      </a:cubicBezTo>
                      <a:cubicBezTo>
                        <a:pt x="24836" y="65441"/>
                        <a:pt x="20004" y="65042"/>
                        <a:pt x="16192" y="62382"/>
                      </a:cubicBezTo>
                      <a:lnTo>
                        <a:pt x="5641" y="55023"/>
                      </a:lnTo>
                      <a:cubicBezTo>
                        <a:pt x="1828" y="52363"/>
                        <a:pt x="-166" y="47841"/>
                        <a:pt x="11" y="42477"/>
                      </a:cubicBezTo>
                      <a:cubicBezTo>
                        <a:pt x="144" y="39817"/>
                        <a:pt x="809" y="36936"/>
                        <a:pt x="2006" y="34054"/>
                      </a:cubicBezTo>
                      <a:cubicBezTo>
                        <a:pt x="3247" y="31173"/>
                        <a:pt x="5198" y="28380"/>
                        <a:pt x="7503" y="25720"/>
                      </a:cubicBezTo>
                      <a:cubicBezTo>
                        <a:pt x="11094" y="22085"/>
                        <a:pt x="14551" y="18317"/>
                        <a:pt x="18586" y="14948"/>
                      </a:cubicBezTo>
                      <a:cubicBezTo>
                        <a:pt x="22442" y="11446"/>
                        <a:pt x="26742" y="8342"/>
                        <a:pt x="31043" y="5239"/>
                      </a:cubicBezTo>
                      <a:cubicBezTo>
                        <a:pt x="34101" y="3156"/>
                        <a:pt x="37471" y="1781"/>
                        <a:pt x="40618" y="851"/>
                      </a:cubicBezTo>
                      <a:cubicBezTo>
                        <a:pt x="43766" y="-80"/>
                        <a:pt x="47002" y="-125"/>
                        <a:pt x="49750" y="141"/>
                      </a:cubicBezTo>
                      <a:cubicBezTo>
                        <a:pt x="52543" y="496"/>
                        <a:pt x="54893" y="1205"/>
                        <a:pt x="56888" y="2624"/>
                      </a:cubicBezTo>
                      <a:cubicBezTo>
                        <a:pt x="58838" y="3998"/>
                        <a:pt x="60301" y="5727"/>
                        <a:pt x="61143" y="7855"/>
                      </a:cubicBezTo>
                      <a:lnTo>
                        <a:pt x="65931" y="19425"/>
                      </a:lnTo>
                      <a:cubicBezTo>
                        <a:pt x="66773" y="21509"/>
                        <a:pt x="67084" y="23725"/>
                        <a:pt x="66951" y="25898"/>
                      </a:cubicBezTo>
                      <a:cubicBezTo>
                        <a:pt x="66773" y="28025"/>
                        <a:pt x="66330" y="30375"/>
                        <a:pt x="65488" y="32414"/>
                      </a:cubicBezTo>
                      <a:cubicBezTo>
                        <a:pt x="64690" y="34542"/>
                        <a:pt x="63448" y="36360"/>
                        <a:pt x="62119" y="38222"/>
                      </a:cubicBezTo>
                      <a:cubicBezTo>
                        <a:pt x="60833" y="40039"/>
                        <a:pt x="59148" y="41546"/>
                        <a:pt x="57198" y="4292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65" name="Forme libre : forme 25064">
                  <a:extLst>
                    <a:ext uri="{FF2B5EF4-FFF2-40B4-BE49-F238E27FC236}">
                      <a16:creationId xmlns:a16="http://schemas.microsoft.com/office/drawing/2014/main" id="{CCF060EF-4A69-42C3-926D-F3551D0E70BB}"/>
                    </a:ext>
                  </a:extLst>
                </p:cNvPr>
                <p:cNvSpPr/>
                <p:nvPr/>
              </p:nvSpPr>
              <p:spPr>
                <a:xfrm>
                  <a:off x="5326015" y="1309004"/>
                  <a:ext cx="55401" cy="45904"/>
                </a:xfrm>
                <a:custGeom>
                  <a:avLst/>
                  <a:gdLst>
                    <a:gd name="connsiteX0" fmla="*/ 21855 w 55401"/>
                    <a:gd name="connsiteY0" fmla="*/ 24471 h 45904"/>
                    <a:gd name="connsiteX1" fmla="*/ 17422 w 55401"/>
                    <a:gd name="connsiteY1" fmla="*/ 30278 h 45904"/>
                    <a:gd name="connsiteX2" fmla="*/ 12191 w 55401"/>
                    <a:gd name="connsiteY2" fmla="*/ 35021 h 45904"/>
                    <a:gd name="connsiteX3" fmla="*/ 0 w 55401"/>
                    <a:gd name="connsiteY3" fmla="*/ 40164 h 45904"/>
                    <a:gd name="connsiteX4" fmla="*/ 4566 w 55401"/>
                    <a:gd name="connsiteY4" fmla="*/ 43356 h 45904"/>
                    <a:gd name="connsiteX5" fmla="*/ 17777 w 55401"/>
                    <a:gd name="connsiteY5" fmla="*/ 45306 h 45904"/>
                    <a:gd name="connsiteX6" fmla="*/ 24426 w 55401"/>
                    <a:gd name="connsiteY6" fmla="*/ 42558 h 45904"/>
                    <a:gd name="connsiteX7" fmla="*/ 30101 w 55401"/>
                    <a:gd name="connsiteY7" fmla="*/ 37859 h 45904"/>
                    <a:gd name="connsiteX8" fmla="*/ 37593 w 55401"/>
                    <a:gd name="connsiteY8" fmla="*/ 30367 h 45904"/>
                    <a:gd name="connsiteX9" fmla="*/ 45572 w 55401"/>
                    <a:gd name="connsiteY9" fmla="*/ 23894 h 45904"/>
                    <a:gd name="connsiteX10" fmla="*/ 50537 w 55401"/>
                    <a:gd name="connsiteY10" fmla="*/ 19151 h 45904"/>
                    <a:gd name="connsiteX11" fmla="*/ 53906 w 55401"/>
                    <a:gd name="connsiteY11" fmla="*/ 13344 h 45904"/>
                    <a:gd name="connsiteX12" fmla="*/ 55369 w 55401"/>
                    <a:gd name="connsiteY12" fmla="*/ 6827 h 45904"/>
                    <a:gd name="connsiteX13" fmla="*/ 54350 w 55401"/>
                    <a:gd name="connsiteY13" fmla="*/ 355 h 45904"/>
                    <a:gd name="connsiteX14" fmla="*/ 54217 w 55401"/>
                    <a:gd name="connsiteY14" fmla="*/ 0 h 45904"/>
                    <a:gd name="connsiteX15" fmla="*/ 44952 w 55401"/>
                    <a:gd name="connsiteY15" fmla="*/ 4655 h 45904"/>
                    <a:gd name="connsiteX16" fmla="*/ 36218 w 55401"/>
                    <a:gd name="connsiteY16" fmla="*/ 9930 h 45904"/>
                    <a:gd name="connsiteX17" fmla="*/ 28372 w 55401"/>
                    <a:gd name="connsiteY17" fmla="*/ 16447 h 45904"/>
                    <a:gd name="connsiteX18" fmla="*/ 21855 w 55401"/>
                    <a:gd name="connsiteY18" fmla="*/ 24471 h 45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5401" h="45904">
                      <a:moveTo>
                        <a:pt x="21855" y="24471"/>
                      </a:moveTo>
                      <a:cubicBezTo>
                        <a:pt x="20481" y="26510"/>
                        <a:pt x="19018" y="28461"/>
                        <a:pt x="17422" y="30278"/>
                      </a:cubicBezTo>
                      <a:cubicBezTo>
                        <a:pt x="15826" y="32051"/>
                        <a:pt x="14009" y="33559"/>
                        <a:pt x="12191" y="35021"/>
                      </a:cubicBezTo>
                      <a:cubicBezTo>
                        <a:pt x="8467" y="37770"/>
                        <a:pt x="4300" y="39676"/>
                        <a:pt x="0" y="40164"/>
                      </a:cubicBezTo>
                      <a:lnTo>
                        <a:pt x="4566" y="43356"/>
                      </a:lnTo>
                      <a:cubicBezTo>
                        <a:pt x="8379" y="46016"/>
                        <a:pt x="13211" y="46459"/>
                        <a:pt x="17777" y="45306"/>
                      </a:cubicBezTo>
                      <a:cubicBezTo>
                        <a:pt x="20082" y="44774"/>
                        <a:pt x="22343" y="43888"/>
                        <a:pt x="24426" y="42558"/>
                      </a:cubicBezTo>
                      <a:cubicBezTo>
                        <a:pt x="26510" y="41316"/>
                        <a:pt x="28461" y="39809"/>
                        <a:pt x="30101" y="37859"/>
                      </a:cubicBezTo>
                      <a:cubicBezTo>
                        <a:pt x="32583" y="35332"/>
                        <a:pt x="34933" y="32583"/>
                        <a:pt x="37593" y="30367"/>
                      </a:cubicBezTo>
                      <a:cubicBezTo>
                        <a:pt x="40119" y="27928"/>
                        <a:pt x="42868" y="25978"/>
                        <a:pt x="45572" y="23894"/>
                      </a:cubicBezTo>
                      <a:cubicBezTo>
                        <a:pt x="47523" y="22520"/>
                        <a:pt x="49207" y="21057"/>
                        <a:pt x="50537" y="19151"/>
                      </a:cubicBezTo>
                      <a:cubicBezTo>
                        <a:pt x="51867" y="17289"/>
                        <a:pt x="53109" y="15516"/>
                        <a:pt x="53906" y="13344"/>
                      </a:cubicBezTo>
                      <a:cubicBezTo>
                        <a:pt x="54749" y="11260"/>
                        <a:pt x="55192" y="8911"/>
                        <a:pt x="55369" y="6827"/>
                      </a:cubicBezTo>
                      <a:cubicBezTo>
                        <a:pt x="55502" y="4655"/>
                        <a:pt x="55236" y="2438"/>
                        <a:pt x="54350" y="355"/>
                      </a:cubicBezTo>
                      <a:lnTo>
                        <a:pt x="54217" y="0"/>
                      </a:lnTo>
                      <a:cubicBezTo>
                        <a:pt x="50981" y="1330"/>
                        <a:pt x="48055" y="3236"/>
                        <a:pt x="44952" y="4655"/>
                      </a:cubicBezTo>
                      <a:cubicBezTo>
                        <a:pt x="41937" y="6295"/>
                        <a:pt x="39056" y="8113"/>
                        <a:pt x="36218" y="9930"/>
                      </a:cubicBezTo>
                      <a:cubicBezTo>
                        <a:pt x="33559" y="12058"/>
                        <a:pt x="30677" y="13876"/>
                        <a:pt x="28372" y="16447"/>
                      </a:cubicBezTo>
                      <a:cubicBezTo>
                        <a:pt x="25889" y="18885"/>
                        <a:pt x="23673" y="21456"/>
                        <a:pt x="21855" y="2447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66" name="Forme libre : forme 25065">
                  <a:extLst>
                    <a:ext uri="{FF2B5EF4-FFF2-40B4-BE49-F238E27FC236}">
                      <a16:creationId xmlns:a16="http://schemas.microsoft.com/office/drawing/2014/main" id="{6B30E192-7FC0-453C-9E55-8735B5181C13}"/>
                    </a:ext>
                  </a:extLst>
                </p:cNvPr>
                <p:cNvSpPr/>
                <p:nvPr/>
              </p:nvSpPr>
              <p:spPr>
                <a:xfrm>
                  <a:off x="5339267" y="1308117"/>
                  <a:ext cx="26953" cy="24183"/>
                </a:xfrm>
                <a:custGeom>
                  <a:avLst/>
                  <a:gdLst>
                    <a:gd name="connsiteX0" fmla="*/ 26247 w 26953"/>
                    <a:gd name="connsiteY0" fmla="*/ 2793 h 24183"/>
                    <a:gd name="connsiteX1" fmla="*/ 25626 w 26953"/>
                    <a:gd name="connsiteY1" fmla="*/ 10374 h 24183"/>
                    <a:gd name="connsiteX2" fmla="*/ 22833 w 26953"/>
                    <a:gd name="connsiteY2" fmla="*/ 14585 h 24183"/>
                    <a:gd name="connsiteX3" fmla="*/ 18710 w 26953"/>
                    <a:gd name="connsiteY3" fmla="*/ 18530 h 24183"/>
                    <a:gd name="connsiteX4" fmla="*/ 9268 w 26953"/>
                    <a:gd name="connsiteY4" fmla="*/ 23717 h 24183"/>
                    <a:gd name="connsiteX5" fmla="*/ 1643 w 26953"/>
                    <a:gd name="connsiteY5" fmla="*/ 22653 h 24183"/>
                    <a:gd name="connsiteX6" fmla="*/ 579 w 26953"/>
                    <a:gd name="connsiteY6" fmla="*/ 14940 h 24183"/>
                    <a:gd name="connsiteX7" fmla="*/ 7716 w 26953"/>
                    <a:gd name="connsiteY7" fmla="*/ 5009 h 24183"/>
                    <a:gd name="connsiteX8" fmla="*/ 13479 w 26953"/>
                    <a:gd name="connsiteY8" fmla="*/ 1552 h 24183"/>
                    <a:gd name="connsiteX9" fmla="*/ 18976 w 26953"/>
                    <a:gd name="connsiteY9" fmla="*/ 44 h 24183"/>
                    <a:gd name="connsiteX10" fmla="*/ 26247 w 26953"/>
                    <a:gd name="connsiteY10" fmla="*/ 2793 h 24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953" h="24183">
                      <a:moveTo>
                        <a:pt x="26247" y="2793"/>
                      </a:moveTo>
                      <a:cubicBezTo>
                        <a:pt x="27444" y="4876"/>
                        <a:pt x="27045" y="7625"/>
                        <a:pt x="25626" y="10374"/>
                      </a:cubicBezTo>
                      <a:cubicBezTo>
                        <a:pt x="24872" y="11703"/>
                        <a:pt x="23941" y="13166"/>
                        <a:pt x="22833" y="14585"/>
                      </a:cubicBezTo>
                      <a:cubicBezTo>
                        <a:pt x="21681" y="16004"/>
                        <a:pt x="20306" y="17289"/>
                        <a:pt x="18710" y="18530"/>
                      </a:cubicBezTo>
                      <a:cubicBezTo>
                        <a:pt x="15740" y="21235"/>
                        <a:pt x="12238" y="22786"/>
                        <a:pt x="9268" y="23717"/>
                      </a:cubicBezTo>
                      <a:cubicBezTo>
                        <a:pt x="6253" y="24559"/>
                        <a:pt x="3416" y="24293"/>
                        <a:pt x="1643" y="22653"/>
                      </a:cubicBezTo>
                      <a:cubicBezTo>
                        <a:pt x="-130" y="21013"/>
                        <a:pt x="-441" y="18220"/>
                        <a:pt x="579" y="14940"/>
                      </a:cubicBezTo>
                      <a:cubicBezTo>
                        <a:pt x="1510" y="11615"/>
                        <a:pt x="4170" y="8157"/>
                        <a:pt x="7716" y="5009"/>
                      </a:cubicBezTo>
                      <a:cubicBezTo>
                        <a:pt x="9578" y="3547"/>
                        <a:pt x="11573" y="2438"/>
                        <a:pt x="13479" y="1552"/>
                      </a:cubicBezTo>
                      <a:cubicBezTo>
                        <a:pt x="15341" y="665"/>
                        <a:pt x="17203" y="133"/>
                        <a:pt x="18976" y="44"/>
                      </a:cubicBezTo>
                      <a:cubicBezTo>
                        <a:pt x="22434" y="-222"/>
                        <a:pt x="25050" y="709"/>
                        <a:pt x="26247" y="279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67" name="Forme libre : forme 25066">
                  <a:extLst>
                    <a:ext uri="{FF2B5EF4-FFF2-40B4-BE49-F238E27FC236}">
                      <a16:creationId xmlns:a16="http://schemas.microsoft.com/office/drawing/2014/main" id="{7C2DEDBD-D224-48CA-A7D4-FD11C474F28C}"/>
                    </a:ext>
                  </a:extLst>
                </p:cNvPr>
                <p:cNvSpPr/>
                <p:nvPr/>
              </p:nvSpPr>
              <p:spPr>
                <a:xfrm>
                  <a:off x="5339298" y="1320575"/>
                  <a:ext cx="23379" cy="11726"/>
                </a:xfrm>
                <a:custGeom>
                  <a:avLst/>
                  <a:gdLst>
                    <a:gd name="connsiteX0" fmla="*/ 1568 w 23379"/>
                    <a:gd name="connsiteY0" fmla="*/ 0 h 11726"/>
                    <a:gd name="connsiteX1" fmla="*/ 1657 w 23379"/>
                    <a:gd name="connsiteY1" fmla="*/ 10196 h 11726"/>
                    <a:gd name="connsiteX2" fmla="*/ 9282 w 23379"/>
                    <a:gd name="connsiteY2" fmla="*/ 11260 h 11726"/>
                    <a:gd name="connsiteX3" fmla="*/ 18724 w 23379"/>
                    <a:gd name="connsiteY3" fmla="*/ 6073 h 11726"/>
                    <a:gd name="connsiteX4" fmla="*/ 23379 w 23379"/>
                    <a:gd name="connsiteY4" fmla="*/ 1374 h 11726"/>
                    <a:gd name="connsiteX5" fmla="*/ 20099 w 23379"/>
                    <a:gd name="connsiteY5" fmla="*/ 3059 h 11726"/>
                    <a:gd name="connsiteX6" fmla="*/ 9725 w 23379"/>
                    <a:gd name="connsiteY6" fmla="*/ 3945 h 11726"/>
                    <a:gd name="connsiteX7" fmla="*/ 1568 w 23379"/>
                    <a:gd name="connsiteY7" fmla="*/ 0 h 11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379" h="11726">
                      <a:moveTo>
                        <a:pt x="1568" y="0"/>
                      </a:moveTo>
                      <a:cubicBezTo>
                        <a:pt x="-515" y="4300"/>
                        <a:pt x="-560" y="8157"/>
                        <a:pt x="1657" y="10196"/>
                      </a:cubicBezTo>
                      <a:cubicBezTo>
                        <a:pt x="3430" y="11836"/>
                        <a:pt x="6267" y="12102"/>
                        <a:pt x="9282" y="11260"/>
                      </a:cubicBezTo>
                      <a:cubicBezTo>
                        <a:pt x="12252" y="10329"/>
                        <a:pt x="15710" y="8777"/>
                        <a:pt x="18724" y="6073"/>
                      </a:cubicBezTo>
                      <a:cubicBezTo>
                        <a:pt x="20586" y="4610"/>
                        <a:pt x="22182" y="3059"/>
                        <a:pt x="23379" y="1374"/>
                      </a:cubicBezTo>
                      <a:cubicBezTo>
                        <a:pt x="22360" y="2083"/>
                        <a:pt x="21295" y="2660"/>
                        <a:pt x="20099" y="3059"/>
                      </a:cubicBezTo>
                      <a:cubicBezTo>
                        <a:pt x="16596" y="3857"/>
                        <a:pt x="13139" y="4433"/>
                        <a:pt x="9725" y="3945"/>
                      </a:cubicBezTo>
                      <a:cubicBezTo>
                        <a:pt x="6356" y="3458"/>
                        <a:pt x="3341" y="2305"/>
                        <a:pt x="1568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68" name="Forme libre : forme 25067">
                  <a:extLst>
                    <a:ext uri="{FF2B5EF4-FFF2-40B4-BE49-F238E27FC236}">
                      <a16:creationId xmlns:a16="http://schemas.microsoft.com/office/drawing/2014/main" id="{1F181CC9-8F12-47DA-BF16-6892CB4974AA}"/>
                    </a:ext>
                  </a:extLst>
                </p:cNvPr>
                <p:cNvSpPr/>
                <p:nvPr/>
              </p:nvSpPr>
              <p:spPr>
                <a:xfrm>
                  <a:off x="5341806" y="1308850"/>
                  <a:ext cx="26701" cy="23714"/>
                </a:xfrm>
                <a:custGeom>
                  <a:avLst/>
                  <a:gdLst>
                    <a:gd name="connsiteX0" fmla="*/ 26013 w 26701"/>
                    <a:gd name="connsiteY0" fmla="*/ 2859 h 23714"/>
                    <a:gd name="connsiteX1" fmla="*/ 25393 w 26701"/>
                    <a:gd name="connsiteY1" fmla="*/ 10439 h 23714"/>
                    <a:gd name="connsiteX2" fmla="*/ 22556 w 26701"/>
                    <a:gd name="connsiteY2" fmla="*/ 14517 h 23714"/>
                    <a:gd name="connsiteX3" fmla="*/ 18521 w 26701"/>
                    <a:gd name="connsiteY3" fmla="*/ 18419 h 23714"/>
                    <a:gd name="connsiteX4" fmla="*/ 13822 w 26701"/>
                    <a:gd name="connsiteY4" fmla="*/ 21522 h 23714"/>
                    <a:gd name="connsiteX5" fmla="*/ 9123 w 26701"/>
                    <a:gd name="connsiteY5" fmla="*/ 23295 h 23714"/>
                    <a:gd name="connsiteX6" fmla="*/ 1631 w 26701"/>
                    <a:gd name="connsiteY6" fmla="*/ 22098 h 23714"/>
                    <a:gd name="connsiteX7" fmla="*/ 567 w 26701"/>
                    <a:gd name="connsiteY7" fmla="*/ 14384 h 23714"/>
                    <a:gd name="connsiteX8" fmla="*/ 3183 w 26701"/>
                    <a:gd name="connsiteY8" fmla="*/ 9464 h 23714"/>
                    <a:gd name="connsiteX9" fmla="*/ 7749 w 26701"/>
                    <a:gd name="connsiteY9" fmla="*/ 4720 h 23714"/>
                    <a:gd name="connsiteX10" fmla="*/ 13423 w 26701"/>
                    <a:gd name="connsiteY10" fmla="*/ 1351 h 23714"/>
                    <a:gd name="connsiteX11" fmla="*/ 18876 w 26701"/>
                    <a:gd name="connsiteY11" fmla="*/ 21 h 23714"/>
                    <a:gd name="connsiteX12" fmla="*/ 26013 w 26701"/>
                    <a:gd name="connsiteY12" fmla="*/ 2859 h 23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701" h="23714">
                      <a:moveTo>
                        <a:pt x="26013" y="2859"/>
                      </a:moveTo>
                      <a:cubicBezTo>
                        <a:pt x="27166" y="4942"/>
                        <a:pt x="26811" y="7735"/>
                        <a:pt x="25393" y="10439"/>
                      </a:cubicBezTo>
                      <a:cubicBezTo>
                        <a:pt x="24728" y="11858"/>
                        <a:pt x="23664" y="13055"/>
                        <a:pt x="22556" y="14517"/>
                      </a:cubicBezTo>
                      <a:cubicBezTo>
                        <a:pt x="21447" y="15892"/>
                        <a:pt x="20073" y="17222"/>
                        <a:pt x="18521" y="18419"/>
                      </a:cubicBezTo>
                      <a:cubicBezTo>
                        <a:pt x="16926" y="19571"/>
                        <a:pt x="15463" y="20768"/>
                        <a:pt x="13822" y="21522"/>
                      </a:cubicBezTo>
                      <a:cubicBezTo>
                        <a:pt x="12226" y="22364"/>
                        <a:pt x="10586" y="22852"/>
                        <a:pt x="9123" y="23295"/>
                      </a:cubicBezTo>
                      <a:cubicBezTo>
                        <a:pt x="6153" y="24093"/>
                        <a:pt x="3360" y="23783"/>
                        <a:pt x="1631" y="22098"/>
                      </a:cubicBezTo>
                      <a:cubicBezTo>
                        <a:pt x="-98" y="20414"/>
                        <a:pt x="-452" y="17665"/>
                        <a:pt x="567" y="14384"/>
                      </a:cubicBezTo>
                      <a:cubicBezTo>
                        <a:pt x="1011" y="12700"/>
                        <a:pt x="1986" y="11148"/>
                        <a:pt x="3183" y="9464"/>
                      </a:cubicBezTo>
                      <a:cubicBezTo>
                        <a:pt x="4424" y="7868"/>
                        <a:pt x="5843" y="6095"/>
                        <a:pt x="7749" y="4720"/>
                      </a:cubicBezTo>
                      <a:cubicBezTo>
                        <a:pt x="9611" y="3346"/>
                        <a:pt x="11562" y="2193"/>
                        <a:pt x="13423" y="1351"/>
                      </a:cubicBezTo>
                      <a:cubicBezTo>
                        <a:pt x="15241" y="465"/>
                        <a:pt x="17236" y="199"/>
                        <a:pt x="18876" y="21"/>
                      </a:cubicBezTo>
                      <a:cubicBezTo>
                        <a:pt x="22290" y="-156"/>
                        <a:pt x="24861" y="775"/>
                        <a:pt x="26013" y="285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69" name="Forme libre : forme 25068">
                  <a:extLst>
                    <a:ext uri="{FF2B5EF4-FFF2-40B4-BE49-F238E27FC236}">
                      <a16:creationId xmlns:a16="http://schemas.microsoft.com/office/drawing/2014/main" id="{8304324C-7860-4F33-A0B2-5885B7E375C6}"/>
                    </a:ext>
                  </a:extLst>
                </p:cNvPr>
                <p:cNvSpPr/>
                <p:nvPr/>
              </p:nvSpPr>
              <p:spPr>
                <a:xfrm>
                  <a:off x="5323781" y="1320836"/>
                  <a:ext cx="43464" cy="25387"/>
                </a:xfrm>
                <a:custGeom>
                  <a:avLst/>
                  <a:gdLst>
                    <a:gd name="connsiteX0" fmla="*/ 9371 w 43464"/>
                    <a:gd name="connsiteY0" fmla="*/ 20929 h 25387"/>
                    <a:gd name="connsiteX1" fmla="*/ 16420 w 43464"/>
                    <a:gd name="connsiteY1" fmla="*/ 25140 h 25387"/>
                    <a:gd name="connsiteX2" fmla="*/ 24621 w 43464"/>
                    <a:gd name="connsiteY2" fmla="*/ 24254 h 25387"/>
                    <a:gd name="connsiteX3" fmla="*/ 32423 w 43464"/>
                    <a:gd name="connsiteY3" fmla="*/ 20042 h 25387"/>
                    <a:gd name="connsiteX4" fmla="*/ 35305 w 43464"/>
                    <a:gd name="connsiteY4" fmla="*/ 17781 h 25387"/>
                    <a:gd name="connsiteX5" fmla="*/ 38009 w 43464"/>
                    <a:gd name="connsiteY5" fmla="*/ 15432 h 25387"/>
                    <a:gd name="connsiteX6" fmla="*/ 40314 w 43464"/>
                    <a:gd name="connsiteY6" fmla="*/ 12727 h 25387"/>
                    <a:gd name="connsiteX7" fmla="*/ 42221 w 43464"/>
                    <a:gd name="connsiteY7" fmla="*/ 9846 h 25387"/>
                    <a:gd name="connsiteX8" fmla="*/ 43462 w 43464"/>
                    <a:gd name="connsiteY8" fmla="*/ 4704 h 25387"/>
                    <a:gd name="connsiteX9" fmla="*/ 41467 w 43464"/>
                    <a:gd name="connsiteY9" fmla="*/ 669 h 25387"/>
                    <a:gd name="connsiteX10" fmla="*/ 34950 w 43464"/>
                    <a:gd name="connsiteY10" fmla="*/ 403 h 25387"/>
                    <a:gd name="connsiteX11" fmla="*/ 26705 w 43464"/>
                    <a:gd name="connsiteY11" fmla="*/ 1423 h 25387"/>
                    <a:gd name="connsiteX12" fmla="*/ 18459 w 43464"/>
                    <a:gd name="connsiteY12" fmla="*/ 1822 h 25387"/>
                    <a:gd name="connsiteX13" fmla="*/ 8928 w 43464"/>
                    <a:gd name="connsiteY13" fmla="*/ 2354 h 25387"/>
                    <a:gd name="connsiteX14" fmla="*/ 461 w 43464"/>
                    <a:gd name="connsiteY14" fmla="*/ 8250 h 25387"/>
                    <a:gd name="connsiteX15" fmla="*/ 9371 w 43464"/>
                    <a:gd name="connsiteY15" fmla="*/ 20929 h 25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3464" h="25387">
                      <a:moveTo>
                        <a:pt x="9371" y="20929"/>
                      </a:moveTo>
                      <a:cubicBezTo>
                        <a:pt x="11455" y="22702"/>
                        <a:pt x="13672" y="24520"/>
                        <a:pt x="16420" y="25140"/>
                      </a:cubicBezTo>
                      <a:cubicBezTo>
                        <a:pt x="19036" y="25716"/>
                        <a:pt x="21828" y="25229"/>
                        <a:pt x="24621" y="24254"/>
                      </a:cubicBezTo>
                      <a:cubicBezTo>
                        <a:pt x="27370" y="23190"/>
                        <a:pt x="30030" y="21638"/>
                        <a:pt x="32423" y="20042"/>
                      </a:cubicBezTo>
                      <a:cubicBezTo>
                        <a:pt x="33399" y="19333"/>
                        <a:pt x="34374" y="18579"/>
                        <a:pt x="35305" y="17781"/>
                      </a:cubicBezTo>
                      <a:cubicBezTo>
                        <a:pt x="36280" y="17072"/>
                        <a:pt x="37167" y="16274"/>
                        <a:pt x="38009" y="15432"/>
                      </a:cubicBezTo>
                      <a:cubicBezTo>
                        <a:pt x="38851" y="14589"/>
                        <a:pt x="39605" y="13658"/>
                        <a:pt x="40314" y="12727"/>
                      </a:cubicBezTo>
                      <a:cubicBezTo>
                        <a:pt x="41068" y="11841"/>
                        <a:pt x="41689" y="10910"/>
                        <a:pt x="42221" y="9846"/>
                      </a:cubicBezTo>
                      <a:cubicBezTo>
                        <a:pt x="43019" y="8294"/>
                        <a:pt x="43506" y="6432"/>
                        <a:pt x="43462" y="4704"/>
                      </a:cubicBezTo>
                      <a:cubicBezTo>
                        <a:pt x="43462" y="3063"/>
                        <a:pt x="42930" y="1556"/>
                        <a:pt x="41467" y="669"/>
                      </a:cubicBezTo>
                      <a:cubicBezTo>
                        <a:pt x="39694" y="-439"/>
                        <a:pt x="37300" y="93"/>
                        <a:pt x="34950" y="403"/>
                      </a:cubicBezTo>
                      <a:cubicBezTo>
                        <a:pt x="32335" y="714"/>
                        <a:pt x="29586" y="1068"/>
                        <a:pt x="26705" y="1423"/>
                      </a:cubicBezTo>
                      <a:cubicBezTo>
                        <a:pt x="24001" y="1733"/>
                        <a:pt x="21119" y="1778"/>
                        <a:pt x="18459" y="1822"/>
                      </a:cubicBezTo>
                      <a:cubicBezTo>
                        <a:pt x="16198" y="1866"/>
                        <a:pt x="12563" y="1645"/>
                        <a:pt x="8928" y="2354"/>
                      </a:cubicBezTo>
                      <a:cubicBezTo>
                        <a:pt x="5382" y="3063"/>
                        <a:pt x="2057" y="4837"/>
                        <a:pt x="461" y="8250"/>
                      </a:cubicBezTo>
                      <a:cubicBezTo>
                        <a:pt x="-2066" y="14634"/>
                        <a:pt x="6490" y="18446"/>
                        <a:pt x="9371" y="2092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70" name="Forme libre : forme 25069">
                  <a:extLst>
                    <a:ext uri="{FF2B5EF4-FFF2-40B4-BE49-F238E27FC236}">
                      <a16:creationId xmlns:a16="http://schemas.microsoft.com/office/drawing/2014/main" id="{603695EF-E1B9-492E-9B6E-167054B5760E}"/>
                    </a:ext>
                  </a:extLst>
                </p:cNvPr>
                <p:cNvSpPr/>
                <p:nvPr/>
              </p:nvSpPr>
              <p:spPr>
                <a:xfrm>
                  <a:off x="5330072" y="1317474"/>
                  <a:ext cx="8132" cy="14430"/>
                </a:xfrm>
                <a:custGeom>
                  <a:avLst/>
                  <a:gdLst>
                    <a:gd name="connsiteX0" fmla="*/ 199 w 8132"/>
                    <a:gd name="connsiteY0" fmla="*/ 12233 h 14430"/>
                    <a:gd name="connsiteX1" fmla="*/ 1086 w 8132"/>
                    <a:gd name="connsiteY1" fmla="*/ 14050 h 14430"/>
                    <a:gd name="connsiteX2" fmla="*/ 3169 w 8132"/>
                    <a:gd name="connsiteY2" fmla="*/ 14139 h 14430"/>
                    <a:gd name="connsiteX3" fmla="*/ 4677 w 8132"/>
                    <a:gd name="connsiteY3" fmla="*/ 12277 h 14430"/>
                    <a:gd name="connsiteX4" fmla="*/ 7381 w 8132"/>
                    <a:gd name="connsiteY4" fmla="*/ 6780 h 14430"/>
                    <a:gd name="connsiteX5" fmla="*/ 8090 w 8132"/>
                    <a:gd name="connsiteY5" fmla="*/ 4475 h 14430"/>
                    <a:gd name="connsiteX6" fmla="*/ 2770 w 8132"/>
                    <a:gd name="connsiteY6" fmla="*/ 1815 h 14430"/>
                    <a:gd name="connsiteX7" fmla="*/ 199 w 8132"/>
                    <a:gd name="connsiteY7" fmla="*/ 12233 h 14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132" h="14430">
                      <a:moveTo>
                        <a:pt x="199" y="12233"/>
                      </a:moveTo>
                      <a:cubicBezTo>
                        <a:pt x="332" y="12942"/>
                        <a:pt x="598" y="13651"/>
                        <a:pt x="1086" y="14050"/>
                      </a:cubicBezTo>
                      <a:cubicBezTo>
                        <a:pt x="1573" y="14493"/>
                        <a:pt x="2416" y="14582"/>
                        <a:pt x="3169" y="14139"/>
                      </a:cubicBezTo>
                      <a:cubicBezTo>
                        <a:pt x="3834" y="13740"/>
                        <a:pt x="4322" y="12986"/>
                        <a:pt x="4677" y="12277"/>
                      </a:cubicBezTo>
                      <a:cubicBezTo>
                        <a:pt x="5652" y="10415"/>
                        <a:pt x="6583" y="8597"/>
                        <a:pt x="7381" y="6780"/>
                      </a:cubicBezTo>
                      <a:cubicBezTo>
                        <a:pt x="7691" y="6026"/>
                        <a:pt x="8001" y="5228"/>
                        <a:pt x="8090" y="4475"/>
                      </a:cubicBezTo>
                      <a:cubicBezTo>
                        <a:pt x="8489" y="1283"/>
                        <a:pt x="6051" y="-2219"/>
                        <a:pt x="2770" y="1815"/>
                      </a:cubicBezTo>
                      <a:cubicBezTo>
                        <a:pt x="243" y="4918"/>
                        <a:pt x="-377" y="9395"/>
                        <a:pt x="199" y="1223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71" name="Forme libre : forme 25070">
                  <a:extLst>
                    <a:ext uri="{FF2B5EF4-FFF2-40B4-BE49-F238E27FC236}">
                      <a16:creationId xmlns:a16="http://schemas.microsoft.com/office/drawing/2014/main" id="{8554ED9F-86DF-4840-82EA-7B52FBB0265B}"/>
                    </a:ext>
                  </a:extLst>
                </p:cNvPr>
                <p:cNvSpPr/>
                <p:nvPr/>
              </p:nvSpPr>
              <p:spPr>
                <a:xfrm>
                  <a:off x="5371233" y="1308428"/>
                  <a:ext cx="7615" cy="23451"/>
                </a:xfrm>
                <a:custGeom>
                  <a:avLst/>
                  <a:gdLst>
                    <a:gd name="connsiteX0" fmla="*/ 6472 w 7615"/>
                    <a:gd name="connsiteY0" fmla="*/ 0 h 23451"/>
                    <a:gd name="connsiteX1" fmla="*/ 7137 w 7615"/>
                    <a:gd name="connsiteY1" fmla="*/ 1995 h 23451"/>
                    <a:gd name="connsiteX2" fmla="*/ 7581 w 7615"/>
                    <a:gd name="connsiteY2" fmla="*/ 7315 h 23451"/>
                    <a:gd name="connsiteX3" fmla="*/ 5719 w 7615"/>
                    <a:gd name="connsiteY3" fmla="*/ 14718 h 23451"/>
                    <a:gd name="connsiteX4" fmla="*/ 0 w 7615"/>
                    <a:gd name="connsiteY4" fmla="*/ 23451 h 23451"/>
                    <a:gd name="connsiteX5" fmla="*/ 1197 w 7615"/>
                    <a:gd name="connsiteY5" fmla="*/ 21678 h 23451"/>
                    <a:gd name="connsiteX6" fmla="*/ 3679 w 7615"/>
                    <a:gd name="connsiteY6" fmla="*/ 16713 h 23451"/>
                    <a:gd name="connsiteX7" fmla="*/ 6073 w 7615"/>
                    <a:gd name="connsiteY7" fmla="*/ 9398 h 23451"/>
                    <a:gd name="connsiteX8" fmla="*/ 6472 w 7615"/>
                    <a:gd name="connsiteY8" fmla="*/ 0 h 23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5" h="23451">
                      <a:moveTo>
                        <a:pt x="6472" y="0"/>
                      </a:moveTo>
                      <a:cubicBezTo>
                        <a:pt x="6472" y="0"/>
                        <a:pt x="6827" y="754"/>
                        <a:pt x="7137" y="1995"/>
                      </a:cubicBezTo>
                      <a:cubicBezTo>
                        <a:pt x="7448" y="3236"/>
                        <a:pt x="7714" y="5098"/>
                        <a:pt x="7581" y="7315"/>
                      </a:cubicBezTo>
                      <a:cubicBezTo>
                        <a:pt x="7448" y="9531"/>
                        <a:pt x="6960" y="12058"/>
                        <a:pt x="5719" y="14718"/>
                      </a:cubicBezTo>
                      <a:cubicBezTo>
                        <a:pt x="4433" y="17289"/>
                        <a:pt x="2837" y="20525"/>
                        <a:pt x="0" y="23451"/>
                      </a:cubicBezTo>
                      <a:cubicBezTo>
                        <a:pt x="0" y="23451"/>
                        <a:pt x="488" y="22786"/>
                        <a:pt x="1197" y="21678"/>
                      </a:cubicBezTo>
                      <a:cubicBezTo>
                        <a:pt x="1906" y="20525"/>
                        <a:pt x="2837" y="18885"/>
                        <a:pt x="3679" y="16713"/>
                      </a:cubicBezTo>
                      <a:cubicBezTo>
                        <a:pt x="4522" y="14585"/>
                        <a:pt x="5541" y="12280"/>
                        <a:pt x="6073" y="9398"/>
                      </a:cubicBezTo>
                      <a:cubicBezTo>
                        <a:pt x="6738" y="6650"/>
                        <a:pt x="6960" y="3369"/>
                        <a:pt x="647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72" name="Forme libre : forme 25071">
                  <a:extLst>
                    <a:ext uri="{FF2B5EF4-FFF2-40B4-BE49-F238E27FC236}">
                      <a16:creationId xmlns:a16="http://schemas.microsoft.com/office/drawing/2014/main" id="{844AF98D-C76F-4E99-82CA-5189203F050A}"/>
                    </a:ext>
                  </a:extLst>
                </p:cNvPr>
                <p:cNvSpPr/>
                <p:nvPr/>
              </p:nvSpPr>
              <p:spPr>
                <a:xfrm>
                  <a:off x="5316776" y="1315432"/>
                  <a:ext cx="7200" cy="29258"/>
                </a:xfrm>
                <a:custGeom>
                  <a:avLst/>
                  <a:gdLst>
                    <a:gd name="connsiteX0" fmla="*/ 7200 w 7200"/>
                    <a:gd name="connsiteY0" fmla="*/ 0 h 29258"/>
                    <a:gd name="connsiteX1" fmla="*/ 5028 w 7200"/>
                    <a:gd name="connsiteY1" fmla="*/ 2926 h 29258"/>
                    <a:gd name="connsiteX2" fmla="*/ 1260 w 7200"/>
                    <a:gd name="connsiteY2" fmla="*/ 10329 h 29258"/>
                    <a:gd name="connsiteX3" fmla="*/ 152 w 7200"/>
                    <a:gd name="connsiteY3" fmla="*/ 19905 h 29258"/>
                    <a:gd name="connsiteX4" fmla="*/ 5205 w 7200"/>
                    <a:gd name="connsiteY4" fmla="*/ 29258 h 29258"/>
                    <a:gd name="connsiteX5" fmla="*/ 1748 w 7200"/>
                    <a:gd name="connsiteY5" fmla="*/ 21234 h 29258"/>
                    <a:gd name="connsiteX6" fmla="*/ 1792 w 7200"/>
                    <a:gd name="connsiteY6" fmla="*/ 11969 h 29258"/>
                    <a:gd name="connsiteX7" fmla="*/ 7200 w 7200"/>
                    <a:gd name="connsiteY7" fmla="*/ 0 h 29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00" h="29258">
                      <a:moveTo>
                        <a:pt x="7200" y="0"/>
                      </a:moveTo>
                      <a:cubicBezTo>
                        <a:pt x="7200" y="0"/>
                        <a:pt x="6225" y="1064"/>
                        <a:pt x="5028" y="2926"/>
                      </a:cubicBezTo>
                      <a:cubicBezTo>
                        <a:pt x="3831" y="4788"/>
                        <a:pt x="2235" y="7359"/>
                        <a:pt x="1260" y="10329"/>
                      </a:cubicBezTo>
                      <a:cubicBezTo>
                        <a:pt x="285" y="13299"/>
                        <a:pt x="-292" y="16668"/>
                        <a:pt x="152" y="19905"/>
                      </a:cubicBezTo>
                      <a:cubicBezTo>
                        <a:pt x="684" y="23185"/>
                        <a:pt x="2191" y="26421"/>
                        <a:pt x="5205" y="29258"/>
                      </a:cubicBezTo>
                      <a:cubicBezTo>
                        <a:pt x="5205" y="29258"/>
                        <a:pt x="2856" y="26377"/>
                        <a:pt x="1748" y="21234"/>
                      </a:cubicBezTo>
                      <a:cubicBezTo>
                        <a:pt x="1260" y="18663"/>
                        <a:pt x="1127" y="15560"/>
                        <a:pt x="1792" y="11969"/>
                      </a:cubicBezTo>
                      <a:cubicBezTo>
                        <a:pt x="2368" y="8378"/>
                        <a:pt x="4186" y="4344"/>
                        <a:pt x="720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73" name="Forme libre : forme 25072">
                  <a:extLst>
                    <a:ext uri="{FF2B5EF4-FFF2-40B4-BE49-F238E27FC236}">
                      <a16:creationId xmlns:a16="http://schemas.microsoft.com/office/drawing/2014/main" id="{57899C43-D83E-46F1-8239-440B367DB249}"/>
                    </a:ext>
                  </a:extLst>
                </p:cNvPr>
                <p:cNvSpPr/>
                <p:nvPr/>
              </p:nvSpPr>
              <p:spPr>
                <a:xfrm>
                  <a:off x="5347016" y="1311185"/>
                  <a:ext cx="11426" cy="7539"/>
                </a:xfrm>
                <a:custGeom>
                  <a:avLst/>
                  <a:gdLst>
                    <a:gd name="connsiteX0" fmla="*/ 11405 w 11426"/>
                    <a:gd name="connsiteY0" fmla="*/ 1410 h 7539"/>
                    <a:gd name="connsiteX1" fmla="*/ 6351 w 11426"/>
                    <a:gd name="connsiteY1" fmla="*/ 6553 h 7539"/>
                    <a:gd name="connsiteX2" fmla="*/ 56 w 11426"/>
                    <a:gd name="connsiteY2" fmla="*/ 6331 h 7539"/>
                    <a:gd name="connsiteX3" fmla="*/ 5154 w 11426"/>
                    <a:gd name="connsiteY3" fmla="*/ 834 h 7539"/>
                    <a:gd name="connsiteX4" fmla="*/ 11405 w 11426"/>
                    <a:gd name="connsiteY4" fmla="*/ 1410 h 7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26" h="7539">
                      <a:moveTo>
                        <a:pt x="11405" y="1410"/>
                      </a:moveTo>
                      <a:cubicBezTo>
                        <a:pt x="11671" y="3051"/>
                        <a:pt x="9454" y="5311"/>
                        <a:pt x="6351" y="6553"/>
                      </a:cubicBezTo>
                      <a:cubicBezTo>
                        <a:pt x="3248" y="7838"/>
                        <a:pt x="500" y="7971"/>
                        <a:pt x="56" y="6331"/>
                      </a:cubicBezTo>
                      <a:cubicBezTo>
                        <a:pt x="-387" y="4735"/>
                        <a:pt x="1830" y="2120"/>
                        <a:pt x="5154" y="834"/>
                      </a:cubicBezTo>
                      <a:cubicBezTo>
                        <a:pt x="8346" y="-496"/>
                        <a:pt x="11139" y="-186"/>
                        <a:pt x="11405" y="141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74" name="Forme libre : forme 25073">
                  <a:extLst>
                    <a:ext uri="{FF2B5EF4-FFF2-40B4-BE49-F238E27FC236}">
                      <a16:creationId xmlns:a16="http://schemas.microsoft.com/office/drawing/2014/main" id="{17D1AF95-7578-4368-9278-3E84B485A01E}"/>
                    </a:ext>
                  </a:extLst>
                </p:cNvPr>
                <p:cNvSpPr/>
                <p:nvPr/>
              </p:nvSpPr>
              <p:spPr>
                <a:xfrm>
                  <a:off x="5356517" y="1310582"/>
                  <a:ext cx="3112" cy="2761"/>
                </a:xfrm>
                <a:custGeom>
                  <a:avLst/>
                  <a:gdLst>
                    <a:gd name="connsiteX0" fmla="*/ 2968 w 3112"/>
                    <a:gd name="connsiteY0" fmla="*/ 461 h 2761"/>
                    <a:gd name="connsiteX1" fmla="*/ 2214 w 3112"/>
                    <a:gd name="connsiteY1" fmla="*/ 2367 h 2761"/>
                    <a:gd name="connsiteX2" fmla="*/ 175 w 3112"/>
                    <a:gd name="connsiteY2" fmla="*/ 2323 h 2761"/>
                    <a:gd name="connsiteX3" fmla="*/ 840 w 3112"/>
                    <a:gd name="connsiteY3" fmla="*/ 284 h 2761"/>
                    <a:gd name="connsiteX4" fmla="*/ 2968 w 3112"/>
                    <a:gd name="connsiteY4" fmla="*/ 461 h 2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12" h="2761">
                      <a:moveTo>
                        <a:pt x="2968" y="461"/>
                      </a:moveTo>
                      <a:cubicBezTo>
                        <a:pt x="3322" y="1037"/>
                        <a:pt x="3012" y="1880"/>
                        <a:pt x="2214" y="2367"/>
                      </a:cubicBezTo>
                      <a:cubicBezTo>
                        <a:pt x="1460" y="2899"/>
                        <a:pt x="574" y="2899"/>
                        <a:pt x="175" y="2323"/>
                      </a:cubicBezTo>
                      <a:cubicBezTo>
                        <a:pt x="-224" y="1747"/>
                        <a:pt x="86" y="860"/>
                        <a:pt x="840" y="284"/>
                      </a:cubicBezTo>
                      <a:cubicBezTo>
                        <a:pt x="1638" y="-159"/>
                        <a:pt x="2613" y="-71"/>
                        <a:pt x="2968" y="4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75" name="Forme libre : forme 25074">
                  <a:extLst>
                    <a:ext uri="{FF2B5EF4-FFF2-40B4-BE49-F238E27FC236}">
                      <a16:creationId xmlns:a16="http://schemas.microsoft.com/office/drawing/2014/main" id="{21AEC29B-5AA8-41F0-B226-5B71FF9A1C72}"/>
                    </a:ext>
                  </a:extLst>
                </p:cNvPr>
                <p:cNvSpPr/>
                <p:nvPr/>
              </p:nvSpPr>
              <p:spPr>
                <a:xfrm>
                  <a:off x="5338472" y="1294613"/>
                  <a:ext cx="34868" cy="14990"/>
                </a:xfrm>
                <a:custGeom>
                  <a:avLst/>
                  <a:gdLst>
                    <a:gd name="connsiteX0" fmla="*/ 27486 w 34868"/>
                    <a:gd name="connsiteY0" fmla="*/ 1890 h 14990"/>
                    <a:gd name="connsiteX1" fmla="*/ 34446 w 34868"/>
                    <a:gd name="connsiteY1" fmla="*/ 10490 h 14990"/>
                    <a:gd name="connsiteX2" fmla="*/ 33781 w 34868"/>
                    <a:gd name="connsiteY2" fmla="*/ 14524 h 14990"/>
                    <a:gd name="connsiteX3" fmla="*/ 29613 w 34868"/>
                    <a:gd name="connsiteY3" fmla="*/ 14214 h 14990"/>
                    <a:gd name="connsiteX4" fmla="*/ 17955 w 34868"/>
                    <a:gd name="connsiteY4" fmla="*/ 9515 h 14990"/>
                    <a:gd name="connsiteX5" fmla="*/ 13743 w 34868"/>
                    <a:gd name="connsiteY5" fmla="*/ 10534 h 14990"/>
                    <a:gd name="connsiteX6" fmla="*/ 7670 w 34868"/>
                    <a:gd name="connsiteY6" fmla="*/ 12707 h 14990"/>
                    <a:gd name="connsiteX7" fmla="*/ 0 w 34868"/>
                    <a:gd name="connsiteY7" fmla="*/ 12795 h 14990"/>
                    <a:gd name="connsiteX8" fmla="*/ 6960 w 34868"/>
                    <a:gd name="connsiteY8" fmla="*/ 4860 h 14990"/>
                    <a:gd name="connsiteX9" fmla="*/ 17201 w 34868"/>
                    <a:gd name="connsiteY9" fmla="*/ 338 h 14990"/>
                    <a:gd name="connsiteX10" fmla="*/ 27486 w 34868"/>
                    <a:gd name="connsiteY10" fmla="*/ 1890 h 14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868" h="14990">
                      <a:moveTo>
                        <a:pt x="27486" y="1890"/>
                      </a:moveTo>
                      <a:cubicBezTo>
                        <a:pt x="30988" y="3929"/>
                        <a:pt x="32983" y="7121"/>
                        <a:pt x="34446" y="10490"/>
                      </a:cubicBezTo>
                      <a:cubicBezTo>
                        <a:pt x="34978" y="11731"/>
                        <a:pt x="35244" y="13549"/>
                        <a:pt x="33781" y="14524"/>
                      </a:cubicBezTo>
                      <a:cubicBezTo>
                        <a:pt x="32451" y="15411"/>
                        <a:pt x="30810" y="14879"/>
                        <a:pt x="29613" y="14214"/>
                      </a:cubicBezTo>
                      <a:cubicBezTo>
                        <a:pt x="25978" y="12175"/>
                        <a:pt x="22964" y="9382"/>
                        <a:pt x="17955" y="9515"/>
                      </a:cubicBezTo>
                      <a:cubicBezTo>
                        <a:pt x="17201" y="9559"/>
                        <a:pt x="15561" y="9869"/>
                        <a:pt x="13743" y="10534"/>
                      </a:cubicBezTo>
                      <a:cubicBezTo>
                        <a:pt x="11925" y="11199"/>
                        <a:pt x="9798" y="11953"/>
                        <a:pt x="7670" y="12707"/>
                      </a:cubicBezTo>
                      <a:cubicBezTo>
                        <a:pt x="3458" y="14037"/>
                        <a:pt x="-44" y="15278"/>
                        <a:pt x="0" y="12795"/>
                      </a:cubicBezTo>
                      <a:cubicBezTo>
                        <a:pt x="45" y="10313"/>
                        <a:pt x="3192" y="7254"/>
                        <a:pt x="6960" y="4860"/>
                      </a:cubicBezTo>
                      <a:cubicBezTo>
                        <a:pt x="10596" y="2244"/>
                        <a:pt x="15117" y="826"/>
                        <a:pt x="17201" y="338"/>
                      </a:cubicBezTo>
                      <a:cubicBezTo>
                        <a:pt x="21146" y="-548"/>
                        <a:pt x="24870" y="427"/>
                        <a:pt x="27486" y="189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25" name="Graphique 2">
                <a:extLst>
                  <a:ext uri="{FF2B5EF4-FFF2-40B4-BE49-F238E27FC236}">
                    <a16:creationId xmlns:a16="http://schemas.microsoft.com/office/drawing/2014/main" id="{8D9B7C57-602B-45FD-A5E5-578F876B5F58}"/>
                  </a:ext>
                </a:extLst>
              </p:cNvPr>
              <p:cNvGrpSpPr/>
              <p:nvPr/>
            </p:nvGrpSpPr>
            <p:grpSpPr>
              <a:xfrm>
                <a:off x="5374695" y="1272110"/>
                <a:ext cx="73596" cy="47759"/>
                <a:chOff x="5374695" y="1272110"/>
                <a:chExt cx="73596" cy="47759"/>
              </a:xfrm>
              <a:solidFill>
                <a:schemeClr val="accent1"/>
              </a:solidFill>
            </p:grpSpPr>
            <p:sp>
              <p:nvSpPr>
                <p:cNvPr id="25052" name="Forme libre : forme 25051">
                  <a:extLst>
                    <a:ext uri="{FF2B5EF4-FFF2-40B4-BE49-F238E27FC236}">
                      <a16:creationId xmlns:a16="http://schemas.microsoft.com/office/drawing/2014/main" id="{076BCDD9-B91D-4256-BA08-57819A22F03F}"/>
                    </a:ext>
                  </a:extLst>
                </p:cNvPr>
                <p:cNvSpPr/>
                <p:nvPr/>
              </p:nvSpPr>
              <p:spPr>
                <a:xfrm>
                  <a:off x="5374695" y="1272110"/>
                  <a:ext cx="73596" cy="47759"/>
                </a:xfrm>
                <a:custGeom>
                  <a:avLst/>
                  <a:gdLst>
                    <a:gd name="connsiteX0" fmla="*/ 50888 w 73596"/>
                    <a:gd name="connsiteY0" fmla="*/ 44697 h 47759"/>
                    <a:gd name="connsiteX1" fmla="*/ 39672 w 73596"/>
                    <a:gd name="connsiteY1" fmla="*/ 45539 h 47759"/>
                    <a:gd name="connsiteX2" fmla="*/ 34175 w 73596"/>
                    <a:gd name="connsiteY2" fmla="*/ 46204 h 47759"/>
                    <a:gd name="connsiteX3" fmla="*/ 28899 w 73596"/>
                    <a:gd name="connsiteY3" fmla="*/ 47268 h 47759"/>
                    <a:gd name="connsiteX4" fmla="*/ 25220 w 73596"/>
                    <a:gd name="connsiteY4" fmla="*/ 47667 h 47759"/>
                    <a:gd name="connsiteX5" fmla="*/ 21762 w 73596"/>
                    <a:gd name="connsiteY5" fmla="*/ 47711 h 47759"/>
                    <a:gd name="connsiteX6" fmla="*/ 15113 w 73596"/>
                    <a:gd name="connsiteY6" fmla="*/ 46027 h 47759"/>
                    <a:gd name="connsiteX7" fmla="*/ 5626 w 73596"/>
                    <a:gd name="connsiteY7" fmla="*/ 37294 h 47759"/>
                    <a:gd name="connsiteX8" fmla="*/ 838 w 73596"/>
                    <a:gd name="connsiteY8" fmla="*/ 25723 h 47759"/>
                    <a:gd name="connsiteX9" fmla="*/ 3498 w 73596"/>
                    <a:gd name="connsiteY9" fmla="*/ 12247 h 47759"/>
                    <a:gd name="connsiteX10" fmla="*/ 10369 w 73596"/>
                    <a:gd name="connsiteY10" fmla="*/ 6572 h 47759"/>
                    <a:gd name="connsiteX11" fmla="*/ 14891 w 73596"/>
                    <a:gd name="connsiteY11" fmla="*/ 4356 h 47759"/>
                    <a:gd name="connsiteX12" fmla="*/ 19945 w 73596"/>
                    <a:gd name="connsiteY12" fmla="*/ 3026 h 47759"/>
                    <a:gd name="connsiteX13" fmla="*/ 27437 w 73596"/>
                    <a:gd name="connsiteY13" fmla="*/ 1651 h 47759"/>
                    <a:gd name="connsiteX14" fmla="*/ 34884 w 73596"/>
                    <a:gd name="connsiteY14" fmla="*/ 854 h 47759"/>
                    <a:gd name="connsiteX15" fmla="*/ 49646 w 73596"/>
                    <a:gd name="connsiteY15" fmla="*/ 11 h 47759"/>
                    <a:gd name="connsiteX16" fmla="*/ 54656 w 73596"/>
                    <a:gd name="connsiteY16" fmla="*/ 233 h 47759"/>
                    <a:gd name="connsiteX17" fmla="*/ 59709 w 73596"/>
                    <a:gd name="connsiteY17" fmla="*/ 1430 h 47759"/>
                    <a:gd name="connsiteX18" fmla="*/ 67866 w 73596"/>
                    <a:gd name="connsiteY18" fmla="*/ 5508 h 47759"/>
                    <a:gd name="connsiteX19" fmla="*/ 73408 w 73596"/>
                    <a:gd name="connsiteY19" fmla="*/ 17921 h 47759"/>
                    <a:gd name="connsiteX20" fmla="*/ 71147 w 73596"/>
                    <a:gd name="connsiteY20" fmla="*/ 29890 h 47759"/>
                    <a:gd name="connsiteX21" fmla="*/ 63832 w 73596"/>
                    <a:gd name="connsiteY21" fmla="*/ 40219 h 47759"/>
                    <a:gd name="connsiteX22" fmla="*/ 57936 w 73596"/>
                    <a:gd name="connsiteY22" fmla="*/ 43367 h 47759"/>
                    <a:gd name="connsiteX23" fmla="*/ 54700 w 73596"/>
                    <a:gd name="connsiteY23" fmla="*/ 44165 h 47759"/>
                    <a:gd name="connsiteX24" fmla="*/ 50888 w 73596"/>
                    <a:gd name="connsiteY24" fmla="*/ 44697 h 47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3596" h="47759">
                      <a:moveTo>
                        <a:pt x="50888" y="44697"/>
                      </a:moveTo>
                      <a:cubicBezTo>
                        <a:pt x="47120" y="44874"/>
                        <a:pt x="43307" y="44963"/>
                        <a:pt x="39672" y="45539"/>
                      </a:cubicBezTo>
                      <a:lnTo>
                        <a:pt x="34175" y="46204"/>
                      </a:lnTo>
                      <a:lnTo>
                        <a:pt x="28899" y="47268"/>
                      </a:lnTo>
                      <a:cubicBezTo>
                        <a:pt x="27658" y="47534"/>
                        <a:pt x="26417" y="47667"/>
                        <a:pt x="25220" y="47667"/>
                      </a:cubicBezTo>
                      <a:cubicBezTo>
                        <a:pt x="24023" y="47756"/>
                        <a:pt x="22870" y="47800"/>
                        <a:pt x="21762" y="47711"/>
                      </a:cubicBezTo>
                      <a:cubicBezTo>
                        <a:pt x="19501" y="47534"/>
                        <a:pt x="17196" y="46913"/>
                        <a:pt x="15113" y="46027"/>
                      </a:cubicBezTo>
                      <a:cubicBezTo>
                        <a:pt x="11078" y="44475"/>
                        <a:pt x="7399" y="41461"/>
                        <a:pt x="5626" y="37294"/>
                      </a:cubicBezTo>
                      <a:lnTo>
                        <a:pt x="838" y="25723"/>
                      </a:lnTo>
                      <a:cubicBezTo>
                        <a:pt x="-891" y="21556"/>
                        <a:pt x="84" y="16724"/>
                        <a:pt x="3498" y="12247"/>
                      </a:cubicBezTo>
                      <a:cubicBezTo>
                        <a:pt x="5227" y="10119"/>
                        <a:pt x="7576" y="8257"/>
                        <a:pt x="10369" y="6572"/>
                      </a:cubicBezTo>
                      <a:cubicBezTo>
                        <a:pt x="11788" y="5774"/>
                        <a:pt x="13295" y="4976"/>
                        <a:pt x="14891" y="4356"/>
                      </a:cubicBezTo>
                      <a:cubicBezTo>
                        <a:pt x="16487" y="3824"/>
                        <a:pt x="18171" y="3380"/>
                        <a:pt x="19945" y="3026"/>
                      </a:cubicBezTo>
                      <a:cubicBezTo>
                        <a:pt x="22427" y="2583"/>
                        <a:pt x="24954" y="2051"/>
                        <a:pt x="27437" y="1651"/>
                      </a:cubicBezTo>
                      <a:lnTo>
                        <a:pt x="34884" y="854"/>
                      </a:lnTo>
                      <a:cubicBezTo>
                        <a:pt x="39894" y="189"/>
                        <a:pt x="44770" y="144"/>
                        <a:pt x="49646" y="11"/>
                      </a:cubicBezTo>
                      <a:cubicBezTo>
                        <a:pt x="51375" y="-33"/>
                        <a:pt x="53060" y="56"/>
                        <a:pt x="54656" y="233"/>
                      </a:cubicBezTo>
                      <a:cubicBezTo>
                        <a:pt x="56385" y="499"/>
                        <a:pt x="58113" y="942"/>
                        <a:pt x="59709" y="1430"/>
                      </a:cubicBezTo>
                      <a:cubicBezTo>
                        <a:pt x="62901" y="2450"/>
                        <a:pt x="65694" y="3735"/>
                        <a:pt x="67866" y="5508"/>
                      </a:cubicBezTo>
                      <a:cubicBezTo>
                        <a:pt x="72255" y="9188"/>
                        <a:pt x="74250" y="13577"/>
                        <a:pt x="73408" y="17921"/>
                      </a:cubicBezTo>
                      <a:lnTo>
                        <a:pt x="71147" y="29890"/>
                      </a:lnTo>
                      <a:cubicBezTo>
                        <a:pt x="70305" y="34235"/>
                        <a:pt x="67379" y="37826"/>
                        <a:pt x="63832" y="40219"/>
                      </a:cubicBezTo>
                      <a:cubicBezTo>
                        <a:pt x="62059" y="41461"/>
                        <a:pt x="60020" y="42702"/>
                        <a:pt x="57936" y="43367"/>
                      </a:cubicBezTo>
                      <a:cubicBezTo>
                        <a:pt x="56872" y="43722"/>
                        <a:pt x="55808" y="43988"/>
                        <a:pt x="54700" y="44165"/>
                      </a:cubicBezTo>
                      <a:cubicBezTo>
                        <a:pt x="53503" y="44475"/>
                        <a:pt x="52218" y="44653"/>
                        <a:pt x="50888" y="44697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53" name="Forme libre : forme 25052">
                  <a:extLst>
                    <a:ext uri="{FF2B5EF4-FFF2-40B4-BE49-F238E27FC236}">
                      <a16:creationId xmlns:a16="http://schemas.microsoft.com/office/drawing/2014/main" id="{DBB8000F-1002-47A4-A296-249C78198ED8}"/>
                    </a:ext>
                  </a:extLst>
                </p:cNvPr>
                <p:cNvSpPr/>
                <p:nvPr/>
              </p:nvSpPr>
              <p:spPr>
                <a:xfrm>
                  <a:off x="5378281" y="1300301"/>
                  <a:ext cx="67737" cy="19568"/>
                </a:xfrm>
                <a:custGeom>
                  <a:avLst/>
                  <a:gdLst>
                    <a:gd name="connsiteX0" fmla="*/ 26643 w 67737"/>
                    <a:gd name="connsiteY0" fmla="*/ 3694 h 19568"/>
                    <a:gd name="connsiteX1" fmla="*/ 12767 w 67737"/>
                    <a:gd name="connsiteY1" fmla="*/ 6576 h 19568"/>
                    <a:gd name="connsiteX2" fmla="*/ 0 w 67737"/>
                    <a:gd name="connsiteY2" fmla="*/ 4093 h 19568"/>
                    <a:gd name="connsiteX3" fmla="*/ 2084 w 67737"/>
                    <a:gd name="connsiteY3" fmla="*/ 9103 h 19568"/>
                    <a:gd name="connsiteX4" fmla="*/ 11570 w 67737"/>
                    <a:gd name="connsiteY4" fmla="*/ 17836 h 19568"/>
                    <a:gd name="connsiteX5" fmla="*/ 18220 w 67737"/>
                    <a:gd name="connsiteY5" fmla="*/ 19520 h 19568"/>
                    <a:gd name="connsiteX6" fmla="*/ 21678 w 67737"/>
                    <a:gd name="connsiteY6" fmla="*/ 19476 h 19568"/>
                    <a:gd name="connsiteX7" fmla="*/ 25357 w 67737"/>
                    <a:gd name="connsiteY7" fmla="*/ 19077 h 19568"/>
                    <a:gd name="connsiteX8" fmla="*/ 30633 w 67737"/>
                    <a:gd name="connsiteY8" fmla="*/ 18013 h 19568"/>
                    <a:gd name="connsiteX9" fmla="*/ 36130 w 67737"/>
                    <a:gd name="connsiteY9" fmla="*/ 17348 h 19568"/>
                    <a:gd name="connsiteX10" fmla="*/ 47345 w 67737"/>
                    <a:gd name="connsiteY10" fmla="*/ 16506 h 19568"/>
                    <a:gd name="connsiteX11" fmla="*/ 51202 w 67737"/>
                    <a:gd name="connsiteY11" fmla="*/ 15974 h 19568"/>
                    <a:gd name="connsiteX12" fmla="*/ 54438 w 67737"/>
                    <a:gd name="connsiteY12" fmla="*/ 15176 h 19568"/>
                    <a:gd name="connsiteX13" fmla="*/ 60334 w 67737"/>
                    <a:gd name="connsiteY13" fmla="*/ 12028 h 19568"/>
                    <a:gd name="connsiteX14" fmla="*/ 67649 w 67737"/>
                    <a:gd name="connsiteY14" fmla="*/ 1699 h 19568"/>
                    <a:gd name="connsiteX15" fmla="*/ 67738 w 67737"/>
                    <a:gd name="connsiteY15" fmla="*/ 1300 h 19568"/>
                    <a:gd name="connsiteX16" fmla="*/ 57453 w 67737"/>
                    <a:gd name="connsiteY16" fmla="*/ 325 h 19568"/>
                    <a:gd name="connsiteX17" fmla="*/ 47168 w 67737"/>
                    <a:gd name="connsiteY17" fmla="*/ 103 h 19568"/>
                    <a:gd name="connsiteX18" fmla="*/ 36795 w 67737"/>
                    <a:gd name="connsiteY18" fmla="*/ 990 h 19568"/>
                    <a:gd name="connsiteX19" fmla="*/ 26643 w 67737"/>
                    <a:gd name="connsiteY19" fmla="*/ 3694 h 19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7737" h="19568">
                      <a:moveTo>
                        <a:pt x="26643" y="3694"/>
                      </a:moveTo>
                      <a:cubicBezTo>
                        <a:pt x="22032" y="5600"/>
                        <a:pt x="17245" y="6310"/>
                        <a:pt x="12767" y="6576"/>
                      </a:cubicBezTo>
                      <a:cubicBezTo>
                        <a:pt x="8157" y="6487"/>
                        <a:pt x="3901" y="6000"/>
                        <a:pt x="0" y="4093"/>
                      </a:cubicBezTo>
                      <a:lnTo>
                        <a:pt x="2084" y="9103"/>
                      </a:lnTo>
                      <a:cubicBezTo>
                        <a:pt x="3812" y="13270"/>
                        <a:pt x="7492" y="16284"/>
                        <a:pt x="11570" y="17836"/>
                      </a:cubicBezTo>
                      <a:cubicBezTo>
                        <a:pt x="13654" y="18678"/>
                        <a:pt x="15915" y="19343"/>
                        <a:pt x="18220" y="19520"/>
                      </a:cubicBezTo>
                      <a:cubicBezTo>
                        <a:pt x="19373" y="19609"/>
                        <a:pt x="20525" y="19565"/>
                        <a:pt x="21678" y="19476"/>
                      </a:cubicBezTo>
                      <a:cubicBezTo>
                        <a:pt x="22919" y="19476"/>
                        <a:pt x="24116" y="19343"/>
                        <a:pt x="25357" y="19077"/>
                      </a:cubicBezTo>
                      <a:lnTo>
                        <a:pt x="30633" y="18013"/>
                      </a:lnTo>
                      <a:lnTo>
                        <a:pt x="36130" y="17348"/>
                      </a:lnTo>
                      <a:cubicBezTo>
                        <a:pt x="39721" y="16772"/>
                        <a:pt x="43533" y="16683"/>
                        <a:pt x="47345" y="16506"/>
                      </a:cubicBezTo>
                      <a:cubicBezTo>
                        <a:pt x="48675" y="16462"/>
                        <a:pt x="49961" y="16284"/>
                        <a:pt x="51202" y="15974"/>
                      </a:cubicBezTo>
                      <a:cubicBezTo>
                        <a:pt x="52355" y="15797"/>
                        <a:pt x="53419" y="15531"/>
                        <a:pt x="54438" y="15176"/>
                      </a:cubicBezTo>
                      <a:cubicBezTo>
                        <a:pt x="56522" y="14467"/>
                        <a:pt x="58561" y="13270"/>
                        <a:pt x="60334" y="12028"/>
                      </a:cubicBezTo>
                      <a:cubicBezTo>
                        <a:pt x="63837" y="9635"/>
                        <a:pt x="66807" y="6044"/>
                        <a:pt x="67649" y="1699"/>
                      </a:cubicBezTo>
                      <a:lnTo>
                        <a:pt x="67738" y="1300"/>
                      </a:lnTo>
                      <a:cubicBezTo>
                        <a:pt x="64280" y="990"/>
                        <a:pt x="60911" y="325"/>
                        <a:pt x="57453" y="325"/>
                      </a:cubicBezTo>
                      <a:cubicBezTo>
                        <a:pt x="54039" y="148"/>
                        <a:pt x="50670" y="-163"/>
                        <a:pt x="47168" y="103"/>
                      </a:cubicBezTo>
                      <a:cubicBezTo>
                        <a:pt x="43710" y="325"/>
                        <a:pt x="40164" y="236"/>
                        <a:pt x="36795" y="990"/>
                      </a:cubicBezTo>
                      <a:cubicBezTo>
                        <a:pt x="33337" y="1699"/>
                        <a:pt x="29879" y="2320"/>
                        <a:pt x="26643" y="369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54" name="Forme libre : forme 25053">
                  <a:extLst>
                    <a:ext uri="{FF2B5EF4-FFF2-40B4-BE49-F238E27FC236}">
                      <a16:creationId xmlns:a16="http://schemas.microsoft.com/office/drawing/2014/main" id="{FDD4C35B-24E9-4869-A296-51C990595D45}"/>
                    </a:ext>
                  </a:extLst>
                </p:cNvPr>
                <p:cNvSpPr/>
                <p:nvPr/>
              </p:nvSpPr>
              <p:spPr>
                <a:xfrm>
                  <a:off x="5400941" y="1287380"/>
                  <a:ext cx="31692" cy="17105"/>
                </a:xfrm>
                <a:custGeom>
                  <a:avLst/>
                  <a:gdLst>
                    <a:gd name="connsiteX0" fmla="*/ 31690 w 31692"/>
                    <a:gd name="connsiteY0" fmla="*/ 8148 h 17105"/>
                    <a:gd name="connsiteX1" fmla="*/ 27124 w 31692"/>
                    <a:gd name="connsiteY1" fmla="*/ 13999 h 17105"/>
                    <a:gd name="connsiteX2" fmla="*/ 16440 w 31692"/>
                    <a:gd name="connsiteY2" fmla="*/ 16925 h 17105"/>
                    <a:gd name="connsiteX3" fmla="*/ 5535 w 31692"/>
                    <a:gd name="connsiteY3" fmla="*/ 15684 h 17105"/>
                    <a:gd name="connsiteX4" fmla="*/ 82 w 31692"/>
                    <a:gd name="connsiteY4" fmla="*/ 10630 h 17105"/>
                    <a:gd name="connsiteX5" fmla="*/ 3761 w 31692"/>
                    <a:gd name="connsiteY5" fmla="*/ 3803 h 17105"/>
                    <a:gd name="connsiteX6" fmla="*/ 15199 w 31692"/>
                    <a:gd name="connsiteY6" fmla="*/ 35 h 17105"/>
                    <a:gd name="connsiteX7" fmla="*/ 27035 w 31692"/>
                    <a:gd name="connsiteY7" fmla="*/ 2074 h 17105"/>
                    <a:gd name="connsiteX8" fmla="*/ 31690 w 31692"/>
                    <a:gd name="connsiteY8" fmla="*/ 8148 h 17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692" h="17105">
                      <a:moveTo>
                        <a:pt x="31690" y="8148"/>
                      </a:moveTo>
                      <a:cubicBezTo>
                        <a:pt x="31601" y="10542"/>
                        <a:pt x="29872" y="12359"/>
                        <a:pt x="27124" y="13999"/>
                      </a:cubicBezTo>
                      <a:cubicBezTo>
                        <a:pt x="24375" y="15640"/>
                        <a:pt x="20607" y="16704"/>
                        <a:pt x="16440" y="16925"/>
                      </a:cubicBezTo>
                      <a:cubicBezTo>
                        <a:pt x="12317" y="17413"/>
                        <a:pt x="8505" y="16881"/>
                        <a:pt x="5535" y="15684"/>
                      </a:cubicBezTo>
                      <a:cubicBezTo>
                        <a:pt x="2609" y="14664"/>
                        <a:pt x="525" y="12936"/>
                        <a:pt x="82" y="10630"/>
                      </a:cubicBezTo>
                      <a:cubicBezTo>
                        <a:pt x="-361" y="8325"/>
                        <a:pt x="1013" y="5843"/>
                        <a:pt x="3761" y="3803"/>
                      </a:cubicBezTo>
                      <a:cubicBezTo>
                        <a:pt x="6510" y="1941"/>
                        <a:pt x="10588" y="523"/>
                        <a:pt x="15199" y="35"/>
                      </a:cubicBezTo>
                      <a:cubicBezTo>
                        <a:pt x="19809" y="-187"/>
                        <a:pt x="24021" y="656"/>
                        <a:pt x="27035" y="2074"/>
                      </a:cubicBezTo>
                      <a:cubicBezTo>
                        <a:pt x="29961" y="3449"/>
                        <a:pt x="31779" y="5887"/>
                        <a:pt x="31690" y="814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55" name="Forme libre : forme 25054">
                  <a:extLst>
                    <a:ext uri="{FF2B5EF4-FFF2-40B4-BE49-F238E27FC236}">
                      <a16:creationId xmlns:a16="http://schemas.microsoft.com/office/drawing/2014/main" id="{74996909-8BA8-4D83-8272-243569D0D190}"/>
                    </a:ext>
                  </a:extLst>
                </p:cNvPr>
                <p:cNvSpPr/>
                <p:nvPr/>
              </p:nvSpPr>
              <p:spPr>
                <a:xfrm>
                  <a:off x="5400891" y="1289853"/>
                  <a:ext cx="23228" cy="14587"/>
                </a:xfrm>
                <a:custGeom>
                  <a:avLst/>
                  <a:gdLst>
                    <a:gd name="connsiteX0" fmla="*/ 6028 w 23228"/>
                    <a:gd name="connsiteY0" fmla="*/ 0 h 14587"/>
                    <a:gd name="connsiteX1" fmla="*/ 87 w 23228"/>
                    <a:gd name="connsiteY1" fmla="*/ 8113 h 14587"/>
                    <a:gd name="connsiteX2" fmla="*/ 5540 w 23228"/>
                    <a:gd name="connsiteY2" fmla="*/ 13166 h 14587"/>
                    <a:gd name="connsiteX3" fmla="*/ 16446 w 23228"/>
                    <a:gd name="connsiteY3" fmla="*/ 14408 h 14587"/>
                    <a:gd name="connsiteX4" fmla="*/ 23228 w 23228"/>
                    <a:gd name="connsiteY4" fmla="*/ 13211 h 14587"/>
                    <a:gd name="connsiteX5" fmla="*/ 19416 w 23228"/>
                    <a:gd name="connsiteY5" fmla="*/ 12767 h 14587"/>
                    <a:gd name="connsiteX6" fmla="*/ 10284 w 23228"/>
                    <a:gd name="connsiteY6" fmla="*/ 7714 h 14587"/>
                    <a:gd name="connsiteX7" fmla="*/ 6028 w 23228"/>
                    <a:gd name="connsiteY7" fmla="*/ 0 h 14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228" h="14587">
                      <a:moveTo>
                        <a:pt x="6028" y="0"/>
                      </a:moveTo>
                      <a:cubicBezTo>
                        <a:pt x="1816" y="1951"/>
                        <a:pt x="-489" y="5320"/>
                        <a:pt x="87" y="8113"/>
                      </a:cubicBezTo>
                      <a:cubicBezTo>
                        <a:pt x="531" y="10418"/>
                        <a:pt x="2659" y="12147"/>
                        <a:pt x="5540" y="13166"/>
                      </a:cubicBezTo>
                      <a:cubicBezTo>
                        <a:pt x="8510" y="14363"/>
                        <a:pt x="12323" y="14895"/>
                        <a:pt x="16446" y="14408"/>
                      </a:cubicBezTo>
                      <a:cubicBezTo>
                        <a:pt x="18884" y="14275"/>
                        <a:pt x="21189" y="13876"/>
                        <a:pt x="23228" y="13211"/>
                      </a:cubicBezTo>
                      <a:cubicBezTo>
                        <a:pt x="21943" y="13211"/>
                        <a:pt x="20701" y="13078"/>
                        <a:pt x="19416" y="12767"/>
                      </a:cubicBezTo>
                      <a:cubicBezTo>
                        <a:pt x="15958" y="11482"/>
                        <a:pt x="12766" y="9974"/>
                        <a:pt x="10284" y="7714"/>
                      </a:cubicBezTo>
                      <a:cubicBezTo>
                        <a:pt x="7845" y="5541"/>
                        <a:pt x="6161" y="2837"/>
                        <a:pt x="6028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56" name="Forme libre : forme 25055">
                  <a:extLst>
                    <a:ext uri="{FF2B5EF4-FFF2-40B4-BE49-F238E27FC236}">
                      <a16:creationId xmlns:a16="http://schemas.microsoft.com/office/drawing/2014/main" id="{1452A03C-4E04-4E79-AC39-8E7C52257444}"/>
                    </a:ext>
                  </a:extLst>
                </p:cNvPr>
                <p:cNvSpPr/>
                <p:nvPr/>
              </p:nvSpPr>
              <p:spPr>
                <a:xfrm>
                  <a:off x="5402815" y="1289120"/>
                  <a:ext cx="31326" cy="16986"/>
                </a:xfrm>
                <a:custGeom>
                  <a:avLst/>
                  <a:gdLst>
                    <a:gd name="connsiteX0" fmla="*/ 31323 w 31326"/>
                    <a:gd name="connsiteY0" fmla="*/ 8313 h 16986"/>
                    <a:gd name="connsiteX1" fmla="*/ 26801 w 31326"/>
                    <a:gd name="connsiteY1" fmla="*/ 14032 h 16986"/>
                    <a:gd name="connsiteX2" fmla="*/ 16206 w 31326"/>
                    <a:gd name="connsiteY2" fmla="*/ 16913 h 16986"/>
                    <a:gd name="connsiteX3" fmla="*/ 10399 w 31326"/>
                    <a:gd name="connsiteY3" fmla="*/ 16825 h 16986"/>
                    <a:gd name="connsiteX4" fmla="*/ 5434 w 31326"/>
                    <a:gd name="connsiteY4" fmla="*/ 15584 h 16986"/>
                    <a:gd name="connsiteX5" fmla="*/ 70 w 31326"/>
                    <a:gd name="connsiteY5" fmla="*/ 10353 h 16986"/>
                    <a:gd name="connsiteX6" fmla="*/ 3749 w 31326"/>
                    <a:gd name="connsiteY6" fmla="*/ 3659 h 16986"/>
                    <a:gd name="connsiteX7" fmla="*/ 8714 w 31326"/>
                    <a:gd name="connsiteY7" fmla="*/ 1265 h 16986"/>
                    <a:gd name="connsiteX8" fmla="*/ 15053 w 31326"/>
                    <a:gd name="connsiteY8" fmla="*/ 23 h 16986"/>
                    <a:gd name="connsiteX9" fmla="*/ 26712 w 31326"/>
                    <a:gd name="connsiteY9" fmla="*/ 2107 h 16986"/>
                    <a:gd name="connsiteX10" fmla="*/ 31323 w 31326"/>
                    <a:gd name="connsiteY10" fmla="*/ 8313 h 1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326" h="16986">
                      <a:moveTo>
                        <a:pt x="31323" y="8313"/>
                      </a:moveTo>
                      <a:cubicBezTo>
                        <a:pt x="31190" y="10619"/>
                        <a:pt x="29417" y="12658"/>
                        <a:pt x="26801" y="14032"/>
                      </a:cubicBezTo>
                      <a:cubicBezTo>
                        <a:pt x="24053" y="15672"/>
                        <a:pt x="20329" y="16781"/>
                        <a:pt x="16206" y="16913"/>
                      </a:cubicBezTo>
                      <a:cubicBezTo>
                        <a:pt x="14123" y="16958"/>
                        <a:pt x="12216" y="17091"/>
                        <a:pt x="10399" y="16825"/>
                      </a:cubicBezTo>
                      <a:cubicBezTo>
                        <a:pt x="8581" y="16603"/>
                        <a:pt x="6897" y="16160"/>
                        <a:pt x="5434" y="15584"/>
                      </a:cubicBezTo>
                      <a:cubicBezTo>
                        <a:pt x="2508" y="14298"/>
                        <a:pt x="513" y="12747"/>
                        <a:pt x="70" y="10353"/>
                      </a:cubicBezTo>
                      <a:cubicBezTo>
                        <a:pt x="-329" y="8092"/>
                        <a:pt x="1000" y="5432"/>
                        <a:pt x="3749" y="3659"/>
                      </a:cubicBezTo>
                      <a:cubicBezTo>
                        <a:pt x="5123" y="2728"/>
                        <a:pt x="6808" y="1930"/>
                        <a:pt x="8714" y="1265"/>
                      </a:cubicBezTo>
                      <a:cubicBezTo>
                        <a:pt x="10620" y="688"/>
                        <a:pt x="12792" y="68"/>
                        <a:pt x="15053" y="23"/>
                      </a:cubicBezTo>
                      <a:cubicBezTo>
                        <a:pt x="19620" y="-154"/>
                        <a:pt x="23787" y="688"/>
                        <a:pt x="26712" y="2107"/>
                      </a:cubicBezTo>
                      <a:cubicBezTo>
                        <a:pt x="29771" y="3792"/>
                        <a:pt x="31412" y="6008"/>
                        <a:pt x="31323" y="831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57" name="Forme libre : forme 25056">
                  <a:extLst>
                    <a:ext uri="{FF2B5EF4-FFF2-40B4-BE49-F238E27FC236}">
                      <a16:creationId xmlns:a16="http://schemas.microsoft.com/office/drawing/2014/main" id="{8A899596-786B-408B-BA4E-75DD9F6C5EA3}"/>
                    </a:ext>
                  </a:extLst>
                </p:cNvPr>
                <p:cNvSpPr/>
                <p:nvPr/>
              </p:nvSpPr>
              <p:spPr>
                <a:xfrm>
                  <a:off x="5385562" y="1285875"/>
                  <a:ext cx="41491" cy="28688"/>
                </a:xfrm>
                <a:custGeom>
                  <a:avLst/>
                  <a:gdLst>
                    <a:gd name="connsiteX0" fmla="*/ 2693 w 41491"/>
                    <a:gd name="connsiteY0" fmla="*/ 16346 h 28688"/>
                    <a:gd name="connsiteX1" fmla="*/ 5974 w 41491"/>
                    <a:gd name="connsiteY1" fmla="*/ 23661 h 28688"/>
                    <a:gd name="connsiteX2" fmla="*/ 12934 w 41491"/>
                    <a:gd name="connsiteY2" fmla="*/ 27518 h 28688"/>
                    <a:gd name="connsiteX3" fmla="*/ 21712 w 41491"/>
                    <a:gd name="connsiteY3" fmla="*/ 28670 h 28688"/>
                    <a:gd name="connsiteX4" fmla="*/ 29203 w 41491"/>
                    <a:gd name="connsiteY4" fmla="*/ 28227 h 28688"/>
                    <a:gd name="connsiteX5" fmla="*/ 32838 w 41491"/>
                    <a:gd name="connsiteY5" fmla="*/ 27296 h 28688"/>
                    <a:gd name="connsiteX6" fmla="*/ 36341 w 41491"/>
                    <a:gd name="connsiteY6" fmla="*/ 26010 h 28688"/>
                    <a:gd name="connsiteX7" fmla="*/ 41084 w 41491"/>
                    <a:gd name="connsiteY7" fmla="*/ 18208 h 28688"/>
                    <a:gd name="connsiteX8" fmla="*/ 35587 w 41491"/>
                    <a:gd name="connsiteY8" fmla="*/ 14440 h 28688"/>
                    <a:gd name="connsiteX9" fmla="*/ 21224 w 41491"/>
                    <a:gd name="connsiteY9" fmla="*/ 6372 h 28688"/>
                    <a:gd name="connsiteX10" fmla="*/ 13289 w 41491"/>
                    <a:gd name="connsiteY10" fmla="*/ 1407 h 28688"/>
                    <a:gd name="connsiteX11" fmla="*/ 2915 w 41491"/>
                    <a:gd name="connsiteY11" fmla="*/ 1274 h 28688"/>
                    <a:gd name="connsiteX12" fmla="*/ 2693 w 41491"/>
                    <a:gd name="connsiteY12" fmla="*/ 16346 h 2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1491" h="28688">
                      <a:moveTo>
                        <a:pt x="2693" y="16346"/>
                      </a:moveTo>
                      <a:cubicBezTo>
                        <a:pt x="3358" y="18917"/>
                        <a:pt x="4112" y="21577"/>
                        <a:pt x="5974" y="23661"/>
                      </a:cubicBezTo>
                      <a:cubicBezTo>
                        <a:pt x="7747" y="25656"/>
                        <a:pt x="10230" y="26808"/>
                        <a:pt x="12934" y="27518"/>
                      </a:cubicBezTo>
                      <a:cubicBezTo>
                        <a:pt x="15727" y="28404"/>
                        <a:pt x="18786" y="28715"/>
                        <a:pt x="21712" y="28670"/>
                      </a:cubicBezTo>
                      <a:cubicBezTo>
                        <a:pt x="24150" y="28715"/>
                        <a:pt x="26765" y="28715"/>
                        <a:pt x="29203" y="28227"/>
                      </a:cubicBezTo>
                      <a:cubicBezTo>
                        <a:pt x="30445" y="28005"/>
                        <a:pt x="31642" y="27695"/>
                        <a:pt x="32838" y="27296"/>
                      </a:cubicBezTo>
                      <a:cubicBezTo>
                        <a:pt x="34036" y="26986"/>
                        <a:pt x="35232" y="26587"/>
                        <a:pt x="36341" y="26010"/>
                      </a:cubicBezTo>
                      <a:cubicBezTo>
                        <a:pt x="39665" y="24415"/>
                        <a:pt x="42591" y="21045"/>
                        <a:pt x="41084" y="18208"/>
                      </a:cubicBezTo>
                      <a:cubicBezTo>
                        <a:pt x="40153" y="16435"/>
                        <a:pt x="37759" y="15460"/>
                        <a:pt x="35587" y="14440"/>
                      </a:cubicBezTo>
                      <a:cubicBezTo>
                        <a:pt x="30445" y="11913"/>
                        <a:pt x="25657" y="9652"/>
                        <a:pt x="21224" y="6372"/>
                      </a:cubicBezTo>
                      <a:cubicBezTo>
                        <a:pt x="19362" y="4953"/>
                        <a:pt x="16569" y="2825"/>
                        <a:pt x="13289" y="1407"/>
                      </a:cubicBezTo>
                      <a:cubicBezTo>
                        <a:pt x="10052" y="32"/>
                        <a:pt x="6196" y="-854"/>
                        <a:pt x="2915" y="1274"/>
                      </a:cubicBezTo>
                      <a:cubicBezTo>
                        <a:pt x="-3025" y="4953"/>
                        <a:pt x="1807" y="12755"/>
                        <a:pt x="2693" y="1634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58" name="Forme libre : forme 25057">
                  <a:extLst>
                    <a:ext uri="{FF2B5EF4-FFF2-40B4-BE49-F238E27FC236}">
                      <a16:creationId xmlns:a16="http://schemas.microsoft.com/office/drawing/2014/main" id="{CB231DE9-5360-4471-AC9D-A63532838D81}"/>
                    </a:ext>
                  </a:extLst>
                </p:cNvPr>
                <p:cNvSpPr/>
                <p:nvPr/>
              </p:nvSpPr>
              <p:spPr>
                <a:xfrm>
                  <a:off x="5392581" y="1283873"/>
                  <a:ext cx="12869" cy="10251"/>
                </a:xfrm>
                <a:custGeom>
                  <a:avLst/>
                  <a:gdLst>
                    <a:gd name="connsiteX0" fmla="*/ 418 w 12869"/>
                    <a:gd name="connsiteY0" fmla="*/ 7044 h 10251"/>
                    <a:gd name="connsiteX1" fmla="*/ 63 w 12869"/>
                    <a:gd name="connsiteY1" fmla="*/ 8995 h 10251"/>
                    <a:gd name="connsiteX2" fmla="*/ 1659 w 12869"/>
                    <a:gd name="connsiteY2" fmla="*/ 10236 h 10251"/>
                    <a:gd name="connsiteX3" fmla="*/ 4009 w 12869"/>
                    <a:gd name="connsiteY3" fmla="*/ 9704 h 10251"/>
                    <a:gd name="connsiteX4" fmla="*/ 9461 w 12869"/>
                    <a:gd name="connsiteY4" fmla="*/ 6867 h 10251"/>
                    <a:gd name="connsiteX5" fmla="*/ 11412 w 12869"/>
                    <a:gd name="connsiteY5" fmla="*/ 5404 h 10251"/>
                    <a:gd name="connsiteX6" fmla="*/ 12786 w 12869"/>
                    <a:gd name="connsiteY6" fmla="*/ 1547 h 10251"/>
                    <a:gd name="connsiteX7" fmla="*/ 8752 w 12869"/>
                    <a:gd name="connsiteY7" fmla="*/ 306 h 10251"/>
                    <a:gd name="connsiteX8" fmla="*/ 418 w 12869"/>
                    <a:gd name="connsiteY8" fmla="*/ 7044 h 10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69" h="10251">
                      <a:moveTo>
                        <a:pt x="418" y="7044"/>
                      </a:moveTo>
                      <a:cubicBezTo>
                        <a:pt x="107" y="7665"/>
                        <a:pt x="-114" y="8374"/>
                        <a:pt x="63" y="8995"/>
                      </a:cubicBezTo>
                      <a:cubicBezTo>
                        <a:pt x="240" y="9615"/>
                        <a:pt x="817" y="10147"/>
                        <a:pt x="1659" y="10236"/>
                      </a:cubicBezTo>
                      <a:cubicBezTo>
                        <a:pt x="2457" y="10325"/>
                        <a:pt x="3255" y="10014"/>
                        <a:pt x="4009" y="9704"/>
                      </a:cubicBezTo>
                      <a:cubicBezTo>
                        <a:pt x="5915" y="8906"/>
                        <a:pt x="7732" y="7931"/>
                        <a:pt x="9461" y="6867"/>
                      </a:cubicBezTo>
                      <a:cubicBezTo>
                        <a:pt x="10171" y="6424"/>
                        <a:pt x="10880" y="5936"/>
                        <a:pt x="11412" y="5404"/>
                      </a:cubicBezTo>
                      <a:cubicBezTo>
                        <a:pt x="12520" y="4296"/>
                        <a:pt x="13096" y="2744"/>
                        <a:pt x="12786" y="1547"/>
                      </a:cubicBezTo>
                      <a:cubicBezTo>
                        <a:pt x="12476" y="395"/>
                        <a:pt x="11234" y="-492"/>
                        <a:pt x="8752" y="306"/>
                      </a:cubicBezTo>
                      <a:cubicBezTo>
                        <a:pt x="4895" y="1503"/>
                        <a:pt x="1615" y="4473"/>
                        <a:pt x="418" y="704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59" name="Forme libre : forme 25058">
                  <a:extLst>
                    <a:ext uri="{FF2B5EF4-FFF2-40B4-BE49-F238E27FC236}">
                      <a16:creationId xmlns:a16="http://schemas.microsoft.com/office/drawing/2014/main" id="{90EF23FC-92AA-41C8-A482-EE76EDB1CBF4}"/>
                    </a:ext>
                  </a:extLst>
                </p:cNvPr>
                <p:cNvSpPr/>
                <p:nvPr/>
              </p:nvSpPr>
              <p:spPr>
                <a:xfrm>
                  <a:off x="5425981" y="1299961"/>
                  <a:ext cx="18220" cy="15870"/>
                </a:xfrm>
                <a:custGeom>
                  <a:avLst/>
                  <a:gdLst>
                    <a:gd name="connsiteX0" fmla="*/ 18220 w 18220"/>
                    <a:gd name="connsiteY0" fmla="*/ 0 h 15870"/>
                    <a:gd name="connsiteX1" fmla="*/ 15250 w 18220"/>
                    <a:gd name="connsiteY1" fmla="*/ 6517 h 15870"/>
                    <a:gd name="connsiteX2" fmla="*/ 9797 w 18220"/>
                    <a:gd name="connsiteY2" fmla="*/ 11615 h 15870"/>
                    <a:gd name="connsiteX3" fmla="*/ 0 w 18220"/>
                    <a:gd name="connsiteY3" fmla="*/ 15871 h 15870"/>
                    <a:gd name="connsiteX4" fmla="*/ 2217 w 18220"/>
                    <a:gd name="connsiteY4" fmla="*/ 14940 h 15870"/>
                    <a:gd name="connsiteX5" fmla="*/ 7049 w 18220"/>
                    <a:gd name="connsiteY5" fmla="*/ 12280 h 15870"/>
                    <a:gd name="connsiteX6" fmla="*/ 12945 w 18220"/>
                    <a:gd name="connsiteY6" fmla="*/ 7359 h 15870"/>
                    <a:gd name="connsiteX7" fmla="*/ 18220 w 18220"/>
                    <a:gd name="connsiteY7" fmla="*/ 0 h 15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220" h="15870">
                      <a:moveTo>
                        <a:pt x="18220" y="0"/>
                      </a:moveTo>
                      <a:cubicBezTo>
                        <a:pt x="18220" y="0"/>
                        <a:pt x="17821" y="3192"/>
                        <a:pt x="15250" y="6517"/>
                      </a:cubicBezTo>
                      <a:cubicBezTo>
                        <a:pt x="13964" y="8201"/>
                        <a:pt x="12235" y="9841"/>
                        <a:pt x="9797" y="11615"/>
                      </a:cubicBezTo>
                      <a:cubicBezTo>
                        <a:pt x="7270" y="13388"/>
                        <a:pt x="4610" y="14496"/>
                        <a:pt x="0" y="15871"/>
                      </a:cubicBezTo>
                      <a:cubicBezTo>
                        <a:pt x="0" y="15871"/>
                        <a:pt x="842" y="15605"/>
                        <a:pt x="2217" y="14940"/>
                      </a:cubicBezTo>
                      <a:cubicBezTo>
                        <a:pt x="3635" y="14230"/>
                        <a:pt x="5187" y="13521"/>
                        <a:pt x="7049" y="12280"/>
                      </a:cubicBezTo>
                      <a:cubicBezTo>
                        <a:pt x="8911" y="11083"/>
                        <a:pt x="10950" y="9398"/>
                        <a:pt x="12945" y="7359"/>
                      </a:cubicBezTo>
                      <a:cubicBezTo>
                        <a:pt x="14895" y="5453"/>
                        <a:pt x="16801" y="3015"/>
                        <a:pt x="1822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60" name="Forme libre : forme 25059">
                  <a:extLst>
                    <a:ext uri="{FF2B5EF4-FFF2-40B4-BE49-F238E27FC236}">
                      <a16:creationId xmlns:a16="http://schemas.microsoft.com/office/drawing/2014/main" id="{0963F35E-1887-473E-B95F-7D98BAE44B9D}"/>
                    </a:ext>
                  </a:extLst>
                </p:cNvPr>
                <p:cNvSpPr/>
                <p:nvPr/>
              </p:nvSpPr>
              <p:spPr>
                <a:xfrm>
                  <a:off x="5376927" y="1276155"/>
                  <a:ext cx="19574" cy="22431"/>
                </a:xfrm>
                <a:custGeom>
                  <a:avLst/>
                  <a:gdLst>
                    <a:gd name="connsiteX0" fmla="*/ 19575 w 19574"/>
                    <a:gd name="connsiteY0" fmla="*/ 0 h 22431"/>
                    <a:gd name="connsiteX1" fmla="*/ 16028 w 19574"/>
                    <a:gd name="connsiteY1" fmla="*/ 1020 h 22431"/>
                    <a:gd name="connsiteX2" fmla="*/ 8448 w 19574"/>
                    <a:gd name="connsiteY2" fmla="*/ 4832 h 22431"/>
                    <a:gd name="connsiteX3" fmla="*/ 1665 w 19574"/>
                    <a:gd name="connsiteY3" fmla="*/ 12014 h 22431"/>
                    <a:gd name="connsiteX4" fmla="*/ 468 w 19574"/>
                    <a:gd name="connsiteY4" fmla="*/ 22431 h 22431"/>
                    <a:gd name="connsiteX5" fmla="*/ 2241 w 19574"/>
                    <a:gd name="connsiteY5" fmla="*/ 13920 h 22431"/>
                    <a:gd name="connsiteX6" fmla="*/ 7916 w 19574"/>
                    <a:gd name="connsiteY6" fmla="*/ 6428 h 22431"/>
                    <a:gd name="connsiteX7" fmla="*/ 12925 w 19574"/>
                    <a:gd name="connsiteY7" fmla="*/ 2748 h 22431"/>
                    <a:gd name="connsiteX8" fmla="*/ 19575 w 19574"/>
                    <a:gd name="connsiteY8" fmla="*/ 0 h 22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74" h="22431">
                      <a:moveTo>
                        <a:pt x="19575" y="0"/>
                      </a:moveTo>
                      <a:cubicBezTo>
                        <a:pt x="19575" y="0"/>
                        <a:pt x="18156" y="310"/>
                        <a:pt x="16028" y="1020"/>
                      </a:cubicBezTo>
                      <a:cubicBezTo>
                        <a:pt x="13900" y="1640"/>
                        <a:pt x="11107" y="2926"/>
                        <a:pt x="8448" y="4832"/>
                      </a:cubicBezTo>
                      <a:cubicBezTo>
                        <a:pt x="5788" y="6738"/>
                        <a:pt x="3217" y="8911"/>
                        <a:pt x="1665" y="12014"/>
                      </a:cubicBezTo>
                      <a:cubicBezTo>
                        <a:pt x="113" y="15073"/>
                        <a:pt x="-507" y="18530"/>
                        <a:pt x="468" y="22431"/>
                      </a:cubicBezTo>
                      <a:cubicBezTo>
                        <a:pt x="468" y="22431"/>
                        <a:pt x="113" y="18841"/>
                        <a:pt x="2241" y="13920"/>
                      </a:cubicBezTo>
                      <a:cubicBezTo>
                        <a:pt x="3305" y="11393"/>
                        <a:pt x="5123" y="8955"/>
                        <a:pt x="7916" y="6428"/>
                      </a:cubicBezTo>
                      <a:cubicBezTo>
                        <a:pt x="9334" y="5187"/>
                        <a:pt x="10974" y="3946"/>
                        <a:pt x="12925" y="2748"/>
                      </a:cubicBezTo>
                      <a:cubicBezTo>
                        <a:pt x="14787" y="1729"/>
                        <a:pt x="17004" y="798"/>
                        <a:pt x="195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61" name="Forme libre : forme 25060">
                  <a:extLst>
                    <a:ext uri="{FF2B5EF4-FFF2-40B4-BE49-F238E27FC236}">
                      <a16:creationId xmlns:a16="http://schemas.microsoft.com/office/drawing/2014/main" id="{A0B9883B-5019-411E-9D95-A9C464FF614F}"/>
                    </a:ext>
                  </a:extLst>
                </p:cNvPr>
                <p:cNvSpPr/>
                <p:nvPr/>
              </p:nvSpPr>
              <p:spPr>
                <a:xfrm>
                  <a:off x="5413580" y="1289052"/>
                  <a:ext cx="12255" cy="5847"/>
                </a:xfrm>
                <a:custGeom>
                  <a:avLst/>
                  <a:gdLst>
                    <a:gd name="connsiteX0" fmla="*/ 12136 w 12255"/>
                    <a:gd name="connsiteY0" fmla="*/ 4215 h 5847"/>
                    <a:gd name="connsiteX1" fmla="*/ 5087 w 12255"/>
                    <a:gd name="connsiteY1" fmla="*/ 5545 h 5847"/>
                    <a:gd name="connsiteX2" fmla="*/ 78 w 12255"/>
                    <a:gd name="connsiteY2" fmla="*/ 1865 h 5847"/>
                    <a:gd name="connsiteX3" fmla="*/ 7259 w 12255"/>
                    <a:gd name="connsiteY3" fmla="*/ 314 h 5847"/>
                    <a:gd name="connsiteX4" fmla="*/ 12136 w 12255"/>
                    <a:gd name="connsiteY4" fmla="*/ 4215 h 5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5" h="5847">
                      <a:moveTo>
                        <a:pt x="12136" y="4215"/>
                      </a:moveTo>
                      <a:cubicBezTo>
                        <a:pt x="11471" y="5678"/>
                        <a:pt x="8368" y="6254"/>
                        <a:pt x="5087" y="5545"/>
                      </a:cubicBezTo>
                      <a:cubicBezTo>
                        <a:pt x="1807" y="4836"/>
                        <a:pt x="-454" y="3417"/>
                        <a:pt x="78" y="1865"/>
                      </a:cubicBezTo>
                      <a:cubicBezTo>
                        <a:pt x="610" y="314"/>
                        <a:pt x="3890" y="-484"/>
                        <a:pt x="7259" y="314"/>
                      </a:cubicBezTo>
                      <a:cubicBezTo>
                        <a:pt x="10628" y="1023"/>
                        <a:pt x="12801" y="2752"/>
                        <a:pt x="12136" y="421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62" name="Forme libre : forme 25061">
                  <a:extLst>
                    <a:ext uri="{FF2B5EF4-FFF2-40B4-BE49-F238E27FC236}">
                      <a16:creationId xmlns:a16="http://schemas.microsoft.com/office/drawing/2014/main" id="{FF292B75-40EF-43E0-93DA-492560AEAB5D}"/>
                    </a:ext>
                  </a:extLst>
                </p:cNvPr>
                <p:cNvSpPr/>
                <p:nvPr/>
              </p:nvSpPr>
              <p:spPr>
                <a:xfrm>
                  <a:off x="5424119" y="1291314"/>
                  <a:ext cx="3324" cy="2443"/>
                </a:xfrm>
                <a:custGeom>
                  <a:avLst/>
                  <a:gdLst>
                    <a:gd name="connsiteX0" fmla="*/ 3325 w 3324"/>
                    <a:gd name="connsiteY0" fmla="*/ 1155 h 2443"/>
                    <a:gd name="connsiteX1" fmla="*/ 1685 w 3324"/>
                    <a:gd name="connsiteY1" fmla="*/ 2441 h 2443"/>
                    <a:gd name="connsiteX2" fmla="*/ 0 w 3324"/>
                    <a:gd name="connsiteY2" fmla="*/ 1288 h 2443"/>
                    <a:gd name="connsiteX3" fmla="*/ 1640 w 3324"/>
                    <a:gd name="connsiteY3" fmla="*/ 3 h 2443"/>
                    <a:gd name="connsiteX4" fmla="*/ 3325 w 3324"/>
                    <a:gd name="connsiteY4" fmla="*/ 1155 h 2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24" h="2443">
                      <a:moveTo>
                        <a:pt x="3325" y="1155"/>
                      </a:moveTo>
                      <a:cubicBezTo>
                        <a:pt x="3325" y="1820"/>
                        <a:pt x="2616" y="2396"/>
                        <a:pt x="1685" y="2441"/>
                      </a:cubicBezTo>
                      <a:cubicBezTo>
                        <a:pt x="754" y="2485"/>
                        <a:pt x="0" y="1953"/>
                        <a:pt x="0" y="1288"/>
                      </a:cubicBezTo>
                      <a:cubicBezTo>
                        <a:pt x="0" y="623"/>
                        <a:pt x="709" y="47"/>
                        <a:pt x="1640" y="3"/>
                      </a:cubicBezTo>
                      <a:cubicBezTo>
                        <a:pt x="2571" y="-42"/>
                        <a:pt x="3325" y="490"/>
                        <a:pt x="3325" y="11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63" name="Forme libre : forme 25062">
                  <a:extLst>
                    <a:ext uri="{FF2B5EF4-FFF2-40B4-BE49-F238E27FC236}">
                      <a16:creationId xmlns:a16="http://schemas.microsoft.com/office/drawing/2014/main" id="{400971A9-E6E2-4F08-A5B4-6199E0D055B0}"/>
                    </a:ext>
                  </a:extLst>
                </p:cNvPr>
                <p:cNvSpPr/>
                <p:nvPr/>
              </p:nvSpPr>
              <p:spPr>
                <a:xfrm>
                  <a:off x="5412168" y="1275562"/>
                  <a:ext cx="30101" cy="21925"/>
                </a:xfrm>
                <a:custGeom>
                  <a:avLst/>
                  <a:gdLst>
                    <a:gd name="connsiteX0" fmla="*/ 28486 w 30101"/>
                    <a:gd name="connsiteY0" fmla="*/ 8218 h 21925"/>
                    <a:gd name="connsiteX1" fmla="*/ 29772 w 30101"/>
                    <a:gd name="connsiteY1" fmla="*/ 19034 h 21925"/>
                    <a:gd name="connsiteX2" fmla="*/ 27068 w 30101"/>
                    <a:gd name="connsiteY2" fmla="*/ 21916 h 21925"/>
                    <a:gd name="connsiteX3" fmla="*/ 23699 w 30101"/>
                    <a:gd name="connsiteY3" fmla="*/ 19655 h 21925"/>
                    <a:gd name="connsiteX4" fmla="*/ 16384 w 30101"/>
                    <a:gd name="connsiteY4" fmla="*/ 9592 h 21925"/>
                    <a:gd name="connsiteX5" fmla="*/ 6410 w 30101"/>
                    <a:gd name="connsiteY5" fmla="*/ 6710 h 21925"/>
                    <a:gd name="connsiteX6" fmla="*/ 336 w 30101"/>
                    <a:gd name="connsiteY6" fmla="*/ 2499 h 21925"/>
                    <a:gd name="connsiteX7" fmla="*/ 10045 w 30101"/>
                    <a:gd name="connsiteY7" fmla="*/ 16 h 21925"/>
                    <a:gd name="connsiteX8" fmla="*/ 20596 w 30101"/>
                    <a:gd name="connsiteY8" fmla="*/ 1701 h 21925"/>
                    <a:gd name="connsiteX9" fmla="*/ 28486 w 30101"/>
                    <a:gd name="connsiteY9" fmla="*/ 8218 h 21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101" h="21925">
                      <a:moveTo>
                        <a:pt x="28486" y="8218"/>
                      </a:moveTo>
                      <a:cubicBezTo>
                        <a:pt x="30393" y="11720"/>
                        <a:pt x="30304" y="15532"/>
                        <a:pt x="29772" y="19034"/>
                      </a:cubicBezTo>
                      <a:cubicBezTo>
                        <a:pt x="29550" y="20364"/>
                        <a:pt x="28841" y="21872"/>
                        <a:pt x="27068" y="21916"/>
                      </a:cubicBezTo>
                      <a:cubicBezTo>
                        <a:pt x="25472" y="22049"/>
                        <a:pt x="24364" y="20763"/>
                        <a:pt x="23699" y="19655"/>
                      </a:cubicBezTo>
                      <a:cubicBezTo>
                        <a:pt x="21748" y="16197"/>
                        <a:pt x="20596" y="12030"/>
                        <a:pt x="16384" y="9592"/>
                      </a:cubicBezTo>
                      <a:cubicBezTo>
                        <a:pt x="15098" y="8883"/>
                        <a:pt x="10488" y="7907"/>
                        <a:pt x="6410" y="6710"/>
                      </a:cubicBezTo>
                      <a:cubicBezTo>
                        <a:pt x="2420" y="5425"/>
                        <a:pt x="-1127" y="4449"/>
                        <a:pt x="336" y="2499"/>
                      </a:cubicBezTo>
                      <a:cubicBezTo>
                        <a:pt x="1799" y="548"/>
                        <a:pt x="5878" y="-117"/>
                        <a:pt x="10045" y="16"/>
                      </a:cubicBezTo>
                      <a:cubicBezTo>
                        <a:pt x="14212" y="61"/>
                        <a:pt x="18423" y="726"/>
                        <a:pt x="20596" y="1701"/>
                      </a:cubicBezTo>
                      <a:cubicBezTo>
                        <a:pt x="24408" y="3253"/>
                        <a:pt x="27068" y="5646"/>
                        <a:pt x="28486" y="821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26" name="Graphique 2">
                <a:extLst>
                  <a:ext uri="{FF2B5EF4-FFF2-40B4-BE49-F238E27FC236}">
                    <a16:creationId xmlns:a16="http://schemas.microsoft.com/office/drawing/2014/main" id="{39274620-1FBF-4572-BA3D-D2A2E1A38A17}"/>
                  </a:ext>
                </a:extLst>
              </p:cNvPr>
              <p:cNvGrpSpPr/>
              <p:nvPr/>
            </p:nvGrpSpPr>
            <p:grpSpPr>
              <a:xfrm>
                <a:off x="5445671" y="1279780"/>
                <a:ext cx="68564" cy="59093"/>
                <a:chOff x="5445671" y="1279780"/>
                <a:chExt cx="68564" cy="59093"/>
              </a:xfrm>
              <a:solidFill>
                <a:schemeClr val="accent1"/>
              </a:solidFill>
            </p:grpSpPr>
            <p:sp>
              <p:nvSpPr>
                <p:cNvPr id="25040" name="Forme libre : forme 25039">
                  <a:extLst>
                    <a:ext uri="{FF2B5EF4-FFF2-40B4-BE49-F238E27FC236}">
                      <a16:creationId xmlns:a16="http://schemas.microsoft.com/office/drawing/2014/main" id="{52651FAF-4B8A-440B-B645-636E923216D7}"/>
                    </a:ext>
                  </a:extLst>
                </p:cNvPr>
                <p:cNvSpPr/>
                <p:nvPr/>
              </p:nvSpPr>
              <p:spPr>
                <a:xfrm>
                  <a:off x="5445671" y="1279780"/>
                  <a:ext cx="68564" cy="59093"/>
                </a:xfrm>
                <a:custGeom>
                  <a:avLst/>
                  <a:gdLst>
                    <a:gd name="connsiteX0" fmla="*/ 31468 w 68564"/>
                    <a:gd name="connsiteY0" fmla="*/ 53607 h 59093"/>
                    <a:gd name="connsiteX1" fmla="*/ 27080 w 68564"/>
                    <a:gd name="connsiteY1" fmla="*/ 50415 h 59093"/>
                    <a:gd name="connsiteX2" fmla="*/ 22558 w 68564"/>
                    <a:gd name="connsiteY2" fmla="*/ 47666 h 59093"/>
                    <a:gd name="connsiteX3" fmla="*/ 13426 w 68564"/>
                    <a:gd name="connsiteY3" fmla="*/ 42834 h 59093"/>
                    <a:gd name="connsiteX4" fmla="*/ 7663 w 68564"/>
                    <a:gd name="connsiteY4" fmla="*/ 39288 h 59093"/>
                    <a:gd name="connsiteX5" fmla="*/ 3274 w 68564"/>
                    <a:gd name="connsiteY5" fmla="*/ 34500 h 59093"/>
                    <a:gd name="connsiteX6" fmla="*/ 570 w 68564"/>
                    <a:gd name="connsiteY6" fmla="*/ 28604 h 59093"/>
                    <a:gd name="connsiteX7" fmla="*/ 215 w 68564"/>
                    <a:gd name="connsiteY7" fmla="*/ 22264 h 59093"/>
                    <a:gd name="connsiteX8" fmla="*/ 2476 w 68564"/>
                    <a:gd name="connsiteY8" fmla="*/ 10295 h 59093"/>
                    <a:gd name="connsiteX9" fmla="*/ 5579 w 68564"/>
                    <a:gd name="connsiteY9" fmla="*/ 4532 h 59093"/>
                    <a:gd name="connsiteX10" fmla="*/ 12096 w 68564"/>
                    <a:gd name="connsiteY10" fmla="*/ 941 h 59093"/>
                    <a:gd name="connsiteX11" fmla="*/ 21228 w 68564"/>
                    <a:gd name="connsiteY11" fmla="*/ 143 h 59093"/>
                    <a:gd name="connsiteX12" fmla="*/ 31468 w 68564"/>
                    <a:gd name="connsiteY12" fmla="*/ 2892 h 59093"/>
                    <a:gd name="connsiteX13" fmla="*/ 45211 w 68564"/>
                    <a:gd name="connsiteY13" fmla="*/ 10428 h 59093"/>
                    <a:gd name="connsiteX14" fmla="*/ 51683 w 68564"/>
                    <a:gd name="connsiteY14" fmla="*/ 14640 h 59093"/>
                    <a:gd name="connsiteX15" fmla="*/ 57712 w 68564"/>
                    <a:gd name="connsiteY15" fmla="*/ 19206 h 59093"/>
                    <a:gd name="connsiteX16" fmla="*/ 64495 w 68564"/>
                    <a:gd name="connsiteY16" fmla="*/ 26432 h 59093"/>
                    <a:gd name="connsiteX17" fmla="*/ 68042 w 68564"/>
                    <a:gd name="connsiteY17" fmla="*/ 34190 h 59093"/>
                    <a:gd name="connsiteX18" fmla="*/ 65337 w 68564"/>
                    <a:gd name="connsiteY18" fmla="*/ 46913 h 59093"/>
                    <a:gd name="connsiteX19" fmla="*/ 56959 w 68564"/>
                    <a:gd name="connsiteY19" fmla="*/ 55291 h 59093"/>
                    <a:gd name="connsiteX20" fmla="*/ 44857 w 68564"/>
                    <a:gd name="connsiteY20" fmla="*/ 59015 h 59093"/>
                    <a:gd name="connsiteX21" fmla="*/ 37897 w 68564"/>
                    <a:gd name="connsiteY21" fmla="*/ 57375 h 59093"/>
                    <a:gd name="connsiteX22" fmla="*/ 31468 w 68564"/>
                    <a:gd name="connsiteY22" fmla="*/ 53607 h 59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8564" h="59093">
                      <a:moveTo>
                        <a:pt x="31468" y="53607"/>
                      </a:moveTo>
                      <a:lnTo>
                        <a:pt x="27080" y="50415"/>
                      </a:lnTo>
                      <a:lnTo>
                        <a:pt x="22558" y="47666"/>
                      </a:lnTo>
                      <a:cubicBezTo>
                        <a:pt x="19588" y="45627"/>
                        <a:pt x="16440" y="44519"/>
                        <a:pt x="13426" y="42834"/>
                      </a:cubicBezTo>
                      <a:cubicBezTo>
                        <a:pt x="11209" y="42036"/>
                        <a:pt x="9303" y="40839"/>
                        <a:pt x="7663" y="39288"/>
                      </a:cubicBezTo>
                      <a:cubicBezTo>
                        <a:pt x="5978" y="37825"/>
                        <a:pt x="4471" y="36362"/>
                        <a:pt x="3274" y="34500"/>
                      </a:cubicBezTo>
                      <a:cubicBezTo>
                        <a:pt x="2077" y="32727"/>
                        <a:pt x="1146" y="30554"/>
                        <a:pt x="570" y="28604"/>
                      </a:cubicBezTo>
                      <a:cubicBezTo>
                        <a:pt x="-7" y="26565"/>
                        <a:pt x="-184" y="24437"/>
                        <a:pt x="215" y="22264"/>
                      </a:cubicBezTo>
                      <a:lnTo>
                        <a:pt x="2476" y="10295"/>
                      </a:lnTo>
                      <a:cubicBezTo>
                        <a:pt x="2875" y="8123"/>
                        <a:pt x="3939" y="6172"/>
                        <a:pt x="5579" y="4532"/>
                      </a:cubicBezTo>
                      <a:cubicBezTo>
                        <a:pt x="7219" y="2803"/>
                        <a:pt x="9436" y="1739"/>
                        <a:pt x="12096" y="941"/>
                      </a:cubicBezTo>
                      <a:cubicBezTo>
                        <a:pt x="14756" y="232"/>
                        <a:pt x="17948" y="-256"/>
                        <a:pt x="21228" y="143"/>
                      </a:cubicBezTo>
                      <a:cubicBezTo>
                        <a:pt x="24508" y="542"/>
                        <a:pt x="28011" y="1473"/>
                        <a:pt x="31468" y="2892"/>
                      </a:cubicBezTo>
                      <a:cubicBezTo>
                        <a:pt x="36079" y="5374"/>
                        <a:pt x="41000" y="7547"/>
                        <a:pt x="45211" y="10428"/>
                      </a:cubicBezTo>
                      <a:cubicBezTo>
                        <a:pt x="47383" y="11802"/>
                        <a:pt x="49600" y="13177"/>
                        <a:pt x="51683" y="14640"/>
                      </a:cubicBezTo>
                      <a:lnTo>
                        <a:pt x="57712" y="19206"/>
                      </a:lnTo>
                      <a:cubicBezTo>
                        <a:pt x="60594" y="21289"/>
                        <a:pt x="62722" y="23860"/>
                        <a:pt x="64495" y="26432"/>
                      </a:cubicBezTo>
                      <a:cubicBezTo>
                        <a:pt x="66268" y="29003"/>
                        <a:pt x="67510" y="31618"/>
                        <a:pt x="68042" y="34190"/>
                      </a:cubicBezTo>
                      <a:cubicBezTo>
                        <a:pt x="69239" y="39288"/>
                        <a:pt x="68396" y="43898"/>
                        <a:pt x="65337" y="46913"/>
                      </a:cubicBezTo>
                      <a:lnTo>
                        <a:pt x="56959" y="55291"/>
                      </a:lnTo>
                      <a:cubicBezTo>
                        <a:pt x="53944" y="58306"/>
                        <a:pt x="49467" y="59414"/>
                        <a:pt x="44857" y="59015"/>
                      </a:cubicBezTo>
                      <a:cubicBezTo>
                        <a:pt x="42596" y="58749"/>
                        <a:pt x="40202" y="58261"/>
                        <a:pt x="37897" y="57375"/>
                      </a:cubicBezTo>
                      <a:cubicBezTo>
                        <a:pt x="35724" y="56399"/>
                        <a:pt x="33552" y="54981"/>
                        <a:pt x="31468" y="53607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41" name="Forme libre : forme 25040">
                  <a:extLst>
                    <a:ext uri="{FF2B5EF4-FFF2-40B4-BE49-F238E27FC236}">
                      <a16:creationId xmlns:a16="http://schemas.microsoft.com/office/drawing/2014/main" id="{EA5B0300-D43F-46DC-9B00-E1F84F37A6BB}"/>
                    </a:ext>
                  </a:extLst>
                </p:cNvPr>
                <p:cNvSpPr/>
                <p:nvPr/>
              </p:nvSpPr>
              <p:spPr>
                <a:xfrm>
                  <a:off x="5445715" y="1296813"/>
                  <a:ext cx="57357" cy="41897"/>
                </a:xfrm>
                <a:custGeom>
                  <a:avLst/>
                  <a:gdLst>
                    <a:gd name="connsiteX0" fmla="*/ 23134 w 57357"/>
                    <a:gd name="connsiteY0" fmla="*/ 14541 h 41897"/>
                    <a:gd name="connsiteX1" fmla="*/ 10411 w 57357"/>
                    <a:gd name="connsiteY1" fmla="*/ 8866 h 41897"/>
                    <a:gd name="connsiteX2" fmla="*/ 1190 w 57357"/>
                    <a:gd name="connsiteY2" fmla="*/ 0 h 41897"/>
                    <a:gd name="connsiteX3" fmla="*/ 215 w 57357"/>
                    <a:gd name="connsiteY3" fmla="*/ 5187 h 41897"/>
                    <a:gd name="connsiteX4" fmla="*/ 570 w 57357"/>
                    <a:gd name="connsiteY4" fmla="*/ 11526 h 41897"/>
                    <a:gd name="connsiteX5" fmla="*/ 3274 w 57357"/>
                    <a:gd name="connsiteY5" fmla="*/ 17422 h 41897"/>
                    <a:gd name="connsiteX6" fmla="*/ 7663 w 57357"/>
                    <a:gd name="connsiteY6" fmla="*/ 22210 h 41897"/>
                    <a:gd name="connsiteX7" fmla="*/ 13426 w 57357"/>
                    <a:gd name="connsiteY7" fmla="*/ 25756 h 41897"/>
                    <a:gd name="connsiteX8" fmla="*/ 22558 w 57357"/>
                    <a:gd name="connsiteY8" fmla="*/ 30588 h 41897"/>
                    <a:gd name="connsiteX9" fmla="*/ 27080 w 57357"/>
                    <a:gd name="connsiteY9" fmla="*/ 33337 h 41897"/>
                    <a:gd name="connsiteX10" fmla="*/ 31469 w 57357"/>
                    <a:gd name="connsiteY10" fmla="*/ 36529 h 41897"/>
                    <a:gd name="connsiteX11" fmla="*/ 38030 w 57357"/>
                    <a:gd name="connsiteY11" fmla="*/ 40164 h 41897"/>
                    <a:gd name="connsiteX12" fmla="*/ 44989 w 57357"/>
                    <a:gd name="connsiteY12" fmla="*/ 41804 h 41897"/>
                    <a:gd name="connsiteX13" fmla="*/ 57092 w 57357"/>
                    <a:gd name="connsiteY13" fmla="*/ 38080 h 41897"/>
                    <a:gd name="connsiteX14" fmla="*/ 57358 w 57357"/>
                    <a:gd name="connsiteY14" fmla="*/ 37814 h 41897"/>
                    <a:gd name="connsiteX15" fmla="*/ 49378 w 57357"/>
                    <a:gd name="connsiteY15" fmla="*/ 30721 h 41897"/>
                    <a:gd name="connsiteX16" fmla="*/ 41354 w 57357"/>
                    <a:gd name="connsiteY16" fmla="*/ 24072 h 41897"/>
                    <a:gd name="connsiteX17" fmla="*/ 32710 w 57357"/>
                    <a:gd name="connsiteY17" fmla="*/ 18442 h 41897"/>
                    <a:gd name="connsiteX18" fmla="*/ 28099 w 57357"/>
                    <a:gd name="connsiteY18" fmla="*/ 16137 h 41897"/>
                    <a:gd name="connsiteX19" fmla="*/ 23134 w 57357"/>
                    <a:gd name="connsiteY19" fmla="*/ 14541 h 41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7357" h="41897">
                      <a:moveTo>
                        <a:pt x="23134" y="14541"/>
                      </a:moveTo>
                      <a:cubicBezTo>
                        <a:pt x="18480" y="13078"/>
                        <a:pt x="14091" y="11482"/>
                        <a:pt x="10411" y="8866"/>
                      </a:cubicBezTo>
                      <a:cubicBezTo>
                        <a:pt x="6599" y="6738"/>
                        <a:pt x="3451" y="3325"/>
                        <a:pt x="1190" y="0"/>
                      </a:cubicBezTo>
                      <a:lnTo>
                        <a:pt x="215" y="5187"/>
                      </a:lnTo>
                      <a:cubicBezTo>
                        <a:pt x="-184" y="7359"/>
                        <a:pt x="-6" y="9531"/>
                        <a:pt x="570" y="11526"/>
                      </a:cubicBezTo>
                      <a:cubicBezTo>
                        <a:pt x="1146" y="13477"/>
                        <a:pt x="2077" y="15649"/>
                        <a:pt x="3274" y="17422"/>
                      </a:cubicBezTo>
                      <a:cubicBezTo>
                        <a:pt x="4471" y="19284"/>
                        <a:pt x="5978" y="20747"/>
                        <a:pt x="7663" y="22210"/>
                      </a:cubicBezTo>
                      <a:cubicBezTo>
                        <a:pt x="9303" y="23717"/>
                        <a:pt x="11254" y="24914"/>
                        <a:pt x="13426" y="25756"/>
                      </a:cubicBezTo>
                      <a:cubicBezTo>
                        <a:pt x="16440" y="27441"/>
                        <a:pt x="19588" y="28549"/>
                        <a:pt x="22558" y="30588"/>
                      </a:cubicBezTo>
                      <a:lnTo>
                        <a:pt x="27080" y="33337"/>
                      </a:lnTo>
                      <a:lnTo>
                        <a:pt x="31469" y="36529"/>
                      </a:lnTo>
                      <a:cubicBezTo>
                        <a:pt x="33552" y="37947"/>
                        <a:pt x="35724" y="39322"/>
                        <a:pt x="38030" y="40164"/>
                      </a:cubicBezTo>
                      <a:cubicBezTo>
                        <a:pt x="40335" y="41006"/>
                        <a:pt x="42729" y="41538"/>
                        <a:pt x="44989" y="41804"/>
                      </a:cubicBezTo>
                      <a:cubicBezTo>
                        <a:pt x="49556" y="42247"/>
                        <a:pt x="54033" y="41139"/>
                        <a:pt x="57092" y="38080"/>
                      </a:cubicBezTo>
                      <a:lnTo>
                        <a:pt x="57358" y="37814"/>
                      </a:lnTo>
                      <a:cubicBezTo>
                        <a:pt x="54565" y="35509"/>
                        <a:pt x="52038" y="32982"/>
                        <a:pt x="49378" y="30721"/>
                      </a:cubicBezTo>
                      <a:cubicBezTo>
                        <a:pt x="46674" y="28505"/>
                        <a:pt x="44192" y="25978"/>
                        <a:pt x="41354" y="24072"/>
                      </a:cubicBezTo>
                      <a:cubicBezTo>
                        <a:pt x="38562" y="22032"/>
                        <a:pt x="35813" y="19905"/>
                        <a:pt x="32710" y="18442"/>
                      </a:cubicBezTo>
                      <a:cubicBezTo>
                        <a:pt x="31203" y="17644"/>
                        <a:pt x="29651" y="16890"/>
                        <a:pt x="28099" y="16137"/>
                      </a:cubicBezTo>
                      <a:cubicBezTo>
                        <a:pt x="26459" y="15471"/>
                        <a:pt x="24775" y="15028"/>
                        <a:pt x="23134" y="1454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42" name="Forme libre : forme 25041">
                  <a:extLst>
                    <a:ext uri="{FF2B5EF4-FFF2-40B4-BE49-F238E27FC236}">
                      <a16:creationId xmlns:a16="http://schemas.microsoft.com/office/drawing/2014/main" id="{8243EB59-A138-4471-93AE-161ACB6246D3}"/>
                    </a:ext>
                  </a:extLst>
                </p:cNvPr>
                <p:cNvSpPr/>
                <p:nvPr/>
              </p:nvSpPr>
              <p:spPr>
                <a:xfrm>
                  <a:off x="5468753" y="1301197"/>
                  <a:ext cx="27964" cy="22312"/>
                </a:xfrm>
                <a:custGeom>
                  <a:avLst/>
                  <a:gdLst>
                    <a:gd name="connsiteX0" fmla="*/ 26873 w 27964"/>
                    <a:gd name="connsiteY0" fmla="*/ 20530 h 22312"/>
                    <a:gd name="connsiteX1" fmla="*/ 19691 w 27964"/>
                    <a:gd name="connsiteY1" fmla="*/ 22038 h 22312"/>
                    <a:gd name="connsiteX2" fmla="*/ 14770 w 27964"/>
                    <a:gd name="connsiteY2" fmla="*/ 20575 h 22312"/>
                    <a:gd name="connsiteX3" fmla="*/ 9672 w 27964"/>
                    <a:gd name="connsiteY3" fmla="*/ 17738 h 22312"/>
                    <a:gd name="connsiteX4" fmla="*/ 5151 w 27964"/>
                    <a:gd name="connsiteY4" fmla="*/ 14147 h 22312"/>
                    <a:gd name="connsiteX5" fmla="*/ 1870 w 27964"/>
                    <a:gd name="connsiteY5" fmla="*/ 10334 h 22312"/>
                    <a:gd name="connsiteX6" fmla="*/ 451 w 27964"/>
                    <a:gd name="connsiteY6" fmla="*/ 3064 h 22312"/>
                    <a:gd name="connsiteX7" fmla="*/ 7323 w 27964"/>
                    <a:gd name="connsiteY7" fmla="*/ 5 h 22312"/>
                    <a:gd name="connsiteX8" fmla="*/ 12864 w 27964"/>
                    <a:gd name="connsiteY8" fmla="*/ 1069 h 22312"/>
                    <a:gd name="connsiteX9" fmla="*/ 18804 w 27964"/>
                    <a:gd name="connsiteY9" fmla="*/ 4039 h 22312"/>
                    <a:gd name="connsiteX10" fmla="*/ 23769 w 27964"/>
                    <a:gd name="connsiteY10" fmla="*/ 8384 h 22312"/>
                    <a:gd name="connsiteX11" fmla="*/ 26961 w 27964"/>
                    <a:gd name="connsiteY11" fmla="*/ 12950 h 22312"/>
                    <a:gd name="connsiteX12" fmla="*/ 26873 w 27964"/>
                    <a:gd name="connsiteY12" fmla="*/ 20530 h 22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964" h="22312">
                      <a:moveTo>
                        <a:pt x="26873" y="20530"/>
                      </a:moveTo>
                      <a:cubicBezTo>
                        <a:pt x="25410" y="22259"/>
                        <a:pt x="22750" y="22658"/>
                        <a:pt x="19691" y="22038"/>
                      </a:cubicBezTo>
                      <a:cubicBezTo>
                        <a:pt x="18139" y="21816"/>
                        <a:pt x="16455" y="21328"/>
                        <a:pt x="14770" y="20575"/>
                      </a:cubicBezTo>
                      <a:cubicBezTo>
                        <a:pt x="13041" y="19910"/>
                        <a:pt x="11445" y="18757"/>
                        <a:pt x="9672" y="17738"/>
                      </a:cubicBezTo>
                      <a:cubicBezTo>
                        <a:pt x="7943" y="16674"/>
                        <a:pt x="6436" y="15432"/>
                        <a:pt x="5151" y="14147"/>
                      </a:cubicBezTo>
                      <a:cubicBezTo>
                        <a:pt x="3909" y="12772"/>
                        <a:pt x="2712" y="11620"/>
                        <a:pt x="1870" y="10334"/>
                      </a:cubicBezTo>
                      <a:cubicBezTo>
                        <a:pt x="141" y="7807"/>
                        <a:pt x="-524" y="5148"/>
                        <a:pt x="451" y="3064"/>
                      </a:cubicBezTo>
                      <a:cubicBezTo>
                        <a:pt x="1427" y="980"/>
                        <a:pt x="3909" y="-83"/>
                        <a:pt x="7323" y="5"/>
                      </a:cubicBezTo>
                      <a:cubicBezTo>
                        <a:pt x="9007" y="49"/>
                        <a:pt x="10958" y="271"/>
                        <a:pt x="12864" y="1069"/>
                      </a:cubicBezTo>
                      <a:cubicBezTo>
                        <a:pt x="14770" y="1778"/>
                        <a:pt x="16809" y="2798"/>
                        <a:pt x="18804" y="4039"/>
                      </a:cubicBezTo>
                      <a:cubicBezTo>
                        <a:pt x="20844" y="5236"/>
                        <a:pt x="22351" y="6876"/>
                        <a:pt x="23769" y="8384"/>
                      </a:cubicBezTo>
                      <a:cubicBezTo>
                        <a:pt x="25144" y="9935"/>
                        <a:pt x="26208" y="11487"/>
                        <a:pt x="26961" y="12950"/>
                      </a:cubicBezTo>
                      <a:cubicBezTo>
                        <a:pt x="28291" y="16053"/>
                        <a:pt x="28336" y="18802"/>
                        <a:pt x="26873" y="2053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43" name="Forme libre : forme 25042">
                  <a:extLst>
                    <a:ext uri="{FF2B5EF4-FFF2-40B4-BE49-F238E27FC236}">
                      <a16:creationId xmlns:a16="http://schemas.microsoft.com/office/drawing/2014/main" id="{8E7C962F-98FB-4134-B344-27C055CE1F4F}"/>
                    </a:ext>
                  </a:extLst>
                </p:cNvPr>
                <p:cNvSpPr/>
                <p:nvPr/>
              </p:nvSpPr>
              <p:spPr>
                <a:xfrm>
                  <a:off x="5468708" y="1301220"/>
                  <a:ext cx="15656" cy="20905"/>
                </a:xfrm>
                <a:custGeom>
                  <a:avLst/>
                  <a:gdLst>
                    <a:gd name="connsiteX0" fmla="*/ 10027 w 15656"/>
                    <a:gd name="connsiteY0" fmla="*/ 248 h 20905"/>
                    <a:gd name="connsiteX1" fmla="*/ 451 w 15656"/>
                    <a:gd name="connsiteY1" fmla="*/ 3041 h 20905"/>
                    <a:gd name="connsiteX2" fmla="*/ 1870 w 15656"/>
                    <a:gd name="connsiteY2" fmla="*/ 10311 h 20905"/>
                    <a:gd name="connsiteX3" fmla="*/ 5150 w 15656"/>
                    <a:gd name="connsiteY3" fmla="*/ 14123 h 20905"/>
                    <a:gd name="connsiteX4" fmla="*/ 9672 w 15656"/>
                    <a:gd name="connsiteY4" fmla="*/ 17714 h 20905"/>
                    <a:gd name="connsiteX5" fmla="*/ 15657 w 15656"/>
                    <a:gd name="connsiteY5" fmla="*/ 20906 h 20905"/>
                    <a:gd name="connsiteX6" fmla="*/ 12997 w 15656"/>
                    <a:gd name="connsiteY6" fmla="*/ 18202 h 20905"/>
                    <a:gd name="connsiteX7" fmla="*/ 8874 w 15656"/>
                    <a:gd name="connsiteY7" fmla="*/ 8804 h 20905"/>
                    <a:gd name="connsiteX8" fmla="*/ 10027 w 15656"/>
                    <a:gd name="connsiteY8" fmla="*/ 248 h 20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656" h="20905">
                      <a:moveTo>
                        <a:pt x="10027" y="248"/>
                      </a:moveTo>
                      <a:cubicBezTo>
                        <a:pt x="5283" y="-506"/>
                        <a:pt x="1648" y="469"/>
                        <a:pt x="451" y="3041"/>
                      </a:cubicBezTo>
                      <a:cubicBezTo>
                        <a:pt x="-524" y="5124"/>
                        <a:pt x="141" y="7784"/>
                        <a:pt x="1870" y="10311"/>
                      </a:cubicBezTo>
                      <a:cubicBezTo>
                        <a:pt x="2712" y="11597"/>
                        <a:pt x="3865" y="12749"/>
                        <a:pt x="5150" y="14123"/>
                      </a:cubicBezTo>
                      <a:cubicBezTo>
                        <a:pt x="6436" y="15409"/>
                        <a:pt x="7943" y="16650"/>
                        <a:pt x="9672" y="17714"/>
                      </a:cubicBezTo>
                      <a:cubicBezTo>
                        <a:pt x="11712" y="18955"/>
                        <a:pt x="13662" y="20197"/>
                        <a:pt x="15657" y="20906"/>
                      </a:cubicBezTo>
                      <a:cubicBezTo>
                        <a:pt x="14682" y="20108"/>
                        <a:pt x="13751" y="19266"/>
                        <a:pt x="12997" y="18202"/>
                      </a:cubicBezTo>
                      <a:cubicBezTo>
                        <a:pt x="11046" y="15187"/>
                        <a:pt x="9495" y="12084"/>
                        <a:pt x="8874" y="8804"/>
                      </a:cubicBezTo>
                      <a:cubicBezTo>
                        <a:pt x="8298" y="5568"/>
                        <a:pt x="8431" y="2509"/>
                        <a:pt x="10027" y="248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44" name="Forme libre : forme 25043">
                  <a:extLst>
                    <a:ext uri="{FF2B5EF4-FFF2-40B4-BE49-F238E27FC236}">
                      <a16:creationId xmlns:a16="http://schemas.microsoft.com/office/drawing/2014/main" id="{69BA8869-1877-4509-B91C-F2639C24E042}"/>
                    </a:ext>
                  </a:extLst>
                </p:cNvPr>
                <p:cNvSpPr/>
                <p:nvPr/>
              </p:nvSpPr>
              <p:spPr>
                <a:xfrm>
                  <a:off x="5469329" y="1303594"/>
                  <a:ext cx="27455" cy="22301"/>
                </a:xfrm>
                <a:custGeom>
                  <a:avLst/>
                  <a:gdLst>
                    <a:gd name="connsiteX0" fmla="*/ 26341 w 27455"/>
                    <a:gd name="connsiteY0" fmla="*/ 20527 h 22301"/>
                    <a:gd name="connsiteX1" fmla="*/ 19159 w 27455"/>
                    <a:gd name="connsiteY1" fmla="*/ 22034 h 22301"/>
                    <a:gd name="connsiteX2" fmla="*/ 9318 w 27455"/>
                    <a:gd name="connsiteY2" fmla="*/ 17645 h 22301"/>
                    <a:gd name="connsiteX3" fmla="*/ 1737 w 27455"/>
                    <a:gd name="connsiteY3" fmla="*/ 10242 h 22301"/>
                    <a:gd name="connsiteX4" fmla="*/ 496 w 27455"/>
                    <a:gd name="connsiteY4" fmla="*/ 3060 h 22301"/>
                    <a:gd name="connsiteX5" fmla="*/ 7367 w 27455"/>
                    <a:gd name="connsiteY5" fmla="*/ 1 h 22301"/>
                    <a:gd name="connsiteX6" fmla="*/ 18627 w 27455"/>
                    <a:gd name="connsiteY6" fmla="*/ 4080 h 22301"/>
                    <a:gd name="connsiteX7" fmla="*/ 26474 w 27455"/>
                    <a:gd name="connsiteY7" fmla="*/ 13079 h 22301"/>
                    <a:gd name="connsiteX8" fmla="*/ 26341 w 27455"/>
                    <a:gd name="connsiteY8" fmla="*/ 20527 h 22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455" h="22301">
                      <a:moveTo>
                        <a:pt x="26341" y="20527"/>
                      </a:moveTo>
                      <a:cubicBezTo>
                        <a:pt x="24878" y="22211"/>
                        <a:pt x="22174" y="22655"/>
                        <a:pt x="19159" y="22034"/>
                      </a:cubicBezTo>
                      <a:cubicBezTo>
                        <a:pt x="16145" y="21369"/>
                        <a:pt x="12554" y="20083"/>
                        <a:pt x="9318" y="17645"/>
                      </a:cubicBezTo>
                      <a:cubicBezTo>
                        <a:pt x="5904" y="15606"/>
                        <a:pt x="3377" y="12724"/>
                        <a:pt x="1737" y="10242"/>
                      </a:cubicBezTo>
                      <a:cubicBezTo>
                        <a:pt x="97" y="7759"/>
                        <a:pt x="-524" y="5099"/>
                        <a:pt x="496" y="3060"/>
                      </a:cubicBezTo>
                      <a:cubicBezTo>
                        <a:pt x="1516" y="1021"/>
                        <a:pt x="3998" y="-43"/>
                        <a:pt x="7367" y="1"/>
                      </a:cubicBezTo>
                      <a:cubicBezTo>
                        <a:pt x="10736" y="46"/>
                        <a:pt x="14682" y="1642"/>
                        <a:pt x="18627" y="4080"/>
                      </a:cubicBezTo>
                      <a:cubicBezTo>
                        <a:pt x="22307" y="6873"/>
                        <a:pt x="25188" y="9976"/>
                        <a:pt x="26474" y="13079"/>
                      </a:cubicBezTo>
                      <a:cubicBezTo>
                        <a:pt x="27804" y="16138"/>
                        <a:pt x="27804" y="18842"/>
                        <a:pt x="26341" y="2052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45" name="Forme libre : forme 25044">
                  <a:extLst>
                    <a:ext uri="{FF2B5EF4-FFF2-40B4-BE49-F238E27FC236}">
                      <a16:creationId xmlns:a16="http://schemas.microsoft.com/office/drawing/2014/main" id="{0FF52136-4FA8-4038-99E5-3B12CB74C991}"/>
                    </a:ext>
                  </a:extLst>
                </p:cNvPr>
                <p:cNvSpPr/>
                <p:nvPr/>
              </p:nvSpPr>
              <p:spPr>
                <a:xfrm>
                  <a:off x="5454932" y="1288461"/>
                  <a:ext cx="30736" cy="39281"/>
                </a:xfrm>
                <a:custGeom>
                  <a:avLst/>
                  <a:gdLst>
                    <a:gd name="connsiteX0" fmla="*/ 1416 w 30736"/>
                    <a:gd name="connsiteY0" fmla="*/ 12032 h 39281"/>
                    <a:gd name="connsiteX1" fmla="*/ 86 w 30736"/>
                    <a:gd name="connsiteY1" fmla="*/ 19657 h 39281"/>
                    <a:gd name="connsiteX2" fmla="*/ 3455 w 30736"/>
                    <a:gd name="connsiteY2" fmla="*/ 26750 h 39281"/>
                    <a:gd name="connsiteX3" fmla="*/ 6381 w 30736"/>
                    <a:gd name="connsiteY3" fmla="*/ 29720 h 39281"/>
                    <a:gd name="connsiteX4" fmla="*/ 9617 w 30736"/>
                    <a:gd name="connsiteY4" fmla="*/ 32557 h 39281"/>
                    <a:gd name="connsiteX5" fmla="*/ 12543 w 30736"/>
                    <a:gd name="connsiteY5" fmla="*/ 34508 h 39281"/>
                    <a:gd name="connsiteX6" fmla="*/ 15602 w 30736"/>
                    <a:gd name="connsiteY6" fmla="*/ 36458 h 39281"/>
                    <a:gd name="connsiteX7" fmla="*/ 22340 w 30736"/>
                    <a:gd name="connsiteY7" fmla="*/ 38985 h 39281"/>
                    <a:gd name="connsiteX8" fmla="*/ 30675 w 30736"/>
                    <a:gd name="connsiteY8" fmla="*/ 35971 h 39281"/>
                    <a:gd name="connsiteX9" fmla="*/ 28724 w 30736"/>
                    <a:gd name="connsiteY9" fmla="*/ 29764 h 39281"/>
                    <a:gd name="connsiteX10" fmla="*/ 25089 w 30736"/>
                    <a:gd name="connsiteY10" fmla="*/ 22361 h 39281"/>
                    <a:gd name="connsiteX11" fmla="*/ 22119 w 30736"/>
                    <a:gd name="connsiteY11" fmla="*/ 14825 h 39281"/>
                    <a:gd name="connsiteX12" fmla="*/ 18528 w 30736"/>
                    <a:gd name="connsiteY12" fmla="*/ 6180 h 39281"/>
                    <a:gd name="connsiteX13" fmla="*/ 9883 w 30736"/>
                    <a:gd name="connsiteY13" fmla="*/ 63 h 39281"/>
                    <a:gd name="connsiteX14" fmla="*/ 3455 w 30736"/>
                    <a:gd name="connsiteY14" fmla="*/ 4584 h 39281"/>
                    <a:gd name="connsiteX15" fmla="*/ 1416 w 30736"/>
                    <a:gd name="connsiteY15" fmla="*/ 12032 h 39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0736" h="39281">
                      <a:moveTo>
                        <a:pt x="1416" y="12032"/>
                      </a:moveTo>
                      <a:cubicBezTo>
                        <a:pt x="530" y="14515"/>
                        <a:pt x="-268" y="17041"/>
                        <a:pt x="86" y="19657"/>
                      </a:cubicBezTo>
                      <a:cubicBezTo>
                        <a:pt x="485" y="22051"/>
                        <a:pt x="1726" y="24666"/>
                        <a:pt x="3455" y="26750"/>
                      </a:cubicBezTo>
                      <a:cubicBezTo>
                        <a:pt x="4342" y="27814"/>
                        <a:pt x="5317" y="28745"/>
                        <a:pt x="6381" y="29720"/>
                      </a:cubicBezTo>
                      <a:cubicBezTo>
                        <a:pt x="7401" y="30784"/>
                        <a:pt x="8509" y="31715"/>
                        <a:pt x="9617" y="32557"/>
                      </a:cubicBezTo>
                      <a:cubicBezTo>
                        <a:pt x="10548" y="33267"/>
                        <a:pt x="11524" y="33931"/>
                        <a:pt x="12543" y="34508"/>
                      </a:cubicBezTo>
                      <a:cubicBezTo>
                        <a:pt x="13518" y="35217"/>
                        <a:pt x="14538" y="35882"/>
                        <a:pt x="15602" y="36458"/>
                      </a:cubicBezTo>
                      <a:cubicBezTo>
                        <a:pt x="17730" y="37611"/>
                        <a:pt x="20035" y="38365"/>
                        <a:pt x="22340" y="38985"/>
                      </a:cubicBezTo>
                      <a:cubicBezTo>
                        <a:pt x="25798" y="39783"/>
                        <a:pt x="30098" y="39030"/>
                        <a:pt x="30675" y="35971"/>
                      </a:cubicBezTo>
                      <a:cubicBezTo>
                        <a:pt x="31029" y="34064"/>
                        <a:pt x="29788" y="31848"/>
                        <a:pt x="28724" y="29764"/>
                      </a:cubicBezTo>
                      <a:cubicBezTo>
                        <a:pt x="27483" y="27193"/>
                        <a:pt x="26197" y="24888"/>
                        <a:pt x="25089" y="22361"/>
                      </a:cubicBezTo>
                      <a:cubicBezTo>
                        <a:pt x="23936" y="19923"/>
                        <a:pt x="23050" y="17219"/>
                        <a:pt x="22119" y="14825"/>
                      </a:cubicBezTo>
                      <a:cubicBezTo>
                        <a:pt x="21365" y="12741"/>
                        <a:pt x="20390" y="9328"/>
                        <a:pt x="18528" y="6180"/>
                      </a:cubicBezTo>
                      <a:cubicBezTo>
                        <a:pt x="16755" y="2989"/>
                        <a:pt x="13740" y="595"/>
                        <a:pt x="9883" y="63"/>
                      </a:cubicBezTo>
                      <a:cubicBezTo>
                        <a:pt x="6426" y="-425"/>
                        <a:pt x="4519" y="2013"/>
                        <a:pt x="3455" y="4584"/>
                      </a:cubicBezTo>
                      <a:cubicBezTo>
                        <a:pt x="2480" y="7289"/>
                        <a:pt x="2037" y="10348"/>
                        <a:pt x="1416" y="1203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46" name="Forme libre : forme 25045">
                  <a:extLst>
                    <a:ext uri="{FF2B5EF4-FFF2-40B4-BE49-F238E27FC236}">
                      <a16:creationId xmlns:a16="http://schemas.microsoft.com/office/drawing/2014/main" id="{EEBF6FA1-4D46-4610-83A0-65C06B4EFD2E}"/>
                    </a:ext>
                  </a:extLst>
                </p:cNvPr>
                <p:cNvSpPr/>
                <p:nvPr/>
              </p:nvSpPr>
              <p:spPr>
                <a:xfrm>
                  <a:off x="5465079" y="1292837"/>
                  <a:ext cx="15058" cy="6615"/>
                </a:xfrm>
                <a:custGeom>
                  <a:avLst/>
                  <a:gdLst>
                    <a:gd name="connsiteX0" fmla="*/ 1509 w 15058"/>
                    <a:gd name="connsiteY0" fmla="*/ 1405 h 6615"/>
                    <a:gd name="connsiteX1" fmla="*/ 91 w 15058"/>
                    <a:gd name="connsiteY1" fmla="*/ 2735 h 6615"/>
                    <a:gd name="connsiteX2" fmla="*/ 711 w 15058"/>
                    <a:gd name="connsiteY2" fmla="*/ 4641 h 6615"/>
                    <a:gd name="connsiteX3" fmla="*/ 3016 w 15058"/>
                    <a:gd name="connsiteY3" fmla="*/ 5484 h 6615"/>
                    <a:gd name="connsiteX4" fmla="*/ 9090 w 15058"/>
                    <a:gd name="connsiteY4" fmla="*/ 6503 h 6615"/>
                    <a:gd name="connsiteX5" fmla="*/ 11528 w 15058"/>
                    <a:gd name="connsiteY5" fmla="*/ 6548 h 6615"/>
                    <a:gd name="connsiteX6" fmla="*/ 12326 w 15058"/>
                    <a:gd name="connsiteY6" fmla="*/ 962 h 6615"/>
                    <a:gd name="connsiteX7" fmla="*/ 1509 w 15058"/>
                    <a:gd name="connsiteY7" fmla="*/ 1405 h 6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058" h="6615">
                      <a:moveTo>
                        <a:pt x="1509" y="1405"/>
                      </a:moveTo>
                      <a:cubicBezTo>
                        <a:pt x="889" y="1760"/>
                        <a:pt x="312" y="2159"/>
                        <a:pt x="91" y="2735"/>
                      </a:cubicBezTo>
                      <a:cubicBezTo>
                        <a:pt x="-131" y="3312"/>
                        <a:pt x="46" y="4109"/>
                        <a:pt x="711" y="4641"/>
                      </a:cubicBezTo>
                      <a:cubicBezTo>
                        <a:pt x="1332" y="5129"/>
                        <a:pt x="2174" y="5351"/>
                        <a:pt x="3016" y="5484"/>
                      </a:cubicBezTo>
                      <a:cubicBezTo>
                        <a:pt x="5144" y="5750"/>
                        <a:pt x="7050" y="6326"/>
                        <a:pt x="9090" y="6503"/>
                      </a:cubicBezTo>
                      <a:cubicBezTo>
                        <a:pt x="9932" y="6592"/>
                        <a:pt x="10774" y="6681"/>
                        <a:pt x="11528" y="6548"/>
                      </a:cubicBezTo>
                      <a:cubicBezTo>
                        <a:pt x="14675" y="6104"/>
                        <a:pt x="17202" y="2913"/>
                        <a:pt x="12326" y="962"/>
                      </a:cubicBezTo>
                      <a:cubicBezTo>
                        <a:pt x="8558" y="-678"/>
                        <a:pt x="4036" y="-13"/>
                        <a:pt x="1509" y="140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47" name="Forme libre : forme 25046">
                  <a:extLst>
                    <a:ext uri="{FF2B5EF4-FFF2-40B4-BE49-F238E27FC236}">
                      <a16:creationId xmlns:a16="http://schemas.microsoft.com/office/drawing/2014/main" id="{857C2100-3095-442A-8CB2-4C7BE244B6EA}"/>
                    </a:ext>
                  </a:extLst>
                </p:cNvPr>
                <p:cNvSpPr/>
                <p:nvPr/>
              </p:nvSpPr>
              <p:spPr>
                <a:xfrm>
                  <a:off x="5478026" y="1332278"/>
                  <a:ext cx="24426" cy="3983"/>
                </a:xfrm>
                <a:custGeom>
                  <a:avLst/>
                  <a:gdLst>
                    <a:gd name="connsiteX0" fmla="*/ 24426 w 24426"/>
                    <a:gd name="connsiteY0" fmla="*/ 0 h 3983"/>
                    <a:gd name="connsiteX1" fmla="*/ 18264 w 24426"/>
                    <a:gd name="connsiteY1" fmla="*/ 3413 h 3983"/>
                    <a:gd name="connsiteX2" fmla="*/ 10639 w 24426"/>
                    <a:gd name="connsiteY2" fmla="*/ 3768 h 3983"/>
                    <a:gd name="connsiteX3" fmla="*/ 0 w 24426"/>
                    <a:gd name="connsiteY3" fmla="*/ 576 h 3983"/>
                    <a:gd name="connsiteX4" fmla="*/ 2217 w 24426"/>
                    <a:gd name="connsiteY4" fmla="*/ 1197 h 3983"/>
                    <a:gd name="connsiteX5" fmla="*/ 7891 w 24426"/>
                    <a:gd name="connsiteY5" fmla="*/ 2438 h 3983"/>
                    <a:gd name="connsiteX6" fmla="*/ 24426 w 24426"/>
                    <a:gd name="connsiteY6" fmla="*/ 0 h 3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426" h="3983">
                      <a:moveTo>
                        <a:pt x="24426" y="0"/>
                      </a:moveTo>
                      <a:cubicBezTo>
                        <a:pt x="24426" y="0"/>
                        <a:pt x="22387" y="2350"/>
                        <a:pt x="18264" y="3413"/>
                      </a:cubicBezTo>
                      <a:cubicBezTo>
                        <a:pt x="16225" y="3990"/>
                        <a:pt x="13698" y="4167"/>
                        <a:pt x="10639" y="3768"/>
                      </a:cubicBezTo>
                      <a:cubicBezTo>
                        <a:pt x="7536" y="3546"/>
                        <a:pt x="4078" y="2350"/>
                        <a:pt x="0" y="576"/>
                      </a:cubicBezTo>
                      <a:cubicBezTo>
                        <a:pt x="0" y="576"/>
                        <a:pt x="798" y="887"/>
                        <a:pt x="2217" y="1197"/>
                      </a:cubicBezTo>
                      <a:cubicBezTo>
                        <a:pt x="3591" y="1640"/>
                        <a:pt x="5541" y="2128"/>
                        <a:pt x="7891" y="2438"/>
                      </a:cubicBezTo>
                      <a:cubicBezTo>
                        <a:pt x="12590" y="2926"/>
                        <a:pt x="18619" y="3236"/>
                        <a:pt x="2442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48" name="Forme libre : forme 25047">
                  <a:extLst>
                    <a:ext uri="{FF2B5EF4-FFF2-40B4-BE49-F238E27FC236}">
                      <a16:creationId xmlns:a16="http://schemas.microsoft.com/office/drawing/2014/main" id="{AA7A8A51-63F7-4D52-AB9C-01653B993132}"/>
                    </a:ext>
                  </a:extLst>
                </p:cNvPr>
                <p:cNvSpPr/>
                <p:nvPr/>
              </p:nvSpPr>
              <p:spPr>
                <a:xfrm>
                  <a:off x="5449255" y="1281827"/>
                  <a:ext cx="28815" cy="9799"/>
                </a:xfrm>
                <a:custGeom>
                  <a:avLst/>
                  <a:gdLst>
                    <a:gd name="connsiteX0" fmla="*/ 28815 w 28815"/>
                    <a:gd name="connsiteY0" fmla="*/ 2706 h 9799"/>
                    <a:gd name="connsiteX1" fmla="*/ 25224 w 28815"/>
                    <a:gd name="connsiteY1" fmla="*/ 1421 h 9799"/>
                    <a:gd name="connsiteX2" fmla="*/ 16580 w 28815"/>
                    <a:gd name="connsiteY2" fmla="*/ 2 h 9799"/>
                    <a:gd name="connsiteX3" fmla="*/ 6738 w 28815"/>
                    <a:gd name="connsiteY3" fmla="*/ 2086 h 9799"/>
                    <a:gd name="connsiteX4" fmla="*/ 0 w 28815"/>
                    <a:gd name="connsiteY4" fmla="*/ 9799 h 9799"/>
                    <a:gd name="connsiteX5" fmla="*/ 6118 w 28815"/>
                    <a:gd name="connsiteY5" fmla="*/ 3948 h 9799"/>
                    <a:gd name="connsiteX6" fmla="*/ 15206 w 28815"/>
                    <a:gd name="connsiteY6" fmla="*/ 933 h 9799"/>
                    <a:gd name="connsiteX7" fmla="*/ 28815 w 28815"/>
                    <a:gd name="connsiteY7" fmla="*/ 2706 h 9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15" h="9799">
                      <a:moveTo>
                        <a:pt x="28815" y="2706"/>
                      </a:moveTo>
                      <a:cubicBezTo>
                        <a:pt x="28815" y="2706"/>
                        <a:pt x="27485" y="1997"/>
                        <a:pt x="25224" y="1421"/>
                      </a:cubicBezTo>
                      <a:cubicBezTo>
                        <a:pt x="22964" y="800"/>
                        <a:pt x="19860" y="135"/>
                        <a:pt x="16580" y="2"/>
                      </a:cubicBezTo>
                      <a:cubicBezTo>
                        <a:pt x="13255" y="-42"/>
                        <a:pt x="9664" y="623"/>
                        <a:pt x="6738" y="2086"/>
                      </a:cubicBezTo>
                      <a:cubicBezTo>
                        <a:pt x="3768" y="3504"/>
                        <a:pt x="1374" y="6031"/>
                        <a:pt x="0" y="9799"/>
                      </a:cubicBezTo>
                      <a:cubicBezTo>
                        <a:pt x="0" y="9799"/>
                        <a:pt x="1685" y="6519"/>
                        <a:pt x="6118" y="3948"/>
                      </a:cubicBezTo>
                      <a:cubicBezTo>
                        <a:pt x="8334" y="2662"/>
                        <a:pt x="11349" y="1465"/>
                        <a:pt x="15206" y="933"/>
                      </a:cubicBezTo>
                      <a:cubicBezTo>
                        <a:pt x="18885" y="667"/>
                        <a:pt x="23584" y="933"/>
                        <a:pt x="28815" y="2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49" name="Forme libre : forme 25048">
                  <a:extLst>
                    <a:ext uri="{FF2B5EF4-FFF2-40B4-BE49-F238E27FC236}">
                      <a16:creationId xmlns:a16="http://schemas.microsoft.com/office/drawing/2014/main" id="{7FB5A453-F06B-4AD0-91CD-B0FF5DF395A8}"/>
                    </a:ext>
                  </a:extLst>
                </p:cNvPr>
                <p:cNvSpPr/>
                <p:nvPr/>
              </p:nvSpPr>
              <p:spPr>
                <a:xfrm>
                  <a:off x="5482855" y="1306216"/>
                  <a:ext cx="9507" cy="9597"/>
                </a:xfrm>
                <a:custGeom>
                  <a:avLst/>
                  <a:gdLst>
                    <a:gd name="connsiteX0" fmla="*/ 8780 w 9507"/>
                    <a:gd name="connsiteY0" fmla="*/ 9438 h 9597"/>
                    <a:gd name="connsiteX1" fmla="*/ 2441 w 9507"/>
                    <a:gd name="connsiteY1" fmla="*/ 6069 h 9597"/>
                    <a:gd name="connsiteX2" fmla="*/ 623 w 9507"/>
                    <a:gd name="connsiteY2" fmla="*/ 217 h 9597"/>
                    <a:gd name="connsiteX3" fmla="*/ 7317 w 9507"/>
                    <a:gd name="connsiteY3" fmla="*/ 3453 h 9597"/>
                    <a:gd name="connsiteX4" fmla="*/ 8780 w 9507"/>
                    <a:gd name="connsiteY4" fmla="*/ 9438 h 9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7" h="9597">
                      <a:moveTo>
                        <a:pt x="8780" y="9438"/>
                      </a:moveTo>
                      <a:cubicBezTo>
                        <a:pt x="7362" y="10103"/>
                        <a:pt x="4569" y="8640"/>
                        <a:pt x="2441" y="6069"/>
                      </a:cubicBezTo>
                      <a:cubicBezTo>
                        <a:pt x="180" y="3630"/>
                        <a:pt x="-707" y="1015"/>
                        <a:pt x="623" y="217"/>
                      </a:cubicBezTo>
                      <a:cubicBezTo>
                        <a:pt x="1909" y="-537"/>
                        <a:pt x="5145" y="705"/>
                        <a:pt x="7317" y="3453"/>
                      </a:cubicBezTo>
                      <a:cubicBezTo>
                        <a:pt x="9534" y="6113"/>
                        <a:pt x="10155" y="8773"/>
                        <a:pt x="8780" y="943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50" name="Forme libre : forme 25049">
                  <a:extLst>
                    <a:ext uri="{FF2B5EF4-FFF2-40B4-BE49-F238E27FC236}">
                      <a16:creationId xmlns:a16="http://schemas.microsoft.com/office/drawing/2014/main" id="{E6125BDD-D26B-47A5-AEF5-EC54C7C1D4FC}"/>
                    </a:ext>
                  </a:extLst>
                </p:cNvPr>
                <p:cNvSpPr/>
                <p:nvPr/>
              </p:nvSpPr>
              <p:spPr>
                <a:xfrm>
                  <a:off x="5490564" y="1313729"/>
                  <a:ext cx="3073" cy="2767"/>
                </a:xfrm>
                <a:custGeom>
                  <a:avLst/>
                  <a:gdLst>
                    <a:gd name="connsiteX0" fmla="*/ 2889 w 3073"/>
                    <a:gd name="connsiteY0" fmla="*/ 2412 h 2767"/>
                    <a:gd name="connsiteX1" fmla="*/ 805 w 3073"/>
                    <a:gd name="connsiteY1" fmla="*/ 2323 h 2767"/>
                    <a:gd name="connsiteX2" fmla="*/ 185 w 3073"/>
                    <a:gd name="connsiteY2" fmla="*/ 373 h 2767"/>
                    <a:gd name="connsiteX3" fmla="*/ 2268 w 3073"/>
                    <a:gd name="connsiteY3" fmla="*/ 461 h 2767"/>
                    <a:gd name="connsiteX4" fmla="*/ 2889 w 3073"/>
                    <a:gd name="connsiteY4" fmla="*/ 2412 h 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73" h="2767">
                      <a:moveTo>
                        <a:pt x="2889" y="2412"/>
                      </a:moveTo>
                      <a:cubicBezTo>
                        <a:pt x="2490" y="2900"/>
                        <a:pt x="1559" y="2900"/>
                        <a:pt x="805" y="2323"/>
                      </a:cubicBezTo>
                      <a:cubicBezTo>
                        <a:pt x="52" y="1791"/>
                        <a:pt x="-214" y="905"/>
                        <a:pt x="185" y="373"/>
                      </a:cubicBezTo>
                      <a:cubicBezTo>
                        <a:pt x="584" y="-159"/>
                        <a:pt x="1515" y="-115"/>
                        <a:pt x="2268" y="461"/>
                      </a:cubicBezTo>
                      <a:cubicBezTo>
                        <a:pt x="3022" y="1038"/>
                        <a:pt x="3288" y="1924"/>
                        <a:pt x="2889" y="24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51" name="Forme libre : forme 25050">
                  <a:extLst>
                    <a:ext uri="{FF2B5EF4-FFF2-40B4-BE49-F238E27FC236}">
                      <a16:creationId xmlns:a16="http://schemas.microsoft.com/office/drawing/2014/main" id="{42E15824-7B79-40AA-9FE5-D0761668CBD1}"/>
                    </a:ext>
                  </a:extLst>
                </p:cNvPr>
                <p:cNvSpPr/>
                <p:nvPr/>
              </p:nvSpPr>
              <p:spPr>
                <a:xfrm>
                  <a:off x="5489323" y="1295750"/>
                  <a:ext cx="19603" cy="32148"/>
                </a:xfrm>
                <a:custGeom>
                  <a:avLst/>
                  <a:gdLst>
                    <a:gd name="connsiteX0" fmla="*/ 19425 w 19603"/>
                    <a:gd name="connsiteY0" fmla="*/ 21810 h 32148"/>
                    <a:gd name="connsiteX1" fmla="*/ 14194 w 19603"/>
                    <a:gd name="connsiteY1" fmla="*/ 30987 h 32148"/>
                    <a:gd name="connsiteX2" fmla="*/ 10381 w 19603"/>
                    <a:gd name="connsiteY2" fmla="*/ 31651 h 32148"/>
                    <a:gd name="connsiteX3" fmla="*/ 9096 w 19603"/>
                    <a:gd name="connsiteY3" fmla="*/ 27750 h 32148"/>
                    <a:gd name="connsiteX4" fmla="*/ 9495 w 19603"/>
                    <a:gd name="connsiteY4" fmla="*/ 15604 h 32148"/>
                    <a:gd name="connsiteX5" fmla="*/ 3377 w 19603"/>
                    <a:gd name="connsiteY5" fmla="*/ 7092 h 32148"/>
                    <a:gd name="connsiteX6" fmla="*/ 362 w 19603"/>
                    <a:gd name="connsiteY6" fmla="*/ 2526 h 32148"/>
                    <a:gd name="connsiteX7" fmla="*/ 983 w 19603"/>
                    <a:gd name="connsiteY7" fmla="*/ 88 h 32148"/>
                    <a:gd name="connsiteX8" fmla="*/ 5372 w 19603"/>
                    <a:gd name="connsiteY8" fmla="*/ 930 h 32148"/>
                    <a:gd name="connsiteX9" fmla="*/ 10381 w 19603"/>
                    <a:gd name="connsiteY9" fmla="*/ 4299 h 32148"/>
                    <a:gd name="connsiteX10" fmla="*/ 17519 w 19603"/>
                    <a:gd name="connsiteY10" fmla="*/ 12190 h 32148"/>
                    <a:gd name="connsiteX11" fmla="*/ 19425 w 19603"/>
                    <a:gd name="connsiteY11" fmla="*/ 21810 h 32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603" h="32148">
                      <a:moveTo>
                        <a:pt x="19425" y="21810"/>
                      </a:moveTo>
                      <a:cubicBezTo>
                        <a:pt x="18804" y="25622"/>
                        <a:pt x="16676" y="28504"/>
                        <a:pt x="14194" y="30987"/>
                      </a:cubicBezTo>
                      <a:cubicBezTo>
                        <a:pt x="13263" y="31873"/>
                        <a:pt x="11800" y="32715"/>
                        <a:pt x="10381" y="31651"/>
                      </a:cubicBezTo>
                      <a:cubicBezTo>
                        <a:pt x="9096" y="30676"/>
                        <a:pt x="8918" y="29036"/>
                        <a:pt x="9096" y="27750"/>
                      </a:cubicBezTo>
                      <a:cubicBezTo>
                        <a:pt x="9583" y="23849"/>
                        <a:pt x="11179" y="20170"/>
                        <a:pt x="9495" y="15604"/>
                      </a:cubicBezTo>
                      <a:cubicBezTo>
                        <a:pt x="8963" y="14185"/>
                        <a:pt x="5859" y="10594"/>
                        <a:pt x="3377" y="7092"/>
                      </a:cubicBezTo>
                      <a:cubicBezTo>
                        <a:pt x="2180" y="5319"/>
                        <a:pt x="894" y="3812"/>
                        <a:pt x="362" y="2526"/>
                      </a:cubicBezTo>
                      <a:cubicBezTo>
                        <a:pt x="-214" y="1285"/>
                        <a:pt x="-170" y="354"/>
                        <a:pt x="983" y="88"/>
                      </a:cubicBezTo>
                      <a:cubicBezTo>
                        <a:pt x="2136" y="-178"/>
                        <a:pt x="3643" y="176"/>
                        <a:pt x="5372" y="930"/>
                      </a:cubicBezTo>
                      <a:cubicBezTo>
                        <a:pt x="7012" y="1684"/>
                        <a:pt x="8697" y="2969"/>
                        <a:pt x="10381" y="4299"/>
                      </a:cubicBezTo>
                      <a:cubicBezTo>
                        <a:pt x="13795" y="6959"/>
                        <a:pt x="16543" y="10328"/>
                        <a:pt x="17519" y="12190"/>
                      </a:cubicBezTo>
                      <a:cubicBezTo>
                        <a:pt x="19292" y="15559"/>
                        <a:pt x="19957" y="18928"/>
                        <a:pt x="19425" y="2181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27" name="Graphique 2">
                <a:extLst>
                  <a:ext uri="{FF2B5EF4-FFF2-40B4-BE49-F238E27FC236}">
                    <a16:creationId xmlns:a16="http://schemas.microsoft.com/office/drawing/2014/main" id="{913CD830-DAD9-413A-8AD8-5A18CDAFE4A8}"/>
                  </a:ext>
                </a:extLst>
              </p:cNvPr>
              <p:cNvGrpSpPr/>
              <p:nvPr/>
            </p:nvGrpSpPr>
            <p:grpSpPr>
              <a:xfrm>
                <a:off x="5499040" y="1323313"/>
                <a:ext cx="61749" cy="67457"/>
                <a:chOff x="5499040" y="1323313"/>
                <a:chExt cx="61749" cy="67457"/>
              </a:xfrm>
              <a:solidFill>
                <a:schemeClr val="accent1"/>
              </a:solidFill>
            </p:grpSpPr>
            <p:sp>
              <p:nvSpPr>
                <p:cNvPr id="25028" name="Forme libre : forme 25027">
                  <a:extLst>
                    <a:ext uri="{FF2B5EF4-FFF2-40B4-BE49-F238E27FC236}">
                      <a16:creationId xmlns:a16="http://schemas.microsoft.com/office/drawing/2014/main" id="{C6DD2B38-5CD7-4150-9539-53B5E7E85883}"/>
                    </a:ext>
                  </a:extLst>
                </p:cNvPr>
                <p:cNvSpPr/>
                <p:nvPr/>
              </p:nvSpPr>
              <p:spPr>
                <a:xfrm>
                  <a:off x="5499088" y="1323313"/>
                  <a:ext cx="61701" cy="67457"/>
                </a:xfrm>
                <a:custGeom>
                  <a:avLst/>
                  <a:gdLst>
                    <a:gd name="connsiteX0" fmla="*/ 22250 w 61701"/>
                    <a:gd name="connsiteY0" fmla="*/ 56931 h 67457"/>
                    <a:gd name="connsiteX1" fmla="*/ 14447 w 61701"/>
                    <a:gd name="connsiteY1" fmla="*/ 47045 h 67457"/>
                    <a:gd name="connsiteX2" fmla="*/ 6556 w 61701"/>
                    <a:gd name="connsiteY2" fmla="*/ 37514 h 67457"/>
                    <a:gd name="connsiteX3" fmla="*/ 128 w 61701"/>
                    <a:gd name="connsiteY3" fmla="*/ 23727 h 67457"/>
                    <a:gd name="connsiteX4" fmla="*/ 3675 w 61701"/>
                    <a:gd name="connsiteY4" fmla="*/ 11625 h 67457"/>
                    <a:gd name="connsiteX5" fmla="*/ 12053 w 61701"/>
                    <a:gd name="connsiteY5" fmla="*/ 3246 h 67457"/>
                    <a:gd name="connsiteX6" fmla="*/ 24643 w 61701"/>
                    <a:gd name="connsiteY6" fmla="*/ 542 h 67457"/>
                    <a:gd name="connsiteX7" fmla="*/ 39095 w 61701"/>
                    <a:gd name="connsiteY7" fmla="*/ 10029 h 67457"/>
                    <a:gd name="connsiteX8" fmla="*/ 47651 w 61701"/>
                    <a:gd name="connsiteY8" fmla="*/ 20713 h 67457"/>
                    <a:gd name="connsiteX9" fmla="*/ 55808 w 61701"/>
                    <a:gd name="connsiteY9" fmla="*/ 31396 h 67457"/>
                    <a:gd name="connsiteX10" fmla="*/ 56961 w 61701"/>
                    <a:gd name="connsiteY10" fmla="*/ 58483 h 67457"/>
                    <a:gd name="connsiteX11" fmla="*/ 47740 w 61701"/>
                    <a:gd name="connsiteY11" fmla="*/ 65309 h 67457"/>
                    <a:gd name="connsiteX12" fmla="*/ 22250 w 61701"/>
                    <a:gd name="connsiteY12" fmla="*/ 56931 h 6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1701" h="67457">
                      <a:moveTo>
                        <a:pt x="22250" y="56931"/>
                      </a:moveTo>
                      <a:cubicBezTo>
                        <a:pt x="19678" y="53562"/>
                        <a:pt x="17063" y="50326"/>
                        <a:pt x="14447" y="47045"/>
                      </a:cubicBezTo>
                      <a:cubicBezTo>
                        <a:pt x="11832" y="43765"/>
                        <a:pt x="9172" y="40706"/>
                        <a:pt x="6556" y="37514"/>
                      </a:cubicBezTo>
                      <a:cubicBezTo>
                        <a:pt x="2788" y="33302"/>
                        <a:pt x="705" y="28249"/>
                        <a:pt x="128" y="23727"/>
                      </a:cubicBezTo>
                      <a:cubicBezTo>
                        <a:pt x="-403" y="19117"/>
                        <a:pt x="705" y="14639"/>
                        <a:pt x="3675" y="11625"/>
                      </a:cubicBezTo>
                      <a:lnTo>
                        <a:pt x="12053" y="3246"/>
                      </a:lnTo>
                      <a:cubicBezTo>
                        <a:pt x="15112" y="187"/>
                        <a:pt x="19634" y="-699"/>
                        <a:pt x="24643" y="542"/>
                      </a:cubicBezTo>
                      <a:cubicBezTo>
                        <a:pt x="29697" y="1695"/>
                        <a:pt x="34840" y="5064"/>
                        <a:pt x="39095" y="10029"/>
                      </a:cubicBezTo>
                      <a:cubicBezTo>
                        <a:pt x="41933" y="13575"/>
                        <a:pt x="44903" y="17122"/>
                        <a:pt x="47651" y="20713"/>
                      </a:cubicBezTo>
                      <a:cubicBezTo>
                        <a:pt x="50400" y="24259"/>
                        <a:pt x="53193" y="27850"/>
                        <a:pt x="55808" y="31396"/>
                      </a:cubicBezTo>
                      <a:cubicBezTo>
                        <a:pt x="63300" y="41415"/>
                        <a:pt x="63610" y="53517"/>
                        <a:pt x="56961" y="58483"/>
                      </a:cubicBezTo>
                      <a:lnTo>
                        <a:pt x="47740" y="65309"/>
                      </a:lnTo>
                      <a:cubicBezTo>
                        <a:pt x="41002" y="70274"/>
                        <a:pt x="29520" y="66285"/>
                        <a:pt x="22250" y="5693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29" name="Forme libre : forme 25028">
                  <a:extLst>
                    <a:ext uri="{FF2B5EF4-FFF2-40B4-BE49-F238E27FC236}">
                      <a16:creationId xmlns:a16="http://schemas.microsoft.com/office/drawing/2014/main" id="{D26EACD6-17E1-4E8F-9CBE-3C9ACBB7AAE8}"/>
                    </a:ext>
                  </a:extLst>
                </p:cNvPr>
                <p:cNvSpPr/>
                <p:nvPr/>
              </p:nvSpPr>
              <p:spPr>
                <a:xfrm>
                  <a:off x="5499040" y="1331303"/>
                  <a:ext cx="47964" cy="59468"/>
                </a:xfrm>
                <a:custGeom>
                  <a:avLst/>
                  <a:gdLst>
                    <a:gd name="connsiteX0" fmla="*/ 20169 w 47964"/>
                    <a:gd name="connsiteY0" fmla="*/ 23983 h 59468"/>
                    <a:gd name="connsiteX1" fmla="*/ 10727 w 47964"/>
                    <a:gd name="connsiteY1" fmla="*/ 12590 h 59468"/>
                    <a:gd name="connsiteX2" fmla="*/ 7313 w 47964"/>
                    <a:gd name="connsiteY2" fmla="*/ 0 h 59468"/>
                    <a:gd name="connsiteX3" fmla="*/ 3678 w 47964"/>
                    <a:gd name="connsiteY3" fmla="*/ 3635 h 59468"/>
                    <a:gd name="connsiteX4" fmla="*/ 131 w 47964"/>
                    <a:gd name="connsiteY4" fmla="*/ 15737 h 59468"/>
                    <a:gd name="connsiteX5" fmla="*/ 6559 w 47964"/>
                    <a:gd name="connsiteY5" fmla="*/ 29524 h 59468"/>
                    <a:gd name="connsiteX6" fmla="*/ 14450 w 47964"/>
                    <a:gd name="connsiteY6" fmla="*/ 39056 h 59468"/>
                    <a:gd name="connsiteX7" fmla="*/ 22252 w 47964"/>
                    <a:gd name="connsiteY7" fmla="*/ 48941 h 59468"/>
                    <a:gd name="connsiteX8" fmla="*/ 47654 w 47964"/>
                    <a:gd name="connsiteY8" fmla="*/ 57320 h 59468"/>
                    <a:gd name="connsiteX9" fmla="*/ 47965 w 47964"/>
                    <a:gd name="connsiteY9" fmla="*/ 57098 h 59468"/>
                    <a:gd name="connsiteX10" fmla="*/ 34710 w 47964"/>
                    <a:gd name="connsiteY10" fmla="*/ 39765 h 59468"/>
                    <a:gd name="connsiteX11" fmla="*/ 20169 w 47964"/>
                    <a:gd name="connsiteY11" fmla="*/ 23983 h 59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7964" h="59468">
                      <a:moveTo>
                        <a:pt x="20169" y="23983"/>
                      </a:moveTo>
                      <a:cubicBezTo>
                        <a:pt x="16268" y="20614"/>
                        <a:pt x="12943" y="16801"/>
                        <a:pt x="10727" y="12590"/>
                      </a:cubicBezTo>
                      <a:cubicBezTo>
                        <a:pt x="8421" y="8556"/>
                        <a:pt x="7224" y="4167"/>
                        <a:pt x="7313" y="0"/>
                      </a:cubicBezTo>
                      <a:lnTo>
                        <a:pt x="3678" y="3635"/>
                      </a:lnTo>
                      <a:cubicBezTo>
                        <a:pt x="663" y="6650"/>
                        <a:pt x="-401" y="11083"/>
                        <a:pt x="131" y="15737"/>
                      </a:cubicBezTo>
                      <a:cubicBezTo>
                        <a:pt x="708" y="20259"/>
                        <a:pt x="2791" y="25313"/>
                        <a:pt x="6559" y="29524"/>
                      </a:cubicBezTo>
                      <a:cubicBezTo>
                        <a:pt x="9175" y="32716"/>
                        <a:pt x="11879" y="35775"/>
                        <a:pt x="14450" y="39056"/>
                      </a:cubicBezTo>
                      <a:cubicBezTo>
                        <a:pt x="17066" y="42336"/>
                        <a:pt x="19681" y="45528"/>
                        <a:pt x="22252" y="48941"/>
                      </a:cubicBezTo>
                      <a:cubicBezTo>
                        <a:pt x="29523" y="58295"/>
                        <a:pt x="41005" y="62285"/>
                        <a:pt x="47654" y="57320"/>
                      </a:cubicBezTo>
                      <a:lnTo>
                        <a:pt x="47965" y="57098"/>
                      </a:lnTo>
                      <a:cubicBezTo>
                        <a:pt x="43177" y="51380"/>
                        <a:pt x="39054" y="45439"/>
                        <a:pt x="34710" y="39765"/>
                      </a:cubicBezTo>
                      <a:cubicBezTo>
                        <a:pt x="30365" y="34091"/>
                        <a:pt x="25799" y="28594"/>
                        <a:pt x="20169" y="23983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30" name="Forme libre : forme 25029">
                  <a:extLst>
                    <a:ext uri="{FF2B5EF4-FFF2-40B4-BE49-F238E27FC236}">
                      <a16:creationId xmlns:a16="http://schemas.microsoft.com/office/drawing/2014/main" id="{22238E3A-545A-4078-98B7-E886375F4351}"/>
                    </a:ext>
                  </a:extLst>
                </p:cNvPr>
                <p:cNvSpPr/>
                <p:nvPr/>
              </p:nvSpPr>
              <p:spPr>
                <a:xfrm>
                  <a:off x="5520488" y="1347948"/>
                  <a:ext cx="23341" cy="27079"/>
                </a:xfrm>
                <a:custGeom>
                  <a:avLst/>
                  <a:gdLst>
                    <a:gd name="connsiteX0" fmla="*/ 21463 w 23341"/>
                    <a:gd name="connsiteY0" fmla="*/ 26222 h 27079"/>
                    <a:gd name="connsiteX1" fmla="*/ 5460 w 23341"/>
                    <a:gd name="connsiteY1" fmla="*/ 18420 h 27079"/>
                    <a:gd name="connsiteX2" fmla="*/ 1736 w 23341"/>
                    <a:gd name="connsiteY2" fmla="*/ 1042 h 27079"/>
                    <a:gd name="connsiteX3" fmla="*/ 18050 w 23341"/>
                    <a:gd name="connsiteY3" fmla="*/ 8578 h 27079"/>
                    <a:gd name="connsiteX4" fmla="*/ 21463 w 23341"/>
                    <a:gd name="connsiteY4" fmla="*/ 26222 h 27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41" h="27079">
                      <a:moveTo>
                        <a:pt x="21463" y="26222"/>
                      </a:moveTo>
                      <a:cubicBezTo>
                        <a:pt x="17961" y="28838"/>
                        <a:pt x="10824" y="25247"/>
                        <a:pt x="5460" y="18420"/>
                      </a:cubicBezTo>
                      <a:cubicBezTo>
                        <a:pt x="140" y="11549"/>
                        <a:pt x="-1677" y="3968"/>
                        <a:pt x="1736" y="1042"/>
                      </a:cubicBezTo>
                      <a:cubicBezTo>
                        <a:pt x="5061" y="-1839"/>
                        <a:pt x="12597" y="1441"/>
                        <a:pt x="18050" y="8578"/>
                      </a:cubicBezTo>
                      <a:cubicBezTo>
                        <a:pt x="23503" y="15671"/>
                        <a:pt x="24921" y="23607"/>
                        <a:pt x="21463" y="26222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31" name="Forme libre : forme 25030">
                  <a:extLst>
                    <a:ext uri="{FF2B5EF4-FFF2-40B4-BE49-F238E27FC236}">
                      <a16:creationId xmlns:a16="http://schemas.microsoft.com/office/drawing/2014/main" id="{E03E8B6C-2E14-436A-B612-0B9D671B7096}"/>
                    </a:ext>
                  </a:extLst>
                </p:cNvPr>
                <p:cNvSpPr/>
                <p:nvPr/>
              </p:nvSpPr>
              <p:spPr>
                <a:xfrm>
                  <a:off x="5520443" y="1348003"/>
                  <a:ext cx="11355" cy="23507"/>
                </a:xfrm>
                <a:custGeom>
                  <a:avLst/>
                  <a:gdLst>
                    <a:gd name="connsiteX0" fmla="*/ 11356 w 11355"/>
                    <a:gd name="connsiteY0" fmla="*/ 2273 h 23507"/>
                    <a:gd name="connsiteX1" fmla="*/ 1736 w 11355"/>
                    <a:gd name="connsiteY1" fmla="*/ 1032 h 23507"/>
                    <a:gd name="connsiteX2" fmla="*/ 5460 w 11355"/>
                    <a:gd name="connsiteY2" fmla="*/ 18409 h 23507"/>
                    <a:gd name="connsiteX3" fmla="*/ 10514 w 11355"/>
                    <a:gd name="connsiteY3" fmla="*/ 23507 h 23507"/>
                    <a:gd name="connsiteX4" fmla="*/ 8563 w 11355"/>
                    <a:gd name="connsiteY4" fmla="*/ 20050 h 23507"/>
                    <a:gd name="connsiteX5" fmla="*/ 11356 w 11355"/>
                    <a:gd name="connsiteY5" fmla="*/ 2273 h 23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355" h="23507">
                      <a:moveTo>
                        <a:pt x="11356" y="2273"/>
                      </a:moveTo>
                      <a:cubicBezTo>
                        <a:pt x="7499" y="-165"/>
                        <a:pt x="3864" y="-742"/>
                        <a:pt x="1736" y="1032"/>
                      </a:cubicBezTo>
                      <a:cubicBezTo>
                        <a:pt x="-1677" y="3957"/>
                        <a:pt x="140" y="11538"/>
                        <a:pt x="5460" y="18409"/>
                      </a:cubicBezTo>
                      <a:cubicBezTo>
                        <a:pt x="7056" y="20404"/>
                        <a:pt x="8785" y="22089"/>
                        <a:pt x="10514" y="23507"/>
                      </a:cubicBezTo>
                      <a:cubicBezTo>
                        <a:pt x="9716" y="22444"/>
                        <a:pt x="9051" y="21291"/>
                        <a:pt x="8563" y="20050"/>
                      </a:cubicBezTo>
                      <a:cubicBezTo>
                        <a:pt x="6169" y="13045"/>
                        <a:pt x="6878" y="5243"/>
                        <a:pt x="11356" y="2273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32" name="Forme libre : forme 25031">
                  <a:extLst>
                    <a:ext uri="{FF2B5EF4-FFF2-40B4-BE49-F238E27FC236}">
                      <a16:creationId xmlns:a16="http://schemas.microsoft.com/office/drawing/2014/main" id="{931C968C-831B-40B2-A591-5FD2940A5B4D}"/>
                    </a:ext>
                  </a:extLst>
                </p:cNvPr>
                <p:cNvSpPr/>
                <p:nvPr/>
              </p:nvSpPr>
              <p:spPr>
                <a:xfrm>
                  <a:off x="5520076" y="1350386"/>
                  <a:ext cx="23329" cy="26990"/>
                </a:xfrm>
                <a:custGeom>
                  <a:avLst/>
                  <a:gdLst>
                    <a:gd name="connsiteX0" fmla="*/ 21431 w 23329"/>
                    <a:gd name="connsiteY0" fmla="*/ 26134 h 26990"/>
                    <a:gd name="connsiteX1" fmla="*/ 5428 w 23329"/>
                    <a:gd name="connsiteY1" fmla="*/ 18332 h 26990"/>
                    <a:gd name="connsiteX2" fmla="*/ 1748 w 23329"/>
                    <a:gd name="connsiteY2" fmla="*/ 1043 h 26990"/>
                    <a:gd name="connsiteX3" fmla="*/ 18018 w 23329"/>
                    <a:gd name="connsiteY3" fmla="*/ 8535 h 26990"/>
                    <a:gd name="connsiteX4" fmla="*/ 21431 w 23329"/>
                    <a:gd name="connsiteY4" fmla="*/ 26134 h 26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29" h="26990">
                      <a:moveTo>
                        <a:pt x="21431" y="26134"/>
                      </a:moveTo>
                      <a:cubicBezTo>
                        <a:pt x="17929" y="28750"/>
                        <a:pt x="10792" y="25159"/>
                        <a:pt x="5428" y="18332"/>
                      </a:cubicBezTo>
                      <a:cubicBezTo>
                        <a:pt x="108" y="11505"/>
                        <a:pt x="-1665" y="3924"/>
                        <a:pt x="1748" y="1043"/>
                      </a:cubicBezTo>
                      <a:cubicBezTo>
                        <a:pt x="5118" y="-1839"/>
                        <a:pt x="12565" y="1442"/>
                        <a:pt x="18018" y="8535"/>
                      </a:cubicBezTo>
                      <a:cubicBezTo>
                        <a:pt x="23471" y="15628"/>
                        <a:pt x="24933" y="23519"/>
                        <a:pt x="21431" y="2613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33" name="Forme libre : forme 25032">
                  <a:extLst>
                    <a:ext uri="{FF2B5EF4-FFF2-40B4-BE49-F238E27FC236}">
                      <a16:creationId xmlns:a16="http://schemas.microsoft.com/office/drawing/2014/main" id="{8DE689CA-6911-47DF-92BD-8282B5BA9084}"/>
                    </a:ext>
                  </a:extLst>
                </p:cNvPr>
                <p:cNvSpPr/>
                <p:nvPr/>
              </p:nvSpPr>
              <p:spPr>
                <a:xfrm>
                  <a:off x="5507099" y="1332672"/>
                  <a:ext cx="24917" cy="43476"/>
                </a:xfrm>
                <a:custGeom>
                  <a:avLst/>
                  <a:gdLst>
                    <a:gd name="connsiteX0" fmla="*/ 5372 w 24917"/>
                    <a:gd name="connsiteY0" fmla="*/ 6876 h 43476"/>
                    <a:gd name="connsiteX1" fmla="*/ 584 w 24917"/>
                    <a:gd name="connsiteY1" fmla="*/ 12727 h 43476"/>
                    <a:gd name="connsiteX2" fmla="*/ 4618 w 24917"/>
                    <a:gd name="connsiteY2" fmla="*/ 29662 h 43476"/>
                    <a:gd name="connsiteX3" fmla="*/ 15657 w 24917"/>
                    <a:gd name="connsiteY3" fmla="*/ 41676 h 43476"/>
                    <a:gd name="connsiteX4" fmla="*/ 24567 w 24917"/>
                    <a:gd name="connsiteY4" fmla="*/ 41543 h 43476"/>
                    <a:gd name="connsiteX5" fmla="*/ 24168 w 24917"/>
                    <a:gd name="connsiteY5" fmla="*/ 34849 h 43476"/>
                    <a:gd name="connsiteX6" fmla="*/ 22617 w 24917"/>
                    <a:gd name="connsiteY6" fmla="*/ 18712 h 43476"/>
                    <a:gd name="connsiteX7" fmla="*/ 18272 w 24917"/>
                    <a:gd name="connsiteY7" fmla="*/ 980 h 43476"/>
                    <a:gd name="connsiteX8" fmla="*/ 5372 w 24917"/>
                    <a:gd name="connsiteY8" fmla="*/ 6876 h 43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917" h="43476">
                      <a:moveTo>
                        <a:pt x="5372" y="6876"/>
                      </a:moveTo>
                      <a:cubicBezTo>
                        <a:pt x="3421" y="8516"/>
                        <a:pt x="1471" y="10201"/>
                        <a:pt x="584" y="12727"/>
                      </a:cubicBezTo>
                      <a:cubicBezTo>
                        <a:pt x="-1189" y="17604"/>
                        <a:pt x="1338" y="23988"/>
                        <a:pt x="4618" y="29662"/>
                      </a:cubicBezTo>
                      <a:cubicBezTo>
                        <a:pt x="7456" y="34228"/>
                        <a:pt x="11091" y="38927"/>
                        <a:pt x="15657" y="41676"/>
                      </a:cubicBezTo>
                      <a:cubicBezTo>
                        <a:pt x="19026" y="43759"/>
                        <a:pt x="23326" y="44424"/>
                        <a:pt x="24567" y="41543"/>
                      </a:cubicBezTo>
                      <a:cubicBezTo>
                        <a:pt x="25321" y="39769"/>
                        <a:pt x="24700" y="37198"/>
                        <a:pt x="24168" y="34849"/>
                      </a:cubicBezTo>
                      <a:cubicBezTo>
                        <a:pt x="22883" y="29352"/>
                        <a:pt x="22439" y="23855"/>
                        <a:pt x="22617" y="18712"/>
                      </a:cubicBezTo>
                      <a:cubicBezTo>
                        <a:pt x="22794" y="14368"/>
                        <a:pt x="24390" y="4970"/>
                        <a:pt x="18272" y="980"/>
                      </a:cubicBezTo>
                      <a:cubicBezTo>
                        <a:pt x="12864" y="-2611"/>
                        <a:pt x="8032" y="4659"/>
                        <a:pt x="5372" y="687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34" name="Forme libre : forme 25033">
                  <a:extLst>
                    <a:ext uri="{FF2B5EF4-FFF2-40B4-BE49-F238E27FC236}">
                      <a16:creationId xmlns:a16="http://schemas.microsoft.com/office/drawing/2014/main" id="{0B9F1C41-7E60-4C5C-9F60-7735FC652976}"/>
                    </a:ext>
                  </a:extLst>
                </p:cNvPr>
                <p:cNvSpPr/>
                <p:nvPr/>
              </p:nvSpPr>
              <p:spPr>
                <a:xfrm>
                  <a:off x="5521871" y="1339096"/>
                  <a:ext cx="13137" cy="8679"/>
                </a:xfrm>
                <a:custGeom>
                  <a:avLst/>
                  <a:gdLst>
                    <a:gd name="connsiteX0" fmla="*/ 2304 w 13137"/>
                    <a:gd name="connsiteY0" fmla="*/ 9 h 8679"/>
                    <a:gd name="connsiteX1" fmla="*/ 486 w 13137"/>
                    <a:gd name="connsiteY1" fmla="*/ 541 h 8679"/>
                    <a:gd name="connsiteX2" fmla="*/ 176 w 13137"/>
                    <a:gd name="connsiteY2" fmla="*/ 2447 h 8679"/>
                    <a:gd name="connsiteX3" fmla="*/ 1772 w 13137"/>
                    <a:gd name="connsiteY3" fmla="*/ 4176 h 8679"/>
                    <a:gd name="connsiteX4" fmla="*/ 6692 w 13137"/>
                    <a:gd name="connsiteY4" fmla="*/ 7545 h 8679"/>
                    <a:gd name="connsiteX5" fmla="*/ 8820 w 13137"/>
                    <a:gd name="connsiteY5" fmla="*/ 8521 h 8679"/>
                    <a:gd name="connsiteX6" fmla="*/ 11702 w 13137"/>
                    <a:gd name="connsiteY6" fmla="*/ 3866 h 8679"/>
                    <a:gd name="connsiteX7" fmla="*/ 2304 w 13137"/>
                    <a:gd name="connsiteY7" fmla="*/ 9 h 8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137" h="8679">
                      <a:moveTo>
                        <a:pt x="2304" y="9"/>
                      </a:moveTo>
                      <a:cubicBezTo>
                        <a:pt x="1639" y="53"/>
                        <a:pt x="929" y="142"/>
                        <a:pt x="486" y="541"/>
                      </a:cubicBezTo>
                      <a:cubicBezTo>
                        <a:pt x="43" y="940"/>
                        <a:pt x="-179" y="1694"/>
                        <a:pt x="176" y="2447"/>
                      </a:cubicBezTo>
                      <a:cubicBezTo>
                        <a:pt x="486" y="3157"/>
                        <a:pt x="1151" y="3688"/>
                        <a:pt x="1772" y="4176"/>
                      </a:cubicBezTo>
                      <a:cubicBezTo>
                        <a:pt x="3412" y="5373"/>
                        <a:pt x="5008" y="6570"/>
                        <a:pt x="6692" y="7545"/>
                      </a:cubicBezTo>
                      <a:cubicBezTo>
                        <a:pt x="7402" y="7944"/>
                        <a:pt x="8111" y="8343"/>
                        <a:pt x="8820" y="8521"/>
                      </a:cubicBezTo>
                      <a:cubicBezTo>
                        <a:pt x="11746" y="9274"/>
                        <a:pt x="15115" y="7279"/>
                        <a:pt x="11702" y="3866"/>
                      </a:cubicBezTo>
                      <a:cubicBezTo>
                        <a:pt x="9131" y="1206"/>
                        <a:pt x="5097" y="-124"/>
                        <a:pt x="2304" y="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35" name="Forme libre : forme 25034">
                  <a:extLst>
                    <a:ext uri="{FF2B5EF4-FFF2-40B4-BE49-F238E27FC236}">
                      <a16:creationId xmlns:a16="http://schemas.microsoft.com/office/drawing/2014/main" id="{51566CD5-2426-40D4-8AEB-8EF9D7BB6E36}"/>
                    </a:ext>
                  </a:extLst>
                </p:cNvPr>
                <p:cNvSpPr/>
                <p:nvPr/>
              </p:nvSpPr>
              <p:spPr>
                <a:xfrm>
                  <a:off x="5522357" y="1380067"/>
                  <a:ext cx="24470" cy="8051"/>
                </a:xfrm>
                <a:custGeom>
                  <a:avLst/>
                  <a:gdLst>
                    <a:gd name="connsiteX0" fmla="*/ 24471 w 24470"/>
                    <a:gd name="connsiteY0" fmla="*/ 5852 h 8051"/>
                    <a:gd name="connsiteX1" fmla="*/ 17954 w 24470"/>
                    <a:gd name="connsiteY1" fmla="*/ 8024 h 8051"/>
                    <a:gd name="connsiteX2" fmla="*/ 0 w 24470"/>
                    <a:gd name="connsiteY2" fmla="*/ 0 h 8051"/>
                    <a:gd name="connsiteX3" fmla="*/ 7714 w 24470"/>
                    <a:gd name="connsiteY3" fmla="*/ 4433 h 8051"/>
                    <a:gd name="connsiteX4" fmla="*/ 24471 w 24470"/>
                    <a:gd name="connsiteY4" fmla="*/ 5852 h 8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70" h="8051">
                      <a:moveTo>
                        <a:pt x="24471" y="5852"/>
                      </a:moveTo>
                      <a:cubicBezTo>
                        <a:pt x="24471" y="5852"/>
                        <a:pt x="22165" y="7802"/>
                        <a:pt x="17954" y="8024"/>
                      </a:cubicBezTo>
                      <a:cubicBezTo>
                        <a:pt x="13743" y="8290"/>
                        <a:pt x="7625" y="6694"/>
                        <a:pt x="0" y="0"/>
                      </a:cubicBezTo>
                      <a:cubicBezTo>
                        <a:pt x="0" y="0"/>
                        <a:pt x="3103" y="2438"/>
                        <a:pt x="7714" y="4433"/>
                      </a:cubicBezTo>
                      <a:cubicBezTo>
                        <a:pt x="12280" y="6428"/>
                        <a:pt x="18397" y="7935"/>
                        <a:pt x="24471" y="58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36" name="Forme libre : forme 25035">
                  <a:extLst>
                    <a:ext uri="{FF2B5EF4-FFF2-40B4-BE49-F238E27FC236}">
                      <a16:creationId xmlns:a16="http://schemas.microsoft.com/office/drawing/2014/main" id="{D2851E99-F45F-4D4B-B8E6-784B40D3FDC1}"/>
                    </a:ext>
                  </a:extLst>
                </p:cNvPr>
                <p:cNvSpPr/>
                <p:nvPr/>
              </p:nvSpPr>
              <p:spPr>
                <a:xfrm>
                  <a:off x="5511097" y="1325602"/>
                  <a:ext cx="26953" cy="9645"/>
                </a:xfrm>
                <a:custGeom>
                  <a:avLst/>
                  <a:gdLst>
                    <a:gd name="connsiteX0" fmla="*/ 26953 w 26953"/>
                    <a:gd name="connsiteY0" fmla="*/ 9646 h 9645"/>
                    <a:gd name="connsiteX1" fmla="*/ 24559 w 26953"/>
                    <a:gd name="connsiteY1" fmla="*/ 7296 h 9645"/>
                    <a:gd name="connsiteX2" fmla="*/ 18264 w 26953"/>
                    <a:gd name="connsiteY2" fmla="*/ 2774 h 9645"/>
                    <a:gd name="connsiteX3" fmla="*/ 9443 w 26953"/>
                    <a:gd name="connsiteY3" fmla="*/ 26 h 9645"/>
                    <a:gd name="connsiteX4" fmla="*/ 0 w 26953"/>
                    <a:gd name="connsiteY4" fmla="*/ 2819 h 9645"/>
                    <a:gd name="connsiteX5" fmla="*/ 7980 w 26953"/>
                    <a:gd name="connsiteY5" fmla="*/ 1267 h 9645"/>
                    <a:gd name="connsiteX6" fmla="*/ 16668 w 26953"/>
                    <a:gd name="connsiteY6" fmla="*/ 2952 h 9645"/>
                    <a:gd name="connsiteX7" fmla="*/ 26953 w 26953"/>
                    <a:gd name="connsiteY7" fmla="*/ 9646 h 9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953" h="9645">
                      <a:moveTo>
                        <a:pt x="26953" y="9646"/>
                      </a:moveTo>
                      <a:cubicBezTo>
                        <a:pt x="26953" y="9646"/>
                        <a:pt x="26155" y="8626"/>
                        <a:pt x="24559" y="7296"/>
                      </a:cubicBezTo>
                      <a:cubicBezTo>
                        <a:pt x="23008" y="5922"/>
                        <a:pt x="20836" y="4193"/>
                        <a:pt x="18264" y="2774"/>
                      </a:cubicBezTo>
                      <a:cubicBezTo>
                        <a:pt x="15737" y="1312"/>
                        <a:pt x="12546" y="248"/>
                        <a:pt x="9443" y="26"/>
                      </a:cubicBezTo>
                      <a:cubicBezTo>
                        <a:pt x="6295" y="-151"/>
                        <a:pt x="3059" y="558"/>
                        <a:pt x="0" y="2819"/>
                      </a:cubicBezTo>
                      <a:cubicBezTo>
                        <a:pt x="0" y="2819"/>
                        <a:pt x="3014" y="1223"/>
                        <a:pt x="7980" y="1267"/>
                      </a:cubicBezTo>
                      <a:cubicBezTo>
                        <a:pt x="10418" y="1267"/>
                        <a:pt x="13477" y="1711"/>
                        <a:pt x="16668" y="2952"/>
                      </a:cubicBezTo>
                      <a:cubicBezTo>
                        <a:pt x="19860" y="4237"/>
                        <a:pt x="23451" y="6365"/>
                        <a:pt x="26953" y="96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37" name="Forme libre : forme 25036">
                  <a:extLst>
                    <a:ext uri="{FF2B5EF4-FFF2-40B4-BE49-F238E27FC236}">
                      <a16:creationId xmlns:a16="http://schemas.microsoft.com/office/drawing/2014/main" id="{AC96DE4A-4DC2-489D-BE24-E7766345E7FB}"/>
                    </a:ext>
                  </a:extLst>
                </p:cNvPr>
                <p:cNvSpPr/>
                <p:nvPr/>
              </p:nvSpPr>
              <p:spPr>
                <a:xfrm>
                  <a:off x="5533283" y="1356321"/>
                  <a:ext cx="7328" cy="11088"/>
                </a:xfrm>
                <a:custGeom>
                  <a:avLst/>
                  <a:gdLst>
                    <a:gd name="connsiteX0" fmla="*/ 6141 w 7328"/>
                    <a:gd name="connsiteY0" fmla="*/ 11067 h 11088"/>
                    <a:gd name="connsiteX1" fmla="*/ 999 w 7328"/>
                    <a:gd name="connsiteY1" fmla="*/ 6058 h 11088"/>
                    <a:gd name="connsiteX2" fmla="*/ 1131 w 7328"/>
                    <a:gd name="connsiteY2" fmla="*/ 28 h 11088"/>
                    <a:gd name="connsiteX3" fmla="*/ 6318 w 7328"/>
                    <a:gd name="connsiteY3" fmla="*/ 5038 h 11088"/>
                    <a:gd name="connsiteX4" fmla="*/ 6141 w 7328"/>
                    <a:gd name="connsiteY4" fmla="*/ 11067 h 11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28" h="11088">
                      <a:moveTo>
                        <a:pt x="6141" y="11067"/>
                      </a:moveTo>
                      <a:cubicBezTo>
                        <a:pt x="4678" y="11333"/>
                        <a:pt x="2417" y="9072"/>
                        <a:pt x="999" y="6058"/>
                      </a:cubicBezTo>
                      <a:cubicBezTo>
                        <a:pt x="-376" y="3043"/>
                        <a:pt x="-331" y="339"/>
                        <a:pt x="1131" y="28"/>
                      </a:cubicBezTo>
                      <a:cubicBezTo>
                        <a:pt x="2594" y="-282"/>
                        <a:pt x="4944" y="1979"/>
                        <a:pt x="6318" y="5038"/>
                      </a:cubicBezTo>
                      <a:cubicBezTo>
                        <a:pt x="7737" y="8097"/>
                        <a:pt x="7648" y="10801"/>
                        <a:pt x="6141" y="1106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38" name="Forme libre : forme 25037">
                  <a:extLst>
                    <a:ext uri="{FF2B5EF4-FFF2-40B4-BE49-F238E27FC236}">
                      <a16:creationId xmlns:a16="http://schemas.microsoft.com/office/drawing/2014/main" id="{09ED2550-74F5-471B-81A9-9E862893D61A}"/>
                    </a:ext>
                  </a:extLst>
                </p:cNvPr>
                <p:cNvSpPr/>
                <p:nvPr/>
              </p:nvSpPr>
              <p:spPr>
                <a:xfrm>
                  <a:off x="5538686" y="1365572"/>
                  <a:ext cx="2674" cy="2967"/>
                </a:xfrm>
                <a:custGeom>
                  <a:avLst/>
                  <a:gdLst>
                    <a:gd name="connsiteX0" fmla="*/ 2335 w 2674"/>
                    <a:gd name="connsiteY0" fmla="*/ 2792 h 2967"/>
                    <a:gd name="connsiteX1" fmla="*/ 428 w 2674"/>
                    <a:gd name="connsiteY1" fmla="*/ 2171 h 2967"/>
                    <a:gd name="connsiteX2" fmla="*/ 340 w 2674"/>
                    <a:gd name="connsiteY2" fmla="*/ 176 h 2967"/>
                    <a:gd name="connsiteX3" fmla="*/ 2246 w 2674"/>
                    <a:gd name="connsiteY3" fmla="*/ 797 h 2967"/>
                    <a:gd name="connsiteX4" fmla="*/ 2335 w 2674"/>
                    <a:gd name="connsiteY4" fmla="*/ 2792 h 2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4" h="2967">
                      <a:moveTo>
                        <a:pt x="2335" y="2792"/>
                      </a:moveTo>
                      <a:cubicBezTo>
                        <a:pt x="1847" y="3191"/>
                        <a:pt x="960" y="2880"/>
                        <a:pt x="428" y="2171"/>
                      </a:cubicBezTo>
                      <a:cubicBezTo>
                        <a:pt x="-104" y="1462"/>
                        <a:pt x="-148" y="531"/>
                        <a:pt x="340" y="176"/>
                      </a:cubicBezTo>
                      <a:cubicBezTo>
                        <a:pt x="827" y="-223"/>
                        <a:pt x="1714" y="87"/>
                        <a:pt x="2246" y="797"/>
                      </a:cubicBezTo>
                      <a:cubicBezTo>
                        <a:pt x="2778" y="1506"/>
                        <a:pt x="2822" y="2392"/>
                        <a:pt x="2335" y="27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39" name="Forme libre : forme 25038">
                  <a:extLst>
                    <a:ext uri="{FF2B5EF4-FFF2-40B4-BE49-F238E27FC236}">
                      <a16:creationId xmlns:a16="http://schemas.microsoft.com/office/drawing/2014/main" id="{42208E6C-51FA-425A-8E56-92056D18136B}"/>
                    </a:ext>
                  </a:extLst>
                </p:cNvPr>
                <p:cNvSpPr/>
                <p:nvPr/>
              </p:nvSpPr>
              <p:spPr>
                <a:xfrm>
                  <a:off x="5542660" y="1348852"/>
                  <a:ext cx="13401" cy="32519"/>
                </a:xfrm>
                <a:custGeom>
                  <a:avLst/>
                  <a:gdLst>
                    <a:gd name="connsiteX0" fmla="*/ 12590 w 13401"/>
                    <a:gd name="connsiteY0" fmla="*/ 23988 h 32519"/>
                    <a:gd name="connsiteX1" fmla="*/ 6029 w 13401"/>
                    <a:gd name="connsiteY1" fmla="*/ 31791 h 32519"/>
                    <a:gd name="connsiteX2" fmla="*/ 2172 w 13401"/>
                    <a:gd name="connsiteY2" fmla="*/ 31702 h 32519"/>
                    <a:gd name="connsiteX3" fmla="*/ 1596 w 13401"/>
                    <a:gd name="connsiteY3" fmla="*/ 27668 h 32519"/>
                    <a:gd name="connsiteX4" fmla="*/ 4522 w 13401"/>
                    <a:gd name="connsiteY4" fmla="*/ 16275 h 32519"/>
                    <a:gd name="connsiteX5" fmla="*/ 1374 w 13401"/>
                    <a:gd name="connsiteY5" fmla="*/ 5 h 32519"/>
                    <a:gd name="connsiteX6" fmla="*/ 12767 w 13401"/>
                    <a:gd name="connsiteY6" fmla="*/ 14723 h 32519"/>
                    <a:gd name="connsiteX7" fmla="*/ 12590 w 13401"/>
                    <a:gd name="connsiteY7" fmla="*/ 23988 h 32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401" h="32519">
                      <a:moveTo>
                        <a:pt x="12590" y="23988"/>
                      </a:moveTo>
                      <a:cubicBezTo>
                        <a:pt x="11304" y="27446"/>
                        <a:pt x="8822" y="29884"/>
                        <a:pt x="6029" y="31791"/>
                      </a:cubicBezTo>
                      <a:cubicBezTo>
                        <a:pt x="5009" y="32500"/>
                        <a:pt x="3413" y="33032"/>
                        <a:pt x="2172" y="31702"/>
                      </a:cubicBezTo>
                      <a:cubicBezTo>
                        <a:pt x="1064" y="30505"/>
                        <a:pt x="1197" y="28820"/>
                        <a:pt x="1596" y="27668"/>
                      </a:cubicBezTo>
                      <a:cubicBezTo>
                        <a:pt x="2837" y="23988"/>
                        <a:pt x="5142" y="20796"/>
                        <a:pt x="4522" y="16275"/>
                      </a:cubicBezTo>
                      <a:cubicBezTo>
                        <a:pt x="4211" y="13437"/>
                        <a:pt x="-2926" y="-305"/>
                        <a:pt x="1374" y="5"/>
                      </a:cubicBezTo>
                      <a:cubicBezTo>
                        <a:pt x="5807" y="360"/>
                        <a:pt x="11792" y="10999"/>
                        <a:pt x="12767" y="14723"/>
                      </a:cubicBezTo>
                      <a:cubicBezTo>
                        <a:pt x="13743" y="18092"/>
                        <a:pt x="13521" y="21373"/>
                        <a:pt x="12590" y="2398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28" name="Graphique 2">
                <a:extLst>
                  <a:ext uri="{FF2B5EF4-FFF2-40B4-BE49-F238E27FC236}">
                    <a16:creationId xmlns:a16="http://schemas.microsoft.com/office/drawing/2014/main" id="{72C6CD17-CD9F-4ACE-B393-A947F3370B0F}"/>
                  </a:ext>
                </a:extLst>
              </p:cNvPr>
              <p:cNvGrpSpPr/>
              <p:nvPr/>
            </p:nvGrpSpPr>
            <p:grpSpPr>
              <a:xfrm>
                <a:off x="5542059" y="1379670"/>
                <a:ext cx="60888" cy="66901"/>
                <a:chOff x="5542059" y="1379670"/>
                <a:chExt cx="60888" cy="66901"/>
              </a:xfrm>
              <a:solidFill>
                <a:schemeClr val="accent1"/>
              </a:solidFill>
            </p:grpSpPr>
            <p:sp>
              <p:nvSpPr>
                <p:cNvPr id="25016" name="Forme libre : forme 25015">
                  <a:extLst>
                    <a:ext uri="{FF2B5EF4-FFF2-40B4-BE49-F238E27FC236}">
                      <a16:creationId xmlns:a16="http://schemas.microsoft.com/office/drawing/2014/main" id="{B0B4039C-3FDE-4960-83CD-655F6B1A2D02}"/>
                    </a:ext>
                  </a:extLst>
                </p:cNvPr>
                <p:cNvSpPr/>
                <p:nvPr/>
              </p:nvSpPr>
              <p:spPr>
                <a:xfrm>
                  <a:off x="5542092" y="1379670"/>
                  <a:ext cx="60855" cy="66857"/>
                </a:xfrm>
                <a:custGeom>
                  <a:avLst/>
                  <a:gdLst>
                    <a:gd name="connsiteX0" fmla="*/ 23044 w 60855"/>
                    <a:gd name="connsiteY0" fmla="*/ 56741 h 66857"/>
                    <a:gd name="connsiteX1" fmla="*/ 6109 w 60855"/>
                    <a:gd name="connsiteY1" fmla="*/ 35773 h 66857"/>
                    <a:gd name="connsiteX2" fmla="*/ 4647 w 60855"/>
                    <a:gd name="connsiteY2" fmla="*/ 8952 h 66857"/>
                    <a:gd name="connsiteX3" fmla="*/ 13867 w 60855"/>
                    <a:gd name="connsiteY3" fmla="*/ 2126 h 66857"/>
                    <a:gd name="connsiteX4" fmla="*/ 38959 w 60855"/>
                    <a:gd name="connsiteY4" fmla="*/ 10770 h 66857"/>
                    <a:gd name="connsiteX5" fmla="*/ 54341 w 60855"/>
                    <a:gd name="connsiteY5" fmla="*/ 30630 h 66857"/>
                    <a:gd name="connsiteX6" fmla="*/ 60681 w 60855"/>
                    <a:gd name="connsiteY6" fmla="*/ 44772 h 66857"/>
                    <a:gd name="connsiteX7" fmla="*/ 57400 w 60855"/>
                    <a:gd name="connsiteY7" fmla="*/ 56387 h 66857"/>
                    <a:gd name="connsiteX8" fmla="*/ 49376 w 60855"/>
                    <a:gd name="connsiteY8" fmla="*/ 64056 h 66857"/>
                    <a:gd name="connsiteX9" fmla="*/ 37141 w 60855"/>
                    <a:gd name="connsiteY9" fmla="*/ 66228 h 66857"/>
                    <a:gd name="connsiteX10" fmla="*/ 23044 w 60855"/>
                    <a:gd name="connsiteY10" fmla="*/ 56741 h 66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855" h="66857">
                      <a:moveTo>
                        <a:pt x="23044" y="56741"/>
                      </a:moveTo>
                      <a:cubicBezTo>
                        <a:pt x="17104" y="49826"/>
                        <a:pt x="11518" y="42777"/>
                        <a:pt x="6109" y="35773"/>
                      </a:cubicBezTo>
                      <a:cubicBezTo>
                        <a:pt x="-1516" y="25931"/>
                        <a:pt x="-2003" y="13918"/>
                        <a:pt x="4647" y="8952"/>
                      </a:cubicBezTo>
                      <a:lnTo>
                        <a:pt x="13867" y="2126"/>
                      </a:lnTo>
                      <a:cubicBezTo>
                        <a:pt x="20561" y="-2840"/>
                        <a:pt x="31866" y="1239"/>
                        <a:pt x="38959" y="10770"/>
                      </a:cubicBezTo>
                      <a:cubicBezTo>
                        <a:pt x="44057" y="17553"/>
                        <a:pt x="49110" y="24247"/>
                        <a:pt x="54341" y="30630"/>
                      </a:cubicBezTo>
                      <a:cubicBezTo>
                        <a:pt x="57977" y="35196"/>
                        <a:pt x="60193" y="40073"/>
                        <a:pt x="60681" y="44772"/>
                      </a:cubicBezTo>
                      <a:cubicBezTo>
                        <a:pt x="61301" y="49338"/>
                        <a:pt x="60282" y="53594"/>
                        <a:pt x="57400" y="56387"/>
                      </a:cubicBezTo>
                      <a:lnTo>
                        <a:pt x="49376" y="64056"/>
                      </a:lnTo>
                      <a:cubicBezTo>
                        <a:pt x="46495" y="66849"/>
                        <a:pt x="42062" y="67514"/>
                        <a:pt x="37141" y="66228"/>
                      </a:cubicBezTo>
                      <a:cubicBezTo>
                        <a:pt x="32442" y="64898"/>
                        <a:pt x="27078" y="61662"/>
                        <a:pt x="23044" y="5674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17" name="Forme libre : forme 25016">
                  <a:extLst>
                    <a:ext uri="{FF2B5EF4-FFF2-40B4-BE49-F238E27FC236}">
                      <a16:creationId xmlns:a16="http://schemas.microsoft.com/office/drawing/2014/main" id="{1133CC6B-DDC6-412C-BFE2-F1D64EAF20F9}"/>
                    </a:ext>
                  </a:extLst>
                </p:cNvPr>
                <p:cNvSpPr/>
                <p:nvPr/>
              </p:nvSpPr>
              <p:spPr>
                <a:xfrm>
                  <a:off x="5542059" y="1385697"/>
                  <a:ext cx="49675" cy="60875"/>
                </a:xfrm>
                <a:custGeom>
                  <a:avLst/>
                  <a:gdLst>
                    <a:gd name="connsiteX0" fmla="*/ 19796 w 49675"/>
                    <a:gd name="connsiteY0" fmla="*/ 25224 h 60875"/>
                    <a:gd name="connsiteX1" fmla="*/ 8669 w 49675"/>
                    <a:gd name="connsiteY1" fmla="*/ 0 h 60875"/>
                    <a:gd name="connsiteX2" fmla="*/ 4680 w 49675"/>
                    <a:gd name="connsiteY2" fmla="*/ 2970 h 60875"/>
                    <a:gd name="connsiteX3" fmla="*/ 6142 w 49675"/>
                    <a:gd name="connsiteY3" fmla="*/ 29790 h 60875"/>
                    <a:gd name="connsiteX4" fmla="*/ 23077 w 49675"/>
                    <a:gd name="connsiteY4" fmla="*/ 50759 h 60875"/>
                    <a:gd name="connsiteX5" fmla="*/ 37174 w 49675"/>
                    <a:gd name="connsiteY5" fmla="*/ 60246 h 60875"/>
                    <a:gd name="connsiteX6" fmla="*/ 49410 w 49675"/>
                    <a:gd name="connsiteY6" fmla="*/ 58074 h 60875"/>
                    <a:gd name="connsiteX7" fmla="*/ 49675 w 49675"/>
                    <a:gd name="connsiteY7" fmla="*/ 57808 h 60875"/>
                    <a:gd name="connsiteX8" fmla="*/ 34736 w 49675"/>
                    <a:gd name="connsiteY8" fmla="*/ 41361 h 60875"/>
                    <a:gd name="connsiteX9" fmla="*/ 19796 w 49675"/>
                    <a:gd name="connsiteY9" fmla="*/ 25224 h 60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9675" h="60875">
                      <a:moveTo>
                        <a:pt x="19796" y="25224"/>
                      </a:moveTo>
                      <a:cubicBezTo>
                        <a:pt x="11950" y="18087"/>
                        <a:pt x="7428" y="8024"/>
                        <a:pt x="8669" y="0"/>
                      </a:cubicBezTo>
                      <a:lnTo>
                        <a:pt x="4680" y="2970"/>
                      </a:lnTo>
                      <a:cubicBezTo>
                        <a:pt x="-2014" y="7935"/>
                        <a:pt x="-1527" y="19905"/>
                        <a:pt x="6142" y="29790"/>
                      </a:cubicBezTo>
                      <a:cubicBezTo>
                        <a:pt x="11595" y="36795"/>
                        <a:pt x="17137" y="43843"/>
                        <a:pt x="23077" y="50759"/>
                      </a:cubicBezTo>
                      <a:cubicBezTo>
                        <a:pt x="27111" y="55680"/>
                        <a:pt x="32475" y="58916"/>
                        <a:pt x="37174" y="60246"/>
                      </a:cubicBezTo>
                      <a:cubicBezTo>
                        <a:pt x="42095" y="61531"/>
                        <a:pt x="46484" y="60866"/>
                        <a:pt x="49410" y="58074"/>
                      </a:cubicBezTo>
                      <a:lnTo>
                        <a:pt x="49675" y="57808"/>
                      </a:lnTo>
                      <a:cubicBezTo>
                        <a:pt x="44134" y="52665"/>
                        <a:pt x="39435" y="46947"/>
                        <a:pt x="34736" y="41361"/>
                      </a:cubicBezTo>
                      <a:cubicBezTo>
                        <a:pt x="29993" y="35775"/>
                        <a:pt x="25338" y="30234"/>
                        <a:pt x="19796" y="2522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18" name="Forme libre : forme 25017">
                  <a:extLst>
                    <a:ext uri="{FF2B5EF4-FFF2-40B4-BE49-F238E27FC236}">
                      <a16:creationId xmlns:a16="http://schemas.microsoft.com/office/drawing/2014/main" id="{D5071F99-9AD9-4C02-A4E4-1460AA0431FE}"/>
                    </a:ext>
                  </a:extLst>
                </p:cNvPr>
                <p:cNvSpPr/>
                <p:nvPr/>
              </p:nvSpPr>
              <p:spPr>
                <a:xfrm>
                  <a:off x="5563099" y="1403991"/>
                  <a:ext cx="23451" cy="26834"/>
                </a:xfrm>
                <a:custGeom>
                  <a:avLst/>
                  <a:gdLst>
                    <a:gd name="connsiteX0" fmla="*/ 21942 w 23451"/>
                    <a:gd name="connsiteY0" fmla="*/ 25815 h 26834"/>
                    <a:gd name="connsiteX1" fmla="*/ 5628 w 23451"/>
                    <a:gd name="connsiteY1" fmla="*/ 18368 h 26834"/>
                    <a:gd name="connsiteX2" fmla="*/ 1816 w 23451"/>
                    <a:gd name="connsiteY2" fmla="*/ 857 h 26834"/>
                    <a:gd name="connsiteX3" fmla="*/ 17730 w 23451"/>
                    <a:gd name="connsiteY3" fmla="*/ 8659 h 26834"/>
                    <a:gd name="connsiteX4" fmla="*/ 21942 w 23451"/>
                    <a:gd name="connsiteY4" fmla="*/ 25815 h 26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51" h="26834">
                      <a:moveTo>
                        <a:pt x="21942" y="25815"/>
                      </a:moveTo>
                      <a:cubicBezTo>
                        <a:pt x="18706" y="28652"/>
                        <a:pt x="11302" y="25372"/>
                        <a:pt x="5628" y="18368"/>
                      </a:cubicBezTo>
                      <a:cubicBezTo>
                        <a:pt x="-46" y="11363"/>
                        <a:pt x="-1642" y="3472"/>
                        <a:pt x="1816" y="857"/>
                      </a:cubicBezTo>
                      <a:cubicBezTo>
                        <a:pt x="5229" y="-1759"/>
                        <a:pt x="12322" y="1832"/>
                        <a:pt x="17730" y="8659"/>
                      </a:cubicBezTo>
                      <a:cubicBezTo>
                        <a:pt x="23139" y="15442"/>
                        <a:pt x="25089" y="23022"/>
                        <a:pt x="21942" y="25815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19" name="Forme libre : forme 25018">
                  <a:extLst>
                    <a:ext uri="{FF2B5EF4-FFF2-40B4-BE49-F238E27FC236}">
                      <a16:creationId xmlns:a16="http://schemas.microsoft.com/office/drawing/2014/main" id="{039FE3D0-AFC6-436E-8369-F6D93BB8D54E}"/>
                    </a:ext>
                  </a:extLst>
                </p:cNvPr>
                <p:cNvSpPr/>
                <p:nvPr/>
              </p:nvSpPr>
              <p:spPr>
                <a:xfrm>
                  <a:off x="5563065" y="1403989"/>
                  <a:ext cx="11202" cy="23511"/>
                </a:xfrm>
                <a:custGeom>
                  <a:avLst/>
                  <a:gdLst>
                    <a:gd name="connsiteX0" fmla="*/ 11203 w 11202"/>
                    <a:gd name="connsiteY0" fmla="*/ 2499 h 23511"/>
                    <a:gd name="connsiteX1" fmla="*/ 1805 w 11202"/>
                    <a:gd name="connsiteY1" fmla="*/ 859 h 23511"/>
                    <a:gd name="connsiteX2" fmla="*/ 5617 w 11202"/>
                    <a:gd name="connsiteY2" fmla="*/ 18370 h 23511"/>
                    <a:gd name="connsiteX3" fmla="*/ 10937 w 11202"/>
                    <a:gd name="connsiteY3" fmla="*/ 23512 h 23511"/>
                    <a:gd name="connsiteX4" fmla="*/ 8765 w 11202"/>
                    <a:gd name="connsiteY4" fmla="*/ 20054 h 23511"/>
                    <a:gd name="connsiteX5" fmla="*/ 11203 w 11202"/>
                    <a:gd name="connsiteY5" fmla="*/ 2499 h 23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02" h="23511">
                      <a:moveTo>
                        <a:pt x="11203" y="2499"/>
                      </a:moveTo>
                      <a:cubicBezTo>
                        <a:pt x="7524" y="16"/>
                        <a:pt x="3977" y="-781"/>
                        <a:pt x="1805" y="859"/>
                      </a:cubicBezTo>
                      <a:cubicBezTo>
                        <a:pt x="-1653" y="3474"/>
                        <a:pt x="-13" y="11321"/>
                        <a:pt x="5617" y="18370"/>
                      </a:cubicBezTo>
                      <a:cubicBezTo>
                        <a:pt x="7258" y="20409"/>
                        <a:pt x="9119" y="22138"/>
                        <a:pt x="10937" y="23512"/>
                      </a:cubicBezTo>
                      <a:cubicBezTo>
                        <a:pt x="10095" y="22448"/>
                        <a:pt x="9341" y="21295"/>
                        <a:pt x="8765" y="20054"/>
                      </a:cubicBezTo>
                      <a:cubicBezTo>
                        <a:pt x="6061" y="12961"/>
                        <a:pt x="6725" y="5248"/>
                        <a:pt x="11203" y="2499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20" name="Forme libre : forme 25019">
                  <a:extLst>
                    <a:ext uri="{FF2B5EF4-FFF2-40B4-BE49-F238E27FC236}">
                      <a16:creationId xmlns:a16="http://schemas.microsoft.com/office/drawing/2014/main" id="{0A7C3E4C-B2A3-429B-840A-45A4261AC410}"/>
                    </a:ext>
                  </a:extLst>
                </p:cNvPr>
                <p:cNvSpPr/>
                <p:nvPr/>
              </p:nvSpPr>
              <p:spPr>
                <a:xfrm>
                  <a:off x="5562725" y="1406353"/>
                  <a:ext cx="23594" cy="26821"/>
                </a:xfrm>
                <a:custGeom>
                  <a:avLst/>
                  <a:gdLst>
                    <a:gd name="connsiteX0" fmla="*/ 22138 w 23594"/>
                    <a:gd name="connsiteY0" fmla="*/ 25802 h 26821"/>
                    <a:gd name="connsiteX1" fmla="*/ 5691 w 23594"/>
                    <a:gd name="connsiteY1" fmla="*/ 18355 h 26821"/>
                    <a:gd name="connsiteX2" fmla="*/ 1790 w 23594"/>
                    <a:gd name="connsiteY2" fmla="*/ 844 h 26821"/>
                    <a:gd name="connsiteX3" fmla="*/ 17749 w 23594"/>
                    <a:gd name="connsiteY3" fmla="*/ 8646 h 26821"/>
                    <a:gd name="connsiteX4" fmla="*/ 22138 w 23594"/>
                    <a:gd name="connsiteY4" fmla="*/ 25802 h 26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94" h="26821">
                      <a:moveTo>
                        <a:pt x="22138" y="25802"/>
                      </a:moveTo>
                      <a:cubicBezTo>
                        <a:pt x="18946" y="28640"/>
                        <a:pt x="11455" y="25359"/>
                        <a:pt x="5691" y="18355"/>
                      </a:cubicBezTo>
                      <a:cubicBezTo>
                        <a:pt x="17" y="11306"/>
                        <a:pt x="-1668" y="3460"/>
                        <a:pt x="1790" y="844"/>
                      </a:cubicBezTo>
                      <a:cubicBezTo>
                        <a:pt x="5204" y="-1727"/>
                        <a:pt x="12297" y="1775"/>
                        <a:pt x="17749" y="8646"/>
                      </a:cubicBezTo>
                      <a:cubicBezTo>
                        <a:pt x="23202" y="15385"/>
                        <a:pt x="25241" y="23010"/>
                        <a:pt x="22138" y="2580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21" name="Forme libre : forme 25020">
                  <a:extLst>
                    <a:ext uri="{FF2B5EF4-FFF2-40B4-BE49-F238E27FC236}">
                      <a16:creationId xmlns:a16="http://schemas.microsoft.com/office/drawing/2014/main" id="{FB286327-A710-4009-88EF-97C0CB15A8A3}"/>
                    </a:ext>
                  </a:extLst>
                </p:cNvPr>
                <p:cNvSpPr/>
                <p:nvPr/>
              </p:nvSpPr>
              <p:spPr>
                <a:xfrm>
                  <a:off x="5549912" y="1388899"/>
                  <a:ext cx="25245" cy="43309"/>
                </a:xfrm>
                <a:custGeom>
                  <a:avLst/>
                  <a:gdLst>
                    <a:gd name="connsiteX0" fmla="*/ 5959 w 25245"/>
                    <a:gd name="connsiteY0" fmla="*/ 5708 h 43309"/>
                    <a:gd name="connsiteX1" fmla="*/ 772 w 25245"/>
                    <a:gd name="connsiteY1" fmla="*/ 10939 h 43309"/>
                    <a:gd name="connsiteX2" fmla="*/ 4496 w 25245"/>
                    <a:gd name="connsiteY2" fmla="*/ 28627 h 43309"/>
                    <a:gd name="connsiteX3" fmla="*/ 16111 w 25245"/>
                    <a:gd name="connsiteY3" fmla="*/ 41483 h 43309"/>
                    <a:gd name="connsiteX4" fmla="*/ 25021 w 25245"/>
                    <a:gd name="connsiteY4" fmla="*/ 41306 h 43309"/>
                    <a:gd name="connsiteX5" fmla="*/ 24179 w 25245"/>
                    <a:gd name="connsiteY5" fmla="*/ 34612 h 43309"/>
                    <a:gd name="connsiteX6" fmla="*/ 22317 w 25245"/>
                    <a:gd name="connsiteY6" fmla="*/ 18609 h 43309"/>
                    <a:gd name="connsiteX7" fmla="*/ 18992 w 25245"/>
                    <a:gd name="connsiteY7" fmla="*/ 1187 h 43309"/>
                    <a:gd name="connsiteX8" fmla="*/ 5959 w 25245"/>
                    <a:gd name="connsiteY8" fmla="*/ 5708 h 43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245" h="43309">
                      <a:moveTo>
                        <a:pt x="5959" y="5708"/>
                      </a:moveTo>
                      <a:cubicBezTo>
                        <a:pt x="3920" y="7083"/>
                        <a:pt x="1836" y="8546"/>
                        <a:pt x="772" y="10939"/>
                      </a:cubicBezTo>
                      <a:cubicBezTo>
                        <a:pt x="-1267" y="15550"/>
                        <a:pt x="994" y="22598"/>
                        <a:pt x="4496" y="28627"/>
                      </a:cubicBezTo>
                      <a:cubicBezTo>
                        <a:pt x="7422" y="33637"/>
                        <a:pt x="11323" y="38602"/>
                        <a:pt x="16111" y="41483"/>
                      </a:cubicBezTo>
                      <a:cubicBezTo>
                        <a:pt x="19657" y="43656"/>
                        <a:pt x="24002" y="44232"/>
                        <a:pt x="25021" y="41306"/>
                      </a:cubicBezTo>
                      <a:cubicBezTo>
                        <a:pt x="25642" y="39488"/>
                        <a:pt x="24844" y="36962"/>
                        <a:pt x="24179" y="34612"/>
                      </a:cubicBezTo>
                      <a:cubicBezTo>
                        <a:pt x="22583" y="29115"/>
                        <a:pt x="22051" y="23618"/>
                        <a:pt x="22317" y="18609"/>
                      </a:cubicBezTo>
                      <a:cubicBezTo>
                        <a:pt x="22539" y="14264"/>
                        <a:pt x="24445" y="5442"/>
                        <a:pt x="18992" y="1187"/>
                      </a:cubicBezTo>
                      <a:cubicBezTo>
                        <a:pt x="14072" y="-2626"/>
                        <a:pt x="8752" y="3802"/>
                        <a:pt x="5959" y="570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22" name="Forme libre : forme 25021">
                  <a:extLst>
                    <a:ext uri="{FF2B5EF4-FFF2-40B4-BE49-F238E27FC236}">
                      <a16:creationId xmlns:a16="http://schemas.microsoft.com/office/drawing/2014/main" id="{85D6B0C2-41E4-42D8-9267-7CDE03497926}"/>
                    </a:ext>
                  </a:extLst>
                </p:cNvPr>
                <p:cNvSpPr/>
                <p:nvPr/>
              </p:nvSpPr>
              <p:spPr>
                <a:xfrm>
                  <a:off x="5564978" y="1395262"/>
                  <a:ext cx="12569" cy="8812"/>
                </a:xfrm>
                <a:custGeom>
                  <a:avLst/>
                  <a:gdLst>
                    <a:gd name="connsiteX0" fmla="*/ 2330 w 12569"/>
                    <a:gd name="connsiteY0" fmla="*/ 11 h 8812"/>
                    <a:gd name="connsiteX1" fmla="*/ 557 w 12569"/>
                    <a:gd name="connsiteY1" fmla="*/ 409 h 8812"/>
                    <a:gd name="connsiteX2" fmla="*/ 114 w 12569"/>
                    <a:gd name="connsiteY2" fmla="*/ 2271 h 8812"/>
                    <a:gd name="connsiteX3" fmla="*/ 1577 w 12569"/>
                    <a:gd name="connsiteY3" fmla="*/ 4089 h 8812"/>
                    <a:gd name="connsiteX4" fmla="*/ 6276 w 12569"/>
                    <a:gd name="connsiteY4" fmla="*/ 7591 h 8812"/>
                    <a:gd name="connsiteX5" fmla="*/ 8315 w 12569"/>
                    <a:gd name="connsiteY5" fmla="*/ 8611 h 8812"/>
                    <a:gd name="connsiteX6" fmla="*/ 11285 w 12569"/>
                    <a:gd name="connsiteY6" fmla="*/ 4178 h 8812"/>
                    <a:gd name="connsiteX7" fmla="*/ 2330 w 12569"/>
                    <a:gd name="connsiteY7" fmla="*/ 11 h 8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69" h="8812">
                      <a:moveTo>
                        <a:pt x="2330" y="11"/>
                      </a:moveTo>
                      <a:cubicBezTo>
                        <a:pt x="1665" y="-34"/>
                        <a:pt x="1000" y="55"/>
                        <a:pt x="557" y="409"/>
                      </a:cubicBezTo>
                      <a:cubicBezTo>
                        <a:pt x="70" y="764"/>
                        <a:pt x="-152" y="1473"/>
                        <a:pt x="114" y="2271"/>
                      </a:cubicBezTo>
                      <a:cubicBezTo>
                        <a:pt x="380" y="2981"/>
                        <a:pt x="1000" y="3557"/>
                        <a:pt x="1577" y="4089"/>
                      </a:cubicBezTo>
                      <a:cubicBezTo>
                        <a:pt x="3084" y="5419"/>
                        <a:pt x="4636" y="6572"/>
                        <a:pt x="6276" y="7591"/>
                      </a:cubicBezTo>
                      <a:cubicBezTo>
                        <a:pt x="6941" y="7990"/>
                        <a:pt x="7606" y="8389"/>
                        <a:pt x="8315" y="8611"/>
                      </a:cubicBezTo>
                      <a:cubicBezTo>
                        <a:pt x="11152" y="9453"/>
                        <a:pt x="14433" y="7591"/>
                        <a:pt x="11285" y="4178"/>
                      </a:cubicBezTo>
                      <a:cubicBezTo>
                        <a:pt x="8803" y="1562"/>
                        <a:pt x="5035" y="99"/>
                        <a:pt x="2330" y="1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23" name="Forme libre : forme 25022">
                  <a:extLst>
                    <a:ext uri="{FF2B5EF4-FFF2-40B4-BE49-F238E27FC236}">
                      <a16:creationId xmlns:a16="http://schemas.microsoft.com/office/drawing/2014/main" id="{0D2FFDBF-B891-406E-AD90-D7B2B40C2631}"/>
                    </a:ext>
                  </a:extLst>
                </p:cNvPr>
                <p:cNvSpPr/>
                <p:nvPr/>
              </p:nvSpPr>
              <p:spPr>
                <a:xfrm>
                  <a:off x="5566112" y="1436234"/>
                  <a:ext cx="25046" cy="7653"/>
                </a:xfrm>
                <a:custGeom>
                  <a:avLst/>
                  <a:gdLst>
                    <a:gd name="connsiteX0" fmla="*/ 25047 w 25046"/>
                    <a:gd name="connsiteY0" fmla="*/ 4788 h 7653"/>
                    <a:gd name="connsiteX1" fmla="*/ 18929 w 25046"/>
                    <a:gd name="connsiteY1" fmla="*/ 7536 h 7653"/>
                    <a:gd name="connsiteX2" fmla="*/ 11083 w 25046"/>
                    <a:gd name="connsiteY2" fmla="*/ 6561 h 7653"/>
                    <a:gd name="connsiteX3" fmla="*/ 0 w 25046"/>
                    <a:gd name="connsiteY3" fmla="*/ 0 h 7653"/>
                    <a:gd name="connsiteX4" fmla="*/ 8245 w 25046"/>
                    <a:gd name="connsiteY4" fmla="*/ 4433 h 7653"/>
                    <a:gd name="connsiteX5" fmla="*/ 25047 w 25046"/>
                    <a:gd name="connsiteY5" fmla="*/ 4788 h 7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46" h="7653">
                      <a:moveTo>
                        <a:pt x="25047" y="4788"/>
                      </a:moveTo>
                      <a:cubicBezTo>
                        <a:pt x="25047" y="4788"/>
                        <a:pt x="23096" y="6960"/>
                        <a:pt x="18929" y="7536"/>
                      </a:cubicBezTo>
                      <a:cubicBezTo>
                        <a:pt x="16846" y="7802"/>
                        <a:pt x="14186" y="7669"/>
                        <a:pt x="11083" y="6561"/>
                      </a:cubicBezTo>
                      <a:cubicBezTo>
                        <a:pt x="7980" y="5453"/>
                        <a:pt x="4123" y="3502"/>
                        <a:pt x="0" y="0"/>
                      </a:cubicBezTo>
                      <a:cubicBezTo>
                        <a:pt x="0" y="0"/>
                        <a:pt x="3325" y="2571"/>
                        <a:pt x="8245" y="4433"/>
                      </a:cubicBezTo>
                      <a:cubicBezTo>
                        <a:pt x="13078" y="6384"/>
                        <a:pt x="19373" y="7492"/>
                        <a:pt x="25047" y="4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24" name="Forme libre : forme 25023">
                  <a:extLst>
                    <a:ext uri="{FF2B5EF4-FFF2-40B4-BE49-F238E27FC236}">
                      <a16:creationId xmlns:a16="http://schemas.microsoft.com/office/drawing/2014/main" id="{8C3CCAC4-980D-4B95-94A0-6219E57B80C8}"/>
                    </a:ext>
                  </a:extLst>
                </p:cNvPr>
                <p:cNvSpPr/>
                <p:nvPr/>
              </p:nvSpPr>
              <p:spPr>
                <a:xfrm>
                  <a:off x="5555694" y="1381838"/>
                  <a:ext cx="25179" cy="10419"/>
                </a:xfrm>
                <a:custGeom>
                  <a:avLst/>
                  <a:gdLst>
                    <a:gd name="connsiteX0" fmla="*/ 25180 w 25179"/>
                    <a:gd name="connsiteY0" fmla="*/ 10420 h 10419"/>
                    <a:gd name="connsiteX1" fmla="*/ 17511 w 25179"/>
                    <a:gd name="connsiteY1" fmla="*/ 3549 h 10419"/>
                    <a:gd name="connsiteX2" fmla="*/ 0 w 25179"/>
                    <a:gd name="connsiteY2" fmla="*/ 1775 h 10419"/>
                    <a:gd name="connsiteX3" fmla="*/ 7891 w 25179"/>
                    <a:gd name="connsiteY3" fmla="*/ 1243 h 10419"/>
                    <a:gd name="connsiteX4" fmla="*/ 25180 w 25179"/>
                    <a:gd name="connsiteY4" fmla="*/ 10420 h 10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79" h="10419">
                      <a:moveTo>
                        <a:pt x="25180" y="10420"/>
                      </a:moveTo>
                      <a:cubicBezTo>
                        <a:pt x="25180" y="10420"/>
                        <a:pt x="22165" y="6608"/>
                        <a:pt x="17511" y="3549"/>
                      </a:cubicBezTo>
                      <a:cubicBezTo>
                        <a:pt x="12856" y="534"/>
                        <a:pt x="6561" y="-1727"/>
                        <a:pt x="0" y="1775"/>
                      </a:cubicBezTo>
                      <a:cubicBezTo>
                        <a:pt x="0" y="1775"/>
                        <a:pt x="3192" y="667"/>
                        <a:pt x="7891" y="1243"/>
                      </a:cubicBezTo>
                      <a:cubicBezTo>
                        <a:pt x="12679" y="1731"/>
                        <a:pt x="18929" y="3992"/>
                        <a:pt x="25180" y="104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25" name="Forme libre : forme 25024">
                  <a:extLst>
                    <a:ext uri="{FF2B5EF4-FFF2-40B4-BE49-F238E27FC236}">
                      <a16:creationId xmlns:a16="http://schemas.microsoft.com/office/drawing/2014/main" id="{0657466D-4D53-4AE8-92D6-E7A7CF77997D}"/>
                    </a:ext>
                  </a:extLst>
                </p:cNvPr>
                <p:cNvSpPr/>
                <p:nvPr/>
              </p:nvSpPr>
              <p:spPr>
                <a:xfrm>
                  <a:off x="5575759" y="1412399"/>
                  <a:ext cx="7392" cy="10831"/>
                </a:xfrm>
                <a:custGeom>
                  <a:avLst/>
                  <a:gdLst>
                    <a:gd name="connsiteX0" fmla="*/ 6356 w 7392"/>
                    <a:gd name="connsiteY0" fmla="*/ 10802 h 10831"/>
                    <a:gd name="connsiteX1" fmla="*/ 1081 w 7392"/>
                    <a:gd name="connsiteY1" fmla="*/ 5969 h 10831"/>
                    <a:gd name="connsiteX2" fmla="*/ 1081 w 7392"/>
                    <a:gd name="connsiteY2" fmla="*/ 29 h 10831"/>
                    <a:gd name="connsiteX3" fmla="*/ 6267 w 7392"/>
                    <a:gd name="connsiteY3" fmla="*/ 4861 h 10831"/>
                    <a:gd name="connsiteX4" fmla="*/ 6356 w 7392"/>
                    <a:gd name="connsiteY4" fmla="*/ 10802 h 10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92" h="10831">
                      <a:moveTo>
                        <a:pt x="6356" y="10802"/>
                      </a:moveTo>
                      <a:cubicBezTo>
                        <a:pt x="4937" y="11112"/>
                        <a:pt x="2544" y="8940"/>
                        <a:pt x="1081" y="5969"/>
                      </a:cubicBezTo>
                      <a:cubicBezTo>
                        <a:pt x="-382" y="2955"/>
                        <a:pt x="-338" y="295"/>
                        <a:pt x="1081" y="29"/>
                      </a:cubicBezTo>
                      <a:cubicBezTo>
                        <a:pt x="2544" y="-281"/>
                        <a:pt x="4760" y="1935"/>
                        <a:pt x="6267" y="4861"/>
                      </a:cubicBezTo>
                      <a:cubicBezTo>
                        <a:pt x="7730" y="7831"/>
                        <a:pt x="7775" y="10491"/>
                        <a:pt x="6356" y="1080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26" name="Forme libre : forme 25025">
                  <a:extLst>
                    <a:ext uri="{FF2B5EF4-FFF2-40B4-BE49-F238E27FC236}">
                      <a16:creationId xmlns:a16="http://schemas.microsoft.com/office/drawing/2014/main" id="{0B12CBD9-8400-48BB-9293-3919C42B645E}"/>
                    </a:ext>
                  </a:extLst>
                </p:cNvPr>
                <p:cNvSpPr/>
                <p:nvPr/>
              </p:nvSpPr>
              <p:spPr>
                <a:xfrm>
                  <a:off x="5581303" y="1421374"/>
                  <a:ext cx="2707" cy="2943"/>
                </a:xfrm>
                <a:custGeom>
                  <a:avLst/>
                  <a:gdLst>
                    <a:gd name="connsiteX0" fmla="*/ 2408 w 2707"/>
                    <a:gd name="connsiteY0" fmla="*/ 2757 h 2943"/>
                    <a:gd name="connsiteX1" fmla="*/ 502 w 2707"/>
                    <a:gd name="connsiteY1" fmla="*/ 2181 h 2943"/>
                    <a:gd name="connsiteX2" fmla="*/ 280 w 2707"/>
                    <a:gd name="connsiteY2" fmla="*/ 186 h 2943"/>
                    <a:gd name="connsiteX3" fmla="*/ 2187 w 2707"/>
                    <a:gd name="connsiteY3" fmla="*/ 762 h 2943"/>
                    <a:gd name="connsiteX4" fmla="*/ 2408 w 2707"/>
                    <a:gd name="connsiteY4" fmla="*/ 2757 h 2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7" h="2943">
                      <a:moveTo>
                        <a:pt x="2408" y="2757"/>
                      </a:moveTo>
                      <a:cubicBezTo>
                        <a:pt x="1965" y="3156"/>
                        <a:pt x="1078" y="2890"/>
                        <a:pt x="502" y="2181"/>
                      </a:cubicBezTo>
                      <a:cubicBezTo>
                        <a:pt x="-74" y="1472"/>
                        <a:pt x="-163" y="585"/>
                        <a:pt x="280" y="186"/>
                      </a:cubicBezTo>
                      <a:cubicBezTo>
                        <a:pt x="768" y="-213"/>
                        <a:pt x="1610" y="53"/>
                        <a:pt x="2187" y="762"/>
                      </a:cubicBezTo>
                      <a:cubicBezTo>
                        <a:pt x="2763" y="1472"/>
                        <a:pt x="2896" y="2358"/>
                        <a:pt x="2408" y="27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27" name="Forme libre : forme 25026">
                  <a:extLst>
                    <a:ext uri="{FF2B5EF4-FFF2-40B4-BE49-F238E27FC236}">
                      <a16:creationId xmlns:a16="http://schemas.microsoft.com/office/drawing/2014/main" id="{669E250D-BC2B-49C2-90E7-DAB86A46DB0E}"/>
                    </a:ext>
                  </a:extLst>
                </p:cNvPr>
                <p:cNvSpPr/>
                <p:nvPr/>
              </p:nvSpPr>
              <p:spPr>
                <a:xfrm>
                  <a:off x="5584796" y="1405110"/>
                  <a:ext cx="13496" cy="31546"/>
                </a:xfrm>
                <a:custGeom>
                  <a:avLst/>
                  <a:gdLst>
                    <a:gd name="connsiteX0" fmla="*/ 13056 w 13496"/>
                    <a:gd name="connsiteY0" fmla="*/ 22435 h 31546"/>
                    <a:gd name="connsiteX1" fmla="*/ 7515 w 13496"/>
                    <a:gd name="connsiteY1" fmla="*/ 30637 h 31546"/>
                    <a:gd name="connsiteX2" fmla="*/ 3747 w 13496"/>
                    <a:gd name="connsiteY2" fmla="*/ 30858 h 31546"/>
                    <a:gd name="connsiteX3" fmla="*/ 2772 w 13496"/>
                    <a:gd name="connsiteY3" fmla="*/ 26869 h 31546"/>
                    <a:gd name="connsiteX4" fmla="*/ 4722 w 13496"/>
                    <a:gd name="connsiteY4" fmla="*/ 15564 h 31546"/>
                    <a:gd name="connsiteX5" fmla="*/ 1220 w 13496"/>
                    <a:gd name="connsiteY5" fmla="*/ 6698 h 31546"/>
                    <a:gd name="connsiteX6" fmla="*/ 1353 w 13496"/>
                    <a:gd name="connsiteY6" fmla="*/ 4 h 31546"/>
                    <a:gd name="connsiteX7" fmla="*/ 12613 w 13496"/>
                    <a:gd name="connsiteY7" fmla="*/ 13481 h 31546"/>
                    <a:gd name="connsiteX8" fmla="*/ 13056 w 13496"/>
                    <a:gd name="connsiteY8" fmla="*/ 22435 h 31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496" h="31546">
                      <a:moveTo>
                        <a:pt x="13056" y="22435"/>
                      </a:moveTo>
                      <a:cubicBezTo>
                        <a:pt x="12126" y="25893"/>
                        <a:pt x="10042" y="28464"/>
                        <a:pt x="7515" y="30637"/>
                      </a:cubicBezTo>
                      <a:cubicBezTo>
                        <a:pt x="6628" y="31435"/>
                        <a:pt x="5077" y="32100"/>
                        <a:pt x="3747" y="30858"/>
                      </a:cubicBezTo>
                      <a:cubicBezTo>
                        <a:pt x="2506" y="29750"/>
                        <a:pt x="2506" y="28066"/>
                        <a:pt x="2772" y="26869"/>
                      </a:cubicBezTo>
                      <a:cubicBezTo>
                        <a:pt x="3614" y="23189"/>
                        <a:pt x="5564" y="19909"/>
                        <a:pt x="4722" y="15564"/>
                      </a:cubicBezTo>
                      <a:cubicBezTo>
                        <a:pt x="4501" y="14190"/>
                        <a:pt x="2550" y="10244"/>
                        <a:pt x="1220" y="6698"/>
                      </a:cubicBezTo>
                      <a:cubicBezTo>
                        <a:pt x="-110" y="3107"/>
                        <a:pt x="-731" y="-129"/>
                        <a:pt x="1353" y="4"/>
                      </a:cubicBezTo>
                      <a:cubicBezTo>
                        <a:pt x="5520" y="314"/>
                        <a:pt x="11372" y="10067"/>
                        <a:pt x="12613" y="13481"/>
                      </a:cubicBezTo>
                      <a:cubicBezTo>
                        <a:pt x="13677" y="16672"/>
                        <a:pt x="13721" y="19820"/>
                        <a:pt x="13056" y="2243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29" name="Graphique 2">
                <a:extLst>
                  <a:ext uri="{FF2B5EF4-FFF2-40B4-BE49-F238E27FC236}">
                    <a16:creationId xmlns:a16="http://schemas.microsoft.com/office/drawing/2014/main" id="{93E962D8-11C6-4B90-BDC6-6E566507E9B1}"/>
                  </a:ext>
                </a:extLst>
              </p:cNvPr>
              <p:cNvGrpSpPr/>
              <p:nvPr/>
            </p:nvGrpSpPr>
            <p:grpSpPr>
              <a:xfrm>
                <a:off x="5588325" y="1433109"/>
                <a:ext cx="66531" cy="59076"/>
                <a:chOff x="5588325" y="1433109"/>
                <a:chExt cx="66531" cy="59076"/>
              </a:xfrm>
              <a:solidFill>
                <a:schemeClr val="accent1"/>
              </a:solidFill>
            </p:grpSpPr>
            <p:sp>
              <p:nvSpPr>
                <p:cNvPr id="25004" name="Forme libre : forme 25003">
                  <a:extLst>
                    <a:ext uri="{FF2B5EF4-FFF2-40B4-BE49-F238E27FC236}">
                      <a16:creationId xmlns:a16="http://schemas.microsoft.com/office/drawing/2014/main" id="{3F1352D4-ED72-4E5A-B253-1883A98E6C83}"/>
                    </a:ext>
                  </a:extLst>
                </p:cNvPr>
                <p:cNvSpPr/>
                <p:nvPr/>
              </p:nvSpPr>
              <p:spPr>
                <a:xfrm>
                  <a:off x="5588325" y="1433109"/>
                  <a:ext cx="66531" cy="59076"/>
                </a:xfrm>
                <a:custGeom>
                  <a:avLst/>
                  <a:gdLst>
                    <a:gd name="connsiteX0" fmla="*/ 33599 w 66531"/>
                    <a:gd name="connsiteY0" fmla="*/ 54372 h 59076"/>
                    <a:gd name="connsiteX1" fmla="*/ 21453 w 66531"/>
                    <a:gd name="connsiteY1" fmla="*/ 46171 h 59076"/>
                    <a:gd name="connsiteX2" fmla="*/ 10148 w 66531"/>
                    <a:gd name="connsiteY2" fmla="*/ 37216 h 59076"/>
                    <a:gd name="connsiteX3" fmla="*/ 3853 w 66531"/>
                    <a:gd name="connsiteY3" fmla="*/ 30167 h 59076"/>
                    <a:gd name="connsiteX4" fmla="*/ 528 w 66531"/>
                    <a:gd name="connsiteY4" fmla="*/ 22720 h 59076"/>
                    <a:gd name="connsiteX5" fmla="*/ 3144 w 66531"/>
                    <a:gd name="connsiteY5" fmla="*/ 10662 h 59076"/>
                    <a:gd name="connsiteX6" fmla="*/ 11168 w 66531"/>
                    <a:gd name="connsiteY6" fmla="*/ 2992 h 59076"/>
                    <a:gd name="connsiteX7" fmla="*/ 22871 w 66531"/>
                    <a:gd name="connsiteY7" fmla="*/ 288 h 59076"/>
                    <a:gd name="connsiteX8" fmla="*/ 29698 w 66531"/>
                    <a:gd name="connsiteY8" fmla="*/ 2593 h 59076"/>
                    <a:gd name="connsiteX9" fmla="*/ 36215 w 66531"/>
                    <a:gd name="connsiteY9" fmla="*/ 6982 h 59076"/>
                    <a:gd name="connsiteX10" fmla="*/ 45170 w 66531"/>
                    <a:gd name="connsiteY10" fmla="*/ 14341 h 59076"/>
                    <a:gd name="connsiteX11" fmla="*/ 54479 w 66531"/>
                    <a:gd name="connsiteY11" fmla="*/ 20902 h 59076"/>
                    <a:gd name="connsiteX12" fmla="*/ 60331 w 66531"/>
                    <a:gd name="connsiteY12" fmla="*/ 25645 h 59076"/>
                    <a:gd name="connsiteX13" fmla="*/ 64409 w 66531"/>
                    <a:gd name="connsiteY13" fmla="*/ 31187 h 59076"/>
                    <a:gd name="connsiteX14" fmla="*/ 65739 w 66531"/>
                    <a:gd name="connsiteY14" fmla="*/ 42890 h 59076"/>
                    <a:gd name="connsiteX15" fmla="*/ 61572 w 66531"/>
                    <a:gd name="connsiteY15" fmla="*/ 52776 h 59076"/>
                    <a:gd name="connsiteX16" fmla="*/ 51110 w 66531"/>
                    <a:gd name="connsiteY16" fmla="*/ 58982 h 59076"/>
                    <a:gd name="connsiteX17" fmla="*/ 42643 w 66531"/>
                    <a:gd name="connsiteY17" fmla="*/ 58184 h 59076"/>
                    <a:gd name="connsiteX18" fmla="*/ 33599 w 66531"/>
                    <a:gd name="connsiteY18" fmla="*/ 54372 h 59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6531" h="59076">
                      <a:moveTo>
                        <a:pt x="33599" y="54372"/>
                      </a:moveTo>
                      <a:cubicBezTo>
                        <a:pt x="29565" y="51668"/>
                        <a:pt x="25309" y="49097"/>
                        <a:pt x="21453" y="46171"/>
                      </a:cubicBezTo>
                      <a:cubicBezTo>
                        <a:pt x="17596" y="43245"/>
                        <a:pt x="13650" y="40363"/>
                        <a:pt x="10148" y="37216"/>
                      </a:cubicBezTo>
                      <a:cubicBezTo>
                        <a:pt x="7621" y="34999"/>
                        <a:pt x="5360" y="32694"/>
                        <a:pt x="3853" y="30167"/>
                      </a:cubicBezTo>
                      <a:cubicBezTo>
                        <a:pt x="2302" y="27640"/>
                        <a:pt x="1149" y="25113"/>
                        <a:pt x="528" y="22720"/>
                      </a:cubicBezTo>
                      <a:cubicBezTo>
                        <a:pt x="-713" y="17888"/>
                        <a:pt x="262" y="13410"/>
                        <a:pt x="3144" y="10662"/>
                      </a:cubicBezTo>
                      <a:lnTo>
                        <a:pt x="11168" y="2992"/>
                      </a:lnTo>
                      <a:cubicBezTo>
                        <a:pt x="14094" y="199"/>
                        <a:pt x="18305" y="-465"/>
                        <a:pt x="22871" y="288"/>
                      </a:cubicBezTo>
                      <a:cubicBezTo>
                        <a:pt x="25132" y="643"/>
                        <a:pt x="27437" y="1441"/>
                        <a:pt x="29698" y="2593"/>
                      </a:cubicBezTo>
                      <a:cubicBezTo>
                        <a:pt x="31915" y="3835"/>
                        <a:pt x="34176" y="5120"/>
                        <a:pt x="36215" y="6982"/>
                      </a:cubicBezTo>
                      <a:cubicBezTo>
                        <a:pt x="39096" y="9686"/>
                        <a:pt x="42155" y="11947"/>
                        <a:pt x="45170" y="14341"/>
                      </a:cubicBezTo>
                      <a:cubicBezTo>
                        <a:pt x="48184" y="16779"/>
                        <a:pt x="51376" y="18685"/>
                        <a:pt x="54479" y="20902"/>
                      </a:cubicBezTo>
                      <a:cubicBezTo>
                        <a:pt x="56740" y="22276"/>
                        <a:pt x="58691" y="23828"/>
                        <a:pt x="60331" y="25645"/>
                      </a:cubicBezTo>
                      <a:cubicBezTo>
                        <a:pt x="61927" y="27507"/>
                        <a:pt x="63390" y="29281"/>
                        <a:pt x="64409" y="31187"/>
                      </a:cubicBezTo>
                      <a:cubicBezTo>
                        <a:pt x="66493" y="35044"/>
                        <a:pt x="67246" y="39299"/>
                        <a:pt x="65739" y="42890"/>
                      </a:cubicBezTo>
                      <a:lnTo>
                        <a:pt x="61572" y="52776"/>
                      </a:lnTo>
                      <a:cubicBezTo>
                        <a:pt x="60065" y="56367"/>
                        <a:pt x="56297" y="58539"/>
                        <a:pt x="51110" y="58982"/>
                      </a:cubicBezTo>
                      <a:cubicBezTo>
                        <a:pt x="48539" y="59204"/>
                        <a:pt x="45569" y="59071"/>
                        <a:pt x="42643" y="58184"/>
                      </a:cubicBezTo>
                      <a:cubicBezTo>
                        <a:pt x="39717" y="57342"/>
                        <a:pt x="36569" y="56101"/>
                        <a:pt x="33599" y="5437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05" name="Forme libre : forme 25004">
                  <a:extLst>
                    <a:ext uri="{FF2B5EF4-FFF2-40B4-BE49-F238E27FC236}">
                      <a16:creationId xmlns:a16="http://schemas.microsoft.com/office/drawing/2014/main" id="{296EA696-9991-49EF-A99D-446191A99D1E}"/>
                    </a:ext>
                  </a:extLst>
                </p:cNvPr>
                <p:cNvSpPr/>
                <p:nvPr/>
              </p:nvSpPr>
              <p:spPr>
                <a:xfrm>
                  <a:off x="5588369" y="1440445"/>
                  <a:ext cx="61705" cy="51739"/>
                </a:xfrm>
                <a:custGeom>
                  <a:avLst/>
                  <a:gdLst>
                    <a:gd name="connsiteX0" fmla="*/ 22295 w 61705"/>
                    <a:gd name="connsiteY0" fmla="*/ 23052 h 51739"/>
                    <a:gd name="connsiteX1" fmla="*/ 10858 w 61705"/>
                    <a:gd name="connsiteY1" fmla="*/ 12457 h 51739"/>
                    <a:gd name="connsiteX2" fmla="*/ 6602 w 61705"/>
                    <a:gd name="connsiteY2" fmla="*/ 0 h 51739"/>
                    <a:gd name="connsiteX3" fmla="*/ 3144 w 61705"/>
                    <a:gd name="connsiteY3" fmla="*/ 3325 h 51739"/>
                    <a:gd name="connsiteX4" fmla="*/ 528 w 61705"/>
                    <a:gd name="connsiteY4" fmla="*/ 15383 h 51739"/>
                    <a:gd name="connsiteX5" fmla="*/ 3853 w 61705"/>
                    <a:gd name="connsiteY5" fmla="*/ 22830 h 51739"/>
                    <a:gd name="connsiteX6" fmla="*/ 10148 w 61705"/>
                    <a:gd name="connsiteY6" fmla="*/ 29879 h 51739"/>
                    <a:gd name="connsiteX7" fmla="*/ 21453 w 61705"/>
                    <a:gd name="connsiteY7" fmla="*/ 38834 h 51739"/>
                    <a:gd name="connsiteX8" fmla="*/ 33599 w 61705"/>
                    <a:gd name="connsiteY8" fmla="*/ 47035 h 51739"/>
                    <a:gd name="connsiteX9" fmla="*/ 42643 w 61705"/>
                    <a:gd name="connsiteY9" fmla="*/ 50848 h 51739"/>
                    <a:gd name="connsiteX10" fmla="*/ 51110 w 61705"/>
                    <a:gd name="connsiteY10" fmla="*/ 51646 h 51739"/>
                    <a:gd name="connsiteX11" fmla="*/ 61572 w 61705"/>
                    <a:gd name="connsiteY11" fmla="*/ 45439 h 51739"/>
                    <a:gd name="connsiteX12" fmla="*/ 61705 w 61705"/>
                    <a:gd name="connsiteY12" fmla="*/ 45129 h 51739"/>
                    <a:gd name="connsiteX13" fmla="*/ 51243 w 61705"/>
                    <a:gd name="connsiteY13" fmla="*/ 40519 h 51739"/>
                    <a:gd name="connsiteX14" fmla="*/ 41446 w 61705"/>
                    <a:gd name="connsiteY14" fmla="*/ 34933 h 51739"/>
                    <a:gd name="connsiteX15" fmla="*/ 32003 w 61705"/>
                    <a:gd name="connsiteY15" fmla="*/ 28948 h 51739"/>
                    <a:gd name="connsiteX16" fmla="*/ 22295 w 61705"/>
                    <a:gd name="connsiteY16" fmla="*/ 23052 h 51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1705" h="51739">
                      <a:moveTo>
                        <a:pt x="22295" y="23052"/>
                      </a:moveTo>
                      <a:cubicBezTo>
                        <a:pt x="17729" y="20215"/>
                        <a:pt x="13473" y="16624"/>
                        <a:pt x="10858" y="12457"/>
                      </a:cubicBezTo>
                      <a:cubicBezTo>
                        <a:pt x="8065" y="8379"/>
                        <a:pt x="6513" y="4034"/>
                        <a:pt x="6602" y="0"/>
                      </a:cubicBezTo>
                      <a:lnTo>
                        <a:pt x="3144" y="3325"/>
                      </a:lnTo>
                      <a:cubicBezTo>
                        <a:pt x="262" y="6073"/>
                        <a:pt x="-713" y="10506"/>
                        <a:pt x="528" y="15383"/>
                      </a:cubicBezTo>
                      <a:cubicBezTo>
                        <a:pt x="1149" y="17777"/>
                        <a:pt x="2257" y="20348"/>
                        <a:pt x="3853" y="22830"/>
                      </a:cubicBezTo>
                      <a:cubicBezTo>
                        <a:pt x="5361" y="25357"/>
                        <a:pt x="7666" y="27707"/>
                        <a:pt x="10148" y="29879"/>
                      </a:cubicBezTo>
                      <a:cubicBezTo>
                        <a:pt x="13695" y="33071"/>
                        <a:pt x="17640" y="35908"/>
                        <a:pt x="21453" y="38834"/>
                      </a:cubicBezTo>
                      <a:cubicBezTo>
                        <a:pt x="25265" y="41760"/>
                        <a:pt x="29521" y="44331"/>
                        <a:pt x="33599" y="47035"/>
                      </a:cubicBezTo>
                      <a:cubicBezTo>
                        <a:pt x="36569" y="48764"/>
                        <a:pt x="39717" y="50005"/>
                        <a:pt x="42643" y="50848"/>
                      </a:cubicBezTo>
                      <a:cubicBezTo>
                        <a:pt x="45569" y="51734"/>
                        <a:pt x="48539" y="51867"/>
                        <a:pt x="51110" y="51646"/>
                      </a:cubicBezTo>
                      <a:cubicBezTo>
                        <a:pt x="56297" y="51202"/>
                        <a:pt x="60065" y="49030"/>
                        <a:pt x="61572" y="45439"/>
                      </a:cubicBezTo>
                      <a:lnTo>
                        <a:pt x="61705" y="45129"/>
                      </a:lnTo>
                      <a:cubicBezTo>
                        <a:pt x="58159" y="43666"/>
                        <a:pt x="54657" y="42159"/>
                        <a:pt x="51243" y="40519"/>
                      </a:cubicBezTo>
                      <a:cubicBezTo>
                        <a:pt x="47963" y="38657"/>
                        <a:pt x="44726" y="36795"/>
                        <a:pt x="41446" y="34933"/>
                      </a:cubicBezTo>
                      <a:cubicBezTo>
                        <a:pt x="38343" y="32849"/>
                        <a:pt x="35195" y="30854"/>
                        <a:pt x="32003" y="28948"/>
                      </a:cubicBezTo>
                      <a:cubicBezTo>
                        <a:pt x="28900" y="26820"/>
                        <a:pt x="25708" y="24870"/>
                        <a:pt x="22295" y="23052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06" name="Forme libre : forme 25005">
                  <a:extLst>
                    <a:ext uri="{FF2B5EF4-FFF2-40B4-BE49-F238E27FC236}">
                      <a16:creationId xmlns:a16="http://schemas.microsoft.com/office/drawing/2014/main" id="{DDC73DA8-0C8C-4611-9174-C7A5ADC2C756}"/>
                    </a:ext>
                  </a:extLst>
                </p:cNvPr>
                <p:cNvSpPr/>
                <p:nvPr/>
              </p:nvSpPr>
              <p:spPr>
                <a:xfrm>
                  <a:off x="5611265" y="1455486"/>
                  <a:ext cx="27779" cy="22108"/>
                </a:xfrm>
                <a:custGeom>
                  <a:avLst/>
                  <a:gdLst>
                    <a:gd name="connsiteX0" fmla="*/ 27328 w 27779"/>
                    <a:gd name="connsiteY0" fmla="*/ 19848 h 22108"/>
                    <a:gd name="connsiteX1" fmla="*/ 20545 w 27779"/>
                    <a:gd name="connsiteY1" fmla="*/ 22020 h 22108"/>
                    <a:gd name="connsiteX2" fmla="*/ 9374 w 27779"/>
                    <a:gd name="connsiteY2" fmla="*/ 17454 h 22108"/>
                    <a:gd name="connsiteX3" fmla="*/ 1217 w 27779"/>
                    <a:gd name="connsiteY3" fmla="*/ 8632 h 22108"/>
                    <a:gd name="connsiteX4" fmla="*/ 951 w 27779"/>
                    <a:gd name="connsiteY4" fmla="*/ 1495 h 22108"/>
                    <a:gd name="connsiteX5" fmla="*/ 7911 w 27779"/>
                    <a:gd name="connsiteY5" fmla="*/ 342 h 22108"/>
                    <a:gd name="connsiteX6" fmla="*/ 17974 w 27779"/>
                    <a:gd name="connsiteY6" fmla="*/ 5174 h 22108"/>
                    <a:gd name="connsiteX7" fmla="*/ 25909 w 27779"/>
                    <a:gd name="connsiteY7" fmla="*/ 12977 h 22108"/>
                    <a:gd name="connsiteX8" fmla="*/ 27328 w 27779"/>
                    <a:gd name="connsiteY8" fmla="*/ 19848 h 22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779" h="22108">
                      <a:moveTo>
                        <a:pt x="27328" y="19848"/>
                      </a:moveTo>
                      <a:cubicBezTo>
                        <a:pt x="26352" y="21666"/>
                        <a:pt x="23870" y="22375"/>
                        <a:pt x="20545" y="22020"/>
                      </a:cubicBezTo>
                      <a:cubicBezTo>
                        <a:pt x="17131" y="21799"/>
                        <a:pt x="13319" y="19981"/>
                        <a:pt x="9374" y="17454"/>
                      </a:cubicBezTo>
                      <a:cubicBezTo>
                        <a:pt x="5473" y="14883"/>
                        <a:pt x="2813" y="11469"/>
                        <a:pt x="1217" y="8632"/>
                      </a:cubicBezTo>
                      <a:cubicBezTo>
                        <a:pt x="-335" y="5795"/>
                        <a:pt x="-379" y="3047"/>
                        <a:pt x="951" y="1495"/>
                      </a:cubicBezTo>
                      <a:cubicBezTo>
                        <a:pt x="2325" y="-145"/>
                        <a:pt x="4807" y="-278"/>
                        <a:pt x="7911" y="342"/>
                      </a:cubicBezTo>
                      <a:cubicBezTo>
                        <a:pt x="11014" y="963"/>
                        <a:pt x="14472" y="2825"/>
                        <a:pt x="17974" y="5174"/>
                      </a:cubicBezTo>
                      <a:cubicBezTo>
                        <a:pt x="21520" y="7480"/>
                        <a:pt x="24091" y="10539"/>
                        <a:pt x="25909" y="12977"/>
                      </a:cubicBezTo>
                      <a:cubicBezTo>
                        <a:pt x="27638" y="15548"/>
                        <a:pt x="28303" y="18075"/>
                        <a:pt x="27328" y="1984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07" name="Forme libre : forme 25006">
                  <a:extLst>
                    <a:ext uri="{FF2B5EF4-FFF2-40B4-BE49-F238E27FC236}">
                      <a16:creationId xmlns:a16="http://schemas.microsoft.com/office/drawing/2014/main" id="{DBFBBC97-93F8-496C-A3E0-E445C7A9F791}"/>
                    </a:ext>
                  </a:extLst>
                </p:cNvPr>
                <p:cNvSpPr/>
                <p:nvPr/>
              </p:nvSpPr>
              <p:spPr>
                <a:xfrm>
                  <a:off x="5611221" y="1455474"/>
                  <a:ext cx="16111" cy="21012"/>
                </a:xfrm>
                <a:custGeom>
                  <a:avLst/>
                  <a:gdLst>
                    <a:gd name="connsiteX0" fmla="*/ 10305 w 16111"/>
                    <a:gd name="connsiteY0" fmla="*/ 1064 h 21012"/>
                    <a:gd name="connsiteX1" fmla="*/ 4719 w 16111"/>
                    <a:gd name="connsiteY1" fmla="*/ 0 h 21012"/>
                    <a:gd name="connsiteX2" fmla="*/ 951 w 16111"/>
                    <a:gd name="connsiteY2" fmla="*/ 1507 h 21012"/>
                    <a:gd name="connsiteX3" fmla="*/ 1217 w 16111"/>
                    <a:gd name="connsiteY3" fmla="*/ 8644 h 21012"/>
                    <a:gd name="connsiteX4" fmla="*/ 9374 w 16111"/>
                    <a:gd name="connsiteY4" fmla="*/ 17466 h 21012"/>
                    <a:gd name="connsiteX5" fmla="*/ 16112 w 16111"/>
                    <a:gd name="connsiteY5" fmla="*/ 21013 h 21012"/>
                    <a:gd name="connsiteX6" fmla="*/ 12920 w 16111"/>
                    <a:gd name="connsiteY6" fmla="*/ 18264 h 21012"/>
                    <a:gd name="connsiteX7" fmla="*/ 8398 w 16111"/>
                    <a:gd name="connsiteY7" fmla="*/ 8777 h 21012"/>
                    <a:gd name="connsiteX8" fmla="*/ 10305 w 16111"/>
                    <a:gd name="connsiteY8" fmla="*/ 1064 h 21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111" h="21012">
                      <a:moveTo>
                        <a:pt x="10305" y="1064"/>
                      </a:moveTo>
                      <a:cubicBezTo>
                        <a:pt x="8265" y="310"/>
                        <a:pt x="6315" y="44"/>
                        <a:pt x="4719" y="0"/>
                      </a:cubicBezTo>
                      <a:cubicBezTo>
                        <a:pt x="3123" y="0"/>
                        <a:pt x="1793" y="488"/>
                        <a:pt x="951" y="1507"/>
                      </a:cubicBezTo>
                      <a:cubicBezTo>
                        <a:pt x="-379" y="3059"/>
                        <a:pt x="-335" y="5807"/>
                        <a:pt x="1217" y="8644"/>
                      </a:cubicBezTo>
                      <a:cubicBezTo>
                        <a:pt x="2768" y="11482"/>
                        <a:pt x="5472" y="14895"/>
                        <a:pt x="9374" y="17466"/>
                      </a:cubicBezTo>
                      <a:cubicBezTo>
                        <a:pt x="11634" y="18974"/>
                        <a:pt x="13940" y="20171"/>
                        <a:pt x="16112" y="21013"/>
                      </a:cubicBezTo>
                      <a:cubicBezTo>
                        <a:pt x="14959" y="20215"/>
                        <a:pt x="13895" y="19284"/>
                        <a:pt x="12920" y="18264"/>
                      </a:cubicBezTo>
                      <a:cubicBezTo>
                        <a:pt x="10438" y="15294"/>
                        <a:pt x="8842" y="11925"/>
                        <a:pt x="8398" y="8777"/>
                      </a:cubicBezTo>
                      <a:cubicBezTo>
                        <a:pt x="7955" y="5630"/>
                        <a:pt x="8531" y="2881"/>
                        <a:pt x="10305" y="106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08" name="Forme libre : forme 25007">
                  <a:extLst>
                    <a:ext uri="{FF2B5EF4-FFF2-40B4-BE49-F238E27FC236}">
                      <a16:creationId xmlns:a16="http://schemas.microsoft.com/office/drawing/2014/main" id="{CE188533-051F-4DDC-A3CD-0FC3C3748A5B}"/>
                    </a:ext>
                  </a:extLst>
                </p:cNvPr>
                <p:cNvSpPr/>
                <p:nvPr/>
              </p:nvSpPr>
              <p:spPr>
                <a:xfrm>
                  <a:off x="5611417" y="1457794"/>
                  <a:ext cx="28235" cy="22088"/>
                </a:xfrm>
                <a:custGeom>
                  <a:avLst/>
                  <a:gdLst>
                    <a:gd name="connsiteX0" fmla="*/ 27797 w 28235"/>
                    <a:gd name="connsiteY0" fmla="*/ 19801 h 22088"/>
                    <a:gd name="connsiteX1" fmla="*/ 21014 w 28235"/>
                    <a:gd name="connsiteY1" fmla="*/ 22018 h 22088"/>
                    <a:gd name="connsiteX2" fmla="*/ 15517 w 28235"/>
                    <a:gd name="connsiteY2" fmla="*/ 20688 h 22088"/>
                    <a:gd name="connsiteX3" fmla="*/ 9665 w 28235"/>
                    <a:gd name="connsiteY3" fmla="*/ 17496 h 22088"/>
                    <a:gd name="connsiteX4" fmla="*/ 1331 w 28235"/>
                    <a:gd name="connsiteY4" fmla="*/ 8674 h 22088"/>
                    <a:gd name="connsiteX5" fmla="*/ 888 w 28235"/>
                    <a:gd name="connsiteY5" fmla="*/ 1537 h 22088"/>
                    <a:gd name="connsiteX6" fmla="*/ 7892 w 28235"/>
                    <a:gd name="connsiteY6" fmla="*/ 340 h 22088"/>
                    <a:gd name="connsiteX7" fmla="*/ 18088 w 28235"/>
                    <a:gd name="connsiteY7" fmla="*/ 5172 h 22088"/>
                    <a:gd name="connsiteX8" fmla="*/ 22787 w 28235"/>
                    <a:gd name="connsiteY8" fmla="*/ 9029 h 22088"/>
                    <a:gd name="connsiteX9" fmla="*/ 26245 w 28235"/>
                    <a:gd name="connsiteY9" fmla="*/ 12930 h 22088"/>
                    <a:gd name="connsiteX10" fmla="*/ 27797 w 28235"/>
                    <a:gd name="connsiteY10" fmla="*/ 19801 h 2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235" h="22088">
                      <a:moveTo>
                        <a:pt x="27797" y="19801"/>
                      </a:moveTo>
                      <a:cubicBezTo>
                        <a:pt x="26821" y="21619"/>
                        <a:pt x="24339" y="22328"/>
                        <a:pt x="21014" y="22018"/>
                      </a:cubicBezTo>
                      <a:cubicBezTo>
                        <a:pt x="19374" y="21840"/>
                        <a:pt x="17423" y="21486"/>
                        <a:pt x="15517" y="20688"/>
                      </a:cubicBezTo>
                      <a:cubicBezTo>
                        <a:pt x="13611" y="19890"/>
                        <a:pt x="11616" y="18826"/>
                        <a:pt x="9665" y="17496"/>
                      </a:cubicBezTo>
                      <a:cubicBezTo>
                        <a:pt x="5676" y="14969"/>
                        <a:pt x="2927" y="11556"/>
                        <a:pt x="1331" y="8674"/>
                      </a:cubicBezTo>
                      <a:cubicBezTo>
                        <a:pt x="-265" y="5793"/>
                        <a:pt x="-442" y="3177"/>
                        <a:pt x="888" y="1537"/>
                      </a:cubicBezTo>
                      <a:cubicBezTo>
                        <a:pt x="2218" y="-59"/>
                        <a:pt x="4789" y="-325"/>
                        <a:pt x="7892" y="340"/>
                      </a:cubicBezTo>
                      <a:cubicBezTo>
                        <a:pt x="11040" y="961"/>
                        <a:pt x="14453" y="2867"/>
                        <a:pt x="18088" y="5172"/>
                      </a:cubicBezTo>
                      <a:cubicBezTo>
                        <a:pt x="19862" y="6369"/>
                        <a:pt x="21457" y="7699"/>
                        <a:pt x="22787" y="9029"/>
                      </a:cubicBezTo>
                      <a:cubicBezTo>
                        <a:pt x="24117" y="10403"/>
                        <a:pt x="25359" y="11600"/>
                        <a:pt x="26245" y="12930"/>
                      </a:cubicBezTo>
                      <a:cubicBezTo>
                        <a:pt x="28063" y="15457"/>
                        <a:pt x="28772" y="17984"/>
                        <a:pt x="27797" y="1980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09" name="Forme libre : forme 25008">
                  <a:extLst>
                    <a:ext uri="{FF2B5EF4-FFF2-40B4-BE49-F238E27FC236}">
                      <a16:creationId xmlns:a16="http://schemas.microsoft.com/office/drawing/2014/main" id="{02D05B30-EACF-400C-9790-E8D2D5AC0BCD}"/>
                    </a:ext>
                  </a:extLst>
                </p:cNvPr>
                <p:cNvSpPr/>
                <p:nvPr/>
              </p:nvSpPr>
              <p:spPr>
                <a:xfrm>
                  <a:off x="5597107" y="1441502"/>
                  <a:ext cx="32089" cy="40460"/>
                </a:xfrm>
                <a:custGeom>
                  <a:avLst/>
                  <a:gdLst>
                    <a:gd name="connsiteX0" fmla="*/ 4292 w 32089"/>
                    <a:gd name="connsiteY0" fmla="*/ 7056 h 40460"/>
                    <a:gd name="connsiteX1" fmla="*/ 214 w 32089"/>
                    <a:gd name="connsiteY1" fmla="*/ 12908 h 40460"/>
                    <a:gd name="connsiteX2" fmla="*/ 8061 w 32089"/>
                    <a:gd name="connsiteY2" fmla="*/ 29886 h 40460"/>
                    <a:gd name="connsiteX3" fmla="*/ 15286 w 32089"/>
                    <a:gd name="connsiteY3" fmla="*/ 35960 h 40460"/>
                    <a:gd name="connsiteX4" fmla="*/ 23576 w 32089"/>
                    <a:gd name="connsiteY4" fmla="*/ 39861 h 40460"/>
                    <a:gd name="connsiteX5" fmla="*/ 32088 w 32089"/>
                    <a:gd name="connsiteY5" fmla="*/ 37334 h 40460"/>
                    <a:gd name="connsiteX6" fmla="*/ 29029 w 32089"/>
                    <a:gd name="connsiteY6" fmla="*/ 31216 h 40460"/>
                    <a:gd name="connsiteX7" fmla="*/ 24995 w 32089"/>
                    <a:gd name="connsiteY7" fmla="*/ 23902 h 40460"/>
                    <a:gd name="connsiteX8" fmla="*/ 22734 w 32089"/>
                    <a:gd name="connsiteY8" fmla="*/ 16499 h 40460"/>
                    <a:gd name="connsiteX9" fmla="*/ 15996 w 32089"/>
                    <a:gd name="connsiteY9" fmla="*/ 672 h 40460"/>
                    <a:gd name="connsiteX10" fmla="*/ 4292 w 32089"/>
                    <a:gd name="connsiteY10" fmla="*/ 7056 h 4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089" h="40460">
                      <a:moveTo>
                        <a:pt x="4292" y="7056"/>
                      </a:moveTo>
                      <a:cubicBezTo>
                        <a:pt x="2564" y="8696"/>
                        <a:pt x="790" y="10381"/>
                        <a:pt x="214" y="12908"/>
                      </a:cubicBezTo>
                      <a:cubicBezTo>
                        <a:pt x="-983" y="17784"/>
                        <a:pt x="3007" y="24478"/>
                        <a:pt x="8061" y="29886"/>
                      </a:cubicBezTo>
                      <a:cubicBezTo>
                        <a:pt x="10233" y="32059"/>
                        <a:pt x="12715" y="34142"/>
                        <a:pt x="15286" y="35960"/>
                      </a:cubicBezTo>
                      <a:cubicBezTo>
                        <a:pt x="17858" y="37777"/>
                        <a:pt x="20783" y="39019"/>
                        <a:pt x="23576" y="39861"/>
                      </a:cubicBezTo>
                      <a:cubicBezTo>
                        <a:pt x="27743" y="41147"/>
                        <a:pt x="32177" y="40393"/>
                        <a:pt x="32088" y="37334"/>
                      </a:cubicBezTo>
                      <a:cubicBezTo>
                        <a:pt x="31999" y="35516"/>
                        <a:pt x="30403" y="33256"/>
                        <a:pt x="29029" y="31216"/>
                      </a:cubicBezTo>
                      <a:cubicBezTo>
                        <a:pt x="27433" y="28778"/>
                        <a:pt x="26015" y="26429"/>
                        <a:pt x="24995" y="23902"/>
                      </a:cubicBezTo>
                      <a:cubicBezTo>
                        <a:pt x="23975" y="21375"/>
                        <a:pt x="23222" y="18892"/>
                        <a:pt x="22734" y="16499"/>
                      </a:cubicBezTo>
                      <a:cubicBezTo>
                        <a:pt x="21759" y="12420"/>
                        <a:pt x="21892" y="3554"/>
                        <a:pt x="15996" y="672"/>
                      </a:cubicBezTo>
                      <a:cubicBezTo>
                        <a:pt x="10765" y="-2165"/>
                        <a:pt x="6642" y="4751"/>
                        <a:pt x="4292" y="705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10" name="Forme libre : forme 25009">
                  <a:extLst>
                    <a:ext uri="{FF2B5EF4-FFF2-40B4-BE49-F238E27FC236}">
                      <a16:creationId xmlns:a16="http://schemas.microsoft.com/office/drawing/2014/main" id="{87288BEB-E1E0-46D4-B147-A55323211292}"/>
                    </a:ext>
                  </a:extLst>
                </p:cNvPr>
                <p:cNvSpPr/>
                <p:nvPr/>
              </p:nvSpPr>
              <p:spPr>
                <a:xfrm>
                  <a:off x="5610563" y="1447246"/>
                  <a:ext cx="13046" cy="7079"/>
                </a:xfrm>
                <a:custGeom>
                  <a:avLst/>
                  <a:gdLst>
                    <a:gd name="connsiteX0" fmla="*/ 1963 w 13046"/>
                    <a:gd name="connsiteY0" fmla="*/ 115 h 7079"/>
                    <a:gd name="connsiteX1" fmla="*/ 322 w 13046"/>
                    <a:gd name="connsiteY1" fmla="*/ 824 h 7079"/>
                    <a:gd name="connsiteX2" fmla="*/ 278 w 13046"/>
                    <a:gd name="connsiteY2" fmla="*/ 2642 h 7079"/>
                    <a:gd name="connsiteX3" fmla="*/ 2051 w 13046"/>
                    <a:gd name="connsiteY3" fmla="*/ 4105 h 7079"/>
                    <a:gd name="connsiteX4" fmla="*/ 7238 w 13046"/>
                    <a:gd name="connsiteY4" fmla="*/ 6587 h 7079"/>
                    <a:gd name="connsiteX5" fmla="*/ 9410 w 13046"/>
                    <a:gd name="connsiteY5" fmla="*/ 7075 h 7079"/>
                    <a:gd name="connsiteX6" fmla="*/ 11228 w 13046"/>
                    <a:gd name="connsiteY6" fmla="*/ 2287 h 7079"/>
                    <a:gd name="connsiteX7" fmla="*/ 1963 w 13046"/>
                    <a:gd name="connsiteY7" fmla="*/ 115 h 7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046" h="7079">
                      <a:moveTo>
                        <a:pt x="1963" y="115"/>
                      </a:moveTo>
                      <a:cubicBezTo>
                        <a:pt x="1342" y="204"/>
                        <a:pt x="677" y="381"/>
                        <a:pt x="322" y="824"/>
                      </a:cubicBezTo>
                      <a:cubicBezTo>
                        <a:pt x="-77" y="1268"/>
                        <a:pt x="-121" y="1977"/>
                        <a:pt x="278" y="2642"/>
                      </a:cubicBezTo>
                      <a:cubicBezTo>
                        <a:pt x="677" y="3262"/>
                        <a:pt x="1386" y="3706"/>
                        <a:pt x="2051" y="4105"/>
                      </a:cubicBezTo>
                      <a:cubicBezTo>
                        <a:pt x="3780" y="5080"/>
                        <a:pt x="5509" y="5922"/>
                        <a:pt x="7238" y="6587"/>
                      </a:cubicBezTo>
                      <a:cubicBezTo>
                        <a:pt x="7947" y="6897"/>
                        <a:pt x="8701" y="7030"/>
                        <a:pt x="9410" y="7075"/>
                      </a:cubicBezTo>
                      <a:cubicBezTo>
                        <a:pt x="12336" y="7208"/>
                        <a:pt x="14907" y="4637"/>
                        <a:pt x="11228" y="2287"/>
                      </a:cubicBezTo>
                      <a:cubicBezTo>
                        <a:pt x="8391" y="337"/>
                        <a:pt x="4578" y="-284"/>
                        <a:pt x="1963" y="11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11" name="Forme libre : forme 25010">
                  <a:extLst>
                    <a:ext uri="{FF2B5EF4-FFF2-40B4-BE49-F238E27FC236}">
                      <a16:creationId xmlns:a16="http://schemas.microsoft.com/office/drawing/2014/main" id="{2E231C13-5404-44D5-83E2-6F63048455D0}"/>
                    </a:ext>
                  </a:extLst>
                </p:cNvPr>
                <p:cNvSpPr/>
                <p:nvPr/>
              </p:nvSpPr>
              <p:spPr>
                <a:xfrm>
                  <a:off x="5622811" y="1483535"/>
                  <a:ext cx="25711" cy="6428"/>
                </a:xfrm>
                <a:custGeom>
                  <a:avLst/>
                  <a:gdLst>
                    <a:gd name="connsiteX0" fmla="*/ 25712 w 25711"/>
                    <a:gd name="connsiteY0" fmla="*/ 0 h 6428"/>
                    <a:gd name="connsiteX1" fmla="*/ 21190 w 25711"/>
                    <a:gd name="connsiteY1" fmla="*/ 4610 h 6428"/>
                    <a:gd name="connsiteX2" fmla="*/ 13299 w 25711"/>
                    <a:gd name="connsiteY2" fmla="*/ 6428 h 6428"/>
                    <a:gd name="connsiteX3" fmla="*/ 0 w 25711"/>
                    <a:gd name="connsiteY3" fmla="*/ 3502 h 6428"/>
                    <a:gd name="connsiteX4" fmla="*/ 9753 w 25711"/>
                    <a:gd name="connsiteY4" fmla="*/ 5320 h 6428"/>
                    <a:gd name="connsiteX5" fmla="*/ 25712 w 25711"/>
                    <a:gd name="connsiteY5" fmla="*/ 0 h 6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711" h="6428">
                      <a:moveTo>
                        <a:pt x="25712" y="0"/>
                      </a:moveTo>
                      <a:cubicBezTo>
                        <a:pt x="25712" y="0"/>
                        <a:pt x="24825" y="2704"/>
                        <a:pt x="21190" y="4610"/>
                      </a:cubicBezTo>
                      <a:cubicBezTo>
                        <a:pt x="19373" y="5586"/>
                        <a:pt x="16846" y="6339"/>
                        <a:pt x="13299" y="6428"/>
                      </a:cubicBezTo>
                      <a:cubicBezTo>
                        <a:pt x="9841" y="6428"/>
                        <a:pt x="5497" y="5541"/>
                        <a:pt x="0" y="3502"/>
                      </a:cubicBezTo>
                      <a:cubicBezTo>
                        <a:pt x="0" y="3502"/>
                        <a:pt x="4389" y="4965"/>
                        <a:pt x="9753" y="5320"/>
                      </a:cubicBezTo>
                      <a:cubicBezTo>
                        <a:pt x="15117" y="5763"/>
                        <a:pt x="21722" y="4344"/>
                        <a:pt x="257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12" name="Forme libre : forme 25011">
                  <a:extLst>
                    <a:ext uri="{FF2B5EF4-FFF2-40B4-BE49-F238E27FC236}">
                      <a16:creationId xmlns:a16="http://schemas.microsoft.com/office/drawing/2014/main" id="{B5C038CF-64F7-4A78-8BC5-0359A81210B5}"/>
                    </a:ext>
                  </a:extLst>
                </p:cNvPr>
                <p:cNvSpPr/>
                <p:nvPr/>
              </p:nvSpPr>
              <p:spPr>
                <a:xfrm>
                  <a:off x="5599493" y="1435126"/>
                  <a:ext cx="25224" cy="6649"/>
                </a:xfrm>
                <a:custGeom>
                  <a:avLst/>
                  <a:gdLst>
                    <a:gd name="connsiteX0" fmla="*/ 25224 w 25224"/>
                    <a:gd name="connsiteY0" fmla="*/ 6650 h 6649"/>
                    <a:gd name="connsiteX1" fmla="*/ 22875 w 25224"/>
                    <a:gd name="connsiteY1" fmla="*/ 4965 h 6649"/>
                    <a:gd name="connsiteX2" fmla="*/ 16934 w 25224"/>
                    <a:gd name="connsiteY2" fmla="*/ 1818 h 6649"/>
                    <a:gd name="connsiteX3" fmla="*/ 8866 w 25224"/>
                    <a:gd name="connsiteY3" fmla="*/ 0 h 6649"/>
                    <a:gd name="connsiteX4" fmla="*/ 0 w 25224"/>
                    <a:gd name="connsiteY4" fmla="*/ 2704 h 6649"/>
                    <a:gd name="connsiteX5" fmla="*/ 7492 w 25224"/>
                    <a:gd name="connsiteY5" fmla="*/ 1197 h 6649"/>
                    <a:gd name="connsiteX6" fmla="*/ 15471 w 25224"/>
                    <a:gd name="connsiteY6" fmla="*/ 2172 h 6649"/>
                    <a:gd name="connsiteX7" fmla="*/ 25224 w 25224"/>
                    <a:gd name="connsiteY7" fmla="*/ 6650 h 6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224" h="6649">
                      <a:moveTo>
                        <a:pt x="25224" y="6650"/>
                      </a:moveTo>
                      <a:cubicBezTo>
                        <a:pt x="25224" y="6650"/>
                        <a:pt x="24382" y="5940"/>
                        <a:pt x="22875" y="4965"/>
                      </a:cubicBezTo>
                      <a:cubicBezTo>
                        <a:pt x="21412" y="3990"/>
                        <a:pt x="19284" y="2881"/>
                        <a:pt x="16934" y="1818"/>
                      </a:cubicBezTo>
                      <a:cubicBezTo>
                        <a:pt x="14541" y="798"/>
                        <a:pt x="11792" y="0"/>
                        <a:pt x="8866" y="0"/>
                      </a:cubicBezTo>
                      <a:cubicBezTo>
                        <a:pt x="5940" y="0"/>
                        <a:pt x="2970" y="621"/>
                        <a:pt x="0" y="2704"/>
                      </a:cubicBezTo>
                      <a:cubicBezTo>
                        <a:pt x="0" y="2704"/>
                        <a:pt x="2926" y="1330"/>
                        <a:pt x="7492" y="1197"/>
                      </a:cubicBezTo>
                      <a:cubicBezTo>
                        <a:pt x="9797" y="1108"/>
                        <a:pt x="12546" y="1330"/>
                        <a:pt x="15471" y="2172"/>
                      </a:cubicBezTo>
                      <a:cubicBezTo>
                        <a:pt x="18442" y="3059"/>
                        <a:pt x="21767" y="4344"/>
                        <a:pt x="25224" y="66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13" name="Forme libre : forme 25012">
                  <a:extLst>
                    <a:ext uri="{FF2B5EF4-FFF2-40B4-BE49-F238E27FC236}">
                      <a16:creationId xmlns:a16="http://schemas.microsoft.com/office/drawing/2014/main" id="{B06B1DB3-840B-48C9-B09F-3929CE841B98}"/>
                    </a:ext>
                  </a:extLst>
                </p:cNvPr>
                <p:cNvSpPr/>
                <p:nvPr/>
              </p:nvSpPr>
              <p:spPr>
                <a:xfrm>
                  <a:off x="5624835" y="1461439"/>
                  <a:ext cx="9284" cy="8995"/>
                </a:xfrm>
                <a:custGeom>
                  <a:avLst/>
                  <a:gdLst>
                    <a:gd name="connsiteX0" fmla="*/ 8748 w 9284"/>
                    <a:gd name="connsiteY0" fmla="*/ 8796 h 8995"/>
                    <a:gd name="connsiteX1" fmla="*/ 2364 w 9284"/>
                    <a:gd name="connsiteY1" fmla="*/ 5693 h 8995"/>
                    <a:gd name="connsiteX2" fmla="*/ 635 w 9284"/>
                    <a:gd name="connsiteY2" fmla="*/ 152 h 8995"/>
                    <a:gd name="connsiteX3" fmla="*/ 6886 w 9284"/>
                    <a:gd name="connsiteY3" fmla="*/ 3255 h 8995"/>
                    <a:gd name="connsiteX4" fmla="*/ 8748 w 9284"/>
                    <a:gd name="connsiteY4" fmla="*/ 8796 h 8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84" h="8995">
                      <a:moveTo>
                        <a:pt x="8748" y="8796"/>
                      </a:moveTo>
                      <a:cubicBezTo>
                        <a:pt x="7507" y="9550"/>
                        <a:pt x="4625" y="8087"/>
                        <a:pt x="2364" y="5693"/>
                      </a:cubicBezTo>
                      <a:cubicBezTo>
                        <a:pt x="59" y="3299"/>
                        <a:pt x="-650" y="817"/>
                        <a:pt x="635" y="152"/>
                      </a:cubicBezTo>
                      <a:cubicBezTo>
                        <a:pt x="1877" y="-469"/>
                        <a:pt x="4714" y="861"/>
                        <a:pt x="6886" y="3255"/>
                      </a:cubicBezTo>
                      <a:cubicBezTo>
                        <a:pt x="9058" y="5605"/>
                        <a:pt x="9945" y="8087"/>
                        <a:pt x="8748" y="879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14" name="Forme libre : forme 25013">
                  <a:extLst>
                    <a:ext uri="{FF2B5EF4-FFF2-40B4-BE49-F238E27FC236}">
                      <a16:creationId xmlns:a16="http://schemas.microsoft.com/office/drawing/2014/main" id="{39E29343-E931-4270-BC6F-AC317E4ACF1B}"/>
                    </a:ext>
                  </a:extLst>
                </p:cNvPr>
                <p:cNvSpPr/>
                <p:nvPr/>
              </p:nvSpPr>
              <p:spPr>
                <a:xfrm>
                  <a:off x="5632445" y="1468435"/>
                  <a:ext cx="3022" cy="2506"/>
                </a:xfrm>
                <a:custGeom>
                  <a:avLst/>
                  <a:gdLst>
                    <a:gd name="connsiteX0" fmla="*/ 2911 w 3022"/>
                    <a:gd name="connsiteY0" fmla="*/ 2111 h 2506"/>
                    <a:gd name="connsiteX1" fmla="*/ 917 w 3022"/>
                    <a:gd name="connsiteY1" fmla="*/ 2200 h 2506"/>
                    <a:gd name="connsiteX2" fmla="*/ 118 w 3022"/>
                    <a:gd name="connsiteY2" fmla="*/ 383 h 2506"/>
                    <a:gd name="connsiteX3" fmla="*/ 2069 w 3022"/>
                    <a:gd name="connsiteY3" fmla="*/ 383 h 2506"/>
                    <a:gd name="connsiteX4" fmla="*/ 2911 w 3022"/>
                    <a:gd name="connsiteY4" fmla="*/ 2111 h 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2" h="2506">
                      <a:moveTo>
                        <a:pt x="2911" y="2111"/>
                      </a:moveTo>
                      <a:cubicBezTo>
                        <a:pt x="2601" y="2599"/>
                        <a:pt x="1714" y="2643"/>
                        <a:pt x="917" y="2200"/>
                      </a:cubicBezTo>
                      <a:cubicBezTo>
                        <a:pt x="118" y="1757"/>
                        <a:pt x="-192" y="870"/>
                        <a:pt x="118" y="383"/>
                      </a:cubicBezTo>
                      <a:cubicBezTo>
                        <a:pt x="429" y="-149"/>
                        <a:pt x="1271" y="-105"/>
                        <a:pt x="2069" y="383"/>
                      </a:cubicBezTo>
                      <a:cubicBezTo>
                        <a:pt x="2867" y="826"/>
                        <a:pt x="3222" y="1580"/>
                        <a:pt x="2911" y="21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15" name="Forme libre : forme 25014">
                  <a:extLst>
                    <a:ext uri="{FF2B5EF4-FFF2-40B4-BE49-F238E27FC236}">
                      <a16:creationId xmlns:a16="http://schemas.microsoft.com/office/drawing/2014/main" id="{3EE42CCF-B83B-4A39-B9D0-C40964B911C8}"/>
                    </a:ext>
                  </a:extLst>
                </p:cNvPr>
                <p:cNvSpPr/>
                <p:nvPr/>
              </p:nvSpPr>
              <p:spPr>
                <a:xfrm>
                  <a:off x="5631275" y="1452380"/>
                  <a:ext cx="18245" cy="27606"/>
                </a:xfrm>
                <a:custGeom>
                  <a:avLst/>
                  <a:gdLst>
                    <a:gd name="connsiteX0" fmla="*/ 18135 w 18245"/>
                    <a:gd name="connsiteY0" fmla="*/ 16526 h 27606"/>
                    <a:gd name="connsiteX1" fmla="*/ 16184 w 18245"/>
                    <a:gd name="connsiteY1" fmla="*/ 25880 h 27606"/>
                    <a:gd name="connsiteX2" fmla="*/ 12815 w 18245"/>
                    <a:gd name="connsiteY2" fmla="*/ 27432 h 27606"/>
                    <a:gd name="connsiteX3" fmla="*/ 10377 w 18245"/>
                    <a:gd name="connsiteY3" fmla="*/ 24240 h 27606"/>
                    <a:gd name="connsiteX4" fmla="*/ 8382 w 18245"/>
                    <a:gd name="connsiteY4" fmla="*/ 13201 h 27606"/>
                    <a:gd name="connsiteX5" fmla="*/ 5988 w 18245"/>
                    <a:gd name="connsiteY5" fmla="*/ 10409 h 27606"/>
                    <a:gd name="connsiteX6" fmla="*/ 2574 w 18245"/>
                    <a:gd name="connsiteY6" fmla="*/ 6153 h 27606"/>
                    <a:gd name="connsiteX7" fmla="*/ 934 w 18245"/>
                    <a:gd name="connsiteY7" fmla="*/ 80 h 27606"/>
                    <a:gd name="connsiteX8" fmla="*/ 8470 w 18245"/>
                    <a:gd name="connsiteY8" fmla="*/ 3138 h 27606"/>
                    <a:gd name="connsiteX9" fmla="*/ 14810 w 18245"/>
                    <a:gd name="connsiteY9" fmla="*/ 8768 h 27606"/>
                    <a:gd name="connsiteX10" fmla="*/ 18135 w 18245"/>
                    <a:gd name="connsiteY10" fmla="*/ 16526 h 27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5" h="27606">
                      <a:moveTo>
                        <a:pt x="18135" y="16526"/>
                      </a:moveTo>
                      <a:cubicBezTo>
                        <a:pt x="18578" y="19940"/>
                        <a:pt x="17647" y="23043"/>
                        <a:pt x="16184" y="25880"/>
                      </a:cubicBezTo>
                      <a:cubicBezTo>
                        <a:pt x="15652" y="26900"/>
                        <a:pt x="14544" y="28052"/>
                        <a:pt x="12815" y="27432"/>
                      </a:cubicBezTo>
                      <a:cubicBezTo>
                        <a:pt x="11219" y="26855"/>
                        <a:pt x="10554" y="25437"/>
                        <a:pt x="10377" y="24240"/>
                      </a:cubicBezTo>
                      <a:cubicBezTo>
                        <a:pt x="9845" y="20516"/>
                        <a:pt x="10510" y="16881"/>
                        <a:pt x="8382" y="13201"/>
                      </a:cubicBezTo>
                      <a:cubicBezTo>
                        <a:pt x="8071" y="12625"/>
                        <a:pt x="7096" y="11650"/>
                        <a:pt x="5988" y="10409"/>
                      </a:cubicBezTo>
                      <a:cubicBezTo>
                        <a:pt x="4924" y="9123"/>
                        <a:pt x="3638" y="7616"/>
                        <a:pt x="2574" y="6153"/>
                      </a:cubicBezTo>
                      <a:cubicBezTo>
                        <a:pt x="358" y="3271"/>
                        <a:pt x="-1016" y="523"/>
                        <a:pt x="934" y="80"/>
                      </a:cubicBezTo>
                      <a:cubicBezTo>
                        <a:pt x="2885" y="-364"/>
                        <a:pt x="5811" y="1099"/>
                        <a:pt x="8470" y="3138"/>
                      </a:cubicBezTo>
                      <a:cubicBezTo>
                        <a:pt x="11086" y="5266"/>
                        <a:pt x="13790" y="7305"/>
                        <a:pt x="14810" y="8768"/>
                      </a:cubicBezTo>
                      <a:cubicBezTo>
                        <a:pt x="16672" y="11295"/>
                        <a:pt x="17780" y="14044"/>
                        <a:pt x="18135" y="1652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30" name="Graphique 2">
                <a:extLst>
                  <a:ext uri="{FF2B5EF4-FFF2-40B4-BE49-F238E27FC236}">
                    <a16:creationId xmlns:a16="http://schemas.microsoft.com/office/drawing/2014/main" id="{770B29F4-2F1A-49F2-9ADD-ABFE2177BBD6}"/>
                  </a:ext>
                </a:extLst>
              </p:cNvPr>
              <p:cNvGrpSpPr/>
              <p:nvPr/>
            </p:nvGrpSpPr>
            <p:grpSpPr>
              <a:xfrm>
                <a:off x="5649290" y="1467959"/>
                <a:ext cx="72859" cy="41953"/>
                <a:chOff x="5649290" y="1467959"/>
                <a:chExt cx="72859" cy="41953"/>
              </a:xfrm>
              <a:solidFill>
                <a:schemeClr val="accent1"/>
              </a:solidFill>
            </p:grpSpPr>
            <p:sp>
              <p:nvSpPr>
                <p:cNvPr id="24992" name="Forme libre : forme 24991">
                  <a:extLst>
                    <a:ext uri="{FF2B5EF4-FFF2-40B4-BE49-F238E27FC236}">
                      <a16:creationId xmlns:a16="http://schemas.microsoft.com/office/drawing/2014/main" id="{BE367E8B-BFAD-4A3F-BD2D-7155572F88F7}"/>
                    </a:ext>
                  </a:extLst>
                </p:cNvPr>
                <p:cNvSpPr/>
                <p:nvPr/>
              </p:nvSpPr>
              <p:spPr>
                <a:xfrm>
                  <a:off x="5649290" y="1467959"/>
                  <a:ext cx="72859" cy="41953"/>
                </a:xfrm>
                <a:custGeom>
                  <a:avLst/>
                  <a:gdLst>
                    <a:gd name="connsiteX0" fmla="*/ 49105 w 72859"/>
                    <a:gd name="connsiteY0" fmla="*/ 41954 h 41953"/>
                    <a:gd name="connsiteX1" fmla="*/ 34254 w 72859"/>
                    <a:gd name="connsiteY1" fmla="*/ 40978 h 41953"/>
                    <a:gd name="connsiteX2" fmla="*/ 19536 w 72859"/>
                    <a:gd name="connsiteY2" fmla="*/ 38540 h 41953"/>
                    <a:gd name="connsiteX3" fmla="*/ 10271 w 72859"/>
                    <a:gd name="connsiteY3" fmla="*/ 34994 h 41953"/>
                    <a:gd name="connsiteX4" fmla="*/ 3666 w 72859"/>
                    <a:gd name="connsiteY4" fmla="*/ 29630 h 41953"/>
                    <a:gd name="connsiteX5" fmla="*/ 651 w 72859"/>
                    <a:gd name="connsiteY5" fmla="*/ 17926 h 41953"/>
                    <a:gd name="connsiteX6" fmla="*/ 4818 w 72859"/>
                    <a:gd name="connsiteY6" fmla="*/ 8040 h 41953"/>
                    <a:gd name="connsiteX7" fmla="*/ 14039 w 72859"/>
                    <a:gd name="connsiteY7" fmla="*/ 859 h 41953"/>
                    <a:gd name="connsiteX8" fmla="*/ 20733 w 72859"/>
                    <a:gd name="connsiteY8" fmla="*/ 16 h 41953"/>
                    <a:gd name="connsiteX9" fmla="*/ 28092 w 72859"/>
                    <a:gd name="connsiteY9" fmla="*/ 903 h 41953"/>
                    <a:gd name="connsiteX10" fmla="*/ 38997 w 72859"/>
                    <a:gd name="connsiteY10" fmla="*/ 2942 h 41953"/>
                    <a:gd name="connsiteX11" fmla="*/ 50124 w 72859"/>
                    <a:gd name="connsiteY11" fmla="*/ 3873 h 41953"/>
                    <a:gd name="connsiteX12" fmla="*/ 57173 w 72859"/>
                    <a:gd name="connsiteY12" fmla="*/ 4937 h 41953"/>
                    <a:gd name="connsiteX13" fmla="*/ 63246 w 72859"/>
                    <a:gd name="connsiteY13" fmla="*/ 7331 h 41953"/>
                    <a:gd name="connsiteX14" fmla="*/ 67990 w 72859"/>
                    <a:gd name="connsiteY14" fmla="*/ 10922 h 41953"/>
                    <a:gd name="connsiteX15" fmla="*/ 70605 w 72859"/>
                    <a:gd name="connsiteY15" fmla="*/ 15843 h 41953"/>
                    <a:gd name="connsiteX16" fmla="*/ 72689 w 72859"/>
                    <a:gd name="connsiteY16" fmla="*/ 25994 h 41953"/>
                    <a:gd name="connsiteX17" fmla="*/ 71847 w 72859"/>
                    <a:gd name="connsiteY17" fmla="*/ 31536 h 41953"/>
                    <a:gd name="connsiteX18" fmla="*/ 67236 w 72859"/>
                    <a:gd name="connsiteY18" fmla="*/ 36767 h 41953"/>
                    <a:gd name="connsiteX19" fmla="*/ 59301 w 72859"/>
                    <a:gd name="connsiteY19" fmla="*/ 40579 h 41953"/>
                    <a:gd name="connsiteX20" fmla="*/ 49105 w 72859"/>
                    <a:gd name="connsiteY20" fmla="*/ 41954 h 41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2859" h="41953">
                      <a:moveTo>
                        <a:pt x="49105" y="41954"/>
                      </a:moveTo>
                      <a:cubicBezTo>
                        <a:pt x="44095" y="41821"/>
                        <a:pt x="39219" y="41333"/>
                        <a:pt x="34254" y="40978"/>
                      </a:cubicBezTo>
                      <a:cubicBezTo>
                        <a:pt x="29333" y="40225"/>
                        <a:pt x="24412" y="39515"/>
                        <a:pt x="19536" y="38540"/>
                      </a:cubicBezTo>
                      <a:cubicBezTo>
                        <a:pt x="16123" y="37698"/>
                        <a:pt x="12975" y="36456"/>
                        <a:pt x="10271" y="34994"/>
                      </a:cubicBezTo>
                      <a:cubicBezTo>
                        <a:pt x="7522" y="33664"/>
                        <a:pt x="5350" y="31536"/>
                        <a:pt x="3666" y="29630"/>
                      </a:cubicBezTo>
                      <a:cubicBezTo>
                        <a:pt x="296" y="25684"/>
                        <a:pt x="-856" y="21561"/>
                        <a:pt x="651" y="17926"/>
                      </a:cubicBezTo>
                      <a:lnTo>
                        <a:pt x="4818" y="8040"/>
                      </a:lnTo>
                      <a:cubicBezTo>
                        <a:pt x="6325" y="4494"/>
                        <a:pt x="9872" y="2011"/>
                        <a:pt x="14039" y="859"/>
                      </a:cubicBezTo>
                      <a:cubicBezTo>
                        <a:pt x="16167" y="194"/>
                        <a:pt x="18339" y="194"/>
                        <a:pt x="20733" y="16"/>
                      </a:cubicBezTo>
                      <a:cubicBezTo>
                        <a:pt x="23127" y="-72"/>
                        <a:pt x="25609" y="194"/>
                        <a:pt x="28092" y="903"/>
                      </a:cubicBezTo>
                      <a:cubicBezTo>
                        <a:pt x="31683" y="1657"/>
                        <a:pt x="35362" y="2277"/>
                        <a:pt x="38997" y="2942"/>
                      </a:cubicBezTo>
                      <a:cubicBezTo>
                        <a:pt x="42721" y="3208"/>
                        <a:pt x="46489" y="3696"/>
                        <a:pt x="50124" y="3873"/>
                      </a:cubicBezTo>
                      <a:cubicBezTo>
                        <a:pt x="52607" y="3829"/>
                        <a:pt x="54956" y="4316"/>
                        <a:pt x="57173" y="4937"/>
                      </a:cubicBezTo>
                      <a:cubicBezTo>
                        <a:pt x="59345" y="5425"/>
                        <a:pt x="61429" y="6267"/>
                        <a:pt x="63246" y="7331"/>
                      </a:cubicBezTo>
                      <a:cubicBezTo>
                        <a:pt x="65108" y="8395"/>
                        <a:pt x="66704" y="9503"/>
                        <a:pt x="67990" y="10922"/>
                      </a:cubicBezTo>
                      <a:cubicBezTo>
                        <a:pt x="69275" y="12340"/>
                        <a:pt x="70206" y="13981"/>
                        <a:pt x="70605" y="15843"/>
                      </a:cubicBezTo>
                      <a:lnTo>
                        <a:pt x="72689" y="25994"/>
                      </a:lnTo>
                      <a:cubicBezTo>
                        <a:pt x="73088" y="27812"/>
                        <a:pt x="72777" y="29718"/>
                        <a:pt x="71847" y="31536"/>
                      </a:cubicBezTo>
                      <a:cubicBezTo>
                        <a:pt x="70916" y="33353"/>
                        <a:pt x="69364" y="35260"/>
                        <a:pt x="67236" y="36767"/>
                      </a:cubicBezTo>
                      <a:cubicBezTo>
                        <a:pt x="65108" y="38230"/>
                        <a:pt x="62404" y="39560"/>
                        <a:pt x="59301" y="40579"/>
                      </a:cubicBezTo>
                      <a:cubicBezTo>
                        <a:pt x="56198" y="41510"/>
                        <a:pt x="52740" y="41865"/>
                        <a:pt x="49105" y="4195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93" name="Forme libre : forme 24992">
                  <a:extLst>
                    <a:ext uri="{FF2B5EF4-FFF2-40B4-BE49-F238E27FC236}">
                      <a16:creationId xmlns:a16="http://schemas.microsoft.com/office/drawing/2014/main" id="{CD2FD02D-772D-4546-BB49-75648E050CCC}"/>
                    </a:ext>
                  </a:extLst>
                </p:cNvPr>
                <p:cNvSpPr/>
                <p:nvPr/>
              </p:nvSpPr>
              <p:spPr>
                <a:xfrm>
                  <a:off x="5649307" y="1481585"/>
                  <a:ext cx="72822" cy="28327"/>
                </a:xfrm>
                <a:custGeom>
                  <a:avLst/>
                  <a:gdLst>
                    <a:gd name="connsiteX0" fmla="*/ 27100 w 72822"/>
                    <a:gd name="connsiteY0" fmla="*/ 13388 h 28327"/>
                    <a:gd name="connsiteX1" fmla="*/ 22977 w 72822"/>
                    <a:gd name="connsiteY1" fmla="*/ 13122 h 28327"/>
                    <a:gd name="connsiteX2" fmla="*/ 19032 w 72822"/>
                    <a:gd name="connsiteY2" fmla="*/ 12191 h 28327"/>
                    <a:gd name="connsiteX3" fmla="*/ 11761 w 72822"/>
                    <a:gd name="connsiteY3" fmla="*/ 9398 h 28327"/>
                    <a:gd name="connsiteX4" fmla="*/ 2452 w 72822"/>
                    <a:gd name="connsiteY4" fmla="*/ 0 h 28327"/>
                    <a:gd name="connsiteX5" fmla="*/ 679 w 72822"/>
                    <a:gd name="connsiteY5" fmla="*/ 4300 h 28327"/>
                    <a:gd name="connsiteX6" fmla="*/ 3693 w 72822"/>
                    <a:gd name="connsiteY6" fmla="*/ 16004 h 28327"/>
                    <a:gd name="connsiteX7" fmla="*/ 10298 w 72822"/>
                    <a:gd name="connsiteY7" fmla="*/ 21368 h 28327"/>
                    <a:gd name="connsiteX8" fmla="*/ 19563 w 72822"/>
                    <a:gd name="connsiteY8" fmla="*/ 24914 h 28327"/>
                    <a:gd name="connsiteX9" fmla="*/ 34281 w 72822"/>
                    <a:gd name="connsiteY9" fmla="*/ 27352 h 28327"/>
                    <a:gd name="connsiteX10" fmla="*/ 49132 w 72822"/>
                    <a:gd name="connsiteY10" fmla="*/ 28328 h 28327"/>
                    <a:gd name="connsiteX11" fmla="*/ 59284 w 72822"/>
                    <a:gd name="connsiteY11" fmla="*/ 26998 h 28327"/>
                    <a:gd name="connsiteX12" fmla="*/ 67219 w 72822"/>
                    <a:gd name="connsiteY12" fmla="*/ 23185 h 28327"/>
                    <a:gd name="connsiteX13" fmla="*/ 71830 w 72822"/>
                    <a:gd name="connsiteY13" fmla="*/ 17954 h 28327"/>
                    <a:gd name="connsiteX14" fmla="*/ 72672 w 72822"/>
                    <a:gd name="connsiteY14" fmla="*/ 12413 h 28327"/>
                    <a:gd name="connsiteX15" fmla="*/ 72583 w 72822"/>
                    <a:gd name="connsiteY15" fmla="*/ 12102 h 28327"/>
                    <a:gd name="connsiteX16" fmla="*/ 66909 w 72822"/>
                    <a:gd name="connsiteY16" fmla="*/ 13388 h 28327"/>
                    <a:gd name="connsiteX17" fmla="*/ 61146 w 72822"/>
                    <a:gd name="connsiteY17" fmla="*/ 14009 h 28327"/>
                    <a:gd name="connsiteX18" fmla="*/ 49753 w 72822"/>
                    <a:gd name="connsiteY18" fmla="*/ 14363 h 28327"/>
                    <a:gd name="connsiteX19" fmla="*/ 38537 w 72822"/>
                    <a:gd name="connsiteY19" fmla="*/ 13876 h 28327"/>
                    <a:gd name="connsiteX20" fmla="*/ 27100 w 72822"/>
                    <a:gd name="connsiteY20" fmla="*/ 13388 h 28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2822" h="28327">
                      <a:moveTo>
                        <a:pt x="27100" y="13388"/>
                      </a:moveTo>
                      <a:cubicBezTo>
                        <a:pt x="25726" y="13344"/>
                        <a:pt x="24351" y="13299"/>
                        <a:pt x="22977" y="13122"/>
                      </a:cubicBezTo>
                      <a:cubicBezTo>
                        <a:pt x="21647" y="12856"/>
                        <a:pt x="20317" y="12546"/>
                        <a:pt x="19032" y="12191"/>
                      </a:cubicBezTo>
                      <a:cubicBezTo>
                        <a:pt x="16460" y="11437"/>
                        <a:pt x="13978" y="10506"/>
                        <a:pt x="11761" y="9398"/>
                      </a:cubicBezTo>
                      <a:cubicBezTo>
                        <a:pt x="7417" y="6783"/>
                        <a:pt x="4092" y="3547"/>
                        <a:pt x="2452" y="0"/>
                      </a:cubicBezTo>
                      <a:lnTo>
                        <a:pt x="679" y="4300"/>
                      </a:lnTo>
                      <a:cubicBezTo>
                        <a:pt x="-873" y="7935"/>
                        <a:pt x="279" y="12058"/>
                        <a:pt x="3693" y="16004"/>
                      </a:cubicBezTo>
                      <a:cubicBezTo>
                        <a:pt x="5378" y="17910"/>
                        <a:pt x="7550" y="19993"/>
                        <a:pt x="10298" y="21368"/>
                      </a:cubicBezTo>
                      <a:cubicBezTo>
                        <a:pt x="13003" y="22830"/>
                        <a:pt x="16194" y="24027"/>
                        <a:pt x="19563" y="24914"/>
                      </a:cubicBezTo>
                      <a:cubicBezTo>
                        <a:pt x="24440" y="25889"/>
                        <a:pt x="29405" y="26643"/>
                        <a:pt x="34281" y="27352"/>
                      </a:cubicBezTo>
                      <a:cubicBezTo>
                        <a:pt x="39246" y="27707"/>
                        <a:pt x="44078" y="28150"/>
                        <a:pt x="49132" y="28328"/>
                      </a:cubicBezTo>
                      <a:cubicBezTo>
                        <a:pt x="52767" y="28239"/>
                        <a:pt x="56225" y="27884"/>
                        <a:pt x="59284" y="26998"/>
                      </a:cubicBezTo>
                      <a:cubicBezTo>
                        <a:pt x="62387" y="25978"/>
                        <a:pt x="65047" y="24692"/>
                        <a:pt x="67219" y="23185"/>
                      </a:cubicBezTo>
                      <a:cubicBezTo>
                        <a:pt x="69347" y="21678"/>
                        <a:pt x="70899" y="19772"/>
                        <a:pt x="71830" y="17954"/>
                      </a:cubicBezTo>
                      <a:cubicBezTo>
                        <a:pt x="72761" y="16092"/>
                        <a:pt x="73027" y="14230"/>
                        <a:pt x="72672" y="12413"/>
                      </a:cubicBezTo>
                      <a:lnTo>
                        <a:pt x="72583" y="12102"/>
                      </a:lnTo>
                      <a:cubicBezTo>
                        <a:pt x="70677" y="12546"/>
                        <a:pt x="68771" y="12945"/>
                        <a:pt x="66909" y="13388"/>
                      </a:cubicBezTo>
                      <a:cubicBezTo>
                        <a:pt x="65003" y="13610"/>
                        <a:pt x="63052" y="13831"/>
                        <a:pt x="61146" y="14009"/>
                      </a:cubicBezTo>
                      <a:cubicBezTo>
                        <a:pt x="57334" y="14541"/>
                        <a:pt x="53521" y="14275"/>
                        <a:pt x="49753" y="14363"/>
                      </a:cubicBezTo>
                      <a:cubicBezTo>
                        <a:pt x="45985" y="14319"/>
                        <a:pt x="42305" y="13920"/>
                        <a:pt x="38537" y="13876"/>
                      </a:cubicBezTo>
                      <a:cubicBezTo>
                        <a:pt x="34725" y="13964"/>
                        <a:pt x="31001" y="13344"/>
                        <a:pt x="27100" y="13388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94" name="Forme libre : forme 24993">
                  <a:extLst>
                    <a:ext uri="{FF2B5EF4-FFF2-40B4-BE49-F238E27FC236}">
                      <a16:creationId xmlns:a16="http://schemas.microsoft.com/office/drawing/2014/main" id="{4C06D3FE-C66C-4EB5-9D63-ADC15BF6BD9C}"/>
                    </a:ext>
                  </a:extLst>
                </p:cNvPr>
                <p:cNvSpPr/>
                <p:nvPr/>
              </p:nvSpPr>
              <p:spPr>
                <a:xfrm>
                  <a:off x="5674467" y="1483911"/>
                  <a:ext cx="32132" cy="14628"/>
                </a:xfrm>
                <a:custGeom>
                  <a:avLst/>
                  <a:gdLst>
                    <a:gd name="connsiteX0" fmla="*/ 32130 w 32132"/>
                    <a:gd name="connsiteY0" fmla="*/ 7781 h 14628"/>
                    <a:gd name="connsiteX1" fmla="*/ 27431 w 32132"/>
                    <a:gd name="connsiteY1" fmla="*/ 12923 h 14628"/>
                    <a:gd name="connsiteX2" fmla="*/ 21978 w 32132"/>
                    <a:gd name="connsiteY2" fmla="*/ 14430 h 14628"/>
                    <a:gd name="connsiteX3" fmla="*/ 15373 w 32132"/>
                    <a:gd name="connsiteY3" fmla="*/ 14519 h 14628"/>
                    <a:gd name="connsiteX4" fmla="*/ 8900 w 32132"/>
                    <a:gd name="connsiteY4" fmla="*/ 13322 h 14628"/>
                    <a:gd name="connsiteX5" fmla="*/ 3846 w 32132"/>
                    <a:gd name="connsiteY5" fmla="*/ 10884 h 14628"/>
                    <a:gd name="connsiteX6" fmla="*/ 78 w 32132"/>
                    <a:gd name="connsiteY6" fmla="*/ 5032 h 14628"/>
                    <a:gd name="connsiteX7" fmla="*/ 5620 w 32132"/>
                    <a:gd name="connsiteY7" fmla="*/ 776 h 14628"/>
                    <a:gd name="connsiteX8" fmla="*/ 10673 w 32132"/>
                    <a:gd name="connsiteY8" fmla="*/ 67 h 14628"/>
                    <a:gd name="connsiteX9" fmla="*/ 16658 w 32132"/>
                    <a:gd name="connsiteY9" fmla="*/ 112 h 14628"/>
                    <a:gd name="connsiteX10" fmla="*/ 22554 w 32132"/>
                    <a:gd name="connsiteY10" fmla="*/ 1175 h 14628"/>
                    <a:gd name="connsiteX11" fmla="*/ 27386 w 32132"/>
                    <a:gd name="connsiteY11" fmla="*/ 2771 h 14628"/>
                    <a:gd name="connsiteX12" fmla="*/ 32130 w 32132"/>
                    <a:gd name="connsiteY12" fmla="*/ 7781 h 14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132" h="14628">
                      <a:moveTo>
                        <a:pt x="32130" y="7781"/>
                      </a:moveTo>
                      <a:cubicBezTo>
                        <a:pt x="32218" y="9776"/>
                        <a:pt x="30489" y="11549"/>
                        <a:pt x="27431" y="12923"/>
                      </a:cubicBezTo>
                      <a:cubicBezTo>
                        <a:pt x="25923" y="13544"/>
                        <a:pt x="24017" y="14253"/>
                        <a:pt x="21978" y="14430"/>
                      </a:cubicBezTo>
                      <a:cubicBezTo>
                        <a:pt x="19939" y="14652"/>
                        <a:pt x="17722" y="14696"/>
                        <a:pt x="15373" y="14519"/>
                      </a:cubicBezTo>
                      <a:cubicBezTo>
                        <a:pt x="13023" y="14297"/>
                        <a:pt x="10806" y="14076"/>
                        <a:pt x="8900" y="13322"/>
                      </a:cubicBezTo>
                      <a:cubicBezTo>
                        <a:pt x="6950" y="12613"/>
                        <a:pt x="5221" y="11815"/>
                        <a:pt x="3846" y="10884"/>
                      </a:cubicBezTo>
                      <a:cubicBezTo>
                        <a:pt x="1098" y="9066"/>
                        <a:pt x="-365" y="6983"/>
                        <a:pt x="78" y="5032"/>
                      </a:cubicBezTo>
                      <a:cubicBezTo>
                        <a:pt x="522" y="3082"/>
                        <a:pt x="2650" y="1574"/>
                        <a:pt x="5620" y="776"/>
                      </a:cubicBezTo>
                      <a:cubicBezTo>
                        <a:pt x="7127" y="378"/>
                        <a:pt x="8812" y="112"/>
                        <a:pt x="10673" y="67"/>
                      </a:cubicBezTo>
                      <a:cubicBezTo>
                        <a:pt x="12535" y="67"/>
                        <a:pt x="14575" y="-110"/>
                        <a:pt x="16658" y="112"/>
                      </a:cubicBezTo>
                      <a:cubicBezTo>
                        <a:pt x="18742" y="289"/>
                        <a:pt x="20737" y="643"/>
                        <a:pt x="22554" y="1175"/>
                      </a:cubicBezTo>
                      <a:cubicBezTo>
                        <a:pt x="24372" y="1752"/>
                        <a:pt x="25968" y="2106"/>
                        <a:pt x="27386" y="2771"/>
                      </a:cubicBezTo>
                      <a:cubicBezTo>
                        <a:pt x="30135" y="4013"/>
                        <a:pt x="31997" y="5786"/>
                        <a:pt x="32130" y="7781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95" name="Forme libre : forme 24994">
                  <a:extLst>
                    <a:ext uri="{FF2B5EF4-FFF2-40B4-BE49-F238E27FC236}">
                      <a16:creationId xmlns:a16="http://schemas.microsoft.com/office/drawing/2014/main" id="{07149468-FF01-43A4-86B3-B9E1B4BC2F73}"/>
                    </a:ext>
                  </a:extLst>
                </p:cNvPr>
                <p:cNvSpPr/>
                <p:nvPr/>
              </p:nvSpPr>
              <p:spPr>
                <a:xfrm>
                  <a:off x="5674467" y="1484156"/>
                  <a:ext cx="22997" cy="14353"/>
                </a:xfrm>
                <a:custGeom>
                  <a:avLst/>
                  <a:gdLst>
                    <a:gd name="connsiteX0" fmla="*/ 8014 w 22997"/>
                    <a:gd name="connsiteY0" fmla="*/ 0 h 14353"/>
                    <a:gd name="connsiteX1" fmla="*/ 78 w 22997"/>
                    <a:gd name="connsiteY1" fmla="*/ 4743 h 14353"/>
                    <a:gd name="connsiteX2" fmla="*/ 3846 w 22997"/>
                    <a:gd name="connsiteY2" fmla="*/ 10595 h 14353"/>
                    <a:gd name="connsiteX3" fmla="*/ 8900 w 22997"/>
                    <a:gd name="connsiteY3" fmla="*/ 13033 h 14353"/>
                    <a:gd name="connsiteX4" fmla="*/ 15373 w 22997"/>
                    <a:gd name="connsiteY4" fmla="*/ 14230 h 14353"/>
                    <a:gd name="connsiteX5" fmla="*/ 22997 w 22997"/>
                    <a:gd name="connsiteY5" fmla="*/ 14053 h 14353"/>
                    <a:gd name="connsiteX6" fmla="*/ 18875 w 22997"/>
                    <a:gd name="connsiteY6" fmla="*/ 13255 h 14353"/>
                    <a:gd name="connsiteX7" fmla="*/ 10142 w 22997"/>
                    <a:gd name="connsiteY7" fmla="*/ 7536 h 14353"/>
                    <a:gd name="connsiteX8" fmla="*/ 8014 w 22997"/>
                    <a:gd name="connsiteY8" fmla="*/ 0 h 14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997" h="14353">
                      <a:moveTo>
                        <a:pt x="8014" y="0"/>
                      </a:moveTo>
                      <a:cubicBezTo>
                        <a:pt x="3802" y="576"/>
                        <a:pt x="610" y="2305"/>
                        <a:pt x="78" y="4743"/>
                      </a:cubicBezTo>
                      <a:cubicBezTo>
                        <a:pt x="-365" y="6694"/>
                        <a:pt x="1098" y="8822"/>
                        <a:pt x="3846" y="10595"/>
                      </a:cubicBezTo>
                      <a:cubicBezTo>
                        <a:pt x="5221" y="11482"/>
                        <a:pt x="6950" y="12324"/>
                        <a:pt x="8900" y="13033"/>
                      </a:cubicBezTo>
                      <a:cubicBezTo>
                        <a:pt x="10851" y="13787"/>
                        <a:pt x="13067" y="14009"/>
                        <a:pt x="15373" y="14230"/>
                      </a:cubicBezTo>
                      <a:cubicBezTo>
                        <a:pt x="18121" y="14452"/>
                        <a:pt x="20692" y="14363"/>
                        <a:pt x="22997" y="14053"/>
                      </a:cubicBezTo>
                      <a:cubicBezTo>
                        <a:pt x="21579" y="13920"/>
                        <a:pt x="20205" y="13654"/>
                        <a:pt x="18875" y="13255"/>
                      </a:cubicBezTo>
                      <a:cubicBezTo>
                        <a:pt x="15240" y="11836"/>
                        <a:pt x="12136" y="9930"/>
                        <a:pt x="10142" y="7536"/>
                      </a:cubicBezTo>
                      <a:cubicBezTo>
                        <a:pt x="8191" y="5009"/>
                        <a:pt x="7349" y="2350"/>
                        <a:pt x="8014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96" name="Forme libre : forme 24995">
                  <a:extLst>
                    <a:ext uri="{FF2B5EF4-FFF2-40B4-BE49-F238E27FC236}">
                      <a16:creationId xmlns:a16="http://schemas.microsoft.com/office/drawing/2014/main" id="{93E9D059-61F0-4FE2-9907-F4E57AA3A2C2}"/>
                    </a:ext>
                  </a:extLst>
                </p:cNvPr>
                <p:cNvSpPr/>
                <p:nvPr/>
              </p:nvSpPr>
              <p:spPr>
                <a:xfrm>
                  <a:off x="5675677" y="1485554"/>
                  <a:ext cx="32655" cy="14618"/>
                </a:xfrm>
                <a:custGeom>
                  <a:avLst/>
                  <a:gdLst>
                    <a:gd name="connsiteX0" fmla="*/ 32648 w 32655"/>
                    <a:gd name="connsiteY0" fmla="*/ 7557 h 14618"/>
                    <a:gd name="connsiteX1" fmla="*/ 27949 w 32655"/>
                    <a:gd name="connsiteY1" fmla="*/ 12788 h 14618"/>
                    <a:gd name="connsiteX2" fmla="*/ 22407 w 32655"/>
                    <a:gd name="connsiteY2" fmla="*/ 14384 h 14618"/>
                    <a:gd name="connsiteX3" fmla="*/ 15714 w 32655"/>
                    <a:gd name="connsiteY3" fmla="*/ 14517 h 14618"/>
                    <a:gd name="connsiteX4" fmla="*/ 9108 w 32655"/>
                    <a:gd name="connsiteY4" fmla="*/ 13453 h 14618"/>
                    <a:gd name="connsiteX5" fmla="*/ 3966 w 32655"/>
                    <a:gd name="connsiteY5" fmla="*/ 11059 h 14618"/>
                    <a:gd name="connsiteX6" fmla="*/ 65 w 32655"/>
                    <a:gd name="connsiteY6" fmla="*/ 5163 h 14618"/>
                    <a:gd name="connsiteX7" fmla="*/ 5606 w 32655"/>
                    <a:gd name="connsiteY7" fmla="*/ 907 h 14618"/>
                    <a:gd name="connsiteX8" fmla="*/ 10704 w 32655"/>
                    <a:gd name="connsiteY8" fmla="*/ 198 h 14618"/>
                    <a:gd name="connsiteX9" fmla="*/ 16777 w 32655"/>
                    <a:gd name="connsiteY9" fmla="*/ 109 h 14618"/>
                    <a:gd name="connsiteX10" fmla="*/ 22762 w 32655"/>
                    <a:gd name="connsiteY10" fmla="*/ 1129 h 14618"/>
                    <a:gd name="connsiteX11" fmla="*/ 27683 w 32655"/>
                    <a:gd name="connsiteY11" fmla="*/ 2636 h 14618"/>
                    <a:gd name="connsiteX12" fmla="*/ 32648 w 32655"/>
                    <a:gd name="connsiteY12" fmla="*/ 7557 h 1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655" h="14618">
                      <a:moveTo>
                        <a:pt x="32648" y="7557"/>
                      </a:moveTo>
                      <a:cubicBezTo>
                        <a:pt x="32781" y="9552"/>
                        <a:pt x="31052" y="11503"/>
                        <a:pt x="27949" y="12788"/>
                      </a:cubicBezTo>
                      <a:cubicBezTo>
                        <a:pt x="26397" y="13453"/>
                        <a:pt x="24535" y="14029"/>
                        <a:pt x="22407" y="14384"/>
                      </a:cubicBezTo>
                      <a:cubicBezTo>
                        <a:pt x="20324" y="14694"/>
                        <a:pt x="18107" y="14650"/>
                        <a:pt x="15714" y="14517"/>
                      </a:cubicBezTo>
                      <a:cubicBezTo>
                        <a:pt x="13364" y="14340"/>
                        <a:pt x="11103" y="13985"/>
                        <a:pt x="9108" y="13453"/>
                      </a:cubicBezTo>
                      <a:cubicBezTo>
                        <a:pt x="7113" y="12832"/>
                        <a:pt x="5384" y="11946"/>
                        <a:pt x="3966" y="11059"/>
                      </a:cubicBezTo>
                      <a:cubicBezTo>
                        <a:pt x="1129" y="9242"/>
                        <a:pt x="-334" y="7158"/>
                        <a:pt x="65" y="5163"/>
                      </a:cubicBezTo>
                      <a:cubicBezTo>
                        <a:pt x="464" y="3168"/>
                        <a:pt x="2592" y="1705"/>
                        <a:pt x="5606" y="907"/>
                      </a:cubicBezTo>
                      <a:cubicBezTo>
                        <a:pt x="7113" y="508"/>
                        <a:pt x="8842" y="287"/>
                        <a:pt x="10704" y="198"/>
                      </a:cubicBezTo>
                      <a:cubicBezTo>
                        <a:pt x="12610" y="-24"/>
                        <a:pt x="14650" y="-68"/>
                        <a:pt x="16777" y="109"/>
                      </a:cubicBezTo>
                      <a:cubicBezTo>
                        <a:pt x="18905" y="287"/>
                        <a:pt x="20900" y="686"/>
                        <a:pt x="22762" y="1129"/>
                      </a:cubicBezTo>
                      <a:cubicBezTo>
                        <a:pt x="24580" y="1484"/>
                        <a:pt x="26264" y="1971"/>
                        <a:pt x="27683" y="2636"/>
                      </a:cubicBezTo>
                      <a:cubicBezTo>
                        <a:pt x="30609" y="4011"/>
                        <a:pt x="32515" y="5651"/>
                        <a:pt x="32648" y="755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97" name="Forme libre : forme 24996">
                  <a:extLst>
                    <a:ext uri="{FF2B5EF4-FFF2-40B4-BE49-F238E27FC236}">
                      <a16:creationId xmlns:a16="http://schemas.microsoft.com/office/drawing/2014/main" id="{D3BB5F64-EA8A-44C9-B8E8-20FC24C06F90}"/>
                    </a:ext>
                  </a:extLst>
                </p:cNvPr>
                <p:cNvSpPr/>
                <p:nvPr/>
              </p:nvSpPr>
              <p:spPr>
                <a:xfrm>
                  <a:off x="5659790" y="1475730"/>
                  <a:ext cx="40948" cy="30454"/>
                </a:xfrm>
                <a:custGeom>
                  <a:avLst/>
                  <a:gdLst>
                    <a:gd name="connsiteX0" fmla="*/ 1235 w 40948"/>
                    <a:gd name="connsiteY0" fmla="*/ 10554 h 30454"/>
                    <a:gd name="connsiteX1" fmla="*/ 215 w 40948"/>
                    <a:gd name="connsiteY1" fmla="*/ 17425 h 30454"/>
                    <a:gd name="connsiteX2" fmla="*/ 5668 w 40948"/>
                    <a:gd name="connsiteY2" fmla="*/ 23897 h 30454"/>
                    <a:gd name="connsiteX3" fmla="*/ 10322 w 40948"/>
                    <a:gd name="connsiteY3" fmla="*/ 26646 h 30454"/>
                    <a:gd name="connsiteX4" fmla="*/ 15642 w 40948"/>
                    <a:gd name="connsiteY4" fmla="*/ 28552 h 30454"/>
                    <a:gd name="connsiteX5" fmla="*/ 25129 w 40948"/>
                    <a:gd name="connsiteY5" fmla="*/ 30414 h 30454"/>
                    <a:gd name="connsiteX6" fmla="*/ 34350 w 40948"/>
                    <a:gd name="connsiteY6" fmla="*/ 29705 h 30454"/>
                    <a:gd name="connsiteX7" fmla="*/ 40512 w 40948"/>
                    <a:gd name="connsiteY7" fmla="*/ 23454 h 30454"/>
                    <a:gd name="connsiteX8" fmla="*/ 34704 w 40948"/>
                    <a:gd name="connsiteY8" fmla="*/ 19863 h 30454"/>
                    <a:gd name="connsiteX9" fmla="*/ 21893 w 40948"/>
                    <a:gd name="connsiteY9" fmla="*/ 10465 h 30454"/>
                    <a:gd name="connsiteX10" fmla="*/ 16573 w 40948"/>
                    <a:gd name="connsiteY10" fmla="*/ 4170 h 30454"/>
                    <a:gd name="connsiteX11" fmla="*/ 8771 w 40948"/>
                    <a:gd name="connsiteY11" fmla="*/ 3 h 30454"/>
                    <a:gd name="connsiteX12" fmla="*/ 3274 w 40948"/>
                    <a:gd name="connsiteY12" fmla="*/ 4126 h 30454"/>
                    <a:gd name="connsiteX13" fmla="*/ 1235 w 40948"/>
                    <a:gd name="connsiteY13" fmla="*/ 10554 h 30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948" h="30454">
                      <a:moveTo>
                        <a:pt x="1235" y="10554"/>
                      </a:moveTo>
                      <a:cubicBezTo>
                        <a:pt x="437" y="12681"/>
                        <a:pt x="-406" y="14898"/>
                        <a:pt x="215" y="17425"/>
                      </a:cubicBezTo>
                      <a:cubicBezTo>
                        <a:pt x="836" y="19730"/>
                        <a:pt x="2875" y="21902"/>
                        <a:pt x="5668" y="23897"/>
                      </a:cubicBezTo>
                      <a:cubicBezTo>
                        <a:pt x="7042" y="24872"/>
                        <a:pt x="8638" y="25803"/>
                        <a:pt x="10322" y="26646"/>
                      </a:cubicBezTo>
                      <a:cubicBezTo>
                        <a:pt x="12007" y="27444"/>
                        <a:pt x="13825" y="28020"/>
                        <a:pt x="15642" y="28552"/>
                      </a:cubicBezTo>
                      <a:cubicBezTo>
                        <a:pt x="18701" y="29394"/>
                        <a:pt x="21893" y="30281"/>
                        <a:pt x="25129" y="30414"/>
                      </a:cubicBezTo>
                      <a:cubicBezTo>
                        <a:pt x="28321" y="30547"/>
                        <a:pt x="31513" y="30369"/>
                        <a:pt x="34350" y="29705"/>
                      </a:cubicBezTo>
                      <a:cubicBezTo>
                        <a:pt x="38561" y="28862"/>
                        <a:pt x="42241" y="25803"/>
                        <a:pt x="40512" y="23454"/>
                      </a:cubicBezTo>
                      <a:cubicBezTo>
                        <a:pt x="39448" y="21991"/>
                        <a:pt x="36921" y="21016"/>
                        <a:pt x="34704" y="19863"/>
                      </a:cubicBezTo>
                      <a:cubicBezTo>
                        <a:pt x="29473" y="17292"/>
                        <a:pt x="25085" y="14322"/>
                        <a:pt x="21893" y="10465"/>
                      </a:cubicBezTo>
                      <a:cubicBezTo>
                        <a:pt x="20519" y="8913"/>
                        <a:pt x="18745" y="6253"/>
                        <a:pt x="16573" y="4170"/>
                      </a:cubicBezTo>
                      <a:cubicBezTo>
                        <a:pt x="14401" y="1909"/>
                        <a:pt x="11963" y="-86"/>
                        <a:pt x="8771" y="3"/>
                      </a:cubicBezTo>
                      <a:cubicBezTo>
                        <a:pt x="5845" y="91"/>
                        <a:pt x="4293" y="1865"/>
                        <a:pt x="3274" y="4126"/>
                      </a:cubicBezTo>
                      <a:cubicBezTo>
                        <a:pt x="2210" y="6342"/>
                        <a:pt x="1811" y="9046"/>
                        <a:pt x="1235" y="1055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98" name="Forme libre : forme 24997">
                  <a:extLst>
                    <a:ext uri="{FF2B5EF4-FFF2-40B4-BE49-F238E27FC236}">
                      <a16:creationId xmlns:a16="http://schemas.microsoft.com/office/drawing/2014/main" id="{1A1EA8DD-2A33-4C56-B1E6-5905079FB100}"/>
                    </a:ext>
                  </a:extLst>
                </p:cNvPr>
                <p:cNvSpPr/>
                <p:nvPr/>
              </p:nvSpPr>
              <p:spPr>
                <a:xfrm>
                  <a:off x="5669192" y="1478114"/>
                  <a:ext cx="13056" cy="5873"/>
                </a:xfrm>
                <a:custGeom>
                  <a:avLst/>
                  <a:gdLst>
                    <a:gd name="connsiteX0" fmla="*/ 1142 w 13056"/>
                    <a:gd name="connsiteY0" fmla="*/ 2274 h 5873"/>
                    <a:gd name="connsiteX1" fmla="*/ 33 w 13056"/>
                    <a:gd name="connsiteY1" fmla="*/ 3604 h 5873"/>
                    <a:gd name="connsiteX2" fmla="*/ 831 w 13056"/>
                    <a:gd name="connsiteY2" fmla="*/ 5244 h 5873"/>
                    <a:gd name="connsiteX3" fmla="*/ 3048 w 13056"/>
                    <a:gd name="connsiteY3" fmla="*/ 5776 h 5873"/>
                    <a:gd name="connsiteX4" fmla="*/ 8722 w 13056"/>
                    <a:gd name="connsiteY4" fmla="*/ 5466 h 5873"/>
                    <a:gd name="connsiteX5" fmla="*/ 10850 w 13056"/>
                    <a:gd name="connsiteY5" fmla="*/ 4890 h 5873"/>
                    <a:gd name="connsiteX6" fmla="*/ 10141 w 13056"/>
                    <a:gd name="connsiteY6" fmla="*/ 13 h 5873"/>
                    <a:gd name="connsiteX7" fmla="*/ 1142 w 13056"/>
                    <a:gd name="connsiteY7" fmla="*/ 2274 h 5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056" h="5873">
                      <a:moveTo>
                        <a:pt x="1142" y="2274"/>
                      </a:moveTo>
                      <a:cubicBezTo>
                        <a:pt x="654" y="2629"/>
                        <a:pt x="166" y="3072"/>
                        <a:pt x="33" y="3604"/>
                      </a:cubicBezTo>
                      <a:cubicBezTo>
                        <a:pt x="-100" y="4136"/>
                        <a:pt x="166" y="4801"/>
                        <a:pt x="831" y="5244"/>
                      </a:cubicBezTo>
                      <a:cubicBezTo>
                        <a:pt x="1452" y="5643"/>
                        <a:pt x="2294" y="5732"/>
                        <a:pt x="3048" y="5776"/>
                      </a:cubicBezTo>
                      <a:cubicBezTo>
                        <a:pt x="4954" y="5998"/>
                        <a:pt x="6904" y="5820"/>
                        <a:pt x="8722" y="5466"/>
                      </a:cubicBezTo>
                      <a:cubicBezTo>
                        <a:pt x="9476" y="5333"/>
                        <a:pt x="10229" y="5200"/>
                        <a:pt x="10850" y="4890"/>
                      </a:cubicBezTo>
                      <a:cubicBezTo>
                        <a:pt x="13421" y="3693"/>
                        <a:pt x="14396" y="279"/>
                        <a:pt x="10141" y="13"/>
                      </a:cubicBezTo>
                      <a:cubicBezTo>
                        <a:pt x="6772" y="-120"/>
                        <a:pt x="3225" y="767"/>
                        <a:pt x="1142" y="227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99" name="Forme libre : forme 24998">
                  <a:extLst>
                    <a:ext uri="{FF2B5EF4-FFF2-40B4-BE49-F238E27FC236}">
                      <a16:creationId xmlns:a16="http://schemas.microsoft.com/office/drawing/2014/main" id="{9D5DBFB2-DA2B-4E5D-AC6D-4DDD3F9A5029}"/>
                    </a:ext>
                  </a:extLst>
                </p:cNvPr>
                <p:cNvSpPr/>
                <p:nvPr/>
              </p:nvSpPr>
              <p:spPr>
                <a:xfrm>
                  <a:off x="5698971" y="1492933"/>
                  <a:ext cx="20620" cy="16180"/>
                </a:xfrm>
                <a:custGeom>
                  <a:avLst/>
                  <a:gdLst>
                    <a:gd name="connsiteX0" fmla="*/ 20481 w 20620"/>
                    <a:gd name="connsiteY0" fmla="*/ 0 h 16180"/>
                    <a:gd name="connsiteX1" fmla="*/ 19240 w 20620"/>
                    <a:gd name="connsiteY1" fmla="*/ 6251 h 16180"/>
                    <a:gd name="connsiteX2" fmla="*/ 13432 w 20620"/>
                    <a:gd name="connsiteY2" fmla="*/ 11792 h 16180"/>
                    <a:gd name="connsiteX3" fmla="*/ 7847 w 20620"/>
                    <a:gd name="connsiteY3" fmla="*/ 14408 h 16180"/>
                    <a:gd name="connsiteX4" fmla="*/ 0 w 20620"/>
                    <a:gd name="connsiteY4" fmla="*/ 16181 h 16180"/>
                    <a:gd name="connsiteX5" fmla="*/ 2970 w 20620"/>
                    <a:gd name="connsiteY5" fmla="*/ 15427 h 16180"/>
                    <a:gd name="connsiteX6" fmla="*/ 9664 w 20620"/>
                    <a:gd name="connsiteY6" fmla="*/ 12856 h 16180"/>
                    <a:gd name="connsiteX7" fmla="*/ 16624 w 20620"/>
                    <a:gd name="connsiteY7" fmla="*/ 7669 h 16180"/>
                    <a:gd name="connsiteX8" fmla="*/ 20481 w 20620"/>
                    <a:gd name="connsiteY8" fmla="*/ 0 h 16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620" h="16180">
                      <a:moveTo>
                        <a:pt x="20481" y="0"/>
                      </a:moveTo>
                      <a:cubicBezTo>
                        <a:pt x="20481" y="0"/>
                        <a:pt x="21235" y="2616"/>
                        <a:pt x="19240" y="6251"/>
                      </a:cubicBezTo>
                      <a:cubicBezTo>
                        <a:pt x="18220" y="8113"/>
                        <a:pt x="16447" y="9930"/>
                        <a:pt x="13432" y="11792"/>
                      </a:cubicBezTo>
                      <a:cubicBezTo>
                        <a:pt x="11925" y="12679"/>
                        <a:pt x="10063" y="13698"/>
                        <a:pt x="7847" y="14408"/>
                      </a:cubicBezTo>
                      <a:cubicBezTo>
                        <a:pt x="5630" y="15073"/>
                        <a:pt x="3059" y="15693"/>
                        <a:pt x="0" y="16181"/>
                      </a:cubicBezTo>
                      <a:cubicBezTo>
                        <a:pt x="0" y="16181"/>
                        <a:pt x="1153" y="15959"/>
                        <a:pt x="2970" y="15427"/>
                      </a:cubicBezTo>
                      <a:cubicBezTo>
                        <a:pt x="4788" y="14895"/>
                        <a:pt x="7182" y="14186"/>
                        <a:pt x="9664" y="12856"/>
                      </a:cubicBezTo>
                      <a:cubicBezTo>
                        <a:pt x="12147" y="11482"/>
                        <a:pt x="14629" y="9753"/>
                        <a:pt x="16624" y="7669"/>
                      </a:cubicBezTo>
                      <a:cubicBezTo>
                        <a:pt x="18575" y="5586"/>
                        <a:pt x="19993" y="2837"/>
                        <a:pt x="204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00" name="Forme libre : forme 24999">
                  <a:extLst>
                    <a:ext uri="{FF2B5EF4-FFF2-40B4-BE49-F238E27FC236}">
                      <a16:creationId xmlns:a16="http://schemas.microsoft.com/office/drawing/2014/main" id="{151002AD-F4F5-496A-BDB4-B3C9EE43D45D}"/>
                    </a:ext>
                  </a:extLst>
                </p:cNvPr>
                <p:cNvSpPr/>
                <p:nvPr/>
              </p:nvSpPr>
              <p:spPr>
                <a:xfrm>
                  <a:off x="5654773" y="1469598"/>
                  <a:ext cx="23451" cy="7952"/>
                </a:xfrm>
                <a:custGeom>
                  <a:avLst/>
                  <a:gdLst>
                    <a:gd name="connsiteX0" fmla="*/ 23451 w 23451"/>
                    <a:gd name="connsiteY0" fmla="*/ 638 h 7952"/>
                    <a:gd name="connsiteX1" fmla="*/ 20747 w 23451"/>
                    <a:gd name="connsiteY1" fmla="*/ 195 h 7952"/>
                    <a:gd name="connsiteX2" fmla="*/ 14363 w 23451"/>
                    <a:gd name="connsiteY2" fmla="*/ 150 h 7952"/>
                    <a:gd name="connsiteX3" fmla="*/ 6738 w 23451"/>
                    <a:gd name="connsiteY3" fmla="*/ 1924 h 7952"/>
                    <a:gd name="connsiteX4" fmla="*/ 0 w 23451"/>
                    <a:gd name="connsiteY4" fmla="*/ 7953 h 7952"/>
                    <a:gd name="connsiteX5" fmla="*/ 6073 w 23451"/>
                    <a:gd name="connsiteY5" fmla="*/ 3519 h 7952"/>
                    <a:gd name="connsiteX6" fmla="*/ 13344 w 23451"/>
                    <a:gd name="connsiteY6" fmla="*/ 1126 h 7952"/>
                    <a:gd name="connsiteX7" fmla="*/ 23451 w 23451"/>
                    <a:gd name="connsiteY7" fmla="*/ 638 h 7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451" h="7952">
                      <a:moveTo>
                        <a:pt x="23451" y="638"/>
                      </a:moveTo>
                      <a:cubicBezTo>
                        <a:pt x="23451" y="638"/>
                        <a:pt x="22387" y="416"/>
                        <a:pt x="20747" y="195"/>
                      </a:cubicBezTo>
                      <a:cubicBezTo>
                        <a:pt x="19107" y="17"/>
                        <a:pt x="16846" y="-116"/>
                        <a:pt x="14363" y="150"/>
                      </a:cubicBezTo>
                      <a:cubicBezTo>
                        <a:pt x="11881" y="505"/>
                        <a:pt x="9265" y="682"/>
                        <a:pt x="6738" y="1924"/>
                      </a:cubicBezTo>
                      <a:cubicBezTo>
                        <a:pt x="4211" y="3076"/>
                        <a:pt x="1773" y="4938"/>
                        <a:pt x="0" y="7953"/>
                      </a:cubicBezTo>
                      <a:cubicBezTo>
                        <a:pt x="0" y="7953"/>
                        <a:pt x="2084" y="5514"/>
                        <a:pt x="6073" y="3519"/>
                      </a:cubicBezTo>
                      <a:cubicBezTo>
                        <a:pt x="8068" y="2500"/>
                        <a:pt x="10462" y="1702"/>
                        <a:pt x="13344" y="1126"/>
                      </a:cubicBezTo>
                      <a:cubicBezTo>
                        <a:pt x="16270" y="416"/>
                        <a:pt x="19550" y="195"/>
                        <a:pt x="23451" y="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01" name="Forme libre : forme 25000">
                  <a:extLst>
                    <a:ext uri="{FF2B5EF4-FFF2-40B4-BE49-F238E27FC236}">
                      <a16:creationId xmlns:a16="http://schemas.microsoft.com/office/drawing/2014/main" id="{5E339CCF-CCBF-413C-8435-25000A3168FF}"/>
                    </a:ext>
                  </a:extLst>
                </p:cNvPr>
                <p:cNvSpPr/>
                <p:nvPr/>
              </p:nvSpPr>
              <p:spPr>
                <a:xfrm>
                  <a:off x="5688148" y="1485562"/>
                  <a:ext cx="11660" cy="5405"/>
                </a:xfrm>
                <a:custGeom>
                  <a:avLst/>
                  <a:gdLst>
                    <a:gd name="connsiteX0" fmla="*/ 11533 w 11660"/>
                    <a:gd name="connsiteY0" fmla="*/ 4268 h 5405"/>
                    <a:gd name="connsiteX1" fmla="*/ 4440 w 11660"/>
                    <a:gd name="connsiteY1" fmla="*/ 4800 h 5405"/>
                    <a:gd name="connsiteX2" fmla="*/ 184 w 11660"/>
                    <a:gd name="connsiteY2" fmla="*/ 988 h 5405"/>
                    <a:gd name="connsiteX3" fmla="*/ 7100 w 11660"/>
                    <a:gd name="connsiteY3" fmla="*/ 633 h 5405"/>
                    <a:gd name="connsiteX4" fmla="*/ 11533 w 11660"/>
                    <a:gd name="connsiteY4" fmla="*/ 4268 h 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60" h="5405">
                      <a:moveTo>
                        <a:pt x="11533" y="4268"/>
                      </a:moveTo>
                      <a:cubicBezTo>
                        <a:pt x="10868" y="5554"/>
                        <a:pt x="7632" y="5775"/>
                        <a:pt x="4440" y="4800"/>
                      </a:cubicBezTo>
                      <a:cubicBezTo>
                        <a:pt x="1248" y="3825"/>
                        <a:pt x="-614" y="2140"/>
                        <a:pt x="184" y="988"/>
                      </a:cubicBezTo>
                      <a:cubicBezTo>
                        <a:pt x="982" y="-165"/>
                        <a:pt x="4041" y="-342"/>
                        <a:pt x="7100" y="633"/>
                      </a:cubicBezTo>
                      <a:cubicBezTo>
                        <a:pt x="10203" y="1653"/>
                        <a:pt x="12198" y="3027"/>
                        <a:pt x="11533" y="426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02" name="Forme libre : forme 25001">
                  <a:extLst>
                    <a:ext uri="{FF2B5EF4-FFF2-40B4-BE49-F238E27FC236}">
                      <a16:creationId xmlns:a16="http://schemas.microsoft.com/office/drawing/2014/main" id="{47B34532-C330-4F0A-B915-31FCE714627F}"/>
                    </a:ext>
                  </a:extLst>
                </p:cNvPr>
                <p:cNvSpPr/>
                <p:nvPr/>
              </p:nvSpPr>
              <p:spPr>
                <a:xfrm>
                  <a:off x="5698127" y="1488190"/>
                  <a:ext cx="3238" cy="2083"/>
                </a:xfrm>
                <a:custGeom>
                  <a:avLst/>
                  <a:gdLst>
                    <a:gd name="connsiteX0" fmla="*/ 3238 w 3238"/>
                    <a:gd name="connsiteY0" fmla="*/ 1020 h 2083"/>
                    <a:gd name="connsiteX1" fmla="*/ 1598 w 3238"/>
                    <a:gd name="connsiteY1" fmla="*/ 2084 h 2083"/>
                    <a:gd name="connsiteX2" fmla="*/ 2 w 3238"/>
                    <a:gd name="connsiteY2" fmla="*/ 1064 h 2083"/>
                    <a:gd name="connsiteX3" fmla="*/ 1642 w 3238"/>
                    <a:gd name="connsiteY3" fmla="*/ 0 h 2083"/>
                    <a:gd name="connsiteX4" fmla="*/ 3238 w 3238"/>
                    <a:gd name="connsiteY4" fmla="*/ 1020 h 2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38" h="2083">
                      <a:moveTo>
                        <a:pt x="3238" y="1020"/>
                      </a:moveTo>
                      <a:cubicBezTo>
                        <a:pt x="3238" y="1596"/>
                        <a:pt x="2484" y="2039"/>
                        <a:pt x="1598" y="2084"/>
                      </a:cubicBezTo>
                      <a:cubicBezTo>
                        <a:pt x="667" y="2084"/>
                        <a:pt x="-42" y="1640"/>
                        <a:pt x="2" y="1064"/>
                      </a:cubicBezTo>
                      <a:cubicBezTo>
                        <a:pt x="2" y="488"/>
                        <a:pt x="756" y="44"/>
                        <a:pt x="1642" y="0"/>
                      </a:cubicBezTo>
                      <a:cubicBezTo>
                        <a:pt x="2529" y="0"/>
                        <a:pt x="3238" y="443"/>
                        <a:pt x="3238" y="10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03" name="Forme libre : forme 25002">
                  <a:extLst>
                    <a:ext uri="{FF2B5EF4-FFF2-40B4-BE49-F238E27FC236}">
                      <a16:creationId xmlns:a16="http://schemas.microsoft.com/office/drawing/2014/main" id="{15988489-C0C1-4F63-A9F7-F5F652EC0FD1}"/>
                    </a:ext>
                  </a:extLst>
                </p:cNvPr>
                <p:cNvSpPr/>
                <p:nvPr/>
              </p:nvSpPr>
              <p:spPr>
                <a:xfrm>
                  <a:off x="5689109" y="1474341"/>
                  <a:ext cx="26602" cy="18094"/>
                </a:xfrm>
                <a:custGeom>
                  <a:avLst/>
                  <a:gdLst>
                    <a:gd name="connsiteX0" fmla="*/ 23117 w 26602"/>
                    <a:gd name="connsiteY0" fmla="*/ 6402 h 18094"/>
                    <a:gd name="connsiteX1" fmla="*/ 26575 w 26602"/>
                    <a:gd name="connsiteY1" fmla="*/ 15046 h 18094"/>
                    <a:gd name="connsiteX2" fmla="*/ 24580 w 26602"/>
                    <a:gd name="connsiteY2" fmla="*/ 18017 h 18094"/>
                    <a:gd name="connsiteX3" fmla="*/ 20768 w 26602"/>
                    <a:gd name="connsiteY3" fmla="*/ 16598 h 18094"/>
                    <a:gd name="connsiteX4" fmla="*/ 13320 w 26602"/>
                    <a:gd name="connsiteY4" fmla="*/ 8618 h 18094"/>
                    <a:gd name="connsiteX5" fmla="*/ 9907 w 26602"/>
                    <a:gd name="connsiteY5" fmla="*/ 7466 h 18094"/>
                    <a:gd name="connsiteX6" fmla="*/ 4853 w 26602"/>
                    <a:gd name="connsiteY6" fmla="*/ 5559 h 18094"/>
                    <a:gd name="connsiteX7" fmla="*/ 420 w 26602"/>
                    <a:gd name="connsiteY7" fmla="*/ 1215 h 18094"/>
                    <a:gd name="connsiteX8" fmla="*/ 8399 w 26602"/>
                    <a:gd name="connsiteY8" fmla="*/ 240 h 18094"/>
                    <a:gd name="connsiteX9" fmla="*/ 16379 w 26602"/>
                    <a:gd name="connsiteY9" fmla="*/ 1791 h 18094"/>
                    <a:gd name="connsiteX10" fmla="*/ 23117 w 26602"/>
                    <a:gd name="connsiteY10" fmla="*/ 6402 h 18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602" h="18094">
                      <a:moveTo>
                        <a:pt x="23117" y="6402"/>
                      </a:moveTo>
                      <a:cubicBezTo>
                        <a:pt x="25290" y="9017"/>
                        <a:pt x="26221" y="11988"/>
                        <a:pt x="26575" y="15046"/>
                      </a:cubicBezTo>
                      <a:cubicBezTo>
                        <a:pt x="26708" y="16199"/>
                        <a:pt x="26398" y="17662"/>
                        <a:pt x="24580" y="18017"/>
                      </a:cubicBezTo>
                      <a:cubicBezTo>
                        <a:pt x="22940" y="18371"/>
                        <a:pt x="21566" y="17440"/>
                        <a:pt x="20768" y="16598"/>
                      </a:cubicBezTo>
                      <a:cubicBezTo>
                        <a:pt x="18330" y="13982"/>
                        <a:pt x="17000" y="10702"/>
                        <a:pt x="13320" y="8618"/>
                      </a:cubicBezTo>
                      <a:cubicBezTo>
                        <a:pt x="12744" y="8308"/>
                        <a:pt x="11458" y="7909"/>
                        <a:pt x="9907" y="7466"/>
                      </a:cubicBezTo>
                      <a:cubicBezTo>
                        <a:pt x="8355" y="7022"/>
                        <a:pt x="6493" y="6225"/>
                        <a:pt x="4853" y="5559"/>
                      </a:cubicBezTo>
                      <a:cubicBezTo>
                        <a:pt x="1528" y="4141"/>
                        <a:pt x="-1043" y="2545"/>
                        <a:pt x="420" y="1215"/>
                      </a:cubicBezTo>
                      <a:cubicBezTo>
                        <a:pt x="1883" y="-115"/>
                        <a:pt x="5119" y="-203"/>
                        <a:pt x="8399" y="240"/>
                      </a:cubicBezTo>
                      <a:cubicBezTo>
                        <a:pt x="11636" y="550"/>
                        <a:pt x="14783" y="1126"/>
                        <a:pt x="16379" y="1791"/>
                      </a:cubicBezTo>
                      <a:cubicBezTo>
                        <a:pt x="19172" y="2811"/>
                        <a:pt x="21522" y="4451"/>
                        <a:pt x="23117" y="640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31" name="Graphique 2">
                <a:extLst>
                  <a:ext uri="{FF2B5EF4-FFF2-40B4-BE49-F238E27FC236}">
                    <a16:creationId xmlns:a16="http://schemas.microsoft.com/office/drawing/2014/main" id="{354E2F83-5399-4D48-B0A0-5633C42F4891}"/>
                  </a:ext>
                </a:extLst>
              </p:cNvPr>
              <p:cNvGrpSpPr/>
              <p:nvPr/>
            </p:nvGrpSpPr>
            <p:grpSpPr>
              <a:xfrm>
                <a:off x="5719664" y="1447621"/>
                <a:ext cx="66951" cy="54483"/>
                <a:chOff x="5719664" y="1447621"/>
                <a:chExt cx="66951" cy="54483"/>
              </a:xfrm>
              <a:solidFill>
                <a:schemeClr val="accent1"/>
              </a:solidFill>
            </p:grpSpPr>
            <p:sp>
              <p:nvSpPr>
                <p:cNvPr id="24980" name="Forme libre : forme 24979">
                  <a:extLst>
                    <a:ext uri="{FF2B5EF4-FFF2-40B4-BE49-F238E27FC236}">
                      <a16:creationId xmlns:a16="http://schemas.microsoft.com/office/drawing/2014/main" id="{7E8EF417-6F6A-472A-89A0-6AC5E418F949}"/>
                    </a:ext>
                  </a:extLst>
                </p:cNvPr>
                <p:cNvSpPr/>
                <p:nvPr/>
              </p:nvSpPr>
              <p:spPr>
                <a:xfrm>
                  <a:off x="5719664" y="1447621"/>
                  <a:ext cx="66882" cy="54483"/>
                </a:xfrm>
                <a:custGeom>
                  <a:avLst/>
                  <a:gdLst>
                    <a:gd name="connsiteX0" fmla="*/ 55468 w 66882"/>
                    <a:gd name="connsiteY0" fmla="*/ 35427 h 54483"/>
                    <a:gd name="connsiteX1" fmla="*/ 49572 w 66882"/>
                    <a:gd name="connsiteY1" fmla="*/ 39815 h 54483"/>
                    <a:gd name="connsiteX2" fmla="*/ 43366 w 66882"/>
                    <a:gd name="connsiteY2" fmla="*/ 43938 h 54483"/>
                    <a:gd name="connsiteX3" fmla="*/ 30022 w 66882"/>
                    <a:gd name="connsiteY3" fmla="*/ 51209 h 54483"/>
                    <a:gd name="connsiteX4" fmla="*/ 20270 w 66882"/>
                    <a:gd name="connsiteY4" fmla="*/ 54179 h 54483"/>
                    <a:gd name="connsiteX5" fmla="*/ 11536 w 66882"/>
                    <a:gd name="connsiteY5" fmla="*/ 53957 h 54483"/>
                    <a:gd name="connsiteX6" fmla="*/ 2271 w 66882"/>
                    <a:gd name="connsiteY6" fmla="*/ 46376 h 54483"/>
                    <a:gd name="connsiteX7" fmla="*/ 188 w 66882"/>
                    <a:gd name="connsiteY7" fmla="*/ 36225 h 54483"/>
                    <a:gd name="connsiteX8" fmla="*/ 3557 w 66882"/>
                    <a:gd name="connsiteY8" fmla="*/ 25541 h 54483"/>
                    <a:gd name="connsiteX9" fmla="*/ 8256 w 66882"/>
                    <a:gd name="connsiteY9" fmla="*/ 21063 h 54483"/>
                    <a:gd name="connsiteX10" fmla="*/ 14374 w 66882"/>
                    <a:gd name="connsiteY10" fmla="*/ 17473 h 54483"/>
                    <a:gd name="connsiteX11" fmla="*/ 23993 w 66882"/>
                    <a:gd name="connsiteY11" fmla="*/ 12508 h 54483"/>
                    <a:gd name="connsiteX12" fmla="*/ 28692 w 66882"/>
                    <a:gd name="connsiteY12" fmla="*/ 9537 h 54483"/>
                    <a:gd name="connsiteX13" fmla="*/ 33303 w 66882"/>
                    <a:gd name="connsiteY13" fmla="*/ 6257 h 54483"/>
                    <a:gd name="connsiteX14" fmla="*/ 39997 w 66882"/>
                    <a:gd name="connsiteY14" fmla="*/ 2356 h 54483"/>
                    <a:gd name="connsiteX15" fmla="*/ 46735 w 66882"/>
                    <a:gd name="connsiteY15" fmla="*/ 272 h 54483"/>
                    <a:gd name="connsiteX16" fmla="*/ 57640 w 66882"/>
                    <a:gd name="connsiteY16" fmla="*/ 2799 h 54483"/>
                    <a:gd name="connsiteX17" fmla="*/ 64556 w 66882"/>
                    <a:gd name="connsiteY17" fmla="*/ 9981 h 54483"/>
                    <a:gd name="connsiteX18" fmla="*/ 65975 w 66882"/>
                    <a:gd name="connsiteY18" fmla="*/ 21418 h 54483"/>
                    <a:gd name="connsiteX19" fmla="*/ 62162 w 66882"/>
                    <a:gd name="connsiteY19" fmla="*/ 28644 h 54483"/>
                    <a:gd name="connsiteX20" fmla="*/ 55468 w 66882"/>
                    <a:gd name="connsiteY20" fmla="*/ 35427 h 54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6882" h="54483">
                      <a:moveTo>
                        <a:pt x="55468" y="35427"/>
                      </a:moveTo>
                      <a:cubicBezTo>
                        <a:pt x="53518" y="36890"/>
                        <a:pt x="51567" y="38397"/>
                        <a:pt x="49572" y="39815"/>
                      </a:cubicBezTo>
                      <a:lnTo>
                        <a:pt x="43366" y="43938"/>
                      </a:lnTo>
                      <a:cubicBezTo>
                        <a:pt x="39066" y="46509"/>
                        <a:pt x="34721" y="49081"/>
                        <a:pt x="30022" y="51209"/>
                      </a:cubicBezTo>
                      <a:cubicBezTo>
                        <a:pt x="26831" y="52849"/>
                        <a:pt x="23417" y="53691"/>
                        <a:pt x="20270" y="54179"/>
                      </a:cubicBezTo>
                      <a:cubicBezTo>
                        <a:pt x="17166" y="54711"/>
                        <a:pt x="14108" y="54489"/>
                        <a:pt x="11536" y="53957"/>
                      </a:cubicBezTo>
                      <a:cubicBezTo>
                        <a:pt x="6394" y="52982"/>
                        <a:pt x="3025" y="50012"/>
                        <a:pt x="2271" y="46376"/>
                      </a:cubicBezTo>
                      <a:lnTo>
                        <a:pt x="188" y="36225"/>
                      </a:lnTo>
                      <a:cubicBezTo>
                        <a:pt x="-566" y="32545"/>
                        <a:pt x="1030" y="28910"/>
                        <a:pt x="3557" y="25541"/>
                      </a:cubicBezTo>
                      <a:cubicBezTo>
                        <a:pt x="4842" y="23901"/>
                        <a:pt x="6483" y="22526"/>
                        <a:pt x="8256" y="21063"/>
                      </a:cubicBezTo>
                      <a:cubicBezTo>
                        <a:pt x="10073" y="19689"/>
                        <a:pt x="12157" y="18581"/>
                        <a:pt x="14374" y="17473"/>
                      </a:cubicBezTo>
                      <a:cubicBezTo>
                        <a:pt x="17654" y="16098"/>
                        <a:pt x="20801" y="14281"/>
                        <a:pt x="23993" y="12508"/>
                      </a:cubicBezTo>
                      <a:lnTo>
                        <a:pt x="28692" y="9537"/>
                      </a:lnTo>
                      <a:lnTo>
                        <a:pt x="33303" y="6257"/>
                      </a:lnTo>
                      <a:cubicBezTo>
                        <a:pt x="35475" y="4750"/>
                        <a:pt x="37692" y="3287"/>
                        <a:pt x="39997" y="2356"/>
                      </a:cubicBezTo>
                      <a:cubicBezTo>
                        <a:pt x="42258" y="1380"/>
                        <a:pt x="44563" y="583"/>
                        <a:pt x="46735" y="272"/>
                      </a:cubicBezTo>
                      <a:cubicBezTo>
                        <a:pt x="51124" y="-437"/>
                        <a:pt x="55114" y="184"/>
                        <a:pt x="57640" y="2799"/>
                      </a:cubicBezTo>
                      <a:lnTo>
                        <a:pt x="64556" y="9981"/>
                      </a:lnTo>
                      <a:cubicBezTo>
                        <a:pt x="67039" y="12552"/>
                        <a:pt x="67571" y="16763"/>
                        <a:pt x="65975" y="21418"/>
                      </a:cubicBezTo>
                      <a:cubicBezTo>
                        <a:pt x="65177" y="23723"/>
                        <a:pt x="63936" y="26250"/>
                        <a:pt x="62162" y="28644"/>
                      </a:cubicBezTo>
                      <a:cubicBezTo>
                        <a:pt x="60389" y="30949"/>
                        <a:pt x="58217" y="33387"/>
                        <a:pt x="55468" y="35427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81" name="Forme libre : forme 24980">
                  <a:extLst>
                    <a:ext uri="{FF2B5EF4-FFF2-40B4-BE49-F238E27FC236}">
                      <a16:creationId xmlns:a16="http://schemas.microsoft.com/office/drawing/2014/main" id="{B1264C24-2D52-44FE-94DB-36A7A4491558}"/>
                    </a:ext>
                  </a:extLst>
                </p:cNvPr>
                <p:cNvSpPr/>
                <p:nvPr/>
              </p:nvSpPr>
              <p:spPr>
                <a:xfrm>
                  <a:off x="5721048" y="1457336"/>
                  <a:ext cx="65566" cy="44769"/>
                </a:xfrm>
                <a:custGeom>
                  <a:avLst/>
                  <a:gdLst>
                    <a:gd name="connsiteX0" fmla="*/ 27884 w 65566"/>
                    <a:gd name="connsiteY0" fmla="*/ 28283 h 44769"/>
                    <a:gd name="connsiteX1" fmla="*/ 20702 w 65566"/>
                    <a:gd name="connsiteY1" fmla="*/ 32317 h 44769"/>
                    <a:gd name="connsiteX2" fmla="*/ 13078 w 65566"/>
                    <a:gd name="connsiteY2" fmla="*/ 34356 h 44769"/>
                    <a:gd name="connsiteX3" fmla="*/ 0 w 65566"/>
                    <a:gd name="connsiteY3" fmla="*/ 32273 h 44769"/>
                    <a:gd name="connsiteX4" fmla="*/ 931 w 65566"/>
                    <a:gd name="connsiteY4" fmla="*/ 36662 h 44769"/>
                    <a:gd name="connsiteX5" fmla="*/ 10196 w 65566"/>
                    <a:gd name="connsiteY5" fmla="*/ 44242 h 44769"/>
                    <a:gd name="connsiteX6" fmla="*/ 18929 w 65566"/>
                    <a:gd name="connsiteY6" fmla="*/ 44464 h 44769"/>
                    <a:gd name="connsiteX7" fmla="*/ 28682 w 65566"/>
                    <a:gd name="connsiteY7" fmla="*/ 41494 h 44769"/>
                    <a:gd name="connsiteX8" fmla="*/ 42026 w 65566"/>
                    <a:gd name="connsiteY8" fmla="*/ 34224 h 44769"/>
                    <a:gd name="connsiteX9" fmla="*/ 48232 w 65566"/>
                    <a:gd name="connsiteY9" fmla="*/ 30101 h 44769"/>
                    <a:gd name="connsiteX10" fmla="*/ 54128 w 65566"/>
                    <a:gd name="connsiteY10" fmla="*/ 25712 h 44769"/>
                    <a:gd name="connsiteX11" fmla="*/ 60866 w 65566"/>
                    <a:gd name="connsiteY11" fmla="*/ 18885 h 44769"/>
                    <a:gd name="connsiteX12" fmla="*/ 64679 w 65566"/>
                    <a:gd name="connsiteY12" fmla="*/ 11659 h 44769"/>
                    <a:gd name="connsiteX13" fmla="*/ 63260 w 65566"/>
                    <a:gd name="connsiteY13" fmla="*/ 222 h 44769"/>
                    <a:gd name="connsiteX14" fmla="*/ 63039 w 65566"/>
                    <a:gd name="connsiteY14" fmla="*/ 0 h 44769"/>
                    <a:gd name="connsiteX15" fmla="*/ 46237 w 65566"/>
                    <a:gd name="connsiteY15" fmla="*/ 14851 h 44769"/>
                    <a:gd name="connsiteX16" fmla="*/ 37194 w 65566"/>
                    <a:gd name="connsiteY16" fmla="*/ 21501 h 44769"/>
                    <a:gd name="connsiteX17" fmla="*/ 27884 w 65566"/>
                    <a:gd name="connsiteY17" fmla="*/ 28283 h 44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6" h="44769">
                      <a:moveTo>
                        <a:pt x="27884" y="28283"/>
                      </a:moveTo>
                      <a:cubicBezTo>
                        <a:pt x="25623" y="29835"/>
                        <a:pt x="23141" y="31165"/>
                        <a:pt x="20702" y="32317"/>
                      </a:cubicBezTo>
                      <a:cubicBezTo>
                        <a:pt x="18176" y="33293"/>
                        <a:pt x="15560" y="33958"/>
                        <a:pt x="13078" y="34356"/>
                      </a:cubicBezTo>
                      <a:cubicBezTo>
                        <a:pt x="7980" y="34888"/>
                        <a:pt x="3369" y="34401"/>
                        <a:pt x="0" y="32273"/>
                      </a:cubicBezTo>
                      <a:lnTo>
                        <a:pt x="931" y="36662"/>
                      </a:lnTo>
                      <a:cubicBezTo>
                        <a:pt x="1684" y="40297"/>
                        <a:pt x="5054" y="43267"/>
                        <a:pt x="10196" y="44242"/>
                      </a:cubicBezTo>
                      <a:cubicBezTo>
                        <a:pt x="12767" y="44774"/>
                        <a:pt x="15782" y="44996"/>
                        <a:pt x="18929" y="44464"/>
                      </a:cubicBezTo>
                      <a:cubicBezTo>
                        <a:pt x="22077" y="43976"/>
                        <a:pt x="25490" y="43134"/>
                        <a:pt x="28682" y="41494"/>
                      </a:cubicBezTo>
                      <a:cubicBezTo>
                        <a:pt x="33381" y="39366"/>
                        <a:pt x="37726" y="36795"/>
                        <a:pt x="42026" y="34224"/>
                      </a:cubicBezTo>
                      <a:lnTo>
                        <a:pt x="48232" y="30101"/>
                      </a:lnTo>
                      <a:cubicBezTo>
                        <a:pt x="50227" y="28682"/>
                        <a:pt x="52177" y="27175"/>
                        <a:pt x="54128" y="25712"/>
                      </a:cubicBezTo>
                      <a:cubicBezTo>
                        <a:pt x="56921" y="23673"/>
                        <a:pt x="59049" y="21235"/>
                        <a:pt x="60866" y="18885"/>
                      </a:cubicBezTo>
                      <a:cubicBezTo>
                        <a:pt x="62640" y="16491"/>
                        <a:pt x="63881" y="14009"/>
                        <a:pt x="64679" y="11659"/>
                      </a:cubicBezTo>
                      <a:cubicBezTo>
                        <a:pt x="66230" y="7004"/>
                        <a:pt x="65743" y="2793"/>
                        <a:pt x="63260" y="222"/>
                      </a:cubicBezTo>
                      <a:lnTo>
                        <a:pt x="63039" y="0"/>
                      </a:lnTo>
                      <a:cubicBezTo>
                        <a:pt x="57896" y="5586"/>
                        <a:pt x="52089" y="10285"/>
                        <a:pt x="46237" y="14851"/>
                      </a:cubicBezTo>
                      <a:cubicBezTo>
                        <a:pt x="43267" y="17112"/>
                        <a:pt x="40297" y="19328"/>
                        <a:pt x="37194" y="21501"/>
                      </a:cubicBezTo>
                      <a:cubicBezTo>
                        <a:pt x="34179" y="23806"/>
                        <a:pt x="30943" y="25801"/>
                        <a:pt x="27884" y="28283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82" name="Forme libre : forme 24981">
                  <a:extLst>
                    <a:ext uri="{FF2B5EF4-FFF2-40B4-BE49-F238E27FC236}">
                      <a16:creationId xmlns:a16="http://schemas.microsoft.com/office/drawing/2014/main" id="{209229A3-206A-418A-8072-D774F1EAF23B}"/>
                    </a:ext>
                  </a:extLst>
                </p:cNvPr>
                <p:cNvSpPr/>
                <p:nvPr/>
              </p:nvSpPr>
              <p:spPr>
                <a:xfrm>
                  <a:off x="5743425" y="1462983"/>
                  <a:ext cx="27906" cy="21368"/>
                </a:xfrm>
                <a:custGeom>
                  <a:avLst/>
                  <a:gdLst>
                    <a:gd name="connsiteX0" fmla="*/ 27141 w 27906"/>
                    <a:gd name="connsiteY0" fmla="*/ 1313 h 21368"/>
                    <a:gd name="connsiteX1" fmla="*/ 26520 w 27906"/>
                    <a:gd name="connsiteY1" fmla="*/ 8140 h 21368"/>
                    <a:gd name="connsiteX2" fmla="*/ 23195 w 27906"/>
                    <a:gd name="connsiteY2" fmla="*/ 12528 h 21368"/>
                    <a:gd name="connsiteX3" fmla="*/ 18141 w 27906"/>
                    <a:gd name="connsiteY3" fmla="*/ 16784 h 21368"/>
                    <a:gd name="connsiteX4" fmla="*/ 6881 w 27906"/>
                    <a:gd name="connsiteY4" fmla="*/ 21261 h 21368"/>
                    <a:gd name="connsiteX5" fmla="*/ 320 w 27906"/>
                    <a:gd name="connsiteY5" fmla="*/ 19045 h 21368"/>
                    <a:gd name="connsiteX6" fmla="*/ 2182 w 27906"/>
                    <a:gd name="connsiteY6" fmla="*/ 12528 h 21368"/>
                    <a:gd name="connsiteX7" fmla="*/ 10428 w 27906"/>
                    <a:gd name="connsiteY7" fmla="*/ 5214 h 21368"/>
                    <a:gd name="connsiteX8" fmla="*/ 15615 w 27906"/>
                    <a:gd name="connsiteY8" fmla="*/ 2243 h 21368"/>
                    <a:gd name="connsiteX9" fmla="*/ 20447 w 27906"/>
                    <a:gd name="connsiteY9" fmla="*/ 470 h 21368"/>
                    <a:gd name="connsiteX10" fmla="*/ 27141 w 27906"/>
                    <a:gd name="connsiteY10" fmla="*/ 1313 h 21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906" h="21368">
                      <a:moveTo>
                        <a:pt x="27141" y="1313"/>
                      </a:moveTo>
                      <a:cubicBezTo>
                        <a:pt x="28382" y="2776"/>
                        <a:pt x="28072" y="5258"/>
                        <a:pt x="26520" y="8140"/>
                      </a:cubicBezTo>
                      <a:cubicBezTo>
                        <a:pt x="25766" y="9602"/>
                        <a:pt x="24569" y="11021"/>
                        <a:pt x="23195" y="12528"/>
                      </a:cubicBezTo>
                      <a:cubicBezTo>
                        <a:pt x="21777" y="13991"/>
                        <a:pt x="20136" y="15543"/>
                        <a:pt x="18141" y="16784"/>
                      </a:cubicBezTo>
                      <a:cubicBezTo>
                        <a:pt x="14285" y="19444"/>
                        <a:pt x="10118" y="20907"/>
                        <a:pt x="6881" y="21261"/>
                      </a:cubicBezTo>
                      <a:cubicBezTo>
                        <a:pt x="3645" y="21705"/>
                        <a:pt x="1118" y="20729"/>
                        <a:pt x="320" y="19045"/>
                      </a:cubicBezTo>
                      <a:cubicBezTo>
                        <a:pt x="-522" y="17227"/>
                        <a:pt x="365" y="15100"/>
                        <a:pt x="2182" y="12528"/>
                      </a:cubicBezTo>
                      <a:cubicBezTo>
                        <a:pt x="4044" y="10090"/>
                        <a:pt x="6926" y="7563"/>
                        <a:pt x="10428" y="5214"/>
                      </a:cubicBezTo>
                      <a:cubicBezTo>
                        <a:pt x="12201" y="4105"/>
                        <a:pt x="13930" y="3041"/>
                        <a:pt x="15615" y="2243"/>
                      </a:cubicBezTo>
                      <a:cubicBezTo>
                        <a:pt x="17299" y="1401"/>
                        <a:pt x="18984" y="914"/>
                        <a:pt x="20447" y="470"/>
                      </a:cubicBezTo>
                      <a:cubicBezTo>
                        <a:pt x="23417" y="-328"/>
                        <a:pt x="25944" y="-150"/>
                        <a:pt x="27141" y="131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83" name="Forme libre : forme 24982">
                  <a:extLst>
                    <a:ext uri="{FF2B5EF4-FFF2-40B4-BE49-F238E27FC236}">
                      <a16:creationId xmlns:a16="http://schemas.microsoft.com/office/drawing/2014/main" id="{F67B3056-EE16-477A-8ADB-60A59CA433E9}"/>
                    </a:ext>
                  </a:extLst>
                </p:cNvPr>
                <p:cNvSpPr/>
                <p:nvPr/>
              </p:nvSpPr>
              <p:spPr>
                <a:xfrm>
                  <a:off x="5743386" y="1473649"/>
                  <a:ext cx="23899" cy="10657"/>
                </a:xfrm>
                <a:custGeom>
                  <a:avLst/>
                  <a:gdLst>
                    <a:gd name="connsiteX0" fmla="*/ 3773 w 23899"/>
                    <a:gd name="connsiteY0" fmla="*/ 0 h 10657"/>
                    <a:gd name="connsiteX1" fmla="*/ 581 w 23899"/>
                    <a:gd name="connsiteY1" fmla="*/ 4522 h 10657"/>
                    <a:gd name="connsiteX2" fmla="*/ 315 w 23899"/>
                    <a:gd name="connsiteY2" fmla="*/ 8334 h 10657"/>
                    <a:gd name="connsiteX3" fmla="*/ 6876 w 23899"/>
                    <a:gd name="connsiteY3" fmla="*/ 10551 h 10657"/>
                    <a:gd name="connsiteX4" fmla="*/ 18136 w 23899"/>
                    <a:gd name="connsiteY4" fmla="*/ 6073 h 10657"/>
                    <a:gd name="connsiteX5" fmla="*/ 23899 w 23899"/>
                    <a:gd name="connsiteY5" fmla="*/ 1064 h 10657"/>
                    <a:gd name="connsiteX6" fmla="*/ 20264 w 23899"/>
                    <a:gd name="connsiteY6" fmla="*/ 3147 h 10657"/>
                    <a:gd name="connsiteX7" fmla="*/ 9935 w 23899"/>
                    <a:gd name="connsiteY7" fmla="*/ 4211 h 10657"/>
                    <a:gd name="connsiteX8" fmla="*/ 3773 w 23899"/>
                    <a:gd name="connsiteY8" fmla="*/ 0 h 10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899" h="10657">
                      <a:moveTo>
                        <a:pt x="3773" y="0"/>
                      </a:moveTo>
                      <a:cubicBezTo>
                        <a:pt x="2310" y="1507"/>
                        <a:pt x="1246" y="3192"/>
                        <a:pt x="581" y="4522"/>
                      </a:cubicBezTo>
                      <a:cubicBezTo>
                        <a:pt x="-40" y="5896"/>
                        <a:pt x="-217" y="7226"/>
                        <a:pt x="315" y="8334"/>
                      </a:cubicBezTo>
                      <a:cubicBezTo>
                        <a:pt x="1113" y="10019"/>
                        <a:pt x="3640" y="10994"/>
                        <a:pt x="6876" y="10551"/>
                      </a:cubicBezTo>
                      <a:cubicBezTo>
                        <a:pt x="10156" y="10196"/>
                        <a:pt x="14279" y="8733"/>
                        <a:pt x="18136" y="6073"/>
                      </a:cubicBezTo>
                      <a:cubicBezTo>
                        <a:pt x="20485" y="4610"/>
                        <a:pt x="22303" y="2793"/>
                        <a:pt x="23899" y="1064"/>
                      </a:cubicBezTo>
                      <a:cubicBezTo>
                        <a:pt x="22746" y="1862"/>
                        <a:pt x="21550" y="2571"/>
                        <a:pt x="20264" y="3147"/>
                      </a:cubicBezTo>
                      <a:cubicBezTo>
                        <a:pt x="16584" y="4389"/>
                        <a:pt x="12861" y="4743"/>
                        <a:pt x="9935" y="4211"/>
                      </a:cubicBezTo>
                      <a:cubicBezTo>
                        <a:pt x="6965" y="3635"/>
                        <a:pt x="4704" y="2172"/>
                        <a:pt x="3773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84" name="Forme libre : forme 24983">
                  <a:extLst>
                    <a:ext uri="{FF2B5EF4-FFF2-40B4-BE49-F238E27FC236}">
                      <a16:creationId xmlns:a16="http://schemas.microsoft.com/office/drawing/2014/main" id="{5F95B92A-F5AF-4AEF-BB56-A3DA2F6C1F69}"/>
                    </a:ext>
                  </a:extLst>
                </p:cNvPr>
                <p:cNvSpPr/>
                <p:nvPr/>
              </p:nvSpPr>
              <p:spPr>
                <a:xfrm>
                  <a:off x="5745583" y="1463126"/>
                  <a:ext cx="28009" cy="21730"/>
                </a:xfrm>
                <a:custGeom>
                  <a:avLst/>
                  <a:gdLst>
                    <a:gd name="connsiteX0" fmla="*/ 27244 w 28009"/>
                    <a:gd name="connsiteY0" fmla="*/ 1302 h 21730"/>
                    <a:gd name="connsiteX1" fmla="*/ 26623 w 28009"/>
                    <a:gd name="connsiteY1" fmla="*/ 8129 h 21730"/>
                    <a:gd name="connsiteX2" fmla="*/ 23343 w 28009"/>
                    <a:gd name="connsiteY2" fmla="*/ 12607 h 21730"/>
                    <a:gd name="connsiteX3" fmla="*/ 18289 w 28009"/>
                    <a:gd name="connsiteY3" fmla="*/ 16951 h 21730"/>
                    <a:gd name="connsiteX4" fmla="*/ 6940 w 28009"/>
                    <a:gd name="connsiteY4" fmla="*/ 21606 h 21730"/>
                    <a:gd name="connsiteX5" fmla="*/ 335 w 28009"/>
                    <a:gd name="connsiteY5" fmla="*/ 19567 h 21730"/>
                    <a:gd name="connsiteX6" fmla="*/ 2152 w 28009"/>
                    <a:gd name="connsiteY6" fmla="*/ 12961 h 21730"/>
                    <a:gd name="connsiteX7" fmla="*/ 10442 w 28009"/>
                    <a:gd name="connsiteY7" fmla="*/ 5470 h 21730"/>
                    <a:gd name="connsiteX8" fmla="*/ 15673 w 28009"/>
                    <a:gd name="connsiteY8" fmla="*/ 2366 h 21730"/>
                    <a:gd name="connsiteX9" fmla="*/ 20505 w 28009"/>
                    <a:gd name="connsiteY9" fmla="*/ 504 h 21730"/>
                    <a:gd name="connsiteX10" fmla="*/ 27244 w 28009"/>
                    <a:gd name="connsiteY10" fmla="*/ 1302 h 21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009" h="21730">
                      <a:moveTo>
                        <a:pt x="27244" y="1302"/>
                      </a:moveTo>
                      <a:cubicBezTo>
                        <a:pt x="28485" y="2765"/>
                        <a:pt x="28175" y="5248"/>
                        <a:pt x="26623" y="8129"/>
                      </a:cubicBezTo>
                      <a:cubicBezTo>
                        <a:pt x="25870" y="9592"/>
                        <a:pt x="24761" y="11144"/>
                        <a:pt x="23343" y="12607"/>
                      </a:cubicBezTo>
                      <a:cubicBezTo>
                        <a:pt x="21924" y="14070"/>
                        <a:pt x="20284" y="15621"/>
                        <a:pt x="18289" y="16951"/>
                      </a:cubicBezTo>
                      <a:cubicBezTo>
                        <a:pt x="14343" y="19611"/>
                        <a:pt x="10309" y="21251"/>
                        <a:pt x="6940" y="21606"/>
                      </a:cubicBezTo>
                      <a:cubicBezTo>
                        <a:pt x="3660" y="22049"/>
                        <a:pt x="1177" y="21296"/>
                        <a:pt x="335" y="19567"/>
                      </a:cubicBezTo>
                      <a:cubicBezTo>
                        <a:pt x="-507" y="17882"/>
                        <a:pt x="291" y="15488"/>
                        <a:pt x="2152" y="12961"/>
                      </a:cubicBezTo>
                      <a:cubicBezTo>
                        <a:pt x="4059" y="10568"/>
                        <a:pt x="6896" y="7819"/>
                        <a:pt x="10442" y="5470"/>
                      </a:cubicBezTo>
                      <a:cubicBezTo>
                        <a:pt x="12216" y="4273"/>
                        <a:pt x="13945" y="3164"/>
                        <a:pt x="15673" y="2366"/>
                      </a:cubicBezTo>
                      <a:cubicBezTo>
                        <a:pt x="17402" y="1568"/>
                        <a:pt x="19043" y="903"/>
                        <a:pt x="20505" y="504"/>
                      </a:cubicBezTo>
                      <a:cubicBezTo>
                        <a:pt x="23476" y="-338"/>
                        <a:pt x="26003" y="-160"/>
                        <a:pt x="27244" y="130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85" name="Forme libre : forme 24984">
                  <a:extLst>
                    <a:ext uri="{FF2B5EF4-FFF2-40B4-BE49-F238E27FC236}">
                      <a16:creationId xmlns:a16="http://schemas.microsoft.com/office/drawing/2014/main" id="{7CE84C29-1A5C-4A30-8468-EF5A57204195}"/>
                    </a:ext>
                  </a:extLst>
                </p:cNvPr>
                <p:cNvSpPr/>
                <p:nvPr/>
              </p:nvSpPr>
              <p:spPr>
                <a:xfrm>
                  <a:off x="5729009" y="1473673"/>
                  <a:ext cx="42759" cy="22062"/>
                </a:xfrm>
                <a:custGeom>
                  <a:avLst/>
                  <a:gdLst>
                    <a:gd name="connsiteX0" fmla="*/ 2369 w 42759"/>
                    <a:gd name="connsiteY0" fmla="*/ 14384 h 22062"/>
                    <a:gd name="connsiteX1" fmla="*/ 5516 w 42759"/>
                    <a:gd name="connsiteY1" fmla="*/ 20236 h 22062"/>
                    <a:gd name="connsiteX2" fmla="*/ 13850 w 42759"/>
                    <a:gd name="connsiteY2" fmla="*/ 22053 h 22062"/>
                    <a:gd name="connsiteX3" fmla="*/ 24756 w 42759"/>
                    <a:gd name="connsiteY3" fmla="*/ 19482 h 22062"/>
                    <a:gd name="connsiteX4" fmla="*/ 40183 w 42759"/>
                    <a:gd name="connsiteY4" fmla="*/ 8666 h 22062"/>
                    <a:gd name="connsiteX5" fmla="*/ 41114 w 42759"/>
                    <a:gd name="connsiteY5" fmla="*/ 198 h 22062"/>
                    <a:gd name="connsiteX6" fmla="*/ 34464 w 42759"/>
                    <a:gd name="connsiteY6" fmla="*/ 1085 h 22062"/>
                    <a:gd name="connsiteX7" fmla="*/ 18727 w 42759"/>
                    <a:gd name="connsiteY7" fmla="*/ 1972 h 22062"/>
                    <a:gd name="connsiteX8" fmla="*/ 10703 w 42759"/>
                    <a:gd name="connsiteY8" fmla="*/ 331 h 22062"/>
                    <a:gd name="connsiteX9" fmla="*/ 2147 w 42759"/>
                    <a:gd name="connsiteY9" fmla="*/ 1794 h 22062"/>
                    <a:gd name="connsiteX10" fmla="*/ 2369 w 42759"/>
                    <a:gd name="connsiteY10" fmla="*/ 14384 h 22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759" h="22062">
                      <a:moveTo>
                        <a:pt x="2369" y="14384"/>
                      </a:moveTo>
                      <a:cubicBezTo>
                        <a:pt x="2945" y="16512"/>
                        <a:pt x="3565" y="18773"/>
                        <a:pt x="5516" y="20236"/>
                      </a:cubicBezTo>
                      <a:cubicBezTo>
                        <a:pt x="7378" y="21610"/>
                        <a:pt x="10348" y="22142"/>
                        <a:pt x="13850" y="22053"/>
                      </a:cubicBezTo>
                      <a:cubicBezTo>
                        <a:pt x="17264" y="21876"/>
                        <a:pt x="21121" y="20857"/>
                        <a:pt x="24756" y="19482"/>
                      </a:cubicBezTo>
                      <a:cubicBezTo>
                        <a:pt x="30696" y="17088"/>
                        <a:pt x="36636" y="13320"/>
                        <a:pt x="40183" y="8666"/>
                      </a:cubicBezTo>
                      <a:cubicBezTo>
                        <a:pt x="42843" y="5208"/>
                        <a:pt x="43907" y="1085"/>
                        <a:pt x="41114" y="198"/>
                      </a:cubicBezTo>
                      <a:cubicBezTo>
                        <a:pt x="39385" y="-378"/>
                        <a:pt x="36814" y="420"/>
                        <a:pt x="34464" y="1085"/>
                      </a:cubicBezTo>
                      <a:cubicBezTo>
                        <a:pt x="28879" y="2459"/>
                        <a:pt x="23514" y="2858"/>
                        <a:pt x="18727" y="1972"/>
                      </a:cubicBezTo>
                      <a:cubicBezTo>
                        <a:pt x="16732" y="1661"/>
                        <a:pt x="13762" y="863"/>
                        <a:pt x="10703" y="331"/>
                      </a:cubicBezTo>
                      <a:cubicBezTo>
                        <a:pt x="7688" y="-68"/>
                        <a:pt x="4674" y="65"/>
                        <a:pt x="2147" y="1794"/>
                      </a:cubicBezTo>
                      <a:cubicBezTo>
                        <a:pt x="-2331" y="5163"/>
                        <a:pt x="1438" y="11370"/>
                        <a:pt x="2369" y="1438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86" name="Forme libre : forme 24985">
                  <a:extLst>
                    <a:ext uri="{FF2B5EF4-FFF2-40B4-BE49-F238E27FC236}">
                      <a16:creationId xmlns:a16="http://schemas.microsoft.com/office/drawing/2014/main" id="{B8A6334A-422F-4BBE-8B4A-DE3FEE65AC02}"/>
                    </a:ext>
                  </a:extLst>
                </p:cNvPr>
                <p:cNvSpPr/>
                <p:nvPr/>
              </p:nvSpPr>
              <p:spPr>
                <a:xfrm>
                  <a:off x="5735195" y="1470155"/>
                  <a:ext cx="9836" cy="10422"/>
                </a:xfrm>
                <a:custGeom>
                  <a:avLst/>
                  <a:gdLst>
                    <a:gd name="connsiteX0" fmla="*/ 217 w 9836"/>
                    <a:gd name="connsiteY0" fmla="*/ 7971 h 10422"/>
                    <a:gd name="connsiteX1" fmla="*/ 84 w 9836"/>
                    <a:gd name="connsiteY1" fmla="*/ 9612 h 10422"/>
                    <a:gd name="connsiteX2" fmla="*/ 1680 w 9836"/>
                    <a:gd name="connsiteY2" fmla="*/ 10410 h 10422"/>
                    <a:gd name="connsiteX3" fmla="*/ 3719 w 9836"/>
                    <a:gd name="connsiteY3" fmla="*/ 9434 h 10422"/>
                    <a:gd name="connsiteX4" fmla="*/ 8019 w 9836"/>
                    <a:gd name="connsiteY4" fmla="*/ 5844 h 10422"/>
                    <a:gd name="connsiteX5" fmla="*/ 9349 w 9836"/>
                    <a:gd name="connsiteY5" fmla="*/ 4115 h 10422"/>
                    <a:gd name="connsiteX6" fmla="*/ 5847 w 9836"/>
                    <a:gd name="connsiteY6" fmla="*/ 878 h 10422"/>
                    <a:gd name="connsiteX7" fmla="*/ 217 w 9836"/>
                    <a:gd name="connsiteY7" fmla="*/ 7971 h 10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836" h="10422">
                      <a:moveTo>
                        <a:pt x="217" y="7971"/>
                      </a:moveTo>
                      <a:cubicBezTo>
                        <a:pt x="39" y="8548"/>
                        <a:pt x="-94" y="9124"/>
                        <a:pt x="84" y="9612"/>
                      </a:cubicBezTo>
                      <a:cubicBezTo>
                        <a:pt x="305" y="10099"/>
                        <a:pt x="882" y="10498"/>
                        <a:pt x="1680" y="10410"/>
                      </a:cubicBezTo>
                      <a:cubicBezTo>
                        <a:pt x="2433" y="10365"/>
                        <a:pt x="3098" y="9878"/>
                        <a:pt x="3719" y="9434"/>
                      </a:cubicBezTo>
                      <a:cubicBezTo>
                        <a:pt x="5315" y="8282"/>
                        <a:pt x="6733" y="7085"/>
                        <a:pt x="8019" y="5844"/>
                      </a:cubicBezTo>
                      <a:cubicBezTo>
                        <a:pt x="8551" y="5356"/>
                        <a:pt x="9039" y="4691"/>
                        <a:pt x="9349" y="4115"/>
                      </a:cubicBezTo>
                      <a:cubicBezTo>
                        <a:pt x="10635" y="1588"/>
                        <a:pt x="9349" y="-1560"/>
                        <a:pt x="5847" y="878"/>
                      </a:cubicBezTo>
                      <a:cubicBezTo>
                        <a:pt x="3098" y="2474"/>
                        <a:pt x="1015" y="5666"/>
                        <a:pt x="217" y="797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87" name="Forme libre : forme 24986">
                  <a:extLst>
                    <a:ext uri="{FF2B5EF4-FFF2-40B4-BE49-F238E27FC236}">
                      <a16:creationId xmlns:a16="http://schemas.microsoft.com/office/drawing/2014/main" id="{93D104F7-D83D-419A-9A95-CC8BCC3E73B6}"/>
                    </a:ext>
                  </a:extLst>
                </p:cNvPr>
                <p:cNvSpPr/>
                <p:nvPr/>
              </p:nvSpPr>
              <p:spPr>
                <a:xfrm>
                  <a:off x="5775088" y="1458001"/>
                  <a:ext cx="8953" cy="24115"/>
                </a:xfrm>
                <a:custGeom>
                  <a:avLst/>
                  <a:gdLst>
                    <a:gd name="connsiteX0" fmla="*/ 6605 w 8953"/>
                    <a:gd name="connsiteY0" fmla="*/ 0 h 24115"/>
                    <a:gd name="connsiteX1" fmla="*/ 8911 w 8953"/>
                    <a:gd name="connsiteY1" fmla="*/ 5630 h 24115"/>
                    <a:gd name="connsiteX2" fmla="*/ 7492 w 8953"/>
                    <a:gd name="connsiteY2" fmla="*/ 13166 h 24115"/>
                    <a:gd name="connsiteX3" fmla="*/ 0 w 8953"/>
                    <a:gd name="connsiteY3" fmla="*/ 24116 h 24115"/>
                    <a:gd name="connsiteX4" fmla="*/ 1773 w 8953"/>
                    <a:gd name="connsiteY4" fmla="*/ 21855 h 24115"/>
                    <a:gd name="connsiteX5" fmla="*/ 5231 w 8953"/>
                    <a:gd name="connsiteY5" fmla="*/ 16003 h 24115"/>
                    <a:gd name="connsiteX6" fmla="*/ 6605 w 8953"/>
                    <a:gd name="connsiteY6" fmla="*/ 0 h 24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53" h="24115">
                      <a:moveTo>
                        <a:pt x="6605" y="0"/>
                      </a:moveTo>
                      <a:cubicBezTo>
                        <a:pt x="6605" y="0"/>
                        <a:pt x="8600" y="1729"/>
                        <a:pt x="8911" y="5630"/>
                      </a:cubicBezTo>
                      <a:cubicBezTo>
                        <a:pt x="9088" y="7581"/>
                        <a:pt x="8733" y="10063"/>
                        <a:pt x="7492" y="13166"/>
                      </a:cubicBezTo>
                      <a:cubicBezTo>
                        <a:pt x="6295" y="16269"/>
                        <a:pt x="3946" y="19905"/>
                        <a:pt x="0" y="24116"/>
                      </a:cubicBezTo>
                      <a:cubicBezTo>
                        <a:pt x="0" y="24116"/>
                        <a:pt x="798" y="23318"/>
                        <a:pt x="1773" y="21855"/>
                      </a:cubicBezTo>
                      <a:cubicBezTo>
                        <a:pt x="2793" y="20392"/>
                        <a:pt x="4079" y="18353"/>
                        <a:pt x="5231" y="16003"/>
                      </a:cubicBezTo>
                      <a:cubicBezTo>
                        <a:pt x="7448" y="11216"/>
                        <a:pt x="8911" y="5231"/>
                        <a:pt x="66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88" name="Forme libre : forme 24987">
                  <a:extLst>
                    <a:ext uri="{FF2B5EF4-FFF2-40B4-BE49-F238E27FC236}">
                      <a16:creationId xmlns:a16="http://schemas.microsoft.com/office/drawing/2014/main" id="{AC6287CC-D6D8-4390-A05B-D021466EFA0E}"/>
                    </a:ext>
                  </a:extLst>
                </p:cNvPr>
                <p:cNvSpPr/>
                <p:nvPr/>
              </p:nvSpPr>
              <p:spPr>
                <a:xfrm>
                  <a:off x="5721248" y="1465581"/>
                  <a:ext cx="14296" cy="19151"/>
                </a:xfrm>
                <a:custGeom>
                  <a:avLst/>
                  <a:gdLst>
                    <a:gd name="connsiteX0" fmla="*/ 14296 w 14296"/>
                    <a:gd name="connsiteY0" fmla="*/ 0 h 19151"/>
                    <a:gd name="connsiteX1" fmla="*/ 12035 w 14296"/>
                    <a:gd name="connsiteY1" fmla="*/ 1330 h 19151"/>
                    <a:gd name="connsiteX2" fmla="*/ 7070 w 14296"/>
                    <a:gd name="connsiteY2" fmla="*/ 4921 h 19151"/>
                    <a:gd name="connsiteX3" fmla="*/ 2105 w 14296"/>
                    <a:gd name="connsiteY3" fmla="*/ 10684 h 19151"/>
                    <a:gd name="connsiteX4" fmla="*/ 22 w 14296"/>
                    <a:gd name="connsiteY4" fmla="*/ 19151 h 19151"/>
                    <a:gd name="connsiteX5" fmla="*/ 2416 w 14296"/>
                    <a:gd name="connsiteY5" fmla="*/ 12324 h 19151"/>
                    <a:gd name="connsiteX6" fmla="*/ 6716 w 14296"/>
                    <a:gd name="connsiteY6" fmla="*/ 6295 h 19151"/>
                    <a:gd name="connsiteX7" fmla="*/ 14296 w 14296"/>
                    <a:gd name="connsiteY7" fmla="*/ 0 h 19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96" h="19151">
                      <a:moveTo>
                        <a:pt x="14296" y="0"/>
                      </a:moveTo>
                      <a:cubicBezTo>
                        <a:pt x="14296" y="0"/>
                        <a:pt x="13365" y="443"/>
                        <a:pt x="12035" y="1330"/>
                      </a:cubicBezTo>
                      <a:cubicBezTo>
                        <a:pt x="10705" y="2305"/>
                        <a:pt x="8843" y="3280"/>
                        <a:pt x="7070" y="4921"/>
                      </a:cubicBezTo>
                      <a:cubicBezTo>
                        <a:pt x="5297" y="6605"/>
                        <a:pt x="3479" y="8290"/>
                        <a:pt x="2105" y="10684"/>
                      </a:cubicBezTo>
                      <a:cubicBezTo>
                        <a:pt x="775" y="13078"/>
                        <a:pt x="-156" y="15870"/>
                        <a:pt x="22" y="19151"/>
                      </a:cubicBezTo>
                      <a:cubicBezTo>
                        <a:pt x="22" y="19151"/>
                        <a:pt x="421" y="16225"/>
                        <a:pt x="2416" y="12324"/>
                      </a:cubicBezTo>
                      <a:cubicBezTo>
                        <a:pt x="3391" y="10373"/>
                        <a:pt x="4854" y="8467"/>
                        <a:pt x="6716" y="6295"/>
                      </a:cubicBezTo>
                      <a:cubicBezTo>
                        <a:pt x="8666" y="4123"/>
                        <a:pt x="11104" y="2172"/>
                        <a:pt x="142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89" name="Forme libre : forme 24988">
                  <a:extLst>
                    <a:ext uri="{FF2B5EF4-FFF2-40B4-BE49-F238E27FC236}">
                      <a16:creationId xmlns:a16="http://schemas.microsoft.com/office/drawing/2014/main" id="{210D6906-D921-4513-B5CC-7A24F4A82DCD}"/>
                    </a:ext>
                  </a:extLst>
                </p:cNvPr>
                <p:cNvSpPr/>
                <p:nvPr/>
              </p:nvSpPr>
              <p:spPr>
                <a:xfrm>
                  <a:off x="5753141" y="1466196"/>
                  <a:ext cx="10917" cy="6673"/>
                </a:xfrm>
                <a:custGeom>
                  <a:avLst/>
                  <a:gdLst>
                    <a:gd name="connsiteX0" fmla="*/ 10908 w 10917"/>
                    <a:gd name="connsiteY0" fmla="*/ 981 h 6673"/>
                    <a:gd name="connsiteX1" fmla="*/ 5721 w 10917"/>
                    <a:gd name="connsiteY1" fmla="*/ 5857 h 6673"/>
                    <a:gd name="connsiteX2" fmla="*/ 2 w 10917"/>
                    <a:gd name="connsiteY2" fmla="*/ 5547 h 6673"/>
                    <a:gd name="connsiteX3" fmla="*/ 5189 w 10917"/>
                    <a:gd name="connsiteY3" fmla="*/ 981 h 6673"/>
                    <a:gd name="connsiteX4" fmla="*/ 10908 w 10917"/>
                    <a:gd name="connsiteY4" fmla="*/ 981 h 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17" h="6673">
                      <a:moveTo>
                        <a:pt x="10908" y="981"/>
                      </a:moveTo>
                      <a:cubicBezTo>
                        <a:pt x="11085" y="2311"/>
                        <a:pt x="8780" y="4527"/>
                        <a:pt x="5721" y="5857"/>
                      </a:cubicBezTo>
                      <a:cubicBezTo>
                        <a:pt x="2618" y="7054"/>
                        <a:pt x="91" y="6921"/>
                        <a:pt x="2" y="5547"/>
                      </a:cubicBezTo>
                      <a:cubicBezTo>
                        <a:pt x="-86" y="4128"/>
                        <a:pt x="2308" y="2311"/>
                        <a:pt x="5189" y="981"/>
                      </a:cubicBezTo>
                      <a:cubicBezTo>
                        <a:pt x="8159" y="-305"/>
                        <a:pt x="10730" y="-349"/>
                        <a:pt x="10908" y="98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90" name="Forme libre : forme 24989">
                  <a:extLst>
                    <a:ext uri="{FF2B5EF4-FFF2-40B4-BE49-F238E27FC236}">
                      <a16:creationId xmlns:a16="http://schemas.microsoft.com/office/drawing/2014/main" id="{C366C5FA-586B-4412-850B-589428745765}"/>
                    </a:ext>
                  </a:extLst>
                </p:cNvPr>
                <p:cNvSpPr/>
                <p:nvPr/>
              </p:nvSpPr>
              <p:spPr>
                <a:xfrm>
                  <a:off x="5762333" y="1465419"/>
                  <a:ext cx="2881" cy="2485"/>
                </a:xfrm>
                <a:custGeom>
                  <a:avLst/>
                  <a:gdLst>
                    <a:gd name="connsiteX0" fmla="*/ 2736 w 2881"/>
                    <a:gd name="connsiteY0" fmla="*/ 251 h 2485"/>
                    <a:gd name="connsiteX1" fmla="*/ 2026 w 2881"/>
                    <a:gd name="connsiteY1" fmla="*/ 2024 h 2485"/>
                    <a:gd name="connsiteX2" fmla="*/ 120 w 2881"/>
                    <a:gd name="connsiteY2" fmla="*/ 2202 h 2485"/>
                    <a:gd name="connsiteX3" fmla="*/ 829 w 2881"/>
                    <a:gd name="connsiteY3" fmla="*/ 429 h 2485"/>
                    <a:gd name="connsiteX4" fmla="*/ 2736 w 2881"/>
                    <a:gd name="connsiteY4" fmla="*/ 251 h 2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1" h="2485">
                      <a:moveTo>
                        <a:pt x="2736" y="251"/>
                      </a:moveTo>
                      <a:cubicBezTo>
                        <a:pt x="3090" y="695"/>
                        <a:pt x="2780" y="1493"/>
                        <a:pt x="2026" y="2024"/>
                      </a:cubicBezTo>
                      <a:cubicBezTo>
                        <a:pt x="1273" y="2557"/>
                        <a:pt x="430" y="2645"/>
                        <a:pt x="120" y="2202"/>
                      </a:cubicBezTo>
                      <a:cubicBezTo>
                        <a:pt x="-190" y="1759"/>
                        <a:pt x="120" y="961"/>
                        <a:pt x="829" y="429"/>
                      </a:cubicBezTo>
                      <a:cubicBezTo>
                        <a:pt x="1539" y="-59"/>
                        <a:pt x="2381" y="-148"/>
                        <a:pt x="2736" y="2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91" name="Forme libre : forme 24990">
                  <a:extLst>
                    <a:ext uri="{FF2B5EF4-FFF2-40B4-BE49-F238E27FC236}">
                      <a16:creationId xmlns:a16="http://schemas.microsoft.com/office/drawing/2014/main" id="{646E993B-DAE4-4632-A0BD-63EA3523DFE2}"/>
                    </a:ext>
                  </a:extLst>
                </p:cNvPr>
                <p:cNvSpPr/>
                <p:nvPr/>
              </p:nvSpPr>
              <p:spPr>
                <a:xfrm>
                  <a:off x="5747529" y="1452034"/>
                  <a:ext cx="29898" cy="12064"/>
                </a:xfrm>
                <a:custGeom>
                  <a:avLst/>
                  <a:gdLst>
                    <a:gd name="connsiteX0" fmla="*/ 21618 w 29898"/>
                    <a:gd name="connsiteY0" fmla="*/ 293 h 12064"/>
                    <a:gd name="connsiteX1" fmla="*/ 29154 w 29898"/>
                    <a:gd name="connsiteY1" fmla="*/ 5125 h 12064"/>
                    <a:gd name="connsiteX2" fmla="*/ 29154 w 29898"/>
                    <a:gd name="connsiteY2" fmla="*/ 8671 h 12064"/>
                    <a:gd name="connsiteX3" fmla="*/ 25342 w 29898"/>
                    <a:gd name="connsiteY3" fmla="*/ 9779 h 12064"/>
                    <a:gd name="connsiteX4" fmla="*/ 14702 w 29898"/>
                    <a:gd name="connsiteY4" fmla="*/ 8184 h 12064"/>
                    <a:gd name="connsiteX5" fmla="*/ 6146 w 29898"/>
                    <a:gd name="connsiteY5" fmla="*/ 11287 h 12064"/>
                    <a:gd name="connsiteX6" fmla="*/ 29 w 29898"/>
                    <a:gd name="connsiteY6" fmla="*/ 10710 h 12064"/>
                    <a:gd name="connsiteX7" fmla="*/ 5659 w 29898"/>
                    <a:gd name="connsiteY7" fmla="*/ 4947 h 12064"/>
                    <a:gd name="connsiteX8" fmla="*/ 13239 w 29898"/>
                    <a:gd name="connsiteY8" fmla="*/ 913 h 12064"/>
                    <a:gd name="connsiteX9" fmla="*/ 21618 w 29898"/>
                    <a:gd name="connsiteY9" fmla="*/ 293 h 12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898" h="12064">
                      <a:moveTo>
                        <a:pt x="21618" y="293"/>
                      </a:moveTo>
                      <a:cubicBezTo>
                        <a:pt x="24854" y="1002"/>
                        <a:pt x="27248" y="2908"/>
                        <a:pt x="29154" y="5125"/>
                      </a:cubicBezTo>
                      <a:cubicBezTo>
                        <a:pt x="29864" y="5967"/>
                        <a:pt x="30396" y="7297"/>
                        <a:pt x="29154" y="8671"/>
                      </a:cubicBezTo>
                      <a:cubicBezTo>
                        <a:pt x="28046" y="9912"/>
                        <a:pt x="26450" y="10001"/>
                        <a:pt x="25342" y="9779"/>
                      </a:cubicBezTo>
                      <a:cubicBezTo>
                        <a:pt x="21884" y="9159"/>
                        <a:pt x="18825" y="7341"/>
                        <a:pt x="14702" y="8184"/>
                      </a:cubicBezTo>
                      <a:cubicBezTo>
                        <a:pt x="13461" y="8494"/>
                        <a:pt x="9516" y="10178"/>
                        <a:pt x="6146" y="11287"/>
                      </a:cubicBezTo>
                      <a:cubicBezTo>
                        <a:pt x="2644" y="12262"/>
                        <a:pt x="-326" y="12572"/>
                        <a:pt x="29" y="10710"/>
                      </a:cubicBezTo>
                      <a:cubicBezTo>
                        <a:pt x="339" y="8804"/>
                        <a:pt x="2866" y="6898"/>
                        <a:pt x="5659" y="4947"/>
                      </a:cubicBezTo>
                      <a:cubicBezTo>
                        <a:pt x="8496" y="3174"/>
                        <a:pt x="11599" y="1445"/>
                        <a:pt x="13239" y="913"/>
                      </a:cubicBezTo>
                      <a:cubicBezTo>
                        <a:pt x="16254" y="27"/>
                        <a:pt x="19135" y="-284"/>
                        <a:pt x="21618" y="29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32" name="Graphique 2">
                <a:extLst>
                  <a:ext uri="{FF2B5EF4-FFF2-40B4-BE49-F238E27FC236}">
                    <a16:creationId xmlns:a16="http://schemas.microsoft.com/office/drawing/2014/main" id="{FBFBE905-27C4-4482-BCC3-DA9CA1E23BE6}"/>
                  </a:ext>
                </a:extLst>
              </p:cNvPr>
              <p:cNvGrpSpPr/>
              <p:nvPr/>
            </p:nvGrpSpPr>
            <p:grpSpPr>
              <a:xfrm>
                <a:off x="5774797" y="1396765"/>
                <a:ext cx="59768" cy="63288"/>
                <a:chOff x="5774797" y="1396765"/>
                <a:chExt cx="59768" cy="63288"/>
              </a:xfrm>
              <a:solidFill>
                <a:schemeClr val="accent1"/>
              </a:solidFill>
            </p:grpSpPr>
            <p:sp>
              <p:nvSpPr>
                <p:cNvPr id="24968" name="Forme libre : forme 24967">
                  <a:extLst>
                    <a:ext uri="{FF2B5EF4-FFF2-40B4-BE49-F238E27FC236}">
                      <a16:creationId xmlns:a16="http://schemas.microsoft.com/office/drawing/2014/main" id="{5CF213E8-ED40-4E4D-AA9A-4B55B2270340}"/>
                    </a:ext>
                  </a:extLst>
                </p:cNvPr>
                <p:cNvSpPr/>
                <p:nvPr/>
              </p:nvSpPr>
              <p:spPr>
                <a:xfrm>
                  <a:off x="5774797" y="1396765"/>
                  <a:ext cx="59723" cy="63288"/>
                </a:xfrm>
                <a:custGeom>
                  <a:avLst/>
                  <a:gdLst>
                    <a:gd name="connsiteX0" fmla="*/ 51803 w 59723"/>
                    <a:gd name="connsiteY0" fmla="*/ 33751 h 63288"/>
                    <a:gd name="connsiteX1" fmla="*/ 34559 w 59723"/>
                    <a:gd name="connsiteY1" fmla="*/ 53301 h 63288"/>
                    <a:gd name="connsiteX2" fmla="*/ 20683 w 59723"/>
                    <a:gd name="connsiteY2" fmla="*/ 62566 h 63288"/>
                    <a:gd name="connsiteX3" fmla="*/ 9423 w 59723"/>
                    <a:gd name="connsiteY3" fmla="*/ 60748 h 63288"/>
                    <a:gd name="connsiteX4" fmla="*/ 2507 w 59723"/>
                    <a:gd name="connsiteY4" fmla="*/ 53567 h 63288"/>
                    <a:gd name="connsiteX5" fmla="*/ 468 w 59723"/>
                    <a:gd name="connsiteY5" fmla="*/ 42573 h 63288"/>
                    <a:gd name="connsiteX6" fmla="*/ 8093 w 59723"/>
                    <a:gd name="connsiteY6" fmla="*/ 29140 h 63288"/>
                    <a:gd name="connsiteX7" fmla="*/ 25648 w 59723"/>
                    <a:gd name="connsiteY7" fmla="*/ 9945 h 63288"/>
                    <a:gd name="connsiteX8" fmla="*/ 39834 w 59723"/>
                    <a:gd name="connsiteY8" fmla="*/ 724 h 63288"/>
                    <a:gd name="connsiteX9" fmla="*/ 51005 w 59723"/>
                    <a:gd name="connsiteY9" fmla="*/ 2498 h 63288"/>
                    <a:gd name="connsiteX10" fmla="*/ 57478 w 59723"/>
                    <a:gd name="connsiteY10" fmla="*/ 9590 h 63288"/>
                    <a:gd name="connsiteX11" fmla="*/ 59207 w 59723"/>
                    <a:gd name="connsiteY11" fmla="*/ 20319 h 63288"/>
                    <a:gd name="connsiteX12" fmla="*/ 51803 w 59723"/>
                    <a:gd name="connsiteY12" fmla="*/ 33751 h 63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9723" h="63288">
                      <a:moveTo>
                        <a:pt x="51803" y="33751"/>
                      </a:moveTo>
                      <a:lnTo>
                        <a:pt x="34559" y="53301"/>
                      </a:lnTo>
                      <a:cubicBezTo>
                        <a:pt x="30392" y="57956"/>
                        <a:pt x="25338" y="61236"/>
                        <a:pt x="20683" y="62566"/>
                      </a:cubicBezTo>
                      <a:cubicBezTo>
                        <a:pt x="16117" y="63940"/>
                        <a:pt x="11906" y="63364"/>
                        <a:pt x="9423" y="60748"/>
                      </a:cubicBezTo>
                      <a:lnTo>
                        <a:pt x="2507" y="53567"/>
                      </a:lnTo>
                      <a:cubicBezTo>
                        <a:pt x="-19" y="50951"/>
                        <a:pt x="-507" y="47006"/>
                        <a:pt x="468" y="42573"/>
                      </a:cubicBezTo>
                      <a:cubicBezTo>
                        <a:pt x="1488" y="38228"/>
                        <a:pt x="4059" y="33441"/>
                        <a:pt x="8093" y="29140"/>
                      </a:cubicBezTo>
                      <a:lnTo>
                        <a:pt x="25648" y="9945"/>
                      </a:lnTo>
                      <a:cubicBezTo>
                        <a:pt x="29948" y="5335"/>
                        <a:pt x="35091" y="2054"/>
                        <a:pt x="39834" y="724"/>
                      </a:cubicBezTo>
                      <a:cubicBezTo>
                        <a:pt x="44533" y="-650"/>
                        <a:pt x="48656" y="-74"/>
                        <a:pt x="51005" y="2498"/>
                      </a:cubicBezTo>
                      <a:lnTo>
                        <a:pt x="57478" y="9590"/>
                      </a:lnTo>
                      <a:cubicBezTo>
                        <a:pt x="59783" y="12162"/>
                        <a:pt x="60226" y="16063"/>
                        <a:pt x="59207" y="20319"/>
                      </a:cubicBezTo>
                      <a:cubicBezTo>
                        <a:pt x="58231" y="24619"/>
                        <a:pt x="55749" y="29406"/>
                        <a:pt x="51803" y="3375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69" name="Forme libre : forme 24968">
                  <a:extLst>
                    <a:ext uri="{FF2B5EF4-FFF2-40B4-BE49-F238E27FC236}">
                      <a16:creationId xmlns:a16="http://schemas.microsoft.com/office/drawing/2014/main" id="{ED2B9895-4BF5-4C30-81CC-CA24FD1C66FA}"/>
                    </a:ext>
                  </a:extLst>
                </p:cNvPr>
                <p:cNvSpPr/>
                <p:nvPr/>
              </p:nvSpPr>
              <p:spPr>
                <a:xfrm>
                  <a:off x="5781250" y="1406178"/>
                  <a:ext cx="53315" cy="53875"/>
                </a:xfrm>
                <a:custGeom>
                  <a:avLst/>
                  <a:gdLst>
                    <a:gd name="connsiteX0" fmla="*/ 22564 w 53315"/>
                    <a:gd name="connsiteY0" fmla="*/ 32495 h 53875"/>
                    <a:gd name="connsiteX1" fmla="*/ 0 w 53315"/>
                    <a:gd name="connsiteY1" fmla="*/ 48232 h 53875"/>
                    <a:gd name="connsiteX2" fmla="*/ 3014 w 53315"/>
                    <a:gd name="connsiteY2" fmla="*/ 51335 h 53875"/>
                    <a:gd name="connsiteX3" fmla="*/ 14275 w 53315"/>
                    <a:gd name="connsiteY3" fmla="*/ 53153 h 53875"/>
                    <a:gd name="connsiteX4" fmla="*/ 28150 w 53315"/>
                    <a:gd name="connsiteY4" fmla="*/ 43888 h 53875"/>
                    <a:gd name="connsiteX5" fmla="*/ 45395 w 53315"/>
                    <a:gd name="connsiteY5" fmla="*/ 24338 h 53875"/>
                    <a:gd name="connsiteX6" fmla="*/ 52798 w 53315"/>
                    <a:gd name="connsiteY6" fmla="*/ 10950 h 53875"/>
                    <a:gd name="connsiteX7" fmla="*/ 51069 w 53315"/>
                    <a:gd name="connsiteY7" fmla="*/ 222 h 53875"/>
                    <a:gd name="connsiteX8" fmla="*/ 50848 w 53315"/>
                    <a:gd name="connsiteY8" fmla="*/ 0 h 53875"/>
                    <a:gd name="connsiteX9" fmla="*/ 22564 w 53315"/>
                    <a:gd name="connsiteY9" fmla="*/ 32495 h 53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315" h="53875">
                      <a:moveTo>
                        <a:pt x="22564" y="32495"/>
                      </a:moveTo>
                      <a:cubicBezTo>
                        <a:pt x="16846" y="41316"/>
                        <a:pt x="7714" y="47922"/>
                        <a:pt x="0" y="48232"/>
                      </a:cubicBezTo>
                      <a:lnTo>
                        <a:pt x="3014" y="51335"/>
                      </a:lnTo>
                      <a:cubicBezTo>
                        <a:pt x="5497" y="53951"/>
                        <a:pt x="9708" y="54527"/>
                        <a:pt x="14275" y="53153"/>
                      </a:cubicBezTo>
                      <a:cubicBezTo>
                        <a:pt x="18929" y="51823"/>
                        <a:pt x="23983" y="48542"/>
                        <a:pt x="28150" y="43888"/>
                      </a:cubicBezTo>
                      <a:lnTo>
                        <a:pt x="45395" y="24338"/>
                      </a:lnTo>
                      <a:cubicBezTo>
                        <a:pt x="49296" y="19993"/>
                        <a:pt x="51779" y="15205"/>
                        <a:pt x="52798" y="10950"/>
                      </a:cubicBezTo>
                      <a:cubicBezTo>
                        <a:pt x="53818" y="6694"/>
                        <a:pt x="53375" y="2748"/>
                        <a:pt x="51069" y="222"/>
                      </a:cubicBezTo>
                      <a:lnTo>
                        <a:pt x="50848" y="0"/>
                      </a:lnTo>
                      <a:cubicBezTo>
                        <a:pt x="40785" y="10240"/>
                        <a:pt x="30677" y="20082"/>
                        <a:pt x="22564" y="32495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70" name="Forme libre : forme 24969">
                  <a:extLst>
                    <a:ext uri="{FF2B5EF4-FFF2-40B4-BE49-F238E27FC236}">
                      <a16:creationId xmlns:a16="http://schemas.microsoft.com/office/drawing/2014/main" id="{981136CF-21D2-4EAC-A4C7-02AF9C0ED84E}"/>
                    </a:ext>
                  </a:extLst>
                </p:cNvPr>
                <p:cNvSpPr/>
                <p:nvPr/>
              </p:nvSpPr>
              <p:spPr>
                <a:xfrm>
                  <a:off x="5796808" y="1412705"/>
                  <a:ext cx="23589" cy="25451"/>
                </a:xfrm>
                <a:custGeom>
                  <a:avLst/>
                  <a:gdLst>
                    <a:gd name="connsiteX0" fmla="*/ 22567 w 23589"/>
                    <a:gd name="connsiteY0" fmla="*/ 876 h 25451"/>
                    <a:gd name="connsiteX1" fmla="*/ 16803 w 23589"/>
                    <a:gd name="connsiteY1" fmla="*/ 17146 h 25451"/>
                    <a:gd name="connsiteX2" fmla="*/ 1110 w 23589"/>
                    <a:gd name="connsiteY2" fmla="*/ 24593 h 25451"/>
                    <a:gd name="connsiteX3" fmla="*/ 6785 w 23589"/>
                    <a:gd name="connsiteY3" fmla="*/ 8191 h 25451"/>
                    <a:gd name="connsiteX4" fmla="*/ 22567 w 23589"/>
                    <a:gd name="connsiteY4" fmla="*/ 876 h 25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89" h="25451">
                      <a:moveTo>
                        <a:pt x="22567" y="876"/>
                      </a:moveTo>
                      <a:cubicBezTo>
                        <a:pt x="25182" y="3403"/>
                        <a:pt x="22611" y="10585"/>
                        <a:pt x="16803" y="17146"/>
                      </a:cubicBezTo>
                      <a:cubicBezTo>
                        <a:pt x="10996" y="23751"/>
                        <a:pt x="3859" y="27164"/>
                        <a:pt x="1110" y="24593"/>
                      </a:cubicBezTo>
                      <a:cubicBezTo>
                        <a:pt x="-1638" y="22066"/>
                        <a:pt x="889" y="14796"/>
                        <a:pt x="6785" y="8191"/>
                      </a:cubicBezTo>
                      <a:cubicBezTo>
                        <a:pt x="12725" y="1586"/>
                        <a:pt x="19907" y="-1695"/>
                        <a:pt x="22567" y="876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71" name="Forme libre : forme 24970">
                  <a:extLst>
                    <a:ext uri="{FF2B5EF4-FFF2-40B4-BE49-F238E27FC236}">
                      <a16:creationId xmlns:a16="http://schemas.microsoft.com/office/drawing/2014/main" id="{3CA6972E-BCE8-47E2-BB40-571F50D324A2}"/>
                    </a:ext>
                  </a:extLst>
                </p:cNvPr>
                <p:cNvSpPr/>
                <p:nvPr/>
              </p:nvSpPr>
              <p:spPr>
                <a:xfrm>
                  <a:off x="5796801" y="1424043"/>
                  <a:ext cx="21021" cy="14095"/>
                </a:xfrm>
                <a:custGeom>
                  <a:avLst/>
                  <a:gdLst>
                    <a:gd name="connsiteX0" fmla="*/ 1649 w 21021"/>
                    <a:gd name="connsiteY0" fmla="*/ 4300 h 14095"/>
                    <a:gd name="connsiteX1" fmla="*/ 1117 w 21021"/>
                    <a:gd name="connsiteY1" fmla="*/ 13255 h 14095"/>
                    <a:gd name="connsiteX2" fmla="*/ 16810 w 21021"/>
                    <a:gd name="connsiteY2" fmla="*/ 5807 h 14095"/>
                    <a:gd name="connsiteX3" fmla="*/ 21022 w 21021"/>
                    <a:gd name="connsiteY3" fmla="*/ 0 h 14095"/>
                    <a:gd name="connsiteX4" fmla="*/ 18052 w 21021"/>
                    <a:gd name="connsiteY4" fmla="*/ 2616 h 14095"/>
                    <a:gd name="connsiteX5" fmla="*/ 1649 w 21021"/>
                    <a:gd name="connsiteY5" fmla="*/ 4300 h 14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021" h="14095">
                      <a:moveTo>
                        <a:pt x="1649" y="4300"/>
                      </a:moveTo>
                      <a:cubicBezTo>
                        <a:pt x="-257" y="8245"/>
                        <a:pt x="-612" y="11703"/>
                        <a:pt x="1117" y="13255"/>
                      </a:cubicBezTo>
                      <a:cubicBezTo>
                        <a:pt x="3866" y="15782"/>
                        <a:pt x="11003" y="12413"/>
                        <a:pt x="16810" y="5807"/>
                      </a:cubicBezTo>
                      <a:cubicBezTo>
                        <a:pt x="18539" y="3857"/>
                        <a:pt x="19958" y="1906"/>
                        <a:pt x="21022" y="0"/>
                      </a:cubicBezTo>
                      <a:cubicBezTo>
                        <a:pt x="20091" y="975"/>
                        <a:pt x="19116" y="1862"/>
                        <a:pt x="18052" y="2616"/>
                      </a:cubicBezTo>
                      <a:cubicBezTo>
                        <a:pt x="11845" y="6517"/>
                        <a:pt x="4664" y="7758"/>
                        <a:pt x="1649" y="430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72" name="Forme libre : forme 24971">
                  <a:extLst>
                    <a:ext uri="{FF2B5EF4-FFF2-40B4-BE49-F238E27FC236}">
                      <a16:creationId xmlns:a16="http://schemas.microsoft.com/office/drawing/2014/main" id="{56B71603-1829-4A5D-B110-B125CF50A5E3}"/>
                    </a:ext>
                  </a:extLst>
                </p:cNvPr>
                <p:cNvSpPr/>
                <p:nvPr/>
              </p:nvSpPr>
              <p:spPr>
                <a:xfrm>
                  <a:off x="5799017" y="1412521"/>
                  <a:ext cx="23545" cy="25434"/>
                </a:xfrm>
                <a:custGeom>
                  <a:avLst/>
                  <a:gdLst>
                    <a:gd name="connsiteX0" fmla="*/ 22529 w 23545"/>
                    <a:gd name="connsiteY0" fmla="*/ 882 h 25434"/>
                    <a:gd name="connsiteX1" fmla="*/ 16766 w 23545"/>
                    <a:gd name="connsiteY1" fmla="*/ 17107 h 25434"/>
                    <a:gd name="connsiteX2" fmla="*/ 1118 w 23545"/>
                    <a:gd name="connsiteY2" fmla="*/ 24599 h 25434"/>
                    <a:gd name="connsiteX3" fmla="*/ 6792 w 23545"/>
                    <a:gd name="connsiteY3" fmla="*/ 8153 h 25434"/>
                    <a:gd name="connsiteX4" fmla="*/ 22529 w 23545"/>
                    <a:gd name="connsiteY4" fmla="*/ 882 h 25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45" h="25434">
                      <a:moveTo>
                        <a:pt x="22529" y="882"/>
                      </a:moveTo>
                      <a:cubicBezTo>
                        <a:pt x="25145" y="3454"/>
                        <a:pt x="22529" y="10502"/>
                        <a:pt x="16766" y="17107"/>
                      </a:cubicBezTo>
                      <a:cubicBezTo>
                        <a:pt x="10959" y="23713"/>
                        <a:pt x="3866" y="27126"/>
                        <a:pt x="1118" y="24599"/>
                      </a:cubicBezTo>
                      <a:cubicBezTo>
                        <a:pt x="-1631" y="22072"/>
                        <a:pt x="852" y="14758"/>
                        <a:pt x="6792" y="8153"/>
                      </a:cubicBezTo>
                      <a:cubicBezTo>
                        <a:pt x="12688" y="1547"/>
                        <a:pt x="19914" y="-1689"/>
                        <a:pt x="22529" y="88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73" name="Forme libre : forme 24972">
                  <a:extLst>
                    <a:ext uri="{FF2B5EF4-FFF2-40B4-BE49-F238E27FC236}">
                      <a16:creationId xmlns:a16="http://schemas.microsoft.com/office/drawing/2014/main" id="{C28B9B13-9639-403F-810D-02EDCCA00046}"/>
                    </a:ext>
                  </a:extLst>
                </p:cNvPr>
                <p:cNvSpPr/>
                <p:nvPr/>
              </p:nvSpPr>
              <p:spPr>
                <a:xfrm>
                  <a:off x="5783046" y="1422721"/>
                  <a:ext cx="39236" cy="28870"/>
                </a:xfrm>
                <a:custGeom>
                  <a:avLst/>
                  <a:gdLst>
                    <a:gd name="connsiteX0" fmla="*/ 6228 w 39236"/>
                    <a:gd name="connsiteY0" fmla="*/ 25172 h 28870"/>
                    <a:gd name="connsiteX1" fmla="*/ 11547 w 39236"/>
                    <a:gd name="connsiteY1" fmla="*/ 28763 h 28870"/>
                    <a:gd name="connsiteX2" fmla="*/ 27595 w 39236"/>
                    <a:gd name="connsiteY2" fmla="*/ 21182 h 28870"/>
                    <a:gd name="connsiteX3" fmla="*/ 38057 w 39236"/>
                    <a:gd name="connsiteY3" fmla="*/ 8016 h 28870"/>
                    <a:gd name="connsiteX4" fmla="*/ 37171 w 39236"/>
                    <a:gd name="connsiteY4" fmla="*/ 36 h 28870"/>
                    <a:gd name="connsiteX5" fmla="*/ 31142 w 39236"/>
                    <a:gd name="connsiteY5" fmla="*/ 2031 h 28870"/>
                    <a:gd name="connsiteX6" fmla="*/ 16512 w 39236"/>
                    <a:gd name="connsiteY6" fmla="*/ 7262 h 28870"/>
                    <a:gd name="connsiteX7" fmla="*/ 775 w 39236"/>
                    <a:gd name="connsiteY7" fmla="*/ 14267 h 28870"/>
                    <a:gd name="connsiteX8" fmla="*/ 6228 w 39236"/>
                    <a:gd name="connsiteY8" fmla="*/ 25172 h 28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236" h="28870">
                      <a:moveTo>
                        <a:pt x="6228" y="25172"/>
                      </a:moveTo>
                      <a:cubicBezTo>
                        <a:pt x="7691" y="26724"/>
                        <a:pt x="9198" y="28320"/>
                        <a:pt x="11547" y="28763"/>
                      </a:cubicBezTo>
                      <a:cubicBezTo>
                        <a:pt x="16025" y="29561"/>
                        <a:pt x="22453" y="25793"/>
                        <a:pt x="27595" y="21182"/>
                      </a:cubicBezTo>
                      <a:cubicBezTo>
                        <a:pt x="31895" y="17370"/>
                        <a:pt x="35885" y="12759"/>
                        <a:pt x="38057" y="8016"/>
                      </a:cubicBezTo>
                      <a:cubicBezTo>
                        <a:pt x="39653" y="4425"/>
                        <a:pt x="39875" y="435"/>
                        <a:pt x="37171" y="36"/>
                      </a:cubicBezTo>
                      <a:cubicBezTo>
                        <a:pt x="35486" y="-229"/>
                        <a:pt x="33225" y="1012"/>
                        <a:pt x="31142" y="2031"/>
                      </a:cubicBezTo>
                      <a:cubicBezTo>
                        <a:pt x="26176" y="4514"/>
                        <a:pt x="21256" y="6376"/>
                        <a:pt x="16512" y="7262"/>
                      </a:cubicBezTo>
                      <a:cubicBezTo>
                        <a:pt x="12478" y="8060"/>
                        <a:pt x="4100" y="8459"/>
                        <a:pt x="775" y="14267"/>
                      </a:cubicBezTo>
                      <a:cubicBezTo>
                        <a:pt x="-2195" y="19586"/>
                        <a:pt x="4188" y="23000"/>
                        <a:pt x="6228" y="2517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74" name="Forme libre : forme 24973">
                  <a:extLst>
                    <a:ext uri="{FF2B5EF4-FFF2-40B4-BE49-F238E27FC236}">
                      <a16:creationId xmlns:a16="http://schemas.microsoft.com/office/drawing/2014/main" id="{4033ECDE-D9E0-4018-85CE-320236F40A19}"/>
                    </a:ext>
                  </a:extLst>
                </p:cNvPr>
                <p:cNvSpPr/>
                <p:nvPr/>
              </p:nvSpPr>
              <p:spPr>
                <a:xfrm>
                  <a:off x="5788766" y="1426397"/>
                  <a:ext cx="7494" cy="12729"/>
                </a:xfrm>
                <a:custGeom>
                  <a:avLst/>
                  <a:gdLst>
                    <a:gd name="connsiteX0" fmla="*/ 20 w 7494"/>
                    <a:gd name="connsiteY0" fmla="*/ 10901 h 12729"/>
                    <a:gd name="connsiteX1" fmla="*/ 552 w 7494"/>
                    <a:gd name="connsiteY1" fmla="*/ 12453 h 12729"/>
                    <a:gd name="connsiteX2" fmla="*/ 2326 w 7494"/>
                    <a:gd name="connsiteY2" fmla="*/ 12408 h 12729"/>
                    <a:gd name="connsiteX3" fmla="*/ 3877 w 7494"/>
                    <a:gd name="connsiteY3" fmla="*/ 10680 h 12729"/>
                    <a:gd name="connsiteX4" fmla="*/ 6670 w 7494"/>
                    <a:gd name="connsiteY4" fmla="*/ 5581 h 12729"/>
                    <a:gd name="connsiteX5" fmla="*/ 7424 w 7494"/>
                    <a:gd name="connsiteY5" fmla="*/ 3498 h 12729"/>
                    <a:gd name="connsiteX6" fmla="*/ 3035 w 7494"/>
                    <a:gd name="connsiteY6" fmla="*/ 1858 h 12729"/>
                    <a:gd name="connsiteX7" fmla="*/ 20 w 7494"/>
                    <a:gd name="connsiteY7" fmla="*/ 10901 h 12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494" h="12729">
                      <a:moveTo>
                        <a:pt x="20" y="10901"/>
                      </a:moveTo>
                      <a:cubicBezTo>
                        <a:pt x="65" y="11522"/>
                        <a:pt x="198" y="12098"/>
                        <a:pt x="552" y="12453"/>
                      </a:cubicBezTo>
                      <a:cubicBezTo>
                        <a:pt x="907" y="12807"/>
                        <a:pt x="1616" y="12852"/>
                        <a:pt x="2326" y="12408"/>
                      </a:cubicBezTo>
                      <a:cubicBezTo>
                        <a:pt x="2946" y="12009"/>
                        <a:pt x="3434" y="11300"/>
                        <a:pt x="3877" y="10680"/>
                      </a:cubicBezTo>
                      <a:cubicBezTo>
                        <a:pt x="4941" y="8995"/>
                        <a:pt x="5872" y="7310"/>
                        <a:pt x="6670" y="5581"/>
                      </a:cubicBezTo>
                      <a:cubicBezTo>
                        <a:pt x="6980" y="4872"/>
                        <a:pt x="7291" y="4163"/>
                        <a:pt x="7424" y="3498"/>
                      </a:cubicBezTo>
                      <a:cubicBezTo>
                        <a:pt x="7911" y="705"/>
                        <a:pt x="5828" y="-1866"/>
                        <a:pt x="3035" y="1858"/>
                      </a:cubicBezTo>
                      <a:cubicBezTo>
                        <a:pt x="818" y="4650"/>
                        <a:pt x="-157" y="8463"/>
                        <a:pt x="20" y="1090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75" name="Forme libre : forme 24974">
                  <a:extLst>
                    <a:ext uri="{FF2B5EF4-FFF2-40B4-BE49-F238E27FC236}">
                      <a16:creationId xmlns:a16="http://schemas.microsoft.com/office/drawing/2014/main" id="{32165F02-5493-4A70-9198-8AEC21164F9F}"/>
                    </a:ext>
                  </a:extLst>
                </p:cNvPr>
                <p:cNvSpPr/>
                <p:nvPr/>
              </p:nvSpPr>
              <p:spPr>
                <a:xfrm>
                  <a:off x="5826423" y="1406754"/>
                  <a:ext cx="5820" cy="22919"/>
                </a:xfrm>
                <a:custGeom>
                  <a:avLst/>
                  <a:gdLst>
                    <a:gd name="connsiteX0" fmla="*/ 3413 w 5820"/>
                    <a:gd name="connsiteY0" fmla="*/ 0 h 22919"/>
                    <a:gd name="connsiteX1" fmla="*/ 5719 w 5820"/>
                    <a:gd name="connsiteY1" fmla="*/ 5364 h 22919"/>
                    <a:gd name="connsiteX2" fmla="*/ 0 w 5820"/>
                    <a:gd name="connsiteY2" fmla="*/ 22919 h 22919"/>
                    <a:gd name="connsiteX3" fmla="*/ 3325 w 5820"/>
                    <a:gd name="connsiteY3" fmla="*/ 15117 h 22919"/>
                    <a:gd name="connsiteX4" fmla="*/ 3413 w 5820"/>
                    <a:gd name="connsiteY4" fmla="*/ 0 h 22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20" h="22919">
                      <a:moveTo>
                        <a:pt x="3413" y="0"/>
                      </a:moveTo>
                      <a:cubicBezTo>
                        <a:pt x="3413" y="0"/>
                        <a:pt x="5275" y="1729"/>
                        <a:pt x="5719" y="5364"/>
                      </a:cubicBezTo>
                      <a:cubicBezTo>
                        <a:pt x="6162" y="9044"/>
                        <a:pt x="5320" y="14452"/>
                        <a:pt x="0" y="22919"/>
                      </a:cubicBezTo>
                      <a:cubicBezTo>
                        <a:pt x="0" y="22919"/>
                        <a:pt x="1951" y="19550"/>
                        <a:pt x="3325" y="15117"/>
                      </a:cubicBezTo>
                      <a:cubicBezTo>
                        <a:pt x="4610" y="10595"/>
                        <a:pt x="5541" y="5054"/>
                        <a:pt x="34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76" name="Forme libre : forme 24975">
                  <a:extLst>
                    <a:ext uri="{FF2B5EF4-FFF2-40B4-BE49-F238E27FC236}">
                      <a16:creationId xmlns:a16="http://schemas.microsoft.com/office/drawing/2014/main" id="{938AD769-61D9-40A7-9524-1C4A4DB7DA9A}"/>
                    </a:ext>
                  </a:extLst>
                </p:cNvPr>
                <p:cNvSpPr/>
                <p:nvPr/>
              </p:nvSpPr>
              <p:spPr>
                <a:xfrm>
                  <a:off x="5776815" y="1425683"/>
                  <a:ext cx="7803" cy="24603"/>
                </a:xfrm>
                <a:custGeom>
                  <a:avLst/>
                  <a:gdLst>
                    <a:gd name="connsiteX0" fmla="*/ 7804 w 7803"/>
                    <a:gd name="connsiteY0" fmla="*/ 0 h 24603"/>
                    <a:gd name="connsiteX1" fmla="*/ 2307 w 7803"/>
                    <a:gd name="connsiteY1" fmla="*/ 8467 h 24603"/>
                    <a:gd name="connsiteX2" fmla="*/ 2218 w 7803"/>
                    <a:gd name="connsiteY2" fmla="*/ 24604 h 24603"/>
                    <a:gd name="connsiteX3" fmla="*/ 1110 w 7803"/>
                    <a:gd name="connsiteY3" fmla="*/ 17555 h 24603"/>
                    <a:gd name="connsiteX4" fmla="*/ 7804 w 7803"/>
                    <a:gd name="connsiteY4" fmla="*/ 0 h 24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03" h="24603">
                      <a:moveTo>
                        <a:pt x="7804" y="0"/>
                      </a:moveTo>
                      <a:cubicBezTo>
                        <a:pt x="7804" y="0"/>
                        <a:pt x="4568" y="3679"/>
                        <a:pt x="2307" y="8467"/>
                      </a:cubicBezTo>
                      <a:cubicBezTo>
                        <a:pt x="2" y="13255"/>
                        <a:pt x="-1417" y="19328"/>
                        <a:pt x="2218" y="24604"/>
                      </a:cubicBezTo>
                      <a:cubicBezTo>
                        <a:pt x="2218" y="24604"/>
                        <a:pt x="1021" y="21944"/>
                        <a:pt x="1110" y="17555"/>
                      </a:cubicBezTo>
                      <a:cubicBezTo>
                        <a:pt x="1199" y="13122"/>
                        <a:pt x="2529" y="7137"/>
                        <a:pt x="78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77" name="Forme libre : forme 24976">
                  <a:extLst>
                    <a:ext uri="{FF2B5EF4-FFF2-40B4-BE49-F238E27FC236}">
                      <a16:creationId xmlns:a16="http://schemas.microsoft.com/office/drawing/2014/main" id="{D969E45E-6072-4447-B630-C00497B5704B}"/>
                    </a:ext>
                  </a:extLst>
                </p:cNvPr>
                <p:cNvSpPr/>
                <p:nvPr/>
              </p:nvSpPr>
              <p:spPr>
                <a:xfrm>
                  <a:off x="5803671" y="1416755"/>
                  <a:ext cx="9718" cy="8517"/>
                </a:xfrm>
                <a:custGeom>
                  <a:avLst/>
                  <a:gdLst>
                    <a:gd name="connsiteX0" fmla="*/ 9675 w 9718"/>
                    <a:gd name="connsiteY0" fmla="*/ 683 h 8517"/>
                    <a:gd name="connsiteX1" fmla="*/ 5552 w 9718"/>
                    <a:gd name="connsiteY1" fmla="*/ 6535 h 8517"/>
                    <a:gd name="connsiteX2" fmla="*/ 55 w 9718"/>
                    <a:gd name="connsiteY2" fmla="*/ 7865 h 8517"/>
                    <a:gd name="connsiteX3" fmla="*/ 4178 w 9718"/>
                    <a:gd name="connsiteY3" fmla="*/ 2013 h 8517"/>
                    <a:gd name="connsiteX4" fmla="*/ 9675 w 9718"/>
                    <a:gd name="connsiteY4" fmla="*/ 683 h 8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18" h="8517">
                      <a:moveTo>
                        <a:pt x="9675" y="683"/>
                      </a:moveTo>
                      <a:cubicBezTo>
                        <a:pt x="10029" y="1924"/>
                        <a:pt x="8212" y="4540"/>
                        <a:pt x="5552" y="6535"/>
                      </a:cubicBezTo>
                      <a:cubicBezTo>
                        <a:pt x="2892" y="8530"/>
                        <a:pt x="454" y="9106"/>
                        <a:pt x="55" y="7865"/>
                      </a:cubicBezTo>
                      <a:cubicBezTo>
                        <a:pt x="-344" y="6623"/>
                        <a:pt x="1473" y="3964"/>
                        <a:pt x="4178" y="2013"/>
                      </a:cubicBezTo>
                      <a:cubicBezTo>
                        <a:pt x="6838" y="-26"/>
                        <a:pt x="9320" y="-602"/>
                        <a:pt x="9675" y="68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78" name="Forme libre : forme 24977">
                  <a:extLst>
                    <a:ext uri="{FF2B5EF4-FFF2-40B4-BE49-F238E27FC236}">
                      <a16:creationId xmlns:a16="http://schemas.microsoft.com/office/drawing/2014/main" id="{8020BCAA-3A3A-4071-BAB0-2A2C4398D366}"/>
                    </a:ext>
                  </a:extLst>
                </p:cNvPr>
                <p:cNvSpPr/>
                <p:nvPr/>
              </p:nvSpPr>
              <p:spPr>
                <a:xfrm>
                  <a:off x="5811669" y="1415631"/>
                  <a:ext cx="2674" cy="2762"/>
                </a:xfrm>
                <a:custGeom>
                  <a:avLst/>
                  <a:gdLst>
                    <a:gd name="connsiteX0" fmla="*/ 2474 w 2674"/>
                    <a:gd name="connsiteY0" fmla="*/ 166 h 2762"/>
                    <a:gd name="connsiteX1" fmla="*/ 2031 w 2674"/>
                    <a:gd name="connsiteY1" fmla="*/ 2028 h 2762"/>
                    <a:gd name="connsiteX2" fmla="*/ 213 w 2674"/>
                    <a:gd name="connsiteY2" fmla="*/ 2605 h 2762"/>
                    <a:gd name="connsiteX3" fmla="*/ 612 w 2674"/>
                    <a:gd name="connsiteY3" fmla="*/ 743 h 2762"/>
                    <a:gd name="connsiteX4" fmla="*/ 2474 w 2674"/>
                    <a:gd name="connsiteY4" fmla="*/ 166 h 2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4" h="2762">
                      <a:moveTo>
                        <a:pt x="2474" y="166"/>
                      </a:moveTo>
                      <a:cubicBezTo>
                        <a:pt x="2873" y="521"/>
                        <a:pt x="2651" y="1363"/>
                        <a:pt x="2031" y="2028"/>
                      </a:cubicBezTo>
                      <a:cubicBezTo>
                        <a:pt x="1410" y="2693"/>
                        <a:pt x="612" y="2959"/>
                        <a:pt x="213" y="2605"/>
                      </a:cubicBezTo>
                      <a:cubicBezTo>
                        <a:pt x="-186" y="2250"/>
                        <a:pt x="-9" y="1408"/>
                        <a:pt x="612" y="743"/>
                      </a:cubicBezTo>
                      <a:cubicBezTo>
                        <a:pt x="1233" y="33"/>
                        <a:pt x="2075" y="-188"/>
                        <a:pt x="2474" y="1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79" name="Forme libre : forme 24978">
                  <a:extLst>
                    <a:ext uri="{FF2B5EF4-FFF2-40B4-BE49-F238E27FC236}">
                      <a16:creationId xmlns:a16="http://schemas.microsoft.com/office/drawing/2014/main" id="{2F98590F-6C26-42C3-B3B6-A825FF391239}"/>
                    </a:ext>
                  </a:extLst>
                </p:cNvPr>
                <p:cNvSpPr/>
                <p:nvPr/>
              </p:nvSpPr>
              <p:spPr>
                <a:xfrm>
                  <a:off x="5796142" y="1401818"/>
                  <a:ext cx="29578" cy="16871"/>
                </a:xfrm>
                <a:custGeom>
                  <a:avLst/>
                  <a:gdLst>
                    <a:gd name="connsiteX0" fmla="*/ 21237 w 29578"/>
                    <a:gd name="connsiteY0" fmla="*/ 59 h 16871"/>
                    <a:gd name="connsiteX1" fmla="*/ 28818 w 29578"/>
                    <a:gd name="connsiteY1" fmla="*/ 4270 h 16871"/>
                    <a:gd name="connsiteX2" fmla="*/ 28906 w 29578"/>
                    <a:gd name="connsiteY2" fmla="*/ 7728 h 16871"/>
                    <a:gd name="connsiteX3" fmla="*/ 25227 w 29578"/>
                    <a:gd name="connsiteY3" fmla="*/ 9147 h 16871"/>
                    <a:gd name="connsiteX4" fmla="*/ 14543 w 29578"/>
                    <a:gd name="connsiteY4" fmla="*/ 9191 h 16871"/>
                    <a:gd name="connsiteX5" fmla="*/ 3 w 29578"/>
                    <a:gd name="connsiteY5" fmla="*/ 15930 h 16871"/>
                    <a:gd name="connsiteX6" fmla="*/ 12504 w 29578"/>
                    <a:gd name="connsiteY6" fmla="*/ 2143 h 16871"/>
                    <a:gd name="connsiteX7" fmla="*/ 21237 w 29578"/>
                    <a:gd name="connsiteY7" fmla="*/ 59 h 16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578" h="16871">
                      <a:moveTo>
                        <a:pt x="21237" y="59"/>
                      </a:moveTo>
                      <a:cubicBezTo>
                        <a:pt x="24606" y="414"/>
                        <a:pt x="26911" y="2187"/>
                        <a:pt x="28818" y="4270"/>
                      </a:cubicBezTo>
                      <a:cubicBezTo>
                        <a:pt x="29527" y="5068"/>
                        <a:pt x="30059" y="6354"/>
                        <a:pt x="28906" y="7728"/>
                      </a:cubicBezTo>
                      <a:cubicBezTo>
                        <a:pt x="27887" y="8970"/>
                        <a:pt x="26335" y="9236"/>
                        <a:pt x="25227" y="9147"/>
                      </a:cubicBezTo>
                      <a:cubicBezTo>
                        <a:pt x="21813" y="8881"/>
                        <a:pt x="18666" y="7551"/>
                        <a:pt x="14543" y="9191"/>
                      </a:cubicBezTo>
                      <a:cubicBezTo>
                        <a:pt x="11883" y="10211"/>
                        <a:pt x="91" y="19875"/>
                        <a:pt x="3" y="15930"/>
                      </a:cubicBezTo>
                      <a:cubicBezTo>
                        <a:pt x="-175" y="11984"/>
                        <a:pt x="9046" y="4005"/>
                        <a:pt x="12504" y="2143"/>
                      </a:cubicBezTo>
                      <a:cubicBezTo>
                        <a:pt x="15651" y="414"/>
                        <a:pt x="18710" y="-207"/>
                        <a:pt x="21237" y="5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33" name="Graphique 2">
                <a:extLst>
                  <a:ext uri="{FF2B5EF4-FFF2-40B4-BE49-F238E27FC236}">
                    <a16:creationId xmlns:a16="http://schemas.microsoft.com/office/drawing/2014/main" id="{8F97803F-7762-40BA-A293-38E804E507EC}"/>
                  </a:ext>
                </a:extLst>
              </p:cNvPr>
              <p:cNvGrpSpPr/>
              <p:nvPr/>
            </p:nvGrpSpPr>
            <p:grpSpPr>
              <a:xfrm>
                <a:off x="5823883" y="1368214"/>
                <a:ext cx="72945" cy="41082"/>
                <a:chOff x="5823883" y="1368214"/>
                <a:chExt cx="72945" cy="41082"/>
              </a:xfrm>
              <a:solidFill>
                <a:schemeClr val="accent1"/>
              </a:solidFill>
            </p:grpSpPr>
            <p:sp>
              <p:nvSpPr>
                <p:cNvPr id="24956" name="Forme libre : forme 24955">
                  <a:extLst>
                    <a:ext uri="{FF2B5EF4-FFF2-40B4-BE49-F238E27FC236}">
                      <a16:creationId xmlns:a16="http://schemas.microsoft.com/office/drawing/2014/main" id="{5FBEE1E6-04EB-4ADE-8136-A4050B81B4AC}"/>
                    </a:ext>
                  </a:extLst>
                </p:cNvPr>
                <p:cNvSpPr/>
                <p:nvPr/>
              </p:nvSpPr>
              <p:spPr>
                <a:xfrm>
                  <a:off x="5823883" y="1368214"/>
                  <a:ext cx="72945" cy="41082"/>
                </a:xfrm>
                <a:custGeom>
                  <a:avLst/>
                  <a:gdLst>
                    <a:gd name="connsiteX0" fmla="*/ 45053 w 72945"/>
                    <a:gd name="connsiteY0" fmla="*/ 34417 h 41082"/>
                    <a:gd name="connsiteX1" fmla="*/ 41551 w 72945"/>
                    <a:gd name="connsiteY1" fmla="*/ 34151 h 41082"/>
                    <a:gd name="connsiteX2" fmla="*/ 39866 w 72945"/>
                    <a:gd name="connsiteY2" fmla="*/ 34151 h 41082"/>
                    <a:gd name="connsiteX3" fmla="*/ 38138 w 72945"/>
                    <a:gd name="connsiteY3" fmla="*/ 34461 h 41082"/>
                    <a:gd name="connsiteX4" fmla="*/ 30823 w 72945"/>
                    <a:gd name="connsiteY4" fmla="*/ 37033 h 41082"/>
                    <a:gd name="connsiteX5" fmla="*/ 24971 w 72945"/>
                    <a:gd name="connsiteY5" fmla="*/ 39560 h 41082"/>
                    <a:gd name="connsiteX6" fmla="*/ 18721 w 72945"/>
                    <a:gd name="connsiteY6" fmla="*/ 40978 h 41082"/>
                    <a:gd name="connsiteX7" fmla="*/ 12913 w 72945"/>
                    <a:gd name="connsiteY7" fmla="*/ 40712 h 41082"/>
                    <a:gd name="connsiteX8" fmla="*/ 8392 w 72945"/>
                    <a:gd name="connsiteY8" fmla="*/ 38185 h 41082"/>
                    <a:gd name="connsiteX9" fmla="*/ 1919 w 72945"/>
                    <a:gd name="connsiteY9" fmla="*/ 31092 h 41082"/>
                    <a:gd name="connsiteX10" fmla="*/ 13 w 72945"/>
                    <a:gd name="connsiteY10" fmla="*/ 26216 h 41082"/>
                    <a:gd name="connsiteX11" fmla="*/ 1432 w 72945"/>
                    <a:gd name="connsiteY11" fmla="*/ 19788 h 41082"/>
                    <a:gd name="connsiteX12" fmla="*/ 6441 w 72945"/>
                    <a:gd name="connsiteY12" fmla="*/ 12695 h 41082"/>
                    <a:gd name="connsiteX13" fmla="*/ 15263 w 72945"/>
                    <a:gd name="connsiteY13" fmla="*/ 6267 h 41082"/>
                    <a:gd name="connsiteX14" fmla="*/ 32596 w 72945"/>
                    <a:gd name="connsiteY14" fmla="*/ 681 h 41082"/>
                    <a:gd name="connsiteX15" fmla="*/ 37340 w 72945"/>
                    <a:gd name="connsiteY15" fmla="*/ 61 h 41082"/>
                    <a:gd name="connsiteX16" fmla="*/ 42172 w 72945"/>
                    <a:gd name="connsiteY16" fmla="*/ 16 h 41082"/>
                    <a:gd name="connsiteX17" fmla="*/ 51570 w 72945"/>
                    <a:gd name="connsiteY17" fmla="*/ 1036 h 41082"/>
                    <a:gd name="connsiteX18" fmla="*/ 57510 w 72945"/>
                    <a:gd name="connsiteY18" fmla="*/ 2898 h 41082"/>
                    <a:gd name="connsiteX19" fmla="*/ 62520 w 72945"/>
                    <a:gd name="connsiteY19" fmla="*/ 5469 h 41082"/>
                    <a:gd name="connsiteX20" fmla="*/ 69923 w 72945"/>
                    <a:gd name="connsiteY20" fmla="*/ 12163 h 41082"/>
                    <a:gd name="connsiteX21" fmla="*/ 72937 w 72945"/>
                    <a:gd name="connsiteY21" fmla="*/ 19433 h 41082"/>
                    <a:gd name="connsiteX22" fmla="*/ 71120 w 72945"/>
                    <a:gd name="connsiteY22" fmla="*/ 24354 h 41082"/>
                    <a:gd name="connsiteX23" fmla="*/ 64382 w 72945"/>
                    <a:gd name="connsiteY23" fmla="*/ 30649 h 41082"/>
                    <a:gd name="connsiteX24" fmla="*/ 60126 w 72945"/>
                    <a:gd name="connsiteY24" fmla="*/ 33043 h 41082"/>
                    <a:gd name="connsiteX25" fmla="*/ 55648 w 72945"/>
                    <a:gd name="connsiteY25" fmla="*/ 34506 h 41082"/>
                    <a:gd name="connsiteX26" fmla="*/ 53387 w 72945"/>
                    <a:gd name="connsiteY26" fmla="*/ 34993 h 41082"/>
                    <a:gd name="connsiteX27" fmla="*/ 50462 w 72945"/>
                    <a:gd name="connsiteY27" fmla="*/ 34993 h 41082"/>
                    <a:gd name="connsiteX28" fmla="*/ 47669 w 72945"/>
                    <a:gd name="connsiteY28" fmla="*/ 34816 h 41082"/>
                    <a:gd name="connsiteX29" fmla="*/ 45053 w 72945"/>
                    <a:gd name="connsiteY29" fmla="*/ 34417 h 4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2945" h="41082">
                      <a:moveTo>
                        <a:pt x="45053" y="34417"/>
                      </a:moveTo>
                      <a:cubicBezTo>
                        <a:pt x="43856" y="34373"/>
                        <a:pt x="42659" y="33930"/>
                        <a:pt x="41551" y="34151"/>
                      </a:cubicBezTo>
                      <a:cubicBezTo>
                        <a:pt x="40975" y="34196"/>
                        <a:pt x="40399" y="34196"/>
                        <a:pt x="39866" y="34151"/>
                      </a:cubicBezTo>
                      <a:cubicBezTo>
                        <a:pt x="39290" y="34196"/>
                        <a:pt x="38714" y="34373"/>
                        <a:pt x="38138" y="34461"/>
                      </a:cubicBezTo>
                      <a:cubicBezTo>
                        <a:pt x="35877" y="34727"/>
                        <a:pt x="33439" y="35836"/>
                        <a:pt x="30823" y="37033"/>
                      </a:cubicBezTo>
                      <a:cubicBezTo>
                        <a:pt x="29005" y="38141"/>
                        <a:pt x="27055" y="38762"/>
                        <a:pt x="24971" y="39560"/>
                      </a:cubicBezTo>
                      <a:cubicBezTo>
                        <a:pt x="22932" y="40136"/>
                        <a:pt x="20804" y="40756"/>
                        <a:pt x="18721" y="40978"/>
                      </a:cubicBezTo>
                      <a:cubicBezTo>
                        <a:pt x="16637" y="41111"/>
                        <a:pt x="14686" y="41200"/>
                        <a:pt x="12913" y="40712"/>
                      </a:cubicBezTo>
                      <a:cubicBezTo>
                        <a:pt x="11140" y="40269"/>
                        <a:pt x="9588" y="39471"/>
                        <a:pt x="8392" y="38185"/>
                      </a:cubicBezTo>
                      <a:lnTo>
                        <a:pt x="1919" y="31092"/>
                      </a:lnTo>
                      <a:cubicBezTo>
                        <a:pt x="767" y="29807"/>
                        <a:pt x="102" y="28166"/>
                        <a:pt x="13" y="26216"/>
                      </a:cubicBezTo>
                      <a:cubicBezTo>
                        <a:pt x="-76" y="24310"/>
                        <a:pt x="279" y="22049"/>
                        <a:pt x="1432" y="19788"/>
                      </a:cubicBezTo>
                      <a:cubicBezTo>
                        <a:pt x="2540" y="17483"/>
                        <a:pt x="4047" y="15000"/>
                        <a:pt x="6441" y="12695"/>
                      </a:cubicBezTo>
                      <a:cubicBezTo>
                        <a:pt x="8613" y="10301"/>
                        <a:pt x="11805" y="8173"/>
                        <a:pt x="15263" y="6267"/>
                      </a:cubicBezTo>
                      <a:cubicBezTo>
                        <a:pt x="20538" y="3829"/>
                        <a:pt x="26213" y="1568"/>
                        <a:pt x="32596" y="681"/>
                      </a:cubicBezTo>
                      <a:cubicBezTo>
                        <a:pt x="34192" y="460"/>
                        <a:pt x="35744" y="194"/>
                        <a:pt x="37340" y="61"/>
                      </a:cubicBezTo>
                      <a:lnTo>
                        <a:pt x="42172" y="16"/>
                      </a:lnTo>
                      <a:cubicBezTo>
                        <a:pt x="45408" y="-117"/>
                        <a:pt x="48467" y="593"/>
                        <a:pt x="51570" y="1036"/>
                      </a:cubicBezTo>
                      <a:cubicBezTo>
                        <a:pt x="53786" y="1346"/>
                        <a:pt x="55648" y="2189"/>
                        <a:pt x="57510" y="2898"/>
                      </a:cubicBezTo>
                      <a:cubicBezTo>
                        <a:pt x="59416" y="3607"/>
                        <a:pt x="61101" y="4449"/>
                        <a:pt x="62520" y="5469"/>
                      </a:cubicBezTo>
                      <a:cubicBezTo>
                        <a:pt x="65445" y="7464"/>
                        <a:pt x="67751" y="9415"/>
                        <a:pt x="69923" y="12163"/>
                      </a:cubicBezTo>
                      <a:cubicBezTo>
                        <a:pt x="71873" y="14734"/>
                        <a:pt x="72804" y="17350"/>
                        <a:pt x="72937" y="19433"/>
                      </a:cubicBezTo>
                      <a:cubicBezTo>
                        <a:pt x="73026" y="21561"/>
                        <a:pt x="72361" y="23201"/>
                        <a:pt x="71120" y="24354"/>
                      </a:cubicBezTo>
                      <a:lnTo>
                        <a:pt x="64382" y="30649"/>
                      </a:lnTo>
                      <a:cubicBezTo>
                        <a:pt x="63140" y="31802"/>
                        <a:pt x="61633" y="32511"/>
                        <a:pt x="60126" y="33043"/>
                      </a:cubicBezTo>
                      <a:cubicBezTo>
                        <a:pt x="58574" y="33619"/>
                        <a:pt x="57067" y="34063"/>
                        <a:pt x="55648" y="34506"/>
                      </a:cubicBezTo>
                      <a:cubicBezTo>
                        <a:pt x="54806" y="34727"/>
                        <a:pt x="54496" y="34949"/>
                        <a:pt x="53387" y="34993"/>
                      </a:cubicBezTo>
                      <a:cubicBezTo>
                        <a:pt x="52412" y="35082"/>
                        <a:pt x="51437" y="35082"/>
                        <a:pt x="50462" y="34993"/>
                      </a:cubicBezTo>
                      <a:cubicBezTo>
                        <a:pt x="49486" y="34816"/>
                        <a:pt x="48555" y="34816"/>
                        <a:pt x="47669" y="34816"/>
                      </a:cubicBezTo>
                      <a:cubicBezTo>
                        <a:pt x="46782" y="34816"/>
                        <a:pt x="45896" y="34461"/>
                        <a:pt x="45053" y="34417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57" name="Forme libre : forme 24956">
                  <a:extLst>
                    <a:ext uri="{FF2B5EF4-FFF2-40B4-BE49-F238E27FC236}">
                      <a16:creationId xmlns:a16="http://schemas.microsoft.com/office/drawing/2014/main" id="{81E61AC8-AE64-4044-AC02-F2DF8647B0B6}"/>
                    </a:ext>
                  </a:extLst>
                </p:cNvPr>
                <p:cNvSpPr/>
                <p:nvPr/>
              </p:nvSpPr>
              <p:spPr>
                <a:xfrm>
                  <a:off x="5829526" y="1389775"/>
                  <a:ext cx="59004" cy="19464"/>
                </a:xfrm>
                <a:custGeom>
                  <a:avLst/>
                  <a:gdLst>
                    <a:gd name="connsiteX0" fmla="*/ 23806 w 59004"/>
                    <a:gd name="connsiteY0" fmla="*/ 3679 h 19464"/>
                    <a:gd name="connsiteX1" fmla="*/ 11881 w 59004"/>
                    <a:gd name="connsiteY1" fmla="*/ 10196 h 19464"/>
                    <a:gd name="connsiteX2" fmla="*/ 0 w 59004"/>
                    <a:gd name="connsiteY2" fmla="*/ 13521 h 19464"/>
                    <a:gd name="connsiteX3" fmla="*/ 2793 w 59004"/>
                    <a:gd name="connsiteY3" fmla="*/ 16580 h 19464"/>
                    <a:gd name="connsiteX4" fmla="*/ 7315 w 59004"/>
                    <a:gd name="connsiteY4" fmla="*/ 19107 h 19464"/>
                    <a:gd name="connsiteX5" fmla="*/ 13122 w 59004"/>
                    <a:gd name="connsiteY5" fmla="*/ 19373 h 19464"/>
                    <a:gd name="connsiteX6" fmla="*/ 19373 w 59004"/>
                    <a:gd name="connsiteY6" fmla="*/ 17954 h 19464"/>
                    <a:gd name="connsiteX7" fmla="*/ 25224 w 59004"/>
                    <a:gd name="connsiteY7" fmla="*/ 15427 h 19464"/>
                    <a:gd name="connsiteX8" fmla="*/ 32539 w 59004"/>
                    <a:gd name="connsiteY8" fmla="*/ 12856 h 19464"/>
                    <a:gd name="connsiteX9" fmla="*/ 34268 w 59004"/>
                    <a:gd name="connsiteY9" fmla="*/ 12546 h 19464"/>
                    <a:gd name="connsiteX10" fmla="*/ 35952 w 59004"/>
                    <a:gd name="connsiteY10" fmla="*/ 12546 h 19464"/>
                    <a:gd name="connsiteX11" fmla="*/ 39455 w 59004"/>
                    <a:gd name="connsiteY11" fmla="*/ 12812 h 19464"/>
                    <a:gd name="connsiteX12" fmla="*/ 42070 w 59004"/>
                    <a:gd name="connsiteY12" fmla="*/ 13211 h 19464"/>
                    <a:gd name="connsiteX13" fmla="*/ 44863 w 59004"/>
                    <a:gd name="connsiteY13" fmla="*/ 13388 h 19464"/>
                    <a:gd name="connsiteX14" fmla="*/ 47789 w 59004"/>
                    <a:gd name="connsiteY14" fmla="*/ 13388 h 19464"/>
                    <a:gd name="connsiteX15" fmla="*/ 50050 w 59004"/>
                    <a:gd name="connsiteY15" fmla="*/ 12900 h 19464"/>
                    <a:gd name="connsiteX16" fmla="*/ 54527 w 59004"/>
                    <a:gd name="connsiteY16" fmla="*/ 11437 h 19464"/>
                    <a:gd name="connsiteX17" fmla="*/ 58783 w 59004"/>
                    <a:gd name="connsiteY17" fmla="*/ 9044 h 19464"/>
                    <a:gd name="connsiteX18" fmla="*/ 59004 w 59004"/>
                    <a:gd name="connsiteY18" fmla="*/ 8822 h 19464"/>
                    <a:gd name="connsiteX19" fmla="*/ 51291 w 59004"/>
                    <a:gd name="connsiteY19" fmla="*/ 3768 h 19464"/>
                    <a:gd name="connsiteX20" fmla="*/ 42070 w 59004"/>
                    <a:gd name="connsiteY20" fmla="*/ 576 h 19464"/>
                    <a:gd name="connsiteX21" fmla="*/ 37371 w 59004"/>
                    <a:gd name="connsiteY21" fmla="*/ 0 h 19464"/>
                    <a:gd name="connsiteX22" fmla="*/ 32672 w 59004"/>
                    <a:gd name="connsiteY22" fmla="*/ 310 h 19464"/>
                    <a:gd name="connsiteX23" fmla="*/ 28106 w 59004"/>
                    <a:gd name="connsiteY23" fmla="*/ 1507 h 19464"/>
                    <a:gd name="connsiteX24" fmla="*/ 23806 w 59004"/>
                    <a:gd name="connsiteY24" fmla="*/ 3679 h 19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9004" h="19464">
                      <a:moveTo>
                        <a:pt x="23806" y="3679"/>
                      </a:moveTo>
                      <a:cubicBezTo>
                        <a:pt x="19905" y="6029"/>
                        <a:pt x="15959" y="8379"/>
                        <a:pt x="11881" y="10196"/>
                      </a:cubicBezTo>
                      <a:cubicBezTo>
                        <a:pt x="7847" y="12058"/>
                        <a:pt x="3724" y="13344"/>
                        <a:pt x="0" y="13521"/>
                      </a:cubicBezTo>
                      <a:lnTo>
                        <a:pt x="2793" y="16580"/>
                      </a:lnTo>
                      <a:cubicBezTo>
                        <a:pt x="3945" y="17865"/>
                        <a:pt x="5541" y="18708"/>
                        <a:pt x="7315" y="19107"/>
                      </a:cubicBezTo>
                      <a:cubicBezTo>
                        <a:pt x="9088" y="19550"/>
                        <a:pt x="11083" y="19506"/>
                        <a:pt x="13122" y="19373"/>
                      </a:cubicBezTo>
                      <a:cubicBezTo>
                        <a:pt x="15205" y="19195"/>
                        <a:pt x="17289" y="18530"/>
                        <a:pt x="19373" y="17954"/>
                      </a:cubicBezTo>
                      <a:cubicBezTo>
                        <a:pt x="21456" y="17156"/>
                        <a:pt x="23407" y="16535"/>
                        <a:pt x="25224" y="15427"/>
                      </a:cubicBezTo>
                      <a:cubicBezTo>
                        <a:pt x="27795" y="14230"/>
                        <a:pt x="30234" y="13166"/>
                        <a:pt x="32539" y="12856"/>
                      </a:cubicBezTo>
                      <a:cubicBezTo>
                        <a:pt x="33115" y="12767"/>
                        <a:pt x="33691" y="12590"/>
                        <a:pt x="34268" y="12546"/>
                      </a:cubicBezTo>
                      <a:cubicBezTo>
                        <a:pt x="34844" y="12546"/>
                        <a:pt x="35420" y="12546"/>
                        <a:pt x="35952" y="12546"/>
                      </a:cubicBezTo>
                      <a:cubicBezTo>
                        <a:pt x="37061" y="12324"/>
                        <a:pt x="38258" y="12812"/>
                        <a:pt x="39455" y="12812"/>
                      </a:cubicBezTo>
                      <a:cubicBezTo>
                        <a:pt x="40297" y="12856"/>
                        <a:pt x="41183" y="13211"/>
                        <a:pt x="42070" y="13211"/>
                      </a:cubicBezTo>
                      <a:cubicBezTo>
                        <a:pt x="42957" y="13255"/>
                        <a:pt x="43888" y="13255"/>
                        <a:pt x="44863" y="13388"/>
                      </a:cubicBezTo>
                      <a:cubicBezTo>
                        <a:pt x="45838" y="13477"/>
                        <a:pt x="46813" y="13477"/>
                        <a:pt x="47789" y="13388"/>
                      </a:cubicBezTo>
                      <a:cubicBezTo>
                        <a:pt x="48941" y="13344"/>
                        <a:pt x="49207" y="13122"/>
                        <a:pt x="50050" y="12900"/>
                      </a:cubicBezTo>
                      <a:cubicBezTo>
                        <a:pt x="51468" y="12457"/>
                        <a:pt x="52975" y="12058"/>
                        <a:pt x="54527" y="11437"/>
                      </a:cubicBezTo>
                      <a:cubicBezTo>
                        <a:pt x="56034" y="10905"/>
                        <a:pt x="57542" y="10152"/>
                        <a:pt x="58783" y="9044"/>
                      </a:cubicBezTo>
                      <a:lnTo>
                        <a:pt x="59004" y="8822"/>
                      </a:lnTo>
                      <a:cubicBezTo>
                        <a:pt x="56744" y="6605"/>
                        <a:pt x="54438" y="5009"/>
                        <a:pt x="51291" y="3768"/>
                      </a:cubicBezTo>
                      <a:cubicBezTo>
                        <a:pt x="48276" y="2261"/>
                        <a:pt x="45173" y="1286"/>
                        <a:pt x="42070" y="576"/>
                      </a:cubicBezTo>
                      <a:cubicBezTo>
                        <a:pt x="40474" y="399"/>
                        <a:pt x="38923" y="89"/>
                        <a:pt x="37371" y="0"/>
                      </a:cubicBezTo>
                      <a:cubicBezTo>
                        <a:pt x="35819" y="89"/>
                        <a:pt x="34223" y="44"/>
                        <a:pt x="32672" y="310"/>
                      </a:cubicBezTo>
                      <a:cubicBezTo>
                        <a:pt x="31120" y="709"/>
                        <a:pt x="29613" y="931"/>
                        <a:pt x="28106" y="1507"/>
                      </a:cubicBezTo>
                      <a:cubicBezTo>
                        <a:pt x="26599" y="2305"/>
                        <a:pt x="25136" y="2793"/>
                        <a:pt x="23806" y="367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58" name="Forme libre : forme 24957">
                  <a:extLst>
                    <a:ext uri="{FF2B5EF4-FFF2-40B4-BE49-F238E27FC236}">
                      <a16:creationId xmlns:a16="http://schemas.microsoft.com/office/drawing/2014/main" id="{3BE556C5-1D97-4D01-AAA0-50854D5AC723}"/>
                    </a:ext>
                  </a:extLst>
                </p:cNvPr>
                <p:cNvSpPr/>
                <p:nvPr/>
              </p:nvSpPr>
              <p:spPr>
                <a:xfrm>
                  <a:off x="5848541" y="1379654"/>
                  <a:ext cx="30912" cy="13049"/>
                </a:xfrm>
                <a:custGeom>
                  <a:avLst/>
                  <a:gdLst>
                    <a:gd name="connsiteX0" fmla="*/ 30725 w 30912"/>
                    <a:gd name="connsiteY0" fmla="*/ 9191 h 13049"/>
                    <a:gd name="connsiteX1" fmla="*/ 25139 w 30912"/>
                    <a:gd name="connsiteY1" fmla="*/ 12161 h 13049"/>
                    <a:gd name="connsiteX2" fmla="*/ 20662 w 30912"/>
                    <a:gd name="connsiteY2" fmla="*/ 12648 h 13049"/>
                    <a:gd name="connsiteX3" fmla="*/ 15608 w 30912"/>
                    <a:gd name="connsiteY3" fmla="*/ 12914 h 13049"/>
                    <a:gd name="connsiteX4" fmla="*/ 10554 w 30912"/>
                    <a:gd name="connsiteY4" fmla="*/ 13003 h 13049"/>
                    <a:gd name="connsiteX5" fmla="*/ 6032 w 30912"/>
                    <a:gd name="connsiteY5" fmla="*/ 12826 h 13049"/>
                    <a:gd name="connsiteX6" fmla="*/ 2397 w 30912"/>
                    <a:gd name="connsiteY6" fmla="*/ 12072 h 13049"/>
                    <a:gd name="connsiteX7" fmla="*/ 269 w 30912"/>
                    <a:gd name="connsiteY7" fmla="*/ 10254 h 13049"/>
                    <a:gd name="connsiteX8" fmla="*/ 402 w 30912"/>
                    <a:gd name="connsiteY8" fmla="*/ 7417 h 13049"/>
                    <a:gd name="connsiteX9" fmla="*/ 3018 w 30912"/>
                    <a:gd name="connsiteY9" fmla="*/ 4137 h 13049"/>
                    <a:gd name="connsiteX10" fmla="*/ 8116 w 30912"/>
                    <a:gd name="connsiteY10" fmla="*/ 1300 h 13049"/>
                    <a:gd name="connsiteX11" fmla="*/ 15165 w 30912"/>
                    <a:gd name="connsiteY11" fmla="*/ 14 h 13049"/>
                    <a:gd name="connsiteX12" fmla="*/ 22258 w 30912"/>
                    <a:gd name="connsiteY12" fmla="*/ 945 h 13049"/>
                    <a:gd name="connsiteX13" fmla="*/ 27533 w 30912"/>
                    <a:gd name="connsiteY13" fmla="*/ 3427 h 13049"/>
                    <a:gd name="connsiteX14" fmla="*/ 30725 w 30912"/>
                    <a:gd name="connsiteY14" fmla="*/ 9191 h 1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912" h="13049">
                      <a:moveTo>
                        <a:pt x="30725" y="9191"/>
                      </a:moveTo>
                      <a:cubicBezTo>
                        <a:pt x="30104" y="10742"/>
                        <a:pt x="27888" y="11717"/>
                        <a:pt x="25139" y="12161"/>
                      </a:cubicBezTo>
                      <a:cubicBezTo>
                        <a:pt x="23765" y="12294"/>
                        <a:pt x="22258" y="12515"/>
                        <a:pt x="20662" y="12648"/>
                      </a:cubicBezTo>
                      <a:cubicBezTo>
                        <a:pt x="19066" y="12648"/>
                        <a:pt x="17381" y="12826"/>
                        <a:pt x="15608" y="12914"/>
                      </a:cubicBezTo>
                      <a:cubicBezTo>
                        <a:pt x="13835" y="12781"/>
                        <a:pt x="12194" y="13180"/>
                        <a:pt x="10554" y="13003"/>
                      </a:cubicBezTo>
                      <a:cubicBezTo>
                        <a:pt x="8958" y="13003"/>
                        <a:pt x="7451" y="13092"/>
                        <a:pt x="6032" y="12826"/>
                      </a:cubicBezTo>
                      <a:cubicBezTo>
                        <a:pt x="4614" y="12604"/>
                        <a:pt x="3417" y="12515"/>
                        <a:pt x="2397" y="12072"/>
                      </a:cubicBezTo>
                      <a:cubicBezTo>
                        <a:pt x="1378" y="11673"/>
                        <a:pt x="624" y="11052"/>
                        <a:pt x="269" y="10254"/>
                      </a:cubicBezTo>
                      <a:cubicBezTo>
                        <a:pt x="-130" y="9457"/>
                        <a:pt x="-85" y="8481"/>
                        <a:pt x="402" y="7417"/>
                      </a:cubicBezTo>
                      <a:cubicBezTo>
                        <a:pt x="890" y="6398"/>
                        <a:pt x="1688" y="5112"/>
                        <a:pt x="3018" y="4137"/>
                      </a:cubicBezTo>
                      <a:cubicBezTo>
                        <a:pt x="4348" y="3161"/>
                        <a:pt x="6032" y="2009"/>
                        <a:pt x="8116" y="1300"/>
                      </a:cubicBezTo>
                      <a:cubicBezTo>
                        <a:pt x="10200" y="723"/>
                        <a:pt x="12593" y="-119"/>
                        <a:pt x="15165" y="14"/>
                      </a:cubicBezTo>
                      <a:cubicBezTo>
                        <a:pt x="17736" y="-30"/>
                        <a:pt x="20174" y="191"/>
                        <a:pt x="22258" y="945"/>
                      </a:cubicBezTo>
                      <a:cubicBezTo>
                        <a:pt x="24385" y="1521"/>
                        <a:pt x="26203" y="2364"/>
                        <a:pt x="27533" y="3427"/>
                      </a:cubicBezTo>
                      <a:cubicBezTo>
                        <a:pt x="30281" y="5378"/>
                        <a:pt x="31390" y="7462"/>
                        <a:pt x="30725" y="9191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59" name="Forme libre : forme 24958">
                  <a:extLst>
                    <a:ext uri="{FF2B5EF4-FFF2-40B4-BE49-F238E27FC236}">
                      <a16:creationId xmlns:a16="http://schemas.microsoft.com/office/drawing/2014/main" id="{32EC44AA-1FBF-4E49-8B24-C8B5F2A536AF}"/>
                    </a:ext>
                  </a:extLst>
                </p:cNvPr>
                <p:cNvSpPr/>
                <p:nvPr/>
              </p:nvSpPr>
              <p:spPr>
                <a:xfrm>
                  <a:off x="5848542" y="1382283"/>
                  <a:ext cx="21458" cy="10375"/>
                </a:xfrm>
                <a:custGeom>
                  <a:avLst/>
                  <a:gdLst>
                    <a:gd name="connsiteX0" fmla="*/ 5278 w 21458"/>
                    <a:gd name="connsiteY0" fmla="*/ 0 h 10375"/>
                    <a:gd name="connsiteX1" fmla="*/ 800 w 21458"/>
                    <a:gd name="connsiteY1" fmla="*/ 3946 h 10375"/>
                    <a:gd name="connsiteX2" fmla="*/ 268 w 21458"/>
                    <a:gd name="connsiteY2" fmla="*/ 7581 h 10375"/>
                    <a:gd name="connsiteX3" fmla="*/ 2396 w 21458"/>
                    <a:gd name="connsiteY3" fmla="*/ 9398 h 10375"/>
                    <a:gd name="connsiteX4" fmla="*/ 6031 w 21458"/>
                    <a:gd name="connsiteY4" fmla="*/ 10152 h 10375"/>
                    <a:gd name="connsiteX5" fmla="*/ 10553 w 21458"/>
                    <a:gd name="connsiteY5" fmla="*/ 10329 h 10375"/>
                    <a:gd name="connsiteX6" fmla="*/ 15607 w 21458"/>
                    <a:gd name="connsiteY6" fmla="*/ 10240 h 10375"/>
                    <a:gd name="connsiteX7" fmla="*/ 18621 w 21458"/>
                    <a:gd name="connsiteY7" fmla="*/ 10019 h 10375"/>
                    <a:gd name="connsiteX8" fmla="*/ 21458 w 21458"/>
                    <a:gd name="connsiteY8" fmla="*/ 9930 h 10375"/>
                    <a:gd name="connsiteX9" fmla="*/ 18222 w 21458"/>
                    <a:gd name="connsiteY9" fmla="*/ 9088 h 10375"/>
                    <a:gd name="connsiteX10" fmla="*/ 13966 w 21458"/>
                    <a:gd name="connsiteY10" fmla="*/ 7270 h 10375"/>
                    <a:gd name="connsiteX11" fmla="*/ 9977 w 21458"/>
                    <a:gd name="connsiteY11" fmla="*/ 5320 h 10375"/>
                    <a:gd name="connsiteX12" fmla="*/ 5278 w 21458"/>
                    <a:gd name="connsiteY12" fmla="*/ 0 h 10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458" h="10375">
                      <a:moveTo>
                        <a:pt x="5278" y="0"/>
                      </a:moveTo>
                      <a:cubicBezTo>
                        <a:pt x="3150" y="1197"/>
                        <a:pt x="1598" y="2527"/>
                        <a:pt x="800" y="3946"/>
                      </a:cubicBezTo>
                      <a:cubicBezTo>
                        <a:pt x="-42" y="5320"/>
                        <a:pt x="-219" y="6561"/>
                        <a:pt x="268" y="7581"/>
                      </a:cubicBezTo>
                      <a:cubicBezTo>
                        <a:pt x="667" y="8379"/>
                        <a:pt x="1421" y="8999"/>
                        <a:pt x="2396" y="9398"/>
                      </a:cubicBezTo>
                      <a:cubicBezTo>
                        <a:pt x="3416" y="9841"/>
                        <a:pt x="4613" y="9930"/>
                        <a:pt x="6031" y="10152"/>
                      </a:cubicBezTo>
                      <a:cubicBezTo>
                        <a:pt x="7450" y="10373"/>
                        <a:pt x="8957" y="10285"/>
                        <a:pt x="10553" y="10329"/>
                      </a:cubicBezTo>
                      <a:cubicBezTo>
                        <a:pt x="12193" y="10506"/>
                        <a:pt x="13833" y="10107"/>
                        <a:pt x="15607" y="10240"/>
                      </a:cubicBezTo>
                      <a:cubicBezTo>
                        <a:pt x="16626" y="10240"/>
                        <a:pt x="17646" y="10152"/>
                        <a:pt x="18621" y="10019"/>
                      </a:cubicBezTo>
                      <a:cubicBezTo>
                        <a:pt x="19597" y="10063"/>
                        <a:pt x="20527" y="10019"/>
                        <a:pt x="21458" y="9930"/>
                      </a:cubicBezTo>
                      <a:cubicBezTo>
                        <a:pt x="20350" y="9797"/>
                        <a:pt x="19286" y="9398"/>
                        <a:pt x="18222" y="9088"/>
                      </a:cubicBezTo>
                      <a:cubicBezTo>
                        <a:pt x="16804" y="8645"/>
                        <a:pt x="15341" y="7980"/>
                        <a:pt x="13966" y="7270"/>
                      </a:cubicBezTo>
                      <a:cubicBezTo>
                        <a:pt x="12592" y="6738"/>
                        <a:pt x="11218" y="6073"/>
                        <a:pt x="9977" y="5320"/>
                      </a:cubicBezTo>
                      <a:cubicBezTo>
                        <a:pt x="7538" y="3768"/>
                        <a:pt x="5588" y="2261"/>
                        <a:pt x="5278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60" name="Forme libre : forme 24959">
                  <a:extLst>
                    <a:ext uri="{FF2B5EF4-FFF2-40B4-BE49-F238E27FC236}">
                      <a16:creationId xmlns:a16="http://schemas.microsoft.com/office/drawing/2014/main" id="{F055881C-BB54-4A0F-BD90-4800C5802FAD}"/>
                    </a:ext>
                  </a:extLst>
                </p:cNvPr>
                <p:cNvSpPr/>
                <p:nvPr/>
              </p:nvSpPr>
              <p:spPr>
                <a:xfrm>
                  <a:off x="5850570" y="1381114"/>
                  <a:ext cx="29797" cy="12872"/>
                </a:xfrm>
                <a:custGeom>
                  <a:avLst/>
                  <a:gdLst>
                    <a:gd name="connsiteX0" fmla="*/ 29582 w 29797"/>
                    <a:gd name="connsiteY0" fmla="*/ 9681 h 12872"/>
                    <a:gd name="connsiteX1" fmla="*/ 24040 w 29797"/>
                    <a:gd name="connsiteY1" fmla="*/ 12473 h 12872"/>
                    <a:gd name="connsiteX2" fmla="*/ 19652 w 29797"/>
                    <a:gd name="connsiteY2" fmla="*/ 12784 h 12872"/>
                    <a:gd name="connsiteX3" fmla="*/ 14819 w 29797"/>
                    <a:gd name="connsiteY3" fmla="*/ 12872 h 12872"/>
                    <a:gd name="connsiteX4" fmla="*/ 12381 w 29797"/>
                    <a:gd name="connsiteY4" fmla="*/ 12739 h 12872"/>
                    <a:gd name="connsiteX5" fmla="*/ 10032 w 29797"/>
                    <a:gd name="connsiteY5" fmla="*/ 12739 h 12872"/>
                    <a:gd name="connsiteX6" fmla="*/ 5732 w 29797"/>
                    <a:gd name="connsiteY6" fmla="*/ 12340 h 12872"/>
                    <a:gd name="connsiteX7" fmla="*/ 235 w 29797"/>
                    <a:gd name="connsiteY7" fmla="*/ 9459 h 12872"/>
                    <a:gd name="connsiteX8" fmla="*/ 3072 w 29797"/>
                    <a:gd name="connsiteY8" fmla="*/ 3563 h 12872"/>
                    <a:gd name="connsiteX9" fmla="*/ 8081 w 29797"/>
                    <a:gd name="connsiteY9" fmla="*/ 992 h 12872"/>
                    <a:gd name="connsiteX10" fmla="*/ 11317 w 29797"/>
                    <a:gd name="connsiteY10" fmla="*/ 149 h 12872"/>
                    <a:gd name="connsiteX11" fmla="*/ 14908 w 29797"/>
                    <a:gd name="connsiteY11" fmla="*/ 16 h 12872"/>
                    <a:gd name="connsiteX12" fmla="*/ 21735 w 29797"/>
                    <a:gd name="connsiteY12" fmla="*/ 1169 h 12872"/>
                    <a:gd name="connsiteX13" fmla="*/ 26700 w 29797"/>
                    <a:gd name="connsiteY13" fmla="*/ 3829 h 12872"/>
                    <a:gd name="connsiteX14" fmla="*/ 29582 w 29797"/>
                    <a:gd name="connsiteY14" fmla="*/ 9681 h 12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9797" h="12872">
                      <a:moveTo>
                        <a:pt x="29582" y="9681"/>
                      </a:moveTo>
                      <a:cubicBezTo>
                        <a:pt x="28872" y="11365"/>
                        <a:pt x="26744" y="11897"/>
                        <a:pt x="24040" y="12473"/>
                      </a:cubicBezTo>
                      <a:cubicBezTo>
                        <a:pt x="22710" y="12784"/>
                        <a:pt x="21203" y="12562"/>
                        <a:pt x="19652" y="12784"/>
                      </a:cubicBezTo>
                      <a:cubicBezTo>
                        <a:pt x="18100" y="12961"/>
                        <a:pt x="16504" y="12695"/>
                        <a:pt x="14819" y="12872"/>
                      </a:cubicBezTo>
                      <a:cubicBezTo>
                        <a:pt x="13977" y="12872"/>
                        <a:pt x="13179" y="12828"/>
                        <a:pt x="12381" y="12739"/>
                      </a:cubicBezTo>
                      <a:cubicBezTo>
                        <a:pt x="11583" y="12784"/>
                        <a:pt x="10830" y="12784"/>
                        <a:pt x="10032" y="12739"/>
                      </a:cubicBezTo>
                      <a:cubicBezTo>
                        <a:pt x="8524" y="12562"/>
                        <a:pt x="7062" y="12518"/>
                        <a:pt x="5732" y="12340"/>
                      </a:cubicBezTo>
                      <a:cubicBezTo>
                        <a:pt x="3072" y="11808"/>
                        <a:pt x="944" y="11143"/>
                        <a:pt x="235" y="9459"/>
                      </a:cubicBezTo>
                      <a:cubicBezTo>
                        <a:pt x="-475" y="7863"/>
                        <a:pt x="412" y="5469"/>
                        <a:pt x="3072" y="3563"/>
                      </a:cubicBezTo>
                      <a:cubicBezTo>
                        <a:pt x="4357" y="2543"/>
                        <a:pt x="6042" y="1524"/>
                        <a:pt x="8081" y="992"/>
                      </a:cubicBezTo>
                      <a:cubicBezTo>
                        <a:pt x="9101" y="681"/>
                        <a:pt x="10209" y="371"/>
                        <a:pt x="11317" y="149"/>
                      </a:cubicBezTo>
                      <a:cubicBezTo>
                        <a:pt x="12470" y="61"/>
                        <a:pt x="13667" y="16"/>
                        <a:pt x="14908" y="16"/>
                      </a:cubicBezTo>
                      <a:cubicBezTo>
                        <a:pt x="17391" y="-117"/>
                        <a:pt x="19696" y="593"/>
                        <a:pt x="21735" y="1169"/>
                      </a:cubicBezTo>
                      <a:cubicBezTo>
                        <a:pt x="23774" y="1701"/>
                        <a:pt x="25370" y="2942"/>
                        <a:pt x="26700" y="3829"/>
                      </a:cubicBezTo>
                      <a:cubicBezTo>
                        <a:pt x="29404" y="5646"/>
                        <a:pt x="30247" y="8129"/>
                        <a:pt x="29582" y="968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61" name="Forme libre : forme 24960">
                  <a:extLst>
                    <a:ext uri="{FF2B5EF4-FFF2-40B4-BE49-F238E27FC236}">
                      <a16:creationId xmlns:a16="http://schemas.microsoft.com/office/drawing/2014/main" id="{CC7F2820-8F6F-4AA5-B772-884C74903ACC}"/>
                    </a:ext>
                  </a:extLst>
                </p:cNvPr>
                <p:cNvSpPr/>
                <p:nvPr/>
              </p:nvSpPr>
              <p:spPr>
                <a:xfrm>
                  <a:off x="5833380" y="1382386"/>
                  <a:ext cx="38716" cy="20151"/>
                </a:xfrm>
                <a:custGeom>
                  <a:avLst/>
                  <a:gdLst>
                    <a:gd name="connsiteX0" fmla="*/ 4569 w 38716"/>
                    <a:gd name="connsiteY0" fmla="*/ 15192 h 20151"/>
                    <a:gd name="connsiteX1" fmla="*/ 9047 w 38716"/>
                    <a:gd name="connsiteY1" fmla="*/ 19448 h 20151"/>
                    <a:gd name="connsiteX2" fmla="*/ 23454 w 38716"/>
                    <a:gd name="connsiteY2" fmla="*/ 18605 h 20151"/>
                    <a:gd name="connsiteX3" fmla="*/ 33828 w 38716"/>
                    <a:gd name="connsiteY3" fmla="*/ 16167 h 20151"/>
                    <a:gd name="connsiteX4" fmla="*/ 37374 w 38716"/>
                    <a:gd name="connsiteY4" fmla="*/ 14128 h 20151"/>
                    <a:gd name="connsiteX5" fmla="*/ 38616 w 38716"/>
                    <a:gd name="connsiteY5" fmla="*/ 11069 h 20151"/>
                    <a:gd name="connsiteX6" fmla="*/ 34404 w 38716"/>
                    <a:gd name="connsiteY6" fmla="*/ 7345 h 20151"/>
                    <a:gd name="connsiteX7" fmla="*/ 20529 w 38716"/>
                    <a:gd name="connsiteY7" fmla="*/ 1848 h 20151"/>
                    <a:gd name="connsiteX8" fmla="*/ 16760 w 38716"/>
                    <a:gd name="connsiteY8" fmla="*/ 651 h 20151"/>
                    <a:gd name="connsiteX9" fmla="*/ 11884 w 38716"/>
                    <a:gd name="connsiteY9" fmla="*/ 31 h 20151"/>
                    <a:gd name="connsiteX10" fmla="*/ 6564 w 38716"/>
                    <a:gd name="connsiteY10" fmla="*/ 784 h 20151"/>
                    <a:gd name="connsiteX11" fmla="*/ 1821 w 38716"/>
                    <a:gd name="connsiteY11" fmla="*/ 3666 h 20151"/>
                    <a:gd name="connsiteX12" fmla="*/ 890 w 38716"/>
                    <a:gd name="connsiteY12" fmla="*/ 10404 h 20151"/>
                    <a:gd name="connsiteX13" fmla="*/ 4569 w 38716"/>
                    <a:gd name="connsiteY13" fmla="*/ 15192 h 20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716" h="20151">
                      <a:moveTo>
                        <a:pt x="4569" y="15192"/>
                      </a:moveTo>
                      <a:cubicBezTo>
                        <a:pt x="5722" y="16921"/>
                        <a:pt x="6919" y="18605"/>
                        <a:pt x="9047" y="19448"/>
                      </a:cubicBezTo>
                      <a:cubicBezTo>
                        <a:pt x="13037" y="21132"/>
                        <a:pt x="18933" y="19359"/>
                        <a:pt x="23454" y="18605"/>
                      </a:cubicBezTo>
                      <a:cubicBezTo>
                        <a:pt x="27267" y="17940"/>
                        <a:pt x="30459" y="17497"/>
                        <a:pt x="33828" y="16167"/>
                      </a:cubicBezTo>
                      <a:cubicBezTo>
                        <a:pt x="35069" y="15812"/>
                        <a:pt x="36399" y="15059"/>
                        <a:pt x="37374" y="14128"/>
                      </a:cubicBezTo>
                      <a:cubicBezTo>
                        <a:pt x="38350" y="13330"/>
                        <a:pt x="38970" y="12310"/>
                        <a:pt x="38616" y="11069"/>
                      </a:cubicBezTo>
                      <a:cubicBezTo>
                        <a:pt x="38172" y="9473"/>
                        <a:pt x="36266" y="8498"/>
                        <a:pt x="34404" y="7345"/>
                      </a:cubicBezTo>
                      <a:cubicBezTo>
                        <a:pt x="30060" y="5217"/>
                        <a:pt x="25228" y="3178"/>
                        <a:pt x="20529" y="1848"/>
                      </a:cubicBezTo>
                      <a:cubicBezTo>
                        <a:pt x="19553" y="1538"/>
                        <a:pt x="18223" y="1050"/>
                        <a:pt x="16760" y="651"/>
                      </a:cubicBezTo>
                      <a:cubicBezTo>
                        <a:pt x="15342" y="341"/>
                        <a:pt x="13657" y="75"/>
                        <a:pt x="11884" y="31"/>
                      </a:cubicBezTo>
                      <a:cubicBezTo>
                        <a:pt x="10066" y="-102"/>
                        <a:pt x="8293" y="208"/>
                        <a:pt x="6564" y="784"/>
                      </a:cubicBezTo>
                      <a:cubicBezTo>
                        <a:pt x="4791" y="1361"/>
                        <a:pt x="3106" y="2247"/>
                        <a:pt x="1821" y="3666"/>
                      </a:cubicBezTo>
                      <a:cubicBezTo>
                        <a:pt x="-617" y="6148"/>
                        <a:pt x="-263" y="8409"/>
                        <a:pt x="890" y="10404"/>
                      </a:cubicBezTo>
                      <a:cubicBezTo>
                        <a:pt x="1909" y="12399"/>
                        <a:pt x="3771" y="13995"/>
                        <a:pt x="4569" y="1519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62" name="Forme libre : forme 24961">
                  <a:extLst>
                    <a:ext uri="{FF2B5EF4-FFF2-40B4-BE49-F238E27FC236}">
                      <a16:creationId xmlns:a16="http://schemas.microsoft.com/office/drawing/2014/main" id="{10FC6797-95E3-4E37-B5BD-1A753F1550FE}"/>
                    </a:ext>
                  </a:extLst>
                </p:cNvPr>
                <p:cNvSpPr/>
                <p:nvPr/>
              </p:nvSpPr>
              <p:spPr>
                <a:xfrm>
                  <a:off x="5839909" y="1378606"/>
                  <a:ext cx="12098" cy="10724"/>
                </a:xfrm>
                <a:custGeom>
                  <a:avLst/>
                  <a:gdLst>
                    <a:gd name="connsiteX0" fmla="*/ 168 w 12098"/>
                    <a:gd name="connsiteY0" fmla="*/ 8642 h 10724"/>
                    <a:gd name="connsiteX1" fmla="*/ 168 w 12098"/>
                    <a:gd name="connsiteY1" fmla="*/ 10238 h 10724"/>
                    <a:gd name="connsiteX2" fmla="*/ 1941 w 12098"/>
                    <a:gd name="connsiteY2" fmla="*/ 10637 h 10724"/>
                    <a:gd name="connsiteX3" fmla="*/ 4069 w 12098"/>
                    <a:gd name="connsiteY3" fmla="*/ 9396 h 10724"/>
                    <a:gd name="connsiteX4" fmla="*/ 8990 w 12098"/>
                    <a:gd name="connsiteY4" fmla="*/ 5583 h 10724"/>
                    <a:gd name="connsiteX5" fmla="*/ 10807 w 12098"/>
                    <a:gd name="connsiteY5" fmla="*/ 3988 h 10724"/>
                    <a:gd name="connsiteX6" fmla="*/ 11960 w 12098"/>
                    <a:gd name="connsiteY6" fmla="*/ 751 h 10724"/>
                    <a:gd name="connsiteX7" fmla="*/ 7483 w 12098"/>
                    <a:gd name="connsiteY7" fmla="*/ 796 h 10724"/>
                    <a:gd name="connsiteX8" fmla="*/ 168 w 12098"/>
                    <a:gd name="connsiteY8" fmla="*/ 8642 h 10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098" h="10724">
                      <a:moveTo>
                        <a:pt x="168" y="8642"/>
                      </a:moveTo>
                      <a:cubicBezTo>
                        <a:pt x="-9" y="9219"/>
                        <a:pt x="-98" y="9839"/>
                        <a:pt x="168" y="10238"/>
                      </a:cubicBezTo>
                      <a:cubicBezTo>
                        <a:pt x="434" y="10637"/>
                        <a:pt x="1099" y="10859"/>
                        <a:pt x="1941" y="10637"/>
                      </a:cubicBezTo>
                      <a:cubicBezTo>
                        <a:pt x="2695" y="10415"/>
                        <a:pt x="3404" y="9883"/>
                        <a:pt x="4069" y="9396"/>
                      </a:cubicBezTo>
                      <a:cubicBezTo>
                        <a:pt x="5665" y="8022"/>
                        <a:pt x="7438" y="6913"/>
                        <a:pt x="8990" y="5583"/>
                      </a:cubicBezTo>
                      <a:cubicBezTo>
                        <a:pt x="9655" y="5051"/>
                        <a:pt x="10275" y="4475"/>
                        <a:pt x="10807" y="3988"/>
                      </a:cubicBezTo>
                      <a:cubicBezTo>
                        <a:pt x="11871" y="2924"/>
                        <a:pt x="12359" y="1549"/>
                        <a:pt x="11960" y="751"/>
                      </a:cubicBezTo>
                      <a:cubicBezTo>
                        <a:pt x="11561" y="-2"/>
                        <a:pt x="10009" y="-490"/>
                        <a:pt x="7483" y="796"/>
                      </a:cubicBezTo>
                      <a:cubicBezTo>
                        <a:pt x="3448" y="2613"/>
                        <a:pt x="833" y="6204"/>
                        <a:pt x="168" y="864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63" name="Forme libre : forme 24962">
                  <a:extLst>
                    <a:ext uri="{FF2B5EF4-FFF2-40B4-BE49-F238E27FC236}">
                      <a16:creationId xmlns:a16="http://schemas.microsoft.com/office/drawing/2014/main" id="{E20919F1-B9BB-403B-90AE-2E93E9544FC7}"/>
                    </a:ext>
                  </a:extLst>
                </p:cNvPr>
                <p:cNvSpPr/>
                <p:nvPr/>
              </p:nvSpPr>
              <p:spPr>
                <a:xfrm>
                  <a:off x="5869380" y="1396646"/>
                  <a:ext cx="18574" cy="5331"/>
                </a:xfrm>
                <a:custGeom>
                  <a:avLst/>
                  <a:gdLst>
                    <a:gd name="connsiteX0" fmla="*/ 18575 w 18574"/>
                    <a:gd name="connsiteY0" fmla="*/ 0 h 5331"/>
                    <a:gd name="connsiteX1" fmla="*/ 17422 w 18574"/>
                    <a:gd name="connsiteY1" fmla="*/ 1064 h 5331"/>
                    <a:gd name="connsiteX2" fmla="*/ 13920 w 18574"/>
                    <a:gd name="connsiteY2" fmla="*/ 3015 h 5331"/>
                    <a:gd name="connsiteX3" fmla="*/ 11526 w 18574"/>
                    <a:gd name="connsiteY3" fmla="*/ 3990 h 5331"/>
                    <a:gd name="connsiteX4" fmla="*/ 8600 w 18574"/>
                    <a:gd name="connsiteY4" fmla="*/ 4832 h 5331"/>
                    <a:gd name="connsiteX5" fmla="*/ 4522 w 18574"/>
                    <a:gd name="connsiteY5" fmla="*/ 5098 h 5331"/>
                    <a:gd name="connsiteX6" fmla="*/ 0 w 18574"/>
                    <a:gd name="connsiteY6" fmla="*/ 5320 h 5331"/>
                    <a:gd name="connsiteX7" fmla="*/ 1640 w 18574"/>
                    <a:gd name="connsiteY7" fmla="*/ 5142 h 5331"/>
                    <a:gd name="connsiteX8" fmla="*/ 6073 w 18574"/>
                    <a:gd name="connsiteY8" fmla="*/ 4389 h 5331"/>
                    <a:gd name="connsiteX9" fmla="*/ 12058 w 18574"/>
                    <a:gd name="connsiteY9" fmla="*/ 2837 h 5331"/>
                    <a:gd name="connsiteX10" fmla="*/ 18575 w 18574"/>
                    <a:gd name="connsiteY10" fmla="*/ 0 h 5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574" h="5331">
                      <a:moveTo>
                        <a:pt x="18575" y="0"/>
                      </a:moveTo>
                      <a:cubicBezTo>
                        <a:pt x="18575" y="0"/>
                        <a:pt x="18220" y="488"/>
                        <a:pt x="17422" y="1064"/>
                      </a:cubicBezTo>
                      <a:cubicBezTo>
                        <a:pt x="16624" y="1640"/>
                        <a:pt x="15427" y="2394"/>
                        <a:pt x="13920" y="3015"/>
                      </a:cubicBezTo>
                      <a:cubicBezTo>
                        <a:pt x="13166" y="3325"/>
                        <a:pt x="12324" y="3635"/>
                        <a:pt x="11526" y="3990"/>
                      </a:cubicBezTo>
                      <a:cubicBezTo>
                        <a:pt x="10551" y="4344"/>
                        <a:pt x="10019" y="4610"/>
                        <a:pt x="8600" y="4832"/>
                      </a:cubicBezTo>
                      <a:cubicBezTo>
                        <a:pt x="7315" y="5054"/>
                        <a:pt x="5985" y="5142"/>
                        <a:pt x="4522" y="5098"/>
                      </a:cubicBezTo>
                      <a:cubicBezTo>
                        <a:pt x="3059" y="5275"/>
                        <a:pt x="1552" y="5364"/>
                        <a:pt x="0" y="5320"/>
                      </a:cubicBezTo>
                      <a:cubicBezTo>
                        <a:pt x="0" y="5275"/>
                        <a:pt x="621" y="5231"/>
                        <a:pt x="1640" y="5142"/>
                      </a:cubicBezTo>
                      <a:cubicBezTo>
                        <a:pt x="2704" y="5054"/>
                        <a:pt x="4211" y="4522"/>
                        <a:pt x="6073" y="4389"/>
                      </a:cubicBezTo>
                      <a:cubicBezTo>
                        <a:pt x="7891" y="4123"/>
                        <a:pt x="10329" y="3635"/>
                        <a:pt x="12058" y="2837"/>
                      </a:cubicBezTo>
                      <a:cubicBezTo>
                        <a:pt x="14053" y="1995"/>
                        <a:pt x="16225" y="1330"/>
                        <a:pt x="185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64" name="Forme libre : forme 24963">
                  <a:extLst>
                    <a:ext uri="{FF2B5EF4-FFF2-40B4-BE49-F238E27FC236}">
                      <a16:creationId xmlns:a16="http://schemas.microsoft.com/office/drawing/2014/main" id="{5D3FCA4D-A1E8-476D-8219-9DEE077B963B}"/>
                    </a:ext>
                  </a:extLst>
                </p:cNvPr>
                <p:cNvSpPr/>
                <p:nvPr/>
              </p:nvSpPr>
              <p:spPr>
                <a:xfrm>
                  <a:off x="5826020" y="1374658"/>
                  <a:ext cx="15254" cy="24559"/>
                </a:xfrm>
                <a:custGeom>
                  <a:avLst/>
                  <a:gdLst>
                    <a:gd name="connsiteX0" fmla="*/ 15254 w 15254"/>
                    <a:gd name="connsiteY0" fmla="*/ 0 h 24559"/>
                    <a:gd name="connsiteX1" fmla="*/ 11708 w 15254"/>
                    <a:gd name="connsiteY1" fmla="*/ 2084 h 24559"/>
                    <a:gd name="connsiteX2" fmla="*/ 5014 w 15254"/>
                    <a:gd name="connsiteY2" fmla="*/ 7935 h 24559"/>
                    <a:gd name="connsiteX3" fmla="*/ 403 w 15254"/>
                    <a:gd name="connsiteY3" fmla="*/ 16092 h 24559"/>
                    <a:gd name="connsiteX4" fmla="*/ 1512 w 15254"/>
                    <a:gd name="connsiteY4" fmla="*/ 24559 h 24559"/>
                    <a:gd name="connsiteX5" fmla="*/ 1113 w 15254"/>
                    <a:gd name="connsiteY5" fmla="*/ 22653 h 24559"/>
                    <a:gd name="connsiteX6" fmla="*/ 1290 w 15254"/>
                    <a:gd name="connsiteY6" fmla="*/ 17378 h 24559"/>
                    <a:gd name="connsiteX7" fmla="*/ 4748 w 15254"/>
                    <a:gd name="connsiteY7" fmla="*/ 9398 h 24559"/>
                    <a:gd name="connsiteX8" fmla="*/ 15254 w 15254"/>
                    <a:gd name="connsiteY8" fmla="*/ 0 h 24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254" h="24559">
                      <a:moveTo>
                        <a:pt x="15254" y="0"/>
                      </a:moveTo>
                      <a:cubicBezTo>
                        <a:pt x="15254" y="0"/>
                        <a:pt x="13658" y="665"/>
                        <a:pt x="11708" y="2084"/>
                      </a:cubicBezTo>
                      <a:cubicBezTo>
                        <a:pt x="9668" y="3458"/>
                        <a:pt x="7053" y="5453"/>
                        <a:pt x="5014" y="7935"/>
                      </a:cubicBezTo>
                      <a:cubicBezTo>
                        <a:pt x="2797" y="10329"/>
                        <a:pt x="1246" y="13255"/>
                        <a:pt x="403" y="16092"/>
                      </a:cubicBezTo>
                      <a:cubicBezTo>
                        <a:pt x="-350" y="18974"/>
                        <a:pt x="-84" y="21900"/>
                        <a:pt x="1512" y="24559"/>
                      </a:cubicBezTo>
                      <a:cubicBezTo>
                        <a:pt x="1512" y="24559"/>
                        <a:pt x="1246" y="23894"/>
                        <a:pt x="1113" y="22653"/>
                      </a:cubicBezTo>
                      <a:cubicBezTo>
                        <a:pt x="980" y="21412"/>
                        <a:pt x="802" y="19594"/>
                        <a:pt x="1290" y="17378"/>
                      </a:cubicBezTo>
                      <a:cubicBezTo>
                        <a:pt x="1822" y="15161"/>
                        <a:pt x="2620" y="12368"/>
                        <a:pt x="4748" y="9398"/>
                      </a:cubicBezTo>
                      <a:cubicBezTo>
                        <a:pt x="6831" y="6339"/>
                        <a:pt x="10023" y="2970"/>
                        <a:pt x="152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65" name="Forme libre : forme 24964">
                  <a:extLst>
                    <a:ext uri="{FF2B5EF4-FFF2-40B4-BE49-F238E27FC236}">
                      <a16:creationId xmlns:a16="http://schemas.microsoft.com/office/drawing/2014/main" id="{E3667087-E48A-4FB7-BFEE-5675071C6366}"/>
                    </a:ext>
                  </a:extLst>
                </p:cNvPr>
                <p:cNvSpPr/>
                <p:nvPr/>
              </p:nvSpPr>
              <p:spPr>
                <a:xfrm>
                  <a:off x="5860858" y="1380955"/>
                  <a:ext cx="12527" cy="4855"/>
                </a:xfrm>
                <a:custGeom>
                  <a:avLst/>
                  <a:gdLst>
                    <a:gd name="connsiteX0" fmla="*/ 12289 w 12527"/>
                    <a:gd name="connsiteY0" fmla="*/ 4210 h 4855"/>
                    <a:gd name="connsiteX1" fmla="*/ 5063 w 12527"/>
                    <a:gd name="connsiteY1" fmla="*/ 4254 h 4855"/>
                    <a:gd name="connsiteX2" fmla="*/ 1162 w 12527"/>
                    <a:gd name="connsiteY2" fmla="*/ 2924 h 4855"/>
                    <a:gd name="connsiteX3" fmla="*/ 98 w 12527"/>
                    <a:gd name="connsiteY3" fmla="*/ 1328 h 4855"/>
                    <a:gd name="connsiteX4" fmla="*/ 7856 w 12527"/>
                    <a:gd name="connsiteY4" fmla="*/ 442 h 4855"/>
                    <a:gd name="connsiteX5" fmla="*/ 12289 w 12527"/>
                    <a:gd name="connsiteY5" fmla="*/ 4210 h 4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27" h="4855">
                      <a:moveTo>
                        <a:pt x="12289" y="4210"/>
                      </a:moveTo>
                      <a:cubicBezTo>
                        <a:pt x="11358" y="5274"/>
                        <a:pt x="8255" y="4830"/>
                        <a:pt x="5063" y="4254"/>
                      </a:cubicBezTo>
                      <a:cubicBezTo>
                        <a:pt x="3467" y="3944"/>
                        <a:pt x="2049" y="3456"/>
                        <a:pt x="1162" y="2924"/>
                      </a:cubicBezTo>
                      <a:cubicBezTo>
                        <a:pt x="231" y="2481"/>
                        <a:pt x="-212" y="1949"/>
                        <a:pt x="98" y="1328"/>
                      </a:cubicBezTo>
                      <a:cubicBezTo>
                        <a:pt x="630" y="-2"/>
                        <a:pt x="4310" y="-401"/>
                        <a:pt x="7856" y="442"/>
                      </a:cubicBezTo>
                      <a:cubicBezTo>
                        <a:pt x="11358" y="1594"/>
                        <a:pt x="13220" y="3279"/>
                        <a:pt x="12289" y="421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66" name="Forme libre : forme 24965">
                  <a:extLst>
                    <a:ext uri="{FF2B5EF4-FFF2-40B4-BE49-F238E27FC236}">
                      <a16:creationId xmlns:a16="http://schemas.microsoft.com/office/drawing/2014/main" id="{D31D9EA7-D3F5-4BD3-8643-1229D1D21CB5}"/>
                    </a:ext>
                  </a:extLst>
                </p:cNvPr>
                <p:cNvSpPr/>
                <p:nvPr/>
              </p:nvSpPr>
              <p:spPr>
                <a:xfrm>
                  <a:off x="5871588" y="1383715"/>
                  <a:ext cx="3394" cy="1942"/>
                </a:xfrm>
                <a:custGeom>
                  <a:avLst/>
                  <a:gdLst>
                    <a:gd name="connsiteX0" fmla="*/ 3377 w 3394"/>
                    <a:gd name="connsiteY0" fmla="*/ 1405 h 1942"/>
                    <a:gd name="connsiteX1" fmla="*/ 1515 w 3394"/>
                    <a:gd name="connsiteY1" fmla="*/ 1848 h 1942"/>
                    <a:gd name="connsiteX2" fmla="*/ 8 w 3394"/>
                    <a:gd name="connsiteY2" fmla="*/ 696 h 1942"/>
                    <a:gd name="connsiteX3" fmla="*/ 1914 w 3394"/>
                    <a:gd name="connsiteY3" fmla="*/ 31 h 1942"/>
                    <a:gd name="connsiteX4" fmla="*/ 3377 w 3394"/>
                    <a:gd name="connsiteY4" fmla="*/ 1405 h 1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4" h="1942">
                      <a:moveTo>
                        <a:pt x="3377" y="1405"/>
                      </a:moveTo>
                      <a:cubicBezTo>
                        <a:pt x="3244" y="1893"/>
                        <a:pt x="2446" y="2070"/>
                        <a:pt x="1515" y="1848"/>
                      </a:cubicBezTo>
                      <a:cubicBezTo>
                        <a:pt x="584" y="1715"/>
                        <a:pt x="-81" y="1183"/>
                        <a:pt x="8" y="696"/>
                      </a:cubicBezTo>
                      <a:cubicBezTo>
                        <a:pt x="97" y="208"/>
                        <a:pt x="939" y="-102"/>
                        <a:pt x="1914" y="31"/>
                      </a:cubicBezTo>
                      <a:cubicBezTo>
                        <a:pt x="2845" y="297"/>
                        <a:pt x="3510" y="917"/>
                        <a:pt x="3377" y="140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67" name="Forme libre : forme 24966">
                  <a:extLst>
                    <a:ext uri="{FF2B5EF4-FFF2-40B4-BE49-F238E27FC236}">
                      <a16:creationId xmlns:a16="http://schemas.microsoft.com/office/drawing/2014/main" id="{9A7D7352-42D9-4649-B667-F27DD7DCB313}"/>
                    </a:ext>
                  </a:extLst>
                </p:cNvPr>
                <p:cNvSpPr/>
                <p:nvPr/>
              </p:nvSpPr>
              <p:spPr>
                <a:xfrm>
                  <a:off x="5859524" y="1370802"/>
                  <a:ext cx="30824" cy="22263"/>
                </a:xfrm>
                <a:custGeom>
                  <a:avLst/>
                  <a:gdLst>
                    <a:gd name="connsiteX0" fmla="*/ 30469 w 30824"/>
                    <a:gd name="connsiteY0" fmla="*/ 12945 h 22263"/>
                    <a:gd name="connsiteX1" fmla="*/ 28474 w 30824"/>
                    <a:gd name="connsiteY1" fmla="*/ 21146 h 22263"/>
                    <a:gd name="connsiteX2" fmla="*/ 25194 w 30824"/>
                    <a:gd name="connsiteY2" fmla="*/ 21988 h 22263"/>
                    <a:gd name="connsiteX3" fmla="*/ 22800 w 30824"/>
                    <a:gd name="connsiteY3" fmla="*/ 19018 h 22263"/>
                    <a:gd name="connsiteX4" fmla="*/ 18057 w 30824"/>
                    <a:gd name="connsiteY4" fmla="*/ 9310 h 22263"/>
                    <a:gd name="connsiteX5" fmla="*/ 14067 w 30824"/>
                    <a:gd name="connsiteY5" fmla="*/ 7226 h 22263"/>
                    <a:gd name="connsiteX6" fmla="*/ 7417 w 30824"/>
                    <a:gd name="connsiteY6" fmla="*/ 5009 h 22263"/>
                    <a:gd name="connsiteX7" fmla="*/ 1521 w 30824"/>
                    <a:gd name="connsiteY7" fmla="*/ 3413 h 22263"/>
                    <a:gd name="connsiteX8" fmla="*/ 413 w 30824"/>
                    <a:gd name="connsiteY8" fmla="*/ 1685 h 22263"/>
                    <a:gd name="connsiteX9" fmla="*/ 5245 w 30824"/>
                    <a:gd name="connsiteY9" fmla="*/ 177 h 22263"/>
                    <a:gd name="connsiteX10" fmla="*/ 8791 w 30824"/>
                    <a:gd name="connsiteY10" fmla="*/ 0 h 22263"/>
                    <a:gd name="connsiteX11" fmla="*/ 12604 w 30824"/>
                    <a:gd name="connsiteY11" fmla="*/ 532 h 22263"/>
                    <a:gd name="connsiteX12" fmla="*/ 16372 w 30824"/>
                    <a:gd name="connsiteY12" fmla="*/ 1330 h 22263"/>
                    <a:gd name="connsiteX13" fmla="*/ 19652 w 30824"/>
                    <a:gd name="connsiteY13" fmla="*/ 2571 h 22263"/>
                    <a:gd name="connsiteX14" fmla="*/ 24307 w 30824"/>
                    <a:gd name="connsiteY14" fmla="*/ 4921 h 22263"/>
                    <a:gd name="connsiteX15" fmla="*/ 28341 w 30824"/>
                    <a:gd name="connsiteY15" fmla="*/ 8911 h 22263"/>
                    <a:gd name="connsiteX16" fmla="*/ 29583 w 30824"/>
                    <a:gd name="connsiteY16" fmla="*/ 10861 h 22263"/>
                    <a:gd name="connsiteX17" fmla="*/ 30469 w 30824"/>
                    <a:gd name="connsiteY17" fmla="*/ 12945 h 22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0824" h="22263">
                      <a:moveTo>
                        <a:pt x="30469" y="12945"/>
                      </a:moveTo>
                      <a:cubicBezTo>
                        <a:pt x="31489" y="16447"/>
                        <a:pt x="30159" y="18974"/>
                        <a:pt x="28474" y="21146"/>
                      </a:cubicBezTo>
                      <a:cubicBezTo>
                        <a:pt x="27854" y="21900"/>
                        <a:pt x="26701" y="22697"/>
                        <a:pt x="25194" y="21988"/>
                      </a:cubicBezTo>
                      <a:cubicBezTo>
                        <a:pt x="23908" y="21279"/>
                        <a:pt x="23066" y="20126"/>
                        <a:pt x="22800" y="19018"/>
                      </a:cubicBezTo>
                      <a:cubicBezTo>
                        <a:pt x="21825" y="15870"/>
                        <a:pt x="22002" y="12280"/>
                        <a:pt x="18057" y="9310"/>
                      </a:cubicBezTo>
                      <a:cubicBezTo>
                        <a:pt x="17436" y="8911"/>
                        <a:pt x="16017" y="7891"/>
                        <a:pt x="14067" y="7226"/>
                      </a:cubicBezTo>
                      <a:cubicBezTo>
                        <a:pt x="12072" y="6561"/>
                        <a:pt x="9722" y="5541"/>
                        <a:pt x="7417" y="5009"/>
                      </a:cubicBezTo>
                      <a:cubicBezTo>
                        <a:pt x="5112" y="4477"/>
                        <a:pt x="2895" y="3901"/>
                        <a:pt x="1521" y="3413"/>
                      </a:cubicBezTo>
                      <a:cubicBezTo>
                        <a:pt x="147" y="3014"/>
                        <a:pt x="-474" y="2438"/>
                        <a:pt x="413" y="1685"/>
                      </a:cubicBezTo>
                      <a:cubicBezTo>
                        <a:pt x="1300" y="842"/>
                        <a:pt x="3073" y="443"/>
                        <a:pt x="5245" y="177"/>
                      </a:cubicBezTo>
                      <a:cubicBezTo>
                        <a:pt x="6353" y="44"/>
                        <a:pt x="7550" y="0"/>
                        <a:pt x="8791" y="0"/>
                      </a:cubicBezTo>
                      <a:cubicBezTo>
                        <a:pt x="10033" y="89"/>
                        <a:pt x="11318" y="310"/>
                        <a:pt x="12604" y="532"/>
                      </a:cubicBezTo>
                      <a:cubicBezTo>
                        <a:pt x="13889" y="754"/>
                        <a:pt x="15175" y="1020"/>
                        <a:pt x="16372" y="1330"/>
                      </a:cubicBezTo>
                      <a:cubicBezTo>
                        <a:pt x="17569" y="1685"/>
                        <a:pt x="18633" y="2172"/>
                        <a:pt x="19652" y="2571"/>
                      </a:cubicBezTo>
                      <a:cubicBezTo>
                        <a:pt x="21647" y="3458"/>
                        <a:pt x="23376" y="4211"/>
                        <a:pt x="24307" y="4921"/>
                      </a:cubicBezTo>
                      <a:cubicBezTo>
                        <a:pt x="25992" y="6206"/>
                        <a:pt x="27322" y="7581"/>
                        <a:pt x="28341" y="8911"/>
                      </a:cubicBezTo>
                      <a:cubicBezTo>
                        <a:pt x="28829" y="9576"/>
                        <a:pt x="29272" y="10240"/>
                        <a:pt x="29583" y="10861"/>
                      </a:cubicBezTo>
                      <a:cubicBezTo>
                        <a:pt x="29982" y="11570"/>
                        <a:pt x="30292" y="12280"/>
                        <a:pt x="30469" y="1294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34" name="Graphique 2">
                <a:extLst>
                  <a:ext uri="{FF2B5EF4-FFF2-40B4-BE49-F238E27FC236}">
                    <a16:creationId xmlns:a16="http://schemas.microsoft.com/office/drawing/2014/main" id="{66DACC91-C0CF-47B8-A60D-6C33BD6C1F4F}"/>
                  </a:ext>
                </a:extLst>
              </p:cNvPr>
              <p:cNvGrpSpPr/>
              <p:nvPr/>
            </p:nvGrpSpPr>
            <p:grpSpPr>
              <a:xfrm>
                <a:off x="5883654" y="1391088"/>
                <a:ext cx="34761" cy="73347"/>
                <a:chOff x="5883654" y="1391088"/>
                <a:chExt cx="34761" cy="73347"/>
              </a:xfrm>
              <a:solidFill>
                <a:schemeClr val="accent1"/>
              </a:solidFill>
            </p:grpSpPr>
            <p:sp>
              <p:nvSpPr>
                <p:cNvPr id="24944" name="Forme libre : forme 24943">
                  <a:extLst>
                    <a:ext uri="{FF2B5EF4-FFF2-40B4-BE49-F238E27FC236}">
                      <a16:creationId xmlns:a16="http://schemas.microsoft.com/office/drawing/2014/main" id="{A121ACBB-654E-4025-9A47-15002AA5E32A}"/>
                    </a:ext>
                  </a:extLst>
                </p:cNvPr>
                <p:cNvSpPr/>
                <p:nvPr/>
              </p:nvSpPr>
              <p:spPr>
                <a:xfrm>
                  <a:off x="5883654" y="1391088"/>
                  <a:ext cx="34761" cy="73347"/>
                </a:xfrm>
                <a:custGeom>
                  <a:avLst/>
                  <a:gdLst>
                    <a:gd name="connsiteX0" fmla="*/ 1773 w 34761"/>
                    <a:gd name="connsiteY0" fmla="*/ 49446 h 73347"/>
                    <a:gd name="connsiteX1" fmla="*/ 709 w 34761"/>
                    <a:gd name="connsiteY1" fmla="*/ 27635 h 73347"/>
                    <a:gd name="connsiteX2" fmla="*/ 0 w 34761"/>
                    <a:gd name="connsiteY2" fmla="*/ 21606 h 73347"/>
                    <a:gd name="connsiteX3" fmla="*/ 89 w 34761"/>
                    <a:gd name="connsiteY3" fmla="*/ 18991 h 73347"/>
                    <a:gd name="connsiteX4" fmla="*/ 443 w 34761"/>
                    <a:gd name="connsiteY4" fmla="*/ 16552 h 73347"/>
                    <a:gd name="connsiteX5" fmla="*/ 1906 w 34761"/>
                    <a:gd name="connsiteY5" fmla="*/ 11898 h 73347"/>
                    <a:gd name="connsiteX6" fmla="*/ 4566 w 34761"/>
                    <a:gd name="connsiteY6" fmla="*/ 7819 h 73347"/>
                    <a:gd name="connsiteX7" fmla="*/ 11304 w 34761"/>
                    <a:gd name="connsiteY7" fmla="*/ 1524 h 73347"/>
                    <a:gd name="connsiteX8" fmla="*/ 16314 w 34761"/>
                    <a:gd name="connsiteY8" fmla="*/ 61 h 73347"/>
                    <a:gd name="connsiteX9" fmla="*/ 23141 w 34761"/>
                    <a:gd name="connsiteY9" fmla="*/ 3253 h 73347"/>
                    <a:gd name="connsiteX10" fmla="*/ 26554 w 34761"/>
                    <a:gd name="connsiteY10" fmla="*/ 6622 h 73347"/>
                    <a:gd name="connsiteX11" fmla="*/ 29524 w 34761"/>
                    <a:gd name="connsiteY11" fmla="*/ 10967 h 73347"/>
                    <a:gd name="connsiteX12" fmla="*/ 33248 w 34761"/>
                    <a:gd name="connsiteY12" fmla="*/ 21517 h 73347"/>
                    <a:gd name="connsiteX13" fmla="*/ 34312 w 34761"/>
                    <a:gd name="connsiteY13" fmla="*/ 51618 h 73347"/>
                    <a:gd name="connsiteX14" fmla="*/ 19727 w 34761"/>
                    <a:gd name="connsiteY14" fmla="*/ 73252 h 73347"/>
                    <a:gd name="connsiteX15" fmla="*/ 10994 w 34761"/>
                    <a:gd name="connsiteY15" fmla="*/ 71744 h 73347"/>
                    <a:gd name="connsiteX16" fmla="*/ 1773 w 34761"/>
                    <a:gd name="connsiteY16" fmla="*/ 49446 h 73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4761" h="73347">
                      <a:moveTo>
                        <a:pt x="1773" y="49446"/>
                      </a:moveTo>
                      <a:cubicBezTo>
                        <a:pt x="2172" y="41688"/>
                        <a:pt x="1995" y="34019"/>
                        <a:pt x="709" y="27635"/>
                      </a:cubicBezTo>
                      <a:cubicBezTo>
                        <a:pt x="266" y="25419"/>
                        <a:pt x="89" y="23335"/>
                        <a:pt x="0" y="21606"/>
                      </a:cubicBezTo>
                      <a:cubicBezTo>
                        <a:pt x="0" y="20675"/>
                        <a:pt x="44" y="19789"/>
                        <a:pt x="89" y="18991"/>
                      </a:cubicBezTo>
                      <a:cubicBezTo>
                        <a:pt x="177" y="18148"/>
                        <a:pt x="310" y="17306"/>
                        <a:pt x="443" y="16552"/>
                      </a:cubicBezTo>
                      <a:cubicBezTo>
                        <a:pt x="798" y="14912"/>
                        <a:pt x="1197" y="13449"/>
                        <a:pt x="1906" y="11898"/>
                      </a:cubicBezTo>
                      <a:cubicBezTo>
                        <a:pt x="2571" y="10346"/>
                        <a:pt x="3325" y="9016"/>
                        <a:pt x="4566" y="7819"/>
                      </a:cubicBezTo>
                      <a:lnTo>
                        <a:pt x="11304" y="1524"/>
                      </a:lnTo>
                      <a:cubicBezTo>
                        <a:pt x="12501" y="416"/>
                        <a:pt x="14275" y="-205"/>
                        <a:pt x="16314" y="61"/>
                      </a:cubicBezTo>
                      <a:cubicBezTo>
                        <a:pt x="18309" y="327"/>
                        <a:pt x="20835" y="1347"/>
                        <a:pt x="23141" y="3253"/>
                      </a:cubicBezTo>
                      <a:cubicBezTo>
                        <a:pt x="24382" y="4184"/>
                        <a:pt x="25490" y="5337"/>
                        <a:pt x="26554" y="6622"/>
                      </a:cubicBezTo>
                      <a:cubicBezTo>
                        <a:pt x="27662" y="7952"/>
                        <a:pt x="28682" y="9415"/>
                        <a:pt x="29524" y="10967"/>
                      </a:cubicBezTo>
                      <a:cubicBezTo>
                        <a:pt x="31342" y="14158"/>
                        <a:pt x="32583" y="17749"/>
                        <a:pt x="33248" y="21517"/>
                      </a:cubicBezTo>
                      <a:cubicBezTo>
                        <a:pt x="35110" y="32201"/>
                        <a:pt x="34977" y="42087"/>
                        <a:pt x="34312" y="51618"/>
                      </a:cubicBezTo>
                      <a:cubicBezTo>
                        <a:pt x="33248" y="65050"/>
                        <a:pt x="25934" y="74404"/>
                        <a:pt x="19727" y="73252"/>
                      </a:cubicBezTo>
                      <a:lnTo>
                        <a:pt x="10994" y="71744"/>
                      </a:lnTo>
                      <a:cubicBezTo>
                        <a:pt x="4610" y="70636"/>
                        <a:pt x="1153" y="60351"/>
                        <a:pt x="1773" y="4944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45" name="Forme libre : forme 24944">
                  <a:extLst>
                    <a:ext uri="{FF2B5EF4-FFF2-40B4-BE49-F238E27FC236}">
                      <a16:creationId xmlns:a16="http://schemas.microsoft.com/office/drawing/2014/main" id="{776A126D-7286-4A9E-A333-58E75219158D}"/>
                    </a:ext>
                  </a:extLst>
                </p:cNvPr>
                <p:cNvSpPr/>
                <p:nvPr/>
              </p:nvSpPr>
              <p:spPr>
                <a:xfrm>
                  <a:off x="5883743" y="1396203"/>
                  <a:ext cx="13896" cy="66673"/>
                </a:xfrm>
                <a:custGeom>
                  <a:avLst/>
                  <a:gdLst>
                    <a:gd name="connsiteX0" fmla="*/ 12014 w 13896"/>
                    <a:gd name="connsiteY0" fmla="*/ 24737 h 66673"/>
                    <a:gd name="connsiteX1" fmla="*/ 9044 w 13896"/>
                    <a:gd name="connsiteY1" fmla="*/ 11482 h 66673"/>
                    <a:gd name="connsiteX2" fmla="*/ 7492 w 13896"/>
                    <a:gd name="connsiteY2" fmla="*/ 0 h 66673"/>
                    <a:gd name="connsiteX3" fmla="*/ 4566 w 13896"/>
                    <a:gd name="connsiteY3" fmla="*/ 2704 h 66673"/>
                    <a:gd name="connsiteX4" fmla="*/ 1906 w 13896"/>
                    <a:gd name="connsiteY4" fmla="*/ 6783 h 66673"/>
                    <a:gd name="connsiteX5" fmla="*/ 443 w 13896"/>
                    <a:gd name="connsiteY5" fmla="*/ 11437 h 66673"/>
                    <a:gd name="connsiteX6" fmla="*/ 89 w 13896"/>
                    <a:gd name="connsiteY6" fmla="*/ 13875 h 66673"/>
                    <a:gd name="connsiteX7" fmla="*/ 0 w 13896"/>
                    <a:gd name="connsiteY7" fmla="*/ 16491 h 66673"/>
                    <a:gd name="connsiteX8" fmla="*/ 709 w 13896"/>
                    <a:gd name="connsiteY8" fmla="*/ 22520 h 66673"/>
                    <a:gd name="connsiteX9" fmla="*/ 1773 w 13896"/>
                    <a:gd name="connsiteY9" fmla="*/ 44331 h 66673"/>
                    <a:gd name="connsiteX10" fmla="*/ 10994 w 13896"/>
                    <a:gd name="connsiteY10" fmla="*/ 66629 h 66673"/>
                    <a:gd name="connsiteX11" fmla="*/ 11260 w 13896"/>
                    <a:gd name="connsiteY11" fmla="*/ 66674 h 66673"/>
                    <a:gd name="connsiteX12" fmla="*/ 13698 w 13896"/>
                    <a:gd name="connsiteY12" fmla="*/ 45350 h 66673"/>
                    <a:gd name="connsiteX13" fmla="*/ 13787 w 13896"/>
                    <a:gd name="connsiteY13" fmla="*/ 34888 h 66673"/>
                    <a:gd name="connsiteX14" fmla="*/ 12014 w 13896"/>
                    <a:gd name="connsiteY14" fmla="*/ 24737 h 6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3896" h="66673">
                      <a:moveTo>
                        <a:pt x="12014" y="24737"/>
                      </a:moveTo>
                      <a:cubicBezTo>
                        <a:pt x="10728" y="20038"/>
                        <a:pt x="9753" y="15560"/>
                        <a:pt x="9044" y="11482"/>
                      </a:cubicBezTo>
                      <a:cubicBezTo>
                        <a:pt x="8334" y="7403"/>
                        <a:pt x="7714" y="3679"/>
                        <a:pt x="7492" y="0"/>
                      </a:cubicBezTo>
                      <a:lnTo>
                        <a:pt x="4566" y="2704"/>
                      </a:lnTo>
                      <a:cubicBezTo>
                        <a:pt x="3325" y="3857"/>
                        <a:pt x="2571" y="5231"/>
                        <a:pt x="1906" y="6783"/>
                      </a:cubicBezTo>
                      <a:cubicBezTo>
                        <a:pt x="1241" y="8334"/>
                        <a:pt x="842" y="9797"/>
                        <a:pt x="443" y="11437"/>
                      </a:cubicBezTo>
                      <a:cubicBezTo>
                        <a:pt x="310" y="12191"/>
                        <a:pt x="177" y="13033"/>
                        <a:pt x="89" y="13875"/>
                      </a:cubicBezTo>
                      <a:cubicBezTo>
                        <a:pt x="44" y="14674"/>
                        <a:pt x="0" y="15560"/>
                        <a:pt x="0" y="16491"/>
                      </a:cubicBezTo>
                      <a:cubicBezTo>
                        <a:pt x="44" y="18264"/>
                        <a:pt x="266" y="20304"/>
                        <a:pt x="709" y="22520"/>
                      </a:cubicBezTo>
                      <a:cubicBezTo>
                        <a:pt x="1995" y="28904"/>
                        <a:pt x="2172" y="36573"/>
                        <a:pt x="1773" y="44331"/>
                      </a:cubicBezTo>
                      <a:cubicBezTo>
                        <a:pt x="1153" y="55236"/>
                        <a:pt x="4655" y="65521"/>
                        <a:pt x="10994" y="66629"/>
                      </a:cubicBezTo>
                      <a:lnTo>
                        <a:pt x="11260" y="66674"/>
                      </a:lnTo>
                      <a:cubicBezTo>
                        <a:pt x="12191" y="59403"/>
                        <a:pt x="13211" y="52355"/>
                        <a:pt x="13698" y="45350"/>
                      </a:cubicBezTo>
                      <a:cubicBezTo>
                        <a:pt x="13920" y="41848"/>
                        <a:pt x="13964" y="38346"/>
                        <a:pt x="13787" y="34888"/>
                      </a:cubicBezTo>
                      <a:cubicBezTo>
                        <a:pt x="13432" y="31475"/>
                        <a:pt x="12945" y="28017"/>
                        <a:pt x="12014" y="24737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46" name="Forme libre : forme 24945">
                  <a:extLst>
                    <a:ext uri="{FF2B5EF4-FFF2-40B4-BE49-F238E27FC236}">
                      <a16:creationId xmlns:a16="http://schemas.microsoft.com/office/drawing/2014/main" id="{97B1BF50-6CFA-407A-825F-A37E83DD4C6F}"/>
                    </a:ext>
                  </a:extLst>
                </p:cNvPr>
                <p:cNvSpPr/>
                <p:nvPr/>
              </p:nvSpPr>
              <p:spPr>
                <a:xfrm>
                  <a:off x="5895047" y="1417408"/>
                  <a:ext cx="12374" cy="31787"/>
                </a:xfrm>
                <a:custGeom>
                  <a:avLst/>
                  <a:gdLst>
                    <a:gd name="connsiteX0" fmla="*/ 5232 w 12374"/>
                    <a:gd name="connsiteY0" fmla="*/ 31771 h 31787"/>
                    <a:gd name="connsiteX1" fmla="*/ 1 w 12374"/>
                    <a:gd name="connsiteY1" fmla="*/ 15812 h 31787"/>
                    <a:gd name="connsiteX2" fmla="*/ 5143 w 12374"/>
                    <a:gd name="connsiteY2" fmla="*/ 30 h 31787"/>
                    <a:gd name="connsiteX3" fmla="*/ 10108 w 12374"/>
                    <a:gd name="connsiteY3" fmla="*/ 4197 h 31787"/>
                    <a:gd name="connsiteX4" fmla="*/ 12369 w 12374"/>
                    <a:gd name="connsiteY4" fmla="*/ 15901 h 31787"/>
                    <a:gd name="connsiteX5" fmla="*/ 5232 w 12374"/>
                    <a:gd name="connsiteY5" fmla="*/ 31771 h 31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374" h="31787">
                      <a:moveTo>
                        <a:pt x="5232" y="31771"/>
                      </a:moveTo>
                      <a:cubicBezTo>
                        <a:pt x="1863" y="31372"/>
                        <a:pt x="-44" y="24146"/>
                        <a:pt x="1" y="15812"/>
                      </a:cubicBezTo>
                      <a:cubicBezTo>
                        <a:pt x="134" y="7522"/>
                        <a:pt x="1730" y="739"/>
                        <a:pt x="5143" y="30"/>
                      </a:cubicBezTo>
                      <a:cubicBezTo>
                        <a:pt x="6828" y="-236"/>
                        <a:pt x="8690" y="1271"/>
                        <a:pt x="10108" y="4197"/>
                      </a:cubicBezTo>
                      <a:cubicBezTo>
                        <a:pt x="11482" y="7079"/>
                        <a:pt x="12458" y="11290"/>
                        <a:pt x="12369" y="15901"/>
                      </a:cubicBezTo>
                      <a:cubicBezTo>
                        <a:pt x="12280" y="25210"/>
                        <a:pt x="8557" y="32170"/>
                        <a:pt x="5232" y="31771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47" name="Forme libre : forme 24946">
                  <a:extLst>
                    <a:ext uri="{FF2B5EF4-FFF2-40B4-BE49-F238E27FC236}">
                      <a16:creationId xmlns:a16="http://schemas.microsoft.com/office/drawing/2014/main" id="{88C94C9E-86F0-469F-8976-8D5DD8B4EA54}"/>
                    </a:ext>
                  </a:extLst>
                </p:cNvPr>
                <p:cNvSpPr/>
                <p:nvPr/>
              </p:nvSpPr>
              <p:spPr>
                <a:xfrm>
                  <a:off x="5895047" y="1417405"/>
                  <a:ext cx="11082" cy="22686"/>
                </a:xfrm>
                <a:custGeom>
                  <a:avLst/>
                  <a:gdLst>
                    <a:gd name="connsiteX0" fmla="*/ 11083 w 11082"/>
                    <a:gd name="connsiteY0" fmla="*/ 6594 h 22686"/>
                    <a:gd name="connsiteX1" fmla="*/ 5142 w 11082"/>
                    <a:gd name="connsiteY1" fmla="*/ 33 h 22686"/>
                    <a:gd name="connsiteX2" fmla="*/ 0 w 11082"/>
                    <a:gd name="connsiteY2" fmla="*/ 15815 h 22686"/>
                    <a:gd name="connsiteX3" fmla="*/ 443 w 11082"/>
                    <a:gd name="connsiteY3" fmla="*/ 22686 h 22686"/>
                    <a:gd name="connsiteX4" fmla="*/ 1064 w 11082"/>
                    <a:gd name="connsiteY4" fmla="*/ 18918 h 22686"/>
                    <a:gd name="connsiteX5" fmla="*/ 11083 w 11082"/>
                    <a:gd name="connsiteY5" fmla="*/ 6594 h 2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82" h="22686">
                      <a:moveTo>
                        <a:pt x="11083" y="6594"/>
                      </a:moveTo>
                      <a:cubicBezTo>
                        <a:pt x="9708" y="2205"/>
                        <a:pt x="7226" y="-322"/>
                        <a:pt x="5142" y="33"/>
                      </a:cubicBezTo>
                      <a:cubicBezTo>
                        <a:pt x="1729" y="742"/>
                        <a:pt x="133" y="7525"/>
                        <a:pt x="0" y="15815"/>
                      </a:cubicBezTo>
                      <a:cubicBezTo>
                        <a:pt x="44" y="18253"/>
                        <a:pt x="133" y="20603"/>
                        <a:pt x="443" y="22686"/>
                      </a:cubicBezTo>
                      <a:cubicBezTo>
                        <a:pt x="532" y="21401"/>
                        <a:pt x="709" y="20115"/>
                        <a:pt x="1064" y="18918"/>
                      </a:cubicBezTo>
                      <a:cubicBezTo>
                        <a:pt x="3192" y="12268"/>
                        <a:pt x="6871" y="6461"/>
                        <a:pt x="11083" y="659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48" name="Forme libre : forme 24947">
                  <a:extLst>
                    <a:ext uri="{FF2B5EF4-FFF2-40B4-BE49-F238E27FC236}">
                      <a16:creationId xmlns:a16="http://schemas.microsoft.com/office/drawing/2014/main" id="{FBD623F0-B280-4BC0-9F72-87E8611D8597}"/>
                    </a:ext>
                  </a:extLst>
                </p:cNvPr>
                <p:cNvSpPr/>
                <p:nvPr/>
              </p:nvSpPr>
              <p:spPr>
                <a:xfrm>
                  <a:off x="5893670" y="1419226"/>
                  <a:ext cx="12378" cy="31432"/>
                </a:xfrm>
                <a:custGeom>
                  <a:avLst/>
                  <a:gdLst>
                    <a:gd name="connsiteX0" fmla="*/ 5101 w 12378"/>
                    <a:gd name="connsiteY0" fmla="*/ 31416 h 31432"/>
                    <a:gd name="connsiteX1" fmla="*/ 1245 w 12378"/>
                    <a:gd name="connsiteY1" fmla="*/ 26406 h 31432"/>
                    <a:gd name="connsiteX2" fmla="*/ 3 w 12378"/>
                    <a:gd name="connsiteY2" fmla="*/ 15545 h 31432"/>
                    <a:gd name="connsiteX3" fmla="*/ 1466 w 12378"/>
                    <a:gd name="connsiteY3" fmla="*/ 4950 h 31432"/>
                    <a:gd name="connsiteX4" fmla="*/ 5367 w 12378"/>
                    <a:gd name="connsiteY4" fmla="*/ 29 h 31432"/>
                    <a:gd name="connsiteX5" fmla="*/ 10244 w 12378"/>
                    <a:gd name="connsiteY5" fmla="*/ 4197 h 31432"/>
                    <a:gd name="connsiteX6" fmla="*/ 12372 w 12378"/>
                    <a:gd name="connsiteY6" fmla="*/ 15767 h 31432"/>
                    <a:gd name="connsiteX7" fmla="*/ 5101 w 12378"/>
                    <a:gd name="connsiteY7" fmla="*/ 31416 h 3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378" h="31432">
                      <a:moveTo>
                        <a:pt x="5101" y="31416"/>
                      </a:moveTo>
                      <a:cubicBezTo>
                        <a:pt x="3417" y="31238"/>
                        <a:pt x="2087" y="29288"/>
                        <a:pt x="1245" y="26406"/>
                      </a:cubicBezTo>
                      <a:cubicBezTo>
                        <a:pt x="358" y="23525"/>
                        <a:pt x="-41" y="19668"/>
                        <a:pt x="3" y="15545"/>
                      </a:cubicBezTo>
                      <a:cubicBezTo>
                        <a:pt x="48" y="11422"/>
                        <a:pt x="624" y="7699"/>
                        <a:pt x="1466" y="4950"/>
                      </a:cubicBezTo>
                      <a:cubicBezTo>
                        <a:pt x="2397" y="2157"/>
                        <a:pt x="3638" y="295"/>
                        <a:pt x="5367" y="29"/>
                      </a:cubicBezTo>
                      <a:cubicBezTo>
                        <a:pt x="7052" y="-237"/>
                        <a:pt x="8958" y="1315"/>
                        <a:pt x="10244" y="4197"/>
                      </a:cubicBezTo>
                      <a:cubicBezTo>
                        <a:pt x="11662" y="7078"/>
                        <a:pt x="12460" y="11201"/>
                        <a:pt x="12372" y="15767"/>
                      </a:cubicBezTo>
                      <a:cubicBezTo>
                        <a:pt x="12194" y="24943"/>
                        <a:pt x="8382" y="31815"/>
                        <a:pt x="5101" y="3141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49" name="Forme libre : forme 24948">
                  <a:extLst>
                    <a:ext uri="{FF2B5EF4-FFF2-40B4-BE49-F238E27FC236}">
                      <a16:creationId xmlns:a16="http://schemas.microsoft.com/office/drawing/2014/main" id="{C5CAB614-1058-4D16-8768-2EA16931FDBA}"/>
                    </a:ext>
                  </a:extLst>
                </p:cNvPr>
                <p:cNvSpPr/>
                <p:nvPr/>
              </p:nvSpPr>
              <p:spPr>
                <a:xfrm>
                  <a:off x="5887888" y="1402142"/>
                  <a:ext cx="20829" cy="40692"/>
                </a:xfrm>
                <a:custGeom>
                  <a:avLst/>
                  <a:gdLst>
                    <a:gd name="connsiteX0" fmla="*/ 7868 w 20829"/>
                    <a:gd name="connsiteY0" fmla="*/ 2839 h 40692"/>
                    <a:gd name="connsiteX1" fmla="*/ 2903 w 20829"/>
                    <a:gd name="connsiteY1" fmla="*/ 6031 h 40692"/>
                    <a:gd name="connsiteX2" fmla="*/ 22 w 20829"/>
                    <a:gd name="connsiteY2" fmla="*/ 20305 h 40692"/>
                    <a:gd name="connsiteX3" fmla="*/ 1308 w 20829"/>
                    <a:gd name="connsiteY3" fmla="*/ 35023 h 40692"/>
                    <a:gd name="connsiteX4" fmla="*/ 6583 w 20829"/>
                    <a:gd name="connsiteY4" fmla="*/ 40387 h 40692"/>
                    <a:gd name="connsiteX5" fmla="*/ 9775 w 20829"/>
                    <a:gd name="connsiteY5" fmla="*/ 35156 h 40692"/>
                    <a:gd name="connsiteX6" fmla="*/ 16380 w 20829"/>
                    <a:gd name="connsiteY6" fmla="*/ 21458 h 40692"/>
                    <a:gd name="connsiteX7" fmla="*/ 20104 w 20829"/>
                    <a:gd name="connsiteY7" fmla="*/ 13878 h 40692"/>
                    <a:gd name="connsiteX8" fmla="*/ 19306 w 20829"/>
                    <a:gd name="connsiteY8" fmla="*/ 3149 h 40692"/>
                    <a:gd name="connsiteX9" fmla="*/ 13055 w 20829"/>
                    <a:gd name="connsiteY9" fmla="*/ 268 h 40692"/>
                    <a:gd name="connsiteX10" fmla="*/ 7868 w 20829"/>
                    <a:gd name="connsiteY10" fmla="*/ 2839 h 40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829" h="40692">
                      <a:moveTo>
                        <a:pt x="7868" y="2839"/>
                      </a:moveTo>
                      <a:cubicBezTo>
                        <a:pt x="6007" y="3548"/>
                        <a:pt x="4145" y="4391"/>
                        <a:pt x="2903" y="6031"/>
                      </a:cubicBezTo>
                      <a:cubicBezTo>
                        <a:pt x="465" y="9311"/>
                        <a:pt x="155" y="14587"/>
                        <a:pt x="22" y="20305"/>
                      </a:cubicBezTo>
                      <a:cubicBezTo>
                        <a:pt x="-67" y="25005"/>
                        <a:pt x="66" y="30369"/>
                        <a:pt x="1308" y="35023"/>
                      </a:cubicBezTo>
                      <a:cubicBezTo>
                        <a:pt x="2283" y="38481"/>
                        <a:pt x="4322" y="41717"/>
                        <a:pt x="6583" y="40387"/>
                      </a:cubicBezTo>
                      <a:cubicBezTo>
                        <a:pt x="8001" y="39545"/>
                        <a:pt x="8888" y="37284"/>
                        <a:pt x="9775" y="35156"/>
                      </a:cubicBezTo>
                      <a:cubicBezTo>
                        <a:pt x="11814" y="30191"/>
                        <a:pt x="14075" y="25625"/>
                        <a:pt x="16380" y="21458"/>
                      </a:cubicBezTo>
                      <a:cubicBezTo>
                        <a:pt x="17400" y="19685"/>
                        <a:pt x="19084" y="17069"/>
                        <a:pt x="20104" y="13878"/>
                      </a:cubicBezTo>
                      <a:cubicBezTo>
                        <a:pt x="21079" y="10686"/>
                        <a:pt x="21301" y="6740"/>
                        <a:pt x="19306" y="3149"/>
                      </a:cubicBezTo>
                      <a:cubicBezTo>
                        <a:pt x="17488" y="-87"/>
                        <a:pt x="15139" y="-353"/>
                        <a:pt x="13055" y="268"/>
                      </a:cubicBezTo>
                      <a:cubicBezTo>
                        <a:pt x="11060" y="933"/>
                        <a:pt x="9154" y="2351"/>
                        <a:pt x="7868" y="283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50" name="Forme libre : forme 24949">
                  <a:extLst>
                    <a:ext uri="{FF2B5EF4-FFF2-40B4-BE49-F238E27FC236}">
                      <a16:creationId xmlns:a16="http://schemas.microsoft.com/office/drawing/2014/main" id="{09176D59-28BC-4327-B3BF-AFA0B794945C}"/>
                    </a:ext>
                  </a:extLst>
                </p:cNvPr>
                <p:cNvSpPr/>
                <p:nvPr/>
              </p:nvSpPr>
              <p:spPr>
                <a:xfrm>
                  <a:off x="5902628" y="1409375"/>
                  <a:ext cx="7948" cy="13467"/>
                </a:xfrm>
                <a:custGeom>
                  <a:avLst/>
                  <a:gdLst>
                    <a:gd name="connsiteX0" fmla="*/ 2305 w 7948"/>
                    <a:gd name="connsiteY0" fmla="*/ 482 h 13467"/>
                    <a:gd name="connsiteX1" fmla="*/ 798 w 7948"/>
                    <a:gd name="connsiteY1" fmla="*/ 39 h 13467"/>
                    <a:gd name="connsiteX2" fmla="*/ 0 w 7948"/>
                    <a:gd name="connsiteY2" fmla="*/ 1591 h 13467"/>
                    <a:gd name="connsiteX3" fmla="*/ 621 w 7948"/>
                    <a:gd name="connsiteY3" fmla="*/ 3985 h 13467"/>
                    <a:gd name="connsiteX4" fmla="*/ 2881 w 7948"/>
                    <a:gd name="connsiteY4" fmla="*/ 9659 h 13467"/>
                    <a:gd name="connsiteX5" fmla="*/ 3945 w 7948"/>
                    <a:gd name="connsiteY5" fmla="*/ 11742 h 13467"/>
                    <a:gd name="connsiteX6" fmla="*/ 6783 w 7948"/>
                    <a:gd name="connsiteY6" fmla="*/ 13427 h 13467"/>
                    <a:gd name="connsiteX7" fmla="*/ 7758 w 7948"/>
                    <a:gd name="connsiteY7" fmla="*/ 9437 h 13467"/>
                    <a:gd name="connsiteX8" fmla="*/ 2305 w 7948"/>
                    <a:gd name="connsiteY8" fmla="*/ 482 h 13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948" h="13467">
                      <a:moveTo>
                        <a:pt x="2305" y="482"/>
                      </a:moveTo>
                      <a:cubicBezTo>
                        <a:pt x="1773" y="128"/>
                        <a:pt x="1241" y="-94"/>
                        <a:pt x="798" y="39"/>
                      </a:cubicBezTo>
                      <a:cubicBezTo>
                        <a:pt x="355" y="172"/>
                        <a:pt x="0" y="748"/>
                        <a:pt x="0" y="1591"/>
                      </a:cubicBezTo>
                      <a:cubicBezTo>
                        <a:pt x="44" y="2389"/>
                        <a:pt x="355" y="3187"/>
                        <a:pt x="621" y="3985"/>
                      </a:cubicBezTo>
                      <a:cubicBezTo>
                        <a:pt x="1374" y="5935"/>
                        <a:pt x="2128" y="7841"/>
                        <a:pt x="2881" y="9659"/>
                      </a:cubicBezTo>
                      <a:cubicBezTo>
                        <a:pt x="3192" y="10412"/>
                        <a:pt x="3546" y="11166"/>
                        <a:pt x="3945" y="11742"/>
                      </a:cubicBezTo>
                      <a:cubicBezTo>
                        <a:pt x="4743" y="12939"/>
                        <a:pt x="5896" y="13649"/>
                        <a:pt x="6783" y="13427"/>
                      </a:cubicBezTo>
                      <a:cubicBezTo>
                        <a:pt x="7625" y="13205"/>
                        <a:pt x="8290" y="12008"/>
                        <a:pt x="7758" y="9437"/>
                      </a:cubicBezTo>
                      <a:cubicBezTo>
                        <a:pt x="6960" y="5447"/>
                        <a:pt x="4433" y="1857"/>
                        <a:pt x="2305" y="48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51" name="Forme libre : forme 24950">
                  <a:extLst>
                    <a:ext uri="{FF2B5EF4-FFF2-40B4-BE49-F238E27FC236}">
                      <a16:creationId xmlns:a16="http://schemas.microsoft.com/office/drawing/2014/main" id="{0316B83B-C5FE-4111-A5DE-FC81B1ED6DF8}"/>
                    </a:ext>
                  </a:extLst>
                </p:cNvPr>
                <p:cNvSpPr/>
                <p:nvPr/>
              </p:nvSpPr>
              <p:spPr>
                <a:xfrm>
                  <a:off x="5886092" y="1441022"/>
                  <a:ext cx="10151" cy="19948"/>
                </a:xfrm>
                <a:custGeom>
                  <a:avLst/>
                  <a:gdLst>
                    <a:gd name="connsiteX0" fmla="*/ 10152 w 10151"/>
                    <a:gd name="connsiteY0" fmla="*/ 19949 h 19948"/>
                    <a:gd name="connsiteX1" fmla="*/ 5497 w 10151"/>
                    <a:gd name="connsiteY1" fmla="*/ 17112 h 19948"/>
                    <a:gd name="connsiteX2" fmla="*/ 0 w 10151"/>
                    <a:gd name="connsiteY2" fmla="*/ 0 h 19948"/>
                    <a:gd name="connsiteX3" fmla="*/ 1951 w 10151"/>
                    <a:gd name="connsiteY3" fmla="*/ 7891 h 19948"/>
                    <a:gd name="connsiteX4" fmla="*/ 10152 w 10151"/>
                    <a:gd name="connsiteY4" fmla="*/ 19949 h 19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51" h="19948">
                      <a:moveTo>
                        <a:pt x="10152" y="19949"/>
                      </a:moveTo>
                      <a:cubicBezTo>
                        <a:pt x="10152" y="19949"/>
                        <a:pt x="7802" y="19772"/>
                        <a:pt x="5497" y="17112"/>
                      </a:cubicBezTo>
                      <a:cubicBezTo>
                        <a:pt x="3103" y="14496"/>
                        <a:pt x="842" y="9354"/>
                        <a:pt x="0" y="0"/>
                      </a:cubicBezTo>
                      <a:cubicBezTo>
                        <a:pt x="0" y="0"/>
                        <a:pt x="532" y="3591"/>
                        <a:pt x="1951" y="7891"/>
                      </a:cubicBezTo>
                      <a:cubicBezTo>
                        <a:pt x="3414" y="12235"/>
                        <a:pt x="5807" y="17333"/>
                        <a:pt x="10152" y="199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52" name="Forme libre : forme 24951">
                  <a:extLst>
                    <a:ext uri="{FF2B5EF4-FFF2-40B4-BE49-F238E27FC236}">
                      <a16:creationId xmlns:a16="http://schemas.microsoft.com/office/drawing/2014/main" id="{D14C9CD3-21C5-421B-A680-5D5A77AC24A8}"/>
                    </a:ext>
                  </a:extLst>
                </p:cNvPr>
                <p:cNvSpPr/>
                <p:nvPr/>
              </p:nvSpPr>
              <p:spPr>
                <a:xfrm>
                  <a:off x="5895269" y="1393428"/>
                  <a:ext cx="21012" cy="21039"/>
                </a:xfrm>
                <a:custGeom>
                  <a:avLst/>
                  <a:gdLst>
                    <a:gd name="connsiteX0" fmla="*/ 21013 w 21012"/>
                    <a:gd name="connsiteY0" fmla="*/ 21040 h 21039"/>
                    <a:gd name="connsiteX1" fmla="*/ 20038 w 21012"/>
                    <a:gd name="connsiteY1" fmla="*/ 17227 h 21039"/>
                    <a:gd name="connsiteX2" fmla="*/ 16225 w 21012"/>
                    <a:gd name="connsiteY2" fmla="*/ 8804 h 21039"/>
                    <a:gd name="connsiteX3" fmla="*/ 8689 w 21012"/>
                    <a:gd name="connsiteY3" fmla="*/ 1357 h 21039"/>
                    <a:gd name="connsiteX4" fmla="*/ 0 w 21012"/>
                    <a:gd name="connsiteY4" fmla="*/ 958 h 21039"/>
                    <a:gd name="connsiteX5" fmla="*/ 1906 w 21012"/>
                    <a:gd name="connsiteY5" fmla="*/ 780 h 21039"/>
                    <a:gd name="connsiteX6" fmla="*/ 7359 w 21012"/>
                    <a:gd name="connsiteY6" fmla="*/ 2066 h 21039"/>
                    <a:gd name="connsiteX7" fmla="*/ 14895 w 21012"/>
                    <a:gd name="connsiteY7" fmla="*/ 8139 h 21039"/>
                    <a:gd name="connsiteX8" fmla="*/ 21013 w 21012"/>
                    <a:gd name="connsiteY8" fmla="*/ 21040 h 2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12" h="21039">
                      <a:moveTo>
                        <a:pt x="21013" y="21040"/>
                      </a:moveTo>
                      <a:cubicBezTo>
                        <a:pt x="21013" y="21040"/>
                        <a:pt x="20703" y="19488"/>
                        <a:pt x="20038" y="17227"/>
                      </a:cubicBezTo>
                      <a:cubicBezTo>
                        <a:pt x="19328" y="14922"/>
                        <a:pt x="18176" y="11819"/>
                        <a:pt x="16225" y="8804"/>
                      </a:cubicBezTo>
                      <a:cubicBezTo>
                        <a:pt x="14363" y="5834"/>
                        <a:pt x="11659" y="2953"/>
                        <a:pt x="8689" y="1357"/>
                      </a:cubicBezTo>
                      <a:cubicBezTo>
                        <a:pt x="5807" y="-284"/>
                        <a:pt x="2571" y="-461"/>
                        <a:pt x="0" y="958"/>
                      </a:cubicBezTo>
                      <a:cubicBezTo>
                        <a:pt x="0" y="958"/>
                        <a:pt x="665" y="736"/>
                        <a:pt x="1906" y="780"/>
                      </a:cubicBezTo>
                      <a:cubicBezTo>
                        <a:pt x="3103" y="825"/>
                        <a:pt x="5142" y="958"/>
                        <a:pt x="7359" y="2066"/>
                      </a:cubicBezTo>
                      <a:cubicBezTo>
                        <a:pt x="9664" y="3086"/>
                        <a:pt x="12368" y="4992"/>
                        <a:pt x="14895" y="8139"/>
                      </a:cubicBezTo>
                      <a:cubicBezTo>
                        <a:pt x="17422" y="11242"/>
                        <a:pt x="19639" y="15587"/>
                        <a:pt x="21013" y="210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53" name="Forme libre : forme 24952">
                  <a:extLst>
                    <a:ext uri="{FF2B5EF4-FFF2-40B4-BE49-F238E27FC236}">
                      <a16:creationId xmlns:a16="http://schemas.microsoft.com/office/drawing/2014/main" id="{EEE06F35-955C-4C65-B24C-5FB721A8F3E3}"/>
                    </a:ext>
                  </a:extLst>
                </p:cNvPr>
                <p:cNvSpPr/>
                <p:nvPr/>
              </p:nvSpPr>
              <p:spPr>
                <a:xfrm>
                  <a:off x="5901677" y="1430482"/>
                  <a:ext cx="4488" cy="12116"/>
                </a:xfrm>
                <a:custGeom>
                  <a:avLst/>
                  <a:gdLst>
                    <a:gd name="connsiteX0" fmla="*/ 862 w 4488"/>
                    <a:gd name="connsiteY0" fmla="*/ 11958 h 12116"/>
                    <a:gd name="connsiteX1" fmla="*/ 419 w 4488"/>
                    <a:gd name="connsiteY1" fmla="*/ 4821 h 12116"/>
                    <a:gd name="connsiteX2" fmla="*/ 3433 w 4488"/>
                    <a:gd name="connsiteY2" fmla="*/ 122 h 12116"/>
                    <a:gd name="connsiteX3" fmla="*/ 4098 w 4488"/>
                    <a:gd name="connsiteY3" fmla="*/ 7392 h 12116"/>
                    <a:gd name="connsiteX4" fmla="*/ 862 w 4488"/>
                    <a:gd name="connsiteY4" fmla="*/ 11958 h 12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88" h="12116">
                      <a:moveTo>
                        <a:pt x="862" y="11958"/>
                      </a:moveTo>
                      <a:cubicBezTo>
                        <a:pt x="-69" y="11204"/>
                        <a:pt x="-291" y="8057"/>
                        <a:pt x="419" y="4821"/>
                      </a:cubicBezTo>
                      <a:cubicBezTo>
                        <a:pt x="1039" y="1585"/>
                        <a:pt x="2413" y="-543"/>
                        <a:pt x="3433" y="122"/>
                      </a:cubicBezTo>
                      <a:cubicBezTo>
                        <a:pt x="4453" y="787"/>
                        <a:pt x="4852" y="4112"/>
                        <a:pt x="4098" y="7392"/>
                      </a:cubicBezTo>
                      <a:cubicBezTo>
                        <a:pt x="3344" y="10717"/>
                        <a:pt x="1837" y="12712"/>
                        <a:pt x="862" y="1195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54" name="Forme libre : forme 24953">
                  <a:extLst>
                    <a:ext uri="{FF2B5EF4-FFF2-40B4-BE49-F238E27FC236}">
                      <a16:creationId xmlns:a16="http://schemas.microsoft.com/office/drawing/2014/main" id="{E1262A54-C375-4B06-9495-386540E5111D}"/>
                    </a:ext>
                  </a:extLst>
                </p:cNvPr>
                <p:cNvSpPr/>
                <p:nvPr/>
              </p:nvSpPr>
              <p:spPr>
                <a:xfrm>
                  <a:off x="5902127" y="1440887"/>
                  <a:ext cx="1800" cy="3328"/>
                </a:xfrm>
                <a:custGeom>
                  <a:avLst/>
                  <a:gdLst>
                    <a:gd name="connsiteX0" fmla="*/ 767 w 1800"/>
                    <a:gd name="connsiteY0" fmla="*/ 3327 h 3328"/>
                    <a:gd name="connsiteX1" fmla="*/ 14 w 1800"/>
                    <a:gd name="connsiteY1" fmla="*/ 1598 h 3328"/>
                    <a:gd name="connsiteX2" fmla="*/ 1033 w 1800"/>
                    <a:gd name="connsiteY2" fmla="*/ 2 h 3328"/>
                    <a:gd name="connsiteX3" fmla="*/ 1787 w 1800"/>
                    <a:gd name="connsiteY3" fmla="*/ 1731 h 3328"/>
                    <a:gd name="connsiteX4" fmla="*/ 767 w 1800"/>
                    <a:gd name="connsiteY4" fmla="*/ 3327 h 3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0" h="3328">
                      <a:moveTo>
                        <a:pt x="767" y="3327"/>
                      </a:moveTo>
                      <a:cubicBezTo>
                        <a:pt x="280" y="3282"/>
                        <a:pt x="-75" y="2529"/>
                        <a:pt x="14" y="1598"/>
                      </a:cubicBezTo>
                      <a:cubicBezTo>
                        <a:pt x="102" y="667"/>
                        <a:pt x="546" y="-42"/>
                        <a:pt x="1033" y="2"/>
                      </a:cubicBezTo>
                      <a:cubicBezTo>
                        <a:pt x="1521" y="46"/>
                        <a:pt x="1876" y="800"/>
                        <a:pt x="1787" y="1731"/>
                      </a:cubicBezTo>
                      <a:cubicBezTo>
                        <a:pt x="1743" y="2662"/>
                        <a:pt x="1255" y="3371"/>
                        <a:pt x="767" y="33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55" name="Forme libre : forme 24954">
                  <a:extLst>
                    <a:ext uri="{FF2B5EF4-FFF2-40B4-BE49-F238E27FC236}">
                      <a16:creationId xmlns:a16="http://schemas.microsoft.com/office/drawing/2014/main" id="{9BF6FD2B-2572-496F-B75A-E4CF2D32CA3B}"/>
                    </a:ext>
                  </a:extLst>
                </p:cNvPr>
                <p:cNvSpPr/>
                <p:nvPr/>
              </p:nvSpPr>
              <p:spPr>
                <a:xfrm>
                  <a:off x="5898279" y="1430243"/>
                  <a:ext cx="17590" cy="28557"/>
                </a:xfrm>
                <a:custGeom>
                  <a:avLst/>
                  <a:gdLst>
                    <a:gd name="connsiteX0" fmla="*/ 9935 w 17590"/>
                    <a:gd name="connsiteY0" fmla="*/ 27004 h 28557"/>
                    <a:gd name="connsiteX1" fmla="*/ 2000 w 17590"/>
                    <a:gd name="connsiteY1" fmla="*/ 28290 h 28557"/>
                    <a:gd name="connsiteX2" fmla="*/ 5 w 17590"/>
                    <a:gd name="connsiteY2" fmla="*/ 25630 h 28557"/>
                    <a:gd name="connsiteX3" fmla="*/ 2000 w 17590"/>
                    <a:gd name="connsiteY3" fmla="*/ 22305 h 28557"/>
                    <a:gd name="connsiteX4" fmla="*/ 9846 w 17590"/>
                    <a:gd name="connsiteY4" fmla="*/ 15655 h 28557"/>
                    <a:gd name="connsiteX5" fmla="*/ 12817 w 17590"/>
                    <a:gd name="connsiteY5" fmla="*/ 6080 h 28557"/>
                    <a:gd name="connsiteX6" fmla="*/ 16274 w 17590"/>
                    <a:gd name="connsiteY6" fmla="*/ 405 h 28557"/>
                    <a:gd name="connsiteX7" fmla="*/ 17427 w 17590"/>
                    <a:gd name="connsiteY7" fmla="*/ 10158 h 28557"/>
                    <a:gd name="connsiteX8" fmla="*/ 15299 w 17590"/>
                    <a:gd name="connsiteY8" fmla="*/ 20088 h 28557"/>
                    <a:gd name="connsiteX9" fmla="*/ 9935 w 17590"/>
                    <a:gd name="connsiteY9" fmla="*/ 27004 h 28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590" h="28557">
                      <a:moveTo>
                        <a:pt x="9935" y="27004"/>
                      </a:moveTo>
                      <a:cubicBezTo>
                        <a:pt x="7275" y="28733"/>
                        <a:pt x="4571" y="28777"/>
                        <a:pt x="2000" y="28290"/>
                      </a:cubicBezTo>
                      <a:cubicBezTo>
                        <a:pt x="1069" y="28112"/>
                        <a:pt x="-84" y="27403"/>
                        <a:pt x="5" y="25630"/>
                      </a:cubicBezTo>
                      <a:cubicBezTo>
                        <a:pt x="94" y="23990"/>
                        <a:pt x="1113" y="22881"/>
                        <a:pt x="2000" y="22305"/>
                      </a:cubicBezTo>
                      <a:cubicBezTo>
                        <a:pt x="4660" y="20399"/>
                        <a:pt x="7718" y="19556"/>
                        <a:pt x="9846" y="15655"/>
                      </a:cubicBezTo>
                      <a:cubicBezTo>
                        <a:pt x="10511" y="14458"/>
                        <a:pt x="11664" y="9981"/>
                        <a:pt x="12817" y="6080"/>
                      </a:cubicBezTo>
                      <a:cubicBezTo>
                        <a:pt x="13880" y="2179"/>
                        <a:pt x="15033" y="-1191"/>
                        <a:pt x="16274" y="405"/>
                      </a:cubicBezTo>
                      <a:cubicBezTo>
                        <a:pt x="17516" y="1957"/>
                        <a:pt x="17826" y="6080"/>
                        <a:pt x="17427" y="10158"/>
                      </a:cubicBezTo>
                      <a:cubicBezTo>
                        <a:pt x="17028" y="14237"/>
                        <a:pt x="16053" y="18271"/>
                        <a:pt x="15299" y="20088"/>
                      </a:cubicBezTo>
                      <a:cubicBezTo>
                        <a:pt x="13925" y="23325"/>
                        <a:pt x="11930" y="25674"/>
                        <a:pt x="9935" y="2700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35" name="Graphique 2">
                <a:extLst>
                  <a:ext uri="{FF2B5EF4-FFF2-40B4-BE49-F238E27FC236}">
                    <a16:creationId xmlns:a16="http://schemas.microsoft.com/office/drawing/2014/main" id="{698910AC-678E-40C3-A20D-47E2D198BDC4}"/>
                  </a:ext>
                </a:extLst>
              </p:cNvPr>
              <p:cNvGrpSpPr/>
              <p:nvPr/>
            </p:nvGrpSpPr>
            <p:grpSpPr>
              <a:xfrm>
                <a:off x="5871297" y="1462755"/>
                <a:ext cx="39851" cy="70487"/>
                <a:chOff x="5871297" y="1462755"/>
                <a:chExt cx="39851" cy="70487"/>
              </a:xfrm>
              <a:solidFill>
                <a:schemeClr val="accent1"/>
              </a:solidFill>
            </p:grpSpPr>
            <p:sp>
              <p:nvSpPr>
                <p:cNvPr id="24932" name="Forme libre : forme 24931">
                  <a:extLst>
                    <a:ext uri="{FF2B5EF4-FFF2-40B4-BE49-F238E27FC236}">
                      <a16:creationId xmlns:a16="http://schemas.microsoft.com/office/drawing/2014/main" id="{8E398825-1AE4-4569-9143-E26902DE66B8}"/>
                    </a:ext>
                  </a:extLst>
                </p:cNvPr>
                <p:cNvSpPr/>
                <p:nvPr/>
              </p:nvSpPr>
              <p:spPr>
                <a:xfrm>
                  <a:off x="5871297" y="1462755"/>
                  <a:ext cx="39851" cy="70487"/>
                </a:xfrm>
                <a:custGeom>
                  <a:avLst/>
                  <a:gdLst>
                    <a:gd name="connsiteX0" fmla="*/ 1540 w 39851"/>
                    <a:gd name="connsiteY0" fmla="*/ 43344 h 70487"/>
                    <a:gd name="connsiteX1" fmla="*/ 7747 w 39851"/>
                    <a:gd name="connsiteY1" fmla="*/ 18873 h 70487"/>
                    <a:gd name="connsiteX2" fmla="*/ 23307 w 39851"/>
                    <a:gd name="connsiteY2" fmla="*/ 77 h 70487"/>
                    <a:gd name="connsiteX3" fmla="*/ 32040 w 39851"/>
                    <a:gd name="connsiteY3" fmla="*/ 1584 h 70487"/>
                    <a:gd name="connsiteX4" fmla="*/ 38690 w 39851"/>
                    <a:gd name="connsiteY4" fmla="*/ 26188 h 70487"/>
                    <a:gd name="connsiteX5" fmla="*/ 31597 w 39851"/>
                    <a:gd name="connsiteY5" fmla="*/ 52077 h 70487"/>
                    <a:gd name="connsiteX6" fmla="*/ 14086 w 39851"/>
                    <a:gd name="connsiteY6" fmla="*/ 70209 h 70487"/>
                    <a:gd name="connsiteX7" fmla="*/ 5973 w 39851"/>
                    <a:gd name="connsiteY7" fmla="*/ 67593 h 70487"/>
                    <a:gd name="connsiteX8" fmla="*/ 1540 w 39851"/>
                    <a:gd name="connsiteY8" fmla="*/ 43344 h 70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851" h="70487">
                      <a:moveTo>
                        <a:pt x="1540" y="43344"/>
                      </a:moveTo>
                      <a:cubicBezTo>
                        <a:pt x="3801" y="35187"/>
                        <a:pt x="5929" y="27030"/>
                        <a:pt x="7747" y="18873"/>
                      </a:cubicBezTo>
                      <a:cubicBezTo>
                        <a:pt x="10362" y="7480"/>
                        <a:pt x="16923" y="-898"/>
                        <a:pt x="23307" y="77"/>
                      </a:cubicBezTo>
                      <a:lnTo>
                        <a:pt x="32040" y="1584"/>
                      </a:lnTo>
                      <a:cubicBezTo>
                        <a:pt x="38379" y="2560"/>
                        <a:pt x="41793" y="13864"/>
                        <a:pt x="38690" y="26188"/>
                      </a:cubicBezTo>
                      <a:cubicBezTo>
                        <a:pt x="36562" y="34921"/>
                        <a:pt x="34168" y="43566"/>
                        <a:pt x="31597" y="52077"/>
                      </a:cubicBezTo>
                      <a:cubicBezTo>
                        <a:pt x="27961" y="64047"/>
                        <a:pt x="19893" y="72115"/>
                        <a:pt x="14086" y="70209"/>
                      </a:cubicBezTo>
                      <a:lnTo>
                        <a:pt x="5973" y="67593"/>
                      </a:lnTo>
                      <a:cubicBezTo>
                        <a:pt x="166" y="65643"/>
                        <a:pt x="-1607" y="54782"/>
                        <a:pt x="1540" y="4334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33" name="Forme libre : forme 24932">
                  <a:extLst>
                    <a:ext uri="{FF2B5EF4-FFF2-40B4-BE49-F238E27FC236}">
                      <a16:creationId xmlns:a16="http://schemas.microsoft.com/office/drawing/2014/main" id="{BD871DDD-0317-4134-95CA-A60E491CF515}"/>
                    </a:ext>
                  </a:extLst>
                </p:cNvPr>
                <p:cNvSpPr/>
                <p:nvPr/>
              </p:nvSpPr>
              <p:spPr>
                <a:xfrm>
                  <a:off x="5871323" y="1462755"/>
                  <a:ext cx="27092" cy="67637"/>
                </a:xfrm>
                <a:custGeom>
                  <a:avLst/>
                  <a:gdLst>
                    <a:gd name="connsiteX0" fmla="*/ 16897 w 27092"/>
                    <a:gd name="connsiteY0" fmla="*/ 25745 h 67637"/>
                    <a:gd name="connsiteX1" fmla="*/ 27093 w 27092"/>
                    <a:gd name="connsiteY1" fmla="*/ 742 h 67637"/>
                    <a:gd name="connsiteX2" fmla="*/ 23325 w 27092"/>
                    <a:gd name="connsiteY2" fmla="*/ 77 h 67637"/>
                    <a:gd name="connsiteX3" fmla="*/ 7765 w 27092"/>
                    <a:gd name="connsiteY3" fmla="*/ 18873 h 67637"/>
                    <a:gd name="connsiteX4" fmla="*/ 1558 w 27092"/>
                    <a:gd name="connsiteY4" fmla="*/ 43344 h 67637"/>
                    <a:gd name="connsiteX5" fmla="*/ 6036 w 27092"/>
                    <a:gd name="connsiteY5" fmla="*/ 67549 h 67637"/>
                    <a:gd name="connsiteX6" fmla="*/ 6302 w 27092"/>
                    <a:gd name="connsiteY6" fmla="*/ 67638 h 67637"/>
                    <a:gd name="connsiteX7" fmla="*/ 16897 w 27092"/>
                    <a:gd name="connsiteY7" fmla="*/ 25745 h 67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092" h="67637">
                      <a:moveTo>
                        <a:pt x="16897" y="25745"/>
                      </a:moveTo>
                      <a:cubicBezTo>
                        <a:pt x="17961" y="15504"/>
                        <a:pt x="21729" y="5663"/>
                        <a:pt x="27093" y="742"/>
                      </a:cubicBezTo>
                      <a:lnTo>
                        <a:pt x="23325" y="77"/>
                      </a:lnTo>
                      <a:cubicBezTo>
                        <a:pt x="16941" y="-898"/>
                        <a:pt x="10380" y="7480"/>
                        <a:pt x="7765" y="18873"/>
                      </a:cubicBezTo>
                      <a:cubicBezTo>
                        <a:pt x="5903" y="27030"/>
                        <a:pt x="3819" y="35187"/>
                        <a:pt x="1558" y="43344"/>
                      </a:cubicBezTo>
                      <a:cubicBezTo>
                        <a:pt x="-1633" y="54737"/>
                        <a:pt x="184" y="65643"/>
                        <a:pt x="6036" y="67549"/>
                      </a:cubicBezTo>
                      <a:lnTo>
                        <a:pt x="6302" y="67638"/>
                      </a:lnTo>
                      <a:cubicBezTo>
                        <a:pt x="10159" y="53452"/>
                        <a:pt x="15390" y="40241"/>
                        <a:pt x="16897" y="25745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34" name="Forme libre : forme 24933">
                  <a:extLst>
                    <a:ext uri="{FF2B5EF4-FFF2-40B4-BE49-F238E27FC236}">
                      <a16:creationId xmlns:a16="http://schemas.microsoft.com/office/drawing/2014/main" id="{C19D1529-7F2C-4905-AA02-4D17F179401E}"/>
                    </a:ext>
                  </a:extLst>
                </p:cNvPr>
                <p:cNvSpPr/>
                <p:nvPr/>
              </p:nvSpPr>
              <p:spPr>
                <a:xfrm>
                  <a:off x="5882303" y="1486710"/>
                  <a:ext cx="14266" cy="31009"/>
                </a:xfrm>
                <a:custGeom>
                  <a:avLst/>
                  <a:gdLst>
                    <a:gd name="connsiteX0" fmla="*/ 2725 w 14266"/>
                    <a:gd name="connsiteY0" fmla="*/ 30916 h 31009"/>
                    <a:gd name="connsiteX1" fmla="*/ 1440 w 14266"/>
                    <a:gd name="connsiteY1" fmla="*/ 13981 h 31009"/>
                    <a:gd name="connsiteX2" fmla="*/ 11148 w 14266"/>
                    <a:gd name="connsiteY2" fmla="*/ 62 h 31009"/>
                    <a:gd name="connsiteX3" fmla="*/ 12921 w 14266"/>
                    <a:gd name="connsiteY3" fmla="*/ 17129 h 31009"/>
                    <a:gd name="connsiteX4" fmla="*/ 2725 w 14266"/>
                    <a:gd name="connsiteY4" fmla="*/ 30916 h 31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66" h="31009">
                      <a:moveTo>
                        <a:pt x="2725" y="30916"/>
                      </a:moveTo>
                      <a:cubicBezTo>
                        <a:pt x="-378" y="29941"/>
                        <a:pt x="-865" y="22404"/>
                        <a:pt x="1440" y="13981"/>
                      </a:cubicBezTo>
                      <a:cubicBezTo>
                        <a:pt x="3745" y="5559"/>
                        <a:pt x="7912" y="-692"/>
                        <a:pt x="11148" y="62"/>
                      </a:cubicBezTo>
                      <a:cubicBezTo>
                        <a:pt x="14384" y="815"/>
                        <a:pt x="15315" y="8529"/>
                        <a:pt x="12921" y="17129"/>
                      </a:cubicBezTo>
                      <a:cubicBezTo>
                        <a:pt x="10483" y="25729"/>
                        <a:pt x="5828" y="31847"/>
                        <a:pt x="2725" y="30916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35" name="Forme libre : forme 24934">
                  <a:extLst>
                    <a:ext uri="{FF2B5EF4-FFF2-40B4-BE49-F238E27FC236}">
                      <a16:creationId xmlns:a16="http://schemas.microsoft.com/office/drawing/2014/main" id="{EAFF1E5B-05C9-488E-86FF-A3FE07A1ED2E}"/>
                    </a:ext>
                  </a:extLst>
                </p:cNvPr>
                <p:cNvSpPr/>
                <p:nvPr/>
              </p:nvSpPr>
              <p:spPr>
                <a:xfrm>
                  <a:off x="5882457" y="1486710"/>
                  <a:ext cx="14098" cy="21030"/>
                </a:xfrm>
                <a:custGeom>
                  <a:avLst/>
                  <a:gdLst>
                    <a:gd name="connsiteX0" fmla="*/ 14097 w 14098"/>
                    <a:gd name="connsiteY0" fmla="*/ 8130 h 21030"/>
                    <a:gd name="connsiteX1" fmla="*/ 10994 w 14098"/>
                    <a:gd name="connsiteY1" fmla="*/ 62 h 21030"/>
                    <a:gd name="connsiteX2" fmla="*/ 1286 w 14098"/>
                    <a:gd name="connsiteY2" fmla="*/ 13981 h 21030"/>
                    <a:gd name="connsiteX3" fmla="*/ 0 w 14098"/>
                    <a:gd name="connsiteY3" fmla="*/ 21030 h 21030"/>
                    <a:gd name="connsiteX4" fmla="*/ 1463 w 14098"/>
                    <a:gd name="connsiteY4" fmla="*/ 17351 h 21030"/>
                    <a:gd name="connsiteX5" fmla="*/ 14097 w 14098"/>
                    <a:gd name="connsiteY5" fmla="*/ 8130 h 21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098" h="21030">
                      <a:moveTo>
                        <a:pt x="14097" y="8130"/>
                      </a:moveTo>
                      <a:cubicBezTo>
                        <a:pt x="14142" y="3697"/>
                        <a:pt x="12989" y="549"/>
                        <a:pt x="10994" y="62"/>
                      </a:cubicBezTo>
                      <a:cubicBezTo>
                        <a:pt x="7758" y="-692"/>
                        <a:pt x="3547" y="5559"/>
                        <a:pt x="1286" y="13981"/>
                      </a:cubicBezTo>
                      <a:cubicBezTo>
                        <a:pt x="621" y="16464"/>
                        <a:pt x="177" y="18814"/>
                        <a:pt x="0" y="21030"/>
                      </a:cubicBezTo>
                      <a:cubicBezTo>
                        <a:pt x="399" y="19745"/>
                        <a:pt x="842" y="18503"/>
                        <a:pt x="1463" y="17351"/>
                      </a:cubicBezTo>
                      <a:cubicBezTo>
                        <a:pt x="5054" y="11056"/>
                        <a:pt x="10329" y="6578"/>
                        <a:pt x="14097" y="813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36" name="Forme libre : forme 24935">
                  <a:extLst>
                    <a:ext uri="{FF2B5EF4-FFF2-40B4-BE49-F238E27FC236}">
                      <a16:creationId xmlns:a16="http://schemas.microsoft.com/office/drawing/2014/main" id="{50CFEED6-B24E-478B-9016-BA5299B66624}"/>
                    </a:ext>
                  </a:extLst>
                </p:cNvPr>
                <p:cNvSpPr/>
                <p:nvPr/>
              </p:nvSpPr>
              <p:spPr>
                <a:xfrm>
                  <a:off x="5880593" y="1487944"/>
                  <a:ext cx="14261" cy="30936"/>
                </a:xfrm>
                <a:custGeom>
                  <a:avLst/>
                  <a:gdLst>
                    <a:gd name="connsiteX0" fmla="*/ 2706 w 14261"/>
                    <a:gd name="connsiteY0" fmla="*/ 30834 h 30936"/>
                    <a:gd name="connsiteX1" fmla="*/ 1421 w 14261"/>
                    <a:gd name="connsiteY1" fmla="*/ 13900 h 30936"/>
                    <a:gd name="connsiteX2" fmla="*/ 11174 w 14261"/>
                    <a:gd name="connsiteY2" fmla="*/ 69 h 30936"/>
                    <a:gd name="connsiteX3" fmla="*/ 12903 w 14261"/>
                    <a:gd name="connsiteY3" fmla="*/ 17092 h 30936"/>
                    <a:gd name="connsiteX4" fmla="*/ 2706 w 14261"/>
                    <a:gd name="connsiteY4" fmla="*/ 30834 h 30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61" h="30936">
                      <a:moveTo>
                        <a:pt x="2706" y="30834"/>
                      </a:moveTo>
                      <a:cubicBezTo>
                        <a:pt x="-397" y="29859"/>
                        <a:pt x="-840" y="22323"/>
                        <a:pt x="1421" y="13900"/>
                      </a:cubicBezTo>
                      <a:cubicBezTo>
                        <a:pt x="3682" y="5521"/>
                        <a:pt x="7938" y="-729"/>
                        <a:pt x="11174" y="69"/>
                      </a:cubicBezTo>
                      <a:cubicBezTo>
                        <a:pt x="14410" y="822"/>
                        <a:pt x="15296" y="8492"/>
                        <a:pt x="12903" y="17092"/>
                      </a:cubicBezTo>
                      <a:cubicBezTo>
                        <a:pt x="10509" y="25692"/>
                        <a:pt x="5810" y="31810"/>
                        <a:pt x="2706" y="3083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37" name="Forme libre : forme 24936">
                  <a:extLst>
                    <a:ext uri="{FF2B5EF4-FFF2-40B4-BE49-F238E27FC236}">
                      <a16:creationId xmlns:a16="http://schemas.microsoft.com/office/drawing/2014/main" id="{8F0FE91D-D23E-40BE-A754-31C8A144484C}"/>
                    </a:ext>
                  </a:extLst>
                </p:cNvPr>
                <p:cNvSpPr/>
                <p:nvPr/>
              </p:nvSpPr>
              <p:spPr>
                <a:xfrm>
                  <a:off x="5877226" y="1472802"/>
                  <a:ext cx="27397" cy="37333"/>
                </a:xfrm>
                <a:custGeom>
                  <a:avLst/>
                  <a:gdLst>
                    <a:gd name="connsiteX0" fmla="*/ 18353 w 27397"/>
                    <a:gd name="connsiteY0" fmla="*/ 581 h 37333"/>
                    <a:gd name="connsiteX1" fmla="*/ 12634 w 27397"/>
                    <a:gd name="connsiteY1" fmla="*/ 492 h 37333"/>
                    <a:gd name="connsiteX2" fmla="*/ 3369 w 27397"/>
                    <a:gd name="connsiteY2" fmla="*/ 14501 h 37333"/>
                    <a:gd name="connsiteX3" fmla="*/ 0 w 27397"/>
                    <a:gd name="connsiteY3" fmla="*/ 30593 h 37333"/>
                    <a:gd name="connsiteX4" fmla="*/ 3680 w 27397"/>
                    <a:gd name="connsiteY4" fmla="*/ 37198 h 37333"/>
                    <a:gd name="connsiteX5" fmla="*/ 7847 w 27397"/>
                    <a:gd name="connsiteY5" fmla="*/ 32632 h 37333"/>
                    <a:gd name="connsiteX6" fmla="*/ 17732 w 27397"/>
                    <a:gd name="connsiteY6" fmla="*/ 21151 h 37333"/>
                    <a:gd name="connsiteX7" fmla="*/ 27397 w 27397"/>
                    <a:gd name="connsiteY7" fmla="*/ 6787 h 37333"/>
                    <a:gd name="connsiteX8" fmla="*/ 18353 w 27397"/>
                    <a:gd name="connsiteY8" fmla="*/ 581 h 37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97" h="37333">
                      <a:moveTo>
                        <a:pt x="18353" y="581"/>
                      </a:moveTo>
                      <a:cubicBezTo>
                        <a:pt x="16535" y="93"/>
                        <a:pt x="14629" y="-394"/>
                        <a:pt x="12634" y="492"/>
                      </a:cubicBezTo>
                      <a:cubicBezTo>
                        <a:pt x="8866" y="2177"/>
                        <a:pt x="5586" y="8339"/>
                        <a:pt x="3369" y="14501"/>
                      </a:cubicBezTo>
                      <a:cubicBezTo>
                        <a:pt x="1463" y="19643"/>
                        <a:pt x="0" y="25406"/>
                        <a:pt x="0" y="30593"/>
                      </a:cubicBezTo>
                      <a:cubicBezTo>
                        <a:pt x="44" y="34450"/>
                        <a:pt x="1286" y="38085"/>
                        <a:pt x="3680" y="37198"/>
                      </a:cubicBezTo>
                      <a:cubicBezTo>
                        <a:pt x="5142" y="36622"/>
                        <a:pt x="6561" y="34538"/>
                        <a:pt x="7847" y="32632"/>
                      </a:cubicBezTo>
                      <a:cubicBezTo>
                        <a:pt x="10950" y="28155"/>
                        <a:pt x="14319" y="24254"/>
                        <a:pt x="17732" y="21151"/>
                      </a:cubicBezTo>
                      <a:cubicBezTo>
                        <a:pt x="20658" y="18535"/>
                        <a:pt x="27308" y="13836"/>
                        <a:pt x="27397" y="6787"/>
                      </a:cubicBezTo>
                      <a:cubicBezTo>
                        <a:pt x="27485" y="448"/>
                        <a:pt x="20924" y="1246"/>
                        <a:pt x="18353" y="58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38" name="Forme libre : forme 24937">
                  <a:extLst>
                    <a:ext uri="{FF2B5EF4-FFF2-40B4-BE49-F238E27FC236}">
                      <a16:creationId xmlns:a16="http://schemas.microsoft.com/office/drawing/2014/main" id="{B3B5CD5D-9C9B-4281-827C-0DBC1C1589BC}"/>
                    </a:ext>
                  </a:extLst>
                </p:cNvPr>
                <p:cNvSpPr/>
                <p:nvPr/>
              </p:nvSpPr>
              <p:spPr>
                <a:xfrm>
                  <a:off x="5897574" y="1480994"/>
                  <a:ext cx="4655" cy="13765"/>
                </a:xfrm>
                <a:custGeom>
                  <a:avLst/>
                  <a:gdLst>
                    <a:gd name="connsiteX0" fmla="*/ 3103 w 4655"/>
                    <a:gd name="connsiteY0" fmla="*/ 1079 h 13765"/>
                    <a:gd name="connsiteX1" fmla="*/ 2039 w 4655"/>
                    <a:gd name="connsiteY1" fmla="*/ 15 h 13765"/>
                    <a:gd name="connsiteX2" fmla="*/ 665 w 4655"/>
                    <a:gd name="connsiteY2" fmla="*/ 990 h 13765"/>
                    <a:gd name="connsiteX3" fmla="*/ 177 w 4655"/>
                    <a:gd name="connsiteY3" fmla="*/ 3295 h 13765"/>
                    <a:gd name="connsiteX4" fmla="*/ 44 w 4655"/>
                    <a:gd name="connsiteY4" fmla="*/ 9147 h 13765"/>
                    <a:gd name="connsiteX5" fmla="*/ 266 w 4655"/>
                    <a:gd name="connsiteY5" fmla="*/ 11364 h 13765"/>
                    <a:gd name="connsiteX6" fmla="*/ 4433 w 4655"/>
                    <a:gd name="connsiteY6" fmla="*/ 10610 h 13765"/>
                    <a:gd name="connsiteX7" fmla="*/ 3103 w 4655"/>
                    <a:gd name="connsiteY7" fmla="*/ 1079 h 13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55" h="13765">
                      <a:moveTo>
                        <a:pt x="3103" y="1079"/>
                      </a:moveTo>
                      <a:cubicBezTo>
                        <a:pt x="2793" y="591"/>
                        <a:pt x="2482" y="148"/>
                        <a:pt x="2039" y="15"/>
                      </a:cubicBezTo>
                      <a:cubicBezTo>
                        <a:pt x="1596" y="-74"/>
                        <a:pt x="1020" y="236"/>
                        <a:pt x="665" y="990"/>
                      </a:cubicBezTo>
                      <a:cubicBezTo>
                        <a:pt x="355" y="1655"/>
                        <a:pt x="266" y="2542"/>
                        <a:pt x="177" y="3295"/>
                      </a:cubicBezTo>
                      <a:cubicBezTo>
                        <a:pt x="0" y="5290"/>
                        <a:pt x="-44" y="7241"/>
                        <a:pt x="44" y="9147"/>
                      </a:cubicBezTo>
                      <a:cubicBezTo>
                        <a:pt x="89" y="9945"/>
                        <a:pt x="89" y="10698"/>
                        <a:pt x="266" y="11364"/>
                      </a:cubicBezTo>
                      <a:cubicBezTo>
                        <a:pt x="975" y="14068"/>
                        <a:pt x="3635" y="15309"/>
                        <a:pt x="4433" y="10610"/>
                      </a:cubicBezTo>
                      <a:cubicBezTo>
                        <a:pt x="5054" y="6930"/>
                        <a:pt x="4300" y="3118"/>
                        <a:pt x="3103" y="107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39" name="Forme libre : forme 24938">
                  <a:extLst>
                    <a:ext uri="{FF2B5EF4-FFF2-40B4-BE49-F238E27FC236}">
                      <a16:creationId xmlns:a16="http://schemas.microsoft.com/office/drawing/2014/main" id="{743A7B77-7974-4BFA-B861-9FD13A4D7E78}"/>
                    </a:ext>
                  </a:extLst>
                </p:cNvPr>
                <p:cNvSpPr/>
                <p:nvPr/>
              </p:nvSpPr>
              <p:spPr>
                <a:xfrm>
                  <a:off x="5872838" y="1506765"/>
                  <a:ext cx="6339" cy="21899"/>
                </a:xfrm>
                <a:custGeom>
                  <a:avLst/>
                  <a:gdLst>
                    <a:gd name="connsiteX0" fmla="*/ 6339 w 6339"/>
                    <a:gd name="connsiteY0" fmla="*/ 21899 h 21899"/>
                    <a:gd name="connsiteX1" fmla="*/ 2349 w 6339"/>
                    <a:gd name="connsiteY1" fmla="*/ 18442 h 21899"/>
                    <a:gd name="connsiteX2" fmla="*/ 532 w 6339"/>
                    <a:gd name="connsiteY2" fmla="*/ 0 h 21899"/>
                    <a:gd name="connsiteX3" fmla="*/ 665 w 6339"/>
                    <a:gd name="connsiteY3" fmla="*/ 8556 h 21899"/>
                    <a:gd name="connsiteX4" fmla="*/ 6339 w 6339"/>
                    <a:gd name="connsiteY4" fmla="*/ 21899 h 21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39" h="21899">
                      <a:moveTo>
                        <a:pt x="6339" y="21899"/>
                      </a:moveTo>
                      <a:cubicBezTo>
                        <a:pt x="6339" y="21899"/>
                        <a:pt x="4167" y="21412"/>
                        <a:pt x="2349" y="18442"/>
                      </a:cubicBezTo>
                      <a:cubicBezTo>
                        <a:pt x="576" y="15471"/>
                        <a:pt x="-798" y="9974"/>
                        <a:pt x="532" y="0"/>
                      </a:cubicBezTo>
                      <a:cubicBezTo>
                        <a:pt x="532" y="0"/>
                        <a:pt x="177" y="3901"/>
                        <a:pt x="665" y="8556"/>
                      </a:cubicBezTo>
                      <a:cubicBezTo>
                        <a:pt x="1197" y="13211"/>
                        <a:pt x="2571" y="18708"/>
                        <a:pt x="6339" y="218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40" name="Forme libre : forme 24939">
                  <a:extLst>
                    <a:ext uri="{FF2B5EF4-FFF2-40B4-BE49-F238E27FC236}">
                      <a16:creationId xmlns:a16="http://schemas.microsoft.com/office/drawing/2014/main" id="{FF18A2A0-A6DA-4B69-A00F-DC46BBF556EA}"/>
                    </a:ext>
                  </a:extLst>
                </p:cNvPr>
                <p:cNvSpPr/>
                <p:nvPr/>
              </p:nvSpPr>
              <p:spPr>
                <a:xfrm>
                  <a:off x="5902185" y="1465448"/>
                  <a:ext cx="7531" cy="24648"/>
                </a:xfrm>
                <a:custGeom>
                  <a:avLst/>
                  <a:gdLst>
                    <a:gd name="connsiteX0" fmla="*/ 6605 w 7531"/>
                    <a:gd name="connsiteY0" fmla="*/ 24648 h 24648"/>
                    <a:gd name="connsiteX1" fmla="*/ 7492 w 7531"/>
                    <a:gd name="connsiteY1" fmla="*/ 13920 h 24648"/>
                    <a:gd name="connsiteX2" fmla="*/ 0 w 7531"/>
                    <a:gd name="connsiteY2" fmla="*/ 0 h 24648"/>
                    <a:gd name="connsiteX3" fmla="*/ 4256 w 7531"/>
                    <a:gd name="connsiteY3" fmla="*/ 5231 h 24648"/>
                    <a:gd name="connsiteX4" fmla="*/ 6605 w 7531"/>
                    <a:gd name="connsiteY4" fmla="*/ 24648 h 24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31" h="24648">
                      <a:moveTo>
                        <a:pt x="6605" y="24648"/>
                      </a:moveTo>
                      <a:cubicBezTo>
                        <a:pt x="6605" y="24648"/>
                        <a:pt x="7758" y="19594"/>
                        <a:pt x="7492" y="13920"/>
                      </a:cubicBezTo>
                      <a:cubicBezTo>
                        <a:pt x="7182" y="8245"/>
                        <a:pt x="5408" y="2039"/>
                        <a:pt x="0" y="0"/>
                      </a:cubicBezTo>
                      <a:cubicBezTo>
                        <a:pt x="0" y="0"/>
                        <a:pt x="2261" y="1419"/>
                        <a:pt x="4256" y="5231"/>
                      </a:cubicBezTo>
                      <a:cubicBezTo>
                        <a:pt x="6295" y="9043"/>
                        <a:pt x="7980" y="15338"/>
                        <a:pt x="6605" y="246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41" name="Forme libre : forme 24940">
                  <a:extLst>
                    <a:ext uri="{FF2B5EF4-FFF2-40B4-BE49-F238E27FC236}">
                      <a16:creationId xmlns:a16="http://schemas.microsoft.com/office/drawing/2014/main" id="{FD09B43A-A7E5-4F66-ADD1-544277C1B9D7}"/>
                    </a:ext>
                  </a:extLst>
                </p:cNvPr>
                <p:cNvSpPr/>
                <p:nvPr/>
              </p:nvSpPr>
              <p:spPr>
                <a:xfrm>
                  <a:off x="5888144" y="1500366"/>
                  <a:ext cx="5910" cy="11313"/>
                </a:xfrm>
                <a:custGeom>
                  <a:avLst/>
                  <a:gdLst>
                    <a:gd name="connsiteX0" fmla="*/ 342 w 5910"/>
                    <a:gd name="connsiteY0" fmla="*/ 11053 h 11313"/>
                    <a:gd name="connsiteX1" fmla="*/ 1539 w 5910"/>
                    <a:gd name="connsiteY1" fmla="*/ 4005 h 11313"/>
                    <a:gd name="connsiteX2" fmla="*/ 5529 w 5910"/>
                    <a:gd name="connsiteY2" fmla="*/ 236 h 11313"/>
                    <a:gd name="connsiteX3" fmla="*/ 4376 w 5910"/>
                    <a:gd name="connsiteY3" fmla="*/ 7329 h 11313"/>
                    <a:gd name="connsiteX4" fmla="*/ 342 w 5910"/>
                    <a:gd name="connsiteY4" fmla="*/ 11053 h 11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10" h="11313">
                      <a:moveTo>
                        <a:pt x="342" y="11053"/>
                      </a:moveTo>
                      <a:cubicBezTo>
                        <a:pt x="-412" y="10122"/>
                        <a:pt x="121" y="6975"/>
                        <a:pt x="1539" y="4005"/>
                      </a:cubicBezTo>
                      <a:cubicBezTo>
                        <a:pt x="2958" y="1034"/>
                        <a:pt x="4731" y="-650"/>
                        <a:pt x="5529" y="236"/>
                      </a:cubicBezTo>
                      <a:cubicBezTo>
                        <a:pt x="6327" y="1167"/>
                        <a:pt x="5839" y="4315"/>
                        <a:pt x="4376" y="7329"/>
                      </a:cubicBezTo>
                      <a:cubicBezTo>
                        <a:pt x="2958" y="10344"/>
                        <a:pt x="1140" y="11984"/>
                        <a:pt x="342" y="1105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42" name="Forme libre : forme 24941">
                  <a:extLst>
                    <a:ext uri="{FF2B5EF4-FFF2-40B4-BE49-F238E27FC236}">
                      <a16:creationId xmlns:a16="http://schemas.microsoft.com/office/drawing/2014/main" id="{9FF68D48-EAC6-4CC5-A157-312035AD55DE}"/>
                    </a:ext>
                  </a:extLst>
                </p:cNvPr>
                <p:cNvSpPr/>
                <p:nvPr/>
              </p:nvSpPr>
              <p:spPr>
                <a:xfrm>
                  <a:off x="5888007" y="1510027"/>
                  <a:ext cx="1890" cy="3227"/>
                </a:xfrm>
                <a:custGeom>
                  <a:avLst/>
                  <a:gdLst>
                    <a:gd name="connsiteX0" fmla="*/ 480 w 1890"/>
                    <a:gd name="connsiteY0" fmla="*/ 3210 h 3227"/>
                    <a:gd name="connsiteX1" fmla="*/ 125 w 1890"/>
                    <a:gd name="connsiteY1" fmla="*/ 1392 h 3227"/>
                    <a:gd name="connsiteX2" fmla="*/ 1411 w 1890"/>
                    <a:gd name="connsiteY2" fmla="*/ 18 h 3227"/>
                    <a:gd name="connsiteX3" fmla="*/ 1765 w 1890"/>
                    <a:gd name="connsiteY3" fmla="*/ 1836 h 3227"/>
                    <a:gd name="connsiteX4" fmla="*/ 480 w 1890"/>
                    <a:gd name="connsiteY4" fmla="*/ 3210 h 3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0" h="3227">
                      <a:moveTo>
                        <a:pt x="480" y="3210"/>
                      </a:moveTo>
                      <a:cubicBezTo>
                        <a:pt x="36" y="3077"/>
                        <a:pt x="-141" y="2279"/>
                        <a:pt x="125" y="1392"/>
                      </a:cubicBezTo>
                      <a:cubicBezTo>
                        <a:pt x="391" y="506"/>
                        <a:pt x="967" y="-115"/>
                        <a:pt x="1411" y="18"/>
                      </a:cubicBezTo>
                      <a:cubicBezTo>
                        <a:pt x="1854" y="151"/>
                        <a:pt x="2031" y="949"/>
                        <a:pt x="1765" y="1836"/>
                      </a:cubicBezTo>
                      <a:cubicBezTo>
                        <a:pt x="1499" y="2722"/>
                        <a:pt x="923" y="3343"/>
                        <a:pt x="480" y="32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43" name="Forme libre : forme 24942">
                  <a:extLst>
                    <a:ext uri="{FF2B5EF4-FFF2-40B4-BE49-F238E27FC236}">
                      <a16:creationId xmlns:a16="http://schemas.microsoft.com/office/drawing/2014/main" id="{7639209E-C7C2-4B88-BC51-642D0BCE3C95}"/>
                    </a:ext>
                  </a:extLst>
                </p:cNvPr>
                <p:cNvSpPr/>
                <p:nvPr/>
              </p:nvSpPr>
              <p:spPr>
                <a:xfrm>
                  <a:off x="5881830" y="1502510"/>
                  <a:ext cx="20949" cy="25026"/>
                </a:xfrm>
                <a:custGeom>
                  <a:avLst/>
                  <a:gdLst>
                    <a:gd name="connsiteX0" fmla="*/ 9272 w 20949"/>
                    <a:gd name="connsiteY0" fmla="*/ 24203 h 25026"/>
                    <a:gd name="connsiteX1" fmla="*/ 1514 w 20949"/>
                    <a:gd name="connsiteY1" fmla="*/ 24248 h 25026"/>
                    <a:gd name="connsiteX2" fmla="*/ 95 w 20949"/>
                    <a:gd name="connsiteY2" fmla="*/ 21322 h 25026"/>
                    <a:gd name="connsiteX3" fmla="*/ 2533 w 20949"/>
                    <a:gd name="connsiteY3" fmla="*/ 18307 h 25026"/>
                    <a:gd name="connsiteX4" fmla="*/ 11222 w 20949"/>
                    <a:gd name="connsiteY4" fmla="*/ 13254 h 25026"/>
                    <a:gd name="connsiteX5" fmla="*/ 20620 w 20949"/>
                    <a:gd name="connsiteY5" fmla="*/ 530 h 25026"/>
                    <a:gd name="connsiteX6" fmla="*/ 15522 w 20949"/>
                    <a:gd name="connsiteY6" fmla="*/ 18396 h 25026"/>
                    <a:gd name="connsiteX7" fmla="*/ 9272 w 20949"/>
                    <a:gd name="connsiteY7" fmla="*/ 24203 h 25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949" h="25026">
                      <a:moveTo>
                        <a:pt x="9272" y="24203"/>
                      </a:moveTo>
                      <a:cubicBezTo>
                        <a:pt x="6479" y="25445"/>
                        <a:pt x="3863" y="25134"/>
                        <a:pt x="1514" y="24248"/>
                      </a:cubicBezTo>
                      <a:cubicBezTo>
                        <a:pt x="627" y="23937"/>
                        <a:pt x="-304" y="23095"/>
                        <a:pt x="95" y="21322"/>
                      </a:cubicBezTo>
                      <a:cubicBezTo>
                        <a:pt x="450" y="19726"/>
                        <a:pt x="1602" y="18795"/>
                        <a:pt x="2533" y="18307"/>
                      </a:cubicBezTo>
                      <a:cubicBezTo>
                        <a:pt x="5459" y="16889"/>
                        <a:pt x="8474" y="16578"/>
                        <a:pt x="11222" y="13254"/>
                      </a:cubicBezTo>
                      <a:cubicBezTo>
                        <a:pt x="12995" y="11214"/>
                        <a:pt x="19069" y="-2883"/>
                        <a:pt x="20620" y="530"/>
                      </a:cubicBezTo>
                      <a:cubicBezTo>
                        <a:pt x="22216" y="4033"/>
                        <a:pt x="17606" y="15293"/>
                        <a:pt x="15522" y="18396"/>
                      </a:cubicBezTo>
                      <a:cubicBezTo>
                        <a:pt x="13616" y="21322"/>
                        <a:pt x="11400" y="23272"/>
                        <a:pt x="9272" y="2420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36" name="Graphique 2">
                <a:extLst>
                  <a:ext uri="{FF2B5EF4-FFF2-40B4-BE49-F238E27FC236}">
                    <a16:creationId xmlns:a16="http://schemas.microsoft.com/office/drawing/2014/main" id="{0ED3AE95-AD26-4F07-9BD2-6F47CC55DA68}"/>
                  </a:ext>
                </a:extLst>
              </p:cNvPr>
              <p:cNvGrpSpPr/>
              <p:nvPr/>
            </p:nvGrpSpPr>
            <p:grpSpPr>
              <a:xfrm>
                <a:off x="5848736" y="1530028"/>
                <a:ext cx="42342" cy="69583"/>
                <a:chOff x="5848736" y="1530028"/>
                <a:chExt cx="42342" cy="69583"/>
              </a:xfrm>
              <a:solidFill>
                <a:schemeClr val="accent1"/>
              </a:solidFill>
            </p:grpSpPr>
            <p:sp>
              <p:nvSpPr>
                <p:cNvPr id="24920" name="Forme libre : forme 24919">
                  <a:extLst>
                    <a:ext uri="{FF2B5EF4-FFF2-40B4-BE49-F238E27FC236}">
                      <a16:creationId xmlns:a16="http://schemas.microsoft.com/office/drawing/2014/main" id="{8667F1B7-94BD-4B4A-9B59-3B990DDBBD69}"/>
                    </a:ext>
                  </a:extLst>
                </p:cNvPr>
                <p:cNvSpPr/>
                <p:nvPr/>
              </p:nvSpPr>
              <p:spPr>
                <a:xfrm>
                  <a:off x="5848784" y="1530028"/>
                  <a:ext cx="42294" cy="69583"/>
                </a:xfrm>
                <a:custGeom>
                  <a:avLst/>
                  <a:gdLst>
                    <a:gd name="connsiteX0" fmla="*/ 2553 w 42294"/>
                    <a:gd name="connsiteY0" fmla="*/ 41770 h 69583"/>
                    <a:gd name="connsiteX1" fmla="*/ 11154 w 42294"/>
                    <a:gd name="connsiteY1" fmla="*/ 17521 h 69583"/>
                    <a:gd name="connsiteX2" fmla="*/ 28576 w 42294"/>
                    <a:gd name="connsiteY2" fmla="*/ 276 h 69583"/>
                    <a:gd name="connsiteX3" fmla="*/ 36688 w 42294"/>
                    <a:gd name="connsiteY3" fmla="*/ 2892 h 69583"/>
                    <a:gd name="connsiteX4" fmla="*/ 39924 w 42294"/>
                    <a:gd name="connsiteY4" fmla="*/ 27628 h 69583"/>
                    <a:gd name="connsiteX5" fmla="*/ 30704 w 42294"/>
                    <a:gd name="connsiteY5" fmla="*/ 52321 h 69583"/>
                    <a:gd name="connsiteX6" fmla="*/ 12483 w 42294"/>
                    <a:gd name="connsiteY6" fmla="*/ 69211 h 69583"/>
                    <a:gd name="connsiteX7" fmla="*/ 4903 w 42294"/>
                    <a:gd name="connsiteY7" fmla="*/ 66196 h 69583"/>
                    <a:gd name="connsiteX8" fmla="*/ 2553 w 42294"/>
                    <a:gd name="connsiteY8" fmla="*/ 41770 h 69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294" h="69583">
                      <a:moveTo>
                        <a:pt x="2553" y="41770"/>
                      </a:moveTo>
                      <a:cubicBezTo>
                        <a:pt x="5479" y="33701"/>
                        <a:pt x="8361" y="25633"/>
                        <a:pt x="11154" y="17521"/>
                      </a:cubicBezTo>
                      <a:cubicBezTo>
                        <a:pt x="15010" y="6172"/>
                        <a:pt x="22680" y="-1586"/>
                        <a:pt x="28576" y="276"/>
                      </a:cubicBezTo>
                      <a:lnTo>
                        <a:pt x="36688" y="2892"/>
                      </a:lnTo>
                      <a:cubicBezTo>
                        <a:pt x="42540" y="4753"/>
                        <a:pt x="44136" y="15969"/>
                        <a:pt x="39924" y="27628"/>
                      </a:cubicBezTo>
                      <a:cubicBezTo>
                        <a:pt x="36954" y="35918"/>
                        <a:pt x="33851" y="44164"/>
                        <a:pt x="30704" y="52321"/>
                      </a:cubicBezTo>
                      <a:cubicBezTo>
                        <a:pt x="26226" y="63847"/>
                        <a:pt x="17936" y="71383"/>
                        <a:pt x="12483" y="69211"/>
                      </a:cubicBezTo>
                      <a:lnTo>
                        <a:pt x="4903" y="66196"/>
                      </a:lnTo>
                      <a:cubicBezTo>
                        <a:pt x="-638" y="64068"/>
                        <a:pt x="-1569" y="53074"/>
                        <a:pt x="2553" y="41770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21" name="Forme libre : forme 24920">
                  <a:extLst>
                    <a:ext uri="{FF2B5EF4-FFF2-40B4-BE49-F238E27FC236}">
                      <a16:creationId xmlns:a16="http://schemas.microsoft.com/office/drawing/2014/main" id="{75AED722-F134-471A-9906-47DD80896C06}"/>
                    </a:ext>
                  </a:extLst>
                </p:cNvPr>
                <p:cNvSpPr/>
                <p:nvPr/>
              </p:nvSpPr>
              <p:spPr>
                <a:xfrm>
                  <a:off x="5848736" y="1530028"/>
                  <a:ext cx="32081" cy="66329"/>
                </a:xfrm>
                <a:custGeom>
                  <a:avLst/>
                  <a:gdLst>
                    <a:gd name="connsiteX0" fmla="*/ 19092 w 32081"/>
                    <a:gd name="connsiteY0" fmla="*/ 25190 h 66329"/>
                    <a:gd name="connsiteX1" fmla="*/ 32081 w 32081"/>
                    <a:gd name="connsiteY1" fmla="*/ 1429 h 66329"/>
                    <a:gd name="connsiteX2" fmla="*/ 28579 w 32081"/>
                    <a:gd name="connsiteY2" fmla="*/ 276 h 66329"/>
                    <a:gd name="connsiteX3" fmla="*/ 11157 w 32081"/>
                    <a:gd name="connsiteY3" fmla="*/ 17521 h 66329"/>
                    <a:gd name="connsiteX4" fmla="*/ 2557 w 32081"/>
                    <a:gd name="connsiteY4" fmla="*/ 41770 h 66329"/>
                    <a:gd name="connsiteX5" fmla="*/ 4862 w 32081"/>
                    <a:gd name="connsiteY5" fmla="*/ 66240 h 66329"/>
                    <a:gd name="connsiteX6" fmla="*/ 5128 w 32081"/>
                    <a:gd name="connsiteY6" fmla="*/ 66329 h 66329"/>
                    <a:gd name="connsiteX7" fmla="*/ 19092 w 32081"/>
                    <a:gd name="connsiteY7" fmla="*/ 25190 h 66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081" h="66329">
                      <a:moveTo>
                        <a:pt x="19092" y="25190"/>
                      </a:moveTo>
                      <a:cubicBezTo>
                        <a:pt x="21264" y="15038"/>
                        <a:pt x="26229" y="5551"/>
                        <a:pt x="32081" y="1429"/>
                      </a:cubicBezTo>
                      <a:lnTo>
                        <a:pt x="28579" y="276"/>
                      </a:lnTo>
                      <a:cubicBezTo>
                        <a:pt x="22683" y="-1586"/>
                        <a:pt x="15014" y="6172"/>
                        <a:pt x="11157" y="17521"/>
                      </a:cubicBezTo>
                      <a:cubicBezTo>
                        <a:pt x="8408" y="25633"/>
                        <a:pt x="5527" y="33701"/>
                        <a:pt x="2557" y="41770"/>
                      </a:cubicBezTo>
                      <a:cubicBezTo>
                        <a:pt x="-1566" y="53074"/>
                        <a:pt x="-635" y="64068"/>
                        <a:pt x="4862" y="66240"/>
                      </a:cubicBezTo>
                      <a:lnTo>
                        <a:pt x="5128" y="66329"/>
                      </a:lnTo>
                      <a:cubicBezTo>
                        <a:pt x="9960" y="52321"/>
                        <a:pt x="16122" y="39553"/>
                        <a:pt x="19092" y="25190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22" name="Forme libre : forme 24921">
                  <a:extLst>
                    <a:ext uri="{FF2B5EF4-FFF2-40B4-BE49-F238E27FC236}">
                      <a16:creationId xmlns:a16="http://schemas.microsoft.com/office/drawing/2014/main" id="{BCF10DBD-3C18-4A11-A20F-F31CDD8ADF70}"/>
                    </a:ext>
                  </a:extLst>
                </p:cNvPr>
                <p:cNvSpPr/>
                <p:nvPr/>
              </p:nvSpPr>
              <p:spPr>
                <a:xfrm>
                  <a:off x="5859923" y="1553853"/>
                  <a:ext cx="15386" cy="30316"/>
                </a:xfrm>
                <a:custGeom>
                  <a:avLst/>
                  <a:gdLst>
                    <a:gd name="connsiteX0" fmla="*/ 2098 w 15386"/>
                    <a:gd name="connsiteY0" fmla="*/ 30181 h 30316"/>
                    <a:gd name="connsiteX1" fmla="*/ 2364 w 15386"/>
                    <a:gd name="connsiteY1" fmla="*/ 13202 h 30316"/>
                    <a:gd name="connsiteX2" fmla="*/ 13136 w 15386"/>
                    <a:gd name="connsiteY2" fmla="*/ 124 h 30316"/>
                    <a:gd name="connsiteX3" fmla="*/ 13047 w 15386"/>
                    <a:gd name="connsiteY3" fmla="*/ 17147 h 30316"/>
                    <a:gd name="connsiteX4" fmla="*/ 2098 w 15386"/>
                    <a:gd name="connsiteY4" fmla="*/ 30181 h 30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86" h="30316">
                      <a:moveTo>
                        <a:pt x="2098" y="30181"/>
                      </a:moveTo>
                      <a:cubicBezTo>
                        <a:pt x="-828" y="29072"/>
                        <a:pt x="-651" y="21492"/>
                        <a:pt x="2364" y="13202"/>
                      </a:cubicBezTo>
                      <a:cubicBezTo>
                        <a:pt x="5378" y="4956"/>
                        <a:pt x="10122" y="-940"/>
                        <a:pt x="13136" y="124"/>
                      </a:cubicBezTo>
                      <a:cubicBezTo>
                        <a:pt x="16151" y="1188"/>
                        <a:pt x="16151" y="8813"/>
                        <a:pt x="13047" y="17147"/>
                      </a:cubicBezTo>
                      <a:cubicBezTo>
                        <a:pt x="9989" y="25481"/>
                        <a:pt x="5024" y="31289"/>
                        <a:pt x="2098" y="30181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23" name="Forme libre : forme 24922">
                  <a:extLst>
                    <a:ext uri="{FF2B5EF4-FFF2-40B4-BE49-F238E27FC236}">
                      <a16:creationId xmlns:a16="http://schemas.microsoft.com/office/drawing/2014/main" id="{0B76F076-6B21-4AF7-AD01-26749015F09B}"/>
                    </a:ext>
                  </a:extLst>
                </p:cNvPr>
                <p:cNvSpPr/>
                <p:nvPr/>
              </p:nvSpPr>
              <p:spPr>
                <a:xfrm>
                  <a:off x="5860380" y="1553853"/>
                  <a:ext cx="14955" cy="20117"/>
                </a:xfrm>
                <a:custGeom>
                  <a:avLst/>
                  <a:gdLst>
                    <a:gd name="connsiteX0" fmla="*/ 14807 w 14955"/>
                    <a:gd name="connsiteY0" fmla="*/ 8370 h 20117"/>
                    <a:gd name="connsiteX1" fmla="*/ 12679 w 14955"/>
                    <a:gd name="connsiteY1" fmla="*/ 124 h 20117"/>
                    <a:gd name="connsiteX2" fmla="*/ 1906 w 14955"/>
                    <a:gd name="connsiteY2" fmla="*/ 13202 h 20117"/>
                    <a:gd name="connsiteX3" fmla="*/ 0 w 14955"/>
                    <a:gd name="connsiteY3" fmla="*/ 20117 h 20117"/>
                    <a:gd name="connsiteX4" fmla="*/ 1729 w 14955"/>
                    <a:gd name="connsiteY4" fmla="*/ 16527 h 20117"/>
                    <a:gd name="connsiteX5" fmla="*/ 14807 w 14955"/>
                    <a:gd name="connsiteY5" fmla="*/ 8370 h 20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955" h="20117">
                      <a:moveTo>
                        <a:pt x="14807" y="8370"/>
                      </a:moveTo>
                      <a:cubicBezTo>
                        <a:pt x="15294" y="3981"/>
                        <a:pt x="14585" y="789"/>
                        <a:pt x="12679" y="124"/>
                      </a:cubicBezTo>
                      <a:cubicBezTo>
                        <a:pt x="9664" y="-940"/>
                        <a:pt x="4876" y="4956"/>
                        <a:pt x="1906" y="13202"/>
                      </a:cubicBezTo>
                      <a:cubicBezTo>
                        <a:pt x="1020" y="15596"/>
                        <a:pt x="399" y="17990"/>
                        <a:pt x="0" y="20117"/>
                      </a:cubicBezTo>
                      <a:cubicBezTo>
                        <a:pt x="488" y="18876"/>
                        <a:pt x="1064" y="17679"/>
                        <a:pt x="1729" y="16527"/>
                      </a:cubicBezTo>
                      <a:cubicBezTo>
                        <a:pt x="5807" y="10586"/>
                        <a:pt x="11349" y="6552"/>
                        <a:pt x="14807" y="837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24" name="Forme libre : forme 24923">
                  <a:extLst>
                    <a:ext uri="{FF2B5EF4-FFF2-40B4-BE49-F238E27FC236}">
                      <a16:creationId xmlns:a16="http://schemas.microsoft.com/office/drawing/2014/main" id="{F07ADC88-8928-49D1-8A76-7C2201FB24B0}"/>
                    </a:ext>
                  </a:extLst>
                </p:cNvPr>
                <p:cNvSpPr/>
                <p:nvPr/>
              </p:nvSpPr>
              <p:spPr>
                <a:xfrm>
                  <a:off x="5858210" y="1554970"/>
                  <a:ext cx="15370" cy="30262"/>
                </a:xfrm>
                <a:custGeom>
                  <a:avLst/>
                  <a:gdLst>
                    <a:gd name="connsiteX0" fmla="*/ 2082 w 15370"/>
                    <a:gd name="connsiteY0" fmla="*/ 30127 h 30262"/>
                    <a:gd name="connsiteX1" fmla="*/ 2348 w 15370"/>
                    <a:gd name="connsiteY1" fmla="*/ 13193 h 30262"/>
                    <a:gd name="connsiteX2" fmla="*/ 13120 w 15370"/>
                    <a:gd name="connsiteY2" fmla="*/ 115 h 30262"/>
                    <a:gd name="connsiteX3" fmla="*/ 13031 w 15370"/>
                    <a:gd name="connsiteY3" fmla="*/ 17138 h 30262"/>
                    <a:gd name="connsiteX4" fmla="*/ 2082 w 15370"/>
                    <a:gd name="connsiteY4" fmla="*/ 30127 h 30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70" h="30262">
                      <a:moveTo>
                        <a:pt x="2082" y="30127"/>
                      </a:moveTo>
                      <a:cubicBezTo>
                        <a:pt x="-844" y="29019"/>
                        <a:pt x="-622" y="21439"/>
                        <a:pt x="2348" y="13193"/>
                      </a:cubicBezTo>
                      <a:cubicBezTo>
                        <a:pt x="5362" y="4947"/>
                        <a:pt x="10106" y="-904"/>
                        <a:pt x="13120" y="115"/>
                      </a:cubicBezTo>
                      <a:cubicBezTo>
                        <a:pt x="16135" y="1179"/>
                        <a:pt x="16135" y="8804"/>
                        <a:pt x="13031" y="17138"/>
                      </a:cubicBezTo>
                      <a:cubicBezTo>
                        <a:pt x="9928" y="25428"/>
                        <a:pt x="4963" y="31236"/>
                        <a:pt x="2082" y="3012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25" name="Forme libre : forme 24924">
                  <a:extLst>
                    <a:ext uri="{FF2B5EF4-FFF2-40B4-BE49-F238E27FC236}">
                      <a16:creationId xmlns:a16="http://schemas.microsoft.com/office/drawing/2014/main" id="{F16F2109-9DB0-4716-9B40-FB387083AE69}"/>
                    </a:ext>
                  </a:extLst>
                </p:cNvPr>
                <p:cNvSpPr/>
                <p:nvPr/>
              </p:nvSpPr>
              <p:spPr>
                <a:xfrm>
                  <a:off x="5855739" y="1539924"/>
                  <a:ext cx="28959" cy="36316"/>
                </a:xfrm>
                <a:custGeom>
                  <a:avLst/>
                  <a:gdLst>
                    <a:gd name="connsiteX0" fmla="*/ 20999 w 28959"/>
                    <a:gd name="connsiteY0" fmla="*/ 976 h 36316"/>
                    <a:gd name="connsiteX1" fmla="*/ 15547 w 28959"/>
                    <a:gd name="connsiteY1" fmla="*/ 266 h 36316"/>
                    <a:gd name="connsiteX2" fmla="*/ 4952 w 28959"/>
                    <a:gd name="connsiteY2" fmla="*/ 13477 h 36316"/>
                    <a:gd name="connsiteX3" fmla="*/ 75 w 28959"/>
                    <a:gd name="connsiteY3" fmla="*/ 29392 h 36316"/>
                    <a:gd name="connsiteX4" fmla="*/ 3001 w 28959"/>
                    <a:gd name="connsiteY4" fmla="*/ 36219 h 36316"/>
                    <a:gd name="connsiteX5" fmla="*/ 7434 w 28959"/>
                    <a:gd name="connsiteY5" fmla="*/ 31919 h 36316"/>
                    <a:gd name="connsiteX6" fmla="*/ 18029 w 28959"/>
                    <a:gd name="connsiteY6" fmla="*/ 21235 h 36316"/>
                    <a:gd name="connsiteX7" fmla="*/ 28890 w 28959"/>
                    <a:gd name="connsiteY7" fmla="*/ 8024 h 36316"/>
                    <a:gd name="connsiteX8" fmla="*/ 20999 w 28959"/>
                    <a:gd name="connsiteY8" fmla="*/ 976 h 36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959" h="36316">
                      <a:moveTo>
                        <a:pt x="20999" y="976"/>
                      </a:moveTo>
                      <a:cubicBezTo>
                        <a:pt x="19315" y="311"/>
                        <a:pt x="17586" y="-398"/>
                        <a:pt x="15547" y="266"/>
                      </a:cubicBezTo>
                      <a:cubicBezTo>
                        <a:pt x="11734" y="1552"/>
                        <a:pt x="7833" y="7448"/>
                        <a:pt x="4952" y="13477"/>
                      </a:cubicBezTo>
                      <a:cubicBezTo>
                        <a:pt x="2558" y="18531"/>
                        <a:pt x="563" y="24205"/>
                        <a:pt x="75" y="29392"/>
                      </a:cubicBezTo>
                      <a:cubicBezTo>
                        <a:pt x="-279" y="33249"/>
                        <a:pt x="607" y="36973"/>
                        <a:pt x="3001" y="36219"/>
                      </a:cubicBezTo>
                      <a:cubicBezTo>
                        <a:pt x="4464" y="35731"/>
                        <a:pt x="6016" y="33736"/>
                        <a:pt x="7434" y="31919"/>
                      </a:cubicBezTo>
                      <a:cubicBezTo>
                        <a:pt x="10848" y="27663"/>
                        <a:pt x="14438" y="24028"/>
                        <a:pt x="18029" y="21235"/>
                      </a:cubicBezTo>
                      <a:cubicBezTo>
                        <a:pt x="21088" y="18886"/>
                        <a:pt x="27959" y="14896"/>
                        <a:pt x="28890" y="8024"/>
                      </a:cubicBezTo>
                      <a:cubicBezTo>
                        <a:pt x="29688" y="1907"/>
                        <a:pt x="23349" y="1951"/>
                        <a:pt x="20999" y="97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26" name="Forme libre : forme 24925">
                  <a:extLst>
                    <a:ext uri="{FF2B5EF4-FFF2-40B4-BE49-F238E27FC236}">
                      <a16:creationId xmlns:a16="http://schemas.microsoft.com/office/drawing/2014/main" id="{E08C45A7-16F9-4E11-8D18-1C7DA948FADF}"/>
                    </a:ext>
                  </a:extLst>
                </p:cNvPr>
                <p:cNvSpPr/>
                <p:nvPr/>
              </p:nvSpPr>
              <p:spPr>
                <a:xfrm>
                  <a:off x="5876643" y="1548846"/>
                  <a:ext cx="4713" cy="13531"/>
                </a:xfrm>
                <a:custGeom>
                  <a:avLst/>
                  <a:gdLst>
                    <a:gd name="connsiteX0" fmla="*/ 3864 w 4713"/>
                    <a:gd name="connsiteY0" fmla="*/ 1186 h 13531"/>
                    <a:gd name="connsiteX1" fmla="*/ 2977 w 4713"/>
                    <a:gd name="connsiteY1" fmla="*/ 33 h 13531"/>
                    <a:gd name="connsiteX2" fmla="*/ 1558 w 4713"/>
                    <a:gd name="connsiteY2" fmla="*/ 831 h 13531"/>
                    <a:gd name="connsiteX3" fmla="*/ 849 w 4713"/>
                    <a:gd name="connsiteY3" fmla="*/ 3048 h 13531"/>
                    <a:gd name="connsiteX4" fmla="*/ 51 w 4713"/>
                    <a:gd name="connsiteY4" fmla="*/ 8811 h 13531"/>
                    <a:gd name="connsiteX5" fmla="*/ 51 w 4713"/>
                    <a:gd name="connsiteY5" fmla="*/ 10983 h 13531"/>
                    <a:gd name="connsiteX6" fmla="*/ 4130 w 4713"/>
                    <a:gd name="connsiteY6" fmla="*/ 10628 h 13531"/>
                    <a:gd name="connsiteX7" fmla="*/ 3864 w 4713"/>
                    <a:gd name="connsiteY7" fmla="*/ 1186 h 13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13" h="13531">
                      <a:moveTo>
                        <a:pt x="3864" y="1186"/>
                      </a:moveTo>
                      <a:cubicBezTo>
                        <a:pt x="3642" y="654"/>
                        <a:pt x="3376" y="211"/>
                        <a:pt x="2977" y="33"/>
                      </a:cubicBezTo>
                      <a:cubicBezTo>
                        <a:pt x="2578" y="-100"/>
                        <a:pt x="2002" y="166"/>
                        <a:pt x="1558" y="831"/>
                      </a:cubicBezTo>
                      <a:cubicBezTo>
                        <a:pt x="1159" y="1452"/>
                        <a:pt x="982" y="2294"/>
                        <a:pt x="849" y="3048"/>
                      </a:cubicBezTo>
                      <a:cubicBezTo>
                        <a:pt x="495" y="4998"/>
                        <a:pt x="229" y="6949"/>
                        <a:pt x="51" y="8811"/>
                      </a:cubicBezTo>
                      <a:cubicBezTo>
                        <a:pt x="7" y="9564"/>
                        <a:pt x="-37" y="10362"/>
                        <a:pt x="51" y="10983"/>
                      </a:cubicBezTo>
                      <a:cubicBezTo>
                        <a:pt x="450" y="13687"/>
                        <a:pt x="2844" y="15150"/>
                        <a:pt x="4130" y="10628"/>
                      </a:cubicBezTo>
                      <a:cubicBezTo>
                        <a:pt x="5105" y="7126"/>
                        <a:pt x="4750" y="3269"/>
                        <a:pt x="3864" y="118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27" name="Forme libre : forme 24926">
                  <a:extLst>
                    <a:ext uri="{FF2B5EF4-FFF2-40B4-BE49-F238E27FC236}">
                      <a16:creationId xmlns:a16="http://schemas.microsoft.com/office/drawing/2014/main" id="{AABB1C6B-1517-47C7-90A6-B622ABDE3DF1}"/>
                    </a:ext>
                  </a:extLst>
                </p:cNvPr>
                <p:cNvSpPr/>
                <p:nvPr/>
              </p:nvSpPr>
              <p:spPr>
                <a:xfrm>
                  <a:off x="5850437" y="1572463"/>
                  <a:ext cx="5067" cy="22254"/>
                </a:xfrm>
                <a:custGeom>
                  <a:avLst/>
                  <a:gdLst>
                    <a:gd name="connsiteX0" fmla="*/ 5067 w 5067"/>
                    <a:gd name="connsiteY0" fmla="*/ 22254 h 22254"/>
                    <a:gd name="connsiteX1" fmla="*/ 1521 w 5067"/>
                    <a:gd name="connsiteY1" fmla="*/ 18575 h 22254"/>
                    <a:gd name="connsiteX2" fmla="*/ 1299 w 5067"/>
                    <a:gd name="connsiteY2" fmla="*/ 0 h 22254"/>
                    <a:gd name="connsiteX3" fmla="*/ 5067 w 5067"/>
                    <a:gd name="connsiteY3" fmla="*/ 22254 h 22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67" h="22254">
                      <a:moveTo>
                        <a:pt x="5067" y="22254"/>
                      </a:moveTo>
                      <a:cubicBezTo>
                        <a:pt x="5067" y="22254"/>
                        <a:pt x="2984" y="21678"/>
                        <a:pt x="1521" y="18575"/>
                      </a:cubicBezTo>
                      <a:cubicBezTo>
                        <a:pt x="14" y="15516"/>
                        <a:pt x="-873" y="9930"/>
                        <a:pt x="1299" y="0"/>
                      </a:cubicBezTo>
                      <a:cubicBezTo>
                        <a:pt x="1299" y="0"/>
                        <a:pt x="-1582" y="15516"/>
                        <a:pt x="5067" y="222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28" name="Forme libre : forme 24927">
                  <a:extLst>
                    <a:ext uri="{FF2B5EF4-FFF2-40B4-BE49-F238E27FC236}">
                      <a16:creationId xmlns:a16="http://schemas.microsoft.com/office/drawing/2014/main" id="{1B74F0BA-73AC-4813-821A-A7B97F749061}"/>
                    </a:ext>
                  </a:extLst>
                </p:cNvPr>
                <p:cNvSpPr/>
                <p:nvPr/>
              </p:nvSpPr>
              <p:spPr>
                <a:xfrm>
                  <a:off x="5884142" y="1533895"/>
                  <a:ext cx="5360" cy="24780"/>
                </a:xfrm>
                <a:custGeom>
                  <a:avLst/>
                  <a:gdLst>
                    <a:gd name="connsiteX0" fmla="*/ 3236 w 5360"/>
                    <a:gd name="connsiteY0" fmla="*/ 24781 h 24780"/>
                    <a:gd name="connsiteX1" fmla="*/ 5275 w 5360"/>
                    <a:gd name="connsiteY1" fmla="*/ 14452 h 24780"/>
                    <a:gd name="connsiteX2" fmla="*/ 0 w 5360"/>
                    <a:gd name="connsiteY2" fmla="*/ 0 h 24780"/>
                    <a:gd name="connsiteX3" fmla="*/ 3236 w 5360"/>
                    <a:gd name="connsiteY3" fmla="*/ 24781 h 24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60" h="24780">
                      <a:moveTo>
                        <a:pt x="3236" y="24781"/>
                      </a:moveTo>
                      <a:cubicBezTo>
                        <a:pt x="3236" y="24781"/>
                        <a:pt x="4876" y="19993"/>
                        <a:pt x="5275" y="14452"/>
                      </a:cubicBezTo>
                      <a:cubicBezTo>
                        <a:pt x="5674" y="8955"/>
                        <a:pt x="4788" y="2704"/>
                        <a:pt x="0" y="0"/>
                      </a:cubicBezTo>
                      <a:cubicBezTo>
                        <a:pt x="0" y="0"/>
                        <a:pt x="7847" y="6827"/>
                        <a:pt x="3236" y="247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29" name="Forme libre : forme 24928">
                  <a:extLst>
                    <a:ext uri="{FF2B5EF4-FFF2-40B4-BE49-F238E27FC236}">
                      <a16:creationId xmlns:a16="http://schemas.microsoft.com/office/drawing/2014/main" id="{0625ACA9-67F0-4CD3-B342-ED69DF729CF4}"/>
                    </a:ext>
                  </a:extLst>
                </p:cNvPr>
                <p:cNvSpPr/>
                <p:nvPr/>
              </p:nvSpPr>
              <p:spPr>
                <a:xfrm>
                  <a:off x="5865643" y="1567472"/>
                  <a:ext cx="6453" cy="10917"/>
                </a:xfrm>
                <a:custGeom>
                  <a:avLst/>
                  <a:gdLst>
                    <a:gd name="connsiteX0" fmla="*/ 235 w 6453"/>
                    <a:gd name="connsiteY0" fmla="*/ 10621 h 10917"/>
                    <a:gd name="connsiteX1" fmla="*/ 2008 w 6453"/>
                    <a:gd name="connsiteY1" fmla="*/ 3706 h 10917"/>
                    <a:gd name="connsiteX2" fmla="*/ 6219 w 6453"/>
                    <a:gd name="connsiteY2" fmla="*/ 292 h 10917"/>
                    <a:gd name="connsiteX3" fmla="*/ 4446 w 6453"/>
                    <a:gd name="connsiteY3" fmla="*/ 7208 h 10917"/>
                    <a:gd name="connsiteX4" fmla="*/ 235 w 6453"/>
                    <a:gd name="connsiteY4" fmla="*/ 10621 h 1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53" h="10917">
                      <a:moveTo>
                        <a:pt x="235" y="10621"/>
                      </a:moveTo>
                      <a:cubicBezTo>
                        <a:pt x="-430" y="9646"/>
                        <a:pt x="368" y="6587"/>
                        <a:pt x="2008" y="3706"/>
                      </a:cubicBezTo>
                      <a:cubicBezTo>
                        <a:pt x="3648" y="868"/>
                        <a:pt x="5510" y="-683"/>
                        <a:pt x="6219" y="292"/>
                      </a:cubicBezTo>
                      <a:cubicBezTo>
                        <a:pt x="6884" y="1267"/>
                        <a:pt x="6086" y="4370"/>
                        <a:pt x="4446" y="7208"/>
                      </a:cubicBezTo>
                      <a:cubicBezTo>
                        <a:pt x="2806" y="10089"/>
                        <a:pt x="899" y="11596"/>
                        <a:pt x="235" y="1062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30" name="Forme libre : forme 24929">
                  <a:extLst>
                    <a:ext uri="{FF2B5EF4-FFF2-40B4-BE49-F238E27FC236}">
                      <a16:creationId xmlns:a16="http://schemas.microsoft.com/office/drawing/2014/main" id="{8C278D13-2304-49BE-93ED-96D8C3575D98}"/>
                    </a:ext>
                  </a:extLst>
                </p:cNvPr>
                <p:cNvSpPr/>
                <p:nvPr/>
              </p:nvSpPr>
              <p:spPr>
                <a:xfrm>
                  <a:off x="5865336" y="1576744"/>
                  <a:ext cx="1880" cy="3154"/>
                </a:xfrm>
                <a:custGeom>
                  <a:avLst/>
                  <a:gdLst>
                    <a:gd name="connsiteX0" fmla="*/ 364 w 1880"/>
                    <a:gd name="connsiteY0" fmla="*/ 3122 h 3154"/>
                    <a:gd name="connsiteX1" fmla="*/ 187 w 1880"/>
                    <a:gd name="connsiteY1" fmla="*/ 1305 h 3154"/>
                    <a:gd name="connsiteX2" fmla="*/ 1517 w 1880"/>
                    <a:gd name="connsiteY2" fmla="*/ 19 h 3154"/>
                    <a:gd name="connsiteX3" fmla="*/ 1694 w 1880"/>
                    <a:gd name="connsiteY3" fmla="*/ 1837 h 3154"/>
                    <a:gd name="connsiteX4" fmla="*/ 364 w 1880"/>
                    <a:gd name="connsiteY4" fmla="*/ 3122 h 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0" h="3154">
                      <a:moveTo>
                        <a:pt x="364" y="3122"/>
                      </a:moveTo>
                      <a:cubicBezTo>
                        <a:pt x="-35" y="2945"/>
                        <a:pt x="-124" y="2147"/>
                        <a:pt x="187" y="1305"/>
                      </a:cubicBezTo>
                      <a:cubicBezTo>
                        <a:pt x="497" y="462"/>
                        <a:pt x="1118" y="-114"/>
                        <a:pt x="1517" y="19"/>
                      </a:cubicBezTo>
                      <a:cubicBezTo>
                        <a:pt x="1915" y="152"/>
                        <a:pt x="2004" y="994"/>
                        <a:pt x="1694" y="1837"/>
                      </a:cubicBezTo>
                      <a:cubicBezTo>
                        <a:pt x="1384" y="2723"/>
                        <a:pt x="807" y="3300"/>
                        <a:pt x="364" y="31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31" name="Forme libre : forme 24930">
                  <a:extLst>
                    <a:ext uri="{FF2B5EF4-FFF2-40B4-BE49-F238E27FC236}">
                      <a16:creationId xmlns:a16="http://schemas.microsoft.com/office/drawing/2014/main" id="{DFC4314C-07C6-4F5B-8305-16F36E85F6B8}"/>
                    </a:ext>
                  </a:extLst>
                </p:cNvPr>
                <p:cNvSpPr/>
                <p:nvPr/>
              </p:nvSpPr>
              <p:spPr>
                <a:xfrm>
                  <a:off x="5858401" y="1570245"/>
                  <a:ext cx="21789" cy="23777"/>
                </a:xfrm>
                <a:custGeom>
                  <a:avLst/>
                  <a:gdLst>
                    <a:gd name="connsiteX0" fmla="*/ 8762 w 21789"/>
                    <a:gd name="connsiteY0" fmla="*/ 23143 h 23777"/>
                    <a:gd name="connsiteX1" fmla="*/ 1314 w 21789"/>
                    <a:gd name="connsiteY1" fmla="*/ 22788 h 23777"/>
                    <a:gd name="connsiteX2" fmla="*/ 161 w 21789"/>
                    <a:gd name="connsiteY2" fmla="*/ 19818 h 23777"/>
                    <a:gd name="connsiteX3" fmla="*/ 2777 w 21789"/>
                    <a:gd name="connsiteY3" fmla="*/ 16981 h 23777"/>
                    <a:gd name="connsiteX4" fmla="*/ 11510 w 21789"/>
                    <a:gd name="connsiteY4" fmla="*/ 12459 h 23777"/>
                    <a:gd name="connsiteX5" fmla="*/ 21618 w 21789"/>
                    <a:gd name="connsiteY5" fmla="*/ 578 h 23777"/>
                    <a:gd name="connsiteX6" fmla="*/ 15190 w 21789"/>
                    <a:gd name="connsiteY6" fmla="*/ 17823 h 23777"/>
                    <a:gd name="connsiteX7" fmla="*/ 8762 w 21789"/>
                    <a:gd name="connsiteY7" fmla="*/ 23143 h 23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789" h="23777">
                      <a:moveTo>
                        <a:pt x="8762" y="23143"/>
                      </a:moveTo>
                      <a:cubicBezTo>
                        <a:pt x="5969" y="24251"/>
                        <a:pt x="3531" y="23763"/>
                        <a:pt x="1314" y="22788"/>
                      </a:cubicBezTo>
                      <a:cubicBezTo>
                        <a:pt x="516" y="22433"/>
                        <a:pt x="-371" y="21547"/>
                        <a:pt x="161" y="19818"/>
                      </a:cubicBezTo>
                      <a:cubicBezTo>
                        <a:pt x="605" y="18266"/>
                        <a:pt x="1846" y="17380"/>
                        <a:pt x="2777" y="16981"/>
                      </a:cubicBezTo>
                      <a:cubicBezTo>
                        <a:pt x="5703" y="15739"/>
                        <a:pt x="8629" y="15606"/>
                        <a:pt x="11510" y="12459"/>
                      </a:cubicBezTo>
                      <a:cubicBezTo>
                        <a:pt x="13372" y="10553"/>
                        <a:pt x="20465" y="-2924"/>
                        <a:pt x="21618" y="578"/>
                      </a:cubicBezTo>
                      <a:cubicBezTo>
                        <a:pt x="22814" y="4125"/>
                        <a:pt x="17450" y="14853"/>
                        <a:pt x="15190" y="17823"/>
                      </a:cubicBezTo>
                      <a:cubicBezTo>
                        <a:pt x="13150" y="20527"/>
                        <a:pt x="10845" y="22345"/>
                        <a:pt x="8762" y="2314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37" name="Graphique 2">
                <a:extLst>
                  <a:ext uri="{FF2B5EF4-FFF2-40B4-BE49-F238E27FC236}">
                    <a16:creationId xmlns:a16="http://schemas.microsoft.com/office/drawing/2014/main" id="{168A0340-65DD-4CA1-A66E-80CEB52CF3DB}"/>
                  </a:ext>
                </a:extLst>
              </p:cNvPr>
              <p:cNvGrpSpPr/>
              <p:nvPr/>
            </p:nvGrpSpPr>
            <p:grpSpPr>
              <a:xfrm>
                <a:off x="5822622" y="1595892"/>
                <a:ext cx="43240" cy="68836"/>
                <a:chOff x="5822622" y="1595892"/>
                <a:chExt cx="43240" cy="68836"/>
              </a:xfrm>
              <a:solidFill>
                <a:schemeClr val="accent1"/>
              </a:solidFill>
            </p:grpSpPr>
            <p:sp>
              <p:nvSpPr>
                <p:cNvPr id="24908" name="Forme libre : forme 24907">
                  <a:extLst>
                    <a:ext uri="{FF2B5EF4-FFF2-40B4-BE49-F238E27FC236}">
                      <a16:creationId xmlns:a16="http://schemas.microsoft.com/office/drawing/2014/main" id="{95FB58B9-0DC8-42E9-AB30-C75B417E578B}"/>
                    </a:ext>
                  </a:extLst>
                </p:cNvPr>
                <p:cNvSpPr/>
                <p:nvPr/>
              </p:nvSpPr>
              <p:spPr>
                <a:xfrm>
                  <a:off x="5822671" y="1595936"/>
                  <a:ext cx="43192" cy="68792"/>
                </a:xfrm>
                <a:custGeom>
                  <a:avLst/>
                  <a:gdLst>
                    <a:gd name="connsiteX0" fmla="*/ 3220 w 43192"/>
                    <a:gd name="connsiteY0" fmla="*/ 40807 h 68792"/>
                    <a:gd name="connsiteX1" fmla="*/ 12973 w 43192"/>
                    <a:gd name="connsiteY1" fmla="*/ 16868 h 68792"/>
                    <a:gd name="connsiteX2" fmla="*/ 30971 w 43192"/>
                    <a:gd name="connsiteY2" fmla="*/ 377 h 68792"/>
                    <a:gd name="connsiteX3" fmla="*/ 38552 w 43192"/>
                    <a:gd name="connsiteY3" fmla="*/ 3391 h 68792"/>
                    <a:gd name="connsiteX4" fmla="*/ 40059 w 43192"/>
                    <a:gd name="connsiteY4" fmla="*/ 27995 h 68792"/>
                    <a:gd name="connsiteX5" fmla="*/ 29774 w 43192"/>
                    <a:gd name="connsiteY5" fmla="*/ 52111 h 68792"/>
                    <a:gd name="connsiteX6" fmla="*/ 11377 w 43192"/>
                    <a:gd name="connsiteY6" fmla="*/ 68380 h 68792"/>
                    <a:gd name="connsiteX7" fmla="*/ 4195 w 43192"/>
                    <a:gd name="connsiteY7" fmla="*/ 65277 h 68792"/>
                    <a:gd name="connsiteX8" fmla="*/ 3220 w 43192"/>
                    <a:gd name="connsiteY8" fmla="*/ 40807 h 68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192" h="68792">
                      <a:moveTo>
                        <a:pt x="3220" y="40807"/>
                      </a:moveTo>
                      <a:lnTo>
                        <a:pt x="12973" y="16868"/>
                      </a:lnTo>
                      <a:cubicBezTo>
                        <a:pt x="17450" y="5652"/>
                        <a:pt x="25474" y="-1795"/>
                        <a:pt x="30971" y="377"/>
                      </a:cubicBezTo>
                      <a:lnTo>
                        <a:pt x="38552" y="3391"/>
                      </a:lnTo>
                      <a:cubicBezTo>
                        <a:pt x="44049" y="5564"/>
                        <a:pt x="44802" y="16646"/>
                        <a:pt x="40059" y="27995"/>
                      </a:cubicBezTo>
                      <a:lnTo>
                        <a:pt x="29774" y="52111"/>
                      </a:lnTo>
                      <a:cubicBezTo>
                        <a:pt x="24853" y="63371"/>
                        <a:pt x="16519" y="70641"/>
                        <a:pt x="11377" y="68380"/>
                      </a:cubicBezTo>
                      <a:lnTo>
                        <a:pt x="4195" y="65277"/>
                      </a:lnTo>
                      <a:cubicBezTo>
                        <a:pt x="-1036" y="62972"/>
                        <a:pt x="-1391" y="51978"/>
                        <a:pt x="3220" y="40807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09" name="Forme libre : forme 24908">
                  <a:extLst>
                    <a:ext uri="{FF2B5EF4-FFF2-40B4-BE49-F238E27FC236}">
                      <a16:creationId xmlns:a16="http://schemas.microsoft.com/office/drawing/2014/main" id="{8C3E25D3-187F-4E7F-A4E9-41692C2FE03A}"/>
                    </a:ext>
                  </a:extLst>
                </p:cNvPr>
                <p:cNvSpPr/>
                <p:nvPr/>
              </p:nvSpPr>
              <p:spPr>
                <a:xfrm>
                  <a:off x="5822622" y="1595892"/>
                  <a:ext cx="34255" cy="65321"/>
                </a:xfrm>
                <a:custGeom>
                  <a:avLst/>
                  <a:gdLst>
                    <a:gd name="connsiteX0" fmla="*/ 20159 w 34255"/>
                    <a:gd name="connsiteY0" fmla="*/ 24803 h 65321"/>
                    <a:gd name="connsiteX1" fmla="*/ 34256 w 34255"/>
                    <a:gd name="connsiteY1" fmla="*/ 1662 h 65321"/>
                    <a:gd name="connsiteX2" fmla="*/ 30975 w 34255"/>
                    <a:gd name="connsiteY2" fmla="*/ 377 h 65321"/>
                    <a:gd name="connsiteX3" fmla="*/ 12977 w 34255"/>
                    <a:gd name="connsiteY3" fmla="*/ 16868 h 65321"/>
                    <a:gd name="connsiteX4" fmla="*/ 3224 w 34255"/>
                    <a:gd name="connsiteY4" fmla="*/ 40807 h 65321"/>
                    <a:gd name="connsiteX5" fmla="*/ 4155 w 34255"/>
                    <a:gd name="connsiteY5" fmla="*/ 65233 h 65321"/>
                    <a:gd name="connsiteX6" fmla="*/ 4377 w 34255"/>
                    <a:gd name="connsiteY6" fmla="*/ 65322 h 65321"/>
                    <a:gd name="connsiteX7" fmla="*/ 20159 w 34255"/>
                    <a:gd name="connsiteY7" fmla="*/ 24803 h 65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255" h="65321">
                      <a:moveTo>
                        <a:pt x="20159" y="24803"/>
                      </a:moveTo>
                      <a:cubicBezTo>
                        <a:pt x="22863" y="14784"/>
                        <a:pt x="28316" y="5519"/>
                        <a:pt x="34256" y="1662"/>
                      </a:cubicBezTo>
                      <a:lnTo>
                        <a:pt x="30975" y="377"/>
                      </a:lnTo>
                      <a:cubicBezTo>
                        <a:pt x="25434" y="-1795"/>
                        <a:pt x="17454" y="5652"/>
                        <a:pt x="12977" y="16868"/>
                      </a:cubicBezTo>
                      <a:lnTo>
                        <a:pt x="3224" y="40807"/>
                      </a:lnTo>
                      <a:cubicBezTo>
                        <a:pt x="-1386" y="51978"/>
                        <a:pt x="-1031" y="62972"/>
                        <a:pt x="4155" y="65233"/>
                      </a:cubicBezTo>
                      <a:lnTo>
                        <a:pt x="4377" y="65322"/>
                      </a:lnTo>
                      <a:cubicBezTo>
                        <a:pt x="9785" y="51535"/>
                        <a:pt x="16391" y="38989"/>
                        <a:pt x="20159" y="24803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10" name="Forme libre : forme 24909">
                  <a:extLst>
                    <a:ext uri="{FF2B5EF4-FFF2-40B4-BE49-F238E27FC236}">
                      <a16:creationId xmlns:a16="http://schemas.microsoft.com/office/drawing/2014/main" id="{F0E530A2-5410-403C-8CE6-5D97AF108B9C}"/>
                    </a:ext>
                  </a:extLst>
                </p:cNvPr>
                <p:cNvSpPr/>
                <p:nvPr/>
              </p:nvSpPr>
              <p:spPr>
                <a:xfrm>
                  <a:off x="5833767" y="1619483"/>
                  <a:ext cx="15974" cy="29832"/>
                </a:xfrm>
                <a:custGeom>
                  <a:avLst/>
                  <a:gdLst>
                    <a:gd name="connsiteX0" fmla="*/ 1744 w 15974"/>
                    <a:gd name="connsiteY0" fmla="*/ 29673 h 29832"/>
                    <a:gd name="connsiteX1" fmla="*/ 2941 w 15974"/>
                    <a:gd name="connsiteY1" fmla="*/ 12827 h 29832"/>
                    <a:gd name="connsiteX2" fmla="*/ 14112 w 15974"/>
                    <a:gd name="connsiteY2" fmla="*/ 149 h 29832"/>
                    <a:gd name="connsiteX3" fmla="*/ 13048 w 15974"/>
                    <a:gd name="connsiteY3" fmla="*/ 17039 h 29832"/>
                    <a:gd name="connsiteX4" fmla="*/ 1744 w 15974"/>
                    <a:gd name="connsiteY4" fmla="*/ 29673 h 29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74" h="29832">
                      <a:moveTo>
                        <a:pt x="1744" y="29673"/>
                      </a:moveTo>
                      <a:cubicBezTo>
                        <a:pt x="-1005" y="28476"/>
                        <a:pt x="-429" y="20940"/>
                        <a:pt x="2941" y="12827"/>
                      </a:cubicBezTo>
                      <a:cubicBezTo>
                        <a:pt x="6310" y="4670"/>
                        <a:pt x="11275" y="-1004"/>
                        <a:pt x="14112" y="149"/>
                      </a:cubicBezTo>
                      <a:cubicBezTo>
                        <a:pt x="16949" y="1301"/>
                        <a:pt x="16506" y="8882"/>
                        <a:pt x="13048" y="17039"/>
                      </a:cubicBezTo>
                      <a:cubicBezTo>
                        <a:pt x="9590" y="25196"/>
                        <a:pt x="4492" y="30870"/>
                        <a:pt x="1744" y="2967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11" name="Forme libre : forme 24910">
                  <a:extLst>
                    <a:ext uri="{FF2B5EF4-FFF2-40B4-BE49-F238E27FC236}">
                      <a16:creationId xmlns:a16="http://schemas.microsoft.com/office/drawing/2014/main" id="{7D507412-E7FA-4D99-8F6A-6C979CE734BD}"/>
                    </a:ext>
                  </a:extLst>
                </p:cNvPr>
                <p:cNvSpPr/>
                <p:nvPr/>
              </p:nvSpPr>
              <p:spPr>
                <a:xfrm>
                  <a:off x="5834491" y="1619483"/>
                  <a:ext cx="15252" cy="19654"/>
                </a:xfrm>
                <a:custGeom>
                  <a:avLst/>
                  <a:gdLst>
                    <a:gd name="connsiteX0" fmla="*/ 14940 w 15252"/>
                    <a:gd name="connsiteY0" fmla="*/ 8394 h 19654"/>
                    <a:gd name="connsiteX1" fmla="*/ 13388 w 15252"/>
                    <a:gd name="connsiteY1" fmla="*/ 149 h 19654"/>
                    <a:gd name="connsiteX2" fmla="*/ 2217 w 15252"/>
                    <a:gd name="connsiteY2" fmla="*/ 12827 h 19654"/>
                    <a:gd name="connsiteX3" fmla="*/ 0 w 15252"/>
                    <a:gd name="connsiteY3" fmla="*/ 19654 h 19654"/>
                    <a:gd name="connsiteX4" fmla="*/ 1862 w 15252"/>
                    <a:gd name="connsiteY4" fmla="*/ 16152 h 19654"/>
                    <a:gd name="connsiteX5" fmla="*/ 14940 w 15252"/>
                    <a:gd name="connsiteY5" fmla="*/ 8394 h 19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252" h="19654">
                      <a:moveTo>
                        <a:pt x="14940" y="8394"/>
                      </a:moveTo>
                      <a:cubicBezTo>
                        <a:pt x="15649" y="4094"/>
                        <a:pt x="15161" y="858"/>
                        <a:pt x="13388" y="149"/>
                      </a:cubicBezTo>
                      <a:cubicBezTo>
                        <a:pt x="10551" y="-1004"/>
                        <a:pt x="5586" y="4670"/>
                        <a:pt x="2217" y="12827"/>
                      </a:cubicBezTo>
                      <a:cubicBezTo>
                        <a:pt x="1241" y="15221"/>
                        <a:pt x="488" y="17526"/>
                        <a:pt x="0" y="19654"/>
                      </a:cubicBezTo>
                      <a:cubicBezTo>
                        <a:pt x="532" y="18413"/>
                        <a:pt x="1153" y="17260"/>
                        <a:pt x="1862" y="16152"/>
                      </a:cubicBezTo>
                      <a:cubicBezTo>
                        <a:pt x="6162" y="10301"/>
                        <a:pt x="11703" y="6488"/>
                        <a:pt x="14940" y="839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12" name="Forme libre : forme 24911">
                  <a:extLst>
                    <a:ext uri="{FF2B5EF4-FFF2-40B4-BE49-F238E27FC236}">
                      <a16:creationId xmlns:a16="http://schemas.microsoft.com/office/drawing/2014/main" id="{DD6B92C8-1BA9-4343-80CC-5F573015C277}"/>
                    </a:ext>
                  </a:extLst>
                </p:cNvPr>
                <p:cNvSpPr/>
                <p:nvPr/>
              </p:nvSpPr>
              <p:spPr>
                <a:xfrm>
                  <a:off x="5832038" y="1620502"/>
                  <a:ext cx="15974" cy="29822"/>
                </a:xfrm>
                <a:custGeom>
                  <a:avLst/>
                  <a:gdLst>
                    <a:gd name="connsiteX0" fmla="*/ 1744 w 15974"/>
                    <a:gd name="connsiteY0" fmla="*/ 29673 h 29822"/>
                    <a:gd name="connsiteX1" fmla="*/ 2941 w 15974"/>
                    <a:gd name="connsiteY1" fmla="*/ 12827 h 29822"/>
                    <a:gd name="connsiteX2" fmla="*/ 14112 w 15974"/>
                    <a:gd name="connsiteY2" fmla="*/ 149 h 29822"/>
                    <a:gd name="connsiteX3" fmla="*/ 13048 w 15974"/>
                    <a:gd name="connsiteY3" fmla="*/ 17039 h 29822"/>
                    <a:gd name="connsiteX4" fmla="*/ 1744 w 15974"/>
                    <a:gd name="connsiteY4" fmla="*/ 29673 h 29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74" h="29822">
                      <a:moveTo>
                        <a:pt x="1744" y="29673"/>
                      </a:moveTo>
                      <a:cubicBezTo>
                        <a:pt x="-1005" y="28476"/>
                        <a:pt x="-429" y="20940"/>
                        <a:pt x="2941" y="12827"/>
                      </a:cubicBezTo>
                      <a:cubicBezTo>
                        <a:pt x="6310" y="4670"/>
                        <a:pt x="11275" y="-1004"/>
                        <a:pt x="14112" y="149"/>
                      </a:cubicBezTo>
                      <a:cubicBezTo>
                        <a:pt x="16949" y="1301"/>
                        <a:pt x="16506" y="8882"/>
                        <a:pt x="13048" y="17039"/>
                      </a:cubicBezTo>
                      <a:cubicBezTo>
                        <a:pt x="9590" y="25196"/>
                        <a:pt x="4492" y="30826"/>
                        <a:pt x="1744" y="2967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13" name="Forme libre : forme 24912">
                  <a:extLst>
                    <a:ext uri="{FF2B5EF4-FFF2-40B4-BE49-F238E27FC236}">
                      <a16:creationId xmlns:a16="http://schemas.microsoft.com/office/drawing/2014/main" id="{1C36CFE3-8409-4BE9-AEDC-5C3C064D075B}"/>
                    </a:ext>
                  </a:extLst>
                </p:cNvPr>
                <p:cNvSpPr/>
                <p:nvPr/>
              </p:nvSpPr>
              <p:spPr>
                <a:xfrm>
                  <a:off x="5830173" y="1605641"/>
                  <a:ext cx="29385" cy="35711"/>
                </a:xfrm>
                <a:custGeom>
                  <a:avLst/>
                  <a:gdLst>
                    <a:gd name="connsiteX0" fmla="*/ 22139 w 29385"/>
                    <a:gd name="connsiteY0" fmla="*/ 1135 h 35711"/>
                    <a:gd name="connsiteX1" fmla="*/ 16952 w 29385"/>
                    <a:gd name="connsiteY1" fmla="*/ 204 h 35711"/>
                    <a:gd name="connsiteX2" fmla="*/ 5870 w 29385"/>
                    <a:gd name="connsiteY2" fmla="*/ 13015 h 35711"/>
                    <a:gd name="connsiteX3" fmla="*/ 195 w 29385"/>
                    <a:gd name="connsiteY3" fmla="*/ 28753 h 35711"/>
                    <a:gd name="connsiteX4" fmla="*/ 2634 w 29385"/>
                    <a:gd name="connsiteY4" fmla="*/ 35624 h 35711"/>
                    <a:gd name="connsiteX5" fmla="*/ 7155 w 29385"/>
                    <a:gd name="connsiteY5" fmla="*/ 31457 h 35711"/>
                    <a:gd name="connsiteX6" fmla="*/ 17972 w 29385"/>
                    <a:gd name="connsiteY6" fmla="*/ 21172 h 35711"/>
                    <a:gd name="connsiteX7" fmla="*/ 29232 w 29385"/>
                    <a:gd name="connsiteY7" fmla="*/ 8494 h 35711"/>
                    <a:gd name="connsiteX8" fmla="*/ 22139 w 29385"/>
                    <a:gd name="connsiteY8" fmla="*/ 1135 h 35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385" h="35711">
                      <a:moveTo>
                        <a:pt x="22139" y="1135"/>
                      </a:moveTo>
                      <a:cubicBezTo>
                        <a:pt x="20543" y="381"/>
                        <a:pt x="18903" y="-373"/>
                        <a:pt x="16952" y="204"/>
                      </a:cubicBezTo>
                      <a:cubicBezTo>
                        <a:pt x="13184" y="1312"/>
                        <a:pt x="9017" y="7075"/>
                        <a:pt x="5870" y="13015"/>
                      </a:cubicBezTo>
                      <a:cubicBezTo>
                        <a:pt x="3254" y="17980"/>
                        <a:pt x="949" y="23610"/>
                        <a:pt x="195" y="28753"/>
                      </a:cubicBezTo>
                      <a:cubicBezTo>
                        <a:pt x="-381" y="32610"/>
                        <a:pt x="284" y="36334"/>
                        <a:pt x="2634" y="35624"/>
                      </a:cubicBezTo>
                      <a:cubicBezTo>
                        <a:pt x="4097" y="35181"/>
                        <a:pt x="5648" y="33230"/>
                        <a:pt x="7155" y="31457"/>
                      </a:cubicBezTo>
                      <a:cubicBezTo>
                        <a:pt x="10658" y="27334"/>
                        <a:pt x="14337" y="23832"/>
                        <a:pt x="17972" y="21172"/>
                      </a:cubicBezTo>
                      <a:cubicBezTo>
                        <a:pt x="21075" y="18911"/>
                        <a:pt x="27902" y="15232"/>
                        <a:pt x="29232" y="8494"/>
                      </a:cubicBezTo>
                      <a:cubicBezTo>
                        <a:pt x="30429" y="2420"/>
                        <a:pt x="24311" y="2154"/>
                        <a:pt x="22139" y="113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14" name="Forme libre : forme 24913">
                  <a:extLst>
                    <a:ext uri="{FF2B5EF4-FFF2-40B4-BE49-F238E27FC236}">
                      <a16:creationId xmlns:a16="http://schemas.microsoft.com/office/drawing/2014/main" id="{D2CCA439-6A00-4500-A96F-DABE76905C33}"/>
                    </a:ext>
                  </a:extLst>
                </p:cNvPr>
                <p:cNvSpPr/>
                <p:nvPr/>
              </p:nvSpPr>
              <p:spPr>
                <a:xfrm>
                  <a:off x="5851015" y="1614762"/>
                  <a:ext cx="4836" cy="13396"/>
                </a:xfrm>
                <a:custGeom>
                  <a:avLst/>
                  <a:gdLst>
                    <a:gd name="connsiteX0" fmla="*/ 4312 w 4836"/>
                    <a:gd name="connsiteY0" fmla="*/ 1189 h 13396"/>
                    <a:gd name="connsiteX1" fmla="*/ 3514 w 4836"/>
                    <a:gd name="connsiteY1" fmla="*/ 37 h 13396"/>
                    <a:gd name="connsiteX2" fmla="*/ 2095 w 4836"/>
                    <a:gd name="connsiteY2" fmla="*/ 790 h 13396"/>
                    <a:gd name="connsiteX3" fmla="*/ 1253 w 4836"/>
                    <a:gd name="connsiteY3" fmla="*/ 2963 h 13396"/>
                    <a:gd name="connsiteX4" fmla="*/ 145 w 4836"/>
                    <a:gd name="connsiteY4" fmla="*/ 8637 h 13396"/>
                    <a:gd name="connsiteX5" fmla="*/ 12 w 4836"/>
                    <a:gd name="connsiteY5" fmla="*/ 10809 h 13396"/>
                    <a:gd name="connsiteX6" fmla="*/ 3957 w 4836"/>
                    <a:gd name="connsiteY6" fmla="*/ 10588 h 13396"/>
                    <a:gd name="connsiteX7" fmla="*/ 4312 w 4836"/>
                    <a:gd name="connsiteY7" fmla="*/ 1189 h 13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36" h="13396">
                      <a:moveTo>
                        <a:pt x="4312" y="1189"/>
                      </a:moveTo>
                      <a:cubicBezTo>
                        <a:pt x="4135" y="657"/>
                        <a:pt x="3913" y="170"/>
                        <a:pt x="3514" y="37"/>
                      </a:cubicBezTo>
                      <a:cubicBezTo>
                        <a:pt x="3115" y="-96"/>
                        <a:pt x="2539" y="125"/>
                        <a:pt x="2095" y="790"/>
                      </a:cubicBezTo>
                      <a:cubicBezTo>
                        <a:pt x="1696" y="1411"/>
                        <a:pt x="1430" y="2209"/>
                        <a:pt x="1253" y="2963"/>
                      </a:cubicBezTo>
                      <a:cubicBezTo>
                        <a:pt x="765" y="4913"/>
                        <a:pt x="411" y="6819"/>
                        <a:pt x="145" y="8637"/>
                      </a:cubicBezTo>
                      <a:cubicBezTo>
                        <a:pt x="56" y="9391"/>
                        <a:pt x="-32" y="10144"/>
                        <a:pt x="12" y="10809"/>
                      </a:cubicBezTo>
                      <a:cubicBezTo>
                        <a:pt x="233" y="13513"/>
                        <a:pt x="2450" y="15021"/>
                        <a:pt x="3957" y="10588"/>
                      </a:cubicBezTo>
                      <a:cubicBezTo>
                        <a:pt x="5110" y="7174"/>
                        <a:pt x="5021" y="3317"/>
                        <a:pt x="4312" y="118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15" name="Forme libre : forme 24914">
                  <a:extLst>
                    <a:ext uri="{FF2B5EF4-FFF2-40B4-BE49-F238E27FC236}">
                      <a16:creationId xmlns:a16="http://schemas.microsoft.com/office/drawing/2014/main" id="{B5F53834-3D62-4164-A7C2-CA9F537CFB58}"/>
                    </a:ext>
                  </a:extLst>
                </p:cNvPr>
                <p:cNvSpPr/>
                <p:nvPr/>
              </p:nvSpPr>
              <p:spPr>
                <a:xfrm>
                  <a:off x="5824407" y="1637408"/>
                  <a:ext cx="4320" cy="22209"/>
                </a:xfrm>
                <a:custGeom>
                  <a:avLst/>
                  <a:gdLst>
                    <a:gd name="connsiteX0" fmla="*/ 4321 w 4320"/>
                    <a:gd name="connsiteY0" fmla="*/ 22210 h 22209"/>
                    <a:gd name="connsiteX1" fmla="*/ 1883 w 4320"/>
                    <a:gd name="connsiteY1" fmla="*/ 0 h 22209"/>
                    <a:gd name="connsiteX2" fmla="*/ 4321 w 4320"/>
                    <a:gd name="connsiteY2" fmla="*/ 22210 h 22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20" h="22209">
                      <a:moveTo>
                        <a:pt x="4321" y="22210"/>
                      </a:moveTo>
                      <a:cubicBezTo>
                        <a:pt x="4321" y="22210"/>
                        <a:pt x="-3481" y="19727"/>
                        <a:pt x="1883" y="0"/>
                      </a:cubicBezTo>
                      <a:cubicBezTo>
                        <a:pt x="1838" y="0"/>
                        <a:pt x="-1797" y="15427"/>
                        <a:pt x="4321" y="222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16" name="Forme libre : forme 24915">
                  <a:extLst>
                    <a:ext uri="{FF2B5EF4-FFF2-40B4-BE49-F238E27FC236}">
                      <a16:creationId xmlns:a16="http://schemas.microsoft.com/office/drawing/2014/main" id="{43E32379-1030-4B14-BC3B-C9BD0D4E2E02}"/>
                    </a:ext>
                  </a:extLst>
                </p:cNvPr>
                <p:cNvSpPr/>
                <p:nvPr/>
              </p:nvSpPr>
              <p:spPr>
                <a:xfrm>
                  <a:off x="5859937" y="1600170"/>
                  <a:ext cx="4378" cy="24648"/>
                </a:xfrm>
                <a:custGeom>
                  <a:avLst/>
                  <a:gdLst>
                    <a:gd name="connsiteX0" fmla="*/ 1463 w 4378"/>
                    <a:gd name="connsiteY0" fmla="*/ 24648 h 24648"/>
                    <a:gd name="connsiteX1" fmla="*/ 0 w 4378"/>
                    <a:gd name="connsiteY1" fmla="*/ 0 h 24648"/>
                    <a:gd name="connsiteX2" fmla="*/ 1463 w 4378"/>
                    <a:gd name="connsiteY2" fmla="*/ 24648 h 24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78" h="24648">
                      <a:moveTo>
                        <a:pt x="1463" y="24648"/>
                      </a:moveTo>
                      <a:cubicBezTo>
                        <a:pt x="1463" y="24648"/>
                        <a:pt x="8911" y="5852"/>
                        <a:pt x="0" y="0"/>
                      </a:cubicBezTo>
                      <a:cubicBezTo>
                        <a:pt x="-44" y="-44"/>
                        <a:pt x="7004" y="7093"/>
                        <a:pt x="1463" y="246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17" name="Forme libre : forme 24916">
                  <a:extLst>
                    <a:ext uri="{FF2B5EF4-FFF2-40B4-BE49-F238E27FC236}">
                      <a16:creationId xmlns:a16="http://schemas.microsoft.com/office/drawing/2014/main" id="{4363EDC7-E9C9-4B84-A40A-5A660D8A0A20}"/>
                    </a:ext>
                  </a:extLst>
                </p:cNvPr>
                <p:cNvSpPr/>
                <p:nvPr/>
              </p:nvSpPr>
              <p:spPr>
                <a:xfrm>
                  <a:off x="5839419" y="1632939"/>
                  <a:ext cx="6679" cy="10711"/>
                </a:xfrm>
                <a:custGeom>
                  <a:avLst/>
                  <a:gdLst>
                    <a:gd name="connsiteX0" fmla="*/ 170 w 6679"/>
                    <a:gd name="connsiteY0" fmla="*/ 10410 h 10711"/>
                    <a:gd name="connsiteX1" fmla="*/ 2298 w 6679"/>
                    <a:gd name="connsiteY1" fmla="*/ 3583 h 10711"/>
                    <a:gd name="connsiteX2" fmla="*/ 6510 w 6679"/>
                    <a:gd name="connsiteY2" fmla="*/ 302 h 10711"/>
                    <a:gd name="connsiteX3" fmla="*/ 4382 w 6679"/>
                    <a:gd name="connsiteY3" fmla="*/ 7129 h 10711"/>
                    <a:gd name="connsiteX4" fmla="*/ 170 w 6679"/>
                    <a:gd name="connsiteY4" fmla="*/ 10410 h 10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79" h="10711">
                      <a:moveTo>
                        <a:pt x="170" y="10410"/>
                      </a:moveTo>
                      <a:cubicBezTo>
                        <a:pt x="-406" y="9434"/>
                        <a:pt x="525" y="6375"/>
                        <a:pt x="2298" y="3583"/>
                      </a:cubicBezTo>
                      <a:cubicBezTo>
                        <a:pt x="4071" y="790"/>
                        <a:pt x="5933" y="-673"/>
                        <a:pt x="6510" y="302"/>
                      </a:cubicBezTo>
                      <a:cubicBezTo>
                        <a:pt x="7086" y="1277"/>
                        <a:pt x="6155" y="4336"/>
                        <a:pt x="4382" y="7129"/>
                      </a:cubicBezTo>
                      <a:cubicBezTo>
                        <a:pt x="2608" y="9922"/>
                        <a:pt x="747" y="11385"/>
                        <a:pt x="170" y="1041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18" name="Forme libre : forme 24917">
                  <a:extLst>
                    <a:ext uri="{FF2B5EF4-FFF2-40B4-BE49-F238E27FC236}">
                      <a16:creationId xmlns:a16="http://schemas.microsoft.com/office/drawing/2014/main" id="{CB573857-C00C-486B-B44E-3FB18D3DA56B}"/>
                    </a:ext>
                  </a:extLst>
                </p:cNvPr>
                <p:cNvSpPr/>
                <p:nvPr/>
              </p:nvSpPr>
              <p:spPr>
                <a:xfrm>
                  <a:off x="5838994" y="1642042"/>
                  <a:ext cx="1943" cy="3111"/>
                </a:xfrm>
                <a:custGeom>
                  <a:avLst/>
                  <a:gdLst>
                    <a:gd name="connsiteX0" fmla="*/ 329 w 1943"/>
                    <a:gd name="connsiteY0" fmla="*/ 3079 h 3111"/>
                    <a:gd name="connsiteX1" fmla="*/ 240 w 1943"/>
                    <a:gd name="connsiteY1" fmla="*/ 1262 h 3111"/>
                    <a:gd name="connsiteX2" fmla="*/ 1615 w 1943"/>
                    <a:gd name="connsiteY2" fmla="*/ 20 h 3111"/>
                    <a:gd name="connsiteX3" fmla="*/ 1703 w 1943"/>
                    <a:gd name="connsiteY3" fmla="*/ 1838 h 3111"/>
                    <a:gd name="connsiteX4" fmla="*/ 329 w 1943"/>
                    <a:gd name="connsiteY4" fmla="*/ 3079 h 3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3" h="3111">
                      <a:moveTo>
                        <a:pt x="329" y="3079"/>
                      </a:moveTo>
                      <a:cubicBezTo>
                        <a:pt x="-70" y="2902"/>
                        <a:pt x="-114" y="2104"/>
                        <a:pt x="240" y="1262"/>
                      </a:cubicBezTo>
                      <a:cubicBezTo>
                        <a:pt x="595" y="419"/>
                        <a:pt x="1216" y="-113"/>
                        <a:pt x="1615" y="20"/>
                      </a:cubicBezTo>
                      <a:cubicBezTo>
                        <a:pt x="2014" y="198"/>
                        <a:pt x="2058" y="996"/>
                        <a:pt x="1703" y="1838"/>
                      </a:cubicBezTo>
                      <a:cubicBezTo>
                        <a:pt x="1349" y="2680"/>
                        <a:pt x="728" y="3257"/>
                        <a:pt x="329" y="3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19" name="Forme libre : forme 24918">
                  <a:extLst>
                    <a:ext uri="{FF2B5EF4-FFF2-40B4-BE49-F238E27FC236}">
                      <a16:creationId xmlns:a16="http://schemas.microsoft.com/office/drawing/2014/main" id="{40E8104B-559F-4BCF-92A2-DDCC3E03D105}"/>
                    </a:ext>
                  </a:extLst>
                </p:cNvPr>
                <p:cNvSpPr/>
                <p:nvPr/>
              </p:nvSpPr>
              <p:spPr>
                <a:xfrm>
                  <a:off x="5831634" y="1636019"/>
                  <a:ext cx="22065" cy="23127"/>
                </a:xfrm>
                <a:custGeom>
                  <a:avLst/>
                  <a:gdLst>
                    <a:gd name="connsiteX0" fmla="*/ 8354 w 22065"/>
                    <a:gd name="connsiteY0" fmla="*/ 22579 h 23127"/>
                    <a:gd name="connsiteX1" fmla="*/ 1172 w 22065"/>
                    <a:gd name="connsiteY1" fmla="*/ 22047 h 23127"/>
                    <a:gd name="connsiteX2" fmla="*/ 197 w 22065"/>
                    <a:gd name="connsiteY2" fmla="*/ 19077 h 23127"/>
                    <a:gd name="connsiteX3" fmla="*/ 2857 w 22065"/>
                    <a:gd name="connsiteY3" fmla="*/ 16329 h 23127"/>
                    <a:gd name="connsiteX4" fmla="*/ 11546 w 22065"/>
                    <a:gd name="connsiteY4" fmla="*/ 12073 h 23127"/>
                    <a:gd name="connsiteX5" fmla="*/ 21964 w 22065"/>
                    <a:gd name="connsiteY5" fmla="*/ 591 h 23127"/>
                    <a:gd name="connsiteX6" fmla="*/ 14871 w 22065"/>
                    <a:gd name="connsiteY6" fmla="*/ 17481 h 23127"/>
                    <a:gd name="connsiteX7" fmla="*/ 8354 w 22065"/>
                    <a:gd name="connsiteY7" fmla="*/ 22579 h 23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065" h="23127">
                      <a:moveTo>
                        <a:pt x="8354" y="22579"/>
                      </a:moveTo>
                      <a:cubicBezTo>
                        <a:pt x="5605" y="23599"/>
                        <a:pt x="3256" y="23067"/>
                        <a:pt x="1172" y="22047"/>
                      </a:cubicBezTo>
                      <a:cubicBezTo>
                        <a:pt x="419" y="21693"/>
                        <a:pt x="-379" y="20762"/>
                        <a:pt x="197" y="19077"/>
                      </a:cubicBezTo>
                      <a:cubicBezTo>
                        <a:pt x="729" y="17526"/>
                        <a:pt x="1926" y="16683"/>
                        <a:pt x="2857" y="16329"/>
                      </a:cubicBezTo>
                      <a:cubicBezTo>
                        <a:pt x="5738" y="15176"/>
                        <a:pt x="8531" y="15087"/>
                        <a:pt x="11546" y="12073"/>
                      </a:cubicBezTo>
                      <a:cubicBezTo>
                        <a:pt x="13408" y="10211"/>
                        <a:pt x="21033" y="-2911"/>
                        <a:pt x="21964" y="591"/>
                      </a:cubicBezTo>
                      <a:cubicBezTo>
                        <a:pt x="22895" y="4138"/>
                        <a:pt x="17176" y="14600"/>
                        <a:pt x="14871" y="17481"/>
                      </a:cubicBezTo>
                      <a:cubicBezTo>
                        <a:pt x="12743" y="20053"/>
                        <a:pt x="10438" y="21781"/>
                        <a:pt x="8354" y="2257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38" name="Graphique 2">
                <a:extLst>
                  <a:ext uri="{FF2B5EF4-FFF2-40B4-BE49-F238E27FC236}">
                    <a16:creationId xmlns:a16="http://schemas.microsoft.com/office/drawing/2014/main" id="{081F74B7-8F3B-4BEC-8552-89C8E5D815D0}"/>
                  </a:ext>
                </a:extLst>
              </p:cNvPr>
              <p:cNvGrpSpPr/>
              <p:nvPr/>
            </p:nvGrpSpPr>
            <p:grpSpPr>
              <a:xfrm>
                <a:off x="5794621" y="1660727"/>
                <a:ext cx="43368" cy="68106"/>
                <a:chOff x="5794621" y="1660727"/>
                <a:chExt cx="43368" cy="68106"/>
              </a:xfrm>
              <a:solidFill>
                <a:schemeClr val="accent1"/>
              </a:solidFill>
            </p:grpSpPr>
            <p:sp>
              <p:nvSpPr>
                <p:cNvPr id="24896" name="Forme libre : forme 24895">
                  <a:extLst>
                    <a:ext uri="{FF2B5EF4-FFF2-40B4-BE49-F238E27FC236}">
                      <a16:creationId xmlns:a16="http://schemas.microsoft.com/office/drawing/2014/main" id="{5B9F5CE2-C4E2-4FAE-98CF-4E808873915A}"/>
                    </a:ext>
                  </a:extLst>
                </p:cNvPr>
                <p:cNvSpPr/>
                <p:nvPr/>
              </p:nvSpPr>
              <p:spPr>
                <a:xfrm>
                  <a:off x="5794621" y="1660727"/>
                  <a:ext cx="43368" cy="68106"/>
                </a:xfrm>
                <a:custGeom>
                  <a:avLst/>
                  <a:gdLst>
                    <a:gd name="connsiteX0" fmla="*/ 3652 w 43368"/>
                    <a:gd name="connsiteY0" fmla="*/ 40385 h 68106"/>
                    <a:gd name="connsiteX1" fmla="*/ 14025 w 43368"/>
                    <a:gd name="connsiteY1" fmla="*/ 16579 h 68106"/>
                    <a:gd name="connsiteX2" fmla="*/ 32157 w 43368"/>
                    <a:gd name="connsiteY2" fmla="*/ 398 h 68106"/>
                    <a:gd name="connsiteX3" fmla="*/ 39338 w 43368"/>
                    <a:gd name="connsiteY3" fmla="*/ 3501 h 68106"/>
                    <a:gd name="connsiteX4" fmla="*/ 39649 w 43368"/>
                    <a:gd name="connsiteY4" fmla="*/ 27883 h 68106"/>
                    <a:gd name="connsiteX5" fmla="*/ 28788 w 43368"/>
                    <a:gd name="connsiteY5" fmla="*/ 51644 h 68106"/>
                    <a:gd name="connsiteX6" fmla="*/ 10523 w 43368"/>
                    <a:gd name="connsiteY6" fmla="*/ 67692 h 68106"/>
                    <a:gd name="connsiteX7" fmla="*/ 3696 w 43368"/>
                    <a:gd name="connsiteY7" fmla="*/ 64589 h 68106"/>
                    <a:gd name="connsiteX8" fmla="*/ 3652 w 43368"/>
                    <a:gd name="connsiteY8" fmla="*/ 40385 h 68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368" h="68106">
                      <a:moveTo>
                        <a:pt x="3652" y="40385"/>
                      </a:moveTo>
                      <a:lnTo>
                        <a:pt x="14025" y="16579"/>
                      </a:lnTo>
                      <a:cubicBezTo>
                        <a:pt x="18813" y="5452"/>
                        <a:pt x="26926" y="-1819"/>
                        <a:pt x="32157" y="398"/>
                      </a:cubicBezTo>
                      <a:lnTo>
                        <a:pt x="39338" y="3501"/>
                      </a:lnTo>
                      <a:cubicBezTo>
                        <a:pt x="44569" y="5762"/>
                        <a:pt x="44747" y="16756"/>
                        <a:pt x="39649" y="27883"/>
                      </a:cubicBezTo>
                      <a:lnTo>
                        <a:pt x="28788" y="51644"/>
                      </a:lnTo>
                      <a:cubicBezTo>
                        <a:pt x="23645" y="62727"/>
                        <a:pt x="15444" y="69953"/>
                        <a:pt x="10523" y="67692"/>
                      </a:cubicBezTo>
                      <a:lnTo>
                        <a:pt x="3696" y="64589"/>
                      </a:lnTo>
                      <a:cubicBezTo>
                        <a:pt x="-1225" y="62461"/>
                        <a:pt x="-1225" y="51511"/>
                        <a:pt x="3652" y="40385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97" name="Forme libre : forme 24896">
                  <a:extLst>
                    <a:ext uri="{FF2B5EF4-FFF2-40B4-BE49-F238E27FC236}">
                      <a16:creationId xmlns:a16="http://schemas.microsoft.com/office/drawing/2014/main" id="{EBEC921F-8D34-4742-B985-5D427CC3717F}"/>
                    </a:ext>
                  </a:extLst>
                </p:cNvPr>
                <p:cNvSpPr/>
                <p:nvPr/>
              </p:nvSpPr>
              <p:spPr>
                <a:xfrm>
                  <a:off x="5794665" y="1660757"/>
                  <a:ext cx="35259" cy="64780"/>
                </a:xfrm>
                <a:custGeom>
                  <a:avLst/>
                  <a:gdLst>
                    <a:gd name="connsiteX0" fmla="*/ 20586 w 35259"/>
                    <a:gd name="connsiteY0" fmla="*/ 24528 h 64780"/>
                    <a:gd name="connsiteX1" fmla="*/ 35260 w 35259"/>
                    <a:gd name="connsiteY1" fmla="*/ 1742 h 64780"/>
                    <a:gd name="connsiteX2" fmla="*/ 32157 w 35259"/>
                    <a:gd name="connsiteY2" fmla="*/ 412 h 64780"/>
                    <a:gd name="connsiteX3" fmla="*/ 14025 w 35259"/>
                    <a:gd name="connsiteY3" fmla="*/ 16593 h 64780"/>
                    <a:gd name="connsiteX4" fmla="*/ 3652 w 35259"/>
                    <a:gd name="connsiteY4" fmla="*/ 40399 h 64780"/>
                    <a:gd name="connsiteX5" fmla="*/ 3696 w 35259"/>
                    <a:gd name="connsiteY5" fmla="*/ 64692 h 64780"/>
                    <a:gd name="connsiteX6" fmla="*/ 3918 w 35259"/>
                    <a:gd name="connsiteY6" fmla="*/ 64781 h 64780"/>
                    <a:gd name="connsiteX7" fmla="*/ 20586 w 35259"/>
                    <a:gd name="connsiteY7" fmla="*/ 24528 h 64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259" h="64780">
                      <a:moveTo>
                        <a:pt x="20586" y="24528"/>
                      </a:moveTo>
                      <a:cubicBezTo>
                        <a:pt x="23645" y="14598"/>
                        <a:pt x="29319" y="5466"/>
                        <a:pt x="35260" y="1742"/>
                      </a:cubicBezTo>
                      <a:lnTo>
                        <a:pt x="32157" y="412"/>
                      </a:lnTo>
                      <a:cubicBezTo>
                        <a:pt x="26926" y="-1849"/>
                        <a:pt x="18813" y="5422"/>
                        <a:pt x="14025" y="16593"/>
                      </a:cubicBezTo>
                      <a:lnTo>
                        <a:pt x="3652" y="40399"/>
                      </a:lnTo>
                      <a:cubicBezTo>
                        <a:pt x="-1225" y="51526"/>
                        <a:pt x="-1225" y="62476"/>
                        <a:pt x="3696" y="64692"/>
                      </a:cubicBezTo>
                      <a:lnTo>
                        <a:pt x="3918" y="64781"/>
                      </a:lnTo>
                      <a:cubicBezTo>
                        <a:pt x="9504" y="50994"/>
                        <a:pt x="16330" y="38537"/>
                        <a:pt x="20586" y="24528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98" name="Forme libre : forme 24897">
                  <a:extLst>
                    <a:ext uri="{FF2B5EF4-FFF2-40B4-BE49-F238E27FC236}">
                      <a16:creationId xmlns:a16="http://schemas.microsoft.com/office/drawing/2014/main" id="{A8F40DBD-97BA-43E5-AA8D-3992354D23AF}"/>
                    </a:ext>
                  </a:extLst>
                </p:cNvPr>
                <p:cNvSpPr/>
                <p:nvPr/>
              </p:nvSpPr>
              <p:spPr>
                <a:xfrm>
                  <a:off x="5805599" y="1684104"/>
                  <a:ext cx="16224" cy="29537"/>
                </a:xfrm>
                <a:custGeom>
                  <a:avLst/>
                  <a:gdLst>
                    <a:gd name="connsiteX0" fmla="*/ 1540 w 16224"/>
                    <a:gd name="connsiteY0" fmla="*/ 29376 h 29537"/>
                    <a:gd name="connsiteX1" fmla="*/ 3313 w 16224"/>
                    <a:gd name="connsiteY1" fmla="*/ 12618 h 29537"/>
                    <a:gd name="connsiteX2" fmla="*/ 14618 w 16224"/>
                    <a:gd name="connsiteY2" fmla="*/ 161 h 29537"/>
                    <a:gd name="connsiteX3" fmla="*/ 12889 w 16224"/>
                    <a:gd name="connsiteY3" fmla="*/ 16919 h 29537"/>
                    <a:gd name="connsiteX4" fmla="*/ 1540 w 16224"/>
                    <a:gd name="connsiteY4" fmla="*/ 29376 h 29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24" h="29537">
                      <a:moveTo>
                        <a:pt x="1540" y="29376"/>
                      </a:moveTo>
                      <a:cubicBezTo>
                        <a:pt x="-1076" y="28179"/>
                        <a:pt x="-278" y="20687"/>
                        <a:pt x="3313" y="12618"/>
                      </a:cubicBezTo>
                      <a:cubicBezTo>
                        <a:pt x="6904" y="4550"/>
                        <a:pt x="11958" y="-1035"/>
                        <a:pt x="14618" y="161"/>
                      </a:cubicBezTo>
                      <a:cubicBezTo>
                        <a:pt x="17322" y="1359"/>
                        <a:pt x="16524" y="8850"/>
                        <a:pt x="12889" y="16919"/>
                      </a:cubicBezTo>
                      <a:cubicBezTo>
                        <a:pt x="9253" y="24987"/>
                        <a:pt x="4155" y="30573"/>
                        <a:pt x="1540" y="29376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99" name="Forme libre : forme 24898">
                  <a:extLst>
                    <a:ext uri="{FF2B5EF4-FFF2-40B4-BE49-F238E27FC236}">
                      <a16:creationId xmlns:a16="http://schemas.microsoft.com/office/drawing/2014/main" id="{9ECAA78C-0C7E-4D02-925E-D7A018FB0D5F}"/>
                    </a:ext>
                  </a:extLst>
                </p:cNvPr>
                <p:cNvSpPr/>
                <p:nvPr/>
              </p:nvSpPr>
              <p:spPr>
                <a:xfrm>
                  <a:off x="5806518" y="1684104"/>
                  <a:ext cx="15321" cy="19401"/>
                </a:xfrm>
                <a:custGeom>
                  <a:avLst/>
                  <a:gdLst>
                    <a:gd name="connsiteX0" fmla="*/ 14851 w 15321"/>
                    <a:gd name="connsiteY0" fmla="*/ 8363 h 19401"/>
                    <a:gd name="connsiteX1" fmla="*/ 13698 w 15321"/>
                    <a:gd name="connsiteY1" fmla="*/ 161 h 19401"/>
                    <a:gd name="connsiteX2" fmla="*/ 2394 w 15321"/>
                    <a:gd name="connsiteY2" fmla="*/ 12618 h 19401"/>
                    <a:gd name="connsiteX3" fmla="*/ 0 w 15321"/>
                    <a:gd name="connsiteY3" fmla="*/ 19401 h 19401"/>
                    <a:gd name="connsiteX4" fmla="*/ 1951 w 15321"/>
                    <a:gd name="connsiteY4" fmla="*/ 15943 h 19401"/>
                    <a:gd name="connsiteX5" fmla="*/ 14851 w 15321"/>
                    <a:gd name="connsiteY5" fmla="*/ 8363 h 19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321" h="19401">
                      <a:moveTo>
                        <a:pt x="14851" y="8363"/>
                      </a:moveTo>
                      <a:cubicBezTo>
                        <a:pt x="15737" y="4107"/>
                        <a:pt x="15383" y="871"/>
                        <a:pt x="13698" y="161"/>
                      </a:cubicBezTo>
                      <a:cubicBezTo>
                        <a:pt x="11038" y="-1035"/>
                        <a:pt x="5985" y="4550"/>
                        <a:pt x="2394" y="12618"/>
                      </a:cubicBezTo>
                      <a:cubicBezTo>
                        <a:pt x="1330" y="14968"/>
                        <a:pt x="532" y="17273"/>
                        <a:pt x="0" y="19401"/>
                      </a:cubicBezTo>
                      <a:cubicBezTo>
                        <a:pt x="576" y="18204"/>
                        <a:pt x="1197" y="17007"/>
                        <a:pt x="1951" y="15943"/>
                      </a:cubicBezTo>
                      <a:cubicBezTo>
                        <a:pt x="6295" y="10180"/>
                        <a:pt x="11836" y="6457"/>
                        <a:pt x="14851" y="8363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00" name="Forme libre : forme 24899">
                  <a:extLst>
                    <a:ext uri="{FF2B5EF4-FFF2-40B4-BE49-F238E27FC236}">
                      <a16:creationId xmlns:a16="http://schemas.microsoft.com/office/drawing/2014/main" id="{58588C7A-C92F-4355-AC4D-D44068898754}"/>
                    </a:ext>
                  </a:extLst>
                </p:cNvPr>
                <p:cNvSpPr/>
                <p:nvPr/>
              </p:nvSpPr>
              <p:spPr>
                <a:xfrm>
                  <a:off x="5803914" y="1685124"/>
                  <a:ext cx="16224" cy="29537"/>
                </a:xfrm>
                <a:custGeom>
                  <a:avLst/>
                  <a:gdLst>
                    <a:gd name="connsiteX0" fmla="*/ 1540 w 16224"/>
                    <a:gd name="connsiteY0" fmla="*/ 29376 h 29537"/>
                    <a:gd name="connsiteX1" fmla="*/ 3313 w 16224"/>
                    <a:gd name="connsiteY1" fmla="*/ 12618 h 29537"/>
                    <a:gd name="connsiteX2" fmla="*/ 14618 w 16224"/>
                    <a:gd name="connsiteY2" fmla="*/ 161 h 29537"/>
                    <a:gd name="connsiteX3" fmla="*/ 12889 w 16224"/>
                    <a:gd name="connsiteY3" fmla="*/ 16919 h 29537"/>
                    <a:gd name="connsiteX4" fmla="*/ 1540 w 16224"/>
                    <a:gd name="connsiteY4" fmla="*/ 29376 h 29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24" h="29537">
                      <a:moveTo>
                        <a:pt x="1540" y="29376"/>
                      </a:moveTo>
                      <a:cubicBezTo>
                        <a:pt x="-1076" y="28179"/>
                        <a:pt x="-278" y="20687"/>
                        <a:pt x="3313" y="12618"/>
                      </a:cubicBezTo>
                      <a:cubicBezTo>
                        <a:pt x="6904" y="4550"/>
                        <a:pt x="11913" y="-1035"/>
                        <a:pt x="14618" y="161"/>
                      </a:cubicBezTo>
                      <a:cubicBezTo>
                        <a:pt x="17322" y="1358"/>
                        <a:pt x="16524" y="8850"/>
                        <a:pt x="12889" y="16919"/>
                      </a:cubicBezTo>
                      <a:cubicBezTo>
                        <a:pt x="9209" y="24987"/>
                        <a:pt x="4111" y="30572"/>
                        <a:pt x="1540" y="2937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01" name="Forme libre : forme 24900">
                  <a:extLst>
                    <a:ext uri="{FF2B5EF4-FFF2-40B4-BE49-F238E27FC236}">
                      <a16:creationId xmlns:a16="http://schemas.microsoft.com/office/drawing/2014/main" id="{EE67495A-BCA4-42C1-8DC5-21ED87AB9A7B}"/>
                    </a:ext>
                  </a:extLst>
                </p:cNvPr>
                <p:cNvSpPr/>
                <p:nvPr/>
              </p:nvSpPr>
              <p:spPr>
                <a:xfrm>
                  <a:off x="5802412" y="1670370"/>
                  <a:ext cx="29403" cy="35340"/>
                </a:xfrm>
                <a:custGeom>
                  <a:avLst/>
                  <a:gdLst>
                    <a:gd name="connsiteX0" fmla="*/ 22636 w 29403"/>
                    <a:gd name="connsiteY0" fmla="*/ 1172 h 35340"/>
                    <a:gd name="connsiteX1" fmla="*/ 17671 w 29403"/>
                    <a:gd name="connsiteY1" fmla="*/ 197 h 35340"/>
                    <a:gd name="connsiteX2" fmla="*/ 6411 w 29403"/>
                    <a:gd name="connsiteY2" fmla="*/ 12787 h 35340"/>
                    <a:gd name="connsiteX3" fmla="*/ 293 w 29403"/>
                    <a:gd name="connsiteY3" fmla="*/ 28392 h 35340"/>
                    <a:gd name="connsiteX4" fmla="*/ 2377 w 29403"/>
                    <a:gd name="connsiteY4" fmla="*/ 35263 h 35340"/>
                    <a:gd name="connsiteX5" fmla="*/ 6899 w 29403"/>
                    <a:gd name="connsiteY5" fmla="*/ 31140 h 35340"/>
                    <a:gd name="connsiteX6" fmla="*/ 17760 w 29403"/>
                    <a:gd name="connsiteY6" fmla="*/ 21033 h 35340"/>
                    <a:gd name="connsiteX7" fmla="*/ 29197 w 29403"/>
                    <a:gd name="connsiteY7" fmla="*/ 8576 h 35340"/>
                    <a:gd name="connsiteX8" fmla="*/ 22636 w 29403"/>
                    <a:gd name="connsiteY8" fmla="*/ 1172 h 35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403" h="35340">
                      <a:moveTo>
                        <a:pt x="22636" y="1172"/>
                      </a:moveTo>
                      <a:cubicBezTo>
                        <a:pt x="21129" y="419"/>
                        <a:pt x="19622" y="-379"/>
                        <a:pt x="17671" y="197"/>
                      </a:cubicBezTo>
                      <a:cubicBezTo>
                        <a:pt x="13947" y="1261"/>
                        <a:pt x="9692" y="6891"/>
                        <a:pt x="6411" y="12787"/>
                      </a:cubicBezTo>
                      <a:cubicBezTo>
                        <a:pt x="3663" y="17708"/>
                        <a:pt x="1224" y="23293"/>
                        <a:pt x="293" y="28392"/>
                      </a:cubicBezTo>
                      <a:cubicBezTo>
                        <a:pt x="-416" y="32204"/>
                        <a:pt x="116" y="35928"/>
                        <a:pt x="2377" y="35263"/>
                      </a:cubicBezTo>
                      <a:cubicBezTo>
                        <a:pt x="3796" y="34820"/>
                        <a:pt x="5392" y="32869"/>
                        <a:pt x="6899" y="31140"/>
                      </a:cubicBezTo>
                      <a:cubicBezTo>
                        <a:pt x="10445" y="27062"/>
                        <a:pt x="14125" y="23604"/>
                        <a:pt x="17760" y="21033"/>
                      </a:cubicBezTo>
                      <a:cubicBezTo>
                        <a:pt x="20819" y="18816"/>
                        <a:pt x="27601" y="15270"/>
                        <a:pt x="29197" y="8576"/>
                      </a:cubicBezTo>
                      <a:cubicBezTo>
                        <a:pt x="30572" y="2635"/>
                        <a:pt x="24720" y="2281"/>
                        <a:pt x="22636" y="117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02" name="Forme libre : forme 24901">
                  <a:extLst>
                    <a:ext uri="{FF2B5EF4-FFF2-40B4-BE49-F238E27FC236}">
                      <a16:creationId xmlns:a16="http://schemas.microsoft.com/office/drawing/2014/main" id="{3440507E-358C-4622-9AC9-2052FF5E4FB8}"/>
                    </a:ext>
                  </a:extLst>
                </p:cNvPr>
                <p:cNvSpPr/>
                <p:nvPr/>
              </p:nvSpPr>
              <p:spPr>
                <a:xfrm>
                  <a:off x="5822956" y="1679513"/>
                  <a:ext cx="4948" cy="13331"/>
                </a:xfrm>
                <a:custGeom>
                  <a:avLst/>
                  <a:gdLst>
                    <a:gd name="connsiteX0" fmla="*/ 4575 w 4948"/>
                    <a:gd name="connsiteY0" fmla="*/ 1207 h 13331"/>
                    <a:gd name="connsiteX1" fmla="*/ 3865 w 4948"/>
                    <a:gd name="connsiteY1" fmla="*/ 54 h 13331"/>
                    <a:gd name="connsiteX2" fmla="*/ 2447 w 4948"/>
                    <a:gd name="connsiteY2" fmla="*/ 763 h 13331"/>
                    <a:gd name="connsiteX3" fmla="*/ 1560 w 4948"/>
                    <a:gd name="connsiteY3" fmla="*/ 2935 h 13331"/>
                    <a:gd name="connsiteX4" fmla="*/ 230 w 4948"/>
                    <a:gd name="connsiteY4" fmla="*/ 8566 h 13331"/>
                    <a:gd name="connsiteX5" fmla="*/ 9 w 4948"/>
                    <a:gd name="connsiteY5" fmla="*/ 10738 h 13331"/>
                    <a:gd name="connsiteX6" fmla="*/ 3821 w 4948"/>
                    <a:gd name="connsiteY6" fmla="*/ 10560 h 13331"/>
                    <a:gd name="connsiteX7" fmla="*/ 4575 w 4948"/>
                    <a:gd name="connsiteY7" fmla="*/ 1207 h 13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948" h="13331">
                      <a:moveTo>
                        <a:pt x="4575" y="1207"/>
                      </a:moveTo>
                      <a:cubicBezTo>
                        <a:pt x="4442" y="675"/>
                        <a:pt x="4220" y="187"/>
                        <a:pt x="3865" y="54"/>
                      </a:cubicBezTo>
                      <a:cubicBezTo>
                        <a:pt x="3511" y="-123"/>
                        <a:pt x="2935" y="143"/>
                        <a:pt x="2447" y="763"/>
                      </a:cubicBezTo>
                      <a:cubicBezTo>
                        <a:pt x="2004" y="1384"/>
                        <a:pt x="1738" y="2182"/>
                        <a:pt x="1560" y="2935"/>
                      </a:cubicBezTo>
                      <a:cubicBezTo>
                        <a:pt x="1028" y="4842"/>
                        <a:pt x="585" y="6748"/>
                        <a:pt x="230" y="8566"/>
                      </a:cubicBezTo>
                      <a:cubicBezTo>
                        <a:pt x="97" y="9319"/>
                        <a:pt x="-36" y="10073"/>
                        <a:pt x="9" y="10738"/>
                      </a:cubicBezTo>
                      <a:cubicBezTo>
                        <a:pt x="97" y="13442"/>
                        <a:pt x="2225" y="14949"/>
                        <a:pt x="3821" y="10560"/>
                      </a:cubicBezTo>
                      <a:cubicBezTo>
                        <a:pt x="5107" y="7147"/>
                        <a:pt x="5195" y="3379"/>
                        <a:pt x="4575" y="120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03" name="Forme libre : forme 24902">
                  <a:extLst>
                    <a:ext uri="{FF2B5EF4-FFF2-40B4-BE49-F238E27FC236}">
                      <a16:creationId xmlns:a16="http://schemas.microsoft.com/office/drawing/2014/main" id="{A9F70638-3AA6-4B22-99C9-7E47814DD1A7}"/>
                    </a:ext>
                  </a:extLst>
                </p:cNvPr>
                <p:cNvSpPr/>
                <p:nvPr/>
              </p:nvSpPr>
              <p:spPr>
                <a:xfrm>
                  <a:off x="5796365" y="1701777"/>
                  <a:ext cx="3858" cy="22121"/>
                </a:xfrm>
                <a:custGeom>
                  <a:avLst/>
                  <a:gdLst>
                    <a:gd name="connsiteX0" fmla="*/ 3858 w 3858"/>
                    <a:gd name="connsiteY0" fmla="*/ 22121 h 22121"/>
                    <a:gd name="connsiteX1" fmla="*/ 2262 w 3858"/>
                    <a:gd name="connsiteY1" fmla="*/ 0 h 22121"/>
                    <a:gd name="connsiteX2" fmla="*/ 3858 w 3858"/>
                    <a:gd name="connsiteY2" fmla="*/ 22121 h 22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58" h="22121">
                      <a:moveTo>
                        <a:pt x="3858" y="22121"/>
                      </a:moveTo>
                      <a:cubicBezTo>
                        <a:pt x="3858" y="22121"/>
                        <a:pt x="-3634" y="19683"/>
                        <a:pt x="2262" y="0"/>
                      </a:cubicBezTo>
                      <a:cubicBezTo>
                        <a:pt x="2262" y="0"/>
                        <a:pt x="-1861" y="15383"/>
                        <a:pt x="3858" y="22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04" name="Forme libre : forme 24903">
                  <a:extLst>
                    <a:ext uri="{FF2B5EF4-FFF2-40B4-BE49-F238E27FC236}">
                      <a16:creationId xmlns:a16="http://schemas.microsoft.com/office/drawing/2014/main" id="{BD5DF8C5-B49C-4D78-ADD6-F6DF78FF81A9}"/>
                    </a:ext>
                  </a:extLst>
                </p:cNvPr>
                <p:cNvSpPr/>
                <p:nvPr/>
              </p:nvSpPr>
              <p:spPr>
                <a:xfrm>
                  <a:off x="5832718" y="1665115"/>
                  <a:ext cx="3766" cy="24470"/>
                </a:xfrm>
                <a:custGeom>
                  <a:avLst/>
                  <a:gdLst>
                    <a:gd name="connsiteX0" fmla="*/ 311 w 3766"/>
                    <a:gd name="connsiteY0" fmla="*/ 24471 h 24470"/>
                    <a:gd name="connsiteX1" fmla="*/ 0 w 3766"/>
                    <a:gd name="connsiteY1" fmla="*/ 0 h 24470"/>
                    <a:gd name="connsiteX2" fmla="*/ 311 w 3766"/>
                    <a:gd name="connsiteY2" fmla="*/ 24471 h 24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66" h="24470">
                      <a:moveTo>
                        <a:pt x="311" y="24471"/>
                      </a:moveTo>
                      <a:cubicBezTo>
                        <a:pt x="311" y="24471"/>
                        <a:pt x="8290" y="6029"/>
                        <a:pt x="0" y="0"/>
                      </a:cubicBezTo>
                      <a:cubicBezTo>
                        <a:pt x="-44" y="0"/>
                        <a:pt x="6384" y="7226"/>
                        <a:pt x="311" y="244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05" name="Forme libre : forme 24904">
                  <a:extLst>
                    <a:ext uri="{FF2B5EF4-FFF2-40B4-BE49-F238E27FC236}">
                      <a16:creationId xmlns:a16="http://schemas.microsoft.com/office/drawing/2014/main" id="{2A805C4D-E51C-436E-B132-48E59761D886}"/>
                    </a:ext>
                  </a:extLst>
                </p:cNvPr>
                <p:cNvSpPr/>
                <p:nvPr/>
              </p:nvSpPr>
              <p:spPr>
                <a:xfrm>
                  <a:off x="5811121" y="1697484"/>
                  <a:ext cx="6798" cy="10584"/>
                </a:xfrm>
                <a:custGeom>
                  <a:avLst/>
                  <a:gdLst>
                    <a:gd name="connsiteX0" fmla="*/ 141 w 6798"/>
                    <a:gd name="connsiteY0" fmla="*/ 10277 h 10584"/>
                    <a:gd name="connsiteX1" fmla="*/ 2446 w 6798"/>
                    <a:gd name="connsiteY1" fmla="*/ 3539 h 10584"/>
                    <a:gd name="connsiteX2" fmla="*/ 6657 w 6798"/>
                    <a:gd name="connsiteY2" fmla="*/ 303 h 10584"/>
                    <a:gd name="connsiteX3" fmla="*/ 4352 w 6798"/>
                    <a:gd name="connsiteY3" fmla="*/ 7041 h 10584"/>
                    <a:gd name="connsiteX4" fmla="*/ 141 w 6798"/>
                    <a:gd name="connsiteY4" fmla="*/ 10277 h 10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98" h="10584">
                      <a:moveTo>
                        <a:pt x="141" y="10277"/>
                      </a:moveTo>
                      <a:cubicBezTo>
                        <a:pt x="-391" y="9302"/>
                        <a:pt x="629" y="6287"/>
                        <a:pt x="2446" y="3539"/>
                      </a:cubicBezTo>
                      <a:cubicBezTo>
                        <a:pt x="4219" y="790"/>
                        <a:pt x="6126" y="-673"/>
                        <a:pt x="6657" y="303"/>
                      </a:cubicBezTo>
                      <a:cubicBezTo>
                        <a:pt x="7189" y="1278"/>
                        <a:pt x="6170" y="4292"/>
                        <a:pt x="4352" y="7041"/>
                      </a:cubicBezTo>
                      <a:cubicBezTo>
                        <a:pt x="2535" y="9834"/>
                        <a:pt x="629" y="11252"/>
                        <a:pt x="141" y="1027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06" name="Forme libre : forme 24905">
                  <a:extLst>
                    <a:ext uri="{FF2B5EF4-FFF2-40B4-BE49-F238E27FC236}">
                      <a16:creationId xmlns:a16="http://schemas.microsoft.com/office/drawing/2014/main" id="{1748B579-32DB-489A-8F3A-0DCF1E46BD88}"/>
                    </a:ext>
                  </a:extLst>
                </p:cNvPr>
                <p:cNvSpPr/>
                <p:nvPr/>
              </p:nvSpPr>
              <p:spPr>
                <a:xfrm>
                  <a:off x="5810685" y="1706486"/>
                  <a:ext cx="1939" cy="3068"/>
                </a:xfrm>
                <a:custGeom>
                  <a:avLst/>
                  <a:gdLst>
                    <a:gd name="connsiteX0" fmla="*/ 266 w 1939"/>
                    <a:gd name="connsiteY0" fmla="*/ 3049 h 3068"/>
                    <a:gd name="connsiteX1" fmla="*/ 266 w 1939"/>
                    <a:gd name="connsiteY1" fmla="*/ 1231 h 3068"/>
                    <a:gd name="connsiteX2" fmla="*/ 1640 w 1939"/>
                    <a:gd name="connsiteY2" fmla="*/ 34 h 3068"/>
                    <a:gd name="connsiteX3" fmla="*/ 1640 w 1939"/>
                    <a:gd name="connsiteY3" fmla="*/ 1852 h 3068"/>
                    <a:gd name="connsiteX4" fmla="*/ 266 w 1939"/>
                    <a:gd name="connsiteY4" fmla="*/ 3049 h 3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39" h="3068">
                      <a:moveTo>
                        <a:pt x="266" y="3049"/>
                      </a:moveTo>
                      <a:cubicBezTo>
                        <a:pt x="-89" y="2871"/>
                        <a:pt x="-89" y="2073"/>
                        <a:pt x="266" y="1231"/>
                      </a:cubicBezTo>
                      <a:cubicBezTo>
                        <a:pt x="621" y="389"/>
                        <a:pt x="1241" y="-143"/>
                        <a:pt x="1640" y="34"/>
                      </a:cubicBezTo>
                      <a:cubicBezTo>
                        <a:pt x="2039" y="211"/>
                        <a:pt x="2039" y="1009"/>
                        <a:pt x="1640" y="1852"/>
                      </a:cubicBezTo>
                      <a:cubicBezTo>
                        <a:pt x="1241" y="2650"/>
                        <a:pt x="621" y="3182"/>
                        <a:pt x="266" y="30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907" name="Forme libre : forme 24906">
                  <a:extLst>
                    <a:ext uri="{FF2B5EF4-FFF2-40B4-BE49-F238E27FC236}">
                      <a16:creationId xmlns:a16="http://schemas.microsoft.com/office/drawing/2014/main" id="{B80A1ABC-4CA9-47D7-9185-8ABAF63E820C}"/>
                    </a:ext>
                  </a:extLst>
                </p:cNvPr>
                <p:cNvSpPr/>
                <p:nvPr/>
              </p:nvSpPr>
              <p:spPr>
                <a:xfrm>
                  <a:off x="5803185" y="1700526"/>
                  <a:ext cx="21929" cy="22900"/>
                </a:xfrm>
                <a:custGeom>
                  <a:avLst/>
                  <a:gdLst>
                    <a:gd name="connsiteX0" fmla="*/ 7944 w 21929"/>
                    <a:gd name="connsiteY0" fmla="*/ 22352 h 22900"/>
                    <a:gd name="connsiteX1" fmla="*/ 1073 w 21929"/>
                    <a:gd name="connsiteY1" fmla="*/ 21820 h 22900"/>
                    <a:gd name="connsiteX2" fmla="*/ 230 w 21929"/>
                    <a:gd name="connsiteY2" fmla="*/ 18850 h 22900"/>
                    <a:gd name="connsiteX3" fmla="*/ 2890 w 21929"/>
                    <a:gd name="connsiteY3" fmla="*/ 16102 h 22900"/>
                    <a:gd name="connsiteX4" fmla="*/ 11402 w 21929"/>
                    <a:gd name="connsiteY4" fmla="*/ 11890 h 22900"/>
                    <a:gd name="connsiteX5" fmla="*/ 21864 w 21929"/>
                    <a:gd name="connsiteY5" fmla="*/ 586 h 22900"/>
                    <a:gd name="connsiteX6" fmla="*/ 14416 w 21929"/>
                    <a:gd name="connsiteY6" fmla="*/ 17254 h 22900"/>
                    <a:gd name="connsiteX7" fmla="*/ 7944 w 21929"/>
                    <a:gd name="connsiteY7" fmla="*/ 22352 h 22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29" h="22900">
                      <a:moveTo>
                        <a:pt x="7944" y="22352"/>
                      </a:moveTo>
                      <a:cubicBezTo>
                        <a:pt x="5284" y="23372"/>
                        <a:pt x="3023" y="22840"/>
                        <a:pt x="1073" y="21820"/>
                      </a:cubicBezTo>
                      <a:cubicBezTo>
                        <a:pt x="363" y="21466"/>
                        <a:pt x="-390" y="20535"/>
                        <a:pt x="230" y="18850"/>
                      </a:cubicBezTo>
                      <a:cubicBezTo>
                        <a:pt x="807" y="17299"/>
                        <a:pt x="1959" y="16456"/>
                        <a:pt x="2890" y="16102"/>
                      </a:cubicBezTo>
                      <a:cubicBezTo>
                        <a:pt x="5683" y="14949"/>
                        <a:pt x="8432" y="14905"/>
                        <a:pt x="11402" y="11890"/>
                      </a:cubicBezTo>
                      <a:cubicBezTo>
                        <a:pt x="13264" y="10028"/>
                        <a:pt x="21110" y="-2872"/>
                        <a:pt x="21864" y="586"/>
                      </a:cubicBezTo>
                      <a:cubicBezTo>
                        <a:pt x="22617" y="4088"/>
                        <a:pt x="16721" y="14417"/>
                        <a:pt x="14416" y="17254"/>
                      </a:cubicBezTo>
                      <a:cubicBezTo>
                        <a:pt x="12244" y="19870"/>
                        <a:pt x="9983" y="21599"/>
                        <a:pt x="7944" y="2235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39" name="Graphique 2">
                <a:extLst>
                  <a:ext uri="{FF2B5EF4-FFF2-40B4-BE49-F238E27FC236}">
                    <a16:creationId xmlns:a16="http://schemas.microsoft.com/office/drawing/2014/main" id="{9540BE15-DB16-4ECB-B845-583AAA2F513E}"/>
                  </a:ext>
                </a:extLst>
              </p:cNvPr>
              <p:cNvGrpSpPr/>
              <p:nvPr/>
            </p:nvGrpSpPr>
            <p:grpSpPr>
              <a:xfrm>
                <a:off x="5766554" y="1725006"/>
                <a:ext cx="42270" cy="68164"/>
                <a:chOff x="5766554" y="1725006"/>
                <a:chExt cx="42270" cy="68164"/>
              </a:xfrm>
              <a:solidFill>
                <a:schemeClr val="accent1"/>
              </a:solidFill>
            </p:grpSpPr>
            <p:sp>
              <p:nvSpPr>
                <p:cNvPr id="24884" name="Forme libre : forme 24883">
                  <a:extLst>
                    <a:ext uri="{FF2B5EF4-FFF2-40B4-BE49-F238E27FC236}">
                      <a16:creationId xmlns:a16="http://schemas.microsoft.com/office/drawing/2014/main" id="{28748F9D-2630-4E93-A1CB-75F24A97C2A6}"/>
                    </a:ext>
                  </a:extLst>
                </p:cNvPr>
                <p:cNvSpPr/>
                <p:nvPr/>
              </p:nvSpPr>
              <p:spPr>
                <a:xfrm>
                  <a:off x="5766604" y="1725050"/>
                  <a:ext cx="42221" cy="68120"/>
                </a:xfrm>
                <a:custGeom>
                  <a:avLst/>
                  <a:gdLst>
                    <a:gd name="connsiteX0" fmla="*/ 3563 w 42221"/>
                    <a:gd name="connsiteY0" fmla="*/ 40741 h 68120"/>
                    <a:gd name="connsiteX1" fmla="*/ 13804 w 42221"/>
                    <a:gd name="connsiteY1" fmla="*/ 16713 h 68120"/>
                    <a:gd name="connsiteX2" fmla="*/ 31758 w 42221"/>
                    <a:gd name="connsiteY2" fmla="*/ 399 h 68120"/>
                    <a:gd name="connsiteX3" fmla="*/ 38585 w 42221"/>
                    <a:gd name="connsiteY3" fmla="*/ 3503 h 68120"/>
                    <a:gd name="connsiteX4" fmla="*/ 38407 w 42221"/>
                    <a:gd name="connsiteY4" fmla="*/ 27619 h 68120"/>
                    <a:gd name="connsiteX5" fmla="*/ 27857 w 42221"/>
                    <a:gd name="connsiteY5" fmla="*/ 51336 h 68120"/>
                    <a:gd name="connsiteX6" fmla="*/ 10257 w 42221"/>
                    <a:gd name="connsiteY6" fmla="*/ 67782 h 68120"/>
                    <a:gd name="connsiteX7" fmla="*/ 3652 w 42221"/>
                    <a:gd name="connsiteY7" fmla="*/ 64945 h 68120"/>
                    <a:gd name="connsiteX8" fmla="*/ 3563 w 42221"/>
                    <a:gd name="connsiteY8" fmla="*/ 40741 h 68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221" h="68120">
                      <a:moveTo>
                        <a:pt x="3563" y="40741"/>
                      </a:moveTo>
                      <a:lnTo>
                        <a:pt x="13804" y="16713"/>
                      </a:lnTo>
                      <a:cubicBezTo>
                        <a:pt x="18680" y="5409"/>
                        <a:pt x="26793" y="-1817"/>
                        <a:pt x="31758" y="399"/>
                      </a:cubicBezTo>
                      <a:lnTo>
                        <a:pt x="38585" y="3503"/>
                      </a:lnTo>
                      <a:cubicBezTo>
                        <a:pt x="43550" y="5719"/>
                        <a:pt x="43373" y="16625"/>
                        <a:pt x="38407" y="27619"/>
                      </a:cubicBezTo>
                      <a:lnTo>
                        <a:pt x="27857" y="51336"/>
                      </a:lnTo>
                      <a:cubicBezTo>
                        <a:pt x="22892" y="62418"/>
                        <a:pt x="15001" y="69822"/>
                        <a:pt x="10257" y="67782"/>
                      </a:cubicBezTo>
                      <a:lnTo>
                        <a:pt x="3652" y="64945"/>
                      </a:lnTo>
                      <a:cubicBezTo>
                        <a:pt x="-1180" y="62906"/>
                        <a:pt x="-1224" y="51956"/>
                        <a:pt x="3563" y="4074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85" name="Forme libre : forme 24884">
                  <a:extLst>
                    <a:ext uri="{FF2B5EF4-FFF2-40B4-BE49-F238E27FC236}">
                      <a16:creationId xmlns:a16="http://schemas.microsoft.com/office/drawing/2014/main" id="{0867474E-6A21-4A9A-9FA6-71BF74C6D5B1}"/>
                    </a:ext>
                  </a:extLst>
                </p:cNvPr>
                <p:cNvSpPr/>
                <p:nvPr/>
              </p:nvSpPr>
              <p:spPr>
                <a:xfrm>
                  <a:off x="5766554" y="1725006"/>
                  <a:ext cx="34733" cy="65033"/>
                </a:xfrm>
                <a:custGeom>
                  <a:avLst/>
                  <a:gdLst>
                    <a:gd name="connsiteX0" fmla="*/ 20060 w 34733"/>
                    <a:gd name="connsiteY0" fmla="*/ 24560 h 65033"/>
                    <a:gd name="connsiteX1" fmla="*/ 34733 w 34733"/>
                    <a:gd name="connsiteY1" fmla="*/ 1729 h 65033"/>
                    <a:gd name="connsiteX2" fmla="*/ 31763 w 34733"/>
                    <a:gd name="connsiteY2" fmla="*/ 399 h 65033"/>
                    <a:gd name="connsiteX3" fmla="*/ 13809 w 34733"/>
                    <a:gd name="connsiteY3" fmla="*/ 16713 h 65033"/>
                    <a:gd name="connsiteX4" fmla="*/ 3569 w 34733"/>
                    <a:gd name="connsiteY4" fmla="*/ 40741 h 65033"/>
                    <a:gd name="connsiteX5" fmla="*/ 3613 w 34733"/>
                    <a:gd name="connsiteY5" fmla="*/ 64945 h 65033"/>
                    <a:gd name="connsiteX6" fmla="*/ 3835 w 34733"/>
                    <a:gd name="connsiteY6" fmla="*/ 65034 h 65033"/>
                    <a:gd name="connsiteX7" fmla="*/ 20060 w 34733"/>
                    <a:gd name="connsiteY7" fmla="*/ 24560 h 65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733" h="65033">
                      <a:moveTo>
                        <a:pt x="20060" y="24560"/>
                      </a:moveTo>
                      <a:cubicBezTo>
                        <a:pt x="23119" y="14541"/>
                        <a:pt x="28926" y="5409"/>
                        <a:pt x="34733" y="1729"/>
                      </a:cubicBezTo>
                      <a:lnTo>
                        <a:pt x="31763" y="399"/>
                      </a:lnTo>
                      <a:cubicBezTo>
                        <a:pt x="26798" y="-1817"/>
                        <a:pt x="18730" y="5409"/>
                        <a:pt x="13809" y="16713"/>
                      </a:cubicBezTo>
                      <a:lnTo>
                        <a:pt x="3569" y="40741"/>
                      </a:lnTo>
                      <a:cubicBezTo>
                        <a:pt x="-1219" y="51956"/>
                        <a:pt x="-1175" y="62906"/>
                        <a:pt x="3613" y="64945"/>
                      </a:cubicBezTo>
                      <a:lnTo>
                        <a:pt x="3835" y="65034"/>
                      </a:lnTo>
                      <a:cubicBezTo>
                        <a:pt x="9199" y="51158"/>
                        <a:pt x="15893" y="38657"/>
                        <a:pt x="20060" y="24560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86" name="Forme libre : forme 24885">
                  <a:extLst>
                    <a:ext uri="{FF2B5EF4-FFF2-40B4-BE49-F238E27FC236}">
                      <a16:creationId xmlns:a16="http://schemas.microsoft.com/office/drawing/2014/main" id="{CEE654D9-F45D-4623-9531-06FFDD92E077}"/>
                    </a:ext>
                  </a:extLst>
                </p:cNvPr>
                <p:cNvSpPr/>
                <p:nvPr/>
              </p:nvSpPr>
              <p:spPr>
                <a:xfrm>
                  <a:off x="5777246" y="1748301"/>
                  <a:ext cx="15748" cy="29676"/>
                </a:xfrm>
                <a:custGeom>
                  <a:avLst/>
                  <a:gdLst>
                    <a:gd name="connsiteX0" fmla="*/ 1476 w 15748"/>
                    <a:gd name="connsiteY0" fmla="*/ 29548 h 29676"/>
                    <a:gd name="connsiteX1" fmla="*/ 3250 w 15748"/>
                    <a:gd name="connsiteY1" fmla="*/ 12835 h 29676"/>
                    <a:gd name="connsiteX2" fmla="*/ 14244 w 15748"/>
                    <a:gd name="connsiteY2" fmla="*/ 156 h 29676"/>
                    <a:gd name="connsiteX3" fmla="*/ 12515 w 15748"/>
                    <a:gd name="connsiteY3" fmla="*/ 16869 h 29676"/>
                    <a:gd name="connsiteX4" fmla="*/ 1476 w 15748"/>
                    <a:gd name="connsiteY4" fmla="*/ 29548 h 29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48" h="29676">
                      <a:moveTo>
                        <a:pt x="1476" y="29548"/>
                      </a:moveTo>
                      <a:cubicBezTo>
                        <a:pt x="-1051" y="28440"/>
                        <a:pt x="-253" y="20948"/>
                        <a:pt x="3250" y="12835"/>
                      </a:cubicBezTo>
                      <a:cubicBezTo>
                        <a:pt x="6707" y="4767"/>
                        <a:pt x="11673" y="-1040"/>
                        <a:pt x="14244" y="156"/>
                      </a:cubicBezTo>
                      <a:cubicBezTo>
                        <a:pt x="16771" y="1309"/>
                        <a:pt x="16061" y="8712"/>
                        <a:pt x="12515" y="16869"/>
                      </a:cubicBezTo>
                      <a:cubicBezTo>
                        <a:pt x="8880" y="24982"/>
                        <a:pt x="3959" y="30612"/>
                        <a:pt x="1476" y="2954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87" name="Forme libre : forme 24886">
                  <a:extLst>
                    <a:ext uri="{FF2B5EF4-FFF2-40B4-BE49-F238E27FC236}">
                      <a16:creationId xmlns:a16="http://schemas.microsoft.com/office/drawing/2014/main" id="{C26AB411-43FD-4D65-A5B8-BD5E8707F6E3}"/>
                    </a:ext>
                  </a:extLst>
                </p:cNvPr>
                <p:cNvSpPr/>
                <p:nvPr/>
              </p:nvSpPr>
              <p:spPr>
                <a:xfrm>
                  <a:off x="5778102" y="1748310"/>
                  <a:ext cx="14831" cy="19652"/>
                </a:xfrm>
                <a:custGeom>
                  <a:avLst/>
                  <a:gdLst>
                    <a:gd name="connsiteX0" fmla="*/ 14363 w 14831"/>
                    <a:gd name="connsiteY0" fmla="*/ 8259 h 19652"/>
                    <a:gd name="connsiteX1" fmla="*/ 13344 w 14831"/>
                    <a:gd name="connsiteY1" fmla="*/ 147 h 19652"/>
                    <a:gd name="connsiteX2" fmla="*/ 2350 w 14831"/>
                    <a:gd name="connsiteY2" fmla="*/ 12825 h 19652"/>
                    <a:gd name="connsiteX3" fmla="*/ 0 w 14831"/>
                    <a:gd name="connsiteY3" fmla="*/ 19652 h 19652"/>
                    <a:gd name="connsiteX4" fmla="*/ 1906 w 14831"/>
                    <a:gd name="connsiteY4" fmla="*/ 16150 h 19652"/>
                    <a:gd name="connsiteX5" fmla="*/ 14363 w 14831"/>
                    <a:gd name="connsiteY5" fmla="*/ 8259 h 19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831" h="19652">
                      <a:moveTo>
                        <a:pt x="14363" y="8259"/>
                      </a:moveTo>
                      <a:cubicBezTo>
                        <a:pt x="15205" y="4004"/>
                        <a:pt x="14940" y="856"/>
                        <a:pt x="13344" y="147"/>
                      </a:cubicBezTo>
                      <a:cubicBezTo>
                        <a:pt x="10772" y="-1006"/>
                        <a:pt x="5807" y="4757"/>
                        <a:pt x="2350" y="12825"/>
                      </a:cubicBezTo>
                      <a:cubicBezTo>
                        <a:pt x="1330" y="15219"/>
                        <a:pt x="532" y="17525"/>
                        <a:pt x="0" y="19652"/>
                      </a:cubicBezTo>
                      <a:cubicBezTo>
                        <a:pt x="576" y="18411"/>
                        <a:pt x="1197" y="17259"/>
                        <a:pt x="1906" y="16150"/>
                      </a:cubicBezTo>
                      <a:cubicBezTo>
                        <a:pt x="6118" y="10299"/>
                        <a:pt x="11482" y="6442"/>
                        <a:pt x="14363" y="8259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88" name="Forme libre : forme 24887">
                  <a:extLst>
                    <a:ext uri="{FF2B5EF4-FFF2-40B4-BE49-F238E27FC236}">
                      <a16:creationId xmlns:a16="http://schemas.microsoft.com/office/drawing/2014/main" id="{26EF75D9-7073-4138-AF68-FAC92849261F}"/>
                    </a:ext>
                  </a:extLst>
                </p:cNvPr>
                <p:cNvSpPr/>
                <p:nvPr/>
              </p:nvSpPr>
              <p:spPr>
                <a:xfrm>
                  <a:off x="5775562" y="1749374"/>
                  <a:ext cx="15703" cy="29666"/>
                </a:xfrm>
                <a:custGeom>
                  <a:avLst/>
                  <a:gdLst>
                    <a:gd name="connsiteX0" fmla="*/ 1476 w 15703"/>
                    <a:gd name="connsiteY0" fmla="*/ 29538 h 29666"/>
                    <a:gd name="connsiteX1" fmla="*/ 3250 w 15703"/>
                    <a:gd name="connsiteY1" fmla="*/ 12826 h 29666"/>
                    <a:gd name="connsiteX2" fmla="*/ 14199 w 15703"/>
                    <a:gd name="connsiteY2" fmla="*/ 147 h 29666"/>
                    <a:gd name="connsiteX3" fmla="*/ 12470 w 15703"/>
                    <a:gd name="connsiteY3" fmla="*/ 16860 h 29666"/>
                    <a:gd name="connsiteX4" fmla="*/ 1476 w 15703"/>
                    <a:gd name="connsiteY4" fmla="*/ 29538 h 29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03" h="29666">
                      <a:moveTo>
                        <a:pt x="1476" y="29538"/>
                      </a:moveTo>
                      <a:cubicBezTo>
                        <a:pt x="-1051" y="28430"/>
                        <a:pt x="-253" y="20938"/>
                        <a:pt x="3250" y="12826"/>
                      </a:cubicBezTo>
                      <a:cubicBezTo>
                        <a:pt x="6707" y="4757"/>
                        <a:pt x="11628" y="-1006"/>
                        <a:pt x="14199" y="147"/>
                      </a:cubicBezTo>
                      <a:cubicBezTo>
                        <a:pt x="16726" y="1255"/>
                        <a:pt x="16017" y="8747"/>
                        <a:pt x="12470" y="16860"/>
                      </a:cubicBezTo>
                      <a:cubicBezTo>
                        <a:pt x="8924" y="24928"/>
                        <a:pt x="4003" y="30602"/>
                        <a:pt x="1476" y="2953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89" name="Forme libre : forme 24888">
                  <a:extLst>
                    <a:ext uri="{FF2B5EF4-FFF2-40B4-BE49-F238E27FC236}">
                      <a16:creationId xmlns:a16="http://schemas.microsoft.com/office/drawing/2014/main" id="{FA9FB0B0-102B-491A-A2B6-C52E91D11146}"/>
                    </a:ext>
                  </a:extLst>
                </p:cNvPr>
                <p:cNvSpPr/>
                <p:nvPr/>
              </p:nvSpPr>
              <p:spPr>
                <a:xfrm>
                  <a:off x="5774120" y="1734644"/>
                  <a:ext cx="28603" cy="35623"/>
                </a:xfrm>
                <a:custGeom>
                  <a:avLst/>
                  <a:gdLst>
                    <a:gd name="connsiteX0" fmla="*/ 22246 w 28603"/>
                    <a:gd name="connsiteY0" fmla="*/ 1135 h 35623"/>
                    <a:gd name="connsiteX1" fmla="*/ 17459 w 28603"/>
                    <a:gd name="connsiteY1" fmla="*/ 204 h 35623"/>
                    <a:gd name="connsiteX2" fmla="*/ 6287 w 28603"/>
                    <a:gd name="connsiteY2" fmla="*/ 13015 h 35623"/>
                    <a:gd name="connsiteX3" fmla="*/ 303 w 28603"/>
                    <a:gd name="connsiteY3" fmla="*/ 28753 h 35623"/>
                    <a:gd name="connsiteX4" fmla="*/ 2298 w 28603"/>
                    <a:gd name="connsiteY4" fmla="*/ 35535 h 35623"/>
                    <a:gd name="connsiteX5" fmla="*/ 6686 w 28603"/>
                    <a:gd name="connsiteY5" fmla="*/ 31324 h 35623"/>
                    <a:gd name="connsiteX6" fmla="*/ 17193 w 28603"/>
                    <a:gd name="connsiteY6" fmla="*/ 20995 h 35623"/>
                    <a:gd name="connsiteX7" fmla="*/ 28364 w 28603"/>
                    <a:gd name="connsiteY7" fmla="*/ 8538 h 35623"/>
                    <a:gd name="connsiteX8" fmla="*/ 22246 w 28603"/>
                    <a:gd name="connsiteY8" fmla="*/ 1135 h 35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603" h="35623">
                      <a:moveTo>
                        <a:pt x="22246" y="1135"/>
                      </a:moveTo>
                      <a:cubicBezTo>
                        <a:pt x="20828" y="381"/>
                        <a:pt x="19365" y="-373"/>
                        <a:pt x="17459" y="204"/>
                      </a:cubicBezTo>
                      <a:cubicBezTo>
                        <a:pt x="13868" y="1312"/>
                        <a:pt x="9568" y="6986"/>
                        <a:pt x="6287" y="13015"/>
                      </a:cubicBezTo>
                      <a:cubicBezTo>
                        <a:pt x="3539" y="18158"/>
                        <a:pt x="1278" y="23522"/>
                        <a:pt x="303" y="28753"/>
                      </a:cubicBezTo>
                      <a:cubicBezTo>
                        <a:pt x="-407" y="32565"/>
                        <a:pt x="81" y="36245"/>
                        <a:pt x="2298" y="35535"/>
                      </a:cubicBezTo>
                      <a:cubicBezTo>
                        <a:pt x="3672" y="35092"/>
                        <a:pt x="5223" y="33097"/>
                        <a:pt x="6686" y="31324"/>
                      </a:cubicBezTo>
                      <a:cubicBezTo>
                        <a:pt x="10144" y="27157"/>
                        <a:pt x="13691" y="23655"/>
                        <a:pt x="17193" y="20995"/>
                      </a:cubicBezTo>
                      <a:cubicBezTo>
                        <a:pt x="20163" y="18734"/>
                        <a:pt x="26680" y="15099"/>
                        <a:pt x="28364" y="8538"/>
                      </a:cubicBezTo>
                      <a:cubicBezTo>
                        <a:pt x="29827" y="2509"/>
                        <a:pt x="24197" y="2154"/>
                        <a:pt x="22246" y="113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90" name="Forme libre : forme 24889">
                  <a:extLst>
                    <a:ext uri="{FF2B5EF4-FFF2-40B4-BE49-F238E27FC236}">
                      <a16:creationId xmlns:a16="http://schemas.microsoft.com/office/drawing/2014/main" id="{2998553A-3851-4D0B-B4A8-350ADB5973B7}"/>
                    </a:ext>
                  </a:extLst>
                </p:cNvPr>
                <p:cNvSpPr/>
                <p:nvPr/>
              </p:nvSpPr>
              <p:spPr>
                <a:xfrm>
                  <a:off x="5794053" y="1743677"/>
                  <a:ext cx="4815" cy="13160"/>
                </a:xfrm>
                <a:custGeom>
                  <a:avLst/>
                  <a:gdLst>
                    <a:gd name="connsiteX0" fmla="*/ 4530 w 4815"/>
                    <a:gd name="connsiteY0" fmla="*/ 1189 h 13160"/>
                    <a:gd name="connsiteX1" fmla="*/ 3865 w 4815"/>
                    <a:gd name="connsiteY1" fmla="*/ 37 h 13160"/>
                    <a:gd name="connsiteX2" fmla="*/ 2491 w 4815"/>
                    <a:gd name="connsiteY2" fmla="*/ 791 h 13160"/>
                    <a:gd name="connsiteX3" fmla="*/ 1560 w 4815"/>
                    <a:gd name="connsiteY3" fmla="*/ 2918 h 13160"/>
                    <a:gd name="connsiteX4" fmla="*/ 230 w 4815"/>
                    <a:gd name="connsiteY4" fmla="*/ 8504 h 13160"/>
                    <a:gd name="connsiteX5" fmla="*/ 9 w 4815"/>
                    <a:gd name="connsiteY5" fmla="*/ 10632 h 13160"/>
                    <a:gd name="connsiteX6" fmla="*/ 3688 w 4815"/>
                    <a:gd name="connsiteY6" fmla="*/ 10366 h 13160"/>
                    <a:gd name="connsiteX7" fmla="*/ 4530 w 4815"/>
                    <a:gd name="connsiteY7" fmla="*/ 1189 h 1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15" h="13160">
                      <a:moveTo>
                        <a:pt x="4530" y="1189"/>
                      </a:moveTo>
                      <a:cubicBezTo>
                        <a:pt x="4397" y="658"/>
                        <a:pt x="4220" y="214"/>
                        <a:pt x="3865" y="37"/>
                      </a:cubicBezTo>
                      <a:cubicBezTo>
                        <a:pt x="3511" y="-96"/>
                        <a:pt x="2979" y="125"/>
                        <a:pt x="2491" y="791"/>
                      </a:cubicBezTo>
                      <a:cubicBezTo>
                        <a:pt x="2048" y="1411"/>
                        <a:pt x="1782" y="2209"/>
                        <a:pt x="1560" y="2918"/>
                      </a:cubicBezTo>
                      <a:cubicBezTo>
                        <a:pt x="984" y="4825"/>
                        <a:pt x="541" y="6686"/>
                        <a:pt x="230" y="8504"/>
                      </a:cubicBezTo>
                      <a:cubicBezTo>
                        <a:pt x="97" y="9258"/>
                        <a:pt x="-36" y="10011"/>
                        <a:pt x="9" y="10632"/>
                      </a:cubicBezTo>
                      <a:cubicBezTo>
                        <a:pt x="97" y="13292"/>
                        <a:pt x="2137" y="14755"/>
                        <a:pt x="3688" y="10366"/>
                      </a:cubicBezTo>
                      <a:cubicBezTo>
                        <a:pt x="4885" y="7041"/>
                        <a:pt x="5062" y="3273"/>
                        <a:pt x="4530" y="118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91" name="Forme libre : forme 24890">
                  <a:extLst>
                    <a:ext uri="{FF2B5EF4-FFF2-40B4-BE49-F238E27FC236}">
                      <a16:creationId xmlns:a16="http://schemas.microsoft.com/office/drawing/2014/main" id="{E277ADAE-0F06-47E4-ABED-F7FF7DCF31C9}"/>
                    </a:ext>
                  </a:extLst>
                </p:cNvPr>
                <p:cNvSpPr/>
                <p:nvPr/>
              </p:nvSpPr>
              <p:spPr>
                <a:xfrm>
                  <a:off x="5768284" y="1766411"/>
                  <a:ext cx="3745" cy="21988"/>
                </a:xfrm>
                <a:custGeom>
                  <a:avLst/>
                  <a:gdLst>
                    <a:gd name="connsiteX0" fmla="*/ 3745 w 3745"/>
                    <a:gd name="connsiteY0" fmla="*/ 21988 h 21988"/>
                    <a:gd name="connsiteX1" fmla="*/ 2194 w 3745"/>
                    <a:gd name="connsiteY1" fmla="*/ 0 h 21988"/>
                    <a:gd name="connsiteX2" fmla="*/ 3745 w 3745"/>
                    <a:gd name="connsiteY2" fmla="*/ 21988 h 2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45" h="21988">
                      <a:moveTo>
                        <a:pt x="3745" y="21988"/>
                      </a:moveTo>
                      <a:cubicBezTo>
                        <a:pt x="3745" y="21988"/>
                        <a:pt x="-3525" y="19816"/>
                        <a:pt x="2194" y="0"/>
                      </a:cubicBezTo>
                      <a:cubicBezTo>
                        <a:pt x="2194" y="44"/>
                        <a:pt x="-1796" y="15472"/>
                        <a:pt x="3745" y="219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92" name="Forme libre : forme 24891">
                  <a:extLst>
                    <a:ext uri="{FF2B5EF4-FFF2-40B4-BE49-F238E27FC236}">
                      <a16:creationId xmlns:a16="http://schemas.microsoft.com/office/drawing/2014/main" id="{2F6E59F9-F02D-4569-AE87-5EEA32E2D5C9}"/>
                    </a:ext>
                  </a:extLst>
                </p:cNvPr>
                <p:cNvSpPr/>
                <p:nvPr/>
              </p:nvSpPr>
              <p:spPr>
                <a:xfrm>
                  <a:off x="5803726" y="1729350"/>
                  <a:ext cx="3567" cy="24160"/>
                </a:xfrm>
                <a:custGeom>
                  <a:avLst/>
                  <a:gdLst>
                    <a:gd name="connsiteX0" fmla="*/ 0 w 3567"/>
                    <a:gd name="connsiteY0" fmla="*/ 24160 h 24160"/>
                    <a:gd name="connsiteX1" fmla="*/ 2970 w 3567"/>
                    <a:gd name="connsiteY1" fmla="*/ 14319 h 24160"/>
                    <a:gd name="connsiteX2" fmla="*/ 177 w 3567"/>
                    <a:gd name="connsiteY2" fmla="*/ 0 h 24160"/>
                    <a:gd name="connsiteX3" fmla="*/ 0 w 3567"/>
                    <a:gd name="connsiteY3" fmla="*/ 24160 h 24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67" h="24160">
                      <a:moveTo>
                        <a:pt x="0" y="24160"/>
                      </a:moveTo>
                      <a:cubicBezTo>
                        <a:pt x="0" y="24160"/>
                        <a:pt x="1951" y="19639"/>
                        <a:pt x="2970" y="14319"/>
                      </a:cubicBezTo>
                      <a:cubicBezTo>
                        <a:pt x="3990" y="8999"/>
                        <a:pt x="4078" y="2970"/>
                        <a:pt x="177" y="0"/>
                      </a:cubicBezTo>
                      <a:cubicBezTo>
                        <a:pt x="177" y="0"/>
                        <a:pt x="6073" y="7137"/>
                        <a:pt x="0" y="24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93" name="Forme libre : forme 24892">
                  <a:extLst>
                    <a:ext uri="{FF2B5EF4-FFF2-40B4-BE49-F238E27FC236}">
                      <a16:creationId xmlns:a16="http://schemas.microsoft.com/office/drawing/2014/main" id="{6C8BD8E1-42B9-419D-AAF6-033F0F54A3F4}"/>
                    </a:ext>
                  </a:extLst>
                </p:cNvPr>
                <p:cNvSpPr/>
                <p:nvPr/>
              </p:nvSpPr>
              <p:spPr>
                <a:xfrm>
                  <a:off x="5782543" y="1761654"/>
                  <a:ext cx="6561" cy="10667"/>
                </a:xfrm>
                <a:custGeom>
                  <a:avLst/>
                  <a:gdLst>
                    <a:gd name="connsiteX0" fmla="*/ 125 w 6561"/>
                    <a:gd name="connsiteY0" fmla="*/ 10387 h 10667"/>
                    <a:gd name="connsiteX1" fmla="*/ 2342 w 6561"/>
                    <a:gd name="connsiteY1" fmla="*/ 3605 h 10667"/>
                    <a:gd name="connsiteX2" fmla="*/ 6420 w 6561"/>
                    <a:gd name="connsiteY2" fmla="*/ 280 h 10667"/>
                    <a:gd name="connsiteX3" fmla="*/ 4160 w 6561"/>
                    <a:gd name="connsiteY3" fmla="*/ 7063 h 10667"/>
                    <a:gd name="connsiteX4" fmla="*/ 125 w 6561"/>
                    <a:gd name="connsiteY4" fmla="*/ 10387 h 10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61" h="10667">
                      <a:moveTo>
                        <a:pt x="125" y="10387"/>
                      </a:moveTo>
                      <a:cubicBezTo>
                        <a:pt x="-362" y="9456"/>
                        <a:pt x="613" y="6398"/>
                        <a:pt x="2342" y="3605"/>
                      </a:cubicBezTo>
                      <a:cubicBezTo>
                        <a:pt x="4071" y="812"/>
                        <a:pt x="5888" y="-651"/>
                        <a:pt x="6420" y="280"/>
                      </a:cubicBezTo>
                      <a:cubicBezTo>
                        <a:pt x="6952" y="1255"/>
                        <a:pt x="5933" y="4270"/>
                        <a:pt x="4160" y="7063"/>
                      </a:cubicBezTo>
                      <a:cubicBezTo>
                        <a:pt x="2431" y="9855"/>
                        <a:pt x="613" y="11318"/>
                        <a:pt x="125" y="1038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94" name="Forme libre : forme 24893">
                  <a:extLst>
                    <a:ext uri="{FF2B5EF4-FFF2-40B4-BE49-F238E27FC236}">
                      <a16:creationId xmlns:a16="http://schemas.microsoft.com/office/drawing/2014/main" id="{9735B67E-0B35-4726-AED7-C9E9BC6424F1}"/>
                    </a:ext>
                  </a:extLst>
                </p:cNvPr>
                <p:cNvSpPr/>
                <p:nvPr/>
              </p:nvSpPr>
              <p:spPr>
                <a:xfrm>
                  <a:off x="5782092" y="1770691"/>
                  <a:ext cx="1861" cy="3111"/>
                </a:xfrm>
                <a:custGeom>
                  <a:avLst/>
                  <a:gdLst>
                    <a:gd name="connsiteX0" fmla="*/ 266 w 1861"/>
                    <a:gd name="connsiteY0" fmla="*/ 3079 h 3111"/>
                    <a:gd name="connsiteX1" fmla="*/ 266 w 1861"/>
                    <a:gd name="connsiteY1" fmla="*/ 1262 h 3111"/>
                    <a:gd name="connsiteX2" fmla="*/ 1596 w 1861"/>
                    <a:gd name="connsiteY2" fmla="*/ 20 h 3111"/>
                    <a:gd name="connsiteX3" fmla="*/ 1596 w 1861"/>
                    <a:gd name="connsiteY3" fmla="*/ 1838 h 3111"/>
                    <a:gd name="connsiteX4" fmla="*/ 266 w 1861"/>
                    <a:gd name="connsiteY4" fmla="*/ 3079 h 3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1" h="3111">
                      <a:moveTo>
                        <a:pt x="266" y="3079"/>
                      </a:moveTo>
                      <a:cubicBezTo>
                        <a:pt x="-89" y="2902"/>
                        <a:pt x="-89" y="2104"/>
                        <a:pt x="266" y="1262"/>
                      </a:cubicBezTo>
                      <a:cubicBezTo>
                        <a:pt x="621" y="419"/>
                        <a:pt x="1241" y="-113"/>
                        <a:pt x="1596" y="20"/>
                      </a:cubicBezTo>
                      <a:cubicBezTo>
                        <a:pt x="1951" y="198"/>
                        <a:pt x="1951" y="996"/>
                        <a:pt x="1596" y="1838"/>
                      </a:cubicBezTo>
                      <a:cubicBezTo>
                        <a:pt x="1241" y="2680"/>
                        <a:pt x="621" y="3257"/>
                        <a:pt x="266" y="3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95" name="Forme libre : forme 24894">
                  <a:extLst>
                    <a:ext uri="{FF2B5EF4-FFF2-40B4-BE49-F238E27FC236}">
                      <a16:creationId xmlns:a16="http://schemas.microsoft.com/office/drawing/2014/main" id="{AAA648AB-D187-43E4-8A30-0F950BD9EE04}"/>
                    </a:ext>
                  </a:extLst>
                </p:cNvPr>
                <p:cNvSpPr/>
                <p:nvPr/>
              </p:nvSpPr>
              <p:spPr>
                <a:xfrm>
                  <a:off x="5774894" y="1764500"/>
                  <a:ext cx="21178" cy="23156"/>
                </a:xfrm>
                <a:custGeom>
                  <a:avLst/>
                  <a:gdLst>
                    <a:gd name="connsiteX0" fmla="*/ 7686 w 21178"/>
                    <a:gd name="connsiteY0" fmla="*/ 22524 h 23156"/>
                    <a:gd name="connsiteX1" fmla="*/ 1036 w 21178"/>
                    <a:gd name="connsiteY1" fmla="*/ 22214 h 23156"/>
                    <a:gd name="connsiteX2" fmla="*/ 238 w 21178"/>
                    <a:gd name="connsiteY2" fmla="*/ 19288 h 23156"/>
                    <a:gd name="connsiteX3" fmla="*/ 2809 w 21178"/>
                    <a:gd name="connsiteY3" fmla="*/ 16496 h 23156"/>
                    <a:gd name="connsiteX4" fmla="*/ 11010 w 21178"/>
                    <a:gd name="connsiteY4" fmla="*/ 12062 h 23156"/>
                    <a:gd name="connsiteX5" fmla="*/ 21118 w 21178"/>
                    <a:gd name="connsiteY5" fmla="*/ 581 h 23156"/>
                    <a:gd name="connsiteX6" fmla="*/ 13892 w 21178"/>
                    <a:gd name="connsiteY6" fmla="*/ 17293 h 23156"/>
                    <a:gd name="connsiteX7" fmla="*/ 7686 w 21178"/>
                    <a:gd name="connsiteY7" fmla="*/ 22524 h 23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178" h="23156">
                      <a:moveTo>
                        <a:pt x="7686" y="22524"/>
                      </a:moveTo>
                      <a:cubicBezTo>
                        <a:pt x="5114" y="23588"/>
                        <a:pt x="2942" y="23190"/>
                        <a:pt x="1036" y="22214"/>
                      </a:cubicBezTo>
                      <a:cubicBezTo>
                        <a:pt x="327" y="21860"/>
                        <a:pt x="-383" y="20973"/>
                        <a:pt x="238" y="19288"/>
                      </a:cubicBezTo>
                      <a:cubicBezTo>
                        <a:pt x="770" y="17737"/>
                        <a:pt x="1923" y="16850"/>
                        <a:pt x="2809" y="16496"/>
                      </a:cubicBezTo>
                      <a:cubicBezTo>
                        <a:pt x="5513" y="15254"/>
                        <a:pt x="8129" y="15121"/>
                        <a:pt x="11010" y="12062"/>
                      </a:cubicBezTo>
                      <a:cubicBezTo>
                        <a:pt x="12784" y="10156"/>
                        <a:pt x="20409" y="-2877"/>
                        <a:pt x="21118" y="581"/>
                      </a:cubicBezTo>
                      <a:cubicBezTo>
                        <a:pt x="21827" y="4083"/>
                        <a:pt x="16109" y="14412"/>
                        <a:pt x="13892" y="17293"/>
                      </a:cubicBezTo>
                      <a:cubicBezTo>
                        <a:pt x="11808" y="19953"/>
                        <a:pt x="9592" y="21682"/>
                        <a:pt x="7686" y="2252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40" name="Graphique 2">
                <a:extLst>
                  <a:ext uri="{FF2B5EF4-FFF2-40B4-BE49-F238E27FC236}">
                    <a16:creationId xmlns:a16="http://schemas.microsoft.com/office/drawing/2014/main" id="{FAA40926-9BFA-4EC6-BF87-97D8D64AC88A}"/>
                  </a:ext>
                </a:extLst>
              </p:cNvPr>
              <p:cNvGrpSpPr/>
              <p:nvPr/>
            </p:nvGrpSpPr>
            <p:grpSpPr>
              <a:xfrm>
                <a:off x="5739902" y="1789618"/>
                <a:ext cx="40466" cy="68336"/>
                <a:chOff x="5739902" y="1789618"/>
                <a:chExt cx="40466" cy="68336"/>
              </a:xfrm>
              <a:solidFill>
                <a:schemeClr val="accent1"/>
              </a:solidFill>
            </p:grpSpPr>
            <p:sp>
              <p:nvSpPr>
                <p:cNvPr id="24872" name="Forme libre : forme 24871">
                  <a:extLst>
                    <a:ext uri="{FF2B5EF4-FFF2-40B4-BE49-F238E27FC236}">
                      <a16:creationId xmlns:a16="http://schemas.microsoft.com/office/drawing/2014/main" id="{38F7A891-F14B-482E-BB0B-4E3B5272C872}"/>
                    </a:ext>
                  </a:extLst>
                </p:cNvPr>
                <p:cNvSpPr/>
                <p:nvPr/>
              </p:nvSpPr>
              <p:spPr>
                <a:xfrm>
                  <a:off x="5739946" y="1789618"/>
                  <a:ext cx="40422" cy="68336"/>
                </a:xfrm>
                <a:custGeom>
                  <a:avLst/>
                  <a:gdLst>
                    <a:gd name="connsiteX0" fmla="*/ 3267 w 40422"/>
                    <a:gd name="connsiteY0" fmla="*/ 41472 h 68336"/>
                    <a:gd name="connsiteX1" fmla="*/ 13064 w 40422"/>
                    <a:gd name="connsiteY1" fmla="*/ 17179 h 68336"/>
                    <a:gd name="connsiteX2" fmla="*/ 30265 w 40422"/>
                    <a:gd name="connsiteY2" fmla="*/ 333 h 68336"/>
                    <a:gd name="connsiteX3" fmla="*/ 36870 w 40422"/>
                    <a:gd name="connsiteY3" fmla="*/ 3170 h 68336"/>
                    <a:gd name="connsiteX4" fmla="*/ 36826 w 40422"/>
                    <a:gd name="connsiteY4" fmla="*/ 27109 h 68336"/>
                    <a:gd name="connsiteX5" fmla="*/ 26807 w 40422"/>
                    <a:gd name="connsiteY5" fmla="*/ 51003 h 68336"/>
                    <a:gd name="connsiteX6" fmla="*/ 10050 w 40422"/>
                    <a:gd name="connsiteY6" fmla="*/ 68071 h 68336"/>
                    <a:gd name="connsiteX7" fmla="*/ 3622 w 40422"/>
                    <a:gd name="connsiteY7" fmla="*/ 65544 h 68336"/>
                    <a:gd name="connsiteX8" fmla="*/ 3267 w 40422"/>
                    <a:gd name="connsiteY8" fmla="*/ 41472 h 68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422" h="68336">
                      <a:moveTo>
                        <a:pt x="3267" y="41472"/>
                      </a:moveTo>
                      <a:lnTo>
                        <a:pt x="13064" y="17179"/>
                      </a:lnTo>
                      <a:cubicBezTo>
                        <a:pt x="17675" y="5830"/>
                        <a:pt x="25477" y="-1706"/>
                        <a:pt x="30265" y="333"/>
                      </a:cubicBezTo>
                      <a:lnTo>
                        <a:pt x="36870" y="3170"/>
                      </a:lnTo>
                      <a:cubicBezTo>
                        <a:pt x="41658" y="5254"/>
                        <a:pt x="41569" y="15982"/>
                        <a:pt x="36826" y="27109"/>
                      </a:cubicBezTo>
                      <a:lnTo>
                        <a:pt x="26807" y="51003"/>
                      </a:lnTo>
                      <a:cubicBezTo>
                        <a:pt x="22152" y="62175"/>
                        <a:pt x="14705" y="69888"/>
                        <a:pt x="10050" y="68071"/>
                      </a:cubicBezTo>
                      <a:lnTo>
                        <a:pt x="3622" y="65544"/>
                      </a:lnTo>
                      <a:cubicBezTo>
                        <a:pt x="-1033" y="63726"/>
                        <a:pt x="-1255" y="52865"/>
                        <a:pt x="3267" y="4147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73" name="Forme libre : forme 24872">
                  <a:extLst>
                    <a:ext uri="{FF2B5EF4-FFF2-40B4-BE49-F238E27FC236}">
                      <a16:creationId xmlns:a16="http://schemas.microsoft.com/office/drawing/2014/main" id="{CCBFFC73-E64E-4AD6-8228-8EB42ADCF539}"/>
                    </a:ext>
                  </a:extLst>
                </p:cNvPr>
                <p:cNvSpPr/>
                <p:nvPr/>
              </p:nvSpPr>
              <p:spPr>
                <a:xfrm>
                  <a:off x="5739902" y="1789662"/>
                  <a:ext cx="33146" cy="65632"/>
                </a:xfrm>
                <a:custGeom>
                  <a:avLst/>
                  <a:gdLst>
                    <a:gd name="connsiteX0" fmla="*/ 19138 w 33146"/>
                    <a:gd name="connsiteY0" fmla="*/ 24715 h 65632"/>
                    <a:gd name="connsiteX1" fmla="*/ 33146 w 33146"/>
                    <a:gd name="connsiteY1" fmla="*/ 1574 h 65632"/>
                    <a:gd name="connsiteX2" fmla="*/ 30265 w 33146"/>
                    <a:gd name="connsiteY2" fmla="*/ 333 h 65632"/>
                    <a:gd name="connsiteX3" fmla="*/ 13064 w 33146"/>
                    <a:gd name="connsiteY3" fmla="*/ 17179 h 65632"/>
                    <a:gd name="connsiteX4" fmla="*/ 3267 w 33146"/>
                    <a:gd name="connsiteY4" fmla="*/ 41472 h 65632"/>
                    <a:gd name="connsiteX5" fmla="*/ 3622 w 33146"/>
                    <a:gd name="connsiteY5" fmla="*/ 65544 h 65632"/>
                    <a:gd name="connsiteX6" fmla="*/ 3844 w 33146"/>
                    <a:gd name="connsiteY6" fmla="*/ 65633 h 65632"/>
                    <a:gd name="connsiteX7" fmla="*/ 19138 w 33146"/>
                    <a:gd name="connsiteY7" fmla="*/ 24715 h 6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146" h="65632">
                      <a:moveTo>
                        <a:pt x="19138" y="24715"/>
                      </a:moveTo>
                      <a:cubicBezTo>
                        <a:pt x="22019" y="14696"/>
                        <a:pt x="27561" y="5387"/>
                        <a:pt x="33146" y="1574"/>
                      </a:cubicBezTo>
                      <a:lnTo>
                        <a:pt x="30265" y="333"/>
                      </a:lnTo>
                      <a:cubicBezTo>
                        <a:pt x="25477" y="-1706"/>
                        <a:pt x="17675" y="5830"/>
                        <a:pt x="13064" y="17179"/>
                      </a:cubicBezTo>
                      <a:lnTo>
                        <a:pt x="3267" y="41472"/>
                      </a:lnTo>
                      <a:cubicBezTo>
                        <a:pt x="-1254" y="52865"/>
                        <a:pt x="-1033" y="63726"/>
                        <a:pt x="3622" y="65544"/>
                      </a:cubicBezTo>
                      <a:lnTo>
                        <a:pt x="3844" y="65633"/>
                      </a:lnTo>
                      <a:cubicBezTo>
                        <a:pt x="8809" y="51535"/>
                        <a:pt x="15059" y="38812"/>
                        <a:pt x="19138" y="24715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74" name="Forme libre : forme 24873">
                  <a:extLst>
                    <a:ext uri="{FF2B5EF4-FFF2-40B4-BE49-F238E27FC236}">
                      <a16:creationId xmlns:a16="http://schemas.microsoft.com/office/drawing/2014/main" id="{BEABF1D6-9EAD-4171-A829-F50DEF4DA576}"/>
                    </a:ext>
                  </a:extLst>
                </p:cNvPr>
                <p:cNvSpPr/>
                <p:nvPr/>
              </p:nvSpPr>
              <p:spPr>
                <a:xfrm>
                  <a:off x="5750083" y="1812975"/>
                  <a:ext cx="15077" cy="29879"/>
                </a:xfrm>
                <a:custGeom>
                  <a:avLst/>
                  <a:gdLst>
                    <a:gd name="connsiteX0" fmla="*/ 1465 w 15077"/>
                    <a:gd name="connsiteY0" fmla="*/ 29774 h 29879"/>
                    <a:gd name="connsiteX1" fmla="*/ 3016 w 15077"/>
                    <a:gd name="connsiteY1" fmla="*/ 13105 h 29879"/>
                    <a:gd name="connsiteX2" fmla="*/ 13612 w 15077"/>
                    <a:gd name="connsiteY2" fmla="*/ 116 h 29879"/>
                    <a:gd name="connsiteX3" fmla="*/ 11971 w 15077"/>
                    <a:gd name="connsiteY3" fmla="*/ 16740 h 29879"/>
                    <a:gd name="connsiteX4" fmla="*/ 1465 w 15077"/>
                    <a:gd name="connsiteY4" fmla="*/ 29774 h 29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77" h="29879">
                      <a:moveTo>
                        <a:pt x="1465" y="29774"/>
                      </a:moveTo>
                      <a:cubicBezTo>
                        <a:pt x="-973" y="28798"/>
                        <a:pt x="-308" y="21306"/>
                        <a:pt x="3016" y="13105"/>
                      </a:cubicBezTo>
                      <a:cubicBezTo>
                        <a:pt x="6341" y="4904"/>
                        <a:pt x="11129" y="-903"/>
                        <a:pt x="13612" y="116"/>
                      </a:cubicBezTo>
                      <a:cubicBezTo>
                        <a:pt x="16094" y="1180"/>
                        <a:pt x="15340" y="8583"/>
                        <a:pt x="11971" y="16740"/>
                      </a:cubicBezTo>
                      <a:cubicBezTo>
                        <a:pt x="8602" y="24897"/>
                        <a:pt x="3947" y="30749"/>
                        <a:pt x="1465" y="29774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75" name="Forme libre : forme 24874">
                  <a:extLst>
                    <a:ext uri="{FF2B5EF4-FFF2-40B4-BE49-F238E27FC236}">
                      <a16:creationId xmlns:a16="http://schemas.microsoft.com/office/drawing/2014/main" id="{1A8883D2-6033-45E1-8730-CF2AA6067C93}"/>
                    </a:ext>
                  </a:extLst>
                </p:cNvPr>
                <p:cNvSpPr/>
                <p:nvPr/>
              </p:nvSpPr>
              <p:spPr>
                <a:xfrm>
                  <a:off x="5750883" y="1812975"/>
                  <a:ext cx="14288" cy="19977"/>
                </a:xfrm>
                <a:custGeom>
                  <a:avLst/>
                  <a:gdLst>
                    <a:gd name="connsiteX0" fmla="*/ 13831 w 14288"/>
                    <a:gd name="connsiteY0" fmla="*/ 8185 h 19977"/>
                    <a:gd name="connsiteX1" fmla="*/ 12812 w 14288"/>
                    <a:gd name="connsiteY1" fmla="*/ 117 h 19977"/>
                    <a:gd name="connsiteX2" fmla="*/ 2217 w 14288"/>
                    <a:gd name="connsiteY2" fmla="*/ 13106 h 19977"/>
                    <a:gd name="connsiteX3" fmla="*/ 0 w 14288"/>
                    <a:gd name="connsiteY3" fmla="*/ 19977 h 19977"/>
                    <a:gd name="connsiteX4" fmla="*/ 1818 w 14288"/>
                    <a:gd name="connsiteY4" fmla="*/ 16431 h 19977"/>
                    <a:gd name="connsiteX5" fmla="*/ 13831 w 14288"/>
                    <a:gd name="connsiteY5" fmla="*/ 8185 h 19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288" h="19977">
                      <a:moveTo>
                        <a:pt x="13831" y="8185"/>
                      </a:moveTo>
                      <a:cubicBezTo>
                        <a:pt x="14674" y="3929"/>
                        <a:pt x="14363" y="782"/>
                        <a:pt x="12812" y="117"/>
                      </a:cubicBezTo>
                      <a:cubicBezTo>
                        <a:pt x="10329" y="-903"/>
                        <a:pt x="5541" y="4860"/>
                        <a:pt x="2217" y="13106"/>
                      </a:cubicBezTo>
                      <a:cubicBezTo>
                        <a:pt x="1241" y="15500"/>
                        <a:pt x="488" y="17849"/>
                        <a:pt x="0" y="19977"/>
                      </a:cubicBezTo>
                      <a:cubicBezTo>
                        <a:pt x="532" y="18736"/>
                        <a:pt x="1108" y="17539"/>
                        <a:pt x="1818" y="16431"/>
                      </a:cubicBezTo>
                      <a:cubicBezTo>
                        <a:pt x="5852" y="10402"/>
                        <a:pt x="10994" y="6412"/>
                        <a:pt x="13831" y="8185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76" name="Forme libre : forme 24875">
                  <a:extLst>
                    <a:ext uri="{FF2B5EF4-FFF2-40B4-BE49-F238E27FC236}">
                      <a16:creationId xmlns:a16="http://schemas.microsoft.com/office/drawing/2014/main" id="{8EFCC809-C65C-4471-8E11-C0077423E26D}"/>
                    </a:ext>
                  </a:extLst>
                </p:cNvPr>
                <p:cNvSpPr/>
                <p:nvPr/>
              </p:nvSpPr>
              <p:spPr>
                <a:xfrm>
                  <a:off x="5748529" y="1814074"/>
                  <a:ext cx="14991" cy="29889"/>
                </a:xfrm>
                <a:custGeom>
                  <a:avLst/>
                  <a:gdLst>
                    <a:gd name="connsiteX0" fmla="*/ 1468 w 14991"/>
                    <a:gd name="connsiteY0" fmla="*/ 29783 h 29889"/>
                    <a:gd name="connsiteX1" fmla="*/ 2975 w 14991"/>
                    <a:gd name="connsiteY1" fmla="*/ 13115 h 29889"/>
                    <a:gd name="connsiteX2" fmla="*/ 13526 w 14991"/>
                    <a:gd name="connsiteY2" fmla="*/ 126 h 29889"/>
                    <a:gd name="connsiteX3" fmla="*/ 11886 w 14991"/>
                    <a:gd name="connsiteY3" fmla="*/ 16750 h 29889"/>
                    <a:gd name="connsiteX4" fmla="*/ 1468 w 14991"/>
                    <a:gd name="connsiteY4" fmla="*/ 29783 h 29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91" h="29889">
                      <a:moveTo>
                        <a:pt x="1468" y="29783"/>
                      </a:moveTo>
                      <a:cubicBezTo>
                        <a:pt x="-970" y="28808"/>
                        <a:pt x="-305" y="21316"/>
                        <a:pt x="2975" y="13115"/>
                      </a:cubicBezTo>
                      <a:cubicBezTo>
                        <a:pt x="6300" y="4869"/>
                        <a:pt x="11043" y="-938"/>
                        <a:pt x="13526" y="126"/>
                      </a:cubicBezTo>
                      <a:cubicBezTo>
                        <a:pt x="16008" y="1145"/>
                        <a:pt x="15255" y="8593"/>
                        <a:pt x="11886" y="16750"/>
                      </a:cubicBezTo>
                      <a:cubicBezTo>
                        <a:pt x="8561" y="24907"/>
                        <a:pt x="3906" y="30758"/>
                        <a:pt x="1468" y="2978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77" name="Forme libre : forme 24876">
                  <a:extLst>
                    <a:ext uri="{FF2B5EF4-FFF2-40B4-BE49-F238E27FC236}">
                      <a16:creationId xmlns:a16="http://schemas.microsoft.com/office/drawing/2014/main" id="{5806C227-DDF7-44D8-A8CF-21F3BEE29A26}"/>
                    </a:ext>
                  </a:extLst>
                </p:cNvPr>
                <p:cNvSpPr/>
                <p:nvPr/>
              </p:nvSpPr>
              <p:spPr>
                <a:xfrm>
                  <a:off x="5747042" y="1799305"/>
                  <a:ext cx="27480" cy="35985"/>
                </a:xfrm>
                <a:custGeom>
                  <a:avLst/>
                  <a:gdLst>
                    <a:gd name="connsiteX0" fmla="*/ 21307 w 27480"/>
                    <a:gd name="connsiteY0" fmla="*/ 1019 h 35985"/>
                    <a:gd name="connsiteX1" fmla="*/ 16697 w 27480"/>
                    <a:gd name="connsiteY1" fmla="*/ 266 h 35985"/>
                    <a:gd name="connsiteX2" fmla="*/ 6013 w 27480"/>
                    <a:gd name="connsiteY2" fmla="*/ 13343 h 35985"/>
                    <a:gd name="connsiteX3" fmla="*/ 250 w 27480"/>
                    <a:gd name="connsiteY3" fmla="*/ 29214 h 35985"/>
                    <a:gd name="connsiteX4" fmla="*/ 2245 w 27480"/>
                    <a:gd name="connsiteY4" fmla="*/ 35863 h 35985"/>
                    <a:gd name="connsiteX5" fmla="*/ 6412 w 27480"/>
                    <a:gd name="connsiteY5" fmla="*/ 31519 h 35985"/>
                    <a:gd name="connsiteX6" fmla="*/ 16520 w 27480"/>
                    <a:gd name="connsiteY6" fmla="*/ 20879 h 35985"/>
                    <a:gd name="connsiteX7" fmla="*/ 27248 w 27480"/>
                    <a:gd name="connsiteY7" fmla="*/ 8068 h 35985"/>
                    <a:gd name="connsiteX8" fmla="*/ 21307 w 27480"/>
                    <a:gd name="connsiteY8" fmla="*/ 1019 h 35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480" h="35985">
                      <a:moveTo>
                        <a:pt x="21307" y="1019"/>
                      </a:moveTo>
                      <a:cubicBezTo>
                        <a:pt x="19933" y="310"/>
                        <a:pt x="18514" y="-399"/>
                        <a:pt x="16697" y="266"/>
                      </a:cubicBezTo>
                      <a:cubicBezTo>
                        <a:pt x="13239" y="1462"/>
                        <a:pt x="9116" y="7270"/>
                        <a:pt x="6013" y="13343"/>
                      </a:cubicBezTo>
                      <a:cubicBezTo>
                        <a:pt x="3397" y="18352"/>
                        <a:pt x="1137" y="24071"/>
                        <a:pt x="250" y="29214"/>
                      </a:cubicBezTo>
                      <a:cubicBezTo>
                        <a:pt x="-371" y="33070"/>
                        <a:pt x="117" y="36706"/>
                        <a:pt x="2245" y="35863"/>
                      </a:cubicBezTo>
                      <a:cubicBezTo>
                        <a:pt x="3575" y="35331"/>
                        <a:pt x="5038" y="33336"/>
                        <a:pt x="6412" y="31519"/>
                      </a:cubicBezTo>
                      <a:cubicBezTo>
                        <a:pt x="9693" y="27263"/>
                        <a:pt x="13150" y="23628"/>
                        <a:pt x="16520" y="20879"/>
                      </a:cubicBezTo>
                      <a:cubicBezTo>
                        <a:pt x="19401" y="18530"/>
                        <a:pt x="25696" y="14673"/>
                        <a:pt x="27248" y="8068"/>
                      </a:cubicBezTo>
                      <a:cubicBezTo>
                        <a:pt x="28666" y="2127"/>
                        <a:pt x="23213" y="1994"/>
                        <a:pt x="21307" y="101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78" name="Forme libre : forme 24877">
                  <a:extLst>
                    <a:ext uri="{FF2B5EF4-FFF2-40B4-BE49-F238E27FC236}">
                      <a16:creationId xmlns:a16="http://schemas.microsoft.com/office/drawing/2014/main" id="{31B8E378-D2D4-41C8-B2CC-51300A113073}"/>
                    </a:ext>
                  </a:extLst>
                </p:cNvPr>
                <p:cNvSpPr/>
                <p:nvPr/>
              </p:nvSpPr>
              <p:spPr>
                <a:xfrm>
                  <a:off x="5766133" y="1808134"/>
                  <a:ext cx="4703" cy="13244"/>
                </a:xfrm>
                <a:custGeom>
                  <a:avLst/>
                  <a:gdLst>
                    <a:gd name="connsiteX0" fmla="*/ 4389 w 4703"/>
                    <a:gd name="connsiteY0" fmla="*/ 1145 h 13244"/>
                    <a:gd name="connsiteX1" fmla="*/ 3724 w 4703"/>
                    <a:gd name="connsiteY1" fmla="*/ 37 h 13244"/>
                    <a:gd name="connsiteX2" fmla="*/ 2394 w 4703"/>
                    <a:gd name="connsiteY2" fmla="*/ 834 h 13244"/>
                    <a:gd name="connsiteX3" fmla="*/ 1507 w 4703"/>
                    <a:gd name="connsiteY3" fmla="*/ 3007 h 13244"/>
                    <a:gd name="connsiteX4" fmla="*/ 222 w 4703"/>
                    <a:gd name="connsiteY4" fmla="*/ 8637 h 13244"/>
                    <a:gd name="connsiteX5" fmla="*/ 0 w 4703"/>
                    <a:gd name="connsiteY5" fmla="*/ 10765 h 13244"/>
                    <a:gd name="connsiteX6" fmla="*/ 3547 w 4703"/>
                    <a:gd name="connsiteY6" fmla="*/ 10410 h 13244"/>
                    <a:gd name="connsiteX7" fmla="*/ 4389 w 4703"/>
                    <a:gd name="connsiteY7" fmla="*/ 1145 h 13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03" h="13244">
                      <a:moveTo>
                        <a:pt x="4389" y="1145"/>
                      </a:moveTo>
                      <a:cubicBezTo>
                        <a:pt x="4256" y="613"/>
                        <a:pt x="4079" y="170"/>
                        <a:pt x="3724" y="37"/>
                      </a:cubicBezTo>
                      <a:cubicBezTo>
                        <a:pt x="3369" y="-96"/>
                        <a:pt x="2837" y="125"/>
                        <a:pt x="2394" y="834"/>
                      </a:cubicBezTo>
                      <a:cubicBezTo>
                        <a:pt x="1995" y="1455"/>
                        <a:pt x="1729" y="2253"/>
                        <a:pt x="1507" y="3007"/>
                      </a:cubicBezTo>
                      <a:cubicBezTo>
                        <a:pt x="975" y="4913"/>
                        <a:pt x="532" y="6775"/>
                        <a:pt x="222" y="8637"/>
                      </a:cubicBezTo>
                      <a:cubicBezTo>
                        <a:pt x="89" y="9390"/>
                        <a:pt x="0" y="10144"/>
                        <a:pt x="0" y="10765"/>
                      </a:cubicBezTo>
                      <a:cubicBezTo>
                        <a:pt x="89" y="13424"/>
                        <a:pt x="2039" y="14799"/>
                        <a:pt x="3547" y="10410"/>
                      </a:cubicBezTo>
                      <a:cubicBezTo>
                        <a:pt x="4788" y="6908"/>
                        <a:pt x="4965" y="3228"/>
                        <a:pt x="4389" y="114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79" name="Forme libre : forme 24878">
                  <a:extLst>
                    <a:ext uri="{FF2B5EF4-FFF2-40B4-BE49-F238E27FC236}">
                      <a16:creationId xmlns:a16="http://schemas.microsoft.com/office/drawing/2014/main" id="{7FFAE524-6CBB-4EFF-853C-5CEBC1CEF32D}"/>
                    </a:ext>
                  </a:extLst>
                </p:cNvPr>
                <p:cNvSpPr/>
                <p:nvPr/>
              </p:nvSpPr>
              <p:spPr>
                <a:xfrm>
                  <a:off x="5741501" y="1831711"/>
                  <a:ext cx="3751" cy="21810"/>
                </a:xfrm>
                <a:custGeom>
                  <a:avLst/>
                  <a:gdLst>
                    <a:gd name="connsiteX0" fmla="*/ 3752 w 3751"/>
                    <a:gd name="connsiteY0" fmla="*/ 21811 h 21810"/>
                    <a:gd name="connsiteX1" fmla="*/ 1978 w 3751"/>
                    <a:gd name="connsiteY1" fmla="*/ 0 h 21810"/>
                    <a:gd name="connsiteX2" fmla="*/ 3752 w 3751"/>
                    <a:gd name="connsiteY2" fmla="*/ 21811 h 21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51" h="21810">
                      <a:moveTo>
                        <a:pt x="3752" y="21811"/>
                      </a:moveTo>
                      <a:cubicBezTo>
                        <a:pt x="3752" y="21811"/>
                        <a:pt x="-3341" y="19949"/>
                        <a:pt x="1978" y="0"/>
                      </a:cubicBezTo>
                      <a:cubicBezTo>
                        <a:pt x="2023" y="44"/>
                        <a:pt x="-1701" y="15604"/>
                        <a:pt x="3752" y="218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80" name="Forme libre : forme 24879">
                  <a:extLst>
                    <a:ext uri="{FF2B5EF4-FFF2-40B4-BE49-F238E27FC236}">
                      <a16:creationId xmlns:a16="http://schemas.microsoft.com/office/drawing/2014/main" id="{C621D191-B8E2-4DEE-889A-3234BED2F0EF}"/>
                    </a:ext>
                  </a:extLst>
                </p:cNvPr>
                <p:cNvSpPr/>
                <p:nvPr/>
              </p:nvSpPr>
              <p:spPr>
                <a:xfrm>
                  <a:off x="5775531" y="1793675"/>
                  <a:ext cx="3382" cy="24027"/>
                </a:xfrm>
                <a:custGeom>
                  <a:avLst/>
                  <a:gdLst>
                    <a:gd name="connsiteX0" fmla="*/ 0 w 3382"/>
                    <a:gd name="connsiteY0" fmla="*/ 24027 h 24027"/>
                    <a:gd name="connsiteX1" fmla="*/ 44 w 3382"/>
                    <a:gd name="connsiteY1" fmla="*/ 0 h 24027"/>
                    <a:gd name="connsiteX2" fmla="*/ 0 w 3382"/>
                    <a:gd name="connsiteY2" fmla="*/ 24027 h 24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82" h="24027">
                      <a:moveTo>
                        <a:pt x="0" y="24027"/>
                      </a:moveTo>
                      <a:cubicBezTo>
                        <a:pt x="0" y="24027"/>
                        <a:pt x="7581" y="5630"/>
                        <a:pt x="44" y="0"/>
                      </a:cubicBezTo>
                      <a:cubicBezTo>
                        <a:pt x="44" y="0"/>
                        <a:pt x="5807" y="6871"/>
                        <a:pt x="0" y="240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81" name="Forme libre : forme 24880">
                  <a:extLst>
                    <a:ext uri="{FF2B5EF4-FFF2-40B4-BE49-F238E27FC236}">
                      <a16:creationId xmlns:a16="http://schemas.microsoft.com/office/drawing/2014/main" id="{20109CD8-678F-4B69-9FF8-A37F86E05086}"/>
                    </a:ext>
                  </a:extLst>
                </p:cNvPr>
                <p:cNvSpPr/>
                <p:nvPr/>
              </p:nvSpPr>
              <p:spPr>
                <a:xfrm>
                  <a:off x="5755186" y="1826338"/>
                  <a:ext cx="6243" cy="10741"/>
                </a:xfrm>
                <a:custGeom>
                  <a:avLst/>
                  <a:gdLst>
                    <a:gd name="connsiteX0" fmla="*/ 130 w 6243"/>
                    <a:gd name="connsiteY0" fmla="*/ 10471 h 10741"/>
                    <a:gd name="connsiteX1" fmla="*/ 2213 w 6243"/>
                    <a:gd name="connsiteY1" fmla="*/ 3688 h 10741"/>
                    <a:gd name="connsiteX2" fmla="*/ 6114 w 6243"/>
                    <a:gd name="connsiteY2" fmla="*/ 275 h 10741"/>
                    <a:gd name="connsiteX3" fmla="*/ 3986 w 6243"/>
                    <a:gd name="connsiteY3" fmla="*/ 7058 h 10741"/>
                    <a:gd name="connsiteX4" fmla="*/ 130 w 6243"/>
                    <a:gd name="connsiteY4" fmla="*/ 10471 h 10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43" h="10741">
                      <a:moveTo>
                        <a:pt x="130" y="10471"/>
                      </a:moveTo>
                      <a:cubicBezTo>
                        <a:pt x="-358" y="9540"/>
                        <a:pt x="573" y="6481"/>
                        <a:pt x="2213" y="3688"/>
                      </a:cubicBezTo>
                      <a:cubicBezTo>
                        <a:pt x="3898" y="851"/>
                        <a:pt x="5627" y="-656"/>
                        <a:pt x="6114" y="275"/>
                      </a:cubicBezTo>
                      <a:cubicBezTo>
                        <a:pt x="6602" y="1206"/>
                        <a:pt x="5671" y="4220"/>
                        <a:pt x="3986" y="7058"/>
                      </a:cubicBezTo>
                      <a:cubicBezTo>
                        <a:pt x="2390" y="9850"/>
                        <a:pt x="617" y="11402"/>
                        <a:pt x="130" y="1047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82" name="Forme libre : forme 24881">
                  <a:extLst>
                    <a:ext uri="{FF2B5EF4-FFF2-40B4-BE49-F238E27FC236}">
                      <a16:creationId xmlns:a16="http://schemas.microsoft.com/office/drawing/2014/main" id="{07496270-2F70-48D6-A424-617254939112}"/>
                    </a:ext>
                  </a:extLst>
                </p:cNvPr>
                <p:cNvSpPr/>
                <p:nvPr/>
              </p:nvSpPr>
              <p:spPr>
                <a:xfrm>
                  <a:off x="5754784" y="1835504"/>
                  <a:ext cx="1773" cy="3097"/>
                </a:xfrm>
                <a:custGeom>
                  <a:avLst/>
                  <a:gdLst>
                    <a:gd name="connsiteX0" fmla="*/ 266 w 1773"/>
                    <a:gd name="connsiteY0" fmla="*/ 3078 h 3097"/>
                    <a:gd name="connsiteX1" fmla="*/ 266 w 1773"/>
                    <a:gd name="connsiteY1" fmla="*/ 1305 h 3097"/>
                    <a:gd name="connsiteX2" fmla="*/ 1507 w 1773"/>
                    <a:gd name="connsiteY2" fmla="*/ 19 h 3097"/>
                    <a:gd name="connsiteX3" fmla="*/ 1507 w 1773"/>
                    <a:gd name="connsiteY3" fmla="*/ 1792 h 3097"/>
                    <a:gd name="connsiteX4" fmla="*/ 266 w 1773"/>
                    <a:gd name="connsiteY4" fmla="*/ 3078 h 3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3" h="3097">
                      <a:moveTo>
                        <a:pt x="266" y="3078"/>
                      </a:moveTo>
                      <a:cubicBezTo>
                        <a:pt x="-89" y="2945"/>
                        <a:pt x="-89" y="2147"/>
                        <a:pt x="266" y="1305"/>
                      </a:cubicBezTo>
                      <a:cubicBezTo>
                        <a:pt x="621" y="462"/>
                        <a:pt x="1197" y="-114"/>
                        <a:pt x="1507" y="19"/>
                      </a:cubicBezTo>
                      <a:cubicBezTo>
                        <a:pt x="1862" y="152"/>
                        <a:pt x="1862" y="950"/>
                        <a:pt x="1507" y="1792"/>
                      </a:cubicBezTo>
                      <a:cubicBezTo>
                        <a:pt x="1153" y="2635"/>
                        <a:pt x="621" y="3211"/>
                        <a:pt x="266" y="3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83" name="Forme libre : forme 24882">
                  <a:extLst>
                    <a:ext uri="{FF2B5EF4-FFF2-40B4-BE49-F238E27FC236}">
                      <a16:creationId xmlns:a16="http://schemas.microsoft.com/office/drawing/2014/main" id="{3B565305-21D2-4ADC-AF64-E3E37FE23748}"/>
                    </a:ext>
                  </a:extLst>
                </p:cNvPr>
                <p:cNvSpPr/>
                <p:nvPr/>
              </p:nvSpPr>
              <p:spPr>
                <a:xfrm>
                  <a:off x="5747948" y="1828889"/>
                  <a:ext cx="20243" cy="23585"/>
                </a:xfrm>
                <a:custGeom>
                  <a:avLst/>
                  <a:gdLst>
                    <a:gd name="connsiteX0" fmla="*/ 7457 w 20243"/>
                    <a:gd name="connsiteY0" fmla="*/ 22815 h 23585"/>
                    <a:gd name="connsiteX1" fmla="*/ 1029 w 20243"/>
                    <a:gd name="connsiteY1" fmla="*/ 22815 h 23585"/>
                    <a:gd name="connsiteX2" fmla="*/ 186 w 20243"/>
                    <a:gd name="connsiteY2" fmla="*/ 19933 h 23585"/>
                    <a:gd name="connsiteX3" fmla="*/ 2625 w 20243"/>
                    <a:gd name="connsiteY3" fmla="*/ 17052 h 23585"/>
                    <a:gd name="connsiteX4" fmla="*/ 10515 w 20243"/>
                    <a:gd name="connsiteY4" fmla="*/ 12308 h 23585"/>
                    <a:gd name="connsiteX5" fmla="*/ 20180 w 20243"/>
                    <a:gd name="connsiteY5" fmla="*/ 561 h 23585"/>
                    <a:gd name="connsiteX6" fmla="*/ 13397 w 20243"/>
                    <a:gd name="connsiteY6" fmla="*/ 17406 h 23585"/>
                    <a:gd name="connsiteX7" fmla="*/ 7457 w 20243"/>
                    <a:gd name="connsiteY7" fmla="*/ 22815 h 23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243" h="23585">
                      <a:moveTo>
                        <a:pt x="7457" y="22815"/>
                      </a:moveTo>
                      <a:cubicBezTo>
                        <a:pt x="4974" y="24012"/>
                        <a:pt x="2891" y="23657"/>
                        <a:pt x="1029" y="22815"/>
                      </a:cubicBezTo>
                      <a:cubicBezTo>
                        <a:pt x="364" y="22504"/>
                        <a:pt x="-346" y="21662"/>
                        <a:pt x="186" y="19933"/>
                      </a:cubicBezTo>
                      <a:cubicBezTo>
                        <a:pt x="674" y="18382"/>
                        <a:pt x="1782" y="17451"/>
                        <a:pt x="2625" y="17052"/>
                      </a:cubicBezTo>
                      <a:cubicBezTo>
                        <a:pt x="5240" y="15722"/>
                        <a:pt x="7767" y="15456"/>
                        <a:pt x="10515" y="12308"/>
                      </a:cubicBezTo>
                      <a:cubicBezTo>
                        <a:pt x="12200" y="10358"/>
                        <a:pt x="19426" y="-2853"/>
                        <a:pt x="20180" y="561"/>
                      </a:cubicBezTo>
                      <a:cubicBezTo>
                        <a:pt x="20889" y="3974"/>
                        <a:pt x="15481" y="14436"/>
                        <a:pt x="13397" y="17406"/>
                      </a:cubicBezTo>
                      <a:cubicBezTo>
                        <a:pt x="11446" y="20111"/>
                        <a:pt x="9319" y="21928"/>
                        <a:pt x="7457" y="2281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41" name="Graphique 2">
                <a:extLst>
                  <a:ext uri="{FF2B5EF4-FFF2-40B4-BE49-F238E27FC236}">
                    <a16:creationId xmlns:a16="http://schemas.microsoft.com/office/drawing/2014/main" id="{813F8794-FC60-4425-AEB0-4AB33AA01188}"/>
                  </a:ext>
                </a:extLst>
              </p:cNvPr>
              <p:cNvGrpSpPr/>
              <p:nvPr/>
            </p:nvGrpSpPr>
            <p:grpSpPr>
              <a:xfrm>
                <a:off x="5715392" y="1854889"/>
                <a:ext cx="38147" cy="68743"/>
                <a:chOff x="5715392" y="1854889"/>
                <a:chExt cx="38147" cy="68743"/>
              </a:xfrm>
              <a:solidFill>
                <a:schemeClr val="accent1"/>
              </a:solidFill>
            </p:grpSpPr>
            <p:sp>
              <p:nvSpPr>
                <p:cNvPr id="24860" name="Forme libre : forme 24859">
                  <a:extLst>
                    <a:ext uri="{FF2B5EF4-FFF2-40B4-BE49-F238E27FC236}">
                      <a16:creationId xmlns:a16="http://schemas.microsoft.com/office/drawing/2014/main" id="{8BC443AD-BD56-4CF0-AB1E-D65E1DD7E985}"/>
                    </a:ext>
                  </a:extLst>
                </p:cNvPr>
                <p:cNvSpPr/>
                <p:nvPr/>
              </p:nvSpPr>
              <p:spPr>
                <a:xfrm>
                  <a:off x="5715392" y="1854889"/>
                  <a:ext cx="38147" cy="68743"/>
                </a:xfrm>
                <a:custGeom>
                  <a:avLst/>
                  <a:gdLst>
                    <a:gd name="connsiteX0" fmla="*/ 2819 w 38147"/>
                    <a:gd name="connsiteY0" fmla="*/ 42431 h 68743"/>
                    <a:gd name="connsiteX1" fmla="*/ 11774 w 38147"/>
                    <a:gd name="connsiteY1" fmla="*/ 17783 h 68743"/>
                    <a:gd name="connsiteX2" fmla="*/ 28132 w 38147"/>
                    <a:gd name="connsiteY2" fmla="*/ 272 h 68743"/>
                    <a:gd name="connsiteX3" fmla="*/ 34560 w 38147"/>
                    <a:gd name="connsiteY3" fmla="*/ 2799 h 68743"/>
                    <a:gd name="connsiteX4" fmla="*/ 34914 w 38147"/>
                    <a:gd name="connsiteY4" fmla="*/ 26605 h 68743"/>
                    <a:gd name="connsiteX5" fmla="*/ 25738 w 38147"/>
                    <a:gd name="connsiteY5" fmla="*/ 50765 h 68743"/>
                    <a:gd name="connsiteX6" fmla="*/ 9956 w 38147"/>
                    <a:gd name="connsiteY6" fmla="*/ 68542 h 68743"/>
                    <a:gd name="connsiteX7" fmla="*/ 3706 w 38147"/>
                    <a:gd name="connsiteY7" fmla="*/ 66370 h 68743"/>
                    <a:gd name="connsiteX8" fmla="*/ 2819 w 38147"/>
                    <a:gd name="connsiteY8" fmla="*/ 42431 h 68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147" h="68743">
                      <a:moveTo>
                        <a:pt x="2819" y="42431"/>
                      </a:moveTo>
                      <a:lnTo>
                        <a:pt x="11774" y="17783"/>
                      </a:lnTo>
                      <a:cubicBezTo>
                        <a:pt x="16030" y="6301"/>
                        <a:pt x="23477" y="-1590"/>
                        <a:pt x="28132" y="272"/>
                      </a:cubicBezTo>
                      <a:lnTo>
                        <a:pt x="34560" y="2799"/>
                      </a:lnTo>
                      <a:cubicBezTo>
                        <a:pt x="39215" y="4661"/>
                        <a:pt x="39348" y="15345"/>
                        <a:pt x="34914" y="26605"/>
                      </a:cubicBezTo>
                      <a:lnTo>
                        <a:pt x="25738" y="50765"/>
                      </a:lnTo>
                      <a:cubicBezTo>
                        <a:pt x="21527" y="62070"/>
                        <a:pt x="14478" y="70138"/>
                        <a:pt x="9956" y="68542"/>
                      </a:cubicBezTo>
                      <a:lnTo>
                        <a:pt x="3706" y="66370"/>
                      </a:lnTo>
                      <a:cubicBezTo>
                        <a:pt x="-816" y="64818"/>
                        <a:pt x="-1304" y="54001"/>
                        <a:pt x="2819" y="4243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61" name="Forme libre : forme 24860">
                  <a:extLst>
                    <a:ext uri="{FF2B5EF4-FFF2-40B4-BE49-F238E27FC236}">
                      <a16:creationId xmlns:a16="http://schemas.microsoft.com/office/drawing/2014/main" id="{D279BE37-3AD3-4B1C-876F-161354F48060}"/>
                    </a:ext>
                  </a:extLst>
                </p:cNvPr>
                <p:cNvSpPr/>
                <p:nvPr/>
              </p:nvSpPr>
              <p:spPr>
                <a:xfrm>
                  <a:off x="5715392" y="1854889"/>
                  <a:ext cx="30924" cy="66458"/>
                </a:xfrm>
                <a:custGeom>
                  <a:avLst/>
                  <a:gdLst>
                    <a:gd name="connsiteX0" fmla="*/ 17803 w 30924"/>
                    <a:gd name="connsiteY0" fmla="*/ 25053 h 66458"/>
                    <a:gd name="connsiteX1" fmla="*/ 30925 w 30924"/>
                    <a:gd name="connsiteY1" fmla="*/ 1380 h 66458"/>
                    <a:gd name="connsiteX2" fmla="*/ 28132 w 30924"/>
                    <a:gd name="connsiteY2" fmla="*/ 272 h 66458"/>
                    <a:gd name="connsiteX3" fmla="*/ 11774 w 30924"/>
                    <a:gd name="connsiteY3" fmla="*/ 17783 h 66458"/>
                    <a:gd name="connsiteX4" fmla="*/ 2819 w 30924"/>
                    <a:gd name="connsiteY4" fmla="*/ 42431 h 66458"/>
                    <a:gd name="connsiteX5" fmla="*/ 3706 w 30924"/>
                    <a:gd name="connsiteY5" fmla="*/ 66370 h 66458"/>
                    <a:gd name="connsiteX6" fmla="*/ 3927 w 30924"/>
                    <a:gd name="connsiteY6" fmla="*/ 66458 h 66458"/>
                    <a:gd name="connsiteX7" fmla="*/ 17803 w 30924"/>
                    <a:gd name="connsiteY7" fmla="*/ 25053 h 66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924" h="66458">
                      <a:moveTo>
                        <a:pt x="17803" y="25053"/>
                      </a:moveTo>
                      <a:cubicBezTo>
                        <a:pt x="20418" y="14946"/>
                        <a:pt x="25605" y="5459"/>
                        <a:pt x="30925" y="1380"/>
                      </a:cubicBezTo>
                      <a:lnTo>
                        <a:pt x="28132" y="272"/>
                      </a:lnTo>
                      <a:cubicBezTo>
                        <a:pt x="23477" y="-1590"/>
                        <a:pt x="16074" y="6301"/>
                        <a:pt x="11774" y="17783"/>
                      </a:cubicBezTo>
                      <a:lnTo>
                        <a:pt x="2819" y="42431"/>
                      </a:lnTo>
                      <a:cubicBezTo>
                        <a:pt x="-1304" y="54001"/>
                        <a:pt x="-816" y="64818"/>
                        <a:pt x="3706" y="66370"/>
                      </a:cubicBezTo>
                      <a:lnTo>
                        <a:pt x="3927" y="66458"/>
                      </a:lnTo>
                      <a:cubicBezTo>
                        <a:pt x="8360" y="52228"/>
                        <a:pt x="14123" y="39283"/>
                        <a:pt x="17803" y="25053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62" name="Forme libre : forme 24861">
                  <a:extLst>
                    <a:ext uri="{FF2B5EF4-FFF2-40B4-BE49-F238E27FC236}">
                      <a16:creationId xmlns:a16="http://schemas.microsoft.com/office/drawing/2014/main" id="{6DD48117-4FE4-45F9-8A26-D5959954EBDC}"/>
                    </a:ext>
                  </a:extLst>
                </p:cNvPr>
                <p:cNvSpPr/>
                <p:nvPr/>
              </p:nvSpPr>
              <p:spPr>
                <a:xfrm>
                  <a:off x="5725031" y="1878384"/>
                  <a:ext cx="14141" cy="30230"/>
                </a:xfrm>
                <a:custGeom>
                  <a:avLst/>
                  <a:gdLst>
                    <a:gd name="connsiteX0" fmla="*/ 1515 w 14141"/>
                    <a:gd name="connsiteY0" fmla="*/ 30152 h 30230"/>
                    <a:gd name="connsiteX1" fmla="*/ 2667 w 14141"/>
                    <a:gd name="connsiteY1" fmla="*/ 13483 h 30230"/>
                    <a:gd name="connsiteX2" fmla="*/ 12642 w 14141"/>
                    <a:gd name="connsiteY2" fmla="*/ 95 h 30230"/>
                    <a:gd name="connsiteX3" fmla="*/ 11400 w 14141"/>
                    <a:gd name="connsiteY3" fmla="*/ 16720 h 30230"/>
                    <a:gd name="connsiteX4" fmla="*/ 1515 w 14141"/>
                    <a:gd name="connsiteY4" fmla="*/ 30152 h 30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41" h="30230">
                      <a:moveTo>
                        <a:pt x="1515" y="30152"/>
                      </a:moveTo>
                      <a:cubicBezTo>
                        <a:pt x="-879" y="29310"/>
                        <a:pt x="-392" y="21818"/>
                        <a:pt x="2667" y="13483"/>
                      </a:cubicBezTo>
                      <a:cubicBezTo>
                        <a:pt x="5682" y="5149"/>
                        <a:pt x="10203" y="-835"/>
                        <a:pt x="12642" y="95"/>
                      </a:cubicBezTo>
                      <a:cubicBezTo>
                        <a:pt x="15080" y="1026"/>
                        <a:pt x="14459" y="8430"/>
                        <a:pt x="11400" y="16720"/>
                      </a:cubicBezTo>
                      <a:cubicBezTo>
                        <a:pt x="8253" y="24965"/>
                        <a:pt x="3909" y="30994"/>
                        <a:pt x="1515" y="30152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63" name="Forme libre : forme 24862">
                  <a:extLst>
                    <a:ext uri="{FF2B5EF4-FFF2-40B4-BE49-F238E27FC236}">
                      <a16:creationId xmlns:a16="http://schemas.microsoft.com/office/drawing/2014/main" id="{E368E978-1FB7-442D-AED4-DCF915A9E678}"/>
                    </a:ext>
                  </a:extLst>
                </p:cNvPr>
                <p:cNvSpPr/>
                <p:nvPr/>
              </p:nvSpPr>
              <p:spPr>
                <a:xfrm>
                  <a:off x="5725659" y="1878384"/>
                  <a:ext cx="13473" cy="20443"/>
                </a:xfrm>
                <a:custGeom>
                  <a:avLst/>
                  <a:gdLst>
                    <a:gd name="connsiteX0" fmla="*/ 13122 w 13473"/>
                    <a:gd name="connsiteY0" fmla="*/ 8031 h 20443"/>
                    <a:gd name="connsiteX1" fmla="*/ 11969 w 13473"/>
                    <a:gd name="connsiteY1" fmla="*/ 95 h 20443"/>
                    <a:gd name="connsiteX2" fmla="*/ 1995 w 13473"/>
                    <a:gd name="connsiteY2" fmla="*/ 13483 h 20443"/>
                    <a:gd name="connsiteX3" fmla="*/ 0 w 13473"/>
                    <a:gd name="connsiteY3" fmla="*/ 20443 h 20443"/>
                    <a:gd name="connsiteX4" fmla="*/ 1685 w 13473"/>
                    <a:gd name="connsiteY4" fmla="*/ 16808 h 20443"/>
                    <a:gd name="connsiteX5" fmla="*/ 13122 w 13473"/>
                    <a:gd name="connsiteY5" fmla="*/ 8031 h 20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473" h="20443">
                      <a:moveTo>
                        <a:pt x="13122" y="8031"/>
                      </a:moveTo>
                      <a:cubicBezTo>
                        <a:pt x="13831" y="3775"/>
                        <a:pt x="13477" y="627"/>
                        <a:pt x="11969" y="95"/>
                      </a:cubicBezTo>
                      <a:cubicBezTo>
                        <a:pt x="9576" y="-835"/>
                        <a:pt x="5054" y="5149"/>
                        <a:pt x="1995" y="13483"/>
                      </a:cubicBezTo>
                      <a:cubicBezTo>
                        <a:pt x="1108" y="15922"/>
                        <a:pt x="399" y="18271"/>
                        <a:pt x="0" y="20443"/>
                      </a:cubicBezTo>
                      <a:cubicBezTo>
                        <a:pt x="488" y="19202"/>
                        <a:pt x="1020" y="17961"/>
                        <a:pt x="1685" y="16808"/>
                      </a:cubicBezTo>
                      <a:cubicBezTo>
                        <a:pt x="5453" y="10602"/>
                        <a:pt x="10373" y="6435"/>
                        <a:pt x="13122" y="8031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64" name="Forme libre : forme 24863">
                  <a:extLst>
                    <a:ext uri="{FF2B5EF4-FFF2-40B4-BE49-F238E27FC236}">
                      <a16:creationId xmlns:a16="http://schemas.microsoft.com/office/drawing/2014/main" id="{0B1CADC8-3639-4833-8302-091953D7AAE4}"/>
                    </a:ext>
                  </a:extLst>
                </p:cNvPr>
                <p:cNvSpPr/>
                <p:nvPr/>
              </p:nvSpPr>
              <p:spPr>
                <a:xfrm>
                  <a:off x="5723520" y="1879501"/>
                  <a:ext cx="14055" cy="30266"/>
                </a:xfrm>
                <a:custGeom>
                  <a:avLst/>
                  <a:gdLst>
                    <a:gd name="connsiteX0" fmla="*/ 1518 w 14055"/>
                    <a:gd name="connsiteY0" fmla="*/ 30188 h 30266"/>
                    <a:gd name="connsiteX1" fmla="*/ 2626 w 14055"/>
                    <a:gd name="connsiteY1" fmla="*/ 13519 h 30266"/>
                    <a:gd name="connsiteX2" fmla="*/ 12556 w 14055"/>
                    <a:gd name="connsiteY2" fmla="*/ 87 h 30266"/>
                    <a:gd name="connsiteX3" fmla="*/ 11315 w 14055"/>
                    <a:gd name="connsiteY3" fmla="*/ 16711 h 30266"/>
                    <a:gd name="connsiteX4" fmla="*/ 1518 w 14055"/>
                    <a:gd name="connsiteY4" fmla="*/ 30188 h 30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55" h="30266">
                      <a:moveTo>
                        <a:pt x="1518" y="30188"/>
                      </a:moveTo>
                      <a:cubicBezTo>
                        <a:pt x="-876" y="29346"/>
                        <a:pt x="-388" y="21854"/>
                        <a:pt x="2626" y="13519"/>
                      </a:cubicBezTo>
                      <a:cubicBezTo>
                        <a:pt x="5641" y="5185"/>
                        <a:pt x="10162" y="-799"/>
                        <a:pt x="12556" y="87"/>
                      </a:cubicBezTo>
                      <a:cubicBezTo>
                        <a:pt x="14995" y="1018"/>
                        <a:pt x="14374" y="8421"/>
                        <a:pt x="11315" y="16711"/>
                      </a:cubicBezTo>
                      <a:cubicBezTo>
                        <a:pt x="8301" y="25001"/>
                        <a:pt x="3912" y="31030"/>
                        <a:pt x="1518" y="3018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65" name="Forme libre : forme 24864">
                  <a:extLst>
                    <a:ext uri="{FF2B5EF4-FFF2-40B4-BE49-F238E27FC236}">
                      <a16:creationId xmlns:a16="http://schemas.microsoft.com/office/drawing/2014/main" id="{FC473A57-3A35-4F49-9C0A-DA243FDB239D}"/>
                    </a:ext>
                  </a:extLst>
                </p:cNvPr>
                <p:cNvSpPr/>
                <p:nvPr/>
              </p:nvSpPr>
              <p:spPr>
                <a:xfrm>
                  <a:off x="5721970" y="1864667"/>
                  <a:ext cx="26030" cy="36569"/>
                </a:xfrm>
                <a:custGeom>
                  <a:avLst/>
                  <a:gdLst>
                    <a:gd name="connsiteX0" fmla="*/ 19958 w 26030"/>
                    <a:gd name="connsiteY0" fmla="*/ 868 h 36569"/>
                    <a:gd name="connsiteX1" fmla="*/ 15481 w 26030"/>
                    <a:gd name="connsiteY1" fmla="*/ 336 h 36569"/>
                    <a:gd name="connsiteX2" fmla="*/ 5418 w 26030"/>
                    <a:gd name="connsiteY2" fmla="*/ 13812 h 36569"/>
                    <a:gd name="connsiteX3" fmla="*/ 187 w 26030"/>
                    <a:gd name="connsiteY3" fmla="*/ 29904 h 36569"/>
                    <a:gd name="connsiteX4" fmla="*/ 2270 w 26030"/>
                    <a:gd name="connsiteY4" fmla="*/ 36421 h 36569"/>
                    <a:gd name="connsiteX5" fmla="*/ 6216 w 26030"/>
                    <a:gd name="connsiteY5" fmla="*/ 31899 h 36569"/>
                    <a:gd name="connsiteX6" fmla="*/ 15747 w 26030"/>
                    <a:gd name="connsiteY6" fmla="*/ 20861 h 36569"/>
                    <a:gd name="connsiteX7" fmla="*/ 25854 w 26030"/>
                    <a:gd name="connsiteY7" fmla="*/ 7650 h 36569"/>
                    <a:gd name="connsiteX8" fmla="*/ 19958 w 26030"/>
                    <a:gd name="connsiteY8" fmla="*/ 868 h 36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030" h="36569">
                      <a:moveTo>
                        <a:pt x="19958" y="868"/>
                      </a:moveTo>
                      <a:cubicBezTo>
                        <a:pt x="18628" y="247"/>
                        <a:pt x="17254" y="-418"/>
                        <a:pt x="15481" y="336"/>
                      </a:cubicBezTo>
                      <a:cubicBezTo>
                        <a:pt x="12156" y="1710"/>
                        <a:pt x="8299" y="7650"/>
                        <a:pt x="5418" y="13812"/>
                      </a:cubicBezTo>
                      <a:cubicBezTo>
                        <a:pt x="2980" y="18910"/>
                        <a:pt x="896" y="24718"/>
                        <a:pt x="187" y="29904"/>
                      </a:cubicBezTo>
                      <a:cubicBezTo>
                        <a:pt x="-345" y="33761"/>
                        <a:pt x="231" y="37352"/>
                        <a:pt x="2270" y="36421"/>
                      </a:cubicBezTo>
                      <a:cubicBezTo>
                        <a:pt x="3512" y="35845"/>
                        <a:pt x="4886" y="33761"/>
                        <a:pt x="6216" y="31899"/>
                      </a:cubicBezTo>
                      <a:cubicBezTo>
                        <a:pt x="9319" y="27510"/>
                        <a:pt x="12511" y="23742"/>
                        <a:pt x="15747" y="20861"/>
                      </a:cubicBezTo>
                      <a:cubicBezTo>
                        <a:pt x="18496" y="18378"/>
                        <a:pt x="24480" y="14300"/>
                        <a:pt x="25854" y="7650"/>
                      </a:cubicBezTo>
                      <a:cubicBezTo>
                        <a:pt x="27051" y="1666"/>
                        <a:pt x="21820" y="1754"/>
                        <a:pt x="19958" y="86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66" name="Forme libre : forme 24865">
                  <a:extLst>
                    <a:ext uri="{FF2B5EF4-FFF2-40B4-BE49-F238E27FC236}">
                      <a16:creationId xmlns:a16="http://schemas.microsoft.com/office/drawing/2014/main" id="{F36E5B0E-4CBF-4DE7-AFE9-A7CE23029DFE}"/>
                    </a:ext>
                  </a:extLst>
                </p:cNvPr>
                <p:cNvSpPr/>
                <p:nvPr/>
              </p:nvSpPr>
              <p:spPr>
                <a:xfrm>
                  <a:off x="5740190" y="1873260"/>
                  <a:ext cx="4351" cy="13190"/>
                </a:xfrm>
                <a:custGeom>
                  <a:avLst/>
                  <a:gdLst>
                    <a:gd name="connsiteX0" fmla="*/ 3999 w 4351"/>
                    <a:gd name="connsiteY0" fmla="*/ 1097 h 13190"/>
                    <a:gd name="connsiteX1" fmla="*/ 3334 w 4351"/>
                    <a:gd name="connsiteY1" fmla="*/ 33 h 13190"/>
                    <a:gd name="connsiteX2" fmla="*/ 2092 w 4351"/>
                    <a:gd name="connsiteY2" fmla="*/ 875 h 13190"/>
                    <a:gd name="connsiteX3" fmla="*/ 1294 w 4351"/>
                    <a:gd name="connsiteY3" fmla="*/ 3048 h 13190"/>
                    <a:gd name="connsiteX4" fmla="*/ 186 w 4351"/>
                    <a:gd name="connsiteY4" fmla="*/ 8678 h 13190"/>
                    <a:gd name="connsiteX5" fmla="*/ 9 w 4351"/>
                    <a:gd name="connsiteY5" fmla="*/ 10805 h 13190"/>
                    <a:gd name="connsiteX6" fmla="*/ 3422 w 4351"/>
                    <a:gd name="connsiteY6" fmla="*/ 10273 h 13190"/>
                    <a:gd name="connsiteX7" fmla="*/ 3999 w 4351"/>
                    <a:gd name="connsiteY7" fmla="*/ 1097 h 1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51" h="13190">
                      <a:moveTo>
                        <a:pt x="3999" y="1097"/>
                      </a:moveTo>
                      <a:cubicBezTo>
                        <a:pt x="3866" y="609"/>
                        <a:pt x="3688" y="122"/>
                        <a:pt x="3334" y="33"/>
                      </a:cubicBezTo>
                      <a:cubicBezTo>
                        <a:pt x="3023" y="-100"/>
                        <a:pt x="2491" y="166"/>
                        <a:pt x="2092" y="875"/>
                      </a:cubicBezTo>
                      <a:cubicBezTo>
                        <a:pt x="1693" y="1496"/>
                        <a:pt x="1472" y="2338"/>
                        <a:pt x="1294" y="3048"/>
                      </a:cubicBezTo>
                      <a:cubicBezTo>
                        <a:pt x="807" y="4954"/>
                        <a:pt x="452" y="6860"/>
                        <a:pt x="186" y="8678"/>
                      </a:cubicBezTo>
                      <a:cubicBezTo>
                        <a:pt x="98" y="9431"/>
                        <a:pt x="-35" y="10185"/>
                        <a:pt x="9" y="10805"/>
                      </a:cubicBezTo>
                      <a:cubicBezTo>
                        <a:pt x="142" y="13421"/>
                        <a:pt x="2048" y="14707"/>
                        <a:pt x="3422" y="10273"/>
                      </a:cubicBezTo>
                      <a:cubicBezTo>
                        <a:pt x="4486" y="6816"/>
                        <a:pt x="4575" y="3136"/>
                        <a:pt x="3999" y="109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67" name="Forme libre : forme 24866">
                  <a:extLst>
                    <a:ext uri="{FF2B5EF4-FFF2-40B4-BE49-F238E27FC236}">
                      <a16:creationId xmlns:a16="http://schemas.microsoft.com/office/drawing/2014/main" id="{CFD824AF-4CE9-4070-BBAB-F6261CC773F2}"/>
                    </a:ext>
                  </a:extLst>
                </p:cNvPr>
                <p:cNvSpPr/>
                <p:nvPr/>
              </p:nvSpPr>
              <p:spPr>
                <a:xfrm>
                  <a:off x="5716903" y="1897985"/>
                  <a:ext cx="3834" cy="21589"/>
                </a:xfrm>
                <a:custGeom>
                  <a:avLst/>
                  <a:gdLst>
                    <a:gd name="connsiteX0" fmla="*/ 3835 w 3834"/>
                    <a:gd name="connsiteY0" fmla="*/ 21589 h 21589"/>
                    <a:gd name="connsiteX1" fmla="*/ 1662 w 3834"/>
                    <a:gd name="connsiteY1" fmla="*/ 0 h 21589"/>
                    <a:gd name="connsiteX2" fmla="*/ 3835 w 3834"/>
                    <a:gd name="connsiteY2" fmla="*/ 21589 h 21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34" h="21589">
                      <a:moveTo>
                        <a:pt x="3835" y="21589"/>
                      </a:moveTo>
                      <a:cubicBezTo>
                        <a:pt x="3835" y="21589"/>
                        <a:pt x="-3081" y="20126"/>
                        <a:pt x="1662" y="0"/>
                      </a:cubicBezTo>
                      <a:cubicBezTo>
                        <a:pt x="1662" y="0"/>
                        <a:pt x="-1574" y="15649"/>
                        <a:pt x="3835" y="21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68" name="Forme libre : forme 24867">
                  <a:extLst>
                    <a:ext uri="{FF2B5EF4-FFF2-40B4-BE49-F238E27FC236}">
                      <a16:creationId xmlns:a16="http://schemas.microsoft.com/office/drawing/2014/main" id="{F57AFE1B-FCE1-455A-A4E2-44C614B95616}"/>
                    </a:ext>
                  </a:extLst>
                </p:cNvPr>
                <p:cNvSpPr/>
                <p:nvPr/>
              </p:nvSpPr>
              <p:spPr>
                <a:xfrm>
                  <a:off x="5748799" y="1858620"/>
                  <a:ext cx="3397" cy="23894"/>
                </a:xfrm>
                <a:custGeom>
                  <a:avLst/>
                  <a:gdLst>
                    <a:gd name="connsiteX0" fmla="*/ 399 w 3397"/>
                    <a:gd name="connsiteY0" fmla="*/ 23894 h 23894"/>
                    <a:gd name="connsiteX1" fmla="*/ 0 w 3397"/>
                    <a:gd name="connsiteY1" fmla="*/ 0 h 23894"/>
                    <a:gd name="connsiteX2" fmla="*/ 399 w 3397"/>
                    <a:gd name="connsiteY2" fmla="*/ 23894 h 23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97" h="23894">
                      <a:moveTo>
                        <a:pt x="399" y="23894"/>
                      </a:moveTo>
                      <a:cubicBezTo>
                        <a:pt x="399" y="23894"/>
                        <a:pt x="7403" y="5275"/>
                        <a:pt x="0" y="0"/>
                      </a:cubicBezTo>
                      <a:cubicBezTo>
                        <a:pt x="0" y="0"/>
                        <a:pt x="5630" y="6561"/>
                        <a:pt x="399" y="238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69" name="Forme libre : forme 24868">
                  <a:extLst>
                    <a:ext uri="{FF2B5EF4-FFF2-40B4-BE49-F238E27FC236}">
                      <a16:creationId xmlns:a16="http://schemas.microsoft.com/office/drawing/2014/main" id="{909099ED-9C57-44BD-AFA6-8CA20CDDB7D4}"/>
                    </a:ext>
                  </a:extLst>
                </p:cNvPr>
                <p:cNvSpPr/>
                <p:nvPr/>
              </p:nvSpPr>
              <p:spPr>
                <a:xfrm>
                  <a:off x="5729905" y="1891756"/>
                  <a:ext cx="5866" cy="10947"/>
                </a:xfrm>
                <a:custGeom>
                  <a:avLst/>
                  <a:gdLst>
                    <a:gd name="connsiteX0" fmla="*/ 143 w 5866"/>
                    <a:gd name="connsiteY0" fmla="*/ 10707 h 10947"/>
                    <a:gd name="connsiteX1" fmla="*/ 2004 w 5866"/>
                    <a:gd name="connsiteY1" fmla="*/ 3836 h 10947"/>
                    <a:gd name="connsiteX2" fmla="*/ 5728 w 5866"/>
                    <a:gd name="connsiteY2" fmla="*/ 245 h 10947"/>
                    <a:gd name="connsiteX3" fmla="*/ 3822 w 5866"/>
                    <a:gd name="connsiteY3" fmla="*/ 7072 h 10947"/>
                    <a:gd name="connsiteX4" fmla="*/ 143 w 5866"/>
                    <a:gd name="connsiteY4" fmla="*/ 10707 h 10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66" h="10947">
                      <a:moveTo>
                        <a:pt x="143" y="10707"/>
                      </a:moveTo>
                      <a:cubicBezTo>
                        <a:pt x="-345" y="9820"/>
                        <a:pt x="453" y="6717"/>
                        <a:pt x="2004" y="3836"/>
                      </a:cubicBezTo>
                      <a:cubicBezTo>
                        <a:pt x="3556" y="954"/>
                        <a:pt x="5196" y="-642"/>
                        <a:pt x="5728" y="245"/>
                      </a:cubicBezTo>
                      <a:cubicBezTo>
                        <a:pt x="6216" y="1131"/>
                        <a:pt x="5374" y="4190"/>
                        <a:pt x="3822" y="7072"/>
                      </a:cubicBezTo>
                      <a:cubicBezTo>
                        <a:pt x="2270" y="9953"/>
                        <a:pt x="675" y="11594"/>
                        <a:pt x="143" y="1070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70" name="Forme libre : forme 24869">
                  <a:extLst>
                    <a:ext uri="{FF2B5EF4-FFF2-40B4-BE49-F238E27FC236}">
                      <a16:creationId xmlns:a16="http://schemas.microsoft.com/office/drawing/2014/main" id="{B560EF76-5597-4D5A-8F8D-9495745B504C}"/>
                    </a:ext>
                  </a:extLst>
                </p:cNvPr>
                <p:cNvSpPr/>
                <p:nvPr/>
              </p:nvSpPr>
              <p:spPr>
                <a:xfrm>
                  <a:off x="5729554" y="1901071"/>
                  <a:ext cx="1696" cy="3139"/>
                </a:xfrm>
                <a:custGeom>
                  <a:avLst/>
                  <a:gdLst>
                    <a:gd name="connsiteX0" fmla="*/ 272 w 1696"/>
                    <a:gd name="connsiteY0" fmla="*/ 3121 h 3139"/>
                    <a:gd name="connsiteX1" fmla="*/ 228 w 1696"/>
                    <a:gd name="connsiteY1" fmla="*/ 1348 h 3139"/>
                    <a:gd name="connsiteX2" fmla="*/ 1424 w 1696"/>
                    <a:gd name="connsiteY2" fmla="*/ 18 h 3139"/>
                    <a:gd name="connsiteX3" fmla="*/ 1469 w 1696"/>
                    <a:gd name="connsiteY3" fmla="*/ 1791 h 3139"/>
                    <a:gd name="connsiteX4" fmla="*/ 272 w 1696"/>
                    <a:gd name="connsiteY4" fmla="*/ 3121 h 3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6" h="3139">
                      <a:moveTo>
                        <a:pt x="272" y="3121"/>
                      </a:moveTo>
                      <a:cubicBezTo>
                        <a:pt x="-83" y="2988"/>
                        <a:pt x="-83" y="2190"/>
                        <a:pt x="228" y="1348"/>
                      </a:cubicBezTo>
                      <a:cubicBezTo>
                        <a:pt x="538" y="506"/>
                        <a:pt x="1070" y="-115"/>
                        <a:pt x="1424" y="18"/>
                      </a:cubicBezTo>
                      <a:cubicBezTo>
                        <a:pt x="1779" y="151"/>
                        <a:pt x="1779" y="949"/>
                        <a:pt x="1469" y="1791"/>
                      </a:cubicBezTo>
                      <a:cubicBezTo>
                        <a:pt x="1158" y="2633"/>
                        <a:pt x="626" y="3254"/>
                        <a:pt x="272" y="3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71" name="Forme libre : forme 24870">
                  <a:extLst>
                    <a:ext uri="{FF2B5EF4-FFF2-40B4-BE49-F238E27FC236}">
                      <a16:creationId xmlns:a16="http://schemas.microsoft.com/office/drawing/2014/main" id="{B5B5DCEF-2EC2-4217-B23D-4ED7C59942B6}"/>
                    </a:ext>
                  </a:extLst>
                </p:cNvPr>
                <p:cNvSpPr/>
                <p:nvPr/>
              </p:nvSpPr>
              <p:spPr>
                <a:xfrm>
                  <a:off x="5723236" y="1893944"/>
                  <a:ext cx="19027" cy="24201"/>
                </a:xfrm>
                <a:custGeom>
                  <a:avLst/>
                  <a:gdLst>
                    <a:gd name="connsiteX0" fmla="*/ 7255 w 19027"/>
                    <a:gd name="connsiteY0" fmla="*/ 23281 h 24201"/>
                    <a:gd name="connsiteX1" fmla="*/ 1048 w 19027"/>
                    <a:gd name="connsiteY1" fmla="*/ 23591 h 24201"/>
                    <a:gd name="connsiteX2" fmla="*/ 162 w 19027"/>
                    <a:gd name="connsiteY2" fmla="*/ 20754 h 24201"/>
                    <a:gd name="connsiteX3" fmla="*/ 2422 w 19027"/>
                    <a:gd name="connsiteY3" fmla="*/ 17740 h 24201"/>
                    <a:gd name="connsiteX4" fmla="*/ 9914 w 19027"/>
                    <a:gd name="connsiteY4" fmla="*/ 12642 h 24201"/>
                    <a:gd name="connsiteX5" fmla="*/ 18958 w 19027"/>
                    <a:gd name="connsiteY5" fmla="*/ 539 h 24201"/>
                    <a:gd name="connsiteX6" fmla="*/ 12752 w 19027"/>
                    <a:gd name="connsiteY6" fmla="*/ 17563 h 24201"/>
                    <a:gd name="connsiteX7" fmla="*/ 7255 w 19027"/>
                    <a:gd name="connsiteY7" fmla="*/ 23281 h 24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027" h="24201">
                      <a:moveTo>
                        <a:pt x="7255" y="23281"/>
                      </a:moveTo>
                      <a:cubicBezTo>
                        <a:pt x="4905" y="24567"/>
                        <a:pt x="2866" y="24345"/>
                        <a:pt x="1048" y="23591"/>
                      </a:cubicBezTo>
                      <a:cubicBezTo>
                        <a:pt x="383" y="23326"/>
                        <a:pt x="-326" y="22528"/>
                        <a:pt x="162" y="20754"/>
                      </a:cubicBezTo>
                      <a:cubicBezTo>
                        <a:pt x="605" y="19158"/>
                        <a:pt x="1625" y="18227"/>
                        <a:pt x="2422" y="17740"/>
                      </a:cubicBezTo>
                      <a:cubicBezTo>
                        <a:pt x="4905" y="16277"/>
                        <a:pt x="7343" y="15922"/>
                        <a:pt x="9914" y="12642"/>
                      </a:cubicBezTo>
                      <a:cubicBezTo>
                        <a:pt x="11510" y="10603"/>
                        <a:pt x="18204" y="-2830"/>
                        <a:pt x="18958" y="539"/>
                      </a:cubicBezTo>
                      <a:cubicBezTo>
                        <a:pt x="19667" y="3864"/>
                        <a:pt x="14746" y="14548"/>
                        <a:pt x="12752" y="17563"/>
                      </a:cubicBezTo>
                      <a:cubicBezTo>
                        <a:pt x="11023" y="20400"/>
                        <a:pt x="9028" y="22306"/>
                        <a:pt x="7255" y="2328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42" name="Graphique 2">
                <a:extLst>
                  <a:ext uri="{FF2B5EF4-FFF2-40B4-BE49-F238E27FC236}">
                    <a16:creationId xmlns:a16="http://schemas.microsoft.com/office/drawing/2014/main" id="{22ACD9ED-3893-467C-8782-7F88E41E7A45}"/>
                  </a:ext>
                </a:extLst>
              </p:cNvPr>
              <p:cNvGrpSpPr/>
              <p:nvPr/>
            </p:nvGrpSpPr>
            <p:grpSpPr>
              <a:xfrm>
                <a:off x="5693641" y="1921060"/>
                <a:ext cx="35450" cy="69219"/>
                <a:chOff x="5693641" y="1921060"/>
                <a:chExt cx="35450" cy="69219"/>
              </a:xfrm>
              <a:solidFill>
                <a:schemeClr val="accent1"/>
              </a:solidFill>
            </p:grpSpPr>
            <p:sp>
              <p:nvSpPr>
                <p:cNvPr id="24848" name="Forme libre : forme 24847">
                  <a:extLst>
                    <a:ext uri="{FF2B5EF4-FFF2-40B4-BE49-F238E27FC236}">
                      <a16:creationId xmlns:a16="http://schemas.microsoft.com/office/drawing/2014/main" id="{C7B914DF-C6D2-43C4-A4B4-0C33C7526945}"/>
                    </a:ext>
                  </a:extLst>
                </p:cNvPr>
                <p:cNvSpPr/>
                <p:nvPr/>
              </p:nvSpPr>
              <p:spPr>
                <a:xfrm>
                  <a:off x="5693641" y="1921060"/>
                  <a:ext cx="35450" cy="69219"/>
                </a:xfrm>
                <a:custGeom>
                  <a:avLst/>
                  <a:gdLst>
                    <a:gd name="connsiteX0" fmla="*/ 2227 w 35450"/>
                    <a:gd name="connsiteY0" fmla="*/ 43511 h 69219"/>
                    <a:gd name="connsiteX1" fmla="*/ 10162 w 35450"/>
                    <a:gd name="connsiteY1" fmla="*/ 18464 h 69219"/>
                    <a:gd name="connsiteX2" fmla="*/ 25501 w 35450"/>
                    <a:gd name="connsiteY2" fmla="*/ 199 h 69219"/>
                    <a:gd name="connsiteX3" fmla="*/ 31752 w 35450"/>
                    <a:gd name="connsiteY3" fmla="*/ 2372 h 69219"/>
                    <a:gd name="connsiteX4" fmla="*/ 32727 w 35450"/>
                    <a:gd name="connsiteY4" fmla="*/ 26000 h 69219"/>
                    <a:gd name="connsiteX5" fmla="*/ 24614 w 35450"/>
                    <a:gd name="connsiteY5" fmla="*/ 50515 h 69219"/>
                    <a:gd name="connsiteX6" fmla="*/ 10029 w 35450"/>
                    <a:gd name="connsiteY6" fmla="*/ 69090 h 69219"/>
                    <a:gd name="connsiteX7" fmla="*/ 3912 w 35450"/>
                    <a:gd name="connsiteY7" fmla="*/ 67272 h 69219"/>
                    <a:gd name="connsiteX8" fmla="*/ 2227 w 35450"/>
                    <a:gd name="connsiteY8" fmla="*/ 43511 h 6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450" h="69219">
                      <a:moveTo>
                        <a:pt x="2227" y="43511"/>
                      </a:moveTo>
                      <a:cubicBezTo>
                        <a:pt x="4798" y="35132"/>
                        <a:pt x="7458" y="26798"/>
                        <a:pt x="10162" y="18464"/>
                      </a:cubicBezTo>
                      <a:cubicBezTo>
                        <a:pt x="13975" y="6760"/>
                        <a:pt x="20935" y="-1397"/>
                        <a:pt x="25501" y="199"/>
                      </a:cubicBezTo>
                      <a:lnTo>
                        <a:pt x="31752" y="2372"/>
                      </a:lnTo>
                      <a:cubicBezTo>
                        <a:pt x="36318" y="3967"/>
                        <a:pt x="36672" y="14563"/>
                        <a:pt x="32727" y="26000"/>
                      </a:cubicBezTo>
                      <a:cubicBezTo>
                        <a:pt x="29978" y="34157"/>
                        <a:pt x="27230" y="42314"/>
                        <a:pt x="24614" y="50515"/>
                      </a:cubicBezTo>
                      <a:cubicBezTo>
                        <a:pt x="20935" y="61997"/>
                        <a:pt x="14463" y="70375"/>
                        <a:pt x="10029" y="69090"/>
                      </a:cubicBezTo>
                      <a:lnTo>
                        <a:pt x="3912" y="67272"/>
                      </a:lnTo>
                      <a:cubicBezTo>
                        <a:pt x="-477" y="66031"/>
                        <a:pt x="-1364" y="55303"/>
                        <a:pt x="2227" y="4351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49" name="Forme libre : forme 24848">
                  <a:extLst>
                    <a:ext uri="{FF2B5EF4-FFF2-40B4-BE49-F238E27FC236}">
                      <a16:creationId xmlns:a16="http://schemas.microsoft.com/office/drawing/2014/main" id="{1BE5D10F-36AF-45DD-9CD7-3A97E67F50D0}"/>
                    </a:ext>
                  </a:extLst>
                </p:cNvPr>
                <p:cNvSpPr/>
                <p:nvPr/>
              </p:nvSpPr>
              <p:spPr>
                <a:xfrm>
                  <a:off x="5693641" y="1921105"/>
                  <a:ext cx="28205" cy="67359"/>
                </a:xfrm>
                <a:custGeom>
                  <a:avLst/>
                  <a:gdLst>
                    <a:gd name="connsiteX0" fmla="*/ 16147 w 28205"/>
                    <a:gd name="connsiteY0" fmla="*/ 25334 h 67359"/>
                    <a:gd name="connsiteX1" fmla="*/ 28205 w 28205"/>
                    <a:gd name="connsiteY1" fmla="*/ 1129 h 67359"/>
                    <a:gd name="connsiteX2" fmla="*/ 25501 w 28205"/>
                    <a:gd name="connsiteY2" fmla="*/ 199 h 67359"/>
                    <a:gd name="connsiteX3" fmla="*/ 10162 w 28205"/>
                    <a:gd name="connsiteY3" fmla="*/ 18463 h 67359"/>
                    <a:gd name="connsiteX4" fmla="*/ 2227 w 28205"/>
                    <a:gd name="connsiteY4" fmla="*/ 43510 h 67359"/>
                    <a:gd name="connsiteX5" fmla="*/ 3912 w 28205"/>
                    <a:gd name="connsiteY5" fmla="*/ 67316 h 67359"/>
                    <a:gd name="connsiteX6" fmla="*/ 4089 w 28205"/>
                    <a:gd name="connsiteY6" fmla="*/ 67360 h 67359"/>
                    <a:gd name="connsiteX7" fmla="*/ 16147 w 28205"/>
                    <a:gd name="connsiteY7" fmla="*/ 25334 h 67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205" h="67359">
                      <a:moveTo>
                        <a:pt x="16147" y="25334"/>
                      </a:moveTo>
                      <a:cubicBezTo>
                        <a:pt x="18364" y="15138"/>
                        <a:pt x="23151" y="5430"/>
                        <a:pt x="28205" y="1129"/>
                      </a:cubicBezTo>
                      <a:lnTo>
                        <a:pt x="25501" y="199"/>
                      </a:lnTo>
                      <a:cubicBezTo>
                        <a:pt x="20979" y="-1397"/>
                        <a:pt x="13975" y="6804"/>
                        <a:pt x="10162" y="18463"/>
                      </a:cubicBezTo>
                      <a:cubicBezTo>
                        <a:pt x="7458" y="26797"/>
                        <a:pt x="4798" y="35131"/>
                        <a:pt x="2227" y="43510"/>
                      </a:cubicBezTo>
                      <a:cubicBezTo>
                        <a:pt x="-1364" y="55258"/>
                        <a:pt x="-477" y="66030"/>
                        <a:pt x="3912" y="67316"/>
                      </a:cubicBezTo>
                      <a:lnTo>
                        <a:pt x="4089" y="67360"/>
                      </a:lnTo>
                      <a:cubicBezTo>
                        <a:pt x="7857" y="52908"/>
                        <a:pt x="13000" y="39697"/>
                        <a:pt x="16147" y="2533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50" name="Forme libre : forme 24849">
                  <a:extLst>
                    <a:ext uri="{FF2B5EF4-FFF2-40B4-BE49-F238E27FC236}">
                      <a16:creationId xmlns:a16="http://schemas.microsoft.com/office/drawing/2014/main" id="{30C6BC7A-DF5B-4221-9C49-FC74C822CE9C}"/>
                    </a:ext>
                  </a:extLst>
                </p:cNvPr>
                <p:cNvSpPr/>
                <p:nvPr/>
              </p:nvSpPr>
              <p:spPr>
                <a:xfrm>
                  <a:off x="5702670" y="1944685"/>
                  <a:ext cx="12953" cy="30623"/>
                </a:xfrm>
                <a:custGeom>
                  <a:avLst/>
                  <a:gdLst>
                    <a:gd name="connsiteX0" fmla="*/ 1621 w 12953"/>
                    <a:gd name="connsiteY0" fmla="*/ 30569 h 30623"/>
                    <a:gd name="connsiteX1" fmla="*/ 2153 w 12953"/>
                    <a:gd name="connsiteY1" fmla="*/ 13945 h 30623"/>
                    <a:gd name="connsiteX2" fmla="*/ 11374 w 12953"/>
                    <a:gd name="connsiteY2" fmla="*/ 69 h 30623"/>
                    <a:gd name="connsiteX3" fmla="*/ 10664 w 12953"/>
                    <a:gd name="connsiteY3" fmla="*/ 16649 h 30623"/>
                    <a:gd name="connsiteX4" fmla="*/ 1621 w 12953"/>
                    <a:gd name="connsiteY4" fmla="*/ 30569 h 30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53" h="30623">
                      <a:moveTo>
                        <a:pt x="1621" y="30569"/>
                      </a:moveTo>
                      <a:cubicBezTo>
                        <a:pt x="-684" y="29859"/>
                        <a:pt x="-551" y="22368"/>
                        <a:pt x="2153" y="13945"/>
                      </a:cubicBezTo>
                      <a:cubicBezTo>
                        <a:pt x="4813" y="5477"/>
                        <a:pt x="9024" y="-729"/>
                        <a:pt x="11374" y="69"/>
                      </a:cubicBezTo>
                      <a:cubicBezTo>
                        <a:pt x="13768" y="867"/>
                        <a:pt x="13369" y="8270"/>
                        <a:pt x="10664" y="16649"/>
                      </a:cubicBezTo>
                      <a:cubicBezTo>
                        <a:pt x="7916" y="25027"/>
                        <a:pt x="3970" y="31278"/>
                        <a:pt x="1621" y="30569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51" name="Forme libre : forme 24850">
                  <a:extLst>
                    <a:ext uri="{FF2B5EF4-FFF2-40B4-BE49-F238E27FC236}">
                      <a16:creationId xmlns:a16="http://schemas.microsoft.com/office/drawing/2014/main" id="{DA6916DB-300C-480B-BC5B-78AA19B56712}"/>
                    </a:ext>
                  </a:extLst>
                </p:cNvPr>
                <p:cNvSpPr/>
                <p:nvPr/>
              </p:nvSpPr>
              <p:spPr>
                <a:xfrm>
                  <a:off x="5703094" y="1944685"/>
                  <a:ext cx="12524" cy="20948"/>
                </a:xfrm>
                <a:custGeom>
                  <a:avLst/>
                  <a:gdLst>
                    <a:gd name="connsiteX0" fmla="*/ 12280 w 12524"/>
                    <a:gd name="connsiteY0" fmla="*/ 7916 h 20948"/>
                    <a:gd name="connsiteX1" fmla="*/ 10950 w 12524"/>
                    <a:gd name="connsiteY1" fmla="*/ 69 h 20948"/>
                    <a:gd name="connsiteX2" fmla="*/ 1729 w 12524"/>
                    <a:gd name="connsiteY2" fmla="*/ 13945 h 20948"/>
                    <a:gd name="connsiteX3" fmla="*/ 0 w 12524"/>
                    <a:gd name="connsiteY3" fmla="*/ 20949 h 20948"/>
                    <a:gd name="connsiteX4" fmla="*/ 1507 w 12524"/>
                    <a:gd name="connsiteY4" fmla="*/ 17225 h 20948"/>
                    <a:gd name="connsiteX5" fmla="*/ 12280 w 12524"/>
                    <a:gd name="connsiteY5" fmla="*/ 7916 h 20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24" h="20948">
                      <a:moveTo>
                        <a:pt x="12280" y="7916"/>
                      </a:moveTo>
                      <a:cubicBezTo>
                        <a:pt x="12856" y="3660"/>
                        <a:pt x="12413" y="557"/>
                        <a:pt x="10950" y="69"/>
                      </a:cubicBezTo>
                      <a:cubicBezTo>
                        <a:pt x="8600" y="-729"/>
                        <a:pt x="4389" y="5477"/>
                        <a:pt x="1729" y="13945"/>
                      </a:cubicBezTo>
                      <a:cubicBezTo>
                        <a:pt x="931" y="16427"/>
                        <a:pt x="355" y="18821"/>
                        <a:pt x="0" y="20949"/>
                      </a:cubicBezTo>
                      <a:cubicBezTo>
                        <a:pt x="399" y="19663"/>
                        <a:pt x="931" y="18422"/>
                        <a:pt x="1507" y="17225"/>
                      </a:cubicBezTo>
                      <a:cubicBezTo>
                        <a:pt x="4921" y="10886"/>
                        <a:pt x="9576" y="6453"/>
                        <a:pt x="12280" y="7916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52" name="Forme libre : forme 24851">
                  <a:extLst>
                    <a:ext uri="{FF2B5EF4-FFF2-40B4-BE49-F238E27FC236}">
                      <a16:creationId xmlns:a16="http://schemas.microsoft.com/office/drawing/2014/main" id="{620DC0AB-B5FF-47B7-8066-C32EE8AF9E32}"/>
                    </a:ext>
                  </a:extLst>
                </p:cNvPr>
                <p:cNvSpPr/>
                <p:nvPr/>
              </p:nvSpPr>
              <p:spPr>
                <a:xfrm>
                  <a:off x="5701252" y="1945927"/>
                  <a:ext cx="12908" cy="30667"/>
                </a:xfrm>
                <a:custGeom>
                  <a:avLst/>
                  <a:gdLst>
                    <a:gd name="connsiteX0" fmla="*/ 1621 w 12908"/>
                    <a:gd name="connsiteY0" fmla="*/ 30613 h 30667"/>
                    <a:gd name="connsiteX1" fmla="*/ 2153 w 12908"/>
                    <a:gd name="connsiteY1" fmla="*/ 13945 h 30667"/>
                    <a:gd name="connsiteX2" fmla="*/ 11329 w 12908"/>
                    <a:gd name="connsiteY2" fmla="*/ 69 h 30667"/>
                    <a:gd name="connsiteX3" fmla="*/ 10620 w 12908"/>
                    <a:gd name="connsiteY3" fmla="*/ 16693 h 30667"/>
                    <a:gd name="connsiteX4" fmla="*/ 1621 w 12908"/>
                    <a:gd name="connsiteY4" fmla="*/ 30613 h 30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08" h="30667">
                      <a:moveTo>
                        <a:pt x="1621" y="30613"/>
                      </a:moveTo>
                      <a:cubicBezTo>
                        <a:pt x="-684" y="29904"/>
                        <a:pt x="-551" y="22412"/>
                        <a:pt x="2153" y="13945"/>
                      </a:cubicBezTo>
                      <a:cubicBezTo>
                        <a:pt x="4813" y="5477"/>
                        <a:pt x="8980" y="-729"/>
                        <a:pt x="11329" y="69"/>
                      </a:cubicBezTo>
                      <a:cubicBezTo>
                        <a:pt x="13723" y="867"/>
                        <a:pt x="13324" y="8270"/>
                        <a:pt x="10620" y="16693"/>
                      </a:cubicBezTo>
                      <a:cubicBezTo>
                        <a:pt x="7916" y="25027"/>
                        <a:pt x="3970" y="31322"/>
                        <a:pt x="1621" y="3061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53" name="Forme libre : forme 24852">
                  <a:extLst>
                    <a:ext uri="{FF2B5EF4-FFF2-40B4-BE49-F238E27FC236}">
                      <a16:creationId xmlns:a16="http://schemas.microsoft.com/office/drawing/2014/main" id="{50AE4F56-C6C3-441A-A397-0DCCDAF8CA78}"/>
                    </a:ext>
                  </a:extLst>
                </p:cNvPr>
                <p:cNvSpPr/>
                <p:nvPr/>
              </p:nvSpPr>
              <p:spPr>
                <a:xfrm>
                  <a:off x="5699441" y="1930962"/>
                  <a:ext cx="24391" cy="37256"/>
                </a:xfrm>
                <a:custGeom>
                  <a:avLst/>
                  <a:gdLst>
                    <a:gd name="connsiteX0" fmla="*/ 18372 w 24391"/>
                    <a:gd name="connsiteY0" fmla="*/ 715 h 37256"/>
                    <a:gd name="connsiteX1" fmla="*/ 14027 w 24391"/>
                    <a:gd name="connsiteY1" fmla="*/ 405 h 37256"/>
                    <a:gd name="connsiteX2" fmla="*/ 4673 w 24391"/>
                    <a:gd name="connsiteY2" fmla="*/ 14369 h 37256"/>
                    <a:gd name="connsiteX3" fmla="*/ 107 w 24391"/>
                    <a:gd name="connsiteY3" fmla="*/ 30683 h 37256"/>
                    <a:gd name="connsiteX4" fmla="*/ 2324 w 24391"/>
                    <a:gd name="connsiteY4" fmla="*/ 37066 h 37256"/>
                    <a:gd name="connsiteX5" fmla="*/ 6003 w 24391"/>
                    <a:gd name="connsiteY5" fmla="*/ 32323 h 37256"/>
                    <a:gd name="connsiteX6" fmla="*/ 14869 w 24391"/>
                    <a:gd name="connsiteY6" fmla="*/ 20797 h 37256"/>
                    <a:gd name="connsiteX7" fmla="*/ 24267 w 24391"/>
                    <a:gd name="connsiteY7" fmla="*/ 7143 h 37256"/>
                    <a:gd name="connsiteX8" fmla="*/ 18372 w 24391"/>
                    <a:gd name="connsiteY8" fmla="*/ 715 h 37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391" h="37256">
                      <a:moveTo>
                        <a:pt x="18372" y="715"/>
                      </a:moveTo>
                      <a:cubicBezTo>
                        <a:pt x="17086" y="139"/>
                        <a:pt x="15712" y="-393"/>
                        <a:pt x="14027" y="405"/>
                      </a:cubicBezTo>
                      <a:cubicBezTo>
                        <a:pt x="10880" y="1956"/>
                        <a:pt x="7289" y="8074"/>
                        <a:pt x="4673" y="14369"/>
                      </a:cubicBezTo>
                      <a:cubicBezTo>
                        <a:pt x="2457" y="19600"/>
                        <a:pt x="639" y="25496"/>
                        <a:pt x="107" y="30683"/>
                      </a:cubicBezTo>
                      <a:cubicBezTo>
                        <a:pt x="-292" y="34540"/>
                        <a:pt x="418" y="38130"/>
                        <a:pt x="2324" y="37066"/>
                      </a:cubicBezTo>
                      <a:cubicBezTo>
                        <a:pt x="3521" y="36402"/>
                        <a:pt x="4762" y="34229"/>
                        <a:pt x="6003" y="32323"/>
                      </a:cubicBezTo>
                      <a:cubicBezTo>
                        <a:pt x="8885" y="27757"/>
                        <a:pt x="11855" y="23856"/>
                        <a:pt x="14869" y="20797"/>
                      </a:cubicBezTo>
                      <a:cubicBezTo>
                        <a:pt x="17441" y="18181"/>
                        <a:pt x="23071" y="13793"/>
                        <a:pt x="24267" y="7143"/>
                      </a:cubicBezTo>
                      <a:cubicBezTo>
                        <a:pt x="25243" y="1114"/>
                        <a:pt x="20189" y="1513"/>
                        <a:pt x="18372" y="71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54" name="Forme libre : forme 24853">
                  <a:extLst>
                    <a:ext uri="{FF2B5EF4-FFF2-40B4-BE49-F238E27FC236}">
                      <a16:creationId xmlns:a16="http://schemas.microsoft.com/office/drawing/2014/main" id="{FE026DA3-10C2-4A95-89FF-6CE59EA4A7D5}"/>
                    </a:ext>
                  </a:extLst>
                </p:cNvPr>
                <p:cNvSpPr/>
                <p:nvPr/>
              </p:nvSpPr>
              <p:spPr>
                <a:xfrm>
                  <a:off x="5716642" y="1939285"/>
                  <a:ext cx="4022" cy="13229"/>
                </a:xfrm>
                <a:custGeom>
                  <a:avLst/>
                  <a:gdLst>
                    <a:gd name="connsiteX0" fmla="*/ 3608 w 4022"/>
                    <a:gd name="connsiteY0" fmla="*/ 1036 h 13229"/>
                    <a:gd name="connsiteX1" fmla="*/ 2943 w 4022"/>
                    <a:gd name="connsiteY1" fmla="*/ 16 h 13229"/>
                    <a:gd name="connsiteX2" fmla="*/ 1746 w 4022"/>
                    <a:gd name="connsiteY2" fmla="*/ 903 h 13229"/>
                    <a:gd name="connsiteX3" fmla="*/ 1037 w 4022"/>
                    <a:gd name="connsiteY3" fmla="*/ 3120 h 13229"/>
                    <a:gd name="connsiteX4" fmla="*/ 106 w 4022"/>
                    <a:gd name="connsiteY4" fmla="*/ 8794 h 13229"/>
                    <a:gd name="connsiteX5" fmla="*/ 17 w 4022"/>
                    <a:gd name="connsiteY5" fmla="*/ 10922 h 13229"/>
                    <a:gd name="connsiteX6" fmla="*/ 3298 w 4022"/>
                    <a:gd name="connsiteY6" fmla="*/ 10213 h 13229"/>
                    <a:gd name="connsiteX7" fmla="*/ 3608 w 4022"/>
                    <a:gd name="connsiteY7" fmla="*/ 1036 h 13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22" h="13229">
                      <a:moveTo>
                        <a:pt x="3608" y="1036"/>
                      </a:moveTo>
                      <a:cubicBezTo>
                        <a:pt x="3475" y="548"/>
                        <a:pt x="3254" y="105"/>
                        <a:pt x="2943" y="16"/>
                      </a:cubicBezTo>
                      <a:cubicBezTo>
                        <a:pt x="2633" y="-72"/>
                        <a:pt x="2145" y="194"/>
                        <a:pt x="1746" y="903"/>
                      </a:cubicBezTo>
                      <a:cubicBezTo>
                        <a:pt x="1392" y="1568"/>
                        <a:pt x="1214" y="2366"/>
                        <a:pt x="1037" y="3120"/>
                      </a:cubicBezTo>
                      <a:cubicBezTo>
                        <a:pt x="638" y="5070"/>
                        <a:pt x="328" y="6976"/>
                        <a:pt x="106" y="8794"/>
                      </a:cubicBezTo>
                      <a:cubicBezTo>
                        <a:pt x="17" y="9548"/>
                        <a:pt x="-27" y="10301"/>
                        <a:pt x="17" y="10922"/>
                      </a:cubicBezTo>
                      <a:cubicBezTo>
                        <a:pt x="195" y="13537"/>
                        <a:pt x="2101" y="14690"/>
                        <a:pt x="3298" y="10213"/>
                      </a:cubicBezTo>
                      <a:cubicBezTo>
                        <a:pt x="4229" y="6710"/>
                        <a:pt x="4184" y="3031"/>
                        <a:pt x="3608" y="103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55" name="Forme libre : forme 24854">
                  <a:extLst>
                    <a:ext uri="{FF2B5EF4-FFF2-40B4-BE49-F238E27FC236}">
                      <a16:creationId xmlns:a16="http://schemas.microsoft.com/office/drawing/2014/main" id="{4869C0D2-8552-45A7-A581-DE1F3ACD2955}"/>
                    </a:ext>
                  </a:extLst>
                </p:cNvPr>
                <p:cNvSpPr/>
                <p:nvPr/>
              </p:nvSpPr>
              <p:spPr>
                <a:xfrm>
                  <a:off x="5694987" y="1965235"/>
                  <a:ext cx="4073" cy="21367"/>
                </a:xfrm>
                <a:custGeom>
                  <a:avLst/>
                  <a:gdLst>
                    <a:gd name="connsiteX0" fmla="*/ 4073 w 4073"/>
                    <a:gd name="connsiteY0" fmla="*/ 21368 h 21367"/>
                    <a:gd name="connsiteX1" fmla="*/ 1192 w 4073"/>
                    <a:gd name="connsiteY1" fmla="*/ 0 h 21367"/>
                    <a:gd name="connsiteX2" fmla="*/ 4073 w 4073"/>
                    <a:gd name="connsiteY2" fmla="*/ 21368 h 21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73" h="21367">
                      <a:moveTo>
                        <a:pt x="4073" y="21368"/>
                      </a:moveTo>
                      <a:cubicBezTo>
                        <a:pt x="4073" y="21368"/>
                        <a:pt x="-2665" y="20304"/>
                        <a:pt x="1192" y="0"/>
                      </a:cubicBezTo>
                      <a:cubicBezTo>
                        <a:pt x="1192" y="-44"/>
                        <a:pt x="-1379" y="15782"/>
                        <a:pt x="4073" y="213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56" name="Forme libre : forme 24855">
                  <a:extLst>
                    <a:ext uri="{FF2B5EF4-FFF2-40B4-BE49-F238E27FC236}">
                      <a16:creationId xmlns:a16="http://schemas.microsoft.com/office/drawing/2014/main" id="{EFC2EE94-7FF5-49D7-B4A6-CA25C4BECE1D}"/>
                    </a:ext>
                  </a:extLst>
                </p:cNvPr>
                <p:cNvSpPr/>
                <p:nvPr/>
              </p:nvSpPr>
              <p:spPr>
                <a:xfrm>
                  <a:off x="5724284" y="1924451"/>
                  <a:ext cx="3467" cy="23717"/>
                </a:xfrm>
                <a:custGeom>
                  <a:avLst/>
                  <a:gdLst>
                    <a:gd name="connsiteX0" fmla="*/ 1020 w 3467"/>
                    <a:gd name="connsiteY0" fmla="*/ 23717 h 23717"/>
                    <a:gd name="connsiteX1" fmla="*/ 3192 w 3467"/>
                    <a:gd name="connsiteY1" fmla="*/ 13698 h 23717"/>
                    <a:gd name="connsiteX2" fmla="*/ 0 w 3467"/>
                    <a:gd name="connsiteY2" fmla="*/ 0 h 23717"/>
                    <a:gd name="connsiteX3" fmla="*/ 1020 w 3467"/>
                    <a:gd name="connsiteY3" fmla="*/ 23717 h 23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" h="23717">
                      <a:moveTo>
                        <a:pt x="1020" y="23717"/>
                      </a:moveTo>
                      <a:cubicBezTo>
                        <a:pt x="1020" y="23717"/>
                        <a:pt x="2571" y="19018"/>
                        <a:pt x="3192" y="13698"/>
                      </a:cubicBezTo>
                      <a:cubicBezTo>
                        <a:pt x="3813" y="8379"/>
                        <a:pt x="3635" y="2438"/>
                        <a:pt x="0" y="0"/>
                      </a:cubicBezTo>
                      <a:cubicBezTo>
                        <a:pt x="0" y="0"/>
                        <a:pt x="5586" y="6206"/>
                        <a:pt x="1020" y="23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57" name="Forme libre : forme 24856">
                  <a:extLst>
                    <a:ext uri="{FF2B5EF4-FFF2-40B4-BE49-F238E27FC236}">
                      <a16:creationId xmlns:a16="http://schemas.microsoft.com/office/drawing/2014/main" id="{F79FD6E9-9D79-40E0-98C2-16418B13EF15}"/>
                    </a:ext>
                  </a:extLst>
                </p:cNvPr>
                <p:cNvSpPr/>
                <p:nvPr/>
              </p:nvSpPr>
              <p:spPr>
                <a:xfrm>
                  <a:off x="5707262" y="1958083"/>
                  <a:ext cx="5401" cy="11152"/>
                </a:xfrm>
                <a:custGeom>
                  <a:avLst/>
                  <a:gdLst>
                    <a:gd name="connsiteX0" fmla="*/ 177 w 5401"/>
                    <a:gd name="connsiteY0" fmla="*/ 10920 h 11152"/>
                    <a:gd name="connsiteX1" fmla="*/ 1772 w 5401"/>
                    <a:gd name="connsiteY1" fmla="*/ 4005 h 11152"/>
                    <a:gd name="connsiteX2" fmla="*/ 5230 w 5401"/>
                    <a:gd name="connsiteY2" fmla="*/ 236 h 11152"/>
                    <a:gd name="connsiteX3" fmla="*/ 3634 w 5401"/>
                    <a:gd name="connsiteY3" fmla="*/ 7152 h 11152"/>
                    <a:gd name="connsiteX4" fmla="*/ 177 w 5401"/>
                    <a:gd name="connsiteY4" fmla="*/ 10920 h 1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01" h="11152">
                      <a:moveTo>
                        <a:pt x="177" y="10920"/>
                      </a:moveTo>
                      <a:cubicBezTo>
                        <a:pt x="-355" y="10033"/>
                        <a:pt x="354" y="6930"/>
                        <a:pt x="1772" y="4005"/>
                      </a:cubicBezTo>
                      <a:cubicBezTo>
                        <a:pt x="3191" y="1034"/>
                        <a:pt x="4743" y="-650"/>
                        <a:pt x="5230" y="236"/>
                      </a:cubicBezTo>
                      <a:cubicBezTo>
                        <a:pt x="5762" y="1123"/>
                        <a:pt x="5009" y="4182"/>
                        <a:pt x="3634" y="7152"/>
                      </a:cubicBezTo>
                      <a:cubicBezTo>
                        <a:pt x="2216" y="10078"/>
                        <a:pt x="709" y="11807"/>
                        <a:pt x="177" y="1092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58" name="Forme libre : forme 24857">
                  <a:extLst>
                    <a:ext uri="{FF2B5EF4-FFF2-40B4-BE49-F238E27FC236}">
                      <a16:creationId xmlns:a16="http://schemas.microsoft.com/office/drawing/2014/main" id="{26902451-7B46-4205-A27F-64CDEA7C40F6}"/>
                    </a:ext>
                  </a:extLst>
                </p:cNvPr>
                <p:cNvSpPr/>
                <p:nvPr/>
              </p:nvSpPr>
              <p:spPr>
                <a:xfrm>
                  <a:off x="5707002" y="1967611"/>
                  <a:ext cx="1583" cy="3173"/>
                </a:xfrm>
                <a:custGeom>
                  <a:avLst/>
                  <a:gdLst>
                    <a:gd name="connsiteX0" fmla="*/ 304 w 1583"/>
                    <a:gd name="connsiteY0" fmla="*/ 3165 h 3173"/>
                    <a:gd name="connsiteX1" fmla="*/ 171 w 1583"/>
                    <a:gd name="connsiteY1" fmla="*/ 1392 h 3173"/>
                    <a:gd name="connsiteX2" fmla="*/ 1279 w 1583"/>
                    <a:gd name="connsiteY2" fmla="*/ 18 h 3173"/>
                    <a:gd name="connsiteX3" fmla="*/ 1412 w 1583"/>
                    <a:gd name="connsiteY3" fmla="*/ 1791 h 3173"/>
                    <a:gd name="connsiteX4" fmla="*/ 304 w 1583"/>
                    <a:gd name="connsiteY4" fmla="*/ 3165 h 3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3" h="3173">
                      <a:moveTo>
                        <a:pt x="304" y="3165"/>
                      </a:moveTo>
                      <a:cubicBezTo>
                        <a:pt x="-51" y="3077"/>
                        <a:pt x="-95" y="2279"/>
                        <a:pt x="171" y="1392"/>
                      </a:cubicBezTo>
                      <a:cubicBezTo>
                        <a:pt x="437" y="506"/>
                        <a:pt x="925" y="-115"/>
                        <a:pt x="1279" y="18"/>
                      </a:cubicBezTo>
                      <a:cubicBezTo>
                        <a:pt x="1634" y="107"/>
                        <a:pt x="1678" y="904"/>
                        <a:pt x="1412" y="1791"/>
                      </a:cubicBezTo>
                      <a:cubicBezTo>
                        <a:pt x="1102" y="2633"/>
                        <a:pt x="614" y="3254"/>
                        <a:pt x="304" y="31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59" name="Forme libre : forme 24858">
                  <a:extLst>
                    <a:ext uri="{FF2B5EF4-FFF2-40B4-BE49-F238E27FC236}">
                      <a16:creationId xmlns:a16="http://schemas.microsoft.com/office/drawing/2014/main" id="{27ED2FAA-3DDB-4022-84B6-8724CDB92ECF}"/>
                    </a:ext>
                  </a:extLst>
                </p:cNvPr>
                <p:cNvSpPr/>
                <p:nvPr/>
              </p:nvSpPr>
              <p:spPr>
                <a:xfrm>
                  <a:off x="5701334" y="1959898"/>
                  <a:ext cx="17681" cy="24907"/>
                </a:xfrm>
                <a:custGeom>
                  <a:avLst/>
                  <a:gdLst>
                    <a:gd name="connsiteX0" fmla="*/ 7036 w 17681"/>
                    <a:gd name="connsiteY0" fmla="*/ 23779 h 24907"/>
                    <a:gd name="connsiteX1" fmla="*/ 1051 w 17681"/>
                    <a:gd name="connsiteY1" fmla="*/ 24444 h 24907"/>
                    <a:gd name="connsiteX2" fmla="*/ 120 w 17681"/>
                    <a:gd name="connsiteY2" fmla="*/ 21695 h 24907"/>
                    <a:gd name="connsiteX3" fmla="*/ 2204 w 17681"/>
                    <a:gd name="connsiteY3" fmla="*/ 18548 h 24907"/>
                    <a:gd name="connsiteX4" fmla="*/ 9253 w 17681"/>
                    <a:gd name="connsiteY4" fmla="*/ 13050 h 24907"/>
                    <a:gd name="connsiteX5" fmla="*/ 17587 w 17681"/>
                    <a:gd name="connsiteY5" fmla="*/ 505 h 24907"/>
                    <a:gd name="connsiteX6" fmla="*/ 12178 w 17681"/>
                    <a:gd name="connsiteY6" fmla="*/ 17794 h 24907"/>
                    <a:gd name="connsiteX7" fmla="*/ 7036 w 17681"/>
                    <a:gd name="connsiteY7" fmla="*/ 23779 h 24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681" h="24907">
                      <a:moveTo>
                        <a:pt x="7036" y="23779"/>
                      </a:moveTo>
                      <a:cubicBezTo>
                        <a:pt x="4820" y="25197"/>
                        <a:pt x="2825" y="25108"/>
                        <a:pt x="1051" y="24444"/>
                      </a:cubicBezTo>
                      <a:cubicBezTo>
                        <a:pt x="386" y="24222"/>
                        <a:pt x="-279" y="23468"/>
                        <a:pt x="120" y="21695"/>
                      </a:cubicBezTo>
                      <a:cubicBezTo>
                        <a:pt x="475" y="20099"/>
                        <a:pt x="1450" y="19080"/>
                        <a:pt x="2204" y="18548"/>
                      </a:cubicBezTo>
                      <a:cubicBezTo>
                        <a:pt x="4554" y="16952"/>
                        <a:pt x="6903" y="16464"/>
                        <a:pt x="9253" y="13050"/>
                      </a:cubicBezTo>
                      <a:cubicBezTo>
                        <a:pt x="10671" y="10923"/>
                        <a:pt x="16745" y="-2776"/>
                        <a:pt x="17587" y="505"/>
                      </a:cubicBezTo>
                      <a:cubicBezTo>
                        <a:pt x="18385" y="3785"/>
                        <a:pt x="13952" y="14646"/>
                        <a:pt x="12178" y="17794"/>
                      </a:cubicBezTo>
                      <a:cubicBezTo>
                        <a:pt x="10538" y="20720"/>
                        <a:pt x="8721" y="22715"/>
                        <a:pt x="7036" y="2377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43" name="Graphique 2">
                <a:extLst>
                  <a:ext uri="{FF2B5EF4-FFF2-40B4-BE49-F238E27FC236}">
                    <a16:creationId xmlns:a16="http://schemas.microsoft.com/office/drawing/2014/main" id="{8D1E2698-DB29-47CD-A66C-E8FBBB7D50CA}"/>
                  </a:ext>
                </a:extLst>
              </p:cNvPr>
              <p:cNvGrpSpPr/>
              <p:nvPr/>
            </p:nvGrpSpPr>
            <p:grpSpPr>
              <a:xfrm>
                <a:off x="5675491" y="1988241"/>
                <a:ext cx="32177" cy="69853"/>
                <a:chOff x="5675491" y="1988241"/>
                <a:chExt cx="32177" cy="69853"/>
              </a:xfrm>
              <a:solidFill>
                <a:schemeClr val="accent1"/>
              </a:solidFill>
            </p:grpSpPr>
            <p:sp>
              <p:nvSpPr>
                <p:cNvPr id="24836" name="Forme libre : forme 24835">
                  <a:extLst>
                    <a:ext uri="{FF2B5EF4-FFF2-40B4-BE49-F238E27FC236}">
                      <a16:creationId xmlns:a16="http://schemas.microsoft.com/office/drawing/2014/main" id="{DF321024-E51A-41A2-BDDA-A87FD9B5194B}"/>
                    </a:ext>
                  </a:extLst>
                </p:cNvPr>
                <p:cNvSpPr/>
                <p:nvPr/>
              </p:nvSpPr>
              <p:spPr>
                <a:xfrm>
                  <a:off x="5675538" y="1988248"/>
                  <a:ext cx="32130" cy="69845"/>
                </a:xfrm>
                <a:custGeom>
                  <a:avLst/>
                  <a:gdLst>
                    <a:gd name="connsiteX0" fmla="*/ 1490 w 32130"/>
                    <a:gd name="connsiteY0" fmla="*/ 44858 h 69845"/>
                    <a:gd name="connsiteX1" fmla="*/ 8006 w 32130"/>
                    <a:gd name="connsiteY1" fmla="*/ 19323 h 69845"/>
                    <a:gd name="connsiteX2" fmla="*/ 22059 w 32130"/>
                    <a:gd name="connsiteY2" fmla="*/ 128 h 69845"/>
                    <a:gd name="connsiteX3" fmla="*/ 28177 w 32130"/>
                    <a:gd name="connsiteY3" fmla="*/ 1945 h 69845"/>
                    <a:gd name="connsiteX4" fmla="*/ 30128 w 32130"/>
                    <a:gd name="connsiteY4" fmla="*/ 25397 h 69845"/>
                    <a:gd name="connsiteX5" fmla="*/ 23478 w 32130"/>
                    <a:gd name="connsiteY5" fmla="*/ 50266 h 69845"/>
                    <a:gd name="connsiteX6" fmla="*/ 10489 w 32130"/>
                    <a:gd name="connsiteY6" fmla="*/ 69772 h 69845"/>
                    <a:gd name="connsiteX7" fmla="*/ 4460 w 32130"/>
                    <a:gd name="connsiteY7" fmla="*/ 68442 h 69845"/>
                    <a:gd name="connsiteX8" fmla="*/ 1490 w 32130"/>
                    <a:gd name="connsiteY8" fmla="*/ 44858 h 69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130" h="69845">
                      <a:moveTo>
                        <a:pt x="1490" y="44858"/>
                      </a:moveTo>
                      <a:cubicBezTo>
                        <a:pt x="3573" y="36302"/>
                        <a:pt x="5701" y="27790"/>
                        <a:pt x="8006" y="19323"/>
                      </a:cubicBezTo>
                      <a:cubicBezTo>
                        <a:pt x="11154" y="7398"/>
                        <a:pt x="17626" y="-1158"/>
                        <a:pt x="22059" y="128"/>
                      </a:cubicBezTo>
                      <a:lnTo>
                        <a:pt x="28177" y="1945"/>
                      </a:lnTo>
                      <a:cubicBezTo>
                        <a:pt x="32654" y="3275"/>
                        <a:pt x="33364" y="13782"/>
                        <a:pt x="30128" y="25397"/>
                      </a:cubicBezTo>
                      <a:cubicBezTo>
                        <a:pt x="27822" y="33686"/>
                        <a:pt x="25606" y="41976"/>
                        <a:pt x="23478" y="50266"/>
                      </a:cubicBezTo>
                      <a:cubicBezTo>
                        <a:pt x="20508" y="61925"/>
                        <a:pt x="14833" y="70747"/>
                        <a:pt x="10489" y="69772"/>
                      </a:cubicBezTo>
                      <a:lnTo>
                        <a:pt x="4460" y="68442"/>
                      </a:lnTo>
                      <a:cubicBezTo>
                        <a:pt x="71" y="67511"/>
                        <a:pt x="-1392" y="56871"/>
                        <a:pt x="1490" y="4485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37" name="Forme libre : forme 24836">
                  <a:extLst>
                    <a:ext uri="{FF2B5EF4-FFF2-40B4-BE49-F238E27FC236}">
                      <a16:creationId xmlns:a16="http://schemas.microsoft.com/office/drawing/2014/main" id="{EEBAE975-D9C1-40ED-851A-BBB9FA28210E}"/>
                    </a:ext>
                  </a:extLst>
                </p:cNvPr>
                <p:cNvSpPr/>
                <p:nvPr/>
              </p:nvSpPr>
              <p:spPr>
                <a:xfrm>
                  <a:off x="5675491" y="1988241"/>
                  <a:ext cx="24721" cy="68538"/>
                </a:xfrm>
                <a:custGeom>
                  <a:avLst/>
                  <a:gdLst>
                    <a:gd name="connsiteX0" fmla="*/ 14082 w 24721"/>
                    <a:gd name="connsiteY0" fmla="*/ 25803 h 68538"/>
                    <a:gd name="connsiteX1" fmla="*/ 24721 w 24721"/>
                    <a:gd name="connsiteY1" fmla="*/ 934 h 68538"/>
                    <a:gd name="connsiteX2" fmla="*/ 22061 w 24721"/>
                    <a:gd name="connsiteY2" fmla="*/ 136 h 68538"/>
                    <a:gd name="connsiteX3" fmla="*/ 8009 w 24721"/>
                    <a:gd name="connsiteY3" fmla="*/ 19331 h 68538"/>
                    <a:gd name="connsiteX4" fmla="*/ 1492 w 24721"/>
                    <a:gd name="connsiteY4" fmla="*/ 44866 h 68538"/>
                    <a:gd name="connsiteX5" fmla="*/ 4418 w 24721"/>
                    <a:gd name="connsiteY5" fmla="*/ 68494 h 68538"/>
                    <a:gd name="connsiteX6" fmla="*/ 4595 w 24721"/>
                    <a:gd name="connsiteY6" fmla="*/ 68538 h 68538"/>
                    <a:gd name="connsiteX7" fmla="*/ 14082 w 24721"/>
                    <a:gd name="connsiteY7" fmla="*/ 25803 h 68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721" h="68538">
                      <a:moveTo>
                        <a:pt x="14082" y="25803"/>
                      </a:moveTo>
                      <a:cubicBezTo>
                        <a:pt x="15766" y="15518"/>
                        <a:pt x="19978" y="5544"/>
                        <a:pt x="24721" y="934"/>
                      </a:cubicBezTo>
                      <a:lnTo>
                        <a:pt x="22061" y="136"/>
                      </a:lnTo>
                      <a:cubicBezTo>
                        <a:pt x="17673" y="-1194"/>
                        <a:pt x="11200" y="7406"/>
                        <a:pt x="8009" y="19331"/>
                      </a:cubicBezTo>
                      <a:cubicBezTo>
                        <a:pt x="5748" y="27798"/>
                        <a:pt x="3575" y="36310"/>
                        <a:pt x="1492" y="44866"/>
                      </a:cubicBezTo>
                      <a:cubicBezTo>
                        <a:pt x="-1390" y="56879"/>
                        <a:pt x="73" y="67563"/>
                        <a:pt x="4418" y="68494"/>
                      </a:cubicBezTo>
                      <a:lnTo>
                        <a:pt x="4595" y="68538"/>
                      </a:lnTo>
                      <a:cubicBezTo>
                        <a:pt x="7432" y="53865"/>
                        <a:pt x="11688" y="40299"/>
                        <a:pt x="14082" y="25803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38" name="Forme libre : forme 24837">
                  <a:extLst>
                    <a:ext uri="{FF2B5EF4-FFF2-40B4-BE49-F238E27FC236}">
                      <a16:creationId xmlns:a16="http://schemas.microsoft.com/office/drawing/2014/main" id="{60675382-CE8D-40A2-AAEA-0A0174476F2A}"/>
                    </a:ext>
                  </a:extLst>
                </p:cNvPr>
                <p:cNvSpPr/>
                <p:nvPr/>
              </p:nvSpPr>
              <p:spPr>
                <a:xfrm>
                  <a:off x="5683853" y="2012046"/>
                  <a:ext cx="11494" cy="31109"/>
                </a:xfrm>
                <a:custGeom>
                  <a:avLst/>
                  <a:gdLst>
                    <a:gd name="connsiteX0" fmla="*/ 1863 w 11494"/>
                    <a:gd name="connsiteY0" fmla="*/ 31079 h 31109"/>
                    <a:gd name="connsiteX1" fmla="*/ 1509 w 11494"/>
                    <a:gd name="connsiteY1" fmla="*/ 14455 h 31109"/>
                    <a:gd name="connsiteX2" fmla="*/ 9754 w 11494"/>
                    <a:gd name="connsiteY2" fmla="*/ 47 h 31109"/>
                    <a:gd name="connsiteX3" fmla="*/ 9843 w 11494"/>
                    <a:gd name="connsiteY3" fmla="*/ 16582 h 31109"/>
                    <a:gd name="connsiteX4" fmla="*/ 1863 w 11494"/>
                    <a:gd name="connsiteY4" fmla="*/ 31079 h 31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94" h="31109">
                      <a:moveTo>
                        <a:pt x="1863" y="31079"/>
                      </a:moveTo>
                      <a:cubicBezTo>
                        <a:pt x="-442" y="30547"/>
                        <a:pt x="-664" y="23099"/>
                        <a:pt x="1509" y="14455"/>
                      </a:cubicBezTo>
                      <a:cubicBezTo>
                        <a:pt x="3725" y="5854"/>
                        <a:pt x="7449" y="-618"/>
                        <a:pt x="9754" y="47"/>
                      </a:cubicBezTo>
                      <a:cubicBezTo>
                        <a:pt x="12059" y="668"/>
                        <a:pt x="12059" y="8071"/>
                        <a:pt x="9843" y="16582"/>
                      </a:cubicBezTo>
                      <a:cubicBezTo>
                        <a:pt x="7626" y="25094"/>
                        <a:pt x="4124" y="31611"/>
                        <a:pt x="1863" y="31079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39" name="Forme libre : forme 24838">
                  <a:extLst>
                    <a:ext uri="{FF2B5EF4-FFF2-40B4-BE49-F238E27FC236}">
                      <a16:creationId xmlns:a16="http://schemas.microsoft.com/office/drawing/2014/main" id="{4D52CB2C-8490-45FC-91E4-07671938327C}"/>
                    </a:ext>
                  </a:extLst>
                </p:cNvPr>
                <p:cNvSpPr/>
                <p:nvPr/>
              </p:nvSpPr>
              <p:spPr>
                <a:xfrm>
                  <a:off x="5684076" y="2012052"/>
                  <a:ext cx="11273" cy="21586"/>
                </a:xfrm>
                <a:custGeom>
                  <a:avLst/>
                  <a:gdLst>
                    <a:gd name="connsiteX0" fmla="*/ 11171 w 11273"/>
                    <a:gd name="connsiteY0" fmla="*/ 7755 h 21586"/>
                    <a:gd name="connsiteX1" fmla="*/ 9531 w 11273"/>
                    <a:gd name="connsiteY1" fmla="*/ 41 h 21586"/>
                    <a:gd name="connsiteX2" fmla="*/ 1286 w 11273"/>
                    <a:gd name="connsiteY2" fmla="*/ 14449 h 21586"/>
                    <a:gd name="connsiteX3" fmla="*/ 0 w 11273"/>
                    <a:gd name="connsiteY3" fmla="*/ 21586 h 21586"/>
                    <a:gd name="connsiteX4" fmla="*/ 1241 w 11273"/>
                    <a:gd name="connsiteY4" fmla="*/ 17774 h 21586"/>
                    <a:gd name="connsiteX5" fmla="*/ 11171 w 11273"/>
                    <a:gd name="connsiteY5" fmla="*/ 7755 h 2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73" h="21586">
                      <a:moveTo>
                        <a:pt x="11171" y="7755"/>
                      </a:moveTo>
                      <a:cubicBezTo>
                        <a:pt x="11526" y="3455"/>
                        <a:pt x="10950" y="396"/>
                        <a:pt x="9531" y="41"/>
                      </a:cubicBezTo>
                      <a:cubicBezTo>
                        <a:pt x="7226" y="-579"/>
                        <a:pt x="3502" y="5849"/>
                        <a:pt x="1286" y="14449"/>
                      </a:cubicBezTo>
                      <a:cubicBezTo>
                        <a:pt x="665" y="16976"/>
                        <a:pt x="222" y="19414"/>
                        <a:pt x="0" y="21586"/>
                      </a:cubicBezTo>
                      <a:cubicBezTo>
                        <a:pt x="355" y="20301"/>
                        <a:pt x="754" y="19015"/>
                        <a:pt x="1241" y="17774"/>
                      </a:cubicBezTo>
                      <a:cubicBezTo>
                        <a:pt x="4211" y="11213"/>
                        <a:pt x="8512" y="6469"/>
                        <a:pt x="11171" y="7755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40" name="Forme libre : forme 24839">
                  <a:extLst>
                    <a:ext uri="{FF2B5EF4-FFF2-40B4-BE49-F238E27FC236}">
                      <a16:creationId xmlns:a16="http://schemas.microsoft.com/office/drawing/2014/main" id="{10B867C8-5AE1-490C-92C4-D3385EF93672}"/>
                    </a:ext>
                  </a:extLst>
                </p:cNvPr>
                <p:cNvSpPr/>
                <p:nvPr/>
              </p:nvSpPr>
              <p:spPr>
                <a:xfrm>
                  <a:off x="5682583" y="2013382"/>
                  <a:ext cx="11456" cy="31147"/>
                </a:xfrm>
                <a:custGeom>
                  <a:avLst/>
                  <a:gdLst>
                    <a:gd name="connsiteX0" fmla="*/ 1848 w 11456"/>
                    <a:gd name="connsiteY0" fmla="*/ 31117 h 31147"/>
                    <a:gd name="connsiteX1" fmla="*/ 1493 w 11456"/>
                    <a:gd name="connsiteY1" fmla="*/ 14493 h 31147"/>
                    <a:gd name="connsiteX2" fmla="*/ 9694 w 11456"/>
                    <a:gd name="connsiteY2" fmla="*/ 41 h 31147"/>
                    <a:gd name="connsiteX3" fmla="*/ 9827 w 11456"/>
                    <a:gd name="connsiteY3" fmla="*/ 16621 h 31147"/>
                    <a:gd name="connsiteX4" fmla="*/ 1848 w 11456"/>
                    <a:gd name="connsiteY4" fmla="*/ 31117 h 3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6" h="31147">
                      <a:moveTo>
                        <a:pt x="1848" y="31117"/>
                      </a:moveTo>
                      <a:cubicBezTo>
                        <a:pt x="-413" y="30585"/>
                        <a:pt x="-679" y="23094"/>
                        <a:pt x="1493" y="14493"/>
                      </a:cubicBezTo>
                      <a:cubicBezTo>
                        <a:pt x="3665" y="5849"/>
                        <a:pt x="7389" y="-579"/>
                        <a:pt x="9694" y="41"/>
                      </a:cubicBezTo>
                      <a:cubicBezTo>
                        <a:pt x="12044" y="662"/>
                        <a:pt x="12000" y="8065"/>
                        <a:pt x="9827" y="16621"/>
                      </a:cubicBezTo>
                      <a:cubicBezTo>
                        <a:pt x="7567" y="25133"/>
                        <a:pt x="4109" y="31649"/>
                        <a:pt x="1848" y="3111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41" name="Forme libre : forme 24840">
                  <a:extLst>
                    <a:ext uri="{FF2B5EF4-FFF2-40B4-BE49-F238E27FC236}">
                      <a16:creationId xmlns:a16="http://schemas.microsoft.com/office/drawing/2014/main" id="{622016FE-9B89-49AD-BB74-0A0294C05175}"/>
                    </a:ext>
                  </a:extLst>
                </p:cNvPr>
                <p:cNvSpPr/>
                <p:nvPr/>
              </p:nvSpPr>
              <p:spPr>
                <a:xfrm>
                  <a:off x="5680417" y="1998285"/>
                  <a:ext cx="22268" cy="38029"/>
                </a:xfrm>
                <a:custGeom>
                  <a:avLst/>
                  <a:gdLst>
                    <a:gd name="connsiteX0" fmla="*/ 16294 w 22268"/>
                    <a:gd name="connsiteY0" fmla="*/ 553 h 38029"/>
                    <a:gd name="connsiteX1" fmla="*/ 12082 w 22268"/>
                    <a:gd name="connsiteY1" fmla="*/ 509 h 38029"/>
                    <a:gd name="connsiteX2" fmla="*/ 3659 w 22268"/>
                    <a:gd name="connsiteY2" fmla="*/ 15005 h 38029"/>
                    <a:gd name="connsiteX3" fmla="*/ 24 w 22268"/>
                    <a:gd name="connsiteY3" fmla="*/ 31585 h 38029"/>
                    <a:gd name="connsiteX4" fmla="*/ 2462 w 22268"/>
                    <a:gd name="connsiteY4" fmla="*/ 37791 h 38029"/>
                    <a:gd name="connsiteX5" fmla="*/ 5787 w 22268"/>
                    <a:gd name="connsiteY5" fmla="*/ 32826 h 38029"/>
                    <a:gd name="connsiteX6" fmla="*/ 13767 w 22268"/>
                    <a:gd name="connsiteY6" fmla="*/ 20768 h 38029"/>
                    <a:gd name="connsiteX7" fmla="*/ 22190 w 22268"/>
                    <a:gd name="connsiteY7" fmla="*/ 6582 h 38029"/>
                    <a:gd name="connsiteX8" fmla="*/ 16294 w 22268"/>
                    <a:gd name="connsiteY8" fmla="*/ 553 h 38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268" h="38029">
                      <a:moveTo>
                        <a:pt x="16294" y="553"/>
                      </a:moveTo>
                      <a:cubicBezTo>
                        <a:pt x="15008" y="65"/>
                        <a:pt x="13678" y="-378"/>
                        <a:pt x="12082" y="509"/>
                      </a:cubicBezTo>
                      <a:cubicBezTo>
                        <a:pt x="9068" y="2237"/>
                        <a:pt x="5920" y="8577"/>
                        <a:pt x="3659" y="15005"/>
                      </a:cubicBezTo>
                      <a:cubicBezTo>
                        <a:pt x="1797" y="20369"/>
                        <a:pt x="246" y="26354"/>
                        <a:pt x="24" y="31585"/>
                      </a:cubicBezTo>
                      <a:cubicBezTo>
                        <a:pt x="-153" y="35486"/>
                        <a:pt x="645" y="38988"/>
                        <a:pt x="2462" y="37791"/>
                      </a:cubicBezTo>
                      <a:cubicBezTo>
                        <a:pt x="3571" y="37082"/>
                        <a:pt x="4723" y="34821"/>
                        <a:pt x="5787" y="32826"/>
                      </a:cubicBezTo>
                      <a:cubicBezTo>
                        <a:pt x="8270" y="28082"/>
                        <a:pt x="11018" y="24004"/>
                        <a:pt x="13767" y="20768"/>
                      </a:cubicBezTo>
                      <a:cubicBezTo>
                        <a:pt x="16072" y="18019"/>
                        <a:pt x="21392" y="13276"/>
                        <a:pt x="22190" y="6582"/>
                      </a:cubicBezTo>
                      <a:cubicBezTo>
                        <a:pt x="22943" y="509"/>
                        <a:pt x="18067" y="1218"/>
                        <a:pt x="16294" y="55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42" name="Forme libre : forme 24841">
                  <a:extLst>
                    <a:ext uri="{FF2B5EF4-FFF2-40B4-BE49-F238E27FC236}">
                      <a16:creationId xmlns:a16="http://schemas.microsoft.com/office/drawing/2014/main" id="{D266752B-93D5-40E0-8BCA-F06F627D7FBB}"/>
                    </a:ext>
                  </a:extLst>
                </p:cNvPr>
                <p:cNvSpPr/>
                <p:nvPr/>
              </p:nvSpPr>
              <p:spPr>
                <a:xfrm>
                  <a:off x="5696349" y="2006271"/>
                  <a:ext cx="3654" cy="13264"/>
                </a:xfrm>
                <a:custGeom>
                  <a:avLst/>
                  <a:gdLst>
                    <a:gd name="connsiteX0" fmla="*/ 3066 w 3654"/>
                    <a:gd name="connsiteY0" fmla="*/ 990 h 13264"/>
                    <a:gd name="connsiteX1" fmla="*/ 2401 w 3654"/>
                    <a:gd name="connsiteY1" fmla="*/ 15 h 13264"/>
                    <a:gd name="connsiteX2" fmla="*/ 1293 w 3654"/>
                    <a:gd name="connsiteY2" fmla="*/ 990 h 13264"/>
                    <a:gd name="connsiteX3" fmla="*/ 716 w 3654"/>
                    <a:gd name="connsiteY3" fmla="*/ 3251 h 13264"/>
                    <a:gd name="connsiteX4" fmla="*/ 51 w 3654"/>
                    <a:gd name="connsiteY4" fmla="*/ 8925 h 13264"/>
                    <a:gd name="connsiteX5" fmla="*/ 51 w 3654"/>
                    <a:gd name="connsiteY5" fmla="*/ 11053 h 13264"/>
                    <a:gd name="connsiteX6" fmla="*/ 3199 w 3654"/>
                    <a:gd name="connsiteY6" fmla="*/ 10122 h 13264"/>
                    <a:gd name="connsiteX7" fmla="*/ 3066 w 3654"/>
                    <a:gd name="connsiteY7" fmla="*/ 990 h 13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54" h="13264">
                      <a:moveTo>
                        <a:pt x="3066" y="990"/>
                      </a:moveTo>
                      <a:cubicBezTo>
                        <a:pt x="2888" y="502"/>
                        <a:pt x="2711" y="103"/>
                        <a:pt x="2401" y="15"/>
                      </a:cubicBezTo>
                      <a:cubicBezTo>
                        <a:pt x="2090" y="-74"/>
                        <a:pt x="1647" y="236"/>
                        <a:pt x="1293" y="990"/>
                      </a:cubicBezTo>
                      <a:cubicBezTo>
                        <a:pt x="982" y="1655"/>
                        <a:pt x="805" y="2497"/>
                        <a:pt x="716" y="3251"/>
                      </a:cubicBezTo>
                      <a:cubicBezTo>
                        <a:pt x="406" y="5201"/>
                        <a:pt x="184" y="7108"/>
                        <a:pt x="51" y="8925"/>
                      </a:cubicBezTo>
                      <a:cubicBezTo>
                        <a:pt x="7" y="9679"/>
                        <a:pt x="-37" y="10433"/>
                        <a:pt x="51" y="11053"/>
                      </a:cubicBezTo>
                      <a:cubicBezTo>
                        <a:pt x="361" y="13624"/>
                        <a:pt x="2223" y="14688"/>
                        <a:pt x="3199" y="10122"/>
                      </a:cubicBezTo>
                      <a:cubicBezTo>
                        <a:pt x="3908" y="6620"/>
                        <a:pt x="3731" y="2941"/>
                        <a:pt x="3066" y="99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43" name="Forme libre : forme 24842">
                  <a:extLst>
                    <a:ext uri="{FF2B5EF4-FFF2-40B4-BE49-F238E27FC236}">
                      <a16:creationId xmlns:a16="http://schemas.microsoft.com/office/drawing/2014/main" id="{147E7A5C-FE49-4CAA-9BF2-E6A275EC2D4F}"/>
                    </a:ext>
                  </a:extLst>
                </p:cNvPr>
                <p:cNvSpPr/>
                <p:nvPr/>
              </p:nvSpPr>
              <p:spPr>
                <a:xfrm>
                  <a:off x="5676684" y="2033682"/>
                  <a:ext cx="4599" cy="21101"/>
                </a:xfrm>
                <a:custGeom>
                  <a:avLst/>
                  <a:gdLst>
                    <a:gd name="connsiteX0" fmla="*/ 4599 w 4599"/>
                    <a:gd name="connsiteY0" fmla="*/ 21102 h 21101"/>
                    <a:gd name="connsiteX1" fmla="*/ 1629 w 4599"/>
                    <a:gd name="connsiteY1" fmla="*/ 18264 h 21101"/>
                    <a:gd name="connsiteX2" fmla="*/ 653 w 4599"/>
                    <a:gd name="connsiteY2" fmla="*/ 0 h 21101"/>
                    <a:gd name="connsiteX3" fmla="*/ 4599 w 4599"/>
                    <a:gd name="connsiteY3" fmla="*/ 21102 h 21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599" h="21101">
                      <a:moveTo>
                        <a:pt x="4599" y="21102"/>
                      </a:moveTo>
                      <a:cubicBezTo>
                        <a:pt x="4599" y="21102"/>
                        <a:pt x="2959" y="20969"/>
                        <a:pt x="1629" y="18264"/>
                      </a:cubicBezTo>
                      <a:cubicBezTo>
                        <a:pt x="299" y="15560"/>
                        <a:pt x="-721" y="10285"/>
                        <a:pt x="653" y="0"/>
                      </a:cubicBezTo>
                      <a:cubicBezTo>
                        <a:pt x="698" y="0"/>
                        <a:pt x="-1031" y="15959"/>
                        <a:pt x="4599" y="211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44" name="Forme libre : forme 24843">
                  <a:extLst>
                    <a:ext uri="{FF2B5EF4-FFF2-40B4-BE49-F238E27FC236}">
                      <a16:creationId xmlns:a16="http://schemas.microsoft.com/office/drawing/2014/main" id="{BF73E0B3-C600-4371-BFE2-BEEF91FCE366}"/>
                    </a:ext>
                  </a:extLst>
                </p:cNvPr>
                <p:cNvSpPr/>
                <p:nvPr/>
              </p:nvSpPr>
              <p:spPr>
                <a:xfrm>
                  <a:off x="5702651" y="1991258"/>
                  <a:ext cx="3772" cy="23495"/>
                </a:xfrm>
                <a:custGeom>
                  <a:avLst/>
                  <a:gdLst>
                    <a:gd name="connsiteX0" fmla="*/ 1951 w 3772"/>
                    <a:gd name="connsiteY0" fmla="*/ 23495 h 23495"/>
                    <a:gd name="connsiteX1" fmla="*/ 3635 w 3772"/>
                    <a:gd name="connsiteY1" fmla="*/ 13388 h 23495"/>
                    <a:gd name="connsiteX2" fmla="*/ 0 w 3772"/>
                    <a:gd name="connsiteY2" fmla="*/ 0 h 23495"/>
                    <a:gd name="connsiteX3" fmla="*/ 2350 w 3772"/>
                    <a:gd name="connsiteY3" fmla="*/ 5142 h 23495"/>
                    <a:gd name="connsiteX4" fmla="*/ 1951 w 3772"/>
                    <a:gd name="connsiteY4" fmla="*/ 23495 h 23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72" h="23495">
                      <a:moveTo>
                        <a:pt x="1951" y="23495"/>
                      </a:moveTo>
                      <a:cubicBezTo>
                        <a:pt x="1951" y="23495"/>
                        <a:pt x="3236" y="18708"/>
                        <a:pt x="3635" y="13388"/>
                      </a:cubicBezTo>
                      <a:cubicBezTo>
                        <a:pt x="4079" y="8068"/>
                        <a:pt x="3591" y="2172"/>
                        <a:pt x="0" y="0"/>
                      </a:cubicBezTo>
                      <a:cubicBezTo>
                        <a:pt x="0" y="0"/>
                        <a:pt x="1419" y="1463"/>
                        <a:pt x="2350" y="5142"/>
                      </a:cubicBezTo>
                      <a:cubicBezTo>
                        <a:pt x="3281" y="8778"/>
                        <a:pt x="3768" y="14674"/>
                        <a:pt x="1951" y="2349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45" name="Forme libre : forme 24844">
                  <a:extLst>
                    <a:ext uri="{FF2B5EF4-FFF2-40B4-BE49-F238E27FC236}">
                      <a16:creationId xmlns:a16="http://schemas.microsoft.com/office/drawing/2014/main" id="{284DC1E5-1A76-404C-B91E-71BEE85E88D9}"/>
                    </a:ext>
                  </a:extLst>
                </p:cNvPr>
                <p:cNvSpPr/>
                <p:nvPr/>
              </p:nvSpPr>
              <p:spPr>
                <a:xfrm>
                  <a:off x="5688214" y="2025494"/>
                  <a:ext cx="4756" cy="11394"/>
                </a:xfrm>
                <a:custGeom>
                  <a:avLst/>
                  <a:gdLst>
                    <a:gd name="connsiteX0" fmla="*/ 206 w 4756"/>
                    <a:gd name="connsiteY0" fmla="*/ 11203 h 11394"/>
                    <a:gd name="connsiteX1" fmla="*/ 1403 w 4756"/>
                    <a:gd name="connsiteY1" fmla="*/ 4199 h 11394"/>
                    <a:gd name="connsiteX2" fmla="*/ 4551 w 4756"/>
                    <a:gd name="connsiteY2" fmla="*/ 209 h 11394"/>
                    <a:gd name="connsiteX3" fmla="*/ 3354 w 4756"/>
                    <a:gd name="connsiteY3" fmla="*/ 7214 h 11394"/>
                    <a:gd name="connsiteX4" fmla="*/ 206 w 4756"/>
                    <a:gd name="connsiteY4" fmla="*/ 11203 h 11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6" h="11394">
                      <a:moveTo>
                        <a:pt x="206" y="11203"/>
                      </a:moveTo>
                      <a:cubicBezTo>
                        <a:pt x="-326" y="10361"/>
                        <a:pt x="206" y="7258"/>
                        <a:pt x="1403" y="4199"/>
                      </a:cubicBezTo>
                      <a:cubicBezTo>
                        <a:pt x="2600" y="1140"/>
                        <a:pt x="4019" y="-633"/>
                        <a:pt x="4551" y="209"/>
                      </a:cubicBezTo>
                      <a:cubicBezTo>
                        <a:pt x="5083" y="1052"/>
                        <a:pt x="4551" y="4155"/>
                        <a:pt x="3354" y="7214"/>
                      </a:cubicBezTo>
                      <a:cubicBezTo>
                        <a:pt x="2112" y="10228"/>
                        <a:pt x="738" y="12001"/>
                        <a:pt x="206" y="1120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46" name="Forme libre : forme 24845">
                  <a:extLst>
                    <a:ext uri="{FF2B5EF4-FFF2-40B4-BE49-F238E27FC236}">
                      <a16:creationId xmlns:a16="http://schemas.microsoft.com/office/drawing/2014/main" id="{DB92BC6C-6DBA-419A-A04F-A47CBB5A99A9}"/>
                    </a:ext>
                  </a:extLst>
                </p:cNvPr>
                <p:cNvSpPr/>
                <p:nvPr/>
              </p:nvSpPr>
              <p:spPr>
                <a:xfrm>
                  <a:off x="5688000" y="2035182"/>
                  <a:ext cx="1430" cy="3252"/>
                </a:xfrm>
                <a:custGeom>
                  <a:avLst/>
                  <a:gdLst>
                    <a:gd name="connsiteX0" fmla="*/ 332 w 1430"/>
                    <a:gd name="connsiteY0" fmla="*/ 3244 h 3252"/>
                    <a:gd name="connsiteX1" fmla="*/ 110 w 1430"/>
                    <a:gd name="connsiteY1" fmla="*/ 1471 h 3252"/>
                    <a:gd name="connsiteX2" fmla="*/ 1130 w 1430"/>
                    <a:gd name="connsiteY2" fmla="*/ 8 h 3252"/>
                    <a:gd name="connsiteX3" fmla="*/ 1307 w 1430"/>
                    <a:gd name="connsiteY3" fmla="*/ 1781 h 3252"/>
                    <a:gd name="connsiteX4" fmla="*/ 332 w 1430"/>
                    <a:gd name="connsiteY4" fmla="*/ 3244 h 3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0" h="3252">
                      <a:moveTo>
                        <a:pt x="332" y="3244"/>
                      </a:moveTo>
                      <a:cubicBezTo>
                        <a:pt x="21" y="3155"/>
                        <a:pt x="-112" y="2357"/>
                        <a:pt x="110" y="1471"/>
                      </a:cubicBezTo>
                      <a:cubicBezTo>
                        <a:pt x="332" y="584"/>
                        <a:pt x="775" y="-81"/>
                        <a:pt x="1130" y="8"/>
                      </a:cubicBezTo>
                      <a:cubicBezTo>
                        <a:pt x="1440" y="97"/>
                        <a:pt x="1529" y="895"/>
                        <a:pt x="1307" y="1781"/>
                      </a:cubicBezTo>
                      <a:cubicBezTo>
                        <a:pt x="1130" y="2668"/>
                        <a:pt x="686" y="3333"/>
                        <a:pt x="332" y="3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47" name="Forme libre : forme 24846">
                  <a:extLst>
                    <a:ext uri="{FF2B5EF4-FFF2-40B4-BE49-F238E27FC236}">
                      <a16:creationId xmlns:a16="http://schemas.microsoft.com/office/drawing/2014/main" id="{9B7DE2D5-2A9F-4FD5-A6B2-BA6D7114BF04}"/>
                    </a:ext>
                  </a:extLst>
                </p:cNvPr>
                <p:cNvSpPr/>
                <p:nvPr/>
              </p:nvSpPr>
              <p:spPr>
                <a:xfrm>
                  <a:off x="5683247" y="2026862"/>
                  <a:ext cx="16015" cy="25744"/>
                </a:xfrm>
                <a:custGeom>
                  <a:avLst/>
                  <a:gdLst>
                    <a:gd name="connsiteX0" fmla="*/ 6858 w 16015"/>
                    <a:gd name="connsiteY0" fmla="*/ 24332 h 25744"/>
                    <a:gd name="connsiteX1" fmla="*/ 1139 w 16015"/>
                    <a:gd name="connsiteY1" fmla="*/ 25440 h 25744"/>
                    <a:gd name="connsiteX2" fmla="*/ 75 w 16015"/>
                    <a:gd name="connsiteY2" fmla="*/ 22780 h 25744"/>
                    <a:gd name="connsiteX3" fmla="*/ 1937 w 16015"/>
                    <a:gd name="connsiteY3" fmla="*/ 19499 h 25744"/>
                    <a:gd name="connsiteX4" fmla="*/ 8454 w 16015"/>
                    <a:gd name="connsiteY4" fmla="*/ 13515 h 25744"/>
                    <a:gd name="connsiteX5" fmla="*/ 15857 w 16015"/>
                    <a:gd name="connsiteY5" fmla="*/ 482 h 25744"/>
                    <a:gd name="connsiteX6" fmla="*/ 11557 w 16015"/>
                    <a:gd name="connsiteY6" fmla="*/ 18037 h 25744"/>
                    <a:gd name="connsiteX7" fmla="*/ 6858 w 16015"/>
                    <a:gd name="connsiteY7" fmla="*/ 24332 h 25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015" h="25744">
                      <a:moveTo>
                        <a:pt x="6858" y="24332"/>
                      </a:moveTo>
                      <a:cubicBezTo>
                        <a:pt x="4819" y="25927"/>
                        <a:pt x="2912" y="25972"/>
                        <a:pt x="1139" y="25440"/>
                      </a:cubicBezTo>
                      <a:cubicBezTo>
                        <a:pt x="474" y="25263"/>
                        <a:pt x="-235" y="24553"/>
                        <a:pt x="75" y="22780"/>
                      </a:cubicBezTo>
                      <a:cubicBezTo>
                        <a:pt x="341" y="21184"/>
                        <a:pt x="1228" y="20076"/>
                        <a:pt x="1937" y="19499"/>
                      </a:cubicBezTo>
                      <a:cubicBezTo>
                        <a:pt x="4109" y="17771"/>
                        <a:pt x="6326" y="17061"/>
                        <a:pt x="8454" y="13515"/>
                      </a:cubicBezTo>
                      <a:cubicBezTo>
                        <a:pt x="9739" y="11298"/>
                        <a:pt x="14882" y="-2755"/>
                        <a:pt x="15857" y="482"/>
                      </a:cubicBezTo>
                      <a:cubicBezTo>
                        <a:pt x="16832" y="3673"/>
                        <a:pt x="13064" y="14756"/>
                        <a:pt x="11557" y="18037"/>
                      </a:cubicBezTo>
                      <a:cubicBezTo>
                        <a:pt x="10094" y="21007"/>
                        <a:pt x="8409" y="23179"/>
                        <a:pt x="6858" y="2433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44" name="Graphique 2">
                <a:extLst>
                  <a:ext uri="{FF2B5EF4-FFF2-40B4-BE49-F238E27FC236}">
                    <a16:creationId xmlns:a16="http://schemas.microsoft.com/office/drawing/2014/main" id="{CC51AD66-70A8-453E-94C3-B0FF323990D1}"/>
                  </a:ext>
                </a:extLst>
              </p:cNvPr>
              <p:cNvGrpSpPr/>
              <p:nvPr/>
            </p:nvGrpSpPr>
            <p:grpSpPr>
              <a:xfrm>
                <a:off x="5662702" y="2056663"/>
                <a:ext cx="27780" cy="70395"/>
                <a:chOff x="5662702" y="2056663"/>
                <a:chExt cx="27780" cy="70395"/>
              </a:xfrm>
              <a:solidFill>
                <a:schemeClr val="accent1"/>
              </a:solidFill>
            </p:grpSpPr>
            <p:sp>
              <p:nvSpPr>
                <p:cNvPr id="24824" name="Forme libre : forme 24823">
                  <a:extLst>
                    <a:ext uri="{FF2B5EF4-FFF2-40B4-BE49-F238E27FC236}">
                      <a16:creationId xmlns:a16="http://schemas.microsoft.com/office/drawing/2014/main" id="{553D3247-3D18-4A1E-ADA0-19B11D56761A}"/>
                    </a:ext>
                  </a:extLst>
                </p:cNvPr>
                <p:cNvSpPr/>
                <p:nvPr/>
              </p:nvSpPr>
              <p:spPr>
                <a:xfrm>
                  <a:off x="5662772" y="2056663"/>
                  <a:ext cx="27710" cy="70395"/>
                </a:xfrm>
                <a:custGeom>
                  <a:avLst/>
                  <a:gdLst>
                    <a:gd name="connsiteX0" fmla="*/ 557 w 27710"/>
                    <a:gd name="connsiteY0" fmla="*/ 46486 h 70395"/>
                    <a:gd name="connsiteX1" fmla="*/ 4857 w 27710"/>
                    <a:gd name="connsiteY1" fmla="*/ 20375 h 70395"/>
                    <a:gd name="connsiteX2" fmla="*/ 17181 w 27710"/>
                    <a:gd name="connsiteY2" fmla="*/ 72 h 70395"/>
                    <a:gd name="connsiteX3" fmla="*/ 23210 w 27710"/>
                    <a:gd name="connsiteY3" fmla="*/ 1402 h 70395"/>
                    <a:gd name="connsiteX4" fmla="*/ 26624 w 27710"/>
                    <a:gd name="connsiteY4" fmla="*/ 24498 h 70395"/>
                    <a:gd name="connsiteX5" fmla="*/ 22191 w 27710"/>
                    <a:gd name="connsiteY5" fmla="*/ 49722 h 70395"/>
                    <a:gd name="connsiteX6" fmla="*/ 11551 w 27710"/>
                    <a:gd name="connsiteY6" fmla="*/ 70381 h 70395"/>
                    <a:gd name="connsiteX7" fmla="*/ 5655 w 27710"/>
                    <a:gd name="connsiteY7" fmla="*/ 69760 h 70395"/>
                    <a:gd name="connsiteX8" fmla="*/ 867 w 27710"/>
                    <a:gd name="connsiteY8" fmla="*/ 62578 h 70395"/>
                    <a:gd name="connsiteX9" fmla="*/ 557 w 27710"/>
                    <a:gd name="connsiteY9" fmla="*/ 46486 h 7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710" h="70395">
                      <a:moveTo>
                        <a:pt x="557" y="46486"/>
                      </a:moveTo>
                      <a:cubicBezTo>
                        <a:pt x="1843" y="37753"/>
                        <a:pt x="3261" y="29020"/>
                        <a:pt x="4857" y="20375"/>
                      </a:cubicBezTo>
                      <a:cubicBezTo>
                        <a:pt x="7074" y="8184"/>
                        <a:pt x="12793" y="-904"/>
                        <a:pt x="17181" y="72"/>
                      </a:cubicBezTo>
                      <a:lnTo>
                        <a:pt x="23210" y="1402"/>
                      </a:lnTo>
                      <a:cubicBezTo>
                        <a:pt x="27555" y="2377"/>
                        <a:pt x="28885" y="12750"/>
                        <a:pt x="26624" y="24498"/>
                      </a:cubicBezTo>
                      <a:cubicBezTo>
                        <a:pt x="24939" y="32877"/>
                        <a:pt x="23476" y="41299"/>
                        <a:pt x="22191" y="49722"/>
                      </a:cubicBezTo>
                      <a:cubicBezTo>
                        <a:pt x="20329" y="61514"/>
                        <a:pt x="15807" y="70824"/>
                        <a:pt x="11551" y="70381"/>
                      </a:cubicBezTo>
                      <a:lnTo>
                        <a:pt x="5655" y="69760"/>
                      </a:lnTo>
                      <a:cubicBezTo>
                        <a:pt x="3527" y="69538"/>
                        <a:pt x="1843" y="66834"/>
                        <a:pt x="867" y="62578"/>
                      </a:cubicBezTo>
                      <a:cubicBezTo>
                        <a:pt x="-108" y="58323"/>
                        <a:pt x="-329" y="52604"/>
                        <a:pt x="557" y="4648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25" name="Forme libre : forme 24824">
                  <a:extLst>
                    <a:ext uri="{FF2B5EF4-FFF2-40B4-BE49-F238E27FC236}">
                      <a16:creationId xmlns:a16="http://schemas.microsoft.com/office/drawing/2014/main" id="{DCA6510D-EE32-4713-83D7-FDE3DD5F806B}"/>
                    </a:ext>
                  </a:extLst>
                </p:cNvPr>
                <p:cNvSpPr/>
                <p:nvPr/>
              </p:nvSpPr>
              <p:spPr>
                <a:xfrm>
                  <a:off x="5662702" y="2056663"/>
                  <a:ext cx="19822" cy="69759"/>
                </a:xfrm>
                <a:custGeom>
                  <a:avLst/>
                  <a:gdLst>
                    <a:gd name="connsiteX0" fmla="*/ 11222 w 19822"/>
                    <a:gd name="connsiteY0" fmla="*/ 26271 h 69759"/>
                    <a:gd name="connsiteX1" fmla="*/ 19823 w 19822"/>
                    <a:gd name="connsiteY1" fmla="*/ 648 h 69759"/>
                    <a:gd name="connsiteX2" fmla="*/ 17207 w 19822"/>
                    <a:gd name="connsiteY2" fmla="*/ 72 h 69759"/>
                    <a:gd name="connsiteX3" fmla="*/ 4883 w 19822"/>
                    <a:gd name="connsiteY3" fmla="*/ 20375 h 69759"/>
                    <a:gd name="connsiteX4" fmla="*/ 583 w 19822"/>
                    <a:gd name="connsiteY4" fmla="*/ 46486 h 69759"/>
                    <a:gd name="connsiteX5" fmla="*/ 805 w 19822"/>
                    <a:gd name="connsiteY5" fmla="*/ 62578 h 69759"/>
                    <a:gd name="connsiteX6" fmla="*/ 5592 w 19822"/>
                    <a:gd name="connsiteY6" fmla="*/ 69760 h 69759"/>
                    <a:gd name="connsiteX7" fmla="*/ 5770 w 19822"/>
                    <a:gd name="connsiteY7" fmla="*/ 69760 h 69759"/>
                    <a:gd name="connsiteX8" fmla="*/ 8429 w 19822"/>
                    <a:gd name="connsiteY8" fmla="*/ 47905 h 69759"/>
                    <a:gd name="connsiteX9" fmla="*/ 11222 w 19822"/>
                    <a:gd name="connsiteY9" fmla="*/ 26271 h 69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22" h="69759">
                      <a:moveTo>
                        <a:pt x="11222" y="26271"/>
                      </a:moveTo>
                      <a:cubicBezTo>
                        <a:pt x="12153" y="15854"/>
                        <a:pt x="15522" y="5569"/>
                        <a:pt x="19823" y="648"/>
                      </a:cubicBezTo>
                      <a:lnTo>
                        <a:pt x="17207" y="72"/>
                      </a:lnTo>
                      <a:cubicBezTo>
                        <a:pt x="12863" y="-904"/>
                        <a:pt x="7144" y="8184"/>
                        <a:pt x="4883" y="20375"/>
                      </a:cubicBezTo>
                      <a:cubicBezTo>
                        <a:pt x="3243" y="29020"/>
                        <a:pt x="1824" y="37753"/>
                        <a:pt x="583" y="46486"/>
                      </a:cubicBezTo>
                      <a:cubicBezTo>
                        <a:pt x="-348" y="52604"/>
                        <a:pt x="-82" y="58367"/>
                        <a:pt x="805" y="62578"/>
                      </a:cubicBezTo>
                      <a:cubicBezTo>
                        <a:pt x="1780" y="66790"/>
                        <a:pt x="3464" y="69538"/>
                        <a:pt x="5592" y="69760"/>
                      </a:cubicBezTo>
                      <a:lnTo>
                        <a:pt x="5770" y="69760"/>
                      </a:lnTo>
                      <a:cubicBezTo>
                        <a:pt x="6346" y="62312"/>
                        <a:pt x="7410" y="55086"/>
                        <a:pt x="8429" y="47905"/>
                      </a:cubicBezTo>
                      <a:cubicBezTo>
                        <a:pt x="9538" y="40723"/>
                        <a:pt x="10646" y="33586"/>
                        <a:pt x="11222" y="2627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26" name="Forme libre : forme 24825">
                  <a:extLst>
                    <a:ext uri="{FF2B5EF4-FFF2-40B4-BE49-F238E27FC236}">
                      <a16:creationId xmlns:a16="http://schemas.microsoft.com/office/drawing/2014/main" id="{C17A2451-B03C-4378-BCC5-EF15CEF52B1F}"/>
                    </a:ext>
                  </a:extLst>
                </p:cNvPr>
                <p:cNvSpPr/>
                <p:nvPr/>
              </p:nvSpPr>
              <p:spPr>
                <a:xfrm>
                  <a:off x="5670146" y="2080564"/>
                  <a:ext cx="9652" cy="31683"/>
                </a:xfrm>
                <a:custGeom>
                  <a:avLst/>
                  <a:gdLst>
                    <a:gd name="connsiteX0" fmla="*/ 2404 w 9652"/>
                    <a:gd name="connsiteY0" fmla="*/ 31673 h 31683"/>
                    <a:gd name="connsiteX1" fmla="*/ 675 w 9652"/>
                    <a:gd name="connsiteY1" fmla="*/ 15137 h 31683"/>
                    <a:gd name="connsiteX2" fmla="*/ 7546 w 9652"/>
                    <a:gd name="connsiteY2" fmla="*/ 21 h 31683"/>
                    <a:gd name="connsiteX3" fmla="*/ 8832 w 9652"/>
                    <a:gd name="connsiteY3" fmla="*/ 16467 h 31683"/>
                    <a:gd name="connsiteX4" fmla="*/ 2404 w 9652"/>
                    <a:gd name="connsiteY4" fmla="*/ 31673 h 31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52" h="31683">
                      <a:moveTo>
                        <a:pt x="2404" y="31673"/>
                      </a:moveTo>
                      <a:cubicBezTo>
                        <a:pt x="98" y="31363"/>
                        <a:pt x="-699" y="23959"/>
                        <a:pt x="675" y="15137"/>
                      </a:cubicBezTo>
                      <a:cubicBezTo>
                        <a:pt x="2138" y="6360"/>
                        <a:pt x="5241" y="-423"/>
                        <a:pt x="7546" y="21"/>
                      </a:cubicBezTo>
                      <a:cubicBezTo>
                        <a:pt x="9763" y="464"/>
                        <a:pt x="10295" y="7823"/>
                        <a:pt x="8832" y="16467"/>
                      </a:cubicBezTo>
                      <a:cubicBezTo>
                        <a:pt x="7457" y="25156"/>
                        <a:pt x="4620" y="31983"/>
                        <a:pt x="2404" y="3167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27" name="Forme libre : forme 24826">
                  <a:extLst>
                    <a:ext uri="{FF2B5EF4-FFF2-40B4-BE49-F238E27FC236}">
                      <a16:creationId xmlns:a16="http://schemas.microsoft.com/office/drawing/2014/main" id="{7F2678B2-0144-410E-A6C8-FC8ABFFF205B}"/>
                    </a:ext>
                  </a:extLst>
                </p:cNvPr>
                <p:cNvSpPr/>
                <p:nvPr/>
              </p:nvSpPr>
              <p:spPr>
                <a:xfrm>
                  <a:off x="5670156" y="2080608"/>
                  <a:ext cx="9664" cy="22363"/>
                </a:xfrm>
                <a:custGeom>
                  <a:avLst/>
                  <a:gdLst>
                    <a:gd name="connsiteX0" fmla="*/ 9664 w 9664"/>
                    <a:gd name="connsiteY0" fmla="*/ 7557 h 22363"/>
                    <a:gd name="connsiteX1" fmla="*/ 7536 w 9664"/>
                    <a:gd name="connsiteY1" fmla="*/ 21 h 22363"/>
                    <a:gd name="connsiteX2" fmla="*/ 665 w 9664"/>
                    <a:gd name="connsiteY2" fmla="*/ 15138 h 22363"/>
                    <a:gd name="connsiteX3" fmla="*/ 0 w 9664"/>
                    <a:gd name="connsiteY3" fmla="*/ 22364 h 22363"/>
                    <a:gd name="connsiteX4" fmla="*/ 887 w 9664"/>
                    <a:gd name="connsiteY4" fmla="*/ 18462 h 22363"/>
                    <a:gd name="connsiteX5" fmla="*/ 9664 w 9664"/>
                    <a:gd name="connsiteY5" fmla="*/ 7557 h 2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664" h="22363">
                      <a:moveTo>
                        <a:pt x="9664" y="7557"/>
                      </a:moveTo>
                      <a:cubicBezTo>
                        <a:pt x="9620" y="3257"/>
                        <a:pt x="8955" y="287"/>
                        <a:pt x="7536" y="21"/>
                      </a:cubicBezTo>
                      <a:cubicBezTo>
                        <a:pt x="5231" y="-423"/>
                        <a:pt x="2128" y="6316"/>
                        <a:pt x="665" y="15138"/>
                      </a:cubicBezTo>
                      <a:cubicBezTo>
                        <a:pt x="266" y="17709"/>
                        <a:pt x="44" y="20191"/>
                        <a:pt x="0" y="22364"/>
                      </a:cubicBezTo>
                      <a:cubicBezTo>
                        <a:pt x="222" y="21034"/>
                        <a:pt x="488" y="19704"/>
                        <a:pt x="887" y="18462"/>
                      </a:cubicBezTo>
                      <a:cubicBezTo>
                        <a:pt x="3236" y="11591"/>
                        <a:pt x="7004" y="6537"/>
                        <a:pt x="9664" y="7557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28" name="Forme libre : forme 24827">
                  <a:extLst>
                    <a:ext uri="{FF2B5EF4-FFF2-40B4-BE49-F238E27FC236}">
                      <a16:creationId xmlns:a16="http://schemas.microsoft.com/office/drawing/2014/main" id="{68CB58D3-2695-4D34-9021-71C052068066}"/>
                    </a:ext>
                  </a:extLst>
                </p:cNvPr>
                <p:cNvSpPr/>
                <p:nvPr/>
              </p:nvSpPr>
              <p:spPr>
                <a:xfrm>
                  <a:off x="5669015" y="2082027"/>
                  <a:ext cx="9639" cy="31724"/>
                </a:xfrm>
                <a:custGeom>
                  <a:avLst/>
                  <a:gdLst>
                    <a:gd name="connsiteX0" fmla="*/ 2427 w 9639"/>
                    <a:gd name="connsiteY0" fmla="*/ 31717 h 31724"/>
                    <a:gd name="connsiteX1" fmla="*/ 654 w 9639"/>
                    <a:gd name="connsiteY1" fmla="*/ 15182 h 31724"/>
                    <a:gd name="connsiteX2" fmla="*/ 7481 w 9639"/>
                    <a:gd name="connsiteY2" fmla="*/ 21 h 31724"/>
                    <a:gd name="connsiteX3" fmla="*/ 8855 w 9639"/>
                    <a:gd name="connsiteY3" fmla="*/ 16467 h 31724"/>
                    <a:gd name="connsiteX4" fmla="*/ 2427 w 9639"/>
                    <a:gd name="connsiteY4" fmla="*/ 31717 h 31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39" h="31724">
                      <a:moveTo>
                        <a:pt x="2427" y="31717"/>
                      </a:moveTo>
                      <a:cubicBezTo>
                        <a:pt x="166" y="31407"/>
                        <a:pt x="-720" y="24004"/>
                        <a:pt x="654" y="15182"/>
                      </a:cubicBezTo>
                      <a:cubicBezTo>
                        <a:pt x="2073" y="6360"/>
                        <a:pt x="5176" y="-423"/>
                        <a:pt x="7481" y="21"/>
                      </a:cubicBezTo>
                      <a:cubicBezTo>
                        <a:pt x="9742" y="464"/>
                        <a:pt x="10274" y="7823"/>
                        <a:pt x="8855" y="16467"/>
                      </a:cubicBezTo>
                      <a:cubicBezTo>
                        <a:pt x="7437" y="25156"/>
                        <a:pt x="4688" y="31983"/>
                        <a:pt x="2427" y="3171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29" name="Forme libre : forme 24828">
                  <a:extLst>
                    <a:ext uri="{FF2B5EF4-FFF2-40B4-BE49-F238E27FC236}">
                      <a16:creationId xmlns:a16="http://schemas.microsoft.com/office/drawing/2014/main" id="{E82F4A0F-AB9D-4DCF-9623-0F9F7903A1F7}"/>
                    </a:ext>
                  </a:extLst>
                </p:cNvPr>
                <p:cNvSpPr/>
                <p:nvPr/>
              </p:nvSpPr>
              <p:spPr>
                <a:xfrm>
                  <a:off x="5666314" y="2066819"/>
                  <a:ext cx="19514" cy="39033"/>
                </a:xfrm>
                <a:custGeom>
                  <a:avLst/>
                  <a:gdLst>
                    <a:gd name="connsiteX0" fmla="*/ 13462 w 19514"/>
                    <a:gd name="connsiteY0" fmla="*/ 377 h 39033"/>
                    <a:gd name="connsiteX1" fmla="*/ 9428 w 19514"/>
                    <a:gd name="connsiteY1" fmla="*/ 688 h 39033"/>
                    <a:gd name="connsiteX2" fmla="*/ 2246 w 19514"/>
                    <a:gd name="connsiteY2" fmla="*/ 15893 h 39033"/>
                    <a:gd name="connsiteX3" fmla="*/ 29 w 19514"/>
                    <a:gd name="connsiteY3" fmla="*/ 32783 h 39033"/>
                    <a:gd name="connsiteX4" fmla="*/ 2867 w 19514"/>
                    <a:gd name="connsiteY4" fmla="*/ 38724 h 39033"/>
                    <a:gd name="connsiteX5" fmla="*/ 5615 w 19514"/>
                    <a:gd name="connsiteY5" fmla="*/ 33448 h 39033"/>
                    <a:gd name="connsiteX6" fmla="*/ 12353 w 19514"/>
                    <a:gd name="connsiteY6" fmla="*/ 20725 h 39033"/>
                    <a:gd name="connsiteX7" fmla="*/ 19491 w 19514"/>
                    <a:gd name="connsiteY7" fmla="*/ 5919 h 39033"/>
                    <a:gd name="connsiteX8" fmla="*/ 13462 w 19514"/>
                    <a:gd name="connsiteY8" fmla="*/ 377 h 39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4" h="39033">
                      <a:moveTo>
                        <a:pt x="13462" y="377"/>
                      </a:moveTo>
                      <a:cubicBezTo>
                        <a:pt x="12176" y="23"/>
                        <a:pt x="10890" y="-376"/>
                        <a:pt x="9428" y="688"/>
                      </a:cubicBezTo>
                      <a:cubicBezTo>
                        <a:pt x="6590" y="2638"/>
                        <a:pt x="4019" y="9243"/>
                        <a:pt x="2246" y="15893"/>
                      </a:cubicBezTo>
                      <a:cubicBezTo>
                        <a:pt x="872" y="21434"/>
                        <a:pt x="-192" y="27552"/>
                        <a:pt x="29" y="32783"/>
                      </a:cubicBezTo>
                      <a:cubicBezTo>
                        <a:pt x="162" y="36684"/>
                        <a:pt x="1226" y="40098"/>
                        <a:pt x="2867" y="38724"/>
                      </a:cubicBezTo>
                      <a:cubicBezTo>
                        <a:pt x="3886" y="37881"/>
                        <a:pt x="4773" y="35532"/>
                        <a:pt x="5615" y="33448"/>
                      </a:cubicBezTo>
                      <a:cubicBezTo>
                        <a:pt x="7566" y="28483"/>
                        <a:pt x="10004" y="24183"/>
                        <a:pt x="12353" y="20725"/>
                      </a:cubicBezTo>
                      <a:cubicBezTo>
                        <a:pt x="14393" y="17755"/>
                        <a:pt x="19180" y="12613"/>
                        <a:pt x="19491" y="5919"/>
                      </a:cubicBezTo>
                      <a:cubicBezTo>
                        <a:pt x="19890" y="-199"/>
                        <a:pt x="15235" y="865"/>
                        <a:pt x="13462" y="37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30" name="Forme libre : forme 24829">
                  <a:extLst>
                    <a:ext uri="{FF2B5EF4-FFF2-40B4-BE49-F238E27FC236}">
                      <a16:creationId xmlns:a16="http://schemas.microsoft.com/office/drawing/2014/main" id="{038728EB-7149-4228-84CF-CA2F5A8B7BC6}"/>
                    </a:ext>
                  </a:extLst>
                </p:cNvPr>
                <p:cNvSpPr/>
                <p:nvPr/>
              </p:nvSpPr>
              <p:spPr>
                <a:xfrm>
                  <a:off x="5680574" y="2074419"/>
                  <a:ext cx="3306" cy="13298"/>
                </a:xfrm>
                <a:custGeom>
                  <a:avLst/>
                  <a:gdLst>
                    <a:gd name="connsiteX0" fmla="*/ 2350 w 3306"/>
                    <a:gd name="connsiteY0" fmla="*/ 935 h 13298"/>
                    <a:gd name="connsiteX1" fmla="*/ 1596 w 3306"/>
                    <a:gd name="connsiteY1" fmla="*/ 4 h 13298"/>
                    <a:gd name="connsiteX2" fmla="*/ 621 w 3306"/>
                    <a:gd name="connsiteY2" fmla="*/ 1068 h 13298"/>
                    <a:gd name="connsiteX3" fmla="*/ 222 w 3306"/>
                    <a:gd name="connsiteY3" fmla="*/ 3373 h 13298"/>
                    <a:gd name="connsiteX4" fmla="*/ 0 w 3306"/>
                    <a:gd name="connsiteY4" fmla="*/ 9091 h 13298"/>
                    <a:gd name="connsiteX5" fmla="*/ 133 w 3306"/>
                    <a:gd name="connsiteY5" fmla="*/ 11219 h 13298"/>
                    <a:gd name="connsiteX6" fmla="*/ 3103 w 3306"/>
                    <a:gd name="connsiteY6" fmla="*/ 10023 h 13298"/>
                    <a:gd name="connsiteX7" fmla="*/ 2350 w 3306"/>
                    <a:gd name="connsiteY7" fmla="*/ 935 h 13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06" h="13298">
                      <a:moveTo>
                        <a:pt x="2350" y="935"/>
                      </a:moveTo>
                      <a:cubicBezTo>
                        <a:pt x="2172" y="491"/>
                        <a:pt x="1906" y="48"/>
                        <a:pt x="1596" y="4"/>
                      </a:cubicBezTo>
                      <a:cubicBezTo>
                        <a:pt x="1286" y="-41"/>
                        <a:pt x="887" y="314"/>
                        <a:pt x="621" y="1068"/>
                      </a:cubicBezTo>
                      <a:cubicBezTo>
                        <a:pt x="355" y="1777"/>
                        <a:pt x="266" y="2619"/>
                        <a:pt x="222" y="3373"/>
                      </a:cubicBezTo>
                      <a:cubicBezTo>
                        <a:pt x="44" y="5323"/>
                        <a:pt x="0" y="7274"/>
                        <a:pt x="0" y="9091"/>
                      </a:cubicBezTo>
                      <a:cubicBezTo>
                        <a:pt x="0" y="9845"/>
                        <a:pt x="44" y="10599"/>
                        <a:pt x="133" y="11219"/>
                      </a:cubicBezTo>
                      <a:cubicBezTo>
                        <a:pt x="665" y="13746"/>
                        <a:pt x="2483" y="14633"/>
                        <a:pt x="3103" y="10023"/>
                      </a:cubicBezTo>
                      <a:cubicBezTo>
                        <a:pt x="3591" y="6432"/>
                        <a:pt x="3147" y="2797"/>
                        <a:pt x="2350" y="93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31" name="Forme libre : forme 24830">
                  <a:extLst>
                    <a:ext uri="{FF2B5EF4-FFF2-40B4-BE49-F238E27FC236}">
                      <a16:creationId xmlns:a16="http://schemas.microsoft.com/office/drawing/2014/main" id="{FB852DFA-ADCC-49E9-B7C3-54DEA2893DB0}"/>
                    </a:ext>
                  </a:extLst>
                </p:cNvPr>
                <p:cNvSpPr/>
                <p:nvPr/>
              </p:nvSpPr>
              <p:spPr>
                <a:xfrm>
                  <a:off x="5663593" y="2103725"/>
                  <a:ext cx="5854" cy="20614"/>
                </a:xfrm>
                <a:custGeom>
                  <a:avLst/>
                  <a:gdLst>
                    <a:gd name="connsiteX0" fmla="*/ 5854 w 5854"/>
                    <a:gd name="connsiteY0" fmla="*/ 20614 h 20614"/>
                    <a:gd name="connsiteX1" fmla="*/ 2707 w 5854"/>
                    <a:gd name="connsiteY1" fmla="*/ 18131 h 20614"/>
                    <a:gd name="connsiteX2" fmla="*/ 667 w 5854"/>
                    <a:gd name="connsiteY2" fmla="*/ 12014 h 20614"/>
                    <a:gd name="connsiteX3" fmla="*/ 91 w 5854"/>
                    <a:gd name="connsiteY3" fmla="*/ 0 h 20614"/>
                    <a:gd name="connsiteX4" fmla="*/ 712 w 5854"/>
                    <a:gd name="connsiteY4" fmla="*/ 8645 h 20614"/>
                    <a:gd name="connsiteX5" fmla="*/ 5854 w 5854"/>
                    <a:gd name="connsiteY5" fmla="*/ 20614 h 20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854" h="20614">
                      <a:moveTo>
                        <a:pt x="5854" y="20614"/>
                      </a:moveTo>
                      <a:cubicBezTo>
                        <a:pt x="5854" y="20614"/>
                        <a:pt x="4258" y="20658"/>
                        <a:pt x="2707" y="18131"/>
                      </a:cubicBezTo>
                      <a:cubicBezTo>
                        <a:pt x="1909" y="16846"/>
                        <a:pt x="1155" y="14940"/>
                        <a:pt x="667" y="12014"/>
                      </a:cubicBezTo>
                      <a:cubicBezTo>
                        <a:pt x="180" y="9088"/>
                        <a:pt x="-175" y="5187"/>
                        <a:pt x="91" y="0"/>
                      </a:cubicBezTo>
                      <a:cubicBezTo>
                        <a:pt x="91" y="0"/>
                        <a:pt x="-42" y="4034"/>
                        <a:pt x="712" y="8645"/>
                      </a:cubicBezTo>
                      <a:cubicBezTo>
                        <a:pt x="1421" y="13211"/>
                        <a:pt x="2884" y="18353"/>
                        <a:pt x="5854" y="206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32" name="Forme libre : forme 24831">
                  <a:extLst>
                    <a:ext uri="{FF2B5EF4-FFF2-40B4-BE49-F238E27FC236}">
                      <a16:creationId xmlns:a16="http://schemas.microsoft.com/office/drawing/2014/main" id="{D4321EB6-4359-4BDE-AA57-AAF7B40EAFA3}"/>
                    </a:ext>
                  </a:extLst>
                </p:cNvPr>
                <p:cNvSpPr/>
                <p:nvPr/>
              </p:nvSpPr>
              <p:spPr>
                <a:xfrm>
                  <a:off x="5685007" y="2059128"/>
                  <a:ext cx="4345" cy="23185"/>
                </a:xfrm>
                <a:custGeom>
                  <a:avLst/>
                  <a:gdLst>
                    <a:gd name="connsiteX0" fmla="*/ 3458 w 4345"/>
                    <a:gd name="connsiteY0" fmla="*/ 23185 h 23185"/>
                    <a:gd name="connsiteX1" fmla="*/ 4344 w 4345"/>
                    <a:gd name="connsiteY1" fmla="*/ 13033 h 23185"/>
                    <a:gd name="connsiteX2" fmla="*/ 0 w 4345"/>
                    <a:gd name="connsiteY2" fmla="*/ 0 h 23185"/>
                    <a:gd name="connsiteX3" fmla="*/ 2571 w 4345"/>
                    <a:gd name="connsiteY3" fmla="*/ 4921 h 23185"/>
                    <a:gd name="connsiteX4" fmla="*/ 3458 w 4345"/>
                    <a:gd name="connsiteY4" fmla="*/ 23185 h 2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5" h="23185">
                      <a:moveTo>
                        <a:pt x="3458" y="23185"/>
                      </a:moveTo>
                      <a:cubicBezTo>
                        <a:pt x="3458" y="23185"/>
                        <a:pt x="4300" y="18353"/>
                        <a:pt x="4344" y="13033"/>
                      </a:cubicBezTo>
                      <a:cubicBezTo>
                        <a:pt x="4389" y="7714"/>
                        <a:pt x="3546" y="1906"/>
                        <a:pt x="0" y="0"/>
                      </a:cubicBezTo>
                      <a:cubicBezTo>
                        <a:pt x="0" y="0"/>
                        <a:pt x="1418" y="1374"/>
                        <a:pt x="2571" y="4921"/>
                      </a:cubicBezTo>
                      <a:cubicBezTo>
                        <a:pt x="3812" y="8512"/>
                        <a:pt x="4522" y="14275"/>
                        <a:pt x="3458" y="231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33" name="Forme libre : forme 24832">
                  <a:extLst>
                    <a:ext uri="{FF2B5EF4-FFF2-40B4-BE49-F238E27FC236}">
                      <a16:creationId xmlns:a16="http://schemas.microsoft.com/office/drawing/2014/main" id="{9121F39E-7FD5-4E4D-BD79-6B1F36ECAD96}"/>
                    </a:ext>
                  </a:extLst>
                </p:cNvPr>
                <p:cNvSpPr/>
                <p:nvPr/>
              </p:nvSpPr>
              <p:spPr>
                <a:xfrm>
                  <a:off x="5674271" y="2094057"/>
                  <a:ext cx="3847" cy="11692"/>
                </a:xfrm>
                <a:custGeom>
                  <a:avLst/>
                  <a:gdLst>
                    <a:gd name="connsiteX0" fmla="*/ 319 w 3847"/>
                    <a:gd name="connsiteY0" fmla="*/ 11530 h 11692"/>
                    <a:gd name="connsiteX1" fmla="*/ 851 w 3847"/>
                    <a:gd name="connsiteY1" fmla="*/ 4437 h 11692"/>
                    <a:gd name="connsiteX2" fmla="*/ 3555 w 3847"/>
                    <a:gd name="connsiteY2" fmla="*/ 182 h 11692"/>
                    <a:gd name="connsiteX3" fmla="*/ 2934 w 3847"/>
                    <a:gd name="connsiteY3" fmla="*/ 7230 h 11692"/>
                    <a:gd name="connsiteX4" fmla="*/ 319 w 3847"/>
                    <a:gd name="connsiteY4" fmla="*/ 11530 h 11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47" h="11692">
                      <a:moveTo>
                        <a:pt x="319" y="11530"/>
                      </a:moveTo>
                      <a:cubicBezTo>
                        <a:pt x="-258" y="10777"/>
                        <a:pt x="-36" y="7585"/>
                        <a:pt x="851" y="4437"/>
                      </a:cubicBezTo>
                      <a:cubicBezTo>
                        <a:pt x="1737" y="1290"/>
                        <a:pt x="3023" y="-616"/>
                        <a:pt x="3555" y="182"/>
                      </a:cubicBezTo>
                      <a:cubicBezTo>
                        <a:pt x="4131" y="935"/>
                        <a:pt x="3821" y="4127"/>
                        <a:pt x="2934" y="7230"/>
                      </a:cubicBezTo>
                      <a:cubicBezTo>
                        <a:pt x="2136" y="10333"/>
                        <a:pt x="939" y="12284"/>
                        <a:pt x="319" y="1153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34" name="Forme libre : forme 24833">
                  <a:extLst>
                    <a:ext uri="{FF2B5EF4-FFF2-40B4-BE49-F238E27FC236}">
                      <a16:creationId xmlns:a16="http://schemas.microsoft.com/office/drawing/2014/main" id="{B1272DC2-08A0-4A30-9672-C51169435691}"/>
                    </a:ext>
                  </a:extLst>
                </p:cNvPr>
                <p:cNvSpPr/>
                <p:nvPr/>
              </p:nvSpPr>
              <p:spPr>
                <a:xfrm>
                  <a:off x="5674279" y="2104034"/>
                  <a:ext cx="1286" cy="3284"/>
                </a:xfrm>
                <a:custGeom>
                  <a:avLst/>
                  <a:gdLst>
                    <a:gd name="connsiteX0" fmla="*/ 399 w 1286"/>
                    <a:gd name="connsiteY0" fmla="*/ 3282 h 3284"/>
                    <a:gd name="connsiteX1" fmla="*/ 45 w 1286"/>
                    <a:gd name="connsiteY1" fmla="*/ 1554 h 3284"/>
                    <a:gd name="connsiteX2" fmla="*/ 887 w 1286"/>
                    <a:gd name="connsiteY2" fmla="*/ 2 h 3284"/>
                    <a:gd name="connsiteX3" fmla="*/ 1242 w 1286"/>
                    <a:gd name="connsiteY3" fmla="*/ 1731 h 3284"/>
                    <a:gd name="connsiteX4" fmla="*/ 399 w 1286"/>
                    <a:gd name="connsiteY4" fmla="*/ 3282 h 3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6" h="3284">
                      <a:moveTo>
                        <a:pt x="399" y="3282"/>
                      </a:moveTo>
                      <a:cubicBezTo>
                        <a:pt x="89" y="3238"/>
                        <a:pt x="-88" y="2484"/>
                        <a:pt x="45" y="1554"/>
                      </a:cubicBezTo>
                      <a:cubicBezTo>
                        <a:pt x="178" y="667"/>
                        <a:pt x="577" y="-42"/>
                        <a:pt x="887" y="2"/>
                      </a:cubicBezTo>
                      <a:cubicBezTo>
                        <a:pt x="1197" y="46"/>
                        <a:pt x="1375" y="800"/>
                        <a:pt x="1242" y="1731"/>
                      </a:cubicBezTo>
                      <a:cubicBezTo>
                        <a:pt x="1109" y="2617"/>
                        <a:pt x="754" y="3327"/>
                        <a:pt x="399" y="32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35" name="Forme libre : forme 24834">
                  <a:extLst>
                    <a:ext uri="{FF2B5EF4-FFF2-40B4-BE49-F238E27FC236}">
                      <a16:creationId xmlns:a16="http://schemas.microsoft.com/office/drawing/2014/main" id="{8692C4E9-3D00-4197-BC3B-30D161413CA5}"/>
                    </a:ext>
                  </a:extLst>
                </p:cNvPr>
                <p:cNvSpPr/>
                <p:nvPr/>
              </p:nvSpPr>
              <p:spPr>
                <a:xfrm>
                  <a:off x="5670895" y="2094868"/>
                  <a:ext cx="13464" cy="26789"/>
                </a:xfrm>
                <a:custGeom>
                  <a:avLst/>
                  <a:gdLst>
                    <a:gd name="connsiteX0" fmla="*/ 6664 w 13464"/>
                    <a:gd name="connsiteY0" fmla="*/ 24950 h 26789"/>
                    <a:gd name="connsiteX1" fmla="*/ 1300 w 13464"/>
                    <a:gd name="connsiteY1" fmla="*/ 26679 h 26789"/>
                    <a:gd name="connsiteX2" fmla="*/ 15 w 13464"/>
                    <a:gd name="connsiteY2" fmla="*/ 24152 h 26789"/>
                    <a:gd name="connsiteX3" fmla="*/ 1478 w 13464"/>
                    <a:gd name="connsiteY3" fmla="*/ 20694 h 26789"/>
                    <a:gd name="connsiteX4" fmla="*/ 7152 w 13464"/>
                    <a:gd name="connsiteY4" fmla="*/ 14089 h 26789"/>
                    <a:gd name="connsiteX5" fmla="*/ 13181 w 13464"/>
                    <a:gd name="connsiteY5" fmla="*/ 435 h 26789"/>
                    <a:gd name="connsiteX6" fmla="*/ 10521 w 13464"/>
                    <a:gd name="connsiteY6" fmla="*/ 18211 h 26789"/>
                    <a:gd name="connsiteX7" fmla="*/ 6664 w 13464"/>
                    <a:gd name="connsiteY7" fmla="*/ 24950 h 26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464" h="26789">
                      <a:moveTo>
                        <a:pt x="6664" y="24950"/>
                      </a:moveTo>
                      <a:cubicBezTo>
                        <a:pt x="4847" y="26723"/>
                        <a:pt x="3029" y="26989"/>
                        <a:pt x="1300" y="26679"/>
                      </a:cubicBezTo>
                      <a:cubicBezTo>
                        <a:pt x="680" y="26546"/>
                        <a:pt x="-118" y="25925"/>
                        <a:pt x="15" y="24152"/>
                      </a:cubicBezTo>
                      <a:cubicBezTo>
                        <a:pt x="148" y="22511"/>
                        <a:pt x="901" y="21359"/>
                        <a:pt x="1478" y="20694"/>
                      </a:cubicBezTo>
                      <a:cubicBezTo>
                        <a:pt x="3384" y="18743"/>
                        <a:pt x="5467" y="17812"/>
                        <a:pt x="7152" y="14089"/>
                      </a:cubicBezTo>
                      <a:cubicBezTo>
                        <a:pt x="8216" y="11783"/>
                        <a:pt x="11984" y="-2668"/>
                        <a:pt x="13181" y="435"/>
                      </a:cubicBezTo>
                      <a:cubicBezTo>
                        <a:pt x="14334" y="3538"/>
                        <a:pt x="11674" y="14842"/>
                        <a:pt x="10521" y="18211"/>
                      </a:cubicBezTo>
                      <a:cubicBezTo>
                        <a:pt x="9457" y="21314"/>
                        <a:pt x="8039" y="23620"/>
                        <a:pt x="6664" y="2495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45" name="Graphique 2">
                <a:extLst>
                  <a:ext uri="{FF2B5EF4-FFF2-40B4-BE49-F238E27FC236}">
                    <a16:creationId xmlns:a16="http://schemas.microsoft.com/office/drawing/2014/main" id="{67264061-6DDC-41B3-832D-342CFF676A26}"/>
                  </a:ext>
                </a:extLst>
              </p:cNvPr>
              <p:cNvGrpSpPr/>
              <p:nvPr/>
            </p:nvGrpSpPr>
            <p:grpSpPr>
              <a:xfrm>
                <a:off x="5658265" y="2126361"/>
                <a:ext cx="21992" cy="70828"/>
                <a:chOff x="5658265" y="2126361"/>
                <a:chExt cx="21992" cy="70828"/>
              </a:xfrm>
              <a:solidFill>
                <a:schemeClr val="accent1"/>
              </a:solidFill>
            </p:grpSpPr>
            <p:sp>
              <p:nvSpPr>
                <p:cNvPr id="24812" name="Forme libre : forme 24811">
                  <a:extLst>
                    <a:ext uri="{FF2B5EF4-FFF2-40B4-BE49-F238E27FC236}">
                      <a16:creationId xmlns:a16="http://schemas.microsoft.com/office/drawing/2014/main" id="{368CB4B9-D355-4E77-A720-865E2B9C6E8B}"/>
                    </a:ext>
                  </a:extLst>
                </p:cNvPr>
                <p:cNvSpPr/>
                <p:nvPr/>
              </p:nvSpPr>
              <p:spPr>
                <a:xfrm>
                  <a:off x="5658265" y="2126361"/>
                  <a:ext cx="21992" cy="70784"/>
                </a:xfrm>
                <a:custGeom>
                  <a:avLst/>
                  <a:gdLst>
                    <a:gd name="connsiteX0" fmla="*/ 55 w 21992"/>
                    <a:gd name="connsiteY0" fmla="*/ 48604 h 70784"/>
                    <a:gd name="connsiteX1" fmla="*/ 543 w 21992"/>
                    <a:gd name="connsiteY1" fmla="*/ 21784 h 70784"/>
                    <a:gd name="connsiteX2" fmla="*/ 10074 w 21992"/>
                    <a:gd name="connsiteY2" fmla="*/ 18 h 70784"/>
                    <a:gd name="connsiteX3" fmla="*/ 15970 w 21992"/>
                    <a:gd name="connsiteY3" fmla="*/ 638 h 70784"/>
                    <a:gd name="connsiteX4" fmla="*/ 21866 w 21992"/>
                    <a:gd name="connsiteY4" fmla="*/ 22981 h 70784"/>
                    <a:gd name="connsiteX5" fmla="*/ 21156 w 21992"/>
                    <a:gd name="connsiteY5" fmla="*/ 48205 h 70784"/>
                    <a:gd name="connsiteX6" fmla="*/ 20758 w 21992"/>
                    <a:gd name="connsiteY6" fmla="*/ 56540 h 70784"/>
                    <a:gd name="connsiteX7" fmla="*/ 19516 w 21992"/>
                    <a:gd name="connsiteY7" fmla="*/ 63411 h 70784"/>
                    <a:gd name="connsiteX8" fmla="*/ 14684 w 21992"/>
                    <a:gd name="connsiteY8" fmla="*/ 70193 h 70784"/>
                    <a:gd name="connsiteX9" fmla="*/ 8965 w 21992"/>
                    <a:gd name="connsiteY9" fmla="*/ 70770 h 70784"/>
                    <a:gd name="connsiteX10" fmla="*/ 3069 w 21992"/>
                    <a:gd name="connsiteY10" fmla="*/ 64608 h 70784"/>
                    <a:gd name="connsiteX11" fmla="*/ 942 w 21992"/>
                    <a:gd name="connsiteY11" fmla="*/ 57426 h 70784"/>
                    <a:gd name="connsiteX12" fmla="*/ 55 w 21992"/>
                    <a:gd name="connsiteY12" fmla="*/ 48604 h 70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992" h="70784">
                      <a:moveTo>
                        <a:pt x="55" y="48604"/>
                      </a:moveTo>
                      <a:cubicBezTo>
                        <a:pt x="-78" y="39649"/>
                        <a:pt x="11" y="30695"/>
                        <a:pt x="543" y="21784"/>
                      </a:cubicBezTo>
                      <a:cubicBezTo>
                        <a:pt x="1163" y="9238"/>
                        <a:pt x="5818" y="-470"/>
                        <a:pt x="10074" y="18"/>
                      </a:cubicBezTo>
                      <a:lnTo>
                        <a:pt x="15970" y="638"/>
                      </a:lnTo>
                      <a:cubicBezTo>
                        <a:pt x="20270" y="1126"/>
                        <a:pt x="22575" y="11189"/>
                        <a:pt x="21866" y="22981"/>
                      </a:cubicBezTo>
                      <a:cubicBezTo>
                        <a:pt x="21289" y="31404"/>
                        <a:pt x="21112" y="39827"/>
                        <a:pt x="21156" y="48205"/>
                      </a:cubicBezTo>
                      <a:cubicBezTo>
                        <a:pt x="21245" y="51131"/>
                        <a:pt x="21112" y="53924"/>
                        <a:pt x="20758" y="56540"/>
                      </a:cubicBezTo>
                      <a:cubicBezTo>
                        <a:pt x="20447" y="59111"/>
                        <a:pt x="20093" y="61416"/>
                        <a:pt x="19516" y="63411"/>
                      </a:cubicBezTo>
                      <a:cubicBezTo>
                        <a:pt x="18364" y="67401"/>
                        <a:pt x="16768" y="70016"/>
                        <a:pt x="14684" y="70193"/>
                      </a:cubicBezTo>
                      <a:lnTo>
                        <a:pt x="8965" y="70770"/>
                      </a:lnTo>
                      <a:cubicBezTo>
                        <a:pt x="6882" y="70992"/>
                        <a:pt x="4665" y="68642"/>
                        <a:pt x="3069" y="64608"/>
                      </a:cubicBezTo>
                      <a:cubicBezTo>
                        <a:pt x="2227" y="62613"/>
                        <a:pt x="1474" y="60175"/>
                        <a:pt x="942" y="57426"/>
                      </a:cubicBezTo>
                      <a:cubicBezTo>
                        <a:pt x="498" y="54766"/>
                        <a:pt x="188" y="51796"/>
                        <a:pt x="55" y="4860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13" name="Forme libre : forme 24812">
                  <a:extLst>
                    <a:ext uri="{FF2B5EF4-FFF2-40B4-BE49-F238E27FC236}">
                      <a16:creationId xmlns:a16="http://schemas.microsoft.com/office/drawing/2014/main" id="{5A00F65D-78EC-4478-89E8-0791AF0ED731}"/>
                    </a:ext>
                  </a:extLst>
                </p:cNvPr>
                <p:cNvSpPr/>
                <p:nvPr/>
              </p:nvSpPr>
              <p:spPr>
                <a:xfrm>
                  <a:off x="5658309" y="2126361"/>
                  <a:ext cx="12644" cy="70828"/>
                </a:xfrm>
                <a:custGeom>
                  <a:avLst/>
                  <a:gdLst>
                    <a:gd name="connsiteX0" fmla="*/ 7281 w 12644"/>
                    <a:gd name="connsiteY0" fmla="*/ 26838 h 70828"/>
                    <a:gd name="connsiteX1" fmla="*/ 8434 w 12644"/>
                    <a:gd name="connsiteY1" fmla="*/ 11632 h 70828"/>
                    <a:gd name="connsiteX2" fmla="*/ 12645 w 12644"/>
                    <a:gd name="connsiteY2" fmla="*/ 283 h 70828"/>
                    <a:gd name="connsiteX3" fmla="*/ 10074 w 12644"/>
                    <a:gd name="connsiteY3" fmla="*/ 18 h 70828"/>
                    <a:gd name="connsiteX4" fmla="*/ 543 w 12644"/>
                    <a:gd name="connsiteY4" fmla="*/ 21784 h 70828"/>
                    <a:gd name="connsiteX5" fmla="*/ 55 w 12644"/>
                    <a:gd name="connsiteY5" fmla="*/ 48604 h 70828"/>
                    <a:gd name="connsiteX6" fmla="*/ 986 w 12644"/>
                    <a:gd name="connsiteY6" fmla="*/ 57470 h 70828"/>
                    <a:gd name="connsiteX7" fmla="*/ 3114 w 12644"/>
                    <a:gd name="connsiteY7" fmla="*/ 64652 h 70828"/>
                    <a:gd name="connsiteX8" fmla="*/ 9010 w 12644"/>
                    <a:gd name="connsiteY8" fmla="*/ 70814 h 70828"/>
                    <a:gd name="connsiteX9" fmla="*/ 9187 w 12644"/>
                    <a:gd name="connsiteY9" fmla="*/ 70814 h 70828"/>
                    <a:gd name="connsiteX10" fmla="*/ 8167 w 12644"/>
                    <a:gd name="connsiteY10" fmla="*/ 59731 h 70828"/>
                    <a:gd name="connsiteX11" fmla="*/ 7768 w 12644"/>
                    <a:gd name="connsiteY11" fmla="*/ 48782 h 70828"/>
                    <a:gd name="connsiteX12" fmla="*/ 7281 w 12644"/>
                    <a:gd name="connsiteY12" fmla="*/ 26838 h 7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44" h="70828">
                      <a:moveTo>
                        <a:pt x="7281" y="26838"/>
                      </a:moveTo>
                      <a:cubicBezTo>
                        <a:pt x="7148" y="21607"/>
                        <a:pt x="7414" y="16287"/>
                        <a:pt x="8434" y="11632"/>
                      </a:cubicBezTo>
                      <a:cubicBezTo>
                        <a:pt x="9364" y="6978"/>
                        <a:pt x="10783" y="2943"/>
                        <a:pt x="12645" y="283"/>
                      </a:cubicBezTo>
                      <a:lnTo>
                        <a:pt x="10074" y="18"/>
                      </a:lnTo>
                      <a:cubicBezTo>
                        <a:pt x="5818" y="-470"/>
                        <a:pt x="1163" y="9283"/>
                        <a:pt x="543" y="21784"/>
                      </a:cubicBezTo>
                      <a:cubicBezTo>
                        <a:pt x="11" y="30694"/>
                        <a:pt x="-78" y="39649"/>
                        <a:pt x="55" y="48604"/>
                      </a:cubicBezTo>
                      <a:cubicBezTo>
                        <a:pt x="188" y="51752"/>
                        <a:pt x="498" y="54766"/>
                        <a:pt x="986" y="57470"/>
                      </a:cubicBezTo>
                      <a:cubicBezTo>
                        <a:pt x="1518" y="60175"/>
                        <a:pt x="2271" y="62613"/>
                        <a:pt x="3114" y="64652"/>
                      </a:cubicBezTo>
                      <a:cubicBezTo>
                        <a:pt x="4754" y="68686"/>
                        <a:pt x="6971" y="71036"/>
                        <a:pt x="9010" y="70814"/>
                      </a:cubicBezTo>
                      <a:lnTo>
                        <a:pt x="9187" y="70814"/>
                      </a:lnTo>
                      <a:cubicBezTo>
                        <a:pt x="8611" y="67090"/>
                        <a:pt x="8478" y="63367"/>
                        <a:pt x="8167" y="59731"/>
                      </a:cubicBezTo>
                      <a:cubicBezTo>
                        <a:pt x="7946" y="56052"/>
                        <a:pt x="7901" y="52417"/>
                        <a:pt x="7768" y="48782"/>
                      </a:cubicBezTo>
                      <a:cubicBezTo>
                        <a:pt x="7635" y="41467"/>
                        <a:pt x="7635" y="34241"/>
                        <a:pt x="7281" y="26838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14" name="Forme libre : forme 24813">
                  <a:extLst>
                    <a:ext uri="{FF2B5EF4-FFF2-40B4-BE49-F238E27FC236}">
                      <a16:creationId xmlns:a16="http://schemas.microsoft.com/office/drawing/2014/main" id="{A3D043A5-90E7-491E-B7A5-999C5DA69EAB}"/>
                    </a:ext>
                  </a:extLst>
                </p:cNvPr>
                <p:cNvSpPr/>
                <p:nvPr/>
              </p:nvSpPr>
              <p:spPr>
                <a:xfrm>
                  <a:off x="5664388" y="2150491"/>
                  <a:ext cx="7985" cy="32011"/>
                </a:xfrm>
                <a:custGeom>
                  <a:avLst/>
                  <a:gdLst>
                    <a:gd name="connsiteX0" fmla="*/ 4261 w 7985"/>
                    <a:gd name="connsiteY0" fmla="*/ 32010 h 32011"/>
                    <a:gd name="connsiteX1" fmla="*/ 6 w 7985"/>
                    <a:gd name="connsiteY1" fmla="*/ 15962 h 32011"/>
                    <a:gd name="connsiteX2" fmla="*/ 1424 w 7985"/>
                    <a:gd name="connsiteY2" fmla="*/ 4569 h 32011"/>
                    <a:gd name="connsiteX3" fmla="*/ 4483 w 7985"/>
                    <a:gd name="connsiteY3" fmla="*/ 3 h 32011"/>
                    <a:gd name="connsiteX4" fmla="*/ 7098 w 7985"/>
                    <a:gd name="connsiteY4" fmla="*/ 4791 h 32011"/>
                    <a:gd name="connsiteX5" fmla="*/ 7985 w 7985"/>
                    <a:gd name="connsiteY5" fmla="*/ 16051 h 32011"/>
                    <a:gd name="connsiteX6" fmla="*/ 4261 w 7985"/>
                    <a:gd name="connsiteY6" fmla="*/ 32010 h 32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985" h="32011">
                      <a:moveTo>
                        <a:pt x="4261" y="32010"/>
                      </a:moveTo>
                      <a:cubicBezTo>
                        <a:pt x="2133" y="32143"/>
                        <a:pt x="-128" y="24917"/>
                        <a:pt x="6" y="15962"/>
                      </a:cubicBezTo>
                      <a:cubicBezTo>
                        <a:pt x="-39" y="11485"/>
                        <a:pt x="671" y="7451"/>
                        <a:pt x="1424" y="4569"/>
                      </a:cubicBezTo>
                      <a:cubicBezTo>
                        <a:pt x="2222" y="1688"/>
                        <a:pt x="3419" y="-86"/>
                        <a:pt x="4483" y="3"/>
                      </a:cubicBezTo>
                      <a:cubicBezTo>
                        <a:pt x="5636" y="47"/>
                        <a:pt x="6434" y="1909"/>
                        <a:pt x="7098" y="4791"/>
                      </a:cubicBezTo>
                      <a:cubicBezTo>
                        <a:pt x="7764" y="7717"/>
                        <a:pt x="7941" y="11662"/>
                        <a:pt x="7985" y="16051"/>
                      </a:cubicBezTo>
                      <a:cubicBezTo>
                        <a:pt x="7852" y="24740"/>
                        <a:pt x="6522" y="31877"/>
                        <a:pt x="4261" y="3201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15" name="Forme libre : forme 24814">
                  <a:extLst>
                    <a:ext uri="{FF2B5EF4-FFF2-40B4-BE49-F238E27FC236}">
                      <a16:creationId xmlns:a16="http://schemas.microsoft.com/office/drawing/2014/main" id="{708DFA6C-7D83-41FB-B2C9-018387FB2773}"/>
                    </a:ext>
                  </a:extLst>
                </p:cNvPr>
                <p:cNvSpPr/>
                <p:nvPr/>
              </p:nvSpPr>
              <p:spPr>
                <a:xfrm>
                  <a:off x="5664391" y="2150405"/>
                  <a:ext cx="7538" cy="23230"/>
                </a:xfrm>
                <a:custGeom>
                  <a:avLst/>
                  <a:gdLst>
                    <a:gd name="connsiteX0" fmla="*/ 7538 w 7538"/>
                    <a:gd name="connsiteY0" fmla="*/ 7183 h 23230"/>
                    <a:gd name="connsiteX1" fmla="*/ 4479 w 7538"/>
                    <a:gd name="connsiteY1" fmla="*/ 1 h 23230"/>
                    <a:gd name="connsiteX2" fmla="*/ 1421 w 7538"/>
                    <a:gd name="connsiteY2" fmla="*/ 4567 h 23230"/>
                    <a:gd name="connsiteX3" fmla="*/ 2 w 7538"/>
                    <a:gd name="connsiteY3" fmla="*/ 15960 h 23230"/>
                    <a:gd name="connsiteX4" fmla="*/ 445 w 7538"/>
                    <a:gd name="connsiteY4" fmla="*/ 23230 h 23230"/>
                    <a:gd name="connsiteX5" fmla="*/ 711 w 7538"/>
                    <a:gd name="connsiteY5" fmla="*/ 19196 h 23230"/>
                    <a:gd name="connsiteX6" fmla="*/ 7538 w 7538"/>
                    <a:gd name="connsiteY6" fmla="*/ 7183 h 23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38" h="23230">
                      <a:moveTo>
                        <a:pt x="7538" y="7183"/>
                      </a:moveTo>
                      <a:cubicBezTo>
                        <a:pt x="6918" y="2927"/>
                        <a:pt x="5898" y="90"/>
                        <a:pt x="4479" y="1"/>
                      </a:cubicBezTo>
                      <a:cubicBezTo>
                        <a:pt x="3371" y="-43"/>
                        <a:pt x="2219" y="1685"/>
                        <a:pt x="1421" y="4567"/>
                      </a:cubicBezTo>
                      <a:cubicBezTo>
                        <a:pt x="623" y="7449"/>
                        <a:pt x="-42" y="11483"/>
                        <a:pt x="2" y="15960"/>
                      </a:cubicBezTo>
                      <a:cubicBezTo>
                        <a:pt x="2" y="18576"/>
                        <a:pt x="179" y="21058"/>
                        <a:pt x="445" y="23230"/>
                      </a:cubicBezTo>
                      <a:cubicBezTo>
                        <a:pt x="445" y="21856"/>
                        <a:pt x="534" y="20526"/>
                        <a:pt x="711" y="19196"/>
                      </a:cubicBezTo>
                      <a:cubicBezTo>
                        <a:pt x="1820" y="12103"/>
                        <a:pt x="4878" y="6517"/>
                        <a:pt x="7538" y="7183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16" name="Forme libre : forme 24815">
                  <a:extLst>
                    <a:ext uri="{FF2B5EF4-FFF2-40B4-BE49-F238E27FC236}">
                      <a16:creationId xmlns:a16="http://schemas.microsoft.com/office/drawing/2014/main" id="{BA957854-A139-4689-9833-A988E6F7EEAA}"/>
                    </a:ext>
                  </a:extLst>
                </p:cNvPr>
                <p:cNvSpPr/>
                <p:nvPr/>
              </p:nvSpPr>
              <p:spPr>
                <a:xfrm>
                  <a:off x="5663460" y="2152001"/>
                  <a:ext cx="7982" cy="32142"/>
                </a:xfrm>
                <a:custGeom>
                  <a:avLst/>
                  <a:gdLst>
                    <a:gd name="connsiteX0" fmla="*/ 4347 w 7982"/>
                    <a:gd name="connsiteY0" fmla="*/ 32141 h 32142"/>
                    <a:gd name="connsiteX1" fmla="*/ 2 w 7982"/>
                    <a:gd name="connsiteY1" fmla="*/ 16049 h 32142"/>
                    <a:gd name="connsiteX2" fmla="*/ 1377 w 7982"/>
                    <a:gd name="connsiteY2" fmla="*/ 4611 h 32142"/>
                    <a:gd name="connsiteX3" fmla="*/ 4391 w 7982"/>
                    <a:gd name="connsiteY3" fmla="*/ 1 h 32142"/>
                    <a:gd name="connsiteX4" fmla="*/ 7051 w 7982"/>
                    <a:gd name="connsiteY4" fmla="*/ 4789 h 32142"/>
                    <a:gd name="connsiteX5" fmla="*/ 7982 w 7982"/>
                    <a:gd name="connsiteY5" fmla="*/ 16049 h 32142"/>
                    <a:gd name="connsiteX6" fmla="*/ 4347 w 7982"/>
                    <a:gd name="connsiteY6" fmla="*/ 32141 h 32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982" h="32142">
                      <a:moveTo>
                        <a:pt x="4347" y="32141"/>
                      </a:moveTo>
                      <a:cubicBezTo>
                        <a:pt x="2263" y="32274"/>
                        <a:pt x="-86" y="25048"/>
                        <a:pt x="2" y="16049"/>
                      </a:cubicBezTo>
                      <a:cubicBezTo>
                        <a:pt x="-42" y="11527"/>
                        <a:pt x="579" y="7493"/>
                        <a:pt x="1377" y="4611"/>
                      </a:cubicBezTo>
                      <a:cubicBezTo>
                        <a:pt x="2175" y="1685"/>
                        <a:pt x="3283" y="-44"/>
                        <a:pt x="4391" y="1"/>
                      </a:cubicBezTo>
                      <a:cubicBezTo>
                        <a:pt x="5500" y="45"/>
                        <a:pt x="6430" y="1907"/>
                        <a:pt x="7051" y="4789"/>
                      </a:cubicBezTo>
                      <a:cubicBezTo>
                        <a:pt x="7716" y="7714"/>
                        <a:pt x="7938" y="11660"/>
                        <a:pt x="7982" y="16049"/>
                      </a:cubicBezTo>
                      <a:cubicBezTo>
                        <a:pt x="7893" y="24826"/>
                        <a:pt x="6652" y="32008"/>
                        <a:pt x="4347" y="3214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17" name="Forme libre : forme 24816">
                  <a:extLst>
                    <a:ext uri="{FF2B5EF4-FFF2-40B4-BE49-F238E27FC236}">
                      <a16:creationId xmlns:a16="http://schemas.microsoft.com/office/drawing/2014/main" id="{FA646274-55EB-415C-83C2-744B004A56D3}"/>
                    </a:ext>
                  </a:extLst>
                </p:cNvPr>
                <p:cNvSpPr/>
                <p:nvPr/>
              </p:nvSpPr>
              <p:spPr>
                <a:xfrm>
                  <a:off x="5659920" y="2136680"/>
                  <a:ext cx="15907" cy="40140"/>
                </a:xfrm>
                <a:custGeom>
                  <a:avLst/>
                  <a:gdLst>
                    <a:gd name="connsiteX0" fmla="*/ 9394 w 15907"/>
                    <a:gd name="connsiteY0" fmla="*/ 160 h 40140"/>
                    <a:gd name="connsiteX1" fmla="*/ 5537 w 15907"/>
                    <a:gd name="connsiteY1" fmla="*/ 959 h 40140"/>
                    <a:gd name="connsiteX2" fmla="*/ 483 w 15907"/>
                    <a:gd name="connsiteY2" fmla="*/ 17051 h 40140"/>
                    <a:gd name="connsiteX3" fmla="*/ 749 w 15907"/>
                    <a:gd name="connsiteY3" fmla="*/ 34251 h 40140"/>
                    <a:gd name="connsiteX4" fmla="*/ 4429 w 15907"/>
                    <a:gd name="connsiteY4" fmla="*/ 39704 h 40140"/>
                    <a:gd name="connsiteX5" fmla="*/ 6246 w 15907"/>
                    <a:gd name="connsiteY5" fmla="*/ 34029 h 40140"/>
                    <a:gd name="connsiteX6" fmla="*/ 10901 w 15907"/>
                    <a:gd name="connsiteY6" fmla="*/ 20420 h 40140"/>
                    <a:gd name="connsiteX7" fmla="*/ 15866 w 15907"/>
                    <a:gd name="connsiteY7" fmla="*/ 4860 h 40140"/>
                    <a:gd name="connsiteX8" fmla="*/ 9394 w 15907"/>
                    <a:gd name="connsiteY8" fmla="*/ 160 h 40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907" h="40140">
                      <a:moveTo>
                        <a:pt x="9394" y="160"/>
                      </a:moveTo>
                      <a:cubicBezTo>
                        <a:pt x="8152" y="-61"/>
                        <a:pt x="6822" y="-238"/>
                        <a:pt x="5537" y="959"/>
                      </a:cubicBezTo>
                      <a:cubicBezTo>
                        <a:pt x="3010" y="3219"/>
                        <a:pt x="1325" y="10179"/>
                        <a:pt x="483" y="17051"/>
                      </a:cubicBezTo>
                      <a:cubicBezTo>
                        <a:pt x="-138" y="22769"/>
                        <a:pt x="-270" y="29064"/>
                        <a:pt x="749" y="34251"/>
                      </a:cubicBezTo>
                      <a:cubicBezTo>
                        <a:pt x="1414" y="38108"/>
                        <a:pt x="3143" y="41344"/>
                        <a:pt x="4429" y="39704"/>
                      </a:cubicBezTo>
                      <a:cubicBezTo>
                        <a:pt x="5227" y="38684"/>
                        <a:pt x="5714" y="36246"/>
                        <a:pt x="6246" y="34029"/>
                      </a:cubicBezTo>
                      <a:cubicBezTo>
                        <a:pt x="7399" y="28798"/>
                        <a:pt x="8995" y="24188"/>
                        <a:pt x="10901" y="20420"/>
                      </a:cubicBezTo>
                      <a:cubicBezTo>
                        <a:pt x="12408" y="17184"/>
                        <a:pt x="16354" y="11509"/>
                        <a:pt x="15866" y="4860"/>
                      </a:cubicBezTo>
                      <a:cubicBezTo>
                        <a:pt x="15467" y="-1169"/>
                        <a:pt x="11123" y="426"/>
                        <a:pt x="9394" y="16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18" name="Forme libre : forme 24817">
                  <a:extLst>
                    <a:ext uri="{FF2B5EF4-FFF2-40B4-BE49-F238E27FC236}">
                      <a16:creationId xmlns:a16="http://schemas.microsoft.com/office/drawing/2014/main" id="{BFAD4ACC-04AB-463D-9A79-0846EE0F166D}"/>
                    </a:ext>
                  </a:extLst>
                </p:cNvPr>
                <p:cNvSpPr/>
                <p:nvPr/>
              </p:nvSpPr>
              <p:spPr>
                <a:xfrm>
                  <a:off x="5671491" y="2143668"/>
                  <a:ext cx="3633" cy="13030"/>
                </a:xfrm>
                <a:custGeom>
                  <a:avLst/>
                  <a:gdLst>
                    <a:gd name="connsiteX0" fmla="*/ 1769 w 3633"/>
                    <a:gd name="connsiteY0" fmla="*/ 842 h 13030"/>
                    <a:gd name="connsiteX1" fmla="*/ 971 w 3633"/>
                    <a:gd name="connsiteY1" fmla="*/ 0 h 13030"/>
                    <a:gd name="connsiteX2" fmla="*/ 128 w 3633"/>
                    <a:gd name="connsiteY2" fmla="*/ 1153 h 13030"/>
                    <a:gd name="connsiteX3" fmla="*/ 40 w 3633"/>
                    <a:gd name="connsiteY3" fmla="*/ 3458 h 13030"/>
                    <a:gd name="connsiteX4" fmla="*/ 527 w 3633"/>
                    <a:gd name="connsiteY4" fmla="*/ 9132 h 13030"/>
                    <a:gd name="connsiteX5" fmla="*/ 971 w 3633"/>
                    <a:gd name="connsiteY5" fmla="*/ 11171 h 13030"/>
                    <a:gd name="connsiteX6" fmla="*/ 3630 w 3633"/>
                    <a:gd name="connsiteY6" fmla="*/ 9576 h 13030"/>
                    <a:gd name="connsiteX7" fmla="*/ 1769 w 3633"/>
                    <a:gd name="connsiteY7" fmla="*/ 842 h 13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33" h="13030">
                      <a:moveTo>
                        <a:pt x="1769" y="842"/>
                      </a:moveTo>
                      <a:cubicBezTo>
                        <a:pt x="1547" y="399"/>
                        <a:pt x="1237" y="44"/>
                        <a:pt x="971" y="0"/>
                      </a:cubicBezTo>
                      <a:cubicBezTo>
                        <a:pt x="660" y="0"/>
                        <a:pt x="306" y="399"/>
                        <a:pt x="128" y="1153"/>
                      </a:cubicBezTo>
                      <a:cubicBezTo>
                        <a:pt x="-49" y="1862"/>
                        <a:pt x="-5" y="2704"/>
                        <a:pt x="40" y="3458"/>
                      </a:cubicBezTo>
                      <a:cubicBezTo>
                        <a:pt x="128" y="5408"/>
                        <a:pt x="306" y="7315"/>
                        <a:pt x="527" y="9132"/>
                      </a:cubicBezTo>
                      <a:cubicBezTo>
                        <a:pt x="616" y="9886"/>
                        <a:pt x="793" y="10595"/>
                        <a:pt x="971" y="11171"/>
                      </a:cubicBezTo>
                      <a:cubicBezTo>
                        <a:pt x="1813" y="13610"/>
                        <a:pt x="3719" y="14186"/>
                        <a:pt x="3630" y="9576"/>
                      </a:cubicBezTo>
                      <a:cubicBezTo>
                        <a:pt x="3630" y="6118"/>
                        <a:pt x="2744" y="2616"/>
                        <a:pt x="1769" y="84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19" name="Forme libre : forme 24818">
                  <a:extLst>
                    <a:ext uri="{FF2B5EF4-FFF2-40B4-BE49-F238E27FC236}">
                      <a16:creationId xmlns:a16="http://schemas.microsoft.com/office/drawing/2014/main" id="{D825DEB3-1B27-4F17-9E00-3E3CE8FF2011}"/>
                    </a:ext>
                  </a:extLst>
                </p:cNvPr>
                <p:cNvSpPr/>
                <p:nvPr/>
              </p:nvSpPr>
              <p:spPr>
                <a:xfrm>
                  <a:off x="5658808" y="2175453"/>
                  <a:ext cx="9087" cy="19526"/>
                </a:xfrm>
                <a:custGeom>
                  <a:avLst/>
                  <a:gdLst>
                    <a:gd name="connsiteX0" fmla="*/ 9088 w 9087"/>
                    <a:gd name="connsiteY0" fmla="*/ 19506 h 19526"/>
                    <a:gd name="connsiteX1" fmla="*/ 5674 w 9087"/>
                    <a:gd name="connsiteY1" fmla="*/ 17644 h 19526"/>
                    <a:gd name="connsiteX2" fmla="*/ 2616 w 9087"/>
                    <a:gd name="connsiteY2" fmla="*/ 11925 h 19526"/>
                    <a:gd name="connsiteX3" fmla="*/ 0 w 9087"/>
                    <a:gd name="connsiteY3" fmla="*/ 0 h 19526"/>
                    <a:gd name="connsiteX4" fmla="*/ 1995 w 9087"/>
                    <a:gd name="connsiteY4" fmla="*/ 8556 h 19526"/>
                    <a:gd name="connsiteX5" fmla="*/ 9088 w 9087"/>
                    <a:gd name="connsiteY5" fmla="*/ 19506 h 19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087" h="19526">
                      <a:moveTo>
                        <a:pt x="9088" y="19506"/>
                      </a:moveTo>
                      <a:cubicBezTo>
                        <a:pt x="9088" y="19506"/>
                        <a:pt x="7581" y="19860"/>
                        <a:pt x="5674" y="17644"/>
                      </a:cubicBezTo>
                      <a:cubicBezTo>
                        <a:pt x="4699" y="16535"/>
                        <a:pt x="3635" y="14762"/>
                        <a:pt x="2616" y="11925"/>
                      </a:cubicBezTo>
                      <a:cubicBezTo>
                        <a:pt x="1507" y="9088"/>
                        <a:pt x="709" y="5275"/>
                        <a:pt x="0" y="0"/>
                      </a:cubicBezTo>
                      <a:cubicBezTo>
                        <a:pt x="0" y="0"/>
                        <a:pt x="621" y="4078"/>
                        <a:pt x="1995" y="8556"/>
                      </a:cubicBezTo>
                      <a:cubicBezTo>
                        <a:pt x="3502" y="13033"/>
                        <a:pt x="5896" y="17865"/>
                        <a:pt x="9088" y="195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20" name="Forme libre : forme 24819">
                  <a:extLst>
                    <a:ext uri="{FF2B5EF4-FFF2-40B4-BE49-F238E27FC236}">
                      <a16:creationId xmlns:a16="http://schemas.microsoft.com/office/drawing/2014/main" id="{D31F4C80-94C4-4E1B-B1C4-E0FB984912AB}"/>
                    </a:ext>
                  </a:extLst>
                </p:cNvPr>
                <p:cNvSpPr/>
                <p:nvPr/>
              </p:nvSpPr>
              <p:spPr>
                <a:xfrm>
                  <a:off x="5673525" y="2128196"/>
                  <a:ext cx="5968" cy="22475"/>
                </a:xfrm>
                <a:custGeom>
                  <a:avLst/>
                  <a:gdLst>
                    <a:gd name="connsiteX0" fmla="*/ 5940 w 5968"/>
                    <a:gd name="connsiteY0" fmla="*/ 22476 h 22475"/>
                    <a:gd name="connsiteX1" fmla="*/ 5586 w 5968"/>
                    <a:gd name="connsiteY1" fmla="*/ 12368 h 22475"/>
                    <a:gd name="connsiteX2" fmla="*/ 0 w 5968"/>
                    <a:gd name="connsiteY2" fmla="*/ 0 h 22475"/>
                    <a:gd name="connsiteX3" fmla="*/ 3014 w 5968"/>
                    <a:gd name="connsiteY3" fmla="*/ 4566 h 22475"/>
                    <a:gd name="connsiteX4" fmla="*/ 5940 w 5968"/>
                    <a:gd name="connsiteY4" fmla="*/ 22476 h 22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68" h="22475">
                      <a:moveTo>
                        <a:pt x="5940" y="22476"/>
                      </a:moveTo>
                      <a:cubicBezTo>
                        <a:pt x="5940" y="22476"/>
                        <a:pt x="6118" y="17599"/>
                        <a:pt x="5586" y="12368"/>
                      </a:cubicBezTo>
                      <a:cubicBezTo>
                        <a:pt x="5054" y="7137"/>
                        <a:pt x="3591" y="1507"/>
                        <a:pt x="0" y="0"/>
                      </a:cubicBezTo>
                      <a:cubicBezTo>
                        <a:pt x="0" y="0"/>
                        <a:pt x="1507" y="1197"/>
                        <a:pt x="3014" y="4566"/>
                      </a:cubicBezTo>
                      <a:cubicBezTo>
                        <a:pt x="4477" y="8024"/>
                        <a:pt x="5807" y="13610"/>
                        <a:pt x="5940" y="2247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21" name="Forme libre : forme 24820">
                  <a:extLst>
                    <a:ext uri="{FF2B5EF4-FFF2-40B4-BE49-F238E27FC236}">
                      <a16:creationId xmlns:a16="http://schemas.microsoft.com/office/drawing/2014/main" id="{C32EC03C-C26D-471E-8263-ABF165CC2E5F}"/>
                    </a:ext>
                  </a:extLst>
                </p:cNvPr>
                <p:cNvSpPr/>
                <p:nvPr/>
              </p:nvSpPr>
              <p:spPr>
                <a:xfrm>
                  <a:off x="5668762" y="2163699"/>
                  <a:ext cx="2833" cy="11965"/>
                </a:xfrm>
                <a:custGeom>
                  <a:avLst/>
                  <a:gdLst>
                    <a:gd name="connsiteX0" fmla="*/ 729 w 2833"/>
                    <a:gd name="connsiteY0" fmla="*/ 11842 h 11965"/>
                    <a:gd name="connsiteX1" fmla="*/ 197 w 2833"/>
                    <a:gd name="connsiteY1" fmla="*/ 4749 h 11965"/>
                    <a:gd name="connsiteX2" fmla="*/ 2148 w 2833"/>
                    <a:gd name="connsiteY2" fmla="*/ 139 h 11965"/>
                    <a:gd name="connsiteX3" fmla="*/ 2635 w 2833"/>
                    <a:gd name="connsiteY3" fmla="*/ 7187 h 11965"/>
                    <a:gd name="connsiteX4" fmla="*/ 729 w 2833"/>
                    <a:gd name="connsiteY4" fmla="*/ 11842 h 11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33" h="11965">
                      <a:moveTo>
                        <a:pt x="729" y="11842"/>
                      </a:moveTo>
                      <a:cubicBezTo>
                        <a:pt x="20" y="11177"/>
                        <a:pt x="-202" y="7985"/>
                        <a:pt x="197" y="4749"/>
                      </a:cubicBezTo>
                      <a:cubicBezTo>
                        <a:pt x="596" y="1513"/>
                        <a:pt x="1438" y="-571"/>
                        <a:pt x="2148" y="139"/>
                      </a:cubicBezTo>
                      <a:cubicBezTo>
                        <a:pt x="2813" y="804"/>
                        <a:pt x="3034" y="3951"/>
                        <a:pt x="2635" y="7187"/>
                      </a:cubicBezTo>
                      <a:cubicBezTo>
                        <a:pt x="2192" y="10423"/>
                        <a:pt x="1438" y="12507"/>
                        <a:pt x="729" y="1184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22" name="Forme libre : forme 24821">
                  <a:extLst>
                    <a:ext uri="{FF2B5EF4-FFF2-40B4-BE49-F238E27FC236}">
                      <a16:creationId xmlns:a16="http://schemas.microsoft.com/office/drawing/2014/main" id="{DAFDB3CF-5EA3-4296-A10D-D9B7433E12C6}"/>
                    </a:ext>
                  </a:extLst>
                </p:cNvPr>
                <p:cNvSpPr/>
                <p:nvPr/>
              </p:nvSpPr>
              <p:spPr>
                <a:xfrm>
                  <a:off x="5669265" y="2173946"/>
                  <a:ext cx="1157" cy="3324"/>
                </a:xfrm>
                <a:custGeom>
                  <a:avLst/>
                  <a:gdLst>
                    <a:gd name="connsiteX0" fmla="*/ 626 w 1157"/>
                    <a:gd name="connsiteY0" fmla="*/ 3325 h 3324"/>
                    <a:gd name="connsiteX1" fmla="*/ 5 w 1157"/>
                    <a:gd name="connsiteY1" fmla="*/ 1684 h 3324"/>
                    <a:gd name="connsiteX2" fmla="*/ 537 w 1157"/>
                    <a:gd name="connsiteY2" fmla="*/ 0 h 3324"/>
                    <a:gd name="connsiteX3" fmla="*/ 1157 w 1157"/>
                    <a:gd name="connsiteY3" fmla="*/ 1640 h 3324"/>
                    <a:gd name="connsiteX4" fmla="*/ 626 w 1157"/>
                    <a:gd name="connsiteY4" fmla="*/ 3325 h 3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7" h="3324">
                      <a:moveTo>
                        <a:pt x="626" y="3325"/>
                      </a:moveTo>
                      <a:cubicBezTo>
                        <a:pt x="315" y="3325"/>
                        <a:pt x="49" y="2616"/>
                        <a:pt x="5" y="1684"/>
                      </a:cubicBezTo>
                      <a:cubicBezTo>
                        <a:pt x="-39" y="754"/>
                        <a:pt x="227" y="44"/>
                        <a:pt x="537" y="0"/>
                      </a:cubicBezTo>
                      <a:cubicBezTo>
                        <a:pt x="847" y="0"/>
                        <a:pt x="1113" y="709"/>
                        <a:pt x="1157" y="1640"/>
                      </a:cubicBezTo>
                      <a:cubicBezTo>
                        <a:pt x="1157" y="2571"/>
                        <a:pt x="936" y="3280"/>
                        <a:pt x="626" y="332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23" name="Forme libre : forme 24822">
                  <a:extLst>
                    <a:ext uri="{FF2B5EF4-FFF2-40B4-BE49-F238E27FC236}">
                      <a16:creationId xmlns:a16="http://schemas.microsoft.com/office/drawing/2014/main" id="{8CDA89C1-5B42-4AF7-9FFD-AAECAF7D5856}"/>
                    </a:ext>
                  </a:extLst>
                </p:cNvPr>
                <p:cNvSpPr/>
                <p:nvPr/>
              </p:nvSpPr>
              <p:spPr>
                <a:xfrm>
                  <a:off x="5668239" y="2163695"/>
                  <a:ext cx="9695" cy="27983"/>
                </a:xfrm>
                <a:custGeom>
                  <a:avLst/>
                  <a:gdLst>
                    <a:gd name="connsiteX0" fmla="*/ 6527 w 9695"/>
                    <a:gd name="connsiteY0" fmla="*/ 25279 h 27983"/>
                    <a:gd name="connsiteX1" fmla="*/ 1740 w 9695"/>
                    <a:gd name="connsiteY1" fmla="*/ 27983 h 27983"/>
                    <a:gd name="connsiteX2" fmla="*/ 55 w 9695"/>
                    <a:gd name="connsiteY2" fmla="*/ 25722 h 27983"/>
                    <a:gd name="connsiteX3" fmla="*/ 809 w 9695"/>
                    <a:gd name="connsiteY3" fmla="*/ 22087 h 27983"/>
                    <a:gd name="connsiteX4" fmla="*/ 5153 w 9695"/>
                    <a:gd name="connsiteY4" fmla="*/ 14640 h 27983"/>
                    <a:gd name="connsiteX5" fmla="*/ 6572 w 9695"/>
                    <a:gd name="connsiteY5" fmla="*/ 5508 h 27983"/>
                    <a:gd name="connsiteX6" fmla="*/ 8788 w 9695"/>
                    <a:gd name="connsiteY6" fmla="*/ 365 h 27983"/>
                    <a:gd name="connsiteX7" fmla="*/ 9675 w 9695"/>
                    <a:gd name="connsiteY7" fmla="*/ 9010 h 27983"/>
                    <a:gd name="connsiteX8" fmla="*/ 9054 w 9695"/>
                    <a:gd name="connsiteY8" fmla="*/ 18098 h 27983"/>
                    <a:gd name="connsiteX9" fmla="*/ 6527 w 9695"/>
                    <a:gd name="connsiteY9" fmla="*/ 25279 h 27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695" h="27983">
                      <a:moveTo>
                        <a:pt x="6527" y="25279"/>
                      </a:moveTo>
                      <a:cubicBezTo>
                        <a:pt x="5109" y="27363"/>
                        <a:pt x="3424" y="27939"/>
                        <a:pt x="1740" y="27983"/>
                      </a:cubicBezTo>
                      <a:cubicBezTo>
                        <a:pt x="1119" y="27983"/>
                        <a:pt x="277" y="27540"/>
                        <a:pt x="55" y="25722"/>
                      </a:cubicBezTo>
                      <a:cubicBezTo>
                        <a:pt x="-167" y="24082"/>
                        <a:pt x="321" y="22797"/>
                        <a:pt x="809" y="22087"/>
                      </a:cubicBezTo>
                      <a:cubicBezTo>
                        <a:pt x="2227" y="19826"/>
                        <a:pt x="4134" y="18541"/>
                        <a:pt x="5153" y="14640"/>
                      </a:cubicBezTo>
                      <a:cubicBezTo>
                        <a:pt x="5463" y="13398"/>
                        <a:pt x="5862" y="9143"/>
                        <a:pt x="6572" y="5508"/>
                      </a:cubicBezTo>
                      <a:cubicBezTo>
                        <a:pt x="7237" y="1872"/>
                        <a:pt x="7990" y="-1053"/>
                        <a:pt x="8788" y="365"/>
                      </a:cubicBezTo>
                      <a:cubicBezTo>
                        <a:pt x="9586" y="1784"/>
                        <a:pt x="9764" y="5375"/>
                        <a:pt x="9675" y="9010"/>
                      </a:cubicBezTo>
                      <a:cubicBezTo>
                        <a:pt x="9586" y="12645"/>
                        <a:pt x="9409" y="16369"/>
                        <a:pt x="9054" y="18098"/>
                      </a:cubicBezTo>
                      <a:cubicBezTo>
                        <a:pt x="8434" y="21245"/>
                        <a:pt x="7636" y="23727"/>
                        <a:pt x="6527" y="2527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46" name="Graphique 2">
                <a:extLst>
                  <a:ext uri="{FF2B5EF4-FFF2-40B4-BE49-F238E27FC236}">
                    <a16:creationId xmlns:a16="http://schemas.microsoft.com/office/drawing/2014/main" id="{C328E8FF-4DA3-4529-8902-F5FBFFA297AB}"/>
                  </a:ext>
                </a:extLst>
              </p:cNvPr>
              <p:cNvGrpSpPr/>
              <p:nvPr/>
            </p:nvGrpSpPr>
            <p:grpSpPr>
              <a:xfrm>
                <a:off x="5662213" y="2196584"/>
                <a:ext cx="32666" cy="68791"/>
                <a:chOff x="5662213" y="2196584"/>
                <a:chExt cx="32666" cy="68791"/>
              </a:xfrm>
              <a:solidFill>
                <a:schemeClr val="accent1"/>
              </a:solidFill>
            </p:grpSpPr>
            <p:sp>
              <p:nvSpPr>
                <p:cNvPr id="24800" name="Forme libre : forme 24799">
                  <a:extLst>
                    <a:ext uri="{FF2B5EF4-FFF2-40B4-BE49-F238E27FC236}">
                      <a16:creationId xmlns:a16="http://schemas.microsoft.com/office/drawing/2014/main" id="{F6EFE852-0189-42AD-BA14-80BFA8FBCEA1}"/>
                    </a:ext>
                  </a:extLst>
                </p:cNvPr>
                <p:cNvSpPr/>
                <p:nvPr/>
              </p:nvSpPr>
              <p:spPr>
                <a:xfrm>
                  <a:off x="5662213" y="2196584"/>
                  <a:ext cx="32666" cy="68721"/>
                </a:xfrm>
                <a:custGeom>
                  <a:avLst/>
                  <a:gdLst>
                    <a:gd name="connsiteX0" fmla="*/ 9140 w 32666"/>
                    <a:gd name="connsiteY0" fmla="*/ 50951 h 68721"/>
                    <a:gd name="connsiteX1" fmla="*/ 4486 w 32666"/>
                    <a:gd name="connsiteY1" fmla="*/ 37741 h 68721"/>
                    <a:gd name="connsiteX2" fmla="*/ 1116 w 32666"/>
                    <a:gd name="connsiteY2" fmla="*/ 24308 h 68721"/>
                    <a:gd name="connsiteX3" fmla="*/ 8 w 32666"/>
                    <a:gd name="connsiteY3" fmla="*/ 15309 h 68721"/>
                    <a:gd name="connsiteX4" fmla="*/ 496 w 32666"/>
                    <a:gd name="connsiteY4" fmla="*/ 7817 h 68721"/>
                    <a:gd name="connsiteX5" fmla="*/ 5062 w 32666"/>
                    <a:gd name="connsiteY5" fmla="*/ 591 h 68721"/>
                    <a:gd name="connsiteX6" fmla="*/ 10781 w 32666"/>
                    <a:gd name="connsiteY6" fmla="*/ 15 h 68721"/>
                    <a:gd name="connsiteX7" fmla="*/ 16765 w 32666"/>
                    <a:gd name="connsiteY7" fmla="*/ 5734 h 68721"/>
                    <a:gd name="connsiteX8" fmla="*/ 19336 w 32666"/>
                    <a:gd name="connsiteY8" fmla="*/ 12162 h 68721"/>
                    <a:gd name="connsiteX9" fmla="*/ 21376 w 32666"/>
                    <a:gd name="connsiteY9" fmla="*/ 20052 h 68721"/>
                    <a:gd name="connsiteX10" fmla="*/ 24257 w 32666"/>
                    <a:gd name="connsiteY10" fmla="*/ 31933 h 68721"/>
                    <a:gd name="connsiteX11" fmla="*/ 28158 w 32666"/>
                    <a:gd name="connsiteY11" fmla="*/ 43326 h 68721"/>
                    <a:gd name="connsiteX12" fmla="*/ 30774 w 32666"/>
                    <a:gd name="connsiteY12" fmla="*/ 50774 h 68721"/>
                    <a:gd name="connsiteX13" fmla="*/ 32370 w 32666"/>
                    <a:gd name="connsiteY13" fmla="*/ 57246 h 68721"/>
                    <a:gd name="connsiteX14" fmla="*/ 31084 w 32666"/>
                    <a:gd name="connsiteY14" fmla="*/ 65226 h 68721"/>
                    <a:gd name="connsiteX15" fmla="*/ 26385 w 32666"/>
                    <a:gd name="connsiteY15" fmla="*/ 68285 h 68721"/>
                    <a:gd name="connsiteX16" fmla="*/ 18405 w 32666"/>
                    <a:gd name="connsiteY16" fmla="*/ 65137 h 68721"/>
                    <a:gd name="connsiteX17" fmla="*/ 13440 w 32666"/>
                    <a:gd name="connsiteY17" fmla="*/ 59152 h 68721"/>
                    <a:gd name="connsiteX18" fmla="*/ 9140 w 32666"/>
                    <a:gd name="connsiteY18" fmla="*/ 50951 h 6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2666" h="68721">
                      <a:moveTo>
                        <a:pt x="9140" y="50951"/>
                      </a:moveTo>
                      <a:cubicBezTo>
                        <a:pt x="7278" y="46607"/>
                        <a:pt x="5948" y="42174"/>
                        <a:pt x="4486" y="37741"/>
                      </a:cubicBezTo>
                      <a:cubicBezTo>
                        <a:pt x="3289" y="33263"/>
                        <a:pt x="1959" y="28830"/>
                        <a:pt x="1116" y="24308"/>
                      </a:cubicBezTo>
                      <a:cubicBezTo>
                        <a:pt x="451" y="21161"/>
                        <a:pt x="8" y="18102"/>
                        <a:pt x="8" y="15309"/>
                      </a:cubicBezTo>
                      <a:cubicBezTo>
                        <a:pt x="-36" y="12516"/>
                        <a:pt x="97" y="9945"/>
                        <a:pt x="496" y="7817"/>
                      </a:cubicBezTo>
                      <a:cubicBezTo>
                        <a:pt x="1382" y="3517"/>
                        <a:pt x="2978" y="813"/>
                        <a:pt x="5062" y="591"/>
                      </a:cubicBezTo>
                      <a:lnTo>
                        <a:pt x="10781" y="15"/>
                      </a:lnTo>
                      <a:cubicBezTo>
                        <a:pt x="12864" y="-207"/>
                        <a:pt x="14992" y="2054"/>
                        <a:pt x="16765" y="5734"/>
                      </a:cubicBezTo>
                      <a:cubicBezTo>
                        <a:pt x="17696" y="7551"/>
                        <a:pt x="18627" y="9723"/>
                        <a:pt x="19336" y="12162"/>
                      </a:cubicBezTo>
                      <a:cubicBezTo>
                        <a:pt x="20046" y="14600"/>
                        <a:pt x="20799" y="17260"/>
                        <a:pt x="21376" y="20052"/>
                      </a:cubicBezTo>
                      <a:cubicBezTo>
                        <a:pt x="22085" y="24087"/>
                        <a:pt x="23238" y="27988"/>
                        <a:pt x="24257" y="31933"/>
                      </a:cubicBezTo>
                      <a:cubicBezTo>
                        <a:pt x="25498" y="35746"/>
                        <a:pt x="26607" y="39647"/>
                        <a:pt x="28158" y="43326"/>
                      </a:cubicBezTo>
                      <a:cubicBezTo>
                        <a:pt x="29089" y="45986"/>
                        <a:pt x="30065" y="48424"/>
                        <a:pt x="30774" y="50774"/>
                      </a:cubicBezTo>
                      <a:cubicBezTo>
                        <a:pt x="31395" y="53168"/>
                        <a:pt x="31971" y="55340"/>
                        <a:pt x="32370" y="57246"/>
                      </a:cubicBezTo>
                      <a:cubicBezTo>
                        <a:pt x="32946" y="61147"/>
                        <a:pt x="32769" y="64117"/>
                        <a:pt x="31084" y="65226"/>
                      </a:cubicBezTo>
                      <a:lnTo>
                        <a:pt x="26385" y="68285"/>
                      </a:lnTo>
                      <a:cubicBezTo>
                        <a:pt x="24656" y="69437"/>
                        <a:pt x="21642" y="68285"/>
                        <a:pt x="18405" y="65137"/>
                      </a:cubicBezTo>
                      <a:cubicBezTo>
                        <a:pt x="16721" y="63630"/>
                        <a:pt x="14948" y="61591"/>
                        <a:pt x="13440" y="59152"/>
                      </a:cubicBezTo>
                      <a:cubicBezTo>
                        <a:pt x="11845" y="56803"/>
                        <a:pt x="10293" y="54010"/>
                        <a:pt x="9140" y="5095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01" name="Forme libre : forme 24800">
                  <a:extLst>
                    <a:ext uri="{FF2B5EF4-FFF2-40B4-BE49-F238E27FC236}">
                      <a16:creationId xmlns:a16="http://schemas.microsoft.com/office/drawing/2014/main" id="{DF3D98A2-68BE-4C51-BA98-ECDA1D39C3ED}"/>
                    </a:ext>
                  </a:extLst>
                </p:cNvPr>
                <p:cNvSpPr/>
                <p:nvPr/>
              </p:nvSpPr>
              <p:spPr>
                <a:xfrm>
                  <a:off x="5662213" y="2196953"/>
                  <a:ext cx="26518" cy="68422"/>
                </a:xfrm>
                <a:custGeom>
                  <a:avLst/>
                  <a:gdLst>
                    <a:gd name="connsiteX0" fmla="*/ 8786 w 26518"/>
                    <a:gd name="connsiteY0" fmla="*/ 27175 h 68422"/>
                    <a:gd name="connsiteX1" fmla="*/ 6037 w 26518"/>
                    <a:gd name="connsiteY1" fmla="*/ 12058 h 68422"/>
                    <a:gd name="connsiteX2" fmla="*/ 7544 w 26518"/>
                    <a:gd name="connsiteY2" fmla="*/ 0 h 68422"/>
                    <a:gd name="connsiteX3" fmla="*/ 5062 w 26518"/>
                    <a:gd name="connsiteY3" fmla="*/ 266 h 68422"/>
                    <a:gd name="connsiteX4" fmla="*/ 496 w 26518"/>
                    <a:gd name="connsiteY4" fmla="*/ 7492 h 68422"/>
                    <a:gd name="connsiteX5" fmla="*/ 8 w 26518"/>
                    <a:gd name="connsiteY5" fmla="*/ 14984 h 68422"/>
                    <a:gd name="connsiteX6" fmla="*/ 1116 w 26518"/>
                    <a:gd name="connsiteY6" fmla="*/ 23983 h 68422"/>
                    <a:gd name="connsiteX7" fmla="*/ 4486 w 26518"/>
                    <a:gd name="connsiteY7" fmla="*/ 37415 h 68422"/>
                    <a:gd name="connsiteX8" fmla="*/ 9140 w 26518"/>
                    <a:gd name="connsiteY8" fmla="*/ 50626 h 68422"/>
                    <a:gd name="connsiteX9" fmla="*/ 13440 w 26518"/>
                    <a:gd name="connsiteY9" fmla="*/ 58872 h 68422"/>
                    <a:gd name="connsiteX10" fmla="*/ 18405 w 26518"/>
                    <a:gd name="connsiteY10" fmla="*/ 64856 h 68422"/>
                    <a:gd name="connsiteX11" fmla="*/ 26385 w 26518"/>
                    <a:gd name="connsiteY11" fmla="*/ 68004 h 68422"/>
                    <a:gd name="connsiteX12" fmla="*/ 26518 w 26518"/>
                    <a:gd name="connsiteY12" fmla="*/ 67915 h 68422"/>
                    <a:gd name="connsiteX13" fmla="*/ 20711 w 26518"/>
                    <a:gd name="connsiteY13" fmla="*/ 58207 h 68422"/>
                    <a:gd name="connsiteX14" fmla="*/ 16145 w 26518"/>
                    <a:gd name="connsiteY14" fmla="*/ 48055 h 68422"/>
                    <a:gd name="connsiteX15" fmla="*/ 12288 w 26518"/>
                    <a:gd name="connsiteY15" fmla="*/ 37726 h 68422"/>
                    <a:gd name="connsiteX16" fmla="*/ 8786 w 26518"/>
                    <a:gd name="connsiteY16" fmla="*/ 27175 h 68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6518" h="68422">
                      <a:moveTo>
                        <a:pt x="8786" y="27175"/>
                      </a:moveTo>
                      <a:cubicBezTo>
                        <a:pt x="7190" y="22121"/>
                        <a:pt x="6126" y="16846"/>
                        <a:pt x="6037" y="12058"/>
                      </a:cubicBezTo>
                      <a:cubicBezTo>
                        <a:pt x="5771" y="7270"/>
                        <a:pt x="6436" y="3015"/>
                        <a:pt x="7544" y="0"/>
                      </a:cubicBezTo>
                      <a:lnTo>
                        <a:pt x="5062" y="266"/>
                      </a:lnTo>
                      <a:cubicBezTo>
                        <a:pt x="2978" y="488"/>
                        <a:pt x="1382" y="3192"/>
                        <a:pt x="496" y="7492"/>
                      </a:cubicBezTo>
                      <a:cubicBezTo>
                        <a:pt x="97" y="9664"/>
                        <a:pt x="-36" y="12191"/>
                        <a:pt x="8" y="14984"/>
                      </a:cubicBezTo>
                      <a:cubicBezTo>
                        <a:pt x="8" y="17777"/>
                        <a:pt x="451" y="20836"/>
                        <a:pt x="1116" y="23983"/>
                      </a:cubicBezTo>
                      <a:cubicBezTo>
                        <a:pt x="1959" y="28505"/>
                        <a:pt x="3289" y="32938"/>
                        <a:pt x="4486" y="37415"/>
                      </a:cubicBezTo>
                      <a:cubicBezTo>
                        <a:pt x="5948" y="41848"/>
                        <a:pt x="7278" y="46282"/>
                        <a:pt x="9140" y="50626"/>
                      </a:cubicBezTo>
                      <a:cubicBezTo>
                        <a:pt x="10293" y="53685"/>
                        <a:pt x="11845" y="56478"/>
                        <a:pt x="13440" y="58872"/>
                      </a:cubicBezTo>
                      <a:cubicBezTo>
                        <a:pt x="14948" y="61310"/>
                        <a:pt x="16721" y="63349"/>
                        <a:pt x="18405" y="64856"/>
                      </a:cubicBezTo>
                      <a:cubicBezTo>
                        <a:pt x="21642" y="68004"/>
                        <a:pt x="24700" y="69112"/>
                        <a:pt x="26385" y="68004"/>
                      </a:cubicBezTo>
                      <a:lnTo>
                        <a:pt x="26518" y="67915"/>
                      </a:lnTo>
                      <a:cubicBezTo>
                        <a:pt x="24302" y="64812"/>
                        <a:pt x="22484" y="61487"/>
                        <a:pt x="20711" y="58207"/>
                      </a:cubicBezTo>
                      <a:cubicBezTo>
                        <a:pt x="19115" y="54838"/>
                        <a:pt x="17430" y="51557"/>
                        <a:pt x="16145" y="48055"/>
                      </a:cubicBezTo>
                      <a:cubicBezTo>
                        <a:pt x="14726" y="44641"/>
                        <a:pt x="13485" y="41184"/>
                        <a:pt x="12288" y="37726"/>
                      </a:cubicBezTo>
                      <a:cubicBezTo>
                        <a:pt x="11047" y="34224"/>
                        <a:pt x="10116" y="30677"/>
                        <a:pt x="8786" y="27175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02" name="Forme libre : forme 24801">
                  <a:extLst>
                    <a:ext uri="{FF2B5EF4-FFF2-40B4-BE49-F238E27FC236}">
                      <a16:creationId xmlns:a16="http://schemas.microsoft.com/office/drawing/2014/main" id="{7259EEE6-A52E-45E3-8CE0-0275B451CE10}"/>
                    </a:ext>
                  </a:extLst>
                </p:cNvPr>
                <p:cNvSpPr/>
                <p:nvPr/>
              </p:nvSpPr>
              <p:spPr>
                <a:xfrm>
                  <a:off x="5671744" y="2220561"/>
                  <a:ext cx="12614" cy="30478"/>
                </a:xfrm>
                <a:custGeom>
                  <a:avLst/>
                  <a:gdLst>
                    <a:gd name="connsiteX0" fmla="*/ 11756 w 12614"/>
                    <a:gd name="connsiteY0" fmla="*/ 30388 h 30478"/>
                    <a:gd name="connsiteX1" fmla="*/ 7279 w 12614"/>
                    <a:gd name="connsiteY1" fmla="*/ 27196 h 30478"/>
                    <a:gd name="connsiteX2" fmla="*/ 2136 w 12614"/>
                    <a:gd name="connsiteY2" fmla="*/ 16689 h 30478"/>
                    <a:gd name="connsiteX3" fmla="*/ 496 w 12614"/>
                    <a:gd name="connsiteY3" fmla="*/ 10483 h 30478"/>
                    <a:gd name="connsiteX4" fmla="*/ 8 w 12614"/>
                    <a:gd name="connsiteY4" fmla="*/ 5252 h 30478"/>
                    <a:gd name="connsiteX5" fmla="*/ 1604 w 12614"/>
                    <a:gd name="connsiteY5" fmla="*/ 21 h 30478"/>
                    <a:gd name="connsiteX6" fmla="*/ 5373 w 12614"/>
                    <a:gd name="connsiteY6" fmla="*/ 3922 h 30478"/>
                    <a:gd name="connsiteX7" fmla="*/ 7456 w 12614"/>
                    <a:gd name="connsiteY7" fmla="*/ 8532 h 30478"/>
                    <a:gd name="connsiteX8" fmla="*/ 9540 w 12614"/>
                    <a:gd name="connsiteY8" fmla="*/ 14251 h 30478"/>
                    <a:gd name="connsiteX9" fmla="*/ 12332 w 12614"/>
                    <a:gd name="connsiteY9" fmla="*/ 25024 h 30478"/>
                    <a:gd name="connsiteX10" fmla="*/ 11756 w 12614"/>
                    <a:gd name="connsiteY10" fmla="*/ 30388 h 30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614" h="30478">
                      <a:moveTo>
                        <a:pt x="11756" y="30388"/>
                      </a:moveTo>
                      <a:cubicBezTo>
                        <a:pt x="10825" y="30831"/>
                        <a:pt x="9096" y="29634"/>
                        <a:pt x="7279" y="27196"/>
                      </a:cubicBezTo>
                      <a:cubicBezTo>
                        <a:pt x="5594" y="24713"/>
                        <a:pt x="3422" y="21078"/>
                        <a:pt x="2136" y="16689"/>
                      </a:cubicBezTo>
                      <a:cubicBezTo>
                        <a:pt x="1471" y="14517"/>
                        <a:pt x="806" y="12434"/>
                        <a:pt x="496" y="10483"/>
                      </a:cubicBezTo>
                      <a:cubicBezTo>
                        <a:pt x="186" y="8532"/>
                        <a:pt x="8" y="6759"/>
                        <a:pt x="8" y="5252"/>
                      </a:cubicBezTo>
                      <a:cubicBezTo>
                        <a:pt x="-80" y="2238"/>
                        <a:pt x="540" y="243"/>
                        <a:pt x="1604" y="21"/>
                      </a:cubicBezTo>
                      <a:cubicBezTo>
                        <a:pt x="2668" y="-201"/>
                        <a:pt x="3910" y="1351"/>
                        <a:pt x="5373" y="3922"/>
                      </a:cubicBezTo>
                      <a:cubicBezTo>
                        <a:pt x="6082" y="5208"/>
                        <a:pt x="6791" y="6804"/>
                        <a:pt x="7456" y="8532"/>
                      </a:cubicBezTo>
                      <a:cubicBezTo>
                        <a:pt x="8121" y="10306"/>
                        <a:pt x="8919" y="12212"/>
                        <a:pt x="9540" y="14251"/>
                      </a:cubicBezTo>
                      <a:cubicBezTo>
                        <a:pt x="10737" y="18418"/>
                        <a:pt x="11978" y="22098"/>
                        <a:pt x="12332" y="25024"/>
                      </a:cubicBezTo>
                      <a:cubicBezTo>
                        <a:pt x="12776" y="27905"/>
                        <a:pt x="12776" y="29900"/>
                        <a:pt x="11756" y="3038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03" name="Forme libre : forme 24802">
                  <a:extLst>
                    <a:ext uri="{FF2B5EF4-FFF2-40B4-BE49-F238E27FC236}">
                      <a16:creationId xmlns:a16="http://schemas.microsoft.com/office/drawing/2014/main" id="{F4F186E1-AA42-491B-9675-7EA1D3D51B54}"/>
                    </a:ext>
                  </a:extLst>
                </p:cNvPr>
                <p:cNvSpPr/>
                <p:nvPr/>
              </p:nvSpPr>
              <p:spPr>
                <a:xfrm>
                  <a:off x="5671788" y="2220518"/>
                  <a:ext cx="6392" cy="23515"/>
                </a:xfrm>
                <a:custGeom>
                  <a:avLst/>
                  <a:gdLst>
                    <a:gd name="connsiteX0" fmla="*/ 6392 w 6392"/>
                    <a:gd name="connsiteY0" fmla="*/ 6049 h 23515"/>
                    <a:gd name="connsiteX1" fmla="*/ 1604 w 6392"/>
                    <a:gd name="connsiteY1" fmla="*/ 20 h 23515"/>
                    <a:gd name="connsiteX2" fmla="*/ 8 w 6392"/>
                    <a:gd name="connsiteY2" fmla="*/ 5251 h 23515"/>
                    <a:gd name="connsiteX3" fmla="*/ 496 w 6392"/>
                    <a:gd name="connsiteY3" fmla="*/ 10482 h 23515"/>
                    <a:gd name="connsiteX4" fmla="*/ 2136 w 6392"/>
                    <a:gd name="connsiteY4" fmla="*/ 16688 h 23515"/>
                    <a:gd name="connsiteX5" fmla="*/ 5018 w 6392"/>
                    <a:gd name="connsiteY5" fmla="*/ 23515 h 23515"/>
                    <a:gd name="connsiteX6" fmla="*/ 3777 w 6392"/>
                    <a:gd name="connsiteY6" fmla="*/ 19614 h 23515"/>
                    <a:gd name="connsiteX7" fmla="*/ 3555 w 6392"/>
                    <a:gd name="connsiteY7" fmla="*/ 10127 h 23515"/>
                    <a:gd name="connsiteX8" fmla="*/ 6392 w 6392"/>
                    <a:gd name="connsiteY8" fmla="*/ 6049 h 23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392" h="23515">
                      <a:moveTo>
                        <a:pt x="6392" y="6049"/>
                      </a:moveTo>
                      <a:cubicBezTo>
                        <a:pt x="4619" y="2192"/>
                        <a:pt x="2890" y="-246"/>
                        <a:pt x="1604" y="20"/>
                      </a:cubicBezTo>
                      <a:cubicBezTo>
                        <a:pt x="540" y="242"/>
                        <a:pt x="-80" y="2236"/>
                        <a:pt x="8" y="5251"/>
                      </a:cubicBezTo>
                      <a:cubicBezTo>
                        <a:pt x="53" y="6758"/>
                        <a:pt x="230" y="8531"/>
                        <a:pt x="496" y="10482"/>
                      </a:cubicBezTo>
                      <a:cubicBezTo>
                        <a:pt x="806" y="12433"/>
                        <a:pt x="1427" y="14516"/>
                        <a:pt x="2136" y="16688"/>
                      </a:cubicBezTo>
                      <a:cubicBezTo>
                        <a:pt x="2890" y="19259"/>
                        <a:pt x="3910" y="21565"/>
                        <a:pt x="5018" y="23515"/>
                      </a:cubicBezTo>
                      <a:cubicBezTo>
                        <a:pt x="4530" y="22230"/>
                        <a:pt x="4087" y="20944"/>
                        <a:pt x="3777" y="19614"/>
                      </a:cubicBezTo>
                      <a:cubicBezTo>
                        <a:pt x="3245" y="15979"/>
                        <a:pt x="3112" y="12610"/>
                        <a:pt x="3555" y="10127"/>
                      </a:cubicBezTo>
                      <a:cubicBezTo>
                        <a:pt x="4087" y="7689"/>
                        <a:pt x="5018" y="6137"/>
                        <a:pt x="6392" y="6049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04" name="Forme libre : forme 24803">
                  <a:extLst>
                    <a:ext uri="{FF2B5EF4-FFF2-40B4-BE49-F238E27FC236}">
                      <a16:creationId xmlns:a16="http://schemas.microsoft.com/office/drawing/2014/main" id="{37D88F4F-5DD4-4A32-AA51-CC8360324F3E}"/>
                    </a:ext>
                  </a:extLst>
                </p:cNvPr>
                <p:cNvSpPr/>
                <p:nvPr/>
              </p:nvSpPr>
              <p:spPr>
                <a:xfrm>
                  <a:off x="5671306" y="2222289"/>
                  <a:ext cx="12977" cy="30625"/>
                </a:xfrm>
                <a:custGeom>
                  <a:avLst/>
                  <a:gdLst>
                    <a:gd name="connsiteX0" fmla="*/ 12150 w 12977"/>
                    <a:gd name="connsiteY0" fmla="*/ 30521 h 30625"/>
                    <a:gd name="connsiteX1" fmla="*/ 7584 w 12977"/>
                    <a:gd name="connsiteY1" fmla="*/ 27329 h 30625"/>
                    <a:gd name="connsiteX2" fmla="*/ 4835 w 12977"/>
                    <a:gd name="connsiteY2" fmla="*/ 22763 h 30625"/>
                    <a:gd name="connsiteX3" fmla="*/ 2264 w 12977"/>
                    <a:gd name="connsiteY3" fmla="*/ 16823 h 30625"/>
                    <a:gd name="connsiteX4" fmla="*/ 3 w 12977"/>
                    <a:gd name="connsiteY4" fmla="*/ 5297 h 30625"/>
                    <a:gd name="connsiteX5" fmla="*/ 1510 w 12977"/>
                    <a:gd name="connsiteY5" fmla="*/ 21 h 30625"/>
                    <a:gd name="connsiteX6" fmla="*/ 5367 w 12977"/>
                    <a:gd name="connsiteY6" fmla="*/ 3923 h 30625"/>
                    <a:gd name="connsiteX7" fmla="*/ 9623 w 12977"/>
                    <a:gd name="connsiteY7" fmla="*/ 14296 h 30625"/>
                    <a:gd name="connsiteX8" fmla="*/ 11440 w 12977"/>
                    <a:gd name="connsiteY8" fmla="*/ 20148 h 30625"/>
                    <a:gd name="connsiteX9" fmla="*/ 12549 w 12977"/>
                    <a:gd name="connsiteY9" fmla="*/ 25113 h 30625"/>
                    <a:gd name="connsiteX10" fmla="*/ 12150 w 12977"/>
                    <a:gd name="connsiteY10" fmla="*/ 30521 h 30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77" h="30625">
                      <a:moveTo>
                        <a:pt x="12150" y="30521"/>
                      </a:moveTo>
                      <a:cubicBezTo>
                        <a:pt x="11174" y="31009"/>
                        <a:pt x="9534" y="29768"/>
                        <a:pt x="7584" y="27329"/>
                      </a:cubicBezTo>
                      <a:cubicBezTo>
                        <a:pt x="6608" y="26132"/>
                        <a:pt x="5766" y="24536"/>
                        <a:pt x="4835" y="22763"/>
                      </a:cubicBezTo>
                      <a:cubicBezTo>
                        <a:pt x="3948" y="20990"/>
                        <a:pt x="2929" y="18995"/>
                        <a:pt x="2264" y="16823"/>
                      </a:cubicBezTo>
                      <a:cubicBezTo>
                        <a:pt x="801" y="12478"/>
                        <a:pt x="3" y="8400"/>
                        <a:pt x="3" y="5297"/>
                      </a:cubicBezTo>
                      <a:cubicBezTo>
                        <a:pt x="-41" y="2238"/>
                        <a:pt x="402" y="287"/>
                        <a:pt x="1510" y="21"/>
                      </a:cubicBezTo>
                      <a:cubicBezTo>
                        <a:pt x="2530" y="-200"/>
                        <a:pt x="3948" y="1307"/>
                        <a:pt x="5367" y="3923"/>
                      </a:cubicBezTo>
                      <a:cubicBezTo>
                        <a:pt x="6697" y="6538"/>
                        <a:pt x="8249" y="10173"/>
                        <a:pt x="9623" y="14296"/>
                      </a:cubicBezTo>
                      <a:cubicBezTo>
                        <a:pt x="10243" y="16380"/>
                        <a:pt x="10997" y="18286"/>
                        <a:pt x="11440" y="20148"/>
                      </a:cubicBezTo>
                      <a:cubicBezTo>
                        <a:pt x="11972" y="21965"/>
                        <a:pt x="12238" y="23694"/>
                        <a:pt x="12549" y="25113"/>
                      </a:cubicBezTo>
                      <a:cubicBezTo>
                        <a:pt x="13214" y="27994"/>
                        <a:pt x="13125" y="30034"/>
                        <a:pt x="12150" y="3052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05" name="Forme libre : forme 24804">
                  <a:extLst>
                    <a:ext uri="{FF2B5EF4-FFF2-40B4-BE49-F238E27FC236}">
                      <a16:creationId xmlns:a16="http://schemas.microsoft.com/office/drawing/2014/main" id="{7D77B98B-C5FE-4533-9B58-AEAB25EF2F78}"/>
                    </a:ext>
                  </a:extLst>
                </p:cNvPr>
                <p:cNvSpPr/>
                <p:nvPr/>
              </p:nvSpPr>
              <p:spPr>
                <a:xfrm>
                  <a:off x="5665497" y="2206580"/>
                  <a:ext cx="12901" cy="40931"/>
                </a:xfrm>
                <a:custGeom>
                  <a:avLst/>
                  <a:gdLst>
                    <a:gd name="connsiteX0" fmla="*/ 4925 w 12901"/>
                    <a:gd name="connsiteY0" fmla="*/ 659 h 40931"/>
                    <a:gd name="connsiteX1" fmla="*/ 1468 w 12901"/>
                    <a:gd name="connsiteY1" fmla="*/ 2299 h 40931"/>
                    <a:gd name="connsiteX2" fmla="*/ 847 w 12901"/>
                    <a:gd name="connsiteY2" fmla="*/ 19411 h 40931"/>
                    <a:gd name="connsiteX3" fmla="*/ 6477 w 12901"/>
                    <a:gd name="connsiteY3" fmla="*/ 36212 h 40931"/>
                    <a:gd name="connsiteX4" fmla="*/ 11797 w 12901"/>
                    <a:gd name="connsiteY4" fmla="*/ 40202 h 40931"/>
                    <a:gd name="connsiteX5" fmla="*/ 11354 w 12901"/>
                    <a:gd name="connsiteY5" fmla="*/ 34173 h 40931"/>
                    <a:gd name="connsiteX6" fmla="*/ 11442 w 12901"/>
                    <a:gd name="connsiteY6" fmla="*/ 19810 h 40931"/>
                    <a:gd name="connsiteX7" fmla="*/ 12063 w 12901"/>
                    <a:gd name="connsiteY7" fmla="*/ 3673 h 40931"/>
                    <a:gd name="connsiteX8" fmla="*/ 4925 w 12901"/>
                    <a:gd name="connsiteY8" fmla="*/ 659 h 40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901" h="40931">
                      <a:moveTo>
                        <a:pt x="4925" y="659"/>
                      </a:moveTo>
                      <a:cubicBezTo>
                        <a:pt x="3684" y="747"/>
                        <a:pt x="2399" y="836"/>
                        <a:pt x="1468" y="2299"/>
                      </a:cubicBezTo>
                      <a:cubicBezTo>
                        <a:pt x="-394" y="5092"/>
                        <a:pt x="-350" y="12406"/>
                        <a:pt x="847" y="19411"/>
                      </a:cubicBezTo>
                      <a:cubicBezTo>
                        <a:pt x="1822" y="25218"/>
                        <a:pt x="3773" y="31469"/>
                        <a:pt x="6477" y="36212"/>
                      </a:cubicBezTo>
                      <a:cubicBezTo>
                        <a:pt x="8605" y="39714"/>
                        <a:pt x="11176" y="42241"/>
                        <a:pt x="11797" y="40202"/>
                      </a:cubicBezTo>
                      <a:cubicBezTo>
                        <a:pt x="12196" y="38961"/>
                        <a:pt x="11752" y="36434"/>
                        <a:pt x="11354" y="34173"/>
                      </a:cubicBezTo>
                      <a:cubicBezTo>
                        <a:pt x="10733" y="28764"/>
                        <a:pt x="10688" y="23932"/>
                        <a:pt x="11442" y="19810"/>
                      </a:cubicBezTo>
                      <a:cubicBezTo>
                        <a:pt x="11930" y="16307"/>
                        <a:pt x="14058" y="9924"/>
                        <a:pt x="12063" y="3673"/>
                      </a:cubicBezTo>
                      <a:cubicBezTo>
                        <a:pt x="10334" y="-1957"/>
                        <a:pt x="6610" y="526"/>
                        <a:pt x="4925" y="65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06" name="Forme libre : forme 24805">
                  <a:extLst>
                    <a:ext uri="{FF2B5EF4-FFF2-40B4-BE49-F238E27FC236}">
                      <a16:creationId xmlns:a16="http://schemas.microsoft.com/office/drawing/2014/main" id="{8090506A-C4E1-4EDD-B8EB-897ECB45911B}"/>
                    </a:ext>
                  </a:extLst>
                </p:cNvPr>
                <p:cNvSpPr/>
                <p:nvPr/>
              </p:nvSpPr>
              <p:spPr>
                <a:xfrm>
                  <a:off x="5674451" y="2213163"/>
                  <a:ext cx="5881" cy="12102"/>
                </a:xfrm>
                <a:custGeom>
                  <a:avLst/>
                  <a:gdLst>
                    <a:gd name="connsiteX0" fmla="*/ 1469 w 5881"/>
                    <a:gd name="connsiteY0" fmla="*/ 592 h 12102"/>
                    <a:gd name="connsiteX1" fmla="*/ 493 w 5881"/>
                    <a:gd name="connsiteY1" fmla="*/ 15 h 12102"/>
                    <a:gd name="connsiteX2" fmla="*/ 6 w 5881"/>
                    <a:gd name="connsiteY2" fmla="*/ 1345 h 12102"/>
                    <a:gd name="connsiteX3" fmla="*/ 493 w 5881"/>
                    <a:gd name="connsiteY3" fmla="*/ 3606 h 12102"/>
                    <a:gd name="connsiteX4" fmla="*/ 2400 w 5881"/>
                    <a:gd name="connsiteY4" fmla="*/ 8926 h 12102"/>
                    <a:gd name="connsiteX5" fmla="*/ 3375 w 5881"/>
                    <a:gd name="connsiteY5" fmla="*/ 10743 h 12102"/>
                    <a:gd name="connsiteX6" fmla="*/ 5414 w 5881"/>
                    <a:gd name="connsiteY6" fmla="*/ 8527 h 12102"/>
                    <a:gd name="connsiteX7" fmla="*/ 1469 w 5881"/>
                    <a:gd name="connsiteY7" fmla="*/ 592 h 12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881" h="12102">
                      <a:moveTo>
                        <a:pt x="1469" y="592"/>
                      </a:moveTo>
                      <a:cubicBezTo>
                        <a:pt x="1114" y="237"/>
                        <a:pt x="804" y="-73"/>
                        <a:pt x="493" y="15"/>
                      </a:cubicBezTo>
                      <a:cubicBezTo>
                        <a:pt x="183" y="60"/>
                        <a:pt x="-39" y="547"/>
                        <a:pt x="6" y="1345"/>
                      </a:cubicBezTo>
                      <a:cubicBezTo>
                        <a:pt x="50" y="2055"/>
                        <a:pt x="272" y="2897"/>
                        <a:pt x="493" y="3606"/>
                      </a:cubicBezTo>
                      <a:cubicBezTo>
                        <a:pt x="1070" y="5468"/>
                        <a:pt x="1690" y="7286"/>
                        <a:pt x="2400" y="8926"/>
                      </a:cubicBezTo>
                      <a:cubicBezTo>
                        <a:pt x="2710" y="9591"/>
                        <a:pt x="3065" y="10256"/>
                        <a:pt x="3375" y="10743"/>
                      </a:cubicBezTo>
                      <a:cubicBezTo>
                        <a:pt x="4838" y="12827"/>
                        <a:pt x="6788" y="12827"/>
                        <a:pt x="5414" y="8527"/>
                      </a:cubicBezTo>
                      <a:cubicBezTo>
                        <a:pt x="4527" y="5158"/>
                        <a:pt x="2887" y="2055"/>
                        <a:pt x="1469" y="59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07" name="Forme libre : forme 24806">
                  <a:extLst>
                    <a:ext uri="{FF2B5EF4-FFF2-40B4-BE49-F238E27FC236}">
                      <a16:creationId xmlns:a16="http://schemas.microsoft.com/office/drawing/2014/main" id="{6116D6C8-641B-4364-BBD6-AF699CB4FC94}"/>
                    </a:ext>
                  </a:extLst>
                </p:cNvPr>
                <p:cNvSpPr/>
                <p:nvPr/>
              </p:nvSpPr>
              <p:spPr>
                <a:xfrm>
                  <a:off x="5671930" y="2247845"/>
                  <a:ext cx="16180" cy="15170"/>
                </a:xfrm>
                <a:custGeom>
                  <a:avLst/>
                  <a:gdLst>
                    <a:gd name="connsiteX0" fmla="*/ 16181 w 16180"/>
                    <a:gd name="connsiteY0" fmla="*/ 14807 h 15170"/>
                    <a:gd name="connsiteX1" fmla="*/ 12368 w 16180"/>
                    <a:gd name="connsiteY1" fmla="*/ 14541 h 15170"/>
                    <a:gd name="connsiteX2" fmla="*/ 7049 w 16180"/>
                    <a:gd name="connsiteY2" fmla="*/ 10506 h 15170"/>
                    <a:gd name="connsiteX3" fmla="*/ 0 w 16180"/>
                    <a:gd name="connsiteY3" fmla="*/ 0 h 15170"/>
                    <a:gd name="connsiteX4" fmla="*/ 1374 w 16180"/>
                    <a:gd name="connsiteY4" fmla="*/ 2350 h 15170"/>
                    <a:gd name="connsiteX5" fmla="*/ 5187 w 16180"/>
                    <a:gd name="connsiteY5" fmla="*/ 7492 h 15170"/>
                    <a:gd name="connsiteX6" fmla="*/ 10551 w 16180"/>
                    <a:gd name="connsiteY6" fmla="*/ 12501 h 15170"/>
                    <a:gd name="connsiteX7" fmla="*/ 16181 w 16180"/>
                    <a:gd name="connsiteY7" fmla="*/ 14807 h 1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180" h="15170">
                      <a:moveTo>
                        <a:pt x="16181" y="14807"/>
                      </a:moveTo>
                      <a:cubicBezTo>
                        <a:pt x="16181" y="14807"/>
                        <a:pt x="15073" y="15782"/>
                        <a:pt x="12368" y="14541"/>
                      </a:cubicBezTo>
                      <a:cubicBezTo>
                        <a:pt x="11038" y="13920"/>
                        <a:pt x="9265" y="12723"/>
                        <a:pt x="7049" y="10506"/>
                      </a:cubicBezTo>
                      <a:cubicBezTo>
                        <a:pt x="5142" y="8201"/>
                        <a:pt x="2394" y="4921"/>
                        <a:pt x="0" y="0"/>
                      </a:cubicBezTo>
                      <a:cubicBezTo>
                        <a:pt x="0" y="0"/>
                        <a:pt x="488" y="842"/>
                        <a:pt x="1374" y="2350"/>
                      </a:cubicBezTo>
                      <a:cubicBezTo>
                        <a:pt x="2217" y="3768"/>
                        <a:pt x="3635" y="5630"/>
                        <a:pt x="5187" y="7492"/>
                      </a:cubicBezTo>
                      <a:cubicBezTo>
                        <a:pt x="6694" y="9354"/>
                        <a:pt x="8556" y="11216"/>
                        <a:pt x="10551" y="12501"/>
                      </a:cubicBezTo>
                      <a:cubicBezTo>
                        <a:pt x="12501" y="13876"/>
                        <a:pt x="14408" y="14762"/>
                        <a:pt x="16181" y="148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08" name="Forme libre : forme 24807">
                  <a:extLst>
                    <a:ext uri="{FF2B5EF4-FFF2-40B4-BE49-F238E27FC236}">
                      <a16:creationId xmlns:a16="http://schemas.microsoft.com/office/drawing/2014/main" id="{9599E4BB-4539-41D0-9397-95F7E717988B}"/>
                    </a:ext>
                  </a:extLst>
                </p:cNvPr>
                <p:cNvSpPr/>
                <p:nvPr/>
              </p:nvSpPr>
              <p:spPr>
                <a:xfrm>
                  <a:off x="5672506" y="2197973"/>
                  <a:ext cx="10772" cy="20081"/>
                </a:xfrm>
                <a:custGeom>
                  <a:avLst/>
                  <a:gdLst>
                    <a:gd name="connsiteX0" fmla="*/ 10772 w 10772"/>
                    <a:gd name="connsiteY0" fmla="*/ 20082 h 20081"/>
                    <a:gd name="connsiteX1" fmla="*/ 10019 w 10772"/>
                    <a:gd name="connsiteY1" fmla="*/ 17200 h 20081"/>
                    <a:gd name="connsiteX2" fmla="*/ 7980 w 10772"/>
                    <a:gd name="connsiteY2" fmla="*/ 10684 h 20081"/>
                    <a:gd name="connsiteX3" fmla="*/ 4699 w 10772"/>
                    <a:gd name="connsiteY3" fmla="*/ 3813 h 20081"/>
                    <a:gd name="connsiteX4" fmla="*/ 0 w 10772"/>
                    <a:gd name="connsiteY4" fmla="*/ 0 h 20081"/>
                    <a:gd name="connsiteX5" fmla="*/ 3768 w 10772"/>
                    <a:gd name="connsiteY5" fmla="*/ 3813 h 20081"/>
                    <a:gd name="connsiteX6" fmla="*/ 7226 w 10772"/>
                    <a:gd name="connsiteY6" fmla="*/ 9974 h 20081"/>
                    <a:gd name="connsiteX7" fmla="*/ 10772 w 10772"/>
                    <a:gd name="connsiteY7" fmla="*/ 20082 h 2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772" h="20081">
                      <a:moveTo>
                        <a:pt x="10772" y="20082"/>
                      </a:moveTo>
                      <a:cubicBezTo>
                        <a:pt x="10772" y="20082"/>
                        <a:pt x="10506" y="18929"/>
                        <a:pt x="10019" y="17200"/>
                      </a:cubicBezTo>
                      <a:cubicBezTo>
                        <a:pt x="9531" y="15471"/>
                        <a:pt x="8778" y="13122"/>
                        <a:pt x="7980" y="10684"/>
                      </a:cubicBezTo>
                      <a:cubicBezTo>
                        <a:pt x="7137" y="8246"/>
                        <a:pt x="5985" y="5807"/>
                        <a:pt x="4699" y="3813"/>
                      </a:cubicBezTo>
                      <a:cubicBezTo>
                        <a:pt x="3413" y="1818"/>
                        <a:pt x="1862" y="355"/>
                        <a:pt x="0" y="0"/>
                      </a:cubicBezTo>
                      <a:cubicBezTo>
                        <a:pt x="0" y="0"/>
                        <a:pt x="1729" y="842"/>
                        <a:pt x="3768" y="3813"/>
                      </a:cubicBezTo>
                      <a:cubicBezTo>
                        <a:pt x="4743" y="5320"/>
                        <a:pt x="6073" y="7270"/>
                        <a:pt x="7226" y="9974"/>
                      </a:cubicBezTo>
                      <a:cubicBezTo>
                        <a:pt x="8334" y="12634"/>
                        <a:pt x="9620" y="15915"/>
                        <a:pt x="10772" y="200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09" name="Forme libre : forme 24808">
                  <a:extLst>
                    <a:ext uri="{FF2B5EF4-FFF2-40B4-BE49-F238E27FC236}">
                      <a16:creationId xmlns:a16="http://schemas.microsoft.com/office/drawing/2014/main" id="{C18A6752-7E22-47AC-A7BF-4BF94CD4A35E}"/>
                    </a:ext>
                  </a:extLst>
                </p:cNvPr>
                <p:cNvSpPr/>
                <p:nvPr/>
              </p:nvSpPr>
              <p:spPr>
                <a:xfrm>
                  <a:off x="5678326" y="2232761"/>
                  <a:ext cx="3994" cy="11495"/>
                </a:xfrm>
                <a:custGeom>
                  <a:avLst/>
                  <a:gdLst>
                    <a:gd name="connsiteX0" fmla="*/ 3357 w 3994"/>
                    <a:gd name="connsiteY0" fmla="*/ 11449 h 11495"/>
                    <a:gd name="connsiteX1" fmla="*/ 386 w 3994"/>
                    <a:gd name="connsiteY1" fmla="*/ 5021 h 11495"/>
                    <a:gd name="connsiteX2" fmla="*/ 741 w 3994"/>
                    <a:gd name="connsiteY2" fmla="*/ 56 h 11495"/>
                    <a:gd name="connsiteX3" fmla="*/ 3401 w 3994"/>
                    <a:gd name="connsiteY3" fmla="*/ 6529 h 11495"/>
                    <a:gd name="connsiteX4" fmla="*/ 3357 w 3994"/>
                    <a:gd name="connsiteY4" fmla="*/ 11449 h 11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4" h="11495">
                      <a:moveTo>
                        <a:pt x="3357" y="11449"/>
                      </a:moveTo>
                      <a:cubicBezTo>
                        <a:pt x="2559" y="11050"/>
                        <a:pt x="1051" y="8213"/>
                        <a:pt x="386" y="5021"/>
                      </a:cubicBezTo>
                      <a:cubicBezTo>
                        <a:pt x="-234" y="1830"/>
                        <a:pt x="-101" y="-387"/>
                        <a:pt x="741" y="56"/>
                      </a:cubicBezTo>
                      <a:cubicBezTo>
                        <a:pt x="1583" y="500"/>
                        <a:pt x="2692" y="3381"/>
                        <a:pt x="3401" y="6529"/>
                      </a:cubicBezTo>
                      <a:cubicBezTo>
                        <a:pt x="4199" y="9588"/>
                        <a:pt x="4199" y="11848"/>
                        <a:pt x="3357" y="1144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10" name="Forme libre : forme 24809">
                  <a:extLst>
                    <a:ext uri="{FF2B5EF4-FFF2-40B4-BE49-F238E27FC236}">
                      <a16:creationId xmlns:a16="http://schemas.microsoft.com/office/drawing/2014/main" id="{8F995000-86A4-4959-A500-57967BD64EEE}"/>
                    </a:ext>
                  </a:extLst>
                </p:cNvPr>
                <p:cNvSpPr/>
                <p:nvPr/>
              </p:nvSpPr>
              <p:spPr>
                <a:xfrm>
                  <a:off x="5681227" y="2242596"/>
                  <a:ext cx="1561" cy="3094"/>
                </a:xfrm>
                <a:custGeom>
                  <a:avLst/>
                  <a:gdLst>
                    <a:gd name="connsiteX0" fmla="*/ 1386 w 1561"/>
                    <a:gd name="connsiteY0" fmla="*/ 3077 h 3094"/>
                    <a:gd name="connsiteX1" fmla="*/ 278 w 1561"/>
                    <a:gd name="connsiteY1" fmla="*/ 1747 h 3094"/>
                    <a:gd name="connsiteX2" fmla="*/ 190 w 1561"/>
                    <a:gd name="connsiteY2" fmla="*/ 18 h 3094"/>
                    <a:gd name="connsiteX3" fmla="*/ 1298 w 1561"/>
                    <a:gd name="connsiteY3" fmla="*/ 1348 h 3094"/>
                    <a:gd name="connsiteX4" fmla="*/ 1386 w 1561"/>
                    <a:gd name="connsiteY4" fmla="*/ 3077 h 3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1" h="3094">
                      <a:moveTo>
                        <a:pt x="1386" y="3077"/>
                      </a:moveTo>
                      <a:cubicBezTo>
                        <a:pt x="1121" y="3210"/>
                        <a:pt x="589" y="2589"/>
                        <a:pt x="278" y="1747"/>
                      </a:cubicBezTo>
                      <a:cubicBezTo>
                        <a:pt x="-76" y="905"/>
                        <a:pt x="-76" y="107"/>
                        <a:pt x="190" y="18"/>
                      </a:cubicBezTo>
                      <a:cubicBezTo>
                        <a:pt x="456" y="-115"/>
                        <a:pt x="988" y="506"/>
                        <a:pt x="1298" y="1348"/>
                      </a:cubicBezTo>
                      <a:cubicBezTo>
                        <a:pt x="1608" y="2190"/>
                        <a:pt x="1652" y="2944"/>
                        <a:pt x="1386" y="30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11" name="Forme libre : forme 24810">
                  <a:extLst>
                    <a:ext uri="{FF2B5EF4-FFF2-40B4-BE49-F238E27FC236}">
                      <a16:creationId xmlns:a16="http://schemas.microsoft.com/office/drawing/2014/main" id="{E3B1C7FD-15BD-4F9D-8B57-6D5E5D1448DA}"/>
                    </a:ext>
                  </a:extLst>
                </p:cNvPr>
                <p:cNvSpPr/>
                <p:nvPr/>
              </p:nvSpPr>
              <p:spPr>
                <a:xfrm>
                  <a:off x="5683877" y="2230867"/>
                  <a:ext cx="7754" cy="28052"/>
                </a:xfrm>
                <a:custGeom>
                  <a:avLst/>
                  <a:gdLst>
                    <a:gd name="connsiteX0" fmla="*/ 7647 w 7754"/>
                    <a:gd name="connsiteY0" fmla="*/ 23540 h 28052"/>
                    <a:gd name="connsiteX1" fmla="*/ 4588 w 7754"/>
                    <a:gd name="connsiteY1" fmla="*/ 27928 h 28052"/>
                    <a:gd name="connsiteX2" fmla="*/ 2106 w 7754"/>
                    <a:gd name="connsiteY2" fmla="*/ 26598 h 28052"/>
                    <a:gd name="connsiteX3" fmla="*/ 1219 w 7754"/>
                    <a:gd name="connsiteY3" fmla="*/ 22963 h 28052"/>
                    <a:gd name="connsiteX4" fmla="*/ 2194 w 7754"/>
                    <a:gd name="connsiteY4" fmla="*/ 14540 h 28052"/>
                    <a:gd name="connsiteX5" fmla="*/ 1485 w 7754"/>
                    <a:gd name="connsiteY5" fmla="*/ 10950 h 28052"/>
                    <a:gd name="connsiteX6" fmla="*/ 377 w 7754"/>
                    <a:gd name="connsiteY6" fmla="*/ 5674 h 28052"/>
                    <a:gd name="connsiteX7" fmla="*/ 865 w 7754"/>
                    <a:gd name="connsiteY7" fmla="*/ 221 h 28052"/>
                    <a:gd name="connsiteX8" fmla="*/ 4411 w 7754"/>
                    <a:gd name="connsiteY8" fmla="*/ 7802 h 28052"/>
                    <a:gd name="connsiteX9" fmla="*/ 5963 w 7754"/>
                    <a:gd name="connsiteY9" fmla="*/ 12634 h 28052"/>
                    <a:gd name="connsiteX10" fmla="*/ 7071 w 7754"/>
                    <a:gd name="connsiteY10" fmla="*/ 16136 h 28052"/>
                    <a:gd name="connsiteX11" fmla="*/ 7647 w 7754"/>
                    <a:gd name="connsiteY11" fmla="*/ 23540 h 28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7754" h="28052">
                      <a:moveTo>
                        <a:pt x="7647" y="23540"/>
                      </a:moveTo>
                      <a:cubicBezTo>
                        <a:pt x="7292" y="25933"/>
                        <a:pt x="6051" y="27219"/>
                        <a:pt x="4588" y="27928"/>
                      </a:cubicBezTo>
                      <a:cubicBezTo>
                        <a:pt x="4056" y="28194"/>
                        <a:pt x="3125" y="28150"/>
                        <a:pt x="2106" y="26598"/>
                      </a:cubicBezTo>
                      <a:cubicBezTo>
                        <a:pt x="1175" y="25224"/>
                        <a:pt x="1042" y="23850"/>
                        <a:pt x="1219" y="22963"/>
                      </a:cubicBezTo>
                      <a:cubicBezTo>
                        <a:pt x="1662" y="20259"/>
                        <a:pt x="2771" y="18441"/>
                        <a:pt x="2194" y="14540"/>
                      </a:cubicBezTo>
                      <a:cubicBezTo>
                        <a:pt x="2150" y="13920"/>
                        <a:pt x="1840" y="12590"/>
                        <a:pt x="1485" y="10950"/>
                      </a:cubicBezTo>
                      <a:cubicBezTo>
                        <a:pt x="1131" y="9309"/>
                        <a:pt x="599" y="7447"/>
                        <a:pt x="377" y="5674"/>
                      </a:cubicBezTo>
                      <a:cubicBezTo>
                        <a:pt x="-111" y="2083"/>
                        <a:pt x="-288" y="-843"/>
                        <a:pt x="865" y="221"/>
                      </a:cubicBezTo>
                      <a:cubicBezTo>
                        <a:pt x="2106" y="1241"/>
                        <a:pt x="3125" y="4566"/>
                        <a:pt x="4411" y="7802"/>
                      </a:cubicBezTo>
                      <a:cubicBezTo>
                        <a:pt x="4987" y="9442"/>
                        <a:pt x="5564" y="11127"/>
                        <a:pt x="5963" y="12634"/>
                      </a:cubicBezTo>
                      <a:cubicBezTo>
                        <a:pt x="6450" y="14097"/>
                        <a:pt x="6849" y="15338"/>
                        <a:pt x="7071" y="16136"/>
                      </a:cubicBezTo>
                      <a:cubicBezTo>
                        <a:pt x="7780" y="19195"/>
                        <a:pt x="7869" y="21766"/>
                        <a:pt x="7647" y="2354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47" name="Graphique 2">
                <a:extLst>
                  <a:ext uri="{FF2B5EF4-FFF2-40B4-BE49-F238E27FC236}">
                    <a16:creationId xmlns:a16="http://schemas.microsoft.com/office/drawing/2014/main" id="{B7DFA77A-985E-4896-8611-F223663AF021}"/>
                  </a:ext>
                </a:extLst>
              </p:cNvPr>
              <p:cNvGrpSpPr/>
              <p:nvPr/>
            </p:nvGrpSpPr>
            <p:grpSpPr>
              <a:xfrm>
                <a:off x="5687240" y="2261439"/>
                <a:ext cx="60870" cy="46740"/>
                <a:chOff x="5687240" y="2261439"/>
                <a:chExt cx="60870" cy="46740"/>
              </a:xfrm>
              <a:solidFill>
                <a:schemeClr val="accent1"/>
              </a:solidFill>
            </p:grpSpPr>
            <p:sp>
              <p:nvSpPr>
                <p:cNvPr id="24788" name="Forme libre : forme 24787">
                  <a:extLst>
                    <a:ext uri="{FF2B5EF4-FFF2-40B4-BE49-F238E27FC236}">
                      <a16:creationId xmlns:a16="http://schemas.microsoft.com/office/drawing/2014/main" id="{2815A757-7774-420F-82B7-DAA76BEC9457}"/>
                    </a:ext>
                  </a:extLst>
                </p:cNvPr>
                <p:cNvSpPr/>
                <p:nvPr/>
              </p:nvSpPr>
              <p:spPr>
                <a:xfrm>
                  <a:off x="5687258" y="2261439"/>
                  <a:ext cx="60852" cy="46740"/>
                </a:xfrm>
                <a:custGeom>
                  <a:avLst/>
                  <a:gdLst>
                    <a:gd name="connsiteX0" fmla="*/ 34943 w 60852"/>
                    <a:gd name="connsiteY0" fmla="*/ 42485 h 46740"/>
                    <a:gd name="connsiteX1" fmla="*/ 28559 w 60852"/>
                    <a:gd name="connsiteY1" fmla="*/ 39072 h 46740"/>
                    <a:gd name="connsiteX2" fmla="*/ 22397 w 60852"/>
                    <a:gd name="connsiteY2" fmla="*/ 35259 h 46740"/>
                    <a:gd name="connsiteX3" fmla="*/ 10960 w 60852"/>
                    <a:gd name="connsiteY3" fmla="*/ 26304 h 46740"/>
                    <a:gd name="connsiteX4" fmla="*/ 4709 w 60852"/>
                    <a:gd name="connsiteY4" fmla="*/ 19078 h 46740"/>
                    <a:gd name="connsiteX5" fmla="*/ 1030 w 60852"/>
                    <a:gd name="connsiteY5" fmla="*/ 12118 h 46740"/>
                    <a:gd name="connsiteX6" fmla="*/ 1340 w 60852"/>
                    <a:gd name="connsiteY6" fmla="*/ 3518 h 46740"/>
                    <a:gd name="connsiteX7" fmla="*/ 6039 w 60852"/>
                    <a:gd name="connsiteY7" fmla="*/ 459 h 46740"/>
                    <a:gd name="connsiteX8" fmla="*/ 13753 w 60852"/>
                    <a:gd name="connsiteY8" fmla="*/ 2543 h 46740"/>
                    <a:gd name="connsiteX9" fmla="*/ 18984 w 60852"/>
                    <a:gd name="connsiteY9" fmla="*/ 6488 h 46740"/>
                    <a:gd name="connsiteX10" fmla="*/ 24703 w 60852"/>
                    <a:gd name="connsiteY10" fmla="*/ 11586 h 46740"/>
                    <a:gd name="connsiteX11" fmla="*/ 33702 w 60852"/>
                    <a:gd name="connsiteY11" fmla="*/ 18724 h 46740"/>
                    <a:gd name="connsiteX12" fmla="*/ 38578 w 60852"/>
                    <a:gd name="connsiteY12" fmla="*/ 21827 h 46740"/>
                    <a:gd name="connsiteX13" fmla="*/ 43676 w 60852"/>
                    <a:gd name="connsiteY13" fmla="*/ 24575 h 46740"/>
                    <a:gd name="connsiteX14" fmla="*/ 50548 w 60852"/>
                    <a:gd name="connsiteY14" fmla="*/ 28211 h 46740"/>
                    <a:gd name="connsiteX15" fmla="*/ 56133 w 60852"/>
                    <a:gd name="connsiteY15" fmla="*/ 31846 h 46740"/>
                    <a:gd name="connsiteX16" fmla="*/ 60788 w 60852"/>
                    <a:gd name="connsiteY16" fmla="*/ 38318 h 46740"/>
                    <a:gd name="connsiteX17" fmla="*/ 59502 w 60852"/>
                    <a:gd name="connsiteY17" fmla="*/ 43593 h 46740"/>
                    <a:gd name="connsiteX18" fmla="*/ 51567 w 60852"/>
                    <a:gd name="connsiteY18" fmla="*/ 46741 h 46740"/>
                    <a:gd name="connsiteX19" fmla="*/ 43854 w 60852"/>
                    <a:gd name="connsiteY19" fmla="*/ 45677 h 46740"/>
                    <a:gd name="connsiteX20" fmla="*/ 34943 w 60852"/>
                    <a:gd name="connsiteY20" fmla="*/ 42485 h 46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852" h="46740">
                      <a:moveTo>
                        <a:pt x="34943" y="42485"/>
                      </a:moveTo>
                      <a:cubicBezTo>
                        <a:pt x="32726" y="41599"/>
                        <a:pt x="30687" y="40224"/>
                        <a:pt x="28559" y="39072"/>
                      </a:cubicBezTo>
                      <a:cubicBezTo>
                        <a:pt x="26432" y="37919"/>
                        <a:pt x="24348" y="36678"/>
                        <a:pt x="22397" y="35259"/>
                      </a:cubicBezTo>
                      <a:cubicBezTo>
                        <a:pt x="18319" y="32644"/>
                        <a:pt x="14640" y="29452"/>
                        <a:pt x="10960" y="26304"/>
                      </a:cubicBezTo>
                      <a:cubicBezTo>
                        <a:pt x="8566" y="23911"/>
                        <a:pt x="6394" y="21472"/>
                        <a:pt x="4709" y="19078"/>
                      </a:cubicBezTo>
                      <a:cubicBezTo>
                        <a:pt x="3113" y="16596"/>
                        <a:pt x="1872" y="14202"/>
                        <a:pt x="1030" y="12118"/>
                      </a:cubicBezTo>
                      <a:cubicBezTo>
                        <a:pt x="-433" y="7774"/>
                        <a:pt x="-344" y="4582"/>
                        <a:pt x="1340" y="3518"/>
                      </a:cubicBezTo>
                      <a:lnTo>
                        <a:pt x="6039" y="459"/>
                      </a:lnTo>
                      <a:cubicBezTo>
                        <a:pt x="7768" y="-649"/>
                        <a:pt x="10605" y="326"/>
                        <a:pt x="13753" y="2543"/>
                      </a:cubicBezTo>
                      <a:cubicBezTo>
                        <a:pt x="15437" y="3562"/>
                        <a:pt x="17211" y="4893"/>
                        <a:pt x="18984" y="6488"/>
                      </a:cubicBezTo>
                      <a:cubicBezTo>
                        <a:pt x="20846" y="7996"/>
                        <a:pt x="22841" y="9636"/>
                        <a:pt x="24703" y="11586"/>
                      </a:cubicBezTo>
                      <a:cubicBezTo>
                        <a:pt x="27628" y="14069"/>
                        <a:pt x="30466" y="16640"/>
                        <a:pt x="33702" y="18724"/>
                      </a:cubicBezTo>
                      <a:cubicBezTo>
                        <a:pt x="35209" y="19876"/>
                        <a:pt x="36894" y="20896"/>
                        <a:pt x="38578" y="21827"/>
                      </a:cubicBezTo>
                      <a:cubicBezTo>
                        <a:pt x="40263" y="22758"/>
                        <a:pt x="41859" y="23866"/>
                        <a:pt x="43676" y="24575"/>
                      </a:cubicBezTo>
                      <a:cubicBezTo>
                        <a:pt x="46203" y="25639"/>
                        <a:pt x="48375" y="27147"/>
                        <a:pt x="50548" y="28211"/>
                      </a:cubicBezTo>
                      <a:cubicBezTo>
                        <a:pt x="52675" y="29363"/>
                        <a:pt x="54582" y="30605"/>
                        <a:pt x="56133" y="31846"/>
                      </a:cubicBezTo>
                      <a:cubicBezTo>
                        <a:pt x="59369" y="34062"/>
                        <a:pt x="61231" y="36412"/>
                        <a:pt x="60788" y="38318"/>
                      </a:cubicBezTo>
                      <a:lnTo>
                        <a:pt x="59502" y="43593"/>
                      </a:lnTo>
                      <a:cubicBezTo>
                        <a:pt x="59059" y="45500"/>
                        <a:pt x="56089" y="46608"/>
                        <a:pt x="51567" y="46741"/>
                      </a:cubicBezTo>
                      <a:cubicBezTo>
                        <a:pt x="49351" y="46652"/>
                        <a:pt x="46735" y="46298"/>
                        <a:pt x="43854" y="45677"/>
                      </a:cubicBezTo>
                      <a:cubicBezTo>
                        <a:pt x="40972" y="45189"/>
                        <a:pt x="38002" y="43815"/>
                        <a:pt x="34943" y="42485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89" name="Forme libre : forme 24788">
                  <a:extLst>
                    <a:ext uri="{FF2B5EF4-FFF2-40B4-BE49-F238E27FC236}">
                      <a16:creationId xmlns:a16="http://schemas.microsoft.com/office/drawing/2014/main" id="{51625BEC-B8C8-495F-9589-9F7A4105D744}"/>
                    </a:ext>
                  </a:extLst>
                </p:cNvPr>
                <p:cNvSpPr/>
                <p:nvPr/>
              </p:nvSpPr>
              <p:spPr>
                <a:xfrm>
                  <a:off x="5687240" y="2263583"/>
                  <a:ext cx="59564" cy="44552"/>
                </a:xfrm>
                <a:custGeom>
                  <a:avLst/>
                  <a:gdLst>
                    <a:gd name="connsiteX0" fmla="*/ 19179 w 59564"/>
                    <a:gd name="connsiteY0" fmla="*/ 22387 h 44552"/>
                    <a:gd name="connsiteX1" fmla="*/ 13017 w 59564"/>
                    <a:gd name="connsiteY1" fmla="*/ 17200 h 44552"/>
                    <a:gd name="connsiteX2" fmla="*/ 8141 w 59564"/>
                    <a:gd name="connsiteY2" fmla="*/ 11260 h 44552"/>
                    <a:gd name="connsiteX3" fmla="*/ 3397 w 59564"/>
                    <a:gd name="connsiteY3" fmla="*/ 0 h 44552"/>
                    <a:gd name="connsiteX4" fmla="*/ 1358 w 59564"/>
                    <a:gd name="connsiteY4" fmla="*/ 1330 h 44552"/>
                    <a:gd name="connsiteX5" fmla="*/ 1048 w 59564"/>
                    <a:gd name="connsiteY5" fmla="*/ 9930 h 44552"/>
                    <a:gd name="connsiteX6" fmla="*/ 4727 w 59564"/>
                    <a:gd name="connsiteY6" fmla="*/ 16890 h 44552"/>
                    <a:gd name="connsiteX7" fmla="*/ 10978 w 59564"/>
                    <a:gd name="connsiteY7" fmla="*/ 24116 h 44552"/>
                    <a:gd name="connsiteX8" fmla="*/ 22415 w 59564"/>
                    <a:gd name="connsiteY8" fmla="*/ 33071 h 44552"/>
                    <a:gd name="connsiteX9" fmla="*/ 28577 w 59564"/>
                    <a:gd name="connsiteY9" fmla="*/ 36883 h 44552"/>
                    <a:gd name="connsiteX10" fmla="*/ 34961 w 59564"/>
                    <a:gd name="connsiteY10" fmla="*/ 40297 h 44552"/>
                    <a:gd name="connsiteX11" fmla="*/ 43871 w 59564"/>
                    <a:gd name="connsiteY11" fmla="*/ 43489 h 44552"/>
                    <a:gd name="connsiteX12" fmla="*/ 51585 w 59564"/>
                    <a:gd name="connsiteY12" fmla="*/ 44553 h 44552"/>
                    <a:gd name="connsiteX13" fmla="*/ 59520 w 59564"/>
                    <a:gd name="connsiteY13" fmla="*/ 41405 h 44552"/>
                    <a:gd name="connsiteX14" fmla="*/ 59564 w 59564"/>
                    <a:gd name="connsiteY14" fmla="*/ 41228 h 44552"/>
                    <a:gd name="connsiteX15" fmla="*/ 48703 w 59564"/>
                    <a:gd name="connsiteY15" fmla="*/ 38125 h 44552"/>
                    <a:gd name="connsiteX16" fmla="*/ 38419 w 59564"/>
                    <a:gd name="connsiteY16" fmla="*/ 33825 h 44552"/>
                    <a:gd name="connsiteX17" fmla="*/ 28621 w 59564"/>
                    <a:gd name="connsiteY17" fmla="*/ 28549 h 44552"/>
                    <a:gd name="connsiteX18" fmla="*/ 19179 w 59564"/>
                    <a:gd name="connsiteY18" fmla="*/ 22387 h 44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9564" h="44552">
                      <a:moveTo>
                        <a:pt x="19179" y="22387"/>
                      </a:moveTo>
                      <a:cubicBezTo>
                        <a:pt x="16962" y="20836"/>
                        <a:pt x="14790" y="19151"/>
                        <a:pt x="13017" y="17200"/>
                      </a:cubicBezTo>
                      <a:cubicBezTo>
                        <a:pt x="11199" y="15294"/>
                        <a:pt x="9426" y="13388"/>
                        <a:pt x="8141" y="11260"/>
                      </a:cubicBezTo>
                      <a:cubicBezTo>
                        <a:pt x="5348" y="7226"/>
                        <a:pt x="3796" y="3148"/>
                        <a:pt x="3397" y="0"/>
                      </a:cubicBezTo>
                      <a:lnTo>
                        <a:pt x="1358" y="1330"/>
                      </a:lnTo>
                      <a:cubicBezTo>
                        <a:pt x="-327" y="2438"/>
                        <a:pt x="-460" y="5630"/>
                        <a:pt x="1048" y="9930"/>
                      </a:cubicBezTo>
                      <a:cubicBezTo>
                        <a:pt x="1890" y="12014"/>
                        <a:pt x="3131" y="14408"/>
                        <a:pt x="4727" y="16890"/>
                      </a:cubicBezTo>
                      <a:cubicBezTo>
                        <a:pt x="6412" y="19284"/>
                        <a:pt x="8584" y="21722"/>
                        <a:pt x="10978" y="24116"/>
                      </a:cubicBezTo>
                      <a:cubicBezTo>
                        <a:pt x="14657" y="27264"/>
                        <a:pt x="18337" y="30455"/>
                        <a:pt x="22415" y="33071"/>
                      </a:cubicBezTo>
                      <a:cubicBezTo>
                        <a:pt x="24366" y="34534"/>
                        <a:pt x="26449" y="35731"/>
                        <a:pt x="28577" y="36883"/>
                      </a:cubicBezTo>
                      <a:cubicBezTo>
                        <a:pt x="30705" y="38036"/>
                        <a:pt x="32744" y="39366"/>
                        <a:pt x="34961" y="40297"/>
                      </a:cubicBezTo>
                      <a:cubicBezTo>
                        <a:pt x="38064" y="41627"/>
                        <a:pt x="40990" y="43001"/>
                        <a:pt x="43871" y="43489"/>
                      </a:cubicBezTo>
                      <a:cubicBezTo>
                        <a:pt x="46708" y="44109"/>
                        <a:pt x="49324" y="44464"/>
                        <a:pt x="51585" y="44553"/>
                      </a:cubicBezTo>
                      <a:cubicBezTo>
                        <a:pt x="56107" y="44420"/>
                        <a:pt x="59077" y="43311"/>
                        <a:pt x="59520" y="41405"/>
                      </a:cubicBezTo>
                      <a:lnTo>
                        <a:pt x="59564" y="41228"/>
                      </a:lnTo>
                      <a:cubicBezTo>
                        <a:pt x="55885" y="40385"/>
                        <a:pt x="52206" y="39499"/>
                        <a:pt x="48703" y="38125"/>
                      </a:cubicBezTo>
                      <a:cubicBezTo>
                        <a:pt x="45157" y="37017"/>
                        <a:pt x="41788" y="35420"/>
                        <a:pt x="38419" y="33825"/>
                      </a:cubicBezTo>
                      <a:cubicBezTo>
                        <a:pt x="35049" y="32317"/>
                        <a:pt x="31902" y="30322"/>
                        <a:pt x="28621" y="28549"/>
                      </a:cubicBezTo>
                      <a:cubicBezTo>
                        <a:pt x="25518" y="26510"/>
                        <a:pt x="22193" y="24737"/>
                        <a:pt x="19179" y="22387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90" name="Forme libre : forme 24789">
                  <a:extLst>
                    <a:ext uri="{FF2B5EF4-FFF2-40B4-BE49-F238E27FC236}">
                      <a16:creationId xmlns:a16="http://schemas.microsoft.com/office/drawing/2014/main" id="{A180D897-C6A9-40BC-AAE9-4D925D7FE852}"/>
                    </a:ext>
                  </a:extLst>
                </p:cNvPr>
                <p:cNvSpPr/>
                <p:nvPr/>
              </p:nvSpPr>
              <p:spPr>
                <a:xfrm>
                  <a:off x="5705845" y="2281337"/>
                  <a:ext cx="27627" cy="18060"/>
                </a:xfrm>
                <a:custGeom>
                  <a:avLst/>
                  <a:gdLst>
                    <a:gd name="connsiteX0" fmla="*/ 27571 w 27627"/>
                    <a:gd name="connsiteY0" fmla="*/ 17135 h 18060"/>
                    <a:gd name="connsiteX1" fmla="*/ 22163 w 27627"/>
                    <a:gd name="connsiteY1" fmla="*/ 17667 h 18060"/>
                    <a:gd name="connsiteX2" fmla="*/ 17020 w 27627"/>
                    <a:gd name="connsiteY2" fmla="*/ 16160 h 18060"/>
                    <a:gd name="connsiteX3" fmla="*/ 11213 w 27627"/>
                    <a:gd name="connsiteY3" fmla="*/ 13189 h 18060"/>
                    <a:gd name="connsiteX4" fmla="*/ 5938 w 27627"/>
                    <a:gd name="connsiteY4" fmla="*/ 9332 h 18060"/>
                    <a:gd name="connsiteX5" fmla="*/ 2169 w 27627"/>
                    <a:gd name="connsiteY5" fmla="*/ 5520 h 18060"/>
                    <a:gd name="connsiteX6" fmla="*/ 263 w 27627"/>
                    <a:gd name="connsiteY6" fmla="*/ 378 h 18060"/>
                    <a:gd name="connsiteX7" fmla="*/ 5539 w 27627"/>
                    <a:gd name="connsiteY7" fmla="*/ 1353 h 18060"/>
                    <a:gd name="connsiteX8" fmla="*/ 9972 w 27627"/>
                    <a:gd name="connsiteY8" fmla="*/ 3658 h 18060"/>
                    <a:gd name="connsiteX9" fmla="*/ 15114 w 27627"/>
                    <a:gd name="connsiteY9" fmla="*/ 6717 h 18060"/>
                    <a:gd name="connsiteX10" fmla="*/ 20168 w 27627"/>
                    <a:gd name="connsiteY10" fmla="*/ 9953 h 18060"/>
                    <a:gd name="connsiteX11" fmla="*/ 24291 w 27627"/>
                    <a:gd name="connsiteY11" fmla="*/ 12746 h 18060"/>
                    <a:gd name="connsiteX12" fmla="*/ 27571 w 27627"/>
                    <a:gd name="connsiteY12" fmla="*/ 17135 h 18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627" h="18060">
                      <a:moveTo>
                        <a:pt x="27571" y="17135"/>
                      </a:moveTo>
                      <a:cubicBezTo>
                        <a:pt x="27172" y="18154"/>
                        <a:pt x="25133" y="18332"/>
                        <a:pt x="22163" y="17667"/>
                      </a:cubicBezTo>
                      <a:cubicBezTo>
                        <a:pt x="20655" y="17357"/>
                        <a:pt x="18882" y="16869"/>
                        <a:pt x="17020" y="16160"/>
                      </a:cubicBezTo>
                      <a:cubicBezTo>
                        <a:pt x="15203" y="15362"/>
                        <a:pt x="13208" y="14342"/>
                        <a:pt x="11213" y="13189"/>
                      </a:cubicBezTo>
                      <a:cubicBezTo>
                        <a:pt x="9174" y="12125"/>
                        <a:pt x="7489" y="10618"/>
                        <a:pt x="5938" y="9332"/>
                      </a:cubicBezTo>
                      <a:cubicBezTo>
                        <a:pt x="4430" y="8002"/>
                        <a:pt x="3056" y="6806"/>
                        <a:pt x="2169" y="5520"/>
                      </a:cubicBezTo>
                      <a:cubicBezTo>
                        <a:pt x="308" y="3037"/>
                        <a:pt x="-446" y="1131"/>
                        <a:pt x="263" y="378"/>
                      </a:cubicBezTo>
                      <a:cubicBezTo>
                        <a:pt x="972" y="-376"/>
                        <a:pt x="2967" y="23"/>
                        <a:pt x="5539" y="1353"/>
                      </a:cubicBezTo>
                      <a:cubicBezTo>
                        <a:pt x="6780" y="2062"/>
                        <a:pt x="8376" y="2727"/>
                        <a:pt x="9972" y="3658"/>
                      </a:cubicBezTo>
                      <a:cubicBezTo>
                        <a:pt x="11612" y="4500"/>
                        <a:pt x="13252" y="5742"/>
                        <a:pt x="15114" y="6717"/>
                      </a:cubicBezTo>
                      <a:cubicBezTo>
                        <a:pt x="16976" y="7781"/>
                        <a:pt x="18661" y="8889"/>
                        <a:pt x="20168" y="9953"/>
                      </a:cubicBezTo>
                      <a:cubicBezTo>
                        <a:pt x="21764" y="10928"/>
                        <a:pt x="23182" y="11859"/>
                        <a:pt x="24291" y="12746"/>
                      </a:cubicBezTo>
                      <a:cubicBezTo>
                        <a:pt x="26596" y="14697"/>
                        <a:pt x="27926" y="16204"/>
                        <a:pt x="27571" y="17135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91" name="Forme libre : forme 24790">
                  <a:extLst>
                    <a:ext uri="{FF2B5EF4-FFF2-40B4-BE49-F238E27FC236}">
                      <a16:creationId xmlns:a16="http://schemas.microsoft.com/office/drawing/2014/main" id="{E82428C6-6A34-488C-9B9C-DBB51416A61B}"/>
                    </a:ext>
                  </a:extLst>
                </p:cNvPr>
                <p:cNvSpPr/>
                <p:nvPr/>
              </p:nvSpPr>
              <p:spPr>
                <a:xfrm>
                  <a:off x="5705801" y="2281418"/>
                  <a:ext cx="17951" cy="16520"/>
                </a:xfrm>
                <a:custGeom>
                  <a:avLst/>
                  <a:gdLst>
                    <a:gd name="connsiteX0" fmla="*/ 7622 w 17951"/>
                    <a:gd name="connsiteY0" fmla="*/ 2379 h 16520"/>
                    <a:gd name="connsiteX1" fmla="*/ 2923 w 17951"/>
                    <a:gd name="connsiteY1" fmla="*/ 251 h 16520"/>
                    <a:gd name="connsiteX2" fmla="*/ 263 w 17951"/>
                    <a:gd name="connsiteY2" fmla="*/ 384 h 16520"/>
                    <a:gd name="connsiteX3" fmla="*/ 2169 w 17951"/>
                    <a:gd name="connsiteY3" fmla="*/ 5527 h 16520"/>
                    <a:gd name="connsiteX4" fmla="*/ 5938 w 17951"/>
                    <a:gd name="connsiteY4" fmla="*/ 9339 h 16520"/>
                    <a:gd name="connsiteX5" fmla="*/ 11213 w 17951"/>
                    <a:gd name="connsiteY5" fmla="*/ 13196 h 16520"/>
                    <a:gd name="connsiteX6" fmla="*/ 17951 w 17951"/>
                    <a:gd name="connsiteY6" fmla="*/ 16521 h 16520"/>
                    <a:gd name="connsiteX7" fmla="*/ 14449 w 17951"/>
                    <a:gd name="connsiteY7" fmla="*/ 14304 h 16520"/>
                    <a:gd name="connsiteX8" fmla="*/ 10548 w 17951"/>
                    <a:gd name="connsiteY8" fmla="*/ 10802 h 16520"/>
                    <a:gd name="connsiteX9" fmla="*/ 8065 w 17951"/>
                    <a:gd name="connsiteY9" fmla="*/ 7211 h 16520"/>
                    <a:gd name="connsiteX10" fmla="*/ 7622 w 17951"/>
                    <a:gd name="connsiteY10" fmla="*/ 2379 h 16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951" h="16520">
                      <a:moveTo>
                        <a:pt x="7622" y="2379"/>
                      </a:moveTo>
                      <a:cubicBezTo>
                        <a:pt x="5760" y="1448"/>
                        <a:pt x="4209" y="606"/>
                        <a:pt x="2923" y="251"/>
                      </a:cubicBezTo>
                      <a:cubicBezTo>
                        <a:pt x="1637" y="-103"/>
                        <a:pt x="707" y="-103"/>
                        <a:pt x="263" y="384"/>
                      </a:cubicBezTo>
                      <a:cubicBezTo>
                        <a:pt x="-446" y="1182"/>
                        <a:pt x="307" y="3044"/>
                        <a:pt x="2169" y="5527"/>
                      </a:cubicBezTo>
                      <a:cubicBezTo>
                        <a:pt x="3056" y="6812"/>
                        <a:pt x="4430" y="8009"/>
                        <a:pt x="5938" y="9339"/>
                      </a:cubicBezTo>
                      <a:cubicBezTo>
                        <a:pt x="7489" y="10581"/>
                        <a:pt x="9129" y="12132"/>
                        <a:pt x="11213" y="13196"/>
                      </a:cubicBezTo>
                      <a:cubicBezTo>
                        <a:pt x="13563" y="14526"/>
                        <a:pt x="15823" y="15723"/>
                        <a:pt x="17951" y="16521"/>
                      </a:cubicBezTo>
                      <a:cubicBezTo>
                        <a:pt x="16710" y="15944"/>
                        <a:pt x="15557" y="15102"/>
                        <a:pt x="14449" y="14304"/>
                      </a:cubicBezTo>
                      <a:cubicBezTo>
                        <a:pt x="12986" y="13152"/>
                        <a:pt x="11656" y="11955"/>
                        <a:pt x="10548" y="10802"/>
                      </a:cubicBezTo>
                      <a:cubicBezTo>
                        <a:pt x="9484" y="9517"/>
                        <a:pt x="8642" y="8320"/>
                        <a:pt x="8065" y="7211"/>
                      </a:cubicBezTo>
                      <a:cubicBezTo>
                        <a:pt x="6913" y="4995"/>
                        <a:pt x="6647" y="3266"/>
                        <a:pt x="7622" y="2379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92" name="Forme libre : forme 24791">
                  <a:extLst>
                    <a:ext uri="{FF2B5EF4-FFF2-40B4-BE49-F238E27FC236}">
                      <a16:creationId xmlns:a16="http://schemas.microsoft.com/office/drawing/2014/main" id="{C7097920-CFCE-4BCA-89D0-2D290237FCDA}"/>
                    </a:ext>
                  </a:extLst>
                </p:cNvPr>
                <p:cNvSpPr/>
                <p:nvPr/>
              </p:nvSpPr>
              <p:spPr>
                <a:xfrm>
                  <a:off x="5706562" y="2283133"/>
                  <a:ext cx="28161" cy="17696"/>
                </a:xfrm>
                <a:custGeom>
                  <a:avLst/>
                  <a:gdLst>
                    <a:gd name="connsiteX0" fmla="*/ 28096 w 28161"/>
                    <a:gd name="connsiteY0" fmla="*/ 16669 h 17696"/>
                    <a:gd name="connsiteX1" fmla="*/ 22643 w 28161"/>
                    <a:gd name="connsiteY1" fmla="*/ 17378 h 17696"/>
                    <a:gd name="connsiteX2" fmla="*/ 17456 w 28161"/>
                    <a:gd name="connsiteY2" fmla="*/ 15915 h 17696"/>
                    <a:gd name="connsiteX3" fmla="*/ 11560 w 28161"/>
                    <a:gd name="connsiteY3" fmla="*/ 13034 h 17696"/>
                    <a:gd name="connsiteX4" fmla="*/ 6152 w 28161"/>
                    <a:gd name="connsiteY4" fmla="*/ 9310 h 17696"/>
                    <a:gd name="connsiteX5" fmla="*/ 2251 w 28161"/>
                    <a:gd name="connsiteY5" fmla="*/ 5586 h 17696"/>
                    <a:gd name="connsiteX6" fmla="*/ 256 w 28161"/>
                    <a:gd name="connsiteY6" fmla="*/ 399 h 17696"/>
                    <a:gd name="connsiteX7" fmla="*/ 5531 w 28161"/>
                    <a:gd name="connsiteY7" fmla="*/ 1330 h 17696"/>
                    <a:gd name="connsiteX8" fmla="*/ 10097 w 28161"/>
                    <a:gd name="connsiteY8" fmla="*/ 3547 h 17696"/>
                    <a:gd name="connsiteX9" fmla="*/ 15373 w 28161"/>
                    <a:gd name="connsiteY9" fmla="*/ 6517 h 17696"/>
                    <a:gd name="connsiteX10" fmla="*/ 20559 w 28161"/>
                    <a:gd name="connsiteY10" fmla="*/ 9709 h 17696"/>
                    <a:gd name="connsiteX11" fmla="*/ 24771 w 28161"/>
                    <a:gd name="connsiteY11" fmla="*/ 12502 h 17696"/>
                    <a:gd name="connsiteX12" fmla="*/ 28096 w 28161"/>
                    <a:gd name="connsiteY12" fmla="*/ 16669 h 17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8161" h="17696">
                      <a:moveTo>
                        <a:pt x="28096" y="16669"/>
                      </a:moveTo>
                      <a:cubicBezTo>
                        <a:pt x="27741" y="17600"/>
                        <a:pt x="25613" y="18043"/>
                        <a:pt x="22643" y="17378"/>
                      </a:cubicBezTo>
                      <a:cubicBezTo>
                        <a:pt x="21136" y="17068"/>
                        <a:pt x="19362" y="16580"/>
                        <a:pt x="17456" y="15915"/>
                      </a:cubicBezTo>
                      <a:cubicBezTo>
                        <a:pt x="15506" y="15294"/>
                        <a:pt x="13599" y="14142"/>
                        <a:pt x="11560" y="13034"/>
                      </a:cubicBezTo>
                      <a:cubicBezTo>
                        <a:pt x="9521" y="11925"/>
                        <a:pt x="7659" y="10640"/>
                        <a:pt x="6152" y="9310"/>
                      </a:cubicBezTo>
                      <a:cubicBezTo>
                        <a:pt x="4600" y="7980"/>
                        <a:pt x="3270" y="6738"/>
                        <a:pt x="2251" y="5586"/>
                      </a:cubicBezTo>
                      <a:cubicBezTo>
                        <a:pt x="345" y="3103"/>
                        <a:pt x="-454" y="1197"/>
                        <a:pt x="256" y="399"/>
                      </a:cubicBezTo>
                      <a:cubicBezTo>
                        <a:pt x="965" y="-399"/>
                        <a:pt x="2916" y="45"/>
                        <a:pt x="5531" y="1330"/>
                      </a:cubicBezTo>
                      <a:cubicBezTo>
                        <a:pt x="6905" y="1862"/>
                        <a:pt x="8457" y="2616"/>
                        <a:pt x="10097" y="3547"/>
                      </a:cubicBezTo>
                      <a:cubicBezTo>
                        <a:pt x="11693" y="4522"/>
                        <a:pt x="13511" y="5497"/>
                        <a:pt x="15373" y="6517"/>
                      </a:cubicBezTo>
                      <a:cubicBezTo>
                        <a:pt x="17279" y="7536"/>
                        <a:pt x="18919" y="8822"/>
                        <a:pt x="20559" y="9709"/>
                      </a:cubicBezTo>
                      <a:cubicBezTo>
                        <a:pt x="22155" y="10640"/>
                        <a:pt x="23618" y="11615"/>
                        <a:pt x="24771" y="12502"/>
                      </a:cubicBezTo>
                      <a:cubicBezTo>
                        <a:pt x="27032" y="14363"/>
                        <a:pt x="28495" y="15649"/>
                        <a:pt x="28096" y="1666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93" name="Forme libre : forme 24792">
                  <a:extLst>
                    <a:ext uri="{FF2B5EF4-FFF2-40B4-BE49-F238E27FC236}">
                      <a16:creationId xmlns:a16="http://schemas.microsoft.com/office/drawing/2014/main" id="{8D6B825F-01BE-49A8-AF23-458BBD4F96F8}"/>
                    </a:ext>
                  </a:extLst>
                </p:cNvPr>
                <p:cNvSpPr/>
                <p:nvPr/>
              </p:nvSpPr>
              <p:spPr>
                <a:xfrm>
                  <a:off x="5694315" y="2269573"/>
                  <a:ext cx="31942" cy="31424"/>
                </a:xfrm>
                <a:custGeom>
                  <a:avLst/>
                  <a:gdLst>
                    <a:gd name="connsiteX0" fmla="*/ 1996 w 31942"/>
                    <a:gd name="connsiteY0" fmla="*/ 2698 h 31424"/>
                    <a:gd name="connsiteX1" fmla="*/ 1 w 31942"/>
                    <a:gd name="connsiteY1" fmla="*/ 5846 h 31424"/>
                    <a:gd name="connsiteX2" fmla="*/ 2750 w 31942"/>
                    <a:gd name="connsiteY2" fmla="*/ 12628 h 31424"/>
                    <a:gd name="connsiteX3" fmla="*/ 5764 w 31942"/>
                    <a:gd name="connsiteY3" fmla="*/ 16751 h 31424"/>
                    <a:gd name="connsiteX4" fmla="*/ 9621 w 31942"/>
                    <a:gd name="connsiteY4" fmla="*/ 20652 h 31424"/>
                    <a:gd name="connsiteX5" fmla="*/ 25093 w 31942"/>
                    <a:gd name="connsiteY5" fmla="*/ 30405 h 31424"/>
                    <a:gd name="connsiteX6" fmla="*/ 31787 w 31942"/>
                    <a:gd name="connsiteY6" fmla="*/ 29962 h 31424"/>
                    <a:gd name="connsiteX7" fmla="*/ 27398 w 31942"/>
                    <a:gd name="connsiteY7" fmla="*/ 25795 h 31424"/>
                    <a:gd name="connsiteX8" fmla="*/ 18088 w 31942"/>
                    <a:gd name="connsiteY8" fmla="*/ 14889 h 31424"/>
                    <a:gd name="connsiteX9" fmla="*/ 14897 w 31942"/>
                    <a:gd name="connsiteY9" fmla="*/ 8594 h 31424"/>
                    <a:gd name="connsiteX10" fmla="*/ 9444 w 31942"/>
                    <a:gd name="connsiteY10" fmla="*/ 1679 h 31424"/>
                    <a:gd name="connsiteX11" fmla="*/ 1996 w 31942"/>
                    <a:gd name="connsiteY11" fmla="*/ 2698 h 31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942" h="31424">
                      <a:moveTo>
                        <a:pt x="1996" y="2698"/>
                      </a:moveTo>
                      <a:cubicBezTo>
                        <a:pt x="1021" y="3363"/>
                        <a:pt x="-43" y="4072"/>
                        <a:pt x="1" y="5846"/>
                      </a:cubicBezTo>
                      <a:cubicBezTo>
                        <a:pt x="-43" y="7575"/>
                        <a:pt x="977" y="10013"/>
                        <a:pt x="2750" y="12628"/>
                      </a:cubicBezTo>
                      <a:cubicBezTo>
                        <a:pt x="3636" y="13958"/>
                        <a:pt x="4612" y="15377"/>
                        <a:pt x="5764" y="16751"/>
                      </a:cubicBezTo>
                      <a:cubicBezTo>
                        <a:pt x="6961" y="18081"/>
                        <a:pt x="8291" y="19367"/>
                        <a:pt x="9621" y="20652"/>
                      </a:cubicBezTo>
                      <a:cubicBezTo>
                        <a:pt x="14099" y="24908"/>
                        <a:pt x="19862" y="28587"/>
                        <a:pt x="25093" y="30405"/>
                      </a:cubicBezTo>
                      <a:cubicBezTo>
                        <a:pt x="28994" y="31912"/>
                        <a:pt x="32762" y="31735"/>
                        <a:pt x="31787" y="29962"/>
                      </a:cubicBezTo>
                      <a:cubicBezTo>
                        <a:pt x="31210" y="28809"/>
                        <a:pt x="29082" y="27391"/>
                        <a:pt x="27398" y="25795"/>
                      </a:cubicBezTo>
                      <a:cubicBezTo>
                        <a:pt x="23186" y="22292"/>
                        <a:pt x="20216" y="18347"/>
                        <a:pt x="18088" y="14889"/>
                      </a:cubicBezTo>
                      <a:cubicBezTo>
                        <a:pt x="17246" y="13337"/>
                        <a:pt x="16315" y="10944"/>
                        <a:pt x="14897" y="8594"/>
                      </a:cubicBezTo>
                      <a:cubicBezTo>
                        <a:pt x="13478" y="6289"/>
                        <a:pt x="12015" y="3585"/>
                        <a:pt x="9444" y="1679"/>
                      </a:cubicBezTo>
                      <a:cubicBezTo>
                        <a:pt x="5188" y="-2178"/>
                        <a:pt x="3326" y="1679"/>
                        <a:pt x="1996" y="269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94" name="Forme libre : forme 24793">
                  <a:extLst>
                    <a:ext uri="{FF2B5EF4-FFF2-40B4-BE49-F238E27FC236}">
                      <a16:creationId xmlns:a16="http://schemas.microsoft.com/office/drawing/2014/main" id="{6CA95C04-74D0-4E03-ACA7-304082B27675}"/>
                    </a:ext>
                  </a:extLst>
                </p:cNvPr>
                <p:cNvSpPr/>
                <p:nvPr/>
              </p:nvSpPr>
              <p:spPr>
                <a:xfrm>
                  <a:off x="5703110" y="2274732"/>
                  <a:ext cx="10905" cy="7387"/>
                </a:xfrm>
                <a:custGeom>
                  <a:avLst/>
                  <a:gdLst>
                    <a:gd name="connsiteX0" fmla="*/ 1225 w 10905"/>
                    <a:gd name="connsiteY0" fmla="*/ 111 h 7387"/>
                    <a:gd name="connsiteX1" fmla="*/ 117 w 10905"/>
                    <a:gd name="connsiteY1" fmla="*/ 155 h 7387"/>
                    <a:gd name="connsiteX2" fmla="*/ 427 w 10905"/>
                    <a:gd name="connsiteY2" fmla="*/ 1485 h 7387"/>
                    <a:gd name="connsiteX3" fmla="*/ 2067 w 10905"/>
                    <a:gd name="connsiteY3" fmla="*/ 3081 h 7387"/>
                    <a:gd name="connsiteX4" fmla="*/ 6722 w 10905"/>
                    <a:gd name="connsiteY4" fmla="*/ 6184 h 7387"/>
                    <a:gd name="connsiteX5" fmla="*/ 8540 w 10905"/>
                    <a:gd name="connsiteY5" fmla="*/ 7115 h 7387"/>
                    <a:gd name="connsiteX6" fmla="*/ 8850 w 10905"/>
                    <a:gd name="connsiteY6" fmla="*/ 4189 h 7387"/>
                    <a:gd name="connsiteX7" fmla="*/ 1225 w 10905"/>
                    <a:gd name="connsiteY7" fmla="*/ 111 h 7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905" h="7387">
                      <a:moveTo>
                        <a:pt x="1225" y="111"/>
                      </a:moveTo>
                      <a:cubicBezTo>
                        <a:pt x="782" y="-22"/>
                        <a:pt x="339" y="-67"/>
                        <a:pt x="117" y="155"/>
                      </a:cubicBezTo>
                      <a:cubicBezTo>
                        <a:pt x="-105" y="377"/>
                        <a:pt x="-16" y="865"/>
                        <a:pt x="427" y="1485"/>
                      </a:cubicBezTo>
                      <a:cubicBezTo>
                        <a:pt x="870" y="2062"/>
                        <a:pt x="1491" y="2638"/>
                        <a:pt x="2067" y="3081"/>
                      </a:cubicBezTo>
                      <a:cubicBezTo>
                        <a:pt x="3486" y="4367"/>
                        <a:pt x="5215" y="5253"/>
                        <a:pt x="6722" y="6184"/>
                      </a:cubicBezTo>
                      <a:cubicBezTo>
                        <a:pt x="7343" y="6539"/>
                        <a:pt x="8008" y="6893"/>
                        <a:pt x="8540" y="7115"/>
                      </a:cubicBezTo>
                      <a:cubicBezTo>
                        <a:pt x="10845" y="7957"/>
                        <a:pt x="12308" y="6805"/>
                        <a:pt x="8850" y="4189"/>
                      </a:cubicBezTo>
                      <a:cubicBezTo>
                        <a:pt x="6101" y="2239"/>
                        <a:pt x="3087" y="599"/>
                        <a:pt x="1225" y="11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95" name="Forme libre : forme 24794">
                  <a:extLst>
                    <a:ext uri="{FF2B5EF4-FFF2-40B4-BE49-F238E27FC236}">
                      <a16:creationId xmlns:a16="http://schemas.microsoft.com/office/drawing/2014/main" id="{BDA98CA0-0A1C-462A-BD9D-87D0C8332ED2}"/>
                    </a:ext>
                  </a:extLst>
                </p:cNvPr>
                <p:cNvSpPr/>
                <p:nvPr/>
              </p:nvSpPr>
              <p:spPr>
                <a:xfrm>
                  <a:off x="5722866" y="2303702"/>
                  <a:ext cx="21943" cy="3130"/>
                </a:xfrm>
                <a:custGeom>
                  <a:avLst/>
                  <a:gdLst>
                    <a:gd name="connsiteX0" fmla="*/ 21944 w 21943"/>
                    <a:gd name="connsiteY0" fmla="*/ 0 h 3130"/>
                    <a:gd name="connsiteX1" fmla="*/ 19018 w 21943"/>
                    <a:gd name="connsiteY1" fmla="*/ 2438 h 3130"/>
                    <a:gd name="connsiteX2" fmla="*/ 12457 w 21943"/>
                    <a:gd name="connsiteY2" fmla="*/ 3015 h 3130"/>
                    <a:gd name="connsiteX3" fmla="*/ 7049 w 21943"/>
                    <a:gd name="connsiteY3" fmla="*/ 2261 h 3130"/>
                    <a:gd name="connsiteX4" fmla="*/ 0 w 21943"/>
                    <a:gd name="connsiteY4" fmla="*/ 44 h 3130"/>
                    <a:gd name="connsiteX5" fmla="*/ 2660 w 21943"/>
                    <a:gd name="connsiteY5" fmla="*/ 842 h 3130"/>
                    <a:gd name="connsiteX6" fmla="*/ 8955 w 21943"/>
                    <a:gd name="connsiteY6" fmla="*/ 2128 h 3130"/>
                    <a:gd name="connsiteX7" fmla="*/ 16270 w 21943"/>
                    <a:gd name="connsiteY7" fmla="*/ 2217 h 3130"/>
                    <a:gd name="connsiteX8" fmla="*/ 21944 w 21943"/>
                    <a:gd name="connsiteY8" fmla="*/ 0 h 3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943" h="3130">
                      <a:moveTo>
                        <a:pt x="21944" y="0"/>
                      </a:moveTo>
                      <a:cubicBezTo>
                        <a:pt x="21944" y="0"/>
                        <a:pt x="21811" y="1463"/>
                        <a:pt x="19018" y="2438"/>
                      </a:cubicBezTo>
                      <a:cubicBezTo>
                        <a:pt x="17599" y="2970"/>
                        <a:pt x="15516" y="3325"/>
                        <a:pt x="12457" y="3015"/>
                      </a:cubicBezTo>
                      <a:cubicBezTo>
                        <a:pt x="10906" y="2882"/>
                        <a:pt x="9132" y="2660"/>
                        <a:pt x="7049" y="2261"/>
                      </a:cubicBezTo>
                      <a:cubicBezTo>
                        <a:pt x="4965" y="1773"/>
                        <a:pt x="2660" y="1020"/>
                        <a:pt x="0" y="44"/>
                      </a:cubicBezTo>
                      <a:cubicBezTo>
                        <a:pt x="0" y="44"/>
                        <a:pt x="931" y="310"/>
                        <a:pt x="2660" y="842"/>
                      </a:cubicBezTo>
                      <a:cubicBezTo>
                        <a:pt x="4300" y="1286"/>
                        <a:pt x="6517" y="1951"/>
                        <a:pt x="8955" y="2128"/>
                      </a:cubicBezTo>
                      <a:cubicBezTo>
                        <a:pt x="11393" y="2394"/>
                        <a:pt x="14009" y="2483"/>
                        <a:pt x="16270" y="2217"/>
                      </a:cubicBezTo>
                      <a:cubicBezTo>
                        <a:pt x="18619" y="1862"/>
                        <a:pt x="20658" y="1153"/>
                        <a:pt x="219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96" name="Forme libre : forme 24795">
                  <a:extLst>
                    <a:ext uri="{FF2B5EF4-FFF2-40B4-BE49-F238E27FC236}">
                      <a16:creationId xmlns:a16="http://schemas.microsoft.com/office/drawing/2014/main" id="{9BBBC6CB-0268-46B7-A692-6CED10ADECD2}"/>
                    </a:ext>
                  </a:extLst>
                </p:cNvPr>
                <p:cNvSpPr/>
                <p:nvPr/>
              </p:nvSpPr>
              <p:spPr>
                <a:xfrm>
                  <a:off x="5693563" y="2263045"/>
                  <a:ext cx="18929" cy="11177"/>
                </a:xfrm>
                <a:custGeom>
                  <a:avLst/>
                  <a:gdLst>
                    <a:gd name="connsiteX0" fmla="*/ 18929 w 18929"/>
                    <a:gd name="connsiteY0" fmla="*/ 11178 h 11177"/>
                    <a:gd name="connsiteX1" fmla="*/ 16801 w 18929"/>
                    <a:gd name="connsiteY1" fmla="*/ 9360 h 11177"/>
                    <a:gd name="connsiteX2" fmla="*/ 11792 w 18929"/>
                    <a:gd name="connsiteY2" fmla="*/ 5326 h 11177"/>
                    <a:gd name="connsiteX3" fmla="*/ 5763 w 18929"/>
                    <a:gd name="connsiteY3" fmla="*/ 1292 h 11177"/>
                    <a:gd name="connsiteX4" fmla="*/ 0 w 18929"/>
                    <a:gd name="connsiteY4" fmla="*/ 228 h 11177"/>
                    <a:gd name="connsiteX5" fmla="*/ 4965 w 18929"/>
                    <a:gd name="connsiteY5" fmla="*/ 1779 h 11177"/>
                    <a:gd name="connsiteX6" fmla="*/ 10817 w 18929"/>
                    <a:gd name="connsiteY6" fmla="*/ 5149 h 11177"/>
                    <a:gd name="connsiteX7" fmla="*/ 14585 w 18929"/>
                    <a:gd name="connsiteY7" fmla="*/ 7808 h 11177"/>
                    <a:gd name="connsiteX8" fmla="*/ 18929 w 18929"/>
                    <a:gd name="connsiteY8" fmla="*/ 11178 h 1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929" h="11177">
                      <a:moveTo>
                        <a:pt x="18929" y="11178"/>
                      </a:moveTo>
                      <a:cubicBezTo>
                        <a:pt x="18929" y="11178"/>
                        <a:pt x="18043" y="10513"/>
                        <a:pt x="16801" y="9360"/>
                      </a:cubicBezTo>
                      <a:cubicBezTo>
                        <a:pt x="15560" y="8207"/>
                        <a:pt x="13698" y="6789"/>
                        <a:pt x="11792" y="5326"/>
                      </a:cubicBezTo>
                      <a:cubicBezTo>
                        <a:pt x="9930" y="3774"/>
                        <a:pt x="7802" y="2311"/>
                        <a:pt x="5763" y="1292"/>
                      </a:cubicBezTo>
                      <a:cubicBezTo>
                        <a:pt x="3812" y="228"/>
                        <a:pt x="1773" y="-348"/>
                        <a:pt x="0" y="228"/>
                      </a:cubicBezTo>
                      <a:cubicBezTo>
                        <a:pt x="0" y="228"/>
                        <a:pt x="1862" y="183"/>
                        <a:pt x="4965" y="1779"/>
                      </a:cubicBezTo>
                      <a:cubicBezTo>
                        <a:pt x="6561" y="2533"/>
                        <a:pt x="8600" y="3508"/>
                        <a:pt x="10817" y="5149"/>
                      </a:cubicBezTo>
                      <a:cubicBezTo>
                        <a:pt x="11881" y="5991"/>
                        <a:pt x="13211" y="6789"/>
                        <a:pt x="14585" y="7808"/>
                      </a:cubicBezTo>
                      <a:cubicBezTo>
                        <a:pt x="15959" y="8695"/>
                        <a:pt x="17245" y="9981"/>
                        <a:pt x="18929" y="111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97" name="Forme libre : forme 24796">
                  <a:extLst>
                    <a:ext uri="{FF2B5EF4-FFF2-40B4-BE49-F238E27FC236}">
                      <a16:creationId xmlns:a16="http://schemas.microsoft.com/office/drawing/2014/main" id="{88C91A28-FC55-47BF-AC10-F4FBB92AF505}"/>
                    </a:ext>
                  </a:extLst>
                </p:cNvPr>
                <p:cNvSpPr/>
                <p:nvPr/>
              </p:nvSpPr>
              <p:spPr>
                <a:xfrm>
                  <a:off x="5717706" y="2288008"/>
                  <a:ext cx="10034" cy="6826"/>
                </a:xfrm>
                <a:custGeom>
                  <a:avLst/>
                  <a:gdLst>
                    <a:gd name="connsiteX0" fmla="*/ 9771 w 10034"/>
                    <a:gd name="connsiteY0" fmla="*/ 6784 h 6826"/>
                    <a:gd name="connsiteX1" fmla="*/ 7155 w 10034"/>
                    <a:gd name="connsiteY1" fmla="*/ 6252 h 6826"/>
                    <a:gd name="connsiteX2" fmla="*/ 3298 w 10034"/>
                    <a:gd name="connsiteY2" fmla="*/ 3902 h 6826"/>
                    <a:gd name="connsiteX3" fmla="*/ 284 w 10034"/>
                    <a:gd name="connsiteY3" fmla="*/ 1 h 6826"/>
                    <a:gd name="connsiteX4" fmla="*/ 6490 w 10034"/>
                    <a:gd name="connsiteY4" fmla="*/ 3104 h 6826"/>
                    <a:gd name="connsiteX5" fmla="*/ 9771 w 10034"/>
                    <a:gd name="connsiteY5" fmla="*/ 6784 h 6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034" h="6826">
                      <a:moveTo>
                        <a:pt x="9771" y="6784"/>
                      </a:moveTo>
                      <a:cubicBezTo>
                        <a:pt x="9327" y="6917"/>
                        <a:pt x="8352" y="6740"/>
                        <a:pt x="7155" y="6252"/>
                      </a:cubicBezTo>
                      <a:cubicBezTo>
                        <a:pt x="6002" y="5676"/>
                        <a:pt x="4628" y="4877"/>
                        <a:pt x="3298" y="3902"/>
                      </a:cubicBezTo>
                      <a:cubicBezTo>
                        <a:pt x="638" y="2041"/>
                        <a:pt x="-603" y="178"/>
                        <a:pt x="284" y="1"/>
                      </a:cubicBezTo>
                      <a:cubicBezTo>
                        <a:pt x="1126" y="-43"/>
                        <a:pt x="3963" y="1154"/>
                        <a:pt x="6490" y="3104"/>
                      </a:cubicBezTo>
                      <a:cubicBezTo>
                        <a:pt x="9061" y="5055"/>
                        <a:pt x="10702" y="6385"/>
                        <a:pt x="9771" y="678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98" name="Forme libre : forme 24797">
                  <a:extLst>
                    <a:ext uri="{FF2B5EF4-FFF2-40B4-BE49-F238E27FC236}">
                      <a16:creationId xmlns:a16="http://schemas.microsoft.com/office/drawing/2014/main" id="{2662E10A-D41D-434D-8B6D-30F5BD8980AA}"/>
                    </a:ext>
                  </a:extLst>
                </p:cNvPr>
                <p:cNvSpPr/>
                <p:nvPr/>
              </p:nvSpPr>
              <p:spPr>
                <a:xfrm>
                  <a:off x="5726170" y="2293706"/>
                  <a:ext cx="3010" cy="1639"/>
                </a:xfrm>
                <a:custGeom>
                  <a:avLst/>
                  <a:gdLst>
                    <a:gd name="connsiteX0" fmla="*/ 2991 w 3010"/>
                    <a:gd name="connsiteY0" fmla="*/ 1485 h 1639"/>
                    <a:gd name="connsiteX1" fmla="*/ 1262 w 3010"/>
                    <a:gd name="connsiteY1" fmla="*/ 1307 h 1639"/>
                    <a:gd name="connsiteX2" fmla="*/ 20 w 3010"/>
                    <a:gd name="connsiteY2" fmla="*/ 155 h 1639"/>
                    <a:gd name="connsiteX3" fmla="*/ 1749 w 3010"/>
                    <a:gd name="connsiteY3" fmla="*/ 332 h 1639"/>
                    <a:gd name="connsiteX4" fmla="*/ 2991 w 3010"/>
                    <a:gd name="connsiteY4" fmla="*/ 1485 h 1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10" h="1639">
                      <a:moveTo>
                        <a:pt x="2991" y="1485"/>
                      </a:moveTo>
                      <a:cubicBezTo>
                        <a:pt x="2858" y="1750"/>
                        <a:pt x="2104" y="1662"/>
                        <a:pt x="1262" y="1307"/>
                      </a:cubicBezTo>
                      <a:cubicBezTo>
                        <a:pt x="419" y="908"/>
                        <a:pt x="-113" y="421"/>
                        <a:pt x="20" y="155"/>
                      </a:cubicBezTo>
                      <a:cubicBezTo>
                        <a:pt x="153" y="-111"/>
                        <a:pt x="907" y="-23"/>
                        <a:pt x="1749" y="332"/>
                      </a:cubicBezTo>
                      <a:cubicBezTo>
                        <a:pt x="2592" y="687"/>
                        <a:pt x="3124" y="1219"/>
                        <a:pt x="2991" y="14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99" name="Forme libre : forme 24798">
                  <a:extLst>
                    <a:ext uri="{FF2B5EF4-FFF2-40B4-BE49-F238E27FC236}">
                      <a16:creationId xmlns:a16="http://schemas.microsoft.com/office/drawing/2014/main" id="{968C7289-A52B-42EA-9F19-5DE60077579D}"/>
                    </a:ext>
                  </a:extLst>
                </p:cNvPr>
                <p:cNvSpPr/>
                <p:nvPr/>
              </p:nvSpPr>
              <p:spPr>
                <a:xfrm>
                  <a:off x="5720677" y="2283256"/>
                  <a:ext cx="22088" cy="18462"/>
                </a:xfrm>
                <a:custGeom>
                  <a:avLst/>
                  <a:gdLst>
                    <a:gd name="connsiteX0" fmla="*/ 20897 w 22088"/>
                    <a:gd name="connsiteY0" fmla="*/ 12378 h 18462"/>
                    <a:gd name="connsiteX1" fmla="*/ 21739 w 22088"/>
                    <a:gd name="connsiteY1" fmla="*/ 17565 h 18462"/>
                    <a:gd name="connsiteX2" fmla="*/ 19035 w 22088"/>
                    <a:gd name="connsiteY2" fmla="*/ 18274 h 18462"/>
                    <a:gd name="connsiteX3" fmla="*/ 15932 w 22088"/>
                    <a:gd name="connsiteY3" fmla="*/ 16190 h 18462"/>
                    <a:gd name="connsiteX4" fmla="*/ 10878 w 22088"/>
                    <a:gd name="connsiteY4" fmla="*/ 9496 h 18462"/>
                    <a:gd name="connsiteX5" fmla="*/ 7908 w 22088"/>
                    <a:gd name="connsiteY5" fmla="*/ 7457 h 18462"/>
                    <a:gd name="connsiteX6" fmla="*/ 3652 w 22088"/>
                    <a:gd name="connsiteY6" fmla="*/ 4265 h 18462"/>
                    <a:gd name="connsiteX7" fmla="*/ 460 w 22088"/>
                    <a:gd name="connsiteY7" fmla="*/ 1295 h 18462"/>
                    <a:gd name="connsiteX8" fmla="*/ 504 w 22088"/>
                    <a:gd name="connsiteY8" fmla="*/ 10 h 18462"/>
                    <a:gd name="connsiteX9" fmla="*/ 7908 w 22088"/>
                    <a:gd name="connsiteY9" fmla="*/ 3334 h 18462"/>
                    <a:gd name="connsiteX10" fmla="*/ 15400 w 22088"/>
                    <a:gd name="connsiteY10" fmla="*/ 7590 h 18462"/>
                    <a:gd name="connsiteX11" fmla="*/ 20897 w 22088"/>
                    <a:gd name="connsiteY11" fmla="*/ 12378 h 18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088" h="18462">
                      <a:moveTo>
                        <a:pt x="20897" y="12378"/>
                      </a:moveTo>
                      <a:cubicBezTo>
                        <a:pt x="22271" y="14417"/>
                        <a:pt x="22315" y="16013"/>
                        <a:pt x="21739" y="17565"/>
                      </a:cubicBezTo>
                      <a:cubicBezTo>
                        <a:pt x="21562" y="18097"/>
                        <a:pt x="20808" y="18806"/>
                        <a:pt x="19035" y="18274"/>
                      </a:cubicBezTo>
                      <a:cubicBezTo>
                        <a:pt x="17439" y="17786"/>
                        <a:pt x="16419" y="16855"/>
                        <a:pt x="15932" y="16190"/>
                      </a:cubicBezTo>
                      <a:cubicBezTo>
                        <a:pt x="14380" y="13974"/>
                        <a:pt x="13848" y="12112"/>
                        <a:pt x="10878" y="9496"/>
                      </a:cubicBezTo>
                      <a:cubicBezTo>
                        <a:pt x="10390" y="9097"/>
                        <a:pt x="9282" y="8344"/>
                        <a:pt x="7908" y="7457"/>
                      </a:cubicBezTo>
                      <a:cubicBezTo>
                        <a:pt x="6489" y="6615"/>
                        <a:pt x="5026" y="5374"/>
                        <a:pt x="3652" y="4265"/>
                      </a:cubicBezTo>
                      <a:cubicBezTo>
                        <a:pt x="2278" y="3157"/>
                        <a:pt x="1081" y="2093"/>
                        <a:pt x="460" y="1295"/>
                      </a:cubicBezTo>
                      <a:cubicBezTo>
                        <a:pt x="-116" y="453"/>
                        <a:pt x="-205" y="-79"/>
                        <a:pt x="504" y="10"/>
                      </a:cubicBezTo>
                      <a:cubicBezTo>
                        <a:pt x="2012" y="143"/>
                        <a:pt x="5026" y="1517"/>
                        <a:pt x="7908" y="3334"/>
                      </a:cubicBezTo>
                      <a:cubicBezTo>
                        <a:pt x="10966" y="4842"/>
                        <a:pt x="13981" y="6659"/>
                        <a:pt x="15400" y="7590"/>
                      </a:cubicBezTo>
                      <a:cubicBezTo>
                        <a:pt x="18015" y="9097"/>
                        <a:pt x="19877" y="10826"/>
                        <a:pt x="20897" y="1237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48" name="Graphique 2">
                <a:extLst>
                  <a:ext uri="{FF2B5EF4-FFF2-40B4-BE49-F238E27FC236}">
                    <a16:creationId xmlns:a16="http://schemas.microsoft.com/office/drawing/2014/main" id="{CE4F9B85-68B8-49CC-846A-DB2BE4BB3B6A}"/>
                  </a:ext>
                </a:extLst>
              </p:cNvPr>
              <p:cNvGrpSpPr/>
              <p:nvPr/>
            </p:nvGrpSpPr>
            <p:grpSpPr>
              <a:xfrm>
                <a:off x="5746646" y="2295673"/>
                <a:ext cx="71218" cy="20468"/>
                <a:chOff x="5746646" y="2295673"/>
                <a:chExt cx="71218" cy="20468"/>
              </a:xfrm>
              <a:solidFill>
                <a:schemeClr val="accent1"/>
              </a:solidFill>
            </p:grpSpPr>
            <p:sp>
              <p:nvSpPr>
                <p:cNvPr id="24776" name="Forme libre : forme 24775">
                  <a:extLst>
                    <a:ext uri="{FF2B5EF4-FFF2-40B4-BE49-F238E27FC236}">
                      <a16:creationId xmlns:a16="http://schemas.microsoft.com/office/drawing/2014/main" id="{4A0A2CAE-42DD-4D2D-8148-4C470E11EF0A}"/>
                    </a:ext>
                  </a:extLst>
                </p:cNvPr>
                <p:cNvSpPr/>
                <p:nvPr/>
              </p:nvSpPr>
              <p:spPr>
                <a:xfrm>
                  <a:off x="5746689" y="2295673"/>
                  <a:ext cx="71175" cy="20423"/>
                </a:xfrm>
                <a:custGeom>
                  <a:avLst/>
                  <a:gdLst>
                    <a:gd name="connsiteX0" fmla="*/ 49412 w 71175"/>
                    <a:gd name="connsiteY0" fmla="*/ 19777 h 20423"/>
                    <a:gd name="connsiteX1" fmla="*/ 42452 w 71175"/>
                    <a:gd name="connsiteY1" fmla="*/ 20264 h 20423"/>
                    <a:gd name="connsiteX2" fmla="*/ 35536 w 71175"/>
                    <a:gd name="connsiteY2" fmla="*/ 20397 h 20423"/>
                    <a:gd name="connsiteX3" fmla="*/ 21793 w 71175"/>
                    <a:gd name="connsiteY3" fmla="*/ 19954 h 20423"/>
                    <a:gd name="connsiteX4" fmla="*/ 12750 w 71175"/>
                    <a:gd name="connsiteY4" fmla="*/ 18447 h 20423"/>
                    <a:gd name="connsiteX5" fmla="*/ 5612 w 71175"/>
                    <a:gd name="connsiteY5" fmla="*/ 15698 h 20423"/>
                    <a:gd name="connsiteX6" fmla="*/ 71 w 71175"/>
                    <a:gd name="connsiteY6" fmla="*/ 9359 h 20423"/>
                    <a:gd name="connsiteX7" fmla="*/ 1357 w 71175"/>
                    <a:gd name="connsiteY7" fmla="*/ 4084 h 20423"/>
                    <a:gd name="connsiteX8" fmla="*/ 8494 w 71175"/>
                    <a:gd name="connsiteY8" fmla="*/ 448 h 20423"/>
                    <a:gd name="connsiteX9" fmla="*/ 15232 w 71175"/>
                    <a:gd name="connsiteY9" fmla="*/ 49 h 20423"/>
                    <a:gd name="connsiteX10" fmla="*/ 23301 w 71175"/>
                    <a:gd name="connsiteY10" fmla="*/ 360 h 20423"/>
                    <a:gd name="connsiteX11" fmla="*/ 35580 w 71175"/>
                    <a:gd name="connsiteY11" fmla="*/ 847 h 20423"/>
                    <a:gd name="connsiteX12" fmla="*/ 41698 w 71175"/>
                    <a:gd name="connsiteY12" fmla="*/ 803 h 20423"/>
                    <a:gd name="connsiteX13" fmla="*/ 47727 w 71175"/>
                    <a:gd name="connsiteY13" fmla="*/ 404 h 20423"/>
                    <a:gd name="connsiteX14" fmla="*/ 55706 w 71175"/>
                    <a:gd name="connsiteY14" fmla="*/ 5 h 20423"/>
                    <a:gd name="connsiteX15" fmla="*/ 62400 w 71175"/>
                    <a:gd name="connsiteY15" fmla="*/ 271 h 20423"/>
                    <a:gd name="connsiteX16" fmla="*/ 67277 w 71175"/>
                    <a:gd name="connsiteY16" fmla="*/ 1379 h 20423"/>
                    <a:gd name="connsiteX17" fmla="*/ 69626 w 71175"/>
                    <a:gd name="connsiteY17" fmla="*/ 3552 h 20423"/>
                    <a:gd name="connsiteX18" fmla="*/ 71089 w 71175"/>
                    <a:gd name="connsiteY18" fmla="*/ 8694 h 20423"/>
                    <a:gd name="connsiteX19" fmla="*/ 70070 w 71175"/>
                    <a:gd name="connsiteY19" fmla="*/ 11797 h 20423"/>
                    <a:gd name="connsiteX20" fmla="*/ 65681 w 71175"/>
                    <a:gd name="connsiteY20" fmla="*/ 15166 h 20423"/>
                    <a:gd name="connsiteX21" fmla="*/ 58544 w 71175"/>
                    <a:gd name="connsiteY21" fmla="*/ 18092 h 20423"/>
                    <a:gd name="connsiteX22" fmla="*/ 49412 w 71175"/>
                    <a:gd name="connsiteY22" fmla="*/ 19777 h 20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1175" h="20423">
                      <a:moveTo>
                        <a:pt x="49412" y="19777"/>
                      </a:moveTo>
                      <a:lnTo>
                        <a:pt x="42452" y="20264"/>
                      </a:lnTo>
                      <a:cubicBezTo>
                        <a:pt x="40146" y="20353"/>
                        <a:pt x="37841" y="20353"/>
                        <a:pt x="35536" y="20397"/>
                      </a:cubicBezTo>
                      <a:cubicBezTo>
                        <a:pt x="30925" y="20530"/>
                        <a:pt x="26359" y="20131"/>
                        <a:pt x="21793" y="19954"/>
                      </a:cubicBezTo>
                      <a:cubicBezTo>
                        <a:pt x="18557" y="19644"/>
                        <a:pt x="15498" y="19111"/>
                        <a:pt x="12750" y="18447"/>
                      </a:cubicBezTo>
                      <a:cubicBezTo>
                        <a:pt x="10001" y="17782"/>
                        <a:pt x="7563" y="16673"/>
                        <a:pt x="5612" y="15698"/>
                      </a:cubicBezTo>
                      <a:cubicBezTo>
                        <a:pt x="1623" y="13748"/>
                        <a:pt x="-417" y="11265"/>
                        <a:pt x="71" y="9359"/>
                      </a:cubicBezTo>
                      <a:lnTo>
                        <a:pt x="1357" y="4084"/>
                      </a:lnTo>
                      <a:cubicBezTo>
                        <a:pt x="1844" y="2177"/>
                        <a:pt x="4549" y="1113"/>
                        <a:pt x="8494" y="448"/>
                      </a:cubicBezTo>
                      <a:cubicBezTo>
                        <a:pt x="10489" y="94"/>
                        <a:pt x="12705" y="138"/>
                        <a:pt x="15232" y="49"/>
                      </a:cubicBezTo>
                      <a:cubicBezTo>
                        <a:pt x="17759" y="-39"/>
                        <a:pt x="20463" y="49"/>
                        <a:pt x="23301" y="360"/>
                      </a:cubicBezTo>
                      <a:cubicBezTo>
                        <a:pt x="27379" y="537"/>
                        <a:pt x="31502" y="936"/>
                        <a:pt x="35580" y="847"/>
                      </a:cubicBezTo>
                      <a:cubicBezTo>
                        <a:pt x="37619" y="803"/>
                        <a:pt x="39659" y="847"/>
                        <a:pt x="41698" y="803"/>
                      </a:cubicBezTo>
                      <a:lnTo>
                        <a:pt x="47727" y="404"/>
                      </a:lnTo>
                      <a:cubicBezTo>
                        <a:pt x="50564" y="227"/>
                        <a:pt x="53224" y="-39"/>
                        <a:pt x="55706" y="5"/>
                      </a:cubicBezTo>
                      <a:cubicBezTo>
                        <a:pt x="58189" y="49"/>
                        <a:pt x="60405" y="5"/>
                        <a:pt x="62400" y="271"/>
                      </a:cubicBezTo>
                      <a:cubicBezTo>
                        <a:pt x="64395" y="581"/>
                        <a:pt x="66036" y="847"/>
                        <a:pt x="67277" y="1379"/>
                      </a:cubicBezTo>
                      <a:cubicBezTo>
                        <a:pt x="68518" y="1911"/>
                        <a:pt x="69360" y="2621"/>
                        <a:pt x="69626" y="3552"/>
                      </a:cubicBezTo>
                      <a:lnTo>
                        <a:pt x="71089" y="8694"/>
                      </a:lnTo>
                      <a:cubicBezTo>
                        <a:pt x="71355" y="9625"/>
                        <a:pt x="71001" y="10689"/>
                        <a:pt x="70070" y="11797"/>
                      </a:cubicBezTo>
                      <a:cubicBezTo>
                        <a:pt x="69139" y="12905"/>
                        <a:pt x="67676" y="14146"/>
                        <a:pt x="65681" y="15166"/>
                      </a:cubicBezTo>
                      <a:cubicBezTo>
                        <a:pt x="63730" y="16186"/>
                        <a:pt x="61292" y="17338"/>
                        <a:pt x="58544" y="18092"/>
                      </a:cubicBezTo>
                      <a:cubicBezTo>
                        <a:pt x="55751" y="18757"/>
                        <a:pt x="52692" y="19511"/>
                        <a:pt x="49412" y="19777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77" name="Forme libre : forme 24776">
                  <a:extLst>
                    <a:ext uri="{FF2B5EF4-FFF2-40B4-BE49-F238E27FC236}">
                      <a16:creationId xmlns:a16="http://schemas.microsoft.com/office/drawing/2014/main" id="{8C0E83DD-A6F4-4209-843F-2408BBC6B078}"/>
                    </a:ext>
                  </a:extLst>
                </p:cNvPr>
                <p:cNvSpPr/>
                <p:nvPr/>
              </p:nvSpPr>
              <p:spPr>
                <a:xfrm>
                  <a:off x="5746646" y="2302771"/>
                  <a:ext cx="71129" cy="13370"/>
                </a:xfrm>
                <a:custGeom>
                  <a:avLst/>
                  <a:gdLst>
                    <a:gd name="connsiteX0" fmla="*/ 27023 w 71129"/>
                    <a:gd name="connsiteY0" fmla="*/ 6650 h 13370"/>
                    <a:gd name="connsiteX1" fmla="*/ 11685 w 71129"/>
                    <a:gd name="connsiteY1" fmla="*/ 5098 h 13370"/>
                    <a:gd name="connsiteX2" fmla="*/ 646 w 71129"/>
                    <a:gd name="connsiteY2" fmla="*/ 0 h 13370"/>
                    <a:gd name="connsiteX3" fmla="*/ 70 w 71129"/>
                    <a:gd name="connsiteY3" fmla="*/ 2305 h 13370"/>
                    <a:gd name="connsiteX4" fmla="*/ 5611 w 71129"/>
                    <a:gd name="connsiteY4" fmla="*/ 8645 h 13370"/>
                    <a:gd name="connsiteX5" fmla="*/ 12749 w 71129"/>
                    <a:gd name="connsiteY5" fmla="*/ 11393 h 13370"/>
                    <a:gd name="connsiteX6" fmla="*/ 21792 w 71129"/>
                    <a:gd name="connsiteY6" fmla="*/ 12900 h 13370"/>
                    <a:gd name="connsiteX7" fmla="*/ 35535 w 71129"/>
                    <a:gd name="connsiteY7" fmla="*/ 13344 h 13370"/>
                    <a:gd name="connsiteX8" fmla="*/ 42450 w 71129"/>
                    <a:gd name="connsiteY8" fmla="*/ 13211 h 13370"/>
                    <a:gd name="connsiteX9" fmla="*/ 49410 w 71129"/>
                    <a:gd name="connsiteY9" fmla="*/ 12723 h 13370"/>
                    <a:gd name="connsiteX10" fmla="*/ 58498 w 71129"/>
                    <a:gd name="connsiteY10" fmla="*/ 11038 h 13370"/>
                    <a:gd name="connsiteX11" fmla="*/ 65635 w 71129"/>
                    <a:gd name="connsiteY11" fmla="*/ 8113 h 13370"/>
                    <a:gd name="connsiteX12" fmla="*/ 70024 w 71129"/>
                    <a:gd name="connsiteY12" fmla="*/ 4743 h 13370"/>
                    <a:gd name="connsiteX13" fmla="*/ 71044 w 71129"/>
                    <a:gd name="connsiteY13" fmla="*/ 1640 h 13370"/>
                    <a:gd name="connsiteX14" fmla="*/ 71000 w 71129"/>
                    <a:gd name="connsiteY14" fmla="*/ 1463 h 13370"/>
                    <a:gd name="connsiteX15" fmla="*/ 60050 w 71129"/>
                    <a:gd name="connsiteY15" fmla="*/ 4123 h 13370"/>
                    <a:gd name="connsiteX16" fmla="*/ 49056 w 71129"/>
                    <a:gd name="connsiteY16" fmla="*/ 5586 h 13370"/>
                    <a:gd name="connsiteX17" fmla="*/ 38062 w 71129"/>
                    <a:gd name="connsiteY17" fmla="*/ 6295 h 13370"/>
                    <a:gd name="connsiteX18" fmla="*/ 32520 w 71129"/>
                    <a:gd name="connsiteY18" fmla="*/ 6561 h 13370"/>
                    <a:gd name="connsiteX19" fmla="*/ 27023 w 71129"/>
                    <a:gd name="connsiteY19" fmla="*/ 6650 h 13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1129" h="13370">
                      <a:moveTo>
                        <a:pt x="27023" y="6650"/>
                      </a:moveTo>
                      <a:cubicBezTo>
                        <a:pt x="21748" y="6960"/>
                        <a:pt x="16339" y="6118"/>
                        <a:pt x="11685" y="5098"/>
                      </a:cubicBezTo>
                      <a:cubicBezTo>
                        <a:pt x="7030" y="3680"/>
                        <a:pt x="3085" y="2217"/>
                        <a:pt x="646" y="0"/>
                      </a:cubicBezTo>
                      <a:lnTo>
                        <a:pt x="70" y="2305"/>
                      </a:lnTo>
                      <a:cubicBezTo>
                        <a:pt x="-418" y="4211"/>
                        <a:pt x="1666" y="6738"/>
                        <a:pt x="5611" y="8645"/>
                      </a:cubicBezTo>
                      <a:cubicBezTo>
                        <a:pt x="7606" y="9620"/>
                        <a:pt x="10000" y="10728"/>
                        <a:pt x="12749" y="11393"/>
                      </a:cubicBezTo>
                      <a:cubicBezTo>
                        <a:pt x="15497" y="12058"/>
                        <a:pt x="18556" y="12590"/>
                        <a:pt x="21792" y="12900"/>
                      </a:cubicBezTo>
                      <a:cubicBezTo>
                        <a:pt x="26403" y="13078"/>
                        <a:pt x="30924" y="13477"/>
                        <a:pt x="35535" y="13344"/>
                      </a:cubicBezTo>
                      <a:cubicBezTo>
                        <a:pt x="37840" y="13299"/>
                        <a:pt x="40145" y="13344"/>
                        <a:pt x="42450" y="13211"/>
                      </a:cubicBezTo>
                      <a:lnTo>
                        <a:pt x="49410" y="12723"/>
                      </a:lnTo>
                      <a:cubicBezTo>
                        <a:pt x="52647" y="12501"/>
                        <a:pt x="55750" y="11748"/>
                        <a:pt x="58498" y="11038"/>
                      </a:cubicBezTo>
                      <a:cubicBezTo>
                        <a:pt x="61247" y="10285"/>
                        <a:pt x="63685" y="9132"/>
                        <a:pt x="65635" y="8113"/>
                      </a:cubicBezTo>
                      <a:cubicBezTo>
                        <a:pt x="67586" y="7093"/>
                        <a:pt x="69093" y="5852"/>
                        <a:pt x="70024" y="4743"/>
                      </a:cubicBezTo>
                      <a:cubicBezTo>
                        <a:pt x="70955" y="3635"/>
                        <a:pt x="71310" y="2571"/>
                        <a:pt x="71044" y="1640"/>
                      </a:cubicBezTo>
                      <a:lnTo>
                        <a:pt x="71000" y="1463"/>
                      </a:lnTo>
                      <a:cubicBezTo>
                        <a:pt x="67364" y="2660"/>
                        <a:pt x="63685" y="3413"/>
                        <a:pt x="60050" y="4123"/>
                      </a:cubicBezTo>
                      <a:cubicBezTo>
                        <a:pt x="56370" y="4743"/>
                        <a:pt x="52735" y="5231"/>
                        <a:pt x="49056" y="5586"/>
                      </a:cubicBezTo>
                      <a:cubicBezTo>
                        <a:pt x="45376" y="5807"/>
                        <a:pt x="41741" y="6251"/>
                        <a:pt x="38062" y="6295"/>
                      </a:cubicBezTo>
                      <a:cubicBezTo>
                        <a:pt x="36244" y="6384"/>
                        <a:pt x="34426" y="6472"/>
                        <a:pt x="32520" y="6561"/>
                      </a:cubicBezTo>
                      <a:cubicBezTo>
                        <a:pt x="30791" y="6561"/>
                        <a:pt x="28974" y="6605"/>
                        <a:pt x="27023" y="6650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78" name="Forme libre : forme 24777">
                  <a:extLst>
                    <a:ext uri="{FF2B5EF4-FFF2-40B4-BE49-F238E27FC236}">
                      <a16:creationId xmlns:a16="http://schemas.microsoft.com/office/drawing/2014/main" id="{E973A4D6-05DB-4E32-BCA2-E3082B8B14F3}"/>
                    </a:ext>
                  </a:extLst>
                </p:cNvPr>
                <p:cNvSpPr/>
                <p:nvPr/>
              </p:nvSpPr>
              <p:spPr>
                <a:xfrm>
                  <a:off x="5770831" y="2302918"/>
                  <a:ext cx="32104" cy="7445"/>
                </a:xfrm>
                <a:custGeom>
                  <a:avLst/>
                  <a:gdLst>
                    <a:gd name="connsiteX0" fmla="*/ 32097 w 32104"/>
                    <a:gd name="connsiteY0" fmla="*/ 2336 h 7445"/>
                    <a:gd name="connsiteX1" fmla="*/ 27708 w 32104"/>
                    <a:gd name="connsiteY1" fmla="*/ 5528 h 7445"/>
                    <a:gd name="connsiteX2" fmla="*/ 22565 w 32104"/>
                    <a:gd name="connsiteY2" fmla="*/ 6769 h 7445"/>
                    <a:gd name="connsiteX3" fmla="*/ 16182 w 32104"/>
                    <a:gd name="connsiteY3" fmla="*/ 7434 h 7445"/>
                    <a:gd name="connsiteX4" fmla="*/ 9798 w 32104"/>
                    <a:gd name="connsiteY4" fmla="*/ 7212 h 7445"/>
                    <a:gd name="connsiteX5" fmla="*/ 4611 w 32104"/>
                    <a:gd name="connsiteY5" fmla="*/ 6281 h 7445"/>
                    <a:gd name="connsiteX6" fmla="*/ 1 w 32104"/>
                    <a:gd name="connsiteY6" fmla="*/ 3444 h 7445"/>
                    <a:gd name="connsiteX7" fmla="*/ 4789 w 32104"/>
                    <a:gd name="connsiteY7" fmla="*/ 1050 h 7445"/>
                    <a:gd name="connsiteX8" fmla="*/ 9798 w 32104"/>
                    <a:gd name="connsiteY8" fmla="*/ 430 h 7445"/>
                    <a:gd name="connsiteX9" fmla="*/ 15916 w 32104"/>
                    <a:gd name="connsiteY9" fmla="*/ 75 h 7445"/>
                    <a:gd name="connsiteX10" fmla="*/ 22033 w 32104"/>
                    <a:gd name="connsiteY10" fmla="*/ 31 h 7445"/>
                    <a:gd name="connsiteX11" fmla="*/ 27087 w 32104"/>
                    <a:gd name="connsiteY11" fmla="*/ 385 h 7445"/>
                    <a:gd name="connsiteX12" fmla="*/ 32097 w 32104"/>
                    <a:gd name="connsiteY12" fmla="*/ 2336 h 7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104" h="7445">
                      <a:moveTo>
                        <a:pt x="32097" y="2336"/>
                      </a:moveTo>
                      <a:cubicBezTo>
                        <a:pt x="32230" y="3355"/>
                        <a:pt x="30589" y="4508"/>
                        <a:pt x="27708" y="5528"/>
                      </a:cubicBezTo>
                      <a:cubicBezTo>
                        <a:pt x="26289" y="6104"/>
                        <a:pt x="24516" y="6414"/>
                        <a:pt x="22565" y="6769"/>
                      </a:cubicBezTo>
                      <a:cubicBezTo>
                        <a:pt x="20615" y="7079"/>
                        <a:pt x="18443" y="7434"/>
                        <a:pt x="16182" y="7434"/>
                      </a:cubicBezTo>
                      <a:cubicBezTo>
                        <a:pt x="13921" y="7478"/>
                        <a:pt x="11749" y="7390"/>
                        <a:pt x="9798" y="7212"/>
                      </a:cubicBezTo>
                      <a:cubicBezTo>
                        <a:pt x="7847" y="7079"/>
                        <a:pt x="6074" y="6636"/>
                        <a:pt x="4611" y="6281"/>
                      </a:cubicBezTo>
                      <a:cubicBezTo>
                        <a:pt x="1685" y="5483"/>
                        <a:pt x="-43" y="4464"/>
                        <a:pt x="1" y="3444"/>
                      </a:cubicBezTo>
                      <a:cubicBezTo>
                        <a:pt x="90" y="2425"/>
                        <a:pt x="1907" y="1582"/>
                        <a:pt x="4789" y="1050"/>
                      </a:cubicBezTo>
                      <a:cubicBezTo>
                        <a:pt x="6252" y="740"/>
                        <a:pt x="7936" y="651"/>
                        <a:pt x="9798" y="430"/>
                      </a:cubicBezTo>
                      <a:cubicBezTo>
                        <a:pt x="11660" y="208"/>
                        <a:pt x="13743" y="119"/>
                        <a:pt x="15916" y="75"/>
                      </a:cubicBezTo>
                      <a:cubicBezTo>
                        <a:pt x="18088" y="75"/>
                        <a:pt x="20127" y="-58"/>
                        <a:pt x="22033" y="31"/>
                      </a:cubicBezTo>
                      <a:cubicBezTo>
                        <a:pt x="23895" y="75"/>
                        <a:pt x="25624" y="296"/>
                        <a:pt x="27087" y="385"/>
                      </a:cubicBezTo>
                      <a:cubicBezTo>
                        <a:pt x="30057" y="651"/>
                        <a:pt x="31963" y="1360"/>
                        <a:pt x="32097" y="2336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79" name="Forme libre : forme 24778">
                  <a:extLst>
                    <a:ext uri="{FF2B5EF4-FFF2-40B4-BE49-F238E27FC236}">
                      <a16:creationId xmlns:a16="http://schemas.microsoft.com/office/drawing/2014/main" id="{40D616A1-E1FB-43C2-8338-0D80E3DE1B11}"/>
                    </a:ext>
                  </a:extLst>
                </p:cNvPr>
                <p:cNvSpPr/>
                <p:nvPr/>
              </p:nvSpPr>
              <p:spPr>
                <a:xfrm>
                  <a:off x="5770873" y="2303614"/>
                  <a:ext cx="23542" cy="6749"/>
                </a:xfrm>
                <a:custGeom>
                  <a:avLst/>
                  <a:gdLst>
                    <a:gd name="connsiteX0" fmla="*/ 7140 w 23542"/>
                    <a:gd name="connsiteY0" fmla="*/ 0 h 6749"/>
                    <a:gd name="connsiteX1" fmla="*/ 3 w 23542"/>
                    <a:gd name="connsiteY1" fmla="*/ 2748 h 6749"/>
                    <a:gd name="connsiteX2" fmla="*/ 4614 w 23542"/>
                    <a:gd name="connsiteY2" fmla="*/ 5586 h 6749"/>
                    <a:gd name="connsiteX3" fmla="*/ 9800 w 23542"/>
                    <a:gd name="connsiteY3" fmla="*/ 6517 h 6749"/>
                    <a:gd name="connsiteX4" fmla="*/ 16184 w 23542"/>
                    <a:gd name="connsiteY4" fmla="*/ 6738 h 6749"/>
                    <a:gd name="connsiteX5" fmla="*/ 23543 w 23542"/>
                    <a:gd name="connsiteY5" fmla="*/ 5896 h 6749"/>
                    <a:gd name="connsiteX6" fmla="*/ 19464 w 23542"/>
                    <a:gd name="connsiteY6" fmla="*/ 5940 h 6749"/>
                    <a:gd name="connsiteX7" fmla="*/ 10332 w 23542"/>
                    <a:gd name="connsiteY7" fmla="*/ 3591 h 6749"/>
                    <a:gd name="connsiteX8" fmla="*/ 7140 w 23542"/>
                    <a:gd name="connsiteY8" fmla="*/ 0 h 6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542" h="6749">
                      <a:moveTo>
                        <a:pt x="7140" y="0"/>
                      </a:moveTo>
                      <a:cubicBezTo>
                        <a:pt x="2929" y="488"/>
                        <a:pt x="92" y="1463"/>
                        <a:pt x="3" y="2748"/>
                      </a:cubicBezTo>
                      <a:cubicBezTo>
                        <a:pt x="-85" y="3768"/>
                        <a:pt x="1688" y="4788"/>
                        <a:pt x="4614" y="5586"/>
                      </a:cubicBezTo>
                      <a:cubicBezTo>
                        <a:pt x="6076" y="5940"/>
                        <a:pt x="7805" y="6384"/>
                        <a:pt x="9800" y="6517"/>
                      </a:cubicBezTo>
                      <a:cubicBezTo>
                        <a:pt x="11751" y="6694"/>
                        <a:pt x="13923" y="6782"/>
                        <a:pt x="16184" y="6738"/>
                      </a:cubicBezTo>
                      <a:cubicBezTo>
                        <a:pt x="18844" y="6694"/>
                        <a:pt x="21326" y="6295"/>
                        <a:pt x="23543" y="5896"/>
                      </a:cubicBezTo>
                      <a:cubicBezTo>
                        <a:pt x="22169" y="5985"/>
                        <a:pt x="20794" y="5985"/>
                        <a:pt x="19464" y="5940"/>
                      </a:cubicBezTo>
                      <a:cubicBezTo>
                        <a:pt x="15829" y="5630"/>
                        <a:pt x="12549" y="4610"/>
                        <a:pt x="10332" y="3591"/>
                      </a:cubicBezTo>
                      <a:cubicBezTo>
                        <a:pt x="8071" y="2615"/>
                        <a:pt x="6830" y="1241"/>
                        <a:pt x="7140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80" name="Forme libre : forme 24779">
                  <a:extLst>
                    <a:ext uri="{FF2B5EF4-FFF2-40B4-BE49-F238E27FC236}">
                      <a16:creationId xmlns:a16="http://schemas.microsoft.com/office/drawing/2014/main" id="{0237AAE5-18E3-48AE-95E5-A6B47CDFA220}"/>
                    </a:ext>
                  </a:extLst>
                </p:cNvPr>
                <p:cNvSpPr/>
                <p:nvPr/>
              </p:nvSpPr>
              <p:spPr>
                <a:xfrm>
                  <a:off x="5772383" y="2303560"/>
                  <a:ext cx="32286" cy="7550"/>
                </a:xfrm>
                <a:custGeom>
                  <a:avLst/>
                  <a:gdLst>
                    <a:gd name="connsiteX0" fmla="*/ 32274 w 32286"/>
                    <a:gd name="connsiteY0" fmla="*/ 2271 h 7550"/>
                    <a:gd name="connsiteX1" fmla="*/ 27885 w 32286"/>
                    <a:gd name="connsiteY1" fmla="*/ 5462 h 7550"/>
                    <a:gd name="connsiteX2" fmla="*/ 16315 w 32286"/>
                    <a:gd name="connsiteY2" fmla="*/ 7546 h 7550"/>
                    <a:gd name="connsiteX3" fmla="*/ 4656 w 32286"/>
                    <a:gd name="connsiteY3" fmla="*/ 6482 h 7550"/>
                    <a:gd name="connsiteX4" fmla="*/ 1 w 32286"/>
                    <a:gd name="connsiteY4" fmla="*/ 3645 h 7550"/>
                    <a:gd name="connsiteX5" fmla="*/ 4788 w 32286"/>
                    <a:gd name="connsiteY5" fmla="*/ 1251 h 7550"/>
                    <a:gd name="connsiteX6" fmla="*/ 15960 w 32286"/>
                    <a:gd name="connsiteY6" fmla="*/ 143 h 7550"/>
                    <a:gd name="connsiteX7" fmla="*/ 27176 w 32286"/>
                    <a:gd name="connsiteY7" fmla="*/ 276 h 7550"/>
                    <a:gd name="connsiteX8" fmla="*/ 32274 w 32286"/>
                    <a:gd name="connsiteY8" fmla="*/ 2271 h 7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286" h="7550">
                      <a:moveTo>
                        <a:pt x="32274" y="2271"/>
                      </a:moveTo>
                      <a:cubicBezTo>
                        <a:pt x="32451" y="3290"/>
                        <a:pt x="30767" y="4443"/>
                        <a:pt x="27885" y="5462"/>
                      </a:cubicBezTo>
                      <a:cubicBezTo>
                        <a:pt x="25004" y="6615"/>
                        <a:pt x="20881" y="7191"/>
                        <a:pt x="16315" y="7546"/>
                      </a:cubicBezTo>
                      <a:cubicBezTo>
                        <a:pt x="11748" y="7591"/>
                        <a:pt x="7626" y="7325"/>
                        <a:pt x="4656" y="6482"/>
                      </a:cubicBezTo>
                      <a:cubicBezTo>
                        <a:pt x="1730" y="5684"/>
                        <a:pt x="-44" y="4665"/>
                        <a:pt x="1" y="3645"/>
                      </a:cubicBezTo>
                      <a:cubicBezTo>
                        <a:pt x="45" y="2625"/>
                        <a:pt x="1907" y="1783"/>
                        <a:pt x="4788" y="1251"/>
                      </a:cubicBezTo>
                      <a:cubicBezTo>
                        <a:pt x="7670" y="763"/>
                        <a:pt x="11616" y="187"/>
                        <a:pt x="15960" y="143"/>
                      </a:cubicBezTo>
                      <a:cubicBezTo>
                        <a:pt x="20304" y="-167"/>
                        <a:pt x="24250" y="99"/>
                        <a:pt x="27176" y="276"/>
                      </a:cubicBezTo>
                      <a:cubicBezTo>
                        <a:pt x="30190" y="631"/>
                        <a:pt x="32141" y="1295"/>
                        <a:pt x="32274" y="227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81" name="Forme libre : forme 24780">
                  <a:extLst>
                    <a:ext uri="{FF2B5EF4-FFF2-40B4-BE49-F238E27FC236}">
                      <a16:creationId xmlns:a16="http://schemas.microsoft.com/office/drawing/2014/main" id="{00982FBD-1E45-41BE-AF5D-A715602AF2C4}"/>
                    </a:ext>
                  </a:extLst>
                </p:cNvPr>
                <p:cNvSpPr/>
                <p:nvPr/>
              </p:nvSpPr>
              <p:spPr>
                <a:xfrm>
                  <a:off x="5757000" y="2299752"/>
                  <a:ext cx="40605" cy="14900"/>
                </a:xfrm>
                <a:custGeom>
                  <a:avLst/>
                  <a:gdLst>
                    <a:gd name="connsiteX0" fmla="*/ 267 w 40605"/>
                    <a:gd name="connsiteY0" fmla="*/ 5591 h 14900"/>
                    <a:gd name="connsiteX1" fmla="*/ 843 w 40605"/>
                    <a:gd name="connsiteY1" fmla="*/ 9226 h 14900"/>
                    <a:gd name="connsiteX2" fmla="*/ 7182 w 40605"/>
                    <a:gd name="connsiteY2" fmla="*/ 12462 h 14900"/>
                    <a:gd name="connsiteX3" fmla="*/ 11970 w 40605"/>
                    <a:gd name="connsiteY3" fmla="*/ 13748 h 14900"/>
                    <a:gd name="connsiteX4" fmla="*/ 17157 w 40605"/>
                    <a:gd name="connsiteY4" fmla="*/ 14457 h 14900"/>
                    <a:gd name="connsiteX5" fmla="*/ 26156 w 40605"/>
                    <a:gd name="connsiteY5" fmla="*/ 14856 h 14900"/>
                    <a:gd name="connsiteX6" fmla="*/ 34756 w 40605"/>
                    <a:gd name="connsiteY6" fmla="*/ 13837 h 14900"/>
                    <a:gd name="connsiteX7" fmla="*/ 40120 w 40605"/>
                    <a:gd name="connsiteY7" fmla="*/ 10157 h 14900"/>
                    <a:gd name="connsiteX8" fmla="*/ 34269 w 40605"/>
                    <a:gd name="connsiteY8" fmla="*/ 8827 h 14900"/>
                    <a:gd name="connsiteX9" fmla="*/ 20482 w 40605"/>
                    <a:gd name="connsiteY9" fmla="*/ 4970 h 14900"/>
                    <a:gd name="connsiteX10" fmla="*/ 14009 w 40605"/>
                    <a:gd name="connsiteY10" fmla="*/ 1956 h 14900"/>
                    <a:gd name="connsiteX11" fmla="*/ 5188 w 40605"/>
                    <a:gd name="connsiteY11" fmla="*/ 5 h 14900"/>
                    <a:gd name="connsiteX12" fmla="*/ 666 w 40605"/>
                    <a:gd name="connsiteY12" fmla="*/ 2178 h 14900"/>
                    <a:gd name="connsiteX13" fmla="*/ 267 w 40605"/>
                    <a:gd name="connsiteY13" fmla="*/ 5591 h 1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605" h="14900">
                      <a:moveTo>
                        <a:pt x="267" y="5591"/>
                      </a:moveTo>
                      <a:cubicBezTo>
                        <a:pt x="-43" y="6744"/>
                        <a:pt x="-309" y="7896"/>
                        <a:pt x="843" y="9226"/>
                      </a:cubicBezTo>
                      <a:cubicBezTo>
                        <a:pt x="1951" y="10512"/>
                        <a:pt x="4257" y="11487"/>
                        <a:pt x="7182" y="12462"/>
                      </a:cubicBezTo>
                      <a:cubicBezTo>
                        <a:pt x="8645" y="12906"/>
                        <a:pt x="10286" y="13349"/>
                        <a:pt x="11970" y="13748"/>
                      </a:cubicBezTo>
                      <a:cubicBezTo>
                        <a:pt x="13655" y="14058"/>
                        <a:pt x="15428" y="14280"/>
                        <a:pt x="17157" y="14457"/>
                      </a:cubicBezTo>
                      <a:cubicBezTo>
                        <a:pt x="20083" y="14812"/>
                        <a:pt x="23142" y="14989"/>
                        <a:pt x="26156" y="14856"/>
                      </a:cubicBezTo>
                      <a:cubicBezTo>
                        <a:pt x="29171" y="14767"/>
                        <a:pt x="32096" y="14546"/>
                        <a:pt x="34756" y="13837"/>
                      </a:cubicBezTo>
                      <a:cubicBezTo>
                        <a:pt x="38702" y="12950"/>
                        <a:pt x="41849" y="11221"/>
                        <a:pt x="40120" y="10157"/>
                      </a:cubicBezTo>
                      <a:cubicBezTo>
                        <a:pt x="39056" y="9448"/>
                        <a:pt x="36530" y="9138"/>
                        <a:pt x="34269" y="8827"/>
                      </a:cubicBezTo>
                      <a:cubicBezTo>
                        <a:pt x="28949" y="8074"/>
                        <a:pt x="24250" y="6611"/>
                        <a:pt x="20482" y="4970"/>
                      </a:cubicBezTo>
                      <a:cubicBezTo>
                        <a:pt x="18886" y="4217"/>
                        <a:pt x="16625" y="2976"/>
                        <a:pt x="14009" y="1956"/>
                      </a:cubicBezTo>
                      <a:cubicBezTo>
                        <a:pt x="11394" y="936"/>
                        <a:pt x="8468" y="-83"/>
                        <a:pt x="5188" y="5"/>
                      </a:cubicBezTo>
                      <a:cubicBezTo>
                        <a:pt x="2217" y="138"/>
                        <a:pt x="1109" y="936"/>
                        <a:pt x="666" y="2178"/>
                      </a:cubicBezTo>
                      <a:cubicBezTo>
                        <a:pt x="267" y="3375"/>
                        <a:pt x="489" y="4793"/>
                        <a:pt x="267" y="559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82" name="Forme libre : forme 24781">
                  <a:extLst>
                    <a:ext uri="{FF2B5EF4-FFF2-40B4-BE49-F238E27FC236}">
                      <a16:creationId xmlns:a16="http://schemas.microsoft.com/office/drawing/2014/main" id="{B17527D0-7209-49DF-9416-6A661F2B68AA}"/>
                    </a:ext>
                  </a:extLst>
                </p:cNvPr>
                <p:cNvSpPr/>
                <p:nvPr/>
              </p:nvSpPr>
              <p:spPr>
                <a:xfrm>
                  <a:off x="5764268" y="2300643"/>
                  <a:ext cx="12960" cy="3212"/>
                </a:xfrm>
                <a:custGeom>
                  <a:avLst/>
                  <a:gdLst>
                    <a:gd name="connsiteX0" fmla="*/ 846 w 12960"/>
                    <a:gd name="connsiteY0" fmla="*/ 1463 h 3212"/>
                    <a:gd name="connsiteX1" fmla="*/ 3 w 12960"/>
                    <a:gd name="connsiteY1" fmla="*/ 2172 h 3212"/>
                    <a:gd name="connsiteX2" fmla="*/ 1156 w 12960"/>
                    <a:gd name="connsiteY2" fmla="*/ 2970 h 3212"/>
                    <a:gd name="connsiteX3" fmla="*/ 3461 w 12960"/>
                    <a:gd name="connsiteY3" fmla="*/ 3192 h 3212"/>
                    <a:gd name="connsiteX4" fmla="*/ 9091 w 12960"/>
                    <a:gd name="connsiteY4" fmla="*/ 2837 h 3212"/>
                    <a:gd name="connsiteX5" fmla="*/ 11130 w 12960"/>
                    <a:gd name="connsiteY5" fmla="*/ 2483 h 3212"/>
                    <a:gd name="connsiteX6" fmla="*/ 9579 w 12960"/>
                    <a:gd name="connsiteY6" fmla="*/ 0 h 3212"/>
                    <a:gd name="connsiteX7" fmla="*/ 846 w 12960"/>
                    <a:gd name="connsiteY7" fmla="*/ 1463 h 3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60" h="3212">
                      <a:moveTo>
                        <a:pt x="846" y="1463"/>
                      </a:moveTo>
                      <a:cubicBezTo>
                        <a:pt x="402" y="1685"/>
                        <a:pt x="48" y="1906"/>
                        <a:pt x="3" y="2172"/>
                      </a:cubicBezTo>
                      <a:cubicBezTo>
                        <a:pt x="-41" y="2438"/>
                        <a:pt x="358" y="2793"/>
                        <a:pt x="1156" y="2970"/>
                      </a:cubicBezTo>
                      <a:cubicBezTo>
                        <a:pt x="1865" y="3148"/>
                        <a:pt x="2707" y="3192"/>
                        <a:pt x="3461" y="3192"/>
                      </a:cubicBezTo>
                      <a:cubicBezTo>
                        <a:pt x="5412" y="3281"/>
                        <a:pt x="7318" y="3059"/>
                        <a:pt x="9091" y="2837"/>
                      </a:cubicBezTo>
                      <a:cubicBezTo>
                        <a:pt x="9845" y="2749"/>
                        <a:pt x="10554" y="2616"/>
                        <a:pt x="11130" y="2483"/>
                      </a:cubicBezTo>
                      <a:cubicBezTo>
                        <a:pt x="13524" y="1773"/>
                        <a:pt x="14101" y="0"/>
                        <a:pt x="9579" y="0"/>
                      </a:cubicBezTo>
                      <a:cubicBezTo>
                        <a:pt x="6032" y="89"/>
                        <a:pt x="2619" y="665"/>
                        <a:pt x="846" y="146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83" name="Forme libre : forme 24782">
                  <a:extLst>
                    <a:ext uri="{FF2B5EF4-FFF2-40B4-BE49-F238E27FC236}">
                      <a16:creationId xmlns:a16="http://schemas.microsoft.com/office/drawing/2014/main" id="{BA341254-6F85-483D-8BB6-E49037A84555}"/>
                    </a:ext>
                  </a:extLst>
                </p:cNvPr>
                <p:cNvSpPr/>
                <p:nvPr/>
              </p:nvSpPr>
              <p:spPr>
                <a:xfrm>
                  <a:off x="5796633" y="2304190"/>
                  <a:ext cx="18875" cy="10772"/>
                </a:xfrm>
                <a:custGeom>
                  <a:avLst/>
                  <a:gdLst>
                    <a:gd name="connsiteX0" fmla="*/ 18796 w 18875"/>
                    <a:gd name="connsiteY0" fmla="*/ 0 h 10772"/>
                    <a:gd name="connsiteX1" fmla="*/ 17422 w 18875"/>
                    <a:gd name="connsiteY1" fmla="*/ 3502 h 10772"/>
                    <a:gd name="connsiteX2" fmla="*/ 12014 w 18875"/>
                    <a:gd name="connsiteY2" fmla="*/ 7137 h 10772"/>
                    <a:gd name="connsiteX3" fmla="*/ 0 w 18875"/>
                    <a:gd name="connsiteY3" fmla="*/ 10772 h 10772"/>
                    <a:gd name="connsiteX4" fmla="*/ 2616 w 18875"/>
                    <a:gd name="connsiteY4" fmla="*/ 10107 h 10772"/>
                    <a:gd name="connsiteX5" fmla="*/ 8600 w 18875"/>
                    <a:gd name="connsiteY5" fmla="*/ 8068 h 10772"/>
                    <a:gd name="connsiteX6" fmla="*/ 14940 w 18875"/>
                    <a:gd name="connsiteY6" fmla="*/ 4522 h 10772"/>
                    <a:gd name="connsiteX7" fmla="*/ 18796 w 18875"/>
                    <a:gd name="connsiteY7" fmla="*/ 0 h 10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75" h="10772">
                      <a:moveTo>
                        <a:pt x="18796" y="0"/>
                      </a:moveTo>
                      <a:cubicBezTo>
                        <a:pt x="18796" y="0"/>
                        <a:pt x="19373" y="1286"/>
                        <a:pt x="17422" y="3502"/>
                      </a:cubicBezTo>
                      <a:cubicBezTo>
                        <a:pt x="16403" y="4566"/>
                        <a:pt x="14762" y="5763"/>
                        <a:pt x="12014" y="7137"/>
                      </a:cubicBezTo>
                      <a:cubicBezTo>
                        <a:pt x="9265" y="8600"/>
                        <a:pt x="5364" y="9708"/>
                        <a:pt x="0" y="10772"/>
                      </a:cubicBezTo>
                      <a:cubicBezTo>
                        <a:pt x="0" y="10772"/>
                        <a:pt x="1020" y="10639"/>
                        <a:pt x="2616" y="10107"/>
                      </a:cubicBezTo>
                      <a:cubicBezTo>
                        <a:pt x="4211" y="9620"/>
                        <a:pt x="6384" y="8955"/>
                        <a:pt x="8600" y="8068"/>
                      </a:cubicBezTo>
                      <a:cubicBezTo>
                        <a:pt x="10817" y="7182"/>
                        <a:pt x="13078" y="5852"/>
                        <a:pt x="14940" y="4522"/>
                      </a:cubicBezTo>
                      <a:cubicBezTo>
                        <a:pt x="16801" y="3280"/>
                        <a:pt x="18220" y="1640"/>
                        <a:pt x="187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84" name="Forme libre : forme 24783">
                  <a:extLst>
                    <a:ext uri="{FF2B5EF4-FFF2-40B4-BE49-F238E27FC236}">
                      <a16:creationId xmlns:a16="http://schemas.microsoft.com/office/drawing/2014/main" id="{536050EB-8BF5-4760-B725-7074FF1B84BC}"/>
                    </a:ext>
                  </a:extLst>
                </p:cNvPr>
                <p:cNvSpPr/>
                <p:nvPr/>
              </p:nvSpPr>
              <p:spPr>
                <a:xfrm>
                  <a:off x="5749154" y="2296463"/>
                  <a:ext cx="22076" cy="4136"/>
                </a:xfrm>
                <a:custGeom>
                  <a:avLst/>
                  <a:gdLst>
                    <a:gd name="connsiteX0" fmla="*/ 22077 w 22076"/>
                    <a:gd name="connsiteY0" fmla="*/ 191 h 4136"/>
                    <a:gd name="connsiteX1" fmla="*/ 19107 w 22076"/>
                    <a:gd name="connsiteY1" fmla="*/ 58 h 4136"/>
                    <a:gd name="connsiteX2" fmla="*/ 12368 w 22076"/>
                    <a:gd name="connsiteY2" fmla="*/ 147 h 4136"/>
                    <a:gd name="connsiteX3" fmla="*/ 5009 w 22076"/>
                    <a:gd name="connsiteY3" fmla="*/ 1034 h 4136"/>
                    <a:gd name="connsiteX4" fmla="*/ 0 w 22076"/>
                    <a:gd name="connsiteY4" fmla="*/ 4137 h 4136"/>
                    <a:gd name="connsiteX5" fmla="*/ 4743 w 22076"/>
                    <a:gd name="connsiteY5" fmla="*/ 1876 h 4136"/>
                    <a:gd name="connsiteX6" fmla="*/ 11482 w 22076"/>
                    <a:gd name="connsiteY6" fmla="*/ 679 h 4136"/>
                    <a:gd name="connsiteX7" fmla="*/ 22077 w 22076"/>
                    <a:gd name="connsiteY7" fmla="*/ 191 h 4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076" h="4136">
                      <a:moveTo>
                        <a:pt x="22077" y="191"/>
                      </a:moveTo>
                      <a:cubicBezTo>
                        <a:pt x="22077" y="191"/>
                        <a:pt x="20880" y="147"/>
                        <a:pt x="19107" y="58"/>
                      </a:cubicBezTo>
                      <a:cubicBezTo>
                        <a:pt x="17333" y="-30"/>
                        <a:pt x="14895" y="-30"/>
                        <a:pt x="12368" y="147"/>
                      </a:cubicBezTo>
                      <a:cubicBezTo>
                        <a:pt x="9841" y="280"/>
                        <a:pt x="7270" y="413"/>
                        <a:pt x="5009" y="1034"/>
                      </a:cubicBezTo>
                      <a:cubicBezTo>
                        <a:pt x="2748" y="1654"/>
                        <a:pt x="887" y="2629"/>
                        <a:pt x="0" y="4137"/>
                      </a:cubicBezTo>
                      <a:cubicBezTo>
                        <a:pt x="0" y="4137"/>
                        <a:pt x="1330" y="2984"/>
                        <a:pt x="4743" y="1876"/>
                      </a:cubicBezTo>
                      <a:cubicBezTo>
                        <a:pt x="6472" y="1344"/>
                        <a:pt x="8689" y="856"/>
                        <a:pt x="11482" y="679"/>
                      </a:cubicBezTo>
                      <a:cubicBezTo>
                        <a:pt x="14319" y="236"/>
                        <a:pt x="17777" y="102"/>
                        <a:pt x="22077" y="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85" name="Forme libre : forme 24784">
                  <a:extLst>
                    <a:ext uri="{FF2B5EF4-FFF2-40B4-BE49-F238E27FC236}">
                      <a16:creationId xmlns:a16="http://schemas.microsoft.com/office/drawing/2014/main" id="{646FD8AF-BB06-42B5-8D1C-C0F236D61B44}"/>
                    </a:ext>
                  </a:extLst>
                </p:cNvPr>
                <p:cNvSpPr/>
                <p:nvPr/>
              </p:nvSpPr>
              <p:spPr>
                <a:xfrm>
                  <a:off x="5784109" y="2303722"/>
                  <a:ext cx="11964" cy="2442"/>
                </a:xfrm>
                <a:custGeom>
                  <a:avLst/>
                  <a:gdLst>
                    <a:gd name="connsiteX0" fmla="*/ 11859 w 11964"/>
                    <a:gd name="connsiteY0" fmla="*/ 1443 h 2442"/>
                    <a:gd name="connsiteX1" fmla="*/ 4810 w 11964"/>
                    <a:gd name="connsiteY1" fmla="*/ 2419 h 2442"/>
                    <a:gd name="connsiteX2" fmla="*/ 111 w 11964"/>
                    <a:gd name="connsiteY2" fmla="*/ 734 h 2442"/>
                    <a:gd name="connsiteX3" fmla="*/ 7071 w 11964"/>
                    <a:gd name="connsiteY3" fmla="*/ 24 h 2442"/>
                    <a:gd name="connsiteX4" fmla="*/ 11859 w 11964"/>
                    <a:gd name="connsiteY4" fmla="*/ 1443 h 2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64" h="2442">
                      <a:moveTo>
                        <a:pt x="11859" y="1443"/>
                      </a:moveTo>
                      <a:cubicBezTo>
                        <a:pt x="11238" y="2108"/>
                        <a:pt x="8091" y="2551"/>
                        <a:pt x="4810" y="2419"/>
                      </a:cubicBezTo>
                      <a:cubicBezTo>
                        <a:pt x="1529" y="2197"/>
                        <a:pt x="-510" y="1354"/>
                        <a:pt x="111" y="734"/>
                      </a:cubicBezTo>
                      <a:cubicBezTo>
                        <a:pt x="776" y="69"/>
                        <a:pt x="3879" y="-64"/>
                        <a:pt x="7071" y="24"/>
                      </a:cubicBezTo>
                      <a:cubicBezTo>
                        <a:pt x="10307" y="113"/>
                        <a:pt x="12479" y="778"/>
                        <a:pt x="11859" y="144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86" name="Forme libre : forme 24785">
                  <a:extLst>
                    <a:ext uri="{FF2B5EF4-FFF2-40B4-BE49-F238E27FC236}">
                      <a16:creationId xmlns:a16="http://schemas.microsoft.com/office/drawing/2014/main" id="{0D82EC0C-CE67-44D3-9F23-EAB37F17C591}"/>
                    </a:ext>
                  </a:extLst>
                </p:cNvPr>
                <p:cNvSpPr/>
                <p:nvPr/>
              </p:nvSpPr>
              <p:spPr>
                <a:xfrm>
                  <a:off x="5794370" y="2304335"/>
                  <a:ext cx="3284" cy="1058"/>
                </a:xfrm>
                <a:custGeom>
                  <a:avLst/>
                  <a:gdLst>
                    <a:gd name="connsiteX0" fmla="*/ 3282 w 3284"/>
                    <a:gd name="connsiteY0" fmla="*/ 343 h 1058"/>
                    <a:gd name="connsiteX1" fmla="*/ 1686 w 3284"/>
                    <a:gd name="connsiteY1" fmla="*/ 1052 h 1058"/>
                    <a:gd name="connsiteX2" fmla="*/ 2 w 3284"/>
                    <a:gd name="connsiteY2" fmla="*/ 653 h 1058"/>
                    <a:gd name="connsiteX3" fmla="*/ 1598 w 3284"/>
                    <a:gd name="connsiteY3" fmla="*/ 33 h 1058"/>
                    <a:gd name="connsiteX4" fmla="*/ 3282 w 3284"/>
                    <a:gd name="connsiteY4" fmla="*/ 343 h 1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84" h="1058">
                      <a:moveTo>
                        <a:pt x="3282" y="343"/>
                      </a:moveTo>
                      <a:cubicBezTo>
                        <a:pt x="3327" y="609"/>
                        <a:pt x="2617" y="1008"/>
                        <a:pt x="1686" y="1052"/>
                      </a:cubicBezTo>
                      <a:cubicBezTo>
                        <a:pt x="756" y="1097"/>
                        <a:pt x="2" y="919"/>
                        <a:pt x="2" y="653"/>
                      </a:cubicBezTo>
                      <a:cubicBezTo>
                        <a:pt x="-42" y="343"/>
                        <a:pt x="711" y="77"/>
                        <a:pt x="1598" y="33"/>
                      </a:cubicBezTo>
                      <a:cubicBezTo>
                        <a:pt x="2484" y="-56"/>
                        <a:pt x="3238" y="33"/>
                        <a:pt x="3282" y="3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87" name="Forme libre : forme 24786">
                  <a:extLst>
                    <a:ext uri="{FF2B5EF4-FFF2-40B4-BE49-F238E27FC236}">
                      <a16:creationId xmlns:a16="http://schemas.microsoft.com/office/drawing/2014/main" id="{07999626-CB60-4912-B9D7-345C79642A99}"/>
                    </a:ext>
                  </a:extLst>
                </p:cNvPr>
                <p:cNvSpPr/>
                <p:nvPr/>
              </p:nvSpPr>
              <p:spPr>
                <a:xfrm>
                  <a:off x="5783837" y="2297370"/>
                  <a:ext cx="28058" cy="7552"/>
                </a:xfrm>
                <a:custGeom>
                  <a:avLst/>
                  <a:gdLst>
                    <a:gd name="connsiteX0" fmla="*/ 24809 w 28058"/>
                    <a:gd name="connsiteY0" fmla="*/ 1455 h 7552"/>
                    <a:gd name="connsiteX1" fmla="*/ 28046 w 28058"/>
                    <a:gd name="connsiteY1" fmla="*/ 5489 h 7552"/>
                    <a:gd name="connsiteX2" fmla="*/ 26006 w 28058"/>
                    <a:gd name="connsiteY2" fmla="*/ 7352 h 7552"/>
                    <a:gd name="connsiteX3" fmla="*/ 22282 w 28058"/>
                    <a:gd name="connsiteY3" fmla="*/ 7174 h 7552"/>
                    <a:gd name="connsiteX4" fmla="*/ 14525 w 28058"/>
                    <a:gd name="connsiteY4" fmla="*/ 3982 h 7552"/>
                    <a:gd name="connsiteX5" fmla="*/ 5481 w 28058"/>
                    <a:gd name="connsiteY5" fmla="*/ 3317 h 7552"/>
                    <a:gd name="connsiteX6" fmla="*/ 1048 w 28058"/>
                    <a:gd name="connsiteY6" fmla="*/ 2475 h 7552"/>
                    <a:gd name="connsiteX7" fmla="*/ 339 w 28058"/>
                    <a:gd name="connsiteY7" fmla="*/ 1411 h 7552"/>
                    <a:gd name="connsiteX8" fmla="*/ 8673 w 28058"/>
                    <a:gd name="connsiteY8" fmla="*/ 214 h 7552"/>
                    <a:gd name="connsiteX9" fmla="*/ 17495 w 28058"/>
                    <a:gd name="connsiteY9" fmla="*/ 37 h 7552"/>
                    <a:gd name="connsiteX10" fmla="*/ 24809 w 28058"/>
                    <a:gd name="connsiteY10" fmla="*/ 1455 h 7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058" h="7552">
                      <a:moveTo>
                        <a:pt x="24809" y="1455"/>
                      </a:moveTo>
                      <a:cubicBezTo>
                        <a:pt x="26982" y="2475"/>
                        <a:pt x="27824" y="3938"/>
                        <a:pt x="28046" y="5489"/>
                      </a:cubicBezTo>
                      <a:cubicBezTo>
                        <a:pt x="28134" y="6066"/>
                        <a:pt x="27780" y="6864"/>
                        <a:pt x="26006" y="7352"/>
                      </a:cubicBezTo>
                      <a:cubicBezTo>
                        <a:pt x="24410" y="7750"/>
                        <a:pt x="23081" y="7484"/>
                        <a:pt x="22282" y="7174"/>
                      </a:cubicBezTo>
                      <a:cubicBezTo>
                        <a:pt x="19889" y="6155"/>
                        <a:pt x="18426" y="4514"/>
                        <a:pt x="14525" y="3982"/>
                      </a:cubicBezTo>
                      <a:cubicBezTo>
                        <a:pt x="13328" y="3894"/>
                        <a:pt x="9028" y="3672"/>
                        <a:pt x="5481" y="3317"/>
                      </a:cubicBezTo>
                      <a:cubicBezTo>
                        <a:pt x="3708" y="3184"/>
                        <a:pt x="2068" y="2785"/>
                        <a:pt x="1048" y="2475"/>
                      </a:cubicBezTo>
                      <a:cubicBezTo>
                        <a:pt x="28" y="2121"/>
                        <a:pt x="-326" y="1766"/>
                        <a:pt x="339" y="1411"/>
                      </a:cubicBezTo>
                      <a:cubicBezTo>
                        <a:pt x="1713" y="702"/>
                        <a:pt x="5171" y="436"/>
                        <a:pt x="8673" y="214"/>
                      </a:cubicBezTo>
                      <a:cubicBezTo>
                        <a:pt x="12219" y="170"/>
                        <a:pt x="15810" y="-96"/>
                        <a:pt x="17495" y="37"/>
                      </a:cubicBezTo>
                      <a:cubicBezTo>
                        <a:pt x="20731" y="347"/>
                        <a:pt x="23125" y="658"/>
                        <a:pt x="24809" y="145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49" name="Graphique 2">
                <a:extLst>
                  <a:ext uri="{FF2B5EF4-FFF2-40B4-BE49-F238E27FC236}">
                    <a16:creationId xmlns:a16="http://schemas.microsoft.com/office/drawing/2014/main" id="{19CEA67A-59F3-492B-9D53-6C2A3EE89FFA}"/>
                  </a:ext>
                </a:extLst>
              </p:cNvPr>
              <p:cNvGrpSpPr/>
              <p:nvPr/>
            </p:nvGrpSpPr>
            <p:grpSpPr>
              <a:xfrm>
                <a:off x="5816138" y="2258864"/>
                <a:ext cx="59323" cy="48181"/>
                <a:chOff x="5816138" y="2258864"/>
                <a:chExt cx="59323" cy="48181"/>
              </a:xfrm>
              <a:solidFill>
                <a:schemeClr val="accent1"/>
              </a:solidFill>
            </p:grpSpPr>
            <p:sp>
              <p:nvSpPr>
                <p:cNvPr id="24764" name="Forme libre : forme 24763">
                  <a:extLst>
                    <a:ext uri="{FF2B5EF4-FFF2-40B4-BE49-F238E27FC236}">
                      <a16:creationId xmlns:a16="http://schemas.microsoft.com/office/drawing/2014/main" id="{076DDAA4-E24B-4084-AC7A-5CB75389B049}"/>
                    </a:ext>
                  </a:extLst>
                </p:cNvPr>
                <p:cNvSpPr/>
                <p:nvPr/>
              </p:nvSpPr>
              <p:spPr>
                <a:xfrm>
                  <a:off x="5816138" y="2258864"/>
                  <a:ext cx="59279" cy="48181"/>
                </a:xfrm>
                <a:custGeom>
                  <a:avLst/>
                  <a:gdLst>
                    <a:gd name="connsiteX0" fmla="*/ 48809 w 59279"/>
                    <a:gd name="connsiteY0" fmla="*/ 25688 h 48181"/>
                    <a:gd name="connsiteX1" fmla="*/ 38036 w 59279"/>
                    <a:gd name="connsiteY1" fmla="*/ 35130 h 48181"/>
                    <a:gd name="connsiteX2" fmla="*/ 32140 w 59279"/>
                    <a:gd name="connsiteY2" fmla="*/ 39253 h 48181"/>
                    <a:gd name="connsiteX3" fmla="*/ 25978 w 59279"/>
                    <a:gd name="connsiteY3" fmla="*/ 42977 h 48181"/>
                    <a:gd name="connsiteX4" fmla="*/ 21589 w 59279"/>
                    <a:gd name="connsiteY4" fmla="*/ 45193 h 48181"/>
                    <a:gd name="connsiteX5" fmla="*/ 17245 w 59279"/>
                    <a:gd name="connsiteY5" fmla="*/ 46701 h 48181"/>
                    <a:gd name="connsiteX6" fmla="*/ 9576 w 59279"/>
                    <a:gd name="connsiteY6" fmla="*/ 48119 h 48181"/>
                    <a:gd name="connsiteX7" fmla="*/ 1552 w 59279"/>
                    <a:gd name="connsiteY7" fmla="*/ 45504 h 48181"/>
                    <a:gd name="connsiteX8" fmla="*/ 89 w 59279"/>
                    <a:gd name="connsiteY8" fmla="*/ 40361 h 48181"/>
                    <a:gd name="connsiteX9" fmla="*/ 4478 w 59279"/>
                    <a:gd name="connsiteY9" fmla="*/ 33800 h 48181"/>
                    <a:gd name="connsiteX10" fmla="*/ 9930 w 59279"/>
                    <a:gd name="connsiteY10" fmla="*/ 30077 h 48181"/>
                    <a:gd name="connsiteX11" fmla="*/ 13166 w 59279"/>
                    <a:gd name="connsiteY11" fmla="*/ 28214 h 48181"/>
                    <a:gd name="connsiteX12" fmla="*/ 16624 w 59279"/>
                    <a:gd name="connsiteY12" fmla="*/ 26220 h 48181"/>
                    <a:gd name="connsiteX13" fmla="*/ 21634 w 59279"/>
                    <a:gd name="connsiteY13" fmla="*/ 23249 h 48181"/>
                    <a:gd name="connsiteX14" fmla="*/ 26421 w 59279"/>
                    <a:gd name="connsiteY14" fmla="*/ 19925 h 48181"/>
                    <a:gd name="connsiteX15" fmla="*/ 35243 w 59279"/>
                    <a:gd name="connsiteY15" fmla="*/ 12255 h 48181"/>
                    <a:gd name="connsiteX16" fmla="*/ 40918 w 59279"/>
                    <a:gd name="connsiteY16" fmla="*/ 6891 h 48181"/>
                    <a:gd name="connsiteX17" fmla="*/ 46104 w 59279"/>
                    <a:gd name="connsiteY17" fmla="*/ 2724 h 48181"/>
                    <a:gd name="connsiteX18" fmla="*/ 53641 w 59279"/>
                    <a:gd name="connsiteY18" fmla="*/ 375 h 48181"/>
                    <a:gd name="connsiteX19" fmla="*/ 58029 w 59279"/>
                    <a:gd name="connsiteY19" fmla="*/ 3256 h 48181"/>
                    <a:gd name="connsiteX20" fmla="*/ 58162 w 59279"/>
                    <a:gd name="connsiteY20" fmla="*/ 11590 h 48181"/>
                    <a:gd name="connsiteX21" fmla="*/ 54660 w 59279"/>
                    <a:gd name="connsiteY21" fmla="*/ 18462 h 48181"/>
                    <a:gd name="connsiteX22" fmla="*/ 48809 w 59279"/>
                    <a:gd name="connsiteY22" fmla="*/ 25688 h 48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9279" h="48181">
                      <a:moveTo>
                        <a:pt x="48809" y="25688"/>
                      </a:moveTo>
                      <a:cubicBezTo>
                        <a:pt x="45439" y="29057"/>
                        <a:pt x="41893" y="32293"/>
                        <a:pt x="38036" y="35130"/>
                      </a:cubicBezTo>
                      <a:cubicBezTo>
                        <a:pt x="36174" y="36637"/>
                        <a:pt x="34179" y="38012"/>
                        <a:pt x="32140" y="39253"/>
                      </a:cubicBezTo>
                      <a:cubicBezTo>
                        <a:pt x="30145" y="40583"/>
                        <a:pt x="28106" y="41868"/>
                        <a:pt x="25978" y="42977"/>
                      </a:cubicBezTo>
                      <a:cubicBezTo>
                        <a:pt x="24515" y="43775"/>
                        <a:pt x="23052" y="44528"/>
                        <a:pt x="21589" y="45193"/>
                      </a:cubicBezTo>
                      <a:cubicBezTo>
                        <a:pt x="20126" y="45770"/>
                        <a:pt x="18663" y="46257"/>
                        <a:pt x="17245" y="46701"/>
                      </a:cubicBezTo>
                      <a:cubicBezTo>
                        <a:pt x="14496" y="47631"/>
                        <a:pt x="11837" y="47986"/>
                        <a:pt x="9576" y="48119"/>
                      </a:cubicBezTo>
                      <a:cubicBezTo>
                        <a:pt x="5098" y="48474"/>
                        <a:pt x="2084" y="47277"/>
                        <a:pt x="1552" y="45504"/>
                      </a:cubicBezTo>
                      <a:lnTo>
                        <a:pt x="89" y="40361"/>
                      </a:lnTo>
                      <a:cubicBezTo>
                        <a:pt x="-443" y="38455"/>
                        <a:pt x="1463" y="36327"/>
                        <a:pt x="4478" y="33800"/>
                      </a:cubicBezTo>
                      <a:cubicBezTo>
                        <a:pt x="6029" y="32559"/>
                        <a:pt x="7891" y="31451"/>
                        <a:pt x="9930" y="30077"/>
                      </a:cubicBezTo>
                      <a:cubicBezTo>
                        <a:pt x="10950" y="29411"/>
                        <a:pt x="12058" y="28791"/>
                        <a:pt x="13166" y="28214"/>
                      </a:cubicBezTo>
                      <a:cubicBezTo>
                        <a:pt x="14275" y="27550"/>
                        <a:pt x="15427" y="26840"/>
                        <a:pt x="16624" y="26220"/>
                      </a:cubicBezTo>
                      <a:cubicBezTo>
                        <a:pt x="18353" y="25333"/>
                        <a:pt x="19993" y="24314"/>
                        <a:pt x="21634" y="23249"/>
                      </a:cubicBezTo>
                      <a:cubicBezTo>
                        <a:pt x="23274" y="22230"/>
                        <a:pt x="24914" y="21166"/>
                        <a:pt x="26421" y="19925"/>
                      </a:cubicBezTo>
                      <a:cubicBezTo>
                        <a:pt x="29569" y="17620"/>
                        <a:pt x="32450" y="15004"/>
                        <a:pt x="35243" y="12255"/>
                      </a:cubicBezTo>
                      <a:cubicBezTo>
                        <a:pt x="37194" y="10305"/>
                        <a:pt x="39144" y="8532"/>
                        <a:pt x="40918" y="6891"/>
                      </a:cubicBezTo>
                      <a:cubicBezTo>
                        <a:pt x="42779" y="5295"/>
                        <a:pt x="44508" y="3877"/>
                        <a:pt x="46104" y="2724"/>
                      </a:cubicBezTo>
                      <a:cubicBezTo>
                        <a:pt x="49385" y="508"/>
                        <a:pt x="52045" y="-645"/>
                        <a:pt x="53641" y="375"/>
                      </a:cubicBezTo>
                      <a:lnTo>
                        <a:pt x="58029" y="3256"/>
                      </a:lnTo>
                      <a:cubicBezTo>
                        <a:pt x="59581" y="4276"/>
                        <a:pt x="59758" y="7468"/>
                        <a:pt x="58162" y="11590"/>
                      </a:cubicBezTo>
                      <a:cubicBezTo>
                        <a:pt x="57409" y="13718"/>
                        <a:pt x="56301" y="16068"/>
                        <a:pt x="54660" y="18462"/>
                      </a:cubicBezTo>
                      <a:cubicBezTo>
                        <a:pt x="53197" y="20856"/>
                        <a:pt x="51158" y="23338"/>
                        <a:pt x="48809" y="2568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65" name="Forme libre : forme 24764">
                  <a:extLst>
                    <a:ext uri="{FF2B5EF4-FFF2-40B4-BE49-F238E27FC236}">
                      <a16:creationId xmlns:a16="http://schemas.microsoft.com/office/drawing/2014/main" id="{3EE8188F-7830-4404-99C6-9E64686B61AF}"/>
                    </a:ext>
                  </a:extLst>
                </p:cNvPr>
                <p:cNvSpPr/>
                <p:nvPr/>
              </p:nvSpPr>
              <p:spPr>
                <a:xfrm>
                  <a:off x="5817069" y="2261898"/>
                  <a:ext cx="58392" cy="45117"/>
                </a:xfrm>
                <a:custGeom>
                  <a:avLst/>
                  <a:gdLst>
                    <a:gd name="connsiteX0" fmla="*/ 26111 w 58392"/>
                    <a:gd name="connsiteY0" fmla="*/ 32007 h 45117"/>
                    <a:gd name="connsiteX1" fmla="*/ 12147 w 58392"/>
                    <a:gd name="connsiteY1" fmla="*/ 39011 h 45117"/>
                    <a:gd name="connsiteX2" fmla="*/ 0 w 58392"/>
                    <a:gd name="connsiteY2" fmla="*/ 40208 h 45117"/>
                    <a:gd name="connsiteX3" fmla="*/ 621 w 58392"/>
                    <a:gd name="connsiteY3" fmla="*/ 42425 h 45117"/>
                    <a:gd name="connsiteX4" fmla="*/ 8645 w 58392"/>
                    <a:gd name="connsiteY4" fmla="*/ 45040 h 45117"/>
                    <a:gd name="connsiteX5" fmla="*/ 16314 w 58392"/>
                    <a:gd name="connsiteY5" fmla="*/ 43622 h 45117"/>
                    <a:gd name="connsiteX6" fmla="*/ 20658 w 58392"/>
                    <a:gd name="connsiteY6" fmla="*/ 42114 h 45117"/>
                    <a:gd name="connsiteX7" fmla="*/ 25047 w 58392"/>
                    <a:gd name="connsiteY7" fmla="*/ 39898 h 45117"/>
                    <a:gd name="connsiteX8" fmla="*/ 31209 w 58392"/>
                    <a:gd name="connsiteY8" fmla="*/ 36174 h 45117"/>
                    <a:gd name="connsiteX9" fmla="*/ 37105 w 58392"/>
                    <a:gd name="connsiteY9" fmla="*/ 32051 h 45117"/>
                    <a:gd name="connsiteX10" fmla="*/ 47878 w 58392"/>
                    <a:gd name="connsiteY10" fmla="*/ 22609 h 45117"/>
                    <a:gd name="connsiteX11" fmla="*/ 53773 w 58392"/>
                    <a:gd name="connsiteY11" fmla="*/ 15294 h 45117"/>
                    <a:gd name="connsiteX12" fmla="*/ 57276 w 58392"/>
                    <a:gd name="connsiteY12" fmla="*/ 8423 h 45117"/>
                    <a:gd name="connsiteX13" fmla="*/ 57143 w 58392"/>
                    <a:gd name="connsiteY13" fmla="*/ 89 h 45117"/>
                    <a:gd name="connsiteX14" fmla="*/ 57010 w 58392"/>
                    <a:gd name="connsiteY14" fmla="*/ 0 h 45117"/>
                    <a:gd name="connsiteX15" fmla="*/ 50537 w 58392"/>
                    <a:gd name="connsiteY15" fmla="*/ 9221 h 45117"/>
                    <a:gd name="connsiteX16" fmla="*/ 43090 w 58392"/>
                    <a:gd name="connsiteY16" fmla="*/ 17511 h 45117"/>
                    <a:gd name="connsiteX17" fmla="*/ 39100 w 58392"/>
                    <a:gd name="connsiteY17" fmla="*/ 21367 h 45117"/>
                    <a:gd name="connsiteX18" fmla="*/ 34933 w 58392"/>
                    <a:gd name="connsiteY18" fmla="*/ 25047 h 45117"/>
                    <a:gd name="connsiteX19" fmla="*/ 30633 w 58392"/>
                    <a:gd name="connsiteY19" fmla="*/ 28593 h 45117"/>
                    <a:gd name="connsiteX20" fmla="*/ 26111 w 58392"/>
                    <a:gd name="connsiteY20" fmla="*/ 32007 h 45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392" h="45117">
                      <a:moveTo>
                        <a:pt x="26111" y="32007"/>
                      </a:moveTo>
                      <a:cubicBezTo>
                        <a:pt x="21811" y="35199"/>
                        <a:pt x="16801" y="37593"/>
                        <a:pt x="12147" y="39011"/>
                      </a:cubicBezTo>
                      <a:cubicBezTo>
                        <a:pt x="7448" y="40297"/>
                        <a:pt x="3192" y="40829"/>
                        <a:pt x="0" y="40208"/>
                      </a:cubicBezTo>
                      <a:lnTo>
                        <a:pt x="621" y="42425"/>
                      </a:lnTo>
                      <a:cubicBezTo>
                        <a:pt x="1108" y="44242"/>
                        <a:pt x="4167" y="45439"/>
                        <a:pt x="8645" y="45040"/>
                      </a:cubicBezTo>
                      <a:cubicBezTo>
                        <a:pt x="10906" y="44907"/>
                        <a:pt x="13521" y="44553"/>
                        <a:pt x="16314" y="43622"/>
                      </a:cubicBezTo>
                      <a:cubicBezTo>
                        <a:pt x="17688" y="43178"/>
                        <a:pt x="19151" y="42691"/>
                        <a:pt x="20658" y="42114"/>
                      </a:cubicBezTo>
                      <a:cubicBezTo>
                        <a:pt x="22121" y="41494"/>
                        <a:pt x="23584" y="40696"/>
                        <a:pt x="25047" y="39898"/>
                      </a:cubicBezTo>
                      <a:cubicBezTo>
                        <a:pt x="27175" y="38789"/>
                        <a:pt x="29214" y="37504"/>
                        <a:pt x="31209" y="36174"/>
                      </a:cubicBezTo>
                      <a:cubicBezTo>
                        <a:pt x="33248" y="34888"/>
                        <a:pt x="35199" y="33558"/>
                        <a:pt x="37105" y="32051"/>
                      </a:cubicBezTo>
                      <a:cubicBezTo>
                        <a:pt x="40962" y="29214"/>
                        <a:pt x="44508" y="25978"/>
                        <a:pt x="47878" y="22609"/>
                      </a:cubicBezTo>
                      <a:cubicBezTo>
                        <a:pt x="50227" y="20215"/>
                        <a:pt x="52266" y="17777"/>
                        <a:pt x="53773" y="15294"/>
                      </a:cubicBezTo>
                      <a:cubicBezTo>
                        <a:pt x="55414" y="12900"/>
                        <a:pt x="56522" y="10506"/>
                        <a:pt x="57276" y="8423"/>
                      </a:cubicBezTo>
                      <a:cubicBezTo>
                        <a:pt x="58872" y="4256"/>
                        <a:pt x="58694" y="1064"/>
                        <a:pt x="57143" y="89"/>
                      </a:cubicBezTo>
                      <a:lnTo>
                        <a:pt x="57010" y="0"/>
                      </a:lnTo>
                      <a:cubicBezTo>
                        <a:pt x="55103" y="3280"/>
                        <a:pt x="52798" y="6251"/>
                        <a:pt x="50537" y="9221"/>
                      </a:cubicBezTo>
                      <a:cubicBezTo>
                        <a:pt x="48143" y="12102"/>
                        <a:pt x="45750" y="14895"/>
                        <a:pt x="43090" y="17511"/>
                      </a:cubicBezTo>
                      <a:cubicBezTo>
                        <a:pt x="41848" y="18885"/>
                        <a:pt x="40474" y="20126"/>
                        <a:pt x="39100" y="21367"/>
                      </a:cubicBezTo>
                      <a:cubicBezTo>
                        <a:pt x="37726" y="22564"/>
                        <a:pt x="36440" y="23939"/>
                        <a:pt x="34933" y="25047"/>
                      </a:cubicBezTo>
                      <a:cubicBezTo>
                        <a:pt x="33514" y="26200"/>
                        <a:pt x="32096" y="27396"/>
                        <a:pt x="30633" y="28593"/>
                      </a:cubicBezTo>
                      <a:cubicBezTo>
                        <a:pt x="29170" y="29746"/>
                        <a:pt x="27707" y="30854"/>
                        <a:pt x="26111" y="32007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66" name="Forme libre : forme 24765">
                  <a:extLst>
                    <a:ext uri="{FF2B5EF4-FFF2-40B4-BE49-F238E27FC236}">
                      <a16:creationId xmlns:a16="http://schemas.microsoft.com/office/drawing/2014/main" id="{A1F9DE86-AD31-489F-8BF9-83FB3F618FBE}"/>
                    </a:ext>
                  </a:extLst>
                </p:cNvPr>
                <p:cNvSpPr/>
                <p:nvPr/>
              </p:nvSpPr>
              <p:spPr>
                <a:xfrm>
                  <a:off x="5839032" y="2272252"/>
                  <a:ext cx="25020" cy="21429"/>
                </a:xfrm>
                <a:custGeom>
                  <a:avLst/>
                  <a:gdLst>
                    <a:gd name="connsiteX0" fmla="*/ 24674 w 25020"/>
                    <a:gd name="connsiteY0" fmla="*/ 242 h 21429"/>
                    <a:gd name="connsiteX1" fmla="*/ 23388 w 25020"/>
                    <a:gd name="connsiteY1" fmla="*/ 5517 h 21429"/>
                    <a:gd name="connsiteX2" fmla="*/ 20285 w 25020"/>
                    <a:gd name="connsiteY2" fmla="*/ 9861 h 21429"/>
                    <a:gd name="connsiteX3" fmla="*/ 15630 w 25020"/>
                    <a:gd name="connsiteY3" fmla="*/ 14383 h 21429"/>
                    <a:gd name="connsiteX4" fmla="*/ 10310 w 25020"/>
                    <a:gd name="connsiteY4" fmla="*/ 18151 h 21429"/>
                    <a:gd name="connsiteX5" fmla="*/ 5523 w 25020"/>
                    <a:gd name="connsiteY5" fmla="*/ 20501 h 21429"/>
                    <a:gd name="connsiteX6" fmla="*/ 114 w 25020"/>
                    <a:gd name="connsiteY6" fmla="*/ 20811 h 21429"/>
                    <a:gd name="connsiteX7" fmla="*/ 2730 w 25020"/>
                    <a:gd name="connsiteY7" fmla="*/ 16156 h 21429"/>
                    <a:gd name="connsiteX8" fmla="*/ 6365 w 25020"/>
                    <a:gd name="connsiteY8" fmla="*/ 12743 h 21429"/>
                    <a:gd name="connsiteX9" fmla="*/ 10931 w 25020"/>
                    <a:gd name="connsiteY9" fmla="*/ 8842 h 21429"/>
                    <a:gd name="connsiteX10" fmla="*/ 15630 w 25020"/>
                    <a:gd name="connsiteY10" fmla="*/ 5029 h 21429"/>
                    <a:gd name="connsiteX11" fmla="*/ 19620 w 25020"/>
                    <a:gd name="connsiteY11" fmla="*/ 2015 h 21429"/>
                    <a:gd name="connsiteX12" fmla="*/ 24674 w 25020"/>
                    <a:gd name="connsiteY12" fmla="*/ 242 h 2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020" h="21429">
                      <a:moveTo>
                        <a:pt x="24674" y="242"/>
                      </a:moveTo>
                      <a:cubicBezTo>
                        <a:pt x="25383" y="862"/>
                        <a:pt x="25028" y="2946"/>
                        <a:pt x="23388" y="5517"/>
                      </a:cubicBezTo>
                      <a:cubicBezTo>
                        <a:pt x="22590" y="6802"/>
                        <a:pt x="21526" y="8265"/>
                        <a:pt x="20285" y="9861"/>
                      </a:cubicBezTo>
                      <a:cubicBezTo>
                        <a:pt x="18911" y="11324"/>
                        <a:pt x="17359" y="12876"/>
                        <a:pt x="15630" y="14383"/>
                      </a:cubicBezTo>
                      <a:cubicBezTo>
                        <a:pt x="13857" y="15890"/>
                        <a:pt x="11995" y="17087"/>
                        <a:pt x="10310" y="18151"/>
                      </a:cubicBezTo>
                      <a:cubicBezTo>
                        <a:pt x="8670" y="19259"/>
                        <a:pt x="6941" y="19924"/>
                        <a:pt x="5523" y="20501"/>
                      </a:cubicBezTo>
                      <a:cubicBezTo>
                        <a:pt x="2686" y="21609"/>
                        <a:pt x="646" y="21742"/>
                        <a:pt x="114" y="20811"/>
                      </a:cubicBezTo>
                      <a:cubicBezTo>
                        <a:pt x="-373" y="19969"/>
                        <a:pt x="735" y="18284"/>
                        <a:pt x="2730" y="16156"/>
                      </a:cubicBezTo>
                      <a:cubicBezTo>
                        <a:pt x="3705" y="15092"/>
                        <a:pt x="5035" y="14073"/>
                        <a:pt x="6365" y="12743"/>
                      </a:cubicBezTo>
                      <a:cubicBezTo>
                        <a:pt x="7695" y="11457"/>
                        <a:pt x="9335" y="10216"/>
                        <a:pt x="10931" y="8842"/>
                      </a:cubicBezTo>
                      <a:cubicBezTo>
                        <a:pt x="12527" y="7423"/>
                        <a:pt x="14123" y="6138"/>
                        <a:pt x="15630" y="5029"/>
                      </a:cubicBezTo>
                      <a:cubicBezTo>
                        <a:pt x="17049" y="3832"/>
                        <a:pt x="18423" y="2813"/>
                        <a:pt x="19620" y="2015"/>
                      </a:cubicBezTo>
                      <a:cubicBezTo>
                        <a:pt x="22191" y="463"/>
                        <a:pt x="23876" y="-468"/>
                        <a:pt x="24674" y="242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67" name="Forme libre : forme 24766">
                  <a:extLst>
                    <a:ext uri="{FF2B5EF4-FFF2-40B4-BE49-F238E27FC236}">
                      <a16:creationId xmlns:a16="http://schemas.microsoft.com/office/drawing/2014/main" id="{2DA21188-C4EE-4CB6-B6ED-92A8FF71B5E1}"/>
                    </a:ext>
                  </a:extLst>
                </p:cNvPr>
                <p:cNvSpPr/>
                <p:nvPr/>
              </p:nvSpPr>
              <p:spPr>
                <a:xfrm>
                  <a:off x="5839040" y="2281271"/>
                  <a:ext cx="20897" cy="12348"/>
                </a:xfrm>
                <a:custGeom>
                  <a:avLst/>
                  <a:gdLst>
                    <a:gd name="connsiteX0" fmla="*/ 4406 w 20897"/>
                    <a:gd name="connsiteY0" fmla="*/ 5497 h 12348"/>
                    <a:gd name="connsiteX1" fmla="*/ 106 w 20897"/>
                    <a:gd name="connsiteY1" fmla="*/ 11748 h 12348"/>
                    <a:gd name="connsiteX2" fmla="*/ 5515 w 20897"/>
                    <a:gd name="connsiteY2" fmla="*/ 11437 h 12348"/>
                    <a:gd name="connsiteX3" fmla="*/ 10302 w 20897"/>
                    <a:gd name="connsiteY3" fmla="*/ 9088 h 12348"/>
                    <a:gd name="connsiteX4" fmla="*/ 15622 w 20897"/>
                    <a:gd name="connsiteY4" fmla="*/ 5320 h 12348"/>
                    <a:gd name="connsiteX5" fmla="*/ 20897 w 20897"/>
                    <a:gd name="connsiteY5" fmla="*/ 0 h 12348"/>
                    <a:gd name="connsiteX6" fmla="*/ 17706 w 20897"/>
                    <a:gd name="connsiteY6" fmla="*/ 2616 h 12348"/>
                    <a:gd name="connsiteX7" fmla="*/ 9061 w 20897"/>
                    <a:gd name="connsiteY7" fmla="*/ 6472 h 12348"/>
                    <a:gd name="connsiteX8" fmla="*/ 4406 w 20897"/>
                    <a:gd name="connsiteY8" fmla="*/ 5497 h 12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897" h="12348">
                      <a:moveTo>
                        <a:pt x="4406" y="5497"/>
                      </a:moveTo>
                      <a:cubicBezTo>
                        <a:pt x="1347" y="8290"/>
                        <a:pt x="-470" y="10728"/>
                        <a:pt x="106" y="11748"/>
                      </a:cubicBezTo>
                      <a:cubicBezTo>
                        <a:pt x="638" y="12634"/>
                        <a:pt x="2677" y="12546"/>
                        <a:pt x="5515" y="11437"/>
                      </a:cubicBezTo>
                      <a:cubicBezTo>
                        <a:pt x="6933" y="10861"/>
                        <a:pt x="8662" y="10240"/>
                        <a:pt x="10302" y="9088"/>
                      </a:cubicBezTo>
                      <a:cubicBezTo>
                        <a:pt x="11987" y="8024"/>
                        <a:pt x="13849" y="6827"/>
                        <a:pt x="15622" y="5320"/>
                      </a:cubicBezTo>
                      <a:cubicBezTo>
                        <a:pt x="17617" y="3502"/>
                        <a:pt x="19479" y="1773"/>
                        <a:pt x="20897" y="0"/>
                      </a:cubicBezTo>
                      <a:cubicBezTo>
                        <a:pt x="19966" y="1020"/>
                        <a:pt x="18769" y="1818"/>
                        <a:pt x="17706" y="2616"/>
                      </a:cubicBezTo>
                      <a:cubicBezTo>
                        <a:pt x="14647" y="4743"/>
                        <a:pt x="11455" y="5985"/>
                        <a:pt x="9061" y="6472"/>
                      </a:cubicBezTo>
                      <a:cubicBezTo>
                        <a:pt x="6667" y="7049"/>
                        <a:pt x="4894" y="6650"/>
                        <a:pt x="4406" y="5497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68" name="Forme libre : forme 24767">
                  <a:extLst>
                    <a:ext uri="{FF2B5EF4-FFF2-40B4-BE49-F238E27FC236}">
                      <a16:creationId xmlns:a16="http://schemas.microsoft.com/office/drawing/2014/main" id="{D7B379CC-E136-4837-897E-C6F891A16629}"/>
                    </a:ext>
                  </a:extLst>
                </p:cNvPr>
                <p:cNvSpPr/>
                <p:nvPr/>
              </p:nvSpPr>
              <p:spPr>
                <a:xfrm>
                  <a:off x="5840783" y="2271531"/>
                  <a:ext cx="24922" cy="21901"/>
                </a:xfrm>
                <a:custGeom>
                  <a:avLst/>
                  <a:gdLst>
                    <a:gd name="connsiteX0" fmla="*/ 24562 w 24922"/>
                    <a:gd name="connsiteY0" fmla="*/ 209 h 21901"/>
                    <a:gd name="connsiteX1" fmla="*/ 23366 w 24922"/>
                    <a:gd name="connsiteY1" fmla="*/ 5529 h 21901"/>
                    <a:gd name="connsiteX2" fmla="*/ 20218 w 24922"/>
                    <a:gd name="connsiteY2" fmla="*/ 9873 h 21901"/>
                    <a:gd name="connsiteX3" fmla="*/ 15608 w 24922"/>
                    <a:gd name="connsiteY3" fmla="*/ 14528 h 21901"/>
                    <a:gd name="connsiteX4" fmla="*/ 10332 w 24922"/>
                    <a:gd name="connsiteY4" fmla="*/ 18429 h 21901"/>
                    <a:gd name="connsiteX5" fmla="*/ 5544 w 24922"/>
                    <a:gd name="connsiteY5" fmla="*/ 20912 h 21901"/>
                    <a:gd name="connsiteX6" fmla="*/ 136 w 24922"/>
                    <a:gd name="connsiteY6" fmla="*/ 21355 h 21901"/>
                    <a:gd name="connsiteX7" fmla="*/ 2707 w 24922"/>
                    <a:gd name="connsiteY7" fmla="*/ 16656 h 21901"/>
                    <a:gd name="connsiteX8" fmla="*/ 6298 w 24922"/>
                    <a:gd name="connsiteY8" fmla="*/ 13109 h 21901"/>
                    <a:gd name="connsiteX9" fmla="*/ 10864 w 24922"/>
                    <a:gd name="connsiteY9" fmla="*/ 9075 h 21901"/>
                    <a:gd name="connsiteX10" fmla="*/ 15519 w 24922"/>
                    <a:gd name="connsiteY10" fmla="*/ 5174 h 21901"/>
                    <a:gd name="connsiteX11" fmla="*/ 19553 w 24922"/>
                    <a:gd name="connsiteY11" fmla="*/ 2115 h 21901"/>
                    <a:gd name="connsiteX12" fmla="*/ 24562 w 24922"/>
                    <a:gd name="connsiteY12" fmla="*/ 209 h 21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922" h="21901">
                      <a:moveTo>
                        <a:pt x="24562" y="209"/>
                      </a:moveTo>
                      <a:cubicBezTo>
                        <a:pt x="25316" y="830"/>
                        <a:pt x="24873" y="2824"/>
                        <a:pt x="23366" y="5529"/>
                      </a:cubicBezTo>
                      <a:cubicBezTo>
                        <a:pt x="22567" y="6814"/>
                        <a:pt x="21504" y="8322"/>
                        <a:pt x="20218" y="9873"/>
                      </a:cubicBezTo>
                      <a:cubicBezTo>
                        <a:pt x="19021" y="11513"/>
                        <a:pt x="17336" y="12976"/>
                        <a:pt x="15608" y="14528"/>
                      </a:cubicBezTo>
                      <a:cubicBezTo>
                        <a:pt x="13923" y="16124"/>
                        <a:pt x="12061" y="17365"/>
                        <a:pt x="10332" y="18429"/>
                      </a:cubicBezTo>
                      <a:cubicBezTo>
                        <a:pt x="8648" y="19537"/>
                        <a:pt x="7052" y="20380"/>
                        <a:pt x="5544" y="20912"/>
                      </a:cubicBezTo>
                      <a:cubicBezTo>
                        <a:pt x="2663" y="22020"/>
                        <a:pt x="624" y="22241"/>
                        <a:pt x="136" y="21355"/>
                      </a:cubicBezTo>
                      <a:cubicBezTo>
                        <a:pt x="-396" y="20513"/>
                        <a:pt x="668" y="18739"/>
                        <a:pt x="2707" y="16656"/>
                      </a:cubicBezTo>
                      <a:cubicBezTo>
                        <a:pt x="3993" y="15415"/>
                        <a:pt x="5190" y="14218"/>
                        <a:pt x="6298" y="13109"/>
                      </a:cubicBezTo>
                      <a:cubicBezTo>
                        <a:pt x="7850" y="11735"/>
                        <a:pt x="9313" y="10405"/>
                        <a:pt x="10864" y="9075"/>
                      </a:cubicBezTo>
                      <a:cubicBezTo>
                        <a:pt x="12460" y="7612"/>
                        <a:pt x="14145" y="6415"/>
                        <a:pt x="15519" y="5174"/>
                      </a:cubicBezTo>
                      <a:cubicBezTo>
                        <a:pt x="16937" y="3977"/>
                        <a:pt x="18312" y="2913"/>
                        <a:pt x="19553" y="2115"/>
                      </a:cubicBezTo>
                      <a:cubicBezTo>
                        <a:pt x="21991" y="386"/>
                        <a:pt x="23809" y="-412"/>
                        <a:pt x="24562" y="20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69" name="Forme libre : forme 24768">
                  <a:extLst>
                    <a:ext uri="{FF2B5EF4-FFF2-40B4-BE49-F238E27FC236}">
                      <a16:creationId xmlns:a16="http://schemas.microsoft.com/office/drawing/2014/main" id="{AB9FC068-B3A6-4206-A850-399426F66F39}"/>
                    </a:ext>
                  </a:extLst>
                </p:cNvPr>
                <p:cNvSpPr/>
                <p:nvPr/>
              </p:nvSpPr>
              <p:spPr>
                <a:xfrm>
                  <a:off x="5825680" y="2279649"/>
                  <a:ext cx="37504" cy="22686"/>
                </a:xfrm>
                <a:custGeom>
                  <a:avLst/>
                  <a:gdLst>
                    <a:gd name="connsiteX0" fmla="*/ 1408 w 37504"/>
                    <a:gd name="connsiteY0" fmla="*/ 19797 h 22686"/>
                    <a:gd name="connsiteX1" fmla="*/ 3713 w 37504"/>
                    <a:gd name="connsiteY1" fmla="*/ 22502 h 22686"/>
                    <a:gd name="connsiteX2" fmla="*/ 10939 w 37504"/>
                    <a:gd name="connsiteY2" fmla="*/ 21881 h 22686"/>
                    <a:gd name="connsiteX3" fmla="*/ 20604 w 37504"/>
                    <a:gd name="connsiteY3" fmla="*/ 17802 h 22686"/>
                    <a:gd name="connsiteX4" fmla="*/ 34701 w 37504"/>
                    <a:gd name="connsiteY4" fmla="*/ 6365 h 22686"/>
                    <a:gd name="connsiteX5" fmla="*/ 37316 w 37504"/>
                    <a:gd name="connsiteY5" fmla="*/ 1843 h 22686"/>
                    <a:gd name="connsiteX6" fmla="*/ 36518 w 37504"/>
                    <a:gd name="connsiteY6" fmla="*/ 26 h 22686"/>
                    <a:gd name="connsiteX7" fmla="*/ 31199 w 37504"/>
                    <a:gd name="connsiteY7" fmla="*/ 2863 h 22686"/>
                    <a:gd name="connsiteX8" fmla="*/ 17988 w 37504"/>
                    <a:gd name="connsiteY8" fmla="*/ 8271 h 22686"/>
                    <a:gd name="connsiteX9" fmla="*/ 2738 w 37504"/>
                    <a:gd name="connsiteY9" fmla="*/ 12527 h 22686"/>
                    <a:gd name="connsiteX10" fmla="*/ 1408 w 37504"/>
                    <a:gd name="connsiteY10" fmla="*/ 19797 h 2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504" h="22686">
                      <a:moveTo>
                        <a:pt x="1408" y="19797"/>
                      </a:moveTo>
                      <a:cubicBezTo>
                        <a:pt x="1719" y="20861"/>
                        <a:pt x="2073" y="22058"/>
                        <a:pt x="3713" y="22502"/>
                      </a:cubicBezTo>
                      <a:cubicBezTo>
                        <a:pt x="5265" y="22901"/>
                        <a:pt x="7881" y="22635"/>
                        <a:pt x="10939" y="21881"/>
                      </a:cubicBezTo>
                      <a:cubicBezTo>
                        <a:pt x="13910" y="20906"/>
                        <a:pt x="17456" y="19709"/>
                        <a:pt x="20604" y="17802"/>
                      </a:cubicBezTo>
                      <a:cubicBezTo>
                        <a:pt x="26012" y="14965"/>
                        <a:pt x="31287" y="10665"/>
                        <a:pt x="34701" y="6365"/>
                      </a:cubicBezTo>
                      <a:cubicBezTo>
                        <a:pt x="36031" y="4814"/>
                        <a:pt x="36917" y="3040"/>
                        <a:pt x="37316" y="1843"/>
                      </a:cubicBezTo>
                      <a:cubicBezTo>
                        <a:pt x="37715" y="602"/>
                        <a:pt x="37494" y="-152"/>
                        <a:pt x="36518" y="26"/>
                      </a:cubicBezTo>
                      <a:cubicBezTo>
                        <a:pt x="35233" y="203"/>
                        <a:pt x="33238" y="1755"/>
                        <a:pt x="31199" y="2863"/>
                      </a:cubicBezTo>
                      <a:cubicBezTo>
                        <a:pt x="26544" y="5700"/>
                        <a:pt x="21978" y="7429"/>
                        <a:pt x="17988" y="8271"/>
                      </a:cubicBezTo>
                      <a:cubicBezTo>
                        <a:pt x="14486" y="9025"/>
                        <a:pt x="8147" y="9291"/>
                        <a:pt x="2738" y="12527"/>
                      </a:cubicBezTo>
                      <a:cubicBezTo>
                        <a:pt x="-2138" y="15542"/>
                        <a:pt x="876" y="18202"/>
                        <a:pt x="1408" y="1979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70" name="Forme libre : forme 24769">
                  <a:extLst>
                    <a:ext uri="{FF2B5EF4-FFF2-40B4-BE49-F238E27FC236}">
                      <a16:creationId xmlns:a16="http://schemas.microsoft.com/office/drawing/2014/main" id="{2EFF4A00-218A-43DB-A969-885D2075A7DB}"/>
                    </a:ext>
                  </a:extLst>
                </p:cNvPr>
                <p:cNvSpPr/>
                <p:nvPr/>
              </p:nvSpPr>
              <p:spPr>
                <a:xfrm>
                  <a:off x="5831703" y="2285517"/>
                  <a:ext cx="10084" cy="8491"/>
                </a:xfrm>
                <a:custGeom>
                  <a:avLst/>
                  <a:gdLst>
                    <a:gd name="connsiteX0" fmla="*/ 394 w 10084"/>
                    <a:gd name="connsiteY0" fmla="*/ 7236 h 8491"/>
                    <a:gd name="connsiteX1" fmla="*/ 40 w 10084"/>
                    <a:gd name="connsiteY1" fmla="*/ 8255 h 8491"/>
                    <a:gd name="connsiteX2" fmla="*/ 1414 w 10084"/>
                    <a:gd name="connsiteY2" fmla="*/ 8344 h 8491"/>
                    <a:gd name="connsiteX3" fmla="*/ 3409 w 10084"/>
                    <a:gd name="connsiteY3" fmla="*/ 7236 h 8491"/>
                    <a:gd name="connsiteX4" fmla="*/ 7886 w 10084"/>
                    <a:gd name="connsiteY4" fmla="*/ 3866 h 8491"/>
                    <a:gd name="connsiteX5" fmla="*/ 9305 w 10084"/>
                    <a:gd name="connsiteY5" fmla="*/ 2403 h 8491"/>
                    <a:gd name="connsiteX6" fmla="*/ 6689 w 10084"/>
                    <a:gd name="connsiteY6" fmla="*/ 1295 h 8491"/>
                    <a:gd name="connsiteX7" fmla="*/ 394 w 10084"/>
                    <a:gd name="connsiteY7" fmla="*/ 7236 h 8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084" h="8491">
                      <a:moveTo>
                        <a:pt x="394" y="7236"/>
                      </a:moveTo>
                      <a:cubicBezTo>
                        <a:pt x="128" y="7635"/>
                        <a:pt x="-93" y="7989"/>
                        <a:pt x="40" y="8255"/>
                      </a:cubicBezTo>
                      <a:cubicBezTo>
                        <a:pt x="173" y="8477"/>
                        <a:pt x="660" y="8610"/>
                        <a:pt x="1414" y="8344"/>
                      </a:cubicBezTo>
                      <a:cubicBezTo>
                        <a:pt x="2079" y="8078"/>
                        <a:pt x="2788" y="7635"/>
                        <a:pt x="3409" y="7236"/>
                      </a:cubicBezTo>
                      <a:cubicBezTo>
                        <a:pt x="5005" y="6127"/>
                        <a:pt x="6556" y="5108"/>
                        <a:pt x="7886" y="3866"/>
                      </a:cubicBezTo>
                      <a:cubicBezTo>
                        <a:pt x="8418" y="3379"/>
                        <a:pt x="8950" y="2847"/>
                        <a:pt x="9305" y="2403"/>
                      </a:cubicBezTo>
                      <a:cubicBezTo>
                        <a:pt x="10812" y="453"/>
                        <a:pt x="10236" y="-1276"/>
                        <a:pt x="6689" y="1295"/>
                      </a:cubicBezTo>
                      <a:cubicBezTo>
                        <a:pt x="3941" y="3202"/>
                        <a:pt x="1414" y="5551"/>
                        <a:pt x="394" y="723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71" name="Forme libre : forme 24770">
                  <a:extLst>
                    <a:ext uri="{FF2B5EF4-FFF2-40B4-BE49-F238E27FC236}">
                      <a16:creationId xmlns:a16="http://schemas.microsoft.com/office/drawing/2014/main" id="{19A83756-90B9-47B1-AA9B-0038214C4862}"/>
                    </a:ext>
                  </a:extLst>
                </p:cNvPr>
                <p:cNvSpPr/>
                <p:nvPr/>
              </p:nvSpPr>
              <p:spPr>
                <a:xfrm>
                  <a:off x="5865035" y="2263450"/>
                  <a:ext cx="8565" cy="20481"/>
                </a:xfrm>
                <a:custGeom>
                  <a:avLst/>
                  <a:gdLst>
                    <a:gd name="connsiteX0" fmla="*/ 7359 w 8565"/>
                    <a:gd name="connsiteY0" fmla="*/ 0 h 20481"/>
                    <a:gd name="connsiteX1" fmla="*/ 8556 w 8565"/>
                    <a:gd name="connsiteY1" fmla="*/ 3458 h 20481"/>
                    <a:gd name="connsiteX2" fmla="*/ 6916 w 8565"/>
                    <a:gd name="connsiteY2" fmla="*/ 9797 h 20481"/>
                    <a:gd name="connsiteX3" fmla="*/ 0 w 8565"/>
                    <a:gd name="connsiteY3" fmla="*/ 20481 h 20481"/>
                    <a:gd name="connsiteX4" fmla="*/ 1640 w 8565"/>
                    <a:gd name="connsiteY4" fmla="*/ 18264 h 20481"/>
                    <a:gd name="connsiteX5" fmla="*/ 4876 w 8565"/>
                    <a:gd name="connsiteY5" fmla="*/ 12767 h 20481"/>
                    <a:gd name="connsiteX6" fmla="*/ 7403 w 8565"/>
                    <a:gd name="connsiteY6" fmla="*/ 5940 h 20481"/>
                    <a:gd name="connsiteX7" fmla="*/ 7359 w 8565"/>
                    <a:gd name="connsiteY7" fmla="*/ 0 h 20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65" h="20481">
                      <a:moveTo>
                        <a:pt x="7359" y="0"/>
                      </a:moveTo>
                      <a:cubicBezTo>
                        <a:pt x="7359" y="0"/>
                        <a:pt x="8689" y="621"/>
                        <a:pt x="8556" y="3458"/>
                      </a:cubicBezTo>
                      <a:cubicBezTo>
                        <a:pt x="8467" y="4876"/>
                        <a:pt x="8068" y="6916"/>
                        <a:pt x="6916" y="9797"/>
                      </a:cubicBezTo>
                      <a:cubicBezTo>
                        <a:pt x="5586" y="12546"/>
                        <a:pt x="3635" y="16225"/>
                        <a:pt x="0" y="20481"/>
                      </a:cubicBezTo>
                      <a:cubicBezTo>
                        <a:pt x="0" y="20481"/>
                        <a:pt x="576" y="19727"/>
                        <a:pt x="1640" y="18264"/>
                      </a:cubicBezTo>
                      <a:cubicBezTo>
                        <a:pt x="2660" y="16935"/>
                        <a:pt x="3813" y="14940"/>
                        <a:pt x="4876" y="12767"/>
                      </a:cubicBezTo>
                      <a:cubicBezTo>
                        <a:pt x="6029" y="10639"/>
                        <a:pt x="6916" y="8201"/>
                        <a:pt x="7403" y="5940"/>
                      </a:cubicBezTo>
                      <a:cubicBezTo>
                        <a:pt x="7891" y="3635"/>
                        <a:pt x="8024" y="1596"/>
                        <a:pt x="73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72" name="Forme libre : forme 24771">
                  <a:extLst>
                    <a:ext uri="{FF2B5EF4-FFF2-40B4-BE49-F238E27FC236}">
                      <a16:creationId xmlns:a16="http://schemas.microsoft.com/office/drawing/2014/main" id="{C6D106D2-AB68-41C9-A9ED-B9BD4DEE1DC2}"/>
                    </a:ext>
                  </a:extLst>
                </p:cNvPr>
                <p:cNvSpPr/>
                <p:nvPr/>
              </p:nvSpPr>
              <p:spPr>
                <a:xfrm>
                  <a:off x="5817645" y="2284950"/>
                  <a:ext cx="16535" cy="14496"/>
                </a:xfrm>
                <a:custGeom>
                  <a:avLst/>
                  <a:gdLst>
                    <a:gd name="connsiteX0" fmla="*/ 16535 w 16535"/>
                    <a:gd name="connsiteY0" fmla="*/ 0 h 14496"/>
                    <a:gd name="connsiteX1" fmla="*/ 14097 w 16535"/>
                    <a:gd name="connsiteY1" fmla="*/ 1463 h 14496"/>
                    <a:gd name="connsiteX2" fmla="*/ 8600 w 16535"/>
                    <a:gd name="connsiteY2" fmla="*/ 4965 h 14496"/>
                    <a:gd name="connsiteX3" fmla="*/ 2837 w 16535"/>
                    <a:gd name="connsiteY3" fmla="*/ 9443 h 14496"/>
                    <a:gd name="connsiteX4" fmla="*/ 0 w 16535"/>
                    <a:gd name="connsiteY4" fmla="*/ 14496 h 14496"/>
                    <a:gd name="connsiteX5" fmla="*/ 576 w 16535"/>
                    <a:gd name="connsiteY5" fmla="*/ 13344 h 14496"/>
                    <a:gd name="connsiteX6" fmla="*/ 2970 w 16535"/>
                    <a:gd name="connsiteY6" fmla="*/ 10285 h 14496"/>
                    <a:gd name="connsiteX7" fmla="*/ 8068 w 16535"/>
                    <a:gd name="connsiteY7" fmla="*/ 5852 h 14496"/>
                    <a:gd name="connsiteX8" fmla="*/ 11836 w 16535"/>
                    <a:gd name="connsiteY8" fmla="*/ 3148 h 14496"/>
                    <a:gd name="connsiteX9" fmla="*/ 16535 w 16535"/>
                    <a:gd name="connsiteY9" fmla="*/ 0 h 14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535" h="14496">
                      <a:moveTo>
                        <a:pt x="16535" y="0"/>
                      </a:moveTo>
                      <a:cubicBezTo>
                        <a:pt x="16535" y="0"/>
                        <a:pt x="15560" y="532"/>
                        <a:pt x="14097" y="1463"/>
                      </a:cubicBezTo>
                      <a:cubicBezTo>
                        <a:pt x="12679" y="2483"/>
                        <a:pt x="10639" y="3591"/>
                        <a:pt x="8600" y="4965"/>
                      </a:cubicBezTo>
                      <a:cubicBezTo>
                        <a:pt x="6605" y="6428"/>
                        <a:pt x="4433" y="7802"/>
                        <a:pt x="2837" y="9443"/>
                      </a:cubicBezTo>
                      <a:cubicBezTo>
                        <a:pt x="1241" y="11083"/>
                        <a:pt x="44" y="12723"/>
                        <a:pt x="0" y="14496"/>
                      </a:cubicBezTo>
                      <a:cubicBezTo>
                        <a:pt x="0" y="14496"/>
                        <a:pt x="133" y="14053"/>
                        <a:pt x="576" y="13344"/>
                      </a:cubicBezTo>
                      <a:cubicBezTo>
                        <a:pt x="1020" y="12634"/>
                        <a:pt x="1773" y="11570"/>
                        <a:pt x="2970" y="10285"/>
                      </a:cubicBezTo>
                      <a:cubicBezTo>
                        <a:pt x="4167" y="8955"/>
                        <a:pt x="5896" y="7625"/>
                        <a:pt x="8068" y="5852"/>
                      </a:cubicBezTo>
                      <a:cubicBezTo>
                        <a:pt x="9177" y="4965"/>
                        <a:pt x="10418" y="4078"/>
                        <a:pt x="11836" y="3148"/>
                      </a:cubicBezTo>
                      <a:cubicBezTo>
                        <a:pt x="13299" y="2172"/>
                        <a:pt x="14762" y="1064"/>
                        <a:pt x="165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73" name="Forme libre : forme 24772">
                  <a:extLst>
                    <a:ext uri="{FF2B5EF4-FFF2-40B4-BE49-F238E27FC236}">
                      <a16:creationId xmlns:a16="http://schemas.microsoft.com/office/drawing/2014/main" id="{E33BB621-6FD8-45AA-8562-882BEED3A812}"/>
                    </a:ext>
                  </a:extLst>
                </p:cNvPr>
                <p:cNvSpPr/>
                <p:nvPr/>
              </p:nvSpPr>
              <p:spPr>
                <a:xfrm>
                  <a:off x="5848844" y="2276564"/>
                  <a:ext cx="9496" cy="7575"/>
                </a:xfrm>
                <a:custGeom>
                  <a:avLst/>
                  <a:gdLst>
                    <a:gd name="connsiteX0" fmla="*/ 9497 w 9496"/>
                    <a:gd name="connsiteY0" fmla="*/ 362 h 7575"/>
                    <a:gd name="connsiteX1" fmla="*/ 4665 w 9496"/>
                    <a:gd name="connsiteY1" fmla="*/ 5549 h 7575"/>
                    <a:gd name="connsiteX2" fmla="*/ 10 w 9496"/>
                    <a:gd name="connsiteY2" fmla="*/ 7189 h 7575"/>
                    <a:gd name="connsiteX3" fmla="*/ 4975 w 9496"/>
                    <a:gd name="connsiteY3" fmla="*/ 2313 h 7575"/>
                    <a:gd name="connsiteX4" fmla="*/ 9497 w 9496"/>
                    <a:gd name="connsiteY4" fmla="*/ 362 h 7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96" h="7575">
                      <a:moveTo>
                        <a:pt x="9497" y="362"/>
                      </a:moveTo>
                      <a:cubicBezTo>
                        <a:pt x="9497" y="1293"/>
                        <a:pt x="7413" y="3732"/>
                        <a:pt x="4665" y="5549"/>
                      </a:cubicBezTo>
                      <a:cubicBezTo>
                        <a:pt x="2049" y="7500"/>
                        <a:pt x="-167" y="8032"/>
                        <a:pt x="10" y="7189"/>
                      </a:cubicBezTo>
                      <a:cubicBezTo>
                        <a:pt x="187" y="6347"/>
                        <a:pt x="2404" y="4175"/>
                        <a:pt x="4975" y="2313"/>
                      </a:cubicBezTo>
                      <a:cubicBezTo>
                        <a:pt x="7591" y="495"/>
                        <a:pt x="9497" y="-613"/>
                        <a:pt x="9497" y="36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74" name="Forme libre : forme 24773">
                  <a:extLst>
                    <a:ext uri="{FF2B5EF4-FFF2-40B4-BE49-F238E27FC236}">
                      <a16:creationId xmlns:a16="http://schemas.microsoft.com/office/drawing/2014/main" id="{63DEBDE8-F41F-4D4C-AC97-70A18DD7E154}"/>
                    </a:ext>
                  </a:extLst>
                </p:cNvPr>
                <p:cNvSpPr/>
                <p:nvPr/>
              </p:nvSpPr>
              <p:spPr>
                <a:xfrm>
                  <a:off x="5856989" y="2275418"/>
                  <a:ext cx="2393" cy="2461"/>
                </a:xfrm>
                <a:custGeom>
                  <a:avLst/>
                  <a:gdLst>
                    <a:gd name="connsiteX0" fmla="*/ 2327 w 2393"/>
                    <a:gd name="connsiteY0" fmla="*/ 46 h 2461"/>
                    <a:gd name="connsiteX1" fmla="*/ 1574 w 2393"/>
                    <a:gd name="connsiteY1" fmla="*/ 1597 h 2461"/>
                    <a:gd name="connsiteX2" fmla="*/ 66 w 2393"/>
                    <a:gd name="connsiteY2" fmla="*/ 2395 h 2461"/>
                    <a:gd name="connsiteX3" fmla="*/ 820 w 2393"/>
                    <a:gd name="connsiteY3" fmla="*/ 844 h 2461"/>
                    <a:gd name="connsiteX4" fmla="*/ 2327 w 2393"/>
                    <a:gd name="connsiteY4" fmla="*/ 46 h 2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3" h="2461">
                      <a:moveTo>
                        <a:pt x="2327" y="46"/>
                      </a:moveTo>
                      <a:cubicBezTo>
                        <a:pt x="2549" y="223"/>
                        <a:pt x="2194" y="932"/>
                        <a:pt x="1574" y="1597"/>
                      </a:cubicBezTo>
                      <a:cubicBezTo>
                        <a:pt x="953" y="2262"/>
                        <a:pt x="244" y="2617"/>
                        <a:pt x="66" y="2395"/>
                      </a:cubicBezTo>
                      <a:cubicBezTo>
                        <a:pt x="-155" y="2174"/>
                        <a:pt x="199" y="1509"/>
                        <a:pt x="820" y="844"/>
                      </a:cubicBezTo>
                      <a:cubicBezTo>
                        <a:pt x="1441" y="223"/>
                        <a:pt x="2106" y="-132"/>
                        <a:pt x="2327" y="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75" name="Forme libre : forme 24774">
                  <a:extLst>
                    <a:ext uri="{FF2B5EF4-FFF2-40B4-BE49-F238E27FC236}">
                      <a16:creationId xmlns:a16="http://schemas.microsoft.com/office/drawing/2014/main" id="{376C33F3-FBE7-4A9F-9202-E8A875BD7DF5}"/>
                    </a:ext>
                  </a:extLst>
                </p:cNvPr>
                <p:cNvSpPr/>
                <p:nvPr/>
              </p:nvSpPr>
              <p:spPr>
                <a:xfrm>
                  <a:off x="5845397" y="2263612"/>
                  <a:ext cx="23844" cy="16329"/>
                </a:xfrm>
                <a:custGeom>
                  <a:avLst/>
                  <a:gdLst>
                    <a:gd name="connsiteX0" fmla="*/ 18441 w 23844"/>
                    <a:gd name="connsiteY0" fmla="*/ 326 h 16329"/>
                    <a:gd name="connsiteX1" fmla="*/ 23451 w 23844"/>
                    <a:gd name="connsiteY1" fmla="*/ 1124 h 16329"/>
                    <a:gd name="connsiteX2" fmla="*/ 23141 w 23844"/>
                    <a:gd name="connsiteY2" fmla="*/ 3872 h 16329"/>
                    <a:gd name="connsiteX3" fmla="*/ 20259 w 23844"/>
                    <a:gd name="connsiteY3" fmla="*/ 6177 h 16329"/>
                    <a:gd name="connsiteX4" fmla="*/ 12412 w 23844"/>
                    <a:gd name="connsiteY4" fmla="*/ 8882 h 16329"/>
                    <a:gd name="connsiteX5" fmla="*/ 5142 w 23844"/>
                    <a:gd name="connsiteY5" fmla="*/ 14068 h 16329"/>
                    <a:gd name="connsiteX6" fmla="*/ 88 w 23844"/>
                    <a:gd name="connsiteY6" fmla="*/ 15708 h 16329"/>
                    <a:gd name="connsiteX7" fmla="*/ 5719 w 23844"/>
                    <a:gd name="connsiteY7" fmla="*/ 9768 h 16329"/>
                    <a:gd name="connsiteX8" fmla="*/ 12146 w 23844"/>
                    <a:gd name="connsiteY8" fmla="*/ 4005 h 16329"/>
                    <a:gd name="connsiteX9" fmla="*/ 18441 w 23844"/>
                    <a:gd name="connsiteY9" fmla="*/ 326 h 16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844" h="16329">
                      <a:moveTo>
                        <a:pt x="18441" y="326"/>
                      </a:moveTo>
                      <a:cubicBezTo>
                        <a:pt x="20702" y="-384"/>
                        <a:pt x="22254" y="148"/>
                        <a:pt x="23451" y="1124"/>
                      </a:cubicBezTo>
                      <a:cubicBezTo>
                        <a:pt x="23894" y="1478"/>
                        <a:pt x="24160" y="2321"/>
                        <a:pt x="23141" y="3872"/>
                      </a:cubicBezTo>
                      <a:cubicBezTo>
                        <a:pt x="22254" y="5246"/>
                        <a:pt x="21101" y="5956"/>
                        <a:pt x="20259" y="6177"/>
                      </a:cubicBezTo>
                      <a:cubicBezTo>
                        <a:pt x="17688" y="6931"/>
                        <a:pt x="15737" y="6798"/>
                        <a:pt x="12412" y="8882"/>
                      </a:cubicBezTo>
                      <a:cubicBezTo>
                        <a:pt x="11304" y="9458"/>
                        <a:pt x="8201" y="12295"/>
                        <a:pt x="5142" y="14068"/>
                      </a:cubicBezTo>
                      <a:cubicBezTo>
                        <a:pt x="2216" y="16019"/>
                        <a:pt x="-532" y="17083"/>
                        <a:pt x="88" y="15708"/>
                      </a:cubicBezTo>
                      <a:cubicBezTo>
                        <a:pt x="753" y="14423"/>
                        <a:pt x="3059" y="11985"/>
                        <a:pt x="5719" y="9768"/>
                      </a:cubicBezTo>
                      <a:cubicBezTo>
                        <a:pt x="8157" y="7330"/>
                        <a:pt x="10905" y="5113"/>
                        <a:pt x="12146" y="4005"/>
                      </a:cubicBezTo>
                      <a:cubicBezTo>
                        <a:pt x="14585" y="2143"/>
                        <a:pt x="16801" y="902"/>
                        <a:pt x="18441" y="32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50" name="Graphique 2">
                <a:extLst>
                  <a:ext uri="{FF2B5EF4-FFF2-40B4-BE49-F238E27FC236}">
                    <a16:creationId xmlns:a16="http://schemas.microsoft.com/office/drawing/2014/main" id="{074CC9A4-2E1C-449C-9BEA-DB258AC0813E}"/>
                  </a:ext>
                </a:extLst>
              </p:cNvPr>
              <p:cNvGrpSpPr/>
              <p:nvPr/>
            </p:nvGrpSpPr>
            <p:grpSpPr>
              <a:xfrm>
                <a:off x="5868504" y="2194564"/>
                <a:ext cx="34166" cy="67829"/>
                <a:chOff x="5868504" y="2194564"/>
                <a:chExt cx="34166" cy="67829"/>
              </a:xfrm>
              <a:solidFill>
                <a:schemeClr val="accent1"/>
              </a:solidFill>
            </p:grpSpPr>
            <p:sp>
              <p:nvSpPr>
                <p:cNvPr id="24752" name="Forme libre : forme 24751">
                  <a:extLst>
                    <a:ext uri="{FF2B5EF4-FFF2-40B4-BE49-F238E27FC236}">
                      <a16:creationId xmlns:a16="http://schemas.microsoft.com/office/drawing/2014/main" id="{99151804-DDD0-4985-9AFF-353BBAA56080}"/>
                    </a:ext>
                  </a:extLst>
                </p:cNvPr>
                <p:cNvSpPr/>
                <p:nvPr/>
              </p:nvSpPr>
              <p:spPr>
                <a:xfrm>
                  <a:off x="5868504" y="2194564"/>
                  <a:ext cx="34166" cy="67791"/>
                </a:xfrm>
                <a:custGeom>
                  <a:avLst/>
                  <a:gdLst>
                    <a:gd name="connsiteX0" fmla="*/ 31907 w 34166"/>
                    <a:gd name="connsiteY0" fmla="*/ 24732 h 67791"/>
                    <a:gd name="connsiteX1" fmla="*/ 27785 w 34166"/>
                    <a:gd name="connsiteY1" fmla="*/ 37677 h 67791"/>
                    <a:gd name="connsiteX2" fmla="*/ 22686 w 34166"/>
                    <a:gd name="connsiteY2" fmla="*/ 50400 h 67791"/>
                    <a:gd name="connsiteX3" fmla="*/ 18298 w 34166"/>
                    <a:gd name="connsiteY3" fmla="*/ 58379 h 67791"/>
                    <a:gd name="connsiteX4" fmla="*/ 13421 w 34166"/>
                    <a:gd name="connsiteY4" fmla="*/ 64231 h 67791"/>
                    <a:gd name="connsiteX5" fmla="*/ 5752 w 34166"/>
                    <a:gd name="connsiteY5" fmla="*/ 67423 h 67791"/>
                    <a:gd name="connsiteX6" fmla="*/ 1363 w 34166"/>
                    <a:gd name="connsiteY6" fmla="*/ 64541 h 67791"/>
                    <a:gd name="connsiteX7" fmla="*/ 521 w 34166"/>
                    <a:gd name="connsiteY7" fmla="*/ 56695 h 67791"/>
                    <a:gd name="connsiteX8" fmla="*/ 2427 w 34166"/>
                    <a:gd name="connsiteY8" fmla="*/ 50178 h 67791"/>
                    <a:gd name="connsiteX9" fmla="*/ 5442 w 34166"/>
                    <a:gd name="connsiteY9" fmla="*/ 42642 h 67791"/>
                    <a:gd name="connsiteX10" fmla="*/ 10097 w 34166"/>
                    <a:gd name="connsiteY10" fmla="*/ 31249 h 67791"/>
                    <a:gd name="connsiteX11" fmla="*/ 13953 w 34166"/>
                    <a:gd name="connsiteY11" fmla="*/ 19413 h 67791"/>
                    <a:gd name="connsiteX12" fmla="*/ 19716 w 34166"/>
                    <a:gd name="connsiteY12" fmla="*/ 5271 h 67791"/>
                    <a:gd name="connsiteX13" fmla="*/ 25790 w 34166"/>
                    <a:gd name="connsiteY13" fmla="*/ 40 h 67791"/>
                    <a:gd name="connsiteX14" fmla="*/ 30844 w 34166"/>
                    <a:gd name="connsiteY14" fmla="*/ 1059 h 67791"/>
                    <a:gd name="connsiteX15" fmla="*/ 34124 w 34166"/>
                    <a:gd name="connsiteY15" fmla="*/ 8551 h 67791"/>
                    <a:gd name="connsiteX16" fmla="*/ 31907 w 34166"/>
                    <a:gd name="connsiteY16" fmla="*/ 24732 h 67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4166" h="67791">
                      <a:moveTo>
                        <a:pt x="31907" y="24732"/>
                      </a:moveTo>
                      <a:cubicBezTo>
                        <a:pt x="30710" y="29077"/>
                        <a:pt x="29203" y="33377"/>
                        <a:pt x="27785" y="37677"/>
                      </a:cubicBezTo>
                      <a:cubicBezTo>
                        <a:pt x="26189" y="41933"/>
                        <a:pt x="24593" y="46233"/>
                        <a:pt x="22686" y="50400"/>
                      </a:cubicBezTo>
                      <a:cubicBezTo>
                        <a:pt x="21445" y="53370"/>
                        <a:pt x="19805" y="56030"/>
                        <a:pt x="18298" y="58379"/>
                      </a:cubicBezTo>
                      <a:cubicBezTo>
                        <a:pt x="16791" y="60773"/>
                        <a:pt x="14973" y="62679"/>
                        <a:pt x="13421" y="64231"/>
                      </a:cubicBezTo>
                      <a:cubicBezTo>
                        <a:pt x="10274" y="67334"/>
                        <a:pt x="7259" y="68443"/>
                        <a:pt x="5752" y="67423"/>
                      </a:cubicBezTo>
                      <a:lnTo>
                        <a:pt x="1363" y="64541"/>
                      </a:lnTo>
                      <a:cubicBezTo>
                        <a:pt x="-277" y="63477"/>
                        <a:pt x="-277" y="60596"/>
                        <a:pt x="521" y="56695"/>
                      </a:cubicBezTo>
                      <a:cubicBezTo>
                        <a:pt x="876" y="54700"/>
                        <a:pt x="1674" y="52616"/>
                        <a:pt x="2427" y="50178"/>
                      </a:cubicBezTo>
                      <a:cubicBezTo>
                        <a:pt x="3225" y="47784"/>
                        <a:pt x="4334" y="45302"/>
                        <a:pt x="5442" y="42642"/>
                      </a:cubicBezTo>
                      <a:cubicBezTo>
                        <a:pt x="7171" y="38918"/>
                        <a:pt x="8589" y="35061"/>
                        <a:pt x="10097" y="31249"/>
                      </a:cubicBezTo>
                      <a:cubicBezTo>
                        <a:pt x="11427" y="27348"/>
                        <a:pt x="12801" y="23447"/>
                        <a:pt x="13953" y="19413"/>
                      </a:cubicBezTo>
                      <a:cubicBezTo>
                        <a:pt x="15594" y="13827"/>
                        <a:pt x="17677" y="8817"/>
                        <a:pt x="19716" y="5271"/>
                      </a:cubicBezTo>
                      <a:cubicBezTo>
                        <a:pt x="21800" y="1724"/>
                        <a:pt x="23972" y="-315"/>
                        <a:pt x="25790" y="40"/>
                      </a:cubicBezTo>
                      <a:lnTo>
                        <a:pt x="30844" y="1059"/>
                      </a:lnTo>
                      <a:cubicBezTo>
                        <a:pt x="32705" y="1414"/>
                        <a:pt x="33814" y="4251"/>
                        <a:pt x="34124" y="8551"/>
                      </a:cubicBezTo>
                      <a:cubicBezTo>
                        <a:pt x="34346" y="12896"/>
                        <a:pt x="33725" y="18659"/>
                        <a:pt x="31907" y="2473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53" name="Forme libre : forme 24752">
                  <a:extLst>
                    <a:ext uri="{FF2B5EF4-FFF2-40B4-BE49-F238E27FC236}">
                      <a16:creationId xmlns:a16="http://schemas.microsoft.com/office/drawing/2014/main" id="{E7F631E9-30A8-48AE-BB92-4AD4BB2CB0EB}"/>
                    </a:ext>
                  </a:extLst>
                </p:cNvPr>
                <p:cNvSpPr/>
                <p:nvPr/>
              </p:nvSpPr>
              <p:spPr>
                <a:xfrm>
                  <a:off x="5872350" y="2195668"/>
                  <a:ext cx="30237" cy="66725"/>
                </a:xfrm>
                <a:custGeom>
                  <a:avLst/>
                  <a:gdLst>
                    <a:gd name="connsiteX0" fmla="*/ 15028 w 30237"/>
                    <a:gd name="connsiteY0" fmla="*/ 42469 h 66725"/>
                    <a:gd name="connsiteX1" fmla="*/ 12102 w 30237"/>
                    <a:gd name="connsiteY1" fmla="*/ 49784 h 66725"/>
                    <a:gd name="connsiteX2" fmla="*/ 8379 w 30237"/>
                    <a:gd name="connsiteY2" fmla="*/ 56345 h 66725"/>
                    <a:gd name="connsiteX3" fmla="*/ 0 w 30237"/>
                    <a:gd name="connsiteY3" fmla="*/ 65122 h 66725"/>
                    <a:gd name="connsiteX4" fmla="*/ 1906 w 30237"/>
                    <a:gd name="connsiteY4" fmla="*/ 66363 h 66725"/>
                    <a:gd name="connsiteX5" fmla="*/ 9576 w 30237"/>
                    <a:gd name="connsiteY5" fmla="*/ 63172 h 66725"/>
                    <a:gd name="connsiteX6" fmla="*/ 14452 w 30237"/>
                    <a:gd name="connsiteY6" fmla="*/ 57320 h 66725"/>
                    <a:gd name="connsiteX7" fmla="*/ 18841 w 30237"/>
                    <a:gd name="connsiteY7" fmla="*/ 49340 h 66725"/>
                    <a:gd name="connsiteX8" fmla="*/ 23939 w 30237"/>
                    <a:gd name="connsiteY8" fmla="*/ 36617 h 66725"/>
                    <a:gd name="connsiteX9" fmla="*/ 28062 w 30237"/>
                    <a:gd name="connsiteY9" fmla="*/ 23673 h 66725"/>
                    <a:gd name="connsiteX10" fmla="*/ 30145 w 30237"/>
                    <a:gd name="connsiteY10" fmla="*/ 7536 h 66725"/>
                    <a:gd name="connsiteX11" fmla="*/ 26865 w 30237"/>
                    <a:gd name="connsiteY11" fmla="*/ 44 h 66725"/>
                    <a:gd name="connsiteX12" fmla="*/ 26687 w 30237"/>
                    <a:gd name="connsiteY12" fmla="*/ 0 h 66725"/>
                    <a:gd name="connsiteX13" fmla="*/ 21501 w 30237"/>
                    <a:gd name="connsiteY13" fmla="*/ 21456 h 66725"/>
                    <a:gd name="connsiteX14" fmla="*/ 18309 w 30237"/>
                    <a:gd name="connsiteY14" fmla="*/ 31918 h 66725"/>
                    <a:gd name="connsiteX15" fmla="*/ 15028 w 30237"/>
                    <a:gd name="connsiteY15" fmla="*/ 42469 h 66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0237" h="66725">
                      <a:moveTo>
                        <a:pt x="15028" y="42469"/>
                      </a:moveTo>
                      <a:cubicBezTo>
                        <a:pt x="14142" y="44952"/>
                        <a:pt x="13211" y="47434"/>
                        <a:pt x="12102" y="49784"/>
                      </a:cubicBezTo>
                      <a:cubicBezTo>
                        <a:pt x="10906" y="52089"/>
                        <a:pt x="9664" y="54350"/>
                        <a:pt x="8379" y="56345"/>
                      </a:cubicBezTo>
                      <a:cubicBezTo>
                        <a:pt x="5630" y="60290"/>
                        <a:pt x="2704" y="63438"/>
                        <a:pt x="0" y="65122"/>
                      </a:cubicBezTo>
                      <a:lnTo>
                        <a:pt x="1906" y="66363"/>
                      </a:lnTo>
                      <a:cubicBezTo>
                        <a:pt x="3458" y="67383"/>
                        <a:pt x="6428" y="66230"/>
                        <a:pt x="9576" y="63172"/>
                      </a:cubicBezTo>
                      <a:cubicBezTo>
                        <a:pt x="11127" y="61620"/>
                        <a:pt x="12945" y="59714"/>
                        <a:pt x="14452" y="57320"/>
                      </a:cubicBezTo>
                      <a:cubicBezTo>
                        <a:pt x="15959" y="54970"/>
                        <a:pt x="17644" y="52310"/>
                        <a:pt x="18841" y="49340"/>
                      </a:cubicBezTo>
                      <a:cubicBezTo>
                        <a:pt x="20747" y="45173"/>
                        <a:pt x="22343" y="40873"/>
                        <a:pt x="23939" y="36617"/>
                      </a:cubicBezTo>
                      <a:cubicBezTo>
                        <a:pt x="25402" y="32317"/>
                        <a:pt x="26865" y="28017"/>
                        <a:pt x="28062" y="23673"/>
                      </a:cubicBezTo>
                      <a:cubicBezTo>
                        <a:pt x="29835" y="17599"/>
                        <a:pt x="30500" y="11836"/>
                        <a:pt x="30145" y="7536"/>
                      </a:cubicBezTo>
                      <a:cubicBezTo>
                        <a:pt x="29835" y="3236"/>
                        <a:pt x="28727" y="443"/>
                        <a:pt x="26865" y="44"/>
                      </a:cubicBezTo>
                      <a:lnTo>
                        <a:pt x="26687" y="0"/>
                      </a:lnTo>
                      <a:cubicBezTo>
                        <a:pt x="25313" y="7359"/>
                        <a:pt x="23540" y="14452"/>
                        <a:pt x="21501" y="21456"/>
                      </a:cubicBezTo>
                      <a:cubicBezTo>
                        <a:pt x="20525" y="24958"/>
                        <a:pt x="19417" y="28460"/>
                        <a:pt x="18309" y="31918"/>
                      </a:cubicBezTo>
                      <a:cubicBezTo>
                        <a:pt x="17289" y="35287"/>
                        <a:pt x="16225" y="38701"/>
                        <a:pt x="15028" y="4246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54" name="Forme libre : forme 24753">
                  <a:extLst>
                    <a:ext uri="{FF2B5EF4-FFF2-40B4-BE49-F238E27FC236}">
                      <a16:creationId xmlns:a16="http://schemas.microsoft.com/office/drawing/2014/main" id="{FD598C5A-A35C-4B7C-BB7D-7109B9560E24}"/>
                    </a:ext>
                  </a:extLst>
                </p:cNvPr>
                <p:cNvSpPr/>
                <p:nvPr/>
              </p:nvSpPr>
              <p:spPr>
                <a:xfrm>
                  <a:off x="5882805" y="2209385"/>
                  <a:ext cx="12298" cy="30421"/>
                </a:xfrm>
                <a:custGeom>
                  <a:avLst/>
                  <a:gdLst>
                    <a:gd name="connsiteX0" fmla="*/ 11045 w 12298"/>
                    <a:gd name="connsiteY0" fmla="*/ 26 h 30421"/>
                    <a:gd name="connsiteX1" fmla="*/ 9892 w 12298"/>
                    <a:gd name="connsiteY1" fmla="*/ 16517 h 30421"/>
                    <a:gd name="connsiteX2" fmla="*/ 4972 w 12298"/>
                    <a:gd name="connsiteY2" fmla="*/ 26979 h 30421"/>
                    <a:gd name="connsiteX3" fmla="*/ 804 w 12298"/>
                    <a:gd name="connsiteY3" fmla="*/ 30348 h 30421"/>
                    <a:gd name="connsiteX4" fmla="*/ 273 w 12298"/>
                    <a:gd name="connsiteY4" fmla="*/ 25073 h 30421"/>
                    <a:gd name="connsiteX5" fmla="*/ 3110 w 12298"/>
                    <a:gd name="connsiteY5" fmla="*/ 14212 h 30421"/>
                    <a:gd name="connsiteX6" fmla="*/ 11045 w 12298"/>
                    <a:gd name="connsiteY6" fmla="*/ 26 h 30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298" h="30421">
                      <a:moveTo>
                        <a:pt x="11045" y="26"/>
                      </a:moveTo>
                      <a:cubicBezTo>
                        <a:pt x="12951" y="513"/>
                        <a:pt x="12774" y="7961"/>
                        <a:pt x="9892" y="16517"/>
                      </a:cubicBezTo>
                      <a:cubicBezTo>
                        <a:pt x="8518" y="20817"/>
                        <a:pt x="6612" y="24497"/>
                        <a:pt x="4972" y="26979"/>
                      </a:cubicBezTo>
                      <a:cubicBezTo>
                        <a:pt x="3287" y="29506"/>
                        <a:pt x="1691" y="30747"/>
                        <a:pt x="804" y="30348"/>
                      </a:cubicBezTo>
                      <a:cubicBezTo>
                        <a:pt x="-126" y="29949"/>
                        <a:pt x="-171" y="27999"/>
                        <a:pt x="273" y="25073"/>
                      </a:cubicBezTo>
                      <a:cubicBezTo>
                        <a:pt x="716" y="22147"/>
                        <a:pt x="1780" y="18379"/>
                        <a:pt x="3110" y="14212"/>
                      </a:cubicBezTo>
                      <a:cubicBezTo>
                        <a:pt x="5947" y="6010"/>
                        <a:pt x="9183" y="-462"/>
                        <a:pt x="11045" y="26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55" name="Forme libre : forme 24754">
                  <a:extLst>
                    <a:ext uri="{FF2B5EF4-FFF2-40B4-BE49-F238E27FC236}">
                      <a16:creationId xmlns:a16="http://schemas.microsoft.com/office/drawing/2014/main" id="{D84BED0A-4B66-4E18-ADEC-24615EB88125}"/>
                    </a:ext>
                  </a:extLst>
                </p:cNvPr>
                <p:cNvSpPr/>
                <p:nvPr/>
              </p:nvSpPr>
              <p:spPr>
                <a:xfrm>
                  <a:off x="5882817" y="2218853"/>
                  <a:ext cx="11698" cy="20995"/>
                </a:xfrm>
                <a:custGeom>
                  <a:avLst/>
                  <a:gdLst>
                    <a:gd name="connsiteX0" fmla="*/ 705 w 11698"/>
                    <a:gd name="connsiteY0" fmla="*/ 13299 h 20995"/>
                    <a:gd name="connsiteX1" fmla="*/ 793 w 11698"/>
                    <a:gd name="connsiteY1" fmla="*/ 20924 h 20995"/>
                    <a:gd name="connsiteX2" fmla="*/ 4960 w 11698"/>
                    <a:gd name="connsiteY2" fmla="*/ 17555 h 20995"/>
                    <a:gd name="connsiteX3" fmla="*/ 9881 w 11698"/>
                    <a:gd name="connsiteY3" fmla="*/ 7093 h 20995"/>
                    <a:gd name="connsiteX4" fmla="*/ 11699 w 11698"/>
                    <a:gd name="connsiteY4" fmla="*/ 0 h 20995"/>
                    <a:gd name="connsiteX5" fmla="*/ 10324 w 11698"/>
                    <a:gd name="connsiteY5" fmla="*/ 3768 h 20995"/>
                    <a:gd name="connsiteX6" fmla="*/ 5093 w 11698"/>
                    <a:gd name="connsiteY6" fmla="*/ 11526 h 20995"/>
                    <a:gd name="connsiteX7" fmla="*/ 705 w 11698"/>
                    <a:gd name="connsiteY7" fmla="*/ 13299 h 20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698" h="20995">
                      <a:moveTo>
                        <a:pt x="705" y="13299"/>
                      </a:moveTo>
                      <a:cubicBezTo>
                        <a:pt x="-138" y="17466"/>
                        <a:pt x="-359" y="20392"/>
                        <a:pt x="793" y="20924"/>
                      </a:cubicBezTo>
                      <a:cubicBezTo>
                        <a:pt x="1680" y="21323"/>
                        <a:pt x="3276" y="20038"/>
                        <a:pt x="4960" y="17555"/>
                      </a:cubicBezTo>
                      <a:cubicBezTo>
                        <a:pt x="6601" y="15028"/>
                        <a:pt x="8507" y="11393"/>
                        <a:pt x="9881" y="7093"/>
                      </a:cubicBezTo>
                      <a:cubicBezTo>
                        <a:pt x="10768" y="4610"/>
                        <a:pt x="11344" y="2172"/>
                        <a:pt x="11699" y="0"/>
                      </a:cubicBezTo>
                      <a:cubicBezTo>
                        <a:pt x="11300" y="1286"/>
                        <a:pt x="10856" y="2571"/>
                        <a:pt x="10324" y="3768"/>
                      </a:cubicBezTo>
                      <a:cubicBezTo>
                        <a:pt x="8640" y="7004"/>
                        <a:pt x="6867" y="9797"/>
                        <a:pt x="5093" y="11526"/>
                      </a:cubicBezTo>
                      <a:cubicBezTo>
                        <a:pt x="3320" y="13255"/>
                        <a:pt x="1724" y="14009"/>
                        <a:pt x="705" y="13299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56" name="Forme libre : forme 24755">
                  <a:extLst>
                    <a:ext uri="{FF2B5EF4-FFF2-40B4-BE49-F238E27FC236}">
                      <a16:creationId xmlns:a16="http://schemas.microsoft.com/office/drawing/2014/main" id="{F517A6D4-7B5F-463A-B5E8-AC399CB9B5E4}"/>
                    </a:ext>
                  </a:extLst>
                </p:cNvPr>
                <p:cNvSpPr/>
                <p:nvPr/>
              </p:nvSpPr>
              <p:spPr>
                <a:xfrm>
                  <a:off x="5884181" y="2207970"/>
                  <a:ext cx="12130" cy="30679"/>
                </a:xfrm>
                <a:custGeom>
                  <a:avLst/>
                  <a:gdLst>
                    <a:gd name="connsiteX0" fmla="*/ 10866 w 12130"/>
                    <a:gd name="connsiteY0" fmla="*/ 21 h 30679"/>
                    <a:gd name="connsiteX1" fmla="*/ 12108 w 12130"/>
                    <a:gd name="connsiteY1" fmla="*/ 5253 h 30679"/>
                    <a:gd name="connsiteX2" fmla="*/ 9802 w 12130"/>
                    <a:gd name="connsiteY2" fmla="*/ 16601 h 30679"/>
                    <a:gd name="connsiteX3" fmla="*/ 4926 w 12130"/>
                    <a:gd name="connsiteY3" fmla="*/ 27152 h 30679"/>
                    <a:gd name="connsiteX4" fmla="*/ 803 w 12130"/>
                    <a:gd name="connsiteY4" fmla="*/ 30610 h 30679"/>
                    <a:gd name="connsiteX5" fmla="*/ 227 w 12130"/>
                    <a:gd name="connsiteY5" fmla="*/ 25290 h 30679"/>
                    <a:gd name="connsiteX6" fmla="*/ 3020 w 12130"/>
                    <a:gd name="connsiteY6" fmla="*/ 14385 h 30679"/>
                    <a:gd name="connsiteX7" fmla="*/ 7231 w 12130"/>
                    <a:gd name="connsiteY7" fmla="*/ 3923 h 30679"/>
                    <a:gd name="connsiteX8" fmla="*/ 10866 w 12130"/>
                    <a:gd name="connsiteY8" fmla="*/ 21 h 30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30" h="30679">
                      <a:moveTo>
                        <a:pt x="10866" y="21"/>
                      </a:moveTo>
                      <a:cubicBezTo>
                        <a:pt x="11797" y="243"/>
                        <a:pt x="12241" y="2238"/>
                        <a:pt x="12108" y="5253"/>
                      </a:cubicBezTo>
                      <a:cubicBezTo>
                        <a:pt x="11930" y="8267"/>
                        <a:pt x="11221" y="12301"/>
                        <a:pt x="9802" y="16601"/>
                      </a:cubicBezTo>
                      <a:cubicBezTo>
                        <a:pt x="8428" y="20901"/>
                        <a:pt x="6655" y="24625"/>
                        <a:pt x="4926" y="27152"/>
                      </a:cubicBezTo>
                      <a:cubicBezTo>
                        <a:pt x="3286" y="29679"/>
                        <a:pt x="1734" y="31009"/>
                        <a:pt x="803" y="30610"/>
                      </a:cubicBezTo>
                      <a:cubicBezTo>
                        <a:pt x="-83" y="30211"/>
                        <a:pt x="-172" y="28260"/>
                        <a:pt x="227" y="25290"/>
                      </a:cubicBezTo>
                      <a:cubicBezTo>
                        <a:pt x="715" y="22364"/>
                        <a:pt x="1690" y="18552"/>
                        <a:pt x="3020" y="14385"/>
                      </a:cubicBezTo>
                      <a:cubicBezTo>
                        <a:pt x="4394" y="10218"/>
                        <a:pt x="5857" y="6538"/>
                        <a:pt x="7231" y="3923"/>
                      </a:cubicBezTo>
                      <a:cubicBezTo>
                        <a:pt x="8605" y="1307"/>
                        <a:pt x="9891" y="-200"/>
                        <a:pt x="10866" y="2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57" name="Forme libre : forme 24756">
                  <a:extLst>
                    <a:ext uri="{FF2B5EF4-FFF2-40B4-BE49-F238E27FC236}">
                      <a16:creationId xmlns:a16="http://schemas.microsoft.com/office/drawing/2014/main" id="{3A0425C2-DB08-4B78-A086-1FCD64AD9F89}"/>
                    </a:ext>
                  </a:extLst>
                </p:cNvPr>
                <p:cNvSpPr/>
                <p:nvPr/>
              </p:nvSpPr>
              <p:spPr>
                <a:xfrm>
                  <a:off x="5874132" y="2216174"/>
                  <a:ext cx="23353" cy="36957"/>
                </a:xfrm>
                <a:custGeom>
                  <a:avLst/>
                  <a:gdLst>
                    <a:gd name="connsiteX0" fmla="*/ 3981 w 23353"/>
                    <a:gd name="connsiteY0" fmla="*/ 36060 h 36957"/>
                    <a:gd name="connsiteX1" fmla="*/ 7439 w 23353"/>
                    <a:gd name="connsiteY1" fmla="*/ 36681 h 36957"/>
                    <a:gd name="connsiteX2" fmla="*/ 17723 w 23353"/>
                    <a:gd name="connsiteY2" fmla="*/ 23027 h 36957"/>
                    <a:gd name="connsiteX3" fmla="*/ 23132 w 23353"/>
                    <a:gd name="connsiteY3" fmla="*/ 6447 h 36957"/>
                    <a:gd name="connsiteX4" fmla="*/ 21624 w 23353"/>
                    <a:gd name="connsiteY4" fmla="*/ 241 h 36957"/>
                    <a:gd name="connsiteX5" fmla="*/ 18433 w 23353"/>
                    <a:gd name="connsiteY5" fmla="*/ 5206 h 36957"/>
                    <a:gd name="connsiteX6" fmla="*/ 10187 w 23353"/>
                    <a:gd name="connsiteY6" fmla="*/ 16820 h 36957"/>
                    <a:gd name="connsiteX7" fmla="*/ 5266 w 23353"/>
                    <a:gd name="connsiteY7" fmla="*/ 21918 h 36957"/>
                    <a:gd name="connsiteX8" fmla="*/ 523 w 23353"/>
                    <a:gd name="connsiteY8" fmla="*/ 29632 h 36957"/>
                    <a:gd name="connsiteX9" fmla="*/ 3981 w 23353"/>
                    <a:gd name="connsiteY9" fmla="*/ 36060 h 36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353" h="36957">
                      <a:moveTo>
                        <a:pt x="3981" y="36060"/>
                      </a:moveTo>
                      <a:cubicBezTo>
                        <a:pt x="4912" y="36681"/>
                        <a:pt x="5887" y="37346"/>
                        <a:pt x="7439" y="36681"/>
                      </a:cubicBezTo>
                      <a:cubicBezTo>
                        <a:pt x="10364" y="35395"/>
                        <a:pt x="14665" y="29410"/>
                        <a:pt x="17723" y="23027"/>
                      </a:cubicBezTo>
                      <a:cubicBezTo>
                        <a:pt x="20250" y="17707"/>
                        <a:pt x="22378" y="11678"/>
                        <a:pt x="23132" y="6447"/>
                      </a:cubicBezTo>
                      <a:cubicBezTo>
                        <a:pt x="23664" y="2501"/>
                        <a:pt x="23265" y="-956"/>
                        <a:pt x="21624" y="241"/>
                      </a:cubicBezTo>
                      <a:cubicBezTo>
                        <a:pt x="20605" y="994"/>
                        <a:pt x="19497" y="3211"/>
                        <a:pt x="18433" y="5206"/>
                      </a:cubicBezTo>
                      <a:cubicBezTo>
                        <a:pt x="15773" y="9860"/>
                        <a:pt x="13024" y="13850"/>
                        <a:pt x="10187" y="16820"/>
                      </a:cubicBezTo>
                      <a:cubicBezTo>
                        <a:pt x="9034" y="18106"/>
                        <a:pt x="7173" y="19835"/>
                        <a:pt x="5266" y="21918"/>
                      </a:cubicBezTo>
                      <a:cubicBezTo>
                        <a:pt x="3449" y="24046"/>
                        <a:pt x="1631" y="26573"/>
                        <a:pt x="523" y="29632"/>
                      </a:cubicBezTo>
                      <a:cubicBezTo>
                        <a:pt x="-1428" y="35173"/>
                        <a:pt x="2607" y="35173"/>
                        <a:pt x="3981" y="3606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58" name="Forme libre : forme 24757">
                  <a:extLst>
                    <a:ext uri="{FF2B5EF4-FFF2-40B4-BE49-F238E27FC236}">
                      <a16:creationId xmlns:a16="http://schemas.microsoft.com/office/drawing/2014/main" id="{2B043C26-5092-498F-A00E-22EB4DC4A723}"/>
                    </a:ext>
                  </a:extLst>
                </p:cNvPr>
                <p:cNvSpPr/>
                <p:nvPr/>
              </p:nvSpPr>
              <p:spPr>
                <a:xfrm>
                  <a:off x="5877844" y="2232333"/>
                  <a:ext cx="4440" cy="12575"/>
                </a:xfrm>
                <a:custGeom>
                  <a:avLst/>
                  <a:gdLst>
                    <a:gd name="connsiteX0" fmla="*/ 3 w 4440"/>
                    <a:gd name="connsiteY0" fmla="*/ 11523 h 12575"/>
                    <a:gd name="connsiteX1" fmla="*/ 358 w 4440"/>
                    <a:gd name="connsiteY1" fmla="*/ 12542 h 12575"/>
                    <a:gd name="connsiteX2" fmla="*/ 1511 w 4440"/>
                    <a:gd name="connsiteY2" fmla="*/ 11744 h 12575"/>
                    <a:gd name="connsiteX3" fmla="*/ 2486 w 4440"/>
                    <a:gd name="connsiteY3" fmla="*/ 9661 h 12575"/>
                    <a:gd name="connsiteX4" fmla="*/ 4082 w 4440"/>
                    <a:gd name="connsiteY4" fmla="*/ 4252 h 12575"/>
                    <a:gd name="connsiteX5" fmla="*/ 4436 w 4440"/>
                    <a:gd name="connsiteY5" fmla="*/ 2213 h 12575"/>
                    <a:gd name="connsiteX6" fmla="*/ 1688 w 4440"/>
                    <a:gd name="connsiteY6" fmla="*/ 2878 h 12575"/>
                    <a:gd name="connsiteX7" fmla="*/ 3 w 4440"/>
                    <a:gd name="connsiteY7" fmla="*/ 11523 h 12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440" h="12575">
                      <a:moveTo>
                        <a:pt x="3" y="11523"/>
                      </a:moveTo>
                      <a:cubicBezTo>
                        <a:pt x="48" y="12010"/>
                        <a:pt x="92" y="12409"/>
                        <a:pt x="358" y="12542"/>
                      </a:cubicBezTo>
                      <a:cubicBezTo>
                        <a:pt x="624" y="12675"/>
                        <a:pt x="1067" y="12409"/>
                        <a:pt x="1511" y="11744"/>
                      </a:cubicBezTo>
                      <a:cubicBezTo>
                        <a:pt x="1909" y="11168"/>
                        <a:pt x="2264" y="10370"/>
                        <a:pt x="2486" y="9661"/>
                      </a:cubicBezTo>
                      <a:cubicBezTo>
                        <a:pt x="3106" y="7799"/>
                        <a:pt x="3638" y="5981"/>
                        <a:pt x="4082" y="4252"/>
                      </a:cubicBezTo>
                      <a:cubicBezTo>
                        <a:pt x="4259" y="3543"/>
                        <a:pt x="4436" y="2834"/>
                        <a:pt x="4436" y="2213"/>
                      </a:cubicBezTo>
                      <a:cubicBezTo>
                        <a:pt x="4525" y="-314"/>
                        <a:pt x="3151" y="-1378"/>
                        <a:pt x="1688" y="2878"/>
                      </a:cubicBezTo>
                      <a:cubicBezTo>
                        <a:pt x="358" y="6114"/>
                        <a:pt x="-41" y="9661"/>
                        <a:pt x="3" y="1152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59" name="Forme libre : forme 24758">
                  <a:extLst>
                    <a:ext uri="{FF2B5EF4-FFF2-40B4-BE49-F238E27FC236}">
                      <a16:creationId xmlns:a16="http://schemas.microsoft.com/office/drawing/2014/main" id="{93EB6540-A96A-4F7A-AEFC-44A0E53AB082}"/>
                    </a:ext>
                  </a:extLst>
                </p:cNvPr>
                <p:cNvSpPr/>
                <p:nvPr/>
              </p:nvSpPr>
              <p:spPr>
                <a:xfrm>
                  <a:off x="5898062" y="2197663"/>
                  <a:ext cx="3413" cy="21057"/>
                </a:xfrm>
                <a:custGeom>
                  <a:avLst/>
                  <a:gdLst>
                    <a:gd name="connsiteX0" fmla="*/ 0 w 3413"/>
                    <a:gd name="connsiteY0" fmla="*/ 0 h 21057"/>
                    <a:gd name="connsiteX1" fmla="*/ 2394 w 3413"/>
                    <a:gd name="connsiteY1" fmla="*/ 2704 h 21057"/>
                    <a:gd name="connsiteX2" fmla="*/ 3413 w 3413"/>
                    <a:gd name="connsiteY2" fmla="*/ 8955 h 21057"/>
                    <a:gd name="connsiteX3" fmla="*/ 2084 w 3413"/>
                    <a:gd name="connsiteY3" fmla="*/ 21057 h 21057"/>
                    <a:gd name="connsiteX4" fmla="*/ 2881 w 3413"/>
                    <a:gd name="connsiteY4" fmla="*/ 12368 h 21057"/>
                    <a:gd name="connsiteX5" fmla="*/ 0 w 3413"/>
                    <a:gd name="connsiteY5" fmla="*/ 0 h 21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13" h="21057">
                      <a:moveTo>
                        <a:pt x="0" y="0"/>
                      </a:moveTo>
                      <a:cubicBezTo>
                        <a:pt x="0" y="0"/>
                        <a:pt x="1374" y="44"/>
                        <a:pt x="2394" y="2704"/>
                      </a:cubicBezTo>
                      <a:cubicBezTo>
                        <a:pt x="2881" y="4034"/>
                        <a:pt x="3325" y="6029"/>
                        <a:pt x="3413" y="8955"/>
                      </a:cubicBezTo>
                      <a:cubicBezTo>
                        <a:pt x="3369" y="11881"/>
                        <a:pt x="3236" y="15871"/>
                        <a:pt x="2084" y="21057"/>
                      </a:cubicBezTo>
                      <a:cubicBezTo>
                        <a:pt x="2084" y="21057"/>
                        <a:pt x="2881" y="17023"/>
                        <a:pt x="2881" y="12368"/>
                      </a:cubicBezTo>
                      <a:cubicBezTo>
                        <a:pt x="3059" y="7714"/>
                        <a:pt x="2217" y="243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60" name="Forme libre : forme 24759">
                  <a:extLst>
                    <a:ext uri="{FF2B5EF4-FFF2-40B4-BE49-F238E27FC236}">
                      <a16:creationId xmlns:a16="http://schemas.microsoft.com/office/drawing/2014/main" id="{329145A5-2847-4376-A194-B546E239B425}"/>
                    </a:ext>
                  </a:extLst>
                </p:cNvPr>
                <p:cNvSpPr/>
                <p:nvPr/>
              </p:nvSpPr>
              <p:spPr>
                <a:xfrm>
                  <a:off x="5869841" y="2236319"/>
                  <a:ext cx="5080" cy="22121"/>
                </a:xfrm>
                <a:custGeom>
                  <a:avLst/>
                  <a:gdLst>
                    <a:gd name="connsiteX0" fmla="*/ 5080 w 5080"/>
                    <a:gd name="connsiteY0" fmla="*/ 0 h 22121"/>
                    <a:gd name="connsiteX1" fmla="*/ 4016 w 5080"/>
                    <a:gd name="connsiteY1" fmla="*/ 2793 h 22121"/>
                    <a:gd name="connsiteX2" fmla="*/ 1755 w 5080"/>
                    <a:gd name="connsiteY2" fmla="*/ 9177 h 22121"/>
                    <a:gd name="connsiteX3" fmla="*/ 71 w 5080"/>
                    <a:gd name="connsiteY3" fmla="*/ 16447 h 22121"/>
                    <a:gd name="connsiteX4" fmla="*/ 1135 w 5080"/>
                    <a:gd name="connsiteY4" fmla="*/ 22121 h 22121"/>
                    <a:gd name="connsiteX5" fmla="*/ 736 w 5080"/>
                    <a:gd name="connsiteY5" fmla="*/ 16979 h 22121"/>
                    <a:gd name="connsiteX6" fmla="*/ 1888 w 5080"/>
                    <a:gd name="connsiteY6" fmla="*/ 10196 h 22121"/>
                    <a:gd name="connsiteX7" fmla="*/ 5080 w 5080"/>
                    <a:gd name="connsiteY7" fmla="*/ 0 h 22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80" h="22121">
                      <a:moveTo>
                        <a:pt x="5080" y="0"/>
                      </a:moveTo>
                      <a:cubicBezTo>
                        <a:pt x="5080" y="0"/>
                        <a:pt x="4681" y="1020"/>
                        <a:pt x="4016" y="2793"/>
                      </a:cubicBezTo>
                      <a:cubicBezTo>
                        <a:pt x="3396" y="4522"/>
                        <a:pt x="2465" y="6738"/>
                        <a:pt x="1755" y="9177"/>
                      </a:cubicBezTo>
                      <a:cubicBezTo>
                        <a:pt x="1046" y="11615"/>
                        <a:pt x="248" y="14097"/>
                        <a:pt x="71" y="16447"/>
                      </a:cubicBezTo>
                      <a:cubicBezTo>
                        <a:pt x="-107" y="18752"/>
                        <a:pt x="-18" y="20747"/>
                        <a:pt x="1135" y="22121"/>
                      </a:cubicBezTo>
                      <a:cubicBezTo>
                        <a:pt x="1135" y="22121"/>
                        <a:pt x="514" y="20525"/>
                        <a:pt x="736" y="16979"/>
                      </a:cubicBezTo>
                      <a:cubicBezTo>
                        <a:pt x="824" y="15206"/>
                        <a:pt x="1179" y="12989"/>
                        <a:pt x="1888" y="10196"/>
                      </a:cubicBezTo>
                      <a:cubicBezTo>
                        <a:pt x="2509" y="7359"/>
                        <a:pt x="3662" y="4079"/>
                        <a:pt x="508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61" name="Forme libre : forme 24760">
                  <a:extLst>
                    <a:ext uri="{FF2B5EF4-FFF2-40B4-BE49-F238E27FC236}">
                      <a16:creationId xmlns:a16="http://schemas.microsoft.com/office/drawing/2014/main" id="{650EB930-92FC-48A1-B37E-15D996468110}"/>
                    </a:ext>
                  </a:extLst>
                </p:cNvPr>
                <p:cNvSpPr/>
                <p:nvPr/>
              </p:nvSpPr>
              <p:spPr>
                <a:xfrm>
                  <a:off x="5886321" y="2215603"/>
                  <a:ext cx="4922" cy="11176"/>
                </a:xfrm>
                <a:custGeom>
                  <a:avLst/>
                  <a:gdLst>
                    <a:gd name="connsiteX0" fmla="*/ 4825 w 4922"/>
                    <a:gd name="connsiteY0" fmla="*/ 191 h 11176"/>
                    <a:gd name="connsiteX1" fmla="*/ 3185 w 4922"/>
                    <a:gd name="connsiteY1" fmla="*/ 7107 h 11176"/>
                    <a:gd name="connsiteX2" fmla="*/ 81 w 4922"/>
                    <a:gd name="connsiteY2" fmla="*/ 10964 h 11176"/>
                    <a:gd name="connsiteX3" fmla="*/ 1855 w 4922"/>
                    <a:gd name="connsiteY3" fmla="*/ 4137 h 11176"/>
                    <a:gd name="connsiteX4" fmla="*/ 4825 w 4922"/>
                    <a:gd name="connsiteY4" fmla="*/ 191 h 11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2" h="11176">
                      <a:moveTo>
                        <a:pt x="4825" y="191"/>
                      </a:moveTo>
                      <a:cubicBezTo>
                        <a:pt x="5179" y="989"/>
                        <a:pt x="4559" y="4137"/>
                        <a:pt x="3185" y="7107"/>
                      </a:cubicBezTo>
                      <a:cubicBezTo>
                        <a:pt x="1810" y="10077"/>
                        <a:pt x="436" y="11806"/>
                        <a:pt x="81" y="10964"/>
                      </a:cubicBezTo>
                      <a:cubicBezTo>
                        <a:pt x="-273" y="10121"/>
                        <a:pt x="569" y="7107"/>
                        <a:pt x="1855" y="4137"/>
                      </a:cubicBezTo>
                      <a:cubicBezTo>
                        <a:pt x="3096" y="1166"/>
                        <a:pt x="4426" y="-607"/>
                        <a:pt x="4825" y="19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62" name="Forme libre : forme 24761">
                  <a:extLst>
                    <a:ext uri="{FF2B5EF4-FFF2-40B4-BE49-F238E27FC236}">
                      <a16:creationId xmlns:a16="http://schemas.microsoft.com/office/drawing/2014/main" id="{60AF49E0-BD03-4C03-92DA-5BA133C5F9F5}"/>
                    </a:ext>
                  </a:extLst>
                </p:cNvPr>
                <p:cNvSpPr/>
                <p:nvPr/>
              </p:nvSpPr>
              <p:spPr>
                <a:xfrm>
                  <a:off x="5890149" y="2214057"/>
                  <a:ext cx="1374" cy="3201"/>
                </a:xfrm>
                <a:custGeom>
                  <a:avLst/>
                  <a:gdLst>
                    <a:gd name="connsiteX0" fmla="*/ 1175 w 1374"/>
                    <a:gd name="connsiteY0" fmla="*/ 8 h 3201"/>
                    <a:gd name="connsiteX1" fmla="*/ 1175 w 1374"/>
                    <a:gd name="connsiteY1" fmla="*/ 1737 h 3201"/>
                    <a:gd name="connsiteX2" fmla="*/ 199 w 1374"/>
                    <a:gd name="connsiteY2" fmla="*/ 3200 h 3201"/>
                    <a:gd name="connsiteX3" fmla="*/ 199 w 1374"/>
                    <a:gd name="connsiteY3" fmla="*/ 1471 h 3201"/>
                    <a:gd name="connsiteX4" fmla="*/ 1175 w 1374"/>
                    <a:gd name="connsiteY4" fmla="*/ 8 h 3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4" h="3201">
                      <a:moveTo>
                        <a:pt x="1175" y="8"/>
                      </a:moveTo>
                      <a:cubicBezTo>
                        <a:pt x="1441" y="97"/>
                        <a:pt x="1441" y="850"/>
                        <a:pt x="1175" y="1737"/>
                      </a:cubicBezTo>
                      <a:cubicBezTo>
                        <a:pt x="909" y="2623"/>
                        <a:pt x="466" y="3244"/>
                        <a:pt x="199" y="3200"/>
                      </a:cubicBezTo>
                      <a:cubicBezTo>
                        <a:pt x="-66" y="3155"/>
                        <a:pt x="-66" y="2357"/>
                        <a:pt x="199" y="1471"/>
                      </a:cubicBezTo>
                      <a:cubicBezTo>
                        <a:pt x="466" y="584"/>
                        <a:pt x="909" y="-81"/>
                        <a:pt x="1175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63" name="Forme libre : forme 24762">
                  <a:extLst>
                    <a:ext uri="{FF2B5EF4-FFF2-40B4-BE49-F238E27FC236}">
                      <a16:creationId xmlns:a16="http://schemas.microsoft.com/office/drawing/2014/main" id="{34F72383-FA56-4FBA-842C-A22D0D80B26E}"/>
                    </a:ext>
                  </a:extLst>
                </p:cNvPr>
                <p:cNvSpPr/>
                <p:nvPr/>
              </p:nvSpPr>
              <p:spPr>
                <a:xfrm>
                  <a:off x="5881220" y="2200005"/>
                  <a:ext cx="15022" cy="25141"/>
                </a:xfrm>
                <a:custGeom>
                  <a:avLst/>
                  <a:gdLst>
                    <a:gd name="connsiteX0" fmla="*/ 9305 w 15022"/>
                    <a:gd name="connsiteY0" fmla="*/ 1514 h 25141"/>
                    <a:gd name="connsiteX1" fmla="*/ 14137 w 15022"/>
                    <a:gd name="connsiteY1" fmla="*/ 229 h 25141"/>
                    <a:gd name="connsiteX2" fmla="*/ 14935 w 15022"/>
                    <a:gd name="connsiteY2" fmla="*/ 2844 h 25141"/>
                    <a:gd name="connsiteX3" fmla="*/ 13251 w 15022"/>
                    <a:gd name="connsiteY3" fmla="*/ 6125 h 25141"/>
                    <a:gd name="connsiteX4" fmla="*/ 7443 w 15022"/>
                    <a:gd name="connsiteY4" fmla="*/ 12109 h 25141"/>
                    <a:gd name="connsiteX5" fmla="*/ 3542 w 15022"/>
                    <a:gd name="connsiteY5" fmla="*/ 20444 h 25141"/>
                    <a:gd name="connsiteX6" fmla="*/ 40 w 15022"/>
                    <a:gd name="connsiteY6" fmla="*/ 24655 h 25141"/>
                    <a:gd name="connsiteX7" fmla="*/ 1902 w 15022"/>
                    <a:gd name="connsiteY7" fmla="*/ 16277 h 25141"/>
                    <a:gd name="connsiteX8" fmla="*/ 5049 w 15022"/>
                    <a:gd name="connsiteY8" fmla="*/ 7765 h 25141"/>
                    <a:gd name="connsiteX9" fmla="*/ 9305 w 15022"/>
                    <a:gd name="connsiteY9" fmla="*/ 1514 h 25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022" h="25141">
                      <a:moveTo>
                        <a:pt x="9305" y="1514"/>
                      </a:moveTo>
                      <a:cubicBezTo>
                        <a:pt x="11078" y="-126"/>
                        <a:pt x="12719" y="-215"/>
                        <a:pt x="14137" y="229"/>
                      </a:cubicBezTo>
                      <a:cubicBezTo>
                        <a:pt x="14669" y="406"/>
                        <a:pt x="15246" y="1071"/>
                        <a:pt x="14935" y="2844"/>
                      </a:cubicBezTo>
                      <a:cubicBezTo>
                        <a:pt x="14669" y="4485"/>
                        <a:pt x="13871" y="5593"/>
                        <a:pt x="13251" y="6125"/>
                      </a:cubicBezTo>
                      <a:cubicBezTo>
                        <a:pt x="11300" y="7898"/>
                        <a:pt x="9394" y="8652"/>
                        <a:pt x="7443" y="12109"/>
                      </a:cubicBezTo>
                      <a:cubicBezTo>
                        <a:pt x="6778" y="13173"/>
                        <a:pt x="5182" y="17163"/>
                        <a:pt x="3542" y="20444"/>
                      </a:cubicBezTo>
                      <a:cubicBezTo>
                        <a:pt x="1858" y="23680"/>
                        <a:pt x="262" y="26251"/>
                        <a:pt x="40" y="24655"/>
                      </a:cubicBezTo>
                      <a:cubicBezTo>
                        <a:pt x="-226" y="23059"/>
                        <a:pt x="882" y="19734"/>
                        <a:pt x="1902" y="16277"/>
                      </a:cubicBezTo>
                      <a:cubicBezTo>
                        <a:pt x="3055" y="12819"/>
                        <a:pt x="4385" y="9361"/>
                        <a:pt x="5049" y="7765"/>
                      </a:cubicBezTo>
                      <a:cubicBezTo>
                        <a:pt x="6468" y="4883"/>
                        <a:pt x="7975" y="2756"/>
                        <a:pt x="9305" y="151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51" name="Graphique 2">
                <a:extLst>
                  <a:ext uri="{FF2B5EF4-FFF2-40B4-BE49-F238E27FC236}">
                    <a16:creationId xmlns:a16="http://schemas.microsoft.com/office/drawing/2014/main" id="{62D09693-223C-426F-99B5-52600C438891}"/>
                  </a:ext>
                </a:extLst>
              </p:cNvPr>
              <p:cNvGrpSpPr/>
              <p:nvPr/>
            </p:nvGrpSpPr>
            <p:grpSpPr>
              <a:xfrm>
                <a:off x="5890456" y="2125312"/>
                <a:ext cx="22477" cy="70446"/>
                <a:chOff x="5890456" y="2125312"/>
                <a:chExt cx="22477" cy="70446"/>
              </a:xfrm>
              <a:solidFill>
                <a:schemeClr val="accent1"/>
              </a:solidFill>
            </p:grpSpPr>
            <p:sp>
              <p:nvSpPr>
                <p:cNvPr id="24740" name="Forme libre : forme 24739">
                  <a:extLst>
                    <a:ext uri="{FF2B5EF4-FFF2-40B4-BE49-F238E27FC236}">
                      <a16:creationId xmlns:a16="http://schemas.microsoft.com/office/drawing/2014/main" id="{75966710-901B-4256-A9C4-D619FFEA8410}"/>
                    </a:ext>
                  </a:extLst>
                </p:cNvPr>
                <p:cNvSpPr/>
                <p:nvPr/>
              </p:nvSpPr>
              <p:spPr>
                <a:xfrm>
                  <a:off x="5890456" y="2125312"/>
                  <a:ext cx="22477" cy="70438"/>
                </a:xfrm>
                <a:custGeom>
                  <a:avLst/>
                  <a:gdLst>
                    <a:gd name="connsiteX0" fmla="*/ 22235 w 22477"/>
                    <a:gd name="connsiteY0" fmla="*/ 22966 h 70438"/>
                    <a:gd name="connsiteX1" fmla="*/ 19265 w 22477"/>
                    <a:gd name="connsiteY1" fmla="*/ 49343 h 70438"/>
                    <a:gd name="connsiteX2" fmla="*/ 14743 w 22477"/>
                    <a:gd name="connsiteY2" fmla="*/ 64814 h 70438"/>
                    <a:gd name="connsiteX3" fmla="*/ 8803 w 22477"/>
                    <a:gd name="connsiteY3" fmla="*/ 70400 h 70438"/>
                    <a:gd name="connsiteX4" fmla="*/ 3749 w 22477"/>
                    <a:gd name="connsiteY4" fmla="*/ 69380 h 70438"/>
                    <a:gd name="connsiteX5" fmla="*/ 779 w 22477"/>
                    <a:gd name="connsiteY5" fmla="*/ 46772 h 70438"/>
                    <a:gd name="connsiteX6" fmla="*/ 3705 w 22477"/>
                    <a:gd name="connsiteY6" fmla="*/ 21414 h 70438"/>
                    <a:gd name="connsiteX7" fmla="*/ 11950 w 22477"/>
                    <a:gd name="connsiteY7" fmla="*/ 2 h 70438"/>
                    <a:gd name="connsiteX8" fmla="*/ 17049 w 22477"/>
                    <a:gd name="connsiteY8" fmla="*/ 268 h 70438"/>
                    <a:gd name="connsiteX9" fmla="*/ 22235 w 22477"/>
                    <a:gd name="connsiteY9" fmla="*/ 22966 h 70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477" h="70438">
                      <a:moveTo>
                        <a:pt x="22235" y="22966"/>
                      </a:moveTo>
                      <a:cubicBezTo>
                        <a:pt x="21482" y="31743"/>
                        <a:pt x="20551" y="40565"/>
                        <a:pt x="19265" y="49343"/>
                      </a:cubicBezTo>
                      <a:cubicBezTo>
                        <a:pt x="18423" y="55505"/>
                        <a:pt x="16694" y="61002"/>
                        <a:pt x="14743" y="64814"/>
                      </a:cubicBezTo>
                      <a:cubicBezTo>
                        <a:pt x="12749" y="68627"/>
                        <a:pt x="10621" y="70755"/>
                        <a:pt x="8803" y="70400"/>
                      </a:cubicBezTo>
                      <a:lnTo>
                        <a:pt x="3749" y="69380"/>
                      </a:lnTo>
                      <a:cubicBezTo>
                        <a:pt x="70" y="68582"/>
                        <a:pt x="-861" y="58519"/>
                        <a:pt x="779" y="46772"/>
                      </a:cubicBezTo>
                      <a:cubicBezTo>
                        <a:pt x="2020" y="38393"/>
                        <a:pt x="2951" y="29926"/>
                        <a:pt x="3705" y="21414"/>
                      </a:cubicBezTo>
                      <a:cubicBezTo>
                        <a:pt x="4769" y="9489"/>
                        <a:pt x="8271" y="-175"/>
                        <a:pt x="11950" y="2"/>
                      </a:cubicBezTo>
                      <a:lnTo>
                        <a:pt x="17049" y="268"/>
                      </a:lnTo>
                      <a:cubicBezTo>
                        <a:pt x="20728" y="401"/>
                        <a:pt x="23299" y="10597"/>
                        <a:pt x="22235" y="2296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41" name="Forme libre : forme 24740">
                  <a:extLst>
                    <a:ext uri="{FF2B5EF4-FFF2-40B4-BE49-F238E27FC236}">
                      <a16:creationId xmlns:a16="http://schemas.microsoft.com/office/drawing/2014/main" id="{2A83B2FA-611D-46B3-B420-9133C8E30379}"/>
                    </a:ext>
                  </a:extLst>
                </p:cNvPr>
                <p:cNvSpPr/>
                <p:nvPr/>
              </p:nvSpPr>
              <p:spPr>
                <a:xfrm>
                  <a:off x="5897087" y="2125492"/>
                  <a:ext cx="15846" cy="70267"/>
                </a:xfrm>
                <a:custGeom>
                  <a:avLst/>
                  <a:gdLst>
                    <a:gd name="connsiteX0" fmla="*/ 7182 w 15846"/>
                    <a:gd name="connsiteY0" fmla="*/ 43710 h 70267"/>
                    <a:gd name="connsiteX1" fmla="*/ 4788 w 15846"/>
                    <a:gd name="connsiteY1" fmla="*/ 58739 h 70267"/>
                    <a:gd name="connsiteX2" fmla="*/ 0 w 15846"/>
                    <a:gd name="connsiteY2" fmla="*/ 69777 h 70267"/>
                    <a:gd name="connsiteX3" fmla="*/ 2172 w 15846"/>
                    <a:gd name="connsiteY3" fmla="*/ 70220 h 70267"/>
                    <a:gd name="connsiteX4" fmla="*/ 8113 w 15846"/>
                    <a:gd name="connsiteY4" fmla="*/ 64635 h 70267"/>
                    <a:gd name="connsiteX5" fmla="*/ 12634 w 15846"/>
                    <a:gd name="connsiteY5" fmla="*/ 49163 h 70267"/>
                    <a:gd name="connsiteX6" fmla="*/ 15604 w 15846"/>
                    <a:gd name="connsiteY6" fmla="*/ 22786 h 70267"/>
                    <a:gd name="connsiteX7" fmla="*/ 10418 w 15846"/>
                    <a:gd name="connsiteY7" fmla="*/ 0 h 70267"/>
                    <a:gd name="connsiteX8" fmla="*/ 10240 w 15846"/>
                    <a:gd name="connsiteY8" fmla="*/ 0 h 70267"/>
                    <a:gd name="connsiteX9" fmla="*/ 7182 w 15846"/>
                    <a:gd name="connsiteY9" fmla="*/ 43710 h 70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846" h="70267">
                      <a:moveTo>
                        <a:pt x="7182" y="43710"/>
                      </a:moveTo>
                      <a:cubicBezTo>
                        <a:pt x="6871" y="48897"/>
                        <a:pt x="6073" y="54172"/>
                        <a:pt x="4788" y="58739"/>
                      </a:cubicBezTo>
                      <a:cubicBezTo>
                        <a:pt x="3591" y="63305"/>
                        <a:pt x="1773" y="67206"/>
                        <a:pt x="0" y="69777"/>
                      </a:cubicBezTo>
                      <a:lnTo>
                        <a:pt x="2172" y="70220"/>
                      </a:lnTo>
                      <a:cubicBezTo>
                        <a:pt x="3990" y="70619"/>
                        <a:pt x="6162" y="68447"/>
                        <a:pt x="8113" y="64635"/>
                      </a:cubicBezTo>
                      <a:cubicBezTo>
                        <a:pt x="10019" y="60822"/>
                        <a:pt x="11792" y="55325"/>
                        <a:pt x="12634" y="49163"/>
                      </a:cubicBezTo>
                      <a:cubicBezTo>
                        <a:pt x="13920" y="40386"/>
                        <a:pt x="14807" y="31564"/>
                        <a:pt x="15604" y="22786"/>
                      </a:cubicBezTo>
                      <a:cubicBezTo>
                        <a:pt x="16668" y="10418"/>
                        <a:pt x="14097" y="177"/>
                        <a:pt x="10418" y="0"/>
                      </a:cubicBezTo>
                      <a:lnTo>
                        <a:pt x="10240" y="0"/>
                      </a:lnTo>
                      <a:cubicBezTo>
                        <a:pt x="9841" y="14940"/>
                        <a:pt x="7891" y="28992"/>
                        <a:pt x="7182" y="43710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42" name="Forme libre : forme 24741">
                  <a:extLst>
                    <a:ext uri="{FF2B5EF4-FFF2-40B4-BE49-F238E27FC236}">
                      <a16:creationId xmlns:a16="http://schemas.microsoft.com/office/drawing/2014/main" id="{9E92F6FF-15A7-43AC-967F-9A8FA9877157}"/>
                    </a:ext>
                  </a:extLst>
                </p:cNvPr>
                <p:cNvSpPr/>
                <p:nvPr/>
              </p:nvSpPr>
              <p:spPr>
                <a:xfrm>
                  <a:off x="5899162" y="2139853"/>
                  <a:ext cx="7746" cy="31883"/>
                </a:xfrm>
                <a:custGeom>
                  <a:avLst/>
                  <a:gdLst>
                    <a:gd name="connsiteX0" fmla="*/ 5327 w 7746"/>
                    <a:gd name="connsiteY0" fmla="*/ 2 h 31883"/>
                    <a:gd name="connsiteX1" fmla="*/ 7411 w 7746"/>
                    <a:gd name="connsiteY1" fmla="*/ 16316 h 31883"/>
                    <a:gd name="connsiteX2" fmla="*/ 2003 w 7746"/>
                    <a:gd name="connsiteY2" fmla="*/ 31876 h 31883"/>
                    <a:gd name="connsiteX3" fmla="*/ 407 w 7746"/>
                    <a:gd name="connsiteY3" fmla="*/ 15606 h 31883"/>
                    <a:gd name="connsiteX4" fmla="*/ 5327 w 7746"/>
                    <a:gd name="connsiteY4" fmla="*/ 2 h 31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6" h="31883">
                      <a:moveTo>
                        <a:pt x="5327" y="2"/>
                      </a:moveTo>
                      <a:cubicBezTo>
                        <a:pt x="7234" y="135"/>
                        <a:pt x="8342" y="7449"/>
                        <a:pt x="7411" y="16316"/>
                      </a:cubicBezTo>
                      <a:cubicBezTo>
                        <a:pt x="6525" y="25182"/>
                        <a:pt x="3953" y="32142"/>
                        <a:pt x="2003" y="31876"/>
                      </a:cubicBezTo>
                      <a:cubicBezTo>
                        <a:pt x="96" y="31610"/>
                        <a:pt x="-480" y="24340"/>
                        <a:pt x="407" y="15606"/>
                      </a:cubicBezTo>
                      <a:cubicBezTo>
                        <a:pt x="1338" y="6873"/>
                        <a:pt x="3333" y="-131"/>
                        <a:pt x="5327" y="2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43" name="Forme libre : forme 24742">
                  <a:extLst>
                    <a:ext uri="{FF2B5EF4-FFF2-40B4-BE49-F238E27FC236}">
                      <a16:creationId xmlns:a16="http://schemas.microsoft.com/office/drawing/2014/main" id="{0729DA38-335D-4D30-955E-386DF8B81029}"/>
                    </a:ext>
                  </a:extLst>
                </p:cNvPr>
                <p:cNvSpPr/>
                <p:nvPr/>
              </p:nvSpPr>
              <p:spPr>
                <a:xfrm>
                  <a:off x="5899126" y="2148987"/>
                  <a:ext cx="7740" cy="22793"/>
                </a:xfrm>
                <a:custGeom>
                  <a:avLst/>
                  <a:gdLst>
                    <a:gd name="connsiteX0" fmla="*/ 0 w 7740"/>
                    <a:gd name="connsiteY0" fmla="*/ 15427 h 22793"/>
                    <a:gd name="connsiteX1" fmla="*/ 1995 w 7740"/>
                    <a:gd name="connsiteY1" fmla="*/ 22786 h 22793"/>
                    <a:gd name="connsiteX2" fmla="*/ 7403 w 7740"/>
                    <a:gd name="connsiteY2" fmla="*/ 7226 h 22793"/>
                    <a:gd name="connsiteX3" fmla="*/ 7714 w 7740"/>
                    <a:gd name="connsiteY3" fmla="*/ 0 h 22793"/>
                    <a:gd name="connsiteX4" fmla="*/ 7093 w 7740"/>
                    <a:gd name="connsiteY4" fmla="*/ 3945 h 22793"/>
                    <a:gd name="connsiteX5" fmla="*/ 0 w 7740"/>
                    <a:gd name="connsiteY5" fmla="*/ 15427 h 22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740" h="22793">
                      <a:moveTo>
                        <a:pt x="0" y="15427"/>
                      </a:moveTo>
                      <a:cubicBezTo>
                        <a:pt x="133" y="19683"/>
                        <a:pt x="798" y="22609"/>
                        <a:pt x="1995" y="22786"/>
                      </a:cubicBezTo>
                      <a:cubicBezTo>
                        <a:pt x="3946" y="23052"/>
                        <a:pt x="6517" y="16092"/>
                        <a:pt x="7403" y="7226"/>
                      </a:cubicBezTo>
                      <a:cubicBezTo>
                        <a:pt x="7669" y="4610"/>
                        <a:pt x="7802" y="2172"/>
                        <a:pt x="7714" y="0"/>
                      </a:cubicBezTo>
                      <a:cubicBezTo>
                        <a:pt x="7581" y="1330"/>
                        <a:pt x="7359" y="2660"/>
                        <a:pt x="7093" y="3945"/>
                      </a:cubicBezTo>
                      <a:cubicBezTo>
                        <a:pt x="5408" y="10905"/>
                        <a:pt x="2305" y="16225"/>
                        <a:pt x="0" y="15427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44" name="Forme libre : forme 24743">
                  <a:extLst>
                    <a:ext uri="{FF2B5EF4-FFF2-40B4-BE49-F238E27FC236}">
                      <a16:creationId xmlns:a16="http://schemas.microsoft.com/office/drawing/2014/main" id="{7E2A218B-7982-4BEA-A347-7948CD8FB2AB}"/>
                    </a:ext>
                  </a:extLst>
                </p:cNvPr>
                <p:cNvSpPr/>
                <p:nvPr/>
              </p:nvSpPr>
              <p:spPr>
                <a:xfrm>
                  <a:off x="5900094" y="2138302"/>
                  <a:ext cx="7725" cy="31971"/>
                </a:xfrm>
                <a:custGeom>
                  <a:avLst/>
                  <a:gdLst>
                    <a:gd name="connsiteX0" fmla="*/ 5282 w 7725"/>
                    <a:gd name="connsiteY0" fmla="*/ 2 h 31971"/>
                    <a:gd name="connsiteX1" fmla="*/ 7410 w 7725"/>
                    <a:gd name="connsiteY1" fmla="*/ 16360 h 31971"/>
                    <a:gd name="connsiteX2" fmla="*/ 2046 w 7725"/>
                    <a:gd name="connsiteY2" fmla="*/ 31964 h 31971"/>
                    <a:gd name="connsiteX3" fmla="*/ 405 w 7725"/>
                    <a:gd name="connsiteY3" fmla="*/ 15651 h 31971"/>
                    <a:gd name="connsiteX4" fmla="*/ 5282 w 7725"/>
                    <a:gd name="connsiteY4" fmla="*/ 2 h 31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25" h="31971">
                      <a:moveTo>
                        <a:pt x="5282" y="2"/>
                      </a:moveTo>
                      <a:cubicBezTo>
                        <a:pt x="7232" y="135"/>
                        <a:pt x="8296" y="7449"/>
                        <a:pt x="7410" y="16360"/>
                      </a:cubicBezTo>
                      <a:cubicBezTo>
                        <a:pt x="6523" y="25270"/>
                        <a:pt x="3996" y="32230"/>
                        <a:pt x="2046" y="31964"/>
                      </a:cubicBezTo>
                      <a:cubicBezTo>
                        <a:pt x="95" y="31698"/>
                        <a:pt x="-481" y="24428"/>
                        <a:pt x="405" y="15651"/>
                      </a:cubicBezTo>
                      <a:cubicBezTo>
                        <a:pt x="1292" y="6873"/>
                        <a:pt x="3331" y="-131"/>
                        <a:pt x="5282" y="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45" name="Forme libre : forme 24744">
                  <a:extLst>
                    <a:ext uri="{FF2B5EF4-FFF2-40B4-BE49-F238E27FC236}">
                      <a16:creationId xmlns:a16="http://schemas.microsoft.com/office/drawing/2014/main" id="{7A46476B-1A52-4D78-A9F6-A7E8DDF68A34}"/>
                    </a:ext>
                  </a:extLst>
                </p:cNvPr>
                <p:cNvSpPr/>
                <p:nvPr/>
              </p:nvSpPr>
              <p:spPr>
                <a:xfrm>
                  <a:off x="5894369" y="2145975"/>
                  <a:ext cx="15975" cy="39545"/>
                </a:xfrm>
                <a:custGeom>
                  <a:avLst/>
                  <a:gdLst>
                    <a:gd name="connsiteX0" fmla="*/ 5155 w 15975"/>
                    <a:gd name="connsiteY0" fmla="*/ 39275 h 39545"/>
                    <a:gd name="connsiteX1" fmla="*/ 8569 w 15975"/>
                    <a:gd name="connsiteY1" fmla="*/ 38743 h 39545"/>
                    <a:gd name="connsiteX2" fmla="*/ 14465 w 15975"/>
                    <a:gd name="connsiteY2" fmla="*/ 23094 h 39545"/>
                    <a:gd name="connsiteX3" fmla="*/ 15884 w 15975"/>
                    <a:gd name="connsiteY3" fmla="*/ 6071 h 39545"/>
                    <a:gd name="connsiteX4" fmla="*/ 13224 w 15975"/>
                    <a:gd name="connsiteY4" fmla="*/ 352 h 39545"/>
                    <a:gd name="connsiteX5" fmla="*/ 11096 w 15975"/>
                    <a:gd name="connsiteY5" fmla="*/ 5805 h 39545"/>
                    <a:gd name="connsiteX6" fmla="*/ 5776 w 15975"/>
                    <a:gd name="connsiteY6" fmla="*/ 18971 h 39545"/>
                    <a:gd name="connsiteX7" fmla="*/ 13 w 15975"/>
                    <a:gd name="connsiteY7" fmla="*/ 34177 h 39545"/>
                    <a:gd name="connsiteX8" fmla="*/ 5155 w 15975"/>
                    <a:gd name="connsiteY8" fmla="*/ 39275 h 39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975" h="39545">
                      <a:moveTo>
                        <a:pt x="5155" y="39275"/>
                      </a:moveTo>
                      <a:cubicBezTo>
                        <a:pt x="6219" y="39585"/>
                        <a:pt x="7328" y="39851"/>
                        <a:pt x="8569" y="38743"/>
                      </a:cubicBezTo>
                      <a:cubicBezTo>
                        <a:pt x="10963" y="36615"/>
                        <a:pt x="13135" y="29832"/>
                        <a:pt x="14465" y="23094"/>
                      </a:cubicBezTo>
                      <a:cubicBezTo>
                        <a:pt x="15529" y="17464"/>
                        <a:pt x="16238" y="11302"/>
                        <a:pt x="15884" y="6071"/>
                      </a:cubicBezTo>
                      <a:cubicBezTo>
                        <a:pt x="15662" y="2214"/>
                        <a:pt x="14554" y="-1111"/>
                        <a:pt x="13224" y="352"/>
                      </a:cubicBezTo>
                      <a:cubicBezTo>
                        <a:pt x="12381" y="1239"/>
                        <a:pt x="11761" y="3677"/>
                        <a:pt x="11096" y="5805"/>
                      </a:cubicBezTo>
                      <a:cubicBezTo>
                        <a:pt x="9544" y="10903"/>
                        <a:pt x="7727" y="15380"/>
                        <a:pt x="5776" y="18971"/>
                      </a:cubicBezTo>
                      <a:cubicBezTo>
                        <a:pt x="4136" y="22074"/>
                        <a:pt x="235" y="27527"/>
                        <a:pt x="13" y="34177"/>
                      </a:cubicBezTo>
                      <a:cubicBezTo>
                        <a:pt x="-253" y="40206"/>
                        <a:pt x="3648" y="38876"/>
                        <a:pt x="5155" y="3927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46" name="Forme libre : forme 24745">
                  <a:extLst>
                    <a:ext uri="{FF2B5EF4-FFF2-40B4-BE49-F238E27FC236}">
                      <a16:creationId xmlns:a16="http://schemas.microsoft.com/office/drawing/2014/main" id="{49289E18-DE39-4A49-950C-9E62BB266BA2}"/>
                    </a:ext>
                  </a:extLst>
                </p:cNvPr>
                <p:cNvSpPr/>
                <p:nvPr/>
              </p:nvSpPr>
              <p:spPr>
                <a:xfrm>
                  <a:off x="5895898" y="2165096"/>
                  <a:ext cx="2802" cy="13152"/>
                </a:xfrm>
                <a:custGeom>
                  <a:avLst/>
                  <a:gdLst>
                    <a:gd name="connsiteX0" fmla="*/ 923 w 2802"/>
                    <a:gd name="connsiteY0" fmla="*/ 12263 h 13152"/>
                    <a:gd name="connsiteX1" fmla="*/ 1543 w 2802"/>
                    <a:gd name="connsiteY1" fmla="*/ 13149 h 13152"/>
                    <a:gd name="connsiteX2" fmla="*/ 2386 w 2802"/>
                    <a:gd name="connsiteY2" fmla="*/ 12041 h 13152"/>
                    <a:gd name="connsiteX3" fmla="*/ 2696 w 2802"/>
                    <a:gd name="connsiteY3" fmla="*/ 9736 h 13152"/>
                    <a:gd name="connsiteX4" fmla="*/ 2785 w 2802"/>
                    <a:gd name="connsiteY4" fmla="*/ 4061 h 13152"/>
                    <a:gd name="connsiteX5" fmla="*/ 2607 w 2802"/>
                    <a:gd name="connsiteY5" fmla="*/ 1978 h 13152"/>
                    <a:gd name="connsiteX6" fmla="*/ 125 w 2802"/>
                    <a:gd name="connsiteY6" fmla="*/ 3352 h 13152"/>
                    <a:gd name="connsiteX7" fmla="*/ 923 w 2802"/>
                    <a:gd name="connsiteY7" fmla="*/ 12263 h 1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02" h="13152">
                      <a:moveTo>
                        <a:pt x="923" y="12263"/>
                      </a:moveTo>
                      <a:cubicBezTo>
                        <a:pt x="1100" y="12706"/>
                        <a:pt x="1277" y="13105"/>
                        <a:pt x="1543" y="13149"/>
                      </a:cubicBezTo>
                      <a:cubicBezTo>
                        <a:pt x="1809" y="13194"/>
                        <a:pt x="2164" y="12795"/>
                        <a:pt x="2386" y="12041"/>
                      </a:cubicBezTo>
                      <a:cubicBezTo>
                        <a:pt x="2607" y="11332"/>
                        <a:pt x="2652" y="10489"/>
                        <a:pt x="2696" y="9736"/>
                      </a:cubicBezTo>
                      <a:cubicBezTo>
                        <a:pt x="2785" y="7785"/>
                        <a:pt x="2829" y="5879"/>
                        <a:pt x="2785" y="4061"/>
                      </a:cubicBezTo>
                      <a:cubicBezTo>
                        <a:pt x="2785" y="3308"/>
                        <a:pt x="2696" y="2554"/>
                        <a:pt x="2607" y="1978"/>
                      </a:cubicBezTo>
                      <a:cubicBezTo>
                        <a:pt x="2120" y="-505"/>
                        <a:pt x="479" y="-1258"/>
                        <a:pt x="125" y="3352"/>
                      </a:cubicBezTo>
                      <a:cubicBezTo>
                        <a:pt x="-230" y="6854"/>
                        <a:pt x="213" y="10445"/>
                        <a:pt x="923" y="1226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47" name="Forme libre : forme 24746">
                  <a:extLst>
                    <a:ext uri="{FF2B5EF4-FFF2-40B4-BE49-F238E27FC236}">
                      <a16:creationId xmlns:a16="http://schemas.microsoft.com/office/drawing/2014/main" id="{336D43DE-8C67-4C57-BD3D-943948F5AE84}"/>
                    </a:ext>
                  </a:extLst>
                </p:cNvPr>
                <p:cNvSpPr/>
                <p:nvPr/>
              </p:nvSpPr>
              <p:spPr>
                <a:xfrm>
                  <a:off x="5906662" y="2127618"/>
                  <a:ext cx="5675" cy="20171"/>
                </a:xfrm>
                <a:custGeom>
                  <a:avLst/>
                  <a:gdLst>
                    <a:gd name="connsiteX0" fmla="*/ 0 w 5675"/>
                    <a:gd name="connsiteY0" fmla="*/ 1 h 20171"/>
                    <a:gd name="connsiteX1" fmla="*/ 2793 w 5675"/>
                    <a:gd name="connsiteY1" fmla="*/ 2306 h 20171"/>
                    <a:gd name="connsiteX2" fmla="*/ 5674 w 5675"/>
                    <a:gd name="connsiteY2" fmla="*/ 20172 h 20171"/>
                    <a:gd name="connsiteX3" fmla="*/ 4832 w 5675"/>
                    <a:gd name="connsiteY3" fmla="*/ 11616 h 20171"/>
                    <a:gd name="connsiteX4" fmla="*/ 0 w 5675"/>
                    <a:gd name="connsiteY4" fmla="*/ 1 h 20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75" h="20171">
                      <a:moveTo>
                        <a:pt x="0" y="1"/>
                      </a:moveTo>
                      <a:cubicBezTo>
                        <a:pt x="0" y="1"/>
                        <a:pt x="1330" y="-132"/>
                        <a:pt x="2793" y="2306"/>
                      </a:cubicBezTo>
                      <a:cubicBezTo>
                        <a:pt x="4167" y="4745"/>
                        <a:pt x="5719" y="9754"/>
                        <a:pt x="5674" y="20172"/>
                      </a:cubicBezTo>
                      <a:cubicBezTo>
                        <a:pt x="5674" y="20172"/>
                        <a:pt x="5586" y="16138"/>
                        <a:pt x="4832" y="11616"/>
                      </a:cubicBezTo>
                      <a:cubicBezTo>
                        <a:pt x="4034" y="7094"/>
                        <a:pt x="2616" y="2085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48" name="Forme libre : forme 24747">
                  <a:extLst>
                    <a:ext uri="{FF2B5EF4-FFF2-40B4-BE49-F238E27FC236}">
                      <a16:creationId xmlns:a16="http://schemas.microsoft.com/office/drawing/2014/main" id="{4DB53504-B9E4-4B54-BB67-8FE4B5CBA70B}"/>
                    </a:ext>
                  </a:extLst>
                </p:cNvPr>
                <p:cNvSpPr/>
                <p:nvPr/>
              </p:nvSpPr>
              <p:spPr>
                <a:xfrm>
                  <a:off x="5891368" y="2170798"/>
                  <a:ext cx="3635" cy="22741"/>
                </a:xfrm>
                <a:custGeom>
                  <a:avLst/>
                  <a:gdLst>
                    <a:gd name="connsiteX0" fmla="*/ 621 w 3635"/>
                    <a:gd name="connsiteY0" fmla="*/ 0 h 22741"/>
                    <a:gd name="connsiteX1" fmla="*/ 310 w 3635"/>
                    <a:gd name="connsiteY1" fmla="*/ 3103 h 22741"/>
                    <a:gd name="connsiteX2" fmla="*/ 0 w 3635"/>
                    <a:gd name="connsiteY2" fmla="*/ 10107 h 22741"/>
                    <a:gd name="connsiteX3" fmla="*/ 3635 w 3635"/>
                    <a:gd name="connsiteY3" fmla="*/ 22742 h 22741"/>
                    <a:gd name="connsiteX4" fmla="*/ 1507 w 3635"/>
                    <a:gd name="connsiteY4" fmla="*/ 17998 h 22741"/>
                    <a:gd name="connsiteX5" fmla="*/ 621 w 3635"/>
                    <a:gd name="connsiteY5" fmla="*/ 0 h 22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35" h="22741">
                      <a:moveTo>
                        <a:pt x="621" y="0"/>
                      </a:moveTo>
                      <a:cubicBezTo>
                        <a:pt x="621" y="0"/>
                        <a:pt x="488" y="1153"/>
                        <a:pt x="310" y="3103"/>
                      </a:cubicBezTo>
                      <a:cubicBezTo>
                        <a:pt x="177" y="4965"/>
                        <a:pt x="44" y="7492"/>
                        <a:pt x="0" y="10107"/>
                      </a:cubicBezTo>
                      <a:cubicBezTo>
                        <a:pt x="44" y="15339"/>
                        <a:pt x="621" y="21013"/>
                        <a:pt x="3635" y="22742"/>
                      </a:cubicBezTo>
                      <a:cubicBezTo>
                        <a:pt x="3635" y="22742"/>
                        <a:pt x="2438" y="21456"/>
                        <a:pt x="1507" y="17998"/>
                      </a:cubicBezTo>
                      <a:cubicBezTo>
                        <a:pt x="576" y="14496"/>
                        <a:pt x="-89" y="8866"/>
                        <a:pt x="62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49" name="Forme libre : forme 24748">
                  <a:extLst>
                    <a:ext uri="{FF2B5EF4-FFF2-40B4-BE49-F238E27FC236}">
                      <a16:creationId xmlns:a16="http://schemas.microsoft.com/office/drawing/2014/main" id="{0513EE15-E6C5-4A78-9AC4-188F78C8340C}"/>
                    </a:ext>
                  </a:extLst>
                </p:cNvPr>
                <p:cNvSpPr/>
                <p:nvPr/>
              </p:nvSpPr>
              <p:spPr>
                <a:xfrm>
                  <a:off x="5900305" y="2146539"/>
                  <a:ext cx="3037" cy="11828"/>
                </a:xfrm>
                <a:custGeom>
                  <a:avLst/>
                  <a:gdLst>
                    <a:gd name="connsiteX0" fmla="*/ 2678 w 3037"/>
                    <a:gd name="connsiteY0" fmla="*/ 143 h 11828"/>
                    <a:gd name="connsiteX1" fmla="*/ 2456 w 3037"/>
                    <a:gd name="connsiteY1" fmla="*/ 7236 h 11828"/>
                    <a:gd name="connsiteX2" fmla="*/ 328 w 3037"/>
                    <a:gd name="connsiteY2" fmla="*/ 11669 h 11828"/>
                    <a:gd name="connsiteX3" fmla="*/ 594 w 3037"/>
                    <a:gd name="connsiteY3" fmla="*/ 4576 h 11828"/>
                    <a:gd name="connsiteX4" fmla="*/ 2678 w 3037"/>
                    <a:gd name="connsiteY4" fmla="*/ 143 h 11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7" h="11828">
                      <a:moveTo>
                        <a:pt x="2678" y="143"/>
                      </a:moveTo>
                      <a:cubicBezTo>
                        <a:pt x="3210" y="853"/>
                        <a:pt x="3165" y="4044"/>
                        <a:pt x="2456" y="7236"/>
                      </a:cubicBezTo>
                      <a:cubicBezTo>
                        <a:pt x="1791" y="10428"/>
                        <a:pt x="816" y="12423"/>
                        <a:pt x="328" y="11669"/>
                      </a:cubicBezTo>
                      <a:cubicBezTo>
                        <a:pt x="-204" y="10916"/>
                        <a:pt x="-71" y="7768"/>
                        <a:pt x="594" y="4576"/>
                      </a:cubicBezTo>
                      <a:cubicBezTo>
                        <a:pt x="1259" y="1429"/>
                        <a:pt x="2146" y="-566"/>
                        <a:pt x="2678" y="14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50" name="Forme libre : forme 24749">
                  <a:extLst>
                    <a:ext uri="{FF2B5EF4-FFF2-40B4-BE49-F238E27FC236}">
                      <a16:creationId xmlns:a16="http://schemas.microsoft.com/office/drawing/2014/main" id="{D438C354-7CAA-4900-8A65-7C74179019AA}"/>
                    </a:ext>
                  </a:extLst>
                </p:cNvPr>
                <p:cNvSpPr/>
                <p:nvPr/>
              </p:nvSpPr>
              <p:spPr>
                <a:xfrm>
                  <a:off x="5902206" y="2144951"/>
                  <a:ext cx="1021" cy="3284"/>
                </a:xfrm>
                <a:custGeom>
                  <a:avLst/>
                  <a:gdLst>
                    <a:gd name="connsiteX0" fmla="*/ 644 w 1021"/>
                    <a:gd name="connsiteY0" fmla="*/ 2 h 3284"/>
                    <a:gd name="connsiteX1" fmla="*/ 998 w 1021"/>
                    <a:gd name="connsiteY1" fmla="*/ 1687 h 3284"/>
                    <a:gd name="connsiteX2" fmla="*/ 378 w 1021"/>
                    <a:gd name="connsiteY2" fmla="*/ 3282 h 3284"/>
                    <a:gd name="connsiteX3" fmla="*/ 23 w 1021"/>
                    <a:gd name="connsiteY3" fmla="*/ 1598 h 3284"/>
                    <a:gd name="connsiteX4" fmla="*/ 644 w 1021"/>
                    <a:gd name="connsiteY4" fmla="*/ 2 h 3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1" h="3284">
                      <a:moveTo>
                        <a:pt x="644" y="2"/>
                      </a:moveTo>
                      <a:cubicBezTo>
                        <a:pt x="910" y="46"/>
                        <a:pt x="1087" y="800"/>
                        <a:pt x="998" y="1687"/>
                      </a:cubicBezTo>
                      <a:cubicBezTo>
                        <a:pt x="910" y="2573"/>
                        <a:pt x="644" y="3327"/>
                        <a:pt x="378" y="3282"/>
                      </a:cubicBezTo>
                      <a:cubicBezTo>
                        <a:pt x="112" y="3238"/>
                        <a:pt x="-66" y="2484"/>
                        <a:pt x="23" y="1598"/>
                      </a:cubicBezTo>
                      <a:cubicBezTo>
                        <a:pt x="67" y="667"/>
                        <a:pt x="333" y="-42"/>
                        <a:pt x="644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51" name="Forme libre : forme 24750">
                  <a:extLst>
                    <a:ext uri="{FF2B5EF4-FFF2-40B4-BE49-F238E27FC236}">
                      <a16:creationId xmlns:a16="http://schemas.microsoft.com/office/drawing/2014/main" id="{163DBA01-9F15-4191-BB1A-44B397AD24A1}"/>
                    </a:ext>
                  </a:extLst>
                </p:cNvPr>
                <p:cNvSpPr/>
                <p:nvPr/>
              </p:nvSpPr>
              <p:spPr>
                <a:xfrm>
                  <a:off x="5894983" y="2130549"/>
                  <a:ext cx="10659" cy="27434"/>
                </a:xfrm>
                <a:custGeom>
                  <a:avLst/>
                  <a:gdLst>
                    <a:gd name="connsiteX0" fmla="*/ 4896 w 10659"/>
                    <a:gd name="connsiteY0" fmla="*/ 2124 h 27434"/>
                    <a:gd name="connsiteX1" fmla="*/ 9463 w 10659"/>
                    <a:gd name="connsiteY1" fmla="*/ 40 h 27434"/>
                    <a:gd name="connsiteX2" fmla="*/ 10659 w 10659"/>
                    <a:gd name="connsiteY2" fmla="*/ 2479 h 27434"/>
                    <a:gd name="connsiteX3" fmla="*/ 9551 w 10659"/>
                    <a:gd name="connsiteY3" fmla="*/ 6025 h 27434"/>
                    <a:gd name="connsiteX4" fmla="*/ 4941 w 10659"/>
                    <a:gd name="connsiteY4" fmla="*/ 12985 h 27434"/>
                    <a:gd name="connsiteX5" fmla="*/ 330 w 10659"/>
                    <a:gd name="connsiteY5" fmla="*/ 27038 h 27434"/>
                    <a:gd name="connsiteX6" fmla="*/ 1882 w 10659"/>
                    <a:gd name="connsiteY6" fmla="*/ 9128 h 27434"/>
                    <a:gd name="connsiteX7" fmla="*/ 4896 w 10659"/>
                    <a:gd name="connsiteY7" fmla="*/ 2124 h 27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59" h="27434">
                      <a:moveTo>
                        <a:pt x="4896" y="2124"/>
                      </a:moveTo>
                      <a:cubicBezTo>
                        <a:pt x="6404" y="218"/>
                        <a:pt x="7955" y="-137"/>
                        <a:pt x="9463" y="40"/>
                      </a:cubicBezTo>
                      <a:cubicBezTo>
                        <a:pt x="9995" y="129"/>
                        <a:pt x="10659" y="661"/>
                        <a:pt x="10659" y="2479"/>
                      </a:cubicBezTo>
                      <a:cubicBezTo>
                        <a:pt x="10615" y="4119"/>
                        <a:pt x="10039" y="5316"/>
                        <a:pt x="9551" y="6025"/>
                      </a:cubicBezTo>
                      <a:cubicBezTo>
                        <a:pt x="8000" y="8109"/>
                        <a:pt x="6271" y="9173"/>
                        <a:pt x="4941" y="12985"/>
                      </a:cubicBezTo>
                      <a:cubicBezTo>
                        <a:pt x="4187" y="15379"/>
                        <a:pt x="1483" y="30008"/>
                        <a:pt x="330" y="27038"/>
                      </a:cubicBezTo>
                      <a:cubicBezTo>
                        <a:pt x="-734" y="24068"/>
                        <a:pt x="1040" y="12586"/>
                        <a:pt x="1882" y="9128"/>
                      </a:cubicBezTo>
                      <a:cubicBezTo>
                        <a:pt x="2680" y="5937"/>
                        <a:pt x="3744" y="3543"/>
                        <a:pt x="4896" y="212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52" name="Graphique 2">
                <a:extLst>
                  <a:ext uri="{FF2B5EF4-FFF2-40B4-BE49-F238E27FC236}">
                    <a16:creationId xmlns:a16="http://schemas.microsoft.com/office/drawing/2014/main" id="{86622B45-3BAD-4891-AFB4-06EFE7B1FF2C}"/>
                  </a:ext>
                </a:extLst>
              </p:cNvPr>
              <p:cNvGrpSpPr/>
              <p:nvPr/>
            </p:nvGrpSpPr>
            <p:grpSpPr>
              <a:xfrm>
                <a:off x="5896617" y="2055049"/>
                <a:ext cx="18822" cy="70490"/>
                <a:chOff x="5896617" y="2055049"/>
                <a:chExt cx="18822" cy="70490"/>
              </a:xfrm>
              <a:solidFill>
                <a:schemeClr val="accent1"/>
              </a:solidFill>
            </p:grpSpPr>
            <p:sp>
              <p:nvSpPr>
                <p:cNvPr id="24728" name="Forme libre : forme 24727">
                  <a:extLst>
                    <a:ext uri="{FF2B5EF4-FFF2-40B4-BE49-F238E27FC236}">
                      <a16:creationId xmlns:a16="http://schemas.microsoft.com/office/drawing/2014/main" id="{BE0E083A-4743-43BA-AFDB-641C7250111A}"/>
                    </a:ext>
                  </a:extLst>
                </p:cNvPr>
                <p:cNvSpPr/>
                <p:nvPr/>
              </p:nvSpPr>
              <p:spPr>
                <a:xfrm>
                  <a:off x="5896617" y="2055049"/>
                  <a:ext cx="18822" cy="70446"/>
                </a:xfrm>
                <a:custGeom>
                  <a:avLst/>
                  <a:gdLst>
                    <a:gd name="connsiteX0" fmla="*/ 18823 w 18822"/>
                    <a:gd name="connsiteY0" fmla="*/ 22166 h 70446"/>
                    <a:gd name="connsiteX1" fmla="*/ 18468 w 18822"/>
                    <a:gd name="connsiteY1" fmla="*/ 48410 h 70446"/>
                    <a:gd name="connsiteX2" fmla="*/ 10932 w 18822"/>
                    <a:gd name="connsiteY2" fmla="*/ 70442 h 70446"/>
                    <a:gd name="connsiteX3" fmla="*/ 5834 w 18822"/>
                    <a:gd name="connsiteY3" fmla="*/ 70176 h 70446"/>
                    <a:gd name="connsiteX4" fmla="*/ 27 w 18822"/>
                    <a:gd name="connsiteY4" fmla="*/ 47922 h 70446"/>
                    <a:gd name="connsiteX5" fmla="*/ 426 w 18822"/>
                    <a:gd name="connsiteY5" fmla="*/ 22122 h 70446"/>
                    <a:gd name="connsiteX6" fmla="*/ 6987 w 18822"/>
                    <a:gd name="connsiteY6" fmla="*/ 45 h 70446"/>
                    <a:gd name="connsiteX7" fmla="*/ 12040 w 18822"/>
                    <a:gd name="connsiteY7" fmla="*/ 1 h 70446"/>
                    <a:gd name="connsiteX8" fmla="*/ 18823 w 18822"/>
                    <a:gd name="connsiteY8" fmla="*/ 22166 h 70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822" h="70446">
                      <a:moveTo>
                        <a:pt x="18823" y="22166"/>
                      </a:moveTo>
                      <a:cubicBezTo>
                        <a:pt x="18779" y="30899"/>
                        <a:pt x="18690" y="39677"/>
                        <a:pt x="18468" y="48410"/>
                      </a:cubicBezTo>
                      <a:cubicBezTo>
                        <a:pt x="18202" y="60734"/>
                        <a:pt x="14611" y="70664"/>
                        <a:pt x="10932" y="70442"/>
                      </a:cubicBezTo>
                      <a:lnTo>
                        <a:pt x="5834" y="70176"/>
                      </a:lnTo>
                      <a:cubicBezTo>
                        <a:pt x="2154" y="69955"/>
                        <a:pt x="-284" y="59980"/>
                        <a:pt x="27" y="47922"/>
                      </a:cubicBezTo>
                      <a:cubicBezTo>
                        <a:pt x="293" y="39322"/>
                        <a:pt x="381" y="30722"/>
                        <a:pt x="426" y="22122"/>
                      </a:cubicBezTo>
                      <a:cubicBezTo>
                        <a:pt x="470" y="10019"/>
                        <a:pt x="3307" y="89"/>
                        <a:pt x="6987" y="45"/>
                      </a:cubicBezTo>
                      <a:lnTo>
                        <a:pt x="12040" y="1"/>
                      </a:lnTo>
                      <a:cubicBezTo>
                        <a:pt x="15675" y="-88"/>
                        <a:pt x="18823" y="9931"/>
                        <a:pt x="18823" y="2216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29" name="Forme libre : forme 24728">
                  <a:extLst>
                    <a:ext uri="{FF2B5EF4-FFF2-40B4-BE49-F238E27FC236}">
                      <a16:creationId xmlns:a16="http://schemas.microsoft.com/office/drawing/2014/main" id="{10105479-2B2E-4724-998B-26220AC99176}"/>
                    </a:ext>
                  </a:extLst>
                </p:cNvPr>
                <p:cNvSpPr/>
                <p:nvPr/>
              </p:nvSpPr>
              <p:spPr>
                <a:xfrm>
                  <a:off x="5905288" y="2055050"/>
                  <a:ext cx="10107" cy="70489"/>
                </a:xfrm>
                <a:custGeom>
                  <a:avLst/>
                  <a:gdLst>
                    <a:gd name="connsiteX0" fmla="*/ 3812 w 10107"/>
                    <a:gd name="connsiteY0" fmla="*/ 43666 h 70489"/>
                    <a:gd name="connsiteX1" fmla="*/ 0 w 10107"/>
                    <a:gd name="connsiteY1" fmla="*/ 70353 h 70489"/>
                    <a:gd name="connsiteX2" fmla="*/ 2217 w 10107"/>
                    <a:gd name="connsiteY2" fmla="*/ 70486 h 70489"/>
                    <a:gd name="connsiteX3" fmla="*/ 9753 w 10107"/>
                    <a:gd name="connsiteY3" fmla="*/ 48454 h 70489"/>
                    <a:gd name="connsiteX4" fmla="*/ 10107 w 10107"/>
                    <a:gd name="connsiteY4" fmla="*/ 22210 h 70489"/>
                    <a:gd name="connsiteX5" fmla="*/ 3325 w 10107"/>
                    <a:gd name="connsiteY5" fmla="*/ 0 h 70489"/>
                    <a:gd name="connsiteX6" fmla="*/ 3147 w 10107"/>
                    <a:gd name="connsiteY6" fmla="*/ 0 h 70489"/>
                    <a:gd name="connsiteX7" fmla="*/ 3812 w 10107"/>
                    <a:gd name="connsiteY7" fmla="*/ 43666 h 70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107" h="70489">
                      <a:moveTo>
                        <a:pt x="3812" y="43666"/>
                      </a:moveTo>
                      <a:cubicBezTo>
                        <a:pt x="4389" y="54040"/>
                        <a:pt x="2926" y="64768"/>
                        <a:pt x="0" y="70353"/>
                      </a:cubicBezTo>
                      <a:lnTo>
                        <a:pt x="2217" y="70486"/>
                      </a:lnTo>
                      <a:cubicBezTo>
                        <a:pt x="5896" y="70708"/>
                        <a:pt x="9487" y="60778"/>
                        <a:pt x="9753" y="48454"/>
                      </a:cubicBezTo>
                      <a:cubicBezTo>
                        <a:pt x="10019" y="39676"/>
                        <a:pt x="10063" y="30943"/>
                        <a:pt x="10107" y="22210"/>
                      </a:cubicBezTo>
                      <a:cubicBezTo>
                        <a:pt x="10107" y="9930"/>
                        <a:pt x="6960" y="-44"/>
                        <a:pt x="3325" y="0"/>
                      </a:cubicBezTo>
                      <a:lnTo>
                        <a:pt x="3147" y="0"/>
                      </a:lnTo>
                      <a:cubicBezTo>
                        <a:pt x="3724" y="14851"/>
                        <a:pt x="2970" y="29037"/>
                        <a:pt x="3812" y="43666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30" name="Forme libre : forme 24729">
                  <a:extLst>
                    <a:ext uri="{FF2B5EF4-FFF2-40B4-BE49-F238E27FC236}">
                      <a16:creationId xmlns:a16="http://schemas.microsoft.com/office/drawing/2014/main" id="{F54EB905-C488-42C9-837E-3153C8C9A737}"/>
                    </a:ext>
                  </a:extLst>
                </p:cNvPr>
                <p:cNvSpPr/>
                <p:nvPr/>
              </p:nvSpPr>
              <p:spPr>
                <a:xfrm>
                  <a:off x="5903107" y="2069546"/>
                  <a:ext cx="6969" cy="32051"/>
                </a:xfrm>
                <a:custGeom>
                  <a:avLst/>
                  <a:gdLst>
                    <a:gd name="connsiteX0" fmla="*/ 3511 w 6969"/>
                    <a:gd name="connsiteY0" fmla="*/ 0 h 32051"/>
                    <a:gd name="connsiteX1" fmla="*/ 6969 w 6969"/>
                    <a:gd name="connsiteY1" fmla="*/ 16048 h 32051"/>
                    <a:gd name="connsiteX2" fmla="*/ 3200 w 6969"/>
                    <a:gd name="connsiteY2" fmla="*/ 32051 h 32051"/>
                    <a:gd name="connsiteX3" fmla="*/ 9 w 6969"/>
                    <a:gd name="connsiteY3" fmla="*/ 16004 h 32051"/>
                    <a:gd name="connsiteX4" fmla="*/ 3511 w 6969"/>
                    <a:gd name="connsiteY4" fmla="*/ 0 h 32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69" h="32051">
                      <a:moveTo>
                        <a:pt x="3511" y="0"/>
                      </a:moveTo>
                      <a:cubicBezTo>
                        <a:pt x="5417" y="0"/>
                        <a:pt x="7013" y="7182"/>
                        <a:pt x="6969" y="16048"/>
                      </a:cubicBezTo>
                      <a:cubicBezTo>
                        <a:pt x="6880" y="24914"/>
                        <a:pt x="5151" y="32096"/>
                        <a:pt x="3200" y="32051"/>
                      </a:cubicBezTo>
                      <a:cubicBezTo>
                        <a:pt x="1294" y="32007"/>
                        <a:pt x="-124" y="24825"/>
                        <a:pt x="9" y="16004"/>
                      </a:cubicBezTo>
                      <a:cubicBezTo>
                        <a:pt x="53" y="7182"/>
                        <a:pt x="1605" y="0"/>
                        <a:pt x="3511" y="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31" name="Forme libre : forme 24730">
                  <a:extLst>
                    <a:ext uri="{FF2B5EF4-FFF2-40B4-BE49-F238E27FC236}">
                      <a16:creationId xmlns:a16="http://schemas.microsoft.com/office/drawing/2014/main" id="{F1653AF8-3DAC-4A55-9180-8F07F374F9BF}"/>
                    </a:ext>
                  </a:extLst>
                </p:cNvPr>
                <p:cNvSpPr/>
                <p:nvPr/>
              </p:nvSpPr>
              <p:spPr>
                <a:xfrm>
                  <a:off x="5903559" y="2078324"/>
                  <a:ext cx="6516" cy="23229"/>
                </a:xfrm>
                <a:custGeom>
                  <a:avLst/>
                  <a:gdLst>
                    <a:gd name="connsiteX0" fmla="*/ 0 w 6516"/>
                    <a:gd name="connsiteY0" fmla="*/ 16136 h 23229"/>
                    <a:gd name="connsiteX1" fmla="*/ 2748 w 6516"/>
                    <a:gd name="connsiteY1" fmla="*/ 23229 h 23229"/>
                    <a:gd name="connsiteX2" fmla="*/ 6517 w 6516"/>
                    <a:gd name="connsiteY2" fmla="*/ 7226 h 23229"/>
                    <a:gd name="connsiteX3" fmla="*/ 6206 w 6516"/>
                    <a:gd name="connsiteY3" fmla="*/ 0 h 23229"/>
                    <a:gd name="connsiteX4" fmla="*/ 5940 w 6516"/>
                    <a:gd name="connsiteY4" fmla="*/ 3990 h 23229"/>
                    <a:gd name="connsiteX5" fmla="*/ 0 w 6516"/>
                    <a:gd name="connsiteY5" fmla="*/ 16136 h 23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516" h="23229">
                      <a:moveTo>
                        <a:pt x="0" y="16136"/>
                      </a:moveTo>
                      <a:cubicBezTo>
                        <a:pt x="576" y="20392"/>
                        <a:pt x="1552" y="23185"/>
                        <a:pt x="2748" y="23229"/>
                      </a:cubicBezTo>
                      <a:cubicBezTo>
                        <a:pt x="4699" y="23274"/>
                        <a:pt x="6428" y="16136"/>
                        <a:pt x="6517" y="7226"/>
                      </a:cubicBezTo>
                      <a:cubicBezTo>
                        <a:pt x="6517" y="4610"/>
                        <a:pt x="6428" y="2172"/>
                        <a:pt x="6206" y="0"/>
                      </a:cubicBezTo>
                      <a:cubicBezTo>
                        <a:pt x="6162" y="1330"/>
                        <a:pt x="6118" y="2660"/>
                        <a:pt x="5940" y="3990"/>
                      </a:cubicBezTo>
                      <a:cubicBezTo>
                        <a:pt x="4832" y="11127"/>
                        <a:pt x="2305" y="16757"/>
                        <a:pt x="0" y="16136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32" name="Forme libre : forme 24731">
                  <a:extLst>
                    <a:ext uri="{FF2B5EF4-FFF2-40B4-BE49-F238E27FC236}">
                      <a16:creationId xmlns:a16="http://schemas.microsoft.com/office/drawing/2014/main" id="{F366820E-EA90-4909-8BE4-0A285D548722}"/>
                    </a:ext>
                  </a:extLst>
                </p:cNvPr>
                <p:cNvSpPr/>
                <p:nvPr/>
              </p:nvSpPr>
              <p:spPr>
                <a:xfrm>
                  <a:off x="5903910" y="2067906"/>
                  <a:ext cx="6967" cy="32051"/>
                </a:xfrm>
                <a:custGeom>
                  <a:avLst/>
                  <a:gdLst>
                    <a:gd name="connsiteX0" fmla="*/ 3506 w 6967"/>
                    <a:gd name="connsiteY0" fmla="*/ 0 h 32051"/>
                    <a:gd name="connsiteX1" fmla="*/ 6964 w 6967"/>
                    <a:gd name="connsiteY1" fmla="*/ 16048 h 32051"/>
                    <a:gd name="connsiteX2" fmla="*/ 3240 w 6967"/>
                    <a:gd name="connsiteY2" fmla="*/ 32051 h 32051"/>
                    <a:gd name="connsiteX3" fmla="*/ 4 w 6967"/>
                    <a:gd name="connsiteY3" fmla="*/ 16003 h 32051"/>
                    <a:gd name="connsiteX4" fmla="*/ 3506 w 6967"/>
                    <a:gd name="connsiteY4" fmla="*/ 0 h 32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67" h="32051">
                      <a:moveTo>
                        <a:pt x="3506" y="0"/>
                      </a:moveTo>
                      <a:cubicBezTo>
                        <a:pt x="5412" y="0"/>
                        <a:pt x="7053" y="7182"/>
                        <a:pt x="6964" y="16048"/>
                      </a:cubicBezTo>
                      <a:cubicBezTo>
                        <a:pt x="6875" y="24914"/>
                        <a:pt x="5191" y="32096"/>
                        <a:pt x="3240" y="32051"/>
                      </a:cubicBezTo>
                      <a:cubicBezTo>
                        <a:pt x="1334" y="32007"/>
                        <a:pt x="-85" y="24825"/>
                        <a:pt x="4" y="16003"/>
                      </a:cubicBezTo>
                      <a:cubicBezTo>
                        <a:pt x="48" y="7182"/>
                        <a:pt x="1555" y="44"/>
                        <a:pt x="3506" y="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33" name="Forme libre : forme 24732">
                  <a:extLst>
                    <a:ext uri="{FF2B5EF4-FFF2-40B4-BE49-F238E27FC236}">
                      <a16:creationId xmlns:a16="http://schemas.microsoft.com/office/drawing/2014/main" id="{194375DD-A60D-4053-8695-F64A846519D2}"/>
                    </a:ext>
                  </a:extLst>
                </p:cNvPr>
                <p:cNvSpPr/>
                <p:nvPr/>
              </p:nvSpPr>
              <p:spPr>
                <a:xfrm>
                  <a:off x="5900600" y="2075263"/>
                  <a:ext cx="13377" cy="40022"/>
                </a:xfrm>
                <a:custGeom>
                  <a:avLst/>
                  <a:gdLst>
                    <a:gd name="connsiteX0" fmla="*/ 5752 w 13377"/>
                    <a:gd name="connsiteY0" fmla="*/ 39900 h 40022"/>
                    <a:gd name="connsiteX1" fmla="*/ 9032 w 13377"/>
                    <a:gd name="connsiteY1" fmla="*/ 38925 h 40022"/>
                    <a:gd name="connsiteX2" fmla="*/ 13022 w 13377"/>
                    <a:gd name="connsiteY2" fmla="*/ 22788 h 40022"/>
                    <a:gd name="connsiteX3" fmla="*/ 12800 w 13377"/>
                    <a:gd name="connsiteY3" fmla="*/ 5854 h 40022"/>
                    <a:gd name="connsiteX4" fmla="*/ 9697 w 13377"/>
                    <a:gd name="connsiteY4" fmla="*/ 401 h 40022"/>
                    <a:gd name="connsiteX5" fmla="*/ 8013 w 13377"/>
                    <a:gd name="connsiteY5" fmla="*/ 6031 h 40022"/>
                    <a:gd name="connsiteX6" fmla="*/ 4023 w 13377"/>
                    <a:gd name="connsiteY6" fmla="*/ 19641 h 40022"/>
                    <a:gd name="connsiteX7" fmla="*/ 77 w 13377"/>
                    <a:gd name="connsiteY7" fmla="*/ 35467 h 40022"/>
                    <a:gd name="connsiteX8" fmla="*/ 5752 w 13377"/>
                    <a:gd name="connsiteY8" fmla="*/ 39900 h 40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377" h="40022">
                      <a:moveTo>
                        <a:pt x="5752" y="39900"/>
                      </a:moveTo>
                      <a:cubicBezTo>
                        <a:pt x="6860" y="40033"/>
                        <a:pt x="7968" y="40166"/>
                        <a:pt x="9032" y="38925"/>
                      </a:cubicBezTo>
                      <a:cubicBezTo>
                        <a:pt x="11116" y="36531"/>
                        <a:pt x="12401" y="29615"/>
                        <a:pt x="13022" y="22788"/>
                      </a:cubicBezTo>
                      <a:cubicBezTo>
                        <a:pt x="13465" y="17158"/>
                        <a:pt x="13598" y="10996"/>
                        <a:pt x="12800" y="5854"/>
                      </a:cubicBezTo>
                      <a:cubicBezTo>
                        <a:pt x="12224" y="2041"/>
                        <a:pt x="10894" y="-1151"/>
                        <a:pt x="9697" y="401"/>
                      </a:cubicBezTo>
                      <a:cubicBezTo>
                        <a:pt x="8944" y="1376"/>
                        <a:pt x="8500" y="3814"/>
                        <a:pt x="8013" y="6031"/>
                      </a:cubicBezTo>
                      <a:cubicBezTo>
                        <a:pt x="6949" y="11218"/>
                        <a:pt x="5574" y="15828"/>
                        <a:pt x="4023" y="19641"/>
                      </a:cubicBezTo>
                      <a:cubicBezTo>
                        <a:pt x="2737" y="22877"/>
                        <a:pt x="-543" y="28773"/>
                        <a:pt x="77" y="35467"/>
                      </a:cubicBezTo>
                      <a:cubicBezTo>
                        <a:pt x="521" y="41540"/>
                        <a:pt x="4200" y="39722"/>
                        <a:pt x="5752" y="3990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34" name="Forme libre : forme 24733">
                  <a:extLst>
                    <a:ext uri="{FF2B5EF4-FFF2-40B4-BE49-F238E27FC236}">
                      <a16:creationId xmlns:a16="http://schemas.microsoft.com/office/drawing/2014/main" id="{3AD80F19-D4CF-4586-8695-605F4B5C00E0}"/>
                    </a:ext>
                  </a:extLst>
                </p:cNvPr>
                <p:cNvSpPr/>
                <p:nvPr/>
              </p:nvSpPr>
              <p:spPr>
                <a:xfrm>
                  <a:off x="5900807" y="2095354"/>
                  <a:ext cx="3328" cy="13114"/>
                </a:xfrm>
                <a:custGeom>
                  <a:avLst/>
                  <a:gdLst>
                    <a:gd name="connsiteX0" fmla="*/ 1865 w 3328"/>
                    <a:gd name="connsiteY0" fmla="*/ 12317 h 13114"/>
                    <a:gd name="connsiteX1" fmla="*/ 2575 w 3328"/>
                    <a:gd name="connsiteY1" fmla="*/ 13115 h 13114"/>
                    <a:gd name="connsiteX2" fmla="*/ 3240 w 3328"/>
                    <a:gd name="connsiteY2" fmla="*/ 11918 h 13114"/>
                    <a:gd name="connsiteX3" fmla="*/ 3284 w 3328"/>
                    <a:gd name="connsiteY3" fmla="*/ 9569 h 13114"/>
                    <a:gd name="connsiteX4" fmla="*/ 2708 w 3328"/>
                    <a:gd name="connsiteY4" fmla="*/ 3894 h 13114"/>
                    <a:gd name="connsiteX5" fmla="*/ 2309 w 3328"/>
                    <a:gd name="connsiteY5" fmla="*/ 1855 h 13114"/>
                    <a:gd name="connsiteX6" fmla="*/ 3 w 3328"/>
                    <a:gd name="connsiteY6" fmla="*/ 3495 h 13114"/>
                    <a:gd name="connsiteX7" fmla="*/ 1865 w 3328"/>
                    <a:gd name="connsiteY7" fmla="*/ 12317 h 13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28" h="13114">
                      <a:moveTo>
                        <a:pt x="1865" y="12317"/>
                      </a:moveTo>
                      <a:cubicBezTo>
                        <a:pt x="2087" y="12760"/>
                        <a:pt x="2309" y="13115"/>
                        <a:pt x="2575" y="13115"/>
                      </a:cubicBezTo>
                      <a:cubicBezTo>
                        <a:pt x="2841" y="13115"/>
                        <a:pt x="3107" y="12716"/>
                        <a:pt x="3240" y="11918"/>
                      </a:cubicBezTo>
                      <a:cubicBezTo>
                        <a:pt x="3373" y="11209"/>
                        <a:pt x="3328" y="10366"/>
                        <a:pt x="3284" y="9569"/>
                      </a:cubicBezTo>
                      <a:cubicBezTo>
                        <a:pt x="3151" y="7618"/>
                        <a:pt x="2974" y="5712"/>
                        <a:pt x="2708" y="3894"/>
                      </a:cubicBezTo>
                      <a:cubicBezTo>
                        <a:pt x="2619" y="3140"/>
                        <a:pt x="2486" y="2431"/>
                        <a:pt x="2309" y="1855"/>
                      </a:cubicBezTo>
                      <a:cubicBezTo>
                        <a:pt x="1555" y="-583"/>
                        <a:pt x="-85" y="-1160"/>
                        <a:pt x="3" y="3495"/>
                      </a:cubicBezTo>
                      <a:cubicBezTo>
                        <a:pt x="136" y="7086"/>
                        <a:pt x="979" y="10588"/>
                        <a:pt x="1865" y="1231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35" name="Forme libre : forme 24734">
                  <a:extLst>
                    <a:ext uri="{FF2B5EF4-FFF2-40B4-BE49-F238E27FC236}">
                      <a16:creationId xmlns:a16="http://schemas.microsoft.com/office/drawing/2014/main" id="{5B958564-E160-4E9F-A8F8-81565DD38E9F}"/>
                    </a:ext>
                  </a:extLst>
                </p:cNvPr>
                <p:cNvSpPr/>
                <p:nvPr/>
              </p:nvSpPr>
              <p:spPr>
                <a:xfrm>
                  <a:off x="5907903" y="2057171"/>
                  <a:ext cx="7137" cy="19556"/>
                </a:xfrm>
                <a:custGeom>
                  <a:avLst/>
                  <a:gdLst>
                    <a:gd name="connsiteX0" fmla="*/ 0 w 7137"/>
                    <a:gd name="connsiteY0" fmla="*/ 6 h 19556"/>
                    <a:gd name="connsiteX1" fmla="*/ 7137 w 7137"/>
                    <a:gd name="connsiteY1" fmla="*/ 19556 h 19556"/>
                    <a:gd name="connsiteX2" fmla="*/ 0 w 7137"/>
                    <a:gd name="connsiteY2" fmla="*/ 6 h 1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37" h="19556">
                      <a:moveTo>
                        <a:pt x="0" y="6"/>
                      </a:moveTo>
                      <a:cubicBezTo>
                        <a:pt x="0" y="6"/>
                        <a:pt x="5408" y="-924"/>
                        <a:pt x="7137" y="19556"/>
                      </a:cubicBezTo>
                      <a:cubicBezTo>
                        <a:pt x="7137" y="19601"/>
                        <a:pt x="5497" y="3775"/>
                        <a:pt x="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36" name="Forme libre : forme 24735">
                  <a:extLst>
                    <a:ext uri="{FF2B5EF4-FFF2-40B4-BE49-F238E27FC236}">
                      <a16:creationId xmlns:a16="http://schemas.microsoft.com/office/drawing/2014/main" id="{6AA401D7-1CD2-4BD6-9902-802264ADA3D9}"/>
                    </a:ext>
                  </a:extLst>
                </p:cNvPr>
                <p:cNvSpPr/>
                <p:nvPr/>
              </p:nvSpPr>
              <p:spPr>
                <a:xfrm>
                  <a:off x="5897175" y="2101686"/>
                  <a:ext cx="5896" cy="22298"/>
                </a:xfrm>
                <a:custGeom>
                  <a:avLst/>
                  <a:gdLst>
                    <a:gd name="connsiteX0" fmla="*/ 1 w 5896"/>
                    <a:gd name="connsiteY0" fmla="*/ 0 h 22298"/>
                    <a:gd name="connsiteX1" fmla="*/ 621 w 5896"/>
                    <a:gd name="connsiteY1" fmla="*/ 10196 h 22298"/>
                    <a:gd name="connsiteX2" fmla="*/ 5897 w 5896"/>
                    <a:gd name="connsiteY2" fmla="*/ 22298 h 22298"/>
                    <a:gd name="connsiteX3" fmla="*/ 1 w 5896"/>
                    <a:gd name="connsiteY3" fmla="*/ 0 h 2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96" h="22298">
                      <a:moveTo>
                        <a:pt x="1" y="0"/>
                      </a:moveTo>
                      <a:cubicBezTo>
                        <a:pt x="1" y="0"/>
                        <a:pt x="-44" y="4965"/>
                        <a:pt x="621" y="10196"/>
                      </a:cubicBezTo>
                      <a:cubicBezTo>
                        <a:pt x="1286" y="15471"/>
                        <a:pt x="2705" y="21013"/>
                        <a:pt x="5897" y="22298"/>
                      </a:cubicBezTo>
                      <a:cubicBezTo>
                        <a:pt x="5852" y="22298"/>
                        <a:pt x="533" y="17998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37" name="Forme libre : forme 24736">
                  <a:extLst>
                    <a:ext uri="{FF2B5EF4-FFF2-40B4-BE49-F238E27FC236}">
                      <a16:creationId xmlns:a16="http://schemas.microsoft.com/office/drawing/2014/main" id="{92ABC661-C048-4DE7-AB59-E3FD641EEA41}"/>
                    </a:ext>
                  </a:extLst>
                </p:cNvPr>
                <p:cNvSpPr/>
                <p:nvPr/>
              </p:nvSpPr>
              <p:spPr>
                <a:xfrm>
                  <a:off x="5903819" y="2076338"/>
                  <a:ext cx="2493" cy="11994"/>
                </a:xfrm>
                <a:custGeom>
                  <a:avLst/>
                  <a:gdLst>
                    <a:gd name="connsiteX0" fmla="*/ 1911 w 2493"/>
                    <a:gd name="connsiteY0" fmla="*/ 124 h 11994"/>
                    <a:gd name="connsiteX1" fmla="*/ 2311 w 2493"/>
                    <a:gd name="connsiteY1" fmla="*/ 7217 h 11994"/>
                    <a:gd name="connsiteX2" fmla="*/ 582 w 2493"/>
                    <a:gd name="connsiteY2" fmla="*/ 11871 h 11994"/>
                    <a:gd name="connsiteX3" fmla="*/ 183 w 2493"/>
                    <a:gd name="connsiteY3" fmla="*/ 4778 h 11994"/>
                    <a:gd name="connsiteX4" fmla="*/ 1911 w 2493"/>
                    <a:gd name="connsiteY4" fmla="*/ 124 h 11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3" h="11994">
                      <a:moveTo>
                        <a:pt x="1911" y="124"/>
                      </a:moveTo>
                      <a:cubicBezTo>
                        <a:pt x="2488" y="789"/>
                        <a:pt x="2665" y="3980"/>
                        <a:pt x="2311" y="7217"/>
                      </a:cubicBezTo>
                      <a:cubicBezTo>
                        <a:pt x="1956" y="10453"/>
                        <a:pt x="1158" y="12536"/>
                        <a:pt x="582" y="11871"/>
                      </a:cubicBezTo>
                      <a:cubicBezTo>
                        <a:pt x="5" y="11206"/>
                        <a:pt x="-172" y="8015"/>
                        <a:pt x="183" y="4778"/>
                      </a:cubicBezTo>
                      <a:cubicBezTo>
                        <a:pt x="537" y="1542"/>
                        <a:pt x="1291" y="-541"/>
                        <a:pt x="1911" y="12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38" name="Forme libre : forme 24737">
                  <a:extLst>
                    <a:ext uri="{FF2B5EF4-FFF2-40B4-BE49-F238E27FC236}">
                      <a16:creationId xmlns:a16="http://schemas.microsoft.com/office/drawing/2014/main" id="{79417103-9F7D-4D10-877A-F23EC5060C10}"/>
                    </a:ext>
                  </a:extLst>
                </p:cNvPr>
                <p:cNvSpPr/>
                <p:nvPr/>
              </p:nvSpPr>
              <p:spPr>
                <a:xfrm>
                  <a:off x="5904889" y="2074733"/>
                  <a:ext cx="1019" cy="3280"/>
                </a:xfrm>
                <a:custGeom>
                  <a:avLst/>
                  <a:gdLst>
                    <a:gd name="connsiteX0" fmla="*/ 532 w 1019"/>
                    <a:gd name="connsiteY0" fmla="*/ 0 h 3280"/>
                    <a:gd name="connsiteX1" fmla="*/ 1020 w 1019"/>
                    <a:gd name="connsiteY1" fmla="*/ 1640 h 3280"/>
                    <a:gd name="connsiteX2" fmla="*/ 488 w 1019"/>
                    <a:gd name="connsiteY2" fmla="*/ 3280 h 3280"/>
                    <a:gd name="connsiteX3" fmla="*/ 0 w 1019"/>
                    <a:gd name="connsiteY3" fmla="*/ 1640 h 3280"/>
                    <a:gd name="connsiteX4" fmla="*/ 532 w 1019"/>
                    <a:gd name="connsiteY4" fmla="*/ 0 h 3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9" h="3280">
                      <a:moveTo>
                        <a:pt x="532" y="0"/>
                      </a:moveTo>
                      <a:cubicBezTo>
                        <a:pt x="798" y="0"/>
                        <a:pt x="1020" y="754"/>
                        <a:pt x="1020" y="1640"/>
                      </a:cubicBezTo>
                      <a:cubicBezTo>
                        <a:pt x="1020" y="2571"/>
                        <a:pt x="798" y="3280"/>
                        <a:pt x="488" y="3280"/>
                      </a:cubicBezTo>
                      <a:cubicBezTo>
                        <a:pt x="222" y="3280"/>
                        <a:pt x="0" y="2527"/>
                        <a:pt x="0" y="1640"/>
                      </a:cubicBezTo>
                      <a:cubicBezTo>
                        <a:pt x="44" y="754"/>
                        <a:pt x="266" y="0"/>
                        <a:pt x="53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39" name="Forme libre : forme 24738">
                  <a:extLst>
                    <a:ext uri="{FF2B5EF4-FFF2-40B4-BE49-F238E27FC236}">
                      <a16:creationId xmlns:a16="http://schemas.microsoft.com/office/drawing/2014/main" id="{589CA173-A288-4D6C-B18A-095850F5C5B2}"/>
                    </a:ext>
                  </a:extLst>
                </p:cNvPr>
                <p:cNvSpPr/>
                <p:nvPr/>
              </p:nvSpPr>
              <p:spPr>
                <a:xfrm>
                  <a:off x="5898308" y="2060270"/>
                  <a:ext cx="8984" cy="28095"/>
                </a:xfrm>
                <a:custGeom>
                  <a:avLst/>
                  <a:gdLst>
                    <a:gd name="connsiteX0" fmla="*/ 3256 w 8984"/>
                    <a:gd name="connsiteY0" fmla="*/ 2404 h 28095"/>
                    <a:gd name="connsiteX1" fmla="*/ 7600 w 8984"/>
                    <a:gd name="connsiteY1" fmla="*/ 11 h 28095"/>
                    <a:gd name="connsiteX2" fmla="*/ 8974 w 8984"/>
                    <a:gd name="connsiteY2" fmla="*/ 2360 h 28095"/>
                    <a:gd name="connsiteX3" fmla="*/ 8132 w 8984"/>
                    <a:gd name="connsiteY3" fmla="*/ 5951 h 28095"/>
                    <a:gd name="connsiteX4" fmla="*/ 4098 w 8984"/>
                    <a:gd name="connsiteY4" fmla="*/ 13265 h 28095"/>
                    <a:gd name="connsiteX5" fmla="*/ 773 w 8984"/>
                    <a:gd name="connsiteY5" fmla="*/ 27717 h 28095"/>
                    <a:gd name="connsiteX6" fmla="*/ 773 w 8984"/>
                    <a:gd name="connsiteY6" fmla="*/ 9586 h 28095"/>
                    <a:gd name="connsiteX7" fmla="*/ 3256 w 8984"/>
                    <a:gd name="connsiteY7" fmla="*/ 2404 h 28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984" h="28095">
                      <a:moveTo>
                        <a:pt x="3256" y="2404"/>
                      </a:moveTo>
                      <a:cubicBezTo>
                        <a:pt x="4586" y="365"/>
                        <a:pt x="6137" y="-78"/>
                        <a:pt x="7600" y="11"/>
                      </a:cubicBezTo>
                      <a:cubicBezTo>
                        <a:pt x="8132" y="55"/>
                        <a:pt x="8841" y="542"/>
                        <a:pt x="8974" y="2360"/>
                      </a:cubicBezTo>
                      <a:cubicBezTo>
                        <a:pt x="9063" y="4000"/>
                        <a:pt x="8575" y="5242"/>
                        <a:pt x="8132" y="5951"/>
                      </a:cubicBezTo>
                      <a:cubicBezTo>
                        <a:pt x="6714" y="8167"/>
                        <a:pt x="5073" y="9364"/>
                        <a:pt x="4098" y="13265"/>
                      </a:cubicBezTo>
                      <a:cubicBezTo>
                        <a:pt x="3522" y="15704"/>
                        <a:pt x="2192" y="30643"/>
                        <a:pt x="773" y="27717"/>
                      </a:cubicBezTo>
                      <a:cubicBezTo>
                        <a:pt x="-601" y="24836"/>
                        <a:pt x="153" y="13132"/>
                        <a:pt x="773" y="9586"/>
                      </a:cubicBezTo>
                      <a:cubicBezTo>
                        <a:pt x="1349" y="6439"/>
                        <a:pt x="2236" y="3956"/>
                        <a:pt x="3256" y="240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53" name="Graphique 2">
                <a:extLst>
                  <a:ext uri="{FF2B5EF4-FFF2-40B4-BE49-F238E27FC236}">
                    <a16:creationId xmlns:a16="http://schemas.microsoft.com/office/drawing/2014/main" id="{9BD220B1-F55D-4930-A0EA-77D61685ED58}"/>
                  </a:ext>
                </a:extLst>
              </p:cNvPr>
              <p:cNvGrpSpPr/>
              <p:nvPr/>
            </p:nvGrpSpPr>
            <p:grpSpPr>
              <a:xfrm>
                <a:off x="5895814" y="1984607"/>
                <a:ext cx="19111" cy="70487"/>
                <a:chOff x="5895814" y="1984607"/>
                <a:chExt cx="19111" cy="70487"/>
              </a:xfrm>
              <a:solidFill>
                <a:schemeClr val="accent1"/>
              </a:solidFill>
            </p:grpSpPr>
            <p:sp>
              <p:nvSpPr>
                <p:cNvPr id="24716" name="Forme libre : forme 24715">
                  <a:extLst>
                    <a:ext uri="{FF2B5EF4-FFF2-40B4-BE49-F238E27FC236}">
                      <a16:creationId xmlns:a16="http://schemas.microsoft.com/office/drawing/2014/main" id="{651051E7-FF5E-4F0E-A921-ADF5E5DC02D6}"/>
                    </a:ext>
                  </a:extLst>
                </p:cNvPr>
                <p:cNvSpPr/>
                <p:nvPr/>
              </p:nvSpPr>
              <p:spPr>
                <a:xfrm>
                  <a:off x="5895814" y="1984607"/>
                  <a:ext cx="19111" cy="70486"/>
                </a:xfrm>
                <a:custGeom>
                  <a:avLst/>
                  <a:gdLst>
                    <a:gd name="connsiteX0" fmla="*/ 18385 w 19111"/>
                    <a:gd name="connsiteY0" fmla="*/ 21989 h 70486"/>
                    <a:gd name="connsiteX1" fmla="*/ 19094 w 19111"/>
                    <a:gd name="connsiteY1" fmla="*/ 48100 h 70486"/>
                    <a:gd name="connsiteX2" fmla="*/ 12799 w 19111"/>
                    <a:gd name="connsiteY2" fmla="*/ 70443 h 70486"/>
                    <a:gd name="connsiteX3" fmla="*/ 7745 w 19111"/>
                    <a:gd name="connsiteY3" fmla="*/ 70487 h 70486"/>
                    <a:gd name="connsiteX4" fmla="*/ 697 w 19111"/>
                    <a:gd name="connsiteY4" fmla="*/ 48499 h 70486"/>
                    <a:gd name="connsiteX5" fmla="*/ 32 w 19111"/>
                    <a:gd name="connsiteY5" fmla="*/ 22521 h 70486"/>
                    <a:gd name="connsiteX6" fmla="*/ 5972 w 19111"/>
                    <a:gd name="connsiteY6" fmla="*/ 178 h 70486"/>
                    <a:gd name="connsiteX7" fmla="*/ 11026 w 19111"/>
                    <a:gd name="connsiteY7" fmla="*/ 1 h 70486"/>
                    <a:gd name="connsiteX8" fmla="*/ 18385 w 19111"/>
                    <a:gd name="connsiteY8" fmla="*/ 21989 h 70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111" h="70486">
                      <a:moveTo>
                        <a:pt x="18385" y="21989"/>
                      </a:moveTo>
                      <a:lnTo>
                        <a:pt x="19094" y="48100"/>
                      </a:lnTo>
                      <a:cubicBezTo>
                        <a:pt x="19360" y="60335"/>
                        <a:pt x="16478" y="70398"/>
                        <a:pt x="12799" y="70443"/>
                      </a:cubicBezTo>
                      <a:lnTo>
                        <a:pt x="7745" y="70487"/>
                      </a:lnTo>
                      <a:cubicBezTo>
                        <a:pt x="4066" y="70531"/>
                        <a:pt x="963" y="60645"/>
                        <a:pt x="697" y="48499"/>
                      </a:cubicBezTo>
                      <a:lnTo>
                        <a:pt x="32" y="22521"/>
                      </a:lnTo>
                      <a:cubicBezTo>
                        <a:pt x="-323" y="10374"/>
                        <a:pt x="2337" y="311"/>
                        <a:pt x="5972" y="178"/>
                      </a:cubicBezTo>
                      <a:lnTo>
                        <a:pt x="11026" y="1"/>
                      </a:lnTo>
                      <a:cubicBezTo>
                        <a:pt x="14705" y="-88"/>
                        <a:pt x="18030" y="9798"/>
                        <a:pt x="18385" y="21989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17" name="Forme libre : forme 24716">
                  <a:extLst>
                    <a:ext uri="{FF2B5EF4-FFF2-40B4-BE49-F238E27FC236}">
                      <a16:creationId xmlns:a16="http://schemas.microsoft.com/office/drawing/2014/main" id="{D6BA829C-E263-4D8B-A11A-92B482D2E6D8}"/>
                    </a:ext>
                  </a:extLst>
                </p:cNvPr>
                <p:cNvSpPr/>
                <p:nvPr/>
              </p:nvSpPr>
              <p:spPr>
                <a:xfrm>
                  <a:off x="5906440" y="1984607"/>
                  <a:ext cx="8484" cy="70443"/>
                </a:xfrm>
                <a:custGeom>
                  <a:avLst/>
                  <a:gdLst>
                    <a:gd name="connsiteX0" fmla="*/ 2305 w 8484"/>
                    <a:gd name="connsiteY0" fmla="*/ 43623 h 70443"/>
                    <a:gd name="connsiteX1" fmla="*/ 0 w 8484"/>
                    <a:gd name="connsiteY1" fmla="*/ 70443 h 70443"/>
                    <a:gd name="connsiteX2" fmla="*/ 2172 w 8484"/>
                    <a:gd name="connsiteY2" fmla="*/ 70399 h 70443"/>
                    <a:gd name="connsiteX3" fmla="*/ 8467 w 8484"/>
                    <a:gd name="connsiteY3" fmla="*/ 48056 h 70443"/>
                    <a:gd name="connsiteX4" fmla="*/ 7758 w 8484"/>
                    <a:gd name="connsiteY4" fmla="*/ 21945 h 70443"/>
                    <a:gd name="connsiteX5" fmla="*/ 399 w 8484"/>
                    <a:gd name="connsiteY5" fmla="*/ 1 h 70443"/>
                    <a:gd name="connsiteX6" fmla="*/ 222 w 8484"/>
                    <a:gd name="connsiteY6" fmla="*/ 1 h 70443"/>
                    <a:gd name="connsiteX7" fmla="*/ 2305 w 8484"/>
                    <a:gd name="connsiteY7" fmla="*/ 43623 h 70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84" h="70443">
                      <a:moveTo>
                        <a:pt x="2305" y="43623"/>
                      </a:moveTo>
                      <a:cubicBezTo>
                        <a:pt x="3369" y="53952"/>
                        <a:pt x="2483" y="64680"/>
                        <a:pt x="0" y="70443"/>
                      </a:cubicBezTo>
                      <a:lnTo>
                        <a:pt x="2172" y="70399"/>
                      </a:lnTo>
                      <a:cubicBezTo>
                        <a:pt x="5852" y="70355"/>
                        <a:pt x="8733" y="60291"/>
                        <a:pt x="8467" y="48056"/>
                      </a:cubicBezTo>
                      <a:lnTo>
                        <a:pt x="7758" y="21945"/>
                      </a:lnTo>
                      <a:cubicBezTo>
                        <a:pt x="7403" y="9754"/>
                        <a:pt x="4034" y="-132"/>
                        <a:pt x="399" y="1"/>
                      </a:cubicBezTo>
                      <a:lnTo>
                        <a:pt x="222" y="1"/>
                      </a:lnTo>
                      <a:cubicBezTo>
                        <a:pt x="1108" y="14897"/>
                        <a:pt x="798" y="29038"/>
                        <a:pt x="2305" y="43623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18" name="Forme libre : forme 24717">
                  <a:extLst>
                    <a:ext uri="{FF2B5EF4-FFF2-40B4-BE49-F238E27FC236}">
                      <a16:creationId xmlns:a16="http://schemas.microsoft.com/office/drawing/2014/main" id="{5D3DCBA3-045D-4A52-BDF5-BEFA078E7903}"/>
                    </a:ext>
                  </a:extLst>
                </p:cNvPr>
                <p:cNvSpPr/>
                <p:nvPr/>
              </p:nvSpPr>
              <p:spPr>
                <a:xfrm>
                  <a:off x="5902160" y="1999193"/>
                  <a:ext cx="7016" cy="32007"/>
                </a:xfrm>
                <a:custGeom>
                  <a:avLst/>
                  <a:gdLst>
                    <a:gd name="connsiteX0" fmla="*/ 3039 w 7016"/>
                    <a:gd name="connsiteY0" fmla="*/ 0 h 32007"/>
                    <a:gd name="connsiteX1" fmla="*/ 6984 w 7016"/>
                    <a:gd name="connsiteY1" fmla="*/ 15915 h 32007"/>
                    <a:gd name="connsiteX2" fmla="*/ 3925 w 7016"/>
                    <a:gd name="connsiteY2" fmla="*/ 32007 h 32007"/>
                    <a:gd name="connsiteX3" fmla="*/ 24 w 7016"/>
                    <a:gd name="connsiteY3" fmla="*/ 16092 h 32007"/>
                    <a:gd name="connsiteX4" fmla="*/ 3039 w 7016"/>
                    <a:gd name="connsiteY4" fmla="*/ 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16" h="32007">
                      <a:moveTo>
                        <a:pt x="3039" y="0"/>
                      </a:moveTo>
                      <a:cubicBezTo>
                        <a:pt x="4945" y="-44"/>
                        <a:pt x="6762" y="7049"/>
                        <a:pt x="6984" y="15915"/>
                      </a:cubicBezTo>
                      <a:cubicBezTo>
                        <a:pt x="7250" y="24781"/>
                        <a:pt x="5831" y="31963"/>
                        <a:pt x="3925" y="32007"/>
                      </a:cubicBezTo>
                      <a:cubicBezTo>
                        <a:pt x="1975" y="32052"/>
                        <a:pt x="290" y="24914"/>
                        <a:pt x="24" y="16092"/>
                      </a:cubicBezTo>
                      <a:cubicBezTo>
                        <a:pt x="-197" y="7270"/>
                        <a:pt x="1132" y="89"/>
                        <a:pt x="3039" y="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19" name="Forme libre : forme 24718">
                  <a:extLst>
                    <a:ext uri="{FF2B5EF4-FFF2-40B4-BE49-F238E27FC236}">
                      <a16:creationId xmlns:a16="http://schemas.microsoft.com/office/drawing/2014/main" id="{A42AF86C-CB9A-49B1-B8F5-2677445BF10B}"/>
                    </a:ext>
                  </a:extLst>
                </p:cNvPr>
                <p:cNvSpPr/>
                <p:nvPr/>
              </p:nvSpPr>
              <p:spPr>
                <a:xfrm>
                  <a:off x="5903071" y="2007926"/>
                  <a:ext cx="6149" cy="23274"/>
                </a:xfrm>
                <a:custGeom>
                  <a:avLst/>
                  <a:gdLst>
                    <a:gd name="connsiteX0" fmla="*/ 0 w 6149"/>
                    <a:gd name="connsiteY0" fmla="*/ 16314 h 23274"/>
                    <a:gd name="connsiteX1" fmla="*/ 3059 w 6149"/>
                    <a:gd name="connsiteY1" fmla="*/ 23274 h 23274"/>
                    <a:gd name="connsiteX2" fmla="*/ 6118 w 6149"/>
                    <a:gd name="connsiteY2" fmla="*/ 7182 h 23274"/>
                    <a:gd name="connsiteX3" fmla="*/ 5541 w 6149"/>
                    <a:gd name="connsiteY3" fmla="*/ 0 h 23274"/>
                    <a:gd name="connsiteX4" fmla="*/ 5408 w 6149"/>
                    <a:gd name="connsiteY4" fmla="*/ 3990 h 23274"/>
                    <a:gd name="connsiteX5" fmla="*/ 0 w 6149"/>
                    <a:gd name="connsiteY5" fmla="*/ 16314 h 23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49" h="23274">
                      <a:moveTo>
                        <a:pt x="0" y="16314"/>
                      </a:moveTo>
                      <a:cubicBezTo>
                        <a:pt x="709" y="20525"/>
                        <a:pt x="1862" y="23318"/>
                        <a:pt x="3059" y="23274"/>
                      </a:cubicBezTo>
                      <a:cubicBezTo>
                        <a:pt x="4965" y="23229"/>
                        <a:pt x="6384" y="16003"/>
                        <a:pt x="6118" y="7182"/>
                      </a:cubicBezTo>
                      <a:cubicBezTo>
                        <a:pt x="6029" y="4610"/>
                        <a:pt x="5852" y="2172"/>
                        <a:pt x="5541" y="0"/>
                      </a:cubicBezTo>
                      <a:cubicBezTo>
                        <a:pt x="5586" y="1330"/>
                        <a:pt x="5541" y="2660"/>
                        <a:pt x="5408" y="3990"/>
                      </a:cubicBezTo>
                      <a:cubicBezTo>
                        <a:pt x="4522" y="11083"/>
                        <a:pt x="2350" y="16801"/>
                        <a:pt x="0" y="1631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20" name="Forme libre : forme 24719">
                  <a:extLst>
                    <a:ext uri="{FF2B5EF4-FFF2-40B4-BE49-F238E27FC236}">
                      <a16:creationId xmlns:a16="http://schemas.microsoft.com/office/drawing/2014/main" id="{23D46EC7-C022-4EE1-8A5F-64131A6FF56F}"/>
                    </a:ext>
                  </a:extLst>
                </p:cNvPr>
                <p:cNvSpPr/>
                <p:nvPr/>
              </p:nvSpPr>
              <p:spPr>
                <a:xfrm>
                  <a:off x="5902904" y="1997553"/>
                  <a:ext cx="7025" cy="32007"/>
                </a:xfrm>
                <a:custGeom>
                  <a:avLst/>
                  <a:gdLst>
                    <a:gd name="connsiteX0" fmla="*/ 3048 w 7025"/>
                    <a:gd name="connsiteY0" fmla="*/ 0 h 32007"/>
                    <a:gd name="connsiteX1" fmla="*/ 6994 w 7025"/>
                    <a:gd name="connsiteY1" fmla="*/ 15915 h 32007"/>
                    <a:gd name="connsiteX2" fmla="*/ 3935 w 7025"/>
                    <a:gd name="connsiteY2" fmla="*/ 32007 h 32007"/>
                    <a:gd name="connsiteX3" fmla="*/ 34 w 7025"/>
                    <a:gd name="connsiteY3" fmla="*/ 16092 h 32007"/>
                    <a:gd name="connsiteX4" fmla="*/ 3048 w 7025"/>
                    <a:gd name="connsiteY4" fmla="*/ 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25" h="32007">
                      <a:moveTo>
                        <a:pt x="3048" y="0"/>
                      </a:moveTo>
                      <a:cubicBezTo>
                        <a:pt x="4955" y="-44"/>
                        <a:pt x="6772" y="7049"/>
                        <a:pt x="6994" y="15915"/>
                      </a:cubicBezTo>
                      <a:cubicBezTo>
                        <a:pt x="7260" y="24781"/>
                        <a:pt x="5841" y="32007"/>
                        <a:pt x="3935" y="32007"/>
                      </a:cubicBezTo>
                      <a:cubicBezTo>
                        <a:pt x="1984" y="32051"/>
                        <a:pt x="300" y="24914"/>
                        <a:pt x="34" y="16092"/>
                      </a:cubicBezTo>
                      <a:cubicBezTo>
                        <a:pt x="-232" y="7270"/>
                        <a:pt x="1098" y="89"/>
                        <a:pt x="3048" y="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21" name="Forme libre : forme 24720">
                  <a:extLst>
                    <a:ext uri="{FF2B5EF4-FFF2-40B4-BE49-F238E27FC236}">
                      <a16:creationId xmlns:a16="http://schemas.microsoft.com/office/drawing/2014/main" id="{8AD7F3B1-B33A-4E9F-B64D-F43CBE5BC12E}"/>
                    </a:ext>
                  </a:extLst>
                </p:cNvPr>
                <p:cNvSpPr/>
                <p:nvPr/>
              </p:nvSpPr>
              <p:spPr>
                <a:xfrm>
                  <a:off x="5900705" y="2004886"/>
                  <a:ext cx="12514" cy="40169"/>
                </a:xfrm>
                <a:custGeom>
                  <a:avLst/>
                  <a:gdLst>
                    <a:gd name="connsiteX0" fmla="*/ 6134 w 12514"/>
                    <a:gd name="connsiteY0" fmla="*/ 39924 h 40169"/>
                    <a:gd name="connsiteX1" fmla="*/ 9326 w 12514"/>
                    <a:gd name="connsiteY1" fmla="*/ 38771 h 40169"/>
                    <a:gd name="connsiteX2" fmla="*/ 12429 w 12514"/>
                    <a:gd name="connsiteY2" fmla="*/ 22546 h 40169"/>
                    <a:gd name="connsiteX3" fmla="*/ 11542 w 12514"/>
                    <a:gd name="connsiteY3" fmla="*/ 5745 h 40169"/>
                    <a:gd name="connsiteX4" fmla="*/ 8262 w 12514"/>
                    <a:gd name="connsiteY4" fmla="*/ 425 h 40169"/>
                    <a:gd name="connsiteX5" fmla="*/ 6799 w 12514"/>
                    <a:gd name="connsiteY5" fmla="*/ 6055 h 40169"/>
                    <a:gd name="connsiteX6" fmla="*/ 3341 w 12514"/>
                    <a:gd name="connsiteY6" fmla="*/ 19842 h 40169"/>
                    <a:gd name="connsiteX7" fmla="*/ 194 w 12514"/>
                    <a:gd name="connsiteY7" fmla="*/ 35890 h 40169"/>
                    <a:gd name="connsiteX8" fmla="*/ 6134 w 12514"/>
                    <a:gd name="connsiteY8" fmla="*/ 39924 h 40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514" h="40169">
                      <a:moveTo>
                        <a:pt x="6134" y="39924"/>
                      </a:moveTo>
                      <a:cubicBezTo>
                        <a:pt x="7242" y="40012"/>
                        <a:pt x="8350" y="40101"/>
                        <a:pt x="9326" y="38771"/>
                      </a:cubicBezTo>
                      <a:cubicBezTo>
                        <a:pt x="11232" y="36289"/>
                        <a:pt x="12207" y="29329"/>
                        <a:pt x="12429" y="22546"/>
                      </a:cubicBezTo>
                      <a:cubicBezTo>
                        <a:pt x="12650" y="16916"/>
                        <a:pt x="12473" y="10798"/>
                        <a:pt x="11542" y="5745"/>
                      </a:cubicBezTo>
                      <a:cubicBezTo>
                        <a:pt x="10833" y="1977"/>
                        <a:pt x="9414" y="-1171"/>
                        <a:pt x="8262" y="425"/>
                      </a:cubicBezTo>
                      <a:cubicBezTo>
                        <a:pt x="7552" y="1400"/>
                        <a:pt x="7198" y="3883"/>
                        <a:pt x="6799" y="6055"/>
                      </a:cubicBezTo>
                      <a:cubicBezTo>
                        <a:pt x="5912" y="11286"/>
                        <a:pt x="4760" y="15941"/>
                        <a:pt x="3341" y="19842"/>
                      </a:cubicBezTo>
                      <a:cubicBezTo>
                        <a:pt x="2188" y="23167"/>
                        <a:pt x="-782" y="29196"/>
                        <a:pt x="194" y="35890"/>
                      </a:cubicBezTo>
                      <a:cubicBezTo>
                        <a:pt x="1080" y="41874"/>
                        <a:pt x="4627" y="39791"/>
                        <a:pt x="6134" y="3992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22" name="Forme libre : forme 24721">
                  <a:extLst>
                    <a:ext uri="{FF2B5EF4-FFF2-40B4-BE49-F238E27FC236}">
                      <a16:creationId xmlns:a16="http://schemas.microsoft.com/office/drawing/2014/main" id="{ED09B2D2-862F-4AD7-896C-A0D0ABA9270E}"/>
                    </a:ext>
                  </a:extLst>
                </p:cNvPr>
                <p:cNvSpPr/>
                <p:nvPr/>
              </p:nvSpPr>
              <p:spPr>
                <a:xfrm>
                  <a:off x="5900507" y="2025210"/>
                  <a:ext cx="3709" cy="13038"/>
                </a:xfrm>
                <a:custGeom>
                  <a:avLst/>
                  <a:gdLst>
                    <a:gd name="connsiteX0" fmla="*/ 2299 w 3709"/>
                    <a:gd name="connsiteY0" fmla="*/ 12285 h 13038"/>
                    <a:gd name="connsiteX1" fmla="*/ 3052 w 3709"/>
                    <a:gd name="connsiteY1" fmla="*/ 13039 h 13038"/>
                    <a:gd name="connsiteX2" fmla="*/ 3673 w 3709"/>
                    <a:gd name="connsiteY2" fmla="*/ 11798 h 13038"/>
                    <a:gd name="connsiteX3" fmla="*/ 3584 w 3709"/>
                    <a:gd name="connsiteY3" fmla="*/ 9448 h 13038"/>
                    <a:gd name="connsiteX4" fmla="*/ 2742 w 3709"/>
                    <a:gd name="connsiteY4" fmla="*/ 3818 h 13038"/>
                    <a:gd name="connsiteX5" fmla="*/ 2254 w 3709"/>
                    <a:gd name="connsiteY5" fmla="*/ 1779 h 13038"/>
                    <a:gd name="connsiteX6" fmla="*/ 38 w 3709"/>
                    <a:gd name="connsiteY6" fmla="*/ 3552 h 13038"/>
                    <a:gd name="connsiteX7" fmla="*/ 2299 w 3709"/>
                    <a:gd name="connsiteY7" fmla="*/ 12285 h 13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09" h="13038">
                      <a:moveTo>
                        <a:pt x="2299" y="12285"/>
                      </a:moveTo>
                      <a:cubicBezTo>
                        <a:pt x="2520" y="12684"/>
                        <a:pt x="2786" y="13039"/>
                        <a:pt x="3052" y="13039"/>
                      </a:cubicBezTo>
                      <a:cubicBezTo>
                        <a:pt x="3318" y="13039"/>
                        <a:pt x="3584" y="12596"/>
                        <a:pt x="3673" y="11798"/>
                      </a:cubicBezTo>
                      <a:cubicBezTo>
                        <a:pt x="3761" y="11088"/>
                        <a:pt x="3673" y="10246"/>
                        <a:pt x="3584" y="9448"/>
                      </a:cubicBezTo>
                      <a:cubicBezTo>
                        <a:pt x="3362" y="7498"/>
                        <a:pt x="3097" y="5591"/>
                        <a:pt x="2742" y="3818"/>
                      </a:cubicBezTo>
                      <a:cubicBezTo>
                        <a:pt x="2609" y="3064"/>
                        <a:pt x="2432" y="2355"/>
                        <a:pt x="2254" y="1779"/>
                      </a:cubicBezTo>
                      <a:cubicBezTo>
                        <a:pt x="1412" y="-615"/>
                        <a:pt x="-273" y="-1103"/>
                        <a:pt x="38" y="3552"/>
                      </a:cubicBezTo>
                      <a:cubicBezTo>
                        <a:pt x="304" y="7143"/>
                        <a:pt x="1323" y="10601"/>
                        <a:pt x="2299" y="1228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23" name="Forme libre : forme 24722">
                  <a:extLst>
                    <a:ext uri="{FF2B5EF4-FFF2-40B4-BE49-F238E27FC236}">
                      <a16:creationId xmlns:a16="http://schemas.microsoft.com/office/drawing/2014/main" id="{FABF4CF9-C23C-4D2B-B8D1-2358A88EF5D0}"/>
                    </a:ext>
                  </a:extLst>
                </p:cNvPr>
                <p:cNvSpPr/>
                <p:nvPr/>
              </p:nvSpPr>
              <p:spPr>
                <a:xfrm>
                  <a:off x="5906174" y="1986815"/>
                  <a:ext cx="7624" cy="19293"/>
                </a:xfrm>
                <a:custGeom>
                  <a:avLst/>
                  <a:gdLst>
                    <a:gd name="connsiteX0" fmla="*/ 0 w 7624"/>
                    <a:gd name="connsiteY0" fmla="*/ 10 h 19293"/>
                    <a:gd name="connsiteX1" fmla="*/ 7625 w 7624"/>
                    <a:gd name="connsiteY1" fmla="*/ 19294 h 19293"/>
                    <a:gd name="connsiteX2" fmla="*/ 0 w 7624"/>
                    <a:gd name="connsiteY2" fmla="*/ 10 h 19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624" h="19293">
                      <a:moveTo>
                        <a:pt x="0" y="10"/>
                      </a:moveTo>
                      <a:cubicBezTo>
                        <a:pt x="0" y="10"/>
                        <a:pt x="5275" y="-1054"/>
                        <a:pt x="7625" y="19294"/>
                      </a:cubicBezTo>
                      <a:cubicBezTo>
                        <a:pt x="7625" y="19338"/>
                        <a:pt x="5497" y="3645"/>
                        <a:pt x="0" y="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24" name="Forme libre : forme 24723">
                  <a:extLst>
                    <a:ext uri="{FF2B5EF4-FFF2-40B4-BE49-F238E27FC236}">
                      <a16:creationId xmlns:a16="http://schemas.microsoft.com/office/drawing/2014/main" id="{E14639D2-4422-4641-8911-324711D67B96}"/>
                    </a:ext>
                  </a:extLst>
                </p:cNvPr>
                <p:cNvSpPr/>
                <p:nvPr/>
              </p:nvSpPr>
              <p:spPr>
                <a:xfrm>
                  <a:off x="5897042" y="2031732"/>
                  <a:ext cx="7092" cy="22032"/>
                </a:xfrm>
                <a:custGeom>
                  <a:avLst/>
                  <a:gdLst>
                    <a:gd name="connsiteX0" fmla="*/ 0 w 7092"/>
                    <a:gd name="connsiteY0" fmla="*/ 0 h 22032"/>
                    <a:gd name="connsiteX1" fmla="*/ 7093 w 7092"/>
                    <a:gd name="connsiteY1" fmla="*/ 22032 h 22032"/>
                    <a:gd name="connsiteX2" fmla="*/ 0 w 7092"/>
                    <a:gd name="connsiteY2" fmla="*/ 0 h 22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92" h="22032">
                      <a:moveTo>
                        <a:pt x="0" y="0"/>
                      </a:moveTo>
                      <a:cubicBezTo>
                        <a:pt x="0" y="0"/>
                        <a:pt x="621" y="19905"/>
                        <a:pt x="7093" y="22032"/>
                      </a:cubicBezTo>
                      <a:cubicBezTo>
                        <a:pt x="7093" y="22077"/>
                        <a:pt x="1419" y="180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25" name="Forme libre : forme 24724">
                  <a:extLst>
                    <a:ext uri="{FF2B5EF4-FFF2-40B4-BE49-F238E27FC236}">
                      <a16:creationId xmlns:a16="http://schemas.microsoft.com/office/drawing/2014/main" id="{8C1D68A8-A81D-4629-AF74-A32E193F8DD4}"/>
                    </a:ext>
                  </a:extLst>
                </p:cNvPr>
                <p:cNvSpPr/>
                <p:nvPr/>
              </p:nvSpPr>
              <p:spPr>
                <a:xfrm>
                  <a:off x="5902861" y="2006029"/>
                  <a:ext cx="2370" cy="12037"/>
                </a:xfrm>
                <a:custGeom>
                  <a:avLst/>
                  <a:gdLst>
                    <a:gd name="connsiteX0" fmla="*/ 1629 w 2370"/>
                    <a:gd name="connsiteY0" fmla="*/ 124 h 12037"/>
                    <a:gd name="connsiteX1" fmla="*/ 2294 w 2370"/>
                    <a:gd name="connsiteY1" fmla="*/ 7217 h 12037"/>
                    <a:gd name="connsiteX2" fmla="*/ 742 w 2370"/>
                    <a:gd name="connsiteY2" fmla="*/ 11916 h 12037"/>
                    <a:gd name="connsiteX3" fmla="*/ 77 w 2370"/>
                    <a:gd name="connsiteY3" fmla="*/ 4823 h 12037"/>
                    <a:gd name="connsiteX4" fmla="*/ 1629 w 2370"/>
                    <a:gd name="connsiteY4" fmla="*/ 124 h 1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0" h="12037">
                      <a:moveTo>
                        <a:pt x="1629" y="124"/>
                      </a:moveTo>
                      <a:cubicBezTo>
                        <a:pt x="2249" y="788"/>
                        <a:pt x="2515" y="3936"/>
                        <a:pt x="2294" y="7217"/>
                      </a:cubicBezTo>
                      <a:cubicBezTo>
                        <a:pt x="2028" y="10453"/>
                        <a:pt x="1363" y="12581"/>
                        <a:pt x="742" y="11916"/>
                      </a:cubicBezTo>
                      <a:cubicBezTo>
                        <a:pt x="121" y="11251"/>
                        <a:pt x="-144" y="8103"/>
                        <a:pt x="77" y="4823"/>
                      </a:cubicBezTo>
                      <a:cubicBezTo>
                        <a:pt x="343" y="1542"/>
                        <a:pt x="1053" y="-541"/>
                        <a:pt x="1629" y="12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26" name="Forme libre : forme 24725">
                  <a:extLst>
                    <a:ext uri="{FF2B5EF4-FFF2-40B4-BE49-F238E27FC236}">
                      <a16:creationId xmlns:a16="http://schemas.microsoft.com/office/drawing/2014/main" id="{D6A6AFCE-ACFB-4E3F-A46D-7A98E63C612D}"/>
                    </a:ext>
                  </a:extLst>
                </p:cNvPr>
                <p:cNvSpPr/>
                <p:nvPr/>
              </p:nvSpPr>
              <p:spPr>
                <a:xfrm>
                  <a:off x="5903736" y="2004424"/>
                  <a:ext cx="980" cy="3324"/>
                </a:xfrm>
                <a:custGeom>
                  <a:avLst/>
                  <a:gdLst>
                    <a:gd name="connsiteX0" fmla="*/ 443 w 980"/>
                    <a:gd name="connsiteY0" fmla="*/ 0 h 3324"/>
                    <a:gd name="connsiteX1" fmla="*/ 975 w 980"/>
                    <a:gd name="connsiteY1" fmla="*/ 1640 h 3324"/>
                    <a:gd name="connsiteX2" fmla="*/ 532 w 980"/>
                    <a:gd name="connsiteY2" fmla="*/ 3325 h 3324"/>
                    <a:gd name="connsiteX3" fmla="*/ 0 w 980"/>
                    <a:gd name="connsiteY3" fmla="*/ 1685 h 3324"/>
                    <a:gd name="connsiteX4" fmla="*/ 443 w 980"/>
                    <a:gd name="connsiteY4" fmla="*/ 0 h 3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0" h="3324">
                      <a:moveTo>
                        <a:pt x="443" y="0"/>
                      </a:moveTo>
                      <a:cubicBezTo>
                        <a:pt x="709" y="0"/>
                        <a:pt x="975" y="709"/>
                        <a:pt x="975" y="1640"/>
                      </a:cubicBezTo>
                      <a:cubicBezTo>
                        <a:pt x="1020" y="2571"/>
                        <a:pt x="798" y="3325"/>
                        <a:pt x="532" y="3325"/>
                      </a:cubicBezTo>
                      <a:cubicBezTo>
                        <a:pt x="266" y="3325"/>
                        <a:pt x="0" y="2616"/>
                        <a:pt x="0" y="1685"/>
                      </a:cubicBezTo>
                      <a:cubicBezTo>
                        <a:pt x="0" y="754"/>
                        <a:pt x="133" y="0"/>
                        <a:pt x="44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27" name="Forme libre : forme 24726">
                  <a:extLst>
                    <a:ext uri="{FF2B5EF4-FFF2-40B4-BE49-F238E27FC236}">
                      <a16:creationId xmlns:a16="http://schemas.microsoft.com/office/drawing/2014/main" id="{39698ACA-320B-4579-9AB4-BF860D04A99A}"/>
                    </a:ext>
                  </a:extLst>
                </p:cNvPr>
                <p:cNvSpPr/>
                <p:nvPr/>
              </p:nvSpPr>
              <p:spPr>
                <a:xfrm>
                  <a:off x="5897238" y="1989970"/>
                  <a:ext cx="8428" cy="28375"/>
                </a:xfrm>
                <a:custGeom>
                  <a:avLst/>
                  <a:gdLst>
                    <a:gd name="connsiteX0" fmla="*/ 2730 w 8428"/>
                    <a:gd name="connsiteY0" fmla="*/ 2529 h 28375"/>
                    <a:gd name="connsiteX1" fmla="*/ 6986 w 8428"/>
                    <a:gd name="connsiteY1" fmla="*/ 3 h 28375"/>
                    <a:gd name="connsiteX2" fmla="*/ 8404 w 8428"/>
                    <a:gd name="connsiteY2" fmla="*/ 2308 h 28375"/>
                    <a:gd name="connsiteX3" fmla="*/ 7651 w 8428"/>
                    <a:gd name="connsiteY3" fmla="*/ 5943 h 28375"/>
                    <a:gd name="connsiteX4" fmla="*/ 3838 w 8428"/>
                    <a:gd name="connsiteY4" fmla="*/ 13390 h 28375"/>
                    <a:gd name="connsiteX5" fmla="*/ 1045 w 8428"/>
                    <a:gd name="connsiteY5" fmla="*/ 28020 h 28375"/>
                    <a:gd name="connsiteX6" fmla="*/ 425 w 8428"/>
                    <a:gd name="connsiteY6" fmla="*/ 9844 h 28375"/>
                    <a:gd name="connsiteX7" fmla="*/ 2730 w 8428"/>
                    <a:gd name="connsiteY7" fmla="*/ 2529 h 28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28" h="28375">
                      <a:moveTo>
                        <a:pt x="2730" y="2529"/>
                      </a:moveTo>
                      <a:cubicBezTo>
                        <a:pt x="4015" y="490"/>
                        <a:pt x="5523" y="-42"/>
                        <a:pt x="6986" y="3"/>
                      </a:cubicBezTo>
                      <a:cubicBezTo>
                        <a:pt x="7517" y="47"/>
                        <a:pt x="8227" y="534"/>
                        <a:pt x="8404" y="2308"/>
                      </a:cubicBezTo>
                      <a:cubicBezTo>
                        <a:pt x="8537" y="3948"/>
                        <a:pt x="8094" y="5189"/>
                        <a:pt x="7651" y="5943"/>
                      </a:cubicBezTo>
                      <a:cubicBezTo>
                        <a:pt x="6321" y="8204"/>
                        <a:pt x="4725" y="9401"/>
                        <a:pt x="3838" y="13390"/>
                      </a:cubicBezTo>
                      <a:cubicBezTo>
                        <a:pt x="3306" y="15873"/>
                        <a:pt x="2552" y="30857"/>
                        <a:pt x="1045" y="28020"/>
                      </a:cubicBezTo>
                      <a:cubicBezTo>
                        <a:pt x="-418" y="25182"/>
                        <a:pt x="-63" y="13390"/>
                        <a:pt x="425" y="9844"/>
                      </a:cubicBezTo>
                      <a:cubicBezTo>
                        <a:pt x="912" y="6563"/>
                        <a:pt x="1755" y="4081"/>
                        <a:pt x="2730" y="252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54" name="Graphique 2">
                <a:extLst>
                  <a:ext uri="{FF2B5EF4-FFF2-40B4-BE49-F238E27FC236}">
                    <a16:creationId xmlns:a16="http://schemas.microsoft.com/office/drawing/2014/main" id="{48A6EEE0-D8C8-4C4E-B3A5-15952D5319DE}"/>
                  </a:ext>
                </a:extLst>
              </p:cNvPr>
              <p:cNvGrpSpPr/>
              <p:nvPr/>
            </p:nvGrpSpPr>
            <p:grpSpPr>
              <a:xfrm>
                <a:off x="5893509" y="1914343"/>
                <a:ext cx="19265" cy="70443"/>
                <a:chOff x="5893509" y="1914343"/>
                <a:chExt cx="19265" cy="70443"/>
              </a:xfrm>
              <a:solidFill>
                <a:schemeClr val="accent1"/>
              </a:solidFill>
            </p:grpSpPr>
            <p:sp>
              <p:nvSpPr>
                <p:cNvPr id="24704" name="Forme libre : forme 24703">
                  <a:extLst>
                    <a:ext uri="{FF2B5EF4-FFF2-40B4-BE49-F238E27FC236}">
                      <a16:creationId xmlns:a16="http://schemas.microsoft.com/office/drawing/2014/main" id="{EF148EE5-7B94-4CD9-A772-39D7425D2DEE}"/>
                    </a:ext>
                  </a:extLst>
                </p:cNvPr>
                <p:cNvSpPr/>
                <p:nvPr/>
              </p:nvSpPr>
              <p:spPr>
                <a:xfrm>
                  <a:off x="5893509" y="1914343"/>
                  <a:ext cx="19265" cy="70443"/>
                </a:xfrm>
                <a:custGeom>
                  <a:avLst/>
                  <a:gdLst>
                    <a:gd name="connsiteX0" fmla="*/ 18428 w 19265"/>
                    <a:gd name="connsiteY0" fmla="*/ 21944 h 70443"/>
                    <a:gd name="connsiteX1" fmla="*/ 19226 w 19265"/>
                    <a:gd name="connsiteY1" fmla="*/ 47922 h 70443"/>
                    <a:gd name="connsiteX2" fmla="*/ 13330 w 19265"/>
                    <a:gd name="connsiteY2" fmla="*/ 70265 h 70443"/>
                    <a:gd name="connsiteX3" fmla="*/ 8276 w 19265"/>
                    <a:gd name="connsiteY3" fmla="*/ 70442 h 70443"/>
                    <a:gd name="connsiteX4" fmla="*/ 873 w 19265"/>
                    <a:gd name="connsiteY4" fmla="*/ 48543 h 70443"/>
                    <a:gd name="connsiteX5" fmla="*/ 31 w 19265"/>
                    <a:gd name="connsiteY5" fmla="*/ 22476 h 70443"/>
                    <a:gd name="connsiteX6" fmla="*/ 6104 w 19265"/>
                    <a:gd name="connsiteY6" fmla="*/ 133 h 70443"/>
                    <a:gd name="connsiteX7" fmla="*/ 11158 w 19265"/>
                    <a:gd name="connsiteY7" fmla="*/ 0 h 70443"/>
                    <a:gd name="connsiteX8" fmla="*/ 18428 w 19265"/>
                    <a:gd name="connsiteY8" fmla="*/ 21944 h 70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65" h="70443">
                      <a:moveTo>
                        <a:pt x="18428" y="21944"/>
                      </a:moveTo>
                      <a:lnTo>
                        <a:pt x="19226" y="47922"/>
                      </a:lnTo>
                      <a:cubicBezTo>
                        <a:pt x="19625" y="60113"/>
                        <a:pt x="16965" y="70176"/>
                        <a:pt x="13330" y="70265"/>
                      </a:cubicBezTo>
                      <a:lnTo>
                        <a:pt x="8276" y="70442"/>
                      </a:lnTo>
                      <a:cubicBezTo>
                        <a:pt x="4641" y="70575"/>
                        <a:pt x="1272" y="60689"/>
                        <a:pt x="873" y="48543"/>
                      </a:cubicBezTo>
                      <a:lnTo>
                        <a:pt x="31" y="22476"/>
                      </a:lnTo>
                      <a:cubicBezTo>
                        <a:pt x="-324" y="10285"/>
                        <a:pt x="2425" y="178"/>
                        <a:pt x="6104" y="133"/>
                      </a:cubicBezTo>
                      <a:lnTo>
                        <a:pt x="11158" y="0"/>
                      </a:lnTo>
                      <a:cubicBezTo>
                        <a:pt x="14837" y="-44"/>
                        <a:pt x="18074" y="9797"/>
                        <a:pt x="18428" y="2194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05" name="Forme libre : forme 24704">
                  <a:extLst>
                    <a:ext uri="{FF2B5EF4-FFF2-40B4-BE49-F238E27FC236}">
                      <a16:creationId xmlns:a16="http://schemas.microsoft.com/office/drawing/2014/main" id="{3A927F52-96F7-424D-9FA6-1B6332C28E36}"/>
                    </a:ext>
                  </a:extLst>
                </p:cNvPr>
                <p:cNvSpPr/>
                <p:nvPr/>
              </p:nvSpPr>
              <p:spPr>
                <a:xfrm>
                  <a:off x="5904534" y="1914388"/>
                  <a:ext cx="8240" cy="70353"/>
                </a:xfrm>
                <a:custGeom>
                  <a:avLst/>
                  <a:gdLst>
                    <a:gd name="connsiteX0" fmla="*/ 2039 w 8240"/>
                    <a:gd name="connsiteY0" fmla="*/ 43489 h 70353"/>
                    <a:gd name="connsiteX1" fmla="*/ 133 w 8240"/>
                    <a:gd name="connsiteY1" fmla="*/ 70353 h 70353"/>
                    <a:gd name="connsiteX2" fmla="*/ 2305 w 8240"/>
                    <a:gd name="connsiteY2" fmla="*/ 70265 h 70353"/>
                    <a:gd name="connsiteX3" fmla="*/ 8201 w 8240"/>
                    <a:gd name="connsiteY3" fmla="*/ 47922 h 70353"/>
                    <a:gd name="connsiteX4" fmla="*/ 7403 w 8240"/>
                    <a:gd name="connsiteY4" fmla="*/ 21944 h 70353"/>
                    <a:gd name="connsiteX5" fmla="*/ 177 w 8240"/>
                    <a:gd name="connsiteY5" fmla="*/ 0 h 70353"/>
                    <a:gd name="connsiteX6" fmla="*/ 0 w 8240"/>
                    <a:gd name="connsiteY6" fmla="*/ 0 h 70353"/>
                    <a:gd name="connsiteX7" fmla="*/ 2039 w 8240"/>
                    <a:gd name="connsiteY7" fmla="*/ 43489 h 70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240" h="70353">
                      <a:moveTo>
                        <a:pt x="2039" y="43489"/>
                      </a:moveTo>
                      <a:cubicBezTo>
                        <a:pt x="3192" y="53774"/>
                        <a:pt x="2483" y="64502"/>
                        <a:pt x="133" y="70353"/>
                      </a:cubicBezTo>
                      <a:lnTo>
                        <a:pt x="2305" y="70265"/>
                      </a:lnTo>
                      <a:cubicBezTo>
                        <a:pt x="5940" y="70132"/>
                        <a:pt x="8600" y="60069"/>
                        <a:pt x="8201" y="47922"/>
                      </a:cubicBezTo>
                      <a:lnTo>
                        <a:pt x="7403" y="21944"/>
                      </a:lnTo>
                      <a:cubicBezTo>
                        <a:pt x="7049" y="9797"/>
                        <a:pt x="3813" y="-44"/>
                        <a:pt x="177" y="0"/>
                      </a:cubicBezTo>
                      <a:lnTo>
                        <a:pt x="0" y="0"/>
                      </a:lnTo>
                      <a:cubicBezTo>
                        <a:pt x="709" y="14807"/>
                        <a:pt x="399" y="28948"/>
                        <a:pt x="2039" y="4348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06" name="Forme libre : forme 24705">
                  <a:extLst>
                    <a:ext uri="{FF2B5EF4-FFF2-40B4-BE49-F238E27FC236}">
                      <a16:creationId xmlns:a16="http://schemas.microsoft.com/office/drawing/2014/main" id="{0A0F40A5-A82C-49C7-9ED3-B60DA6477F78}"/>
                    </a:ext>
                  </a:extLst>
                </p:cNvPr>
                <p:cNvSpPr/>
                <p:nvPr/>
              </p:nvSpPr>
              <p:spPr>
                <a:xfrm>
                  <a:off x="5899891" y="1928884"/>
                  <a:ext cx="7027" cy="32007"/>
                </a:xfrm>
                <a:custGeom>
                  <a:avLst/>
                  <a:gdLst>
                    <a:gd name="connsiteX0" fmla="*/ 3048 w 7027"/>
                    <a:gd name="connsiteY0" fmla="*/ 0 h 32007"/>
                    <a:gd name="connsiteX1" fmla="*/ 6993 w 7027"/>
                    <a:gd name="connsiteY1" fmla="*/ 15915 h 32007"/>
                    <a:gd name="connsiteX2" fmla="*/ 4023 w 7027"/>
                    <a:gd name="connsiteY2" fmla="*/ 32007 h 32007"/>
                    <a:gd name="connsiteX3" fmla="*/ 33 w 7027"/>
                    <a:gd name="connsiteY3" fmla="*/ 16092 h 32007"/>
                    <a:gd name="connsiteX4" fmla="*/ 3048 w 7027"/>
                    <a:gd name="connsiteY4" fmla="*/ 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27" h="32007">
                      <a:moveTo>
                        <a:pt x="3048" y="0"/>
                      </a:moveTo>
                      <a:cubicBezTo>
                        <a:pt x="4954" y="-44"/>
                        <a:pt x="6727" y="7049"/>
                        <a:pt x="6993" y="15915"/>
                      </a:cubicBezTo>
                      <a:cubicBezTo>
                        <a:pt x="7259" y="24737"/>
                        <a:pt x="5973" y="31963"/>
                        <a:pt x="4023" y="32007"/>
                      </a:cubicBezTo>
                      <a:cubicBezTo>
                        <a:pt x="2117" y="32052"/>
                        <a:pt x="299" y="24959"/>
                        <a:pt x="33" y="16092"/>
                      </a:cubicBezTo>
                      <a:cubicBezTo>
                        <a:pt x="-233" y="7271"/>
                        <a:pt x="1141" y="89"/>
                        <a:pt x="3048" y="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07" name="Forme libre : forme 24706">
                  <a:extLst>
                    <a:ext uri="{FF2B5EF4-FFF2-40B4-BE49-F238E27FC236}">
                      <a16:creationId xmlns:a16="http://schemas.microsoft.com/office/drawing/2014/main" id="{EF319CC5-3A0B-4BA4-AEFF-CD59DB8A3555}"/>
                    </a:ext>
                  </a:extLst>
                </p:cNvPr>
                <p:cNvSpPr/>
                <p:nvPr/>
              </p:nvSpPr>
              <p:spPr>
                <a:xfrm>
                  <a:off x="5900855" y="1937662"/>
                  <a:ext cx="6107" cy="23274"/>
                </a:xfrm>
                <a:custGeom>
                  <a:avLst/>
                  <a:gdLst>
                    <a:gd name="connsiteX0" fmla="*/ 0 w 6107"/>
                    <a:gd name="connsiteY0" fmla="*/ 16314 h 23274"/>
                    <a:gd name="connsiteX1" fmla="*/ 3103 w 6107"/>
                    <a:gd name="connsiteY1" fmla="*/ 23274 h 23274"/>
                    <a:gd name="connsiteX2" fmla="*/ 6073 w 6107"/>
                    <a:gd name="connsiteY2" fmla="*/ 7182 h 23274"/>
                    <a:gd name="connsiteX3" fmla="*/ 5497 w 6107"/>
                    <a:gd name="connsiteY3" fmla="*/ 0 h 23274"/>
                    <a:gd name="connsiteX4" fmla="*/ 5364 w 6107"/>
                    <a:gd name="connsiteY4" fmla="*/ 3990 h 23274"/>
                    <a:gd name="connsiteX5" fmla="*/ 0 w 6107"/>
                    <a:gd name="connsiteY5" fmla="*/ 16314 h 23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07" h="23274">
                      <a:moveTo>
                        <a:pt x="0" y="16314"/>
                      </a:moveTo>
                      <a:cubicBezTo>
                        <a:pt x="754" y="20525"/>
                        <a:pt x="1906" y="23318"/>
                        <a:pt x="3103" y="23274"/>
                      </a:cubicBezTo>
                      <a:cubicBezTo>
                        <a:pt x="5009" y="23229"/>
                        <a:pt x="6339" y="16004"/>
                        <a:pt x="6073" y="7182"/>
                      </a:cubicBezTo>
                      <a:cubicBezTo>
                        <a:pt x="5985" y="4610"/>
                        <a:pt x="5763" y="2172"/>
                        <a:pt x="5497" y="0"/>
                      </a:cubicBezTo>
                      <a:cubicBezTo>
                        <a:pt x="5497" y="1330"/>
                        <a:pt x="5497" y="2660"/>
                        <a:pt x="5364" y="3990"/>
                      </a:cubicBezTo>
                      <a:cubicBezTo>
                        <a:pt x="4477" y="11038"/>
                        <a:pt x="2350" y="16757"/>
                        <a:pt x="0" y="1631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08" name="Forme libre : forme 24707">
                  <a:extLst>
                    <a:ext uri="{FF2B5EF4-FFF2-40B4-BE49-F238E27FC236}">
                      <a16:creationId xmlns:a16="http://schemas.microsoft.com/office/drawing/2014/main" id="{C5E60E0B-21EE-4D85-A7D7-5F5AD3505ADE}"/>
                    </a:ext>
                  </a:extLst>
                </p:cNvPr>
                <p:cNvSpPr/>
                <p:nvPr/>
              </p:nvSpPr>
              <p:spPr>
                <a:xfrm>
                  <a:off x="5900643" y="1927244"/>
                  <a:ext cx="7028" cy="32007"/>
                </a:xfrm>
                <a:custGeom>
                  <a:avLst/>
                  <a:gdLst>
                    <a:gd name="connsiteX0" fmla="*/ 3048 w 7028"/>
                    <a:gd name="connsiteY0" fmla="*/ 0 h 32007"/>
                    <a:gd name="connsiteX1" fmla="*/ 6994 w 7028"/>
                    <a:gd name="connsiteY1" fmla="*/ 15915 h 32007"/>
                    <a:gd name="connsiteX2" fmla="*/ 4024 w 7028"/>
                    <a:gd name="connsiteY2" fmla="*/ 32007 h 32007"/>
                    <a:gd name="connsiteX3" fmla="*/ 34 w 7028"/>
                    <a:gd name="connsiteY3" fmla="*/ 16092 h 32007"/>
                    <a:gd name="connsiteX4" fmla="*/ 3048 w 7028"/>
                    <a:gd name="connsiteY4" fmla="*/ 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28" h="32007">
                      <a:moveTo>
                        <a:pt x="3048" y="0"/>
                      </a:moveTo>
                      <a:cubicBezTo>
                        <a:pt x="4955" y="-44"/>
                        <a:pt x="6728" y="7049"/>
                        <a:pt x="6994" y="15915"/>
                      </a:cubicBezTo>
                      <a:cubicBezTo>
                        <a:pt x="7260" y="24737"/>
                        <a:pt x="5974" y="31963"/>
                        <a:pt x="4024" y="32007"/>
                      </a:cubicBezTo>
                      <a:cubicBezTo>
                        <a:pt x="2117" y="32052"/>
                        <a:pt x="300" y="24959"/>
                        <a:pt x="34" y="16092"/>
                      </a:cubicBezTo>
                      <a:cubicBezTo>
                        <a:pt x="-232" y="7271"/>
                        <a:pt x="1098" y="89"/>
                        <a:pt x="3048" y="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09" name="Forme libre : forme 24708">
                  <a:extLst>
                    <a:ext uri="{FF2B5EF4-FFF2-40B4-BE49-F238E27FC236}">
                      <a16:creationId xmlns:a16="http://schemas.microsoft.com/office/drawing/2014/main" id="{928236A1-ED23-4315-8E6B-AB45FA87D315}"/>
                    </a:ext>
                  </a:extLst>
                </p:cNvPr>
                <p:cNvSpPr/>
                <p:nvPr/>
              </p:nvSpPr>
              <p:spPr>
                <a:xfrm>
                  <a:off x="5898672" y="1934533"/>
                  <a:ext cx="12350" cy="40217"/>
                </a:xfrm>
                <a:custGeom>
                  <a:avLst/>
                  <a:gdLst>
                    <a:gd name="connsiteX0" fmla="*/ 6172 w 12350"/>
                    <a:gd name="connsiteY0" fmla="*/ 39924 h 40217"/>
                    <a:gd name="connsiteX1" fmla="*/ 9364 w 12350"/>
                    <a:gd name="connsiteY1" fmla="*/ 38727 h 40217"/>
                    <a:gd name="connsiteX2" fmla="*/ 12290 w 12350"/>
                    <a:gd name="connsiteY2" fmla="*/ 22502 h 40217"/>
                    <a:gd name="connsiteX3" fmla="*/ 11314 w 12350"/>
                    <a:gd name="connsiteY3" fmla="*/ 5745 h 40217"/>
                    <a:gd name="connsiteX4" fmla="*/ 8034 w 12350"/>
                    <a:gd name="connsiteY4" fmla="*/ 425 h 40217"/>
                    <a:gd name="connsiteX5" fmla="*/ 6571 w 12350"/>
                    <a:gd name="connsiteY5" fmla="*/ 6055 h 40217"/>
                    <a:gd name="connsiteX6" fmla="*/ 3202 w 12350"/>
                    <a:gd name="connsiteY6" fmla="*/ 19842 h 40217"/>
                    <a:gd name="connsiteX7" fmla="*/ 232 w 12350"/>
                    <a:gd name="connsiteY7" fmla="*/ 35934 h 40217"/>
                    <a:gd name="connsiteX8" fmla="*/ 6172 w 12350"/>
                    <a:gd name="connsiteY8" fmla="*/ 39924 h 4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350" h="40217">
                      <a:moveTo>
                        <a:pt x="6172" y="39924"/>
                      </a:moveTo>
                      <a:cubicBezTo>
                        <a:pt x="7280" y="40012"/>
                        <a:pt x="8389" y="40057"/>
                        <a:pt x="9364" y="38727"/>
                      </a:cubicBezTo>
                      <a:cubicBezTo>
                        <a:pt x="11226" y="36200"/>
                        <a:pt x="12068" y="29240"/>
                        <a:pt x="12290" y="22502"/>
                      </a:cubicBezTo>
                      <a:cubicBezTo>
                        <a:pt x="12467" y="16872"/>
                        <a:pt x="12290" y="10798"/>
                        <a:pt x="11314" y="5745"/>
                      </a:cubicBezTo>
                      <a:cubicBezTo>
                        <a:pt x="10605" y="1976"/>
                        <a:pt x="9186" y="-1171"/>
                        <a:pt x="8034" y="425"/>
                      </a:cubicBezTo>
                      <a:cubicBezTo>
                        <a:pt x="7325" y="1400"/>
                        <a:pt x="6926" y="3883"/>
                        <a:pt x="6571" y="6055"/>
                      </a:cubicBezTo>
                      <a:cubicBezTo>
                        <a:pt x="5684" y="11286"/>
                        <a:pt x="4532" y="15941"/>
                        <a:pt x="3202" y="19842"/>
                      </a:cubicBezTo>
                      <a:cubicBezTo>
                        <a:pt x="2049" y="23167"/>
                        <a:pt x="-832" y="29240"/>
                        <a:pt x="232" y="35934"/>
                      </a:cubicBezTo>
                      <a:cubicBezTo>
                        <a:pt x="1163" y="41963"/>
                        <a:pt x="4665" y="39835"/>
                        <a:pt x="6172" y="3992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10" name="Forme libre : forme 24709">
                  <a:extLst>
                    <a:ext uri="{FF2B5EF4-FFF2-40B4-BE49-F238E27FC236}">
                      <a16:creationId xmlns:a16="http://schemas.microsoft.com/office/drawing/2014/main" id="{6817EE08-32FA-4FDF-9F84-DADD4F23E3A5}"/>
                    </a:ext>
                  </a:extLst>
                </p:cNvPr>
                <p:cNvSpPr/>
                <p:nvPr/>
              </p:nvSpPr>
              <p:spPr>
                <a:xfrm>
                  <a:off x="5898358" y="1954901"/>
                  <a:ext cx="3775" cy="13039"/>
                </a:xfrm>
                <a:custGeom>
                  <a:avLst/>
                  <a:gdLst>
                    <a:gd name="connsiteX0" fmla="*/ 2364 w 3775"/>
                    <a:gd name="connsiteY0" fmla="*/ 12285 h 13039"/>
                    <a:gd name="connsiteX1" fmla="*/ 3118 w 3775"/>
                    <a:gd name="connsiteY1" fmla="*/ 13039 h 13039"/>
                    <a:gd name="connsiteX2" fmla="*/ 3738 w 3775"/>
                    <a:gd name="connsiteY2" fmla="*/ 11798 h 13039"/>
                    <a:gd name="connsiteX3" fmla="*/ 3650 w 3775"/>
                    <a:gd name="connsiteY3" fmla="*/ 9448 h 13039"/>
                    <a:gd name="connsiteX4" fmla="*/ 2763 w 3775"/>
                    <a:gd name="connsiteY4" fmla="*/ 3818 h 13039"/>
                    <a:gd name="connsiteX5" fmla="*/ 2231 w 3775"/>
                    <a:gd name="connsiteY5" fmla="*/ 1779 h 13039"/>
                    <a:gd name="connsiteX6" fmla="*/ 59 w 3775"/>
                    <a:gd name="connsiteY6" fmla="*/ 3552 h 13039"/>
                    <a:gd name="connsiteX7" fmla="*/ 2364 w 3775"/>
                    <a:gd name="connsiteY7" fmla="*/ 12285 h 13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75" h="13039">
                      <a:moveTo>
                        <a:pt x="2364" y="12285"/>
                      </a:moveTo>
                      <a:cubicBezTo>
                        <a:pt x="2586" y="12684"/>
                        <a:pt x="2852" y="13039"/>
                        <a:pt x="3118" y="13039"/>
                      </a:cubicBezTo>
                      <a:cubicBezTo>
                        <a:pt x="3384" y="13039"/>
                        <a:pt x="3650" y="12596"/>
                        <a:pt x="3738" y="11798"/>
                      </a:cubicBezTo>
                      <a:cubicBezTo>
                        <a:pt x="3827" y="11088"/>
                        <a:pt x="3738" y="10246"/>
                        <a:pt x="3650" y="9448"/>
                      </a:cubicBezTo>
                      <a:cubicBezTo>
                        <a:pt x="3428" y="7498"/>
                        <a:pt x="3118" y="5591"/>
                        <a:pt x="2763" y="3818"/>
                      </a:cubicBezTo>
                      <a:cubicBezTo>
                        <a:pt x="2630" y="3065"/>
                        <a:pt x="2453" y="2355"/>
                        <a:pt x="2231" y="1779"/>
                      </a:cubicBezTo>
                      <a:cubicBezTo>
                        <a:pt x="1389" y="-615"/>
                        <a:pt x="-340" y="-1103"/>
                        <a:pt x="59" y="3552"/>
                      </a:cubicBezTo>
                      <a:cubicBezTo>
                        <a:pt x="325" y="7187"/>
                        <a:pt x="1389" y="10645"/>
                        <a:pt x="2364" y="1228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11" name="Forme libre : forme 24710">
                  <a:extLst>
                    <a:ext uri="{FF2B5EF4-FFF2-40B4-BE49-F238E27FC236}">
                      <a16:creationId xmlns:a16="http://schemas.microsoft.com/office/drawing/2014/main" id="{6078D644-EFCD-461E-B846-AB4488126D5E}"/>
                    </a:ext>
                  </a:extLst>
                </p:cNvPr>
                <p:cNvSpPr/>
                <p:nvPr/>
              </p:nvSpPr>
              <p:spPr>
                <a:xfrm>
                  <a:off x="5904002" y="1916508"/>
                  <a:ext cx="7536" cy="19291"/>
                </a:xfrm>
                <a:custGeom>
                  <a:avLst/>
                  <a:gdLst>
                    <a:gd name="connsiteX0" fmla="*/ 0 w 7536"/>
                    <a:gd name="connsiteY0" fmla="*/ 8 h 19291"/>
                    <a:gd name="connsiteX1" fmla="*/ 7536 w 7536"/>
                    <a:gd name="connsiteY1" fmla="*/ 19292 h 19291"/>
                    <a:gd name="connsiteX2" fmla="*/ 0 w 7536"/>
                    <a:gd name="connsiteY2" fmla="*/ 8 h 19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536" h="19291">
                      <a:moveTo>
                        <a:pt x="0" y="8"/>
                      </a:moveTo>
                      <a:cubicBezTo>
                        <a:pt x="0" y="8"/>
                        <a:pt x="5275" y="-968"/>
                        <a:pt x="7536" y="19292"/>
                      </a:cubicBezTo>
                      <a:cubicBezTo>
                        <a:pt x="7536" y="19336"/>
                        <a:pt x="5453" y="3687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12" name="Forme libre : forme 24711">
                  <a:extLst>
                    <a:ext uri="{FF2B5EF4-FFF2-40B4-BE49-F238E27FC236}">
                      <a16:creationId xmlns:a16="http://schemas.microsoft.com/office/drawing/2014/main" id="{691FE748-02F9-4FC2-867D-9F3E620331F0}"/>
                    </a:ext>
                  </a:extLst>
                </p:cNvPr>
                <p:cNvSpPr/>
                <p:nvPr/>
              </p:nvSpPr>
              <p:spPr>
                <a:xfrm>
                  <a:off x="5894870" y="1961512"/>
                  <a:ext cx="7403" cy="21988"/>
                </a:xfrm>
                <a:custGeom>
                  <a:avLst/>
                  <a:gdLst>
                    <a:gd name="connsiteX0" fmla="*/ 0 w 7403"/>
                    <a:gd name="connsiteY0" fmla="*/ 0 h 21988"/>
                    <a:gd name="connsiteX1" fmla="*/ 7403 w 7403"/>
                    <a:gd name="connsiteY1" fmla="*/ 21988 h 21988"/>
                    <a:gd name="connsiteX2" fmla="*/ 0 w 7403"/>
                    <a:gd name="connsiteY2" fmla="*/ 0 h 2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403" h="21988">
                      <a:moveTo>
                        <a:pt x="0" y="0"/>
                      </a:moveTo>
                      <a:cubicBezTo>
                        <a:pt x="0" y="0"/>
                        <a:pt x="887" y="19993"/>
                        <a:pt x="7403" y="21988"/>
                      </a:cubicBezTo>
                      <a:cubicBezTo>
                        <a:pt x="7448" y="21988"/>
                        <a:pt x="1685" y="1813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13" name="Forme libre : forme 24712">
                  <a:extLst>
                    <a:ext uri="{FF2B5EF4-FFF2-40B4-BE49-F238E27FC236}">
                      <a16:creationId xmlns:a16="http://schemas.microsoft.com/office/drawing/2014/main" id="{80BFBE00-1098-4EA1-9609-03E404D6B9DF}"/>
                    </a:ext>
                  </a:extLst>
                </p:cNvPr>
                <p:cNvSpPr/>
                <p:nvPr/>
              </p:nvSpPr>
              <p:spPr>
                <a:xfrm>
                  <a:off x="5900644" y="1935720"/>
                  <a:ext cx="2326" cy="12037"/>
                </a:xfrm>
                <a:custGeom>
                  <a:avLst/>
                  <a:gdLst>
                    <a:gd name="connsiteX0" fmla="*/ 1584 w 2326"/>
                    <a:gd name="connsiteY0" fmla="*/ 124 h 12037"/>
                    <a:gd name="connsiteX1" fmla="*/ 2249 w 2326"/>
                    <a:gd name="connsiteY1" fmla="*/ 7217 h 12037"/>
                    <a:gd name="connsiteX2" fmla="*/ 742 w 2326"/>
                    <a:gd name="connsiteY2" fmla="*/ 11916 h 12037"/>
                    <a:gd name="connsiteX3" fmla="*/ 77 w 2326"/>
                    <a:gd name="connsiteY3" fmla="*/ 4823 h 12037"/>
                    <a:gd name="connsiteX4" fmla="*/ 1584 w 2326"/>
                    <a:gd name="connsiteY4" fmla="*/ 124 h 1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6" h="12037">
                      <a:moveTo>
                        <a:pt x="1584" y="124"/>
                      </a:moveTo>
                      <a:cubicBezTo>
                        <a:pt x="2205" y="788"/>
                        <a:pt x="2471" y="3936"/>
                        <a:pt x="2249" y="7217"/>
                      </a:cubicBezTo>
                      <a:cubicBezTo>
                        <a:pt x="2028" y="10453"/>
                        <a:pt x="1319" y="12581"/>
                        <a:pt x="742" y="11916"/>
                      </a:cubicBezTo>
                      <a:cubicBezTo>
                        <a:pt x="121" y="11251"/>
                        <a:pt x="-144" y="8103"/>
                        <a:pt x="77" y="4823"/>
                      </a:cubicBezTo>
                      <a:cubicBezTo>
                        <a:pt x="299" y="1542"/>
                        <a:pt x="964" y="-541"/>
                        <a:pt x="1584" y="12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14" name="Forme libre : forme 24713">
                  <a:extLst>
                    <a:ext uri="{FF2B5EF4-FFF2-40B4-BE49-F238E27FC236}">
                      <a16:creationId xmlns:a16="http://schemas.microsoft.com/office/drawing/2014/main" id="{3CFE93BF-F693-4503-9DE4-42D06A2A9156}"/>
                    </a:ext>
                  </a:extLst>
                </p:cNvPr>
                <p:cNvSpPr/>
                <p:nvPr/>
              </p:nvSpPr>
              <p:spPr>
                <a:xfrm>
                  <a:off x="5901431" y="1934115"/>
                  <a:ext cx="980" cy="3324"/>
                </a:xfrm>
                <a:custGeom>
                  <a:avLst/>
                  <a:gdLst>
                    <a:gd name="connsiteX0" fmla="*/ 443 w 980"/>
                    <a:gd name="connsiteY0" fmla="*/ 0 h 3324"/>
                    <a:gd name="connsiteX1" fmla="*/ 975 w 980"/>
                    <a:gd name="connsiteY1" fmla="*/ 1640 h 3324"/>
                    <a:gd name="connsiteX2" fmla="*/ 532 w 980"/>
                    <a:gd name="connsiteY2" fmla="*/ 3325 h 3324"/>
                    <a:gd name="connsiteX3" fmla="*/ 0 w 980"/>
                    <a:gd name="connsiteY3" fmla="*/ 1685 h 3324"/>
                    <a:gd name="connsiteX4" fmla="*/ 443 w 980"/>
                    <a:gd name="connsiteY4" fmla="*/ 0 h 3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0" h="3324">
                      <a:moveTo>
                        <a:pt x="443" y="0"/>
                      </a:moveTo>
                      <a:cubicBezTo>
                        <a:pt x="709" y="0"/>
                        <a:pt x="975" y="709"/>
                        <a:pt x="975" y="1640"/>
                      </a:cubicBezTo>
                      <a:cubicBezTo>
                        <a:pt x="1020" y="2571"/>
                        <a:pt x="798" y="3325"/>
                        <a:pt x="532" y="3325"/>
                      </a:cubicBezTo>
                      <a:cubicBezTo>
                        <a:pt x="266" y="3325"/>
                        <a:pt x="0" y="2616"/>
                        <a:pt x="0" y="1685"/>
                      </a:cubicBezTo>
                      <a:cubicBezTo>
                        <a:pt x="0" y="754"/>
                        <a:pt x="177" y="0"/>
                        <a:pt x="44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15" name="Forme libre : forme 24714">
                  <a:extLst>
                    <a:ext uri="{FF2B5EF4-FFF2-40B4-BE49-F238E27FC236}">
                      <a16:creationId xmlns:a16="http://schemas.microsoft.com/office/drawing/2014/main" id="{6376239F-6F82-4559-AB9F-F624FE144A12}"/>
                    </a:ext>
                  </a:extLst>
                </p:cNvPr>
                <p:cNvSpPr/>
                <p:nvPr/>
              </p:nvSpPr>
              <p:spPr>
                <a:xfrm>
                  <a:off x="5895070" y="1919654"/>
                  <a:ext cx="8422" cy="28469"/>
                </a:xfrm>
                <a:custGeom>
                  <a:avLst/>
                  <a:gdLst>
                    <a:gd name="connsiteX0" fmla="*/ 2681 w 8422"/>
                    <a:gd name="connsiteY0" fmla="*/ 2492 h 28469"/>
                    <a:gd name="connsiteX1" fmla="*/ 6981 w 8422"/>
                    <a:gd name="connsiteY1" fmla="*/ 9 h 28469"/>
                    <a:gd name="connsiteX2" fmla="*/ 8400 w 8422"/>
                    <a:gd name="connsiteY2" fmla="*/ 2359 h 28469"/>
                    <a:gd name="connsiteX3" fmla="*/ 7646 w 8422"/>
                    <a:gd name="connsiteY3" fmla="*/ 5994 h 28469"/>
                    <a:gd name="connsiteX4" fmla="*/ 3834 w 8422"/>
                    <a:gd name="connsiteY4" fmla="*/ 13441 h 28469"/>
                    <a:gd name="connsiteX5" fmla="*/ 1085 w 8422"/>
                    <a:gd name="connsiteY5" fmla="*/ 28115 h 28469"/>
                    <a:gd name="connsiteX6" fmla="*/ 420 w 8422"/>
                    <a:gd name="connsiteY6" fmla="*/ 9851 h 28469"/>
                    <a:gd name="connsiteX7" fmla="*/ 2681 w 8422"/>
                    <a:gd name="connsiteY7" fmla="*/ 2492 h 28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22" h="28469">
                      <a:moveTo>
                        <a:pt x="2681" y="2492"/>
                      </a:moveTo>
                      <a:cubicBezTo>
                        <a:pt x="3967" y="453"/>
                        <a:pt x="5474" y="-79"/>
                        <a:pt x="6981" y="9"/>
                      </a:cubicBezTo>
                      <a:cubicBezTo>
                        <a:pt x="7513" y="54"/>
                        <a:pt x="8222" y="541"/>
                        <a:pt x="8400" y="2359"/>
                      </a:cubicBezTo>
                      <a:cubicBezTo>
                        <a:pt x="8533" y="3999"/>
                        <a:pt x="8045" y="5240"/>
                        <a:pt x="7646" y="5994"/>
                      </a:cubicBezTo>
                      <a:cubicBezTo>
                        <a:pt x="6316" y="8210"/>
                        <a:pt x="4676" y="9452"/>
                        <a:pt x="3834" y="13441"/>
                      </a:cubicBezTo>
                      <a:cubicBezTo>
                        <a:pt x="3257" y="15924"/>
                        <a:pt x="2548" y="30952"/>
                        <a:pt x="1085" y="28115"/>
                      </a:cubicBezTo>
                      <a:cubicBezTo>
                        <a:pt x="-422" y="25278"/>
                        <a:pt x="-67" y="13441"/>
                        <a:pt x="420" y="9851"/>
                      </a:cubicBezTo>
                      <a:cubicBezTo>
                        <a:pt x="819" y="6526"/>
                        <a:pt x="1706" y="4043"/>
                        <a:pt x="2681" y="249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55" name="Graphique 2">
                <a:extLst>
                  <a:ext uri="{FF2B5EF4-FFF2-40B4-BE49-F238E27FC236}">
                    <a16:creationId xmlns:a16="http://schemas.microsoft.com/office/drawing/2014/main" id="{0522E005-F122-459E-BA06-495425F1BEC5}"/>
                  </a:ext>
                </a:extLst>
              </p:cNvPr>
              <p:cNvGrpSpPr/>
              <p:nvPr/>
            </p:nvGrpSpPr>
            <p:grpSpPr>
              <a:xfrm>
                <a:off x="5892420" y="1844078"/>
                <a:ext cx="18550" cy="70443"/>
                <a:chOff x="5892420" y="1844078"/>
                <a:chExt cx="18550" cy="70443"/>
              </a:xfrm>
              <a:solidFill>
                <a:schemeClr val="accent1"/>
              </a:solidFill>
            </p:grpSpPr>
            <p:sp>
              <p:nvSpPr>
                <p:cNvPr id="24692" name="Forme libre : forme 24691">
                  <a:extLst>
                    <a:ext uri="{FF2B5EF4-FFF2-40B4-BE49-F238E27FC236}">
                      <a16:creationId xmlns:a16="http://schemas.microsoft.com/office/drawing/2014/main" id="{0EFE0366-E665-4D5E-BE1C-437957AE806E}"/>
                    </a:ext>
                  </a:extLst>
                </p:cNvPr>
                <p:cNvSpPr/>
                <p:nvPr/>
              </p:nvSpPr>
              <p:spPr>
                <a:xfrm>
                  <a:off x="5892420" y="1844078"/>
                  <a:ext cx="18550" cy="70443"/>
                </a:xfrm>
                <a:custGeom>
                  <a:avLst/>
                  <a:gdLst>
                    <a:gd name="connsiteX0" fmla="*/ 18409 w 18550"/>
                    <a:gd name="connsiteY0" fmla="*/ 22210 h 70443"/>
                    <a:gd name="connsiteX1" fmla="*/ 18542 w 18550"/>
                    <a:gd name="connsiteY1" fmla="*/ 48100 h 70443"/>
                    <a:gd name="connsiteX2" fmla="*/ 12292 w 18550"/>
                    <a:gd name="connsiteY2" fmla="*/ 70309 h 70443"/>
                    <a:gd name="connsiteX3" fmla="*/ 7238 w 18550"/>
                    <a:gd name="connsiteY3" fmla="*/ 70442 h 70443"/>
                    <a:gd name="connsiteX4" fmla="*/ 145 w 18550"/>
                    <a:gd name="connsiteY4" fmla="*/ 48366 h 70443"/>
                    <a:gd name="connsiteX5" fmla="*/ 12 w 18550"/>
                    <a:gd name="connsiteY5" fmla="*/ 22166 h 70443"/>
                    <a:gd name="connsiteX6" fmla="*/ 6972 w 18550"/>
                    <a:gd name="connsiteY6" fmla="*/ 1 h 70443"/>
                    <a:gd name="connsiteX7" fmla="*/ 12070 w 18550"/>
                    <a:gd name="connsiteY7" fmla="*/ 134 h 70443"/>
                    <a:gd name="connsiteX8" fmla="*/ 18409 w 18550"/>
                    <a:gd name="connsiteY8" fmla="*/ 22210 h 70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550" h="70443">
                      <a:moveTo>
                        <a:pt x="18409" y="22210"/>
                      </a:moveTo>
                      <a:cubicBezTo>
                        <a:pt x="18365" y="30811"/>
                        <a:pt x="18453" y="39455"/>
                        <a:pt x="18542" y="48100"/>
                      </a:cubicBezTo>
                      <a:cubicBezTo>
                        <a:pt x="18719" y="60202"/>
                        <a:pt x="15927" y="70221"/>
                        <a:pt x="12292" y="70309"/>
                      </a:cubicBezTo>
                      <a:lnTo>
                        <a:pt x="7238" y="70442"/>
                      </a:lnTo>
                      <a:cubicBezTo>
                        <a:pt x="3558" y="70531"/>
                        <a:pt x="322" y="60601"/>
                        <a:pt x="145" y="48366"/>
                      </a:cubicBezTo>
                      <a:cubicBezTo>
                        <a:pt x="56" y="39632"/>
                        <a:pt x="-32" y="30899"/>
                        <a:pt x="12" y="22166"/>
                      </a:cubicBezTo>
                      <a:cubicBezTo>
                        <a:pt x="12" y="9886"/>
                        <a:pt x="3292" y="-88"/>
                        <a:pt x="6972" y="1"/>
                      </a:cubicBezTo>
                      <a:lnTo>
                        <a:pt x="12070" y="134"/>
                      </a:lnTo>
                      <a:cubicBezTo>
                        <a:pt x="15705" y="178"/>
                        <a:pt x="18453" y="10108"/>
                        <a:pt x="18409" y="22210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93" name="Forme libre : forme 24692">
                  <a:extLst>
                    <a:ext uri="{FF2B5EF4-FFF2-40B4-BE49-F238E27FC236}">
                      <a16:creationId xmlns:a16="http://schemas.microsoft.com/office/drawing/2014/main" id="{68A4B3A4-C3E2-4DBF-B6D9-C747E6BC3B39}"/>
                    </a:ext>
                  </a:extLst>
                </p:cNvPr>
                <p:cNvSpPr/>
                <p:nvPr/>
              </p:nvSpPr>
              <p:spPr>
                <a:xfrm>
                  <a:off x="5902495" y="1844168"/>
                  <a:ext cx="8430" cy="70264"/>
                </a:xfrm>
                <a:custGeom>
                  <a:avLst/>
                  <a:gdLst>
                    <a:gd name="connsiteX0" fmla="*/ 2350 w 8430"/>
                    <a:gd name="connsiteY0" fmla="*/ 43489 h 70264"/>
                    <a:gd name="connsiteX1" fmla="*/ 0 w 8430"/>
                    <a:gd name="connsiteY1" fmla="*/ 70265 h 70264"/>
                    <a:gd name="connsiteX2" fmla="*/ 2172 w 8430"/>
                    <a:gd name="connsiteY2" fmla="*/ 70220 h 70264"/>
                    <a:gd name="connsiteX3" fmla="*/ 8423 w 8430"/>
                    <a:gd name="connsiteY3" fmla="*/ 48010 h 70264"/>
                    <a:gd name="connsiteX4" fmla="*/ 8290 w 8430"/>
                    <a:gd name="connsiteY4" fmla="*/ 22121 h 70264"/>
                    <a:gd name="connsiteX5" fmla="*/ 1906 w 8430"/>
                    <a:gd name="connsiteY5" fmla="*/ 0 h 70264"/>
                    <a:gd name="connsiteX6" fmla="*/ 1729 w 8430"/>
                    <a:gd name="connsiteY6" fmla="*/ 0 h 70264"/>
                    <a:gd name="connsiteX7" fmla="*/ 2350 w 8430"/>
                    <a:gd name="connsiteY7" fmla="*/ 43489 h 70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30" h="70264">
                      <a:moveTo>
                        <a:pt x="2350" y="43489"/>
                      </a:moveTo>
                      <a:cubicBezTo>
                        <a:pt x="3236" y="53773"/>
                        <a:pt x="2438" y="64457"/>
                        <a:pt x="0" y="70265"/>
                      </a:cubicBezTo>
                      <a:lnTo>
                        <a:pt x="2172" y="70220"/>
                      </a:lnTo>
                      <a:cubicBezTo>
                        <a:pt x="5852" y="70132"/>
                        <a:pt x="8600" y="60113"/>
                        <a:pt x="8423" y="48010"/>
                      </a:cubicBezTo>
                      <a:cubicBezTo>
                        <a:pt x="8334" y="39366"/>
                        <a:pt x="8245" y="30721"/>
                        <a:pt x="8290" y="22121"/>
                      </a:cubicBezTo>
                      <a:cubicBezTo>
                        <a:pt x="8334" y="10019"/>
                        <a:pt x="5586" y="89"/>
                        <a:pt x="1906" y="0"/>
                      </a:cubicBezTo>
                      <a:lnTo>
                        <a:pt x="1729" y="0"/>
                      </a:lnTo>
                      <a:cubicBezTo>
                        <a:pt x="1818" y="14807"/>
                        <a:pt x="1020" y="28904"/>
                        <a:pt x="2350" y="4348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94" name="Forme libre : forme 24693">
                  <a:extLst>
                    <a:ext uri="{FF2B5EF4-FFF2-40B4-BE49-F238E27FC236}">
                      <a16:creationId xmlns:a16="http://schemas.microsoft.com/office/drawing/2014/main" id="{F3017DC8-5AFD-4E0F-B685-046D550372FD}"/>
                    </a:ext>
                  </a:extLst>
                </p:cNvPr>
                <p:cNvSpPr/>
                <p:nvPr/>
              </p:nvSpPr>
              <p:spPr>
                <a:xfrm>
                  <a:off x="5898593" y="1858575"/>
                  <a:ext cx="6960" cy="32007"/>
                </a:xfrm>
                <a:custGeom>
                  <a:avLst/>
                  <a:gdLst>
                    <a:gd name="connsiteX0" fmla="*/ 3503 w 6960"/>
                    <a:gd name="connsiteY0" fmla="*/ 0 h 32007"/>
                    <a:gd name="connsiteX1" fmla="*/ 6961 w 6960"/>
                    <a:gd name="connsiteY1" fmla="*/ 16003 h 32007"/>
                    <a:gd name="connsiteX2" fmla="*/ 3592 w 6960"/>
                    <a:gd name="connsiteY2" fmla="*/ 32007 h 32007"/>
                    <a:gd name="connsiteX3" fmla="*/ 1 w 6960"/>
                    <a:gd name="connsiteY3" fmla="*/ 16003 h 32007"/>
                    <a:gd name="connsiteX4" fmla="*/ 3503 w 6960"/>
                    <a:gd name="connsiteY4" fmla="*/ 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60" h="32007">
                      <a:moveTo>
                        <a:pt x="3503" y="0"/>
                      </a:moveTo>
                      <a:cubicBezTo>
                        <a:pt x="5409" y="44"/>
                        <a:pt x="6917" y="7182"/>
                        <a:pt x="6961" y="16003"/>
                      </a:cubicBezTo>
                      <a:cubicBezTo>
                        <a:pt x="6961" y="24825"/>
                        <a:pt x="5542" y="32007"/>
                        <a:pt x="3592" y="32007"/>
                      </a:cubicBezTo>
                      <a:cubicBezTo>
                        <a:pt x="1686" y="32051"/>
                        <a:pt x="1" y="24870"/>
                        <a:pt x="1" y="16003"/>
                      </a:cubicBezTo>
                      <a:cubicBezTo>
                        <a:pt x="-43" y="7182"/>
                        <a:pt x="1553" y="0"/>
                        <a:pt x="3503" y="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95" name="Forme libre : forme 24694">
                  <a:extLst>
                    <a:ext uri="{FF2B5EF4-FFF2-40B4-BE49-F238E27FC236}">
                      <a16:creationId xmlns:a16="http://schemas.microsoft.com/office/drawing/2014/main" id="{2F658FA8-6C74-4001-920E-5E6E3972814D}"/>
                    </a:ext>
                  </a:extLst>
                </p:cNvPr>
                <p:cNvSpPr/>
                <p:nvPr/>
              </p:nvSpPr>
              <p:spPr>
                <a:xfrm>
                  <a:off x="5899170" y="1867397"/>
                  <a:ext cx="6339" cy="23185"/>
                </a:xfrm>
                <a:custGeom>
                  <a:avLst/>
                  <a:gdLst>
                    <a:gd name="connsiteX0" fmla="*/ 0 w 6339"/>
                    <a:gd name="connsiteY0" fmla="*/ 16181 h 23185"/>
                    <a:gd name="connsiteX1" fmla="*/ 2970 w 6339"/>
                    <a:gd name="connsiteY1" fmla="*/ 23185 h 23185"/>
                    <a:gd name="connsiteX2" fmla="*/ 6339 w 6339"/>
                    <a:gd name="connsiteY2" fmla="*/ 7182 h 23185"/>
                    <a:gd name="connsiteX3" fmla="*/ 5985 w 6339"/>
                    <a:gd name="connsiteY3" fmla="*/ 0 h 23185"/>
                    <a:gd name="connsiteX4" fmla="*/ 5719 w 6339"/>
                    <a:gd name="connsiteY4" fmla="*/ 3946 h 23185"/>
                    <a:gd name="connsiteX5" fmla="*/ 0 w 6339"/>
                    <a:gd name="connsiteY5" fmla="*/ 16181 h 2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39" h="23185">
                      <a:moveTo>
                        <a:pt x="0" y="16181"/>
                      </a:moveTo>
                      <a:cubicBezTo>
                        <a:pt x="665" y="20437"/>
                        <a:pt x="1773" y="23230"/>
                        <a:pt x="2970" y="23185"/>
                      </a:cubicBezTo>
                      <a:cubicBezTo>
                        <a:pt x="4921" y="23141"/>
                        <a:pt x="6339" y="16004"/>
                        <a:pt x="6339" y="7182"/>
                      </a:cubicBezTo>
                      <a:cubicBezTo>
                        <a:pt x="6339" y="4610"/>
                        <a:pt x="6206" y="2172"/>
                        <a:pt x="5985" y="0"/>
                      </a:cubicBezTo>
                      <a:cubicBezTo>
                        <a:pt x="5985" y="1330"/>
                        <a:pt x="5896" y="2660"/>
                        <a:pt x="5719" y="3946"/>
                      </a:cubicBezTo>
                      <a:cubicBezTo>
                        <a:pt x="4699" y="11039"/>
                        <a:pt x="2350" y="16713"/>
                        <a:pt x="0" y="16181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96" name="Forme libre : forme 24695">
                  <a:extLst>
                    <a:ext uri="{FF2B5EF4-FFF2-40B4-BE49-F238E27FC236}">
                      <a16:creationId xmlns:a16="http://schemas.microsoft.com/office/drawing/2014/main" id="{15F6D928-0902-4EFA-8BDC-90EE99765DA9}"/>
                    </a:ext>
                  </a:extLst>
                </p:cNvPr>
                <p:cNvSpPr/>
                <p:nvPr/>
              </p:nvSpPr>
              <p:spPr>
                <a:xfrm>
                  <a:off x="5899303" y="1856979"/>
                  <a:ext cx="6959" cy="32007"/>
                </a:xfrm>
                <a:custGeom>
                  <a:avLst/>
                  <a:gdLst>
                    <a:gd name="connsiteX0" fmla="*/ 3546 w 6959"/>
                    <a:gd name="connsiteY0" fmla="*/ 0 h 32007"/>
                    <a:gd name="connsiteX1" fmla="*/ 6960 w 6959"/>
                    <a:gd name="connsiteY1" fmla="*/ 16004 h 32007"/>
                    <a:gd name="connsiteX2" fmla="*/ 3591 w 6959"/>
                    <a:gd name="connsiteY2" fmla="*/ 32007 h 32007"/>
                    <a:gd name="connsiteX3" fmla="*/ 0 w 6959"/>
                    <a:gd name="connsiteY3" fmla="*/ 16004 h 32007"/>
                    <a:gd name="connsiteX4" fmla="*/ 3546 w 6959"/>
                    <a:gd name="connsiteY4" fmla="*/ 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59" h="32007">
                      <a:moveTo>
                        <a:pt x="3546" y="0"/>
                      </a:moveTo>
                      <a:cubicBezTo>
                        <a:pt x="5453" y="44"/>
                        <a:pt x="6960" y="7182"/>
                        <a:pt x="6960" y="16004"/>
                      </a:cubicBezTo>
                      <a:cubicBezTo>
                        <a:pt x="6960" y="24825"/>
                        <a:pt x="5497" y="31963"/>
                        <a:pt x="3591" y="32007"/>
                      </a:cubicBezTo>
                      <a:cubicBezTo>
                        <a:pt x="1685" y="32051"/>
                        <a:pt x="0" y="24870"/>
                        <a:pt x="0" y="16004"/>
                      </a:cubicBezTo>
                      <a:cubicBezTo>
                        <a:pt x="0" y="7137"/>
                        <a:pt x="1640" y="-44"/>
                        <a:pt x="3546" y="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97" name="Forme libre : forme 24696">
                  <a:extLst>
                    <a:ext uri="{FF2B5EF4-FFF2-40B4-BE49-F238E27FC236}">
                      <a16:creationId xmlns:a16="http://schemas.microsoft.com/office/drawing/2014/main" id="{7F68F171-55F6-43CE-B920-AB9719ECDBC6}"/>
                    </a:ext>
                  </a:extLst>
                </p:cNvPr>
                <p:cNvSpPr/>
                <p:nvPr/>
              </p:nvSpPr>
              <p:spPr>
                <a:xfrm>
                  <a:off x="5896762" y="1864336"/>
                  <a:ext cx="12693" cy="40086"/>
                </a:xfrm>
                <a:custGeom>
                  <a:avLst/>
                  <a:gdLst>
                    <a:gd name="connsiteX0" fmla="*/ 6087 w 12693"/>
                    <a:gd name="connsiteY0" fmla="*/ 39811 h 40086"/>
                    <a:gd name="connsiteX1" fmla="*/ 9279 w 12693"/>
                    <a:gd name="connsiteY1" fmla="*/ 38659 h 40086"/>
                    <a:gd name="connsiteX2" fmla="*/ 12515 w 12693"/>
                    <a:gd name="connsiteY2" fmla="*/ 22522 h 40086"/>
                    <a:gd name="connsiteX3" fmla="*/ 11983 w 12693"/>
                    <a:gd name="connsiteY3" fmla="*/ 5809 h 40086"/>
                    <a:gd name="connsiteX4" fmla="*/ 8880 w 12693"/>
                    <a:gd name="connsiteY4" fmla="*/ 401 h 40086"/>
                    <a:gd name="connsiteX5" fmla="*/ 7240 w 12693"/>
                    <a:gd name="connsiteY5" fmla="*/ 5987 h 40086"/>
                    <a:gd name="connsiteX6" fmla="*/ 3471 w 12693"/>
                    <a:gd name="connsiteY6" fmla="*/ 19685 h 40086"/>
                    <a:gd name="connsiteX7" fmla="*/ 191 w 12693"/>
                    <a:gd name="connsiteY7" fmla="*/ 35733 h 40086"/>
                    <a:gd name="connsiteX8" fmla="*/ 6087 w 12693"/>
                    <a:gd name="connsiteY8" fmla="*/ 39811 h 40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693" h="40086">
                      <a:moveTo>
                        <a:pt x="6087" y="39811"/>
                      </a:moveTo>
                      <a:cubicBezTo>
                        <a:pt x="7195" y="39900"/>
                        <a:pt x="8304" y="39944"/>
                        <a:pt x="9279" y="38659"/>
                      </a:cubicBezTo>
                      <a:cubicBezTo>
                        <a:pt x="11185" y="36176"/>
                        <a:pt x="12160" y="29261"/>
                        <a:pt x="12515" y="22522"/>
                      </a:cubicBezTo>
                      <a:cubicBezTo>
                        <a:pt x="12825" y="16937"/>
                        <a:pt x="12781" y="10863"/>
                        <a:pt x="11983" y="5809"/>
                      </a:cubicBezTo>
                      <a:cubicBezTo>
                        <a:pt x="11407" y="2041"/>
                        <a:pt x="10077" y="-1150"/>
                        <a:pt x="8880" y="401"/>
                      </a:cubicBezTo>
                      <a:cubicBezTo>
                        <a:pt x="8126" y="1376"/>
                        <a:pt x="7683" y="3815"/>
                        <a:pt x="7240" y="5987"/>
                      </a:cubicBezTo>
                      <a:cubicBezTo>
                        <a:pt x="6176" y="11174"/>
                        <a:pt x="4934" y="15828"/>
                        <a:pt x="3471" y="19685"/>
                      </a:cubicBezTo>
                      <a:cubicBezTo>
                        <a:pt x="2230" y="22966"/>
                        <a:pt x="-784" y="28995"/>
                        <a:pt x="191" y="35733"/>
                      </a:cubicBezTo>
                      <a:cubicBezTo>
                        <a:pt x="989" y="41806"/>
                        <a:pt x="4535" y="39723"/>
                        <a:pt x="6087" y="3981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98" name="Forme libre : forme 24697">
                  <a:extLst>
                    <a:ext uri="{FF2B5EF4-FFF2-40B4-BE49-F238E27FC236}">
                      <a16:creationId xmlns:a16="http://schemas.microsoft.com/office/drawing/2014/main" id="{9889D8A9-6CB1-44D6-ADC9-71C245FF383E}"/>
                    </a:ext>
                  </a:extLst>
                </p:cNvPr>
                <p:cNvSpPr/>
                <p:nvPr/>
              </p:nvSpPr>
              <p:spPr>
                <a:xfrm>
                  <a:off x="5896526" y="1884484"/>
                  <a:ext cx="3655" cy="13102"/>
                </a:xfrm>
                <a:custGeom>
                  <a:avLst/>
                  <a:gdLst>
                    <a:gd name="connsiteX0" fmla="*/ 2245 w 3655"/>
                    <a:gd name="connsiteY0" fmla="*/ 12349 h 13102"/>
                    <a:gd name="connsiteX1" fmla="*/ 2998 w 3655"/>
                    <a:gd name="connsiteY1" fmla="*/ 13102 h 13102"/>
                    <a:gd name="connsiteX2" fmla="*/ 3619 w 3655"/>
                    <a:gd name="connsiteY2" fmla="*/ 11861 h 13102"/>
                    <a:gd name="connsiteX3" fmla="*/ 3530 w 3655"/>
                    <a:gd name="connsiteY3" fmla="*/ 9512 h 13102"/>
                    <a:gd name="connsiteX4" fmla="*/ 2732 w 3655"/>
                    <a:gd name="connsiteY4" fmla="*/ 3837 h 13102"/>
                    <a:gd name="connsiteX5" fmla="*/ 2245 w 3655"/>
                    <a:gd name="connsiteY5" fmla="*/ 1798 h 13102"/>
                    <a:gd name="connsiteX6" fmla="*/ 28 w 3655"/>
                    <a:gd name="connsiteY6" fmla="*/ 3527 h 13102"/>
                    <a:gd name="connsiteX7" fmla="*/ 2245 w 3655"/>
                    <a:gd name="connsiteY7" fmla="*/ 12349 h 13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55" h="13102">
                      <a:moveTo>
                        <a:pt x="2245" y="12349"/>
                      </a:moveTo>
                      <a:cubicBezTo>
                        <a:pt x="2466" y="12748"/>
                        <a:pt x="2732" y="13102"/>
                        <a:pt x="2998" y="13102"/>
                      </a:cubicBezTo>
                      <a:cubicBezTo>
                        <a:pt x="3264" y="13102"/>
                        <a:pt x="3530" y="12659"/>
                        <a:pt x="3619" y="11861"/>
                      </a:cubicBezTo>
                      <a:cubicBezTo>
                        <a:pt x="3708" y="11152"/>
                        <a:pt x="3619" y="10265"/>
                        <a:pt x="3530" y="9512"/>
                      </a:cubicBezTo>
                      <a:cubicBezTo>
                        <a:pt x="3309" y="7561"/>
                        <a:pt x="3087" y="5655"/>
                        <a:pt x="2732" y="3837"/>
                      </a:cubicBezTo>
                      <a:cubicBezTo>
                        <a:pt x="2599" y="3084"/>
                        <a:pt x="2466" y="2374"/>
                        <a:pt x="2245" y="1798"/>
                      </a:cubicBezTo>
                      <a:cubicBezTo>
                        <a:pt x="1447" y="-596"/>
                        <a:pt x="-238" y="-1128"/>
                        <a:pt x="28" y="3527"/>
                      </a:cubicBezTo>
                      <a:cubicBezTo>
                        <a:pt x="294" y="7162"/>
                        <a:pt x="1314" y="10664"/>
                        <a:pt x="2245" y="1234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99" name="Forme libre : forme 24698">
                  <a:extLst>
                    <a:ext uri="{FF2B5EF4-FFF2-40B4-BE49-F238E27FC236}">
                      <a16:creationId xmlns:a16="http://schemas.microsoft.com/office/drawing/2014/main" id="{EAD13B32-3E53-48CB-810F-982DDEFC8DC4}"/>
                    </a:ext>
                  </a:extLst>
                </p:cNvPr>
                <p:cNvSpPr/>
                <p:nvPr/>
              </p:nvSpPr>
              <p:spPr>
                <a:xfrm>
                  <a:off x="5903647" y="1846292"/>
                  <a:ext cx="6827" cy="19508"/>
                </a:xfrm>
                <a:custGeom>
                  <a:avLst/>
                  <a:gdLst>
                    <a:gd name="connsiteX0" fmla="*/ 0 w 6827"/>
                    <a:gd name="connsiteY0" fmla="*/ 3 h 19508"/>
                    <a:gd name="connsiteX1" fmla="*/ 6827 w 6827"/>
                    <a:gd name="connsiteY1" fmla="*/ 19509 h 19508"/>
                    <a:gd name="connsiteX2" fmla="*/ 0 w 6827"/>
                    <a:gd name="connsiteY2" fmla="*/ 3 h 19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827" h="19508">
                      <a:moveTo>
                        <a:pt x="0" y="3"/>
                      </a:moveTo>
                      <a:cubicBezTo>
                        <a:pt x="0" y="3"/>
                        <a:pt x="5275" y="-706"/>
                        <a:pt x="6827" y="19509"/>
                      </a:cubicBezTo>
                      <a:cubicBezTo>
                        <a:pt x="6783" y="19509"/>
                        <a:pt x="5275" y="3904"/>
                        <a:pt x="0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00" name="Forme libre : forme 24699">
                  <a:extLst>
                    <a:ext uri="{FF2B5EF4-FFF2-40B4-BE49-F238E27FC236}">
                      <a16:creationId xmlns:a16="http://schemas.microsoft.com/office/drawing/2014/main" id="{5BD6A663-0E31-4409-BA69-71DD3D765568}"/>
                    </a:ext>
                  </a:extLst>
                </p:cNvPr>
                <p:cNvSpPr/>
                <p:nvPr/>
              </p:nvSpPr>
              <p:spPr>
                <a:xfrm>
                  <a:off x="5893052" y="1891025"/>
                  <a:ext cx="7092" cy="22165"/>
                </a:xfrm>
                <a:custGeom>
                  <a:avLst/>
                  <a:gdLst>
                    <a:gd name="connsiteX0" fmla="*/ 0 w 7092"/>
                    <a:gd name="connsiteY0" fmla="*/ 0 h 22165"/>
                    <a:gd name="connsiteX1" fmla="*/ 7093 w 7092"/>
                    <a:gd name="connsiteY1" fmla="*/ 22165 h 22165"/>
                    <a:gd name="connsiteX2" fmla="*/ 0 w 7092"/>
                    <a:gd name="connsiteY2" fmla="*/ 0 h 2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92" h="22165">
                      <a:moveTo>
                        <a:pt x="0" y="0"/>
                      </a:moveTo>
                      <a:cubicBezTo>
                        <a:pt x="0" y="0"/>
                        <a:pt x="576" y="20082"/>
                        <a:pt x="7093" y="22165"/>
                      </a:cubicBezTo>
                      <a:cubicBezTo>
                        <a:pt x="7093" y="22165"/>
                        <a:pt x="1286" y="182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01" name="Forme libre : forme 24700">
                  <a:extLst>
                    <a:ext uri="{FF2B5EF4-FFF2-40B4-BE49-F238E27FC236}">
                      <a16:creationId xmlns:a16="http://schemas.microsoft.com/office/drawing/2014/main" id="{D75EE5B3-4D16-40B1-A6FA-011E554394EF}"/>
                    </a:ext>
                  </a:extLst>
                </p:cNvPr>
                <p:cNvSpPr/>
                <p:nvPr/>
              </p:nvSpPr>
              <p:spPr>
                <a:xfrm>
                  <a:off x="5899296" y="1865367"/>
                  <a:ext cx="2419" cy="11994"/>
                </a:xfrm>
                <a:custGeom>
                  <a:avLst/>
                  <a:gdLst>
                    <a:gd name="connsiteX0" fmla="*/ 1825 w 2419"/>
                    <a:gd name="connsiteY0" fmla="*/ 124 h 11994"/>
                    <a:gd name="connsiteX1" fmla="*/ 2268 w 2419"/>
                    <a:gd name="connsiteY1" fmla="*/ 7217 h 11994"/>
                    <a:gd name="connsiteX2" fmla="*/ 628 w 2419"/>
                    <a:gd name="connsiteY2" fmla="*/ 11871 h 11994"/>
                    <a:gd name="connsiteX3" fmla="*/ 141 w 2419"/>
                    <a:gd name="connsiteY3" fmla="*/ 4778 h 11994"/>
                    <a:gd name="connsiteX4" fmla="*/ 1825 w 2419"/>
                    <a:gd name="connsiteY4" fmla="*/ 124 h 11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9" h="11994">
                      <a:moveTo>
                        <a:pt x="1825" y="124"/>
                      </a:moveTo>
                      <a:cubicBezTo>
                        <a:pt x="2401" y="789"/>
                        <a:pt x="2579" y="3980"/>
                        <a:pt x="2268" y="7217"/>
                      </a:cubicBezTo>
                      <a:cubicBezTo>
                        <a:pt x="1958" y="10453"/>
                        <a:pt x="1204" y="12536"/>
                        <a:pt x="628" y="11871"/>
                      </a:cubicBezTo>
                      <a:cubicBezTo>
                        <a:pt x="52" y="11206"/>
                        <a:pt x="-170" y="8015"/>
                        <a:pt x="141" y="4778"/>
                      </a:cubicBezTo>
                      <a:cubicBezTo>
                        <a:pt x="495" y="1542"/>
                        <a:pt x="1249" y="-541"/>
                        <a:pt x="1825" y="12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02" name="Forme libre : forme 24701">
                  <a:extLst>
                    <a:ext uri="{FF2B5EF4-FFF2-40B4-BE49-F238E27FC236}">
                      <a16:creationId xmlns:a16="http://schemas.microsoft.com/office/drawing/2014/main" id="{D738E76D-7576-466F-B75B-89FE4C8116B4}"/>
                    </a:ext>
                  </a:extLst>
                </p:cNvPr>
                <p:cNvSpPr/>
                <p:nvPr/>
              </p:nvSpPr>
              <p:spPr>
                <a:xfrm>
                  <a:off x="5900323" y="1863762"/>
                  <a:ext cx="975" cy="3280"/>
                </a:xfrm>
                <a:custGeom>
                  <a:avLst/>
                  <a:gdLst>
                    <a:gd name="connsiteX0" fmla="*/ 488 w 975"/>
                    <a:gd name="connsiteY0" fmla="*/ 0 h 3280"/>
                    <a:gd name="connsiteX1" fmla="*/ 975 w 975"/>
                    <a:gd name="connsiteY1" fmla="*/ 1640 h 3280"/>
                    <a:gd name="connsiteX2" fmla="*/ 488 w 975"/>
                    <a:gd name="connsiteY2" fmla="*/ 3280 h 3280"/>
                    <a:gd name="connsiteX3" fmla="*/ 0 w 975"/>
                    <a:gd name="connsiteY3" fmla="*/ 1640 h 3280"/>
                    <a:gd name="connsiteX4" fmla="*/ 488 w 975"/>
                    <a:gd name="connsiteY4" fmla="*/ 0 h 3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5" h="3280">
                      <a:moveTo>
                        <a:pt x="488" y="0"/>
                      </a:moveTo>
                      <a:cubicBezTo>
                        <a:pt x="754" y="0"/>
                        <a:pt x="975" y="754"/>
                        <a:pt x="975" y="1640"/>
                      </a:cubicBezTo>
                      <a:cubicBezTo>
                        <a:pt x="975" y="2571"/>
                        <a:pt x="754" y="3280"/>
                        <a:pt x="488" y="3280"/>
                      </a:cubicBezTo>
                      <a:cubicBezTo>
                        <a:pt x="222" y="3280"/>
                        <a:pt x="0" y="2527"/>
                        <a:pt x="0" y="1640"/>
                      </a:cubicBezTo>
                      <a:cubicBezTo>
                        <a:pt x="0" y="754"/>
                        <a:pt x="222" y="0"/>
                        <a:pt x="4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03" name="Forme libre : forme 24702">
                  <a:extLst>
                    <a:ext uri="{FF2B5EF4-FFF2-40B4-BE49-F238E27FC236}">
                      <a16:creationId xmlns:a16="http://schemas.microsoft.com/office/drawing/2014/main" id="{B39651A7-670E-47BA-AD54-7B3DFE0587E2}"/>
                    </a:ext>
                  </a:extLst>
                </p:cNvPr>
                <p:cNvSpPr/>
                <p:nvPr/>
              </p:nvSpPr>
              <p:spPr>
                <a:xfrm>
                  <a:off x="5893759" y="1849288"/>
                  <a:ext cx="9137" cy="28314"/>
                </a:xfrm>
                <a:custGeom>
                  <a:avLst/>
                  <a:gdLst>
                    <a:gd name="connsiteX0" fmla="*/ 3371 w 9137"/>
                    <a:gd name="connsiteY0" fmla="*/ 2327 h 28314"/>
                    <a:gd name="connsiteX1" fmla="*/ 7805 w 9137"/>
                    <a:gd name="connsiteY1" fmla="*/ 22 h 28314"/>
                    <a:gd name="connsiteX2" fmla="*/ 9134 w 9137"/>
                    <a:gd name="connsiteY2" fmla="*/ 2416 h 28314"/>
                    <a:gd name="connsiteX3" fmla="*/ 8204 w 9137"/>
                    <a:gd name="connsiteY3" fmla="*/ 6006 h 28314"/>
                    <a:gd name="connsiteX4" fmla="*/ 4081 w 9137"/>
                    <a:gd name="connsiteY4" fmla="*/ 13321 h 28314"/>
                    <a:gd name="connsiteX5" fmla="*/ 845 w 9137"/>
                    <a:gd name="connsiteY5" fmla="*/ 27950 h 28314"/>
                    <a:gd name="connsiteX6" fmla="*/ 756 w 9137"/>
                    <a:gd name="connsiteY6" fmla="*/ 9641 h 28314"/>
                    <a:gd name="connsiteX7" fmla="*/ 3371 w 9137"/>
                    <a:gd name="connsiteY7" fmla="*/ 2327 h 28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137" h="28314">
                      <a:moveTo>
                        <a:pt x="3371" y="2327"/>
                      </a:moveTo>
                      <a:cubicBezTo>
                        <a:pt x="4746" y="332"/>
                        <a:pt x="6297" y="-111"/>
                        <a:pt x="7805" y="22"/>
                      </a:cubicBezTo>
                      <a:cubicBezTo>
                        <a:pt x="8336" y="66"/>
                        <a:pt x="9046" y="598"/>
                        <a:pt x="9134" y="2416"/>
                      </a:cubicBezTo>
                      <a:cubicBezTo>
                        <a:pt x="9179" y="4056"/>
                        <a:pt x="8691" y="5297"/>
                        <a:pt x="8204" y="6006"/>
                      </a:cubicBezTo>
                      <a:cubicBezTo>
                        <a:pt x="6785" y="8179"/>
                        <a:pt x="5100" y="9375"/>
                        <a:pt x="4081" y="13321"/>
                      </a:cubicBezTo>
                      <a:cubicBezTo>
                        <a:pt x="3416" y="15759"/>
                        <a:pt x="2263" y="30832"/>
                        <a:pt x="845" y="27950"/>
                      </a:cubicBezTo>
                      <a:cubicBezTo>
                        <a:pt x="-618" y="25069"/>
                        <a:pt x="135" y="13188"/>
                        <a:pt x="756" y="9641"/>
                      </a:cubicBezTo>
                      <a:cubicBezTo>
                        <a:pt x="1376" y="6317"/>
                        <a:pt x="2307" y="3834"/>
                        <a:pt x="3371" y="232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56" name="Graphique 2">
                <a:extLst>
                  <a:ext uri="{FF2B5EF4-FFF2-40B4-BE49-F238E27FC236}">
                    <a16:creationId xmlns:a16="http://schemas.microsoft.com/office/drawing/2014/main" id="{ACB48D7F-51A9-4A31-B361-D828A5F241C0}"/>
                  </a:ext>
                </a:extLst>
              </p:cNvPr>
              <p:cNvGrpSpPr/>
              <p:nvPr/>
            </p:nvGrpSpPr>
            <p:grpSpPr>
              <a:xfrm>
                <a:off x="5893298" y="1773575"/>
                <a:ext cx="20515" cy="70593"/>
                <a:chOff x="5893298" y="1773575"/>
                <a:chExt cx="20515" cy="70593"/>
              </a:xfrm>
              <a:solidFill>
                <a:schemeClr val="accent1"/>
              </a:solidFill>
            </p:grpSpPr>
            <p:sp>
              <p:nvSpPr>
                <p:cNvPr id="24680" name="Forme libre : forme 24679">
                  <a:extLst>
                    <a:ext uri="{FF2B5EF4-FFF2-40B4-BE49-F238E27FC236}">
                      <a16:creationId xmlns:a16="http://schemas.microsoft.com/office/drawing/2014/main" id="{0CAFDE5D-59F5-4FD5-9DB9-13EFFCCC5E6F}"/>
                    </a:ext>
                  </a:extLst>
                </p:cNvPr>
                <p:cNvSpPr/>
                <p:nvPr/>
              </p:nvSpPr>
              <p:spPr>
                <a:xfrm>
                  <a:off x="5893298" y="1773575"/>
                  <a:ext cx="20515" cy="70593"/>
                </a:xfrm>
                <a:custGeom>
                  <a:avLst/>
                  <a:gdLst>
                    <a:gd name="connsiteX0" fmla="*/ 20235 w 20515"/>
                    <a:gd name="connsiteY0" fmla="*/ 23158 h 70593"/>
                    <a:gd name="connsiteX1" fmla="*/ 18595 w 20515"/>
                    <a:gd name="connsiteY1" fmla="*/ 48826 h 70593"/>
                    <a:gd name="connsiteX2" fmla="*/ 11147 w 20515"/>
                    <a:gd name="connsiteY2" fmla="*/ 70593 h 70593"/>
                    <a:gd name="connsiteX3" fmla="*/ 6049 w 20515"/>
                    <a:gd name="connsiteY3" fmla="*/ 70460 h 70593"/>
                    <a:gd name="connsiteX4" fmla="*/ 64 w 20515"/>
                    <a:gd name="connsiteY4" fmla="*/ 47939 h 70593"/>
                    <a:gd name="connsiteX5" fmla="*/ 1705 w 20515"/>
                    <a:gd name="connsiteY5" fmla="*/ 21607 h 70593"/>
                    <a:gd name="connsiteX6" fmla="*/ 10659 w 20515"/>
                    <a:gd name="connsiteY6" fmla="*/ 18 h 70593"/>
                    <a:gd name="connsiteX7" fmla="*/ 15757 w 20515"/>
                    <a:gd name="connsiteY7" fmla="*/ 638 h 70593"/>
                    <a:gd name="connsiteX8" fmla="*/ 20235 w 20515"/>
                    <a:gd name="connsiteY8" fmla="*/ 23158 h 70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515" h="70593">
                      <a:moveTo>
                        <a:pt x="20235" y="23158"/>
                      </a:moveTo>
                      <a:cubicBezTo>
                        <a:pt x="19570" y="31670"/>
                        <a:pt x="18949" y="40226"/>
                        <a:pt x="18595" y="48826"/>
                      </a:cubicBezTo>
                      <a:cubicBezTo>
                        <a:pt x="18018" y="60840"/>
                        <a:pt x="14826" y="70681"/>
                        <a:pt x="11147" y="70593"/>
                      </a:cubicBezTo>
                      <a:lnTo>
                        <a:pt x="6049" y="70460"/>
                      </a:lnTo>
                      <a:cubicBezTo>
                        <a:pt x="2369" y="70371"/>
                        <a:pt x="-468" y="60263"/>
                        <a:pt x="64" y="47939"/>
                      </a:cubicBezTo>
                      <a:cubicBezTo>
                        <a:pt x="419" y="39162"/>
                        <a:pt x="1040" y="30384"/>
                        <a:pt x="1705" y="21607"/>
                      </a:cubicBezTo>
                      <a:cubicBezTo>
                        <a:pt x="2724" y="9239"/>
                        <a:pt x="6980" y="-470"/>
                        <a:pt x="10659" y="18"/>
                      </a:cubicBezTo>
                      <a:lnTo>
                        <a:pt x="15757" y="638"/>
                      </a:lnTo>
                      <a:cubicBezTo>
                        <a:pt x="19437" y="1170"/>
                        <a:pt x="21254" y="11233"/>
                        <a:pt x="20235" y="2315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81" name="Forme libre : forme 24680">
                  <a:extLst>
                    <a:ext uri="{FF2B5EF4-FFF2-40B4-BE49-F238E27FC236}">
                      <a16:creationId xmlns:a16="http://schemas.microsoft.com/office/drawing/2014/main" id="{D6B0EB49-6C1F-4279-94B4-020C1282DEA2}"/>
                    </a:ext>
                  </a:extLst>
                </p:cNvPr>
                <p:cNvSpPr/>
                <p:nvPr/>
              </p:nvSpPr>
              <p:spPr>
                <a:xfrm>
                  <a:off x="5902229" y="1774258"/>
                  <a:ext cx="11585" cy="69910"/>
                </a:xfrm>
                <a:custGeom>
                  <a:avLst/>
                  <a:gdLst>
                    <a:gd name="connsiteX0" fmla="*/ 3768 w 11585"/>
                    <a:gd name="connsiteY0" fmla="*/ 43267 h 69910"/>
                    <a:gd name="connsiteX1" fmla="*/ 0 w 11585"/>
                    <a:gd name="connsiteY1" fmla="*/ 69866 h 69910"/>
                    <a:gd name="connsiteX2" fmla="*/ 2217 w 11585"/>
                    <a:gd name="connsiteY2" fmla="*/ 69910 h 69910"/>
                    <a:gd name="connsiteX3" fmla="*/ 9664 w 11585"/>
                    <a:gd name="connsiteY3" fmla="*/ 48143 h 69910"/>
                    <a:gd name="connsiteX4" fmla="*/ 11304 w 11585"/>
                    <a:gd name="connsiteY4" fmla="*/ 22476 h 69910"/>
                    <a:gd name="connsiteX5" fmla="*/ 6871 w 11585"/>
                    <a:gd name="connsiteY5" fmla="*/ 0 h 69910"/>
                    <a:gd name="connsiteX6" fmla="*/ 6694 w 11585"/>
                    <a:gd name="connsiteY6" fmla="*/ 0 h 69910"/>
                    <a:gd name="connsiteX7" fmla="*/ 3768 w 11585"/>
                    <a:gd name="connsiteY7" fmla="*/ 43267 h 69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585" h="69910">
                      <a:moveTo>
                        <a:pt x="3768" y="43267"/>
                      </a:moveTo>
                      <a:cubicBezTo>
                        <a:pt x="4078" y="53596"/>
                        <a:pt x="2660" y="64191"/>
                        <a:pt x="0" y="69866"/>
                      </a:cubicBezTo>
                      <a:lnTo>
                        <a:pt x="2217" y="69910"/>
                      </a:lnTo>
                      <a:cubicBezTo>
                        <a:pt x="5896" y="69998"/>
                        <a:pt x="9088" y="60157"/>
                        <a:pt x="9664" y="48143"/>
                      </a:cubicBezTo>
                      <a:cubicBezTo>
                        <a:pt x="10019" y="39543"/>
                        <a:pt x="10639" y="31032"/>
                        <a:pt x="11304" y="22476"/>
                      </a:cubicBezTo>
                      <a:cubicBezTo>
                        <a:pt x="12324" y="10551"/>
                        <a:pt x="10506" y="488"/>
                        <a:pt x="6871" y="0"/>
                      </a:cubicBezTo>
                      <a:lnTo>
                        <a:pt x="6694" y="0"/>
                      </a:lnTo>
                      <a:cubicBezTo>
                        <a:pt x="5231" y="14674"/>
                        <a:pt x="3369" y="28682"/>
                        <a:pt x="3768" y="43267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82" name="Forme libre : forme 24681">
                  <a:extLst>
                    <a:ext uri="{FF2B5EF4-FFF2-40B4-BE49-F238E27FC236}">
                      <a16:creationId xmlns:a16="http://schemas.microsoft.com/office/drawing/2014/main" id="{79068DF7-A531-47FA-B6BF-80638C465AA8}"/>
                    </a:ext>
                  </a:extLst>
                </p:cNvPr>
                <p:cNvSpPr/>
                <p:nvPr/>
              </p:nvSpPr>
              <p:spPr>
                <a:xfrm>
                  <a:off x="5900383" y="1788394"/>
                  <a:ext cx="7366" cy="31924"/>
                </a:xfrm>
                <a:custGeom>
                  <a:avLst/>
                  <a:gdLst>
                    <a:gd name="connsiteX0" fmla="*/ 4993 w 7366"/>
                    <a:gd name="connsiteY0" fmla="*/ 5 h 31924"/>
                    <a:gd name="connsiteX1" fmla="*/ 7165 w 7366"/>
                    <a:gd name="connsiteY1" fmla="*/ 16186 h 31924"/>
                    <a:gd name="connsiteX2" fmla="*/ 2732 w 7366"/>
                    <a:gd name="connsiteY2" fmla="*/ 31923 h 31924"/>
                    <a:gd name="connsiteX3" fmla="*/ 161 w 7366"/>
                    <a:gd name="connsiteY3" fmla="*/ 15698 h 31924"/>
                    <a:gd name="connsiteX4" fmla="*/ 4993 w 7366"/>
                    <a:gd name="connsiteY4" fmla="*/ 5 h 31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66" h="31924">
                      <a:moveTo>
                        <a:pt x="4993" y="5"/>
                      </a:moveTo>
                      <a:cubicBezTo>
                        <a:pt x="6944" y="182"/>
                        <a:pt x="7786" y="7453"/>
                        <a:pt x="7165" y="16186"/>
                      </a:cubicBezTo>
                      <a:cubicBezTo>
                        <a:pt x="6545" y="24963"/>
                        <a:pt x="4638" y="32012"/>
                        <a:pt x="2732" y="31923"/>
                      </a:cubicBezTo>
                      <a:cubicBezTo>
                        <a:pt x="782" y="31835"/>
                        <a:pt x="-460" y="24564"/>
                        <a:pt x="161" y="15698"/>
                      </a:cubicBezTo>
                      <a:cubicBezTo>
                        <a:pt x="782" y="6832"/>
                        <a:pt x="3087" y="-217"/>
                        <a:pt x="4993" y="5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83" name="Forme libre : forme 24682">
                  <a:extLst>
                    <a:ext uri="{FF2B5EF4-FFF2-40B4-BE49-F238E27FC236}">
                      <a16:creationId xmlns:a16="http://schemas.microsoft.com/office/drawing/2014/main" id="{401C2C72-85CD-47BF-9A12-003B247F3A99}"/>
                    </a:ext>
                  </a:extLst>
                </p:cNvPr>
                <p:cNvSpPr/>
                <p:nvPr/>
              </p:nvSpPr>
              <p:spPr>
                <a:xfrm>
                  <a:off x="5900589" y="1797354"/>
                  <a:ext cx="7153" cy="22919"/>
                </a:xfrm>
                <a:custGeom>
                  <a:avLst/>
                  <a:gdLst>
                    <a:gd name="connsiteX0" fmla="*/ 0 w 7153"/>
                    <a:gd name="connsiteY0" fmla="*/ 15737 h 22919"/>
                    <a:gd name="connsiteX1" fmla="*/ 2527 w 7153"/>
                    <a:gd name="connsiteY1" fmla="*/ 22919 h 22919"/>
                    <a:gd name="connsiteX2" fmla="*/ 6960 w 7153"/>
                    <a:gd name="connsiteY2" fmla="*/ 7182 h 22919"/>
                    <a:gd name="connsiteX3" fmla="*/ 7137 w 7153"/>
                    <a:gd name="connsiteY3" fmla="*/ 0 h 22919"/>
                    <a:gd name="connsiteX4" fmla="*/ 6605 w 7153"/>
                    <a:gd name="connsiteY4" fmla="*/ 3901 h 22919"/>
                    <a:gd name="connsiteX5" fmla="*/ 0 w 7153"/>
                    <a:gd name="connsiteY5" fmla="*/ 15737 h 22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153" h="22919">
                      <a:moveTo>
                        <a:pt x="0" y="15737"/>
                      </a:moveTo>
                      <a:cubicBezTo>
                        <a:pt x="355" y="20038"/>
                        <a:pt x="1330" y="22875"/>
                        <a:pt x="2527" y="22919"/>
                      </a:cubicBezTo>
                      <a:cubicBezTo>
                        <a:pt x="4433" y="23008"/>
                        <a:pt x="6339" y="15959"/>
                        <a:pt x="6960" y="7182"/>
                      </a:cubicBezTo>
                      <a:cubicBezTo>
                        <a:pt x="7137" y="4610"/>
                        <a:pt x="7182" y="2172"/>
                        <a:pt x="7137" y="0"/>
                      </a:cubicBezTo>
                      <a:cubicBezTo>
                        <a:pt x="7004" y="1330"/>
                        <a:pt x="6871" y="2660"/>
                        <a:pt x="6605" y="3901"/>
                      </a:cubicBezTo>
                      <a:cubicBezTo>
                        <a:pt x="4965" y="10905"/>
                        <a:pt x="2350" y="16447"/>
                        <a:pt x="0" y="15737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84" name="Forme libre : forme 24683">
                  <a:extLst>
                    <a:ext uri="{FF2B5EF4-FFF2-40B4-BE49-F238E27FC236}">
                      <a16:creationId xmlns:a16="http://schemas.microsoft.com/office/drawing/2014/main" id="{98E31180-6579-4FD5-904B-FEE11D6241F3}"/>
                    </a:ext>
                  </a:extLst>
                </p:cNvPr>
                <p:cNvSpPr/>
                <p:nvPr/>
              </p:nvSpPr>
              <p:spPr>
                <a:xfrm>
                  <a:off x="5901311" y="1786843"/>
                  <a:ext cx="7357" cy="31879"/>
                </a:xfrm>
                <a:custGeom>
                  <a:avLst/>
                  <a:gdLst>
                    <a:gd name="connsiteX0" fmla="*/ 4997 w 7357"/>
                    <a:gd name="connsiteY0" fmla="*/ 5 h 31879"/>
                    <a:gd name="connsiteX1" fmla="*/ 7169 w 7357"/>
                    <a:gd name="connsiteY1" fmla="*/ 16186 h 31879"/>
                    <a:gd name="connsiteX2" fmla="*/ 2692 w 7357"/>
                    <a:gd name="connsiteY2" fmla="*/ 31879 h 31879"/>
                    <a:gd name="connsiteX3" fmla="*/ 165 w 7357"/>
                    <a:gd name="connsiteY3" fmla="*/ 15654 h 31879"/>
                    <a:gd name="connsiteX4" fmla="*/ 4997 w 7357"/>
                    <a:gd name="connsiteY4" fmla="*/ 5 h 3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57" h="31879">
                      <a:moveTo>
                        <a:pt x="4997" y="5"/>
                      </a:moveTo>
                      <a:cubicBezTo>
                        <a:pt x="6992" y="227"/>
                        <a:pt x="7745" y="7408"/>
                        <a:pt x="7169" y="16186"/>
                      </a:cubicBezTo>
                      <a:cubicBezTo>
                        <a:pt x="6548" y="24919"/>
                        <a:pt x="4598" y="31968"/>
                        <a:pt x="2692" y="31879"/>
                      </a:cubicBezTo>
                      <a:cubicBezTo>
                        <a:pt x="741" y="31790"/>
                        <a:pt x="-456" y="24520"/>
                        <a:pt x="165" y="15654"/>
                      </a:cubicBezTo>
                      <a:cubicBezTo>
                        <a:pt x="741" y="6788"/>
                        <a:pt x="3091" y="-217"/>
                        <a:pt x="4997" y="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85" name="Forme libre : forme 24684">
                  <a:extLst>
                    <a:ext uri="{FF2B5EF4-FFF2-40B4-BE49-F238E27FC236}">
                      <a16:creationId xmlns:a16="http://schemas.microsoft.com/office/drawing/2014/main" id="{C99921A2-D8FB-47FE-BBC3-C0CC1AEA2641}"/>
                    </a:ext>
                  </a:extLst>
                </p:cNvPr>
                <p:cNvSpPr/>
                <p:nvPr/>
              </p:nvSpPr>
              <p:spPr>
                <a:xfrm>
                  <a:off x="5897330" y="1794516"/>
                  <a:ext cx="14012" cy="39496"/>
                </a:xfrm>
                <a:custGeom>
                  <a:avLst/>
                  <a:gdLst>
                    <a:gd name="connsiteX0" fmla="*/ 5741 w 14012"/>
                    <a:gd name="connsiteY0" fmla="*/ 39367 h 39496"/>
                    <a:gd name="connsiteX1" fmla="*/ 9021 w 14012"/>
                    <a:gd name="connsiteY1" fmla="*/ 38392 h 39496"/>
                    <a:gd name="connsiteX2" fmla="*/ 13188 w 14012"/>
                    <a:gd name="connsiteY2" fmla="*/ 22566 h 39496"/>
                    <a:gd name="connsiteX3" fmla="*/ 13853 w 14012"/>
                    <a:gd name="connsiteY3" fmla="*/ 5942 h 39496"/>
                    <a:gd name="connsiteX4" fmla="*/ 11149 w 14012"/>
                    <a:gd name="connsiteY4" fmla="*/ 356 h 39496"/>
                    <a:gd name="connsiteX5" fmla="*/ 9066 w 14012"/>
                    <a:gd name="connsiteY5" fmla="*/ 5764 h 39496"/>
                    <a:gd name="connsiteX6" fmla="*/ 4322 w 14012"/>
                    <a:gd name="connsiteY6" fmla="*/ 19152 h 39496"/>
                    <a:gd name="connsiteX7" fmla="*/ 66 w 14012"/>
                    <a:gd name="connsiteY7" fmla="*/ 35023 h 39496"/>
                    <a:gd name="connsiteX8" fmla="*/ 5741 w 14012"/>
                    <a:gd name="connsiteY8" fmla="*/ 39367 h 3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012" h="39496">
                      <a:moveTo>
                        <a:pt x="5741" y="39367"/>
                      </a:moveTo>
                      <a:cubicBezTo>
                        <a:pt x="6849" y="39500"/>
                        <a:pt x="7957" y="39633"/>
                        <a:pt x="9021" y="38392"/>
                      </a:cubicBezTo>
                      <a:cubicBezTo>
                        <a:pt x="11016" y="35998"/>
                        <a:pt x="12435" y="29171"/>
                        <a:pt x="13188" y="22566"/>
                      </a:cubicBezTo>
                      <a:cubicBezTo>
                        <a:pt x="13853" y="17024"/>
                        <a:pt x="14252" y="10995"/>
                        <a:pt x="13853" y="5942"/>
                      </a:cubicBezTo>
                      <a:cubicBezTo>
                        <a:pt x="13499" y="2173"/>
                        <a:pt x="12479" y="-1107"/>
                        <a:pt x="11149" y="356"/>
                      </a:cubicBezTo>
                      <a:cubicBezTo>
                        <a:pt x="10307" y="1242"/>
                        <a:pt x="9686" y="3636"/>
                        <a:pt x="9066" y="5764"/>
                      </a:cubicBezTo>
                      <a:cubicBezTo>
                        <a:pt x="7603" y="10818"/>
                        <a:pt x="6007" y="15384"/>
                        <a:pt x="4322" y="19152"/>
                      </a:cubicBezTo>
                      <a:cubicBezTo>
                        <a:pt x="2815" y="22344"/>
                        <a:pt x="-510" y="28196"/>
                        <a:pt x="66" y="35023"/>
                      </a:cubicBezTo>
                      <a:cubicBezTo>
                        <a:pt x="554" y="41096"/>
                        <a:pt x="4189" y="39145"/>
                        <a:pt x="5741" y="3936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86" name="Forme libre : forme 24685">
                  <a:extLst>
                    <a:ext uri="{FF2B5EF4-FFF2-40B4-BE49-F238E27FC236}">
                      <a16:creationId xmlns:a16="http://schemas.microsoft.com/office/drawing/2014/main" id="{F1A6CCF0-3F74-40CC-A82C-8052016690CE}"/>
                    </a:ext>
                  </a:extLst>
                </p:cNvPr>
                <p:cNvSpPr/>
                <p:nvPr/>
              </p:nvSpPr>
              <p:spPr>
                <a:xfrm>
                  <a:off x="5897751" y="1813888"/>
                  <a:ext cx="3174" cy="13256"/>
                </a:xfrm>
                <a:custGeom>
                  <a:avLst/>
                  <a:gdLst>
                    <a:gd name="connsiteX0" fmla="*/ 1640 w 3174"/>
                    <a:gd name="connsiteY0" fmla="*/ 12459 h 13256"/>
                    <a:gd name="connsiteX1" fmla="*/ 2350 w 3174"/>
                    <a:gd name="connsiteY1" fmla="*/ 13256 h 13256"/>
                    <a:gd name="connsiteX2" fmla="*/ 3059 w 3174"/>
                    <a:gd name="connsiteY2" fmla="*/ 12060 h 13256"/>
                    <a:gd name="connsiteX3" fmla="*/ 3147 w 3174"/>
                    <a:gd name="connsiteY3" fmla="*/ 9710 h 13256"/>
                    <a:gd name="connsiteX4" fmla="*/ 2704 w 3174"/>
                    <a:gd name="connsiteY4" fmla="*/ 3991 h 13256"/>
                    <a:gd name="connsiteX5" fmla="*/ 2350 w 3174"/>
                    <a:gd name="connsiteY5" fmla="*/ 1908 h 13256"/>
                    <a:gd name="connsiteX6" fmla="*/ 0 w 3174"/>
                    <a:gd name="connsiteY6" fmla="*/ 3504 h 13256"/>
                    <a:gd name="connsiteX7" fmla="*/ 1640 w 3174"/>
                    <a:gd name="connsiteY7" fmla="*/ 12459 h 13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74" h="13256">
                      <a:moveTo>
                        <a:pt x="1640" y="12459"/>
                      </a:moveTo>
                      <a:cubicBezTo>
                        <a:pt x="1862" y="12902"/>
                        <a:pt x="2084" y="13256"/>
                        <a:pt x="2350" y="13256"/>
                      </a:cubicBezTo>
                      <a:cubicBezTo>
                        <a:pt x="2616" y="13256"/>
                        <a:pt x="2926" y="12857"/>
                        <a:pt x="3059" y="12060"/>
                      </a:cubicBezTo>
                      <a:cubicBezTo>
                        <a:pt x="3192" y="11350"/>
                        <a:pt x="3192" y="10508"/>
                        <a:pt x="3147" y="9710"/>
                      </a:cubicBezTo>
                      <a:cubicBezTo>
                        <a:pt x="3059" y="7715"/>
                        <a:pt x="2881" y="5809"/>
                        <a:pt x="2704" y="3991"/>
                      </a:cubicBezTo>
                      <a:cubicBezTo>
                        <a:pt x="2616" y="3238"/>
                        <a:pt x="2527" y="2484"/>
                        <a:pt x="2350" y="1908"/>
                      </a:cubicBezTo>
                      <a:cubicBezTo>
                        <a:pt x="1729" y="-575"/>
                        <a:pt x="44" y="-1195"/>
                        <a:pt x="0" y="3504"/>
                      </a:cubicBezTo>
                      <a:cubicBezTo>
                        <a:pt x="0" y="7139"/>
                        <a:pt x="798" y="10685"/>
                        <a:pt x="1640" y="1245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87" name="Forme libre : forme 24686">
                  <a:extLst>
                    <a:ext uri="{FF2B5EF4-FFF2-40B4-BE49-F238E27FC236}">
                      <a16:creationId xmlns:a16="http://schemas.microsoft.com/office/drawing/2014/main" id="{4E09E25D-BFAE-4E9D-9076-0A50256AC6A2}"/>
                    </a:ext>
                  </a:extLst>
                </p:cNvPr>
                <p:cNvSpPr/>
                <p:nvPr/>
              </p:nvSpPr>
              <p:spPr>
                <a:xfrm>
                  <a:off x="5908036" y="1776297"/>
                  <a:ext cx="5142" cy="19948"/>
                </a:xfrm>
                <a:custGeom>
                  <a:avLst/>
                  <a:gdLst>
                    <a:gd name="connsiteX0" fmla="*/ 0 w 5142"/>
                    <a:gd name="connsiteY0" fmla="*/ 0 h 19948"/>
                    <a:gd name="connsiteX1" fmla="*/ 2660 w 5142"/>
                    <a:gd name="connsiteY1" fmla="*/ 2438 h 19948"/>
                    <a:gd name="connsiteX2" fmla="*/ 5142 w 5142"/>
                    <a:gd name="connsiteY2" fmla="*/ 19949 h 19948"/>
                    <a:gd name="connsiteX3" fmla="*/ 4389 w 5142"/>
                    <a:gd name="connsiteY3" fmla="*/ 11615 h 19948"/>
                    <a:gd name="connsiteX4" fmla="*/ 0 w 5142"/>
                    <a:gd name="connsiteY4" fmla="*/ 0 h 19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2" h="19948">
                      <a:moveTo>
                        <a:pt x="0" y="0"/>
                      </a:moveTo>
                      <a:cubicBezTo>
                        <a:pt x="0" y="0"/>
                        <a:pt x="1374" y="-44"/>
                        <a:pt x="2660" y="2438"/>
                      </a:cubicBezTo>
                      <a:cubicBezTo>
                        <a:pt x="3990" y="4921"/>
                        <a:pt x="5142" y="9886"/>
                        <a:pt x="5142" y="19949"/>
                      </a:cubicBezTo>
                      <a:cubicBezTo>
                        <a:pt x="5142" y="19949"/>
                        <a:pt x="5098" y="16048"/>
                        <a:pt x="4389" y="11615"/>
                      </a:cubicBezTo>
                      <a:cubicBezTo>
                        <a:pt x="3724" y="7182"/>
                        <a:pt x="2527" y="22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88" name="Forme libre : forme 24687">
                  <a:extLst>
                    <a:ext uri="{FF2B5EF4-FFF2-40B4-BE49-F238E27FC236}">
                      <a16:creationId xmlns:a16="http://schemas.microsoft.com/office/drawing/2014/main" id="{ECA55B1E-7374-4E6D-85D7-B76A4DBB2FBD}"/>
                    </a:ext>
                  </a:extLst>
                </p:cNvPr>
                <p:cNvSpPr/>
                <p:nvPr/>
              </p:nvSpPr>
              <p:spPr>
                <a:xfrm>
                  <a:off x="5893951" y="1820184"/>
                  <a:ext cx="5973" cy="22564"/>
                </a:xfrm>
                <a:custGeom>
                  <a:avLst/>
                  <a:gdLst>
                    <a:gd name="connsiteX0" fmla="*/ 33 w 5973"/>
                    <a:gd name="connsiteY0" fmla="*/ 0 h 22564"/>
                    <a:gd name="connsiteX1" fmla="*/ 520 w 5973"/>
                    <a:gd name="connsiteY1" fmla="*/ 10418 h 22564"/>
                    <a:gd name="connsiteX2" fmla="*/ 5973 w 5973"/>
                    <a:gd name="connsiteY2" fmla="*/ 22564 h 22564"/>
                    <a:gd name="connsiteX3" fmla="*/ 33 w 5973"/>
                    <a:gd name="connsiteY3" fmla="*/ 0 h 22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73" h="22564">
                      <a:moveTo>
                        <a:pt x="33" y="0"/>
                      </a:moveTo>
                      <a:cubicBezTo>
                        <a:pt x="33" y="0"/>
                        <a:pt x="-189" y="5054"/>
                        <a:pt x="520" y="10418"/>
                      </a:cubicBezTo>
                      <a:cubicBezTo>
                        <a:pt x="1185" y="15782"/>
                        <a:pt x="2737" y="21412"/>
                        <a:pt x="5973" y="22564"/>
                      </a:cubicBezTo>
                      <a:cubicBezTo>
                        <a:pt x="5973" y="22564"/>
                        <a:pt x="255" y="18397"/>
                        <a:pt x="3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89" name="Forme libre : forme 24688">
                  <a:extLst>
                    <a:ext uri="{FF2B5EF4-FFF2-40B4-BE49-F238E27FC236}">
                      <a16:creationId xmlns:a16="http://schemas.microsoft.com/office/drawing/2014/main" id="{18EB627E-BD49-4ABF-9993-7B3747E324A0}"/>
                    </a:ext>
                  </a:extLst>
                </p:cNvPr>
                <p:cNvSpPr/>
                <p:nvPr/>
              </p:nvSpPr>
              <p:spPr>
                <a:xfrm>
                  <a:off x="5901303" y="1795039"/>
                  <a:ext cx="2876" cy="11898"/>
                </a:xfrm>
                <a:custGeom>
                  <a:avLst/>
                  <a:gdLst>
                    <a:gd name="connsiteX0" fmla="*/ 2521 w 2876"/>
                    <a:gd name="connsiteY0" fmla="*/ 143 h 11898"/>
                    <a:gd name="connsiteX1" fmla="*/ 2433 w 2876"/>
                    <a:gd name="connsiteY1" fmla="*/ 7236 h 11898"/>
                    <a:gd name="connsiteX2" fmla="*/ 394 w 2876"/>
                    <a:gd name="connsiteY2" fmla="*/ 11758 h 11898"/>
                    <a:gd name="connsiteX3" fmla="*/ 438 w 2876"/>
                    <a:gd name="connsiteY3" fmla="*/ 4620 h 11898"/>
                    <a:gd name="connsiteX4" fmla="*/ 2521 w 2876"/>
                    <a:gd name="connsiteY4" fmla="*/ 143 h 11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76" h="11898">
                      <a:moveTo>
                        <a:pt x="2521" y="143"/>
                      </a:moveTo>
                      <a:cubicBezTo>
                        <a:pt x="3009" y="852"/>
                        <a:pt x="3009" y="4044"/>
                        <a:pt x="2433" y="7236"/>
                      </a:cubicBezTo>
                      <a:cubicBezTo>
                        <a:pt x="1857" y="10428"/>
                        <a:pt x="970" y="12467"/>
                        <a:pt x="394" y="11758"/>
                      </a:cubicBezTo>
                      <a:cubicBezTo>
                        <a:pt x="-138" y="11049"/>
                        <a:pt x="-138" y="7857"/>
                        <a:pt x="438" y="4620"/>
                      </a:cubicBezTo>
                      <a:cubicBezTo>
                        <a:pt x="1059" y="1429"/>
                        <a:pt x="1990" y="-566"/>
                        <a:pt x="2521" y="14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90" name="Forme libre : forme 24689">
                  <a:extLst>
                    <a:ext uri="{FF2B5EF4-FFF2-40B4-BE49-F238E27FC236}">
                      <a16:creationId xmlns:a16="http://schemas.microsoft.com/office/drawing/2014/main" id="{8E13C008-2820-48CA-8242-9A2B9839C195}"/>
                    </a:ext>
                  </a:extLst>
                </p:cNvPr>
                <p:cNvSpPr/>
                <p:nvPr/>
              </p:nvSpPr>
              <p:spPr>
                <a:xfrm>
                  <a:off x="5903004" y="1793451"/>
                  <a:ext cx="1065" cy="3284"/>
                </a:xfrm>
                <a:custGeom>
                  <a:avLst/>
                  <a:gdLst>
                    <a:gd name="connsiteX0" fmla="*/ 688 w 1065"/>
                    <a:gd name="connsiteY0" fmla="*/ 2 h 3284"/>
                    <a:gd name="connsiteX1" fmla="*/ 1043 w 1065"/>
                    <a:gd name="connsiteY1" fmla="*/ 1687 h 3284"/>
                    <a:gd name="connsiteX2" fmla="*/ 378 w 1065"/>
                    <a:gd name="connsiteY2" fmla="*/ 3282 h 3284"/>
                    <a:gd name="connsiteX3" fmla="*/ 23 w 1065"/>
                    <a:gd name="connsiteY3" fmla="*/ 1598 h 3284"/>
                    <a:gd name="connsiteX4" fmla="*/ 688 w 1065"/>
                    <a:gd name="connsiteY4" fmla="*/ 2 h 3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" h="3284">
                      <a:moveTo>
                        <a:pt x="688" y="2"/>
                      </a:moveTo>
                      <a:cubicBezTo>
                        <a:pt x="954" y="46"/>
                        <a:pt x="1131" y="800"/>
                        <a:pt x="1043" y="1687"/>
                      </a:cubicBezTo>
                      <a:cubicBezTo>
                        <a:pt x="954" y="2617"/>
                        <a:pt x="688" y="3327"/>
                        <a:pt x="378" y="3282"/>
                      </a:cubicBezTo>
                      <a:cubicBezTo>
                        <a:pt x="112" y="3238"/>
                        <a:pt x="-66" y="2484"/>
                        <a:pt x="23" y="1598"/>
                      </a:cubicBezTo>
                      <a:cubicBezTo>
                        <a:pt x="112" y="667"/>
                        <a:pt x="422" y="-42"/>
                        <a:pt x="688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91" name="Forme libre : forme 24690">
                  <a:extLst>
                    <a:ext uri="{FF2B5EF4-FFF2-40B4-BE49-F238E27FC236}">
                      <a16:creationId xmlns:a16="http://schemas.microsoft.com/office/drawing/2014/main" id="{D24FAFD0-99BE-4416-974F-46D5061B2250}"/>
                    </a:ext>
                  </a:extLst>
                </p:cNvPr>
                <p:cNvSpPr/>
                <p:nvPr/>
              </p:nvSpPr>
              <p:spPr>
                <a:xfrm>
                  <a:off x="5895975" y="1779029"/>
                  <a:ext cx="10827" cy="27722"/>
                </a:xfrm>
                <a:custGeom>
                  <a:avLst/>
                  <a:gdLst>
                    <a:gd name="connsiteX0" fmla="*/ 5057 w 10827"/>
                    <a:gd name="connsiteY0" fmla="*/ 1967 h 27722"/>
                    <a:gd name="connsiteX1" fmla="*/ 9711 w 10827"/>
                    <a:gd name="connsiteY1" fmla="*/ 105 h 27722"/>
                    <a:gd name="connsiteX2" fmla="*/ 10820 w 10827"/>
                    <a:gd name="connsiteY2" fmla="*/ 2587 h 27722"/>
                    <a:gd name="connsiteX3" fmla="*/ 9578 w 10827"/>
                    <a:gd name="connsiteY3" fmla="*/ 6045 h 27722"/>
                    <a:gd name="connsiteX4" fmla="*/ 4835 w 10827"/>
                    <a:gd name="connsiteY4" fmla="*/ 12961 h 27722"/>
                    <a:gd name="connsiteX5" fmla="*/ 446 w 10827"/>
                    <a:gd name="connsiteY5" fmla="*/ 27324 h 27722"/>
                    <a:gd name="connsiteX6" fmla="*/ 1821 w 10827"/>
                    <a:gd name="connsiteY6" fmla="*/ 8927 h 27722"/>
                    <a:gd name="connsiteX7" fmla="*/ 5057 w 10827"/>
                    <a:gd name="connsiteY7" fmla="*/ 1967 h 27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827" h="27722">
                      <a:moveTo>
                        <a:pt x="5057" y="1967"/>
                      </a:moveTo>
                      <a:cubicBezTo>
                        <a:pt x="6653" y="105"/>
                        <a:pt x="8204" y="-205"/>
                        <a:pt x="9711" y="105"/>
                      </a:cubicBezTo>
                      <a:cubicBezTo>
                        <a:pt x="10243" y="194"/>
                        <a:pt x="10908" y="814"/>
                        <a:pt x="10820" y="2587"/>
                      </a:cubicBezTo>
                      <a:cubicBezTo>
                        <a:pt x="10731" y="4228"/>
                        <a:pt x="10110" y="5425"/>
                        <a:pt x="9578" y="6045"/>
                      </a:cubicBezTo>
                      <a:cubicBezTo>
                        <a:pt x="7938" y="8084"/>
                        <a:pt x="6209" y="9104"/>
                        <a:pt x="4835" y="12961"/>
                      </a:cubicBezTo>
                      <a:cubicBezTo>
                        <a:pt x="3904" y="15355"/>
                        <a:pt x="1688" y="30339"/>
                        <a:pt x="446" y="27324"/>
                      </a:cubicBezTo>
                      <a:cubicBezTo>
                        <a:pt x="-795" y="24310"/>
                        <a:pt x="845" y="12429"/>
                        <a:pt x="1821" y="8927"/>
                      </a:cubicBezTo>
                      <a:cubicBezTo>
                        <a:pt x="2618" y="5779"/>
                        <a:pt x="3860" y="3341"/>
                        <a:pt x="5057" y="196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57" name="Graphique 2">
                <a:extLst>
                  <a:ext uri="{FF2B5EF4-FFF2-40B4-BE49-F238E27FC236}">
                    <a16:creationId xmlns:a16="http://schemas.microsoft.com/office/drawing/2014/main" id="{E97A5E55-6F04-43F1-98F6-9D392300A109}"/>
                  </a:ext>
                </a:extLst>
              </p:cNvPr>
              <p:cNvGrpSpPr/>
              <p:nvPr/>
            </p:nvGrpSpPr>
            <p:grpSpPr>
              <a:xfrm>
                <a:off x="5899725" y="1705074"/>
                <a:ext cx="29486" cy="69198"/>
                <a:chOff x="5899725" y="1705074"/>
                <a:chExt cx="29486" cy="69198"/>
              </a:xfrm>
              <a:solidFill>
                <a:schemeClr val="accent1"/>
              </a:solidFill>
            </p:grpSpPr>
            <p:sp>
              <p:nvSpPr>
                <p:cNvPr id="24668" name="Forme libre : forme 24667">
                  <a:extLst>
                    <a:ext uri="{FF2B5EF4-FFF2-40B4-BE49-F238E27FC236}">
                      <a16:creationId xmlns:a16="http://schemas.microsoft.com/office/drawing/2014/main" id="{4C8931ED-9551-44A9-8175-9FD62484B62B}"/>
                    </a:ext>
                  </a:extLst>
                </p:cNvPr>
                <p:cNvSpPr/>
                <p:nvPr/>
              </p:nvSpPr>
              <p:spPr>
                <a:xfrm>
                  <a:off x="5899725" y="1705074"/>
                  <a:ext cx="29486" cy="69198"/>
                </a:xfrm>
                <a:custGeom>
                  <a:avLst/>
                  <a:gdLst>
                    <a:gd name="connsiteX0" fmla="*/ 26133 w 29486"/>
                    <a:gd name="connsiteY0" fmla="*/ 24808 h 69198"/>
                    <a:gd name="connsiteX1" fmla="*/ 19483 w 29486"/>
                    <a:gd name="connsiteY1" fmla="*/ 48968 h 69198"/>
                    <a:gd name="connsiteX2" fmla="*/ 14917 w 29486"/>
                    <a:gd name="connsiteY2" fmla="*/ 63420 h 69198"/>
                    <a:gd name="connsiteX3" fmla="*/ 9376 w 29486"/>
                    <a:gd name="connsiteY3" fmla="*/ 69183 h 69198"/>
                    <a:gd name="connsiteX4" fmla="*/ 4278 w 29486"/>
                    <a:gd name="connsiteY4" fmla="*/ 68563 h 69198"/>
                    <a:gd name="connsiteX5" fmla="*/ 376 w 29486"/>
                    <a:gd name="connsiteY5" fmla="*/ 61425 h 69198"/>
                    <a:gd name="connsiteX6" fmla="*/ 1219 w 29486"/>
                    <a:gd name="connsiteY6" fmla="*/ 45067 h 69198"/>
                    <a:gd name="connsiteX7" fmla="*/ 8312 w 29486"/>
                    <a:gd name="connsiteY7" fmla="*/ 19001 h 69198"/>
                    <a:gd name="connsiteX8" fmla="*/ 15582 w 29486"/>
                    <a:gd name="connsiteY8" fmla="*/ 4504 h 69198"/>
                    <a:gd name="connsiteX9" fmla="*/ 22542 w 29486"/>
                    <a:gd name="connsiteY9" fmla="*/ 160 h 69198"/>
                    <a:gd name="connsiteX10" fmla="*/ 27330 w 29486"/>
                    <a:gd name="connsiteY10" fmla="*/ 2155 h 69198"/>
                    <a:gd name="connsiteX11" fmla="*/ 29413 w 29486"/>
                    <a:gd name="connsiteY11" fmla="*/ 9869 h 69198"/>
                    <a:gd name="connsiteX12" fmla="*/ 26133 w 29486"/>
                    <a:gd name="connsiteY12" fmla="*/ 24808 h 69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486" h="69198">
                      <a:moveTo>
                        <a:pt x="26133" y="24808"/>
                      </a:moveTo>
                      <a:cubicBezTo>
                        <a:pt x="23473" y="32788"/>
                        <a:pt x="21256" y="40856"/>
                        <a:pt x="19483" y="48968"/>
                      </a:cubicBezTo>
                      <a:cubicBezTo>
                        <a:pt x="18242" y="54687"/>
                        <a:pt x="16646" y="59696"/>
                        <a:pt x="14917" y="63420"/>
                      </a:cubicBezTo>
                      <a:cubicBezTo>
                        <a:pt x="13188" y="67188"/>
                        <a:pt x="11193" y="69405"/>
                        <a:pt x="9376" y="69183"/>
                      </a:cubicBezTo>
                      <a:lnTo>
                        <a:pt x="4278" y="68563"/>
                      </a:lnTo>
                      <a:cubicBezTo>
                        <a:pt x="2416" y="68341"/>
                        <a:pt x="1086" y="65637"/>
                        <a:pt x="376" y="61425"/>
                      </a:cubicBezTo>
                      <a:cubicBezTo>
                        <a:pt x="-289" y="57170"/>
                        <a:pt x="-111" y="51274"/>
                        <a:pt x="1219" y="45067"/>
                      </a:cubicBezTo>
                      <a:cubicBezTo>
                        <a:pt x="3125" y="36201"/>
                        <a:pt x="5474" y="27512"/>
                        <a:pt x="8312" y="19001"/>
                      </a:cubicBezTo>
                      <a:cubicBezTo>
                        <a:pt x="10262" y="13016"/>
                        <a:pt x="12966" y="7918"/>
                        <a:pt x="15582" y="4504"/>
                      </a:cubicBezTo>
                      <a:cubicBezTo>
                        <a:pt x="18286" y="1135"/>
                        <a:pt x="20813" y="-549"/>
                        <a:pt x="22542" y="160"/>
                      </a:cubicBezTo>
                      <a:lnTo>
                        <a:pt x="27330" y="2155"/>
                      </a:lnTo>
                      <a:cubicBezTo>
                        <a:pt x="29059" y="2864"/>
                        <a:pt x="29724" y="5790"/>
                        <a:pt x="29413" y="9869"/>
                      </a:cubicBezTo>
                      <a:cubicBezTo>
                        <a:pt x="29103" y="13947"/>
                        <a:pt x="27950" y="19222"/>
                        <a:pt x="26133" y="2480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69" name="Forme libre : forme 24668">
                  <a:extLst>
                    <a:ext uri="{FF2B5EF4-FFF2-40B4-BE49-F238E27FC236}">
                      <a16:creationId xmlns:a16="http://schemas.microsoft.com/office/drawing/2014/main" id="{DE92C543-4F37-48B0-9CB3-928E56EF7CCC}"/>
                    </a:ext>
                  </a:extLst>
                </p:cNvPr>
                <p:cNvSpPr/>
                <p:nvPr/>
              </p:nvSpPr>
              <p:spPr>
                <a:xfrm>
                  <a:off x="5906884" y="1707185"/>
                  <a:ext cx="22286" cy="67087"/>
                </a:xfrm>
                <a:custGeom>
                  <a:avLst/>
                  <a:gdLst>
                    <a:gd name="connsiteX0" fmla="*/ 7315 w 22286"/>
                    <a:gd name="connsiteY0" fmla="*/ 41139 h 67087"/>
                    <a:gd name="connsiteX1" fmla="*/ 0 w 22286"/>
                    <a:gd name="connsiteY1" fmla="*/ 66807 h 67087"/>
                    <a:gd name="connsiteX2" fmla="*/ 2217 w 22286"/>
                    <a:gd name="connsiteY2" fmla="*/ 67073 h 67087"/>
                    <a:gd name="connsiteX3" fmla="*/ 7758 w 22286"/>
                    <a:gd name="connsiteY3" fmla="*/ 61310 h 67087"/>
                    <a:gd name="connsiteX4" fmla="*/ 12324 w 22286"/>
                    <a:gd name="connsiteY4" fmla="*/ 46858 h 67087"/>
                    <a:gd name="connsiteX5" fmla="*/ 18974 w 22286"/>
                    <a:gd name="connsiteY5" fmla="*/ 22697 h 67087"/>
                    <a:gd name="connsiteX6" fmla="*/ 22210 w 22286"/>
                    <a:gd name="connsiteY6" fmla="*/ 7758 h 67087"/>
                    <a:gd name="connsiteX7" fmla="*/ 20126 w 22286"/>
                    <a:gd name="connsiteY7" fmla="*/ 44 h 67087"/>
                    <a:gd name="connsiteX8" fmla="*/ 19993 w 22286"/>
                    <a:gd name="connsiteY8" fmla="*/ 0 h 67087"/>
                    <a:gd name="connsiteX9" fmla="*/ 7315 w 22286"/>
                    <a:gd name="connsiteY9" fmla="*/ 41139 h 67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286" h="67087">
                      <a:moveTo>
                        <a:pt x="7315" y="41139"/>
                      </a:moveTo>
                      <a:cubicBezTo>
                        <a:pt x="5719" y="51202"/>
                        <a:pt x="3236" y="61354"/>
                        <a:pt x="0" y="66807"/>
                      </a:cubicBezTo>
                      <a:lnTo>
                        <a:pt x="2217" y="67073"/>
                      </a:lnTo>
                      <a:cubicBezTo>
                        <a:pt x="4079" y="67294"/>
                        <a:pt x="6029" y="65033"/>
                        <a:pt x="7758" y="61310"/>
                      </a:cubicBezTo>
                      <a:cubicBezTo>
                        <a:pt x="9487" y="57586"/>
                        <a:pt x="11083" y="52576"/>
                        <a:pt x="12324" y="46858"/>
                      </a:cubicBezTo>
                      <a:cubicBezTo>
                        <a:pt x="14097" y="38745"/>
                        <a:pt x="16314" y="30677"/>
                        <a:pt x="18974" y="22697"/>
                      </a:cubicBezTo>
                      <a:cubicBezTo>
                        <a:pt x="20791" y="17112"/>
                        <a:pt x="21988" y="11836"/>
                        <a:pt x="22210" y="7758"/>
                      </a:cubicBezTo>
                      <a:cubicBezTo>
                        <a:pt x="22520" y="3679"/>
                        <a:pt x="21900" y="754"/>
                        <a:pt x="20126" y="44"/>
                      </a:cubicBezTo>
                      <a:lnTo>
                        <a:pt x="19993" y="0"/>
                      </a:lnTo>
                      <a:cubicBezTo>
                        <a:pt x="14718" y="13654"/>
                        <a:pt x="9531" y="26820"/>
                        <a:pt x="7315" y="4113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70" name="Forme libre : forme 24669">
                  <a:extLst>
                    <a:ext uri="{FF2B5EF4-FFF2-40B4-BE49-F238E27FC236}">
                      <a16:creationId xmlns:a16="http://schemas.microsoft.com/office/drawing/2014/main" id="{BAEFDE5B-B6E9-4ADA-B833-B14971F5F3D3}"/>
                    </a:ext>
                  </a:extLst>
                </p:cNvPr>
                <p:cNvSpPr/>
                <p:nvPr/>
              </p:nvSpPr>
              <p:spPr>
                <a:xfrm>
                  <a:off x="5909498" y="1719815"/>
                  <a:ext cx="11302" cy="30702"/>
                </a:xfrm>
                <a:custGeom>
                  <a:avLst/>
                  <a:gdLst>
                    <a:gd name="connsiteX0" fmla="*/ 10331 w 11302"/>
                    <a:gd name="connsiteY0" fmla="*/ 48 h 30702"/>
                    <a:gd name="connsiteX1" fmla="*/ 8779 w 11302"/>
                    <a:gd name="connsiteY1" fmla="*/ 16229 h 30702"/>
                    <a:gd name="connsiteX2" fmla="*/ 1376 w 11302"/>
                    <a:gd name="connsiteY2" fmla="*/ 30681 h 30702"/>
                    <a:gd name="connsiteX3" fmla="*/ 1996 w 11302"/>
                    <a:gd name="connsiteY3" fmla="*/ 14234 h 30702"/>
                    <a:gd name="connsiteX4" fmla="*/ 10331 w 11302"/>
                    <a:gd name="connsiteY4" fmla="*/ 48 h 30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2" h="30702">
                      <a:moveTo>
                        <a:pt x="10331" y="48"/>
                      </a:moveTo>
                      <a:cubicBezTo>
                        <a:pt x="12192" y="758"/>
                        <a:pt x="11217" y="7895"/>
                        <a:pt x="8779" y="16229"/>
                      </a:cubicBezTo>
                      <a:cubicBezTo>
                        <a:pt x="6296" y="24563"/>
                        <a:pt x="3282" y="31125"/>
                        <a:pt x="1376" y="30681"/>
                      </a:cubicBezTo>
                      <a:cubicBezTo>
                        <a:pt x="-531" y="30282"/>
                        <a:pt x="-575" y="22835"/>
                        <a:pt x="1996" y="14234"/>
                      </a:cubicBezTo>
                      <a:cubicBezTo>
                        <a:pt x="4479" y="5634"/>
                        <a:pt x="8513" y="-616"/>
                        <a:pt x="10331" y="4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71" name="Forme libre : forme 24670">
                  <a:extLst>
                    <a:ext uri="{FF2B5EF4-FFF2-40B4-BE49-F238E27FC236}">
                      <a16:creationId xmlns:a16="http://schemas.microsoft.com/office/drawing/2014/main" id="{CFE41E64-337A-4924-8366-B7451FA2F012}"/>
                    </a:ext>
                  </a:extLst>
                </p:cNvPr>
                <p:cNvSpPr/>
                <p:nvPr/>
              </p:nvSpPr>
              <p:spPr>
                <a:xfrm>
                  <a:off x="5909496" y="1729217"/>
                  <a:ext cx="10509" cy="21340"/>
                </a:xfrm>
                <a:custGeom>
                  <a:avLst/>
                  <a:gdLst>
                    <a:gd name="connsiteX0" fmla="*/ 181 w 10509"/>
                    <a:gd name="connsiteY0" fmla="*/ 13743 h 21340"/>
                    <a:gd name="connsiteX1" fmla="*/ 1378 w 10509"/>
                    <a:gd name="connsiteY1" fmla="*/ 21323 h 21340"/>
                    <a:gd name="connsiteX2" fmla="*/ 8781 w 10509"/>
                    <a:gd name="connsiteY2" fmla="*/ 6871 h 21340"/>
                    <a:gd name="connsiteX3" fmla="*/ 10510 w 10509"/>
                    <a:gd name="connsiteY3" fmla="*/ 0 h 21340"/>
                    <a:gd name="connsiteX4" fmla="*/ 9091 w 10509"/>
                    <a:gd name="connsiteY4" fmla="*/ 3679 h 21340"/>
                    <a:gd name="connsiteX5" fmla="*/ 181 w 10509"/>
                    <a:gd name="connsiteY5" fmla="*/ 13743 h 21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509" h="21340">
                      <a:moveTo>
                        <a:pt x="181" y="13743"/>
                      </a:moveTo>
                      <a:cubicBezTo>
                        <a:pt x="-307" y="18043"/>
                        <a:pt x="225" y="21057"/>
                        <a:pt x="1378" y="21323"/>
                      </a:cubicBezTo>
                      <a:cubicBezTo>
                        <a:pt x="3284" y="21722"/>
                        <a:pt x="6299" y="15161"/>
                        <a:pt x="8781" y="6871"/>
                      </a:cubicBezTo>
                      <a:cubicBezTo>
                        <a:pt x="9446" y="4433"/>
                        <a:pt x="10111" y="2084"/>
                        <a:pt x="10510" y="0"/>
                      </a:cubicBezTo>
                      <a:cubicBezTo>
                        <a:pt x="10111" y="1241"/>
                        <a:pt x="9623" y="2483"/>
                        <a:pt x="9091" y="3679"/>
                      </a:cubicBezTo>
                      <a:cubicBezTo>
                        <a:pt x="5988" y="9974"/>
                        <a:pt x="2353" y="14851"/>
                        <a:pt x="181" y="13743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72" name="Forme libre : forme 24671">
                  <a:extLst>
                    <a:ext uri="{FF2B5EF4-FFF2-40B4-BE49-F238E27FC236}">
                      <a16:creationId xmlns:a16="http://schemas.microsoft.com/office/drawing/2014/main" id="{367BBA9F-F4A1-45B7-9080-1D477041B0DE}"/>
                    </a:ext>
                  </a:extLst>
                </p:cNvPr>
                <p:cNvSpPr/>
                <p:nvPr/>
              </p:nvSpPr>
              <p:spPr>
                <a:xfrm>
                  <a:off x="5910630" y="1718567"/>
                  <a:ext cx="11431" cy="30575"/>
                </a:xfrm>
                <a:custGeom>
                  <a:avLst/>
                  <a:gdLst>
                    <a:gd name="connsiteX0" fmla="*/ 10484 w 11431"/>
                    <a:gd name="connsiteY0" fmla="*/ 55 h 30575"/>
                    <a:gd name="connsiteX1" fmla="*/ 8843 w 11431"/>
                    <a:gd name="connsiteY1" fmla="*/ 16191 h 30575"/>
                    <a:gd name="connsiteX2" fmla="*/ 1351 w 11431"/>
                    <a:gd name="connsiteY2" fmla="*/ 30555 h 30575"/>
                    <a:gd name="connsiteX3" fmla="*/ 2061 w 11431"/>
                    <a:gd name="connsiteY3" fmla="*/ 14152 h 30575"/>
                    <a:gd name="connsiteX4" fmla="*/ 10484 w 11431"/>
                    <a:gd name="connsiteY4" fmla="*/ 55 h 3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31" h="30575">
                      <a:moveTo>
                        <a:pt x="10484" y="55"/>
                      </a:moveTo>
                      <a:cubicBezTo>
                        <a:pt x="12301" y="764"/>
                        <a:pt x="11370" y="7902"/>
                        <a:pt x="8843" y="16191"/>
                      </a:cubicBezTo>
                      <a:cubicBezTo>
                        <a:pt x="6317" y="24481"/>
                        <a:pt x="3258" y="30998"/>
                        <a:pt x="1351" y="30555"/>
                      </a:cubicBezTo>
                      <a:cubicBezTo>
                        <a:pt x="-555" y="30156"/>
                        <a:pt x="-555" y="22708"/>
                        <a:pt x="2061" y="14152"/>
                      </a:cubicBezTo>
                      <a:cubicBezTo>
                        <a:pt x="4632" y="5596"/>
                        <a:pt x="8622" y="-654"/>
                        <a:pt x="10484" y="5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73" name="Forme libre : forme 24672">
                  <a:extLst>
                    <a:ext uri="{FF2B5EF4-FFF2-40B4-BE49-F238E27FC236}">
                      <a16:creationId xmlns:a16="http://schemas.microsoft.com/office/drawing/2014/main" id="{E1CA9275-9122-4022-9111-3E9A7FD73982}"/>
                    </a:ext>
                  </a:extLst>
                </p:cNvPr>
                <p:cNvSpPr/>
                <p:nvPr/>
              </p:nvSpPr>
              <p:spPr>
                <a:xfrm>
                  <a:off x="5903635" y="1726626"/>
                  <a:ext cx="19313" cy="37536"/>
                </a:xfrm>
                <a:custGeom>
                  <a:avLst/>
                  <a:gdLst>
                    <a:gd name="connsiteX0" fmla="*/ 5155 w 19313"/>
                    <a:gd name="connsiteY0" fmla="*/ 37302 h 37536"/>
                    <a:gd name="connsiteX1" fmla="*/ 8569 w 19313"/>
                    <a:gd name="connsiteY1" fmla="*/ 36726 h 37536"/>
                    <a:gd name="connsiteX2" fmla="*/ 15130 w 19313"/>
                    <a:gd name="connsiteY2" fmla="*/ 22052 h 37536"/>
                    <a:gd name="connsiteX3" fmla="*/ 19075 w 19313"/>
                    <a:gd name="connsiteY3" fmla="*/ 6226 h 37536"/>
                    <a:gd name="connsiteX4" fmla="*/ 17657 w 19313"/>
                    <a:gd name="connsiteY4" fmla="*/ 197 h 37536"/>
                    <a:gd name="connsiteX5" fmla="*/ 14376 w 19313"/>
                    <a:gd name="connsiteY5" fmla="*/ 4941 h 37536"/>
                    <a:gd name="connsiteX6" fmla="*/ 6929 w 19313"/>
                    <a:gd name="connsiteY6" fmla="*/ 16999 h 37536"/>
                    <a:gd name="connsiteX7" fmla="*/ 13 w 19313"/>
                    <a:gd name="connsiteY7" fmla="*/ 32116 h 37536"/>
                    <a:gd name="connsiteX8" fmla="*/ 5155 w 19313"/>
                    <a:gd name="connsiteY8" fmla="*/ 37302 h 37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13" h="37536">
                      <a:moveTo>
                        <a:pt x="5155" y="37302"/>
                      </a:moveTo>
                      <a:cubicBezTo>
                        <a:pt x="6219" y="37568"/>
                        <a:pt x="7328" y="37834"/>
                        <a:pt x="8569" y="36726"/>
                      </a:cubicBezTo>
                      <a:cubicBezTo>
                        <a:pt x="10830" y="34642"/>
                        <a:pt x="13179" y="28303"/>
                        <a:pt x="15130" y="22052"/>
                      </a:cubicBezTo>
                      <a:cubicBezTo>
                        <a:pt x="16814" y="16866"/>
                        <a:pt x="18366" y="11191"/>
                        <a:pt x="19075" y="6226"/>
                      </a:cubicBezTo>
                      <a:cubicBezTo>
                        <a:pt x="19607" y="2547"/>
                        <a:pt x="19297" y="-867"/>
                        <a:pt x="17657" y="197"/>
                      </a:cubicBezTo>
                      <a:cubicBezTo>
                        <a:pt x="16637" y="862"/>
                        <a:pt x="15484" y="3035"/>
                        <a:pt x="14376" y="4941"/>
                      </a:cubicBezTo>
                      <a:cubicBezTo>
                        <a:pt x="11849" y="9551"/>
                        <a:pt x="9322" y="13630"/>
                        <a:pt x="6929" y="16999"/>
                      </a:cubicBezTo>
                      <a:cubicBezTo>
                        <a:pt x="4845" y="19836"/>
                        <a:pt x="456" y="25111"/>
                        <a:pt x="13" y="32116"/>
                      </a:cubicBezTo>
                      <a:cubicBezTo>
                        <a:pt x="-253" y="38411"/>
                        <a:pt x="3692" y="36903"/>
                        <a:pt x="5155" y="3730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74" name="Forme libre : forme 24673">
                  <a:extLst>
                    <a:ext uri="{FF2B5EF4-FFF2-40B4-BE49-F238E27FC236}">
                      <a16:creationId xmlns:a16="http://schemas.microsoft.com/office/drawing/2014/main" id="{05169F04-DEE0-432C-A1C9-3ECF8B932E4E}"/>
                    </a:ext>
                  </a:extLst>
                </p:cNvPr>
                <p:cNvSpPr/>
                <p:nvPr/>
              </p:nvSpPr>
              <p:spPr>
                <a:xfrm>
                  <a:off x="5905592" y="1743381"/>
                  <a:ext cx="3038" cy="13465"/>
                </a:xfrm>
                <a:custGeom>
                  <a:avLst/>
                  <a:gdLst>
                    <a:gd name="connsiteX0" fmla="*/ 582 w 3038"/>
                    <a:gd name="connsiteY0" fmla="*/ 12524 h 13465"/>
                    <a:gd name="connsiteX1" fmla="*/ 1158 w 3038"/>
                    <a:gd name="connsiteY1" fmla="*/ 13455 h 13465"/>
                    <a:gd name="connsiteX2" fmla="*/ 2045 w 3038"/>
                    <a:gd name="connsiteY2" fmla="*/ 12346 h 13465"/>
                    <a:gd name="connsiteX3" fmla="*/ 2444 w 3038"/>
                    <a:gd name="connsiteY3" fmla="*/ 10041 h 13465"/>
                    <a:gd name="connsiteX4" fmla="*/ 2976 w 3038"/>
                    <a:gd name="connsiteY4" fmla="*/ 4278 h 13465"/>
                    <a:gd name="connsiteX5" fmla="*/ 3020 w 3038"/>
                    <a:gd name="connsiteY5" fmla="*/ 2150 h 13465"/>
                    <a:gd name="connsiteX6" fmla="*/ 405 w 3038"/>
                    <a:gd name="connsiteY6" fmla="*/ 3303 h 13465"/>
                    <a:gd name="connsiteX7" fmla="*/ 582 w 3038"/>
                    <a:gd name="connsiteY7" fmla="*/ 12524 h 13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38" h="13465">
                      <a:moveTo>
                        <a:pt x="582" y="12524"/>
                      </a:moveTo>
                      <a:cubicBezTo>
                        <a:pt x="715" y="12967"/>
                        <a:pt x="892" y="13366"/>
                        <a:pt x="1158" y="13455"/>
                      </a:cubicBezTo>
                      <a:cubicBezTo>
                        <a:pt x="1424" y="13544"/>
                        <a:pt x="1779" y="13100"/>
                        <a:pt x="2045" y="12346"/>
                      </a:cubicBezTo>
                      <a:cubicBezTo>
                        <a:pt x="2267" y="11637"/>
                        <a:pt x="2400" y="10795"/>
                        <a:pt x="2444" y="10041"/>
                      </a:cubicBezTo>
                      <a:cubicBezTo>
                        <a:pt x="2666" y="8046"/>
                        <a:pt x="2887" y="6140"/>
                        <a:pt x="2976" y="4278"/>
                      </a:cubicBezTo>
                      <a:cubicBezTo>
                        <a:pt x="3020" y="3525"/>
                        <a:pt x="3065" y="2771"/>
                        <a:pt x="3020" y="2150"/>
                      </a:cubicBezTo>
                      <a:cubicBezTo>
                        <a:pt x="2887" y="-421"/>
                        <a:pt x="1291" y="-1396"/>
                        <a:pt x="405" y="3303"/>
                      </a:cubicBezTo>
                      <a:cubicBezTo>
                        <a:pt x="-260" y="6982"/>
                        <a:pt x="-38" y="10662"/>
                        <a:pt x="582" y="1252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75" name="Forme libre : forme 24674">
                  <a:extLst>
                    <a:ext uri="{FF2B5EF4-FFF2-40B4-BE49-F238E27FC236}">
                      <a16:creationId xmlns:a16="http://schemas.microsoft.com/office/drawing/2014/main" id="{E3FA9937-3A08-436F-9E50-FAFDF4C4F171}"/>
                    </a:ext>
                  </a:extLst>
                </p:cNvPr>
                <p:cNvSpPr/>
                <p:nvPr/>
              </p:nvSpPr>
              <p:spPr>
                <a:xfrm>
                  <a:off x="5925547" y="1708914"/>
                  <a:ext cx="2267" cy="20436"/>
                </a:xfrm>
                <a:custGeom>
                  <a:avLst/>
                  <a:gdLst>
                    <a:gd name="connsiteX0" fmla="*/ 0 w 2267"/>
                    <a:gd name="connsiteY0" fmla="*/ 0 h 20436"/>
                    <a:gd name="connsiteX1" fmla="*/ 1951 w 2267"/>
                    <a:gd name="connsiteY1" fmla="*/ 3059 h 20436"/>
                    <a:gd name="connsiteX2" fmla="*/ 89 w 2267"/>
                    <a:gd name="connsiteY2" fmla="*/ 20437 h 20436"/>
                    <a:gd name="connsiteX3" fmla="*/ 1330 w 2267"/>
                    <a:gd name="connsiteY3" fmla="*/ 12280 h 20436"/>
                    <a:gd name="connsiteX4" fmla="*/ 0 w 2267"/>
                    <a:gd name="connsiteY4" fmla="*/ 0 h 20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7" h="20436">
                      <a:moveTo>
                        <a:pt x="0" y="0"/>
                      </a:moveTo>
                      <a:cubicBezTo>
                        <a:pt x="0" y="0"/>
                        <a:pt x="1330" y="310"/>
                        <a:pt x="1951" y="3059"/>
                      </a:cubicBezTo>
                      <a:cubicBezTo>
                        <a:pt x="2571" y="5763"/>
                        <a:pt x="2438" y="10861"/>
                        <a:pt x="89" y="20437"/>
                      </a:cubicBezTo>
                      <a:cubicBezTo>
                        <a:pt x="89" y="20437"/>
                        <a:pt x="931" y="16713"/>
                        <a:pt x="1330" y="12280"/>
                      </a:cubicBezTo>
                      <a:cubicBezTo>
                        <a:pt x="1729" y="7891"/>
                        <a:pt x="1818" y="274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76" name="Forme libre : forme 24675">
                  <a:extLst>
                    <a:ext uri="{FF2B5EF4-FFF2-40B4-BE49-F238E27FC236}">
                      <a16:creationId xmlns:a16="http://schemas.microsoft.com/office/drawing/2014/main" id="{91E86160-4B14-4371-968D-AB6F347E21FB}"/>
                    </a:ext>
                  </a:extLst>
                </p:cNvPr>
                <p:cNvSpPr/>
                <p:nvPr/>
              </p:nvSpPr>
              <p:spPr>
                <a:xfrm>
                  <a:off x="5900632" y="1748856"/>
                  <a:ext cx="4079" cy="23584"/>
                </a:xfrm>
                <a:custGeom>
                  <a:avLst/>
                  <a:gdLst>
                    <a:gd name="connsiteX0" fmla="*/ 1154 w 4079"/>
                    <a:gd name="connsiteY0" fmla="*/ 0 h 23584"/>
                    <a:gd name="connsiteX1" fmla="*/ 578 w 4079"/>
                    <a:gd name="connsiteY1" fmla="*/ 3236 h 23584"/>
                    <a:gd name="connsiteX2" fmla="*/ 1 w 4079"/>
                    <a:gd name="connsiteY2" fmla="*/ 10684 h 23584"/>
                    <a:gd name="connsiteX3" fmla="*/ 4080 w 4079"/>
                    <a:gd name="connsiteY3" fmla="*/ 23584 h 23584"/>
                    <a:gd name="connsiteX4" fmla="*/ 1686 w 4079"/>
                    <a:gd name="connsiteY4" fmla="*/ 18885 h 23584"/>
                    <a:gd name="connsiteX5" fmla="*/ 445 w 4079"/>
                    <a:gd name="connsiteY5" fmla="*/ 11659 h 23584"/>
                    <a:gd name="connsiteX6" fmla="*/ 1154 w 4079"/>
                    <a:gd name="connsiteY6" fmla="*/ 0 h 23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79" h="23584">
                      <a:moveTo>
                        <a:pt x="1154" y="0"/>
                      </a:moveTo>
                      <a:cubicBezTo>
                        <a:pt x="1154" y="0"/>
                        <a:pt x="844" y="1286"/>
                        <a:pt x="578" y="3236"/>
                      </a:cubicBezTo>
                      <a:cubicBezTo>
                        <a:pt x="356" y="5231"/>
                        <a:pt x="1" y="7891"/>
                        <a:pt x="1" y="10684"/>
                      </a:cubicBezTo>
                      <a:cubicBezTo>
                        <a:pt x="-43" y="16314"/>
                        <a:pt x="977" y="22077"/>
                        <a:pt x="4080" y="23584"/>
                      </a:cubicBezTo>
                      <a:cubicBezTo>
                        <a:pt x="4080" y="23584"/>
                        <a:pt x="2794" y="22387"/>
                        <a:pt x="1686" y="18885"/>
                      </a:cubicBezTo>
                      <a:cubicBezTo>
                        <a:pt x="1110" y="17156"/>
                        <a:pt x="666" y="14762"/>
                        <a:pt x="445" y="11659"/>
                      </a:cubicBezTo>
                      <a:cubicBezTo>
                        <a:pt x="223" y="8512"/>
                        <a:pt x="400" y="4655"/>
                        <a:pt x="11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77" name="Forme libre : forme 24676">
                  <a:extLst>
                    <a:ext uri="{FF2B5EF4-FFF2-40B4-BE49-F238E27FC236}">
                      <a16:creationId xmlns:a16="http://schemas.microsoft.com/office/drawing/2014/main" id="{E97090BB-07E0-4275-A8B2-F832BDDDD738}"/>
                    </a:ext>
                  </a:extLst>
                </p:cNvPr>
                <p:cNvSpPr/>
                <p:nvPr/>
              </p:nvSpPr>
              <p:spPr>
                <a:xfrm>
                  <a:off x="5911972" y="1725876"/>
                  <a:ext cx="4796" cy="11331"/>
                </a:xfrm>
                <a:custGeom>
                  <a:avLst/>
                  <a:gdLst>
                    <a:gd name="connsiteX0" fmla="*/ 4709 w 4796"/>
                    <a:gd name="connsiteY0" fmla="*/ 194 h 11331"/>
                    <a:gd name="connsiteX1" fmla="*/ 3024 w 4796"/>
                    <a:gd name="connsiteY1" fmla="*/ 7110 h 11331"/>
                    <a:gd name="connsiteX2" fmla="*/ 98 w 4796"/>
                    <a:gd name="connsiteY2" fmla="*/ 11144 h 11331"/>
                    <a:gd name="connsiteX3" fmla="*/ 1694 w 4796"/>
                    <a:gd name="connsiteY3" fmla="*/ 4184 h 11331"/>
                    <a:gd name="connsiteX4" fmla="*/ 4709 w 4796"/>
                    <a:gd name="connsiteY4" fmla="*/ 194 h 11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96" h="11331">
                      <a:moveTo>
                        <a:pt x="4709" y="194"/>
                      </a:moveTo>
                      <a:cubicBezTo>
                        <a:pt x="5063" y="1036"/>
                        <a:pt x="4310" y="4095"/>
                        <a:pt x="3024" y="7110"/>
                      </a:cubicBezTo>
                      <a:cubicBezTo>
                        <a:pt x="1783" y="10124"/>
                        <a:pt x="497" y="11942"/>
                        <a:pt x="98" y="11144"/>
                      </a:cubicBezTo>
                      <a:cubicBezTo>
                        <a:pt x="-256" y="10346"/>
                        <a:pt x="364" y="7154"/>
                        <a:pt x="1694" y="4184"/>
                      </a:cubicBezTo>
                      <a:cubicBezTo>
                        <a:pt x="2980" y="1125"/>
                        <a:pt x="4354" y="-604"/>
                        <a:pt x="4709" y="19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78" name="Forme libre : forme 24677">
                  <a:extLst>
                    <a:ext uri="{FF2B5EF4-FFF2-40B4-BE49-F238E27FC236}">
                      <a16:creationId xmlns:a16="http://schemas.microsoft.com/office/drawing/2014/main" id="{A578E55E-A193-49AD-9329-985F803516E3}"/>
                    </a:ext>
                  </a:extLst>
                </p:cNvPr>
                <p:cNvSpPr/>
                <p:nvPr/>
              </p:nvSpPr>
              <p:spPr>
                <a:xfrm>
                  <a:off x="5915728" y="1724333"/>
                  <a:ext cx="1397" cy="3163"/>
                </a:xfrm>
                <a:custGeom>
                  <a:avLst/>
                  <a:gdLst>
                    <a:gd name="connsiteX0" fmla="*/ 1219 w 1397"/>
                    <a:gd name="connsiteY0" fmla="*/ 8 h 3163"/>
                    <a:gd name="connsiteX1" fmla="*/ 1175 w 1397"/>
                    <a:gd name="connsiteY1" fmla="*/ 1737 h 3163"/>
                    <a:gd name="connsiteX2" fmla="*/ 199 w 1397"/>
                    <a:gd name="connsiteY2" fmla="*/ 3155 h 3163"/>
                    <a:gd name="connsiteX3" fmla="*/ 199 w 1397"/>
                    <a:gd name="connsiteY3" fmla="*/ 1427 h 3163"/>
                    <a:gd name="connsiteX4" fmla="*/ 1219 w 1397"/>
                    <a:gd name="connsiteY4" fmla="*/ 8 h 3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7" h="3163">
                      <a:moveTo>
                        <a:pt x="1219" y="8"/>
                      </a:moveTo>
                      <a:cubicBezTo>
                        <a:pt x="1485" y="97"/>
                        <a:pt x="1441" y="850"/>
                        <a:pt x="1175" y="1737"/>
                      </a:cubicBezTo>
                      <a:cubicBezTo>
                        <a:pt x="909" y="2623"/>
                        <a:pt x="465" y="3244"/>
                        <a:pt x="199" y="3155"/>
                      </a:cubicBezTo>
                      <a:cubicBezTo>
                        <a:pt x="-66" y="3067"/>
                        <a:pt x="-66" y="2269"/>
                        <a:pt x="199" y="1427"/>
                      </a:cubicBezTo>
                      <a:cubicBezTo>
                        <a:pt x="510" y="584"/>
                        <a:pt x="953" y="-81"/>
                        <a:pt x="1219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79" name="Forme libre : forme 24678">
                  <a:extLst>
                    <a:ext uri="{FF2B5EF4-FFF2-40B4-BE49-F238E27FC236}">
                      <a16:creationId xmlns:a16="http://schemas.microsoft.com/office/drawing/2014/main" id="{D953E9FE-D23A-4356-AE8C-FC2641A9EBE6}"/>
                    </a:ext>
                  </a:extLst>
                </p:cNvPr>
                <p:cNvSpPr/>
                <p:nvPr/>
              </p:nvSpPr>
              <p:spPr>
                <a:xfrm>
                  <a:off x="5906834" y="1710489"/>
                  <a:ext cx="16259" cy="25439"/>
                </a:xfrm>
                <a:custGeom>
                  <a:avLst/>
                  <a:gdLst>
                    <a:gd name="connsiteX0" fmla="*/ 10600 w 16259"/>
                    <a:gd name="connsiteY0" fmla="*/ 1084 h 25439"/>
                    <a:gd name="connsiteX1" fmla="*/ 15609 w 16259"/>
                    <a:gd name="connsiteY1" fmla="*/ 464 h 25439"/>
                    <a:gd name="connsiteX2" fmla="*/ 16008 w 16259"/>
                    <a:gd name="connsiteY2" fmla="*/ 3168 h 25439"/>
                    <a:gd name="connsiteX3" fmla="*/ 13925 w 16259"/>
                    <a:gd name="connsiteY3" fmla="*/ 6227 h 25439"/>
                    <a:gd name="connsiteX4" fmla="*/ 7585 w 16259"/>
                    <a:gd name="connsiteY4" fmla="*/ 11768 h 25439"/>
                    <a:gd name="connsiteX5" fmla="*/ 3418 w 16259"/>
                    <a:gd name="connsiteY5" fmla="*/ 20324 h 25439"/>
                    <a:gd name="connsiteX6" fmla="*/ 49 w 16259"/>
                    <a:gd name="connsiteY6" fmla="*/ 24979 h 25439"/>
                    <a:gd name="connsiteX7" fmla="*/ 1867 w 16259"/>
                    <a:gd name="connsiteY7" fmla="*/ 16024 h 25439"/>
                    <a:gd name="connsiteX8" fmla="*/ 5635 w 16259"/>
                    <a:gd name="connsiteY8" fmla="*/ 7158 h 25439"/>
                    <a:gd name="connsiteX9" fmla="*/ 10600 w 16259"/>
                    <a:gd name="connsiteY9" fmla="*/ 1084 h 25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259" h="25439">
                      <a:moveTo>
                        <a:pt x="10600" y="1084"/>
                      </a:moveTo>
                      <a:cubicBezTo>
                        <a:pt x="12595" y="-334"/>
                        <a:pt x="14279" y="-157"/>
                        <a:pt x="15609" y="464"/>
                      </a:cubicBezTo>
                      <a:cubicBezTo>
                        <a:pt x="16141" y="730"/>
                        <a:pt x="16540" y="1439"/>
                        <a:pt x="16008" y="3168"/>
                      </a:cubicBezTo>
                      <a:cubicBezTo>
                        <a:pt x="15521" y="4719"/>
                        <a:pt x="14590" y="5695"/>
                        <a:pt x="13925" y="6227"/>
                      </a:cubicBezTo>
                      <a:cubicBezTo>
                        <a:pt x="11797" y="7778"/>
                        <a:pt x="9846" y="8355"/>
                        <a:pt x="7585" y="11768"/>
                      </a:cubicBezTo>
                      <a:cubicBezTo>
                        <a:pt x="6832" y="12832"/>
                        <a:pt x="5059" y="16910"/>
                        <a:pt x="3418" y="20324"/>
                      </a:cubicBezTo>
                      <a:cubicBezTo>
                        <a:pt x="1822" y="23782"/>
                        <a:pt x="360" y="26575"/>
                        <a:pt x="49" y="24979"/>
                      </a:cubicBezTo>
                      <a:cubicBezTo>
                        <a:pt x="-217" y="23338"/>
                        <a:pt x="625" y="19659"/>
                        <a:pt x="1867" y="16024"/>
                      </a:cubicBezTo>
                      <a:cubicBezTo>
                        <a:pt x="3064" y="12344"/>
                        <a:pt x="4748" y="8754"/>
                        <a:pt x="5635" y="7158"/>
                      </a:cubicBezTo>
                      <a:cubicBezTo>
                        <a:pt x="7275" y="4187"/>
                        <a:pt x="9093" y="2148"/>
                        <a:pt x="10600" y="108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58" name="Graphique 2">
                <a:extLst>
                  <a:ext uri="{FF2B5EF4-FFF2-40B4-BE49-F238E27FC236}">
                    <a16:creationId xmlns:a16="http://schemas.microsoft.com/office/drawing/2014/main" id="{E69885CD-3465-49EE-84B5-E44E0D146949}"/>
                  </a:ext>
                </a:extLst>
              </p:cNvPr>
              <p:cNvGrpSpPr/>
              <p:nvPr/>
            </p:nvGrpSpPr>
            <p:grpSpPr>
              <a:xfrm>
                <a:off x="5920262" y="1643492"/>
                <a:ext cx="42817" cy="63859"/>
                <a:chOff x="5920262" y="1643492"/>
                <a:chExt cx="42817" cy="63859"/>
              </a:xfrm>
              <a:solidFill>
                <a:schemeClr val="accent1"/>
              </a:solidFill>
            </p:grpSpPr>
            <p:sp>
              <p:nvSpPr>
                <p:cNvPr id="24656" name="Forme libre : forme 24655">
                  <a:extLst>
                    <a:ext uri="{FF2B5EF4-FFF2-40B4-BE49-F238E27FC236}">
                      <a16:creationId xmlns:a16="http://schemas.microsoft.com/office/drawing/2014/main" id="{528231B1-5F95-4CEC-BA90-14A50B312A3A}"/>
                    </a:ext>
                  </a:extLst>
                </p:cNvPr>
                <p:cNvSpPr/>
                <p:nvPr/>
              </p:nvSpPr>
              <p:spPr>
                <a:xfrm>
                  <a:off x="5920262" y="1643492"/>
                  <a:ext cx="42773" cy="63859"/>
                </a:xfrm>
                <a:custGeom>
                  <a:avLst/>
                  <a:gdLst>
                    <a:gd name="connsiteX0" fmla="*/ 34632 w 42773"/>
                    <a:gd name="connsiteY0" fmla="*/ 25258 h 63859"/>
                    <a:gd name="connsiteX1" fmla="*/ 22087 w 42773"/>
                    <a:gd name="connsiteY1" fmla="*/ 46892 h 63859"/>
                    <a:gd name="connsiteX2" fmla="*/ 6793 w 42773"/>
                    <a:gd name="connsiteY2" fmla="*/ 63693 h 63859"/>
                    <a:gd name="connsiteX3" fmla="*/ 2005 w 42773"/>
                    <a:gd name="connsiteY3" fmla="*/ 61698 h 63859"/>
                    <a:gd name="connsiteX4" fmla="*/ 5241 w 42773"/>
                    <a:gd name="connsiteY4" fmla="*/ 38291 h 63859"/>
                    <a:gd name="connsiteX5" fmla="*/ 18717 w 42773"/>
                    <a:gd name="connsiteY5" fmla="*/ 14840 h 63859"/>
                    <a:gd name="connsiteX6" fmla="*/ 29800 w 42773"/>
                    <a:gd name="connsiteY6" fmla="*/ 2694 h 63859"/>
                    <a:gd name="connsiteX7" fmla="*/ 37824 w 42773"/>
                    <a:gd name="connsiteY7" fmla="*/ 566 h 63859"/>
                    <a:gd name="connsiteX8" fmla="*/ 41814 w 42773"/>
                    <a:gd name="connsiteY8" fmla="*/ 3979 h 63859"/>
                    <a:gd name="connsiteX9" fmla="*/ 41592 w 42773"/>
                    <a:gd name="connsiteY9" fmla="*/ 11914 h 63859"/>
                    <a:gd name="connsiteX10" fmla="*/ 34632 w 42773"/>
                    <a:gd name="connsiteY10" fmla="*/ 25258 h 63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773" h="63859">
                      <a:moveTo>
                        <a:pt x="34632" y="25258"/>
                      </a:moveTo>
                      <a:cubicBezTo>
                        <a:pt x="30066" y="32174"/>
                        <a:pt x="25943" y="39444"/>
                        <a:pt x="22087" y="46892"/>
                      </a:cubicBezTo>
                      <a:cubicBezTo>
                        <a:pt x="16767" y="57309"/>
                        <a:pt x="10295" y="65112"/>
                        <a:pt x="6793" y="63693"/>
                      </a:cubicBezTo>
                      <a:lnTo>
                        <a:pt x="2005" y="61698"/>
                      </a:lnTo>
                      <a:cubicBezTo>
                        <a:pt x="-1453" y="60324"/>
                        <a:pt x="-478" y="49596"/>
                        <a:pt x="5241" y="38291"/>
                      </a:cubicBezTo>
                      <a:cubicBezTo>
                        <a:pt x="9319" y="30267"/>
                        <a:pt x="13797" y="22465"/>
                        <a:pt x="18717" y="14840"/>
                      </a:cubicBezTo>
                      <a:cubicBezTo>
                        <a:pt x="22175" y="9476"/>
                        <a:pt x="26298" y="5220"/>
                        <a:pt x="29800" y="2694"/>
                      </a:cubicBezTo>
                      <a:cubicBezTo>
                        <a:pt x="33435" y="167"/>
                        <a:pt x="36361" y="-676"/>
                        <a:pt x="37824" y="566"/>
                      </a:cubicBezTo>
                      <a:lnTo>
                        <a:pt x="41814" y="3979"/>
                      </a:lnTo>
                      <a:cubicBezTo>
                        <a:pt x="43233" y="5176"/>
                        <a:pt x="43011" y="8191"/>
                        <a:pt x="41592" y="11914"/>
                      </a:cubicBezTo>
                      <a:cubicBezTo>
                        <a:pt x="40262" y="15727"/>
                        <a:pt x="37780" y="20382"/>
                        <a:pt x="34632" y="2525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57" name="Forme libre : forme 24656">
                  <a:extLst>
                    <a:ext uri="{FF2B5EF4-FFF2-40B4-BE49-F238E27FC236}">
                      <a16:creationId xmlns:a16="http://schemas.microsoft.com/office/drawing/2014/main" id="{9915A41E-7DB3-4750-9216-640E845C71B8}"/>
                    </a:ext>
                  </a:extLst>
                </p:cNvPr>
                <p:cNvSpPr/>
                <p:nvPr/>
              </p:nvSpPr>
              <p:spPr>
                <a:xfrm>
                  <a:off x="5924971" y="1647382"/>
                  <a:ext cx="38108" cy="59969"/>
                </a:xfrm>
                <a:custGeom>
                  <a:avLst/>
                  <a:gdLst>
                    <a:gd name="connsiteX0" fmla="*/ 13964 w 38108"/>
                    <a:gd name="connsiteY0" fmla="*/ 36174 h 59969"/>
                    <a:gd name="connsiteX1" fmla="*/ 7182 w 38108"/>
                    <a:gd name="connsiteY1" fmla="*/ 49473 h 59969"/>
                    <a:gd name="connsiteX2" fmla="*/ 0 w 38108"/>
                    <a:gd name="connsiteY2" fmla="*/ 58960 h 59969"/>
                    <a:gd name="connsiteX3" fmla="*/ 2084 w 38108"/>
                    <a:gd name="connsiteY3" fmla="*/ 59803 h 59969"/>
                    <a:gd name="connsiteX4" fmla="*/ 17378 w 38108"/>
                    <a:gd name="connsiteY4" fmla="*/ 43001 h 59969"/>
                    <a:gd name="connsiteX5" fmla="*/ 29923 w 38108"/>
                    <a:gd name="connsiteY5" fmla="*/ 21368 h 59969"/>
                    <a:gd name="connsiteX6" fmla="*/ 36928 w 38108"/>
                    <a:gd name="connsiteY6" fmla="*/ 8024 h 59969"/>
                    <a:gd name="connsiteX7" fmla="*/ 37149 w 38108"/>
                    <a:gd name="connsiteY7" fmla="*/ 89 h 59969"/>
                    <a:gd name="connsiteX8" fmla="*/ 37016 w 38108"/>
                    <a:gd name="connsiteY8" fmla="*/ 0 h 59969"/>
                    <a:gd name="connsiteX9" fmla="*/ 24249 w 38108"/>
                    <a:gd name="connsiteY9" fmla="*/ 17378 h 59969"/>
                    <a:gd name="connsiteX10" fmla="*/ 13964 w 38108"/>
                    <a:gd name="connsiteY10" fmla="*/ 36174 h 59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8108" h="59969">
                      <a:moveTo>
                        <a:pt x="13964" y="36174"/>
                      </a:moveTo>
                      <a:cubicBezTo>
                        <a:pt x="11925" y="40873"/>
                        <a:pt x="9575" y="45484"/>
                        <a:pt x="7182" y="49473"/>
                      </a:cubicBezTo>
                      <a:cubicBezTo>
                        <a:pt x="4743" y="53463"/>
                        <a:pt x="2350" y="56832"/>
                        <a:pt x="0" y="58960"/>
                      </a:cubicBezTo>
                      <a:lnTo>
                        <a:pt x="2084" y="59803"/>
                      </a:lnTo>
                      <a:cubicBezTo>
                        <a:pt x="5586" y="61221"/>
                        <a:pt x="12058" y="53419"/>
                        <a:pt x="17378" y="43001"/>
                      </a:cubicBezTo>
                      <a:cubicBezTo>
                        <a:pt x="21190" y="35554"/>
                        <a:pt x="25357" y="28283"/>
                        <a:pt x="29923" y="21368"/>
                      </a:cubicBezTo>
                      <a:cubicBezTo>
                        <a:pt x="33071" y="16491"/>
                        <a:pt x="35598" y="11836"/>
                        <a:pt x="36928" y="8024"/>
                      </a:cubicBezTo>
                      <a:cubicBezTo>
                        <a:pt x="38346" y="4300"/>
                        <a:pt x="38568" y="1286"/>
                        <a:pt x="37149" y="89"/>
                      </a:cubicBezTo>
                      <a:lnTo>
                        <a:pt x="37016" y="0"/>
                      </a:lnTo>
                      <a:cubicBezTo>
                        <a:pt x="32450" y="5674"/>
                        <a:pt x="28150" y="11393"/>
                        <a:pt x="24249" y="17378"/>
                      </a:cubicBezTo>
                      <a:cubicBezTo>
                        <a:pt x="20304" y="23274"/>
                        <a:pt x="16801" y="29524"/>
                        <a:pt x="13964" y="3617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58" name="Forme libre : forme 24657">
                  <a:extLst>
                    <a:ext uri="{FF2B5EF4-FFF2-40B4-BE49-F238E27FC236}">
                      <a16:creationId xmlns:a16="http://schemas.microsoft.com/office/drawing/2014/main" id="{ED0D345C-776F-4876-AA49-7CDF47D66444}"/>
                    </a:ext>
                  </a:extLst>
                </p:cNvPr>
                <p:cNvSpPr/>
                <p:nvPr/>
              </p:nvSpPr>
              <p:spPr>
                <a:xfrm>
                  <a:off x="5934435" y="1657312"/>
                  <a:ext cx="17587" cy="27622"/>
                </a:xfrm>
                <a:custGeom>
                  <a:avLst/>
                  <a:gdLst>
                    <a:gd name="connsiteX0" fmla="*/ 17135 w 17587"/>
                    <a:gd name="connsiteY0" fmla="*/ 178 h 27622"/>
                    <a:gd name="connsiteX1" fmla="*/ 11505 w 17587"/>
                    <a:gd name="connsiteY1" fmla="*/ 15427 h 27622"/>
                    <a:gd name="connsiteX2" fmla="*/ 644 w 17587"/>
                    <a:gd name="connsiteY2" fmla="*/ 27530 h 27622"/>
                    <a:gd name="connsiteX3" fmla="*/ 5343 w 17587"/>
                    <a:gd name="connsiteY3" fmla="*/ 11748 h 27622"/>
                    <a:gd name="connsiteX4" fmla="*/ 17135 w 17587"/>
                    <a:gd name="connsiteY4" fmla="*/ 178 h 27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87" h="27622">
                      <a:moveTo>
                        <a:pt x="17135" y="178"/>
                      </a:moveTo>
                      <a:cubicBezTo>
                        <a:pt x="18731" y="1374"/>
                        <a:pt x="15938" y="7980"/>
                        <a:pt x="11505" y="15427"/>
                      </a:cubicBezTo>
                      <a:cubicBezTo>
                        <a:pt x="7027" y="22831"/>
                        <a:pt x="2417" y="28416"/>
                        <a:pt x="644" y="27530"/>
                      </a:cubicBezTo>
                      <a:cubicBezTo>
                        <a:pt x="-1085" y="26643"/>
                        <a:pt x="732" y="19417"/>
                        <a:pt x="5343" y="11748"/>
                      </a:cubicBezTo>
                      <a:cubicBezTo>
                        <a:pt x="9953" y="3946"/>
                        <a:pt x="15583" y="-1019"/>
                        <a:pt x="17135" y="17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59" name="Forme libre : forme 24658">
                  <a:extLst>
                    <a:ext uri="{FF2B5EF4-FFF2-40B4-BE49-F238E27FC236}">
                      <a16:creationId xmlns:a16="http://schemas.microsoft.com/office/drawing/2014/main" id="{C985CE3D-12CB-4E7F-B42F-49FAED523BB5}"/>
                    </a:ext>
                  </a:extLst>
                </p:cNvPr>
                <p:cNvSpPr/>
                <p:nvPr/>
              </p:nvSpPr>
              <p:spPr>
                <a:xfrm>
                  <a:off x="5934415" y="1666489"/>
                  <a:ext cx="14937" cy="18401"/>
                </a:xfrm>
                <a:custGeom>
                  <a:avLst/>
                  <a:gdLst>
                    <a:gd name="connsiteX0" fmla="*/ 1372 w 14937"/>
                    <a:gd name="connsiteY0" fmla="*/ 10684 h 18401"/>
                    <a:gd name="connsiteX1" fmla="*/ 663 w 14937"/>
                    <a:gd name="connsiteY1" fmla="*/ 18309 h 18401"/>
                    <a:gd name="connsiteX2" fmla="*/ 11524 w 14937"/>
                    <a:gd name="connsiteY2" fmla="*/ 6206 h 18401"/>
                    <a:gd name="connsiteX3" fmla="*/ 14938 w 14937"/>
                    <a:gd name="connsiteY3" fmla="*/ 0 h 18401"/>
                    <a:gd name="connsiteX4" fmla="*/ 12633 w 14937"/>
                    <a:gd name="connsiteY4" fmla="*/ 3147 h 18401"/>
                    <a:gd name="connsiteX5" fmla="*/ 1372 w 14937"/>
                    <a:gd name="connsiteY5" fmla="*/ 10684 h 18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937" h="18401">
                      <a:moveTo>
                        <a:pt x="1372" y="10684"/>
                      </a:moveTo>
                      <a:cubicBezTo>
                        <a:pt x="-135" y="14762"/>
                        <a:pt x="-445" y="17777"/>
                        <a:pt x="663" y="18309"/>
                      </a:cubicBezTo>
                      <a:cubicBezTo>
                        <a:pt x="2436" y="19195"/>
                        <a:pt x="7047" y="13610"/>
                        <a:pt x="11524" y="6206"/>
                      </a:cubicBezTo>
                      <a:cubicBezTo>
                        <a:pt x="12810" y="4034"/>
                        <a:pt x="13963" y="1906"/>
                        <a:pt x="14938" y="0"/>
                      </a:cubicBezTo>
                      <a:cubicBezTo>
                        <a:pt x="14229" y="1108"/>
                        <a:pt x="13430" y="2128"/>
                        <a:pt x="12633" y="3147"/>
                      </a:cubicBezTo>
                      <a:cubicBezTo>
                        <a:pt x="8022" y="8511"/>
                        <a:pt x="3234" y="12324"/>
                        <a:pt x="1372" y="1068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60" name="Forme libre : forme 24659">
                  <a:extLst>
                    <a:ext uri="{FF2B5EF4-FFF2-40B4-BE49-F238E27FC236}">
                      <a16:creationId xmlns:a16="http://schemas.microsoft.com/office/drawing/2014/main" id="{29769C33-CF7B-43D0-AAB1-A6264D307021}"/>
                    </a:ext>
                  </a:extLst>
                </p:cNvPr>
                <p:cNvSpPr/>
                <p:nvPr/>
              </p:nvSpPr>
              <p:spPr>
                <a:xfrm>
                  <a:off x="5935899" y="1656436"/>
                  <a:ext cx="17714" cy="27435"/>
                </a:xfrm>
                <a:custGeom>
                  <a:avLst/>
                  <a:gdLst>
                    <a:gd name="connsiteX0" fmla="*/ 17266 w 17714"/>
                    <a:gd name="connsiteY0" fmla="*/ 167 h 27435"/>
                    <a:gd name="connsiteX1" fmla="*/ 11547 w 17714"/>
                    <a:gd name="connsiteY1" fmla="*/ 15328 h 27435"/>
                    <a:gd name="connsiteX2" fmla="*/ 642 w 17714"/>
                    <a:gd name="connsiteY2" fmla="*/ 27342 h 27435"/>
                    <a:gd name="connsiteX3" fmla="*/ 5430 w 17714"/>
                    <a:gd name="connsiteY3" fmla="*/ 11604 h 27435"/>
                    <a:gd name="connsiteX4" fmla="*/ 17266 w 17714"/>
                    <a:gd name="connsiteY4" fmla="*/ 167 h 27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4" h="27435">
                      <a:moveTo>
                        <a:pt x="17266" y="167"/>
                      </a:moveTo>
                      <a:cubicBezTo>
                        <a:pt x="18862" y="1364"/>
                        <a:pt x="16025" y="7925"/>
                        <a:pt x="11547" y="15328"/>
                      </a:cubicBezTo>
                      <a:cubicBezTo>
                        <a:pt x="7026" y="22687"/>
                        <a:pt x="2415" y="28228"/>
                        <a:pt x="642" y="27342"/>
                      </a:cubicBezTo>
                      <a:cubicBezTo>
                        <a:pt x="-1087" y="26455"/>
                        <a:pt x="731" y="19229"/>
                        <a:pt x="5430" y="11604"/>
                      </a:cubicBezTo>
                      <a:cubicBezTo>
                        <a:pt x="10085" y="3935"/>
                        <a:pt x="15670" y="-986"/>
                        <a:pt x="17266" y="16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61" name="Forme libre : forme 24660">
                  <a:extLst>
                    <a:ext uri="{FF2B5EF4-FFF2-40B4-BE49-F238E27FC236}">
                      <a16:creationId xmlns:a16="http://schemas.microsoft.com/office/drawing/2014/main" id="{C440163D-1E54-4C7A-83AD-B294A3777EB8}"/>
                    </a:ext>
                  </a:extLst>
                </p:cNvPr>
                <p:cNvSpPr/>
                <p:nvPr/>
              </p:nvSpPr>
              <p:spPr>
                <a:xfrm>
                  <a:off x="5925434" y="1664562"/>
                  <a:ext cx="26928" cy="33387"/>
                </a:xfrm>
                <a:custGeom>
                  <a:avLst/>
                  <a:gdLst>
                    <a:gd name="connsiteX0" fmla="*/ 4147 w 26928"/>
                    <a:gd name="connsiteY0" fmla="*/ 32648 h 33387"/>
                    <a:gd name="connsiteX1" fmla="*/ 7605 w 26928"/>
                    <a:gd name="connsiteY1" fmla="*/ 33047 h 33387"/>
                    <a:gd name="connsiteX2" fmla="*/ 17845 w 26928"/>
                    <a:gd name="connsiteY2" fmla="*/ 20546 h 33387"/>
                    <a:gd name="connsiteX3" fmla="*/ 25603 w 26928"/>
                    <a:gd name="connsiteY3" fmla="*/ 6227 h 33387"/>
                    <a:gd name="connsiteX4" fmla="*/ 25736 w 26928"/>
                    <a:gd name="connsiteY4" fmla="*/ 65 h 33387"/>
                    <a:gd name="connsiteX5" fmla="*/ 21303 w 26928"/>
                    <a:gd name="connsiteY5" fmla="*/ 3789 h 33387"/>
                    <a:gd name="connsiteX6" fmla="*/ 11018 w 26928"/>
                    <a:gd name="connsiteY6" fmla="*/ 13541 h 33387"/>
                    <a:gd name="connsiteX7" fmla="*/ 468 w 26928"/>
                    <a:gd name="connsiteY7" fmla="*/ 26309 h 33387"/>
                    <a:gd name="connsiteX8" fmla="*/ 4147 w 26928"/>
                    <a:gd name="connsiteY8" fmla="*/ 32648 h 33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928" h="33387">
                      <a:moveTo>
                        <a:pt x="4147" y="32648"/>
                      </a:moveTo>
                      <a:cubicBezTo>
                        <a:pt x="5122" y="33224"/>
                        <a:pt x="6142" y="33756"/>
                        <a:pt x="7605" y="33047"/>
                      </a:cubicBezTo>
                      <a:cubicBezTo>
                        <a:pt x="10442" y="31673"/>
                        <a:pt x="14299" y="26043"/>
                        <a:pt x="17845" y="20546"/>
                      </a:cubicBezTo>
                      <a:cubicBezTo>
                        <a:pt x="20727" y="15891"/>
                        <a:pt x="23741" y="10837"/>
                        <a:pt x="25603" y="6227"/>
                      </a:cubicBezTo>
                      <a:cubicBezTo>
                        <a:pt x="27066" y="2858"/>
                        <a:pt x="27598" y="-512"/>
                        <a:pt x="25736" y="65"/>
                      </a:cubicBezTo>
                      <a:cubicBezTo>
                        <a:pt x="24584" y="419"/>
                        <a:pt x="22899" y="2193"/>
                        <a:pt x="21303" y="3789"/>
                      </a:cubicBezTo>
                      <a:cubicBezTo>
                        <a:pt x="17668" y="7557"/>
                        <a:pt x="14210" y="10926"/>
                        <a:pt x="11018" y="13541"/>
                      </a:cubicBezTo>
                      <a:cubicBezTo>
                        <a:pt x="8314" y="15758"/>
                        <a:pt x="2640" y="19703"/>
                        <a:pt x="468" y="26309"/>
                      </a:cubicBezTo>
                      <a:cubicBezTo>
                        <a:pt x="-1394" y="32205"/>
                        <a:pt x="2817" y="31850"/>
                        <a:pt x="4147" y="3264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62" name="Forme libre : forme 24661">
                  <a:extLst>
                    <a:ext uri="{FF2B5EF4-FFF2-40B4-BE49-F238E27FC236}">
                      <a16:creationId xmlns:a16="http://schemas.microsoft.com/office/drawing/2014/main" id="{7B62CDC8-BF86-4A70-8076-9B69C2805D6A}"/>
                    </a:ext>
                  </a:extLst>
                </p:cNvPr>
                <p:cNvSpPr/>
                <p:nvPr/>
              </p:nvSpPr>
              <p:spPr>
                <a:xfrm>
                  <a:off x="5929130" y="1677040"/>
                  <a:ext cx="5151" cy="12799"/>
                </a:xfrm>
                <a:custGeom>
                  <a:avLst/>
                  <a:gdLst>
                    <a:gd name="connsiteX0" fmla="*/ 8 w 5151"/>
                    <a:gd name="connsiteY0" fmla="*/ 11747 h 12799"/>
                    <a:gd name="connsiteX1" fmla="*/ 362 w 5151"/>
                    <a:gd name="connsiteY1" fmla="*/ 12767 h 12799"/>
                    <a:gd name="connsiteX2" fmla="*/ 1515 w 5151"/>
                    <a:gd name="connsiteY2" fmla="*/ 11925 h 12799"/>
                    <a:gd name="connsiteX3" fmla="*/ 2535 w 5151"/>
                    <a:gd name="connsiteY3" fmla="*/ 9797 h 12799"/>
                    <a:gd name="connsiteX4" fmla="*/ 4485 w 5151"/>
                    <a:gd name="connsiteY4" fmla="*/ 4388 h 12799"/>
                    <a:gd name="connsiteX5" fmla="*/ 5062 w 5151"/>
                    <a:gd name="connsiteY5" fmla="*/ 2349 h 12799"/>
                    <a:gd name="connsiteX6" fmla="*/ 2224 w 5151"/>
                    <a:gd name="connsiteY6" fmla="*/ 2792 h 12799"/>
                    <a:gd name="connsiteX7" fmla="*/ 8 w 5151"/>
                    <a:gd name="connsiteY7" fmla="*/ 11747 h 12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51" h="12799">
                      <a:moveTo>
                        <a:pt x="8" y="11747"/>
                      </a:moveTo>
                      <a:cubicBezTo>
                        <a:pt x="52" y="12235"/>
                        <a:pt x="97" y="12678"/>
                        <a:pt x="362" y="12767"/>
                      </a:cubicBezTo>
                      <a:cubicBezTo>
                        <a:pt x="584" y="12900"/>
                        <a:pt x="1072" y="12634"/>
                        <a:pt x="1515" y="11925"/>
                      </a:cubicBezTo>
                      <a:cubicBezTo>
                        <a:pt x="1914" y="11304"/>
                        <a:pt x="2269" y="10506"/>
                        <a:pt x="2535" y="9797"/>
                      </a:cubicBezTo>
                      <a:cubicBezTo>
                        <a:pt x="3244" y="7935"/>
                        <a:pt x="3909" y="6117"/>
                        <a:pt x="4485" y="4388"/>
                      </a:cubicBezTo>
                      <a:cubicBezTo>
                        <a:pt x="4707" y="3679"/>
                        <a:pt x="4929" y="2925"/>
                        <a:pt x="5062" y="2349"/>
                      </a:cubicBezTo>
                      <a:cubicBezTo>
                        <a:pt x="5505" y="-178"/>
                        <a:pt x="4264" y="-1508"/>
                        <a:pt x="2224" y="2792"/>
                      </a:cubicBezTo>
                      <a:cubicBezTo>
                        <a:pt x="584" y="6117"/>
                        <a:pt x="-81" y="9797"/>
                        <a:pt x="8" y="1174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63" name="Forme libre : forme 24662">
                  <a:extLst>
                    <a:ext uri="{FF2B5EF4-FFF2-40B4-BE49-F238E27FC236}">
                      <a16:creationId xmlns:a16="http://schemas.microsoft.com/office/drawing/2014/main" id="{6BC2D1E1-C82F-4CEF-92E0-A477EBDD99AA}"/>
                    </a:ext>
                  </a:extLst>
                </p:cNvPr>
                <p:cNvSpPr/>
                <p:nvPr/>
              </p:nvSpPr>
              <p:spPr>
                <a:xfrm>
                  <a:off x="5954805" y="1648624"/>
                  <a:ext cx="6401" cy="19549"/>
                </a:xfrm>
                <a:custGeom>
                  <a:avLst/>
                  <a:gdLst>
                    <a:gd name="connsiteX0" fmla="*/ 5364 w 6401"/>
                    <a:gd name="connsiteY0" fmla="*/ 0 h 19549"/>
                    <a:gd name="connsiteX1" fmla="*/ 6384 w 6401"/>
                    <a:gd name="connsiteY1" fmla="*/ 3502 h 19549"/>
                    <a:gd name="connsiteX2" fmla="*/ 0 w 6401"/>
                    <a:gd name="connsiteY2" fmla="*/ 19550 h 19549"/>
                    <a:gd name="connsiteX3" fmla="*/ 1020 w 6401"/>
                    <a:gd name="connsiteY3" fmla="*/ 17333 h 19549"/>
                    <a:gd name="connsiteX4" fmla="*/ 3236 w 6401"/>
                    <a:gd name="connsiteY4" fmla="*/ 12102 h 19549"/>
                    <a:gd name="connsiteX5" fmla="*/ 5364 w 6401"/>
                    <a:gd name="connsiteY5" fmla="*/ 0 h 19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01" h="19549">
                      <a:moveTo>
                        <a:pt x="5364" y="0"/>
                      </a:moveTo>
                      <a:cubicBezTo>
                        <a:pt x="5364" y="0"/>
                        <a:pt x="6561" y="709"/>
                        <a:pt x="6384" y="3502"/>
                      </a:cubicBezTo>
                      <a:cubicBezTo>
                        <a:pt x="6206" y="6251"/>
                        <a:pt x="4699" y="10994"/>
                        <a:pt x="0" y="19550"/>
                      </a:cubicBezTo>
                      <a:cubicBezTo>
                        <a:pt x="0" y="19550"/>
                        <a:pt x="355" y="18796"/>
                        <a:pt x="1020" y="17333"/>
                      </a:cubicBezTo>
                      <a:cubicBezTo>
                        <a:pt x="1640" y="16003"/>
                        <a:pt x="2483" y="14141"/>
                        <a:pt x="3236" y="12102"/>
                      </a:cubicBezTo>
                      <a:cubicBezTo>
                        <a:pt x="4788" y="8024"/>
                        <a:pt x="6295" y="3192"/>
                        <a:pt x="5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64" name="Forme libre : forme 24663">
                  <a:extLst>
                    <a:ext uri="{FF2B5EF4-FFF2-40B4-BE49-F238E27FC236}">
                      <a16:creationId xmlns:a16="http://schemas.microsoft.com/office/drawing/2014/main" id="{8F231350-BCC0-41F4-B89B-B17503B93476}"/>
                    </a:ext>
                  </a:extLst>
                </p:cNvPr>
                <p:cNvSpPr/>
                <p:nvPr/>
              </p:nvSpPr>
              <p:spPr>
                <a:xfrm>
                  <a:off x="5921474" y="1680808"/>
                  <a:ext cx="5137" cy="23406"/>
                </a:xfrm>
                <a:custGeom>
                  <a:avLst/>
                  <a:gdLst>
                    <a:gd name="connsiteX0" fmla="*/ 5137 w 5137"/>
                    <a:gd name="connsiteY0" fmla="*/ 0 h 23406"/>
                    <a:gd name="connsiteX1" fmla="*/ 1325 w 5137"/>
                    <a:gd name="connsiteY1" fmla="*/ 9930 h 23406"/>
                    <a:gd name="connsiteX2" fmla="*/ 1768 w 5137"/>
                    <a:gd name="connsiteY2" fmla="*/ 23407 h 23406"/>
                    <a:gd name="connsiteX3" fmla="*/ 704 w 5137"/>
                    <a:gd name="connsiteY3" fmla="*/ 18220 h 23406"/>
                    <a:gd name="connsiteX4" fmla="*/ 5137 w 5137"/>
                    <a:gd name="connsiteY4" fmla="*/ 0 h 23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37" h="23406">
                      <a:moveTo>
                        <a:pt x="5137" y="0"/>
                      </a:moveTo>
                      <a:cubicBezTo>
                        <a:pt x="5137" y="0"/>
                        <a:pt x="2832" y="4655"/>
                        <a:pt x="1325" y="9930"/>
                      </a:cubicBezTo>
                      <a:cubicBezTo>
                        <a:pt x="-227" y="15205"/>
                        <a:pt x="-803" y="21146"/>
                        <a:pt x="1768" y="23407"/>
                      </a:cubicBezTo>
                      <a:cubicBezTo>
                        <a:pt x="1768" y="23407"/>
                        <a:pt x="837" y="21900"/>
                        <a:pt x="704" y="18220"/>
                      </a:cubicBezTo>
                      <a:cubicBezTo>
                        <a:pt x="615" y="14541"/>
                        <a:pt x="1369" y="8645"/>
                        <a:pt x="51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65" name="Forme libre : forme 24664">
                  <a:extLst>
                    <a:ext uri="{FF2B5EF4-FFF2-40B4-BE49-F238E27FC236}">
                      <a16:creationId xmlns:a16="http://schemas.microsoft.com/office/drawing/2014/main" id="{24B27314-10C4-4053-953E-0F34BB1A46AA}"/>
                    </a:ext>
                  </a:extLst>
                </p:cNvPr>
                <p:cNvSpPr/>
                <p:nvPr/>
              </p:nvSpPr>
              <p:spPr>
                <a:xfrm>
                  <a:off x="5939585" y="1662358"/>
                  <a:ext cx="7342" cy="9897"/>
                </a:xfrm>
                <a:custGeom>
                  <a:avLst/>
                  <a:gdLst>
                    <a:gd name="connsiteX0" fmla="*/ 7329 w 7342"/>
                    <a:gd name="connsiteY0" fmla="*/ 274 h 9897"/>
                    <a:gd name="connsiteX1" fmla="*/ 3916 w 7342"/>
                    <a:gd name="connsiteY1" fmla="*/ 6525 h 9897"/>
                    <a:gd name="connsiteX2" fmla="*/ 15 w 7342"/>
                    <a:gd name="connsiteY2" fmla="*/ 9628 h 9897"/>
                    <a:gd name="connsiteX3" fmla="*/ 3339 w 7342"/>
                    <a:gd name="connsiteY3" fmla="*/ 3289 h 9897"/>
                    <a:gd name="connsiteX4" fmla="*/ 7329 w 7342"/>
                    <a:gd name="connsiteY4" fmla="*/ 274 h 9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42" h="9897">
                      <a:moveTo>
                        <a:pt x="7329" y="274"/>
                      </a:moveTo>
                      <a:cubicBezTo>
                        <a:pt x="7506" y="1205"/>
                        <a:pt x="5866" y="3909"/>
                        <a:pt x="3916" y="6525"/>
                      </a:cubicBezTo>
                      <a:cubicBezTo>
                        <a:pt x="1965" y="9141"/>
                        <a:pt x="192" y="10515"/>
                        <a:pt x="15" y="9628"/>
                      </a:cubicBezTo>
                      <a:cubicBezTo>
                        <a:pt x="-163" y="8742"/>
                        <a:pt x="1300" y="5860"/>
                        <a:pt x="3339" y="3289"/>
                      </a:cubicBezTo>
                      <a:cubicBezTo>
                        <a:pt x="5423" y="718"/>
                        <a:pt x="7196" y="-612"/>
                        <a:pt x="7329" y="27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66" name="Forme libre : forme 24665">
                  <a:extLst>
                    <a:ext uri="{FF2B5EF4-FFF2-40B4-BE49-F238E27FC236}">
                      <a16:creationId xmlns:a16="http://schemas.microsoft.com/office/drawing/2014/main" id="{7934C3C5-57A3-4CFD-AF68-B078E3F4C3E6}"/>
                    </a:ext>
                  </a:extLst>
                </p:cNvPr>
                <p:cNvSpPr/>
                <p:nvPr/>
              </p:nvSpPr>
              <p:spPr>
                <a:xfrm>
                  <a:off x="5945669" y="1661000"/>
                  <a:ext cx="1997" cy="2863"/>
                </a:xfrm>
                <a:custGeom>
                  <a:avLst/>
                  <a:gdLst>
                    <a:gd name="connsiteX0" fmla="*/ 1911 w 1997"/>
                    <a:gd name="connsiteY0" fmla="*/ 36 h 2863"/>
                    <a:gd name="connsiteX1" fmla="*/ 1423 w 1997"/>
                    <a:gd name="connsiteY1" fmla="*/ 1721 h 2863"/>
                    <a:gd name="connsiteX2" fmla="*/ 93 w 1997"/>
                    <a:gd name="connsiteY2" fmla="*/ 2829 h 2863"/>
                    <a:gd name="connsiteX3" fmla="*/ 581 w 1997"/>
                    <a:gd name="connsiteY3" fmla="*/ 1145 h 2863"/>
                    <a:gd name="connsiteX4" fmla="*/ 1911 w 1997"/>
                    <a:gd name="connsiteY4" fmla="*/ 36 h 2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7" h="2863">
                      <a:moveTo>
                        <a:pt x="1911" y="36"/>
                      </a:moveTo>
                      <a:cubicBezTo>
                        <a:pt x="2133" y="169"/>
                        <a:pt x="1911" y="967"/>
                        <a:pt x="1423" y="1721"/>
                      </a:cubicBezTo>
                      <a:cubicBezTo>
                        <a:pt x="936" y="2475"/>
                        <a:pt x="315" y="3006"/>
                        <a:pt x="93" y="2829"/>
                      </a:cubicBezTo>
                      <a:cubicBezTo>
                        <a:pt x="-128" y="2696"/>
                        <a:pt x="49" y="1943"/>
                        <a:pt x="581" y="1145"/>
                      </a:cubicBezTo>
                      <a:cubicBezTo>
                        <a:pt x="1113" y="347"/>
                        <a:pt x="1689" y="-141"/>
                        <a:pt x="1911" y="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67" name="Forme libre : forme 24666">
                  <a:extLst>
                    <a:ext uri="{FF2B5EF4-FFF2-40B4-BE49-F238E27FC236}">
                      <a16:creationId xmlns:a16="http://schemas.microsoft.com/office/drawing/2014/main" id="{8A5BA6CE-ABFF-4CD6-8110-A4A8572B3245}"/>
                    </a:ext>
                  </a:extLst>
                </p:cNvPr>
                <p:cNvSpPr/>
                <p:nvPr/>
              </p:nvSpPr>
              <p:spPr>
                <a:xfrm>
                  <a:off x="5934895" y="1648403"/>
                  <a:ext cx="22040" cy="21285"/>
                </a:xfrm>
                <a:custGeom>
                  <a:avLst/>
                  <a:gdLst>
                    <a:gd name="connsiteX0" fmla="*/ 16630 w 22040"/>
                    <a:gd name="connsiteY0" fmla="*/ 353 h 21285"/>
                    <a:gd name="connsiteX1" fmla="*/ 21684 w 22040"/>
                    <a:gd name="connsiteY1" fmla="*/ 1240 h 21285"/>
                    <a:gd name="connsiteX2" fmla="*/ 21329 w 22040"/>
                    <a:gd name="connsiteY2" fmla="*/ 3944 h 21285"/>
                    <a:gd name="connsiteX3" fmla="*/ 18448 w 22040"/>
                    <a:gd name="connsiteY3" fmla="*/ 6249 h 21285"/>
                    <a:gd name="connsiteX4" fmla="*/ 10778 w 22040"/>
                    <a:gd name="connsiteY4" fmla="*/ 9885 h 21285"/>
                    <a:gd name="connsiteX5" fmla="*/ 4483 w 22040"/>
                    <a:gd name="connsiteY5" fmla="*/ 17111 h 21285"/>
                    <a:gd name="connsiteX6" fmla="*/ 6 w 22040"/>
                    <a:gd name="connsiteY6" fmla="*/ 20746 h 21285"/>
                    <a:gd name="connsiteX7" fmla="*/ 4084 w 22040"/>
                    <a:gd name="connsiteY7" fmla="*/ 12500 h 21285"/>
                    <a:gd name="connsiteX8" fmla="*/ 10113 w 22040"/>
                    <a:gd name="connsiteY8" fmla="*/ 4831 h 21285"/>
                    <a:gd name="connsiteX9" fmla="*/ 16630 w 22040"/>
                    <a:gd name="connsiteY9" fmla="*/ 353 h 21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040" h="21285">
                      <a:moveTo>
                        <a:pt x="16630" y="353"/>
                      </a:moveTo>
                      <a:cubicBezTo>
                        <a:pt x="18979" y="-445"/>
                        <a:pt x="20575" y="220"/>
                        <a:pt x="21684" y="1240"/>
                      </a:cubicBezTo>
                      <a:cubicBezTo>
                        <a:pt x="22127" y="1639"/>
                        <a:pt x="22304" y="2481"/>
                        <a:pt x="21329" y="3944"/>
                      </a:cubicBezTo>
                      <a:cubicBezTo>
                        <a:pt x="20442" y="5274"/>
                        <a:pt x="19245" y="5983"/>
                        <a:pt x="18448" y="6249"/>
                      </a:cubicBezTo>
                      <a:cubicBezTo>
                        <a:pt x="15965" y="7136"/>
                        <a:pt x="13926" y="7136"/>
                        <a:pt x="10778" y="9885"/>
                      </a:cubicBezTo>
                      <a:cubicBezTo>
                        <a:pt x="9759" y="10727"/>
                        <a:pt x="6966" y="14185"/>
                        <a:pt x="4483" y="17111"/>
                      </a:cubicBezTo>
                      <a:cubicBezTo>
                        <a:pt x="2045" y="20036"/>
                        <a:pt x="-127" y="22386"/>
                        <a:pt x="6" y="20746"/>
                      </a:cubicBezTo>
                      <a:cubicBezTo>
                        <a:pt x="183" y="19105"/>
                        <a:pt x="1868" y="15692"/>
                        <a:pt x="4084" y="12500"/>
                      </a:cubicBezTo>
                      <a:cubicBezTo>
                        <a:pt x="6212" y="9264"/>
                        <a:pt x="8783" y="6161"/>
                        <a:pt x="10113" y="4831"/>
                      </a:cubicBezTo>
                      <a:cubicBezTo>
                        <a:pt x="12507" y="2437"/>
                        <a:pt x="14901" y="974"/>
                        <a:pt x="16630" y="35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59" name="Graphique 2">
                <a:extLst>
                  <a:ext uri="{FF2B5EF4-FFF2-40B4-BE49-F238E27FC236}">
                    <a16:creationId xmlns:a16="http://schemas.microsoft.com/office/drawing/2014/main" id="{3E626AD8-14B4-46B6-AB52-45468754E94A}"/>
                  </a:ext>
                </a:extLst>
              </p:cNvPr>
              <p:cNvGrpSpPr/>
              <p:nvPr/>
            </p:nvGrpSpPr>
            <p:grpSpPr>
              <a:xfrm>
                <a:off x="5957255" y="1611474"/>
                <a:ext cx="65022" cy="36614"/>
                <a:chOff x="5957255" y="1611474"/>
                <a:chExt cx="65022" cy="36614"/>
              </a:xfrm>
              <a:solidFill>
                <a:schemeClr val="accent1"/>
              </a:solidFill>
            </p:grpSpPr>
            <p:sp>
              <p:nvSpPr>
                <p:cNvPr id="24644" name="Forme libre : forme 24643">
                  <a:extLst>
                    <a:ext uri="{FF2B5EF4-FFF2-40B4-BE49-F238E27FC236}">
                      <a16:creationId xmlns:a16="http://schemas.microsoft.com/office/drawing/2014/main" id="{ECE0DF43-18C4-4464-984D-2A62112C4306}"/>
                    </a:ext>
                  </a:extLst>
                </p:cNvPr>
                <p:cNvSpPr/>
                <p:nvPr/>
              </p:nvSpPr>
              <p:spPr>
                <a:xfrm>
                  <a:off x="5957255" y="1611474"/>
                  <a:ext cx="65022" cy="36614"/>
                </a:xfrm>
                <a:custGeom>
                  <a:avLst/>
                  <a:gdLst>
                    <a:gd name="connsiteX0" fmla="*/ 42502 w 65022"/>
                    <a:gd name="connsiteY0" fmla="*/ 19284 h 36614"/>
                    <a:gd name="connsiteX1" fmla="*/ 33725 w 65022"/>
                    <a:gd name="connsiteY1" fmla="*/ 21234 h 36614"/>
                    <a:gd name="connsiteX2" fmla="*/ 24548 w 65022"/>
                    <a:gd name="connsiteY2" fmla="*/ 26643 h 36614"/>
                    <a:gd name="connsiteX3" fmla="*/ 18342 w 65022"/>
                    <a:gd name="connsiteY3" fmla="*/ 31120 h 36614"/>
                    <a:gd name="connsiteX4" fmla="*/ 12667 w 65022"/>
                    <a:gd name="connsiteY4" fmla="*/ 34622 h 36614"/>
                    <a:gd name="connsiteX5" fmla="*/ 8013 w 65022"/>
                    <a:gd name="connsiteY5" fmla="*/ 36484 h 36614"/>
                    <a:gd name="connsiteX6" fmla="*/ 4865 w 65022"/>
                    <a:gd name="connsiteY6" fmla="*/ 35997 h 36614"/>
                    <a:gd name="connsiteX7" fmla="*/ 875 w 65022"/>
                    <a:gd name="connsiteY7" fmla="*/ 32583 h 36614"/>
                    <a:gd name="connsiteX8" fmla="*/ 33 w 65022"/>
                    <a:gd name="connsiteY8" fmla="*/ 29480 h 36614"/>
                    <a:gd name="connsiteX9" fmla="*/ 1762 w 65022"/>
                    <a:gd name="connsiteY9" fmla="*/ 24293 h 36614"/>
                    <a:gd name="connsiteX10" fmla="*/ 6106 w 65022"/>
                    <a:gd name="connsiteY10" fmla="*/ 17910 h 36614"/>
                    <a:gd name="connsiteX11" fmla="*/ 13066 w 65022"/>
                    <a:gd name="connsiteY11" fmla="*/ 11304 h 36614"/>
                    <a:gd name="connsiteX12" fmla="*/ 26233 w 65022"/>
                    <a:gd name="connsiteY12" fmla="*/ 3546 h 36614"/>
                    <a:gd name="connsiteX13" fmla="*/ 42724 w 65022"/>
                    <a:gd name="connsiteY13" fmla="*/ 0 h 36614"/>
                    <a:gd name="connsiteX14" fmla="*/ 48841 w 65022"/>
                    <a:gd name="connsiteY14" fmla="*/ 754 h 36614"/>
                    <a:gd name="connsiteX15" fmla="*/ 54205 w 65022"/>
                    <a:gd name="connsiteY15" fmla="*/ 2660 h 36614"/>
                    <a:gd name="connsiteX16" fmla="*/ 62008 w 65022"/>
                    <a:gd name="connsiteY16" fmla="*/ 8644 h 36614"/>
                    <a:gd name="connsiteX17" fmla="*/ 65022 w 65022"/>
                    <a:gd name="connsiteY17" fmla="*/ 15604 h 36614"/>
                    <a:gd name="connsiteX18" fmla="*/ 63471 w 65022"/>
                    <a:gd name="connsiteY18" fmla="*/ 18929 h 36614"/>
                    <a:gd name="connsiteX19" fmla="*/ 58373 w 65022"/>
                    <a:gd name="connsiteY19" fmla="*/ 20569 h 36614"/>
                    <a:gd name="connsiteX20" fmla="*/ 55447 w 65022"/>
                    <a:gd name="connsiteY20" fmla="*/ 20658 h 36614"/>
                    <a:gd name="connsiteX21" fmla="*/ 52344 w 65022"/>
                    <a:gd name="connsiteY21" fmla="*/ 20481 h 36614"/>
                    <a:gd name="connsiteX22" fmla="*/ 47822 w 65022"/>
                    <a:gd name="connsiteY22" fmla="*/ 19772 h 36614"/>
                    <a:gd name="connsiteX23" fmla="*/ 45206 w 65022"/>
                    <a:gd name="connsiteY23" fmla="*/ 19461 h 36614"/>
                    <a:gd name="connsiteX24" fmla="*/ 42502 w 65022"/>
                    <a:gd name="connsiteY24" fmla="*/ 19284 h 36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5022" h="36614">
                      <a:moveTo>
                        <a:pt x="42502" y="19284"/>
                      </a:moveTo>
                      <a:cubicBezTo>
                        <a:pt x="39798" y="19284"/>
                        <a:pt x="36783" y="19993"/>
                        <a:pt x="33725" y="21234"/>
                      </a:cubicBezTo>
                      <a:cubicBezTo>
                        <a:pt x="30666" y="22476"/>
                        <a:pt x="27563" y="24471"/>
                        <a:pt x="24548" y="26643"/>
                      </a:cubicBezTo>
                      <a:cubicBezTo>
                        <a:pt x="22465" y="28283"/>
                        <a:pt x="20337" y="29702"/>
                        <a:pt x="18342" y="31120"/>
                      </a:cubicBezTo>
                      <a:cubicBezTo>
                        <a:pt x="16303" y="32406"/>
                        <a:pt x="14441" y="33736"/>
                        <a:pt x="12667" y="34622"/>
                      </a:cubicBezTo>
                      <a:cubicBezTo>
                        <a:pt x="10894" y="35509"/>
                        <a:pt x="9343" y="36263"/>
                        <a:pt x="8013" y="36484"/>
                      </a:cubicBezTo>
                      <a:cubicBezTo>
                        <a:pt x="6683" y="36750"/>
                        <a:pt x="5574" y="36617"/>
                        <a:pt x="4865" y="35997"/>
                      </a:cubicBezTo>
                      <a:lnTo>
                        <a:pt x="875" y="32583"/>
                      </a:lnTo>
                      <a:cubicBezTo>
                        <a:pt x="166" y="31963"/>
                        <a:pt x="-100" y="30899"/>
                        <a:pt x="33" y="29480"/>
                      </a:cubicBezTo>
                      <a:cubicBezTo>
                        <a:pt x="210" y="28061"/>
                        <a:pt x="698" y="26244"/>
                        <a:pt x="1762" y="24293"/>
                      </a:cubicBezTo>
                      <a:cubicBezTo>
                        <a:pt x="2826" y="22343"/>
                        <a:pt x="4156" y="20082"/>
                        <a:pt x="6106" y="17910"/>
                      </a:cubicBezTo>
                      <a:cubicBezTo>
                        <a:pt x="7924" y="15649"/>
                        <a:pt x="10362" y="13432"/>
                        <a:pt x="13066" y="11304"/>
                      </a:cubicBezTo>
                      <a:cubicBezTo>
                        <a:pt x="17056" y="8378"/>
                        <a:pt x="21312" y="5630"/>
                        <a:pt x="26233" y="3546"/>
                      </a:cubicBezTo>
                      <a:cubicBezTo>
                        <a:pt x="31198" y="1507"/>
                        <a:pt x="36739" y="0"/>
                        <a:pt x="42724" y="0"/>
                      </a:cubicBezTo>
                      <a:cubicBezTo>
                        <a:pt x="44807" y="133"/>
                        <a:pt x="46891" y="310"/>
                        <a:pt x="48841" y="754"/>
                      </a:cubicBezTo>
                      <a:cubicBezTo>
                        <a:pt x="50748" y="1330"/>
                        <a:pt x="52610" y="1818"/>
                        <a:pt x="54205" y="2660"/>
                      </a:cubicBezTo>
                      <a:cubicBezTo>
                        <a:pt x="57353" y="4300"/>
                        <a:pt x="60013" y="6118"/>
                        <a:pt x="62008" y="8644"/>
                      </a:cubicBezTo>
                      <a:cubicBezTo>
                        <a:pt x="64003" y="10950"/>
                        <a:pt x="64978" y="13787"/>
                        <a:pt x="65022" y="15604"/>
                      </a:cubicBezTo>
                      <a:cubicBezTo>
                        <a:pt x="65022" y="17555"/>
                        <a:pt x="64357" y="18619"/>
                        <a:pt x="63471" y="18929"/>
                      </a:cubicBezTo>
                      <a:lnTo>
                        <a:pt x="58373" y="20569"/>
                      </a:lnTo>
                      <a:cubicBezTo>
                        <a:pt x="57442" y="20880"/>
                        <a:pt x="56422" y="20747"/>
                        <a:pt x="55447" y="20658"/>
                      </a:cubicBezTo>
                      <a:cubicBezTo>
                        <a:pt x="54338" y="20569"/>
                        <a:pt x="53275" y="20525"/>
                        <a:pt x="52344" y="20481"/>
                      </a:cubicBezTo>
                      <a:cubicBezTo>
                        <a:pt x="51280" y="20304"/>
                        <a:pt x="49595" y="20126"/>
                        <a:pt x="47822" y="19772"/>
                      </a:cubicBezTo>
                      <a:cubicBezTo>
                        <a:pt x="46980" y="19594"/>
                        <a:pt x="46093" y="19639"/>
                        <a:pt x="45206" y="19461"/>
                      </a:cubicBezTo>
                      <a:cubicBezTo>
                        <a:pt x="44364" y="19373"/>
                        <a:pt x="43433" y="19417"/>
                        <a:pt x="42502" y="1928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45" name="Forme libre : forme 24644">
                  <a:extLst>
                    <a:ext uri="{FF2B5EF4-FFF2-40B4-BE49-F238E27FC236}">
                      <a16:creationId xmlns:a16="http://schemas.microsoft.com/office/drawing/2014/main" id="{2DECB3E3-2B35-4F6D-98E7-353203FE50A8}"/>
                    </a:ext>
                  </a:extLst>
                </p:cNvPr>
                <p:cNvSpPr/>
                <p:nvPr/>
              </p:nvSpPr>
              <p:spPr>
                <a:xfrm>
                  <a:off x="5960347" y="1623621"/>
                  <a:ext cx="55458" cy="24423"/>
                </a:xfrm>
                <a:custGeom>
                  <a:avLst/>
                  <a:gdLst>
                    <a:gd name="connsiteX0" fmla="*/ 21235 w 55458"/>
                    <a:gd name="connsiteY0" fmla="*/ 6916 h 24423"/>
                    <a:gd name="connsiteX1" fmla="*/ 9886 w 55458"/>
                    <a:gd name="connsiteY1" fmla="*/ 15870 h 24423"/>
                    <a:gd name="connsiteX2" fmla="*/ 0 w 55458"/>
                    <a:gd name="connsiteY2" fmla="*/ 22343 h 24423"/>
                    <a:gd name="connsiteX3" fmla="*/ 1729 w 55458"/>
                    <a:gd name="connsiteY3" fmla="*/ 23806 h 24423"/>
                    <a:gd name="connsiteX4" fmla="*/ 4876 w 55458"/>
                    <a:gd name="connsiteY4" fmla="*/ 24293 h 24423"/>
                    <a:gd name="connsiteX5" fmla="*/ 9531 w 55458"/>
                    <a:gd name="connsiteY5" fmla="*/ 22431 h 24423"/>
                    <a:gd name="connsiteX6" fmla="*/ 15205 w 55458"/>
                    <a:gd name="connsiteY6" fmla="*/ 18929 h 24423"/>
                    <a:gd name="connsiteX7" fmla="*/ 21412 w 55458"/>
                    <a:gd name="connsiteY7" fmla="*/ 14452 h 24423"/>
                    <a:gd name="connsiteX8" fmla="*/ 30588 w 55458"/>
                    <a:gd name="connsiteY8" fmla="*/ 9044 h 24423"/>
                    <a:gd name="connsiteX9" fmla="*/ 39366 w 55458"/>
                    <a:gd name="connsiteY9" fmla="*/ 7093 h 24423"/>
                    <a:gd name="connsiteX10" fmla="*/ 42114 w 55458"/>
                    <a:gd name="connsiteY10" fmla="*/ 7270 h 24423"/>
                    <a:gd name="connsiteX11" fmla="*/ 44730 w 55458"/>
                    <a:gd name="connsiteY11" fmla="*/ 7581 h 24423"/>
                    <a:gd name="connsiteX12" fmla="*/ 49252 w 55458"/>
                    <a:gd name="connsiteY12" fmla="*/ 8290 h 24423"/>
                    <a:gd name="connsiteX13" fmla="*/ 52355 w 55458"/>
                    <a:gd name="connsiteY13" fmla="*/ 8467 h 24423"/>
                    <a:gd name="connsiteX14" fmla="*/ 55281 w 55458"/>
                    <a:gd name="connsiteY14" fmla="*/ 8379 h 24423"/>
                    <a:gd name="connsiteX15" fmla="*/ 55458 w 55458"/>
                    <a:gd name="connsiteY15" fmla="*/ 8334 h 24423"/>
                    <a:gd name="connsiteX16" fmla="*/ 49119 w 55458"/>
                    <a:gd name="connsiteY16" fmla="*/ 2350 h 24423"/>
                    <a:gd name="connsiteX17" fmla="*/ 39721 w 55458"/>
                    <a:gd name="connsiteY17" fmla="*/ 0 h 24423"/>
                    <a:gd name="connsiteX18" fmla="*/ 30056 w 55458"/>
                    <a:gd name="connsiteY18" fmla="*/ 1862 h 24423"/>
                    <a:gd name="connsiteX19" fmla="*/ 21235 w 55458"/>
                    <a:gd name="connsiteY19" fmla="*/ 6916 h 24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5458" h="24423">
                      <a:moveTo>
                        <a:pt x="21235" y="6916"/>
                      </a:moveTo>
                      <a:cubicBezTo>
                        <a:pt x="17112" y="10196"/>
                        <a:pt x="13920" y="12679"/>
                        <a:pt x="9886" y="15870"/>
                      </a:cubicBezTo>
                      <a:cubicBezTo>
                        <a:pt x="6295" y="18663"/>
                        <a:pt x="2881" y="21057"/>
                        <a:pt x="0" y="22343"/>
                      </a:cubicBezTo>
                      <a:lnTo>
                        <a:pt x="1729" y="23806"/>
                      </a:lnTo>
                      <a:cubicBezTo>
                        <a:pt x="2438" y="24426"/>
                        <a:pt x="3547" y="24559"/>
                        <a:pt x="4876" y="24293"/>
                      </a:cubicBezTo>
                      <a:cubicBezTo>
                        <a:pt x="6251" y="24072"/>
                        <a:pt x="7758" y="23318"/>
                        <a:pt x="9531" y="22431"/>
                      </a:cubicBezTo>
                      <a:cubicBezTo>
                        <a:pt x="11304" y="21545"/>
                        <a:pt x="13166" y="20259"/>
                        <a:pt x="15205" y="18929"/>
                      </a:cubicBezTo>
                      <a:cubicBezTo>
                        <a:pt x="17200" y="17511"/>
                        <a:pt x="19328" y="16092"/>
                        <a:pt x="21412" y="14452"/>
                      </a:cubicBezTo>
                      <a:cubicBezTo>
                        <a:pt x="24426" y="12280"/>
                        <a:pt x="27529" y="10285"/>
                        <a:pt x="30588" y="9044"/>
                      </a:cubicBezTo>
                      <a:cubicBezTo>
                        <a:pt x="33647" y="7802"/>
                        <a:pt x="36662" y="7093"/>
                        <a:pt x="39366" y="7093"/>
                      </a:cubicBezTo>
                      <a:cubicBezTo>
                        <a:pt x="40297" y="7226"/>
                        <a:pt x="41228" y="7182"/>
                        <a:pt x="42114" y="7270"/>
                      </a:cubicBezTo>
                      <a:cubicBezTo>
                        <a:pt x="42957" y="7492"/>
                        <a:pt x="43888" y="7403"/>
                        <a:pt x="44730" y="7581"/>
                      </a:cubicBezTo>
                      <a:cubicBezTo>
                        <a:pt x="46459" y="7935"/>
                        <a:pt x="48188" y="8113"/>
                        <a:pt x="49252" y="8290"/>
                      </a:cubicBezTo>
                      <a:cubicBezTo>
                        <a:pt x="50183" y="8334"/>
                        <a:pt x="51247" y="8423"/>
                        <a:pt x="52355" y="8467"/>
                      </a:cubicBezTo>
                      <a:cubicBezTo>
                        <a:pt x="53330" y="8556"/>
                        <a:pt x="54350" y="8689"/>
                        <a:pt x="55281" y="8379"/>
                      </a:cubicBezTo>
                      <a:lnTo>
                        <a:pt x="55458" y="8334"/>
                      </a:lnTo>
                      <a:cubicBezTo>
                        <a:pt x="54527" y="5719"/>
                        <a:pt x="52133" y="3724"/>
                        <a:pt x="49119" y="2350"/>
                      </a:cubicBezTo>
                      <a:cubicBezTo>
                        <a:pt x="46193" y="842"/>
                        <a:pt x="42957" y="222"/>
                        <a:pt x="39721" y="0"/>
                      </a:cubicBezTo>
                      <a:cubicBezTo>
                        <a:pt x="36484" y="133"/>
                        <a:pt x="33160" y="488"/>
                        <a:pt x="30056" y="1862"/>
                      </a:cubicBezTo>
                      <a:cubicBezTo>
                        <a:pt x="26909" y="3059"/>
                        <a:pt x="24027" y="4921"/>
                        <a:pt x="21235" y="6916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46" name="Forme libre : forme 24645">
                  <a:extLst>
                    <a:ext uri="{FF2B5EF4-FFF2-40B4-BE49-F238E27FC236}">
                      <a16:creationId xmlns:a16="http://schemas.microsoft.com/office/drawing/2014/main" id="{4D77982F-7388-46F5-9577-EB9CBA70D9BD}"/>
                    </a:ext>
                  </a:extLst>
                </p:cNvPr>
                <p:cNvSpPr/>
                <p:nvPr/>
              </p:nvSpPr>
              <p:spPr>
                <a:xfrm>
                  <a:off x="5977522" y="1618355"/>
                  <a:ext cx="29760" cy="11992"/>
                </a:xfrm>
                <a:custGeom>
                  <a:avLst/>
                  <a:gdLst>
                    <a:gd name="connsiteX0" fmla="*/ 29727 w 29760"/>
                    <a:gd name="connsiteY0" fmla="*/ 4424 h 11992"/>
                    <a:gd name="connsiteX1" fmla="*/ 28175 w 29760"/>
                    <a:gd name="connsiteY1" fmla="*/ 5487 h 11992"/>
                    <a:gd name="connsiteX2" fmla="*/ 24939 w 29760"/>
                    <a:gd name="connsiteY2" fmla="*/ 6020 h 11992"/>
                    <a:gd name="connsiteX3" fmla="*/ 20506 w 29760"/>
                    <a:gd name="connsiteY3" fmla="*/ 6684 h 11992"/>
                    <a:gd name="connsiteX4" fmla="*/ 15231 w 29760"/>
                    <a:gd name="connsiteY4" fmla="*/ 7881 h 11992"/>
                    <a:gd name="connsiteX5" fmla="*/ 9911 w 29760"/>
                    <a:gd name="connsiteY5" fmla="*/ 9610 h 11992"/>
                    <a:gd name="connsiteX6" fmla="*/ 5389 w 29760"/>
                    <a:gd name="connsiteY6" fmla="*/ 11162 h 11992"/>
                    <a:gd name="connsiteX7" fmla="*/ 158 w 29760"/>
                    <a:gd name="connsiteY7" fmla="*/ 11517 h 11992"/>
                    <a:gd name="connsiteX8" fmla="*/ 2729 w 29760"/>
                    <a:gd name="connsiteY8" fmla="*/ 6773 h 11992"/>
                    <a:gd name="connsiteX9" fmla="*/ 7074 w 29760"/>
                    <a:gd name="connsiteY9" fmla="*/ 3581 h 11992"/>
                    <a:gd name="connsiteX10" fmla="*/ 13236 w 29760"/>
                    <a:gd name="connsiteY10" fmla="*/ 921 h 11992"/>
                    <a:gd name="connsiteX11" fmla="*/ 20019 w 29760"/>
                    <a:gd name="connsiteY11" fmla="*/ 35 h 11992"/>
                    <a:gd name="connsiteX12" fmla="*/ 25560 w 29760"/>
                    <a:gd name="connsiteY12" fmla="*/ 966 h 11992"/>
                    <a:gd name="connsiteX13" fmla="*/ 28885 w 29760"/>
                    <a:gd name="connsiteY13" fmla="*/ 2828 h 11992"/>
                    <a:gd name="connsiteX14" fmla="*/ 29727 w 29760"/>
                    <a:gd name="connsiteY14" fmla="*/ 4424 h 11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9760" h="11992">
                      <a:moveTo>
                        <a:pt x="29727" y="4424"/>
                      </a:moveTo>
                      <a:cubicBezTo>
                        <a:pt x="29550" y="4911"/>
                        <a:pt x="28973" y="5266"/>
                        <a:pt x="28175" y="5487"/>
                      </a:cubicBezTo>
                      <a:cubicBezTo>
                        <a:pt x="27333" y="5798"/>
                        <a:pt x="26269" y="5665"/>
                        <a:pt x="24939" y="6020"/>
                      </a:cubicBezTo>
                      <a:cubicBezTo>
                        <a:pt x="23609" y="6241"/>
                        <a:pt x="22146" y="6285"/>
                        <a:pt x="20506" y="6684"/>
                      </a:cubicBezTo>
                      <a:cubicBezTo>
                        <a:pt x="18866" y="6862"/>
                        <a:pt x="17093" y="7482"/>
                        <a:pt x="15231" y="7881"/>
                      </a:cubicBezTo>
                      <a:cubicBezTo>
                        <a:pt x="13369" y="8502"/>
                        <a:pt x="11551" y="8945"/>
                        <a:pt x="9911" y="9610"/>
                      </a:cubicBezTo>
                      <a:cubicBezTo>
                        <a:pt x="8492" y="10098"/>
                        <a:pt x="6985" y="10586"/>
                        <a:pt x="5389" y="11162"/>
                      </a:cubicBezTo>
                      <a:cubicBezTo>
                        <a:pt x="2685" y="11915"/>
                        <a:pt x="779" y="12403"/>
                        <a:pt x="158" y="11517"/>
                      </a:cubicBezTo>
                      <a:cubicBezTo>
                        <a:pt x="-374" y="10763"/>
                        <a:pt x="424" y="8812"/>
                        <a:pt x="2729" y="6773"/>
                      </a:cubicBezTo>
                      <a:cubicBezTo>
                        <a:pt x="3838" y="5709"/>
                        <a:pt x="5256" y="4557"/>
                        <a:pt x="7074" y="3581"/>
                      </a:cubicBezTo>
                      <a:cubicBezTo>
                        <a:pt x="8803" y="2473"/>
                        <a:pt x="10931" y="1631"/>
                        <a:pt x="13236" y="921"/>
                      </a:cubicBezTo>
                      <a:cubicBezTo>
                        <a:pt x="15585" y="389"/>
                        <a:pt x="17891" y="-143"/>
                        <a:pt x="20019" y="35"/>
                      </a:cubicBezTo>
                      <a:cubicBezTo>
                        <a:pt x="22146" y="-10"/>
                        <a:pt x="24053" y="478"/>
                        <a:pt x="25560" y="966"/>
                      </a:cubicBezTo>
                      <a:cubicBezTo>
                        <a:pt x="27111" y="1365"/>
                        <a:pt x="28175" y="2251"/>
                        <a:pt x="28885" y="2828"/>
                      </a:cubicBezTo>
                      <a:cubicBezTo>
                        <a:pt x="29594" y="3360"/>
                        <a:pt x="29860" y="3936"/>
                        <a:pt x="29727" y="4424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47" name="Forme libre : forme 24646">
                  <a:extLst>
                    <a:ext uri="{FF2B5EF4-FFF2-40B4-BE49-F238E27FC236}">
                      <a16:creationId xmlns:a16="http://schemas.microsoft.com/office/drawing/2014/main" id="{627EB789-1D3D-4250-809E-2C4351AA9E7D}"/>
                    </a:ext>
                  </a:extLst>
                </p:cNvPr>
                <p:cNvSpPr/>
                <p:nvPr/>
              </p:nvSpPr>
              <p:spPr>
                <a:xfrm>
                  <a:off x="5977471" y="1623444"/>
                  <a:ext cx="21310" cy="6859"/>
                </a:xfrm>
                <a:custGeom>
                  <a:avLst/>
                  <a:gdLst>
                    <a:gd name="connsiteX0" fmla="*/ 4642 w 21310"/>
                    <a:gd name="connsiteY0" fmla="*/ 0 h 6859"/>
                    <a:gd name="connsiteX1" fmla="*/ 786 w 21310"/>
                    <a:gd name="connsiteY1" fmla="*/ 3857 h 6859"/>
                    <a:gd name="connsiteX2" fmla="*/ 165 w 21310"/>
                    <a:gd name="connsiteY2" fmla="*/ 6384 h 6859"/>
                    <a:gd name="connsiteX3" fmla="*/ 5396 w 21310"/>
                    <a:gd name="connsiteY3" fmla="*/ 6029 h 6859"/>
                    <a:gd name="connsiteX4" fmla="*/ 9918 w 21310"/>
                    <a:gd name="connsiteY4" fmla="*/ 4477 h 6859"/>
                    <a:gd name="connsiteX5" fmla="*/ 15238 w 21310"/>
                    <a:gd name="connsiteY5" fmla="*/ 2748 h 6859"/>
                    <a:gd name="connsiteX6" fmla="*/ 21311 w 21310"/>
                    <a:gd name="connsiteY6" fmla="*/ 1419 h 6859"/>
                    <a:gd name="connsiteX7" fmla="*/ 17853 w 21310"/>
                    <a:gd name="connsiteY7" fmla="*/ 1507 h 6859"/>
                    <a:gd name="connsiteX8" fmla="*/ 13198 w 21310"/>
                    <a:gd name="connsiteY8" fmla="*/ 1596 h 6859"/>
                    <a:gd name="connsiteX9" fmla="*/ 9120 w 21310"/>
                    <a:gd name="connsiteY9" fmla="*/ 1640 h 6859"/>
                    <a:gd name="connsiteX10" fmla="*/ 4642 w 21310"/>
                    <a:gd name="connsiteY10" fmla="*/ 0 h 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310" h="6859">
                      <a:moveTo>
                        <a:pt x="4642" y="0"/>
                      </a:moveTo>
                      <a:cubicBezTo>
                        <a:pt x="2914" y="1463"/>
                        <a:pt x="1495" y="2660"/>
                        <a:pt x="786" y="3857"/>
                      </a:cubicBezTo>
                      <a:cubicBezTo>
                        <a:pt x="32" y="5009"/>
                        <a:pt x="-190" y="5896"/>
                        <a:pt x="165" y="6384"/>
                      </a:cubicBezTo>
                      <a:cubicBezTo>
                        <a:pt x="786" y="7270"/>
                        <a:pt x="2647" y="6783"/>
                        <a:pt x="5396" y="6029"/>
                      </a:cubicBezTo>
                      <a:cubicBezTo>
                        <a:pt x="6992" y="5497"/>
                        <a:pt x="8499" y="4965"/>
                        <a:pt x="9918" y="4477"/>
                      </a:cubicBezTo>
                      <a:cubicBezTo>
                        <a:pt x="11558" y="3813"/>
                        <a:pt x="13376" y="3369"/>
                        <a:pt x="15238" y="2748"/>
                      </a:cubicBezTo>
                      <a:cubicBezTo>
                        <a:pt x="17454" y="2217"/>
                        <a:pt x="19493" y="1685"/>
                        <a:pt x="21311" y="1419"/>
                      </a:cubicBezTo>
                      <a:cubicBezTo>
                        <a:pt x="20158" y="1507"/>
                        <a:pt x="19006" y="1374"/>
                        <a:pt x="17853" y="1507"/>
                      </a:cubicBezTo>
                      <a:cubicBezTo>
                        <a:pt x="16257" y="1507"/>
                        <a:pt x="14706" y="1507"/>
                        <a:pt x="13198" y="1596"/>
                      </a:cubicBezTo>
                      <a:cubicBezTo>
                        <a:pt x="11691" y="1596"/>
                        <a:pt x="10317" y="1640"/>
                        <a:pt x="9120" y="1640"/>
                      </a:cubicBezTo>
                      <a:cubicBezTo>
                        <a:pt x="6726" y="1596"/>
                        <a:pt x="4997" y="1197"/>
                        <a:pt x="4642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48" name="Forme libre : forme 24647">
                  <a:extLst>
                    <a:ext uri="{FF2B5EF4-FFF2-40B4-BE49-F238E27FC236}">
                      <a16:creationId xmlns:a16="http://schemas.microsoft.com/office/drawing/2014/main" id="{31B2CCE9-C7B2-4EE2-9B9C-AEA63F09DAB2}"/>
                    </a:ext>
                  </a:extLst>
                </p:cNvPr>
                <p:cNvSpPr/>
                <p:nvPr/>
              </p:nvSpPr>
              <p:spPr>
                <a:xfrm>
                  <a:off x="5979243" y="1618977"/>
                  <a:ext cx="29242" cy="11116"/>
                </a:xfrm>
                <a:custGeom>
                  <a:avLst/>
                  <a:gdLst>
                    <a:gd name="connsiteX0" fmla="*/ 29159 w 29242"/>
                    <a:gd name="connsiteY0" fmla="*/ 5131 h 11116"/>
                    <a:gd name="connsiteX1" fmla="*/ 27607 w 29242"/>
                    <a:gd name="connsiteY1" fmla="*/ 6018 h 11116"/>
                    <a:gd name="connsiteX2" fmla="*/ 24415 w 29242"/>
                    <a:gd name="connsiteY2" fmla="*/ 6373 h 11116"/>
                    <a:gd name="connsiteX3" fmla="*/ 20159 w 29242"/>
                    <a:gd name="connsiteY3" fmla="*/ 6772 h 11116"/>
                    <a:gd name="connsiteX4" fmla="*/ 17677 w 29242"/>
                    <a:gd name="connsiteY4" fmla="*/ 7126 h 11116"/>
                    <a:gd name="connsiteX5" fmla="*/ 15017 w 29242"/>
                    <a:gd name="connsiteY5" fmla="*/ 7702 h 11116"/>
                    <a:gd name="connsiteX6" fmla="*/ 9786 w 29242"/>
                    <a:gd name="connsiteY6" fmla="*/ 9077 h 11116"/>
                    <a:gd name="connsiteX7" fmla="*/ 5308 w 29242"/>
                    <a:gd name="connsiteY7" fmla="*/ 10451 h 11116"/>
                    <a:gd name="connsiteX8" fmla="*/ 166 w 29242"/>
                    <a:gd name="connsiteY8" fmla="*/ 10628 h 11116"/>
                    <a:gd name="connsiteX9" fmla="*/ 2826 w 29242"/>
                    <a:gd name="connsiteY9" fmla="*/ 5974 h 11116"/>
                    <a:gd name="connsiteX10" fmla="*/ 7215 w 29242"/>
                    <a:gd name="connsiteY10" fmla="*/ 2915 h 11116"/>
                    <a:gd name="connsiteX11" fmla="*/ 13421 w 29242"/>
                    <a:gd name="connsiteY11" fmla="*/ 610 h 11116"/>
                    <a:gd name="connsiteX12" fmla="*/ 16835 w 29242"/>
                    <a:gd name="connsiteY12" fmla="*/ 33 h 11116"/>
                    <a:gd name="connsiteX13" fmla="*/ 20115 w 29242"/>
                    <a:gd name="connsiteY13" fmla="*/ 33 h 11116"/>
                    <a:gd name="connsiteX14" fmla="*/ 25435 w 29242"/>
                    <a:gd name="connsiteY14" fmla="*/ 1319 h 11116"/>
                    <a:gd name="connsiteX15" fmla="*/ 28538 w 29242"/>
                    <a:gd name="connsiteY15" fmla="*/ 3314 h 11116"/>
                    <a:gd name="connsiteX16" fmla="*/ 29159 w 29242"/>
                    <a:gd name="connsiteY16" fmla="*/ 5131 h 11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9242" h="11116">
                      <a:moveTo>
                        <a:pt x="29159" y="5131"/>
                      </a:moveTo>
                      <a:cubicBezTo>
                        <a:pt x="28981" y="5619"/>
                        <a:pt x="28405" y="5885"/>
                        <a:pt x="27607" y="6018"/>
                      </a:cubicBezTo>
                      <a:cubicBezTo>
                        <a:pt x="26765" y="6239"/>
                        <a:pt x="25657" y="6373"/>
                        <a:pt x="24415" y="6373"/>
                      </a:cubicBezTo>
                      <a:cubicBezTo>
                        <a:pt x="23174" y="6461"/>
                        <a:pt x="21711" y="6594"/>
                        <a:pt x="20159" y="6772"/>
                      </a:cubicBezTo>
                      <a:cubicBezTo>
                        <a:pt x="19361" y="6905"/>
                        <a:pt x="18564" y="7038"/>
                        <a:pt x="17677" y="7126"/>
                      </a:cubicBezTo>
                      <a:cubicBezTo>
                        <a:pt x="16835" y="7259"/>
                        <a:pt x="15948" y="7525"/>
                        <a:pt x="15017" y="7702"/>
                      </a:cubicBezTo>
                      <a:cubicBezTo>
                        <a:pt x="13200" y="8057"/>
                        <a:pt x="11426" y="8633"/>
                        <a:pt x="9786" y="9077"/>
                      </a:cubicBezTo>
                      <a:cubicBezTo>
                        <a:pt x="8190" y="9653"/>
                        <a:pt x="6594" y="9963"/>
                        <a:pt x="5308" y="10451"/>
                      </a:cubicBezTo>
                      <a:cubicBezTo>
                        <a:pt x="2649" y="11160"/>
                        <a:pt x="698" y="11426"/>
                        <a:pt x="166" y="10628"/>
                      </a:cubicBezTo>
                      <a:cubicBezTo>
                        <a:pt x="-410" y="9786"/>
                        <a:pt x="521" y="8013"/>
                        <a:pt x="2826" y="5974"/>
                      </a:cubicBezTo>
                      <a:cubicBezTo>
                        <a:pt x="3890" y="4865"/>
                        <a:pt x="5486" y="3979"/>
                        <a:pt x="7215" y="2915"/>
                      </a:cubicBezTo>
                      <a:cubicBezTo>
                        <a:pt x="8988" y="2028"/>
                        <a:pt x="11072" y="1097"/>
                        <a:pt x="13421" y="610"/>
                      </a:cubicBezTo>
                      <a:cubicBezTo>
                        <a:pt x="14574" y="388"/>
                        <a:pt x="15726" y="122"/>
                        <a:pt x="16835" y="33"/>
                      </a:cubicBezTo>
                      <a:cubicBezTo>
                        <a:pt x="17987" y="-11"/>
                        <a:pt x="19051" y="-11"/>
                        <a:pt x="20115" y="33"/>
                      </a:cubicBezTo>
                      <a:cubicBezTo>
                        <a:pt x="22154" y="255"/>
                        <a:pt x="24016" y="698"/>
                        <a:pt x="25435" y="1319"/>
                      </a:cubicBezTo>
                      <a:cubicBezTo>
                        <a:pt x="26853" y="2028"/>
                        <a:pt x="27917" y="2693"/>
                        <a:pt x="28538" y="3314"/>
                      </a:cubicBezTo>
                      <a:cubicBezTo>
                        <a:pt x="29159" y="4023"/>
                        <a:pt x="29380" y="4644"/>
                        <a:pt x="29159" y="513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49" name="Forme libre : forme 24648">
                  <a:extLst>
                    <a:ext uri="{FF2B5EF4-FFF2-40B4-BE49-F238E27FC236}">
                      <a16:creationId xmlns:a16="http://schemas.microsoft.com/office/drawing/2014/main" id="{A7689BC3-DA40-43AB-94F6-44EBD8F35562}"/>
                    </a:ext>
                  </a:extLst>
                </p:cNvPr>
                <p:cNvSpPr/>
                <p:nvPr/>
              </p:nvSpPr>
              <p:spPr>
                <a:xfrm>
                  <a:off x="5964868" y="1623690"/>
                  <a:ext cx="36445" cy="16878"/>
                </a:xfrm>
                <a:custGeom>
                  <a:avLst/>
                  <a:gdLst>
                    <a:gd name="connsiteX0" fmla="*/ 2837 w 36445"/>
                    <a:gd name="connsiteY0" fmla="*/ 15225 h 16878"/>
                    <a:gd name="connsiteX1" fmla="*/ 5940 w 36445"/>
                    <a:gd name="connsiteY1" fmla="*/ 16865 h 16878"/>
                    <a:gd name="connsiteX2" fmla="*/ 19727 w 36445"/>
                    <a:gd name="connsiteY2" fmla="*/ 10437 h 16878"/>
                    <a:gd name="connsiteX3" fmla="*/ 32051 w 36445"/>
                    <a:gd name="connsiteY3" fmla="*/ 5029 h 16878"/>
                    <a:gd name="connsiteX4" fmla="*/ 35509 w 36445"/>
                    <a:gd name="connsiteY4" fmla="*/ 3521 h 16878"/>
                    <a:gd name="connsiteX5" fmla="*/ 36174 w 36445"/>
                    <a:gd name="connsiteY5" fmla="*/ 1704 h 16878"/>
                    <a:gd name="connsiteX6" fmla="*/ 31253 w 36445"/>
                    <a:gd name="connsiteY6" fmla="*/ 152 h 16878"/>
                    <a:gd name="connsiteX7" fmla="*/ 17378 w 36445"/>
                    <a:gd name="connsiteY7" fmla="*/ 950 h 16878"/>
                    <a:gd name="connsiteX8" fmla="*/ 1818 w 36445"/>
                    <a:gd name="connsiteY8" fmla="*/ 7910 h 16878"/>
                    <a:gd name="connsiteX9" fmla="*/ 2837 w 36445"/>
                    <a:gd name="connsiteY9" fmla="*/ 15225 h 168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5" h="16878">
                      <a:moveTo>
                        <a:pt x="2837" y="15225"/>
                      </a:moveTo>
                      <a:cubicBezTo>
                        <a:pt x="3547" y="16111"/>
                        <a:pt x="4300" y="16998"/>
                        <a:pt x="5940" y="16865"/>
                      </a:cubicBezTo>
                      <a:cubicBezTo>
                        <a:pt x="9088" y="16732"/>
                        <a:pt x="14541" y="13097"/>
                        <a:pt x="19727" y="10437"/>
                      </a:cubicBezTo>
                      <a:cubicBezTo>
                        <a:pt x="24072" y="8132"/>
                        <a:pt x="28505" y="6314"/>
                        <a:pt x="32051" y="5029"/>
                      </a:cubicBezTo>
                      <a:cubicBezTo>
                        <a:pt x="33381" y="4718"/>
                        <a:pt x="34667" y="3965"/>
                        <a:pt x="35509" y="3521"/>
                      </a:cubicBezTo>
                      <a:cubicBezTo>
                        <a:pt x="36351" y="3034"/>
                        <a:pt x="36750" y="2413"/>
                        <a:pt x="36174" y="1704"/>
                      </a:cubicBezTo>
                      <a:cubicBezTo>
                        <a:pt x="35465" y="728"/>
                        <a:pt x="33293" y="418"/>
                        <a:pt x="31253" y="152"/>
                      </a:cubicBezTo>
                      <a:cubicBezTo>
                        <a:pt x="26377" y="-335"/>
                        <a:pt x="21589" y="462"/>
                        <a:pt x="17378" y="950"/>
                      </a:cubicBezTo>
                      <a:cubicBezTo>
                        <a:pt x="13831" y="1305"/>
                        <a:pt x="6517" y="2413"/>
                        <a:pt x="1818" y="7910"/>
                      </a:cubicBezTo>
                      <a:cubicBezTo>
                        <a:pt x="-2394" y="12786"/>
                        <a:pt x="1906" y="14028"/>
                        <a:pt x="2837" y="1522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50" name="Forme libre : forme 24649">
                  <a:extLst>
                    <a:ext uri="{FF2B5EF4-FFF2-40B4-BE49-F238E27FC236}">
                      <a16:creationId xmlns:a16="http://schemas.microsoft.com/office/drawing/2014/main" id="{479D4370-970A-4C86-945A-AE5C69CD82DD}"/>
                    </a:ext>
                  </a:extLst>
                </p:cNvPr>
                <p:cNvSpPr/>
                <p:nvPr/>
              </p:nvSpPr>
              <p:spPr>
                <a:xfrm>
                  <a:off x="5970282" y="1622106"/>
                  <a:ext cx="10232" cy="9967"/>
                </a:xfrm>
                <a:custGeom>
                  <a:avLst/>
                  <a:gdLst>
                    <a:gd name="connsiteX0" fmla="*/ 217 w 10232"/>
                    <a:gd name="connsiteY0" fmla="*/ 8741 h 9967"/>
                    <a:gd name="connsiteX1" fmla="*/ 84 w 10232"/>
                    <a:gd name="connsiteY1" fmla="*/ 9849 h 9967"/>
                    <a:gd name="connsiteX2" fmla="*/ 1502 w 10232"/>
                    <a:gd name="connsiteY2" fmla="*/ 9583 h 9967"/>
                    <a:gd name="connsiteX3" fmla="*/ 3320 w 10232"/>
                    <a:gd name="connsiteY3" fmla="*/ 8031 h 9967"/>
                    <a:gd name="connsiteX4" fmla="*/ 7620 w 10232"/>
                    <a:gd name="connsiteY4" fmla="*/ 3997 h 9967"/>
                    <a:gd name="connsiteX5" fmla="*/ 9216 w 10232"/>
                    <a:gd name="connsiteY5" fmla="*/ 2490 h 9967"/>
                    <a:gd name="connsiteX6" fmla="*/ 6379 w 10232"/>
                    <a:gd name="connsiteY6" fmla="*/ 1470 h 9967"/>
                    <a:gd name="connsiteX7" fmla="*/ 217 w 10232"/>
                    <a:gd name="connsiteY7" fmla="*/ 8741 h 9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232" h="9967">
                      <a:moveTo>
                        <a:pt x="217" y="8741"/>
                      </a:moveTo>
                      <a:cubicBezTo>
                        <a:pt x="39" y="9184"/>
                        <a:pt x="-94" y="9627"/>
                        <a:pt x="84" y="9849"/>
                      </a:cubicBezTo>
                      <a:cubicBezTo>
                        <a:pt x="261" y="10070"/>
                        <a:pt x="793" y="9982"/>
                        <a:pt x="1502" y="9583"/>
                      </a:cubicBezTo>
                      <a:cubicBezTo>
                        <a:pt x="2123" y="9184"/>
                        <a:pt x="2788" y="8608"/>
                        <a:pt x="3320" y="8031"/>
                      </a:cubicBezTo>
                      <a:cubicBezTo>
                        <a:pt x="4738" y="6568"/>
                        <a:pt x="6290" y="5371"/>
                        <a:pt x="7620" y="3997"/>
                      </a:cubicBezTo>
                      <a:cubicBezTo>
                        <a:pt x="8152" y="3421"/>
                        <a:pt x="8773" y="2933"/>
                        <a:pt x="9216" y="2490"/>
                      </a:cubicBezTo>
                      <a:cubicBezTo>
                        <a:pt x="10989" y="495"/>
                        <a:pt x="10679" y="-1411"/>
                        <a:pt x="6379" y="1470"/>
                      </a:cubicBezTo>
                      <a:cubicBezTo>
                        <a:pt x="3187" y="3776"/>
                        <a:pt x="926" y="6879"/>
                        <a:pt x="217" y="874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51" name="Forme libre : forme 24650">
                  <a:extLst>
                    <a:ext uri="{FF2B5EF4-FFF2-40B4-BE49-F238E27FC236}">
                      <a16:creationId xmlns:a16="http://schemas.microsoft.com/office/drawing/2014/main" id="{45A0884C-122C-444C-A4CD-79B4BD7C15ED}"/>
                    </a:ext>
                  </a:extLst>
                </p:cNvPr>
                <p:cNvSpPr/>
                <p:nvPr/>
              </p:nvSpPr>
              <p:spPr>
                <a:xfrm>
                  <a:off x="6000067" y="1629923"/>
                  <a:ext cx="15560" cy="882"/>
                </a:xfrm>
                <a:custGeom>
                  <a:avLst/>
                  <a:gdLst>
                    <a:gd name="connsiteX0" fmla="*/ 15560 w 15560"/>
                    <a:gd name="connsiteY0" fmla="*/ 304 h 882"/>
                    <a:gd name="connsiteX1" fmla="*/ 14718 w 15560"/>
                    <a:gd name="connsiteY1" fmla="*/ 658 h 882"/>
                    <a:gd name="connsiteX2" fmla="*/ 12280 w 15560"/>
                    <a:gd name="connsiteY2" fmla="*/ 880 h 882"/>
                    <a:gd name="connsiteX3" fmla="*/ 7980 w 15560"/>
                    <a:gd name="connsiteY3" fmla="*/ 658 h 882"/>
                    <a:gd name="connsiteX4" fmla="*/ 0 w 15560"/>
                    <a:gd name="connsiteY4" fmla="*/ 437 h 882"/>
                    <a:gd name="connsiteX5" fmla="*/ 1640 w 15560"/>
                    <a:gd name="connsiteY5" fmla="*/ 259 h 882"/>
                    <a:gd name="connsiteX6" fmla="*/ 3414 w 15560"/>
                    <a:gd name="connsiteY6" fmla="*/ 126 h 882"/>
                    <a:gd name="connsiteX7" fmla="*/ 5674 w 15560"/>
                    <a:gd name="connsiteY7" fmla="*/ 38 h 882"/>
                    <a:gd name="connsiteX8" fmla="*/ 10773 w 15560"/>
                    <a:gd name="connsiteY8" fmla="*/ 215 h 882"/>
                    <a:gd name="connsiteX9" fmla="*/ 15560 w 15560"/>
                    <a:gd name="connsiteY9" fmla="*/ 304 h 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560" h="882">
                      <a:moveTo>
                        <a:pt x="15560" y="304"/>
                      </a:moveTo>
                      <a:cubicBezTo>
                        <a:pt x="15560" y="304"/>
                        <a:pt x="15294" y="525"/>
                        <a:pt x="14718" y="658"/>
                      </a:cubicBezTo>
                      <a:cubicBezTo>
                        <a:pt x="14142" y="791"/>
                        <a:pt x="13388" y="836"/>
                        <a:pt x="12280" y="880"/>
                      </a:cubicBezTo>
                      <a:cubicBezTo>
                        <a:pt x="11304" y="880"/>
                        <a:pt x="9930" y="924"/>
                        <a:pt x="7980" y="658"/>
                      </a:cubicBezTo>
                      <a:cubicBezTo>
                        <a:pt x="5763" y="614"/>
                        <a:pt x="3281" y="-7"/>
                        <a:pt x="0" y="437"/>
                      </a:cubicBezTo>
                      <a:cubicBezTo>
                        <a:pt x="0" y="437"/>
                        <a:pt x="621" y="437"/>
                        <a:pt x="1640" y="259"/>
                      </a:cubicBezTo>
                      <a:cubicBezTo>
                        <a:pt x="2172" y="126"/>
                        <a:pt x="2749" y="126"/>
                        <a:pt x="3414" y="126"/>
                      </a:cubicBezTo>
                      <a:cubicBezTo>
                        <a:pt x="4079" y="171"/>
                        <a:pt x="4876" y="-95"/>
                        <a:pt x="5674" y="38"/>
                      </a:cubicBezTo>
                      <a:cubicBezTo>
                        <a:pt x="7049" y="82"/>
                        <a:pt x="8733" y="126"/>
                        <a:pt x="10773" y="215"/>
                      </a:cubicBezTo>
                      <a:cubicBezTo>
                        <a:pt x="12102" y="215"/>
                        <a:pt x="13698" y="259"/>
                        <a:pt x="15560" y="3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52" name="Forme libre : forme 24651">
                  <a:extLst>
                    <a:ext uri="{FF2B5EF4-FFF2-40B4-BE49-F238E27FC236}">
                      <a16:creationId xmlns:a16="http://schemas.microsoft.com/office/drawing/2014/main" id="{FA4200AE-7B77-4AE3-B467-8154D4FF3101}"/>
                    </a:ext>
                  </a:extLst>
                </p:cNvPr>
                <p:cNvSpPr/>
                <p:nvPr/>
              </p:nvSpPr>
              <p:spPr>
                <a:xfrm>
                  <a:off x="5958832" y="1622335"/>
                  <a:ext cx="13040" cy="21145"/>
                </a:xfrm>
                <a:custGeom>
                  <a:avLst/>
                  <a:gdLst>
                    <a:gd name="connsiteX0" fmla="*/ 13041 w 13040"/>
                    <a:gd name="connsiteY0" fmla="*/ 0 h 21145"/>
                    <a:gd name="connsiteX1" fmla="*/ 10292 w 13040"/>
                    <a:gd name="connsiteY1" fmla="*/ 2261 h 21145"/>
                    <a:gd name="connsiteX2" fmla="*/ 4928 w 13040"/>
                    <a:gd name="connsiteY2" fmla="*/ 7980 h 21145"/>
                    <a:gd name="connsiteX3" fmla="*/ 628 w 13040"/>
                    <a:gd name="connsiteY3" fmla="*/ 21146 h 21145"/>
                    <a:gd name="connsiteX4" fmla="*/ 1293 w 13040"/>
                    <a:gd name="connsiteY4" fmla="*/ 15782 h 21145"/>
                    <a:gd name="connsiteX5" fmla="*/ 4707 w 13040"/>
                    <a:gd name="connsiteY5" fmla="*/ 9044 h 21145"/>
                    <a:gd name="connsiteX6" fmla="*/ 13041 w 13040"/>
                    <a:gd name="connsiteY6" fmla="*/ 0 h 2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40" h="21145">
                      <a:moveTo>
                        <a:pt x="13041" y="0"/>
                      </a:moveTo>
                      <a:cubicBezTo>
                        <a:pt x="13041" y="0"/>
                        <a:pt x="11800" y="798"/>
                        <a:pt x="10292" y="2261"/>
                      </a:cubicBezTo>
                      <a:cubicBezTo>
                        <a:pt x="8696" y="3680"/>
                        <a:pt x="6657" y="5674"/>
                        <a:pt x="4928" y="7980"/>
                      </a:cubicBezTo>
                      <a:cubicBezTo>
                        <a:pt x="1293" y="12546"/>
                        <a:pt x="-1234" y="18087"/>
                        <a:pt x="628" y="21146"/>
                      </a:cubicBezTo>
                      <a:cubicBezTo>
                        <a:pt x="628" y="21146"/>
                        <a:pt x="185" y="19417"/>
                        <a:pt x="1293" y="15782"/>
                      </a:cubicBezTo>
                      <a:cubicBezTo>
                        <a:pt x="1914" y="14009"/>
                        <a:pt x="2845" y="11703"/>
                        <a:pt x="4707" y="9044"/>
                      </a:cubicBezTo>
                      <a:cubicBezTo>
                        <a:pt x="6436" y="6339"/>
                        <a:pt x="9007" y="3236"/>
                        <a:pt x="130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53" name="Forme libre : forme 24652">
                  <a:extLst>
                    <a:ext uri="{FF2B5EF4-FFF2-40B4-BE49-F238E27FC236}">
                      <a16:creationId xmlns:a16="http://schemas.microsoft.com/office/drawing/2014/main" id="{C2D2FD9E-724C-4867-851B-AB0B3C290AEC}"/>
                    </a:ext>
                  </a:extLst>
                </p:cNvPr>
                <p:cNvSpPr/>
                <p:nvPr/>
              </p:nvSpPr>
              <p:spPr>
                <a:xfrm>
                  <a:off x="5988485" y="1619055"/>
                  <a:ext cx="12295" cy="2976"/>
                </a:xfrm>
                <a:custGeom>
                  <a:avLst/>
                  <a:gdLst>
                    <a:gd name="connsiteX0" fmla="*/ 12159 w 12295"/>
                    <a:gd name="connsiteY0" fmla="*/ 1552 h 2976"/>
                    <a:gd name="connsiteX1" fmla="*/ 9587 w 12295"/>
                    <a:gd name="connsiteY1" fmla="*/ 2217 h 2976"/>
                    <a:gd name="connsiteX2" fmla="*/ 7459 w 12295"/>
                    <a:gd name="connsiteY2" fmla="*/ 2394 h 2976"/>
                    <a:gd name="connsiteX3" fmla="*/ 5110 w 12295"/>
                    <a:gd name="connsiteY3" fmla="*/ 2704 h 2976"/>
                    <a:gd name="connsiteX4" fmla="*/ 1209 w 12295"/>
                    <a:gd name="connsiteY4" fmla="*/ 2970 h 2976"/>
                    <a:gd name="connsiteX5" fmla="*/ 56 w 12295"/>
                    <a:gd name="connsiteY5" fmla="*/ 2350 h 2976"/>
                    <a:gd name="connsiteX6" fmla="*/ 2450 w 12295"/>
                    <a:gd name="connsiteY6" fmla="*/ 887 h 2976"/>
                    <a:gd name="connsiteX7" fmla="*/ 7194 w 12295"/>
                    <a:gd name="connsiteY7" fmla="*/ 0 h 2976"/>
                    <a:gd name="connsiteX8" fmla="*/ 11316 w 12295"/>
                    <a:gd name="connsiteY8" fmla="*/ 532 h 2976"/>
                    <a:gd name="connsiteX9" fmla="*/ 12159 w 12295"/>
                    <a:gd name="connsiteY9" fmla="*/ 1552 h 2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295" h="2976">
                      <a:moveTo>
                        <a:pt x="12159" y="1552"/>
                      </a:moveTo>
                      <a:cubicBezTo>
                        <a:pt x="11804" y="1773"/>
                        <a:pt x="10829" y="2039"/>
                        <a:pt x="9587" y="2217"/>
                      </a:cubicBezTo>
                      <a:cubicBezTo>
                        <a:pt x="8967" y="2305"/>
                        <a:pt x="8213" y="2350"/>
                        <a:pt x="7459" y="2394"/>
                      </a:cubicBezTo>
                      <a:cubicBezTo>
                        <a:pt x="6706" y="2527"/>
                        <a:pt x="5908" y="2616"/>
                        <a:pt x="5110" y="2704"/>
                      </a:cubicBezTo>
                      <a:cubicBezTo>
                        <a:pt x="3470" y="2793"/>
                        <a:pt x="2140" y="3014"/>
                        <a:pt x="1209" y="2970"/>
                      </a:cubicBezTo>
                      <a:cubicBezTo>
                        <a:pt x="278" y="2926"/>
                        <a:pt x="-165" y="2748"/>
                        <a:pt x="56" y="2350"/>
                      </a:cubicBezTo>
                      <a:cubicBezTo>
                        <a:pt x="278" y="1951"/>
                        <a:pt x="1165" y="1419"/>
                        <a:pt x="2450" y="887"/>
                      </a:cubicBezTo>
                      <a:cubicBezTo>
                        <a:pt x="3736" y="399"/>
                        <a:pt x="5465" y="177"/>
                        <a:pt x="7194" y="0"/>
                      </a:cubicBezTo>
                      <a:cubicBezTo>
                        <a:pt x="8967" y="44"/>
                        <a:pt x="10430" y="266"/>
                        <a:pt x="11316" y="532"/>
                      </a:cubicBezTo>
                      <a:cubicBezTo>
                        <a:pt x="12159" y="887"/>
                        <a:pt x="12513" y="1286"/>
                        <a:pt x="12159" y="155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54" name="Forme libre : forme 24653">
                  <a:extLst>
                    <a:ext uri="{FF2B5EF4-FFF2-40B4-BE49-F238E27FC236}">
                      <a16:creationId xmlns:a16="http://schemas.microsoft.com/office/drawing/2014/main" id="{04EFC360-F9EC-4665-8EBC-30C79A9F32F8}"/>
                    </a:ext>
                  </a:extLst>
                </p:cNvPr>
                <p:cNvSpPr/>
                <p:nvPr/>
              </p:nvSpPr>
              <p:spPr>
                <a:xfrm>
                  <a:off x="5999003" y="1619738"/>
                  <a:ext cx="3415" cy="1113"/>
                </a:xfrm>
                <a:custGeom>
                  <a:avLst/>
                  <a:gdLst>
                    <a:gd name="connsiteX0" fmla="*/ 3414 w 3415"/>
                    <a:gd name="connsiteY0" fmla="*/ 736 h 1113"/>
                    <a:gd name="connsiteX1" fmla="*/ 1685 w 3415"/>
                    <a:gd name="connsiteY1" fmla="*/ 1090 h 1113"/>
                    <a:gd name="connsiteX2" fmla="*/ 0 w 3415"/>
                    <a:gd name="connsiteY2" fmla="*/ 558 h 1113"/>
                    <a:gd name="connsiteX3" fmla="*/ 1729 w 3415"/>
                    <a:gd name="connsiteY3" fmla="*/ 26 h 1113"/>
                    <a:gd name="connsiteX4" fmla="*/ 3414 w 3415"/>
                    <a:gd name="connsiteY4" fmla="*/ 736 h 1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15" h="1113">
                      <a:moveTo>
                        <a:pt x="3414" y="736"/>
                      </a:moveTo>
                      <a:cubicBezTo>
                        <a:pt x="3369" y="1002"/>
                        <a:pt x="2616" y="1179"/>
                        <a:pt x="1685" y="1090"/>
                      </a:cubicBezTo>
                      <a:cubicBezTo>
                        <a:pt x="754" y="957"/>
                        <a:pt x="0" y="869"/>
                        <a:pt x="0" y="558"/>
                      </a:cubicBezTo>
                      <a:cubicBezTo>
                        <a:pt x="0" y="292"/>
                        <a:pt x="754" y="-107"/>
                        <a:pt x="1729" y="26"/>
                      </a:cubicBezTo>
                      <a:cubicBezTo>
                        <a:pt x="2704" y="115"/>
                        <a:pt x="3458" y="425"/>
                        <a:pt x="3414" y="7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55" name="Forme libre : forme 24654">
                  <a:extLst>
                    <a:ext uri="{FF2B5EF4-FFF2-40B4-BE49-F238E27FC236}">
                      <a16:creationId xmlns:a16="http://schemas.microsoft.com/office/drawing/2014/main" id="{671DB398-07DD-4CBF-B204-D6EA364A02A2}"/>
                    </a:ext>
                  </a:extLst>
                </p:cNvPr>
                <p:cNvSpPr/>
                <p:nvPr/>
              </p:nvSpPr>
              <p:spPr>
                <a:xfrm>
                  <a:off x="5986336" y="1613038"/>
                  <a:ext cx="30632" cy="13942"/>
                </a:xfrm>
                <a:custGeom>
                  <a:avLst/>
                  <a:gdLst>
                    <a:gd name="connsiteX0" fmla="*/ 30001 w 30632"/>
                    <a:gd name="connsiteY0" fmla="*/ 8322 h 13942"/>
                    <a:gd name="connsiteX1" fmla="*/ 29203 w 30632"/>
                    <a:gd name="connsiteY1" fmla="*/ 13641 h 13942"/>
                    <a:gd name="connsiteX2" fmla="*/ 26543 w 30632"/>
                    <a:gd name="connsiteY2" fmla="*/ 13243 h 13942"/>
                    <a:gd name="connsiteX3" fmla="*/ 23972 w 30632"/>
                    <a:gd name="connsiteY3" fmla="*/ 10804 h 13942"/>
                    <a:gd name="connsiteX4" fmla="*/ 21977 w 30632"/>
                    <a:gd name="connsiteY4" fmla="*/ 7479 h 13942"/>
                    <a:gd name="connsiteX5" fmla="*/ 17721 w 30632"/>
                    <a:gd name="connsiteY5" fmla="*/ 4465 h 13942"/>
                    <a:gd name="connsiteX6" fmla="*/ 13421 w 30632"/>
                    <a:gd name="connsiteY6" fmla="*/ 3534 h 13942"/>
                    <a:gd name="connsiteX7" fmla="*/ 6860 w 30632"/>
                    <a:gd name="connsiteY7" fmla="*/ 3445 h 13942"/>
                    <a:gd name="connsiteX8" fmla="*/ 1451 w 30632"/>
                    <a:gd name="connsiteY8" fmla="*/ 3933 h 13942"/>
                    <a:gd name="connsiteX9" fmla="*/ 299 w 30632"/>
                    <a:gd name="connsiteY9" fmla="*/ 3224 h 13942"/>
                    <a:gd name="connsiteX10" fmla="*/ 10894 w 30632"/>
                    <a:gd name="connsiteY10" fmla="*/ 76 h 13942"/>
                    <a:gd name="connsiteX11" fmla="*/ 22908 w 30632"/>
                    <a:gd name="connsiteY11" fmla="*/ 2160 h 13942"/>
                    <a:gd name="connsiteX12" fmla="*/ 30001 w 30632"/>
                    <a:gd name="connsiteY12" fmla="*/ 8322 h 13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32" h="13942">
                      <a:moveTo>
                        <a:pt x="30001" y="8322"/>
                      </a:moveTo>
                      <a:cubicBezTo>
                        <a:pt x="31286" y="11115"/>
                        <a:pt x="30400" y="12578"/>
                        <a:pt x="29203" y="13641"/>
                      </a:cubicBezTo>
                      <a:cubicBezTo>
                        <a:pt x="28804" y="13996"/>
                        <a:pt x="27873" y="14218"/>
                        <a:pt x="26543" y="13243"/>
                      </a:cubicBezTo>
                      <a:cubicBezTo>
                        <a:pt x="25213" y="12533"/>
                        <a:pt x="24459" y="11425"/>
                        <a:pt x="23972" y="10804"/>
                      </a:cubicBezTo>
                      <a:cubicBezTo>
                        <a:pt x="23307" y="9696"/>
                        <a:pt x="22775" y="8632"/>
                        <a:pt x="21977" y="7479"/>
                      </a:cubicBezTo>
                      <a:cubicBezTo>
                        <a:pt x="21090" y="6504"/>
                        <a:pt x="19893" y="5396"/>
                        <a:pt x="17721" y="4465"/>
                      </a:cubicBezTo>
                      <a:cubicBezTo>
                        <a:pt x="17056" y="4243"/>
                        <a:pt x="15460" y="3844"/>
                        <a:pt x="13421" y="3534"/>
                      </a:cubicBezTo>
                      <a:cubicBezTo>
                        <a:pt x="11426" y="3445"/>
                        <a:pt x="8988" y="3179"/>
                        <a:pt x="6860" y="3445"/>
                      </a:cubicBezTo>
                      <a:cubicBezTo>
                        <a:pt x="4643" y="3534"/>
                        <a:pt x="2693" y="3844"/>
                        <a:pt x="1451" y="3933"/>
                      </a:cubicBezTo>
                      <a:cubicBezTo>
                        <a:pt x="210" y="4022"/>
                        <a:pt x="-410" y="3844"/>
                        <a:pt x="299" y="3224"/>
                      </a:cubicBezTo>
                      <a:cubicBezTo>
                        <a:pt x="1629" y="1938"/>
                        <a:pt x="5929" y="254"/>
                        <a:pt x="10894" y="76"/>
                      </a:cubicBezTo>
                      <a:cubicBezTo>
                        <a:pt x="15815" y="-367"/>
                        <a:pt x="20868" y="1229"/>
                        <a:pt x="22908" y="2160"/>
                      </a:cubicBezTo>
                      <a:cubicBezTo>
                        <a:pt x="26720" y="3933"/>
                        <a:pt x="29025" y="6371"/>
                        <a:pt x="30001" y="832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60" name="Graphique 2">
                <a:extLst>
                  <a:ext uri="{FF2B5EF4-FFF2-40B4-BE49-F238E27FC236}">
                    <a16:creationId xmlns:a16="http://schemas.microsoft.com/office/drawing/2014/main" id="{E9D563EC-7343-41FB-9E0E-399C614E1929}"/>
                  </a:ext>
                </a:extLst>
              </p:cNvPr>
              <p:cNvGrpSpPr/>
              <p:nvPr/>
            </p:nvGrpSpPr>
            <p:grpSpPr>
              <a:xfrm>
                <a:off x="5999037" y="1630403"/>
                <a:ext cx="27029" cy="67519"/>
                <a:chOff x="5999037" y="1630403"/>
                <a:chExt cx="27029" cy="67519"/>
              </a:xfrm>
              <a:solidFill>
                <a:schemeClr val="accent1"/>
              </a:solidFill>
            </p:grpSpPr>
            <p:sp>
              <p:nvSpPr>
                <p:cNvPr id="24632" name="Forme libre : forme 24631">
                  <a:extLst>
                    <a:ext uri="{FF2B5EF4-FFF2-40B4-BE49-F238E27FC236}">
                      <a16:creationId xmlns:a16="http://schemas.microsoft.com/office/drawing/2014/main" id="{2FBC587A-3463-4797-9199-A0FF9F081FD5}"/>
                    </a:ext>
                  </a:extLst>
                </p:cNvPr>
                <p:cNvSpPr/>
                <p:nvPr/>
              </p:nvSpPr>
              <p:spPr>
                <a:xfrm>
                  <a:off x="5999070" y="1630403"/>
                  <a:ext cx="26996" cy="67519"/>
                </a:xfrm>
                <a:custGeom>
                  <a:avLst/>
                  <a:gdLst>
                    <a:gd name="connsiteX0" fmla="*/ 1396 w 26996"/>
                    <a:gd name="connsiteY0" fmla="*/ 50139 h 67519"/>
                    <a:gd name="connsiteX1" fmla="*/ 775 w 26996"/>
                    <a:gd name="connsiteY1" fmla="*/ 32584 h 67519"/>
                    <a:gd name="connsiteX2" fmla="*/ 5253 w 26996"/>
                    <a:gd name="connsiteY2" fmla="*/ 18442 h 67519"/>
                    <a:gd name="connsiteX3" fmla="*/ 8844 w 26996"/>
                    <a:gd name="connsiteY3" fmla="*/ 10950 h 67519"/>
                    <a:gd name="connsiteX4" fmla="*/ 11814 w 26996"/>
                    <a:gd name="connsiteY4" fmla="*/ 6118 h 67519"/>
                    <a:gd name="connsiteX5" fmla="*/ 14119 w 26996"/>
                    <a:gd name="connsiteY5" fmla="*/ 3414 h 67519"/>
                    <a:gd name="connsiteX6" fmla="*/ 16513 w 26996"/>
                    <a:gd name="connsiteY6" fmla="*/ 1729 h 67519"/>
                    <a:gd name="connsiteX7" fmla="*/ 21611 w 26996"/>
                    <a:gd name="connsiteY7" fmla="*/ 89 h 67519"/>
                    <a:gd name="connsiteX8" fmla="*/ 24803 w 26996"/>
                    <a:gd name="connsiteY8" fmla="*/ 1773 h 67519"/>
                    <a:gd name="connsiteX9" fmla="*/ 26931 w 26996"/>
                    <a:gd name="connsiteY9" fmla="*/ 8512 h 67519"/>
                    <a:gd name="connsiteX10" fmla="*/ 26133 w 26996"/>
                    <a:gd name="connsiteY10" fmla="*/ 17201 h 67519"/>
                    <a:gd name="connsiteX11" fmla="*/ 23384 w 26996"/>
                    <a:gd name="connsiteY11" fmla="*/ 25712 h 67519"/>
                    <a:gd name="connsiteX12" fmla="*/ 19971 w 26996"/>
                    <a:gd name="connsiteY12" fmla="*/ 36307 h 67519"/>
                    <a:gd name="connsiteX13" fmla="*/ 20192 w 26996"/>
                    <a:gd name="connsiteY13" fmla="*/ 44509 h 67519"/>
                    <a:gd name="connsiteX14" fmla="*/ 22143 w 26996"/>
                    <a:gd name="connsiteY14" fmla="*/ 49385 h 67519"/>
                    <a:gd name="connsiteX15" fmla="*/ 23384 w 26996"/>
                    <a:gd name="connsiteY15" fmla="*/ 51868 h 67519"/>
                    <a:gd name="connsiteX16" fmla="*/ 24626 w 26996"/>
                    <a:gd name="connsiteY16" fmla="*/ 54261 h 67519"/>
                    <a:gd name="connsiteX17" fmla="*/ 26399 w 26996"/>
                    <a:gd name="connsiteY17" fmla="*/ 58561 h 67519"/>
                    <a:gd name="connsiteX18" fmla="*/ 26133 w 26996"/>
                    <a:gd name="connsiteY18" fmla="*/ 61842 h 67519"/>
                    <a:gd name="connsiteX19" fmla="*/ 23030 w 26996"/>
                    <a:gd name="connsiteY19" fmla="*/ 66319 h 67519"/>
                    <a:gd name="connsiteX20" fmla="*/ 19971 w 26996"/>
                    <a:gd name="connsiteY20" fmla="*/ 67516 h 67519"/>
                    <a:gd name="connsiteX21" fmla="*/ 14296 w 26996"/>
                    <a:gd name="connsiteY21" fmla="*/ 65920 h 67519"/>
                    <a:gd name="connsiteX22" fmla="*/ 10839 w 26996"/>
                    <a:gd name="connsiteY22" fmla="*/ 63793 h 67519"/>
                    <a:gd name="connsiteX23" fmla="*/ 7204 w 26996"/>
                    <a:gd name="connsiteY23" fmla="*/ 60512 h 67519"/>
                    <a:gd name="connsiteX24" fmla="*/ 1396 w 26996"/>
                    <a:gd name="connsiteY24" fmla="*/ 50139 h 67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6996" h="67519">
                      <a:moveTo>
                        <a:pt x="1396" y="50139"/>
                      </a:moveTo>
                      <a:cubicBezTo>
                        <a:pt x="-466" y="44154"/>
                        <a:pt x="-244" y="37859"/>
                        <a:pt x="775" y="32584"/>
                      </a:cubicBezTo>
                      <a:cubicBezTo>
                        <a:pt x="1795" y="27220"/>
                        <a:pt x="3613" y="22653"/>
                        <a:pt x="5253" y="18442"/>
                      </a:cubicBezTo>
                      <a:cubicBezTo>
                        <a:pt x="6450" y="15516"/>
                        <a:pt x="7691" y="12989"/>
                        <a:pt x="8844" y="10950"/>
                      </a:cubicBezTo>
                      <a:cubicBezTo>
                        <a:pt x="9996" y="8866"/>
                        <a:pt x="11016" y="7271"/>
                        <a:pt x="11814" y="6118"/>
                      </a:cubicBezTo>
                      <a:cubicBezTo>
                        <a:pt x="12656" y="4921"/>
                        <a:pt x="13365" y="4123"/>
                        <a:pt x="14119" y="3414"/>
                      </a:cubicBezTo>
                      <a:cubicBezTo>
                        <a:pt x="14828" y="2705"/>
                        <a:pt x="15626" y="1995"/>
                        <a:pt x="16513" y="1729"/>
                      </a:cubicBezTo>
                      <a:lnTo>
                        <a:pt x="21611" y="89"/>
                      </a:lnTo>
                      <a:cubicBezTo>
                        <a:pt x="22542" y="-221"/>
                        <a:pt x="23695" y="266"/>
                        <a:pt x="24803" y="1773"/>
                      </a:cubicBezTo>
                      <a:cubicBezTo>
                        <a:pt x="25911" y="3236"/>
                        <a:pt x="26754" y="5763"/>
                        <a:pt x="26931" y="8512"/>
                      </a:cubicBezTo>
                      <a:cubicBezTo>
                        <a:pt x="27152" y="11349"/>
                        <a:pt x="26798" y="14319"/>
                        <a:pt x="26133" y="17201"/>
                      </a:cubicBezTo>
                      <a:cubicBezTo>
                        <a:pt x="25468" y="20127"/>
                        <a:pt x="24493" y="22964"/>
                        <a:pt x="23384" y="25712"/>
                      </a:cubicBezTo>
                      <a:cubicBezTo>
                        <a:pt x="21877" y="29569"/>
                        <a:pt x="20547" y="33160"/>
                        <a:pt x="19971" y="36307"/>
                      </a:cubicBezTo>
                      <a:cubicBezTo>
                        <a:pt x="19395" y="39499"/>
                        <a:pt x="19395" y="42159"/>
                        <a:pt x="20192" y="44509"/>
                      </a:cubicBezTo>
                      <a:cubicBezTo>
                        <a:pt x="20680" y="46149"/>
                        <a:pt x="21301" y="47745"/>
                        <a:pt x="22143" y="49385"/>
                      </a:cubicBezTo>
                      <a:cubicBezTo>
                        <a:pt x="22498" y="50227"/>
                        <a:pt x="22941" y="51025"/>
                        <a:pt x="23384" y="51868"/>
                      </a:cubicBezTo>
                      <a:cubicBezTo>
                        <a:pt x="23739" y="52710"/>
                        <a:pt x="24227" y="53508"/>
                        <a:pt x="24626" y="54261"/>
                      </a:cubicBezTo>
                      <a:cubicBezTo>
                        <a:pt x="25379" y="55857"/>
                        <a:pt x="26133" y="57276"/>
                        <a:pt x="26399" y="58561"/>
                      </a:cubicBezTo>
                      <a:cubicBezTo>
                        <a:pt x="26665" y="59847"/>
                        <a:pt x="26709" y="61044"/>
                        <a:pt x="26133" y="61842"/>
                      </a:cubicBezTo>
                      <a:lnTo>
                        <a:pt x="23030" y="66319"/>
                      </a:lnTo>
                      <a:cubicBezTo>
                        <a:pt x="22453" y="67117"/>
                        <a:pt x="21522" y="67561"/>
                        <a:pt x="19971" y="67516"/>
                      </a:cubicBezTo>
                      <a:cubicBezTo>
                        <a:pt x="18464" y="67428"/>
                        <a:pt x="16513" y="67073"/>
                        <a:pt x="14296" y="65920"/>
                      </a:cubicBezTo>
                      <a:cubicBezTo>
                        <a:pt x="13188" y="65388"/>
                        <a:pt x="11991" y="64724"/>
                        <a:pt x="10839" y="63793"/>
                      </a:cubicBezTo>
                      <a:cubicBezTo>
                        <a:pt x="9642" y="62906"/>
                        <a:pt x="8400" y="61886"/>
                        <a:pt x="7204" y="60512"/>
                      </a:cubicBezTo>
                      <a:cubicBezTo>
                        <a:pt x="4854" y="57897"/>
                        <a:pt x="2637" y="54350"/>
                        <a:pt x="1396" y="50139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33" name="Forme libre : forme 24632">
                  <a:extLst>
                    <a:ext uri="{FF2B5EF4-FFF2-40B4-BE49-F238E27FC236}">
                      <a16:creationId xmlns:a16="http://schemas.microsoft.com/office/drawing/2014/main" id="{12C60182-9E05-43AF-BC3B-3ED14538748C}"/>
                    </a:ext>
                  </a:extLst>
                </p:cNvPr>
                <p:cNvSpPr/>
                <p:nvPr/>
              </p:nvSpPr>
              <p:spPr>
                <a:xfrm>
                  <a:off x="5999037" y="1631290"/>
                  <a:ext cx="23195" cy="66418"/>
                </a:xfrm>
                <a:custGeom>
                  <a:avLst/>
                  <a:gdLst>
                    <a:gd name="connsiteX0" fmla="*/ 9586 w 23195"/>
                    <a:gd name="connsiteY0" fmla="*/ 24293 h 66418"/>
                    <a:gd name="connsiteX1" fmla="*/ 15128 w 23195"/>
                    <a:gd name="connsiteY1" fmla="*/ 10329 h 66418"/>
                    <a:gd name="connsiteX2" fmla="*/ 18763 w 23195"/>
                    <a:gd name="connsiteY2" fmla="*/ 0 h 66418"/>
                    <a:gd name="connsiteX3" fmla="*/ 16546 w 23195"/>
                    <a:gd name="connsiteY3" fmla="*/ 709 h 66418"/>
                    <a:gd name="connsiteX4" fmla="*/ 14152 w 23195"/>
                    <a:gd name="connsiteY4" fmla="*/ 2394 h 66418"/>
                    <a:gd name="connsiteX5" fmla="*/ 11847 w 23195"/>
                    <a:gd name="connsiteY5" fmla="*/ 5098 h 66418"/>
                    <a:gd name="connsiteX6" fmla="*/ 8877 w 23195"/>
                    <a:gd name="connsiteY6" fmla="*/ 9930 h 66418"/>
                    <a:gd name="connsiteX7" fmla="*/ 5286 w 23195"/>
                    <a:gd name="connsiteY7" fmla="*/ 17422 h 66418"/>
                    <a:gd name="connsiteX8" fmla="*/ 809 w 23195"/>
                    <a:gd name="connsiteY8" fmla="*/ 31564 h 66418"/>
                    <a:gd name="connsiteX9" fmla="*/ 1429 w 23195"/>
                    <a:gd name="connsiteY9" fmla="*/ 49119 h 66418"/>
                    <a:gd name="connsiteX10" fmla="*/ 7281 w 23195"/>
                    <a:gd name="connsiteY10" fmla="*/ 59403 h 66418"/>
                    <a:gd name="connsiteX11" fmla="*/ 10916 w 23195"/>
                    <a:gd name="connsiteY11" fmla="*/ 62684 h 66418"/>
                    <a:gd name="connsiteX12" fmla="*/ 14374 w 23195"/>
                    <a:gd name="connsiteY12" fmla="*/ 64812 h 66418"/>
                    <a:gd name="connsiteX13" fmla="*/ 20048 w 23195"/>
                    <a:gd name="connsiteY13" fmla="*/ 66408 h 66418"/>
                    <a:gd name="connsiteX14" fmla="*/ 23107 w 23195"/>
                    <a:gd name="connsiteY14" fmla="*/ 65211 h 66418"/>
                    <a:gd name="connsiteX15" fmla="*/ 23196 w 23195"/>
                    <a:gd name="connsiteY15" fmla="*/ 65078 h 66418"/>
                    <a:gd name="connsiteX16" fmla="*/ 14329 w 23195"/>
                    <a:gd name="connsiteY16" fmla="*/ 57586 h 66418"/>
                    <a:gd name="connsiteX17" fmla="*/ 8389 w 23195"/>
                    <a:gd name="connsiteY17" fmla="*/ 47301 h 66418"/>
                    <a:gd name="connsiteX18" fmla="*/ 7281 w 23195"/>
                    <a:gd name="connsiteY18" fmla="*/ 35509 h 66418"/>
                    <a:gd name="connsiteX19" fmla="*/ 9586 w 23195"/>
                    <a:gd name="connsiteY19" fmla="*/ 24293 h 66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3195" h="66418">
                      <a:moveTo>
                        <a:pt x="9586" y="24293"/>
                      </a:moveTo>
                      <a:cubicBezTo>
                        <a:pt x="11005" y="19107"/>
                        <a:pt x="13266" y="14319"/>
                        <a:pt x="15128" y="10329"/>
                      </a:cubicBezTo>
                      <a:cubicBezTo>
                        <a:pt x="16989" y="6295"/>
                        <a:pt x="18364" y="3059"/>
                        <a:pt x="18763" y="0"/>
                      </a:cubicBezTo>
                      <a:lnTo>
                        <a:pt x="16546" y="709"/>
                      </a:lnTo>
                      <a:cubicBezTo>
                        <a:pt x="15659" y="975"/>
                        <a:pt x="14862" y="1729"/>
                        <a:pt x="14152" y="2394"/>
                      </a:cubicBezTo>
                      <a:cubicBezTo>
                        <a:pt x="13399" y="3103"/>
                        <a:pt x="12689" y="3901"/>
                        <a:pt x="11847" y="5098"/>
                      </a:cubicBezTo>
                      <a:cubicBezTo>
                        <a:pt x="11049" y="6251"/>
                        <a:pt x="10029" y="7891"/>
                        <a:pt x="8877" y="9930"/>
                      </a:cubicBezTo>
                      <a:cubicBezTo>
                        <a:pt x="7724" y="11969"/>
                        <a:pt x="6483" y="14496"/>
                        <a:pt x="5286" y="17422"/>
                      </a:cubicBezTo>
                      <a:cubicBezTo>
                        <a:pt x="3601" y="21633"/>
                        <a:pt x="1828" y="26200"/>
                        <a:pt x="809" y="31564"/>
                      </a:cubicBezTo>
                      <a:cubicBezTo>
                        <a:pt x="-255" y="36839"/>
                        <a:pt x="-477" y="43134"/>
                        <a:pt x="1429" y="49119"/>
                      </a:cubicBezTo>
                      <a:cubicBezTo>
                        <a:pt x="2671" y="53330"/>
                        <a:pt x="4887" y="56877"/>
                        <a:pt x="7281" y="59403"/>
                      </a:cubicBezTo>
                      <a:cubicBezTo>
                        <a:pt x="8433" y="60733"/>
                        <a:pt x="9675" y="61797"/>
                        <a:pt x="10916" y="62684"/>
                      </a:cubicBezTo>
                      <a:cubicBezTo>
                        <a:pt x="12113" y="63615"/>
                        <a:pt x="13266" y="64280"/>
                        <a:pt x="14374" y="64812"/>
                      </a:cubicBezTo>
                      <a:cubicBezTo>
                        <a:pt x="16546" y="65964"/>
                        <a:pt x="18541" y="66363"/>
                        <a:pt x="20048" y="66408"/>
                      </a:cubicBezTo>
                      <a:cubicBezTo>
                        <a:pt x="21600" y="66496"/>
                        <a:pt x="22531" y="66009"/>
                        <a:pt x="23107" y="65211"/>
                      </a:cubicBezTo>
                      <a:lnTo>
                        <a:pt x="23196" y="65078"/>
                      </a:lnTo>
                      <a:cubicBezTo>
                        <a:pt x="20093" y="62906"/>
                        <a:pt x="16856" y="60600"/>
                        <a:pt x="14329" y="57586"/>
                      </a:cubicBezTo>
                      <a:cubicBezTo>
                        <a:pt x="11758" y="54616"/>
                        <a:pt x="9586" y="51158"/>
                        <a:pt x="8389" y="47301"/>
                      </a:cubicBezTo>
                      <a:cubicBezTo>
                        <a:pt x="7148" y="43444"/>
                        <a:pt x="6926" y="39366"/>
                        <a:pt x="7281" y="35509"/>
                      </a:cubicBezTo>
                      <a:cubicBezTo>
                        <a:pt x="7680" y="31741"/>
                        <a:pt x="8566" y="27973"/>
                        <a:pt x="9586" y="24293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34" name="Forme libre : forme 24633">
                  <a:extLst>
                    <a:ext uri="{FF2B5EF4-FFF2-40B4-BE49-F238E27FC236}">
                      <a16:creationId xmlns:a16="http://schemas.microsoft.com/office/drawing/2014/main" id="{403706AF-309A-40D2-8DFF-B39F27247A2B}"/>
                    </a:ext>
                  </a:extLst>
                </p:cNvPr>
                <p:cNvSpPr/>
                <p:nvPr/>
              </p:nvSpPr>
              <p:spPr>
                <a:xfrm>
                  <a:off x="6004671" y="1653753"/>
                  <a:ext cx="8661" cy="31223"/>
                </a:xfrm>
                <a:custGeom>
                  <a:avLst/>
                  <a:gdLst>
                    <a:gd name="connsiteX0" fmla="*/ 8163 w 8661"/>
                    <a:gd name="connsiteY0" fmla="*/ 31045 h 31223"/>
                    <a:gd name="connsiteX1" fmla="*/ 6257 w 8661"/>
                    <a:gd name="connsiteY1" fmla="*/ 30735 h 31223"/>
                    <a:gd name="connsiteX2" fmla="*/ 3420 w 8661"/>
                    <a:gd name="connsiteY2" fmla="*/ 27986 h 31223"/>
                    <a:gd name="connsiteX3" fmla="*/ 849 w 8661"/>
                    <a:gd name="connsiteY3" fmla="*/ 22667 h 31223"/>
                    <a:gd name="connsiteX4" fmla="*/ 6 w 8661"/>
                    <a:gd name="connsiteY4" fmla="*/ 15485 h 31223"/>
                    <a:gd name="connsiteX5" fmla="*/ 3553 w 8661"/>
                    <a:gd name="connsiteY5" fmla="*/ 3649 h 31223"/>
                    <a:gd name="connsiteX6" fmla="*/ 7631 w 8661"/>
                    <a:gd name="connsiteY6" fmla="*/ 58 h 31223"/>
                    <a:gd name="connsiteX7" fmla="*/ 8518 w 8661"/>
                    <a:gd name="connsiteY7" fmla="*/ 5333 h 31223"/>
                    <a:gd name="connsiteX8" fmla="*/ 7410 w 8661"/>
                    <a:gd name="connsiteY8" fmla="*/ 15840 h 31223"/>
                    <a:gd name="connsiteX9" fmla="*/ 7543 w 8661"/>
                    <a:gd name="connsiteY9" fmla="*/ 21292 h 31223"/>
                    <a:gd name="connsiteX10" fmla="*/ 8163 w 8661"/>
                    <a:gd name="connsiteY10" fmla="*/ 25814 h 31223"/>
                    <a:gd name="connsiteX11" fmla="*/ 8651 w 8661"/>
                    <a:gd name="connsiteY11" fmla="*/ 29183 h 31223"/>
                    <a:gd name="connsiteX12" fmla="*/ 8163 w 8661"/>
                    <a:gd name="connsiteY12" fmla="*/ 31045 h 3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661" h="31223">
                      <a:moveTo>
                        <a:pt x="8163" y="31045"/>
                      </a:moveTo>
                      <a:cubicBezTo>
                        <a:pt x="7720" y="31355"/>
                        <a:pt x="7055" y="31267"/>
                        <a:pt x="6257" y="30735"/>
                      </a:cubicBezTo>
                      <a:cubicBezTo>
                        <a:pt x="5459" y="30203"/>
                        <a:pt x="4351" y="29361"/>
                        <a:pt x="3420" y="27986"/>
                      </a:cubicBezTo>
                      <a:cubicBezTo>
                        <a:pt x="2400" y="26656"/>
                        <a:pt x="1469" y="24839"/>
                        <a:pt x="849" y="22667"/>
                      </a:cubicBezTo>
                      <a:cubicBezTo>
                        <a:pt x="139" y="20494"/>
                        <a:pt x="-38" y="18012"/>
                        <a:pt x="6" y="15485"/>
                      </a:cubicBezTo>
                      <a:cubicBezTo>
                        <a:pt x="272" y="10387"/>
                        <a:pt x="2001" y="6309"/>
                        <a:pt x="3553" y="3649"/>
                      </a:cubicBezTo>
                      <a:cubicBezTo>
                        <a:pt x="5149" y="989"/>
                        <a:pt x="6700" y="-297"/>
                        <a:pt x="7631" y="58"/>
                      </a:cubicBezTo>
                      <a:cubicBezTo>
                        <a:pt x="8607" y="413"/>
                        <a:pt x="8740" y="2452"/>
                        <a:pt x="8518" y="5333"/>
                      </a:cubicBezTo>
                      <a:cubicBezTo>
                        <a:pt x="8296" y="8215"/>
                        <a:pt x="7587" y="11939"/>
                        <a:pt x="7410" y="15840"/>
                      </a:cubicBezTo>
                      <a:cubicBezTo>
                        <a:pt x="7365" y="17790"/>
                        <a:pt x="7321" y="19608"/>
                        <a:pt x="7543" y="21292"/>
                      </a:cubicBezTo>
                      <a:cubicBezTo>
                        <a:pt x="7676" y="22977"/>
                        <a:pt x="7897" y="24484"/>
                        <a:pt x="8163" y="25814"/>
                      </a:cubicBezTo>
                      <a:cubicBezTo>
                        <a:pt x="8341" y="27188"/>
                        <a:pt x="8651" y="28297"/>
                        <a:pt x="8651" y="29183"/>
                      </a:cubicBezTo>
                      <a:cubicBezTo>
                        <a:pt x="8695" y="30114"/>
                        <a:pt x="8607" y="30735"/>
                        <a:pt x="8163" y="31045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35" name="Forme libre : forme 24634">
                  <a:extLst>
                    <a:ext uri="{FF2B5EF4-FFF2-40B4-BE49-F238E27FC236}">
                      <a16:creationId xmlns:a16="http://schemas.microsoft.com/office/drawing/2014/main" id="{4A89C9BC-554B-40A8-BBC5-14D76959B240}"/>
                    </a:ext>
                  </a:extLst>
                </p:cNvPr>
                <p:cNvSpPr/>
                <p:nvPr/>
              </p:nvSpPr>
              <p:spPr>
                <a:xfrm>
                  <a:off x="6004732" y="1653797"/>
                  <a:ext cx="8636" cy="23730"/>
                </a:xfrm>
                <a:custGeom>
                  <a:avLst/>
                  <a:gdLst>
                    <a:gd name="connsiteX0" fmla="*/ 8280 w 8636"/>
                    <a:gd name="connsiteY0" fmla="*/ 7594 h 23730"/>
                    <a:gd name="connsiteX1" fmla="*/ 7659 w 8636"/>
                    <a:gd name="connsiteY1" fmla="*/ 58 h 23730"/>
                    <a:gd name="connsiteX2" fmla="*/ 3581 w 8636"/>
                    <a:gd name="connsiteY2" fmla="*/ 3649 h 23730"/>
                    <a:gd name="connsiteX3" fmla="*/ 34 w 8636"/>
                    <a:gd name="connsiteY3" fmla="*/ 15485 h 23730"/>
                    <a:gd name="connsiteX4" fmla="*/ 1187 w 8636"/>
                    <a:gd name="connsiteY4" fmla="*/ 23731 h 23730"/>
                    <a:gd name="connsiteX5" fmla="*/ 743 w 8636"/>
                    <a:gd name="connsiteY5" fmla="*/ 19165 h 23730"/>
                    <a:gd name="connsiteX6" fmla="*/ 4024 w 8636"/>
                    <a:gd name="connsiteY6" fmla="*/ 9811 h 23730"/>
                    <a:gd name="connsiteX7" fmla="*/ 8280 w 8636"/>
                    <a:gd name="connsiteY7" fmla="*/ 7594 h 23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636" h="23730">
                      <a:moveTo>
                        <a:pt x="8280" y="7594"/>
                      </a:moveTo>
                      <a:cubicBezTo>
                        <a:pt x="8812" y="3516"/>
                        <a:pt x="8856" y="501"/>
                        <a:pt x="7659" y="58"/>
                      </a:cubicBezTo>
                      <a:cubicBezTo>
                        <a:pt x="6728" y="-297"/>
                        <a:pt x="5176" y="989"/>
                        <a:pt x="3581" y="3649"/>
                      </a:cubicBezTo>
                      <a:cubicBezTo>
                        <a:pt x="2029" y="6309"/>
                        <a:pt x="300" y="10387"/>
                        <a:pt x="34" y="15485"/>
                      </a:cubicBezTo>
                      <a:cubicBezTo>
                        <a:pt x="-143" y="18455"/>
                        <a:pt x="389" y="21337"/>
                        <a:pt x="1187" y="23731"/>
                      </a:cubicBezTo>
                      <a:cubicBezTo>
                        <a:pt x="921" y="22179"/>
                        <a:pt x="655" y="20672"/>
                        <a:pt x="743" y="19165"/>
                      </a:cubicBezTo>
                      <a:cubicBezTo>
                        <a:pt x="1009" y="15086"/>
                        <a:pt x="2517" y="11806"/>
                        <a:pt x="4024" y="9811"/>
                      </a:cubicBezTo>
                      <a:cubicBezTo>
                        <a:pt x="5576" y="7771"/>
                        <a:pt x="7127" y="6973"/>
                        <a:pt x="8280" y="759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36" name="Forme libre : forme 24635">
                  <a:extLst>
                    <a:ext uri="{FF2B5EF4-FFF2-40B4-BE49-F238E27FC236}">
                      <a16:creationId xmlns:a16="http://schemas.microsoft.com/office/drawing/2014/main" id="{60AED76A-6ADA-47BB-9519-0E1316DEA095}"/>
                    </a:ext>
                  </a:extLst>
                </p:cNvPr>
                <p:cNvSpPr/>
                <p:nvPr/>
              </p:nvSpPr>
              <p:spPr>
                <a:xfrm>
                  <a:off x="6003835" y="1654995"/>
                  <a:ext cx="9785" cy="31816"/>
                </a:xfrm>
                <a:custGeom>
                  <a:avLst/>
                  <a:gdLst>
                    <a:gd name="connsiteX0" fmla="*/ 9354 w 9785"/>
                    <a:gd name="connsiteY0" fmla="*/ 31620 h 31816"/>
                    <a:gd name="connsiteX1" fmla="*/ 7359 w 9785"/>
                    <a:gd name="connsiteY1" fmla="*/ 31398 h 31816"/>
                    <a:gd name="connsiteX2" fmla="*/ 4300 w 9785"/>
                    <a:gd name="connsiteY2" fmla="*/ 28738 h 31816"/>
                    <a:gd name="connsiteX3" fmla="*/ 1330 w 9785"/>
                    <a:gd name="connsiteY3" fmla="*/ 23463 h 31816"/>
                    <a:gd name="connsiteX4" fmla="*/ 0 w 9785"/>
                    <a:gd name="connsiteY4" fmla="*/ 16104 h 31816"/>
                    <a:gd name="connsiteX5" fmla="*/ 3103 w 9785"/>
                    <a:gd name="connsiteY5" fmla="*/ 3780 h 31816"/>
                    <a:gd name="connsiteX6" fmla="*/ 7137 w 9785"/>
                    <a:gd name="connsiteY6" fmla="*/ 56 h 31816"/>
                    <a:gd name="connsiteX7" fmla="*/ 8113 w 9785"/>
                    <a:gd name="connsiteY7" fmla="*/ 5332 h 31816"/>
                    <a:gd name="connsiteX8" fmla="*/ 7448 w 9785"/>
                    <a:gd name="connsiteY8" fmla="*/ 16015 h 31816"/>
                    <a:gd name="connsiteX9" fmla="*/ 7935 w 9785"/>
                    <a:gd name="connsiteY9" fmla="*/ 21601 h 31816"/>
                    <a:gd name="connsiteX10" fmla="*/ 8955 w 9785"/>
                    <a:gd name="connsiteY10" fmla="*/ 26256 h 31816"/>
                    <a:gd name="connsiteX11" fmla="*/ 9708 w 9785"/>
                    <a:gd name="connsiteY11" fmla="*/ 29714 h 31816"/>
                    <a:gd name="connsiteX12" fmla="*/ 9354 w 9785"/>
                    <a:gd name="connsiteY12" fmla="*/ 31620 h 31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785" h="31816">
                      <a:moveTo>
                        <a:pt x="9354" y="31620"/>
                      </a:moveTo>
                      <a:cubicBezTo>
                        <a:pt x="8955" y="31930"/>
                        <a:pt x="8290" y="31886"/>
                        <a:pt x="7359" y="31398"/>
                      </a:cubicBezTo>
                      <a:cubicBezTo>
                        <a:pt x="6428" y="30999"/>
                        <a:pt x="5453" y="30024"/>
                        <a:pt x="4300" y="28738"/>
                      </a:cubicBezTo>
                      <a:cubicBezTo>
                        <a:pt x="3236" y="27409"/>
                        <a:pt x="2128" y="25635"/>
                        <a:pt x="1330" y="23463"/>
                      </a:cubicBezTo>
                      <a:cubicBezTo>
                        <a:pt x="532" y="21291"/>
                        <a:pt x="44" y="18720"/>
                        <a:pt x="0" y="16104"/>
                      </a:cubicBezTo>
                      <a:cubicBezTo>
                        <a:pt x="0" y="10829"/>
                        <a:pt x="1596" y="6529"/>
                        <a:pt x="3103" y="3780"/>
                      </a:cubicBezTo>
                      <a:cubicBezTo>
                        <a:pt x="4655" y="1032"/>
                        <a:pt x="6206" y="-298"/>
                        <a:pt x="7137" y="56"/>
                      </a:cubicBezTo>
                      <a:cubicBezTo>
                        <a:pt x="8113" y="411"/>
                        <a:pt x="8290" y="2406"/>
                        <a:pt x="8113" y="5332"/>
                      </a:cubicBezTo>
                      <a:cubicBezTo>
                        <a:pt x="7935" y="8258"/>
                        <a:pt x="7403" y="12026"/>
                        <a:pt x="7448" y="16015"/>
                      </a:cubicBezTo>
                      <a:cubicBezTo>
                        <a:pt x="7492" y="18010"/>
                        <a:pt x="7625" y="19917"/>
                        <a:pt x="7935" y="21601"/>
                      </a:cubicBezTo>
                      <a:cubicBezTo>
                        <a:pt x="8201" y="23330"/>
                        <a:pt x="8645" y="24882"/>
                        <a:pt x="8955" y="26256"/>
                      </a:cubicBezTo>
                      <a:cubicBezTo>
                        <a:pt x="9398" y="27586"/>
                        <a:pt x="9576" y="28827"/>
                        <a:pt x="9708" y="29714"/>
                      </a:cubicBezTo>
                      <a:cubicBezTo>
                        <a:pt x="9886" y="30645"/>
                        <a:pt x="9753" y="31310"/>
                        <a:pt x="9354" y="3162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37" name="Forme libre : forme 24636">
                  <a:extLst>
                    <a:ext uri="{FF2B5EF4-FFF2-40B4-BE49-F238E27FC236}">
                      <a16:creationId xmlns:a16="http://schemas.microsoft.com/office/drawing/2014/main" id="{63200DF2-7551-403E-A4A4-6FE98E75B92E}"/>
                    </a:ext>
                  </a:extLst>
                </p:cNvPr>
                <p:cNvSpPr/>
                <p:nvPr/>
              </p:nvSpPr>
              <p:spPr>
                <a:xfrm>
                  <a:off x="6000735" y="1640568"/>
                  <a:ext cx="20633" cy="40836"/>
                </a:xfrm>
                <a:custGeom>
                  <a:avLst/>
                  <a:gdLst>
                    <a:gd name="connsiteX0" fmla="*/ 15957 w 20633"/>
                    <a:gd name="connsiteY0" fmla="*/ 475 h 40836"/>
                    <a:gd name="connsiteX1" fmla="*/ 12366 w 20633"/>
                    <a:gd name="connsiteY1" fmla="*/ 475 h 40836"/>
                    <a:gd name="connsiteX2" fmla="*/ 3145 w 20633"/>
                    <a:gd name="connsiteY2" fmla="*/ 14217 h 40836"/>
                    <a:gd name="connsiteX3" fmla="*/ 707 w 20633"/>
                    <a:gd name="connsiteY3" fmla="*/ 34299 h 40836"/>
                    <a:gd name="connsiteX4" fmla="*/ 3456 w 20633"/>
                    <a:gd name="connsiteY4" fmla="*/ 39929 h 40836"/>
                    <a:gd name="connsiteX5" fmla="*/ 5495 w 20633"/>
                    <a:gd name="connsiteY5" fmla="*/ 40107 h 40836"/>
                    <a:gd name="connsiteX6" fmla="*/ 5672 w 20633"/>
                    <a:gd name="connsiteY6" fmla="*/ 33457 h 40836"/>
                    <a:gd name="connsiteX7" fmla="*/ 11258 w 20633"/>
                    <a:gd name="connsiteY7" fmla="*/ 20113 h 40836"/>
                    <a:gd name="connsiteX8" fmla="*/ 20346 w 20633"/>
                    <a:gd name="connsiteY8" fmla="*/ 6592 h 40836"/>
                    <a:gd name="connsiteX9" fmla="*/ 19149 w 20633"/>
                    <a:gd name="connsiteY9" fmla="*/ 1361 h 40836"/>
                    <a:gd name="connsiteX10" fmla="*/ 15957 w 20633"/>
                    <a:gd name="connsiteY10" fmla="*/ 475 h 40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633" h="40836">
                      <a:moveTo>
                        <a:pt x="15957" y="475"/>
                      </a:moveTo>
                      <a:cubicBezTo>
                        <a:pt x="14893" y="31"/>
                        <a:pt x="13740" y="-323"/>
                        <a:pt x="12366" y="475"/>
                      </a:cubicBezTo>
                      <a:cubicBezTo>
                        <a:pt x="9839" y="1982"/>
                        <a:pt x="6160" y="7346"/>
                        <a:pt x="3145" y="14217"/>
                      </a:cubicBezTo>
                      <a:cubicBezTo>
                        <a:pt x="663" y="19759"/>
                        <a:pt x="-1022" y="27605"/>
                        <a:pt x="707" y="34299"/>
                      </a:cubicBezTo>
                      <a:cubicBezTo>
                        <a:pt x="1372" y="36737"/>
                        <a:pt x="2436" y="38821"/>
                        <a:pt x="3456" y="39929"/>
                      </a:cubicBezTo>
                      <a:cubicBezTo>
                        <a:pt x="4431" y="41037"/>
                        <a:pt x="5317" y="41170"/>
                        <a:pt x="5495" y="40107"/>
                      </a:cubicBezTo>
                      <a:cubicBezTo>
                        <a:pt x="5849" y="38732"/>
                        <a:pt x="5450" y="35939"/>
                        <a:pt x="5672" y="33457"/>
                      </a:cubicBezTo>
                      <a:cubicBezTo>
                        <a:pt x="6160" y="27561"/>
                        <a:pt x="8731" y="23216"/>
                        <a:pt x="11258" y="20113"/>
                      </a:cubicBezTo>
                      <a:cubicBezTo>
                        <a:pt x="13430" y="17320"/>
                        <a:pt x="18572" y="13508"/>
                        <a:pt x="20346" y="6592"/>
                      </a:cubicBezTo>
                      <a:cubicBezTo>
                        <a:pt x="21099" y="3400"/>
                        <a:pt x="20257" y="1938"/>
                        <a:pt x="19149" y="1361"/>
                      </a:cubicBezTo>
                      <a:cubicBezTo>
                        <a:pt x="18173" y="696"/>
                        <a:pt x="16710" y="785"/>
                        <a:pt x="15957" y="47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38" name="Forme libre : forme 24637">
                  <a:extLst>
                    <a:ext uri="{FF2B5EF4-FFF2-40B4-BE49-F238E27FC236}">
                      <a16:creationId xmlns:a16="http://schemas.microsoft.com/office/drawing/2014/main" id="{00412D58-B32D-451B-B3FD-7819C1299742}"/>
                    </a:ext>
                  </a:extLst>
                </p:cNvPr>
                <p:cNvSpPr/>
                <p:nvPr/>
              </p:nvSpPr>
              <p:spPr>
                <a:xfrm>
                  <a:off x="6014120" y="1648386"/>
                  <a:ext cx="4025" cy="12712"/>
                </a:xfrm>
                <a:custGeom>
                  <a:avLst/>
                  <a:gdLst>
                    <a:gd name="connsiteX0" fmla="*/ 3946 w 4025"/>
                    <a:gd name="connsiteY0" fmla="*/ 1036 h 12712"/>
                    <a:gd name="connsiteX1" fmla="*/ 3502 w 4025"/>
                    <a:gd name="connsiteY1" fmla="*/ 16 h 12712"/>
                    <a:gd name="connsiteX2" fmla="*/ 2394 w 4025"/>
                    <a:gd name="connsiteY2" fmla="*/ 903 h 12712"/>
                    <a:gd name="connsiteX3" fmla="*/ 1552 w 4025"/>
                    <a:gd name="connsiteY3" fmla="*/ 3075 h 12712"/>
                    <a:gd name="connsiteX4" fmla="*/ 222 w 4025"/>
                    <a:gd name="connsiteY4" fmla="*/ 8572 h 12712"/>
                    <a:gd name="connsiteX5" fmla="*/ 0 w 4025"/>
                    <a:gd name="connsiteY5" fmla="*/ 10612 h 12712"/>
                    <a:gd name="connsiteX6" fmla="*/ 2793 w 4025"/>
                    <a:gd name="connsiteY6" fmla="*/ 9858 h 12712"/>
                    <a:gd name="connsiteX7" fmla="*/ 3946 w 4025"/>
                    <a:gd name="connsiteY7" fmla="*/ 1036 h 12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25" h="12712">
                      <a:moveTo>
                        <a:pt x="3946" y="1036"/>
                      </a:moveTo>
                      <a:cubicBezTo>
                        <a:pt x="3857" y="548"/>
                        <a:pt x="3768" y="105"/>
                        <a:pt x="3502" y="16"/>
                      </a:cubicBezTo>
                      <a:cubicBezTo>
                        <a:pt x="3236" y="-72"/>
                        <a:pt x="2793" y="194"/>
                        <a:pt x="2394" y="903"/>
                      </a:cubicBezTo>
                      <a:cubicBezTo>
                        <a:pt x="2039" y="1524"/>
                        <a:pt x="1773" y="2366"/>
                        <a:pt x="1552" y="3075"/>
                      </a:cubicBezTo>
                      <a:cubicBezTo>
                        <a:pt x="975" y="4981"/>
                        <a:pt x="532" y="6799"/>
                        <a:pt x="222" y="8572"/>
                      </a:cubicBezTo>
                      <a:cubicBezTo>
                        <a:pt x="89" y="9282"/>
                        <a:pt x="0" y="10035"/>
                        <a:pt x="0" y="10612"/>
                      </a:cubicBezTo>
                      <a:cubicBezTo>
                        <a:pt x="89" y="13050"/>
                        <a:pt x="1596" y="14025"/>
                        <a:pt x="2793" y="9858"/>
                      </a:cubicBezTo>
                      <a:cubicBezTo>
                        <a:pt x="3813" y="6622"/>
                        <a:pt x="4211" y="3031"/>
                        <a:pt x="3946" y="103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39" name="Forme libre : forme 24638">
                  <a:extLst>
                    <a:ext uri="{FF2B5EF4-FFF2-40B4-BE49-F238E27FC236}">
                      <a16:creationId xmlns:a16="http://schemas.microsoft.com/office/drawing/2014/main" id="{11FB4511-5D87-45A8-8F5A-ACC7275760BC}"/>
                    </a:ext>
                  </a:extLst>
                </p:cNvPr>
                <p:cNvSpPr/>
                <p:nvPr/>
              </p:nvSpPr>
              <p:spPr>
                <a:xfrm>
                  <a:off x="6001087" y="1681030"/>
                  <a:ext cx="19771" cy="14787"/>
                </a:xfrm>
                <a:custGeom>
                  <a:avLst/>
                  <a:gdLst>
                    <a:gd name="connsiteX0" fmla="*/ 19772 w 19771"/>
                    <a:gd name="connsiteY0" fmla="*/ 13654 h 14787"/>
                    <a:gd name="connsiteX1" fmla="*/ 16092 w 19771"/>
                    <a:gd name="connsiteY1" fmla="*/ 14762 h 14787"/>
                    <a:gd name="connsiteX2" fmla="*/ 9531 w 19771"/>
                    <a:gd name="connsiteY2" fmla="*/ 12058 h 14787"/>
                    <a:gd name="connsiteX3" fmla="*/ 0 w 19771"/>
                    <a:gd name="connsiteY3" fmla="*/ 0 h 14787"/>
                    <a:gd name="connsiteX4" fmla="*/ 1596 w 19771"/>
                    <a:gd name="connsiteY4" fmla="*/ 3147 h 14787"/>
                    <a:gd name="connsiteX5" fmla="*/ 3680 w 19771"/>
                    <a:gd name="connsiteY5" fmla="*/ 6118 h 14787"/>
                    <a:gd name="connsiteX6" fmla="*/ 6561 w 19771"/>
                    <a:gd name="connsiteY6" fmla="*/ 9132 h 14787"/>
                    <a:gd name="connsiteX7" fmla="*/ 9974 w 19771"/>
                    <a:gd name="connsiteY7" fmla="*/ 11615 h 14787"/>
                    <a:gd name="connsiteX8" fmla="*/ 13565 w 19771"/>
                    <a:gd name="connsiteY8" fmla="*/ 13299 h 14787"/>
                    <a:gd name="connsiteX9" fmla="*/ 19772 w 19771"/>
                    <a:gd name="connsiteY9" fmla="*/ 13654 h 1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771" h="14787">
                      <a:moveTo>
                        <a:pt x="19772" y="13654"/>
                      </a:moveTo>
                      <a:cubicBezTo>
                        <a:pt x="19772" y="13654"/>
                        <a:pt x="19151" y="14984"/>
                        <a:pt x="16092" y="14762"/>
                      </a:cubicBezTo>
                      <a:cubicBezTo>
                        <a:pt x="14585" y="14541"/>
                        <a:pt x="12413" y="14053"/>
                        <a:pt x="9531" y="12058"/>
                      </a:cubicBezTo>
                      <a:cubicBezTo>
                        <a:pt x="6738" y="10152"/>
                        <a:pt x="2748" y="6783"/>
                        <a:pt x="0" y="0"/>
                      </a:cubicBezTo>
                      <a:cubicBezTo>
                        <a:pt x="0" y="0"/>
                        <a:pt x="443" y="1330"/>
                        <a:pt x="1596" y="3147"/>
                      </a:cubicBezTo>
                      <a:cubicBezTo>
                        <a:pt x="2128" y="4078"/>
                        <a:pt x="2793" y="5142"/>
                        <a:pt x="3680" y="6118"/>
                      </a:cubicBezTo>
                      <a:cubicBezTo>
                        <a:pt x="4522" y="7182"/>
                        <a:pt x="5497" y="8201"/>
                        <a:pt x="6561" y="9132"/>
                      </a:cubicBezTo>
                      <a:cubicBezTo>
                        <a:pt x="7625" y="10107"/>
                        <a:pt x="8778" y="10950"/>
                        <a:pt x="9974" y="11615"/>
                      </a:cubicBezTo>
                      <a:cubicBezTo>
                        <a:pt x="11127" y="12368"/>
                        <a:pt x="12368" y="12900"/>
                        <a:pt x="13565" y="13299"/>
                      </a:cubicBezTo>
                      <a:cubicBezTo>
                        <a:pt x="15915" y="14142"/>
                        <a:pt x="18131" y="14230"/>
                        <a:pt x="19772" y="136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40" name="Forme libre : forme 24639">
                  <a:extLst>
                    <a:ext uri="{FF2B5EF4-FFF2-40B4-BE49-F238E27FC236}">
                      <a16:creationId xmlns:a16="http://schemas.microsoft.com/office/drawing/2014/main" id="{D24AC294-0609-4AB1-94AB-961CFE8E777D}"/>
                    </a:ext>
                  </a:extLst>
                </p:cNvPr>
                <p:cNvSpPr/>
                <p:nvPr/>
              </p:nvSpPr>
              <p:spPr>
                <a:xfrm>
                  <a:off x="6020504" y="1632088"/>
                  <a:ext cx="4478" cy="24958"/>
                </a:xfrm>
                <a:custGeom>
                  <a:avLst/>
                  <a:gdLst>
                    <a:gd name="connsiteX0" fmla="*/ 975 w 4478"/>
                    <a:gd name="connsiteY0" fmla="*/ 24958 h 24958"/>
                    <a:gd name="connsiteX1" fmla="*/ 1951 w 4478"/>
                    <a:gd name="connsiteY1" fmla="*/ 22077 h 24958"/>
                    <a:gd name="connsiteX2" fmla="*/ 3901 w 4478"/>
                    <a:gd name="connsiteY2" fmla="*/ 14807 h 24958"/>
                    <a:gd name="connsiteX3" fmla="*/ 4123 w 4478"/>
                    <a:gd name="connsiteY3" fmla="*/ 5497 h 24958"/>
                    <a:gd name="connsiteX4" fmla="*/ 0 w 4478"/>
                    <a:gd name="connsiteY4" fmla="*/ 0 h 24958"/>
                    <a:gd name="connsiteX5" fmla="*/ 1153 w 4478"/>
                    <a:gd name="connsiteY5" fmla="*/ 975 h 24958"/>
                    <a:gd name="connsiteX6" fmla="*/ 3280 w 4478"/>
                    <a:gd name="connsiteY6" fmla="*/ 5275 h 24958"/>
                    <a:gd name="connsiteX7" fmla="*/ 3679 w 4478"/>
                    <a:gd name="connsiteY7" fmla="*/ 13743 h 24958"/>
                    <a:gd name="connsiteX8" fmla="*/ 975 w 4478"/>
                    <a:gd name="connsiteY8" fmla="*/ 24958 h 24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78" h="24958">
                      <a:moveTo>
                        <a:pt x="975" y="24958"/>
                      </a:moveTo>
                      <a:cubicBezTo>
                        <a:pt x="975" y="24958"/>
                        <a:pt x="1330" y="23894"/>
                        <a:pt x="1951" y="22077"/>
                      </a:cubicBezTo>
                      <a:cubicBezTo>
                        <a:pt x="2527" y="20304"/>
                        <a:pt x="3325" y="17732"/>
                        <a:pt x="3901" y="14807"/>
                      </a:cubicBezTo>
                      <a:cubicBezTo>
                        <a:pt x="4477" y="11881"/>
                        <a:pt x="4743" y="8467"/>
                        <a:pt x="4123" y="5497"/>
                      </a:cubicBezTo>
                      <a:cubicBezTo>
                        <a:pt x="3502" y="2483"/>
                        <a:pt x="1862" y="266"/>
                        <a:pt x="0" y="0"/>
                      </a:cubicBezTo>
                      <a:cubicBezTo>
                        <a:pt x="0" y="0"/>
                        <a:pt x="443" y="222"/>
                        <a:pt x="1153" y="975"/>
                      </a:cubicBezTo>
                      <a:cubicBezTo>
                        <a:pt x="1773" y="1729"/>
                        <a:pt x="2704" y="3103"/>
                        <a:pt x="3280" y="5275"/>
                      </a:cubicBezTo>
                      <a:cubicBezTo>
                        <a:pt x="3857" y="7403"/>
                        <a:pt x="4079" y="10373"/>
                        <a:pt x="3679" y="13743"/>
                      </a:cubicBezTo>
                      <a:cubicBezTo>
                        <a:pt x="3280" y="17067"/>
                        <a:pt x="2261" y="20835"/>
                        <a:pt x="975" y="249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41" name="Forme libre : forme 24640">
                  <a:extLst>
                    <a:ext uri="{FF2B5EF4-FFF2-40B4-BE49-F238E27FC236}">
                      <a16:creationId xmlns:a16="http://schemas.microsoft.com/office/drawing/2014/main" id="{F2AE70BF-98DC-43AA-8C81-8CB13A95996C}"/>
                    </a:ext>
                  </a:extLst>
                </p:cNvPr>
                <p:cNvSpPr/>
                <p:nvPr/>
              </p:nvSpPr>
              <p:spPr>
                <a:xfrm>
                  <a:off x="6008871" y="1666899"/>
                  <a:ext cx="2503" cy="11386"/>
                </a:xfrm>
                <a:custGeom>
                  <a:avLst/>
                  <a:gdLst>
                    <a:gd name="connsiteX0" fmla="*/ 1747 w 2503"/>
                    <a:gd name="connsiteY0" fmla="*/ 11338 h 11386"/>
                    <a:gd name="connsiteX1" fmla="*/ 62 w 2503"/>
                    <a:gd name="connsiteY1" fmla="*/ 4555 h 11386"/>
                    <a:gd name="connsiteX2" fmla="*/ 2102 w 2503"/>
                    <a:gd name="connsiteY2" fmla="*/ 167 h 11386"/>
                    <a:gd name="connsiteX3" fmla="*/ 2501 w 2503"/>
                    <a:gd name="connsiteY3" fmla="*/ 6683 h 11386"/>
                    <a:gd name="connsiteX4" fmla="*/ 1747 w 2503"/>
                    <a:gd name="connsiteY4" fmla="*/ 11338 h 11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3" h="11386">
                      <a:moveTo>
                        <a:pt x="1747" y="11338"/>
                      </a:moveTo>
                      <a:cubicBezTo>
                        <a:pt x="949" y="10939"/>
                        <a:pt x="-292" y="7836"/>
                        <a:pt x="62" y="4555"/>
                      </a:cubicBezTo>
                      <a:cubicBezTo>
                        <a:pt x="373" y="1275"/>
                        <a:pt x="1614" y="-587"/>
                        <a:pt x="2102" y="167"/>
                      </a:cubicBezTo>
                      <a:cubicBezTo>
                        <a:pt x="2678" y="876"/>
                        <a:pt x="2412" y="3757"/>
                        <a:pt x="2501" y="6683"/>
                      </a:cubicBezTo>
                      <a:cubicBezTo>
                        <a:pt x="2501" y="9609"/>
                        <a:pt x="2589" y="11737"/>
                        <a:pt x="1747" y="1133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42" name="Forme libre : forme 24641">
                  <a:extLst>
                    <a:ext uri="{FF2B5EF4-FFF2-40B4-BE49-F238E27FC236}">
                      <a16:creationId xmlns:a16="http://schemas.microsoft.com/office/drawing/2014/main" id="{E2B2C0EF-FF78-4737-A19C-C18E39851B30}"/>
                    </a:ext>
                  </a:extLst>
                </p:cNvPr>
                <p:cNvSpPr/>
                <p:nvPr/>
              </p:nvSpPr>
              <p:spPr>
                <a:xfrm>
                  <a:off x="6010247" y="1676683"/>
                  <a:ext cx="1408" cy="3026"/>
                </a:xfrm>
                <a:custGeom>
                  <a:avLst/>
                  <a:gdLst>
                    <a:gd name="connsiteX0" fmla="*/ 1258 w 1408"/>
                    <a:gd name="connsiteY0" fmla="*/ 3017 h 3026"/>
                    <a:gd name="connsiteX1" fmla="*/ 194 w 1408"/>
                    <a:gd name="connsiteY1" fmla="*/ 1687 h 3026"/>
                    <a:gd name="connsiteX2" fmla="*/ 239 w 1408"/>
                    <a:gd name="connsiteY2" fmla="*/ 2 h 3026"/>
                    <a:gd name="connsiteX3" fmla="*/ 1214 w 1408"/>
                    <a:gd name="connsiteY3" fmla="*/ 1332 h 3026"/>
                    <a:gd name="connsiteX4" fmla="*/ 1258 w 1408"/>
                    <a:gd name="connsiteY4" fmla="*/ 3017 h 3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8" h="3026">
                      <a:moveTo>
                        <a:pt x="1258" y="3017"/>
                      </a:moveTo>
                      <a:cubicBezTo>
                        <a:pt x="992" y="3106"/>
                        <a:pt x="416" y="2574"/>
                        <a:pt x="194" y="1687"/>
                      </a:cubicBezTo>
                      <a:cubicBezTo>
                        <a:pt x="-72" y="800"/>
                        <a:pt x="-72" y="47"/>
                        <a:pt x="239" y="2"/>
                      </a:cubicBezTo>
                      <a:cubicBezTo>
                        <a:pt x="549" y="-42"/>
                        <a:pt x="948" y="534"/>
                        <a:pt x="1214" y="1332"/>
                      </a:cubicBezTo>
                      <a:cubicBezTo>
                        <a:pt x="1391" y="2175"/>
                        <a:pt x="1524" y="2884"/>
                        <a:pt x="1258" y="30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43" name="Forme libre : forme 24642">
                  <a:extLst>
                    <a:ext uri="{FF2B5EF4-FFF2-40B4-BE49-F238E27FC236}">
                      <a16:creationId xmlns:a16="http://schemas.microsoft.com/office/drawing/2014/main" id="{D5D7535E-1F86-41E5-9264-64FA837F7946}"/>
                    </a:ext>
                  </a:extLst>
                </p:cNvPr>
                <p:cNvSpPr/>
                <p:nvPr/>
              </p:nvSpPr>
              <p:spPr>
                <a:xfrm>
                  <a:off x="6014152" y="1667520"/>
                  <a:ext cx="7068" cy="23887"/>
                </a:xfrm>
                <a:custGeom>
                  <a:avLst/>
                  <a:gdLst>
                    <a:gd name="connsiteX0" fmla="*/ 6973 w 7068"/>
                    <a:gd name="connsiteY0" fmla="*/ 18563 h 23887"/>
                    <a:gd name="connsiteX1" fmla="*/ 5554 w 7068"/>
                    <a:gd name="connsiteY1" fmla="*/ 23529 h 23887"/>
                    <a:gd name="connsiteX2" fmla="*/ 2806 w 7068"/>
                    <a:gd name="connsiteY2" fmla="*/ 23041 h 23887"/>
                    <a:gd name="connsiteX3" fmla="*/ 899 w 7068"/>
                    <a:gd name="connsiteY3" fmla="*/ 19760 h 23887"/>
                    <a:gd name="connsiteX4" fmla="*/ 678 w 7068"/>
                    <a:gd name="connsiteY4" fmla="*/ 11781 h 23887"/>
                    <a:gd name="connsiteX5" fmla="*/ 146 w 7068"/>
                    <a:gd name="connsiteY5" fmla="*/ 8766 h 23887"/>
                    <a:gd name="connsiteX6" fmla="*/ 190 w 7068"/>
                    <a:gd name="connsiteY6" fmla="*/ 4333 h 23887"/>
                    <a:gd name="connsiteX7" fmla="*/ 2362 w 7068"/>
                    <a:gd name="connsiteY7" fmla="*/ 344 h 23887"/>
                    <a:gd name="connsiteX8" fmla="*/ 3382 w 7068"/>
                    <a:gd name="connsiteY8" fmla="*/ 6505 h 23887"/>
                    <a:gd name="connsiteX9" fmla="*/ 5155 w 7068"/>
                    <a:gd name="connsiteY9" fmla="*/ 12490 h 23887"/>
                    <a:gd name="connsiteX10" fmla="*/ 6973 w 7068"/>
                    <a:gd name="connsiteY10" fmla="*/ 18563 h 23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068" h="23887">
                      <a:moveTo>
                        <a:pt x="6973" y="18563"/>
                      </a:moveTo>
                      <a:cubicBezTo>
                        <a:pt x="7327" y="20824"/>
                        <a:pt x="6662" y="22376"/>
                        <a:pt x="5554" y="23529"/>
                      </a:cubicBezTo>
                      <a:cubicBezTo>
                        <a:pt x="5155" y="23972"/>
                        <a:pt x="4269" y="24193"/>
                        <a:pt x="2806" y="23041"/>
                      </a:cubicBezTo>
                      <a:cubicBezTo>
                        <a:pt x="1476" y="21977"/>
                        <a:pt x="1077" y="20603"/>
                        <a:pt x="899" y="19760"/>
                      </a:cubicBezTo>
                      <a:cubicBezTo>
                        <a:pt x="633" y="17101"/>
                        <a:pt x="1254" y="15150"/>
                        <a:pt x="678" y="11781"/>
                      </a:cubicBezTo>
                      <a:cubicBezTo>
                        <a:pt x="633" y="11249"/>
                        <a:pt x="279" y="10141"/>
                        <a:pt x="146" y="8766"/>
                      </a:cubicBezTo>
                      <a:cubicBezTo>
                        <a:pt x="-76" y="7392"/>
                        <a:pt x="-32" y="5796"/>
                        <a:pt x="190" y="4333"/>
                      </a:cubicBezTo>
                      <a:cubicBezTo>
                        <a:pt x="633" y="1407"/>
                        <a:pt x="1786" y="-898"/>
                        <a:pt x="2362" y="344"/>
                      </a:cubicBezTo>
                      <a:cubicBezTo>
                        <a:pt x="2983" y="1585"/>
                        <a:pt x="2939" y="4156"/>
                        <a:pt x="3382" y="6505"/>
                      </a:cubicBezTo>
                      <a:cubicBezTo>
                        <a:pt x="3737" y="8855"/>
                        <a:pt x="4756" y="11205"/>
                        <a:pt x="5155" y="12490"/>
                      </a:cubicBezTo>
                      <a:cubicBezTo>
                        <a:pt x="6042" y="14707"/>
                        <a:pt x="6751" y="16879"/>
                        <a:pt x="6973" y="1856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61" name="Graphique 2">
                <a:extLst>
                  <a:ext uri="{FF2B5EF4-FFF2-40B4-BE49-F238E27FC236}">
                    <a16:creationId xmlns:a16="http://schemas.microsoft.com/office/drawing/2014/main" id="{ADBB8187-9749-41E6-9F58-1D5FE34E3875}"/>
                  </a:ext>
                </a:extLst>
              </p:cNvPr>
              <p:cNvGrpSpPr/>
              <p:nvPr/>
            </p:nvGrpSpPr>
            <p:grpSpPr>
              <a:xfrm>
                <a:off x="6021599" y="1691089"/>
                <a:ext cx="29521" cy="66758"/>
                <a:chOff x="6021599" y="1691089"/>
                <a:chExt cx="29521" cy="66758"/>
              </a:xfrm>
              <a:solidFill>
                <a:schemeClr val="accent1"/>
              </a:solidFill>
            </p:grpSpPr>
            <p:sp>
              <p:nvSpPr>
                <p:cNvPr id="24620" name="Forme libre : forme 24619">
                  <a:extLst>
                    <a:ext uri="{FF2B5EF4-FFF2-40B4-BE49-F238E27FC236}">
                      <a16:creationId xmlns:a16="http://schemas.microsoft.com/office/drawing/2014/main" id="{46CE27F6-0728-4B39-8645-719FD44BE7E2}"/>
                    </a:ext>
                  </a:extLst>
                </p:cNvPr>
                <p:cNvSpPr/>
                <p:nvPr/>
              </p:nvSpPr>
              <p:spPr>
                <a:xfrm>
                  <a:off x="6021599" y="1691089"/>
                  <a:ext cx="29521" cy="66758"/>
                </a:xfrm>
                <a:custGeom>
                  <a:avLst/>
                  <a:gdLst>
                    <a:gd name="connsiteX0" fmla="*/ 7550 w 29521"/>
                    <a:gd name="connsiteY0" fmla="*/ 41852 h 66758"/>
                    <a:gd name="connsiteX1" fmla="*/ 9545 w 29521"/>
                    <a:gd name="connsiteY1" fmla="*/ 31700 h 66758"/>
                    <a:gd name="connsiteX2" fmla="*/ 7993 w 29521"/>
                    <a:gd name="connsiteY2" fmla="*/ 23676 h 66758"/>
                    <a:gd name="connsiteX3" fmla="*/ 5111 w 29521"/>
                    <a:gd name="connsiteY3" fmla="*/ 18401 h 66758"/>
                    <a:gd name="connsiteX4" fmla="*/ 2141 w 29521"/>
                    <a:gd name="connsiteY4" fmla="*/ 13258 h 66758"/>
                    <a:gd name="connsiteX5" fmla="*/ 191 w 29521"/>
                    <a:gd name="connsiteY5" fmla="*/ 8870 h 66758"/>
                    <a:gd name="connsiteX6" fmla="*/ 501 w 29521"/>
                    <a:gd name="connsiteY6" fmla="*/ 5633 h 66758"/>
                    <a:gd name="connsiteX7" fmla="*/ 3604 w 29521"/>
                    <a:gd name="connsiteY7" fmla="*/ 1156 h 66758"/>
                    <a:gd name="connsiteX8" fmla="*/ 6707 w 29521"/>
                    <a:gd name="connsiteY8" fmla="*/ 3 h 66758"/>
                    <a:gd name="connsiteX9" fmla="*/ 12249 w 29521"/>
                    <a:gd name="connsiteY9" fmla="*/ 1422 h 66758"/>
                    <a:gd name="connsiteX10" fmla="*/ 19253 w 29521"/>
                    <a:gd name="connsiteY10" fmla="*/ 6210 h 66758"/>
                    <a:gd name="connsiteX11" fmla="*/ 25903 w 29521"/>
                    <a:gd name="connsiteY11" fmla="*/ 15165 h 66758"/>
                    <a:gd name="connsiteX12" fmla="*/ 29494 w 29521"/>
                    <a:gd name="connsiteY12" fmla="*/ 32409 h 66758"/>
                    <a:gd name="connsiteX13" fmla="*/ 26701 w 29521"/>
                    <a:gd name="connsiteY13" fmla="*/ 47748 h 66758"/>
                    <a:gd name="connsiteX14" fmla="*/ 19785 w 29521"/>
                    <a:gd name="connsiteY14" fmla="*/ 61978 h 66758"/>
                    <a:gd name="connsiteX15" fmla="*/ 16372 w 29521"/>
                    <a:gd name="connsiteY15" fmla="*/ 65657 h 66758"/>
                    <a:gd name="connsiteX16" fmla="*/ 13180 w 29521"/>
                    <a:gd name="connsiteY16" fmla="*/ 66677 h 66758"/>
                    <a:gd name="connsiteX17" fmla="*/ 7816 w 29521"/>
                    <a:gd name="connsiteY17" fmla="*/ 65259 h 66758"/>
                    <a:gd name="connsiteX18" fmla="*/ 5510 w 29521"/>
                    <a:gd name="connsiteY18" fmla="*/ 62909 h 66758"/>
                    <a:gd name="connsiteX19" fmla="*/ 4624 w 29521"/>
                    <a:gd name="connsiteY19" fmla="*/ 57412 h 66758"/>
                    <a:gd name="connsiteX20" fmla="*/ 7550 w 29521"/>
                    <a:gd name="connsiteY20" fmla="*/ 41852 h 66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521" h="66758">
                      <a:moveTo>
                        <a:pt x="7550" y="41852"/>
                      </a:moveTo>
                      <a:cubicBezTo>
                        <a:pt x="8702" y="38128"/>
                        <a:pt x="9456" y="34670"/>
                        <a:pt x="9545" y="31700"/>
                      </a:cubicBezTo>
                      <a:cubicBezTo>
                        <a:pt x="9678" y="28685"/>
                        <a:pt x="9234" y="26159"/>
                        <a:pt x="7993" y="23676"/>
                      </a:cubicBezTo>
                      <a:cubicBezTo>
                        <a:pt x="7151" y="21947"/>
                        <a:pt x="6220" y="20130"/>
                        <a:pt x="5111" y="18401"/>
                      </a:cubicBezTo>
                      <a:cubicBezTo>
                        <a:pt x="4225" y="16583"/>
                        <a:pt x="2895" y="14943"/>
                        <a:pt x="2141" y="13258"/>
                      </a:cubicBezTo>
                      <a:cubicBezTo>
                        <a:pt x="1255" y="11618"/>
                        <a:pt x="501" y="10199"/>
                        <a:pt x="191" y="8870"/>
                      </a:cubicBezTo>
                      <a:cubicBezTo>
                        <a:pt x="-120" y="7540"/>
                        <a:pt x="-75" y="6431"/>
                        <a:pt x="501" y="5633"/>
                      </a:cubicBezTo>
                      <a:lnTo>
                        <a:pt x="3604" y="1156"/>
                      </a:lnTo>
                      <a:cubicBezTo>
                        <a:pt x="4181" y="358"/>
                        <a:pt x="5244" y="-41"/>
                        <a:pt x="6707" y="3"/>
                      </a:cubicBezTo>
                      <a:cubicBezTo>
                        <a:pt x="8170" y="92"/>
                        <a:pt x="10121" y="447"/>
                        <a:pt x="12249" y="1422"/>
                      </a:cubicBezTo>
                      <a:cubicBezTo>
                        <a:pt x="14332" y="2574"/>
                        <a:pt x="16904" y="3816"/>
                        <a:pt x="19253" y="6210"/>
                      </a:cubicBezTo>
                      <a:cubicBezTo>
                        <a:pt x="21691" y="8382"/>
                        <a:pt x="24130" y="11441"/>
                        <a:pt x="25903" y="15165"/>
                      </a:cubicBezTo>
                      <a:cubicBezTo>
                        <a:pt x="28607" y="20440"/>
                        <a:pt x="29715" y="26779"/>
                        <a:pt x="29494" y="32409"/>
                      </a:cubicBezTo>
                      <a:cubicBezTo>
                        <a:pt x="29316" y="38084"/>
                        <a:pt x="28075" y="43182"/>
                        <a:pt x="26701" y="47748"/>
                      </a:cubicBezTo>
                      <a:cubicBezTo>
                        <a:pt x="24706" y="54131"/>
                        <a:pt x="22135" y="58786"/>
                        <a:pt x="19785" y="61978"/>
                      </a:cubicBezTo>
                      <a:cubicBezTo>
                        <a:pt x="18677" y="63574"/>
                        <a:pt x="17524" y="64682"/>
                        <a:pt x="16372" y="65657"/>
                      </a:cubicBezTo>
                      <a:cubicBezTo>
                        <a:pt x="15219" y="66544"/>
                        <a:pt x="14155" y="66943"/>
                        <a:pt x="13180" y="66677"/>
                      </a:cubicBezTo>
                      <a:lnTo>
                        <a:pt x="7816" y="65259"/>
                      </a:lnTo>
                      <a:cubicBezTo>
                        <a:pt x="6840" y="64993"/>
                        <a:pt x="6087" y="64150"/>
                        <a:pt x="5510" y="62909"/>
                      </a:cubicBezTo>
                      <a:cubicBezTo>
                        <a:pt x="4934" y="61712"/>
                        <a:pt x="4668" y="59673"/>
                        <a:pt x="4624" y="57412"/>
                      </a:cubicBezTo>
                      <a:cubicBezTo>
                        <a:pt x="4668" y="52802"/>
                        <a:pt x="5909" y="47083"/>
                        <a:pt x="7550" y="4185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21" name="Forme libre : forme 24620">
                  <a:extLst>
                    <a:ext uri="{FF2B5EF4-FFF2-40B4-BE49-F238E27FC236}">
                      <a16:creationId xmlns:a16="http://schemas.microsoft.com/office/drawing/2014/main" id="{A1C0F4D2-D9D2-46F1-9FEC-A8875BBEC238}"/>
                    </a:ext>
                  </a:extLst>
                </p:cNvPr>
                <p:cNvSpPr/>
                <p:nvPr/>
              </p:nvSpPr>
              <p:spPr>
                <a:xfrm>
                  <a:off x="6021687" y="1694772"/>
                  <a:ext cx="16624" cy="61531"/>
                </a:xfrm>
                <a:custGeom>
                  <a:avLst/>
                  <a:gdLst>
                    <a:gd name="connsiteX0" fmla="*/ 15219 w 16624"/>
                    <a:gd name="connsiteY0" fmla="*/ 20924 h 61531"/>
                    <a:gd name="connsiteX1" fmla="*/ 8569 w 16624"/>
                    <a:gd name="connsiteY1" fmla="*/ 9398 h 61531"/>
                    <a:gd name="connsiteX2" fmla="*/ 4801 w 16624"/>
                    <a:gd name="connsiteY2" fmla="*/ 4433 h 61531"/>
                    <a:gd name="connsiteX3" fmla="*/ 1831 w 16624"/>
                    <a:gd name="connsiteY3" fmla="*/ 0 h 61531"/>
                    <a:gd name="connsiteX4" fmla="*/ 501 w 16624"/>
                    <a:gd name="connsiteY4" fmla="*/ 1951 h 61531"/>
                    <a:gd name="connsiteX5" fmla="*/ 191 w 16624"/>
                    <a:gd name="connsiteY5" fmla="*/ 5187 h 61531"/>
                    <a:gd name="connsiteX6" fmla="*/ 2141 w 16624"/>
                    <a:gd name="connsiteY6" fmla="*/ 9576 h 61531"/>
                    <a:gd name="connsiteX7" fmla="*/ 5112 w 16624"/>
                    <a:gd name="connsiteY7" fmla="*/ 14718 h 61531"/>
                    <a:gd name="connsiteX8" fmla="*/ 7993 w 16624"/>
                    <a:gd name="connsiteY8" fmla="*/ 19993 h 61531"/>
                    <a:gd name="connsiteX9" fmla="*/ 9545 w 16624"/>
                    <a:gd name="connsiteY9" fmla="*/ 28017 h 61531"/>
                    <a:gd name="connsiteX10" fmla="*/ 7550 w 16624"/>
                    <a:gd name="connsiteY10" fmla="*/ 38169 h 61531"/>
                    <a:gd name="connsiteX11" fmla="*/ 4668 w 16624"/>
                    <a:gd name="connsiteY11" fmla="*/ 53640 h 61531"/>
                    <a:gd name="connsiteX12" fmla="*/ 5555 w 16624"/>
                    <a:gd name="connsiteY12" fmla="*/ 59138 h 61531"/>
                    <a:gd name="connsiteX13" fmla="*/ 7860 w 16624"/>
                    <a:gd name="connsiteY13" fmla="*/ 61487 h 61531"/>
                    <a:gd name="connsiteX14" fmla="*/ 8037 w 16624"/>
                    <a:gd name="connsiteY14" fmla="*/ 61531 h 61531"/>
                    <a:gd name="connsiteX15" fmla="*/ 11052 w 16624"/>
                    <a:gd name="connsiteY15" fmla="*/ 50759 h 61531"/>
                    <a:gd name="connsiteX16" fmla="*/ 14510 w 16624"/>
                    <a:gd name="connsiteY16" fmla="*/ 40519 h 61531"/>
                    <a:gd name="connsiteX17" fmla="*/ 16593 w 16624"/>
                    <a:gd name="connsiteY17" fmla="*/ 30455 h 61531"/>
                    <a:gd name="connsiteX18" fmla="*/ 15219 w 16624"/>
                    <a:gd name="connsiteY18" fmla="*/ 20924 h 6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6624" h="61531">
                      <a:moveTo>
                        <a:pt x="15219" y="20924"/>
                      </a:moveTo>
                      <a:cubicBezTo>
                        <a:pt x="13623" y="16713"/>
                        <a:pt x="11141" y="12945"/>
                        <a:pt x="8569" y="9398"/>
                      </a:cubicBezTo>
                      <a:cubicBezTo>
                        <a:pt x="7195" y="7714"/>
                        <a:pt x="5954" y="5985"/>
                        <a:pt x="4801" y="4433"/>
                      </a:cubicBezTo>
                      <a:cubicBezTo>
                        <a:pt x="3560" y="2926"/>
                        <a:pt x="2585" y="1419"/>
                        <a:pt x="1831" y="0"/>
                      </a:cubicBezTo>
                      <a:lnTo>
                        <a:pt x="501" y="1951"/>
                      </a:lnTo>
                      <a:cubicBezTo>
                        <a:pt x="-75" y="2749"/>
                        <a:pt x="-120" y="3901"/>
                        <a:pt x="191" y="5187"/>
                      </a:cubicBezTo>
                      <a:cubicBezTo>
                        <a:pt x="457" y="6517"/>
                        <a:pt x="1255" y="7980"/>
                        <a:pt x="2141" y="9576"/>
                      </a:cubicBezTo>
                      <a:cubicBezTo>
                        <a:pt x="2895" y="11260"/>
                        <a:pt x="4225" y="12900"/>
                        <a:pt x="5112" y="14718"/>
                      </a:cubicBezTo>
                      <a:cubicBezTo>
                        <a:pt x="6220" y="16491"/>
                        <a:pt x="7151" y="18264"/>
                        <a:pt x="7993" y="19993"/>
                      </a:cubicBezTo>
                      <a:cubicBezTo>
                        <a:pt x="9279" y="22476"/>
                        <a:pt x="9678" y="25003"/>
                        <a:pt x="9545" y="28017"/>
                      </a:cubicBezTo>
                      <a:cubicBezTo>
                        <a:pt x="9412" y="31032"/>
                        <a:pt x="8658" y="34445"/>
                        <a:pt x="7550" y="38169"/>
                      </a:cubicBezTo>
                      <a:cubicBezTo>
                        <a:pt x="5910" y="43400"/>
                        <a:pt x="4624" y="49119"/>
                        <a:pt x="4668" y="53640"/>
                      </a:cubicBezTo>
                      <a:cubicBezTo>
                        <a:pt x="4713" y="55901"/>
                        <a:pt x="4978" y="57941"/>
                        <a:pt x="5555" y="59138"/>
                      </a:cubicBezTo>
                      <a:cubicBezTo>
                        <a:pt x="6131" y="60423"/>
                        <a:pt x="6885" y="61265"/>
                        <a:pt x="7860" y="61487"/>
                      </a:cubicBezTo>
                      <a:lnTo>
                        <a:pt x="8037" y="61531"/>
                      </a:lnTo>
                      <a:cubicBezTo>
                        <a:pt x="8835" y="58029"/>
                        <a:pt x="9899" y="54217"/>
                        <a:pt x="11052" y="50759"/>
                      </a:cubicBezTo>
                      <a:cubicBezTo>
                        <a:pt x="12249" y="47257"/>
                        <a:pt x="13446" y="43888"/>
                        <a:pt x="14510" y="40519"/>
                      </a:cubicBezTo>
                      <a:cubicBezTo>
                        <a:pt x="15485" y="37149"/>
                        <a:pt x="16416" y="33780"/>
                        <a:pt x="16593" y="30455"/>
                      </a:cubicBezTo>
                      <a:cubicBezTo>
                        <a:pt x="16726" y="27175"/>
                        <a:pt x="16460" y="23850"/>
                        <a:pt x="15219" y="2092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22" name="Forme libre : forme 24621">
                  <a:extLst>
                    <a:ext uri="{FF2B5EF4-FFF2-40B4-BE49-F238E27FC236}">
                      <a16:creationId xmlns:a16="http://schemas.microsoft.com/office/drawing/2014/main" id="{004FD231-A70C-43D3-B2F8-15F33672BB88}"/>
                    </a:ext>
                  </a:extLst>
                </p:cNvPr>
                <p:cNvSpPr/>
                <p:nvPr/>
              </p:nvSpPr>
              <p:spPr>
                <a:xfrm>
                  <a:off x="6034794" y="1712085"/>
                  <a:ext cx="9524" cy="30929"/>
                </a:xfrm>
                <a:custGeom>
                  <a:avLst/>
                  <a:gdLst>
                    <a:gd name="connsiteX0" fmla="*/ 1137 w 9524"/>
                    <a:gd name="connsiteY0" fmla="*/ 30875 h 30929"/>
                    <a:gd name="connsiteX1" fmla="*/ 73 w 9524"/>
                    <a:gd name="connsiteY1" fmla="*/ 25599 h 30929"/>
                    <a:gd name="connsiteX2" fmla="*/ 1713 w 9524"/>
                    <a:gd name="connsiteY2" fmla="*/ 14960 h 30929"/>
                    <a:gd name="connsiteX3" fmla="*/ 2422 w 9524"/>
                    <a:gd name="connsiteY3" fmla="*/ 9507 h 30929"/>
                    <a:gd name="connsiteX4" fmla="*/ 2777 w 9524"/>
                    <a:gd name="connsiteY4" fmla="*/ 5030 h 30929"/>
                    <a:gd name="connsiteX5" fmla="*/ 3132 w 9524"/>
                    <a:gd name="connsiteY5" fmla="*/ 1705 h 30929"/>
                    <a:gd name="connsiteX6" fmla="*/ 4018 w 9524"/>
                    <a:gd name="connsiteY6" fmla="*/ 65 h 30929"/>
                    <a:gd name="connsiteX7" fmla="*/ 5880 w 9524"/>
                    <a:gd name="connsiteY7" fmla="*/ 730 h 30929"/>
                    <a:gd name="connsiteX8" fmla="*/ 8008 w 9524"/>
                    <a:gd name="connsiteY8" fmla="*/ 3921 h 30929"/>
                    <a:gd name="connsiteX9" fmla="*/ 9382 w 9524"/>
                    <a:gd name="connsiteY9" fmla="*/ 9374 h 30929"/>
                    <a:gd name="connsiteX10" fmla="*/ 9205 w 9524"/>
                    <a:gd name="connsiteY10" fmla="*/ 16157 h 30929"/>
                    <a:gd name="connsiteX11" fmla="*/ 5171 w 9524"/>
                    <a:gd name="connsiteY11" fmla="*/ 27284 h 30929"/>
                    <a:gd name="connsiteX12" fmla="*/ 1137 w 9524"/>
                    <a:gd name="connsiteY12" fmla="*/ 30875 h 30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524" h="30929">
                      <a:moveTo>
                        <a:pt x="1137" y="30875"/>
                      </a:moveTo>
                      <a:cubicBezTo>
                        <a:pt x="117" y="30520"/>
                        <a:pt x="-149" y="28525"/>
                        <a:pt x="73" y="25599"/>
                      </a:cubicBezTo>
                      <a:cubicBezTo>
                        <a:pt x="294" y="22673"/>
                        <a:pt x="1048" y="18905"/>
                        <a:pt x="1713" y="14960"/>
                      </a:cubicBezTo>
                      <a:cubicBezTo>
                        <a:pt x="1979" y="13009"/>
                        <a:pt x="2289" y="11147"/>
                        <a:pt x="2422" y="9507"/>
                      </a:cubicBezTo>
                      <a:cubicBezTo>
                        <a:pt x="2644" y="7822"/>
                        <a:pt x="2600" y="6360"/>
                        <a:pt x="2777" y="5030"/>
                      </a:cubicBezTo>
                      <a:cubicBezTo>
                        <a:pt x="2777" y="3744"/>
                        <a:pt x="2910" y="2591"/>
                        <a:pt x="3132" y="1705"/>
                      </a:cubicBezTo>
                      <a:cubicBezTo>
                        <a:pt x="3309" y="862"/>
                        <a:pt x="3530" y="286"/>
                        <a:pt x="4018" y="65"/>
                      </a:cubicBezTo>
                      <a:cubicBezTo>
                        <a:pt x="4506" y="-113"/>
                        <a:pt x="5171" y="65"/>
                        <a:pt x="5880" y="730"/>
                      </a:cubicBezTo>
                      <a:cubicBezTo>
                        <a:pt x="6545" y="1394"/>
                        <a:pt x="7254" y="2458"/>
                        <a:pt x="8008" y="3921"/>
                      </a:cubicBezTo>
                      <a:cubicBezTo>
                        <a:pt x="8584" y="5384"/>
                        <a:pt x="9205" y="7246"/>
                        <a:pt x="9382" y="9374"/>
                      </a:cubicBezTo>
                      <a:cubicBezTo>
                        <a:pt x="9648" y="11502"/>
                        <a:pt x="9515" y="13807"/>
                        <a:pt x="9205" y="16157"/>
                      </a:cubicBezTo>
                      <a:cubicBezTo>
                        <a:pt x="8407" y="20856"/>
                        <a:pt x="6722" y="24668"/>
                        <a:pt x="5171" y="27284"/>
                      </a:cubicBezTo>
                      <a:cubicBezTo>
                        <a:pt x="3619" y="29855"/>
                        <a:pt x="2156" y="31229"/>
                        <a:pt x="1137" y="30875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23" name="Forme libre : forme 24622">
                  <a:extLst>
                    <a:ext uri="{FF2B5EF4-FFF2-40B4-BE49-F238E27FC236}">
                      <a16:creationId xmlns:a16="http://schemas.microsoft.com/office/drawing/2014/main" id="{EDE74A80-F8C1-49E3-9E75-0DD0959684A1}"/>
                    </a:ext>
                  </a:extLst>
                </p:cNvPr>
                <p:cNvSpPr/>
                <p:nvPr/>
              </p:nvSpPr>
              <p:spPr>
                <a:xfrm>
                  <a:off x="6035399" y="1712087"/>
                  <a:ext cx="8245" cy="21563"/>
                </a:xfrm>
                <a:custGeom>
                  <a:avLst/>
                  <a:gdLst>
                    <a:gd name="connsiteX0" fmla="*/ 8246 w 8245"/>
                    <a:gd name="connsiteY0" fmla="*/ 6402 h 21563"/>
                    <a:gd name="connsiteX1" fmla="*/ 5807 w 8245"/>
                    <a:gd name="connsiteY1" fmla="*/ 1304 h 21563"/>
                    <a:gd name="connsiteX2" fmla="*/ 3458 w 8245"/>
                    <a:gd name="connsiteY2" fmla="*/ 63 h 21563"/>
                    <a:gd name="connsiteX3" fmla="*/ 2571 w 8245"/>
                    <a:gd name="connsiteY3" fmla="*/ 1703 h 21563"/>
                    <a:gd name="connsiteX4" fmla="*/ 2217 w 8245"/>
                    <a:gd name="connsiteY4" fmla="*/ 5028 h 21563"/>
                    <a:gd name="connsiteX5" fmla="*/ 1862 w 8245"/>
                    <a:gd name="connsiteY5" fmla="*/ 9505 h 21563"/>
                    <a:gd name="connsiteX6" fmla="*/ 1153 w 8245"/>
                    <a:gd name="connsiteY6" fmla="*/ 14958 h 21563"/>
                    <a:gd name="connsiteX7" fmla="*/ 0 w 8245"/>
                    <a:gd name="connsiteY7" fmla="*/ 21563 h 21563"/>
                    <a:gd name="connsiteX8" fmla="*/ 1197 w 8245"/>
                    <a:gd name="connsiteY8" fmla="*/ 18017 h 21563"/>
                    <a:gd name="connsiteX9" fmla="*/ 4788 w 8245"/>
                    <a:gd name="connsiteY9" fmla="*/ 9949 h 21563"/>
                    <a:gd name="connsiteX10" fmla="*/ 8246 w 8245"/>
                    <a:gd name="connsiteY10" fmla="*/ 6402 h 2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45" h="21563">
                      <a:moveTo>
                        <a:pt x="8246" y="6402"/>
                      </a:moveTo>
                      <a:cubicBezTo>
                        <a:pt x="7758" y="4097"/>
                        <a:pt x="6650" y="2368"/>
                        <a:pt x="5807" y="1304"/>
                      </a:cubicBezTo>
                      <a:cubicBezTo>
                        <a:pt x="5009" y="196"/>
                        <a:pt x="3990" y="-159"/>
                        <a:pt x="3458" y="63"/>
                      </a:cubicBezTo>
                      <a:cubicBezTo>
                        <a:pt x="2970" y="240"/>
                        <a:pt x="2704" y="816"/>
                        <a:pt x="2571" y="1703"/>
                      </a:cubicBezTo>
                      <a:cubicBezTo>
                        <a:pt x="2350" y="2590"/>
                        <a:pt x="2217" y="3698"/>
                        <a:pt x="2217" y="5028"/>
                      </a:cubicBezTo>
                      <a:cubicBezTo>
                        <a:pt x="2039" y="6358"/>
                        <a:pt x="2084" y="7865"/>
                        <a:pt x="1862" y="9505"/>
                      </a:cubicBezTo>
                      <a:cubicBezTo>
                        <a:pt x="1729" y="11145"/>
                        <a:pt x="1419" y="13007"/>
                        <a:pt x="1153" y="14958"/>
                      </a:cubicBezTo>
                      <a:cubicBezTo>
                        <a:pt x="754" y="17174"/>
                        <a:pt x="399" y="19258"/>
                        <a:pt x="0" y="21563"/>
                      </a:cubicBezTo>
                      <a:cubicBezTo>
                        <a:pt x="310" y="20322"/>
                        <a:pt x="842" y="19125"/>
                        <a:pt x="1197" y="18017"/>
                      </a:cubicBezTo>
                      <a:cubicBezTo>
                        <a:pt x="2527" y="14914"/>
                        <a:pt x="3768" y="12121"/>
                        <a:pt x="4788" y="9949"/>
                      </a:cubicBezTo>
                      <a:cubicBezTo>
                        <a:pt x="6029" y="7776"/>
                        <a:pt x="6871" y="6269"/>
                        <a:pt x="8246" y="6402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24" name="Forme libre : forme 24623">
                  <a:extLst>
                    <a:ext uri="{FF2B5EF4-FFF2-40B4-BE49-F238E27FC236}">
                      <a16:creationId xmlns:a16="http://schemas.microsoft.com/office/drawing/2014/main" id="{8EF0B9F0-D3BE-43AF-92F9-34BF4B8B9A09}"/>
                    </a:ext>
                  </a:extLst>
                </p:cNvPr>
                <p:cNvSpPr/>
                <p:nvPr/>
              </p:nvSpPr>
              <p:spPr>
                <a:xfrm>
                  <a:off x="6033467" y="1713914"/>
                  <a:ext cx="9999" cy="30385"/>
                </a:xfrm>
                <a:custGeom>
                  <a:avLst/>
                  <a:gdLst>
                    <a:gd name="connsiteX0" fmla="*/ 1135 w 9999"/>
                    <a:gd name="connsiteY0" fmla="*/ 30332 h 30385"/>
                    <a:gd name="connsiteX1" fmla="*/ 115 w 9999"/>
                    <a:gd name="connsiteY1" fmla="*/ 25056 h 30385"/>
                    <a:gd name="connsiteX2" fmla="*/ 1977 w 9999"/>
                    <a:gd name="connsiteY2" fmla="*/ 14461 h 30385"/>
                    <a:gd name="connsiteX3" fmla="*/ 2952 w 9999"/>
                    <a:gd name="connsiteY3" fmla="*/ 9097 h 30385"/>
                    <a:gd name="connsiteX4" fmla="*/ 3351 w 9999"/>
                    <a:gd name="connsiteY4" fmla="*/ 6792 h 30385"/>
                    <a:gd name="connsiteX5" fmla="*/ 3573 w 9999"/>
                    <a:gd name="connsiteY5" fmla="*/ 4753 h 30385"/>
                    <a:gd name="connsiteX6" fmla="*/ 4149 w 9999"/>
                    <a:gd name="connsiteY6" fmla="*/ 1605 h 30385"/>
                    <a:gd name="connsiteX7" fmla="*/ 5257 w 9999"/>
                    <a:gd name="connsiteY7" fmla="*/ 54 h 30385"/>
                    <a:gd name="connsiteX8" fmla="*/ 6986 w 9999"/>
                    <a:gd name="connsiteY8" fmla="*/ 807 h 30385"/>
                    <a:gd name="connsiteX9" fmla="*/ 8892 w 9999"/>
                    <a:gd name="connsiteY9" fmla="*/ 3999 h 30385"/>
                    <a:gd name="connsiteX10" fmla="*/ 9646 w 9999"/>
                    <a:gd name="connsiteY10" fmla="*/ 6437 h 30385"/>
                    <a:gd name="connsiteX11" fmla="*/ 9957 w 9999"/>
                    <a:gd name="connsiteY11" fmla="*/ 9319 h 30385"/>
                    <a:gd name="connsiteX12" fmla="*/ 9469 w 9999"/>
                    <a:gd name="connsiteY12" fmla="*/ 15880 h 30385"/>
                    <a:gd name="connsiteX13" fmla="*/ 5257 w 9999"/>
                    <a:gd name="connsiteY13" fmla="*/ 26741 h 30385"/>
                    <a:gd name="connsiteX14" fmla="*/ 1135 w 9999"/>
                    <a:gd name="connsiteY14" fmla="*/ 30332 h 30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999" h="30385">
                      <a:moveTo>
                        <a:pt x="1135" y="30332"/>
                      </a:moveTo>
                      <a:cubicBezTo>
                        <a:pt x="115" y="29977"/>
                        <a:pt x="-195" y="27982"/>
                        <a:pt x="115" y="25056"/>
                      </a:cubicBezTo>
                      <a:cubicBezTo>
                        <a:pt x="337" y="22130"/>
                        <a:pt x="1223" y="18318"/>
                        <a:pt x="1977" y="14461"/>
                      </a:cubicBezTo>
                      <a:cubicBezTo>
                        <a:pt x="2376" y="12511"/>
                        <a:pt x="2686" y="10737"/>
                        <a:pt x="2952" y="9097"/>
                      </a:cubicBezTo>
                      <a:cubicBezTo>
                        <a:pt x="3041" y="8299"/>
                        <a:pt x="3174" y="7501"/>
                        <a:pt x="3351" y="6792"/>
                      </a:cubicBezTo>
                      <a:cubicBezTo>
                        <a:pt x="3395" y="6083"/>
                        <a:pt x="3484" y="5418"/>
                        <a:pt x="3573" y="4753"/>
                      </a:cubicBezTo>
                      <a:cubicBezTo>
                        <a:pt x="3839" y="3467"/>
                        <a:pt x="3839" y="2403"/>
                        <a:pt x="4149" y="1605"/>
                      </a:cubicBezTo>
                      <a:cubicBezTo>
                        <a:pt x="4415" y="807"/>
                        <a:pt x="4770" y="231"/>
                        <a:pt x="5257" y="54"/>
                      </a:cubicBezTo>
                      <a:cubicBezTo>
                        <a:pt x="5745" y="-124"/>
                        <a:pt x="6321" y="142"/>
                        <a:pt x="6986" y="807"/>
                      </a:cubicBezTo>
                      <a:cubicBezTo>
                        <a:pt x="7607" y="1472"/>
                        <a:pt x="8449" y="2536"/>
                        <a:pt x="8892" y="3999"/>
                      </a:cubicBezTo>
                      <a:cubicBezTo>
                        <a:pt x="9158" y="4753"/>
                        <a:pt x="9424" y="5551"/>
                        <a:pt x="9646" y="6437"/>
                      </a:cubicBezTo>
                      <a:cubicBezTo>
                        <a:pt x="9779" y="7324"/>
                        <a:pt x="9868" y="8299"/>
                        <a:pt x="9957" y="9319"/>
                      </a:cubicBezTo>
                      <a:cubicBezTo>
                        <a:pt x="10090" y="11358"/>
                        <a:pt x="9912" y="13619"/>
                        <a:pt x="9469" y="15880"/>
                      </a:cubicBezTo>
                      <a:cubicBezTo>
                        <a:pt x="8582" y="20446"/>
                        <a:pt x="6853" y="24214"/>
                        <a:pt x="5257" y="26741"/>
                      </a:cubicBezTo>
                      <a:cubicBezTo>
                        <a:pt x="3617" y="29268"/>
                        <a:pt x="2154" y="30686"/>
                        <a:pt x="1135" y="3033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25" name="Forme libre : forme 24624">
                  <a:extLst>
                    <a:ext uri="{FF2B5EF4-FFF2-40B4-BE49-F238E27FC236}">
                      <a16:creationId xmlns:a16="http://schemas.microsoft.com/office/drawing/2014/main" id="{8A50F9E2-1F9B-44E6-BC07-803A67B852A6}"/>
                    </a:ext>
                  </a:extLst>
                </p:cNvPr>
                <p:cNvSpPr/>
                <p:nvPr/>
              </p:nvSpPr>
              <p:spPr>
                <a:xfrm>
                  <a:off x="6029180" y="1698545"/>
                  <a:ext cx="14178" cy="37606"/>
                </a:xfrm>
                <a:custGeom>
                  <a:avLst/>
                  <a:gdLst>
                    <a:gd name="connsiteX0" fmla="*/ 1742 w 14178"/>
                    <a:gd name="connsiteY0" fmla="*/ 3054 h 37606"/>
                    <a:gd name="connsiteX1" fmla="*/ 13 w 14178"/>
                    <a:gd name="connsiteY1" fmla="*/ 6202 h 37606"/>
                    <a:gd name="connsiteX2" fmla="*/ 1476 w 14178"/>
                    <a:gd name="connsiteY2" fmla="*/ 12009 h 37606"/>
                    <a:gd name="connsiteX3" fmla="*/ 2495 w 14178"/>
                    <a:gd name="connsiteY3" fmla="*/ 15423 h 37606"/>
                    <a:gd name="connsiteX4" fmla="*/ 2983 w 14178"/>
                    <a:gd name="connsiteY4" fmla="*/ 17152 h 37606"/>
                    <a:gd name="connsiteX5" fmla="*/ 3205 w 14178"/>
                    <a:gd name="connsiteY5" fmla="*/ 18881 h 37606"/>
                    <a:gd name="connsiteX6" fmla="*/ 3072 w 14178"/>
                    <a:gd name="connsiteY6" fmla="*/ 31648 h 37606"/>
                    <a:gd name="connsiteX7" fmla="*/ 4934 w 14178"/>
                    <a:gd name="connsiteY7" fmla="*/ 37411 h 37606"/>
                    <a:gd name="connsiteX8" fmla="*/ 8125 w 14178"/>
                    <a:gd name="connsiteY8" fmla="*/ 32712 h 37606"/>
                    <a:gd name="connsiteX9" fmla="*/ 13268 w 14178"/>
                    <a:gd name="connsiteY9" fmla="*/ 19590 h 37606"/>
                    <a:gd name="connsiteX10" fmla="*/ 13977 w 14178"/>
                    <a:gd name="connsiteY10" fmla="*/ 16221 h 37606"/>
                    <a:gd name="connsiteX11" fmla="*/ 14021 w 14178"/>
                    <a:gd name="connsiteY11" fmla="*/ 11699 h 37606"/>
                    <a:gd name="connsiteX12" fmla="*/ 9322 w 14178"/>
                    <a:gd name="connsiteY12" fmla="*/ 2035 h 37606"/>
                    <a:gd name="connsiteX13" fmla="*/ 4047 w 14178"/>
                    <a:gd name="connsiteY13" fmla="*/ 483 h 37606"/>
                    <a:gd name="connsiteX14" fmla="*/ 1742 w 14178"/>
                    <a:gd name="connsiteY14" fmla="*/ 3054 h 37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4178" h="37606">
                      <a:moveTo>
                        <a:pt x="1742" y="3054"/>
                      </a:moveTo>
                      <a:cubicBezTo>
                        <a:pt x="811" y="3808"/>
                        <a:pt x="-76" y="4650"/>
                        <a:pt x="13" y="6202"/>
                      </a:cubicBezTo>
                      <a:cubicBezTo>
                        <a:pt x="-120" y="7798"/>
                        <a:pt x="811" y="9793"/>
                        <a:pt x="1476" y="12009"/>
                      </a:cubicBezTo>
                      <a:cubicBezTo>
                        <a:pt x="1786" y="13118"/>
                        <a:pt x="2318" y="14226"/>
                        <a:pt x="2495" y="15423"/>
                      </a:cubicBezTo>
                      <a:cubicBezTo>
                        <a:pt x="2628" y="15999"/>
                        <a:pt x="2806" y="16575"/>
                        <a:pt x="2983" y="17152"/>
                      </a:cubicBezTo>
                      <a:cubicBezTo>
                        <a:pt x="3027" y="17728"/>
                        <a:pt x="3116" y="18304"/>
                        <a:pt x="3205" y="18881"/>
                      </a:cubicBezTo>
                      <a:cubicBezTo>
                        <a:pt x="3781" y="22604"/>
                        <a:pt x="3382" y="26993"/>
                        <a:pt x="3072" y="31648"/>
                      </a:cubicBezTo>
                      <a:cubicBezTo>
                        <a:pt x="2850" y="35017"/>
                        <a:pt x="3205" y="38475"/>
                        <a:pt x="4934" y="37411"/>
                      </a:cubicBezTo>
                      <a:cubicBezTo>
                        <a:pt x="6042" y="36746"/>
                        <a:pt x="7150" y="34662"/>
                        <a:pt x="8125" y="32712"/>
                      </a:cubicBezTo>
                      <a:cubicBezTo>
                        <a:pt x="10431" y="28190"/>
                        <a:pt x="12248" y="23846"/>
                        <a:pt x="13268" y="19590"/>
                      </a:cubicBezTo>
                      <a:cubicBezTo>
                        <a:pt x="13534" y="18703"/>
                        <a:pt x="13844" y="17551"/>
                        <a:pt x="13977" y="16221"/>
                      </a:cubicBezTo>
                      <a:cubicBezTo>
                        <a:pt x="14110" y="14891"/>
                        <a:pt x="14332" y="13295"/>
                        <a:pt x="14021" y="11699"/>
                      </a:cubicBezTo>
                      <a:cubicBezTo>
                        <a:pt x="13667" y="8418"/>
                        <a:pt x="12204" y="4650"/>
                        <a:pt x="9322" y="2035"/>
                      </a:cubicBezTo>
                      <a:cubicBezTo>
                        <a:pt x="6795" y="-403"/>
                        <a:pt x="5155" y="-270"/>
                        <a:pt x="4047" y="483"/>
                      </a:cubicBezTo>
                      <a:cubicBezTo>
                        <a:pt x="2983" y="1237"/>
                        <a:pt x="2362" y="2567"/>
                        <a:pt x="1742" y="305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26" name="Forme libre : forme 24625">
                  <a:extLst>
                    <a:ext uri="{FF2B5EF4-FFF2-40B4-BE49-F238E27FC236}">
                      <a16:creationId xmlns:a16="http://schemas.microsoft.com/office/drawing/2014/main" id="{205F6DF5-1C7E-4B57-B4F1-896CA0440565}"/>
                    </a:ext>
                  </a:extLst>
                </p:cNvPr>
                <p:cNvSpPr/>
                <p:nvPr/>
              </p:nvSpPr>
              <p:spPr>
                <a:xfrm>
                  <a:off x="6037773" y="1704428"/>
                  <a:ext cx="8233" cy="12826"/>
                </a:xfrm>
                <a:custGeom>
                  <a:avLst/>
                  <a:gdLst>
                    <a:gd name="connsiteX0" fmla="*/ 1261 w 8233"/>
                    <a:gd name="connsiteY0" fmla="*/ 318 h 12826"/>
                    <a:gd name="connsiteX1" fmla="*/ 152 w 8233"/>
                    <a:gd name="connsiteY1" fmla="*/ 52 h 12826"/>
                    <a:gd name="connsiteX2" fmla="*/ 285 w 8233"/>
                    <a:gd name="connsiteY2" fmla="*/ 1559 h 12826"/>
                    <a:gd name="connsiteX3" fmla="*/ 1660 w 8233"/>
                    <a:gd name="connsiteY3" fmla="*/ 3643 h 12826"/>
                    <a:gd name="connsiteX4" fmla="*/ 4719 w 8233"/>
                    <a:gd name="connsiteY4" fmla="*/ 8963 h 12826"/>
                    <a:gd name="connsiteX5" fmla="*/ 5783 w 8233"/>
                    <a:gd name="connsiteY5" fmla="*/ 11046 h 12826"/>
                    <a:gd name="connsiteX6" fmla="*/ 7733 w 8233"/>
                    <a:gd name="connsiteY6" fmla="*/ 12775 h 12826"/>
                    <a:gd name="connsiteX7" fmla="*/ 7600 w 8233"/>
                    <a:gd name="connsiteY7" fmla="*/ 8519 h 12826"/>
                    <a:gd name="connsiteX8" fmla="*/ 4630 w 8233"/>
                    <a:gd name="connsiteY8" fmla="*/ 3155 h 12826"/>
                    <a:gd name="connsiteX9" fmla="*/ 1261 w 8233"/>
                    <a:gd name="connsiteY9" fmla="*/ 318 h 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233" h="12826">
                      <a:moveTo>
                        <a:pt x="1261" y="318"/>
                      </a:moveTo>
                      <a:cubicBezTo>
                        <a:pt x="817" y="52"/>
                        <a:pt x="374" y="-81"/>
                        <a:pt x="152" y="52"/>
                      </a:cubicBezTo>
                      <a:cubicBezTo>
                        <a:pt x="-69" y="230"/>
                        <a:pt x="-69" y="806"/>
                        <a:pt x="285" y="1559"/>
                      </a:cubicBezTo>
                      <a:cubicBezTo>
                        <a:pt x="596" y="2269"/>
                        <a:pt x="1128" y="2978"/>
                        <a:pt x="1660" y="3643"/>
                      </a:cubicBezTo>
                      <a:cubicBezTo>
                        <a:pt x="2724" y="5416"/>
                        <a:pt x="3965" y="7145"/>
                        <a:pt x="4719" y="8963"/>
                      </a:cubicBezTo>
                      <a:cubicBezTo>
                        <a:pt x="5073" y="9716"/>
                        <a:pt x="5428" y="10470"/>
                        <a:pt x="5783" y="11046"/>
                      </a:cubicBezTo>
                      <a:cubicBezTo>
                        <a:pt x="6536" y="12243"/>
                        <a:pt x="7201" y="13041"/>
                        <a:pt x="7733" y="12775"/>
                      </a:cubicBezTo>
                      <a:cubicBezTo>
                        <a:pt x="8265" y="12554"/>
                        <a:pt x="8575" y="11224"/>
                        <a:pt x="7600" y="8519"/>
                      </a:cubicBezTo>
                      <a:cubicBezTo>
                        <a:pt x="7024" y="6392"/>
                        <a:pt x="5694" y="4618"/>
                        <a:pt x="4630" y="3155"/>
                      </a:cubicBezTo>
                      <a:cubicBezTo>
                        <a:pt x="3477" y="1737"/>
                        <a:pt x="2192" y="850"/>
                        <a:pt x="1261" y="31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27" name="Forme libre : forme 24626">
                  <a:extLst>
                    <a:ext uri="{FF2B5EF4-FFF2-40B4-BE49-F238E27FC236}">
                      <a16:creationId xmlns:a16="http://schemas.microsoft.com/office/drawing/2014/main" id="{2E06C6D2-FB5F-4954-87D4-E2DEE40C0430}"/>
                    </a:ext>
                  </a:extLst>
                </p:cNvPr>
                <p:cNvSpPr/>
                <p:nvPr/>
              </p:nvSpPr>
              <p:spPr>
                <a:xfrm>
                  <a:off x="6027595" y="1733473"/>
                  <a:ext cx="3193" cy="20968"/>
                </a:xfrm>
                <a:custGeom>
                  <a:avLst/>
                  <a:gdLst>
                    <a:gd name="connsiteX0" fmla="*/ 3194 w 3193"/>
                    <a:gd name="connsiteY0" fmla="*/ 20969 h 20968"/>
                    <a:gd name="connsiteX1" fmla="*/ 711 w 3193"/>
                    <a:gd name="connsiteY1" fmla="*/ 18043 h 20968"/>
                    <a:gd name="connsiteX2" fmla="*/ 46 w 3193"/>
                    <a:gd name="connsiteY2" fmla="*/ 11482 h 20968"/>
                    <a:gd name="connsiteX3" fmla="*/ 1820 w 3193"/>
                    <a:gd name="connsiteY3" fmla="*/ 0 h 20968"/>
                    <a:gd name="connsiteX4" fmla="*/ 800 w 3193"/>
                    <a:gd name="connsiteY4" fmla="*/ 8157 h 20968"/>
                    <a:gd name="connsiteX5" fmla="*/ 3194 w 3193"/>
                    <a:gd name="connsiteY5" fmla="*/ 20969 h 20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93" h="20968">
                      <a:moveTo>
                        <a:pt x="3194" y="20969"/>
                      </a:moveTo>
                      <a:cubicBezTo>
                        <a:pt x="3194" y="20969"/>
                        <a:pt x="1687" y="20880"/>
                        <a:pt x="711" y="18043"/>
                      </a:cubicBezTo>
                      <a:cubicBezTo>
                        <a:pt x="224" y="16624"/>
                        <a:pt x="-131" y="14496"/>
                        <a:pt x="46" y="11482"/>
                      </a:cubicBezTo>
                      <a:cubicBezTo>
                        <a:pt x="179" y="8512"/>
                        <a:pt x="844" y="4566"/>
                        <a:pt x="1820" y="0"/>
                      </a:cubicBezTo>
                      <a:cubicBezTo>
                        <a:pt x="1820" y="0"/>
                        <a:pt x="1155" y="3546"/>
                        <a:pt x="800" y="8157"/>
                      </a:cubicBezTo>
                      <a:cubicBezTo>
                        <a:pt x="445" y="12679"/>
                        <a:pt x="800" y="18442"/>
                        <a:pt x="3194" y="209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28" name="Forme libre : forme 24627">
                  <a:extLst>
                    <a:ext uri="{FF2B5EF4-FFF2-40B4-BE49-F238E27FC236}">
                      <a16:creationId xmlns:a16="http://schemas.microsoft.com/office/drawing/2014/main" id="{FFBA81BF-1215-4A82-9AF0-345E19BA99CD}"/>
                    </a:ext>
                  </a:extLst>
                </p:cNvPr>
                <p:cNvSpPr/>
                <p:nvPr/>
              </p:nvSpPr>
              <p:spPr>
                <a:xfrm>
                  <a:off x="6026001" y="1692630"/>
                  <a:ext cx="21810" cy="15485"/>
                </a:xfrm>
                <a:custGeom>
                  <a:avLst/>
                  <a:gdLst>
                    <a:gd name="connsiteX0" fmla="*/ 21811 w 21810"/>
                    <a:gd name="connsiteY0" fmla="*/ 15486 h 15485"/>
                    <a:gd name="connsiteX1" fmla="*/ 19860 w 21810"/>
                    <a:gd name="connsiteY1" fmla="*/ 11718 h 15485"/>
                    <a:gd name="connsiteX2" fmla="*/ 13920 w 21810"/>
                    <a:gd name="connsiteY2" fmla="*/ 4979 h 15485"/>
                    <a:gd name="connsiteX3" fmla="*/ 6206 w 21810"/>
                    <a:gd name="connsiteY3" fmla="*/ 458 h 15485"/>
                    <a:gd name="connsiteX4" fmla="*/ 0 w 21810"/>
                    <a:gd name="connsiteY4" fmla="*/ 857 h 15485"/>
                    <a:gd name="connsiteX5" fmla="*/ 5586 w 21810"/>
                    <a:gd name="connsiteY5" fmla="*/ 1078 h 15485"/>
                    <a:gd name="connsiteX6" fmla="*/ 12812 w 21810"/>
                    <a:gd name="connsiteY6" fmla="*/ 4625 h 15485"/>
                    <a:gd name="connsiteX7" fmla="*/ 21811 w 21810"/>
                    <a:gd name="connsiteY7" fmla="*/ 15486 h 15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810" h="15485">
                      <a:moveTo>
                        <a:pt x="21811" y="15486"/>
                      </a:moveTo>
                      <a:cubicBezTo>
                        <a:pt x="21811" y="15486"/>
                        <a:pt x="21190" y="13890"/>
                        <a:pt x="19860" y="11718"/>
                      </a:cubicBezTo>
                      <a:cubicBezTo>
                        <a:pt x="18442" y="9634"/>
                        <a:pt x="16447" y="6974"/>
                        <a:pt x="13920" y="4979"/>
                      </a:cubicBezTo>
                      <a:cubicBezTo>
                        <a:pt x="11526" y="2718"/>
                        <a:pt x="8600" y="1433"/>
                        <a:pt x="6206" y="458"/>
                      </a:cubicBezTo>
                      <a:cubicBezTo>
                        <a:pt x="3680" y="-207"/>
                        <a:pt x="1463" y="-207"/>
                        <a:pt x="0" y="857"/>
                      </a:cubicBezTo>
                      <a:cubicBezTo>
                        <a:pt x="0" y="857"/>
                        <a:pt x="1685" y="236"/>
                        <a:pt x="5586" y="1078"/>
                      </a:cubicBezTo>
                      <a:cubicBezTo>
                        <a:pt x="7448" y="1655"/>
                        <a:pt x="9930" y="2585"/>
                        <a:pt x="12812" y="4625"/>
                      </a:cubicBezTo>
                      <a:cubicBezTo>
                        <a:pt x="15605" y="6753"/>
                        <a:pt x="19195" y="9856"/>
                        <a:pt x="21811" y="154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29" name="Forme libre : forme 24628">
                  <a:extLst>
                    <a:ext uri="{FF2B5EF4-FFF2-40B4-BE49-F238E27FC236}">
                      <a16:creationId xmlns:a16="http://schemas.microsoft.com/office/drawing/2014/main" id="{DD9C4DAA-69CB-4DAC-82EB-9EC693693FB1}"/>
                    </a:ext>
                  </a:extLst>
                </p:cNvPr>
                <p:cNvSpPr/>
                <p:nvPr/>
              </p:nvSpPr>
              <p:spPr>
                <a:xfrm>
                  <a:off x="6038970" y="1725164"/>
                  <a:ext cx="4282" cy="11783"/>
                </a:xfrm>
                <a:custGeom>
                  <a:avLst/>
                  <a:gdLst>
                    <a:gd name="connsiteX0" fmla="*/ 109 w 4282"/>
                    <a:gd name="connsiteY0" fmla="*/ 11590 h 11783"/>
                    <a:gd name="connsiteX1" fmla="*/ 1439 w 4282"/>
                    <a:gd name="connsiteY1" fmla="*/ 4586 h 11783"/>
                    <a:gd name="connsiteX2" fmla="*/ 3966 w 4282"/>
                    <a:gd name="connsiteY2" fmla="*/ 153 h 11783"/>
                    <a:gd name="connsiteX3" fmla="*/ 3168 w 4282"/>
                    <a:gd name="connsiteY3" fmla="*/ 7511 h 11783"/>
                    <a:gd name="connsiteX4" fmla="*/ 109 w 4282"/>
                    <a:gd name="connsiteY4" fmla="*/ 11590 h 11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82" h="11783">
                      <a:moveTo>
                        <a:pt x="109" y="11590"/>
                      </a:moveTo>
                      <a:cubicBezTo>
                        <a:pt x="-290" y="10748"/>
                        <a:pt x="464" y="7689"/>
                        <a:pt x="1439" y="4586"/>
                      </a:cubicBezTo>
                      <a:cubicBezTo>
                        <a:pt x="2503" y="1527"/>
                        <a:pt x="3345" y="-601"/>
                        <a:pt x="3966" y="153"/>
                      </a:cubicBezTo>
                      <a:cubicBezTo>
                        <a:pt x="4542" y="906"/>
                        <a:pt x="4365" y="4364"/>
                        <a:pt x="3168" y="7511"/>
                      </a:cubicBezTo>
                      <a:cubicBezTo>
                        <a:pt x="1927" y="10659"/>
                        <a:pt x="508" y="12388"/>
                        <a:pt x="109" y="1159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30" name="Forme libre : forme 24629">
                  <a:extLst>
                    <a:ext uri="{FF2B5EF4-FFF2-40B4-BE49-F238E27FC236}">
                      <a16:creationId xmlns:a16="http://schemas.microsoft.com/office/drawing/2014/main" id="{78F11A98-B6DC-4A64-A192-AF5D3704AD93}"/>
                    </a:ext>
                  </a:extLst>
                </p:cNvPr>
                <p:cNvSpPr/>
                <p:nvPr/>
              </p:nvSpPr>
              <p:spPr>
                <a:xfrm>
                  <a:off x="6038640" y="1735282"/>
                  <a:ext cx="1474" cy="3208"/>
                </a:xfrm>
                <a:custGeom>
                  <a:avLst/>
                  <a:gdLst>
                    <a:gd name="connsiteX0" fmla="*/ 216 w 1474"/>
                    <a:gd name="connsiteY0" fmla="*/ 3200 h 3208"/>
                    <a:gd name="connsiteX1" fmla="*/ 216 w 1474"/>
                    <a:gd name="connsiteY1" fmla="*/ 1427 h 3208"/>
                    <a:gd name="connsiteX2" fmla="*/ 1236 w 1474"/>
                    <a:gd name="connsiteY2" fmla="*/ 8 h 3208"/>
                    <a:gd name="connsiteX3" fmla="*/ 1280 w 1474"/>
                    <a:gd name="connsiteY3" fmla="*/ 1782 h 3208"/>
                    <a:gd name="connsiteX4" fmla="*/ 216 w 1474"/>
                    <a:gd name="connsiteY4" fmla="*/ 3200 h 3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4" h="3208">
                      <a:moveTo>
                        <a:pt x="216" y="3200"/>
                      </a:moveTo>
                      <a:cubicBezTo>
                        <a:pt x="-50" y="3112"/>
                        <a:pt x="-94" y="2314"/>
                        <a:pt x="216" y="1427"/>
                      </a:cubicBezTo>
                      <a:cubicBezTo>
                        <a:pt x="482" y="540"/>
                        <a:pt x="926" y="-80"/>
                        <a:pt x="1236" y="8"/>
                      </a:cubicBezTo>
                      <a:cubicBezTo>
                        <a:pt x="1546" y="97"/>
                        <a:pt x="1546" y="895"/>
                        <a:pt x="1280" y="1782"/>
                      </a:cubicBezTo>
                      <a:cubicBezTo>
                        <a:pt x="970" y="2668"/>
                        <a:pt x="482" y="3289"/>
                        <a:pt x="216" y="32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31" name="Forme libre : forme 24630">
                  <a:extLst>
                    <a:ext uri="{FF2B5EF4-FFF2-40B4-BE49-F238E27FC236}">
                      <a16:creationId xmlns:a16="http://schemas.microsoft.com/office/drawing/2014/main" id="{1B7705DC-BA20-47AD-9F13-B6E045D21F49}"/>
                    </a:ext>
                  </a:extLst>
                </p:cNvPr>
                <p:cNvSpPr/>
                <p:nvPr/>
              </p:nvSpPr>
              <p:spPr>
                <a:xfrm>
                  <a:off x="6032924" y="1725418"/>
                  <a:ext cx="16052" cy="26927"/>
                </a:xfrm>
                <a:custGeom>
                  <a:avLst/>
                  <a:gdLst>
                    <a:gd name="connsiteX0" fmla="*/ 6110 w 16052"/>
                    <a:gd name="connsiteY0" fmla="*/ 25744 h 26927"/>
                    <a:gd name="connsiteX1" fmla="*/ 879 w 16052"/>
                    <a:gd name="connsiteY1" fmla="*/ 26586 h 26927"/>
                    <a:gd name="connsiteX2" fmla="*/ 170 w 16052"/>
                    <a:gd name="connsiteY2" fmla="*/ 23882 h 26927"/>
                    <a:gd name="connsiteX3" fmla="*/ 2165 w 16052"/>
                    <a:gd name="connsiteY3" fmla="*/ 20734 h 26927"/>
                    <a:gd name="connsiteX4" fmla="*/ 8726 w 16052"/>
                    <a:gd name="connsiteY4" fmla="*/ 15193 h 26927"/>
                    <a:gd name="connsiteX5" fmla="*/ 10455 w 16052"/>
                    <a:gd name="connsiteY5" fmla="*/ 11735 h 26927"/>
                    <a:gd name="connsiteX6" fmla="*/ 12760 w 16052"/>
                    <a:gd name="connsiteY6" fmla="*/ 6149 h 26927"/>
                    <a:gd name="connsiteX7" fmla="*/ 15774 w 16052"/>
                    <a:gd name="connsiteY7" fmla="*/ 475 h 26927"/>
                    <a:gd name="connsiteX8" fmla="*/ 14710 w 16052"/>
                    <a:gd name="connsiteY8" fmla="*/ 10715 h 26927"/>
                    <a:gd name="connsiteX9" fmla="*/ 10986 w 16052"/>
                    <a:gd name="connsiteY9" fmla="*/ 19892 h 26927"/>
                    <a:gd name="connsiteX10" fmla="*/ 6110 w 16052"/>
                    <a:gd name="connsiteY10" fmla="*/ 25744 h 26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052" h="26927">
                      <a:moveTo>
                        <a:pt x="6110" y="25744"/>
                      </a:moveTo>
                      <a:cubicBezTo>
                        <a:pt x="4115" y="27162"/>
                        <a:pt x="2431" y="27118"/>
                        <a:pt x="879" y="26586"/>
                      </a:cubicBezTo>
                      <a:cubicBezTo>
                        <a:pt x="347" y="26409"/>
                        <a:pt x="-318" y="25655"/>
                        <a:pt x="170" y="23882"/>
                      </a:cubicBezTo>
                      <a:cubicBezTo>
                        <a:pt x="569" y="22286"/>
                        <a:pt x="1500" y="21266"/>
                        <a:pt x="2165" y="20734"/>
                      </a:cubicBezTo>
                      <a:cubicBezTo>
                        <a:pt x="4337" y="19138"/>
                        <a:pt x="6376" y="18651"/>
                        <a:pt x="8726" y="15193"/>
                      </a:cubicBezTo>
                      <a:cubicBezTo>
                        <a:pt x="9080" y="14661"/>
                        <a:pt x="9701" y="13331"/>
                        <a:pt x="10455" y="11735"/>
                      </a:cubicBezTo>
                      <a:cubicBezTo>
                        <a:pt x="11164" y="10050"/>
                        <a:pt x="12050" y="8144"/>
                        <a:pt x="12760" y="6149"/>
                      </a:cubicBezTo>
                      <a:cubicBezTo>
                        <a:pt x="14267" y="2381"/>
                        <a:pt x="15109" y="-1343"/>
                        <a:pt x="15774" y="475"/>
                      </a:cubicBezTo>
                      <a:cubicBezTo>
                        <a:pt x="16395" y="2293"/>
                        <a:pt x="15952" y="6814"/>
                        <a:pt x="14710" y="10715"/>
                      </a:cubicBezTo>
                      <a:cubicBezTo>
                        <a:pt x="13513" y="14750"/>
                        <a:pt x="11873" y="18296"/>
                        <a:pt x="10986" y="19892"/>
                      </a:cubicBezTo>
                      <a:cubicBezTo>
                        <a:pt x="9302" y="22773"/>
                        <a:pt x="7617" y="24680"/>
                        <a:pt x="6110" y="2574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62" name="Graphique 2">
                <a:extLst>
                  <a:ext uri="{FF2B5EF4-FFF2-40B4-BE49-F238E27FC236}">
                    <a16:creationId xmlns:a16="http://schemas.microsoft.com/office/drawing/2014/main" id="{77866B52-6EB0-4984-8711-53EB7A67634E}"/>
                  </a:ext>
                </a:extLst>
              </p:cNvPr>
              <p:cNvGrpSpPr/>
              <p:nvPr/>
            </p:nvGrpSpPr>
            <p:grpSpPr>
              <a:xfrm>
                <a:off x="6014443" y="1756170"/>
                <a:ext cx="23706" cy="70593"/>
                <a:chOff x="6014443" y="1756170"/>
                <a:chExt cx="23706" cy="70593"/>
              </a:xfrm>
              <a:solidFill>
                <a:schemeClr val="accent1"/>
              </a:solidFill>
            </p:grpSpPr>
            <p:sp>
              <p:nvSpPr>
                <p:cNvPr id="24608" name="Forme libre : forme 24607">
                  <a:extLst>
                    <a:ext uri="{FF2B5EF4-FFF2-40B4-BE49-F238E27FC236}">
                      <a16:creationId xmlns:a16="http://schemas.microsoft.com/office/drawing/2014/main" id="{44B628F8-E35A-4F93-94D6-7BBCC47C457E}"/>
                    </a:ext>
                  </a:extLst>
                </p:cNvPr>
                <p:cNvSpPr/>
                <p:nvPr/>
              </p:nvSpPr>
              <p:spPr>
                <a:xfrm>
                  <a:off x="6014443" y="1756170"/>
                  <a:ext cx="23706" cy="70593"/>
                </a:xfrm>
                <a:custGeom>
                  <a:avLst/>
                  <a:gdLst>
                    <a:gd name="connsiteX0" fmla="*/ 697 w 23706"/>
                    <a:gd name="connsiteY0" fmla="*/ 49696 h 70593"/>
                    <a:gd name="connsiteX1" fmla="*/ 209 w 23706"/>
                    <a:gd name="connsiteY1" fmla="*/ 34446 h 70593"/>
                    <a:gd name="connsiteX2" fmla="*/ 2248 w 23706"/>
                    <a:gd name="connsiteY2" fmla="*/ 20172 h 70593"/>
                    <a:gd name="connsiteX3" fmla="*/ 8322 w 23706"/>
                    <a:gd name="connsiteY3" fmla="*/ 4922 h 70593"/>
                    <a:gd name="connsiteX4" fmla="*/ 15016 w 23706"/>
                    <a:gd name="connsiteY4" fmla="*/ 90 h 70593"/>
                    <a:gd name="connsiteX5" fmla="*/ 20380 w 23706"/>
                    <a:gd name="connsiteY5" fmla="*/ 1508 h 70593"/>
                    <a:gd name="connsiteX6" fmla="*/ 23660 w 23706"/>
                    <a:gd name="connsiteY6" fmla="*/ 9222 h 70593"/>
                    <a:gd name="connsiteX7" fmla="*/ 22153 w 23706"/>
                    <a:gd name="connsiteY7" fmla="*/ 24294 h 70593"/>
                    <a:gd name="connsiteX8" fmla="*/ 20601 w 23706"/>
                    <a:gd name="connsiteY8" fmla="*/ 35821 h 70593"/>
                    <a:gd name="connsiteX9" fmla="*/ 21000 w 23706"/>
                    <a:gd name="connsiteY9" fmla="*/ 46549 h 70593"/>
                    <a:gd name="connsiteX10" fmla="*/ 21577 w 23706"/>
                    <a:gd name="connsiteY10" fmla="*/ 49962 h 70593"/>
                    <a:gd name="connsiteX11" fmla="*/ 22153 w 23706"/>
                    <a:gd name="connsiteY11" fmla="*/ 53110 h 70593"/>
                    <a:gd name="connsiteX12" fmla="*/ 22995 w 23706"/>
                    <a:gd name="connsiteY12" fmla="*/ 58740 h 70593"/>
                    <a:gd name="connsiteX13" fmla="*/ 23217 w 23706"/>
                    <a:gd name="connsiteY13" fmla="*/ 63306 h 70593"/>
                    <a:gd name="connsiteX14" fmla="*/ 21843 w 23706"/>
                    <a:gd name="connsiteY14" fmla="*/ 66364 h 70593"/>
                    <a:gd name="connsiteX15" fmla="*/ 17454 w 23706"/>
                    <a:gd name="connsiteY15" fmla="*/ 70000 h 70593"/>
                    <a:gd name="connsiteX16" fmla="*/ 13996 w 23706"/>
                    <a:gd name="connsiteY16" fmla="*/ 70266 h 70593"/>
                    <a:gd name="connsiteX17" fmla="*/ 8898 w 23706"/>
                    <a:gd name="connsiteY17" fmla="*/ 66941 h 70593"/>
                    <a:gd name="connsiteX18" fmla="*/ 3889 w 23706"/>
                    <a:gd name="connsiteY18" fmla="*/ 59804 h 70593"/>
                    <a:gd name="connsiteX19" fmla="*/ 1938 w 23706"/>
                    <a:gd name="connsiteY19" fmla="*/ 55060 h 70593"/>
                    <a:gd name="connsiteX20" fmla="*/ 697 w 23706"/>
                    <a:gd name="connsiteY20" fmla="*/ 49696 h 70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706" h="70593">
                      <a:moveTo>
                        <a:pt x="697" y="49696"/>
                      </a:moveTo>
                      <a:cubicBezTo>
                        <a:pt x="-13" y="44509"/>
                        <a:pt x="-190" y="39367"/>
                        <a:pt x="209" y="34446"/>
                      </a:cubicBezTo>
                      <a:cubicBezTo>
                        <a:pt x="475" y="29481"/>
                        <a:pt x="1317" y="24782"/>
                        <a:pt x="2248" y="20172"/>
                      </a:cubicBezTo>
                      <a:cubicBezTo>
                        <a:pt x="3623" y="13744"/>
                        <a:pt x="5972" y="8424"/>
                        <a:pt x="8322" y="4922"/>
                      </a:cubicBezTo>
                      <a:cubicBezTo>
                        <a:pt x="10715" y="1420"/>
                        <a:pt x="13109" y="-442"/>
                        <a:pt x="15016" y="90"/>
                      </a:cubicBezTo>
                      <a:lnTo>
                        <a:pt x="20380" y="1508"/>
                      </a:lnTo>
                      <a:cubicBezTo>
                        <a:pt x="22330" y="2040"/>
                        <a:pt x="23439" y="4966"/>
                        <a:pt x="23660" y="9222"/>
                      </a:cubicBezTo>
                      <a:cubicBezTo>
                        <a:pt x="23882" y="13433"/>
                        <a:pt x="23305" y="18797"/>
                        <a:pt x="22153" y="24294"/>
                      </a:cubicBezTo>
                      <a:cubicBezTo>
                        <a:pt x="21399" y="28196"/>
                        <a:pt x="20734" y="32097"/>
                        <a:pt x="20601" y="35821"/>
                      </a:cubicBezTo>
                      <a:cubicBezTo>
                        <a:pt x="20291" y="39589"/>
                        <a:pt x="20557" y="43135"/>
                        <a:pt x="21000" y="46549"/>
                      </a:cubicBezTo>
                      <a:cubicBezTo>
                        <a:pt x="21266" y="47701"/>
                        <a:pt x="21444" y="48854"/>
                        <a:pt x="21577" y="49962"/>
                      </a:cubicBezTo>
                      <a:cubicBezTo>
                        <a:pt x="21754" y="51070"/>
                        <a:pt x="22020" y="52046"/>
                        <a:pt x="22153" y="53110"/>
                      </a:cubicBezTo>
                      <a:cubicBezTo>
                        <a:pt x="22330" y="55237"/>
                        <a:pt x="22951" y="56922"/>
                        <a:pt x="22995" y="58740"/>
                      </a:cubicBezTo>
                      <a:cubicBezTo>
                        <a:pt x="23261" y="60424"/>
                        <a:pt x="23439" y="61931"/>
                        <a:pt x="23217" y="63306"/>
                      </a:cubicBezTo>
                      <a:cubicBezTo>
                        <a:pt x="22995" y="64680"/>
                        <a:pt x="22640" y="65700"/>
                        <a:pt x="21843" y="66364"/>
                      </a:cubicBezTo>
                      <a:lnTo>
                        <a:pt x="17454" y="70000"/>
                      </a:lnTo>
                      <a:cubicBezTo>
                        <a:pt x="16656" y="70665"/>
                        <a:pt x="15415" y="70798"/>
                        <a:pt x="13996" y="70266"/>
                      </a:cubicBezTo>
                      <a:cubicBezTo>
                        <a:pt x="12577" y="69734"/>
                        <a:pt x="10760" y="68670"/>
                        <a:pt x="8898" y="66941"/>
                      </a:cubicBezTo>
                      <a:cubicBezTo>
                        <a:pt x="7302" y="65079"/>
                        <a:pt x="5174" y="62774"/>
                        <a:pt x="3889" y="59804"/>
                      </a:cubicBezTo>
                      <a:cubicBezTo>
                        <a:pt x="3223" y="58341"/>
                        <a:pt x="2426" y="56745"/>
                        <a:pt x="1938" y="55060"/>
                      </a:cubicBezTo>
                      <a:cubicBezTo>
                        <a:pt x="1450" y="53331"/>
                        <a:pt x="1051" y="51558"/>
                        <a:pt x="697" y="4969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09" name="Forme libre : forme 24608">
                  <a:extLst>
                    <a:ext uri="{FF2B5EF4-FFF2-40B4-BE49-F238E27FC236}">
                      <a16:creationId xmlns:a16="http://schemas.microsoft.com/office/drawing/2014/main" id="{4FE305F0-1EE7-47EF-92CC-AE12FA53FC97}"/>
                    </a:ext>
                  </a:extLst>
                </p:cNvPr>
                <p:cNvSpPr/>
                <p:nvPr/>
              </p:nvSpPr>
              <p:spPr>
                <a:xfrm>
                  <a:off x="6014453" y="1756170"/>
                  <a:ext cx="17576" cy="70549"/>
                </a:xfrm>
                <a:custGeom>
                  <a:avLst/>
                  <a:gdLst>
                    <a:gd name="connsiteX0" fmla="*/ 7912 w 17576"/>
                    <a:gd name="connsiteY0" fmla="*/ 26245 h 70549"/>
                    <a:gd name="connsiteX1" fmla="*/ 17355 w 17576"/>
                    <a:gd name="connsiteY1" fmla="*/ 710 h 70549"/>
                    <a:gd name="connsiteX2" fmla="*/ 15005 w 17576"/>
                    <a:gd name="connsiteY2" fmla="*/ 90 h 70549"/>
                    <a:gd name="connsiteX3" fmla="*/ 8311 w 17576"/>
                    <a:gd name="connsiteY3" fmla="*/ 4922 h 70549"/>
                    <a:gd name="connsiteX4" fmla="*/ 2238 w 17576"/>
                    <a:gd name="connsiteY4" fmla="*/ 20172 h 70549"/>
                    <a:gd name="connsiteX5" fmla="*/ 199 w 17576"/>
                    <a:gd name="connsiteY5" fmla="*/ 34446 h 70549"/>
                    <a:gd name="connsiteX6" fmla="*/ 686 w 17576"/>
                    <a:gd name="connsiteY6" fmla="*/ 49696 h 70549"/>
                    <a:gd name="connsiteX7" fmla="*/ 1928 w 17576"/>
                    <a:gd name="connsiteY7" fmla="*/ 55016 h 70549"/>
                    <a:gd name="connsiteX8" fmla="*/ 3878 w 17576"/>
                    <a:gd name="connsiteY8" fmla="*/ 59759 h 70549"/>
                    <a:gd name="connsiteX9" fmla="*/ 8888 w 17576"/>
                    <a:gd name="connsiteY9" fmla="*/ 66896 h 70549"/>
                    <a:gd name="connsiteX10" fmla="*/ 13986 w 17576"/>
                    <a:gd name="connsiteY10" fmla="*/ 70221 h 70549"/>
                    <a:gd name="connsiteX11" fmla="*/ 17444 w 17576"/>
                    <a:gd name="connsiteY11" fmla="*/ 69955 h 70549"/>
                    <a:gd name="connsiteX12" fmla="*/ 17576 w 17576"/>
                    <a:gd name="connsiteY12" fmla="*/ 69822 h 70549"/>
                    <a:gd name="connsiteX13" fmla="*/ 14074 w 17576"/>
                    <a:gd name="connsiteY13" fmla="*/ 65079 h 70549"/>
                    <a:gd name="connsiteX14" fmla="*/ 11326 w 17576"/>
                    <a:gd name="connsiteY14" fmla="*/ 59892 h 70549"/>
                    <a:gd name="connsiteX15" fmla="*/ 9375 w 17576"/>
                    <a:gd name="connsiteY15" fmla="*/ 54439 h 70549"/>
                    <a:gd name="connsiteX16" fmla="*/ 8134 w 17576"/>
                    <a:gd name="connsiteY16" fmla="*/ 48809 h 70549"/>
                    <a:gd name="connsiteX17" fmla="*/ 7513 w 17576"/>
                    <a:gd name="connsiteY17" fmla="*/ 43135 h 70549"/>
                    <a:gd name="connsiteX18" fmla="*/ 7336 w 17576"/>
                    <a:gd name="connsiteY18" fmla="*/ 37505 h 70549"/>
                    <a:gd name="connsiteX19" fmla="*/ 7912 w 17576"/>
                    <a:gd name="connsiteY19" fmla="*/ 26245 h 70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576" h="70549">
                      <a:moveTo>
                        <a:pt x="7912" y="26245"/>
                      </a:moveTo>
                      <a:cubicBezTo>
                        <a:pt x="8843" y="15473"/>
                        <a:pt x="13232" y="5454"/>
                        <a:pt x="17355" y="710"/>
                      </a:cubicBezTo>
                      <a:lnTo>
                        <a:pt x="15005" y="90"/>
                      </a:lnTo>
                      <a:cubicBezTo>
                        <a:pt x="13055" y="-442"/>
                        <a:pt x="10661" y="1420"/>
                        <a:pt x="8311" y="4922"/>
                      </a:cubicBezTo>
                      <a:cubicBezTo>
                        <a:pt x="5962" y="8468"/>
                        <a:pt x="3568" y="13744"/>
                        <a:pt x="2238" y="20172"/>
                      </a:cubicBezTo>
                      <a:cubicBezTo>
                        <a:pt x="1307" y="24782"/>
                        <a:pt x="465" y="29481"/>
                        <a:pt x="199" y="34446"/>
                      </a:cubicBezTo>
                      <a:cubicBezTo>
                        <a:pt x="-200" y="39367"/>
                        <a:pt x="21" y="44509"/>
                        <a:pt x="686" y="49696"/>
                      </a:cubicBezTo>
                      <a:cubicBezTo>
                        <a:pt x="1041" y="51514"/>
                        <a:pt x="1440" y="53287"/>
                        <a:pt x="1928" y="55016"/>
                      </a:cubicBezTo>
                      <a:cubicBezTo>
                        <a:pt x="2415" y="56700"/>
                        <a:pt x="3213" y="58296"/>
                        <a:pt x="3878" y="59759"/>
                      </a:cubicBezTo>
                      <a:cubicBezTo>
                        <a:pt x="5164" y="62774"/>
                        <a:pt x="7336" y="65079"/>
                        <a:pt x="8888" y="66896"/>
                      </a:cubicBezTo>
                      <a:cubicBezTo>
                        <a:pt x="10749" y="68625"/>
                        <a:pt x="12567" y="69689"/>
                        <a:pt x="13986" y="70221"/>
                      </a:cubicBezTo>
                      <a:cubicBezTo>
                        <a:pt x="15404" y="70753"/>
                        <a:pt x="16601" y="70620"/>
                        <a:pt x="17444" y="69955"/>
                      </a:cubicBezTo>
                      <a:lnTo>
                        <a:pt x="17576" y="69822"/>
                      </a:lnTo>
                      <a:cubicBezTo>
                        <a:pt x="16291" y="68315"/>
                        <a:pt x="15227" y="66675"/>
                        <a:pt x="14074" y="65079"/>
                      </a:cubicBezTo>
                      <a:cubicBezTo>
                        <a:pt x="13010" y="63439"/>
                        <a:pt x="12257" y="61621"/>
                        <a:pt x="11326" y="59892"/>
                      </a:cubicBezTo>
                      <a:cubicBezTo>
                        <a:pt x="10528" y="58119"/>
                        <a:pt x="10040" y="56257"/>
                        <a:pt x="9375" y="54439"/>
                      </a:cubicBezTo>
                      <a:cubicBezTo>
                        <a:pt x="8843" y="52578"/>
                        <a:pt x="8577" y="50671"/>
                        <a:pt x="8134" y="48809"/>
                      </a:cubicBezTo>
                      <a:cubicBezTo>
                        <a:pt x="7824" y="46947"/>
                        <a:pt x="7735" y="45041"/>
                        <a:pt x="7513" y="43135"/>
                      </a:cubicBezTo>
                      <a:cubicBezTo>
                        <a:pt x="7380" y="41273"/>
                        <a:pt x="7425" y="39367"/>
                        <a:pt x="7336" y="37505"/>
                      </a:cubicBezTo>
                      <a:cubicBezTo>
                        <a:pt x="7425" y="33781"/>
                        <a:pt x="7646" y="30013"/>
                        <a:pt x="7912" y="26245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10" name="Forme libre : forme 24609">
                  <a:extLst>
                    <a:ext uri="{FF2B5EF4-FFF2-40B4-BE49-F238E27FC236}">
                      <a16:creationId xmlns:a16="http://schemas.microsoft.com/office/drawing/2014/main" id="{B9FA19FC-504D-4525-8C65-C3C34F543F02}"/>
                    </a:ext>
                  </a:extLst>
                </p:cNvPr>
                <p:cNvSpPr/>
                <p:nvPr/>
              </p:nvSpPr>
              <p:spPr>
                <a:xfrm>
                  <a:off x="6020313" y="1780007"/>
                  <a:ext cx="7823" cy="31942"/>
                </a:xfrm>
                <a:custGeom>
                  <a:avLst/>
                  <a:gdLst>
                    <a:gd name="connsiteX0" fmla="*/ 6397 w 7823"/>
                    <a:gd name="connsiteY0" fmla="*/ 31888 h 31942"/>
                    <a:gd name="connsiteX1" fmla="*/ 2408 w 7823"/>
                    <a:gd name="connsiteY1" fmla="*/ 27942 h 31942"/>
                    <a:gd name="connsiteX2" fmla="*/ 679 w 7823"/>
                    <a:gd name="connsiteY2" fmla="*/ 22667 h 31942"/>
                    <a:gd name="connsiteX3" fmla="*/ 14 w 7823"/>
                    <a:gd name="connsiteY3" fmla="*/ 16017 h 31942"/>
                    <a:gd name="connsiteX4" fmla="*/ 2053 w 7823"/>
                    <a:gd name="connsiteY4" fmla="*/ 4269 h 31942"/>
                    <a:gd name="connsiteX5" fmla="*/ 5555 w 7823"/>
                    <a:gd name="connsiteY5" fmla="*/ 14 h 31942"/>
                    <a:gd name="connsiteX6" fmla="*/ 7461 w 7823"/>
                    <a:gd name="connsiteY6" fmla="*/ 5067 h 31942"/>
                    <a:gd name="connsiteX7" fmla="*/ 7772 w 7823"/>
                    <a:gd name="connsiteY7" fmla="*/ 16017 h 31942"/>
                    <a:gd name="connsiteX8" fmla="*/ 7816 w 7823"/>
                    <a:gd name="connsiteY8" fmla="*/ 21913 h 31942"/>
                    <a:gd name="connsiteX9" fmla="*/ 7772 w 7823"/>
                    <a:gd name="connsiteY9" fmla="*/ 26790 h 31942"/>
                    <a:gd name="connsiteX10" fmla="*/ 6397 w 7823"/>
                    <a:gd name="connsiteY10" fmla="*/ 31888 h 31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823" h="31942">
                      <a:moveTo>
                        <a:pt x="6397" y="31888"/>
                      </a:moveTo>
                      <a:cubicBezTo>
                        <a:pt x="5466" y="32242"/>
                        <a:pt x="3649" y="30868"/>
                        <a:pt x="2408" y="27942"/>
                      </a:cubicBezTo>
                      <a:cubicBezTo>
                        <a:pt x="1787" y="26479"/>
                        <a:pt x="989" y="24706"/>
                        <a:pt x="679" y="22667"/>
                      </a:cubicBezTo>
                      <a:cubicBezTo>
                        <a:pt x="280" y="20628"/>
                        <a:pt x="-75" y="18367"/>
                        <a:pt x="14" y="16017"/>
                      </a:cubicBezTo>
                      <a:cubicBezTo>
                        <a:pt x="-31" y="11274"/>
                        <a:pt x="945" y="7107"/>
                        <a:pt x="2053" y="4269"/>
                      </a:cubicBezTo>
                      <a:cubicBezTo>
                        <a:pt x="3117" y="1388"/>
                        <a:pt x="4536" y="-164"/>
                        <a:pt x="5555" y="14"/>
                      </a:cubicBezTo>
                      <a:cubicBezTo>
                        <a:pt x="6619" y="235"/>
                        <a:pt x="7107" y="2142"/>
                        <a:pt x="7461" y="5067"/>
                      </a:cubicBezTo>
                      <a:cubicBezTo>
                        <a:pt x="7772" y="7949"/>
                        <a:pt x="7727" y="11850"/>
                        <a:pt x="7772" y="16017"/>
                      </a:cubicBezTo>
                      <a:cubicBezTo>
                        <a:pt x="7683" y="18101"/>
                        <a:pt x="7816" y="20096"/>
                        <a:pt x="7816" y="21913"/>
                      </a:cubicBezTo>
                      <a:cubicBezTo>
                        <a:pt x="7727" y="23731"/>
                        <a:pt x="7905" y="25371"/>
                        <a:pt x="7772" y="26790"/>
                      </a:cubicBezTo>
                      <a:cubicBezTo>
                        <a:pt x="7550" y="29583"/>
                        <a:pt x="7506" y="31489"/>
                        <a:pt x="6397" y="3188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11" name="Forme libre : forme 24610">
                  <a:extLst>
                    <a:ext uri="{FF2B5EF4-FFF2-40B4-BE49-F238E27FC236}">
                      <a16:creationId xmlns:a16="http://schemas.microsoft.com/office/drawing/2014/main" id="{345B2E39-8FE2-4355-9E82-62F3E94B09D7}"/>
                    </a:ext>
                  </a:extLst>
                </p:cNvPr>
                <p:cNvSpPr/>
                <p:nvPr/>
              </p:nvSpPr>
              <p:spPr>
                <a:xfrm>
                  <a:off x="6020316" y="1780007"/>
                  <a:ext cx="7635" cy="23686"/>
                </a:xfrm>
                <a:custGeom>
                  <a:avLst/>
                  <a:gdLst>
                    <a:gd name="connsiteX0" fmla="*/ 7635 w 7635"/>
                    <a:gd name="connsiteY0" fmla="*/ 7373 h 23686"/>
                    <a:gd name="connsiteX1" fmla="*/ 5552 w 7635"/>
                    <a:gd name="connsiteY1" fmla="*/ 14 h 23686"/>
                    <a:gd name="connsiteX2" fmla="*/ 2050 w 7635"/>
                    <a:gd name="connsiteY2" fmla="*/ 4269 h 23686"/>
                    <a:gd name="connsiteX3" fmla="*/ 10 w 7635"/>
                    <a:gd name="connsiteY3" fmla="*/ 16017 h 23686"/>
                    <a:gd name="connsiteX4" fmla="*/ 897 w 7635"/>
                    <a:gd name="connsiteY4" fmla="*/ 23686 h 23686"/>
                    <a:gd name="connsiteX5" fmla="*/ 764 w 7635"/>
                    <a:gd name="connsiteY5" fmla="*/ 19431 h 23686"/>
                    <a:gd name="connsiteX6" fmla="*/ 3601 w 7635"/>
                    <a:gd name="connsiteY6" fmla="*/ 10210 h 23686"/>
                    <a:gd name="connsiteX7" fmla="*/ 7635 w 7635"/>
                    <a:gd name="connsiteY7" fmla="*/ 7373 h 23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35" h="23686">
                      <a:moveTo>
                        <a:pt x="7635" y="7373"/>
                      </a:moveTo>
                      <a:cubicBezTo>
                        <a:pt x="7458" y="3206"/>
                        <a:pt x="6882" y="235"/>
                        <a:pt x="5552" y="14"/>
                      </a:cubicBezTo>
                      <a:cubicBezTo>
                        <a:pt x="4532" y="-164"/>
                        <a:pt x="3114" y="1388"/>
                        <a:pt x="2050" y="4269"/>
                      </a:cubicBezTo>
                      <a:cubicBezTo>
                        <a:pt x="942" y="7107"/>
                        <a:pt x="-34" y="11274"/>
                        <a:pt x="10" y="16017"/>
                      </a:cubicBezTo>
                      <a:cubicBezTo>
                        <a:pt x="-78" y="18766"/>
                        <a:pt x="409" y="21425"/>
                        <a:pt x="897" y="23686"/>
                      </a:cubicBezTo>
                      <a:cubicBezTo>
                        <a:pt x="764" y="22268"/>
                        <a:pt x="720" y="20805"/>
                        <a:pt x="764" y="19431"/>
                      </a:cubicBezTo>
                      <a:cubicBezTo>
                        <a:pt x="1208" y="15618"/>
                        <a:pt x="2227" y="12338"/>
                        <a:pt x="3601" y="10210"/>
                      </a:cubicBezTo>
                      <a:cubicBezTo>
                        <a:pt x="4887" y="7993"/>
                        <a:pt x="6394" y="6929"/>
                        <a:pt x="7635" y="7373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12" name="Forme libre : forme 24611">
                  <a:extLst>
                    <a:ext uri="{FF2B5EF4-FFF2-40B4-BE49-F238E27FC236}">
                      <a16:creationId xmlns:a16="http://schemas.microsoft.com/office/drawing/2014/main" id="{177D77A6-4E10-4F86-B274-D2E615830E6E}"/>
                    </a:ext>
                  </a:extLst>
                </p:cNvPr>
                <p:cNvSpPr/>
                <p:nvPr/>
              </p:nvSpPr>
              <p:spPr>
                <a:xfrm>
                  <a:off x="6019529" y="1781419"/>
                  <a:ext cx="8100" cy="32403"/>
                </a:xfrm>
                <a:custGeom>
                  <a:avLst/>
                  <a:gdLst>
                    <a:gd name="connsiteX0" fmla="*/ 6916 w 8100"/>
                    <a:gd name="connsiteY0" fmla="*/ 32337 h 32403"/>
                    <a:gd name="connsiteX1" fmla="*/ 2748 w 8100"/>
                    <a:gd name="connsiteY1" fmla="*/ 28436 h 32403"/>
                    <a:gd name="connsiteX2" fmla="*/ 842 w 8100"/>
                    <a:gd name="connsiteY2" fmla="*/ 23116 h 32403"/>
                    <a:gd name="connsiteX3" fmla="*/ 0 w 8100"/>
                    <a:gd name="connsiteY3" fmla="*/ 16334 h 32403"/>
                    <a:gd name="connsiteX4" fmla="*/ 443 w 8100"/>
                    <a:gd name="connsiteY4" fmla="*/ 9640 h 32403"/>
                    <a:gd name="connsiteX5" fmla="*/ 1773 w 8100"/>
                    <a:gd name="connsiteY5" fmla="*/ 4364 h 32403"/>
                    <a:gd name="connsiteX6" fmla="*/ 5187 w 8100"/>
                    <a:gd name="connsiteY6" fmla="*/ 20 h 32403"/>
                    <a:gd name="connsiteX7" fmla="*/ 7182 w 8100"/>
                    <a:gd name="connsiteY7" fmla="*/ 5074 h 32403"/>
                    <a:gd name="connsiteX8" fmla="*/ 7536 w 8100"/>
                    <a:gd name="connsiteY8" fmla="*/ 10083 h 32403"/>
                    <a:gd name="connsiteX9" fmla="*/ 7714 w 8100"/>
                    <a:gd name="connsiteY9" fmla="*/ 16112 h 32403"/>
                    <a:gd name="connsiteX10" fmla="*/ 7891 w 8100"/>
                    <a:gd name="connsiteY10" fmla="*/ 22052 h 32403"/>
                    <a:gd name="connsiteX11" fmla="*/ 8068 w 8100"/>
                    <a:gd name="connsiteY11" fmla="*/ 27017 h 32403"/>
                    <a:gd name="connsiteX12" fmla="*/ 6916 w 8100"/>
                    <a:gd name="connsiteY12" fmla="*/ 32337 h 32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100" h="32403">
                      <a:moveTo>
                        <a:pt x="6916" y="32337"/>
                      </a:moveTo>
                      <a:cubicBezTo>
                        <a:pt x="5940" y="32736"/>
                        <a:pt x="4344" y="31318"/>
                        <a:pt x="2748" y="28436"/>
                      </a:cubicBezTo>
                      <a:cubicBezTo>
                        <a:pt x="2084" y="26973"/>
                        <a:pt x="1419" y="25156"/>
                        <a:pt x="842" y="23116"/>
                      </a:cubicBezTo>
                      <a:cubicBezTo>
                        <a:pt x="488" y="21077"/>
                        <a:pt x="0" y="18772"/>
                        <a:pt x="0" y="16334"/>
                      </a:cubicBezTo>
                      <a:cubicBezTo>
                        <a:pt x="0" y="13940"/>
                        <a:pt x="44" y="11635"/>
                        <a:pt x="443" y="9640"/>
                      </a:cubicBezTo>
                      <a:cubicBezTo>
                        <a:pt x="798" y="7600"/>
                        <a:pt x="1197" y="5827"/>
                        <a:pt x="1773" y="4364"/>
                      </a:cubicBezTo>
                      <a:cubicBezTo>
                        <a:pt x="2881" y="1439"/>
                        <a:pt x="4123" y="-202"/>
                        <a:pt x="5187" y="20"/>
                      </a:cubicBezTo>
                      <a:cubicBezTo>
                        <a:pt x="6206" y="197"/>
                        <a:pt x="6871" y="2148"/>
                        <a:pt x="7182" y="5074"/>
                      </a:cubicBezTo>
                      <a:cubicBezTo>
                        <a:pt x="7270" y="6537"/>
                        <a:pt x="7492" y="8221"/>
                        <a:pt x="7536" y="10083"/>
                      </a:cubicBezTo>
                      <a:cubicBezTo>
                        <a:pt x="7581" y="12122"/>
                        <a:pt x="7669" y="14073"/>
                        <a:pt x="7714" y="16112"/>
                      </a:cubicBezTo>
                      <a:cubicBezTo>
                        <a:pt x="7714" y="18240"/>
                        <a:pt x="7935" y="20235"/>
                        <a:pt x="7891" y="22052"/>
                      </a:cubicBezTo>
                      <a:cubicBezTo>
                        <a:pt x="8024" y="23870"/>
                        <a:pt x="8113" y="25554"/>
                        <a:pt x="8068" y="27017"/>
                      </a:cubicBezTo>
                      <a:cubicBezTo>
                        <a:pt x="8201" y="29855"/>
                        <a:pt x="7935" y="31894"/>
                        <a:pt x="6916" y="3233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13" name="Forme libre : forme 24612">
                  <a:extLst>
                    <a:ext uri="{FF2B5EF4-FFF2-40B4-BE49-F238E27FC236}">
                      <a16:creationId xmlns:a16="http://schemas.microsoft.com/office/drawing/2014/main" id="{421609D2-9814-47B6-9821-C9E07EF74995}"/>
                    </a:ext>
                  </a:extLst>
                </p:cNvPr>
                <p:cNvSpPr/>
                <p:nvPr/>
              </p:nvSpPr>
              <p:spPr>
                <a:xfrm>
                  <a:off x="6016113" y="1766178"/>
                  <a:ext cx="17707" cy="40998"/>
                </a:xfrm>
                <a:custGeom>
                  <a:avLst/>
                  <a:gdLst>
                    <a:gd name="connsiteX0" fmla="*/ 12415 w 17707"/>
                    <a:gd name="connsiteY0" fmla="*/ 455 h 40998"/>
                    <a:gd name="connsiteX1" fmla="*/ 8691 w 17707"/>
                    <a:gd name="connsiteY1" fmla="*/ 588 h 40998"/>
                    <a:gd name="connsiteX2" fmla="*/ 1288 w 17707"/>
                    <a:gd name="connsiteY2" fmla="*/ 16193 h 40998"/>
                    <a:gd name="connsiteX3" fmla="*/ 845 w 17707"/>
                    <a:gd name="connsiteY3" fmla="*/ 34856 h 40998"/>
                    <a:gd name="connsiteX4" fmla="*/ 2972 w 17707"/>
                    <a:gd name="connsiteY4" fmla="*/ 39998 h 40998"/>
                    <a:gd name="connsiteX5" fmla="*/ 5100 w 17707"/>
                    <a:gd name="connsiteY5" fmla="*/ 40397 h 40998"/>
                    <a:gd name="connsiteX6" fmla="*/ 6120 w 17707"/>
                    <a:gd name="connsiteY6" fmla="*/ 34235 h 40998"/>
                    <a:gd name="connsiteX7" fmla="*/ 10819 w 17707"/>
                    <a:gd name="connsiteY7" fmla="*/ 20581 h 40998"/>
                    <a:gd name="connsiteX8" fmla="*/ 17646 w 17707"/>
                    <a:gd name="connsiteY8" fmla="*/ 6085 h 40998"/>
                    <a:gd name="connsiteX9" fmla="*/ 12415 w 17707"/>
                    <a:gd name="connsiteY9" fmla="*/ 455 h 40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707" h="40998">
                      <a:moveTo>
                        <a:pt x="12415" y="455"/>
                      </a:moveTo>
                      <a:cubicBezTo>
                        <a:pt x="11307" y="56"/>
                        <a:pt x="10110" y="-387"/>
                        <a:pt x="8691" y="588"/>
                      </a:cubicBezTo>
                      <a:cubicBezTo>
                        <a:pt x="5987" y="2450"/>
                        <a:pt x="2928" y="9055"/>
                        <a:pt x="1288" y="16193"/>
                      </a:cubicBezTo>
                      <a:cubicBezTo>
                        <a:pt x="-175" y="22089"/>
                        <a:pt x="-485" y="29137"/>
                        <a:pt x="845" y="34856"/>
                      </a:cubicBezTo>
                      <a:cubicBezTo>
                        <a:pt x="1421" y="36984"/>
                        <a:pt x="2042" y="38890"/>
                        <a:pt x="2972" y="39998"/>
                      </a:cubicBezTo>
                      <a:cubicBezTo>
                        <a:pt x="3815" y="41107"/>
                        <a:pt x="4613" y="41373"/>
                        <a:pt x="5100" y="40397"/>
                      </a:cubicBezTo>
                      <a:cubicBezTo>
                        <a:pt x="5632" y="39200"/>
                        <a:pt x="5810" y="36541"/>
                        <a:pt x="6120" y="34235"/>
                      </a:cubicBezTo>
                      <a:cubicBezTo>
                        <a:pt x="6874" y="28738"/>
                        <a:pt x="8691" y="24128"/>
                        <a:pt x="10819" y="20581"/>
                      </a:cubicBezTo>
                      <a:cubicBezTo>
                        <a:pt x="12592" y="17478"/>
                        <a:pt x="16937" y="12602"/>
                        <a:pt x="17646" y="6085"/>
                      </a:cubicBezTo>
                      <a:cubicBezTo>
                        <a:pt x="18267" y="145"/>
                        <a:pt x="14011" y="987"/>
                        <a:pt x="12415" y="45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14" name="Forme libre : forme 24613">
                  <a:extLst>
                    <a:ext uri="{FF2B5EF4-FFF2-40B4-BE49-F238E27FC236}">
                      <a16:creationId xmlns:a16="http://schemas.microsoft.com/office/drawing/2014/main" id="{9F0DA681-A499-479B-BC80-83AD7FF6560C}"/>
                    </a:ext>
                  </a:extLst>
                </p:cNvPr>
                <p:cNvSpPr/>
                <p:nvPr/>
              </p:nvSpPr>
              <p:spPr>
                <a:xfrm>
                  <a:off x="6028483" y="1773855"/>
                  <a:ext cx="3080" cy="12897"/>
                </a:xfrm>
                <a:custGeom>
                  <a:avLst/>
                  <a:gdLst>
                    <a:gd name="connsiteX0" fmla="*/ 2394 w 3080"/>
                    <a:gd name="connsiteY0" fmla="*/ 935 h 12897"/>
                    <a:gd name="connsiteX1" fmla="*/ 1773 w 3080"/>
                    <a:gd name="connsiteY1" fmla="*/ 4 h 12897"/>
                    <a:gd name="connsiteX2" fmla="*/ 798 w 3080"/>
                    <a:gd name="connsiteY2" fmla="*/ 1024 h 12897"/>
                    <a:gd name="connsiteX3" fmla="*/ 310 w 3080"/>
                    <a:gd name="connsiteY3" fmla="*/ 3285 h 12897"/>
                    <a:gd name="connsiteX4" fmla="*/ 0 w 3080"/>
                    <a:gd name="connsiteY4" fmla="*/ 8915 h 12897"/>
                    <a:gd name="connsiteX5" fmla="*/ 177 w 3080"/>
                    <a:gd name="connsiteY5" fmla="*/ 10954 h 12897"/>
                    <a:gd name="connsiteX6" fmla="*/ 2882 w 3080"/>
                    <a:gd name="connsiteY6" fmla="*/ 9712 h 12897"/>
                    <a:gd name="connsiteX7" fmla="*/ 2394 w 3080"/>
                    <a:gd name="connsiteY7" fmla="*/ 935 h 12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80" h="12897">
                      <a:moveTo>
                        <a:pt x="2394" y="935"/>
                      </a:moveTo>
                      <a:cubicBezTo>
                        <a:pt x="2261" y="492"/>
                        <a:pt x="2039" y="48"/>
                        <a:pt x="1773" y="4"/>
                      </a:cubicBezTo>
                      <a:cubicBezTo>
                        <a:pt x="1507" y="-40"/>
                        <a:pt x="1108" y="270"/>
                        <a:pt x="798" y="1024"/>
                      </a:cubicBezTo>
                      <a:cubicBezTo>
                        <a:pt x="532" y="1689"/>
                        <a:pt x="399" y="2531"/>
                        <a:pt x="310" y="3285"/>
                      </a:cubicBezTo>
                      <a:cubicBezTo>
                        <a:pt x="89" y="5235"/>
                        <a:pt x="44" y="7097"/>
                        <a:pt x="0" y="8915"/>
                      </a:cubicBezTo>
                      <a:cubicBezTo>
                        <a:pt x="0" y="9668"/>
                        <a:pt x="89" y="10378"/>
                        <a:pt x="177" y="10954"/>
                      </a:cubicBezTo>
                      <a:cubicBezTo>
                        <a:pt x="709" y="13392"/>
                        <a:pt x="2527" y="14101"/>
                        <a:pt x="2882" y="9712"/>
                      </a:cubicBezTo>
                      <a:cubicBezTo>
                        <a:pt x="3325" y="6343"/>
                        <a:pt x="2970" y="2841"/>
                        <a:pt x="2394" y="93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15" name="Forme libre : forme 24614">
                  <a:extLst>
                    <a:ext uri="{FF2B5EF4-FFF2-40B4-BE49-F238E27FC236}">
                      <a16:creationId xmlns:a16="http://schemas.microsoft.com/office/drawing/2014/main" id="{343867E3-DE96-4D2E-8DAF-A234AEBC8947}"/>
                    </a:ext>
                  </a:extLst>
                </p:cNvPr>
                <p:cNvSpPr/>
                <p:nvPr/>
              </p:nvSpPr>
              <p:spPr>
                <a:xfrm>
                  <a:off x="6015672" y="1806398"/>
                  <a:ext cx="15560" cy="17921"/>
                </a:xfrm>
                <a:custGeom>
                  <a:avLst/>
                  <a:gdLst>
                    <a:gd name="connsiteX0" fmla="*/ 15560 w 15560"/>
                    <a:gd name="connsiteY0" fmla="*/ 17422 h 17921"/>
                    <a:gd name="connsiteX1" fmla="*/ 11570 w 15560"/>
                    <a:gd name="connsiteY1" fmla="*/ 17378 h 17921"/>
                    <a:gd name="connsiteX2" fmla="*/ 6029 w 15560"/>
                    <a:gd name="connsiteY2" fmla="*/ 12812 h 17921"/>
                    <a:gd name="connsiteX3" fmla="*/ 2793 w 15560"/>
                    <a:gd name="connsiteY3" fmla="*/ 7669 h 17921"/>
                    <a:gd name="connsiteX4" fmla="*/ 0 w 15560"/>
                    <a:gd name="connsiteY4" fmla="*/ 0 h 17921"/>
                    <a:gd name="connsiteX5" fmla="*/ 975 w 15560"/>
                    <a:gd name="connsiteY5" fmla="*/ 2926 h 17921"/>
                    <a:gd name="connsiteX6" fmla="*/ 4167 w 15560"/>
                    <a:gd name="connsiteY6" fmla="*/ 9309 h 17921"/>
                    <a:gd name="connsiteX7" fmla="*/ 9531 w 15560"/>
                    <a:gd name="connsiteY7" fmla="*/ 15250 h 17921"/>
                    <a:gd name="connsiteX8" fmla="*/ 15560 w 15560"/>
                    <a:gd name="connsiteY8" fmla="*/ 17422 h 17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560" h="17921">
                      <a:moveTo>
                        <a:pt x="15560" y="17422"/>
                      </a:moveTo>
                      <a:cubicBezTo>
                        <a:pt x="15560" y="17422"/>
                        <a:pt x="14541" y="18575"/>
                        <a:pt x="11570" y="17378"/>
                      </a:cubicBezTo>
                      <a:cubicBezTo>
                        <a:pt x="10019" y="16801"/>
                        <a:pt x="8201" y="15471"/>
                        <a:pt x="6029" y="12812"/>
                      </a:cubicBezTo>
                      <a:cubicBezTo>
                        <a:pt x="4832" y="11526"/>
                        <a:pt x="3857" y="9797"/>
                        <a:pt x="2793" y="7669"/>
                      </a:cubicBezTo>
                      <a:cubicBezTo>
                        <a:pt x="1596" y="5541"/>
                        <a:pt x="842" y="3014"/>
                        <a:pt x="0" y="0"/>
                      </a:cubicBezTo>
                      <a:cubicBezTo>
                        <a:pt x="0" y="0"/>
                        <a:pt x="355" y="1153"/>
                        <a:pt x="975" y="2926"/>
                      </a:cubicBezTo>
                      <a:cubicBezTo>
                        <a:pt x="1507" y="4699"/>
                        <a:pt x="2704" y="7004"/>
                        <a:pt x="4167" y="9309"/>
                      </a:cubicBezTo>
                      <a:cubicBezTo>
                        <a:pt x="5453" y="11659"/>
                        <a:pt x="7714" y="13698"/>
                        <a:pt x="9531" y="15250"/>
                      </a:cubicBezTo>
                      <a:cubicBezTo>
                        <a:pt x="11570" y="16713"/>
                        <a:pt x="13787" y="17466"/>
                        <a:pt x="15560" y="174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16" name="Forme libre : forme 24615">
                  <a:extLst>
                    <a:ext uri="{FF2B5EF4-FFF2-40B4-BE49-F238E27FC236}">
                      <a16:creationId xmlns:a16="http://schemas.microsoft.com/office/drawing/2014/main" id="{8B3723C4-8376-49EA-892E-4F9D7069C0CC}"/>
                    </a:ext>
                  </a:extLst>
                </p:cNvPr>
                <p:cNvSpPr/>
                <p:nvPr/>
              </p:nvSpPr>
              <p:spPr>
                <a:xfrm>
                  <a:off x="6033892" y="1758830"/>
                  <a:ext cx="3183" cy="22741"/>
                </a:xfrm>
                <a:custGeom>
                  <a:avLst/>
                  <a:gdLst>
                    <a:gd name="connsiteX0" fmla="*/ 1951 w 3183"/>
                    <a:gd name="connsiteY0" fmla="*/ 22742 h 22741"/>
                    <a:gd name="connsiteX1" fmla="*/ 2350 w 3183"/>
                    <a:gd name="connsiteY1" fmla="*/ 19860 h 22741"/>
                    <a:gd name="connsiteX2" fmla="*/ 3059 w 3183"/>
                    <a:gd name="connsiteY2" fmla="*/ 13078 h 22741"/>
                    <a:gd name="connsiteX3" fmla="*/ 0 w 3183"/>
                    <a:gd name="connsiteY3" fmla="*/ 0 h 22741"/>
                    <a:gd name="connsiteX4" fmla="*/ 1995 w 3183"/>
                    <a:gd name="connsiteY4" fmla="*/ 5009 h 22741"/>
                    <a:gd name="connsiteX5" fmla="*/ 2660 w 3183"/>
                    <a:gd name="connsiteY5" fmla="*/ 12102 h 22741"/>
                    <a:gd name="connsiteX6" fmla="*/ 1951 w 3183"/>
                    <a:gd name="connsiteY6" fmla="*/ 22742 h 22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83" h="22741">
                      <a:moveTo>
                        <a:pt x="1951" y="22742"/>
                      </a:moveTo>
                      <a:cubicBezTo>
                        <a:pt x="1951" y="22742"/>
                        <a:pt x="2084" y="21678"/>
                        <a:pt x="2350" y="19860"/>
                      </a:cubicBezTo>
                      <a:cubicBezTo>
                        <a:pt x="2616" y="18087"/>
                        <a:pt x="2882" y="15693"/>
                        <a:pt x="3059" y="13078"/>
                      </a:cubicBezTo>
                      <a:cubicBezTo>
                        <a:pt x="3414" y="7935"/>
                        <a:pt x="3192" y="1995"/>
                        <a:pt x="0" y="0"/>
                      </a:cubicBezTo>
                      <a:cubicBezTo>
                        <a:pt x="0" y="0"/>
                        <a:pt x="1241" y="1374"/>
                        <a:pt x="1995" y="5009"/>
                      </a:cubicBezTo>
                      <a:cubicBezTo>
                        <a:pt x="2394" y="6827"/>
                        <a:pt x="2616" y="9177"/>
                        <a:pt x="2660" y="12102"/>
                      </a:cubicBezTo>
                      <a:cubicBezTo>
                        <a:pt x="2704" y="15073"/>
                        <a:pt x="2438" y="18619"/>
                        <a:pt x="1951" y="22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17" name="Forme libre : forme 24616">
                  <a:extLst>
                    <a:ext uri="{FF2B5EF4-FFF2-40B4-BE49-F238E27FC236}">
                      <a16:creationId xmlns:a16="http://schemas.microsoft.com/office/drawing/2014/main" id="{DBE401B7-3187-4376-8497-32E78D1CA944}"/>
                    </a:ext>
                  </a:extLst>
                </p:cNvPr>
                <p:cNvSpPr/>
                <p:nvPr/>
              </p:nvSpPr>
              <p:spPr>
                <a:xfrm>
                  <a:off x="6024738" y="1793266"/>
                  <a:ext cx="2582" cy="11750"/>
                </a:xfrm>
                <a:custGeom>
                  <a:avLst/>
                  <a:gdLst>
                    <a:gd name="connsiteX0" fmla="*/ 1263 w 2582"/>
                    <a:gd name="connsiteY0" fmla="*/ 11669 h 11750"/>
                    <a:gd name="connsiteX1" fmla="*/ 22 w 2582"/>
                    <a:gd name="connsiteY1" fmla="*/ 4709 h 11750"/>
                    <a:gd name="connsiteX2" fmla="*/ 1884 w 2582"/>
                    <a:gd name="connsiteY2" fmla="*/ 143 h 11750"/>
                    <a:gd name="connsiteX3" fmla="*/ 2549 w 2582"/>
                    <a:gd name="connsiteY3" fmla="*/ 6970 h 11750"/>
                    <a:gd name="connsiteX4" fmla="*/ 1263 w 2582"/>
                    <a:gd name="connsiteY4" fmla="*/ 11669 h 11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82" h="11750">
                      <a:moveTo>
                        <a:pt x="1263" y="11669"/>
                      </a:moveTo>
                      <a:cubicBezTo>
                        <a:pt x="376" y="11181"/>
                        <a:pt x="-111" y="7945"/>
                        <a:pt x="22" y="4709"/>
                      </a:cubicBezTo>
                      <a:cubicBezTo>
                        <a:pt x="376" y="1429"/>
                        <a:pt x="1219" y="-566"/>
                        <a:pt x="1884" y="143"/>
                      </a:cubicBezTo>
                      <a:cubicBezTo>
                        <a:pt x="2593" y="808"/>
                        <a:pt x="2637" y="3867"/>
                        <a:pt x="2549" y="6970"/>
                      </a:cubicBezTo>
                      <a:cubicBezTo>
                        <a:pt x="2416" y="10073"/>
                        <a:pt x="2017" y="12201"/>
                        <a:pt x="1263" y="1166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18" name="Forme libre : forme 24617">
                  <a:extLst>
                    <a:ext uri="{FF2B5EF4-FFF2-40B4-BE49-F238E27FC236}">
                      <a16:creationId xmlns:a16="http://schemas.microsoft.com/office/drawing/2014/main" id="{382AC175-4F61-4CA6-A853-858F9B3EA706}"/>
                    </a:ext>
                  </a:extLst>
                </p:cNvPr>
                <p:cNvSpPr/>
                <p:nvPr/>
              </p:nvSpPr>
              <p:spPr>
                <a:xfrm>
                  <a:off x="6025680" y="1803337"/>
                  <a:ext cx="1297" cy="3195"/>
                </a:xfrm>
                <a:custGeom>
                  <a:avLst/>
                  <a:gdLst>
                    <a:gd name="connsiteX0" fmla="*/ 986 w 1297"/>
                    <a:gd name="connsiteY0" fmla="*/ 3194 h 3195"/>
                    <a:gd name="connsiteX1" fmla="*/ 99 w 1297"/>
                    <a:gd name="connsiteY1" fmla="*/ 1687 h 3195"/>
                    <a:gd name="connsiteX2" fmla="*/ 365 w 1297"/>
                    <a:gd name="connsiteY2" fmla="*/ 2 h 3195"/>
                    <a:gd name="connsiteX3" fmla="*/ 1207 w 1297"/>
                    <a:gd name="connsiteY3" fmla="*/ 1509 h 3195"/>
                    <a:gd name="connsiteX4" fmla="*/ 986 w 1297"/>
                    <a:gd name="connsiteY4" fmla="*/ 3194 h 3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7" h="3195">
                      <a:moveTo>
                        <a:pt x="986" y="3194"/>
                      </a:moveTo>
                      <a:cubicBezTo>
                        <a:pt x="675" y="3238"/>
                        <a:pt x="276" y="2573"/>
                        <a:pt x="99" y="1687"/>
                      </a:cubicBezTo>
                      <a:cubicBezTo>
                        <a:pt x="-123" y="800"/>
                        <a:pt x="55" y="46"/>
                        <a:pt x="365" y="2"/>
                      </a:cubicBezTo>
                      <a:cubicBezTo>
                        <a:pt x="631" y="-42"/>
                        <a:pt x="986" y="667"/>
                        <a:pt x="1207" y="1509"/>
                      </a:cubicBezTo>
                      <a:cubicBezTo>
                        <a:pt x="1385" y="2396"/>
                        <a:pt x="1296" y="3149"/>
                        <a:pt x="986" y="31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19" name="Forme libre : forme 24618">
                  <a:extLst>
                    <a:ext uri="{FF2B5EF4-FFF2-40B4-BE49-F238E27FC236}">
                      <a16:creationId xmlns:a16="http://schemas.microsoft.com/office/drawing/2014/main" id="{6015A147-5B4B-439C-8439-F1297A44C85B}"/>
                    </a:ext>
                  </a:extLst>
                </p:cNvPr>
                <p:cNvSpPr/>
                <p:nvPr/>
              </p:nvSpPr>
              <p:spPr>
                <a:xfrm>
                  <a:off x="6028009" y="1793366"/>
                  <a:ext cx="6753" cy="26701"/>
                </a:xfrm>
                <a:custGeom>
                  <a:avLst/>
                  <a:gdLst>
                    <a:gd name="connsiteX0" fmla="*/ 6459 w 6753"/>
                    <a:gd name="connsiteY0" fmla="*/ 22164 h 26701"/>
                    <a:gd name="connsiteX1" fmla="*/ 3312 w 6753"/>
                    <a:gd name="connsiteY1" fmla="*/ 26553 h 26701"/>
                    <a:gd name="connsiteX2" fmla="*/ 830 w 6753"/>
                    <a:gd name="connsiteY2" fmla="*/ 25223 h 26701"/>
                    <a:gd name="connsiteX3" fmla="*/ 76 w 6753"/>
                    <a:gd name="connsiteY3" fmla="*/ 21543 h 26701"/>
                    <a:gd name="connsiteX4" fmla="*/ 2204 w 6753"/>
                    <a:gd name="connsiteY4" fmla="*/ 13519 h 26701"/>
                    <a:gd name="connsiteX5" fmla="*/ 2159 w 6753"/>
                    <a:gd name="connsiteY5" fmla="*/ 10106 h 26701"/>
                    <a:gd name="connsiteX6" fmla="*/ 2470 w 6753"/>
                    <a:gd name="connsiteY6" fmla="*/ 5052 h 26701"/>
                    <a:gd name="connsiteX7" fmla="*/ 4553 w 6753"/>
                    <a:gd name="connsiteY7" fmla="*/ 353 h 26701"/>
                    <a:gd name="connsiteX8" fmla="*/ 5795 w 6753"/>
                    <a:gd name="connsiteY8" fmla="*/ 7934 h 26701"/>
                    <a:gd name="connsiteX9" fmla="*/ 6681 w 6753"/>
                    <a:gd name="connsiteY9" fmla="*/ 15559 h 26701"/>
                    <a:gd name="connsiteX10" fmla="*/ 6459 w 6753"/>
                    <a:gd name="connsiteY10" fmla="*/ 22164 h 26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753" h="26701">
                      <a:moveTo>
                        <a:pt x="6459" y="22164"/>
                      </a:moveTo>
                      <a:cubicBezTo>
                        <a:pt x="5839" y="24513"/>
                        <a:pt x="4864" y="25710"/>
                        <a:pt x="3312" y="26553"/>
                      </a:cubicBezTo>
                      <a:cubicBezTo>
                        <a:pt x="2780" y="26819"/>
                        <a:pt x="1716" y="26907"/>
                        <a:pt x="830" y="25223"/>
                      </a:cubicBezTo>
                      <a:cubicBezTo>
                        <a:pt x="-13" y="23760"/>
                        <a:pt x="-101" y="22341"/>
                        <a:pt x="76" y="21543"/>
                      </a:cubicBezTo>
                      <a:cubicBezTo>
                        <a:pt x="741" y="18883"/>
                        <a:pt x="1982" y="17199"/>
                        <a:pt x="2204" y="13519"/>
                      </a:cubicBezTo>
                      <a:cubicBezTo>
                        <a:pt x="2248" y="12943"/>
                        <a:pt x="2204" y="11658"/>
                        <a:pt x="2159" y="10106"/>
                      </a:cubicBezTo>
                      <a:cubicBezTo>
                        <a:pt x="2204" y="8554"/>
                        <a:pt x="2337" y="6692"/>
                        <a:pt x="2470" y="5052"/>
                      </a:cubicBezTo>
                      <a:cubicBezTo>
                        <a:pt x="3046" y="1639"/>
                        <a:pt x="3800" y="-977"/>
                        <a:pt x="4553" y="353"/>
                      </a:cubicBezTo>
                      <a:cubicBezTo>
                        <a:pt x="5396" y="1639"/>
                        <a:pt x="5440" y="4830"/>
                        <a:pt x="5795" y="7934"/>
                      </a:cubicBezTo>
                      <a:cubicBezTo>
                        <a:pt x="6061" y="11037"/>
                        <a:pt x="6459" y="14140"/>
                        <a:pt x="6681" y="15559"/>
                      </a:cubicBezTo>
                      <a:cubicBezTo>
                        <a:pt x="6725" y="18263"/>
                        <a:pt x="6903" y="20435"/>
                        <a:pt x="6459" y="2216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63" name="Graphique 2">
                <a:extLst>
                  <a:ext uri="{FF2B5EF4-FFF2-40B4-BE49-F238E27FC236}">
                    <a16:creationId xmlns:a16="http://schemas.microsoft.com/office/drawing/2014/main" id="{B2040F03-3858-4FA0-8ABB-B03688049A9F}"/>
                  </a:ext>
                </a:extLst>
              </p:cNvPr>
              <p:cNvGrpSpPr/>
              <p:nvPr/>
            </p:nvGrpSpPr>
            <p:grpSpPr>
              <a:xfrm>
                <a:off x="6030918" y="1821699"/>
                <a:ext cx="68667" cy="29649"/>
                <a:chOff x="6030918" y="1821699"/>
                <a:chExt cx="68667" cy="29649"/>
              </a:xfrm>
              <a:solidFill>
                <a:schemeClr val="accent1"/>
              </a:solidFill>
            </p:grpSpPr>
            <p:sp>
              <p:nvSpPr>
                <p:cNvPr id="24596" name="Forme libre : forme 24595">
                  <a:extLst>
                    <a:ext uri="{FF2B5EF4-FFF2-40B4-BE49-F238E27FC236}">
                      <a16:creationId xmlns:a16="http://schemas.microsoft.com/office/drawing/2014/main" id="{749E5D7B-12E9-4EFD-A13F-0F683961C383}"/>
                    </a:ext>
                  </a:extLst>
                </p:cNvPr>
                <p:cNvSpPr/>
                <p:nvPr/>
              </p:nvSpPr>
              <p:spPr>
                <a:xfrm>
                  <a:off x="6030918" y="1821699"/>
                  <a:ext cx="68578" cy="29649"/>
                </a:xfrm>
                <a:custGeom>
                  <a:avLst/>
                  <a:gdLst>
                    <a:gd name="connsiteX0" fmla="*/ 47660 w 68578"/>
                    <a:gd name="connsiteY0" fmla="*/ 29029 h 29649"/>
                    <a:gd name="connsiteX1" fmla="*/ 40257 w 68578"/>
                    <a:gd name="connsiteY1" fmla="*/ 29650 h 29649"/>
                    <a:gd name="connsiteX2" fmla="*/ 32410 w 68578"/>
                    <a:gd name="connsiteY2" fmla="*/ 29384 h 29649"/>
                    <a:gd name="connsiteX3" fmla="*/ 24430 w 68578"/>
                    <a:gd name="connsiteY3" fmla="*/ 27965 h 29649"/>
                    <a:gd name="connsiteX4" fmla="*/ 16717 w 68578"/>
                    <a:gd name="connsiteY4" fmla="*/ 25306 h 29649"/>
                    <a:gd name="connsiteX5" fmla="*/ 7806 w 68578"/>
                    <a:gd name="connsiteY5" fmla="*/ 19764 h 29649"/>
                    <a:gd name="connsiteX6" fmla="*/ 2221 w 68578"/>
                    <a:gd name="connsiteY6" fmla="*/ 13381 h 29649"/>
                    <a:gd name="connsiteX7" fmla="*/ 48 w 68578"/>
                    <a:gd name="connsiteY7" fmla="*/ 7750 h 29649"/>
                    <a:gd name="connsiteX8" fmla="*/ 979 w 68578"/>
                    <a:gd name="connsiteY8" fmla="*/ 4426 h 29649"/>
                    <a:gd name="connsiteX9" fmla="*/ 5368 w 68578"/>
                    <a:gd name="connsiteY9" fmla="*/ 790 h 29649"/>
                    <a:gd name="connsiteX10" fmla="*/ 8649 w 68578"/>
                    <a:gd name="connsiteY10" fmla="*/ 37 h 29649"/>
                    <a:gd name="connsiteX11" fmla="*/ 13126 w 68578"/>
                    <a:gd name="connsiteY11" fmla="*/ 1189 h 29649"/>
                    <a:gd name="connsiteX12" fmla="*/ 18667 w 68578"/>
                    <a:gd name="connsiteY12" fmla="*/ 3406 h 29649"/>
                    <a:gd name="connsiteX13" fmla="*/ 24829 w 68578"/>
                    <a:gd name="connsiteY13" fmla="*/ 6022 h 29649"/>
                    <a:gd name="connsiteX14" fmla="*/ 29440 w 68578"/>
                    <a:gd name="connsiteY14" fmla="*/ 7573 h 29649"/>
                    <a:gd name="connsiteX15" fmla="*/ 34272 w 68578"/>
                    <a:gd name="connsiteY15" fmla="*/ 8415 h 29649"/>
                    <a:gd name="connsiteX16" fmla="*/ 39414 w 68578"/>
                    <a:gd name="connsiteY16" fmla="*/ 8548 h 29649"/>
                    <a:gd name="connsiteX17" fmla="*/ 44956 w 68578"/>
                    <a:gd name="connsiteY17" fmla="*/ 8016 h 29649"/>
                    <a:gd name="connsiteX18" fmla="*/ 52891 w 68578"/>
                    <a:gd name="connsiteY18" fmla="*/ 7307 h 29649"/>
                    <a:gd name="connsiteX19" fmla="*/ 60028 w 68578"/>
                    <a:gd name="connsiteY19" fmla="*/ 7573 h 29649"/>
                    <a:gd name="connsiteX20" fmla="*/ 67564 w 68578"/>
                    <a:gd name="connsiteY20" fmla="*/ 11696 h 29649"/>
                    <a:gd name="connsiteX21" fmla="*/ 68540 w 68578"/>
                    <a:gd name="connsiteY21" fmla="*/ 17503 h 29649"/>
                    <a:gd name="connsiteX22" fmla="*/ 63264 w 68578"/>
                    <a:gd name="connsiteY22" fmla="*/ 23976 h 29649"/>
                    <a:gd name="connsiteX23" fmla="*/ 56615 w 68578"/>
                    <a:gd name="connsiteY23" fmla="*/ 26946 h 29649"/>
                    <a:gd name="connsiteX24" fmla="*/ 47660 w 68578"/>
                    <a:gd name="connsiteY24" fmla="*/ 29029 h 29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8578" h="29649">
                      <a:moveTo>
                        <a:pt x="47660" y="29029"/>
                      </a:moveTo>
                      <a:cubicBezTo>
                        <a:pt x="45310" y="29384"/>
                        <a:pt x="42695" y="29428"/>
                        <a:pt x="40257" y="29650"/>
                      </a:cubicBezTo>
                      <a:cubicBezTo>
                        <a:pt x="37641" y="29606"/>
                        <a:pt x="35070" y="29694"/>
                        <a:pt x="32410" y="29384"/>
                      </a:cubicBezTo>
                      <a:cubicBezTo>
                        <a:pt x="29750" y="28985"/>
                        <a:pt x="27046" y="28808"/>
                        <a:pt x="24430" y="27965"/>
                      </a:cubicBezTo>
                      <a:cubicBezTo>
                        <a:pt x="21771" y="27300"/>
                        <a:pt x="19155" y="26502"/>
                        <a:pt x="16717" y="25306"/>
                      </a:cubicBezTo>
                      <a:cubicBezTo>
                        <a:pt x="13126" y="23931"/>
                        <a:pt x="10289" y="21759"/>
                        <a:pt x="7806" y="19764"/>
                      </a:cubicBezTo>
                      <a:cubicBezTo>
                        <a:pt x="5324" y="17725"/>
                        <a:pt x="3639" y="15331"/>
                        <a:pt x="2221" y="13381"/>
                      </a:cubicBezTo>
                      <a:cubicBezTo>
                        <a:pt x="891" y="11341"/>
                        <a:pt x="270" y="9258"/>
                        <a:pt x="48" y="7750"/>
                      </a:cubicBezTo>
                      <a:cubicBezTo>
                        <a:pt x="-129" y="6199"/>
                        <a:pt x="181" y="5091"/>
                        <a:pt x="979" y="4426"/>
                      </a:cubicBezTo>
                      <a:lnTo>
                        <a:pt x="5368" y="790"/>
                      </a:lnTo>
                      <a:cubicBezTo>
                        <a:pt x="6166" y="125"/>
                        <a:pt x="7319" y="-96"/>
                        <a:pt x="8649" y="37"/>
                      </a:cubicBezTo>
                      <a:cubicBezTo>
                        <a:pt x="10023" y="125"/>
                        <a:pt x="11397" y="657"/>
                        <a:pt x="13126" y="1189"/>
                      </a:cubicBezTo>
                      <a:cubicBezTo>
                        <a:pt x="14944" y="1677"/>
                        <a:pt x="16672" y="2608"/>
                        <a:pt x="18667" y="3406"/>
                      </a:cubicBezTo>
                      <a:cubicBezTo>
                        <a:pt x="20707" y="4160"/>
                        <a:pt x="22702" y="5312"/>
                        <a:pt x="24829" y="6022"/>
                      </a:cubicBezTo>
                      <a:cubicBezTo>
                        <a:pt x="26292" y="6775"/>
                        <a:pt x="27844" y="7174"/>
                        <a:pt x="29440" y="7573"/>
                      </a:cubicBezTo>
                      <a:cubicBezTo>
                        <a:pt x="30947" y="8149"/>
                        <a:pt x="32676" y="8105"/>
                        <a:pt x="34272" y="8415"/>
                      </a:cubicBezTo>
                      <a:cubicBezTo>
                        <a:pt x="35912" y="8593"/>
                        <a:pt x="37685" y="8504"/>
                        <a:pt x="39414" y="8548"/>
                      </a:cubicBezTo>
                      <a:cubicBezTo>
                        <a:pt x="41276" y="8327"/>
                        <a:pt x="43005" y="8327"/>
                        <a:pt x="44956" y="8016"/>
                      </a:cubicBezTo>
                      <a:cubicBezTo>
                        <a:pt x="47615" y="7662"/>
                        <a:pt x="50320" y="7396"/>
                        <a:pt x="52891" y="7307"/>
                      </a:cubicBezTo>
                      <a:cubicBezTo>
                        <a:pt x="55462" y="7218"/>
                        <a:pt x="57945" y="7263"/>
                        <a:pt x="60028" y="7573"/>
                      </a:cubicBezTo>
                      <a:cubicBezTo>
                        <a:pt x="64373" y="8149"/>
                        <a:pt x="67210" y="9612"/>
                        <a:pt x="67564" y="11696"/>
                      </a:cubicBezTo>
                      <a:lnTo>
                        <a:pt x="68540" y="17503"/>
                      </a:lnTo>
                      <a:cubicBezTo>
                        <a:pt x="68894" y="19587"/>
                        <a:pt x="66811" y="21892"/>
                        <a:pt x="63264" y="23976"/>
                      </a:cubicBezTo>
                      <a:cubicBezTo>
                        <a:pt x="61402" y="25039"/>
                        <a:pt x="59230" y="26059"/>
                        <a:pt x="56615" y="26946"/>
                      </a:cubicBezTo>
                      <a:cubicBezTo>
                        <a:pt x="54088" y="27877"/>
                        <a:pt x="51073" y="28586"/>
                        <a:pt x="47660" y="29029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97" name="Forme libre : forme 24596">
                  <a:extLst>
                    <a:ext uri="{FF2B5EF4-FFF2-40B4-BE49-F238E27FC236}">
                      <a16:creationId xmlns:a16="http://schemas.microsoft.com/office/drawing/2014/main" id="{32C94869-27F4-49DC-B5A5-E221E702CEA7}"/>
                    </a:ext>
                  </a:extLst>
                </p:cNvPr>
                <p:cNvSpPr/>
                <p:nvPr/>
              </p:nvSpPr>
              <p:spPr>
                <a:xfrm>
                  <a:off x="6030918" y="1824573"/>
                  <a:ext cx="68667" cy="26775"/>
                </a:xfrm>
                <a:custGeom>
                  <a:avLst/>
                  <a:gdLst>
                    <a:gd name="connsiteX0" fmla="*/ 24120 w 68667"/>
                    <a:gd name="connsiteY0" fmla="*/ 17821 h 26775"/>
                    <a:gd name="connsiteX1" fmla="*/ 16185 w 68667"/>
                    <a:gd name="connsiteY1" fmla="*/ 14984 h 26775"/>
                    <a:gd name="connsiteX2" fmla="*/ 9713 w 68667"/>
                    <a:gd name="connsiteY2" fmla="*/ 10418 h 26775"/>
                    <a:gd name="connsiteX3" fmla="*/ 5146 w 68667"/>
                    <a:gd name="connsiteY3" fmla="*/ 5142 h 26775"/>
                    <a:gd name="connsiteX4" fmla="*/ 2886 w 68667"/>
                    <a:gd name="connsiteY4" fmla="*/ 0 h 26775"/>
                    <a:gd name="connsiteX5" fmla="*/ 979 w 68667"/>
                    <a:gd name="connsiteY5" fmla="*/ 1552 h 26775"/>
                    <a:gd name="connsiteX6" fmla="*/ 48 w 68667"/>
                    <a:gd name="connsiteY6" fmla="*/ 4876 h 26775"/>
                    <a:gd name="connsiteX7" fmla="*/ 2221 w 68667"/>
                    <a:gd name="connsiteY7" fmla="*/ 10507 h 26775"/>
                    <a:gd name="connsiteX8" fmla="*/ 7806 w 68667"/>
                    <a:gd name="connsiteY8" fmla="*/ 16890 h 26775"/>
                    <a:gd name="connsiteX9" fmla="*/ 16717 w 68667"/>
                    <a:gd name="connsiteY9" fmla="*/ 22432 h 26775"/>
                    <a:gd name="connsiteX10" fmla="*/ 24430 w 68667"/>
                    <a:gd name="connsiteY10" fmla="*/ 25091 h 26775"/>
                    <a:gd name="connsiteX11" fmla="*/ 32410 w 68667"/>
                    <a:gd name="connsiteY11" fmla="*/ 26510 h 26775"/>
                    <a:gd name="connsiteX12" fmla="*/ 40257 w 68667"/>
                    <a:gd name="connsiteY12" fmla="*/ 26776 h 26775"/>
                    <a:gd name="connsiteX13" fmla="*/ 47660 w 68667"/>
                    <a:gd name="connsiteY13" fmla="*/ 26155 h 26775"/>
                    <a:gd name="connsiteX14" fmla="*/ 56703 w 68667"/>
                    <a:gd name="connsiteY14" fmla="*/ 24116 h 26775"/>
                    <a:gd name="connsiteX15" fmla="*/ 63353 w 68667"/>
                    <a:gd name="connsiteY15" fmla="*/ 21146 h 26775"/>
                    <a:gd name="connsiteX16" fmla="*/ 68628 w 68667"/>
                    <a:gd name="connsiteY16" fmla="*/ 14674 h 26775"/>
                    <a:gd name="connsiteX17" fmla="*/ 68584 w 68667"/>
                    <a:gd name="connsiteY17" fmla="*/ 14496 h 26775"/>
                    <a:gd name="connsiteX18" fmla="*/ 46951 w 68667"/>
                    <a:gd name="connsiteY18" fmla="*/ 18442 h 26775"/>
                    <a:gd name="connsiteX19" fmla="*/ 24120 w 68667"/>
                    <a:gd name="connsiteY19" fmla="*/ 17821 h 26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8667" h="26775">
                      <a:moveTo>
                        <a:pt x="24120" y="17821"/>
                      </a:moveTo>
                      <a:cubicBezTo>
                        <a:pt x="21283" y="17422"/>
                        <a:pt x="18756" y="16048"/>
                        <a:pt x="16185" y="14984"/>
                      </a:cubicBezTo>
                      <a:cubicBezTo>
                        <a:pt x="13835" y="13521"/>
                        <a:pt x="11574" y="12058"/>
                        <a:pt x="9713" y="10418"/>
                      </a:cubicBezTo>
                      <a:cubicBezTo>
                        <a:pt x="7939" y="8600"/>
                        <a:pt x="6299" y="6916"/>
                        <a:pt x="5146" y="5142"/>
                      </a:cubicBezTo>
                      <a:cubicBezTo>
                        <a:pt x="4082" y="3281"/>
                        <a:pt x="3285" y="1507"/>
                        <a:pt x="2886" y="0"/>
                      </a:cubicBezTo>
                      <a:lnTo>
                        <a:pt x="979" y="1552"/>
                      </a:lnTo>
                      <a:cubicBezTo>
                        <a:pt x="181" y="2217"/>
                        <a:pt x="-129" y="3325"/>
                        <a:pt x="48" y="4876"/>
                      </a:cubicBezTo>
                      <a:cubicBezTo>
                        <a:pt x="270" y="6384"/>
                        <a:pt x="891" y="8467"/>
                        <a:pt x="2221" y="10507"/>
                      </a:cubicBezTo>
                      <a:cubicBezTo>
                        <a:pt x="3595" y="12457"/>
                        <a:pt x="5324" y="14851"/>
                        <a:pt x="7806" y="16890"/>
                      </a:cubicBezTo>
                      <a:cubicBezTo>
                        <a:pt x="10289" y="18885"/>
                        <a:pt x="13126" y="21057"/>
                        <a:pt x="16717" y="22432"/>
                      </a:cubicBezTo>
                      <a:cubicBezTo>
                        <a:pt x="19155" y="23628"/>
                        <a:pt x="21771" y="24382"/>
                        <a:pt x="24430" y="25091"/>
                      </a:cubicBezTo>
                      <a:cubicBezTo>
                        <a:pt x="27046" y="25934"/>
                        <a:pt x="29750" y="26111"/>
                        <a:pt x="32410" y="26510"/>
                      </a:cubicBezTo>
                      <a:cubicBezTo>
                        <a:pt x="35070" y="26820"/>
                        <a:pt x="37641" y="26732"/>
                        <a:pt x="40257" y="26776"/>
                      </a:cubicBezTo>
                      <a:cubicBezTo>
                        <a:pt x="42739" y="26599"/>
                        <a:pt x="45310" y="26510"/>
                        <a:pt x="47660" y="26155"/>
                      </a:cubicBezTo>
                      <a:cubicBezTo>
                        <a:pt x="51029" y="25712"/>
                        <a:pt x="54088" y="25003"/>
                        <a:pt x="56703" y="24116"/>
                      </a:cubicBezTo>
                      <a:cubicBezTo>
                        <a:pt x="59363" y="23230"/>
                        <a:pt x="61535" y="22210"/>
                        <a:pt x="63353" y="21146"/>
                      </a:cubicBezTo>
                      <a:cubicBezTo>
                        <a:pt x="66899" y="19062"/>
                        <a:pt x="68983" y="16713"/>
                        <a:pt x="68628" y="14674"/>
                      </a:cubicBezTo>
                      <a:lnTo>
                        <a:pt x="68584" y="14496"/>
                      </a:lnTo>
                      <a:cubicBezTo>
                        <a:pt x="61447" y="15871"/>
                        <a:pt x="54310" y="17511"/>
                        <a:pt x="46951" y="18442"/>
                      </a:cubicBezTo>
                      <a:cubicBezTo>
                        <a:pt x="39636" y="19373"/>
                        <a:pt x="31922" y="19550"/>
                        <a:pt x="24120" y="1782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98" name="Forme libre : forme 24597">
                  <a:extLst>
                    <a:ext uri="{FF2B5EF4-FFF2-40B4-BE49-F238E27FC236}">
                      <a16:creationId xmlns:a16="http://schemas.microsoft.com/office/drawing/2014/main" id="{605AB72E-F91C-4046-A0BB-247DA1BE00EE}"/>
                    </a:ext>
                  </a:extLst>
                </p:cNvPr>
                <p:cNvSpPr/>
                <p:nvPr/>
              </p:nvSpPr>
              <p:spPr>
                <a:xfrm>
                  <a:off x="6053028" y="1837163"/>
                  <a:ext cx="31902" cy="8103"/>
                </a:xfrm>
                <a:custGeom>
                  <a:avLst/>
                  <a:gdLst>
                    <a:gd name="connsiteX0" fmla="*/ 31889 w 31902"/>
                    <a:gd name="connsiteY0" fmla="*/ 2350 h 8103"/>
                    <a:gd name="connsiteX1" fmla="*/ 27677 w 31902"/>
                    <a:gd name="connsiteY1" fmla="*/ 5940 h 8103"/>
                    <a:gd name="connsiteX2" fmla="*/ 22535 w 31902"/>
                    <a:gd name="connsiteY2" fmla="*/ 7448 h 8103"/>
                    <a:gd name="connsiteX3" fmla="*/ 15885 w 31902"/>
                    <a:gd name="connsiteY3" fmla="*/ 8068 h 8103"/>
                    <a:gd name="connsiteX4" fmla="*/ 9147 w 31902"/>
                    <a:gd name="connsiteY4" fmla="*/ 7315 h 8103"/>
                    <a:gd name="connsiteX5" fmla="*/ 3872 w 31902"/>
                    <a:gd name="connsiteY5" fmla="*/ 5453 h 8103"/>
                    <a:gd name="connsiteX6" fmla="*/ 724 w 31902"/>
                    <a:gd name="connsiteY6" fmla="*/ 3280 h 8103"/>
                    <a:gd name="connsiteX7" fmla="*/ 59 w 31902"/>
                    <a:gd name="connsiteY7" fmla="*/ 1330 h 8103"/>
                    <a:gd name="connsiteX8" fmla="*/ 1744 w 31902"/>
                    <a:gd name="connsiteY8" fmla="*/ 355 h 8103"/>
                    <a:gd name="connsiteX9" fmla="*/ 5290 w 31902"/>
                    <a:gd name="connsiteY9" fmla="*/ 0 h 8103"/>
                    <a:gd name="connsiteX10" fmla="*/ 10122 w 31902"/>
                    <a:gd name="connsiteY10" fmla="*/ 44 h 8103"/>
                    <a:gd name="connsiteX11" fmla="*/ 15930 w 31902"/>
                    <a:gd name="connsiteY11" fmla="*/ 89 h 8103"/>
                    <a:gd name="connsiteX12" fmla="*/ 21826 w 31902"/>
                    <a:gd name="connsiteY12" fmla="*/ 89 h 8103"/>
                    <a:gd name="connsiteX13" fmla="*/ 26835 w 31902"/>
                    <a:gd name="connsiteY13" fmla="*/ 310 h 8103"/>
                    <a:gd name="connsiteX14" fmla="*/ 31889 w 31902"/>
                    <a:gd name="connsiteY14" fmla="*/ 2350 h 8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902" h="8103">
                      <a:moveTo>
                        <a:pt x="31889" y="2350"/>
                      </a:moveTo>
                      <a:cubicBezTo>
                        <a:pt x="32066" y="3413"/>
                        <a:pt x="30514" y="4788"/>
                        <a:pt x="27677" y="5940"/>
                      </a:cubicBezTo>
                      <a:cubicBezTo>
                        <a:pt x="26259" y="6472"/>
                        <a:pt x="24530" y="7093"/>
                        <a:pt x="22535" y="7448"/>
                      </a:cubicBezTo>
                      <a:cubicBezTo>
                        <a:pt x="20496" y="7714"/>
                        <a:pt x="18323" y="8245"/>
                        <a:pt x="15885" y="8068"/>
                      </a:cubicBezTo>
                      <a:cubicBezTo>
                        <a:pt x="13491" y="8068"/>
                        <a:pt x="11186" y="7891"/>
                        <a:pt x="9147" y="7315"/>
                      </a:cubicBezTo>
                      <a:cubicBezTo>
                        <a:pt x="7063" y="6871"/>
                        <a:pt x="5290" y="6295"/>
                        <a:pt x="3872" y="5453"/>
                      </a:cubicBezTo>
                      <a:cubicBezTo>
                        <a:pt x="2453" y="4699"/>
                        <a:pt x="1389" y="3945"/>
                        <a:pt x="724" y="3280"/>
                      </a:cubicBezTo>
                      <a:cubicBezTo>
                        <a:pt x="103" y="2527"/>
                        <a:pt x="-118" y="1862"/>
                        <a:pt x="59" y="1330"/>
                      </a:cubicBezTo>
                      <a:cubicBezTo>
                        <a:pt x="236" y="798"/>
                        <a:pt x="857" y="532"/>
                        <a:pt x="1744" y="355"/>
                      </a:cubicBezTo>
                      <a:cubicBezTo>
                        <a:pt x="2675" y="133"/>
                        <a:pt x="3872" y="0"/>
                        <a:pt x="5290" y="0"/>
                      </a:cubicBezTo>
                      <a:cubicBezTo>
                        <a:pt x="6664" y="89"/>
                        <a:pt x="8305" y="44"/>
                        <a:pt x="10122" y="44"/>
                      </a:cubicBezTo>
                      <a:cubicBezTo>
                        <a:pt x="11895" y="177"/>
                        <a:pt x="13846" y="89"/>
                        <a:pt x="15930" y="89"/>
                      </a:cubicBezTo>
                      <a:cubicBezTo>
                        <a:pt x="17969" y="222"/>
                        <a:pt x="20008" y="-44"/>
                        <a:pt x="21826" y="89"/>
                      </a:cubicBezTo>
                      <a:cubicBezTo>
                        <a:pt x="23687" y="133"/>
                        <a:pt x="25372" y="89"/>
                        <a:pt x="26835" y="310"/>
                      </a:cubicBezTo>
                      <a:cubicBezTo>
                        <a:pt x="29761" y="621"/>
                        <a:pt x="31711" y="1241"/>
                        <a:pt x="31889" y="235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99" name="Forme libre : forme 24598">
                  <a:extLst>
                    <a:ext uri="{FF2B5EF4-FFF2-40B4-BE49-F238E27FC236}">
                      <a16:creationId xmlns:a16="http://schemas.microsoft.com/office/drawing/2014/main" id="{F600A269-411E-462E-977F-73A2E57BAEBD}"/>
                    </a:ext>
                  </a:extLst>
                </p:cNvPr>
                <p:cNvSpPr/>
                <p:nvPr/>
              </p:nvSpPr>
              <p:spPr>
                <a:xfrm>
                  <a:off x="6053028" y="1837224"/>
                  <a:ext cx="23510" cy="8017"/>
                </a:xfrm>
                <a:custGeom>
                  <a:avLst/>
                  <a:gdLst>
                    <a:gd name="connsiteX0" fmla="*/ 7551 w 23510"/>
                    <a:gd name="connsiteY0" fmla="*/ 73 h 8017"/>
                    <a:gd name="connsiteX1" fmla="*/ 2497 w 23510"/>
                    <a:gd name="connsiteY1" fmla="*/ 161 h 8017"/>
                    <a:gd name="connsiteX2" fmla="*/ 59 w 23510"/>
                    <a:gd name="connsiteY2" fmla="*/ 1270 h 8017"/>
                    <a:gd name="connsiteX3" fmla="*/ 724 w 23510"/>
                    <a:gd name="connsiteY3" fmla="*/ 3220 h 8017"/>
                    <a:gd name="connsiteX4" fmla="*/ 3872 w 23510"/>
                    <a:gd name="connsiteY4" fmla="*/ 5392 h 8017"/>
                    <a:gd name="connsiteX5" fmla="*/ 9147 w 23510"/>
                    <a:gd name="connsiteY5" fmla="*/ 7254 h 8017"/>
                    <a:gd name="connsiteX6" fmla="*/ 15885 w 23510"/>
                    <a:gd name="connsiteY6" fmla="*/ 8008 h 8017"/>
                    <a:gd name="connsiteX7" fmla="*/ 23510 w 23510"/>
                    <a:gd name="connsiteY7" fmla="*/ 7166 h 8017"/>
                    <a:gd name="connsiteX8" fmla="*/ 19299 w 23510"/>
                    <a:gd name="connsiteY8" fmla="*/ 7210 h 8017"/>
                    <a:gd name="connsiteX9" fmla="*/ 14023 w 23510"/>
                    <a:gd name="connsiteY9" fmla="*/ 6102 h 8017"/>
                    <a:gd name="connsiteX10" fmla="*/ 10034 w 23510"/>
                    <a:gd name="connsiteY10" fmla="*/ 4240 h 8017"/>
                    <a:gd name="connsiteX11" fmla="*/ 7551 w 23510"/>
                    <a:gd name="connsiteY11" fmla="*/ 73 h 8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510" h="8017">
                      <a:moveTo>
                        <a:pt x="7551" y="73"/>
                      </a:moveTo>
                      <a:cubicBezTo>
                        <a:pt x="5556" y="-16"/>
                        <a:pt x="3827" y="-60"/>
                        <a:pt x="2497" y="161"/>
                      </a:cubicBezTo>
                      <a:cubicBezTo>
                        <a:pt x="1167" y="427"/>
                        <a:pt x="325" y="605"/>
                        <a:pt x="59" y="1270"/>
                      </a:cubicBezTo>
                      <a:cubicBezTo>
                        <a:pt x="-118" y="1757"/>
                        <a:pt x="103" y="2466"/>
                        <a:pt x="724" y="3220"/>
                      </a:cubicBezTo>
                      <a:cubicBezTo>
                        <a:pt x="1389" y="3885"/>
                        <a:pt x="2453" y="4639"/>
                        <a:pt x="3872" y="5392"/>
                      </a:cubicBezTo>
                      <a:cubicBezTo>
                        <a:pt x="5290" y="6235"/>
                        <a:pt x="7063" y="6811"/>
                        <a:pt x="9147" y="7254"/>
                      </a:cubicBezTo>
                      <a:cubicBezTo>
                        <a:pt x="11186" y="7831"/>
                        <a:pt x="13491" y="8008"/>
                        <a:pt x="15885" y="8008"/>
                      </a:cubicBezTo>
                      <a:cubicBezTo>
                        <a:pt x="18722" y="8097"/>
                        <a:pt x="21249" y="7565"/>
                        <a:pt x="23510" y="7166"/>
                      </a:cubicBezTo>
                      <a:cubicBezTo>
                        <a:pt x="22092" y="7254"/>
                        <a:pt x="20673" y="7299"/>
                        <a:pt x="19299" y="7210"/>
                      </a:cubicBezTo>
                      <a:cubicBezTo>
                        <a:pt x="17437" y="7121"/>
                        <a:pt x="15619" y="6545"/>
                        <a:pt x="14023" y="6102"/>
                      </a:cubicBezTo>
                      <a:cubicBezTo>
                        <a:pt x="12427" y="5658"/>
                        <a:pt x="11098" y="4993"/>
                        <a:pt x="10034" y="4240"/>
                      </a:cubicBezTo>
                      <a:cubicBezTo>
                        <a:pt x="7950" y="2777"/>
                        <a:pt x="7019" y="1314"/>
                        <a:pt x="7551" y="73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00" name="Forme libre : forme 24599">
                  <a:extLst>
                    <a:ext uri="{FF2B5EF4-FFF2-40B4-BE49-F238E27FC236}">
                      <a16:creationId xmlns:a16="http://schemas.microsoft.com/office/drawing/2014/main" id="{40B17A26-AB93-432E-AFEB-08238241C4DD}"/>
                    </a:ext>
                  </a:extLst>
                </p:cNvPr>
                <p:cNvSpPr/>
                <p:nvPr/>
              </p:nvSpPr>
              <p:spPr>
                <a:xfrm>
                  <a:off x="6054277" y="1837966"/>
                  <a:ext cx="32433" cy="8196"/>
                </a:xfrm>
                <a:custGeom>
                  <a:avLst/>
                  <a:gdLst>
                    <a:gd name="connsiteX0" fmla="*/ 32413 w 32433"/>
                    <a:gd name="connsiteY0" fmla="*/ 2123 h 8196"/>
                    <a:gd name="connsiteX1" fmla="*/ 28246 w 32433"/>
                    <a:gd name="connsiteY1" fmla="*/ 5758 h 8196"/>
                    <a:gd name="connsiteX2" fmla="*/ 16453 w 32433"/>
                    <a:gd name="connsiteY2" fmla="*/ 8197 h 8196"/>
                    <a:gd name="connsiteX3" fmla="*/ 9582 w 32433"/>
                    <a:gd name="connsiteY3" fmla="*/ 7665 h 8196"/>
                    <a:gd name="connsiteX4" fmla="*/ 4129 w 32433"/>
                    <a:gd name="connsiteY4" fmla="*/ 5980 h 8196"/>
                    <a:gd name="connsiteX5" fmla="*/ 51 w 32433"/>
                    <a:gd name="connsiteY5" fmla="*/ 1946 h 8196"/>
                    <a:gd name="connsiteX6" fmla="*/ 5326 w 32433"/>
                    <a:gd name="connsiteY6" fmla="*/ 483 h 8196"/>
                    <a:gd name="connsiteX7" fmla="*/ 10247 w 32433"/>
                    <a:gd name="connsiteY7" fmla="*/ 350 h 8196"/>
                    <a:gd name="connsiteX8" fmla="*/ 16187 w 32433"/>
                    <a:gd name="connsiteY8" fmla="*/ 217 h 8196"/>
                    <a:gd name="connsiteX9" fmla="*/ 27270 w 32433"/>
                    <a:gd name="connsiteY9" fmla="*/ 128 h 8196"/>
                    <a:gd name="connsiteX10" fmla="*/ 32413 w 32433"/>
                    <a:gd name="connsiteY10" fmla="*/ 2123 h 8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433" h="8196">
                      <a:moveTo>
                        <a:pt x="32413" y="2123"/>
                      </a:moveTo>
                      <a:cubicBezTo>
                        <a:pt x="32634" y="3232"/>
                        <a:pt x="31038" y="4517"/>
                        <a:pt x="28246" y="5758"/>
                      </a:cubicBezTo>
                      <a:cubicBezTo>
                        <a:pt x="25408" y="6955"/>
                        <a:pt x="21286" y="7975"/>
                        <a:pt x="16453" y="8197"/>
                      </a:cubicBezTo>
                      <a:cubicBezTo>
                        <a:pt x="14015" y="8108"/>
                        <a:pt x="11710" y="8108"/>
                        <a:pt x="9582" y="7665"/>
                      </a:cubicBezTo>
                      <a:cubicBezTo>
                        <a:pt x="7499" y="7177"/>
                        <a:pt x="5637" y="6689"/>
                        <a:pt x="4129" y="5980"/>
                      </a:cubicBezTo>
                      <a:cubicBezTo>
                        <a:pt x="1204" y="4429"/>
                        <a:pt x="-304" y="2966"/>
                        <a:pt x="51" y="1946"/>
                      </a:cubicBezTo>
                      <a:cubicBezTo>
                        <a:pt x="406" y="926"/>
                        <a:pt x="2489" y="439"/>
                        <a:pt x="5326" y="483"/>
                      </a:cubicBezTo>
                      <a:cubicBezTo>
                        <a:pt x="6745" y="439"/>
                        <a:pt x="8474" y="261"/>
                        <a:pt x="10247" y="350"/>
                      </a:cubicBezTo>
                      <a:cubicBezTo>
                        <a:pt x="12065" y="350"/>
                        <a:pt x="14104" y="128"/>
                        <a:pt x="16187" y="217"/>
                      </a:cubicBezTo>
                      <a:cubicBezTo>
                        <a:pt x="20399" y="-5"/>
                        <a:pt x="24300" y="-93"/>
                        <a:pt x="27270" y="128"/>
                      </a:cubicBezTo>
                      <a:cubicBezTo>
                        <a:pt x="30240" y="350"/>
                        <a:pt x="32191" y="1015"/>
                        <a:pt x="32413" y="212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01" name="Forme libre : forme 24600">
                  <a:extLst>
                    <a:ext uri="{FF2B5EF4-FFF2-40B4-BE49-F238E27FC236}">
                      <a16:creationId xmlns:a16="http://schemas.microsoft.com/office/drawing/2014/main" id="{C68636F1-4D84-4035-8DF6-CE11B5BC04A5}"/>
                    </a:ext>
                  </a:extLst>
                </p:cNvPr>
                <p:cNvSpPr/>
                <p:nvPr/>
              </p:nvSpPr>
              <p:spPr>
                <a:xfrm>
                  <a:off x="6039537" y="1828464"/>
                  <a:ext cx="40410" cy="21207"/>
                </a:xfrm>
                <a:custGeom>
                  <a:avLst/>
                  <a:gdLst>
                    <a:gd name="connsiteX0" fmla="*/ 1404 w 40410"/>
                    <a:gd name="connsiteY0" fmla="*/ 3690 h 21207"/>
                    <a:gd name="connsiteX1" fmla="*/ 118 w 40410"/>
                    <a:gd name="connsiteY1" fmla="*/ 7325 h 21207"/>
                    <a:gd name="connsiteX2" fmla="*/ 4817 w 40410"/>
                    <a:gd name="connsiteY2" fmla="*/ 13442 h 21207"/>
                    <a:gd name="connsiteX3" fmla="*/ 9383 w 40410"/>
                    <a:gd name="connsiteY3" fmla="*/ 16546 h 21207"/>
                    <a:gd name="connsiteX4" fmla="*/ 11999 w 40410"/>
                    <a:gd name="connsiteY4" fmla="*/ 18009 h 21207"/>
                    <a:gd name="connsiteX5" fmla="*/ 14880 w 40410"/>
                    <a:gd name="connsiteY5" fmla="*/ 19073 h 21207"/>
                    <a:gd name="connsiteX6" fmla="*/ 25032 w 40410"/>
                    <a:gd name="connsiteY6" fmla="*/ 21200 h 21207"/>
                    <a:gd name="connsiteX7" fmla="*/ 34475 w 40410"/>
                    <a:gd name="connsiteY7" fmla="*/ 20358 h 21207"/>
                    <a:gd name="connsiteX8" fmla="*/ 39883 w 40410"/>
                    <a:gd name="connsiteY8" fmla="*/ 16191 h 21207"/>
                    <a:gd name="connsiteX9" fmla="*/ 33854 w 40410"/>
                    <a:gd name="connsiteY9" fmla="*/ 14950 h 21207"/>
                    <a:gd name="connsiteX10" fmla="*/ 26273 w 40410"/>
                    <a:gd name="connsiteY10" fmla="*/ 13043 h 21207"/>
                    <a:gd name="connsiteX11" fmla="*/ 20377 w 40410"/>
                    <a:gd name="connsiteY11" fmla="*/ 9940 h 21207"/>
                    <a:gd name="connsiteX12" fmla="*/ 8452 w 40410"/>
                    <a:gd name="connsiteY12" fmla="*/ 631 h 21207"/>
                    <a:gd name="connsiteX13" fmla="*/ 3532 w 40410"/>
                    <a:gd name="connsiteY13" fmla="*/ 808 h 21207"/>
                    <a:gd name="connsiteX14" fmla="*/ 1404 w 40410"/>
                    <a:gd name="connsiteY14" fmla="*/ 3690 h 21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410" h="21207">
                      <a:moveTo>
                        <a:pt x="1404" y="3690"/>
                      </a:moveTo>
                      <a:cubicBezTo>
                        <a:pt x="562" y="4621"/>
                        <a:pt x="-325" y="5507"/>
                        <a:pt x="118" y="7325"/>
                      </a:cubicBezTo>
                      <a:cubicBezTo>
                        <a:pt x="473" y="9142"/>
                        <a:pt x="2335" y="11093"/>
                        <a:pt x="4817" y="13442"/>
                      </a:cubicBezTo>
                      <a:cubicBezTo>
                        <a:pt x="6014" y="14684"/>
                        <a:pt x="7743" y="15482"/>
                        <a:pt x="9383" y="16546"/>
                      </a:cubicBezTo>
                      <a:cubicBezTo>
                        <a:pt x="10270" y="17033"/>
                        <a:pt x="11157" y="17521"/>
                        <a:pt x="11999" y="18009"/>
                      </a:cubicBezTo>
                      <a:cubicBezTo>
                        <a:pt x="12974" y="18363"/>
                        <a:pt x="13949" y="18718"/>
                        <a:pt x="14880" y="19073"/>
                      </a:cubicBezTo>
                      <a:cubicBezTo>
                        <a:pt x="18072" y="20358"/>
                        <a:pt x="21619" y="20801"/>
                        <a:pt x="25032" y="21200"/>
                      </a:cubicBezTo>
                      <a:cubicBezTo>
                        <a:pt x="28401" y="21245"/>
                        <a:pt x="31726" y="21112"/>
                        <a:pt x="34475" y="20358"/>
                      </a:cubicBezTo>
                      <a:cubicBezTo>
                        <a:pt x="38730" y="19472"/>
                        <a:pt x="41656" y="17255"/>
                        <a:pt x="39883" y="16191"/>
                      </a:cubicBezTo>
                      <a:cubicBezTo>
                        <a:pt x="38775" y="15526"/>
                        <a:pt x="36204" y="15349"/>
                        <a:pt x="33854" y="14950"/>
                      </a:cubicBezTo>
                      <a:cubicBezTo>
                        <a:pt x="31150" y="14639"/>
                        <a:pt x="28534" y="13797"/>
                        <a:pt x="26273" y="13043"/>
                      </a:cubicBezTo>
                      <a:cubicBezTo>
                        <a:pt x="24013" y="12157"/>
                        <a:pt x="22018" y="11004"/>
                        <a:pt x="20377" y="9940"/>
                      </a:cubicBezTo>
                      <a:cubicBezTo>
                        <a:pt x="17452" y="7635"/>
                        <a:pt x="13683" y="3246"/>
                        <a:pt x="8452" y="631"/>
                      </a:cubicBezTo>
                      <a:cubicBezTo>
                        <a:pt x="5881" y="-300"/>
                        <a:pt x="4596" y="-167"/>
                        <a:pt x="3532" y="808"/>
                      </a:cubicBezTo>
                      <a:cubicBezTo>
                        <a:pt x="2512" y="1650"/>
                        <a:pt x="1980" y="3069"/>
                        <a:pt x="1404" y="369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02" name="Forme libre : forme 24601">
                  <a:extLst>
                    <a:ext uri="{FF2B5EF4-FFF2-40B4-BE49-F238E27FC236}">
                      <a16:creationId xmlns:a16="http://schemas.microsoft.com/office/drawing/2014/main" id="{C1AD0957-9906-427E-A16C-C6BFD58887AF}"/>
                    </a:ext>
                  </a:extLst>
                </p:cNvPr>
                <p:cNvSpPr/>
                <p:nvPr/>
              </p:nvSpPr>
              <p:spPr>
                <a:xfrm>
                  <a:off x="6048302" y="1832420"/>
                  <a:ext cx="11983" cy="3863"/>
                </a:xfrm>
                <a:custGeom>
                  <a:avLst/>
                  <a:gdLst>
                    <a:gd name="connsiteX0" fmla="*/ 1061 w 11983"/>
                    <a:gd name="connsiteY0" fmla="*/ 0 h 3863"/>
                    <a:gd name="connsiteX1" fmla="*/ 42 w 11983"/>
                    <a:gd name="connsiteY1" fmla="*/ 355 h 3863"/>
                    <a:gd name="connsiteX2" fmla="*/ 706 w 11983"/>
                    <a:gd name="connsiteY2" fmla="*/ 1596 h 3863"/>
                    <a:gd name="connsiteX3" fmla="*/ 2746 w 11983"/>
                    <a:gd name="connsiteY3" fmla="*/ 2571 h 3863"/>
                    <a:gd name="connsiteX4" fmla="*/ 8021 w 11983"/>
                    <a:gd name="connsiteY4" fmla="*/ 3812 h 3863"/>
                    <a:gd name="connsiteX5" fmla="*/ 10016 w 11983"/>
                    <a:gd name="connsiteY5" fmla="*/ 3812 h 3863"/>
                    <a:gd name="connsiteX6" fmla="*/ 9262 w 11983"/>
                    <a:gd name="connsiteY6" fmla="*/ 975 h 3863"/>
                    <a:gd name="connsiteX7" fmla="*/ 4785 w 11983"/>
                    <a:gd name="connsiteY7" fmla="*/ 177 h 3863"/>
                    <a:gd name="connsiteX8" fmla="*/ 1061 w 11983"/>
                    <a:gd name="connsiteY8" fmla="*/ 0 h 3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83" h="3863">
                      <a:moveTo>
                        <a:pt x="1061" y="0"/>
                      </a:moveTo>
                      <a:cubicBezTo>
                        <a:pt x="618" y="44"/>
                        <a:pt x="175" y="89"/>
                        <a:pt x="42" y="355"/>
                      </a:cubicBezTo>
                      <a:cubicBezTo>
                        <a:pt x="-91" y="621"/>
                        <a:pt x="86" y="1108"/>
                        <a:pt x="706" y="1596"/>
                      </a:cubicBezTo>
                      <a:cubicBezTo>
                        <a:pt x="1238" y="2084"/>
                        <a:pt x="2036" y="2305"/>
                        <a:pt x="2746" y="2571"/>
                      </a:cubicBezTo>
                      <a:cubicBezTo>
                        <a:pt x="4563" y="3059"/>
                        <a:pt x="6248" y="3768"/>
                        <a:pt x="8021" y="3812"/>
                      </a:cubicBezTo>
                      <a:cubicBezTo>
                        <a:pt x="8730" y="3857"/>
                        <a:pt x="9440" y="3901"/>
                        <a:pt x="10016" y="3812"/>
                      </a:cubicBezTo>
                      <a:cubicBezTo>
                        <a:pt x="12410" y="3546"/>
                        <a:pt x="13119" y="1773"/>
                        <a:pt x="9262" y="975"/>
                      </a:cubicBezTo>
                      <a:cubicBezTo>
                        <a:pt x="7711" y="798"/>
                        <a:pt x="6248" y="266"/>
                        <a:pt x="4785" y="177"/>
                      </a:cubicBezTo>
                      <a:cubicBezTo>
                        <a:pt x="3278" y="44"/>
                        <a:pt x="1948" y="44"/>
                        <a:pt x="1061" y="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03" name="Forme libre : forme 24602">
                  <a:extLst>
                    <a:ext uri="{FF2B5EF4-FFF2-40B4-BE49-F238E27FC236}">
                      <a16:creationId xmlns:a16="http://schemas.microsoft.com/office/drawing/2014/main" id="{09C6D500-C5B6-4440-A7D1-8E2079958C24}"/>
                    </a:ext>
                  </a:extLst>
                </p:cNvPr>
                <p:cNvSpPr/>
                <p:nvPr/>
              </p:nvSpPr>
              <p:spPr>
                <a:xfrm>
                  <a:off x="6079021" y="1838715"/>
                  <a:ext cx="18362" cy="11437"/>
                </a:xfrm>
                <a:custGeom>
                  <a:avLst/>
                  <a:gdLst>
                    <a:gd name="connsiteX0" fmla="*/ 18309 w 18362"/>
                    <a:gd name="connsiteY0" fmla="*/ 0 h 11437"/>
                    <a:gd name="connsiteX1" fmla="*/ 16846 w 18362"/>
                    <a:gd name="connsiteY1" fmla="*/ 3635 h 11437"/>
                    <a:gd name="connsiteX2" fmla="*/ 11748 w 18362"/>
                    <a:gd name="connsiteY2" fmla="*/ 7359 h 11437"/>
                    <a:gd name="connsiteX3" fmla="*/ 6960 w 18362"/>
                    <a:gd name="connsiteY3" fmla="*/ 9443 h 11437"/>
                    <a:gd name="connsiteX4" fmla="*/ 0 w 18362"/>
                    <a:gd name="connsiteY4" fmla="*/ 11437 h 11437"/>
                    <a:gd name="connsiteX5" fmla="*/ 2660 w 18362"/>
                    <a:gd name="connsiteY5" fmla="*/ 10684 h 11437"/>
                    <a:gd name="connsiteX6" fmla="*/ 8467 w 18362"/>
                    <a:gd name="connsiteY6" fmla="*/ 8334 h 11437"/>
                    <a:gd name="connsiteX7" fmla="*/ 18309 w 18362"/>
                    <a:gd name="connsiteY7" fmla="*/ 0 h 11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62" h="11437">
                      <a:moveTo>
                        <a:pt x="18309" y="0"/>
                      </a:moveTo>
                      <a:cubicBezTo>
                        <a:pt x="18309" y="0"/>
                        <a:pt x="18796" y="1463"/>
                        <a:pt x="16846" y="3635"/>
                      </a:cubicBezTo>
                      <a:cubicBezTo>
                        <a:pt x="15915" y="4699"/>
                        <a:pt x="14363" y="5985"/>
                        <a:pt x="11748" y="7359"/>
                      </a:cubicBezTo>
                      <a:cubicBezTo>
                        <a:pt x="10462" y="8068"/>
                        <a:pt x="8910" y="8733"/>
                        <a:pt x="6960" y="9443"/>
                      </a:cubicBezTo>
                      <a:cubicBezTo>
                        <a:pt x="5098" y="10152"/>
                        <a:pt x="2793" y="10861"/>
                        <a:pt x="0" y="11437"/>
                      </a:cubicBezTo>
                      <a:cubicBezTo>
                        <a:pt x="0" y="11437"/>
                        <a:pt x="931" y="11171"/>
                        <a:pt x="2660" y="10684"/>
                      </a:cubicBezTo>
                      <a:cubicBezTo>
                        <a:pt x="4344" y="10196"/>
                        <a:pt x="6295" y="9354"/>
                        <a:pt x="8467" y="8334"/>
                      </a:cubicBezTo>
                      <a:cubicBezTo>
                        <a:pt x="12767" y="6295"/>
                        <a:pt x="17023" y="3414"/>
                        <a:pt x="183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04" name="Forme libre : forme 24603">
                  <a:extLst>
                    <a:ext uri="{FF2B5EF4-FFF2-40B4-BE49-F238E27FC236}">
                      <a16:creationId xmlns:a16="http://schemas.microsoft.com/office/drawing/2014/main" id="{96EDB4FB-A890-4C26-B984-6824189636C5}"/>
                    </a:ext>
                  </a:extLst>
                </p:cNvPr>
                <p:cNvSpPr/>
                <p:nvPr/>
              </p:nvSpPr>
              <p:spPr>
                <a:xfrm>
                  <a:off x="6036640" y="1823287"/>
                  <a:ext cx="19904" cy="5453"/>
                </a:xfrm>
                <a:custGeom>
                  <a:avLst/>
                  <a:gdLst>
                    <a:gd name="connsiteX0" fmla="*/ 19905 w 19904"/>
                    <a:gd name="connsiteY0" fmla="*/ 5453 h 5453"/>
                    <a:gd name="connsiteX1" fmla="*/ 17599 w 19904"/>
                    <a:gd name="connsiteY1" fmla="*/ 4655 h 5453"/>
                    <a:gd name="connsiteX2" fmla="*/ 12191 w 19904"/>
                    <a:gd name="connsiteY2" fmla="*/ 2616 h 5453"/>
                    <a:gd name="connsiteX3" fmla="*/ 5763 w 19904"/>
                    <a:gd name="connsiteY3" fmla="*/ 488 h 5453"/>
                    <a:gd name="connsiteX4" fmla="*/ 0 w 19904"/>
                    <a:gd name="connsiteY4" fmla="*/ 577 h 5453"/>
                    <a:gd name="connsiteX5" fmla="*/ 5054 w 19904"/>
                    <a:gd name="connsiteY5" fmla="*/ 1109 h 5453"/>
                    <a:gd name="connsiteX6" fmla="*/ 11216 w 19904"/>
                    <a:gd name="connsiteY6" fmla="*/ 2793 h 5453"/>
                    <a:gd name="connsiteX7" fmla="*/ 19905 w 19904"/>
                    <a:gd name="connsiteY7" fmla="*/ 5453 h 5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904" h="5453">
                      <a:moveTo>
                        <a:pt x="19905" y="5453"/>
                      </a:moveTo>
                      <a:cubicBezTo>
                        <a:pt x="19905" y="5453"/>
                        <a:pt x="19018" y="5099"/>
                        <a:pt x="17599" y="4655"/>
                      </a:cubicBezTo>
                      <a:cubicBezTo>
                        <a:pt x="16137" y="4345"/>
                        <a:pt x="14363" y="3192"/>
                        <a:pt x="12191" y="2616"/>
                      </a:cubicBezTo>
                      <a:cubicBezTo>
                        <a:pt x="10108" y="1818"/>
                        <a:pt x="8024" y="843"/>
                        <a:pt x="5763" y="488"/>
                      </a:cubicBezTo>
                      <a:cubicBezTo>
                        <a:pt x="3813" y="-88"/>
                        <a:pt x="1729" y="-265"/>
                        <a:pt x="0" y="577"/>
                      </a:cubicBezTo>
                      <a:cubicBezTo>
                        <a:pt x="0" y="577"/>
                        <a:pt x="1906" y="267"/>
                        <a:pt x="5054" y="1109"/>
                      </a:cubicBezTo>
                      <a:cubicBezTo>
                        <a:pt x="6783" y="1375"/>
                        <a:pt x="8866" y="1862"/>
                        <a:pt x="11216" y="2793"/>
                      </a:cubicBezTo>
                      <a:cubicBezTo>
                        <a:pt x="13787" y="3325"/>
                        <a:pt x="16580" y="4567"/>
                        <a:pt x="19905" y="54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05" name="Forme libre : forme 24604">
                  <a:extLst>
                    <a:ext uri="{FF2B5EF4-FFF2-40B4-BE49-F238E27FC236}">
                      <a16:creationId xmlns:a16="http://schemas.microsoft.com/office/drawing/2014/main" id="{0763DB05-E998-44DA-BA55-B47DDB6B791D}"/>
                    </a:ext>
                  </a:extLst>
                </p:cNvPr>
                <p:cNvSpPr/>
                <p:nvPr/>
              </p:nvSpPr>
              <p:spPr>
                <a:xfrm>
                  <a:off x="6066257" y="1838138"/>
                  <a:ext cx="11792" cy="2650"/>
                </a:xfrm>
                <a:custGeom>
                  <a:avLst/>
                  <a:gdLst>
                    <a:gd name="connsiteX0" fmla="*/ 11700 w 11792"/>
                    <a:gd name="connsiteY0" fmla="*/ 1419 h 2650"/>
                    <a:gd name="connsiteX1" fmla="*/ 4696 w 11792"/>
                    <a:gd name="connsiteY1" fmla="*/ 2616 h 2650"/>
                    <a:gd name="connsiteX2" fmla="*/ 130 w 11792"/>
                    <a:gd name="connsiteY2" fmla="*/ 665 h 2650"/>
                    <a:gd name="connsiteX3" fmla="*/ 6912 w 11792"/>
                    <a:gd name="connsiteY3" fmla="*/ 1 h 2650"/>
                    <a:gd name="connsiteX4" fmla="*/ 11700 w 11792"/>
                    <a:gd name="connsiteY4" fmla="*/ 1419 h 2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92" h="2650">
                      <a:moveTo>
                        <a:pt x="11700" y="1419"/>
                      </a:moveTo>
                      <a:cubicBezTo>
                        <a:pt x="11124" y="2261"/>
                        <a:pt x="7976" y="2793"/>
                        <a:pt x="4696" y="2616"/>
                      </a:cubicBezTo>
                      <a:cubicBezTo>
                        <a:pt x="1415" y="2261"/>
                        <a:pt x="-535" y="1286"/>
                        <a:pt x="130" y="665"/>
                      </a:cubicBezTo>
                      <a:cubicBezTo>
                        <a:pt x="839" y="-44"/>
                        <a:pt x="3765" y="1"/>
                        <a:pt x="6912" y="1"/>
                      </a:cubicBezTo>
                      <a:cubicBezTo>
                        <a:pt x="10104" y="222"/>
                        <a:pt x="12276" y="621"/>
                        <a:pt x="11700" y="141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06" name="Forme libre : forme 24605">
                  <a:extLst>
                    <a:ext uri="{FF2B5EF4-FFF2-40B4-BE49-F238E27FC236}">
                      <a16:creationId xmlns:a16="http://schemas.microsoft.com/office/drawing/2014/main" id="{53941080-8767-465E-A227-C8BC465A0F23}"/>
                    </a:ext>
                  </a:extLst>
                </p:cNvPr>
                <p:cNvSpPr/>
                <p:nvPr/>
              </p:nvSpPr>
              <p:spPr>
                <a:xfrm>
                  <a:off x="6076359" y="1838599"/>
                  <a:ext cx="3240" cy="1224"/>
                </a:xfrm>
                <a:custGeom>
                  <a:avLst/>
                  <a:gdLst>
                    <a:gd name="connsiteX0" fmla="*/ 3238 w 3240"/>
                    <a:gd name="connsiteY0" fmla="*/ 382 h 1224"/>
                    <a:gd name="connsiteX1" fmla="*/ 1687 w 3240"/>
                    <a:gd name="connsiteY1" fmla="*/ 1180 h 1224"/>
                    <a:gd name="connsiteX2" fmla="*/ 2 w 3240"/>
                    <a:gd name="connsiteY2" fmla="*/ 825 h 1224"/>
                    <a:gd name="connsiteX3" fmla="*/ 1554 w 3240"/>
                    <a:gd name="connsiteY3" fmla="*/ 27 h 1224"/>
                    <a:gd name="connsiteX4" fmla="*/ 3238 w 3240"/>
                    <a:gd name="connsiteY4" fmla="*/ 382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0" h="1224">
                      <a:moveTo>
                        <a:pt x="3238" y="382"/>
                      </a:moveTo>
                      <a:cubicBezTo>
                        <a:pt x="3282" y="692"/>
                        <a:pt x="2573" y="1047"/>
                        <a:pt x="1687" y="1180"/>
                      </a:cubicBezTo>
                      <a:cubicBezTo>
                        <a:pt x="800" y="1313"/>
                        <a:pt x="2" y="1135"/>
                        <a:pt x="2" y="825"/>
                      </a:cubicBezTo>
                      <a:cubicBezTo>
                        <a:pt x="-42" y="515"/>
                        <a:pt x="667" y="160"/>
                        <a:pt x="1554" y="27"/>
                      </a:cubicBezTo>
                      <a:cubicBezTo>
                        <a:pt x="2440" y="-62"/>
                        <a:pt x="3194" y="71"/>
                        <a:pt x="3238" y="3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07" name="Forme libre : forme 24606">
                  <a:extLst>
                    <a:ext uri="{FF2B5EF4-FFF2-40B4-BE49-F238E27FC236}">
                      <a16:creationId xmlns:a16="http://schemas.microsoft.com/office/drawing/2014/main" id="{A3A74377-D02F-4925-95C7-4CBAB83E4F11}"/>
                    </a:ext>
                  </a:extLst>
                </p:cNvPr>
                <p:cNvSpPr/>
                <p:nvPr/>
              </p:nvSpPr>
              <p:spPr>
                <a:xfrm>
                  <a:off x="6066460" y="1831001"/>
                  <a:ext cx="27423" cy="8122"/>
                </a:xfrm>
                <a:custGeom>
                  <a:avLst/>
                  <a:gdLst>
                    <a:gd name="connsiteX0" fmla="*/ 24131 w 27423"/>
                    <a:gd name="connsiteY0" fmla="*/ 1463 h 8122"/>
                    <a:gd name="connsiteX1" fmla="*/ 27411 w 27423"/>
                    <a:gd name="connsiteY1" fmla="*/ 5985 h 8122"/>
                    <a:gd name="connsiteX2" fmla="*/ 25372 w 27423"/>
                    <a:gd name="connsiteY2" fmla="*/ 7935 h 8122"/>
                    <a:gd name="connsiteX3" fmla="*/ 21648 w 27423"/>
                    <a:gd name="connsiteY3" fmla="*/ 7669 h 8122"/>
                    <a:gd name="connsiteX4" fmla="*/ 13713 w 27423"/>
                    <a:gd name="connsiteY4" fmla="*/ 4389 h 8122"/>
                    <a:gd name="connsiteX5" fmla="*/ 10122 w 27423"/>
                    <a:gd name="connsiteY5" fmla="*/ 4256 h 8122"/>
                    <a:gd name="connsiteX6" fmla="*/ 4935 w 27423"/>
                    <a:gd name="connsiteY6" fmla="*/ 3857 h 8122"/>
                    <a:gd name="connsiteX7" fmla="*/ 901 w 27423"/>
                    <a:gd name="connsiteY7" fmla="*/ 2881 h 8122"/>
                    <a:gd name="connsiteX8" fmla="*/ 325 w 27423"/>
                    <a:gd name="connsiteY8" fmla="*/ 1729 h 8122"/>
                    <a:gd name="connsiteX9" fmla="*/ 3339 w 27423"/>
                    <a:gd name="connsiteY9" fmla="*/ 975 h 8122"/>
                    <a:gd name="connsiteX10" fmla="*/ 7905 w 27423"/>
                    <a:gd name="connsiteY10" fmla="*/ 532 h 8122"/>
                    <a:gd name="connsiteX11" fmla="*/ 16594 w 27423"/>
                    <a:gd name="connsiteY11" fmla="*/ 0 h 8122"/>
                    <a:gd name="connsiteX12" fmla="*/ 24131 w 27423"/>
                    <a:gd name="connsiteY12" fmla="*/ 1463 h 8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423" h="8122">
                      <a:moveTo>
                        <a:pt x="24131" y="1463"/>
                      </a:moveTo>
                      <a:cubicBezTo>
                        <a:pt x="26436" y="2616"/>
                        <a:pt x="27234" y="4256"/>
                        <a:pt x="27411" y="5985"/>
                      </a:cubicBezTo>
                      <a:cubicBezTo>
                        <a:pt x="27500" y="6605"/>
                        <a:pt x="27145" y="7492"/>
                        <a:pt x="25372" y="7935"/>
                      </a:cubicBezTo>
                      <a:cubicBezTo>
                        <a:pt x="23776" y="8334"/>
                        <a:pt x="22446" y="8024"/>
                        <a:pt x="21648" y="7669"/>
                      </a:cubicBezTo>
                      <a:cubicBezTo>
                        <a:pt x="19166" y="6517"/>
                        <a:pt x="17658" y="4876"/>
                        <a:pt x="13713" y="4389"/>
                      </a:cubicBezTo>
                      <a:cubicBezTo>
                        <a:pt x="13092" y="4300"/>
                        <a:pt x="11762" y="4256"/>
                        <a:pt x="10122" y="4256"/>
                      </a:cubicBezTo>
                      <a:cubicBezTo>
                        <a:pt x="8482" y="4300"/>
                        <a:pt x="6620" y="4034"/>
                        <a:pt x="4935" y="3857"/>
                      </a:cubicBezTo>
                      <a:cubicBezTo>
                        <a:pt x="3206" y="3679"/>
                        <a:pt x="1788" y="3192"/>
                        <a:pt x="901" y="2881"/>
                      </a:cubicBezTo>
                      <a:cubicBezTo>
                        <a:pt x="15" y="2527"/>
                        <a:pt x="-296" y="2128"/>
                        <a:pt x="325" y="1729"/>
                      </a:cubicBezTo>
                      <a:cubicBezTo>
                        <a:pt x="945" y="1330"/>
                        <a:pt x="2010" y="1108"/>
                        <a:pt x="3339" y="975"/>
                      </a:cubicBezTo>
                      <a:cubicBezTo>
                        <a:pt x="4625" y="842"/>
                        <a:pt x="6265" y="576"/>
                        <a:pt x="7905" y="532"/>
                      </a:cubicBezTo>
                      <a:cubicBezTo>
                        <a:pt x="11230" y="222"/>
                        <a:pt x="14821" y="0"/>
                        <a:pt x="16594" y="0"/>
                      </a:cubicBezTo>
                      <a:cubicBezTo>
                        <a:pt x="19698" y="89"/>
                        <a:pt x="22446" y="621"/>
                        <a:pt x="24131" y="146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64" name="Graphique 2">
                <a:extLst>
                  <a:ext uri="{FF2B5EF4-FFF2-40B4-BE49-F238E27FC236}">
                    <a16:creationId xmlns:a16="http://schemas.microsoft.com/office/drawing/2014/main" id="{3943AF2F-B2C2-4135-835F-49323B731E7E}"/>
                  </a:ext>
                </a:extLst>
              </p:cNvPr>
              <p:cNvGrpSpPr/>
              <p:nvPr/>
            </p:nvGrpSpPr>
            <p:grpSpPr>
              <a:xfrm>
                <a:off x="6098579" y="1824411"/>
                <a:ext cx="67721" cy="35607"/>
                <a:chOff x="6098579" y="1824411"/>
                <a:chExt cx="67721" cy="35607"/>
              </a:xfrm>
              <a:solidFill>
                <a:schemeClr val="accent1"/>
              </a:solidFill>
            </p:grpSpPr>
            <p:sp>
              <p:nvSpPr>
                <p:cNvPr id="24584" name="Forme libre : forme 24583">
                  <a:extLst>
                    <a:ext uri="{FF2B5EF4-FFF2-40B4-BE49-F238E27FC236}">
                      <a16:creationId xmlns:a16="http://schemas.microsoft.com/office/drawing/2014/main" id="{99B621B5-D263-48DE-BD08-CB1359AD8CE5}"/>
                    </a:ext>
                  </a:extLst>
                </p:cNvPr>
                <p:cNvSpPr/>
                <p:nvPr/>
              </p:nvSpPr>
              <p:spPr>
                <a:xfrm>
                  <a:off x="6098579" y="1824411"/>
                  <a:ext cx="67721" cy="35501"/>
                </a:xfrm>
                <a:custGeom>
                  <a:avLst/>
                  <a:gdLst>
                    <a:gd name="connsiteX0" fmla="*/ 41796 w 67721"/>
                    <a:gd name="connsiteY0" fmla="*/ 28801 h 35501"/>
                    <a:gd name="connsiteX1" fmla="*/ 31555 w 67721"/>
                    <a:gd name="connsiteY1" fmla="*/ 24057 h 35501"/>
                    <a:gd name="connsiteX2" fmla="*/ 26501 w 67721"/>
                    <a:gd name="connsiteY2" fmla="*/ 22505 h 35501"/>
                    <a:gd name="connsiteX3" fmla="*/ 21315 w 67721"/>
                    <a:gd name="connsiteY3" fmla="*/ 21575 h 35501"/>
                    <a:gd name="connsiteX4" fmla="*/ 14177 w 67721"/>
                    <a:gd name="connsiteY4" fmla="*/ 20644 h 35501"/>
                    <a:gd name="connsiteX5" fmla="*/ 7882 w 67721"/>
                    <a:gd name="connsiteY5" fmla="*/ 19358 h 35501"/>
                    <a:gd name="connsiteX6" fmla="*/ 3139 w 67721"/>
                    <a:gd name="connsiteY6" fmla="*/ 17496 h 35501"/>
                    <a:gd name="connsiteX7" fmla="*/ 1011 w 67721"/>
                    <a:gd name="connsiteY7" fmla="*/ 14792 h 35501"/>
                    <a:gd name="connsiteX8" fmla="*/ 36 w 67721"/>
                    <a:gd name="connsiteY8" fmla="*/ 8985 h 35501"/>
                    <a:gd name="connsiteX9" fmla="*/ 1366 w 67721"/>
                    <a:gd name="connsiteY9" fmla="*/ 5748 h 35501"/>
                    <a:gd name="connsiteX10" fmla="*/ 6065 w 67721"/>
                    <a:gd name="connsiteY10" fmla="*/ 2645 h 35501"/>
                    <a:gd name="connsiteX11" fmla="*/ 13778 w 67721"/>
                    <a:gd name="connsiteY11" fmla="*/ 429 h 35501"/>
                    <a:gd name="connsiteX12" fmla="*/ 23797 w 67721"/>
                    <a:gd name="connsiteY12" fmla="*/ 207 h 35501"/>
                    <a:gd name="connsiteX13" fmla="*/ 31422 w 67721"/>
                    <a:gd name="connsiteY13" fmla="*/ 1537 h 35501"/>
                    <a:gd name="connsiteX14" fmla="*/ 38825 w 67721"/>
                    <a:gd name="connsiteY14" fmla="*/ 3709 h 35501"/>
                    <a:gd name="connsiteX15" fmla="*/ 52258 w 67721"/>
                    <a:gd name="connsiteY15" fmla="*/ 9738 h 35501"/>
                    <a:gd name="connsiteX16" fmla="*/ 60060 w 67721"/>
                    <a:gd name="connsiteY16" fmla="*/ 15191 h 35501"/>
                    <a:gd name="connsiteX17" fmla="*/ 65202 w 67721"/>
                    <a:gd name="connsiteY17" fmla="*/ 20954 h 35501"/>
                    <a:gd name="connsiteX18" fmla="*/ 67020 w 67721"/>
                    <a:gd name="connsiteY18" fmla="*/ 29465 h 35501"/>
                    <a:gd name="connsiteX19" fmla="*/ 63252 w 67721"/>
                    <a:gd name="connsiteY19" fmla="*/ 34165 h 35501"/>
                    <a:gd name="connsiteX20" fmla="*/ 54829 w 67721"/>
                    <a:gd name="connsiteY20" fmla="*/ 34696 h 35501"/>
                    <a:gd name="connsiteX21" fmla="*/ 48534 w 67721"/>
                    <a:gd name="connsiteY21" fmla="*/ 32258 h 35501"/>
                    <a:gd name="connsiteX22" fmla="*/ 41796 w 67721"/>
                    <a:gd name="connsiteY22" fmla="*/ 28801 h 3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7721" h="35501">
                      <a:moveTo>
                        <a:pt x="41796" y="28801"/>
                      </a:moveTo>
                      <a:cubicBezTo>
                        <a:pt x="38471" y="26939"/>
                        <a:pt x="35013" y="25387"/>
                        <a:pt x="31555" y="24057"/>
                      </a:cubicBezTo>
                      <a:cubicBezTo>
                        <a:pt x="29871" y="23569"/>
                        <a:pt x="28186" y="22949"/>
                        <a:pt x="26501" y="22505"/>
                      </a:cubicBezTo>
                      <a:cubicBezTo>
                        <a:pt x="24773" y="22239"/>
                        <a:pt x="23044" y="21796"/>
                        <a:pt x="21315" y="21575"/>
                      </a:cubicBezTo>
                      <a:cubicBezTo>
                        <a:pt x="18832" y="21397"/>
                        <a:pt x="16483" y="20910"/>
                        <a:pt x="14177" y="20644"/>
                      </a:cubicBezTo>
                      <a:cubicBezTo>
                        <a:pt x="11916" y="20200"/>
                        <a:pt x="9744" y="19890"/>
                        <a:pt x="7882" y="19358"/>
                      </a:cubicBezTo>
                      <a:cubicBezTo>
                        <a:pt x="6021" y="18782"/>
                        <a:pt x="4336" y="18250"/>
                        <a:pt x="3139" y="17496"/>
                      </a:cubicBezTo>
                      <a:cubicBezTo>
                        <a:pt x="1942" y="16742"/>
                        <a:pt x="1188" y="15856"/>
                        <a:pt x="1011" y="14792"/>
                      </a:cubicBezTo>
                      <a:lnTo>
                        <a:pt x="36" y="8985"/>
                      </a:lnTo>
                      <a:cubicBezTo>
                        <a:pt x="-142" y="7921"/>
                        <a:pt x="346" y="6857"/>
                        <a:pt x="1366" y="5748"/>
                      </a:cubicBezTo>
                      <a:cubicBezTo>
                        <a:pt x="2385" y="4684"/>
                        <a:pt x="3937" y="3487"/>
                        <a:pt x="6065" y="2645"/>
                      </a:cubicBezTo>
                      <a:cubicBezTo>
                        <a:pt x="8193" y="1714"/>
                        <a:pt x="10720" y="828"/>
                        <a:pt x="13778" y="429"/>
                      </a:cubicBezTo>
                      <a:cubicBezTo>
                        <a:pt x="16793" y="-148"/>
                        <a:pt x="20251" y="-59"/>
                        <a:pt x="23797" y="207"/>
                      </a:cubicBezTo>
                      <a:cubicBezTo>
                        <a:pt x="26324" y="517"/>
                        <a:pt x="28895" y="1049"/>
                        <a:pt x="31422" y="1537"/>
                      </a:cubicBezTo>
                      <a:cubicBezTo>
                        <a:pt x="33905" y="2158"/>
                        <a:pt x="36387" y="3000"/>
                        <a:pt x="38825" y="3709"/>
                      </a:cubicBezTo>
                      <a:cubicBezTo>
                        <a:pt x="43524" y="5438"/>
                        <a:pt x="47958" y="7389"/>
                        <a:pt x="52258" y="9738"/>
                      </a:cubicBezTo>
                      <a:cubicBezTo>
                        <a:pt x="55228" y="11378"/>
                        <a:pt x="57888" y="13285"/>
                        <a:pt x="60060" y="15191"/>
                      </a:cubicBezTo>
                      <a:cubicBezTo>
                        <a:pt x="62188" y="17186"/>
                        <a:pt x="64005" y="19092"/>
                        <a:pt x="65202" y="20954"/>
                      </a:cubicBezTo>
                      <a:cubicBezTo>
                        <a:pt x="67729" y="24633"/>
                        <a:pt x="68394" y="27781"/>
                        <a:pt x="67020" y="29465"/>
                      </a:cubicBezTo>
                      <a:lnTo>
                        <a:pt x="63252" y="34165"/>
                      </a:lnTo>
                      <a:cubicBezTo>
                        <a:pt x="61878" y="35894"/>
                        <a:pt x="58730" y="35805"/>
                        <a:pt x="54829" y="34696"/>
                      </a:cubicBezTo>
                      <a:cubicBezTo>
                        <a:pt x="52878" y="34076"/>
                        <a:pt x="50750" y="33322"/>
                        <a:pt x="48534" y="32258"/>
                      </a:cubicBezTo>
                      <a:cubicBezTo>
                        <a:pt x="46406" y="31283"/>
                        <a:pt x="44101" y="30086"/>
                        <a:pt x="41796" y="2880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85" name="Forme libre : forme 24584">
                  <a:extLst>
                    <a:ext uri="{FF2B5EF4-FFF2-40B4-BE49-F238E27FC236}">
                      <a16:creationId xmlns:a16="http://schemas.microsoft.com/office/drawing/2014/main" id="{BE881C4F-9B56-4C4F-B9C1-8755E1F0A125}"/>
                    </a:ext>
                  </a:extLst>
                </p:cNvPr>
                <p:cNvSpPr/>
                <p:nvPr/>
              </p:nvSpPr>
              <p:spPr>
                <a:xfrm>
                  <a:off x="6099147" y="1836764"/>
                  <a:ext cx="62861" cy="23253"/>
                </a:xfrm>
                <a:custGeom>
                  <a:avLst/>
                  <a:gdLst>
                    <a:gd name="connsiteX0" fmla="*/ 25801 w 62861"/>
                    <a:gd name="connsiteY0" fmla="*/ 2926 h 23253"/>
                    <a:gd name="connsiteX1" fmla="*/ 22210 w 62861"/>
                    <a:gd name="connsiteY1" fmla="*/ 2527 h 23253"/>
                    <a:gd name="connsiteX2" fmla="*/ 18619 w 62861"/>
                    <a:gd name="connsiteY2" fmla="*/ 2305 h 23253"/>
                    <a:gd name="connsiteX3" fmla="*/ 11659 w 62861"/>
                    <a:gd name="connsiteY3" fmla="*/ 1773 h 23253"/>
                    <a:gd name="connsiteX4" fmla="*/ 0 w 62861"/>
                    <a:gd name="connsiteY4" fmla="*/ 0 h 23253"/>
                    <a:gd name="connsiteX5" fmla="*/ 399 w 62861"/>
                    <a:gd name="connsiteY5" fmla="*/ 2483 h 23253"/>
                    <a:gd name="connsiteX6" fmla="*/ 2527 w 62861"/>
                    <a:gd name="connsiteY6" fmla="*/ 5187 h 23253"/>
                    <a:gd name="connsiteX7" fmla="*/ 7270 w 62861"/>
                    <a:gd name="connsiteY7" fmla="*/ 7049 h 23253"/>
                    <a:gd name="connsiteX8" fmla="*/ 13565 w 62861"/>
                    <a:gd name="connsiteY8" fmla="*/ 8334 h 23253"/>
                    <a:gd name="connsiteX9" fmla="*/ 20703 w 62861"/>
                    <a:gd name="connsiteY9" fmla="*/ 9265 h 23253"/>
                    <a:gd name="connsiteX10" fmla="*/ 25889 w 62861"/>
                    <a:gd name="connsiteY10" fmla="*/ 10196 h 23253"/>
                    <a:gd name="connsiteX11" fmla="*/ 30943 w 62861"/>
                    <a:gd name="connsiteY11" fmla="*/ 11748 h 23253"/>
                    <a:gd name="connsiteX12" fmla="*/ 41184 w 62861"/>
                    <a:gd name="connsiteY12" fmla="*/ 16491 h 23253"/>
                    <a:gd name="connsiteX13" fmla="*/ 48011 w 62861"/>
                    <a:gd name="connsiteY13" fmla="*/ 19993 h 23253"/>
                    <a:gd name="connsiteX14" fmla="*/ 54305 w 62861"/>
                    <a:gd name="connsiteY14" fmla="*/ 22432 h 23253"/>
                    <a:gd name="connsiteX15" fmla="*/ 62728 w 62861"/>
                    <a:gd name="connsiteY15" fmla="*/ 21900 h 23253"/>
                    <a:gd name="connsiteX16" fmla="*/ 62861 w 62861"/>
                    <a:gd name="connsiteY16" fmla="*/ 21767 h 23253"/>
                    <a:gd name="connsiteX17" fmla="*/ 54172 w 62861"/>
                    <a:gd name="connsiteY17" fmla="*/ 15294 h 23253"/>
                    <a:gd name="connsiteX18" fmla="*/ 45306 w 62861"/>
                    <a:gd name="connsiteY18" fmla="*/ 9620 h 23253"/>
                    <a:gd name="connsiteX19" fmla="*/ 40652 w 62861"/>
                    <a:gd name="connsiteY19" fmla="*/ 7226 h 23253"/>
                    <a:gd name="connsiteX20" fmla="*/ 35819 w 62861"/>
                    <a:gd name="connsiteY20" fmla="*/ 5275 h 23253"/>
                    <a:gd name="connsiteX21" fmla="*/ 30854 w 62861"/>
                    <a:gd name="connsiteY21" fmla="*/ 3813 h 23253"/>
                    <a:gd name="connsiteX22" fmla="*/ 25801 w 62861"/>
                    <a:gd name="connsiteY22" fmla="*/ 2926 h 23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861" h="23253">
                      <a:moveTo>
                        <a:pt x="25801" y="2926"/>
                      </a:moveTo>
                      <a:cubicBezTo>
                        <a:pt x="24604" y="2837"/>
                        <a:pt x="23407" y="2704"/>
                        <a:pt x="22210" y="2527"/>
                      </a:cubicBezTo>
                      <a:cubicBezTo>
                        <a:pt x="20969" y="2438"/>
                        <a:pt x="19816" y="2394"/>
                        <a:pt x="18619" y="2305"/>
                      </a:cubicBezTo>
                      <a:cubicBezTo>
                        <a:pt x="16270" y="1995"/>
                        <a:pt x="13920" y="2039"/>
                        <a:pt x="11659" y="1773"/>
                      </a:cubicBezTo>
                      <a:cubicBezTo>
                        <a:pt x="7182" y="1419"/>
                        <a:pt x="3059" y="975"/>
                        <a:pt x="0" y="0"/>
                      </a:cubicBezTo>
                      <a:lnTo>
                        <a:pt x="399" y="2483"/>
                      </a:lnTo>
                      <a:cubicBezTo>
                        <a:pt x="576" y="3547"/>
                        <a:pt x="1330" y="4433"/>
                        <a:pt x="2527" y="5187"/>
                      </a:cubicBezTo>
                      <a:cubicBezTo>
                        <a:pt x="3724" y="5940"/>
                        <a:pt x="5408" y="6472"/>
                        <a:pt x="7270" y="7049"/>
                      </a:cubicBezTo>
                      <a:cubicBezTo>
                        <a:pt x="9177" y="7581"/>
                        <a:pt x="11349" y="7891"/>
                        <a:pt x="13565" y="8334"/>
                      </a:cubicBezTo>
                      <a:cubicBezTo>
                        <a:pt x="15871" y="8600"/>
                        <a:pt x="18220" y="9088"/>
                        <a:pt x="20703" y="9265"/>
                      </a:cubicBezTo>
                      <a:cubicBezTo>
                        <a:pt x="22476" y="9487"/>
                        <a:pt x="24160" y="9930"/>
                        <a:pt x="25889" y="10196"/>
                      </a:cubicBezTo>
                      <a:cubicBezTo>
                        <a:pt x="27574" y="10640"/>
                        <a:pt x="29258" y="11260"/>
                        <a:pt x="30943" y="11748"/>
                      </a:cubicBezTo>
                      <a:cubicBezTo>
                        <a:pt x="34401" y="13033"/>
                        <a:pt x="37903" y="14629"/>
                        <a:pt x="41184" y="16491"/>
                      </a:cubicBezTo>
                      <a:cubicBezTo>
                        <a:pt x="43533" y="17777"/>
                        <a:pt x="45794" y="18974"/>
                        <a:pt x="48011" y="19993"/>
                      </a:cubicBezTo>
                      <a:cubicBezTo>
                        <a:pt x="50227" y="21057"/>
                        <a:pt x="52355" y="21811"/>
                        <a:pt x="54305" y="22432"/>
                      </a:cubicBezTo>
                      <a:cubicBezTo>
                        <a:pt x="58207" y="23584"/>
                        <a:pt x="61354" y="23628"/>
                        <a:pt x="62728" y="21900"/>
                      </a:cubicBezTo>
                      <a:lnTo>
                        <a:pt x="62861" y="21767"/>
                      </a:lnTo>
                      <a:cubicBezTo>
                        <a:pt x="59936" y="19550"/>
                        <a:pt x="57098" y="17333"/>
                        <a:pt x="54172" y="15294"/>
                      </a:cubicBezTo>
                      <a:cubicBezTo>
                        <a:pt x="51291" y="13211"/>
                        <a:pt x="48321" y="11349"/>
                        <a:pt x="45306" y="9620"/>
                      </a:cubicBezTo>
                      <a:lnTo>
                        <a:pt x="40652" y="7226"/>
                      </a:lnTo>
                      <a:cubicBezTo>
                        <a:pt x="39056" y="6561"/>
                        <a:pt x="37460" y="5940"/>
                        <a:pt x="35819" y="5275"/>
                      </a:cubicBezTo>
                      <a:cubicBezTo>
                        <a:pt x="34224" y="4566"/>
                        <a:pt x="32539" y="4256"/>
                        <a:pt x="30854" y="3813"/>
                      </a:cubicBezTo>
                      <a:cubicBezTo>
                        <a:pt x="29214" y="3369"/>
                        <a:pt x="27530" y="3015"/>
                        <a:pt x="25801" y="2926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86" name="Forme libre : forme 24585">
                  <a:extLst>
                    <a:ext uri="{FF2B5EF4-FFF2-40B4-BE49-F238E27FC236}">
                      <a16:creationId xmlns:a16="http://schemas.microsoft.com/office/drawing/2014/main" id="{8F0886AA-973E-4998-84E0-0F8C385EBFD4}"/>
                    </a:ext>
                  </a:extLst>
                </p:cNvPr>
                <p:cNvSpPr/>
                <p:nvPr/>
              </p:nvSpPr>
              <p:spPr>
                <a:xfrm>
                  <a:off x="6122762" y="1834100"/>
                  <a:ext cx="29328" cy="14655"/>
                </a:xfrm>
                <a:custGeom>
                  <a:avLst/>
                  <a:gdLst>
                    <a:gd name="connsiteX0" fmla="*/ 29139 w 29328"/>
                    <a:gd name="connsiteY0" fmla="*/ 13968 h 14655"/>
                    <a:gd name="connsiteX1" fmla="*/ 23686 w 29328"/>
                    <a:gd name="connsiteY1" fmla="*/ 14013 h 14655"/>
                    <a:gd name="connsiteX2" fmla="*/ 18987 w 29328"/>
                    <a:gd name="connsiteY2" fmla="*/ 12417 h 14655"/>
                    <a:gd name="connsiteX3" fmla="*/ 13535 w 29328"/>
                    <a:gd name="connsiteY3" fmla="*/ 10156 h 14655"/>
                    <a:gd name="connsiteX4" fmla="*/ 8215 w 29328"/>
                    <a:gd name="connsiteY4" fmla="*/ 7762 h 14655"/>
                    <a:gd name="connsiteX5" fmla="*/ 3915 w 29328"/>
                    <a:gd name="connsiteY5" fmla="*/ 5590 h 14655"/>
                    <a:gd name="connsiteX6" fmla="*/ 14 w 29328"/>
                    <a:gd name="connsiteY6" fmla="*/ 1955 h 14655"/>
                    <a:gd name="connsiteX7" fmla="*/ 5245 w 29328"/>
                    <a:gd name="connsiteY7" fmla="*/ 4 h 14655"/>
                    <a:gd name="connsiteX8" fmla="*/ 10609 w 29328"/>
                    <a:gd name="connsiteY8" fmla="*/ 669 h 14655"/>
                    <a:gd name="connsiteX9" fmla="*/ 16815 w 29328"/>
                    <a:gd name="connsiteY9" fmla="*/ 2664 h 14655"/>
                    <a:gd name="connsiteX10" fmla="*/ 22534 w 29328"/>
                    <a:gd name="connsiteY10" fmla="*/ 5723 h 14655"/>
                    <a:gd name="connsiteX11" fmla="*/ 26701 w 29328"/>
                    <a:gd name="connsiteY11" fmla="*/ 9048 h 14655"/>
                    <a:gd name="connsiteX12" fmla="*/ 29139 w 29328"/>
                    <a:gd name="connsiteY12" fmla="*/ 13968 h 14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328" h="14655">
                      <a:moveTo>
                        <a:pt x="29139" y="13968"/>
                      </a:moveTo>
                      <a:cubicBezTo>
                        <a:pt x="28519" y="14899"/>
                        <a:pt x="26435" y="14855"/>
                        <a:pt x="23686" y="14013"/>
                      </a:cubicBezTo>
                      <a:cubicBezTo>
                        <a:pt x="22312" y="13569"/>
                        <a:pt x="20716" y="13082"/>
                        <a:pt x="18987" y="12417"/>
                      </a:cubicBezTo>
                      <a:cubicBezTo>
                        <a:pt x="17303" y="11708"/>
                        <a:pt x="15485" y="10954"/>
                        <a:pt x="13535" y="10156"/>
                      </a:cubicBezTo>
                      <a:cubicBezTo>
                        <a:pt x="11628" y="9314"/>
                        <a:pt x="9855" y="8427"/>
                        <a:pt x="8215" y="7762"/>
                      </a:cubicBezTo>
                      <a:cubicBezTo>
                        <a:pt x="6575" y="7053"/>
                        <a:pt x="5156" y="6211"/>
                        <a:pt x="3915" y="5590"/>
                      </a:cubicBezTo>
                      <a:cubicBezTo>
                        <a:pt x="1388" y="4393"/>
                        <a:pt x="-164" y="3063"/>
                        <a:pt x="14" y="1955"/>
                      </a:cubicBezTo>
                      <a:cubicBezTo>
                        <a:pt x="191" y="847"/>
                        <a:pt x="2097" y="137"/>
                        <a:pt x="5245" y="4"/>
                      </a:cubicBezTo>
                      <a:cubicBezTo>
                        <a:pt x="6796" y="-40"/>
                        <a:pt x="8614" y="270"/>
                        <a:pt x="10609" y="669"/>
                      </a:cubicBezTo>
                      <a:cubicBezTo>
                        <a:pt x="12648" y="980"/>
                        <a:pt x="14732" y="1777"/>
                        <a:pt x="16815" y="2664"/>
                      </a:cubicBezTo>
                      <a:cubicBezTo>
                        <a:pt x="18987" y="3506"/>
                        <a:pt x="20894" y="4570"/>
                        <a:pt x="22534" y="5723"/>
                      </a:cubicBezTo>
                      <a:cubicBezTo>
                        <a:pt x="24218" y="6831"/>
                        <a:pt x="25637" y="7895"/>
                        <a:pt x="26701" y="9048"/>
                      </a:cubicBezTo>
                      <a:cubicBezTo>
                        <a:pt x="28829" y="11220"/>
                        <a:pt x="29760" y="12993"/>
                        <a:pt x="29139" y="1396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87" name="Forme libre : forme 24586">
                  <a:extLst>
                    <a:ext uri="{FF2B5EF4-FFF2-40B4-BE49-F238E27FC236}">
                      <a16:creationId xmlns:a16="http://schemas.microsoft.com/office/drawing/2014/main" id="{DD8D6A85-C6CE-4391-9231-8AA0FFBE8CD2}"/>
                    </a:ext>
                  </a:extLst>
                </p:cNvPr>
                <p:cNvSpPr/>
                <p:nvPr/>
              </p:nvSpPr>
              <p:spPr>
                <a:xfrm>
                  <a:off x="6122718" y="1834058"/>
                  <a:ext cx="19873" cy="12724"/>
                </a:xfrm>
                <a:custGeom>
                  <a:avLst/>
                  <a:gdLst>
                    <a:gd name="connsiteX0" fmla="*/ 7727 w 19873"/>
                    <a:gd name="connsiteY0" fmla="*/ 179 h 12724"/>
                    <a:gd name="connsiteX1" fmla="*/ 2230 w 19873"/>
                    <a:gd name="connsiteY1" fmla="*/ 401 h 12724"/>
                    <a:gd name="connsiteX2" fmla="*/ 13 w 19873"/>
                    <a:gd name="connsiteY2" fmla="*/ 1952 h 12724"/>
                    <a:gd name="connsiteX3" fmla="*/ 3915 w 19873"/>
                    <a:gd name="connsiteY3" fmla="*/ 5588 h 12724"/>
                    <a:gd name="connsiteX4" fmla="*/ 8215 w 19873"/>
                    <a:gd name="connsiteY4" fmla="*/ 7760 h 12724"/>
                    <a:gd name="connsiteX5" fmla="*/ 13534 w 19873"/>
                    <a:gd name="connsiteY5" fmla="*/ 10154 h 12724"/>
                    <a:gd name="connsiteX6" fmla="*/ 19874 w 19873"/>
                    <a:gd name="connsiteY6" fmla="*/ 12725 h 12724"/>
                    <a:gd name="connsiteX7" fmla="*/ 16638 w 19873"/>
                    <a:gd name="connsiteY7" fmla="*/ 10730 h 12724"/>
                    <a:gd name="connsiteX8" fmla="*/ 9678 w 19873"/>
                    <a:gd name="connsiteY8" fmla="*/ 4878 h 12724"/>
                    <a:gd name="connsiteX9" fmla="*/ 7727 w 19873"/>
                    <a:gd name="connsiteY9" fmla="*/ 179 h 1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73" h="12724">
                      <a:moveTo>
                        <a:pt x="7727" y="179"/>
                      </a:moveTo>
                      <a:cubicBezTo>
                        <a:pt x="5510" y="-220"/>
                        <a:pt x="3560" y="135"/>
                        <a:pt x="2230" y="401"/>
                      </a:cubicBezTo>
                      <a:cubicBezTo>
                        <a:pt x="900" y="755"/>
                        <a:pt x="102" y="1287"/>
                        <a:pt x="13" y="1952"/>
                      </a:cubicBezTo>
                      <a:cubicBezTo>
                        <a:pt x="-164" y="3061"/>
                        <a:pt x="1432" y="4390"/>
                        <a:pt x="3915" y="5588"/>
                      </a:cubicBezTo>
                      <a:cubicBezTo>
                        <a:pt x="5156" y="6208"/>
                        <a:pt x="6574" y="7095"/>
                        <a:pt x="8215" y="7760"/>
                      </a:cubicBezTo>
                      <a:cubicBezTo>
                        <a:pt x="9855" y="8380"/>
                        <a:pt x="11628" y="9311"/>
                        <a:pt x="13534" y="10154"/>
                      </a:cubicBezTo>
                      <a:cubicBezTo>
                        <a:pt x="15795" y="11040"/>
                        <a:pt x="17923" y="12015"/>
                        <a:pt x="19874" y="12725"/>
                      </a:cubicBezTo>
                      <a:cubicBezTo>
                        <a:pt x="18765" y="12104"/>
                        <a:pt x="17657" y="11439"/>
                        <a:pt x="16638" y="10730"/>
                      </a:cubicBezTo>
                      <a:cubicBezTo>
                        <a:pt x="13800" y="8912"/>
                        <a:pt x="11407" y="6518"/>
                        <a:pt x="9678" y="4878"/>
                      </a:cubicBezTo>
                      <a:cubicBezTo>
                        <a:pt x="7993" y="3149"/>
                        <a:pt x="7106" y="1420"/>
                        <a:pt x="7727" y="179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88" name="Forme libre : forme 24587">
                  <a:extLst>
                    <a:ext uri="{FF2B5EF4-FFF2-40B4-BE49-F238E27FC236}">
                      <a16:creationId xmlns:a16="http://schemas.microsoft.com/office/drawing/2014/main" id="{0461875B-67C5-49E6-B29E-9828C48E2C45}"/>
                    </a:ext>
                  </a:extLst>
                </p:cNvPr>
                <p:cNvSpPr/>
                <p:nvPr/>
              </p:nvSpPr>
              <p:spPr>
                <a:xfrm>
                  <a:off x="6124135" y="1835319"/>
                  <a:ext cx="28785" cy="15062"/>
                </a:xfrm>
                <a:custGeom>
                  <a:avLst/>
                  <a:gdLst>
                    <a:gd name="connsiteX0" fmla="*/ 28564 w 28785"/>
                    <a:gd name="connsiteY0" fmla="*/ 14434 h 15062"/>
                    <a:gd name="connsiteX1" fmla="*/ 23156 w 28785"/>
                    <a:gd name="connsiteY1" fmla="*/ 14390 h 15062"/>
                    <a:gd name="connsiteX2" fmla="*/ 18545 w 28785"/>
                    <a:gd name="connsiteY2" fmla="*/ 12705 h 15062"/>
                    <a:gd name="connsiteX3" fmla="*/ 13181 w 28785"/>
                    <a:gd name="connsiteY3" fmla="*/ 10355 h 15062"/>
                    <a:gd name="connsiteX4" fmla="*/ 7950 w 28785"/>
                    <a:gd name="connsiteY4" fmla="*/ 7829 h 15062"/>
                    <a:gd name="connsiteX5" fmla="*/ 3739 w 28785"/>
                    <a:gd name="connsiteY5" fmla="*/ 5612 h 15062"/>
                    <a:gd name="connsiteX6" fmla="*/ 901 w 28785"/>
                    <a:gd name="connsiteY6" fmla="*/ 3661 h 15062"/>
                    <a:gd name="connsiteX7" fmla="*/ 15 w 28785"/>
                    <a:gd name="connsiteY7" fmla="*/ 1888 h 15062"/>
                    <a:gd name="connsiteX8" fmla="*/ 1522 w 28785"/>
                    <a:gd name="connsiteY8" fmla="*/ 558 h 15062"/>
                    <a:gd name="connsiteX9" fmla="*/ 5202 w 28785"/>
                    <a:gd name="connsiteY9" fmla="*/ 26 h 15062"/>
                    <a:gd name="connsiteX10" fmla="*/ 10477 w 28785"/>
                    <a:gd name="connsiteY10" fmla="*/ 736 h 15062"/>
                    <a:gd name="connsiteX11" fmla="*/ 16550 w 28785"/>
                    <a:gd name="connsiteY11" fmla="*/ 2864 h 15062"/>
                    <a:gd name="connsiteX12" fmla="*/ 22136 w 28785"/>
                    <a:gd name="connsiteY12" fmla="*/ 6011 h 15062"/>
                    <a:gd name="connsiteX13" fmla="*/ 26170 w 28785"/>
                    <a:gd name="connsiteY13" fmla="*/ 9380 h 15062"/>
                    <a:gd name="connsiteX14" fmla="*/ 28564 w 28785"/>
                    <a:gd name="connsiteY14" fmla="*/ 14434 h 15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8785" h="15062">
                      <a:moveTo>
                        <a:pt x="28564" y="14434"/>
                      </a:moveTo>
                      <a:cubicBezTo>
                        <a:pt x="27899" y="15365"/>
                        <a:pt x="25904" y="15188"/>
                        <a:pt x="23156" y="14390"/>
                      </a:cubicBezTo>
                      <a:cubicBezTo>
                        <a:pt x="21781" y="13991"/>
                        <a:pt x="20274" y="13326"/>
                        <a:pt x="18545" y="12705"/>
                      </a:cubicBezTo>
                      <a:cubicBezTo>
                        <a:pt x="16816" y="12084"/>
                        <a:pt x="15087" y="11153"/>
                        <a:pt x="13181" y="10355"/>
                      </a:cubicBezTo>
                      <a:cubicBezTo>
                        <a:pt x="11275" y="9602"/>
                        <a:pt x="9546" y="8582"/>
                        <a:pt x="7950" y="7829"/>
                      </a:cubicBezTo>
                      <a:cubicBezTo>
                        <a:pt x="6354" y="7119"/>
                        <a:pt x="4936" y="6366"/>
                        <a:pt x="3739" y="5612"/>
                      </a:cubicBezTo>
                      <a:cubicBezTo>
                        <a:pt x="2586" y="4770"/>
                        <a:pt x="1566" y="4327"/>
                        <a:pt x="901" y="3661"/>
                      </a:cubicBezTo>
                      <a:cubicBezTo>
                        <a:pt x="236" y="3041"/>
                        <a:pt x="-74" y="2420"/>
                        <a:pt x="15" y="1888"/>
                      </a:cubicBezTo>
                      <a:cubicBezTo>
                        <a:pt x="103" y="1356"/>
                        <a:pt x="635" y="869"/>
                        <a:pt x="1522" y="558"/>
                      </a:cubicBezTo>
                      <a:cubicBezTo>
                        <a:pt x="2409" y="292"/>
                        <a:pt x="3694" y="-107"/>
                        <a:pt x="5202" y="26"/>
                      </a:cubicBezTo>
                      <a:cubicBezTo>
                        <a:pt x="6709" y="115"/>
                        <a:pt x="8526" y="337"/>
                        <a:pt x="10477" y="736"/>
                      </a:cubicBezTo>
                      <a:cubicBezTo>
                        <a:pt x="12427" y="1179"/>
                        <a:pt x="14422" y="2021"/>
                        <a:pt x="16550" y="2864"/>
                      </a:cubicBezTo>
                      <a:cubicBezTo>
                        <a:pt x="18678" y="3706"/>
                        <a:pt x="20496" y="4947"/>
                        <a:pt x="22136" y="6011"/>
                      </a:cubicBezTo>
                      <a:cubicBezTo>
                        <a:pt x="23821" y="7075"/>
                        <a:pt x="25106" y="8316"/>
                        <a:pt x="26170" y="9380"/>
                      </a:cubicBezTo>
                      <a:cubicBezTo>
                        <a:pt x="28387" y="11552"/>
                        <a:pt x="29229" y="13459"/>
                        <a:pt x="28564" y="1443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89" name="Forme libre : forme 24588">
                  <a:extLst>
                    <a:ext uri="{FF2B5EF4-FFF2-40B4-BE49-F238E27FC236}">
                      <a16:creationId xmlns:a16="http://schemas.microsoft.com/office/drawing/2014/main" id="{BA5B7C7E-90D8-402B-BB35-4B7F7018C32D}"/>
                    </a:ext>
                  </a:extLst>
                </p:cNvPr>
                <p:cNvSpPr/>
                <p:nvPr/>
              </p:nvSpPr>
              <p:spPr>
                <a:xfrm>
                  <a:off x="6108904" y="1828990"/>
                  <a:ext cx="35693" cy="21072"/>
                </a:xfrm>
                <a:custGeom>
                  <a:avLst/>
                  <a:gdLst>
                    <a:gd name="connsiteX0" fmla="*/ 395 w 35693"/>
                    <a:gd name="connsiteY0" fmla="*/ 7109 h 21072"/>
                    <a:gd name="connsiteX1" fmla="*/ 1680 w 35693"/>
                    <a:gd name="connsiteY1" fmla="*/ 10833 h 21072"/>
                    <a:gd name="connsiteX2" fmla="*/ 15600 w 35693"/>
                    <a:gd name="connsiteY2" fmla="*/ 15931 h 21072"/>
                    <a:gd name="connsiteX3" fmla="*/ 22471 w 35693"/>
                    <a:gd name="connsiteY3" fmla="*/ 18192 h 21072"/>
                    <a:gd name="connsiteX4" fmla="*/ 29476 w 35693"/>
                    <a:gd name="connsiteY4" fmla="*/ 20453 h 21072"/>
                    <a:gd name="connsiteX5" fmla="*/ 35638 w 35693"/>
                    <a:gd name="connsiteY5" fmla="*/ 19522 h 21072"/>
                    <a:gd name="connsiteX6" fmla="*/ 31825 w 35693"/>
                    <a:gd name="connsiteY6" fmla="*/ 15310 h 21072"/>
                    <a:gd name="connsiteX7" fmla="*/ 26062 w 35693"/>
                    <a:gd name="connsiteY7" fmla="*/ 10522 h 21072"/>
                    <a:gd name="connsiteX8" fmla="*/ 20742 w 35693"/>
                    <a:gd name="connsiteY8" fmla="*/ 6267 h 21072"/>
                    <a:gd name="connsiteX9" fmla="*/ 14403 w 35693"/>
                    <a:gd name="connsiteY9" fmla="*/ 1922 h 21072"/>
                    <a:gd name="connsiteX10" fmla="*/ 9748 w 35693"/>
                    <a:gd name="connsiteY10" fmla="*/ 371 h 21072"/>
                    <a:gd name="connsiteX11" fmla="*/ 4429 w 35693"/>
                    <a:gd name="connsiteY11" fmla="*/ 193 h 21072"/>
                    <a:gd name="connsiteX12" fmla="*/ 395 w 35693"/>
                    <a:gd name="connsiteY12" fmla="*/ 7109 h 21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693" h="21072">
                      <a:moveTo>
                        <a:pt x="395" y="7109"/>
                      </a:moveTo>
                      <a:cubicBezTo>
                        <a:pt x="350" y="8395"/>
                        <a:pt x="395" y="9636"/>
                        <a:pt x="1680" y="10833"/>
                      </a:cubicBezTo>
                      <a:cubicBezTo>
                        <a:pt x="4118" y="13049"/>
                        <a:pt x="10236" y="14025"/>
                        <a:pt x="15600" y="15931"/>
                      </a:cubicBezTo>
                      <a:cubicBezTo>
                        <a:pt x="17905" y="16507"/>
                        <a:pt x="20122" y="17615"/>
                        <a:pt x="22471" y="18192"/>
                      </a:cubicBezTo>
                      <a:cubicBezTo>
                        <a:pt x="24821" y="19211"/>
                        <a:pt x="27259" y="19788"/>
                        <a:pt x="29476" y="20453"/>
                      </a:cubicBezTo>
                      <a:cubicBezTo>
                        <a:pt x="32800" y="21339"/>
                        <a:pt x="36170" y="21472"/>
                        <a:pt x="35638" y="19522"/>
                      </a:cubicBezTo>
                      <a:cubicBezTo>
                        <a:pt x="35283" y="18325"/>
                        <a:pt x="33465" y="16773"/>
                        <a:pt x="31825" y="15310"/>
                      </a:cubicBezTo>
                      <a:cubicBezTo>
                        <a:pt x="29875" y="13581"/>
                        <a:pt x="27880" y="12163"/>
                        <a:pt x="26062" y="10522"/>
                      </a:cubicBezTo>
                      <a:cubicBezTo>
                        <a:pt x="24245" y="9015"/>
                        <a:pt x="22383" y="7685"/>
                        <a:pt x="20742" y="6267"/>
                      </a:cubicBezTo>
                      <a:cubicBezTo>
                        <a:pt x="19368" y="4937"/>
                        <a:pt x="17196" y="3474"/>
                        <a:pt x="14403" y="1922"/>
                      </a:cubicBezTo>
                      <a:cubicBezTo>
                        <a:pt x="13029" y="1124"/>
                        <a:pt x="11433" y="725"/>
                        <a:pt x="9748" y="371"/>
                      </a:cubicBezTo>
                      <a:cubicBezTo>
                        <a:pt x="8064" y="16"/>
                        <a:pt x="6246" y="-161"/>
                        <a:pt x="4429" y="193"/>
                      </a:cubicBezTo>
                      <a:cubicBezTo>
                        <a:pt x="-2044" y="1213"/>
                        <a:pt x="528" y="5380"/>
                        <a:pt x="395" y="710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90" name="Forme libre : forme 24589">
                  <a:extLst>
                    <a:ext uri="{FF2B5EF4-FFF2-40B4-BE49-F238E27FC236}">
                      <a16:creationId xmlns:a16="http://schemas.microsoft.com/office/drawing/2014/main" id="{66345C8E-5D4F-40F0-A893-466E36C1B91F}"/>
                    </a:ext>
                  </a:extLst>
                </p:cNvPr>
                <p:cNvSpPr/>
                <p:nvPr/>
              </p:nvSpPr>
              <p:spPr>
                <a:xfrm>
                  <a:off x="6115948" y="1829984"/>
                  <a:ext cx="14097" cy="3258"/>
                </a:xfrm>
                <a:custGeom>
                  <a:avLst/>
                  <a:gdLst>
                    <a:gd name="connsiteX0" fmla="*/ 842 w 14097"/>
                    <a:gd name="connsiteY0" fmla="*/ 1460 h 3258"/>
                    <a:gd name="connsiteX1" fmla="*/ 0 w 14097"/>
                    <a:gd name="connsiteY1" fmla="*/ 2258 h 3258"/>
                    <a:gd name="connsiteX2" fmla="*/ 1241 w 14097"/>
                    <a:gd name="connsiteY2" fmla="*/ 3100 h 3258"/>
                    <a:gd name="connsiteX3" fmla="*/ 3635 w 14097"/>
                    <a:gd name="connsiteY3" fmla="*/ 3233 h 3258"/>
                    <a:gd name="connsiteX4" fmla="*/ 9576 w 14097"/>
                    <a:gd name="connsiteY4" fmla="*/ 3233 h 3258"/>
                    <a:gd name="connsiteX5" fmla="*/ 11792 w 14097"/>
                    <a:gd name="connsiteY5" fmla="*/ 3100 h 3258"/>
                    <a:gd name="connsiteX6" fmla="*/ 14097 w 14097"/>
                    <a:gd name="connsiteY6" fmla="*/ 1859 h 3258"/>
                    <a:gd name="connsiteX7" fmla="*/ 10506 w 14097"/>
                    <a:gd name="connsiteY7" fmla="*/ 219 h 3258"/>
                    <a:gd name="connsiteX8" fmla="*/ 842 w 14097"/>
                    <a:gd name="connsiteY8" fmla="*/ 1460 h 3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097" h="3258">
                      <a:moveTo>
                        <a:pt x="842" y="1460"/>
                      </a:moveTo>
                      <a:cubicBezTo>
                        <a:pt x="399" y="1682"/>
                        <a:pt x="0" y="1948"/>
                        <a:pt x="0" y="2258"/>
                      </a:cubicBezTo>
                      <a:cubicBezTo>
                        <a:pt x="0" y="2569"/>
                        <a:pt x="443" y="2923"/>
                        <a:pt x="1241" y="3100"/>
                      </a:cubicBezTo>
                      <a:cubicBezTo>
                        <a:pt x="1995" y="3278"/>
                        <a:pt x="2837" y="3278"/>
                        <a:pt x="3635" y="3233"/>
                      </a:cubicBezTo>
                      <a:cubicBezTo>
                        <a:pt x="5674" y="3100"/>
                        <a:pt x="7669" y="3189"/>
                        <a:pt x="9576" y="3233"/>
                      </a:cubicBezTo>
                      <a:cubicBezTo>
                        <a:pt x="10373" y="3233"/>
                        <a:pt x="11171" y="3233"/>
                        <a:pt x="11792" y="3100"/>
                      </a:cubicBezTo>
                      <a:cubicBezTo>
                        <a:pt x="13166" y="2835"/>
                        <a:pt x="14097" y="2480"/>
                        <a:pt x="14097" y="1859"/>
                      </a:cubicBezTo>
                      <a:cubicBezTo>
                        <a:pt x="14097" y="1239"/>
                        <a:pt x="13122" y="485"/>
                        <a:pt x="10506" y="219"/>
                      </a:cubicBezTo>
                      <a:cubicBezTo>
                        <a:pt x="6561" y="-446"/>
                        <a:pt x="2660" y="529"/>
                        <a:pt x="842" y="146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91" name="Forme libre : forme 24590">
                  <a:extLst>
                    <a:ext uri="{FF2B5EF4-FFF2-40B4-BE49-F238E27FC236}">
                      <a16:creationId xmlns:a16="http://schemas.microsoft.com/office/drawing/2014/main" id="{DD82020A-6061-41C3-B145-4DC5FE2C2B1C}"/>
                    </a:ext>
                  </a:extLst>
                </p:cNvPr>
                <p:cNvSpPr/>
                <p:nvPr/>
              </p:nvSpPr>
              <p:spPr>
                <a:xfrm>
                  <a:off x="6140995" y="1853034"/>
                  <a:ext cx="19815" cy="5021"/>
                </a:xfrm>
                <a:custGeom>
                  <a:avLst/>
                  <a:gdLst>
                    <a:gd name="connsiteX0" fmla="*/ 19816 w 19815"/>
                    <a:gd name="connsiteY0" fmla="*/ 3591 h 5021"/>
                    <a:gd name="connsiteX1" fmla="*/ 16048 w 19815"/>
                    <a:gd name="connsiteY1" fmla="*/ 5009 h 5021"/>
                    <a:gd name="connsiteX2" fmla="*/ 10019 w 19815"/>
                    <a:gd name="connsiteY2" fmla="*/ 3946 h 5021"/>
                    <a:gd name="connsiteX3" fmla="*/ 0 w 19815"/>
                    <a:gd name="connsiteY3" fmla="*/ 0 h 5021"/>
                    <a:gd name="connsiteX4" fmla="*/ 2128 w 19815"/>
                    <a:gd name="connsiteY4" fmla="*/ 798 h 5021"/>
                    <a:gd name="connsiteX5" fmla="*/ 7315 w 19815"/>
                    <a:gd name="connsiteY5" fmla="*/ 2483 h 5021"/>
                    <a:gd name="connsiteX6" fmla="*/ 13787 w 19815"/>
                    <a:gd name="connsiteY6" fmla="*/ 3990 h 5021"/>
                    <a:gd name="connsiteX7" fmla="*/ 19816 w 19815"/>
                    <a:gd name="connsiteY7" fmla="*/ 3591 h 5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815" h="5021">
                      <a:moveTo>
                        <a:pt x="19816" y="3591"/>
                      </a:moveTo>
                      <a:cubicBezTo>
                        <a:pt x="19816" y="3591"/>
                        <a:pt x="18974" y="4921"/>
                        <a:pt x="16048" y="5009"/>
                      </a:cubicBezTo>
                      <a:cubicBezTo>
                        <a:pt x="14585" y="5098"/>
                        <a:pt x="12634" y="4699"/>
                        <a:pt x="10019" y="3946"/>
                      </a:cubicBezTo>
                      <a:cubicBezTo>
                        <a:pt x="7403" y="3103"/>
                        <a:pt x="4123" y="1818"/>
                        <a:pt x="0" y="0"/>
                      </a:cubicBezTo>
                      <a:cubicBezTo>
                        <a:pt x="0" y="0"/>
                        <a:pt x="842" y="266"/>
                        <a:pt x="2128" y="798"/>
                      </a:cubicBezTo>
                      <a:cubicBezTo>
                        <a:pt x="3414" y="1330"/>
                        <a:pt x="5275" y="1818"/>
                        <a:pt x="7315" y="2483"/>
                      </a:cubicBezTo>
                      <a:cubicBezTo>
                        <a:pt x="9354" y="3147"/>
                        <a:pt x="11615" y="3635"/>
                        <a:pt x="13787" y="3990"/>
                      </a:cubicBezTo>
                      <a:cubicBezTo>
                        <a:pt x="15915" y="4300"/>
                        <a:pt x="18043" y="4256"/>
                        <a:pt x="19816" y="3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92" name="Forme libre : forme 24591">
                  <a:extLst>
                    <a:ext uri="{FF2B5EF4-FFF2-40B4-BE49-F238E27FC236}">
                      <a16:creationId xmlns:a16="http://schemas.microsoft.com/office/drawing/2014/main" id="{D1774DFD-DEBF-458A-AD60-0FC488907EE3}"/>
                    </a:ext>
                  </a:extLst>
                </p:cNvPr>
                <p:cNvSpPr/>
                <p:nvPr/>
              </p:nvSpPr>
              <p:spPr>
                <a:xfrm>
                  <a:off x="6099945" y="1825229"/>
                  <a:ext cx="23938" cy="8609"/>
                </a:xfrm>
                <a:custGeom>
                  <a:avLst/>
                  <a:gdLst>
                    <a:gd name="connsiteX0" fmla="*/ 23939 w 23938"/>
                    <a:gd name="connsiteY0" fmla="*/ 231 h 8609"/>
                    <a:gd name="connsiteX1" fmla="*/ 22919 w 23938"/>
                    <a:gd name="connsiteY1" fmla="*/ 98 h 8609"/>
                    <a:gd name="connsiteX2" fmla="*/ 20215 w 23938"/>
                    <a:gd name="connsiteY2" fmla="*/ 10 h 8609"/>
                    <a:gd name="connsiteX3" fmla="*/ 12014 w 23938"/>
                    <a:gd name="connsiteY3" fmla="*/ 719 h 8609"/>
                    <a:gd name="connsiteX4" fmla="*/ 3945 w 23938"/>
                    <a:gd name="connsiteY4" fmla="*/ 3645 h 8609"/>
                    <a:gd name="connsiteX5" fmla="*/ 0 w 23938"/>
                    <a:gd name="connsiteY5" fmla="*/ 8610 h 8609"/>
                    <a:gd name="connsiteX6" fmla="*/ 754 w 23938"/>
                    <a:gd name="connsiteY6" fmla="*/ 7413 h 8609"/>
                    <a:gd name="connsiteX7" fmla="*/ 3901 w 23938"/>
                    <a:gd name="connsiteY7" fmla="*/ 4576 h 8609"/>
                    <a:gd name="connsiteX8" fmla="*/ 11038 w 23938"/>
                    <a:gd name="connsiteY8" fmla="*/ 1384 h 8609"/>
                    <a:gd name="connsiteX9" fmla="*/ 23939 w 23938"/>
                    <a:gd name="connsiteY9" fmla="*/ 231 h 8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938" h="8609">
                      <a:moveTo>
                        <a:pt x="23939" y="231"/>
                      </a:moveTo>
                      <a:cubicBezTo>
                        <a:pt x="23939" y="231"/>
                        <a:pt x="23584" y="187"/>
                        <a:pt x="22919" y="98"/>
                      </a:cubicBezTo>
                      <a:cubicBezTo>
                        <a:pt x="22298" y="98"/>
                        <a:pt x="21367" y="54"/>
                        <a:pt x="20215" y="10"/>
                      </a:cubicBezTo>
                      <a:cubicBezTo>
                        <a:pt x="17954" y="-35"/>
                        <a:pt x="14984" y="54"/>
                        <a:pt x="12014" y="719"/>
                      </a:cubicBezTo>
                      <a:cubicBezTo>
                        <a:pt x="8999" y="1206"/>
                        <a:pt x="6162" y="2359"/>
                        <a:pt x="3945" y="3645"/>
                      </a:cubicBezTo>
                      <a:cubicBezTo>
                        <a:pt x="1729" y="4975"/>
                        <a:pt x="310" y="6703"/>
                        <a:pt x="0" y="8610"/>
                      </a:cubicBezTo>
                      <a:cubicBezTo>
                        <a:pt x="0" y="8610"/>
                        <a:pt x="177" y="8166"/>
                        <a:pt x="754" y="7413"/>
                      </a:cubicBezTo>
                      <a:cubicBezTo>
                        <a:pt x="1330" y="6703"/>
                        <a:pt x="2261" y="5640"/>
                        <a:pt x="3901" y="4576"/>
                      </a:cubicBezTo>
                      <a:cubicBezTo>
                        <a:pt x="5541" y="3556"/>
                        <a:pt x="7758" y="2226"/>
                        <a:pt x="11038" y="1384"/>
                      </a:cubicBezTo>
                      <a:cubicBezTo>
                        <a:pt x="14319" y="453"/>
                        <a:pt x="18575" y="-123"/>
                        <a:pt x="23939" y="2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93" name="Forme libre : forme 24592">
                  <a:extLst>
                    <a:ext uri="{FF2B5EF4-FFF2-40B4-BE49-F238E27FC236}">
                      <a16:creationId xmlns:a16="http://schemas.microsoft.com/office/drawing/2014/main" id="{61EAA6ED-6B01-4819-9AAE-13E84BADE178}"/>
                    </a:ext>
                  </a:extLst>
                </p:cNvPr>
                <p:cNvSpPr/>
                <p:nvPr/>
              </p:nvSpPr>
              <p:spPr>
                <a:xfrm>
                  <a:off x="6136160" y="1837102"/>
                  <a:ext cx="10705" cy="6489"/>
                </a:xfrm>
                <a:custGeom>
                  <a:avLst/>
                  <a:gdLst>
                    <a:gd name="connsiteX0" fmla="*/ 10421 w 10705"/>
                    <a:gd name="connsiteY0" fmla="*/ 6444 h 6489"/>
                    <a:gd name="connsiteX1" fmla="*/ 3816 w 10705"/>
                    <a:gd name="connsiteY1" fmla="*/ 3696 h 6489"/>
                    <a:gd name="connsiteX2" fmla="*/ 225 w 10705"/>
                    <a:gd name="connsiteY2" fmla="*/ 61 h 6489"/>
                    <a:gd name="connsiteX3" fmla="*/ 7096 w 10705"/>
                    <a:gd name="connsiteY3" fmla="*/ 2499 h 6489"/>
                    <a:gd name="connsiteX4" fmla="*/ 10421 w 10705"/>
                    <a:gd name="connsiteY4" fmla="*/ 6444 h 6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05" h="6489">
                      <a:moveTo>
                        <a:pt x="10421" y="6444"/>
                      </a:moveTo>
                      <a:cubicBezTo>
                        <a:pt x="9446" y="6755"/>
                        <a:pt x="6608" y="5425"/>
                        <a:pt x="3816" y="3696"/>
                      </a:cubicBezTo>
                      <a:cubicBezTo>
                        <a:pt x="978" y="2056"/>
                        <a:pt x="-617" y="415"/>
                        <a:pt x="225" y="61"/>
                      </a:cubicBezTo>
                      <a:cubicBezTo>
                        <a:pt x="1067" y="-250"/>
                        <a:pt x="4303" y="637"/>
                        <a:pt x="7096" y="2499"/>
                      </a:cubicBezTo>
                      <a:cubicBezTo>
                        <a:pt x="9933" y="4405"/>
                        <a:pt x="11352" y="6134"/>
                        <a:pt x="10421" y="644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94" name="Forme libre : forme 24593">
                  <a:extLst>
                    <a:ext uri="{FF2B5EF4-FFF2-40B4-BE49-F238E27FC236}">
                      <a16:creationId xmlns:a16="http://schemas.microsoft.com/office/drawing/2014/main" id="{749C8E9F-7DEB-4DF2-8E9D-DF9D1D485D87}"/>
                    </a:ext>
                  </a:extLst>
                </p:cNvPr>
                <p:cNvSpPr/>
                <p:nvPr/>
              </p:nvSpPr>
              <p:spPr>
                <a:xfrm>
                  <a:off x="6145275" y="1842333"/>
                  <a:ext cx="2982" cy="1934"/>
                </a:xfrm>
                <a:custGeom>
                  <a:avLst/>
                  <a:gdLst>
                    <a:gd name="connsiteX0" fmla="*/ 2946 w 2982"/>
                    <a:gd name="connsiteY0" fmla="*/ 1790 h 1934"/>
                    <a:gd name="connsiteX1" fmla="*/ 1217 w 2982"/>
                    <a:gd name="connsiteY1" fmla="*/ 1435 h 1934"/>
                    <a:gd name="connsiteX2" fmla="*/ 20 w 2982"/>
                    <a:gd name="connsiteY2" fmla="*/ 150 h 1934"/>
                    <a:gd name="connsiteX3" fmla="*/ 1794 w 2982"/>
                    <a:gd name="connsiteY3" fmla="*/ 416 h 1934"/>
                    <a:gd name="connsiteX4" fmla="*/ 2946 w 2982"/>
                    <a:gd name="connsiteY4" fmla="*/ 1790 h 1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82" h="1934">
                      <a:moveTo>
                        <a:pt x="2946" y="1790"/>
                      </a:moveTo>
                      <a:cubicBezTo>
                        <a:pt x="2769" y="2100"/>
                        <a:pt x="2015" y="1879"/>
                        <a:pt x="1217" y="1435"/>
                      </a:cubicBezTo>
                      <a:cubicBezTo>
                        <a:pt x="419" y="992"/>
                        <a:pt x="-113" y="416"/>
                        <a:pt x="20" y="150"/>
                      </a:cubicBezTo>
                      <a:cubicBezTo>
                        <a:pt x="153" y="-116"/>
                        <a:pt x="951" y="-28"/>
                        <a:pt x="1794" y="416"/>
                      </a:cubicBezTo>
                      <a:cubicBezTo>
                        <a:pt x="2636" y="859"/>
                        <a:pt x="3124" y="1524"/>
                        <a:pt x="2946" y="17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95" name="Forme libre : forme 24594">
                  <a:extLst>
                    <a:ext uri="{FF2B5EF4-FFF2-40B4-BE49-F238E27FC236}">
                      <a16:creationId xmlns:a16="http://schemas.microsoft.com/office/drawing/2014/main" id="{62DC7C9B-25E5-4CCA-B35A-84B5341F3F18}"/>
                    </a:ext>
                  </a:extLst>
                </p:cNvPr>
                <p:cNvSpPr/>
                <p:nvPr/>
              </p:nvSpPr>
              <p:spPr>
                <a:xfrm>
                  <a:off x="6138229" y="1831307"/>
                  <a:ext cx="23124" cy="21983"/>
                </a:xfrm>
                <a:custGeom>
                  <a:avLst/>
                  <a:gdLst>
                    <a:gd name="connsiteX0" fmla="*/ 22849 w 23124"/>
                    <a:gd name="connsiteY0" fmla="*/ 15920 h 21983"/>
                    <a:gd name="connsiteX1" fmla="*/ 21652 w 23124"/>
                    <a:gd name="connsiteY1" fmla="*/ 21505 h 21983"/>
                    <a:gd name="connsiteX2" fmla="*/ 18815 w 23124"/>
                    <a:gd name="connsiteY2" fmla="*/ 21328 h 21983"/>
                    <a:gd name="connsiteX3" fmla="*/ 16509 w 23124"/>
                    <a:gd name="connsiteY3" fmla="*/ 18402 h 21983"/>
                    <a:gd name="connsiteX4" fmla="*/ 12874 w 23124"/>
                    <a:gd name="connsiteY4" fmla="*/ 10334 h 21983"/>
                    <a:gd name="connsiteX5" fmla="*/ 9815 w 23124"/>
                    <a:gd name="connsiteY5" fmla="*/ 7807 h 21983"/>
                    <a:gd name="connsiteX6" fmla="*/ 4939 w 23124"/>
                    <a:gd name="connsiteY6" fmla="*/ 4305 h 21983"/>
                    <a:gd name="connsiteX7" fmla="*/ 550 w 23124"/>
                    <a:gd name="connsiteY7" fmla="*/ 5 h 21983"/>
                    <a:gd name="connsiteX8" fmla="*/ 9860 w 23124"/>
                    <a:gd name="connsiteY8" fmla="*/ 3197 h 21983"/>
                    <a:gd name="connsiteX9" fmla="*/ 18327 w 23124"/>
                    <a:gd name="connsiteY9" fmla="*/ 9048 h 21983"/>
                    <a:gd name="connsiteX10" fmla="*/ 22849 w 23124"/>
                    <a:gd name="connsiteY10" fmla="*/ 15920 h 21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24" h="21983">
                      <a:moveTo>
                        <a:pt x="22849" y="15920"/>
                      </a:moveTo>
                      <a:cubicBezTo>
                        <a:pt x="23558" y="18491"/>
                        <a:pt x="22804" y="20175"/>
                        <a:pt x="21652" y="21505"/>
                      </a:cubicBezTo>
                      <a:cubicBezTo>
                        <a:pt x="21208" y="21993"/>
                        <a:pt x="20322" y="22348"/>
                        <a:pt x="18815" y="21328"/>
                      </a:cubicBezTo>
                      <a:cubicBezTo>
                        <a:pt x="17485" y="20397"/>
                        <a:pt x="16775" y="19289"/>
                        <a:pt x="16509" y="18402"/>
                      </a:cubicBezTo>
                      <a:cubicBezTo>
                        <a:pt x="15667" y="15787"/>
                        <a:pt x="15800" y="13437"/>
                        <a:pt x="12874" y="10334"/>
                      </a:cubicBezTo>
                      <a:cubicBezTo>
                        <a:pt x="12387" y="9890"/>
                        <a:pt x="11323" y="8827"/>
                        <a:pt x="9815" y="7807"/>
                      </a:cubicBezTo>
                      <a:cubicBezTo>
                        <a:pt x="8352" y="6743"/>
                        <a:pt x="6623" y="5546"/>
                        <a:pt x="4939" y="4305"/>
                      </a:cubicBezTo>
                      <a:cubicBezTo>
                        <a:pt x="1570" y="2177"/>
                        <a:pt x="-1223" y="182"/>
                        <a:pt x="550" y="5"/>
                      </a:cubicBezTo>
                      <a:cubicBezTo>
                        <a:pt x="2279" y="-84"/>
                        <a:pt x="6269" y="1069"/>
                        <a:pt x="9860" y="3197"/>
                      </a:cubicBezTo>
                      <a:cubicBezTo>
                        <a:pt x="13583" y="5103"/>
                        <a:pt x="16820" y="7763"/>
                        <a:pt x="18327" y="9048"/>
                      </a:cubicBezTo>
                      <a:cubicBezTo>
                        <a:pt x="20765" y="11619"/>
                        <a:pt x="22317" y="14013"/>
                        <a:pt x="22849" y="1592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65" name="Graphique 2">
                <a:extLst>
                  <a:ext uri="{FF2B5EF4-FFF2-40B4-BE49-F238E27FC236}">
                    <a16:creationId xmlns:a16="http://schemas.microsoft.com/office/drawing/2014/main" id="{7643EBC4-BF92-4DF1-9105-0046679372BD}"/>
                  </a:ext>
                </a:extLst>
              </p:cNvPr>
              <p:cNvGrpSpPr/>
              <p:nvPr/>
            </p:nvGrpSpPr>
            <p:grpSpPr>
              <a:xfrm>
                <a:off x="6161192" y="1852623"/>
                <a:ext cx="65913" cy="40220"/>
                <a:chOff x="6161192" y="1852623"/>
                <a:chExt cx="65913" cy="40220"/>
              </a:xfrm>
              <a:solidFill>
                <a:schemeClr val="accent1"/>
              </a:solidFill>
            </p:grpSpPr>
            <p:sp>
              <p:nvSpPr>
                <p:cNvPr id="24572" name="Forme libre : forme 24571">
                  <a:extLst>
                    <a:ext uri="{FF2B5EF4-FFF2-40B4-BE49-F238E27FC236}">
                      <a16:creationId xmlns:a16="http://schemas.microsoft.com/office/drawing/2014/main" id="{A0DA2009-0EBC-47DF-A363-781210961930}"/>
                    </a:ext>
                  </a:extLst>
                </p:cNvPr>
                <p:cNvSpPr/>
                <p:nvPr/>
              </p:nvSpPr>
              <p:spPr>
                <a:xfrm>
                  <a:off x="6161192" y="1852623"/>
                  <a:ext cx="65913" cy="40089"/>
                </a:xfrm>
                <a:custGeom>
                  <a:avLst/>
                  <a:gdLst>
                    <a:gd name="connsiteX0" fmla="*/ 40935 w 65913"/>
                    <a:gd name="connsiteY0" fmla="*/ 39023 h 40089"/>
                    <a:gd name="connsiteX1" fmla="*/ 33621 w 65913"/>
                    <a:gd name="connsiteY1" fmla="*/ 36851 h 40089"/>
                    <a:gd name="connsiteX2" fmla="*/ 26572 w 65913"/>
                    <a:gd name="connsiteY2" fmla="*/ 33925 h 40089"/>
                    <a:gd name="connsiteX3" fmla="*/ 19923 w 65913"/>
                    <a:gd name="connsiteY3" fmla="*/ 30379 h 40089"/>
                    <a:gd name="connsiteX4" fmla="*/ 13761 w 65913"/>
                    <a:gd name="connsiteY4" fmla="*/ 26433 h 40089"/>
                    <a:gd name="connsiteX5" fmla="*/ 6712 w 65913"/>
                    <a:gd name="connsiteY5" fmla="*/ 20360 h 40089"/>
                    <a:gd name="connsiteX6" fmla="*/ 2190 w 65913"/>
                    <a:gd name="connsiteY6" fmla="*/ 14464 h 40089"/>
                    <a:gd name="connsiteX7" fmla="*/ 727 w 65913"/>
                    <a:gd name="connsiteY7" fmla="*/ 5997 h 40089"/>
                    <a:gd name="connsiteX8" fmla="*/ 4495 w 65913"/>
                    <a:gd name="connsiteY8" fmla="*/ 1298 h 40089"/>
                    <a:gd name="connsiteX9" fmla="*/ 13140 w 65913"/>
                    <a:gd name="connsiteY9" fmla="*/ 1032 h 40089"/>
                    <a:gd name="connsiteX10" fmla="*/ 19568 w 65913"/>
                    <a:gd name="connsiteY10" fmla="*/ 4002 h 40089"/>
                    <a:gd name="connsiteX11" fmla="*/ 26351 w 65913"/>
                    <a:gd name="connsiteY11" fmla="*/ 8169 h 40089"/>
                    <a:gd name="connsiteX12" fmla="*/ 31138 w 65913"/>
                    <a:gd name="connsiteY12" fmla="*/ 11183 h 40089"/>
                    <a:gd name="connsiteX13" fmla="*/ 36015 w 65913"/>
                    <a:gd name="connsiteY13" fmla="*/ 13710 h 40089"/>
                    <a:gd name="connsiteX14" fmla="*/ 41024 w 65913"/>
                    <a:gd name="connsiteY14" fmla="*/ 15705 h 40089"/>
                    <a:gd name="connsiteX15" fmla="*/ 46166 w 65913"/>
                    <a:gd name="connsiteY15" fmla="*/ 17168 h 40089"/>
                    <a:gd name="connsiteX16" fmla="*/ 53171 w 65913"/>
                    <a:gd name="connsiteY16" fmla="*/ 19030 h 40089"/>
                    <a:gd name="connsiteX17" fmla="*/ 59244 w 65913"/>
                    <a:gd name="connsiteY17" fmla="*/ 21114 h 40089"/>
                    <a:gd name="connsiteX18" fmla="*/ 63323 w 65913"/>
                    <a:gd name="connsiteY18" fmla="*/ 23640 h 40089"/>
                    <a:gd name="connsiteX19" fmla="*/ 65140 w 65913"/>
                    <a:gd name="connsiteY19" fmla="*/ 26699 h 40089"/>
                    <a:gd name="connsiteX20" fmla="*/ 65894 w 65913"/>
                    <a:gd name="connsiteY20" fmla="*/ 32906 h 40089"/>
                    <a:gd name="connsiteX21" fmla="*/ 64254 w 65913"/>
                    <a:gd name="connsiteY21" fmla="*/ 36230 h 40089"/>
                    <a:gd name="connsiteX22" fmla="*/ 58801 w 65913"/>
                    <a:gd name="connsiteY22" fmla="*/ 38890 h 40089"/>
                    <a:gd name="connsiteX23" fmla="*/ 50821 w 65913"/>
                    <a:gd name="connsiteY23" fmla="*/ 40087 h 40089"/>
                    <a:gd name="connsiteX24" fmla="*/ 40935 w 65913"/>
                    <a:gd name="connsiteY24" fmla="*/ 39023 h 40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5913" h="40089">
                      <a:moveTo>
                        <a:pt x="40935" y="39023"/>
                      </a:moveTo>
                      <a:cubicBezTo>
                        <a:pt x="38453" y="38447"/>
                        <a:pt x="36015" y="37782"/>
                        <a:pt x="33621" y="36851"/>
                      </a:cubicBezTo>
                      <a:cubicBezTo>
                        <a:pt x="31183" y="36009"/>
                        <a:pt x="28833" y="35078"/>
                        <a:pt x="26572" y="33925"/>
                      </a:cubicBezTo>
                      <a:cubicBezTo>
                        <a:pt x="24223" y="32906"/>
                        <a:pt x="22050" y="31664"/>
                        <a:pt x="19923" y="30379"/>
                      </a:cubicBezTo>
                      <a:cubicBezTo>
                        <a:pt x="17706" y="29182"/>
                        <a:pt x="15755" y="27763"/>
                        <a:pt x="13761" y="26433"/>
                      </a:cubicBezTo>
                      <a:cubicBezTo>
                        <a:pt x="10968" y="24527"/>
                        <a:pt x="8662" y="22399"/>
                        <a:pt x="6712" y="20360"/>
                      </a:cubicBezTo>
                      <a:cubicBezTo>
                        <a:pt x="4806" y="18321"/>
                        <a:pt x="3254" y="16281"/>
                        <a:pt x="2190" y="14464"/>
                      </a:cubicBezTo>
                      <a:cubicBezTo>
                        <a:pt x="-26" y="10740"/>
                        <a:pt x="-647" y="7726"/>
                        <a:pt x="727" y="5997"/>
                      </a:cubicBezTo>
                      <a:lnTo>
                        <a:pt x="4495" y="1298"/>
                      </a:lnTo>
                      <a:cubicBezTo>
                        <a:pt x="5825" y="-431"/>
                        <a:pt x="9150" y="-343"/>
                        <a:pt x="13140" y="1032"/>
                      </a:cubicBezTo>
                      <a:cubicBezTo>
                        <a:pt x="15179" y="1741"/>
                        <a:pt x="17351" y="2716"/>
                        <a:pt x="19568" y="4002"/>
                      </a:cubicBezTo>
                      <a:cubicBezTo>
                        <a:pt x="21829" y="5199"/>
                        <a:pt x="24090" y="6662"/>
                        <a:pt x="26351" y="8169"/>
                      </a:cubicBezTo>
                      <a:cubicBezTo>
                        <a:pt x="27946" y="9233"/>
                        <a:pt x="29542" y="10341"/>
                        <a:pt x="31138" y="11183"/>
                      </a:cubicBezTo>
                      <a:cubicBezTo>
                        <a:pt x="32734" y="12159"/>
                        <a:pt x="34375" y="13001"/>
                        <a:pt x="36015" y="13710"/>
                      </a:cubicBezTo>
                      <a:cubicBezTo>
                        <a:pt x="37611" y="14553"/>
                        <a:pt x="39295" y="15173"/>
                        <a:pt x="41024" y="15705"/>
                      </a:cubicBezTo>
                      <a:cubicBezTo>
                        <a:pt x="42664" y="16370"/>
                        <a:pt x="44437" y="16769"/>
                        <a:pt x="46166" y="17168"/>
                      </a:cubicBezTo>
                      <a:cubicBezTo>
                        <a:pt x="48560" y="17877"/>
                        <a:pt x="51043" y="18232"/>
                        <a:pt x="53171" y="19030"/>
                      </a:cubicBezTo>
                      <a:cubicBezTo>
                        <a:pt x="55343" y="19739"/>
                        <a:pt x="57471" y="20271"/>
                        <a:pt x="59244" y="21114"/>
                      </a:cubicBezTo>
                      <a:cubicBezTo>
                        <a:pt x="61106" y="22000"/>
                        <a:pt x="62303" y="22709"/>
                        <a:pt x="63323" y="23640"/>
                      </a:cubicBezTo>
                      <a:cubicBezTo>
                        <a:pt x="64342" y="24571"/>
                        <a:pt x="65007" y="25591"/>
                        <a:pt x="65140" y="26699"/>
                      </a:cubicBezTo>
                      <a:lnTo>
                        <a:pt x="65894" y="32906"/>
                      </a:lnTo>
                      <a:cubicBezTo>
                        <a:pt x="66027" y="34058"/>
                        <a:pt x="65495" y="35211"/>
                        <a:pt x="64254" y="36230"/>
                      </a:cubicBezTo>
                      <a:cubicBezTo>
                        <a:pt x="63012" y="37250"/>
                        <a:pt x="60973" y="38314"/>
                        <a:pt x="58801" y="38890"/>
                      </a:cubicBezTo>
                      <a:cubicBezTo>
                        <a:pt x="56540" y="39467"/>
                        <a:pt x="53880" y="40132"/>
                        <a:pt x="50821" y="40087"/>
                      </a:cubicBezTo>
                      <a:cubicBezTo>
                        <a:pt x="47762" y="40087"/>
                        <a:pt x="44393" y="40043"/>
                        <a:pt x="40935" y="39023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73" name="Forme libre : forme 24572">
                  <a:extLst>
                    <a:ext uri="{FF2B5EF4-FFF2-40B4-BE49-F238E27FC236}">
                      <a16:creationId xmlns:a16="http://schemas.microsoft.com/office/drawing/2014/main" id="{4D7AD62A-3AF0-4F12-859B-F9250BF524AA}"/>
                    </a:ext>
                  </a:extLst>
                </p:cNvPr>
                <p:cNvSpPr/>
                <p:nvPr/>
              </p:nvSpPr>
              <p:spPr>
                <a:xfrm>
                  <a:off x="6161212" y="1856625"/>
                  <a:ext cx="65894" cy="36218"/>
                </a:xfrm>
                <a:custGeom>
                  <a:avLst/>
                  <a:gdLst>
                    <a:gd name="connsiteX0" fmla="*/ 21854 w 65894"/>
                    <a:gd name="connsiteY0" fmla="*/ 19107 h 36218"/>
                    <a:gd name="connsiteX1" fmla="*/ 9396 w 65894"/>
                    <a:gd name="connsiteY1" fmla="*/ 9841 h 36218"/>
                    <a:gd name="connsiteX2" fmla="*/ 2348 w 65894"/>
                    <a:gd name="connsiteY2" fmla="*/ 0 h 36218"/>
                    <a:gd name="connsiteX3" fmla="*/ 708 w 65894"/>
                    <a:gd name="connsiteY3" fmla="*/ 2039 h 36218"/>
                    <a:gd name="connsiteX4" fmla="*/ 2171 w 65894"/>
                    <a:gd name="connsiteY4" fmla="*/ 10506 h 36218"/>
                    <a:gd name="connsiteX5" fmla="*/ 6692 w 65894"/>
                    <a:gd name="connsiteY5" fmla="*/ 16403 h 36218"/>
                    <a:gd name="connsiteX6" fmla="*/ 13741 w 65894"/>
                    <a:gd name="connsiteY6" fmla="*/ 22476 h 36218"/>
                    <a:gd name="connsiteX7" fmla="*/ 19903 w 65894"/>
                    <a:gd name="connsiteY7" fmla="*/ 26421 h 36218"/>
                    <a:gd name="connsiteX8" fmla="*/ 26553 w 65894"/>
                    <a:gd name="connsiteY8" fmla="*/ 29968 h 36218"/>
                    <a:gd name="connsiteX9" fmla="*/ 33601 w 65894"/>
                    <a:gd name="connsiteY9" fmla="*/ 32894 h 36218"/>
                    <a:gd name="connsiteX10" fmla="*/ 40916 w 65894"/>
                    <a:gd name="connsiteY10" fmla="*/ 35066 h 36218"/>
                    <a:gd name="connsiteX11" fmla="*/ 50802 w 65894"/>
                    <a:gd name="connsiteY11" fmla="*/ 36218 h 36218"/>
                    <a:gd name="connsiteX12" fmla="*/ 58781 w 65894"/>
                    <a:gd name="connsiteY12" fmla="*/ 35021 h 36218"/>
                    <a:gd name="connsiteX13" fmla="*/ 64234 w 65894"/>
                    <a:gd name="connsiteY13" fmla="*/ 32362 h 36218"/>
                    <a:gd name="connsiteX14" fmla="*/ 65874 w 65894"/>
                    <a:gd name="connsiteY14" fmla="*/ 29037 h 36218"/>
                    <a:gd name="connsiteX15" fmla="*/ 65830 w 65894"/>
                    <a:gd name="connsiteY15" fmla="*/ 28860 h 36218"/>
                    <a:gd name="connsiteX16" fmla="*/ 54215 w 65894"/>
                    <a:gd name="connsiteY16" fmla="*/ 28992 h 36218"/>
                    <a:gd name="connsiteX17" fmla="*/ 48585 w 65894"/>
                    <a:gd name="connsiteY17" fmla="*/ 28283 h 36218"/>
                    <a:gd name="connsiteX18" fmla="*/ 43044 w 65894"/>
                    <a:gd name="connsiteY18" fmla="*/ 27219 h 36218"/>
                    <a:gd name="connsiteX19" fmla="*/ 32227 w 65894"/>
                    <a:gd name="connsiteY19" fmla="*/ 23894 h 36218"/>
                    <a:gd name="connsiteX20" fmla="*/ 26951 w 65894"/>
                    <a:gd name="connsiteY20" fmla="*/ 21678 h 36218"/>
                    <a:gd name="connsiteX21" fmla="*/ 21854 w 65894"/>
                    <a:gd name="connsiteY21" fmla="*/ 19107 h 36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5894" h="36218">
                      <a:moveTo>
                        <a:pt x="21854" y="19107"/>
                      </a:moveTo>
                      <a:cubicBezTo>
                        <a:pt x="17066" y="16624"/>
                        <a:pt x="12677" y="13299"/>
                        <a:pt x="9396" y="9841"/>
                      </a:cubicBezTo>
                      <a:cubicBezTo>
                        <a:pt x="6027" y="6428"/>
                        <a:pt x="3633" y="2970"/>
                        <a:pt x="2348" y="0"/>
                      </a:cubicBezTo>
                      <a:lnTo>
                        <a:pt x="708" y="2039"/>
                      </a:lnTo>
                      <a:cubicBezTo>
                        <a:pt x="-622" y="3768"/>
                        <a:pt x="-46" y="6783"/>
                        <a:pt x="2171" y="10506"/>
                      </a:cubicBezTo>
                      <a:cubicBezTo>
                        <a:pt x="3234" y="12324"/>
                        <a:pt x="4786" y="14363"/>
                        <a:pt x="6692" y="16403"/>
                      </a:cubicBezTo>
                      <a:cubicBezTo>
                        <a:pt x="8643" y="18442"/>
                        <a:pt x="10948" y="20570"/>
                        <a:pt x="13741" y="22476"/>
                      </a:cubicBezTo>
                      <a:cubicBezTo>
                        <a:pt x="15736" y="23850"/>
                        <a:pt x="17686" y="25224"/>
                        <a:pt x="19903" y="26421"/>
                      </a:cubicBezTo>
                      <a:cubicBezTo>
                        <a:pt x="22031" y="27707"/>
                        <a:pt x="24203" y="28904"/>
                        <a:pt x="26553" y="29968"/>
                      </a:cubicBezTo>
                      <a:cubicBezTo>
                        <a:pt x="28814" y="31120"/>
                        <a:pt x="31163" y="32051"/>
                        <a:pt x="33601" y="32894"/>
                      </a:cubicBezTo>
                      <a:cubicBezTo>
                        <a:pt x="35995" y="33825"/>
                        <a:pt x="38433" y="34489"/>
                        <a:pt x="40916" y="35066"/>
                      </a:cubicBezTo>
                      <a:cubicBezTo>
                        <a:pt x="44373" y="36085"/>
                        <a:pt x="47743" y="36130"/>
                        <a:pt x="50802" y="36218"/>
                      </a:cubicBezTo>
                      <a:cubicBezTo>
                        <a:pt x="53860" y="36218"/>
                        <a:pt x="56564" y="35598"/>
                        <a:pt x="58781" y="35021"/>
                      </a:cubicBezTo>
                      <a:cubicBezTo>
                        <a:pt x="60953" y="34445"/>
                        <a:pt x="62993" y="33426"/>
                        <a:pt x="64234" y="32362"/>
                      </a:cubicBezTo>
                      <a:cubicBezTo>
                        <a:pt x="65475" y="31342"/>
                        <a:pt x="66007" y="30189"/>
                        <a:pt x="65874" y="29037"/>
                      </a:cubicBezTo>
                      <a:lnTo>
                        <a:pt x="65830" y="28860"/>
                      </a:lnTo>
                      <a:cubicBezTo>
                        <a:pt x="61796" y="29436"/>
                        <a:pt x="57983" y="29170"/>
                        <a:pt x="54215" y="28992"/>
                      </a:cubicBezTo>
                      <a:cubicBezTo>
                        <a:pt x="52309" y="28948"/>
                        <a:pt x="50447" y="28505"/>
                        <a:pt x="48585" y="28283"/>
                      </a:cubicBezTo>
                      <a:cubicBezTo>
                        <a:pt x="46723" y="28062"/>
                        <a:pt x="44861" y="27707"/>
                        <a:pt x="43044" y="27219"/>
                      </a:cubicBezTo>
                      <a:cubicBezTo>
                        <a:pt x="39364" y="26421"/>
                        <a:pt x="35774" y="25180"/>
                        <a:pt x="32227" y="23894"/>
                      </a:cubicBezTo>
                      <a:cubicBezTo>
                        <a:pt x="30498" y="23185"/>
                        <a:pt x="28769" y="22431"/>
                        <a:pt x="26951" y="21678"/>
                      </a:cubicBezTo>
                      <a:cubicBezTo>
                        <a:pt x="25356" y="20791"/>
                        <a:pt x="23671" y="19949"/>
                        <a:pt x="21854" y="19107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74" name="Forme libre : forme 24573">
                  <a:extLst>
                    <a:ext uri="{FF2B5EF4-FFF2-40B4-BE49-F238E27FC236}">
                      <a16:creationId xmlns:a16="http://schemas.microsoft.com/office/drawing/2014/main" id="{7B165AAF-6838-4370-9453-9AA4A962FEDA}"/>
                    </a:ext>
                  </a:extLst>
                </p:cNvPr>
                <p:cNvSpPr/>
                <p:nvPr/>
              </p:nvSpPr>
              <p:spPr>
                <a:xfrm>
                  <a:off x="6182158" y="1870625"/>
                  <a:ext cx="30045" cy="14245"/>
                </a:xfrm>
                <a:custGeom>
                  <a:avLst/>
                  <a:gdLst>
                    <a:gd name="connsiteX0" fmla="*/ 30033 w 30045"/>
                    <a:gd name="connsiteY0" fmla="*/ 11978 h 14245"/>
                    <a:gd name="connsiteX1" fmla="*/ 24802 w 30045"/>
                    <a:gd name="connsiteY1" fmla="*/ 14238 h 14245"/>
                    <a:gd name="connsiteX2" fmla="*/ 19349 w 30045"/>
                    <a:gd name="connsiteY2" fmla="*/ 13839 h 14245"/>
                    <a:gd name="connsiteX3" fmla="*/ 12921 w 30045"/>
                    <a:gd name="connsiteY3" fmla="*/ 12066 h 14245"/>
                    <a:gd name="connsiteX4" fmla="*/ 6936 w 30045"/>
                    <a:gd name="connsiteY4" fmla="*/ 9096 h 14245"/>
                    <a:gd name="connsiteX5" fmla="*/ 2680 w 30045"/>
                    <a:gd name="connsiteY5" fmla="*/ 5727 h 14245"/>
                    <a:gd name="connsiteX6" fmla="*/ 198 w 30045"/>
                    <a:gd name="connsiteY6" fmla="*/ 673 h 14245"/>
                    <a:gd name="connsiteX7" fmla="*/ 5695 w 30045"/>
                    <a:gd name="connsiteY7" fmla="*/ 629 h 14245"/>
                    <a:gd name="connsiteX8" fmla="*/ 10394 w 30045"/>
                    <a:gd name="connsiteY8" fmla="*/ 2180 h 14245"/>
                    <a:gd name="connsiteX9" fmla="*/ 15936 w 30045"/>
                    <a:gd name="connsiteY9" fmla="*/ 4220 h 14245"/>
                    <a:gd name="connsiteX10" fmla="*/ 21432 w 30045"/>
                    <a:gd name="connsiteY10" fmla="*/ 6347 h 14245"/>
                    <a:gd name="connsiteX11" fmla="*/ 25954 w 30045"/>
                    <a:gd name="connsiteY11" fmla="*/ 8387 h 14245"/>
                    <a:gd name="connsiteX12" fmla="*/ 30033 w 30045"/>
                    <a:gd name="connsiteY12" fmla="*/ 11978 h 14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045" h="14245">
                      <a:moveTo>
                        <a:pt x="30033" y="11978"/>
                      </a:moveTo>
                      <a:cubicBezTo>
                        <a:pt x="29900" y="13130"/>
                        <a:pt x="27949" y="13928"/>
                        <a:pt x="24802" y="14238"/>
                      </a:cubicBezTo>
                      <a:cubicBezTo>
                        <a:pt x="23250" y="14283"/>
                        <a:pt x="21388" y="14105"/>
                        <a:pt x="19349" y="13839"/>
                      </a:cubicBezTo>
                      <a:cubicBezTo>
                        <a:pt x="17265" y="13662"/>
                        <a:pt x="15137" y="12820"/>
                        <a:pt x="12921" y="12066"/>
                      </a:cubicBezTo>
                      <a:cubicBezTo>
                        <a:pt x="10660" y="11357"/>
                        <a:pt x="8754" y="10071"/>
                        <a:pt x="6936" y="9096"/>
                      </a:cubicBezTo>
                      <a:cubicBezTo>
                        <a:pt x="5163" y="8076"/>
                        <a:pt x="3789" y="6791"/>
                        <a:pt x="2680" y="5727"/>
                      </a:cubicBezTo>
                      <a:cubicBezTo>
                        <a:pt x="420" y="3599"/>
                        <a:pt x="-423" y="1604"/>
                        <a:pt x="198" y="673"/>
                      </a:cubicBezTo>
                      <a:cubicBezTo>
                        <a:pt x="863" y="-346"/>
                        <a:pt x="2858" y="-80"/>
                        <a:pt x="5695" y="629"/>
                      </a:cubicBezTo>
                      <a:cubicBezTo>
                        <a:pt x="7113" y="939"/>
                        <a:pt x="8621" y="1648"/>
                        <a:pt x="10394" y="2180"/>
                      </a:cubicBezTo>
                      <a:cubicBezTo>
                        <a:pt x="12167" y="2712"/>
                        <a:pt x="13941" y="3643"/>
                        <a:pt x="15936" y="4220"/>
                      </a:cubicBezTo>
                      <a:cubicBezTo>
                        <a:pt x="17930" y="4885"/>
                        <a:pt x="19704" y="5815"/>
                        <a:pt x="21432" y="6347"/>
                      </a:cubicBezTo>
                      <a:cubicBezTo>
                        <a:pt x="23161" y="6968"/>
                        <a:pt x="24669" y="7722"/>
                        <a:pt x="25954" y="8387"/>
                      </a:cubicBezTo>
                      <a:cubicBezTo>
                        <a:pt x="28570" y="9495"/>
                        <a:pt x="30210" y="10825"/>
                        <a:pt x="30033" y="1197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75" name="Forme libre : forme 24574">
                  <a:extLst>
                    <a:ext uri="{FF2B5EF4-FFF2-40B4-BE49-F238E27FC236}">
                      <a16:creationId xmlns:a16="http://schemas.microsoft.com/office/drawing/2014/main" id="{51FCBDE1-CAA7-4279-99CC-AEFC47C02067}"/>
                    </a:ext>
                  </a:extLst>
                </p:cNvPr>
                <p:cNvSpPr/>
                <p:nvPr/>
              </p:nvSpPr>
              <p:spPr>
                <a:xfrm>
                  <a:off x="6182158" y="1870629"/>
                  <a:ext cx="20368" cy="13968"/>
                </a:xfrm>
                <a:custGeom>
                  <a:avLst/>
                  <a:gdLst>
                    <a:gd name="connsiteX0" fmla="*/ 7911 w 20368"/>
                    <a:gd name="connsiteY0" fmla="*/ 1290 h 13968"/>
                    <a:gd name="connsiteX1" fmla="*/ 198 w 20368"/>
                    <a:gd name="connsiteY1" fmla="*/ 669 h 13968"/>
                    <a:gd name="connsiteX2" fmla="*/ 2680 w 20368"/>
                    <a:gd name="connsiteY2" fmla="*/ 5723 h 13968"/>
                    <a:gd name="connsiteX3" fmla="*/ 6936 w 20368"/>
                    <a:gd name="connsiteY3" fmla="*/ 9092 h 13968"/>
                    <a:gd name="connsiteX4" fmla="*/ 12921 w 20368"/>
                    <a:gd name="connsiteY4" fmla="*/ 12062 h 13968"/>
                    <a:gd name="connsiteX5" fmla="*/ 20369 w 20368"/>
                    <a:gd name="connsiteY5" fmla="*/ 13969 h 13968"/>
                    <a:gd name="connsiteX6" fmla="*/ 16379 w 20368"/>
                    <a:gd name="connsiteY6" fmla="*/ 12506 h 13968"/>
                    <a:gd name="connsiteX7" fmla="*/ 11901 w 20368"/>
                    <a:gd name="connsiteY7" fmla="*/ 9580 h 13968"/>
                    <a:gd name="connsiteX8" fmla="*/ 8887 w 20368"/>
                    <a:gd name="connsiteY8" fmla="*/ 6299 h 13968"/>
                    <a:gd name="connsiteX9" fmla="*/ 7911 w 20368"/>
                    <a:gd name="connsiteY9" fmla="*/ 1290 h 13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368" h="13968">
                      <a:moveTo>
                        <a:pt x="7911" y="1290"/>
                      </a:moveTo>
                      <a:cubicBezTo>
                        <a:pt x="3966" y="4"/>
                        <a:pt x="996" y="-528"/>
                        <a:pt x="198" y="669"/>
                      </a:cubicBezTo>
                      <a:cubicBezTo>
                        <a:pt x="-423" y="1600"/>
                        <a:pt x="420" y="3595"/>
                        <a:pt x="2680" y="5723"/>
                      </a:cubicBezTo>
                      <a:cubicBezTo>
                        <a:pt x="3833" y="6787"/>
                        <a:pt x="5163" y="8073"/>
                        <a:pt x="6936" y="9092"/>
                      </a:cubicBezTo>
                      <a:cubicBezTo>
                        <a:pt x="8710" y="10112"/>
                        <a:pt x="10616" y="11353"/>
                        <a:pt x="12921" y="12062"/>
                      </a:cubicBezTo>
                      <a:cubicBezTo>
                        <a:pt x="15536" y="13038"/>
                        <a:pt x="18063" y="13791"/>
                        <a:pt x="20369" y="13969"/>
                      </a:cubicBezTo>
                      <a:cubicBezTo>
                        <a:pt x="18994" y="13570"/>
                        <a:pt x="17620" y="13215"/>
                        <a:pt x="16379" y="12506"/>
                      </a:cubicBezTo>
                      <a:cubicBezTo>
                        <a:pt x="14694" y="11575"/>
                        <a:pt x="13187" y="10555"/>
                        <a:pt x="11901" y="9580"/>
                      </a:cubicBezTo>
                      <a:cubicBezTo>
                        <a:pt x="10660" y="8472"/>
                        <a:pt x="9640" y="7363"/>
                        <a:pt x="8887" y="6299"/>
                      </a:cubicBezTo>
                      <a:cubicBezTo>
                        <a:pt x="7335" y="4349"/>
                        <a:pt x="7025" y="2398"/>
                        <a:pt x="7911" y="129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76" name="Forme libre : forme 24575">
                  <a:extLst>
                    <a:ext uri="{FF2B5EF4-FFF2-40B4-BE49-F238E27FC236}">
                      <a16:creationId xmlns:a16="http://schemas.microsoft.com/office/drawing/2014/main" id="{AE913D45-E103-46FF-88E7-A6F17DDB08A8}"/>
                    </a:ext>
                  </a:extLst>
                </p:cNvPr>
                <p:cNvSpPr/>
                <p:nvPr/>
              </p:nvSpPr>
              <p:spPr>
                <a:xfrm>
                  <a:off x="6183015" y="1872328"/>
                  <a:ext cx="30730" cy="13876"/>
                </a:xfrm>
                <a:custGeom>
                  <a:avLst/>
                  <a:gdLst>
                    <a:gd name="connsiteX0" fmla="*/ 30727 w 30730"/>
                    <a:gd name="connsiteY0" fmla="*/ 11471 h 13876"/>
                    <a:gd name="connsiteX1" fmla="*/ 25496 w 30730"/>
                    <a:gd name="connsiteY1" fmla="*/ 13776 h 13876"/>
                    <a:gd name="connsiteX2" fmla="*/ 19955 w 30730"/>
                    <a:gd name="connsiteY2" fmla="*/ 13555 h 13876"/>
                    <a:gd name="connsiteX3" fmla="*/ 13394 w 30730"/>
                    <a:gd name="connsiteY3" fmla="*/ 11914 h 13876"/>
                    <a:gd name="connsiteX4" fmla="*/ 10113 w 30730"/>
                    <a:gd name="connsiteY4" fmla="*/ 10629 h 13876"/>
                    <a:gd name="connsiteX5" fmla="*/ 7276 w 30730"/>
                    <a:gd name="connsiteY5" fmla="*/ 9033 h 13876"/>
                    <a:gd name="connsiteX6" fmla="*/ 2843 w 30730"/>
                    <a:gd name="connsiteY6" fmla="*/ 5752 h 13876"/>
                    <a:gd name="connsiteX7" fmla="*/ 183 w 30730"/>
                    <a:gd name="connsiteY7" fmla="*/ 699 h 13876"/>
                    <a:gd name="connsiteX8" fmla="*/ 5724 w 30730"/>
                    <a:gd name="connsiteY8" fmla="*/ 566 h 13876"/>
                    <a:gd name="connsiteX9" fmla="*/ 10557 w 30730"/>
                    <a:gd name="connsiteY9" fmla="*/ 2029 h 13876"/>
                    <a:gd name="connsiteX10" fmla="*/ 13261 w 30730"/>
                    <a:gd name="connsiteY10" fmla="*/ 3004 h 13876"/>
                    <a:gd name="connsiteX11" fmla="*/ 16187 w 30730"/>
                    <a:gd name="connsiteY11" fmla="*/ 3979 h 13876"/>
                    <a:gd name="connsiteX12" fmla="*/ 21816 w 30730"/>
                    <a:gd name="connsiteY12" fmla="*/ 6018 h 13876"/>
                    <a:gd name="connsiteX13" fmla="*/ 26471 w 30730"/>
                    <a:gd name="connsiteY13" fmla="*/ 7925 h 13876"/>
                    <a:gd name="connsiteX14" fmla="*/ 30727 w 30730"/>
                    <a:gd name="connsiteY14" fmla="*/ 11471 h 13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30" h="13876">
                      <a:moveTo>
                        <a:pt x="30727" y="11471"/>
                      </a:moveTo>
                      <a:cubicBezTo>
                        <a:pt x="30594" y="12624"/>
                        <a:pt x="28688" y="13422"/>
                        <a:pt x="25496" y="13776"/>
                      </a:cubicBezTo>
                      <a:cubicBezTo>
                        <a:pt x="23900" y="13998"/>
                        <a:pt x="22038" y="13821"/>
                        <a:pt x="19955" y="13555"/>
                      </a:cubicBezTo>
                      <a:cubicBezTo>
                        <a:pt x="17871" y="13289"/>
                        <a:pt x="15610" y="12801"/>
                        <a:pt x="13394" y="11914"/>
                      </a:cubicBezTo>
                      <a:cubicBezTo>
                        <a:pt x="12241" y="11515"/>
                        <a:pt x="11177" y="11072"/>
                        <a:pt x="10113" y="10629"/>
                      </a:cubicBezTo>
                      <a:cubicBezTo>
                        <a:pt x="9094" y="10097"/>
                        <a:pt x="8162" y="9565"/>
                        <a:pt x="7276" y="9033"/>
                      </a:cubicBezTo>
                      <a:cubicBezTo>
                        <a:pt x="5458" y="7969"/>
                        <a:pt x="3951" y="6905"/>
                        <a:pt x="2843" y="5752"/>
                      </a:cubicBezTo>
                      <a:cubicBezTo>
                        <a:pt x="538" y="3580"/>
                        <a:pt x="-437" y="1718"/>
                        <a:pt x="183" y="699"/>
                      </a:cubicBezTo>
                      <a:cubicBezTo>
                        <a:pt x="804" y="-232"/>
                        <a:pt x="2887" y="-188"/>
                        <a:pt x="5724" y="566"/>
                      </a:cubicBezTo>
                      <a:cubicBezTo>
                        <a:pt x="7099" y="1009"/>
                        <a:pt x="8783" y="1452"/>
                        <a:pt x="10557" y="2029"/>
                      </a:cubicBezTo>
                      <a:cubicBezTo>
                        <a:pt x="11443" y="2339"/>
                        <a:pt x="12330" y="2649"/>
                        <a:pt x="13261" y="3004"/>
                      </a:cubicBezTo>
                      <a:cubicBezTo>
                        <a:pt x="14236" y="3270"/>
                        <a:pt x="15211" y="3625"/>
                        <a:pt x="16187" y="3979"/>
                      </a:cubicBezTo>
                      <a:cubicBezTo>
                        <a:pt x="18137" y="4777"/>
                        <a:pt x="20043" y="5398"/>
                        <a:pt x="21816" y="6018"/>
                      </a:cubicBezTo>
                      <a:cubicBezTo>
                        <a:pt x="23279" y="6595"/>
                        <a:pt x="24787" y="7260"/>
                        <a:pt x="26471" y="7925"/>
                      </a:cubicBezTo>
                      <a:cubicBezTo>
                        <a:pt x="29131" y="8989"/>
                        <a:pt x="30816" y="10274"/>
                        <a:pt x="30727" y="1147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77" name="Forme libre : forme 24576">
                  <a:extLst>
                    <a:ext uri="{FF2B5EF4-FFF2-40B4-BE49-F238E27FC236}">
                      <a16:creationId xmlns:a16="http://schemas.microsoft.com/office/drawing/2014/main" id="{590144DE-8975-48DC-B445-B2E0DEFC790B}"/>
                    </a:ext>
                  </a:extLst>
                </p:cNvPr>
                <p:cNvSpPr/>
                <p:nvPr/>
              </p:nvSpPr>
              <p:spPr>
                <a:xfrm>
                  <a:off x="6169498" y="1859693"/>
                  <a:ext cx="35933" cy="28551"/>
                </a:xfrm>
                <a:custGeom>
                  <a:avLst/>
                  <a:gdLst>
                    <a:gd name="connsiteX0" fmla="*/ 1598 w 35933"/>
                    <a:gd name="connsiteY0" fmla="*/ 3892 h 28551"/>
                    <a:gd name="connsiteX1" fmla="*/ 46 w 35933"/>
                    <a:gd name="connsiteY1" fmla="*/ 7615 h 28551"/>
                    <a:gd name="connsiteX2" fmla="*/ 11439 w 35933"/>
                    <a:gd name="connsiteY2" fmla="*/ 21003 h 28551"/>
                    <a:gd name="connsiteX3" fmla="*/ 28906 w 35933"/>
                    <a:gd name="connsiteY3" fmla="*/ 28451 h 28551"/>
                    <a:gd name="connsiteX4" fmla="*/ 35644 w 35933"/>
                    <a:gd name="connsiteY4" fmla="*/ 26234 h 28551"/>
                    <a:gd name="connsiteX5" fmla="*/ 30413 w 35933"/>
                    <a:gd name="connsiteY5" fmla="*/ 22821 h 28551"/>
                    <a:gd name="connsiteX6" fmla="*/ 19596 w 35933"/>
                    <a:gd name="connsiteY6" fmla="*/ 13112 h 28551"/>
                    <a:gd name="connsiteX7" fmla="*/ 9179 w 35933"/>
                    <a:gd name="connsiteY7" fmla="*/ 1010 h 28551"/>
                    <a:gd name="connsiteX8" fmla="*/ 1598 w 35933"/>
                    <a:gd name="connsiteY8" fmla="*/ 3892 h 28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933" h="28551">
                      <a:moveTo>
                        <a:pt x="1598" y="3892"/>
                      </a:moveTo>
                      <a:cubicBezTo>
                        <a:pt x="711" y="4823"/>
                        <a:pt x="-220" y="5842"/>
                        <a:pt x="46" y="7615"/>
                      </a:cubicBezTo>
                      <a:cubicBezTo>
                        <a:pt x="490" y="10985"/>
                        <a:pt x="5322" y="16570"/>
                        <a:pt x="11439" y="21003"/>
                      </a:cubicBezTo>
                      <a:cubicBezTo>
                        <a:pt x="16449" y="24771"/>
                        <a:pt x="23143" y="27564"/>
                        <a:pt x="28906" y="28451"/>
                      </a:cubicBezTo>
                      <a:cubicBezTo>
                        <a:pt x="33295" y="28850"/>
                        <a:pt x="37018" y="28052"/>
                        <a:pt x="35644" y="26234"/>
                      </a:cubicBezTo>
                      <a:cubicBezTo>
                        <a:pt x="34846" y="25082"/>
                        <a:pt x="32452" y="23974"/>
                        <a:pt x="30413" y="22821"/>
                      </a:cubicBezTo>
                      <a:cubicBezTo>
                        <a:pt x="25625" y="19895"/>
                        <a:pt x="21990" y="16526"/>
                        <a:pt x="19596" y="13112"/>
                      </a:cubicBezTo>
                      <a:cubicBezTo>
                        <a:pt x="17424" y="10231"/>
                        <a:pt x="14853" y="4158"/>
                        <a:pt x="9179" y="1010"/>
                      </a:cubicBezTo>
                      <a:cubicBezTo>
                        <a:pt x="3992" y="-2005"/>
                        <a:pt x="2839" y="2562"/>
                        <a:pt x="1598" y="389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78" name="Forme libre : forme 24577">
                  <a:extLst>
                    <a:ext uri="{FF2B5EF4-FFF2-40B4-BE49-F238E27FC236}">
                      <a16:creationId xmlns:a16="http://schemas.microsoft.com/office/drawing/2014/main" id="{BCE9772C-F945-4CD4-89F5-CE75205AFC9D}"/>
                    </a:ext>
                  </a:extLst>
                </p:cNvPr>
                <p:cNvSpPr/>
                <p:nvPr/>
              </p:nvSpPr>
              <p:spPr>
                <a:xfrm>
                  <a:off x="6178514" y="1864367"/>
                  <a:ext cx="11876" cy="5916"/>
                </a:xfrm>
                <a:custGeom>
                  <a:avLst/>
                  <a:gdLst>
                    <a:gd name="connsiteX0" fmla="*/ 1227 w 11876"/>
                    <a:gd name="connsiteY0" fmla="*/ 15 h 5916"/>
                    <a:gd name="connsiteX1" fmla="*/ 74 w 11876"/>
                    <a:gd name="connsiteY1" fmla="*/ 281 h 5916"/>
                    <a:gd name="connsiteX2" fmla="*/ 562 w 11876"/>
                    <a:gd name="connsiteY2" fmla="*/ 1611 h 5916"/>
                    <a:gd name="connsiteX3" fmla="*/ 2423 w 11876"/>
                    <a:gd name="connsiteY3" fmla="*/ 2941 h 5916"/>
                    <a:gd name="connsiteX4" fmla="*/ 7477 w 11876"/>
                    <a:gd name="connsiteY4" fmla="*/ 5335 h 5916"/>
                    <a:gd name="connsiteX5" fmla="*/ 9472 w 11876"/>
                    <a:gd name="connsiteY5" fmla="*/ 5867 h 5916"/>
                    <a:gd name="connsiteX6" fmla="*/ 9472 w 11876"/>
                    <a:gd name="connsiteY6" fmla="*/ 2763 h 5916"/>
                    <a:gd name="connsiteX7" fmla="*/ 1227 w 11876"/>
                    <a:gd name="connsiteY7" fmla="*/ 15 h 5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76" h="5916">
                      <a:moveTo>
                        <a:pt x="1227" y="15"/>
                      </a:moveTo>
                      <a:cubicBezTo>
                        <a:pt x="739" y="-29"/>
                        <a:pt x="296" y="15"/>
                        <a:pt x="74" y="281"/>
                      </a:cubicBezTo>
                      <a:cubicBezTo>
                        <a:pt x="-103" y="547"/>
                        <a:pt x="30" y="1035"/>
                        <a:pt x="562" y="1611"/>
                      </a:cubicBezTo>
                      <a:cubicBezTo>
                        <a:pt x="1049" y="2143"/>
                        <a:pt x="1759" y="2586"/>
                        <a:pt x="2423" y="2941"/>
                      </a:cubicBezTo>
                      <a:cubicBezTo>
                        <a:pt x="4152" y="3872"/>
                        <a:pt x="5837" y="4625"/>
                        <a:pt x="7477" y="5335"/>
                      </a:cubicBezTo>
                      <a:cubicBezTo>
                        <a:pt x="8142" y="5601"/>
                        <a:pt x="8851" y="5778"/>
                        <a:pt x="9472" y="5867"/>
                      </a:cubicBezTo>
                      <a:cubicBezTo>
                        <a:pt x="11955" y="6221"/>
                        <a:pt x="13329" y="4625"/>
                        <a:pt x="9472" y="2763"/>
                      </a:cubicBezTo>
                      <a:cubicBezTo>
                        <a:pt x="6635" y="1123"/>
                        <a:pt x="3222" y="192"/>
                        <a:pt x="1227" y="1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79" name="Forme libre : forme 24578">
                  <a:extLst>
                    <a:ext uri="{FF2B5EF4-FFF2-40B4-BE49-F238E27FC236}">
                      <a16:creationId xmlns:a16="http://schemas.microsoft.com/office/drawing/2014/main" id="{6930370E-5F72-42C1-8AF7-0697472B21C4}"/>
                    </a:ext>
                  </a:extLst>
                </p:cNvPr>
                <p:cNvSpPr/>
                <p:nvPr/>
              </p:nvSpPr>
              <p:spPr>
                <a:xfrm>
                  <a:off x="6202837" y="1884863"/>
                  <a:ext cx="21927" cy="6884"/>
                </a:xfrm>
                <a:custGeom>
                  <a:avLst/>
                  <a:gdLst>
                    <a:gd name="connsiteX0" fmla="*/ 21900 w 21927"/>
                    <a:gd name="connsiteY0" fmla="*/ 0 h 6884"/>
                    <a:gd name="connsiteX1" fmla="*/ 19683 w 21927"/>
                    <a:gd name="connsiteY1" fmla="*/ 3635 h 6884"/>
                    <a:gd name="connsiteX2" fmla="*/ 13344 w 21927"/>
                    <a:gd name="connsiteY2" fmla="*/ 6206 h 6884"/>
                    <a:gd name="connsiteX3" fmla="*/ 7714 w 21927"/>
                    <a:gd name="connsiteY3" fmla="*/ 6871 h 6884"/>
                    <a:gd name="connsiteX4" fmla="*/ 0 w 21927"/>
                    <a:gd name="connsiteY4" fmla="*/ 6428 h 6884"/>
                    <a:gd name="connsiteX5" fmla="*/ 2926 w 21927"/>
                    <a:gd name="connsiteY5" fmla="*/ 6694 h 6884"/>
                    <a:gd name="connsiteX6" fmla="*/ 9664 w 21927"/>
                    <a:gd name="connsiteY6" fmla="*/ 6251 h 6884"/>
                    <a:gd name="connsiteX7" fmla="*/ 16979 w 21927"/>
                    <a:gd name="connsiteY7" fmla="*/ 4079 h 6884"/>
                    <a:gd name="connsiteX8" fmla="*/ 21900 w 21927"/>
                    <a:gd name="connsiteY8" fmla="*/ 0 h 6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927" h="6884">
                      <a:moveTo>
                        <a:pt x="21900" y="0"/>
                      </a:moveTo>
                      <a:cubicBezTo>
                        <a:pt x="21900" y="0"/>
                        <a:pt x="22343" y="1640"/>
                        <a:pt x="19683" y="3635"/>
                      </a:cubicBezTo>
                      <a:cubicBezTo>
                        <a:pt x="18397" y="4566"/>
                        <a:pt x="16447" y="5453"/>
                        <a:pt x="13344" y="6206"/>
                      </a:cubicBezTo>
                      <a:cubicBezTo>
                        <a:pt x="11792" y="6650"/>
                        <a:pt x="9930" y="6871"/>
                        <a:pt x="7714" y="6871"/>
                      </a:cubicBezTo>
                      <a:cubicBezTo>
                        <a:pt x="5497" y="6871"/>
                        <a:pt x="2926" y="7004"/>
                        <a:pt x="0" y="6428"/>
                      </a:cubicBezTo>
                      <a:cubicBezTo>
                        <a:pt x="0" y="6428"/>
                        <a:pt x="1153" y="6605"/>
                        <a:pt x="2926" y="6694"/>
                      </a:cubicBezTo>
                      <a:cubicBezTo>
                        <a:pt x="4699" y="6694"/>
                        <a:pt x="7137" y="6561"/>
                        <a:pt x="9664" y="6251"/>
                      </a:cubicBezTo>
                      <a:cubicBezTo>
                        <a:pt x="12191" y="5940"/>
                        <a:pt x="14762" y="5054"/>
                        <a:pt x="16979" y="4079"/>
                      </a:cubicBezTo>
                      <a:cubicBezTo>
                        <a:pt x="19063" y="3192"/>
                        <a:pt x="20969" y="1685"/>
                        <a:pt x="2190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80" name="Forme libre : forme 24579">
                  <a:extLst>
                    <a:ext uri="{FF2B5EF4-FFF2-40B4-BE49-F238E27FC236}">
                      <a16:creationId xmlns:a16="http://schemas.microsoft.com/office/drawing/2014/main" id="{8512A952-79CA-4DEE-A335-649D93582F31}"/>
                    </a:ext>
                  </a:extLst>
                </p:cNvPr>
                <p:cNvSpPr/>
                <p:nvPr/>
              </p:nvSpPr>
              <p:spPr>
                <a:xfrm>
                  <a:off x="6166264" y="1854271"/>
                  <a:ext cx="21899" cy="7761"/>
                </a:xfrm>
                <a:custGeom>
                  <a:avLst/>
                  <a:gdLst>
                    <a:gd name="connsiteX0" fmla="*/ 21899 w 21899"/>
                    <a:gd name="connsiteY0" fmla="*/ 7762 h 7761"/>
                    <a:gd name="connsiteX1" fmla="*/ 19461 w 21899"/>
                    <a:gd name="connsiteY1" fmla="*/ 6343 h 7761"/>
                    <a:gd name="connsiteX2" fmla="*/ 13565 w 21899"/>
                    <a:gd name="connsiteY2" fmla="*/ 3063 h 7761"/>
                    <a:gd name="connsiteX3" fmla="*/ 0 w 21899"/>
                    <a:gd name="connsiteY3" fmla="*/ 1024 h 7761"/>
                    <a:gd name="connsiteX4" fmla="*/ 5586 w 21899"/>
                    <a:gd name="connsiteY4" fmla="*/ 979 h 7761"/>
                    <a:gd name="connsiteX5" fmla="*/ 12501 w 21899"/>
                    <a:gd name="connsiteY5" fmla="*/ 3063 h 7761"/>
                    <a:gd name="connsiteX6" fmla="*/ 21899 w 21899"/>
                    <a:gd name="connsiteY6" fmla="*/ 7762 h 7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899" h="7761">
                      <a:moveTo>
                        <a:pt x="21899" y="7762"/>
                      </a:moveTo>
                      <a:cubicBezTo>
                        <a:pt x="21899" y="7762"/>
                        <a:pt x="21013" y="7230"/>
                        <a:pt x="19461" y="6343"/>
                      </a:cubicBezTo>
                      <a:cubicBezTo>
                        <a:pt x="17954" y="5368"/>
                        <a:pt x="15870" y="4304"/>
                        <a:pt x="13565" y="3063"/>
                      </a:cubicBezTo>
                      <a:cubicBezTo>
                        <a:pt x="8955" y="802"/>
                        <a:pt x="3325" y="-1326"/>
                        <a:pt x="0" y="1024"/>
                      </a:cubicBezTo>
                      <a:cubicBezTo>
                        <a:pt x="0" y="1024"/>
                        <a:pt x="1862" y="359"/>
                        <a:pt x="5586" y="979"/>
                      </a:cubicBezTo>
                      <a:cubicBezTo>
                        <a:pt x="7448" y="1290"/>
                        <a:pt x="9753" y="1955"/>
                        <a:pt x="12501" y="3063"/>
                      </a:cubicBezTo>
                      <a:cubicBezTo>
                        <a:pt x="15250" y="4171"/>
                        <a:pt x="18353" y="5811"/>
                        <a:pt x="21899" y="77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81" name="Forme libre : forme 24580">
                  <a:extLst>
                    <a:ext uri="{FF2B5EF4-FFF2-40B4-BE49-F238E27FC236}">
                      <a16:creationId xmlns:a16="http://schemas.microsoft.com/office/drawing/2014/main" id="{9D34BF4E-330C-4F58-80E4-91F29CA8E662}"/>
                    </a:ext>
                  </a:extLst>
                </p:cNvPr>
                <p:cNvSpPr/>
                <p:nvPr/>
              </p:nvSpPr>
              <p:spPr>
                <a:xfrm>
                  <a:off x="6194911" y="1875363"/>
                  <a:ext cx="10907" cy="5177"/>
                </a:xfrm>
                <a:custGeom>
                  <a:avLst/>
                  <a:gdLst>
                    <a:gd name="connsiteX0" fmla="*/ 10719 w 10907"/>
                    <a:gd name="connsiteY0" fmla="*/ 4978 h 5177"/>
                    <a:gd name="connsiteX1" fmla="*/ 3803 w 10907"/>
                    <a:gd name="connsiteY1" fmla="*/ 3560 h 5177"/>
                    <a:gd name="connsiteX2" fmla="*/ 257 w 10907"/>
                    <a:gd name="connsiteY2" fmla="*/ 57 h 5177"/>
                    <a:gd name="connsiteX3" fmla="*/ 6862 w 10907"/>
                    <a:gd name="connsiteY3" fmla="*/ 1919 h 5177"/>
                    <a:gd name="connsiteX4" fmla="*/ 10719 w 10907"/>
                    <a:gd name="connsiteY4" fmla="*/ 4978 h 5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07" h="5177">
                      <a:moveTo>
                        <a:pt x="10719" y="4978"/>
                      </a:moveTo>
                      <a:cubicBezTo>
                        <a:pt x="9965" y="5422"/>
                        <a:pt x="6685" y="5200"/>
                        <a:pt x="3803" y="3560"/>
                      </a:cubicBezTo>
                      <a:cubicBezTo>
                        <a:pt x="833" y="2141"/>
                        <a:pt x="-630" y="456"/>
                        <a:pt x="257" y="57"/>
                      </a:cubicBezTo>
                      <a:cubicBezTo>
                        <a:pt x="1099" y="-209"/>
                        <a:pt x="4069" y="456"/>
                        <a:pt x="6862" y="1919"/>
                      </a:cubicBezTo>
                      <a:cubicBezTo>
                        <a:pt x="9699" y="3072"/>
                        <a:pt x="11517" y="4446"/>
                        <a:pt x="10719" y="497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82" name="Forme libre : forme 24581">
                  <a:extLst>
                    <a:ext uri="{FF2B5EF4-FFF2-40B4-BE49-F238E27FC236}">
                      <a16:creationId xmlns:a16="http://schemas.microsoft.com/office/drawing/2014/main" id="{48CA55FD-9137-4214-BDF3-2D8D61BC7709}"/>
                    </a:ext>
                  </a:extLst>
                </p:cNvPr>
                <p:cNvSpPr/>
                <p:nvPr/>
              </p:nvSpPr>
              <p:spPr>
                <a:xfrm>
                  <a:off x="6204115" y="1879320"/>
                  <a:ext cx="3207" cy="1377"/>
                </a:xfrm>
                <a:custGeom>
                  <a:avLst/>
                  <a:gdLst>
                    <a:gd name="connsiteX0" fmla="*/ 3200 w 3207"/>
                    <a:gd name="connsiteY0" fmla="*/ 1066 h 1377"/>
                    <a:gd name="connsiteX1" fmla="*/ 1471 w 3207"/>
                    <a:gd name="connsiteY1" fmla="*/ 1287 h 1377"/>
                    <a:gd name="connsiteX2" fmla="*/ 8 w 3207"/>
                    <a:gd name="connsiteY2" fmla="*/ 312 h 1377"/>
                    <a:gd name="connsiteX3" fmla="*/ 1737 w 3207"/>
                    <a:gd name="connsiteY3" fmla="*/ 90 h 1377"/>
                    <a:gd name="connsiteX4" fmla="*/ 3200 w 3207"/>
                    <a:gd name="connsiteY4" fmla="*/ 1066 h 1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07" h="1377">
                      <a:moveTo>
                        <a:pt x="3200" y="1066"/>
                      </a:moveTo>
                      <a:cubicBezTo>
                        <a:pt x="3155" y="1376"/>
                        <a:pt x="2357" y="1465"/>
                        <a:pt x="1471" y="1287"/>
                      </a:cubicBezTo>
                      <a:cubicBezTo>
                        <a:pt x="584" y="1110"/>
                        <a:pt x="-81" y="622"/>
                        <a:pt x="8" y="312"/>
                      </a:cubicBezTo>
                      <a:cubicBezTo>
                        <a:pt x="96" y="2"/>
                        <a:pt x="850" y="-87"/>
                        <a:pt x="1737" y="90"/>
                      </a:cubicBezTo>
                      <a:cubicBezTo>
                        <a:pt x="2623" y="268"/>
                        <a:pt x="3288" y="755"/>
                        <a:pt x="3200" y="10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83" name="Forme libre : forme 24582">
                  <a:extLst>
                    <a:ext uri="{FF2B5EF4-FFF2-40B4-BE49-F238E27FC236}">
                      <a16:creationId xmlns:a16="http://schemas.microsoft.com/office/drawing/2014/main" id="{E12B2C76-34AA-48AE-ACF9-9862D8FF488C}"/>
                    </a:ext>
                  </a:extLst>
                </p:cNvPr>
                <p:cNvSpPr/>
                <p:nvPr/>
              </p:nvSpPr>
              <p:spPr>
                <a:xfrm>
                  <a:off x="6197325" y="1869508"/>
                  <a:ext cx="24196" cy="14470"/>
                </a:xfrm>
                <a:custGeom>
                  <a:avLst/>
                  <a:gdLst>
                    <a:gd name="connsiteX0" fmla="*/ 22004 w 24196"/>
                    <a:gd name="connsiteY0" fmla="*/ 7464 h 14470"/>
                    <a:gd name="connsiteX1" fmla="*/ 24176 w 24196"/>
                    <a:gd name="connsiteY1" fmla="*/ 12917 h 14470"/>
                    <a:gd name="connsiteX2" fmla="*/ 21782 w 24196"/>
                    <a:gd name="connsiteY2" fmla="*/ 14469 h 14470"/>
                    <a:gd name="connsiteX3" fmla="*/ 18235 w 24196"/>
                    <a:gd name="connsiteY3" fmla="*/ 13227 h 14470"/>
                    <a:gd name="connsiteX4" fmla="*/ 11852 w 24196"/>
                    <a:gd name="connsiteY4" fmla="*/ 7464 h 14470"/>
                    <a:gd name="connsiteX5" fmla="*/ 8660 w 24196"/>
                    <a:gd name="connsiteY5" fmla="*/ 6046 h 14470"/>
                    <a:gd name="connsiteX6" fmla="*/ 4050 w 24196"/>
                    <a:gd name="connsiteY6" fmla="*/ 3829 h 14470"/>
                    <a:gd name="connsiteX7" fmla="*/ 503 w 24196"/>
                    <a:gd name="connsiteY7" fmla="*/ 61 h 14470"/>
                    <a:gd name="connsiteX8" fmla="*/ 8039 w 24196"/>
                    <a:gd name="connsiteY8" fmla="*/ 1568 h 14470"/>
                    <a:gd name="connsiteX9" fmla="*/ 12472 w 24196"/>
                    <a:gd name="connsiteY9" fmla="*/ 2942 h 14470"/>
                    <a:gd name="connsiteX10" fmla="*/ 15797 w 24196"/>
                    <a:gd name="connsiteY10" fmla="*/ 3962 h 14470"/>
                    <a:gd name="connsiteX11" fmla="*/ 22004 w 24196"/>
                    <a:gd name="connsiteY11" fmla="*/ 7464 h 14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4196" h="14470">
                      <a:moveTo>
                        <a:pt x="22004" y="7464"/>
                      </a:moveTo>
                      <a:cubicBezTo>
                        <a:pt x="23821" y="9193"/>
                        <a:pt x="24309" y="11099"/>
                        <a:pt x="24176" y="12917"/>
                      </a:cubicBezTo>
                      <a:cubicBezTo>
                        <a:pt x="24131" y="13582"/>
                        <a:pt x="23600" y="14424"/>
                        <a:pt x="21782" y="14469"/>
                      </a:cubicBezTo>
                      <a:cubicBezTo>
                        <a:pt x="20097" y="14513"/>
                        <a:pt x="18900" y="13803"/>
                        <a:pt x="18235" y="13227"/>
                      </a:cubicBezTo>
                      <a:cubicBezTo>
                        <a:pt x="16196" y="11410"/>
                        <a:pt x="15265" y="9104"/>
                        <a:pt x="11852" y="7464"/>
                      </a:cubicBezTo>
                      <a:cubicBezTo>
                        <a:pt x="11143" y="7154"/>
                        <a:pt x="9990" y="6666"/>
                        <a:pt x="8660" y="6046"/>
                      </a:cubicBezTo>
                      <a:cubicBezTo>
                        <a:pt x="7197" y="5381"/>
                        <a:pt x="5468" y="4760"/>
                        <a:pt x="4050" y="3829"/>
                      </a:cubicBezTo>
                      <a:cubicBezTo>
                        <a:pt x="1079" y="2145"/>
                        <a:pt x="-1004" y="327"/>
                        <a:pt x="503" y="61"/>
                      </a:cubicBezTo>
                      <a:cubicBezTo>
                        <a:pt x="2010" y="-249"/>
                        <a:pt x="4936" y="682"/>
                        <a:pt x="8039" y="1568"/>
                      </a:cubicBezTo>
                      <a:cubicBezTo>
                        <a:pt x="9591" y="1967"/>
                        <a:pt x="11098" y="2544"/>
                        <a:pt x="12472" y="2942"/>
                      </a:cubicBezTo>
                      <a:cubicBezTo>
                        <a:pt x="13847" y="3297"/>
                        <a:pt x="15044" y="3652"/>
                        <a:pt x="15797" y="3962"/>
                      </a:cubicBezTo>
                      <a:cubicBezTo>
                        <a:pt x="18413" y="5115"/>
                        <a:pt x="20674" y="6090"/>
                        <a:pt x="22004" y="746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66" name="Graphique 2">
                <a:extLst>
                  <a:ext uri="{FF2B5EF4-FFF2-40B4-BE49-F238E27FC236}">
                    <a16:creationId xmlns:a16="http://schemas.microsoft.com/office/drawing/2014/main" id="{6C96A9CF-F61C-49C7-9F10-B2EF81BBEFF3}"/>
                  </a:ext>
                </a:extLst>
              </p:cNvPr>
              <p:cNvGrpSpPr/>
              <p:nvPr/>
            </p:nvGrpSpPr>
            <p:grpSpPr>
              <a:xfrm>
                <a:off x="6226353" y="1832740"/>
                <a:ext cx="52023" cy="56955"/>
                <a:chOff x="6226353" y="1832740"/>
                <a:chExt cx="52023" cy="56955"/>
              </a:xfrm>
              <a:solidFill>
                <a:schemeClr val="accent1"/>
              </a:solidFill>
            </p:grpSpPr>
            <p:sp>
              <p:nvSpPr>
                <p:cNvPr id="24560" name="Forme libre : forme 24559">
                  <a:extLst>
                    <a:ext uri="{FF2B5EF4-FFF2-40B4-BE49-F238E27FC236}">
                      <a16:creationId xmlns:a16="http://schemas.microsoft.com/office/drawing/2014/main" id="{514ACF5D-2AF2-4A92-8AC1-645727011BE4}"/>
                    </a:ext>
                  </a:extLst>
                </p:cNvPr>
                <p:cNvSpPr/>
                <p:nvPr/>
              </p:nvSpPr>
              <p:spPr>
                <a:xfrm>
                  <a:off x="6226353" y="1832740"/>
                  <a:ext cx="52023" cy="56955"/>
                </a:xfrm>
                <a:custGeom>
                  <a:avLst/>
                  <a:gdLst>
                    <a:gd name="connsiteX0" fmla="*/ 47280 w 52023"/>
                    <a:gd name="connsiteY0" fmla="*/ 26943 h 56955"/>
                    <a:gd name="connsiteX1" fmla="*/ 27420 w 52023"/>
                    <a:gd name="connsiteY1" fmla="*/ 50306 h 56955"/>
                    <a:gd name="connsiteX2" fmla="*/ 22810 w 52023"/>
                    <a:gd name="connsiteY2" fmla="*/ 53276 h 56955"/>
                    <a:gd name="connsiteX3" fmla="*/ 18066 w 52023"/>
                    <a:gd name="connsiteY3" fmla="*/ 55360 h 56955"/>
                    <a:gd name="connsiteX4" fmla="*/ 9333 w 52023"/>
                    <a:gd name="connsiteY4" fmla="*/ 56955 h 56955"/>
                    <a:gd name="connsiteX5" fmla="*/ 3171 w 52023"/>
                    <a:gd name="connsiteY5" fmla="*/ 55714 h 56955"/>
                    <a:gd name="connsiteX6" fmla="*/ 777 w 52023"/>
                    <a:gd name="connsiteY6" fmla="*/ 52877 h 56955"/>
                    <a:gd name="connsiteX7" fmla="*/ 23 w 52023"/>
                    <a:gd name="connsiteY7" fmla="*/ 46671 h 56955"/>
                    <a:gd name="connsiteX8" fmla="*/ 1088 w 52023"/>
                    <a:gd name="connsiteY8" fmla="*/ 43257 h 56955"/>
                    <a:gd name="connsiteX9" fmla="*/ 4191 w 52023"/>
                    <a:gd name="connsiteY9" fmla="*/ 39844 h 56955"/>
                    <a:gd name="connsiteX10" fmla="*/ 6230 w 52023"/>
                    <a:gd name="connsiteY10" fmla="*/ 38070 h 56955"/>
                    <a:gd name="connsiteX11" fmla="*/ 8491 w 52023"/>
                    <a:gd name="connsiteY11" fmla="*/ 36209 h 56955"/>
                    <a:gd name="connsiteX12" fmla="*/ 10973 w 52023"/>
                    <a:gd name="connsiteY12" fmla="*/ 34258 h 56955"/>
                    <a:gd name="connsiteX13" fmla="*/ 13677 w 52023"/>
                    <a:gd name="connsiteY13" fmla="*/ 32174 h 56955"/>
                    <a:gd name="connsiteX14" fmla="*/ 27021 w 52023"/>
                    <a:gd name="connsiteY14" fmla="*/ 15905 h 56955"/>
                    <a:gd name="connsiteX15" fmla="*/ 30701 w 52023"/>
                    <a:gd name="connsiteY15" fmla="*/ 9566 h 56955"/>
                    <a:gd name="connsiteX16" fmla="*/ 34469 w 52023"/>
                    <a:gd name="connsiteY16" fmla="*/ 4379 h 56955"/>
                    <a:gd name="connsiteX17" fmla="*/ 41695 w 52023"/>
                    <a:gd name="connsiteY17" fmla="*/ 79 h 56955"/>
                    <a:gd name="connsiteX18" fmla="*/ 47990 w 52023"/>
                    <a:gd name="connsiteY18" fmla="*/ 1453 h 56955"/>
                    <a:gd name="connsiteX19" fmla="*/ 52024 w 52023"/>
                    <a:gd name="connsiteY19" fmla="*/ 9743 h 56955"/>
                    <a:gd name="connsiteX20" fmla="*/ 51004 w 52023"/>
                    <a:gd name="connsiteY20" fmla="*/ 17811 h 56955"/>
                    <a:gd name="connsiteX21" fmla="*/ 47280 w 52023"/>
                    <a:gd name="connsiteY21" fmla="*/ 26943 h 5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2023" h="56955">
                      <a:moveTo>
                        <a:pt x="47280" y="26943"/>
                      </a:moveTo>
                      <a:cubicBezTo>
                        <a:pt x="42404" y="35721"/>
                        <a:pt x="35932" y="43878"/>
                        <a:pt x="27420" y="50306"/>
                      </a:cubicBezTo>
                      <a:cubicBezTo>
                        <a:pt x="25913" y="51414"/>
                        <a:pt x="24405" y="52434"/>
                        <a:pt x="22810" y="53276"/>
                      </a:cubicBezTo>
                      <a:cubicBezTo>
                        <a:pt x="21258" y="54163"/>
                        <a:pt x="19662" y="54872"/>
                        <a:pt x="18066" y="55360"/>
                      </a:cubicBezTo>
                      <a:cubicBezTo>
                        <a:pt x="14963" y="56512"/>
                        <a:pt x="11860" y="56955"/>
                        <a:pt x="9333" y="56955"/>
                      </a:cubicBezTo>
                      <a:cubicBezTo>
                        <a:pt x="6762" y="56955"/>
                        <a:pt x="4634" y="56512"/>
                        <a:pt x="3171" y="55714"/>
                      </a:cubicBezTo>
                      <a:cubicBezTo>
                        <a:pt x="1708" y="54961"/>
                        <a:pt x="910" y="53985"/>
                        <a:pt x="777" y="52877"/>
                      </a:cubicBezTo>
                      <a:lnTo>
                        <a:pt x="23" y="46671"/>
                      </a:lnTo>
                      <a:cubicBezTo>
                        <a:pt x="-109" y="45562"/>
                        <a:pt x="334" y="44365"/>
                        <a:pt x="1088" y="43257"/>
                      </a:cubicBezTo>
                      <a:cubicBezTo>
                        <a:pt x="1841" y="42193"/>
                        <a:pt x="2905" y="40996"/>
                        <a:pt x="4191" y="39844"/>
                      </a:cubicBezTo>
                      <a:cubicBezTo>
                        <a:pt x="4900" y="39223"/>
                        <a:pt x="5565" y="38602"/>
                        <a:pt x="6230" y="38070"/>
                      </a:cubicBezTo>
                      <a:cubicBezTo>
                        <a:pt x="6939" y="37494"/>
                        <a:pt x="7693" y="36873"/>
                        <a:pt x="8491" y="36209"/>
                      </a:cubicBezTo>
                      <a:cubicBezTo>
                        <a:pt x="9289" y="35588"/>
                        <a:pt x="10131" y="34967"/>
                        <a:pt x="10973" y="34258"/>
                      </a:cubicBezTo>
                      <a:cubicBezTo>
                        <a:pt x="11860" y="33637"/>
                        <a:pt x="12747" y="32884"/>
                        <a:pt x="13677" y="32174"/>
                      </a:cubicBezTo>
                      <a:cubicBezTo>
                        <a:pt x="18997" y="28096"/>
                        <a:pt x="23608" y="22333"/>
                        <a:pt x="27021" y="15905"/>
                      </a:cubicBezTo>
                      <a:cubicBezTo>
                        <a:pt x="28262" y="13644"/>
                        <a:pt x="29504" y="11516"/>
                        <a:pt x="30701" y="9566"/>
                      </a:cubicBezTo>
                      <a:cubicBezTo>
                        <a:pt x="31986" y="7659"/>
                        <a:pt x="33139" y="5842"/>
                        <a:pt x="34469" y="4379"/>
                      </a:cubicBezTo>
                      <a:cubicBezTo>
                        <a:pt x="36907" y="1409"/>
                        <a:pt x="39434" y="-409"/>
                        <a:pt x="41695" y="79"/>
                      </a:cubicBezTo>
                      <a:lnTo>
                        <a:pt x="47990" y="1453"/>
                      </a:lnTo>
                      <a:cubicBezTo>
                        <a:pt x="50295" y="1941"/>
                        <a:pt x="51802" y="4999"/>
                        <a:pt x="52024" y="9743"/>
                      </a:cubicBezTo>
                      <a:cubicBezTo>
                        <a:pt x="52024" y="12092"/>
                        <a:pt x="51846" y="14885"/>
                        <a:pt x="51004" y="17811"/>
                      </a:cubicBezTo>
                      <a:cubicBezTo>
                        <a:pt x="50206" y="20737"/>
                        <a:pt x="48965" y="23885"/>
                        <a:pt x="47280" y="26943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61" name="Forme libre : forme 24560">
                  <a:extLst>
                    <a:ext uri="{FF2B5EF4-FFF2-40B4-BE49-F238E27FC236}">
                      <a16:creationId xmlns:a16="http://schemas.microsoft.com/office/drawing/2014/main" id="{F6D2254D-A304-449F-B9DC-F9048EBE3C5F}"/>
                    </a:ext>
                  </a:extLst>
                </p:cNvPr>
                <p:cNvSpPr/>
                <p:nvPr/>
              </p:nvSpPr>
              <p:spPr>
                <a:xfrm>
                  <a:off x="6226776" y="1834016"/>
                  <a:ext cx="51512" cy="55591"/>
                </a:xfrm>
                <a:custGeom>
                  <a:avLst/>
                  <a:gdLst>
                    <a:gd name="connsiteX0" fmla="*/ 26288 w 51512"/>
                    <a:gd name="connsiteY0" fmla="*/ 39898 h 55591"/>
                    <a:gd name="connsiteX1" fmla="*/ 12679 w 51512"/>
                    <a:gd name="connsiteY1" fmla="*/ 48720 h 55591"/>
                    <a:gd name="connsiteX2" fmla="*/ 0 w 51512"/>
                    <a:gd name="connsiteY2" fmla="*/ 48853 h 55591"/>
                    <a:gd name="connsiteX3" fmla="*/ 310 w 51512"/>
                    <a:gd name="connsiteY3" fmla="*/ 51513 h 55591"/>
                    <a:gd name="connsiteX4" fmla="*/ 2704 w 51512"/>
                    <a:gd name="connsiteY4" fmla="*/ 54350 h 55591"/>
                    <a:gd name="connsiteX5" fmla="*/ 8866 w 51512"/>
                    <a:gd name="connsiteY5" fmla="*/ 55591 h 55591"/>
                    <a:gd name="connsiteX6" fmla="*/ 17599 w 51512"/>
                    <a:gd name="connsiteY6" fmla="*/ 53995 h 55591"/>
                    <a:gd name="connsiteX7" fmla="*/ 22343 w 51512"/>
                    <a:gd name="connsiteY7" fmla="*/ 51912 h 55591"/>
                    <a:gd name="connsiteX8" fmla="*/ 26953 w 51512"/>
                    <a:gd name="connsiteY8" fmla="*/ 48941 h 55591"/>
                    <a:gd name="connsiteX9" fmla="*/ 46813 w 51512"/>
                    <a:gd name="connsiteY9" fmla="*/ 25579 h 55591"/>
                    <a:gd name="connsiteX10" fmla="*/ 50493 w 51512"/>
                    <a:gd name="connsiteY10" fmla="*/ 16403 h 55591"/>
                    <a:gd name="connsiteX11" fmla="*/ 51513 w 51512"/>
                    <a:gd name="connsiteY11" fmla="*/ 8334 h 55591"/>
                    <a:gd name="connsiteX12" fmla="*/ 47479 w 51512"/>
                    <a:gd name="connsiteY12" fmla="*/ 44 h 55591"/>
                    <a:gd name="connsiteX13" fmla="*/ 47257 w 51512"/>
                    <a:gd name="connsiteY13" fmla="*/ 0 h 55591"/>
                    <a:gd name="connsiteX14" fmla="*/ 44198 w 51512"/>
                    <a:gd name="connsiteY14" fmla="*/ 11039 h 55591"/>
                    <a:gd name="connsiteX15" fmla="*/ 39455 w 51512"/>
                    <a:gd name="connsiteY15" fmla="*/ 21323 h 55591"/>
                    <a:gd name="connsiteX16" fmla="*/ 33470 w 51512"/>
                    <a:gd name="connsiteY16" fmla="*/ 30899 h 55591"/>
                    <a:gd name="connsiteX17" fmla="*/ 26288 w 51512"/>
                    <a:gd name="connsiteY17" fmla="*/ 39898 h 55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1512" h="55591">
                      <a:moveTo>
                        <a:pt x="26288" y="39898"/>
                      </a:moveTo>
                      <a:cubicBezTo>
                        <a:pt x="22565" y="44021"/>
                        <a:pt x="17599" y="47212"/>
                        <a:pt x="12679" y="48720"/>
                      </a:cubicBezTo>
                      <a:cubicBezTo>
                        <a:pt x="7758" y="50227"/>
                        <a:pt x="3059" y="50050"/>
                        <a:pt x="0" y="48853"/>
                      </a:cubicBezTo>
                      <a:lnTo>
                        <a:pt x="310" y="51513"/>
                      </a:lnTo>
                      <a:cubicBezTo>
                        <a:pt x="443" y="52621"/>
                        <a:pt x="1241" y="53596"/>
                        <a:pt x="2704" y="54350"/>
                      </a:cubicBezTo>
                      <a:cubicBezTo>
                        <a:pt x="4167" y="55148"/>
                        <a:pt x="6251" y="55591"/>
                        <a:pt x="8866" y="55591"/>
                      </a:cubicBezTo>
                      <a:cubicBezTo>
                        <a:pt x="11437" y="55591"/>
                        <a:pt x="14496" y="55148"/>
                        <a:pt x="17599" y="53995"/>
                      </a:cubicBezTo>
                      <a:cubicBezTo>
                        <a:pt x="19195" y="53463"/>
                        <a:pt x="20791" y="52798"/>
                        <a:pt x="22343" y="51912"/>
                      </a:cubicBezTo>
                      <a:cubicBezTo>
                        <a:pt x="23939" y="51114"/>
                        <a:pt x="25490" y="50094"/>
                        <a:pt x="26953" y="48941"/>
                      </a:cubicBezTo>
                      <a:cubicBezTo>
                        <a:pt x="35465" y="42513"/>
                        <a:pt x="41937" y="34356"/>
                        <a:pt x="46813" y="25579"/>
                      </a:cubicBezTo>
                      <a:cubicBezTo>
                        <a:pt x="48542" y="22476"/>
                        <a:pt x="49784" y="19373"/>
                        <a:pt x="50493" y="16403"/>
                      </a:cubicBezTo>
                      <a:cubicBezTo>
                        <a:pt x="51291" y="13477"/>
                        <a:pt x="51513" y="10684"/>
                        <a:pt x="51513" y="8334"/>
                      </a:cubicBezTo>
                      <a:cubicBezTo>
                        <a:pt x="51335" y="3591"/>
                        <a:pt x="49784" y="532"/>
                        <a:pt x="47479" y="44"/>
                      </a:cubicBezTo>
                      <a:lnTo>
                        <a:pt x="47257" y="0"/>
                      </a:lnTo>
                      <a:cubicBezTo>
                        <a:pt x="46592" y="3813"/>
                        <a:pt x="45439" y="7448"/>
                        <a:pt x="44198" y="11039"/>
                      </a:cubicBezTo>
                      <a:cubicBezTo>
                        <a:pt x="42824" y="14585"/>
                        <a:pt x="41316" y="17998"/>
                        <a:pt x="39455" y="21323"/>
                      </a:cubicBezTo>
                      <a:cubicBezTo>
                        <a:pt x="37681" y="24648"/>
                        <a:pt x="35642" y="27796"/>
                        <a:pt x="33470" y="30899"/>
                      </a:cubicBezTo>
                      <a:cubicBezTo>
                        <a:pt x="31342" y="34046"/>
                        <a:pt x="28948" y="37016"/>
                        <a:pt x="26288" y="39898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62" name="Forme libre : forme 24561">
                  <a:extLst>
                    <a:ext uri="{FF2B5EF4-FFF2-40B4-BE49-F238E27FC236}">
                      <a16:creationId xmlns:a16="http://schemas.microsoft.com/office/drawing/2014/main" id="{2CAD6A7E-7B05-42A4-B7EA-BB083EC522B3}"/>
                    </a:ext>
                  </a:extLst>
                </p:cNvPr>
                <p:cNvSpPr/>
                <p:nvPr/>
              </p:nvSpPr>
              <p:spPr>
                <a:xfrm>
                  <a:off x="6248243" y="1847356"/>
                  <a:ext cx="20195" cy="26504"/>
                </a:xfrm>
                <a:custGeom>
                  <a:avLst/>
                  <a:gdLst>
                    <a:gd name="connsiteX0" fmla="*/ 19052 w 20195"/>
                    <a:gd name="connsiteY0" fmla="*/ 92 h 26504"/>
                    <a:gd name="connsiteX1" fmla="*/ 19850 w 20195"/>
                    <a:gd name="connsiteY1" fmla="*/ 5766 h 26504"/>
                    <a:gd name="connsiteX2" fmla="*/ 14796 w 20195"/>
                    <a:gd name="connsiteY2" fmla="*/ 16716 h 26504"/>
                    <a:gd name="connsiteX3" fmla="*/ 10363 w 20195"/>
                    <a:gd name="connsiteY3" fmla="*/ 21725 h 26504"/>
                    <a:gd name="connsiteX4" fmla="*/ 5974 w 20195"/>
                    <a:gd name="connsiteY4" fmla="*/ 25050 h 26504"/>
                    <a:gd name="connsiteX5" fmla="*/ 300 w 20195"/>
                    <a:gd name="connsiteY5" fmla="*/ 25981 h 26504"/>
                    <a:gd name="connsiteX6" fmla="*/ 7703 w 20195"/>
                    <a:gd name="connsiteY6" fmla="*/ 11618 h 26504"/>
                    <a:gd name="connsiteX7" fmla="*/ 14308 w 20195"/>
                    <a:gd name="connsiteY7" fmla="*/ 2973 h 26504"/>
                    <a:gd name="connsiteX8" fmla="*/ 19052 w 20195"/>
                    <a:gd name="connsiteY8" fmla="*/ 92 h 26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195" h="26504">
                      <a:moveTo>
                        <a:pt x="19052" y="92"/>
                      </a:moveTo>
                      <a:cubicBezTo>
                        <a:pt x="20204" y="579"/>
                        <a:pt x="20514" y="2663"/>
                        <a:pt x="19850" y="5766"/>
                      </a:cubicBezTo>
                      <a:cubicBezTo>
                        <a:pt x="19229" y="8825"/>
                        <a:pt x="17544" y="12815"/>
                        <a:pt x="14796" y="16716"/>
                      </a:cubicBezTo>
                      <a:cubicBezTo>
                        <a:pt x="13422" y="18666"/>
                        <a:pt x="11915" y="20351"/>
                        <a:pt x="10363" y="21725"/>
                      </a:cubicBezTo>
                      <a:cubicBezTo>
                        <a:pt x="8900" y="23188"/>
                        <a:pt x="7260" y="24208"/>
                        <a:pt x="5974" y="25050"/>
                      </a:cubicBezTo>
                      <a:cubicBezTo>
                        <a:pt x="3181" y="26602"/>
                        <a:pt x="1053" y="26912"/>
                        <a:pt x="300" y="25981"/>
                      </a:cubicBezTo>
                      <a:cubicBezTo>
                        <a:pt x="-1163" y="24030"/>
                        <a:pt x="2960" y="18445"/>
                        <a:pt x="7703" y="11618"/>
                      </a:cubicBezTo>
                      <a:cubicBezTo>
                        <a:pt x="10097" y="8204"/>
                        <a:pt x="12402" y="5145"/>
                        <a:pt x="14308" y="2973"/>
                      </a:cubicBezTo>
                      <a:cubicBezTo>
                        <a:pt x="16259" y="845"/>
                        <a:pt x="17943" y="-352"/>
                        <a:pt x="19052" y="92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63" name="Forme libre : forme 24562">
                  <a:extLst>
                    <a:ext uri="{FF2B5EF4-FFF2-40B4-BE49-F238E27FC236}">
                      <a16:creationId xmlns:a16="http://schemas.microsoft.com/office/drawing/2014/main" id="{8FAEAD2F-65D2-46BE-8241-8EDD0212925F}"/>
                    </a:ext>
                  </a:extLst>
                </p:cNvPr>
                <p:cNvSpPr/>
                <p:nvPr/>
              </p:nvSpPr>
              <p:spPr>
                <a:xfrm>
                  <a:off x="6248205" y="1857378"/>
                  <a:ext cx="18557" cy="16471"/>
                </a:xfrm>
                <a:custGeom>
                  <a:avLst/>
                  <a:gdLst>
                    <a:gd name="connsiteX0" fmla="*/ 2908 w 18557"/>
                    <a:gd name="connsiteY0" fmla="*/ 8644 h 16471"/>
                    <a:gd name="connsiteX1" fmla="*/ 337 w 18557"/>
                    <a:gd name="connsiteY1" fmla="*/ 15959 h 16471"/>
                    <a:gd name="connsiteX2" fmla="*/ 6012 w 18557"/>
                    <a:gd name="connsiteY2" fmla="*/ 15028 h 16471"/>
                    <a:gd name="connsiteX3" fmla="*/ 10400 w 18557"/>
                    <a:gd name="connsiteY3" fmla="*/ 11703 h 16471"/>
                    <a:gd name="connsiteX4" fmla="*/ 14833 w 18557"/>
                    <a:gd name="connsiteY4" fmla="*/ 6694 h 16471"/>
                    <a:gd name="connsiteX5" fmla="*/ 18557 w 18557"/>
                    <a:gd name="connsiteY5" fmla="*/ 0 h 16471"/>
                    <a:gd name="connsiteX6" fmla="*/ 16119 w 18557"/>
                    <a:gd name="connsiteY6" fmla="*/ 3413 h 16471"/>
                    <a:gd name="connsiteX7" fmla="*/ 8184 w 18557"/>
                    <a:gd name="connsiteY7" fmla="*/ 9088 h 16471"/>
                    <a:gd name="connsiteX8" fmla="*/ 2908 w 18557"/>
                    <a:gd name="connsiteY8" fmla="*/ 8644 h 16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557" h="16471">
                      <a:moveTo>
                        <a:pt x="2908" y="8644"/>
                      </a:moveTo>
                      <a:cubicBezTo>
                        <a:pt x="736" y="12147"/>
                        <a:pt x="-682" y="14762"/>
                        <a:pt x="337" y="15959"/>
                      </a:cubicBezTo>
                      <a:cubicBezTo>
                        <a:pt x="1091" y="16890"/>
                        <a:pt x="3174" y="16535"/>
                        <a:pt x="6012" y="15028"/>
                      </a:cubicBezTo>
                      <a:cubicBezTo>
                        <a:pt x="7341" y="14186"/>
                        <a:pt x="8982" y="13166"/>
                        <a:pt x="10400" y="11703"/>
                      </a:cubicBezTo>
                      <a:cubicBezTo>
                        <a:pt x="11952" y="10329"/>
                        <a:pt x="13459" y="8600"/>
                        <a:pt x="14833" y="6694"/>
                      </a:cubicBezTo>
                      <a:cubicBezTo>
                        <a:pt x="16429" y="4433"/>
                        <a:pt x="17759" y="2128"/>
                        <a:pt x="18557" y="0"/>
                      </a:cubicBezTo>
                      <a:cubicBezTo>
                        <a:pt x="17892" y="1241"/>
                        <a:pt x="17006" y="2394"/>
                        <a:pt x="16119" y="3413"/>
                      </a:cubicBezTo>
                      <a:cubicBezTo>
                        <a:pt x="13548" y="6206"/>
                        <a:pt x="10622" y="8201"/>
                        <a:pt x="8184" y="9088"/>
                      </a:cubicBezTo>
                      <a:cubicBezTo>
                        <a:pt x="5746" y="10019"/>
                        <a:pt x="3795" y="9797"/>
                        <a:pt x="2908" y="864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64" name="Forme libre : forme 24563">
                  <a:extLst>
                    <a:ext uri="{FF2B5EF4-FFF2-40B4-BE49-F238E27FC236}">
                      <a16:creationId xmlns:a16="http://schemas.microsoft.com/office/drawing/2014/main" id="{6619360A-F55B-487A-9899-93C098091732}"/>
                    </a:ext>
                  </a:extLst>
                </p:cNvPr>
                <p:cNvSpPr/>
                <p:nvPr/>
              </p:nvSpPr>
              <p:spPr>
                <a:xfrm>
                  <a:off x="6250034" y="1846210"/>
                  <a:ext cx="19966" cy="27254"/>
                </a:xfrm>
                <a:custGeom>
                  <a:avLst/>
                  <a:gdLst>
                    <a:gd name="connsiteX0" fmla="*/ 18767 w 19966"/>
                    <a:gd name="connsiteY0" fmla="*/ 85 h 27254"/>
                    <a:gd name="connsiteX1" fmla="*/ 19654 w 19966"/>
                    <a:gd name="connsiteY1" fmla="*/ 5804 h 27254"/>
                    <a:gd name="connsiteX2" fmla="*/ 14778 w 19966"/>
                    <a:gd name="connsiteY2" fmla="*/ 16975 h 27254"/>
                    <a:gd name="connsiteX3" fmla="*/ 10433 w 19966"/>
                    <a:gd name="connsiteY3" fmla="*/ 22162 h 27254"/>
                    <a:gd name="connsiteX4" fmla="*/ 6044 w 19966"/>
                    <a:gd name="connsiteY4" fmla="*/ 25620 h 27254"/>
                    <a:gd name="connsiteX5" fmla="*/ 326 w 19966"/>
                    <a:gd name="connsiteY5" fmla="*/ 26772 h 27254"/>
                    <a:gd name="connsiteX6" fmla="*/ 1656 w 19966"/>
                    <a:gd name="connsiteY6" fmla="*/ 21319 h 27254"/>
                    <a:gd name="connsiteX7" fmla="*/ 4227 w 19966"/>
                    <a:gd name="connsiteY7" fmla="*/ 17019 h 27254"/>
                    <a:gd name="connsiteX8" fmla="*/ 7552 w 19966"/>
                    <a:gd name="connsiteY8" fmla="*/ 12054 h 27254"/>
                    <a:gd name="connsiteX9" fmla="*/ 14024 w 19966"/>
                    <a:gd name="connsiteY9" fmla="*/ 3144 h 27254"/>
                    <a:gd name="connsiteX10" fmla="*/ 18767 w 19966"/>
                    <a:gd name="connsiteY10" fmla="*/ 85 h 27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966" h="27254">
                      <a:moveTo>
                        <a:pt x="18767" y="85"/>
                      </a:moveTo>
                      <a:cubicBezTo>
                        <a:pt x="19876" y="528"/>
                        <a:pt x="20319" y="2701"/>
                        <a:pt x="19654" y="5804"/>
                      </a:cubicBezTo>
                      <a:cubicBezTo>
                        <a:pt x="19078" y="8951"/>
                        <a:pt x="17437" y="12985"/>
                        <a:pt x="14778" y="16975"/>
                      </a:cubicBezTo>
                      <a:cubicBezTo>
                        <a:pt x="13359" y="18926"/>
                        <a:pt x="11985" y="20743"/>
                        <a:pt x="10433" y="22162"/>
                      </a:cubicBezTo>
                      <a:cubicBezTo>
                        <a:pt x="8926" y="23625"/>
                        <a:pt x="7463" y="24822"/>
                        <a:pt x="6044" y="25620"/>
                      </a:cubicBezTo>
                      <a:cubicBezTo>
                        <a:pt x="3340" y="27349"/>
                        <a:pt x="1079" y="27659"/>
                        <a:pt x="326" y="26772"/>
                      </a:cubicBezTo>
                      <a:cubicBezTo>
                        <a:pt x="-472" y="25841"/>
                        <a:pt x="281" y="23935"/>
                        <a:pt x="1656" y="21319"/>
                      </a:cubicBezTo>
                      <a:cubicBezTo>
                        <a:pt x="2409" y="20078"/>
                        <a:pt x="3252" y="18615"/>
                        <a:pt x="4227" y="17019"/>
                      </a:cubicBezTo>
                      <a:cubicBezTo>
                        <a:pt x="5291" y="15512"/>
                        <a:pt x="6310" y="13739"/>
                        <a:pt x="7552" y="12054"/>
                      </a:cubicBezTo>
                      <a:cubicBezTo>
                        <a:pt x="9901" y="8508"/>
                        <a:pt x="12162" y="5405"/>
                        <a:pt x="14024" y="3144"/>
                      </a:cubicBezTo>
                      <a:cubicBezTo>
                        <a:pt x="16019" y="972"/>
                        <a:pt x="17615" y="-358"/>
                        <a:pt x="18767" y="8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65" name="Forme libre : forme 24564">
                  <a:extLst>
                    <a:ext uri="{FF2B5EF4-FFF2-40B4-BE49-F238E27FC236}">
                      <a16:creationId xmlns:a16="http://schemas.microsoft.com/office/drawing/2014/main" id="{CEF57A91-D963-4EA1-8B5E-BF81092B44BA}"/>
                    </a:ext>
                  </a:extLst>
                </p:cNvPr>
                <p:cNvSpPr/>
                <p:nvPr/>
              </p:nvSpPr>
              <p:spPr>
                <a:xfrm>
                  <a:off x="6235295" y="1855027"/>
                  <a:ext cx="35017" cy="29343"/>
                </a:xfrm>
                <a:custGeom>
                  <a:avLst/>
                  <a:gdLst>
                    <a:gd name="connsiteX0" fmla="*/ 1721 w 35017"/>
                    <a:gd name="connsiteY0" fmla="*/ 25847 h 29343"/>
                    <a:gd name="connsiteX1" fmla="*/ 4381 w 35017"/>
                    <a:gd name="connsiteY1" fmla="*/ 29083 h 29343"/>
                    <a:gd name="connsiteX2" fmla="*/ 22113 w 35017"/>
                    <a:gd name="connsiteY2" fmla="*/ 22389 h 29343"/>
                    <a:gd name="connsiteX3" fmla="*/ 33861 w 35017"/>
                    <a:gd name="connsiteY3" fmla="*/ 7184 h 29343"/>
                    <a:gd name="connsiteX4" fmla="*/ 35014 w 35017"/>
                    <a:gd name="connsiteY4" fmla="*/ 1819 h 29343"/>
                    <a:gd name="connsiteX5" fmla="*/ 33374 w 35017"/>
                    <a:gd name="connsiteY5" fmla="*/ 91 h 29343"/>
                    <a:gd name="connsiteX6" fmla="*/ 28630 w 35017"/>
                    <a:gd name="connsiteY6" fmla="*/ 4169 h 29343"/>
                    <a:gd name="connsiteX7" fmla="*/ 16439 w 35017"/>
                    <a:gd name="connsiteY7" fmla="*/ 12104 h 29343"/>
                    <a:gd name="connsiteX8" fmla="*/ 2209 w 35017"/>
                    <a:gd name="connsiteY8" fmla="*/ 17557 h 29343"/>
                    <a:gd name="connsiteX9" fmla="*/ 81 w 35017"/>
                    <a:gd name="connsiteY9" fmla="*/ 22123 h 29343"/>
                    <a:gd name="connsiteX10" fmla="*/ 1721 w 35017"/>
                    <a:gd name="connsiteY10" fmla="*/ 25847 h 29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017" h="29343">
                      <a:moveTo>
                        <a:pt x="1721" y="25847"/>
                      </a:moveTo>
                      <a:cubicBezTo>
                        <a:pt x="2120" y="27133"/>
                        <a:pt x="2519" y="28462"/>
                        <a:pt x="4381" y="29083"/>
                      </a:cubicBezTo>
                      <a:cubicBezTo>
                        <a:pt x="7839" y="30236"/>
                        <a:pt x="15996" y="27487"/>
                        <a:pt x="22113" y="22389"/>
                      </a:cubicBezTo>
                      <a:cubicBezTo>
                        <a:pt x="27256" y="18266"/>
                        <a:pt x="31733" y="12592"/>
                        <a:pt x="33861" y="7184"/>
                      </a:cubicBezTo>
                      <a:cubicBezTo>
                        <a:pt x="34703" y="5189"/>
                        <a:pt x="35058" y="3149"/>
                        <a:pt x="35014" y="1819"/>
                      </a:cubicBezTo>
                      <a:cubicBezTo>
                        <a:pt x="34969" y="445"/>
                        <a:pt x="34437" y="-264"/>
                        <a:pt x="33374" y="91"/>
                      </a:cubicBezTo>
                      <a:cubicBezTo>
                        <a:pt x="31999" y="534"/>
                        <a:pt x="30359" y="2573"/>
                        <a:pt x="28630" y="4169"/>
                      </a:cubicBezTo>
                      <a:cubicBezTo>
                        <a:pt x="24685" y="8070"/>
                        <a:pt x="20340" y="10730"/>
                        <a:pt x="16439" y="12104"/>
                      </a:cubicBezTo>
                      <a:cubicBezTo>
                        <a:pt x="13026" y="13434"/>
                        <a:pt x="6686" y="14144"/>
                        <a:pt x="2209" y="17557"/>
                      </a:cubicBezTo>
                      <a:cubicBezTo>
                        <a:pt x="125" y="19197"/>
                        <a:pt x="-185" y="20704"/>
                        <a:pt x="81" y="22123"/>
                      </a:cubicBezTo>
                      <a:cubicBezTo>
                        <a:pt x="436" y="23675"/>
                        <a:pt x="1411" y="24960"/>
                        <a:pt x="1721" y="2584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66" name="Forme libre : forme 24565">
                  <a:extLst>
                    <a:ext uri="{FF2B5EF4-FFF2-40B4-BE49-F238E27FC236}">
                      <a16:creationId xmlns:a16="http://schemas.microsoft.com/office/drawing/2014/main" id="{87347A66-C87A-474E-9E03-8E05884339E3}"/>
                    </a:ext>
                  </a:extLst>
                </p:cNvPr>
                <p:cNvSpPr/>
                <p:nvPr/>
              </p:nvSpPr>
              <p:spPr>
                <a:xfrm>
                  <a:off x="6240967" y="1864842"/>
                  <a:ext cx="8409" cy="9888"/>
                </a:xfrm>
                <a:custGeom>
                  <a:avLst/>
                  <a:gdLst>
                    <a:gd name="connsiteX0" fmla="*/ 217 w 8409"/>
                    <a:gd name="connsiteY0" fmla="*/ 8495 h 9888"/>
                    <a:gd name="connsiteX1" fmla="*/ 84 w 8409"/>
                    <a:gd name="connsiteY1" fmla="*/ 9648 h 9888"/>
                    <a:gd name="connsiteX2" fmla="*/ 1502 w 8409"/>
                    <a:gd name="connsiteY2" fmla="*/ 9692 h 9888"/>
                    <a:gd name="connsiteX3" fmla="*/ 3364 w 8409"/>
                    <a:gd name="connsiteY3" fmla="*/ 8406 h 9888"/>
                    <a:gd name="connsiteX4" fmla="*/ 7044 w 8409"/>
                    <a:gd name="connsiteY4" fmla="*/ 4328 h 9888"/>
                    <a:gd name="connsiteX5" fmla="*/ 8108 w 8409"/>
                    <a:gd name="connsiteY5" fmla="*/ 2643 h 9888"/>
                    <a:gd name="connsiteX6" fmla="*/ 7975 w 8409"/>
                    <a:gd name="connsiteY6" fmla="*/ 116 h 9888"/>
                    <a:gd name="connsiteX7" fmla="*/ 5049 w 8409"/>
                    <a:gd name="connsiteY7" fmla="*/ 1624 h 9888"/>
                    <a:gd name="connsiteX8" fmla="*/ 217 w 8409"/>
                    <a:gd name="connsiteY8" fmla="*/ 8495 h 9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409" h="9888">
                      <a:moveTo>
                        <a:pt x="217" y="8495"/>
                      </a:moveTo>
                      <a:cubicBezTo>
                        <a:pt x="40" y="8938"/>
                        <a:pt x="-94" y="9382"/>
                        <a:pt x="84" y="9648"/>
                      </a:cubicBezTo>
                      <a:cubicBezTo>
                        <a:pt x="261" y="9913"/>
                        <a:pt x="793" y="10002"/>
                        <a:pt x="1502" y="9692"/>
                      </a:cubicBezTo>
                      <a:cubicBezTo>
                        <a:pt x="2167" y="9426"/>
                        <a:pt x="2832" y="8938"/>
                        <a:pt x="3364" y="8406"/>
                      </a:cubicBezTo>
                      <a:cubicBezTo>
                        <a:pt x="4739" y="7121"/>
                        <a:pt x="6024" y="5791"/>
                        <a:pt x="7044" y="4328"/>
                      </a:cubicBezTo>
                      <a:cubicBezTo>
                        <a:pt x="7487" y="3752"/>
                        <a:pt x="7886" y="3175"/>
                        <a:pt x="8108" y="2643"/>
                      </a:cubicBezTo>
                      <a:cubicBezTo>
                        <a:pt x="8551" y="1491"/>
                        <a:pt x="8507" y="471"/>
                        <a:pt x="7975" y="116"/>
                      </a:cubicBezTo>
                      <a:cubicBezTo>
                        <a:pt x="7398" y="-238"/>
                        <a:pt x="6556" y="205"/>
                        <a:pt x="5049" y="1624"/>
                      </a:cubicBezTo>
                      <a:cubicBezTo>
                        <a:pt x="2832" y="4018"/>
                        <a:pt x="970" y="6677"/>
                        <a:pt x="217" y="849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67" name="Forme libre : forme 24566">
                  <a:extLst>
                    <a:ext uri="{FF2B5EF4-FFF2-40B4-BE49-F238E27FC236}">
                      <a16:creationId xmlns:a16="http://schemas.microsoft.com/office/drawing/2014/main" id="{83BA1424-1CC0-4386-9C52-CD1DEA428BDA}"/>
                    </a:ext>
                  </a:extLst>
                </p:cNvPr>
                <p:cNvSpPr/>
                <p:nvPr/>
              </p:nvSpPr>
              <p:spPr>
                <a:xfrm>
                  <a:off x="6272880" y="1836099"/>
                  <a:ext cx="3893" cy="22874"/>
                </a:xfrm>
                <a:custGeom>
                  <a:avLst/>
                  <a:gdLst>
                    <a:gd name="connsiteX0" fmla="*/ 0 w 3893"/>
                    <a:gd name="connsiteY0" fmla="*/ 0 h 22874"/>
                    <a:gd name="connsiteX1" fmla="*/ 2926 w 3893"/>
                    <a:gd name="connsiteY1" fmla="*/ 3059 h 22874"/>
                    <a:gd name="connsiteX2" fmla="*/ 3857 w 3893"/>
                    <a:gd name="connsiteY2" fmla="*/ 9930 h 22874"/>
                    <a:gd name="connsiteX3" fmla="*/ 576 w 3893"/>
                    <a:gd name="connsiteY3" fmla="*/ 22875 h 22874"/>
                    <a:gd name="connsiteX4" fmla="*/ 2926 w 3893"/>
                    <a:gd name="connsiteY4" fmla="*/ 13521 h 22874"/>
                    <a:gd name="connsiteX5" fmla="*/ 0 w 3893"/>
                    <a:gd name="connsiteY5" fmla="*/ 0 h 22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893" h="22874">
                      <a:moveTo>
                        <a:pt x="0" y="0"/>
                      </a:moveTo>
                      <a:cubicBezTo>
                        <a:pt x="0" y="0"/>
                        <a:pt x="1729" y="133"/>
                        <a:pt x="2926" y="3059"/>
                      </a:cubicBezTo>
                      <a:cubicBezTo>
                        <a:pt x="3546" y="4522"/>
                        <a:pt x="4034" y="6694"/>
                        <a:pt x="3857" y="9930"/>
                      </a:cubicBezTo>
                      <a:cubicBezTo>
                        <a:pt x="3679" y="13166"/>
                        <a:pt x="2881" y="17466"/>
                        <a:pt x="576" y="22875"/>
                      </a:cubicBezTo>
                      <a:cubicBezTo>
                        <a:pt x="576" y="22875"/>
                        <a:pt x="2349" y="18619"/>
                        <a:pt x="2926" y="13521"/>
                      </a:cubicBezTo>
                      <a:cubicBezTo>
                        <a:pt x="3635" y="8467"/>
                        <a:pt x="2881" y="266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68" name="Forme libre : forme 24567">
                  <a:extLst>
                    <a:ext uri="{FF2B5EF4-FFF2-40B4-BE49-F238E27FC236}">
                      <a16:creationId xmlns:a16="http://schemas.microsoft.com/office/drawing/2014/main" id="{E0DB8EE6-15ED-4253-861A-2697FF9AE1A9}"/>
                    </a:ext>
                  </a:extLst>
                </p:cNvPr>
                <p:cNvSpPr/>
                <p:nvPr/>
              </p:nvSpPr>
              <p:spPr>
                <a:xfrm>
                  <a:off x="6227618" y="1864737"/>
                  <a:ext cx="13609" cy="15161"/>
                </a:xfrm>
                <a:custGeom>
                  <a:avLst/>
                  <a:gdLst>
                    <a:gd name="connsiteX0" fmla="*/ 13610 w 13609"/>
                    <a:gd name="connsiteY0" fmla="*/ 0 h 15161"/>
                    <a:gd name="connsiteX1" fmla="*/ 11703 w 13609"/>
                    <a:gd name="connsiteY1" fmla="*/ 1640 h 15161"/>
                    <a:gd name="connsiteX2" fmla="*/ 7448 w 13609"/>
                    <a:gd name="connsiteY2" fmla="*/ 5320 h 15161"/>
                    <a:gd name="connsiteX3" fmla="*/ 5054 w 13609"/>
                    <a:gd name="connsiteY3" fmla="*/ 7492 h 15161"/>
                    <a:gd name="connsiteX4" fmla="*/ 2793 w 13609"/>
                    <a:gd name="connsiteY4" fmla="*/ 9797 h 15161"/>
                    <a:gd name="connsiteX5" fmla="*/ 0 w 13609"/>
                    <a:gd name="connsiteY5" fmla="*/ 15161 h 15161"/>
                    <a:gd name="connsiteX6" fmla="*/ 665 w 13609"/>
                    <a:gd name="connsiteY6" fmla="*/ 13920 h 15161"/>
                    <a:gd name="connsiteX7" fmla="*/ 2970 w 13609"/>
                    <a:gd name="connsiteY7" fmla="*/ 10772 h 15161"/>
                    <a:gd name="connsiteX8" fmla="*/ 7182 w 13609"/>
                    <a:gd name="connsiteY8" fmla="*/ 6251 h 15161"/>
                    <a:gd name="connsiteX9" fmla="*/ 13610 w 13609"/>
                    <a:gd name="connsiteY9" fmla="*/ 0 h 15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609" h="15161">
                      <a:moveTo>
                        <a:pt x="13610" y="0"/>
                      </a:moveTo>
                      <a:cubicBezTo>
                        <a:pt x="13610" y="0"/>
                        <a:pt x="12812" y="576"/>
                        <a:pt x="11703" y="1640"/>
                      </a:cubicBezTo>
                      <a:cubicBezTo>
                        <a:pt x="10551" y="2616"/>
                        <a:pt x="9043" y="3990"/>
                        <a:pt x="7448" y="5320"/>
                      </a:cubicBezTo>
                      <a:cubicBezTo>
                        <a:pt x="6738" y="5940"/>
                        <a:pt x="5940" y="6650"/>
                        <a:pt x="5054" y="7492"/>
                      </a:cubicBezTo>
                      <a:cubicBezTo>
                        <a:pt x="4256" y="8290"/>
                        <a:pt x="3502" y="9043"/>
                        <a:pt x="2793" y="9797"/>
                      </a:cubicBezTo>
                      <a:cubicBezTo>
                        <a:pt x="1419" y="11437"/>
                        <a:pt x="222" y="13078"/>
                        <a:pt x="0" y="15161"/>
                      </a:cubicBezTo>
                      <a:cubicBezTo>
                        <a:pt x="0" y="15161"/>
                        <a:pt x="177" y="14674"/>
                        <a:pt x="665" y="13920"/>
                      </a:cubicBezTo>
                      <a:cubicBezTo>
                        <a:pt x="1153" y="13211"/>
                        <a:pt x="1906" y="12102"/>
                        <a:pt x="2970" y="10772"/>
                      </a:cubicBezTo>
                      <a:cubicBezTo>
                        <a:pt x="4078" y="9531"/>
                        <a:pt x="5453" y="7980"/>
                        <a:pt x="7182" y="6251"/>
                      </a:cubicBezTo>
                      <a:cubicBezTo>
                        <a:pt x="8911" y="4477"/>
                        <a:pt x="10994" y="2483"/>
                        <a:pt x="136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69" name="Forme libre : forme 24568">
                  <a:extLst>
                    <a:ext uri="{FF2B5EF4-FFF2-40B4-BE49-F238E27FC236}">
                      <a16:creationId xmlns:a16="http://schemas.microsoft.com/office/drawing/2014/main" id="{EA5F1181-07D2-42BB-9EE7-38A56284993F}"/>
                    </a:ext>
                  </a:extLst>
                </p:cNvPr>
                <p:cNvSpPr/>
                <p:nvPr/>
              </p:nvSpPr>
              <p:spPr>
                <a:xfrm>
                  <a:off x="6255799" y="1852883"/>
                  <a:ext cx="7551" cy="9477"/>
                </a:xfrm>
                <a:custGeom>
                  <a:avLst/>
                  <a:gdLst>
                    <a:gd name="connsiteX0" fmla="*/ 7505 w 7551"/>
                    <a:gd name="connsiteY0" fmla="*/ 284 h 9477"/>
                    <a:gd name="connsiteX1" fmla="*/ 4358 w 7551"/>
                    <a:gd name="connsiteY1" fmla="*/ 6623 h 9477"/>
                    <a:gd name="connsiteX2" fmla="*/ 1432 w 7551"/>
                    <a:gd name="connsiteY2" fmla="*/ 9150 h 9477"/>
                    <a:gd name="connsiteX3" fmla="*/ 13 w 7551"/>
                    <a:gd name="connsiteY3" fmla="*/ 9106 h 9477"/>
                    <a:gd name="connsiteX4" fmla="*/ 3427 w 7551"/>
                    <a:gd name="connsiteY4" fmla="*/ 3165 h 9477"/>
                    <a:gd name="connsiteX5" fmla="*/ 6086 w 7551"/>
                    <a:gd name="connsiteY5" fmla="*/ 461 h 9477"/>
                    <a:gd name="connsiteX6" fmla="*/ 7505 w 7551"/>
                    <a:gd name="connsiteY6" fmla="*/ 284 h 9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51" h="9477">
                      <a:moveTo>
                        <a:pt x="7505" y="284"/>
                      </a:moveTo>
                      <a:cubicBezTo>
                        <a:pt x="7815" y="1215"/>
                        <a:pt x="6530" y="4185"/>
                        <a:pt x="4358" y="6623"/>
                      </a:cubicBezTo>
                      <a:cubicBezTo>
                        <a:pt x="3338" y="7864"/>
                        <a:pt x="2185" y="8707"/>
                        <a:pt x="1432" y="9150"/>
                      </a:cubicBezTo>
                      <a:cubicBezTo>
                        <a:pt x="634" y="9593"/>
                        <a:pt x="102" y="9593"/>
                        <a:pt x="13" y="9106"/>
                      </a:cubicBezTo>
                      <a:cubicBezTo>
                        <a:pt x="-164" y="8130"/>
                        <a:pt x="1476" y="5604"/>
                        <a:pt x="3427" y="3165"/>
                      </a:cubicBezTo>
                      <a:cubicBezTo>
                        <a:pt x="4491" y="1968"/>
                        <a:pt x="5333" y="993"/>
                        <a:pt x="6086" y="461"/>
                      </a:cubicBezTo>
                      <a:cubicBezTo>
                        <a:pt x="6796" y="-71"/>
                        <a:pt x="7328" y="-160"/>
                        <a:pt x="7505" y="28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70" name="Forme libre : forme 24569">
                  <a:extLst>
                    <a:ext uri="{FF2B5EF4-FFF2-40B4-BE49-F238E27FC236}">
                      <a16:creationId xmlns:a16="http://schemas.microsoft.com/office/drawing/2014/main" id="{FB771653-3602-4A77-BDE7-E7DDC647E41A}"/>
                    </a:ext>
                  </a:extLst>
                </p:cNvPr>
                <p:cNvSpPr/>
                <p:nvPr/>
              </p:nvSpPr>
              <p:spPr>
                <a:xfrm>
                  <a:off x="6262025" y="1851492"/>
                  <a:ext cx="1919" cy="2937"/>
                </a:xfrm>
                <a:custGeom>
                  <a:avLst/>
                  <a:gdLst>
                    <a:gd name="connsiteX0" fmla="*/ 1723 w 1919"/>
                    <a:gd name="connsiteY0" fmla="*/ 34 h 2937"/>
                    <a:gd name="connsiteX1" fmla="*/ 1501 w 1919"/>
                    <a:gd name="connsiteY1" fmla="*/ 1763 h 2937"/>
                    <a:gd name="connsiteX2" fmla="*/ 171 w 1919"/>
                    <a:gd name="connsiteY2" fmla="*/ 2916 h 2937"/>
                    <a:gd name="connsiteX3" fmla="*/ 393 w 1919"/>
                    <a:gd name="connsiteY3" fmla="*/ 1187 h 2937"/>
                    <a:gd name="connsiteX4" fmla="*/ 1723 w 1919"/>
                    <a:gd name="connsiteY4" fmla="*/ 34 h 2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9" h="2937">
                      <a:moveTo>
                        <a:pt x="1723" y="34"/>
                      </a:moveTo>
                      <a:cubicBezTo>
                        <a:pt x="2033" y="167"/>
                        <a:pt x="1989" y="1009"/>
                        <a:pt x="1501" y="1763"/>
                      </a:cubicBezTo>
                      <a:cubicBezTo>
                        <a:pt x="1058" y="2561"/>
                        <a:pt x="437" y="3049"/>
                        <a:pt x="171" y="2916"/>
                      </a:cubicBezTo>
                      <a:cubicBezTo>
                        <a:pt x="-139" y="2738"/>
                        <a:pt x="-6" y="1985"/>
                        <a:pt x="393" y="1187"/>
                      </a:cubicBezTo>
                      <a:cubicBezTo>
                        <a:pt x="881" y="389"/>
                        <a:pt x="1413" y="-143"/>
                        <a:pt x="1723" y="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71" name="Forme libre : forme 24570">
                  <a:extLst>
                    <a:ext uri="{FF2B5EF4-FFF2-40B4-BE49-F238E27FC236}">
                      <a16:creationId xmlns:a16="http://schemas.microsoft.com/office/drawing/2014/main" id="{FB95764A-CA4A-41E7-92D4-54169C9FC522}"/>
                    </a:ext>
                  </a:extLst>
                </p:cNvPr>
                <p:cNvSpPr/>
                <p:nvPr/>
              </p:nvSpPr>
              <p:spPr>
                <a:xfrm>
                  <a:off x="6250537" y="1838024"/>
                  <a:ext cx="20099" cy="20460"/>
                </a:xfrm>
                <a:custGeom>
                  <a:avLst/>
                  <a:gdLst>
                    <a:gd name="connsiteX0" fmla="*/ 13078 w 20099"/>
                    <a:gd name="connsiteY0" fmla="*/ 1001 h 20460"/>
                    <a:gd name="connsiteX1" fmla="*/ 19018 w 20099"/>
                    <a:gd name="connsiteY1" fmla="*/ 425 h 20460"/>
                    <a:gd name="connsiteX2" fmla="*/ 19949 w 20099"/>
                    <a:gd name="connsiteY2" fmla="*/ 3173 h 20460"/>
                    <a:gd name="connsiteX3" fmla="*/ 17732 w 20099"/>
                    <a:gd name="connsiteY3" fmla="*/ 6232 h 20460"/>
                    <a:gd name="connsiteX4" fmla="*/ 10240 w 20099"/>
                    <a:gd name="connsiteY4" fmla="*/ 10754 h 20460"/>
                    <a:gd name="connsiteX5" fmla="*/ 4611 w 20099"/>
                    <a:gd name="connsiteY5" fmla="*/ 17403 h 20460"/>
                    <a:gd name="connsiteX6" fmla="*/ 1374 w 20099"/>
                    <a:gd name="connsiteY6" fmla="*/ 20107 h 20460"/>
                    <a:gd name="connsiteX7" fmla="*/ 0 w 20099"/>
                    <a:gd name="connsiteY7" fmla="*/ 19842 h 20460"/>
                    <a:gd name="connsiteX8" fmla="*/ 3414 w 20099"/>
                    <a:gd name="connsiteY8" fmla="*/ 12882 h 20460"/>
                    <a:gd name="connsiteX9" fmla="*/ 7847 w 20099"/>
                    <a:gd name="connsiteY9" fmla="*/ 5966 h 20460"/>
                    <a:gd name="connsiteX10" fmla="*/ 13078 w 20099"/>
                    <a:gd name="connsiteY10" fmla="*/ 1001 h 2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099" h="20460">
                      <a:moveTo>
                        <a:pt x="13078" y="1001"/>
                      </a:moveTo>
                      <a:cubicBezTo>
                        <a:pt x="15294" y="-240"/>
                        <a:pt x="17200" y="-196"/>
                        <a:pt x="19018" y="425"/>
                      </a:cubicBezTo>
                      <a:cubicBezTo>
                        <a:pt x="19639" y="646"/>
                        <a:pt x="20437" y="1444"/>
                        <a:pt x="19949" y="3173"/>
                      </a:cubicBezTo>
                      <a:cubicBezTo>
                        <a:pt x="19506" y="4769"/>
                        <a:pt x="18486" y="5789"/>
                        <a:pt x="17732" y="6232"/>
                      </a:cubicBezTo>
                      <a:cubicBezTo>
                        <a:pt x="15205" y="7606"/>
                        <a:pt x="13033" y="8005"/>
                        <a:pt x="10240" y="10754"/>
                      </a:cubicBezTo>
                      <a:cubicBezTo>
                        <a:pt x="9398" y="11640"/>
                        <a:pt x="7093" y="15009"/>
                        <a:pt x="4611" y="17403"/>
                      </a:cubicBezTo>
                      <a:cubicBezTo>
                        <a:pt x="3458" y="18645"/>
                        <a:pt x="2217" y="19576"/>
                        <a:pt x="1374" y="20107"/>
                      </a:cubicBezTo>
                      <a:cubicBezTo>
                        <a:pt x="532" y="20595"/>
                        <a:pt x="0" y="20639"/>
                        <a:pt x="0" y="19842"/>
                      </a:cubicBezTo>
                      <a:cubicBezTo>
                        <a:pt x="89" y="18290"/>
                        <a:pt x="1729" y="15674"/>
                        <a:pt x="3414" y="12882"/>
                      </a:cubicBezTo>
                      <a:cubicBezTo>
                        <a:pt x="5098" y="10133"/>
                        <a:pt x="6871" y="7252"/>
                        <a:pt x="7847" y="5966"/>
                      </a:cubicBezTo>
                      <a:cubicBezTo>
                        <a:pt x="9620" y="3661"/>
                        <a:pt x="11437" y="1932"/>
                        <a:pt x="13078" y="100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67" name="Graphique 2">
                <a:extLst>
                  <a:ext uri="{FF2B5EF4-FFF2-40B4-BE49-F238E27FC236}">
                    <a16:creationId xmlns:a16="http://schemas.microsoft.com/office/drawing/2014/main" id="{61535FBE-AEEC-420C-B706-30799C7CC8EE}"/>
                  </a:ext>
                </a:extLst>
              </p:cNvPr>
              <p:cNvGrpSpPr/>
              <p:nvPr/>
            </p:nvGrpSpPr>
            <p:grpSpPr>
              <a:xfrm>
                <a:off x="6248184" y="1765691"/>
                <a:ext cx="36343" cy="68483"/>
                <a:chOff x="6248184" y="1765691"/>
                <a:chExt cx="36343" cy="68483"/>
              </a:xfrm>
              <a:solidFill>
                <a:schemeClr val="accent1"/>
              </a:solidFill>
            </p:grpSpPr>
            <p:sp>
              <p:nvSpPr>
                <p:cNvPr id="24548" name="Forme libre : forme 24547">
                  <a:extLst>
                    <a:ext uri="{FF2B5EF4-FFF2-40B4-BE49-F238E27FC236}">
                      <a16:creationId xmlns:a16="http://schemas.microsoft.com/office/drawing/2014/main" id="{668C6FC8-823D-4160-A248-7E562BD07345}"/>
                    </a:ext>
                  </a:extLst>
                </p:cNvPr>
                <p:cNvSpPr/>
                <p:nvPr/>
              </p:nvSpPr>
              <p:spPr>
                <a:xfrm>
                  <a:off x="6248184" y="1765691"/>
                  <a:ext cx="36343" cy="68483"/>
                </a:xfrm>
                <a:custGeom>
                  <a:avLst/>
                  <a:gdLst>
                    <a:gd name="connsiteX0" fmla="*/ 27622 w 36343"/>
                    <a:gd name="connsiteY0" fmla="*/ 15261 h 68483"/>
                    <a:gd name="connsiteX1" fmla="*/ 36222 w 36343"/>
                    <a:gd name="connsiteY1" fmla="*/ 44741 h 68483"/>
                    <a:gd name="connsiteX2" fmla="*/ 35735 w 36343"/>
                    <a:gd name="connsiteY2" fmla="*/ 54716 h 68483"/>
                    <a:gd name="connsiteX3" fmla="*/ 33252 w 36343"/>
                    <a:gd name="connsiteY3" fmla="*/ 62518 h 68483"/>
                    <a:gd name="connsiteX4" fmla="*/ 26115 w 36343"/>
                    <a:gd name="connsiteY4" fmla="*/ 68414 h 68483"/>
                    <a:gd name="connsiteX5" fmla="*/ 19820 w 36343"/>
                    <a:gd name="connsiteY5" fmla="*/ 67040 h 68483"/>
                    <a:gd name="connsiteX6" fmla="*/ 14944 w 36343"/>
                    <a:gd name="connsiteY6" fmla="*/ 60124 h 68483"/>
                    <a:gd name="connsiteX7" fmla="*/ 13569 w 36343"/>
                    <a:gd name="connsiteY7" fmla="*/ 53918 h 68483"/>
                    <a:gd name="connsiteX8" fmla="*/ 12683 w 36343"/>
                    <a:gd name="connsiteY8" fmla="*/ 46736 h 68483"/>
                    <a:gd name="connsiteX9" fmla="*/ 6609 w 36343"/>
                    <a:gd name="connsiteY9" fmla="*/ 26654 h 68483"/>
                    <a:gd name="connsiteX10" fmla="*/ 4925 w 36343"/>
                    <a:gd name="connsiteY10" fmla="*/ 23507 h 68483"/>
                    <a:gd name="connsiteX11" fmla="*/ 3417 w 36343"/>
                    <a:gd name="connsiteY11" fmla="*/ 20492 h 68483"/>
                    <a:gd name="connsiteX12" fmla="*/ 1068 w 36343"/>
                    <a:gd name="connsiteY12" fmla="*/ 14862 h 68483"/>
                    <a:gd name="connsiteX13" fmla="*/ 4 w 36343"/>
                    <a:gd name="connsiteY13" fmla="*/ 10030 h 68483"/>
                    <a:gd name="connsiteX14" fmla="*/ 1068 w 36343"/>
                    <a:gd name="connsiteY14" fmla="*/ 6395 h 68483"/>
                    <a:gd name="connsiteX15" fmla="*/ 5368 w 36343"/>
                    <a:gd name="connsiteY15" fmla="*/ 1297 h 68483"/>
                    <a:gd name="connsiteX16" fmla="*/ 9003 w 36343"/>
                    <a:gd name="connsiteY16" fmla="*/ 11 h 68483"/>
                    <a:gd name="connsiteX17" fmla="*/ 14811 w 36343"/>
                    <a:gd name="connsiteY17" fmla="*/ 1784 h 68483"/>
                    <a:gd name="connsiteX18" fmla="*/ 21549 w 36343"/>
                    <a:gd name="connsiteY18" fmla="*/ 6882 h 68483"/>
                    <a:gd name="connsiteX19" fmla="*/ 24785 w 36343"/>
                    <a:gd name="connsiteY19" fmla="*/ 10695 h 68483"/>
                    <a:gd name="connsiteX20" fmla="*/ 27622 w 36343"/>
                    <a:gd name="connsiteY20" fmla="*/ 15261 h 68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6343" h="68483">
                      <a:moveTo>
                        <a:pt x="27622" y="15261"/>
                      </a:moveTo>
                      <a:cubicBezTo>
                        <a:pt x="32632" y="24438"/>
                        <a:pt x="35380" y="34634"/>
                        <a:pt x="36222" y="44741"/>
                      </a:cubicBezTo>
                      <a:cubicBezTo>
                        <a:pt x="36488" y="48288"/>
                        <a:pt x="36311" y="51701"/>
                        <a:pt x="35735" y="54716"/>
                      </a:cubicBezTo>
                      <a:cubicBezTo>
                        <a:pt x="35203" y="57730"/>
                        <a:pt x="34272" y="60390"/>
                        <a:pt x="33252" y="62518"/>
                      </a:cubicBezTo>
                      <a:cubicBezTo>
                        <a:pt x="31124" y="66818"/>
                        <a:pt x="28376" y="68901"/>
                        <a:pt x="26115" y="68414"/>
                      </a:cubicBezTo>
                      <a:lnTo>
                        <a:pt x="19820" y="67040"/>
                      </a:lnTo>
                      <a:cubicBezTo>
                        <a:pt x="17515" y="66552"/>
                        <a:pt x="16008" y="63803"/>
                        <a:pt x="14944" y="60124"/>
                      </a:cubicBezTo>
                      <a:cubicBezTo>
                        <a:pt x="14412" y="58262"/>
                        <a:pt x="13968" y="56178"/>
                        <a:pt x="13569" y="53918"/>
                      </a:cubicBezTo>
                      <a:cubicBezTo>
                        <a:pt x="13215" y="51657"/>
                        <a:pt x="12860" y="49263"/>
                        <a:pt x="12683" y="46736"/>
                      </a:cubicBezTo>
                      <a:cubicBezTo>
                        <a:pt x="11974" y="39599"/>
                        <a:pt x="10023" y="32683"/>
                        <a:pt x="6609" y="26654"/>
                      </a:cubicBezTo>
                      <a:cubicBezTo>
                        <a:pt x="6077" y="25546"/>
                        <a:pt x="5501" y="24526"/>
                        <a:pt x="4925" y="23507"/>
                      </a:cubicBezTo>
                      <a:cubicBezTo>
                        <a:pt x="4393" y="22487"/>
                        <a:pt x="3949" y="21423"/>
                        <a:pt x="3417" y="20492"/>
                      </a:cubicBezTo>
                      <a:cubicBezTo>
                        <a:pt x="2487" y="18497"/>
                        <a:pt x="1689" y="16635"/>
                        <a:pt x="1068" y="14862"/>
                      </a:cubicBezTo>
                      <a:cubicBezTo>
                        <a:pt x="536" y="13044"/>
                        <a:pt x="49" y="11493"/>
                        <a:pt x="4" y="10030"/>
                      </a:cubicBezTo>
                      <a:cubicBezTo>
                        <a:pt x="-40" y="8567"/>
                        <a:pt x="270" y="7326"/>
                        <a:pt x="1068" y="6395"/>
                      </a:cubicBezTo>
                      <a:lnTo>
                        <a:pt x="5368" y="1297"/>
                      </a:lnTo>
                      <a:cubicBezTo>
                        <a:pt x="6166" y="366"/>
                        <a:pt x="7363" y="-78"/>
                        <a:pt x="9003" y="11"/>
                      </a:cubicBezTo>
                      <a:cubicBezTo>
                        <a:pt x="10599" y="100"/>
                        <a:pt x="12683" y="543"/>
                        <a:pt x="14811" y="1784"/>
                      </a:cubicBezTo>
                      <a:cubicBezTo>
                        <a:pt x="16983" y="2893"/>
                        <a:pt x="19332" y="4622"/>
                        <a:pt x="21549" y="6882"/>
                      </a:cubicBezTo>
                      <a:cubicBezTo>
                        <a:pt x="22746" y="7991"/>
                        <a:pt x="23765" y="9276"/>
                        <a:pt x="24785" y="10695"/>
                      </a:cubicBezTo>
                      <a:cubicBezTo>
                        <a:pt x="25805" y="12113"/>
                        <a:pt x="26780" y="13621"/>
                        <a:pt x="27622" y="1526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49" name="Forme libre : forme 24548">
                  <a:extLst>
                    <a:ext uri="{FF2B5EF4-FFF2-40B4-BE49-F238E27FC236}">
                      <a16:creationId xmlns:a16="http://schemas.microsoft.com/office/drawing/2014/main" id="{D76B8DFC-E2E8-4625-81E5-5474A3885EF1}"/>
                    </a:ext>
                  </a:extLst>
                </p:cNvPr>
                <p:cNvSpPr/>
                <p:nvPr/>
              </p:nvSpPr>
              <p:spPr>
                <a:xfrm>
                  <a:off x="6253374" y="1765743"/>
                  <a:ext cx="31152" cy="68430"/>
                </a:xfrm>
                <a:custGeom>
                  <a:avLst/>
                  <a:gdLst>
                    <a:gd name="connsiteX0" fmla="*/ 22697 w 31152"/>
                    <a:gd name="connsiteY0" fmla="*/ 40478 h 68430"/>
                    <a:gd name="connsiteX1" fmla="*/ 23229 w 31152"/>
                    <a:gd name="connsiteY1" fmla="*/ 56392 h 68430"/>
                    <a:gd name="connsiteX2" fmla="*/ 18220 w 31152"/>
                    <a:gd name="connsiteY2" fmla="*/ 67785 h 68430"/>
                    <a:gd name="connsiteX3" fmla="*/ 20924 w 31152"/>
                    <a:gd name="connsiteY3" fmla="*/ 68362 h 68430"/>
                    <a:gd name="connsiteX4" fmla="*/ 28062 w 31152"/>
                    <a:gd name="connsiteY4" fmla="*/ 62466 h 68430"/>
                    <a:gd name="connsiteX5" fmla="*/ 30544 w 31152"/>
                    <a:gd name="connsiteY5" fmla="*/ 54663 h 68430"/>
                    <a:gd name="connsiteX6" fmla="*/ 31032 w 31152"/>
                    <a:gd name="connsiteY6" fmla="*/ 44689 h 68430"/>
                    <a:gd name="connsiteX7" fmla="*/ 22431 w 31152"/>
                    <a:gd name="connsiteY7" fmla="*/ 15209 h 68430"/>
                    <a:gd name="connsiteX8" fmla="*/ 19550 w 31152"/>
                    <a:gd name="connsiteY8" fmla="*/ 10687 h 68430"/>
                    <a:gd name="connsiteX9" fmla="*/ 16314 w 31152"/>
                    <a:gd name="connsiteY9" fmla="*/ 6875 h 68430"/>
                    <a:gd name="connsiteX10" fmla="*/ 9575 w 31152"/>
                    <a:gd name="connsiteY10" fmla="*/ 1777 h 68430"/>
                    <a:gd name="connsiteX11" fmla="*/ 3768 w 31152"/>
                    <a:gd name="connsiteY11" fmla="*/ 3 h 68430"/>
                    <a:gd name="connsiteX12" fmla="*/ 133 w 31152"/>
                    <a:gd name="connsiteY12" fmla="*/ 1289 h 68430"/>
                    <a:gd name="connsiteX13" fmla="*/ 0 w 31152"/>
                    <a:gd name="connsiteY13" fmla="*/ 1466 h 68430"/>
                    <a:gd name="connsiteX14" fmla="*/ 8201 w 31152"/>
                    <a:gd name="connsiteY14" fmla="*/ 9623 h 68430"/>
                    <a:gd name="connsiteX15" fmla="*/ 14585 w 31152"/>
                    <a:gd name="connsiteY15" fmla="*/ 19110 h 68430"/>
                    <a:gd name="connsiteX16" fmla="*/ 17112 w 31152"/>
                    <a:gd name="connsiteY16" fmla="*/ 24208 h 68430"/>
                    <a:gd name="connsiteX17" fmla="*/ 19284 w 31152"/>
                    <a:gd name="connsiteY17" fmla="*/ 29483 h 68430"/>
                    <a:gd name="connsiteX18" fmla="*/ 22697 w 31152"/>
                    <a:gd name="connsiteY18" fmla="*/ 40478 h 68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1152" h="68430">
                      <a:moveTo>
                        <a:pt x="22697" y="40478"/>
                      </a:moveTo>
                      <a:cubicBezTo>
                        <a:pt x="24027" y="45842"/>
                        <a:pt x="24116" y="51516"/>
                        <a:pt x="23229" y="56392"/>
                      </a:cubicBezTo>
                      <a:cubicBezTo>
                        <a:pt x="22254" y="61269"/>
                        <a:pt x="20437" y="65347"/>
                        <a:pt x="18220" y="67785"/>
                      </a:cubicBezTo>
                      <a:lnTo>
                        <a:pt x="20924" y="68362"/>
                      </a:lnTo>
                      <a:cubicBezTo>
                        <a:pt x="23185" y="68849"/>
                        <a:pt x="25934" y="66721"/>
                        <a:pt x="28062" y="62466"/>
                      </a:cubicBezTo>
                      <a:cubicBezTo>
                        <a:pt x="29125" y="60338"/>
                        <a:pt x="30012" y="57678"/>
                        <a:pt x="30544" y="54663"/>
                      </a:cubicBezTo>
                      <a:cubicBezTo>
                        <a:pt x="31120" y="51649"/>
                        <a:pt x="31298" y="48235"/>
                        <a:pt x="31032" y="44689"/>
                      </a:cubicBezTo>
                      <a:cubicBezTo>
                        <a:pt x="30145" y="34581"/>
                        <a:pt x="27441" y="24385"/>
                        <a:pt x="22431" y="15209"/>
                      </a:cubicBezTo>
                      <a:cubicBezTo>
                        <a:pt x="21589" y="13569"/>
                        <a:pt x="20614" y="12061"/>
                        <a:pt x="19550" y="10687"/>
                      </a:cubicBezTo>
                      <a:cubicBezTo>
                        <a:pt x="18530" y="9313"/>
                        <a:pt x="17511" y="7983"/>
                        <a:pt x="16314" y="6875"/>
                      </a:cubicBezTo>
                      <a:cubicBezTo>
                        <a:pt x="14097" y="4569"/>
                        <a:pt x="11748" y="2885"/>
                        <a:pt x="9575" y="1777"/>
                      </a:cubicBezTo>
                      <a:cubicBezTo>
                        <a:pt x="7492" y="580"/>
                        <a:pt x="5364" y="92"/>
                        <a:pt x="3768" y="3"/>
                      </a:cubicBezTo>
                      <a:cubicBezTo>
                        <a:pt x="2128" y="-41"/>
                        <a:pt x="931" y="358"/>
                        <a:pt x="133" y="1289"/>
                      </a:cubicBezTo>
                      <a:lnTo>
                        <a:pt x="0" y="1466"/>
                      </a:lnTo>
                      <a:cubicBezTo>
                        <a:pt x="3014" y="3949"/>
                        <a:pt x="5763" y="6653"/>
                        <a:pt x="8201" y="9623"/>
                      </a:cubicBezTo>
                      <a:cubicBezTo>
                        <a:pt x="10595" y="12593"/>
                        <a:pt x="12767" y="15785"/>
                        <a:pt x="14585" y="19110"/>
                      </a:cubicBezTo>
                      <a:cubicBezTo>
                        <a:pt x="15516" y="20750"/>
                        <a:pt x="16403" y="22435"/>
                        <a:pt x="17112" y="24208"/>
                      </a:cubicBezTo>
                      <a:cubicBezTo>
                        <a:pt x="17954" y="25937"/>
                        <a:pt x="18619" y="27710"/>
                        <a:pt x="19284" y="29483"/>
                      </a:cubicBezTo>
                      <a:cubicBezTo>
                        <a:pt x="20658" y="33074"/>
                        <a:pt x="21678" y="36754"/>
                        <a:pt x="22697" y="40478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50" name="Forme libre : forme 24549">
                  <a:extLst>
                    <a:ext uri="{FF2B5EF4-FFF2-40B4-BE49-F238E27FC236}">
                      <a16:creationId xmlns:a16="http://schemas.microsoft.com/office/drawing/2014/main" id="{F2A7C40F-B723-4F23-BC91-DAC0E862CF09}"/>
                    </a:ext>
                  </a:extLst>
                </p:cNvPr>
                <p:cNvSpPr/>
                <p:nvPr/>
              </p:nvSpPr>
              <p:spPr>
                <a:xfrm>
                  <a:off x="6260932" y="1779573"/>
                  <a:ext cx="14554" cy="30112"/>
                </a:xfrm>
                <a:custGeom>
                  <a:avLst/>
                  <a:gdLst>
                    <a:gd name="connsiteX0" fmla="*/ 732 w 14554"/>
                    <a:gd name="connsiteY0" fmla="*/ 270 h 30112"/>
                    <a:gd name="connsiteX1" fmla="*/ 6096 w 14554"/>
                    <a:gd name="connsiteY1" fmla="*/ 2531 h 30112"/>
                    <a:gd name="connsiteX2" fmla="*/ 12568 w 14554"/>
                    <a:gd name="connsiteY2" fmla="*/ 12860 h 30112"/>
                    <a:gd name="connsiteX3" fmla="*/ 14474 w 14554"/>
                    <a:gd name="connsiteY3" fmla="*/ 24874 h 30112"/>
                    <a:gd name="connsiteX4" fmla="*/ 12036 w 14554"/>
                    <a:gd name="connsiteY4" fmla="*/ 30105 h 30112"/>
                    <a:gd name="connsiteX5" fmla="*/ 8224 w 14554"/>
                    <a:gd name="connsiteY5" fmla="*/ 25983 h 30112"/>
                    <a:gd name="connsiteX6" fmla="*/ 4101 w 14554"/>
                    <a:gd name="connsiteY6" fmla="*/ 16008 h 30112"/>
                    <a:gd name="connsiteX7" fmla="*/ 599 w 14554"/>
                    <a:gd name="connsiteY7" fmla="*/ 5856 h 30112"/>
                    <a:gd name="connsiteX8" fmla="*/ 732 w 14554"/>
                    <a:gd name="connsiteY8" fmla="*/ 270 h 30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554" h="30112">
                      <a:moveTo>
                        <a:pt x="732" y="270"/>
                      </a:moveTo>
                      <a:cubicBezTo>
                        <a:pt x="1796" y="-483"/>
                        <a:pt x="3702" y="359"/>
                        <a:pt x="6096" y="2531"/>
                      </a:cubicBezTo>
                      <a:cubicBezTo>
                        <a:pt x="8401" y="4704"/>
                        <a:pt x="10884" y="8383"/>
                        <a:pt x="12568" y="12860"/>
                      </a:cubicBezTo>
                      <a:cubicBezTo>
                        <a:pt x="14208" y="17382"/>
                        <a:pt x="14785" y="21727"/>
                        <a:pt x="14474" y="24874"/>
                      </a:cubicBezTo>
                      <a:cubicBezTo>
                        <a:pt x="14297" y="28022"/>
                        <a:pt x="13233" y="30017"/>
                        <a:pt x="12036" y="30105"/>
                      </a:cubicBezTo>
                      <a:cubicBezTo>
                        <a:pt x="10751" y="30238"/>
                        <a:pt x="9598" y="28554"/>
                        <a:pt x="8224" y="25983"/>
                      </a:cubicBezTo>
                      <a:cubicBezTo>
                        <a:pt x="6983" y="23367"/>
                        <a:pt x="5564" y="19865"/>
                        <a:pt x="4101" y="16008"/>
                      </a:cubicBezTo>
                      <a:cubicBezTo>
                        <a:pt x="2638" y="12151"/>
                        <a:pt x="1353" y="8649"/>
                        <a:pt x="599" y="5856"/>
                      </a:cubicBezTo>
                      <a:cubicBezTo>
                        <a:pt x="-199" y="3152"/>
                        <a:pt x="-243" y="980"/>
                        <a:pt x="732" y="27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51" name="Forme libre : forme 24550">
                  <a:extLst>
                    <a:ext uri="{FF2B5EF4-FFF2-40B4-BE49-F238E27FC236}">
                      <a16:creationId xmlns:a16="http://schemas.microsoft.com/office/drawing/2014/main" id="{6C5F3129-26F6-485F-95F5-696AD38F41A9}"/>
                    </a:ext>
                  </a:extLst>
                </p:cNvPr>
                <p:cNvSpPr/>
                <p:nvPr/>
              </p:nvSpPr>
              <p:spPr>
                <a:xfrm>
                  <a:off x="6268225" y="1785562"/>
                  <a:ext cx="7262" cy="24168"/>
                </a:xfrm>
                <a:custGeom>
                  <a:avLst/>
                  <a:gdLst>
                    <a:gd name="connsiteX0" fmla="*/ 0 w 7262"/>
                    <a:gd name="connsiteY0" fmla="*/ 17954 h 24168"/>
                    <a:gd name="connsiteX1" fmla="*/ 4743 w 7262"/>
                    <a:gd name="connsiteY1" fmla="*/ 24160 h 24168"/>
                    <a:gd name="connsiteX2" fmla="*/ 7182 w 7262"/>
                    <a:gd name="connsiteY2" fmla="*/ 18929 h 24168"/>
                    <a:gd name="connsiteX3" fmla="*/ 5275 w 7262"/>
                    <a:gd name="connsiteY3" fmla="*/ 6916 h 24168"/>
                    <a:gd name="connsiteX4" fmla="*/ 1685 w 7262"/>
                    <a:gd name="connsiteY4" fmla="*/ 0 h 24168"/>
                    <a:gd name="connsiteX5" fmla="*/ 3236 w 7262"/>
                    <a:gd name="connsiteY5" fmla="*/ 3990 h 24168"/>
                    <a:gd name="connsiteX6" fmla="*/ 3901 w 7262"/>
                    <a:gd name="connsiteY6" fmla="*/ 9354 h 24168"/>
                    <a:gd name="connsiteX7" fmla="*/ 3414 w 7262"/>
                    <a:gd name="connsiteY7" fmla="*/ 13831 h 24168"/>
                    <a:gd name="connsiteX8" fmla="*/ 0 w 7262"/>
                    <a:gd name="connsiteY8" fmla="*/ 17954 h 24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262" h="24168">
                      <a:moveTo>
                        <a:pt x="0" y="17954"/>
                      </a:moveTo>
                      <a:cubicBezTo>
                        <a:pt x="1596" y="21722"/>
                        <a:pt x="3236" y="24338"/>
                        <a:pt x="4743" y="24160"/>
                      </a:cubicBezTo>
                      <a:cubicBezTo>
                        <a:pt x="5940" y="24027"/>
                        <a:pt x="7004" y="22077"/>
                        <a:pt x="7182" y="18929"/>
                      </a:cubicBezTo>
                      <a:cubicBezTo>
                        <a:pt x="7492" y="15782"/>
                        <a:pt x="6916" y="11437"/>
                        <a:pt x="5275" y="6916"/>
                      </a:cubicBezTo>
                      <a:cubicBezTo>
                        <a:pt x="4256" y="4300"/>
                        <a:pt x="3103" y="1906"/>
                        <a:pt x="1685" y="0"/>
                      </a:cubicBezTo>
                      <a:cubicBezTo>
                        <a:pt x="2394" y="1286"/>
                        <a:pt x="2837" y="2616"/>
                        <a:pt x="3236" y="3990"/>
                      </a:cubicBezTo>
                      <a:cubicBezTo>
                        <a:pt x="3724" y="5852"/>
                        <a:pt x="3901" y="7669"/>
                        <a:pt x="3901" y="9354"/>
                      </a:cubicBezTo>
                      <a:cubicBezTo>
                        <a:pt x="3946" y="11038"/>
                        <a:pt x="3768" y="12546"/>
                        <a:pt x="3414" y="13831"/>
                      </a:cubicBezTo>
                      <a:cubicBezTo>
                        <a:pt x="2748" y="16358"/>
                        <a:pt x="1552" y="17865"/>
                        <a:pt x="0" y="1795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52" name="Forme libre : forme 24551">
                  <a:extLst>
                    <a:ext uri="{FF2B5EF4-FFF2-40B4-BE49-F238E27FC236}">
                      <a16:creationId xmlns:a16="http://schemas.microsoft.com/office/drawing/2014/main" id="{FC9FE4F0-28CB-40A7-829E-C7257B37D13F}"/>
                    </a:ext>
                  </a:extLst>
                </p:cNvPr>
                <p:cNvSpPr/>
                <p:nvPr/>
              </p:nvSpPr>
              <p:spPr>
                <a:xfrm>
                  <a:off x="6260808" y="1777647"/>
                  <a:ext cx="15260" cy="30310"/>
                </a:xfrm>
                <a:custGeom>
                  <a:avLst/>
                  <a:gdLst>
                    <a:gd name="connsiteX0" fmla="*/ 635 w 15260"/>
                    <a:gd name="connsiteY0" fmla="*/ 290 h 30310"/>
                    <a:gd name="connsiteX1" fmla="*/ 6087 w 15260"/>
                    <a:gd name="connsiteY1" fmla="*/ 2463 h 30310"/>
                    <a:gd name="connsiteX2" fmla="*/ 12958 w 15260"/>
                    <a:gd name="connsiteY2" fmla="*/ 12792 h 30310"/>
                    <a:gd name="connsiteX3" fmla="*/ 15219 w 15260"/>
                    <a:gd name="connsiteY3" fmla="*/ 24938 h 30310"/>
                    <a:gd name="connsiteX4" fmla="*/ 12914 w 15260"/>
                    <a:gd name="connsiteY4" fmla="*/ 30302 h 30310"/>
                    <a:gd name="connsiteX5" fmla="*/ 9013 w 15260"/>
                    <a:gd name="connsiteY5" fmla="*/ 26224 h 30310"/>
                    <a:gd name="connsiteX6" fmla="*/ 4580 w 15260"/>
                    <a:gd name="connsiteY6" fmla="*/ 16205 h 30310"/>
                    <a:gd name="connsiteX7" fmla="*/ 679 w 15260"/>
                    <a:gd name="connsiteY7" fmla="*/ 5965 h 30310"/>
                    <a:gd name="connsiteX8" fmla="*/ 635 w 15260"/>
                    <a:gd name="connsiteY8" fmla="*/ 290 h 30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260" h="30310">
                      <a:moveTo>
                        <a:pt x="635" y="290"/>
                      </a:moveTo>
                      <a:cubicBezTo>
                        <a:pt x="1610" y="-463"/>
                        <a:pt x="3782" y="246"/>
                        <a:pt x="6087" y="2463"/>
                      </a:cubicBezTo>
                      <a:cubicBezTo>
                        <a:pt x="8570" y="4591"/>
                        <a:pt x="11097" y="8270"/>
                        <a:pt x="12958" y="12792"/>
                      </a:cubicBezTo>
                      <a:cubicBezTo>
                        <a:pt x="14776" y="17313"/>
                        <a:pt x="15441" y="21747"/>
                        <a:pt x="15219" y="24938"/>
                      </a:cubicBezTo>
                      <a:cubicBezTo>
                        <a:pt x="15042" y="28175"/>
                        <a:pt x="14200" y="30169"/>
                        <a:pt x="12914" y="30302"/>
                      </a:cubicBezTo>
                      <a:cubicBezTo>
                        <a:pt x="11717" y="30435"/>
                        <a:pt x="10343" y="28840"/>
                        <a:pt x="9013" y="26224"/>
                      </a:cubicBezTo>
                      <a:cubicBezTo>
                        <a:pt x="7639" y="23609"/>
                        <a:pt x="6132" y="20106"/>
                        <a:pt x="4580" y="16205"/>
                      </a:cubicBezTo>
                      <a:cubicBezTo>
                        <a:pt x="2940" y="12348"/>
                        <a:pt x="1610" y="8758"/>
                        <a:pt x="679" y="5965"/>
                      </a:cubicBezTo>
                      <a:cubicBezTo>
                        <a:pt x="-30" y="3128"/>
                        <a:pt x="-385" y="1088"/>
                        <a:pt x="635" y="29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53" name="Forme libre : forme 24552">
                  <a:extLst>
                    <a:ext uri="{FF2B5EF4-FFF2-40B4-BE49-F238E27FC236}">
                      <a16:creationId xmlns:a16="http://schemas.microsoft.com/office/drawing/2014/main" id="{8B139ECF-B81A-454F-A648-6EA05B088E74}"/>
                    </a:ext>
                  </a:extLst>
                </p:cNvPr>
                <p:cNvSpPr/>
                <p:nvPr/>
              </p:nvSpPr>
              <p:spPr>
                <a:xfrm>
                  <a:off x="6266324" y="1781813"/>
                  <a:ext cx="15466" cy="41777"/>
                </a:xfrm>
                <a:custGeom>
                  <a:avLst/>
                  <a:gdLst>
                    <a:gd name="connsiteX0" fmla="*/ 7442 w 15466"/>
                    <a:gd name="connsiteY0" fmla="*/ 41608 h 41777"/>
                    <a:gd name="connsiteX1" fmla="*/ 11654 w 15466"/>
                    <a:gd name="connsiteY1" fmla="*/ 40766 h 41777"/>
                    <a:gd name="connsiteX2" fmla="*/ 15289 w 15466"/>
                    <a:gd name="connsiteY2" fmla="*/ 22767 h 41777"/>
                    <a:gd name="connsiteX3" fmla="*/ 9171 w 15466"/>
                    <a:gd name="connsiteY3" fmla="*/ 4459 h 41777"/>
                    <a:gd name="connsiteX4" fmla="*/ 5182 w 15466"/>
                    <a:gd name="connsiteY4" fmla="*/ 469 h 41777"/>
                    <a:gd name="connsiteX5" fmla="*/ 2788 w 15466"/>
                    <a:gd name="connsiteY5" fmla="*/ 956 h 41777"/>
                    <a:gd name="connsiteX6" fmla="*/ 3630 w 15466"/>
                    <a:gd name="connsiteY6" fmla="*/ 7251 h 41777"/>
                    <a:gd name="connsiteX7" fmla="*/ 3275 w 15466"/>
                    <a:gd name="connsiteY7" fmla="*/ 21881 h 41777"/>
                    <a:gd name="connsiteX8" fmla="*/ 172 w 15466"/>
                    <a:gd name="connsiteY8" fmla="*/ 37219 h 41777"/>
                    <a:gd name="connsiteX9" fmla="*/ 3320 w 15466"/>
                    <a:gd name="connsiteY9" fmla="*/ 41431 h 41777"/>
                    <a:gd name="connsiteX10" fmla="*/ 7442 w 15466"/>
                    <a:gd name="connsiteY10" fmla="*/ 41608 h 41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466" h="41777">
                      <a:moveTo>
                        <a:pt x="7442" y="41608"/>
                      </a:moveTo>
                      <a:cubicBezTo>
                        <a:pt x="8817" y="41830"/>
                        <a:pt x="10235" y="42051"/>
                        <a:pt x="11654" y="40766"/>
                      </a:cubicBezTo>
                      <a:cubicBezTo>
                        <a:pt x="14314" y="38327"/>
                        <a:pt x="16043" y="30525"/>
                        <a:pt x="15289" y="22767"/>
                      </a:cubicBezTo>
                      <a:cubicBezTo>
                        <a:pt x="14757" y="16339"/>
                        <a:pt x="12629" y="9335"/>
                        <a:pt x="9171" y="4459"/>
                      </a:cubicBezTo>
                      <a:cubicBezTo>
                        <a:pt x="7974" y="2597"/>
                        <a:pt x="6334" y="1178"/>
                        <a:pt x="5182" y="469"/>
                      </a:cubicBezTo>
                      <a:cubicBezTo>
                        <a:pt x="3985" y="-241"/>
                        <a:pt x="3054" y="-196"/>
                        <a:pt x="2788" y="956"/>
                      </a:cubicBezTo>
                      <a:cubicBezTo>
                        <a:pt x="2389" y="2375"/>
                        <a:pt x="3275" y="4902"/>
                        <a:pt x="3630" y="7251"/>
                      </a:cubicBezTo>
                      <a:cubicBezTo>
                        <a:pt x="4738" y="12748"/>
                        <a:pt x="4295" y="17846"/>
                        <a:pt x="3275" y="21881"/>
                      </a:cubicBezTo>
                      <a:cubicBezTo>
                        <a:pt x="2344" y="25471"/>
                        <a:pt x="-759" y="31234"/>
                        <a:pt x="172" y="37219"/>
                      </a:cubicBezTo>
                      <a:cubicBezTo>
                        <a:pt x="660" y="39968"/>
                        <a:pt x="1812" y="41032"/>
                        <a:pt x="3320" y="41431"/>
                      </a:cubicBezTo>
                      <a:cubicBezTo>
                        <a:pt x="4827" y="41785"/>
                        <a:pt x="6467" y="41431"/>
                        <a:pt x="7442" y="4160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54" name="Forme libre : forme 24553">
                  <a:extLst>
                    <a:ext uri="{FF2B5EF4-FFF2-40B4-BE49-F238E27FC236}">
                      <a16:creationId xmlns:a16="http://schemas.microsoft.com/office/drawing/2014/main" id="{F8411B80-6ED1-4817-8020-1ADE61E5F2A1}"/>
                    </a:ext>
                  </a:extLst>
                </p:cNvPr>
                <p:cNvSpPr/>
                <p:nvPr/>
              </p:nvSpPr>
              <p:spPr>
                <a:xfrm>
                  <a:off x="6265375" y="1804773"/>
                  <a:ext cx="5368" cy="11953"/>
                </a:xfrm>
                <a:custGeom>
                  <a:avLst/>
                  <a:gdLst>
                    <a:gd name="connsiteX0" fmla="*/ 3604 w 5368"/>
                    <a:gd name="connsiteY0" fmla="*/ 11244 h 11953"/>
                    <a:gd name="connsiteX1" fmla="*/ 4579 w 5368"/>
                    <a:gd name="connsiteY1" fmla="*/ 11953 h 11953"/>
                    <a:gd name="connsiteX2" fmla="*/ 5333 w 5368"/>
                    <a:gd name="connsiteY2" fmla="*/ 10757 h 11953"/>
                    <a:gd name="connsiteX3" fmla="*/ 5200 w 5368"/>
                    <a:gd name="connsiteY3" fmla="*/ 8496 h 11953"/>
                    <a:gd name="connsiteX4" fmla="*/ 3737 w 5368"/>
                    <a:gd name="connsiteY4" fmla="*/ 3176 h 11953"/>
                    <a:gd name="connsiteX5" fmla="*/ 2851 w 5368"/>
                    <a:gd name="connsiteY5" fmla="*/ 1358 h 11953"/>
                    <a:gd name="connsiteX6" fmla="*/ 280 w 5368"/>
                    <a:gd name="connsiteY6" fmla="*/ 3398 h 11953"/>
                    <a:gd name="connsiteX7" fmla="*/ 3604 w 5368"/>
                    <a:gd name="connsiteY7" fmla="*/ 11244 h 11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68" h="11953">
                      <a:moveTo>
                        <a:pt x="3604" y="11244"/>
                      </a:moveTo>
                      <a:cubicBezTo>
                        <a:pt x="3915" y="11643"/>
                        <a:pt x="4269" y="11953"/>
                        <a:pt x="4579" y="11953"/>
                      </a:cubicBezTo>
                      <a:cubicBezTo>
                        <a:pt x="4934" y="11953"/>
                        <a:pt x="5245" y="11510"/>
                        <a:pt x="5333" y="10757"/>
                      </a:cubicBezTo>
                      <a:cubicBezTo>
                        <a:pt x="5422" y="10047"/>
                        <a:pt x="5333" y="9249"/>
                        <a:pt x="5200" y="8496"/>
                      </a:cubicBezTo>
                      <a:cubicBezTo>
                        <a:pt x="4934" y="6589"/>
                        <a:pt x="4269" y="4816"/>
                        <a:pt x="3737" y="3176"/>
                      </a:cubicBezTo>
                      <a:cubicBezTo>
                        <a:pt x="3471" y="2511"/>
                        <a:pt x="3161" y="1846"/>
                        <a:pt x="2851" y="1358"/>
                      </a:cubicBezTo>
                      <a:cubicBezTo>
                        <a:pt x="1432" y="-725"/>
                        <a:pt x="-784" y="-681"/>
                        <a:pt x="280" y="3398"/>
                      </a:cubicBezTo>
                      <a:cubicBezTo>
                        <a:pt x="989" y="6545"/>
                        <a:pt x="2407" y="9648"/>
                        <a:pt x="3604" y="1124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55" name="Forme libre : forme 24554">
                  <a:extLst>
                    <a:ext uri="{FF2B5EF4-FFF2-40B4-BE49-F238E27FC236}">
                      <a16:creationId xmlns:a16="http://schemas.microsoft.com/office/drawing/2014/main" id="{70A5F232-3F4B-4AAD-B228-EFD6FE2D296E}"/>
                    </a:ext>
                  </a:extLst>
                </p:cNvPr>
                <p:cNvSpPr/>
                <p:nvPr/>
              </p:nvSpPr>
              <p:spPr>
                <a:xfrm>
                  <a:off x="6254527" y="1768020"/>
                  <a:ext cx="20569" cy="12665"/>
                </a:xfrm>
                <a:custGeom>
                  <a:avLst/>
                  <a:gdLst>
                    <a:gd name="connsiteX0" fmla="*/ 0 w 20569"/>
                    <a:gd name="connsiteY0" fmla="*/ 1273 h 12665"/>
                    <a:gd name="connsiteX1" fmla="*/ 4256 w 20569"/>
                    <a:gd name="connsiteY1" fmla="*/ 31 h 12665"/>
                    <a:gd name="connsiteX2" fmla="*/ 10905 w 20569"/>
                    <a:gd name="connsiteY2" fmla="*/ 2691 h 12665"/>
                    <a:gd name="connsiteX3" fmla="*/ 15516 w 20569"/>
                    <a:gd name="connsiteY3" fmla="*/ 6460 h 12665"/>
                    <a:gd name="connsiteX4" fmla="*/ 20570 w 20569"/>
                    <a:gd name="connsiteY4" fmla="*/ 12666 h 12665"/>
                    <a:gd name="connsiteX5" fmla="*/ 18708 w 20569"/>
                    <a:gd name="connsiteY5" fmla="*/ 10272 h 12665"/>
                    <a:gd name="connsiteX6" fmla="*/ 13610 w 20569"/>
                    <a:gd name="connsiteY6" fmla="*/ 5484 h 12665"/>
                    <a:gd name="connsiteX7" fmla="*/ 10285 w 20569"/>
                    <a:gd name="connsiteY7" fmla="*/ 3223 h 12665"/>
                    <a:gd name="connsiteX8" fmla="*/ 6650 w 20569"/>
                    <a:gd name="connsiteY8" fmla="*/ 1627 h 12665"/>
                    <a:gd name="connsiteX9" fmla="*/ 0 w 20569"/>
                    <a:gd name="connsiteY9" fmla="*/ 1273 h 12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569" h="12665">
                      <a:moveTo>
                        <a:pt x="0" y="1273"/>
                      </a:moveTo>
                      <a:cubicBezTo>
                        <a:pt x="0" y="1273"/>
                        <a:pt x="975" y="-235"/>
                        <a:pt x="4256" y="31"/>
                      </a:cubicBezTo>
                      <a:cubicBezTo>
                        <a:pt x="5896" y="164"/>
                        <a:pt x="8024" y="963"/>
                        <a:pt x="10905" y="2691"/>
                      </a:cubicBezTo>
                      <a:cubicBezTo>
                        <a:pt x="12280" y="3622"/>
                        <a:pt x="13787" y="4864"/>
                        <a:pt x="15516" y="6460"/>
                      </a:cubicBezTo>
                      <a:cubicBezTo>
                        <a:pt x="17023" y="8144"/>
                        <a:pt x="18929" y="10095"/>
                        <a:pt x="20570" y="12666"/>
                      </a:cubicBezTo>
                      <a:cubicBezTo>
                        <a:pt x="20570" y="12666"/>
                        <a:pt x="19949" y="11646"/>
                        <a:pt x="18708" y="10272"/>
                      </a:cubicBezTo>
                      <a:cubicBezTo>
                        <a:pt x="17422" y="8942"/>
                        <a:pt x="15826" y="7036"/>
                        <a:pt x="13610" y="5484"/>
                      </a:cubicBezTo>
                      <a:cubicBezTo>
                        <a:pt x="12546" y="4686"/>
                        <a:pt x="11437" y="3888"/>
                        <a:pt x="10285" y="3223"/>
                      </a:cubicBezTo>
                      <a:cubicBezTo>
                        <a:pt x="9088" y="2603"/>
                        <a:pt x="7847" y="2071"/>
                        <a:pt x="6650" y="1627"/>
                      </a:cubicBezTo>
                      <a:cubicBezTo>
                        <a:pt x="4344" y="741"/>
                        <a:pt x="1906" y="652"/>
                        <a:pt x="0" y="12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56" name="Forme libre : forme 24555">
                  <a:extLst>
                    <a:ext uri="{FF2B5EF4-FFF2-40B4-BE49-F238E27FC236}">
                      <a16:creationId xmlns:a16="http://schemas.microsoft.com/office/drawing/2014/main" id="{9828DB4D-3F8F-40A6-AA7D-BAA11A90A4A3}"/>
                    </a:ext>
                  </a:extLst>
                </p:cNvPr>
                <p:cNvSpPr/>
                <p:nvPr/>
              </p:nvSpPr>
              <p:spPr>
                <a:xfrm>
                  <a:off x="6261398" y="1811274"/>
                  <a:ext cx="7536" cy="20436"/>
                </a:xfrm>
                <a:custGeom>
                  <a:avLst/>
                  <a:gdLst>
                    <a:gd name="connsiteX0" fmla="*/ 0 w 7536"/>
                    <a:gd name="connsiteY0" fmla="*/ 0 h 20436"/>
                    <a:gd name="connsiteX1" fmla="*/ 399 w 7536"/>
                    <a:gd name="connsiteY1" fmla="*/ 2616 h 20436"/>
                    <a:gd name="connsiteX2" fmla="*/ 1507 w 7536"/>
                    <a:gd name="connsiteY2" fmla="*/ 8689 h 20436"/>
                    <a:gd name="connsiteX3" fmla="*/ 3458 w 7536"/>
                    <a:gd name="connsiteY3" fmla="*/ 15560 h 20436"/>
                    <a:gd name="connsiteX4" fmla="*/ 7536 w 7536"/>
                    <a:gd name="connsiteY4" fmla="*/ 20437 h 20436"/>
                    <a:gd name="connsiteX5" fmla="*/ 4477 w 7536"/>
                    <a:gd name="connsiteY5" fmla="*/ 15826 h 20436"/>
                    <a:gd name="connsiteX6" fmla="*/ 2217 w 7536"/>
                    <a:gd name="connsiteY6" fmla="*/ 9487 h 20436"/>
                    <a:gd name="connsiteX7" fmla="*/ 0 w 7536"/>
                    <a:gd name="connsiteY7" fmla="*/ 0 h 20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36" h="20436">
                      <a:moveTo>
                        <a:pt x="0" y="0"/>
                      </a:moveTo>
                      <a:cubicBezTo>
                        <a:pt x="0" y="0"/>
                        <a:pt x="222" y="1020"/>
                        <a:pt x="399" y="2616"/>
                      </a:cubicBezTo>
                      <a:cubicBezTo>
                        <a:pt x="665" y="4211"/>
                        <a:pt x="1020" y="6384"/>
                        <a:pt x="1507" y="8689"/>
                      </a:cubicBezTo>
                      <a:cubicBezTo>
                        <a:pt x="1951" y="10994"/>
                        <a:pt x="2616" y="13432"/>
                        <a:pt x="3458" y="15560"/>
                      </a:cubicBezTo>
                      <a:cubicBezTo>
                        <a:pt x="4389" y="17688"/>
                        <a:pt x="5630" y="19506"/>
                        <a:pt x="7536" y="20437"/>
                      </a:cubicBezTo>
                      <a:cubicBezTo>
                        <a:pt x="7536" y="20437"/>
                        <a:pt x="6029" y="19107"/>
                        <a:pt x="4477" y="15826"/>
                      </a:cubicBezTo>
                      <a:cubicBezTo>
                        <a:pt x="3768" y="14186"/>
                        <a:pt x="2882" y="12102"/>
                        <a:pt x="2217" y="9487"/>
                      </a:cubicBezTo>
                      <a:cubicBezTo>
                        <a:pt x="1419" y="6871"/>
                        <a:pt x="798" y="372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57" name="Forme libre : forme 24556">
                  <a:extLst>
                    <a:ext uri="{FF2B5EF4-FFF2-40B4-BE49-F238E27FC236}">
                      <a16:creationId xmlns:a16="http://schemas.microsoft.com/office/drawing/2014/main" id="{7EE25D29-5AC6-4D96-9760-694DB4C53EBD}"/>
                    </a:ext>
                  </a:extLst>
                </p:cNvPr>
                <p:cNvSpPr/>
                <p:nvPr/>
              </p:nvSpPr>
              <p:spPr>
                <a:xfrm>
                  <a:off x="6263729" y="1786295"/>
                  <a:ext cx="4692" cy="11159"/>
                </a:xfrm>
                <a:custGeom>
                  <a:avLst/>
                  <a:gdLst>
                    <a:gd name="connsiteX0" fmla="*/ 640 w 4692"/>
                    <a:gd name="connsiteY0" fmla="*/ 20 h 11159"/>
                    <a:gd name="connsiteX1" fmla="*/ 4230 w 4692"/>
                    <a:gd name="connsiteY1" fmla="*/ 6094 h 11159"/>
                    <a:gd name="connsiteX2" fmla="*/ 4674 w 4692"/>
                    <a:gd name="connsiteY2" fmla="*/ 9950 h 11159"/>
                    <a:gd name="connsiteX3" fmla="*/ 3832 w 4692"/>
                    <a:gd name="connsiteY3" fmla="*/ 11103 h 11159"/>
                    <a:gd name="connsiteX4" fmla="*/ 817 w 4692"/>
                    <a:gd name="connsiteY4" fmla="*/ 4985 h 11159"/>
                    <a:gd name="connsiteX5" fmla="*/ 19 w 4692"/>
                    <a:gd name="connsiteY5" fmla="*/ 1306 h 11159"/>
                    <a:gd name="connsiteX6" fmla="*/ 640 w 4692"/>
                    <a:gd name="connsiteY6" fmla="*/ 20 h 1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692" h="11159">
                      <a:moveTo>
                        <a:pt x="640" y="20"/>
                      </a:moveTo>
                      <a:cubicBezTo>
                        <a:pt x="1615" y="197"/>
                        <a:pt x="3432" y="2902"/>
                        <a:pt x="4230" y="6094"/>
                      </a:cubicBezTo>
                      <a:cubicBezTo>
                        <a:pt x="4718" y="7645"/>
                        <a:pt x="4718" y="9064"/>
                        <a:pt x="4674" y="9950"/>
                      </a:cubicBezTo>
                      <a:cubicBezTo>
                        <a:pt x="4585" y="10881"/>
                        <a:pt x="4275" y="11325"/>
                        <a:pt x="3832" y="11103"/>
                      </a:cubicBezTo>
                      <a:cubicBezTo>
                        <a:pt x="2901" y="10704"/>
                        <a:pt x="1748" y="7955"/>
                        <a:pt x="817" y="4985"/>
                      </a:cubicBezTo>
                      <a:cubicBezTo>
                        <a:pt x="462" y="3434"/>
                        <a:pt x="19" y="2237"/>
                        <a:pt x="19" y="1306"/>
                      </a:cubicBezTo>
                      <a:cubicBezTo>
                        <a:pt x="-70" y="419"/>
                        <a:pt x="152" y="-113"/>
                        <a:pt x="640" y="2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58" name="Forme libre : forme 24557">
                  <a:extLst>
                    <a:ext uri="{FF2B5EF4-FFF2-40B4-BE49-F238E27FC236}">
                      <a16:creationId xmlns:a16="http://schemas.microsoft.com/office/drawing/2014/main" id="{840F4988-B9D9-4EB3-81EF-452BB24A567A}"/>
                    </a:ext>
                  </a:extLst>
                </p:cNvPr>
                <p:cNvSpPr/>
                <p:nvPr/>
              </p:nvSpPr>
              <p:spPr>
                <a:xfrm>
                  <a:off x="6263047" y="1784994"/>
                  <a:ext cx="1948" cy="2952"/>
                </a:xfrm>
                <a:custGeom>
                  <a:avLst/>
                  <a:gdLst>
                    <a:gd name="connsiteX0" fmla="*/ 169 w 1948"/>
                    <a:gd name="connsiteY0" fmla="*/ 36 h 2952"/>
                    <a:gd name="connsiteX1" fmla="*/ 1543 w 1948"/>
                    <a:gd name="connsiteY1" fmla="*/ 1145 h 2952"/>
                    <a:gd name="connsiteX2" fmla="*/ 1765 w 1948"/>
                    <a:gd name="connsiteY2" fmla="*/ 2918 h 2952"/>
                    <a:gd name="connsiteX3" fmla="*/ 435 w 1948"/>
                    <a:gd name="connsiteY3" fmla="*/ 1810 h 2952"/>
                    <a:gd name="connsiteX4" fmla="*/ 169 w 1948"/>
                    <a:gd name="connsiteY4" fmla="*/ 36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8" h="2952">
                      <a:moveTo>
                        <a:pt x="169" y="36"/>
                      </a:moveTo>
                      <a:cubicBezTo>
                        <a:pt x="479" y="-141"/>
                        <a:pt x="1100" y="347"/>
                        <a:pt x="1543" y="1145"/>
                      </a:cubicBezTo>
                      <a:cubicBezTo>
                        <a:pt x="1987" y="1943"/>
                        <a:pt x="2075" y="2740"/>
                        <a:pt x="1765" y="2918"/>
                      </a:cubicBezTo>
                      <a:cubicBezTo>
                        <a:pt x="1455" y="3095"/>
                        <a:pt x="834" y="2563"/>
                        <a:pt x="435" y="1810"/>
                      </a:cubicBezTo>
                      <a:cubicBezTo>
                        <a:pt x="-8" y="967"/>
                        <a:pt x="-141" y="214"/>
                        <a:pt x="169" y="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59" name="Forme libre : forme 24558">
                  <a:extLst>
                    <a:ext uri="{FF2B5EF4-FFF2-40B4-BE49-F238E27FC236}">
                      <a16:creationId xmlns:a16="http://schemas.microsoft.com/office/drawing/2014/main" id="{952D7E45-7EEA-48FD-B2B3-B374DCB1F2BC}"/>
                    </a:ext>
                  </a:extLst>
                </p:cNvPr>
                <p:cNvSpPr/>
                <p:nvPr/>
              </p:nvSpPr>
              <p:spPr>
                <a:xfrm>
                  <a:off x="6252399" y="1772968"/>
                  <a:ext cx="9675" cy="26739"/>
                </a:xfrm>
                <a:custGeom>
                  <a:avLst/>
                  <a:gdLst>
                    <a:gd name="connsiteX0" fmla="*/ 0 w 9675"/>
                    <a:gd name="connsiteY0" fmla="*/ 5989 h 26739"/>
                    <a:gd name="connsiteX1" fmla="*/ 2615 w 9675"/>
                    <a:gd name="connsiteY1" fmla="*/ 403 h 26739"/>
                    <a:gd name="connsiteX2" fmla="*/ 5497 w 9675"/>
                    <a:gd name="connsiteY2" fmla="*/ 935 h 26739"/>
                    <a:gd name="connsiteX3" fmla="*/ 7048 w 9675"/>
                    <a:gd name="connsiteY3" fmla="*/ 4437 h 26739"/>
                    <a:gd name="connsiteX4" fmla="*/ 6871 w 9675"/>
                    <a:gd name="connsiteY4" fmla="*/ 13215 h 26739"/>
                    <a:gd name="connsiteX5" fmla="*/ 7935 w 9675"/>
                    <a:gd name="connsiteY5" fmla="*/ 16495 h 26739"/>
                    <a:gd name="connsiteX6" fmla="*/ 9265 w 9675"/>
                    <a:gd name="connsiteY6" fmla="*/ 21416 h 26739"/>
                    <a:gd name="connsiteX7" fmla="*/ 8600 w 9675"/>
                    <a:gd name="connsiteY7" fmla="*/ 26558 h 26739"/>
                    <a:gd name="connsiteX8" fmla="*/ 6738 w 9675"/>
                    <a:gd name="connsiteY8" fmla="*/ 24031 h 26739"/>
                    <a:gd name="connsiteX9" fmla="*/ 4788 w 9675"/>
                    <a:gd name="connsiteY9" fmla="*/ 20086 h 26739"/>
                    <a:gd name="connsiteX10" fmla="*/ 1507 w 9675"/>
                    <a:gd name="connsiteY10" fmla="*/ 12948 h 26739"/>
                    <a:gd name="connsiteX11" fmla="*/ 0 w 9675"/>
                    <a:gd name="connsiteY11" fmla="*/ 5989 h 26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675" h="26739">
                      <a:moveTo>
                        <a:pt x="0" y="5989"/>
                      </a:moveTo>
                      <a:cubicBezTo>
                        <a:pt x="44" y="3462"/>
                        <a:pt x="1152" y="1688"/>
                        <a:pt x="2615" y="403"/>
                      </a:cubicBezTo>
                      <a:cubicBezTo>
                        <a:pt x="3147" y="-85"/>
                        <a:pt x="4167" y="-351"/>
                        <a:pt x="5497" y="935"/>
                      </a:cubicBezTo>
                      <a:cubicBezTo>
                        <a:pt x="6738" y="2087"/>
                        <a:pt x="7093" y="3462"/>
                        <a:pt x="7048" y="4437"/>
                      </a:cubicBezTo>
                      <a:cubicBezTo>
                        <a:pt x="6960" y="7318"/>
                        <a:pt x="6073" y="9446"/>
                        <a:pt x="6871" y="13215"/>
                      </a:cubicBezTo>
                      <a:cubicBezTo>
                        <a:pt x="7048" y="13791"/>
                        <a:pt x="7492" y="14988"/>
                        <a:pt x="7935" y="16495"/>
                      </a:cubicBezTo>
                      <a:cubicBezTo>
                        <a:pt x="8467" y="17958"/>
                        <a:pt x="8955" y="19731"/>
                        <a:pt x="9265" y="21416"/>
                      </a:cubicBezTo>
                      <a:cubicBezTo>
                        <a:pt x="9930" y="24696"/>
                        <a:pt x="9841" y="27489"/>
                        <a:pt x="8600" y="26558"/>
                      </a:cubicBezTo>
                      <a:cubicBezTo>
                        <a:pt x="7935" y="26115"/>
                        <a:pt x="7359" y="25184"/>
                        <a:pt x="6738" y="24031"/>
                      </a:cubicBezTo>
                      <a:cubicBezTo>
                        <a:pt x="6029" y="22923"/>
                        <a:pt x="5453" y="21504"/>
                        <a:pt x="4788" y="20086"/>
                      </a:cubicBezTo>
                      <a:cubicBezTo>
                        <a:pt x="3458" y="17293"/>
                        <a:pt x="2039" y="14411"/>
                        <a:pt x="1507" y="12948"/>
                      </a:cubicBezTo>
                      <a:cubicBezTo>
                        <a:pt x="399" y="10333"/>
                        <a:pt x="0" y="7850"/>
                        <a:pt x="0" y="598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68" name="Graphique 2">
                <a:extLst>
                  <a:ext uri="{FF2B5EF4-FFF2-40B4-BE49-F238E27FC236}">
                    <a16:creationId xmlns:a16="http://schemas.microsoft.com/office/drawing/2014/main" id="{1DD4DEB4-CD76-47FD-81BD-7A3D5741C1EE}"/>
                  </a:ext>
                </a:extLst>
              </p:cNvPr>
              <p:cNvGrpSpPr/>
              <p:nvPr/>
            </p:nvGrpSpPr>
            <p:grpSpPr>
              <a:xfrm>
                <a:off x="6203850" y="1711417"/>
                <a:ext cx="50606" cy="62232"/>
                <a:chOff x="6203850" y="1711417"/>
                <a:chExt cx="50606" cy="62232"/>
              </a:xfrm>
              <a:solidFill>
                <a:schemeClr val="accent1"/>
              </a:solidFill>
            </p:grpSpPr>
            <p:sp>
              <p:nvSpPr>
                <p:cNvPr id="24536" name="Forme libre : forme 24535">
                  <a:extLst>
                    <a:ext uri="{FF2B5EF4-FFF2-40B4-BE49-F238E27FC236}">
                      <a16:creationId xmlns:a16="http://schemas.microsoft.com/office/drawing/2014/main" id="{2F525CB0-36E3-497E-9EA8-087A1703A8FA}"/>
                    </a:ext>
                  </a:extLst>
                </p:cNvPr>
                <p:cNvSpPr/>
                <p:nvPr/>
              </p:nvSpPr>
              <p:spPr>
                <a:xfrm>
                  <a:off x="6203850" y="1711417"/>
                  <a:ext cx="50606" cy="62232"/>
                </a:xfrm>
                <a:custGeom>
                  <a:avLst/>
                  <a:gdLst>
                    <a:gd name="connsiteX0" fmla="*/ 25409 w 50606"/>
                    <a:gd name="connsiteY0" fmla="*/ 17490 h 62232"/>
                    <a:gd name="connsiteX1" fmla="*/ 28068 w 50606"/>
                    <a:gd name="connsiteY1" fmla="*/ 21658 h 62232"/>
                    <a:gd name="connsiteX2" fmla="*/ 31438 w 50606"/>
                    <a:gd name="connsiteY2" fmla="*/ 26002 h 62232"/>
                    <a:gd name="connsiteX3" fmla="*/ 35294 w 50606"/>
                    <a:gd name="connsiteY3" fmla="*/ 30346 h 62232"/>
                    <a:gd name="connsiteX4" fmla="*/ 39550 w 50606"/>
                    <a:gd name="connsiteY4" fmla="*/ 34646 h 62232"/>
                    <a:gd name="connsiteX5" fmla="*/ 45003 w 50606"/>
                    <a:gd name="connsiteY5" fmla="*/ 40764 h 62232"/>
                    <a:gd name="connsiteX6" fmla="*/ 48860 w 50606"/>
                    <a:gd name="connsiteY6" fmla="*/ 46704 h 62232"/>
                    <a:gd name="connsiteX7" fmla="*/ 49702 w 50606"/>
                    <a:gd name="connsiteY7" fmla="*/ 55659 h 62232"/>
                    <a:gd name="connsiteX8" fmla="*/ 45402 w 50606"/>
                    <a:gd name="connsiteY8" fmla="*/ 60757 h 62232"/>
                    <a:gd name="connsiteX9" fmla="*/ 36403 w 50606"/>
                    <a:gd name="connsiteY9" fmla="*/ 61201 h 62232"/>
                    <a:gd name="connsiteX10" fmla="*/ 29665 w 50606"/>
                    <a:gd name="connsiteY10" fmla="*/ 57832 h 62232"/>
                    <a:gd name="connsiteX11" fmla="*/ 22527 w 50606"/>
                    <a:gd name="connsiteY11" fmla="*/ 52201 h 62232"/>
                    <a:gd name="connsiteX12" fmla="*/ 17562 w 50606"/>
                    <a:gd name="connsiteY12" fmla="*/ 47281 h 62232"/>
                    <a:gd name="connsiteX13" fmla="*/ 12730 w 50606"/>
                    <a:gd name="connsiteY13" fmla="*/ 41961 h 62232"/>
                    <a:gd name="connsiteX14" fmla="*/ 8075 w 50606"/>
                    <a:gd name="connsiteY14" fmla="*/ 36065 h 62232"/>
                    <a:gd name="connsiteX15" fmla="*/ 3731 w 50606"/>
                    <a:gd name="connsiteY15" fmla="*/ 29282 h 62232"/>
                    <a:gd name="connsiteX16" fmla="*/ 1337 w 50606"/>
                    <a:gd name="connsiteY16" fmla="*/ 23652 h 62232"/>
                    <a:gd name="connsiteX17" fmla="*/ 140 w 50606"/>
                    <a:gd name="connsiteY17" fmla="*/ 17535 h 62232"/>
                    <a:gd name="connsiteX18" fmla="*/ 450 w 50606"/>
                    <a:gd name="connsiteY18" fmla="*/ 11461 h 62232"/>
                    <a:gd name="connsiteX19" fmla="*/ 2135 w 50606"/>
                    <a:gd name="connsiteY19" fmla="*/ 6319 h 62232"/>
                    <a:gd name="connsiteX20" fmla="*/ 7277 w 50606"/>
                    <a:gd name="connsiteY20" fmla="*/ 689 h 62232"/>
                    <a:gd name="connsiteX21" fmla="*/ 11356 w 50606"/>
                    <a:gd name="connsiteY21" fmla="*/ 512 h 62232"/>
                    <a:gd name="connsiteX22" fmla="*/ 17074 w 50606"/>
                    <a:gd name="connsiteY22" fmla="*/ 4324 h 62232"/>
                    <a:gd name="connsiteX23" fmla="*/ 19513 w 50606"/>
                    <a:gd name="connsiteY23" fmla="*/ 7250 h 62232"/>
                    <a:gd name="connsiteX24" fmla="*/ 21330 w 50606"/>
                    <a:gd name="connsiteY24" fmla="*/ 10442 h 62232"/>
                    <a:gd name="connsiteX25" fmla="*/ 22261 w 50606"/>
                    <a:gd name="connsiteY25" fmla="*/ 11772 h 62232"/>
                    <a:gd name="connsiteX26" fmla="*/ 23192 w 50606"/>
                    <a:gd name="connsiteY26" fmla="*/ 13146 h 62232"/>
                    <a:gd name="connsiteX27" fmla="*/ 24256 w 50606"/>
                    <a:gd name="connsiteY27" fmla="*/ 15008 h 62232"/>
                    <a:gd name="connsiteX28" fmla="*/ 25409 w 50606"/>
                    <a:gd name="connsiteY28" fmla="*/ 17490 h 62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0606" h="62232">
                      <a:moveTo>
                        <a:pt x="25409" y="17490"/>
                      </a:moveTo>
                      <a:cubicBezTo>
                        <a:pt x="26340" y="18865"/>
                        <a:pt x="27005" y="20239"/>
                        <a:pt x="28068" y="21658"/>
                      </a:cubicBezTo>
                      <a:cubicBezTo>
                        <a:pt x="29221" y="23076"/>
                        <a:pt x="30197" y="24539"/>
                        <a:pt x="31438" y="26002"/>
                      </a:cubicBezTo>
                      <a:lnTo>
                        <a:pt x="35294" y="30346"/>
                      </a:lnTo>
                      <a:lnTo>
                        <a:pt x="39550" y="34646"/>
                      </a:lnTo>
                      <a:cubicBezTo>
                        <a:pt x="41501" y="36686"/>
                        <a:pt x="43496" y="38681"/>
                        <a:pt x="45003" y="40764"/>
                      </a:cubicBezTo>
                      <a:cubicBezTo>
                        <a:pt x="46510" y="42848"/>
                        <a:pt x="47885" y="44798"/>
                        <a:pt x="48860" y="46704"/>
                      </a:cubicBezTo>
                      <a:cubicBezTo>
                        <a:pt x="50766" y="50473"/>
                        <a:pt x="51209" y="53753"/>
                        <a:pt x="49702" y="55659"/>
                      </a:cubicBezTo>
                      <a:lnTo>
                        <a:pt x="45402" y="60757"/>
                      </a:lnTo>
                      <a:cubicBezTo>
                        <a:pt x="43939" y="62619"/>
                        <a:pt x="40570" y="62664"/>
                        <a:pt x="36403" y="61201"/>
                      </a:cubicBezTo>
                      <a:cubicBezTo>
                        <a:pt x="34319" y="60447"/>
                        <a:pt x="32014" y="59383"/>
                        <a:pt x="29665" y="57832"/>
                      </a:cubicBezTo>
                      <a:cubicBezTo>
                        <a:pt x="27315" y="56280"/>
                        <a:pt x="24832" y="54551"/>
                        <a:pt x="22527" y="52201"/>
                      </a:cubicBezTo>
                      <a:lnTo>
                        <a:pt x="17562" y="47281"/>
                      </a:lnTo>
                      <a:lnTo>
                        <a:pt x="12730" y="41961"/>
                      </a:lnTo>
                      <a:cubicBezTo>
                        <a:pt x="11134" y="40143"/>
                        <a:pt x="9627" y="38016"/>
                        <a:pt x="8075" y="36065"/>
                      </a:cubicBezTo>
                      <a:cubicBezTo>
                        <a:pt x="6568" y="34026"/>
                        <a:pt x="5149" y="31543"/>
                        <a:pt x="3731" y="29282"/>
                      </a:cubicBezTo>
                      <a:cubicBezTo>
                        <a:pt x="2800" y="27420"/>
                        <a:pt x="2046" y="25514"/>
                        <a:pt x="1337" y="23652"/>
                      </a:cubicBezTo>
                      <a:cubicBezTo>
                        <a:pt x="672" y="21835"/>
                        <a:pt x="406" y="19441"/>
                        <a:pt x="140" y="17535"/>
                      </a:cubicBezTo>
                      <a:cubicBezTo>
                        <a:pt x="-214" y="15628"/>
                        <a:pt x="184" y="13323"/>
                        <a:pt x="450" y="11461"/>
                      </a:cubicBezTo>
                      <a:cubicBezTo>
                        <a:pt x="628" y="9555"/>
                        <a:pt x="1337" y="7826"/>
                        <a:pt x="2135" y="6319"/>
                      </a:cubicBezTo>
                      <a:cubicBezTo>
                        <a:pt x="3509" y="3216"/>
                        <a:pt x="5593" y="1576"/>
                        <a:pt x="7277" y="689"/>
                      </a:cubicBezTo>
                      <a:cubicBezTo>
                        <a:pt x="8962" y="-198"/>
                        <a:pt x="10292" y="-198"/>
                        <a:pt x="11356" y="512"/>
                      </a:cubicBezTo>
                      <a:lnTo>
                        <a:pt x="17074" y="4324"/>
                      </a:lnTo>
                      <a:cubicBezTo>
                        <a:pt x="18094" y="4989"/>
                        <a:pt x="18892" y="6142"/>
                        <a:pt x="19513" y="7250"/>
                      </a:cubicBezTo>
                      <a:cubicBezTo>
                        <a:pt x="20133" y="8358"/>
                        <a:pt x="20532" y="9555"/>
                        <a:pt x="21330" y="10442"/>
                      </a:cubicBezTo>
                      <a:cubicBezTo>
                        <a:pt x="21596" y="10885"/>
                        <a:pt x="21818" y="11284"/>
                        <a:pt x="22261" y="11772"/>
                      </a:cubicBezTo>
                      <a:cubicBezTo>
                        <a:pt x="22705" y="12259"/>
                        <a:pt x="22660" y="12525"/>
                        <a:pt x="23192" y="13146"/>
                      </a:cubicBezTo>
                      <a:cubicBezTo>
                        <a:pt x="23680" y="13722"/>
                        <a:pt x="23724" y="14210"/>
                        <a:pt x="24256" y="15008"/>
                      </a:cubicBezTo>
                      <a:cubicBezTo>
                        <a:pt x="24655" y="15761"/>
                        <a:pt x="25054" y="16604"/>
                        <a:pt x="25409" y="17490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37" name="Forme libre : forme 24536">
                  <a:extLst>
                    <a:ext uri="{FF2B5EF4-FFF2-40B4-BE49-F238E27FC236}">
                      <a16:creationId xmlns:a16="http://schemas.microsoft.com/office/drawing/2014/main" id="{D80C4615-D9DB-4205-8EBF-FEC84EAB8BD0}"/>
                    </a:ext>
                  </a:extLst>
                </p:cNvPr>
                <p:cNvSpPr/>
                <p:nvPr/>
              </p:nvSpPr>
              <p:spPr>
                <a:xfrm>
                  <a:off x="6218353" y="1715563"/>
                  <a:ext cx="36058" cy="53684"/>
                </a:xfrm>
                <a:custGeom>
                  <a:avLst/>
                  <a:gdLst>
                    <a:gd name="connsiteX0" fmla="*/ 16225 w 36058"/>
                    <a:gd name="connsiteY0" fmla="*/ 33115 h 53684"/>
                    <a:gd name="connsiteX1" fmla="*/ 26820 w 36058"/>
                    <a:gd name="connsiteY1" fmla="*/ 43444 h 53684"/>
                    <a:gd name="connsiteX2" fmla="*/ 33293 w 36058"/>
                    <a:gd name="connsiteY2" fmla="*/ 53685 h 53684"/>
                    <a:gd name="connsiteX3" fmla="*/ 35155 w 36058"/>
                    <a:gd name="connsiteY3" fmla="*/ 51468 h 53684"/>
                    <a:gd name="connsiteX4" fmla="*/ 34312 w 36058"/>
                    <a:gd name="connsiteY4" fmla="*/ 42513 h 53684"/>
                    <a:gd name="connsiteX5" fmla="*/ 30455 w 36058"/>
                    <a:gd name="connsiteY5" fmla="*/ 36573 h 53684"/>
                    <a:gd name="connsiteX6" fmla="*/ 25003 w 36058"/>
                    <a:gd name="connsiteY6" fmla="*/ 30455 h 53684"/>
                    <a:gd name="connsiteX7" fmla="*/ 20747 w 36058"/>
                    <a:gd name="connsiteY7" fmla="*/ 26155 h 53684"/>
                    <a:gd name="connsiteX8" fmla="*/ 16890 w 36058"/>
                    <a:gd name="connsiteY8" fmla="*/ 21811 h 53684"/>
                    <a:gd name="connsiteX9" fmla="*/ 13521 w 36058"/>
                    <a:gd name="connsiteY9" fmla="*/ 17466 h 53684"/>
                    <a:gd name="connsiteX10" fmla="*/ 10861 w 36058"/>
                    <a:gd name="connsiteY10" fmla="*/ 13299 h 53684"/>
                    <a:gd name="connsiteX11" fmla="*/ 9576 w 36058"/>
                    <a:gd name="connsiteY11" fmla="*/ 10817 h 53684"/>
                    <a:gd name="connsiteX12" fmla="*/ 8512 w 36058"/>
                    <a:gd name="connsiteY12" fmla="*/ 8955 h 53684"/>
                    <a:gd name="connsiteX13" fmla="*/ 7581 w 36058"/>
                    <a:gd name="connsiteY13" fmla="*/ 7581 h 53684"/>
                    <a:gd name="connsiteX14" fmla="*/ 6650 w 36058"/>
                    <a:gd name="connsiteY14" fmla="*/ 6251 h 53684"/>
                    <a:gd name="connsiteX15" fmla="*/ 4832 w 36058"/>
                    <a:gd name="connsiteY15" fmla="*/ 3059 h 53684"/>
                    <a:gd name="connsiteX16" fmla="*/ 2394 w 36058"/>
                    <a:gd name="connsiteY16" fmla="*/ 133 h 53684"/>
                    <a:gd name="connsiteX17" fmla="*/ 2217 w 36058"/>
                    <a:gd name="connsiteY17" fmla="*/ 0 h 53684"/>
                    <a:gd name="connsiteX18" fmla="*/ 1241 w 36058"/>
                    <a:gd name="connsiteY18" fmla="*/ 2084 h 53684"/>
                    <a:gd name="connsiteX19" fmla="*/ 488 w 36058"/>
                    <a:gd name="connsiteY19" fmla="*/ 4167 h 53684"/>
                    <a:gd name="connsiteX20" fmla="*/ 0 w 36058"/>
                    <a:gd name="connsiteY20" fmla="*/ 6295 h 53684"/>
                    <a:gd name="connsiteX21" fmla="*/ 89 w 36058"/>
                    <a:gd name="connsiteY21" fmla="*/ 8512 h 53684"/>
                    <a:gd name="connsiteX22" fmla="*/ 887 w 36058"/>
                    <a:gd name="connsiteY22" fmla="*/ 12989 h 53684"/>
                    <a:gd name="connsiteX23" fmla="*/ 2793 w 36058"/>
                    <a:gd name="connsiteY23" fmla="*/ 17466 h 53684"/>
                    <a:gd name="connsiteX24" fmla="*/ 5453 w 36058"/>
                    <a:gd name="connsiteY24" fmla="*/ 21722 h 53684"/>
                    <a:gd name="connsiteX25" fmla="*/ 8645 w 36058"/>
                    <a:gd name="connsiteY25" fmla="*/ 25756 h 53684"/>
                    <a:gd name="connsiteX26" fmla="*/ 16225 w 36058"/>
                    <a:gd name="connsiteY26" fmla="*/ 33115 h 53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6058" h="53684">
                      <a:moveTo>
                        <a:pt x="16225" y="33115"/>
                      </a:moveTo>
                      <a:cubicBezTo>
                        <a:pt x="20126" y="36351"/>
                        <a:pt x="23806" y="39898"/>
                        <a:pt x="26820" y="43444"/>
                      </a:cubicBezTo>
                      <a:cubicBezTo>
                        <a:pt x="29879" y="46991"/>
                        <a:pt x="32229" y="50493"/>
                        <a:pt x="33293" y="53685"/>
                      </a:cubicBezTo>
                      <a:lnTo>
                        <a:pt x="35155" y="51468"/>
                      </a:lnTo>
                      <a:cubicBezTo>
                        <a:pt x="36662" y="49562"/>
                        <a:pt x="36219" y="46282"/>
                        <a:pt x="34312" y="42513"/>
                      </a:cubicBezTo>
                      <a:cubicBezTo>
                        <a:pt x="33337" y="40652"/>
                        <a:pt x="32007" y="38657"/>
                        <a:pt x="30455" y="36573"/>
                      </a:cubicBezTo>
                      <a:cubicBezTo>
                        <a:pt x="28948" y="34489"/>
                        <a:pt x="26953" y="32495"/>
                        <a:pt x="25003" y="30455"/>
                      </a:cubicBezTo>
                      <a:lnTo>
                        <a:pt x="20747" y="26155"/>
                      </a:lnTo>
                      <a:lnTo>
                        <a:pt x="16890" y="21811"/>
                      </a:lnTo>
                      <a:cubicBezTo>
                        <a:pt x="15649" y="20348"/>
                        <a:pt x="14674" y="18885"/>
                        <a:pt x="13521" y="17466"/>
                      </a:cubicBezTo>
                      <a:cubicBezTo>
                        <a:pt x="12457" y="16048"/>
                        <a:pt x="11792" y="14674"/>
                        <a:pt x="10861" y="13299"/>
                      </a:cubicBezTo>
                      <a:cubicBezTo>
                        <a:pt x="10462" y="12413"/>
                        <a:pt x="10108" y="11615"/>
                        <a:pt x="9576" y="10817"/>
                      </a:cubicBezTo>
                      <a:cubicBezTo>
                        <a:pt x="9044" y="10019"/>
                        <a:pt x="8999" y="9576"/>
                        <a:pt x="8512" y="8955"/>
                      </a:cubicBezTo>
                      <a:cubicBezTo>
                        <a:pt x="7980" y="8334"/>
                        <a:pt x="8024" y="8068"/>
                        <a:pt x="7581" y="7581"/>
                      </a:cubicBezTo>
                      <a:cubicBezTo>
                        <a:pt x="7137" y="7093"/>
                        <a:pt x="6916" y="6694"/>
                        <a:pt x="6650" y="6251"/>
                      </a:cubicBezTo>
                      <a:cubicBezTo>
                        <a:pt x="5852" y="5320"/>
                        <a:pt x="5453" y="4167"/>
                        <a:pt x="4832" y="3059"/>
                      </a:cubicBezTo>
                      <a:cubicBezTo>
                        <a:pt x="4167" y="1951"/>
                        <a:pt x="3369" y="798"/>
                        <a:pt x="2394" y="133"/>
                      </a:cubicBezTo>
                      <a:lnTo>
                        <a:pt x="2217" y="0"/>
                      </a:lnTo>
                      <a:lnTo>
                        <a:pt x="1241" y="2084"/>
                      </a:lnTo>
                      <a:cubicBezTo>
                        <a:pt x="842" y="2748"/>
                        <a:pt x="576" y="3414"/>
                        <a:pt x="488" y="4167"/>
                      </a:cubicBezTo>
                      <a:lnTo>
                        <a:pt x="0" y="6295"/>
                      </a:lnTo>
                      <a:lnTo>
                        <a:pt x="89" y="8512"/>
                      </a:lnTo>
                      <a:cubicBezTo>
                        <a:pt x="-88" y="9974"/>
                        <a:pt x="665" y="11482"/>
                        <a:pt x="887" y="12989"/>
                      </a:cubicBezTo>
                      <a:cubicBezTo>
                        <a:pt x="1374" y="14496"/>
                        <a:pt x="2172" y="15959"/>
                        <a:pt x="2793" y="17466"/>
                      </a:cubicBezTo>
                      <a:lnTo>
                        <a:pt x="5453" y="21722"/>
                      </a:lnTo>
                      <a:cubicBezTo>
                        <a:pt x="6428" y="23097"/>
                        <a:pt x="7581" y="24426"/>
                        <a:pt x="8645" y="25756"/>
                      </a:cubicBezTo>
                      <a:cubicBezTo>
                        <a:pt x="10950" y="28372"/>
                        <a:pt x="13521" y="30810"/>
                        <a:pt x="16225" y="33115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38" name="Forme libre : forme 24537">
                  <a:extLst>
                    <a:ext uri="{FF2B5EF4-FFF2-40B4-BE49-F238E27FC236}">
                      <a16:creationId xmlns:a16="http://schemas.microsoft.com/office/drawing/2014/main" id="{5881E608-42F5-4BF3-A30A-8333DB8FF4CC}"/>
                    </a:ext>
                  </a:extLst>
                </p:cNvPr>
                <p:cNvSpPr/>
                <p:nvPr/>
              </p:nvSpPr>
              <p:spPr>
                <a:xfrm>
                  <a:off x="6214488" y="1727499"/>
                  <a:ext cx="20061" cy="26245"/>
                </a:xfrm>
                <a:custGeom>
                  <a:avLst/>
                  <a:gdLst>
                    <a:gd name="connsiteX0" fmla="*/ 1737 w 20061"/>
                    <a:gd name="connsiteY0" fmla="*/ 34 h 26245"/>
                    <a:gd name="connsiteX1" fmla="*/ 3776 w 20061"/>
                    <a:gd name="connsiteY1" fmla="*/ 699 h 26245"/>
                    <a:gd name="connsiteX2" fmla="*/ 6259 w 20061"/>
                    <a:gd name="connsiteY2" fmla="*/ 3048 h 26245"/>
                    <a:gd name="connsiteX3" fmla="*/ 9229 w 20061"/>
                    <a:gd name="connsiteY3" fmla="*/ 6595 h 26245"/>
                    <a:gd name="connsiteX4" fmla="*/ 12731 w 20061"/>
                    <a:gd name="connsiteY4" fmla="*/ 11072 h 26245"/>
                    <a:gd name="connsiteX5" fmla="*/ 16144 w 20061"/>
                    <a:gd name="connsiteY5" fmla="*/ 15860 h 26245"/>
                    <a:gd name="connsiteX6" fmla="*/ 18671 w 20061"/>
                    <a:gd name="connsiteY6" fmla="*/ 20204 h 26245"/>
                    <a:gd name="connsiteX7" fmla="*/ 19602 w 20061"/>
                    <a:gd name="connsiteY7" fmla="*/ 25790 h 26245"/>
                    <a:gd name="connsiteX8" fmla="*/ 13928 w 20061"/>
                    <a:gd name="connsiteY8" fmla="*/ 24771 h 26245"/>
                    <a:gd name="connsiteX9" fmla="*/ 9672 w 20061"/>
                    <a:gd name="connsiteY9" fmla="*/ 21534 h 26245"/>
                    <a:gd name="connsiteX10" fmla="*/ 5283 w 20061"/>
                    <a:gd name="connsiteY10" fmla="*/ 16747 h 26245"/>
                    <a:gd name="connsiteX11" fmla="*/ 1826 w 20061"/>
                    <a:gd name="connsiteY11" fmla="*/ 11072 h 26245"/>
                    <a:gd name="connsiteX12" fmla="*/ 185 w 20061"/>
                    <a:gd name="connsiteY12" fmla="*/ 5753 h 26245"/>
                    <a:gd name="connsiteX13" fmla="*/ 318 w 20061"/>
                    <a:gd name="connsiteY13" fmla="*/ 1807 h 26245"/>
                    <a:gd name="connsiteX14" fmla="*/ 1737 w 20061"/>
                    <a:gd name="connsiteY14" fmla="*/ 34 h 26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0061" h="26245">
                      <a:moveTo>
                        <a:pt x="1737" y="34"/>
                      </a:moveTo>
                      <a:cubicBezTo>
                        <a:pt x="2358" y="-99"/>
                        <a:pt x="3067" y="167"/>
                        <a:pt x="3776" y="699"/>
                      </a:cubicBezTo>
                      <a:cubicBezTo>
                        <a:pt x="4397" y="1275"/>
                        <a:pt x="5283" y="2029"/>
                        <a:pt x="6259" y="3048"/>
                      </a:cubicBezTo>
                      <a:cubicBezTo>
                        <a:pt x="7145" y="4068"/>
                        <a:pt x="8032" y="5265"/>
                        <a:pt x="9229" y="6595"/>
                      </a:cubicBezTo>
                      <a:cubicBezTo>
                        <a:pt x="10337" y="7969"/>
                        <a:pt x="11401" y="9476"/>
                        <a:pt x="12731" y="11072"/>
                      </a:cubicBezTo>
                      <a:cubicBezTo>
                        <a:pt x="13972" y="12712"/>
                        <a:pt x="15036" y="14353"/>
                        <a:pt x="16144" y="15860"/>
                      </a:cubicBezTo>
                      <a:cubicBezTo>
                        <a:pt x="17208" y="17367"/>
                        <a:pt x="18051" y="18830"/>
                        <a:pt x="18671" y="20204"/>
                      </a:cubicBezTo>
                      <a:cubicBezTo>
                        <a:pt x="20046" y="22776"/>
                        <a:pt x="20489" y="24859"/>
                        <a:pt x="19602" y="25790"/>
                      </a:cubicBezTo>
                      <a:cubicBezTo>
                        <a:pt x="18716" y="26677"/>
                        <a:pt x="16632" y="26234"/>
                        <a:pt x="13928" y="24771"/>
                      </a:cubicBezTo>
                      <a:cubicBezTo>
                        <a:pt x="12642" y="23973"/>
                        <a:pt x="11179" y="22864"/>
                        <a:pt x="9672" y="21534"/>
                      </a:cubicBezTo>
                      <a:cubicBezTo>
                        <a:pt x="8121" y="20249"/>
                        <a:pt x="6702" y="18564"/>
                        <a:pt x="5283" y="16747"/>
                      </a:cubicBezTo>
                      <a:cubicBezTo>
                        <a:pt x="3821" y="14973"/>
                        <a:pt x="2712" y="12934"/>
                        <a:pt x="1826" y="11072"/>
                      </a:cubicBezTo>
                      <a:cubicBezTo>
                        <a:pt x="850" y="9255"/>
                        <a:pt x="407" y="7348"/>
                        <a:pt x="185" y="5753"/>
                      </a:cubicBezTo>
                      <a:cubicBezTo>
                        <a:pt x="-81" y="4157"/>
                        <a:pt x="-81" y="2827"/>
                        <a:pt x="318" y="1807"/>
                      </a:cubicBezTo>
                      <a:cubicBezTo>
                        <a:pt x="584" y="743"/>
                        <a:pt x="1072" y="167"/>
                        <a:pt x="1737" y="34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39" name="Forme libre : forme 24538">
                  <a:extLst>
                    <a:ext uri="{FF2B5EF4-FFF2-40B4-BE49-F238E27FC236}">
                      <a16:creationId xmlns:a16="http://schemas.microsoft.com/office/drawing/2014/main" id="{5D32B80E-5E06-4BE3-BE27-AB04702413B7}"/>
                    </a:ext>
                  </a:extLst>
                </p:cNvPr>
                <p:cNvSpPr/>
                <p:nvPr/>
              </p:nvSpPr>
              <p:spPr>
                <a:xfrm>
                  <a:off x="6223096" y="1733340"/>
                  <a:ext cx="11409" cy="20378"/>
                </a:xfrm>
                <a:custGeom>
                  <a:avLst/>
                  <a:gdLst>
                    <a:gd name="connsiteX0" fmla="*/ 3236 w 11409"/>
                    <a:gd name="connsiteY0" fmla="*/ 17466 h 20378"/>
                    <a:gd name="connsiteX1" fmla="*/ 10950 w 11409"/>
                    <a:gd name="connsiteY1" fmla="*/ 19905 h 20378"/>
                    <a:gd name="connsiteX2" fmla="*/ 10019 w 11409"/>
                    <a:gd name="connsiteY2" fmla="*/ 14319 h 20378"/>
                    <a:gd name="connsiteX3" fmla="*/ 7492 w 11409"/>
                    <a:gd name="connsiteY3" fmla="*/ 9974 h 20378"/>
                    <a:gd name="connsiteX4" fmla="*/ 4079 w 11409"/>
                    <a:gd name="connsiteY4" fmla="*/ 5187 h 20378"/>
                    <a:gd name="connsiteX5" fmla="*/ 0 w 11409"/>
                    <a:gd name="connsiteY5" fmla="*/ 0 h 20378"/>
                    <a:gd name="connsiteX6" fmla="*/ 1596 w 11409"/>
                    <a:gd name="connsiteY6" fmla="*/ 3236 h 20378"/>
                    <a:gd name="connsiteX7" fmla="*/ 4389 w 11409"/>
                    <a:gd name="connsiteY7" fmla="*/ 11969 h 20378"/>
                    <a:gd name="connsiteX8" fmla="*/ 3236 w 11409"/>
                    <a:gd name="connsiteY8" fmla="*/ 17466 h 20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409" h="20378">
                      <a:moveTo>
                        <a:pt x="3236" y="17466"/>
                      </a:moveTo>
                      <a:cubicBezTo>
                        <a:pt x="6783" y="20171"/>
                        <a:pt x="9886" y="21013"/>
                        <a:pt x="10950" y="19905"/>
                      </a:cubicBezTo>
                      <a:cubicBezTo>
                        <a:pt x="11837" y="18974"/>
                        <a:pt x="11393" y="16934"/>
                        <a:pt x="10019" y="14319"/>
                      </a:cubicBezTo>
                      <a:cubicBezTo>
                        <a:pt x="9398" y="12989"/>
                        <a:pt x="8556" y="11526"/>
                        <a:pt x="7492" y="9974"/>
                      </a:cubicBezTo>
                      <a:cubicBezTo>
                        <a:pt x="6384" y="8467"/>
                        <a:pt x="5320" y="6827"/>
                        <a:pt x="4079" y="5187"/>
                      </a:cubicBezTo>
                      <a:cubicBezTo>
                        <a:pt x="2483" y="3325"/>
                        <a:pt x="1330" y="1507"/>
                        <a:pt x="0" y="0"/>
                      </a:cubicBezTo>
                      <a:cubicBezTo>
                        <a:pt x="621" y="1064"/>
                        <a:pt x="1153" y="2128"/>
                        <a:pt x="1596" y="3236"/>
                      </a:cubicBezTo>
                      <a:cubicBezTo>
                        <a:pt x="2970" y="6251"/>
                        <a:pt x="3857" y="9487"/>
                        <a:pt x="4389" y="11969"/>
                      </a:cubicBezTo>
                      <a:cubicBezTo>
                        <a:pt x="4877" y="14585"/>
                        <a:pt x="4566" y="16624"/>
                        <a:pt x="3236" y="17466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40" name="Forme libre : forme 24539">
                  <a:extLst>
                    <a:ext uri="{FF2B5EF4-FFF2-40B4-BE49-F238E27FC236}">
                      <a16:creationId xmlns:a16="http://schemas.microsoft.com/office/drawing/2014/main" id="{F821C69A-8AB0-41E3-ADA3-EE84FEF44A76}"/>
                    </a:ext>
                  </a:extLst>
                </p:cNvPr>
                <p:cNvSpPr/>
                <p:nvPr/>
              </p:nvSpPr>
              <p:spPr>
                <a:xfrm>
                  <a:off x="6214799" y="1725833"/>
                  <a:ext cx="19297" cy="26066"/>
                </a:xfrm>
                <a:custGeom>
                  <a:avLst/>
                  <a:gdLst>
                    <a:gd name="connsiteX0" fmla="*/ 2047 w 19297"/>
                    <a:gd name="connsiteY0" fmla="*/ 15 h 26066"/>
                    <a:gd name="connsiteX1" fmla="*/ 4130 w 19297"/>
                    <a:gd name="connsiteY1" fmla="*/ 769 h 26066"/>
                    <a:gd name="connsiteX2" fmla="*/ 6302 w 19297"/>
                    <a:gd name="connsiteY2" fmla="*/ 3074 h 26066"/>
                    <a:gd name="connsiteX3" fmla="*/ 9007 w 19297"/>
                    <a:gd name="connsiteY3" fmla="*/ 6532 h 26066"/>
                    <a:gd name="connsiteX4" fmla="*/ 12287 w 19297"/>
                    <a:gd name="connsiteY4" fmla="*/ 10965 h 26066"/>
                    <a:gd name="connsiteX5" fmla="*/ 15523 w 19297"/>
                    <a:gd name="connsiteY5" fmla="*/ 15708 h 26066"/>
                    <a:gd name="connsiteX6" fmla="*/ 18006 w 19297"/>
                    <a:gd name="connsiteY6" fmla="*/ 20008 h 26066"/>
                    <a:gd name="connsiteX7" fmla="*/ 18804 w 19297"/>
                    <a:gd name="connsiteY7" fmla="*/ 25594 h 26066"/>
                    <a:gd name="connsiteX8" fmla="*/ 13174 w 19297"/>
                    <a:gd name="connsiteY8" fmla="*/ 24486 h 26066"/>
                    <a:gd name="connsiteX9" fmla="*/ 8962 w 19297"/>
                    <a:gd name="connsiteY9" fmla="*/ 21294 h 26066"/>
                    <a:gd name="connsiteX10" fmla="*/ 4662 w 19297"/>
                    <a:gd name="connsiteY10" fmla="*/ 16462 h 26066"/>
                    <a:gd name="connsiteX11" fmla="*/ 1426 w 19297"/>
                    <a:gd name="connsiteY11" fmla="*/ 10743 h 26066"/>
                    <a:gd name="connsiteX12" fmla="*/ 52 w 19297"/>
                    <a:gd name="connsiteY12" fmla="*/ 5423 h 26066"/>
                    <a:gd name="connsiteX13" fmla="*/ 495 w 19297"/>
                    <a:gd name="connsiteY13" fmla="*/ 1567 h 26066"/>
                    <a:gd name="connsiteX14" fmla="*/ 2047 w 19297"/>
                    <a:gd name="connsiteY14" fmla="*/ 15 h 26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9297" h="26066">
                      <a:moveTo>
                        <a:pt x="2047" y="15"/>
                      </a:moveTo>
                      <a:cubicBezTo>
                        <a:pt x="2667" y="-74"/>
                        <a:pt x="3421" y="237"/>
                        <a:pt x="4130" y="769"/>
                      </a:cubicBezTo>
                      <a:cubicBezTo>
                        <a:pt x="4884" y="1301"/>
                        <a:pt x="5460" y="2099"/>
                        <a:pt x="6302" y="3074"/>
                      </a:cubicBezTo>
                      <a:cubicBezTo>
                        <a:pt x="7233" y="4049"/>
                        <a:pt x="8031" y="5202"/>
                        <a:pt x="9007" y="6532"/>
                      </a:cubicBezTo>
                      <a:cubicBezTo>
                        <a:pt x="10159" y="7817"/>
                        <a:pt x="11046" y="9369"/>
                        <a:pt x="12287" y="10965"/>
                      </a:cubicBezTo>
                      <a:cubicBezTo>
                        <a:pt x="13528" y="12561"/>
                        <a:pt x="14548" y="14201"/>
                        <a:pt x="15523" y="15708"/>
                      </a:cubicBezTo>
                      <a:cubicBezTo>
                        <a:pt x="16543" y="17215"/>
                        <a:pt x="17385" y="18678"/>
                        <a:pt x="18006" y="20008"/>
                      </a:cubicBezTo>
                      <a:cubicBezTo>
                        <a:pt x="19203" y="22668"/>
                        <a:pt x="19779" y="24663"/>
                        <a:pt x="18804" y="25594"/>
                      </a:cubicBezTo>
                      <a:cubicBezTo>
                        <a:pt x="17917" y="26481"/>
                        <a:pt x="15745" y="26126"/>
                        <a:pt x="13174" y="24486"/>
                      </a:cubicBezTo>
                      <a:cubicBezTo>
                        <a:pt x="11888" y="23688"/>
                        <a:pt x="10469" y="22579"/>
                        <a:pt x="8962" y="21294"/>
                      </a:cubicBezTo>
                      <a:cubicBezTo>
                        <a:pt x="7499" y="19964"/>
                        <a:pt x="6081" y="18235"/>
                        <a:pt x="4662" y="16462"/>
                      </a:cubicBezTo>
                      <a:cubicBezTo>
                        <a:pt x="3244" y="14644"/>
                        <a:pt x="2313" y="12561"/>
                        <a:pt x="1426" y="10743"/>
                      </a:cubicBezTo>
                      <a:cubicBezTo>
                        <a:pt x="628" y="8837"/>
                        <a:pt x="273" y="6931"/>
                        <a:pt x="52" y="5423"/>
                      </a:cubicBezTo>
                      <a:cubicBezTo>
                        <a:pt x="-125" y="3872"/>
                        <a:pt x="185" y="2453"/>
                        <a:pt x="495" y="1567"/>
                      </a:cubicBezTo>
                      <a:cubicBezTo>
                        <a:pt x="894" y="591"/>
                        <a:pt x="1426" y="104"/>
                        <a:pt x="2047" y="1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41" name="Forme libre : forme 24540">
                  <a:extLst>
                    <a:ext uri="{FF2B5EF4-FFF2-40B4-BE49-F238E27FC236}">
                      <a16:creationId xmlns:a16="http://schemas.microsoft.com/office/drawing/2014/main" id="{B2041246-6935-4708-90D0-C28EAB9D4C93}"/>
                    </a:ext>
                  </a:extLst>
                </p:cNvPr>
                <p:cNvSpPr/>
                <p:nvPr/>
              </p:nvSpPr>
              <p:spPr>
                <a:xfrm>
                  <a:off x="6222276" y="1730252"/>
                  <a:ext cx="24095" cy="35890"/>
                </a:xfrm>
                <a:custGeom>
                  <a:avLst/>
                  <a:gdLst>
                    <a:gd name="connsiteX0" fmla="*/ 22099 w 24095"/>
                    <a:gd name="connsiteY0" fmla="*/ 31770 h 35890"/>
                    <a:gd name="connsiteX1" fmla="*/ 24094 w 24095"/>
                    <a:gd name="connsiteY1" fmla="*/ 27869 h 35890"/>
                    <a:gd name="connsiteX2" fmla="*/ 16070 w 24095"/>
                    <a:gd name="connsiteY2" fmla="*/ 13816 h 35890"/>
                    <a:gd name="connsiteX3" fmla="*/ 11016 w 24095"/>
                    <a:gd name="connsiteY3" fmla="*/ 7787 h 35890"/>
                    <a:gd name="connsiteX4" fmla="*/ 6184 w 24095"/>
                    <a:gd name="connsiteY4" fmla="*/ 2644 h 35890"/>
                    <a:gd name="connsiteX5" fmla="*/ 2682 w 24095"/>
                    <a:gd name="connsiteY5" fmla="*/ 251 h 35890"/>
                    <a:gd name="connsiteX6" fmla="*/ 288 w 24095"/>
                    <a:gd name="connsiteY6" fmla="*/ 827 h 35890"/>
                    <a:gd name="connsiteX7" fmla="*/ 909 w 24095"/>
                    <a:gd name="connsiteY7" fmla="*/ 6280 h 35890"/>
                    <a:gd name="connsiteX8" fmla="*/ 5342 w 24095"/>
                    <a:gd name="connsiteY8" fmla="*/ 19978 h 35890"/>
                    <a:gd name="connsiteX9" fmla="*/ 13765 w 24095"/>
                    <a:gd name="connsiteY9" fmla="*/ 34696 h 35890"/>
                    <a:gd name="connsiteX10" fmla="*/ 22099 w 24095"/>
                    <a:gd name="connsiteY10" fmla="*/ 31770 h 35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095" h="35890">
                      <a:moveTo>
                        <a:pt x="22099" y="31770"/>
                      </a:moveTo>
                      <a:cubicBezTo>
                        <a:pt x="23118" y="30750"/>
                        <a:pt x="24138" y="29731"/>
                        <a:pt x="24094" y="27869"/>
                      </a:cubicBezTo>
                      <a:cubicBezTo>
                        <a:pt x="24005" y="24322"/>
                        <a:pt x="20015" y="18737"/>
                        <a:pt x="16070" y="13816"/>
                      </a:cubicBezTo>
                      <a:cubicBezTo>
                        <a:pt x="14430" y="11777"/>
                        <a:pt x="12834" y="9649"/>
                        <a:pt x="11016" y="7787"/>
                      </a:cubicBezTo>
                      <a:cubicBezTo>
                        <a:pt x="9553" y="5836"/>
                        <a:pt x="7603" y="4107"/>
                        <a:pt x="6184" y="2644"/>
                      </a:cubicBezTo>
                      <a:cubicBezTo>
                        <a:pt x="5120" y="1581"/>
                        <a:pt x="3613" y="650"/>
                        <a:pt x="2682" y="251"/>
                      </a:cubicBezTo>
                      <a:cubicBezTo>
                        <a:pt x="1707" y="-148"/>
                        <a:pt x="776" y="-148"/>
                        <a:pt x="288" y="827"/>
                      </a:cubicBezTo>
                      <a:cubicBezTo>
                        <a:pt x="-421" y="2024"/>
                        <a:pt x="332" y="4196"/>
                        <a:pt x="909" y="6280"/>
                      </a:cubicBezTo>
                      <a:cubicBezTo>
                        <a:pt x="2416" y="11156"/>
                        <a:pt x="4145" y="15811"/>
                        <a:pt x="5342" y="19978"/>
                      </a:cubicBezTo>
                      <a:cubicBezTo>
                        <a:pt x="6317" y="23524"/>
                        <a:pt x="7824" y="30928"/>
                        <a:pt x="13765" y="34696"/>
                      </a:cubicBezTo>
                      <a:cubicBezTo>
                        <a:pt x="19040" y="38154"/>
                        <a:pt x="20636" y="33144"/>
                        <a:pt x="22099" y="3177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42" name="Forme libre : forme 24541">
                  <a:extLst>
                    <a:ext uri="{FF2B5EF4-FFF2-40B4-BE49-F238E27FC236}">
                      <a16:creationId xmlns:a16="http://schemas.microsoft.com/office/drawing/2014/main" id="{748B5CB4-ACC8-413D-9F53-9CA35DBE8D6F}"/>
                    </a:ext>
                  </a:extLst>
                </p:cNvPr>
                <p:cNvSpPr/>
                <p:nvPr/>
              </p:nvSpPr>
              <p:spPr>
                <a:xfrm>
                  <a:off x="6224972" y="1752817"/>
                  <a:ext cx="11770" cy="8076"/>
                </a:xfrm>
                <a:custGeom>
                  <a:avLst/>
                  <a:gdLst>
                    <a:gd name="connsiteX0" fmla="*/ 10404 w 11770"/>
                    <a:gd name="connsiteY0" fmla="*/ 8053 h 8076"/>
                    <a:gd name="connsiteX1" fmla="*/ 11645 w 11770"/>
                    <a:gd name="connsiteY1" fmla="*/ 7876 h 8076"/>
                    <a:gd name="connsiteX2" fmla="*/ 11291 w 11770"/>
                    <a:gd name="connsiteY2" fmla="*/ 6413 h 8076"/>
                    <a:gd name="connsiteX3" fmla="*/ 9517 w 11770"/>
                    <a:gd name="connsiteY3" fmla="*/ 4861 h 8076"/>
                    <a:gd name="connsiteX4" fmla="*/ 4774 w 11770"/>
                    <a:gd name="connsiteY4" fmla="*/ 1492 h 8076"/>
                    <a:gd name="connsiteX5" fmla="*/ 2868 w 11770"/>
                    <a:gd name="connsiteY5" fmla="*/ 428 h 8076"/>
                    <a:gd name="connsiteX6" fmla="*/ 1981 w 11770"/>
                    <a:gd name="connsiteY6" fmla="*/ 3753 h 8076"/>
                    <a:gd name="connsiteX7" fmla="*/ 10404 w 11770"/>
                    <a:gd name="connsiteY7" fmla="*/ 8053 h 8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770" h="8076">
                      <a:moveTo>
                        <a:pt x="10404" y="8053"/>
                      </a:moveTo>
                      <a:cubicBezTo>
                        <a:pt x="10936" y="8097"/>
                        <a:pt x="11424" y="8097"/>
                        <a:pt x="11645" y="7876"/>
                      </a:cubicBezTo>
                      <a:cubicBezTo>
                        <a:pt x="11867" y="7610"/>
                        <a:pt x="11823" y="7033"/>
                        <a:pt x="11291" y="6413"/>
                      </a:cubicBezTo>
                      <a:cubicBezTo>
                        <a:pt x="10847" y="5836"/>
                        <a:pt x="10138" y="5304"/>
                        <a:pt x="9517" y="4861"/>
                      </a:cubicBezTo>
                      <a:cubicBezTo>
                        <a:pt x="7922" y="3620"/>
                        <a:pt x="6326" y="2512"/>
                        <a:pt x="4774" y="1492"/>
                      </a:cubicBezTo>
                      <a:cubicBezTo>
                        <a:pt x="4109" y="1093"/>
                        <a:pt x="3444" y="650"/>
                        <a:pt x="2868" y="428"/>
                      </a:cubicBezTo>
                      <a:cubicBezTo>
                        <a:pt x="430" y="-724"/>
                        <a:pt x="-1698" y="472"/>
                        <a:pt x="1981" y="3753"/>
                      </a:cubicBezTo>
                      <a:cubicBezTo>
                        <a:pt x="4818" y="6191"/>
                        <a:pt x="8276" y="7831"/>
                        <a:pt x="10404" y="805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43" name="Forme libre : forme 24542">
                  <a:extLst>
                    <a:ext uri="{FF2B5EF4-FFF2-40B4-BE49-F238E27FC236}">
                      <a16:creationId xmlns:a16="http://schemas.microsoft.com/office/drawing/2014/main" id="{CD5E0E51-7DB6-40EC-AD99-26F4564917F3}"/>
                    </a:ext>
                  </a:extLst>
                </p:cNvPr>
                <p:cNvSpPr/>
                <p:nvPr/>
              </p:nvSpPr>
              <p:spPr>
                <a:xfrm>
                  <a:off x="6219107" y="1716849"/>
                  <a:ext cx="9530" cy="12013"/>
                </a:xfrm>
                <a:custGeom>
                  <a:avLst/>
                  <a:gdLst>
                    <a:gd name="connsiteX0" fmla="*/ 0 w 9530"/>
                    <a:gd name="connsiteY0" fmla="*/ 0 h 12013"/>
                    <a:gd name="connsiteX1" fmla="*/ 975 w 9530"/>
                    <a:gd name="connsiteY1" fmla="*/ 665 h 12013"/>
                    <a:gd name="connsiteX2" fmla="*/ 2793 w 9530"/>
                    <a:gd name="connsiteY2" fmla="*/ 2970 h 12013"/>
                    <a:gd name="connsiteX3" fmla="*/ 4078 w 9530"/>
                    <a:gd name="connsiteY3" fmla="*/ 4655 h 12013"/>
                    <a:gd name="connsiteX4" fmla="*/ 4655 w 9530"/>
                    <a:gd name="connsiteY4" fmla="*/ 5497 h 12013"/>
                    <a:gd name="connsiteX5" fmla="*/ 5453 w 9530"/>
                    <a:gd name="connsiteY5" fmla="*/ 6428 h 12013"/>
                    <a:gd name="connsiteX6" fmla="*/ 6118 w 9530"/>
                    <a:gd name="connsiteY6" fmla="*/ 7359 h 12013"/>
                    <a:gd name="connsiteX7" fmla="*/ 7137 w 9530"/>
                    <a:gd name="connsiteY7" fmla="*/ 8600 h 12013"/>
                    <a:gd name="connsiteX8" fmla="*/ 9531 w 9530"/>
                    <a:gd name="connsiteY8" fmla="*/ 12014 h 12013"/>
                    <a:gd name="connsiteX9" fmla="*/ 8511 w 9530"/>
                    <a:gd name="connsiteY9" fmla="*/ 10728 h 12013"/>
                    <a:gd name="connsiteX10" fmla="*/ 7270 w 9530"/>
                    <a:gd name="connsiteY10" fmla="*/ 9398 h 12013"/>
                    <a:gd name="connsiteX11" fmla="*/ 5985 w 9530"/>
                    <a:gd name="connsiteY11" fmla="*/ 7980 h 12013"/>
                    <a:gd name="connsiteX12" fmla="*/ 4610 w 9530"/>
                    <a:gd name="connsiteY12" fmla="*/ 6428 h 12013"/>
                    <a:gd name="connsiteX13" fmla="*/ 3768 w 9530"/>
                    <a:gd name="connsiteY13" fmla="*/ 5541 h 12013"/>
                    <a:gd name="connsiteX14" fmla="*/ 3147 w 9530"/>
                    <a:gd name="connsiteY14" fmla="*/ 4610 h 12013"/>
                    <a:gd name="connsiteX15" fmla="*/ 1551 w 9530"/>
                    <a:gd name="connsiteY15" fmla="*/ 2394 h 12013"/>
                    <a:gd name="connsiteX16" fmla="*/ 0 w 9530"/>
                    <a:gd name="connsiteY16" fmla="*/ 0 h 12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530" h="12013">
                      <a:moveTo>
                        <a:pt x="0" y="0"/>
                      </a:moveTo>
                      <a:cubicBezTo>
                        <a:pt x="0" y="0"/>
                        <a:pt x="443" y="177"/>
                        <a:pt x="975" y="665"/>
                      </a:cubicBezTo>
                      <a:cubicBezTo>
                        <a:pt x="1507" y="1153"/>
                        <a:pt x="2217" y="1951"/>
                        <a:pt x="2793" y="2970"/>
                      </a:cubicBezTo>
                      <a:cubicBezTo>
                        <a:pt x="3236" y="3502"/>
                        <a:pt x="3679" y="4079"/>
                        <a:pt x="4078" y="4655"/>
                      </a:cubicBezTo>
                      <a:cubicBezTo>
                        <a:pt x="4300" y="4921"/>
                        <a:pt x="4477" y="5231"/>
                        <a:pt x="4655" y="5497"/>
                      </a:cubicBezTo>
                      <a:cubicBezTo>
                        <a:pt x="4876" y="5807"/>
                        <a:pt x="5231" y="6118"/>
                        <a:pt x="5453" y="6428"/>
                      </a:cubicBezTo>
                      <a:cubicBezTo>
                        <a:pt x="5719" y="6738"/>
                        <a:pt x="5940" y="7049"/>
                        <a:pt x="6118" y="7359"/>
                      </a:cubicBezTo>
                      <a:cubicBezTo>
                        <a:pt x="6428" y="7714"/>
                        <a:pt x="6827" y="8157"/>
                        <a:pt x="7137" y="8600"/>
                      </a:cubicBezTo>
                      <a:cubicBezTo>
                        <a:pt x="7536" y="9398"/>
                        <a:pt x="8733" y="10639"/>
                        <a:pt x="9531" y="12014"/>
                      </a:cubicBezTo>
                      <a:cubicBezTo>
                        <a:pt x="9531" y="12014"/>
                        <a:pt x="9177" y="11482"/>
                        <a:pt x="8511" y="10728"/>
                      </a:cubicBezTo>
                      <a:cubicBezTo>
                        <a:pt x="8201" y="10373"/>
                        <a:pt x="7625" y="9841"/>
                        <a:pt x="7270" y="9398"/>
                      </a:cubicBezTo>
                      <a:cubicBezTo>
                        <a:pt x="6960" y="8955"/>
                        <a:pt x="6517" y="8512"/>
                        <a:pt x="5985" y="7980"/>
                      </a:cubicBezTo>
                      <a:cubicBezTo>
                        <a:pt x="5319" y="7403"/>
                        <a:pt x="5187" y="7049"/>
                        <a:pt x="4610" y="6428"/>
                      </a:cubicBezTo>
                      <a:cubicBezTo>
                        <a:pt x="4344" y="6162"/>
                        <a:pt x="4078" y="5852"/>
                        <a:pt x="3768" y="5541"/>
                      </a:cubicBezTo>
                      <a:cubicBezTo>
                        <a:pt x="3591" y="5231"/>
                        <a:pt x="3369" y="4921"/>
                        <a:pt x="3147" y="4610"/>
                      </a:cubicBezTo>
                      <a:cubicBezTo>
                        <a:pt x="2660" y="3946"/>
                        <a:pt x="2128" y="3192"/>
                        <a:pt x="1551" y="2394"/>
                      </a:cubicBezTo>
                      <a:cubicBezTo>
                        <a:pt x="1153" y="1596"/>
                        <a:pt x="620" y="75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44" name="Forme libre : forme 24543">
                  <a:extLst>
                    <a:ext uri="{FF2B5EF4-FFF2-40B4-BE49-F238E27FC236}">
                      <a16:creationId xmlns:a16="http://schemas.microsoft.com/office/drawing/2014/main" id="{203D6566-FBF6-437D-9A21-ADB98A560B68}"/>
                    </a:ext>
                  </a:extLst>
                </p:cNvPr>
                <p:cNvSpPr/>
                <p:nvPr/>
              </p:nvSpPr>
              <p:spPr>
                <a:xfrm>
                  <a:off x="6225801" y="1762067"/>
                  <a:ext cx="22919" cy="9803"/>
                </a:xfrm>
                <a:custGeom>
                  <a:avLst/>
                  <a:gdLst>
                    <a:gd name="connsiteX0" fmla="*/ 0 w 22919"/>
                    <a:gd name="connsiteY0" fmla="*/ 0 h 9803"/>
                    <a:gd name="connsiteX1" fmla="*/ 2527 w 22919"/>
                    <a:gd name="connsiteY1" fmla="*/ 2217 h 9803"/>
                    <a:gd name="connsiteX2" fmla="*/ 8733 w 22919"/>
                    <a:gd name="connsiteY2" fmla="*/ 6428 h 9803"/>
                    <a:gd name="connsiteX3" fmla="*/ 22919 w 22919"/>
                    <a:gd name="connsiteY3" fmla="*/ 8644 h 9803"/>
                    <a:gd name="connsiteX4" fmla="*/ 17112 w 22919"/>
                    <a:gd name="connsiteY4" fmla="*/ 8777 h 9803"/>
                    <a:gd name="connsiteX5" fmla="*/ 9886 w 22919"/>
                    <a:gd name="connsiteY5" fmla="*/ 6472 h 9803"/>
                    <a:gd name="connsiteX6" fmla="*/ 0 w 22919"/>
                    <a:gd name="connsiteY6" fmla="*/ 0 h 9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919" h="9803">
                      <a:moveTo>
                        <a:pt x="0" y="0"/>
                      </a:moveTo>
                      <a:cubicBezTo>
                        <a:pt x="0" y="0"/>
                        <a:pt x="975" y="931"/>
                        <a:pt x="2527" y="2217"/>
                      </a:cubicBezTo>
                      <a:cubicBezTo>
                        <a:pt x="4123" y="3458"/>
                        <a:pt x="6295" y="5009"/>
                        <a:pt x="8733" y="6428"/>
                      </a:cubicBezTo>
                      <a:cubicBezTo>
                        <a:pt x="13565" y="9265"/>
                        <a:pt x="19373" y="11127"/>
                        <a:pt x="22919" y="8644"/>
                      </a:cubicBezTo>
                      <a:cubicBezTo>
                        <a:pt x="22919" y="8644"/>
                        <a:pt x="20968" y="9398"/>
                        <a:pt x="17112" y="8777"/>
                      </a:cubicBezTo>
                      <a:cubicBezTo>
                        <a:pt x="15205" y="8423"/>
                        <a:pt x="12723" y="7847"/>
                        <a:pt x="9886" y="6472"/>
                      </a:cubicBezTo>
                      <a:cubicBezTo>
                        <a:pt x="7048" y="5098"/>
                        <a:pt x="3679" y="32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45" name="Forme libre : forme 24544">
                  <a:extLst>
                    <a:ext uri="{FF2B5EF4-FFF2-40B4-BE49-F238E27FC236}">
                      <a16:creationId xmlns:a16="http://schemas.microsoft.com/office/drawing/2014/main" id="{B320F308-E1B7-428F-8DE8-2E2990847FC8}"/>
                    </a:ext>
                  </a:extLst>
                </p:cNvPr>
                <p:cNvSpPr/>
                <p:nvPr/>
              </p:nvSpPr>
              <p:spPr>
                <a:xfrm>
                  <a:off x="6216754" y="1734390"/>
                  <a:ext cx="6597" cy="10875"/>
                </a:xfrm>
                <a:custGeom>
                  <a:avLst/>
                  <a:gdLst>
                    <a:gd name="connsiteX0" fmla="*/ 712 w 6597"/>
                    <a:gd name="connsiteY0" fmla="*/ 14 h 10875"/>
                    <a:gd name="connsiteX1" fmla="*/ 4968 w 6597"/>
                    <a:gd name="connsiteY1" fmla="*/ 5777 h 10875"/>
                    <a:gd name="connsiteX2" fmla="*/ 6076 w 6597"/>
                    <a:gd name="connsiteY2" fmla="*/ 10875 h 10875"/>
                    <a:gd name="connsiteX3" fmla="*/ 1244 w 6597"/>
                    <a:gd name="connsiteY3" fmla="*/ 5290 h 10875"/>
                    <a:gd name="connsiteX4" fmla="*/ 712 w 6597"/>
                    <a:gd name="connsiteY4" fmla="*/ 14 h 10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97" h="10875">
                      <a:moveTo>
                        <a:pt x="712" y="14"/>
                      </a:moveTo>
                      <a:cubicBezTo>
                        <a:pt x="1643" y="325"/>
                        <a:pt x="3549" y="2807"/>
                        <a:pt x="4968" y="5777"/>
                      </a:cubicBezTo>
                      <a:cubicBezTo>
                        <a:pt x="6564" y="8614"/>
                        <a:pt x="7096" y="10920"/>
                        <a:pt x="6076" y="10875"/>
                      </a:cubicBezTo>
                      <a:cubicBezTo>
                        <a:pt x="5101" y="10787"/>
                        <a:pt x="2663" y="8481"/>
                        <a:pt x="1244" y="5290"/>
                      </a:cubicBezTo>
                      <a:cubicBezTo>
                        <a:pt x="-263" y="2187"/>
                        <a:pt x="-352" y="-207"/>
                        <a:pt x="712" y="1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46" name="Forme libre : forme 24545">
                  <a:extLst>
                    <a:ext uri="{FF2B5EF4-FFF2-40B4-BE49-F238E27FC236}">
                      <a16:creationId xmlns:a16="http://schemas.microsoft.com/office/drawing/2014/main" id="{67A63DFA-E61D-47F0-B313-65E264BE7DDB}"/>
                    </a:ext>
                  </a:extLst>
                </p:cNvPr>
                <p:cNvSpPr/>
                <p:nvPr/>
              </p:nvSpPr>
              <p:spPr>
                <a:xfrm>
                  <a:off x="6216151" y="1732965"/>
                  <a:ext cx="1894" cy="3073"/>
                </a:xfrm>
                <a:custGeom>
                  <a:avLst/>
                  <a:gdLst>
                    <a:gd name="connsiteX0" fmla="*/ 208 w 1894"/>
                    <a:gd name="connsiteY0" fmla="*/ 20 h 3073"/>
                    <a:gd name="connsiteX1" fmla="*/ 1493 w 1894"/>
                    <a:gd name="connsiteY1" fmla="*/ 1262 h 3073"/>
                    <a:gd name="connsiteX2" fmla="*/ 1715 w 1894"/>
                    <a:gd name="connsiteY2" fmla="*/ 3035 h 3073"/>
                    <a:gd name="connsiteX3" fmla="*/ 296 w 1894"/>
                    <a:gd name="connsiteY3" fmla="*/ 1838 h 3073"/>
                    <a:gd name="connsiteX4" fmla="*/ 208 w 1894"/>
                    <a:gd name="connsiteY4" fmla="*/ 20 h 3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4" h="3073">
                      <a:moveTo>
                        <a:pt x="208" y="20"/>
                      </a:moveTo>
                      <a:cubicBezTo>
                        <a:pt x="562" y="-113"/>
                        <a:pt x="1138" y="419"/>
                        <a:pt x="1493" y="1262"/>
                      </a:cubicBezTo>
                      <a:cubicBezTo>
                        <a:pt x="1848" y="2148"/>
                        <a:pt x="2069" y="2857"/>
                        <a:pt x="1715" y="3035"/>
                      </a:cubicBezTo>
                      <a:cubicBezTo>
                        <a:pt x="1404" y="3212"/>
                        <a:pt x="651" y="2769"/>
                        <a:pt x="296" y="1838"/>
                      </a:cubicBezTo>
                      <a:cubicBezTo>
                        <a:pt x="-58" y="996"/>
                        <a:pt x="-103" y="153"/>
                        <a:pt x="208" y="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47" name="Forme libre : forme 24546">
                  <a:extLst>
                    <a:ext uri="{FF2B5EF4-FFF2-40B4-BE49-F238E27FC236}">
                      <a16:creationId xmlns:a16="http://schemas.microsoft.com/office/drawing/2014/main" id="{256E690F-6366-4898-931C-8AC722E87FEF}"/>
                    </a:ext>
                  </a:extLst>
                </p:cNvPr>
                <p:cNvSpPr/>
                <p:nvPr/>
              </p:nvSpPr>
              <p:spPr>
                <a:xfrm>
                  <a:off x="6206322" y="1717986"/>
                  <a:ext cx="11695" cy="31755"/>
                </a:xfrm>
                <a:custGeom>
                  <a:avLst/>
                  <a:gdLst>
                    <a:gd name="connsiteX0" fmla="*/ 2722 w 11695"/>
                    <a:gd name="connsiteY0" fmla="*/ 1967 h 31755"/>
                    <a:gd name="connsiteX1" fmla="*/ 9105 w 11695"/>
                    <a:gd name="connsiteY1" fmla="*/ 459 h 31755"/>
                    <a:gd name="connsiteX2" fmla="*/ 10346 w 11695"/>
                    <a:gd name="connsiteY2" fmla="*/ 3075 h 31755"/>
                    <a:gd name="connsiteX3" fmla="*/ 9105 w 11695"/>
                    <a:gd name="connsiteY3" fmla="*/ 6400 h 31755"/>
                    <a:gd name="connsiteX4" fmla="*/ 6667 w 11695"/>
                    <a:gd name="connsiteY4" fmla="*/ 9946 h 31755"/>
                    <a:gd name="connsiteX5" fmla="*/ 5780 w 11695"/>
                    <a:gd name="connsiteY5" fmla="*/ 15399 h 31755"/>
                    <a:gd name="connsiteX6" fmla="*/ 6889 w 11695"/>
                    <a:gd name="connsiteY6" fmla="*/ 19655 h 31755"/>
                    <a:gd name="connsiteX7" fmla="*/ 9371 w 11695"/>
                    <a:gd name="connsiteY7" fmla="*/ 25506 h 31755"/>
                    <a:gd name="connsiteX8" fmla="*/ 10923 w 11695"/>
                    <a:gd name="connsiteY8" fmla="*/ 31668 h 31755"/>
                    <a:gd name="connsiteX9" fmla="*/ 4096 w 11695"/>
                    <a:gd name="connsiteY9" fmla="*/ 23910 h 31755"/>
                    <a:gd name="connsiteX10" fmla="*/ 1259 w 11695"/>
                    <a:gd name="connsiteY10" fmla="*/ 17615 h 31755"/>
                    <a:gd name="connsiteX11" fmla="*/ 106 w 11695"/>
                    <a:gd name="connsiteY11" fmla="*/ 12296 h 31755"/>
                    <a:gd name="connsiteX12" fmla="*/ 17 w 11695"/>
                    <a:gd name="connsiteY12" fmla="*/ 9015 h 31755"/>
                    <a:gd name="connsiteX13" fmla="*/ 682 w 11695"/>
                    <a:gd name="connsiteY13" fmla="*/ 6001 h 31755"/>
                    <a:gd name="connsiteX14" fmla="*/ 2722 w 11695"/>
                    <a:gd name="connsiteY14" fmla="*/ 1967 h 31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695" h="31755">
                      <a:moveTo>
                        <a:pt x="2722" y="1967"/>
                      </a:moveTo>
                      <a:cubicBezTo>
                        <a:pt x="5115" y="-472"/>
                        <a:pt x="7243" y="-206"/>
                        <a:pt x="9105" y="459"/>
                      </a:cubicBezTo>
                      <a:cubicBezTo>
                        <a:pt x="9814" y="725"/>
                        <a:pt x="10613" y="1479"/>
                        <a:pt x="10346" y="3075"/>
                      </a:cubicBezTo>
                      <a:cubicBezTo>
                        <a:pt x="10169" y="4538"/>
                        <a:pt x="9770" y="5690"/>
                        <a:pt x="9105" y="6400"/>
                      </a:cubicBezTo>
                      <a:cubicBezTo>
                        <a:pt x="8086" y="7552"/>
                        <a:pt x="7332" y="8572"/>
                        <a:pt x="6667" y="9946"/>
                      </a:cubicBezTo>
                      <a:cubicBezTo>
                        <a:pt x="6091" y="11232"/>
                        <a:pt x="5381" y="13138"/>
                        <a:pt x="5780" y="15399"/>
                      </a:cubicBezTo>
                      <a:cubicBezTo>
                        <a:pt x="5869" y="16108"/>
                        <a:pt x="6268" y="17748"/>
                        <a:pt x="6889" y="19655"/>
                      </a:cubicBezTo>
                      <a:cubicBezTo>
                        <a:pt x="7642" y="21428"/>
                        <a:pt x="8485" y="23467"/>
                        <a:pt x="9371" y="25506"/>
                      </a:cubicBezTo>
                      <a:cubicBezTo>
                        <a:pt x="11189" y="29097"/>
                        <a:pt x="12652" y="32333"/>
                        <a:pt x="10923" y="31668"/>
                      </a:cubicBezTo>
                      <a:cubicBezTo>
                        <a:pt x="9194" y="30915"/>
                        <a:pt x="6312" y="28033"/>
                        <a:pt x="4096" y="23910"/>
                      </a:cubicBezTo>
                      <a:cubicBezTo>
                        <a:pt x="2899" y="22093"/>
                        <a:pt x="1968" y="19699"/>
                        <a:pt x="1259" y="17615"/>
                      </a:cubicBezTo>
                      <a:cubicBezTo>
                        <a:pt x="461" y="15665"/>
                        <a:pt x="195" y="13581"/>
                        <a:pt x="106" y="12296"/>
                      </a:cubicBezTo>
                      <a:cubicBezTo>
                        <a:pt x="17" y="11143"/>
                        <a:pt x="-27" y="10035"/>
                        <a:pt x="17" y="9015"/>
                      </a:cubicBezTo>
                      <a:cubicBezTo>
                        <a:pt x="150" y="7951"/>
                        <a:pt x="416" y="6887"/>
                        <a:pt x="682" y="6001"/>
                      </a:cubicBezTo>
                      <a:cubicBezTo>
                        <a:pt x="1214" y="4227"/>
                        <a:pt x="1702" y="2897"/>
                        <a:pt x="2722" y="196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69" name="Graphique 2">
                <a:extLst>
                  <a:ext uri="{FF2B5EF4-FFF2-40B4-BE49-F238E27FC236}">
                    <a16:creationId xmlns:a16="http://schemas.microsoft.com/office/drawing/2014/main" id="{CAD71D21-6B30-4029-BB2A-75EA4C455E41}"/>
                  </a:ext>
                </a:extLst>
              </p:cNvPr>
              <p:cNvGrpSpPr/>
              <p:nvPr/>
            </p:nvGrpSpPr>
            <p:grpSpPr>
              <a:xfrm>
                <a:off x="6213519" y="1666404"/>
                <a:ext cx="61591" cy="50362"/>
                <a:chOff x="6213519" y="1666404"/>
                <a:chExt cx="61591" cy="50362"/>
              </a:xfrm>
              <a:solidFill>
                <a:schemeClr val="accent1"/>
              </a:solidFill>
            </p:grpSpPr>
            <p:sp>
              <p:nvSpPr>
                <p:cNvPr id="24524" name="Forme libre : forme 24523">
                  <a:extLst>
                    <a:ext uri="{FF2B5EF4-FFF2-40B4-BE49-F238E27FC236}">
                      <a16:creationId xmlns:a16="http://schemas.microsoft.com/office/drawing/2014/main" id="{9FA9FDD4-EE8B-46CD-A801-6A1A46158544}"/>
                    </a:ext>
                  </a:extLst>
                </p:cNvPr>
                <p:cNvSpPr/>
                <p:nvPr/>
              </p:nvSpPr>
              <p:spPr>
                <a:xfrm>
                  <a:off x="6213519" y="1666404"/>
                  <a:ext cx="61591" cy="50362"/>
                </a:xfrm>
                <a:custGeom>
                  <a:avLst/>
                  <a:gdLst>
                    <a:gd name="connsiteX0" fmla="*/ 53200 w 61591"/>
                    <a:gd name="connsiteY0" fmla="*/ 29122 h 50362"/>
                    <a:gd name="connsiteX1" fmla="*/ 39812 w 61591"/>
                    <a:gd name="connsiteY1" fmla="*/ 39672 h 50362"/>
                    <a:gd name="connsiteX2" fmla="*/ 35999 w 61591"/>
                    <a:gd name="connsiteY2" fmla="*/ 41579 h 50362"/>
                    <a:gd name="connsiteX3" fmla="*/ 32807 w 61591"/>
                    <a:gd name="connsiteY3" fmla="*/ 43041 h 50362"/>
                    <a:gd name="connsiteX4" fmla="*/ 27488 w 61591"/>
                    <a:gd name="connsiteY4" fmla="*/ 45435 h 50362"/>
                    <a:gd name="connsiteX5" fmla="*/ 20882 w 61591"/>
                    <a:gd name="connsiteY5" fmla="*/ 48317 h 50362"/>
                    <a:gd name="connsiteX6" fmla="*/ 17912 w 61591"/>
                    <a:gd name="connsiteY6" fmla="*/ 49248 h 50362"/>
                    <a:gd name="connsiteX7" fmla="*/ 15429 w 61591"/>
                    <a:gd name="connsiteY7" fmla="*/ 49913 h 50362"/>
                    <a:gd name="connsiteX8" fmla="*/ 11041 w 61591"/>
                    <a:gd name="connsiteY8" fmla="*/ 50356 h 50362"/>
                    <a:gd name="connsiteX9" fmla="*/ 7273 w 61591"/>
                    <a:gd name="connsiteY9" fmla="*/ 49336 h 50362"/>
                    <a:gd name="connsiteX10" fmla="*/ 1554 w 61591"/>
                    <a:gd name="connsiteY10" fmla="*/ 45524 h 50362"/>
                    <a:gd name="connsiteX11" fmla="*/ 2 w 61591"/>
                    <a:gd name="connsiteY11" fmla="*/ 41800 h 50362"/>
                    <a:gd name="connsiteX12" fmla="*/ 2086 w 61591"/>
                    <a:gd name="connsiteY12" fmla="*/ 35328 h 50362"/>
                    <a:gd name="connsiteX13" fmla="*/ 4568 w 61591"/>
                    <a:gd name="connsiteY13" fmla="*/ 31693 h 50362"/>
                    <a:gd name="connsiteX14" fmla="*/ 7849 w 61591"/>
                    <a:gd name="connsiteY14" fmla="*/ 28412 h 50362"/>
                    <a:gd name="connsiteX15" fmla="*/ 16139 w 61591"/>
                    <a:gd name="connsiteY15" fmla="*/ 22738 h 50362"/>
                    <a:gd name="connsiteX16" fmla="*/ 22655 w 61591"/>
                    <a:gd name="connsiteY16" fmla="*/ 19679 h 50362"/>
                    <a:gd name="connsiteX17" fmla="*/ 24296 w 61591"/>
                    <a:gd name="connsiteY17" fmla="*/ 18925 h 50362"/>
                    <a:gd name="connsiteX18" fmla="*/ 25360 w 61591"/>
                    <a:gd name="connsiteY18" fmla="*/ 18393 h 50362"/>
                    <a:gd name="connsiteX19" fmla="*/ 27355 w 61591"/>
                    <a:gd name="connsiteY19" fmla="*/ 17374 h 50362"/>
                    <a:gd name="connsiteX20" fmla="*/ 34270 w 61591"/>
                    <a:gd name="connsiteY20" fmla="*/ 11744 h 50362"/>
                    <a:gd name="connsiteX21" fmla="*/ 38526 w 61591"/>
                    <a:gd name="connsiteY21" fmla="*/ 7222 h 50362"/>
                    <a:gd name="connsiteX22" fmla="*/ 42738 w 61591"/>
                    <a:gd name="connsiteY22" fmla="*/ 3277 h 50362"/>
                    <a:gd name="connsiteX23" fmla="*/ 50850 w 61591"/>
                    <a:gd name="connsiteY23" fmla="*/ 173 h 50362"/>
                    <a:gd name="connsiteX24" fmla="*/ 57721 w 61591"/>
                    <a:gd name="connsiteY24" fmla="*/ 2124 h 50362"/>
                    <a:gd name="connsiteX25" fmla="*/ 60691 w 61591"/>
                    <a:gd name="connsiteY25" fmla="*/ 5005 h 50362"/>
                    <a:gd name="connsiteX26" fmla="*/ 61534 w 61591"/>
                    <a:gd name="connsiteY26" fmla="*/ 11256 h 50362"/>
                    <a:gd name="connsiteX27" fmla="*/ 59362 w 61591"/>
                    <a:gd name="connsiteY27" fmla="*/ 19856 h 50362"/>
                    <a:gd name="connsiteX28" fmla="*/ 53200 w 61591"/>
                    <a:gd name="connsiteY28" fmla="*/ 29122 h 50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61591" h="50362">
                      <a:moveTo>
                        <a:pt x="53200" y="29122"/>
                      </a:moveTo>
                      <a:cubicBezTo>
                        <a:pt x="49343" y="33244"/>
                        <a:pt x="44865" y="36924"/>
                        <a:pt x="39812" y="39672"/>
                      </a:cubicBezTo>
                      <a:cubicBezTo>
                        <a:pt x="38570" y="40426"/>
                        <a:pt x="37285" y="40958"/>
                        <a:pt x="35999" y="41579"/>
                      </a:cubicBezTo>
                      <a:lnTo>
                        <a:pt x="32807" y="43041"/>
                      </a:lnTo>
                      <a:cubicBezTo>
                        <a:pt x="31034" y="43839"/>
                        <a:pt x="29216" y="44593"/>
                        <a:pt x="27488" y="45435"/>
                      </a:cubicBezTo>
                      <a:cubicBezTo>
                        <a:pt x="25271" y="46677"/>
                        <a:pt x="22700" y="47519"/>
                        <a:pt x="20882" y="48317"/>
                      </a:cubicBezTo>
                      <a:cubicBezTo>
                        <a:pt x="19907" y="48716"/>
                        <a:pt x="18887" y="48982"/>
                        <a:pt x="17912" y="49248"/>
                      </a:cubicBezTo>
                      <a:cubicBezTo>
                        <a:pt x="17114" y="49558"/>
                        <a:pt x="16272" y="49780"/>
                        <a:pt x="15429" y="49913"/>
                      </a:cubicBezTo>
                      <a:cubicBezTo>
                        <a:pt x="13612" y="50223"/>
                        <a:pt x="12459" y="50400"/>
                        <a:pt x="11041" y="50356"/>
                      </a:cubicBezTo>
                      <a:cubicBezTo>
                        <a:pt x="9667" y="50312"/>
                        <a:pt x="8337" y="50046"/>
                        <a:pt x="7273" y="49336"/>
                      </a:cubicBezTo>
                      <a:lnTo>
                        <a:pt x="1554" y="45524"/>
                      </a:lnTo>
                      <a:cubicBezTo>
                        <a:pt x="534" y="44815"/>
                        <a:pt x="-42" y="43618"/>
                        <a:pt x="2" y="41800"/>
                      </a:cubicBezTo>
                      <a:cubicBezTo>
                        <a:pt x="47" y="40071"/>
                        <a:pt x="712" y="37500"/>
                        <a:pt x="2086" y="35328"/>
                      </a:cubicBezTo>
                      <a:cubicBezTo>
                        <a:pt x="2751" y="34175"/>
                        <a:pt x="3593" y="32934"/>
                        <a:pt x="4568" y="31693"/>
                      </a:cubicBezTo>
                      <a:cubicBezTo>
                        <a:pt x="5544" y="30629"/>
                        <a:pt x="6608" y="29521"/>
                        <a:pt x="7849" y="28412"/>
                      </a:cubicBezTo>
                      <a:cubicBezTo>
                        <a:pt x="10287" y="26063"/>
                        <a:pt x="13080" y="24511"/>
                        <a:pt x="16139" y="22738"/>
                      </a:cubicBezTo>
                      <a:cubicBezTo>
                        <a:pt x="18311" y="21630"/>
                        <a:pt x="20483" y="20699"/>
                        <a:pt x="22655" y="19679"/>
                      </a:cubicBezTo>
                      <a:lnTo>
                        <a:pt x="24296" y="18925"/>
                      </a:lnTo>
                      <a:lnTo>
                        <a:pt x="25360" y="18393"/>
                      </a:lnTo>
                      <a:cubicBezTo>
                        <a:pt x="26025" y="18039"/>
                        <a:pt x="26734" y="17773"/>
                        <a:pt x="27355" y="17374"/>
                      </a:cubicBezTo>
                      <a:cubicBezTo>
                        <a:pt x="29970" y="15955"/>
                        <a:pt x="32231" y="13960"/>
                        <a:pt x="34270" y="11744"/>
                      </a:cubicBezTo>
                      <a:cubicBezTo>
                        <a:pt x="35733" y="10192"/>
                        <a:pt x="37063" y="8641"/>
                        <a:pt x="38526" y="7222"/>
                      </a:cubicBezTo>
                      <a:cubicBezTo>
                        <a:pt x="39900" y="5803"/>
                        <a:pt x="41363" y="4474"/>
                        <a:pt x="42738" y="3277"/>
                      </a:cubicBezTo>
                      <a:cubicBezTo>
                        <a:pt x="45530" y="1016"/>
                        <a:pt x="48367" y="-536"/>
                        <a:pt x="50850" y="173"/>
                      </a:cubicBezTo>
                      <a:lnTo>
                        <a:pt x="57721" y="2124"/>
                      </a:lnTo>
                      <a:cubicBezTo>
                        <a:pt x="58963" y="2479"/>
                        <a:pt x="59982" y="3454"/>
                        <a:pt x="60691" y="5005"/>
                      </a:cubicBezTo>
                      <a:cubicBezTo>
                        <a:pt x="61312" y="6557"/>
                        <a:pt x="61755" y="8729"/>
                        <a:pt x="61534" y="11256"/>
                      </a:cubicBezTo>
                      <a:cubicBezTo>
                        <a:pt x="61401" y="13827"/>
                        <a:pt x="60691" y="16753"/>
                        <a:pt x="59362" y="19856"/>
                      </a:cubicBezTo>
                      <a:cubicBezTo>
                        <a:pt x="57899" y="23004"/>
                        <a:pt x="55948" y="26240"/>
                        <a:pt x="53200" y="2912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25" name="Forme libre : forme 24524">
                  <a:extLst>
                    <a:ext uri="{FF2B5EF4-FFF2-40B4-BE49-F238E27FC236}">
                      <a16:creationId xmlns:a16="http://schemas.microsoft.com/office/drawing/2014/main" id="{2DCEAA59-2F63-4508-9E06-584631780964}"/>
                    </a:ext>
                  </a:extLst>
                </p:cNvPr>
                <p:cNvSpPr/>
                <p:nvPr/>
              </p:nvSpPr>
              <p:spPr>
                <a:xfrm>
                  <a:off x="6218309" y="1668528"/>
                  <a:ext cx="56712" cy="48238"/>
                </a:xfrm>
                <a:custGeom>
                  <a:avLst/>
                  <a:gdLst>
                    <a:gd name="connsiteX0" fmla="*/ 23008 w 56712"/>
                    <a:gd name="connsiteY0" fmla="*/ 33958 h 48238"/>
                    <a:gd name="connsiteX1" fmla="*/ 16535 w 56712"/>
                    <a:gd name="connsiteY1" fmla="*/ 37548 h 48238"/>
                    <a:gd name="connsiteX2" fmla="*/ 10373 w 56712"/>
                    <a:gd name="connsiteY2" fmla="*/ 40651 h 48238"/>
                    <a:gd name="connsiteX3" fmla="*/ 4832 w 56712"/>
                    <a:gd name="connsiteY3" fmla="*/ 43311 h 48238"/>
                    <a:gd name="connsiteX4" fmla="*/ 0 w 56712"/>
                    <a:gd name="connsiteY4" fmla="*/ 45572 h 48238"/>
                    <a:gd name="connsiteX5" fmla="*/ 2483 w 56712"/>
                    <a:gd name="connsiteY5" fmla="*/ 47212 h 48238"/>
                    <a:gd name="connsiteX6" fmla="*/ 6251 w 56712"/>
                    <a:gd name="connsiteY6" fmla="*/ 48232 h 48238"/>
                    <a:gd name="connsiteX7" fmla="*/ 10639 w 56712"/>
                    <a:gd name="connsiteY7" fmla="*/ 47789 h 48238"/>
                    <a:gd name="connsiteX8" fmla="*/ 13122 w 56712"/>
                    <a:gd name="connsiteY8" fmla="*/ 47124 h 48238"/>
                    <a:gd name="connsiteX9" fmla="*/ 16092 w 56712"/>
                    <a:gd name="connsiteY9" fmla="*/ 46193 h 48238"/>
                    <a:gd name="connsiteX10" fmla="*/ 22697 w 56712"/>
                    <a:gd name="connsiteY10" fmla="*/ 43311 h 48238"/>
                    <a:gd name="connsiteX11" fmla="*/ 28017 w 56712"/>
                    <a:gd name="connsiteY11" fmla="*/ 40917 h 48238"/>
                    <a:gd name="connsiteX12" fmla="*/ 31209 w 56712"/>
                    <a:gd name="connsiteY12" fmla="*/ 39455 h 48238"/>
                    <a:gd name="connsiteX13" fmla="*/ 35021 w 56712"/>
                    <a:gd name="connsiteY13" fmla="*/ 37548 h 48238"/>
                    <a:gd name="connsiteX14" fmla="*/ 48409 w 56712"/>
                    <a:gd name="connsiteY14" fmla="*/ 26998 h 48238"/>
                    <a:gd name="connsiteX15" fmla="*/ 54483 w 56712"/>
                    <a:gd name="connsiteY15" fmla="*/ 17777 h 48238"/>
                    <a:gd name="connsiteX16" fmla="*/ 56655 w 56712"/>
                    <a:gd name="connsiteY16" fmla="*/ 9177 h 48238"/>
                    <a:gd name="connsiteX17" fmla="*/ 55813 w 56712"/>
                    <a:gd name="connsiteY17" fmla="*/ 2926 h 48238"/>
                    <a:gd name="connsiteX18" fmla="*/ 52842 w 56712"/>
                    <a:gd name="connsiteY18" fmla="*/ 44 h 48238"/>
                    <a:gd name="connsiteX19" fmla="*/ 52621 w 56712"/>
                    <a:gd name="connsiteY19" fmla="*/ 0 h 48238"/>
                    <a:gd name="connsiteX20" fmla="*/ 41582 w 56712"/>
                    <a:gd name="connsiteY20" fmla="*/ 20437 h 48238"/>
                    <a:gd name="connsiteX21" fmla="*/ 32760 w 56712"/>
                    <a:gd name="connsiteY21" fmla="*/ 28150 h 48238"/>
                    <a:gd name="connsiteX22" fmla="*/ 23008 w 56712"/>
                    <a:gd name="connsiteY22" fmla="*/ 33958 h 48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6712" h="48238">
                      <a:moveTo>
                        <a:pt x="23008" y="33958"/>
                      </a:moveTo>
                      <a:cubicBezTo>
                        <a:pt x="20658" y="35243"/>
                        <a:pt x="18575" y="36396"/>
                        <a:pt x="16535" y="37548"/>
                      </a:cubicBezTo>
                      <a:cubicBezTo>
                        <a:pt x="14540" y="38524"/>
                        <a:pt x="12590" y="39543"/>
                        <a:pt x="10373" y="40651"/>
                      </a:cubicBezTo>
                      <a:cubicBezTo>
                        <a:pt x="8245" y="41494"/>
                        <a:pt x="6738" y="42602"/>
                        <a:pt x="4832" y="43311"/>
                      </a:cubicBezTo>
                      <a:cubicBezTo>
                        <a:pt x="3147" y="44154"/>
                        <a:pt x="1640" y="44996"/>
                        <a:pt x="0" y="45572"/>
                      </a:cubicBezTo>
                      <a:lnTo>
                        <a:pt x="2483" y="47212"/>
                      </a:lnTo>
                      <a:cubicBezTo>
                        <a:pt x="3502" y="47922"/>
                        <a:pt x="4876" y="48188"/>
                        <a:pt x="6251" y="48232"/>
                      </a:cubicBezTo>
                      <a:cubicBezTo>
                        <a:pt x="7669" y="48276"/>
                        <a:pt x="8866" y="48099"/>
                        <a:pt x="10639" y="47789"/>
                      </a:cubicBezTo>
                      <a:cubicBezTo>
                        <a:pt x="11482" y="47611"/>
                        <a:pt x="12279" y="47390"/>
                        <a:pt x="13122" y="47124"/>
                      </a:cubicBezTo>
                      <a:cubicBezTo>
                        <a:pt x="14097" y="46858"/>
                        <a:pt x="15117" y="46548"/>
                        <a:pt x="16092" y="46193"/>
                      </a:cubicBezTo>
                      <a:cubicBezTo>
                        <a:pt x="17910" y="45395"/>
                        <a:pt x="20481" y="44553"/>
                        <a:pt x="22697" y="43311"/>
                      </a:cubicBezTo>
                      <a:cubicBezTo>
                        <a:pt x="24426" y="42469"/>
                        <a:pt x="26244" y="41715"/>
                        <a:pt x="28017" y="40917"/>
                      </a:cubicBezTo>
                      <a:lnTo>
                        <a:pt x="31209" y="39455"/>
                      </a:lnTo>
                      <a:cubicBezTo>
                        <a:pt x="32494" y="38834"/>
                        <a:pt x="33824" y="38302"/>
                        <a:pt x="35021" y="37548"/>
                      </a:cubicBezTo>
                      <a:cubicBezTo>
                        <a:pt x="40075" y="34844"/>
                        <a:pt x="44553" y="31165"/>
                        <a:pt x="48409" y="26998"/>
                      </a:cubicBezTo>
                      <a:cubicBezTo>
                        <a:pt x="51158" y="24116"/>
                        <a:pt x="53108" y="20880"/>
                        <a:pt x="54483" y="17777"/>
                      </a:cubicBezTo>
                      <a:cubicBezTo>
                        <a:pt x="55813" y="14674"/>
                        <a:pt x="56522" y="11748"/>
                        <a:pt x="56655" y="9177"/>
                      </a:cubicBezTo>
                      <a:cubicBezTo>
                        <a:pt x="56876" y="6650"/>
                        <a:pt x="56433" y="4477"/>
                        <a:pt x="55813" y="2926"/>
                      </a:cubicBezTo>
                      <a:cubicBezTo>
                        <a:pt x="55148" y="1374"/>
                        <a:pt x="54084" y="355"/>
                        <a:pt x="52842" y="44"/>
                      </a:cubicBezTo>
                      <a:lnTo>
                        <a:pt x="52621" y="0"/>
                      </a:lnTo>
                      <a:cubicBezTo>
                        <a:pt x="50670" y="7625"/>
                        <a:pt x="46858" y="14718"/>
                        <a:pt x="41582" y="20437"/>
                      </a:cubicBezTo>
                      <a:cubicBezTo>
                        <a:pt x="39011" y="23362"/>
                        <a:pt x="35952" y="25889"/>
                        <a:pt x="32760" y="28150"/>
                      </a:cubicBezTo>
                      <a:cubicBezTo>
                        <a:pt x="29702" y="30411"/>
                        <a:pt x="25845" y="32184"/>
                        <a:pt x="23008" y="33958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26" name="Forme libre : forme 24525">
                  <a:extLst>
                    <a:ext uri="{FF2B5EF4-FFF2-40B4-BE49-F238E27FC236}">
                      <a16:creationId xmlns:a16="http://schemas.microsoft.com/office/drawing/2014/main" id="{14FDE1AD-6E8E-4F1E-BE54-563B66476169}"/>
                    </a:ext>
                  </a:extLst>
                </p:cNvPr>
                <p:cNvSpPr/>
                <p:nvPr/>
              </p:nvSpPr>
              <p:spPr>
                <a:xfrm>
                  <a:off x="6236955" y="1680851"/>
                  <a:ext cx="26338" cy="20746"/>
                </a:xfrm>
                <a:custGeom>
                  <a:avLst/>
                  <a:gdLst>
                    <a:gd name="connsiteX0" fmla="*/ 25463 w 26338"/>
                    <a:gd name="connsiteY0" fmla="*/ 268 h 20746"/>
                    <a:gd name="connsiteX1" fmla="*/ 25419 w 26338"/>
                    <a:gd name="connsiteY1" fmla="*/ 6296 h 20746"/>
                    <a:gd name="connsiteX2" fmla="*/ 22449 w 26338"/>
                    <a:gd name="connsiteY2" fmla="*/ 11173 h 20746"/>
                    <a:gd name="connsiteX3" fmla="*/ 17306 w 26338"/>
                    <a:gd name="connsiteY3" fmla="*/ 15961 h 20746"/>
                    <a:gd name="connsiteX4" fmla="*/ 11100 w 26338"/>
                    <a:gd name="connsiteY4" fmla="*/ 19286 h 20746"/>
                    <a:gd name="connsiteX5" fmla="*/ 5780 w 26338"/>
                    <a:gd name="connsiteY5" fmla="*/ 20615 h 20746"/>
                    <a:gd name="connsiteX6" fmla="*/ 150 w 26338"/>
                    <a:gd name="connsiteY6" fmla="*/ 19419 h 20746"/>
                    <a:gd name="connsiteX7" fmla="*/ 3032 w 26338"/>
                    <a:gd name="connsiteY7" fmla="*/ 14365 h 20746"/>
                    <a:gd name="connsiteX8" fmla="*/ 7021 w 26338"/>
                    <a:gd name="connsiteY8" fmla="*/ 11350 h 20746"/>
                    <a:gd name="connsiteX9" fmla="*/ 11587 w 26338"/>
                    <a:gd name="connsiteY9" fmla="*/ 8070 h 20746"/>
                    <a:gd name="connsiteX10" fmla="*/ 16109 w 26338"/>
                    <a:gd name="connsiteY10" fmla="*/ 4745 h 20746"/>
                    <a:gd name="connsiteX11" fmla="*/ 19966 w 26338"/>
                    <a:gd name="connsiteY11" fmla="*/ 1908 h 20746"/>
                    <a:gd name="connsiteX12" fmla="*/ 25463 w 26338"/>
                    <a:gd name="connsiteY12" fmla="*/ 268 h 20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338" h="20746">
                      <a:moveTo>
                        <a:pt x="25463" y="268"/>
                      </a:moveTo>
                      <a:cubicBezTo>
                        <a:pt x="26571" y="977"/>
                        <a:pt x="26704" y="3238"/>
                        <a:pt x="25419" y="6296"/>
                      </a:cubicBezTo>
                      <a:cubicBezTo>
                        <a:pt x="24843" y="7848"/>
                        <a:pt x="23734" y="9444"/>
                        <a:pt x="22449" y="11173"/>
                      </a:cubicBezTo>
                      <a:cubicBezTo>
                        <a:pt x="21030" y="12813"/>
                        <a:pt x="19390" y="14542"/>
                        <a:pt x="17306" y="15961"/>
                      </a:cubicBezTo>
                      <a:cubicBezTo>
                        <a:pt x="15311" y="17468"/>
                        <a:pt x="13139" y="18532"/>
                        <a:pt x="11100" y="19286"/>
                      </a:cubicBezTo>
                      <a:cubicBezTo>
                        <a:pt x="9016" y="19995"/>
                        <a:pt x="7154" y="20482"/>
                        <a:pt x="5780" y="20615"/>
                      </a:cubicBezTo>
                      <a:cubicBezTo>
                        <a:pt x="2854" y="20970"/>
                        <a:pt x="726" y="20615"/>
                        <a:pt x="150" y="19419"/>
                      </a:cubicBezTo>
                      <a:cubicBezTo>
                        <a:pt x="-426" y="18222"/>
                        <a:pt x="682" y="16404"/>
                        <a:pt x="3032" y="14365"/>
                      </a:cubicBezTo>
                      <a:cubicBezTo>
                        <a:pt x="4273" y="13345"/>
                        <a:pt x="5603" y="12326"/>
                        <a:pt x="7021" y="11350"/>
                      </a:cubicBezTo>
                      <a:cubicBezTo>
                        <a:pt x="8440" y="10331"/>
                        <a:pt x="10036" y="9267"/>
                        <a:pt x="11587" y="8070"/>
                      </a:cubicBezTo>
                      <a:cubicBezTo>
                        <a:pt x="13228" y="6962"/>
                        <a:pt x="14646" y="5720"/>
                        <a:pt x="16109" y="4745"/>
                      </a:cubicBezTo>
                      <a:cubicBezTo>
                        <a:pt x="17439" y="3637"/>
                        <a:pt x="18858" y="2794"/>
                        <a:pt x="19966" y="1908"/>
                      </a:cubicBezTo>
                      <a:cubicBezTo>
                        <a:pt x="22404" y="445"/>
                        <a:pt x="24311" y="-486"/>
                        <a:pt x="25463" y="26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27" name="Forme libre : forme 24526">
                  <a:extLst>
                    <a:ext uri="{FF2B5EF4-FFF2-40B4-BE49-F238E27FC236}">
                      <a16:creationId xmlns:a16="http://schemas.microsoft.com/office/drawing/2014/main" id="{F39302F8-15FD-4150-B558-932CFA4431CF}"/>
                    </a:ext>
                  </a:extLst>
                </p:cNvPr>
                <p:cNvSpPr/>
                <p:nvPr/>
              </p:nvSpPr>
              <p:spPr>
                <a:xfrm>
                  <a:off x="6236949" y="1691137"/>
                  <a:ext cx="23119" cy="10460"/>
                </a:xfrm>
                <a:custGeom>
                  <a:avLst/>
                  <a:gdLst>
                    <a:gd name="connsiteX0" fmla="*/ 4988 w 23119"/>
                    <a:gd name="connsiteY0" fmla="*/ 2571 h 10460"/>
                    <a:gd name="connsiteX1" fmla="*/ 156 w 23119"/>
                    <a:gd name="connsiteY1" fmla="*/ 9132 h 10460"/>
                    <a:gd name="connsiteX2" fmla="*/ 5786 w 23119"/>
                    <a:gd name="connsiteY2" fmla="*/ 10329 h 10460"/>
                    <a:gd name="connsiteX3" fmla="*/ 11106 w 23119"/>
                    <a:gd name="connsiteY3" fmla="*/ 8999 h 10460"/>
                    <a:gd name="connsiteX4" fmla="*/ 17312 w 23119"/>
                    <a:gd name="connsiteY4" fmla="*/ 5674 h 10460"/>
                    <a:gd name="connsiteX5" fmla="*/ 23119 w 23119"/>
                    <a:gd name="connsiteY5" fmla="*/ 0 h 10460"/>
                    <a:gd name="connsiteX6" fmla="*/ 19661 w 23119"/>
                    <a:gd name="connsiteY6" fmla="*/ 2793 h 10460"/>
                    <a:gd name="connsiteX7" fmla="*/ 9864 w 23119"/>
                    <a:gd name="connsiteY7" fmla="*/ 5408 h 10460"/>
                    <a:gd name="connsiteX8" fmla="*/ 4988 w 23119"/>
                    <a:gd name="connsiteY8" fmla="*/ 2571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119" h="10460">
                      <a:moveTo>
                        <a:pt x="4988" y="2571"/>
                      </a:moveTo>
                      <a:cubicBezTo>
                        <a:pt x="1441" y="5142"/>
                        <a:pt x="-598" y="7669"/>
                        <a:pt x="156" y="9132"/>
                      </a:cubicBezTo>
                      <a:cubicBezTo>
                        <a:pt x="732" y="10329"/>
                        <a:pt x="2860" y="10684"/>
                        <a:pt x="5786" y="10329"/>
                      </a:cubicBezTo>
                      <a:cubicBezTo>
                        <a:pt x="7160" y="10196"/>
                        <a:pt x="9022" y="9708"/>
                        <a:pt x="11106" y="8999"/>
                      </a:cubicBezTo>
                      <a:cubicBezTo>
                        <a:pt x="13100" y="8245"/>
                        <a:pt x="15273" y="7182"/>
                        <a:pt x="17312" y="5674"/>
                      </a:cubicBezTo>
                      <a:cubicBezTo>
                        <a:pt x="19706" y="3990"/>
                        <a:pt x="21656" y="1951"/>
                        <a:pt x="23119" y="0"/>
                      </a:cubicBezTo>
                      <a:cubicBezTo>
                        <a:pt x="22100" y="1108"/>
                        <a:pt x="20858" y="1951"/>
                        <a:pt x="19661" y="2793"/>
                      </a:cubicBezTo>
                      <a:cubicBezTo>
                        <a:pt x="16159" y="4788"/>
                        <a:pt x="12524" y="5586"/>
                        <a:pt x="9864" y="5408"/>
                      </a:cubicBezTo>
                      <a:cubicBezTo>
                        <a:pt x="7072" y="5142"/>
                        <a:pt x="5387" y="4167"/>
                        <a:pt x="4988" y="2571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28" name="Forme libre : forme 24527">
                  <a:extLst>
                    <a:ext uri="{FF2B5EF4-FFF2-40B4-BE49-F238E27FC236}">
                      <a16:creationId xmlns:a16="http://schemas.microsoft.com/office/drawing/2014/main" id="{6955AB25-7643-4CE1-A9C1-0D02D74D32E6}"/>
                    </a:ext>
                  </a:extLst>
                </p:cNvPr>
                <p:cNvSpPr/>
                <p:nvPr/>
              </p:nvSpPr>
              <p:spPr>
                <a:xfrm>
                  <a:off x="6238864" y="1680050"/>
                  <a:ext cx="26257" cy="21895"/>
                </a:xfrm>
                <a:custGeom>
                  <a:avLst/>
                  <a:gdLst>
                    <a:gd name="connsiteX0" fmla="*/ 25371 w 26257"/>
                    <a:gd name="connsiteY0" fmla="*/ 226 h 21895"/>
                    <a:gd name="connsiteX1" fmla="*/ 26258 w 26257"/>
                    <a:gd name="connsiteY1" fmla="*/ 2309 h 21895"/>
                    <a:gd name="connsiteX2" fmla="*/ 25416 w 26257"/>
                    <a:gd name="connsiteY2" fmla="*/ 6299 h 21895"/>
                    <a:gd name="connsiteX3" fmla="*/ 22534 w 26257"/>
                    <a:gd name="connsiteY3" fmla="*/ 11353 h 21895"/>
                    <a:gd name="connsiteX4" fmla="*/ 17480 w 26257"/>
                    <a:gd name="connsiteY4" fmla="*/ 16495 h 21895"/>
                    <a:gd name="connsiteX5" fmla="*/ 11274 w 26257"/>
                    <a:gd name="connsiteY5" fmla="*/ 20175 h 21895"/>
                    <a:gd name="connsiteX6" fmla="*/ 5688 w 26257"/>
                    <a:gd name="connsiteY6" fmla="*/ 21771 h 21895"/>
                    <a:gd name="connsiteX7" fmla="*/ 147 w 26257"/>
                    <a:gd name="connsiteY7" fmla="*/ 20529 h 21895"/>
                    <a:gd name="connsiteX8" fmla="*/ 3028 w 26257"/>
                    <a:gd name="connsiteY8" fmla="*/ 15476 h 21895"/>
                    <a:gd name="connsiteX9" fmla="*/ 6885 w 26257"/>
                    <a:gd name="connsiteY9" fmla="*/ 12417 h 21895"/>
                    <a:gd name="connsiteX10" fmla="*/ 11451 w 26257"/>
                    <a:gd name="connsiteY10" fmla="*/ 8870 h 21895"/>
                    <a:gd name="connsiteX11" fmla="*/ 15929 w 26257"/>
                    <a:gd name="connsiteY11" fmla="*/ 5235 h 21895"/>
                    <a:gd name="connsiteX12" fmla="*/ 19785 w 26257"/>
                    <a:gd name="connsiteY12" fmla="*/ 2221 h 21895"/>
                    <a:gd name="connsiteX13" fmla="*/ 22933 w 26257"/>
                    <a:gd name="connsiteY13" fmla="*/ 314 h 21895"/>
                    <a:gd name="connsiteX14" fmla="*/ 25371 w 26257"/>
                    <a:gd name="connsiteY14" fmla="*/ 226 h 21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6257" h="21895">
                      <a:moveTo>
                        <a:pt x="25371" y="226"/>
                      </a:moveTo>
                      <a:cubicBezTo>
                        <a:pt x="25948" y="580"/>
                        <a:pt x="26258" y="1290"/>
                        <a:pt x="26258" y="2309"/>
                      </a:cubicBezTo>
                      <a:cubicBezTo>
                        <a:pt x="26258" y="3329"/>
                        <a:pt x="26080" y="4747"/>
                        <a:pt x="25416" y="6299"/>
                      </a:cubicBezTo>
                      <a:cubicBezTo>
                        <a:pt x="24795" y="7851"/>
                        <a:pt x="23864" y="9624"/>
                        <a:pt x="22534" y="11353"/>
                      </a:cubicBezTo>
                      <a:cubicBezTo>
                        <a:pt x="21248" y="13170"/>
                        <a:pt x="19475" y="14855"/>
                        <a:pt x="17480" y="16495"/>
                      </a:cubicBezTo>
                      <a:cubicBezTo>
                        <a:pt x="15485" y="18091"/>
                        <a:pt x="13313" y="19288"/>
                        <a:pt x="11274" y="20175"/>
                      </a:cubicBezTo>
                      <a:cubicBezTo>
                        <a:pt x="9279" y="21017"/>
                        <a:pt x="7195" y="21505"/>
                        <a:pt x="5688" y="21771"/>
                      </a:cubicBezTo>
                      <a:cubicBezTo>
                        <a:pt x="2807" y="22125"/>
                        <a:pt x="723" y="21726"/>
                        <a:pt x="147" y="20529"/>
                      </a:cubicBezTo>
                      <a:cubicBezTo>
                        <a:pt x="-429" y="19332"/>
                        <a:pt x="723" y="17515"/>
                        <a:pt x="3028" y="15476"/>
                      </a:cubicBezTo>
                      <a:cubicBezTo>
                        <a:pt x="4136" y="14456"/>
                        <a:pt x="5467" y="13525"/>
                        <a:pt x="6885" y="12417"/>
                      </a:cubicBezTo>
                      <a:cubicBezTo>
                        <a:pt x="8304" y="11308"/>
                        <a:pt x="9855" y="10156"/>
                        <a:pt x="11451" y="8870"/>
                      </a:cubicBezTo>
                      <a:cubicBezTo>
                        <a:pt x="13003" y="7585"/>
                        <a:pt x="14599" y="6432"/>
                        <a:pt x="15929" y="5235"/>
                      </a:cubicBezTo>
                      <a:cubicBezTo>
                        <a:pt x="17347" y="4127"/>
                        <a:pt x="18633" y="3063"/>
                        <a:pt x="19785" y="2221"/>
                      </a:cubicBezTo>
                      <a:cubicBezTo>
                        <a:pt x="21027" y="1423"/>
                        <a:pt x="22002" y="669"/>
                        <a:pt x="22933" y="314"/>
                      </a:cubicBezTo>
                      <a:cubicBezTo>
                        <a:pt x="23953" y="-40"/>
                        <a:pt x="24795" y="-129"/>
                        <a:pt x="25371" y="22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29" name="Forme libre : forme 24528">
                  <a:extLst>
                    <a:ext uri="{FF2B5EF4-FFF2-40B4-BE49-F238E27FC236}">
                      <a16:creationId xmlns:a16="http://schemas.microsoft.com/office/drawing/2014/main" id="{E35481F8-5CC6-451F-88BB-4743F09B3E84}"/>
                    </a:ext>
                  </a:extLst>
                </p:cNvPr>
                <p:cNvSpPr/>
                <p:nvPr/>
              </p:nvSpPr>
              <p:spPr>
                <a:xfrm>
                  <a:off x="6222730" y="1689395"/>
                  <a:ext cx="41229" cy="21390"/>
                </a:xfrm>
                <a:custGeom>
                  <a:avLst/>
                  <a:gdLst>
                    <a:gd name="connsiteX0" fmla="*/ 3159 w 41229"/>
                    <a:gd name="connsiteY0" fmla="*/ 18144 h 21390"/>
                    <a:gd name="connsiteX1" fmla="*/ 6617 w 41229"/>
                    <a:gd name="connsiteY1" fmla="*/ 21159 h 21390"/>
                    <a:gd name="connsiteX2" fmla="*/ 21734 w 41229"/>
                    <a:gd name="connsiteY2" fmla="*/ 18410 h 21390"/>
                    <a:gd name="connsiteX3" fmla="*/ 30689 w 41229"/>
                    <a:gd name="connsiteY3" fmla="*/ 14376 h 21390"/>
                    <a:gd name="connsiteX4" fmla="*/ 34989 w 41229"/>
                    <a:gd name="connsiteY4" fmla="*/ 11229 h 21390"/>
                    <a:gd name="connsiteX5" fmla="*/ 38447 w 41229"/>
                    <a:gd name="connsiteY5" fmla="*/ 7594 h 21390"/>
                    <a:gd name="connsiteX6" fmla="*/ 41151 w 41229"/>
                    <a:gd name="connsiteY6" fmla="*/ 2230 h 21390"/>
                    <a:gd name="connsiteX7" fmla="*/ 39821 w 41229"/>
                    <a:gd name="connsiteY7" fmla="*/ 13 h 21390"/>
                    <a:gd name="connsiteX8" fmla="*/ 33836 w 41229"/>
                    <a:gd name="connsiteY8" fmla="*/ 2850 h 21390"/>
                    <a:gd name="connsiteX9" fmla="*/ 19384 w 41229"/>
                    <a:gd name="connsiteY9" fmla="*/ 5820 h 21390"/>
                    <a:gd name="connsiteX10" fmla="*/ 11671 w 41229"/>
                    <a:gd name="connsiteY10" fmla="*/ 5466 h 21390"/>
                    <a:gd name="connsiteX11" fmla="*/ 2272 w 41229"/>
                    <a:gd name="connsiteY11" fmla="*/ 9145 h 21390"/>
                    <a:gd name="connsiteX12" fmla="*/ 3159 w 41229"/>
                    <a:gd name="connsiteY12" fmla="*/ 18144 h 21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1229" h="21390">
                      <a:moveTo>
                        <a:pt x="3159" y="18144"/>
                      </a:moveTo>
                      <a:cubicBezTo>
                        <a:pt x="3957" y="19386"/>
                        <a:pt x="4844" y="20671"/>
                        <a:pt x="6617" y="21159"/>
                      </a:cubicBezTo>
                      <a:cubicBezTo>
                        <a:pt x="9986" y="22046"/>
                        <a:pt x="15616" y="20228"/>
                        <a:pt x="21734" y="18410"/>
                      </a:cubicBezTo>
                      <a:cubicBezTo>
                        <a:pt x="23773" y="17746"/>
                        <a:pt x="27674" y="16327"/>
                        <a:pt x="30689" y="14376"/>
                      </a:cubicBezTo>
                      <a:cubicBezTo>
                        <a:pt x="32240" y="13445"/>
                        <a:pt x="33703" y="12426"/>
                        <a:pt x="34989" y="11229"/>
                      </a:cubicBezTo>
                      <a:cubicBezTo>
                        <a:pt x="36319" y="10121"/>
                        <a:pt x="37471" y="8879"/>
                        <a:pt x="38447" y="7594"/>
                      </a:cubicBezTo>
                      <a:cubicBezTo>
                        <a:pt x="39954" y="5776"/>
                        <a:pt x="40885" y="3693"/>
                        <a:pt x="41151" y="2230"/>
                      </a:cubicBezTo>
                      <a:cubicBezTo>
                        <a:pt x="41417" y="767"/>
                        <a:pt x="41018" y="-120"/>
                        <a:pt x="39821" y="13"/>
                      </a:cubicBezTo>
                      <a:cubicBezTo>
                        <a:pt x="38269" y="146"/>
                        <a:pt x="36097" y="1786"/>
                        <a:pt x="33836" y="2850"/>
                      </a:cubicBezTo>
                      <a:cubicBezTo>
                        <a:pt x="28649" y="5510"/>
                        <a:pt x="23507" y="6264"/>
                        <a:pt x="19384" y="5820"/>
                      </a:cubicBezTo>
                      <a:cubicBezTo>
                        <a:pt x="17522" y="5687"/>
                        <a:pt x="14774" y="5289"/>
                        <a:pt x="11671" y="5466"/>
                      </a:cubicBezTo>
                      <a:cubicBezTo>
                        <a:pt x="8612" y="5732"/>
                        <a:pt x="5154" y="6618"/>
                        <a:pt x="2272" y="9145"/>
                      </a:cubicBezTo>
                      <a:cubicBezTo>
                        <a:pt x="-2825" y="13800"/>
                        <a:pt x="2095" y="16371"/>
                        <a:pt x="3159" y="1814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30" name="Forme libre : forme 24529">
                  <a:extLst>
                    <a:ext uri="{FF2B5EF4-FFF2-40B4-BE49-F238E27FC236}">
                      <a16:creationId xmlns:a16="http://schemas.microsoft.com/office/drawing/2014/main" id="{845AC460-9D47-44A5-86F7-0F8A07A1CA3A}"/>
                    </a:ext>
                  </a:extLst>
                </p:cNvPr>
                <p:cNvSpPr/>
                <p:nvPr/>
              </p:nvSpPr>
              <p:spPr>
                <a:xfrm>
                  <a:off x="6229053" y="1691415"/>
                  <a:ext cx="11224" cy="9218"/>
                </a:xfrm>
                <a:custGeom>
                  <a:avLst/>
                  <a:gdLst>
                    <a:gd name="connsiteX0" fmla="*/ 294 w 11224"/>
                    <a:gd name="connsiteY0" fmla="*/ 7613 h 9218"/>
                    <a:gd name="connsiteX1" fmla="*/ 72 w 11224"/>
                    <a:gd name="connsiteY1" fmla="*/ 8899 h 9218"/>
                    <a:gd name="connsiteX2" fmla="*/ 1624 w 11224"/>
                    <a:gd name="connsiteY2" fmla="*/ 9076 h 9218"/>
                    <a:gd name="connsiteX3" fmla="*/ 3707 w 11224"/>
                    <a:gd name="connsiteY3" fmla="*/ 7879 h 9218"/>
                    <a:gd name="connsiteX4" fmla="*/ 8495 w 11224"/>
                    <a:gd name="connsiteY4" fmla="*/ 4466 h 9218"/>
                    <a:gd name="connsiteX5" fmla="*/ 10180 w 11224"/>
                    <a:gd name="connsiteY5" fmla="*/ 3047 h 9218"/>
                    <a:gd name="connsiteX6" fmla="*/ 7298 w 11224"/>
                    <a:gd name="connsiteY6" fmla="*/ 964 h 9218"/>
                    <a:gd name="connsiteX7" fmla="*/ 294 w 11224"/>
                    <a:gd name="connsiteY7" fmla="*/ 7613 h 9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24" h="9218">
                      <a:moveTo>
                        <a:pt x="294" y="7613"/>
                      </a:moveTo>
                      <a:cubicBezTo>
                        <a:pt x="72" y="8101"/>
                        <a:pt x="-105" y="8589"/>
                        <a:pt x="72" y="8899"/>
                      </a:cubicBezTo>
                      <a:cubicBezTo>
                        <a:pt x="250" y="9209"/>
                        <a:pt x="826" y="9342"/>
                        <a:pt x="1624" y="9076"/>
                      </a:cubicBezTo>
                      <a:cubicBezTo>
                        <a:pt x="2333" y="8855"/>
                        <a:pt x="3087" y="8367"/>
                        <a:pt x="3707" y="7879"/>
                      </a:cubicBezTo>
                      <a:cubicBezTo>
                        <a:pt x="5170" y="6815"/>
                        <a:pt x="6766" y="5663"/>
                        <a:pt x="8495" y="4466"/>
                      </a:cubicBezTo>
                      <a:cubicBezTo>
                        <a:pt x="9116" y="3978"/>
                        <a:pt x="9737" y="3535"/>
                        <a:pt x="10180" y="3047"/>
                      </a:cubicBezTo>
                      <a:cubicBezTo>
                        <a:pt x="11997" y="1052"/>
                        <a:pt x="11687" y="-1386"/>
                        <a:pt x="7298" y="964"/>
                      </a:cubicBezTo>
                      <a:cubicBezTo>
                        <a:pt x="3885" y="2604"/>
                        <a:pt x="1181" y="5663"/>
                        <a:pt x="294" y="761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31" name="Forme libre : forme 24530">
                  <a:extLst>
                    <a:ext uri="{FF2B5EF4-FFF2-40B4-BE49-F238E27FC236}">
                      <a16:creationId xmlns:a16="http://schemas.microsoft.com/office/drawing/2014/main" id="{04242975-9CE9-476F-BB2B-51B7BD2186A8}"/>
                    </a:ext>
                  </a:extLst>
                </p:cNvPr>
                <p:cNvSpPr/>
                <p:nvPr/>
              </p:nvSpPr>
              <p:spPr>
                <a:xfrm>
                  <a:off x="6266762" y="1670435"/>
                  <a:ext cx="6439" cy="24249"/>
                </a:xfrm>
                <a:custGeom>
                  <a:avLst/>
                  <a:gdLst>
                    <a:gd name="connsiteX0" fmla="*/ 2793 w 6439"/>
                    <a:gd name="connsiteY0" fmla="*/ 0 h 24249"/>
                    <a:gd name="connsiteX1" fmla="*/ 5852 w 6439"/>
                    <a:gd name="connsiteY1" fmla="*/ 3502 h 24249"/>
                    <a:gd name="connsiteX2" fmla="*/ 6118 w 6439"/>
                    <a:gd name="connsiteY2" fmla="*/ 10950 h 24249"/>
                    <a:gd name="connsiteX3" fmla="*/ 0 w 6439"/>
                    <a:gd name="connsiteY3" fmla="*/ 24249 h 24249"/>
                    <a:gd name="connsiteX4" fmla="*/ 1729 w 6439"/>
                    <a:gd name="connsiteY4" fmla="*/ 21501 h 24249"/>
                    <a:gd name="connsiteX5" fmla="*/ 4566 w 6439"/>
                    <a:gd name="connsiteY5" fmla="*/ 14674 h 24249"/>
                    <a:gd name="connsiteX6" fmla="*/ 5408 w 6439"/>
                    <a:gd name="connsiteY6" fmla="*/ 6428 h 24249"/>
                    <a:gd name="connsiteX7" fmla="*/ 2793 w 6439"/>
                    <a:gd name="connsiteY7" fmla="*/ 0 h 24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39" h="24249">
                      <a:moveTo>
                        <a:pt x="2793" y="0"/>
                      </a:moveTo>
                      <a:cubicBezTo>
                        <a:pt x="2793" y="0"/>
                        <a:pt x="4699" y="310"/>
                        <a:pt x="5852" y="3502"/>
                      </a:cubicBezTo>
                      <a:cubicBezTo>
                        <a:pt x="6428" y="5098"/>
                        <a:pt x="6694" y="7492"/>
                        <a:pt x="6118" y="10950"/>
                      </a:cubicBezTo>
                      <a:cubicBezTo>
                        <a:pt x="5541" y="14363"/>
                        <a:pt x="3901" y="18974"/>
                        <a:pt x="0" y="24249"/>
                      </a:cubicBezTo>
                      <a:cubicBezTo>
                        <a:pt x="0" y="24249"/>
                        <a:pt x="842" y="23274"/>
                        <a:pt x="1729" y="21501"/>
                      </a:cubicBezTo>
                      <a:cubicBezTo>
                        <a:pt x="2704" y="19772"/>
                        <a:pt x="3812" y="17333"/>
                        <a:pt x="4566" y="14674"/>
                      </a:cubicBezTo>
                      <a:cubicBezTo>
                        <a:pt x="5275" y="11969"/>
                        <a:pt x="5719" y="9088"/>
                        <a:pt x="5408" y="6428"/>
                      </a:cubicBezTo>
                      <a:cubicBezTo>
                        <a:pt x="5231" y="3857"/>
                        <a:pt x="4256" y="1552"/>
                        <a:pt x="27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32" name="Forme libre : forme 24531">
                  <a:extLst>
                    <a:ext uri="{FF2B5EF4-FFF2-40B4-BE49-F238E27FC236}">
                      <a16:creationId xmlns:a16="http://schemas.microsoft.com/office/drawing/2014/main" id="{99BA90D6-3FAD-41ED-AE55-A74DF5DE79B4}"/>
                    </a:ext>
                  </a:extLst>
                </p:cNvPr>
                <p:cNvSpPr/>
                <p:nvPr/>
              </p:nvSpPr>
              <p:spPr>
                <a:xfrm>
                  <a:off x="6215446" y="1689142"/>
                  <a:ext cx="15896" cy="22076"/>
                </a:xfrm>
                <a:custGeom>
                  <a:avLst/>
                  <a:gdLst>
                    <a:gd name="connsiteX0" fmla="*/ 15896 w 15896"/>
                    <a:gd name="connsiteY0" fmla="*/ 0 h 22076"/>
                    <a:gd name="connsiteX1" fmla="*/ 12837 w 15896"/>
                    <a:gd name="connsiteY1" fmla="*/ 1818 h 22076"/>
                    <a:gd name="connsiteX2" fmla="*/ 6276 w 15896"/>
                    <a:gd name="connsiteY2" fmla="*/ 6960 h 22076"/>
                    <a:gd name="connsiteX3" fmla="*/ 3084 w 15896"/>
                    <a:gd name="connsiteY3" fmla="*/ 10595 h 22076"/>
                    <a:gd name="connsiteX4" fmla="*/ 779 w 15896"/>
                    <a:gd name="connsiteY4" fmla="*/ 14762 h 22076"/>
                    <a:gd name="connsiteX5" fmla="*/ 1134 w 15896"/>
                    <a:gd name="connsiteY5" fmla="*/ 22077 h 22076"/>
                    <a:gd name="connsiteX6" fmla="*/ 823 w 15896"/>
                    <a:gd name="connsiteY6" fmla="*/ 20525 h 22076"/>
                    <a:gd name="connsiteX7" fmla="*/ 1444 w 15896"/>
                    <a:gd name="connsiteY7" fmla="*/ 15649 h 22076"/>
                    <a:gd name="connsiteX8" fmla="*/ 5833 w 15896"/>
                    <a:gd name="connsiteY8" fmla="*/ 8201 h 22076"/>
                    <a:gd name="connsiteX9" fmla="*/ 15896 w 15896"/>
                    <a:gd name="connsiteY9" fmla="*/ 0 h 22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896" h="22076">
                      <a:moveTo>
                        <a:pt x="15896" y="0"/>
                      </a:moveTo>
                      <a:cubicBezTo>
                        <a:pt x="15896" y="0"/>
                        <a:pt x="14655" y="576"/>
                        <a:pt x="12837" y="1818"/>
                      </a:cubicBezTo>
                      <a:cubicBezTo>
                        <a:pt x="11019" y="3059"/>
                        <a:pt x="8581" y="4566"/>
                        <a:pt x="6276" y="6960"/>
                      </a:cubicBezTo>
                      <a:cubicBezTo>
                        <a:pt x="5123" y="8113"/>
                        <a:pt x="4015" y="9221"/>
                        <a:pt x="3084" y="10595"/>
                      </a:cubicBezTo>
                      <a:cubicBezTo>
                        <a:pt x="2153" y="12014"/>
                        <a:pt x="1355" y="13432"/>
                        <a:pt x="779" y="14762"/>
                      </a:cubicBezTo>
                      <a:cubicBezTo>
                        <a:pt x="-374" y="17466"/>
                        <a:pt x="-240" y="20437"/>
                        <a:pt x="1134" y="22077"/>
                      </a:cubicBezTo>
                      <a:cubicBezTo>
                        <a:pt x="1134" y="22077"/>
                        <a:pt x="912" y="21589"/>
                        <a:pt x="823" y="20525"/>
                      </a:cubicBezTo>
                      <a:cubicBezTo>
                        <a:pt x="779" y="19550"/>
                        <a:pt x="690" y="17644"/>
                        <a:pt x="1444" y="15649"/>
                      </a:cubicBezTo>
                      <a:cubicBezTo>
                        <a:pt x="2153" y="13654"/>
                        <a:pt x="3483" y="10728"/>
                        <a:pt x="5833" y="8201"/>
                      </a:cubicBezTo>
                      <a:cubicBezTo>
                        <a:pt x="8227" y="5320"/>
                        <a:pt x="11507" y="2660"/>
                        <a:pt x="158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33" name="Forme libre : forme 24532">
                  <a:extLst>
                    <a:ext uri="{FF2B5EF4-FFF2-40B4-BE49-F238E27FC236}">
                      <a16:creationId xmlns:a16="http://schemas.microsoft.com/office/drawing/2014/main" id="{EAD5F171-9DE5-4339-B71F-6A7D06908FB1}"/>
                    </a:ext>
                  </a:extLst>
                </p:cNvPr>
                <p:cNvSpPr/>
                <p:nvPr/>
              </p:nvSpPr>
              <p:spPr>
                <a:xfrm>
                  <a:off x="6247606" y="1685373"/>
                  <a:ext cx="9636" cy="7139"/>
                </a:xfrm>
                <a:custGeom>
                  <a:avLst/>
                  <a:gdLst>
                    <a:gd name="connsiteX0" fmla="*/ 9625 w 9636"/>
                    <a:gd name="connsiteY0" fmla="*/ 445 h 7139"/>
                    <a:gd name="connsiteX1" fmla="*/ 8473 w 9636"/>
                    <a:gd name="connsiteY1" fmla="*/ 2883 h 7139"/>
                    <a:gd name="connsiteX2" fmla="*/ 5015 w 9636"/>
                    <a:gd name="connsiteY2" fmla="*/ 5764 h 7139"/>
                    <a:gd name="connsiteX3" fmla="*/ 6 w 9636"/>
                    <a:gd name="connsiteY3" fmla="*/ 6474 h 7139"/>
                    <a:gd name="connsiteX4" fmla="*/ 4882 w 9636"/>
                    <a:gd name="connsiteY4" fmla="*/ 1996 h 7139"/>
                    <a:gd name="connsiteX5" fmla="*/ 9625 w 9636"/>
                    <a:gd name="connsiteY5" fmla="*/ 445 h 7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636" h="7139">
                      <a:moveTo>
                        <a:pt x="9625" y="445"/>
                      </a:moveTo>
                      <a:cubicBezTo>
                        <a:pt x="9714" y="977"/>
                        <a:pt x="9271" y="1863"/>
                        <a:pt x="8473" y="2883"/>
                      </a:cubicBezTo>
                      <a:cubicBezTo>
                        <a:pt x="7630" y="3814"/>
                        <a:pt x="6389" y="4922"/>
                        <a:pt x="5015" y="5764"/>
                      </a:cubicBezTo>
                      <a:cubicBezTo>
                        <a:pt x="2133" y="7405"/>
                        <a:pt x="-128" y="7493"/>
                        <a:pt x="6" y="6474"/>
                      </a:cubicBezTo>
                      <a:cubicBezTo>
                        <a:pt x="138" y="5454"/>
                        <a:pt x="2399" y="3681"/>
                        <a:pt x="4882" y="1996"/>
                      </a:cubicBezTo>
                      <a:cubicBezTo>
                        <a:pt x="7409" y="356"/>
                        <a:pt x="9404" y="-619"/>
                        <a:pt x="9625" y="44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34" name="Forme libre : forme 24533">
                  <a:extLst>
                    <a:ext uri="{FF2B5EF4-FFF2-40B4-BE49-F238E27FC236}">
                      <a16:creationId xmlns:a16="http://schemas.microsoft.com/office/drawing/2014/main" id="{4BA30424-D076-4E71-A4D6-FEBFC9FF1FF1}"/>
                    </a:ext>
                  </a:extLst>
                </p:cNvPr>
                <p:cNvSpPr/>
                <p:nvPr/>
              </p:nvSpPr>
              <p:spPr>
                <a:xfrm>
                  <a:off x="6255791" y="1684226"/>
                  <a:ext cx="2377" cy="2572"/>
                </a:xfrm>
                <a:custGeom>
                  <a:avLst/>
                  <a:gdLst>
                    <a:gd name="connsiteX0" fmla="*/ 2238 w 2377"/>
                    <a:gd name="connsiteY0" fmla="*/ 84 h 2572"/>
                    <a:gd name="connsiteX1" fmla="*/ 1707 w 2377"/>
                    <a:gd name="connsiteY1" fmla="*/ 1768 h 2572"/>
                    <a:gd name="connsiteX2" fmla="*/ 111 w 2377"/>
                    <a:gd name="connsiteY2" fmla="*/ 2478 h 2572"/>
                    <a:gd name="connsiteX3" fmla="*/ 687 w 2377"/>
                    <a:gd name="connsiteY3" fmla="*/ 837 h 2572"/>
                    <a:gd name="connsiteX4" fmla="*/ 2238 w 2377"/>
                    <a:gd name="connsiteY4" fmla="*/ 84 h 2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" h="2572">
                      <a:moveTo>
                        <a:pt x="2238" y="84"/>
                      </a:moveTo>
                      <a:cubicBezTo>
                        <a:pt x="2549" y="305"/>
                        <a:pt x="2327" y="1103"/>
                        <a:pt x="1707" y="1768"/>
                      </a:cubicBezTo>
                      <a:cubicBezTo>
                        <a:pt x="1086" y="2433"/>
                        <a:pt x="377" y="2744"/>
                        <a:pt x="111" y="2478"/>
                      </a:cubicBezTo>
                      <a:cubicBezTo>
                        <a:pt x="-155" y="2212"/>
                        <a:pt x="66" y="1458"/>
                        <a:pt x="687" y="837"/>
                      </a:cubicBezTo>
                      <a:cubicBezTo>
                        <a:pt x="1263" y="217"/>
                        <a:pt x="1928" y="-182"/>
                        <a:pt x="2238" y="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35" name="Forme libre : forme 24534">
                  <a:extLst>
                    <a:ext uri="{FF2B5EF4-FFF2-40B4-BE49-F238E27FC236}">
                      <a16:creationId xmlns:a16="http://schemas.microsoft.com/office/drawing/2014/main" id="{7ED4635F-A6EA-4F25-8C07-71ADD8DA9EA9}"/>
                    </a:ext>
                  </a:extLst>
                </p:cNvPr>
                <p:cNvSpPr/>
                <p:nvPr/>
              </p:nvSpPr>
              <p:spPr>
                <a:xfrm>
                  <a:off x="6243703" y="1671593"/>
                  <a:ext cx="23147" cy="14895"/>
                </a:xfrm>
                <a:custGeom>
                  <a:avLst/>
                  <a:gdLst>
                    <a:gd name="connsiteX0" fmla="*/ 15567 w 23147"/>
                    <a:gd name="connsiteY0" fmla="*/ 482 h 14895"/>
                    <a:gd name="connsiteX1" fmla="*/ 22128 w 23147"/>
                    <a:gd name="connsiteY1" fmla="*/ 836 h 14895"/>
                    <a:gd name="connsiteX2" fmla="*/ 22882 w 23147"/>
                    <a:gd name="connsiteY2" fmla="*/ 3762 h 14895"/>
                    <a:gd name="connsiteX3" fmla="*/ 20178 w 23147"/>
                    <a:gd name="connsiteY3" fmla="*/ 6511 h 14895"/>
                    <a:gd name="connsiteX4" fmla="*/ 16099 w 23147"/>
                    <a:gd name="connsiteY4" fmla="*/ 7486 h 14895"/>
                    <a:gd name="connsiteX5" fmla="*/ 11711 w 23147"/>
                    <a:gd name="connsiteY5" fmla="*/ 9215 h 14895"/>
                    <a:gd name="connsiteX6" fmla="*/ 9051 w 23147"/>
                    <a:gd name="connsiteY6" fmla="*/ 11165 h 14895"/>
                    <a:gd name="connsiteX7" fmla="*/ 4972 w 23147"/>
                    <a:gd name="connsiteY7" fmla="*/ 13692 h 14895"/>
                    <a:gd name="connsiteX8" fmla="*/ 52 w 23147"/>
                    <a:gd name="connsiteY8" fmla="*/ 14003 h 14895"/>
                    <a:gd name="connsiteX9" fmla="*/ 4529 w 23147"/>
                    <a:gd name="connsiteY9" fmla="*/ 8993 h 14895"/>
                    <a:gd name="connsiteX10" fmla="*/ 9671 w 23147"/>
                    <a:gd name="connsiteY10" fmla="*/ 4028 h 14895"/>
                    <a:gd name="connsiteX11" fmla="*/ 15567 w 23147"/>
                    <a:gd name="connsiteY11" fmla="*/ 482 h 14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147" h="14895">
                      <a:moveTo>
                        <a:pt x="15567" y="482"/>
                      </a:moveTo>
                      <a:cubicBezTo>
                        <a:pt x="18006" y="-361"/>
                        <a:pt x="20222" y="-6"/>
                        <a:pt x="22128" y="836"/>
                      </a:cubicBezTo>
                      <a:cubicBezTo>
                        <a:pt x="22837" y="1147"/>
                        <a:pt x="23547" y="1989"/>
                        <a:pt x="22882" y="3762"/>
                      </a:cubicBezTo>
                      <a:cubicBezTo>
                        <a:pt x="22350" y="5358"/>
                        <a:pt x="21020" y="6156"/>
                        <a:pt x="20178" y="6511"/>
                      </a:cubicBezTo>
                      <a:cubicBezTo>
                        <a:pt x="18803" y="7043"/>
                        <a:pt x="17474" y="7220"/>
                        <a:pt x="16099" y="7486"/>
                      </a:cubicBezTo>
                      <a:cubicBezTo>
                        <a:pt x="14725" y="7796"/>
                        <a:pt x="13351" y="8284"/>
                        <a:pt x="11711" y="9215"/>
                      </a:cubicBezTo>
                      <a:cubicBezTo>
                        <a:pt x="11223" y="9525"/>
                        <a:pt x="10292" y="10323"/>
                        <a:pt x="9051" y="11165"/>
                      </a:cubicBezTo>
                      <a:cubicBezTo>
                        <a:pt x="7898" y="12096"/>
                        <a:pt x="6346" y="12939"/>
                        <a:pt x="4972" y="13692"/>
                      </a:cubicBezTo>
                      <a:cubicBezTo>
                        <a:pt x="2091" y="15022"/>
                        <a:pt x="-392" y="15421"/>
                        <a:pt x="52" y="14003"/>
                      </a:cubicBezTo>
                      <a:cubicBezTo>
                        <a:pt x="495" y="12628"/>
                        <a:pt x="2445" y="10811"/>
                        <a:pt x="4529" y="8993"/>
                      </a:cubicBezTo>
                      <a:cubicBezTo>
                        <a:pt x="6346" y="7220"/>
                        <a:pt x="8386" y="5314"/>
                        <a:pt x="9671" y="4028"/>
                      </a:cubicBezTo>
                      <a:cubicBezTo>
                        <a:pt x="11666" y="2388"/>
                        <a:pt x="13750" y="1102"/>
                        <a:pt x="15567" y="48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70" name="Graphique 2">
                <a:extLst>
                  <a:ext uri="{FF2B5EF4-FFF2-40B4-BE49-F238E27FC236}">
                    <a16:creationId xmlns:a16="http://schemas.microsoft.com/office/drawing/2014/main" id="{62E4C308-0DF6-407F-B01C-CBCB5A0A5A9B}"/>
                  </a:ext>
                </a:extLst>
              </p:cNvPr>
              <p:cNvGrpSpPr/>
              <p:nvPr/>
            </p:nvGrpSpPr>
            <p:grpSpPr>
              <a:xfrm>
                <a:off x="6240827" y="1602814"/>
                <a:ext cx="42052" cy="65945"/>
                <a:chOff x="6240827" y="1602814"/>
                <a:chExt cx="42052" cy="65945"/>
              </a:xfrm>
              <a:solidFill>
                <a:schemeClr val="accent1"/>
              </a:solidFill>
            </p:grpSpPr>
            <p:sp>
              <p:nvSpPr>
                <p:cNvPr id="24512" name="Forme libre : forme 24511">
                  <a:extLst>
                    <a:ext uri="{FF2B5EF4-FFF2-40B4-BE49-F238E27FC236}">
                      <a16:creationId xmlns:a16="http://schemas.microsoft.com/office/drawing/2014/main" id="{C84A64C2-B770-44D4-A9CB-4658B27856B8}"/>
                    </a:ext>
                  </a:extLst>
                </p:cNvPr>
                <p:cNvSpPr/>
                <p:nvPr/>
              </p:nvSpPr>
              <p:spPr>
                <a:xfrm>
                  <a:off x="6240827" y="1602814"/>
                  <a:ext cx="42052" cy="65908"/>
                </a:xfrm>
                <a:custGeom>
                  <a:avLst/>
                  <a:gdLst>
                    <a:gd name="connsiteX0" fmla="*/ 29570 w 42052"/>
                    <a:gd name="connsiteY0" fmla="*/ 10478 h 65908"/>
                    <a:gd name="connsiteX1" fmla="*/ 41850 w 42052"/>
                    <a:gd name="connsiteY1" fmla="*/ 41377 h 65908"/>
                    <a:gd name="connsiteX2" fmla="*/ 41451 w 42052"/>
                    <a:gd name="connsiteY2" fmla="*/ 51928 h 65908"/>
                    <a:gd name="connsiteX3" fmla="*/ 38569 w 42052"/>
                    <a:gd name="connsiteY3" fmla="*/ 60084 h 65908"/>
                    <a:gd name="connsiteX4" fmla="*/ 34491 w 42052"/>
                    <a:gd name="connsiteY4" fmla="*/ 64872 h 65908"/>
                    <a:gd name="connsiteX5" fmla="*/ 30457 w 42052"/>
                    <a:gd name="connsiteY5" fmla="*/ 65759 h 65908"/>
                    <a:gd name="connsiteX6" fmla="*/ 23586 w 42052"/>
                    <a:gd name="connsiteY6" fmla="*/ 63808 h 65908"/>
                    <a:gd name="connsiteX7" fmla="*/ 20482 w 42052"/>
                    <a:gd name="connsiteY7" fmla="*/ 61326 h 65908"/>
                    <a:gd name="connsiteX8" fmla="*/ 18355 w 42052"/>
                    <a:gd name="connsiteY8" fmla="*/ 56804 h 65908"/>
                    <a:gd name="connsiteX9" fmla="*/ 16847 w 42052"/>
                    <a:gd name="connsiteY9" fmla="*/ 50952 h 65908"/>
                    <a:gd name="connsiteX10" fmla="*/ 15783 w 42052"/>
                    <a:gd name="connsiteY10" fmla="*/ 44303 h 65908"/>
                    <a:gd name="connsiteX11" fmla="*/ 9134 w 42052"/>
                    <a:gd name="connsiteY11" fmla="*/ 27501 h 65908"/>
                    <a:gd name="connsiteX12" fmla="*/ 5898 w 42052"/>
                    <a:gd name="connsiteY12" fmla="*/ 23511 h 65908"/>
                    <a:gd name="connsiteX13" fmla="*/ 3105 w 42052"/>
                    <a:gd name="connsiteY13" fmla="*/ 19743 h 65908"/>
                    <a:gd name="connsiteX14" fmla="*/ 1864 w 42052"/>
                    <a:gd name="connsiteY14" fmla="*/ 17793 h 65908"/>
                    <a:gd name="connsiteX15" fmla="*/ 799 w 42052"/>
                    <a:gd name="connsiteY15" fmla="*/ 15887 h 65908"/>
                    <a:gd name="connsiteX16" fmla="*/ 46 w 42052"/>
                    <a:gd name="connsiteY16" fmla="*/ 11897 h 65908"/>
                    <a:gd name="connsiteX17" fmla="*/ 1110 w 42052"/>
                    <a:gd name="connsiteY17" fmla="*/ 4538 h 65908"/>
                    <a:gd name="connsiteX18" fmla="*/ 3814 w 42052"/>
                    <a:gd name="connsiteY18" fmla="*/ 1213 h 65908"/>
                    <a:gd name="connsiteX19" fmla="*/ 6740 w 42052"/>
                    <a:gd name="connsiteY19" fmla="*/ 193 h 65908"/>
                    <a:gd name="connsiteX20" fmla="*/ 10641 w 42052"/>
                    <a:gd name="connsiteY20" fmla="*/ 16 h 65908"/>
                    <a:gd name="connsiteX21" fmla="*/ 20305 w 42052"/>
                    <a:gd name="connsiteY21" fmla="*/ 2809 h 65908"/>
                    <a:gd name="connsiteX22" fmla="*/ 29570 w 42052"/>
                    <a:gd name="connsiteY22" fmla="*/ 10478 h 65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2052" h="65908">
                      <a:moveTo>
                        <a:pt x="29570" y="10478"/>
                      </a:moveTo>
                      <a:cubicBezTo>
                        <a:pt x="37151" y="19876"/>
                        <a:pt x="40742" y="30782"/>
                        <a:pt x="41850" y="41377"/>
                      </a:cubicBezTo>
                      <a:cubicBezTo>
                        <a:pt x="42249" y="45101"/>
                        <a:pt x="42027" y="48736"/>
                        <a:pt x="41451" y="51928"/>
                      </a:cubicBezTo>
                      <a:cubicBezTo>
                        <a:pt x="40830" y="55119"/>
                        <a:pt x="39766" y="57912"/>
                        <a:pt x="38569" y="60084"/>
                      </a:cubicBezTo>
                      <a:cubicBezTo>
                        <a:pt x="37284" y="62257"/>
                        <a:pt x="35910" y="63897"/>
                        <a:pt x="34491" y="64872"/>
                      </a:cubicBezTo>
                      <a:cubicBezTo>
                        <a:pt x="33072" y="65848"/>
                        <a:pt x="31698" y="66113"/>
                        <a:pt x="30457" y="65759"/>
                      </a:cubicBezTo>
                      <a:lnTo>
                        <a:pt x="23586" y="63808"/>
                      </a:lnTo>
                      <a:cubicBezTo>
                        <a:pt x="22344" y="63454"/>
                        <a:pt x="21325" y="62567"/>
                        <a:pt x="20482" y="61326"/>
                      </a:cubicBezTo>
                      <a:cubicBezTo>
                        <a:pt x="19640" y="60129"/>
                        <a:pt x="18887" y="58533"/>
                        <a:pt x="18355" y="56804"/>
                      </a:cubicBezTo>
                      <a:cubicBezTo>
                        <a:pt x="17734" y="55031"/>
                        <a:pt x="17246" y="53080"/>
                        <a:pt x="16847" y="50952"/>
                      </a:cubicBezTo>
                      <a:cubicBezTo>
                        <a:pt x="16404" y="48869"/>
                        <a:pt x="16094" y="46608"/>
                        <a:pt x="15783" y="44303"/>
                      </a:cubicBezTo>
                      <a:cubicBezTo>
                        <a:pt x="15074" y="37697"/>
                        <a:pt x="12592" y="31535"/>
                        <a:pt x="9134" y="27501"/>
                      </a:cubicBezTo>
                      <a:cubicBezTo>
                        <a:pt x="7937" y="26038"/>
                        <a:pt x="6873" y="24841"/>
                        <a:pt x="5898" y="23511"/>
                      </a:cubicBezTo>
                      <a:cubicBezTo>
                        <a:pt x="4922" y="22270"/>
                        <a:pt x="3991" y="21029"/>
                        <a:pt x="3105" y="19743"/>
                      </a:cubicBezTo>
                      <a:cubicBezTo>
                        <a:pt x="2662" y="19123"/>
                        <a:pt x="2218" y="18458"/>
                        <a:pt x="1864" y="17793"/>
                      </a:cubicBezTo>
                      <a:cubicBezTo>
                        <a:pt x="1464" y="17172"/>
                        <a:pt x="1110" y="16552"/>
                        <a:pt x="799" y="15887"/>
                      </a:cubicBezTo>
                      <a:cubicBezTo>
                        <a:pt x="223" y="14557"/>
                        <a:pt x="-131" y="13182"/>
                        <a:pt x="46" y="11897"/>
                      </a:cubicBezTo>
                      <a:lnTo>
                        <a:pt x="1110" y="4538"/>
                      </a:lnTo>
                      <a:cubicBezTo>
                        <a:pt x="1287" y="3208"/>
                        <a:pt x="2174" y="2055"/>
                        <a:pt x="3814" y="1213"/>
                      </a:cubicBezTo>
                      <a:cubicBezTo>
                        <a:pt x="4612" y="770"/>
                        <a:pt x="5587" y="459"/>
                        <a:pt x="6740" y="193"/>
                      </a:cubicBezTo>
                      <a:cubicBezTo>
                        <a:pt x="7893" y="16"/>
                        <a:pt x="9178" y="-28"/>
                        <a:pt x="10641" y="16"/>
                      </a:cubicBezTo>
                      <a:cubicBezTo>
                        <a:pt x="13522" y="149"/>
                        <a:pt x="16892" y="1080"/>
                        <a:pt x="20305" y="2809"/>
                      </a:cubicBezTo>
                      <a:cubicBezTo>
                        <a:pt x="23586" y="4582"/>
                        <a:pt x="26955" y="7198"/>
                        <a:pt x="29570" y="1047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13" name="Forme libre : forme 24512">
                  <a:extLst>
                    <a:ext uri="{FF2B5EF4-FFF2-40B4-BE49-F238E27FC236}">
                      <a16:creationId xmlns:a16="http://schemas.microsoft.com/office/drawing/2014/main" id="{42311407-67A5-4647-A290-27DDCCF960D8}"/>
                    </a:ext>
                  </a:extLst>
                </p:cNvPr>
                <p:cNvSpPr/>
                <p:nvPr/>
              </p:nvSpPr>
              <p:spPr>
                <a:xfrm>
                  <a:off x="6241804" y="1602814"/>
                  <a:ext cx="41061" cy="65945"/>
                </a:xfrm>
                <a:custGeom>
                  <a:avLst/>
                  <a:gdLst>
                    <a:gd name="connsiteX0" fmla="*/ 31519 w 41061"/>
                    <a:gd name="connsiteY0" fmla="*/ 37431 h 65945"/>
                    <a:gd name="connsiteX1" fmla="*/ 32273 w 41061"/>
                    <a:gd name="connsiteY1" fmla="*/ 53657 h 65945"/>
                    <a:gd name="connsiteX2" fmla="*/ 26465 w 41061"/>
                    <a:gd name="connsiteY2" fmla="*/ 64961 h 65945"/>
                    <a:gd name="connsiteX3" fmla="*/ 29436 w 41061"/>
                    <a:gd name="connsiteY3" fmla="*/ 65803 h 65945"/>
                    <a:gd name="connsiteX4" fmla="*/ 33470 w 41061"/>
                    <a:gd name="connsiteY4" fmla="*/ 64917 h 65945"/>
                    <a:gd name="connsiteX5" fmla="*/ 37548 w 41061"/>
                    <a:gd name="connsiteY5" fmla="*/ 60129 h 65945"/>
                    <a:gd name="connsiteX6" fmla="*/ 40430 w 41061"/>
                    <a:gd name="connsiteY6" fmla="*/ 51972 h 65945"/>
                    <a:gd name="connsiteX7" fmla="*/ 40829 w 41061"/>
                    <a:gd name="connsiteY7" fmla="*/ 41421 h 65945"/>
                    <a:gd name="connsiteX8" fmla="*/ 28549 w 41061"/>
                    <a:gd name="connsiteY8" fmla="*/ 10522 h 65945"/>
                    <a:gd name="connsiteX9" fmla="*/ 19239 w 41061"/>
                    <a:gd name="connsiteY9" fmla="*/ 2809 h 65945"/>
                    <a:gd name="connsiteX10" fmla="*/ 9575 w 41061"/>
                    <a:gd name="connsiteY10" fmla="*/ 16 h 65945"/>
                    <a:gd name="connsiteX11" fmla="*/ 5674 w 41061"/>
                    <a:gd name="connsiteY11" fmla="*/ 193 h 65945"/>
                    <a:gd name="connsiteX12" fmla="*/ 2748 w 41061"/>
                    <a:gd name="connsiteY12" fmla="*/ 1213 h 65945"/>
                    <a:gd name="connsiteX13" fmla="*/ 44 w 41061"/>
                    <a:gd name="connsiteY13" fmla="*/ 4538 h 65945"/>
                    <a:gd name="connsiteX14" fmla="*/ 0 w 41061"/>
                    <a:gd name="connsiteY14" fmla="*/ 4759 h 65945"/>
                    <a:gd name="connsiteX15" fmla="*/ 11659 w 41061"/>
                    <a:gd name="connsiteY15" fmla="*/ 8616 h 65945"/>
                    <a:gd name="connsiteX16" fmla="*/ 20836 w 41061"/>
                    <a:gd name="connsiteY16" fmla="*/ 16463 h 65945"/>
                    <a:gd name="connsiteX17" fmla="*/ 27175 w 41061"/>
                    <a:gd name="connsiteY17" fmla="*/ 26393 h 65945"/>
                    <a:gd name="connsiteX18" fmla="*/ 31519 w 41061"/>
                    <a:gd name="connsiteY18" fmla="*/ 37431 h 65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1061" h="65945">
                      <a:moveTo>
                        <a:pt x="31519" y="37431"/>
                      </a:moveTo>
                      <a:cubicBezTo>
                        <a:pt x="33204" y="42840"/>
                        <a:pt x="33337" y="48691"/>
                        <a:pt x="32273" y="53657"/>
                      </a:cubicBezTo>
                      <a:cubicBezTo>
                        <a:pt x="31165" y="58622"/>
                        <a:pt x="29037" y="62700"/>
                        <a:pt x="26465" y="64961"/>
                      </a:cubicBezTo>
                      <a:lnTo>
                        <a:pt x="29436" y="65803"/>
                      </a:lnTo>
                      <a:cubicBezTo>
                        <a:pt x="30677" y="66158"/>
                        <a:pt x="32051" y="65848"/>
                        <a:pt x="33470" y="64917"/>
                      </a:cubicBezTo>
                      <a:cubicBezTo>
                        <a:pt x="34933" y="63986"/>
                        <a:pt x="36263" y="62345"/>
                        <a:pt x="37548" y="60129"/>
                      </a:cubicBezTo>
                      <a:cubicBezTo>
                        <a:pt x="38745" y="57912"/>
                        <a:pt x="39809" y="55164"/>
                        <a:pt x="40430" y="51972"/>
                      </a:cubicBezTo>
                      <a:cubicBezTo>
                        <a:pt x="41051" y="48780"/>
                        <a:pt x="41272" y="45189"/>
                        <a:pt x="40829" y="41421"/>
                      </a:cubicBezTo>
                      <a:cubicBezTo>
                        <a:pt x="39720" y="30826"/>
                        <a:pt x="36130" y="19921"/>
                        <a:pt x="28549" y="10522"/>
                      </a:cubicBezTo>
                      <a:cubicBezTo>
                        <a:pt x="25934" y="7242"/>
                        <a:pt x="22564" y="4626"/>
                        <a:pt x="19239" y="2809"/>
                      </a:cubicBezTo>
                      <a:cubicBezTo>
                        <a:pt x="15826" y="1080"/>
                        <a:pt x="12457" y="149"/>
                        <a:pt x="9575" y="16"/>
                      </a:cubicBezTo>
                      <a:cubicBezTo>
                        <a:pt x="8112" y="-28"/>
                        <a:pt x="6827" y="16"/>
                        <a:pt x="5674" y="193"/>
                      </a:cubicBezTo>
                      <a:cubicBezTo>
                        <a:pt x="4522" y="459"/>
                        <a:pt x="3546" y="814"/>
                        <a:pt x="2748" y="1213"/>
                      </a:cubicBezTo>
                      <a:cubicBezTo>
                        <a:pt x="1153" y="2055"/>
                        <a:pt x="266" y="3208"/>
                        <a:pt x="44" y="4538"/>
                      </a:cubicBezTo>
                      <a:lnTo>
                        <a:pt x="0" y="4759"/>
                      </a:lnTo>
                      <a:cubicBezTo>
                        <a:pt x="4078" y="5291"/>
                        <a:pt x="8068" y="6621"/>
                        <a:pt x="11659" y="8616"/>
                      </a:cubicBezTo>
                      <a:cubicBezTo>
                        <a:pt x="15250" y="10655"/>
                        <a:pt x="18264" y="13404"/>
                        <a:pt x="20836" y="16463"/>
                      </a:cubicBezTo>
                      <a:cubicBezTo>
                        <a:pt x="23451" y="19477"/>
                        <a:pt x="25490" y="22891"/>
                        <a:pt x="27175" y="26393"/>
                      </a:cubicBezTo>
                      <a:cubicBezTo>
                        <a:pt x="28948" y="29939"/>
                        <a:pt x="30367" y="33619"/>
                        <a:pt x="31519" y="3743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14" name="Forme libre : forme 24513">
                  <a:extLst>
                    <a:ext uri="{FF2B5EF4-FFF2-40B4-BE49-F238E27FC236}">
                      <a16:creationId xmlns:a16="http://schemas.microsoft.com/office/drawing/2014/main" id="{505FCF48-90F7-4D47-95D8-ADE117B1DB73}"/>
                    </a:ext>
                  </a:extLst>
                </p:cNvPr>
                <p:cNvSpPr/>
                <p:nvPr/>
              </p:nvSpPr>
              <p:spPr>
                <a:xfrm>
                  <a:off x="6254611" y="1615292"/>
                  <a:ext cx="17959" cy="28601"/>
                </a:xfrm>
                <a:custGeom>
                  <a:avLst/>
                  <a:gdLst>
                    <a:gd name="connsiteX0" fmla="*/ 359 w 17959"/>
                    <a:gd name="connsiteY0" fmla="*/ 748 h 28601"/>
                    <a:gd name="connsiteX1" fmla="*/ 6477 w 17959"/>
                    <a:gd name="connsiteY1" fmla="*/ 1369 h 28601"/>
                    <a:gd name="connsiteX2" fmla="*/ 11043 w 17959"/>
                    <a:gd name="connsiteY2" fmla="*/ 5048 h 28601"/>
                    <a:gd name="connsiteX3" fmla="*/ 15077 w 17959"/>
                    <a:gd name="connsiteY3" fmla="*/ 10900 h 28601"/>
                    <a:gd name="connsiteX4" fmla="*/ 17427 w 17959"/>
                    <a:gd name="connsiteY4" fmla="*/ 17505 h 28601"/>
                    <a:gd name="connsiteX5" fmla="*/ 17959 w 17959"/>
                    <a:gd name="connsiteY5" fmla="*/ 23135 h 28601"/>
                    <a:gd name="connsiteX6" fmla="*/ 15388 w 17959"/>
                    <a:gd name="connsiteY6" fmla="*/ 28588 h 28601"/>
                    <a:gd name="connsiteX7" fmla="*/ 11088 w 17959"/>
                    <a:gd name="connsiteY7" fmla="*/ 24731 h 28601"/>
                    <a:gd name="connsiteX8" fmla="*/ 8738 w 17959"/>
                    <a:gd name="connsiteY8" fmla="*/ 20475 h 28601"/>
                    <a:gd name="connsiteX9" fmla="*/ 6167 w 17959"/>
                    <a:gd name="connsiteY9" fmla="*/ 15422 h 28601"/>
                    <a:gd name="connsiteX10" fmla="*/ 1423 w 17959"/>
                    <a:gd name="connsiteY10" fmla="*/ 6334 h 28601"/>
                    <a:gd name="connsiteX11" fmla="*/ 359 w 17959"/>
                    <a:gd name="connsiteY11" fmla="*/ 748 h 28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959" h="28601">
                      <a:moveTo>
                        <a:pt x="359" y="748"/>
                      </a:moveTo>
                      <a:cubicBezTo>
                        <a:pt x="1113" y="-316"/>
                        <a:pt x="3551" y="-360"/>
                        <a:pt x="6477" y="1369"/>
                      </a:cubicBezTo>
                      <a:cubicBezTo>
                        <a:pt x="8029" y="2167"/>
                        <a:pt x="9492" y="3497"/>
                        <a:pt x="11043" y="5048"/>
                      </a:cubicBezTo>
                      <a:cubicBezTo>
                        <a:pt x="12506" y="6689"/>
                        <a:pt x="13925" y="8683"/>
                        <a:pt x="15077" y="10900"/>
                      </a:cubicBezTo>
                      <a:cubicBezTo>
                        <a:pt x="16186" y="13161"/>
                        <a:pt x="16984" y="15377"/>
                        <a:pt x="17427" y="17505"/>
                      </a:cubicBezTo>
                      <a:cubicBezTo>
                        <a:pt x="17915" y="19589"/>
                        <a:pt x="17959" y="21540"/>
                        <a:pt x="17959" y="23135"/>
                      </a:cubicBezTo>
                      <a:cubicBezTo>
                        <a:pt x="17737" y="26416"/>
                        <a:pt x="16762" y="28411"/>
                        <a:pt x="15388" y="28588"/>
                      </a:cubicBezTo>
                      <a:cubicBezTo>
                        <a:pt x="14058" y="28765"/>
                        <a:pt x="12551" y="27170"/>
                        <a:pt x="11088" y="24731"/>
                      </a:cubicBezTo>
                      <a:cubicBezTo>
                        <a:pt x="10290" y="23534"/>
                        <a:pt x="9580" y="22027"/>
                        <a:pt x="8738" y="20475"/>
                      </a:cubicBezTo>
                      <a:cubicBezTo>
                        <a:pt x="7851" y="18747"/>
                        <a:pt x="7054" y="17106"/>
                        <a:pt x="6167" y="15422"/>
                      </a:cubicBezTo>
                      <a:cubicBezTo>
                        <a:pt x="4660" y="12496"/>
                        <a:pt x="3197" y="9703"/>
                        <a:pt x="1423" y="6334"/>
                      </a:cubicBezTo>
                      <a:cubicBezTo>
                        <a:pt x="271" y="3851"/>
                        <a:pt x="-483" y="1945"/>
                        <a:pt x="359" y="74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15" name="Forme libre : forme 24514">
                  <a:extLst>
                    <a:ext uri="{FF2B5EF4-FFF2-40B4-BE49-F238E27FC236}">
                      <a16:creationId xmlns:a16="http://schemas.microsoft.com/office/drawing/2014/main" id="{008F2937-E289-4959-B2D0-DB8D8630BB67}"/>
                    </a:ext>
                  </a:extLst>
                </p:cNvPr>
                <p:cNvSpPr/>
                <p:nvPr/>
              </p:nvSpPr>
              <p:spPr>
                <a:xfrm>
                  <a:off x="6264546" y="1619587"/>
                  <a:ext cx="8036" cy="24351"/>
                </a:xfrm>
                <a:custGeom>
                  <a:avLst/>
                  <a:gdLst>
                    <a:gd name="connsiteX0" fmla="*/ 0 w 8036"/>
                    <a:gd name="connsiteY0" fmla="*/ 18486 h 24351"/>
                    <a:gd name="connsiteX1" fmla="*/ 5453 w 8036"/>
                    <a:gd name="connsiteY1" fmla="*/ 24338 h 24351"/>
                    <a:gd name="connsiteX2" fmla="*/ 8024 w 8036"/>
                    <a:gd name="connsiteY2" fmla="*/ 18885 h 24351"/>
                    <a:gd name="connsiteX3" fmla="*/ 7492 w 8036"/>
                    <a:gd name="connsiteY3" fmla="*/ 13255 h 24351"/>
                    <a:gd name="connsiteX4" fmla="*/ 5142 w 8036"/>
                    <a:gd name="connsiteY4" fmla="*/ 6650 h 24351"/>
                    <a:gd name="connsiteX5" fmla="*/ 354 w 8036"/>
                    <a:gd name="connsiteY5" fmla="*/ 0 h 24351"/>
                    <a:gd name="connsiteX6" fmla="*/ 2615 w 8036"/>
                    <a:gd name="connsiteY6" fmla="*/ 3901 h 24351"/>
                    <a:gd name="connsiteX7" fmla="*/ 3591 w 8036"/>
                    <a:gd name="connsiteY7" fmla="*/ 14053 h 24351"/>
                    <a:gd name="connsiteX8" fmla="*/ 0 w 8036"/>
                    <a:gd name="connsiteY8" fmla="*/ 18486 h 24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36" h="24351">
                      <a:moveTo>
                        <a:pt x="0" y="18486"/>
                      </a:moveTo>
                      <a:cubicBezTo>
                        <a:pt x="1951" y="22032"/>
                        <a:pt x="3768" y="24559"/>
                        <a:pt x="5453" y="24338"/>
                      </a:cubicBezTo>
                      <a:cubicBezTo>
                        <a:pt x="6827" y="24160"/>
                        <a:pt x="7802" y="22121"/>
                        <a:pt x="8024" y="18885"/>
                      </a:cubicBezTo>
                      <a:cubicBezTo>
                        <a:pt x="8068" y="17289"/>
                        <a:pt x="8024" y="15338"/>
                        <a:pt x="7492" y="13255"/>
                      </a:cubicBezTo>
                      <a:cubicBezTo>
                        <a:pt x="7093" y="11171"/>
                        <a:pt x="6251" y="8911"/>
                        <a:pt x="5142" y="6650"/>
                      </a:cubicBezTo>
                      <a:cubicBezTo>
                        <a:pt x="3768" y="4034"/>
                        <a:pt x="2128" y="1773"/>
                        <a:pt x="354" y="0"/>
                      </a:cubicBezTo>
                      <a:cubicBezTo>
                        <a:pt x="1330" y="1197"/>
                        <a:pt x="1995" y="2571"/>
                        <a:pt x="2615" y="3901"/>
                      </a:cubicBezTo>
                      <a:cubicBezTo>
                        <a:pt x="3945" y="7758"/>
                        <a:pt x="4256" y="11393"/>
                        <a:pt x="3591" y="14053"/>
                      </a:cubicBezTo>
                      <a:cubicBezTo>
                        <a:pt x="3059" y="16668"/>
                        <a:pt x="1640" y="18309"/>
                        <a:pt x="0" y="18486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16" name="Forme libre : forme 24515">
                  <a:extLst>
                    <a:ext uri="{FF2B5EF4-FFF2-40B4-BE49-F238E27FC236}">
                      <a16:creationId xmlns:a16="http://schemas.microsoft.com/office/drawing/2014/main" id="{07196F15-CB59-4871-A341-E1CA7FF37E63}"/>
                    </a:ext>
                  </a:extLst>
                </p:cNvPr>
                <p:cNvSpPr/>
                <p:nvPr/>
              </p:nvSpPr>
              <p:spPr>
                <a:xfrm>
                  <a:off x="6253952" y="1613325"/>
                  <a:ext cx="19199" cy="28802"/>
                </a:xfrm>
                <a:custGeom>
                  <a:avLst/>
                  <a:gdLst>
                    <a:gd name="connsiteX0" fmla="*/ 265 w 19199"/>
                    <a:gd name="connsiteY0" fmla="*/ 853 h 28802"/>
                    <a:gd name="connsiteX1" fmla="*/ 6604 w 19199"/>
                    <a:gd name="connsiteY1" fmla="*/ 1252 h 28802"/>
                    <a:gd name="connsiteX2" fmla="*/ 11436 w 19199"/>
                    <a:gd name="connsiteY2" fmla="*/ 4887 h 28802"/>
                    <a:gd name="connsiteX3" fmla="*/ 15825 w 19199"/>
                    <a:gd name="connsiteY3" fmla="*/ 10739 h 28802"/>
                    <a:gd name="connsiteX4" fmla="*/ 18485 w 19199"/>
                    <a:gd name="connsiteY4" fmla="*/ 17389 h 28802"/>
                    <a:gd name="connsiteX5" fmla="*/ 19194 w 19199"/>
                    <a:gd name="connsiteY5" fmla="*/ 23152 h 28802"/>
                    <a:gd name="connsiteX6" fmla="*/ 16844 w 19199"/>
                    <a:gd name="connsiteY6" fmla="*/ 28782 h 28802"/>
                    <a:gd name="connsiteX7" fmla="*/ 12367 w 19199"/>
                    <a:gd name="connsiteY7" fmla="*/ 24969 h 28802"/>
                    <a:gd name="connsiteX8" fmla="*/ 9840 w 19199"/>
                    <a:gd name="connsiteY8" fmla="*/ 20713 h 28802"/>
                    <a:gd name="connsiteX9" fmla="*/ 7003 w 19199"/>
                    <a:gd name="connsiteY9" fmla="*/ 15660 h 28802"/>
                    <a:gd name="connsiteX10" fmla="*/ 4121 w 19199"/>
                    <a:gd name="connsiteY10" fmla="*/ 10695 h 28802"/>
                    <a:gd name="connsiteX11" fmla="*/ 1683 w 19199"/>
                    <a:gd name="connsiteY11" fmla="*/ 6483 h 28802"/>
                    <a:gd name="connsiteX12" fmla="*/ 265 w 19199"/>
                    <a:gd name="connsiteY12" fmla="*/ 853 h 28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199" h="28802">
                      <a:moveTo>
                        <a:pt x="265" y="853"/>
                      </a:moveTo>
                      <a:cubicBezTo>
                        <a:pt x="1063" y="-344"/>
                        <a:pt x="3412" y="-344"/>
                        <a:pt x="6604" y="1252"/>
                      </a:cubicBezTo>
                      <a:cubicBezTo>
                        <a:pt x="8111" y="2094"/>
                        <a:pt x="9884" y="3247"/>
                        <a:pt x="11436" y="4887"/>
                      </a:cubicBezTo>
                      <a:cubicBezTo>
                        <a:pt x="13076" y="6483"/>
                        <a:pt x="14584" y="8478"/>
                        <a:pt x="15825" y="10739"/>
                      </a:cubicBezTo>
                      <a:cubicBezTo>
                        <a:pt x="17110" y="13000"/>
                        <a:pt x="17953" y="15305"/>
                        <a:pt x="18485" y="17389"/>
                      </a:cubicBezTo>
                      <a:cubicBezTo>
                        <a:pt x="19017" y="19516"/>
                        <a:pt x="19238" y="21467"/>
                        <a:pt x="19194" y="23152"/>
                      </a:cubicBezTo>
                      <a:cubicBezTo>
                        <a:pt x="19150" y="26476"/>
                        <a:pt x="18130" y="28560"/>
                        <a:pt x="16844" y="28782"/>
                      </a:cubicBezTo>
                      <a:cubicBezTo>
                        <a:pt x="15426" y="29003"/>
                        <a:pt x="14007" y="27407"/>
                        <a:pt x="12367" y="24969"/>
                      </a:cubicBezTo>
                      <a:cubicBezTo>
                        <a:pt x="11613" y="23728"/>
                        <a:pt x="10727" y="22265"/>
                        <a:pt x="9840" y="20713"/>
                      </a:cubicBezTo>
                      <a:cubicBezTo>
                        <a:pt x="8954" y="19162"/>
                        <a:pt x="8067" y="17389"/>
                        <a:pt x="7003" y="15660"/>
                      </a:cubicBezTo>
                      <a:cubicBezTo>
                        <a:pt x="6028" y="13886"/>
                        <a:pt x="5053" y="12202"/>
                        <a:pt x="4121" y="10695"/>
                      </a:cubicBezTo>
                      <a:cubicBezTo>
                        <a:pt x="3279" y="9143"/>
                        <a:pt x="2348" y="7813"/>
                        <a:pt x="1683" y="6483"/>
                      </a:cubicBezTo>
                      <a:cubicBezTo>
                        <a:pt x="353" y="4045"/>
                        <a:pt x="-444" y="1961"/>
                        <a:pt x="265" y="85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17" name="Forme libre : forme 24516">
                  <a:extLst>
                    <a:ext uri="{FF2B5EF4-FFF2-40B4-BE49-F238E27FC236}">
                      <a16:creationId xmlns:a16="http://schemas.microsoft.com/office/drawing/2014/main" id="{DF7FA13E-8770-4BC1-A632-71A49F270D75}"/>
                    </a:ext>
                  </a:extLst>
                </p:cNvPr>
                <p:cNvSpPr/>
                <p:nvPr/>
              </p:nvSpPr>
              <p:spPr>
                <a:xfrm>
                  <a:off x="6262611" y="1615472"/>
                  <a:ext cx="17085" cy="42415"/>
                </a:xfrm>
                <a:custGeom>
                  <a:avLst/>
                  <a:gdLst>
                    <a:gd name="connsiteX0" fmla="*/ 8318 w 17085"/>
                    <a:gd name="connsiteY0" fmla="*/ 42195 h 42415"/>
                    <a:gd name="connsiteX1" fmla="*/ 12973 w 17085"/>
                    <a:gd name="connsiteY1" fmla="*/ 41441 h 42415"/>
                    <a:gd name="connsiteX2" fmla="*/ 16741 w 17085"/>
                    <a:gd name="connsiteY2" fmla="*/ 22689 h 42415"/>
                    <a:gd name="connsiteX3" fmla="*/ 8407 w 17085"/>
                    <a:gd name="connsiteY3" fmla="*/ 3804 h 42415"/>
                    <a:gd name="connsiteX4" fmla="*/ 826 w 17085"/>
                    <a:gd name="connsiteY4" fmla="*/ 1278 h 42415"/>
                    <a:gd name="connsiteX5" fmla="*/ 2777 w 17085"/>
                    <a:gd name="connsiteY5" fmla="*/ 7750 h 42415"/>
                    <a:gd name="connsiteX6" fmla="*/ 3353 w 17085"/>
                    <a:gd name="connsiteY6" fmla="*/ 22645 h 42415"/>
                    <a:gd name="connsiteX7" fmla="*/ 206 w 17085"/>
                    <a:gd name="connsiteY7" fmla="*/ 37718 h 42415"/>
                    <a:gd name="connsiteX8" fmla="*/ 8318 w 17085"/>
                    <a:gd name="connsiteY8" fmla="*/ 42195 h 42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85" h="42415">
                      <a:moveTo>
                        <a:pt x="8318" y="42195"/>
                      </a:moveTo>
                      <a:cubicBezTo>
                        <a:pt x="9870" y="42461"/>
                        <a:pt x="11421" y="42727"/>
                        <a:pt x="12973" y="41441"/>
                      </a:cubicBezTo>
                      <a:cubicBezTo>
                        <a:pt x="16032" y="39003"/>
                        <a:pt x="17894" y="30846"/>
                        <a:pt x="16741" y="22689"/>
                      </a:cubicBezTo>
                      <a:cubicBezTo>
                        <a:pt x="15987" y="15951"/>
                        <a:pt x="13017" y="8548"/>
                        <a:pt x="8407" y="3804"/>
                      </a:cubicBezTo>
                      <a:cubicBezTo>
                        <a:pt x="5038" y="169"/>
                        <a:pt x="782" y="-1249"/>
                        <a:pt x="826" y="1278"/>
                      </a:cubicBezTo>
                      <a:cubicBezTo>
                        <a:pt x="738" y="2873"/>
                        <a:pt x="2067" y="5356"/>
                        <a:pt x="2777" y="7750"/>
                      </a:cubicBezTo>
                      <a:cubicBezTo>
                        <a:pt x="4594" y="13336"/>
                        <a:pt x="4462" y="18522"/>
                        <a:pt x="3353" y="22645"/>
                      </a:cubicBezTo>
                      <a:cubicBezTo>
                        <a:pt x="2511" y="26324"/>
                        <a:pt x="-858" y="31999"/>
                        <a:pt x="206" y="37718"/>
                      </a:cubicBezTo>
                      <a:cubicBezTo>
                        <a:pt x="1048" y="43082"/>
                        <a:pt x="6190" y="41929"/>
                        <a:pt x="8318" y="4219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18" name="Forme libre : forme 24517">
                  <a:extLst>
                    <a:ext uri="{FF2B5EF4-FFF2-40B4-BE49-F238E27FC236}">
                      <a16:creationId xmlns:a16="http://schemas.microsoft.com/office/drawing/2014/main" id="{D9F7EB60-038B-4C7E-AAC6-98FC4DA10DB1}"/>
                    </a:ext>
                  </a:extLst>
                </p:cNvPr>
                <p:cNvSpPr/>
                <p:nvPr/>
              </p:nvSpPr>
              <p:spPr>
                <a:xfrm>
                  <a:off x="6261556" y="1639521"/>
                  <a:ext cx="6077" cy="11496"/>
                </a:xfrm>
                <a:custGeom>
                  <a:avLst/>
                  <a:gdLst>
                    <a:gd name="connsiteX0" fmla="*/ 4098 w 6077"/>
                    <a:gd name="connsiteY0" fmla="*/ 10787 h 11496"/>
                    <a:gd name="connsiteX1" fmla="*/ 5162 w 6077"/>
                    <a:gd name="connsiteY1" fmla="*/ 11496 h 11496"/>
                    <a:gd name="connsiteX2" fmla="*/ 6048 w 6077"/>
                    <a:gd name="connsiteY2" fmla="*/ 10299 h 11496"/>
                    <a:gd name="connsiteX3" fmla="*/ 5871 w 6077"/>
                    <a:gd name="connsiteY3" fmla="*/ 8083 h 11496"/>
                    <a:gd name="connsiteX4" fmla="*/ 4142 w 6077"/>
                    <a:gd name="connsiteY4" fmla="*/ 2896 h 11496"/>
                    <a:gd name="connsiteX5" fmla="*/ 3122 w 6077"/>
                    <a:gd name="connsiteY5" fmla="*/ 1167 h 11496"/>
                    <a:gd name="connsiteX6" fmla="*/ 640 w 6077"/>
                    <a:gd name="connsiteY6" fmla="*/ 103 h 11496"/>
                    <a:gd name="connsiteX7" fmla="*/ 285 w 6077"/>
                    <a:gd name="connsiteY7" fmla="*/ 3339 h 11496"/>
                    <a:gd name="connsiteX8" fmla="*/ 4098 w 6077"/>
                    <a:gd name="connsiteY8" fmla="*/ 10787 h 11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77" h="11496">
                      <a:moveTo>
                        <a:pt x="4098" y="10787"/>
                      </a:moveTo>
                      <a:cubicBezTo>
                        <a:pt x="4408" y="11186"/>
                        <a:pt x="4763" y="11496"/>
                        <a:pt x="5162" y="11496"/>
                      </a:cubicBezTo>
                      <a:cubicBezTo>
                        <a:pt x="5517" y="11496"/>
                        <a:pt x="5960" y="11053"/>
                        <a:pt x="6048" y="10299"/>
                      </a:cubicBezTo>
                      <a:cubicBezTo>
                        <a:pt x="6137" y="9590"/>
                        <a:pt x="6004" y="8792"/>
                        <a:pt x="5871" y="8083"/>
                      </a:cubicBezTo>
                      <a:cubicBezTo>
                        <a:pt x="5472" y="6221"/>
                        <a:pt x="4896" y="4492"/>
                        <a:pt x="4142" y="2896"/>
                      </a:cubicBezTo>
                      <a:cubicBezTo>
                        <a:pt x="3832" y="2231"/>
                        <a:pt x="3522" y="1611"/>
                        <a:pt x="3122" y="1167"/>
                      </a:cubicBezTo>
                      <a:cubicBezTo>
                        <a:pt x="2369" y="192"/>
                        <a:pt x="1261" y="-207"/>
                        <a:pt x="640" y="103"/>
                      </a:cubicBezTo>
                      <a:cubicBezTo>
                        <a:pt x="19" y="414"/>
                        <a:pt x="-247" y="1389"/>
                        <a:pt x="285" y="3339"/>
                      </a:cubicBezTo>
                      <a:cubicBezTo>
                        <a:pt x="1172" y="6265"/>
                        <a:pt x="2679" y="9236"/>
                        <a:pt x="4098" y="1078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19" name="Forme libre : forme 24518">
                  <a:extLst>
                    <a:ext uri="{FF2B5EF4-FFF2-40B4-BE49-F238E27FC236}">
                      <a16:creationId xmlns:a16="http://schemas.microsoft.com/office/drawing/2014/main" id="{E86D90EF-6880-42B8-ABCC-EA5485A65D94}"/>
                    </a:ext>
                  </a:extLst>
                </p:cNvPr>
                <p:cNvSpPr/>
                <p:nvPr/>
              </p:nvSpPr>
              <p:spPr>
                <a:xfrm>
                  <a:off x="6244021" y="1604675"/>
                  <a:ext cx="25534" cy="8440"/>
                </a:xfrm>
                <a:custGeom>
                  <a:avLst/>
                  <a:gdLst>
                    <a:gd name="connsiteX0" fmla="*/ 0 w 25534"/>
                    <a:gd name="connsiteY0" fmla="*/ 4229 h 8440"/>
                    <a:gd name="connsiteX1" fmla="*/ 488 w 25534"/>
                    <a:gd name="connsiteY1" fmla="*/ 3032 h 8440"/>
                    <a:gd name="connsiteX2" fmla="*/ 3458 w 25534"/>
                    <a:gd name="connsiteY2" fmla="*/ 726 h 8440"/>
                    <a:gd name="connsiteX3" fmla="*/ 11615 w 25534"/>
                    <a:gd name="connsiteY3" fmla="*/ 416 h 8440"/>
                    <a:gd name="connsiteX4" fmla="*/ 25535 w 25534"/>
                    <a:gd name="connsiteY4" fmla="*/ 8440 h 8440"/>
                    <a:gd name="connsiteX5" fmla="*/ 22830 w 25534"/>
                    <a:gd name="connsiteY5" fmla="*/ 6223 h 8440"/>
                    <a:gd name="connsiteX6" fmla="*/ 15693 w 25534"/>
                    <a:gd name="connsiteY6" fmla="*/ 2367 h 8440"/>
                    <a:gd name="connsiteX7" fmla="*/ 6694 w 25534"/>
                    <a:gd name="connsiteY7" fmla="*/ 1081 h 8440"/>
                    <a:gd name="connsiteX8" fmla="*/ 0 w 25534"/>
                    <a:gd name="connsiteY8" fmla="*/ 4229 h 8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534" h="8440">
                      <a:moveTo>
                        <a:pt x="0" y="4229"/>
                      </a:moveTo>
                      <a:cubicBezTo>
                        <a:pt x="0" y="4229"/>
                        <a:pt x="44" y="3741"/>
                        <a:pt x="488" y="3032"/>
                      </a:cubicBezTo>
                      <a:cubicBezTo>
                        <a:pt x="931" y="2367"/>
                        <a:pt x="1773" y="1391"/>
                        <a:pt x="3458" y="726"/>
                      </a:cubicBezTo>
                      <a:cubicBezTo>
                        <a:pt x="5142" y="106"/>
                        <a:pt x="7758" y="-382"/>
                        <a:pt x="11615" y="416"/>
                      </a:cubicBezTo>
                      <a:cubicBezTo>
                        <a:pt x="15383" y="1258"/>
                        <a:pt x="20525" y="3431"/>
                        <a:pt x="25535" y="8440"/>
                      </a:cubicBezTo>
                      <a:cubicBezTo>
                        <a:pt x="25535" y="8440"/>
                        <a:pt x="24604" y="7465"/>
                        <a:pt x="22830" y="6223"/>
                      </a:cubicBezTo>
                      <a:cubicBezTo>
                        <a:pt x="21146" y="4938"/>
                        <a:pt x="18575" y="3431"/>
                        <a:pt x="15693" y="2367"/>
                      </a:cubicBezTo>
                      <a:cubicBezTo>
                        <a:pt x="12767" y="1303"/>
                        <a:pt x="9531" y="815"/>
                        <a:pt x="6694" y="1081"/>
                      </a:cubicBezTo>
                      <a:cubicBezTo>
                        <a:pt x="3812" y="1436"/>
                        <a:pt x="1463" y="2455"/>
                        <a:pt x="0" y="42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20" name="Forme libre : forme 24519">
                  <a:extLst>
                    <a:ext uri="{FF2B5EF4-FFF2-40B4-BE49-F238E27FC236}">
                      <a16:creationId xmlns:a16="http://schemas.microsoft.com/office/drawing/2014/main" id="{4DFE3714-D2AD-4D3C-9B64-71EB232EC797}"/>
                    </a:ext>
                  </a:extLst>
                </p:cNvPr>
                <p:cNvSpPr/>
                <p:nvPr/>
              </p:nvSpPr>
              <p:spPr>
                <a:xfrm>
                  <a:off x="6257142" y="1646008"/>
                  <a:ext cx="8245" cy="19638"/>
                </a:xfrm>
                <a:custGeom>
                  <a:avLst/>
                  <a:gdLst>
                    <a:gd name="connsiteX0" fmla="*/ 0 w 8245"/>
                    <a:gd name="connsiteY0" fmla="*/ 0 h 19638"/>
                    <a:gd name="connsiteX1" fmla="*/ 1729 w 8245"/>
                    <a:gd name="connsiteY1" fmla="*/ 8068 h 19638"/>
                    <a:gd name="connsiteX2" fmla="*/ 8246 w 8245"/>
                    <a:gd name="connsiteY2" fmla="*/ 19639 h 19638"/>
                    <a:gd name="connsiteX3" fmla="*/ 5009 w 8245"/>
                    <a:gd name="connsiteY3" fmla="*/ 14895 h 19638"/>
                    <a:gd name="connsiteX4" fmla="*/ 2483 w 8245"/>
                    <a:gd name="connsiteY4" fmla="*/ 8778 h 19638"/>
                    <a:gd name="connsiteX5" fmla="*/ 0 w 8245"/>
                    <a:gd name="connsiteY5" fmla="*/ 0 h 19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45" h="19638">
                      <a:moveTo>
                        <a:pt x="0" y="0"/>
                      </a:moveTo>
                      <a:cubicBezTo>
                        <a:pt x="0" y="0"/>
                        <a:pt x="709" y="3768"/>
                        <a:pt x="1729" y="8068"/>
                      </a:cubicBezTo>
                      <a:cubicBezTo>
                        <a:pt x="2837" y="12368"/>
                        <a:pt x="4167" y="17422"/>
                        <a:pt x="8246" y="19639"/>
                      </a:cubicBezTo>
                      <a:cubicBezTo>
                        <a:pt x="8246" y="19639"/>
                        <a:pt x="6606" y="18131"/>
                        <a:pt x="5009" y="14895"/>
                      </a:cubicBezTo>
                      <a:cubicBezTo>
                        <a:pt x="4167" y="13299"/>
                        <a:pt x="3369" y="11260"/>
                        <a:pt x="2483" y="8778"/>
                      </a:cubicBezTo>
                      <a:cubicBezTo>
                        <a:pt x="1685" y="6339"/>
                        <a:pt x="887" y="341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21" name="Forme libre : forme 24520">
                  <a:extLst>
                    <a:ext uri="{FF2B5EF4-FFF2-40B4-BE49-F238E27FC236}">
                      <a16:creationId xmlns:a16="http://schemas.microsoft.com/office/drawing/2014/main" id="{BC46A76D-18B6-4056-A5D8-AB1653B52F02}"/>
                    </a:ext>
                  </a:extLst>
                </p:cNvPr>
                <p:cNvSpPr/>
                <p:nvPr/>
              </p:nvSpPr>
              <p:spPr>
                <a:xfrm>
                  <a:off x="6258526" y="1621712"/>
                  <a:ext cx="5910" cy="10491"/>
                </a:xfrm>
                <a:custGeom>
                  <a:avLst/>
                  <a:gdLst>
                    <a:gd name="connsiteX0" fmla="*/ 567 w 5910"/>
                    <a:gd name="connsiteY0" fmla="*/ 2 h 10491"/>
                    <a:gd name="connsiteX1" fmla="*/ 2828 w 5910"/>
                    <a:gd name="connsiteY1" fmla="*/ 1465 h 10491"/>
                    <a:gd name="connsiteX2" fmla="*/ 5134 w 5910"/>
                    <a:gd name="connsiteY2" fmla="*/ 5366 h 10491"/>
                    <a:gd name="connsiteX3" fmla="*/ 5001 w 5910"/>
                    <a:gd name="connsiteY3" fmla="*/ 10464 h 10491"/>
                    <a:gd name="connsiteX4" fmla="*/ 1277 w 5910"/>
                    <a:gd name="connsiteY4" fmla="*/ 4967 h 10491"/>
                    <a:gd name="connsiteX5" fmla="*/ 567 w 5910"/>
                    <a:gd name="connsiteY5" fmla="*/ 2 h 1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10" h="10491">
                      <a:moveTo>
                        <a:pt x="567" y="2"/>
                      </a:moveTo>
                      <a:cubicBezTo>
                        <a:pt x="1099" y="-42"/>
                        <a:pt x="1942" y="534"/>
                        <a:pt x="2828" y="1465"/>
                      </a:cubicBezTo>
                      <a:cubicBezTo>
                        <a:pt x="3626" y="2485"/>
                        <a:pt x="4602" y="3771"/>
                        <a:pt x="5134" y="5366"/>
                      </a:cubicBezTo>
                      <a:cubicBezTo>
                        <a:pt x="6375" y="8425"/>
                        <a:pt x="5976" y="10775"/>
                        <a:pt x="5001" y="10464"/>
                      </a:cubicBezTo>
                      <a:cubicBezTo>
                        <a:pt x="3981" y="10198"/>
                        <a:pt x="2562" y="7672"/>
                        <a:pt x="1277" y="4967"/>
                      </a:cubicBezTo>
                      <a:cubicBezTo>
                        <a:pt x="124" y="2219"/>
                        <a:pt x="-541" y="91"/>
                        <a:pt x="567" y="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22" name="Forme libre : forme 24521">
                  <a:extLst>
                    <a:ext uri="{FF2B5EF4-FFF2-40B4-BE49-F238E27FC236}">
                      <a16:creationId xmlns:a16="http://schemas.microsoft.com/office/drawing/2014/main" id="{F5A9AEDA-69EA-45B7-807D-1C9A83D3CBFC}"/>
                    </a:ext>
                  </a:extLst>
                </p:cNvPr>
                <p:cNvSpPr/>
                <p:nvPr/>
              </p:nvSpPr>
              <p:spPr>
                <a:xfrm>
                  <a:off x="6257552" y="1620632"/>
                  <a:ext cx="2391" cy="2634"/>
                </a:xfrm>
                <a:custGeom>
                  <a:avLst/>
                  <a:gdLst>
                    <a:gd name="connsiteX0" fmla="*/ 123 w 2391"/>
                    <a:gd name="connsiteY0" fmla="*/ 108 h 2634"/>
                    <a:gd name="connsiteX1" fmla="*/ 1763 w 2391"/>
                    <a:gd name="connsiteY1" fmla="*/ 817 h 2634"/>
                    <a:gd name="connsiteX2" fmla="*/ 2251 w 2391"/>
                    <a:gd name="connsiteY2" fmla="*/ 2546 h 2634"/>
                    <a:gd name="connsiteX3" fmla="*/ 699 w 2391"/>
                    <a:gd name="connsiteY3" fmla="*/ 1793 h 2634"/>
                    <a:gd name="connsiteX4" fmla="*/ 123 w 2391"/>
                    <a:gd name="connsiteY4" fmla="*/ 108 h 2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1" h="2634">
                      <a:moveTo>
                        <a:pt x="123" y="108"/>
                      </a:moveTo>
                      <a:cubicBezTo>
                        <a:pt x="389" y="-158"/>
                        <a:pt x="1187" y="64"/>
                        <a:pt x="1763" y="817"/>
                      </a:cubicBezTo>
                      <a:cubicBezTo>
                        <a:pt x="2339" y="1527"/>
                        <a:pt x="2561" y="2280"/>
                        <a:pt x="2251" y="2546"/>
                      </a:cubicBezTo>
                      <a:cubicBezTo>
                        <a:pt x="1940" y="2812"/>
                        <a:pt x="1231" y="2457"/>
                        <a:pt x="699" y="1793"/>
                      </a:cubicBezTo>
                      <a:cubicBezTo>
                        <a:pt x="123" y="1083"/>
                        <a:pt x="-188" y="418"/>
                        <a:pt x="123" y="1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23" name="Forme libre : forme 24522">
                  <a:extLst>
                    <a:ext uri="{FF2B5EF4-FFF2-40B4-BE49-F238E27FC236}">
                      <a16:creationId xmlns:a16="http://schemas.microsoft.com/office/drawing/2014/main" id="{1EE25004-0B49-4A4E-89B1-9C2C544D3F7D}"/>
                    </a:ext>
                  </a:extLst>
                </p:cNvPr>
                <p:cNvSpPr/>
                <p:nvPr/>
              </p:nvSpPr>
              <p:spPr>
                <a:xfrm>
                  <a:off x="6245607" y="1611416"/>
                  <a:ext cx="12042" cy="23834"/>
                </a:xfrm>
                <a:custGeom>
                  <a:avLst/>
                  <a:gdLst>
                    <a:gd name="connsiteX0" fmla="*/ 409 w 12042"/>
                    <a:gd name="connsiteY0" fmla="*/ 7860 h 23834"/>
                    <a:gd name="connsiteX1" fmla="*/ 719 w 12042"/>
                    <a:gd name="connsiteY1" fmla="*/ 1210 h 23834"/>
                    <a:gd name="connsiteX2" fmla="*/ 3689 w 12042"/>
                    <a:gd name="connsiteY2" fmla="*/ 191 h 23834"/>
                    <a:gd name="connsiteX3" fmla="*/ 6438 w 12042"/>
                    <a:gd name="connsiteY3" fmla="*/ 2984 h 23834"/>
                    <a:gd name="connsiteX4" fmla="*/ 8255 w 12042"/>
                    <a:gd name="connsiteY4" fmla="*/ 11673 h 23834"/>
                    <a:gd name="connsiteX5" fmla="*/ 9718 w 12042"/>
                    <a:gd name="connsiteY5" fmla="*/ 14465 h 23834"/>
                    <a:gd name="connsiteX6" fmla="*/ 11447 w 12042"/>
                    <a:gd name="connsiteY6" fmla="*/ 18766 h 23834"/>
                    <a:gd name="connsiteX7" fmla="*/ 10915 w 12042"/>
                    <a:gd name="connsiteY7" fmla="*/ 23731 h 23834"/>
                    <a:gd name="connsiteX8" fmla="*/ 6704 w 12042"/>
                    <a:gd name="connsiteY8" fmla="*/ 18677 h 23834"/>
                    <a:gd name="connsiteX9" fmla="*/ 3024 w 12042"/>
                    <a:gd name="connsiteY9" fmla="*/ 13534 h 23834"/>
                    <a:gd name="connsiteX10" fmla="*/ 1473 w 12042"/>
                    <a:gd name="connsiteY10" fmla="*/ 10653 h 23834"/>
                    <a:gd name="connsiteX11" fmla="*/ 409 w 12042"/>
                    <a:gd name="connsiteY11" fmla="*/ 7860 h 23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042" h="23834">
                      <a:moveTo>
                        <a:pt x="409" y="7860"/>
                      </a:moveTo>
                      <a:cubicBezTo>
                        <a:pt x="-256" y="5466"/>
                        <a:pt x="-79" y="3250"/>
                        <a:pt x="719" y="1210"/>
                      </a:cubicBezTo>
                      <a:cubicBezTo>
                        <a:pt x="985" y="457"/>
                        <a:pt x="1827" y="-385"/>
                        <a:pt x="3689" y="191"/>
                      </a:cubicBezTo>
                      <a:cubicBezTo>
                        <a:pt x="5285" y="856"/>
                        <a:pt x="6216" y="2008"/>
                        <a:pt x="6438" y="2984"/>
                      </a:cubicBezTo>
                      <a:cubicBezTo>
                        <a:pt x="7280" y="5909"/>
                        <a:pt x="6836" y="8392"/>
                        <a:pt x="8255" y="11673"/>
                      </a:cubicBezTo>
                      <a:cubicBezTo>
                        <a:pt x="8433" y="12205"/>
                        <a:pt x="9142" y="13135"/>
                        <a:pt x="9718" y="14465"/>
                      </a:cubicBezTo>
                      <a:cubicBezTo>
                        <a:pt x="10383" y="15707"/>
                        <a:pt x="11004" y="17303"/>
                        <a:pt x="11447" y="18766"/>
                      </a:cubicBezTo>
                      <a:cubicBezTo>
                        <a:pt x="12334" y="21780"/>
                        <a:pt x="12289" y="24396"/>
                        <a:pt x="10915" y="23731"/>
                      </a:cubicBezTo>
                      <a:cubicBezTo>
                        <a:pt x="9541" y="23110"/>
                        <a:pt x="8122" y="20805"/>
                        <a:pt x="6704" y="18677"/>
                      </a:cubicBezTo>
                      <a:cubicBezTo>
                        <a:pt x="5418" y="16859"/>
                        <a:pt x="3955" y="14864"/>
                        <a:pt x="3024" y="13534"/>
                      </a:cubicBezTo>
                      <a:cubicBezTo>
                        <a:pt x="2448" y="12515"/>
                        <a:pt x="1871" y="11673"/>
                        <a:pt x="1473" y="10653"/>
                      </a:cubicBezTo>
                      <a:cubicBezTo>
                        <a:pt x="985" y="9766"/>
                        <a:pt x="630" y="8791"/>
                        <a:pt x="409" y="786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71" name="Graphique 2">
                <a:extLst>
                  <a:ext uri="{FF2B5EF4-FFF2-40B4-BE49-F238E27FC236}">
                    <a16:creationId xmlns:a16="http://schemas.microsoft.com/office/drawing/2014/main" id="{074456DC-F96C-40DA-B484-1B73652761B1}"/>
                  </a:ext>
                </a:extLst>
              </p:cNvPr>
              <p:cNvGrpSpPr/>
              <p:nvPr/>
            </p:nvGrpSpPr>
            <p:grpSpPr>
              <a:xfrm>
                <a:off x="6170165" y="1598075"/>
                <a:ext cx="71806" cy="28435"/>
                <a:chOff x="6170165" y="1598075"/>
                <a:chExt cx="71806" cy="28435"/>
              </a:xfrm>
              <a:solidFill>
                <a:schemeClr val="accent1"/>
              </a:solidFill>
            </p:grpSpPr>
            <p:sp>
              <p:nvSpPr>
                <p:cNvPr id="24500" name="Forme libre : forme 24499">
                  <a:extLst>
                    <a:ext uri="{FF2B5EF4-FFF2-40B4-BE49-F238E27FC236}">
                      <a16:creationId xmlns:a16="http://schemas.microsoft.com/office/drawing/2014/main" id="{F71D92C0-E2F6-443E-92E7-3BAE36E4BFC6}"/>
                    </a:ext>
                  </a:extLst>
                </p:cNvPr>
                <p:cNvSpPr/>
                <p:nvPr/>
              </p:nvSpPr>
              <p:spPr>
                <a:xfrm>
                  <a:off x="6170165" y="1598143"/>
                  <a:ext cx="71806" cy="28367"/>
                </a:xfrm>
                <a:custGeom>
                  <a:avLst/>
                  <a:gdLst>
                    <a:gd name="connsiteX0" fmla="*/ 25003 w 71806"/>
                    <a:gd name="connsiteY0" fmla="*/ 342 h 28367"/>
                    <a:gd name="connsiteX1" fmla="*/ 35642 w 71806"/>
                    <a:gd name="connsiteY1" fmla="*/ 742 h 28367"/>
                    <a:gd name="connsiteX2" fmla="*/ 48099 w 71806"/>
                    <a:gd name="connsiteY2" fmla="*/ 121 h 28367"/>
                    <a:gd name="connsiteX3" fmla="*/ 56744 w 71806"/>
                    <a:gd name="connsiteY3" fmla="*/ 342 h 28367"/>
                    <a:gd name="connsiteX4" fmla="*/ 64235 w 71806"/>
                    <a:gd name="connsiteY4" fmla="*/ 2027 h 28367"/>
                    <a:gd name="connsiteX5" fmla="*/ 70176 w 71806"/>
                    <a:gd name="connsiteY5" fmla="*/ 5308 h 28367"/>
                    <a:gd name="connsiteX6" fmla="*/ 71772 w 71806"/>
                    <a:gd name="connsiteY6" fmla="*/ 9297 h 28367"/>
                    <a:gd name="connsiteX7" fmla="*/ 70708 w 71806"/>
                    <a:gd name="connsiteY7" fmla="*/ 16656 h 28367"/>
                    <a:gd name="connsiteX8" fmla="*/ 68802 w 71806"/>
                    <a:gd name="connsiteY8" fmla="*/ 20291 h 28367"/>
                    <a:gd name="connsiteX9" fmla="*/ 65211 w 71806"/>
                    <a:gd name="connsiteY9" fmla="*/ 23350 h 28367"/>
                    <a:gd name="connsiteX10" fmla="*/ 58650 w 71806"/>
                    <a:gd name="connsiteY10" fmla="*/ 25921 h 28367"/>
                    <a:gd name="connsiteX11" fmla="*/ 50138 w 71806"/>
                    <a:gd name="connsiteY11" fmla="*/ 27384 h 28367"/>
                    <a:gd name="connsiteX12" fmla="*/ 36617 w 71806"/>
                    <a:gd name="connsiteY12" fmla="*/ 28271 h 28367"/>
                    <a:gd name="connsiteX13" fmla="*/ 21235 w 71806"/>
                    <a:gd name="connsiteY13" fmla="*/ 27783 h 28367"/>
                    <a:gd name="connsiteX14" fmla="*/ 14984 w 71806"/>
                    <a:gd name="connsiteY14" fmla="*/ 26320 h 28367"/>
                    <a:gd name="connsiteX15" fmla="*/ 13432 w 71806"/>
                    <a:gd name="connsiteY15" fmla="*/ 25788 h 28367"/>
                    <a:gd name="connsiteX16" fmla="*/ 11615 w 71806"/>
                    <a:gd name="connsiteY16" fmla="*/ 24902 h 28367"/>
                    <a:gd name="connsiteX17" fmla="*/ 8246 w 71806"/>
                    <a:gd name="connsiteY17" fmla="*/ 22951 h 28367"/>
                    <a:gd name="connsiteX18" fmla="*/ 3147 w 71806"/>
                    <a:gd name="connsiteY18" fmla="*/ 17898 h 28367"/>
                    <a:gd name="connsiteX19" fmla="*/ 576 w 71806"/>
                    <a:gd name="connsiteY19" fmla="*/ 12356 h 28367"/>
                    <a:gd name="connsiteX20" fmla="*/ 0 w 71806"/>
                    <a:gd name="connsiteY20" fmla="*/ 7480 h 28367"/>
                    <a:gd name="connsiteX21" fmla="*/ 931 w 71806"/>
                    <a:gd name="connsiteY21" fmla="*/ 4066 h 28367"/>
                    <a:gd name="connsiteX22" fmla="*/ 4300 w 71806"/>
                    <a:gd name="connsiteY22" fmla="*/ 1140 h 28367"/>
                    <a:gd name="connsiteX23" fmla="*/ 11925 w 71806"/>
                    <a:gd name="connsiteY23" fmla="*/ 121 h 28367"/>
                    <a:gd name="connsiteX24" fmla="*/ 16048 w 71806"/>
                    <a:gd name="connsiteY24" fmla="*/ 609 h 28367"/>
                    <a:gd name="connsiteX25" fmla="*/ 17865 w 71806"/>
                    <a:gd name="connsiteY25" fmla="*/ 1185 h 28367"/>
                    <a:gd name="connsiteX26" fmla="*/ 19506 w 71806"/>
                    <a:gd name="connsiteY26" fmla="*/ 1229 h 28367"/>
                    <a:gd name="connsiteX27" fmla="*/ 21678 w 71806"/>
                    <a:gd name="connsiteY27" fmla="*/ 431 h 28367"/>
                    <a:gd name="connsiteX28" fmla="*/ 21988 w 71806"/>
                    <a:gd name="connsiteY28" fmla="*/ 209 h 28367"/>
                    <a:gd name="connsiteX29" fmla="*/ 22121 w 71806"/>
                    <a:gd name="connsiteY29" fmla="*/ 121 h 28367"/>
                    <a:gd name="connsiteX30" fmla="*/ 22609 w 71806"/>
                    <a:gd name="connsiteY30" fmla="*/ 121 h 28367"/>
                    <a:gd name="connsiteX31" fmla="*/ 25003 w 71806"/>
                    <a:gd name="connsiteY31" fmla="*/ 342 h 28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71806" h="28367">
                      <a:moveTo>
                        <a:pt x="25003" y="342"/>
                      </a:moveTo>
                      <a:cubicBezTo>
                        <a:pt x="27751" y="830"/>
                        <a:pt x="31785" y="786"/>
                        <a:pt x="35642" y="742"/>
                      </a:cubicBezTo>
                      <a:cubicBezTo>
                        <a:pt x="39676" y="609"/>
                        <a:pt x="43843" y="387"/>
                        <a:pt x="48099" y="121"/>
                      </a:cubicBezTo>
                      <a:cubicBezTo>
                        <a:pt x="51114" y="-101"/>
                        <a:pt x="53995" y="-12"/>
                        <a:pt x="56744" y="342"/>
                      </a:cubicBezTo>
                      <a:cubicBezTo>
                        <a:pt x="59536" y="697"/>
                        <a:pt x="61664" y="1185"/>
                        <a:pt x="64235" y="2027"/>
                      </a:cubicBezTo>
                      <a:cubicBezTo>
                        <a:pt x="66895" y="2825"/>
                        <a:pt x="68890" y="3933"/>
                        <a:pt x="70176" y="5308"/>
                      </a:cubicBezTo>
                      <a:cubicBezTo>
                        <a:pt x="71461" y="6593"/>
                        <a:pt x="71949" y="7967"/>
                        <a:pt x="71772" y="9297"/>
                      </a:cubicBezTo>
                      <a:lnTo>
                        <a:pt x="70708" y="16656"/>
                      </a:lnTo>
                      <a:cubicBezTo>
                        <a:pt x="70531" y="17986"/>
                        <a:pt x="69777" y="19227"/>
                        <a:pt x="68802" y="20291"/>
                      </a:cubicBezTo>
                      <a:cubicBezTo>
                        <a:pt x="67871" y="21311"/>
                        <a:pt x="66585" y="22419"/>
                        <a:pt x="65211" y="23350"/>
                      </a:cubicBezTo>
                      <a:cubicBezTo>
                        <a:pt x="63748" y="24281"/>
                        <a:pt x="61088" y="25257"/>
                        <a:pt x="58650" y="25921"/>
                      </a:cubicBezTo>
                      <a:cubicBezTo>
                        <a:pt x="56079" y="26631"/>
                        <a:pt x="53153" y="27163"/>
                        <a:pt x="50138" y="27384"/>
                      </a:cubicBezTo>
                      <a:cubicBezTo>
                        <a:pt x="45749" y="27739"/>
                        <a:pt x="41272" y="28049"/>
                        <a:pt x="36617" y="28271"/>
                      </a:cubicBezTo>
                      <a:cubicBezTo>
                        <a:pt x="31785" y="28360"/>
                        <a:pt x="27086" y="28581"/>
                        <a:pt x="21235" y="27783"/>
                      </a:cubicBezTo>
                      <a:cubicBezTo>
                        <a:pt x="19372" y="27650"/>
                        <a:pt x="17023" y="26985"/>
                        <a:pt x="14984" y="26320"/>
                      </a:cubicBezTo>
                      <a:cubicBezTo>
                        <a:pt x="14452" y="26143"/>
                        <a:pt x="14009" y="26010"/>
                        <a:pt x="13432" y="25788"/>
                      </a:cubicBezTo>
                      <a:cubicBezTo>
                        <a:pt x="12812" y="25478"/>
                        <a:pt x="12235" y="25212"/>
                        <a:pt x="11615" y="24902"/>
                      </a:cubicBezTo>
                      <a:cubicBezTo>
                        <a:pt x="10418" y="24281"/>
                        <a:pt x="9310" y="23616"/>
                        <a:pt x="8246" y="22951"/>
                      </a:cubicBezTo>
                      <a:cubicBezTo>
                        <a:pt x="6251" y="21400"/>
                        <a:pt x="4433" y="19671"/>
                        <a:pt x="3147" y="17898"/>
                      </a:cubicBezTo>
                      <a:cubicBezTo>
                        <a:pt x="1995" y="15947"/>
                        <a:pt x="1020" y="14174"/>
                        <a:pt x="576" y="12356"/>
                      </a:cubicBezTo>
                      <a:cubicBezTo>
                        <a:pt x="177" y="10539"/>
                        <a:pt x="0" y="8854"/>
                        <a:pt x="0" y="7480"/>
                      </a:cubicBezTo>
                      <a:cubicBezTo>
                        <a:pt x="89" y="6106"/>
                        <a:pt x="532" y="4997"/>
                        <a:pt x="931" y="4066"/>
                      </a:cubicBezTo>
                      <a:cubicBezTo>
                        <a:pt x="1773" y="2249"/>
                        <a:pt x="2926" y="1318"/>
                        <a:pt x="4300" y="1140"/>
                      </a:cubicBezTo>
                      <a:lnTo>
                        <a:pt x="11925" y="121"/>
                      </a:lnTo>
                      <a:cubicBezTo>
                        <a:pt x="13299" y="-57"/>
                        <a:pt x="14718" y="254"/>
                        <a:pt x="16048" y="609"/>
                      </a:cubicBezTo>
                      <a:cubicBezTo>
                        <a:pt x="16713" y="786"/>
                        <a:pt x="17289" y="1096"/>
                        <a:pt x="17865" y="1185"/>
                      </a:cubicBezTo>
                      <a:cubicBezTo>
                        <a:pt x="18486" y="1229"/>
                        <a:pt x="19018" y="1273"/>
                        <a:pt x="19506" y="1229"/>
                      </a:cubicBezTo>
                      <a:cubicBezTo>
                        <a:pt x="20658" y="1052"/>
                        <a:pt x="21190" y="830"/>
                        <a:pt x="21678" y="431"/>
                      </a:cubicBezTo>
                      <a:lnTo>
                        <a:pt x="21988" y="209"/>
                      </a:lnTo>
                      <a:lnTo>
                        <a:pt x="22121" y="121"/>
                      </a:lnTo>
                      <a:cubicBezTo>
                        <a:pt x="22210" y="121"/>
                        <a:pt x="22476" y="121"/>
                        <a:pt x="22609" y="121"/>
                      </a:cubicBezTo>
                      <a:cubicBezTo>
                        <a:pt x="23318" y="76"/>
                        <a:pt x="23850" y="298"/>
                        <a:pt x="25003" y="34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01" name="Forme libre : forme 24500">
                  <a:extLst>
                    <a:ext uri="{FF2B5EF4-FFF2-40B4-BE49-F238E27FC236}">
                      <a16:creationId xmlns:a16="http://schemas.microsoft.com/office/drawing/2014/main" id="{EDAD00E8-39CE-44A5-9190-A5B091FE3AA7}"/>
                    </a:ext>
                  </a:extLst>
                </p:cNvPr>
                <p:cNvSpPr/>
                <p:nvPr/>
              </p:nvSpPr>
              <p:spPr>
                <a:xfrm>
                  <a:off x="6181691" y="1598075"/>
                  <a:ext cx="60236" cy="12512"/>
                </a:xfrm>
                <a:custGeom>
                  <a:avLst/>
                  <a:gdLst>
                    <a:gd name="connsiteX0" fmla="*/ 32672 w 60236"/>
                    <a:gd name="connsiteY0" fmla="*/ 9454 h 12512"/>
                    <a:gd name="connsiteX1" fmla="*/ 47700 w 60236"/>
                    <a:gd name="connsiteY1" fmla="*/ 8612 h 12512"/>
                    <a:gd name="connsiteX2" fmla="*/ 59714 w 60236"/>
                    <a:gd name="connsiteY2" fmla="*/ 12513 h 12512"/>
                    <a:gd name="connsiteX3" fmla="*/ 60201 w 60236"/>
                    <a:gd name="connsiteY3" fmla="*/ 9321 h 12512"/>
                    <a:gd name="connsiteX4" fmla="*/ 58605 w 60236"/>
                    <a:gd name="connsiteY4" fmla="*/ 5331 h 12512"/>
                    <a:gd name="connsiteX5" fmla="*/ 52665 w 60236"/>
                    <a:gd name="connsiteY5" fmla="*/ 2051 h 12512"/>
                    <a:gd name="connsiteX6" fmla="*/ 45173 w 60236"/>
                    <a:gd name="connsiteY6" fmla="*/ 366 h 12512"/>
                    <a:gd name="connsiteX7" fmla="*/ 36529 w 60236"/>
                    <a:gd name="connsiteY7" fmla="*/ 145 h 12512"/>
                    <a:gd name="connsiteX8" fmla="*/ 24072 w 60236"/>
                    <a:gd name="connsiteY8" fmla="*/ 765 h 12512"/>
                    <a:gd name="connsiteX9" fmla="*/ 13432 w 60236"/>
                    <a:gd name="connsiteY9" fmla="*/ 366 h 12512"/>
                    <a:gd name="connsiteX10" fmla="*/ 10950 w 60236"/>
                    <a:gd name="connsiteY10" fmla="*/ 56 h 12512"/>
                    <a:gd name="connsiteX11" fmla="*/ 10462 w 60236"/>
                    <a:gd name="connsiteY11" fmla="*/ 56 h 12512"/>
                    <a:gd name="connsiteX12" fmla="*/ 10329 w 60236"/>
                    <a:gd name="connsiteY12" fmla="*/ 145 h 12512"/>
                    <a:gd name="connsiteX13" fmla="*/ 10019 w 60236"/>
                    <a:gd name="connsiteY13" fmla="*/ 366 h 12512"/>
                    <a:gd name="connsiteX14" fmla="*/ 7846 w 60236"/>
                    <a:gd name="connsiteY14" fmla="*/ 1164 h 12512"/>
                    <a:gd name="connsiteX15" fmla="*/ 6206 w 60236"/>
                    <a:gd name="connsiteY15" fmla="*/ 1120 h 12512"/>
                    <a:gd name="connsiteX16" fmla="*/ 4389 w 60236"/>
                    <a:gd name="connsiteY16" fmla="*/ 544 h 12512"/>
                    <a:gd name="connsiteX17" fmla="*/ 266 w 60236"/>
                    <a:gd name="connsiteY17" fmla="*/ 56 h 12512"/>
                    <a:gd name="connsiteX18" fmla="*/ 0 w 60236"/>
                    <a:gd name="connsiteY18" fmla="*/ 100 h 12512"/>
                    <a:gd name="connsiteX19" fmla="*/ 3679 w 60236"/>
                    <a:gd name="connsiteY19" fmla="*/ 7326 h 12512"/>
                    <a:gd name="connsiteX20" fmla="*/ 7182 w 60236"/>
                    <a:gd name="connsiteY20" fmla="*/ 9277 h 12512"/>
                    <a:gd name="connsiteX21" fmla="*/ 11748 w 60236"/>
                    <a:gd name="connsiteY21" fmla="*/ 10296 h 12512"/>
                    <a:gd name="connsiteX22" fmla="*/ 16757 w 60236"/>
                    <a:gd name="connsiteY22" fmla="*/ 10695 h 12512"/>
                    <a:gd name="connsiteX23" fmla="*/ 21944 w 60236"/>
                    <a:gd name="connsiteY23" fmla="*/ 10607 h 12512"/>
                    <a:gd name="connsiteX24" fmla="*/ 32672 w 60236"/>
                    <a:gd name="connsiteY24" fmla="*/ 9454 h 12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236" h="12512">
                      <a:moveTo>
                        <a:pt x="32672" y="9454"/>
                      </a:moveTo>
                      <a:cubicBezTo>
                        <a:pt x="37726" y="8523"/>
                        <a:pt x="42957" y="8213"/>
                        <a:pt x="47700" y="8612"/>
                      </a:cubicBezTo>
                      <a:cubicBezTo>
                        <a:pt x="52266" y="8878"/>
                        <a:pt x="57231" y="10208"/>
                        <a:pt x="59714" y="12513"/>
                      </a:cubicBezTo>
                      <a:lnTo>
                        <a:pt x="60201" y="9321"/>
                      </a:lnTo>
                      <a:cubicBezTo>
                        <a:pt x="60379" y="7991"/>
                        <a:pt x="59891" y="6661"/>
                        <a:pt x="58605" y="5331"/>
                      </a:cubicBezTo>
                      <a:cubicBezTo>
                        <a:pt x="57320" y="3957"/>
                        <a:pt x="55325" y="2893"/>
                        <a:pt x="52665" y="2051"/>
                      </a:cubicBezTo>
                      <a:cubicBezTo>
                        <a:pt x="50094" y="1253"/>
                        <a:pt x="48010" y="721"/>
                        <a:pt x="45173" y="366"/>
                      </a:cubicBezTo>
                      <a:cubicBezTo>
                        <a:pt x="42469" y="56"/>
                        <a:pt x="39588" y="-33"/>
                        <a:pt x="36529" y="145"/>
                      </a:cubicBezTo>
                      <a:cubicBezTo>
                        <a:pt x="32273" y="411"/>
                        <a:pt x="28106" y="632"/>
                        <a:pt x="24072" y="765"/>
                      </a:cubicBezTo>
                      <a:cubicBezTo>
                        <a:pt x="20215" y="810"/>
                        <a:pt x="16181" y="854"/>
                        <a:pt x="13432" y="366"/>
                      </a:cubicBezTo>
                      <a:cubicBezTo>
                        <a:pt x="12235" y="278"/>
                        <a:pt x="11703" y="56"/>
                        <a:pt x="10950" y="56"/>
                      </a:cubicBezTo>
                      <a:cubicBezTo>
                        <a:pt x="10772" y="56"/>
                        <a:pt x="10551" y="56"/>
                        <a:pt x="10462" y="56"/>
                      </a:cubicBezTo>
                      <a:lnTo>
                        <a:pt x="10329" y="145"/>
                      </a:lnTo>
                      <a:lnTo>
                        <a:pt x="10019" y="366"/>
                      </a:lnTo>
                      <a:cubicBezTo>
                        <a:pt x="9531" y="765"/>
                        <a:pt x="8999" y="987"/>
                        <a:pt x="7846" y="1164"/>
                      </a:cubicBezTo>
                      <a:cubicBezTo>
                        <a:pt x="7359" y="1209"/>
                        <a:pt x="6827" y="1164"/>
                        <a:pt x="6206" y="1120"/>
                      </a:cubicBezTo>
                      <a:cubicBezTo>
                        <a:pt x="5630" y="1031"/>
                        <a:pt x="5054" y="677"/>
                        <a:pt x="4389" y="544"/>
                      </a:cubicBezTo>
                      <a:cubicBezTo>
                        <a:pt x="3103" y="145"/>
                        <a:pt x="1640" y="-121"/>
                        <a:pt x="266" y="56"/>
                      </a:cubicBezTo>
                      <a:lnTo>
                        <a:pt x="0" y="100"/>
                      </a:lnTo>
                      <a:cubicBezTo>
                        <a:pt x="532" y="3203"/>
                        <a:pt x="1640" y="5553"/>
                        <a:pt x="3679" y="7326"/>
                      </a:cubicBezTo>
                      <a:cubicBezTo>
                        <a:pt x="4699" y="8213"/>
                        <a:pt x="5896" y="8745"/>
                        <a:pt x="7182" y="9277"/>
                      </a:cubicBezTo>
                      <a:cubicBezTo>
                        <a:pt x="8645" y="9632"/>
                        <a:pt x="10107" y="10163"/>
                        <a:pt x="11748" y="10296"/>
                      </a:cubicBezTo>
                      <a:cubicBezTo>
                        <a:pt x="13388" y="10518"/>
                        <a:pt x="15028" y="10695"/>
                        <a:pt x="16757" y="10695"/>
                      </a:cubicBezTo>
                      <a:cubicBezTo>
                        <a:pt x="18442" y="10784"/>
                        <a:pt x="20171" y="10740"/>
                        <a:pt x="21944" y="10607"/>
                      </a:cubicBezTo>
                      <a:cubicBezTo>
                        <a:pt x="25535" y="10562"/>
                        <a:pt x="29125" y="10075"/>
                        <a:pt x="32672" y="945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02" name="Forme libre : forme 24501">
                  <a:extLst>
                    <a:ext uri="{FF2B5EF4-FFF2-40B4-BE49-F238E27FC236}">
                      <a16:creationId xmlns:a16="http://schemas.microsoft.com/office/drawing/2014/main" id="{68F28E95-1671-48A1-8303-ED274463DDFA}"/>
                    </a:ext>
                  </a:extLst>
                </p:cNvPr>
                <p:cNvSpPr/>
                <p:nvPr/>
              </p:nvSpPr>
              <p:spPr>
                <a:xfrm>
                  <a:off x="6186003" y="1606852"/>
                  <a:ext cx="31510" cy="10385"/>
                </a:xfrm>
                <a:custGeom>
                  <a:avLst/>
                  <a:gdLst>
                    <a:gd name="connsiteX0" fmla="*/ 210 w 31510"/>
                    <a:gd name="connsiteY0" fmla="*/ 2760 h 10385"/>
                    <a:gd name="connsiteX1" fmla="*/ 2072 w 31510"/>
                    <a:gd name="connsiteY1" fmla="*/ 1342 h 10385"/>
                    <a:gd name="connsiteX2" fmla="*/ 5308 w 31510"/>
                    <a:gd name="connsiteY2" fmla="*/ 544 h 10385"/>
                    <a:gd name="connsiteX3" fmla="*/ 9830 w 31510"/>
                    <a:gd name="connsiteY3" fmla="*/ 145 h 10385"/>
                    <a:gd name="connsiteX4" fmla="*/ 15593 w 31510"/>
                    <a:gd name="connsiteY4" fmla="*/ 12 h 10385"/>
                    <a:gd name="connsiteX5" fmla="*/ 31508 w 31510"/>
                    <a:gd name="connsiteY5" fmla="*/ 4489 h 10385"/>
                    <a:gd name="connsiteX6" fmla="*/ 15549 w 31510"/>
                    <a:gd name="connsiteY6" fmla="*/ 10385 h 10385"/>
                    <a:gd name="connsiteX7" fmla="*/ 8943 w 31510"/>
                    <a:gd name="connsiteY7" fmla="*/ 9720 h 10385"/>
                    <a:gd name="connsiteX8" fmla="*/ 3624 w 31510"/>
                    <a:gd name="connsiteY8" fmla="*/ 7770 h 10385"/>
                    <a:gd name="connsiteX9" fmla="*/ 520 w 31510"/>
                    <a:gd name="connsiteY9" fmla="*/ 5110 h 10385"/>
                    <a:gd name="connsiteX10" fmla="*/ 210 w 31510"/>
                    <a:gd name="connsiteY10" fmla="*/ 2760 h 10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510" h="10385">
                      <a:moveTo>
                        <a:pt x="210" y="2760"/>
                      </a:moveTo>
                      <a:cubicBezTo>
                        <a:pt x="520" y="2140"/>
                        <a:pt x="1230" y="1696"/>
                        <a:pt x="2072" y="1342"/>
                      </a:cubicBezTo>
                      <a:cubicBezTo>
                        <a:pt x="2826" y="1076"/>
                        <a:pt x="4023" y="721"/>
                        <a:pt x="5308" y="544"/>
                      </a:cubicBezTo>
                      <a:cubicBezTo>
                        <a:pt x="6505" y="455"/>
                        <a:pt x="8190" y="145"/>
                        <a:pt x="9830" y="145"/>
                      </a:cubicBezTo>
                      <a:cubicBezTo>
                        <a:pt x="11559" y="56"/>
                        <a:pt x="13509" y="-33"/>
                        <a:pt x="15593" y="12"/>
                      </a:cubicBezTo>
                      <a:cubicBezTo>
                        <a:pt x="23972" y="12"/>
                        <a:pt x="31330" y="1608"/>
                        <a:pt x="31508" y="4489"/>
                      </a:cubicBezTo>
                      <a:cubicBezTo>
                        <a:pt x="31685" y="7282"/>
                        <a:pt x="24769" y="10297"/>
                        <a:pt x="15549" y="10385"/>
                      </a:cubicBezTo>
                      <a:cubicBezTo>
                        <a:pt x="13243" y="10341"/>
                        <a:pt x="10983" y="10164"/>
                        <a:pt x="8943" y="9720"/>
                      </a:cubicBezTo>
                      <a:cubicBezTo>
                        <a:pt x="6860" y="9188"/>
                        <a:pt x="5087" y="8701"/>
                        <a:pt x="3624" y="7770"/>
                      </a:cubicBezTo>
                      <a:cubicBezTo>
                        <a:pt x="2161" y="6927"/>
                        <a:pt x="1097" y="6129"/>
                        <a:pt x="520" y="5110"/>
                      </a:cubicBezTo>
                      <a:cubicBezTo>
                        <a:pt x="-56" y="4179"/>
                        <a:pt x="-145" y="3381"/>
                        <a:pt x="210" y="276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03" name="Forme libre : forme 24502">
                  <a:extLst>
                    <a:ext uri="{FF2B5EF4-FFF2-40B4-BE49-F238E27FC236}">
                      <a16:creationId xmlns:a16="http://schemas.microsoft.com/office/drawing/2014/main" id="{4D0BB3A3-D12A-4A0B-B861-45C9A83F77E2}"/>
                    </a:ext>
                  </a:extLst>
                </p:cNvPr>
                <p:cNvSpPr/>
                <p:nvPr/>
              </p:nvSpPr>
              <p:spPr>
                <a:xfrm>
                  <a:off x="6194991" y="1606888"/>
                  <a:ext cx="22524" cy="9197"/>
                </a:xfrm>
                <a:custGeom>
                  <a:avLst/>
                  <a:gdLst>
                    <a:gd name="connsiteX0" fmla="*/ 15737 w 22524"/>
                    <a:gd name="connsiteY0" fmla="*/ 9197 h 9197"/>
                    <a:gd name="connsiteX1" fmla="*/ 22520 w 22524"/>
                    <a:gd name="connsiteY1" fmla="*/ 4498 h 9197"/>
                    <a:gd name="connsiteX2" fmla="*/ 6605 w 22524"/>
                    <a:gd name="connsiteY2" fmla="*/ 21 h 9197"/>
                    <a:gd name="connsiteX3" fmla="*/ 0 w 22524"/>
                    <a:gd name="connsiteY3" fmla="*/ 198 h 9197"/>
                    <a:gd name="connsiteX4" fmla="*/ 3591 w 22524"/>
                    <a:gd name="connsiteY4" fmla="*/ 819 h 9197"/>
                    <a:gd name="connsiteX5" fmla="*/ 12279 w 22524"/>
                    <a:gd name="connsiteY5" fmla="*/ 4365 h 9197"/>
                    <a:gd name="connsiteX6" fmla="*/ 15737 w 22524"/>
                    <a:gd name="connsiteY6" fmla="*/ 9197 h 9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524" h="9197">
                      <a:moveTo>
                        <a:pt x="15737" y="9197"/>
                      </a:moveTo>
                      <a:cubicBezTo>
                        <a:pt x="19993" y="8045"/>
                        <a:pt x="22653" y="6227"/>
                        <a:pt x="22520" y="4498"/>
                      </a:cubicBezTo>
                      <a:cubicBezTo>
                        <a:pt x="22343" y="1617"/>
                        <a:pt x="14940" y="-24"/>
                        <a:pt x="6605" y="21"/>
                      </a:cubicBezTo>
                      <a:cubicBezTo>
                        <a:pt x="4211" y="-68"/>
                        <a:pt x="1862" y="154"/>
                        <a:pt x="0" y="198"/>
                      </a:cubicBezTo>
                      <a:cubicBezTo>
                        <a:pt x="1153" y="420"/>
                        <a:pt x="2349" y="553"/>
                        <a:pt x="3591" y="819"/>
                      </a:cubicBezTo>
                      <a:cubicBezTo>
                        <a:pt x="6827" y="1838"/>
                        <a:pt x="10019" y="2902"/>
                        <a:pt x="12279" y="4365"/>
                      </a:cubicBezTo>
                      <a:cubicBezTo>
                        <a:pt x="14540" y="5739"/>
                        <a:pt x="15959" y="7424"/>
                        <a:pt x="15737" y="9197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04" name="Forme libre : forme 24503">
                  <a:extLst>
                    <a:ext uri="{FF2B5EF4-FFF2-40B4-BE49-F238E27FC236}">
                      <a16:creationId xmlns:a16="http://schemas.microsoft.com/office/drawing/2014/main" id="{3C8028F7-A36D-41CF-B451-C6323A7B15CB}"/>
                    </a:ext>
                  </a:extLst>
                </p:cNvPr>
                <p:cNvSpPr/>
                <p:nvPr/>
              </p:nvSpPr>
              <p:spPr>
                <a:xfrm>
                  <a:off x="6185132" y="1605628"/>
                  <a:ext cx="30741" cy="10458"/>
                </a:xfrm>
                <a:custGeom>
                  <a:avLst/>
                  <a:gdLst>
                    <a:gd name="connsiteX0" fmla="*/ 327 w 30741"/>
                    <a:gd name="connsiteY0" fmla="*/ 2300 h 10458"/>
                    <a:gd name="connsiteX1" fmla="*/ 2278 w 30741"/>
                    <a:gd name="connsiteY1" fmla="*/ 1015 h 10458"/>
                    <a:gd name="connsiteX2" fmla="*/ 5204 w 30741"/>
                    <a:gd name="connsiteY2" fmla="*/ 350 h 10458"/>
                    <a:gd name="connsiteX3" fmla="*/ 9459 w 30741"/>
                    <a:gd name="connsiteY3" fmla="*/ 39 h 10458"/>
                    <a:gd name="connsiteX4" fmla="*/ 15001 w 30741"/>
                    <a:gd name="connsiteY4" fmla="*/ 39 h 10458"/>
                    <a:gd name="connsiteX5" fmla="*/ 30738 w 30741"/>
                    <a:gd name="connsiteY5" fmla="*/ 4694 h 10458"/>
                    <a:gd name="connsiteX6" fmla="*/ 14779 w 30741"/>
                    <a:gd name="connsiteY6" fmla="*/ 10457 h 10458"/>
                    <a:gd name="connsiteX7" fmla="*/ 8262 w 30741"/>
                    <a:gd name="connsiteY7" fmla="*/ 9615 h 10458"/>
                    <a:gd name="connsiteX8" fmla="*/ 3120 w 30741"/>
                    <a:gd name="connsiteY8" fmla="*/ 7487 h 10458"/>
                    <a:gd name="connsiteX9" fmla="*/ 371 w 30741"/>
                    <a:gd name="connsiteY9" fmla="*/ 4650 h 10458"/>
                    <a:gd name="connsiteX10" fmla="*/ 327 w 30741"/>
                    <a:gd name="connsiteY10" fmla="*/ 2300 h 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741" h="10458">
                      <a:moveTo>
                        <a:pt x="327" y="2300"/>
                      </a:moveTo>
                      <a:cubicBezTo>
                        <a:pt x="726" y="1724"/>
                        <a:pt x="1391" y="1369"/>
                        <a:pt x="2278" y="1015"/>
                      </a:cubicBezTo>
                      <a:cubicBezTo>
                        <a:pt x="3209" y="660"/>
                        <a:pt x="3918" y="571"/>
                        <a:pt x="5204" y="350"/>
                      </a:cubicBezTo>
                      <a:cubicBezTo>
                        <a:pt x="6489" y="172"/>
                        <a:pt x="7730" y="172"/>
                        <a:pt x="9459" y="39"/>
                      </a:cubicBezTo>
                      <a:cubicBezTo>
                        <a:pt x="11055" y="39"/>
                        <a:pt x="12962" y="-49"/>
                        <a:pt x="15001" y="39"/>
                      </a:cubicBezTo>
                      <a:cubicBezTo>
                        <a:pt x="23158" y="172"/>
                        <a:pt x="30561" y="1768"/>
                        <a:pt x="30738" y="4694"/>
                      </a:cubicBezTo>
                      <a:cubicBezTo>
                        <a:pt x="30916" y="7443"/>
                        <a:pt x="24000" y="10546"/>
                        <a:pt x="14779" y="10457"/>
                      </a:cubicBezTo>
                      <a:cubicBezTo>
                        <a:pt x="12474" y="10368"/>
                        <a:pt x="10257" y="10191"/>
                        <a:pt x="8262" y="9615"/>
                      </a:cubicBezTo>
                      <a:cubicBezTo>
                        <a:pt x="6268" y="9216"/>
                        <a:pt x="4494" y="8285"/>
                        <a:pt x="3120" y="7487"/>
                      </a:cubicBezTo>
                      <a:cubicBezTo>
                        <a:pt x="1746" y="6689"/>
                        <a:pt x="815" y="5448"/>
                        <a:pt x="371" y="4650"/>
                      </a:cubicBezTo>
                      <a:cubicBezTo>
                        <a:pt x="-161" y="3763"/>
                        <a:pt x="-72" y="2921"/>
                        <a:pt x="327" y="230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05" name="Forme libre : forme 24504">
                  <a:extLst>
                    <a:ext uri="{FF2B5EF4-FFF2-40B4-BE49-F238E27FC236}">
                      <a16:creationId xmlns:a16="http://schemas.microsoft.com/office/drawing/2014/main" id="{E9084D60-EE28-4077-B757-FB7B09158135}"/>
                    </a:ext>
                  </a:extLst>
                </p:cNvPr>
                <p:cNvSpPr/>
                <p:nvPr/>
              </p:nvSpPr>
              <p:spPr>
                <a:xfrm>
                  <a:off x="6192710" y="1600920"/>
                  <a:ext cx="38820" cy="18085"/>
                </a:xfrm>
                <a:custGeom>
                  <a:avLst/>
                  <a:gdLst>
                    <a:gd name="connsiteX0" fmla="*/ 38322 w 38820"/>
                    <a:gd name="connsiteY0" fmla="*/ 8781 h 18085"/>
                    <a:gd name="connsiteX1" fmla="*/ 36903 w 38820"/>
                    <a:gd name="connsiteY1" fmla="*/ 4127 h 18085"/>
                    <a:gd name="connsiteX2" fmla="*/ 20545 w 38820"/>
                    <a:gd name="connsiteY2" fmla="*/ 93 h 18085"/>
                    <a:gd name="connsiteX3" fmla="*/ 5117 w 38820"/>
                    <a:gd name="connsiteY3" fmla="*/ 979 h 18085"/>
                    <a:gd name="connsiteX4" fmla="*/ 1172 w 38820"/>
                    <a:gd name="connsiteY4" fmla="*/ 2575 h 18085"/>
                    <a:gd name="connsiteX5" fmla="*/ 152 w 38820"/>
                    <a:gd name="connsiteY5" fmla="*/ 5146 h 18085"/>
                    <a:gd name="connsiteX6" fmla="*/ 4896 w 38820"/>
                    <a:gd name="connsiteY6" fmla="*/ 8072 h 18085"/>
                    <a:gd name="connsiteX7" fmla="*/ 18461 w 38820"/>
                    <a:gd name="connsiteY7" fmla="*/ 13614 h 18085"/>
                    <a:gd name="connsiteX8" fmla="*/ 34819 w 38820"/>
                    <a:gd name="connsiteY8" fmla="*/ 17648 h 18085"/>
                    <a:gd name="connsiteX9" fmla="*/ 38322 w 38820"/>
                    <a:gd name="connsiteY9" fmla="*/ 8781 h 18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820" h="18085">
                      <a:moveTo>
                        <a:pt x="38322" y="8781"/>
                      </a:moveTo>
                      <a:cubicBezTo>
                        <a:pt x="38322" y="7186"/>
                        <a:pt x="38277" y="5501"/>
                        <a:pt x="36903" y="4127"/>
                      </a:cubicBezTo>
                      <a:cubicBezTo>
                        <a:pt x="34243" y="1423"/>
                        <a:pt x="27106" y="359"/>
                        <a:pt x="20545" y="93"/>
                      </a:cubicBezTo>
                      <a:cubicBezTo>
                        <a:pt x="15092" y="-173"/>
                        <a:pt x="9285" y="137"/>
                        <a:pt x="5117" y="979"/>
                      </a:cubicBezTo>
                      <a:cubicBezTo>
                        <a:pt x="3433" y="1378"/>
                        <a:pt x="2192" y="1822"/>
                        <a:pt x="1172" y="2575"/>
                      </a:cubicBezTo>
                      <a:cubicBezTo>
                        <a:pt x="152" y="3329"/>
                        <a:pt x="-246" y="4127"/>
                        <a:pt x="152" y="5146"/>
                      </a:cubicBezTo>
                      <a:cubicBezTo>
                        <a:pt x="818" y="6299"/>
                        <a:pt x="2812" y="7363"/>
                        <a:pt x="4896" y="8072"/>
                      </a:cubicBezTo>
                      <a:cubicBezTo>
                        <a:pt x="9728" y="9934"/>
                        <a:pt x="14516" y="11574"/>
                        <a:pt x="18461" y="13614"/>
                      </a:cubicBezTo>
                      <a:cubicBezTo>
                        <a:pt x="21830" y="15342"/>
                        <a:pt x="28214" y="19421"/>
                        <a:pt x="34819" y="17648"/>
                      </a:cubicBezTo>
                      <a:cubicBezTo>
                        <a:pt x="40715" y="16140"/>
                        <a:pt x="38366" y="10998"/>
                        <a:pt x="38322" y="878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06" name="Forme libre : forme 24505">
                  <a:extLst>
                    <a:ext uri="{FF2B5EF4-FFF2-40B4-BE49-F238E27FC236}">
                      <a16:creationId xmlns:a16="http://schemas.microsoft.com/office/drawing/2014/main" id="{DB794150-5EA2-436A-9585-770A39543C2E}"/>
                    </a:ext>
                  </a:extLst>
                </p:cNvPr>
                <p:cNvSpPr/>
                <p:nvPr/>
              </p:nvSpPr>
              <p:spPr>
                <a:xfrm>
                  <a:off x="6211787" y="1613973"/>
                  <a:ext cx="12993" cy="5810"/>
                </a:xfrm>
                <a:custGeom>
                  <a:avLst/>
                  <a:gdLst>
                    <a:gd name="connsiteX0" fmla="*/ 12284 w 12993"/>
                    <a:gd name="connsiteY0" fmla="*/ 2023 h 5810"/>
                    <a:gd name="connsiteX1" fmla="*/ 12993 w 12993"/>
                    <a:gd name="connsiteY1" fmla="*/ 870 h 5810"/>
                    <a:gd name="connsiteX2" fmla="*/ 11708 w 12993"/>
                    <a:gd name="connsiteY2" fmla="*/ 28 h 5810"/>
                    <a:gd name="connsiteX3" fmla="*/ 9358 w 12993"/>
                    <a:gd name="connsiteY3" fmla="*/ 250 h 5810"/>
                    <a:gd name="connsiteX4" fmla="*/ 3772 w 12993"/>
                    <a:gd name="connsiteY4" fmla="*/ 1713 h 5810"/>
                    <a:gd name="connsiteX5" fmla="*/ 1733 w 12993"/>
                    <a:gd name="connsiteY5" fmla="*/ 2511 h 5810"/>
                    <a:gd name="connsiteX6" fmla="*/ 3684 w 12993"/>
                    <a:gd name="connsiteY6" fmla="*/ 5703 h 5810"/>
                    <a:gd name="connsiteX7" fmla="*/ 12284 w 12993"/>
                    <a:gd name="connsiteY7" fmla="*/ 2023 h 5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93" h="5810">
                      <a:moveTo>
                        <a:pt x="12284" y="2023"/>
                      </a:moveTo>
                      <a:cubicBezTo>
                        <a:pt x="12683" y="1669"/>
                        <a:pt x="12993" y="1269"/>
                        <a:pt x="12993" y="870"/>
                      </a:cubicBezTo>
                      <a:cubicBezTo>
                        <a:pt x="12993" y="472"/>
                        <a:pt x="12506" y="117"/>
                        <a:pt x="11708" y="28"/>
                      </a:cubicBezTo>
                      <a:cubicBezTo>
                        <a:pt x="10954" y="-60"/>
                        <a:pt x="10112" y="73"/>
                        <a:pt x="9358" y="250"/>
                      </a:cubicBezTo>
                      <a:cubicBezTo>
                        <a:pt x="7408" y="649"/>
                        <a:pt x="5546" y="1136"/>
                        <a:pt x="3772" y="1713"/>
                      </a:cubicBezTo>
                      <a:cubicBezTo>
                        <a:pt x="3019" y="1935"/>
                        <a:pt x="2310" y="2201"/>
                        <a:pt x="1733" y="2511"/>
                      </a:cubicBezTo>
                      <a:cubicBezTo>
                        <a:pt x="-661" y="3796"/>
                        <a:pt x="-1059" y="6368"/>
                        <a:pt x="3684" y="5703"/>
                      </a:cubicBezTo>
                      <a:cubicBezTo>
                        <a:pt x="7319" y="5171"/>
                        <a:pt x="10688" y="3530"/>
                        <a:pt x="12284" y="202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07" name="Forme libre : forme 24506">
                  <a:extLst>
                    <a:ext uri="{FF2B5EF4-FFF2-40B4-BE49-F238E27FC236}">
                      <a16:creationId xmlns:a16="http://schemas.microsoft.com/office/drawing/2014/main" id="{24934843-7EEF-4CBD-8188-11E99AA7C56C}"/>
                    </a:ext>
                  </a:extLst>
                </p:cNvPr>
                <p:cNvSpPr/>
                <p:nvPr/>
              </p:nvSpPr>
              <p:spPr>
                <a:xfrm>
                  <a:off x="6181292" y="1599012"/>
                  <a:ext cx="13476" cy="2044"/>
                </a:xfrm>
                <a:custGeom>
                  <a:avLst/>
                  <a:gdLst>
                    <a:gd name="connsiteX0" fmla="*/ 0 w 13476"/>
                    <a:gd name="connsiteY0" fmla="*/ 1158 h 2044"/>
                    <a:gd name="connsiteX1" fmla="*/ 1286 w 13476"/>
                    <a:gd name="connsiteY1" fmla="*/ 981 h 2044"/>
                    <a:gd name="connsiteX2" fmla="*/ 4522 w 13476"/>
                    <a:gd name="connsiteY2" fmla="*/ 1291 h 2044"/>
                    <a:gd name="connsiteX3" fmla="*/ 6517 w 13476"/>
                    <a:gd name="connsiteY3" fmla="*/ 1424 h 2044"/>
                    <a:gd name="connsiteX4" fmla="*/ 8511 w 13476"/>
                    <a:gd name="connsiteY4" fmla="*/ 1202 h 2044"/>
                    <a:gd name="connsiteX5" fmla="*/ 13477 w 13476"/>
                    <a:gd name="connsiteY5" fmla="*/ 5 h 2044"/>
                    <a:gd name="connsiteX6" fmla="*/ 11925 w 13476"/>
                    <a:gd name="connsiteY6" fmla="*/ 227 h 2044"/>
                    <a:gd name="connsiteX7" fmla="*/ 10418 w 13476"/>
                    <a:gd name="connsiteY7" fmla="*/ 582 h 2044"/>
                    <a:gd name="connsiteX8" fmla="*/ 9398 w 13476"/>
                    <a:gd name="connsiteY8" fmla="*/ 1247 h 2044"/>
                    <a:gd name="connsiteX9" fmla="*/ 7847 w 13476"/>
                    <a:gd name="connsiteY9" fmla="*/ 1823 h 2044"/>
                    <a:gd name="connsiteX10" fmla="*/ 5674 w 13476"/>
                    <a:gd name="connsiteY10" fmla="*/ 2045 h 2044"/>
                    <a:gd name="connsiteX11" fmla="*/ 0 w 13476"/>
                    <a:gd name="connsiteY11" fmla="*/ 1158 h 2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476" h="2044">
                      <a:moveTo>
                        <a:pt x="0" y="1158"/>
                      </a:moveTo>
                      <a:cubicBezTo>
                        <a:pt x="0" y="1158"/>
                        <a:pt x="488" y="981"/>
                        <a:pt x="1286" y="981"/>
                      </a:cubicBezTo>
                      <a:cubicBezTo>
                        <a:pt x="2128" y="892"/>
                        <a:pt x="3148" y="1247"/>
                        <a:pt x="4522" y="1291"/>
                      </a:cubicBezTo>
                      <a:cubicBezTo>
                        <a:pt x="5187" y="1335"/>
                        <a:pt x="5852" y="1380"/>
                        <a:pt x="6517" y="1424"/>
                      </a:cubicBezTo>
                      <a:cubicBezTo>
                        <a:pt x="7226" y="1424"/>
                        <a:pt x="8024" y="1247"/>
                        <a:pt x="8511" y="1202"/>
                      </a:cubicBezTo>
                      <a:cubicBezTo>
                        <a:pt x="10063" y="936"/>
                        <a:pt x="9842" y="-83"/>
                        <a:pt x="13477" y="5"/>
                      </a:cubicBezTo>
                      <a:cubicBezTo>
                        <a:pt x="13477" y="5"/>
                        <a:pt x="12945" y="94"/>
                        <a:pt x="11925" y="227"/>
                      </a:cubicBezTo>
                      <a:cubicBezTo>
                        <a:pt x="11526" y="316"/>
                        <a:pt x="10861" y="404"/>
                        <a:pt x="10418" y="582"/>
                      </a:cubicBezTo>
                      <a:cubicBezTo>
                        <a:pt x="10196" y="803"/>
                        <a:pt x="9842" y="1025"/>
                        <a:pt x="9398" y="1247"/>
                      </a:cubicBezTo>
                      <a:cubicBezTo>
                        <a:pt x="8999" y="1468"/>
                        <a:pt x="8467" y="1690"/>
                        <a:pt x="7847" y="1823"/>
                      </a:cubicBezTo>
                      <a:cubicBezTo>
                        <a:pt x="7315" y="1867"/>
                        <a:pt x="6561" y="2000"/>
                        <a:pt x="5674" y="2045"/>
                      </a:cubicBezTo>
                      <a:cubicBezTo>
                        <a:pt x="4123" y="2045"/>
                        <a:pt x="2039" y="1601"/>
                        <a:pt x="0" y="11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08" name="Forme libre : forme 24507">
                  <a:extLst>
                    <a:ext uri="{FF2B5EF4-FFF2-40B4-BE49-F238E27FC236}">
                      <a16:creationId xmlns:a16="http://schemas.microsoft.com/office/drawing/2014/main" id="{82014F84-AE85-46E1-BCAE-C9A62DB45F8E}"/>
                    </a:ext>
                  </a:extLst>
                </p:cNvPr>
                <p:cNvSpPr/>
                <p:nvPr/>
              </p:nvSpPr>
              <p:spPr>
                <a:xfrm>
                  <a:off x="6218796" y="1613780"/>
                  <a:ext cx="20968" cy="10994"/>
                </a:xfrm>
                <a:custGeom>
                  <a:avLst/>
                  <a:gdLst>
                    <a:gd name="connsiteX0" fmla="*/ 0 w 20968"/>
                    <a:gd name="connsiteY0" fmla="*/ 10994 h 10994"/>
                    <a:gd name="connsiteX1" fmla="*/ 10196 w 20968"/>
                    <a:gd name="connsiteY1" fmla="*/ 8822 h 10994"/>
                    <a:gd name="connsiteX2" fmla="*/ 14008 w 20968"/>
                    <a:gd name="connsiteY2" fmla="*/ 7315 h 10994"/>
                    <a:gd name="connsiteX3" fmla="*/ 15782 w 20968"/>
                    <a:gd name="connsiteY3" fmla="*/ 6384 h 10994"/>
                    <a:gd name="connsiteX4" fmla="*/ 17067 w 20968"/>
                    <a:gd name="connsiteY4" fmla="*/ 5408 h 10994"/>
                    <a:gd name="connsiteX5" fmla="*/ 20968 w 20968"/>
                    <a:gd name="connsiteY5" fmla="*/ 0 h 10994"/>
                    <a:gd name="connsiteX6" fmla="*/ 20037 w 20968"/>
                    <a:gd name="connsiteY6" fmla="*/ 1241 h 10994"/>
                    <a:gd name="connsiteX7" fmla="*/ 17156 w 20968"/>
                    <a:gd name="connsiteY7" fmla="*/ 4211 h 10994"/>
                    <a:gd name="connsiteX8" fmla="*/ 10994 w 20968"/>
                    <a:gd name="connsiteY8" fmla="*/ 7935 h 10994"/>
                    <a:gd name="connsiteX9" fmla="*/ 0 w 20968"/>
                    <a:gd name="connsiteY9" fmla="*/ 10994 h 10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968" h="10994">
                      <a:moveTo>
                        <a:pt x="0" y="10994"/>
                      </a:moveTo>
                      <a:cubicBezTo>
                        <a:pt x="0" y="10994"/>
                        <a:pt x="5054" y="10506"/>
                        <a:pt x="10196" y="8822"/>
                      </a:cubicBezTo>
                      <a:cubicBezTo>
                        <a:pt x="11482" y="8423"/>
                        <a:pt x="12767" y="7891"/>
                        <a:pt x="14008" y="7315"/>
                      </a:cubicBezTo>
                      <a:cubicBezTo>
                        <a:pt x="14629" y="7004"/>
                        <a:pt x="15205" y="6694"/>
                        <a:pt x="15782" y="6384"/>
                      </a:cubicBezTo>
                      <a:cubicBezTo>
                        <a:pt x="16269" y="6073"/>
                        <a:pt x="16624" y="5763"/>
                        <a:pt x="17067" y="5408"/>
                      </a:cubicBezTo>
                      <a:cubicBezTo>
                        <a:pt x="18708" y="3946"/>
                        <a:pt x="20171" y="2305"/>
                        <a:pt x="20968" y="0"/>
                      </a:cubicBezTo>
                      <a:cubicBezTo>
                        <a:pt x="20968" y="0"/>
                        <a:pt x="20658" y="488"/>
                        <a:pt x="20037" y="1241"/>
                      </a:cubicBezTo>
                      <a:cubicBezTo>
                        <a:pt x="19417" y="1951"/>
                        <a:pt x="18442" y="3014"/>
                        <a:pt x="17156" y="4211"/>
                      </a:cubicBezTo>
                      <a:cubicBezTo>
                        <a:pt x="16092" y="5320"/>
                        <a:pt x="13787" y="6694"/>
                        <a:pt x="10994" y="7935"/>
                      </a:cubicBezTo>
                      <a:cubicBezTo>
                        <a:pt x="8157" y="9132"/>
                        <a:pt x="4566" y="10240"/>
                        <a:pt x="0" y="109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09" name="Forme libre : forme 24508">
                  <a:extLst>
                    <a:ext uri="{FF2B5EF4-FFF2-40B4-BE49-F238E27FC236}">
                      <a16:creationId xmlns:a16="http://schemas.microsoft.com/office/drawing/2014/main" id="{AC7E56DB-2E36-40A9-9291-0B62D8C59686}"/>
                    </a:ext>
                  </a:extLst>
                </p:cNvPr>
                <p:cNvSpPr/>
                <p:nvPr/>
              </p:nvSpPr>
              <p:spPr>
                <a:xfrm>
                  <a:off x="6192218" y="1612261"/>
                  <a:ext cx="12204" cy="3877"/>
                </a:xfrm>
                <a:custGeom>
                  <a:avLst/>
                  <a:gdLst>
                    <a:gd name="connsiteX0" fmla="*/ 202 w 12204"/>
                    <a:gd name="connsiteY0" fmla="*/ 544 h 3877"/>
                    <a:gd name="connsiteX1" fmla="*/ 7383 w 12204"/>
                    <a:gd name="connsiteY1" fmla="*/ 455 h 3877"/>
                    <a:gd name="connsiteX2" fmla="*/ 12082 w 12204"/>
                    <a:gd name="connsiteY2" fmla="*/ 2937 h 3877"/>
                    <a:gd name="connsiteX3" fmla="*/ 4768 w 12204"/>
                    <a:gd name="connsiteY3" fmla="*/ 3514 h 3877"/>
                    <a:gd name="connsiteX4" fmla="*/ 911 w 12204"/>
                    <a:gd name="connsiteY4" fmla="*/ 2007 h 3877"/>
                    <a:gd name="connsiteX5" fmla="*/ 202 w 12204"/>
                    <a:gd name="connsiteY5" fmla="*/ 544 h 3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204" h="3877">
                      <a:moveTo>
                        <a:pt x="202" y="544"/>
                      </a:moveTo>
                      <a:cubicBezTo>
                        <a:pt x="1044" y="-254"/>
                        <a:pt x="4147" y="-77"/>
                        <a:pt x="7383" y="455"/>
                      </a:cubicBezTo>
                      <a:cubicBezTo>
                        <a:pt x="10619" y="1076"/>
                        <a:pt x="12747" y="2051"/>
                        <a:pt x="12082" y="2937"/>
                      </a:cubicBezTo>
                      <a:cubicBezTo>
                        <a:pt x="11417" y="3824"/>
                        <a:pt x="8137" y="4223"/>
                        <a:pt x="4768" y="3514"/>
                      </a:cubicBezTo>
                      <a:cubicBezTo>
                        <a:pt x="3083" y="3248"/>
                        <a:pt x="1709" y="2539"/>
                        <a:pt x="911" y="2007"/>
                      </a:cubicBezTo>
                      <a:cubicBezTo>
                        <a:pt x="68" y="1474"/>
                        <a:pt x="-242" y="943"/>
                        <a:pt x="202" y="54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10" name="Forme libre : forme 24509">
                  <a:extLst>
                    <a:ext uri="{FF2B5EF4-FFF2-40B4-BE49-F238E27FC236}">
                      <a16:creationId xmlns:a16="http://schemas.microsoft.com/office/drawing/2014/main" id="{665476CE-BBC5-4CBD-9448-E58BA60E25DA}"/>
                    </a:ext>
                  </a:extLst>
                </p:cNvPr>
                <p:cNvSpPr/>
                <p:nvPr/>
              </p:nvSpPr>
              <p:spPr>
                <a:xfrm>
                  <a:off x="6190594" y="1612501"/>
                  <a:ext cx="3383" cy="1534"/>
                </a:xfrm>
                <a:custGeom>
                  <a:avLst/>
                  <a:gdLst>
                    <a:gd name="connsiteX0" fmla="*/ 8 w 3383"/>
                    <a:gd name="connsiteY0" fmla="*/ 436 h 1534"/>
                    <a:gd name="connsiteX1" fmla="*/ 1825 w 3383"/>
                    <a:gd name="connsiteY1" fmla="*/ 38 h 1534"/>
                    <a:gd name="connsiteX2" fmla="*/ 3376 w 3383"/>
                    <a:gd name="connsiteY2" fmla="*/ 968 h 1534"/>
                    <a:gd name="connsiteX3" fmla="*/ 1559 w 3383"/>
                    <a:gd name="connsiteY3" fmla="*/ 1500 h 1534"/>
                    <a:gd name="connsiteX4" fmla="*/ 8 w 3383"/>
                    <a:gd name="connsiteY4" fmla="*/ 436 h 1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83" h="1534">
                      <a:moveTo>
                        <a:pt x="8" y="436"/>
                      </a:moveTo>
                      <a:cubicBezTo>
                        <a:pt x="96" y="-7"/>
                        <a:pt x="894" y="-51"/>
                        <a:pt x="1825" y="38"/>
                      </a:cubicBezTo>
                      <a:cubicBezTo>
                        <a:pt x="2756" y="170"/>
                        <a:pt x="3465" y="569"/>
                        <a:pt x="3376" y="968"/>
                      </a:cubicBezTo>
                      <a:cubicBezTo>
                        <a:pt x="3332" y="1367"/>
                        <a:pt x="2534" y="1633"/>
                        <a:pt x="1559" y="1500"/>
                      </a:cubicBezTo>
                      <a:cubicBezTo>
                        <a:pt x="628" y="1412"/>
                        <a:pt x="-81" y="791"/>
                        <a:pt x="8" y="4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11" name="Forme libre : forme 24510">
                  <a:extLst>
                    <a:ext uri="{FF2B5EF4-FFF2-40B4-BE49-F238E27FC236}">
                      <a16:creationId xmlns:a16="http://schemas.microsoft.com/office/drawing/2014/main" id="{8018D0D9-95FA-4FC1-B884-4E642348672E}"/>
                    </a:ext>
                  </a:extLst>
                </p:cNvPr>
                <p:cNvSpPr/>
                <p:nvPr/>
              </p:nvSpPr>
              <p:spPr>
                <a:xfrm>
                  <a:off x="6174997" y="1603722"/>
                  <a:ext cx="29775" cy="20512"/>
                </a:xfrm>
                <a:custGeom>
                  <a:avLst/>
                  <a:gdLst>
                    <a:gd name="connsiteX0" fmla="*/ 0 w 29775"/>
                    <a:gd name="connsiteY0" fmla="*/ 6068 h 20512"/>
                    <a:gd name="connsiteX1" fmla="*/ 4300 w 29775"/>
                    <a:gd name="connsiteY1" fmla="*/ 172 h 20512"/>
                    <a:gd name="connsiteX2" fmla="*/ 7093 w 29775"/>
                    <a:gd name="connsiteY2" fmla="*/ 1147 h 20512"/>
                    <a:gd name="connsiteX3" fmla="*/ 8379 w 29775"/>
                    <a:gd name="connsiteY3" fmla="*/ 4428 h 20512"/>
                    <a:gd name="connsiteX4" fmla="*/ 9309 w 29775"/>
                    <a:gd name="connsiteY4" fmla="*/ 8861 h 20512"/>
                    <a:gd name="connsiteX5" fmla="*/ 13344 w 29775"/>
                    <a:gd name="connsiteY5" fmla="*/ 13250 h 20512"/>
                    <a:gd name="connsiteX6" fmla="*/ 17511 w 29775"/>
                    <a:gd name="connsiteY6" fmla="*/ 14890 h 20512"/>
                    <a:gd name="connsiteX7" fmla="*/ 20570 w 29775"/>
                    <a:gd name="connsiteY7" fmla="*/ 15777 h 20512"/>
                    <a:gd name="connsiteX8" fmla="*/ 23673 w 29775"/>
                    <a:gd name="connsiteY8" fmla="*/ 16486 h 20512"/>
                    <a:gd name="connsiteX9" fmla="*/ 29391 w 29775"/>
                    <a:gd name="connsiteY9" fmla="*/ 19323 h 20512"/>
                    <a:gd name="connsiteX10" fmla="*/ 19284 w 29775"/>
                    <a:gd name="connsiteY10" fmla="*/ 20298 h 20512"/>
                    <a:gd name="connsiteX11" fmla="*/ 12280 w 29775"/>
                    <a:gd name="connsiteY11" fmla="*/ 18791 h 20512"/>
                    <a:gd name="connsiteX12" fmla="*/ 9221 w 29775"/>
                    <a:gd name="connsiteY12" fmla="*/ 17638 h 20512"/>
                    <a:gd name="connsiteX13" fmla="*/ 6650 w 29775"/>
                    <a:gd name="connsiteY13" fmla="*/ 16176 h 20512"/>
                    <a:gd name="connsiteX14" fmla="*/ 1463 w 29775"/>
                    <a:gd name="connsiteY14" fmla="*/ 10945 h 20512"/>
                    <a:gd name="connsiteX15" fmla="*/ 0 w 29775"/>
                    <a:gd name="connsiteY15" fmla="*/ 6068 h 20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9775" h="20512">
                      <a:moveTo>
                        <a:pt x="0" y="6068"/>
                      </a:moveTo>
                      <a:cubicBezTo>
                        <a:pt x="44" y="2433"/>
                        <a:pt x="2305" y="1014"/>
                        <a:pt x="4300" y="172"/>
                      </a:cubicBezTo>
                      <a:cubicBezTo>
                        <a:pt x="5142" y="-183"/>
                        <a:pt x="6073" y="-50"/>
                        <a:pt x="7093" y="1147"/>
                      </a:cubicBezTo>
                      <a:cubicBezTo>
                        <a:pt x="8068" y="2211"/>
                        <a:pt x="8157" y="3586"/>
                        <a:pt x="8379" y="4428"/>
                      </a:cubicBezTo>
                      <a:cubicBezTo>
                        <a:pt x="8600" y="5846"/>
                        <a:pt x="8600" y="7487"/>
                        <a:pt x="9309" y="8861"/>
                      </a:cubicBezTo>
                      <a:cubicBezTo>
                        <a:pt x="9930" y="10279"/>
                        <a:pt x="11260" y="12097"/>
                        <a:pt x="13344" y="13250"/>
                      </a:cubicBezTo>
                      <a:cubicBezTo>
                        <a:pt x="14008" y="13649"/>
                        <a:pt x="15649" y="14402"/>
                        <a:pt x="17511" y="14890"/>
                      </a:cubicBezTo>
                      <a:cubicBezTo>
                        <a:pt x="18486" y="15156"/>
                        <a:pt x="19505" y="15466"/>
                        <a:pt x="20570" y="15777"/>
                      </a:cubicBezTo>
                      <a:cubicBezTo>
                        <a:pt x="21589" y="15998"/>
                        <a:pt x="22609" y="16264"/>
                        <a:pt x="23673" y="16486"/>
                      </a:cubicBezTo>
                      <a:cubicBezTo>
                        <a:pt x="27751" y="17461"/>
                        <a:pt x="30899" y="18215"/>
                        <a:pt x="29391" y="19323"/>
                      </a:cubicBezTo>
                      <a:cubicBezTo>
                        <a:pt x="27884" y="20431"/>
                        <a:pt x="23850" y="20786"/>
                        <a:pt x="19284" y="20298"/>
                      </a:cubicBezTo>
                      <a:cubicBezTo>
                        <a:pt x="16890" y="19944"/>
                        <a:pt x="14629" y="19633"/>
                        <a:pt x="12280" y="18791"/>
                      </a:cubicBezTo>
                      <a:cubicBezTo>
                        <a:pt x="11127" y="18392"/>
                        <a:pt x="10196" y="18082"/>
                        <a:pt x="9221" y="17638"/>
                      </a:cubicBezTo>
                      <a:cubicBezTo>
                        <a:pt x="8157" y="17107"/>
                        <a:pt x="7270" y="16575"/>
                        <a:pt x="6650" y="16176"/>
                      </a:cubicBezTo>
                      <a:cubicBezTo>
                        <a:pt x="4211" y="14757"/>
                        <a:pt x="2615" y="12629"/>
                        <a:pt x="1463" y="10945"/>
                      </a:cubicBezTo>
                      <a:cubicBezTo>
                        <a:pt x="355" y="9216"/>
                        <a:pt x="89" y="7398"/>
                        <a:pt x="0" y="606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72" name="Graphique 2">
                <a:extLst>
                  <a:ext uri="{FF2B5EF4-FFF2-40B4-BE49-F238E27FC236}">
                    <a16:creationId xmlns:a16="http://schemas.microsoft.com/office/drawing/2014/main" id="{583E931A-5A49-41B3-8C96-6C1C0D394BF5}"/>
                  </a:ext>
                </a:extLst>
              </p:cNvPr>
              <p:cNvGrpSpPr/>
              <p:nvPr/>
            </p:nvGrpSpPr>
            <p:grpSpPr>
              <a:xfrm>
                <a:off x="6159187" y="1529601"/>
                <a:ext cx="35741" cy="69713"/>
                <a:chOff x="6159187" y="1529601"/>
                <a:chExt cx="35741" cy="69713"/>
              </a:xfrm>
              <a:solidFill>
                <a:schemeClr val="accent1"/>
              </a:solidFill>
            </p:grpSpPr>
            <p:sp>
              <p:nvSpPr>
                <p:cNvPr id="24488" name="Forme libre : forme 24487">
                  <a:extLst>
                    <a:ext uri="{FF2B5EF4-FFF2-40B4-BE49-F238E27FC236}">
                      <a16:creationId xmlns:a16="http://schemas.microsoft.com/office/drawing/2014/main" id="{CA354A9A-1046-4EBE-9A34-907E3875B6A1}"/>
                    </a:ext>
                  </a:extLst>
                </p:cNvPr>
                <p:cNvSpPr/>
                <p:nvPr/>
              </p:nvSpPr>
              <p:spPr>
                <a:xfrm>
                  <a:off x="6159187" y="1529716"/>
                  <a:ext cx="35668" cy="69599"/>
                </a:xfrm>
                <a:custGeom>
                  <a:avLst/>
                  <a:gdLst>
                    <a:gd name="connsiteX0" fmla="*/ 30350 w 35668"/>
                    <a:gd name="connsiteY0" fmla="*/ 15307 h 69599"/>
                    <a:gd name="connsiteX1" fmla="*/ 33587 w 35668"/>
                    <a:gd name="connsiteY1" fmla="*/ 23774 h 69599"/>
                    <a:gd name="connsiteX2" fmla="*/ 35271 w 35668"/>
                    <a:gd name="connsiteY2" fmla="*/ 32285 h 69599"/>
                    <a:gd name="connsiteX3" fmla="*/ 35094 w 35668"/>
                    <a:gd name="connsiteY3" fmla="*/ 48732 h 69599"/>
                    <a:gd name="connsiteX4" fmla="*/ 34030 w 35668"/>
                    <a:gd name="connsiteY4" fmla="*/ 54052 h 69599"/>
                    <a:gd name="connsiteX5" fmla="*/ 33409 w 35668"/>
                    <a:gd name="connsiteY5" fmla="*/ 56091 h 69599"/>
                    <a:gd name="connsiteX6" fmla="*/ 32789 w 35668"/>
                    <a:gd name="connsiteY6" fmla="*/ 57731 h 69599"/>
                    <a:gd name="connsiteX7" fmla="*/ 29863 w 35668"/>
                    <a:gd name="connsiteY7" fmla="*/ 63184 h 69599"/>
                    <a:gd name="connsiteX8" fmla="*/ 26582 w 35668"/>
                    <a:gd name="connsiteY8" fmla="*/ 66775 h 69599"/>
                    <a:gd name="connsiteX9" fmla="*/ 22770 w 35668"/>
                    <a:gd name="connsiteY9" fmla="*/ 68548 h 69599"/>
                    <a:gd name="connsiteX10" fmla="*/ 15145 w 35668"/>
                    <a:gd name="connsiteY10" fmla="*/ 69568 h 69599"/>
                    <a:gd name="connsiteX11" fmla="*/ 11066 w 35668"/>
                    <a:gd name="connsiteY11" fmla="*/ 67883 h 69599"/>
                    <a:gd name="connsiteX12" fmla="*/ 7830 w 35668"/>
                    <a:gd name="connsiteY12" fmla="*/ 61943 h 69599"/>
                    <a:gd name="connsiteX13" fmla="*/ 6589 w 35668"/>
                    <a:gd name="connsiteY13" fmla="*/ 53431 h 69599"/>
                    <a:gd name="connsiteX14" fmla="*/ 6633 w 35668"/>
                    <a:gd name="connsiteY14" fmla="*/ 51082 h 69599"/>
                    <a:gd name="connsiteX15" fmla="*/ 6722 w 35668"/>
                    <a:gd name="connsiteY15" fmla="*/ 48954 h 69599"/>
                    <a:gd name="connsiteX16" fmla="*/ 6988 w 35668"/>
                    <a:gd name="connsiteY16" fmla="*/ 45496 h 69599"/>
                    <a:gd name="connsiteX17" fmla="*/ 6988 w 35668"/>
                    <a:gd name="connsiteY17" fmla="*/ 35965 h 69599"/>
                    <a:gd name="connsiteX18" fmla="*/ 6101 w 35668"/>
                    <a:gd name="connsiteY18" fmla="*/ 31753 h 69599"/>
                    <a:gd name="connsiteX19" fmla="*/ 4638 w 35668"/>
                    <a:gd name="connsiteY19" fmla="*/ 28118 h 69599"/>
                    <a:gd name="connsiteX20" fmla="*/ 2732 w 35668"/>
                    <a:gd name="connsiteY20" fmla="*/ 23863 h 69599"/>
                    <a:gd name="connsiteX21" fmla="*/ 2023 w 35668"/>
                    <a:gd name="connsiteY21" fmla="*/ 21823 h 69599"/>
                    <a:gd name="connsiteX22" fmla="*/ 1314 w 35668"/>
                    <a:gd name="connsiteY22" fmla="*/ 19873 h 69599"/>
                    <a:gd name="connsiteX23" fmla="*/ 205 w 35668"/>
                    <a:gd name="connsiteY23" fmla="*/ 15617 h 69599"/>
                    <a:gd name="connsiteX24" fmla="*/ 294 w 35668"/>
                    <a:gd name="connsiteY24" fmla="*/ 11317 h 69599"/>
                    <a:gd name="connsiteX25" fmla="*/ 2644 w 35668"/>
                    <a:gd name="connsiteY25" fmla="*/ 3692 h 69599"/>
                    <a:gd name="connsiteX26" fmla="*/ 6013 w 35668"/>
                    <a:gd name="connsiteY26" fmla="*/ 544 h 69599"/>
                    <a:gd name="connsiteX27" fmla="*/ 13372 w 35668"/>
                    <a:gd name="connsiteY27" fmla="*/ 544 h 69599"/>
                    <a:gd name="connsiteX28" fmla="*/ 18071 w 35668"/>
                    <a:gd name="connsiteY28" fmla="*/ 2273 h 69599"/>
                    <a:gd name="connsiteX29" fmla="*/ 22770 w 35668"/>
                    <a:gd name="connsiteY29" fmla="*/ 5465 h 69599"/>
                    <a:gd name="connsiteX30" fmla="*/ 30350 w 35668"/>
                    <a:gd name="connsiteY30" fmla="*/ 15307 h 69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5668" h="69599">
                      <a:moveTo>
                        <a:pt x="30350" y="15307"/>
                      </a:moveTo>
                      <a:cubicBezTo>
                        <a:pt x="31902" y="18099"/>
                        <a:pt x="32611" y="20937"/>
                        <a:pt x="33587" y="23774"/>
                      </a:cubicBezTo>
                      <a:cubicBezTo>
                        <a:pt x="34340" y="26611"/>
                        <a:pt x="34872" y="29448"/>
                        <a:pt x="35271" y="32285"/>
                      </a:cubicBezTo>
                      <a:cubicBezTo>
                        <a:pt x="35848" y="37915"/>
                        <a:pt x="35803" y="43412"/>
                        <a:pt x="35094" y="48732"/>
                      </a:cubicBezTo>
                      <a:cubicBezTo>
                        <a:pt x="34828" y="50550"/>
                        <a:pt x="34473" y="52367"/>
                        <a:pt x="34030" y="54052"/>
                      </a:cubicBezTo>
                      <a:cubicBezTo>
                        <a:pt x="33808" y="55027"/>
                        <a:pt x="33631" y="55559"/>
                        <a:pt x="33409" y="56091"/>
                      </a:cubicBezTo>
                      <a:cubicBezTo>
                        <a:pt x="33187" y="56623"/>
                        <a:pt x="33010" y="57155"/>
                        <a:pt x="32789" y="57731"/>
                      </a:cubicBezTo>
                      <a:cubicBezTo>
                        <a:pt x="31769" y="59948"/>
                        <a:pt x="30927" y="61632"/>
                        <a:pt x="29863" y="63184"/>
                      </a:cubicBezTo>
                      <a:cubicBezTo>
                        <a:pt x="28710" y="64824"/>
                        <a:pt x="27868" y="65755"/>
                        <a:pt x="26582" y="66775"/>
                      </a:cubicBezTo>
                      <a:cubicBezTo>
                        <a:pt x="25341" y="67750"/>
                        <a:pt x="24100" y="68371"/>
                        <a:pt x="22770" y="68548"/>
                      </a:cubicBezTo>
                      <a:lnTo>
                        <a:pt x="15145" y="69568"/>
                      </a:lnTo>
                      <a:cubicBezTo>
                        <a:pt x="13726" y="69745"/>
                        <a:pt x="12308" y="69169"/>
                        <a:pt x="11066" y="67883"/>
                      </a:cubicBezTo>
                      <a:cubicBezTo>
                        <a:pt x="9870" y="66642"/>
                        <a:pt x="8451" y="64337"/>
                        <a:pt x="7830" y="61943"/>
                      </a:cubicBezTo>
                      <a:cubicBezTo>
                        <a:pt x="7077" y="59460"/>
                        <a:pt x="6545" y="56401"/>
                        <a:pt x="6589" y="53431"/>
                      </a:cubicBezTo>
                      <a:cubicBezTo>
                        <a:pt x="6589" y="52633"/>
                        <a:pt x="6633" y="51835"/>
                        <a:pt x="6633" y="51082"/>
                      </a:cubicBezTo>
                      <a:cubicBezTo>
                        <a:pt x="6678" y="50239"/>
                        <a:pt x="6722" y="49397"/>
                        <a:pt x="6722" y="48954"/>
                      </a:cubicBezTo>
                      <a:cubicBezTo>
                        <a:pt x="6722" y="47801"/>
                        <a:pt x="6811" y="46649"/>
                        <a:pt x="6988" y="45496"/>
                      </a:cubicBezTo>
                      <a:cubicBezTo>
                        <a:pt x="7387" y="42171"/>
                        <a:pt x="7298" y="38979"/>
                        <a:pt x="6988" y="35965"/>
                      </a:cubicBezTo>
                      <a:cubicBezTo>
                        <a:pt x="6722" y="34502"/>
                        <a:pt x="6412" y="33083"/>
                        <a:pt x="6101" y="31753"/>
                      </a:cubicBezTo>
                      <a:cubicBezTo>
                        <a:pt x="5525" y="30556"/>
                        <a:pt x="5348" y="29094"/>
                        <a:pt x="4638" y="28118"/>
                      </a:cubicBezTo>
                      <a:cubicBezTo>
                        <a:pt x="3885" y="26522"/>
                        <a:pt x="3220" y="25237"/>
                        <a:pt x="2732" y="23863"/>
                      </a:cubicBezTo>
                      <a:cubicBezTo>
                        <a:pt x="2422" y="23242"/>
                        <a:pt x="2200" y="22577"/>
                        <a:pt x="2023" y="21823"/>
                      </a:cubicBezTo>
                      <a:cubicBezTo>
                        <a:pt x="1757" y="21247"/>
                        <a:pt x="1491" y="20582"/>
                        <a:pt x="1314" y="19873"/>
                      </a:cubicBezTo>
                      <a:cubicBezTo>
                        <a:pt x="959" y="18321"/>
                        <a:pt x="383" y="17213"/>
                        <a:pt x="205" y="15617"/>
                      </a:cubicBezTo>
                      <a:cubicBezTo>
                        <a:pt x="-16" y="14065"/>
                        <a:pt x="-149" y="12691"/>
                        <a:pt x="294" y="11317"/>
                      </a:cubicBezTo>
                      <a:lnTo>
                        <a:pt x="2644" y="3692"/>
                      </a:lnTo>
                      <a:cubicBezTo>
                        <a:pt x="3042" y="2318"/>
                        <a:pt x="4195" y="1121"/>
                        <a:pt x="6013" y="544"/>
                      </a:cubicBezTo>
                      <a:cubicBezTo>
                        <a:pt x="7786" y="57"/>
                        <a:pt x="10490" y="-387"/>
                        <a:pt x="13372" y="544"/>
                      </a:cubicBezTo>
                      <a:cubicBezTo>
                        <a:pt x="14834" y="943"/>
                        <a:pt x="16431" y="1520"/>
                        <a:pt x="18071" y="2273"/>
                      </a:cubicBezTo>
                      <a:cubicBezTo>
                        <a:pt x="19578" y="3160"/>
                        <a:pt x="21174" y="4224"/>
                        <a:pt x="22770" y="5465"/>
                      </a:cubicBezTo>
                      <a:cubicBezTo>
                        <a:pt x="25696" y="7903"/>
                        <a:pt x="28577" y="11361"/>
                        <a:pt x="30350" y="15307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89" name="Forme libre : forme 24488">
                  <a:extLst>
                    <a:ext uri="{FF2B5EF4-FFF2-40B4-BE49-F238E27FC236}">
                      <a16:creationId xmlns:a16="http://schemas.microsoft.com/office/drawing/2014/main" id="{77F7A966-1B7A-4B82-BDF3-BDE0CBEB7945}"/>
                    </a:ext>
                  </a:extLst>
                </p:cNvPr>
                <p:cNvSpPr/>
                <p:nvPr/>
              </p:nvSpPr>
              <p:spPr>
                <a:xfrm>
                  <a:off x="6161787" y="1529601"/>
                  <a:ext cx="33142" cy="69061"/>
                </a:xfrm>
                <a:custGeom>
                  <a:avLst/>
                  <a:gdLst>
                    <a:gd name="connsiteX0" fmla="*/ 23717 w 33142"/>
                    <a:gd name="connsiteY0" fmla="*/ 42773 h 69061"/>
                    <a:gd name="connsiteX1" fmla="*/ 23230 w 33142"/>
                    <a:gd name="connsiteY1" fmla="*/ 51152 h 69061"/>
                    <a:gd name="connsiteX2" fmla="*/ 21412 w 33142"/>
                    <a:gd name="connsiteY2" fmla="*/ 58200 h 69061"/>
                    <a:gd name="connsiteX3" fmla="*/ 19240 w 33142"/>
                    <a:gd name="connsiteY3" fmla="*/ 64096 h 69061"/>
                    <a:gd name="connsiteX4" fmla="*/ 16979 w 33142"/>
                    <a:gd name="connsiteY4" fmla="*/ 69061 h 69061"/>
                    <a:gd name="connsiteX5" fmla="*/ 20259 w 33142"/>
                    <a:gd name="connsiteY5" fmla="*/ 68618 h 69061"/>
                    <a:gd name="connsiteX6" fmla="*/ 24072 w 33142"/>
                    <a:gd name="connsiteY6" fmla="*/ 66845 h 69061"/>
                    <a:gd name="connsiteX7" fmla="*/ 27352 w 33142"/>
                    <a:gd name="connsiteY7" fmla="*/ 63254 h 69061"/>
                    <a:gd name="connsiteX8" fmla="*/ 30278 w 33142"/>
                    <a:gd name="connsiteY8" fmla="*/ 57801 h 69061"/>
                    <a:gd name="connsiteX9" fmla="*/ 30899 w 33142"/>
                    <a:gd name="connsiteY9" fmla="*/ 56161 h 69061"/>
                    <a:gd name="connsiteX10" fmla="*/ 31519 w 33142"/>
                    <a:gd name="connsiteY10" fmla="*/ 54122 h 69061"/>
                    <a:gd name="connsiteX11" fmla="*/ 32583 w 33142"/>
                    <a:gd name="connsiteY11" fmla="*/ 48802 h 69061"/>
                    <a:gd name="connsiteX12" fmla="*/ 32761 w 33142"/>
                    <a:gd name="connsiteY12" fmla="*/ 32355 h 69061"/>
                    <a:gd name="connsiteX13" fmla="*/ 31076 w 33142"/>
                    <a:gd name="connsiteY13" fmla="*/ 23844 h 69061"/>
                    <a:gd name="connsiteX14" fmla="*/ 27840 w 33142"/>
                    <a:gd name="connsiteY14" fmla="*/ 15377 h 69061"/>
                    <a:gd name="connsiteX15" fmla="*/ 20215 w 33142"/>
                    <a:gd name="connsiteY15" fmla="*/ 5447 h 69061"/>
                    <a:gd name="connsiteX16" fmla="*/ 15516 w 33142"/>
                    <a:gd name="connsiteY16" fmla="*/ 2255 h 69061"/>
                    <a:gd name="connsiteX17" fmla="*/ 10817 w 33142"/>
                    <a:gd name="connsiteY17" fmla="*/ 526 h 69061"/>
                    <a:gd name="connsiteX18" fmla="*/ 3458 w 33142"/>
                    <a:gd name="connsiteY18" fmla="*/ 526 h 69061"/>
                    <a:gd name="connsiteX19" fmla="*/ 89 w 33142"/>
                    <a:gd name="connsiteY19" fmla="*/ 3673 h 69061"/>
                    <a:gd name="connsiteX20" fmla="*/ 0 w 33142"/>
                    <a:gd name="connsiteY20" fmla="*/ 3939 h 69061"/>
                    <a:gd name="connsiteX21" fmla="*/ 5896 w 33142"/>
                    <a:gd name="connsiteY21" fmla="*/ 6333 h 69061"/>
                    <a:gd name="connsiteX22" fmla="*/ 10994 w 33142"/>
                    <a:gd name="connsiteY22" fmla="*/ 10057 h 69061"/>
                    <a:gd name="connsiteX23" fmla="*/ 15117 w 33142"/>
                    <a:gd name="connsiteY23" fmla="*/ 14667 h 69061"/>
                    <a:gd name="connsiteX24" fmla="*/ 16890 w 33142"/>
                    <a:gd name="connsiteY24" fmla="*/ 17150 h 69061"/>
                    <a:gd name="connsiteX25" fmla="*/ 18264 w 33142"/>
                    <a:gd name="connsiteY25" fmla="*/ 19854 h 69061"/>
                    <a:gd name="connsiteX26" fmla="*/ 20569 w 33142"/>
                    <a:gd name="connsiteY26" fmla="*/ 25395 h 69061"/>
                    <a:gd name="connsiteX27" fmla="*/ 22166 w 33142"/>
                    <a:gd name="connsiteY27" fmla="*/ 31114 h 69061"/>
                    <a:gd name="connsiteX28" fmla="*/ 23185 w 33142"/>
                    <a:gd name="connsiteY28" fmla="*/ 36922 h 69061"/>
                    <a:gd name="connsiteX29" fmla="*/ 23717 w 33142"/>
                    <a:gd name="connsiteY29" fmla="*/ 42773 h 69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3142" h="69061">
                      <a:moveTo>
                        <a:pt x="23717" y="42773"/>
                      </a:moveTo>
                      <a:cubicBezTo>
                        <a:pt x="24027" y="45610"/>
                        <a:pt x="23717" y="48448"/>
                        <a:pt x="23230" y="51152"/>
                      </a:cubicBezTo>
                      <a:cubicBezTo>
                        <a:pt x="22742" y="54033"/>
                        <a:pt x="22166" y="55984"/>
                        <a:pt x="21412" y="58200"/>
                      </a:cubicBezTo>
                      <a:cubicBezTo>
                        <a:pt x="20658" y="60328"/>
                        <a:pt x="20126" y="62279"/>
                        <a:pt x="19240" y="64096"/>
                      </a:cubicBezTo>
                      <a:cubicBezTo>
                        <a:pt x="18619" y="65870"/>
                        <a:pt x="17777" y="67554"/>
                        <a:pt x="16979" y="69061"/>
                      </a:cubicBezTo>
                      <a:lnTo>
                        <a:pt x="20259" y="68618"/>
                      </a:lnTo>
                      <a:cubicBezTo>
                        <a:pt x="21633" y="68441"/>
                        <a:pt x="22875" y="67820"/>
                        <a:pt x="24072" y="66845"/>
                      </a:cubicBezTo>
                      <a:cubicBezTo>
                        <a:pt x="25313" y="65825"/>
                        <a:pt x="26155" y="64894"/>
                        <a:pt x="27352" y="63254"/>
                      </a:cubicBezTo>
                      <a:cubicBezTo>
                        <a:pt x="28416" y="61747"/>
                        <a:pt x="29258" y="60018"/>
                        <a:pt x="30278" y="57801"/>
                      </a:cubicBezTo>
                      <a:cubicBezTo>
                        <a:pt x="30500" y="57225"/>
                        <a:pt x="30721" y="56693"/>
                        <a:pt x="30899" y="56161"/>
                      </a:cubicBezTo>
                      <a:cubicBezTo>
                        <a:pt x="31076" y="55629"/>
                        <a:pt x="31298" y="55097"/>
                        <a:pt x="31519" y="54122"/>
                      </a:cubicBezTo>
                      <a:cubicBezTo>
                        <a:pt x="31918" y="52437"/>
                        <a:pt x="32273" y="50620"/>
                        <a:pt x="32583" y="48802"/>
                      </a:cubicBezTo>
                      <a:cubicBezTo>
                        <a:pt x="33248" y="43527"/>
                        <a:pt x="33337" y="37985"/>
                        <a:pt x="32761" y="32355"/>
                      </a:cubicBezTo>
                      <a:cubicBezTo>
                        <a:pt x="32362" y="29518"/>
                        <a:pt x="31830" y="26681"/>
                        <a:pt x="31076" y="23844"/>
                      </a:cubicBezTo>
                      <a:cubicBezTo>
                        <a:pt x="30056" y="21007"/>
                        <a:pt x="29391" y="18125"/>
                        <a:pt x="27840" y="15377"/>
                      </a:cubicBezTo>
                      <a:cubicBezTo>
                        <a:pt x="26022" y="11431"/>
                        <a:pt x="23185" y="8018"/>
                        <a:pt x="20215" y="5447"/>
                      </a:cubicBezTo>
                      <a:cubicBezTo>
                        <a:pt x="18619" y="4205"/>
                        <a:pt x="17023" y="3141"/>
                        <a:pt x="15516" y="2255"/>
                      </a:cubicBezTo>
                      <a:cubicBezTo>
                        <a:pt x="13875" y="1501"/>
                        <a:pt x="12280" y="925"/>
                        <a:pt x="10817" y="526"/>
                      </a:cubicBezTo>
                      <a:cubicBezTo>
                        <a:pt x="7935" y="-361"/>
                        <a:pt x="5231" y="38"/>
                        <a:pt x="3458" y="526"/>
                      </a:cubicBezTo>
                      <a:cubicBezTo>
                        <a:pt x="1640" y="1058"/>
                        <a:pt x="532" y="2299"/>
                        <a:pt x="89" y="3673"/>
                      </a:cubicBezTo>
                      <a:lnTo>
                        <a:pt x="0" y="3939"/>
                      </a:lnTo>
                      <a:cubicBezTo>
                        <a:pt x="2039" y="4471"/>
                        <a:pt x="3990" y="5402"/>
                        <a:pt x="5896" y="6333"/>
                      </a:cubicBezTo>
                      <a:cubicBezTo>
                        <a:pt x="7625" y="7574"/>
                        <a:pt x="9576" y="8505"/>
                        <a:pt x="10994" y="10057"/>
                      </a:cubicBezTo>
                      <a:cubicBezTo>
                        <a:pt x="12501" y="11476"/>
                        <a:pt x="14009" y="12938"/>
                        <a:pt x="15117" y="14667"/>
                      </a:cubicBezTo>
                      <a:cubicBezTo>
                        <a:pt x="15693" y="15510"/>
                        <a:pt x="16358" y="16308"/>
                        <a:pt x="16890" y="17150"/>
                      </a:cubicBezTo>
                      <a:lnTo>
                        <a:pt x="18264" y="19854"/>
                      </a:lnTo>
                      <a:cubicBezTo>
                        <a:pt x="19284" y="21627"/>
                        <a:pt x="19905" y="23489"/>
                        <a:pt x="20569" y="25395"/>
                      </a:cubicBezTo>
                      <a:cubicBezTo>
                        <a:pt x="21323" y="27257"/>
                        <a:pt x="21678" y="29164"/>
                        <a:pt x="22166" y="31114"/>
                      </a:cubicBezTo>
                      <a:cubicBezTo>
                        <a:pt x="22698" y="33020"/>
                        <a:pt x="22875" y="34971"/>
                        <a:pt x="23185" y="36922"/>
                      </a:cubicBezTo>
                      <a:cubicBezTo>
                        <a:pt x="23451" y="38828"/>
                        <a:pt x="23584" y="40778"/>
                        <a:pt x="23717" y="42773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90" name="Forme libre : forme 24489">
                  <a:extLst>
                    <a:ext uri="{FF2B5EF4-FFF2-40B4-BE49-F238E27FC236}">
                      <a16:creationId xmlns:a16="http://schemas.microsoft.com/office/drawing/2014/main" id="{17058C3C-5D24-48E8-9617-6F7C322ACAD3}"/>
                    </a:ext>
                  </a:extLst>
                </p:cNvPr>
                <p:cNvSpPr/>
                <p:nvPr/>
              </p:nvSpPr>
              <p:spPr>
                <a:xfrm>
                  <a:off x="6172172" y="1544043"/>
                  <a:ext cx="13926" cy="31092"/>
                </a:xfrm>
                <a:custGeom>
                  <a:avLst/>
                  <a:gdLst>
                    <a:gd name="connsiteX0" fmla="*/ 919 w 13926"/>
                    <a:gd name="connsiteY0" fmla="*/ 447 h 31092"/>
                    <a:gd name="connsiteX1" fmla="*/ 6993 w 13926"/>
                    <a:gd name="connsiteY1" fmla="*/ 2309 h 31092"/>
                    <a:gd name="connsiteX2" fmla="*/ 10672 w 13926"/>
                    <a:gd name="connsiteY2" fmla="*/ 7008 h 31092"/>
                    <a:gd name="connsiteX3" fmla="*/ 13199 w 13926"/>
                    <a:gd name="connsiteY3" fmla="*/ 13746 h 31092"/>
                    <a:gd name="connsiteX4" fmla="*/ 13864 w 13926"/>
                    <a:gd name="connsiteY4" fmla="*/ 20751 h 31092"/>
                    <a:gd name="connsiteX5" fmla="*/ 12933 w 13926"/>
                    <a:gd name="connsiteY5" fmla="*/ 26381 h 31092"/>
                    <a:gd name="connsiteX6" fmla="*/ 8943 w 13926"/>
                    <a:gd name="connsiteY6" fmla="*/ 31080 h 31092"/>
                    <a:gd name="connsiteX7" fmla="*/ 5352 w 13926"/>
                    <a:gd name="connsiteY7" fmla="*/ 26292 h 31092"/>
                    <a:gd name="connsiteX8" fmla="*/ 3978 w 13926"/>
                    <a:gd name="connsiteY8" fmla="*/ 21637 h 31092"/>
                    <a:gd name="connsiteX9" fmla="*/ 2692 w 13926"/>
                    <a:gd name="connsiteY9" fmla="*/ 16185 h 31092"/>
                    <a:gd name="connsiteX10" fmla="*/ 1451 w 13926"/>
                    <a:gd name="connsiteY10" fmla="*/ 10820 h 31092"/>
                    <a:gd name="connsiteX11" fmla="*/ 432 w 13926"/>
                    <a:gd name="connsiteY11" fmla="*/ 6254 h 31092"/>
                    <a:gd name="connsiteX12" fmla="*/ 919 w 13926"/>
                    <a:gd name="connsiteY12" fmla="*/ 447 h 31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926" h="31092">
                      <a:moveTo>
                        <a:pt x="919" y="447"/>
                      </a:moveTo>
                      <a:cubicBezTo>
                        <a:pt x="2028" y="-528"/>
                        <a:pt x="4244" y="92"/>
                        <a:pt x="6993" y="2309"/>
                      </a:cubicBezTo>
                      <a:cubicBezTo>
                        <a:pt x="8145" y="3506"/>
                        <a:pt x="9475" y="5102"/>
                        <a:pt x="10672" y="7008"/>
                      </a:cubicBezTo>
                      <a:cubicBezTo>
                        <a:pt x="11559" y="9003"/>
                        <a:pt x="12756" y="11264"/>
                        <a:pt x="13199" y="13746"/>
                      </a:cubicBezTo>
                      <a:cubicBezTo>
                        <a:pt x="13687" y="16229"/>
                        <a:pt x="14086" y="18623"/>
                        <a:pt x="13864" y="20751"/>
                      </a:cubicBezTo>
                      <a:cubicBezTo>
                        <a:pt x="13687" y="22923"/>
                        <a:pt x="13598" y="24829"/>
                        <a:pt x="12933" y="26381"/>
                      </a:cubicBezTo>
                      <a:cubicBezTo>
                        <a:pt x="11825" y="29528"/>
                        <a:pt x="10406" y="31257"/>
                        <a:pt x="8943" y="31080"/>
                      </a:cubicBezTo>
                      <a:cubicBezTo>
                        <a:pt x="7480" y="30947"/>
                        <a:pt x="6195" y="29041"/>
                        <a:pt x="5352" y="26292"/>
                      </a:cubicBezTo>
                      <a:cubicBezTo>
                        <a:pt x="4998" y="24918"/>
                        <a:pt x="4333" y="23366"/>
                        <a:pt x="3978" y="21637"/>
                      </a:cubicBezTo>
                      <a:cubicBezTo>
                        <a:pt x="3668" y="19908"/>
                        <a:pt x="3047" y="18135"/>
                        <a:pt x="2692" y="16185"/>
                      </a:cubicBezTo>
                      <a:cubicBezTo>
                        <a:pt x="2338" y="14234"/>
                        <a:pt x="1673" y="12549"/>
                        <a:pt x="1451" y="10820"/>
                      </a:cubicBezTo>
                      <a:cubicBezTo>
                        <a:pt x="1008" y="9225"/>
                        <a:pt x="609" y="7717"/>
                        <a:pt x="432" y="6254"/>
                      </a:cubicBezTo>
                      <a:cubicBezTo>
                        <a:pt x="-189" y="3728"/>
                        <a:pt x="-233" y="1467"/>
                        <a:pt x="919" y="447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91" name="Forme libre : forme 24490">
                  <a:extLst>
                    <a:ext uri="{FF2B5EF4-FFF2-40B4-BE49-F238E27FC236}">
                      <a16:creationId xmlns:a16="http://schemas.microsoft.com/office/drawing/2014/main" id="{626F5EC0-8C79-4371-B9C2-4B267BBAB049}"/>
                    </a:ext>
                  </a:extLst>
                </p:cNvPr>
                <p:cNvSpPr/>
                <p:nvPr/>
              </p:nvSpPr>
              <p:spPr>
                <a:xfrm>
                  <a:off x="6176904" y="1550165"/>
                  <a:ext cx="9283" cy="25009"/>
                </a:xfrm>
                <a:custGeom>
                  <a:avLst/>
                  <a:gdLst>
                    <a:gd name="connsiteX0" fmla="*/ 0 w 9283"/>
                    <a:gd name="connsiteY0" fmla="*/ 18043 h 25009"/>
                    <a:gd name="connsiteX1" fmla="*/ 1817 w 9283"/>
                    <a:gd name="connsiteY1" fmla="*/ 22919 h 25009"/>
                    <a:gd name="connsiteX2" fmla="*/ 4300 w 9283"/>
                    <a:gd name="connsiteY2" fmla="*/ 25003 h 25009"/>
                    <a:gd name="connsiteX3" fmla="*/ 8290 w 9283"/>
                    <a:gd name="connsiteY3" fmla="*/ 20304 h 25009"/>
                    <a:gd name="connsiteX4" fmla="*/ 9221 w 9283"/>
                    <a:gd name="connsiteY4" fmla="*/ 14674 h 25009"/>
                    <a:gd name="connsiteX5" fmla="*/ 8556 w 9283"/>
                    <a:gd name="connsiteY5" fmla="*/ 7669 h 25009"/>
                    <a:gd name="connsiteX6" fmla="*/ 7226 w 9283"/>
                    <a:gd name="connsiteY6" fmla="*/ 3547 h 25009"/>
                    <a:gd name="connsiteX7" fmla="*/ 5408 w 9283"/>
                    <a:gd name="connsiteY7" fmla="*/ 0 h 25009"/>
                    <a:gd name="connsiteX8" fmla="*/ 6650 w 9283"/>
                    <a:gd name="connsiteY8" fmla="*/ 4389 h 25009"/>
                    <a:gd name="connsiteX9" fmla="*/ 6472 w 9283"/>
                    <a:gd name="connsiteY9" fmla="*/ 10107 h 25009"/>
                    <a:gd name="connsiteX10" fmla="*/ 5009 w 9283"/>
                    <a:gd name="connsiteY10" fmla="*/ 14585 h 25009"/>
                    <a:gd name="connsiteX11" fmla="*/ 0 w 9283"/>
                    <a:gd name="connsiteY11" fmla="*/ 18043 h 25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83" h="25009">
                      <a:moveTo>
                        <a:pt x="0" y="18043"/>
                      </a:moveTo>
                      <a:cubicBezTo>
                        <a:pt x="665" y="19993"/>
                        <a:pt x="1064" y="21678"/>
                        <a:pt x="1817" y="22919"/>
                      </a:cubicBezTo>
                      <a:cubicBezTo>
                        <a:pt x="2527" y="24160"/>
                        <a:pt x="3369" y="24914"/>
                        <a:pt x="4300" y="25003"/>
                      </a:cubicBezTo>
                      <a:cubicBezTo>
                        <a:pt x="5763" y="25136"/>
                        <a:pt x="7182" y="23407"/>
                        <a:pt x="8290" y="20304"/>
                      </a:cubicBezTo>
                      <a:cubicBezTo>
                        <a:pt x="8955" y="18752"/>
                        <a:pt x="9043" y="16801"/>
                        <a:pt x="9221" y="14674"/>
                      </a:cubicBezTo>
                      <a:cubicBezTo>
                        <a:pt x="9443" y="12501"/>
                        <a:pt x="9043" y="10107"/>
                        <a:pt x="8556" y="7669"/>
                      </a:cubicBezTo>
                      <a:cubicBezTo>
                        <a:pt x="8334" y="6206"/>
                        <a:pt x="7758" y="4832"/>
                        <a:pt x="7226" y="3547"/>
                      </a:cubicBezTo>
                      <a:cubicBezTo>
                        <a:pt x="6650" y="2261"/>
                        <a:pt x="6206" y="1020"/>
                        <a:pt x="5408" y="0"/>
                      </a:cubicBezTo>
                      <a:cubicBezTo>
                        <a:pt x="6073" y="1419"/>
                        <a:pt x="6339" y="2926"/>
                        <a:pt x="6650" y="4389"/>
                      </a:cubicBezTo>
                      <a:cubicBezTo>
                        <a:pt x="7004" y="6428"/>
                        <a:pt x="6738" y="8379"/>
                        <a:pt x="6472" y="10107"/>
                      </a:cubicBezTo>
                      <a:cubicBezTo>
                        <a:pt x="6206" y="11836"/>
                        <a:pt x="5763" y="13344"/>
                        <a:pt x="5009" y="14585"/>
                      </a:cubicBezTo>
                      <a:cubicBezTo>
                        <a:pt x="3546" y="16979"/>
                        <a:pt x="1817" y="18220"/>
                        <a:pt x="0" y="18043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92" name="Forme libre : forme 24491">
                  <a:extLst>
                    <a:ext uri="{FF2B5EF4-FFF2-40B4-BE49-F238E27FC236}">
                      <a16:creationId xmlns:a16="http://schemas.microsoft.com/office/drawing/2014/main" id="{27005D09-7DC3-4792-894D-656585B4AD7B}"/>
                    </a:ext>
                  </a:extLst>
                </p:cNvPr>
                <p:cNvSpPr/>
                <p:nvPr/>
              </p:nvSpPr>
              <p:spPr>
                <a:xfrm>
                  <a:off x="6172138" y="1541949"/>
                  <a:ext cx="15005" cy="31669"/>
                </a:xfrm>
                <a:custGeom>
                  <a:avLst/>
                  <a:gdLst>
                    <a:gd name="connsiteX0" fmla="*/ 642 w 15005"/>
                    <a:gd name="connsiteY0" fmla="*/ 546 h 31669"/>
                    <a:gd name="connsiteX1" fmla="*/ 3214 w 15005"/>
                    <a:gd name="connsiteY1" fmla="*/ 103 h 31669"/>
                    <a:gd name="connsiteX2" fmla="*/ 6982 w 15005"/>
                    <a:gd name="connsiteY2" fmla="*/ 2230 h 31669"/>
                    <a:gd name="connsiteX3" fmla="*/ 11016 w 15005"/>
                    <a:gd name="connsiteY3" fmla="*/ 6930 h 31669"/>
                    <a:gd name="connsiteX4" fmla="*/ 14030 w 15005"/>
                    <a:gd name="connsiteY4" fmla="*/ 13757 h 31669"/>
                    <a:gd name="connsiteX5" fmla="*/ 15006 w 15005"/>
                    <a:gd name="connsiteY5" fmla="*/ 20938 h 31669"/>
                    <a:gd name="connsiteX6" fmla="*/ 14252 w 15005"/>
                    <a:gd name="connsiteY6" fmla="*/ 26745 h 31669"/>
                    <a:gd name="connsiteX7" fmla="*/ 10307 w 15005"/>
                    <a:gd name="connsiteY7" fmla="*/ 31666 h 31669"/>
                    <a:gd name="connsiteX8" fmla="*/ 6671 w 15005"/>
                    <a:gd name="connsiteY8" fmla="*/ 26923 h 31669"/>
                    <a:gd name="connsiteX9" fmla="*/ 5164 w 15005"/>
                    <a:gd name="connsiteY9" fmla="*/ 22179 h 31669"/>
                    <a:gd name="connsiteX10" fmla="*/ 3613 w 15005"/>
                    <a:gd name="connsiteY10" fmla="*/ 16638 h 31669"/>
                    <a:gd name="connsiteX11" fmla="*/ 1972 w 15005"/>
                    <a:gd name="connsiteY11" fmla="*/ 11230 h 31669"/>
                    <a:gd name="connsiteX12" fmla="*/ 642 w 15005"/>
                    <a:gd name="connsiteY12" fmla="*/ 6619 h 31669"/>
                    <a:gd name="connsiteX13" fmla="*/ 22 w 15005"/>
                    <a:gd name="connsiteY13" fmla="*/ 2896 h 31669"/>
                    <a:gd name="connsiteX14" fmla="*/ 642 w 15005"/>
                    <a:gd name="connsiteY14" fmla="*/ 546 h 31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5005" h="31669">
                      <a:moveTo>
                        <a:pt x="642" y="546"/>
                      </a:moveTo>
                      <a:cubicBezTo>
                        <a:pt x="1174" y="14"/>
                        <a:pt x="2061" y="-119"/>
                        <a:pt x="3214" y="103"/>
                      </a:cubicBezTo>
                      <a:cubicBezTo>
                        <a:pt x="4322" y="369"/>
                        <a:pt x="5563" y="1122"/>
                        <a:pt x="6982" y="2230"/>
                      </a:cubicBezTo>
                      <a:cubicBezTo>
                        <a:pt x="8489" y="3294"/>
                        <a:pt x="9686" y="4979"/>
                        <a:pt x="11016" y="6930"/>
                      </a:cubicBezTo>
                      <a:cubicBezTo>
                        <a:pt x="12434" y="8836"/>
                        <a:pt x="13099" y="11274"/>
                        <a:pt x="14030" y="13757"/>
                      </a:cubicBezTo>
                      <a:cubicBezTo>
                        <a:pt x="14607" y="16283"/>
                        <a:pt x="14961" y="18766"/>
                        <a:pt x="15006" y="20938"/>
                      </a:cubicBezTo>
                      <a:cubicBezTo>
                        <a:pt x="14917" y="23155"/>
                        <a:pt x="14651" y="25105"/>
                        <a:pt x="14252" y="26745"/>
                      </a:cubicBezTo>
                      <a:cubicBezTo>
                        <a:pt x="13232" y="29982"/>
                        <a:pt x="11725" y="31755"/>
                        <a:pt x="10307" y="31666"/>
                      </a:cubicBezTo>
                      <a:cubicBezTo>
                        <a:pt x="8799" y="31578"/>
                        <a:pt x="7602" y="29671"/>
                        <a:pt x="6671" y="26923"/>
                      </a:cubicBezTo>
                      <a:cubicBezTo>
                        <a:pt x="6095" y="25549"/>
                        <a:pt x="5563" y="23953"/>
                        <a:pt x="5164" y="22179"/>
                      </a:cubicBezTo>
                      <a:cubicBezTo>
                        <a:pt x="4632" y="20451"/>
                        <a:pt x="4056" y="18589"/>
                        <a:pt x="3613" y="16638"/>
                      </a:cubicBezTo>
                      <a:cubicBezTo>
                        <a:pt x="2859" y="14776"/>
                        <a:pt x="2637" y="12826"/>
                        <a:pt x="1972" y="11230"/>
                      </a:cubicBezTo>
                      <a:cubicBezTo>
                        <a:pt x="1396" y="9589"/>
                        <a:pt x="1130" y="7905"/>
                        <a:pt x="642" y="6619"/>
                      </a:cubicBezTo>
                      <a:cubicBezTo>
                        <a:pt x="243" y="5245"/>
                        <a:pt x="66" y="3959"/>
                        <a:pt x="22" y="2896"/>
                      </a:cubicBezTo>
                      <a:cubicBezTo>
                        <a:pt x="-67" y="1876"/>
                        <a:pt x="110" y="1078"/>
                        <a:pt x="642" y="54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93" name="Forme libre : forme 24492">
                  <a:extLst>
                    <a:ext uri="{FF2B5EF4-FFF2-40B4-BE49-F238E27FC236}">
                      <a16:creationId xmlns:a16="http://schemas.microsoft.com/office/drawing/2014/main" id="{A35C8456-E27C-41A2-80C8-E844D8045981}"/>
                    </a:ext>
                  </a:extLst>
                </p:cNvPr>
                <p:cNvSpPr/>
                <p:nvPr/>
              </p:nvSpPr>
              <p:spPr>
                <a:xfrm>
                  <a:off x="6171672" y="1545928"/>
                  <a:ext cx="21004" cy="43044"/>
                </a:xfrm>
                <a:custGeom>
                  <a:avLst/>
                  <a:gdLst>
                    <a:gd name="connsiteX0" fmla="*/ 8068 w 21004"/>
                    <a:gd name="connsiteY0" fmla="*/ 42761 h 43044"/>
                    <a:gd name="connsiteX1" fmla="*/ 13122 w 21004"/>
                    <a:gd name="connsiteY1" fmla="*/ 42362 h 43044"/>
                    <a:gd name="connsiteX2" fmla="*/ 17644 w 21004"/>
                    <a:gd name="connsiteY2" fmla="*/ 36953 h 43044"/>
                    <a:gd name="connsiteX3" fmla="*/ 20702 w 21004"/>
                    <a:gd name="connsiteY3" fmla="*/ 25826 h 43044"/>
                    <a:gd name="connsiteX4" fmla="*/ 20525 w 21004"/>
                    <a:gd name="connsiteY4" fmla="*/ 15187 h 43044"/>
                    <a:gd name="connsiteX5" fmla="*/ 16979 w 21004"/>
                    <a:gd name="connsiteY5" fmla="*/ 5212 h 43044"/>
                    <a:gd name="connsiteX6" fmla="*/ 12679 w 21004"/>
                    <a:gd name="connsiteY6" fmla="*/ 513 h 43044"/>
                    <a:gd name="connsiteX7" fmla="*/ 9841 w 21004"/>
                    <a:gd name="connsiteY7" fmla="*/ 1090 h 43044"/>
                    <a:gd name="connsiteX8" fmla="*/ 10107 w 21004"/>
                    <a:gd name="connsiteY8" fmla="*/ 7961 h 43044"/>
                    <a:gd name="connsiteX9" fmla="*/ 6827 w 21004"/>
                    <a:gd name="connsiteY9" fmla="*/ 22634 h 43044"/>
                    <a:gd name="connsiteX10" fmla="*/ 2748 w 21004"/>
                    <a:gd name="connsiteY10" fmla="*/ 28708 h 43044"/>
                    <a:gd name="connsiteX11" fmla="*/ 754 w 21004"/>
                    <a:gd name="connsiteY11" fmla="*/ 32432 h 43044"/>
                    <a:gd name="connsiteX12" fmla="*/ 222 w 21004"/>
                    <a:gd name="connsiteY12" fmla="*/ 34471 h 43044"/>
                    <a:gd name="connsiteX13" fmla="*/ 0 w 21004"/>
                    <a:gd name="connsiteY13" fmla="*/ 37131 h 43044"/>
                    <a:gd name="connsiteX14" fmla="*/ 8068 w 21004"/>
                    <a:gd name="connsiteY14" fmla="*/ 42761 h 43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1004" h="43044">
                      <a:moveTo>
                        <a:pt x="8068" y="42761"/>
                      </a:moveTo>
                      <a:cubicBezTo>
                        <a:pt x="9708" y="43071"/>
                        <a:pt x="11349" y="43337"/>
                        <a:pt x="13122" y="42362"/>
                      </a:cubicBezTo>
                      <a:cubicBezTo>
                        <a:pt x="14806" y="41342"/>
                        <a:pt x="16269" y="39791"/>
                        <a:pt x="17644" y="36953"/>
                      </a:cubicBezTo>
                      <a:cubicBezTo>
                        <a:pt x="19062" y="33850"/>
                        <a:pt x="20304" y="29949"/>
                        <a:pt x="20702" y="25826"/>
                      </a:cubicBezTo>
                      <a:cubicBezTo>
                        <a:pt x="21279" y="22501"/>
                        <a:pt x="20924" y="18733"/>
                        <a:pt x="20525" y="15187"/>
                      </a:cubicBezTo>
                      <a:cubicBezTo>
                        <a:pt x="19816" y="11596"/>
                        <a:pt x="18796" y="8138"/>
                        <a:pt x="16979" y="5212"/>
                      </a:cubicBezTo>
                      <a:cubicBezTo>
                        <a:pt x="15826" y="3040"/>
                        <a:pt x="14053" y="1311"/>
                        <a:pt x="12679" y="513"/>
                      </a:cubicBezTo>
                      <a:cubicBezTo>
                        <a:pt x="11260" y="-285"/>
                        <a:pt x="10196" y="-196"/>
                        <a:pt x="9841" y="1090"/>
                      </a:cubicBezTo>
                      <a:cubicBezTo>
                        <a:pt x="9354" y="2685"/>
                        <a:pt x="10107" y="5434"/>
                        <a:pt x="10107" y="7961"/>
                      </a:cubicBezTo>
                      <a:cubicBezTo>
                        <a:pt x="10595" y="13901"/>
                        <a:pt x="8866" y="18955"/>
                        <a:pt x="6827" y="22634"/>
                      </a:cubicBezTo>
                      <a:cubicBezTo>
                        <a:pt x="5940" y="24230"/>
                        <a:pt x="4034" y="26358"/>
                        <a:pt x="2748" y="28708"/>
                      </a:cubicBezTo>
                      <a:cubicBezTo>
                        <a:pt x="1995" y="29860"/>
                        <a:pt x="1197" y="31102"/>
                        <a:pt x="754" y="32432"/>
                      </a:cubicBezTo>
                      <a:cubicBezTo>
                        <a:pt x="532" y="33097"/>
                        <a:pt x="310" y="33761"/>
                        <a:pt x="222" y="34471"/>
                      </a:cubicBezTo>
                      <a:cubicBezTo>
                        <a:pt x="89" y="35313"/>
                        <a:pt x="0" y="36244"/>
                        <a:pt x="0" y="37131"/>
                      </a:cubicBezTo>
                      <a:cubicBezTo>
                        <a:pt x="0" y="43825"/>
                        <a:pt x="5852" y="42273"/>
                        <a:pt x="8068" y="4276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94" name="Forme libre : forme 24493">
                  <a:extLst>
                    <a:ext uri="{FF2B5EF4-FFF2-40B4-BE49-F238E27FC236}">
                      <a16:creationId xmlns:a16="http://schemas.microsoft.com/office/drawing/2014/main" id="{3CEAD9F3-95ED-4BB9-A2CE-162A1FFA345D}"/>
                    </a:ext>
                  </a:extLst>
                </p:cNvPr>
                <p:cNvSpPr/>
                <p:nvPr/>
              </p:nvSpPr>
              <p:spPr>
                <a:xfrm>
                  <a:off x="6172812" y="1569051"/>
                  <a:ext cx="4720" cy="12246"/>
                </a:xfrm>
                <a:custGeom>
                  <a:avLst/>
                  <a:gdLst>
                    <a:gd name="connsiteX0" fmla="*/ 2274 w 4720"/>
                    <a:gd name="connsiteY0" fmla="*/ 11303 h 12246"/>
                    <a:gd name="connsiteX1" fmla="*/ 3294 w 4720"/>
                    <a:gd name="connsiteY1" fmla="*/ 12234 h 12246"/>
                    <a:gd name="connsiteX2" fmla="*/ 4446 w 4720"/>
                    <a:gd name="connsiteY2" fmla="*/ 11258 h 12246"/>
                    <a:gd name="connsiteX3" fmla="*/ 4712 w 4720"/>
                    <a:gd name="connsiteY3" fmla="*/ 9042 h 12246"/>
                    <a:gd name="connsiteX4" fmla="*/ 4136 w 4720"/>
                    <a:gd name="connsiteY4" fmla="*/ 3589 h 12246"/>
                    <a:gd name="connsiteX5" fmla="*/ 3515 w 4720"/>
                    <a:gd name="connsiteY5" fmla="*/ 1638 h 12246"/>
                    <a:gd name="connsiteX6" fmla="*/ 13 w 4720"/>
                    <a:gd name="connsiteY6" fmla="*/ 3057 h 12246"/>
                    <a:gd name="connsiteX7" fmla="*/ 2274 w 4720"/>
                    <a:gd name="connsiteY7" fmla="*/ 11303 h 1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20" h="12246">
                      <a:moveTo>
                        <a:pt x="2274" y="11303"/>
                      </a:moveTo>
                      <a:cubicBezTo>
                        <a:pt x="2584" y="11746"/>
                        <a:pt x="2895" y="12145"/>
                        <a:pt x="3294" y="12234"/>
                      </a:cubicBezTo>
                      <a:cubicBezTo>
                        <a:pt x="3693" y="12322"/>
                        <a:pt x="4181" y="11968"/>
                        <a:pt x="4446" y="11258"/>
                      </a:cubicBezTo>
                      <a:cubicBezTo>
                        <a:pt x="4712" y="10593"/>
                        <a:pt x="4712" y="9751"/>
                        <a:pt x="4712" y="9042"/>
                      </a:cubicBezTo>
                      <a:cubicBezTo>
                        <a:pt x="4757" y="7135"/>
                        <a:pt x="4624" y="5318"/>
                        <a:pt x="4136" y="3589"/>
                      </a:cubicBezTo>
                      <a:cubicBezTo>
                        <a:pt x="3959" y="2880"/>
                        <a:pt x="3781" y="2215"/>
                        <a:pt x="3515" y="1638"/>
                      </a:cubicBezTo>
                      <a:cubicBezTo>
                        <a:pt x="2407" y="-623"/>
                        <a:pt x="-208" y="-888"/>
                        <a:pt x="13" y="3057"/>
                      </a:cubicBezTo>
                      <a:cubicBezTo>
                        <a:pt x="324" y="6160"/>
                        <a:pt x="989" y="9441"/>
                        <a:pt x="2274" y="1130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95" name="Forme libre : forme 24494">
                  <a:extLst>
                    <a:ext uri="{FF2B5EF4-FFF2-40B4-BE49-F238E27FC236}">
                      <a16:creationId xmlns:a16="http://schemas.microsoft.com/office/drawing/2014/main" id="{7A283600-3B59-46DC-BAE0-2E8A36C38EED}"/>
                    </a:ext>
                  </a:extLst>
                </p:cNvPr>
                <p:cNvSpPr/>
                <p:nvPr/>
              </p:nvSpPr>
              <p:spPr>
                <a:xfrm>
                  <a:off x="6163693" y="1531923"/>
                  <a:ext cx="25046" cy="12788"/>
                </a:xfrm>
                <a:custGeom>
                  <a:avLst/>
                  <a:gdLst>
                    <a:gd name="connsiteX0" fmla="*/ 0 w 25046"/>
                    <a:gd name="connsiteY0" fmla="*/ 3302 h 12788"/>
                    <a:gd name="connsiteX1" fmla="*/ 709 w 25046"/>
                    <a:gd name="connsiteY1" fmla="*/ 2149 h 12788"/>
                    <a:gd name="connsiteX2" fmla="*/ 4211 w 25046"/>
                    <a:gd name="connsiteY2" fmla="*/ 243 h 12788"/>
                    <a:gd name="connsiteX3" fmla="*/ 12767 w 25046"/>
                    <a:gd name="connsiteY3" fmla="*/ 1484 h 12788"/>
                    <a:gd name="connsiteX4" fmla="*/ 25047 w 25046"/>
                    <a:gd name="connsiteY4" fmla="*/ 12789 h 12788"/>
                    <a:gd name="connsiteX5" fmla="*/ 22919 w 25046"/>
                    <a:gd name="connsiteY5" fmla="*/ 9907 h 12788"/>
                    <a:gd name="connsiteX6" fmla="*/ 16491 w 25046"/>
                    <a:gd name="connsiteY6" fmla="*/ 4410 h 12788"/>
                    <a:gd name="connsiteX7" fmla="*/ 12102 w 25046"/>
                    <a:gd name="connsiteY7" fmla="*/ 2238 h 12788"/>
                    <a:gd name="connsiteX8" fmla="*/ 7448 w 25046"/>
                    <a:gd name="connsiteY8" fmla="*/ 1263 h 12788"/>
                    <a:gd name="connsiteX9" fmla="*/ 0 w 25046"/>
                    <a:gd name="connsiteY9" fmla="*/ 3302 h 12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046" h="12788">
                      <a:moveTo>
                        <a:pt x="0" y="3302"/>
                      </a:moveTo>
                      <a:cubicBezTo>
                        <a:pt x="0" y="3302"/>
                        <a:pt x="133" y="2770"/>
                        <a:pt x="709" y="2149"/>
                      </a:cubicBezTo>
                      <a:cubicBezTo>
                        <a:pt x="1286" y="1484"/>
                        <a:pt x="2261" y="686"/>
                        <a:pt x="4211" y="243"/>
                      </a:cubicBezTo>
                      <a:cubicBezTo>
                        <a:pt x="6162" y="-289"/>
                        <a:pt x="8822" y="21"/>
                        <a:pt x="12767" y="1484"/>
                      </a:cubicBezTo>
                      <a:cubicBezTo>
                        <a:pt x="16358" y="3213"/>
                        <a:pt x="21323" y="6538"/>
                        <a:pt x="25047" y="12789"/>
                      </a:cubicBezTo>
                      <a:cubicBezTo>
                        <a:pt x="25047" y="12789"/>
                        <a:pt x="24293" y="11592"/>
                        <a:pt x="22919" y="9907"/>
                      </a:cubicBezTo>
                      <a:cubicBezTo>
                        <a:pt x="21323" y="8311"/>
                        <a:pt x="19240" y="6095"/>
                        <a:pt x="16491" y="4410"/>
                      </a:cubicBezTo>
                      <a:cubicBezTo>
                        <a:pt x="15073" y="3568"/>
                        <a:pt x="13610" y="2814"/>
                        <a:pt x="12102" y="2238"/>
                      </a:cubicBezTo>
                      <a:cubicBezTo>
                        <a:pt x="10551" y="1706"/>
                        <a:pt x="8911" y="1440"/>
                        <a:pt x="7448" y="1263"/>
                      </a:cubicBezTo>
                      <a:cubicBezTo>
                        <a:pt x="4522" y="775"/>
                        <a:pt x="1685" y="1839"/>
                        <a:pt x="0" y="3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96" name="Forme libre : forme 24495">
                  <a:extLst>
                    <a:ext uri="{FF2B5EF4-FFF2-40B4-BE49-F238E27FC236}">
                      <a16:creationId xmlns:a16="http://schemas.microsoft.com/office/drawing/2014/main" id="{EFCA3703-6814-4F87-BFD7-9EBD1AF0B055}"/>
                    </a:ext>
                  </a:extLst>
                </p:cNvPr>
                <p:cNvSpPr/>
                <p:nvPr/>
              </p:nvSpPr>
              <p:spPr>
                <a:xfrm>
                  <a:off x="6167062" y="1574148"/>
                  <a:ext cx="8024" cy="23539"/>
                </a:xfrm>
                <a:custGeom>
                  <a:avLst/>
                  <a:gdLst>
                    <a:gd name="connsiteX0" fmla="*/ 177 w 8024"/>
                    <a:gd name="connsiteY0" fmla="*/ 0 h 23539"/>
                    <a:gd name="connsiteX1" fmla="*/ 0 w 8024"/>
                    <a:gd name="connsiteY1" fmla="*/ 2527 h 23539"/>
                    <a:gd name="connsiteX2" fmla="*/ 44 w 8024"/>
                    <a:gd name="connsiteY2" fmla="*/ 5187 h 23539"/>
                    <a:gd name="connsiteX3" fmla="*/ 133 w 8024"/>
                    <a:gd name="connsiteY3" fmla="*/ 9531 h 23539"/>
                    <a:gd name="connsiteX4" fmla="*/ 2217 w 8024"/>
                    <a:gd name="connsiteY4" fmla="*/ 18530 h 23539"/>
                    <a:gd name="connsiteX5" fmla="*/ 8024 w 8024"/>
                    <a:gd name="connsiteY5" fmla="*/ 23540 h 23539"/>
                    <a:gd name="connsiteX6" fmla="*/ 6605 w 8024"/>
                    <a:gd name="connsiteY6" fmla="*/ 22609 h 23539"/>
                    <a:gd name="connsiteX7" fmla="*/ 3413 w 8024"/>
                    <a:gd name="connsiteY7" fmla="*/ 18708 h 23539"/>
                    <a:gd name="connsiteX8" fmla="*/ 798 w 8024"/>
                    <a:gd name="connsiteY8" fmla="*/ 10595 h 23539"/>
                    <a:gd name="connsiteX9" fmla="*/ 310 w 8024"/>
                    <a:gd name="connsiteY9" fmla="*/ 4965 h 23539"/>
                    <a:gd name="connsiteX10" fmla="*/ 177 w 8024"/>
                    <a:gd name="connsiteY10" fmla="*/ 0 h 23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024" h="23539">
                      <a:moveTo>
                        <a:pt x="177" y="0"/>
                      </a:moveTo>
                      <a:cubicBezTo>
                        <a:pt x="177" y="0"/>
                        <a:pt x="44" y="975"/>
                        <a:pt x="0" y="2527"/>
                      </a:cubicBezTo>
                      <a:cubicBezTo>
                        <a:pt x="0" y="3280"/>
                        <a:pt x="0" y="4211"/>
                        <a:pt x="44" y="5187"/>
                      </a:cubicBezTo>
                      <a:cubicBezTo>
                        <a:pt x="44" y="6428"/>
                        <a:pt x="0" y="8068"/>
                        <a:pt x="133" y="9531"/>
                      </a:cubicBezTo>
                      <a:cubicBezTo>
                        <a:pt x="222" y="12501"/>
                        <a:pt x="975" y="15959"/>
                        <a:pt x="2217" y="18530"/>
                      </a:cubicBezTo>
                      <a:cubicBezTo>
                        <a:pt x="3546" y="21235"/>
                        <a:pt x="5630" y="23185"/>
                        <a:pt x="8024" y="23540"/>
                      </a:cubicBezTo>
                      <a:cubicBezTo>
                        <a:pt x="8024" y="23540"/>
                        <a:pt x="7492" y="23318"/>
                        <a:pt x="6605" y="22609"/>
                      </a:cubicBezTo>
                      <a:cubicBezTo>
                        <a:pt x="5763" y="21944"/>
                        <a:pt x="4522" y="20658"/>
                        <a:pt x="3413" y="18708"/>
                      </a:cubicBezTo>
                      <a:cubicBezTo>
                        <a:pt x="2438" y="16890"/>
                        <a:pt x="1197" y="13964"/>
                        <a:pt x="798" y="10595"/>
                      </a:cubicBezTo>
                      <a:cubicBezTo>
                        <a:pt x="532" y="8955"/>
                        <a:pt x="443" y="6783"/>
                        <a:pt x="310" y="4965"/>
                      </a:cubicBezTo>
                      <a:cubicBezTo>
                        <a:pt x="177" y="3458"/>
                        <a:pt x="89" y="1773"/>
                        <a:pt x="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97" name="Forme libre : forme 24496">
                  <a:extLst>
                    <a:ext uri="{FF2B5EF4-FFF2-40B4-BE49-F238E27FC236}">
                      <a16:creationId xmlns:a16="http://schemas.microsoft.com/office/drawing/2014/main" id="{4FF52EDA-6AF6-4338-AB8E-49EB548419A6}"/>
                    </a:ext>
                  </a:extLst>
                </p:cNvPr>
                <p:cNvSpPr/>
                <p:nvPr/>
              </p:nvSpPr>
              <p:spPr>
                <a:xfrm>
                  <a:off x="6174731" y="1551042"/>
                  <a:ext cx="4313" cy="11284"/>
                </a:xfrm>
                <a:custGeom>
                  <a:avLst/>
                  <a:gdLst>
                    <a:gd name="connsiteX0" fmla="*/ 931 w 4313"/>
                    <a:gd name="connsiteY0" fmla="*/ 9 h 11284"/>
                    <a:gd name="connsiteX1" fmla="*/ 2926 w 4313"/>
                    <a:gd name="connsiteY1" fmla="*/ 1915 h 11284"/>
                    <a:gd name="connsiteX2" fmla="*/ 4211 w 4313"/>
                    <a:gd name="connsiteY2" fmla="*/ 6260 h 11284"/>
                    <a:gd name="connsiteX3" fmla="*/ 3901 w 4313"/>
                    <a:gd name="connsiteY3" fmla="*/ 10161 h 11284"/>
                    <a:gd name="connsiteX4" fmla="*/ 2660 w 4313"/>
                    <a:gd name="connsiteY4" fmla="*/ 11225 h 11284"/>
                    <a:gd name="connsiteX5" fmla="*/ 310 w 4313"/>
                    <a:gd name="connsiteY5" fmla="*/ 5063 h 11284"/>
                    <a:gd name="connsiteX6" fmla="*/ 0 w 4313"/>
                    <a:gd name="connsiteY6" fmla="*/ 1383 h 11284"/>
                    <a:gd name="connsiteX7" fmla="*/ 931 w 4313"/>
                    <a:gd name="connsiteY7" fmla="*/ 9 h 11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13" h="11284">
                      <a:moveTo>
                        <a:pt x="931" y="9"/>
                      </a:moveTo>
                      <a:cubicBezTo>
                        <a:pt x="1463" y="98"/>
                        <a:pt x="2217" y="807"/>
                        <a:pt x="2926" y="1915"/>
                      </a:cubicBezTo>
                      <a:cubicBezTo>
                        <a:pt x="3458" y="3068"/>
                        <a:pt x="3946" y="4619"/>
                        <a:pt x="4211" y="6260"/>
                      </a:cubicBezTo>
                      <a:cubicBezTo>
                        <a:pt x="4477" y="7856"/>
                        <a:pt x="4167" y="9274"/>
                        <a:pt x="3901" y="10161"/>
                      </a:cubicBezTo>
                      <a:cubicBezTo>
                        <a:pt x="3591" y="11047"/>
                        <a:pt x="3147" y="11446"/>
                        <a:pt x="2660" y="11225"/>
                      </a:cubicBezTo>
                      <a:cubicBezTo>
                        <a:pt x="1596" y="10737"/>
                        <a:pt x="931" y="7944"/>
                        <a:pt x="310" y="5063"/>
                      </a:cubicBezTo>
                      <a:cubicBezTo>
                        <a:pt x="133" y="3555"/>
                        <a:pt x="0" y="2270"/>
                        <a:pt x="0" y="1383"/>
                      </a:cubicBezTo>
                      <a:cubicBezTo>
                        <a:pt x="89" y="497"/>
                        <a:pt x="399" y="-80"/>
                        <a:pt x="931" y="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98" name="Forme libre : forme 24497">
                  <a:extLst>
                    <a:ext uri="{FF2B5EF4-FFF2-40B4-BE49-F238E27FC236}">
                      <a16:creationId xmlns:a16="http://schemas.microsoft.com/office/drawing/2014/main" id="{54201A7B-A43A-4BAB-90D8-8E7DDD710CC2}"/>
                    </a:ext>
                  </a:extLst>
                </p:cNvPr>
                <p:cNvSpPr/>
                <p:nvPr/>
              </p:nvSpPr>
              <p:spPr>
                <a:xfrm>
                  <a:off x="6174249" y="1549756"/>
                  <a:ext cx="2001" cy="2927"/>
                </a:xfrm>
                <a:custGeom>
                  <a:avLst/>
                  <a:gdLst>
                    <a:gd name="connsiteX0" fmla="*/ 261 w 2001"/>
                    <a:gd name="connsiteY0" fmla="*/ 54 h 2927"/>
                    <a:gd name="connsiteX1" fmla="*/ 1679 w 2001"/>
                    <a:gd name="connsiteY1" fmla="*/ 1118 h 2927"/>
                    <a:gd name="connsiteX2" fmla="*/ 1723 w 2001"/>
                    <a:gd name="connsiteY2" fmla="*/ 2891 h 2927"/>
                    <a:gd name="connsiteX3" fmla="*/ 305 w 2001"/>
                    <a:gd name="connsiteY3" fmla="*/ 1827 h 2927"/>
                    <a:gd name="connsiteX4" fmla="*/ 261 w 2001"/>
                    <a:gd name="connsiteY4" fmla="*/ 54 h 2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1" h="2927">
                      <a:moveTo>
                        <a:pt x="261" y="54"/>
                      </a:moveTo>
                      <a:cubicBezTo>
                        <a:pt x="615" y="-168"/>
                        <a:pt x="1280" y="320"/>
                        <a:pt x="1679" y="1118"/>
                      </a:cubicBezTo>
                      <a:cubicBezTo>
                        <a:pt x="2078" y="1915"/>
                        <a:pt x="2123" y="2713"/>
                        <a:pt x="1723" y="2891"/>
                      </a:cubicBezTo>
                      <a:cubicBezTo>
                        <a:pt x="1325" y="3068"/>
                        <a:pt x="704" y="2581"/>
                        <a:pt x="305" y="1827"/>
                      </a:cubicBezTo>
                      <a:cubicBezTo>
                        <a:pt x="-94" y="1073"/>
                        <a:pt x="-94" y="275"/>
                        <a:pt x="261" y="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99" name="Forme libre : forme 24498">
                  <a:extLst>
                    <a:ext uri="{FF2B5EF4-FFF2-40B4-BE49-F238E27FC236}">
                      <a16:creationId xmlns:a16="http://schemas.microsoft.com/office/drawing/2014/main" id="{DB490FDC-92B7-4129-B03F-82B7F5098367}"/>
                    </a:ext>
                  </a:extLst>
                </p:cNvPr>
                <p:cNvSpPr/>
                <p:nvPr/>
              </p:nvSpPr>
              <p:spPr>
                <a:xfrm>
                  <a:off x="6163338" y="1538525"/>
                  <a:ext cx="7934" cy="25218"/>
                </a:xfrm>
                <a:custGeom>
                  <a:avLst/>
                  <a:gdLst>
                    <a:gd name="connsiteX0" fmla="*/ 0 w 7934"/>
                    <a:gd name="connsiteY0" fmla="*/ 7872 h 25218"/>
                    <a:gd name="connsiteX1" fmla="*/ 1951 w 7934"/>
                    <a:gd name="connsiteY1" fmla="*/ 912 h 25218"/>
                    <a:gd name="connsiteX2" fmla="*/ 5054 w 7934"/>
                    <a:gd name="connsiteY2" fmla="*/ 468 h 25218"/>
                    <a:gd name="connsiteX3" fmla="*/ 6694 w 7934"/>
                    <a:gd name="connsiteY3" fmla="*/ 2020 h 25218"/>
                    <a:gd name="connsiteX4" fmla="*/ 7137 w 7934"/>
                    <a:gd name="connsiteY4" fmla="*/ 3793 h 25218"/>
                    <a:gd name="connsiteX5" fmla="*/ 6783 w 7934"/>
                    <a:gd name="connsiteY5" fmla="*/ 8138 h 25218"/>
                    <a:gd name="connsiteX6" fmla="*/ 6650 w 7934"/>
                    <a:gd name="connsiteY6" fmla="*/ 12837 h 25218"/>
                    <a:gd name="connsiteX7" fmla="*/ 7315 w 7934"/>
                    <a:gd name="connsiteY7" fmla="*/ 15896 h 25218"/>
                    <a:gd name="connsiteX8" fmla="*/ 7891 w 7934"/>
                    <a:gd name="connsiteY8" fmla="*/ 20417 h 25218"/>
                    <a:gd name="connsiteX9" fmla="*/ 7403 w 7934"/>
                    <a:gd name="connsiteY9" fmla="*/ 24230 h 25218"/>
                    <a:gd name="connsiteX10" fmla="*/ 5985 w 7934"/>
                    <a:gd name="connsiteY10" fmla="*/ 25028 h 25218"/>
                    <a:gd name="connsiteX11" fmla="*/ 4389 w 7934"/>
                    <a:gd name="connsiteY11" fmla="*/ 22678 h 25218"/>
                    <a:gd name="connsiteX12" fmla="*/ 3059 w 7934"/>
                    <a:gd name="connsiteY12" fmla="*/ 19353 h 25218"/>
                    <a:gd name="connsiteX13" fmla="*/ 1818 w 7934"/>
                    <a:gd name="connsiteY13" fmla="*/ 16117 h 25218"/>
                    <a:gd name="connsiteX14" fmla="*/ 931 w 7934"/>
                    <a:gd name="connsiteY14" fmla="*/ 13812 h 25218"/>
                    <a:gd name="connsiteX15" fmla="*/ 0 w 7934"/>
                    <a:gd name="connsiteY15" fmla="*/ 7872 h 25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934" h="25218">
                      <a:moveTo>
                        <a:pt x="0" y="7872"/>
                      </a:moveTo>
                      <a:cubicBezTo>
                        <a:pt x="0" y="5300"/>
                        <a:pt x="709" y="2862"/>
                        <a:pt x="1951" y="912"/>
                      </a:cubicBezTo>
                      <a:cubicBezTo>
                        <a:pt x="2394" y="158"/>
                        <a:pt x="3369" y="-463"/>
                        <a:pt x="5054" y="468"/>
                      </a:cubicBezTo>
                      <a:cubicBezTo>
                        <a:pt x="5807" y="912"/>
                        <a:pt x="6339" y="1488"/>
                        <a:pt x="6694" y="2020"/>
                      </a:cubicBezTo>
                      <a:cubicBezTo>
                        <a:pt x="7004" y="2685"/>
                        <a:pt x="7093" y="3305"/>
                        <a:pt x="7137" y="3793"/>
                      </a:cubicBezTo>
                      <a:cubicBezTo>
                        <a:pt x="7182" y="5389"/>
                        <a:pt x="6916" y="6763"/>
                        <a:pt x="6783" y="8138"/>
                      </a:cubicBezTo>
                      <a:cubicBezTo>
                        <a:pt x="6517" y="9601"/>
                        <a:pt x="6339" y="11152"/>
                        <a:pt x="6650" y="12837"/>
                      </a:cubicBezTo>
                      <a:cubicBezTo>
                        <a:pt x="6783" y="13324"/>
                        <a:pt x="6960" y="14566"/>
                        <a:pt x="7315" y="15896"/>
                      </a:cubicBezTo>
                      <a:cubicBezTo>
                        <a:pt x="7758" y="17181"/>
                        <a:pt x="7758" y="18954"/>
                        <a:pt x="7891" y="20417"/>
                      </a:cubicBezTo>
                      <a:cubicBezTo>
                        <a:pt x="8068" y="21880"/>
                        <a:pt x="7669" y="23387"/>
                        <a:pt x="7403" y="24230"/>
                      </a:cubicBezTo>
                      <a:cubicBezTo>
                        <a:pt x="7093" y="25116"/>
                        <a:pt x="6650" y="25471"/>
                        <a:pt x="5985" y="25028"/>
                      </a:cubicBezTo>
                      <a:cubicBezTo>
                        <a:pt x="5320" y="24584"/>
                        <a:pt x="4788" y="23742"/>
                        <a:pt x="4389" y="22678"/>
                      </a:cubicBezTo>
                      <a:cubicBezTo>
                        <a:pt x="3901" y="21703"/>
                        <a:pt x="3369" y="20595"/>
                        <a:pt x="3059" y="19353"/>
                      </a:cubicBezTo>
                      <a:cubicBezTo>
                        <a:pt x="2527" y="18289"/>
                        <a:pt x="2128" y="17137"/>
                        <a:pt x="1818" y="16117"/>
                      </a:cubicBezTo>
                      <a:cubicBezTo>
                        <a:pt x="1374" y="15231"/>
                        <a:pt x="1064" y="14388"/>
                        <a:pt x="931" y="13812"/>
                      </a:cubicBezTo>
                      <a:cubicBezTo>
                        <a:pt x="266" y="11906"/>
                        <a:pt x="89" y="9689"/>
                        <a:pt x="0" y="787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73" name="Graphique 2">
                <a:extLst>
                  <a:ext uri="{FF2B5EF4-FFF2-40B4-BE49-F238E27FC236}">
                    <a16:creationId xmlns:a16="http://schemas.microsoft.com/office/drawing/2014/main" id="{74D968A7-E8D7-40BD-BF6E-9315EBB89F3B}"/>
                  </a:ext>
                </a:extLst>
              </p:cNvPr>
              <p:cNvGrpSpPr/>
              <p:nvPr/>
            </p:nvGrpSpPr>
            <p:grpSpPr>
              <a:xfrm>
                <a:off x="6095334" y="1522857"/>
                <a:ext cx="66645" cy="48586"/>
                <a:chOff x="6095334" y="1522857"/>
                <a:chExt cx="66645" cy="48586"/>
              </a:xfrm>
              <a:solidFill>
                <a:schemeClr val="accent1"/>
              </a:solidFill>
            </p:grpSpPr>
            <p:sp>
              <p:nvSpPr>
                <p:cNvPr id="24476" name="Forme libre : forme 24475">
                  <a:extLst>
                    <a:ext uri="{FF2B5EF4-FFF2-40B4-BE49-F238E27FC236}">
                      <a16:creationId xmlns:a16="http://schemas.microsoft.com/office/drawing/2014/main" id="{4ABD961B-3AB9-41AF-B4A2-6B7417948F10}"/>
                    </a:ext>
                  </a:extLst>
                </p:cNvPr>
                <p:cNvSpPr/>
                <p:nvPr/>
              </p:nvSpPr>
              <p:spPr>
                <a:xfrm>
                  <a:off x="6095334" y="1522945"/>
                  <a:ext cx="66601" cy="48498"/>
                </a:xfrm>
                <a:custGeom>
                  <a:avLst/>
                  <a:gdLst>
                    <a:gd name="connsiteX0" fmla="*/ 13300 w 66601"/>
                    <a:gd name="connsiteY0" fmla="*/ 17378 h 48498"/>
                    <a:gd name="connsiteX1" fmla="*/ 24161 w 66601"/>
                    <a:gd name="connsiteY1" fmla="*/ 10152 h 48498"/>
                    <a:gd name="connsiteX2" fmla="*/ 26998 w 66601"/>
                    <a:gd name="connsiteY2" fmla="*/ 8290 h 48498"/>
                    <a:gd name="connsiteX3" fmla="*/ 30544 w 66601"/>
                    <a:gd name="connsiteY3" fmla="*/ 6206 h 48498"/>
                    <a:gd name="connsiteX4" fmla="*/ 34135 w 66601"/>
                    <a:gd name="connsiteY4" fmla="*/ 4211 h 48498"/>
                    <a:gd name="connsiteX5" fmla="*/ 38081 w 66601"/>
                    <a:gd name="connsiteY5" fmla="*/ 2527 h 48498"/>
                    <a:gd name="connsiteX6" fmla="*/ 49474 w 66601"/>
                    <a:gd name="connsiteY6" fmla="*/ 0 h 48498"/>
                    <a:gd name="connsiteX7" fmla="*/ 59492 w 66601"/>
                    <a:gd name="connsiteY7" fmla="*/ 1729 h 48498"/>
                    <a:gd name="connsiteX8" fmla="*/ 63039 w 66601"/>
                    <a:gd name="connsiteY8" fmla="*/ 3591 h 48498"/>
                    <a:gd name="connsiteX9" fmla="*/ 65388 w 66601"/>
                    <a:gd name="connsiteY9" fmla="*/ 5940 h 48498"/>
                    <a:gd name="connsiteX10" fmla="*/ 66408 w 66601"/>
                    <a:gd name="connsiteY10" fmla="*/ 10373 h 48498"/>
                    <a:gd name="connsiteX11" fmla="*/ 64058 w 66601"/>
                    <a:gd name="connsiteY11" fmla="*/ 17998 h 48498"/>
                    <a:gd name="connsiteX12" fmla="*/ 61709 w 66601"/>
                    <a:gd name="connsiteY12" fmla="*/ 21634 h 48498"/>
                    <a:gd name="connsiteX13" fmla="*/ 60069 w 66601"/>
                    <a:gd name="connsiteY13" fmla="*/ 23052 h 48498"/>
                    <a:gd name="connsiteX14" fmla="*/ 58251 w 66601"/>
                    <a:gd name="connsiteY14" fmla="*/ 24559 h 48498"/>
                    <a:gd name="connsiteX15" fmla="*/ 54261 w 66601"/>
                    <a:gd name="connsiteY15" fmla="*/ 27086 h 48498"/>
                    <a:gd name="connsiteX16" fmla="*/ 51912 w 66601"/>
                    <a:gd name="connsiteY16" fmla="*/ 28372 h 48498"/>
                    <a:gd name="connsiteX17" fmla="*/ 49252 w 66601"/>
                    <a:gd name="connsiteY17" fmla="*/ 29613 h 48498"/>
                    <a:gd name="connsiteX18" fmla="*/ 47213 w 66601"/>
                    <a:gd name="connsiteY18" fmla="*/ 30500 h 48498"/>
                    <a:gd name="connsiteX19" fmla="*/ 45173 w 66601"/>
                    <a:gd name="connsiteY19" fmla="*/ 31741 h 48498"/>
                    <a:gd name="connsiteX20" fmla="*/ 43090 w 66601"/>
                    <a:gd name="connsiteY20" fmla="*/ 32982 h 48498"/>
                    <a:gd name="connsiteX21" fmla="*/ 40519 w 66601"/>
                    <a:gd name="connsiteY21" fmla="*/ 34711 h 48498"/>
                    <a:gd name="connsiteX22" fmla="*/ 29835 w 66601"/>
                    <a:gd name="connsiteY22" fmla="*/ 42114 h 48498"/>
                    <a:gd name="connsiteX23" fmla="*/ 14496 w 66601"/>
                    <a:gd name="connsiteY23" fmla="*/ 48365 h 48498"/>
                    <a:gd name="connsiteX24" fmla="*/ 4788 w 66601"/>
                    <a:gd name="connsiteY24" fmla="*/ 45173 h 48498"/>
                    <a:gd name="connsiteX25" fmla="*/ 754 w 66601"/>
                    <a:gd name="connsiteY25" fmla="*/ 37947 h 48498"/>
                    <a:gd name="connsiteX26" fmla="*/ 2261 w 66601"/>
                    <a:gd name="connsiteY26" fmla="*/ 28194 h 48498"/>
                    <a:gd name="connsiteX27" fmla="*/ 13300 w 66601"/>
                    <a:gd name="connsiteY27" fmla="*/ 17378 h 48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66601" h="48498">
                      <a:moveTo>
                        <a:pt x="13300" y="17378"/>
                      </a:moveTo>
                      <a:lnTo>
                        <a:pt x="24161" y="10152"/>
                      </a:lnTo>
                      <a:lnTo>
                        <a:pt x="26998" y="8290"/>
                      </a:lnTo>
                      <a:lnTo>
                        <a:pt x="30544" y="6206"/>
                      </a:lnTo>
                      <a:cubicBezTo>
                        <a:pt x="31741" y="5541"/>
                        <a:pt x="32894" y="4832"/>
                        <a:pt x="34135" y="4211"/>
                      </a:cubicBezTo>
                      <a:lnTo>
                        <a:pt x="38081" y="2527"/>
                      </a:lnTo>
                      <a:cubicBezTo>
                        <a:pt x="41671" y="842"/>
                        <a:pt x="45883" y="266"/>
                        <a:pt x="49474" y="0"/>
                      </a:cubicBezTo>
                      <a:cubicBezTo>
                        <a:pt x="53330" y="44"/>
                        <a:pt x="56700" y="443"/>
                        <a:pt x="59492" y="1729"/>
                      </a:cubicBezTo>
                      <a:cubicBezTo>
                        <a:pt x="60867" y="2305"/>
                        <a:pt x="62064" y="2881"/>
                        <a:pt x="63039" y="3591"/>
                      </a:cubicBezTo>
                      <a:cubicBezTo>
                        <a:pt x="64014" y="4389"/>
                        <a:pt x="64812" y="5187"/>
                        <a:pt x="65388" y="5940"/>
                      </a:cubicBezTo>
                      <a:cubicBezTo>
                        <a:pt x="66541" y="7492"/>
                        <a:pt x="66851" y="8999"/>
                        <a:pt x="66408" y="10373"/>
                      </a:cubicBezTo>
                      <a:lnTo>
                        <a:pt x="64058" y="17998"/>
                      </a:lnTo>
                      <a:cubicBezTo>
                        <a:pt x="63615" y="19373"/>
                        <a:pt x="62729" y="20614"/>
                        <a:pt x="61709" y="21634"/>
                      </a:cubicBezTo>
                      <a:cubicBezTo>
                        <a:pt x="61177" y="22165"/>
                        <a:pt x="60645" y="22653"/>
                        <a:pt x="60069" y="23052"/>
                      </a:cubicBezTo>
                      <a:cubicBezTo>
                        <a:pt x="59492" y="23540"/>
                        <a:pt x="58827" y="24116"/>
                        <a:pt x="58251" y="24559"/>
                      </a:cubicBezTo>
                      <a:cubicBezTo>
                        <a:pt x="57054" y="25313"/>
                        <a:pt x="55680" y="26421"/>
                        <a:pt x="54261" y="27086"/>
                      </a:cubicBezTo>
                      <a:cubicBezTo>
                        <a:pt x="53552" y="27485"/>
                        <a:pt x="52754" y="28061"/>
                        <a:pt x="51912" y="28372"/>
                      </a:cubicBezTo>
                      <a:cubicBezTo>
                        <a:pt x="51114" y="28638"/>
                        <a:pt x="50227" y="29170"/>
                        <a:pt x="49252" y="29613"/>
                      </a:cubicBezTo>
                      <a:lnTo>
                        <a:pt x="47213" y="30500"/>
                      </a:lnTo>
                      <a:cubicBezTo>
                        <a:pt x="46548" y="30854"/>
                        <a:pt x="45838" y="31342"/>
                        <a:pt x="45173" y="31741"/>
                      </a:cubicBezTo>
                      <a:lnTo>
                        <a:pt x="43090" y="32982"/>
                      </a:lnTo>
                      <a:cubicBezTo>
                        <a:pt x="42336" y="33470"/>
                        <a:pt x="41361" y="34135"/>
                        <a:pt x="40519" y="34711"/>
                      </a:cubicBezTo>
                      <a:lnTo>
                        <a:pt x="29835" y="42114"/>
                      </a:lnTo>
                      <a:cubicBezTo>
                        <a:pt x="24693" y="45616"/>
                        <a:pt x="19151" y="47833"/>
                        <a:pt x="14496" y="48365"/>
                      </a:cubicBezTo>
                      <a:cubicBezTo>
                        <a:pt x="9842" y="48897"/>
                        <a:pt x="6251" y="47833"/>
                        <a:pt x="4788" y="45173"/>
                      </a:cubicBezTo>
                      <a:lnTo>
                        <a:pt x="754" y="37947"/>
                      </a:lnTo>
                      <a:cubicBezTo>
                        <a:pt x="-709" y="35376"/>
                        <a:pt x="44" y="31785"/>
                        <a:pt x="2261" y="28194"/>
                      </a:cubicBezTo>
                      <a:cubicBezTo>
                        <a:pt x="4566" y="24515"/>
                        <a:pt x="8334" y="20658"/>
                        <a:pt x="13300" y="1737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77" name="Forme libre : forme 24476">
                  <a:extLst>
                    <a:ext uri="{FF2B5EF4-FFF2-40B4-BE49-F238E27FC236}">
                      <a16:creationId xmlns:a16="http://schemas.microsoft.com/office/drawing/2014/main" id="{95D3BB6B-C0EB-4406-9181-59A7D34F7F10}"/>
                    </a:ext>
                  </a:extLst>
                </p:cNvPr>
                <p:cNvSpPr/>
                <p:nvPr/>
              </p:nvSpPr>
              <p:spPr>
                <a:xfrm>
                  <a:off x="6095467" y="1522857"/>
                  <a:ext cx="66512" cy="38080"/>
                </a:xfrm>
                <a:custGeom>
                  <a:avLst/>
                  <a:gdLst>
                    <a:gd name="connsiteX0" fmla="*/ 37017 w 66512"/>
                    <a:gd name="connsiteY0" fmla="*/ 13610 h 38080"/>
                    <a:gd name="connsiteX1" fmla="*/ 44730 w 66512"/>
                    <a:gd name="connsiteY1" fmla="*/ 9797 h 38080"/>
                    <a:gd name="connsiteX2" fmla="*/ 53064 w 66512"/>
                    <a:gd name="connsiteY2" fmla="*/ 8600 h 38080"/>
                    <a:gd name="connsiteX3" fmla="*/ 65300 w 66512"/>
                    <a:gd name="connsiteY3" fmla="*/ 13698 h 38080"/>
                    <a:gd name="connsiteX4" fmla="*/ 66319 w 66512"/>
                    <a:gd name="connsiteY4" fmla="*/ 10373 h 38080"/>
                    <a:gd name="connsiteX5" fmla="*/ 65300 w 66512"/>
                    <a:gd name="connsiteY5" fmla="*/ 5940 h 38080"/>
                    <a:gd name="connsiteX6" fmla="*/ 62950 w 66512"/>
                    <a:gd name="connsiteY6" fmla="*/ 3591 h 38080"/>
                    <a:gd name="connsiteX7" fmla="*/ 59404 w 66512"/>
                    <a:gd name="connsiteY7" fmla="*/ 1729 h 38080"/>
                    <a:gd name="connsiteX8" fmla="*/ 49385 w 66512"/>
                    <a:gd name="connsiteY8" fmla="*/ 0 h 38080"/>
                    <a:gd name="connsiteX9" fmla="*/ 37992 w 66512"/>
                    <a:gd name="connsiteY9" fmla="*/ 2527 h 38080"/>
                    <a:gd name="connsiteX10" fmla="*/ 34046 w 66512"/>
                    <a:gd name="connsiteY10" fmla="*/ 4211 h 38080"/>
                    <a:gd name="connsiteX11" fmla="*/ 30456 w 66512"/>
                    <a:gd name="connsiteY11" fmla="*/ 6206 h 38080"/>
                    <a:gd name="connsiteX12" fmla="*/ 26909 w 66512"/>
                    <a:gd name="connsiteY12" fmla="*/ 8290 h 38080"/>
                    <a:gd name="connsiteX13" fmla="*/ 24072 w 66512"/>
                    <a:gd name="connsiteY13" fmla="*/ 10152 h 38080"/>
                    <a:gd name="connsiteX14" fmla="*/ 13211 w 66512"/>
                    <a:gd name="connsiteY14" fmla="*/ 17378 h 38080"/>
                    <a:gd name="connsiteX15" fmla="*/ 2261 w 66512"/>
                    <a:gd name="connsiteY15" fmla="*/ 28106 h 38080"/>
                    <a:gd name="connsiteX16" fmla="*/ 754 w 66512"/>
                    <a:gd name="connsiteY16" fmla="*/ 37859 h 38080"/>
                    <a:gd name="connsiteX17" fmla="*/ 887 w 66512"/>
                    <a:gd name="connsiteY17" fmla="*/ 38080 h 38080"/>
                    <a:gd name="connsiteX18" fmla="*/ 19107 w 66512"/>
                    <a:gd name="connsiteY18" fmla="*/ 26554 h 38080"/>
                    <a:gd name="connsiteX19" fmla="*/ 27929 w 66512"/>
                    <a:gd name="connsiteY19" fmla="*/ 20348 h 38080"/>
                    <a:gd name="connsiteX20" fmla="*/ 32273 w 66512"/>
                    <a:gd name="connsiteY20" fmla="*/ 17023 h 38080"/>
                    <a:gd name="connsiteX21" fmla="*/ 37017 w 66512"/>
                    <a:gd name="connsiteY21" fmla="*/ 13610 h 38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6512" h="38080">
                      <a:moveTo>
                        <a:pt x="37017" y="13610"/>
                      </a:moveTo>
                      <a:cubicBezTo>
                        <a:pt x="39322" y="11969"/>
                        <a:pt x="42070" y="10773"/>
                        <a:pt x="44730" y="9797"/>
                      </a:cubicBezTo>
                      <a:cubicBezTo>
                        <a:pt x="47567" y="9088"/>
                        <a:pt x="50316" y="8379"/>
                        <a:pt x="53064" y="8600"/>
                      </a:cubicBezTo>
                      <a:cubicBezTo>
                        <a:pt x="58517" y="8512"/>
                        <a:pt x="63127" y="11039"/>
                        <a:pt x="65300" y="13698"/>
                      </a:cubicBezTo>
                      <a:lnTo>
                        <a:pt x="66319" y="10373"/>
                      </a:lnTo>
                      <a:cubicBezTo>
                        <a:pt x="66763" y="8999"/>
                        <a:pt x="66452" y="7492"/>
                        <a:pt x="65300" y="5940"/>
                      </a:cubicBezTo>
                      <a:cubicBezTo>
                        <a:pt x="64723" y="5142"/>
                        <a:pt x="63925" y="4344"/>
                        <a:pt x="62950" y="3591"/>
                      </a:cubicBezTo>
                      <a:cubicBezTo>
                        <a:pt x="61975" y="2882"/>
                        <a:pt x="60778" y="2305"/>
                        <a:pt x="59404" y="1729"/>
                      </a:cubicBezTo>
                      <a:cubicBezTo>
                        <a:pt x="56567" y="443"/>
                        <a:pt x="53242" y="89"/>
                        <a:pt x="49385" y="0"/>
                      </a:cubicBezTo>
                      <a:cubicBezTo>
                        <a:pt x="45794" y="266"/>
                        <a:pt x="41538" y="842"/>
                        <a:pt x="37992" y="2527"/>
                      </a:cubicBezTo>
                      <a:lnTo>
                        <a:pt x="34046" y="4211"/>
                      </a:lnTo>
                      <a:cubicBezTo>
                        <a:pt x="32805" y="4832"/>
                        <a:pt x="31652" y="5541"/>
                        <a:pt x="30456" y="6206"/>
                      </a:cubicBezTo>
                      <a:lnTo>
                        <a:pt x="26909" y="8290"/>
                      </a:lnTo>
                      <a:lnTo>
                        <a:pt x="24072" y="10152"/>
                      </a:lnTo>
                      <a:lnTo>
                        <a:pt x="13211" y="17378"/>
                      </a:lnTo>
                      <a:cubicBezTo>
                        <a:pt x="8246" y="20658"/>
                        <a:pt x="4522" y="24515"/>
                        <a:pt x="2261" y="28106"/>
                      </a:cubicBezTo>
                      <a:cubicBezTo>
                        <a:pt x="45" y="31741"/>
                        <a:pt x="-709" y="35288"/>
                        <a:pt x="754" y="37859"/>
                      </a:cubicBezTo>
                      <a:lnTo>
                        <a:pt x="887" y="38080"/>
                      </a:lnTo>
                      <a:cubicBezTo>
                        <a:pt x="7049" y="34268"/>
                        <a:pt x="13166" y="30588"/>
                        <a:pt x="19107" y="26554"/>
                      </a:cubicBezTo>
                      <a:cubicBezTo>
                        <a:pt x="22077" y="24559"/>
                        <a:pt x="25003" y="22476"/>
                        <a:pt x="27929" y="20348"/>
                      </a:cubicBezTo>
                      <a:cubicBezTo>
                        <a:pt x="29347" y="19240"/>
                        <a:pt x="30810" y="18176"/>
                        <a:pt x="32273" y="17023"/>
                      </a:cubicBezTo>
                      <a:cubicBezTo>
                        <a:pt x="33780" y="15959"/>
                        <a:pt x="35332" y="14851"/>
                        <a:pt x="37017" y="13610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78" name="Forme libre : forme 24477">
                  <a:extLst>
                    <a:ext uri="{FF2B5EF4-FFF2-40B4-BE49-F238E27FC236}">
                      <a16:creationId xmlns:a16="http://schemas.microsoft.com/office/drawing/2014/main" id="{4C72BE72-BD58-4D94-9B1C-C72B38EB328F}"/>
                    </a:ext>
                  </a:extLst>
                </p:cNvPr>
                <p:cNvSpPr/>
                <p:nvPr/>
              </p:nvSpPr>
              <p:spPr>
                <a:xfrm>
                  <a:off x="6109845" y="1537445"/>
                  <a:ext cx="27521" cy="20072"/>
                </a:xfrm>
                <a:custGeom>
                  <a:avLst/>
                  <a:gdLst>
                    <a:gd name="connsiteX0" fmla="*/ 341 w 27521"/>
                    <a:gd name="connsiteY0" fmla="*/ 18882 h 20072"/>
                    <a:gd name="connsiteX1" fmla="*/ 10448 w 27521"/>
                    <a:gd name="connsiteY1" fmla="*/ 5317 h 20072"/>
                    <a:gd name="connsiteX2" fmla="*/ 15901 w 27521"/>
                    <a:gd name="connsiteY2" fmla="*/ 2169 h 20072"/>
                    <a:gd name="connsiteX3" fmla="*/ 21176 w 27521"/>
                    <a:gd name="connsiteY3" fmla="*/ 351 h 20072"/>
                    <a:gd name="connsiteX4" fmla="*/ 25210 w 27521"/>
                    <a:gd name="connsiteY4" fmla="*/ 130 h 20072"/>
                    <a:gd name="connsiteX5" fmla="*/ 27338 w 27521"/>
                    <a:gd name="connsiteY5" fmla="*/ 1548 h 20072"/>
                    <a:gd name="connsiteX6" fmla="*/ 27116 w 27521"/>
                    <a:gd name="connsiteY6" fmla="*/ 3987 h 20072"/>
                    <a:gd name="connsiteX7" fmla="*/ 25077 w 27521"/>
                    <a:gd name="connsiteY7" fmla="*/ 7178 h 20072"/>
                    <a:gd name="connsiteX8" fmla="*/ 21575 w 27521"/>
                    <a:gd name="connsiteY8" fmla="*/ 10725 h 20072"/>
                    <a:gd name="connsiteX9" fmla="*/ 16699 w 27521"/>
                    <a:gd name="connsiteY9" fmla="*/ 14582 h 20072"/>
                    <a:gd name="connsiteX10" fmla="*/ 341 w 27521"/>
                    <a:gd name="connsiteY10" fmla="*/ 18882 h 20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521" h="20072">
                      <a:moveTo>
                        <a:pt x="341" y="18882"/>
                      </a:moveTo>
                      <a:cubicBezTo>
                        <a:pt x="-1300" y="16266"/>
                        <a:pt x="3133" y="10326"/>
                        <a:pt x="10448" y="5317"/>
                      </a:cubicBezTo>
                      <a:cubicBezTo>
                        <a:pt x="12310" y="4075"/>
                        <a:pt x="14172" y="3011"/>
                        <a:pt x="15901" y="2169"/>
                      </a:cubicBezTo>
                      <a:cubicBezTo>
                        <a:pt x="17585" y="1327"/>
                        <a:pt x="19669" y="706"/>
                        <a:pt x="21176" y="351"/>
                      </a:cubicBezTo>
                      <a:cubicBezTo>
                        <a:pt x="22816" y="41"/>
                        <a:pt x="24102" y="-136"/>
                        <a:pt x="25210" y="130"/>
                      </a:cubicBezTo>
                      <a:cubicBezTo>
                        <a:pt x="26274" y="396"/>
                        <a:pt x="27028" y="883"/>
                        <a:pt x="27338" y="1548"/>
                      </a:cubicBezTo>
                      <a:cubicBezTo>
                        <a:pt x="27648" y="2258"/>
                        <a:pt x="27560" y="3100"/>
                        <a:pt x="27116" y="3987"/>
                      </a:cubicBezTo>
                      <a:cubicBezTo>
                        <a:pt x="26673" y="4873"/>
                        <a:pt x="26008" y="6070"/>
                        <a:pt x="25077" y="7178"/>
                      </a:cubicBezTo>
                      <a:cubicBezTo>
                        <a:pt x="24146" y="8375"/>
                        <a:pt x="23038" y="9351"/>
                        <a:pt x="21575" y="10725"/>
                      </a:cubicBezTo>
                      <a:cubicBezTo>
                        <a:pt x="20157" y="12010"/>
                        <a:pt x="18516" y="13340"/>
                        <a:pt x="16699" y="14582"/>
                      </a:cubicBezTo>
                      <a:cubicBezTo>
                        <a:pt x="9473" y="19591"/>
                        <a:pt x="2025" y="21542"/>
                        <a:pt x="341" y="18882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79" name="Forme libre : forme 24478">
                  <a:extLst>
                    <a:ext uri="{FF2B5EF4-FFF2-40B4-BE49-F238E27FC236}">
                      <a16:creationId xmlns:a16="http://schemas.microsoft.com/office/drawing/2014/main" id="{9A6EDE85-5F11-4B8E-B104-0E710DFDD797}"/>
                    </a:ext>
                  </a:extLst>
                </p:cNvPr>
                <p:cNvSpPr/>
                <p:nvPr/>
              </p:nvSpPr>
              <p:spPr>
                <a:xfrm>
                  <a:off x="6114707" y="1537489"/>
                  <a:ext cx="22661" cy="9838"/>
                </a:xfrm>
                <a:custGeom>
                  <a:avLst/>
                  <a:gdLst>
                    <a:gd name="connsiteX0" fmla="*/ 18708 w 22661"/>
                    <a:gd name="connsiteY0" fmla="*/ 8863 h 9838"/>
                    <a:gd name="connsiteX1" fmla="*/ 21900 w 22661"/>
                    <a:gd name="connsiteY1" fmla="*/ 4696 h 9838"/>
                    <a:gd name="connsiteX2" fmla="*/ 22476 w 22661"/>
                    <a:gd name="connsiteY2" fmla="*/ 1548 h 9838"/>
                    <a:gd name="connsiteX3" fmla="*/ 20348 w 22661"/>
                    <a:gd name="connsiteY3" fmla="*/ 130 h 9838"/>
                    <a:gd name="connsiteX4" fmla="*/ 16314 w 22661"/>
                    <a:gd name="connsiteY4" fmla="*/ 351 h 9838"/>
                    <a:gd name="connsiteX5" fmla="*/ 11038 w 22661"/>
                    <a:gd name="connsiteY5" fmla="*/ 2169 h 9838"/>
                    <a:gd name="connsiteX6" fmla="*/ 5586 w 22661"/>
                    <a:gd name="connsiteY6" fmla="*/ 5316 h 9838"/>
                    <a:gd name="connsiteX7" fmla="*/ 0 w 22661"/>
                    <a:gd name="connsiteY7" fmla="*/ 9838 h 9838"/>
                    <a:gd name="connsiteX8" fmla="*/ 3502 w 22661"/>
                    <a:gd name="connsiteY8" fmla="*/ 7932 h 9838"/>
                    <a:gd name="connsiteX9" fmla="*/ 13078 w 22661"/>
                    <a:gd name="connsiteY9" fmla="*/ 6114 h 9838"/>
                    <a:gd name="connsiteX10" fmla="*/ 18708 w 22661"/>
                    <a:gd name="connsiteY10" fmla="*/ 8863 h 9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661" h="9838">
                      <a:moveTo>
                        <a:pt x="18708" y="8863"/>
                      </a:moveTo>
                      <a:cubicBezTo>
                        <a:pt x="20126" y="7444"/>
                        <a:pt x="21235" y="5981"/>
                        <a:pt x="21900" y="4696"/>
                      </a:cubicBezTo>
                      <a:cubicBezTo>
                        <a:pt x="22609" y="3499"/>
                        <a:pt x="22875" y="2435"/>
                        <a:pt x="22476" y="1548"/>
                      </a:cubicBezTo>
                      <a:cubicBezTo>
                        <a:pt x="22165" y="839"/>
                        <a:pt x="21412" y="351"/>
                        <a:pt x="20348" y="130"/>
                      </a:cubicBezTo>
                      <a:cubicBezTo>
                        <a:pt x="19240" y="-136"/>
                        <a:pt x="17954" y="41"/>
                        <a:pt x="16314" y="351"/>
                      </a:cubicBezTo>
                      <a:cubicBezTo>
                        <a:pt x="14762" y="706"/>
                        <a:pt x="12723" y="1327"/>
                        <a:pt x="11038" y="2169"/>
                      </a:cubicBezTo>
                      <a:cubicBezTo>
                        <a:pt x="9265" y="3011"/>
                        <a:pt x="7403" y="4075"/>
                        <a:pt x="5586" y="5316"/>
                      </a:cubicBezTo>
                      <a:cubicBezTo>
                        <a:pt x="3458" y="6779"/>
                        <a:pt x="1552" y="8331"/>
                        <a:pt x="0" y="9838"/>
                      </a:cubicBezTo>
                      <a:cubicBezTo>
                        <a:pt x="1108" y="9129"/>
                        <a:pt x="2305" y="8464"/>
                        <a:pt x="3502" y="7932"/>
                      </a:cubicBezTo>
                      <a:cubicBezTo>
                        <a:pt x="6916" y="6646"/>
                        <a:pt x="10329" y="5981"/>
                        <a:pt x="13078" y="6114"/>
                      </a:cubicBezTo>
                      <a:cubicBezTo>
                        <a:pt x="15826" y="6114"/>
                        <a:pt x="17954" y="7134"/>
                        <a:pt x="18708" y="8863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80" name="Forme libre : forme 24479">
                  <a:extLst>
                    <a:ext uri="{FF2B5EF4-FFF2-40B4-BE49-F238E27FC236}">
                      <a16:creationId xmlns:a16="http://schemas.microsoft.com/office/drawing/2014/main" id="{7B031B48-D992-4F2A-9529-56554957A0AE}"/>
                    </a:ext>
                  </a:extLst>
                </p:cNvPr>
                <p:cNvSpPr/>
                <p:nvPr/>
              </p:nvSpPr>
              <p:spPr>
                <a:xfrm>
                  <a:off x="6107808" y="1537252"/>
                  <a:ext cx="27550" cy="20108"/>
                </a:xfrm>
                <a:custGeom>
                  <a:avLst/>
                  <a:gdLst>
                    <a:gd name="connsiteX0" fmla="*/ 338 w 27550"/>
                    <a:gd name="connsiteY0" fmla="*/ 18897 h 20108"/>
                    <a:gd name="connsiteX1" fmla="*/ 10446 w 27550"/>
                    <a:gd name="connsiteY1" fmla="*/ 5421 h 20108"/>
                    <a:gd name="connsiteX2" fmla="*/ 15899 w 27550"/>
                    <a:gd name="connsiteY2" fmla="*/ 2273 h 20108"/>
                    <a:gd name="connsiteX3" fmla="*/ 21085 w 27550"/>
                    <a:gd name="connsiteY3" fmla="*/ 411 h 20108"/>
                    <a:gd name="connsiteX4" fmla="*/ 27336 w 27550"/>
                    <a:gd name="connsiteY4" fmla="*/ 1342 h 20108"/>
                    <a:gd name="connsiteX5" fmla="*/ 25208 w 27550"/>
                    <a:gd name="connsiteY5" fmla="*/ 7150 h 20108"/>
                    <a:gd name="connsiteX6" fmla="*/ 16785 w 27550"/>
                    <a:gd name="connsiteY6" fmla="*/ 14686 h 20108"/>
                    <a:gd name="connsiteX7" fmla="*/ 338 w 27550"/>
                    <a:gd name="connsiteY7" fmla="*/ 18897 h 20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550" h="20108">
                      <a:moveTo>
                        <a:pt x="338" y="18897"/>
                      </a:moveTo>
                      <a:cubicBezTo>
                        <a:pt x="-1302" y="16282"/>
                        <a:pt x="3176" y="10386"/>
                        <a:pt x="10446" y="5421"/>
                      </a:cubicBezTo>
                      <a:cubicBezTo>
                        <a:pt x="12263" y="4179"/>
                        <a:pt x="14125" y="3115"/>
                        <a:pt x="15899" y="2273"/>
                      </a:cubicBezTo>
                      <a:cubicBezTo>
                        <a:pt x="17627" y="1431"/>
                        <a:pt x="19356" y="810"/>
                        <a:pt x="21085" y="411"/>
                      </a:cubicBezTo>
                      <a:cubicBezTo>
                        <a:pt x="24410" y="-342"/>
                        <a:pt x="26627" y="-76"/>
                        <a:pt x="27336" y="1342"/>
                      </a:cubicBezTo>
                      <a:cubicBezTo>
                        <a:pt x="28001" y="2672"/>
                        <a:pt x="27070" y="4889"/>
                        <a:pt x="25208" y="7150"/>
                      </a:cubicBezTo>
                      <a:cubicBezTo>
                        <a:pt x="23346" y="9322"/>
                        <a:pt x="20420" y="12248"/>
                        <a:pt x="16785" y="14686"/>
                      </a:cubicBezTo>
                      <a:cubicBezTo>
                        <a:pt x="9470" y="19695"/>
                        <a:pt x="2023" y="21557"/>
                        <a:pt x="338" y="1889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81" name="Forme libre : forme 24480">
                  <a:extLst>
                    <a:ext uri="{FF2B5EF4-FFF2-40B4-BE49-F238E27FC236}">
                      <a16:creationId xmlns:a16="http://schemas.microsoft.com/office/drawing/2014/main" id="{4B2A4F23-B50E-494A-BF7A-9F55748D1A5B}"/>
                    </a:ext>
                  </a:extLst>
                </p:cNvPr>
                <p:cNvSpPr/>
                <p:nvPr/>
              </p:nvSpPr>
              <p:spPr>
                <a:xfrm>
                  <a:off x="6110909" y="1527653"/>
                  <a:ext cx="40063" cy="20495"/>
                </a:xfrm>
                <a:custGeom>
                  <a:avLst/>
                  <a:gdLst>
                    <a:gd name="connsiteX0" fmla="*/ 39485 w 40063"/>
                    <a:gd name="connsiteY0" fmla="*/ 6996 h 20495"/>
                    <a:gd name="connsiteX1" fmla="*/ 37800 w 40063"/>
                    <a:gd name="connsiteY1" fmla="*/ 2031 h 20495"/>
                    <a:gd name="connsiteX2" fmla="*/ 17497 w 40063"/>
                    <a:gd name="connsiteY2" fmla="*/ 2962 h 20495"/>
                    <a:gd name="connsiteX3" fmla="*/ 12842 w 40063"/>
                    <a:gd name="connsiteY3" fmla="*/ 5311 h 20495"/>
                    <a:gd name="connsiteX4" fmla="*/ 9074 w 40063"/>
                    <a:gd name="connsiteY4" fmla="*/ 7750 h 20495"/>
                    <a:gd name="connsiteX5" fmla="*/ 2823 w 40063"/>
                    <a:gd name="connsiteY5" fmla="*/ 13202 h 20495"/>
                    <a:gd name="connsiteX6" fmla="*/ 1227 w 40063"/>
                    <a:gd name="connsiteY6" fmla="*/ 20340 h 20495"/>
                    <a:gd name="connsiteX7" fmla="*/ 7345 w 40063"/>
                    <a:gd name="connsiteY7" fmla="*/ 19409 h 20495"/>
                    <a:gd name="connsiteX8" fmla="*/ 22107 w 40063"/>
                    <a:gd name="connsiteY8" fmla="*/ 16971 h 20495"/>
                    <a:gd name="connsiteX9" fmla="*/ 29422 w 40063"/>
                    <a:gd name="connsiteY9" fmla="*/ 17635 h 20495"/>
                    <a:gd name="connsiteX10" fmla="*/ 33411 w 40063"/>
                    <a:gd name="connsiteY10" fmla="*/ 17591 h 20495"/>
                    <a:gd name="connsiteX11" fmla="*/ 37135 w 40063"/>
                    <a:gd name="connsiteY11" fmla="*/ 16572 h 20495"/>
                    <a:gd name="connsiteX12" fmla="*/ 40061 w 40063"/>
                    <a:gd name="connsiteY12" fmla="*/ 11961 h 20495"/>
                    <a:gd name="connsiteX13" fmla="*/ 39485 w 40063"/>
                    <a:gd name="connsiteY13" fmla="*/ 6996 h 20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063" h="20495">
                      <a:moveTo>
                        <a:pt x="39485" y="6996"/>
                      </a:moveTo>
                      <a:cubicBezTo>
                        <a:pt x="39440" y="5267"/>
                        <a:pt x="39485" y="3494"/>
                        <a:pt x="37800" y="2031"/>
                      </a:cubicBezTo>
                      <a:cubicBezTo>
                        <a:pt x="34475" y="-1116"/>
                        <a:pt x="25122" y="-451"/>
                        <a:pt x="17497" y="2962"/>
                      </a:cubicBezTo>
                      <a:cubicBezTo>
                        <a:pt x="15945" y="3671"/>
                        <a:pt x="14393" y="4469"/>
                        <a:pt x="12842" y="5311"/>
                      </a:cubicBezTo>
                      <a:cubicBezTo>
                        <a:pt x="11379" y="6154"/>
                        <a:pt x="10271" y="6907"/>
                        <a:pt x="9074" y="7750"/>
                      </a:cubicBezTo>
                      <a:cubicBezTo>
                        <a:pt x="6680" y="9434"/>
                        <a:pt x="4552" y="11252"/>
                        <a:pt x="2823" y="13202"/>
                      </a:cubicBezTo>
                      <a:cubicBezTo>
                        <a:pt x="252" y="16128"/>
                        <a:pt x="-1167" y="19586"/>
                        <a:pt x="1227" y="20340"/>
                      </a:cubicBezTo>
                      <a:cubicBezTo>
                        <a:pt x="2690" y="20827"/>
                        <a:pt x="5128" y="20074"/>
                        <a:pt x="7345" y="19409"/>
                      </a:cubicBezTo>
                      <a:cubicBezTo>
                        <a:pt x="12576" y="17946"/>
                        <a:pt x="17630" y="16882"/>
                        <a:pt x="22107" y="16971"/>
                      </a:cubicBezTo>
                      <a:cubicBezTo>
                        <a:pt x="24013" y="17148"/>
                        <a:pt x="26673" y="17237"/>
                        <a:pt x="29422" y="17635"/>
                      </a:cubicBezTo>
                      <a:cubicBezTo>
                        <a:pt x="30796" y="17768"/>
                        <a:pt x="32126" y="17768"/>
                        <a:pt x="33411" y="17591"/>
                      </a:cubicBezTo>
                      <a:cubicBezTo>
                        <a:pt x="34697" y="17591"/>
                        <a:pt x="35938" y="17281"/>
                        <a:pt x="37135" y="16572"/>
                      </a:cubicBezTo>
                      <a:cubicBezTo>
                        <a:pt x="39263" y="15641"/>
                        <a:pt x="39972" y="13912"/>
                        <a:pt x="40061" y="11961"/>
                      </a:cubicBezTo>
                      <a:cubicBezTo>
                        <a:pt x="40105" y="10188"/>
                        <a:pt x="39529" y="8237"/>
                        <a:pt x="39485" y="699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82" name="Forme libre : forme 24481">
                  <a:extLst>
                    <a:ext uri="{FF2B5EF4-FFF2-40B4-BE49-F238E27FC236}">
                      <a16:creationId xmlns:a16="http://schemas.microsoft.com/office/drawing/2014/main" id="{E87D6EE5-D821-4B99-8406-2CF1DA1EA83E}"/>
                    </a:ext>
                  </a:extLst>
                </p:cNvPr>
                <p:cNvSpPr/>
                <p:nvPr/>
              </p:nvSpPr>
              <p:spPr>
                <a:xfrm>
                  <a:off x="6135418" y="1540013"/>
                  <a:ext cx="9590" cy="8795"/>
                </a:xfrm>
                <a:custGeom>
                  <a:avLst/>
                  <a:gdLst>
                    <a:gd name="connsiteX0" fmla="*/ 9213 w 9590"/>
                    <a:gd name="connsiteY0" fmla="*/ 2039 h 8795"/>
                    <a:gd name="connsiteX1" fmla="*/ 9567 w 9590"/>
                    <a:gd name="connsiteY1" fmla="*/ 709 h 8795"/>
                    <a:gd name="connsiteX2" fmla="*/ 8193 w 9590"/>
                    <a:gd name="connsiteY2" fmla="*/ 0 h 8795"/>
                    <a:gd name="connsiteX3" fmla="*/ 6154 w 9590"/>
                    <a:gd name="connsiteY3" fmla="*/ 709 h 8795"/>
                    <a:gd name="connsiteX4" fmla="*/ 1810 w 9590"/>
                    <a:gd name="connsiteY4" fmla="*/ 3901 h 8795"/>
                    <a:gd name="connsiteX5" fmla="*/ 524 w 9590"/>
                    <a:gd name="connsiteY5" fmla="*/ 5497 h 8795"/>
                    <a:gd name="connsiteX6" fmla="*/ 3538 w 9590"/>
                    <a:gd name="connsiteY6" fmla="*/ 7847 h 8795"/>
                    <a:gd name="connsiteX7" fmla="*/ 9213 w 9590"/>
                    <a:gd name="connsiteY7" fmla="*/ 2039 h 8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90" h="8795">
                      <a:moveTo>
                        <a:pt x="9213" y="2039"/>
                      </a:moveTo>
                      <a:cubicBezTo>
                        <a:pt x="9479" y="1596"/>
                        <a:pt x="9656" y="1108"/>
                        <a:pt x="9567" y="709"/>
                      </a:cubicBezTo>
                      <a:cubicBezTo>
                        <a:pt x="9479" y="310"/>
                        <a:pt x="8947" y="0"/>
                        <a:pt x="8193" y="0"/>
                      </a:cubicBezTo>
                      <a:cubicBezTo>
                        <a:pt x="7484" y="44"/>
                        <a:pt x="6730" y="310"/>
                        <a:pt x="6154" y="709"/>
                      </a:cubicBezTo>
                      <a:cubicBezTo>
                        <a:pt x="4558" y="1729"/>
                        <a:pt x="3051" y="2704"/>
                        <a:pt x="1810" y="3901"/>
                      </a:cubicBezTo>
                      <a:cubicBezTo>
                        <a:pt x="1322" y="4433"/>
                        <a:pt x="834" y="4965"/>
                        <a:pt x="524" y="5497"/>
                      </a:cubicBezTo>
                      <a:cubicBezTo>
                        <a:pt x="-762" y="7714"/>
                        <a:pt x="347" y="10196"/>
                        <a:pt x="3538" y="7847"/>
                      </a:cubicBezTo>
                      <a:cubicBezTo>
                        <a:pt x="6021" y="6384"/>
                        <a:pt x="8149" y="3724"/>
                        <a:pt x="9213" y="203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83" name="Forme libre : forme 24482">
                  <a:extLst>
                    <a:ext uri="{FF2B5EF4-FFF2-40B4-BE49-F238E27FC236}">
                      <a16:creationId xmlns:a16="http://schemas.microsoft.com/office/drawing/2014/main" id="{B916E582-85D4-43C8-AC1B-F96B2B034812}"/>
                    </a:ext>
                  </a:extLst>
                </p:cNvPr>
                <p:cNvSpPr/>
                <p:nvPr/>
              </p:nvSpPr>
              <p:spPr>
                <a:xfrm>
                  <a:off x="6097843" y="1541121"/>
                  <a:ext cx="10791" cy="19727"/>
                </a:xfrm>
                <a:custGeom>
                  <a:avLst/>
                  <a:gdLst>
                    <a:gd name="connsiteX0" fmla="*/ 772 w 10791"/>
                    <a:gd name="connsiteY0" fmla="*/ 19727 h 19727"/>
                    <a:gd name="connsiteX1" fmla="*/ 196 w 10791"/>
                    <a:gd name="connsiteY1" fmla="*/ 14629 h 19727"/>
                    <a:gd name="connsiteX2" fmla="*/ 10791 w 10791"/>
                    <a:gd name="connsiteY2" fmla="*/ 0 h 19727"/>
                    <a:gd name="connsiteX3" fmla="*/ 5338 w 10791"/>
                    <a:gd name="connsiteY3" fmla="*/ 6428 h 19727"/>
                    <a:gd name="connsiteX4" fmla="*/ 772 w 10791"/>
                    <a:gd name="connsiteY4" fmla="*/ 19727 h 19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91" h="19727">
                      <a:moveTo>
                        <a:pt x="772" y="19727"/>
                      </a:moveTo>
                      <a:cubicBezTo>
                        <a:pt x="772" y="19727"/>
                        <a:pt x="-469" y="17954"/>
                        <a:pt x="196" y="14629"/>
                      </a:cubicBezTo>
                      <a:cubicBezTo>
                        <a:pt x="861" y="11304"/>
                        <a:pt x="3255" y="6650"/>
                        <a:pt x="10791" y="0"/>
                      </a:cubicBezTo>
                      <a:cubicBezTo>
                        <a:pt x="10791" y="0"/>
                        <a:pt x="7954" y="2704"/>
                        <a:pt x="5338" y="6428"/>
                      </a:cubicBezTo>
                      <a:cubicBezTo>
                        <a:pt x="2678" y="10196"/>
                        <a:pt x="196" y="14940"/>
                        <a:pt x="772" y="197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84" name="Forme libre : forme 24483">
                  <a:extLst>
                    <a:ext uri="{FF2B5EF4-FFF2-40B4-BE49-F238E27FC236}">
                      <a16:creationId xmlns:a16="http://schemas.microsoft.com/office/drawing/2014/main" id="{6E21C843-7651-4879-8BF5-3D84EEB3CCD9}"/>
                    </a:ext>
                  </a:extLst>
                </p:cNvPr>
                <p:cNvSpPr/>
                <p:nvPr/>
              </p:nvSpPr>
              <p:spPr>
                <a:xfrm>
                  <a:off x="6143478" y="1539836"/>
                  <a:ext cx="15116" cy="12279"/>
                </a:xfrm>
                <a:custGeom>
                  <a:avLst/>
                  <a:gdLst>
                    <a:gd name="connsiteX0" fmla="*/ 0 w 15116"/>
                    <a:gd name="connsiteY0" fmla="*/ 12280 h 12279"/>
                    <a:gd name="connsiteX1" fmla="*/ 1951 w 15116"/>
                    <a:gd name="connsiteY1" fmla="*/ 11171 h 12279"/>
                    <a:gd name="connsiteX2" fmla="*/ 6118 w 15116"/>
                    <a:gd name="connsiteY2" fmla="*/ 8689 h 12279"/>
                    <a:gd name="connsiteX3" fmla="*/ 8467 w 15116"/>
                    <a:gd name="connsiteY3" fmla="*/ 7093 h 12279"/>
                    <a:gd name="connsiteX4" fmla="*/ 10817 w 15116"/>
                    <a:gd name="connsiteY4" fmla="*/ 5320 h 12279"/>
                    <a:gd name="connsiteX5" fmla="*/ 15117 w 15116"/>
                    <a:gd name="connsiteY5" fmla="*/ 0 h 12279"/>
                    <a:gd name="connsiteX6" fmla="*/ 14053 w 15116"/>
                    <a:gd name="connsiteY6" fmla="*/ 1197 h 12279"/>
                    <a:gd name="connsiteX7" fmla="*/ 10994 w 15116"/>
                    <a:gd name="connsiteY7" fmla="*/ 4034 h 12279"/>
                    <a:gd name="connsiteX8" fmla="*/ 8911 w 15116"/>
                    <a:gd name="connsiteY8" fmla="*/ 5763 h 12279"/>
                    <a:gd name="connsiteX9" fmla="*/ 6472 w 15116"/>
                    <a:gd name="connsiteY9" fmla="*/ 7758 h 12279"/>
                    <a:gd name="connsiteX10" fmla="*/ 3591 w 15116"/>
                    <a:gd name="connsiteY10" fmla="*/ 9886 h 12279"/>
                    <a:gd name="connsiteX11" fmla="*/ 0 w 15116"/>
                    <a:gd name="connsiteY11" fmla="*/ 12280 h 12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16" h="12279">
                      <a:moveTo>
                        <a:pt x="0" y="12280"/>
                      </a:moveTo>
                      <a:cubicBezTo>
                        <a:pt x="0" y="12280"/>
                        <a:pt x="798" y="11925"/>
                        <a:pt x="1951" y="11171"/>
                      </a:cubicBezTo>
                      <a:cubicBezTo>
                        <a:pt x="3103" y="10506"/>
                        <a:pt x="4566" y="9753"/>
                        <a:pt x="6118" y="8689"/>
                      </a:cubicBezTo>
                      <a:cubicBezTo>
                        <a:pt x="6871" y="8290"/>
                        <a:pt x="7669" y="7758"/>
                        <a:pt x="8467" y="7093"/>
                      </a:cubicBezTo>
                      <a:cubicBezTo>
                        <a:pt x="9265" y="6517"/>
                        <a:pt x="10019" y="6029"/>
                        <a:pt x="10817" y="5320"/>
                      </a:cubicBezTo>
                      <a:cubicBezTo>
                        <a:pt x="12457" y="3768"/>
                        <a:pt x="13964" y="2438"/>
                        <a:pt x="15117" y="0"/>
                      </a:cubicBezTo>
                      <a:cubicBezTo>
                        <a:pt x="15117" y="0"/>
                        <a:pt x="14762" y="488"/>
                        <a:pt x="14053" y="1197"/>
                      </a:cubicBezTo>
                      <a:cubicBezTo>
                        <a:pt x="13255" y="1951"/>
                        <a:pt x="12191" y="2970"/>
                        <a:pt x="10994" y="4034"/>
                      </a:cubicBezTo>
                      <a:cubicBezTo>
                        <a:pt x="10329" y="4610"/>
                        <a:pt x="9664" y="5231"/>
                        <a:pt x="8911" y="5763"/>
                      </a:cubicBezTo>
                      <a:cubicBezTo>
                        <a:pt x="8157" y="6384"/>
                        <a:pt x="7315" y="7182"/>
                        <a:pt x="6472" y="7758"/>
                      </a:cubicBezTo>
                      <a:cubicBezTo>
                        <a:pt x="5630" y="8290"/>
                        <a:pt x="4655" y="9177"/>
                        <a:pt x="3591" y="9886"/>
                      </a:cubicBezTo>
                      <a:cubicBezTo>
                        <a:pt x="2571" y="10462"/>
                        <a:pt x="1374" y="11437"/>
                        <a:pt x="0" y="122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85" name="Forme libre : forme 24484">
                  <a:extLst>
                    <a:ext uri="{FF2B5EF4-FFF2-40B4-BE49-F238E27FC236}">
                      <a16:creationId xmlns:a16="http://schemas.microsoft.com/office/drawing/2014/main" id="{EC849891-AA8F-492D-A474-7BD0C2075C29}"/>
                    </a:ext>
                  </a:extLst>
                </p:cNvPr>
                <p:cNvSpPr/>
                <p:nvPr/>
              </p:nvSpPr>
              <p:spPr>
                <a:xfrm>
                  <a:off x="6116746" y="1548030"/>
                  <a:ext cx="10817" cy="6489"/>
                </a:xfrm>
                <a:custGeom>
                  <a:avLst/>
                  <a:gdLst>
                    <a:gd name="connsiteX0" fmla="*/ 0 w 10817"/>
                    <a:gd name="connsiteY0" fmla="*/ 5725 h 6489"/>
                    <a:gd name="connsiteX1" fmla="*/ 5453 w 10817"/>
                    <a:gd name="connsiteY1" fmla="*/ 1159 h 6489"/>
                    <a:gd name="connsiteX2" fmla="*/ 10817 w 10817"/>
                    <a:gd name="connsiteY2" fmla="*/ 760 h 6489"/>
                    <a:gd name="connsiteX3" fmla="*/ 5364 w 10817"/>
                    <a:gd name="connsiteY3" fmla="*/ 5371 h 6489"/>
                    <a:gd name="connsiteX4" fmla="*/ 0 w 10817"/>
                    <a:gd name="connsiteY4" fmla="*/ 5725 h 6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17" h="6489">
                      <a:moveTo>
                        <a:pt x="0" y="5725"/>
                      </a:moveTo>
                      <a:cubicBezTo>
                        <a:pt x="44" y="4573"/>
                        <a:pt x="2483" y="2534"/>
                        <a:pt x="5453" y="1159"/>
                      </a:cubicBezTo>
                      <a:cubicBezTo>
                        <a:pt x="8423" y="-215"/>
                        <a:pt x="10861" y="-392"/>
                        <a:pt x="10817" y="760"/>
                      </a:cubicBezTo>
                      <a:cubicBezTo>
                        <a:pt x="10772" y="1913"/>
                        <a:pt x="8379" y="3952"/>
                        <a:pt x="5364" y="5371"/>
                      </a:cubicBezTo>
                      <a:cubicBezTo>
                        <a:pt x="2394" y="6701"/>
                        <a:pt x="0" y="6878"/>
                        <a:pt x="0" y="572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86" name="Forme libre : forme 24485">
                  <a:extLst>
                    <a:ext uri="{FF2B5EF4-FFF2-40B4-BE49-F238E27FC236}">
                      <a16:creationId xmlns:a16="http://schemas.microsoft.com/office/drawing/2014/main" id="{83CF4A9C-4197-4140-B7E2-F700156DF347}"/>
                    </a:ext>
                  </a:extLst>
                </p:cNvPr>
                <p:cNvSpPr/>
                <p:nvPr/>
              </p:nvSpPr>
              <p:spPr>
                <a:xfrm>
                  <a:off x="6115516" y="1553023"/>
                  <a:ext cx="2887" cy="2294"/>
                </a:xfrm>
                <a:custGeom>
                  <a:avLst/>
                  <a:gdLst>
                    <a:gd name="connsiteX0" fmla="*/ 78 w 2887"/>
                    <a:gd name="connsiteY0" fmla="*/ 2062 h 2294"/>
                    <a:gd name="connsiteX1" fmla="*/ 1009 w 2887"/>
                    <a:gd name="connsiteY1" fmla="*/ 466 h 2294"/>
                    <a:gd name="connsiteX2" fmla="*/ 2826 w 2887"/>
                    <a:gd name="connsiteY2" fmla="*/ 200 h 2294"/>
                    <a:gd name="connsiteX3" fmla="*/ 1895 w 2887"/>
                    <a:gd name="connsiteY3" fmla="*/ 1796 h 2294"/>
                    <a:gd name="connsiteX4" fmla="*/ 78 w 2887"/>
                    <a:gd name="connsiteY4" fmla="*/ 2062 h 2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" h="2294">
                      <a:moveTo>
                        <a:pt x="78" y="2062"/>
                      </a:moveTo>
                      <a:cubicBezTo>
                        <a:pt x="-188" y="1708"/>
                        <a:pt x="255" y="998"/>
                        <a:pt x="1009" y="466"/>
                      </a:cubicBezTo>
                      <a:cubicBezTo>
                        <a:pt x="1762" y="-21"/>
                        <a:pt x="2604" y="-154"/>
                        <a:pt x="2826" y="200"/>
                      </a:cubicBezTo>
                      <a:cubicBezTo>
                        <a:pt x="3048" y="555"/>
                        <a:pt x="2649" y="1264"/>
                        <a:pt x="1895" y="1796"/>
                      </a:cubicBezTo>
                      <a:cubicBezTo>
                        <a:pt x="1142" y="2328"/>
                        <a:pt x="344" y="2461"/>
                        <a:pt x="78" y="20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87" name="Forme libre : forme 24486">
                  <a:extLst>
                    <a:ext uri="{FF2B5EF4-FFF2-40B4-BE49-F238E27FC236}">
                      <a16:creationId xmlns:a16="http://schemas.microsoft.com/office/drawing/2014/main" id="{8283A3AC-8844-401B-BE47-42053604FC48}"/>
                    </a:ext>
                  </a:extLst>
                </p:cNvPr>
                <p:cNvSpPr/>
                <p:nvPr/>
              </p:nvSpPr>
              <p:spPr>
                <a:xfrm>
                  <a:off x="6102614" y="1554876"/>
                  <a:ext cx="29757" cy="12461"/>
                </a:xfrm>
                <a:custGeom>
                  <a:avLst/>
                  <a:gdLst>
                    <a:gd name="connsiteX0" fmla="*/ 6064 w 29757"/>
                    <a:gd name="connsiteY0" fmla="*/ 12090 h 12461"/>
                    <a:gd name="connsiteX1" fmla="*/ 301 w 29757"/>
                    <a:gd name="connsiteY1" fmla="*/ 7258 h 12461"/>
                    <a:gd name="connsiteX2" fmla="*/ 1188 w 29757"/>
                    <a:gd name="connsiteY2" fmla="*/ 4199 h 12461"/>
                    <a:gd name="connsiteX3" fmla="*/ 4956 w 29757"/>
                    <a:gd name="connsiteY3" fmla="*/ 3489 h 12461"/>
                    <a:gd name="connsiteX4" fmla="*/ 14708 w 29757"/>
                    <a:gd name="connsiteY4" fmla="*/ 4952 h 12461"/>
                    <a:gd name="connsiteX5" fmla="*/ 29692 w 29757"/>
                    <a:gd name="connsiteY5" fmla="*/ 1007 h 12461"/>
                    <a:gd name="connsiteX6" fmla="*/ 14531 w 29757"/>
                    <a:gd name="connsiteY6" fmla="*/ 11513 h 12461"/>
                    <a:gd name="connsiteX7" fmla="*/ 6064 w 29757"/>
                    <a:gd name="connsiteY7" fmla="*/ 12090 h 12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757" h="12461">
                      <a:moveTo>
                        <a:pt x="6064" y="12090"/>
                      </a:moveTo>
                      <a:cubicBezTo>
                        <a:pt x="3094" y="11292"/>
                        <a:pt x="1454" y="9385"/>
                        <a:pt x="301" y="7258"/>
                      </a:cubicBezTo>
                      <a:cubicBezTo>
                        <a:pt x="-142" y="6460"/>
                        <a:pt x="-275" y="5218"/>
                        <a:pt x="1188" y="4199"/>
                      </a:cubicBezTo>
                      <a:cubicBezTo>
                        <a:pt x="2517" y="3268"/>
                        <a:pt x="3980" y="3223"/>
                        <a:pt x="4956" y="3489"/>
                      </a:cubicBezTo>
                      <a:cubicBezTo>
                        <a:pt x="8014" y="4199"/>
                        <a:pt x="10497" y="5839"/>
                        <a:pt x="14708" y="4952"/>
                      </a:cubicBezTo>
                      <a:cubicBezTo>
                        <a:pt x="17413" y="4376"/>
                        <a:pt x="30801" y="-2539"/>
                        <a:pt x="29692" y="1007"/>
                      </a:cubicBezTo>
                      <a:cubicBezTo>
                        <a:pt x="28673" y="4465"/>
                        <a:pt x="18211" y="10361"/>
                        <a:pt x="14531" y="11513"/>
                      </a:cubicBezTo>
                      <a:cubicBezTo>
                        <a:pt x="11206" y="12577"/>
                        <a:pt x="8280" y="12710"/>
                        <a:pt x="6064" y="1209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74" name="Graphique 2">
                <a:extLst>
                  <a:ext uri="{FF2B5EF4-FFF2-40B4-BE49-F238E27FC236}">
                    <a16:creationId xmlns:a16="http://schemas.microsoft.com/office/drawing/2014/main" id="{663F5210-5D3C-45A7-B677-907688031D59}"/>
                  </a:ext>
                </a:extLst>
              </p:cNvPr>
              <p:cNvGrpSpPr/>
              <p:nvPr/>
            </p:nvGrpSpPr>
            <p:grpSpPr>
              <a:xfrm>
                <a:off x="6028897" y="1556790"/>
                <a:ext cx="72039" cy="34105"/>
                <a:chOff x="6028897" y="1556790"/>
                <a:chExt cx="72039" cy="34105"/>
              </a:xfrm>
              <a:solidFill>
                <a:schemeClr val="accent1"/>
              </a:solidFill>
            </p:grpSpPr>
            <p:sp>
              <p:nvSpPr>
                <p:cNvPr id="24464" name="Forme libre : forme 24463">
                  <a:extLst>
                    <a:ext uri="{FF2B5EF4-FFF2-40B4-BE49-F238E27FC236}">
                      <a16:creationId xmlns:a16="http://schemas.microsoft.com/office/drawing/2014/main" id="{7104F947-9718-42AF-9BD7-3CE8B46909E7}"/>
                    </a:ext>
                  </a:extLst>
                </p:cNvPr>
                <p:cNvSpPr/>
                <p:nvPr/>
              </p:nvSpPr>
              <p:spPr>
                <a:xfrm>
                  <a:off x="6028897" y="1556790"/>
                  <a:ext cx="72039" cy="34105"/>
                </a:xfrm>
                <a:custGeom>
                  <a:avLst/>
                  <a:gdLst>
                    <a:gd name="connsiteX0" fmla="*/ 27382 w 72039"/>
                    <a:gd name="connsiteY0" fmla="*/ 2596 h 34105"/>
                    <a:gd name="connsiteX1" fmla="*/ 31328 w 72039"/>
                    <a:gd name="connsiteY1" fmla="*/ 3349 h 34105"/>
                    <a:gd name="connsiteX2" fmla="*/ 35539 w 72039"/>
                    <a:gd name="connsiteY2" fmla="*/ 3482 h 34105"/>
                    <a:gd name="connsiteX3" fmla="*/ 44804 w 72039"/>
                    <a:gd name="connsiteY3" fmla="*/ 1886 h 34105"/>
                    <a:gd name="connsiteX4" fmla="*/ 51676 w 72039"/>
                    <a:gd name="connsiteY4" fmla="*/ 468 h 34105"/>
                    <a:gd name="connsiteX5" fmla="*/ 58281 w 72039"/>
                    <a:gd name="connsiteY5" fmla="*/ 69 h 34105"/>
                    <a:gd name="connsiteX6" fmla="*/ 67325 w 72039"/>
                    <a:gd name="connsiteY6" fmla="*/ 4014 h 34105"/>
                    <a:gd name="connsiteX7" fmla="*/ 71359 w 72039"/>
                    <a:gd name="connsiteY7" fmla="*/ 11240 h 34105"/>
                    <a:gd name="connsiteX8" fmla="*/ 68920 w 72039"/>
                    <a:gd name="connsiteY8" fmla="*/ 21303 h 34105"/>
                    <a:gd name="connsiteX9" fmla="*/ 62714 w 72039"/>
                    <a:gd name="connsiteY9" fmla="*/ 26800 h 34105"/>
                    <a:gd name="connsiteX10" fmla="*/ 53360 w 72039"/>
                    <a:gd name="connsiteY10" fmla="*/ 31056 h 34105"/>
                    <a:gd name="connsiteX11" fmla="*/ 37047 w 72039"/>
                    <a:gd name="connsiteY11" fmla="*/ 34026 h 34105"/>
                    <a:gd name="connsiteX12" fmla="*/ 28269 w 72039"/>
                    <a:gd name="connsiteY12" fmla="*/ 33849 h 34105"/>
                    <a:gd name="connsiteX13" fmla="*/ 19447 w 72039"/>
                    <a:gd name="connsiteY13" fmla="*/ 32297 h 34105"/>
                    <a:gd name="connsiteX14" fmla="*/ 8852 w 72039"/>
                    <a:gd name="connsiteY14" fmla="*/ 27288 h 34105"/>
                    <a:gd name="connsiteX15" fmla="*/ 2380 w 72039"/>
                    <a:gd name="connsiteY15" fmla="*/ 20550 h 34105"/>
                    <a:gd name="connsiteX16" fmla="*/ 30 w 72039"/>
                    <a:gd name="connsiteY16" fmla="*/ 14299 h 34105"/>
                    <a:gd name="connsiteX17" fmla="*/ 1493 w 72039"/>
                    <a:gd name="connsiteY17" fmla="*/ 9733 h 34105"/>
                    <a:gd name="connsiteX18" fmla="*/ 7300 w 72039"/>
                    <a:gd name="connsiteY18" fmla="*/ 3394 h 34105"/>
                    <a:gd name="connsiteX19" fmla="*/ 11379 w 72039"/>
                    <a:gd name="connsiteY19" fmla="*/ 1177 h 34105"/>
                    <a:gd name="connsiteX20" fmla="*/ 16610 w 72039"/>
                    <a:gd name="connsiteY20" fmla="*/ 689 h 34105"/>
                    <a:gd name="connsiteX21" fmla="*/ 22107 w 72039"/>
                    <a:gd name="connsiteY21" fmla="*/ 1310 h 34105"/>
                    <a:gd name="connsiteX22" fmla="*/ 27382 w 72039"/>
                    <a:gd name="connsiteY22" fmla="*/ 2596 h 3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2039" h="34105">
                      <a:moveTo>
                        <a:pt x="27382" y="2596"/>
                      </a:moveTo>
                      <a:cubicBezTo>
                        <a:pt x="28624" y="3083"/>
                        <a:pt x="30042" y="3039"/>
                        <a:pt x="31328" y="3349"/>
                      </a:cubicBezTo>
                      <a:cubicBezTo>
                        <a:pt x="32658" y="3660"/>
                        <a:pt x="34121" y="3394"/>
                        <a:pt x="35539" y="3482"/>
                      </a:cubicBezTo>
                      <a:cubicBezTo>
                        <a:pt x="38465" y="3349"/>
                        <a:pt x="41524" y="2862"/>
                        <a:pt x="44804" y="1886"/>
                      </a:cubicBezTo>
                      <a:cubicBezTo>
                        <a:pt x="47065" y="1399"/>
                        <a:pt x="49415" y="601"/>
                        <a:pt x="51676" y="468"/>
                      </a:cubicBezTo>
                      <a:cubicBezTo>
                        <a:pt x="53981" y="69"/>
                        <a:pt x="56198" y="-109"/>
                        <a:pt x="58281" y="69"/>
                      </a:cubicBezTo>
                      <a:cubicBezTo>
                        <a:pt x="62404" y="157"/>
                        <a:pt x="65817" y="1399"/>
                        <a:pt x="67325" y="4014"/>
                      </a:cubicBezTo>
                      <a:lnTo>
                        <a:pt x="71359" y="11240"/>
                      </a:lnTo>
                      <a:cubicBezTo>
                        <a:pt x="72822" y="13856"/>
                        <a:pt x="71891" y="17491"/>
                        <a:pt x="68920" y="21303"/>
                      </a:cubicBezTo>
                      <a:cubicBezTo>
                        <a:pt x="67325" y="23121"/>
                        <a:pt x="65285" y="25027"/>
                        <a:pt x="62714" y="26800"/>
                      </a:cubicBezTo>
                      <a:cubicBezTo>
                        <a:pt x="59966" y="28396"/>
                        <a:pt x="57040" y="30125"/>
                        <a:pt x="53360" y="31056"/>
                      </a:cubicBezTo>
                      <a:cubicBezTo>
                        <a:pt x="48307" y="32608"/>
                        <a:pt x="42809" y="33672"/>
                        <a:pt x="37047" y="34026"/>
                      </a:cubicBezTo>
                      <a:cubicBezTo>
                        <a:pt x="34121" y="34026"/>
                        <a:pt x="31239" y="34292"/>
                        <a:pt x="28269" y="33849"/>
                      </a:cubicBezTo>
                      <a:cubicBezTo>
                        <a:pt x="25299" y="33361"/>
                        <a:pt x="22284" y="33184"/>
                        <a:pt x="19447" y="32297"/>
                      </a:cubicBezTo>
                      <a:cubicBezTo>
                        <a:pt x="15457" y="31012"/>
                        <a:pt x="11601" y="29593"/>
                        <a:pt x="8852" y="27288"/>
                      </a:cubicBezTo>
                      <a:cubicBezTo>
                        <a:pt x="5970" y="25160"/>
                        <a:pt x="3621" y="22988"/>
                        <a:pt x="2380" y="20550"/>
                      </a:cubicBezTo>
                      <a:cubicBezTo>
                        <a:pt x="1005" y="18244"/>
                        <a:pt x="207" y="16117"/>
                        <a:pt x="30" y="14299"/>
                      </a:cubicBezTo>
                      <a:cubicBezTo>
                        <a:pt x="-147" y="12526"/>
                        <a:pt x="473" y="10841"/>
                        <a:pt x="1493" y="9733"/>
                      </a:cubicBezTo>
                      <a:lnTo>
                        <a:pt x="7300" y="3394"/>
                      </a:lnTo>
                      <a:cubicBezTo>
                        <a:pt x="8364" y="2197"/>
                        <a:pt x="9694" y="1665"/>
                        <a:pt x="11379" y="1177"/>
                      </a:cubicBezTo>
                      <a:cubicBezTo>
                        <a:pt x="13019" y="734"/>
                        <a:pt x="14837" y="556"/>
                        <a:pt x="16610" y="689"/>
                      </a:cubicBezTo>
                      <a:cubicBezTo>
                        <a:pt x="18383" y="955"/>
                        <a:pt x="20289" y="955"/>
                        <a:pt x="22107" y="1310"/>
                      </a:cubicBezTo>
                      <a:cubicBezTo>
                        <a:pt x="23792" y="1886"/>
                        <a:pt x="25653" y="1842"/>
                        <a:pt x="27382" y="259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65" name="Forme libre : forme 24464">
                  <a:extLst>
                    <a:ext uri="{FF2B5EF4-FFF2-40B4-BE49-F238E27FC236}">
                      <a16:creationId xmlns:a16="http://schemas.microsoft.com/office/drawing/2014/main" id="{D701D90A-0F6D-4A2C-8BAC-FB392B50F781}"/>
                    </a:ext>
                  </a:extLst>
                </p:cNvPr>
                <p:cNvSpPr/>
                <p:nvPr/>
              </p:nvSpPr>
              <p:spPr>
                <a:xfrm>
                  <a:off x="6035887" y="1556790"/>
                  <a:ext cx="62018" cy="14609"/>
                </a:xfrm>
                <a:custGeom>
                  <a:avLst/>
                  <a:gdLst>
                    <a:gd name="connsiteX0" fmla="*/ 36484 w 62018"/>
                    <a:gd name="connsiteY0" fmla="*/ 12614 h 14609"/>
                    <a:gd name="connsiteX1" fmla="*/ 49872 w 62018"/>
                    <a:gd name="connsiteY1" fmla="*/ 8359 h 14609"/>
                    <a:gd name="connsiteX2" fmla="*/ 62019 w 62018"/>
                    <a:gd name="connsiteY2" fmla="*/ 7162 h 14609"/>
                    <a:gd name="connsiteX3" fmla="*/ 60290 w 62018"/>
                    <a:gd name="connsiteY3" fmla="*/ 4014 h 14609"/>
                    <a:gd name="connsiteX4" fmla="*/ 51247 w 62018"/>
                    <a:gd name="connsiteY4" fmla="*/ 69 h 14609"/>
                    <a:gd name="connsiteX5" fmla="*/ 44641 w 62018"/>
                    <a:gd name="connsiteY5" fmla="*/ 468 h 14609"/>
                    <a:gd name="connsiteX6" fmla="*/ 37770 w 62018"/>
                    <a:gd name="connsiteY6" fmla="*/ 1886 h 14609"/>
                    <a:gd name="connsiteX7" fmla="*/ 28505 w 62018"/>
                    <a:gd name="connsiteY7" fmla="*/ 3482 h 14609"/>
                    <a:gd name="connsiteX8" fmla="*/ 24293 w 62018"/>
                    <a:gd name="connsiteY8" fmla="*/ 3349 h 14609"/>
                    <a:gd name="connsiteX9" fmla="*/ 20348 w 62018"/>
                    <a:gd name="connsiteY9" fmla="*/ 2596 h 14609"/>
                    <a:gd name="connsiteX10" fmla="*/ 14984 w 62018"/>
                    <a:gd name="connsiteY10" fmla="*/ 1310 h 14609"/>
                    <a:gd name="connsiteX11" fmla="*/ 9487 w 62018"/>
                    <a:gd name="connsiteY11" fmla="*/ 689 h 14609"/>
                    <a:gd name="connsiteX12" fmla="*/ 4256 w 62018"/>
                    <a:gd name="connsiteY12" fmla="*/ 1177 h 14609"/>
                    <a:gd name="connsiteX13" fmla="*/ 177 w 62018"/>
                    <a:gd name="connsiteY13" fmla="*/ 3394 h 14609"/>
                    <a:gd name="connsiteX14" fmla="*/ 0 w 62018"/>
                    <a:gd name="connsiteY14" fmla="*/ 3615 h 14609"/>
                    <a:gd name="connsiteX15" fmla="*/ 4078 w 62018"/>
                    <a:gd name="connsiteY15" fmla="*/ 6718 h 14609"/>
                    <a:gd name="connsiteX16" fmla="*/ 8245 w 62018"/>
                    <a:gd name="connsiteY16" fmla="*/ 9511 h 14609"/>
                    <a:gd name="connsiteX17" fmla="*/ 12590 w 62018"/>
                    <a:gd name="connsiteY17" fmla="*/ 11861 h 14609"/>
                    <a:gd name="connsiteX18" fmla="*/ 17200 w 62018"/>
                    <a:gd name="connsiteY18" fmla="*/ 13412 h 14609"/>
                    <a:gd name="connsiteX19" fmla="*/ 21944 w 62018"/>
                    <a:gd name="connsiteY19" fmla="*/ 14299 h 14609"/>
                    <a:gd name="connsiteX20" fmla="*/ 24338 w 62018"/>
                    <a:gd name="connsiteY20" fmla="*/ 14609 h 14609"/>
                    <a:gd name="connsiteX21" fmla="*/ 26776 w 62018"/>
                    <a:gd name="connsiteY21" fmla="*/ 14476 h 14609"/>
                    <a:gd name="connsiteX22" fmla="*/ 36484 w 62018"/>
                    <a:gd name="connsiteY22" fmla="*/ 12614 h 14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018" h="14609">
                      <a:moveTo>
                        <a:pt x="36484" y="12614"/>
                      </a:moveTo>
                      <a:cubicBezTo>
                        <a:pt x="40918" y="10841"/>
                        <a:pt x="45484" y="9467"/>
                        <a:pt x="49872" y="8359"/>
                      </a:cubicBezTo>
                      <a:cubicBezTo>
                        <a:pt x="54261" y="7295"/>
                        <a:pt x="58473" y="6718"/>
                        <a:pt x="62019" y="7162"/>
                      </a:cubicBezTo>
                      <a:lnTo>
                        <a:pt x="60290" y="4014"/>
                      </a:lnTo>
                      <a:cubicBezTo>
                        <a:pt x="58827" y="1399"/>
                        <a:pt x="55369" y="157"/>
                        <a:pt x="51247" y="69"/>
                      </a:cubicBezTo>
                      <a:cubicBezTo>
                        <a:pt x="49163" y="-109"/>
                        <a:pt x="46946" y="69"/>
                        <a:pt x="44641" y="468"/>
                      </a:cubicBezTo>
                      <a:cubicBezTo>
                        <a:pt x="42380" y="601"/>
                        <a:pt x="40031" y="1399"/>
                        <a:pt x="37770" y="1886"/>
                      </a:cubicBezTo>
                      <a:cubicBezTo>
                        <a:pt x="34534" y="2817"/>
                        <a:pt x="31431" y="3305"/>
                        <a:pt x="28505" y="3482"/>
                      </a:cubicBezTo>
                      <a:cubicBezTo>
                        <a:pt x="27131" y="3349"/>
                        <a:pt x="25623" y="3660"/>
                        <a:pt x="24293" y="3349"/>
                      </a:cubicBezTo>
                      <a:cubicBezTo>
                        <a:pt x="23008" y="2995"/>
                        <a:pt x="21589" y="3083"/>
                        <a:pt x="20348" y="2596"/>
                      </a:cubicBezTo>
                      <a:cubicBezTo>
                        <a:pt x="18619" y="1886"/>
                        <a:pt x="16757" y="1886"/>
                        <a:pt x="14984" y="1310"/>
                      </a:cubicBezTo>
                      <a:cubicBezTo>
                        <a:pt x="13166" y="955"/>
                        <a:pt x="11260" y="1000"/>
                        <a:pt x="9487" y="689"/>
                      </a:cubicBezTo>
                      <a:cubicBezTo>
                        <a:pt x="7669" y="556"/>
                        <a:pt x="5896" y="734"/>
                        <a:pt x="4256" y="1177"/>
                      </a:cubicBezTo>
                      <a:cubicBezTo>
                        <a:pt x="2616" y="1665"/>
                        <a:pt x="1286" y="2241"/>
                        <a:pt x="177" y="3394"/>
                      </a:cubicBezTo>
                      <a:lnTo>
                        <a:pt x="0" y="3615"/>
                      </a:lnTo>
                      <a:cubicBezTo>
                        <a:pt x="1241" y="4812"/>
                        <a:pt x="2748" y="5654"/>
                        <a:pt x="4078" y="6718"/>
                      </a:cubicBezTo>
                      <a:cubicBezTo>
                        <a:pt x="5453" y="7738"/>
                        <a:pt x="6738" y="8846"/>
                        <a:pt x="8245" y="9511"/>
                      </a:cubicBezTo>
                      <a:lnTo>
                        <a:pt x="12590" y="11861"/>
                      </a:lnTo>
                      <a:lnTo>
                        <a:pt x="17200" y="13412"/>
                      </a:lnTo>
                      <a:cubicBezTo>
                        <a:pt x="18708" y="14077"/>
                        <a:pt x="20392" y="13989"/>
                        <a:pt x="21944" y="14299"/>
                      </a:cubicBezTo>
                      <a:cubicBezTo>
                        <a:pt x="22742" y="14388"/>
                        <a:pt x="23540" y="14521"/>
                        <a:pt x="24338" y="14609"/>
                      </a:cubicBezTo>
                      <a:lnTo>
                        <a:pt x="26776" y="14476"/>
                      </a:lnTo>
                      <a:cubicBezTo>
                        <a:pt x="30101" y="14521"/>
                        <a:pt x="33337" y="13590"/>
                        <a:pt x="36484" y="1261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66" name="Forme libre : forme 24465">
                  <a:extLst>
                    <a:ext uri="{FF2B5EF4-FFF2-40B4-BE49-F238E27FC236}">
                      <a16:creationId xmlns:a16="http://schemas.microsoft.com/office/drawing/2014/main" id="{30E35340-AFCC-4678-BF24-8CB82041ED0E}"/>
                    </a:ext>
                  </a:extLst>
                </p:cNvPr>
                <p:cNvSpPr/>
                <p:nvPr/>
              </p:nvSpPr>
              <p:spPr>
                <a:xfrm>
                  <a:off x="6045230" y="1568684"/>
                  <a:ext cx="31013" cy="11980"/>
                </a:xfrm>
                <a:custGeom>
                  <a:avLst/>
                  <a:gdLst>
                    <a:gd name="connsiteX0" fmla="*/ 233 w 31013"/>
                    <a:gd name="connsiteY0" fmla="*/ 2228 h 11980"/>
                    <a:gd name="connsiteX1" fmla="*/ 2272 w 31013"/>
                    <a:gd name="connsiteY1" fmla="*/ 721 h 11980"/>
                    <a:gd name="connsiteX2" fmla="*/ 5863 w 31013"/>
                    <a:gd name="connsiteY2" fmla="*/ 56 h 11980"/>
                    <a:gd name="connsiteX3" fmla="*/ 10385 w 31013"/>
                    <a:gd name="connsiteY3" fmla="*/ 100 h 11980"/>
                    <a:gd name="connsiteX4" fmla="*/ 15660 w 31013"/>
                    <a:gd name="connsiteY4" fmla="*/ 410 h 11980"/>
                    <a:gd name="connsiteX5" fmla="*/ 21024 w 31013"/>
                    <a:gd name="connsiteY5" fmla="*/ 809 h 11980"/>
                    <a:gd name="connsiteX6" fmla="*/ 25723 w 31013"/>
                    <a:gd name="connsiteY6" fmla="*/ 1386 h 11980"/>
                    <a:gd name="connsiteX7" fmla="*/ 29225 w 31013"/>
                    <a:gd name="connsiteY7" fmla="*/ 2494 h 11980"/>
                    <a:gd name="connsiteX8" fmla="*/ 30954 w 31013"/>
                    <a:gd name="connsiteY8" fmla="*/ 4356 h 11980"/>
                    <a:gd name="connsiteX9" fmla="*/ 30289 w 31013"/>
                    <a:gd name="connsiteY9" fmla="*/ 6838 h 11980"/>
                    <a:gd name="connsiteX10" fmla="*/ 27186 w 31013"/>
                    <a:gd name="connsiteY10" fmla="*/ 9410 h 11980"/>
                    <a:gd name="connsiteX11" fmla="*/ 21910 w 31013"/>
                    <a:gd name="connsiteY11" fmla="*/ 11449 h 11980"/>
                    <a:gd name="connsiteX12" fmla="*/ 14995 w 31013"/>
                    <a:gd name="connsiteY12" fmla="*/ 11981 h 11980"/>
                    <a:gd name="connsiteX13" fmla="*/ 8124 w 31013"/>
                    <a:gd name="connsiteY13" fmla="*/ 10607 h 11980"/>
                    <a:gd name="connsiteX14" fmla="*/ 3114 w 31013"/>
                    <a:gd name="connsiteY14" fmla="*/ 7858 h 11980"/>
                    <a:gd name="connsiteX15" fmla="*/ 410 w 31013"/>
                    <a:gd name="connsiteY15" fmla="*/ 4888 h 11980"/>
                    <a:gd name="connsiteX16" fmla="*/ 233 w 31013"/>
                    <a:gd name="connsiteY16" fmla="*/ 2228 h 11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13" h="11980">
                      <a:moveTo>
                        <a:pt x="233" y="2228"/>
                      </a:moveTo>
                      <a:cubicBezTo>
                        <a:pt x="587" y="1519"/>
                        <a:pt x="1297" y="1031"/>
                        <a:pt x="2272" y="721"/>
                      </a:cubicBezTo>
                      <a:cubicBezTo>
                        <a:pt x="3203" y="499"/>
                        <a:pt x="4488" y="100"/>
                        <a:pt x="5863" y="56"/>
                      </a:cubicBezTo>
                      <a:cubicBezTo>
                        <a:pt x="7281" y="-122"/>
                        <a:pt x="8744" y="189"/>
                        <a:pt x="10385" y="100"/>
                      </a:cubicBezTo>
                      <a:cubicBezTo>
                        <a:pt x="12069" y="11"/>
                        <a:pt x="13798" y="278"/>
                        <a:pt x="15660" y="410"/>
                      </a:cubicBezTo>
                      <a:cubicBezTo>
                        <a:pt x="17566" y="366"/>
                        <a:pt x="19339" y="588"/>
                        <a:pt x="21024" y="809"/>
                      </a:cubicBezTo>
                      <a:cubicBezTo>
                        <a:pt x="22709" y="854"/>
                        <a:pt x="24304" y="1031"/>
                        <a:pt x="25723" y="1386"/>
                      </a:cubicBezTo>
                      <a:cubicBezTo>
                        <a:pt x="27142" y="1785"/>
                        <a:pt x="28339" y="2006"/>
                        <a:pt x="29225" y="2494"/>
                      </a:cubicBezTo>
                      <a:cubicBezTo>
                        <a:pt x="30156" y="2982"/>
                        <a:pt x="30777" y="3602"/>
                        <a:pt x="30954" y="4356"/>
                      </a:cubicBezTo>
                      <a:cubicBezTo>
                        <a:pt x="31131" y="5110"/>
                        <a:pt x="30910" y="5952"/>
                        <a:pt x="30289" y="6838"/>
                      </a:cubicBezTo>
                      <a:cubicBezTo>
                        <a:pt x="29624" y="7725"/>
                        <a:pt x="28649" y="8700"/>
                        <a:pt x="27186" y="9410"/>
                      </a:cubicBezTo>
                      <a:cubicBezTo>
                        <a:pt x="25767" y="10163"/>
                        <a:pt x="23950" y="10828"/>
                        <a:pt x="21910" y="11449"/>
                      </a:cubicBezTo>
                      <a:cubicBezTo>
                        <a:pt x="19827" y="11848"/>
                        <a:pt x="17477" y="11981"/>
                        <a:pt x="14995" y="11981"/>
                      </a:cubicBezTo>
                      <a:cubicBezTo>
                        <a:pt x="12512" y="11848"/>
                        <a:pt x="10207" y="11183"/>
                        <a:pt x="8124" y="10607"/>
                      </a:cubicBezTo>
                      <a:cubicBezTo>
                        <a:pt x="6084" y="10030"/>
                        <a:pt x="4444" y="8745"/>
                        <a:pt x="3114" y="7858"/>
                      </a:cubicBezTo>
                      <a:cubicBezTo>
                        <a:pt x="1829" y="6838"/>
                        <a:pt x="809" y="5952"/>
                        <a:pt x="410" y="4888"/>
                      </a:cubicBezTo>
                      <a:cubicBezTo>
                        <a:pt x="-78" y="3868"/>
                        <a:pt x="-122" y="2937"/>
                        <a:pt x="233" y="222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67" name="Forme libre : forme 24466">
                  <a:extLst>
                    <a:ext uri="{FF2B5EF4-FFF2-40B4-BE49-F238E27FC236}">
                      <a16:creationId xmlns:a16="http://schemas.microsoft.com/office/drawing/2014/main" id="{DED68CA7-D8A0-4ED4-A757-FA3595D3478F}"/>
                    </a:ext>
                  </a:extLst>
                </p:cNvPr>
                <p:cNvSpPr/>
                <p:nvPr/>
              </p:nvSpPr>
              <p:spPr>
                <a:xfrm>
                  <a:off x="6054727" y="1568832"/>
                  <a:ext cx="21467" cy="10369"/>
                </a:xfrm>
                <a:custGeom>
                  <a:avLst/>
                  <a:gdLst>
                    <a:gd name="connsiteX0" fmla="*/ 15250 w 21467"/>
                    <a:gd name="connsiteY0" fmla="*/ 10370 h 10369"/>
                    <a:gd name="connsiteX1" fmla="*/ 20171 w 21467"/>
                    <a:gd name="connsiteY1" fmla="*/ 7400 h 10369"/>
                    <a:gd name="connsiteX2" fmla="*/ 21412 w 21467"/>
                    <a:gd name="connsiteY2" fmla="*/ 4252 h 10369"/>
                    <a:gd name="connsiteX3" fmla="*/ 19683 w 21467"/>
                    <a:gd name="connsiteY3" fmla="*/ 2390 h 10369"/>
                    <a:gd name="connsiteX4" fmla="*/ 16181 w 21467"/>
                    <a:gd name="connsiteY4" fmla="*/ 1282 h 10369"/>
                    <a:gd name="connsiteX5" fmla="*/ 11482 w 21467"/>
                    <a:gd name="connsiteY5" fmla="*/ 705 h 10369"/>
                    <a:gd name="connsiteX6" fmla="*/ 6118 w 21467"/>
                    <a:gd name="connsiteY6" fmla="*/ 307 h 10369"/>
                    <a:gd name="connsiteX7" fmla="*/ 0 w 21467"/>
                    <a:gd name="connsiteY7" fmla="*/ 41 h 10369"/>
                    <a:gd name="connsiteX8" fmla="*/ 3280 w 21467"/>
                    <a:gd name="connsiteY8" fmla="*/ 971 h 10369"/>
                    <a:gd name="connsiteX9" fmla="*/ 5408 w 21467"/>
                    <a:gd name="connsiteY9" fmla="*/ 2080 h 10369"/>
                    <a:gd name="connsiteX10" fmla="*/ 7536 w 21467"/>
                    <a:gd name="connsiteY10" fmla="*/ 3011 h 10369"/>
                    <a:gd name="connsiteX11" fmla="*/ 11349 w 21467"/>
                    <a:gd name="connsiteY11" fmla="*/ 5272 h 10369"/>
                    <a:gd name="connsiteX12" fmla="*/ 15250 w 21467"/>
                    <a:gd name="connsiteY12" fmla="*/ 10370 h 10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467" h="10369">
                      <a:moveTo>
                        <a:pt x="15250" y="10370"/>
                      </a:moveTo>
                      <a:cubicBezTo>
                        <a:pt x="17466" y="9527"/>
                        <a:pt x="19195" y="8596"/>
                        <a:pt x="20171" y="7400"/>
                      </a:cubicBezTo>
                      <a:cubicBezTo>
                        <a:pt x="21190" y="6291"/>
                        <a:pt x="21634" y="5183"/>
                        <a:pt x="21412" y="4252"/>
                      </a:cubicBezTo>
                      <a:cubicBezTo>
                        <a:pt x="21190" y="3498"/>
                        <a:pt x="20569" y="2878"/>
                        <a:pt x="19683" y="2390"/>
                      </a:cubicBezTo>
                      <a:cubicBezTo>
                        <a:pt x="18752" y="1903"/>
                        <a:pt x="17555" y="1681"/>
                        <a:pt x="16181" y="1282"/>
                      </a:cubicBezTo>
                      <a:cubicBezTo>
                        <a:pt x="14762" y="971"/>
                        <a:pt x="13211" y="750"/>
                        <a:pt x="11482" y="705"/>
                      </a:cubicBezTo>
                      <a:cubicBezTo>
                        <a:pt x="9797" y="484"/>
                        <a:pt x="8024" y="262"/>
                        <a:pt x="6118" y="307"/>
                      </a:cubicBezTo>
                      <a:cubicBezTo>
                        <a:pt x="3945" y="129"/>
                        <a:pt x="1951" y="-92"/>
                        <a:pt x="0" y="41"/>
                      </a:cubicBezTo>
                      <a:cubicBezTo>
                        <a:pt x="1153" y="218"/>
                        <a:pt x="2217" y="528"/>
                        <a:pt x="3280" y="971"/>
                      </a:cubicBezTo>
                      <a:cubicBezTo>
                        <a:pt x="3990" y="1326"/>
                        <a:pt x="4699" y="1681"/>
                        <a:pt x="5408" y="2080"/>
                      </a:cubicBezTo>
                      <a:cubicBezTo>
                        <a:pt x="6118" y="2346"/>
                        <a:pt x="6827" y="2656"/>
                        <a:pt x="7536" y="3011"/>
                      </a:cubicBezTo>
                      <a:cubicBezTo>
                        <a:pt x="8911" y="3676"/>
                        <a:pt x="10196" y="4474"/>
                        <a:pt x="11349" y="5272"/>
                      </a:cubicBezTo>
                      <a:cubicBezTo>
                        <a:pt x="13654" y="6690"/>
                        <a:pt x="15294" y="8375"/>
                        <a:pt x="15250" y="1037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68" name="Forme libre : forme 24467">
                  <a:extLst>
                    <a:ext uri="{FF2B5EF4-FFF2-40B4-BE49-F238E27FC236}">
                      <a16:creationId xmlns:a16="http://schemas.microsoft.com/office/drawing/2014/main" id="{4ACE2C48-0F26-4867-A835-669077EE3AD4}"/>
                    </a:ext>
                  </a:extLst>
                </p:cNvPr>
                <p:cNvSpPr/>
                <p:nvPr/>
              </p:nvSpPr>
              <p:spPr>
                <a:xfrm>
                  <a:off x="6044375" y="1567056"/>
                  <a:ext cx="30002" cy="12296"/>
                </a:xfrm>
                <a:custGeom>
                  <a:avLst/>
                  <a:gdLst>
                    <a:gd name="connsiteX0" fmla="*/ 289 w 30002"/>
                    <a:gd name="connsiteY0" fmla="*/ 1949 h 12296"/>
                    <a:gd name="connsiteX1" fmla="*/ 2373 w 30002"/>
                    <a:gd name="connsiteY1" fmla="*/ 486 h 12296"/>
                    <a:gd name="connsiteX2" fmla="*/ 5830 w 30002"/>
                    <a:gd name="connsiteY2" fmla="*/ 43 h 12296"/>
                    <a:gd name="connsiteX3" fmla="*/ 10219 w 30002"/>
                    <a:gd name="connsiteY3" fmla="*/ 220 h 12296"/>
                    <a:gd name="connsiteX4" fmla="*/ 15273 w 30002"/>
                    <a:gd name="connsiteY4" fmla="*/ 619 h 12296"/>
                    <a:gd name="connsiteX5" fmla="*/ 20415 w 30002"/>
                    <a:gd name="connsiteY5" fmla="*/ 1195 h 12296"/>
                    <a:gd name="connsiteX6" fmla="*/ 24893 w 30002"/>
                    <a:gd name="connsiteY6" fmla="*/ 1949 h 12296"/>
                    <a:gd name="connsiteX7" fmla="*/ 28306 w 30002"/>
                    <a:gd name="connsiteY7" fmla="*/ 3279 h 12296"/>
                    <a:gd name="connsiteX8" fmla="*/ 29946 w 30002"/>
                    <a:gd name="connsiteY8" fmla="*/ 5141 h 12296"/>
                    <a:gd name="connsiteX9" fmla="*/ 26134 w 30002"/>
                    <a:gd name="connsiteY9" fmla="*/ 10017 h 12296"/>
                    <a:gd name="connsiteX10" fmla="*/ 20947 w 30002"/>
                    <a:gd name="connsiteY10" fmla="*/ 11835 h 12296"/>
                    <a:gd name="connsiteX11" fmla="*/ 14209 w 30002"/>
                    <a:gd name="connsiteY11" fmla="*/ 12189 h 12296"/>
                    <a:gd name="connsiteX12" fmla="*/ 7604 w 30002"/>
                    <a:gd name="connsiteY12" fmla="*/ 10594 h 12296"/>
                    <a:gd name="connsiteX13" fmla="*/ 2816 w 30002"/>
                    <a:gd name="connsiteY13" fmla="*/ 7712 h 12296"/>
                    <a:gd name="connsiteX14" fmla="*/ 378 w 30002"/>
                    <a:gd name="connsiteY14" fmla="*/ 4565 h 12296"/>
                    <a:gd name="connsiteX15" fmla="*/ 289 w 30002"/>
                    <a:gd name="connsiteY15" fmla="*/ 1949 h 12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0002" h="12296">
                      <a:moveTo>
                        <a:pt x="289" y="1949"/>
                      </a:moveTo>
                      <a:cubicBezTo>
                        <a:pt x="688" y="1240"/>
                        <a:pt x="1397" y="752"/>
                        <a:pt x="2373" y="486"/>
                      </a:cubicBezTo>
                      <a:cubicBezTo>
                        <a:pt x="3348" y="176"/>
                        <a:pt x="4456" y="264"/>
                        <a:pt x="5830" y="43"/>
                      </a:cubicBezTo>
                      <a:cubicBezTo>
                        <a:pt x="7205" y="-46"/>
                        <a:pt x="8668" y="-2"/>
                        <a:pt x="10219" y="220"/>
                      </a:cubicBezTo>
                      <a:cubicBezTo>
                        <a:pt x="11815" y="353"/>
                        <a:pt x="13544" y="309"/>
                        <a:pt x="15273" y="619"/>
                      </a:cubicBezTo>
                      <a:cubicBezTo>
                        <a:pt x="17046" y="885"/>
                        <a:pt x="18819" y="841"/>
                        <a:pt x="20415" y="1195"/>
                      </a:cubicBezTo>
                      <a:cubicBezTo>
                        <a:pt x="22011" y="1639"/>
                        <a:pt x="23563" y="1550"/>
                        <a:pt x="24893" y="1949"/>
                      </a:cubicBezTo>
                      <a:cubicBezTo>
                        <a:pt x="26223" y="2259"/>
                        <a:pt x="27420" y="2791"/>
                        <a:pt x="28306" y="3279"/>
                      </a:cubicBezTo>
                      <a:cubicBezTo>
                        <a:pt x="29193" y="3767"/>
                        <a:pt x="29769" y="4387"/>
                        <a:pt x="29946" y="5141"/>
                      </a:cubicBezTo>
                      <a:cubicBezTo>
                        <a:pt x="30301" y="6692"/>
                        <a:pt x="28971" y="8643"/>
                        <a:pt x="26134" y="10017"/>
                      </a:cubicBezTo>
                      <a:cubicBezTo>
                        <a:pt x="24715" y="10682"/>
                        <a:pt x="22987" y="11613"/>
                        <a:pt x="20947" y="11835"/>
                      </a:cubicBezTo>
                      <a:cubicBezTo>
                        <a:pt x="18908" y="12056"/>
                        <a:pt x="16603" y="12500"/>
                        <a:pt x="14209" y="12189"/>
                      </a:cubicBezTo>
                      <a:cubicBezTo>
                        <a:pt x="11815" y="11790"/>
                        <a:pt x="9510" y="11436"/>
                        <a:pt x="7604" y="10594"/>
                      </a:cubicBezTo>
                      <a:cubicBezTo>
                        <a:pt x="5697" y="9663"/>
                        <a:pt x="4057" y="8687"/>
                        <a:pt x="2816" y="7712"/>
                      </a:cubicBezTo>
                      <a:cubicBezTo>
                        <a:pt x="1530" y="6825"/>
                        <a:pt x="821" y="5496"/>
                        <a:pt x="378" y="4565"/>
                      </a:cubicBezTo>
                      <a:cubicBezTo>
                        <a:pt x="-110" y="3545"/>
                        <a:pt x="-110" y="2658"/>
                        <a:pt x="289" y="194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69" name="Forme libre : forme 24468">
                  <a:extLst>
                    <a:ext uri="{FF2B5EF4-FFF2-40B4-BE49-F238E27FC236}">
                      <a16:creationId xmlns:a16="http://schemas.microsoft.com/office/drawing/2014/main" id="{28E46132-C358-407A-A220-C73967F63CA7}"/>
                    </a:ext>
                  </a:extLst>
                </p:cNvPr>
                <p:cNvSpPr/>
                <p:nvPr/>
              </p:nvSpPr>
              <p:spPr>
                <a:xfrm>
                  <a:off x="6052789" y="1561985"/>
                  <a:ext cx="38181" cy="18505"/>
                </a:xfrm>
                <a:custGeom>
                  <a:avLst/>
                  <a:gdLst>
                    <a:gd name="connsiteX0" fmla="*/ 35674 w 38181"/>
                    <a:gd name="connsiteY0" fmla="*/ 5779 h 18505"/>
                    <a:gd name="connsiteX1" fmla="*/ 32527 w 38181"/>
                    <a:gd name="connsiteY1" fmla="*/ 1391 h 18505"/>
                    <a:gd name="connsiteX2" fmla="*/ 17499 w 38181"/>
                    <a:gd name="connsiteY2" fmla="*/ 371 h 18505"/>
                    <a:gd name="connsiteX3" fmla="*/ 14263 w 38181"/>
                    <a:gd name="connsiteY3" fmla="*/ 460 h 18505"/>
                    <a:gd name="connsiteX4" fmla="*/ 12667 w 38181"/>
                    <a:gd name="connsiteY4" fmla="*/ 637 h 18505"/>
                    <a:gd name="connsiteX5" fmla="*/ 11159 w 38181"/>
                    <a:gd name="connsiteY5" fmla="*/ 637 h 18505"/>
                    <a:gd name="connsiteX6" fmla="*/ 8145 w 38181"/>
                    <a:gd name="connsiteY6" fmla="*/ 992 h 18505"/>
                    <a:gd name="connsiteX7" fmla="*/ 5308 w 38181"/>
                    <a:gd name="connsiteY7" fmla="*/ 1302 h 18505"/>
                    <a:gd name="connsiteX8" fmla="*/ 3224 w 38181"/>
                    <a:gd name="connsiteY8" fmla="*/ 1967 h 18505"/>
                    <a:gd name="connsiteX9" fmla="*/ 1451 w 38181"/>
                    <a:gd name="connsiteY9" fmla="*/ 2721 h 18505"/>
                    <a:gd name="connsiteX10" fmla="*/ 77 w 38181"/>
                    <a:gd name="connsiteY10" fmla="*/ 5425 h 18505"/>
                    <a:gd name="connsiteX11" fmla="*/ 1540 w 38181"/>
                    <a:gd name="connsiteY11" fmla="*/ 7597 h 18505"/>
                    <a:gd name="connsiteX12" fmla="*/ 4155 w 38181"/>
                    <a:gd name="connsiteY12" fmla="*/ 9237 h 18505"/>
                    <a:gd name="connsiteX13" fmla="*/ 7436 w 38181"/>
                    <a:gd name="connsiteY13" fmla="*/ 11143 h 18505"/>
                    <a:gd name="connsiteX14" fmla="*/ 10805 w 38181"/>
                    <a:gd name="connsiteY14" fmla="*/ 12651 h 18505"/>
                    <a:gd name="connsiteX15" fmla="*/ 14174 w 38181"/>
                    <a:gd name="connsiteY15" fmla="*/ 14247 h 18505"/>
                    <a:gd name="connsiteX16" fmla="*/ 17455 w 38181"/>
                    <a:gd name="connsiteY16" fmla="*/ 15577 h 18505"/>
                    <a:gd name="connsiteX17" fmla="*/ 20868 w 38181"/>
                    <a:gd name="connsiteY17" fmla="*/ 17084 h 18505"/>
                    <a:gd name="connsiteX18" fmla="*/ 25345 w 38181"/>
                    <a:gd name="connsiteY18" fmla="*/ 18236 h 18505"/>
                    <a:gd name="connsiteX19" fmla="*/ 35497 w 38181"/>
                    <a:gd name="connsiteY19" fmla="*/ 16463 h 18505"/>
                    <a:gd name="connsiteX20" fmla="*/ 37935 w 38181"/>
                    <a:gd name="connsiteY20" fmla="*/ 10656 h 18505"/>
                    <a:gd name="connsiteX21" fmla="*/ 35674 w 38181"/>
                    <a:gd name="connsiteY21" fmla="*/ 5779 h 1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181" h="18505">
                      <a:moveTo>
                        <a:pt x="35674" y="5779"/>
                      </a:moveTo>
                      <a:cubicBezTo>
                        <a:pt x="35010" y="4095"/>
                        <a:pt x="34300" y="2410"/>
                        <a:pt x="32527" y="1391"/>
                      </a:cubicBezTo>
                      <a:cubicBezTo>
                        <a:pt x="29114" y="-471"/>
                        <a:pt x="22774" y="-72"/>
                        <a:pt x="17499" y="371"/>
                      </a:cubicBezTo>
                      <a:cubicBezTo>
                        <a:pt x="16391" y="371"/>
                        <a:pt x="15327" y="371"/>
                        <a:pt x="14263" y="460"/>
                      </a:cubicBezTo>
                      <a:lnTo>
                        <a:pt x="12667" y="637"/>
                      </a:lnTo>
                      <a:cubicBezTo>
                        <a:pt x="12135" y="593"/>
                        <a:pt x="11647" y="593"/>
                        <a:pt x="11159" y="637"/>
                      </a:cubicBezTo>
                      <a:cubicBezTo>
                        <a:pt x="10140" y="681"/>
                        <a:pt x="9165" y="770"/>
                        <a:pt x="8145" y="992"/>
                      </a:cubicBezTo>
                      <a:cubicBezTo>
                        <a:pt x="7214" y="1036"/>
                        <a:pt x="6283" y="1080"/>
                        <a:pt x="5308" y="1302"/>
                      </a:cubicBezTo>
                      <a:cubicBezTo>
                        <a:pt x="4599" y="1435"/>
                        <a:pt x="3889" y="1657"/>
                        <a:pt x="3224" y="1967"/>
                      </a:cubicBezTo>
                      <a:cubicBezTo>
                        <a:pt x="2559" y="2189"/>
                        <a:pt x="1983" y="2366"/>
                        <a:pt x="1451" y="2721"/>
                      </a:cubicBezTo>
                      <a:cubicBezTo>
                        <a:pt x="431" y="3341"/>
                        <a:pt x="-233" y="4228"/>
                        <a:pt x="77" y="5425"/>
                      </a:cubicBezTo>
                      <a:cubicBezTo>
                        <a:pt x="254" y="6134"/>
                        <a:pt x="830" y="6843"/>
                        <a:pt x="1540" y="7597"/>
                      </a:cubicBezTo>
                      <a:cubicBezTo>
                        <a:pt x="2293" y="8218"/>
                        <a:pt x="3224" y="8705"/>
                        <a:pt x="4155" y="9237"/>
                      </a:cubicBezTo>
                      <a:cubicBezTo>
                        <a:pt x="5219" y="9858"/>
                        <a:pt x="6327" y="10479"/>
                        <a:pt x="7436" y="11143"/>
                      </a:cubicBezTo>
                      <a:cubicBezTo>
                        <a:pt x="8544" y="11631"/>
                        <a:pt x="9652" y="12119"/>
                        <a:pt x="10805" y="12651"/>
                      </a:cubicBezTo>
                      <a:cubicBezTo>
                        <a:pt x="11913" y="13138"/>
                        <a:pt x="13066" y="13803"/>
                        <a:pt x="14174" y="14247"/>
                      </a:cubicBezTo>
                      <a:cubicBezTo>
                        <a:pt x="15238" y="14690"/>
                        <a:pt x="16346" y="15133"/>
                        <a:pt x="17455" y="15577"/>
                      </a:cubicBezTo>
                      <a:cubicBezTo>
                        <a:pt x="18385" y="15976"/>
                        <a:pt x="19582" y="16508"/>
                        <a:pt x="20868" y="17084"/>
                      </a:cubicBezTo>
                      <a:cubicBezTo>
                        <a:pt x="22198" y="17572"/>
                        <a:pt x="23705" y="17926"/>
                        <a:pt x="25345" y="18236"/>
                      </a:cubicBezTo>
                      <a:cubicBezTo>
                        <a:pt x="28670" y="18857"/>
                        <a:pt x="32305" y="18458"/>
                        <a:pt x="35497" y="16463"/>
                      </a:cubicBezTo>
                      <a:cubicBezTo>
                        <a:pt x="38334" y="14646"/>
                        <a:pt x="38467" y="12473"/>
                        <a:pt x="37935" y="10656"/>
                      </a:cubicBezTo>
                      <a:cubicBezTo>
                        <a:pt x="37403" y="8617"/>
                        <a:pt x="36118" y="6932"/>
                        <a:pt x="35674" y="577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70" name="Forme libre : forme 24469">
                  <a:extLst>
                    <a:ext uri="{FF2B5EF4-FFF2-40B4-BE49-F238E27FC236}">
                      <a16:creationId xmlns:a16="http://schemas.microsoft.com/office/drawing/2014/main" id="{BC48C118-D24D-48ED-9517-EADE71FFEE51}"/>
                    </a:ext>
                  </a:extLst>
                </p:cNvPr>
                <p:cNvSpPr/>
                <p:nvPr/>
              </p:nvSpPr>
              <p:spPr>
                <a:xfrm>
                  <a:off x="6071364" y="1574601"/>
                  <a:ext cx="12932" cy="8423"/>
                </a:xfrm>
                <a:custGeom>
                  <a:avLst/>
                  <a:gdLst>
                    <a:gd name="connsiteX0" fmla="*/ 12533 w 12932"/>
                    <a:gd name="connsiteY0" fmla="*/ 1985 h 8423"/>
                    <a:gd name="connsiteX1" fmla="*/ 12888 w 12932"/>
                    <a:gd name="connsiteY1" fmla="*/ 567 h 8423"/>
                    <a:gd name="connsiteX2" fmla="*/ 11336 w 12932"/>
                    <a:gd name="connsiteY2" fmla="*/ 35 h 8423"/>
                    <a:gd name="connsiteX3" fmla="*/ 9075 w 12932"/>
                    <a:gd name="connsiteY3" fmla="*/ 921 h 8423"/>
                    <a:gd name="connsiteX4" fmla="*/ 3622 w 12932"/>
                    <a:gd name="connsiteY4" fmla="*/ 3625 h 8423"/>
                    <a:gd name="connsiteX5" fmla="*/ 1628 w 12932"/>
                    <a:gd name="connsiteY5" fmla="*/ 4778 h 8423"/>
                    <a:gd name="connsiteX6" fmla="*/ 76 w 12932"/>
                    <a:gd name="connsiteY6" fmla="*/ 7527 h 8423"/>
                    <a:gd name="connsiteX7" fmla="*/ 4243 w 12932"/>
                    <a:gd name="connsiteY7" fmla="*/ 8058 h 8423"/>
                    <a:gd name="connsiteX8" fmla="*/ 12533 w 12932"/>
                    <a:gd name="connsiteY8" fmla="*/ 1985 h 8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932" h="8423">
                      <a:moveTo>
                        <a:pt x="12533" y="1985"/>
                      </a:moveTo>
                      <a:cubicBezTo>
                        <a:pt x="12843" y="1453"/>
                        <a:pt x="13021" y="966"/>
                        <a:pt x="12888" y="567"/>
                      </a:cubicBezTo>
                      <a:cubicBezTo>
                        <a:pt x="12755" y="168"/>
                        <a:pt x="12134" y="-98"/>
                        <a:pt x="11336" y="35"/>
                      </a:cubicBezTo>
                      <a:cubicBezTo>
                        <a:pt x="10582" y="123"/>
                        <a:pt x="9784" y="567"/>
                        <a:pt x="9075" y="921"/>
                      </a:cubicBezTo>
                      <a:cubicBezTo>
                        <a:pt x="7169" y="1719"/>
                        <a:pt x="5351" y="2650"/>
                        <a:pt x="3622" y="3625"/>
                      </a:cubicBezTo>
                      <a:cubicBezTo>
                        <a:pt x="2913" y="4069"/>
                        <a:pt x="2204" y="4423"/>
                        <a:pt x="1628" y="4778"/>
                      </a:cubicBezTo>
                      <a:cubicBezTo>
                        <a:pt x="431" y="5620"/>
                        <a:pt x="-234" y="6728"/>
                        <a:pt x="76" y="7527"/>
                      </a:cubicBezTo>
                      <a:cubicBezTo>
                        <a:pt x="342" y="8280"/>
                        <a:pt x="1672" y="8812"/>
                        <a:pt x="4243" y="8058"/>
                      </a:cubicBezTo>
                      <a:cubicBezTo>
                        <a:pt x="8189" y="6684"/>
                        <a:pt x="11469" y="4157"/>
                        <a:pt x="12533" y="198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71" name="Forme libre : forme 24470">
                  <a:extLst>
                    <a:ext uri="{FF2B5EF4-FFF2-40B4-BE49-F238E27FC236}">
                      <a16:creationId xmlns:a16="http://schemas.microsoft.com/office/drawing/2014/main" id="{99743F25-AA4E-4607-B50A-D8B2151C0B6F}"/>
                    </a:ext>
                  </a:extLst>
                </p:cNvPr>
                <p:cNvSpPr/>
                <p:nvPr/>
              </p:nvSpPr>
              <p:spPr>
                <a:xfrm>
                  <a:off x="6036818" y="1559362"/>
                  <a:ext cx="18973" cy="3126"/>
                </a:xfrm>
                <a:custGeom>
                  <a:avLst/>
                  <a:gdLst>
                    <a:gd name="connsiteX0" fmla="*/ 0 w 18973"/>
                    <a:gd name="connsiteY0" fmla="*/ 3126 h 3126"/>
                    <a:gd name="connsiteX1" fmla="*/ 4566 w 18973"/>
                    <a:gd name="connsiteY1" fmla="*/ 511 h 3126"/>
                    <a:gd name="connsiteX2" fmla="*/ 10551 w 18973"/>
                    <a:gd name="connsiteY2" fmla="*/ 23 h 3126"/>
                    <a:gd name="connsiteX3" fmla="*/ 14452 w 18973"/>
                    <a:gd name="connsiteY3" fmla="*/ 200 h 3126"/>
                    <a:gd name="connsiteX4" fmla="*/ 18974 w 18973"/>
                    <a:gd name="connsiteY4" fmla="*/ 555 h 3126"/>
                    <a:gd name="connsiteX5" fmla="*/ 17289 w 18973"/>
                    <a:gd name="connsiteY5" fmla="*/ 555 h 3126"/>
                    <a:gd name="connsiteX6" fmla="*/ 15338 w 18973"/>
                    <a:gd name="connsiteY6" fmla="*/ 733 h 3126"/>
                    <a:gd name="connsiteX7" fmla="*/ 12900 w 18973"/>
                    <a:gd name="connsiteY7" fmla="*/ 688 h 3126"/>
                    <a:gd name="connsiteX8" fmla="*/ 6738 w 18973"/>
                    <a:gd name="connsiteY8" fmla="*/ 1131 h 3126"/>
                    <a:gd name="connsiteX9" fmla="*/ 0 w 18973"/>
                    <a:gd name="connsiteY9" fmla="*/ 3126 h 3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973" h="3126">
                      <a:moveTo>
                        <a:pt x="0" y="3126"/>
                      </a:moveTo>
                      <a:cubicBezTo>
                        <a:pt x="0" y="3126"/>
                        <a:pt x="1374" y="1353"/>
                        <a:pt x="4566" y="511"/>
                      </a:cubicBezTo>
                      <a:cubicBezTo>
                        <a:pt x="6162" y="23"/>
                        <a:pt x="8113" y="23"/>
                        <a:pt x="10551" y="23"/>
                      </a:cubicBezTo>
                      <a:cubicBezTo>
                        <a:pt x="11792" y="-21"/>
                        <a:pt x="13078" y="-21"/>
                        <a:pt x="14452" y="200"/>
                      </a:cubicBezTo>
                      <a:cubicBezTo>
                        <a:pt x="15782" y="555"/>
                        <a:pt x="17422" y="200"/>
                        <a:pt x="18974" y="555"/>
                      </a:cubicBezTo>
                      <a:cubicBezTo>
                        <a:pt x="18974" y="555"/>
                        <a:pt x="18353" y="511"/>
                        <a:pt x="17289" y="555"/>
                      </a:cubicBezTo>
                      <a:cubicBezTo>
                        <a:pt x="16757" y="600"/>
                        <a:pt x="16092" y="644"/>
                        <a:pt x="15338" y="733"/>
                      </a:cubicBezTo>
                      <a:cubicBezTo>
                        <a:pt x="14629" y="733"/>
                        <a:pt x="13787" y="644"/>
                        <a:pt x="12900" y="688"/>
                      </a:cubicBezTo>
                      <a:cubicBezTo>
                        <a:pt x="11127" y="733"/>
                        <a:pt x="8866" y="1087"/>
                        <a:pt x="6738" y="1131"/>
                      </a:cubicBezTo>
                      <a:cubicBezTo>
                        <a:pt x="4566" y="1353"/>
                        <a:pt x="2172" y="1929"/>
                        <a:pt x="0" y="31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72" name="Forme libre : forme 24471">
                  <a:extLst>
                    <a:ext uri="{FF2B5EF4-FFF2-40B4-BE49-F238E27FC236}">
                      <a16:creationId xmlns:a16="http://schemas.microsoft.com/office/drawing/2014/main" id="{74F773F5-E405-4B34-87D1-7C50D2FF9F9F}"/>
                    </a:ext>
                  </a:extLst>
                </p:cNvPr>
                <p:cNvSpPr/>
                <p:nvPr/>
              </p:nvSpPr>
              <p:spPr>
                <a:xfrm>
                  <a:off x="6080395" y="1567897"/>
                  <a:ext cx="18538" cy="19594"/>
                </a:xfrm>
                <a:custGeom>
                  <a:avLst/>
                  <a:gdLst>
                    <a:gd name="connsiteX0" fmla="*/ 0 w 18538"/>
                    <a:gd name="connsiteY0" fmla="*/ 19594 h 19594"/>
                    <a:gd name="connsiteX1" fmla="*/ 3635 w 18538"/>
                    <a:gd name="connsiteY1" fmla="*/ 18353 h 19594"/>
                    <a:gd name="connsiteX2" fmla="*/ 10905 w 18538"/>
                    <a:gd name="connsiteY2" fmla="*/ 14186 h 19594"/>
                    <a:gd name="connsiteX3" fmla="*/ 17023 w 18538"/>
                    <a:gd name="connsiteY3" fmla="*/ 7669 h 19594"/>
                    <a:gd name="connsiteX4" fmla="*/ 18176 w 18538"/>
                    <a:gd name="connsiteY4" fmla="*/ 0 h 19594"/>
                    <a:gd name="connsiteX5" fmla="*/ 16491 w 18538"/>
                    <a:gd name="connsiteY5" fmla="*/ 6428 h 19594"/>
                    <a:gd name="connsiteX6" fmla="*/ 11393 w 18538"/>
                    <a:gd name="connsiteY6" fmla="*/ 12945 h 19594"/>
                    <a:gd name="connsiteX7" fmla="*/ 6650 w 18538"/>
                    <a:gd name="connsiteY7" fmla="*/ 16403 h 19594"/>
                    <a:gd name="connsiteX8" fmla="*/ 3635 w 18538"/>
                    <a:gd name="connsiteY8" fmla="*/ 18131 h 19594"/>
                    <a:gd name="connsiteX9" fmla="*/ 0 w 18538"/>
                    <a:gd name="connsiteY9" fmla="*/ 19594 h 19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538" h="19594">
                      <a:moveTo>
                        <a:pt x="0" y="19594"/>
                      </a:moveTo>
                      <a:cubicBezTo>
                        <a:pt x="0" y="19594"/>
                        <a:pt x="1463" y="19151"/>
                        <a:pt x="3635" y="18353"/>
                      </a:cubicBezTo>
                      <a:cubicBezTo>
                        <a:pt x="5674" y="17378"/>
                        <a:pt x="8378" y="15959"/>
                        <a:pt x="10905" y="14186"/>
                      </a:cubicBezTo>
                      <a:cubicBezTo>
                        <a:pt x="13299" y="12280"/>
                        <a:pt x="15604" y="10063"/>
                        <a:pt x="17023" y="7669"/>
                      </a:cubicBezTo>
                      <a:cubicBezTo>
                        <a:pt x="18397" y="5187"/>
                        <a:pt x="18974" y="2616"/>
                        <a:pt x="18176" y="0"/>
                      </a:cubicBezTo>
                      <a:cubicBezTo>
                        <a:pt x="18176" y="0"/>
                        <a:pt x="18397" y="2483"/>
                        <a:pt x="16491" y="6428"/>
                      </a:cubicBezTo>
                      <a:cubicBezTo>
                        <a:pt x="15516" y="8334"/>
                        <a:pt x="13875" y="10551"/>
                        <a:pt x="11393" y="12945"/>
                      </a:cubicBezTo>
                      <a:cubicBezTo>
                        <a:pt x="10152" y="14186"/>
                        <a:pt x="8511" y="15250"/>
                        <a:pt x="6650" y="16403"/>
                      </a:cubicBezTo>
                      <a:cubicBezTo>
                        <a:pt x="5719" y="16979"/>
                        <a:pt x="4699" y="17555"/>
                        <a:pt x="3635" y="18131"/>
                      </a:cubicBezTo>
                      <a:cubicBezTo>
                        <a:pt x="2527" y="18619"/>
                        <a:pt x="1286" y="19107"/>
                        <a:pt x="0" y="195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73" name="Forme libre : forme 24472">
                  <a:extLst>
                    <a:ext uri="{FF2B5EF4-FFF2-40B4-BE49-F238E27FC236}">
                      <a16:creationId xmlns:a16="http://schemas.microsoft.com/office/drawing/2014/main" id="{6A04BD5F-B649-473A-8C20-843BE3B43B9A}"/>
                    </a:ext>
                  </a:extLst>
                </p:cNvPr>
                <p:cNvSpPr/>
                <p:nvPr/>
              </p:nvSpPr>
              <p:spPr>
                <a:xfrm>
                  <a:off x="6051074" y="1574534"/>
                  <a:ext cx="12205" cy="4913"/>
                </a:xfrm>
                <a:custGeom>
                  <a:avLst/>
                  <a:gdLst>
                    <a:gd name="connsiteX0" fmla="*/ 240 w 12205"/>
                    <a:gd name="connsiteY0" fmla="*/ 279 h 4913"/>
                    <a:gd name="connsiteX1" fmla="*/ 2988 w 12205"/>
                    <a:gd name="connsiteY1" fmla="*/ 57 h 4913"/>
                    <a:gd name="connsiteX2" fmla="*/ 7421 w 12205"/>
                    <a:gd name="connsiteY2" fmla="*/ 944 h 4913"/>
                    <a:gd name="connsiteX3" fmla="*/ 11189 w 12205"/>
                    <a:gd name="connsiteY3" fmla="*/ 2362 h 4913"/>
                    <a:gd name="connsiteX4" fmla="*/ 12076 w 12205"/>
                    <a:gd name="connsiteY4" fmla="*/ 3914 h 4913"/>
                    <a:gd name="connsiteX5" fmla="*/ 9283 w 12205"/>
                    <a:gd name="connsiteY5" fmla="*/ 4889 h 4913"/>
                    <a:gd name="connsiteX6" fmla="*/ 4451 w 12205"/>
                    <a:gd name="connsiteY6" fmla="*/ 4091 h 4913"/>
                    <a:gd name="connsiteX7" fmla="*/ 727 w 12205"/>
                    <a:gd name="connsiteY7" fmla="*/ 2096 h 4913"/>
                    <a:gd name="connsiteX8" fmla="*/ 240 w 12205"/>
                    <a:gd name="connsiteY8" fmla="*/ 279 h 4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205" h="4913">
                      <a:moveTo>
                        <a:pt x="240" y="279"/>
                      </a:moveTo>
                      <a:cubicBezTo>
                        <a:pt x="727" y="-120"/>
                        <a:pt x="1658" y="13"/>
                        <a:pt x="2988" y="57"/>
                      </a:cubicBezTo>
                      <a:cubicBezTo>
                        <a:pt x="4274" y="102"/>
                        <a:pt x="5825" y="412"/>
                        <a:pt x="7421" y="944"/>
                      </a:cubicBezTo>
                      <a:cubicBezTo>
                        <a:pt x="8973" y="1564"/>
                        <a:pt x="10347" y="1830"/>
                        <a:pt x="11189" y="2362"/>
                      </a:cubicBezTo>
                      <a:cubicBezTo>
                        <a:pt x="12032" y="2850"/>
                        <a:pt x="12431" y="3426"/>
                        <a:pt x="12076" y="3914"/>
                      </a:cubicBezTo>
                      <a:cubicBezTo>
                        <a:pt x="11721" y="4402"/>
                        <a:pt x="10657" y="4756"/>
                        <a:pt x="9283" y="4889"/>
                      </a:cubicBezTo>
                      <a:cubicBezTo>
                        <a:pt x="7865" y="5022"/>
                        <a:pt x="6136" y="4579"/>
                        <a:pt x="4451" y="4091"/>
                      </a:cubicBezTo>
                      <a:cubicBezTo>
                        <a:pt x="2766" y="3515"/>
                        <a:pt x="1436" y="2939"/>
                        <a:pt x="727" y="2096"/>
                      </a:cubicBezTo>
                      <a:cubicBezTo>
                        <a:pt x="-27" y="1298"/>
                        <a:pt x="-204" y="678"/>
                        <a:pt x="240" y="27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74" name="Forme libre : forme 24473">
                  <a:extLst>
                    <a:ext uri="{FF2B5EF4-FFF2-40B4-BE49-F238E27FC236}">
                      <a16:creationId xmlns:a16="http://schemas.microsoft.com/office/drawing/2014/main" id="{EFA41D9E-5E5A-4869-9ECF-521CC9993B5E}"/>
                    </a:ext>
                  </a:extLst>
                </p:cNvPr>
                <p:cNvSpPr/>
                <p:nvPr/>
              </p:nvSpPr>
              <p:spPr>
                <a:xfrm>
                  <a:off x="6049478" y="1574289"/>
                  <a:ext cx="3271" cy="1934"/>
                </a:xfrm>
                <a:custGeom>
                  <a:avLst/>
                  <a:gdLst>
                    <a:gd name="connsiteX0" fmla="*/ 18 w 3271"/>
                    <a:gd name="connsiteY0" fmla="*/ 435 h 1934"/>
                    <a:gd name="connsiteX1" fmla="*/ 1880 w 3271"/>
                    <a:gd name="connsiteY1" fmla="*/ 169 h 1934"/>
                    <a:gd name="connsiteX2" fmla="*/ 3254 w 3271"/>
                    <a:gd name="connsiteY2" fmla="*/ 1499 h 1934"/>
                    <a:gd name="connsiteX3" fmla="*/ 1392 w 3271"/>
                    <a:gd name="connsiteY3" fmla="*/ 1765 h 1934"/>
                    <a:gd name="connsiteX4" fmla="*/ 18 w 3271"/>
                    <a:gd name="connsiteY4" fmla="*/ 435 h 1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1" h="1934">
                      <a:moveTo>
                        <a:pt x="18" y="435"/>
                      </a:moveTo>
                      <a:cubicBezTo>
                        <a:pt x="151" y="-8"/>
                        <a:pt x="993" y="-141"/>
                        <a:pt x="1880" y="169"/>
                      </a:cubicBezTo>
                      <a:cubicBezTo>
                        <a:pt x="2766" y="479"/>
                        <a:pt x="3387" y="1056"/>
                        <a:pt x="3254" y="1499"/>
                      </a:cubicBezTo>
                      <a:cubicBezTo>
                        <a:pt x="3165" y="1942"/>
                        <a:pt x="2323" y="2075"/>
                        <a:pt x="1392" y="1765"/>
                      </a:cubicBezTo>
                      <a:cubicBezTo>
                        <a:pt x="506" y="1499"/>
                        <a:pt x="-115" y="878"/>
                        <a:pt x="18" y="4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75" name="Forme libre : forme 24474">
                  <a:extLst>
                    <a:ext uri="{FF2B5EF4-FFF2-40B4-BE49-F238E27FC236}">
                      <a16:creationId xmlns:a16="http://schemas.microsoft.com/office/drawing/2014/main" id="{690C12F9-D0F4-40C4-8453-1103A4B086C9}"/>
                    </a:ext>
                  </a:extLst>
                </p:cNvPr>
                <p:cNvSpPr/>
                <p:nvPr/>
              </p:nvSpPr>
              <p:spPr>
                <a:xfrm>
                  <a:off x="6034650" y="1566141"/>
                  <a:ext cx="28906" cy="22281"/>
                </a:xfrm>
                <a:custGeom>
                  <a:avLst/>
                  <a:gdLst>
                    <a:gd name="connsiteX0" fmla="*/ 128 w 28906"/>
                    <a:gd name="connsiteY0" fmla="*/ 8406 h 22281"/>
                    <a:gd name="connsiteX1" fmla="*/ 2389 w 28906"/>
                    <a:gd name="connsiteY1" fmla="*/ 869 h 22281"/>
                    <a:gd name="connsiteX2" fmla="*/ 5536 w 28906"/>
                    <a:gd name="connsiteY2" fmla="*/ 470 h 22281"/>
                    <a:gd name="connsiteX3" fmla="*/ 7753 w 28906"/>
                    <a:gd name="connsiteY3" fmla="*/ 3529 h 22281"/>
                    <a:gd name="connsiteX4" fmla="*/ 8773 w 28906"/>
                    <a:gd name="connsiteY4" fmla="*/ 8228 h 22281"/>
                    <a:gd name="connsiteX5" fmla="*/ 11964 w 28906"/>
                    <a:gd name="connsiteY5" fmla="*/ 12972 h 22281"/>
                    <a:gd name="connsiteX6" fmla="*/ 15821 w 28906"/>
                    <a:gd name="connsiteY6" fmla="*/ 15233 h 22281"/>
                    <a:gd name="connsiteX7" fmla="*/ 22116 w 28906"/>
                    <a:gd name="connsiteY7" fmla="*/ 17671 h 22281"/>
                    <a:gd name="connsiteX8" fmla="*/ 27569 w 28906"/>
                    <a:gd name="connsiteY8" fmla="*/ 19488 h 22281"/>
                    <a:gd name="connsiteX9" fmla="*/ 28456 w 28906"/>
                    <a:gd name="connsiteY9" fmla="*/ 21173 h 22281"/>
                    <a:gd name="connsiteX10" fmla="*/ 23845 w 28906"/>
                    <a:gd name="connsiteY10" fmla="*/ 22281 h 22281"/>
                    <a:gd name="connsiteX11" fmla="*/ 16885 w 28906"/>
                    <a:gd name="connsiteY11" fmla="*/ 21439 h 22281"/>
                    <a:gd name="connsiteX12" fmla="*/ 10147 w 28906"/>
                    <a:gd name="connsiteY12" fmla="*/ 19001 h 22281"/>
                    <a:gd name="connsiteX13" fmla="*/ 5714 w 28906"/>
                    <a:gd name="connsiteY13" fmla="*/ 16430 h 22281"/>
                    <a:gd name="connsiteX14" fmla="*/ 128 w 28906"/>
                    <a:gd name="connsiteY14" fmla="*/ 8406 h 22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8906" h="22281">
                      <a:moveTo>
                        <a:pt x="128" y="8406"/>
                      </a:moveTo>
                      <a:cubicBezTo>
                        <a:pt x="-404" y="5125"/>
                        <a:pt x="793" y="2820"/>
                        <a:pt x="2389" y="869"/>
                      </a:cubicBezTo>
                      <a:cubicBezTo>
                        <a:pt x="2965" y="160"/>
                        <a:pt x="4118" y="-461"/>
                        <a:pt x="5536" y="470"/>
                      </a:cubicBezTo>
                      <a:cubicBezTo>
                        <a:pt x="6822" y="1401"/>
                        <a:pt x="7487" y="2510"/>
                        <a:pt x="7753" y="3529"/>
                      </a:cubicBezTo>
                      <a:cubicBezTo>
                        <a:pt x="8108" y="5081"/>
                        <a:pt x="8285" y="6588"/>
                        <a:pt x="8773" y="8228"/>
                      </a:cubicBezTo>
                      <a:cubicBezTo>
                        <a:pt x="9260" y="9869"/>
                        <a:pt x="10014" y="11553"/>
                        <a:pt x="11964" y="12972"/>
                      </a:cubicBezTo>
                      <a:cubicBezTo>
                        <a:pt x="12541" y="13459"/>
                        <a:pt x="14004" y="14257"/>
                        <a:pt x="15821" y="15233"/>
                      </a:cubicBezTo>
                      <a:cubicBezTo>
                        <a:pt x="17639" y="16252"/>
                        <a:pt x="19988" y="16784"/>
                        <a:pt x="22116" y="17671"/>
                      </a:cubicBezTo>
                      <a:cubicBezTo>
                        <a:pt x="24289" y="18557"/>
                        <a:pt x="26283" y="19001"/>
                        <a:pt x="27569" y="19488"/>
                      </a:cubicBezTo>
                      <a:cubicBezTo>
                        <a:pt x="28855" y="20020"/>
                        <a:pt x="29342" y="20552"/>
                        <a:pt x="28456" y="21173"/>
                      </a:cubicBezTo>
                      <a:cubicBezTo>
                        <a:pt x="27525" y="21749"/>
                        <a:pt x="25884" y="22193"/>
                        <a:pt x="23845" y="22281"/>
                      </a:cubicBezTo>
                      <a:cubicBezTo>
                        <a:pt x="21762" y="22237"/>
                        <a:pt x="19323" y="21927"/>
                        <a:pt x="16885" y="21439"/>
                      </a:cubicBezTo>
                      <a:cubicBezTo>
                        <a:pt x="14447" y="20996"/>
                        <a:pt x="12142" y="19843"/>
                        <a:pt x="10147" y="19001"/>
                      </a:cubicBezTo>
                      <a:cubicBezTo>
                        <a:pt x="8108" y="18158"/>
                        <a:pt x="6556" y="17228"/>
                        <a:pt x="5714" y="16430"/>
                      </a:cubicBezTo>
                      <a:cubicBezTo>
                        <a:pt x="2478" y="13592"/>
                        <a:pt x="438" y="10977"/>
                        <a:pt x="128" y="840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75" name="Graphique 2">
                <a:extLst>
                  <a:ext uri="{FF2B5EF4-FFF2-40B4-BE49-F238E27FC236}">
                    <a16:creationId xmlns:a16="http://schemas.microsoft.com/office/drawing/2014/main" id="{07D66482-A45A-4293-9BC0-2F0545583059}"/>
                  </a:ext>
                </a:extLst>
              </p:cNvPr>
              <p:cNvGrpSpPr/>
              <p:nvPr/>
            </p:nvGrpSpPr>
            <p:grpSpPr>
              <a:xfrm>
                <a:off x="5995184" y="1499137"/>
                <a:ext cx="43016" cy="69244"/>
                <a:chOff x="5995184" y="1499137"/>
                <a:chExt cx="43016" cy="69244"/>
              </a:xfrm>
              <a:solidFill>
                <a:schemeClr val="accent1"/>
              </a:solidFill>
            </p:grpSpPr>
            <p:sp>
              <p:nvSpPr>
                <p:cNvPr id="24452" name="Forme libre : forme 24451">
                  <a:extLst>
                    <a:ext uri="{FF2B5EF4-FFF2-40B4-BE49-F238E27FC236}">
                      <a16:creationId xmlns:a16="http://schemas.microsoft.com/office/drawing/2014/main" id="{91D510A7-8E59-441A-92A0-76947D8CE43F}"/>
                    </a:ext>
                  </a:extLst>
                </p:cNvPr>
                <p:cNvSpPr/>
                <p:nvPr/>
              </p:nvSpPr>
              <p:spPr>
                <a:xfrm>
                  <a:off x="5995184" y="1499137"/>
                  <a:ext cx="42971" cy="69244"/>
                </a:xfrm>
                <a:custGeom>
                  <a:avLst/>
                  <a:gdLst>
                    <a:gd name="connsiteX0" fmla="*/ 32191 w 42971"/>
                    <a:gd name="connsiteY0" fmla="*/ 19065 h 69244"/>
                    <a:gd name="connsiteX1" fmla="*/ 34807 w 42971"/>
                    <a:gd name="connsiteY1" fmla="*/ 29793 h 69244"/>
                    <a:gd name="connsiteX2" fmla="*/ 38664 w 42971"/>
                    <a:gd name="connsiteY2" fmla="*/ 39546 h 69244"/>
                    <a:gd name="connsiteX3" fmla="*/ 40082 w 42971"/>
                    <a:gd name="connsiteY3" fmla="*/ 42693 h 69244"/>
                    <a:gd name="connsiteX4" fmla="*/ 41190 w 42971"/>
                    <a:gd name="connsiteY4" fmla="*/ 45663 h 69244"/>
                    <a:gd name="connsiteX5" fmla="*/ 42609 w 42971"/>
                    <a:gd name="connsiteY5" fmla="*/ 51338 h 69244"/>
                    <a:gd name="connsiteX6" fmla="*/ 40924 w 42971"/>
                    <a:gd name="connsiteY6" fmla="*/ 61046 h 69244"/>
                    <a:gd name="connsiteX7" fmla="*/ 35117 w 42971"/>
                    <a:gd name="connsiteY7" fmla="*/ 67385 h 69244"/>
                    <a:gd name="connsiteX8" fmla="*/ 24300 w 42971"/>
                    <a:gd name="connsiteY8" fmla="*/ 67829 h 69244"/>
                    <a:gd name="connsiteX9" fmla="*/ 16853 w 42971"/>
                    <a:gd name="connsiteY9" fmla="*/ 62553 h 69244"/>
                    <a:gd name="connsiteX10" fmla="*/ 13439 w 42971"/>
                    <a:gd name="connsiteY10" fmla="*/ 58564 h 69244"/>
                    <a:gd name="connsiteX11" fmla="*/ 10558 w 42971"/>
                    <a:gd name="connsiteY11" fmla="*/ 53909 h 69244"/>
                    <a:gd name="connsiteX12" fmla="*/ 4573 w 42971"/>
                    <a:gd name="connsiteY12" fmla="*/ 39590 h 69244"/>
                    <a:gd name="connsiteX13" fmla="*/ 761 w 42971"/>
                    <a:gd name="connsiteY13" fmla="*/ 25138 h 69244"/>
                    <a:gd name="connsiteX14" fmla="*/ 1780 w 42971"/>
                    <a:gd name="connsiteY14" fmla="*/ 7494 h 69244"/>
                    <a:gd name="connsiteX15" fmla="*/ 9671 w 42971"/>
                    <a:gd name="connsiteY15" fmla="*/ 224 h 69244"/>
                    <a:gd name="connsiteX16" fmla="*/ 18582 w 42971"/>
                    <a:gd name="connsiteY16" fmla="*/ 2 h 69244"/>
                    <a:gd name="connsiteX17" fmla="*/ 27093 w 42971"/>
                    <a:gd name="connsiteY17" fmla="*/ 5721 h 69244"/>
                    <a:gd name="connsiteX18" fmla="*/ 32191 w 42971"/>
                    <a:gd name="connsiteY18" fmla="*/ 19065 h 69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2971" h="69244">
                      <a:moveTo>
                        <a:pt x="32191" y="19065"/>
                      </a:moveTo>
                      <a:cubicBezTo>
                        <a:pt x="32856" y="22744"/>
                        <a:pt x="33743" y="26379"/>
                        <a:pt x="34807" y="29793"/>
                      </a:cubicBezTo>
                      <a:cubicBezTo>
                        <a:pt x="35871" y="33251"/>
                        <a:pt x="37201" y="36487"/>
                        <a:pt x="38664" y="39546"/>
                      </a:cubicBezTo>
                      <a:cubicBezTo>
                        <a:pt x="39240" y="40565"/>
                        <a:pt x="39683" y="41629"/>
                        <a:pt x="40082" y="42693"/>
                      </a:cubicBezTo>
                      <a:cubicBezTo>
                        <a:pt x="40525" y="43668"/>
                        <a:pt x="40924" y="44644"/>
                        <a:pt x="41190" y="45663"/>
                      </a:cubicBezTo>
                      <a:cubicBezTo>
                        <a:pt x="41900" y="47570"/>
                        <a:pt x="42121" y="49476"/>
                        <a:pt x="42609" y="51338"/>
                      </a:cubicBezTo>
                      <a:cubicBezTo>
                        <a:pt x="43363" y="55061"/>
                        <a:pt x="43008" y="58741"/>
                        <a:pt x="40924" y="61046"/>
                      </a:cubicBezTo>
                      <a:lnTo>
                        <a:pt x="35117" y="67385"/>
                      </a:lnTo>
                      <a:cubicBezTo>
                        <a:pt x="33034" y="69691"/>
                        <a:pt x="29177" y="69868"/>
                        <a:pt x="24300" y="67829"/>
                      </a:cubicBezTo>
                      <a:cubicBezTo>
                        <a:pt x="21862" y="66942"/>
                        <a:pt x="19335" y="64903"/>
                        <a:pt x="16853" y="62553"/>
                      </a:cubicBezTo>
                      <a:cubicBezTo>
                        <a:pt x="15700" y="61357"/>
                        <a:pt x="14548" y="60027"/>
                        <a:pt x="13439" y="58564"/>
                      </a:cubicBezTo>
                      <a:cubicBezTo>
                        <a:pt x="12420" y="57101"/>
                        <a:pt x="11489" y="55549"/>
                        <a:pt x="10558" y="53909"/>
                      </a:cubicBezTo>
                      <a:cubicBezTo>
                        <a:pt x="8164" y="49210"/>
                        <a:pt x="6125" y="44422"/>
                        <a:pt x="4573" y="39590"/>
                      </a:cubicBezTo>
                      <a:cubicBezTo>
                        <a:pt x="2933" y="34802"/>
                        <a:pt x="1692" y="29970"/>
                        <a:pt x="761" y="25138"/>
                      </a:cubicBezTo>
                      <a:cubicBezTo>
                        <a:pt x="-614" y="18355"/>
                        <a:pt x="-37" y="11972"/>
                        <a:pt x="1780" y="7494"/>
                      </a:cubicBezTo>
                      <a:cubicBezTo>
                        <a:pt x="3553" y="2973"/>
                        <a:pt x="6435" y="268"/>
                        <a:pt x="9671" y="224"/>
                      </a:cubicBezTo>
                      <a:lnTo>
                        <a:pt x="18582" y="2"/>
                      </a:lnTo>
                      <a:cubicBezTo>
                        <a:pt x="21818" y="-86"/>
                        <a:pt x="24744" y="2219"/>
                        <a:pt x="27093" y="5721"/>
                      </a:cubicBezTo>
                      <a:cubicBezTo>
                        <a:pt x="29443" y="9223"/>
                        <a:pt x="31260" y="13922"/>
                        <a:pt x="32191" y="19065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53" name="Forme libre : forme 24452">
                  <a:extLst>
                    <a:ext uri="{FF2B5EF4-FFF2-40B4-BE49-F238E27FC236}">
                      <a16:creationId xmlns:a16="http://schemas.microsoft.com/office/drawing/2014/main" id="{65B9E431-7019-4229-B5D9-CA98708E9227}"/>
                    </a:ext>
                  </a:extLst>
                </p:cNvPr>
                <p:cNvSpPr/>
                <p:nvPr/>
              </p:nvSpPr>
              <p:spPr>
                <a:xfrm>
                  <a:off x="6013588" y="1499139"/>
                  <a:ext cx="24611" cy="63792"/>
                </a:xfrm>
                <a:custGeom>
                  <a:avLst/>
                  <a:gdLst>
                    <a:gd name="connsiteX0" fmla="*/ 9265 w 24611"/>
                    <a:gd name="connsiteY0" fmla="*/ 40430 h 63792"/>
                    <a:gd name="connsiteX1" fmla="*/ 15915 w 24611"/>
                    <a:gd name="connsiteY1" fmla="*/ 52577 h 63792"/>
                    <a:gd name="connsiteX2" fmla="*/ 20082 w 24611"/>
                    <a:gd name="connsiteY2" fmla="*/ 63793 h 63792"/>
                    <a:gd name="connsiteX3" fmla="*/ 22564 w 24611"/>
                    <a:gd name="connsiteY3" fmla="*/ 61044 h 63792"/>
                    <a:gd name="connsiteX4" fmla="*/ 24249 w 24611"/>
                    <a:gd name="connsiteY4" fmla="*/ 51336 h 63792"/>
                    <a:gd name="connsiteX5" fmla="*/ 22830 w 24611"/>
                    <a:gd name="connsiteY5" fmla="*/ 45661 h 63792"/>
                    <a:gd name="connsiteX6" fmla="*/ 21722 w 24611"/>
                    <a:gd name="connsiteY6" fmla="*/ 42691 h 63792"/>
                    <a:gd name="connsiteX7" fmla="*/ 20304 w 24611"/>
                    <a:gd name="connsiteY7" fmla="*/ 39544 h 63792"/>
                    <a:gd name="connsiteX8" fmla="*/ 16447 w 24611"/>
                    <a:gd name="connsiteY8" fmla="*/ 29791 h 63792"/>
                    <a:gd name="connsiteX9" fmla="*/ 13831 w 24611"/>
                    <a:gd name="connsiteY9" fmla="*/ 19063 h 63792"/>
                    <a:gd name="connsiteX10" fmla="*/ 8778 w 24611"/>
                    <a:gd name="connsiteY10" fmla="*/ 5719 h 63792"/>
                    <a:gd name="connsiteX11" fmla="*/ 266 w 24611"/>
                    <a:gd name="connsiteY11" fmla="*/ 1 h 63792"/>
                    <a:gd name="connsiteX12" fmla="*/ 0 w 24611"/>
                    <a:gd name="connsiteY12" fmla="*/ 1 h 63792"/>
                    <a:gd name="connsiteX13" fmla="*/ 842 w 24611"/>
                    <a:gd name="connsiteY13" fmla="*/ 10640 h 63792"/>
                    <a:gd name="connsiteX14" fmla="*/ 2305 w 24611"/>
                    <a:gd name="connsiteY14" fmla="*/ 21013 h 63792"/>
                    <a:gd name="connsiteX15" fmla="*/ 9265 w 24611"/>
                    <a:gd name="connsiteY15" fmla="*/ 40430 h 63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4611" h="63792">
                      <a:moveTo>
                        <a:pt x="9265" y="40430"/>
                      </a:moveTo>
                      <a:cubicBezTo>
                        <a:pt x="11748" y="44642"/>
                        <a:pt x="14097" y="48676"/>
                        <a:pt x="15915" y="52577"/>
                      </a:cubicBezTo>
                      <a:cubicBezTo>
                        <a:pt x="17688" y="56523"/>
                        <a:pt x="19639" y="60113"/>
                        <a:pt x="20082" y="63793"/>
                      </a:cubicBezTo>
                      <a:lnTo>
                        <a:pt x="22564" y="61044"/>
                      </a:lnTo>
                      <a:cubicBezTo>
                        <a:pt x="24648" y="58739"/>
                        <a:pt x="25003" y="55015"/>
                        <a:pt x="24249" y="51336"/>
                      </a:cubicBezTo>
                      <a:cubicBezTo>
                        <a:pt x="23761" y="49474"/>
                        <a:pt x="23540" y="47568"/>
                        <a:pt x="22830" y="45661"/>
                      </a:cubicBezTo>
                      <a:cubicBezTo>
                        <a:pt x="22520" y="44642"/>
                        <a:pt x="22165" y="43667"/>
                        <a:pt x="21722" y="42691"/>
                      </a:cubicBezTo>
                      <a:cubicBezTo>
                        <a:pt x="21323" y="41627"/>
                        <a:pt x="20880" y="40563"/>
                        <a:pt x="20304" y="39544"/>
                      </a:cubicBezTo>
                      <a:cubicBezTo>
                        <a:pt x="18841" y="36485"/>
                        <a:pt x="17466" y="33249"/>
                        <a:pt x="16447" y="29791"/>
                      </a:cubicBezTo>
                      <a:cubicBezTo>
                        <a:pt x="15338" y="26377"/>
                        <a:pt x="14496" y="22742"/>
                        <a:pt x="13831" y="19063"/>
                      </a:cubicBezTo>
                      <a:cubicBezTo>
                        <a:pt x="12900" y="13876"/>
                        <a:pt x="11083" y="9221"/>
                        <a:pt x="8778" y="5719"/>
                      </a:cubicBezTo>
                      <a:cubicBezTo>
                        <a:pt x="6428" y="2217"/>
                        <a:pt x="3502" y="-44"/>
                        <a:pt x="266" y="1"/>
                      </a:cubicBezTo>
                      <a:lnTo>
                        <a:pt x="0" y="1"/>
                      </a:lnTo>
                      <a:cubicBezTo>
                        <a:pt x="222" y="3591"/>
                        <a:pt x="488" y="7138"/>
                        <a:pt x="842" y="10640"/>
                      </a:cubicBezTo>
                      <a:cubicBezTo>
                        <a:pt x="1153" y="14142"/>
                        <a:pt x="1640" y="17600"/>
                        <a:pt x="2305" y="21013"/>
                      </a:cubicBezTo>
                      <a:cubicBezTo>
                        <a:pt x="3546" y="27885"/>
                        <a:pt x="5630" y="34579"/>
                        <a:pt x="9265" y="40430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54" name="Forme libre : forme 24453">
                  <a:extLst>
                    <a:ext uri="{FF2B5EF4-FFF2-40B4-BE49-F238E27FC236}">
                      <a16:creationId xmlns:a16="http://schemas.microsoft.com/office/drawing/2014/main" id="{E8475A5E-1179-4913-A69E-6ADE82193ABF}"/>
                    </a:ext>
                  </a:extLst>
                </p:cNvPr>
                <p:cNvSpPr/>
                <p:nvPr/>
              </p:nvSpPr>
              <p:spPr>
                <a:xfrm>
                  <a:off x="6007312" y="1513574"/>
                  <a:ext cx="14435" cy="30744"/>
                </a:xfrm>
                <a:custGeom>
                  <a:avLst/>
                  <a:gdLst>
                    <a:gd name="connsiteX0" fmla="*/ 3838 w 14435"/>
                    <a:gd name="connsiteY0" fmla="*/ 18 h 30744"/>
                    <a:gd name="connsiteX1" fmla="*/ 12749 w 14435"/>
                    <a:gd name="connsiteY1" fmla="*/ 14026 h 30744"/>
                    <a:gd name="connsiteX2" fmla="*/ 14433 w 14435"/>
                    <a:gd name="connsiteY2" fmla="*/ 24666 h 30744"/>
                    <a:gd name="connsiteX3" fmla="*/ 12438 w 14435"/>
                    <a:gd name="connsiteY3" fmla="*/ 30517 h 30744"/>
                    <a:gd name="connsiteX4" fmla="*/ 6631 w 14435"/>
                    <a:gd name="connsiteY4" fmla="*/ 27902 h 30744"/>
                    <a:gd name="connsiteX5" fmla="*/ 1134 w 14435"/>
                    <a:gd name="connsiteY5" fmla="*/ 17262 h 30744"/>
                    <a:gd name="connsiteX6" fmla="*/ 3838 w 14435"/>
                    <a:gd name="connsiteY6" fmla="*/ 18 h 30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435" h="30744">
                      <a:moveTo>
                        <a:pt x="3838" y="18"/>
                      </a:moveTo>
                      <a:cubicBezTo>
                        <a:pt x="7252" y="-381"/>
                        <a:pt x="10621" y="6091"/>
                        <a:pt x="12749" y="14026"/>
                      </a:cubicBezTo>
                      <a:cubicBezTo>
                        <a:pt x="13812" y="18016"/>
                        <a:pt x="14433" y="21695"/>
                        <a:pt x="14433" y="24666"/>
                      </a:cubicBezTo>
                      <a:cubicBezTo>
                        <a:pt x="14478" y="27547"/>
                        <a:pt x="13901" y="29764"/>
                        <a:pt x="12438" y="30517"/>
                      </a:cubicBezTo>
                      <a:cubicBezTo>
                        <a:pt x="10975" y="31227"/>
                        <a:pt x="8803" y="30251"/>
                        <a:pt x="6631" y="27902"/>
                      </a:cubicBezTo>
                      <a:cubicBezTo>
                        <a:pt x="4503" y="25508"/>
                        <a:pt x="2375" y="21740"/>
                        <a:pt x="1134" y="17262"/>
                      </a:cubicBezTo>
                      <a:cubicBezTo>
                        <a:pt x="-1349" y="8174"/>
                        <a:pt x="558" y="372"/>
                        <a:pt x="3838" y="1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55" name="Forme libre : forme 24454">
                  <a:extLst>
                    <a:ext uri="{FF2B5EF4-FFF2-40B4-BE49-F238E27FC236}">
                      <a16:creationId xmlns:a16="http://schemas.microsoft.com/office/drawing/2014/main" id="{670F1A35-A8D9-469A-840C-CB268BDF8C54}"/>
                    </a:ext>
                  </a:extLst>
                </p:cNvPr>
                <p:cNvSpPr/>
                <p:nvPr/>
              </p:nvSpPr>
              <p:spPr>
                <a:xfrm>
                  <a:off x="6012391" y="1521172"/>
                  <a:ext cx="9362" cy="23147"/>
                </a:xfrm>
                <a:custGeom>
                  <a:avLst/>
                  <a:gdLst>
                    <a:gd name="connsiteX0" fmla="*/ 0 w 9362"/>
                    <a:gd name="connsiteY0" fmla="*/ 18264 h 23147"/>
                    <a:gd name="connsiteX1" fmla="*/ 7359 w 9362"/>
                    <a:gd name="connsiteY1" fmla="*/ 22919 h 23147"/>
                    <a:gd name="connsiteX2" fmla="*/ 9354 w 9362"/>
                    <a:gd name="connsiteY2" fmla="*/ 17067 h 23147"/>
                    <a:gd name="connsiteX3" fmla="*/ 7669 w 9362"/>
                    <a:gd name="connsiteY3" fmla="*/ 6428 h 23147"/>
                    <a:gd name="connsiteX4" fmla="*/ 5497 w 9362"/>
                    <a:gd name="connsiteY4" fmla="*/ 0 h 23147"/>
                    <a:gd name="connsiteX5" fmla="*/ 5896 w 9362"/>
                    <a:gd name="connsiteY5" fmla="*/ 3768 h 23147"/>
                    <a:gd name="connsiteX6" fmla="*/ 4300 w 9362"/>
                    <a:gd name="connsiteY6" fmla="*/ 13211 h 23147"/>
                    <a:gd name="connsiteX7" fmla="*/ 0 w 9362"/>
                    <a:gd name="connsiteY7" fmla="*/ 18264 h 23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362" h="23147">
                      <a:moveTo>
                        <a:pt x="0" y="18264"/>
                      </a:moveTo>
                      <a:cubicBezTo>
                        <a:pt x="2527" y="22077"/>
                        <a:pt x="5630" y="23806"/>
                        <a:pt x="7359" y="22919"/>
                      </a:cubicBezTo>
                      <a:cubicBezTo>
                        <a:pt x="8866" y="22165"/>
                        <a:pt x="9442" y="19993"/>
                        <a:pt x="9354" y="17067"/>
                      </a:cubicBezTo>
                      <a:cubicBezTo>
                        <a:pt x="9354" y="14097"/>
                        <a:pt x="8733" y="10418"/>
                        <a:pt x="7669" y="6428"/>
                      </a:cubicBezTo>
                      <a:cubicBezTo>
                        <a:pt x="7093" y="4078"/>
                        <a:pt x="6251" y="1906"/>
                        <a:pt x="5497" y="0"/>
                      </a:cubicBezTo>
                      <a:cubicBezTo>
                        <a:pt x="5719" y="1241"/>
                        <a:pt x="5807" y="2527"/>
                        <a:pt x="5896" y="3768"/>
                      </a:cubicBezTo>
                      <a:cubicBezTo>
                        <a:pt x="5763" y="7270"/>
                        <a:pt x="5275" y="10551"/>
                        <a:pt x="4300" y="13211"/>
                      </a:cubicBezTo>
                      <a:cubicBezTo>
                        <a:pt x="3325" y="15870"/>
                        <a:pt x="1995" y="17777"/>
                        <a:pt x="0" y="1826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56" name="Forme libre : forme 24455">
                  <a:extLst>
                    <a:ext uri="{FF2B5EF4-FFF2-40B4-BE49-F238E27FC236}">
                      <a16:creationId xmlns:a16="http://schemas.microsoft.com/office/drawing/2014/main" id="{A1CD6C06-676C-44A7-9336-25AEF0C18F60}"/>
                    </a:ext>
                  </a:extLst>
                </p:cNvPr>
                <p:cNvSpPr/>
                <p:nvPr/>
              </p:nvSpPr>
              <p:spPr>
                <a:xfrm>
                  <a:off x="6008298" y="1511849"/>
                  <a:ext cx="14158" cy="30456"/>
                </a:xfrm>
                <a:custGeom>
                  <a:avLst/>
                  <a:gdLst>
                    <a:gd name="connsiteX0" fmla="*/ 4004 w 14158"/>
                    <a:gd name="connsiteY0" fmla="*/ 14 h 30456"/>
                    <a:gd name="connsiteX1" fmla="*/ 8881 w 14158"/>
                    <a:gd name="connsiteY1" fmla="*/ 3915 h 30456"/>
                    <a:gd name="connsiteX2" fmla="*/ 12693 w 14158"/>
                    <a:gd name="connsiteY2" fmla="*/ 13978 h 30456"/>
                    <a:gd name="connsiteX3" fmla="*/ 14156 w 14158"/>
                    <a:gd name="connsiteY3" fmla="*/ 24484 h 30456"/>
                    <a:gd name="connsiteX4" fmla="*/ 11984 w 14158"/>
                    <a:gd name="connsiteY4" fmla="*/ 30247 h 30456"/>
                    <a:gd name="connsiteX5" fmla="*/ 6265 w 14158"/>
                    <a:gd name="connsiteY5" fmla="*/ 27588 h 30456"/>
                    <a:gd name="connsiteX6" fmla="*/ 1034 w 14158"/>
                    <a:gd name="connsiteY6" fmla="*/ 16992 h 30456"/>
                    <a:gd name="connsiteX7" fmla="*/ 414 w 14158"/>
                    <a:gd name="connsiteY7" fmla="*/ 5245 h 30456"/>
                    <a:gd name="connsiteX8" fmla="*/ 4004 w 14158"/>
                    <a:gd name="connsiteY8" fmla="*/ 14 h 30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58" h="30456">
                      <a:moveTo>
                        <a:pt x="4004" y="14"/>
                      </a:moveTo>
                      <a:cubicBezTo>
                        <a:pt x="5645" y="-164"/>
                        <a:pt x="7329" y="1388"/>
                        <a:pt x="8881" y="3915"/>
                      </a:cubicBezTo>
                      <a:cubicBezTo>
                        <a:pt x="10344" y="6486"/>
                        <a:pt x="11674" y="10032"/>
                        <a:pt x="12693" y="13978"/>
                      </a:cubicBezTo>
                      <a:cubicBezTo>
                        <a:pt x="13668" y="17968"/>
                        <a:pt x="14201" y="21603"/>
                        <a:pt x="14156" y="24484"/>
                      </a:cubicBezTo>
                      <a:cubicBezTo>
                        <a:pt x="14023" y="27410"/>
                        <a:pt x="13535" y="29538"/>
                        <a:pt x="11984" y="30247"/>
                      </a:cubicBezTo>
                      <a:cubicBezTo>
                        <a:pt x="10521" y="30912"/>
                        <a:pt x="8260" y="29981"/>
                        <a:pt x="6265" y="27588"/>
                      </a:cubicBezTo>
                      <a:cubicBezTo>
                        <a:pt x="4182" y="25238"/>
                        <a:pt x="2143" y="21470"/>
                        <a:pt x="1034" y="16992"/>
                      </a:cubicBezTo>
                      <a:cubicBezTo>
                        <a:pt x="-163" y="12559"/>
                        <a:pt x="-251" y="8348"/>
                        <a:pt x="414" y="5245"/>
                      </a:cubicBezTo>
                      <a:cubicBezTo>
                        <a:pt x="1034" y="2142"/>
                        <a:pt x="2364" y="191"/>
                        <a:pt x="4004" y="1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57" name="Forme libre : forme 24456">
                  <a:extLst>
                    <a:ext uri="{FF2B5EF4-FFF2-40B4-BE49-F238E27FC236}">
                      <a16:creationId xmlns:a16="http://schemas.microsoft.com/office/drawing/2014/main" id="{4E5A1F01-4BD5-4707-A3D9-34B129E053F4}"/>
                    </a:ext>
                  </a:extLst>
                </p:cNvPr>
                <p:cNvSpPr/>
                <p:nvPr/>
              </p:nvSpPr>
              <p:spPr>
                <a:xfrm>
                  <a:off x="6012968" y="1517919"/>
                  <a:ext cx="18671" cy="41269"/>
                </a:xfrm>
                <a:custGeom>
                  <a:avLst/>
                  <a:gdLst>
                    <a:gd name="connsiteX0" fmla="*/ 14452 w 18671"/>
                    <a:gd name="connsiteY0" fmla="*/ 37033 h 41269"/>
                    <a:gd name="connsiteX1" fmla="*/ 18176 w 18671"/>
                    <a:gd name="connsiteY1" fmla="*/ 32866 h 41269"/>
                    <a:gd name="connsiteX2" fmla="*/ 16624 w 18671"/>
                    <a:gd name="connsiteY2" fmla="*/ 18015 h 41269"/>
                    <a:gd name="connsiteX3" fmla="*/ 11570 w 18671"/>
                    <a:gd name="connsiteY3" fmla="*/ 4361 h 41269"/>
                    <a:gd name="connsiteX4" fmla="*/ 5275 w 18671"/>
                    <a:gd name="connsiteY4" fmla="*/ 593 h 41269"/>
                    <a:gd name="connsiteX5" fmla="*/ 3547 w 18671"/>
                    <a:gd name="connsiteY5" fmla="*/ 6400 h 41269"/>
                    <a:gd name="connsiteX6" fmla="*/ 1197 w 18671"/>
                    <a:gd name="connsiteY6" fmla="*/ 21295 h 41269"/>
                    <a:gd name="connsiteX7" fmla="*/ 0 w 18671"/>
                    <a:gd name="connsiteY7" fmla="*/ 29541 h 41269"/>
                    <a:gd name="connsiteX8" fmla="*/ 3768 w 18671"/>
                    <a:gd name="connsiteY8" fmla="*/ 39338 h 41269"/>
                    <a:gd name="connsiteX9" fmla="*/ 10240 w 18671"/>
                    <a:gd name="connsiteY9" fmla="*/ 40535 h 41269"/>
                    <a:gd name="connsiteX10" fmla="*/ 14452 w 18671"/>
                    <a:gd name="connsiteY10" fmla="*/ 37033 h 41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671" h="41269">
                      <a:moveTo>
                        <a:pt x="14452" y="37033"/>
                      </a:moveTo>
                      <a:cubicBezTo>
                        <a:pt x="15959" y="35969"/>
                        <a:pt x="17511" y="34816"/>
                        <a:pt x="18176" y="32866"/>
                      </a:cubicBezTo>
                      <a:cubicBezTo>
                        <a:pt x="19461" y="29142"/>
                        <a:pt x="17998" y="23601"/>
                        <a:pt x="16624" y="18015"/>
                      </a:cubicBezTo>
                      <a:cubicBezTo>
                        <a:pt x="15383" y="13404"/>
                        <a:pt x="13964" y="8439"/>
                        <a:pt x="11570" y="4361"/>
                      </a:cubicBezTo>
                      <a:cubicBezTo>
                        <a:pt x="9930" y="1302"/>
                        <a:pt x="7049" y="-1180"/>
                        <a:pt x="5275" y="593"/>
                      </a:cubicBezTo>
                      <a:cubicBezTo>
                        <a:pt x="4211" y="1701"/>
                        <a:pt x="3857" y="4139"/>
                        <a:pt x="3547" y="6400"/>
                      </a:cubicBezTo>
                      <a:cubicBezTo>
                        <a:pt x="2970" y="11676"/>
                        <a:pt x="2084" y="16685"/>
                        <a:pt x="1197" y="21295"/>
                      </a:cubicBezTo>
                      <a:cubicBezTo>
                        <a:pt x="709" y="23290"/>
                        <a:pt x="0" y="26216"/>
                        <a:pt x="0" y="29541"/>
                      </a:cubicBezTo>
                      <a:cubicBezTo>
                        <a:pt x="89" y="32821"/>
                        <a:pt x="975" y="36545"/>
                        <a:pt x="3768" y="39338"/>
                      </a:cubicBezTo>
                      <a:cubicBezTo>
                        <a:pt x="6206" y="41865"/>
                        <a:pt x="8556" y="41510"/>
                        <a:pt x="10240" y="40535"/>
                      </a:cubicBezTo>
                      <a:cubicBezTo>
                        <a:pt x="12014" y="39516"/>
                        <a:pt x="13388" y="37787"/>
                        <a:pt x="14452" y="3703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58" name="Forme libre : forme 24457">
                  <a:extLst>
                    <a:ext uri="{FF2B5EF4-FFF2-40B4-BE49-F238E27FC236}">
                      <a16:creationId xmlns:a16="http://schemas.microsoft.com/office/drawing/2014/main" id="{ABA87304-4515-4652-BE00-EEF251AE937D}"/>
                    </a:ext>
                  </a:extLst>
                </p:cNvPr>
                <p:cNvSpPr/>
                <p:nvPr/>
              </p:nvSpPr>
              <p:spPr>
                <a:xfrm>
                  <a:off x="6009166" y="1541242"/>
                  <a:ext cx="10348" cy="11448"/>
                </a:xfrm>
                <a:custGeom>
                  <a:avLst/>
                  <a:gdLst>
                    <a:gd name="connsiteX0" fmla="*/ 8412 w 10348"/>
                    <a:gd name="connsiteY0" fmla="*/ 11273 h 11448"/>
                    <a:gd name="connsiteX1" fmla="*/ 9963 w 10348"/>
                    <a:gd name="connsiteY1" fmla="*/ 11317 h 11448"/>
                    <a:gd name="connsiteX2" fmla="*/ 10229 w 10348"/>
                    <a:gd name="connsiteY2" fmla="*/ 9632 h 11448"/>
                    <a:gd name="connsiteX3" fmla="*/ 9032 w 10348"/>
                    <a:gd name="connsiteY3" fmla="*/ 7504 h 11448"/>
                    <a:gd name="connsiteX4" fmla="*/ 5309 w 10348"/>
                    <a:gd name="connsiteY4" fmla="*/ 2717 h 11448"/>
                    <a:gd name="connsiteX5" fmla="*/ 3713 w 10348"/>
                    <a:gd name="connsiteY5" fmla="*/ 1032 h 11448"/>
                    <a:gd name="connsiteX6" fmla="*/ 609 w 10348"/>
                    <a:gd name="connsiteY6" fmla="*/ 190 h 11448"/>
                    <a:gd name="connsiteX7" fmla="*/ 920 w 10348"/>
                    <a:gd name="connsiteY7" fmla="*/ 4224 h 11448"/>
                    <a:gd name="connsiteX8" fmla="*/ 8412 w 10348"/>
                    <a:gd name="connsiteY8" fmla="*/ 11273 h 11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348" h="11448">
                      <a:moveTo>
                        <a:pt x="8412" y="11273"/>
                      </a:moveTo>
                      <a:cubicBezTo>
                        <a:pt x="8988" y="11450"/>
                        <a:pt x="9564" y="11538"/>
                        <a:pt x="9963" y="11317"/>
                      </a:cubicBezTo>
                      <a:cubicBezTo>
                        <a:pt x="10362" y="11051"/>
                        <a:pt x="10451" y="10475"/>
                        <a:pt x="10229" y="9632"/>
                      </a:cubicBezTo>
                      <a:cubicBezTo>
                        <a:pt x="10008" y="8879"/>
                        <a:pt x="9520" y="8169"/>
                        <a:pt x="9032" y="7504"/>
                      </a:cubicBezTo>
                      <a:cubicBezTo>
                        <a:pt x="7880" y="6041"/>
                        <a:pt x="6639" y="4446"/>
                        <a:pt x="5309" y="2717"/>
                      </a:cubicBezTo>
                      <a:cubicBezTo>
                        <a:pt x="4777" y="2096"/>
                        <a:pt x="4245" y="1475"/>
                        <a:pt x="3713" y="1032"/>
                      </a:cubicBezTo>
                      <a:cubicBezTo>
                        <a:pt x="2649" y="101"/>
                        <a:pt x="1363" y="-254"/>
                        <a:pt x="609" y="190"/>
                      </a:cubicBezTo>
                      <a:cubicBezTo>
                        <a:pt x="-100" y="633"/>
                        <a:pt x="-410" y="1963"/>
                        <a:pt x="920" y="4224"/>
                      </a:cubicBezTo>
                      <a:cubicBezTo>
                        <a:pt x="2737" y="7859"/>
                        <a:pt x="6195" y="10519"/>
                        <a:pt x="8412" y="1127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59" name="Forme libre : forme 24458">
                  <a:extLst>
                    <a:ext uri="{FF2B5EF4-FFF2-40B4-BE49-F238E27FC236}">
                      <a16:creationId xmlns:a16="http://schemas.microsoft.com/office/drawing/2014/main" id="{D1B29C2B-E107-47D8-8868-07A1158CC0F5}"/>
                    </a:ext>
                  </a:extLst>
                </p:cNvPr>
                <p:cNvSpPr/>
                <p:nvPr/>
              </p:nvSpPr>
              <p:spPr>
                <a:xfrm>
                  <a:off x="6012524" y="1501256"/>
                  <a:ext cx="14097" cy="16635"/>
                </a:xfrm>
                <a:custGeom>
                  <a:avLst/>
                  <a:gdLst>
                    <a:gd name="connsiteX0" fmla="*/ 0 w 14097"/>
                    <a:gd name="connsiteY0" fmla="*/ 11 h 16635"/>
                    <a:gd name="connsiteX1" fmla="*/ 5142 w 14097"/>
                    <a:gd name="connsiteY1" fmla="*/ 1785 h 16635"/>
                    <a:gd name="connsiteX2" fmla="*/ 14097 w 14097"/>
                    <a:gd name="connsiteY2" fmla="*/ 16635 h 16635"/>
                    <a:gd name="connsiteX3" fmla="*/ 13122 w 14097"/>
                    <a:gd name="connsiteY3" fmla="*/ 14552 h 16635"/>
                    <a:gd name="connsiteX4" fmla="*/ 10418 w 14097"/>
                    <a:gd name="connsiteY4" fmla="*/ 9720 h 16635"/>
                    <a:gd name="connsiteX5" fmla="*/ 6118 w 14097"/>
                    <a:gd name="connsiteY5" fmla="*/ 4090 h 16635"/>
                    <a:gd name="connsiteX6" fmla="*/ 0 w 14097"/>
                    <a:gd name="connsiteY6" fmla="*/ 11 h 16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097" h="16635">
                      <a:moveTo>
                        <a:pt x="0" y="11"/>
                      </a:moveTo>
                      <a:cubicBezTo>
                        <a:pt x="0" y="11"/>
                        <a:pt x="2305" y="-255"/>
                        <a:pt x="5142" y="1785"/>
                      </a:cubicBezTo>
                      <a:cubicBezTo>
                        <a:pt x="8024" y="3824"/>
                        <a:pt x="11127" y="8168"/>
                        <a:pt x="14097" y="16635"/>
                      </a:cubicBezTo>
                      <a:cubicBezTo>
                        <a:pt x="14097" y="16635"/>
                        <a:pt x="13742" y="15926"/>
                        <a:pt x="13122" y="14552"/>
                      </a:cubicBezTo>
                      <a:cubicBezTo>
                        <a:pt x="12546" y="13266"/>
                        <a:pt x="11570" y="11582"/>
                        <a:pt x="10418" y="9720"/>
                      </a:cubicBezTo>
                      <a:cubicBezTo>
                        <a:pt x="9309" y="7858"/>
                        <a:pt x="7758" y="5863"/>
                        <a:pt x="6118" y="4090"/>
                      </a:cubicBezTo>
                      <a:cubicBezTo>
                        <a:pt x="4477" y="2405"/>
                        <a:pt x="2438" y="854"/>
                        <a:pt x="0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60" name="Forme libre : forme 24459">
                  <a:extLst>
                    <a:ext uri="{FF2B5EF4-FFF2-40B4-BE49-F238E27FC236}">
                      <a16:creationId xmlns:a16="http://schemas.microsoft.com/office/drawing/2014/main" id="{47FCE3AC-3D19-4165-A2AB-D11E3B9A7E2C}"/>
                    </a:ext>
                  </a:extLst>
                </p:cNvPr>
                <p:cNvSpPr/>
                <p:nvPr/>
              </p:nvSpPr>
              <p:spPr>
                <a:xfrm>
                  <a:off x="6005875" y="1551229"/>
                  <a:ext cx="24115" cy="15158"/>
                </a:xfrm>
                <a:custGeom>
                  <a:avLst/>
                  <a:gdLst>
                    <a:gd name="connsiteX0" fmla="*/ 0 w 24115"/>
                    <a:gd name="connsiteY0" fmla="*/ 0 h 15158"/>
                    <a:gd name="connsiteX1" fmla="*/ 1995 w 24115"/>
                    <a:gd name="connsiteY1" fmla="*/ 3280 h 15158"/>
                    <a:gd name="connsiteX2" fmla="*/ 7758 w 24115"/>
                    <a:gd name="connsiteY2" fmla="*/ 9974 h 15158"/>
                    <a:gd name="connsiteX3" fmla="*/ 16181 w 24115"/>
                    <a:gd name="connsiteY3" fmla="*/ 14762 h 15158"/>
                    <a:gd name="connsiteX4" fmla="*/ 24116 w 24115"/>
                    <a:gd name="connsiteY4" fmla="*/ 13698 h 15158"/>
                    <a:gd name="connsiteX5" fmla="*/ 17245 w 24115"/>
                    <a:gd name="connsiteY5" fmla="*/ 13920 h 15158"/>
                    <a:gd name="connsiteX6" fmla="*/ 9088 w 24115"/>
                    <a:gd name="connsiteY6" fmla="*/ 10285 h 15158"/>
                    <a:gd name="connsiteX7" fmla="*/ 4433 w 24115"/>
                    <a:gd name="connsiteY7" fmla="*/ 6118 h 15158"/>
                    <a:gd name="connsiteX8" fmla="*/ 0 w 24115"/>
                    <a:gd name="connsiteY8" fmla="*/ 0 h 15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115" h="15158">
                      <a:moveTo>
                        <a:pt x="0" y="0"/>
                      </a:moveTo>
                      <a:cubicBezTo>
                        <a:pt x="0" y="0"/>
                        <a:pt x="665" y="1330"/>
                        <a:pt x="1995" y="3280"/>
                      </a:cubicBezTo>
                      <a:cubicBezTo>
                        <a:pt x="3236" y="5231"/>
                        <a:pt x="5320" y="7714"/>
                        <a:pt x="7758" y="9974"/>
                      </a:cubicBezTo>
                      <a:cubicBezTo>
                        <a:pt x="10329" y="12147"/>
                        <a:pt x="13255" y="14186"/>
                        <a:pt x="16181" y="14762"/>
                      </a:cubicBezTo>
                      <a:cubicBezTo>
                        <a:pt x="19107" y="15471"/>
                        <a:pt x="21855" y="15294"/>
                        <a:pt x="24116" y="13698"/>
                      </a:cubicBezTo>
                      <a:cubicBezTo>
                        <a:pt x="24116" y="13698"/>
                        <a:pt x="21766" y="14762"/>
                        <a:pt x="17245" y="13920"/>
                      </a:cubicBezTo>
                      <a:cubicBezTo>
                        <a:pt x="14940" y="13565"/>
                        <a:pt x="12235" y="12457"/>
                        <a:pt x="9088" y="10285"/>
                      </a:cubicBezTo>
                      <a:cubicBezTo>
                        <a:pt x="7581" y="9176"/>
                        <a:pt x="6073" y="7802"/>
                        <a:pt x="4433" y="6118"/>
                      </a:cubicBezTo>
                      <a:cubicBezTo>
                        <a:pt x="2970" y="4344"/>
                        <a:pt x="1418" y="235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61" name="Forme libre : forme 24460">
                  <a:extLst>
                    <a:ext uri="{FF2B5EF4-FFF2-40B4-BE49-F238E27FC236}">
                      <a16:creationId xmlns:a16="http://schemas.microsoft.com/office/drawing/2014/main" id="{D7BC3D8B-A721-434D-B58A-F57A237FA223}"/>
                    </a:ext>
                  </a:extLst>
                </p:cNvPr>
                <p:cNvSpPr/>
                <p:nvPr/>
              </p:nvSpPr>
              <p:spPr>
                <a:xfrm>
                  <a:off x="6008787" y="1520620"/>
                  <a:ext cx="4213" cy="12202"/>
                </a:xfrm>
                <a:custGeom>
                  <a:avLst/>
                  <a:gdLst>
                    <a:gd name="connsiteX0" fmla="*/ 1875 w 4213"/>
                    <a:gd name="connsiteY0" fmla="*/ 65 h 12202"/>
                    <a:gd name="connsiteX1" fmla="*/ 4180 w 4213"/>
                    <a:gd name="connsiteY1" fmla="*/ 6848 h 12202"/>
                    <a:gd name="connsiteX2" fmla="*/ 2673 w 4213"/>
                    <a:gd name="connsiteY2" fmla="*/ 12167 h 12202"/>
                    <a:gd name="connsiteX3" fmla="*/ 13 w 4213"/>
                    <a:gd name="connsiteY3" fmla="*/ 5296 h 12202"/>
                    <a:gd name="connsiteX4" fmla="*/ 1875 w 4213"/>
                    <a:gd name="connsiteY4" fmla="*/ 65 h 12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3" h="12202">
                      <a:moveTo>
                        <a:pt x="1875" y="65"/>
                      </a:moveTo>
                      <a:cubicBezTo>
                        <a:pt x="3072" y="553"/>
                        <a:pt x="3870" y="3567"/>
                        <a:pt x="4180" y="6848"/>
                      </a:cubicBezTo>
                      <a:cubicBezTo>
                        <a:pt x="4358" y="10128"/>
                        <a:pt x="3826" y="12522"/>
                        <a:pt x="2673" y="12167"/>
                      </a:cubicBezTo>
                      <a:cubicBezTo>
                        <a:pt x="1432" y="11813"/>
                        <a:pt x="279" y="8710"/>
                        <a:pt x="13" y="5296"/>
                      </a:cubicBezTo>
                      <a:cubicBezTo>
                        <a:pt x="-120" y="1883"/>
                        <a:pt x="767" y="-423"/>
                        <a:pt x="1875" y="6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62" name="Forme libre : forme 24461">
                  <a:extLst>
                    <a:ext uri="{FF2B5EF4-FFF2-40B4-BE49-F238E27FC236}">
                      <a16:creationId xmlns:a16="http://schemas.microsoft.com/office/drawing/2014/main" id="{762E084B-742E-4DF6-8332-F411054DC081}"/>
                    </a:ext>
                  </a:extLst>
                </p:cNvPr>
                <p:cNvSpPr/>
                <p:nvPr/>
              </p:nvSpPr>
              <p:spPr>
                <a:xfrm>
                  <a:off x="6009233" y="1519081"/>
                  <a:ext cx="1844" cy="3340"/>
                </a:xfrm>
                <a:custGeom>
                  <a:avLst/>
                  <a:gdLst>
                    <a:gd name="connsiteX0" fmla="*/ 631 w 1844"/>
                    <a:gd name="connsiteY0" fmla="*/ 8 h 3340"/>
                    <a:gd name="connsiteX1" fmla="*/ 1784 w 1844"/>
                    <a:gd name="connsiteY1" fmla="*/ 1515 h 3340"/>
                    <a:gd name="connsiteX2" fmla="*/ 1252 w 1844"/>
                    <a:gd name="connsiteY2" fmla="*/ 3333 h 3340"/>
                    <a:gd name="connsiteX3" fmla="*/ 55 w 1844"/>
                    <a:gd name="connsiteY3" fmla="*/ 1870 h 3340"/>
                    <a:gd name="connsiteX4" fmla="*/ 631 w 1844"/>
                    <a:gd name="connsiteY4" fmla="*/ 8 h 3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4" h="3340">
                      <a:moveTo>
                        <a:pt x="631" y="8"/>
                      </a:moveTo>
                      <a:cubicBezTo>
                        <a:pt x="1075" y="-81"/>
                        <a:pt x="1607" y="584"/>
                        <a:pt x="1784" y="1515"/>
                      </a:cubicBezTo>
                      <a:cubicBezTo>
                        <a:pt x="1961" y="2402"/>
                        <a:pt x="1740" y="3244"/>
                        <a:pt x="1252" y="3333"/>
                      </a:cubicBezTo>
                      <a:cubicBezTo>
                        <a:pt x="764" y="3421"/>
                        <a:pt x="233" y="2756"/>
                        <a:pt x="55" y="1870"/>
                      </a:cubicBezTo>
                      <a:cubicBezTo>
                        <a:pt x="-122" y="894"/>
                        <a:pt x="144" y="52"/>
                        <a:pt x="631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63" name="Forme libre : forme 24462">
                  <a:extLst>
                    <a:ext uri="{FF2B5EF4-FFF2-40B4-BE49-F238E27FC236}">
                      <a16:creationId xmlns:a16="http://schemas.microsoft.com/office/drawing/2014/main" id="{B8C595D6-324E-4EBB-BD01-4650D2B99DE6}"/>
                    </a:ext>
                  </a:extLst>
                </p:cNvPr>
                <p:cNvSpPr/>
                <p:nvPr/>
              </p:nvSpPr>
              <p:spPr>
                <a:xfrm>
                  <a:off x="5998046" y="1504504"/>
                  <a:ext cx="13635" cy="31087"/>
                </a:xfrm>
                <a:custGeom>
                  <a:avLst/>
                  <a:gdLst>
                    <a:gd name="connsiteX0" fmla="*/ 3617 w 13635"/>
                    <a:gd name="connsiteY0" fmla="*/ 2970 h 31087"/>
                    <a:gd name="connsiteX1" fmla="*/ 11109 w 13635"/>
                    <a:gd name="connsiteY1" fmla="*/ 0 h 31087"/>
                    <a:gd name="connsiteX2" fmla="*/ 13592 w 13635"/>
                    <a:gd name="connsiteY2" fmla="*/ 2172 h 31087"/>
                    <a:gd name="connsiteX3" fmla="*/ 12439 w 13635"/>
                    <a:gd name="connsiteY3" fmla="*/ 5852 h 31087"/>
                    <a:gd name="connsiteX4" fmla="*/ 6454 w 13635"/>
                    <a:gd name="connsiteY4" fmla="*/ 14230 h 31087"/>
                    <a:gd name="connsiteX5" fmla="*/ 6233 w 13635"/>
                    <a:gd name="connsiteY5" fmla="*/ 24382 h 31087"/>
                    <a:gd name="connsiteX6" fmla="*/ 4593 w 13635"/>
                    <a:gd name="connsiteY6" fmla="*/ 30854 h 31087"/>
                    <a:gd name="connsiteX7" fmla="*/ 736 w 13635"/>
                    <a:gd name="connsiteY7" fmla="*/ 21589 h 31087"/>
                    <a:gd name="connsiteX8" fmla="*/ 115 w 13635"/>
                    <a:gd name="connsiteY8" fmla="*/ 11171 h 31087"/>
                    <a:gd name="connsiteX9" fmla="*/ 3617 w 13635"/>
                    <a:gd name="connsiteY9" fmla="*/ 2970 h 31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635" h="31087">
                      <a:moveTo>
                        <a:pt x="3617" y="2970"/>
                      </a:moveTo>
                      <a:cubicBezTo>
                        <a:pt x="5834" y="665"/>
                        <a:pt x="8494" y="44"/>
                        <a:pt x="11109" y="0"/>
                      </a:cubicBezTo>
                      <a:cubicBezTo>
                        <a:pt x="12084" y="0"/>
                        <a:pt x="13326" y="443"/>
                        <a:pt x="13592" y="2172"/>
                      </a:cubicBezTo>
                      <a:cubicBezTo>
                        <a:pt x="13813" y="3768"/>
                        <a:pt x="13148" y="5054"/>
                        <a:pt x="12439" y="5852"/>
                      </a:cubicBezTo>
                      <a:cubicBezTo>
                        <a:pt x="10223" y="8290"/>
                        <a:pt x="7518" y="9841"/>
                        <a:pt x="6454" y="14230"/>
                      </a:cubicBezTo>
                      <a:cubicBezTo>
                        <a:pt x="6100" y="15604"/>
                        <a:pt x="6188" y="20259"/>
                        <a:pt x="6233" y="24382"/>
                      </a:cubicBezTo>
                      <a:cubicBezTo>
                        <a:pt x="6233" y="28460"/>
                        <a:pt x="6277" y="32051"/>
                        <a:pt x="4593" y="30854"/>
                      </a:cubicBezTo>
                      <a:cubicBezTo>
                        <a:pt x="2864" y="29657"/>
                        <a:pt x="1489" y="25712"/>
                        <a:pt x="736" y="21589"/>
                      </a:cubicBezTo>
                      <a:cubicBezTo>
                        <a:pt x="-62" y="17466"/>
                        <a:pt x="-107" y="13166"/>
                        <a:pt x="115" y="11171"/>
                      </a:cubicBezTo>
                      <a:cubicBezTo>
                        <a:pt x="647" y="7536"/>
                        <a:pt x="1977" y="4743"/>
                        <a:pt x="3617" y="297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76" name="Graphique 2">
                <a:extLst>
                  <a:ext uri="{FF2B5EF4-FFF2-40B4-BE49-F238E27FC236}">
                    <a16:creationId xmlns:a16="http://schemas.microsoft.com/office/drawing/2014/main" id="{526186E3-AD47-4744-9244-A7E973F95C6A}"/>
                  </a:ext>
                </a:extLst>
              </p:cNvPr>
              <p:cNvGrpSpPr/>
              <p:nvPr/>
            </p:nvGrpSpPr>
            <p:grpSpPr>
              <a:xfrm>
                <a:off x="5993942" y="1428278"/>
                <a:ext cx="39822" cy="71085"/>
                <a:chOff x="5993942" y="1428278"/>
                <a:chExt cx="39822" cy="71085"/>
              </a:xfrm>
              <a:solidFill>
                <a:schemeClr val="accent1"/>
              </a:solidFill>
            </p:grpSpPr>
            <p:sp>
              <p:nvSpPr>
                <p:cNvPr id="24440" name="Forme libre : forme 24439">
                  <a:extLst>
                    <a:ext uri="{FF2B5EF4-FFF2-40B4-BE49-F238E27FC236}">
                      <a16:creationId xmlns:a16="http://schemas.microsoft.com/office/drawing/2014/main" id="{8980E813-AF74-4B34-BB45-E3A8A9090516}"/>
                    </a:ext>
                  </a:extLst>
                </p:cNvPr>
                <p:cNvSpPr/>
                <p:nvPr/>
              </p:nvSpPr>
              <p:spPr>
                <a:xfrm>
                  <a:off x="5993942" y="1428278"/>
                  <a:ext cx="39822" cy="71085"/>
                </a:xfrm>
                <a:custGeom>
                  <a:avLst/>
                  <a:gdLst>
                    <a:gd name="connsiteX0" fmla="*/ 37778 w 39822"/>
                    <a:gd name="connsiteY0" fmla="*/ 28659 h 71085"/>
                    <a:gd name="connsiteX1" fmla="*/ 34719 w 39822"/>
                    <a:gd name="connsiteY1" fmla="*/ 39520 h 71085"/>
                    <a:gd name="connsiteX2" fmla="*/ 32680 w 39822"/>
                    <a:gd name="connsiteY2" fmla="*/ 50869 h 71085"/>
                    <a:gd name="connsiteX3" fmla="*/ 28158 w 39822"/>
                    <a:gd name="connsiteY3" fmla="*/ 64700 h 71085"/>
                    <a:gd name="connsiteX4" fmla="*/ 19868 w 39822"/>
                    <a:gd name="connsiteY4" fmla="*/ 70862 h 71085"/>
                    <a:gd name="connsiteX5" fmla="*/ 10957 w 39822"/>
                    <a:gd name="connsiteY5" fmla="*/ 71084 h 71085"/>
                    <a:gd name="connsiteX6" fmla="*/ 2623 w 39822"/>
                    <a:gd name="connsiteY6" fmla="*/ 64212 h 71085"/>
                    <a:gd name="connsiteX7" fmla="*/ 229 w 39822"/>
                    <a:gd name="connsiteY7" fmla="*/ 46835 h 71085"/>
                    <a:gd name="connsiteX8" fmla="*/ 2579 w 39822"/>
                    <a:gd name="connsiteY8" fmla="*/ 32516 h 71085"/>
                    <a:gd name="connsiteX9" fmla="*/ 6347 w 39822"/>
                    <a:gd name="connsiteY9" fmla="*/ 18285 h 71085"/>
                    <a:gd name="connsiteX10" fmla="*/ 16366 w 39822"/>
                    <a:gd name="connsiteY10" fmla="*/ 3036 h 71085"/>
                    <a:gd name="connsiteX11" fmla="*/ 27316 w 39822"/>
                    <a:gd name="connsiteY11" fmla="*/ 952 h 71085"/>
                    <a:gd name="connsiteX12" fmla="*/ 35162 w 39822"/>
                    <a:gd name="connsiteY12" fmla="*/ 5828 h 71085"/>
                    <a:gd name="connsiteX13" fmla="*/ 39728 w 39822"/>
                    <a:gd name="connsiteY13" fmla="*/ 15049 h 71085"/>
                    <a:gd name="connsiteX14" fmla="*/ 39507 w 39822"/>
                    <a:gd name="connsiteY14" fmla="*/ 21477 h 71085"/>
                    <a:gd name="connsiteX15" fmla="*/ 37778 w 39822"/>
                    <a:gd name="connsiteY15" fmla="*/ 28659 h 71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822" h="71085">
                      <a:moveTo>
                        <a:pt x="37778" y="28659"/>
                      </a:moveTo>
                      <a:cubicBezTo>
                        <a:pt x="36536" y="32161"/>
                        <a:pt x="35561" y="35840"/>
                        <a:pt x="34719" y="39520"/>
                      </a:cubicBezTo>
                      <a:cubicBezTo>
                        <a:pt x="33876" y="43244"/>
                        <a:pt x="33211" y="47012"/>
                        <a:pt x="32680" y="50869"/>
                      </a:cubicBezTo>
                      <a:cubicBezTo>
                        <a:pt x="32015" y="56233"/>
                        <a:pt x="30286" y="61065"/>
                        <a:pt x="28158" y="64700"/>
                      </a:cubicBezTo>
                      <a:cubicBezTo>
                        <a:pt x="25897" y="68335"/>
                        <a:pt x="23104" y="70773"/>
                        <a:pt x="19868" y="70862"/>
                      </a:cubicBezTo>
                      <a:lnTo>
                        <a:pt x="10957" y="71084"/>
                      </a:lnTo>
                      <a:cubicBezTo>
                        <a:pt x="7766" y="71172"/>
                        <a:pt x="4662" y="68645"/>
                        <a:pt x="2623" y="64212"/>
                      </a:cubicBezTo>
                      <a:cubicBezTo>
                        <a:pt x="495" y="59823"/>
                        <a:pt x="-480" y="53573"/>
                        <a:pt x="229" y="46835"/>
                      </a:cubicBezTo>
                      <a:cubicBezTo>
                        <a:pt x="806" y="42047"/>
                        <a:pt x="1559" y="37259"/>
                        <a:pt x="2579" y="32516"/>
                      </a:cubicBezTo>
                      <a:cubicBezTo>
                        <a:pt x="3598" y="27772"/>
                        <a:pt x="4751" y="22984"/>
                        <a:pt x="6347" y="18285"/>
                      </a:cubicBezTo>
                      <a:cubicBezTo>
                        <a:pt x="8430" y="11636"/>
                        <a:pt x="12287" y="6139"/>
                        <a:pt x="16366" y="3036"/>
                      </a:cubicBezTo>
                      <a:cubicBezTo>
                        <a:pt x="20356" y="-112"/>
                        <a:pt x="24567" y="-821"/>
                        <a:pt x="27316" y="952"/>
                      </a:cubicBezTo>
                      <a:lnTo>
                        <a:pt x="35162" y="5828"/>
                      </a:lnTo>
                      <a:cubicBezTo>
                        <a:pt x="37999" y="7646"/>
                        <a:pt x="39285" y="11015"/>
                        <a:pt x="39728" y="15049"/>
                      </a:cubicBezTo>
                      <a:cubicBezTo>
                        <a:pt x="39861" y="17000"/>
                        <a:pt x="39905" y="19261"/>
                        <a:pt x="39507" y="21477"/>
                      </a:cubicBezTo>
                      <a:cubicBezTo>
                        <a:pt x="39240" y="23827"/>
                        <a:pt x="38575" y="26176"/>
                        <a:pt x="37778" y="28659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41" name="Forme libre : forme 24440">
                  <a:extLst>
                    <a:ext uri="{FF2B5EF4-FFF2-40B4-BE49-F238E27FC236}">
                      <a16:creationId xmlns:a16="http://schemas.microsoft.com/office/drawing/2014/main" id="{0F946A76-C744-4413-A85F-E49C954CE63A}"/>
                    </a:ext>
                  </a:extLst>
                </p:cNvPr>
                <p:cNvSpPr/>
                <p:nvPr/>
              </p:nvSpPr>
              <p:spPr>
                <a:xfrm>
                  <a:off x="6009953" y="1433973"/>
                  <a:ext cx="23767" cy="65299"/>
                </a:xfrm>
                <a:custGeom>
                  <a:avLst/>
                  <a:gdLst>
                    <a:gd name="connsiteX0" fmla="*/ 6650 w 23767"/>
                    <a:gd name="connsiteY0" fmla="*/ 39499 h 65299"/>
                    <a:gd name="connsiteX1" fmla="*/ 4876 w 23767"/>
                    <a:gd name="connsiteY1" fmla="*/ 53951 h 65299"/>
                    <a:gd name="connsiteX2" fmla="*/ 0 w 23767"/>
                    <a:gd name="connsiteY2" fmla="*/ 65300 h 65299"/>
                    <a:gd name="connsiteX3" fmla="*/ 3857 w 23767"/>
                    <a:gd name="connsiteY3" fmla="*/ 65211 h 65299"/>
                    <a:gd name="connsiteX4" fmla="*/ 12147 w 23767"/>
                    <a:gd name="connsiteY4" fmla="*/ 59049 h 65299"/>
                    <a:gd name="connsiteX5" fmla="*/ 16668 w 23767"/>
                    <a:gd name="connsiteY5" fmla="*/ 45218 h 65299"/>
                    <a:gd name="connsiteX6" fmla="*/ 18708 w 23767"/>
                    <a:gd name="connsiteY6" fmla="*/ 33869 h 65299"/>
                    <a:gd name="connsiteX7" fmla="*/ 21767 w 23767"/>
                    <a:gd name="connsiteY7" fmla="*/ 23008 h 65299"/>
                    <a:gd name="connsiteX8" fmla="*/ 23451 w 23767"/>
                    <a:gd name="connsiteY8" fmla="*/ 15826 h 65299"/>
                    <a:gd name="connsiteX9" fmla="*/ 23673 w 23767"/>
                    <a:gd name="connsiteY9" fmla="*/ 9398 h 65299"/>
                    <a:gd name="connsiteX10" fmla="*/ 19107 w 23767"/>
                    <a:gd name="connsiteY10" fmla="*/ 177 h 65299"/>
                    <a:gd name="connsiteX11" fmla="*/ 18841 w 23767"/>
                    <a:gd name="connsiteY11" fmla="*/ 0 h 65299"/>
                    <a:gd name="connsiteX12" fmla="*/ 14097 w 23767"/>
                    <a:gd name="connsiteY12" fmla="*/ 9310 h 65299"/>
                    <a:gd name="connsiteX13" fmla="*/ 10285 w 23767"/>
                    <a:gd name="connsiteY13" fmla="*/ 18974 h 65299"/>
                    <a:gd name="connsiteX14" fmla="*/ 6650 w 23767"/>
                    <a:gd name="connsiteY14" fmla="*/ 39499 h 65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3767" h="65299">
                      <a:moveTo>
                        <a:pt x="6650" y="39499"/>
                      </a:moveTo>
                      <a:cubicBezTo>
                        <a:pt x="6605" y="44508"/>
                        <a:pt x="5940" y="49473"/>
                        <a:pt x="4876" y="53951"/>
                      </a:cubicBezTo>
                      <a:cubicBezTo>
                        <a:pt x="3768" y="58428"/>
                        <a:pt x="2172" y="62374"/>
                        <a:pt x="0" y="65300"/>
                      </a:cubicBezTo>
                      <a:lnTo>
                        <a:pt x="3857" y="65211"/>
                      </a:lnTo>
                      <a:cubicBezTo>
                        <a:pt x="7137" y="65122"/>
                        <a:pt x="9886" y="62684"/>
                        <a:pt x="12147" y="59049"/>
                      </a:cubicBezTo>
                      <a:cubicBezTo>
                        <a:pt x="14319" y="55414"/>
                        <a:pt x="16048" y="50582"/>
                        <a:pt x="16668" y="45218"/>
                      </a:cubicBezTo>
                      <a:cubicBezTo>
                        <a:pt x="17200" y="41405"/>
                        <a:pt x="17865" y="37593"/>
                        <a:pt x="18708" y="33869"/>
                      </a:cubicBezTo>
                      <a:cubicBezTo>
                        <a:pt x="19550" y="30145"/>
                        <a:pt x="20525" y="26466"/>
                        <a:pt x="21767" y="23008"/>
                      </a:cubicBezTo>
                      <a:cubicBezTo>
                        <a:pt x="22564" y="20481"/>
                        <a:pt x="23229" y="18176"/>
                        <a:pt x="23451" y="15826"/>
                      </a:cubicBezTo>
                      <a:cubicBezTo>
                        <a:pt x="23850" y="13610"/>
                        <a:pt x="23806" y="11349"/>
                        <a:pt x="23673" y="9398"/>
                      </a:cubicBezTo>
                      <a:cubicBezTo>
                        <a:pt x="23229" y="5364"/>
                        <a:pt x="21944" y="1995"/>
                        <a:pt x="19107" y="177"/>
                      </a:cubicBezTo>
                      <a:lnTo>
                        <a:pt x="18841" y="0"/>
                      </a:lnTo>
                      <a:cubicBezTo>
                        <a:pt x="17112" y="3059"/>
                        <a:pt x="15516" y="6118"/>
                        <a:pt x="14097" y="9310"/>
                      </a:cubicBezTo>
                      <a:cubicBezTo>
                        <a:pt x="12634" y="12457"/>
                        <a:pt x="11349" y="15693"/>
                        <a:pt x="10285" y="18974"/>
                      </a:cubicBezTo>
                      <a:cubicBezTo>
                        <a:pt x="8157" y="25535"/>
                        <a:pt x="6694" y="32406"/>
                        <a:pt x="6650" y="3949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42" name="Forme libre : forme 24441">
                  <a:extLst>
                    <a:ext uri="{FF2B5EF4-FFF2-40B4-BE49-F238E27FC236}">
                      <a16:creationId xmlns:a16="http://schemas.microsoft.com/office/drawing/2014/main" id="{9F44C783-703F-493C-BD6A-136EF98A729E}"/>
                    </a:ext>
                  </a:extLst>
                </p:cNvPr>
                <p:cNvSpPr/>
                <p:nvPr/>
              </p:nvSpPr>
              <p:spPr>
                <a:xfrm>
                  <a:off x="6007352" y="1444684"/>
                  <a:ext cx="14515" cy="30980"/>
                </a:xfrm>
                <a:custGeom>
                  <a:avLst/>
                  <a:gdLst>
                    <a:gd name="connsiteX0" fmla="*/ 11955 w 14515"/>
                    <a:gd name="connsiteY0" fmla="*/ 194 h 30980"/>
                    <a:gd name="connsiteX1" fmla="*/ 14482 w 14515"/>
                    <a:gd name="connsiteY1" fmla="*/ 6046 h 30980"/>
                    <a:gd name="connsiteX2" fmla="*/ 13063 w 14515"/>
                    <a:gd name="connsiteY2" fmla="*/ 16863 h 30980"/>
                    <a:gd name="connsiteX3" fmla="*/ 9029 w 14515"/>
                    <a:gd name="connsiteY3" fmla="*/ 27059 h 30980"/>
                    <a:gd name="connsiteX4" fmla="*/ 4020 w 14515"/>
                    <a:gd name="connsiteY4" fmla="*/ 30960 h 30980"/>
                    <a:gd name="connsiteX5" fmla="*/ 384 w 14515"/>
                    <a:gd name="connsiteY5" fmla="*/ 25640 h 30980"/>
                    <a:gd name="connsiteX6" fmla="*/ 961 w 14515"/>
                    <a:gd name="connsiteY6" fmla="*/ 13804 h 30980"/>
                    <a:gd name="connsiteX7" fmla="*/ 6103 w 14515"/>
                    <a:gd name="connsiteY7" fmla="*/ 3076 h 30980"/>
                    <a:gd name="connsiteX8" fmla="*/ 11955 w 14515"/>
                    <a:gd name="connsiteY8" fmla="*/ 194 h 30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515" h="30980">
                      <a:moveTo>
                        <a:pt x="11955" y="194"/>
                      </a:moveTo>
                      <a:cubicBezTo>
                        <a:pt x="13551" y="859"/>
                        <a:pt x="14393" y="3076"/>
                        <a:pt x="14482" y="6046"/>
                      </a:cubicBezTo>
                      <a:cubicBezTo>
                        <a:pt x="14659" y="9060"/>
                        <a:pt x="14127" y="12828"/>
                        <a:pt x="13063" y="16863"/>
                      </a:cubicBezTo>
                      <a:cubicBezTo>
                        <a:pt x="12043" y="20897"/>
                        <a:pt x="10625" y="24487"/>
                        <a:pt x="9029" y="27059"/>
                      </a:cubicBezTo>
                      <a:cubicBezTo>
                        <a:pt x="7433" y="29630"/>
                        <a:pt x="5704" y="31182"/>
                        <a:pt x="4020" y="30960"/>
                      </a:cubicBezTo>
                      <a:cubicBezTo>
                        <a:pt x="2335" y="30738"/>
                        <a:pt x="1005" y="28743"/>
                        <a:pt x="384" y="25640"/>
                      </a:cubicBezTo>
                      <a:cubicBezTo>
                        <a:pt x="-236" y="22537"/>
                        <a:pt x="-148" y="18281"/>
                        <a:pt x="961" y="13804"/>
                      </a:cubicBezTo>
                      <a:cubicBezTo>
                        <a:pt x="2113" y="9326"/>
                        <a:pt x="4064" y="5514"/>
                        <a:pt x="6103" y="3076"/>
                      </a:cubicBezTo>
                      <a:cubicBezTo>
                        <a:pt x="8275" y="593"/>
                        <a:pt x="10359" y="-471"/>
                        <a:pt x="11955" y="194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43" name="Forme libre : forme 24442">
                  <a:extLst>
                    <a:ext uri="{FF2B5EF4-FFF2-40B4-BE49-F238E27FC236}">
                      <a16:creationId xmlns:a16="http://schemas.microsoft.com/office/drawing/2014/main" id="{49A16954-5348-4B98-B598-871C708E5152}"/>
                    </a:ext>
                  </a:extLst>
                </p:cNvPr>
                <p:cNvSpPr/>
                <p:nvPr/>
              </p:nvSpPr>
              <p:spPr>
                <a:xfrm>
                  <a:off x="6007426" y="1454809"/>
                  <a:ext cx="14274" cy="20812"/>
                </a:xfrm>
                <a:custGeom>
                  <a:avLst/>
                  <a:gdLst>
                    <a:gd name="connsiteX0" fmla="*/ 0 w 14274"/>
                    <a:gd name="connsiteY0" fmla="*/ 12945 h 20812"/>
                    <a:gd name="connsiteX1" fmla="*/ 3946 w 14274"/>
                    <a:gd name="connsiteY1" fmla="*/ 20791 h 20812"/>
                    <a:gd name="connsiteX2" fmla="*/ 8955 w 14274"/>
                    <a:gd name="connsiteY2" fmla="*/ 16890 h 20812"/>
                    <a:gd name="connsiteX3" fmla="*/ 12989 w 14274"/>
                    <a:gd name="connsiteY3" fmla="*/ 6694 h 20812"/>
                    <a:gd name="connsiteX4" fmla="*/ 14275 w 14274"/>
                    <a:gd name="connsiteY4" fmla="*/ 0 h 20812"/>
                    <a:gd name="connsiteX5" fmla="*/ 12767 w 14274"/>
                    <a:gd name="connsiteY5" fmla="*/ 3458 h 20812"/>
                    <a:gd name="connsiteX6" fmla="*/ 0 w 14274"/>
                    <a:gd name="connsiteY6" fmla="*/ 12945 h 20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4" h="20812">
                      <a:moveTo>
                        <a:pt x="0" y="12945"/>
                      </a:moveTo>
                      <a:cubicBezTo>
                        <a:pt x="266" y="17466"/>
                        <a:pt x="1862" y="20525"/>
                        <a:pt x="3946" y="20791"/>
                      </a:cubicBezTo>
                      <a:cubicBezTo>
                        <a:pt x="5674" y="21013"/>
                        <a:pt x="7403" y="19461"/>
                        <a:pt x="8955" y="16890"/>
                      </a:cubicBezTo>
                      <a:cubicBezTo>
                        <a:pt x="10551" y="14319"/>
                        <a:pt x="11969" y="10728"/>
                        <a:pt x="12989" y="6694"/>
                      </a:cubicBezTo>
                      <a:cubicBezTo>
                        <a:pt x="13654" y="4344"/>
                        <a:pt x="13964" y="2039"/>
                        <a:pt x="14275" y="0"/>
                      </a:cubicBezTo>
                      <a:cubicBezTo>
                        <a:pt x="13831" y="1197"/>
                        <a:pt x="13344" y="2350"/>
                        <a:pt x="12767" y="3458"/>
                      </a:cubicBezTo>
                      <a:cubicBezTo>
                        <a:pt x="9044" y="9354"/>
                        <a:pt x="4034" y="14186"/>
                        <a:pt x="0" y="12945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44" name="Forme libre : forme 24443">
                  <a:extLst>
                    <a:ext uri="{FF2B5EF4-FFF2-40B4-BE49-F238E27FC236}">
                      <a16:creationId xmlns:a16="http://schemas.microsoft.com/office/drawing/2014/main" id="{BDEBE573-775C-433C-A2D7-EE281B2EE94C}"/>
                    </a:ext>
                  </a:extLst>
                </p:cNvPr>
                <p:cNvSpPr/>
                <p:nvPr/>
              </p:nvSpPr>
              <p:spPr>
                <a:xfrm>
                  <a:off x="6009025" y="1443726"/>
                  <a:ext cx="14636" cy="30485"/>
                </a:xfrm>
                <a:custGeom>
                  <a:avLst/>
                  <a:gdLst>
                    <a:gd name="connsiteX0" fmla="*/ 12189 w 14636"/>
                    <a:gd name="connsiteY0" fmla="*/ 221 h 30485"/>
                    <a:gd name="connsiteX1" fmla="*/ 14627 w 14636"/>
                    <a:gd name="connsiteY1" fmla="*/ 6029 h 30485"/>
                    <a:gd name="connsiteX2" fmla="*/ 13120 w 14636"/>
                    <a:gd name="connsiteY2" fmla="*/ 16668 h 30485"/>
                    <a:gd name="connsiteX3" fmla="*/ 8997 w 14636"/>
                    <a:gd name="connsiteY3" fmla="*/ 26687 h 30485"/>
                    <a:gd name="connsiteX4" fmla="*/ 3943 w 14636"/>
                    <a:gd name="connsiteY4" fmla="*/ 30455 h 30485"/>
                    <a:gd name="connsiteX5" fmla="*/ 352 w 14636"/>
                    <a:gd name="connsiteY5" fmla="*/ 25135 h 30485"/>
                    <a:gd name="connsiteX6" fmla="*/ 1062 w 14636"/>
                    <a:gd name="connsiteY6" fmla="*/ 13432 h 30485"/>
                    <a:gd name="connsiteX7" fmla="*/ 6337 w 14636"/>
                    <a:gd name="connsiteY7" fmla="*/ 2926 h 30485"/>
                    <a:gd name="connsiteX8" fmla="*/ 12189 w 14636"/>
                    <a:gd name="connsiteY8" fmla="*/ 221 h 30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636" h="30485">
                      <a:moveTo>
                        <a:pt x="12189" y="221"/>
                      </a:moveTo>
                      <a:cubicBezTo>
                        <a:pt x="13740" y="886"/>
                        <a:pt x="14538" y="3103"/>
                        <a:pt x="14627" y="6029"/>
                      </a:cubicBezTo>
                      <a:cubicBezTo>
                        <a:pt x="14716" y="8955"/>
                        <a:pt x="14183" y="12678"/>
                        <a:pt x="13120" y="16668"/>
                      </a:cubicBezTo>
                      <a:cubicBezTo>
                        <a:pt x="12011" y="20658"/>
                        <a:pt x="10548" y="24160"/>
                        <a:pt x="8997" y="26687"/>
                      </a:cubicBezTo>
                      <a:cubicBezTo>
                        <a:pt x="7357" y="29214"/>
                        <a:pt x="5628" y="30721"/>
                        <a:pt x="3943" y="30455"/>
                      </a:cubicBezTo>
                      <a:cubicBezTo>
                        <a:pt x="2259" y="30233"/>
                        <a:pt x="929" y="28194"/>
                        <a:pt x="352" y="25135"/>
                      </a:cubicBezTo>
                      <a:cubicBezTo>
                        <a:pt x="-268" y="22032"/>
                        <a:pt x="-91" y="17821"/>
                        <a:pt x="1062" y="13432"/>
                      </a:cubicBezTo>
                      <a:cubicBezTo>
                        <a:pt x="2214" y="8999"/>
                        <a:pt x="4209" y="5275"/>
                        <a:pt x="6337" y="2926"/>
                      </a:cubicBezTo>
                      <a:cubicBezTo>
                        <a:pt x="8465" y="532"/>
                        <a:pt x="10593" y="-488"/>
                        <a:pt x="12189" y="22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45" name="Forme libre : forme 24444">
                  <a:extLst>
                    <a:ext uri="{FF2B5EF4-FFF2-40B4-BE49-F238E27FC236}">
                      <a16:creationId xmlns:a16="http://schemas.microsoft.com/office/drawing/2014/main" id="{6B793A02-83F3-4427-B7CD-7AE43A581EF0}"/>
                    </a:ext>
                  </a:extLst>
                </p:cNvPr>
                <p:cNvSpPr/>
                <p:nvPr/>
              </p:nvSpPr>
              <p:spPr>
                <a:xfrm>
                  <a:off x="6000808" y="1452600"/>
                  <a:ext cx="26346" cy="36606"/>
                </a:xfrm>
                <a:custGeom>
                  <a:avLst/>
                  <a:gdLst>
                    <a:gd name="connsiteX0" fmla="*/ 10165 w 26346"/>
                    <a:gd name="connsiteY0" fmla="*/ 36477 h 36606"/>
                    <a:gd name="connsiteX1" fmla="*/ 15928 w 26346"/>
                    <a:gd name="connsiteY1" fmla="*/ 35679 h 36606"/>
                    <a:gd name="connsiteX2" fmla="*/ 23686 w 26346"/>
                    <a:gd name="connsiteY2" fmla="*/ 21404 h 36606"/>
                    <a:gd name="connsiteX3" fmla="*/ 26346 w 26346"/>
                    <a:gd name="connsiteY3" fmla="*/ 6465 h 36606"/>
                    <a:gd name="connsiteX4" fmla="*/ 22489 w 26346"/>
                    <a:gd name="connsiteY4" fmla="*/ 81 h 36606"/>
                    <a:gd name="connsiteX5" fmla="*/ 18056 w 26346"/>
                    <a:gd name="connsiteY5" fmla="*/ 4248 h 36606"/>
                    <a:gd name="connsiteX6" fmla="*/ 8303 w 26346"/>
                    <a:gd name="connsiteY6" fmla="*/ 15907 h 36606"/>
                    <a:gd name="connsiteX7" fmla="*/ 102 w 26346"/>
                    <a:gd name="connsiteY7" fmla="*/ 31600 h 36606"/>
                    <a:gd name="connsiteX8" fmla="*/ 10165 w 26346"/>
                    <a:gd name="connsiteY8" fmla="*/ 36477 h 36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346" h="36606">
                      <a:moveTo>
                        <a:pt x="10165" y="36477"/>
                      </a:moveTo>
                      <a:cubicBezTo>
                        <a:pt x="12071" y="36654"/>
                        <a:pt x="14066" y="36831"/>
                        <a:pt x="15928" y="35679"/>
                      </a:cubicBezTo>
                      <a:cubicBezTo>
                        <a:pt x="19474" y="33462"/>
                        <a:pt x="21913" y="27300"/>
                        <a:pt x="23686" y="21404"/>
                      </a:cubicBezTo>
                      <a:cubicBezTo>
                        <a:pt x="25193" y="16483"/>
                        <a:pt x="26390" y="11208"/>
                        <a:pt x="26346" y="6465"/>
                      </a:cubicBezTo>
                      <a:cubicBezTo>
                        <a:pt x="26301" y="2962"/>
                        <a:pt x="25016" y="-584"/>
                        <a:pt x="22489" y="81"/>
                      </a:cubicBezTo>
                      <a:cubicBezTo>
                        <a:pt x="20982" y="524"/>
                        <a:pt x="19386" y="2431"/>
                        <a:pt x="18056" y="4248"/>
                      </a:cubicBezTo>
                      <a:cubicBezTo>
                        <a:pt x="14864" y="8548"/>
                        <a:pt x="11539" y="12494"/>
                        <a:pt x="8303" y="15907"/>
                      </a:cubicBezTo>
                      <a:cubicBezTo>
                        <a:pt x="5421" y="18700"/>
                        <a:pt x="-874" y="24286"/>
                        <a:pt x="102" y="31600"/>
                      </a:cubicBezTo>
                      <a:cubicBezTo>
                        <a:pt x="1077" y="38117"/>
                        <a:pt x="7505" y="36166"/>
                        <a:pt x="10165" y="3647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46" name="Forme libre : forme 24445">
                  <a:extLst>
                    <a:ext uri="{FF2B5EF4-FFF2-40B4-BE49-F238E27FC236}">
                      <a16:creationId xmlns:a16="http://schemas.microsoft.com/office/drawing/2014/main" id="{7D31D3E6-4344-452F-9D85-024E934B9C73}"/>
                    </a:ext>
                  </a:extLst>
                </p:cNvPr>
                <p:cNvSpPr/>
                <p:nvPr/>
              </p:nvSpPr>
              <p:spPr>
                <a:xfrm>
                  <a:off x="6002027" y="1468053"/>
                  <a:ext cx="5255" cy="14023"/>
                </a:xfrm>
                <a:custGeom>
                  <a:avLst/>
                  <a:gdLst>
                    <a:gd name="connsiteX0" fmla="*/ 2562 w 5255"/>
                    <a:gd name="connsiteY0" fmla="*/ 13089 h 14023"/>
                    <a:gd name="connsiteX1" fmla="*/ 3803 w 5255"/>
                    <a:gd name="connsiteY1" fmla="*/ 14020 h 14023"/>
                    <a:gd name="connsiteX2" fmla="*/ 5045 w 5255"/>
                    <a:gd name="connsiteY2" fmla="*/ 12867 h 14023"/>
                    <a:gd name="connsiteX3" fmla="*/ 5222 w 5255"/>
                    <a:gd name="connsiteY3" fmla="*/ 10473 h 14023"/>
                    <a:gd name="connsiteX4" fmla="*/ 4734 w 5255"/>
                    <a:gd name="connsiteY4" fmla="*/ 4533 h 14023"/>
                    <a:gd name="connsiteX5" fmla="*/ 4247 w 5255"/>
                    <a:gd name="connsiteY5" fmla="*/ 2316 h 14023"/>
                    <a:gd name="connsiteX6" fmla="*/ 35 w 5255"/>
                    <a:gd name="connsiteY6" fmla="*/ 3469 h 14023"/>
                    <a:gd name="connsiteX7" fmla="*/ 2562 w 5255"/>
                    <a:gd name="connsiteY7" fmla="*/ 13089 h 14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255" h="14023">
                      <a:moveTo>
                        <a:pt x="2562" y="13089"/>
                      </a:moveTo>
                      <a:cubicBezTo>
                        <a:pt x="2917" y="13576"/>
                        <a:pt x="3316" y="13975"/>
                        <a:pt x="3803" y="14020"/>
                      </a:cubicBezTo>
                      <a:cubicBezTo>
                        <a:pt x="4247" y="14064"/>
                        <a:pt x="4779" y="13665"/>
                        <a:pt x="5045" y="12867"/>
                      </a:cubicBezTo>
                      <a:cubicBezTo>
                        <a:pt x="5310" y="12158"/>
                        <a:pt x="5266" y="11271"/>
                        <a:pt x="5222" y="10473"/>
                      </a:cubicBezTo>
                      <a:cubicBezTo>
                        <a:pt x="5089" y="8434"/>
                        <a:pt x="5000" y="6483"/>
                        <a:pt x="4734" y="4533"/>
                      </a:cubicBezTo>
                      <a:cubicBezTo>
                        <a:pt x="4646" y="3735"/>
                        <a:pt x="4468" y="2937"/>
                        <a:pt x="4247" y="2316"/>
                      </a:cubicBezTo>
                      <a:cubicBezTo>
                        <a:pt x="3360" y="-388"/>
                        <a:pt x="434" y="-1541"/>
                        <a:pt x="35" y="3469"/>
                      </a:cubicBezTo>
                      <a:cubicBezTo>
                        <a:pt x="-231" y="7326"/>
                        <a:pt x="1055" y="11182"/>
                        <a:pt x="2562" y="1308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47" name="Forme libre : forme 24446">
                  <a:extLst>
                    <a:ext uri="{FF2B5EF4-FFF2-40B4-BE49-F238E27FC236}">
                      <a16:creationId xmlns:a16="http://schemas.microsoft.com/office/drawing/2014/main" id="{28E554A3-1D89-4A42-AD92-6E9C5AC0CE24}"/>
                    </a:ext>
                  </a:extLst>
                </p:cNvPr>
                <p:cNvSpPr/>
                <p:nvPr/>
              </p:nvSpPr>
              <p:spPr>
                <a:xfrm>
                  <a:off x="6026843" y="1435126"/>
                  <a:ext cx="5127" cy="21190"/>
                </a:xfrm>
                <a:custGeom>
                  <a:avLst/>
                  <a:gdLst>
                    <a:gd name="connsiteX0" fmla="*/ 0 w 5127"/>
                    <a:gd name="connsiteY0" fmla="*/ 0 h 21190"/>
                    <a:gd name="connsiteX1" fmla="*/ 3591 w 5127"/>
                    <a:gd name="connsiteY1" fmla="*/ 4256 h 21190"/>
                    <a:gd name="connsiteX2" fmla="*/ 4344 w 5127"/>
                    <a:gd name="connsiteY2" fmla="*/ 21190 h 21190"/>
                    <a:gd name="connsiteX3" fmla="*/ 4477 w 5127"/>
                    <a:gd name="connsiteY3" fmla="*/ 18929 h 21190"/>
                    <a:gd name="connsiteX4" fmla="*/ 4389 w 5127"/>
                    <a:gd name="connsiteY4" fmla="*/ 13521 h 21190"/>
                    <a:gd name="connsiteX5" fmla="*/ 3281 w 5127"/>
                    <a:gd name="connsiteY5" fmla="*/ 6694 h 21190"/>
                    <a:gd name="connsiteX6" fmla="*/ 0 w 5127"/>
                    <a:gd name="connsiteY6" fmla="*/ 0 h 2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27" h="21190">
                      <a:moveTo>
                        <a:pt x="0" y="0"/>
                      </a:moveTo>
                      <a:cubicBezTo>
                        <a:pt x="0" y="0"/>
                        <a:pt x="2128" y="1064"/>
                        <a:pt x="3591" y="4256"/>
                      </a:cubicBezTo>
                      <a:cubicBezTo>
                        <a:pt x="5098" y="7492"/>
                        <a:pt x="5763" y="12413"/>
                        <a:pt x="4344" y="21190"/>
                      </a:cubicBezTo>
                      <a:cubicBezTo>
                        <a:pt x="4344" y="21190"/>
                        <a:pt x="4433" y="20304"/>
                        <a:pt x="4477" y="18929"/>
                      </a:cubicBezTo>
                      <a:cubicBezTo>
                        <a:pt x="4566" y="17555"/>
                        <a:pt x="4566" y="15649"/>
                        <a:pt x="4389" y="13521"/>
                      </a:cubicBezTo>
                      <a:cubicBezTo>
                        <a:pt x="4300" y="11437"/>
                        <a:pt x="3901" y="8999"/>
                        <a:pt x="3281" y="6694"/>
                      </a:cubicBezTo>
                      <a:cubicBezTo>
                        <a:pt x="2704" y="4389"/>
                        <a:pt x="1640" y="199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48" name="Forme libre : forme 24447">
                  <a:extLst>
                    <a:ext uri="{FF2B5EF4-FFF2-40B4-BE49-F238E27FC236}">
                      <a16:creationId xmlns:a16="http://schemas.microsoft.com/office/drawing/2014/main" id="{DC7A2F96-D2D1-4A10-ADE5-4C4D509F4CEC}"/>
                    </a:ext>
                  </a:extLst>
                </p:cNvPr>
                <p:cNvSpPr/>
                <p:nvPr/>
              </p:nvSpPr>
              <p:spPr>
                <a:xfrm>
                  <a:off x="5995169" y="1473782"/>
                  <a:ext cx="10705" cy="24249"/>
                </a:xfrm>
                <a:custGeom>
                  <a:avLst/>
                  <a:gdLst>
                    <a:gd name="connsiteX0" fmla="*/ 155 w 10705"/>
                    <a:gd name="connsiteY0" fmla="*/ 0 h 24249"/>
                    <a:gd name="connsiteX1" fmla="*/ 776 w 10705"/>
                    <a:gd name="connsiteY1" fmla="*/ 11393 h 24249"/>
                    <a:gd name="connsiteX2" fmla="*/ 10706 w 10705"/>
                    <a:gd name="connsiteY2" fmla="*/ 24249 h 24249"/>
                    <a:gd name="connsiteX3" fmla="*/ 5475 w 10705"/>
                    <a:gd name="connsiteY3" fmla="*/ 19772 h 24249"/>
                    <a:gd name="connsiteX4" fmla="*/ 1707 w 10705"/>
                    <a:gd name="connsiteY4" fmla="*/ 12368 h 24249"/>
                    <a:gd name="connsiteX5" fmla="*/ 155 w 10705"/>
                    <a:gd name="connsiteY5" fmla="*/ 0 h 24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705" h="24249">
                      <a:moveTo>
                        <a:pt x="155" y="0"/>
                      </a:moveTo>
                      <a:cubicBezTo>
                        <a:pt x="155" y="0"/>
                        <a:pt x="-466" y="5541"/>
                        <a:pt x="776" y="11393"/>
                      </a:cubicBezTo>
                      <a:cubicBezTo>
                        <a:pt x="1928" y="17245"/>
                        <a:pt x="4987" y="23274"/>
                        <a:pt x="10706" y="24249"/>
                      </a:cubicBezTo>
                      <a:cubicBezTo>
                        <a:pt x="10706" y="24249"/>
                        <a:pt x="8135" y="23274"/>
                        <a:pt x="5475" y="19772"/>
                      </a:cubicBezTo>
                      <a:cubicBezTo>
                        <a:pt x="4145" y="17998"/>
                        <a:pt x="2726" y="15604"/>
                        <a:pt x="1707" y="12368"/>
                      </a:cubicBezTo>
                      <a:cubicBezTo>
                        <a:pt x="643" y="9132"/>
                        <a:pt x="-22" y="5054"/>
                        <a:pt x="1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49" name="Forme libre : forme 24448">
                  <a:extLst>
                    <a:ext uri="{FF2B5EF4-FFF2-40B4-BE49-F238E27FC236}">
                      <a16:creationId xmlns:a16="http://schemas.microsoft.com/office/drawing/2014/main" id="{45AED057-3578-4E75-996D-E61496279B3F}"/>
                    </a:ext>
                  </a:extLst>
                </p:cNvPr>
                <p:cNvSpPr/>
                <p:nvPr/>
              </p:nvSpPr>
              <p:spPr>
                <a:xfrm>
                  <a:off x="6009567" y="1450485"/>
                  <a:ext cx="6129" cy="11424"/>
                </a:xfrm>
                <a:custGeom>
                  <a:avLst/>
                  <a:gdLst>
                    <a:gd name="connsiteX0" fmla="*/ 5795 w 6129"/>
                    <a:gd name="connsiteY0" fmla="*/ 290 h 11424"/>
                    <a:gd name="connsiteX1" fmla="*/ 4509 w 6129"/>
                    <a:gd name="connsiteY1" fmla="*/ 7339 h 11424"/>
                    <a:gd name="connsiteX2" fmla="*/ 475 w 6129"/>
                    <a:gd name="connsiteY2" fmla="*/ 11195 h 11424"/>
                    <a:gd name="connsiteX3" fmla="*/ 1495 w 6129"/>
                    <a:gd name="connsiteY3" fmla="*/ 3925 h 11424"/>
                    <a:gd name="connsiteX4" fmla="*/ 5795 w 6129"/>
                    <a:gd name="connsiteY4" fmla="*/ 290 h 11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29" h="11424">
                      <a:moveTo>
                        <a:pt x="5795" y="290"/>
                      </a:moveTo>
                      <a:cubicBezTo>
                        <a:pt x="6593" y="1265"/>
                        <a:pt x="5884" y="4368"/>
                        <a:pt x="4509" y="7339"/>
                      </a:cubicBezTo>
                      <a:cubicBezTo>
                        <a:pt x="3002" y="10309"/>
                        <a:pt x="1362" y="12082"/>
                        <a:pt x="475" y="11195"/>
                      </a:cubicBezTo>
                      <a:cubicBezTo>
                        <a:pt x="-456" y="10265"/>
                        <a:pt x="32" y="6984"/>
                        <a:pt x="1495" y="3925"/>
                      </a:cubicBezTo>
                      <a:cubicBezTo>
                        <a:pt x="3046" y="866"/>
                        <a:pt x="5041" y="-685"/>
                        <a:pt x="5795" y="29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50" name="Forme libre : forme 24449">
                  <a:extLst>
                    <a:ext uri="{FF2B5EF4-FFF2-40B4-BE49-F238E27FC236}">
                      <a16:creationId xmlns:a16="http://schemas.microsoft.com/office/drawing/2014/main" id="{5F34067D-E783-47B7-B3B7-72C2BE4C49C3}"/>
                    </a:ext>
                  </a:extLst>
                </p:cNvPr>
                <p:cNvSpPr/>
                <p:nvPr/>
              </p:nvSpPr>
              <p:spPr>
                <a:xfrm>
                  <a:off x="6013865" y="1448925"/>
                  <a:ext cx="2018" cy="3242"/>
                </a:xfrm>
                <a:custGeom>
                  <a:avLst/>
                  <a:gdLst>
                    <a:gd name="connsiteX0" fmla="*/ 1541 w 2018"/>
                    <a:gd name="connsiteY0" fmla="*/ 32 h 3242"/>
                    <a:gd name="connsiteX1" fmla="*/ 1852 w 2018"/>
                    <a:gd name="connsiteY1" fmla="*/ 1894 h 3242"/>
                    <a:gd name="connsiteX2" fmla="*/ 477 w 2018"/>
                    <a:gd name="connsiteY2" fmla="*/ 3224 h 3242"/>
                    <a:gd name="connsiteX3" fmla="*/ 167 w 2018"/>
                    <a:gd name="connsiteY3" fmla="*/ 1362 h 3242"/>
                    <a:gd name="connsiteX4" fmla="*/ 1541 w 2018"/>
                    <a:gd name="connsiteY4" fmla="*/ 32 h 3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" h="3242">
                      <a:moveTo>
                        <a:pt x="1541" y="32"/>
                      </a:moveTo>
                      <a:cubicBezTo>
                        <a:pt x="2029" y="209"/>
                        <a:pt x="2162" y="1052"/>
                        <a:pt x="1852" y="1894"/>
                      </a:cubicBezTo>
                      <a:cubicBezTo>
                        <a:pt x="1585" y="2780"/>
                        <a:pt x="965" y="3357"/>
                        <a:pt x="477" y="3224"/>
                      </a:cubicBezTo>
                      <a:cubicBezTo>
                        <a:pt x="-10" y="3091"/>
                        <a:pt x="-143" y="2249"/>
                        <a:pt x="167" y="1362"/>
                      </a:cubicBezTo>
                      <a:cubicBezTo>
                        <a:pt x="477" y="431"/>
                        <a:pt x="1098" y="-145"/>
                        <a:pt x="1541" y="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51" name="Forme libre : forme 24450">
                  <a:extLst>
                    <a:ext uri="{FF2B5EF4-FFF2-40B4-BE49-F238E27FC236}">
                      <a16:creationId xmlns:a16="http://schemas.microsoft.com/office/drawing/2014/main" id="{9AC7D585-651A-4156-80BD-1388D0E10881}"/>
                    </a:ext>
                  </a:extLst>
                </p:cNvPr>
                <p:cNvSpPr/>
                <p:nvPr/>
              </p:nvSpPr>
              <p:spPr>
                <a:xfrm>
                  <a:off x="6000398" y="1434246"/>
                  <a:ext cx="23087" cy="25723"/>
                </a:xfrm>
                <a:custGeom>
                  <a:avLst/>
                  <a:gdLst>
                    <a:gd name="connsiteX0" fmla="*/ 13590 w 23087"/>
                    <a:gd name="connsiteY0" fmla="*/ 348 h 25723"/>
                    <a:gd name="connsiteX1" fmla="*/ 21791 w 23087"/>
                    <a:gd name="connsiteY1" fmla="*/ 1766 h 25723"/>
                    <a:gd name="connsiteX2" fmla="*/ 22855 w 23087"/>
                    <a:gd name="connsiteY2" fmla="*/ 4958 h 25723"/>
                    <a:gd name="connsiteX3" fmla="*/ 19929 w 23087"/>
                    <a:gd name="connsiteY3" fmla="*/ 7485 h 25723"/>
                    <a:gd name="connsiteX4" fmla="*/ 10353 w 23087"/>
                    <a:gd name="connsiteY4" fmla="*/ 11741 h 25723"/>
                    <a:gd name="connsiteX5" fmla="*/ 5122 w 23087"/>
                    <a:gd name="connsiteY5" fmla="*/ 20474 h 25723"/>
                    <a:gd name="connsiteX6" fmla="*/ 423 w 23087"/>
                    <a:gd name="connsiteY6" fmla="*/ 25173 h 25723"/>
                    <a:gd name="connsiteX7" fmla="*/ 1532 w 23087"/>
                    <a:gd name="connsiteY7" fmla="*/ 15287 h 25723"/>
                    <a:gd name="connsiteX8" fmla="*/ 6186 w 23087"/>
                    <a:gd name="connsiteY8" fmla="*/ 5800 h 25723"/>
                    <a:gd name="connsiteX9" fmla="*/ 13590 w 23087"/>
                    <a:gd name="connsiteY9" fmla="*/ 348 h 25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087" h="25723">
                      <a:moveTo>
                        <a:pt x="13590" y="348"/>
                      </a:moveTo>
                      <a:cubicBezTo>
                        <a:pt x="16826" y="-539"/>
                        <a:pt x="19441" y="392"/>
                        <a:pt x="21791" y="1766"/>
                      </a:cubicBezTo>
                      <a:cubicBezTo>
                        <a:pt x="22633" y="2254"/>
                        <a:pt x="23520" y="3318"/>
                        <a:pt x="22855" y="4958"/>
                      </a:cubicBezTo>
                      <a:cubicBezTo>
                        <a:pt x="22234" y="6421"/>
                        <a:pt x="20993" y="7219"/>
                        <a:pt x="19929" y="7485"/>
                      </a:cubicBezTo>
                      <a:cubicBezTo>
                        <a:pt x="16693" y="8460"/>
                        <a:pt x="13501" y="8416"/>
                        <a:pt x="10353" y="11741"/>
                      </a:cubicBezTo>
                      <a:cubicBezTo>
                        <a:pt x="9378" y="12760"/>
                        <a:pt x="7073" y="16883"/>
                        <a:pt x="5122" y="20474"/>
                      </a:cubicBezTo>
                      <a:cubicBezTo>
                        <a:pt x="3083" y="24021"/>
                        <a:pt x="1354" y="26991"/>
                        <a:pt x="423" y="25173"/>
                      </a:cubicBezTo>
                      <a:cubicBezTo>
                        <a:pt x="-508" y="23355"/>
                        <a:pt x="202" y="19277"/>
                        <a:pt x="1532" y="15287"/>
                      </a:cubicBezTo>
                      <a:cubicBezTo>
                        <a:pt x="2861" y="11297"/>
                        <a:pt x="4945" y="7441"/>
                        <a:pt x="6186" y="5800"/>
                      </a:cubicBezTo>
                      <a:cubicBezTo>
                        <a:pt x="8492" y="2830"/>
                        <a:pt x="11151" y="968"/>
                        <a:pt x="13590" y="34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77" name="Graphique 2">
                <a:extLst>
                  <a:ext uri="{FF2B5EF4-FFF2-40B4-BE49-F238E27FC236}">
                    <a16:creationId xmlns:a16="http://schemas.microsoft.com/office/drawing/2014/main" id="{6B57AB89-C59E-4ACF-B772-1B9802302669}"/>
                  </a:ext>
                </a:extLst>
              </p:cNvPr>
              <p:cNvGrpSpPr/>
              <p:nvPr/>
            </p:nvGrpSpPr>
            <p:grpSpPr>
              <a:xfrm>
                <a:off x="6017960" y="1391701"/>
                <a:ext cx="70578" cy="43613"/>
                <a:chOff x="6017960" y="1391701"/>
                <a:chExt cx="70578" cy="43613"/>
              </a:xfrm>
              <a:solidFill>
                <a:schemeClr val="accent1"/>
              </a:solidFill>
            </p:grpSpPr>
            <p:sp>
              <p:nvSpPr>
                <p:cNvPr id="24428" name="Forme libre : forme 24427">
                  <a:extLst>
                    <a:ext uri="{FF2B5EF4-FFF2-40B4-BE49-F238E27FC236}">
                      <a16:creationId xmlns:a16="http://schemas.microsoft.com/office/drawing/2014/main" id="{3B43B52C-1671-48D2-B51C-092979040CF3}"/>
                    </a:ext>
                  </a:extLst>
                </p:cNvPr>
                <p:cNvSpPr/>
                <p:nvPr/>
              </p:nvSpPr>
              <p:spPr>
                <a:xfrm>
                  <a:off x="6017960" y="1391701"/>
                  <a:ext cx="70578" cy="43613"/>
                </a:xfrm>
                <a:custGeom>
                  <a:avLst/>
                  <a:gdLst>
                    <a:gd name="connsiteX0" fmla="*/ 46830 w 70578"/>
                    <a:gd name="connsiteY0" fmla="*/ 34381 h 43613"/>
                    <a:gd name="connsiteX1" fmla="*/ 41909 w 70578"/>
                    <a:gd name="connsiteY1" fmla="*/ 34647 h 43613"/>
                    <a:gd name="connsiteX2" fmla="*/ 39427 w 70578"/>
                    <a:gd name="connsiteY2" fmla="*/ 34780 h 43613"/>
                    <a:gd name="connsiteX3" fmla="*/ 37831 w 70578"/>
                    <a:gd name="connsiteY3" fmla="*/ 35090 h 43613"/>
                    <a:gd name="connsiteX4" fmla="*/ 31625 w 70578"/>
                    <a:gd name="connsiteY4" fmla="*/ 37794 h 43613"/>
                    <a:gd name="connsiteX5" fmla="*/ 26837 w 70578"/>
                    <a:gd name="connsiteY5" fmla="*/ 40499 h 43613"/>
                    <a:gd name="connsiteX6" fmla="*/ 21429 w 70578"/>
                    <a:gd name="connsiteY6" fmla="*/ 42626 h 43613"/>
                    <a:gd name="connsiteX7" fmla="*/ 11188 w 70578"/>
                    <a:gd name="connsiteY7" fmla="*/ 42405 h 43613"/>
                    <a:gd name="connsiteX8" fmla="*/ 3341 w 70578"/>
                    <a:gd name="connsiteY8" fmla="*/ 37528 h 43613"/>
                    <a:gd name="connsiteX9" fmla="*/ 416 w 70578"/>
                    <a:gd name="connsiteY9" fmla="*/ 26534 h 43613"/>
                    <a:gd name="connsiteX10" fmla="*/ 4272 w 70578"/>
                    <a:gd name="connsiteY10" fmla="*/ 18067 h 43613"/>
                    <a:gd name="connsiteX11" fmla="*/ 12607 w 70578"/>
                    <a:gd name="connsiteY11" fmla="*/ 9733 h 43613"/>
                    <a:gd name="connsiteX12" fmla="*/ 29984 w 70578"/>
                    <a:gd name="connsiteY12" fmla="*/ 1886 h 43613"/>
                    <a:gd name="connsiteX13" fmla="*/ 34772 w 70578"/>
                    <a:gd name="connsiteY13" fmla="*/ 911 h 43613"/>
                    <a:gd name="connsiteX14" fmla="*/ 38806 w 70578"/>
                    <a:gd name="connsiteY14" fmla="*/ 512 h 43613"/>
                    <a:gd name="connsiteX15" fmla="*/ 46875 w 70578"/>
                    <a:gd name="connsiteY15" fmla="*/ 25 h 43613"/>
                    <a:gd name="connsiteX16" fmla="*/ 57558 w 70578"/>
                    <a:gd name="connsiteY16" fmla="*/ 1620 h 43613"/>
                    <a:gd name="connsiteX17" fmla="*/ 65582 w 70578"/>
                    <a:gd name="connsiteY17" fmla="*/ 5743 h 43613"/>
                    <a:gd name="connsiteX18" fmla="*/ 70237 w 70578"/>
                    <a:gd name="connsiteY18" fmla="*/ 16250 h 43613"/>
                    <a:gd name="connsiteX19" fmla="*/ 67134 w 70578"/>
                    <a:gd name="connsiteY19" fmla="*/ 25293 h 43613"/>
                    <a:gd name="connsiteX20" fmla="*/ 59287 w 70578"/>
                    <a:gd name="connsiteY20" fmla="*/ 32209 h 43613"/>
                    <a:gd name="connsiteX21" fmla="*/ 53436 w 70578"/>
                    <a:gd name="connsiteY21" fmla="*/ 33849 h 43613"/>
                    <a:gd name="connsiteX22" fmla="*/ 46830 w 70578"/>
                    <a:gd name="connsiteY22" fmla="*/ 34381 h 43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0578" h="43613">
                      <a:moveTo>
                        <a:pt x="46830" y="34381"/>
                      </a:moveTo>
                      <a:cubicBezTo>
                        <a:pt x="45234" y="34248"/>
                        <a:pt x="43550" y="34603"/>
                        <a:pt x="41909" y="34647"/>
                      </a:cubicBezTo>
                      <a:lnTo>
                        <a:pt x="39427" y="34780"/>
                      </a:lnTo>
                      <a:cubicBezTo>
                        <a:pt x="38851" y="34913"/>
                        <a:pt x="38363" y="35002"/>
                        <a:pt x="37831" y="35090"/>
                      </a:cubicBezTo>
                      <a:cubicBezTo>
                        <a:pt x="35747" y="35622"/>
                        <a:pt x="33664" y="36287"/>
                        <a:pt x="31625" y="37794"/>
                      </a:cubicBezTo>
                      <a:cubicBezTo>
                        <a:pt x="30162" y="38770"/>
                        <a:pt x="28521" y="39612"/>
                        <a:pt x="26837" y="40499"/>
                      </a:cubicBezTo>
                      <a:cubicBezTo>
                        <a:pt x="25064" y="41208"/>
                        <a:pt x="23335" y="42183"/>
                        <a:pt x="21429" y="42626"/>
                      </a:cubicBezTo>
                      <a:cubicBezTo>
                        <a:pt x="17793" y="43824"/>
                        <a:pt x="13981" y="44134"/>
                        <a:pt x="11188" y="42405"/>
                      </a:cubicBezTo>
                      <a:lnTo>
                        <a:pt x="3341" y="37528"/>
                      </a:lnTo>
                      <a:cubicBezTo>
                        <a:pt x="460" y="35755"/>
                        <a:pt x="-693" y="31810"/>
                        <a:pt x="416" y="26534"/>
                      </a:cubicBezTo>
                      <a:cubicBezTo>
                        <a:pt x="1125" y="23963"/>
                        <a:pt x="2145" y="20993"/>
                        <a:pt x="4272" y="18067"/>
                      </a:cubicBezTo>
                      <a:cubicBezTo>
                        <a:pt x="6223" y="15141"/>
                        <a:pt x="9060" y="12216"/>
                        <a:pt x="12607" y="9733"/>
                      </a:cubicBezTo>
                      <a:cubicBezTo>
                        <a:pt x="17572" y="6142"/>
                        <a:pt x="23689" y="3438"/>
                        <a:pt x="29984" y="1886"/>
                      </a:cubicBezTo>
                      <a:cubicBezTo>
                        <a:pt x="31580" y="1532"/>
                        <a:pt x="33221" y="1177"/>
                        <a:pt x="34772" y="911"/>
                      </a:cubicBezTo>
                      <a:lnTo>
                        <a:pt x="38806" y="512"/>
                      </a:lnTo>
                      <a:cubicBezTo>
                        <a:pt x="41511" y="335"/>
                        <a:pt x="44126" y="-108"/>
                        <a:pt x="46875" y="25"/>
                      </a:cubicBezTo>
                      <a:cubicBezTo>
                        <a:pt x="50687" y="202"/>
                        <a:pt x="54366" y="423"/>
                        <a:pt x="57558" y="1620"/>
                      </a:cubicBezTo>
                      <a:cubicBezTo>
                        <a:pt x="60750" y="2773"/>
                        <a:pt x="63499" y="4059"/>
                        <a:pt x="65582" y="5743"/>
                      </a:cubicBezTo>
                      <a:cubicBezTo>
                        <a:pt x="69749" y="9245"/>
                        <a:pt x="71345" y="13013"/>
                        <a:pt x="70237" y="16250"/>
                      </a:cubicBezTo>
                      <a:lnTo>
                        <a:pt x="67134" y="25293"/>
                      </a:lnTo>
                      <a:cubicBezTo>
                        <a:pt x="65981" y="28529"/>
                        <a:pt x="62834" y="30923"/>
                        <a:pt x="59287" y="32209"/>
                      </a:cubicBezTo>
                      <a:cubicBezTo>
                        <a:pt x="57470" y="32874"/>
                        <a:pt x="55475" y="33627"/>
                        <a:pt x="53436" y="33849"/>
                      </a:cubicBezTo>
                      <a:cubicBezTo>
                        <a:pt x="51263" y="34071"/>
                        <a:pt x="49091" y="34603"/>
                        <a:pt x="46830" y="3438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29" name="Forme libre : forme 24428">
                  <a:extLst>
                    <a:ext uri="{FF2B5EF4-FFF2-40B4-BE49-F238E27FC236}">
                      <a16:creationId xmlns:a16="http://schemas.microsoft.com/office/drawing/2014/main" id="{F5277304-9048-4293-B5EA-89B8025BC127}"/>
                    </a:ext>
                  </a:extLst>
                </p:cNvPr>
                <p:cNvSpPr/>
                <p:nvPr/>
              </p:nvSpPr>
              <p:spPr>
                <a:xfrm>
                  <a:off x="6025691" y="1413489"/>
                  <a:ext cx="59270" cy="21825"/>
                </a:xfrm>
                <a:custGeom>
                  <a:avLst/>
                  <a:gdLst>
                    <a:gd name="connsiteX0" fmla="*/ 20968 w 59270"/>
                    <a:gd name="connsiteY0" fmla="*/ 4791 h 21825"/>
                    <a:gd name="connsiteX1" fmla="*/ 10506 w 59270"/>
                    <a:gd name="connsiteY1" fmla="*/ 12549 h 21825"/>
                    <a:gd name="connsiteX2" fmla="*/ 0 w 59270"/>
                    <a:gd name="connsiteY2" fmla="*/ 18489 h 21825"/>
                    <a:gd name="connsiteX3" fmla="*/ 3369 w 59270"/>
                    <a:gd name="connsiteY3" fmla="*/ 20617 h 21825"/>
                    <a:gd name="connsiteX4" fmla="*/ 13610 w 59270"/>
                    <a:gd name="connsiteY4" fmla="*/ 20839 h 21825"/>
                    <a:gd name="connsiteX5" fmla="*/ 19018 w 59270"/>
                    <a:gd name="connsiteY5" fmla="*/ 18711 h 21825"/>
                    <a:gd name="connsiteX6" fmla="*/ 23806 w 59270"/>
                    <a:gd name="connsiteY6" fmla="*/ 16006 h 21825"/>
                    <a:gd name="connsiteX7" fmla="*/ 30012 w 59270"/>
                    <a:gd name="connsiteY7" fmla="*/ 13302 h 21825"/>
                    <a:gd name="connsiteX8" fmla="*/ 31608 w 59270"/>
                    <a:gd name="connsiteY8" fmla="*/ 12992 h 21825"/>
                    <a:gd name="connsiteX9" fmla="*/ 34090 w 59270"/>
                    <a:gd name="connsiteY9" fmla="*/ 12859 h 21825"/>
                    <a:gd name="connsiteX10" fmla="*/ 39011 w 59270"/>
                    <a:gd name="connsiteY10" fmla="*/ 12593 h 21825"/>
                    <a:gd name="connsiteX11" fmla="*/ 45483 w 59270"/>
                    <a:gd name="connsiteY11" fmla="*/ 12105 h 21825"/>
                    <a:gd name="connsiteX12" fmla="*/ 51335 w 59270"/>
                    <a:gd name="connsiteY12" fmla="*/ 10465 h 21825"/>
                    <a:gd name="connsiteX13" fmla="*/ 59182 w 59270"/>
                    <a:gd name="connsiteY13" fmla="*/ 3549 h 21825"/>
                    <a:gd name="connsiteX14" fmla="*/ 59270 w 59270"/>
                    <a:gd name="connsiteY14" fmla="*/ 3239 h 21825"/>
                    <a:gd name="connsiteX15" fmla="*/ 49252 w 59270"/>
                    <a:gd name="connsiteY15" fmla="*/ 978 h 21825"/>
                    <a:gd name="connsiteX16" fmla="*/ 39189 w 59270"/>
                    <a:gd name="connsiteY16" fmla="*/ 3 h 21825"/>
                    <a:gd name="connsiteX17" fmla="*/ 29214 w 59270"/>
                    <a:gd name="connsiteY17" fmla="*/ 934 h 21825"/>
                    <a:gd name="connsiteX18" fmla="*/ 24825 w 59270"/>
                    <a:gd name="connsiteY18" fmla="*/ 2441 h 21825"/>
                    <a:gd name="connsiteX19" fmla="*/ 22742 w 59270"/>
                    <a:gd name="connsiteY19" fmla="*/ 3461 h 21825"/>
                    <a:gd name="connsiteX20" fmla="*/ 20968 w 59270"/>
                    <a:gd name="connsiteY20" fmla="*/ 4791 h 21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9270" h="21825">
                      <a:moveTo>
                        <a:pt x="20968" y="4791"/>
                      </a:moveTo>
                      <a:cubicBezTo>
                        <a:pt x="17466" y="7451"/>
                        <a:pt x="14053" y="10111"/>
                        <a:pt x="10506" y="12549"/>
                      </a:cubicBezTo>
                      <a:cubicBezTo>
                        <a:pt x="7093" y="15120"/>
                        <a:pt x="3458" y="17248"/>
                        <a:pt x="0" y="18489"/>
                      </a:cubicBezTo>
                      <a:lnTo>
                        <a:pt x="3369" y="20617"/>
                      </a:lnTo>
                      <a:cubicBezTo>
                        <a:pt x="6162" y="22346"/>
                        <a:pt x="9974" y="22036"/>
                        <a:pt x="13610" y="20839"/>
                      </a:cubicBezTo>
                      <a:cubicBezTo>
                        <a:pt x="15516" y="20395"/>
                        <a:pt x="17245" y="19420"/>
                        <a:pt x="19018" y="18711"/>
                      </a:cubicBezTo>
                      <a:cubicBezTo>
                        <a:pt x="20747" y="17824"/>
                        <a:pt x="22343" y="16982"/>
                        <a:pt x="23806" y="16006"/>
                      </a:cubicBezTo>
                      <a:cubicBezTo>
                        <a:pt x="25889" y="14499"/>
                        <a:pt x="27973" y="13834"/>
                        <a:pt x="30012" y="13302"/>
                      </a:cubicBezTo>
                      <a:cubicBezTo>
                        <a:pt x="30544" y="13214"/>
                        <a:pt x="31032" y="13081"/>
                        <a:pt x="31608" y="12992"/>
                      </a:cubicBezTo>
                      <a:lnTo>
                        <a:pt x="34090" y="12859"/>
                      </a:lnTo>
                      <a:cubicBezTo>
                        <a:pt x="35731" y="12815"/>
                        <a:pt x="37415" y="12460"/>
                        <a:pt x="39011" y="12593"/>
                      </a:cubicBezTo>
                      <a:cubicBezTo>
                        <a:pt x="41272" y="12815"/>
                        <a:pt x="43444" y="12283"/>
                        <a:pt x="45483" y="12105"/>
                      </a:cubicBezTo>
                      <a:cubicBezTo>
                        <a:pt x="47523" y="11884"/>
                        <a:pt x="49518" y="11130"/>
                        <a:pt x="51335" y="10465"/>
                      </a:cubicBezTo>
                      <a:cubicBezTo>
                        <a:pt x="54926" y="9180"/>
                        <a:pt x="58073" y="6786"/>
                        <a:pt x="59182" y="3549"/>
                      </a:cubicBezTo>
                      <a:lnTo>
                        <a:pt x="59270" y="3239"/>
                      </a:lnTo>
                      <a:cubicBezTo>
                        <a:pt x="55857" y="2486"/>
                        <a:pt x="52621" y="1333"/>
                        <a:pt x="49252" y="978"/>
                      </a:cubicBezTo>
                      <a:cubicBezTo>
                        <a:pt x="45927" y="225"/>
                        <a:pt x="42558" y="180"/>
                        <a:pt x="39189" y="3"/>
                      </a:cubicBezTo>
                      <a:cubicBezTo>
                        <a:pt x="35864" y="-41"/>
                        <a:pt x="32406" y="402"/>
                        <a:pt x="29214" y="934"/>
                      </a:cubicBezTo>
                      <a:cubicBezTo>
                        <a:pt x="27707" y="1377"/>
                        <a:pt x="26199" y="1643"/>
                        <a:pt x="24825" y="2441"/>
                      </a:cubicBezTo>
                      <a:cubicBezTo>
                        <a:pt x="24160" y="2796"/>
                        <a:pt x="23451" y="3106"/>
                        <a:pt x="22742" y="3461"/>
                      </a:cubicBezTo>
                      <a:cubicBezTo>
                        <a:pt x="22254" y="3904"/>
                        <a:pt x="21633" y="4347"/>
                        <a:pt x="20968" y="479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30" name="Forme libre : forme 24429">
                  <a:extLst>
                    <a:ext uri="{FF2B5EF4-FFF2-40B4-BE49-F238E27FC236}">
                      <a16:creationId xmlns:a16="http://schemas.microsoft.com/office/drawing/2014/main" id="{28F5245E-AA7A-47FE-8A70-F5B294D777D6}"/>
                    </a:ext>
                  </a:extLst>
                </p:cNvPr>
                <p:cNvSpPr/>
                <p:nvPr/>
              </p:nvSpPr>
              <p:spPr>
                <a:xfrm>
                  <a:off x="6041352" y="1403656"/>
                  <a:ext cx="30994" cy="13560"/>
                </a:xfrm>
                <a:custGeom>
                  <a:avLst/>
                  <a:gdLst>
                    <a:gd name="connsiteX0" fmla="*/ 30974 w 30994"/>
                    <a:gd name="connsiteY0" fmla="*/ 6467 h 13560"/>
                    <a:gd name="connsiteX1" fmla="*/ 26142 w 30994"/>
                    <a:gd name="connsiteY1" fmla="*/ 10767 h 13560"/>
                    <a:gd name="connsiteX2" fmla="*/ 21488 w 30994"/>
                    <a:gd name="connsiteY2" fmla="*/ 12053 h 13560"/>
                    <a:gd name="connsiteX3" fmla="*/ 15902 w 30994"/>
                    <a:gd name="connsiteY3" fmla="*/ 12984 h 13560"/>
                    <a:gd name="connsiteX4" fmla="*/ 13198 w 30994"/>
                    <a:gd name="connsiteY4" fmla="*/ 13250 h 13560"/>
                    <a:gd name="connsiteX5" fmla="*/ 10760 w 30994"/>
                    <a:gd name="connsiteY5" fmla="*/ 13383 h 13560"/>
                    <a:gd name="connsiteX6" fmla="*/ 6371 w 30994"/>
                    <a:gd name="connsiteY6" fmla="*/ 13560 h 13560"/>
                    <a:gd name="connsiteX7" fmla="*/ 430 w 30994"/>
                    <a:gd name="connsiteY7" fmla="*/ 11610 h 13560"/>
                    <a:gd name="connsiteX8" fmla="*/ 2603 w 30994"/>
                    <a:gd name="connsiteY8" fmla="*/ 5315 h 13560"/>
                    <a:gd name="connsiteX9" fmla="*/ 7479 w 30994"/>
                    <a:gd name="connsiteY9" fmla="*/ 1990 h 13560"/>
                    <a:gd name="connsiteX10" fmla="*/ 14350 w 30994"/>
                    <a:gd name="connsiteY10" fmla="*/ 172 h 13560"/>
                    <a:gd name="connsiteX11" fmla="*/ 21089 w 30994"/>
                    <a:gd name="connsiteY11" fmla="*/ 128 h 13560"/>
                    <a:gd name="connsiteX12" fmla="*/ 26497 w 30994"/>
                    <a:gd name="connsiteY12" fmla="*/ 1591 h 13560"/>
                    <a:gd name="connsiteX13" fmla="*/ 30974 w 30994"/>
                    <a:gd name="connsiteY13" fmla="*/ 6467 h 13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994" h="13560">
                      <a:moveTo>
                        <a:pt x="30974" y="6467"/>
                      </a:moveTo>
                      <a:cubicBezTo>
                        <a:pt x="30753" y="8196"/>
                        <a:pt x="28847" y="9703"/>
                        <a:pt x="26142" y="10767"/>
                      </a:cubicBezTo>
                      <a:cubicBezTo>
                        <a:pt x="24768" y="11344"/>
                        <a:pt x="23217" y="11610"/>
                        <a:pt x="21488" y="12053"/>
                      </a:cubicBezTo>
                      <a:cubicBezTo>
                        <a:pt x="19759" y="12541"/>
                        <a:pt x="17897" y="12851"/>
                        <a:pt x="15902" y="12984"/>
                      </a:cubicBezTo>
                      <a:cubicBezTo>
                        <a:pt x="14838" y="13028"/>
                        <a:pt x="13996" y="13117"/>
                        <a:pt x="13198" y="13250"/>
                      </a:cubicBezTo>
                      <a:cubicBezTo>
                        <a:pt x="12400" y="13339"/>
                        <a:pt x="11557" y="13339"/>
                        <a:pt x="10760" y="13383"/>
                      </a:cubicBezTo>
                      <a:cubicBezTo>
                        <a:pt x="9252" y="13649"/>
                        <a:pt x="7656" y="13472"/>
                        <a:pt x="6371" y="13560"/>
                      </a:cubicBezTo>
                      <a:cubicBezTo>
                        <a:pt x="3667" y="13516"/>
                        <a:pt x="1361" y="13073"/>
                        <a:pt x="430" y="11610"/>
                      </a:cubicBezTo>
                      <a:cubicBezTo>
                        <a:pt x="-545" y="10058"/>
                        <a:pt x="120" y="7708"/>
                        <a:pt x="2603" y="5315"/>
                      </a:cubicBezTo>
                      <a:cubicBezTo>
                        <a:pt x="3755" y="4029"/>
                        <a:pt x="5529" y="3054"/>
                        <a:pt x="7479" y="1990"/>
                      </a:cubicBezTo>
                      <a:cubicBezTo>
                        <a:pt x="9474" y="1192"/>
                        <a:pt x="12045" y="305"/>
                        <a:pt x="14350" y="172"/>
                      </a:cubicBezTo>
                      <a:cubicBezTo>
                        <a:pt x="16744" y="-49"/>
                        <a:pt x="19005" y="-49"/>
                        <a:pt x="21089" y="128"/>
                      </a:cubicBezTo>
                      <a:cubicBezTo>
                        <a:pt x="23128" y="305"/>
                        <a:pt x="24990" y="1014"/>
                        <a:pt x="26497" y="1591"/>
                      </a:cubicBezTo>
                      <a:cubicBezTo>
                        <a:pt x="29556" y="2876"/>
                        <a:pt x="31196" y="4605"/>
                        <a:pt x="30974" y="6467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31" name="Forme libre : forme 24430">
                  <a:extLst>
                    <a:ext uri="{FF2B5EF4-FFF2-40B4-BE49-F238E27FC236}">
                      <a16:creationId xmlns:a16="http://schemas.microsoft.com/office/drawing/2014/main" id="{E3FD3A17-412E-4618-9C7B-44E30185F54C}"/>
                    </a:ext>
                  </a:extLst>
                </p:cNvPr>
                <p:cNvSpPr/>
                <p:nvPr/>
              </p:nvSpPr>
              <p:spPr>
                <a:xfrm>
                  <a:off x="6041410" y="1407197"/>
                  <a:ext cx="22316" cy="9974"/>
                </a:xfrm>
                <a:custGeom>
                  <a:avLst/>
                  <a:gdLst>
                    <a:gd name="connsiteX0" fmla="*/ 4717 w 22316"/>
                    <a:gd name="connsiteY0" fmla="*/ 0 h 9974"/>
                    <a:gd name="connsiteX1" fmla="*/ 550 w 22316"/>
                    <a:gd name="connsiteY1" fmla="*/ 4389 h 9974"/>
                    <a:gd name="connsiteX2" fmla="*/ 417 w 22316"/>
                    <a:gd name="connsiteY2" fmla="*/ 8024 h 9974"/>
                    <a:gd name="connsiteX3" fmla="*/ 6357 w 22316"/>
                    <a:gd name="connsiteY3" fmla="*/ 9974 h 9974"/>
                    <a:gd name="connsiteX4" fmla="*/ 10746 w 22316"/>
                    <a:gd name="connsiteY4" fmla="*/ 9797 h 9974"/>
                    <a:gd name="connsiteX5" fmla="*/ 13184 w 22316"/>
                    <a:gd name="connsiteY5" fmla="*/ 9664 h 9974"/>
                    <a:gd name="connsiteX6" fmla="*/ 15888 w 22316"/>
                    <a:gd name="connsiteY6" fmla="*/ 9398 h 9974"/>
                    <a:gd name="connsiteX7" fmla="*/ 22316 w 22316"/>
                    <a:gd name="connsiteY7" fmla="*/ 8201 h 9974"/>
                    <a:gd name="connsiteX8" fmla="*/ 18681 w 22316"/>
                    <a:gd name="connsiteY8" fmla="*/ 8024 h 9974"/>
                    <a:gd name="connsiteX9" fmla="*/ 13894 w 22316"/>
                    <a:gd name="connsiteY9" fmla="*/ 6517 h 9974"/>
                    <a:gd name="connsiteX10" fmla="*/ 9815 w 22316"/>
                    <a:gd name="connsiteY10" fmla="*/ 4743 h 9974"/>
                    <a:gd name="connsiteX11" fmla="*/ 4717 w 22316"/>
                    <a:gd name="connsiteY11" fmla="*/ 0 h 9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316" h="9974">
                      <a:moveTo>
                        <a:pt x="4717" y="0"/>
                      </a:moveTo>
                      <a:cubicBezTo>
                        <a:pt x="2633" y="1286"/>
                        <a:pt x="1348" y="3059"/>
                        <a:pt x="550" y="4389"/>
                      </a:cubicBezTo>
                      <a:cubicBezTo>
                        <a:pt x="-159" y="5763"/>
                        <a:pt x="-159" y="7137"/>
                        <a:pt x="417" y="8024"/>
                      </a:cubicBezTo>
                      <a:cubicBezTo>
                        <a:pt x="1348" y="9487"/>
                        <a:pt x="3609" y="9930"/>
                        <a:pt x="6357" y="9974"/>
                      </a:cubicBezTo>
                      <a:cubicBezTo>
                        <a:pt x="7687" y="9886"/>
                        <a:pt x="9239" y="10063"/>
                        <a:pt x="10746" y="9797"/>
                      </a:cubicBezTo>
                      <a:cubicBezTo>
                        <a:pt x="11544" y="9753"/>
                        <a:pt x="12342" y="9753"/>
                        <a:pt x="13184" y="9664"/>
                      </a:cubicBezTo>
                      <a:cubicBezTo>
                        <a:pt x="13982" y="9576"/>
                        <a:pt x="14824" y="9443"/>
                        <a:pt x="15888" y="9398"/>
                      </a:cubicBezTo>
                      <a:cubicBezTo>
                        <a:pt x="18194" y="9221"/>
                        <a:pt x="20366" y="8822"/>
                        <a:pt x="22316" y="8201"/>
                      </a:cubicBezTo>
                      <a:cubicBezTo>
                        <a:pt x="21120" y="8246"/>
                        <a:pt x="19878" y="8246"/>
                        <a:pt x="18681" y="8024"/>
                      </a:cubicBezTo>
                      <a:cubicBezTo>
                        <a:pt x="17041" y="7669"/>
                        <a:pt x="15401" y="7093"/>
                        <a:pt x="13894" y="6517"/>
                      </a:cubicBezTo>
                      <a:cubicBezTo>
                        <a:pt x="12475" y="6029"/>
                        <a:pt x="11101" y="5453"/>
                        <a:pt x="9815" y="4743"/>
                      </a:cubicBezTo>
                      <a:cubicBezTo>
                        <a:pt x="7333" y="3635"/>
                        <a:pt x="5205" y="2128"/>
                        <a:pt x="4717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32" name="Forme libre : forme 24431">
                  <a:extLst>
                    <a:ext uri="{FF2B5EF4-FFF2-40B4-BE49-F238E27FC236}">
                      <a16:creationId xmlns:a16="http://schemas.microsoft.com/office/drawing/2014/main" id="{6094AA16-1EB4-4D37-959C-532472894511}"/>
                    </a:ext>
                  </a:extLst>
                </p:cNvPr>
                <p:cNvSpPr/>
                <p:nvPr/>
              </p:nvSpPr>
              <p:spPr>
                <a:xfrm>
                  <a:off x="6043504" y="1404908"/>
                  <a:ext cx="30226" cy="13256"/>
                </a:xfrm>
                <a:custGeom>
                  <a:avLst/>
                  <a:gdLst>
                    <a:gd name="connsiteX0" fmla="*/ 30197 w 30226"/>
                    <a:gd name="connsiteY0" fmla="*/ 6899 h 13256"/>
                    <a:gd name="connsiteX1" fmla="*/ 25365 w 30226"/>
                    <a:gd name="connsiteY1" fmla="*/ 11022 h 13256"/>
                    <a:gd name="connsiteX2" fmla="*/ 20799 w 30226"/>
                    <a:gd name="connsiteY2" fmla="*/ 12219 h 13256"/>
                    <a:gd name="connsiteX3" fmla="*/ 15346 w 30226"/>
                    <a:gd name="connsiteY3" fmla="*/ 13061 h 13256"/>
                    <a:gd name="connsiteX4" fmla="*/ 12509 w 30226"/>
                    <a:gd name="connsiteY4" fmla="*/ 13150 h 13256"/>
                    <a:gd name="connsiteX5" fmla="*/ 10248 w 30226"/>
                    <a:gd name="connsiteY5" fmla="*/ 13239 h 13256"/>
                    <a:gd name="connsiteX6" fmla="*/ 6036 w 30226"/>
                    <a:gd name="connsiteY6" fmla="*/ 13061 h 13256"/>
                    <a:gd name="connsiteX7" fmla="*/ 2579 w 30226"/>
                    <a:gd name="connsiteY7" fmla="*/ 12441 h 13256"/>
                    <a:gd name="connsiteX8" fmla="*/ 362 w 30226"/>
                    <a:gd name="connsiteY8" fmla="*/ 10756 h 13256"/>
                    <a:gd name="connsiteX9" fmla="*/ 273 w 30226"/>
                    <a:gd name="connsiteY9" fmla="*/ 8008 h 13256"/>
                    <a:gd name="connsiteX10" fmla="*/ 2623 w 30226"/>
                    <a:gd name="connsiteY10" fmla="*/ 4638 h 13256"/>
                    <a:gd name="connsiteX11" fmla="*/ 7499 w 30226"/>
                    <a:gd name="connsiteY11" fmla="*/ 1668 h 13256"/>
                    <a:gd name="connsiteX12" fmla="*/ 10736 w 30226"/>
                    <a:gd name="connsiteY12" fmla="*/ 604 h 13256"/>
                    <a:gd name="connsiteX13" fmla="*/ 14149 w 30226"/>
                    <a:gd name="connsiteY13" fmla="*/ 161 h 13256"/>
                    <a:gd name="connsiteX14" fmla="*/ 20754 w 30226"/>
                    <a:gd name="connsiteY14" fmla="*/ 205 h 13256"/>
                    <a:gd name="connsiteX15" fmla="*/ 26030 w 30226"/>
                    <a:gd name="connsiteY15" fmla="*/ 1801 h 13256"/>
                    <a:gd name="connsiteX16" fmla="*/ 30197 w 30226"/>
                    <a:gd name="connsiteY16" fmla="*/ 6899 h 13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0226" h="13256">
                      <a:moveTo>
                        <a:pt x="30197" y="6899"/>
                      </a:moveTo>
                      <a:cubicBezTo>
                        <a:pt x="29931" y="8761"/>
                        <a:pt x="28069" y="9870"/>
                        <a:pt x="25365" y="11022"/>
                      </a:cubicBezTo>
                      <a:cubicBezTo>
                        <a:pt x="24035" y="11554"/>
                        <a:pt x="22483" y="11953"/>
                        <a:pt x="20799" y="12219"/>
                      </a:cubicBezTo>
                      <a:cubicBezTo>
                        <a:pt x="19114" y="12529"/>
                        <a:pt x="17297" y="12973"/>
                        <a:pt x="15346" y="13061"/>
                      </a:cubicBezTo>
                      <a:cubicBezTo>
                        <a:pt x="14371" y="13150"/>
                        <a:pt x="13395" y="13150"/>
                        <a:pt x="12509" y="13150"/>
                      </a:cubicBezTo>
                      <a:cubicBezTo>
                        <a:pt x="11755" y="13239"/>
                        <a:pt x="10957" y="13283"/>
                        <a:pt x="10248" y="13239"/>
                      </a:cubicBezTo>
                      <a:cubicBezTo>
                        <a:pt x="8741" y="13106"/>
                        <a:pt x="7366" y="13327"/>
                        <a:pt x="6036" y="13061"/>
                      </a:cubicBezTo>
                      <a:cubicBezTo>
                        <a:pt x="4707" y="12928"/>
                        <a:pt x="3598" y="12840"/>
                        <a:pt x="2579" y="12441"/>
                      </a:cubicBezTo>
                      <a:cubicBezTo>
                        <a:pt x="1603" y="12086"/>
                        <a:pt x="805" y="11510"/>
                        <a:pt x="362" y="10756"/>
                      </a:cubicBezTo>
                      <a:cubicBezTo>
                        <a:pt x="-81" y="10003"/>
                        <a:pt x="-125" y="9072"/>
                        <a:pt x="273" y="8008"/>
                      </a:cubicBezTo>
                      <a:cubicBezTo>
                        <a:pt x="672" y="6988"/>
                        <a:pt x="1426" y="5747"/>
                        <a:pt x="2623" y="4638"/>
                      </a:cubicBezTo>
                      <a:cubicBezTo>
                        <a:pt x="3864" y="3663"/>
                        <a:pt x="5460" y="2333"/>
                        <a:pt x="7499" y="1668"/>
                      </a:cubicBezTo>
                      <a:cubicBezTo>
                        <a:pt x="8519" y="1269"/>
                        <a:pt x="9583" y="915"/>
                        <a:pt x="10736" y="604"/>
                      </a:cubicBezTo>
                      <a:cubicBezTo>
                        <a:pt x="11844" y="383"/>
                        <a:pt x="12952" y="294"/>
                        <a:pt x="14149" y="161"/>
                      </a:cubicBezTo>
                      <a:cubicBezTo>
                        <a:pt x="16499" y="-16"/>
                        <a:pt x="18715" y="-105"/>
                        <a:pt x="20754" y="205"/>
                      </a:cubicBezTo>
                      <a:cubicBezTo>
                        <a:pt x="22794" y="604"/>
                        <a:pt x="24567" y="1136"/>
                        <a:pt x="26030" y="1801"/>
                      </a:cubicBezTo>
                      <a:cubicBezTo>
                        <a:pt x="28956" y="2998"/>
                        <a:pt x="30463" y="5170"/>
                        <a:pt x="30197" y="689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33" name="Forme libre : forme 24432">
                  <a:extLst>
                    <a:ext uri="{FF2B5EF4-FFF2-40B4-BE49-F238E27FC236}">
                      <a16:creationId xmlns:a16="http://schemas.microsoft.com/office/drawing/2014/main" id="{0169414B-E1B5-44F3-9AC2-A23EC33EE0BE}"/>
                    </a:ext>
                  </a:extLst>
                </p:cNvPr>
                <p:cNvSpPr/>
                <p:nvPr/>
              </p:nvSpPr>
              <p:spPr>
                <a:xfrm>
                  <a:off x="6026434" y="1408244"/>
                  <a:ext cx="39918" cy="19562"/>
                </a:xfrm>
                <a:custGeom>
                  <a:avLst/>
                  <a:gdLst>
                    <a:gd name="connsiteX0" fmla="*/ 5995 w 39918"/>
                    <a:gd name="connsiteY0" fmla="*/ 16242 h 19562"/>
                    <a:gd name="connsiteX1" fmla="*/ 11049 w 39918"/>
                    <a:gd name="connsiteY1" fmla="*/ 19390 h 19562"/>
                    <a:gd name="connsiteX2" fmla="*/ 24348 w 39918"/>
                    <a:gd name="connsiteY2" fmla="*/ 17129 h 19562"/>
                    <a:gd name="connsiteX3" fmla="*/ 26831 w 39918"/>
                    <a:gd name="connsiteY3" fmla="*/ 16509 h 19562"/>
                    <a:gd name="connsiteX4" fmla="*/ 28028 w 39918"/>
                    <a:gd name="connsiteY4" fmla="*/ 16154 h 19562"/>
                    <a:gd name="connsiteX5" fmla="*/ 29224 w 39918"/>
                    <a:gd name="connsiteY5" fmla="*/ 15932 h 19562"/>
                    <a:gd name="connsiteX6" fmla="*/ 30377 w 39918"/>
                    <a:gd name="connsiteY6" fmla="*/ 15533 h 19562"/>
                    <a:gd name="connsiteX7" fmla="*/ 31973 w 39918"/>
                    <a:gd name="connsiteY7" fmla="*/ 15179 h 19562"/>
                    <a:gd name="connsiteX8" fmla="*/ 35121 w 39918"/>
                    <a:gd name="connsiteY8" fmla="*/ 14115 h 19562"/>
                    <a:gd name="connsiteX9" fmla="*/ 37248 w 39918"/>
                    <a:gd name="connsiteY9" fmla="*/ 12873 h 19562"/>
                    <a:gd name="connsiteX10" fmla="*/ 38933 w 39918"/>
                    <a:gd name="connsiteY10" fmla="*/ 11543 h 19562"/>
                    <a:gd name="connsiteX11" fmla="*/ 39598 w 39918"/>
                    <a:gd name="connsiteY11" fmla="*/ 8219 h 19562"/>
                    <a:gd name="connsiteX12" fmla="*/ 34411 w 39918"/>
                    <a:gd name="connsiteY12" fmla="*/ 5293 h 19562"/>
                    <a:gd name="connsiteX13" fmla="*/ 19826 w 39918"/>
                    <a:gd name="connsiteY13" fmla="*/ 904 h 19562"/>
                    <a:gd name="connsiteX14" fmla="*/ 15970 w 39918"/>
                    <a:gd name="connsiteY14" fmla="*/ 195 h 19562"/>
                    <a:gd name="connsiteX15" fmla="*/ 10960 w 39918"/>
                    <a:gd name="connsiteY15" fmla="*/ 150 h 19562"/>
                    <a:gd name="connsiteX16" fmla="*/ 1252 w 39918"/>
                    <a:gd name="connsiteY16" fmla="*/ 5603 h 19562"/>
                    <a:gd name="connsiteX17" fmla="*/ 1429 w 39918"/>
                    <a:gd name="connsiteY17" fmla="*/ 12430 h 19562"/>
                    <a:gd name="connsiteX18" fmla="*/ 5995 w 39918"/>
                    <a:gd name="connsiteY18" fmla="*/ 16242 h 19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9918" h="19562">
                      <a:moveTo>
                        <a:pt x="5995" y="16242"/>
                      </a:moveTo>
                      <a:cubicBezTo>
                        <a:pt x="7414" y="17661"/>
                        <a:pt x="8965" y="19035"/>
                        <a:pt x="11049" y="19390"/>
                      </a:cubicBezTo>
                      <a:cubicBezTo>
                        <a:pt x="15172" y="20188"/>
                        <a:pt x="20314" y="18016"/>
                        <a:pt x="24348" y="17129"/>
                      </a:cubicBezTo>
                      <a:cubicBezTo>
                        <a:pt x="25190" y="16863"/>
                        <a:pt x="26033" y="16642"/>
                        <a:pt x="26831" y="16509"/>
                      </a:cubicBezTo>
                      <a:cubicBezTo>
                        <a:pt x="27230" y="16420"/>
                        <a:pt x="27629" y="16287"/>
                        <a:pt x="28028" y="16154"/>
                      </a:cubicBezTo>
                      <a:cubicBezTo>
                        <a:pt x="28427" y="16109"/>
                        <a:pt x="28825" y="16021"/>
                        <a:pt x="29224" y="15932"/>
                      </a:cubicBezTo>
                      <a:cubicBezTo>
                        <a:pt x="29623" y="15843"/>
                        <a:pt x="30022" y="15710"/>
                        <a:pt x="30377" y="15533"/>
                      </a:cubicBezTo>
                      <a:cubicBezTo>
                        <a:pt x="30909" y="15400"/>
                        <a:pt x="31441" y="15312"/>
                        <a:pt x="31973" y="15179"/>
                      </a:cubicBezTo>
                      <a:cubicBezTo>
                        <a:pt x="33037" y="14913"/>
                        <a:pt x="34101" y="14558"/>
                        <a:pt x="35121" y="14115"/>
                      </a:cubicBezTo>
                      <a:cubicBezTo>
                        <a:pt x="35874" y="13760"/>
                        <a:pt x="36583" y="13361"/>
                        <a:pt x="37248" y="12873"/>
                      </a:cubicBezTo>
                      <a:cubicBezTo>
                        <a:pt x="37913" y="12474"/>
                        <a:pt x="38490" y="12031"/>
                        <a:pt x="38933" y="11543"/>
                      </a:cubicBezTo>
                      <a:cubicBezTo>
                        <a:pt x="39820" y="10568"/>
                        <a:pt x="40263" y="9371"/>
                        <a:pt x="39598" y="8219"/>
                      </a:cubicBezTo>
                      <a:cubicBezTo>
                        <a:pt x="38756" y="6756"/>
                        <a:pt x="36539" y="5825"/>
                        <a:pt x="34411" y="5293"/>
                      </a:cubicBezTo>
                      <a:cubicBezTo>
                        <a:pt x="29402" y="3608"/>
                        <a:pt x="24703" y="1791"/>
                        <a:pt x="19826" y="904"/>
                      </a:cubicBezTo>
                      <a:cubicBezTo>
                        <a:pt x="18762" y="594"/>
                        <a:pt x="17521" y="416"/>
                        <a:pt x="15970" y="195"/>
                      </a:cubicBezTo>
                      <a:cubicBezTo>
                        <a:pt x="14462" y="17"/>
                        <a:pt x="12689" y="-116"/>
                        <a:pt x="10960" y="150"/>
                      </a:cubicBezTo>
                      <a:cubicBezTo>
                        <a:pt x="7414" y="549"/>
                        <a:pt x="3513" y="2234"/>
                        <a:pt x="1252" y="5603"/>
                      </a:cubicBezTo>
                      <a:cubicBezTo>
                        <a:pt x="-832" y="8618"/>
                        <a:pt x="10" y="10834"/>
                        <a:pt x="1429" y="12430"/>
                      </a:cubicBezTo>
                      <a:cubicBezTo>
                        <a:pt x="2936" y="14115"/>
                        <a:pt x="5020" y="15267"/>
                        <a:pt x="5995" y="1624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34" name="Forme libre : forme 24433">
                  <a:extLst>
                    <a:ext uri="{FF2B5EF4-FFF2-40B4-BE49-F238E27FC236}">
                      <a16:creationId xmlns:a16="http://schemas.microsoft.com/office/drawing/2014/main" id="{F212C135-A9F8-4512-AA5E-8429AD42B773}"/>
                    </a:ext>
                  </a:extLst>
                </p:cNvPr>
                <p:cNvSpPr/>
                <p:nvPr/>
              </p:nvSpPr>
              <p:spPr>
                <a:xfrm>
                  <a:off x="6032821" y="1403776"/>
                  <a:ext cx="11298" cy="12106"/>
                </a:xfrm>
                <a:custGeom>
                  <a:avLst/>
                  <a:gdLst>
                    <a:gd name="connsiteX0" fmla="*/ 51 w 11298"/>
                    <a:gd name="connsiteY0" fmla="*/ 10204 h 12106"/>
                    <a:gd name="connsiteX1" fmla="*/ 273 w 11298"/>
                    <a:gd name="connsiteY1" fmla="*/ 11800 h 12106"/>
                    <a:gd name="connsiteX2" fmla="*/ 2090 w 11298"/>
                    <a:gd name="connsiteY2" fmla="*/ 11844 h 12106"/>
                    <a:gd name="connsiteX3" fmla="*/ 3996 w 11298"/>
                    <a:gd name="connsiteY3" fmla="*/ 10204 h 12106"/>
                    <a:gd name="connsiteX4" fmla="*/ 8518 w 11298"/>
                    <a:gd name="connsiteY4" fmla="*/ 5771 h 12106"/>
                    <a:gd name="connsiteX5" fmla="*/ 10247 w 11298"/>
                    <a:gd name="connsiteY5" fmla="*/ 3998 h 12106"/>
                    <a:gd name="connsiteX6" fmla="*/ 11089 w 11298"/>
                    <a:gd name="connsiteY6" fmla="*/ 584 h 12106"/>
                    <a:gd name="connsiteX7" fmla="*/ 6568 w 11298"/>
                    <a:gd name="connsiteY7" fmla="*/ 1205 h 12106"/>
                    <a:gd name="connsiteX8" fmla="*/ 51 w 11298"/>
                    <a:gd name="connsiteY8" fmla="*/ 10204 h 12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98" h="12106">
                      <a:moveTo>
                        <a:pt x="51" y="10204"/>
                      </a:moveTo>
                      <a:cubicBezTo>
                        <a:pt x="-38" y="10825"/>
                        <a:pt x="-38" y="11401"/>
                        <a:pt x="273" y="11800"/>
                      </a:cubicBezTo>
                      <a:cubicBezTo>
                        <a:pt x="583" y="12155"/>
                        <a:pt x="1292" y="12243"/>
                        <a:pt x="2090" y="11844"/>
                      </a:cubicBezTo>
                      <a:cubicBezTo>
                        <a:pt x="2800" y="11490"/>
                        <a:pt x="3420" y="10825"/>
                        <a:pt x="3996" y="10204"/>
                      </a:cubicBezTo>
                      <a:cubicBezTo>
                        <a:pt x="5548" y="8785"/>
                        <a:pt x="7011" y="7145"/>
                        <a:pt x="8518" y="5771"/>
                      </a:cubicBezTo>
                      <a:cubicBezTo>
                        <a:pt x="9139" y="5195"/>
                        <a:pt x="9804" y="4618"/>
                        <a:pt x="10247" y="3998"/>
                      </a:cubicBezTo>
                      <a:cubicBezTo>
                        <a:pt x="11178" y="2712"/>
                        <a:pt x="11577" y="1338"/>
                        <a:pt x="11089" y="584"/>
                      </a:cubicBezTo>
                      <a:cubicBezTo>
                        <a:pt x="10557" y="-258"/>
                        <a:pt x="9139" y="-302"/>
                        <a:pt x="6568" y="1205"/>
                      </a:cubicBezTo>
                      <a:cubicBezTo>
                        <a:pt x="2622" y="3643"/>
                        <a:pt x="317" y="7677"/>
                        <a:pt x="51" y="1020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35" name="Forme libre : forme 24434">
                  <a:extLst>
                    <a:ext uri="{FF2B5EF4-FFF2-40B4-BE49-F238E27FC236}">
                      <a16:creationId xmlns:a16="http://schemas.microsoft.com/office/drawing/2014/main" id="{3CC4E051-C16B-403E-B072-7AB5979F687D}"/>
                    </a:ext>
                  </a:extLst>
                </p:cNvPr>
                <p:cNvSpPr/>
                <p:nvPr/>
              </p:nvSpPr>
              <p:spPr>
                <a:xfrm>
                  <a:off x="6065145" y="1415133"/>
                  <a:ext cx="18308" cy="10196"/>
                </a:xfrm>
                <a:custGeom>
                  <a:avLst/>
                  <a:gdLst>
                    <a:gd name="connsiteX0" fmla="*/ 18309 w 18308"/>
                    <a:gd name="connsiteY0" fmla="*/ 0 h 10196"/>
                    <a:gd name="connsiteX1" fmla="*/ 14940 w 18308"/>
                    <a:gd name="connsiteY1" fmla="*/ 4655 h 10196"/>
                    <a:gd name="connsiteX2" fmla="*/ 9310 w 18308"/>
                    <a:gd name="connsiteY2" fmla="*/ 7802 h 10196"/>
                    <a:gd name="connsiteX3" fmla="*/ 5187 w 18308"/>
                    <a:gd name="connsiteY3" fmla="*/ 8999 h 10196"/>
                    <a:gd name="connsiteX4" fmla="*/ 0 w 18308"/>
                    <a:gd name="connsiteY4" fmla="*/ 10196 h 10196"/>
                    <a:gd name="connsiteX5" fmla="*/ 1906 w 18308"/>
                    <a:gd name="connsiteY5" fmla="*/ 9664 h 10196"/>
                    <a:gd name="connsiteX6" fmla="*/ 6605 w 18308"/>
                    <a:gd name="connsiteY6" fmla="*/ 7935 h 10196"/>
                    <a:gd name="connsiteX7" fmla="*/ 12634 w 18308"/>
                    <a:gd name="connsiteY7" fmla="*/ 4921 h 10196"/>
                    <a:gd name="connsiteX8" fmla="*/ 18309 w 18308"/>
                    <a:gd name="connsiteY8" fmla="*/ 0 h 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308" h="10196">
                      <a:moveTo>
                        <a:pt x="18309" y="0"/>
                      </a:moveTo>
                      <a:cubicBezTo>
                        <a:pt x="18309" y="0"/>
                        <a:pt x="17688" y="2438"/>
                        <a:pt x="14940" y="4655"/>
                      </a:cubicBezTo>
                      <a:cubicBezTo>
                        <a:pt x="13565" y="5763"/>
                        <a:pt x="11748" y="6738"/>
                        <a:pt x="9310" y="7802"/>
                      </a:cubicBezTo>
                      <a:cubicBezTo>
                        <a:pt x="8068" y="8290"/>
                        <a:pt x="6738" y="8733"/>
                        <a:pt x="5187" y="8999"/>
                      </a:cubicBezTo>
                      <a:cubicBezTo>
                        <a:pt x="3635" y="9487"/>
                        <a:pt x="1906" y="9930"/>
                        <a:pt x="0" y="10196"/>
                      </a:cubicBezTo>
                      <a:cubicBezTo>
                        <a:pt x="0" y="10196"/>
                        <a:pt x="754" y="10063"/>
                        <a:pt x="1906" y="9664"/>
                      </a:cubicBezTo>
                      <a:cubicBezTo>
                        <a:pt x="3103" y="9354"/>
                        <a:pt x="4743" y="8512"/>
                        <a:pt x="6605" y="7935"/>
                      </a:cubicBezTo>
                      <a:cubicBezTo>
                        <a:pt x="8467" y="7270"/>
                        <a:pt x="10551" y="6162"/>
                        <a:pt x="12634" y="4921"/>
                      </a:cubicBezTo>
                      <a:cubicBezTo>
                        <a:pt x="14674" y="3768"/>
                        <a:pt x="16713" y="2172"/>
                        <a:pt x="183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36" name="Forme libre : forme 24435">
                  <a:extLst>
                    <a:ext uri="{FF2B5EF4-FFF2-40B4-BE49-F238E27FC236}">
                      <a16:creationId xmlns:a16="http://schemas.microsoft.com/office/drawing/2014/main" id="{082AE3F4-4DBC-4D72-AD4C-855DF7B6241D}"/>
                    </a:ext>
                  </a:extLst>
                </p:cNvPr>
                <p:cNvSpPr/>
                <p:nvPr/>
              </p:nvSpPr>
              <p:spPr>
                <a:xfrm>
                  <a:off x="6019921" y="1401257"/>
                  <a:ext cx="12729" cy="27396"/>
                </a:xfrm>
                <a:custGeom>
                  <a:avLst/>
                  <a:gdLst>
                    <a:gd name="connsiteX0" fmla="*/ 12730 w 12729"/>
                    <a:gd name="connsiteY0" fmla="*/ 0 h 27396"/>
                    <a:gd name="connsiteX1" fmla="*/ 9228 w 12729"/>
                    <a:gd name="connsiteY1" fmla="*/ 2704 h 27396"/>
                    <a:gd name="connsiteX2" fmla="*/ 3154 w 12729"/>
                    <a:gd name="connsiteY2" fmla="*/ 10063 h 27396"/>
                    <a:gd name="connsiteX3" fmla="*/ 7 w 12729"/>
                    <a:gd name="connsiteY3" fmla="*/ 19461 h 27396"/>
                    <a:gd name="connsiteX4" fmla="*/ 2888 w 12729"/>
                    <a:gd name="connsiteY4" fmla="*/ 27397 h 27396"/>
                    <a:gd name="connsiteX5" fmla="*/ 1160 w 12729"/>
                    <a:gd name="connsiteY5" fmla="*/ 20481 h 27396"/>
                    <a:gd name="connsiteX6" fmla="*/ 3154 w 12729"/>
                    <a:gd name="connsiteY6" fmla="*/ 11615 h 27396"/>
                    <a:gd name="connsiteX7" fmla="*/ 12730 w 12729"/>
                    <a:gd name="connsiteY7" fmla="*/ 0 h 27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729" h="27396">
                      <a:moveTo>
                        <a:pt x="12730" y="0"/>
                      </a:moveTo>
                      <a:cubicBezTo>
                        <a:pt x="12730" y="0"/>
                        <a:pt x="11223" y="975"/>
                        <a:pt x="9228" y="2704"/>
                      </a:cubicBezTo>
                      <a:cubicBezTo>
                        <a:pt x="7321" y="4522"/>
                        <a:pt x="4883" y="7049"/>
                        <a:pt x="3154" y="10063"/>
                      </a:cubicBezTo>
                      <a:cubicBezTo>
                        <a:pt x="1337" y="13033"/>
                        <a:pt x="184" y="16403"/>
                        <a:pt x="7" y="19461"/>
                      </a:cubicBezTo>
                      <a:cubicBezTo>
                        <a:pt x="-82" y="22564"/>
                        <a:pt x="672" y="25269"/>
                        <a:pt x="2888" y="27397"/>
                      </a:cubicBezTo>
                      <a:cubicBezTo>
                        <a:pt x="2888" y="27397"/>
                        <a:pt x="1248" y="25180"/>
                        <a:pt x="1160" y="20481"/>
                      </a:cubicBezTo>
                      <a:cubicBezTo>
                        <a:pt x="1071" y="18131"/>
                        <a:pt x="1647" y="15161"/>
                        <a:pt x="3154" y="11615"/>
                      </a:cubicBezTo>
                      <a:cubicBezTo>
                        <a:pt x="4839" y="8068"/>
                        <a:pt x="7499" y="3813"/>
                        <a:pt x="127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37" name="Forme libre : forme 24436">
                  <a:extLst>
                    <a:ext uri="{FF2B5EF4-FFF2-40B4-BE49-F238E27FC236}">
                      <a16:creationId xmlns:a16="http://schemas.microsoft.com/office/drawing/2014/main" id="{370F1B7B-05FD-4C90-90BD-4812FDB6B527}"/>
                    </a:ext>
                  </a:extLst>
                </p:cNvPr>
                <p:cNvSpPr/>
                <p:nvPr/>
              </p:nvSpPr>
              <p:spPr>
                <a:xfrm>
                  <a:off x="6053196" y="1404939"/>
                  <a:ext cx="12484" cy="4297"/>
                </a:xfrm>
                <a:custGeom>
                  <a:avLst/>
                  <a:gdLst>
                    <a:gd name="connsiteX0" fmla="*/ 12348 w 12484"/>
                    <a:gd name="connsiteY0" fmla="*/ 3056 h 4297"/>
                    <a:gd name="connsiteX1" fmla="*/ 5255 w 12484"/>
                    <a:gd name="connsiteY1" fmla="*/ 4209 h 4297"/>
                    <a:gd name="connsiteX2" fmla="*/ 1265 w 12484"/>
                    <a:gd name="connsiteY2" fmla="*/ 3189 h 4297"/>
                    <a:gd name="connsiteX3" fmla="*/ 68 w 12484"/>
                    <a:gd name="connsiteY3" fmla="*/ 1682 h 4297"/>
                    <a:gd name="connsiteX4" fmla="*/ 7427 w 12484"/>
                    <a:gd name="connsiteY4" fmla="*/ 86 h 4297"/>
                    <a:gd name="connsiteX5" fmla="*/ 12348 w 12484"/>
                    <a:gd name="connsiteY5" fmla="*/ 3056 h 4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484" h="4297">
                      <a:moveTo>
                        <a:pt x="12348" y="3056"/>
                      </a:moveTo>
                      <a:cubicBezTo>
                        <a:pt x="11639" y="3987"/>
                        <a:pt x="8536" y="4519"/>
                        <a:pt x="5255" y="4209"/>
                      </a:cubicBezTo>
                      <a:cubicBezTo>
                        <a:pt x="3615" y="4031"/>
                        <a:pt x="2196" y="3588"/>
                        <a:pt x="1265" y="3189"/>
                      </a:cubicBezTo>
                      <a:cubicBezTo>
                        <a:pt x="335" y="2834"/>
                        <a:pt x="-198" y="2302"/>
                        <a:pt x="68" y="1682"/>
                      </a:cubicBezTo>
                      <a:cubicBezTo>
                        <a:pt x="645" y="307"/>
                        <a:pt x="3970" y="-225"/>
                        <a:pt x="7427" y="86"/>
                      </a:cubicBezTo>
                      <a:cubicBezTo>
                        <a:pt x="10930" y="307"/>
                        <a:pt x="13058" y="2081"/>
                        <a:pt x="12348" y="305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38" name="Forme libre : forme 24437">
                  <a:extLst>
                    <a:ext uri="{FF2B5EF4-FFF2-40B4-BE49-F238E27FC236}">
                      <a16:creationId xmlns:a16="http://schemas.microsoft.com/office/drawing/2014/main" id="{BA52A769-264B-4B63-86A0-2F9E9DEFBC1D}"/>
                    </a:ext>
                  </a:extLst>
                </p:cNvPr>
                <p:cNvSpPr/>
                <p:nvPr/>
              </p:nvSpPr>
              <p:spPr>
                <a:xfrm>
                  <a:off x="6063904" y="1406529"/>
                  <a:ext cx="3370" cy="1869"/>
                </a:xfrm>
                <a:custGeom>
                  <a:avLst/>
                  <a:gdLst>
                    <a:gd name="connsiteX0" fmla="*/ 3369 w 3370"/>
                    <a:gd name="connsiteY0" fmla="*/ 1023 h 1869"/>
                    <a:gd name="connsiteX1" fmla="*/ 1685 w 3370"/>
                    <a:gd name="connsiteY1" fmla="*/ 1866 h 1869"/>
                    <a:gd name="connsiteX2" fmla="*/ 0 w 3370"/>
                    <a:gd name="connsiteY2" fmla="*/ 846 h 1869"/>
                    <a:gd name="connsiteX3" fmla="*/ 1685 w 3370"/>
                    <a:gd name="connsiteY3" fmla="*/ 4 h 1869"/>
                    <a:gd name="connsiteX4" fmla="*/ 3369 w 3370"/>
                    <a:gd name="connsiteY4" fmla="*/ 1023 h 1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70" h="1869">
                      <a:moveTo>
                        <a:pt x="3369" y="1023"/>
                      </a:moveTo>
                      <a:cubicBezTo>
                        <a:pt x="3369" y="1555"/>
                        <a:pt x="2571" y="1910"/>
                        <a:pt x="1685" y="1866"/>
                      </a:cubicBezTo>
                      <a:cubicBezTo>
                        <a:pt x="754" y="1821"/>
                        <a:pt x="0" y="1378"/>
                        <a:pt x="0" y="846"/>
                      </a:cubicBezTo>
                      <a:cubicBezTo>
                        <a:pt x="0" y="314"/>
                        <a:pt x="754" y="-41"/>
                        <a:pt x="1685" y="4"/>
                      </a:cubicBezTo>
                      <a:cubicBezTo>
                        <a:pt x="2660" y="48"/>
                        <a:pt x="3413" y="491"/>
                        <a:pt x="3369" y="10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39" name="Forme libre : forme 24438">
                  <a:extLst>
                    <a:ext uri="{FF2B5EF4-FFF2-40B4-BE49-F238E27FC236}">
                      <a16:creationId xmlns:a16="http://schemas.microsoft.com/office/drawing/2014/main" id="{28936DC7-8372-499A-BF6A-C46BB994645A}"/>
                    </a:ext>
                  </a:extLst>
                </p:cNvPr>
                <p:cNvSpPr/>
                <p:nvPr/>
              </p:nvSpPr>
              <p:spPr>
                <a:xfrm>
                  <a:off x="6051269" y="1394386"/>
                  <a:ext cx="31017" cy="18084"/>
                </a:xfrm>
                <a:custGeom>
                  <a:avLst/>
                  <a:gdLst>
                    <a:gd name="connsiteX0" fmla="*/ 29836 w 31017"/>
                    <a:gd name="connsiteY0" fmla="*/ 7581 h 18084"/>
                    <a:gd name="connsiteX1" fmla="*/ 30367 w 31017"/>
                    <a:gd name="connsiteY1" fmla="*/ 16225 h 18084"/>
                    <a:gd name="connsiteX2" fmla="*/ 27530 w 31017"/>
                    <a:gd name="connsiteY2" fmla="*/ 18043 h 18084"/>
                    <a:gd name="connsiteX3" fmla="*/ 24338 w 31017"/>
                    <a:gd name="connsiteY3" fmla="*/ 15870 h 18084"/>
                    <a:gd name="connsiteX4" fmla="*/ 17511 w 31017"/>
                    <a:gd name="connsiteY4" fmla="*/ 7581 h 18084"/>
                    <a:gd name="connsiteX5" fmla="*/ 13389 w 31017"/>
                    <a:gd name="connsiteY5" fmla="*/ 6384 h 18084"/>
                    <a:gd name="connsiteX6" fmla="*/ 7094 w 31017"/>
                    <a:gd name="connsiteY6" fmla="*/ 5364 h 18084"/>
                    <a:gd name="connsiteX7" fmla="*/ 1641 w 31017"/>
                    <a:gd name="connsiteY7" fmla="*/ 4211 h 18084"/>
                    <a:gd name="connsiteX8" fmla="*/ 400 w 31017"/>
                    <a:gd name="connsiteY8" fmla="*/ 2571 h 18084"/>
                    <a:gd name="connsiteX9" fmla="*/ 10995 w 31017"/>
                    <a:gd name="connsiteY9" fmla="*/ 0 h 18084"/>
                    <a:gd name="connsiteX10" fmla="*/ 22211 w 31017"/>
                    <a:gd name="connsiteY10" fmla="*/ 1685 h 18084"/>
                    <a:gd name="connsiteX11" fmla="*/ 29836 w 31017"/>
                    <a:gd name="connsiteY11" fmla="*/ 7581 h 18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017" h="18084">
                      <a:moveTo>
                        <a:pt x="29836" y="7581"/>
                      </a:moveTo>
                      <a:cubicBezTo>
                        <a:pt x="31476" y="10595"/>
                        <a:pt x="31165" y="13565"/>
                        <a:pt x="30367" y="16225"/>
                      </a:cubicBezTo>
                      <a:cubicBezTo>
                        <a:pt x="30057" y="17245"/>
                        <a:pt x="29259" y="18309"/>
                        <a:pt x="27530" y="18043"/>
                      </a:cubicBezTo>
                      <a:cubicBezTo>
                        <a:pt x="25934" y="17954"/>
                        <a:pt x="24915" y="16801"/>
                        <a:pt x="24338" y="15870"/>
                      </a:cubicBezTo>
                      <a:cubicBezTo>
                        <a:pt x="22610" y="12989"/>
                        <a:pt x="21767" y="9487"/>
                        <a:pt x="17511" y="7581"/>
                      </a:cubicBezTo>
                      <a:cubicBezTo>
                        <a:pt x="16846" y="7270"/>
                        <a:pt x="15295" y="6871"/>
                        <a:pt x="13389" y="6384"/>
                      </a:cubicBezTo>
                      <a:cubicBezTo>
                        <a:pt x="11482" y="5852"/>
                        <a:pt x="9222" y="5763"/>
                        <a:pt x="7094" y="5364"/>
                      </a:cubicBezTo>
                      <a:cubicBezTo>
                        <a:pt x="4966" y="5054"/>
                        <a:pt x="3060" y="4610"/>
                        <a:pt x="1641" y="4211"/>
                      </a:cubicBezTo>
                      <a:cubicBezTo>
                        <a:pt x="178" y="3901"/>
                        <a:pt x="-487" y="3413"/>
                        <a:pt x="400" y="2571"/>
                      </a:cubicBezTo>
                      <a:cubicBezTo>
                        <a:pt x="2262" y="798"/>
                        <a:pt x="6384" y="266"/>
                        <a:pt x="10995" y="0"/>
                      </a:cubicBezTo>
                      <a:cubicBezTo>
                        <a:pt x="15561" y="44"/>
                        <a:pt x="20216" y="975"/>
                        <a:pt x="22211" y="1685"/>
                      </a:cubicBezTo>
                      <a:cubicBezTo>
                        <a:pt x="25979" y="3236"/>
                        <a:pt x="28550" y="5453"/>
                        <a:pt x="29836" y="758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78" name="Graphique 2">
                <a:extLst>
                  <a:ext uri="{FF2B5EF4-FFF2-40B4-BE49-F238E27FC236}">
                    <a16:creationId xmlns:a16="http://schemas.microsoft.com/office/drawing/2014/main" id="{FE247F61-4600-4447-B6D4-D46A8F445603}"/>
                  </a:ext>
                </a:extLst>
              </p:cNvPr>
              <p:cNvGrpSpPr/>
              <p:nvPr/>
            </p:nvGrpSpPr>
            <p:grpSpPr>
              <a:xfrm>
                <a:off x="6084490" y="1402423"/>
                <a:ext cx="62682" cy="59024"/>
                <a:chOff x="6084490" y="1402423"/>
                <a:chExt cx="62682" cy="59024"/>
              </a:xfrm>
              <a:solidFill>
                <a:schemeClr val="accent1"/>
              </a:solidFill>
            </p:grpSpPr>
            <p:sp>
              <p:nvSpPr>
                <p:cNvPr id="24416" name="Forme libre : forme 24415">
                  <a:extLst>
                    <a:ext uri="{FF2B5EF4-FFF2-40B4-BE49-F238E27FC236}">
                      <a16:creationId xmlns:a16="http://schemas.microsoft.com/office/drawing/2014/main" id="{1D2D4779-DD49-4A2A-9022-3091338D1ADF}"/>
                    </a:ext>
                  </a:extLst>
                </p:cNvPr>
                <p:cNvSpPr/>
                <p:nvPr/>
              </p:nvSpPr>
              <p:spPr>
                <a:xfrm>
                  <a:off x="6084490" y="1402423"/>
                  <a:ext cx="62682" cy="59024"/>
                </a:xfrm>
                <a:custGeom>
                  <a:avLst/>
                  <a:gdLst>
                    <a:gd name="connsiteX0" fmla="*/ 28444 w 62682"/>
                    <a:gd name="connsiteY0" fmla="*/ 49637 h 59024"/>
                    <a:gd name="connsiteX1" fmla="*/ 24366 w 62682"/>
                    <a:gd name="connsiteY1" fmla="*/ 45470 h 59024"/>
                    <a:gd name="connsiteX2" fmla="*/ 20199 w 62682"/>
                    <a:gd name="connsiteY2" fmla="*/ 41569 h 59024"/>
                    <a:gd name="connsiteX3" fmla="*/ 11643 w 62682"/>
                    <a:gd name="connsiteY3" fmla="*/ 34653 h 59024"/>
                    <a:gd name="connsiteX4" fmla="*/ 6279 w 62682"/>
                    <a:gd name="connsiteY4" fmla="*/ 30087 h 59024"/>
                    <a:gd name="connsiteX5" fmla="*/ 2422 w 62682"/>
                    <a:gd name="connsiteY5" fmla="*/ 25033 h 59024"/>
                    <a:gd name="connsiteX6" fmla="*/ 427 w 62682"/>
                    <a:gd name="connsiteY6" fmla="*/ 14615 h 59024"/>
                    <a:gd name="connsiteX7" fmla="*/ 3530 w 62682"/>
                    <a:gd name="connsiteY7" fmla="*/ 5572 h 59024"/>
                    <a:gd name="connsiteX8" fmla="*/ 13593 w 62682"/>
                    <a:gd name="connsiteY8" fmla="*/ 30 h 59024"/>
                    <a:gd name="connsiteX9" fmla="*/ 22327 w 62682"/>
                    <a:gd name="connsiteY9" fmla="*/ 1360 h 59024"/>
                    <a:gd name="connsiteX10" fmla="*/ 31592 w 62682"/>
                    <a:gd name="connsiteY10" fmla="*/ 5838 h 59024"/>
                    <a:gd name="connsiteX11" fmla="*/ 43428 w 62682"/>
                    <a:gd name="connsiteY11" fmla="*/ 15059 h 59024"/>
                    <a:gd name="connsiteX12" fmla="*/ 48837 w 62682"/>
                    <a:gd name="connsiteY12" fmla="*/ 19979 h 59024"/>
                    <a:gd name="connsiteX13" fmla="*/ 53935 w 62682"/>
                    <a:gd name="connsiteY13" fmla="*/ 25033 h 59024"/>
                    <a:gd name="connsiteX14" fmla="*/ 62313 w 62682"/>
                    <a:gd name="connsiteY14" fmla="*/ 39795 h 59024"/>
                    <a:gd name="connsiteX15" fmla="*/ 59609 w 62682"/>
                    <a:gd name="connsiteY15" fmla="*/ 50745 h 59024"/>
                    <a:gd name="connsiteX16" fmla="*/ 52028 w 62682"/>
                    <a:gd name="connsiteY16" fmla="*/ 57084 h 59024"/>
                    <a:gd name="connsiteX17" fmla="*/ 40901 w 62682"/>
                    <a:gd name="connsiteY17" fmla="*/ 58104 h 59024"/>
                    <a:gd name="connsiteX18" fmla="*/ 28444 w 62682"/>
                    <a:gd name="connsiteY18" fmla="*/ 49637 h 59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2682" h="59024">
                      <a:moveTo>
                        <a:pt x="28444" y="49637"/>
                      </a:moveTo>
                      <a:cubicBezTo>
                        <a:pt x="27114" y="48174"/>
                        <a:pt x="25740" y="46755"/>
                        <a:pt x="24366" y="45470"/>
                      </a:cubicBezTo>
                      <a:cubicBezTo>
                        <a:pt x="22992" y="44140"/>
                        <a:pt x="21617" y="42721"/>
                        <a:pt x="20199" y="41569"/>
                      </a:cubicBezTo>
                      <a:cubicBezTo>
                        <a:pt x="17406" y="38997"/>
                        <a:pt x="14524" y="36781"/>
                        <a:pt x="11643" y="34653"/>
                      </a:cubicBezTo>
                      <a:cubicBezTo>
                        <a:pt x="9559" y="33367"/>
                        <a:pt x="7875" y="31550"/>
                        <a:pt x="6279" y="30087"/>
                      </a:cubicBezTo>
                      <a:cubicBezTo>
                        <a:pt x="4727" y="28579"/>
                        <a:pt x="3486" y="26629"/>
                        <a:pt x="2422" y="25033"/>
                      </a:cubicBezTo>
                      <a:cubicBezTo>
                        <a:pt x="383" y="21708"/>
                        <a:pt x="-637" y="17807"/>
                        <a:pt x="427" y="14615"/>
                      </a:cubicBezTo>
                      <a:lnTo>
                        <a:pt x="3530" y="5572"/>
                      </a:lnTo>
                      <a:cubicBezTo>
                        <a:pt x="4639" y="2247"/>
                        <a:pt x="8229" y="296"/>
                        <a:pt x="13593" y="30"/>
                      </a:cubicBezTo>
                      <a:cubicBezTo>
                        <a:pt x="16298" y="-147"/>
                        <a:pt x="19135" y="474"/>
                        <a:pt x="22327" y="1360"/>
                      </a:cubicBezTo>
                      <a:cubicBezTo>
                        <a:pt x="25519" y="2247"/>
                        <a:pt x="28489" y="3931"/>
                        <a:pt x="31592" y="5838"/>
                      </a:cubicBezTo>
                      <a:cubicBezTo>
                        <a:pt x="35759" y="8764"/>
                        <a:pt x="39793" y="11822"/>
                        <a:pt x="43428" y="15059"/>
                      </a:cubicBezTo>
                      <a:cubicBezTo>
                        <a:pt x="45334" y="16654"/>
                        <a:pt x="47063" y="18295"/>
                        <a:pt x="48837" y="19979"/>
                      </a:cubicBezTo>
                      <a:cubicBezTo>
                        <a:pt x="50610" y="21620"/>
                        <a:pt x="52339" y="23304"/>
                        <a:pt x="53935" y="25033"/>
                      </a:cubicBezTo>
                      <a:cubicBezTo>
                        <a:pt x="58634" y="29776"/>
                        <a:pt x="61382" y="35185"/>
                        <a:pt x="62313" y="39795"/>
                      </a:cubicBezTo>
                      <a:cubicBezTo>
                        <a:pt x="63288" y="44450"/>
                        <a:pt x="62313" y="48440"/>
                        <a:pt x="59609" y="50745"/>
                      </a:cubicBezTo>
                      <a:lnTo>
                        <a:pt x="52028" y="57084"/>
                      </a:lnTo>
                      <a:cubicBezTo>
                        <a:pt x="49280" y="59390"/>
                        <a:pt x="45201" y="59523"/>
                        <a:pt x="40901" y="58104"/>
                      </a:cubicBezTo>
                      <a:cubicBezTo>
                        <a:pt x="36690" y="56641"/>
                        <a:pt x="32257" y="53627"/>
                        <a:pt x="28444" y="49637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17" name="Forme libre : forme 24416">
                  <a:extLst>
                    <a:ext uri="{FF2B5EF4-FFF2-40B4-BE49-F238E27FC236}">
                      <a16:creationId xmlns:a16="http://schemas.microsoft.com/office/drawing/2014/main" id="{DB46FAAA-0D4E-4164-A142-D7F33D9094A0}"/>
                    </a:ext>
                  </a:extLst>
                </p:cNvPr>
                <p:cNvSpPr/>
                <p:nvPr/>
              </p:nvSpPr>
              <p:spPr>
                <a:xfrm>
                  <a:off x="6084527" y="1413093"/>
                  <a:ext cx="52346" cy="48323"/>
                </a:xfrm>
                <a:custGeom>
                  <a:avLst/>
                  <a:gdLst>
                    <a:gd name="connsiteX0" fmla="*/ 21669 w 52346"/>
                    <a:gd name="connsiteY0" fmla="*/ 17112 h 48323"/>
                    <a:gd name="connsiteX1" fmla="*/ 18522 w 52346"/>
                    <a:gd name="connsiteY1" fmla="*/ 15205 h 48323"/>
                    <a:gd name="connsiteX2" fmla="*/ 15463 w 52346"/>
                    <a:gd name="connsiteY2" fmla="*/ 13299 h 48323"/>
                    <a:gd name="connsiteX3" fmla="*/ 12670 w 52346"/>
                    <a:gd name="connsiteY3" fmla="*/ 11216 h 48323"/>
                    <a:gd name="connsiteX4" fmla="*/ 9966 w 52346"/>
                    <a:gd name="connsiteY4" fmla="*/ 9176 h 48323"/>
                    <a:gd name="connsiteX5" fmla="*/ 1764 w 52346"/>
                    <a:gd name="connsiteY5" fmla="*/ 0 h 48323"/>
                    <a:gd name="connsiteX6" fmla="*/ 435 w 52346"/>
                    <a:gd name="connsiteY6" fmla="*/ 3901 h 48323"/>
                    <a:gd name="connsiteX7" fmla="*/ 2429 w 52346"/>
                    <a:gd name="connsiteY7" fmla="*/ 14319 h 48323"/>
                    <a:gd name="connsiteX8" fmla="*/ 6286 w 52346"/>
                    <a:gd name="connsiteY8" fmla="*/ 19373 h 48323"/>
                    <a:gd name="connsiteX9" fmla="*/ 11650 w 52346"/>
                    <a:gd name="connsiteY9" fmla="*/ 23939 h 48323"/>
                    <a:gd name="connsiteX10" fmla="*/ 20206 w 52346"/>
                    <a:gd name="connsiteY10" fmla="*/ 30854 h 48323"/>
                    <a:gd name="connsiteX11" fmla="*/ 24373 w 52346"/>
                    <a:gd name="connsiteY11" fmla="*/ 34755 h 48323"/>
                    <a:gd name="connsiteX12" fmla="*/ 28452 w 52346"/>
                    <a:gd name="connsiteY12" fmla="*/ 38923 h 48323"/>
                    <a:gd name="connsiteX13" fmla="*/ 40997 w 52346"/>
                    <a:gd name="connsiteY13" fmla="*/ 47390 h 48323"/>
                    <a:gd name="connsiteX14" fmla="*/ 52125 w 52346"/>
                    <a:gd name="connsiteY14" fmla="*/ 46370 h 48323"/>
                    <a:gd name="connsiteX15" fmla="*/ 52346 w 52346"/>
                    <a:gd name="connsiteY15" fmla="*/ 46149 h 48323"/>
                    <a:gd name="connsiteX16" fmla="*/ 37983 w 52346"/>
                    <a:gd name="connsiteY16" fmla="*/ 30056 h 48323"/>
                    <a:gd name="connsiteX17" fmla="*/ 30358 w 52346"/>
                    <a:gd name="connsiteY17" fmla="*/ 22830 h 48323"/>
                    <a:gd name="connsiteX18" fmla="*/ 21669 w 52346"/>
                    <a:gd name="connsiteY18" fmla="*/ 17112 h 48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2346" h="48323">
                      <a:moveTo>
                        <a:pt x="21669" y="17112"/>
                      </a:moveTo>
                      <a:cubicBezTo>
                        <a:pt x="20605" y="16535"/>
                        <a:pt x="19541" y="15915"/>
                        <a:pt x="18522" y="15205"/>
                      </a:cubicBezTo>
                      <a:cubicBezTo>
                        <a:pt x="17458" y="14629"/>
                        <a:pt x="16438" y="14009"/>
                        <a:pt x="15463" y="13299"/>
                      </a:cubicBezTo>
                      <a:cubicBezTo>
                        <a:pt x="14487" y="12634"/>
                        <a:pt x="13557" y="11925"/>
                        <a:pt x="12670" y="11216"/>
                      </a:cubicBezTo>
                      <a:cubicBezTo>
                        <a:pt x="11739" y="10595"/>
                        <a:pt x="10852" y="9886"/>
                        <a:pt x="9966" y="9176"/>
                      </a:cubicBezTo>
                      <a:cubicBezTo>
                        <a:pt x="6641" y="6162"/>
                        <a:pt x="3626" y="3413"/>
                        <a:pt x="1764" y="0"/>
                      </a:cubicBezTo>
                      <a:lnTo>
                        <a:pt x="435" y="3901"/>
                      </a:lnTo>
                      <a:cubicBezTo>
                        <a:pt x="-629" y="7093"/>
                        <a:pt x="346" y="10994"/>
                        <a:pt x="2429" y="14319"/>
                      </a:cubicBezTo>
                      <a:cubicBezTo>
                        <a:pt x="3493" y="15915"/>
                        <a:pt x="4690" y="17865"/>
                        <a:pt x="6286" y="19373"/>
                      </a:cubicBezTo>
                      <a:cubicBezTo>
                        <a:pt x="7838" y="20835"/>
                        <a:pt x="9567" y="22697"/>
                        <a:pt x="11650" y="23939"/>
                      </a:cubicBezTo>
                      <a:cubicBezTo>
                        <a:pt x="14532" y="26067"/>
                        <a:pt x="17413" y="28283"/>
                        <a:pt x="20206" y="30854"/>
                      </a:cubicBezTo>
                      <a:cubicBezTo>
                        <a:pt x="21625" y="32051"/>
                        <a:pt x="22999" y="33425"/>
                        <a:pt x="24373" y="34755"/>
                      </a:cubicBezTo>
                      <a:cubicBezTo>
                        <a:pt x="25748" y="36085"/>
                        <a:pt x="27122" y="37460"/>
                        <a:pt x="28452" y="38923"/>
                      </a:cubicBezTo>
                      <a:cubicBezTo>
                        <a:pt x="32264" y="42868"/>
                        <a:pt x="36697" y="45927"/>
                        <a:pt x="40997" y="47390"/>
                      </a:cubicBezTo>
                      <a:cubicBezTo>
                        <a:pt x="45298" y="48808"/>
                        <a:pt x="49376" y="48720"/>
                        <a:pt x="52125" y="46370"/>
                      </a:cubicBezTo>
                      <a:lnTo>
                        <a:pt x="52346" y="46149"/>
                      </a:lnTo>
                      <a:cubicBezTo>
                        <a:pt x="47337" y="40696"/>
                        <a:pt x="42859" y="35110"/>
                        <a:pt x="37983" y="30056"/>
                      </a:cubicBezTo>
                      <a:cubicBezTo>
                        <a:pt x="35589" y="27441"/>
                        <a:pt x="32974" y="25136"/>
                        <a:pt x="30358" y="22830"/>
                      </a:cubicBezTo>
                      <a:cubicBezTo>
                        <a:pt x="27565" y="20791"/>
                        <a:pt x="24817" y="18663"/>
                        <a:pt x="21669" y="17112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18" name="Forme libre : forme 24417">
                  <a:extLst>
                    <a:ext uri="{FF2B5EF4-FFF2-40B4-BE49-F238E27FC236}">
                      <a16:creationId xmlns:a16="http://schemas.microsoft.com/office/drawing/2014/main" id="{DE844A72-CE02-459D-9C1C-96FA19BD8774}"/>
                    </a:ext>
                  </a:extLst>
                </p:cNvPr>
                <p:cNvSpPr/>
                <p:nvPr/>
              </p:nvSpPr>
              <p:spPr>
                <a:xfrm>
                  <a:off x="6106404" y="1422891"/>
                  <a:ext cx="25026" cy="23840"/>
                </a:xfrm>
                <a:custGeom>
                  <a:avLst/>
                  <a:gdLst>
                    <a:gd name="connsiteX0" fmla="*/ 23907 w 25026"/>
                    <a:gd name="connsiteY0" fmla="*/ 23007 h 23840"/>
                    <a:gd name="connsiteX1" fmla="*/ 8214 w 25026"/>
                    <a:gd name="connsiteY1" fmla="*/ 16446 h 23840"/>
                    <a:gd name="connsiteX2" fmla="*/ 4180 w 25026"/>
                    <a:gd name="connsiteY2" fmla="*/ 12102 h 23840"/>
                    <a:gd name="connsiteX3" fmla="*/ 1387 w 25026"/>
                    <a:gd name="connsiteY3" fmla="*/ 7890 h 23840"/>
                    <a:gd name="connsiteX4" fmla="*/ 589 w 25026"/>
                    <a:gd name="connsiteY4" fmla="*/ 1374 h 23840"/>
                    <a:gd name="connsiteX5" fmla="*/ 7194 w 25026"/>
                    <a:gd name="connsiteY5" fmla="*/ 487 h 23840"/>
                    <a:gd name="connsiteX6" fmla="*/ 12160 w 25026"/>
                    <a:gd name="connsiteY6" fmla="*/ 2748 h 23840"/>
                    <a:gd name="connsiteX7" fmla="*/ 17346 w 25026"/>
                    <a:gd name="connsiteY7" fmla="*/ 6694 h 23840"/>
                    <a:gd name="connsiteX8" fmla="*/ 23907 w 25026"/>
                    <a:gd name="connsiteY8" fmla="*/ 23007 h 23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26" h="23840">
                      <a:moveTo>
                        <a:pt x="23907" y="23007"/>
                      </a:moveTo>
                      <a:cubicBezTo>
                        <a:pt x="21114" y="25490"/>
                        <a:pt x="14287" y="22165"/>
                        <a:pt x="8214" y="16446"/>
                      </a:cubicBezTo>
                      <a:cubicBezTo>
                        <a:pt x="6707" y="14939"/>
                        <a:pt x="5333" y="13565"/>
                        <a:pt x="4180" y="12102"/>
                      </a:cubicBezTo>
                      <a:cubicBezTo>
                        <a:pt x="3027" y="10639"/>
                        <a:pt x="2141" y="9176"/>
                        <a:pt x="1387" y="7890"/>
                      </a:cubicBezTo>
                      <a:cubicBezTo>
                        <a:pt x="-31" y="5275"/>
                        <a:pt x="-475" y="2881"/>
                        <a:pt x="589" y="1374"/>
                      </a:cubicBezTo>
                      <a:cubicBezTo>
                        <a:pt x="1653" y="-133"/>
                        <a:pt x="4047" y="-355"/>
                        <a:pt x="7194" y="487"/>
                      </a:cubicBezTo>
                      <a:cubicBezTo>
                        <a:pt x="8790" y="886"/>
                        <a:pt x="10431" y="1684"/>
                        <a:pt x="12160" y="2748"/>
                      </a:cubicBezTo>
                      <a:cubicBezTo>
                        <a:pt x="13889" y="3812"/>
                        <a:pt x="15706" y="5053"/>
                        <a:pt x="17346" y="6694"/>
                      </a:cubicBezTo>
                      <a:cubicBezTo>
                        <a:pt x="24173" y="13033"/>
                        <a:pt x="26700" y="20569"/>
                        <a:pt x="23907" y="23007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19" name="Forme libre : forme 24418">
                  <a:extLst>
                    <a:ext uri="{FF2B5EF4-FFF2-40B4-BE49-F238E27FC236}">
                      <a16:creationId xmlns:a16="http://schemas.microsoft.com/office/drawing/2014/main" id="{A3A796F9-8FC6-4EF7-8B33-9B51E1009864}"/>
                    </a:ext>
                  </a:extLst>
                </p:cNvPr>
                <p:cNvSpPr/>
                <p:nvPr/>
              </p:nvSpPr>
              <p:spPr>
                <a:xfrm>
                  <a:off x="6106449" y="1422885"/>
                  <a:ext cx="13622" cy="20796"/>
                </a:xfrm>
                <a:custGeom>
                  <a:avLst/>
                  <a:gdLst>
                    <a:gd name="connsiteX0" fmla="*/ 9633 w 13622"/>
                    <a:gd name="connsiteY0" fmla="*/ 1380 h 20796"/>
                    <a:gd name="connsiteX1" fmla="*/ 589 w 13622"/>
                    <a:gd name="connsiteY1" fmla="*/ 1380 h 20796"/>
                    <a:gd name="connsiteX2" fmla="*/ 1387 w 13622"/>
                    <a:gd name="connsiteY2" fmla="*/ 7897 h 20796"/>
                    <a:gd name="connsiteX3" fmla="*/ 4180 w 13622"/>
                    <a:gd name="connsiteY3" fmla="*/ 12108 h 20796"/>
                    <a:gd name="connsiteX4" fmla="*/ 8214 w 13622"/>
                    <a:gd name="connsiteY4" fmla="*/ 16452 h 20796"/>
                    <a:gd name="connsiteX5" fmla="*/ 13622 w 13622"/>
                    <a:gd name="connsiteY5" fmla="*/ 20797 h 20796"/>
                    <a:gd name="connsiteX6" fmla="*/ 11273 w 13622"/>
                    <a:gd name="connsiteY6" fmla="*/ 17738 h 20796"/>
                    <a:gd name="connsiteX7" fmla="*/ 7992 w 13622"/>
                    <a:gd name="connsiteY7" fmla="*/ 8428 h 20796"/>
                    <a:gd name="connsiteX8" fmla="*/ 9633 w 13622"/>
                    <a:gd name="connsiteY8" fmla="*/ 1380 h 20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622" h="20796">
                      <a:moveTo>
                        <a:pt x="9633" y="1380"/>
                      </a:moveTo>
                      <a:cubicBezTo>
                        <a:pt x="5377" y="-438"/>
                        <a:pt x="1875" y="-482"/>
                        <a:pt x="589" y="1380"/>
                      </a:cubicBezTo>
                      <a:cubicBezTo>
                        <a:pt x="-475" y="2887"/>
                        <a:pt x="-31" y="5281"/>
                        <a:pt x="1387" y="7897"/>
                      </a:cubicBezTo>
                      <a:cubicBezTo>
                        <a:pt x="2141" y="9182"/>
                        <a:pt x="3027" y="10645"/>
                        <a:pt x="4180" y="12108"/>
                      </a:cubicBezTo>
                      <a:cubicBezTo>
                        <a:pt x="5333" y="13571"/>
                        <a:pt x="6707" y="14945"/>
                        <a:pt x="8214" y="16452"/>
                      </a:cubicBezTo>
                      <a:cubicBezTo>
                        <a:pt x="9987" y="18181"/>
                        <a:pt x="11849" y="19556"/>
                        <a:pt x="13622" y="20797"/>
                      </a:cubicBezTo>
                      <a:cubicBezTo>
                        <a:pt x="12780" y="19822"/>
                        <a:pt x="11982" y="18802"/>
                        <a:pt x="11273" y="17738"/>
                      </a:cubicBezTo>
                      <a:cubicBezTo>
                        <a:pt x="9588" y="14635"/>
                        <a:pt x="8436" y="11310"/>
                        <a:pt x="7992" y="8428"/>
                      </a:cubicBezTo>
                      <a:cubicBezTo>
                        <a:pt x="7549" y="5547"/>
                        <a:pt x="7992" y="2931"/>
                        <a:pt x="9633" y="138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20" name="Forme libre : forme 24419">
                  <a:extLst>
                    <a:ext uri="{FF2B5EF4-FFF2-40B4-BE49-F238E27FC236}">
                      <a16:creationId xmlns:a16="http://schemas.microsoft.com/office/drawing/2014/main" id="{8ED0692B-5B4C-43D5-857C-5256F112A07E}"/>
                    </a:ext>
                  </a:extLst>
                </p:cNvPr>
                <p:cNvSpPr/>
                <p:nvPr/>
              </p:nvSpPr>
              <p:spPr>
                <a:xfrm>
                  <a:off x="6106796" y="1425075"/>
                  <a:ext cx="24610" cy="23866"/>
                </a:xfrm>
                <a:custGeom>
                  <a:avLst/>
                  <a:gdLst>
                    <a:gd name="connsiteX0" fmla="*/ 23471 w 24610"/>
                    <a:gd name="connsiteY0" fmla="*/ 23040 h 23866"/>
                    <a:gd name="connsiteX1" fmla="*/ 7911 w 24610"/>
                    <a:gd name="connsiteY1" fmla="*/ 16390 h 23866"/>
                    <a:gd name="connsiteX2" fmla="*/ 1306 w 24610"/>
                    <a:gd name="connsiteY2" fmla="*/ 7790 h 23866"/>
                    <a:gd name="connsiteX3" fmla="*/ 641 w 24610"/>
                    <a:gd name="connsiteY3" fmla="*/ 1362 h 23866"/>
                    <a:gd name="connsiteX4" fmla="*/ 7246 w 24610"/>
                    <a:gd name="connsiteY4" fmla="*/ 475 h 23866"/>
                    <a:gd name="connsiteX5" fmla="*/ 17220 w 24610"/>
                    <a:gd name="connsiteY5" fmla="*/ 6726 h 23866"/>
                    <a:gd name="connsiteX6" fmla="*/ 23471 w 24610"/>
                    <a:gd name="connsiteY6" fmla="*/ 23040 h 23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610" h="23866">
                      <a:moveTo>
                        <a:pt x="23471" y="23040"/>
                      </a:moveTo>
                      <a:cubicBezTo>
                        <a:pt x="20634" y="25522"/>
                        <a:pt x="13851" y="22153"/>
                        <a:pt x="7911" y="16390"/>
                      </a:cubicBezTo>
                      <a:cubicBezTo>
                        <a:pt x="4985" y="13420"/>
                        <a:pt x="2591" y="10538"/>
                        <a:pt x="1306" y="7790"/>
                      </a:cubicBezTo>
                      <a:cubicBezTo>
                        <a:pt x="-69" y="5219"/>
                        <a:pt x="-468" y="2825"/>
                        <a:pt x="641" y="1362"/>
                      </a:cubicBezTo>
                      <a:cubicBezTo>
                        <a:pt x="1749" y="-101"/>
                        <a:pt x="4143" y="-367"/>
                        <a:pt x="7246" y="475"/>
                      </a:cubicBezTo>
                      <a:cubicBezTo>
                        <a:pt x="10216" y="1495"/>
                        <a:pt x="13984" y="3534"/>
                        <a:pt x="17220" y="6726"/>
                      </a:cubicBezTo>
                      <a:cubicBezTo>
                        <a:pt x="23826" y="13065"/>
                        <a:pt x="26264" y="20602"/>
                        <a:pt x="23471" y="2304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21" name="Forme libre : forme 24420">
                  <a:extLst>
                    <a:ext uri="{FF2B5EF4-FFF2-40B4-BE49-F238E27FC236}">
                      <a16:creationId xmlns:a16="http://schemas.microsoft.com/office/drawing/2014/main" id="{0EF3F897-1EC2-48F6-B91C-1CC0FE72DC20}"/>
                    </a:ext>
                  </a:extLst>
                </p:cNvPr>
                <p:cNvSpPr/>
                <p:nvPr/>
              </p:nvSpPr>
              <p:spPr>
                <a:xfrm>
                  <a:off x="6093239" y="1410027"/>
                  <a:ext cx="27987" cy="38049"/>
                </a:xfrm>
                <a:custGeom>
                  <a:avLst/>
                  <a:gdLst>
                    <a:gd name="connsiteX0" fmla="*/ 1918 w 27987"/>
                    <a:gd name="connsiteY0" fmla="*/ 8032 h 38049"/>
                    <a:gd name="connsiteX1" fmla="*/ 12 w 27987"/>
                    <a:gd name="connsiteY1" fmla="*/ 13972 h 38049"/>
                    <a:gd name="connsiteX2" fmla="*/ 8302 w 27987"/>
                    <a:gd name="connsiteY2" fmla="*/ 27271 h 38049"/>
                    <a:gd name="connsiteX3" fmla="*/ 20049 w 27987"/>
                    <a:gd name="connsiteY3" fmla="*/ 36669 h 38049"/>
                    <a:gd name="connsiteX4" fmla="*/ 27896 w 27987"/>
                    <a:gd name="connsiteY4" fmla="*/ 36138 h 38049"/>
                    <a:gd name="connsiteX5" fmla="*/ 26389 w 27987"/>
                    <a:gd name="connsiteY5" fmla="*/ 30020 h 38049"/>
                    <a:gd name="connsiteX6" fmla="*/ 21246 w 27987"/>
                    <a:gd name="connsiteY6" fmla="*/ 15435 h 38049"/>
                    <a:gd name="connsiteX7" fmla="*/ 18586 w 27987"/>
                    <a:gd name="connsiteY7" fmla="*/ 7322 h 38049"/>
                    <a:gd name="connsiteX8" fmla="*/ 11050 w 27987"/>
                    <a:gd name="connsiteY8" fmla="*/ 318 h 38049"/>
                    <a:gd name="connsiteX9" fmla="*/ 1918 w 27987"/>
                    <a:gd name="connsiteY9" fmla="*/ 8032 h 38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987" h="38049">
                      <a:moveTo>
                        <a:pt x="1918" y="8032"/>
                      </a:moveTo>
                      <a:cubicBezTo>
                        <a:pt x="898" y="9805"/>
                        <a:pt x="-121" y="11711"/>
                        <a:pt x="12" y="13972"/>
                      </a:cubicBezTo>
                      <a:cubicBezTo>
                        <a:pt x="322" y="18272"/>
                        <a:pt x="4267" y="22883"/>
                        <a:pt x="8302" y="27271"/>
                      </a:cubicBezTo>
                      <a:cubicBezTo>
                        <a:pt x="11715" y="30774"/>
                        <a:pt x="15661" y="34497"/>
                        <a:pt x="20049" y="36669"/>
                      </a:cubicBezTo>
                      <a:cubicBezTo>
                        <a:pt x="23285" y="38354"/>
                        <a:pt x="27231" y="38842"/>
                        <a:pt x="27896" y="36138"/>
                      </a:cubicBezTo>
                      <a:cubicBezTo>
                        <a:pt x="28295" y="34497"/>
                        <a:pt x="27320" y="32148"/>
                        <a:pt x="26389" y="30020"/>
                      </a:cubicBezTo>
                      <a:cubicBezTo>
                        <a:pt x="24261" y="25010"/>
                        <a:pt x="22488" y="20178"/>
                        <a:pt x="21246" y="15435"/>
                      </a:cubicBezTo>
                      <a:cubicBezTo>
                        <a:pt x="20714" y="13484"/>
                        <a:pt x="20049" y="10381"/>
                        <a:pt x="18586" y="7322"/>
                      </a:cubicBezTo>
                      <a:cubicBezTo>
                        <a:pt x="17079" y="4352"/>
                        <a:pt x="14641" y="1515"/>
                        <a:pt x="11050" y="318"/>
                      </a:cubicBezTo>
                      <a:cubicBezTo>
                        <a:pt x="4400" y="-1588"/>
                        <a:pt x="3425" y="5593"/>
                        <a:pt x="1918" y="803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22" name="Forme libre : forme 24421">
                  <a:extLst>
                    <a:ext uri="{FF2B5EF4-FFF2-40B4-BE49-F238E27FC236}">
                      <a16:creationId xmlns:a16="http://schemas.microsoft.com/office/drawing/2014/main" id="{D0AB8A4F-4A79-4B9C-9034-3BA7EA1319B3}"/>
                    </a:ext>
                  </a:extLst>
                </p:cNvPr>
                <p:cNvSpPr/>
                <p:nvPr/>
              </p:nvSpPr>
              <p:spPr>
                <a:xfrm>
                  <a:off x="6103848" y="1415137"/>
                  <a:ext cx="13885" cy="6906"/>
                </a:xfrm>
                <a:custGeom>
                  <a:avLst/>
                  <a:gdLst>
                    <a:gd name="connsiteX0" fmla="*/ 1550 w 13885"/>
                    <a:gd name="connsiteY0" fmla="*/ 173 h 6906"/>
                    <a:gd name="connsiteX1" fmla="*/ 131 w 13885"/>
                    <a:gd name="connsiteY1" fmla="*/ 927 h 6906"/>
                    <a:gd name="connsiteX2" fmla="*/ 575 w 13885"/>
                    <a:gd name="connsiteY2" fmla="*/ 2656 h 6906"/>
                    <a:gd name="connsiteX3" fmla="*/ 2614 w 13885"/>
                    <a:gd name="connsiteY3" fmla="*/ 3941 h 6906"/>
                    <a:gd name="connsiteX4" fmla="*/ 8200 w 13885"/>
                    <a:gd name="connsiteY4" fmla="*/ 6246 h 6906"/>
                    <a:gd name="connsiteX5" fmla="*/ 10416 w 13885"/>
                    <a:gd name="connsiteY5" fmla="*/ 6867 h 6906"/>
                    <a:gd name="connsiteX6" fmla="*/ 11569 w 13885"/>
                    <a:gd name="connsiteY6" fmla="*/ 2345 h 6906"/>
                    <a:gd name="connsiteX7" fmla="*/ 1550 w 13885"/>
                    <a:gd name="connsiteY7" fmla="*/ 173 h 6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885" h="6906">
                      <a:moveTo>
                        <a:pt x="1550" y="173"/>
                      </a:moveTo>
                      <a:cubicBezTo>
                        <a:pt x="929" y="306"/>
                        <a:pt x="397" y="483"/>
                        <a:pt x="131" y="927"/>
                      </a:cubicBezTo>
                      <a:cubicBezTo>
                        <a:pt x="-135" y="1370"/>
                        <a:pt x="-2" y="2035"/>
                        <a:pt x="575" y="2656"/>
                      </a:cubicBezTo>
                      <a:cubicBezTo>
                        <a:pt x="1107" y="3232"/>
                        <a:pt x="1905" y="3587"/>
                        <a:pt x="2614" y="3941"/>
                      </a:cubicBezTo>
                      <a:cubicBezTo>
                        <a:pt x="4564" y="4739"/>
                        <a:pt x="6382" y="5537"/>
                        <a:pt x="8200" y="6246"/>
                      </a:cubicBezTo>
                      <a:cubicBezTo>
                        <a:pt x="8953" y="6512"/>
                        <a:pt x="9707" y="6778"/>
                        <a:pt x="10416" y="6867"/>
                      </a:cubicBezTo>
                      <a:cubicBezTo>
                        <a:pt x="13342" y="7222"/>
                        <a:pt x="15913" y="5138"/>
                        <a:pt x="11569" y="2345"/>
                      </a:cubicBezTo>
                      <a:cubicBezTo>
                        <a:pt x="8288" y="173"/>
                        <a:pt x="3988" y="-315"/>
                        <a:pt x="1550" y="17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23" name="Forme libre : forme 24422">
                  <a:extLst>
                    <a:ext uri="{FF2B5EF4-FFF2-40B4-BE49-F238E27FC236}">
                      <a16:creationId xmlns:a16="http://schemas.microsoft.com/office/drawing/2014/main" id="{4A8E0D82-EDC0-4DA0-9589-2CC6502DCC05}"/>
                    </a:ext>
                  </a:extLst>
                </p:cNvPr>
                <p:cNvSpPr/>
                <p:nvPr/>
              </p:nvSpPr>
              <p:spPr>
                <a:xfrm>
                  <a:off x="6113776" y="1451839"/>
                  <a:ext cx="22564" cy="7108"/>
                </a:xfrm>
                <a:custGeom>
                  <a:avLst/>
                  <a:gdLst>
                    <a:gd name="connsiteX0" fmla="*/ 22564 w 22564"/>
                    <a:gd name="connsiteY0" fmla="*/ 5098 h 7108"/>
                    <a:gd name="connsiteX1" fmla="*/ 16934 w 22564"/>
                    <a:gd name="connsiteY1" fmla="*/ 7093 h 7108"/>
                    <a:gd name="connsiteX2" fmla="*/ 9886 w 22564"/>
                    <a:gd name="connsiteY2" fmla="*/ 5763 h 7108"/>
                    <a:gd name="connsiteX3" fmla="*/ 0 w 22564"/>
                    <a:gd name="connsiteY3" fmla="*/ 0 h 7108"/>
                    <a:gd name="connsiteX4" fmla="*/ 7315 w 22564"/>
                    <a:gd name="connsiteY4" fmla="*/ 3812 h 7108"/>
                    <a:gd name="connsiteX5" fmla="*/ 22564 w 22564"/>
                    <a:gd name="connsiteY5" fmla="*/ 5098 h 7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564" h="7108">
                      <a:moveTo>
                        <a:pt x="22564" y="5098"/>
                      </a:moveTo>
                      <a:cubicBezTo>
                        <a:pt x="22564" y="5098"/>
                        <a:pt x="20702" y="6916"/>
                        <a:pt x="16934" y="7093"/>
                      </a:cubicBezTo>
                      <a:cubicBezTo>
                        <a:pt x="15028" y="7182"/>
                        <a:pt x="12679" y="6916"/>
                        <a:pt x="9886" y="5763"/>
                      </a:cubicBezTo>
                      <a:cubicBezTo>
                        <a:pt x="7049" y="4743"/>
                        <a:pt x="3812" y="2748"/>
                        <a:pt x="0" y="0"/>
                      </a:cubicBezTo>
                      <a:cubicBezTo>
                        <a:pt x="0" y="0"/>
                        <a:pt x="3014" y="1995"/>
                        <a:pt x="7315" y="3812"/>
                      </a:cubicBezTo>
                      <a:cubicBezTo>
                        <a:pt x="11659" y="5541"/>
                        <a:pt x="17289" y="7004"/>
                        <a:pt x="22564" y="5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24" name="Forme libre : forme 24423">
                  <a:extLst>
                    <a:ext uri="{FF2B5EF4-FFF2-40B4-BE49-F238E27FC236}">
                      <a16:creationId xmlns:a16="http://schemas.microsoft.com/office/drawing/2014/main" id="{64F555A6-00CE-449F-BB04-7E5EB24CDDEB}"/>
                    </a:ext>
                  </a:extLst>
                </p:cNvPr>
                <p:cNvSpPr/>
                <p:nvPr/>
              </p:nvSpPr>
              <p:spPr>
                <a:xfrm>
                  <a:off x="6088995" y="1404291"/>
                  <a:ext cx="27839" cy="5698"/>
                </a:xfrm>
                <a:custGeom>
                  <a:avLst/>
                  <a:gdLst>
                    <a:gd name="connsiteX0" fmla="*/ 27840 w 27839"/>
                    <a:gd name="connsiteY0" fmla="*/ 5699 h 5698"/>
                    <a:gd name="connsiteX1" fmla="*/ 24604 w 27839"/>
                    <a:gd name="connsiteY1" fmla="*/ 3881 h 5698"/>
                    <a:gd name="connsiteX2" fmla="*/ 16668 w 27839"/>
                    <a:gd name="connsiteY2" fmla="*/ 822 h 5698"/>
                    <a:gd name="connsiteX3" fmla="*/ 7137 w 27839"/>
                    <a:gd name="connsiteY3" fmla="*/ 379 h 5698"/>
                    <a:gd name="connsiteX4" fmla="*/ 0 w 27839"/>
                    <a:gd name="connsiteY4" fmla="*/ 5167 h 5698"/>
                    <a:gd name="connsiteX5" fmla="*/ 6384 w 27839"/>
                    <a:gd name="connsiteY5" fmla="*/ 1753 h 5698"/>
                    <a:gd name="connsiteX6" fmla="*/ 15250 w 27839"/>
                    <a:gd name="connsiteY6" fmla="*/ 1310 h 5698"/>
                    <a:gd name="connsiteX7" fmla="*/ 27840 w 27839"/>
                    <a:gd name="connsiteY7" fmla="*/ 5699 h 5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839" h="5698">
                      <a:moveTo>
                        <a:pt x="27840" y="5699"/>
                      </a:moveTo>
                      <a:cubicBezTo>
                        <a:pt x="27840" y="5699"/>
                        <a:pt x="26643" y="4856"/>
                        <a:pt x="24604" y="3881"/>
                      </a:cubicBezTo>
                      <a:cubicBezTo>
                        <a:pt x="22520" y="2906"/>
                        <a:pt x="19905" y="1487"/>
                        <a:pt x="16668" y="822"/>
                      </a:cubicBezTo>
                      <a:cubicBezTo>
                        <a:pt x="13477" y="113"/>
                        <a:pt x="10240" y="-375"/>
                        <a:pt x="7137" y="379"/>
                      </a:cubicBezTo>
                      <a:cubicBezTo>
                        <a:pt x="4078" y="1044"/>
                        <a:pt x="1596" y="2507"/>
                        <a:pt x="0" y="5167"/>
                      </a:cubicBezTo>
                      <a:cubicBezTo>
                        <a:pt x="0" y="5167"/>
                        <a:pt x="1817" y="3039"/>
                        <a:pt x="6384" y="1753"/>
                      </a:cubicBezTo>
                      <a:cubicBezTo>
                        <a:pt x="8733" y="1044"/>
                        <a:pt x="11615" y="822"/>
                        <a:pt x="15250" y="1310"/>
                      </a:cubicBezTo>
                      <a:cubicBezTo>
                        <a:pt x="19018" y="1665"/>
                        <a:pt x="23141" y="3172"/>
                        <a:pt x="27840" y="56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25" name="Forme libre : forme 24424">
                  <a:extLst>
                    <a:ext uri="{FF2B5EF4-FFF2-40B4-BE49-F238E27FC236}">
                      <a16:creationId xmlns:a16="http://schemas.microsoft.com/office/drawing/2014/main" id="{3219C11B-C028-4DFD-8120-F1D3ECE36A82}"/>
                    </a:ext>
                  </a:extLst>
                </p:cNvPr>
                <p:cNvSpPr/>
                <p:nvPr/>
              </p:nvSpPr>
              <p:spPr>
                <a:xfrm>
                  <a:off x="6119437" y="1429578"/>
                  <a:ext cx="8253" cy="10100"/>
                </a:xfrm>
                <a:custGeom>
                  <a:avLst/>
                  <a:gdLst>
                    <a:gd name="connsiteX0" fmla="*/ 7505 w 8253"/>
                    <a:gd name="connsiteY0" fmla="*/ 10070 h 10100"/>
                    <a:gd name="connsiteX1" fmla="*/ 1875 w 8253"/>
                    <a:gd name="connsiteY1" fmla="*/ 5637 h 10100"/>
                    <a:gd name="connsiteX2" fmla="*/ 678 w 8253"/>
                    <a:gd name="connsiteY2" fmla="*/ 51 h 10100"/>
                    <a:gd name="connsiteX3" fmla="*/ 6530 w 8253"/>
                    <a:gd name="connsiteY3" fmla="*/ 4440 h 10100"/>
                    <a:gd name="connsiteX4" fmla="*/ 7505 w 8253"/>
                    <a:gd name="connsiteY4" fmla="*/ 10070 h 10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53" h="10100">
                      <a:moveTo>
                        <a:pt x="7505" y="10070"/>
                      </a:moveTo>
                      <a:cubicBezTo>
                        <a:pt x="6220" y="10380"/>
                        <a:pt x="3826" y="8296"/>
                        <a:pt x="1875" y="5637"/>
                      </a:cubicBezTo>
                      <a:cubicBezTo>
                        <a:pt x="13" y="2932"/>
                        <a:pt x="-607" y="406"/>
                        <a:pt x="678" y="51"/>
                      </a:cubicBezTo>
                      <a:cubicBezTo>
                        <a:pt x="1964" y="-348"/>
                        <a:pt x="4579" y="1647"/>
                        <a:pt x="6530" y="4440"/>
                      </a:cubicBezTo>
                      <a:cubicBezTo>
                        <a:pt x="8392" y="7232"/>
                        <a:pt x="8791" y="9759"/>
                        <a:pt x="7505" y="1007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26" name="Forme libre : forme 24425">
                  <a:extLst>
                    <a:ext uri="{FF2B5EF4-FFF2-40B4-BE49-F238E27FC236}">
                      <a16:creationId xmlns:a16="http://schemas.microsoft.com/office/drawing/2014/main" id="{DCEB0F0F-D269-43DF-8681-9C848B068C3E}"/>
                    </a:ext>
                  </a:extLst>
                </p:cNvPr>
                <p:cNvSpPr/>
                <p:nvPr/>
              </p:nvSpPr>
              <p:spPr>
                <a:xfrm>
                  <a:off x="6126022" y="1437928"/>
                  <a:ext cx="2727" cy="2729"/>
                </a:xfrm>
                <a:custGeom>
                  <a:avLst/>
                  <a:gdLst>
                    <a:gd name="connsiteX0" fmla="*/ 2516 w 2727"/>
                    <a:gd name="connsiteY0" fmla="*/ 2562 h 2729"/>
                    <a:gd name="connsiteX1" fmla="*/ 654 w 2727"/>
                    <a:gd name="connsiteY1" fmla="*/ 2030 h 2729"/>
                    <a:gd name="connsiteX2" fmla="*/ 211 w 2727"/>
                    <a:gd name="connsiteY2" fmla="*/ 168 h 2729"/>
                    <a:gd name="connsiteX3" fmla="*/ 2073 w 2727"/>
                    <a:gd name="connsiteY3" fmla="*/ 700 h 2729"/>
                    <a:gd name="connsiteX4" fmla="*/ 2516 w 2727"/>
                    <a:gd name="connsiteY4" fmla="*/ 2562 h 2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27" h="2729">
                      <a:moveTo>
                        <a:pt x="2516" y="2562"/>
                      </a:moveTo>
                      <a:cubicBezTo>
                        <a:pt x="2117" y="2916"/>
                        <a:pt x="1319" y="2695"/>
                        <a:pt x="654" y="2030"/>
                      </a:cubicBezTo>
                      <a:cubicBezTo>
                        <a:pt x="-11" y="1365"/>
                        <a:pt x="-188" y="522"/>
                        <a:pt x="211" y="168"/>
                      </a:cubicBezTo>
                      <a:cubicBezTo>
                        <a:pt x="610" y="-187"/>
                        <a:pt x="1408" y="35"/>
                        <a:pt x="2073" y="700"/>
                      </a:cubicBezTo>
                      <a:cubicBezTo>
                        <a:pt x="2738" y="1365"/>
                        <a:pt x="2915" y="2207"/>
                        <a:pt x="2516" y="25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27" name="Forme libre : forme 24426">
                  <a:extLst>
                    <a:ext uri="{FF2B5EF4-FFF2-40B4-BE49-F238E27FC236}">
                      <a16:creationId xmlns:a16="http://schemas.microsoft.com/office/drawing/2014/main" id="{676C14C4-E0CA-4F31-88DC-FB1103485D37}"/>
                    </a:ext>
                  </a:extLst>
                </p:cNvPr>
                <p:cNvSpPr/>
                <p:nvPr/>
              </p:nvSpPr>
              <p:spPr>
                <a:xfrm>
                  <a:off x="6126052" y="1422136"/>
                  <a:ext cx="16441" cy="30557"/>
                </a:xfrm>
                <a:custGeom>
                  <a:avLst/>
                  <a:gdLst>
                    <a:gd name="connsiteX0" fmla="*/ 16229 w 16441"/>
                    <a:gd name="connsiteY0" fmla="*/ 22565 h 30557"/>
                    <a:gd name="connsiteX1" fmla="*/ 11353 w 16441"/>
                    <a:gd name="connsiteY1" fmla="*/ 29880 h 30557"/>
                    <a:gd name="connsiteX2" fmla="*/ 7851 w 16441"/>
                    <a:gd name="connsiteY2" fmla="*/ 29791 h 30557"/>
                    <a:gd name="connsiteX3" fmla="*/ 6787 w 16441"/>
                    <a:gd name="connsiteY3" fmla="*/ 25978 h 30557"/>
                    <a:gd name="connsiteX4" fmla="*/ 7585 w 16441"/>
                    <a:gd name="connsiteY4" fmla="*/ 15250 h 30557"/>
                    <a:gd name="connsiteX5" fmla="*/ 2575 w 16441"/>
                    <a:gd name="connsiteY5" fmla="*/ 6561 h 30557"/>
                    <a:gd name="connsiteX6" fmla="*/ 935 w 16441"/>
                    <a:gd name="connsiteY6" fmla="*/ 0 h 30557"/>
                    <a:gd name="connsiteX7" fmla="*/ 9003 w 16441"/>
                    <a:gd name="connsiteY7" fmla="*/ 5542 h 30557"/>
                    <a:gd name="connsiteX8" fmla="*/ 14855 w 16441"/>
                    <a:gd name="connsiteY8" fmla="*/ 13743 h 30557"/>
                    <a:gd name="connsiteX9" fmla="*/ 16229 w 16441"/>
                    <a:gd name="connsiteY9" fmla="*/ 22565 h 30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41" h="30557">
                      <a:moveTo>
                        <a:pt x="16229" y="22565"/>
                      </a:moveTo>
                      <a:cubicBezTo>
                        <a:pt x="15564" y="25845"/>
                        <a:pt x="13614" y="28106"/>
                        <a:pt x="11353" y="29880"/>
                      </a:cubicBezTo>
                      <a:cubicBezTo>
                        <a:pt x="10510" y="30545"/>
                        <a:pt x="9136" y="31032"/>
                        <a:pt x="7851" y="29791"/>
                      </a:cubicBezTo>
                      <a:cubicBezTo>
                        <a:pt x="6654" y="28683"/>
                        <a:pt x="6609" y="27087"/>
                        <a:pt x="6787" y="25978"/>
                      </a:cubicBezTo>
                      <a:cubicBezTo>
                        <a:pt x="7363" y="22565"/>
                        <a:pt x="8959" y="19550"/>
                        <a:pt x="7585" y="15250"/>
                      </a:cubicBezTo>
                      <a:cubicBezTo>
                        <a:pt x="7097" y="13965"/>
                        <a:pt x="4703" y="10019"/>
                        <a:pt x="2575" y="6561"/>
                      </a:cubicBezTo>
                      <a:cubicBezTo>
                        <a:pt x="536" y="3059"/>
                        <a:pt x="-1104" y="-44"/>
                        <a:pt x="935" y="0"/>
                      </a:cubicBezTo>
                      <a:cubicBezTo>
                        <a:pt x="3018" y="45"/>
                        <a:pt x="6210" y="2572"/>
                        <a:pt x="9003" y="5542"/>
                      </a:cubicBezTo>
                      <a:cubicBezTo>
                        <a:pt x="11752" y="8556"/>
                        <a:pt x="14101" y="11926"/>
                        <a:pt x="14855" y="13743"/>
                      </a:cubicBezTo>
                      <a:cubicBezTo>
                        <a:pt x="16407" y="16979"/>
                        <a:pt x="16717" y="20082"/>
                        <a:pt x="16229" y="2256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79" name="Graphique 2">
                <a:extLst>
                  <a:ext uri="{FF2B5EF4-FFF2-40B4-BE49-F238E27FC236}">
                    <a16:creationId xmlns:a16="http://schemas.microsoft.com/office/drawing/2014/main" id="{11AF0DB9-0678-4388-AB87-E0710E3AE11E}"/>
                  </a:ext>
                </a:extLst>
              </p:cNvPr>
              <p:cNvGrpSpPr/>
              <p:nvPr/>
            </p:nvGrpSpPr>
            <p:grpSpPr>
              <a:xfrm>
                <a:off x="6133450" y="1451245"/>
                <a:ext cx="63967" cy="58972"/>
                <a:chOff x="6133450" y="1451245"/>
                <a:chExt cx="63967" cy="58972"/>
              </a:xfrm>
              <a:solidFill>
                <a:schemeClr val="accent1"/>
              </a:solidFill>
            </p:grpSpPr>
            <p:sp>
              <p:nvSpPr>
                <p:cNvPr id="24404" name="Forme libre : forme 24403">
                  <a:extLst>
                    <a:ext uri="{FF2B5EF4-FFF2-40B4-BE49-F238E27FC236}">
                      <a16:creationId xmlns:a16="http://schemas.microsoft.com/office/drawing/2014/main" id="{8D01DAA3-C4FB-4BCD-B08B-78ED9BB4EA94}"/>
                    </a:ext>
                  </a:extLst>
                </p:cNvPr>
                <p:cNvSpPr/>
                <p:nvPr/>
              </p:nvSpPr>
              <p:spPr>
                <a:xfrm>
                  <a:off x="6133455" y="1451245"/>
                  <a:ext cx="63961" cy="58961"/>
                </a:xfrm>
                <a:custGeom>
                  <a:avLst/>
                  <a:gdLst>
                    <a:gd name="connsiteX0" fmla="*/ 31701 w 63961"/>
                    <a:gd name="connsiteY0" fmla="*/ 53524 h 58961"/>
                    <a:gd name="connsiteX1" fmla="*/ 25583 w 63961"/>
                    <a:gd name="connsiteY1" fmla="*/ 49180 h 58961"/>
                    <a:gd name="connsiteX2" fmla="*/ 19687 w 63961"/>
                    <a:gd name="connsiteY2" fmla="*/ 44525 h 58961"/>
                    <a:gd name="connsiteX3" fmla="*/ 8737 w 63961"/>
                    <a:gd name="connsiteY3" fmla="*/ 34329 h 58961"/>
                    <a:gd name="connsiteX4" fmla="*/ 2797 w 63961"/>
                    <a:gd name="connsiteY4" fmla="*/ 26571 h 58961"/>
                    <a:gd name="connsiteX5" fmla="*/ 270 w 63961"/>
                    <a:gd name="connsiteY5" fmla="*/ 19168 h 58961"/>
                    <a:gd name="connsiteX6" fmla="*/ 3151 w 63961"/>
                    <a:gd name="connsiteY6" fmla="*/ 8263 h 58961"/>
                    <a:gd name="connsiteX7" fmla="*/ 10732 w 63961"/>
                    <a:gd name="connsiteY7" fmla="*/ 1923 h 58961"/>
                    <a:gd name="connsiteX8" fmla="*/ 21992 w 63961"/>
                    <a:gd name="connsiteY8" fmla="*/ 992 h 58961"/>
                    <a:gd name="connsiteX9" fmla="*/ 28553 w 63961"/>
                    <a:gd name="connsiteY9" fmla="*/ 4317 h 58961"/>
                    <a:gd name="connsiteX10" fmla="*/ 34582 w 63961"/>
                    <a:gd name="connsiteY10" fmla="*/ 8927 h 58961"/>
                    <a:gd name="connsiteX11" fmla="*/ 42783 w 63961"/>
                    <a:gd name="connsiteY11" fmla="*/ 16286 h 58961"/>
                    <a:gd name="connsiteX12" fmla="*/ 47172 w 63961"/>
                    <a:gd name="connsiteY12" fmla="*/ 19611 h 58961"/>
                    <a:gd name="connsiteX13" fmla="*/ 51694 w 63961"/>
                    <a:gd name="connsiteY13" fmla="*/ 22714 h 58961"/>
                    <a:gd name="connsiteX14" fmla="*/ 57501 w 63961"/>
                    <a:gd name="connsiteY14" fmla="*/ 27280 h 58961"/>
                    <a:gd name="connsiteX15" fmla="*/ 59718 w 63961"/>
                    <a:gd name="connsiteY15" fmla="*/ 30029 h 58961"/>
                    <a:gd name="connsiteX16" fmla="*/ 61624 w 63961"/>
                    <a:gd name="connsiteY16" fmla="*/ 32645 h 58961"/>
                    <a:gd name="connsiteX17" fmla="*/ 63264 w 63961"/>
                    <a:gd name="connsiteY17" fmla="*/ 43639 h 58961"/>
                    <a:gd name="connsiteX18" fmla="*/ 59363 w 63961"/>
                    <a:gd name="connsiteY18" fmla="*/ 53081 h 58961"/>
                    <a:gd name="connsiteX19" fmla="*/ 49078 w 63961"/>
                    <a:gd name="connsiteY19" fmla="*/ 58888 h 58961"/>
                    <a:gd name="connsiteX20" fmla="*/ 45000 w 63961"/>
                    <a:gd name="connsiteY20" fmla="*/ 58800 h 58961"/>
                    <a:gd name="connsiteX21" fmla="*/ 40744 w 63961"/>
                    <a:gd name="connsiteY21" fmla="*/ 57692 h 58961"/>
                    <a:gd name="connsiteX22" fmla="*/ 31701 w 63961"/>
                    <a:gd name="connsiteY22" fmla="*/ 53524 h 58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3961" h="58961">
                      <a:moveTo>
                        <a:pt x="31701" y="53524"/>
                      </a:moveTo>
                      <a:cubicBezTo>
                        <a:pt x="29484" y="52328"/>
                        <a:pt x="27578" y="50732"/>
                        <a:pt x="25583" y="49180"/>
                      </a:cubicBezTo>
                      <a:lnTo>
                        <a:pt x="19687" y="44525"/>
                      </a:lnTo>
                      <a:cubicBezTo>
                        <a:pt x="15608" y="41599"/>
                        <a:pt x="12239" y="37876"/>
                        <a:pt x="8737" y="34329"/>
                      </a:cubicBezTo>
                      <a:cubicBezTo>
                        <a:pt x="6343" y="31847"/>
                        <a:pt x="4082" y="29142"/>
                        <a:pt x="2797" y="26571"/>
                      </a:cubicBezTo>
                      <a:cubicBezTo>
                        <a:pt x="1511" y="24000"/>
                        <a:pt x="624" y="21473"/>
                        <a:pt x="270" y="19168"/>
                      </a:cubicBezTo>
                      <a:cubicBezTo>
                        <a:pt x="-528" y="14513"/>
                        <a:pt x="447" y="10568"/>
                        <a:pt x="3151" y="8263"/>
                      </a:cubicBezTo>
                      <a:lnTo>
                        <a:pt x="10732" y="1923"/>
                      </a:lnTo>
                      <a:cubicBezTo>
                        <a:pt x="13480" y="-382"/>
                        <a:pt x="17603" y="-515"/>
                        <a:pt x="21992" y="992"/>
                      </a:cubicBezTo>
                      <a:cubicBezTo>
                        <a:pt x="24209" y="1790"/>
                        <a:pt x="26425" y="2854"/>
                        <a:pt x="28553" y="4317"/>
                      </a:cubicBezTo>
                      <a:cubicBezTo>
                        <a:pt x="30725" y="5780"/>
                        <a:pt x="32720" y="7021"/>
                        <a:pt x="34582" y="8927"/>
                      </a:cubicBezTo>
                      <a:cubicBezTo>
                        <a:pt x="37242" y="11499"/>
                        <a:pt x="39680" y="14247"/>
                        <a:pt x="42783" y="16286"/>
                      </a:cubicBezTo>
                      <a:lnTo>
                        <a:pt x="47172" y="19611"/>
                      </a:lnTo>
                      <a:cubicBezTo>
                        <a:pt x="48635" y="20720"/>
                        <a:pt x="50053" y="21916"/>
                        <a:pt x="51694" y="22714"/>
                      </a:cubicBezTo>
                      <a:cubicBezTo>
                        <a:pt x="53955" y="24000"/>
                        <a:pt x="55861" y="25552"/>
                        <a:pt x="57501" y="27280"/>
                      </a:cubicBezTo>
                      <a:cubicBezTo>
                        <a:pt x="58299" y="28167"/>
                        <a:pt x="59053" y="29054"/>
                        <a:pt x="59718" y="30029"/>
                      </a:cubicBezTo>
                      <a:cubicBezTo>
                        <a:pt x="60427" y="30916"/>
                        <a:pt x="61092" y="31714"/>
                        <a:pt x="61624" y="32645"/>
                      </a:cubicBezTo>
                      <a:cubicBezTo>
                        <a:pt x="63840" y="36191"/>
                        <a:pt x="64683" y="40225"/>
                        <a:pt x="63264" y="43639"/>
                      </a:cubicBezTo>
                      <a:lnTo>
                        <a:pt x="59363" y="53081"/>
                      </a:lnTo>
                      <a:cubicBezTo>
                        <a:pt x="57944" y="56495"/>
                        <a:pt x="54221" y="58534"/>
                        <a:pt x="49078" y="58888"/>
                      </a:cubicBezTo>
                      <a:cubicBezTo>
                        <a:pt x="47793" y="58977"/>
                        <a:pt x="46418" y="59021"/>
                        <a:pt x="45000" y="58800"/>
                      </a:cubicBezTo>
                      <a:cubicBezTo>
                        <a:pt x="43625" y="58534"/>
                        <a:pt x="42207" y="58179"/>
                        <a:pt x="40744" y="57692"/>
                      </a:cubicBezTo>
                      <a:cubicBezTo>
                        <a:pt x="37774" y="56761"/>
                        <a:pt x="34715" y="55342"/>
                        <a:pt x="31701" y="5352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05" name="Forme libre : forme 24404">
                  <a:extLst>
                    <a:ext uri="{FF2B5EF4-FFF2-40B4-BE49-F238E27FC236}">
                      <a16:creationId xmlns:a16="http://schemas.microsoft.com/office/drawing/2014/main" id="{270023A5-65AB-473E-A4CF-B736222D2DA7}"/>
                    </a:ext>
                  </a:extLst>
                </p:cNvPr>
                <p:cNvSpPr/>
                <p:nvPr/>
              </p:nvSpPr>
              <p:spPr>
                <a:xfrm>
                  <a:off x="6133450" y="1456804"/>
                  <a:ext cx="59456" cy="53414"/>
                </a:xfrm>
                <a:custGeom>
                  <a:avLst/>
                  <a:gdLst>
                    <a:gd name="connsiteX0" fmla="*/ 20623 w 59456"/>
                    <a:gd name="connsiteY0" fmla="*/ 23894 h 53414"/>
                    <a:gd name="connsiteX1" fmla="*/ 9939 w 59456"/>
                    <a:gd name="connsiteY1" fmla="*/ 12324 h 53414"/>
                    <a:gd name="connsiteX2" fmla="*/ 6437 w 59456"/>
                    <a:gd name="connsiteY2" fmla="*/ 0 h 53414"/>
                    <a:gd name="connsiteX3" fmla="*/ 3157 w 59456"/>
                    <a:gd name="connsiteY3" fmla="*/ 2748 h 53414"/>
                    <a:gd name="connsiteX4" fmla="*/ 275 w 59456"/>
                    <a:gd name="connsiteY4" fmla="*/ 13654 h 53414"/>
                    <a:gd name="connsiteX5" fmla="*/ 2802 w 59456"/>
                    <a:gd name="connsiteY5" fmla="*/ 21057 h 53414"/>
                    <a:gd name="connsiteX6" fmla="*/ 8742 w 59456"/>
                    <a:gd name="connsiteY6" fmla="*/ 28815 h 53414"/>
                    <a:gd name="connsiteX7" fmla="*/ 19692 w 59456"/>
                    <a:gd name="connsiteY7" fmla="*/ 39011 h 53414"/>
                    <a:gd name="connsiteX8" fmla="*/ 25588 w 59456"/>
                    <a:gd name="connsiteY8" fmla="*/ 43666 h 53414"/>
                    <a:gd name="connsiteX9" fmla="*/ 31706 w 59456"/>
                    <a:gd name="connsiteY9" fmla="*/ 48011 h 53414"/>
                    <a:gd name="connsiteX10" fmla="*/ 40705 w 59456"/>
                    <a:gd name="connsiteY10" fmla="*/ 52178 h 53414"/>
                    <a:gd name="connsiteX11" fmla="*/ 44961 w 59456"/>
                    <a:gd name="connsiteY11" fmla="*/ 53286 h 53414"/>
                    <a:gd name="connsiteX12" fmla="*/ 49039 w 59456"/>
                    <a:gd name="connsiteY12" fmla="*/ 53375 h 53414"/>
                    <a:gd name="connsiteX13" fmla="*/ 59324 w 59456"/>
                    <a:gd name="connsiteY13" fmla="*/ 47567 h 53414"/>
                    <a:gd name="connsiteX14" fmla="*/ 59457 w 59456"/>
                    <a:gd name="connsiteY14" fmla="*/ 47257 h 53414"/>
                    <a:gd name="connsiteX15" fmla="*/ 48950 w 59456"/>
                    <a:gd name="connsiteY15" fmla="*/ 42691 h 53414"/>
                    <a:gd name="connsiteX16" fmla="*/ 39242 w 59456"/>
                    <a:gd name="connsiteY16" fmla="*/ 36883 h 53414"/>
                    <a:gd name="connsiteX17" fmla="*/ 36804 w 59456"/>
                    <a:gd name="connsiteY17" fmla="*/ 35465 h 53414"/>
                    <a:gd name="connsiteX18" fmla="*/ 34543 w 59456"/>
                    <a:gd name="connsiteY18" fmla="*/ 33780 h 53414"/>
                    <a:gd name="connsiteX19" fmla="*/ 29977 w 59456"/>
                    <a:gd name="connsiteY19" fmla="*/ 30500 h 53414"/>
                    <a:gd name="connsiteX20" fmla="*/ 20623 w 59456"/>
                    <a:gd name="connsiteY20" fmla="*/ 23894 h 5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9456" h="53414">
                      <a:moveTo>
                        <a:pt x="20623" y="23894"/>
                      </a:moveTo>
                      <a:cubicBezTo>
                        <a:pt x="16367" y="20570"/>
                        <a:pt x="12156" y="16624"/>
                        <a:pt x="9939" y="12324"/>
                      </a:cubicBezTo>
                      <a:cubicBezTo>
                        <a:pt x="7545" y="8068"/>
                        <a:pt x="6348" y="3768"/>
                        <a:pt x="6437" y="0"/>
                      </a:cubicBezTo>
                      <a:lnTo>
                        <a:pt x="3157" y="2748"/>
                      </a:lnTo>
                      <a:cubicBezTo>
                        <a:pt x="408" y="5054"/>
                        <a:pt x="-523" y="8999"/>
                        <a:pt x="275" y="13654"/>
                      </a:cubicBezTo>
                      <a:cubicBezTo>
                        <a:pt x="630" y="15959"/>
                        <a:pt x="1516" y="18486"/>
                        <a:pt x="2802" y="21057"/>
                      </a:cubicBezTo>
                      <a:cubicBezTo>
                        <a:pt x="4088" y="23628"/>
                        <a:pt x="6348" y="26333"/>
                        <a:pt x="8742" y="28815"/>
                      </a:cubicBezTo>
                      <a:cubicBezTo>
                        <a:pt x="12244" y="32362"/>
                        <a:pt x="15614" y="36085"/>
                        <a:pt x="19692" y="39011"/>
                      </a:cubicBezTo>
                      <a:lnTo>
                        <a:pt x="25588" y="43666"/>
                      </a:lnTo>
                      <a:cubicBezTo>
                        <a:pt x="27583" y="45218"/>
                        <a:pt x="29489" y="46813"/>
                        <a:pt x="31706" y="48011"/>
                      </a:cubicBezTo>
                      <a:cubicBezTo>
                        <a:pt x="34720" y="49828"/>
                        <a:pt x="37779" y="51247"/>
                        <a:pt x="40705" y="52178"/>
                      </a:cubicBezTo>
                      <a:cubicBezTo>
                        <a:pt x="42168" y="52665"/>
                        <a:pt x="43587" y="53020"/>
                        <a:pt x="44961" y="53286"/>
                      </a:cubicBezTo>
                      <a:cubicBezTo>
                        <a:pt x="46379" y="53463"/>
                        <a:pt x="47753" y="53419"/>
                        <a:pt x="49039" y="53375"/>
                      </a:cubicBezTo>
                      <a:cubicBezTo>
                        <a:pt x="54182" y="53020"/>
                        <a:pt x="57905" y="50981"/>
                        <a:pt x="59324" y="47567"/>
                      </a:cubicBezTo>
                      <a:lnTo>
                        <a:pt x="59457" y="47257"/>
                      </a:lnTo>
                      <a:cubicBezTo>
                        <a:pt x="55910" y="45794"/>
                        <a:pt x="52231" y="44553"/>
                        <a:pt x="48950" y="42691"/>
                      </a:cubicBezTo>
                      <a:cubicBezTo>
                        <a:pt x="45714" y="40740"/>
                        <a:pt x="42478" y="38834"/>
                        <a:pt x="39242" y="36883"/>
                      </a:cubicBezTo>
                      <a:lnTo>
                        <a:pt x="36804" y="35465"/>
                      </a:lnTo>
                      <a:lnTo>
                        <a:pt x="34543" y="33780"/>
                      </a:lnTo>
                      <a:cubicBezTo>
                        <a:pt x="33036" y="32672"/>
                        <a:pt x="31528" y="31608"/>
                        <a:pt x="29977" y="30500"/>
                      </a:cubicBezTo>
                      <a:cubicBezTo>
                        <a:pt x="26962" y="28239"/>
                        <a:pt x="23593" y="26333"/>
                        <a:pt x="20623" y="2389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06" name="Forme libre : forme 24405">
                  <a:extLst>
                    <a:ext uri="{FF2B5EF4-FFF2-40B4-BE49-F238E27FC236}">
                      <a16:creationId xmlns:a16="http://schemas.microsoft.com/office/drawing/2014/main" id="{DE4B64CC-C696-44CA-A197-8FF52C8C90BD}"/>
                    </a:ext>
                  </a:extLst>
                </p:cNvPr>
                <p:cNvSpPr/>
                <p:nvPr/>
              </p:nvSpPr>
              <p:spPr>
                <a:xfrm>
                  <a:off x="6154754" y="1473571"/>
                  <a:ext cx="26995" cy="22367"/>
                </a:xfrm>
                <a:custGeom>
                  <a:avLst/>
                  <a:gdLst>
                    <a:gd name="connsiteX0" fmla="*/ 26583 w 26995"/>
                    <a:gd name="connsiteY0" fmla="*/ 20427 h 22367"/>
                    <a:gd name="connsiteX1" fmla="*/ 19933 w 26995"/>
                    <a:gd name="connsiteY1" fmla="*/ 22200 h 22367"/>
                    <a:gd name="connsiteX2" fmla="*/ 14525 w 26995"/>
                    <a:gd name="connsiteY2" fmla="*/ 20693 h 22367"/>
                    <a:gd name="connsiteX3" fmla="*/ 8939 w 26995"/>
                    <a:gd name="connsiteY3" fmla="*/ 17102 h 22367"/>
                    <a:gd name="connsiteX4" fmla="*/ 4062 w 26995"/>
                    <a:gd name="connsiteY4" fmla="*/ 12580 h 22367"/>
                    <a:gd name="connsiteX5" fmla="*/ 1004 w 26995"/>
                    <a:gd name="connsiteY5" fmla="*/ 7970 h 22367"/>
                    <a:gd name="connsiteX6" fmla="*/ 959 w 26995"/>
                    <a:gd name="connsiteY6" fmla="*/ 1010 h 22367"/>
                    <a:gd name="connsiteX7" fmla="*/ 7565 w 26995"/>
                    <a:gd name="connsiteY7" fmla="*/ 788 h 22367"/>
                    <a:gd name="connsiteX8" fmla="*/ 12264 w 26995"/>
                    <a:gd name="connsiteY8" fmla="*/ 2827 h 22367"/>
                    <a:gd name="connsiteX9" fmla="*/ 17317 w 26995"/>
                    <a:gd name="connsiteY9" fmla="*/ 6019 h 22367"/>
                    <a:gd name="connsiteX10" fmla="*/ 21706 w 26995"/>
                    <a:gd name="connsiteY10" fmla="*/ 10053 h 22367"/>
                    <a:gd name="connsiteX11" fmla="*/ 25120 w 26995"/>
                    <a:gd name="connsiteY11" fmla="*/ 13777 h 22367"/>
                    <a:gd name="connsiteX12" fmla="*/ 26583 w 26995"/>
                    <a:gd name="connsiteY12" fmla="*/ 20427 h 22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995" h="22367">
                      <a:moveTo>
                        <a:pt x="26583" y="20427"/>
                      </a:moveTo>
                      <a:cubicBezTo>
                        <a:pt x="25652" y="22111"/>
                        <a:pt x="23213" y="22688"/>
                        <a:pt x="19933" y="22200"/>
                      </a:cubicBezTo>
                      <a:cubicBezTo>
                        <a:pt x="18293" y="21978"/>
                        <a:pt x="16475" y="21446"/>
                        <a:pt x="14525" y="20693"/>
                      </a:cubicBezTo>
                      <a:cubicBezTo>
                        <a:pt x="12663" y="19806"/>
                        <a:pt x="10801" y="18520"/>
                        <a:pt x="8939" y="17102"/>
                      </a:cubicBezTo>
                      <a:cubicBezTo>
                        <a:pt x="7077" y="15639"/>
                        <a:pt x="5437" y="14132"/>
                        <a:pt x="4062" y="12580"/>
                      </a:cubicBezTo>
                      <a:cubicBezTo>
                        <a:pt x="2644" y="11073"/>
                        <a:pt x="1580" y="9566"/>
                        <a:pt x="1004" y="7970"/>
                      </a:cubicBezTo>
                      <a:cubicBezTo>
                        <a:pt x="-282" y="4911"/>
                        <a:pt x="-371" y="2384"/>
                        <a:pt x="959" y="1010"/>
                      </a:cubicBezTo>
                      <a:cubicBezTo>
                        <a:pt x="2289" y="-320"/>
                        <a:pt x="4772" y="-276"/>
                        <a:pt x="7565" y="788"/>
                      </a:cubicBezTo>
                      <a:cubicBezTo>
                        <a:pt x="8939" y="1364"/>
                        <a:pt x="10535" y="2029"/>
                        <a:pt x="12264" y="2827"/>
                      </a:cubicBezTo>
                      <a:cubicBezTo>
                        <a:pt x="13948" y="3670"/>
                        <a:pt x="15633" y="4734"/>
                        <a:pt x="17317" y="6019"/>
                      </a:cubicBezTo>
                      <a:cubicBezTo>
                        <a:pt x="19002" y="7305"/>
                        <a:pt x="20420" y="8723"/>
                        <a:pt x="21706" y="10053"/>
                      </a:cubicBezTo>
                      <a:cubicBezTo>
                        <a:pt x="23081" y="11250"/>
                        <a:pt x="24233" y="12536"/>
                        <a:pt x="25120" y="13777"/>
                      </a:cubicBezTo>
                      <a:cubicBezTo>
                        <a:pt x="26804" y="16348"/>
                        <a:pt x="27514" y="18787"/>
                        <a:pt x="26583" y="20427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07" name="Forme libre : forme 24406">
                  <a:extLst>
                    <a:ext uri="{FF2B5EF4-FFF2-40B4-BE49-F238E27FC236}">
                      <a16:creationId xmlns:a16="http://schemas.microsoft.com/office/drawing/2014/main" id="{EE1C9C00-DCEF-4582-82F2-9F6F0D1EB1DC}"/>
                    </a:ext>
                  </a:extLst>
                </p:cNvPr>
                <p:cNvSpPr/>
                <p:nvPr/>
              </p:nvSpPr>
              <p:spPr>
                <a:xfrm>
                  <a:off x="6154754" y="1473640"/>
                  <a:ext cx="15499" cy="21066"/>
                </a:xfrm>
                <a:custGeom>
                  <a:avLst/>
                  <a:gdLst>
                    <a:gd name="connsiteX0" fmla="*/ 9737 w 15499"/>
                    <a:gd name="connsiteY0" fmla="*/ 1738 h 21066"/>
                    <a:gd name="connsiteX1" fmla="*/ 959 w 15499"/>
                    <a:gd name="connsiteY1" fmla="*/ 1029 h 21066"/>
                    <a:gd name="connsiteX2" fmla="*/ 1004 w 15499"/>
                    <a:gd name="connsiteY2" fmla="*/ 7989 h 21066"/>
                    <a:gd name="connsiteX3" fmla="*/ 4062 w 15499"/>
                    <a:gd name="connsiteY3" fmla="*/ 12599 h 21066"/>
                    <a:gd name="connsiteX4" fmla="*/ 8939 w 15499"/>
                    <a:gd name="connsiteY4" fmla="*/ 17121 h 21066"/>
                    <a:gd name="connsiteX5" fmla="*/ 15500 w 15499"/>
                    <a:gd name="connsiteY5" fmla="*/ 21067 h 21066"/>
                    <a:gd name="connsiteX6" fmla="*/ 12352 w 15499"/>
                    <a:gd name="connsiteY6" fmla="*/ 18229 h 21066"/>
                    <a:gd name="connsiteX7" fmla="*/ 9737 w 15499"/>
                    <a:gd name="connsiteY7" fmla="*/ 1738 h 2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499" h="21066">
                      <a:moveTo>
                        <a:pt x="9737" y="1738"/>
                      </a:moveTo>
                      <a:cubicBezTo>
                        <a:pt x="6013" y="-168"/>
                        <a:pt x="2644" y="-656"/>
                        <a:pt x="959" y="1029"/>
                      </a:cubicBezTo>
                      <a:cubicBezTo>
                        <a:pt x="-371" y="2359"/>
                        <a:pt x="-282" y="4886"/>
                        <a:pt x="1004" y="7989"/>
                      </a:cubicBezTo>
                      <a:cubicBezTo>
                        <a:pt x="1580" y="9585"/>
                        <a:pt x="2688" y="11092"/>
                        <a:pt x="4062" y="12599"/>
                      </a:cubicBezTo>
                      <a:cubicBezTo>
                        <a:pt x="5437" y="14107"/>
                        <a:pt x="7077" y="15658"/>
                        <a:pt x="8939" y="17121"/>
                      </a:cubicBezTo>
                      <a:cubicBezTo>
                        <a:pt x="11155" y="18761"/>
                        <a:pt x="13239" y="20313"/>
                        <a:pt x="15500" y="21067"/>
                      </a:cubicBezTo>
                      <a:cubicBezTo>
                        <a:pt x="14259" y="20357"/>
                        <a:pt x="13283" y="19293"/>
                        <a:pt x="12352" y="18229"/>
                      </a:cubicBezTo>
                      <a:cubicBezTo>
                        <a:pt x="7609" y="11846"/>
                        <a:pt x="6190" y="4841"/>
                        <a:pt x="9737" y="1738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08" name="Forme libre : forme 24407">
                  <a:extLst>
                    <a:ext uri="{FF2B5EF4-FFF2-40B4-BE49-F238E27FC236}">
                      <a16:creationId xmlns:a16="http://schemas.microsoft.com/office/drawing/2014/main" id="{41842161-1871-4407-B915-078155C6B641}"/>
                    </a:ext>
                  </a:extLst>
                </p:cNvPr>
                <p:cNvSpPr/>
                <p:nvPr/>
              </p:nvSpPr>
              <p:spPr>
                <a:xfrm>
                  <a:off x="6154824" y="1475836"/>
                  <a:ext cx="27557" cy="22336"/>
                </a:xfrm>
                <a:custGeom>
                  <a:avLst/>
                  <a:gdLst>
                    <a:gd name="connsiteX0" fmla="*/ 27177 w 27557"/>
                    <a:gd name="connsiteY0" fmla="*/ 20378 h 22336"/>
                    <a:gd name="connsiteX1" fmla="*/ 20528 w 27557"/>
                    <a:gd name="connsiteY1" fmla="*/ 22151 h 22336"/>
                    <a:gd name="connsiteX2" fmla="*/ 15075 w 27557"/>
                    <a:gd name="connsiteY2" fmla="*/ 20644 h 22336"/>
                    <a:gd name="connsiteX3" fmla="*/ 9312 w 27557"/>
                    <a:gd name="connsiteY3" fmla="*/ 17186 h 22336"/>
                    <a:gd name="connsiteX4" fmla="*/ 1066 w 27557"/>
                    <a:gd name="connsiteY4" fmla="*/ 8098 h 22336"/>
                    <a:gd name="connsiteX5" fmla="*/ 934 w 27557"/>
                    <a:gd name="connsiteY5" fmla="*/ 1049 h 22336"/>
                    <a:gd name="connsiteX6" fmla="*/ 7539 w 27557"/>
                    <a:gd name="connsiteY6" fmla="*/ 783 h 22336"/>
                    <a:gd name="connsiteX7" fmla="*/ 17469 w 27557"/>
                    <a:gd name="connsiteY7" fmla="*/ 5970 h 22336"/>
                    <a:gd name="connsiteX8" fmla="*/ 22035 w 27557"/>
                    <a:gd name="connsiteY8" fmla="*/ 9915 h 22336"/>
                    <a:gd name="connsiteX9" fmla="*/ 25537 w 27557"/>
                    <a:gd name="connsiteY9" fmla="*/ 13684 h 22336"/>
                    <a:gd name="connsiteX10" fmla="*/ 27177 w 27557"/>
                    <a:gd name="connsiteY10" fmla="*/ 20378 h 22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557" h="22336">
                      <a:moveTo>
                        <a:pt x="27177" y="20378"/>
                      </a:moveTo>
                      <a:cubicBezTo>
                        <a:pt x="26246" y="22062"/>
                        <a:pt x="23853" y="22683"/>
                        <a:pt x="20528" y="22151"/>
                      </a:cubicBezTo>
                      <a:cubicBezTo>
                        <a:pt x="18888" y="21929"/>
                        <a:pt x="17026" y="21397"/>
                        <a:pt x="15075" y="20644"/>
                      </a:cubicBezTo>
                      <a:cubicBezTo>
                        <a:pt x="13036" y="19979"/>
                        <a:pt x="11218" y="18604"/>
                        <a:pt x="9312" y="17186"/>
                      </a:cubicBezTo>
                      <a:cubicBezTo>
                        <a:pt x="5544" y="14260"/>
                        <a:pt x="2574" y="11024"/>
                        <a:pt x="1066" y="8098"/>
                      </a:cubicBezTo>
                      <a:cubicBezTo>
                        <a:pt x="-264" y="4995"/>
                        <a:pt x="-397" y="2423"/>
                        <a:pt x="934" y="1049"/>
                      </a:cubicBezTo>
                      <a:cubicBezTo>
                        <a:pt x="2263" y="-325"/>
                        <a:pt x="4702" y="-281"/>
                        <a:pt x="7539" y="783"/>
                      </a:cubicBezTo>
                      <a:cubicBezTo>
                        <a:pt x="10553" y="1670"/>
                        <a:pt x="14144" y="3354"/>
                        <a:pt x="17469" y="5970"/>
                      </a:cubicBezTo>
                      <a:cubicBezTo>
                        <a:pt x="19154" y="7255"/>
                        <a:pt x="20572" y="8763"/>
                        <a:pt x="22035" y="9915"/>
                      </a:cubicBezTo>
                      <a:cubicBezTo>
                        <a:pt x="23454" y="11157"/>
                        <a:pt x="24606" y="12442"/>
                        <a:pt x="25537" y="13684"/>
                      </a:cubicBezTo>
                      <a:cubicBezTo>
                        <a:pt x="27355" y="16210"/>
                        <a:pt x="28064" y="18649"/>
                        <a:pt x="27177" y="2037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09" name="Forme libre : forme 24408">
                  <a:extLst>
                    <a:ext uri="{FF2B5EF4-FFF2-40B4-BE49-F238E27FC236}">
                      <a16:creationId xmlns:a16="http://schemas.microsoft.com/office/drawing/2014/main" id="{369BEB29-CBF4-4F6B-8A7E-B136C671A048}"/>
                    </a:ext>
                  </a:extLst>
                </p:cNvPr>
                <p:cNvSpPr/>
                <p:nvPr/>
              </p:nvSpPr>
              <p:spPr>
                <a:xfrm>
                  <a:off x="6141240" y="1459936"/>
                  <a:ext cx="30965" cy="39757"/>
                </a:xfrm>
                <a:custGeom>
                  <a:avLst/>
                  <a:gdLst>
                    <a:gd name="connsiteX0" fmla="*/ 4410 w 30965"/>
                    <a:gd name="connsiteY0" fmla="*/ 5379 h 39757"/>
                    <a:gd name="connsiteX1" fmla="*/ 331 w 30965"/>
                    <a:gd name="connsiteY1" fmla="*/ 10345 h 39757"/>
                    <a:gd name="connsiteX2" fmla="*/ 7424 w 30965"/>
                    <a:gd name="connsiteY2" fmla="*/ 27722 h 39757"/>
                    <a:gd name="connsiteX3" fmla="*/ 14473 w 30965"/>
                    <a:gd name="connsiteY3" fmla="*/ 34372 h 39757"/>
                    <a:gd name="connsiteX4" fmla="*/ 22541 w 30965"/>
                    <a:gd name="connsiteY4" fmla="*/ 38982 h 39757"/>
                    <a:gd name="connsiteX5" fmla="*/ 28393 w 30965"/>
                    <a:gd name="connsiteY5" fmla="*/ 39603 h 39757"/>
                    <a:gd name="connsiteX6" fmla="*/ 30964 w 30965"/>
                    <a:gd name="connsiteY6" fmla="*/ 36987 h 39757"/>
                    <a:gd name="connsiteX7" fmla="*/ 27817 w 30965"/>
                    <a:gd name="connsiteY7" fmla="*/ 31091 h 39757"/>
                    <a:gd name="connsiteX8" fmla="*/ 21610 w 30965"/>
                    <a:gd name="connsiteY8" fmla="*/ 16684 h 39757"/>
                    <a:gd name="connsiteX9" fmla="*/ 15803 w 30965"/>
                    <a:gd name="connsiteY9" fmla="*/ 1079 h 39757"/>
                    <a:gd name="connsiteX10" fmla="*/ 4410 w 30965"/>
                    <a:gd name="connsiteY10" fmla="*/ 5379 h 39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965" h="39757">
                      <a:moveTo>
                        <a:pt x="4410" y="5379"/>
                      </a:moveTo>
                      <a:cubicBezTo>
                        <a:pt x="2725" y="6665"/>
                        <a:pt x="952" y="8039"/>
                        <a:pt x="331" y="10345"/>
                      </a:cubicBezTo>
                      <a:cubicBezTo>
                        <a:pt x="-1176" y="14733"/>
                        <a:pt x="2681" y="21649"/>
                        <a:pt x="7424" y="27722"/>
                      </a:cubicBezTo>
                      <a:cubicBezTo>
                        <a:pt x="9286" y="30338"/>
                        <a:pt x="11857" y="32421"/>
                        <a:pt x="14473" y="34372"/>
                      </a:cubicBezTo>
                      <a:cubicBezTo>
                        <a:pt x="17088" y="36278"/>
                        <a:pt x="19837" y="37918"/>
                        <a:pt x="22541" y="38982"/>
                      </a:cubicBezTo>
                      <a:cubicBezTo>
                        <a:pt x="24492" y="39869"/>
                        <a:pt x="26797" y="39869"/>
                        <a:pt x="28393" y="39603"/>
                      </a:cubicBezTo>
                      <a:cubicBezTo>
                        <a:pt x="29989" y="39293"/>
                        <a:pt x="31008" y="38406"/>
                        <a:pt x="30964" y="36987"/>
                      </a:cubicBezTo>
                      <a:cubicBezTo>
                        <a:pt x="30920" y="35125"/>
                        <a:pt x="29058" y="33308"/>
                        <a:pt x="27817" y="31091"/>
                      </a:cubicBezTo>
                      <a:cubicBezTo>
                        <a:pt x="24758" y="26082"/>
                        <a:pt x="22630" y="21206"/>
                        <a:pt x="21610" y="16684"/>
                      </a:cubicBezTo>
                      <a:cubicBezTo>
                        <a:pt x="20945" y="12428"/>
                        <a:pt x="21344" y="4315"/>
                        <a:pt x="15803" y="1079"/>
                      </a:cubicBezTo>
                      <a:cubicBezTo>
                        <a:pt x="10838" y="-2423"/>
                        <a:pt x="6759" y="3562"/>
                        <a:pt x="4410" y="537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10" name="Forme libre : forme 24409">
                  <a:extLst>
                    <a:ext uri="{FF2B5EF4-FFF2-40B4-BE49-F238E27FC236}">
                      <a16:creationId xmlns:a16="http://schemas.microsoft.com/office/drawing/2014/main" id="{7F6F8BAB-56F8-4047-B36A-34040D189C49}"/>
                    </a:ext>
                  </a:extLst>
                </p:cNvPr>
                <p:cNvSpPr/>
                <p:nvPr/>
              </p:nvSpPr>
              <p:spPr>
                <a:xfrm>
                  <a:off x="6154346" y="1465668"/>
                  <a:ext cx="12231" cy="7384"/>
                </a:xfrm>
                <a:custGeom>
                  <a:avLst/>
                  <a:gdLst>
                    <a:gd name="connsiteX0" fmla="*/ 1943 w 12231"/>
                    <a:gd name="connsiteY0" fmla="*/ 1 h 7384"/>
                    <a:gd name="connsiteX1" fmla="*/ 347 w 12231"/>
                    <a:gd name="connsiteY1" fmla="*/ 445 h 7384"/>
                    <a:gd name="connsiteX2" fmla="*/ 259 w 12231"/>
                    <a:gd name="connsiteY2" fmla="*/ 2129 h 7384"/>
                    <a:gd name="connsiteX3" fmla="*/ 1899 w 12231"/>
                    <a:gd name="connsiteY3" fmla="*/ 3681 h 7384"/>
                    <a:gd name="connsiteX4" fmla="*/ 6775 w 12231"/>
                    <a:gd name="connsiteY4" fmla="*/ 6562 h 7384"/>
                    <a:gd name="connsiteX5" fmla="*/ 8770 w 12231"/>
                    <a:gd name="connsiteY5" fmla="*/ 7316 h 7384"/>
                    <a:gd name="connsiteX6" fmla="*/ 10676 w 12231"/>
                    <a:gd name="connsiteY6" fmla="*/ 2927 h 7384"/>
                    <a:gd name="connsiteX7" fmla="*/ 1943 w 12231"/>
                    <a:gd name="connsiteY7" fmla="*/ 1 h 7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231" h="7384">
                      <a:moveTo>
                        <a:pt x="1943" y="1"/>
                      </a:moveTo>
                      <a:cubicBezTo>
                        <a:pt x="1322" y="46"/>
                        <a:pt x="702" y="134"/>
                        <a:pt x="347" y="445"/>
                      </a:cubicBezTo>
                      <a:cubicBezTo>
                        <a:pt x="-52" y="799"/>
                        <a:pt x="-140" y="1464"/>
                        <a:pt x="259" y="2129"/>
                      </a:cubicBezTo>
                      <a:cubicBezTo>
                        <a:pt x="613" y="2750"/>
                        <a:pt x="1278" y="3282"/>
                        <a:pt x="1899" y="3681"/>
                      </a:cubicBezTo>
                      <a:cubicBezTo>
                        <a:pt x="3495" y="4789"/>
                        <a:pt x="5135" y="5765"/>
                        <a:pt x="6775" y="6562"/>
                      </a:cubicBezTo>
                      <a:cubicBezTo>
                        <a:pt x="7440" y="6873"/>
                        <a:pt x="8105" y="7183"/>
                        <a:pt x="8770" y="7316"/>
                      </a:cubicBezTo>
                      <a:cubicBezTo>
                        <a:pt x="11430" y="7804"/>
                        <a:pt x="13957" y="5632"/>
                        <a:pt x="10676" y="2927"/>
                      </a:cubicBezTo>
                      <a:cubicBezTo>
                        <a:pt x="8105" y="932"/>
                        <a:pt x="4470" y="-43"/>
                        <a:pt x="1943" y="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11" name="Forme libre : forme 24410">
                  <a:extLst>
                    <a:ext uri="{FF2B5EF4-FFF2-40B4-BE49-F238E27FC236}">
                      <a16:creationId xmlns:a16="http://schemas.microsoft.com/office/drawing/2014/main" id="{1926CD0A-58CC-4550-B6C0-A549C64294C8}"/>
                    </a:ext>
                  </a:extLst>
                </p:cNvPr>
                <p:cNvSpPr/>
                <p:nvPr/>
              </p:nvSpPr>
              <p:spPr>
                <a:xfrm>
                  <a:off x="6166087" y="1502021"/>
                  <a:ext cx="25268" cy="5991"/>
                </a:xfrm>
                <a:custGeom>
                  <a:avLst/>
                  <a:gdLst>
                    <a:gd name="connsiteX0" fmla="*/ 25269 w 25268"/>
                    <a:gd name="connsiteY0" fmla="*/ 0 h 5991"/>
                    <a:gd name="connsiteX1" fmla="*/ 20880 w 25268"/>
                    <a:gd name="connsiteY1" fmla="*/ 4389 h 5991"/>
                    <a:gd name="connsiteX2" fmla="*/ 13122 w 25268"/>
                    <a:gd name="connsiteY2" fmla="*/ 5985 h 5991"/>
                    <a:gd name="connsiteX3" fmla="*/ 0 w 25268"/>
                    <a:gd name="connsiteY3" fmla="*/ 2394 h 5991"/>
                    <a:gd name="connsiteX4" fmla="*/ 9620 w 25268"/>
                    <a:gd name="connsiteY4" fmla="*/ 4699 h 5991"/>
                    <a:gd name="connsiteX5" fmla="*/ 17954 w 25268"/>
                    <a:gd name="connsiteY5" fmla="*/ 4211 h 5991"/>
                    <a:gd name="connsiteX6" fmla="*/ 25269 w 25268"/>
                    <a:gd name="connsiteY6" fmla="*/ 0 h 5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268" h="5991">
                      <a:moveTo>
                        <a:pt x="25269" y="0"/>
                      </a:moveTo>
                      <a:cubicBezTo>
                        <a:pt x="25269" y="0"/>
                        <a:pt x="24426" y="2571"/>
                        <a:pt x="20880" y="4389"/>
                      </a:cubicBezTo>
                      <a:cubicBezTo>
                        <a:pt x="19107" y="5275"/>
                        <a:pt x="16535" y="6073"/>
                        <a:pt x="13122" y="5985"/>
                      </a:cubicBezTo>
                      <a:cubicBezTo>
                        <a:pt x="9753" y="5719"/>
                        <a:pt x="5453" y="4699"/>
                        <a:pt x="0" y="2394"/>
                      </a:cubicBezTo>
                      <a:cubicBezTo>
                        <a:pt x="0" y="2394"/>
                        <a:pt x="4344" y="4078"/>
                        <a:pt x="9620" y="4699"/>
                      </a:cubicBezTo>
                      <a:cubicBezTo>
                        <a:pt x="12235" y="5054"/>
                        <a:pt x="15117" y="5054"/>
                        <a:pt x="17954" y="4211"/>
                      </a:cubicBezTo>
                      <a:cubicBezTo>
                        <a:pt x="20702" y="3458"/>
                        <a:pt x="23274" y="2128"/>
                        <a:pt x="252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12" name="Forme libre : forme 24411">
                  <a:extLst>
                    <a:ext uri="{FF2B5EF4-FFF2-40B4-BE49-F238E27FC236}">
                      <a16:creationId xmlns:a16="http://schemas.microsoft.com/office/drawing/2014/main" id="{4550C210-B356-4BB9-9F2F-6F8397BAD965}"/>
                    </a:ext>
                  </a:extLst>
                </p:cNvPr>
                <p:cNvSpPr/>
                <p:nvPr/>
              </p:nvSpPr>
              <p:spPr>
                <a:xfrm>
                  <a:off x="6144187" y="1453267"/>
                  <a:ext cx="23894" cy="8457"/>
                </a:xfrm>
                <a:custGeom>
                  <a:avLst/>
                  <a:gdLst>
                    <a:gd name="connsiteX0" fmla="*/ 23894 w 23894"/>
                    <a:gd name="connsiteY0" fmla="*/ 8457 h 8457"/>
                    <a:gd name="connsiteX1" fmla="*/ 21767 w 23894"/>
                    <a:gd name="connsiteY1" fmla="*/ 6728 h 8457"/>
                    <a:gd name="connsiteX2" fmla="*/ 16225 w 23894"/>
                    <a:gd name="connsiteY2" fmla="*/ 3270 h 8457"/>
                    <a:gd name="connsiteX3" fmla="*/ 0 w 23894"/>
                    <a:gd name="connsiteY3" fmla="*/ 1586 h 8457"/>
                    <a:gd name="connsiteX4" fmla="*/ 7182 w 23894"/>
                    <a:gd name="connsiteY4" fmla="*/ 1187 h 8457"/>
                    <a:gd name="connsiteX5" fmla="*/ 14851 w 23894"/>
                    <a:gd name="connsiteY5" fmla="*/ 3403 h 8457"/>
                    <a:gd name="connsiteX6" fmla="*/ 23894 w 23894"/>
                    <a:gd name="connsiteY6" fmla="*/ 8457 h 8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894" h="8457">
                      <a:moveTo>
                        <a:pt x="23894" y="8457"/>
                      </a:moveTo>
                      <a:cubicBezTo>
                        <a:pt x="23894" y="8457"/>
                        <a:pt x="23096" y="7703"/>
                        <a:pt x="21767" y="6728"/>
                      </a:cubicBezTo>
                      <a:cubicBezTo>
                        <a:pt x="20437" y="5664"/>
                        <a:pt x="18486" y="4689"/>
                        <a:pt x="16225" y="3270"/>
                      </a:cubicBezTo>
                      <a:cubicBezTo>
                        <a:pt x="11659" y="655"/>
                        <a:pt x="5541" y="-1650"/>
                        <a:pt x="0" y="1586"/>
                      </a:cubicBezTo>
                      <a:cubicBezTo>
                        <a:pt x="0" y="1586"/>
                        <a:pt x="2793" y="610"/>
                        <a:pt x="7182" y="1187"/>
                      </a:cubicBezTo>
                      <a:cubicBezTo>
                        <a:pt x="9398" y="1453"/>
                        <a:pt x="12014" y="2162"/>
                        <a:pt x="14851" y="3403"/>
                      </a:cubicBezTo>
                      <a:cubicBezTo>
                        <a:pt x="17688" y="4822"/>
                        <a:pt x="20791" y="6019"/>
                        <a:pt x="23894" y="84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13" name="Forme libre : forme 24412">
                  <a:extLst>
                    <a:ext uri="{FF2B5EF4-FFF2-40B4-BE49-F238E27FC236}">
                      <a16:creationId xmlns:a16="http://schemas.microsoft.com/office/drawing/2014/main" id="{8B47B91A-8C34-4E5E-B53A-1C39CA38D185}"/>
                    </a:ext>
                  </a:extLst>
                </p:cNvPr>
                <p:cNvSpPr/>
                <p:nvPr/>
              </p:nvSpPr>
              <p:spPr>
                <a:xfrm>
                  <a:off x="6167783" y="1480163"/>
                  <a:ext cx="9055" cy="8945"/>
                </a:xfrm>
                <a:custGeom>
                  <a:avLst/>
                  <a:gdLst>
                    <a:gd name="connsiteX0" fmla="*/ 8544 w 9055"/>
                    <a:gd name="connsiteY0" fmla="*/ 8780 h 8945"/>
                    <a:gd name="connsiteX1" fmla="*/ 5707 w 9055"/>
                    <a:gd name="connsiteY1" fmla="*/ 8426 h 8945"/>
                    <a:gd name="connsiteX2" fmla="*/ 2249 w 9055"/>
                    <a:gd name="connsiteY2" fmla="*/ 5544 h 8945"/>
                    <a:gd name="connsiteX3" fmla="*/ 609 w 9055"/>
                    <a:gd name="connsiteY3" fmla="*/ 91 h 8945"/>
                    <a:gd name="connsiteX4" fmla="*/ 6549 w 9055"/>
                    <a:gd name="connsiteY4" fmla="*/ 3549 h 8945"/>
                    <a:gd name="connsiteX5" fmla="*/ 8810 w 9055"/>
                    <a:gd name="connsiteY5" fmla="*/ 6785 h 8945"/>
                    <a:gd name="connsiteX6" fmla="*/ 8544 w 9055"/>
                    <a:gd name="connsiteY6" fmla="*/ 8780 h 8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55" h="8945">
                      <a:moveTo>
                        <a:pt x="8544" y="8780"/>
                      </a:moveTo>
                      <a:cubicBezTo>
                        <a:pt x="7924" y="9091"/>
                        <a:pt x="6904" y="8958"/>
                        <a:pt x="5707" y="8426"/>
                      </a:cubicBezTo>
                      <a:cubicBezTo>
                        <a:pt x="4510" y="7894"/>
                        <a:pt x="3358" y="6785"/>
                        <a:pt x="2249" y="5544"/>
                      </a:cubicBezTo>
                      <a:cubicBezTo>
                        <a:pt x="77" y="3017"/>
                        <a:pt x="-632" y="579"/>
                        <a:pt x="609" y="91"/>
                      </a:cubicBezTo>
                      <a:cubicBezTo>
                        <a:pt x="1850" y="-396"/>
                        <a:pt x="4466" y="1111"/>
                        <a:pt x="6549" y="3549"/>
                      </a:cubicBezTo>
                      <a:cubicBezTo>
                        <a:pt x="7569" y="4835"/>
                        <a:pt x="8412" y="5854"/>
                        <a:pt x="8810" y="6785"/>
                      </a:cubicBezTo>
                      <a:cubicBezTo>
                        <a:pt x="9209" y="7716"/>
                        <a:pt x="9121" y="8426"/>
                        <a:pt x="8544" y="878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14" name="Forme libre : forme 24413">
                  <a:extLst>
                    <a:ext uri="{FF2B5EF4-FFF2-40B4-BE49-F238E27FC236}">
                      <a16:creationId xmlns:a16="http://schemas.microsoft.com/office/drawing/2014/main" id="{7E78F4A4-8721-4473-8010-3ECBFED788F3}"/>
                    </a:ext>
                  </a:extLst>
                </p:cNvPr>
                <p:cNvSpPr/>
                <p:nvPr/>
              </p:nvSpPr>
              <p:spPr>
                <a:xfrm>
                  <a:off x="6175158" y="1487281"/>
                  <a:ext cx="3029" cy="2382"/>
                </a:xfrm>
                <a:custGeom>
                  <a:avLst/>
                  <a:gdLst>
                    <a:gd name="connsiteX0" fmla="*/ 2943 w 3029"/>
                    <a:gd name="connsiteY0" fmla="*/ 2017 h 2382"/>
                    <a:gd name="connsiteX1" fmla="*/ 992 w 3029"/>
                    <a:gd name="connsiteY1" fmla="*/ 2017 h 2382"/>
                    <a:gd name="connsiteX2" fmla="*/ 105 w 3029"/>
                    <a:gd name="connsiteY2" fmla="*/ 333 h 2382"/>
                    <a:gd name="connsiteX3" fmla="*/ 2056 w 3029"/>
                    <a:gd name="connsiteY3" fmla="*/ 333 h 2382"/>
                    <a:gd name="connsiteX4" fmla="*/ 2943 w 3029"/>
                    <a:gd name="connsiteY4" fmla="*/ 2017 h 2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9" h="2382">
                      <a:moveTo>
                        <a:pt x="2943" y="2017"/>
                      </a:moveTo>
                      <a:cubicBezTo>
                        <a:pt x="2632" y="2505"/>
                        <a:pt x="1790" y="2505"/>
                        <a:pt x="992" y="2017"/>
                      </a:cubicBezTo>
                      <a:cubicBezTo>
                        <a:pt x="194" y="1529"/>
                        <a:pt x="-205" y="820"/>
                        <a:pt x="105" y="333"/>
                      </a:cubicBezTo>
                      <a:cubicBezTo>
                        <a:pt x="416" y="-111"/>
                        <a:pt x="1258" y="-111"/>
                        <a:pt x="2056" y="333"/>
                      </a:cubicBezTo>
                      <a:cubicBezTo>
                        <a:pt x="2854" y="820"/>
                        <a:pt x="3209" y="1574"/>
                        <a:pt x="2943" y="20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15" name="Forme libre : forme 24414">
                  <a:extLst>
                    <a:ext uri="{FF2B5EF4-FFF2-40B4-BE49-F238E27FC236}">
                      <a16:creationId xmlns:a16="http://schemas.microsoft.com/office/drawing/2014/main" id="{44CB34CC-2F0A-443A-916F-E5525A27663D}"/>
                    </a:ext>
                  </a:extLst>
                </p:cNvPr>
                <p:cNvSpPr/>
                <p:nvPr/>
              </p:nvSpPr>
              <p:spPr>
                <a:xfrm>
                  <a:off x="6174063" y="1471917"/>
                  <a:ext cx="17941" cy="26764"/>
                </a:xfrm>
                <a:custGeom>
                  <a:avLst/>
                  <a:gdLst>
                    <a:gd name="connsiteX0" fmla="*/ 17780 w 17941"/>
                    <a:gd name="connsiteY0" fmla="*/ 16317 h 26764"/>
                    <a:gd name="connsiteX1" fmla="*/ 16095 w 17941"/>
                    <a:gd name="connsiteY1" fmla="*/ 25139 h 26764"/>
                    <a:gd name="connsiteX2" fmla="*/ 12771 w 17941"/>
                    <a:gd name="connsiteY2" fmla="*/ 26602 h 26764"/>
                    <a:gd name="connsiteX3" fmla="*/ 10332 w 17941"/>
                    <a:gd name="connsiteY3" fmla="*/ 23410 h 26764"/>
                    <a:gd name="connsiteX4" fmla="*/ 8160 w 17941"/>
                    <a:gd name="connsiteY4" fmla="*/ 12770 h 26764"/>
                    <a:gd name="connsiteX5" fmla="*/ 5766 w 17941"/>
                    <a:gd name="connsiteY5" fmla="*/ 10066 h 26764"/>
                    <a:gd name="connsiteX6" fmla="*/ 2397 w 17941"/>
                    <a:gd name="connsiteY6" fmla="*/ 5943 h 26764"/>
                    <a:gd name="connsiteX7" fmla="*/ 890 w 17941"/>
                    <a:gd name="connsiteY7" fmla="*/ 47 h 26764"/>
                    <a:gd name="connsiteX8" fmla="*/ 8027 w 17941"/>
                    <a:gd name="connsiteY8" fmla="*/ 3461 h 26764"/>
                    <a:gd name="connsiteX9" fmla="*/ 14411 w 17941"/>
                    <a:gd name="connsiteY9" fmla="*/ 8736 h 26764"/>
                    <a:gd name="connsiteX10" fmla="*/ 17780 w 17941"/>
                    <a:gd name="connsiteY10" fmla="*/ 16317 h 2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941" h="26764">
                      <a:moveTo>
                        <a:pt x="17780" y="16317"/>
                      </a:moveTo>
                      <a:cubicBezTo>
                        <a:pt x="18312" y="19509"/>
                        <a:pt x="17470" y="22479"/>
                        <a:pt x="16095" y="25139"/>
                      </a:cubicBezTo>
                      <a:cubicBezTo>
                        <a:pt x="15608" y="26114"/>
                        <a:pt x="14500" y="27178"/>
                        <a:pt x="12771" y="26602"/>
                      </a:cubicBezTo>
                      <a:cubicBezTo>
                        <a:pt x="11130" y="26158"/>
                        <a:pt x="10510" y="24607"/>
                        <a:pt x="10332" y="23410"/>
                      </a:cubicBezTo>
                      <a:cubicBezTo>
                        <a:pt x="9756" y="19819"/>
                        <a:pt x="10332" y="16361"/>
                        <a:pt x="8160" y="12770"/>
                      </a:cubicBezTo>
                      <a:cubicBezTo>
                        <a:pt x="7806" y="12238"/>
                        <a:pt x="6874" y="11219"/>
                        <a:pt x="5766" y="10066"/>
                      </a:cubicBezTo>
                      <a:cubicBezTo>
                        <a:pt x="4569" y="9002"/>
                        <a:pt x="3372" y="7451"/>
                        <a:pt x="2397" y="5943"/>
                      </a:cubicBezTo>
                      <a:cubicBezTo>
                        <a:pt x="358" y="2973"/>
                        <a:pt x="-972" y="358"/>
                        <a:pt x="890" y="47"/>
                      </a:cubicBezTo>
                      <a:cubicBezTo>
                        <a:pt x="2796" y="-307"/>
                        <a:pt x="5500" y="1377"/>
                        <a:pt x="8027" y="3461"/>
                      </a:cubicBezTo>
                      <a:cubicBezTo>
                        <a:pt x="10776" y="5190"/>
                        <a:pt x="13347" y="7451"/>
                        <a:pt x="14411" y="8736"/>
                      </a:cubicBezTo>
                      <a:cubicBezTo>
                        <a:pt x="16273" y="11174"/>
                        <a:pt x="17337" y="14056"/>
                        <a:pt x="17780" y="1631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80" name="Graphique 2">
                <a:extLst>
                  <a:ext uri="{FF2B5EF4-FFF2-40B4-BE49-F238E27FC236}">
                    <a16:creationId xmlns:a16="http://schemas.microsoft.com/office/drawing/2014/main" id="{94C9BEDF-742E-4A93-ACCD-23E993B79DF3}"/>
                  </a:ext>
                </a:extLst>
              </p:cNvPr>
              <p:cNvGrpSpPr/>
              <p:nvPr/>
            </p:nvGrpSpPr>
            <p:grpSpPr>
              <a:xfrm>
                <a:off x="6192166" y="1487152"/>
                <a:ext cx="72376" cy="41193"/>
                <a:chOff x="6192166" y="1487152"/>
                <a:chExt cx="72376" cy="41193"/>
              </a:xfrm>
              <a:solidFill>
                <a:schemeClr val="accent1"/>
              </a:solidFill>
            </p:grpSpPr>
            <p:sp>
              <p:nvSpPr>
                <p:cNvPr id="24392" name="Forme libre : forme 24391">
                  <a:extLst>
                    <a:ext uri="{FF2B5EF4-FFF2-40B4-BE49-F238E27FC236}">
                      <a16:creationId xmlns:a16="http://schemas.microsoft.com/office/drawing/2014/main" id="{AF510C3A-3A5C-4176-A128-B361D801A603}"/>
                    </a:ext>
                  </a:extLst>
                </p:cNvPr>
                <p:cNvSpPr/>
                <p:nvPr/>
              </p:nvSpPr>
              <p:spPr>
                <a:xfrm>
                  <a:off x="6192210" y="1487152"/>
                  <a:ext cx="72332" cy="41176"/>
                </a:xfrm>
                <a:custGeom>
                  <a:avLst/>
                  <a:gdLst>
                    <a:gd name="connsiteX0" fmla="*/ 49106 w 72332"/>
                    <a:gd name="connsiteY0" fmla="*/ 41113 h 41176"/>
                    <a:gd name="connsiteX1" fmla="*/ 34255 w 72332"/>
                    <a:gd name="connsiteY1" fmla="*/ 40138 h 41176"/>
                    <a:gd name="connsiteX2" fmla="*/ 19582 w 72332"/>
                    <a:gd name="connsiteY2" fmla="*/ 37478 h 41176"/>
                    <a:gd name="connsiteX3" fmla="*/ 10361 w 72332"/>
                    <a:gd name="connsiteY3" fmla="*/ 33799 h 41176"/>
                    <a:gd name="connsiteX4" fmla="*/ 3667 w 72332"/>
                    <a:gd name="connsiteY4" fmla="*/ 28701 h 41176"/>
                    <a:gd name="connsiteX5" fmla="*/ 342 w 72332"/>
                    <a:gd name="connsiteY5" fmla="*/ 22716 h 41176"/>
                    <a:gd name="connsiteX6" fmla="*/ 608 w 72332"/>
                    <a:gd name="connsiteY6" fmla="*/ 17130 h 41176"/>
                    <a:gd name="connsiteX7" fmla="*/ 4509 w 72332"/>
                    <a:gd name="connsiteY7" fmla="*/ 7688 h 41176"/>
                    <a:gd name="connsiteX8" fmla="*/ 7967 w 72332"/>
                    <a:gd name="connsiteY8" fmla="*/ 3521 h 41176"/>
                    <a:gd name="connsiteX9" fmla="*/ 13420 w 72332"/>
                    <a:gd name="connsiteY9" fmla="*/ 1082 h 41176"/>
                    <a:gd name="connsiteX10" fmla="*/ 20202 w 72332"/>
                    <a:gd name="connsiteY10" fmla="*/ 18 h 41176"/>
                    <a:gd name="connsiteX11" fmla="*/ 27561 w 72332"/>
                    <a:gd name="connsiteY11" fmla="*/ 861 h 41176"/>
                    <a:gd name="connsiteX12" fmla="*/ 38555 w 72332"/>
                    <a:gd name="connsiteY12" fmla="*/ 2678 h 41176"/>
                    <a:gd name="connsiteX13" fmla="*/ 49682 w 72332"/>
                    <a:gd name="connsiteY13" fmla="*/ 3210 h 41176"/>
                    <a:gd name="connsiteX14" fmla="*/ 57086 w 72332"/>
                    <a:gd name="connsiteY14" fmla="*/ 4008 h 41176"/>
                    <a:gd name="connsiteX15" fmla="*/ 63469 w 72332"/>
                    <a:gd name="connsiteY15" fmla="*/ 6579 h 41176"/>
                    <a:gd name="connsiteX16" fmla="*/ 68257 w 72332"/>
                    <a:gd name="connsiteY16" fmla="*/ 10347 h 41176"/>
                    <a:gd name="connsiteX17" fmla="*/ 70651 w 72332"/>
                    <a:gd name="connsiteY17" fmla="*/ 15401 h 41176"/>
                    <a:gd name="connsiteX18" fmla="*/ 72247 w 72332"/>
                    <a:gd name="connsiteY18" fmla="*/ 25819 h 41176"/>
                    <a:gd name="connsiteX19" fmla="*/ 71183 w 72332"/>
                    <a:gd name="connsiteY19" fmla="*/ 31449 h 41176"/>
                    <a:gd name="connsiteX20" fmla="*/ 66528 w 72332"/>
                    <a:gd name="connsiteY20" fmla="*/ 36458 h 41176"/>
                    <a:gd name="connsiteX21" fmla="*/ 58859 w 72332"/>
                    <a:gd name="connsiteY21" fmla="*/ 39828 h 41176"/>
                    <a:gd name="connsiteX22" fmla="*/ 49106 w 72332"/>
                    <a:gd name="connsiteY22" fmla="*/ 41113 h 41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2332" h="41176">
                      <a:moveTo>
                        <a:pt x="49106" y="41113"/>
                      </a:moveTo>
                      <a:lnTo>
                        <a:pt x="34255" y="40138"/>
                      </a:lnTo>
                      <a:lnTo>
                        <a:pt x="19582" y="37478"/>
                      </a:lnTo>
                      <a:cubicBezTo>
                        <a:pt x="16124" y="36902"/>
                        <a:pt x="13109" y="35262"/>
                        <a:pt x="10361" y="33799"/>
                      </a:cubicBezTo>
                      <a:cubicBezTo>
                        <a:pt x="7657" y="32247"/>
                        <a:pt x="5396" y="30518"/>
                        <a:pt x="3667" y="28701"/>
                      </a:cubicBezTo>
                      <a:cubicBezTo>
                        <a:pt x="1938" y="26883"/>
                        <a:pt x="874" y="24666"/>
                        <a:pt x="342" y="22716"/>
                      </a:cubicBezTo>
                      <a:cubicBezTo>
                        <a:pt x="-190" y="20721"/>
                        <a:pt x="-101" y="18859"/>
                        <a:pt x="608" y="17130"/>
                      </a:cubicBezTo>
                      <a:lnTo>
                        <a:pt x="4509" y="7688"/>
                      </a:lnTo>
                      <a:cubicBezTo>
                        <a:pt x="5218" y="6003"/>
                        <a:pt x="6415" y="4584"/>
                        <a:pt x="7967" y="3521"/>
                      </a:cubicBezTo>
                      <a:cubicBezTo>
                        <a:pt x="9518" y="2368"/>
                        <a:pt x="11336" y="1792"/>
                        <a:pt x="13420" y="1082"/>
                      </a:cubicBezTo>
                      <a:cubicBezTo>
                        <a:pt x="15548" y="417"/>
                        <a:pt x="17853" y="18"/>
                        <a:pt x="20202" y="18"/>
                      </a:cubicBezTo>
                      <a:cubicBezTo>
                        <a:pt x="22596" y="-115"/>
                        <a:pt x="24990" y="506"/>
                        <a:pt x="27561" y="861"/>
                      </a:cubicBezTo>
                      <a:lnTo>
                        <a:pt x="38555" y="2678"/>
                      </a:lnTo>
                      <a:lnTo>
                        <a:pt x="49682" y="3210"/>
                      </a:lnTo>
                      <a:cubicBezTo>
                        <a:pt x="52298" y="3476"/>
                        <a:pt x="54780" y="3343"/>
                        <a:pt x="57086" y="4008"/>
                      </a:cubicBezTo>
                      <a:cubicBezTo>
                        <a:pt x="59391" y="4540"/>
                        <a:pt x="61563" y="5427"/>
                        <a:pt x="63469" y="6579"/>
                      </a:cubicBezTo>
                      <a:cubicBezTo>
                        <a:pt x="65376" y="7821"/>
                        <a:pt x="66971" y="8840"/>
                        <a:pt x="68257" y="10347"/>
                      </a:cubicBezTo>
                      <a:cubicBezTo>
                        <a:pt x="69498" y="11810"/>
                        <a:pt x="70341" y="13495"/>
                        <a:pt x="70651" y="15401"/>
                      </a:cubicBezTo>
                      <a:lnTo>
                        <a:pt x="72247" y="25819"/>
                      </a:lnTo>
                      <a:cubicBezTo>
                        <a:pt x="72513" y="27725"/>
                        <a:pt x="72158" y="29587"/>
                        <a:pt x="71183" y="31449"/>
                      </a:cubicBezTo>
                      <a:cubicBezTo>
                        <a:pt x="70208" y="33222"/>
                        <a:pt x="68656" y="35217"/>
                        <a:pt x="66528" y="36458"/>
                      </a:cubicBezTo>
                      <a:cubicBezTo>
                        <a:pt x="64445" y="37833"/>
                        <a:pt x="61829" y="38985"/>
                        <a:pt x="58859" y="39828"/>
                      </a:cubicBezTo>
                      <a:cubicBezTo>
                        <a:pt x="55889" y="40537"/>
                        <a:pt x="52564" y="41423"/>
                        <a:pt x="49106" y="41113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93" name="Forme libre : forme 24392">
                  <a:extLst>
                    <a:ext uri="{FF2B5EF4-FFF2-40B4-BE49-F238E27FC236}">
                      <a16:creationId xmlns:a16="http://schemas.microsoft.com/office/drawing/2014/main" id="{44FEE71B-8ACD-4843-95A2-792D9BE2B04D}"/>
                    </a:ext>
                  </a:extLst>
                </p:cNvPr>
                <p:cNvSpPr/>
                <p:nvPr/>
              </p:nvSpPr>
              <p:spPr>
                <a:xfrm>
                  <a:off x="6192166" y="1500204"/>
                  <a:ext cx="72332" cy="28142"/>
                </a:xfrm>
                <a:custGeom>
                  <a:avLst/>
                  <a:gdLst>
                    <a:gd name="connsiteX0" fmla="*/ 27029 w 72332"/>
                    <a:gd name="connsiteY0" fmla="*/ 13211 h 28142"/>
                    <a:gd name="connsiteX1" fmla="*/ 18961 w 72332"/>
                    <a:gd name="connsiteY1" fmla="*/ 12147 h 28142"/>
                    <a:gd name="connsiteX2" fmla="*/ 11735 w 72332"/>
                    <a:gd name="connsiteY2" fmla="*/ 9132 h 28142"/>
                    <a:gd name="connsiteX3" fmla="*/ 5928 w 72332"/>
                    <a:gd name="connsiteY3" fmla="*/ 5142 h 28142"/>
                    <a:gd name="connsiteX4" fmla="*/ 2293 w 72332"/>
                    <a:gd name="connsiteY4" fmla="*/ 0 h 28142"/>
                    <a:gd name="connsiteX5" fmla="*/ 608 w 72332"/>
                    <a:gd name="connsiteY5" fmla="*/ 4078 h 28142"/>
                    <a:gd name="connsiteX6" fmla="*/ 342 w 72332"/>
                    <a:gd name="connsiteY6" fmla="*/ 9664 h 28142"/>
                    <a:gd name="connsiteX7" fmla="*/ 3667 w 72332"/>
                    <a:gd name="connsiteY7" fmla="*/ 15649 h 28142"/>
                    <a:gd name="connsiteX8" fmla="*/ 10361 w 72332"/>
                    <a:gd name="connsiteY8" fmla="*/ 20747 h 28142"/>
                    <a:gd name="connsiteX9" fmla="*/ 19582 w 72332"/>
                    <a:gd name="connsiteY9" fmla="*/ 24426 h 28142"/>
                    <a:gd name="connsiteX10" fmla="*/ 34255 w 72332"/>
                    <a:gd name="connsiteY10" fmla="*/ 27086 h 28142"/>
                    <a:gd name="connsiteX11" fmla="*/ 49106 w 72332"/>
                    <a:gd name="connsiteY11" fmla="*/ 28061 h 28142"/>
                    <a:gd name="connsiteX12" fmla="*/ 58859 w 72332"/>
                    <a:gd name="connsiteY12" fmla="*/ 26776 h 28142"/>
                    <a:gd name="connsiteX13" fmla="*/ 66528 w 72332"/>
                    <a:gd name="connsiteY13" fmla="*/ 23407 h 28142"/>
                    <a:gd name="connsiteX14" fmla="*/ 71183 w 72332"/>
                    <a:gd name="connsiteY14" fmla="*/ 18397 h 28142"/>
                    <a:gd name="connsiteX15" fmla="*/ 72247 w 72332"/>
                    <a:gd name="connsiteY15" fmla="*/ 12767 h 28142"/>
                    <a:gd name="connsiteX16" fmla="*/ 72202 w 72332"/>
                    <a:gd name="connsiteY16" fmla="*/ 12413 h 28142"/>
                    <a:gd name="connsiteX17" fmla="*/ 66572 w 72332"/>
                    <a:gd name="connsiteY17" fmla="*/ 13477 h 28142"/>
                    <a:gd name="connsiteX18" fmla="*/ 60898 w 72332"/>
                    <a:gd name="connsiteY18" fmla="*/ 13831 h 28142"/>
                    <a:gd name="connsiteX19" fmla="*/ 49638 w 72332"/>
                    <a:gd name="connsiteY19" fmla="*/ 14186 h 28142"/>
                    <a:gd name="connsiteX20" fmla="*/ 38422 w 72332"/>
                    <a:gd name="connsiteY20" fmla="*/ 13787 h 28142"/>
                    <a:gd name="connsiteX21" fmla="*/ 27029 w 72332"/>
                    <a:gd name="connsiteY21" fmla="*/ 13211 h 28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2332" h="28142">
                      <a:moveTo>
                        <a:pt x="27029" y="13211"/>
                      </a:moveTo>
                      <a:cubicBezTo>
                        <a:pt x="24281" y="13078"/>
                        <a:pt x="21488" y="12989"/>
                        <a:pt x="18961" y="12147"/>
                      </a:cubicBezTo>
                      <a:cubicBezTo>
                        <a:pt x="16390" y="11349"/>
                        <a:pt x="13952" y="10329"/>
                        <a:pt x="11735" y="9132"/>
                      </a:cubicBezTo>
                      <a:cubicBezTo>
                        <a:pt x="9519" y="7935"/>
                        <a:pt x="7524" y="6650"/>
                        <a:pt x="5928" y="5142"/>
                      </a:cubicBezTo>
                      <a:cubicBezTo>
                        <a:pt x="4376" y="3502"/>
                        <a:pt x="3135" y="1773"/>
                        <a:pt x="2293" y="0"/>
                      </a:cubicBezTo>
                      <a:lnTo>
                        <a:pt x="608" y="4078"/>
                      </a:lnTo>
                      <a:cubicBezTo>
                        <a:pt x="-101" y="5763"/>
                        <a:pt x="-190" y="7669"/>
                        <a:pt x="342" y="9664"/>
                      </a:cubicBezTo>
                      <a:cubicBezTo>
                        <a:pt x="874" y="11570"/>
                        <a:pt x="1938" y="13831"/>
                        <a:pt x="3667" y="15649"/>
                      </a:cubicBezTo>
                      <a:cubicBezTo>
                        <a:pt x="5396" y="17466"/>
                        <a:pt x="7656" y="19195"/>
                        <a:pt x="10361" y="20747"/>
                      </a:cubicBezTo>
                      <a:cubicBezTo>
                        <a:pt x="13065" y="22210"/>
                        <a:pt x="16124" y="23806"/>
                        <a:pt x="19582" y="24426"/>
                      </a:cubicBezTo>
                      <a:lnTo>
                        <a:pt x="34255" y="27086"/>
                      </a:lnTo>
                      <a:lnTo>
                        <a:pt x="49106" y="28061"/>
                      </a:lnTo>
                      <a:cubicBezTo>
                        <a:pt x="52608" y="28416"/>
                        <a:pt x="55889" y="27529"/>
                        <a:pt x="58859" y="26776"/>
                      </a:cubicBezTo>
                      <a:cubicBezTo>
                        <a:pt x="61829" y="25934"/>
                        <a:pt x="64444" y="24781"/>
                        <a:pt x="66528" y="23407"/>
                      </a:cubicBezTo>
                      <a:cubicBezTo>
                        <a:pt x="68656" y="22121"/>
                        <a:pt x="70208" y="20171"/>
                        <a:pt x="71183" y="18397"/>
                      </a:cubicBezTo>
                      <a:cubicBezTo>
                        <a:pt x="72158" y="16580"/>
                        <a:pt x="72513" y="14674"/>
                        <a:pt x="72247" y="12767"/>
                      </a:cubicBezTo>
                      <a:lnTo>
                        <a:pt x="72202" y="12413"/>
                      </a:lnTo>
                      <a:cubicBezTo>
                        <a:pt x="70296" y="12812"/>
                        <a:pt x="68434" y="13255"/>
                        <a:pt x="66572" y="13477"/>
                      </a:cubicBezTo>
                      <a:cubicBezTo>
                        <a:pt x="64666" y="13610"/>
                        <a:pt x="62760" y="13698"/>
                        <a:pt x="60898" y="13831"/>
                      </a:cubicBezTo>
                      <a:cubicBezTo>
                        <a:pt x="57130" y="13920"/>
                        <a:pt x="53362" y="14408"/>
                        <a:pt x="49638" y="14186"/>
                      </a:cubicBezTo>
                      <a:cubicBezTo>
                        <a:pt x="45914" y="13964"/>
                        <a:pt x="42146" y="13787"/>
                        <a:pt x="38422" y="13787"/>
                      </a:cubicBezTo>
                      <a:cubicBezTo>
                        <a:pt x="34654" y="13876"/>
                        <a:pt x="30930" y="13166"/>
                        <a:pt x="27029" y="1321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94" name="Forme libre : forme 24393">
                  <a:extLst>
                    <a:ext uri="{FF2B5EF4-FFF2-40B4-BE49-F238E27FC236}">
                      <a16:creationId xmlns:a16="http://schemas.microsoft.com/office/drawing/2014/main" id="{1CE7113C-ECBC-41B6-9C4A-7ACD3F987826}"/>
                    </a:ext>
                  </a:extLst>
                </p:cNvPr>
                <p:cNvSpPr/>
                <p:nvPr/>
              </p:nvSpPr>
              <p:spPr>
                <a:xfrm>
                  <a:off x="6217178" y="1502580"/>
                  <a:ext cx="32120" cy="14310"/>
                </a:xfrm>
                <a:custGeom>
                  <a:avLst/>
                  <a:gdLst>
                    <a:gd name="connsiteX0" fmla="*/ 32118 w 32120"/>
                    <a:gd name="connsiteY0" fmla="*/ 7421 h 14310"/>
                    <a:gd name="connsiteX1" fmla="*/ 27419 w 32120"/>
                    <a:gd name="connsiteY1" fmla="*/ 12740 h 14310"/>
                    <a:gd name="connsiteX2" fmla="*/ 22054 w 32120"/>
                    <a:gd name="connsiteY2" fmla="*/ 14070 h 14310"/>
                    <a:gd name="connsiteX3" fmla="*/ 15449 w 32120"/>
                    <a:gd name="connsiteY3" fmla="*/ 14248 h 14310"/>
                    <a:gd name="connsiteX4" fmla="*/ 8932 w 32120"/>
                    <a:gd name="connsiteY4" fmla="*/ 13095 h 14310"/>
                    <a:gd name="connsiteX5" fmla="*/ 3879 w 32120"/>
                    <a:gd name="connsiteY5" fmla="*/ 10657 h 14310"/>
                    <a:gd name="connsiteX6" fmla="*/ 66 w 32120"/>
                    <a:gd name="connsiteY6" fmla="*/ 4894 h 14310"/>
                    <a:gd name="connsiteX7" fmla="*/ 5564 w 32120"/>
                    <a:gd name="connsiteY7" fmla="*/ 771 h 14310"/>
                    <a:gd name="connsiteX8" fmla="*/ 10617 w 32120"/>
                    <a:gd name="connsiteY8" fmla="*/ 106 h 14310"/>
                    <a:gd name="connsiteX9" fmla="*/ 16602 w 32120"/>
                    <a:gd name="connsiteY9" fmla="*/ 62 h 14310"/>
                    <a:gd name="connsiteX10" fmla="*/ 22498 w 32120"/>
                    <a:gd name="connsiteY10" fmla="*/ 948 h 14310"/>
                    <a:gd name="connsiteX11" fmla="*/ 27374 w 32120"/>
                    <a:gd name="connsiteY11" fmla="*/ 2677 h 14310"/>
                    <a:gd name="connsiteX12" fmla="*/ 32118 w 32120"/>
                    <a:gd name="connsiteY12" fmla="*/ 7421 h 14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120" h="14310">
                      <a:moveTo>
                        <a:pt x="32118" y="7421"/>
                      </a:moveTo>
                      <a:cubicBezTo>
                        <a:pt x="32206" y="9416"/>
                        <a:pt x="30433" y="11322"/>
                        <a:pt x="27419" y="12740"/>
                      </a:cubicBezTo>
                      <a:cubicBezTo>
                        <a:pt x="25911" y="13494"/>
                        <a:pt x="24094" y="13760"/>
                        <a:pt x="22054" y="14070"/>
                      </a:cubicBezTo>
                      <a:cubicBezTo>
                        <a:pt x="20015" y="14292"/>
                        <a:pt x="17755" y="14381"/>
                        <a:pt x="15449" y="14248"/>
                      </a:cubicBezTo>
                      <a:cubicBezTo>
                        <a:pt x="13100" y="14070"/>
                        <a:pt x="10883" y="13893"/>
                        <a:pt x="8932" y="13095"/>
                      </a:cubicBezTo>
                      <a:cubicBezTo>
                        <a:pt x="6982" y="12386"/>
                        <a:pt x="5253" y="11543"/>
                        <a:pt x="3879" y="10657"/>
                      </a:cubicBezTo>
                      <a:cubicBezTo>
                        <a:pt x="1086" y="8884"/>
                        <a:pt x="-333" y="6800"/>
                        <a:pt x="66" y="4894"/>
                      </a:cubicBezTo>
                      <a:cubicBezTo>
                        <a:pt x="465" y="2987"/>
                        <a:pt x="2593" y="1525"/>
                        <a:pt x="5564" y="771"/>
                      </a:cubicBezTo>
                      <a:cubicBezTo>
                        <a:pt x="7071" y="372"/>
                        <a:pt x="8755" y="150"/>
                        <a:pt x="10617" y="106"/>
                      </a:cubicBezTo>
                      <a:cubicBezTo>
                        <a:pt x="12435" y="150"/>
                        <a:pt x="14518" y="-116"/>
                        <a:pt x="16602" y="62"/>
                      </a:cubicBezTo>
                      <a:cubicBezTo>
                        <a:pt x="18685" y="195"/>
                        <a:pt x="20680" y="461"/>
                        <a:pt x="22498" y="948"/>
                      </a:cubicBezTo>
                      <a:cubicBezTo>
                        <a:pt x="24315" y="1347"/>
                        <a:pt x="25956" y="2145"/>
                        <a:pt x="27374" y="2677"/>
                      </a:cubicBezTo>
                      <a:cubicBezTo>
                        <a:pt x="30212" y="3741"/>
                        <a:pt x="32029" y="5426"/>
                        <a:pt x="32118" y="7421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95" name="Forme libre : forme 24394">
                  <a:extLst>
                    <a:ext uri="{FF2B5EF4-FFF2-40B4-BE49-F238E27FC236}">
                      <a16:creationId xmlns:a16="http://schemas.microsoft.com/office/drawing/2014/main" id="{7CA6DA16-2F58-495E-A12F-7A4D27CA6631}"/>
                    </a:ext>
                  </a:extLst>
                </p:cNvPr>
                <p:cNvSpPr/>
                <p:nvPr/>
              </p:nvSpPr>
              <p:spPr>
                <a:xfrm>
                  <a:off x="6217223" y="1502819"/>
                  <a:ext cx="23074" cy="14042"/>
                </a:xfrm>
                <a:custGeom>
                  <a:avLst/>
                  <a:gdLst>
                    <a:gd name="connsiteX0" fmla="*/ 7913 w 23074"/>
                    <a:gd name="connsiteY0" fmla="*/ 0 h 14042"/>
                    <a:gd name="connsiteX1" fmla="*/ 66 w 23074"/>
                    <a:gd name="connsiteY1" fmla="*/ 4610 h 14042"/>
                    <a:gd name="connsiteX2" fmla="*/ 3879 w 23074"/>
                    <a:gd name="connsiteY2" fmla="*/ 10373 h 14042"/>
                    <a:gd name="connsiteX3" fmla="*/ 8932 w 23074"/>
                    <a:gd name="connsiteY3" fmla="*/ 12812 h 14042"/>
                    <a:gd name="connsiteX4" fmla="*/ 15449 w 23074"/>
                    <a:gd name="connsiteY4" fmla="*/ 13964 h 14042"/>
                    <a:gd name="connsiteX5" fmla="*/ 23074 w 23074"/>
                    <a:gd name="connsiteY5" fmla="*/ 13654 h 14042"/>
                    <a:gd name="connsiteX6" fmla="*/ 18907 w 23074"/>
                    <a:gd name="connsiteY6" fmla="*/ 12900 h 14042"/>
                    <a:gd name="connsiteX7" fmla="*/ 10129 w 23074"/>
                    <a:gd name="connsiteY7" fmla="*/ 7315 h 14042"/>
                    <a:gd name="connsiteX8" fmla="*/ 7913 w 23074"/>
                    <a:gd name="connsiteY8" fmla="*/ 0 h 14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074" h="14042">
                      <a:moveTo>
                        <a:pt x="7913" y="0"/>
                      </a:moveTo>
                      <a:cubicBezTo>
                        <a:pt x="3701" y="576"/>
                        <a:pt x="554" y="2217"/>
                        <a:pt x="66" y="4610"/>
                      </a:cubicBezTo>
                      <a:cubicBezTo>
                        <a:pt x="-333" y="6517"/>
                        <a:pt x="1086" y="8556"/>
                        <a:pt x="3879" y="10373"/>
                      </a:cubicBezTo>
                      <a:cubicBezTo>
                        <a:pt x="5253" y="11260"/>
                        <a:pt x="6982" y="12102"/>
                        <a:pt x="8932" y="12812"/>
                      </a:cubicBezTo>
                      <a:cubicBezTo>
                        <a:pt x="10883" y="13610"/>
                        <a:pt x="13100" y="13787"/>
                        <a:pt x="15449" y="13964"/>
                      </a:cubicBezTo>
                      <a:cubicBezTo>
                        <a:pt x="18198" y="14142"/>
                        <a:pt x="20813" y="14009"/>
                        <a:pt x="23074" y="13654"/>
                      </a:cubicBezTo>
                      <a:cubicBezTo>
                        <a:pt x="21655" y="13521"/>
                        <a:pt x="20281" y="13299"/>
                        <a:pt x="18907" y="12900"/>
                      </a:cubicBezTo>
                      <a:cubicBezTo>
                        <a:pt x="15272" y="11526"/>
                        <a:pt x="12080" y="9797"/>
                        <a:pt x="10129" y="7315"/>
                      </a:cubicBezTo>
                      <a:cubicBezTo>
                        <a:pt x="8179" y="4921"/>
                        <a:pt x="7292" y="2350"/>
                        <a:pt x="7913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96" name="Forme libre : forme 24395">
                  <a:extLst>
                    <a:ext uri="{FF2B5EF4-FFF2-40B4-BE49-F238E27FC236}">
                      <a16:creationId xmlns:a16="http://schemas.microsoft.com/office/drawing/2014/main" id="{30363E7F-F426-46F6-B118-EDA341F0467F}"/>
                    </a:ext>
                  </a:extLst>
                </p:cNvPr>
                <p:cNvSpPr/>
                <p:nvPr/>
              </p:nvSpPr>
              <p:spPr>
                <a:xfrm>
                  <a:off x="6218478" y="1504229"/>
                  <a:ext cx="32553" cy="14345"/>
                </a:xfrm>
                <a:custGeom>
                  <a:avLst/>
                  <a:gdLst>
                    <a:gd name="connsiteX0" fmla="*/ 32547 w 32553"/>
                    <a:gd name="connsiteY0" fmla="*/ 7279 h 14345"/>
                    <a:gd name="connsiteX1" fmla="*/ 27848 w 32553"/>
                    <a:gd name="connsiteY1" fmla="*/ 12599 h 14345"/>
                    <a:gd name="connsiteX2" fmla="*/ 22439 w 32553"/>
                    <a:gd name="connsiteY2" fmla="*/ 14106 h 14345"/>
                    <a:gd name="connsiteX3" fmla="*/ 15745 w 32553"/>
                    <a:gd name="connsiteY3" fmla="*/ 14283 h 14345"/>
                    <a:gd name="connsiteX4" fmla="*/ 9140 w 32553"/>
                    <a:gd name="connsiteY4" fmla="*/ 13308 h 14345"/>
                    <a:gd name="connsiteX5" fmla="*/ 3998 w 32553"/>
                    <a:gd name="connsiteY5" fmla="*/ 10870 h 14345"/>
                    <a:gd name="connsiteX6" fmla="*/ 52 w 32553"/>
                    <a:gd name="connsiteY6" fmla="*/ 5062 h 14345"/>
                    <a:gd name="connsiteX7" fmla="*/ 5549 w 32553"/>
                    <a:gd name="connsiteY7" fmla="*/ 940 h 14345"/>
                    <a:gd name="connsiteX8" fmla="*/ 10648 w 32553"/>
                    <a:gd name="connsiteY8" fmla="*/ 275 h 14345"/>
                    <a:gd name="connsiteX9" fmla="*/ 16721 w 32553"/>
                    <a:gd name="connsiteY9" fmla="*/ 53 h 14345"/>
                    <a:gd name="connsiteX10" fmla="*/ 22705 w 32553"/>
                    <a:gd name="connsiteY10" fmla="*/ 940 h 14345"/>
                    <a:gd name="connsiteX11" fmla="*/ 27670 w 32553"/>
                    <a:gd name="connsiteY11" fmla="*/ 2491 h 14345"/>
                    <a:gd name="connsiteX12" fmla="*/ 32547 w 32553"/>
                    <a:gd name="connsiteY12" fmla="*/ 7279 h 14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553" h="14345">
                      <a:moveTo>
                        <a:pt x="32547" y="7279"/>
                      </a:moveTo>
                      <a:cubicBezTo>
                        <a:pt x="32680" y="9274"/>
                        <a:pt x="30907" y="11180"/>
                        <a:pt x="27848" y="12599"/>
                      </a:cubicBezTo>
                      <a:cubicBezTo>
                        <a:pt x="26341" y="13397"/>
                        <a:pt x="24479" y="13929"/>
                        <a:pt x="22439" y="14106"/>
                      </a:cubicBezTo>
                      <a:cubicBezTo>
                        <a:pt x="20400" y="14328"/>
                        <a:pt x="18139" y="14416"/>
                        <a:pt x="15745" y="14283"/>
                      </a:cubicBezTo>
                      <a:cubicBezTo>
                        <a:pt x="13396" y="14150"/>
                        <a:pt x="11135" y="13796"/>
                        <a:pt x="9140" y="13308"/>
                      </a:cubicBezTo>
                      <a:cubicBezTo>
                        <a:pt x="7145" y="12599"/>
                        <a:pt x="5416" y="11756"/>
                        <a:pt x="3998" y="10870"/>
                      </a:cubicBezTo>
                      <a:cubicBezTo>
                        <a:pt x="1161" y="9052"/>
                        <a:pt x="-302" y="7013"/>
                        <a:pt x="52" y="5062"/>
                      </a:cubicBezTo>
                      <a:cubicBezTo>
                        <a:pt x="407" y="3156"/>
                        <a:pt x="2535" y="1693"/>
                        <a:pt x="5549" y="940"/>
                      </a:cubicBezTo>
                      <a:cubicBezTo>
                        <a:pt x="7056" y="541"/>
                        <a:pt x="8785" y="319"/>
                        <a:pt x="10648" y="275"/>
                      </a:cubicBezTo>
                      <a:cubicBezTo>
                        <a:pt x="12554" y="53"/>
                        <a:pt x="14593" y="-80"/>
                        <a:pt x="16721" y="53"/>
                      </a:cubicBezTo>
                      <a:cubicBezTo>
                        <a:pt x="18849" y="186"/>
                        <a:pt x="20844" y="496"/>
                        <a:pt x="22705" y="940"/>
                      </a:cubicBezTo>
                      <a:cubicBezTo>
                        <a:pt x="24567" y="1472"/>
                        <a:pt x="26207" y="1959"/>
                        <a:pt x="27670" y="2491"/>
                      </a:cubicBezTo>
                      <a:cubicBezTo>
                        <a:pt x="30552" y="3555"/>
                        <a:pt x="32458" y="5284"/>
                        <a:pt x="32547" y="727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97" name="Forme libre : forme 24396">
                  <a:extLst>
                    <a:ext uri="{FF2B5EF4-FFF2-40B4-BE49-F238E27FC236}">
                      <a16:creationId xmlns:a16="http://schemas.microsoft.com/office/drawing/2014/main" id="{8438AB85-E384-4872-828D-0833028E00CA}"/>
                    </a:ext>
                  </a:extLst>
                </p:cNvPr>
                <p:cNvSpPr/>
                <p:nvPr/>
              </p:nvSpPr>
              <p:spPr>
                <a:xfrm>
                  <a:off x="6202658" y="1494704"/>
                  <a:ext cx="40825" cy="29859"/>
                </a:xfrm>
                <a:custGeom>
                  <a:avLst/>
                  <a:gdLst>
                    <a:gd name="connsiteX0" fmla="*/ 1154 w 40825"/>
                    <a:gd name="connsiteY0" fmla="*/ 10155 h 29859"/>
                    <a:gd name="connsiteX1" fmla="*/ 267 w 40825"/>
                    <a:gd name="connsiteY1" fmla="*/ 16716 h 29859"/>
                    <a:gd name="connsiteX2" fmla="*/ 15695 w 40825"/>
                    <a:gd name="connsiteY2" fmla="*/ 27799 h 29859"/>
                    <a:gd name="connsiteX3" fmla="*/ 25137 w 40825"/>
                    <a:gd name="connsiteY3" fmla="*/ 29838 h 29859"/>
                    <a:gd name="connsiteX4" fmla="*/ 34358 w 40825"/>
                    <a:gd name="connsiteY4" fmla="*/ 29084 h 29859"/>
                    <a:gd name="connsiteX5" fmla="*/ 40387 w 40825"/>
                    <a:gd name="connsiteY5" fmla="*/ 23011 h 29859"/>
                    <a:gd name="connsiteX6" fmla="*/ 34624 w 40825"/>
                    <a:gd name="connsiteY6" fmla="*/ 19331 h 29859"/>
                    <a:gd name="connsiteX7" fmla="*/ 27398 w 40825"/>
                    <a:gd name="connsiteY7" fmla="*/ 15297 h 29859"/>
                    <a:gd name="connsiteX8" fmla="*/ 21724 w 40825"/>
                    <a:gd name="connsiteY8" fmla="*/ 10155 h 29859"/>
                    <a:gd name="connsiteX9" fmla="*/ 8424 w 40825"/>
                    <a:gd name="connsiteY9" fmla="*/ 3 h 29859"/>
                    <a:gd name="connsiteX10" fmla="*/ 1154 w 40825"/>
                    <a:gd name="connsiteY10" fmla="*/ 10155 h 29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825" h="29859">
                      <a:moveTo>
                        <a:pt x="1154" y="10155"/>
                      </a:moveTo>
                      <a:cubicBezTo>
                        <a:pt x="401" y="12238"/>
                        <a:pt x="-442" y="14366"/>
                        <a:pt x="267" y="16716"/>
                      </a:cubicBezTo>
                      <a:cubicBezTo>
                        <a:pt x="1597" y="21149"/>
                        <a:pt x="8336" y="25892"/>
                        <a:pt x="15695" y="27799"/>
                      </a:cubicBezTo>
                      <a:cubicBezTo>
                        <a:pt x="18709" y="28685"/>
                        <a:pt x="21945" y="29572"/>
                        <a:pt x="25137" y="29838"/>
                      </a:cubicBezTo>
                      <a:cubicBezTo>
                        <a:pt x="28373" y="29927"/>
                        <a:pt x="31521" y="29749"/>
                        <a:pt x="34358" y="29084"/>
                      </a:cubicBezTo>
                      <a:cubicBezTo>
                        <a:pt x="38658" y="28109"/>
                        <a:pt x="42072" y="25582"/>
                        <a:pt x="40387" y="23011"/>
                      </a:cubicBezTo>
                      <a:cubicBezTo>
                        <a:pt x="39367" y="21415"/>
                        <a:pt x="36841" y="20351"/>
                        <a:pt x="34624" y="19331"/>
                      </a:cubicBezTo>
                      <a:cubicBezTo>
                        <a:pt x="32009" y="18090"/>
                        <a:pt x="29570" y="16760"/>
                        <a:pt x="27398" y="15297"/>
                      </a:cubicBezTo>
                      <a:cubicBezTo>
                        <a:pt x="25226" y="13923"/>
                        <a:pt x="23364" y="11928"/>
                        <a:pt x="21724" y="10155"/>
                      </a:cubicBezTo>
                      <a:cubicBezTo>
                        <a:pt x="18887" y="6919"/>
                        <a:pt x="14631" y="402"/>
                        <a:pt x="8424" y="3"/>
                      </a:cubicBezTo>
                      <a:cubicBezTo>
                        <a:pt x="2706" y="-174"/>
                        <a:pt x="2174" y="7229"/>
                        <a:pt x="1154" y="1015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98" name="Forme libre : forme 24397">
                  <a:extLst>
                    <a:ext uri="{FF2B5EF4-FFF2-40B4-BE49-F238E27FC236}">
                      <a16:creationId xmlns:a16="http://schemas.microsoft.com/office/drawing/2014/main" id="{5C5BADD6-06C0-4B6C-A7A8-231B19114DCE}"/>
                    </a:ext>
                  </a:extLst>
                </p:cNvPr>
                <p:cNvSpPr/>
                <p:nvPr/>
              </p:nvSpPr>
              <p:spPr>
                <a:xfrm>
                  <a:off x="6211803" y="1496830"/>
                  <a:ext cx="13011" cy="5855"/>
                </a:xfrm>
                <a:custGeom>
                  <a:avLst/>
                  <a:gdLst>
                    <a:gd name="connsiteX0" fmla="*/ 1142 w 13011"/>
                    <a:gd name="connsiteY0" fmla="*/ 2442 h 5855"/>
                    <a:gd name="connsiteX1" fmla="*/ 33 w 13011"/>
                    <a:gd name="connsiteY1" fmla="*/ 3684 h 5855"/>
                    <a:gd name="connsiteX2" fmla="*/ 831 w 13011"/>
                    <a:gd name="connsiteY2" fmla="*/ 5280 h 5855"/>
                    <a:gd name="connsiteX3" fmla="*/ 3048 w 13011"/>
                    <a:gd name="connsiteY3" fmla="*/ 5856 h 5855"/>
                    <a:gd name="connsiteX4" fmla="*/ 8766 w 13011"/>
                    <a:gd name="connsiteY4" fmla="*/ 5368 h 5855"/>
                    <a:gd name="connsiteX5" fmla="*/ 10850 w 13011"/>
                    <a:gd name="connsiteY5" fmla="*/ 4792 h 5855"/>
                    <a:gd name="connsiteX6" fmla="*/ 10052 w 13011"/>
                    <a:gd name="connsiteY6" fmla="*/ 4 h 5855"/>
                    <a:gd name="connsiteX7" fmla="*/ 1142 w 13011"/>
                    <a:gd name="connsiteY7" fmla="*/ 2442 h 5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011" h="5855">
                      <a:moveTo>
                        <a:pt x="1142" y="2442"/>
                      </a:moveTo>
                      <a:cubicBezTo>
                        <a:pt x="654" y="2797"/>
                        <a:pt x="166" y="3196"/>
                        <a:pt x="33" y="3684"/>
                      </a:cubicBezTo>
                      <a:cubicBezTo>
                        <a:pt x="-100" y="4216"/>
                        <a:pt x="166" y="4881"/>
                        <a:pt x="831" y="5280"/>
                      </a:cubicBezTo>
                      <a:cubicBezTo>
                        <a:pt x="1452" y="5679"/>
                        <a:pt x="2294" y="5812"/>
                        <a:pt x="3048" y="5856"/>
                      </a:cubicBezTo>
                      <a:cubicBezTo>
                        <a:pt x="4998" y="5812"/>
                        <a:pt x="6949" y="5679"/>
                        <a:pt x="8766" y="5368"/>
                      </a:cubicBezTo>
                      <a:cubicBezTo>
                        <a:pt x="9520" y="5235"/>
                        <a:pt x="10274" y="5102"/>
                        <a:pt x="10850" y="4792"/>
                      </a:cubicBezTo>
                      <a:cubicBezTo>
                        <a:pt x="13377" y="3595"/>
                        <a:pt x="14352" y="270"/>
                        <a:pt x="10052" y="4"/>
                      </a:cubicBezTo>
                      <a:cubicBezTo>
                        <a:pt x="6772" y="-84"/>
                        <a:pt x="3181" y="1245"/>
                        <a:pt x="1142" y="244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99" name="Forme libre : forme 24398">
                  <a:extLst>
                    <a:ext uri="{FF2B5EF4-FFF2-40B4-BE49-F238E27FC236}">
                      <a16:creationId xmlns:a16="http://schemas.microsoft.com/office/drawing/2014/main" id="{71465665-70EB-4E67-824A-F4075B34826F}"/>
                    </a:ext>
                  </a:extLst>
                </p:cNvPr>
                <p:cNvSpPr/>
                <p:nvPr/>
              </p:nvSpPr>
              <p:spPr>
                <a:xfrm>
                  <a:off x="6241848" y="1511774"/>
                  <a:ext cx="20301" cy="15693"/>
                </a:xfrm>
                <a:custGeom>
                  <a:avLst/>
                  <a:gdLst>
                    <a:gd name="connsiteX0" fmla="*/ 20215 w 20301"/>
                    <a:gd name="connsiteY0" fmla="*/ 0 h 15693"/>
                    <a:gd name="connsiteX1" fmla="*/ 18752 w 20301"/>
                    <a:gd name="connsiteY1" fmla="*/ 6295 h 15693"/>
                    <a:gd name="connsiteX2" fmla="*/ 12945 w 20301"/>
                    <a:gd name="connsiteY2" fmla="*/ 11526 h 15693"/>
                    <a:gd name="connsiteX3" fmla="*/ 0 w 20301"/>
                    <a:gd name="connsiteY3" fmla="*/ 15693 h 15693"/>
                    <a:gd name="connsiteX4" fmla="*/ 798 w 20301"/>
                    <a:gd name="connsiteY4" fmla="*/ 15560 h 15693"/>
                    <a:gd name="connsiteX5" fmla="*/ 2881 w 20301"/>
                    <a:gd name="connsiteY5" fmla="*/ 15028 h 15693"/>
                    <a:gd name="connsiteX6" fmla="*/ 9354 w 20301"/>
                    <a:gd name="connsiteY6" fmla="*/ 12368 h 15693"/>
                    <a:gd name="connsiteX7" fmla="*/ 16181 w 20301"/>
                    <a:gd name="connsiteY7" fmla="*/ 7536 h 15693"/>
                    <a:gd name="connsiteX8" fmla="*/ 20215 w 20301"/>
                    <a:gd name="connsiteY8" fmla="*/ 0 h 15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301" h="15693">
                      <a:moveTo>
                        <a:pt x="20215" y="0"/>
                      </a:moveTo>
                      <a:cubicBezTo>
                        <a:pt x="20215" y="0"/>
                        <a:pt x="20835" y="2704"/>
                        <a:pt x="18752" y="6295"/>
                      </a:cubicBezTo>
                      <a:cubicBezTo>
                        <a:pt x="17732" y="8113"/>
                        <a:pt x="15915" y="9797"/>
                        <a:pt x="12945" y="11526"/>
                      </a:cubicBezTo>
                      <a:cubicBezTo>
                        <a:pt x="9974" y="13122"/>
                        <a:pt x="5807" y="14940"/>
                        <a:pt x="0" y="15693"/>
                      </a:cubicBezTo>
                      <a:cubicBezTo>
                        <a:pt x="0" y="15693"/>
                        <a:pt x="266" y="15649"/>
                        <a:pt x="798" y="15560"/>
                      </a:cubicBezTo>
                      <a:cubicBezTo>
                        <a:pt x="1286" y="15472"/>
                        <a:pt x="1995" y="15339"/>
                        <a:pt x="2881" y="15028"/>
                      </a:cubicBezTo>
                      <a:cubicBezTo>
                        <a:pt x="4610" y="14452"/>
                        <a:pt x="6960" y="13610"/>
                        <a:pt x="9354" y="12368"/>
                      </a:cubicBezTo>
                      <a:cubicBezTo>
                        <a:pt x="11748" y="11127"/>
                        <a:pt x="14186" y="9531"/>
                        <a:pt x="16181" y="7536"/>
                      </a:cubicBezTo>
                      <a:cubicBezTo>
                        <a:pt x="18131" y="5674"/>
                        <a:pt x="19639" y="2926"/>
                        <a:pt x="2021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00" name="Forme libre : forme 24399">
                  <a:extLst>
                    <a:ext uri="{FF2B5EF4-FFF2-40B4-BE49-F238E27FC236}">
                      <a16:creationId xmlns:a16="http://schemas.microsoft.com/office/drawing/2014/main" id="{FBE16A2C-848D-492E-95F8-42CAE56D2664}"/>
                    </a:ext>
                  </a:extLst>
                </p:cNvPr>
                <p:cNvSpPr/>
                <p:nvPr/>
              </p:nvSpPr>
              <p:spPr>
                <a:xfrm>
                  <a:off x="6197429" y="1488827"/>
                  <a:ext cx="23318" cy="7564"/>
                </a:xfrm>
                <a:custGeom>
                  <a:avLst/>
                  <a:gdLst>
                    <a:gd name="connsiteX0" fmla="*/ 23318 w 23318"/>
                    <a:gd name="connsiteY0" fmla="*/ 471 h 7564"/>
                    <a:gd name="connsiteX1" fmla="*/ 20570 w 23318"/>
                    <a:gd name="connsiteY1" fmla="*/ 294 h 7564"/>
                    <a:gd name="connsiteX2" fmla="*/ 14230 w 23318"/>
                    <a:gd name="connsiteY2" fmla="*/ 72 h 7564"/>
                    <a:gd name="connsiteX3" fmla="*/ 6517 w 23318"/>
                    <a:gd name="connsiteY3" fmla="*/ 2067 h 7564"/>
                    <a:gd name="connsiteX4" fmla="*/ 0 w 23318"/>
                    <a:gd name="connsiteY4" fmla="*/ 7564 h 7564"/>
                    <a:gd name="connsiteX5" fmla="*/ 5852 w 23318"/>
                    <a:gd name="connsiteY5" fmla="*/ 3575 h 7564"/>
                    <a:gd name="connsiteX6" fmla="*/ 13166 w 23318"/>
                    <a:gd name="connsiteY6" fmla="*/ 959 h 7564"/>
                    <a:gd name="connsiteX7" fmla="*/ 17821 w 23318"/>
                    <a:gd name="connsiteY7" fmla="*/ 427 h 7564"/>
                    <a:gd name="connsiteX8" fmla="*/ 20437 w 23318"/>
                    <a:gd name="connsiteY8" fmla="*/ 471 h 7564"/>
                    <a:gd name="connsiteX9" fmla="*/ 23318 w 23318"/>
                    <a:gd name="connsiteY9" fmla="*/ 471 h 7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318" h="7564">
                      <a:moveTo>
                        <a:pt x="23318" y="471"/>
                      </a:moveTo>
                      <a:cubicBezTo>
                        <a:pt x="23318" y="471"/>
                        <a:pt x="22254" y="338"/>
                        <a:pt x="20570" y="294"/>
                      </a:cubicBezTo>
                      <a:cubicBezTo>
                        <a:pt x="18929" y="72"/>
                        <a:pt x="16713" y="-105"/>
                        <a:pt x="14230" y="72"/>
                      </a:cubicBezTo>
                      <a:cubicBezTo>
                        <a:pt x="11748" y="250"/>
                        <a:pt x="9043" y="826"/>
                        <a:pt x="6517" y="2067"/>
                      </a:cubicBezTo>
                      <a:cubicBezTo>
                        <a:pt x="4034" y="3087"/>
                        <a:pt x="1729" y="4727"/>
                        <a:pt x="0" y="7564"/>
                      </a:cubicBezTo>
                      <a:cubicBezTo>
                        <a:pt x="0" y="7564"/>
                        <a:pt x="1995" y="5348"/>
                        <a:pt x="5852" y="3575"/>
                      </a:cubicBezTo>
                      <a:cubicBezTo>
                        <a:pt x="7847" y="2511"/>
                        <a:pt x="10285" y="1535"/>
                        <a:pt x="13166" y="959"/>
                      </a:cubicBezTo>
                      <a:cubicBezTo>
                        <a:pt x="14629" y="649"/>
                        <a:pt x="16181" y="471"/>
                        <a:pt x="17821" y="427"/>
                      </a:cubicBezTo>
                      <a:cubicBezTo>
                        <a:pt x="18663" y="383"/>
                        <a:pt x="19506" y="427"/>
                        <a:pt x="20437" y="471"/>
                      </a:cubicBezTo>
                      <a:cubicBezTo>
                        <a:pt x="21368" y="471"/>
                        <a:pt x="22343" y="427"/>
                        <a:pt x="23318" y="4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01" name="Forme libre : forme 24400">
                  <a:extLst>
                    <a:ext uri="{FF2B5EF4-FFF2-40B4-BE49-F238E27FC236}">
                      <a16:creationId xmlns:a16="http://schemas.microsoft.com/office/drawing/2014/main" id="{78B145AD-4051-4203-9E9E-10206477DFA4}"/>
                    </a:ext>
                  </a:extLst>
                </p:cNvPr>
                <p:cNvSpPr/>
                <p:nvPr/>
              </p:nvSpPr>
              <p:spPr>
                <a:xfrm>
                  <a:off x="6230806" y="1504109"/>
                  <a:ext cx="11700" cy="5266"/>
                </a:xfrm>
                <a:custGeom>
                  <a:avLst/>
                  <a:gdLst>
                    <a:gd name="connsiteX0" fmla="*/ 11575 w 11700"/>
                    <a:gd name="connsiteY0" fmla="*/ 4207 h 5266"/>
                    <a:gd name="connsiteX1" fmla="*/ 4481 w 11700"/>
                    <a:gd name="connsiteY1" fmla="*/ 4739 h 5266"/>
                    <a:gd name="connsiteX2" fmla="*/ 181 w 11700"/>
                    <a:gd name="connsiteY2" fmla="*/ 1060 h 5266"/>
                    <a:gd name="connsiteX3" fmla="*/ 7097 w 11700"/>
                    <a:gd name="connsiteY3" fmla="*/ 528 h 5266"/>
                    <a:gd name="connsiteX4" fmla="*/ 11575 w 11700"/>
                    <a:gd name="connsiteY4" fmla="*/ 4207 h 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0" h="5266">
                      <a:moveTo>
                        <a:pt x="11575" y="4207"/>
                      </a:moveTo>
                      <a:cubicBezTo>
                        <a:pt x="10909" y="5360"/>
                        <a:pt x="7673" y="5626"/>
                        <a:pt x="4481" y="4739"/>
                      </a:cubicBezTo>
                      <a:cubicBezTo>
                        <a:pt x="1290" y="3853"/>
                        <a:pt x="-616" y="2212"/>
                        <a:pt x="181" y="1060"/>
                      </a:cubicBezTo>
                      <a:cubicBezTo>
                        <a:pt x="979" y="-93"/>
                        <a:pt x="4038" y="-359"/>
                        <a:pt x="7097" y="528"/>
                      </a:cubicBezTo>
                      <a:cubicBezTo>
                        <a:pt x="10200" y="1370"/>
                        <a:pt x="12239" y="3055"/>
                        <a:pt x="11575" y="420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02" name="Forme libre : forme 24401">
                  <a:extLst>
                    <a:ext uri="{FF2B5EF4-FFF2-40B4-BE49-F238E27FC236}">
                      <a16:creationId xmlns:a16="http://schemas.microsoft.com/office/drawing/2014/main" id="{4D85501B-DE78-4D1B-9F97-6D9EE1F4393F}"/>
                    </a:ext>
                  </a:extLst>
                </p:cNvPr>
                <p:cNvSpPr/>
                <p:nvPr/>
              </p:nvSpPr>
              <p:spPr>
                <a:xfrm>
                  <a:off x="6240829" y="1506717"/>
                  <a:ext cx="3280" cy="2053"/>
                </a:xfrm>
                <a:custGeom>
                  <a:avLst/>
                  <a:gdLst>
                    <a:gd name="connsiteX0" fmla="*/ 3280 w 3280"/>
                    <a:gd name="connsiteY0" fmla="*/ 1067 h 2053"/>
                    <a:gd name="connsiteX1" fmla="*/ 1640 w 3280"/>
                    <a:gd name="connsiteY1" fmla="*/ 2043 h 2053"/>
                    <a:gd name="connsiteX2" fmla="*/ 0 w 3280"/>
                    <a:gd name="connsiteY2" fmla="*/ 934 h 2053"/>
                    <a:gd name="connsiteX3" fmla="*/ 1640 w 3280"/>
                    <a:gd name="connsiteY3" fmla="*/ 3 h 2053"/>
                    <a:gd name="connsiteX4" fmla="*/ 3280 w 3280"/>
                    <a:gd name="connsiteY4" fmla="*/ 1067 h 2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80" h="2053">
                      <a:moveTo>
                        <a:pt x="3280" y="1067"/>
                      </a:moveTo>
                      <a:cubicBezTo>
                        <a:pt x="3280" y="1644"/>
                        <a:pt x="2527" y="2131"/>
                        <a:pt x="1640" y="2043"/>
                      </a:cubicBezTo>
                      <a:cubicBezTo>
                        <a:pt x="709" y="1998"/>
                        <a:pt x="0" y="1511"/>
                        <a:pt x="0" y="934"/>
                      </a:cubicBezTo>
                      <a:cubicBezTo>
                        <a:pt x="0" y="358"/>
                        <a:pt x="754" y="-41"/>
                        <a:pt x="1640" y="3"/>
                      </a:cubicBezTo>
                      <a:cubicBezTo>
                        <a:pt x="2527" y="48"/>
                        <a:pt x="3280" y="535"/>
                        <a:pt x="3280" y="10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03" name="Forme libre : forme 24402">
                  <a:extLst>
                    <a:ext uri="{FF2B5EF4-FFF2-40B4-BE49-F238E27FC236}">
                      <a16:creationId xmlns:a16="http://schemas.microsoft.com/office/drawing/2014/main" id="{43503399-2972-4965-87FB-B61506C31ACF}"/>
                    </a:ext>
                  </a:extLst>
                </p:cNvPr>
                <p:cNvSpPr/>
                <p:nvPr/>
              </p:nvSpPr>
              <p:spPr>
                <a:xfrm>
                  <a:off x="6231741" y="1492943"/>
                  <a:ext cx="26743" cy="18077"/>
                </a:xfrm>
                <a:custGeom>
                  <a:avLst/>
                  <a:gdLst>
                    <a:gd name="connsiteX0" fmla="*/ 23539 w 26743"/>
                    <a:gd name="connsiteY0" fmla="*/ 6285 h 18077"/>
                    <a:gd name="connsiteX1" fmla="*/ 26731 w 26743"/>
                    <a:gd name="connsiteY1" fmla="*/ 15152 h 18077"/>
                    <a:gd name="connsiteX2" fmla="*/ 24648 w 26743"/>
                    <a:gd name="connsiteY2" fmla="*/ 18033 h 18077"/>
                    <a:gd name="connsiteX3" fmla="*/ 20880 w 26743"/>
                    <a:gd name="connsiteY3" fmla="*/ 16437 h 18077"/>
                    <a:gd name="connsiteX4" fmla="*/ 13432 w 26743"/>
                    <a:gd name="connsiteY4" fmla="*/ 8546 h 18077"/>
                    <a:gd name="connsiteX5" fmla="*/ 9974 w 26743"/>
                    <a:gd name="connsiteY5" fmla="*/ 7349 h 18077"/>
                    <a:gd name="connsiteX6" fmla="*/ 4876 w 26743"/>
                    <a:gd name="connsiteY6" fmla="*/ 5532 h 18077"/>
                    <a:gd name="connsiteX7" fmla="*/ 399 w 26743"/>
                    <a:gd name="connsiteY7" fmla="*/ 1409 h 18077"/>
                    <a:gd name="connsiteX8" fmla="*/ 8334 w 26743"/>
                    <a:gd name="connsiteY8" fmla="*/ 123 h 18077"/>
                    <a:gd name="connsiteX9" fmla="*/ 16579 w 26743"/>
                    <a:gd name="connsiteY9" fmla="*/ 1498 h 18077"/>
                    <a:gd name="connsiteX10" fmla="*/ 23539 w 26743"/>
                    <a:gd name="connsiteY10" fmla="*/ 6285 h 18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743" h="18077">
                      <a:moveTo>
                        <a:pt x="23539" y="6285"/>
                      </a:moveTo>
                      <a:cubicBezTo>
                        <a:pt x="25667" y="8989"/>
                        <a:pt x="26510" y="12093"/>
                        <a:pt x="26731" y="15152"/>
                      </a:cubicBezTo>
                      <a:cubicBezTo>
                        <a:pt x="26820" y="16304"/>
                        <a:pt x="26465" y="17767"/>
                        <a:pt x="24648" y="18033"/>
                      </a:cubicBezTo>
                      <a:cubicBezTo>
                        <a:pt x="23007" y="18299"/>
                        <a:pt x="21633" y="17324"/>
                        <a:pt x="20880" y="16437"/>
                      </a:cubicBezTo>
                      <a:cubicBezTo>
                        <a:pt x="18486" y="13689"/>
                        <a:pt x="17200" y="10364"/>
                        <a:pt x="13432" y="8546"/>
                      </a:cubicBezTo>
                      <a:cubicBezTo>
                        <a:pt x="12856" y="8325"/>
                        <a:pt x="11526" y="7970"/>
                        <a:pt x="9974" y="7349"/>
                      </a:cubicBezTo>
                      <a:cubicBezTo>
                        <a:pt x="8378" y="6817"/>
                        <a:pt x="6561" y="6197"/>
                        <a:pt x="4876" y="5532"/>
                      </a:cubicBezTo>
                      <a:cubicBezTo>
                        <a:pt x="1551" y="4246"/>
                        <a:pt x="-1020" y="2783"/>
                        <a:pt x="399" y="1409"/>
                      </a:cubicBezTo>
                      <a:cubicBezTo>
                        <a:pt x="1817" y="35"/>
                        <a:pt x="5054" y="-187"/>
                        <a:pt x="8334" y="123"/>
                      </a:cubicBezTo>
                      <a:cubicBezTo>
                        <a:pt x="11614" y="611"/>
                        <a:pt x="14984" y="966"/>
                        <a:pt x="16579" y="1498"/>
                      </a:cubicBezTo>
                      <a:cubicBezTo>
                        <a:pt x="19550" y="2473"/>
                        <a:pt x="21899" y="4246"/>
                        <a:pt x="23539" y="628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81" name="Graphique 2">
                <a:extLst>
                  <a:ext uri="{FF2B5EF4-FFF2-40B4-BE49-F238E27FC236}">
                    <a16:creationId xmlns:a16="http://schemas.microsoft.com/office/drawing/2014/main" id="{3B45894F-8500-4414-90AF-386EAE4424BF}"/>
                  </a:ext>
                </a:extLst>
              </p:cNvPr>
              <p:cNvGrpSpPr/>
              <p:nvPr/>
            </p:nvGrpSpPr>
            <p:grpSpPr>
              <a:xfrm>
                <a:off x="6262755" y="1471210"/>
                <a:ext cx="69957" cy="51493"/>
                <a:chOff x="6262755" y="1471210"/>
                <a:chExt cx="69957" cy="51493"/>
              </a:xfrm>
              <a:solidFill>
                <a:schemeClr val="accent1"/>
              </a:solidFill>
            </p:grpSpPr>
            <p:sp>
              <p:nvSpPr>
                <p:cNvPr id="24380" name="Forme libre : forme 24379">
                  <a:extLst>
                    <a:ext uri="{FF2B5EF4-FFF2-40B4-BE49-F238E27FC236}">
                      <a16:creationId xmlns:a16="http://schemas.microsoft.com/office/drawing/2014/main" id="{E854BF74-29D9-41AD-B495-3D9266CA7708}"/>
                    </a:ext>
                  </a:extLst>
                </p:cNvPr>
                <p:cNvSpPr/>
                <p:nvPr/>
              </p:nvSpPr>
              <p:spPr>
                <a:xfrm>
                  <a:off x="6262755" y="1471210"/>
                  <a:ext cx="69913" cy="51493"/>
                </a:xfrm>
                <a:custGeom>
                  <a:avLst/>
                  <a:gdLst>
                    <a:gd name="connsiteX0" fmla="*/ 55786 w 69913"/>
                    <a:gd name="connsiteY0" fmla="*/ 37904 h 51493"/>
                    <a:gd name="connsiteX1" fmla="*/ 49225 w 69913"/>
                    <a:gd name="connsiteY1" fmla="*/ 41539 h 51493"/>
                    <a:gd name="connsiteX2" fmla="*/ 42398 w 69913"/>
                    <a:gd name="connsiteY2" fmla="*/ 44554 h 51493"/>
                    <a:gd name="connsiteX3" fmla="*/ 35482 w 69913"/>
                    <a:gd name="connsiteY3" fmla="*/ 47391 h 51493"/>
                    <a:gd name="connsiteX4" fmla="*/ 32025 w 69913"/>
                    <a:gd name="connsiteY4" fmla="*/ 48809 h 51493"/>
                    <a:gd name="connsiteX5" fmla="*/ 28434 w 69913"/>
                    <a:gd name="connsiteY5" fmla="*/ 49873 h 51493"/>
                    <a:gd name="connsiteX6" fmla="*/ 18681 w 69913"/>
                    <a:gd name="connsiteY6" fmla="*/ 51469 h 51493"/>
                    <a:gd name="connsiteX7" fmla="*/ 14292 w 69913"/>
                    <a:gd name="connsiteY7" fmla="*/ 51336 h 51493"/>
                    <a:gd name="connsiteX8" fmla="*/ 10302 w 69913"/>
                    <a:gd name="connsiteY8" fmla="*/ 50272 h 51493"/>
                    <a:gd name="connsiteX9" fmla="*/ 1702 w 69913"/>
                    <a:gd name="connsiteY9" fmla="*/ 41761 h 51493"/>
                    <a:gd name="connsiteX10" fmla="*/ 106 w 69913"/>
                    <a:gd name="connsiteY10" fmla="*/ 31343 h 51493"/>
                    <a:gd name="connsiteX11" fmla="*/ 4318 w 69913"/>
                    <a:gd name="connsiteY11" fmla="*/ 20659 h 51493"/>
                    <a:gd name="connsiteX12" fmla="*/ 6800 w 69913"/>
                    <a:gd name="connsiteY12" fmla="*/ 18487 h 51493"/>
                    <a:gd name="connsiteX13" fmla="*/ 9637 w 69913"/>
                    <a:gd name="connsiteY13" fmla="*/ 16315 h 51493"/>
                    <a:gd name="connsiteX14" fmla="*/ 16420 w 69913"/>
                    <a:gd name="connsiteY14" fmla="*/ 13123 h 51493"/>
                    <a:gd name="connsiteX15" fmla="*/ 19080 w 69913"/>
                    <a:gd name="connsiteY15" fmla="*/ 12325 h 51493"/>
                    <a:gd name="connsiteX16" fmla="*/ 21607 w 69913"/>
                    <a:gd name="connsiteY16" fmla="*/ 11217 h 51493"/>
                    <a:gd name="connsiteX17" fmla="*/ 26705 w 69913"/>
                    <a:gd name="connsiteY17" fmla="*/ 9000 h 51493"/>
                    <a:gd name="connsiteX18" fmla="*/ 31759 w 69913"/>
                    <a:gd name="connsiteY18" fmla="*/ 6739 h 51493"/>
                    <a:gd name="connsiteX19" fmla="*/ 36546 w 69913"/>
                    <a:gd name="connsiteY19" fmla="*/ 3947 h 51493"/>
                    <a:gd name="connsiteX20" fmla="*/ 43462 w 69913"/>
                    <a:gd name="connsiteY20" fmla="*/ 1198 h 51493"/>
                    <a:gd name="connsiteX21" fmla="*/ 50112 w 69913"/>
                    <a:gd name="connsiteY21" fmla="*/ 1 h 51493"/>
                    <a:gd name="connsiteX22" fmla="*/ 61061 w 69913"/>
                    <a:gd name="connsiteY22" fmla="*/ 4390 h 51493"/>
                    <a:gd name="connsiteX23" fmla="*/ 67933 w 69913"/>
                    <a:gd name="connsiteY23" fmla="*/ 12813 h 51493"/>
                    <a:gd name="connsiteX24" fmla="*/ 68420 w 69913"/>
                    <a:gd name="connsiteY24" fmla="*/ 24915 h 51493"/>
                    <a:gd name="connsiteX25" fmla="*/ 63721 w 69913"/>
                    <a:gd name="connsiteY25" fmla="*/ 32097 h 51493"/>
                    <a:gd name="connsiteX26" fmla="*/ 55786 w 69913"/>
                    <a:gd name="connsiteY26" fmla="*/ 37904 h 51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9913" h="51493">
                      <a:moveTo>
                        <a:pt x="55786" y="37904"/>
                      </a:moveTo>
                      <a:lnTo>
                        <a:pt x="49225" y="41539"/>
                      </a:lnTo>
                      <a:cubicBezTo>
                        <a:pt x="47053" y="42736"/>
                        <a:pt x="44659" y="43534"/>
                        <a:pt x="42398" y="44554"/>
                      </a:cubicBezTo>
                      <a:lnTo>
                        <a:pt x="35482" y="47391"/>
                      </a:lnTo>
                      <a:lnTo>
                        <a:pt x="32025" y="48809"/>
                      </a:lnTo>
                      <a:lnTo>
                        <a:pt x="28434" y="49873"/>
                      </a:lnTo>
                      <a:cubicBezTo>
                        <a:pt x="25065" y="50849"/>
                        <a:pt x="21740" y="51381"/>
                        <a:pt x="18681" y="51469"/>
                      </a:cubicBezTo>
                      <a:cubicBezTo>
                        <a:pt x="17129" y="51514"/>
                        <a:pt x="15667" y="51514"/>
                        <a:pt x="14292" y="51336"/>
                      </a:cubicBezTo>
                      <a:cubicBezTo>
                        <a:pt x="12874" y="51070"/>
                        <a:pt x="11544" y="50716"/>
                        <a:pt x="10302" y="50272"/>
                      </a:cubicBezTo>
                      <a:cubicBezTo>
                        <a:pt x="5382" y="48543"/>
                        <a:pt x="2234" y="45529"/>
                        <a:pt x="1702" y="41761"/>
                      </a:cubicBezTo>
                      <a:lnTo>
                        <a:pt x="106" y="31343"/>
                      </a:lnTo>
                      <a:cubicBezTo>
                        <a:pt x="-470" y="27575"/>
                        <a:pt x="1347" y="23718"/>
                        <a:pt x="4318" y="20659"/>
                      </a:cubicBezTo>
                      <a:cubicBezTo>
                        <a:pt x="5071" y="19906"/>
                        <a:pt x="5914" y="19152"/>
                        <a:pt x="6800" y="18487"/>
                      </a:cubicBezTo>
                      <a:cubicBezTo>
                        <a:pt x="7687" y="17778"/>
                        <a:pt x="8618" y="16980"/>
                        <a:pt x="9637" y="16315"/>
                      </a:cubicBezTo>
                      <a:cubicBezTo>
                        <a:pt x="11632" y="14941"/>
                        <a:pt x="13893" y="13877"/>
                        <a:pt x="16420" y="13123"/>
                      </a:cubicBezTo>
                      <a:lnTo>
                        <a:pt x="19080" y="12325"/>
                      </a:lnTo>
                      <a:lnTo>
                        <a:pt x="21607" y="11217"/>
                      </a:lnTo>
                      <a:lnTo>
                        <a:pt x="26705" y="9000"/>
                      </a:lnTo>
                      <a:cubicBezTo>
                        <a:pt x="28390" y="8202"/>
                        <a:pt x="30163" y="7670"/>
                        <a:pt x="31759" y="6739"/>
                      </a:cubicBezTo>
                      <a:lnTo>
                        <a:pt x="36546" y="3947"/>
                      </a:lnTo>
                      <a:cubicBezTo>
                        <a:pt x="38763" y="2617"/>
                        <a:pt x="41157" y="1819"/>
                        <a:pt x="43462" y="1198"/>
                      </a:cubicBezTo>
                      <a:cubicBezTo>
                        <a:pt x="45678" y="400"/>
                        <a:pt x="47895" y="45"/>
                        <a:pt x="50112" y="1"/>
                      </a:cubicBezTo>
                      <a:cubicBezTo>
                        <a:pt x="54456" y="-43"/>
                        <a:pt x="58579" y="1375"/>
                        <a:pt x="61061" y="4390"/>
                      </a:cubicBezTo>
                      <a:lnTo>
                        <a:pt x="67933" y="12813"/>
                      </a:lnTo>
                      <a:cubicBezTo>
                        <a:pt x="70415" y="15872"/>
                        <a:pt x="70548" y="20216"/>
                        <a:pt x="68420" y="24915"/>
                      </a:cubicBezTo>
                      <a:cubicBezTo>
                        <a:pt x="67356" y="27265"/>
                        <a:pt x="65760" y="29703"/>
                        <a:pt x="63721" y="32097"/>
                      </a:cubicBezTo>
                      <a:cubicBezTo>
                        <a:pt x="61593" y="34269"/>
                        <a:pt x="58845" y="36175"/>
                        <a:pt x="55786" y="3790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81" name="Forme libre : forme 24380">
                  <a:extLst>
                    <a:ext uri="{FF2B5EF4-FFF2-40B4-BE49-F238E27FC236}">
                      <a16:creationId xmlns:a16="http://schemas.microsoft.com/office/drawing/2014/main" id="{D1D4B451-CD13-4C65-9416-1EFDE0946AE3}"/>
                    </a:ext>
                  </a:extLst>
                </p:cNvPr>
                <p:cNvSpPr/>
                <p:nvPr/>
              </p:nvSpPr>
              <p:spPr>
                <a:xfrm>
                  <a:off x="6263792" y="1483668"/>
                  <a:ext cx="68920" cy="39003"/>
                </a:xfrm>
                <a:custGeom>
                  <a:avLst/>
                  <a:gdLst>
                    <a:gd name="connsiteX0" fmla="*/ 28062 w 68920"/>
                    <a:gd name="connsiteY0" fmla="*/ 23761 h 39003"/>
                    <a:gd name="connsiteX1" fmla="*/ 12812 w 68920"/>
                    <a:gd name="connsiteY1" fmla="*/ 28017 h 39003"/>
                    <a:gd name="connsiteX2" fmla="*/ 0 w 68920"/>
                    <a:gd name="connsiteY2" fmla="*/ 24737 h 39003"/>
                    <a:gd name="connsiteX3" fmla="*/ 665 w 68920"/>
                    <a:gd name="connsiteY3" fmla="*/ 29258 h 39003"/>
                    <a:gd name="connsiteX4" fmla="*/ 9265 w 68920"/>
                    <a:gd name="connsiteY4" fmla="*/ 37770 h 39003"/>
                    <a:gd name="connsiteX5" fmla="*/ 13255 w 68920"/>
                    <a:gd name="connsiteY5" fmla="*/ 38834 h 39003"/>
                    <a:gd name="connsiteX6" fmla="*/ 17644 w 68920"/>
                    <a:gd name="connsiteY6" fmla="*/ 38967 h 39003"/>
                    <a:gd name="connsiteX7" fmla="*/ 27397 w 68920"/>
                    <a:gd name="connsiteY7" fmla="*/ 37371 h 39003"/>
                    <a:gd name="connsiteX8" fmla="*/ 30988 w 68920"/>
                    <a:gd name="connsiteY8" fmla="*/ 36307 h 39003"/>
                    <a:gd name="connsiteX9" fmla="*/ 34445 w 68920"/>
                    <a:gd name="connsiteY9" fmla="*/ 34888 h 39003"/>
                    <a:gd name="connsiteX10" fmla="*/ 41361 w 68920"/>
                    <a:gd name="connsiteY10" fmla="*/ 32051 h 39003"/>
                    <a:gd name="connsiteX11" fmla="*/ 48188 w 68920"/>
                    <a:gd name="connsiteY11" fmla="*/ 29037 h 39003"/>
                    <a:gd name="connsiteX12" fmla="*/ 54749 w 68920"/>
                    <a:gd name="connsiteY12" fmla="*/ 25402 h 39003"/>
                    <a:gd name="connsiteX13" fmla="*/ 62728 w 68920"/>
                    <a:gd name="connsiteY13" fmla="*/ 19550 h 39003"/>
                    <a:gd name="connsiteX14" fmla="*/ 67427 w 68920"/>
                    <a:gd name="connsiteY14" fmla="*/ 12368 h 39003"/>
                    <a:gd name="connsiteX15" fmla="*/ 66940 w 68920"/>
                    <a:gd name="connsiteY15" fmla="*/ 266 h 39003"/>
                    <a:gd name="connsiteX16" fmla="*/ 66718 w 68920"/>
                    <a:gd name="connsiteY16" fmla="*/ 0 h 39003"/>
                    <a:gd name="connsiteX17" fmla="*/ 57630 w 68920"/>
                    <a:gd name="connsiteY17" fmla="*/ 6960 h 39003"/>
                    <a:gd name="connsiteX18" fmla="*/ 47966 w 68920"/>
                    <a:gd name="connsiteY18" fmla="*/ 12812 h 39003"/>
                    <a:gd name="connsiteX19" fmla="*/ 38125 w 68920"/>
                    <a:gd name="connsiteY19" fmla="*/ 18264 h 39003"/>
                    <a:gd name="connsiteX20" fmla="*/ 28062 w 68920"/>
                    <a:gd name="connsiteY20" fmla="*/ 23761 h 39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8920" h="39003">
                      <a:moveTo>
                        <a:pt x="28062" y="23761"/>
                      </a:moveTo>
                      <a:cubicBezTo>
                        <a:pt x="23274" y="26377"/>
                        <a:pt x="17732" y="27618"/>
                        <a:pt x="12812" y="28017"/>
                      </a:cubicBezTo>
                      <a:cubicBezTo>
                        <a:pt x="7802" y="28195"/>
                        <a:pt x="3192" y="26820"/>
                        <a:pt x="0" y="24737"/>
                      </a:cubicBezTo>
                      <a:lnTo>
                        <a:pt x="665" y="29258"/>
                      </a:lnTo>
                      <a:cubicBezTo>
                        <a:pt x="1241" y="33027"/>
                        <a:pt x="4345" y="36041"/>
                        <a:pt x="9265" y="37770"/>
                      </a:cubicBezTo>
                      <a:cubicBezTo>
                        <a:pt x="10506" y="38213"/>
                        <a:pt x="11837" y="38568"/>
                        <a:pt x="13255" y="38834"/>
                      </a:cubicBezTo>
                      <a:cubicBezTo>
                        <a:pt x="14674" y="39056"/>
                        <a:pt x="16137" y="39011"/>
                        <a:pt x="17644" y="38967"/>
                      </a:cubicBezTo>
                      <a:cubicBezTo>
                        <a:pt x="20703" y="38834"/>
                        <a:pt x="24028" y="38302"/>
                        <a:pt x="27397" y="37371"/>
                      </a:cubicBezTo>
                      <a:lnTo>
                        <a:pt x="30988" y="36307"/>
                      </a:lnTo>
                      <a:lnTo>
                        <a:pt x="34445" y="34888"/>
                      </a:lnTo>
                      <a:lnTo>
                        <a:pt x="41361" y="32051"/>
                      </a:lnTo>
                      <a:cubicBezTo>
                        <a:pt x="43622" y="31032"/>
                        <a:pt x="46016" y="30234"/>
                        <a:pt x="48188" y="29037"/>
                      </a:cubicBezTo>
                      <a:lnTo>
                        <a:pt x="54749" y="25402"/>
                      </a:lnTo>
                      <a:cubicBezTo>
                        <a:pt x="57808" y="23673"/>
                        <a:pt x="60556" y="21767"/>
                        <a:pt x="62728" y="19550"/>
                      </a:cubicBezTo>
                      <a:cubicBezTo>
                        <a:pt x="64768" y="17200"/>
                        <a:pt x="66408" y="14762"/>
                        <a:pt x="67427" y="12368"/>
                      </a:cubicBezTo>
                      <a:cubicBezTo>
                        <a:pt x="69555" y="7625"/>
                        <a:pt x="69422" y="3281"/>
                        <a:pt x="66940" y="266"/>
                      </a:cubicBezTo>
                      <a:lnTo>
                        <a:pt x="66718" y="0"/>
                      </a:lnTo>
                      <a:cubicBezTo>
                        <a:pt x="63748" y="2438"/>
                        <a:pt x="60689" y="4743"/>
                        <a:pt x="57630" y="6960"/>
                      </a:cubicBezTo>
                      <a:cubicBezTo>
                        <a:pt x="54660" y="9354"/>
                        <a:pt x="51202" y="10861"/>
                        <a:pt x="47966" y="12812"/>
                      </a:cubicBezTo>
                      <a:cubicBezTo>
                        <a:pt x="44641" y="14541"/>
                        <a:pt x="41582" y="16801"/>
                        <a:pt x="38125" y="18264"/>
                      </a:cubicBezTo>
                      <a:cubicBezTo>
                        <a:pt x="34711" y="19949"/>
                        <a:pt x="31386" y="21722"/>
                        <a:pt x="28062" y="2376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82" name="Forme libre : forme 24381">
                  <a:extLst>
                    <a:ext uri="{FF2B5EF4-FFF2-40B4-BE49-F238E27FC236}">
                      <a16:creationId xmlns:a16="http://schemas.microsoft.com/office/drawing/2014/main" id="{30B0136E-C659-4755-9EB2-1C9B787BF873}"/>
                    </a:ext>
                  </a:extLst>
                </p:cNvPr>
                <p:cNvSpPr/>
                <p:nvPr/>
              </p:nvSpPr>
              <p:spPr>
                <a:xfrm>
                  <a:off x="6286938" y="1486833"/>
                  <a:ext cx="29722" cy="19360"/>
                </a:xfrm>
                <a:custGeom>
                  <a:avLst/>
                  <a:gdLst>
                    <a:gd name="connsiteX0" fmla="*/ 29164 w 29722"/>
                    <a:gd name="connsiteY0" fmla="*/ 2243 h 19360"/>
                    <a:gd name="connsiteX1" fmla="*/ 27746 w 29722"/>
                    <a:gd name="connsiteY1" fmla="*/ 9070 h 19360"/>
                    <a:gd name="connsiteX2" fmla="*/ 23845 w 29722"/>
                    <a:gd name="connsiteY2" fmla="*/ 13060 h 19360"/>
                    <a:gd name="connsiteX3" fmla="*/ 18303 w 29722"/>
                    <a:gd name="connsiteY3" fmla="*/ 16739 h 19360"/>
                    <a:gd name="connsiteX4" fmla="*/ 6423 w 29722"/>
                    <a:gd name="connsiteY4" fmla="*/ 19355 h 19360"/>
                    <a:gd name="connsiteX5" fmla="*/ 172 w 29722"/>
                    <a:gd name="connsiteY5" fmla="*/ 16163 h 19360"/>
                    <a:gd name="connsiteX6" fmla="*/ 2743 w 29722"/>
                    <a:gd name="connsiteY6" fmla="*/ 9646 h 19360"/>
                    <a:gd name="connsiteX7" fmla="*/ 11875 w 29722"/>
                    <a:gd name="connsiteY7" fmla="*/ 3440 h 19360"/>
                    <a:gd name="connsiteX8" fmla="*/ 17328 w 29722"/>
                    <a:gd name="connsiteY8" fmla="*/ 1091 h 19360"/>
                    <a:gd name="connsiteX9" fmla="*/ 22382 w 29722"/>
                    <a:gd name="connsiteY9" fmla="*/ 27 h 19360"/>
                    <a:gd name="connsiteX10" fmla="*/ 29164 w 29722"/>
                    <a:gd name="connsiteY10" fmla="*/ 2243 h 19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722" h="19360">
                      <a:moveTo>
                        <a:pt x="29164" y="2243"/>
                      </a:moveTo>
                      <a:cubicBezTo>
                        <a:pt x="30273" y="3972"/>
                        <a:pt x="29696" y="6410"/>
                        <a:pt x="27746" y="9070"/>
                      </a:cubicBezTo>
                      <a:cubicBezTo>
                        <a:pt x="26770" y="10400"/>
                        <a:pt x="25440" y="11774"/>
                        <a:pt x="23845" y="13060"/>
                      </a:cubicBezTo>
                      <a:cubicBezTo>
                        <a:pt x="22249" y="14345"/>
                        <a:pt x="20431" y="15764"/>
                        <a:pt x="18303" y="16739"/>
                      </a:cubicBezTo>
                      <a:cubicBezTo>
                        <a:pt x="13959" y="18557"/>
                        <a:pt x="9703" y="19444"/>
                        <a:pt x="6423" y="19355"/>
                      </a:cubicBezTo>
                      <a:cubicBezTo>
                        <a:pt x="3186" y="19355"/>
                        <a:pt x="837" y="18114"/>
                        <a:pt x="172" y="16163"/>
                      </a:cubicBezTo>
                      <a:cubicBezTo>
                        <a:pt x="-449" y="14257"/>
                        <a:pt x="659" y="12085"/>
                        <a:pt x="2743" y="9646"/>
                      </a:cubicBezTo>
                      <a:cubicBezTo>
                        <a:pt x="4871" y="7297"/>
                        <a:pt x="8018" y="5080"/>
                        <a:pt x="11875" y="3440"/>
                      </a:cubicBezTo>
                      <a:cubicBezTo>
                        <a:pt x="13781" y="2553"/>
                        <a:pt x="15555" y="1623"/>
                        <a:pt x="17328" y="1091"/>
                      </a:cubicBezTo>
                      <a:cubicBezTo>
                        <a:pt x="19101" y="514"/>
                        <a:pt x="20786" y="160"/>
                        <a:pt x="22382" y="27"/>
                      </a:cubicBezTo>
                      <a:cubicBezTo>
                        <a:pt x="25485" y="-151"/>
                        <a:pt x="28056" y="558"/>
                        <a:pt x="29164" y="224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83" name="Forme libre : forme 24382">
                  <a:extLst>
                    <a:ext uri="{FF2B5EF4-FFF2-40B4-BE49-F238E27FC236}">
                      <a16:creationId xmlns:a16="http://schemas.microsoft.com/office/drawing/2014/main" id="{02FD8AB8-7789-45CD-A12E-0D3B4BB9D9BA}"/>
                    </a:ext>
                  </a:extLst>
                </p:cNvPr>
                <p:cNvSpPr/>
                <p:nvPr/>
              </p:nvSpPr>
              <p:spPr>
                <a:xfrm>
                  <a:off x="6286916" y="1494840"/>
                  <a:ext cx="24664" cy="11399"/>
                </a:xfrm>
                <a:custGeom>
                  <a:avLst/>
                  <a:gdLst>
                    <a:gd name="connsiteX0" fmla="*/ 4494 w 24664"/>
                    <a:gd name="connsiteY0" fmla="*/ 0 h 11399"/>
                    <a:gd name="connsiteX1" fmla="*/ 859 w 24664"/>
                    <a:gd name="connsiteY1" fmla="*/ 4344 h 11399"/>
                    <a:gd name="connsiteX2" fmla="*/ 194 w 24664"/>
                    <a:gd name="connsiteY2" fmla="*/ 8201 h 11399"/>
                    <a:gd name="connsiteX3" fmla="*/ 6445 w 24664"/>
                    <a:gd name="connsiteY3" fmla="*/ 11393 h 11399"/>
                    <a:gd name="connsiteX4" fmla="*/ 18326 w 24664"/>
                    <a:gd name="connsiteY4" fmla="*/ 8777 h 11399"/>
                    <a:gd name="connsiteX5" fmla="*/ 24665 w 24664"/>
                    <a:gd name="connsiteY5" fmla="*/ 4433 h 11399"/>
                    <a:gd name="connsiteX6" fmla="*/ 20764 w 24664"/>
                    <a:gd name="connsiteY6" fmla="*/ 6029 h 11399"/>
                    <a:gd name="connsiteX7" fmla="*/ 15178 w 24664"/>
                    <a:gd name="connsiteY7" fmla="*/ 6384 h 11399"/>
                    <a:gd name="connsiteX8" fmla="*/ 10213 w 24664"/>
                    <a:gd name="connsiteY8" fmla="*/ 5320 h 11399"/>
                    <a:gd name="connsiteX9" fmla="*/ 4494 w 24664"/>
                    <a:gd name="connsiteY9" fmla="*/ 0 h 11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664" h="11399">
                      <a:moveTo>
                        <a:pt x="4494" y="0"/>
                      </a:moveTo>
                      <a:cubicBezTo>
                        <a:pt x="2854" y="1418"/>
                        <a:pt x="1613" y="2926"/>
                        <a:pt x="859" y="4344"/>
                      </a:cubicBezTo>
                      <a:cubicBezTo>
                        <a:pt x="106" y="5763"/>
                        <a:pt x="-249" y="7004"/>
                        <a:pt x="194" y="8201"/>
                      </a:cubicBezTo>
                      <a:cubicBezTo>
                        <a:pt x="859" y="10152"/>
                        <a:pt x="3209" y="11393"/>
                        <a:pt x="6445" y="11393"/>
                      </a:cubicBezTo>
                      <a:cubicBezTo>
                        <a:pt x="9725" y="11482"/>
                        <a:pt x="13981" y="10595"/>
                        <a:pt x="18326" y="8777"/>
                      </a:cubicBezTo>
                      <a:cubicBezTo>
                        <a:pt x="20808" y="7625"/>
                        <a:pt x="22892" y="5985"/>
                        <a:pt x="24665" y="4433"/>
                      </a:cubicBezTo>
                      <a:cubicBezTo>
                        <a:pt x="23424" y="5098"/>
                        <a:pt x="22094" y="5630"/>
                        <a:pt x="20764" y="6029"/>
                      </a:cubicBezTo>
                      <a:cubicBezTo>
                        <a:pt x="18902" y="6517"/>
                        <a:pt x="16996" y="6561"/>
                        <a:pt x="15178" y="6384"/>
                      </a:cubicBezTo>
                      <a:cubicBezTo>
                        <a:pt x="13361" y="6206"/>
                        <a:pt x="11676" y="5852"/>
                        <a:pt x="10213" y="5320"/>
                      </a:cubicBezTo>
                      <a:cubicBezTo>
                        <a:pt x="7243" y="4167"/>
                        <a:pt x="5204" y="2394"/>
                        <a:pt x="4494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84" name="Forme libre : forme 24383">
                  <a:extLst>
                    <a:ext uri="{FF2B5EF4-FFF2-40B4-BE49-F238E27FC236}">
                      <a16:creationId xmlns:a16="http://schemas.microsoft.com/office/drawing/2014/main" id="{F2F8D1A4-97D2-45F6-9F8A-C65D93D78B6D}"/>
                    </a:ext>
                  </a:extLst>
                </p:cNvPr>
                <p:cNvSpPr/>
                <p:nvPr/>
              </p:nvSpPr>
              <p:spPr>
                <a:xfrm>
                  <a:off x="6289041" y="1487518"/>
                  <a:ext cx="29902" cy="19518"/>
                </a:xfrm>
                <a:custGeom>
                  <a:avLst/>
                  <a:gdLst>
                    <a:gd name="connsiteX0" fmla="*/ 29278 w 29902"/>
                    <a:gd name="connsiteY0" fmla="*/ 2002 h 19518"/>
                    <a:gd name="connsiteX1" fmla="*/ 29810 w 29902"/>
                    <a:gd name="connsiteY1" fmla="*/ 5194 h 19518"/>
                    <a:gd name="connsiteX2" fmla="*/ 27948 w 29902"/>
                    <a:gd name="connsiteY2" fmla="*/ 8962 h 19518"/>
                    <a:gd name="connsiteX3" fmla="*/ 18462 w 29902"/>
                    <a:gd name="connsiteY3" fmla="*/ 16764 h 19518"/>
                    <a:gd name="connsiteX4" fmla="*/ 12078 w 29902"/>
                    <a:gd name="connsiteY4" fmla="*/ 18892 h 19518"/>
                    <a:gd name="connsiteX5" fmla="*/ 6492 w 29902"/>
                    <a:gd name="connsiteY5" fmla="*/ 19513 h 19518"/>
                    <a:gd name="connsiteX6" fmla="*/ 197 w 29902"/>
                    <a:gd name="connsiteY6" fmla="*/ 16542 h 19518"/>
                    <a:gd name="connsiteX7" fmla="*/ 2680 w 29902"/>
                    <a:gd name="connsiteY7" fmla="*/ 9893 h 19518"/>
                    <a:gd name="connsiteX8" fmla="*/ 6625 w 29902"/>
                    <a:gd name="connsiteY8" fmla="*/ 6524 h 19518"/>
                    <a:gd name="connsiteX9" fmla="*/ 11900 w 29902"/>
                    <a:gd name="connsiteY9" fmla="*/ 3598 h 19518"/>
                    <a:gd name="connsiteX10" fmla="*/ 22496 w 29902"/>
                    <a:gd name="connsiteY10" fmla="*/ 51 h 19518"/>
                    <a:gd name="connsiteX11" fmla="*/ 26707 w 29902"/>
                    <a:gd name="connsiteY11" fmla="*/ 362 h 19518"/>
                    <a:gd name="connsiteX12" fmla="*/ 29278 w 29902"/>
                    <a:gd name="connsiteY12" fmla="*/ 2002 h 19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902" h="19518">
                      <a:moveTo>
                        <a:pt x="29278" y="2002"/>
                      </a:moveTo>
                      <a:cubicBezTo>
                        <a:pt x="29855" y="2844"/>
                        <a:pt x="30032" y="3952"/>
                        <a:pt x="29810" y="5194"/>
                      </a:cubicBezTo>
                      <a:cubicBezTo>
                        <a:pt x="29544" y="6346"/>
                        <a:pt x="28924" y="7632"/>
                        <a:pt x="27948" y="8962"/>
                      </a:cubicBezTo>
                      <a:cubicBezTo>
                        <a:pt x="25998" y="11622"/>
                        <a:pt x="22629" y="14459"/>
                        <a:pt x="18462" y="16764"/>
                      </a:cubicBezTo>
                      <a:cubicBezTo>
                        <a:pt x="16334" y="17872"/>
                        <a:pt x="14117" y="18404"/>
                        <a:pt x="12078" y="18892"/>
                      </a:cubicBezTo>
                      <a:cubicBezTo>
                        <a:pt x="10039" y="19335"/>
                        <a:pt x="8132" y="19557"/>
                        <a:pt x="6492" y="19513"/>
                      </a:cubicBezTo>
                      <a:cubicBezTo>
                        <a:pt x="3167" y="19468"/>
                        <a:pt x="862" y="18449"/>
                        <a:pt x="197" y="16542"/>
                      </a:cubicBezTo>
                      <a:cubicBezTo>
                        <a:pt x="-468" y="14636"/>
                        <a:pt x="596" y="12198"/>
                        <a:pt x="2680" y="9893"/>
                      </a:cubicBezTo>
                      <a:cubicBezTo>
                        <a:pt x="3744" y="8740"/>
                        <a:pt x="5074" y="7588"/>
                        <a:pt x="6625" y="6524"/>
                      </a:cubicBezTo>
                      <a:cubicBezTo>
                        <a:pt x="8177" y="5415"/>
                        <a:pt x="9994" y="4573"/>
                        <a:pt x="11900" y="3598"/>
                      </a:cubicBezTo>
                      <a:cubicBezTo>
                        <a:pt x="15580" y="1470"/>
                        <a:pt x="19348" y="317"/>
                        <a:pt x="22496" y="51"/>
                      </a:cubicBezTo>
                      <a:cubicBezTo>
                        <a:pt x="24091" y="-82"/>
                        <a:pt x="25510" y="51"/>
                        <a:pt x="26707" y="362"/>
                      </a:cubicBezTo>
                      <a:cubicBezTo>
                        <a:pt x="27815" y="628"/>
                        <a:pt x="28702" y="1160"/>
                        <a:pt x="29278" y="200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85" name="Forme libre : forme 24384">
                  <a:extLst>
                    <a:ext uri="{FF2B5EF4-FFF2-40B4-BE49-F238E27FC236}">
                      <a16:creationId xmlns:a16="http://schemas.microsoft.com/office/drawing/2014/main" id="{A3D92961-E6CC-4E43-AED6-31CDF8C1AF33}"/>
                    </a:ext>
                  </a:extLst>
                </p:cNvPr>
                <p:cNvSpPr/>
                <p:nvPr/>
              </p:nvSpPr>
              <p:spPr>
                <a:xfrm>
                  <a:off x="6272498" y="1493553"/>
                  <a:ext cx="43464" cy="23332"/>
                </a:xfrm>
                <a:custGeom>
                  <a:avLst/>
                  <a:gdLst>
                    <a:gd name="connsiteX0" fmla="*/ 1712 w 43464"/>
                    <a:gd name="connsiteY0" fmla="*/ 14231 h 23332"/>
                    <a:gd name="connsiteX1" fmla="*/ 4372 w 43464"/>
                    <a:gd name="connsiteY1" fmla="*/ 20482 h 23332"/>
                    <a:gd name="connsiteX2" fmla="*/ 23345 w 43464"/>
                    <a:gd name="connsiteY2" fmla="*/ 22344 h 23332"/>
                    <a:gd name="connsiteX3" fmla="*/ 32433 w 43464"/>
                    <a:gd name="connsiteY3" fmla="*/ 19063 h 23332"/>
                    <a:gd name="connsiteX4" fmla="*/ 36645 w 43464"/>
                    <a:gd name="connsiteY4" fmla="*/ 16847 h 23332"/>
                    <a:gd name="connsiteX5" fmla="*/ 40102 w 43464"/>
                    <a:gd name="connsiteY5" fmla="*/ 13877 h 23332"/>
                    <a:gd name="connsiteX6" fmla="*/ 42053 w 43464"/>
                    <a:gd name="connsiteY6" fmla="*/ 5188 h 23332"/>
                    <a:gd name="connsiteX7" fmla="*/ 35226 w 43464"/>
                    <a:gd name="connsiteY7" fmla="*/ 5055 h 23332"/>
                    <a:gd name="connsiteX8" fmla="*/ 31014 w 43464"/>
                    <a:gd name="connsiteY8" fmla="*/ 5365 h 23332"/>
                    <a:gd name="connsiteX9" fmla="*/ 26847 w 43464"/>
                    <a:gd name="connsiteY9" fmla="*/ 5011 h 23332"/>
                    <a:gd name="connsiteX10" fmla="*/ 19355 w 43464"/>
                    <a:gd name="connsiteY10" fmla="*/ 3415 h 23332"/>
                    <a:gd name="connsiteX11" fmla="*/ 11553 w 43464"/>
                    <a:gd name="connsiteY11" fmla="*/ 755 h 23332"/>
                    <a:gd name="connsiteX12" fmla="*/ 2687 w 43464"/>
                    <a:gd name="connsiteY12" fmla="*/ 1242 h 23332"/>
                    <a:gd name="connsiteX13" fmla="*/ 1712 w 43464"/>
                    <a:gd name="connsiteY13" fmla="*/ 14231 h 23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3464" h="23332">
                      <a:moveTo>
                        <a:pt x="1712" y="14231"/>
                      </a:moveTo>
                      <a:cubicBezTo>
                        <a:pt x="2111" y="16492"/>
                        <a:pt x="2554" y="18797"/>
                        <a:pt x="4372" y="20482"/>
                      </a:cubicBezTo>
                      <a:cubicBezTo>
                        <a:pt x="7785" y="23585"/>
                        <a:pt x="15898" y="24073"/>
                        <a:pt x="23345" y="22344"/>
                      </a:cubicBezTo>
                      <a:cubicBezTo>
                        <a:pt x="26404" y="21502"/>
                        <a:pt x="29507" y="20438"/>
                        <a:pt x="32433" y="19063"/>
                      </a:cubicBezTo>
                      <a:cubicBezTo>
                        <a:pt x="33896" y="18398"/>
                        <a:pt x="35315" y="17645"/>
                        <a:pt x="36645" y="16847"/>
                      </a:cubicBezTo>
                      <a:cubicBezTo>
                        <a:pt x="37930" y="15960"/>
                        <a:pt x="39083" y="14896"/>
                        <a:pt x="40102" y="13877"/>
                      </a:cubicBezTo>
                      <a:cubicBezTo>
                        <a:pt x="43205" y="10685"/>
                        <a:pt x="44801" y="6562"/>
                        <a:pt x="42053" y="5188"/>
                      </a:cubicBezTo>
                      <a:cubicBezTo>
                        <a:pt x="40368" y="4346"/>
                        <a:pt x="37664" y="4745"/>
                        <a:pt x="35226" y="5055"/>
                      </a:cubicBezTo>
                      <a:cubicBezTo>
                        <a:pt x="33807" y="5188"/>
                        <a:pt x="32389" y="5365"/>
                        <a:pt x="31014" y="5365"/>
                      </a:cubicBezTo>
                      <a:cubicBezTo>
                        <a:pt x="29596" y="5277"/>
                        <a:pt x="28177" y="5188"/>
                        <a:pt x="26847" y="5011"/>
                      </a:cubicBezTo>
                      <a:cubicBezTo>
                        <a:pt x="24143" y="4656"/>
                        <a:pt x="21661" y="4124"/>
                        <a:pt x="19355" y="3415"/>
                      </a:cubicBezTo>
                      <a:cubicBezTo>
                        <a:pt x="17360" y="2705"/>
                        <a:pt x="14568" y="1730"/>
                        <a:pt x="11553" y="755"/>
                      </a:cubicBezTo>
                      <a:cubicBezTo>
                        <a:pt x="8494" y="-176"/>
                        <a:pt x="5435" y="-487"/>
                        <a:pt x="2687" y="1242"/>
                      </a:cubicBezTo>
                      <a:cubicBezTo>
                        <a:pt x="-2323" y="4346"/>
                        <a:pt x="1091" y="11128"/>
                        <a:pt x="1712" y="1423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86" name="Forme libre : forme 24385">
                  <a:extLst>
                    <a:ext uri="{FF2B5EF4-FFF2-40B4-BE49-F238E27FC236}">
                      <a16:creationId xmlns:a16="http://schemas.microsoft.com/office/drawing/2014/main" id="{90F7E7F8-6C64-45D8-B12E-3DEFE68915A9}"/>
                    </a:ext>
                  </a:extLst>
                </p:cNvPr>
                <p:cNvSpPr/>
                <p:nvPr/>
              </p:nvSpPr>
              <p:spPr>
                <a:xfrm>
                  <a:off x="6278793" y="1490652"/>
                  <a:ext cx="10719" cy="9861"/>
                </a:xfrm>
                <a:custGeom>
                  <a:avLst/>
                  <a:gdLst>
                    <a:gd name="connsiteX0" fmla="*/ 337 w 10719"/>
                    <a:gd name="connsiteY0" fmla="*/ 7202 h 9861"/>
                    <a:gd name="connsiteX1" fmla="*/ 71 w 10719"/>
                    <a:gd name="connsiteY1" fmla="*/ 8886 h 9861"/>
                    <a:gd name="connsiteX2" fmla="*/ 1579 w 10719"/>
                    <a:gd name="connsiteY2" fmla="*/ 9862 h 9861"/>
                    <a:gd name="connsiteX3" fmla="*/ 3751 w 10719"/>
                    <a:gd name="connsiteY3" fmla="*/ 9152 h 9861"/>
                    <a:gd name="connsiteX4" fmla="*/ 8494 w 10719"/>
                    <a:gd name="connsiteY4" fmla="*/ 6093 h 9861"/>
                    <a:gd name="connsiteX5" fmla="*/ 10001 w 10719"/>
                    <a:gd name="connsiteY5" fmla="*/ 4453 h 9861"/>
                    <a:gd name="connsiteX6" fmla="*/ 6898 w 10719"/>
                    <a:gd name="connsiteY6" fmla="*/ 641 h 9861"/>
                    <a:gd name="connsiteX7" fmla="*/ 337 w 10719"/>
                    <a:gd name="connsiteY7" fmla="*/ 7202 h 9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719" h="9861">
                      <a:moveTo>
                        <a:pt x="337" y="7202"/>
                      </a:moveTo>
                      <a:cubicBezTo>
                        <a:pt x="71" y="7778"/>
                        <a:pt x="-106" y="8399"/>
                        <a:pt x="71" y="8886"/>
                      </a:cubicBezTo>
                      <a:cubicBezTo>
                        <a:pt x="204" y="9418"/>
                        <a:pt x="781" y="9862"/>
                        <a:pt x="1579" y="9862"/>
                      </a:cubicBezTo>
                      <a:cubicBezTo>
                        <a:pt x="2332" y="9862"/>
                        <a:pt x="3086" y="9507"/>
                        <a:pt x="3751" y="9152"/>
                      </a:cubicBezTo>
                      <a:cubicBezTo>
                        <a:pt x="5480" y="8221"/>
                        <a:pt x="7120" y="7335"/>
                        <a:pt x="8494" y="6093"/>
                      </a:cubicBezTo>
                      <a:cubicBezTo>
                        <a:pt x="9071" y="5561"/>
                        <a:pt x="9603" y="5030"/>
                        <a:pt x="10001" y="4453"/>
                      </a:cubicBezTo>
                      <a:cubicBezTo>
                        <a:pt x="11553" y="2015"/>
                        <a:pt x="10622" y="-1443"/>
                        <a:pt x="6898" y="641"/>
                      </a:cubicBezTo>
                      <a:cubicBezTo>
                        <a:pt x="3884" y="2192"/>
                        <a:pt x="1313" y="4808"/>
                        <a:pt x="337" y="720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87" name="Forme libre : forme 24386">
                  <a:extLst>
                    <a:ext uri="{FF2B5EF4-FFF2-40B4-BE49-F238E27FC236}">
                      <a16:creationId xmlns:a16="http://schemas.microsoft.com/office/drawing/2014/main" id="{29A93553-1DC5-48B3-9B51-2994169BF1FD}"/>
                    </a:ext>
                  </a:extLst>
                </p:cNvPr>
                <p:cNvSpPr/>
                <p:nvPr/>
              </p:nvSpPr>
              <p:spPr>
                <a:xfrm>
                  <a:off x="6318585" y="1484067"/>
                  <a:ext cx="11305" cy="24027"/>
                </a:xfrm>
                <a:custGeom>
                  <a:avLst/>
                  <a:gdLst>
                    <a:gd name="connsiteX0" fmla="*/ 9354 w 11305"/>
                    <a:gd name="connsiteY0" fmla="*/ 0 h 24027"/>
                    <a:gd name="connsiteX1" fmla="*/ 11304 w 11305"/>
                    <a:gd name="connsiteY1" fmla="*/ 6162 h 24027"/>
                    <a:gd name="connsiteX2" fmla="*/ 9132 w 11305"/>
                    <a:gd name="connsiteY2" fmla="*/ 13920 h 24027"/>
                    <a:gd name="connsiteX3" fmla="*/ 5763 w 11305"/>
                    <a:gd name="connsiteY3" fmla="*/ 18885 h 24027"/>
                    <a:gd name="connsiteX4" fmla="*/ 0 w 11305"/>
                    <a:gd name="connsiteY4" fmla="*/ 24027 h 24027"/>
                    <a:gd name="connsiteX5" fmla="*/ 2128 w 11305"/>
                    <a:gd name="connsiteY5" fmla="*/ 21988 h 24027"/>
                    <a:gd name="connsiteX6" fmla="*/ 6472 w 11305"/>
                    <a:gd name="connsiteY6" fmla="*/ 16624 h 24027"/>
                    <a:gd name="connsiteX7" fmla="*/ 9354 w 11305"/>
                    <a:gd name="connsiteY7" fmla="*/ 0 h 24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05" h="24027">
                      <a:moveTo>
                        <a:pt x="9354" y="0"/>
                      </a:moveTo>
                      <a:cubicBezTo>
                        <a:pt x="9354" y="0"/>
                        <a:pt x="11349" y="2084"/>
                        <a:pt x="11304" y="6162"/>
                      </a:cubicBezTo>
                      <a:cubicBezTo>
                        <a:pt x="11304" y="8201"/>
                        <a:pt x="10772" y="10773"/>
                        <a:pt x="9132" y="13920"/>
                      </a:cubicBezTo>
                      <a:cubicBezTo>
                        <a:pt x="8290" y="15427"/>
                        <a:pt x="7314" y="17245"/>
                        <a:pt x="5763" y="18885"/>
                      </a:cubicBezTo>
                      <a:cubicBezTo>
                        <a:pt x="4211" y="20525"/>
                        <a:pt x="2305" y="22254"/>
                        <a:pt x="0" y="24027"/>
                      </a:cubicBezTo>
                      <a:cubicBezTo>
                        <a:pt x="0" y="24027"/>
                        <a:pt x="886" y="23274"/>
                        <a:pt x="2128" y="21988"/>
                      </a:cubicBezTo>
                      <a:cubicBezTo>
                        <a:pt x="3369" y="20658"/>
                        <a:pt x="5098" y="18929"/>
                        <a:pt x="6472" y="16624"/>
                      </a:cubicBezTo>
                      <a:cubicBezTo>
                        <a:pt x="9309" y="11836"/>
                        <a:pt x="11349" y="5674"/>
                        <a:pt x="93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88" name="Forme libre : forme 24387">
                  <a:extLst>
                    <a:ext uri="{FF2B5EF4-FFF2-40B4-BE49-F238E27FC236}">
                      <a16:creationId xmlns:a16="http://schemas.microsoft.com/office/drawing/2014/main" id="{E566443B-EABF-4F6F-B843-3A12FC1A9AAC}"/>
                    </a:ext>
                  </a:extLst>
                </p:cNvPr>
                <p:cNvSpPr/>
                <p:nvPr/>
              </p:nvSpPr>
              <p:spPr>
                <a:xfrm>
                  <a:off x="6264324" y="1485042"/>
                  <a:ext cx="16358" cy="18397"/>
                </a:xfrm>
                <a:custGeom>
                  <a:avLst/>
                  <a:gdLst>
                    <a:gd name="connsiteX0" fmla="*/ 16358 w 16358"/>
                    <a:gd name="connsiteY0" fmla="*/ 0 h 18397"/>
                    <a:gd name="connsiteX1" fmla="*/ 8334 w 16358"/>
                    <a:gd name="connsiteY1" fmla="*/ 4433 h 18397"/>
                    <a:gd name="connsiteX2" fmla="*/ 2704 w 16358"/>
                    <a:gd name="connsiteY2" fmla="*/ 9974 h 18397"/>
                    <a:gd name="connsiteX3" fmla="*/ 0 w 16358"/>
                    <a:gd name="connsiteY3" fmla="*/ 18397 h 18397"/>
                    <a:gd name="connsiteX4" fmla="*/ 2926 w 16358"/>
                    <a:gd name="connsiteY4" fmla="*/ 11659 h 18397"/>
                    <a:gd name="connsiteX5" fmla="*/ 7891 w 16358"/>
                    <a:gd name="connsiteY5" fmla="*/ 5763 h 18397"/>
                    <a:gd name="connsiteX6" fmla="*/ 16358 w 16358"/>
                    <a:gd name="connsiteY6" fmla="*/ 0 h 18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358" h="18397">
                      <a:moveTo>
                        <a:pt x="16358" y="0"/>
                      </a:moveTo>
                      <a:cubicBezTo>
                        <a:pt x="16358" y="0"/>
                        <a:pt x="12324" y="1330"/>
                        <a:pt x="8334" y="4433"/>
                      </a:cubicBezTo>
                      <a:cubicBezTo>
                        <a:pt x="6384" y="6118"/>
                        <a:pt x="4300" y="7758"/>
                        <a:pt x="2704" y="9974"/>
                      </a:cubicBezTo>
                      <a:cubicBezTo>
                        <a:pt x="1108" y="12235"/>
                        <a:pt x="0" y="15028"/>
                        <a:pt x="0" y="18397"/>
                      </a:cubicBezTo>
                      <a:cubicBezTo>
                        <a:pt x="0" y="18397"/>
                        <a:pt x="532" y="15339"/>
                        <a:pt x="2926" y="11659"/>
                      </a:cubicBezTo>
                      <a:cubicBezTo>
                        <a:pt x="4079" y="9753"/>
                        <a:pt x="5808" y="8024"/>
                        <a:pt x="7891" y="5763"/>
                      </a:cubicBezTo>
                      <a:cubicBezTo>
                        <a:pt x="10019" y="3680"/>
                        <a:pt x="12767" y="1640"/>
                        <a:pt x="163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89" name="Forme libre : forme 24388">
                  <a:extLst>
                    <a:ext uri="{FF2B5EF4-FFF2-40B4-BE49-F238E27FC236}">
                      <a16:creationId xmlns:a16="http://schemas.microsoft.com/office/drawing/2014/main" id="{C2530C5B-0B9E-4683-B594-17B7B427A3BD}"/>
                    </a:ext>
                  </a:extLst>
                </p:cNvPr>
                <p:cNvSpPr/>
                <p:nvPr/>
              </p:nvSpPr>
              <p:spPr>
                <a:xfrm>
                  <a:off x="6297703" y="1489458"/>
                  <a:ext cx="11351" cy="6063"/>
                </a:xfrm>
                <a:custGeom>
                  <a:avLst/>
                  <a:gdLst>
                    <a:gd name="connsiteX0" fmla="*/ 11351 w 11351"/>
                    <a:gd name="connsiteY0" fmla="*/ 1347 h 6063"/>
                    <a:gd name="connsiteX1" fmla="*/ 5677 w 11351"/>
                    <a:gd name="connsiteY1" fmla="*/ 5692 h 6063"/>
                    <a:gd name="connsiteX2" fmla="*/ 1598 w 11351"/>
                    <a:gd name="connsiteY2" fmla="*/ 5869 h 6063"/>
                    <a:gd name="connsiteX3" fmla="*/ 2 w 11351"/>
                    <a:gd name="connsiteY3" fmla="*/ 4406 h 6063"/>
                    <a:gd name="connsiteX4" fmla="*/ 5721 w 11351"/>
                    <a:gd name="connsiteY4" fmla="*/ 505 h 6063"/>
                    <a:gd name="connsiteX5" fmla="*/ 11351 w 11351"/>
                    <a:gd name="connsiteY5" fmla="*/ 1347 h 6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351" h="6063">
                      <a:moveTo>
                        <a:pt x="11351" y="1347"/>
                      </a:moveTo>
                      <a:cubicBezTo>
                        <a:pt x="11395" y="2766"/>
                        <a:pt x="8824" y="4716"/>
                        <a:pt x="5677" y="5692"/>
                      </a:cubicBezTo>
                      <a:cubicBezTo>
                        <a:pt x="4125" y="6224"/>
                        <a:pt x="2574" y="6091"/>
                        <a:pt x="1598" y="5869"/>
                      </a:cubicBezTo>
                      <a:cubicBezTo>
                        <a:pt x="579" y="5603"/>
                        <a:pt x="-42" y="5116"/>
                        <a:pt x="2" y="4406"/>
                      </a:cubicBezTo>
                      <a:cubicBezTo>
                        <a:pt x="91" y="3032"/>
                        <a:pt x="2751" y="1569"/>
                        <a:pt x="5721" y="505"/>
                      </a:cubicBezTo>
                      <a:cubicBezTo>
                        <a:pt x="8735" y="-426"/>
                        <a:pt x="11307" y="-27"/>
                        <a:pt x="11351" y="134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90" name="Forme libre : forme 24389">
                  <a:extLst>
                    <a:ext uri="{FF2B5EF4-FFF2-40B4-BE49-F238E27FC236}">
                      <a16:creationId xmlns:a16="http://schemas.microsoft.com/office/drawing/2014/main" id="{9ADF2D80-4936-404A-8F69-61911BE76457}"/>
                    </a:ext>
                  </a:extLst>
                </p:cNvPr>
                <p:cNvSpPr/>
                <p:nvPr/>
              </p:nvSpPr>
              <p:spPr>
                <a:xfrm>
                  <a:off x="6307331" y="1489029"/>
                  <a:ext cx="3025" cy="2433"/>
                </a:xfrm>
                <a:custGeom>
                  <a:avLst/>
                  <a:gdLst>
                    <a:gd name="connsiteX0" fmla="*/ 2920 w 3025"/>
                    <a:gd name="connsiteY0" fmla="*/ 402 h 2433"/>
                    <a:gd name="connsiteX1" fmla="*/ 2033 w 3025"/>
                    <a:gd name="connsiteY1" fmla="*/ 2131 h 2433"/>
                    <a:gd name="connsiteX2" fmla="*/ 82 w 3025"/>
                    <a:gd name="connsiteY2" fmla="*/ 1998 h 2433"/>
                    <a:gd name="connsiteX3" fmla="*/ 969 w 3025"/>
                    <a:gd name="connsiteY3" fmla="*/ 269 h 2433"/>
                    <a:gd name="connsiteX4" fmla="*/ 2920 w 3025"/>
                    <a:gd name="connsiteY4" fmla="*/ 402 h 2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5" h="2433">
                      <a:moveTo>
                        <a:pt x="2920" y="402"/>
                      </a:moveTo>
                      <a:cubicBezTo>
                        <a:pt x="3230" y="890"/>
                        <a:pt x="2831" y="1688"/>
                        <a:pt x="2033" y="2131"/>
                      </a:cubicBezTo>
                      <a:cubicBezTo>
                        <a:pt x="1235" y="2575"/>
                        <a:pt x="348" y="2530"/>
                        <a:pt x="82" y="1998"/>
                      </a:cubicBezTo>
                      <a:cubicBezTo>
                        <a:pt x="-183" y="1466"/>
                        <a:pt x="215" y="713"/>
                        <a:pt x="969" y="269"/>
                      </a:cubicBezTo>
                      <a:cubicBezTo>
                        <a:pt x="1723" y="-130"/>
                        <a:pt x="2609" y="-85"/>
                        <a:pt x="2920" y="4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91" name="Forme libre : forme 24390">
                  <a:extLst>
                    <a:ext uri="{FF2B5EF4-FFF2-40B4-BE49-F238E27FC236}">
                      <a16:creationId xmlns:a16="http://schemas.microsoft.com/office/drawing/2014/main" id="{09225C31-D8A6-4EE1-88FD-D77D98F4482C}"/>
                    </a:ext>
                  </a:extLst>
                </p:cNvPr>
                <p:cNvSpPr/>
                <p:nvPr/>
              </p:nvSpPr>
              <p:spPr>
                <a:xfrm>
                  <a:off x="6293016" y="1475415"/>
                  <a:ext cx="30393" cy="11673"/>
                </a:xfrm>
                <a:custGeom>
                  <a:avLst/>
                  <a:gdLst>
                    <a:gd name="connsiteX0" fmla="*/ 22378 w 30393"/>
                    <a:gd name="connsiteY0" fmla="*/ 894 h 11673"/>
                    <a:gd name="connsiteX1" fmla="*/ 29737 w 30393"/>
                    <a:gd name="connsiteY1" fmla="*/ 7056 h 11673"/>
                    <a:gd name="connsiteX2" fmla="*/ 29515 w 30393"/>
                    <a:gd name="connsiteY2" fmla="*/ 10780 h 11673"/>
                    <a:gd name="connsiteX3" fmla="*/ 25525 w 30393"/>
                    <a:gd name="connsiteY3" fmla="*/ 11401 h 11673"/>
                    <a:gd name="connsiteX4" fmla="*/ 20605 w 30393"/>
                    <a:gd name="connsiteY4" fmla="*/ 9317 h 11673"/>
                    <a:gd name="connsiteX5" fmla="*/ 14930 w 30393"/>
                    <a:gd name="connsiteY5" fmla="*/ 7987 h 11673"/>
                    <a:gd name="connsiteX6" fmla="*/ 6108 w 30393"/>
                    <a:gd name="connsiteY6" fmla="*/ 9849 h 11673"/>
                    <a:gd name="connsiteX7" fmla="*/ 1542 w 30393"/>
                    <a:gd name="connsiteY7" fmla="*/ 9982 h 11673"/>
                    <a:gd name="connsiteX8" fmla="*/ 80 w 30393"/>
                    <a:gd name="connsiteY8" fmla="*/ 8297 h 11673"/>
                    <a:gd name="connsiteX9" fmla="*/ 2340 w 30393"/>
                    <a:gd name="connsiteY9" fmla="*/ 5726 h 11673"/>
                    <a:gd name="connsiteX10" fmla="*/ 6241 w 30393"/>
                    <a:gd name="connsiteY10" fmla="*/ 3155 h 11673"/>
                    <a:gd name="connsiteX11" fmla="*/ 14132 w 30393"/>
                    <a:gd name="connsiteY11" fmla="*/ 362 h 11673"/>
                    <a:gd name="connsiteX12" fmla="*/ 22378 w 30393"/>
                    <a:gd name="connsiteY12" fmla="*/ 894 h 11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393" h="11673">
                      <a:moveTo>
                        <a:pt x="22378" y="894"/>
                      </a:moveTo>
                      <a:cubicBezTo>
                        <a:pt x="25570" y="2135"/>
                        <a:pt x="27919" y="4441"/>
                        <a:pt x="29737" y="7056"/>
                      </a:cubicBezTo>
                      <a:cubicBezTo>
                        <a:pt x="30402" y="8031"/>
                        <a:pt x="30889" y="9539"/>
                        <a:pt x="29515" y="10780"/>
                      </a:cubicBezTo>
                      <a:cubicBezTo>
                        <a:pt x="28274" y="11888"/>
                        <a:pt x="26634" y="11799"/>
                        <a:pt x="25525" y="11401"/>
                      </a:cubicBezTo>
                      <a:cubicBezTo>
                        <a:pt x="23796" y="10824"/>
                        <a:pt x="22245" y="9982"/>
                        <a:pt x="20605" y="9317"/>
                      </a:cubicBezTo>
                      <a:cubicBezTo>
                        <a:pt x="18876" y="8563"/>
                        <a:pt x="17058" y="7987"/>
                        <a:pt x="14930" y="7987"/>
                      </a:cubicBezTo>
                      <a:cubicBezTo>
                        <a:pt x="13600" y="7987"/>
                        <a:pt x="9566" y="9184"/>
                        <a:pt x="6108" y="9849"/>
                      </a:cubicBezTo>
                      <a:cubicBezTo>
                        <a:pt x="4424" y="10248"/>
                        <a:pt x="2695" y="10203"/>
                        <a:pt x="1542" y="9982"/>
                      </a:cubicBezTo>
                      <a:cubicBezTo>
                        <a:pt x="390" y="9716"/>
                        <a:pt x="-231" y="9228"/>
                        <a:pt x="80" y="8297"/>
                      </a:cubicBezTo>
                      <a:cubicBezTo>
                        <a:pt x="346" y="7366"/>
                        <a:pt x="1188" y="6524"/>
                        <a:pt x="2340" y="5726"/>
                      </a:cubicBezTo>
                      <a:cubicBezTo>
                        <a:pt x="3404" y="4795"/>
                        <a:pt x="4779" y="3909"/>
                        <a:pt x="6241" y="3155"/>
                      </a:cubicBezTo>
                      <a:cubicBezTo>
                        <a:pt x="9167" y="1648"/>
                        <a:pt x="12403" y="584"/>
                        <a:pt x="14132" y="362"/>
                      </a:cubicBezTo>
                      <a:cubicBezTo>
                        <a:pt x="17102" y="-259"/>
                        <a:pt x="19984" y="-81"/>
                        <a:pt x="22378" y="89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82" name="Graphique 2">
                <a:extLst>
                  <a:ext uri="{FF2B5EF4-FFF2-40B4-BE49-F238E27FC236}">
                    <a16:creationId xmlns:a16="http://schemas.microsoft.com/office/drawing/2014/main" id="{5FA8D95D-2F6E-48CF-9B93-71F3BB8CED2D}"/>
                  </a:ext>
                </a:extLst>
              </p:cNvPr>
              <p:cNvGrpSpPr/>
              <p:nvPr/>
            </p:nvGrpSpPr>
            <p:grpSpPr>
              <a:xfrm>
                <a:off x="6321404" y="1420066"/>
                <a:ext cx="58727" cy="67395"/>
                <a:chOff x="6321404" y="1420066"/>
                <a:chExt cx="58727" cy="67395"/>
              </a:xfrm>
              <a:solidFill>
                <a:schemeClr val="accent1"/>
              </a:solidFill>
            </p:grpSpPr>
            <p:sp>
              <p:nvSpPr>
                <p:cNvPr id="24368" name="Forme libre : forme 24367">
                  <a:extLst>
                    <a:ext uri="{FF2B5EF4-FFF2-40B4-BE49-F238E27FC236}">
                      <a16:creationId xmlns:a16="http://schemas.microsoft.com/office/drawing/2014/main" id="{9275F7CB-B8E5-4C4E-9F2E-B84DC091C666}"/>
                    </a:ext>
                  </a:extLst>
                </p:cNvPr>
                <p:cNvSpPr/>
                <p:nvPr/>
              </p:nvSpPr>
              <p:spPr>
                <a:xfrm>
                  <a:off x="6321404" y="1420066"/>
                  <a:ext cx="58727" cy="67395"/>
                </a:xfrm>
                <a:custGeom>
                  <a:avLst/>
                  <a:gdLst>
                    <a:gd name="connsiteX0" fmla="*/ 54280 w 58727"/>
                    <a:gd name="connsiteY0" fmla="*/ 33369 h 67395"/>
                    <a:gd name="connsiteX1" fmla="*/ 46167 w 58727"/>
                    <a:gd name="connsiteY1" fmla="*/ 45870 h 67395"/>
                    <a:gd name="connsiteX2" fmla="*/ 36680 w 58727"/>
                    <a:gd name="connsiteY2" fmla="*/ 57396 h 67395"/>
                    <a:gd name="connsiteX3" fmla="*/ 33178 w 58727"/>
                    <a:gd name="connsiteY3" fmla="*/ 61075 h 67395"/>
                    <a:gd name="connsiteX4" fmla="*/ 29100 w 58727"/>
                    <a:gd name="connsiteY4" fmla="*/ 63735 h 67395"/>
                    <a:gd name="connsiteX5" fmla="*/ 21165 w 58727"/>
                    <a:gd name="connsiteY5" fmla="*/ 66927 h 67395"/>
                    <a:gd name="connsiteX6" fmla="*/ 14338 w 58727"/>
                    <a:gd name="connsiteY6" fmla="*/ 67060 h 67395"/>
                    <a:gd name="connsiteX7" fmla="*/ 9328 w 58727"/>
                    <a:gd name="connsiteY7" fmla="*/ 63913 h 67395"/>
                    <a:gd name="connsiteX8" fmla="*/ 2457 w 58727"/>
                    <a:gd name="connsiteY8" fmla="*/ 55490 h 67395"/>
                    <a:gd name="connsiteX9" fmla="*/ 241 w 58727"/>
                    <a:gd name="connsiteY9" fmla="*/ 50214 h 67395"/>
                    <a:gd name="connsiteX10" fmla="*/ 329 w 58727"/>
                    <a:gd name="connsiteY10" fmla="*/ 43786 h 67395"/>
                    <a:gd name="connsiteX11" fmla="*/ 2634 w 58727"/>
                    <a:gd name="connsiteY11" fmla="*/ 37314 h 67395"/>
                    <a:gd name="connsiteX12" fmla="*/ 4585 w 58727"/>
                    <a:gd name="connsiteY12" fmla="*/ 34300 h 67395"/>
                    <a:gd name="connsiteX13" fmla="*/ 6757 w 58727"/>
                    <a:gd name="connsiteY13" fmla="*/ 31152 h 67395"/>
                    <a:gd name="connsiteX14" fmla="*/ 13673 w 58727"/>
                    <a:gd name="connsiteY14" fmla="*/ 22508 h 67395"/>
                    <a:gd name="connsiteX15" fmla="*/ 19569 w 58727"/>
                    <a:gd name="connsiteY15" fmla="*/ 13021 h 67395"/>
                    <a:gd name="connsiteX16" fmla="*/ 24534 w 58727"/>
                    <a:gd name="connsiteY16" fmla="*/ 6593 h 67395"/>
                    <a:gd name="connsiteX17" fmla="*/ 30563 w 58727"/>
                    <a:gd name="connsiteY17" fmla="*/ 1982 h 67395"/>
                    <a:gd name="connsiteX18" fmla="*/ 42754 w 58727"/>
                    <a:gd name="connsiteY18" fmla="*/ 1184 h 67395"/>
                    <a:gd name="connsiteX19" fmla="*/ 52639 w 58727"/>
                    <a:gd name="connsiteY19" fmla="*/ 6415 h 67395"/>
                    <a:gd name="connsiteX20" fmla="*/ 58669 w 58727"/>
                    <a:gd name="connsiteY20" fmla="*/ 17055 h 67395"/>
                    <a:gd name="connsiteX21" fmla="*/ 57959 w 58727"/>
                    <a:gd name="connsiteY21" fmla="*/ 24857 h 67395"/>
                    <a:gd name="connsiteX22" fmla="*/ 54280 w 58727"/>
                    <a:gd name="connsiteY22" fmla="*/ 33369 h 67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8727" h="67395">
                      <a:moveTo>
                        <a:pt x="54280" y="33369"/>
                      </a:moveTo>
                      <a:lnTo>
                        <a:pt x="46167" y="45870"/>
                      </a:lnTo>
                      <a:cubicBezTo>
                        <a:pt x="43197" y="49815"/>
                        <a:pt x="39872" y="53584"/>
                        <a:pt x="36680" y="57396"/>
                      </a:cubicBezTo>
                      <a:cubicBezTo>
                        <a:pt x="35572" y="58726"/>
                        <a:pt x="34375" y="59967"/>
                        <a:pt x="33178" y="61075"/>
                      </a:cubicBezTo>
                      <a:cubicBezTo>
                        <a:pt x="31849" y="62095"/>
                        <a:pt x="30474" y="62982"/>
                        <a:pt x="29100" y="63735"/>
                      </a:cubicBezTo>
                      <a:cubicBezTo>
                        <a:pt x="26396" y="65287"/>
                        <a:pt x="23692" y="66351"/>
                        <a:pt x="21165" y="66927"/>
                      </a:cubicBezTo>
                      <a:cubicBezTo>
                        <a:pt x="18638" y="67503"/>
                        <a:pt x="16333" y="67548"/>
                        <a:pt x="14338" y="67060"/>
                      </a:cubicBezTo>
                      <a:cubicBezTo>
                        <a:pt x="12298" y="66484"/>
                        <a:pt x="10569" y="65420"/>
                        <a:pt x="9328" y="63913"/>
                      </a:cubicBezTo>
                      <a:lnTo>
                        <a:pt x="2457" y="55490"/>
                      </a:lnTo>
                      <a:cubicBezTo>
                        <a:pt x="1216" y="53938"/>
                        <a:pt x="507" y="52165"/>
                        <a:pt x="241" y="50214"/>
                      </a:cubicBezTo>
                      <a:cubicBezTo>
                        <a:pt x="-114" y="48175"/>
                        <a:pt x="-70" y="46003"/>
                        <a:pt x="329" y="43786"/>
                      </a:cubicBezTo>
                      <a:cubicBezTo>
                        <a:pt x="728" y="41570"/>
                        <a:pt x="1482" y="39398"/>
                        <a:pt x="2634" y="37314"/>
                      </a:cubicBezTo>
                      <a:cubicBezTo>
                        <a:pt x="3211" y="36294"/>
                        <a:pt x="3875" y="35275"/>
                        <a:pt x="4585" y="34300"/>
                      </a:cubicBezTo>
                      <a:cubicBezTo>
                        <a:pt x="5206" y="33191"/>
                        <a:pt x="5915" y="32127"/>
                        <a:pt x="6757" y="31152"/>
                      </a:cubicBezTo>
                      <a:cubicBezTo>
                        <a:pt x="9018" y="28226"/>
                        <a:pt x="11501" y="25478"/>
                        <a:pt x="13673" y="22508"/>
                      </a:cubicBezTo>
                      <a:lnTo>
                        <a:pt x="19569" y="13021"/>
                      </a:lnTo>
                      <a:cubicBezTo>
                        <a:pt x="20987" y="10981"/>
                        <a:pt x="22672" y="8543"/>
                        <a:pt x="24534" y="6593"/>
                      </a:cubicBezTo>
                      <a:cubicBezTo>
                        <a:pt x="26396" y="4642"/>
                        <a:pt x="28435" y="3091"/>
                        <a:pt x="30563" y="1982"/>
                      </a:cubicBezTo>
                      <a:cubicBezTo>
                        <a:pt x="34774" y="-234"/>
                        <a:pt x="39163" y="-722"/>
                        <a:pt x="42754" y="1184"/>
                      </a:cubicBezTo>
                      <a:lnTo>
                        <a:pt x="52639" y="6415"/>
                      </a:lnTo>
                      <a:cubicBezTo>
                        <a:pt x="56186" y="8322"/>
                        <a:pt x="58314" y="12223"/>
                        <a:pt x="58669" y="17055"/>
                      </a:cubicBezTo>
                      <a:cubicBezTo>
                        <a:pt x="58846" y="19493"/>
                        <a:pt x="58624" y="22109"/>
                        <a:pt x="57959" y="24857"/>
                      </a:cubicBezTo>
                      <a:cubicBezTo>
                        <a:pt x="57250" y="27650"/>
                        <a:pt x="56319" y="30354"/>
                        <a:pt x="54280" y="33369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69" name="Forme libre : forme 24368">
                  <a:extLst>
                    <a:ext uri="{FF2B5EF4-FFF2-40B4-BE49-F238E27FC236}">
                      <a16:creationId xmlns:a16="http://schemas.microsoft.com/office/drawing/2014/main" id="{A5FDA126-31BA-4E5A-910A-4FB3D4E4DEA6}"/>
                    </a:ext>
                  </a:extLst>
                </p:cNvPr>
                <p:cNvSpPr/>
                <p:nvPr/>
              </p:nvSpPr>
              <p:spPr>
                <a:xfrm>
                  <a:off x="6327718" y="1426348"/>
                  <a:ext cx="52324" cy="61113"/>
                </a:xfrm>
                <a:custGeom>
                  <a:avLst/>
                  <a:gdLst>
                    <a:gd name="connsiteX0" fmla="*/ 23628 w 52324"/>
                    <a:gd name="connsiteY0" fmla="*/ 38745 h 61113"/>
                    <a:gd name="connsiteX1" fmla="*/ 18841 w 52324"/>
                    <a:gd name="connsiteY1" fmla="*/ 45395 h 61113"/>
                    <a:gd name="connsiteX2" fmla="*/ 12679 w 52324"/>
                    <a:gd name="connsiteY2" fmla="*/ 50227 h 61113"/>
                    <a:gd name="connsiteX3" fmla="*/ 0 w 52324"/>
                    <a:gd name="connsiteY3" fmla="*/ 53995 h 61113"/>
                    <a:gd name="connsiteX4" fmla="*/ 2970 w 52324"/>
                    <a:gd name="connsiteY4" fmla="*/ 57630 h 61113"/>
                    <a:gd name="connsiteX5" fmla="*/ 7980 w 52324"/>
                    <a:gd name="connsiteY5" fmla="*/ 60778 h 61113"/>
                    <a:gd name="connsiteX6" fmla="*/ 14806 w 52324"/>
                    <a:gd name="connsiteY6" fmla="*/ 60645 h 61113"/>
                    <a:gd name="connsiteX7" fmla="*/ 22742 w 52324"/>
                    <a:gd name="connsiteY7" fmla="*/ 57453 h 61113"/>
                    <a:gd name="connsiteX8" fmla="*/ 26820 w 52324"/>
                    <a:gd name="connsiteY8" fmla="*/ 54793 h 61113"/>
                    <a:gd name="connsiteX9" fmla="*/ 30322 w 52324"/>
                    <a:gd name="connsiteY9" fmla="*/ 51114 h 61113"/>
                    <a:gd name="connsiteX10" fmla="*/ 39809 w 52324"/>
                    <a:gd name="connsiteY10" fmla="*/ 39588 h 61113"/>
                    <a:gd name="connsiteX11" fmla="*/ 47922 w 52324"/>
                    <a:gd name="connsiteY11" fmla="*/ 27086 h 61113"/>
                    <a:gd name="connsiteX12" fmla="*/ 51557 w 52324"/>
                    <a:gd name="connsiteY12" fmla="*/ 18619 h 61113"/>
                    <a:gd name="connsiteX13" fmla="*/ 52266 w 52324"/>
                    <a:gd name="connsiteY13" fmla="*/ 10817 h 61113"/>
                    <a:gd name="connsiteX14" fmla="*/ 46237 w 52324"/>
                    <a:gd name="connsiteY14" fmla="*/ 177 h 61113"/>
                    <a:gd name="connsiteX15" fmla="*/ 45927 w 52324"/>
                    <a:gd name="connsiteY15" fmla="*/ 0 h 61113"/>
                    <a:gd name="connsiteX16" fmla="*/ 40873 w 52324"/>
                    <a:gd name="connsiteY16" fmla="*/ 9841 h 61113"/>
                    <a:gd name="connsiteX17" fmla="*/ 35376 w 52324"/>
                    <a:gd name="connsiteY17" fmla="*/ 19373 h 61113"/>
                    <a:gd name="connsiteX18" fmla="*/ 29524 w 52324"/>
                    <a:gd name="connsiteY18" fmla="*/ 28992 h 61113"/>
                    <a:gd name="connsiteX19" fmla="*/ 23628 w 52324"/>
                    <a:gd name="connsiteY19" fmla="*/ 38745 h 61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2324" h="61113">
                      <a:moveTo>
                        <a:pt x="23628" y="38745"/>
                      </a:moveTo>
                      <a:cubicBezTo>
                        <a:pt x="22254" y="41095"/>
                        <a:pt x="20614" y="43356"/>
                        <a:pt x="18841" y="45395"/>
                      </a:cubicBezTo>
                      <a:cubicBezTo>
                        <a:pt x="17067" y="47434"/>
                        <a:pt x="14806" y="48853"/>
                        <a:pt x="12679" y="50227"/>
                      </a:cubicBezTo>
                      <a:cubicBezTo>
                        <a:pt x="8334" y="52798"/>
                        <a:pt x="4078" y="54438"/>
                        <a:pt x="0" y="53995"/>
                      </a:cubicBezTo>
                      <a:lnTo>
                        <a:pt x="2970" y="57630"/>
                      </a:lnTo>
                      <a:cubicBezTo>
                        <a:pt x="4211" y="59137"/>
                        <a:pt x="5940" y="60246"/>
                        <a:pt x="7980" y="60778"/>
                      </a:cubicBezTo>
                      <a:cubicBezTo>
                        <a:pt x="9974" y="61265"/>
                        <a:pt x="12279" y="61221"/>
                        <a:pt x="14806" y="60645"/>
                      </a:cubicBezTo>
                      <a:cubicBezTo>
                        <a:pt x="17333" y="60068"/>
                        <a:pt x="20037" y="59005"/>
                        <a:pt x="22742" y="57453"/>
                      </a:cubicBezTo>
                      <a:cubicBezTo>
                        <a:pt x="24116" y="56655"/>
                        <a:pt x="25446" y="55768"/>
                        <a:pt x="26820" y="54793"/>
                      </a:cubicBezTo>
                      <a:cubicBezTo>
                        <a:pt x="28017" y="53685"/>
                        <a:pt x="29214" y="52443"/>
                        <a:pt x="30322" y="51114"/>
                      </a:cubicBezTo>
                      <a:cubicBezTo>
                        <a:pt x="33514" y="47301"/>
                        <a:pt x="36839" y="43533"/>
                        <a:pt x="39809" y="39588"/>
                      </a:cubicBezTo>
                      <a:lnTo>
                        <a:pt x="47922" y="27086"/>
                      </a:lnTo>
                      <a:cubicBezTo>
                        <a:pt x="49961" y="24072"/>
                        <a:pt x="50892" y="21323"/>
                        <a:pt x="51557" y="18619"/>
                      </a:cubicBezTo>
                      <a:cubicBezTo>
                        <a:pt x="52222" y="15915"/>
                        <a:pt x="52443" y="13255"/>
                        <a:pt x="52266" y="10817"/>
                      </a:cubicBezTo>
                      <a:cubicBezTo>
                        <a:pt x="51911" y="5985"/>
                        <a:pt x="49784" y="2039"/>
                        <a:pt x="46237" y="177"/>
                      </a:cubicBezTo>
                      <a:lnTo>
                        <a:pt x="45927" y="0"/>
                      </a:lnTo>
                      <a:cubicBezTo>
                        <a:pt x="44375" y="3369"/>
                        <a:pt x="42602" y="6650"/>
                        <a:pt x="40873" y="9841"/>
                      </a:cubicBezTo>
                      <a:cubicBezTo>
                        <a:pt x="39056" y="13033"/>
                        <a:pt x="37504" y="16225"/>
                        <a:pt x="35376" y="19373"/>
                      </a:cubicBezTo>
                      <a:cubicBezTo>
                        <a:pt x="33381" y="22520"/>
                        <a:pt x="31386" y="25712"/>
                        <a:pt x="29524" y="28992"/>
                      </a:cubicBezTo>
                      <a:cubicBezTo>
                        <a:pt x="27884" y="32406"/>
                        <a:pt x="25535" y="35376"/>
                        <a:pt x="23628" y="38745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70" name="Forme libre : forme 24369">
                  <a:extLst>
                    <a:ext uri="{FF2B5EF4-FFF2-40B4-BE49-F238E27FC236}">
                      <a16:creationId xmlns:a16="http://schemas.microsoft.com/office/drawing/2014/main" id="{EEEE248C-13D9-4513-9DDC-B2D8F30FE203}"/>
                    </a:ext>
                  </a:extLst>
                </p:cNvPr>
                <p:cNvSpPr/>
                <p:nvPr/>
              </p:nvSpPr>
              <p:spPr>
                <a:xfrm>
                  <a:off x="6343394" y="1436624"/>
                  <a:ext cx="22095" cy="27984"/>
                </a:xfrm>
                <a:custGeom>
                  <a:avLst/>
                  <a:gdLst>
                    <a:gd name="connsiteX0" fmla="*/ 19611 w 22095"/>
                    <a:gd name="connsiteY0" fmla="*/ 497 h 27984"/>
                    <a:gd name="connsiteX1" fmla="*/ 22049 w 22095"/>
                    <a:gd name="connsiteY1" fmla="*/ 7235 h 27984"/>
                    <a:gd name="connsiteX2" fmla="*/ 17527 w 22095"/>
                    <a:gd name="connsiteY2" fmla="*/ 18451 h 27984"/>
                    <a:gd name="connsiteX3" fmla="*/ 13405 w 22095"/>
                    <a:gd name="connsiteY3" fmla="*/ 23594 h 27984"/>
                    <a:gd name="connsiteX4" fmla="*/ 8706 w 22095"/>
                    <a:gd name="connsiteY4" fmla="*/ 26741 h 27984"/>
                    <a:gd name="connsiteX5" fmla="*/ 1524 w 22095"/>
                    <a:gd name="connsiteY5" fmla="*/ 27051 h 27984"/>
                    <a:gd name="connsiteX6" fmla="*/ 371 w 22095"/>
                    <a:gd name="connsiteY6" fmla="*/ 20091 h 27984"/>
                    <a:gd name="connsiteX7" fmla="*/ 2189 w 22095"/>
                    <a:gd name="connsiteY7" fmla="*/ 15348 h 27984"/>
                    <a:gd name="connsiteX8" fmla="*/ 4937 w 22095"/>
                    <a:gd name="connsiteY8" fmla="*/ 10028 h 27984"/>
                    <a:gd name="connsiteX9" fmla="*/ 12651 w 22095"/>
                    <a:gd name="connsiteY9" fmla="*/ 2004 h 27984"/>
                    <a:gd name="connsiteX10" fmla="*/ 19611 w 22095"/>
                    <a:gd name="connsiteY10" fmla="*/ 497 h 27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095" h="27984">
                      <a:moveTo>
                        <a:pt x="19611" y="497"/>
                      </a:moveTo>
                      <a:cubicBezTo>
                        <a:pt x="21429" y="1517"/>
                        <a:pt x="22315" y="3999"/>
                        <a:pt x="22049" y="7235"/>
                      </a:cubicBezTo>
                      <a:cubicBezTo>
                        <a:pt x="21606" y="10471"/>
                        <a:pt x="20054" y="14506"/>
                        <a:pt x="17527" y="18451"/>
                      </a:cubicBezTo>
                      <a:cubicBezTo>
                        <a:pt x="16242" y="20402"/>
                        <a:pt x="14956" y="22219"/>
                        <a:pt x="13405" y="23594"/>
                      </a:cubicBezTo>
                      <a:cubicBezTo>
                        <a:pt x="11809" y="24923"/>
                        <a:pt x="10213" y="25987"/>
                        <a:pt x="8706" y="26741"/>
                      </a:cubicBezTo>
                      <a:cubicBezTo>
                        <a:pt x="5691" y="28248"/>
                        <a:pt x="3076" y="28426"/>
                        <a:pt x="1524" y="27051"/>
                      </a:cubicBezTo>
                      <a:cubicBezTo>
                        <a:pt x="-72" y="25677"/>
                        <a:pt x="-338" y="23106"/>
                        <a:pt x="371" y="20091"/>
                      </a:cubicBezTo>
                      <a:cubicBezTo>
                        <a:pt x="726" y="18584"/>
                        <a:pt x="1347" y="16988"/>
                        <a:pt x="2189" y="15348"/>
                      </a:cubicBezTo>
                      <a:cubicBezTo>
                        <a:pt x="2987" y="13663"/>
                        <a:pt x="3785" y="11801"/>
                        <a:pt x="4937" y="10028"/>
                      </a:cubicBezTo>
                      <a:cubicBezTo>
                        <a:pt x="7198" y="6482"/>
                        <a:pt x="9947" y="3733"/>
                        <a:pt x="12651" y="2004"/>
                      </a:cubicBezTo>
                      <a:cubicBezTo>
                        <a:pt x="15222" y="142"/>
                        <a:pt x="17749" y="-567"/>
                        <a:pt x="19611" y="497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71" name="Forme libre : forme 24370">
                  <a:extLst>
                    <a:ext uri="{FF2B5EF4-FFF2-40B4-BE49-F238E27FC236}">
                      <a16:creationId xmlns:a16="http://schemas.microsoft.com/office/drawing/2014/main" id="{8A2D1D90-C5E1-471E-ADF1-00ED64140D02}"/>
                    </a:ext>
                  </a:extLst>
                </p:cNvPr>
                <p:cNvSpPr/>
                <p:nvPr/>
              </p:nvSpPr>
              <p:spPr>
                <a:xfrm>
                  <a:off x="6343350" y="1448203"/>
                  <a:ext cx="20940" cy="16345"/>
                </a:xfrm>
                <a:custGeom>
                  <a:avLst/>
                  <a:gdLst>
                    <a:gd name="connsiteX0" fmla="*/ 1080 w 20940"/>
                    <a:gd name="connsiteY0" fmla="*/ 6162 h 16345"/>
                    <a:gd name="connsiteX1" fmla="*/ 1524 w 20940"/>
                    <a:gd name="connsiteY1" fmla="*/ 15427 h 16345"/>
                    <a:gd name="connsiteX2" fmla="*/ 8705 w 20940"/>
                    <a:gd name="connsiteY2" fmla="*/ 15117 h 16345"/>
                    <a:gd name="connsiteX3" fmla="*/ 13404 w 20940"/>
                    <a:gd name="connsiteY3" fmla="*/ 11969 h 16345"/>
                    <a:gd name="connsiteX4" fmla="*/ 17527 w 20940"/>
                    <a:gd name="connsiteY4" fmla="*/ 6827 h 16345"/>
                    <a:gd name="connsiteX5" fmla="*/ 20941 w 20940"/>
                    <a:gd name="connsiteY5" fmla="*/ 0 h 16345"/>
                    <a:gd name="connsiteX6" fmla="*/ 18236 w 20940"/>
                    <a:gd name="connsiteY6" fmla="*/ 3236 h 16345"/>
                    <a:gd name="connsiteX7" fmla="*/ 8927 w 20940"/>
                    <a:gd name="connsiteY7" fmla="*/ 8068 h 16345"/>
                    <a:gd name="connsiteX8" fmla="*/ 1080 w 20940"/>
                    <a:gd name="connsiteY8" fmla="*/ 6162 h 16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940" h="16345">
                      <a:moveTo>
                        <a:pt x="1080" y="6162"/>
                      </a:moveTo>
                      <a:cubicBezTo>
                        <a:pt x="-427" y="10107"/>
                        <a:pt x="-427" y="13743"/>
                        <a:pt x="1524" y="15427"/>
                      </a:cubicBezTo>
                      <a:cubicBezTo>
                        <a:pt x="3120" y="16801"/>
                        <a:pt x="5691" y="16580"/>
                        <a:pt x="8705" y="15117"/>
                      </a:cubicBezTo>
                      <a:cubicBezTo>
                        <a:pt x="10212" y="14363"/>
                        <a:pt x="11809" y="13299"/>
                        <a:pt x="13404" y="11969"/>
                      </a:cubicBezTo>
                      <a:cubicBezTo>
                        <a:pt x="14956" y="10595"/>
                        <a:pt x="16242" y="8778"/>
                        <a:pt x="17527" y="6827"/>
                      </a:cubicBezTo>
                      <a:cubicBezTo>
                        <a:pt x="19034" y="4522"/>
                        <a:pt x="20187" y="2172"/>
                        <a:pt x="20941" y="0"/>
                      </a:cubicBezTo>
                      <a:cubicBezTo>
                        <a:pt x="20143" y="1197"/>
                        <a:pt x="19256" y="2261"/>
                        <a:pt x="18236" y="3236"/>
                      </a:cubicBezTo>
                      <a:cubicBezTo>
                        <a:pt x="15222" y="5719"/>
                        <a:pt x="11941" y="7492"/>
                        <a:pt x="8927" y="8068"/>
                      </a:cubicBezTo>
                      <a:cubicBezTo>
                        <a:pt x="5735" y="8512"/>
                        <a:pt x="2942" y="7935"/>
                        <a:pt x="1080" y="6162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72" name="Forme libre : forme 24371">
                  <a:extLst>
                    <a:ext uri="{FF2B5EF4-FFF2-40B4-BE49-F238E27FC236}">
                      <a16:creationId xmlns:a16="http://schemas.microsoft.com/office/drawing/2014/main" id="{AF9862CF-45B5-4F6F-97A7-4730812ADFAB}"/>
                    </a:ext>
                  </a:extLst>
                </p:cNvPr>
                <p:cNvSpPr/>
                <p:nvPr/>
              </p:nvSpPr>
              <p:spPr>
                <a:xfrm>
                  <a:off x="6345679" y="1436023"/>
                  <a:ext cx="22093" cy="28352"/>
                </a:xfrm>
                <a:custGeom>
                  <a:avLst/>
                  <a:gdLst>
                    <a:gd name="connsiteX0" fmla="*/ 19586 w 22093"/>
                    <a:gd name="connsiteY0" fmla="*/ 477 h 28352"/>
                    <a:gd name="connsiteX1" fmla="*/ 22069 w 22093"/>
                    <a:gd name="connsiteY1" fmla="*/ 7216 h 28352"/>
                    <a:gd name="connsiteX2" fmla="*/ 20695 w 22093"/>
                    <a:gd name="connsiteY2" fmla="*/ 12580 h 28352"/>
                    <a:gd name="connsiteX3" fmla="*/ 17591 w 22093"/>
                    <a:gd name="connsiteY3" fmla="*/ 18520 h 28352"/>
                    <a:gd name="connsiteX4" fmla="*/ 13469 w 22093"/>
                    <a:gd name="connsiteY4" fmla="*/ 23795 h 28352"/>
                    <a:gd name="connsiteX5" fmla="*/ 8814 w 22093"/>
                    <a:gd name="connsiteY5" fmla="*/ 27076 h 28352"/>
                    <a:gd name="connsiteX6" fmla="*/ 1544 w 22093"/>
                    <a:gd name="connsiteY6" fmla="*/ 27475 h 28352"/>
                    <a:gd name="connsiteX7" fmla="*/ 391 w 22093"/>
                    <a:gd name="connsiteY7" fmla="*/ 20515 h 28352"/>
                    <a:gd name="connsiteX8" fmla="*/ 2164 w 22093"/>
                    <a:gd name="connsiteY8" fmla="*/ 15638 h 28352"/>
                    <a:gd name="connsiteX9" fmla="*/ 4913 w 22093"/>
                    <a:gd name="connsiteY9" fmla="*/ 10230 h 28352"/>
                    <a:gd name="connsiteX10" fmla="*/ 8637 w 22093"/>
                    <a:gd name="connsiteY10" fmla="*/ 5442 h 28352"/>
                    <a:gd name="connsiteX11" fmla="*/ 12671 w 22093"/>
                    <a:gd name="connsiteY11" fmla="*/ 1985 h 28352"/>
                    <a:gd name="connsiteX12" fmla="*/ 19586 w 22093"/>
                    <a:gd name="connsiteY12" fmla="*/ 477 h 28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2093" h="28352">
                      <a:moveTo>
                        <a:pt x="19586" y="477"/>
                      </a:moveTo>
                      <a:cubicBezTo>
                        <a:pt x="21448" y="1497"/>
                        <a:pt x="22246" y="3979"/>
                        <a:pt x="22069" y="7216"/>
                      </a:cubicBezTo>
                      <a:cubicBezTo>
                        <a:pt x="22024" y="8812"/>
                        <a:pt x="21448" y="10673"/>
                        <a:pt x="20695" y="12580"/>
                      </a:cubicBezTo>
                      <a:cubicBezTo>
                        <a:pt x="19941" y="14486"/>
                        <a:pt x="18877" y="16525"/>
                        <a:pt x="17591" y="18520"/>
                      </a:cubicBezTo>
                      <a:cubicBezTo>
                        <a:pt x="16306" y="20515"/>
                        <a:pt x="14887" y="22288"/>
                        <a:pt x="13469" y="23795"/>
                      </a:cubicBezTo>
                      <a:cubicBezTo>
                        <a:pt x="12050" y="25303"/>
                        <a:pt x="10277" y="26278"/>
                        <a:pt x="8814" y="27076"/>
                      </a:cubicBezTo>
                      <a:cubicBezTo>
                        <a:pt x="5755" y="28583"/>
                        <a:pt x="3140" y="28805"/>
                        <a:pt x="1544" y="27475"/>
                      </a:cubicBezTo>
                      <a:cubicBezTo>
                        <a:pt x="-52" y="26145"/>
                        <a:pt x="-363" y="23529"/>
                        <a:pt x="391" y="20515"/>
                      </a:cubicBezTo>
                      <a:cubicBezTo>
                        <a:pt x="701" y="18963"/>
                        <a:pt x="1455" y="17456"/>
                        <a:pt x="2164" y="15638"/>
                      </a:cubicBezTo>
                      <a:cubicBezTo>
                        <a:pt x="2829" y="13865"/>
                        <a:pt x="3760" y="12003"/>
                        <a:pt x="4913" y="10230"/>
                      </a:cubicBezTo>
                      <a:cubicBezTo>
                        <a:pt x="6065" y="8413"/>
                        <a:pt x="7307" y="6817"/>
                        <a:pt x="8637" y="5442"/>
                      </a:cubicBezTo>
                      <a:cubicBezTo>
                        <a:pt x="9967" y="4068"/>
                        <a:pt x="11385" y="2960"/>
                        <a:pt x="12671" y="1985"/>
                      </a:cubicBezTo>
                      <a:cubicBezTo>
                        <a:pt x="15198" y="123"/>
                        <a:pt x="17725" y="-542"/>
                        <a:pt x="19586" y="47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73" name="Forme libre : forme 24372">
                  <a:extLst>
                    <a:ext uri="{FF2B5EF4-FFF2-40B4-BE49-F238E27FC236}">
                      <a16:creationId xmlns:a16="http://schemas.microsoft.com/office/drawing/2014/main" id="{BA63C9C3-B8B8-4715-82E4-BE0F4E961919}"/>
                    </a:ext>
                  </a:extLst>
                </p:cNvPr>
                <p:cNvSpPr/>
                <p:nvPr/>
              </p:nvSpPr>
              <p:spPr>
                <a:xfrm>
                  <a:off x="6329548" y="1446384"/>
                  <a:ext cx="40432" cy="32319"/>
                </a:xfrm>
                <a:custGeom>
                  <a:avLst/>
                  <a:gdLst>
                    <a:gd name="connsiteX0" fmla="*/ 6637 w 40432"/>
                    <a:gd name="connsiteY0" fmla="*/ 27886 h 32319"/>
                    <a:gd name="connsiteX1" fmla="*/ 12267 w 40432"/>
                    <a:gd name="connsiteY1" fmla="*/ 32097 h 32319"/>
                    <a:gd name="connsiteX2" fmla="*/ 20911 w 40432"/>
                    <a:gd name="connsiteY2" fmla="*/ 30767 h 32319"/>
                    <a:gd name="connsiteX3" fmla="*/ 29733 w 40432"/>
                    <a:gd name="connsiteY3" fmla="*/ 24206 h 32319"/>
                    <a:gd name="connsiteX4" fmla="*/ 36117 w 40432"/>
                    <a:gd name="connsiteY4" fmla="*/ 16936 h 32319"/>
                    <a:gd name="connsiteX5" fmla="*/ 39885 w 40432"/>
                    <a:gd name="connsiteY5" fmla="*/ 8469 h 32319"/>
                    <a:gd name="connsiteX6" fmla="*/ 37181 w 40432"/>
                    <a:gd name="connsiteY6" fmla="*/ 1 h 32319"/>
                    <a:gd name="connsiteX7" fmla="*/ 30930 w 40432"/>
                    <a:gd name="connsiteY7" fmla="*/ 3105 h 32319"/>
                    <a:gd name="connsiteX8" fmla="*/ 16301 w 40432"/>
                    <a:gd name="connsiteY8" fmla="*/ 9666 h 32319"/>
                    <a:gd name="connsiteX9" fmla="*/ 7967 w 40432"/>
                    <a:gd name="connsiteY9" fmla="*/ 11128 h 32319"/>
                    <a:gd name="connsiteX10" fmla="*/ 697 w 40432"/>
                    <a:gd name="connsiteY10" fmla="*/ 16138 h 32319"/>
                    <a:gd name="connsiteX11" fmla="*/ 6637 w 40432"/>
                    <a:gd name="connsiteY11" fmla="*/ 27886 h 32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0432" h="32319">
                      <a:moveTo>
                        <a:pt x="6637" y="27886"/>
                      </a:moveTo>
                      <a:cubicBezTo>
                        <a:pt x="8189" y="29659"/>
                        <a:pt x="9740" y="31476"/>
                        <a:pt x="12267" y="32097"/>
                      </a:cubicBezTo>
                      <a:cubicBezTo>
                        <a:pt x="14661" y="32673"/>
                        <a:pt x="17720" y="32097"/>
                        <a:pt x="20911" y="30767"/>
                      </a:cubicBezTo>
                      <a:cubicBezTo>
                        <a:pt x="23882" y="29171"/>
                        <a:pt x="26940" y="26822"/>
                        <a:pt x="29733" y="24206"/>
                      </a:cubicBezTo>
                      <a:cubicBezTo>
                        <a:pt x="31994" y="21990"/>
                        <a:pt x="34521" y="19729"/>
                        <a:pt x="36117" y="16936"/>
                      </a:cubicBezTo>
                      <a:cubicBezTo>
                        <a:pt x="37757" y="14187"/>
                        <a:pt x="39131" y="11306"/>
                        <a:pt x="39885" y="8469"/>
                      </a:cubicBezTo>
                      <a:cubicBezTo>
                        <a:pt x="41082" y="4213"/>
                        <a:pt x="40373" y="-87"/>
                        <a:pt x="37181" y="1"/>
                      </a:cubicBezTo>
                      <a:cubicBezTo>
                        <a:pt x="35230" y="46"/>
                        <a:pt x="33014" y="1730"/>
                        <a:pt x="30930" y="3105"/>
                      </a:cubicBezTo>
                      <a:cubicBezTo>
                        <a:pt x="26009" y="6385"/>
                        <a:pt x="21443" y="8868"/>
                        <a:pt x="16301" y="9666"/>
                      </a:cubicBezTo>
                      <a:cubicBezTo>
                        <a:pt x="14217" y="10065"/>
                        <a:pt x="10937" y="10331"/>
                        <a:pt x="7967" y="11128"/>
                      </a:cubicBezTo>
                      <a:cubicBezTo>
                        <a:pt x="4952" y="11926"/>
                        <a:pt x="2425" y="13478"/>
                        <a:pt x="697" y="16138"/>
                      </a:cubicBezTo>
                      <a:cubicBezTo>
                        <a:pt x="-2141" y="21103"/>
                        <a:pt x="4465" y="25447"/>
                        <a:pt x="6637" y="2788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74" name="Forme libre : forme 24373">
                  <a:extLst>
                    <a:ext uri="{FF2B5EF4-FFF2-40B4-BE49-F238E27FC236}">
                      <a16:creationId xmlns:a16="http://schemas.microsoft.com/office/drawing/2014/main" id="{26F3A9BE-297C-45B9-A92C-76C8EFC37FC8}"/>
                    </a:ext>
                  </a:extLst>
                </p:cNvPr>
                <p:cNvSpPr/>
                <p:nvPr/>
              </p:nvSpPr>
              <p:spPr>
                <a:xfrm>
                  <a:off x="6335345" y="1452296"/>
                  <a:ext cx="6829" cy="13015"/>
                </a:xfrm>
                <a:custGeom>
                  <a:avLst/>
                  <a:gdLst>
                    <a:gd name="connsiteX0" fmla="*/ 130 w 6829"/>
                    <a:gd name="connsiteY0" fmla="*/ 11068 h 13015"/>
                    <a:gd name="connsiteX1" fmla="*/ 750 w 6829"/>
                    <a:gd name="connsiteY1" fmla="*/ 12664 h 13015"/>
                    <a:gd name="connsiteX2" fmla="*/ 2613 w 6829"/>
                    <a:gd name="connsiteY2" fmla="*/ 12753 h 13015"/>
                    <a:gd name="connsiteX3" fmla="*/ 4031 w 6829"/>
                    <a:gd name="connsiteY3" fmla="*/ 10935 h 13015"/>
                    <a:gd name="connsiteX4" fmla="*/ 6336 w 6829"/>
                    <a:gd name="connsiteY4" fmla="*/ 5704 h 13015"/>
                    <a:gd name="connsiteX5" fmla="*/ 6824 w 6829"/>
                    <a:gd name="connsiteY5" fmla="*/ 3576 h 13015"/>
                    <a:gd name="connsiteX6" fmla="*/ 2036 w 6829"/>
                    <a:gd name="connsiteY6" fmla="*/ 1759 h 13015"/>
                    <a:gd name="connsiteX7" fmla="*/ 130 w 6829"/>
                    <a:gd name="connsiteY7" fmla="*/ 11068 h 13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29" h="13015">
                      <a:moveTo>
                        <a:pt x="130" y="11068"/>
                      </a:moveTo>
                      <a:cubicBezTo>
                        <a:pt x="219" y="11689"/>
                        <a:pt x="352" y="12265"/>
                        <a:pt x="750" y="12664"/>
                      </a:cubicBezTo>
                      <a:cubicBezTo>
                        <a:pt x="1150" y="13019"/>
                        <a:pt x="1948" y="13196"/>
                        <a:pt x="2613" y="12753"/>
                      </a:cubicBezTo>
                      <a:cubicBezTo>
                        <a:pt x="3233" y="12354"/>
                        <a:pt x="3632" y="11644"/>
                        <a:pt x="4031" y="10935"/>
                      </a:cubicBezTo>
                      <a:cubicBezTo>
                        <a:pt x="4962" y="9206"/>
                        <a:pt x="5760" y="7433"/>
                        <a:pt x="6336" y="5704"/>
                      </a:cubicBezTo>
                      <a:cubicBezTo>
                        <a:pt x="6602" y="4995"/>
                        <a:pt x="6824" y="4241"/>
                        <a:pt x="6824" y="3576"/>
                      </a:cubicBezTo>
                      <a:cubicBezTo>
                        <a:pt x="6957" y="739"/>
                        <a:pt x="4386" y="-1832"/>
                        <a:pt x="2036" y="1759"/>
                      </a:cubicBezTo>
                      <a:cubicBezTo>
                        <a:pt x="219" y="4551"/>
                        <a:pt x="-269" y="8408"/>
                        <a:pt x="130" y="1106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75" name="Forme libre : forme 24374">
                  <a:extLst>
                    <a:ext uri="{FF2B5EF4-FFF2-40B4-BE49-F238E27FC236}">
                      <a16:creationId xmlns:a16="http://schemas.microsoft.com/office/drawing/2014/main" id="{039331E7-8AC9-4B6B-B790-DC5B623C910F}"/>
                    </a:ext>
                  </a:extLst>
                </p:cNvPr>
                <p:cNvSpPr/>
                <p:nvPr/>
              </p:nvSpPr>
              <p:spPr>
                <a:xfrm>
                  <a:off x="6371561" y="1427678"/>
                  <a:ext cx="6303" cy="24914"/>
                </a:xfrm>
                <a:custGeom>
                  <a:avLst/>
                  <a:gdLst>
                    <a:gd name="connsiteX0" fmla="*/ 0 w 6303"/>
                    <a:gd name="connsiteY0" fmla="*/ 0 h 24914"/>
                    <a:gd name="connsiteX1" fmla="*/ 4566 w 6303"/>
                    <a:gd name="connsiteY1" fmla="*/ 4876 h 24914"/>
                    <a:gd name="connsiteX2" fmla="*/ 6295 w 6303"/>
                    <a:gd name="connsiteY2" fmla="*/ 12413 h 24914"/>
                    <a:gd name="connsiteX3" fmla="*/ 5852 w 6303"/>
                    <a:gd name="connsiteY3" fmla="*/ 17910 h 24914"/>
                    <a:gd name="connsiteX4" fmla="*/ 3724 w 6303"/>
                    <a:gd name="connsiteY4" fmla="*/ 24914 h 24914"/>
                    <a:gd name="connsiteX5" fmla="*/ 4611 w 6303"/>
                    <a:gd name="connsiteY5" fmla="*/ 22121 h 24914"/>
                    <a:gd name="connsiteX6" fmla="*/ 5320 w 6303"/>
                    <a:gd name="connsiteY6" fmla="*/ 15693 h 24914"/>
                    <a:gd name="connsiteX7" fmla="*/ 0 w 6303"/>
                    <a:gd name="connsiteY7" fmla="*/ 0 h 24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03" h="24914">
                      <a:moveTo>
                        <a:pt x="0" y="0"/>
                      </a:moveTo>
                      <a:cubicBezTo>
                        <a:pt x="0" y="0"/>
                        <a:pt x="2704" y="1197"/>
                        <a:pt x="4566" y="4876"/>
                      </a:cubicBezTo>
                      <a:cubicBezTo>
                        <a:pt x="5497" y="6694"/>
                        <a:pt x="6206" y="9177"/>
                        <a:pt x="6295" y="12413"/>
                      </a:cubicBezTo>
                      <a:cubicBezTo>
                        <a:pt x="6340" y="14053"/>
                        <a:pt x="6206" y="15871"/>
                        <a:pt x="5852" y="17910"/>
                      </a:cubicBezTo>
                      <a:cubicBezTo>
                        <a:pt x="5497" y="19949"/>
                        <a:pt x="5009" y="22165"/>
                        <a:pt x="3724" y="24914"/>
                      </a:cubicBezTo>
                      <a:cubicBezTo>
                        <a:pt x="3724" y="24914"/>
                        <a:pt x="4123" y="23850"/>
                        <a:pt x="4611" y="22121"/>
                      </a:cubicBezTo>
                      <a:cubicBezTo>
                        <a:pt x="4965" y="20481"/>
                        <a:pt x="5231" y="18220"/>
                        <a:pt x="5320" y="15693"/>
                      </a:cubicBezTo>
                      <a:cubicBezTo>
                        <a:pt x="5364" y="10640"/>
                        <a:pt x="4345" y="447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76" name="Forme libre : forme 24375">
                  <a:extLst>
                    <a:ext uri="{FF2B5EF4-FFF2-40B4-BE49-F238E27FC236}">
                      <a16:creationId xmlns:a16="http://schemas.microsoft.com/office/drawing/2014/main" id="{413B2CC7-7682-4E1E-A972-0A1EBA6EA3C4}"/>
                    </a:ext>
                  </a:extLst>
                </p:cNvPr>
                <p:cNvSpPr/>
                <p:nvPr/>
              </p:nvSpPr>
              <p:spPr>
                <a:xfrm>
                  <a:off x="6323320" y="1451085"/>
                  <a:ext cx="6436" cy="24648"/>
                </a:xfrm>
                <a:custGeom>
                  <a:avLst/>
                  <a:gdLst>
                    <a:gd name="connsiteX0" fmla="*/ 6437 w 6436"/>
                    <a:gd name="connsiteY0" fmla="*/ 0 h 24648"/>
                    <a:gd name="connsiteX1" fmla="*/ 4929 w 6436"/>
                    <a:gd name="connsiteY1" fmla="*/ 2305 h 24648"/>
                    <a:gd name="connsiteX2" fmla="*/ 1915 w 6436"/>
                    <a:gd name="connsiteY2" fmla="*/ 7935 h 24648"/>
                    <a:gd name="connsiteX3" fmla="*/ 9 w 6436"/>
                    <a:gd name="connsiteY3" fmla="*/ 15693 h 24648"/>
                    <a:gd name="connsiteX4" fmla="*/ 2269 w 6436"/>
                    <a:gd name="connsiteY4" fmla="*/ 24648 h 24648"/>
                    <a:gd name="connsiteX5" fmla="*/ 1693 w 6436"/>
                    <a:gd name="connsiteY5" fmla="*/ 22609 h 24648"/>
                    <a:gd name="connsiteX6" fmla="*/ 1073 w 6436"/>
                    <a:gd name="connsiteY6" fmla="*/ 17067 h 24648"/>
                    <a:gd name="connsiteX7" fmla="*/ 2181 w 6436"/>
                    <a:gd name="connsiteY7" fmla="*/ 9310 h 24648"/>
                    <a:gd name="connsiteX8" fmla="*/ 3954 w 6436"/>
                    <a:gd name="connsiteY8" fmla="*/ 4965 h 24648"/>
                    <a:gd name="connsiteX9" fmla="*/ 6437 w 6436"/>
                    <a:gd name="connsiteY9" fmla="*/ 0 h 24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436" h="24648">
                      <a:moveTo>
                        <a:pt x="6437" y="0"/>
                      </a:moveTo>
                      <a:cubicBezTo>
                        <a:pt x="6437" y="0"/>
                        <a:pt x="5772" y="842"/>
                        <a:pt x="4929" y="2305"/>
                      </a:cubicBezTo>
                      <a:cubicBezTo>
                        <a:pt x="4176" y="3857"/>
                        <a:pt x="2934" y="5719"/>
                        <a:pt x="1915" y="7935"/>
                      </a:cubicBezTo>
                      <a:cubicBezTo>
                        <a:pt x="895" y="10196"/>
                        <a:pt x="97" y="12812"/>
                        <a:pt x="9" y="15693"/>
                      </a:cubicBezTo>
                      <a:cubicBezTo>
                        <a:pt x="-80" y="18530"/>
                        <a:pt x="496" y="21678"/>
                        <a:pt x="2269" y="24648"/>
                      </a:cubicBezTo>
                      <a:cubicBezTo>
                        <a:pt x="2269" y="24648"/>
                        <a:pt x="2003" y="23939"/>
                        <a:pt x="1693" y="22609"/>
                      </a:cubicBezTo>
                      <a:cubicBezTo>
                        <a:pt x="1383" y="21279"/>
                        <a:pt x="1117" y="19373"/>
                        <a:pt x="1073" y="17067"/>
                      </a:cubicBezTo>
                      <a:cubicBezTo>
                        <a:pt x="1073" y="14762"/>
                        <a:pt x="1339" y="12147"/>
                        <a:pt x="2181" y="9310"/>
                      </a:cubicBezTo>
                      <a:cubicBezTo>
                        <a:pt x="2624" y="7891"/>
                        <a:pt x="3200" y="6428"/>
                        <a:pt x="3954" y="4965"/>
                      </a:cubicBezTo>
                      <a:cubicBezTo>
                        <a:pt x="4663" y="3414"/>
                        <a:pt x="5417" y="1685"/>
                        <a:pt x="64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77" name="Forme libre : forme 24376">
                  <a:extLst>
                    <a:ext uri="{FF2B5EF4-FFF2-40B4-BE49-F238E27FC236}">
                      <a16:creationId xmlns:a16="http://schemas.microsoft.com/office/drawing/2014/main" id="{14B3D2C8-5198-455D-AE47-EE4518345902}"/>
                    </a:ext>
                  </a:extLst>
                </p:cNvPr>
                <p:cNvSpPr/>
                <p:nvPr/>
              </p:nvSpPr>
              <p:spPr>
                <a:xfrm>
                  <a:off x="6349112" y="1441561"/>
                  <a:ext cx="8873" cy="9470"/>
                </a:xfrm>
                <a:custGeom>
                  <a:avLst/>
                  <a:gdLst>
                    <a:gd name="connsiteX0" fmla="*/ 8662 w 8873"/>
                    <a:gd name="connsiteY0" fmla="*/ 524 h 9470"/>
                    <a:gd name="connsiteX1" fmla="*/ 5692 w 8873"/>
                    <a:gd name="connsiteY1" fmla="*/ 6997 h 9470"/>
                    <a:gd name="connsiteX2" fmla="*/ 195 w 8873"/>
                    <a:gd name="connsiteY2" fmla="*/ 8859 h 9470"/>
                    <a:gd name="connsiteX3" fmla="*/ 3076 w 8873"/>
                    <a:gd name="connsiteY3" fmla="*/ 2519 h 9470"/>
                    <a:gd name="connsiteX4" fmla="*/ 8662 w 8873"/>
                    <a:gd name="connsiteY4" fmla="*/ 524 h 9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73" h="9470">
                      <a:moveTo>
                        <a:pt x="8662" y="524"/>
                      </a:moveTo>
                      <a:cubicBezTo>
                        <a:pt x="9416" y="1721"/>
                        <a:pt x="8086" y="4647"/>
                        <a:pt x="5692" y="6997"/>
                      </a:cubicBezTo>
                      <a:cubicBezTo>
                        <a:pt x="3342" y="9346"/>
                        <a:pt x="904" y="10144"/>
                        <a:pt x="195" y="8859"/>
                      </a:cubicBezTo>
                      <a:cubicBezTo>
                        <a:pt x="-514" y="7573"/>
                        <a:pt x="771" y="4780"/>
                        <a:pt x="3076" y="2519"/>
                      </a:cubicBezTo>
                      <a:cubicBezTo>
                        <a:pt x="5382" y="258"/>
                        <a:pt x="7909" y="-673"/>
                        <a:pt x="8662" y="52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78" name="Forme libre : forme 24377">
                  <a:extLst>
                    <a:ext uri="{FF2B5EF4-FFF2-40B4-BE49-F238E27FC236}">
                      <a16:creationId xmlns:a16="http://schemas.microsoft.com/office/drawing/2014/main" id="{725FDC33-9592-420D-99F8-3B6FA629B4EA}"/>
                    </a:ext>
                  </a:extLst>
                </p:cNvPr>
                <p:cNvSpPr/>
                <p:nvPr/>
              </p:nvSpPr>
              <p:spPr>
                <a:xfrm>
                  <a:off x="6355950" y="1440225"/>
                  <a:ext cx="2599" cy="2942"/>
                </a:xfrm>
                <a:custGeom>
                  <a:avLst/>
                  <a:gdLst>
                    <a:gd name="connsiteX0" fmla="*/ 2178 w 2599"/>
                    <a:gd name="connsiteY0" fmla="*/ 88 h 2942"/>
                    <a:gd name="connsiteX1" fmla="*/ 2222 w 2599"/>
                    <a:gd name="connsiteY1" fmla="*/ 1994 h 2942"/>
                    <a:gd name="connsiteX2" fmla="*/ 405 w 2599"/>
                    <a:gd name="connsiteY2" fmla="*/ 2836 h 2942"/>
                    <a:gd name="connsiteX3" fmla="*/ 360 w 2599"/>
                    <a:gd name="connsiteY3" fmla="*/ 930 h 2942"/>
                    <a:gd name="connsiteX4" fmla="*/ 2178 w 2599"/>
                    <a:gd name="connsiteY4" fmla="*/ 88 h 2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9" h="2942">
                      <a:moveTo>
                        <a:pt x="2178" y="88"/>
                      </a:moveTo>
                      <a:cubicBezTo>
                        <a:pt x="2710" y="398"/>
                        <a:pt x="2754" y="1240"/>
                        <a:pt x="2222" y="1994"/>
                      </a:cubicBezTo>
                      <a:cubicBezTo>
                        <a:pt x="1690" y="2748"/>
                        <a:pt x="937" y="3147"/>
                        <a:pt x="405" y="2836"/>
                      </a:cubicBezTo>
                      <a:cubicBezTo>
                        <a:pt x="-127" y="2526"/>
                        <a:pt x="-127" y="1684"/>
                        <a:pt x="360" y="930"/>
                      </a:cubicBezTo>
                      <a:cubicBezTo>
                        <a:pt x="848" y="177"/>
                        <a:pt x="1690" y="-178"/>
                        <a:pt x="2178" y="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79" name="Forme libre : forme 24378">
                  <a:extLst>
                    <a:ext uri="{FF2B5EF4-FFF2-40B4-BE49-F238E27FC236}">
                      <a16:creationId xmlns:a16="http://schemas.microsoft.com/office/drawing/2014/main" id="{6E1F15BF-9BF3-4566-8D44-C9E7C6D1BD8F}"/>
                    </a:ext>
                  </a:extLst>
                </p:cNvPr>
                <p:cNvSpPr/>
                <p:nvPr/>
              </p:nvSpPr>
              <p:spPr>
                <a:xfrm>
                  <a:off x="6339731" y="1425709"/>
                  <a:ext cx="28045" cy="18954"/>
                </a:xfrm>
                <a:custGeom>
                  <a:avLst/>
                  <a:gdLst>
                    <a:gd name="connsiteX0" fmla="*/ 16801 w 28045"/>
                    <a:gd name="connsiteY0" fmla="*/ 63 h 18954"/>
                    <a:gd name="connsiteX1" fmla="*/ 26377 w 28045"/>
                    <a:gd name="connsiteY1" fmla="*/ 2545 h 18954"/>
                    <a:gd name="connsiteX2" fmla="*/ 27840 w 28045"/>
                    <a:gd name="connsiteY2" fmla="*/ 6003 h 18954"/>
                    <a:gd name="connsiteX3" fmla="*/ 24426 w 28045"/>
                    <a:gd name="connsiteY3" fmla="*/ 8264 h 18954"/>
                    <a:gd name="connsiteX4" fmla="*/ 13210 w 28045"/>
                    <a:gd name="connsiteY4" fmla="*/ 10436 h 18954"/>
                    <a:gd name="connsiteX5" fmla="*/ 133 w 28045"/>
                    <a:gd name="connsiteY5" fmla="*/ 18017 h 18954"/>
                    <a:gd name="connsiteX6" fmla="*/ 2837 w 28045"/>
                    <a:gd name="connsiteY6" fmla="*/ 10392 h 18954"/>
                    <a:gd name="connsiteX7" fmla="*/ 5896 w 28045"/>
                    <a:gd name="connsiteY7" fmla="*/ 6668 h 18954"/>
                    <a:gd name="connsiteX8" fmla="*/ 8555 w 28045"/>
                    <a:gd name="connsiteY8" fmla="*/ 3742 h 18954"/>
                    <a:gd name="connsiteX9" fmla="*/ 16801 w 28045"/>
                    <a:gd name="connsiteY9" fmla="*/ 63 h 1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045" h="18954">
                      <a:moveTo>
                        <a:pt x="16801" y="63"/>
                      </a:moveTo>
                      <a:cubicBezTo>
                        <a:pt x="20392" y="-292"/>
                        <a:pt x="23539" y="905"/>
                        <a:pt x="26377" y="2545"/>
                      </a:cubicBezTo>
                      <a:cubicBezTo>
                        <a:pt x="27440" y="3166"/>
                        <a:pt x="28504" y="4318"/>
                        <a:pt x="27840" y="6003"/>
                      </a:cubicBezTo>
                      <a:cubicBezTo>
                        <a:pt x="27219" y="7510"/>
                        <a:pt x="25667" y="8086"/>
                        <a:pt x="24426" y="8264"/>
                      </a:cubicBezTo>
                      <a:cubicBezTo>
                        <a:pt x="20658" y="8707"/>
                        <a:pt x="16978" y="8042"/>
                        <a:pt x="13210" y="10436"/>
                      </a:cubicBezTo>
                      <a:cubicBezTo>
                        <a:pt x="10728" y="11855"/>
                        <a:pt x="1197" y="22051"/>
                        <a:pt x="133" y="18017"/>
                      </a:cubicBezTo>
                      <a:cubicBezTo>
                        <a:pt x="-444" y="16022"/>
                        <a:pt x="931" y="13096"/>
                        <a:pt x="2837" y="10392"/>
                      </a:cubicBezTo>
                      <a:cubicBezTo>
                        <a:pt x="3768" y="9017"/>
                        <a:pt x="4876" y="7776"/>
                        <a:pt x="5896" y="6668"/>
                      </a:cubicBezTo>
                      <a:cubicBezTo>
                        <a:pt x="6915" y="5382"/>
                        <a:pt x="7846" y="4318"/>
                        <a:pt x="8555" y="3742"/>
                      </a:cubicBezTo>
                      <a:cubicBezTo>
                        <a:pt x="11171" y="1526"/>
                        <a:pt x="14141" y="329"/>
                        <a:pt x="16801" y="6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83" name="Graphique 2">
                <a:extLst>
                  <a:ext uri="{FF2B5EF4-FFF2-40B4-BE49-F238E27FC236}">
                    <a16:creationId xmlns:a16="http://schemas.microsoft.com/office/drawing/2014/main" id="{97437AC6-2C48-41AE-8531-90CD853E4885}"/>
                  </a:ext>
                </a:extLst>
              </p:cNvPr>
              <p:cNvGrpSpPr/>
              <p:nvPr/>
            </p:nvGrpSpPr>
            <p:grpSpPr>
              <a:xfrm>
                <a:off x="6357802" y="1357783"/>
                <a:ext cx="55988" cy="69955"/>
                <a:chOff x="6357802" y="1357783"/>
                <a:chExt cx="55988" cy="69955"/>
              </a:xfrm>
              <a:solidFill>
                <a:schemeClr val="accent1"/>
              </a:solidFill>
            </p:grpSpPr>
            <p:sp>
              <p:nvSpPr>
                <p:cNvPr id="24356" name="Forme libre : forme 24355">
                  <a:extLst>
                    <a:ext uri="{FF2B5EF4-FFF2-40B4-BE49-F238E27FC236}">
                      <a16:creationId xmlns:a16="http://schemas.microsoft.com/office/drawing/2014/main" id="{CBC4486B-08CF-4E1A-BC60-22EB46490368}"/>
                    </a:ext>
                  </a:extLst>
                </p:cNvPr>
                <p:cNvSpPr/>
                <p:nvPr/>
              </p:nvSpPr>
              <p:spPr>
                <a:xfrm>
                  <a:off x="6357802" y="1357783"/>
                  <a:ext cx="55988" cy="69955"/>
                </a:xfrm>
                <a:custGeom>
                  <a:avLst/>
                  <a:gdLst>
                    <a:gd name="connsiteX0" fmla="*/ 52060 w 55988"/>
                    <a:gd name="connsiteY0" fmla="*/ 33810 h 69955"/>
                    <a:gd name="connsiteX1" fmla="*/ 45854 w 55988"/>
                    <a:gd name="connsiteY1" fmla="*/ 44893 h 69955"/>
                    <a:gd name="connsiteX2" fmla="*/ 39692 w 55988"/>
                    <a:gd name="connsiteY2" fmla="*/ 56153 h 69955"/>
                    <a:gd name="connsiteX3" fmla="*/ 16197 w 55988"/>
                    <a:gd name="connsiteY3" fmla="*/ 68787 h 69955"/>
                    <a:gd name="connsiteX4" fmla="*/ 6311 w 55988"/>
                    <a:gd name="connsiteY4" fmla="*/ 63556 h 69955"/>
                    <a:gd name="connsiteX5" fmla="*/ 3518 w 55988"/>
                    <a:gd name="connsiteY5" fmla="*/ 37002 h 69955"/>
                    <a:gd name="connsiteX6" fmla="*/ 9680 w 55988"/>
                    <a:gd name="connsiteY6" fmla="*/ 25298 h 69955"/>
                    <a:gd name="connsiteX7" fmla="*/ 16019 w 55988"/>
                    <a:gd name="connsiteY7" fmla="*/ 13551 h 69955"/>
                    <a:gd name="connsiteX8" fmla="*/ 27900 w 55988"/>
                    <a:gd name="connsiteY8" fmla="*/ 1714 h 69955"/>
                    <a:gd name="connsiteX9" fmla="*/ 40490 w 55988"/>
                    <a:gd name="connsiteY9" fmla="*/ 1581 h 69955"/>
                    <a:gd name="connsiteX10" fmla="*/ 50243 w 55988"/>
                    <a:gd name="connsiteY10" fmla="*/ 7699 h 69955"/>
                    <a:gd name="connsiteX11" fmla="*/ 55962 w 55988"/>
                    <a:gd name="connsiteY11" fmla="*/ 18649 h 69955"/>
                    <a:gd name="connsiteX12" fmla="*/ 52060 w 55988"/>
                    <a:gd name="connsiteY12" fmla="*/ 33810 h 69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988" h="69955">
                      <a:moveTo>
                        <a:pt x="52060" y="33810"/>
                      </a:moveTo>
                      <a:cubicBezTo>
                        <a:pt x="49933" y="37356"/>
                        <a:pt x="47938" y="41169"/>
                        <a:pt x="45854" y="44893"/>
                      </a:cubicBezTo>
                      <a:lnTo>
                        <a:pt x="39692" y="56153"/>
                      </a:lnTo>
                      <a:cubicBezTo>
                        <a:pt x="33973" y="66748"/>
                        <a:pt x="23290" y="72600"/>
                        <a:pt x="16197" y="68787"/>
                      </a:cubicBezTo>
                      <a:lnTo>
                        <a:pt x="6311" y="63556"/>
                      </a:lnTo>
                      <a:cubicBezTo>
                        <a:pt x="-782" y="59699"/>
                        <a:pt x="-2156" y="47952"/>
                        <a:pt x="3518" y="37002"/>
                      </a:cubicBezTo>
                      <a:lnTo>
                        <a:pt x="9680" y="25298"/>
                      </a:lnTo>
                      <a:cubicBezTo>
                        <a:pt x="11808" y="21397"/>
                        <a:pt x="13758" y="17496"/>
                        <a:pt x="16019" y="13551"/>
                      </a:cubicBezTo>
                      <a:cubicBezTo>
                        <a:pt x="19167" y="8054"/>
                        <a:pt x="23290" y="3842"/>
                        <a:pt x="27900" y="1714"/>
                      </a:cubicBezTo>
                      <a:cubicBezTo>
                        <a:pt x="32422" y="-458"/>
                        <a:pt x="36944" y="-635"/>
                        <a:pt x="40490" y="1581"/>
                      </a:cubicBezTo>
                      <a:lnTo>
                        <a:pt x="50243" y="7699"/>
                      </a:lnTo>
                      <a:cubicBezTo>
                        <a:pt x="53745" y="9915"/>
                        <a:pt x="55696" y="13994"/>
                        <a:pt x="55962" y="18649"/>
                      </a:cubicBezTo>
                      <a:cubicBezTo>
                        <a:pt x="56183" y="23215"/>
                        <a:pt x="55075" y="28756"/>
                        <a:pt x="52060" y="33810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57" name="Forme libre : forme 24356">
                  <a:extLst>
                    <a:ext uri="{FF2B5EF4-FFF2-40B4-BE49-F238E27FC236}">
                      <a16:creationId xmlns:a16="http://schemas.microsoft.com/office/drawing/2014/main" id="{D5493F1E-F8A7-43B9-8BBC-F1CCE7655DCE}"/>
                    </a:ext>
                  </a:extLst>
                </p:cNvPr>
                <p:cNvSpPr/>
                <p:nvPr/>
              </p:nvSpPr>
              <p:spPr>
                <a:xfrm>
                  <a:off x="6369743" y="1365172"/>
                  <a:ext cx="44013" cy="62495"/>
                </a:xfrm>
                <a:custGeom>
                  <a:avLst/>
                  <a:gdLst>
                    <a:gd name="connsiteX0" fmla="*/ 18043 w 44013"/>
                    <a:gd name="connsiteY0" fmla="*/ 38346 h 62495"/>
                    <a:gd name="connsiteX1" fmla="*/ 0 w 44013"/>
                    <a:gd name="connsiteY1" fmla="*/ 59049 h 62495"/>
                    <a:gd name="connsiteX2" fmla="*/ 4256 w 44013"/>
                    <a:gd name="connsiteY2" fmla="*/ 61310 h 62495"/>
                    <a:gd name="connsiteX3" fmla="*/ 27751 w 44013"/>
                    <a:gd name="connsiteY3" fmla="*/ 48675 h 62495"/>
                    <a:gd name="connsiteX4" fmla="*/ 33913 w 44013"/>
                    <a:gd name="connsiteY4" fmla="*/ 37415 h 62495"/>
                    <a:gd name="connsiteX5" fmla="*/ 40119 w 44013"/>
                    <a:gd name="connsiteY5" fmla="*/ 26333 h 62495"/>
                    <a:gd name="connsiteX6" fmla="*/ 43976 w 44013"/>
                    <a:gd name="connsiteY6" fmla="*/ 11127 h 62495"/>
                    <a:gd name="connsiteX7" fmla="*/ 38258 w 44013"/>
                    <a:gd name="connsiteY7" fmla="*/ 177 h 62495"/>
                    <a:gd name="connsiteX8" fmla="*/ 37947 w 44013"/>
                    <a:gd name="connsiteY8" fmla="*/ 0 h 62495"/>
                    <a:gd name="connsiteX9" fmla="*/ 32450 w 44013"/>
                    <a:gd name="connsiteY9" fmla="*/ 9398 h 62495"/>
                    <a:gd name="connsiteX10" fmla="*/ 27042 w 44013"/>
                    <a:gd name="connsiteY10" fmla="*/ 18708 h 62495"/>
                    <a:gd name="connsiteX11" fmla="*/ 18043 w 44013"/>
                    <a:gd name="connsiteY11" fmla="*/ 38346 h 62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13" h="62495">
                      <a:moveTo>
                        <a:pt x="18043" y="38346"/>
                      </a:moveTo>
                      <a:cubicBezTo>
                        <a:pt x="14807" y="48276"/>
                        <a:pt x="7669" y="56655"/>
                        <a:pt x="0" y="59049"/>
                      </a:cubicBezTo>
                      <a:lnTo>
                        <a:pt x="4256" y="61310"/>
                      </a:lnTo>
                      <a:cubicBezTo>
                        <a:pt x="11349" y="65166"/>
                        <a:pt x="22032" y="59270"/>
                        <a:pt x="27751" y="48675"/>
                      </a:cubicBezTo>
                      <a:lnTo>
                        <a:pt x="33913" y="37415"/>
                      </a:lnTo>
                      <a:cubicBezTo>
                        <a:pt x="35997" y="33736"/>
                        <a:pt x="37992" y="29923"/>
                        <a:pt x="40119" y="26333"/>
                      </a:cubicBezTo>
                      <a:cubicBezTo>
                        <a:pt x="43090" y="21279"/>
                        <a:pt x="44242" y="15737"/>
                        <a:pt x="43976" y="11127"/>
                      </a:cubicBezTo>
                      <a:cubicBezTo>
                        <a:pt x="43666" y="6472"/>
                        <a:pt x="41760" y="2394"/>
                        <a:pt x="38258" y="177"/>
                      </a:cubicBezTo>
                      <a:lnTo>
                        <a:pt x="37947" y="0"/>
                      </a:lnTo>
                      <a:cubicBezTo>
                        <a:pt x="36218" y="3236"/>
                        <a:pt x="34312" y="6295"/>
                        <a:pt x="32450" y="9398"/>
                      </a:cubicBezTo>
                      <a:cubicBezTo>
                        <a:pt x="30633" y="12501"/>
                        <a:pt x="28859" y="15604"/>
                        <a:pt x="27042" y="18708"/>
                      </a:cubicBezTo>
                      <a:cubicBezTo>
                        <a:pt x="23495" y="24958"/>
                        <a:pt x="20348" y="31386"/>
                        <a:pt x="18043" y="38346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58" name="Forme libre : forme 24357">
                  <a:extLst>
                    <a:ext uri="{FF2B5EF4-FFF2-40B4-BE49-F238E27FC236}">
                      <a16:creationId xmlns:a16="http://schemas.microsoft.com/office/drawing/2014/main" id="{C1F12BBC-542D-45F4-B17A-1C5C5C28CCA7}"/>
                    </a:ext>
                  </a:extLst>
                </p:cNvPr>
                <p:cNvSpPr/>
                <p:nvPr/>
              </p:nvSpPr>
              <p:spPr>
                <a:xfrm>
                  <a:off x="6378341" y="1374716"/>
                  <a:ext cx="20645" cy="29041"/>
                </a:xfrm>
                <a:custGeom>
                  <a:avLst/>
                  <a:gdLst>
                    <a:gd name="connsiteX0" fmla="*/ 18134 w 20645"/>
                    <a:gd name="connsiteY0" fmla="*/ 563 h 29041"/>
                    <a:gd name="connsiteX1" fmla="*/ 17114 w 20645"/>
                    <a:gd name="connsiteY1" fmla="*/ 18251 h 29041"/>
                    <a:gd name="connsiteX2" fmla="*/ 2662 w 20645"/>
                    <a:gd name="connsiteY2" fmla="*/ 28580 h 29041"/>
                    <a:gd name="connsiteX3" fmla="*/ 3416 w 20645"/>
                    <a:gd name="connsiteY3" fmla="*/ 10759 h 29041"/>
                    <a:gd name="connsiteX4" fmla="*/ 18134 w 20645"/>
                    <a:gd name="connsiteY4" fmla="*/ 563 h 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645" h="29041">
                      <a:moveTo>
                        <a:pt x="18134" y="563"/>
                      </a:moveTo>
                      <a:cubicBezTo>
                        <a:pt x="21902" y="2779"/>
                        <a:pt x="21325" y="10582"/>
                        <a:pt x="17114" y="18251"/>
                      </a:cubicBezTo>
                      <a:cubicBezTo>
                        <a:pt x="12902" y="25920"/>
                        <a:pt x="6430" y="30575"/>
                        <a:pt x="2662" y="28580"/>
                      </a:cubicBezTo>
                      <a:cubicBezTo>
                        <a:pt x="-1151" y="26585"/>
                        <a:pt x="-840" y="18605"/>
                        <a:pt x="3416" y="10759"/>
                      </a:cubicBezTo>
                      <a:cubicBezTo>
                        <a:pt x="7671" y="2868"/>
                        <a:pt x="14454" y="-1654"/>
                        <a:pt x="18134" y="56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59" name="Forme libre : forme 24358">
                  <a:extLst>
                    <a:ext uri="{FF2B5EF4-FFF2-40B4-BE49-F238E27FC236}">
                      <a16:creationId xmlns:a16="http://schemas.microsoft.com/office/drawing/2014/main" id="{FA5B1672-2076-497E-B78B-E1515E7A3467}"/>
                    </a:ext>
                  </a:extLst>
                </p:cNvPr>
                <p:cNvSpPr/>
                <p:nvPr/>
              </p:nvSpPr>
              <p:spPr>
                <a:xfrm>
                  <a:off x="6378398" y="1386362"/>
                  <a:ext cx="19849" cy="17393"/>
                </a:xfrm>
                <a:custGeom>
                  <a:avLst/>
                  <a:gdLst>
                    <a:gd name="connsiteX0" fmla="*/ 300 w 19849"/>
                    <a:gd name="connsiteY0" fmla="*/ 7669 h 17393"/>
                    <a:gd name="connsiteX1" fmla="*/ 2649 w 19849"/>
                    <a:gd name="connsiteY1" fmla="*/ 16934 h 17393"/>
                    <a:gd name="connsiteX2" fmla="*/ 17101 w 19849"/>
                    <a:gd name="connsiteY2" fmla="*/ 6605 h 17393"/>
                    <a:gd name="connsiteX3" fmla="*/ 19850 w 19849"/>
                    <a:gd name="connsiteY3" fmla="*/ 0 h 17393"/>
                    <a:gd name="connsiteX4" fmla="*/ 17456 w 19849"/>
                    <a:gd name="connsiteY4" fmla="*/ 3147 h 17393"/>
                    <a:gd name="connsiteX5" fmla="*/ 300 w 19849"/>
                    <a:gd name="connsiteY5" fmla="*/ 7669 h 17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849" h="17393">
                      <a:moveTo>
                        <a:pt x="300" y="7669"/>
                      </a:moveTo>
                      <a:cubicBezTo>
                        <a:pt x="-498" y="12102"/>
                        <a:pt x="300" y="15693"/>
                        <a:pt x="2649" y="16934"/>
                      </a:cubicBezTo>
                      <a:cubicBezTo>
                        <a:pt x="6418" y="18929"/>
                        <a:pt x="12845" y="14230"/>
                        <a:pt x="17101" y="6605"/>
                      </a:cubicBezTo>
                      <a:cubicBezTo>
                        <a:pt x="18343" y="4344"/>
                        <a:pt x="19229" y="2084"/>
                        <a:pt x="19850" y="0"/>
                      </a:cubicBezTo>
                      <a:cubicBezTo>
                        <a:pt x="19141" y="1108"/>
                        <a:pt x="18343" y="2172"/>
                        <a:pt x="17456" y="3147"/>
                      </a:cubicBezTo>
                      <a:cubicBezTo>
                        <a:pt x="11915" y="8113"/>
                        <a:pt x="4644" y="10595"/>
                        <a:pt x="300" y="7669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60" name="Forme libre : forme 24359">
                  <a:extLst>
                    <a:ext uri="{FF2B5EF4-FFF2-40B4-BE49-F238E27FC236}">
                      <a16:creationId xmlns:a16="http://schemas.microsoft.com/office/drawing/2014/main" id="{C1CFE310-2A2A-4FF3-A1D0-FA98687D0A00}"/>
                    </a:ext>
                  </a:extLst>
                </p:cNvPr>
                <p:cNvSpPr/>
                <p:nvPr/>
              </p:nvSpPr>
              <p:spPr>
                <a:xfrm>
                  <a:off x="6380662" y="1374180"/>
                  <a:ext cx="20635" cy="28957"/>
                </a:xfrm>
                <a:custGeom>
                  <a:avLst/>
                  <a:gdLst>
                    <a:gd name="connsiteX0" fmla="*/ 18118 w 20635"/>
                    <a:gd name="connsiteY0" fmla="*/ 567 h 28957"/>
                    <a:gd name="connsiteX1" fmla="*/ 20600 w 20635"/>
                    <a:gd name="connsiteY1" fmla="*/ 7394 h 28957"/>
                    <a:gd name="connsiteX2" fmla="*/ 17098 w 20635"/>
                    <a:gd name="connsiteY2" fmla="*/ 18210 h 28957"/>
                    <a:gd name="connsiteX3" fmla="*/ 2646 w 20635"/>
                    <a:gd name="connsiteY3" fmla="*/ 28495 h 28957"/>
                    <a:gd name="connsiteX4" fmla="*/ 3400 w 20635"/>
                    <a:gd name="connsiteY4" fmla="*/ 10674 h 28957"/>
                    <a:gd name="connsiteX5" fmla="*/ 18118 w 20635"/>
                    <a:gd name="connsiteY5" fmla="*/ 567 h 28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35" h="28957">
                      <a:moveTo>
                        <a:pt x="18118" y="567"/>
                      </a:moveTo>
                      <a:cubicBezTo>
                        <a:pt x="19980" y="1675"/>
                        <a:pt x="20822" y="4202"/>
                        <a:pt x="20600" y="7394"/>
                      </a:cubicBezTo>
                      <a:cubicBezTo>
                        <a:pt x="20423" y="10585"/>
                        <a:pt x="19182" y="14354"/>
                        <a:pt x="17098" y="18210"/>
                      </a:cubicBezTo>
                      <a:cubicBezTo>
                        <a:pt x="12887" y="25835"/>
                        <a:pt x="6414" y="30490"/>
                        <a:pt x="2646" y="28495"/>
                      </a:cubicBezTo>
                      <a:cubicBezTo>
                        <a:pt x="-1166" y="26500"/>
                        <a:pt x="-811" y="18521"/>
                        <a:pt x="3400" y="10674"/>
                      </a:cubicBezTo>
                      <a:cubicBezTo>
                        <a:pt x="7700" y="2827"/>
                        <a:pt x="14394" y="-1650"/>
                        <a:pt x="18118" y="56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61" name="Forme libre : forme 24360">
                  <a:extLst>
                    <a:ext uri="{FF2B5EF4-FFF2-40B4-BE49-F238E27FC236}">
                      <a16:creationId xmlns:a16="http://schemas.microsoft.com/office/drawing/2014/main" id="{0E4AB415-6B54-4ED1-87B1-02EA90BC43D7}"/>
                    </a:ext>
                  </a:extLst>
                </p:cNvPr>
                <p:cNvSpPr/>
                <p:nvPr/>
              </p:nvSpPr>
              <p:spPr>
                <a:xfrm>
                  <a:off x="6365915" y="1384544"/>
                  <a:ext cx="38200" cy="33563"/>
                </a:xfrm>
                <a:custGeom>
                  <a:avLst/>
                  <a:gdLst>
                    <a:gd name="connsiteX0" fmla="*/ 9679 w 38200"/>
                    <a:gd name="connsiteY0" fmla="*/ 31209 h 33563"/>
                    <a:gd name="connsiteX1" fmla="*/ 16506 w 38200"/>
                    <a:gd name="connsiteY1" fmla="*/ 33559 h 33563"/>
                    <a:gd name="connsiteX2" fmla="*/ 30914 w 38200"/>
                    <a:gd name="connsiteY2" fmla="*/ 23008 h 33563"/>
                    <a:gd name="connsiteX3" fmla="*/ 38007 w 38200"/>
                    <a:gd name="connsiteY3" fmla="*/ 8024 h 33563"/>
                    <a:gd name="connsiteX4" fmla="*/ 34505 w 38200"/>
                    <a:gd name="connsiteY4" fmla="*/ 0 h 33563"/>
                    <a:gd name="connsiteX5" fmla="*/ 28565 w 38200"/>
                    <a:gd name="connsiteY5" fmla="*/ 3014 h 33563"/>
                    <a:gd name="connsiteX6" fmla="*/ 14511 w 38200"/>
                    <a:gd name="connsiteY6" fmla="*/ 10905 h 33563"/>
                    <a:gd name="connsiteX7" fmla="*/ 148 w 38200"/>
                    <a:gd name="connsiteY7" fmla="*/ 21412 h 33563"/>
                    <a:gd name="connsiteX8" fmla="*/ 9679 w 38200"/>
                    <a:gd name="connsiteY8" fmla="*/ 31209 h 33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200" h="33563">
                      <a:moveTo>
                        <a:pt x="9679" y="31209"/>
                      </a:moveTo>
                      <a:cubicBezTo>
                        <a:pt x="11763" y="32450"/>
                        <a:pt x="13935" y="33647"/>
                        <a:pt x="16506" y="33559"/>
                      </a:cubicBezTo>
                      <a:cubicBezTo>
                        <a:pt x="21471" y="33381"/>
                        <a:pt x="26880" y="28460"/>
                        <a:pt x="30914" y="23008"/>
                      </a:cubicBezTo>
                      <a:cubicBezTo>
                        <a:pt x="34283" y="18530"/>
                        <a:pt x="37165" y="13299"/>
                        <a:pt x="38007" y="8024"/>
                      </a:cubicBezTo>
                      <a:cubicBezTo>
                        <a:pt x="38672" y="4211"/>
                        <a:pt x="37652" y="0"/>
                        <a:pt x="34505" y="0"/>
                      </a:cubicBezTo>
                      <a:cubicBezTo>
                        <a:pt x="32599" y="0"/>
                        <a:pt x="30471" y="1596"/>
                        <a:pt x="28565" y="3014"/>
                      </a:cubicBezTo>
                      <a:cubicBezTo>
                        <a:pt x="24043" y="6428"/>
                        <a:pt x="19255" y="9088"/>
                        <a:pt x="14511" y="10905"/>
                      </a:cubicBezTo>
                      <a:cubicBezTo>
                        <a:pt x="10477" y="12457"/>
                        <a:pt x="1656" y="14585"/>
                        <a:pt x="148" y="21412"/>
                      </a:cubicBezTo>
                      <a:cubicBezTo>
                        <a:pt x="-1182" y="27618"/>
                        <a:pt x="6798" y="29524"/>
                        <a:pt x="9679" y="3120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62" name="Forme libre : forme 24361">
                  <a:extLst>
                    <a:ext uri="{FF2B5EF4-FFF2-40B4-BE49-F238E27FC236}">
                      <a16:creationId xmlns:a16="http://schemas.microsoft.com/office/drawing/2014/main" id="{6A16D49B-5CE6-4585-ACCC-964F650663B1}"/>
                    </a:ext>
                  </a:extLst>
                </p:cNvPr>
                <p:cNvSpPr/>
                <p:nvPr/>
              </p:nvSpPr>
              <p:spPr>
                <a:xfrm>
                  <a:off x="6370529" y="1392729"/>
                  <a:ext cx="6211" cy="14033"/>
                </a:xfrm>
                <a:custGeom>
                  <a:avLst/>
                  <a:gdLst>
                    <a:gd name="connsiteX0" fmla="*/ 855 w 6211"/>
                    <a:gd name="connsiteY0" fmla="*/ 12429 h 14033"/>
                    <a:gd name="connsiteX1" fmla="*/ 1963 w 6211"/>
                    <a:gd name="connsiteY1" fmla="*/ 13892 h 14033"/>
                    <a:gd name="connsiteX2" fmla="*/ 3825 w 6211"/>
                    <a:gd name="connsiteY2" fmla="*/ 13449 h 14033"/>
                    <a:gd name="connsiteX3" fmla="*/ 4844 w 6211"/>
                    <a:gd name="connsiteY3" fmla="*/ 11366 h 14033"/>
                    <a:gd name="connsiteX4" fmla="*/ 6086 w 6211"/>
                    <a:gd name="connsiteY4" fmla="*/ 5602 h 14033"/>
                    <a:gd name="connsiteX5" fmla="*/ 6174 w 6211"/>
                    <a:gd name="connsiteY5" fmla="*/ 3297 h 14033"/>
                    <a:gd name="connsiteX6" fmla="*/ 943 w 6211"/>
                    <a:gd name="connsiteY6" fmla="*/ 2455 h 14033"/>
                    <a:gd name="connsiteX7" fmla="*/ 855 w 6211"/>
                    <a:gd name="connsiteY7" fmla="*/ 12429 h 14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11" h="14033">
                      <a:moveTo>
                        <a:pt x="855" y="12429"/>
                      </a:moveTo>
                      <a:cubicBezTo>
                        <a:pt x="1120" y="13050"/>
                        <a:pt x="1431" y="13626"/>
                        <a:pt x="1963" y="13892"/>
                      </a:cubicBezTo>
                      <a:cubicBezTo>
                        <a:pt x="2495" y="14158"/>
                        <a:pt x="3204" y="14070"/>
                        <a:pt x="3825" y="13449"/>
                      </a:cubicBezTo>
                      <a:cubicBezTo>
                        <a:pt x="4357" y="12917"/>
                        <a:pt x="4623" y="12075"/>
                        <a:pt x="4844" y="11366"/>
                      </a:cubicBezTo>
                      <a:cubicBezTo>
                        <a:pt x="5421" y="9459"/>
                        <a:pt x="5820" y="7509"/>
                        <a:pt x="6086" y="5602"/>
                      </a:cubicBezTo>
                      <a:cubicBezTo>
                        <a:pt x="6174" y="4804"/>
                        <a:pt x="6263" y="4007"/>
                        <a:pt x="6174" y="3297"/>
                      </a:cubicBezTo>
                      <a:cubicBezTo>
                        <a:pt x="5775" y="327"/>
                        <a:pt x="2716" y="-1934"/>
                        <a:pt x="943" y="2455"/>
                      </a:cubicBezTo>
                      <a:cubicBezTo>
                        <a:pt x="-431" y="5868"/>
                        <a:pt x="-165" y="9947"/>
                        <a:pt x="855" y="1242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63" name="Forme libre : forme 24362">
                  <a:extLst>
                    <a:ext uri="{FF2B5EF4-FFF2-40B4-BE49-F238E27FC236}">
                      <a16:creationId xmlns:a16="http://schemas.microsoft.com/office/drawing/2014/main" id="{D380EE7F-9146-45C5-8966-BF0FDA4BB942}"/>
                    </a:ext>
                  </a:extLst>
                </p:cNvPr>
                <p:cNvSpPr/>
                <p:nvPr/>
              </p:nvSpPr>
              <p:spPr>
                <a:xfrm>
                  <a:off x="6405474" y="1366368"/>
                  <a:ext cx="6037" cy="24426"/>
                </a:xfrm>
                <a:custGeom>
                  <a:avLst/>
                  <a:gdLst>
                    <a:gd name="connsiteX0" fmla="*/ 0 w 6037"/>
                    <a:gd name="connsiteY0" fmla="*/ 0 h 24426"/>
                    <a:gd name="connsiteX1" fmla="*/ 4433 w 6037"/>
                    <a:gd name="connsiteY1" fmla="*/ 5187 h 24426"/>
                    <a:gd name="connsiteX2" fmla="*/ 6029 w 6037"/>
                    <a:gd name="connsiteY2" fmla="*/ 12634 h 24426"/>
                    <a:gd name="connsiteX3" fmla="*/ 3901 w 6037"/>
                    <a:gd name="connsiteY3" fmla="*/ 24426 h 24426"/>
                    <a:gd name="connsiteX4" fmla="*/ 5054 w 6037"/>
                    <a:gd name="connsiteY4" fmla="*/ 15782 h 24426"/>
                    <a:gd name="connsiteX5" fmla="*/ 0 w 6037"/>
                    <a:gd name="connsiteY5" fmla="*/ 0 h 24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37" h="24426">
                      <a:moveTo>
                        <a:pt x="0" y="0"/>
                      </a:moveTo>
                      <a:cubicBezTo>
                        <a:pt x="0" y="0"/>
                        <a:pt x="2660" y="1419"/>
                        <a:pt x="4433" y="5187"/>
                      </a:cubicBezTo>
                      <a:cubicBezTo>
                        <a:pt x="5320" y="7049"/>
                        <a:pt x="5985" y="9531"/>
                        <a:pt x="6029" y="12634"/>
                      </a:cubicBezTo>
                      <a:cubicBezTo>
                        <a:pt x="6118" y="15826"/>
                        <a:pt x="5541" y="19727"/>
                        <a:pt x="3901" y="24426"/>
                      </a:cubicBezTo>
                      <a:cubicBezTo>
                        <a:pt x="3901" y="24426"/>
                        <a:pt x="5009" y="20703"/>
                        <a:pt x="5054" y="15782"/>
                      </a:cubicBezTo>
                      <a:cubicBezTo>
                        <a:pt x="5009" y="10772"/>
                        <a:pt x="4211" y="483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64" name="Forme libre : forme 24363">
                  <a:extLst>
                    <a:ext uri="{FF2B5EF4-FFF2-40B4-BE49-F238E27FC236}">
                      <a16:creationId xmlns:a16="http://schemas.microsoft.com/office/drawing/2014/main" id="{2B06342F-E9BE-4CEE-A3DE-5A68E6314D69}"/>
                    </a:ext>
                  </a:extLst>
                </p:cNvPr>
                <p:cNvSpPr/>
                <p:nvPr/>
              </p:nvSpPr>
              <p:spPr>
                <a:xfrm>
                  <a:off x="6359808" y="1394075"/>
                  <a:ext cx="5989" cy="26642"/>
                </a:xfrm>
                <a:custGeom>
                  <a:avLst/>
                  <a:gdLst>
                    <a:gd name="connsiteX0" fmla="*/ 3196 w 5989"/>
                    <a:gd name="connsiteY0" fmla="*/ 0 h 26642"/>
                    <a:gd name="connsiteX1" fmla="*/ 226 w 5989"/>
                    <a:gd name="connsiteY1" fmla="*/ 10152 h 26642"/>
                    <a:gd name="connsiteX2" fmla="*/ 5989 w 5989"/>
                    <a:gd name="connsiteY2" fmla="*/ 26643 h 26642"/>
                    <a:gd name="connsiteX3" fmla="*/ 2221 w 5989"/>
                    <a:gd name="connsiteY3" fmla="*/ 19772 h 26642"/>
                    <a:gd name="connsiteX4" fmla="*/ 3196 w 5989"/>
                    <a:gd name="connsiteY4" fmla="*/ 0 h 26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89" h="26642">
                      <a:moveTo>
                        <a:pt x="3196" y="0"/>
                      </a:moveTo>
                      <a:cubicBezTo>
                        <a:pt x="3196" y="0"/>
                        <a:pt x="980" y="4522"/>
                        <a:pt x="226" y="10152"/>
                      </a:cubicBezTo>
                      <a:cubicBezTo>
                        <a:pt x="-483" y="15693"/>
                        <a:pt x="226" y="22343"/>
                        <a:pt x="5989" y="26643"/>
                      </a:cubicBezTo>
                      <a:cubicBezTo>
                        <a:pt x="5989" y="26643"/>
                        <a:pt x="3728" y="24293"/>
                        <a:pt x="2221" y="19772"/>
                      </a:cubicBezTo>
                      <a:cubicBezTo>
                        <a:pt x="714" y="15294"/>
                        <a:pt x="5" y="8689"/>
                        <a:pt x="31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65" name="Forme libre : forme 24364">
                  <a:extLst>
                    <a:ext uri="{FF2B5EF4-FFF2-40B4-BE49-F238E27FC236}">
                      <a16:creationId xmlns:a16="http://schemas.microsoft.com/office/drawing/2014/main" id="{5FA475B8-6F77-4111-9AE5-AA92E747DE9F}"/>
                    </a:ext>
                  </a:extLst>
                </p:cNvPr>
                <p:cNvSpPr/>
                <p:nvPr/>
              </p:nvSpPr>
              <p:spPr>
                <a:xfrm>
                  <a:off x="6382899" y="1379707"/>
                  <a:ext cx="8610" cy="10056"/>
                </a:xfrm>
                <a:custGeom>
                  <a:avLst/>
                  <a:gdLst>
                    <a:gd name="connsiteX0" fmla="*/ 8345 w 8610"/>
                    <a:gd name="connsiteY0" fmla="*/ 537 h 10056"/>
                    <a:gd name="connsiteX1" fmla="*/ 5774 w 8610"/>
                    <a:gd name="connsiteY1" fmla="*/ 7231 h 10056"/>
                    <a:gd name="connsiteX2" fmla="*/ 277 w 8610"/>
                    <a:gd name="connsiteY2" fmla="*/ 9536 h 10056"/>
                    <a:gd name="connsiteX3" fmla="*/ 2759 w 8610"/>
                    <a:gd name="connsiteY3" fmla="*/ 2798 h 10056"/>
                    <a:gd name="connsiteX4" fmla="*/ 8345 w 8610"/>
                    <a:gd name="connsiteY4" fmla="*/ 537 h 10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10" h="10056">
                      <a:moveTo>
                        <a:pt x="8345" y="537"/>
                      </a:moveTo>
                      <a:cubicBezTo>
                        <a:pt x="9187" y="1778"/>
                        <a:pt x="7946" y="4704"/>
                        <a:pt x="5774" y="7231"/>
                      </a:cubicBezTo>
                      <a:cubicBezTo>
                        <a:pt x="3557" y="9713"/>
                        <a:pt x="1119" y="10777"/>
                        <a:pt x="277" y="9536"/>
                      </a:cubicBezTo>
                      <a:cubicBezTo>
                        <a:pt x="-566" y="8295"/>
                        <a:pt x="587" y="5280"/>
                        <a:pt x="2759" y="2798"/>
                      </a:cubicBezTo>
                      <a:cubicBezTo>
                        <a:pt x="5020" y="271"/>
                        <a:pt x="7547" y="-704"/>
                        <a:pt x="8345" y="53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66" name="Forme libre : forme 24365">
                  <a:extLst>
                    <a:ext uri="{FF2B5EF4-FFF2-40B4-BE49-F238E27FC236}">
                      <a16:creationId xmlns:a16="http://schemas.microsoft.com/office/drawing/2014/main" id="{3FF04148-435D-42D9-94DB-023EF9017A1E}"/>
                    </a:ext>
                  </a:extLst>
                </p:cNvPr>
                <p:cNvSpPr/>
                <p:nvPr/>
              </p:nvSpPr>
              <p:spPr>
                <a:xfrm>
                  <a:off x="6389372" y="1378300"/>
                  <a:ext cx="2591" cy="3069"/>
                </a:xfrm>
                <a:custGeom>
                  <a:avLst/>
                  <a:gdLst>
                    <a:gd name="connsiteX0" fmla="*/ 2138 w 2591"/>
                    <a:gd name="connsiteY0" fmla="*/ 82 h 3069"/>
                    <a:gd name="connsiteX1" fmla="*/ 2271 w 2591"/>
                    <a:gd name="connsiteY1" fmla="*/ 2077 h 3069"/>
                    <a:gd name="connsiteX2" fmla="*/ 453 w 2591"/>
                    <a:gd name="connsiteY2" fmla="*/ 2964 h 3069"/>
                    <a:gd name="connsiteX3" fmla="*/ 320 w 2591"/>
                    <a:gd name="connsiteY3" fmla="*/ 969 h 3069"/>
                    <a:gd name="connsiteX4" fmla="*/ 2138 w 2591"/>
                    <a:gd name="connsiteY4" fmla="*/ 82 h 3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1" h="3069">
                      <a:moveTo>
                        <a:pt x="2138" y="82"/>
                      </a:moveTo>
                      <a:cubicBezTo>
                        <a:pt x="2670" y="393"/>
                        <a:pt x="2759" y="1279"/>
                        <a:pt x="2271" y="2077"/>
                      </a:cubicBezTo>
                      <a:cubicBezTo>
                        <a:pt x="1828" y="2875"/>
                        <a:pt x="1030" y="3274"/>
                        <a:pt x="453" y="2964"/>
                      </a:cubicBezTo>
                      <a:cubicBezTo>
                        <a:pt x="-79" y="2654"/>
                        <a:pt x="-167" y="1767"/>
                        <a:pt x="320" y="969"/>
                      </a:cubicBezTo>
                      <a:cubicBezTo>
                        <a:pt x="808" y="215"/>
                        <a:pt x="1606" y="-184"/>
                        <a:pt x="2138" y="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67" name="Forme libre : forme 24366">
                  <a:extLst>
                    <a:ext uri="{FF2B5EF4-FFF2-40B4-BE49-F238E27FC236}">
                      <a16:creationId xmlns:a16="http://schemas.microsoft.com/office/drawing/2014/main" id="{20F9A52E-DAFE-4FC1-82AC-82EB088BD52A}"/>
                    </a:ext>
                  </a:extLst>
                </p:cNvPr>
                <p:cNvSpPr/>
                <p:nvPr/>
              </p:nvSpPr>
              <p:spPr>
                <a:xfrm>
                  <a:off x="6372521" y="1363472"/>
                  <a:ext cx="28969" cy="20890"/>
                </a:xfrm>
                <a:custGeom>
                  <a:avLst/>
                  <a:gdLst>
                    <a:gd name="connsiteX0" fmla="*/ 17659 w 28969"/>
                    <a:gd name="connsiteY0" fmla="*/ 15 h 20890"/>
                    <a:gd name="connsiteX1" fmla="*/ 27367 w 28969"/>
                    <a:gd name="connsiteY1" fmla="*/ 3074 h 20890"/>
                    <a:gd name="connsiteX2" fmla="*/ 28697 w 28969"/>
                    <a:gd name="connsiteY2" fmla="*/ 6665 h 20890"/>
                    <a:gd name="connsiteX3" fmla="*/ 25151 w 28969"/>
                    <a:gd name="connsiteY3" fmla="*/ 8748 h 20890"/>
                    <a:gd name="connsiteX4" fmla="*/ 13625 w 28969"/>
                    <a:gd name="connsiteY4" fmla="*/ 10610 h 20890"/>
                    <a:gd name="connsiteX5" fmla="*/ 6443 w 28969"/>
                    <a:gd name="connsiteY5" fmla="*/ 17393 h 20890"/>
                    <a:gd name="connsiteX6" fmla="*/ 192 w 28969"/>
                    <a:gd name="connsiteY6" fmla="*/ 20053 h 20890"/>
                    <a:gd name="connsiteX7" fmla="*/ 9014 w 28969"/>
                    <a:gd name="connsiteY7" fmla="*/ 3606 h 20890"/>
                    <a:gd name="connsiteX8" fmla="*/ 17659 w 28969"/>
                    <a:gd name="connsiteY8" fmla="*/ 15 h 20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969" h="20890">
                      <a:moveTo>
                        <a:pt x="17659" y="15"/>
                      </a:moveTo>
                      <a:cubicBezTo>
                        <a:pt x="21383" y="-162"/>
                        <a:pt x="24574" y="1256"/>
                        <a:pt x="27367" y="3074"/>
                      </a:cubicBezTo>
                      <a:cubicBezTo>
                        <a:pt x="28387" y="3739"/>
                        <a:pt x="29495" y="5024"/>
                        <a:pt x="28697" y="6665"/>
                      </a:cubicBezTo>
                      <a:cubicBezTo>
                        <a:pt x="27988" y="8128"/>
                        <a:pt x="26392" y="8615"/>
                        <a:pt x="25151" y="8748"/>
                      </a:cubicBezTo>
                      <a:cubicBezTo>
                        <a:pt x="21338" y="9058"/>
                        <a:pt x="17570" y="8216"/>
                        <a:pt x="13625" y="10610"/>
                      </a:cubicBezTo>
                      <a:cubicBezTo>
                        <a:pt x="12428" y="11364"/>
                        <a:pt x="9280" y="14689"/>
                        <a:pt x="6443" y="17393"/>
                      </a:cubicBezTo>
                      <a:cubicBezTo>
                        <a:pt x="3606" y="20097"/>
                        <a:pt x="857" y="22092"/>
                        <a:pt x="192" y="20053"/>
                      </a:cubicBezTo>
                      <a:cubicBezTo>
                        <a:pt x="-1271" y="15930"/>
                        <a:pt x="6000" y="6088"/>
                        <a:pt x="9014" y="3606"/>
                      </a:cubicBezTo>
                      <a:cubicBezTo>
                        <a:pt x="11763" y="1300"/>
                        <a:pt x="14866" y="148"/>
                        <a:pt x="17659" y="1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84" name="Graphique 2">
                <a:extLst>
                  <a:ext uri="{FF2B5EF4-FFF2-40B4-BE49-F238E27FC236}">
                    <a16:creationId xmlns:a16="http://schemas.microsoft.com/office/drawing/2014/main" id="{0B454485-8EC9-477B-B676-41E6F6F6C236}"/>
                  </a:ext>
                </a:extLst>
              </p:cNvPr>
              <p:cNvGrpSpPr/>
              <p:nvPr/>
            </p:nvGrpSpPr>
            <p:grpSpPr>
              <a:xfrm>
                <a:off x="6392837" y="1300143"/>
                <a:ext cx="62008" cy="67026"/>
                <a:chOff x="6392837" y="1300143"/>
                <a:chExt cx="62008" cy="67026"/>
              </a:xfrm>
              <a:solidFill>
                <a:schemeClr val="accent1"/>
              </a:solidFill>
            </p:grpSpPr>
            <p:sp>
              <p:nvSpPr>
                <p:cNvPr id="24344" name="Forme libre : forme 24343">
                  <a:extLst>
                    <a:ext uri="{FF2B5EF4-FFF2-40B4-BE49-F238E27FC236}">
                      <a16:creationId xmlns:a16="http://schemas.microsoft.com/office/drawing/2014/main" id="{108015CE-F9F6-4330-A1D1-472C1EF05E82}"/>
                    </a:ext>
                  </a:extLst>
                </p:cNvPr>
                <p:cNvSpPr/>
                <p:nvPr/>
              </p:nvSpPr>
              <p:spPr>
                <a:xfrm>
                  <a:off x="6392837" y="1300143"/>
                  <a:ext cx="62008" cy="66944"/>
                </a:xfrm>
                <a:custGeom>
                  <a:avLst/>
                  <a:gdLst>
                    <a:gd name="connsiteX0" fmla="*/ 54707 w 62008"/>
                    <a:gd name="connsiteY0" fmla="*/ 38474 h 66944"/>
                    <a:gd name="connsiteX1" fmla="*/ 46949 w 62008"/>
                    <a:gd name="connsiteY1" fmla="*/ 47030 h 66944"/>
                    <a:gd name="connsiteX2" fmla="*/ 39634 w 62008"/>
                    <a:gd name="connsiteY2" fmla="*/ 56296 h 66944"/>
                    <a:gd name="connsiteX3" fmla="*/ 34049 w 62008"/>
                    <a:gd name="connsiteY3" fmla="*/ 62103 h 66944"/>
                    <a:gd name="connsiteX4" fmla="*/ 27576 w 62008"/>
                    <a:gd name="connsiteY4" fmla="*/ 65694 h 66944"/>
                    <a:gd name="connsiteX5" fmla="*/ 21060 w 62008"/>
                    <a:gd name="connsiteY5" fmla="*/ 66935 h 66944"/>
                    <a:gd name="connsiteX6" fmla="*/ 15208 w 62008"/>
                    <a:gd name="connsiteY6" fmla="*/ 65250 h 66944"/>
                    <a:gd name="connsiteX7" fmla="*/ 5455 w 62008"/>
                    <a:gd name="connsiteY7" fmla="*/ 59133 h 66944"/>
                    <a:gd name="connsiteX8" fmla="*/ 1421 w 62008"/>
                    <a:gd name="connsiteY8" fmla="*/ 54478 h 66944"/>
                    <a:gd name="connsiteX9" fmla="*/ 2 w 62008"/>
                    <a:gd name="connsiteY9" fmla="*/ 47695 h 66944"/>
                    <a:gd name="connsiteX10" fmla="*/ 1465 w 62008"/>
                    <a:gd name="connsiteY10" fmla="*/ 39672 h 66944"/>
                    <a:gd name="connsiteX11" fmla="*/ 5721 w 62008"/>
                    <a:gd name="connsiteY11" fmla="*/ 31382 h 66944"/>
                    <a:gd name="connsiteX12" fmla="*/ 14366 w 62008"/>
                    <a:gd name="connsiteY12" fmla="*/ 20077 h 66944"/>
                    <a:gd name="connsiteX13" fmla="*/ 23941 w 62008"/>
                    <a:gd name="connsiteY13" fmla="*/ 9172 h 66944"/>
                    <a:gd name="connsiteX14" fmla="*/ 31654 w 62008"/>
                    <a:gd name="connsiteY14" fmla="*/ 3187 h 66944"/>
                    <a:gd name="connsiteX15" fmla="*/ 39634 w 62008"/>
                    <a:gd name="connsiteY15" fmla="*/ 261 h 66944"/>
                    <a:gd name="connsiteX16" fmla="*/ 46816 w 62008"/>
                    <a:gd name="connsiteY16" fmla="*/ 705 h 66944"/>
                    <a:gd name="connsiteX17" fmla="*/ 52047 w 62008"/>
                    <a:gd name="connsiteY17" fmla="*/ 4295 h 66944"/>
                    <a:gd name="connsiteX18" fmla="*/ 59361 w 62008"/>
                    <a:gd name="connsiteY18" fmla="*/ 13561 h 66944"/>
                    <a:gd name="connsiteX19" fmla="*/ 61800 w 62008"/>
                    <a:gd name="connsiteY19" fmla="*/ 19235 h 66944"/>
                    <a:gd name="connsiteX20" fmla="*/ 61667 w 62008"/>
                    <a:gd name="connsiteY20" fmla="*/ 25707 h 66944"/>
                    <a:gd name="connsiteX21" fmla="*/ 59317 w 62008"/>
                    <a:gd name="connsiteY21" fmla="*/ 32357 h 66944"/>
                    <a:gd name="connsiteX22" fmla="*/ 54707 w 62008"/>
                    <a:gd name="connsiteY22" fmla="*/ 38474 h 66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008" h="66944">
                      <a:moveTo>
                        <a:pt x="54707" y="38474"/>
                      </a:moveTo>
                      <a:cubicBezTo>
                        <a:pt x="52135" y="41356"/>
                        <a:pt x="49476" y="44105"/>
                        <a:pt x="46949" y="47030"/>
                      </a:cubicBezTo>
                      <a:lnTo>
                        <a:pt x="39634" y="56296"/>
                      </a:lnTo>
                      <a:cubicBezTo>
                        <a:pt x="37950" y="58468"/>
                        <a:pt x="36132" y="60551"/>
                        <a:pt x="34049" y="62103"/>
                      </a:cubicBezTo>
                      <a:cubicBezTo>
                        <a:pt x="32009" y="63699"/>
                        <a:pt x="29793" y="64896"/>
                        <a:pt x="27576" y="65694"/>
                      </a:cubicBezTo>
                      <a:cubicBezTo>
                        <a:pt x="25360" y="66492"/>
                        <a:pt x="23187" y="67024"/>
                        <a:pt x="21060" y="66935"/>
                      </a:cubicBezTo>
                      <a:cubicBezTo>
                        <a:pt x="18976" y="66891"/>
                        <a:pt x="16937" y="66359"/>
                        <a:pt x="15208" y="65250"/>
                      </a:cubicBezTo>
                      <a:lnTo>
                        <a:pt x="5455" y="59133"/>
                      </a:lnTo>
                      <a:cubicBezTo>
                        <a:pt x="3682" y="58024"/>
                        <a:pt x="2352" y="56429"/>
                        <a:pt x="1421" y="54478"/>
                      </a:cubicBezTo>
                      <a:cubicBezTo>
                        <a:pt x="534" y="52527"/>
                        <a:pt x="-42" y="50178"/>
                        <a:pt x="2" y="47695"/>
                      </a:cubicBezTo>
                      <a:cubicBezTo>
                        <a:pt x="46" y="45169"/>
                        <a:pt x="534" y="42464"/>
                        <a:pt x="1465" y="39672"/>
                      </a:cubicBezTo>
                      <a:cubicBezTo>
                        <a:pt x="2441" y="36879"/>
                        <a:pt x="3726" y="34041"/>
                        <a:pt x="5721" y="31382"/>
                      </a:cubicBezTo>
                      <a:lnTo>
                        <a:pt x="14366" y="20077"/>
                      </a:lnTo>
                      <a:cubicBezTo>
                        <a:pt x="17424" y="16398"/>
                        <a:pt x="20749" y="12807"/>
                        <a:pt x="23941" y="9172"/>
                      </a:cubicBezTo>
                      <a:cubicBezTo>
                        <a:pt x="26113" y="6556"/>
                        <a:pt x="28950" y="4694"/>
                        <a:pt x="31654" y="3187"/>
                      </a:cubicBezTo>
                      <a:cubicBezTo>
                        <a:pt x="34359" y="1680"/>
                        <a:pt x="37107" y="705"/>
                        <a:pt x="39634" y="261"/>
                      </a:cubicBezTo>
                      <a:cubicBezTo>
                        <a:pt x="42117" y="-226"/>
                        <a:pt x="44688" y="-5"/>
                        <a:pt x="46816" y="705"/>
                      </a:cubicBezTo>
                      <a:cubicBezTo>
                        <a:pt x="48944" y="1414"/>
                        <a:pt x="50717" y="2611"/>
                        <a:pt x="52047" y="4295"/>
                      </a:cubicBezTo>
                      <a:lnTo>
                        <a:pt x="59361" y="13561"/>
                      </a:lnTo>
                      <a:cubicBezTo>
                        <a:pt x="60691" y="15245"/>
                        <a:pt x="61489" y="17196"/>
                        <a:pt x="61800" y="19235"/>
                      </a:cubicBezTo>
                      <a:cubicBezTo>
                        <a:pt x="62154" y="21318"/>
                        <a:pt x="62021" y="23358"/>
                        <a:pt x="61667" y="25707"/>
                      </a:cubicBezTo>
                      <a:cubicBezTo>
                        <a:pt x="61268" y="27968"/>
                        <a:pt x="60514" y="30229"/>
                        <a:pt x="59317" y="32357"/>
                      </a:cubicBezTo>
                      <a:cubicBezTo>
                        <a:pt x="58076" y="34573"/>
                        <a:pt x="56436" y="36391"/>
                        <a:pt x="54707" y="3847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45" name="Forme libre : forme 24344">
                  <a:extLst>
                    <a:ext uri="{FF2B5EF4-FFF2-40B4-BE49-F238E27FC236}">
                      <a16:creationId xmlns:a16="http://schemas.microsoft.com/office/drawing/2014/main" id="{579A9494-A3EE-4177-80D6-7DF8A2F83D1F}"/>
                    </a:ext>
                  </a:extLst>
                </p:cNvPr>
                <p:cNvSpPr/>
                <p:nvPr/>
              </p:nvSpPr>
              <p:spPr>
                <a:xfrm>
                  <a:off x="6403789" y="1313526"/>
                  <a:ext cx="50923" cy="53643"/>
                </a:xfrm>
                <a:custGeom>
                  <a:avLst/>
                  <a:gdLst>
                    <a:gd name="connsiteX0" fmla="*/ 20259 w 50923"/>
                    <a:gd name="connsiteY0" fmla="*/ 31209 h 53643"/>
                    <a:gd name="connsiteX1" fmla="*/ 11393 w 50923"/>
                    <a:gd name="connsiteY1" fmla="*/ 42957 h 53643"/>
                    <a:gd name="connsiteX2" fmla="*/ 0 w 50923"/>
                    <a:gd name="connsiteY2" fmla="*/ 49296 h 53643"/>
                    <a:gd name="connsiteX3" fmla="*/ 4211 w 50923"/>
                    <a:gd name="connsiteY3" fmla="*/ 51956 h 53643"/>
                    <a:gd name="connsiteX4" fmla="*/ 10063 w 50923"/>
                    <a:gd name="connsiteY4" fmla="*/ 53640 h 53643"/>
                    <a:gd name="connsiteX5" fmla="*/ 16580 w 50923"/>
                    <a:gd name="connsiteY5" fmla="*/ 52399 h 53643"/>
                    <a:gd name="connsiteX6" fmla="*/ 23052 w 50923"/>
                    <a:gd name="connsiteY6" fmla="*/ 48808 h 53643"/>
                    <a:gd name="connsiteX7" fmla="*/ 28638 w 50923"/>
                    <a:gd name="connsiteY7" fmla="*/ 43001 h 53643"/>
                    <a:gd name="connsiteX8" fmla="*/ 35952 w 50923"/>
                    <a:gd name="connsiteY8" fmla="*/ 33736 h 53643"/>
                    <a:gd name="connsiteX9" fmla="*/ 43710 w 50923"/>
                    <a:gd name="connsiteY9" fmla="*/ 25180 h 53643"/>
                    <a:gd name="connsiteX10" fmla="*/ 48232 w 50923"/>
                    <a:gd name="connsiteY10" fmla="*/ 19107 h 53643"/>
                    <a:gd name="connsiteX11" fmla="*/ 50582 w 50923"/>
                    <a:gd name="connsiteY11" fmla="*/ 12457 h 53643"/>
                    <a:gd name="connsiteX12" fmla="*/ 50715 w 50923"/>
                    <a:gd name="connsiteY12" fmla="*/ 5985 h 53643"/>
                    <a:gd name="connsiteX13" fmla="*/ 48276 w 50923"/>
                    <a:gd name="connsiteY13" fmla="*/ 310 h 53643"/>
                    <a:gd name="connsiteX14" fmla="*/ 48055 w 50923"/>
                    <a:gd name="connsiteY14" fmla="*/ 0 h 53643"/>
                    <a:gd name="connsiteX15" fmla="*/ 40164 w 50923"/>
                    <a:gd name="connsiteY15" fmla="*/ 7049 h 53643"/>
                    <a:gd name="connsiteX16" fmla="*/ 32583 w 50923"/>
                    <a:gd name="connsiteY16" fmla="*/ 14275 h 53643"/>
                    <a:gd name="connsiteX17" fmla="*/ 25756 w 50923"/>
                    <a:gd name="connsiteY17" fmla="*/ 22254 h 53643"/>
                    <a:gd name="connsiteX18" fmla="*/ 20259 w 50923"/>
                    <a:gd name="connsiteY18" fmla="*/ 31209 h 53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0923" h="53643">
                      <a:moveTo>
                        <a:pt x="20259" y="31209"/>
                      </a:moveTo>
                      <a:cubicBezTo>
                        <a:pt x="17821" y="35642"/>
                        <a:pt x="14895" y="39765"/>
                        <a:pt x="11393" y="42957"/>
                      </a:cubicBezTo>
                      <a:cubicBezTo>
                        <a:pt x="7847" y="46060"/>
                        <a:pt x="3946" y="48365"/>
                        <a:pt x="0" y="49296"/>
                      </a:cubicBezTo>
                      <a:lnTo>
                        <a:pt x="4211" y="51956"/>
                      </a:lnTo>
                      <a:cubicBezTo>
                        <a:pt x="5985" y="53064"/>
                        <a:pt x="7980" y="53596"/>
                        <a:pt x="10063" y="53640"/>
                      </a:cubicBezTo>
                      <a:cubicBezTo>
                        <a:pt x="12191" y="53685"/>
                        <a:pt x="14363" y="53197"/>
                        <a:pt x="16580" y="52399"/>
                      </a:cubicBezTo>
                      <a:cubicBezTo>
                        <a:pt x="18796" y="51601"/>
                        <a:pt x="21013" y="50360"/>
                        <a:pt x="23052" y="48808"/>
                      </a:cubicBezTo>
                      <a:cubicBezTo>
                        <a:pt x="25136" y="47257"/>
                        <a:pt x="26953" y="45173"/>
                        <a:pt x="28638" y="43001"/>
                      </a:cubicBezTo>
                      <a:lnTo>
                        <a:pt x="35952" y="33736"/>
                      </a:lnTo>
                      <a:cubicBezTo>
                        <a:pt x="38479" y="30810"/>
                        <a:pt x="41139" y="28062"/>
                        <a:pt x="43710" y="25180"/>
                      </a:cubicBezTo>
                      <a:cubicBezTo>
                        <a:pt x="45439" y="23097"/>
                        <a:pt x="47124" y="21279"/>
                        <a:pt x="48232" y="19107"/>
                      </a:cubicBezTo>
                      <a:cubicBezTo>
                        <a:pt x="49385" y="16979"/>
                        <a:pt x="50183" y="14718"/>
                        <a:pt x="50582" y="12457"/>
                      </a:cubicBezTo>
                      <a:cubicBezTo>
                        <a:pt x="50936" y="10107"/>
                        <a:pt x="51069" y="8024"/>
                        <a:pt x="50715" y="5985"/>
                      </a:cubicBezTo>
                      <a:cubicBezTo>
                        <a:pt x="50360" y="3946"/>
                        <a:pt x="49562" y="1951"/>
                        <a:pt x="48276" y="310"/>
                      </a:cubicBezTo>
                      <a:lnTo>
                        <a:pt x="48055" y="0"/>
                      </a:lnTo>
                      <a:cubicBezTo>
                        <a:pt x="45262" y="2172"/>
                        <a:pt x="42735" y="4655"/>
                        <a:pt x="40164" y="7049"/>
                      </a:cubicBezTo>
                      <a:cubicBezTo>
                        <a:pt x="37637" y="9487"/>
                        <a:pt x="34844" y="11570"/>
                        <a:pt x="32583" y="14275"/>
                      </a:cubicBezTo>
                      <a:cubicBezTo>
                        <a:pt x="30234" y="16890"/>
                        <a:pt x="27928" y="19506"/>
                        <a:pt x="25756" y="22254"/>
                      </a:cubicBezTo>
                      <a:cubicBezTo>
                        <a:pt x="23628" y="24914"/>
                        <a:pt x="21900" y="28062"/>
                        <a:pt x="20259" y="3120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46" name="Forme libre : forme 24345">
                  <a:extLst>
                    <a:ext uri="{FF2B5EF4-FFF2-40B4-BE49-F238E27FC236}">
                      <a16:creationId xmlns:a16="http://schemas.microsoft.com/office/drawing/2014/main" id="{60BC9164-C94B-4053-B3D2-61A8AA69FCA9}"/>
                    </a:ext>
                  </a:extLst>
                </p:cNvPr>
                <p:cNvSpPr/>
                <p:nvPr/>
              </p:nvSpPr>
              <p:spPr>
                <a:xfrm>
                  <a:off x="6415474" y="1317881"/>
                  <a:ext cx="24061" cy="26284"/>
                </a:xfrm>
                <a:custGeom>
                  <a:avLst/>
                  <a:gdLst>
                    <a:gd name="connsiteX0" fmla="*/ 22760 w 24061"/>
                    <a:gd name="connsiteY0" fmla="*/ 1408 h 26284"/>
                    <a:gd name="connsiteX1" fmla="*/ 23425 w 24061"/>
                    <a:gd name="connsiteY1" fmla="*/ 8589 h 26284"/>
                    <a:gd name="connsiteX2" fmla="*/ 17884 w 24061"/>
                    <a:gd name="connsiteY2" fmla="*/ 18209 h 26284"/>
                    <a:gd name="connsiteX3" fmla="*/ 13540 w 24061"/>
                    <a:gd name="connsiteY3" fmla="*/ 22332 h 26284"/>
                    <a:gd name="connsiteX4" fmla="*/ 9195 w 24061"/>
                    <a:gd name="connsiteY4" fmla="*/ 25169 h 26284"/>
                    <a:gd name="connsiteX5" fmla="*/ 1880 w 24061"/>
                    <a:gd name="connsiteY5" fmla="*/ 25391 h 26284"/>
                    <a:gd name="connsiteX6" fmla="*/ 285 w 24061"/>
                    <a:gd name="connsiteY6" fmla="*/ 18254 h 26284"/>
                    <a:gd name="connsiteX7" fmla="*/ 2146 w 24061"/>
                    <a:gd name="connsiteY7" fmla="*/ 13067 h 26284"/>
                    <a:gd name="connsiteX8" fmla="*/ 5826 w 24061"/>
                    <a:gd name="connsiteY8" fmla="*/ 7747 h 26284"/>
                    <a:gd name="connsiteX9" fmla="*/ 15357 w 24061"/>
                    <a:gd name="connsiteY9" fmla="*/ 654 h 26284"/>
                    <a:gd name="connsiteX10" fmla="*/ 22760 w 24061"/>
                    <a:gd name="connsiteY10" fmla="*/ 1408 h 26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061" h="26284">
                      <a:moveTo>
                        <a:pt x="22760" y="1408"/>
                      </a:moveTo>
                      <a:cubicBezTo>
                        <a:pt x="24312" y="3004"/>
                        <a:pt x="24401" y="5664"/>
                        <a:pt x="23425" y="8589"/>
                      </a:cubicBezTo>
                      <a:cubicBezTo>
                        <a:pt x="22583" y="11648"/>
                        <a:pt x="20721" y="15106"/>
                        <a:pt x="17884" y="18209"/>
                      </a:cubicBezTo>
                      <a:cubicBezTo>
                        <a:pt x="16466" y="19761"/>
                        <a:pt x="14914" y="21091"/>
                        <a:pt x="13540" y="22332"/>
                      </a:cubicBezTo>
                      <a:cubicBezTo>
                        <a:pt x="12077" y="23529"/>
                        <a:pt x="10614" y="24504"/>
                        <a:pt x="9195" y="25169"/>
                      </a:cubicBezTo>
                      <a:cubicBezTo>
                        <a:pt x="6314" y="26499"/>
                        <a:pt x="3654" y="26721"/>
                        <a:pt x="1880" y="25391"/>
                      </a:cubicBezTo>
                      <a:cubicBezTo>
                        <a:pt x="107" y="24061"/>
                        <a:pt x="-380" y="21445"/>
                        <a:pt x="285" y="18254"/>
                      </a:cubicBezTo>
                      <a:cubicBezTo>
                        <a:pt x="639" y="16658"/>
                        <a:pt x="1260" y="14885"/>
                        <a:pt x="2146" y="13067"/>
                      </a:cubicBezTo>
                      <a:cubicBezTo>
                        <a:pt x="2989" y="11205"/>
                        <a:pt x="4275" y="9432"/>
                        <a:pt x="5826" y="7747"/>
                      </a:cubicBezTo>
                      <a:cubicBezTo>
                        <a:pt x="8885" y="4334"/>
                        <a:pt x="12343" y="1807"/>
                        <a:pt x="15357" y="654"/>
                      </a:cubicBezTo>
                      <a:cubicBezTo>
                        <a:pt x="18505" y="-410"/>
                        <a:pt x="21209" y="-188"/>
                        <a:pt x="22760" y="140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47" name="Forme libre : forme 24346">
                  <a:extLst>
                    <a:ext uri="{FF2B5EF4-FFF2-40B4-BE49-F238E27FC236}">
                      <a16:creationId xmlns:a16="http://schemas.microsoft.com/office/drawing/2014/main" id="{FB8E645F-1561-4B54-8247-D0FC60019FE1}"/>
                    </a:ext>
                  </a:extLst>
                </p:cNvPr>
                <p:cNvSpPr/>
                <p:nvPr/>
              </p:nvSpPr>
              <p:spPr>
                <a:xfrm>
                  <a:off x="6415379" y="1330372"/>
                  <a:ext cx="21880" cy="13749"/>
                </a:xfrm>
                <a:custGeom>
                  <a:avLst/>
                  <a:gdLst>
                    <a:gd name="connsiteX0" fmla="*/ 1001 w 21880"/>
                    <a:gd name="connsiteY0" fmla="*/ 3192 h 13749"/>
                    <a:gd name="connsiteX1" fmla="*/ 1887 w 21880"/>
                    <a:gd name="connsiteY1" fmla="*/ 12856 h 13749"/>
                    <a:gd name="connsiteX2" fmla="*/ 9202 w 21880"/>
                    <a:gd name="connsiteY2" fmla="*/ 12634 h 13749"/>
                    <a:gd name="connsiteX3" fmla="*/ 13546 w 21880"/>
                    <a:gd name="connsiteY3" fmla="*/ 9797 h 13749"/>
                    <a:gd name="connsiteX4" fmla="*/ 17891 w 21880"/>
                    <a:gd name="connsiteY4" fmla="*/ 5674 h 13749"/>
                    <a:gd name="connsiteX5" fmla="*/ 21880 w 21880"/>
                    <a:gd name="connsiteY5" fmla="*/ 0 h 13749"/>
                    <a:gd name="connsiteX6" fmla="*/ 18910 w 21880"/>
                    <a:gd name="connsiteY6" fmla="*/ 2438 h 13749"/>
                    <a:gd name="connsiteX7" fmla="*/ 8980 w 21880"/>
                    <a:gd name="connsiteY7" fmla="*/ 5408 h 13749"/>
                    <a:gd name="connsiteX8" fmla="*/ 1001 w 21880"/>
                    <a:gd name="connsiteY8" fmla="*/ 3192 h 13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880" h="13749">
                      <a:moveTo>
                        <a:pt x="1001" y="3192"/>
                      </a:moveTo>
                      <a:cubicBezTo>
                        <a:pt x="-551" y="7536"/>
                        <a:pt x="-330" y="11216"/>
                        <a:pt x="1887" y="12856"/>
                      </a:cubicBezTo>
                      <a:cubicBezTo>
                        <a:pt x="3660" y="14186"/>
                        <a:pt x="6320" y="13964"/>
                        <a:pt x="9202" y="12634"/>
                      </a:cubicBezTo>
                      <a:cubicBezTo>
                        <a:pt x="10620" y="11969"/>
                        <a:pt x="12128" y="11038"/>
                        <a:pt x="13546" y="9797"/>
                      </a:cubicBezTo>
                      <a:cubicBezTo>
                        <a:pt x="14965" y="8556"/>
                        <a:pt x="16472" y="7226"/>
                        <a:pt x="17891" y="5674"/>
                      </a:cubicBezTo>
                      <a:cubicBezTo>
                        <a:pt x="19531" y="3857"/>
                        <a:pt x="20861" y="1951"/>
                        <a:pt x="21880" y="0"/>
                      </a:cubicBezTo>
                      <a:cubicBezTo>
                        <a:pt x="20994" y="931"/>
                        <a:pt x="20018" y="1773"/>
                        <a:pt x="18910" y="2438"/>
                      </a:cubicBezTo>
                      <a:cubicBezTo>
                        <a:pt x="15763" y="4167"/>
                        <a:pt x="12039" y="5054"/>
                        <a:pt x="8980" y="5408"/>
                      </a:cubicBezTo>
                      <a:cubicBezTo>
                        <a:pt x="5832" y="5719"/>
                        <a:pt x="2951" y="5098"/>
                        <a:pt x="1001" y="3192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48" name="Forme libre : forme 24347">
                  <a:extLst>
                    <a:ext uri="{FF2B5EF4-FFF2-40B4-BE49-F238E27FC236}">
                      <a16:creationId xmlns:a16="http://schemas.microsoft.com/office/drawing/2014/main" id="{7D52A8A3-9673-49AC-8086-83C520E21B83}"/>
                    </a:ext>
                  </a:extLst>
                </p:cNvPr>
                <p:cNvSpPr/>
                <p:nvPr/>
              </p:nvSpPr>
              <p:spPr>
                <a:xfrm>
                  <a:off x="6417824" y="1318023"/>
                  <a:ext cx="24092" cy="25969"/>
                </a:xfrm>
                <a:custGeom>
                  <a:avLst/>
                  <a:gdLst>
                    <a:gd name="connsiteX0" fmla="*/ 22805 w 24092"/>
                    <a:gd name="connsiteY0" fmla="*/ 1488 h 25969"/>
                    <a:gd name="connsiteX1" fmla="*/ 23470 w 24092"/>
                    <a:gd name="connsiteY1" fmla="*/ 8669 h 25969"/>
                    <a:gd name="connsiteX2" fmla="*/ 17884 w 24092"/>
                    <a:gd name="connsiteY2" fmla="*/ 18112 h 25969"/>
                    <a:gd name="connsiteX3" fmla="*/ 13495 w 24092"/>
                    <a:gd name="connsiteY3" fmla="*/ 22102 h 25969"/>
                    <a:gd name="connsiteX4" fmla="*/ 9151 w 24092"/>
                    <a:gd name="connsiteY4" fmla="*/ 24894 h 25969"/>
                    <a:gd name="connsiteX5" fmla="*/ 1881 w 24092"/>
                    <a:gd name="connsiteY5" fmla="*/ 25072 h 25969"/>
                    <a:gd name="connsiteX6" fmla="*/ 285 w 24092"/>
                    <a:gd name="connsiteY6" fmla="*/ 17934 h 25969"/>
                    <a:gd name="connsiteX7" fmla="*/ 2102 w 24092"/>
                    <a:gd name="connsiteY7" fmla="*/ 12748 h 25969"/>
                    <a:gd name="connsiteX8" fmla="*/ 5826 w 24092"/>
                    <a:gd name="connsiteY8" fmla="*/ 7517 h 25969"/>
                    <a:gd name="connsiteX9" fmla="*/ 15402 w 24092"/>
                    <a:gd name="connsiteY9" fmla="*/ 601 h 25969"/>
                    <a:gd name="connsiteX10" fmla="*/ 22805 w 24092"/>
                    <a:gd name="connsiteY10" fmla="*/ 1488 h 25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092" h="25969">
                      <a:moveTo>
                        <a:pt x="22805" y="1488"/>
                      </a:moveTo>
                      <a:cubicBezTo>
                        <a:pt x="24312" y="3128"/>
                        <a:pt x="24445" y="5788"/>
                        <a:pt x="23470" y="8669"/>
                      </a:cubicBezTo>
                      <a:cubicBezTo>
                        <a:pt x="22450" y="11506"/>
                        <a:pt x="20721" y="15097"/>
                        <a:pt x="17884" y="18112"/>
                      </a:cubicBezTo>
                      <a:cubicBezTo>
                        <a:pt x="16510" y="19663"/>
                        <a:pt x="14958" y="20905"/>
                        <a:pt x="13495" y="22102"/>
                      </a:cubicBezTo>
                      <a:cubicBezTo>
                        <a:pt x="12077" y="23299"/>
                        <a:pt x="10569" y="24229"/>
                        <a:pt x="9151" y="24894"/>
                      </a:cubicBezTo>
                      <a:cubicBezTo>
                        <a:pt x="6314" y="26180"/>
                        <a:pt x="3654" y="26402"/>
                        <a:pt x="1881" y="25072"/>
                      </a:cubicBezTo>
                      <a:cubicBezTo>
                        <a:pt x="107" y="23742"/>
                        <a:pt x="-380" y="21126"/>
                        <a:pt x="285" y="17934"/>
                      </a:cubicBezTo>
                      <a:cubicBezTo>
                        <a:pt x="595" y="16339"/>
                        <a:pt x="1216" y="14565"/>
                        <a:pt x="2102" y="12748"/>
                      </a:cubicBezTo>
                      <a:cubicBezTo>
                        <a:pt x="2989" y="10975"/>
                        <a:pt x="4363" y="9246"/>
                        <a:pt x="5826" y="7517"/>
                      </a:cubicBezTo>
                      <a:cubicBezTo>
                        <a:pt x="8929" y="4192"/>
                        <a:pt x="12165" y="1576"/>
                        <a:pt x="15402" y="601"/>
                      </a:cubicBezTo>
                      <a:cubicBezTo>
                        <a:pt x="18593" y="-419"/>
                        <a:pt x="21253" y="-153"/>
                        <a:pt x="22805" y="148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49" name="Forme libre : forme 24348">
                  <a:extLst>
                    <a:ext uri="{FF2B5EF4-FFF2-40B4-BE49-F238E27FC236}">
                      <a16:creationId xmlns:a16="http://schemas.microsoft.com/office/drawing/2014/main" id="{02D8B679-BBA4-4B40-9A57-4780F30D9258}"/>
                    </a:ext>
                  </a:extLst>
                </p:cNvPr>
                <p:cNvSpPr/>
                <p:nvPr/>
              </p:nvSpPr>
              <p:spPr>
                <a:xfrm>
                  <a:off x="6401394" y="1329226"/>
                  <a:ext cx="40999" cy="28943"/>
                </a:xfrm>
                <a:custGeom>
                  <a:avLst/>
                  <a:gdLst>
                    <a:gd name="connsiteX0" fmla="*/ 9001 w 40999"/>
                    <a:gd name="connsiteY0" fmla="*/ 25661 h 28943"/>
                    <a:gd name="connsiteX1" fmla="*/ 15695 w 40999"/>
                    <a:gd name="connsiteY1" fmla="*/ 28897 h 28943"/>
                    <a:gd name="connsiteX2" fmla="*/ 31122 w 40999"/>
                    <a:gd name="connsiteY2" fmla="*/ 21184 h 28943"/>
                    <a:gd name="connsiteX3" fmla="*/ 36397 w 40999"/>
                    <a:gd name="connsiteY3" fmla="*/ 15243 h 28943"/>
                    <a:gd name="connsiteX4" fmla="*/ 40254 w 40999"/>
                    <a:gd name="connsiteY4" fmla="*/ 8771 h 28943"/>
                    <a:gd name="connsiteX5" fmla="*/ 38348 w 40999"/>
                    <a:gd name="connsiteY5" fmla="*/ 126 h 28943"/>
                    <a:gd name="connsiteX6" fmla="*/ 32009 w 40999"/>
                    <a:gd name="connsiteY6" fmla="*/ 1545 h 28943"/>
                    <a:gd name="connsiteX7" fmla="*/ 24162 w 40999"/>
                    <a:gd name="connsiteY7" fmla="*/ 4249 h 28943"/>
                    <a:gd name="connsiteX8" fmla="*/ 16537 w 40999"/>
                    <a:gd name="connsiteY8" fmla="*/ 6244 h 28943"/>
                    <a:gd name="connsiteX9" fmla="*/ 356 w 40999"/>
                    <a:gd name="connsiteY9" fmla="*/ 14756 h 28943"/>
                    <a:gd name="connsiteX10" fmla="*/ 9001 w 40999"/>
                    <a:gd name="connsiteY10" fmla="*/ 25661 h 28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999" h="28943">
                      <a:moveTo>
                        <a:pt x="9001" y="25661"/>
                      </a:moveTo>
                      <a:cubicBezTo>
                        <a:pt x="10996" y="27124"/>
                        <a:pt x="13080" y="28631"/>
                        <a:pt x="15695" y="28897"/>
                      </a:cubicBezTo>
                      <a:cubicBezTo>
                        <a:pt x="20749" y="29429"/>
                        <a:pt x="26379" y="25306"/>
                        <a:pt x="31122" y="21184"/>
                      </a:cubicBezTo>
                      <a:cubicBezTo>
                        <a:pt x="33073" y="19410"/>
                        <a:pt x="34890" y="17415"/>
                        <a:pt x="36397" y="15243"/>
                      </a:cubicBezTo>
                      <a:cubicBezTo>
                        <a:pt x="38038" y="13248"/>
                        <a:pt x="39412" y="11076"/>
                        <a:pt x="40254" y="8771"/>
                      </a:cubicBezTo>
                      <a:cubicBezTo>
                        <a:pt x="41540" y="5313"/>
                        <a:pt x="41318" y="969"/>
                        <a:pt x="38348" y="126"/>
                      </a:cubicBezTo>
                      <a:cubicBezTo>
                        <a:pt x="36486" y="-361"/>
                        <a:pt x="34181" y="658"/>
                        <a:pt x="32009" y="1545"/>
                      </a:cubicBezTo>
                      <a:cubicBezTo>
                        <a:pt x="29438" y="2609"/>
                        <a:pt x="26778" y="3496"/>
                        <a:pt x="24162" y="4249"/>
                      </a:cubicBezTo>
                      <a:cubicBezTo>
                        <a:pt x="21547" y="5047"/>
                        <a:pt x="19064" y="5756"/>
                        <a:pt x="16537" y="6244"/>
                      </a:cubicBezTo>
                      <a:cubicBezTo>
                        <a:pt x="12326" y="7042"/>
                        <a:pt x="2617" y="7751"/>
                        <a:pt x="356" y="14756"/>
                      </a:cubicBezTo>
                      <a:cubicBezTo>
                        <a:pt x="-1771" y="20829"/>
                        <a:pt x="6208" y="23622"/>
                        <a:pt x="9001" y="2566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50" name="Forme libre : forme 24349">
                  <a:extLst>
                    <a:ext uri="{FF2B5EF4-FFF2-40B4-BE49-F238E27FC236}">
                      <a16:creationId xmlns:a16="http://schemas.microsoft.com/office/drawing/2014/main" id="{A81C47DF-67CB-4466-833E-841480432699}"/>
                    </a:ext>
                  </a:extLst>
                </p:cNvPr>
                <p:cNvSpPr/>
                <p:nvPr/>
              </p:nvSpPr>
              <p:spPr>
                <a:xfrm>
                  <a:off x="6406834" y="1331406"/>
                  <a:ext cx="7241" cy="14152"/>
                </a:xfrm>
                <a:custGeom>
                  <a:avLst/>
                  <a:gdLst>
                    <a:gd name="connsiteX0" fmla="*/ 413 w 7241"/>
                    <a:gd name="connsiteY0" fmla="*/ 12265 h 14152"/>
                    <a:gd name="connsiteX1" fmla="*/ 1344 w 7241"/>
                    <a:gd name="connsiteY1" fmla="*/ 13905 h 14152"/>
                    <a:gd name="connsiteX2" fmla="*/ 3250 w 7241"/>
                    <a:gd name="connsiteY2" fmla="*/ 13728 h 14152"/>
                    <a:gd name="connsiteX3" fmla="*/ 4536 w 7241"/>
                    <a:gd name="connsiteY3" fmla="*/ 11733 h 14152"/>
                    <a:gd name="connsiteX4" fmla="*/ 6752 w 7241"/>
                    <a:gd name="connsiteY4" fmla="*/ 6147 h 14152"/>
                    <a:gd name="connsiteX5" fmla="*/ 7240 w 7241"/>
                    <a:gd name="connsiteY5" fmla="*/ 3842 h 14152"/>
                    <a:gd name="connsiteX6" fmla="*/ 2053 w 7241"/>
                    <a:gd name="connsiteY6" fmla="*/ 2113 h 14152"/>
                    <a:gd name="connsiteX7" fmla="*/ 413 w 7241"/>
                    <a:gd name="connsiteY7" fmla="*/ 12265 h 14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41" h="14152">
                      <a:moveTo>
                        <a:pt x="413" y="12265"/>
                      </a:moveTo>
                      <a:cubicBezTo>
                        <a:pt x="590" y="12930"/>
                        <a:pt x="856" y="13551"/>
                        <a:pt x="1344" y="13905"/>
                      </a:cubicBezTo>
                      <a:cubicBezTo>
                        <a:pt x="1831" y="14260"/>
                        <a:pt x="2585" y="14260"/>
                        <a:pt x="3250" y="13728"/>
                      </a:cubicBezTo>
                      <a:cubicBezTo>
                        <a:pt x="3826" y="13240"/>
                        <a:pt x="4225" y="12442"/>
                        <a:pt x="4536" y="11733"/>
                      </a:cubicBezTo>
                      <a:cubicBezTo>
                        <a:pt x="5378" y="9871"/>
                        <a:pt x="6176" y="8054"/>
                        <a:pt x="6752" y="6147"/>
                      </a:cubicBezTo>
                      <a:cubicBezTo>
                        <a:pt x="6974" y="5394"/>
                        <a:pt x="7195" y="4596"/>
                        <a:pt x="7240" y="3842"/>
                      </a:cubicBezTo>
                      <a:cubicBezTo>
                        <a:pt x="7328" y="783"/>
                        <a:pt x="4668" y="-2098"/>
                        <a:pt x="2053" y="2113"/>
                      </a:cubicBezTo>
                      <a:cubicBezTo>
                        <a:pt x="-31" y="5394"/>
                        <a:pt x="-430" y="9605"/>
                        <a:pt x="413" y="1226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51" name="Forme libre : forme 24350">
                  <a:extLst>
                    <a:ext uri="{FF2B5EF4-FFF2-40B4-BE49-F238E27FC236}">
                      <a16:creationId xmlns:a16="http://schemas.microsoft.com/office/drawing/2014/main" id="{723EEFDC-2CD9-4213-9CF4-75607184A982}"/>
                    </a:ext>
                  </a:extLst>
                </p:cNvPr>
                <p:cNvSpPr/>
                <p:nvPr/>
              </p:nvSpPr>
              <p:spPr>
                <a:xfrm>
                  <a:off x="6447145" y="1313615"/>
                  <a:ext cx="5108" cy="24071"/>
                </a:xfrm>
                <a:custGeom>
                  <a:avLst/>
                  <a:gdLst>
                    <a:gd name="connsiteX0" fmla="*/ 2217 w 5108"/>
                    <a:gd name="connsiteY0" fmla="*/ 0 h 24071"/>
                    <a:gd name="connsiteX1" fmla="*/ 4876 w 5108"/>
                    <a:gd name="connsiteY1" fmla="*/ 6339 h 24071"/>
                    <a:gd name="connsiteX2" fmla="*/ 4566 w 5108"/>
                    <a:gd name="connsiteY2" fmla="*/ 13964 h 24071"/>
                    <a:gd name="connsiteX3" fmla="*/ 0 w 5108"/>
                    <a:gd name="connsiteY3" fmla="*/ 24072 h 24071"/>
                    <a:gd name="connsiteX4" fmla="*/ 975 w 5108"/>
                    <a:gd name="connsiteY4" fmla="*/ 21900 h 24071"/>
                    <a:gd name="connsiteX5" fmla="*/ 2926 w 5108"/>
                    <a:gd name="connsiteY5" fmla="*/ 16535 h 24071"/>
                    <a:gd name="connsiteX6" fmla="*/ 3901 w 5108"/>
                    <a:gd name="connsiteY6" fmla="*/ 8822 h 24071"/>
                    <a:gd name="connsiteX7" fmla="*/ 2217 w 5108"/>
                    <a:gd name="connsiteY7" fmla="*/ 0 h 24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08" h="24071">
                      <a:moveTo>
                        <a:pt x="2217" y="0"/>
                      </a:moveTo>
                      <a:cubicBezTo>
                        <a:pt x="2217" y="0"/>
                        <a:pt x="4300" y="2305"/>
                        <a:pt x="4876" y="6339"/>
                      </a:cubicBezTo>
                      <a:cubicBezTo>
                        <a:pt x="5187" y="8423"/>
                        <a:pt x="5275" y="11038"/>
                        <a:pt x="4566" y="13964"/>
                      </a:cubicBezTo>
                      <a:cubicBezTo>
                        <a:pt x="3945" y="17023"/>
                        <a:pt x="2349" y="20082"/>
                        <a:pt x="0" y="24072"/>
                      </a:cubicBezTo>
                      <a:cubicBezTo>
                        <a:pt x="0" y="24072"/>
                        <a:pt x="399" y="23229"/>
                        <a:pt x="975" y="21900"/>
                      </a:cubicBezTo>
                      <a:cubicBezTo>
                        <a:pt x="1596" y="20614"/>
                        <a:pt x="2305" y="18796"/>
                        <a:pt x="2926" y="16535"/>
                      </a:cubicBezTo>
                      <a:cubicBezTo>
                        <a:pt x="3502" y="14319"/>
                        <a:pt x="3945" y="11659"/>
                        <a:pt x="3901" y="8822"/>
                      </a:cubicBezTo>
                      <a:cubicBezTo>
                        <a:pt x="3812" y="5896"/>
                        <a:pt x="3458" y="2970"/>
                        <a:pt x="22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52" name="Forme libre : forme 24351">
                  <a:extLst>
                    <a:ext uri="{FF2B5EF4-FFF2-40B4-BE49-F238E27FC236}">
                      <a16:creationId xmlns:a16="http://schemas.microsoft.com/office/drawing/2014/main" id="{6C5C149C-5179-41AF-BC50-93B37A0F1DFE}"/>
                    </a:ext>
                  </a:extLst>
                </p:cNvPr>
                <p:cNvSpPr/>
                <p:nvPr/>
              </p:nvSpPr>
              <p:spPr>
                <a:xfrm>
                  <a:off x="6394931" y="1331081"/>
                  <a:ext cx="5444" cy="27795"/>
                </a:xfrm>
                <a:custGeom>
                  <a:avLst/>
                  <a:gdLst>
                    <a:gd name="connsiteX0" fmla="*/ 5445 w 5444"/>
                    <a:gd name="connsiteY0" fmla="*/ 0 h 27795"/>
                    <a:gd name="connsiteX1" fmla="*/ 3672 w 5444"/>
                    <a:gd name="connsiteY1" fmla="*/ 2926 h 27795"/>
                    <a:gd name="connsiteX2" fmla="*/ 879 w 5444"/>
                    <a:gd name="connsiteY2" fmla="*/ 10240 h 27795"/>
                    <a:gd name="connsiteX3" fmla="*/ 214 w 5444"/>
                    <a:gd name="connsiteY3" fmla="*/ 19328 h 27795"/>
                    <a:gd name="connsiteX4" fmla="*/ 5090 w 5444"/>
                    <a:gd name="connsiteY4" fmla="*/ 27795 h 27795"/>
                    <a:gd name="connsiteX5" fmla="*/ 1721 w 5444"/>
                    <a:gd name="connsiteY5" fmla="*/ 20437 h 27795"/>
                    <a:gd name="connsiteX6" fmla="*/ 1411 w 5444"/>
                    <a:gd name="connsiteY6" fmla="*/ 11703 h 27795"/>
                    <a:gd name="connsiteX7" fmla="*/ 5445 w 5444"/>
                    <a:gd name="connsiteY7" fmla="*/ 0 h 27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44" h="27795">
                      <a:moveTo>
                        <a:pt x="5445" y="0"/>
                      </a:moveTo>
                      <a:cubicBezTo>
                        <a:pt x="5445" y="0"/>
                        <a:pt x="4603" y="1108"/>
                        <a:pt x="3672" y="2926"/>
                      </a:cubicBezTo>
                      <a:cubicBezTo>
                        <a:pt x="2741" y="4788"/>
                        <a:pt x="1632" y="7359"/>
                        <a:pt x="879" y="10240"/>
                      </a:cubicBezTo>
                      <a:cubicBezTo>
                        <a:pt x="125" y="13122"/>
                        <a:pt x="-274" y="16314"/>
                        <a:pt x="214" y="19328"/>
                      </a:cubicBezTo>
                      <a:cubicBezTo>
                        <a:pt x="790" y="22387"/>
                        <a:pt x="2253" y="25357"/>
                        <a:pt x="5090" y="27795"/>
                      </a:cubicBezTo>
                      <a:cubicBezTo>
                        <a:pt x="5090" y="27795"/>
                        <a:pt x="2918" y="25224"/>
                        <a:pt x="1721" y="20437"/>
                      </a:cubicBezTo>
                      <a:cubicBezTo>
                        <a:pt x="1189" y="18087"/>
                        <a:pt x="968" y="15161"/>
                        <a:pt x="1411" y="11703"/>
                      </a:cubicBezTo>
                      <a:cubicBezTo>
                        <a:pt x="1943" y="8334"/>
                        <a:pt x="2874" y="4300"/>
                        <a:pt x="54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53" name="Forme libre : forme 24352">
                  <a:extLst>
                    <a:ext uri="{FF2B5EF4-FFF2-40B4-BE49-F238E27FC236}">
                      <a16:creationId xmlns:a16="http://schemas.microsoft.com/office/drawing/2014/main" id="{C9D89523-4F82-4982-92D6-88F1500CCB64}"/>
                    </a:ext>
                  </a:extLst>
                </p:cNvPr>
                <p:cNvSpPr/>
                <p:nvPr/>
              </p:nvSpPr>
              <p:spPr>
                <a:xfrm>
                  <a:off x="6421594" y="1321732"/>
                  <a:ext cx="10262" cy="8641"/>
                </a:xfrm>
                <a:custGeom>
                  <a:avLst/>
                  <a:gdLst>
                    <a:gd name="connsiteX0" fmla="*/ 10168 w 10262"/>
                    <a:gd name="connsiteY0" fmla="*/ 882 h 8641"/>
                    <a:gd name="connsiteX1" fmla="*/ 6178 w 10262"/>
                    <a:gd name="connsiteY1" fmla="*/ 6867 h 8641"/>
                    <a:gd name="connsiteX2" fmla="*/ 105 w 10262"/>
                    <a:gd name="connsiteY2" fmla="*/ 7842 h 8641"/>
                    <a:gd name="connsiteX3" fmla="*/ 4183 w 10262"/>
                    <a:gd name="connsiteY3" fmla="*/ 1768 h 8641"/>
                    <a:gd name="connsiteX4" fmla="*/ 10168 w 10262"/>
                    <a:gd name="connsiteY4" fmla="*/ 882 h 8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62" h="8641">
                      <a:moveTo>
                        <a:pt x="10168" y="882"/>
                      </a:moveTo>
                      <a:cubicBezTo>
                        <a:pt x="10700" y="2345"/>
                        <a:pt x="8927" y="5005"/>
                        <a:pt x="6178" y="6867"/>
                      </a:cubicBezTo>
                      <a:cubicBezTo>
                        <a:pt x="3430" y="8773"/>
                        <a:pt x="681" y="9216"/>
                        <a:pt x="105" y="7842"/>
                      </a:cubicBezTo>
                      <a:cubicBezTo>
                        <a:pt x="-471" y="6468"/>
                        <a:pt x="1390" y="3719"/>
                        <a:pt x="4183" y="1768"/>
                      </a:cubicBezTo>
                      <a:cubicBezTo>
                        <a:pt x="6976" y="-182"/>
                        <a:pt x="9636" y="-581"/>
                        <a:pt x="10168" y="88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54" name="Forme libre : forme 24353">
                  <a:extLst>
                    <a:ext uri="{FF2B5EF4-FFF2-40B4-BE49-F238E27FC236}">
                      <a16:creationId xmlns:a16="http://schemas.microsoft.com/office/drawing/2014/main" id="{8ACB7942-4361-4DF3-8983-148525D47543}"/>
                    </a:ext>
                  </a:extLst>
                </p:cNvPr>
                <p:cNvSpPr/>
                <p:nvPr/>
              </p:nvSpPr>
              <p:spPr>
                <a:xfrm>
                  <a:off x="6429934" y="1320610"/>
                  <a:ext cx="2757" cy="2943"/>
                </a:xfrm>
                <a:custGeom>
                  <a:avLst/>
                  <a:gdLst>
                    <a:gd name="connsiteX0" fmla="*/ 2494 w 2757"/>
                    <a:gd name="connsiteY0" fmla="*/ 231 h 2943"/>
                    <a:gd name="connsiteX1" fmla="*/ 2228 w 2757"/>
                    <a:gd name="connsiteY1" fmla="*/ 2270 h 2943"/>
                    <a:gd name="connsiteX2" fmla="*/ 277 w 2757"/>
                    <a:gd name="connsiteY2" fmla="*/ 2713 h 2943"/>
                    <a:gd name="connsiteX3" fmla="*/ 543 w 2757"/>
                    <a:gd name="connsiteY3" fmla="*/ 674 h 2943"/>
                    <a:gd name="connsiteX4" fmla="*/ 2494 w 2757"/>
                    <a:gd name="connsiteY4" fmla="*/ 231 h 2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7" h="2943">
                      <a:moveTo>
                        <a:pt x="2494" y="231"/>
                      </a:moveTo>
                      <a:cubicBezTo>
                        <a:pt x="2937" y="674"/>
                        <a:pt x="2804" y="1605"/>
                        <a:pt x="2228" y="2270"/>
                      </a:cubicBezTo>
                      <a:cubicBezTo>
                        <a:pt x="1607" y="2935"/>
                        <a:pt x="720" y="3156"/>
                        <a:pt x="277" y="2713"/>
                      </a:cubicBezTo>
                      <a:cubicBezTo>
                        <a:pt x="-166" y="2270"/>
                        <a:pt x="-78" y="1383"/>
                        <a:pt x="543" y="674"/>
                      </a:cubicBezTo>
                      <a:cubicBezTo>
                        <a:pt x="1164" y="9"/>
                        <a:pt x="2050" y="-213"/>
                        <a:pt x="2494" y="2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55" name="Forme libre : forme 24354">
                  <a:extLst>
                    <a:ext uri="{FF2B5EF4-FFF2-40B4-BE49-F238E27FC236}">
                      <a16:creationId xmlns:a16="http://schemas.microsoft.com/office/drawing/2014/main" id="{1898FD0E-2CD5-4160-9E61-DC0C40F09055}"/>
                    </a:ext>
                  </a:extLst>
                </p:cNvPr>
                <p:cNvSpPr/>
                <p:nvPr/>
              </p:nvSpPr>
              <p:spPr>
                <a:xfrm>
                  <a:off x="6412420" y="1305471"/>
                  <a:ext cx="32463" cy="17305"/>
                </a:xfrm>
                <a:custGeom>
                  <a:avLst/>
                  <a:gdLst>
                    <a:gd name="connsiteX0" fmla="*/ 23111 w 32463"/>
                    <a:gd name="connsiteY0" fmla="*/ 342 h 17305"/>
                    <a:gd name="connsiteX1" fmla="*/ 31533 w 32463"/>
                    <a:gd name="connsiteY1" fmla="*/ 6371 h 17305"/>
                    <a:gd name="connsiteX2" fmla="*/ 31844 w 32463"/>
                    <a:gd name="connsiteY2" fmla="*/ 10316 h 17305"/>
                    <a:gd name="connsiteX3" fmla="*/ 27898 w 32463"/>
                    <a:gd name="connsiteY3" fmla="*/ 11247 h 17305"/>
                    <a:gd name="connsiteX4" fmla="*/ 15929 w 32463"/>
                    <a:gd name="connsiteY4" fmla="*/ 9651 h 17305"/>
                    <a:gd name="connsiteX5" fmla="*/ 7107 w 32463"/>
                    <a:gd name="connsiteY5" fmla="*/ 14838 h 17305"/>
                    <a:gd name="connsiteX6" fmla="*/ 14 w 32463"/>
                    <a:gd name="connsiteY6" fmla="*/ 16212 h 17305"/>
                    <a:gd name="connsiteX7" fmla="*/ 5068 w 32463"/>
                    <a:gd name="connsiteY7" fmla="*/ 7745 h 17305"/>
                    <a:gd name="connsiteX8" fmla="*/ 9546 w 32463"/>
                    <a:gd name="connsiteY8" fmla="*/ 3755 h 17305"/>
                    <a:gd name="connsiteX9" fmla="*/ 13446 w 32463"/>
                    <a:gd name="connsiteY9" fmla="*/ 1494 h 17305"/>
                    <a:gd name="connsiteX10" fmla="*/ 23111 w 32463"/>
                    <a:gd name="connsiteY10" fmla="*/ 342 h 17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463" h="17305">
                      <a:moveTo>
                        <a:pt x="23111" y="342"/>
                      </a:moveTo>
                      <a:cubicBezTo>
                        <a:pt x="26746" y="1228"/>
                        <a:pt x="29361" y="3622"/>
                        <a:pt x="31533" y="6371"/>
                      </a:cubicBezTo>
                      <a:cubicBezTo>
                        <a:pt x="32331" y="7390"/>
                        <a:pt x="32996" y="8942"/>
                        <a:pt x="31844" y="10316"/>
                      </a:cubicBezTo>
                      <a:cubicBezTo>
                        <a:pt x="30780" y="11557"/>
                        <a:pt x="29140" y="11513"/>
                        <a:pt x="27898" y="11247"/>
                      </a:cubicBezTo>
                      <a:cubicBezTo>
                        <a:pt x="24086" y="10360"/>
                        <a:pt x="20584" y="8410"/>
                        <a:pt x="15929" y="9651"/>
                      </a:cubicBezTo>
                      <a:cubicBezTo>
                        <a:pt x="14466" y="10006"/>
                        <a:pt x="10698" y="12754"/>
                        <a:pt x="7107" y="14838"/>
                      </a:cubicBezTo>
                      <a:cubicBezTo>
                        <a:pt x="3561" y="16921"/>
                        <a:pt x="236" y="18429"/>
                        <a:pt x="14" y="16212"/>
                      </a:cubicBezTo>
                      <a:cubicBezTo>
                        <a:pt x="-207" y="13996"/>
                        <a:pt x="2186" y="10671"/>
                        <a:pt x="5068" y="7745"/>
                      </a:cubicBezTo>
                      <a:cubicBezTo>
                        <a:pt x="6531" y="6282"/>
                        <a:pt x="8038" y="4863"/>
                        <a:pt x="9546" y="3755"/>
                      </a:cubicBezTo>
                      <a:cubicBezTo>
                        <a:pt x="11097" y="2691"/>
                        <a:pt x="12471" y="1893"/>
                        <a:pt x="13446" y="1494"/>
                      </a:cubicBezTo>
                      <a:cubicBezTo>
                        <a:pt x="16904" y="-57"/>
                        <a:pt x="20362" y="-323"/>
                        <a:pt x="23111" y="34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85" name="Graphique 2">
                <a:extLst>
                  <a:ext uri="{FF2B5EF4-FFF2-40B4-BE49-F238E27FC236}">
                    <a16:creationId xmlns:a16="http://schemas.microsoft.com/office/drawing/2014/main" id="{6410F80B-89B6-4B26-9DB5-1A15C95B0CCD}"/>
                  </a:ext>
                </a:extLst>
              </p:cNvPr>
              <p:cNvGrpSpPr/>
              <p:nvPr/>
            </p:nvGrpSpPr>
            <p:grpSpPr>
              <a:xfrm>
                <a:off x="6442548" y="1264540"/>
                <a:ext cx="70920" cy="54443"/>
                <a:chOff x="6442548" y="1264540"/>
                <a:chExt cx="70920" cy="54443"/>
              </a:xfrm>
              <a:solidFill>
                <a:schemeClr val="accent1"/>
              </a:solidFill>
            </p:grpSpPr>
            <p:sp>
              <p:nvSpPr>
                <p:cNvPr id="24332" name="Forme libre : forme 24331">
                  <a:extLst>
                    <a:ext uri="{FF2B5EF4-FFF2-40B4-BE49-F238E27FC236}">
                      <a16:creationId xmlns:a16="http://schemas.microsoft.com/office/drawing/2014/main" id="{36CB5886-85D1-4635-B265-0E72819DF257}"/>
                    </a:ext>
                  </a:extLst>
                </p:cNvPr>
                <p:cNvSpPr/>
                <p:nvPr/>
              </p:nvSpPr>
              <p:spPr>
                <a:xfrm>
                  <a:off x="6442548" y="1264540"/>
                  <a:ext cx="70920" cy="54398"/>
                </a:xfrm>
                <a:custGeom>
                  <a:avLst/>
                  <a:gdLst>
                    <a:gd name="connsiteX0" fmla="*/ 54514 w 70920"/>
                    <a:gd name="connsiteY0" fmla="*/ 43444 h 54398"/>
                    <a:gd name="connsiteX1" fmla="*/ 49327 w 70920"/>
                    <a:gd name="connsiteY1" fmla="*/ 44863 h 54398"/>
                    <a:gd name="connsiteX2" fmla="*/ 44362 w 70920"/>
                    <a:gd name="connsiteY2" fmla="*/ 46858 h 54398"/>
                    <a:gd name="connsiteX3" fmla="*/ 39442 w 70920"/>
                    <a:gd name="connsiteY3" fmla="*/ 48941 h 54398"/>
                    <a:gd name="connsiteX4" fmla="*/ 36959 w 70920"/>
                    <a:gd name="connsiteY4" fmla="*/ 49961 h 54398"/>
                    <a:gd name="connsiteX5" fmla="*/ 34609 w 70920"/>
                    <a:gd name="connsiteY5" fmla="*/ 51291 h 54398"/>
                    <a:gd name="connsiteX6" fmla="*/ 27783 w 70920"/>
                    <a:gd name="connsiteY6" fmla="*/ 53818 h 54398"/>
                    <a:gd name="connsiteX7" fmla="*/ 20911 w 70920"/>
                    <a:gd name="connsiteY7" fmla="*/ 54394 h 54398"/>
                    <a:gd name="connsiteX8" fmla="*/ 9563 w 70920"/>
                    <a:gd name="connsiteY8" fmla="*/ 49163 h 54398"/>
                    <a:gd name="connsiteX9" fmla="*/ 2248 w 70920"/>
                    <a:gd name="connsiteY9" fmla="*/ 39898 h 54398"/>
                    <a:gd name="connsiteX10" fmla="*/ 1273 w 70920"/>
                    <a:gd name="connsiteY10" fmla="*/ 26820 h 54398"/>
                    <a:gd name="connsiteX11" fmla="*/ 6060 w 70920"/>
                    <a:gd name="connsiteY11" fmla="*/ 19506 h 54398"/>
                    <a:gd name="connsiteX12" fmla="*/ 14040 w 70920"/>
                    <a:gd name="connsiteY12" fmla="*/ 13299 h 54398"/>
                    <a:gd name="connsiteX13" fmla="*/ 17365 w 70920"/>
                    <a:gd name="connsiteY13" fmla="*/ 11393 h 54398"/>
                    <a:gd name="connsiteX14" fmla="*/ 20867 w 70920"/>
                    <a:gd name="connsiteY14" fmla="*/ 9841 h 54398"/>
                    <a:gd name="connsiteX15" fmla="*/ 27871 w 70920"/>
                    <a:gd name="connsiteY15" fmla="*/ 6738 h 54398"/>
                    <a:gd name="connsiteX16" fmla="*/ 34964 w 70920"/>
                    <a:gd name="connsiteY16" fmla="*/ 3812 h 54398"/>
                    <a:gd name="connsiteX17" fmla="*/ 42279 w 70920"/>
                    <a:gd name="connsiteY17" fmla="*/ 1596 h 54398"/>
                    <a:gd name="connsiteX18" fmla="*/ 52209 w 70920"/>
                    <a:gd name="connsiteY18" fmla="*/ 0 h 54398"/>
                    <a:gd name="connsiteX19" fmla="*/ 60765 w 70920"/>
                    <a:gd name="connsiteY19" fmla="*/ 1995 h 54398"/>
                    <a:gd name="connsiteX20" fmla="*/ 69365 w 70920"/>
                    <a:gd name="connsiteY20" fmla="*/ 11969 h 54398"/>
                    <a:gd name="connsiteX21" fmla="*/ 70828 w 70920"/>
                    <a:gd name="connsiteY21" fmla="*/ 23983 h 54398"/>
                    <a:gd name="connsiteX22" fmla="*/ 66572 w 70920"/>
                    <a:gd name="connsiteY22" fmla="*/ 35997 h 54398"/>
                    <a:gd name="connsiteX23" fmla="*/ 61208 w 70920"/>
                    <a:gd name="connsiteY23" fmla="*/ 40208 h 54398"/>
                    <a:gd name="connsiteX24" fmla="*/ 54514 w 70920"/>
                    <a:gd name="connsiteY24" fmla="*/ 43444 h 5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0920" h="54398">
                      <a:moveTo>
                        <a:pt x="54514" y="43444"/>
                      </a:moveTo>
                      <a:lnTo>
                        <a:pt x="49327" y="44863"/>
                      </a:lnTo>
                      <a:cubicBezTo>
                        <a:pt x="47598" y="45306"/>
                        <a:pt x="46047" y="46237"/>
                        <a:pt x="44362" y="46858"/>
                      </a:cubicBezTo>
                      <a:lnTo>
                        <a:pt x="39442" y="48941"/>
                      </a:lnTo>
                      <a:lnTo>
                        <a:pt x="36959" y="49961"/>
                      </a:lnTo>
                      <a:cubicBezTo>
                        <a:pt x="36161" y="50360"/>
                        <a:pt x="35407" y="50848"/>
                        <a:pt x="34609" y="51291"/>
                      </a:cubicBezTo>
                      <a:cubicBezTo>
                        <a:pt x="32437" y="52576"/>
                        <a:pt x="30132" y="53375"/>
                        <a:pt x="27783" y="53818"/>
                      </a:cubicBezTo>
                      <a:cubicBezTo>
                        <a:pt x="25389" y="54172"/>
                        <a:pt x="23083" y="54438"/>
                        <a:pt x="20911" y="54394"/>
                      </a:cubicBezTo>
                      <a:cubicBezTo>
                        <a:pt x="16478" y="54217"/>
                        <a:pt x="12222" y="52532"/>
                        <a:pt x="9563" y="49163"/>
                      </a:cubicBezTo>
                      <a:lnTo>
                        <a:pt x="2248" y="39898"/>
                      </a:lnTo>
                      <a:cubicBezTo>
                        <a:pt x="-412" y="36573"/>
                        <a:pt x="-678" y="31874"/>
                        <a:pt x="1273" y="26820"/>
                      </a:cubicBezTo>
                      <a:cubicBezTo>
                        <a:pt x="2248" y="24293"/>
                        <a:pt x="3755" y="21678"/>
                        <a:pt x="6060" y="19506"/>
                      </a:cubicBezTo>
                      <a:cubicBezTo>
                        <a:pt x="8277" y="17245"/>
                        <a:pt x="10981" y="15117"/>
                        <a:pt x="14040" y="13299"/>
                      </a:cubicBezTo>
                      <a:cubicBezTo>
                        <a:pt x="15148" y="12679"/>
                        <a:pt x="16212" y="11969"/>
                        <a:pt x="17365" y="11393"/>
                      </a:cubicBezTo>
                      <a:lnTo>
                        <a:pt x="20867" y="9841"/>
                      </a:lnTo>
                      <a:lnTo>
                        <a:pt x="27871" y="6738"/>
                      </a:lnTo>
                      <a:cubicBezTo>
                        <a:pt x="30221" y="5763"/>
                        <a:pt x="32526" y="4566"/>
                        <a:pt x="34964" y="3812"/>
                      </a:cubicBezTo>
                      <a:lnTo>
                        <a:pt x="42279" y="1596"/>
                      </a:lnTo>
                      <a:cubicBezTo>
                        <a:pt x="45692" y="576"/>
                        <a:pt x="49106" y="0"/>
                        <a:pt x="52209" y="0"/>
                      </a:cubicBezTo>
                      <a:cubicBezTo>
                        <a:pt x="55356" y="266"/>
                        <a:pt x="58282" y="975"/>
                        <a:pt x="60765" y="1995"/>
                      </a:cubicBezTo>
                      <a:cubicBezTo>
                        <a:pt x="65730" y="4079"/>
                        <a:pt x="68833" y="7625"/>
                        <a:pt x="69365" y="11969"/>
                      </a:cubicBezTo>
                      <a:lnTo>
                        <a:pt x="70828" y="23983"/>
                      </a:lnTo>
                      <a:cubicBezTo>
                        <a:pt x="71360" y="28328"/>
                        <a:pt x="69542" y="32672"/>
                        <a:pt x="66572" y="35997"/>
                      </a:cubicBezTo>
                      <a:cubicBezTo>
                        <a:pt x="65065" y="37681"/>
                        <a:pt x="63247" y="39144"/>
                        <a:pt x="61208" y="40208"/>
                      </a:cubicBezTo>
                      <a:cubicBezTo>
                        <a:pt x="59125" y="41627"/>
                        <a:pt x="56952" y="42779"/>
                        <a:pt x="54514" y="4344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33" name="Forme libre : forme 24332">
                  <a:extLst>
                    <a:ext uri="{FF2B5EF4-FFF2-40B4-BE49-F238E27FC236}">
                      <a16:creationId xmlns:a16="http://schemas.microsoft.com/office/drawing/2014/main" id="{1505F4C5-BF9A-4896-9764-D7F3F9630F05}"/>
                    </a:ext>
                  </a:extLst>
                </p:cNvPr>
                <p:cNvSpPr/>
                <p:nvPr/>
              </p:nvSpPr>
              <p:spPr>
                <a:xfrm>
                  <a:off x="6448918" y="1288257"/>
                  <a:ext cx="64372" cy="30726"/>
                </a:xfrm>
                <a:custGeom>
                  <a:avLst/>
                  <a:gdLst>
                    <a:gd name="connsiteX0" fmla="*/ 25313 w 64372"/>
                    <a:gd name="connsiteY0" fmla="*/ 13078 h 30726"/>
                    <a:gd name="connsiteX1" fmla="*/ 12767 w 64372"/>
                    <a:gd name="connsiteY1" fmla="*/ 19816 h 30726"/>
                    <a:gd name="connsiteX2" fmla="*/ 0 w 64372"/>
                    <a:gd name="connsiteY2" fmla="*/ 21456 h 30726"/>
                    <a:gd name="connsiteX3" fmla="*/ 3148 w 64372"/>
                    <a:gd name="connsiteY3" fmla="*/ 25490 h 30726"/>
                    <a:gd name="connsiteX4" fmla="*/ 14496 w 64372"/>
                    <a:gd name="connsiteY4" fmla="*/ 30721 h 30726"/>
                    <a:gd name="connsiteX5" fmla="*/ 21368 w 64372"/>
                    <a:gd name="connsiteY5" fmla="*/ 30145 h 30726"/>
                    <a:gd name="connsiteX6" fmla="*/ 28194 w 64372"/>
                    <a:gd name="connsiteY6" fmla="*/ 27618 h 30726"/>
                    <a:gd name="connsiteX7" fmla="*/ 30544 w 64372"/>
                    <a:gd name="connsiteY7" fmla="*/ 26288 h 30726"/>
                    <a:gd name="connsiteX8" fmla="*/ 33027 w 64372"/>
                    <a:gd name="connsiteY8" fmla="*/ 25269 h 30726"/>
                    <a:gd name="connsiteX9" fmla="*/ 37947 w 64372"/>
                    <a:gd name="connsiteY9" fmla="*/ 23185 h 30726"/>
                    <a:gd name="connsiteX10" fmla="*/ 42912 w 64372"/>
                    <a:gd name="connsiteY10" fmla="*/ 21190 h 30726"/>
                    <a:gd name="connsiteX11" fmla="*/ 48099 w 64372"/>
                    <a:gd name="connsiteY11" fmla="*/ 19772 h 30726"/>
                    <a:gd name="connsiteX12" fmla="*/ 54660 w 64372"/>
                    <a:gd name="connsiteY12" fmla="*/ 16624 h 30726"/>
                    <a:gd name="connsiteX13" fmla="*/ 60024 w 64372"/>
                    <a:gd name="connsiteY13" fmla="*/ 12413 h 30726"/>
                    <a:gd name="connsiteX14" fmla="*/ 64280 w 64372"/>
                    <a:gd name="connsiteY14" fmla="*/ 399 h 30726"/>
                    <a:gd name="connsiteX15" fmla="*/ 64236 w 64372"/>
                    <a:gd name="connsiteY15" fmla="*/ 0 h 30726"/>
                    <a:gd name="connsiteX16" fmla="*/ 53862 w 64372"/>
                    <a:gd name="connsiteY16" fmla="*/ 1906 h 30726"/>
                    <a:gd name="connsiteX17" fmla="*/ 51291 w 64372"/>
                    <a:gd name="connsiteY17" fmla="*/ 2305 h 30726"/>
                    <a:gd name="connsiteX18" fmla="*/ 48808 w 64372"/>
                    <a:gd name="connsiteY18" fmla="*/ 3014 h 30726"/>
                    <a:gd name="connsiteX19" fmla="*/ 43843 w 64372"/>
                    <a:gd name="connsiteY19" fmla="*/ 4433 h 30726"/>
                    <a:gd name="connsiteX20" fmla="*/ 38923 w 64372"/>
                    <a:gd name="connsiteY20" fmla="*/ 5940 h 30726"/>
                    <a:gd name="connsiteX21" fmla="*/ 36485 w 64372"/>
                    <a:gd name="connsiteY21" fmla="*/ 6738 h 30726"/>
                    <a:gd name="connsiteX22" fmla="*/ 34179 w 64372"/>
                    <a:gd name="connsiteY22" fmla="*/ 7891 h 30726"/>
                    <a:gd name="connsiteX23" fmla="*/ 25313 w 64372"/>
                    <a:gd name="connsiteY23" fmla="*/ 13078 h 30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4372" h="30726">
                      <a:moveTo>
                        <a:pt x="25313" y="13078"/>
                      </a:moveTo>
                      <a:cubicBezTo>
                        <a:pt x="21368" y="16048"/>
                        <a:pt x="17289" y="18619"/>
                        <a:pt x="12767" y="19816"/>
                      </a:cubicBezTo>
                      <a:cubicBezTo>
                        <a:pt x="8423" y="21279"/>
                        <a:pt x="4167" y="22121"/>
                        <a:pt x="0" y="21456"/>
                      </a:cubicBezTo>
                      <a:lnTo>
                        <a:pt x="3148" y="25490"/>
                      </a:lnTo>
                      <a:cubicBezTo>
                        <a:pt x="5807" y="28815"/>
                        <a:pt x="10063" y="30500"/>
                        <a:pt x="14496" y="30721"/>
                      </a:cubicBezTo>
                      <a:cubicBezTo>
                        <a:pt x="16713" y="30766"/>
                        <a:pt x="18974" y="30500"/>
                        <a:pt x="21368" y="30145"/>
                      </a:cubicBezTo>
                      <a:cubicBezTo>
                        <a:pt x="23717" y="29702"/>
                        <a:pt x="26022" y="28904"/>
                        <a:pt x="28194" y="27618"/>
                      </a:cubicBezTo>
                      <a:cubicBezTo>
                        <a:pt x="28993" y="27175"/>
                        <a:pt x="29746" y="26687"/>
                        <a:pt x="30544" y="26288"/>
                      </a:cubicBezTo>
                      <a:lnTo>
                        <a:pt x="33027" y="25269"/>
                      </a:lnTo>
                      <a:lnTo>
                        <a:pt x="37947" y="23185"/>
                      </a:lnTo>
                      <a:cubicBezTo>
                        <a:pt x="39632" y="22564"/>
                        <a:pt x="41184" y="21634"/>
                        <a:pt x="42912" y="21190"/>
                      </a:cubicBezTo>
                      <a:lnTo>
                        <a:pt x="48099" y="19772"/>
                      </a:lnTo>
                      <a:cubicBezTo>
                        <a:pt x="50537" y="19107"/>
                        <a:pt x="52710" y="17954"/>
                        <a:pt x="54660" y="16624"/>
                      </a:cubicBezTo>
                      <a:cubicBezTo>
                        <a:pt x="56744" y="15516"/>
                        <a:pt x="58517" y="14097"/>
                        <a:pt x="60024" y="12413"/>
                      </a:cubicBezTo>
                      <a:cubicBezTo>
                        <a:pt x="62994" y="9044"/>
                        <a:pt x="64812" y="4743"/>
                        <a:pt x="64280" y="399"/>
                      </a:cubicBezTo>
                      <a:lnTo>
                        <a:pt x="64236" y="0"/>
                      </a:lnTo>
                      <a:cubicBezTo>
                        <a:pt x="60733" y="754"/>
                        <a:pt x="57276" y="1374"/>
                        <a:pt x="53862" y="1906"/>
                      </a:cubicBezTo>
                      <a:lnTo>
                        <a:pt x="51291" y="2305"/>
                      </a:lnTo>
                      <a:lnTo>
                        <a:pt x="48808" y="3014"/>
                      </a:lnTo>
                      <a:lnTo>
                        <a:pt x="43843" y="4433"/>
                      </a:lnTo>
                      <a:lnTo>
                        <a:pt x="38923" y="5940"/>
                      </a:lnTo>
                      <a:cubicBezTo>
                        <a:pt x="38125" y="6206"/>
                        <a:pt x="37282" y="6428"/>
                        <a:pt x="36485" y="6738"/>
                      </a:cubicBezTo>
                      <a:lnTo>
                        <a:pt x="34179" y="7891"/>
                      </a:lnTo>
                      <a:cubicBezTo>
                        <a:pt x="31120" y="9354"/>
                        <a:pt x="28150" y="11083"/>
                        <a:pt x="25313" y="13078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34" name="Forme libre : forme 24333">
                  <a:extLst>
                    <a:ext uri="{FF2B5EF4-FFF2-40B4-BE49-F238E27FC236}">
                      <a16:creationId xmlns:a16="http://schemas.microsoft.com/office/drawing/2014/main" id="{FE54DCD7-8E87-4A60-B422-399D49098BE5}"/>
                    </a:ext>
                  </a:extLst>
                </p:cNvPr>
                <p:cNvSpPr/>
                <p:nvPr/>
              </p:nvSpPr>
              <p:spPr>
                <a:xfrm>
                  <a:off x="6468304" y="1281296"/>
                  <a:ext cx="30328" cy="18887"/>
                </a:xfrm>
                <a:custGeom>
                  <a:avLst/>
                  <a:gdLst>
                    <a:gd name="connsiteX0" fmla="*/ 30221 w 30328"/>
                    <a:gd name="connsiteY0" fmla="*/ 4612 h 18887"/>
                    <a:gd name="connsiteX1" fmla="*/ 27251 w 30328"/>
                    <a:gd name="connsiteY1" fmla="*/ 11572 h 18887"/>
                    <a:gd name="connsiteX2" fmla="*/ 23172 w 30328"/>
                    <a:gd name="connsiteY2" fmla="*/ 14587 h 18887"/>
                    <a:gd name="connsiteX3" fmla="*/ 17853 w 30328"/>
                    <a:gd name="connsiteY3" fmla="*/ 16847 h 18887"/>
                    <a:gd name="connsiteX4" fmla="*/ 7213 w 30328"/>
                    <a:gd name="connsiteY4" fmla="*/ 18842 h 18887"/>
                    <a:gd name="connsiteX5" fmla="*/ 519 w 30328"/>
                    <a:gd name="connsiteY5" fmla="*/ 15606 h 18887"/>
                    <a:gd name="connsiteX6" fmla="*/ 2204 w 30328"/>
                    <a:gd name="connsiteY6" fmla="*/ 8380 h 18887"/>
                    <a:gd name="connsiteX7" fmla="*/ 12178 w 30328"/>
                    <a:gd name="connsiteY7" fmla="*/ 1420 h 18887"/>
                    <a:gd name="connsiteX8" fmla="*/ 18651 w 30328"/>
                    <a:gd name="connsiteY8" fmla="*/ 90 h 18887"/>
                    <a:gd name="connsiteX9" fmla="*/ 24236 w 30328"/>
                    <a:gd name="connsiteY9" fmla="*/ 312 h 18887"/>
                    <a:gd name="connsiteX10" fmla="*/ 30221 w 30328"/>
                    <a:gd name="connsiteY10" fmla="*/ 4612 h 18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328" h="18887">
                      <a:moveTo>
                        <a:pt x="30221" y="4612"/>
                      </a:moveTo>
                      <a:cubicBezTo>
                        <a:pt x="30708" y="6829"/>
                        <a:pt x="29512" y="9356"/>
                        <a:pt x="27251" y="11572"/>
                      </a:cubicBezTo>
                      <a:cubicBezTo>
                        <a:pt x="26143" y="12680"/>
                        <a:pt x="24724" y="13700"/>
                        <a:pt x="23172" y="14587"/>
                      </a:cubicBezTo>
                      <a:cubicBezTo>
                        <a:pt x="21576" y="15518"/>
                        <a:pt x="19759" y="16138"/>
                        <a:pt x="17853" y="16847"/>
                      </a:cubicBezTo>
                      <a:cubicBezTo>
                        <a:pt x="14129" y="18488"/>
                        <a:pt x="10361" y="19064"/>
                        <a:pt x="7213" y="18842"/>
                      </a:cubicBezTo>
                      <a:cubicBezTo>
                        <a:pt x="4021" y="18488"/>
                        <a:pt x="1539" y="17557"/>
                        <a:pt x="519" y="15606"/>
                      </a:cubicBezTo>
                      <a:cubicBezTo>
                        <a:pt x="-545" y="13567"/>
                        <a:pt x="32" y="10863"/>
                        <a:pt x="2204" y="8380"/>
                      </a:cubicBezTo>
                      <a:cubicBezTo>
                        <a:pt x="4332" y="5853"/>
                        <a:pt x="7878" y="3282"/>
                        <a:pt x="12178" y="1420"/>
                      </a:cubicBezTo>
                      <a:cubicBezTo>
                        <a:pt x="14350" y="578"/>
                        <a:pt x="16611" y="312"/>
                        <a:pt x="18651" y="90"/>
                      </a:cubicBezTo>
                      <a:cubicBezTo>
                        <a:pt x="20690" y="-87"/>
                        <a:pt x="22596" y="2"/>
                        <a:pt x="24236" y="312"/>
                      </a:cubicBezTo>
                      <a:cubicBezTo>
                        <a:pt x="27517" y="844"/>
                        <a:pt x="29689" y="2396"/>
                        <a:pt x="30221" y="4612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35" name="Forme libre : forme 24334">
                  <a:extLst>
                    <a:ext uri="{FF2B5EF4-FFF2-40B4-BE49-F238E27FC236}">
                      <a16:creationId xmlns:a16="http://schemas.microsoft.com/office/drawing/2014/main" id="{37476F92-C8D0-4218-8EBA-3E69C4360CAF}"/>
                    </a:ext>
                  </a:extLst>
                </p:cNvPr>
                <p:cNvSpPr/>
                <p:nvPr/>
              </p:nvSpPr>
              <p:spPr>
                <a:xfrm>
                  <a:off x="6468295" y="1287770"/>
                  <a:ext cx="23978" cy="12427"/>
                </a:xfrm>
                <a:custGeom>
                  <a:avLst/>
                  <a:gdLst>
                    <a:gd name="connsiteX0" fmla="*/ 4030 w 23978"/>
                    <a:gd name="connsiteY0" fmla="*/ 0 h 12427"/>
                    <a:gd name="connsiteX1" fmla="*/ 439 w 23978"/>
                    <a:gd name="connsiteY1" fmla="*/ 4743 h 12427"/>
                    <a:gd name="connsiteX2" fmla="*/ 528 w 23978"/>
                    <a:gd name="connsiteY2" fmla="*/ 9132 h 12427"/>
                    <a:gd name="connsiteX3" fmla="*/ 7222 w 23978"/>
                    <a:gd name="connsiteY3" fmla="*/ 12368 h 12427"/>
                    <a:gd name="connsiteX4" fmla="*/ 17861 w 23978"/>
                    <a:gd name="connsiteY4" fmla="*/ 10373 h 12427"/>
                    <a:gd name="connsiteX5" fmla="*/ 23979 w 23978"/>
                    <a:gd name="connsiteY5" fmla="*/ 7625 h 12427"/>
                    <a:gd name="connsiteX6" fmla="*/ 20211 w 23978"/>
                    <a:gd name="connsiteY6" fmla="*/ 8113 h 12427"/>
                    <a:gd name="connsiteX7" fmla="*/ 17506 w 23978"/>
                    <a:gd name="connsiteY7" fmla="*/ 7758 h 12427"/>
                    <a:gd name="connsiteX8" fmla="*/ 14980 w 23978"/>
                    <a:gd name="connsiteY8" fmla="*/ 7403 h 12427"/>
                    <a:gd name="connsiteX9" fmla="*/ 10236 w 23978"/>
                    <a:gd name="connsiteY9" fmla="*/ 5940 h 12427"/>
                    <a:gd name="connsiteX10" fmla="*/ 4030 w 23978"/>
                    <a:gd name="connsiteY10" fmla="*/ 0 h 12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978" h="12427">
                      <a:moveTo>
                        <a:pt x="4030" y="0"/>
                      </a:moveTo>
                      <a:cubicBezTo>
                        <a:pt x="2301" y="1552"/>
                        <a:pt x="1060" y="3192"/>
                        <a:pt x="439" y="4743"/>
                      </a:cubicBezTo>
                      <a:cubicBezTo>
                        <a:pt x="-182" y="6295"/>
                        <a:pt x="-137" y="7891"/>
                        <a:pt x="528" y="9132"/>
                      </a:cubicBezTo>
                      <a:cubicBezTo>
                        <a:pt x="1547" y="11083"/>
                        <a:pt x="4030" y="12014"/>
                        <a:pt x="7222" y="12368"/>
                      </a:cubicBezTo>
                      <a:cubicBezTo>
                        <a:pt x="10369" y="12634"/>
                        <a:pt x="14137" y="12014"/>
                        <a:pt x="17861" y="10373"/>
                      </a:cubicBezTo>
                      <a:cubicBezTo>
                        <a:pt x="20122" y="9576"/>
                        <a:pt x="22205" y="8778"/>
                        <a:pt x="23979" y="7625"/>
                      </a:cubicBezTo>
                      <a:cubicBezTo>
                        <a:pt x="22782" y="7935"/>
                        <a:pt x="21496" y="8113"/>
                        <a:pt x="20211" y="8113"/>
                      </a:cubicBezTo>
                      <a:cubicBezTo>
                        <a:pt x="19324" y="8024"/>
                        <a:pt x="18393" y="7935"/>
                        <a:pt x="17506" y="7758"/>
                      </a:cubicBezTo>
                      <a:cubicBezTo>
                        <a:pt x="16664" y="7714"/>
                        <a:pt x="15777" y="7581"/>
                        <a:pt x="14980" y="7403"/>
                      </a:cubicBezTo>
                      <a:cubicBezTo>
                        <a:pt x="13295" y="7093"/>
                        <a:pt x="11699" y="6605"/>
                        <a:pt x="10236" y="5940"/>
                      </a:cubicBezTo>
                      <a:cubicBezTo>
                        <a:pt x="7266" y="4610"/>
                        <a:pt x="4917" y="2616"/>
                        <a:pt x="4030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36" name="Forme libre : forme 24335">
                  <a:extLst>
                    <a:ext uri="{FF2B5EF4-FFF2-40B4-BE49-F238E27FC236}">
                      <a16:creationId xmlns:a16="http://schemas.microsoft.com/office/drawing/2014/main" id="{8EE7622C-54B8-4DAF-BB8F-A84388802047}"/>
                    </a:ext>
                  </a:extLst>
                </p:cNvPr>
                <p:cNvSpPr/>
                <p:nvPr/>
              </p:nvSpPr>
              <p:spPr>
                <a:xfrm>
                  <a:off x="6470535" y="1282530"/>
                  <a:ext cx="30029" cy="18717"/>
                </a:xfrm>
                <a:custGeom>
                  <a:avLst/>
                  <a:gdLst>
                    <a:gd name="connsiteX0" fmla="*/ 29941 w 30029"/>
                    <a:gd name="connsiteY0" fmla="*/ 4840 h 18717"/>
                    <a:gd name="connsiteX1" fmla="*/ 26970 w 30029"/>
                    <a:gd name="connsiteY1" fmla="*/ 11667 h 18717"/>
                    <a:gd name="connsiteX2" fmla="*/ 17617 w 30029"/>
                    <a:gd name="connsiteY2" fmla="*/ 16854 h 18717"/>
                    <a:gd name="connsiteX3" fmla="*/ 12119 w 30029"/>
                    <a:gd name="connsiteY3" fmla="*/ 18406 h 18717"/>
                    <a:gd name="connsiteX4" fmla="*/ 7110 w 30029"/>
                    <a:gd name="connsiteY4" fmla="*/ 18627 h 18717"/>
                    <a:gd name="connsiteX5" fmla="*/ 461 w 30029"/>
                    <a:gd name="connsiteY5" fmla="*/ 15170 h 18717"/>
                    <a:gd name="connsiteX6" fmla="*/ 2234 w 30029"/>
                    <a:gd name="connsiteY6" fmla="*/ 8077 h 18717"/>
                    <a:gd name="connsiteX7" fmla="*/ 6356 w 30029"/>
                    <a:gd name="connsiteY7" fmla="*/ 4353 h 18717"/>
                    <a:gd name="connsiteX8" fmla="*/ 12119 w 30029"/>
                    <a:gd name="connsiteY8" fmla="*/ 1294 h 18717"/>
                    <a:gd name="connsiteX9" fmla="*/ 24044 w 30029"/>
                    <a:gd name="connsiteY9" fmla="*/ 319 h 18717"/>
                    <a:gd name="connsiteX10" fmla="*/ 29941 w 30029"/>
                    <a:gd name="connsiteY10" fmla="*/ 4840 h 18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029" h="18717">
                      <a:moveTo>
                        <a:pt x="29941" y="4840"/>
                      </a:moveTo>
                      <a:cubicBezTo>
                        <a:pt x="30384" y="7013"/>
                        <a:pt x="29143" y="9406"/>
                        <a:pt x="26970" y="11667"/>
                      </a:cubicBezTo>
                      <a:cubicBezTo>
                        <a:pt x="24754" y="13884"/>
                        <a:pt x="21518" y="15746"/>
                        <a:pt x="17617" y="16854"/>
                      </a:cubicBezTo>
                      <a:cubicBezTo>
                        <a:pt x="15666" y="17430"/>
                        <a:pt x="13893" y="18140"/>
                        <a:pt x="12119" y="18406"/>
                      </a:cubicBezTo>
                      <a:cubicBezTo>
                        <a:pt x="10346" y="18716"/>
                        <a:pt x="8662" y="18805"/>
                        <a:pt x="7110" y="18627"/>
                      </a:cubicBezTo>
                      <a:cubicBezTo>
                        <a:pt x="4007" y="18317"/>
                        <a:pt x="1525" y="17209"/>
                        <a:pt x="461" y="15170"/>
                      </a:cubicBezTo>
                      <a:cubicBezTo>
                        <a:pt x="-559" y="13175"/>
                        <a:pt x="150" y="10603"/>
                        <a:pt x="2234" y="8077"/>
                      </a:cubicBezTo>
                      <a:cubicBezTo>
                        <a:pt x="3298" y="6791"/>
                        <a:pt x="4672" y="5550"/>
                        <a:pt x="6356" y="4353"/>
                      </a:cubicBezTo>
                      <a:cubicBezTo>
                        <a:pt x="8041" y="3245"/>
                        <a:pt x="9903" y="1959"/>
                        <a:pt x="12119" y="1294"/>
                      </a:cubicBezTo>
                      <a:cubicBezTo>
                        <a:pt x="16552" y="-36"/>
                        <a:pt x="20853" y="-302"/>
                        <a:pt x="24044" y="319"/>
                      </a:cubicBezTo>
                      <a:cubicBezTo>
                        <a:pt x="27281" y="895"/>
                        <a:pt x="29453" y="2535"/>
                        <a:pt x="29941" y="484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37" name="Forme libre : forme 24336">
                  <a:extLst>
                    <a:ext uri="{FF2B5EF4-FFF2-40B4-BE49-F238E27FC236}">
                      <a16:creationId xmlns:a16="http://schemas.microsoft.com/office/drawing/2014/main" id="{4A973D2B-B076-4332-80D5-F8C93B04F5F1}"/>
                    </a:ext>
                  </a:extLst>
                </p:cNvPr>
                <p:cNvSpPr/>
                <p:nvPr/>
              </p:nvSpPr>
              <p:spPr>
                <a:xfrm>
                  <a:off x="6452428" y="1287686"/>
                  <a:ext cx="43454" cy="24355"/>
                </a:xfrm>
                <a:custGeom>
                  <a:avLst/>
                  <a:gdLst>
                    <a:gd name="connsiteX0" fmla="*/ 5356 w 43454"/>
                    <a:gd name="connsiteY0" fmla="*/ 16930 h 24355"/>
                    <a:gd name="connsiteX1" fmla="*/ 10454 w 43454"/>
                    <a:gd name="connsiteY1" fmla="*/ 22693 h 24355"/>
                    <a:gd name="connsiteX2" fmla="*/ 18345 w 43454"/>
                    <a:gd name="connsiteY2" fmla="*/ 24333 h 24355"/>
                    <a:gd name="connsiteX3" fmla="*/ 22689 w 43454"/>
                    <a:gd name="connsiteY3" fmla="*/ 23757 h 24355"/>
                    <a:gd name="connsiteX4" fmla="*/ 27034 w 43454"/>
                    <a:gd name="connsiteY4" fmla="*/ 22737 h 24355"/>
                    <a:gd name="connsiteX5" fmla="*/ 33994 w 43454"/>
                    <a:gd name="connsiteY5" fmla="*/ 20343 h 24355"/>
                    <a:gd name="connsiteX6" fmla="*/ 37141 w 43454"/>
                    <a:gd name="connsiteY6" fmla="*/ 18481 h 24355"/>
                    <a:gd name="connsiteX7" fmla="*/ 40067 w 43454"/>
                    <a:gd name="connsiteY7" fmla="*/ 16531 h 24355"/>
                    <a:gd name="connsiteX8" fmla="*/ 42550 w 43454"/>
                    <a:gd name="connsiteY8" fmla="*/ 8108 h 24355"/>
                    <a:gd name="connsiteX9" fmla="*/ 36343 w 43454"/>
                    <a:gd name="connsiteY9" fmla="*/ 5847 h 24355"/>
                    <a:gd name="connsiteX10" fmla="*/ 32220 w 43454"/>
                    <a:gd name="connsiteY10" fmla="*/ 5005 h 24355"/>
                    <a:gd name="connsiteX11" fmla="*/ 28275 w 43454"/>
                    <a:gd name="connsiteY11" fmla="*/ 4340 h 24355"/>
                    <a:gd name="connsiteX12" fmla="*/ 20517 w 43454"/>
                    <a:gd name="connsiteY12" fmla="*/ 2389 h 24355"/>
                    <a:gd name="connsiteX13" fmla="*/ 11518 w 43454"/>
                    <a:gd name="connsiteY13" fmla="*/ 40 h 24355"/>
                    <a:gd name="connsiteX14" fmla="*/ 1721 w 43454"/>
                    <a:gd name="connsiteY14" fmla="*/ 3187 h 24355"/>
                    <a:gd name="connsiteX15" fmla="*/ 5356 w 43454"/>
                    <a:gd name="connsiteY15" fmla="*/ 16930 h 24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3454" h="24355">
                      <a:moveTo>
                        <a:pt x="5356" y="16930"/>
                      </a:moveTo>
                      <a:cubicBezTo>
                        <a:pt x="6686" y="19102"/>
                        <a:pt x="8104" y="21274"/>
                        <a:pt x="10454" y="22693"/>
                      </a:cubicBezTo>
                      <a:cubicBezTo>
                        <a:pt x="12671" y="24023"/>
                        <a:pt x="15464" y="24466"/>
                        <a:pt x="18345" y="24333"/>
                      </a:cubicBezTo>
                      <a:cubicBezTo>
                        <a:pt x="19763" y="24289"/>
                        <a:pt x="21226" y="24067"/>
                        <a:pt x="22689" y="23757"/>
                      </a:cubicBezTo>
                      <a:cubicBezTo>
                        <a:pt x="24108" y="23402"/>
                        <a:pt x="25526" y="23003"/>
                        <a:pt x="27034" y="22737"/>
                      </a:cubicBezTo>
                      <a:cubicBezTo>
                        <a:pt x="29428" y="22205"/>
                        <a:pt x="31822" y="21407"/>
                        <a:pt x="33994" y="20343"/>
                      </a:cubicBezTo>
                      <a:cubicBezTo>
                        <a:pt x="35102" y="19811"/>
                        <a:pt x="36122" y="19190"/>
                        <a:pt x="37141" y="18481"/>
                      </a:cubicBezTo>
                      <a:cubicBezTo>
                        <a:pt x="38161" y="17861"/>
                        <a:pt x="39180" y="17284"/>
                        <a:pt x="40067" y="16531"/>
                      </a:cubicBezTo>
                      <a:cubicBezTo>
                        <a:pt x="42727" y="14314"/>
                        <a:pt x="44677" y="10457"/>
                        <a:pt x="42550" y="8108"/>
                      </a:cubicBezTo>
                      <a:cubicBezTo>
                        <a:pt x="41220" y="6645"/>
                        <a:pt x="38693" y="6290"/>
                        <a:pt x="36343" y="5847"/>
                      </a:cubicBezTo>
                      <a:cubicBezTo>
                        <a:pt x="35013" y="5581"/>
                        <a:pt x="33639" y="5315"/>
                        <a:pt x="32220" y="5005"/>
                      </a:cubicBezTo>
                      <a:cubicBezTo>
                        <a:pt x="30891" y="4827"/>
                        <a:pt x="29561" y="4606"/>
                        <a:pt x="28275" y="4340"/>
                      </a:cubicBezTo>
                      <a:cubicBezTo>
                        <a:pt x="25660" y="3852"/>
                        <a:pt x="23044" y="3187"/>
                        <a:pt x="20517" y="2389"/>
                      </a:cubicBezTo>
                      <a:cubicBezTo>
                        <a:pt x="18389" y="1768"/>
                        <a:pt x="14976" y="217"/>
                        <a:pt x="11518" y="40"/>
                      </a:cubicBezTo>
                      <a:cubicBezTo>
                        <a:pt x="8104" y="-182"/>
                        <a:pt x="4381" y="483"/>
                        <a:pt x="1721" y="3187"/>
                      </a:cubicBezTo>
                      <a:cubicBezTo>
                        <a:pt x="-3111" y="8108"/>
                        <a:pt x="3583" y="13915"/>
                        <a:pt x="5356" y="1693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38" name="Forme libre : forme 24337">
                  <a:extLst>
                    <a:ext uri="{FF2B5EF4-FFF2-40B4-BE49-F238E27FC236}">
                      <a16:creationId xmlns:a16="http://schemas.microsoft.com/office/drawing/2014/main" id="{D86D8A05-02B6-4FFF-8966-CDDA6EC06F6F}"/>
                    </a:ext>
                  </a:extLst>
                </p:cNvPr>
                <p:cNvSpPr/>
                <p:nvPr/>
              </p:nvSpPr>
              <p:spPr>
                <a:xfrm>
                  <a:off x="6459315" y="1283294"/>
                  <a:ext cx="10666" cy="12372"/>
                </a:xfrm>
                <a:custGeom>
                  <a:avLst/>
                  <a:gdLst>
                    <a:gd name="connsiteX0" fmla="*/ 65 w 10666"/>
                    <a:gd name="connsiteY0" fmla="*/ 9751 h 12372"/>
                    <a:gd name="connsiteX1" fmla="*/ 243 w 10666"/>
                    <a:gd name="connsiteY1" fmla="*/ 11657 h 12372"/>
                    <a:gd name="connsiteX2" fmla="*/ 2104 w 10666"/>
                    <a:gd name="connsiteY2" fmla="*/ 12323 h 12372"/>
                    <a:gd name="connsiteX3" fmla="*/ 4144 w 10666"/>
                    <a:gd name="connsiteY3" fmla="*/ 11037 h 12372"/>
                    <a:gd name="connsiteX4" fmla="*/ 8488 w 10666"/>
                    <a:gd name="connsiteY4" fmla="*/ 6648 h 12372"/>
                    <a:gd name="connsiteX5" fmla="*/ 9996 w 10666"/>
                    <a:gd name="connsiteY5" fmla="*/ 4831 h 12372"/>
                    <a:gd name="connsiteX6" fmla="*/ 6006 w 10666"/>
                    <a:gd name="connsiteY6" fmla="*/ 841 h 12372"/>
                    <a:gd name="connsiteX7" fmla="*/ 65 w 10666"/>
                    <a:gd name="connsiteY7" fmla="*/ 9751 h 12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66" h="12372">
                      <a:moveTo>
                        <a:pt x="65" y="9751"/>
                      </a:moveTo>
                      <a:cubicBezTo>
                        <a:pt x="-23" y="10461"/>
                        <a:pt x="-68" y="11126"/>
                        <a:pt x="243" y="11657"/>
                      </a:cubicBezTo>
                      <a:cubicBezTo>
                        <a:pt x="553" y="12190"/>
                        <a:pt x="1262" y="12500"/>
                        <a:pt x="2104" y="12323"/>
                      </a:cubicBezTo>
                      <a:cubicBezTo>
                        <a:pt x="2858" y="12145"/>
                        <a:pt x="3567" y="11569"/>
                        <a:pt x="4144" y="11037"/>
                      </a:cubicBezTo>
                      <a:cubicBezTo>
                        <a:pt x="5695" y="9707"/>
                        <a:pt x="7070" y="8067"/>
                        <a:pt x="8488" y="6648"/>
                      </a:cubicBezTo>
                      <a:cubicBezTo>
                        <a:pt x="9064" y="6072"/>
                        <a:pt x="9641" y="5496"/>
                        <a:pt x="9996" y="4831"/>
                      </a:cubicBezTo>
                      <a:cubicBezTo>
                        <a:pt x="11547" y="2171"/>
                        <a:pt x="10483" y="-1730"/>
                        <a:pt x="6006" y="841"/>
                      </a:cubicBezTo>
                      <a:cubicBezTo>
                        <a:pt x="2636" y="2924"/>
                        <a:pt x="553" y="7003"/>
                        <a:pt x="65" y="975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39" name="Forme libre : forme 24338">
                  <a:extLst>
                    <a:ext uri="{FF2B5EF4-FFF2-40B4-BE49-F238E27FC236}">
                      <a16:creationId xmlns:a16="http://schemas.microsoft.com/office/drawing/2014/main" id="{995FC8F1-4BE1-4A22-BD36-0ED28B8938FB}"/>
                    </a:ext>
                  </a:extLst>
                </p:cNvPr>
                <p:cNvSpPr/>
                <p:nvPr/>
              </p:nvSpPr>
              <p:spPr>
                <a:xfrm>
                  <a:off x="6497239" y="1287149"/>
                  <a:ext cx="13891" cy="19860"/>
                </a:xfrm>
                <a:custGeom>
                  <a:avLst/>
                  <a:gdLst>
                    <a:gd name="connsiteX0" fmla="*/ 13787 w 13891"/>
                    <a:gd name="connsiteY0" fmla="*/ 0 h 19860"/>
                    <a:gd name="connsiteX1" fmla="*/ 12812 w 13891"/>
                    <a:gd name="connsiteY1" fmla="*/ 7093 h 19860"/>
                    <a:gd name="connsiteX2" fmla="*/ 8645 w 13891"/>
                    <a:gd name="connsiteY2" fmla="*/ 13344 h 19860"/>
                    <a:gd name="connsiteX3" fmla="*/ 4921 w 13891"/>
                    <a:gd name="connsiteY3" fmla="*/ 16491 h 19860"/>
                    <a:gd name="connsiteX4" fmla="*/ 0 w 13891"/>
                    <a:gd name="connsiteY4" fmla="*/ 19860 h 19860"/>
                    <a:gd name="connsiteX5" fmla="*/ 1817 w 13891"/>
                    <a:gd name="connsiteY5" fmla="*/ 18530 h 19860"/>
                    <a:gd name="connsiteX6" fmla="*/ 5940 w 13891"/>
                    <a:gd name="connsiteY6" fmla="*/ 14541 h 19860"/>
                    <a:gd name="connsiteX7" fmla="*/ 13787 w 13891"/>
                    <a:gd name="connsiteY7" fmla="*/ 0 h 19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891" h="19860">
                      <a:moveTo>
                        <a:pt x="13787" y="0"/>
                      </a:moveTo>
                      <a:cubicBezTo>
                        <a:pt x="13787" y="0"/>
                        <a:pt x="14363" y="3103"/>
                        <a:pt x="12812" y="7093"/>
                      </a:cubicBezTo>
                      <a:cubicBezTo>
                        <a:pt x="12014" y="9088"/>
                        <a:pt x="10728" y="11260"/>
                        <a:pt x="8645" y="13344"/>
                      </a:cubicBezTo>
                      <a:cubicBezTo>
                        <a:pt x="7625" y="14452"/>
                        <a:pt x="6295" y="15250"/>
                        <a:pt x="4921" y="16491"/>
                      </a:cubicBezTo>
                      <a:cubicBezTo>
                        <a:pt x="3502" y="17644"/>
                        <a:pt x="1906" y="18796"/>
                        <a:pt x="0" y="19860"/>
                      </a:cubicBezTo>
                      <a:cubicBezTo>
                        <a:pt x="0" y="19860"/>
                        <a:pt x="709" y="19417"/>
                        <a:pt x="1817" y="18530"/>
                      </a:cubicBezTo>
                      <a:cubicBezTo>
                        <a:pt x="2926" y="17644"/>
                        <a:pt x="4344" y="16225"/>
                        <a:pt x="5940" y="14541"/>
                      </a:cubicBezTo>
                      <a:cubicBezTo>
                        <a:pt x="9132" y="11482"/>
                        <a:pt x="12812" y="6650"/>
                        <a:pt x="1378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40" name="Forme libre : forme 24339">
                  <a:extLst>
                    <a:ext uri="{FF2B5EF4-FFF2-40B4-BE49-F238E27FC236}">
                      <a16:creationId xmlns:a16="http://schemas.microsoft.com/office/drawing/2014/main" id="{35BB4C1F-8BED-43B1-A941-E5862EDA73B0}"/>
                    </a:ext>
                  </a:extLst>
                </p:cNvPr>
                <p:cNvSpPr/>
                <p:nvPr/>
              </p:nvSpPr>
              <p:spPr>
                <a:xfrm>
                  <a:off x="6444839" y="1278150"/>
                  <a:ext cx="13699" cy="26465"/>
                </a:xfrm>
                <a:custGeom>
                  <a:avLst/>
                  <a:gdLst>
                    <a:gd name="connsiteX0" fmla="*/ 13699 w 13699"/>
                    <a:gd name="connsiteY0" fmla="*/ 0 h 26465"/>
                    <a:gd name="connsiteX1" fmla="*/ 4611 w 13699"/>
                    <a:gd name="connsiteY1" fmla="*/ 7935 h 26465"/>
                    <a:gd name="connsiteX2" fmla="*/ 311 w 13699"/>
                    <a:gd name="connsiteY2" fmla="*/ 16580 h 26465"/>
                    <a:gd name="connsiteX3" fmla="*/ 1818 w 13699"/>
                    <a:gd name="connsiteY3" fmla="*/ 26466 h 26465"/>
                    <a:gd name="connsiteX4" fmla="*/ 1331 w 13699"/>
                    <a:gd name="connsiteY4" fmla="*/ 18176 h 26465"/>
                    <a:gd name="connsiteX5" fmla="*/ 4478 w 13699"/>
                    <a:gd name="connsiteY5" fmla="*/ 9487 h 26465"/>
                    <a:gd name="connsiteX6" fmla="*/ 13699 w 13699"/>
                    <a:gd name="connsiteY6" fmla="*/ 0 h 26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699" h="26465">
                      <a:moveTo>
                        <a:pt x="13699" y="0"/>
                      </a:moveTo>
                      <a:cubicBezTo>
                        <a:pt x="13699" y="0"/>
                        <a:pt x="8690" y="3103"/>
                        <a:pt x="4611" y="7935"/>
                      </a:cubicBezTo>
                      <a:cubicBezTo>
                        <a:pt x="2484" y="10240"/>
                        <a:pt x="932" y="13388"/>
                        <a:pt x="311" y="16580"/>
                      </a:cubicBezTo>
                      <a:cubicBezTo>
                        <a:pt x="-354" y="19816"/>
                        <a:pt x="1" y="23141"/>
                        <a:pt x="1818" y="26466"/>
                      </a:cubicBezTo>
                      <a:cubicBezTo>
                        <a:pt x="1818" y="26466"/>
                        <a:pt x="577" y="23274"/>
                        <a:pt x="1331" y="18176"/>
                      </a:cubicBezTo>
                      <a:cubicBezTo>
                        <a:pt x="1774" y="15737"/>
                        <a:pt x="2395" y="12457"/>
                        <a:pt x="4478" y="9487"/>
                      </a:cubicBezTo>
                      <a:cubicBezTo>
                        <a:pt x="6473" y="6517"/>
                        <a:pt x="9444" y="3236"/>
                        <a:pt x="136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41" name="Forme libre : forme 24340">
                  <a:extLst>
                    <a:ext uri="{FF2B5EF4-FFF2-40B4-BE49-F238E27FC236}">
                      <a16:creationId xmlns:a16="http://schemas.microsoft.com/office/drawing/2014/main" id="{2A0BCDE6-E4DF-41EA-8BE2-0F194DCA180D}"/>
                    </a:ext>
                  </a:extLst>
                </p:cNvPr>
                <p:cNvSpPr/>
                <p:nvPr/>
              </p:nvSpPr>
              <p:spPr>
                <a:xfrm>
                  <a:off x="6479011" y="1283264"/>
                  <a:ext cx="12313" cy="5446"/>
                </a:xfrm>
                <a:custGeom>
                  <a:avLst/>
                  <a:gdLst>
                    <a:gd name="connsiteX0" fmla="*/ 12287 w 12313"/>
                    <a:gd name="connsiteY0" fmla="*/ 2422 h 5446"/>
                    <a:gd name="connsiteX1" fmla="*/ 5771 w 12313"/>
                    <a:gd name="connsiteY1" fmla="*/ 5437 h 5446"/>
                    <a:gd name="connsiteX2" fmla="*/ 1604 w 12313"/>
                    <a:gd name="connsiteY2" fmla="*/ 5171 h 5446"/>
                    <a:gd name="connsiteX3" fmla="*/ 8 w 12313"/>
                    <a:gd name="connsiteY3" fmla="*/ 3486 h 5446"/>
                    <a:gd name="connsiteX4" fmla="*/ 6569 w 12313"/>
                    <a:gd name="connsiteY4" fmla="*/ 28 h 5446"/>
                    <a:gd name="connsiteX5" fmla="*/ 12287 w 12313"/>
                    <a:gd name="connsiteY5" fmla="*/ 2422 h 5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313" h="5446">
                      <a:moveTo>
                        <a:pt x="12287" y="2422"/>
                      </a:moveTo>
                      <a:cubicBezTo>
                        <a:pt x="12021" y="3929"/>
                        <a:pt x="9140" y="5259"/>
                        <a:pt x="5771" y="5437"/>
                      </a:cubicBezTo>
                      <a:cubicBezTo>
                        <a:pt x="4042" y="5437"/>
                        <a:pt x="2668" y="5525"/>
                        <a:pt x="1604" y="5171"/>
                      </a:cubicBezTo>
                      <a:cubicBezTo>
                        <a:pt x="584" y="4860"/>
                        <a:pt x="-81" y="4240"/>
                        <a:pt x="8" y="3486"/>
                      </a:cubicBezTo>
                      <a:cubicBezTo>
                        <a:pt x="141" y="1890"/>
                        <a:pt x="3022" y="73"/>
                        <a:pt x="6569" y="28"/>
                      </a:cubicBezTo>
                      <a:cubicBezTo>
                        <a:pt x="10071" y="-193"/>
                        <a:pt x="12598" y="915"/>
                        <a:pt x="12287" y="242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42" name="Forme libre : forme 24341">
                  <a:extLst>
                    <a:ext uri="{FF2B5EF4-FFF2-40B4-BE49-F238E27FC236}">
                      <a16:creationId xmlns:a16="http://schemas.microsoft.com/office/drawing/2014/main" id="{10A9EE35-9B33-4101-A7A7-51AF5CDFB736}"/>
                    </a:ext>
                  </a:extLst>
                </p:cNvPr>
                <p:cNvSpPr/>
                <p:nvPr/>
              </p:nvSpPr>
              <p:spPr>
                <a:xfrm>
                  <a:off x="6489538" y="1283773"/>
                  <a:ext cx="3300" cy="2452"/>
                </a:xfrm>
                <a:custGeom>
                  <a:avLst/>
                  <a:gdLst>
                    <a:gd name="connsiteX0" fmla="*/ 3268 w 3300"/>
                    <a:gd name="connsiteY0" fmla="*/ 761 h 2452"/>
                    <a:gd name="connsiteX1" fmla="*/ 1982 w 3300"/>
                    <a:gd name="connsiteY1" fmla="*/ 2357 h 2452"/>
                    <a:gd name="connsiteX2" fmla="*/ 32 w 3300"/>
                    <a:gd name="connsiteY2" fmla="*/ 1692 h 2452"/>
                    <a:gd name="connsiteX3" fmla="*/ 1318 w 3300"/>
                    <a:gd name="connsiteY3" fmla="*/ 96 h 2452"/>
                    <a:gd name="connsiteX4" fmla="*/ 3268 w 3300"/>
                    <a:gd name="connsiteY4" fmla="*/ 761 h 2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00" h="2452">
                      <a:moveTo>
                        <a:pt x="3268" y="761"/>
                      </a:moveTo>
                      <a:cubicBezTo>
                        <a:pt x="3445" y="1381"/>
                        <a:pt x="2869" y="2091"/>
                        <a:pt x="1982" y="2357"/>
                      </a:cubicBezTo>
                      <a:cubicBezTo>
                        <a:pt x="1096" y="2623"/>
                        <a:pt x="209" y="2312"/>
                        <a:pt x="32" y="1692"/>
                      </a:cubicBezTo>
                      <a:cubicBezTo>
                        <a:pt x="-145" y="1071"/>
                        <a:pt x="431" y="362"/>
                        <a:pt x="1318" y="96"/>
                      </a:cubicBezTo>
                      <a:cubicBezTo>
                        <a:pt x="2204" y="-170"/>
                        <a:pt x="3091" y="140"/>
                        <a:pt x="3268" y="7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43" name="Forme libre : forme 24342">
                  <a:extLst>
                    <a:ext uri="{FF2B5EF4-FFF2-40B4-BE49-F238E27FC236}">
                      <a16:creationId xmlns:a16="http://schemas.microsoft.com/office/drawing/2014/main" id="{39C22404-59B6-460D-B1F5-BA324E6EDA13}"/>
                    </a:ext>
                  </a:extLst>
                </p:cNvPr>
                <p:cNvSpPr/>
                <p:nvPr/>
              </p:nvSpPr>
              <p:spPr>
                <a:xfrm>
                  <a:off x="6474365" y="1268539"/>
                  <a:ext cx="32984" cy="17878"/>
                </a:xfrm>
                <a:custGeom>
                  <a:avLst/>
                  <a:gdLst>
                    <a:gd name="connsiteX0" fmla="*/ 28770 w 32984"/>
                    <a:gd name="connsiteY0" fmla="*/ 4380 h 17878"/>
                    <a:gd name="connsiteX1" fmla="*/ 32937 w 32984"/>
                    <a:gd name="connsiteY1" fmla="*/ 14266 h 17878"/>
                    <a:gd name="connsiteX2" fmla="*/ 31164 w 32984"/>
                    <a:gd name="connsiteY2" fmla="*/ 17768 h 17878"/>
                    <a:gd name="connsiteX3" fmla="*/ 27262 w 32984"/>
                    <a:gd name="connsiteY3" fmla="*/ 16305 h 17878"/>
                    <a:gd name="connsiteX4" fmla="*/ 17731 w 32984"/>
                    <a:gd name="connsiteY4" fmla="*/ 8769 h 17878"/>
                    <a:gd name="connsiteX5" fmla="*/ 7180 w 32984"/>
                    <a:gd name="connsiteY5" fmla="*/ 8636 h 17878"/>
                    <a:gd name="connsiteX6" fmla="*/ 1728 w 32984"/>
                    <a:gd name="connsiteY6" fmla="*/ 8414 h 17878"/>
                    <a:gd name="connsiteX7" fmla="*/ 132 w 32984"/>
                    <a:gd name="connsiteY7" fmla="*/ 6508 h 17878"/>
                    <a:gd name="connsiteX8" fmla="*/ 3324 w 32984"/>
                    <a:gd name="connsiteY8" fmla="*/ 3405 h 17878"/>
                    <a:gd name="connsiteX9" fmla="*/ 9042 w 32984"/>
                    <a:gd name="connsiteY9" fmla="*/ 1410 h 17878"/>
                    <a:gd name="connsiteX10" fmla="*/ 19726 w 32984"/>
                    <a:gd name="connsiteY10" fmla="*/ 36 h 17878"/>
                    <a:gd name="connsiteX11" fmla="*/ 28770 w 32984"/>
                    <a:gd name="connsiteY11" fmla="*/ 4380 h 178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2984" h="17878">
                      <a:moveTo>
                        <a:pt x="28770" y="4380"/>
                      </a:moveTo>
                      <a:cubicBezTo>
                        <a:pt x="31474" y="7217"/>
                        <a:pt x="32493" y="10719"/>
                        <a:pt x="32937" y="14266"/>
                      </a:cubicBezTo>
                      <a:cubicBezTo>
                        <a:pt x="33114" y="15552"/>
                        <a:pt x="32848" y="17280"/>
                        <a:pt x="31164" y="17768"/>
                      </a:cubicBezTo>
                      <a:cubicBezTo>
                        <a:pt x="29612" y="18211"/>
                        <a:pt x="28193" y="17236"/>
                        <a:pt x="27262" y="16305"/>
                      </a:cubicBezTo>
                      <a:cubicBezTo>
                        <a:pt x="24425" y="13335"/>
                        <a:pt x="22386" y="9833"/>
                        <a:pt x="17731" y="8769"/>
                      </a:cubicBezTo>
                      <a:cubicBezTo>
                        <a:pt x="16268" y="8414"/>
                        <a:pt x="11481" y="8725"/>
                        <a:pt x="7180" y="8636"/>
                      </a:cubicBezTo>
                      <a:cubicBezTo>
                        <a:pt x="5008" y="8503"/>
                        <a:pt x="3058" y="8636"/>
                        <a:pt x="1728" y="8414"/>
                      </a:cubicBezTo>
                      <a:cubicBezTo>
                        <a:pt x="398" y="8193"/>
                        <a:pt x="-311" y="7616"/>
                        <a:pt x="132" y="6508"/>
                      </a:cubicBezTo>
                      <a:cubicBezTo>
                        <a:pt x="575" y="5400"/>
                        <a:pt x="1728" y="4291"/>
                        <a:pt x="3324" y="3405"/>
                      </a:cubicBezTo>
                      <a:cubicBezTo>
                        <a:pt x="4920" y="2607"/>
                        <a:pt x="6959" y="1942"/>
                        <a:pt x="9042" y="1410"/>
                      </a:cubicBezTo>
                      <a:cubicBezTo>
                        <a:pt x="13210" y="346"/>
                        <a:pt x="17643" y="-142"/>
                        <a:pt x="19726" y="36"/>
                      </a:cubicBezTo>
                      <a:cubicBezTo>
                        <a:pt x="23583" y="435"/>
                        <a:pt x="26730" y="2341"/>
                        <a:pt x="28770" y="438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86" name="Graphique 2">
                <a:extLst>
                  <a:ext uri="{FF2B5EF4-FFF2-40B4-BE49-F238E27FC236}">
                    <a16:creationId xmlns:a16="http://schemas.microsoft.com/office/drawing/2014/main" id="{920350A5-E373-4498-85E6-DB54E5FC11B3}"/>
                  </a:ext>
                </a:extLst>
              </p:cNvPr>
              <p:cNvGrpSpPr/>
              <p:nvPr/>
            </p:nvGrpSpPr>
            <p:grpSpPr>
              <a:xfrm>
                <a:off x="6511788" y="1259132"/>
                <a:ext cx="73279" cy="47865"/>
                <a:chOff x="6511788" y="1259132"/>
                <a:chExt cx="73279" cy="47865"/>
              </a:xfrm>
              <a:solidFill>
                <a:schemeClr val="accent1"/>
              </a:solidFill>
            </p:grpSpPr>
            <p:sp>
              <p:nvSpPr>
                <p:cNvPr id="24320" name="Forme libre : forme 24319">
                  <a:extLst>
                    <a:ext uri="{FF2B5EF4-FFF2-40B4-BE49-F238E27FC236}">
                      <a16:creationId xmlns:a16="http://schemas.microsoft.com/office/drawing/2014/main" id="{C6A0A7D8-6C87-4412-874B-A93DE1E21AFC}"/>
                    </a:ext>
                  </a:extLst>
                </p:cNvPr>
                <p:cNvSpPr/>
                <p:nvPr/>
              </p:nvSpPr>
              <p:spPr>
                <a:xfrm>
                  <a:off x="6511788" y="1259132"/>
                  <a:ext cx="73279" cy="47770"/>
                </a:xfrm>
                <a:custGeom>
                  <a:avLst/>
                  <a:gdLst>
                    <a:gd name="connsiteX0" fmla="*/ 43569 w 73279"/>
                    <a:gd name="connsiteY0" fmla="*/ 47079 h 47770"/>
                    <a:gd name="connsiteX1" fmla="*/ 33240 w 73279"/>
                    <a:gd name="connsiteY1" fmla="*/ 45218 h 47770"/>
                    <a:gd name="connsiteX2" fmla="*/ 22468 w 73279"/>
                    <a:gd name="connsiteY2" fmla="*/ 44331 h 47770"/>
                    <a:gd name="connsiteX3" fmla="*/ 15020 w 73279"/>
                    <a:gd name="connsiteY3" fmla="*/ 43267 h 47770"/>
                    <a:gd name="connsiteX4" fmla="*/ 8592 w 73279"/>
                    <a:gd name="connsiteY4" fmla="*/ 40031 h 47770"/>
                    <a:gd name="connsiteX5" fmla="*/ 3849 w 73279"/>
                    <a:gd name="connsiteY5" fmla="*/ 35287 h 47770"/>
                    <a:gd name="connsiteX6" fmla="*/ 1544 w 73279"/>
                    <a:gd name="connsiteY6" fmla="*/ 29391 h 47770"/>
                    <a:gd name="connsiteX7" fmla="*/ 81 w 73279"/>
                    <a:gd name="connsiteY7" fmla="*/ 17378 h 47770"/>
                    <a:gd name="connsiteX8" fmla="*/ 1189 w 73279"/>
                    <a:gd name="connsiteY8" fmla="*/ 10950 h 47770"/>
                    <a:gd name="connsiteX9" fmla="*/ 5888 w 73279"/>
                    <a:gd name="connsiteY9" fmla="*/ 5453 h 47770"/>
                    <a:gd name="connsiteX10" fmla="*/ 13557 w 73279"/>
                    <a:gd name="connsiteY10" fmla="*/ 1640 h 47770"/>
                    <a:gd name="connsiteX11" fmla="*/ 23310 w 73279"/>
                    <a:gd name="connsiteY11" fmla="*/ 0 h 47770"/>
                    <a:gd name="connsiteX12" fmla="*/ 38515 w 73279"/>
                    <a:gd name="connsiteY12" fmla="*/ 975 h 47770"/>
                    <a:gd name="connsiteX13" fmla="*/ 53810 w 73279"/>
                    <a:gd name="connsiteY13" fmla="*/ 3502 h 47770"/>
                    <a:gd name="connsiteX14" fmla="*/ 63474 w 73279"/>
                    <a:gd name="connsiteY14" fmla="*/ 7448 h 47770"/>
                    <a:gd name="connsiteX15" fmla="*/ 70168 w 73279"/>
                    <a:gd name="connsiteY15" fmla="*/ 13565 h 47770"/>
                    <a:gd name="connsiteX16" fmla="*/ 73138 w 73279"/>
                    <a:gd name="connsiteY16" fmla="*/ 20481 h 47770"/>
                    <a:gd name="connsiteX17" fmla="*/ 72207 w 73279"/>
                    <a:gd name="connsiteY17" fmla="*/ 26998 h 47770"/>
                    <a:gd name="connsiteX18" fmla="*/ 66843 w 73279"/>
                    <a:gd name="connsiteY18" fmla="*/ 38169 h 47770"/>
                    <a:gd name="connsiteX19" fmla="*/ 62720 w 73279"/>
                    <a:gd name="connsiteY19" fmla="*/ 43223 h 47770"/>
                    <a:gd name="connsiteX20" fmla="*/ 57002 w 73279"/>
                    <a:gd name="connsiteY20" fmla="*/ 46326 h 47770"/>
                    <a:gd name="connsiteX21" fmla="*/ 50485 w 73279"/>
                    <a:gd name="connsiteY21" fmla="*/ 47611 h 47770"/>
                    <a:gd name="connsiteX22" fmla="*/ 43569 w 73279"/>
                    <a:gd name="connsiteY22" fmla="*/ 47079 h 47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3279" h="47770">
                      <a:moveTo>
                        <a:pt x="43569" y="47079"/>
                      </a:moveTo>
                      <a:cubicBezTo>
                        <a:pt x="40156" y="46415"/>
                        <a:pt x="36787" y="45572"/>
                        <a:pt x="33240" y="45218"/>
                      </a:cubicBezTo>
                      <a:cubicBezTo>
                        <a:pt x="29782" y="44597"/>
                        <a:pt x="26103" y="44597"/>
                        <a:pt x="22468" y="44331"/>
                      </a:cubicBezTo>
                      <a:cubicBezTo>
                        <a:pt x="19897" y="44331"/>
                        <a:pt x="17325" y="44065"/>
                        <a:pt x="15020" y="43267"/>
                      </a:cubicBezTo>
                      <a:cubicBezTo>
                        <a:pt x="12671" y="42513"/>
                        <a:pt x="10498" y="41405"/>
                        <a:pt x="8592" y="40031"/>
                      </a:cubicBezTo>
                      <a:cubicBezTo>
                        <a:pt x="6686" y="38657"/>
                        <a:pt x="5046" y="36928"/>
                        <a:pt x="3849" y="35287"/>
                      </a:cubicBezTo>
                      <a:cubicBezTo>
                        <a:pt x="2607" y="33559"/>
                        <a:pt x="1809" y="31564"/>
                        <a:pt x="1544" y="29391"/>
                      </a:cubicBezTo>
                      <a:lnTo>
                        <a:pt x="81" y="17378"/>
                      </a:lnTo>
                      <a:cubicBezTo>
                        <a:pt x="-185" y="15205"/>
                        <a:pt x="214" y="13033"/>
                        <a:pt x="1189" y="10950"/>
                      </a:cubicBezTo>
                      <a:cubicBezTo>
                        <a:pt x="2208" y="8778"/>
                        <a:pt x="3804" y="7004"/>
                        <a:pt x="5888" y="5453"/>
                      </a:cubicBezTo>
                      <a:cubicBezTo>
                        <a:pt x="7972" y="3901"/>
                        <a:pt x="10587" y="2616"/>
                        <a:pt x="13557" y="1640"/>
                      </a:cubicBezTo>
                      <a:cubicBezTo>
                        <a:pt x="16527" y="709"/>
                        <a:pt x="19808" y="44"/>
                        <a:pt x="23310" y="0"/>
                      </a:cubicBezTo>
                      <a:cubicBezTo>
                        <a:pt x="28364" y="222"/>
                        <a:pt x="33373" y="266"/>
                        <a:pt x="38515" y="975"/>
                      </a:cubicBezTo>
                      <a:cubicBezTo>
                        <a:pt x="43614" y="1419"/>
                        <a:pt x="48712" y="2483"/>
                        <a:pt x="53810" y="3502"/>
                      </a:cubicBezTo>
                      <a:cubicBezTo>
                        <a:pt x="57356" y="4389"/>
                        <a:pt x="60681" y="5807"/>
                        <a:pt x="63474" y="7448"/>
                      </a:cubicBezTo>
                      <a:cubicBezTo>
                        <a:pt x="66222" y="9265"/>
                        <a:pt x="68528" y="11393"/>
                        <a:pt x="70168" y="13565"/>
                      </a:cubicBezTo>
                      <a:cubicBezTo>
                        <a:pt x="71852" y="15737"/>
                        <a:pt x="72783" y="18220"/>
                        <a:pt x="73138" y="20481"/>
                      </a:cubicBezTo>
                      <a:cubicBezTo>
                        <a:pt x="73493" y="22786"/>
                        <a:pt x="73182" y="25003"/>
                        <a:pt x="72207" y="26998"/>
                      </a:cubicBezTo>
                      <a:lnTo>
                        <a:pt x="66843" y="38169"/>
                      </a:lnTo>
                      <a:cubicBezTo>
                        <a:pt x="65868" y="40208"/>
                        <a:pt x="64405" y="41893"/>
                        <a:pt x="62720" y="43223"/>
                      </a:cubicBezTo>
                      <a:cubicBezTo>
                        <a:pt x="60991" y="44597"/>
                        <a:pt x="59085" y="45528"/>
                        <a:pt x="57002" y="46326"/>
                      </a:cubicBezTo>
                      <a:cubicBezTo>
                        <a:pt x="54874" y="47124"/>
                        <a:pt x="52701" y="47567"/>
                        <a:pt x="50485" y="47611"/>
                      </a:cubicBezTo>
                      <a:cubicBezTo>
                        <a:pt x="48179" y="47966"/>
                        <a:pt x="45874" y="47700"/>
                        <a:pt x="43569" y="47079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21" name="Forme libre : forme 24320">
                  <a:extLst>
                    <a:ext uri="{FF2B5EF4-FFF2-40B4-BE49-F238E27FC236}">
                      <a16:creationId xmlns:a16="http://schemas.microsoft.com/office/drawing/2014/main" id="{1DC512B2-9714-402A-96CE-20110F7A8F7E}"/>
                    </a:ext>
                  </a:extLst>
                </p:cNvPr>
                <p:cNvSpPr/>
                <p:nvPr/>
              </p:nvSpPr>
              <p:spPr>
                <a:xfrm>
                  <a:off x="6512666" y="1283381"/>
                  <a:ext cx="66097" cy="23616"/>
                </a:xfrm>
                <a:custGeom>
                  <a:avLst/>
                  <a:gdLst>
                    <a:gd name="connsiteX0" fmla="*/ 26200 w 66097"/>
                    <a:gd name="connsiteY0" fmla="*/ 5763 h 23616"/>
                    <a:gd name="connsiteX1" fmla="*/ 11836 w 66097"/>
                    <a:gd name="connsiteY1" fmla="*/ 5541 h 23616"/>
                    <a:gd name="connsiteX2" fmla="*/ 0 w 66097"/>
                    <a:gd name="connsiteY2" fmla="*/ 0 h 23616"/>
                    <a:gd name="connsiteX3" fmla="*/ 621 w 66097"/>
                    <a:gd name="connsiteY3" fmla="*/ 5187 h 23616"/>
                    <a:gd name="connsiteX4" fmla="*/ 2926 w 66097"/>
                    <a:gd name="connsiteY4" fmla="*/ 11083 h 23616"/>
                    <a:gd name="connsiteX5" fmla="*/ 7669 w 66097"/>
                    <a:gd name="connsiteY5" fmla="*/ 15826 h 23616"/>
                    <a:gd name="connsiteX6" fmla="*/ 14097 w 66097"/>
                    <a:gd name="connsiteY6" fmla="*/ 19062 h 23616"/>
                    <a:gd name="connsiteX7" fmla="*/ 21545 w 66097"/>
                    <a:gd name="connsiteY7" fmla="*/ 20126 h 23616"/>
                    <a:gd name="connsiteX8" fmla="*/ 32317 w 66097"/>
                    <a:gd name="connsiteY8" fmla="*/ 21013 h 23616"/>
                    <a:gd name="connsiteX9" fmla="*/ 42646 w 66097"/>
                    <a:gd name="connsiteY9" fmla="*/ 22875 h 23616"/>
                    <a:gd name="connsiteX10" fmla="*/ 49562 w 66097"/>
                    <a:gd name="connsiteY10" fmla="*/ 23540 h 23616"/>
                    <a:gd name="connsiteX11" fmla="*/ 56079 w 66097"/>
                    <a:gd name="connsiteY11" fmla="*/ 22254 h 23616"/>
                    <a:gd name="connsiteX12" fmla="*/ 61797 w 66097"/>
                    <a:gd name="connsiteY12" fmla="*/ 19151 h 23616"/>
                    <a:gd name="connsiteX13" fmla="*/ 65920 w 66097"/>
                    <a:gd name="connsiteY13" fmla="*/ 14097 h 23616"/>
                    <a:gd name="connsiteX14" fmla="*/ 66098 w 66097"/>
                    <a:gd name="connsiteY14" fmla="*/ 13743 h 23616"/>
                    <a:gd name="connsiteX15" fmla="*/ 61265 w 66097"/>
                    <a:gd name="connsiteY15" fmla="*/ 11748 h 23616"/>
                    <a:gd name="connsiteX16" fmla="*/ 56389 w 66097"/>
                    <a:gd name="connsiteY16" fmla="*/ 10019 h 23616"/>
                    <a:gd name="connsiteX17" fmla="*/ 46592 w 66097"/>
                    <a:gd name="connsiteY17" fmla="*/ 7004 h 23616"/>
                    <a:gd name="connsiteX18" fmla="*/ 36484 w 66097"/>
                    <a:gd name="connsiteY18" fmla="*/ 5453 h 23616"/>
                    <a:gd name="connsiteX19" fmla="*/ 26200 w 66097"/>
                    <a:gd name="connsiteY19" fmla="*/ 5763 h 23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097" h="23616">
                      <a:moveTo>
                        <a:pt x="26200" y="5763"/>
                      </a:moveTo>
                      <a:cubicBezTo>
                        <a:pt x="21323" y="6295"/>
                        <a:pt x="16358" y="6561"/>
                        <a:pt x="11836" y="5541"/>
                      </a:cubicBezTo>
                      <a:cubicBezTo>
                        <a:pt x="7315" y="4610"/>
                        <a:pt x="3148" y="2394"/>
                        <a:pt x="0" y="0"/>
                      </a:cubicBezTo>
                      <a:lnTo>
                        <a:pt x="621" y="5187"/>
                      </a:lnTo>
                      <a:cubicBezTo>
                        <a:pt x="887" y="7359"/>
                        <a:pt x="1729" y="9354"/>
                        <a:pt x="2926" y="11083"/>
                      </a:cubicBezTo>
                      <a:cubicBezTo>
                        <a:pt x="4123" y="12723"/>
                        <a:pt x="5763" y="14452"/>
                        <a:pt x="7669" y="15826"/>
                      </a:cubicBezTo>
                      <a:cubicBezTo>
                        <a:pt x="9576" y="17200"/>
                        <a:pt x="11748" y="18309"/>
                        <a:pt x="14097" y="19062"/>
                      </a:cubicBezTo>
                      <a:cubicBezTo>
                        <a:pt x="16447" y="19816"/>
                        <a:pt x="18974" y="20082"/>
                        <a:pt x="21545" y="20126"/>
                      </a:cubicBezTo>
                      <a:cubicBezTo>
                        <a:pt x="25136" y="20392"/>
                        <a:pt x="28815" y="20392"/>
                        <a:pt x="32317" y="21013"/>
                      </a:cubicBezTo>
                      <a:cubicBezTo>
                        <a:pt x="35864" y="21368"/>
                        <a:pt x="39233" y="22165"/>
                        <a:pt x="42646" y="22875"/>
                      </a:cubicBezTo>
                      <a:cubicBezTo>
                        <a:pt x="44996" y="23495"/>
                        <a:pt x="47257" y="23761"/>
                        <a:pt x="49562" y="23540"/>
                      </a:cubicBezTo>
                      <a:cubicBezTo>
                        <a:pt x="51779" y="23495"/>
                        <a:pt x="53995" y="23052"/>
                        <a:pt x="56079" y="22254"/>
                      </a:cubicBezTo>
                      <a:cubicBezTo>
                        <a:pt x="58207" y="21412"/>
                        <a:pt x="60113" y="20525"/>
                        <a:pt x="61797" y="19151"/>
                      </a:cubicBezTo>
                      <a:cubicBezTo>
                        <a:pt x="63482" y="17777"/>
                        <a:pt x="64945" y="16092"/>
                        <a:pt x="65920" y="14097"/>
                      </a:cubicBezTo>
                      <a:lnTo>
                        <a:pt x="66098" y="13743"/>
                      </a:lnTo>
                      <a:cubicBezTo>
                        <a:pt x="64457" y="13078"/>
                        <a:pt x="62861" y="12413"/>
                        <a:pt x="61265" y="11748"/>
                      </a:cubicBezTo>
                      <a:cubicBezTo>
                        <a:pt x="59625" y="11171"/>
                        <a:pt x="58029" y="10595"/>
                        <a:pt x="56389" y="10019"/>
                      </a:cubicBezTo>
                      <a:cubicBezTo>
                        <a:pt x="53197" y="8733"/>
                        <a:pt x="49872" y="7980"/>
                        <a:pt x="46592" y="7004"/>
                      </a:cubicBezTo>
                      <a:cubicBezTo>
                        <a:pt x="43223" y="6428"/>
                        <a:pt x="39942" y="5541"/>
                        <a:pt x="36484" y="5453"/>
                      </a:cubicBezTo>
                      <a:cubicBezTo>
                        <a:pt x="33115" y="5187"/>
                        <a:pt x="29702" y="5098"/>
                        <a:pt x="26200" y="5763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22" name="Forme libre : forme 24321">
                  <a:extLst>
                    <a:ext uri="{FF2B5EF4-FFF2-40B4-BE49-F238E27FC236}">
                      <a16:creationId xmlns:a16="http://schemas.microsoft.com/office/drawing/2014/main" id="{AFFA0544-7619-4E82-96BC-5E2ABFA8345B}"/>
                    </a:ext>
                  </a:extLst>
                </p:cNvPr>
                <p:cNvSpPr/>
                <p:nvPr/>
              </p:nvSpPr>
              <p:spPr>
                <a:xfrm>
                  <a:off x="6536336" y="1275273"/>
                  <a:ext cx="31423" cy="17366"/>
                </a:xfrm>
                <a:custGeom>
                  <a:avLst/>
                  <a:gdLst>
                    <a:gd name="connsiteX0" fmla="*/ 31212 w 31423"/>
                    <a:gd name="connsiteY0" fmla="*/ 12187 h 17366"/>
                    <a:gd name="connsiteX1" fmla="*/ 25228 w 31423"/>
                    <a:gd name="connsiteY1" fmla="*/ 16709 h 17366"/>
                    <a:gd name="connsiteX2" fmla="*/ 14499 w 31423"/>
                    <a:gd name="connsiteY2" fmla="*/ 16886 h 17366"/>
                    <a:gd name="connsiteX3" fmla="*/ 4259 w 31423"/>
                    <a:gd name="connsiteY3" fmla="*/ 13295 h 17366"/>
                    <a:gd name="connsiteX4" fmla="*/ 3 w 31423"/>
                    <a:gd name="connsiteY4" fmla="*/ 7133 h 17366"/>
                    <a:gd name="connsiteX5" fmla="*/ 5057 w 31423"/>
                    <a:gd name="connsiteY5" fmla="*/ 1459 h 17366"/>
                    <a:gd name="connsiteX6" fmla="*/ 17159 w 31423"/>
                    <a:gd name="connsiteY6" fmla="*/ 262 h 17366"/>
                    <a:gd name="connsiteX7" fmla="*/ 28331 w 31423"/>
                    <a:gd name="connsiteY7" fmla="*/ 5182 h 17366"/>
                    <a:gd name="connsiteX8" fmla="*/ 31212 w 31423"/>
                    <a:gd name="connsiteY8" fmla="*/ 12187 h 17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23" h="17366">
                      <a:moveTo>
                        <a:pt x="31212" y="12187"/>
                      </a:moveTo>
                      <a:cubicBezTo>
                        <a:pt x="30503" y="14403"/>
                        <a:pt x="28198" y="15955"/>
                        <a:pt x="25228" y="16709"/>
                      </a:cubicBezTo>
                      <a:cubicBezTo>
                        <a:pt x="22257" y="17329"/>
                        <a:pt x="18445" y="17728"/>
                        <a:pt x="14499" y="16886"/>
                      </a:cubicBezTo>
                      <a:cubicBezTo>
                        <a:pt x="10465" y="16443"/>
                        <a:pt x="6919" y="14847"/>
                        <a:pt x="4259" y="13295"/>
                      </a:cubicBezTo>
                      <a:cubicBezTo>
                        <a:pt x="1599" y="11655"/>
                        <a:pt x="-85" y="9438"/>
                        <a:pt x="3" y="7133"/>
                      </a:cubicBezTo>
                      <a:cubicBezTo>
                        <a:pt x="92" y="4828"/>
                        <a:pt x="1954" y="2789"/>
                        <a:pt x="5057" y="1459"/>
                      </a:cubicBezTo>
                      <a:cubicBezTo>
                        <a:pt x="8160" y="-49"/>
                        <a:pt x="12460" y="-270"/>
                        <a:pt x="17159" y="262"/>
                      </a:cubicBezTo>
                      <a:cubicBezTo>
                        <a:pt x="21770" y="1193"/>
                        <a:pt x="25848" y="2744"/>
                        <a:pt x="28331" y="5182"/>
                      </a:cubicBezTo>
                      <a:cubicBezTo>
                        <a:pt x="30813" y="7443"/>
                        <a:pt x="31922" y="9970"/>
                        <a:pt x="31212" y="12187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23" name="Forme libre : forme 24322">
                  <a:extLst>
                    <a:ext uri="{FF2B5EF4-FFF2-40B4-BE49-F238E27FC236}">
                      <a16:creationId xmlns:a16="http://schemas.microsoft.com/office/drawing/2014/main" id="{3CF66CF4-C21B-442C-AC75-A1F43C03C379}"/>
                    </a:ext>
                  </a:extLst>
                </p:cNvPr>
                <p:cNvSpPr/>
                <p:nvPr/>
              </p:nvSpPr>
              <p:spPr>
                <a:xfrm>
                  <a:off x="6536291" y="1275845"/>
                  <a:ext cx="21149" cy="16833"/>
                </a:xfrm>
                <a:custGeom>
                  <a:avLst/>
                  <a:gdLst>
                    <a:gd name="connsiteX0" fmla="*/ 7584 w 21149"/>
                    <a:gd name="connsiteY0" fmla="*/ 0 h 16833"/>
                    <a:gd name="connsiteX1" fmla="*/ 3 w 21149"/>
                    <a:gd name="connsiteY1" fmla="*/ 6605 h 16833"/>
                    <a:gd name="connsiteX2" fmla="*/ 4259 w 21149"/>
                    <a:gd name="connsiteY2" fmla="*/ 12767 h 16833"/>
                    <a:gd name="connsiteX3" fmla="*/ 14500 w 21149"/>
                    <a:gd name="connsiteY3" fmla="*/ 16358 h 16833"/>
                    <a:gd name="connsiteX4" fmla="*/ 21149 w 21149"/>
                    <a:gd name="connsiteY4" fmla="*/ 16757 h 16833"/>
                    <a:gd name="connsiteX5" fmla="*/ 17647 w 21149"/>
                    <a:gd name="connsiteY5" fmla="*/ 15427 h 16833"/>
                    <a:gd name="connsiteX6" fmla="*/ 10022 w 21149"/>
                    <a:gd name="connsiteY6" fmla="*/ 8423 h 16833"/>
                    <a:gd name="connsiteX7" fmla="*/ 7584 w 21149"/>
                    <a:gd name="connsiteY7" fmla="*/ 0 h 16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149" h="16833">
                      <a:moveTo>
                        <a:pt x="7584" y="0"/>
                      </a:moveTo>
                      <a:cubicBezTo>
                        <a:pt x="3018" y="1286"/>
                        <a:pt x="92" y="3724"/>
                        <a:pt x="3" y="6605"/>
                      </a:cubicBezTo>
                      <a:cubicBezTo>
                        <a:pt x="-85" y="8911"/>
                        <a:pt x="1643" y="11083"/>
                        <a:pt x="4259" y="12767"/>
                      </a:cubicBezTo>
                      <a:cubicBezTo>
                        <a:pt x="6919" y="14275"/>
                        <a:pt x="10421" y="15915"/>
                        <a:pt x="14500" y="16358"/>
                      </a:cubicBezTo>
                      <a:cubicBezTo>
                        <a:pt x="16849" y="16801"/>
                        <a:pt x="19066" y="16934"/>
                        <a:pt x="21149" y="16757"/>
                      </a:cubicBezTo>
                      <a:cubicBezTo>
                        <a:pt x="19952" y="16491"/>
                        <a:pt x="18755" y="16048"/>
                        <a:pt x="17647" y="15427"/>
                      </a:cubicBezTo>
                      <a:cubicBezTo>
                        <a:pt x="14677" y="13388"/>
                        <a:pt x="11928" y="11171"/>
                        <a:pt x="10022" y="8423"/>
                      </a:cubicBezTo>
                      <a:cubicBezTo>
                        <a:pt x="8160" y="5719"/>
                        <a:pt x="7052" y="2749"/>
                        <a:pt x="7584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24" name="Forme libre : forme 24323">
                  <a:extLst>
                    <a:ext uri="{FF2B5EF4-FFF2-40B4-BE49-F238E27FC236}">
                      <a16:creationId xmlns:a16="http://schemas.microsoft.com/office/drawing/2014/main" id="{214057EC-97FD-4CC6-BDC5-CC589D7C17BE}"/>
                    </a:ext>
                  </a:extLst>
                </p:cNvPr>
                <p:cNvSpPr/>
                <p:nvPr/>
              </p:nvSpPr>
              <p:spPr>
                <a:xfrm>
                  <a:off x="6537843" y="1277273"/>
                  <a:ext cx="30879" cy="17478"/>
                </a:xfrm>
                <a:custGeom>
                  <a:avLst/>
                  <a:gdLst>
                    <a:gd name="connsiteX0" fmla="*/ 30636 w 30879"/>
                    <a:gd name="connsiteY0" fmla="*/ 12447 h 17478"/>
                    <a:gd name="connsiteX1" fmla="*/ 24651 w 30879"/>
                    <a:gd name="connsiteY1" fmla="*/ 16925 h 17478"/>
                    <a:gd name="connsiteX2" fmla="*/ 19731 w 30879"/>
                    <a:gd name="connsiteY2" fmla="*/ 17457 h 17478"/>
                    <a:gd name="connsiteX3" fmla="*/ 14101 w 30879"/>
                    <a:gd name="connsiteY3" fmla="*/ 16969 h 17478"/>
                    <a:gd name="connsiteX4" fmla="*/ 8604 w 30879"/>
                    <a:gd name="connsiteY4" fmla="*/ 15506 h 17478"/>
                    <a:gd name="connsiteX5" fmla="*/ 4126 w 30879"/>
                    <a:gd name="connsiteY5" fmla="*/ 13201 h 17478"/>
                    <a:gd name="connsiteX6" fmla="*/ 3 w 30879"/>
                    <a:gd name="connsiteY6" fmla="*/ 7039 h 17478"/>
                    <a:gd name="connsiteX7" fmla="*/ 5057 w 30879"/>
                    <a:gd name="connsiteY7" fmla="*/ 1364 h 17478"/>
                    <a:gd name="connsiteX8" fmla="*/ 10466 w 30879"/>
                    <a:gd name="connsiteY8" fmla="*/ 123 h 17478"/>
                    <a:gd name="connsiteX9" fmla="*/ 16982 w 30879"/>
                    <a:gd name="connsiteY9" fmla="*/ 345 h 17478"/>
                    <a:gd name="connsiteX10" fmla="*/ 23233 w 30879"/>
                    <a:gd name="connsiteY10" fmla="*/ 2251 h 17478"/>
                    <a:gd name="connsiteX11" fmla="*/ 27888 w 30879"/>
                    <a:gd name="connsiteY11" fmla="*/ 5354 h 17478"/>
                    <a:gd name="connsiteX12" fmla="*/ 30636 w 30879"/>
                    <a:gd name="connsiteY12" fmla="*/ 12447 h 17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879" h="17478">
                      <a:moveTo>
                        <a:pt x="30636" y="12447"/>
                      </a:moveTo>
                      <a:cubicBezTo>
                        <a:pt x="29927" y="14619"/>
                        <a:pt x="27577" y="16171"/>
                        <a:pt x="24651" y="16925"/>
                      </a:cubicBezTo>
                      <a:cubicBezTo>
                        <a:pt x="23144" y="17324"/>
                        <a:pt x="21548" y="17412"/>
                        <a:pt x="19731" y="17457"/>
                      </a:cubicBezTo>
                      <a:cubicBezTo>
                        <a:pt x="17913" y="17545"/>
                        <a:pt x="16051" y="17368"/>
                        <a:pt x="14101" y="16969"/>
                      </a:cubicBezTo>
                      <a:cubicBezTo>
                        <a:pt x="12150" y="16526"/>
                        <a:pt x="10288" y="16215"/>
                        <a:pt x="8604" y="15506"/>
                      </a:cubicBezTo>
                      <a:cubicBezTo>
                        <a:pt x="6919" y="14885"/>
                        <a:pt x="5412" y="13999"/>
                        <a:pt x="4126" y="13201"/>
                      </a:cubicBezTo>
                      <a:cubicBezTo>
                        <a:pt x="1555" y="11561"/>
                        <a:pt x="-85" y="9344"/>
                        <a:pt x="3" y="7039"/>
                      </a:cubicBezTo>
                      <a:cubicBezTo>
                        <a:pt x="92" y="4734"/>
                        <a:pt x="1954" y="2694"/>
                        <a:pt x="5057" y="1364"/>
                      </a:cubicBezTo>
                      <a:cubicBezTo>
                        <a:pt x="6609" y="655"/>
                        <a:pt x="8426" y="345"/>
                        <a:pt x="10466" y="123"/>
                      </a:cubicBezTo>
                      <a:cubicBezTo>
                        <a:pt x="12505" y="-10"/>
                        <a:pt x="14721" y="-143"/>
                        <a:pt x="16982" y="345"/>
                      </a:cubicBezTo>
                      <a:cubicBezTo>
                        <a:pt x="19243" y="788"/>
                        <a:pt x="21371" y="1453"/>
                        <a:pt x="23233" y="2251"/>
                      </a:cubicBezTo>
                      <a:cubicBezTo>
                        <a:pt x="25095" y="3049"/>
                        <a:pt x="26646" y="4246"/>
                        <a:pt x="27888" y="5354"/>
                      </a:cubicBezTo>
                      <a:cubicBezTo>
                        <a:pt x="30370" y="7704"/>
                        <a:pt x="31390" y="10186"/>
                        <a:pt x="30636" y="1244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25" name="Forme libre : forme 24324">
                  <a:extLst>
                    <a:ext uri="{FF2B5EF4-FFF2-40B4-BE49-F238E27FC236}">
                      <a16:creationId xmlns:a16="http://schemas.microsoft.com/office/drawing/2014/main" id="{08CF5C99-B420-4D86-A79D-39090AAE9B90}"/>
                    </a:ext>
                  </a:extLst>
                </p:cNvPr>
                <p:cNvSpPr/>
                <p:nvPr/>
              </p:nvSpPr>
              <p:spPr>
                <a:xfrm>
                  <a:off x="6522327" y="1269134"/>
                  <a:ext cx="37313" cy="31971"/>
                </a:xfrm>
                <a:custGeom>
                  <a:avLst/>
                  <a:gdLst>
                    <a:gd name="connsiteX0" fmla="*/ 580 w 37313"/>
                    <a:gd name="connsiteY0" fmla="*/ 14735 h 31971"/>
                    <a:gd name="connsiteX1" fmla="*/ 2043 w 37313"/>
                    <a:gd name="connsiteY1" fmla="*/ 22404 h 31971"/>
                    <a:gd name="connsiteX2" fmla="*/ 16583 w 37313"/>
                    <a:gd name="connsiteY2" fmla="*/ 30694 h 31971"/>
                    <a:gd name="connsiteX3" fmla="*/ 23853 w 37313"/>
                    <a:gd name="connsiteY3" fmla="*/ 31935 h 31971"/>
                    <a:gd name="connsiteX4" fmla="*/ 30947 w 37313"/>
                    <a:gd name="connsiteY4" fmla="*/ 31492 h 31971"/>
                    <a:gd name="connsiteX5" fmla="*/ 37241 w 37313"/>
                    <a:gd name="connsiteY5" fmla="*/ 25108 h 31971"/>
                    <a:gd name="connsiteX6" fmla="*/ 33030 w 37313"/>
                    <a:gd name="connsiteY6" fmla="*/ 20143 h 31971"/>
                    <a:gd name="connsiteX7" fmla="*/ 26691 w 37313"/>
                    <a:gd name="connsiteY7" fmla="*/ 14779 h 31971"/>
                    <a:gd name="connsiteX8" fmla="*/ 20883 w 37313"/>
                    <a:gd name="connsiteY8" fmla="*/ 9060 h 31971"/>
                    <a:gd name="connsiteX9" fmla="*/ 4304 w 37313"/>
                    <a:gd name="connsiteY9" fmla="*/ 504 h 31971"/>
                    <a:gd name="connsiteX10" fmla="*/ 580 w 37313"/>
                    <a:gd name="connsiteY10" fmla="*/ 14735 h 31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313" h="31971">
                      <a:moveTo>
                        <a:pt x="580" y="14735"/>
                      </a:moveTo>
                      <a:cubicBezTo>
                        <a:pt x="624" y="17350"/>
                        <a:pt x="713" y="20010"/>
                        <a:pt x="2043" y="22404"/>
                      </a:cubicBezTo>
                      <a:cubicBezTo>
                        <a:pt x="4570" y="27103"/>
                        <a:pt x="10953" y="29054"/>
                        <a:pt x="16583" y="30694"/>
                      </a:cubicBezTo>
                      <a:cubicBezTo>
                        <a:pt x="19022" y="31181"/>
                        <a:pt x="21415" y="31758"/>
                        <a:pt x="23853" y="31935"/>
                      </a:cubicBezTo>
                      <a:cubicBezTo>
                        <a:pt x="26292" y="32024"/>
                        <a:pt x="28641" y="31979"/>
                        <a:pt x="30947" y="31492"/>
                      </a:cubicBezTo>
                      <a:cubicBezTo>
                        <a:pt x="34360" y="30605"/>
                        <a:pt x="37862" y="28300"/>
                        <a:pt x="37241" y="25108"/>
                      </a:cubicBezTo>
                      <a:cubicBezTo>
                        <a:pt x="36842" y="23069"/>
                        <a:pt x="34848" y="21650"/>
                        <a:pt x="33030" y="20143"/>
                      </a:cubicBezTo>
                      <a:cubicBezTo>
                        <a:pt x="30858" y="18370"/>
                        <a:pt x="28774" y="16552"/>
                        <a:pt x="26691" y="14779"/>
                      </a:cubicBezTo>
                      <a:cubicBezTo>
                        <a:pt x="24651" y="13006"/>
                        <a:pt x="22701" y="11011"/>
                        <a:pt x="20883" y="9060"/>
                      </a:cubicBezTo>
                      <a:cubicBezTo>
                        <a:pt x="17913" y="5868"/>
                        <a:pt x="11530" y="-2067"/>
                        <a:pt x="4304" y="504"/>
                      </a:cubicBezTo>
                      <a:cubicBezTo>
                        <a:pt x="-2169" y="2632"/>
                        <a:pt x="580" y="11100"/>
                        <a:pt x="580" y="1473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26" name="Forme libre : forme 24325">
                  <a:extLst>
                    <a:ext uri="{FF2B5EF4-FFF2-40B4-BE49-F238E27FC236}">
                      <a16:creationId xmlns:a16="http://schemas.microsoft.com/office/drawing/2014/main" id="{47A140FE-79E6-469C-87F9-BD058C8AB863}"/>
                    </a:ext>
                  </a:extLst>
                </p:cNvPr>
                <p:cNvSpPr/>
                <p:nvPr/>
              </p:nvSpPr>
              <p:spPr>
                <a:xfrm>
                  <a:off x="6529290" y="1269315"/>
                  <a:ext cx="13967" cy="8315"/>
                </a:xfrm>
                <a:custGeom>
                  <a:avLst/>
                  <a:gdLst>
                    <a:gd name="connsiteX0" fmla="*/ 798 w 13967"/>
                    <a:gd name="connsiteY0" fmla="*/ 4889 h 8315"/>
                    <a:gd name="connsiteX1" fmla="*/ 0 w 13967"/>
                    <a:gd name="connsiteY1" fmla="*/ 6707 h 8315"/>
                    <a:gd name="connsiteX2" fmla="*/ 1286 w 13967"/>
                    <a:gd name="connsiteY2" fmla="*/ 8214 h 8315"/>
                    <a:gd name="connsiteX3" fmla="*/ 3680 w 13967"/>
                    <a:gd name="connsiteY3" fmla="*/ 8037 h 8315"/>
                    <a:gd name="connsiteX4" fmla="*/ 9576 w 13967"/>
                    <a:gd name="connsiteY4" fmla="*/ 6485 h 8315"/>
                    <a:gd name="connsiteX5" fmla="*/ 11792 w 13967"/>
                    <a:gd name="connsiteY5" fmla="*/ 5510 h 8315"/>
                    <a:gd name="connsiteX6" fmla="*/ 10285 w 13967"/>
                    <a:gd name="connsiteY6" fmla="*/ 13 h 8315"/>
                    <a:gd name="connsiteX7" fmla="*/ 4699 w 13967"/>
                    <a:gd name="connsiteY7" fmla="*/ 1564 h 8315"/>
                    <a:gd name="connsiteX8" fmla="*/ 798 w 13967"/>
                    <a:gd name="connsiteY8" fmla="*/ 4889 h 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967" h="8315">
                      <a:moveTo>
                        <a:pt x="798" y="4889"/>
                      </a:moveTo>
                      <a:cubicBezTo>
                        <a:pt x="355" y="5465"/>
                        <a:pt x="0" y="6086"/>
                        <a:pt x="0" y="6707"/>
                      </a:cubicBezTo>
                      <a:cubicBezTo>
                        <a:pt x="0" y="7327"/>
                        <a:pt x="488" y="7992"/>
                        <a:pt x="1286" y="8214"/>
                      </a:cubicBezTo>
                      <a:cubicBezTo>
                        <a:pt x="2039" y="8436"/>
                        <a:pt x="2882" y="8258"/>
                        <a:pt x="3680" y="8037"/>
                      </a:cubicBezTo>
                      <a:cubicBezTo>
                        <a:pt x="5674" y="7505"/>
                        <a:pt x="7669" y="7150"/>
                        <a:pt x="9576" y="6485"/>
                      </a:cubicBezTo>
                      <a:cubicBezTo>
                        <a:pt x="10374" y="6219"/>
                        <a:pt x="11171" y="5953"/>
                        <a:pt x="11792" y="5510"/>
                      </a:cubicBezTo>
                      <a:cubicBezTo>
                        <a:pt x="14452" y="3737"/>
                        <a:pt x="15427" y="-253"/>
                        <a:pt x="10285" y="13"/>
                      </a:cubicBezTo>
                      <a:cubicBezTo>
                        <a:pt x="8290" y="146"/>
                        <a:pt x="6339" y="678"/>
                        <a:pt x="4699" y="1564"/>
                      </a:cubicBezTo>
                      <a:cubicBezTo>
                        <a:pt x="3059" y="2540"/>
                        <a:pt x="1685" y="3737"/>
                        <a:pt x="798" y="488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27" name="Forme libre : forme 24326">
                  <a:extLst>
                    <a:ext uri="{FF2B5EF4-FFF2-40B4-BE49-F238E27FC236}">
                      <a16:creationId xmlns:a16="http://schemas.microsoft.com/office/drawing/2014/main" id="{11044CC6-7CEC-4ADF-8398-005E88DE7C9A}"/>
                    </a:ext>
                  </a:extLst>
                </p:cNvPr>
                <p:cNvSpPr/>
                <p:nvPr/>
              </p:nvSpPr>
              <p:spPr>
                <a:xfrm>
                  <a:off x="6555933" y="1294907"/>
                  <a:ext cx="21633" cy="10487"/>
                </a:xfrm>
                <a:custGeom>
                  <a:avLst/>
                  <a:gdLst>
                    <a:gd name="connsiteX0" fmla="*/ 21634 w 21633"/>
                    <a:gd name="connsiteY0" fmla="*/ 0 h 10487"/>
                    <a:gd name="connsiteX1" fmla="*/ 17023 w 21633"/>
                    <a:gd name="connsiteY1" fmla="*/ 5586 h 10487"/>
                    <a:gd name="connsiteX2" fmla="*/ 10329 w 21633"/>
                    <a:gd name="connsiteY2" fmla="*/ 9088 h 10487"/>
                    <a:gd name="connsiteX3" fmla="*/ 0 w 21633"/>
                    <a:gd name="connsiteY3" fmla="*/ 10462 h 10487"/>
                    <a:gd name="connsiteX4" fmla="*/ 7492 w 21633"/>
                    <a:gd name="connsiteY4" fmla="*/ 8866 h 10487"/>
                    <a:gd name="connsiteX5" fmla="*/ 14496 w 21633"/>
                    <a:gd name="connsiteY5" fmla="*/ 5852 h 10487"/>
                    <a:gd name="connsiteX6" fmla="*/ 21634 w 21633"/>
                    <a:gd name="connsiteY6" fmla="*/ 0 h 10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33" h="10487">
                      <a:moveTo>
                        <a:pt x="21634" y="0"/>
                      </a:moveTo>
                      <a:cubicBezTo>
                        <a:pt x="21634" y="0"/>
                        <a:pt x="20437" y="3014"/>
                        <a:pt x="17023" y="5586"/>
                      </a:cubicBezTo>
                      <a:cubicBezTo>
                        <a:pt x="15383" y="6827"/>
                        <a:pt x="13078" y="8245"/>
                        <a:pt x="10329" y="9088"/>
                      </a:cubicBezTo>
                      <a:cubicBezTo>
                        <a:pt x="7581" y="9841"/>
                        <a:pt x="4123" y="10639"/>
                        <a:pt x="0" y="10462"/>
                      </a:cubicBezTo>
                      <a:cubicBezTo>
                        <a:pt x="0" y="10462"/>
                        <a:pt x="3192" y="10373"/>
                        <a:pt x="7492" y="8866"/>
                      </a:cubicBezTo>
                      <a:cubicBezTo>
                        <a:pt x="9575" y="8290"/>
                        <a:pt x="12014" y="7315"/>
                        <a:pt x="14496" y="5852"/>
                      </a:cubicBezTo>
                      <a:cubicBezTo>
                        <a:pt x="16979" y="4344"/>
                        <a:pt x="19417" y="2660"/>
                        <a:pt x="2163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28" name="Forme libre : forme 24327">
                  <a:extLst>
                    <a:ext uri="{FF2B5EF4-FFF2-40B4-BE49-F238E27FC236}">
                      <a16:creationId xmlns:a16="http://schemas.microsoft.com/office/drawing/2014/main" id="{85DCFFC6-8DBA-43FE-A097-F459A19629C3}"/>
                    </a:ext>
                  </a:extLst>
                </p:cNvPr>
                <p:cNvSpPr/>
                <p:nvPr/>
              </p:nvSpPr>
              <p:spPr>
                <a:xfrm>
                  <a:off x="6513287" y="1260550"/>
                  <a:ext cx="23318" cy="17067"/>
                </a:xfrm>
                <a:custGeom>
                  <a:avLst/>
                  <a:gdLst>
                    <a:gd name="connsiteX0" fmla="*/ 23318 w 23318"/>
                    <a:gd name="connsiteY0" fmla="*/ 0 h 17067"/>
                    <a:gd name="connsiteX1" fmla="*/ 22298 w 23318"/>
                    <a:gd name="connsiteY1" fmla="*/ 0 h 17067"/>
                    <a:gd name="connsiteX2" fmla="*/ 19683 w 23318"/>
                    <a:gd name="connsiteY2" fmla="*/ 266 h 17067"/>
                    <a:gd name="connsiteX3" fmla="*/ 11748 w 23318"/>
                    <a:gd name="connsiteY3" fmla="*/ 2483 h 17067"/>
                    <a:gd name="connsiteX4" fmla="*/ 3768 w 23318"/>
                    <a:gd name="connsiteY4" fmla="*/ 7669 h 17067"/>
                    <a:gd name="connsiteX5" fmla="*/ 0 w 23318"/>
                    <a:gd name="connsiteY5" fmla="*/ 17067 h 17067"/>
                    <a:gd name="connsiteX6" fmla="*/ 709 w 23318"/>
                    <a:gd name="connsiteY6" fmla="*/ 14762 h 17067"/>
                    <a:gd name="connsiteX7" fmla="*/ 3812 w 23318"/>
                    <a:gd name="connsiteY7" fmla="*/ 9576 h 17067"/>
                    <a:gd name="connsiteX8" fmla="*/ 10861 w 23318"/>
                    <a:gd name="connsiteY8" fmla="*/ 3857 h 17067"/>
                    <a:gd name="connsiteX9" fmla="*/ 23318 w 23318"/>
                    <a:gd name="connsiteY9" fmla="*/ 0 h 17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318" h="17067">
                      <a:moveTo>
                        <a:pt x="23318" y="0"/>
                      </a:moveTo>
                      <a:cubicBezTo>
                        <a:pt x="23318" y="0"/>
                        <a:pt x="22963" y="0"/>
                        <a:pt x="22298" y="0"/>
                      </a:cubicBezTo>
                      <a:cubicBezTo>
                        <a:pt x="21678" y="0"/>
                        <a:pt x="20747" y="44"/>
                        <a:pt x="19683" y="266"/>
                      </a:cubicBezTo>
                      <a:cubicBezTo>
                        <a:pt x="17511" y="665"/>
                        <a:pt x="14629" y="1330"/>
                        <a:pt x="11748" y="2483"/>
                      </a:cubicBezTo>
                      <a:cubicBezTo>
                        <a:pt x="8866" y="3635"/>
                        <a:pt x="5940" y="5320"/>
                        <a:pt x="3768" y="7669"/>
                      </a:cubicBezTo>
                      <a:cubicBezTo>
                        <a:pt x="1596" y="9930"/>
                        <a:pt x="133" y="13122"/>
                        <a:pt x="0" y="17067"/>
                      </a:cubicBezTo>
                      <a:cubicBezTo>
                        <a:pt x="0" y="17067"/>
                        <a:pt x="177" y="16181"/>
                        <a:pt x="709" y="14762"/>
                      </a:cubicBezTo>
                      <a:cubicBezTo>
                        <a:pt x="1241" y="13299"/>
                        <a:pt x="2217" y="11482"/>
                        <a:pt x="3812" y="9576"/>
                      </a:cubicBezTo>
                      <a:cubicBezTo>
                        <a:pt x="5408" y="7669"/>
                        <a:pt x="7669" y="5630"/>
                        <a:pt x="10861" y="3857"/>
                      </a:cubicBezTo>
                      <a:cubicBezTo>
                        <a:pt x="14053" y="2217"/>
                        <a:pt x="18087" y="443"/>
                        <a:pt x="233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29" name="Forme libre : forme 24328">
                  <a:extLst>
                    <a:ext uri="{FF2B5EF4-FFF2-40B4-BE49-F238E27FC236}">
                      <a16:creationId xmlns:a16="http://schemas.microsoft.com/office/drawing/2014/main" id="{B7F2115D-993B-4D21-A4A6-10CB17C1625F}"/>
                    </a:ext>
                  </a:extLst>
                </p:cNvPr>
                <p:cNvSpPr/>
                <p:nvPr/>
              </p:nvSpPr>
              <p:spPr>
                <a:xfrm>
                  <a:off x="6549970" y="1277341"/>
                  <a:ext cx="11805" cy="6911"/>
                </a:xfrm>
                <a:custGeom>
                  <a:avLst/>
                  <a:gdLst>
                    <a:gd name="connsiteX0" fmla="*/ 11504 w 11805"/>
                    <a:gd name="connsiteY0" fmla="*/ 6085 h 6911"/>
                    <a:gd name="connsiteX1" fmla="*/ 4278 w 11805"/>
                    <a:gd name="connsiteY1" fmla="*/ 5730 h 6911"/>
                    <a:gd name="connsiteX2" fmla="*/ 200 w 11805"/>
                    <a:gd name="connsiteY2" fmla="*/ 1031 h 6911"/>
                    <a:gd name="connsiteX3" fmla="*/ 7648 w 11805"/>
                    <a:gd name="connsiteY3" fmla="*/ 1164 h 6911"/>
                    <a:gd name="connsiteX4" fmla="*/ 11504 w 11805"/>
                    <a:gd name="connsiteY4" fmla="*/ 6085 h 6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5" h="6911">
                      <a:moveTo>
                        <a:pt x="11504" y="6085"/>
                      </a:moveTo>
                      <a:cubicBezTo>
                        <a:pt x="10485" y="7282"/>
                        <a:pt x="7337" y="7193"/>
                        <a:pt x="4278" y="5730"/>
                      </a:cubicBezTo>
                      <a:cubicBezTo>
                        <a:pt x="1264" y="4267"/>
                        <a:pt x="-642" y="2405"/>
                        <a:pt x="200" y="1031"/>
                      </a:cubicBezTo>
                      <a:cubicBezTo>
                        <a:pt x="1087" y="-343"/>
                        <a:pt x="4500" y="-388"/>
                        <a:pt x="7648" y="1164"/>
                      </a:cubicBezTo>
                      <a:cubicBezTo>
                        <a:pt x="10884" y="2627"/>
                        <a:pt x="12524" y="4843"/>
                        <a:pt x="11504" y="608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30" name="Forme libre : forme 24329">
                  <a:extLst>
                    <a:ext uri="{FF2B5EF4-FFF2-40B4-BE49-F238E27FC236}">
                      <a16:creationId xmlns:a16="http://schemas.microsoft.com/office/drawing/2014/main" id="{D2B0661F-4F8D-4932-B7A7-A57781B6AE0E}"/>
                    </a:ext>
                  </a:extLst>
                </p:cNvPr>
                <p:cNvSpPr/>
                <p:nvPr/>
              </p:nvSpPr>
              <p:spPr>
                <a:xfrm>
                  <a:off x="6560038" y="1281461"/>
                  <a:ext cx="3330" cy="2546"/>
                </a:xfrm>
                <a:custGeom>
                  <a:avLst/>
                  <a:gdLst>
                    <a:gd name="connsiteX0" fmla="*/ 3298 w 3330"/>
                    <a:gd name="connsiteY0" fmla="*/ 1742 h 2546"/>
                    <a:gd name="connsiteX1" fmla="*/ 1392 w 3330"/>
                    <a:gd name="connsiteY1" fmla="*/ 2452 h 2546"/>
                    <a:gd name="connsiteX2" fmla="*/ 18 w 3330"/>
                    <a:gd name="connsiteY2" fmla="*/ 900 h 2546"/>
                    <a:gd name="connsiteX3" fmla="*/ 1968 w 3330"/>
                    <a:gd name="connsiteY3" fmla="*/ 58 h 2546"/>
                    <a:gd name="connsiteX4" fmla="*/ 3298 w 3330"/>
                    <a:gd name="connsiteY4" fmla="*/ 1742 h 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0" h="2546">
                      <a:moveTo>
                        <a:pt x="3298" y="1742"/>
                      </a:moveTo>
                      <a:cubicBezTo>
                        <a:pt x="3121" y="2407"/>
                        <a:pt x="2279" y="2718"/>
                        <a:pt x="1392" y="2452"/>
                      </a:cubicBezTo>
                      <a:cubicBezTo>
                        <a:pt x="505" y="2230"/>
                        <a:pt x="-115" y="1565"/>
                        <a:pt x="18" y="900"/>
                      </a:cubicBezTo>
                      <a:cubicBezTo>
                        <a:pt x="151" y="280"/>
                        <a:pt x="1037" y="-164"/>
                        <a:pt x="1968" y="58"/>
                      </a:cubicBezTo>
                      <a:cubicBezTo>
                        <a:pt x="2900" y="368"/>
                        <a:pt x="3476" y="1122"/>
                        <a:pt x="3298" y="1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31" name="Forme libre : forme 24330">
                  <a:extLst>
                    <a:ext uri="{FF2B5EF4-FFF2-40B4-BE49-F238E27FC236}">
                      <a16:creationId xmlns:a16="http://schemas.microsoft.com/office/drawing/2014/main" id="{0CBDFF08-307E-4BBC-8D97-4A20C2269A06}"/>
                    </a:ext>
                  </a:extLst>
                </p:cNvPr>
                <p:cNvSpPr/>
                <p:nvPr/>
              </p:nvSpPr>
              <p:spPr>
                <a:xfrm>
                  <a:off x="6551490" y="1264584"/>
                  <a:ext cx="27248" cy="26756"/>
                </a:xfrm>
                <a:custGeom>
                  <a:avLst/>
                  <a:gdLst>
                    <a:gd name="connsiteX0" fmla="*/ 26919 w 27248"/>
                    <a:gd name="connsiteY0" fmla="*/ 13699 h 26756"/>
                    <a:gd name="connsiteX1" fmla="*/ 25279 w 27248"/>
                    <a:gd name="connsiteY1" fmla="*/ 24471 h 26756"/>
                    <a:gd name="connsiteX2" fmla="*/ 21865 w 27248"/>
                    <a:gd name="connsiteY2" fmla="*/ 26688 h 26756"/>
                    <a:gd name="connsiteX3" fmla="*/ 19294 w 27248"/>
                    <a:gd name="connsiteY3" fmla="*/ 23496 h 26756"/>
                    <a:gd name="connsiteX4" fmla="*/ 14905 w 27248"/>
                    <a:gd name="connsiteY4" fmla="*/ 11881 h 26756"/>
                    <a:gd name="connsiteX5" fmla="*/ 11314 w 27248"/>
                    <a:gd name="connsiteY5" fmla="*/ 9531 h 26756"/>
                    <a:gd name="connsiteX6" fmla="*/ 5684 w 27248"/>
                    <a:gd name="connsiteY6" fmla="*/ 6561 h 26756"/>
                    <a:gd name="connsiteX7" fmla="*/ 542 w 27248"/>
                    <a:gd name="connsiteY7" fmla="*/ 1109 h 26756"/>
                    <a:gd name="connsiteX8" fmla="*/ 11004 w 27248"/>
                    <a:gd name="connsiteY8" fmla="*/ 887 h 26756"/>
                    <a:gd name="connsiteX9" fmla="*/ 21156 w 27248"/>
                    <a:gd name="connsiteY9" fmla="*/ 5231 h 26756"/>
                    <a:gd name="connsiteX10" fmla="*/ 26919 w 27248"/>
                    <a:gd name="connsiteY10" fmla="*/ 13699 h 26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248" h="26756">
                      <a:moveTo>
                        <a:pt x="26919" y="13699"/>
                      </a:moveTo>
                      <a:cubicBezTo>
                        <a:pt x="27806" y="17555"/>
                        <a:pt x="26786" y="21146"/>
                        <a:pt x="25279" y="24471"/>
                      </a:cubicBezTo>
                      <a:cubicBezTo>
                        <a:pt x="24747" y="25668"/>
                        <a:pt x="23594" y="27086"/>
                        <a:pt x="21865" y="26688"/>
                      </a:cubicBezTo>
                      <a:cubicBezTo>
                        <a:pt x="20314" y="26333"/>
                        <a:pt x="19560" y="24781"/>
                        <a:pt x="19294" y="23496"/>
                      </a:cubicBezTo>
                      <a:cubicBezTo>
                        <a:pt x="18363" y="19462"/>
                        <a:pt x="18407" y="15383"/>
                        <a:pt x="14905" y="11881"/>
                      </a:cubicBezTo>
                      <a:cubicBezTo>
                        <a:pt x="14373" y="11349"/>
                        <a:pt x="12999" y="10462"/>
                        <a:pt x="11314" y="9531"/>
                      </a:cubicBezTo>
                      <a:cubicBezTo>
                        <a:pt x="9630" y="8645"/>
                        <a:pt x="7635" y="7625"/>
                        <a:pt x="5684" y="6561"/>
                      </a:cubicBezTo>
                      <a:cubicBezTo>
                        <a:pt x="1916" y="4389"/>
                        <a:pt x="-1320" y="2704"/>
                        <a:pt x="542" y="1109"/>
                      </a:cubicBezTo>
                      <a:cubicBezTo>
                        <a:pt x="2404" y="-487"/>
                        <a:pt x="6704" y="-177"/>
                        <a:pt x="11004" y="887"/>
                      </a:cubicBezTo>
                      <a:cubicBezTo>
                        <a:pt x="15304" y="1818"/>
                        <a:pt x="19383" y="4079"/>
                        <a:pt x="21156" y="5231"/>
                      </a:cubicBezTo>
                      <a:cubicBezTo>
                        <a:pt x="24392" y="7581"/>
                        <a:pt x="26254" y="10861"/>
                        <a:pt x="26919" y="1369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87" name="Graphique 2">
                <a:extLst>
                  <a:ext uri="{FF2B5EF4-FFF2-40B4-BE49-F238E27FC236}">
                    <a16:creationId xmlns:a16="http://schemas.microsoft.com/office/drawing/2014/main" id="{765A5500-0543-41AF-B406-71DD69B08064}"/>
                  </a:ext>
                </a:extLst>
              </p:cNvPr>
              <p:cNvGrpSpPr/>
              <p:nvPr/>
            </p:nvGrpSpPr>
            <p:grpSpPr>
              <a:xfrm>
                <a:off x="6577297" y="1279348"/>
                <a:ext cx="65968" cy="65758"/>
                <a:chOff x="6577297" y="1279348"/>
                <a:chExt cx="65968" cy="65758"/>
              </a:xfrm>
              <a:solidFill>
                <a:schemeClr val="accent1"/>
              </a:solidFill>
            </p:grpSpPr>
            <p:sp>
              <p:nvSpPr>
                <p:cNvPr id="24308" name="Forme libre : forme 24307">
                  <a:extLst>
                    <a:ext uri="{FF2B5EF4-FFF2-40B4-BE49-F238E27FC236}">
                      <a16:creationId xmlns:a16="http://schemas.microsoft.com/office/drawing/2014/main" id="{6EA3E26F-9A99-448B-B0A0-1D99F1297122}"/>
                    </a:ext>
                  </a:extLst>
                </p:cNvPr>
                <p:cNvSpPr/>
                <p:nvPr/>
              </p:nvSpPr>
              <p:spPr>
                <a:xfrm>
                  <a:off x="6577390" y="1279348"/>
                  <a:ext cx="65876" cy="65758"/>
                </a:xfrm>
                <a:custGeom>
                  <a:avLst/>
                  <a:gdLst>
                    <a:gd name="connsiteX0" fmla="*/ 24072 w 65876"/>
                    <a:gd name="connsiteY0" fmla="*/ 56920 h 65758"/>
                    <a:gd name="connsiteX1" fmla="*/ 16713 w 65876"/>
                    <a:gd name="connsiteY1" fmla="*/ 48940 h 65758"/>
                    <a:gd name="connsiteX2" fmla="*/ 12856 w 65876"/>
                    <a:gd name="connsiteY2" fmla="*/ 45350 h 65758"/>
                    <a:gd name="connsiteX3" fmla="*/ 8866 w 65876"/>
                    <a:gd name="connsiteY3" fmla="*/ 42025 h 65758"/>
                    <a:gd name="connsiteX4" fmla="*/ 6295 w 65876"/>
                    <a:gd name="connsiteY4" fmla="*/ 39587 h 65758"/>
                    <a:gd name="connsiteX5" fmla="*/ 4123 w 65876"/>
                    <a:gd name="connsiteY5" fmla="*/ 36971 h 65758"/>
                    <a:gd name="connsiteX6" fmla="*/ 1108 w 65876"/>
                    <a:gd name="connsiteY6" fmla="*/ 30986 h 65758"/>
                    <a:gd name="connsiteX7" fmla="*/ 0 w 65876"/>
                    <a:gd name="connsiteY7" fmla="*/ 24425 h 65758"/>
                    <a:gd name="connsiteX8" fmla="*/ 1330 w 65876"/>
                    <a:gd name="connsiteY8" fmla="*/ 18086 h 65758"/>
                    <a:gd name="connsiteX9" fmla="*/ 6694 w 65876"/>
                    <a:gd name="connsiteY9" fmla="*/ 6915 h 65758"/>
                    <a:gd name="connsiteX10" fmla="*/ 11216 w 65876"/>
                    <a:gd name="connsiteY10" fmla="*/ 2038 h 65758"/>
                    <a:gd name="connsiteX11" fmla="*/ 18486 w 65876"/>
                    <a:gd name="connsiteY11" fmla="*/ 43 h 65758"/>
                    <a:gd name="connsiteX12" fmla="*/ 27485 w 65876"/>
                    <a:gd name="connsiteY12" fmla="*/ 1329 h 65758"/>
                    <a:gd name="connsiteX13" fmla="*/ 32228 w 65876"/>
                    <a:gd name="connsiteY13" fmla="*/ 3279 h 65758"/>
                    <a:gd name="connsiteX14" fmla="*/ 36706 w 65876"/>
                    <a:gd name="connsiteY14" fmla="*/ 6205 h 65758"/>
                    <a:gd name="connsiteX15" fmla="*/ 42779 w 65876"/>
                    <a:gd name="connsiteY15" fmla="*/ 11126 h 65758"/>
                    <a:gd name="connsiteX16" fmla="*/ 48498 w 65876"/>
                    <a:gd name="connsiteY16" fmla="*/ 16313 h 65758"/>
                    <a:gd name="connsiteX17" fmla="*/ 58960 w 65876"/>
                    <a:gd name="connsiteY17" fmla="*/ 27307 h 65758"/>
                    <a:gd name="connsiteX18" fmla="*/ 64102 w 65876"/>
                    <a:gd name="connsiteY18" fmla="*/ 35730 h 65758"/>
                    <a:gd name="connsiteX19" fmla="*/ 65876 w 65876"/>
                    <a:gd name="connsiteY19" fmla="*/ 44108 h 65758"/>
                    <a:gd name="connsiteX20" fmla="*/ 60068 w 65876"/>
                    <a:gd name="connsiteY20" fmla="*/ 56432 h 65758"/>
                    <a:gd name="connsiteX21" fmla="*/ 49473 w 65876"/>
                    <a:gd name="connsiteY21" fmla="*/ 63437 h 65758"/>
                    <a:gd name="connsiteX22" fmla="*/ 36307 w 65876"/>
                    <a:gd name="connsiteY22" fmla="*/ 65033 h 65758"/>
                    <a:gd name="connsiteX23" fmla="*/ 29746 w 65876"/>
                    <a:gd name="connsiteY23" fmla="*/ 62062 h 65758"/>
                    <a:gd name="connsiteX24" fmla="*/ 24072 w 65876"/>
                    <a:gd name="connsiteY24" fmla="*/ 56920 h 6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5876" h="65758">
                      <a:moveTo>
                        <a:pt x="24072" y="56920"/>
                      </a:moveTo>
                      <a:cubicBezTo>
                        <a:pt x="21678" y="54171"/>
                        <a:pt x="19239" y="51423"/>
                        <a:pt x="16713" y="48940"/>
                      </a:cubicBezTo>
                      <a:cubicBezTo>
                        <a:pt x="15471" y="47610"/>
                        <a:pt x="14142" y="46502"/>
                        <a:pt x="12856" y="45350"/>
                      </a:cubicBezTo>
                      <a:cubicBezTo>
                        <a:pt x="11570" y="44153"/>
                        <a:pt x="10240" y="43000"/>
                        <a:pt x="8866" y="42025"/>
                      </a:cubicBezTo>
                      <a:cubicBezTo>
                        <a:pt x="7891" y="41271"/>
                        <a:pt x="7048" y="40473"/>
                        <a:pt x="6295" y="39587"/>
                      </a:cubicBezTo>
                      <a:cubicBezTo>
                        <a:pt x="5497" y="38789"/>
                        <a:pt x="4743" y="37902"/>
                        <a:pt x="4123" y="36971"/>
                      </a:cubicBezTo>
                      <a:cubicBezTo>
                        <a:pt x="2881" y="35020"/>
                        <a:pt x="1817" y="33070"/>
                        <a:pt x="1108" y="30986"/>
                      </a:cubicBezTo>
                      <a:cubicBezTo>
                        <a:pt x="399" y="28903"/>
                        <a:pt x="44" y="26553"/>
                        <a:pt x="0" y="24425"/>
                      </a:cubicBezTo>
                      <a:cubicBezTo>
                        <a:pt x="0" y="22253"/>
                        <a:pt x="354" y="20081"/>
                        <a:pt x="1330" y="18086"/>
                      </a:cubicBezTo>
                      <a:lnTo>
                        <a:pt x="6694" y="6915"/>
                      </a:lnTo>
                      <a:cubicBezTo>
                        <a:pt x="7669" y="4875"/>
                        <a:pt x="9176" y="3235"/>
                        <a:pt x="11216" y="2038"/>
                      </a:cubicBezTo>
                      <a:cubicBezTo>
                        <a:pt x="13255" y="797"/>
                        <a:pt x="15649" y="221"/>
                        <a:pt x="18486" y="43"/>
                      </a:cubicBezTo>
                      <a:cubicBezTo>
                        <a:pt x="21279" y="-134"/>
                        <a:pt x="24426" y="221"/>
                        <a:pt x="27485" y="1329"/>
                      </a:cubicBezTo>
                      <a:cubicBezTo>
                        <a:pt x="29037" y="1861"/>
                        <a:pt x="30633" y="2482"/>
                        <a:pt x="32228" y="3279"/>
                      </a:cubicBezTo>
                      <a:cubicBezTo>
                        <a:pt x="33736" y="4122"/>
                        <a:pt x="35243" y="5097"/>
                        <a:pt x="36706" y="6205"/>
                      </a:cubicBezTo>
                      <a:cubicBezTo>
                        <a:pt x="38834" y="7757"/>
                        <a:pt x="40829" y="9397"/>
                        <a:pt x="42779" y="11126"/>
                      </a:cubicBezTo>
                      <a:cubicBezTo>
                        <a:pt x="44730" y="12811"/>
                        <a:pt x="46725" y="14495"/>
                        <a:pt x="48498" y="16313"/>
                      </a:cubicBezTo>
                      <a:cubicBezTo>
                        <a:pt x="52222" y="19815"/>
                        <a:pt x="55635" y="23539"/>
                        <a:pt x="58960" y="27307"/>
                      </a:cubicBezTo>
                      <a:cubicBezTo>
                        <a:pt x="61177" y="30011"/>
                        <a:pt x="62994" y="32848"/>
                        <a:pt x="64102" y="35730"/>
                      </a:cubicBezTo>
                      <a:cubicBezTo>
                        <a:pt x="65211" y="38611"/>
                        <a:pt x="65876" y="41448"/>
                        <a:pt x="65876" y="44108"/>
                      </a:cubicBezTo>
                      <a:cubicBezTo>
                        <a:pt x="65920" y="49428"/>
                        <a:pt x="63881" y="53905"/>
                        <a:pt x="60068" y="56432"/>
                      </a:cubicBezTo>
                      <a:lnTo>
                        <a:pt x="49473" y="63437"/>
                      </a:lnTo>
                      <a:cubicBezTo>
                        <a:pt x="45661" y="65963"/>
                        <a:pt x="40829" y="66318"/>
                        <a:pt x="36307" y="65033"/>
                      </a:cubicBezTo>
                      <a:cubicBezTo>
                        <a:pt x="34046" y="64412"/>
                        <a:pt x="31785" y="63437"/>
                        <a:pt x="29746" y="62062"/>
                      </a:cubicBezTo>
                      <a:cubicBezTo>
                        <a:pt x="27662" y="60555"/>
                        <a:pt x="25668" y="59003"/>
                        <a:pt x="24072" y="56920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09" name="Forme libre : forme 24308">
                  <a:extLst>
                    <a:ext uri="{FF2B5EF4-FFF2-40B4-BE49-F238E27FC236}">
                      <a16:creationId xmlns:a16="http://schemas.microsoft.com/office/drawing/2014/main" id="{2229FAC9-B59E-45F1-8BBE-3226383ECBF1}"/>
                    </a:ext>
                  </a:extLst>
                </p:cNvPr>
                <p:cNvSpPr/>
                <p:nvPr/>
              </p:nvSpPr>
              <p:spPr>
                <a:xfrm>
                  <a:off x="6577297" y="1292513"/>
                  <a:ext cx="49786" cy="52372"/>
                </a:xfrm>
                <a:custGeom>
                  <a:avLst/>
                  <a:gdLst>
                    <a:gd name="connsiteX0" fmla="*/ 21415 w 49786"/>
                    <a:gd name="connsiteY0" fmla="*/ 19727 h 52372"/>
                    <a:gd name="connsiteX1" fmla="*/ 10288 w 49786"/>
                    <a:gd name="connsiteY1" fmla="*/ 11127 h 52372"/>
                    <a:gd name="connsiteX2" fmla="*/ 3638 w 49786"/>
                    <a:gd name="connsiteY2" fmla="*/ 0 h 52372"/>
                    <a:gd name="connsiteX3" fmla="*/ 1333 w 49786"/>
                    <a:gd name="connsiteY3" fmla="*/ 4832 h 52372"/>
                    <a:gd name="connsiteX4" fmla="*/ 3 w 49786"/>
                    <a:gd name="connsiteY4" fmla="*/ 11171 h 52372"/>
                    <a:gd name="connsiteX5" fmla="*/ 1112 w 49786"/>
                    <a:gd name="connsiteY5" fmla="*/ 17732 h 52372"/>
                    <a:gd name="connsiteX6" fmla="*/ 4126 w 49786"/>
                    <a:gd name="connsiteY6" fmla="*/ 23717 h 52372"/>
                    <a:gd name="connsiteX7" fmla="*/ 6298 w 49786"/>
                    <a:gd name="connsiteY7" fmla="*/ 26333 h 52372"/>
                    <a:gd name="connsiteX8" fmla="*/ 8870 w 49786"/>
                    <a:gd name="connsiteY8" fmla="*/ 28771 h 52372"/>
                    <a:gd name="connsiteX9" fmla="*/ 12859 w 49786"/>
                    <a:gd name="connsiteY9" fmla="*/ 32096 h 52372"/>
                    <a:gd name="connsiteX10" fmla="*/ 16716 w 49786"/>
                    <a:gd name="connsiteY10" fmla="*/ 35686 h 52372"/>
                    <a:gd name="connsiteX11" fmla="*/ 24075 w 49786"/>
                    <a:gd name="connsiteY11" fmla="*/ 43666 h 52372"/>
                    <a:gd name="connsiteX12" fmla="*/ 29705 w 49786"/>
                    <a:gd name="connsiteY12" fmla="*/ 48675 h 52372"/>
                    <a:gd name="connsiteX13" fmla="*/ 36266 w 49786"/>
                    <a:gd name="connsiteY13" fmla="*/ 51646 h 52372"/>
                    <a:gd name="connsiteX14" fmla="*/ 49432 w 49786"/>
                    <a:gd name="connsiteY14" fmla="*/ 50050 h 52372"/>
                    <a:gd name="connsiteX15" fmla="*/ 49787 w 49786"/>
                    <a:gd name="connsiteY15" fmla="*/ 49828 h 52372"/>
                    <a:gd name="connsiteX16" fmla="*/ 37020 w 49786"/>
                    <a:gd name="connsiteY16" fmla="*/ 32982 h 52372"/>
                    <a:gd name="connsiteX17" fmla="*/ 29794 w 49786"/>
                    <a:gd name="connsiteY17" fmla="*/ 25579 h 52372"/>
                    <a:gd name="connsiteX18" fmla="*/ 21415 w 49786"/>
                    <a:gd name="connsiteY18" fmla="*/ 19727 h 52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9786" h="52372">
                      <a:moveTo>
                        <a:pt x="21415" y="19727"/>
                      </a:moveTo>
                      <a:cubicBezTo>
                        <a:pt x="17071" y="17378"/>
                        <a:pt x="13347" y="14496"/>
                        <a:pt x="10288" y="11127"/>
                      </a:cubicBezTo>
                      <a:cubicBezTo>
                        <a:pt x="7185" y="7891"/>
                        <a:pt x="4924" y="3946"/>
                        <a:pt x="3638" y="0"/>
                      </a:cubicBezTo>
                      <a:lnTo>
                        <a:pt x="1333" y="4832"/>
                      </a:lnTo>
                      <a:cubicBezTo>
                        <a:pt x="358" y="6871"/>
                        <a:pt x="-41" y="9044"/>
                        <a:pt x="3" y="11171"/>
                      </a:cubicBezTo>
                      <a:cubicBezTo>
                        <a:pt x="48" y="13299"/>
                        <a:pt x="402" y="15649"/>
                        <a:pt x="1112" y="17732"/>
                      </a:cubicBezTo>
                      <a:cubicBezTo>
                        <a:pt x="1865" y="19816"/>
                        <a:pt x="2885" y="21811"/>
                        <a:pt x="4126" y="23717"/>
                      </a:cubicBezTo>
                      <a:cubicBezTo>
                        <a:pt x="4791" y="24648"/>
                        <a:pt x="5500" y="25535"/>
                        <a:pt x="6298" y="26333"/>
                      </a:cubicBezTo>
                      <a:cubicBezTo>
                        <a:pt x="7096" y="27219"/>
                        <a:pt x="7938" y="28062"/>
                        <a:pt x="8870" y="28771"/>
                      </a:cubicBezTo>
                      <a:cubicBezTo>
                        <a:pt x="10244" y="29790"/>
                        <a:pt x="11574" y="30899"/>
                        <a:pt x="12859" y="32096"/>
                      </a:cubicBezTo>
                      <a:cubicBezTo>
                        <a:pt x="14145" y="33248"/>
                        <a:pt x="15519" y="34401"/>
                        <a:pt x="16716" y="35686"/>
                      </a:cubicBezTo>
                      <a:cubicBezTo>
                        <a:pt x="19287" y="38125"/>
                        <a:pt x="21681" y="40873"/>
                        <a:pt x="24075" y="43666"/>
                      </a:cubicBezTo>
                      <a:cubicBezTo>
                        <a:pt x="25671" y="45750"/>
                        <a:pt x="27666" y="47301"/>
                        <a:pt x="29705" y="48675"/>
                      </a:cubicBezTo>
                      <a:cubicBezTo>
                        <a:pt x="31744" y="50050"/>
                        <a:pt x="34005" y="50981"/>
                        <a:pt x="36266" y="51646"/>
                      </a:cubicBezTo>
                      <a:cubicBezTo>
                        <a:pt x="40788" y="52931"/>
                        <a:pt x="45575" y="52577"/>
                        <a:pt x="49432" y="50050"/>
                      </a:cubicBezTo>
                      <a:lnTo>
                        <a:pt x="49787" y="49828"/>
                      </a:lnTo>
                      <a:cubicBezTo>
                        <a:pt x="45398" y="44065"/>
                        <a:pt x="41453" y="38302"/>
                        <a:pt x="37020" y="32982"/>
                      </a:cubicBezTo>
                      <a:cubicBezTo>
                        <a:pt x="34715" y="30411"/>
                        <a:pt x="32454" y="27795"/>
                        <a:pt x="29794" y="25579"/>
                      </a:cubicBezTo>
                      <a:cubicBezTo>
                        <a:pt x="27311" y="23362"/>
                        <a:pt x="24474" y="21412"/>
                        <a:pt x="21415" y="19727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10" name="Forme libre : forme 24309">
                  <a:extLst>
                    <a:ext uri="{FF2B5EF4-FFF2-40B4-BE49-F238E27FC236}">
                      <a16:creationId xmlns:a16="http://schemas.microsoft.com/office/drawing/2014/main" id="{DD1B7973-C1B5-401A-BAB6-1C5FE7B5405E}"/>
                    </a:ext>
                  </a:extLst>
                </p:cNvPr>
                <p:cNvSpPr/>
                <p:nvPr/>
              </p:nvSpPr>
              <p:spPr>
                <a:xfrm>
                  <a:off x="6599698" y="1303306"/>
                  <a:ext cx="25257" cy="25831"/>
                </a:xfrm>
                <a:custGeom>
                  <a:avLst/>
                  <a:gdLst>
                    <a:gd name="connsiteX0" fmla="*/ 23175 w 25257"/>
                    <a:gd name="connsiteY0" fmla="*/ 24716 h 25831"/>
                    <a:gd name="connsiteX1" fmla="*/ 15505 w 25257"/>
                    <a:gd name="connsiteY1" fmla="*/ 24982 h 25831"/>
                    <a:gd name="connsiteX2" fmla="*/ 6595 w 25257"/>
                    <a:gd name="connsiteY2" fmla="*/ 18643 h 25831"/>
                    <a:gd name="connsiteX3" fmla="*/ 699 w 25257"/>
                    <a:gd name="connsiteY3" fmla="*/ 9555 h 25831"/>
                    <a:gd name="connsiteX4" fmla="*/ 1142 w 25257"/>
                    <a:gd name="connsiteY4" fmla="*/ 1975 h 25831"/>
                    <a:gd name="connsiteX5" fmla="*/ 8678 w 25257"/>
                    <a:gd name="connsiteY5" fmla="*/ 379 h 25831"/>
                    <a:gd name="connsiteX6" fmla="*/ 19052 w 25257"/>
                    <a:gd name="connsiteY6" fmla="*/ 6718 h 25831"/>
                    <a:gd name="connsiteX7" fmla="*/ 24992 w 25257"/>
                    <a:gd name="connsiteY7" fmla="*/ 17224 h 25831"/>
                    <a:gd name="connsiteX8" fmla="*/ 23175 w 25257"/>
                    <a:gd name="connsiteY8" fmla="*/ 24716 h 25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257" h="25831">
                      <a:moveTo>
                        <a:pt x="23175" y="24716"/>
                      </a:moveTo>
                      <a:cubicBezTo>
                        <a:pt x="21313" y="26179"/>
                        <a:pt x="18475" y="26135"/>
                        <a:pt x="15505" y="24982"/>
                      </a:cubicBezTo>
                      <a:cubicBezTo>
                        <a:pt x="12580" y="23785"/>
                        <a:pt x="9343" y="21658"/>
                        <a:pt x="6595" y="18643"/>
                      </a:cubicBezTo>
                      <a:cubicBezTo>
                        <a:pt x="3713" y="15717"/>
                        <a:pt x="1763" y="12437"/>
                        <a:pt x="699" y="9555"/>
                      </a:cubicBezTo>
                      <a:cubicBezTo>
                        <a:pt x="-276" y="6541"/>
                        <a:pt x="-321" y="3836"/>
                        <a:pt x="1142" y="1975"/>
                      </a:cubicBezTo>
                      <a:cubicBezTo>
                        <a:pt x="2605" y="113"/>
                        <a:pt x="5398" y="-464"/>
                        <a:pt x="8678" y="379"/>
                      </a:cubicBezTo>
                      <a:cubicBezTo>
                        <a:pt x="12048" y="1132"/>
                        <a:pt x="15771" y="3393"/>
                        <a:pt x="19052" y="6718"/>
                      </a:cubicBezTo>
                      <a:cubicBezTo>
                        <a:pt x="22244" y="10131"/>
                        <a:pt x="24372" y="13900"/>
                        <a:pt x="24992" y="17224"/>
                      </a:cubicBezTo>
                      <a:cubicBezTo>
                        <a:pt x="25657" y="20505"/>
                        <a:pt x="25081" y="23209"/>
                        <a:pt x="23175" y="24716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11" name="Forme libre : forme 24310">
                  <a:extLst>
                    <a:ext uri="{FF2B5EF4-FFF2-40B4-BE49-F238E27FC236}">
                      <a16:creationId xmlns:a16="http://schemas.microsoft.com/office/drawing/2014/main" id="{C0E3CAFF-14CA-4314-87C9-4C04513AC1A8}"/>
                    </a:ext>
                  </a:extLst>
                </p:cNvPr>
                <p:cNvSpPr/>
                <p:nvPr/>
              </p:nvSpPr>
              <p:spPr>
                <a:xfrm>
                  <a:off x="6599654" y="1303275"/>
                  <a:ext cx="11781" cy="22973"/>
                </a:xfrm>
                <a:custGeom>
                  <a:avLst/>
                  <a:gdLst>
                    <a:gd name="connsiteX0" fmla="*/ 11250 w 11781"/>
                    <a:gd name="connsiteY0" fmla="*/ 1207 h 22973"/>
                    <a:gd name="connsiteX1" fmla="*/ 1142 w 11781"/>
                    <a:gd name="connsiteY1" fmla="*/ 1961 h 22973"/>
                    <a:gd name="connsiteX2" fmla="*/ 699 w 11781"/>
                    <a:gd name="connsiteY2" fmla="*/ 9542 h 22973"/>
                    <a:gd name="connsiteX3" fmla="*/ 6595 w 11781"/>
                    <a:gd name="connsiteY3" fmla="*/ 18629 h 22973"/>
                    <a:gd name="connsiteX4" fmla="*/ 11782 w 11781"/>
                    <a:gd name="connsiteY4" fmla="*/ 22974 h 22973"/>
                    <a:gd name="connsiteX5" fmla="*/ 9742 w 11781"/>
                    <a:gd name="connsiteY5" fmla="*/ 19782 h 22973"/>
                    <a:gd name="connsiteX6" fmla="*/ 7969 w 11781"/>
                    <a:gd name="connsiteY6" fmla="*/ 9453 h 22973"/>
                    <a:gd name="connsiteX7" fmla="*/ 11250 w 11781"/>
                    <a:gd name="connsiteY7" fmla="*/ 1207 h 22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781" h="22973">
                      <a:moveTo>
                        <a:pt x="11250" y="1207"/>
                      </a:moveTo>
                      <a:cubicBezTo>
                        <a:pt x="6861" y="-610"/>
                        <a:pt x="3004" y="-389"/>
                        <a:pt x="1142" y="1961"/>
                      </a:cubicBezTo>
                      <a:cubicBezTo>
                        <a:pt x="-321" y="3823"/>
                        <a:pt x="-276" y="6527"/>
                        <a:pt x="699" y="9542"/>
                      </a:cubicBezTo>
                      <a:cubicBezTo>
                        <a:pt x="1763" y="12467"/>
                        <a:pt x="3758" y="15748"/>
                        <a:pt x="6595" y="18629"/>
                      </a:cubicBezTo>
                      <a:cubicBezTo>
                        <a:pt x="8235" y="20403"/>
                        <a:pt x="9964" y="21866"/>
                        <a:pt x="11782" y="22974"/>
                      </a:cubicBezTo>
                      <a:cubicBezTo>
                        <a:pt x="10984" y="21999"/>
                        <a:pt x="10274" y="20979"/>
                        <a:pt x="9742" y="19782"/>
                      </a:cubicBezTo>
                      <a:cubicBezTo>
                        <a:pt x="8545" y="16324"/>
                        <a:pt x="7792" y="12866"/>
                        <a:pt x="7969" y="9453"/>
                      </a:cubicBezTo>
                      <a:cubicBezTo>
                        <a:pt x="8191" y="6172"/>
                        <a:pt x="9077" y="3202"/>
                        <a:pt x="11250" y="1207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12" name="Forme libre : forme 24311">
                  <a:extLst>
                    <a:ext uri="{FF2B5EF4-FFF2-40B4-BE49-F238E27FC236}">
                      <a16:creationId xmlns:a16="http://schemas.microsoft.com/office/drawing/2014/main" id="{F9ACA02C-05EB-43DD-816E-E97CFC2BCFCB}"/>
                    </a:ext>
                  </a:extLst>
                </p:cNvPr>
                <p:cNvSpPr/>
                <p:nvPr/>
              </p:nvSpPr>
              <p:spPr>
                <a:xfrm>
                  <a:off x="6599580" y="1305797"/>
                  <a:ext cx="24892" cy="25738"/>
                </a:xfrm>
                <a:custGeom>
                  <a:avLst/>
                  <a:gdLst>
                    <a:gd name="connsiteX0" fmla="*/ 22716 w 24892"/>
                    <a:gd name="connsiteY0" fmla="*/ 24663 h 25738"/>
                    <a:gd name="connsiteX1" fmla="*/ 15092 w 24892"/>
                    <a:gd name="connsiteY1" fmla="*/ 24885 h 25738"/>
                    <a:gd name="connsiteX2" fmla="*/ 6314 w 24892"/>
                    <a:gd name="connsiteY2" fmla="*/ 18546 h 25738"/>
                    <a:gd name="connsiteX3" fmla="*/ 2812 w 24892"/>
                    <a:gd name="connsiteY3" fmla="*/ 14024 h 25738"/>
                    <a:gd name="connsiteX4" fmla="*/ 640 w 24892"/>
                    <a:gd name="connsiteY4" fmla="*/ 9458 h 25738"/>
                    <a:gd name="connsiteX5" fmla="*/ 1260 w 24892"/>
                    <a:gd name="connsiteY5" fmla="*/ 1877 h 25738"/>
                    <a:gd name="connsiteX6" fmla="*/ 8752 w 24892"/>
                    <a:gd name="connsiteY6" fmla="*/ 370 h 25738"/>
                    <a:gd name="connsiteX7" fmla="*/ 13850 w 24892"/>
                    <a:gd name="connsiteY7" fmla="*/ 2587 h 25738"/>
                    <a:gd name="connsiteX8" fmla="*/ 18904 w 24892"/>
                    <a:gd name="connsiteY8" fmla="*/ 6709 h 25738"/>
                    <a:gd name="connsiteX9" fmla="*/ 24623 w 24892"/>
                    <a:gd name="connsiteY9" fmla="*/ 17172 h 25738"/>
                    <a:gd name="connsiteX10" fmla="*/ 22716 w 24892"/>
                    <a:gd name="connsiteY10" fmla="*/ 24663 h 25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92" h="25738">
                      <a:moveTo>
                        <a:pt x="22716" y="24663"/>
                      </a:moveTo>
                      <a:cubicBezTo>
                        <a:pt x="20810" y="26126"/>
                        <a:pt x="18062" y="25993"/>
                        <a:pt x="15092" y="24885"/>
                      </a:cubicBezTo>
                      <a:cubicBezTo>
                        <a:pt x="12166" y="23688"/>
                        <a:pt x="9063" y="21516"/>
                        <a:pt x="6314" y="18546"/>
                      </a:cubicBezTo>
                      <a:cubicBezTo>
                        <a:pt x="4984" y="17039"/>
                        <a:pt x="3743" y="15576"/>
                        <a:pt x="2812" y="14024"/>
                      </a:cubicBezTo>
                      <a:cubicBezTo>
                        <a:pt x="1881" y="12428"/>
                        <a:pt x="1127" y="10921"/>
                        <a:pt x="640" y="9458"/>
                      </a:cubicBezTo>
                      <a:cubicBezTo>
                        <a:pt x="-335" y="6532"/>
                        <a:pt x="-247" y="3739"/>
                        <a:pt x="1260" y="1877"/>
                      </a:cubicBezTo>
                      <a:cubicBezTo>
                        <a:pt x="2768" y="60"/>
                        <a:pt x="5472" y="-428"/>
                        <a:pt x="8752" y="370"/>
                      </a:cubicBezTo>
                      <a:cubicBezTo>
                        <a:pt x="10393" y="769"/>
                        <a:pt x="12166" y="1478"/>
                        <a:pt x="13850" y="2587"/>
                      </a:cubicBezTo>
                      <a:cubicBezTo>
                        <a:pt x="15535" y="3695"/>
                        <a:pt x="17353" y="5025"/>
                        <a:pt x="18904" y="6709"/>
                      </a:cubicBezTo>
                      <a:cubicBezTo>
                        <a:pt x="22052" y="10079"/>
                        <a:pt x="24047" y="13891"/>
                        <a:pt x="24623" y="17172"/>
                      </a:cubicBezTo>
                      <a:cubicBezTo>
                        <a:pt x="25332" y="20452"/>
                        <a:pt x="24623" y="23245"/>
                        <a:pt x="22716" y="2466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13" name="Forme libre : forme 24312">
                  <a:extLst>
                    <a:ext uri="{FF2B5EF4-FFF2-40B4-BE49-F238E27FC236}">
                      <a16:creationId xmlns:a16="http://schemas.microsoft.com/office/drawing/2014/main" id="{6BF9D205-A4CB-4E50-A1FB-97771E586D62}"/>
                    </a:ext>
                  </a:extLst>
                </p:cNvPr>
                <p:cNvSpPr/>
                <p:nvPr/>
              </p:nvSpPr>
              <p:spPr>
                <a:xfrm>
                  <a:off x="6585869" y="1288417"/>
                  <a:ext cx="26738" cy="42936"/>
                </a:xfrm>
                <a:custGeom>
                  <a:avLst/>
                  <a:gdLst>
                    <a:gd name="connsiteX0" fmla="*/ 3356 w 26738"/>
                    <a:gd name="connsiteY0" fmla="*/ 10080 h 42936"/>
                    <a:gd name="connsiteX1" fmla="*/ 76 w 26738"/>
                    <a:gd name="connsiteY1" fmla="*/ 17395 h 42936"/>
                    <a:gd name="connsiteX2" fmla="*/ 1627 w 26738"/>
                    <a:gd name="connsiteY2" fmla="*/ 25241 h 42936"/>
                    <a:gd name="connsiteX3" fmla="*/ 6238 w 26738"/>
                    <a:gd name="connsiteY3" fmla="*/ 32645 h 42936"/>
                    <a:gd name="connsiteX4" fmla="*/ 11203 w 26738"/>
                    <a:gd name="connsiteY4" fmla="*/ 37965 h 42936"/>
                    <a:gd name="connsiteX5" fmla="*/ 17232 w 26738"/>
                    <a:gd name="connsiteY5" fmla="*/ 41954 h 42936"/>
                    <a:gd name="connsiteX6" fmla="*/ 26320 w 26738"/>
                    <a:gd name="connsiteY6" fmla="*/ 40536 h 42936"/>
                    <a:gd name="connsiteX7" fmla="*/ 25921 w 26738"/>
                    <a:gd name="connsiteY7" fmla="*/ 33886 h 42936"/>
                    <a:gd name="connsiteX8" fmla="*/ 24148 w 26738"/>
                    <a:gd name="connsiteY8" fmla="*/ 25729 h 42936"/>
                    <a:gd name="connsiteX9" fmla="*/ 23039 w 26738"/>
                    <a:gd name="connsiteY9" fmla="*/ 17617 h 42936"/>
                    <a:gd name="connsiteX10" fmla="*/ 14794 w 26738"/>
                    <a:gd name="connsiteY10" fmla="*/ 327 h 42936"/>
                    <a:gd name="connsiteX11" fmla="*/ 3356 w 26738"/>
                    <a:gd name="connsiteY11" fmla="*/ 10080 h 42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738" h="42936">
                      <a:moveTo>
                        <a:pt x="3356" y="10080"/>
                      </a:moveTo>
                      <a:cubicBezTo>
                        <a:pt x="1893" y="12297"/>
                        <a:pt x="386" y="14646"/>
                        <a:pt x="76" y="17395"/>
                      </a:cubicBezTo>
                      <a:cubicBezTo>
                        <a:pt x="-234" y="20055"/>
                        <a:pt x="430" y="22759"/>
                        <a:pt x="1627" y="25241"/>
                      </a:cubicBezTo>
                      <a:cubicBezTo>
                        <a:pt x="2736" y="27990"/>
                        <a:pt x="4509" y="30295"/>
                        <a:pt x="6238" y="32645"/>
                      </a:cubicBezTo>
                      <a:cubicBezTo>
                        <a:pt x="7701" y="34551"/>
                        <a:pt x="9430" y="36280"/>
                        <a:pt x="11203" y="37965"/>
                      </a:cubicBezTo>
                      <a:cubicBezTo>
                        <a:pt x="13065" y="39560"/>
                        <a:pt x="15060" y="40935"/>
                        <a:pt x="17232" y="41954"/>
                      </a:cubicBezTo>
                      <a:cubicBezTo>
                        <a:pt x="20557" y="43329"/>
                        <a:pt x="24901" y="43595"/>
                        <a:pt x="26320" y="40536"/>
                      </a:cubicBezTo>
                      <a:cubicBezTo>
                        <a:pt x="27206" y="38629"/>
                        <a:pt x="26497" y="36147"/>
                        <a:pt x="25921" y="33886"/>
                      </a:cubicBezTo>
                      <a:cubicBezTo>
                        <a:pt x="25256" y="31138"/>
                        <a:pt x="24680" y="28389"/>
                        <a:pt x="24148" y="25729"/>
                      </a:cubicBezTo>
                      <a:cubicBezTo>
                        <a:pt x="23660" y="22981"/>
                        <a:pt x="23350" y="20232"/>
                        <a:pt x="23039" y="17617"/>
                      </a:cubicBezTo>
                      <a:cubicBezTo>
                        <a:pt x="22729" y="13139"/>
                        <a:pt x="22419" y="2854"/>
                        <a:pt x="14794" y="327"/>
                      </a:cubicBezTo>
                      <a:cubicBezTo>
                        <a:pt x="8055" y="-1800"/>
                        <a:pt x="5484" y="7021"/>
                        <a:pt x="3356" y="1008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14" name="Forme libre : forme 24313">
                  <a:extLst>
                    <a:ext uri="{FF2B5EF4-FFF2-40B4-BE49-F238E27FC236}">
                      <a16:creationId xmlns:a16="http://schemas.microsoft.com/office/drawing/2014/main" id="{8CF78511-75CA-493B-8A3B-DF8DE8C23E31}"/>
                    </a:ext>
                  </a:extLst>
                </p:cNvPr>
                <p:cNvSpPr/>
                <p:nvPr/>
              </p:nvSpPr>
              <p:spPr>
                <a:xfrm>
                  <a:off x="6598860" y="1294264"/>
                  <a:ext cx="14678" cy="7704"/>
                </a:xfrm>
                <a:custGeom>
                  <a:avLst/>
                  <a:gdLst>
                    <a:gd name="connsiteX0" fmla="*/ 1980 w 14678"/>
                    <a:gd name="connsiteY0" fmla="*/ 377 h 7704"/>
                    <a:gd name="connsiteX1" fmla="*/ 251 w 14678"/>
                    <a:gd name="connsiteY1" fmla="*/ 1397 h 7704"/>
                    <a:gd name="connsiteX2" fmla="*/ 385 w 14678"/>
                    <a:gd name="connsiteY2" fmla="*/ 3436 h 7704"/>
                    <a:gd name="connsiteX3" fmla="*/ 2335 w 14678"/>
                    <a:gd name="connsiteY3" fmla="*/ 4855 h 7704"/>
                    <a:gd name="connsiteX4" fmla="*/ 8098 w 14678"/>
                    <a:gd name="connsiteY4" fmla="*/ 7116 h 7704"/>
                    <a:gd name="connsiteX5" fmla="*/ 10447 w 14678"/>
                    <a:gd name="connsiteY5" fmla="*/ 7692 h 7704"/>
                    <a:gd name="connsiteX6" fmla="*/ 12620 w 14678"/>
                    <a:gd name="connsiteY6" fmla="*/ 2239 h 7704"/>
                    <a:gd name="connsiteX7" fmla="*/ 1980 w 14678"/>
                    <a:gd name="connsiteY7" fmla="*/ 377 h 7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678" h="7704">
                      <a:moveTo>
                        <a:pt x="1980" y="377"/>
                      </a:moveTo>
                      <a:cubicBezTo>
                        <a:pt x="1271" y="599"/>
                        <a:pt x="606" y="909"/>
                        <a:pt x="251" y="1397"/>
                      </a:cubicBezTo>
                      <a:cubicBezTo>
                        <a:pt x="-103" y="1929"/>
                        <a:pt x="-103" y="2727"/>
                        <a:pt x="385" y="3436"/>
                      </a:cubicBezTo>
                      <a:cubicBezTo>
                        <a:pt x="828" y="4101"/>
                        <a:pt x="1626" y="4500"/>
                        <a:pt x="2335" y="4855"/>
                      </a:cubicBezTo>
                      <a:cubicBezTo>
                        <a:pt x="4197" y="5741"/>
                        <a:pt x="6192" y="6451"/>
                        <a:pt x="8098" y="7116"/>
                      </a:cubicBezTo>
                      <a:cubicBezTo>
                        <a:pt x="8896" y="7382"/>
                        <a:pt x="9694" y="7648"/>
                        <a:pt x="10447" y="7692"/>
                      </a:cubicBezTo>
                      <a:cubicBezTo>
                        <a:pt x="13639" y="7913"/>
                        <a:pt x="16920" y="5254"/>
                        <a:pt x="12620" y="2239"/>
                      </a:cubicBezTo>
                      <a:cubicBezTo>
                        <a:pt x="9295" y="-22"/>
                        <a:pt x="4729" y="-421"/>
                        <a:pt x="1980" y="37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15" name="Forme libre : forme 24314">
                  <a:extLst>
                    <a:ext uri="{FF2B5EF4-FFF2-40B4-BE49-F238E27FC236}">
                      <a16:creationId xmlns:a16="http://schemas.microsoft.com/office/drawing/2014/main" id="{8B0A32ED-78A9-43AA-931D-0D2A67FBC883}"/>
                    </a:ext>
                  </a:extLst>
                </p:cNvPr>
                <p:cNvSpPr/>
                <p:nvPr/>
              </p:nvSpPr>
              <p:spPr>
                <a:xfrm>
                  <a:off x="6602436" y="1336002"/>
                  <a:ext cx="24736" cy="6351"/>
                </a:xfrm>
                <a:custGeom>
                  <a:avLst/>
                  <a:gdLst>
                    <a:gd name="connsiteX0" fmla="*/ 24737 w 24736"/>
                    <a:gd name="connsiteY0" fmla="*/ 3901 h 6351"/>
                    <a:gd name="connsiteX1" fmla="*/ 17644 w 24736"/>
                    <a:gd name="connsiteY1" fmla="*/ 6295 h 6351"/>
                    <a:gd name="connsiteX2" fmla="*/ 9842 w 24736"/>
                    <a:gd name="connsiteY2" fmla="*/ 5320 h 6351"/>
                    <a:gd name="connsiteX3" fmla="*/ 0 w 24736"/>
                    <a:gd name="connsiteY3" fmla="*/ 0 h 6351"/>
                    <a:gd name="connsiteX4" fmla="*/ 1995 w 24736"/>
                    <a:gd name="connsiteY4" fmla="*/ 1153 h 6351"/>
                    <a:gd name="connsiteX5" fmla="*/ 7403 w 24736"/>
                    <a:gd name="connsiteY5" fmla="*/ 3414 h 6351"/>
                    <a:gd name="connsiteX6" fmla="*/ 24737 w 24736"/>
                    <a:gd name="connsiteY6" fmla="*/ 3901 h 6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736" h="6351">
                      <a:moveTo>
                        <a:pt x="24737" y="3901"/>
                      </a:moveTo>
                      <a:cubicBezTo>
                        <a:pt x="24737" y="3901"/>
                        <a:pt x="22077" y="5896"/>
                        <a:pt x="17644" y="6295"/>
                      </a:cubicBezTo>
                      <a:cubicBezTo>
                        <a:pt x="15427" y="6472"/>
                        <a:pt x="12812" y="6251"/>
                        <a:pt x="9842" y="5320"/>
                      </a:cubicBezTo>
                      <a:cubicBezTo>
                        <a:pt x="6916" y="4344"/>
                        <a:pt x="3591" y="2704"/>
                        <a:pt x="0" y="0"/>
                      </a:cubicBezTo>
                      <a:cubicBezTo>
                        <a:pt x="0" y="0"/>
                        <a:pt x="709" y="488"/>
                        <a:pt x="1995" y="1153"/>
                      </a:cubicBezTo>
                      <a:cubicBezTo>
                        <a:pt x="3280" y="1862"/>
                        <a:pt x="5187" y="2571"/>
                        <a:pt x="7403" y="3414"/>
                      </a:cubicBezTo>
                      <a:cubicBezTo>
                        <a:pt x="11925" y="4876"/>
                        <a:pt x="18131" y="6073"/>
                        <a:pt x="24737" y="39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16" name="Forme libre : forme 24315">
                  <a:extLst>
                    <a:ext uri="{FF2B5EF4-FFF2-40B4-BE49-F238E27FC236}">
                      <a16:creationId xmlns:a16="http://schemas.microsoft.com/office/drawing/2014/main" id="{7FA779F2-41DA-4C20-99CA-071EEB5B47E0}"/>
                    </a:ext>
                  </a:extLst>
                </p:cNvPr>
                <p:cNvSpPr/>
                <p:nvPr/>
              </p:nvSpPr>
              <p:spPr>
                <a:xfrm>
                  <a:off x="6584704" y="1281549"/>
                  <a:ext cx="29790" cy="6486"/>
                </a:xfrm>
                <a:custGeom>
                  <a:avLst/>
                  <a:gdLst>
                    <a:gd name="connsiteX0" fmla="*/ 29791 w 29790"/>
                    <a:gd name="connsiteY0" fmla="*/ 5954 h 6486"/>
                    <a:gd name="connsiteX1" fmla="*/ 26599 w 29790"/>
                    <a:gd name="connsiteY1" fmla="*/ 3960 h 6486"/>
                    <a:gd name="connsiteX2" fmla="*/ 18530 w 29790"/>
                    <a:gd name="connsiteY2" fmla="*/ 768 h 6486"/>
                    <a:gd name="connsiteX3" fmla="*/ 8511 w 29790"/>
                    <a:gd name="connsiteY3" fmla="*/ 546 h 6486"/>
                    <a:gd name="connsiteX4" fmla="*/ 0 w 29790"/>
                    <a:gd name="connsiteY4" fmla="*/ 6486 h 6486"/>
                    <a:gd name="connsiteX5" fmla="*/ 7448 w 29790"/>
                    <a:gd name="connsiteY5" fmla="*/ 2231 h 6486"/>
                    <a:gd name="connsiteX6" fmla="*/ 16979 w 29790"/>
                    <a:gd name="connsiteY6" fmla="*/ 1388 h 6486"/>
                    <a:gd name="connsiteX7" fmla="*/ 23097 w 29790"/>
                    <a:gd name="connsiteY7" fmla="*/ 2763 h 6486"/>
                    <a:gd name="connsiteX8" fmla="*/ 29791 w 29790"/>
                    <a:gd name="connsiteY8" fmla="*/ 5954 h 6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790" h="6486">
                      <a:moveTo>
                        <a:pt x="29791" y="5954"/>
                      </a:moveTo>
                      <a:cubicBezTo>
                        <a:pt x="29791" y="5954"/>
                        <a:pt x="28594" y="5068"/>
                        <a:pt x="26599" y="3960"/>
                      </a:cubicBezTo>
                      <a:cubicBezTo>
                        <a:pt x="24648" y="2763"/>
                        <a:pt x="21722" y="1566"/>
                        <a:pt x="18530" y="768"/>
                      </a:cubicBezTo>
                      <a:cubicBezTo>
                        <a:pt x="15383" y="-119"/>
                        <a:pt x="11748" y="-296"/>
                        <a:pt x="8511" y="546"/>
                      </a:cubicBezTo>
                      <a:cubicBezTo>
                        <a:pt x="5231" y="1300"/>
                        <a:pt x="2261" y="3162"/>
                        <a:pt x="0" y="6486"/>
                      </a:cubicBezTo>
                      <a:cubicBezTo>
                        <a:pt x="0" y="6486"/>
                        <a:pt x="2438" y="3738"/>
                        <a:pt x="7448" y="2231"/>
                      </a:cubicBezTo>
                      <a:cubicBezTo>
                        <a:pt x="9930" y="1521"/>
                        <a:pt x="13255" y="856"/>
                        <a:pt x="16979" y="1388"/>
                      </a:cubicBezTo>
                      <a:cubicBezTo>
                        <a:pt x="18885" y="1610"/>
                        <a:pt x="20924" y="2053"/>
                        <a:pt x="23097" y="2763"/>
                      </a:cubicBezTo>
                      <a:cubicBezTo>
                        <a:pt x="25180" y="3472"/>
                        <a:pt x="27397" y="4580"/>
                        <a:pt x="29791" y="59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17" name="Forme libre : forme 24316">
                  <a:extLst>
                    <a:ext uri="{FF2B5EF4-FFF2-40B4-BE49-F238E27FC236}">
                      <a16:creationId xmlns:a16="http://schemas.microsoft.com/office/drawing/2014/main" id="{D065034D-DAAD-489C-81A8-2107022A2379}"/>
                    </a:ext>
                  </a:extLst>
                </p:cNvPr>
                <p:cNvSpPr/>
                <p:nvPr/>
              </p:nvSpPr>
              <p:spPr>
                <a:xfrm>
                  <a:off x="6613386" y="1310281"/>
                  <a:ext cx="8107" cy="10955"/>
                </a:xfrm>
                <a:custGeom>
                  <a:avLst/>
                  <a:gdLst>
                    <a:gd name="connsiteX0" fmla="*/ 6916 w 8107"/>
                    <a:gd name="connsiteY0" fmla="*/ 10914 h 10955"/>
                    <a:gd name="connsiteX1" fmla="*/ 1330 w 8107"/>
                    <a:gd name="connsiteY1" fmla="*/ 6348 h 10955"/>
                    <a:gd name="connsiteX2" fmla="*/ 1020 w 8107"/>
                    <a:gd name="connsiteY2" fmla="*/ 97 h 10955"/>
                    <a:gd name="connsiteX3" fmla="*/ 6872 w 8107"/>
                    <a:gd name="connsiteY3" fmla="*/ 4664 h 10955"/>
                    <a:gd name="connsiteX4" fmla="*/ 6916 w 8107"/>
                    <a:gd name="connsiteY4" fmla="*/ 10914 h 1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07" h="10955">
                      <a:moveTo>
                        <a:pt x="6916" y="10914"/>
                      </a:moveTo>
                      <a:cubicBezTo>
                        <a:pt x="5409" y="11269"/>
                        <a:pt x="2882" y="9318"/>
                        <a:pt x="1330" y="6348"/>
                      </a:cubicBezTo>
                      <a:cubicBezTo>
                        <a:pt x="-221" y="3378"/>
                        <a:pt x="-531" y="629"/>
                        <a:pt x="1020" y="97"/>
                      </a:cubicBezTo>
                      <a:cubicBezTo>
                        <a:pt x="2527" y="-479"/>
                        <a:pt x="5276" y="1560"/>
                        <a:pt x="6872" y="4664"/>
                      </a:cubicBezTo>
                      <a:cubicBezTo>
                        <a:pt x="8556" y="7678"/>
                        <a:pt x="8468" y="10515"/>
                        <a:pt x="6916" y="1091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18" name="Forme libre : forme 24317">
                  <a:extLst>
                    <a:ext uri="{FF2B5EF4-FFF2-40B4-BE49-F238E27FC236}">
                      <a16:creationId xmlns:a16="http://schemas.microsoft.com/office/drawing/2014/main" id="{B2A45618-A168-480A-B097-8E51BAE1BCD3}"/>
                    </a:ext>
                  </a:extLst>
                </p:cNvPr>
                <p:cNvSpPr/>
                <p:nvPr/>
              </p:nvSpPr>
              <p:spPr>
                <a:xfrm>
                  <a:off x="6619461" y="1319271"/>
                  <a:ext cx="2853" cy="3039"/>
                </a:xfrm>
                <a:custGeom>
                  <a:avLst/>
                  <a:gdLst>
                    <a:gd name="connsiteX0" fmla="*/ 2481 w 2853"/>
                    <a:gd name="connsiteY0" fmla="*/ 2811 h 3039"/>
                    <a:gd name="connsiteX1" fmla="*/ 486 w 2853"/>
                    <a:gd name="connsiteY1" fmla="*/ 2323 h 3039"/>
                    <a:gd name="connsiteX2" fmla="*/ 353 w 2853"/>
                    <a:gd name="connsiteY2" fmla="*/ 240 h 3039"/>
                    <a:gd name="connsiteX3" fmla="*/ 2393 w 2853"/>
                    <a:gd name="connsiteY3" fmla="*/ 727 h 3039"/>
                    <a:gd name="connsiteX4" fmla="*/ 2481 w 2853"/>
                    <a:gd name="connsiteY4" fmla="*/ 2811 h 3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3" h="3039">
                      <a:moveTo>
                        <a:pt x="2481" y="2811"/>
                      </a:moveTo>
                      <a:cubicBezTo>
                        <a:pt x="1949" y="3254"/>
                        <a:pt x="1063" y="3032"/>
                        <a:pt x="486" y="2323"/>
                      </a:cubicBezTo>
                      <a:cubicBezTo>
                        <a:pt x="-90" y="1614"/>
                        <a:pt x="-179" y="683"/>
                        <a:pt x="353" y="240"/>
                      </a:cubicBezTo>
                      <a:cubicBezTo>
                        <a:pt x="885" y="-204"/>
                        <a:pt x="1816" y="-26"/>
                        <a:pt x="2393" y="727"/>
                      </a:cubicBezTo>
                      <a:cubicBezTo>
                        <a:pt x="2969" y="1437"/>
                        <a:pt x="3013" y="2367"/>
                        <a:pt x="2481" y="28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19" name="Forme libre : forme 24318">
                  <a:extLst>
                    <a:ext uri="{FF2B5EF4-FFF2-40B4-BE49-F238E27FC236}">
                      <a16:creationId xmlns:a16="http://schemas.microsoft.com/office/drawing/2014/main" id="{F721C6AD-F38F-4953-8FE9-5C203D07D85A}"/>
                    </a:ext>
                  </a:extLst>
                </p:cNvPr>
                <p:cNvSpPr/>
                <p:nvPr/>
              </p:nvSpPr>
              <p:spPr>
                <a:xfrm>
                  <a:off x="6622421" y="1301109"/>
                  <a:ext cx="15728" cy="34181"/>
                </a:xfrm>
                <a:custGeom>
                  <a:avLst/>
                  <a:gdLst>
                    <a:gd name="connsiteX0" fmla="*/ 14771 w 15728"/>
                    <a:gd name="connsiteY0" fmla="*/ 25096 h 34181"/>
                    <a:gd name="connsiteX1" fmla="*/ 7234 w 15728"/>
                    <a:gd name="connsiteY1" fmla="*/ 33386 h 34181"/>
                    <a:gd name="connsiteX2" fmla="*/ 3156 w 15728"/>
                    <a:gd name="connsiteY2" fmla="*/ 33386 h 34181"/>
                    <a:gd name="connsiteX3" fmla="*/ 2757 w 15728"/>
                    <a:gd name="connsiteY3" fmla="*/ 29263 h 34181"/>
                    <a:gd name="connsiteX4" fmla="*/ 6037 w 15728"/>
                    <a:gd name="connsiteY4" fmla="*/ 17161 h 34181"/>
                    <a:gd name="connsiteX5" fmla="*/ 1959 w 15728"/>
                    <a:gd name="connsiteY5" fmla="*/ 7497 h 34181"/>
                    <a:gd name="connsiteX6" fmla="*/ 1294 w 15728"/>
                    <a:gd name="connsiteY6" fmla="*/ 5 h 34181"/>
                    <a:gd name="connsiteX7" fmla="*/ 9673 w 15728"/>
                    <a:gd name="connsiteY7" fmla="*/ 5945 h 34181"/>
                    <a:gd name="connsiteX8" fmla="*/ 15037 w 15728"/>
                    <a:gd name="connsiteY8" fmla="*/ 15122 h 34181"/>
                    <a:gd name="connsiteX9" fmla="*/ 14771 w 15728"/>
                    <a:gd name="connsiteY9" fmla="*/ 25096 h 34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728" h="34181">
                      <a:moveTo>
                        <a:pt x="14771" y="25096"/>
                      </a:moveTo>
                      <a:cubicBezTo>
                        <a:pt x="13219" y="28820"/>
                        <a:pt x="10338" y="31347"/>
                        <a:pt x="7234" y="33386"/>
                      </a:cubicBezTo>
                      <a:cubicBezTo>
                        <a:pt x="6082" y="34140"/>
                        <a:pt x="4353" y="34716"/>
                        <a:pt x="3156" y="33386"/>
                      </a:cubicBezTo>
                      <a:cubicBezTo>
                        <a:pt x="2048" y="32233"/>
                        <a:pt x="2314" y="30504"/>
                        <a:pt x="2757" y="29263"/>
                      </a:cubicBezTo>
                      <a:cubicBezTo>
                        <a:pt x="4220" y="25406"/>
                        <a:pt x="6791" y="21949"/>
                        <a:pt x="6037" y="17161"/>
                      </a:cubicBezTo>
                      <a:cubicBezTo>
                        <a:pt x="5860" y="15653"/>
                        <a:pt x="3732" y="11353"/>
                        <a:pt x="1959" y="7497"/>
                      </a:cubicBezTo>
                      <a:cubicBezTo>
                        <a:pt x="319" y="3595"/>
                        <a:pt x="-1144" y="138"/>
                        <a:pt x="1294" y="5"/>
                      </a:cubicBezTo>
                      <a:cubicBezTo>
                        <a:pt x="3776" y="-128"/>
                        <a:pt x="6968" y="2620"/>
                        <a:pt x="9673" y="5945"/>
                      </a:cubicBezTo>
                      <a:cubicBezTo>
                        <a:pt x="12377" y="9225"/>
                        <a:pt x="14372" y="13127"/>
                        <a:pt x="15037" y="15122"/>
                      </a:cubicBezTo>
                      <a:cubicBezTo>
                        <a:pt x="16101" y="18801"/>
                        <a:pt x="15879" y="22303"/>
                        <a:pt x="14771" y="2509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88" name="Graphique 2">
                <a:extLst>
                  <a:ext uri="{FF2B5EF4-FFF2-40B4-BE49-F238E27FC236}">
                    <a16:creationId xmlns:a16="http://schemas.microsoft.com/office/drawing/2014/main" id="{298BE346-7109-41FF-82D3-D9B852875EAD}"/>
                  </a:ext>
                </a:extLst>
              </p:cNvPr>
              <p:cNvGrpSpPr/>
              <p:nvPr/>
            </p:nvGrpSpPr>
            <p:grpSpPr>
              <a:xfrm>
                <a:off x="6620029" y="1333613"/>
                <a:ext cx="59441" cy="71779"/>
                <a:chOff x="6620029" y="1333613"/>
                <a:chExt cx="59441" cy="71779"/>
              </a:xfrm>
              <a:solidFill>
                <a:schemeClr val="accent1"/>
              </a:solidFill>
            </p:grpSpPr>
            <p:sp>
              <p:nvSpPr>
                <p:cNvPr id="24296" name="Forme libre : forme 24295">
                  <a:extLst>
                    <a:ext uri="{FF2B5EF4-FFF2-40B4-BE49-F238E27FC236}">
                      <a16:creationId xmlns:a16="http://schemas.microsoft.com/office/drawing/2014/main" id="{137C6436-D25E-4431-9A74-AD4DE9C6B277}"/>
                    </a:ext>
                  </a:extLst>
                </p:cNvPr>
                <p:cNvSpPr/>
                <p:nvPr/>
              </p:nvSpPr>
              <p:spPr>
                <a:xfrm>
                  <a:off x="6620029" y="1333613"/>
                  <a:ext cx="59441" cy="71759"/>
                </a:xfrm>
                <a:custGeom>
                  <a:avLst/>
                  <a:gdLst>
                    <a:gd name="connsiteX0" fmla="*/ 14680 w 59441"/>
                    <a:gd name="connsiteY0" fmla="*/ 58069 h 71759"/>
                    <a:gd name="connsiteX1" fmla="*/ 3243 w 59441"/>
                    <a:gd name="connsiteY1" fmla="*/ 35770 h 71759"/>
                    <a:gd name="connsiteX2" fmla="*/ 184 w 59441"/>
                    <a:gd name="connsiteY2" fmla="*/ 20653 h 71759"/>
                    <a:gd name="connsiteX3" fmla="*/ 6789 w 59441"/>
                    <a:gd name="connsiteY3" fmla="*/ 9039 h 71759"/>
                    <a:gd name="connsiteX4" fmla="*/ 17385 w 59441"/>
                    <a:gd name="connsiteY4" fmla="*/ 2034 h 71759"/>
                    <a:gd name="connsiteX5" fmla="*/ 30994 w 59441"/>
                    <a:gd name="connsiteY5" fmla="*/ 1414 h 71759"/>
                    <a:gd name="connsiteX6" fmla="*/ 43762 w 59441"/>
                    <a:gd name="connsiteY6" fmla="*/ 13250 h 71759"/>
                    <a:gd name="connsiteX7" fmla="*/ 56440 w 59441"/>
                    <a:gd name="connsiteY7" fmla="*/ 37100 h 71759"/>
                    <a:gd name="connsiteX8" fmla="*/ 51253 w 59441"/>
                    <a:gd name="connsiteY8" fmla="*/ 64452 h 71759"/>
                    <a:gd name="connsiteX9" fmla="*/ 39727 w 59441"/>
                    <a:gd name="connsiteY9" fmla="*/ 70304 h 71759"/>
                    <a:gd name="connsiteX10" fmla="*/ 14680 w 59441"/>
                    <a:gd name="connsiteY10" fmla="*/ 58069 h 71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9441" h="71759">
                      <a:moveTo>
                        <a:pt x="14680" y="58069"/>
                      </a:moveTo>
                      <a:cubicBezTo>
                        <a:pt x="10912" y="50399"/>
                        <a:pt x="7144" y="42952"/>
                        <a:pt x="3243" y="35770"/>
                      </a:cubicBezTo>
                      <a:cubicBezTo>
                        <a:pt x="494" y="30761"/>
                        <a:pt x="-437" y="25441"/>
                        <a:pt x="184" y="20653"/>
                      </a:cubicBezTo>
                      <a:cubicBezTo>
                        <a:pt x="760" y="15910"/>
                        <a:pt x="3021" y="11565"/>
                        <a:pt x="6789" y="9039"/>
                      </a:cubicBezTo>
                      <a:lnTo>
                        <a:pt x="17385" y="2034"/>
                      </a:lnTo>
                      <a:cubicBezTo>
                        <a:pt x="21241" y="-493"/>
                        <a:pt x="26118" y="-626"/>
                        <a:pt x="30994" y="1414"/>
                      </a:cubicBezTo>
                      <a:cubicBezTo>
                        <a:pt x="35871" y="3453"/>
                        <a:pt x="40570" y="7620"/>
                        <a:pt x="43762" y="13250"/>
                      </a:cubicBezTo>
                      <a:cubicBezTo>
                        <a:pt x="48283" y="21274"/>
                        <a:pt x="52406" y="29253"/>
                        <a:pt x="56440" y="37100"/>
                      </a:cubicBezTo>
                      <a:cubicBezTo>
                        <a:pt x="62026" y="48094"/>
                        <a:pt x="59543" y="60152"/>
                        <a:pt x="51253" y="64452"/>
                      </a:cubicBezTo>
                      <a:lnTo>
                        <a:pt x="39727" y="70304"/>
                      </a:lnTo>
                      <a:cubicBezTo>
                        <a:pt x="31305" y="74648"/>
                        <a:pt x="19956" y="68885"/>
                        <a:pt x="14680" y="58069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97" name="Forme libre : forme 24296">
                  <a:extLst>
                    <a:ext uri="{FF2B5EF4-FFF2-40B4-BE49-F238E27FC236}">
                      <a16:creationId xmlns:a16="http://schemas.microsoft.com/office/drawing/2014/main" id="{810C0FF4-BD60-4B56-99E4-243CDD754952}"/>
                    </a:ext>
                  </a:extLst>
                </p:cNvPr>
                <p:cNvSpPr/>
                <p:nvPr/>
              </p:nvSpPr>
              <p:spPr>
                <a:xfrm>
                  <a:off x="6620029" y="1339637"/>
                  <a:ext cx="40082" cy="65755"/>
                </a:xfrm>
                <a:custGeom>
                  <a:avLst/>
                  <a:gdLst>
                    <a:gd name="connsiteX0" fmla="*/ 18714 w 40082"/>
                    <a:gd name="connsiteY0" fmla="*/ 26333 h 65755"/>
                    <a:gd name="connsiteX1" fmla="*/ 11754 w 40082"/>
                    <a:gd name="connsiteY1" fmla="*/ 13299 h 65755"/>
                    <a:gd name="connsiteX2" fmla="*/ 11356 w 40082"/>
                    <a:gd name="connsiteY2" fmla="*/ 0 h 65755"/>
                    <a:gd name="connsiteX3" fmla="*/ 6789 w 40082"/>
                    <a:gd name="connsiteY3" fmla="*/ 3014 h 65755"/>
                    <a:gd name="connsiteX4" fmla="*/ 184 w 40082"/>
                    <a:gd name="connsiteY4" fmla="*/ 14629 h 65755"/>
                    <a:gd name="connsiteX5" fmla="*/ 3243 w 40082"/>
                    <a:gd name="connsiteY5" fmla="*/ 29746 h 65755"/>
                    <a:gd name="connsiteX6" fmla="*/ 14680 w 40082"/>
                    <a:gd name="connsiteY6" fmla="*/ 52045 h 65755"/>
                    <a:gd name="connsiteX7" fmla="*/ 39727 w 40082"/>
                    <a:gd name="connsiteY7" fmla="*/ 64324 h 65755"/>
                    <a:gd name="connsiteX8" fmla="*/ 40082 w 40082"/>
                    <a:gd name="connsiteY8" fmla="*/ 64147 h 65755"/>
                    <a:gd name="connsiteX9" fmla="*/ 18714 w 40082"/>
                    <a:gd name="connsiteY9" fmla="*/ 26333 h 6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082" h="65755">
                      <a:moveTo>
                        <a:pt x="18714" y="26333"/>
                      </a:moveTo>
                      <a:cubicBezTo>
                        <a:pt x="15434" y="22343"/>
                        <a:pt x="13084" y="17821"/>
                        <a:pt x="11754" y="13299"/>
                      </a:cubicBezTo>
                      <a:cubicBezTo>
                        <a:pt x="10513" y="8733"/>
                        <a:pt x="10203" y="4211"/>
                        <a:pt x="11356" y="0"/>
                      </a:cubicBezTo>
                      <a:lnTo>
                        <a:pt x="6789" y="3014"/>
                      </a:lnTo>
                      <a:cubicBezTo>
                        <a:pt x="2977" y="5541"/>
                        <a:pt x="760" y="9886"/>
                        <a:pt x="184" y="14629"/>
                      </a:cubicBezTo>
                      <a:cubicBezTo>
                        <a:pt x="-437" y="19417"/>
                        <a:pt x="494" y="24737"/>
                        <a:pt x="3243" y="29746"/>
                      </a:cubicBezTo>
                      <a:cubicBezTo>
                        <a:pt x="7144" y="36928"/>
                        <a:pt x="10912" y="44375"/>
                        <a:pt x="14680" y="52045"/>
                      </a:cubicBezTo>
                      <a:cubicBezTo>
                        <a:pt x="19956" y="62861"/>
                        <a:pt x="31349" y="68624"/>
                        <a:pt x="39727" y="64324"/>
                      </a:cubicBezTo>
                      <a:lnTo>
                        <a:pt x="40082" y="64147"/>
                      </a:lnTo>
                      <a:cubicBezTo>
                        <a:pt x="32501" y="51202"/>
                        <a:pt x="28157" y="37548"/>
                        <a:pt x="18714" y="26333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98" name="Forme libre : forme 24297">
                  <a:extLst>
                    <a:ext uri="{FF2B5EF4-FFF2-40B4-BE49-F238E27FC236}">
                      <a16:creationId xmlns:a16="http://schemas.microsoft.com/office/drawing/2014/main" id="{3EA06531-DFB8-4157-BFE5-EC1773F0DDB8}"/>
                    </a:ext>
                  </a:extLst>
                </p:cNvPr>
                <p:cNvSpPr/>
                <p:nvPr/>
              </p:nvSpPr>
              <p:spPr>
                <a:xfrm>
                  <a:off x="6640121" y="1359497"/>
                  <a:ext cx="21443" cy="29571"/>
                </a:xfrm>
                <a:custGeom>
                  <a:avLst/>
                  <a:gdLst>
                    <a:gd name="connsiteX0" fmla="*/ 17907 w 21443"/>
                    <a:gd name="connsiteY0" fmla="*/ 29037 h 29571"/>
                    <a:gd name="connsiteX1" fmla="*/ 2879 w 21443"/>
                    <a:gd name="connsiteY1" fmla="*/ 18752 h 29571"/>
                    <a:gd name="connsiteX2" fmla="*/ 3278 w 21443"/>
                    <a:gd name="connsiteY2" fmla="*/ 621 h 29571"/>
                    <a:gd name="connsiteX3" fmla="*/ 18572 w 21443"/>
                    <a:gd name="connsiteY3" fmla="*/ 10729 h 29571"/>
                    <a:gd name="connsiteX4" fmla="*/ 17907 w 21443"/>
                    <a:gd name="connsiteY4" fmla="*/ 29037 h 29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443" h="29571">
                      <a:moveTo>
                        <a:pt x="17907" y="29037"/>
                      </a:moveTo>
                      <a:cubicBezTo>
                        <a:pt x="13518" y="31209"/>
                        <a:pt x="6824" y="26555"/>
                        <a:pt x="2879" y="18752"/>
                      </a:cubicBezTo>
                      <a:cubicBezTo>
                        <a:pt x="-1067" y="10994"/>
                        <a:pt x="-978" y="2971"/>
                        <a:pt x="3278" y="621"/>
                      </a:cubicBezTo>
                      <a:cubicBezTo>
                        <a:pt x="7489" y="-1728"/>
                        <a:pt x="14493" y="2793"/>
                        <a:pt x="18572" y="10729"/>
                      </a:cubicBezTo>
                      <a:cubicBezTo>
                        <a:pt x="22695" y="18708"/>
                        <a:pt x="22296" y="26865"/>
                        <a:pt x="17907" y="29037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99" name="Forme libre : forme 24298">
                  <a:extLst>
                    <a:ext uri="{FF2B5EF4-FFF2-40B4-BE49-F238E27FC236}">
                      <a16:creationId xmlns:a16="http://schemas.microsoft.com/office/drawing/2014/main" id="{47E4E2EE-2D70-4C06-A88C-0D672203B10C}"/>
                    </a:ext>
                  </a:extLst>
                </p:cNvPr>
                <p:cNvSpPr/>
                <p:nvPr/>
              </p:nvSpPr>
              <p:spPr>
                <a:xfrm>
                  <a:off x="6640121" y="1359497"/>
                  <a:ext cx="13074" cy="24692"/>
                </a:xfrm>
                <a:custGeom>
                  <a:avLst/>
                  <a:gdLst>
                    <a:gd name="connsiteX0" fmla="*/ 13075 w 13074"/>
                    <a:gd name="connsiteY0" fmla="*/ 3414 h 24692"/>
                    <a:gd name="connsiteX1" fmla="*/ 3278 w 13074"/>
                    <a:gd name="connsiteY1" fmla="*/ 621 h 24692"/>
                    <a:gd name="connsiteX2" fmla="*/ 2879 w 13074"/>
                    <a:gd name="connsiteY2" fmla="*/ 18752 h 24692"/>
                    <a:gd name="connsiteX3" fmla="*/ 6913 w 13074"/>
                    <a:gd name="connsiteY3" fmla="*/ 24693 h 24692"/>
                    <a:gd name="connsiteX4" fmla="*/ 5716 w 13074"/>
                    <a:gd name="connsiteY4" fmla="*/ 20880 h 24692"/>
                    <a:gd name="connsiteX5" fmla="*/ 13075 w 13074"/>
                    <a:gd name="connsiteY5" fmla="*/ 3414 h 24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074" h="24692">
                      <a:moveTo>
                        <a:pt x="13075" y="3414"/>
                      </a:moveTo>
                      <a:cubicBezTo>
                        <a:pt x="9617" y="355"/>
                        <a:pt x="5938" y="-842"/>
                        <a:pt x="3278" y="621"/>
                      </a:cubicBezTo>
                      <a:cubicBezTo>
                        <a:pt x="-978" y="2971"/>
                        <a:pt x="-1067" y="10995"/>
                        <a:pt x="2879" y="18752"/>
                      </a:cubicBezTo>
                      <a:cubicBezTo>
                        <a:pt x="4031" y="21058"/>
                        <a:pt x="5406" y="23053"/>
                        <a:pt x="6913" y="24693"/>
                      </a:cubicBezTo>
                      <a:cubicBezTo>
                        <a:pt x="6336" y="23496"/>
                        <a:pt x="5938" y="22210"/>
                        <a:pt x="5716" y="20880"/>
                      </a:cubicBezTo>
                      <a:cubicBezTo>
                        <a:pt x="5007" y="13433"/>
                        <a:pt x="7578" y="5719"/>
                        <a:pt x="13075" y="341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00" name="Forme libre : forme 24299">
                  <a:extLst>
                    <a:ext uri="{FF2B5EF4-FFF2-40B4-BE49-F238E27FC236}">
                      <a16:creationId xmlns:a16="http://schemas.microsoft.com/office/drawing/2014/main" id="{C1AE6E0A-D2D7-45C7-A40A-4587846706DB}"/>
                    </a:ext>
                  </a:extLst>
                </p:cNvPr>
                <p:cNvSpPr/>
                <p:nvPr/>
              </p:nvSpPr>
              <p:spPr>
                <a:xfrm>
                  <a:off x="6639160" y="1361846"/>
                  <a:ext cx="21373" cy="29583"/>
                </a:xfrm>
                <a:custGeom>
                  <a:avLst/>
                  <a:gdLst>
                    <a:gd name="connsiteX0" fmla="*/ 17848 w 21373"/>
                    <a:gd name="connsiteY0" fmla="*/ 29037 h 29583"/>
                    <a:gd name="connsiteX1" fmla="*/ 2819 w 21373"/>
                    <a:gd name="connsiteY1" fmla="*/ 18752 h 29583"/>
                    <a:gd name="connsiteX2" fmla="*/ 3307 w 21373"/>
                    <a:gd name="connsiteY2" fmla="*/ 621 h 29583"/>
                    <a:gd name="connsiteX3" fmla="*/ 18557 w 21373"/>
                    <a:gd name="connsiteY3" fmla="*/ 10729 h 29583"/>
                    <a:gd name="connsiteX4" fmla="*/ 17848 w 21373"/>
                    <a:gd name="connsiteY4" fmla="*/ 29037 h 29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73" h="29583">
                      <a:moveTo>
                        <a:pt x="17848" y="29037"/>
                      </a:moveTo>
                      <a:cubicBezTo>
                        <a:pt x="13459" y="31254"/>
                        <a:pt x="6765" y="26510"/>
                        <a:pt x="2819" y="18752"/>
                      </a:cubicBezTo>
                      <a:cubicBezTo>
                        <a:pt x="-1082" y="10994"/>
                        <a:pt x="-949" y="2971"/>
                        <a:pt x="3307" y="621"/>
                      </a:cubicBezTo>
                      <a:cubicBezTo>
                        <a:pt x="7563" y="-1728"/>
                        <a:pt x="14523" y="2793"/>
                        <a:pt x="18557" y="10729"/>
                      </a:cubicBezTo>
                      <a:cubicBezTo>
                        <a:pt x="22591" y="18664"/>
                        <a:pt x="22236" y="26865"/>
                        <a:pt x="17848" y="2903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01" name="Forme libre : forme 24300">
                  <a:extLst>
                    <a:ext uri="{FF2B5EF4-FFF2-40B4-BE49-F238E27FC236}">
                      <a16:creationId xmlns:a16="http://schemas.microsoft.com/office/drawing/2014/main" id="{EBBA4F0F-97B9-4863-AF9C-60E902E2E3F1}"/>
                    </a:ext>
                  </a:extLst>
                </p:cNvPr>
                <p:cNvSpPr/>
                <p:nvPr/>
              </p:nvSpPr>
              <p:spPr>
                <a:xfrm>
                  <a:off x="6627361" y="1343629"/>
                  <a:ext cx="25854" cy="45035"/>
                </a:xfrm>
                <a:custGeom>
                  <a:avLst/>
                  <a:gdLst>
                    <a:gd name="connsiteX0" fmla="*/ 8279 w 25854"/>
                    <a:gd name="connsiteY0" fmla="*/ 5361 h 45035"/>
                    <a:gd name="connsiteX1" fmla="*/ 1896 w 25854"/>
                    <a:gd name="connsiteY1" fmla="*/ 10459 h 45035"/>
                    <a:gd name="connsiteX2" fmla="*/ 1852 w 25854"/>
                    <a:gd name="connsiteY2" fmla="*/ 28280 h 45035"/>
                    <a:gd name="connsiteX3" fmla="*/ 10274 w 25854"/>
                    <a:gd name="connsiteY3" fmla="*/ 42289 h 45035"/>
                    <a:gd name="connsiteX4" fmla="*/ 19761 w 25854"/>
                    <a:gd name="connsiteY4" fmla="*/ 43530 h 45035"/>
                    <a:gd name="connsiteX5" fmla="*/ 20958 w 25854"/>
                    <a:gd name="connsiteY5" fmla="*/ 36703 h 45035"/>
                    <a:gd name="connsiteX6" fmla="*/ 23308 w 25854"/>
                    <a:gd name="connsiteY6" fmla="*/ 20123 h 45035"/>
                    <a:gd name="connsiteX7" fmla="*/ 23086 w 25854"/>
                    <a:gd name="connsiteY7" fmla="*/ 1593 h 45035"/>
                    <a:gd name="connsiteX8" fmla="*/ 8279 w 25854"/>
                    <a:gd name="connsiteY8" fmla="*/ 5361 h 45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854" h="45035">
                      <a:moveTo>
                        <a:pt x="8279" y="5361"/>
                      </a:moveTo>
                      <a:cubicBezTo>
                        <a:pt x="5886" y="6691"/>
                        <a:pt x="3448" y="8065"/>
                        <a:pt x="1896" y="10459"/>
                      </a:cubicBezTo>
                      <a:cubicBezTo>
                        <a:pt x="-1030" y="15025"/>
                        <a:pt x="-188" y="22030"/>
                        <a:pt x="1852" y="28280"/>
                      </a:cubicBezTo>
                      <a:cubicBezTo>
                        <a:pt x="3580" y="33423"/>
                        <a:pt x="6240" y="38742"/>
                        <a:pt x="10274" y="42289"/>
                      </a:cubicBezTo>
                      <a:cubicBezTo>
                        <a:pt x="13289" y="44904"/>
                        <a:pt x="17722" y="46279"/>
                        <a:pt x="19761" y="43530"/>
                      </a:cubicBezTo>
                      <a:cubicBezTo>
                        <a:pt x="21002" y="41846"/>
                        <a:pt x="20958" y="39141"/>
                        <a:pt x="20958" y="36703"/>
                      </a:cubicBezTo>
                      <a:cubicBezTo>
                        <a:pt x="21002" y="30896"/>
                        <a:pt x="21801" y="25310"/>
                        <a:pt x="23308" y="20123"/>
                      </a:cubicBezTo>
                      <a:cubicBezTo>
                        <a:pt x="24593" y="15779"/>
                        <a:pt x="28450" y="6602"/>
                        <a:pt x="23086" y="1593"/>
                      </a:cubicBezTo>
                      <a:cubicBezTo>
                        <a:pt x="18254" y="-2973"/>
                        <a:pt x="11649" y="3544"/>
                        <a:pt x="8279" y="536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02" name="Forme libre : forme 24301">
                  <a:extLst>
                    <a:ext uri="{FF2B5EF4-FFF2-40B4-BE49-F238E27FC236}">
                      <a16:creationId xmlns:a16="http://schemas.microsoft.com/office/drawing/2014/main" id="{6FD1A47D-B5D7-4D1C-AF92-854839FDFEE2}"/>
                    </a:ext>
                  </a:extLst>
                </p:cNvPr>
                <p:cNvSpPr/>
                <p:nvPr/>
              </p:nvSpPr>
              <p:spPr>
                <a:xfrm>
                  <a:off x="6645085" y="1350403"/>
                  <a:ext cx="12712" cy="10094"/>
                </a:xfrm>
                <a:custGeom>
                  <a:avLst/>
                  <a:gdLst>
                    <a:gd name="connsiteX0" fmla="*/ 2835 w 12712"/>
                    <a:gd name="connsiteY0" fmla="*/ 51 h 10094"/>
                    <a:gd name="connsiteX1" fmla="*/ 840 w 12712"/>
                    <a:gd name="connsiteY1" fmla="*/ 273 h 10094"/>
                    <a:gd name="connsiteX2" fmla="*/ 42 w 12712"/>
                    <a:gd name="connsiteY2" fmla="*/ 2179 h 10094"/>
                    <a:gd name="connsiteX3" fmla="*/ 1284 w 12712"/>
                    <a:gd name="connsiteY3" fmla="*/ 4218 h 10094"/>
                    <a:gd name="connsiteX4" fmla="*/ 5628 w 12712"/>
                    <a:gd name="connsiteY4" fmla="*/ 8385 h 10094"/>
                    <a:gd name="connsiteX5" fmla="*/ 7623 w 12712"/>
                    <a:gd name="connsiteY5" fmla="*/ 9671 h 10094"/>
                    <a:gd name="connsiteX6" fmla="*/ 11790 w 12712"/>
                    <a:gd name="connsiteY6" fmla="*/ 5459 h 10094"/>
                    <a:gd name="connsiteX7" fmla="*/ 2835 w 12712"/>
                    <a:gd name="connsiteY7" fmla="*/ 51 h 1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712" h="10094">
                      <a:moveTo>
                        <a:pt x="2835" y="51"/>
                      </a:moveTo>
                      <a:cubicBezTo>
                        <a:pt x="2126" y="-38"/>
                        <a:pt x="1417" y="-38"/>
                        <a:pt x="840" y="273"/>
                      </a:cubicBezTo>
                      <a:cubicBezTo>
                        <a:pt x="264" y="583"/>
                        <a:pt x="-135" y="1337"/>
                        <a:pt x="42" y="2179"/>
                      </a:cubicBezTo>
                      <a:cubicBezTo>
                        <a:pt x="176" y="2933"/>
                        <a:pt x="752" y="3597"/>
                        <a:pt x="1284" y="4218"/>
                      </a:cubicBezTo>
                      <a:cubicBezTo>
                        <a:pt x="2658" y="5725"/>
                        <a:pt x="4121" y="7144"/>
                        <a:pt x="5628" y="8385"/>
                      </a:cubicBezTo>
                      <a:cubicBezTo>
                        <a:pt x="6249" y="8917"/>
                        <a:pt x="6914" y="9405"/>
                        <a:pt x="7623" y="9671"/>
                      </a:cubicBezTo>
                      <a:cubicBezTo>
                        <a:pt x="10549" y="10912"/>
                        <a:pt x="14539" y="9405"/>
                        <a:pt x="11790" y="5459"/>
                      </a:cubicBezTo>
                      <a:cubicBezTo>
                        <a:pt x="9618" y="2356"/>
                        <a:pt x="5717" y="361"/>
                        <a:pt x="2835" y="5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03" name="Forme libre : forme 24302">
                  <a:extLst>
                    <a:ext uri="{FF2B5EF4-FFF2-40B4-BE49-F238E27FC236}">
                      <a16:creationId xmlns:a16="http://schemas.microsoft.com/office/drawing/2014/main" id="{3B9E72A3-90A5-469A-8F16-FFD3B8F3FFA4}"/>
                    </a:ext>
                  </a:extLst>
                </p:cNvPr>
                <p:cNvSpPr/>
                <p:nvPr/>
              </p:nvSpPr>
              <p:spPr>
                <a:xfrm>
                  <a:off x="6635773" y="1391637"/>
                  <a:ext cx="24648" cy="10953"/>
                </a:xfrm>
                <a:custGeom>
                  <a:avLst/>
                  <a:gdLst>
                    <a:gd name="connsiteX0" fmla="*/ 24648 w 24648"/>
                    <a:gd name="connsiteY0" fmla="*/ 9531 h 10953"/>
                    <a:gd name="connsiteX1" fmla="*/ 17156 w 24648"/>
                    <a:gd name="connsiteY1" fmla="*/ 10905 h 10953"/>
                    <a:gd name="connsiteX2" fmla="*/ 0 w 24648"/>
                    <a:gd name="connsiteY2" fmla="*/ 0 h 10953"/>
                    <a:gd name="connsiteX3" fmla="*/ 7048 w 24648"/>
                    <a:gd name="connsiteY3" fmla="*/ 5763 h 10953"/>
                    <a:gd name="connsiteX4" fmla="*/ 24648 w 24648"/>
                    <a:gd name="connsiteY4" fmla="*/ 9531 h 10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48" h="10953">
                      <a:moveTo>
                        <a:pt x="24648" y="9531"/>
                      </a:moveTo>
                      <a:cubicBezTo>
                        <a:pt x="24648" y="9531"/>
                        <a:pt x="21722" y="11260"/>
                        <a:pt x="17156" y="10905"/>
                      </a:cubicBezTo>
                      <a:cubicBezTo>
                        <a:pt x="12590" y="10595"/>
                        <a:pt x="6384" y="8068"/>
                        <a:pt x="0" y="0"/>
                      </a:cubicBezTo>
                      <a:cubicBezTo>
                        <a:pt x="0" y="0"/>
                        <a:pt x="2615" y="3014"/>
                        <a:pt x="7048" y="5763"/>
                      </a:cubicBezTo>
                      <a:cubicBezTo>
                        <a:pt x="11437" y="8511"/>
                        <a:pt x="17644" y="10950"/>
                        <a:pt x="24648" y="95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04" name="Forme libre : forme 24303">
                  <a:extLst>
                    <a:ext uri="{FF2B5EF4-FFF2-40B4-BE49-F238E27FC236}">
                      <a16:creationId xmlns:a16="http://schemas.microsoft.com/office/drawing/2014/main" id="{DEAD0669-80D7-4933-B93D-78F12796E1B2}"/>
                    </a:ext>
                  </a:extLst>
                </p:cNvPr>
                <p:cNvSpPr/>
                <p:nvPr/>
              </p:nvSpPr>
              <p:spPr>
                <a:xfrm>
                  <a:off x="6636970" y="1335929"/>
                  <a:ext cx="26376" cy="12884"/>
                </a:xfrm>
                <a:custGeom>
                  <a:avLst/>
                  <a:gdLst>
                    <a:gd name="connsiteX0" fmla="*/ 26377 w 26376"/>
                    <a:gd name="connsiteY0" fmla="*/ 12885 h 12884"/>
                    <a:gd name="connsiteX1" fmla="*/ 18885 w 26376"/>
                    <a:gd name="connsiteY1" fmla="*/ 4595 h 12884"/>
                    <a:gd name="connsiteX2" fmla="*/ 0 w 26376"/>
                    <a:gd name="connsiteY2" fmla="*/ 1625 h 12884"/>
                    <a:gd name="connsiteX3" fmla="*/ 8644 w 26376"/>
                    <a:gd name="connsiteY3" fmla="*/ 1359 h 12884"/>
                    <a:gd name="connsiteX4" fmla="*/ 26377 w 26376"/>
                    <a:gd name="connsiteY4" fmla="*/ 12885 h 12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76" h="12884">
                      <a:moveTo>
                        <a:pt x="26377" y="12885"/>
                      </a:moveTo>
                      <a:cubicBezTo>
                        <a:pt x="26377" y="12885"/>
                        <a:pt x="23673" y="8319"/>
                        <a:pt x="18885" y="4595"/>
                      </a:cubicBezTo>
                      <a:cubicBezTo>
                        <a:pt x="14141" y="827"/>
                        <a:pt x="7314" y="-1878"/>
                        <a:pt x="0" y="1625"/>
                      </a:cubicBezTo>
                      <a:cubicBezTo>
                        <a:pt x="0" y="1625"/>
                        <a:pt x="3502" y="516"/>
                        <a:pt x="8644" y="1359"/>
                      </a:cubicBezTo>
                      <a:cubicBezTo>
                        <a:pt x="13742" y="2201"/>
                        <a:pt x="20481" y="5127"/>
                        <a:pt x="26377" y="128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05" name="Forme libre : forme 24304">
                  <a:extLst>
                    <a:ext uri="{FF2B5EF4-FFF2-40B4-BE49-F238E27FC236}">
                      <a16:creationId xmlns:a16="http://schemas.microsoft.com/office/drawing/2014/main" id="{0728C913-555B-4031-83D8-25A81242A075}"/>
                    </a:ext>
                  </a:extLst>
                </p:cNvPr>
                <p:cNvSpPr/>
                <p:nvPr/>
              </p:nvSpPr>
              <p:spPr>
                <a:xfrm>
                  <a:off x="6652567" y="1369425"/>
                  <a:ext cx="6455" cy="11883"/>
                </a:xfrm>
                <a:custGeom>
                  <a:avLst/>
                  <a:gdLst>
                    <a:gd name="connsiteX0" fmla="*/ 4486 w 6455"/>
                    <a:gd name="connsiteY0" fmla="*/ 11883 h 11883"/>
                    <a:gd name="connsiteX1" fmla="*/ 274 w 6455"/>
                    <a:gd name="connsiteY1" fmla="*/ 6076 h 11883"/>
                    <a:gd name="connsiteX2" fmla="*/ 1914 w 6455"/>
                    <a:gd name="connsiteY2" fmla="*/ 2 h 11883"/>
                    <a:gd name="connsiteX3" fmla="*/ 6170 w 6455"/>
                    <a:gd name="connsiteY3" fmla="*/ 5854 h 11883"/>
                    <a:gd name="connsiteX4" fmla="*/ 4486 w 6455"/>
                    <a:gd name="connsiteY4" fmla="*/ 11883 h 11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55" h="11883">
                      <a:moveTo>
                        <a:pt x="4486" y="11883"/>
                      </a:moveTo>
                      <a:cubicBezTo>
                        <a:pt x="2845" y="11927"/>
                        <a:pt x="984" y="9356"/>
                        <a:pt x="274" y="6076"/>
                      </a:cubicBezTo>
                      <a:cubicBezTo>
                        <a:pt x="-435" y="2795"/>
                        <a:pt x="274" y="91"/>
                        <a:pt x="1914" y="2"/>
                      </a:cubicBezTo>
                      <a:cubicBezTo>
                        <a:pt x="3555" y="-86"/>
                        <a:pt x="5461" y="2529"/>
                        <a:pt x="6170" y="5854"/>
                      </a:cubicBezTo>
                      <a:cubicBezTo>
                        <a:pt x="6924" y="9134"/>
                        <a:pt x="6126" y="11838"/>
                        <a:pt x="4486" y="1188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06" name="Forme libre : forme 24305">
                  <a:extLst>
                    <a:ext uri="{FF2B5EF4-FFF2-40B4-BE49-F238E27FC236}">
                      <a16:creationId xmlns:a16="http://schemas.microsoft.com/office/drawing/2014/main" id="{495461CD-1D4E-4FF5-A787-535F789EF4FD}"/>
                    </a:ext>
                  </a:extLst>
                </p:cNvPr>
                <p:cNvSpPr/>
                <p:nvPr/>
              </p:nvSpPr>
              <p:spPr>
                <a:xfrm>
                  <a:off x="6656396" y="1379474"/>
                  <a:ext cx="2717" cy="3179"/>
                </a:xfrm>
                <a:custGeom>
                  <a:avLst/>
                  <a:gdLst>
                    <a:gd name="connsiteX0" fmla="*/ 2075 w 2717"/>
                    <a:gd name="connsiteY0" fmla="*/ 3075 h 3179"/>
                    <a:gd name="connsiteX1" fmla="*/ 213 w 2717"/>
                    <a:gd name="connsiteY1" fmla="*/ 2144 h 3179"/>
                    <a:gd name="connsiteX2" fmla="*/ 612 w 2717"/>
                    <a:gd name="connsiteY2" fmla="*/ 105 h 3179"/>
                    <a:gd name="connsiteX3" fmla="*/ 2474 w 2717"/>
                    <a:gd name="connsiteY3" fmla="*/ 1036 h 3179"/>
                    <a:gd name="connsiteX4" fmla="*/ 2075 w 2717"/>
                    <a:gd name="connsiteY4" fmla="*/ 3075 h 3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17" h="3179">
                      <a:moveTo>
                        <a:pt x="2075" y="3075"/>
                      </a:moveTo>
                      <a:cubicBezTo>
                        <a:pt x="1454" y="3385"/>
                        <a:pt x="612" y="2986"/>
                        <a:pt x="213" y="2144"/>
                      </a:cubicBezTo>
                      <a:cubicBezTo>
                        <a:pt x="-186" y="1346"/>
                        <a:pt x="-9" y="415"/>
                        <a:pt x="612" y="105"/>
                      </a:cubicBezTo>
                      <a:cubicBezTo>
                        <a:pt x="1233" y="-206"/>
                        <a:pt x="2075" y="193"/>
                        <a:pt x="2474" y="1036"/>
                      </a:cubicBezTo>
                      <a:cubicBezTo>
                        <a:pt x="2917" y="1834"/>
                        <a:pt x="2740" y="2765"/>
                        <a:pt x="2075" y="30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07" name="Forme libre : forme 24306">
                  <a:extLst>
                    <a:ext uri="{FF2B5EF4-FFF2-40B4-BE49-F238E27FC236}">
                      <a16:creationId xmlns:a16="http://schemas.microsoft.com/office/drawing/2014/main" id="{76CEF131-FC8C-462C-885B-215C09A11664}"/>
                    </a:ext>
                  </a:extLst>
                </p:cNvPr>
                <p:cNvSpPr/>
                <p:nvPr/>
              </p:nvSpPr>
              <p:spPr>
                <a:xfrm>
                  <a:off x="6659095" y="1363308"/>
                  <a:ext cx="15942" cy="33257"/>
                </a:xfrm>
                <a:custGeom>
                  <a:avLst/>
                  <a:gdLst>
                    <a:gd name="connsiteX0" fmla="*/ 13517 w 15942"/>
                    <a:gd name="connsiteY0" fmla="*/ 25669 h 33257"/>
                    <a:gd name="connsiteX1" fmla="*/ 4607 w 15942"/>
                    <a:gd name="connsiteY1" fmla="*/ 32762 h 33257"/>
                    <a:gd name="connsiteX2" fmla="*/ 484 w 15942"/>
                    <a:gd name="connsiteY2" fmla="*/ 32186 h 33257"/>
                    <a:gd name="connsiteX3" fmla="*/ 839 w 15942"/>
                    <a:gd name="connsiteY3" fmla="*/ 27974 h 33257"/>
                    <a:gd name="connsiteX4" fmla="*/ 6735 w 15942"/>
                    <a:gd name="connsiteY4" fmla="*/ 16847 h 33257"/>
                    <a:gd name="connsiteX5" fmla="*/ 7311 w 15942"/>
                    <a:gd name="connsiteY5" fmla="*/ 46 h 33257"/>
                    <a:gd name="connsiteX6" fmla="*/ 15911 w 15942"/>
                    <a:gd name="connsiteY6" fmla="*/ 16404 h 33257"/>
                    <a:gd name="connsiteX7" fmla="*/ 13517 w 15942"/>
                    <a:gd name="connsiteY7" fmla="*/ 25669 h 33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42" h="33257">
                      <a:moveTo>
                        <a:pt x="13517" y="25669"/>
                      </a:moveTo>
                      <a:cubicBezTo>
                        <a:pt x="11345" y="28994"/>
                        <a:pt x="8065" y="31166"/>
                        <a:pt x="4607" y="32762"/>
                      </a:cubicBezTo>
                      <a:cubicBezTo>
                        <a:pt x="3321" y="33338"/>
                        <a:pt x="1504" y="33693"/>
                        <a:pt x="484" y="32186"/>
                      </a:cubicBezTo>
                      <a:cubicBezTo>
                        <a:pt x="-447" y="30811"/>
                        <a:pt x="129" y="29127"/>
                        <a:pt x="839" y="27974"/>
                      </a:cubicBezTo>
                      <a:cubicBezTo>
                        <a:pt x="3055" y="24428"/>
                        <a:pt x="6247" y="21502"/>
                        <a:pt x="6735" y="16847"/>
                      </a:cubicBezTo>
                      <a:cubicBezTo>
                        <a:pt x="7089" y="13966"/>
                        <a:pt x="2833" y="-929"/>
                        <a:pt x="7311" y="46"/>
                      </a:cubicBezTo>
                      <a:cubicBezTo>
                        <a:pt x="11921" y="1065"/>
                        <a:pt x="15778" y="12547"/>
                        <a:pt x="15911" y="16404"/>
                      </a:cubicBezTo>
                      <a:cubicBezTo>
                        <a:pt x="16133" y="19906"/>
                        <a:pt x="15158" y="23187"/>
                        <a:pt x="13517" y="2566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89" name="Graphique 2">
                <a:extLst>
                  <a:ext uri="{FF2B5EF4-FFF2-40B4-BE49-F238E27FC236}">
                    <a16:creationId xmlns:a16="http://schemas.microsoft.com/office/drawing/2014/main" id="{FFC84598-6697-4599-9152-19E89D64988F}"/>
                  </a:ext>
                </a:extLst>
              </p:cNvPr>
              <p:cNvGrpSpPr/>
              <p:nvPr/>
            </p:nvGrpSpPr>
            <p:grpSpPr>
              <a:xfrm>
                <a:off x="6651673" y="1396675"/>
                <a:ext cx="62527" cy="70815"/>
                <a:chOff x="6651673" y="1396675"/>
                <a:chExt cx="62527" cy="70815"/>
              </a:xfrm>
              <a:solidFill>
                <a:schemeClr val="accent1"/>
              </a:solidFill>
            </p:grpSpPr>
            <p:sp>
              <p:nvSpPr>
                <p:cNvPr id="24284" name="Forme libre : forme 24283">
                  <a:extLst>
                    <a:ext uri="{FF2B5EF4-FFF2-40B4-BE49-F238E27FC236}">
                      <a16:creationId xmlns:a16="http://schemas.microsoft.com/office/drawing/2014/main" id="{A8639F7E-7404-4E55-90D6-2A95ED484AEE}"/>
                    </a:ext>
                  </a:extLst>
                </p:cNvPr>
                <p:cNvSpPr/>
                <p:nvPr/>
              </p:nvSpPr>
              <p:spPr>
                <a:xfrm>
                  <a:off x="6651735" y="1396675"/>
                  <a:ext cx="62465" cy="70815"/>
                </a:xfrm>
                <a:custGeom>
                  <a:avLst/>
                  <a:gdLst>
                    <a:gd name="connsiteX0" fmla="*/ 20124 w 62465"/>
                    <a:gd name="connsiteY0" fmla="*/ 60483 h 70815"/>
                    <a:gd name="connsiteX1" fmla="*/ 11213 w 62465"/>
                    <a:gd name="connsiteY1" fmla="*/ 48115 h 70815"/>
                    <a:gd name="connsiteX2" fmla="*/ 3721 w 62465"/>
                    <a:gd name="connsiteY2" fmla="*/ 35746 h 70815"/>
                    <a:gd name="connsiteX3" fmla="*/ 264 w 62465"/>
                    <a:gd name="connsiteY3" fmla="*/ 18768 h 70815"/>
                    <a:gd name="connsiteX4" fmla="*/ 7977 w 62465"/>
                    <a:gd name="connsiteY4" fmla="*/ 7330 h 70815"/>
                    <a:gd name="connsiteX5" fmla="*/ 19503 w 62465"/>
                    <a:gd name="connsiteY5" fmla="*/ 1478 h 70815"/>
                    <a:gd name="connsiteX6" fmla="*/ 33157 w 62465"/>
                    <a:gd name="connsiteY6" fmla="*/ 1656 h 70815"/>
                    <a:gd name="connsiteX7" fmla="*/ 44683 w 62465"/>
                    <a:gd name="connsiteY7" fmla="*/ 12118 h 70815"/>
                    <a:gd name="connsiteX8" fmla="*/ 50801 w 62465"/>
                    <a:gd name="connsiteY8" fmla="*/ 21915 h 70815"/>
                    <a:gd name="connsiteX9" fmla="*/ 57185 w 62465"/>
                    <a:gd name="connsiteY9" fmla="*/ 30604 h 70815"/>
                    <a:gd name="connsiteX10" fmla="*/ 60775 w 62465"/>
                    <a:gd name="connsiteY10" fmla="*/ 36677 h 70815"/>
                    <a:gd name="connsiteX11" fmla="*/ 62416 w 62465"/>
                    <a:gd name="connsiteY11" fmla="*/ 43681 h 70815"/>
                    <a:gd name="connsiteX12" fmla="*/ 58337 w 62465"/>
                    <a:gd name="connsiteY12" fmla="*/ 56715 h 70815"/>
                    <a:gd name="connsiteX13" fmla="*/ 49382 w 62465"/>
                    <a:gd name="connsiteY13" fmla="*/ 66468 h 70815"/>
                    <a:gd name="connsiteX14" fmla="*/ 35906 w 62465"/>
                    <a:gd name="connsiteY14" fmla="*/ 70546 h 70815"/>
                    <a:gd name="connsiteX15" fmla="*/ 27749 w 62465"/>
                    <a:gd name="connsiteY15" fmla="*/ 67443 h 70815"/>
                    <a:gd name="connsiteX16" fmla="*/ 20124 w 62465"/>
                    <a:gd name="connsiteY16" fmla="*/ 60483 h 70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465" h="70815">
                      <a:moveTo>
                        <a:pt x="20124" y="60483"/>
                      </a:moveTo>
                      <a:cubicBezTo>
                        <a:pt x="16888" y="56360"/>
                        <a:pt x="13962" y="52237"/>
                        <a:pt x="11213" y="48115"/>
                      </a:cubicBezTo>
                      <a:cubicBezTo>
                        <a:pt x="8553" y="43992"/>
                        <a:pt x="6026" y="39825"/>
                        <a:pt x="3721" y="35746"/>
                      </a:cubicBezTo>
                      <a:cubicBezTo>
                        <a:pt x="441" y="29983"/>
                        <a:pt x="-534" y="23866"/>
                        <a:pt x="264" y="18768"/>
                      </a:cubicBezTo>
                      <a:cubicBezTo>
                        <a:pt x="1150" y="13669"/>
                        <a:pt x="3810" y="9458"/>
                        <a:pt x="7977" y="7330"/>
                      </a:cubicBezTo>
                      <a:lnTo>
                        <a:pt x="19503" y="1478"/>
                      </a:lnTo>
                      <a:cubicBezTo>
                        <a:pt x="23670" y="-649"/>
                        <a:pt x="28591" y="-383"/>
                        <a:pt x="33157" y="1656"/>
                      </a:cubicBezTo>
                      <a:cubicBezTo>
                        <a:pt x="37723" y="3651"/>
                        <a:pt x="41890" y="7330"/>
                        <a:pt x="44683" y="12118"/>
                      </a:cubicBezTo>
                      <a:cubicBezTo>
                        <a:pt x="46678" y="15531"/>
                        <a:pt x="48717" y="18812"/>
                        <a:pt x="50801" y="21915"/>
                      </a:cubicBezTo>
                      <a:cubicBezTo>
                        <a:pt x="52884" y="25018"/>
                        <a:pt x="55012" y="27900"/>
                        <a:pt x="57185" y="30604"/>
                      </a:cubicBezTo>
                      <a:cubicBezTo>
                        <a:pt x="58736" y="32377"/>
                        <a:pt x="59756" y="34416"/>
                        <a:pt x="60775" y="36677"/>
                      </a:cubicBezTo>
                      <a:cubicBezTo>
                        <a:pt x="61662" y="38938"/>
                        <a:pt x="62238" y="41288"/>
                        <a:pt x="62416" y="43681"/>
                      </a:cubicBezTo>
                      <a:cubicBezTo>
                        <a:pt x="62726" y="48469"/>
                        <a:pt x="61618" y="53168"/>
                        <a:pt x="58337" y="56715"/>
                      </a:cubicBezTo>
                      <a:lnTo>
                        <a:pt x="49382" y="66468"/>
                      </a:lnTo>
                      <a:cubicBezTo>
                        <a:pt x="46191" y="69970"/>
                        <a:pt x="41225" y="71477"/>
                        <a:pt x="35906" y="70546"/>
                      </a:cubicBezTo>
                      <a:cubicBezTo>
                        <a:pt x="33201" y="70103"/>
                        <a:pt x="30409" y="69083"/>
                        <a:pt x="27749" y="67443"/>
                      </a:cubicBezTo>
                      <a:cubicBezTo>
                        <a:pt x="25177" y="65803"/>
                        <a:pt x="22473" y="63320"/>
                        <a:pt x="20124" y="60483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85" name="Forme libre : forme 24284">
                  <a:extLst>
                    <a:ext uri="{FF2B5EF4-FFF2-40B4-BE49-F238E27FC236}">
                      <a16:creationId xmlns:a16="http://schemas.microsoft.com/office/drawing/2014/main" id="{4B6FFE7F-E1A8-4489-8757-0D1397C28059}"/>
                    </a:ext>
                  </a:extLst>
                </p:cNvPr>
                <p:cNvSpPr/>
                <p:nvPr/>
              </p:nvSpPr>
              <p:spPr>
                <a:xfrm>
                  <a:off x="6651673" y="1401434"/>
                  <a:ext cx="49754" cy="65940"/>
                </a:xfrm>
                <a:custGeom>
                  <a:avLst/>
                  <a:gdLst>
                    <a:gd name="connsiteX0" fmla="*/ 19654 w 49754"/>
                    <a:gd name="connsiteY0" fmla="*/ 27264 h 65940"/>
                    <a:gd name="connsiteX1" fmla="*/ 13005 w 49754"/>
                    <a:gd name="connsiteY1" fmla="*/ 0 h 65940"/>
                    <a:gd name="connsiteX2" fmla="*/ 7995 w 49754"/>
                    <a:gd name="connsiteY2" fmla="*/ 2527 h 65940"/>
                    <a:gd name="connsiteX3" fmla="*/ 281 w 49754"/>
                    <a:gd name="connsiteY3" fmla="*/ 13964 h 65940"/>
                    <a:gd name="connsiteX4" fmla="*/ 3739 w 49754"/>
                    <a:gd name="connsiteY4" fmla="*/ 30943 h 65940"/>
                    <a:gd name="connsiteX5" fmla="*/ 11231 w 49754"/>
                    <a:gd name="connsiteY5" fmla="*/ 43311 h 65940"/>
                    <a:gd name="connsiteX6" fmla="*/ 20142 w 49754"/>
                    <a:gd name="connsiteY6" fmla="*/ 55680 h 65940"/>
                    <a:gd name="connsiteX7" fmla="*/ 27855 w 49754"/>
                    <a:gd name="connsiteY7" fmla="*/ 62551 h 65940"/>
                    <a:gd name="connsiteX8" fmla="*/ 36012 w 49754"/>
                    <a:gd name="connsiteY8" fmla="*/ 65654 h 65940"/>
                    <a:gd name="connsiteX9" fmla="*/ 49489 w 49754"/>
                    <a:gd name="connsiteY9" fmla="*/ 61576 h 65940"/>
                    <a:gd name="connsiteX10" fmla="*/ 49755 w 49754"/>
                    <a:gd name="connsiteY10" fmla="*/ 61265 h 65940"/>
                    <a:gd name="connsiteX11" fmla="*/ 41376 w 49754"/>
                    <a:gd name="connsiteY11" fmla="*/ 53508 h 65940"/>
                    <a:gd name="connsiteX12" fmla="*/ 37564 w 49754"/>
                    <a:gd name="connsiteY12" fmla="*/ 49340 h 65940"/>
                    <a:gd name="connsiteX13" fmla="*/ 33884 w 49754"/>
                    <a:gd name="connsiteY13" fmla="*/ 44907 h 65940"/>
                    <a:gd name="connsiteX14" fmla="*/ 26880 w 49754"/>
                    <a:gd name="connsiteY14" fmla="*/ 35997 h 65940"/>
                    <a:gd name="connsiteX15" fmla="*/ 19654 w 49754"/>
                    <a:gd name="connsiteY15" fmla="*/ 27264 h 65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9754" h="65940">
                      <a:moveTo>
                        <a:pt x="19654" y="27264"/>
                      </a:moveTo>
                      <a:cubicBezTo>
                        <a:pt x="12339" y="19107"/>
                        <a:pt x="9768" y="8024"/>
                        <a:pt x="13005" y="0"/>
                      </a:cubicBezTo>
                      <a:lnTo>
                        <a:pt x="7995" y="2527"/>
                      </a:lnTo>
                      <a:cubicBezTo>
                        <a:pt x="3828" y="4655"/>
                        <a:pt x="1168" y="8822"/>
                        <a:pt x="281" y="13964"/>
                      </a:cubicBezTo>
                      <a:cubicBezTo>
                        <a:pt x="-561" y="19062"/>
                        <a:pt x="459" y="25180"/>
                        <a:pt x="3739" y="30943"/>
                      </a:cubicBezTo>
                      <a:cubicBezTo>
                        <a:pt x="6045" y="35066"/>
                        <a:pt x="8571" y="39189"/>
                        <a:pt x="11231" y="43311"/>
                      </a:cubicBezTo>
                      <a:cubicBezTo>
                        <a:pt x="13935" y="47434"/>
                        <a:pt x="16905" y="51601"/>
                        <a:pt x="20142" y="55680"/>
                      </a:cubicBezTo>
                      <a:cubicBezTo>
                        <a:pt x="22536" y="58561"/>
                        <a:pt x="25196" y="61044"/>
                        <a:pt x="27855" y="62551"/>
                      </a:cubicBezTo>
                      <a:cubicBezTo>
                        <a:pt x="30515" y="64191"/>
                        <a:pt x="33352" y="65211"/>
                        <a:pt x="36012" y="65654"/>
                      </a:cubicBezTo>
                      <a:cubicBezTo>
                        <a:pt x="41332" y="66629"/>
                        <a:pt x="46297" y="65078"/>
                        <a:pt x="49489" y="61576"/>
                      </a:cubicBezTo>
                      <a:lnTo>
                        <a:pt x="49755" y="61265"/>
                      </a:lnTo>
                      <a:cubicBezTo>
                        <a:pt x="46740" y="58872"/>
                        <a:pt x="44036" y="56212"/>
                        <a:pt x="41376" y="53508"/>
                      </a:cubicBezTo>
                      <a:lnTo>
                        <a:pt x="37564" y="49340"/>
                      </a:lnTo>
                      <a:lnTo>
                        <a:pt x="33884" y="44907"/>
                      </a:lnTo>
                      <a:cubicBezTo>
                        <a:pt x="31579" y="41937"/>
                        <a:pt x="29274" y="39011"/>
                        <a:pt x="26880" y="35997"/>
                      </a:cubicBezTo>
                      <a:cubicBezTo>
                        <a:pt x="24619" y="33071"/>
                        <a:pt x="22314" y="30101"/>
                        <a:pt x="19654" y="2726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86" name="Forme libre : forme 24285">
                  <a:extLst>
                    <a:ext uri="{FF2B5EF4-FFF2-40B4-BE49-F238E27FC236}">
                      <a16:creationId xmlns:a16="http://schemas.microsoft.com/office/drawing/2014/main" id="{BA4FECC3-667B-44E4-B192-5834A9317224}"/>
                    </a:ext>
                  </a:extLst>
                </p:cNvPr>
                <p:cNvSpPr/>
                <p:nvPr/>
              </p:nvSpPr>
              <p:spPr>
                <a:xfrm>
                  <a:off x="6672859" y="1421818"/>
                  <a:ext cx="23705" cy="28330"/>
                </a:xfrm>
                <a:custGeom>
                  <a:avLst/>
                  <a:gdLst>
                    <a:gd name="connsiteX0" fmla="*/ 21785 w 23705"/>
                    <a:gd name="connsiteY0" fmla="*/ 26873 h 28330"/>
                    <a:gd name="connsiteX1" fmla="*/ 13806 w 23705"/>
                    <a:gd name="connsiteY1" fmla="*/ 27450 h 28330"/>
                    <a:gd name="connsiteX2" fmla="*/ 8841 w 23705"/>
                    <a:gd name="connsiteY2" fmla="*/ 24435 h 28330"/>
                    <a:gd name="connsiteX3" fmla="*/ 4319 w 23705"/>
                    <a:gd name="connsiteY3" fmla="*/ 19470 h 28330"/>
                    <a:gd name="connsiteX4" fmla="*/ 19 w 23705"/>
                    <a:gd name="connsiteY4" fmla="*/ 8077 h 28330"/>
                    <a:gd name="connsiteX5" fmla="*/ 3034 w 23705"/>
                    <a:gd name="connsiteY5" fmla="*/ 718 h 28330"/>
                    <a:gd name="connsiteX6" fmla="*/ 10836 w 23705"/>
                    <a:gd name="connsiteY6" fmla="*/ 1472 h 28330"/>
                    <a:gd name="connsiteX7" fmla="*/ 19037 w 23705"/>
                    <a:gd name="connsiteY7" fmla="*/ 9141 h 28330"/>
                    <a:gd name="connsiteX8" fmla="*/ 21963 w 23705"/>
                    <a:gd name="connsiteY8" fmla="*/ 14283 h 28330"/>
                    <a:gd name="connsiteX9" fmla="*/ 23514 w 23705"/>
                    <a:gd name="connsiteY9" fmla="*/ 19204 h 28330"/>
                    <a:gd name="connsiteX10" fmla="*/ 21785 w 23705"/>
                    <a:gd name="connsiteY10" fmla="*/ 26873 h 28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705" h="28330">
                      <a:moveTo>
                        <a:pt x="21785" y="26873"/>
                      </a:moveTo>
                      <a:cubicBezTo>
                        <a:pt x="19968" y="28558"/>
                        <a:pt x="16998" y="28824"/>
                        <a:pt x="13806" y="27450"/>
                      </a:cubicBezTo>
                      <a:cubicBezTo>
                        <a:pt x="12210" y="26784"/>
                        <a:pt x="10392" y="25809"/>
                        <a:pt x="8841" y="24435"/>
                      </a:cubicBezTo>
                      <a:cubicBezTo>
                        <a:pt x="7289" y="23061"/>
                        <a:pt x="5649" y="21420"/>
                        <a:pt x="4319" y="19470"/>
                      </a:cubicBezTo>
                      <a:cubicBezTo>
                        <a:pt x="1615" y="15613"/>
                        <a:pt x="196" y="11446"/>
                        <a:pt x="19" y="8077"/>
                      </a:cubicBezTo>
                      <a:cubicBezTo>
                        <a:pt x="-158" y="4663"/>
                        <a:pt x="906" y="1959"/>
                        <a:pt x="3034" y="718"/>
                      </a:cubicBezTo>
                      <a:cubicBezTo>
                        <a:pt x="5161" y="-523"/>
                        <a:pt x="7999" y="-80"/>
                        <a:pt x="10836" y="1472"/>
                      </a:cubicBezTo>
                      <a:cubicBezTo>
                        <a:pt x="13717" y="3023"/>
                        <a:pt x="16599" y="5727"/>
                        <a:pt x="19037" y="9141"/>
                      </a:cubicBezTo>
                      <a:cubicBezTo>
                        <a:pt x="20234" y="10870"/>
                        <a:pt x="21253" y="12554"/>
                        <a:pt x="21963" y="14283"/>
                      </a:cubicBezTo>
                      <a:cubicBezTo>
                        <a:pt x="22672" y="16056"/>
                        <a:pt x="23248" y="17608"/>
                        <a:pt x="23514" y="19204"/>
                      </a:cubicBezTo>
                      <a:cubicBezTo>
                        <a:pt x="24002" y="22396"/>
                        <a:pt x="23603" y="25189"/>
                        <a:pt x="21785" y="2687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87" name="Forme libre : forme 24286">
                  <a:extLst>
                    <a:ext uri="{FF2B5EF4-FFF2-40B4-BE49-F238E27FC236}">
                      <a16:creationId xmlns:a16="http://schemas.microsoft.com/office/drawing/2014/main" id="{AC0C3EF0-6CDB-41B2-88F3-61BF9E11C5CA}"/>
                    </a:ext>
                  </a:extLst>
                </p:cNvPr>
                <p:cNvSpPr/>
                <p:nvPr/>
              </p:nvSpPr>
              <p:spPr>
                <a:xfrm>
                  <a:off x="6672815" y="1421794"/>
                  <a:ext cx="13007" cy="25124"/>
                </a:xfrm>
                <a:custGeom>
                  <a:avLst/>
                  <a:gdLst>
                    <a:gd name="connsiteX0" fmla="*/ 13008 w 13007"/>
                    <a:gd name="connsiteY0" fmla="*/ 2826 h 25124"/>
                    <a:gd name="connsiteX1" fmla="*/ 3034 w 13007"/>
                    <a:gd name="connsiteY1" fmla="*/ 742 h 25124"/>
                    <a:gd name="connsiteX2" fmla="*/ 19 w 13007"/>
                    <a:gd name="connsiteY2" fmla="*/ 8101 h 25124"/>
                    <a:gd name="connsiteX3" fmla="*/ 4319 w 13007"/>
                    <a:gd name="connsiteY3" fmla="*/ 19494 h 25124"/>
                    <a:gd name="connsiteX4" fmla="*/ 9683 w 13007"/>
                    <a:gd name="connsiteY4" fmla="*/ 25124 h 25124"/>
                    <a:gd name="connsiteX5" fmla="*/ 7644 w 13007"/>
                    <a:gd name="connsiteY5" fmla="*/ 21356 h 25124"/>
                    <a:gd name="connsiteX6" fmla="*/ 7422 w 13007"/>
                    <a:gd name="connsiteY6" fmla="*/ 10229 h 25124"/>
                    <a:gd name="connsiteX7" fmla="*/ 13008 w 13007"/>
                    <a:gd name="connsiteY7" fmla="*/ 2826 h 25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007" h="25124">
                      <a:moveTo>
                        <a:pt x="13008" y="2826"/>
                      </a:moveTo>
                      <a:cubicBezTo>
                        <a:pt x="9417" y="254"/>
                        <a:pt x="5738" y="-854"/>
                        <a:pt x="3034" y="742"/>
                      </a:cubicBezTo>
                      <a:cubicBezTo>
                        <a:pt x="906" y="1983"/>
                        <a:pt x="-158" y="4687"/>
                        <a:pt x="19" y="8101"/>
                      </a:cubicBezTo>
                      <a:cubicBezTo>
                        <a:pt x="196" y="11514"/>
                        <a:pt x="1615" y="15637"/>
                        <a:pt x="4319" y="19494"/>
                      </a:cubicBezTo>
                      <a:cubicBezTo>
                        <a:pt x="5871" y="21755"/>
                        <a:pt x="7821" y="23661"/>
                        <a:pt x="9683" y="25124"/>
                      </a:cubicBezTo>
                      <a:cubicBezTo>
                        <a:pt x="8841" y="23927"/>
                        <a:pt x="8132" y="22686"/>
                        <a:pt x="7644" y="21356"/>
                      </a:cubicBezTo>
                      <a:cubicBezTo>
                        <a:pt x="6447" y="17543"/>
                        <a:pt x="6536" y="13509"/>
                        <a:pt x="7422" y="10229"/>
                      </a:cubicBezTo>
                      <a:cubicBezTo>
                        <a:pt x="8442" y="6860"/>
                        <a:pt x="10304" y="4244"/>
                        <a:pt x="13008" y="2826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88" name="Forme libre : forme 24287">
                  <a:extLst>
                    <a:ext uri="{FF2B5EF4-FFF2-40B4-BE49-F238E27FC236}">
                      <a16:creationId xmlns:a16="http://schemas.microsoft.com/office/drawing/2014/main" id="{A702942C-5DDA-47B0-B8DE-0E07C713ADD5}"/>
                    </a:ext>
                  </a:extLst>
                </p:cNvPr>
                <p:cNvSpPr/>
                <p:nvPr/>
              </p:nvSpPr>
              <p:spPr>
                <a:xfrm>
                  <a:off x="6672061" y="1424192"/>
                  <a:ext cx="24078" cy="28543"/>
                </a:xfrm>
                <a:custGeom>
                  <a:avLst/>
                  <a:gdLst>
                    <a:gd name="connsiteX0" fmla="*/ 22229 w 24078"/>
                    <a:gd name="connsiteY0" fmla="*/ 27070 h 28543"/>
                    <a:gd name="connsiteX1" fmla="*/ 14205 w 24078"/>
                    <a:gd name="connsiteY1" fmla="*/ 27735 h 28543"/>
                    <a:gd name="connsiteX2" fmla="*/ 9151 w 24078"/>
                    <a:gd name="connsiteY2" fmla="*/ 24676 h 28543"/>
                    <a:gd name="connsiteX3" fmla="*/ 4496 w 24078"/>
                    <a:gd name="connsiteY3" fmla="*/ 19667 h 28543"/>
                    <a:gd name="connsiteX4" fmla="*/ 2945 w 24078"/>
                    <a:gd name="connsiteY4" fmla="*/ 737 h 28543"/>
                    <a:gd name="connsiteX5" fmla="*/ 19081 w 24078"/>
                    <a:gd name="connsiteY5" fmla="*/ 9116 h 28543"/>
                    <a:gd name="connsiteX6" fmla="*/ 22140 w 24078"/>
                    <a:gd name="connsiteY6" fmla="*/ 14303 h 28543"/>
                    <a:gd name="connsiteX7" fmla="*/ 23825 w 24078"/>
                    <a:gd name="connsiteY7" fmla="*/ 19268 h 28543"/>
                    <a:gd name="connsiteX8" fmla="*/ 22229 w 24078"/>
                    <a:gd name="connsiteY8" fmla="*/ 27070 h 28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078" h="28543">
                      <a:moveTo>
                        <a:pt x="22229" y="27070"/>
                      </a:moveTo>
                      <a:cubicBezTo>
                        <a:pt x="20411" y="28755"/>
                        <a:pt x="17485" y="29021"/>
                        <a:pt x="14205" y="27735"/>
                      </a:cubicBezTo>
                      <a:cubicBezTo>
                        <a:pt x="12565" y="27070"/>
                        <a:pt x="10836" y="26050"/>
                        <a:pt x="9151" y="24676"/>
                      </a:cubicBezTo>
                      <a:cubicBezTo>
                        <a:pt x="7511" y="23302"/>
                        <a:pt x="5959" y="21617"/>
                        <a:pt x="4496" y="19667"/>
                      </a:cubicBezTo>
                      <a:cubicBezTo>
                        <a:pt x="-1089" y="11776"/>
                        <a:pt x="-1311" y="3220"/>
                        <a:pt x="2945" y="737"/>
                      </a:cubicBezTo>
                      <a:cubicBezTo>
                        <a:pt x="7245" y="-1745"/>
                        <a:pt x="14205" y="2289"/>
                        <a:pt x="19081" y="9116"/>
                      </a:cubicBezTo>
                      <a:cubicBezTo>
                        <a:pt x="20367" y="10801"/>
                        <a:pt x="21342" y="12574"/>
                        <a:pt x="22140" y="14303"/>
                      </a:cubicBezTo>
                      <a:cubicBezTo>
                        <a:pt x="22982" y="15987"/>
                        <a:pt x="23514" y="17672"/>
                        <a:pt x="23825" y="19268"/>
                      </a:cubicBezTo>
                      <a:cubicBezTo>
                        <a:pt x="24401" y="22504"/>
                        <a:pt x="24046" y="25341"/>
                        <a:pt x="22229" y="2707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89" name="Forme libre : forme 24288">
                  <a:extLst>
                    <a:ext uri="{FF2B5EF4-FFF2-40B4-BE49-F238E27FC236}">
                      <a16:creationId xmlns:a16="http://schemas.microsoft.com/office/drawing/2014/main" id="{200E9DBA-DC4B-4A33-BDDB-127BC7DC37A6}"/>
                    </a:ext>
                  </a:extLst>
                </p:cNvPr>
                <p:cNvSpPr/>
                <p:nvPr/>
              </p:nvSpPr>
              <p:spPr>
                <a:xfrm>
                  <a:off x="6659407" y="1406231"/>
                  <a:ext cx="26461" cy="46046"/>
                </a:xfrm>
                <a:custGeom>
                  <a:avLst/>
                  <a:gdLst>
                    <a:gd name="connsiteX0" fmla="*/ 8816 w 26461"/>
                    <a:gd name="connsiteY0" fmla="*/ 4956 h 46046"/>
                    <a:gd name="connsiteX1" fmla="*/ 2033 w 26461"/>
                    <a:gd name="connsiteY1" fmla="*/ 9833 h 46046"/>
                    <a:gd name="connsiteX2" fmla="*/ 2521 w 26461"/>
                    <a:gd name="connsiteY2" fmla="*/ 29028 h 46046"/>
                    <a:gd name="connsiteX3" fmla="*/ 13870 w 26461"/>
                    <a:gd name="connsiteY3" fmla="*/ 43968 h 46046"/>
                    <a:gd name="connsiteX4" fmla="*/ 23977 w 26461"/>
                    <a:gd name="connsiteY4" fmla="*/ 43702 h 46046"/>
                    <a:gd name="connsiteX5" fmla="*/ 23623 w 26461"/>
                    <a:gd name="connsiteY5" fmla="*/ 36387 h 46046"/>
                    <a:gd name="connsiteX6" fmla="*/ 24022 w 26461"/>
                    <a:gd name="connsiteY6" fmla="*/ 19408 h 46046"/>
                    <a:gd name="connsiteX7" fmla="*/ 24022 w 26461"/>
                    <a:gd name="connsiteY7" fmla="*/ 1498 h 46046"/>
                    <a:gd name="connsiteX8" fmla="*/ 8816 w 26461"/>
                    <a:gd name="connsiteY8" fmla="*/ 4956 h 46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461" h="46046">
                      <a:moveTo>
                        <a:pt x="8816" y="4956"/>
                      </a:moveTo>
                      <a:cubicBezTo>
                        <a:pt x="6289" y="6153"/>
                        <a:pt x="3718" y="7439"/>
                        <a:pt x="2033" y="9833"/>
                      </a:cubicBezTo>
                      <a:cubicBezTo>
                        <a:pt x="-1203" y="14399"/>
                        <a:pt x="-228" y="22157"/>
                        <a:pt x="2521" y="29028"/>
                      </a:cubicBezTo>
                      <a:cubicBezTo>
                        <a:pt x="4915" y="34747"/>
                        <a:pt x="8639" y="40598"/>
                        <a:pt x="13870" y="43968"/>
                      </a:cubicBezTo>
                      <a:cubicBezTo>
                        <a:pt x="17638" y="46539"/>
                        <a:pt x="22736" y="47026"/>
                        <a:pt x="23977" y="43702"/>
                      </a:cubicBezTo>
                      <a:cubicBezTo>
                        <a:pt x="24731" y="41662"/>
                        <a:pt x="24022" y="38914"/>
                        <a:pt x="23623" y="36387"/>
                      </a:cubicBezTo>
                      <a:cubicBezTo>
                        <a:pt x="22514" y="30402"/>
                        <a:pt x="22780" y="24639"/>
                        <a:pt x="24022" y="19408"/>
                      </a:cubicBezTo>
                      <a:cubicBezTo>
                        <a:pt x="24997" y="14931"/>
                        <a:pt x="28987" y="6065"/>
                        <a:pt x="24022" y="1498"/>
                      </a:cubicBezTo>
                      <a:cubicBezTo>
                        <a:pt x="19500" y="-2757"/>
                        <a:pt x="12274" y="3227"/>
                        <a:pt x="8816" y="495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90" name="Forme libre : forme 24289">
                  <a:extLst>
                    <a:ext uri="{FF2B5EF4-FFF2-40B4-BE49-F238E27FC236}">
                      <a16:creationId xmlns:a16="http://schemas.microsoft.com/office/drawing/2014/main" id="{69172BBF-44EB-4958-9014-E2D7D0253E53}"/>
                    </a:ext>
                  </a:extLst>
                </p:cNvPr>
                <p:cNvSpPr/>
                <p:nvPr/>
              </p:nvSpPr>
              <p:spPr>
                <a:xfrm>
                  <a:off x="6677627" y="1412787"/>
                  <a:ext cx="12677" cy="9363"/>
                </a:xfrm>
                <a:custGeom>
                  <a:avLst/>
                  <a:gdLst>
                    <a:gd name="connsiteX0" fmla="*/ 2921 w 12677"/>
                    <a:gd name="connsiteY0" fmla="*/ 40 h 9363"/>
                    <a:gd name="connsiteX1" fmla="*/ 882 w 12677"/>
                    <a:gd name="connsiteY1" fmla="*/ 306 h 9363"/>
                    <a:gd name="connsiteX2" fmla="*/ 40 w 12677"/>
                    <a:gd name="connsiteY2" fmla="*/ 2168 h 9363"/>
                    <a:gd name="connsiteX3" fmla="*/ 1236 w 12677"/>
                    <a:gd name="connsiteY3" fmla="*/ 4163 h 9363"/>
                    <a:gd name="connsiteX4" fmla="*/ 5625 w 12677"/>
                    <a:gd name="connsiteY4" fmla="*/ 8020 h 9363"/>
                    <a:gd name="connsiteX5" fmla="*/ 7620 w 12677"/>
                    <a:gd name="connsiteY5" fmla="*/ 9128 h 9363"/>
                    <a:gd name="connsiteX6" fmla="*/ 11743 w 12677"/>
                    <a:gd name="connsiteY6" fmla="*/ 4739 h 9363"/>
                    <a:gd name="connsiteX7" fmla="*/ 2921 w 12677"/>
                    <a:gd name="connsiteY7" fmla="*/ 40 h 9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677" h="9363">
                      <a:moveTo>
                        <a:pt x="2921" y="40"/>
                      </a:moveTo>
                      <a:cubicBezTo>
                        <a:pt x="2212" y="-48"/>
                        <a:pt x="1458" y="-4"/>
                        <a:pt x="882" y="306"/>
                      </a:cubicBezTo>
                      <a:cubicBezTo>
                        <a:pt x="306" y="617"/>
                        <a:pt x="-138" y="1370"/>
                        <a:pt x="40" y="2168"/>
                      </a:cubicBezTo>
                      <a:cubicBezTo>
                        <a:pt x="172" y="2922"/>
                        <a:pt x="704" y="3587"/>
                        <a:pt x="1236" y="4163"/>
                      </a:cubicBezTo>
                      <a:cubicBezTo>
                        <a:pt x="2611" y="5626"/>
                        <a:pt x="4074" y="6912"/>
                        <a:pt x="5625" y="8020"/>
                      </a:cubicBezTo>
                      <a:cubicBezTo>
                        <a:pt x="6246" y="8463"/>
                        <a:pt x="6911" y="8907"/>
                        <a:pt x="7620" y="9128"/>
                      </a:cubicBezTo>
                      <a:cubicBezTo>
                        <a:pt x="10590" y="10059"/>
                        <a:pt x="14491" y="8153"/>
                        <a:pt x="11743" y="4739"/>
                      </a:cubicBezTo>
                      <a:cubicBezTo>
                        <a:pt x="9571" y="2035"/>
                        <a:pt x="5803" y="395"/>
                        <a:pt x="2921" y="4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91" name="Forme libre : forme 24290">
                  <a:extLst>
                    <a:ext uri="{FF2B5EF4-FFF2-40B4-BE49-F238E27FC236}">
                      <a16:creationId xmlns:a16="http://schemas.microsoft.com/office/drawing/2014/main" id="{CF10D197-2CD6-4A0B-892E-710E376E2FC8}"/>
                    </a:ext>
                  </a:extLst>
                </p:cNvPr>
                <p:cNvSpPr/>
                <p:nvPr/>
              </p:nvSpPr>
              <p:spPr>
                <a:xfrm>
                  <a:off x="6673011" y="1456937"/>
                  <a:ext cx="27928" cy="7558"/>
                </a:xfrm>
                <a:custGeom>
                  <a:avLst/>
                  <a:gdLst>
                    <a:gd name="connsiteX0" fmla="*/ 27929 w 27928"/>
                    <a:gd name="connsiteY0" fmla="*/ 3192 h 7558"/>
                    <a:gd name="connsiteX1" fmla="*/ 21146 w 27928"/>
                    <a:gd name="connsiteY1" fmla="*/ 7093 h 7558"/>
                    <a:gd name="connsiteX2" fmla="*/ 12457 w 27928"/>
                    <a:gd name="connsiteY2" fmla="*/ 6960 h 7558"/>
                    <a:gd name="connsiteX3" fmla="*/ 0 w 27928"/>
                    <a:gd name="connsiteY3" fmla="*/ 0 h 7558"/>
                    <a:gd name="connsiteX4" fmla="*/ 2616 w 27928"/>
                    <a:gd name="connsiteY4" fmla="*/ 1773 h 7558"/>
                    <a:gd name="connsiteX5" fmla="*/ 9310 w 27928"/>
                    <a:gd name="connsiteY5" fmla="*/ 4832 h 7558"/>
                    <a:gd name="connsiteX6" fmla="*/ 27929 w 27928"/>
                    <a:gd name="connsiteY6" fmla="*/ 3192 h 7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928" h="7558">
                      <a:moveTo>
                        <a:pt x="27929" y="3192"/>
                      </a:moveTo>
                      <a:cubicBezTo>
                        <a:pt x="27929" y="3192"/>
                        <a:pt x="25712" y="5940"/>
                        <a:pt x="21146" y="7093"/>
                      </a:cubicBezTo>
                      <a:cubicBezTo>
                        <a:pt x="18885" y="7669"/>
                        <a:pt x="16004" y="7802"/>
                        <a:pt x="12457" y="6960"/>
                      </a:cubicBezTo>
                      <a:cubicBezTo>
                        <a:pt x="8955" y="6029"/>
                        <a:pt x="4832" y="4211"/>
                        <a:pt x="0" y="0"/>
                      </a:cubicBezTo>
                      <a:cubicBezTo>
                        <a:pt x="0" y="0"/>
                        <a:pt x="975" y="754"/>
                        <a:pt x="2616" y="1773"/>
                      </a:cubicBezTo>
                      <a:cubicBezTo>
                        <a:pt x="4256" y="2837"/>
                        <a:pt x="6606" y="4034"/>
                        <a:pt x="9310" y="4832"/>
                      </a:cubicBezTo>
                      <a:cubicBezTo>
                        <a:pt x="14674" y="6605"/>
                        <a:pt x="21678" y="7004"/>
                        <a:pt x="27929" y="31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92" name="Forme libre : forme 24291">
                  <a:extLst>
                    <a:ext uri="{FF2B5EF4-FFF2-40B4-BE49-F238E27FC236}">
                      <a16:creationId xmlns:a16="http://schemas.microsoft.com/office/drawing/2014/main" id="{0F02EA7E-3D01-4EB3-B11D-4AE479DC2C31}"/>
                    </a:ext>
                  </a:extLst>
                </p:cNvPr>
                <p:cNvSpPr/>
                <p:nvPr/>
              </p:nvSpPr>
              <p:spPr>
                <a:xfrm>
                  <a:off x="6670573" y="1398777"/>
                  <a:ext cx="25313" cy="11701"/>
                </a:xfrm>
                <a:custGeom>
                  <a:avLst/>
                  <a:gdLst>
                    <a:gd name="connsiteX0" fmla="*/ 25313 w 25313"/>
                    <a:gd name="connsiteY0" fmla="*/ 11701 h 11701"/>
                    <a:gd name="connsiteX1" fmla="*/ 23540 w 25313"/>
                    <a:gd name="connsiteY1" fmla="*/ 9396 h 11701"/>
                    <a:gd name="connsiteX2" fmla="*/ 18530 w 25313"/>
                    <a:gd name="connsiteY2" fmla="*/ 4564 h 11701"/>
                    <a:gd name="connsiteX3" fmla="*/ 0 w 25313"/>
                    <a:gd name="connsiteY3" fmla="*/ 1106 h 11701"/>
                    <a:gd name="connsiteX4" fmla="*/ 8689 w 25313"/>
                    <a:gd name="connsiteY4" fmla="*/ 1416 h 11701"/>
                    <a:gd name="connsiteX5" fmla="*/ 25313 w 25313"/>
                    <a:gd name="connsiteY5" fmla="*/ 11701 h 11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313" h="11701">
                      <a:moveTo>
                        <a:pt x="25313" y="11701"/>
                      </a:moveTo>
                      <a:cubicBezTo>
                        <a:pt x="25313" y="11701"/>
                        <a:pt x="24692" y="10770"/>
                        <a:pt x="23540" y="9396"/>
                      </a:cubicBezTo>
                      <a:cubicBezTo>
                        <a:pt x="22387" y="7977"/>
                        <a:pt x="20703" y="6204"/>
                        <a:pt x="18530" y="4564"/>
                      </a:cubicBezTo>
                      <a:cubicBezTo>
                        <a:pt x="14186" y="1195"/>
                        <a:pt x="7891" y="-1643"/>
                        <a:pt x="0" y="1106"/>
                      </a:cubicBezTo>
                      <a:cubicBezTo>
                        <a:pt x="0" y="1106"/>
                        <a:pt x="3680" y="352"/>
                        <a:pt x="8689" y="1416"/>
                      </a:cubicBezTo>
                      <a:cubicBezTo>
                        <a:pt x="13698" y="2392"/>
                        <a:pt x="19949" y="5229"/>
                        <a:pt x="25313" y="117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93" name="Forme libre : forme 24292">
                  <a:extLst>
                    <a:ext uri="{FF2B5EF4-FFF2-40B4-BE49-F238E27FC236}">
                      <a16:creationId xmlns:a16="http://schemas.microsoft.com/office/drawing/2014/main" id="{BF53A402-2765-46E9-B4EA-3D972D1B68D8}"/>
                    </a:ext>
                  </a:extLst>
                </p:cNvPr>
                <p:cNvSpPr/>
                <p:nvPr/>
              </p:nvSpPr>
              <p:spPr>
                <a:xfrm>
                  <a:off x="6686001" y="1430753"/>
                  <a:ext cx="7271" cy="11221"/>
                </a:xfrm>
                <a:custGeom>
                  <a:avLst/>
                  <a:gdLst>
                    <a:gd name="connsiteX0" fmla="*/ 5895 w 7271"/>
                    <a:gd name="connsiteY0" fmla="*/ 11156 h 11221"/>
                    <a:gd name="connsiteX1" fmla="*/ 664 w 7271"/>
                    <a:gd name="connsiteY1" fmla="*/ 6279 h 11221"/>
                    <a:gd name="connsiteX2" fmla="*/ 1595 w 7271"/>
                    <a:gd name="connsiteY2" fmla="*/ 29 h 11221"/>
                    <a:gd name="connsiteX3" fmla="*/ 6516 w 7271"/>
                    <a:gd name="connsiteY3" fmla="*/ 4905 h 11221"/>
                    <a:gd name="connsiteX4" fmla="*/ 5895 w 7271"/>
                    <a:gd name="connsiteY4" fmla="*/ 11156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1" h="11221">
                      <a:moveTo>
                        <a:pt x="5895" y="11156"/>
                      </a:moveTo>
                      <a:cubicBezTo>
                        <a:pt x="4255" y="11643"/>
                        <a:pt x="1905" y="9382"/>
                        <a:pt x="664" y="6279"/>
                      </a:cubicBezTo>
                      <a:cubicBezTo>
                        <a:pt x="-533" y="3132"/>
                        <a:pt x="-45" y="339"/>
                        <a:pt x="1595" y="29"/>
                      </a:cubicBezTo>
                      <a:cubicBezTo>
                        <a:pt x="3235" y="-282"/>
                        <a:pt x="5319" y="1979"/>
                        <a:pt x="6516" y="4905"/>
                      </a:cubicBezTo>
                      <a:cubicBezTo>
                        <a:pt x="7668" y="7964"/>
                        <a:pt x="7535" y="10712"/>
                        <a:pt x="5895" y="1115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94" name="Forme libre : forme 24293">
                  <a:extLst>
                    <a:ext uri="{FF2B5EF4-FFF2-40B4-BE49-F238E27FC236}">
                      <a16:creationId xmlns:a16="http://schemas.microsoft.com/office/drawing/2014/main" id="{949BF4A1-BF3E-4177-A7FE-AD82229211A3}"/>
                    </a:ext>
                  </a:extLst>
                </p:cNvPr>
                <p:cNvSpPr/>
                <p:nvPr/>
              </p:nvSpPr>
              <p:spPr>
                <a:xfrm>
                  <a:off x="6691087" y="1439982"/>
                  <a:ext cx="2887" cy="3010"/>
                </a:xfrm>
                <a:custGeom>
                  <a:avLst/>
                  <a:gdLst>
                    <a:gd name="connsiteX0" fmla="*/ 2494 w 2887"/>
                    <a:gd name="connsiteY0" fmla="*/ 2769 h 3010"/>
                    <a:gd name="connsiteX1" fmla="*/ 455 w 2887"/>
                    <a:gd name="connsiteY1" fmla="*/ 2325 h 3010"/>
                    <a:gd name="connsiteX2" fmla="*/ 411 w 2887"/>
                    <a:gd name="connsiteY2" fmla="*/ 242 h 3010"/>
                    <a:gd name="connsiteX3" fmla="*/ 2450 w 2887"/>
                    <a:gd name="connsiteY3" fmla="*/ 685 h 3010"/>
                    <a:gd name="connsiteX4" fmla="*/ 2494 w 2887"/>
                    <a:gd name="connsiteY4" fmla="*/ 2769 h 3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" h="3010">
                      <a:moveTo>
                        <a:pt x="2494" y="2769"/>
                      </a:moveTo>
                      <a:cubicBezTo>
                        <a:pt x="1962" y="3212"/>
                        <a:pt x="1031" y="3035"/>
                        <a:pt x="455" y="2325"/>
                      </a:cubicBezTo>
                      <a:cubicBezTo>
                        <a:pt x="-121" y="1616"/>
                        <a:pt x="-166" y="729"/>
                        <a:pt x="411" y="242"/>
                      </a:cubicBezTo>
                      <a:cubicBezTo>
                        <a:pt x="943" y="-202"/>
                        <a:pt x="1873" y="-24"/>
                        <a:pt x="2450" y="685"/>
                      </a:cubicBezTo>
                      <a:cubicBezTo>
                        <a:pt x="3026" y="1350"/>
                        <a:pt x="3026" y="2281"/>
                        <a:pt x="2494" y="2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95" name="Forme libre : forme 24294">
                  <a:extLst>
                    <a:ext uri="{FF2B5EF4-FFF2-40B4-BE49-F238E27FC236}">
                      <a16:creationId xmlns:a16="http://schemas.microsoft.com/office/drawing/2014/main" id="{F5A2B4C5-5B08-413E-90A4-4B13DD9FCFA5}"/>
                    </a:ext>
                  </a:extLst>
                </p:cNvPr>
                <p:cNvSpPr/>
                <p:nvPr/>
              </p:nvSpPr>
              <p:spPr>
                <a:xfrm>
                  <a:off x="6697072" y="1423156"/>
                  <a:ext cx="12352" cy="32298"/>
                </a:xfrm>
                <a:custGeom>
                  <a:avLst/>
                  <a:gdLst>
                    <a:gd name="connsiteX0" fmla="*/ 11626 w 12352"/>
                    <a:gd name="connsiteY0" fmla="*/ 21279 h 32298"/>
                    <a:gd name="connsiteX1" fmla="*/ 5286 w 12352"/>
                    <a:gd name="connsiteY1" fmla="*/ 30988 h 32298"/>
                    <a:gd name="connsiteX2" fmla="*/ 1163 w 12352"/>
                    <a:gd name="connsiteY2" fmla="*/ 31786 h 32298"/>
                    <a:gd name="connsiteX3" fmla="*/ 233 w 12352"/>
                    <a:gd name="connsiteY3" fmla="*/ 27619 h 32298"/>
                    <a:gd name="connsiteX4" fmla="*/ 3203 w 12352"/>
                    <a:gd name="connsiteY4" fmla="*/ 15339 h 32298"/>
                    <a:gd name="connsiteX5" fmla="*/ 631 w 12352"/>
                    <a:gd name="connsiteY5" fmla="*/ 6694 h 32298"/>
                    <a:gd name="connsiteX6" fmla="*/ 1917 w 12352"/>
                    <a:gd name="connsiteY6" fmla="*/ 0 h 32298"/>
                    <a:gd name="connsiteX7" fmla="*/ 8123 w 12352"/>
                    <a:gd name="connsiteY7" fmla="*/ 4921 h 32298"/>
                    <a:gd name="connsiteX8" fmla="*/ 11803 w 12352"/>
                    <a:gd name="connsiteY8" fmla="*/ 12014 h 32298"/>
                    <a:gd name="connsiteX9" fmla="*/ 11626 w 12352"/>
                    <a:gd name="connsiteY9" fmla="*/ 21279 h 3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352" h="32298">
                      <a:moveTo>
                        <a:pt x="11626" y="21279"/>
                      </a:moveTo>
                      <a:cubicBezTo>
                        <a:pt x="10473" y="25092"/>
                        <a:pt x="8035" y="28284"/>
                        <a:pt x="5286" y="30988"/>
                      </a:cubicBezTo>
                      <a:cubicBezTo>
                        <a:pt x="4267" y="32007"/>
                        <a:pt x="2626" y="32894"/>
                        <a:pt x="1163" y="31786"/>
                      </a:cubicBezTo>
                      <a:cubicBezTo>
                        <a:pt x="-167" y="30766"/>
                        <a:pt x="-167" y="28949"/>
                        <a:pt x="233" y="27619"/>
                      </a:cubicBezTo>
                      <a:cubicBezTo>
                        <a:pt x="1429" y="23496"/>
                        <a:pt x="3602" y="19772"/>
                        <a:pt x="3203" y="15339"/>
                      </a:cubicBezTo>
                      <a:cubicBezTo>
                        <a:pt x="3070" y="13965"/>
                        <a:pt x="1429" y="10241"/>
                        <a:pt x="631" y="6694"/>
                      </a:cubicBezTo>
                      <a:cubicBezTo>
                        <a:pt x="-211" y="3192"/>
                        <a:pt x="-299" y="-44"/>
                        <a:pt x="1917" y="0"/>
                      </a:cubicBezTo>
                      <a:cubicBezTo>
                        <a:pt x="4134" y="89"/>
                        <a:pt x="6350" y="2350"/>
                        <a:pt x="8123" y="4921"/>
                      </a:cubicBezTo>
                      <a:cubicBezTo>
                        <a:pt x="9941" y="7492"/>
                        <a:pt x="11182" y="10285"/>
                        <a:pt x="11803" y="12014"/>
                      </a:cubicBezTo>
                      <a:cubicBezTo>
                        <a:pt x="12645" y="15117"/>
                        <a:pt x="12468" y="18398"/>
                        <a:pt x="11626" y="2127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90" name="Graphique 2">
                <a:extLst>
                  <a:ext uri="{FF2B5EF4-FFF2-40B4-BE49-F238E27FC236}">
                    <a16:creationId xmlns:a16="http://schemas.microsoft.com/office/drawing/2014/main" id="{3A6B995E-1763-4288-93BA-D74B14B7F010}"/>
                  </a:ext>
                </a:extLst>
              </p:cNvPr>
              <p:cNvGrpSpPr/>
              <p:nvPr/>
            </p:nvGrpSpPr>
            <p:grpSpPr>
              <a:xfrm>
                <a:off x="6697677" y="1448069"/>
                <a:ext cx="70823" cy="63023"/>
                <a:chOff x="6697677" y="1448069"/>
                <a:chExt cx="70823" cy="63023"/>
              </a:xfrm>
              <a:solidFill>
                <a:schemeClr val="accent1"/>
              </a:solidFill>
            </p:grpSpPr>
            <p:sp>
              <p:nvSpPr>
                <p:cNvPr id="24272" name="Forme libre : forme 24271">
                  <a:extLst>
                    <a:ext uri="{FF2B5EF4-FFF2-40B4-BE49-F238E27FC236}">
                      <a16:creationId xmlns:a16="http://schemas.microsoft.com/office/drawing/2014/main" id="{AC8BB250-8770-4D9B-8C13-90AC4F0F8CC6}"/>
                    </a:ext>
                  </a:extLst>
                </p:cNvPr>
                <p:cNvSpPr/>
                <p:nvPr/>
              </p:nvSpPr>
              <p:spPr>
                <a:xfrm>
                  <a:off x="6697721" y="1448069"/>
                  <a:ext cx="70778" cy="62934"/>
                </a:xfrm>
                <a:custGeom>
                  <a:avLst/>
                  <a:gdLst>
                    <a:gd name="connsiteX0" fmla="*/ 35492 w 70778"/>
                    <a:gd name="connsiteY0" fmla="*/ 59404 h 62934"/>
                    <a:gd name="connsiteX1" fmla="*/ 22946 w 70778"/>
                    <a:gd name="connsiteY1" fmla="*/ 51912 h 62934"/>
                    <a:gd name="connsiteX2" fmla="*/ 10933 w 70778"/>
                    <a:gd name="connsiteY2" fmla="*/ 43623 h 62934"/>
                    <a:gd name="connsiteX3" fmla="*/ 559 w 70778"/>
                    <a:gd name="connsiteY3" fmla="*/ 28772 h 62934"/>
                    <a:gd name="connsiteX4" fmla="*/ 3529 w 70778"/>
                    <a:gd name="connsiteY4" fmla="*/ 14940 h 62934"/>
                    <a:gd name="connsiteX5" fmla="*/ 12484 w 70778"/>
                    <a:gd name="connsiteY5" fmla="*/ 5188 h 62934"/>
                    <a:gd name="connsiteX6" fmla="*/ 25207 w 70778"/>
                    <a:gd name="connsiteY6" fmla="*/ 1 h 62934"/>
                    <a:gd name="connsiteX7" fmla="*/ 39393 w 70778"/>
                    <a:gd name="connsiteY7" fmla="*/ 4523 h 62934"/>
                    <a:gd name="connsiteX8" fmla="*/ 48924 w 70778"/>
                    <a:gd name="connsiteY8" fmla="*/ 10906 h 62934"/>
                    <a:gd name="connsiteX9" fmla="*/ 58810 w 70778"/>
                    <a:gd name="connsiteY9" fmla="*/ 16625 h 62934"/>
                    <a:gd name="connsiteX10" fmla="*/ 64883 w 70778"/>
                    <a:gd name="connsiteY10" fmla="*/ 21280 h 62934"/>
                    <a:gd name="connsiteX11" fmla="*/ 68962 w 70778"/>
                    <a:gd name="connsiteY11" fmla="*/ 27309 h 62934"/>
                    <a:gd name="connsiteX12" fmla="*/ 69715 w 70778"/>
                    <a:gd name="connsiteY12" fmla="*/ 41140 h 62934"/>
                    <a:gd name="connsiteX13" fmla="*/ 64750 w 70778"/>
                    <a:gd name="connsiteY13" fmla="*/ 53641 h 62934"/>
                    <a:gd name="connsiteX14" fmla="*/ 53490 w 70778"/>
                    <a:gd name="connsiteY14" fmla="*/ 62463 h 62934"/>
                    <a:gd name="connsiteX15" fmla="*/ 44801 w 70778"/>
                    <a:gd name="connsiteY15" fmla="*/ 62596 h 62934"/>
                    <a:gd name="connsiteX16" fmla="*/ 35492 w 70778"/>
                    <a:gd name="connsiteY16" fmla="*/ 59404 h 6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0778" h="62934">
                      <a:moveTo>
                        <a:pt x="35492" y="59404"/>
                      </a:moveTo>
                      <a:cubicBezTo>
                        <a:pt x="31192" y="57055"/>
                        <a:pt x="27025" y="54572"/>
                        <a:pt x="22946" y="51912"/>
                      </a:cubicBezTo>
                      <a:cubicBezTo>
                        <a:pt x="18868" y="49253"/>
                        <a:pt x="14834" y="46548"/>
                        <a:pt x="10933" y="43623"/>
                      </a:cubicBezTo>
                      <a:cubicBezTo>
                        <a:pt x="5391" y="39588"/>
                        <a:pt x="1845" y="34047"/>
                        <a:pt x="559" y="28772"/>
                      </a:cubicBezTo>
                      <a:cubicBezTo>
                        <a:pt x="-771" y="23541"/>
                        <a:pt x="293" y="18443"/>
                        <a:pt x="3529" y="14940"/>
                      </a:cubicBezTo>
                      <a:lnTo>
                        <a:pt x="12484" y="5188"/>
                      </a:lnTo>
                      <a:cubicBezTo>
                        <a:pt x="15764" y="1641"/>
                        <a:pt x="20331" y="90"/>
                        <a:pt x="25207" y="1"/>
                      </a:cubicBezTo>
                      <a:cubicBezTo>
                        <a:pt x="30039" y="-43"/>
                        <a:pt x="35004" y="1464"/>
                        <a:pt x="39393" y="4523"/>
                      </a:cubicBezTo>
                      <a:cubicBezTo>
                        <a:pt x="42452" y="6784"/>
                        <a:pt x="45688" y="8867"/>
                        <a:pt x="48924" y="10906"/>
                      </a:cubicBezTo>
                      <a:cubicBezTo>
                        <a:pt x="52160" y="12946"/>
                        <a:pt x="55441" y="14852"/>
                        <a:pt x="58810" y="16625"/>
                      </a:cubicBezTo>
                      <a:cubicBezTo>
                        <a:pt x="61160" y="17911"/>
                        <a:pt x="63199" y="19374"/>
                        <a:pt x="64883" y="21280"/>
                      </a:cubicBezTo>
                      <a:cubicBezTo>
                        <a:pt x="66568" y="23142"/>
                        <a:pt x="67986" y="25092"/>
                        <a:pt x="68962" y="27309"/>
                      </a:cubicBezTo>
                      <a:cubicBezTo>
                        <a:pt x="70912" y="31742"/>
                        <a:pt x="71488" y="36574"/>
                        <a:pt x="69715" y="41140"/>
                      </a:cubicBezTo>
                      <a:lnTo>
                        <a:pt x="64750" y="53641"/>
                      </a:lnTo>
                      <a:cubicBezTo>
                        <a:pt x="62977" y="58119"/>
                        <a:pt x="58810" y="61444"/>
                        <a:pt x="53490" y="62463"/>
                      </a:cubicBezTo>
                      <a:cubicBezTo>
                        <a:pt x="50830" y="62995"/>
                        <a:pt x="47816" y="63128"/>
                        <a:pt x="44801" y="62596"/>
                      </a:cubicBezTo>
                      <a:cubicBezTo>
                        <a:pt x="41654" y="62064"/>
                        <a:pt x="38462" y="61089"/>
                        <a:pt x="35492" y="5940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73" name="Forme libre : forme 24272">
                  <a:extLst>
                    <a:ext uri="{FF2B5EF4-FFF2-40B4-BE49-F238E27FC236}">
                      <a16:creationId xmlns:a16="http://schemas.microsoft.com/office/drawing/2014/main" id="{BEC5A357-B35B-4A9F-AF66-1461395DF0DE}"/>
                    </a:ext>
                  </a:extLst>
                </p:cNvPr>
                <p:cNvSpPr/>
                <p:nvPr/>
              </p:nvSpPr>
              <p:spPr>
                <a:xfrm>
                  <a:off x="6697677" y="1458843"/>
                  <a:ext cx="64838" cy="52250"/>
                </a:xfrm>
                <a:custGeom>
                  <a:avLst/>
                  <a:gdLst>
                    <a:gd name="connsiteX0" fmla="*/ 24187 w 64838"/>
                    <a:gd name="connsiteY0" fmla="*/ 22831 h 52250"/>
                    <a:gd name="connsiteX1" fmla="*/ 11864 w 64838"/>
                    <a:gd name="connsiteY1" fmla="*/ 13078 h 52250"/>
                    <a:gd name="connsiteX2" fmla="*/ 7386 w 64838"/>
                    <a:gd name="connsiteY2" fmla="*/ 0 h 52250"/>
                    <a:gd name="connsiteX3" fmla="*/ 3529 w 64838"/>
                    <a:gd name="connsiteY3" fmla="*/ 4211 h 52250"/>
                    <a:gd name="connsiteX4" fmla="*/ 559 w 64838"/>
                    <a:gd name="connsiteY4" fmla="*/ 18043 h 52250"/>
                    <a:gd name="connsiteX5" fmla="*/ 10933 w 64838"/>
                    <a:gd name="connsiteY5" fmla="*/ 32894 h 52250"/>
                    <a:gd name="connsiteX6" fmla="*/ 22946 w 64838"/>
                    <a:gd name="connsiteY6" fmla="*/ 41184 h 52250"/>
                    <a:gd name="connsiteX7" fmla="*/ 35492 w 64838"/>
                    <a:gd name="connsiteY7" fmla="*/ 48675 h 52250"/>
                    <a:gd name="connsiteX8" fmla="*/ 44713 w 64838"/>
                    <a:gd name="connsiteY8" fmla="*/ 51912 h 52250"/>
                    <a:gd name="connsiteX9" fmla="*/ 53402 w 64838"/>
                    <a:gd name="connsiteY9" fmla="*/ 51779 h 52250"/>
                    <a:gd name="connsiteX10" fmla="*/ 64662 w 64838"/>
                    <a:gd name="connsiteY10" fmla="*/ 42957 h 52250"/>
                    <a:gd name="connsiteX11" fmla="*/ 64839 w 64838"/>
                    <a:gd name="connsiteY11" fmla="*/ 42558 h 52250"/>
                    <a:gd name="connsiteX12" fmla="*/ 44269 w 64838"/>
                    <a:gd name="connsiteY12" fmla="*/ 33115 h 52250"/>
                    <a:gd name="connsiteX13" fmla="*/ 24187 w 64838"/>
                    <a:gd name="connsiteY13" fmla="*/ 22831 h 5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4838" h="52250">
                      <a:moveTo>
                        <a:pt x="24187" y="22831"/>
                      </a:moveTo>
                      <a:cubicBezTo>
                        <a:pt x="19178" y="20614"/>
                        <a:pt x="14834" y="17156"/>
                        <a:pt x="11864" y="13078"/>
                      </a:cubicBezTo>
                      <a:cubicBezTo>
                        <a:pt x="8893" y="8999"/>
                        <a:pt x="7253" y="4433"/>
                        <a:pt x="7386" y="0"/>
                      </a:cubicBezTo>
                      <a:lnTo>
                        <a:pt x="3529" y="4211"/>
                      </a:lnTo>
                      <a:cubicBezTo>
                        <a:pt x="293" y="7714"/>
                        <a:pt x="-771" y="12812"/>
                        <a:pt x="559" y="18043"/>
                      </a:cubicBezTo>
                      <a:cubicBezTo>
                        <a:pt x="1845" y="23318"/>
                        <a:pt x="5391" y="28860"/>
                        <a:pt x="10933" y="32894"/>
                      </a:cubicBezTo>
                      <a:cubicBezTo>
                        <a:pt x="14789" y="35819"/>
                        <a:pt x="18868" y="38524"/>
                        <a:pt x="22946" y="41184"/>
                      </a:cubicBezTo>
                      <a:cubicBezTo>
                        <a:pt x="27025" y="43799"/>
                        <a:pt x="31236" y="46326"/>
                        <a:pt x="35492" y="48675"/>
                      </a:cubicBezTo>
                      <a:cubicBezTo>
                        <a:pt x="38462" y="50360"/>
                        <a:pt x="41654" y="51335"/>
                        <a:pt x="44713" y="51912"/>
                      </a:cubicBezTo>
                      <a:cubicBezTo>
                        <a:pt x="47772" y="52444"/>
                        <a:pt x="50786" y="52311"/>
                        <a:pt x="53402" y="51779"/>
                      </a:cubicBezTo>
                      <a:cubicBezTo>
                        <a:pt x="58721" y="50715"/>
                        <a:pt x="62888" y="47434"/>
                        <a:pt x="64662" y="42957"/>
                      </a:cubicBezTo>
                      <a:lnTo>
                        <a:pt x="64839" y="42558"/>
                      </a:lnTo>
                      <a:cubicBezTo>
                        <a:pt x="57480" y="40208"/>
                        <a:pt x="50830" y="36662"/>
                        <a:pt x="44269" y="33115"/>
                      </a:cubicBezTo>
                      <a:cubicBezTo>
                        <a:pt x="37708" y="29524"/>
                        <a:pt x="31325" y="25889"/>
                        <a:pt x="24187" y="2283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74" name="Forme libre : forme 24273">
                  <a:extLst>
                    <a:ext uri="{FF2B5EF4-FFF2-40B4-BE49-F238E27FC236}">
                      <a16:creationId xmlns:a16="http://schemas.microsoft.com/office/drawing/2014/main" id="{19012A36-D42B-45D5-8B2F-6BF4CA3EF57D}"/>
                    </a:ext>
                  </a:extLst>
                </p:cNvPr>
                <p:cNvSpPr/>
                <p:nvPr/>
              </p:nvSpPr>
              <p:spPr>
                <a:xfrm>
                  <a:off x="6722509" y="1471320"/>
                  <a:ext cx="29210" cy="22956"/>
                </a:xfrm>
                <a:custGeom>
                  <a:avLst/>
                  <a:gdLst>
                    <a:gd name="connsiteX0" fmla="*/ 28613 w 29210"/>
                    <a:gd name="connsiteY0" fmla="*/ 19308 h 22956"/>
                    <a:gd name="connsiteX1" fmla="*/ 21387 w 29210"/>
                    <a:gd name="connsiteY1" fmla="*/ 22943 h 22956"/>
                    <a:gd name="connsiteX2" fmla="*/ 15802 w 29210"/>
                    <a:gd name="connsiteY2" fmla="*/ 22101 h 22956"/>
                    <a:gd name="connsiteX3" fmla="*/ 9773 w 29210"/>
                    <a:gd name="connsiteY3" fmla="*/ 19441 h 22956"/>
                    <a:gd name="connsiteX4" fmla="*/ 1261 w 29210"/>
                    <a:gd name="connsiteY4" fmla="*/ 10752 h 22956"/>
                    <a:gd name="connsiteX5" fmla="*/ 1039 w 29210"/>
                    <a:gd name="connsiteY5" fmla="*/ 2684 h 22956"/>
                    <a:gd name="connsiteX6" fmla="*/ 8531 w 29210"/>
                    <a:gd name="connsiteY6" fmla="*/ 24 h 22956"/>
                    <a:gd name="connsiteX7" fmla="*/ 19215 w 29210"/>
                    <a:gd name="connsiteY7" fmla="*/ 3659 h 22956"/>
                    <a:gd name="connsiteX8" fmla="*/ 24047 w 29210"/>
                    <a:gd name="connsiteY8" fmla="*/ 7250 h 22956"/>
                    <a:gd name="connsiteX9" fmla="*/ 27416 w 29210"/>
                    <a:gd name="connsiteY9" fmla="*/ 11328 h 22956"/>
                    <a:gd name="connsiteX10" fmla="*/ 28613 w 29210"/>
                    <a:gd name="connsiteY10" fmla="*/ 19308 h 22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210" h="22956">
                      <a:moveTo>
                        <a:pt x="28613" y="19308"/>
                      </a:moveTo>
                      <a:cubicBezTo>
                        <a:pt x="27505" y="21613"/>
                        <a:pt x="24845" y="22854"/>
                        <a:pt x="21387" y="22943"/>
                      </a:cubicBezTo>
                      <a:cubicBezTo>
                        <a:pt x="19658" y="23032"/>
                        <a:pt x="17752" y="22677"/>
                        <a:pt x="15802" y="22101"/>
                      </a:cubicBezTo>
                      <a:cubicBezTo>
                        <a:pt x="13851" y="21480"/>
                        <a:pt x="11723" y="20682"/>
                        <a:pt x="9773" y="19441"/>
                      </a:cubicBezTo>
                      <a:cubicBezTo>
                        <a:pt x="5783" y="17047"/>
                        <a:pt x="2813" y="13855"/>
                        <a:pt x="1261" y="10752"/>
                      </a:cubicBezTo>
                      <a:cubicBezTo>
                        <a:pt x="-335" y="7738"/>
                        <a:pt x="-424" y="4767"/>
                        <a:pt x="1039" y="2684"/>
                      </a:cubicBezTo>
                      <a:cubicBezTo>
                        <a:pt x="2502" y="645"/>
                        <a:pt x="5251" y="-153"/>
                        <a:pt x="8531" y="24"/>
                      </a:cubicBezTo>
                      <a:cubicBezTo>
                        <a:pt x="11767" y="246"/>
                        <a:pt x="15580" y="1487"/>
                        <a:pt x="19215" y="3659"/>
                      </a:cubicBezTo>
                      <a:cubicBezTo>
                        <a:pt x="20988" y="4812"/>
                        <a:pt x="22673" y="5920"/>
                        <a:pt x="24047" y="7250"/>
                      </a:cubicBezTo>
                      <a:cubicBezTo>
                        <a:pt x="25421" y="8536"/>
                        <a:pt x="26530" y="9998"/>
                        <a:pt x="27416" y="11328"/>
                      </a:cubicBezTo>
                      <a:cubicBezTo>
                        <a:pt x="29189" y="14166"/>
                        <a:pt x="29766" y="17003"/>
                        <a:pt x="28613" y="1930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75" name="Forme libre : forme 24274">
                  <a:extLst>
                    <a:ext uri="{FF2B5EF4-FFF2-40B4-BE49-F238E27FC236}">
                      <a16:creationId xmlns:a16="http://schemas.microsoft.com/office/drawing/2014/main" id="{BE810E84-ACCC-4BF2-8663-D55EE032F956}"/>
                    </a:ext>
                  </a:extLst>
                </p:cNvPr>
                <p:cNvSpPr/>
                <p:nvPr/>
              </p:nvSpPr>
              <p:spPr>
                <a:xfrm>
                  <a:off x="6722554" y="1471370"/>
                  <a:ext cx="16821" cy="22361"/>
                </a:xfrm>
                <a:custGeom>
                  <a:avLst/>
                  <a:gdLst>
                    <a:gd name="connsiteX0" fmla="*/ 11058 w 16821"/>
                    <a:gd name="connsiteY0" fmla="*/ 373 h 22361"/>
                    <a:gd name="connsiteX1" fmla="*/ 1039 w 16821"/>
                    <a:gd name="connsiteY1" fmla="*/ 2678 h 22361"/>
                    <a:gd name="connsiteX2" fmla="*/ 1261 w 16821"/>
                    <a:gd name="connsiteY2" fmla="*/ 10746 h 22361"/>
                    <a:gd name="connsiteX3" fmla="*/ 9772 w 16821"/>
                    <a:gd name="connsiteY3" fmla="*/ 19435 h 22361"/>
                    <a:gd name="connsiteX4" fmla="*/ 16821 w 16821"/>
                    <a:gd name="connsiteY4" fmla="*/ 22361 h 22361"/>
                    <a:gd name="connsiteX5" fmla="*/ 13541 w 16821"/>
                    <a:gd name="connsiteY5" fmla="*/ 19746 h 22361"/>
                    <a:gd name="connsiteX6" fmla="*/ 8974 w 16821"/>
                    <a:gd name="connsiteY6" fmla="*/ 9550 h 22361"/>
                    <a:gd name="connsiteX7" fmla="*/ 11058 w 16821"/>
                    <a:gd name="connsiteY7" fmla="*/ 373 h 22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21" h="22361">
                      <a:moveTo>
                        <a:pt x="11058" y="373"/>
                      </a:moveTo>
                      <a:cubicBezTo>
                        <a:pt x="6713" y="-514"/>
                        <a:pt x="2857" y="151"/>
                        <a:pt x="1039" y="2678"/>
                      </a:cubicBezTo>
                      <a:cubicBezTo>
                        <a:pt x="-424" y="4717"/>
                        <a:pt x="-335" y="7688"/>
                        <a:pt x="1261" y="10746"/>
                      </a:cubicBezTo>
                      <a:cubicBezTo>
                        <a:pt x="2768" y="13850"/>
                        <a:pt x="5783" y="16997"/>
                        <a:pt x="9772" y="19435"/>
                      </a:cubicBezTo>
                      <a:cubicBezTo>
                        <a:pt x="12078" y="20898"/>
                        <a:pt x="14560" y="21785"/>
                        <a:pt x="16821" y="22361"/>
                      </a:cubicBezTo>
                      <a:cubicBezTo>
                        <a:pt x="15624" y="21608"/>
                        <a:pt x="14516" y="20765"/>
                        <a:pt x="13541" y="19746"/>
                      </a:cubicBezTo>
                      <a:cubicBezTo>
                        <a:pt x="11058" y="16687"/>
                        <a:pt x="9462" y="12963"/>
                        <a:pt x="8974" y="9550"/>
                      </a:cubicBezTo>
                      <a:cubicBezTo>
                        <a:pt x="8442" y="6092"/>
                        <a:pt x="9107" y="2811"/>
                        <a:pt x="11058" y="373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76" name="Forme libre : forme 24275">
                  <a:extLst>
                    <a:ext uri="{FF2B5EF4-FFF2-40B4-BE49-F238E27FC236}">
                      <a16:creationId xmlns:a16="http://schemas.microsoft.com/office/drawing/2014/main" id="{47EC895C-3B01-47E5-AB31-9C6590E416D8}"/>
                    </a:ext>
                  </a:extLst>
                </p:cNvPr>
                <p:cNvSpPr/>
                <p:nvPr/>
              </p:nvSpPr>
              <p:spPr>
                <a:xfrm>
                  <a:off x="6722702" y="1473926"/>
                  <a:ext cx="29548" cy="22924"/>
                </a:xfrm>
                <a:custGeom>
                  <a:avLst/>
                  <a:gdLst>
                    <a:gd name="connsiteX0" fmla="*/ 28997 w 29548"/>
                    <a:gd name="connsiteY0" fmla="*/ 19273 h 22924"/>
                    <a:gd name="connsiteX1" fmla="*/ 21771 w 29548"/>
                    <a:gd name="connsiteY1" fmla="*/ 22908 h 22924"/>
                    <a:gd name="connsiteX2" fmla="*/ 9979 w 29548"/>
                    <a:gd name="connsiteY2" fmla="*/ 19495 h 22924"/>
                    <a:gd name="connsiteX3" fmla="*/ 1334 w 29548"/>
                    <a:gd name="connsiteY3" fmla="*/ 10806 h 22924"/>
                    <a:gd name="connsiteX4" fmla="*/ 980 w 29548"/>
                    <a:gd name="connsiteY4" fmla="*/ 2737 h 22924"/>
                    <a:gd name="connsiteX5" fmla="*/ 8516 w 29548"/>
                    <a:gd name="connsiteY5" fmla="*/ 33 h 22924"/>
                    <a:gd name="connsiteX6" fmla="*/ 19288 w 29548"/>
                    <a:gd name="connsiteY6" fmla="*/ 3668 h 22924"/>
                    <a:gd name="connsiteX7" fmla="*/ 27667 w 29548"/>
                    <a:gd name="connsiteY7" fmla="*/ 11338 h 22924"/>
                    <a:gd name="connsiteX8" fmla="*/ 28997 w 29548"/>
                    <a:gd name="connsiteY8" fmla="*/ 19273 h 22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548" h="22924">
                      <a:moveTo>
                        <a:pt x="28997" y="19273"/>
                      </a:moveTo>
                      <a:cubicBezTo>
                        <a:pt x="27889" y="21578"/>
                        <a:pt x="25229" y="22819"/>
                        <a:pt x="21771" y="22908"/>
                      </a:cubicBezTo>
                      <a:cubicBezTo>
                        <a:pt x="18269" y="23085"/>
                        <a:pt x="14102" y="21800"/>
                        <a:pt x="9979" y="19495"/>
                      </a:cubicBezTo>
                      <a:cubicBezTo>
                        <a:pt x="5989" y="17012"/>
                        <a:pt x="2886" y="13953"/>
                        <a:pt x="1334" y="10806"/>
                      </a:cubicBezTo>
                      <a:cubicBezTo>
                        <a:pt x="-261" y="7702"/>
                        <a:pt x="-483" y="4821"/>
                        <a:pt x="980" y="2737"/>
                      </a:cubicBezTo>
                      <a:cubicBezTo>
                        <a:pt x="2443" y="698"/>
                        <a:pt x="5236" y="-188"/>
                        <a:pt x="8516" y="33"/>
                      </a:cubicBezTo>
                      <a:cubicBezTo>
                        <a:pt x="11797" y="299"/>
                        <a:pt x="15654" y="1407"/>
                        <a:pt x="19288" y="3668"/>
                      </a:cubicBezTo>
                      <a:cubicBezTo>
                        <a:pt x="23012" y="5752"/>
                        <a:pt x="25850" y="8589"/>
                        <a:pt x="27667" y="11338"/>
                      </a:cubicBezTo>
                      <a:cubicBezTo>
                        <a:pt x="29485" y="14086"/>
                        <a:pt x="30105" y="16968"/>
                        <a:pt x="28997" y="1927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77" name="Forme libre : forme 24276">
                  <a:extLst>
                    <a:ext uri="{FF2B5EF4-FFF2-40B4-BE49-F238E27FC236}">
                      <a16:creationId xmlns:a16="http://schemas.microsoft.com/office/drawing/2014/main" id="{6D23DEBD-DFD5-4CA2-BD6C-7F4023EC28C7}"/>
                    </a:ext>
                  </a:extLst>
                </p:cNvPr>
                <p:cNvSpPr/>
                <p:nvPr/>
              </p:nvSpPr>
              <p:spPr>
                <a:xfrm>
                  <a:off x="6707248" y="1457010"/>
                  <a:ext cx="33811" cy="43719"/>
                </a:xfrm>
                <a:custGeom>
                  <a:avLst/>
                  <a:gdLst>
                    <a:gd name="connsiteX0" fmla="*/ 4686 w 33811"/>
                    <a:gd name="connsiteY0" fmla="*/ 9680 h 43719"/>
                    <a:gd name="connsiteX1" fmla="*/ 208 w 33811"/>
                    <a:gd name="connsiteY1" fmla="*/ 16950 h 43719"/>
                    <a:gd name="connsiteX2" fmla="*/ 8587 w 33811"/>
                    <a:gd name="connsiteY2" fmla="*/ 34682 h 43719"/>
                    <a:gd name="connsiteX3" fmla="*/ 24767 w 33811"/>
                    <a:gd name="connsiteY3" fmla="*/ 43548 h 43719"/>
                    <a:gd name="connsiteX4" fmla="*/ 33811 w 33811"/>
                    <a:gd name="connsiteY4" fmla="*/ 39160 h 43719"/>
                    <a:gd name="connsiteX5" fmla="*/ 30797 w 33811"/>
                    <a:gd name="connsiteY5" fmla="*/ 32510 h 43719"/>
                    <a:gd name="connsiteX6" fmla="*/ 24413 w 33811"/>
                    <a:gd name="connsiteY6" fmla="*/ 16684 h 43719"/>
                    <a:gd name="connsiteX7" fmla="*/ 17409 w 33811"/>
                    <a:gd name="connsiteY7" fmla="*/ 282 h 43719"/>
                    <a:gd name="connsiteX8" fmla="*/ 4686 w 33811"/>
                    <a:gd name="connsiteY8" fmla="*/ 9680 h 43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811" h="43719">
                      <a:moveTo>
                        <a:pt x="4686" y="9680"/>
                      </a:moveTo>
                      <a:cubicBezTo>
                        <a:pt x="2824" y="11807"/>
                        <a:pt x="829" y="14024"/>
                        <a:pt x="208" y="16950"/>
                      </a:cubicBezTo>
                      <a:cubicBezTo>
                        <a:pt x="-989" y="22491"/>
                        <a:pt x="3134" y="29540"/>
                        <a:pt x="8587" y="34682"/>
                      </a:cubicBezTo>
                      <a:cubicBezTo>
                        <a:pt x="13109" y="38982"/>
                        <a:pt x="18872" y="42662"/>
                        <a:pt x="24767" y="43548"/>
                      </a:cubicBezTo>
                      <a:cubicBezTo>
                        <a:pt x="29156" y="44258"/>
                        <a:pt x="33811" y="42751"/>
                        <a:pt x="33811" y="39160"/>
                      </a:cubicBezTo>
                      <a:cubicBezTo>
                        <a:pt x="33855" y="36943"/>
                        <a:pt x="32215" y="34638"/>
                        <a:pt x="30797" y="32510"/>
                      </a:cubicBezTo>
                      <a:cubicBezTo>
                        <a:pt x="27516" y="27412"/>
                        <a:pt x="25344" y="22048"/>
                        <a:pt x="24413" y="16684"/>
                      </a:cubicBezTo>
                      <a:cubicBezTo>
                        <a:pt x="23482" y="12074"/>
                        <a:pt x="23615" y="2365"/>
                        <a:pt x="17409" y="282"/>
                      </a:cubicBezTo>
                      <a:cubicBezTo>
                        <a:pt x="11823" y="-1625"/>
                        <a:pt x="7301" y="6665"/>
                        <a:pt x="4686" y="968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78" name="Forme libre : forme 24277">
                  <a:extLst>
                    <a:ext uri="{FF2B5EF4-FFF2-40B4-BE49-F238E27FC236}">
                      <a16:creationId xmlns:a16="http://schemas.microsoft.com/office/drawing/2014/main" id="{AC7BF64A-06F8-4B5D-B611-FE32FD1F2A12}"/>
                    </a:ext>
                  </a:extLst>
                </p:cNvPr>
                <p:cNvSpPr/>
                <p:nvPr/>
              </p:nvSpPr>
              <p:spPr>
                <a:xfrm>
                  <a:off x="6721897" y="1462515"/>
                  <a:ext cx="13998" cy="7003"/>
                </a:xfrm>
                <a:custGeom>
                  <a:avLst/>
                  <a:gdLst>
                    <a:gd name="connsiteX0" fmla="*/ 2139 w 13998"/>
                    <a:gd name="connsiteY0" fmla="*/ 672 h 7003"/>
                    <a:gd name="connsiteX1" fmla="*/ 366 w 13998"/>
                    <a:gd name="connsiteY1" fmla="*/ 1736 h 7003"/>
                    <a:gd name="connsiteX2" fmla="*/ 277 w 13998"/>
                    <a:gd name="connsiteY2" fmla="*/ 3820 h 7003"/>
                    <a:gd name="connsiteX3" fmla="*/ 2183 w 13998"/>
                    <a:gd name="connsiteY3" fmla="*/ 5106 h 7003"/>
                    <a:gd name="connsiteX4" fmla="*/ 7769 w 13998"/>
                    <a:gd name="connsiteY4" fmla="*/ 6835 h 7003"/>
                    <a:gd name="connsiteX5" fmla="*/ 10074 w 13998"/>
                    <a:gd name="connsiteY5" fmla="*/ 6968 h 7003"/>
                    <a:gd name="connsiteX6" fmla="*/ 12069 w 13998"/>
                    <a:gd name="connsiteY6" fmla="*/ 1204 h 7003"/>
                    <a:gd name="connsiteX7" fmla="*/ 2139 w 13998"/>
                    <a:gd name="connsiteY7" fmla="*/ 672 h 7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998" h="7003">
                      <a:moveTo>
                        <a:pt x="2139" y="672"/>
                      </a:moveTo>
                      <a:cubicBezTo>
                        <a:pt x="1474" y="894"/>
                        <a:pt x="764" y="1204"/>
                        <a:pt x="366" y="1736"/>
                      </a:cubicBezTo>
                      <a:cubicBezTo>
                        <a:pt x="-33" y="2268"/>
                        <a:pt x="-166" y="3111"/>
                        <a:pt x="277" y="3820"/>
                      </a:cubicBezTo>
                      <a:cubicBezTo>
                        <a:pt x="676" y="4441"/>
                        <a:pt x="1474" y="4795"/>
                        <a:pt x="2183" y="5106"/>
                      </a:cubicBezTo>
                      <a:cubicBezTo>
                        <a:pt x="4001" y="5859"/>
                        <a:pt x="5863" y="6435"/>
                        <a:pt x="7769" y="6835"/>
                      </a:cubicBezTo>
                      <a:cubicBezTo>
                        <a:pt x="8567" y="6968"/>
                        <a:pt x="9365" y="7056"/>
                        <a:pt x="10074" y="6968"/>
                      </a:cubicBezTo>
                      <a:cubicBezTo>
                        <a:pt x="13177" y="6569"/>
                        <a:pt x="16014" y="3155"/>
                        <a:pt x="12069" y="1204"/>
                      </a:cubicBezTo>
                      <a:cubicBezTo>
                        <a:pt x="9054" y="-347"/>
                        <a:pt x="4932" y="-258"/>
                        <a:pt x="2139" y="67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79" name="Forme libre : forme 24278">
                  <a:extLst>
                    <a:ext uri="{FF2B5EF4-FFF2-40B4-BE49-F238E27FC236}">
                      <a16:creationId xmlns:a16="http://schemas.microsoft.com/office/drawing/2014/main" id="{AE7B2445-485E-4A82-B571-D00AB7548DA0}"/>
                    </a:ext>
                  </a:extLst>
                </p:cNvPr>
                <p:cNvSpPr/>
                <p:nvPr/>
              </p:nvSpPr>
              <p:spPr>
                <a:xfrm>
                  <a:off x="6734144" y="1499095"/>
                  <a:ext cx="26908" cy="9485"/>
                </a:xfrm>
                <a:custGeom>
                  <a:avLst/>
                  <a:gdLst>
                    <a:gd name="connsiteX0" fmla="*/ 26909 w 26908"/>
                    <a:gd name="connsiteY0" fmla="*/ 0 h 9485"/>
                    <a:gd name="connsiteX1" fmla="*/ 21900 w 26908"/>
                    <a:gd name="connsiteY1" fmla="*/ 6206 h 9485"/>
                    <a:gd name="connsiteX2" fmla="*/ 13698 w 26908"/>
                    <a:gd name="connsiteY2" fmla="*/ 9265 h 9485"/>
                    <a:gd name="connsiteX3" fmla="*/ 0 w 26908"/>
                    <a:gd name="connsiteY3" fmla="*/ 7714 h 9485"/>
                    <a:gd name="connsiteX4" fmla="*/ 2881 w 26908"/>
                    <a:gd name="connsiteY4" fmla="*/ 8245 h 9485"/>
                    <a:gd name="connsiteX5" fmla="*/ 10019 w 26908"/>
                    <a:gd name="connsiteY5" fmla="*/ 8467 h 9485"/>
                    <a:gd name="connsiteX6" fmla="*/ 18885 w 26908"/>
                    <a:gd name="connsiteY6" fmla="*/ 6295 h 9485"/>
                    <a:gd name="connsiteX7" fmla="*/ 26909 w 26908"/>
                    <a:gd name="connsiteY7" fmla="*/ 0 h 9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908" h="9485">
                      <a:moveTo>
                        <a:pt x="26909" y="0"/>
                      </a:moveTo>
                      <a:cubicBezTo>
                        <a:pt x="26909" y="0"/>
                        <a:pt x="25801" y="3369"/>
                        <a:pt x="21900" y="6206"/>
                      </a:cubicBezTo>
                      <a:cubicBezTo>
                        <a:pt x="19949" y="7581"/>
                        <a:pt x="17333" y="8778"/>
                        <a:pt x="13698" y="9265"/>
                      </a:cubicBezTo>
                      <a:cubicBezTo>
                        <a:pt x="10063" y="9797"/>
                        <a:pt x="5586" y="9398"/>
                        <a:pt x="0" y="7714"/>
                      </a:cubicBezTo>
                      <a:cubicBezTo>
                        <a:pt x="0" y="7714"/>
                        <a:pt x="1064" y="8024"/>
                        <a:pt x="2881" y="8245"/>
                      </a:cubicBezTo>
                      <a:cubicBezTo>
                        <a:pt x="4699" y="8467"/>
                        <a:pt x="7226" y="8644"/>
                        <a:pt x="10019" y="8467"/>
                      </a:cubicBezTo>
                      <a:cubicBezTo>
                        <a:pt x="12812" y="8290"/>
                        <a:pt x="15959" y="7581"/>
                        <a:pt x="18885" y="6295"/>
                      </a:cubicBezTo>
                      <a:cubicBezTo>
                        <a:pt x="21811" y="5009"/>
                        <a:pt x="24648" y="3014"/>
                        <a:pt x="269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80" name="Forme libre : forme 24279">
                  <a:extLst>
                    <a:ext uri="{FF2B5EF4-FFF2-40B4-BE49-F238E27FC236}">
                      <a16:creationId xmlns:a16="http://schemas.microsoft.com/office/drawing/2014/main" id="{A456BF1C-BFF0-4B46-94E4-5174BCC2218C}"/>
                    </a:ext>
                  </a:extLst>
                </p:cNvPr>
                <p:cNvSpPr/>
                <p:nvPr/>
              </p:nvSpPr>
              <p:spPr>
                <a:xfrm>
                  <a:off x="6710072" y="1450346"/>
                  <a:ext cx="27130" cy="4905"/>
                </a:xfrm>
                <a:custGeom>
                  <a:avLst/>
                  <a:gdLst>
                    <a:gd name="connsiteX0" fmla="*/ 27131 w 27130"/>
                    <a:gd name="connsiteY0" fmla="*/ 4152 h 4905"/>
                    <a:gd name="connsiteX1" fmla="*/ 18309 w 27130"/>
                    <a:gd name="connsiteY1" fmla="*/ 606 h 4905"/>
                    <a:gd name="connsiteX2" fmla="*/ 9664 w 27130"/>
                    <a:gd name="connsiteY2" fmla="*/ 296 h 4905"/>
                    <a:gd name="connsiteX3" fmla="*/ 0 w 27130"/>
                    <a:gd name="connsiteY3" fmla="*/ 4906 h 4905"/>
                    <a:gd name="connsiteX4" fmla="*/ 8201 w 27130"/>
                    <a:gd name="connsiteY4" fmla="*/ 1847 h 4905"/>
                    <a:gd name="connsiteX5" fmla="*/ 27131 w 27130"/>
                    <a:gd name="connsiteY5" fmla="*/ 4152 h 4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130" h="4905">
                      <a:moveTo>
                        <a:pt x="27131" y="4152"/>
                      </a:moveTo>
                      <a:cubicBezTo>
                        <a:pt x="27131" y="4152"/>
                        <a:pt x="23407" y="1759"/>
                        <a:pt x="18309" y="606"/>
                      </a:cubicBezTo>
                      <a:cubicBezTo>
                        <a:pt x="15693" y="74"/>
                        <a:pt x="12811" y="-281"/>
                        <a:pt x="9664" y="296"/>
                      </a:cubicBezTo>
                      <a:cubicBezTo>
                        <a:pt x="6517" y="872"/>
                        <a:pt x="3236" y="2157"/>
                        <a:pt x="0" y="4906"/>
                      </a:cubicBezTo>
                      <a:cubicBezTo>
                        <a:pt x="0" y="4906"/>
                        <a:pt x="3192" y="2911"/>
                        <a:pt x="8201" y="1847"/>
                      </a:cubicBezTo>
                      <a:cubicBezTo>
                        <a:pt x="13211" y="739"/>
                        <a:pt x="19771" y="650"/>
                        <a:pt x="27131" y="41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81" name="Forme libre : forme 24280">
                  <a:extLst>
                    <a:ext uri="{FF2B5EF4-FFF2-40B4-BE49-F238E27FC236}">
                      <a16:creationId xmlns:a16="http://schemas.microsoft.com/office/drawing/2014/main" id="{2C11C6C8-8222-4D4B-93D0-4C8B19385FBF}"/>
                    </a:ext>
                  </a:extLst>
                </p:cNvPr>
                <p:cNvSpPr/>
                <p:nvPr/>
              </p:nvSpPr>
              <p:spPr>
                <a:xfrm>
                  <a:off x="6737036" y="1476372"/>
                  <a:ext cx="9700" cy="9322"/>
                </a:xfrm>
                <a:custGeom>
                  <a:avLst/>
                  <a:gdLst>
                    <a:gd name="connsiteX0" fmla="*/ 9077 w 9700"/>
                    <a:gd name="connsiteY0" fmla="*/ 8937 h 9322"/>
                    <a:gd name="connsiteX1" fmla="*/ 2339 w 9700"/>
                    <a:gd name="connsiteY1" fmla="*/ 6498 h 9322"/>
                    <a:gd name="connsiteX2" fmla="*/ 698 w 9700"/>
                    <a:gd name="connsiteY2" fmla="*/ 336 h 9322"/>
                    <a:gd name="connsiteX3" fmla="*/ 7259 w 9700"/>
                    <a:gd name="connsiteY3" fmla="*/ 2819 h 9322"/>
                    <a:gd name="connsiteX4" fmla="*/ 9077 w 9700"/>
                    <a:gd name="connsiteY4" fmla="*/ 8937 h 9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0" h="9322">
                      <a:moveTo>
                        <a:pt x="9077" y="8937"/>
                      </a:moveTo>
                      <a:cubicBezTo>
                        <a:pt x="7747" y="9956"/>
                        <a:pt x="4732" y="8892"/>
                        <a:pt x="2339" y="6498"/>
                      </a:cubicBezTo>
                      <a:cubicBezTo>
                        <a:pt x="33" y="4060"/>
                        <a:pt x="-676" y="1267"/>
                        <a:pt x="698" y="336"/>
                      </a:cubicBezTo>
                      <a:cubicBezTo>
                        <a:pt x="2117" y="-639"/>
                        <a:pt x="4910" y="602"/>
                        <a:pt x="7259" y="2819"/>
                      </a:cubicBezTo>
                      <a:cubicBezTo>
                        <a:pt x="9520" y="5124"/>
                        <a:pt x="10407" y="7873"/>
                        <a:pt x="9077" y="893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82" name="Forme libre : forme 24281">
                  <a:extLst>
                    <a:ext uri="{FF2B5EF4-FFF2-40B4-BE49-F238E27FC236}">
                      <a16:creationId xmlns:a16="http://schemas.microsoft.com/office/drawing/2014/main" id="{ECF497EE-9034-477C-AC5C-B0A361B95DD1}"/>
                    </a:ext>
                  </a:extLst>
                </p:cNvPr>
                <p:cNvSpPr/>
                <p:nvPr/>
              </p:nvSpPr>
              <p:spPr>
                <a:xfrm>
                  <a:off x="6744956" y="1483289"/>
                  <a:ext cx="3149" cy="2784"/>
                </a:xfrm>
                <a:custGeom>
                  <a:avLst/>
                  <a:gdLst>
                    <a:gd name="connsiteX0" fmla="*/ 3019 w 3149"/>
                    <a:gd name="connsiteY0" fmla="*/ 2152 h 2784"/>
                    <a:gd name="connsiteX1" fmla="*/ 935 w 3149"/>
                    <a:gd name="connsiteY1" fmla="*/ 2552 h 2784"/>
                    <a:gd name="connsiteX2" fmla="*/ 137 w 3149"/>
                    <a:gd name="connsiteY2" fmla="*/ 601 h 2784"/>
                    <a:gd name="connsiteX3" fmla="*/ 2177 w 3149"/>
                    <a:gd name="connsiteY3" fmla="*/ 246 h 2784"/>
                    <a:gd name="connsiteX4" fmla="*/ 3019 w 3149"/>
                    <a:gd name="connsiteY4" fmla="*/ 2152 h 2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9" h="2784">
                      <a:moveTo>
                        <a:pt x="3019" y="2152"/>
                      </a:moveTo>
                      <a:cubicBezTo>
                        <a:pt x="2664" y="2773"/>
                        <a:pt x="1734" y="2995"/>
                        <a:pt x="935" y="2552"/>
                      </a:cubicBezTo>
                      <a:cubicBezTo>
                        <a:pt x="137" y="2108"/>
                        <a:pt x="-217" y="1222"/>
                        <a:pt x="137" y="601"/>
                      </a:cubicBezTo>
                      <a:cubicBezTo>
                        <a:pt x="492" y="-20"/>
                        <a:pt x="1423" y="-197"/>
                        <a:pt x="2177" y="246"/>
                      </a:cubicBezTo>
                      <a:cubicBezTo>
                        <a:pt x="2975" y="645"/>
                        <a:pt x="3374" y="1488"/>
                        <a:pt x="3019" y="21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83" name="Forme libre : forme 24282">
                  <a:extLst>
                    <a:ext uri="{FF2B5EF4-FFF2-40B4-BE49-F238E27FC236}">
                      <a16:creationId xmlns:a16="http://schemas.microsoft.com/office/drawing/2014/main" id="{E0F7E539-0D27-4C81-8AE8-67B6E2842663}"/>
                    </a:ext>
                  </a:extLst>
                </p:cNvPr>
                <p:cNvSpPr/>
                <p:nvPr/>
              </p:nvSpPr>
              <p:spPr>
                <a:xfrm>
                  <a:off x="6744135" y="1464501"/>
                  <a:ext cx="18772" cy="30761"/>
                </a:xfrm>
                <a:custGeom>
                  <a:avLst/>
                  <a:gdLst>
                    <a:gd name="connsiteX0" fmla="*/ 18735 w 18772"/>
                    <a:gd name="connsiteY0" fmla="*/ 16862 h 30761"/>
                    <a:gd name="connsiteX1" fmla="*/ 16164 w 18772"/>
                    <a:gd name="connsiteY1" fmla="*/ 28389 h 30761"/>
                    <a:gd name="connsiteX2" fmla="*/ 12573 w 18772"/>
                    <a:gd name="connsiteY2" fmla="*/ 30649 h 30761"/>
                    <a:gd name="connsiteX3" fmla="*/ 10224 w 18772"/>
                    <a:gd name="connsiteY3" fmla="*/ 27059 h 30761"/>
                    <a:gd name="connsiteX4" fmla="*/ 8583 w 18772"/>
                    <a:gd name="connsiteY4" fmla="*/ 14336 h 30761"/>
                    <a:gd name="connsiteX5" fmla="*/ 2598 w 18772"/>
                    <a:gd name="connsiteY5" fmla="*/ 7110 h 30761"/>
                    <a:gd name="connsiteX6" fmla="*/ 1047 w 18772"/>
                    <a:gd name="connsiteY6" fmla="*/ 283 h 30761"/>
                    <a:gd name="connsiteX7" fmla="*/ 9027 w 18772"/>
                    <a:gd name="connsiteY7" fmla="*/ 2455 h 30761"/>
                    <a:gd name="connsiteX8" fmla="*/ 15587 w 18772"/>
                    <a:gd name="connsiteY8" fmla="*/ 7996 h 30761"/>
                    <a:gd name="connsiteX9" fmla="*/ 18735 w 18772"/>
                    <a:gd name="connsiteY9" fmla="*/ 16862 h 30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772" h="30761">
                      <a:moveTo>
                        <a:pt x="18735" y="16862"/>
                      </a:moveTo>
                      <a:cubicBezTo>
                        <a:pt x="19001" y="20941"/>
                        <a:pt x="17804" y="24842"/>
                        <a:pt x="16164" y="28389"/>
                      </a:cubicBezTo>
                      <a:cubicBezTo>
                        <a:pt x="15543" y="29718"/>
                        <a:pt x="14346" y="31181"/>
                        <a:pt x="12573" y="30649"/>
                      </a:cubicBezTo>
                      <a:cubicBezTo>
                        <a:pt x="10977" y="30162"/>
                        <a:pt x="10356" y="28433"/>
                        <a:pt x="10224" y="27059"/>
                      </a:cubicBezTo>
                      <a:cubicBezTo>
                        <a:pt x="9824" y="22803"/>
                        <a:pt x="10711" y="18325"/>
                        <a:pt x="8583" y="14336"/>
                      </a:cubicBezTo>
                      <a:cubicBezTo>
                        <a:pt x="7874" y="13139"/>
                        <a:pt x="4859" y="10035"/>
                        <a:pt x="2598" y="7110"/>
                      </a:cubicBezTo>
                      <a:cubicBezTo>
                        <a:pt x="338" y="4095"/>
                        <a:pt x="-1081" y="1169"/>
                        <a:pt x="1047" y="283"/>
                      </a:cubicBezTo>
                      <a:cubicBezTo>
                        <a:pt x="3130" y="-604"/>
                        <a:pt x="6189" y="726"/>
                        <a:pt x="9027" y="2455"/>
                      </a:cubicBezTo>
                      <a:cubicBezTo>
                        <a:pt x="11819" y="4317"/>
                        <a:pt x="14524" y="6533"/>
                        <a:pt x="15587" y="7996"/>
                      </a:cubicBezTo>
                      <a:cubicBezTo>
                        <a:pt x="17494" y="10745"/>
                        <a:pt x="18558" y="13804"/>
                        <a:pt x="18735" y="1686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91" name="Graphique 2">
                <a:extLst>
                  <a:ext uri="{FF2B5EF4-FFF2-40B4-BE49-F238E27FC236}">
                    <a16:creationId xmlns:a16="http://schemas.microsoft.com/office/drawing/2014/main" id="{6581EF56-7174-43EC-90CE-C144B1809389}"/>
                  </a:ext>
                </a:extLst>
              </p:cNvPr>
              <p:cNvGrpSpPr/>
              <p:nvPr/>
            </p:nvGrpSpPr>
            <p:grpSpPr>
              <a:xfrm>
                <a:off x="6761388" y="1477839"/>
                <a:ext cx="73018" cy="53400"/>
                <a:chOff x="6761388" y="1477839"/>
                <a:chExt cx="73018" cy="53400"/>
              </a:xfrm>
              <a:solidFill>
                <a:schemeClr val="accent1"/>
              </a:solidFill>
            </p:grpSpPr>
            <p:sp>
              <p:nvSpPr>
                <p:cNvPr id="24260" name="Forme libre : forme 24259">
                  <a:extLst>
                    <a:ext uri="{FF2B5EF4-FFF2-40B4-BE49-F238E27FC236}">
                      <a16:creationId xmlns:a16="http://schemas.microsoft.com/office/drawing/2014/main" id="{40E057B1-9838-4FF0-B5CC-3EDDCC2120A7}"/>
                    </a:ext>
                  </a:extLst>
                </p:cNvPr>
                <p:cNvSpPr/>
                <p:nvPr/>
              </p:nvSpPr>
              <p:spPr>
                <a:xfrm>
                  <a:off x="6761399" y="1477839"/>
                  <a:ext cx="72947" cy="53400"/>
                </a:xfrm>
                <a:custGeom>
                  <a:avLst/>
                  <a:gdLst>
                    <a:gd name="connsiteX0" fmla="*/ 48462 w 72947"/>
                    <a:gd name="connsiteY0" fmla="*/ 53352 h 53400"/>
                    <a:gd name="connsiteX1" fmla="*/ 33301 w 72947"/>
                    <a:gd name="connsiteY1" fmla="*/ 51490 h 53400"/>
                    <a:gd name="connsiteX2" fmla="*/ 18494 w 72947"/>
                    <a:gd name="connsiteY2" fmla="*/ 48387 h 53400"/>
                    <a:gd name="connsiteX3" fmla="*/ 9362 w 72947"/>
                    <a:gd name="connsiteY3" fmla="*/ 44309 h 53400"/>
                    <a:gd name="connsiteX4" fmla="*/ 3067 w 72947"/>
                    <a:gd name="connsiteY4" fmla="*/ 38147 h 53400"/>
                    <a:gd name="connsiteX5" fmla="*/ 939 w 72947"/>
                    <a:gd name="connsiteY5" fmla="*/ 23916 h 53400"/>
                    <a:gd name="connsiteX6" fmla="*/ 5904 w 72947"/>
                    <a:gd name="connsiteY6" fmla="*/ 11415 h 53400"/>
                    <a:gd name="connsiteX7" fmla="*/ 15967 w 72947"/>
                    <a:gd name="connsiteY7" fmla="*/ 1795 h 53400"/>
                    <a:gd name="connsiteX8" fmla="*/ 23016 w 72947"/>
                    <a:gd name="connsiteY8" fmla="*/ 111 h 53400"/>
                    <a:gd name="connsiteX9" fmla="*/ 30463 w 72947"/>
                    <a:gd name="connsiteY9" fmla="*/ 687 h 53400"/>
                    <a:gd name="connsiteX10" fmla="*/ 41147 w 72947"/>
                    <a:gd name="connsiteY10" fmla="*/ 2770 h 53400"/>
                    <a:gd name="connsiteX11" fmla="*/ 51831 w 72947"/>
                    <a:gd name="connsiteY11" fmla="*/ 3968 h 53400"/>
                    <a:gd name="connsiteX12" fmla="*/ 58880 w 72947"/>
                    <a:gd name="connsiteY12" fmla="*/ 5608 h 53400"/>
                    <a:gd name="connsiteX13" fmla="*/ 64864 w 72947"/>
                    <a:gd name="connsiteY13" fmla="*/ 9287 h 53400"/>
                    <a:gd name="connsiteX14" fmla="*/ 69386 w 72947"/>
                    <a:gd name="connsiteY14" fmla="*/ 14696 h 53400"/>
                    <a:gd name="connsiteX15" fmla="*/ 71603 w 72947"/>
                    <a:gd name="connsiteY15" fmla="*/ 21523 h 53400"/>
                    <a:gd name="connsiteX16" fmla="*/ 72888 w 72947"/>
                    <a:gd name="connsiteY16" fmla="*/ 35176 h 53400"/>
                    <a:gd name="connsiteX17" fmla="*/ 71647 w 72947"/>
                    <a:gd name="connsiteY17" fmla="*/ 42314 h 53400"/>
                    <a:gd name="connsiteX18" fmla="*/ 66682 w 72947"/>
                    <a:gd name="connsiteY18" fmla="*/ 48387 h 53400"/>
                    <a:gd name="connsiteX19" fmla="*/ 58569 w 72947"/>
                    <a:gd name="connsiteY19" fmla="*/ 52421 h 53400"/>
                    <a:gd name="connsiteX20" fmla="*/ 48462 w 72947"/>
                    <a:gd name="connsiteY20" fmla="*/ 53352 h 53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2947" h="53400">
                      <a:moveTo>
                        <a:pt x="48462" y="53352"/>
                      </a:moveTo>
                      <a:cubicBezTo>
                        <a:pt x="43408" y="52820"/>
                        <a:pt x="38266" y="52421"/>
                        <a:pt x="33301" y="51490"/>
                      </a:cubicBezTo>
                      <a:cubicBezTo>
                        <a:pt x="28291" y="50737"/>
                        <a:pt x="23371" y="49540"/>
                        <a:pt x="18494" y="48387"/>
                      </a:cubicBezTo>
                      <a:cubicBezTo>
                        <a:pt x="15081" y="47500"/>
                        <a:pt x="12022" y="46038"/>
                        <a:pt x="9362" y="44309"/>
                      </a:cubicBezTo>
                      <a:cubicBezTo>
                        <a:pt x="6746" y="42535"/>
                        <a:pt x="4619" y="40363"/>
                        <a:pt x="3067" y="38147"/>
                      </a:cubicBezTo>
                      <a:cubicBezTo>
                        <a:pt x="-80" y="33625"/>
                        <a:pt x="-834" y="28394"/>
                        <a:pt x="939" y="23916"/>
                      </a:cubicBezTo>
                      <a:lnTo>
                        <a:pt x="5904" y="11415"/>
                      </a:lnTo>
                      <a:cubicBezTo>
                        <a:pt x="7722" y="6849"/>
                        <a:pt x="11490" y="3702"/>
                        <a:pt x="15967" y="1795"/>
                      </a:cubicBezTo>
                      <a:cubicBezTo>
                        <a:pt x="18184" y="820"/>
                        <a:pt x="20578" y="288"/>
                        <a:pt x="23016" y="111"/>
                      </a:cubicBezTo>
                      <a:cubicBezTo>
                        <a:pt x="25454" y="-155"/>
                        <a:pt x="27981" y="66"/>
                        <a:pt x="30463" y="687"/>
                      </a:cubicBezTo>
                      <a:cubicBezTo>
                        <a:pt x="34010" y="1441"/>
                        <a:pt x="37601" y="2283"/>
                        <a:pt x="41147" y="2770"/>
                      </a:cubicBezTo>
                      <a:cubicBezTo>
                        <a:pt x="44694" y="3436"/>
                        <a:pt x="48285" y="3613"/>
                        <a:pt x="51831" y="3968"/>
                      </a:cubicBezTo>
                      <a:cubicBezTo>
                        <a:pt x="54314" y="4012"/>
                        <a:pt x="56663" y="4632"/>
                        <a:pt x="58880" y="5608"/>
                      </a:cubicBezTo>
                      <a:cubicBezTo>
                        <a:pt x="61052" y="6450"/>
                        <a:pt x="63091" y="7691"/>
                        <a:pt x="64864" y="9287"/>
                      </a:cubicBezTo>
                      <a:cubicBezTo>
                        <a:pt x="66638" y="10927"/>
                        <a:pt x="68189" y="12612"/>
                        <a:pt x="69386" y="14696"/>
                      </a:cubicBezTo>
                      <a:cubicBezTo>
                        <a:pt x="70583" y="16735"/>
                        <a:pt x="71381" y="19040"/>
                        <a:pt x="71603" y="21523"/>
                      </a:cubicBezTo>
                      <a:lnTo>
                        <a:pt x="72888" y="35176"/>
                      </a:lnTo>
                      <a:cubicBezTo>
                        <a:pt x="73110" y="37659"/>
                        <a:pt x="72711" y="40053"/>
                        <a:pt x="71647" y="42314"/>
                      </a:cubicBezTo>
                      <a:cubicBezTo>
                        <a:pt x="70583" y="44530"/>
                        <a:pt x="68899" y="46747"/>
                        <a:pt x="66682" y="48387"/>
                      </a:cubicBezTo>
                      <a:cubicBezTo>
                        <a:pt x="64465" y="50072"/>
                        <a:pt x="61717" y="51446"/>
                        <a:pt x="58569" y="52421"/>
                      </a:cubicBezTo>
                      <a:cubicBezTo>
                        <a:pt x="55511" y="53219"/>
                        <a:pt x="52053" y="53530"/>
                        <a:pt x="48462" y="5335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61" name="Forme libre : forme 24260">
                  <a:extLst>
                    <a:ext uri="{FF2B5EF4-FFF2-40B4-BE49-F238E27FC236}">
                      <a16:creationId xmlns:a16="http://schemas.microsoft.com/office/drawing/2014/main" id="{FFC3E9AA-AD69-450B-8473-7A475BDA2D31}"/>
                    </a:ext>
                  </a:extLst>
                </p:cNvPr>
                <p:cNvSpPr/>
                <p:nvPr/>
              </p:nvSpPr>
              <p:spPr>
                <a:xfrm>
                  <a:off x="6761388" y="1496302"/>
                  <a:ext cx="73018" cy="34888"/>
                </a:xfrm>
                <a:custGeom>
                  <a:avLst/>
                  <a:gdLst>
                    <a:gd name="connsiteX0" fmla="*/ 27238 w 73018"/>
                    <a:gd name="connsiteY0" fmla="*/ 15294 h 34888"/>
                    <a:gd name="connsiteX1" fmla="*/ 11988 w 73018"/>
                    <a:gd name="connsiteY1" fmla="*/ 10772 h 34888"/>
                    <a:gd name="connsiteX2" fmla="*/ 3122 w 73018"/>
                    <a:gd name="connsiteY2" fmla="*/ 0 h 34888"/>
                    <a:gd name="connsiteX3" fmla="*/ 950 w 73018"/>
                    <a:gd name="connsiteY3" fmla="*/ 5408 h 34888"/>
                    <a:gd name="connsiteX4" fmla="*/ 3078 w 73018"/>
                    <a:gd name="connsiteY4" fmla="*/ 19639 h 34888"/>
                    <a:gd name="connsiteX5" fmla="*/ 9373 w 73018"/>
                    <a:gd name="connsiteY5" fmla="*/ 25801 h 34888"/>
                    <a:gd name="connsiteX6" fmla="*/ 18505 w 73018"/>
                    <a:gd name="connsiteY6" fmla="*/ 29879 h 34888"/>
                    <a:gd name="connsiteX7" fmla="*/ 33312 w 73018"/>
                    <a:gd name="connsiteY7" fmla="*/ 32982 h 34888"/>
                    <a:gd name="connsiteX8" fmla="*/ 48473 w 73018"/>
                    <a:gd name="connsiteY8" fmla="*/ 34844 h 34888"/>
                    <a:gd name="connsiteX9" fmla="*/ 58625 w 73018"/>
                    <a:gd name="connsiteY9" fmla="*/ 33869 h 34888"/>
                    <a:gd name="connsiteX10" fmla="*/ 66737 w 73018"/>
                    <a:gd name="connsiteY10" fmla="*/ 29835 h 34888"/>
                    <a:gd name="connsiteX11" fmla="*/ 71702 w 73018"/>
                    <a:gd name="connsiteY11" fmla="*/ 23761 h 34888"/>
                    <a:gd name="connsiteX12" fmla="*/ 72943 w 73018"/>
                    <a:gd name="connsiteY12" fmla="*/ 16624 h 34888"/>
                    <a:gd name="connsiteX13" fmla="*/ 72899 w 73018"/>
                    <a:gd name="connsiteY13" fmla="*/ 16181 h 34888"/>
                    <a:gd name="connsiteX14" fmla="*/ 61373 w 73018"/>
                    <a:gd name="connsiteY14" fmla="*/ 17112 h 34888"/>
                    <a:gd name="connsiteX15" fmla="*/ 49980 w 73018"/>
                    <a:gd name="connsiteY15" fmla="*/ 16757 h 34888"/>
                    <a:gd name="connsiteX16" fmla="*/ 38676 w 73018"/>
                    <a:gd name="connsiteY16" fmla="*/ 15870 h 34888"/>
                    <a:gd name="connsiteX17" fmla="*/ 27238 w 73018"/>
                    <a:gd name="connsiteY17" fmla="*/ 15294 h 34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018" h="34888">
                      <a:moveTo>
                        <a:pt x="27238" y="15294"/>
                      </a:moveTo>
                      <a:cubicBezTo>
                        <a:pt x="21652" y="15250"/>
                        <a:pt x="16289" y="13477"/>
                        <a:pt x="11988" y="10772"/>
                      </a:cubicBezTo>
                      <a:cubicBezTo>
                        <a:pt x="7733" y="7980"/>
                        <a:pt x="4541" y="4300"/>
                        <a:pt x="3122" y="0"/>
                      </a:cubicBezTo>
                      <a:lnTo>
                        <a:pt x="950" y="5408"/>
                      </a:lnTo>
                      <a:cubicBezTo>
                        <a:pt x="-823" y="9886"/>
                        <a:pt x="-114" y="15117"/>
                        <a:pt x="3078" y="19639"/>
                      </a:cubicBezTo>
                      <a:cubicBezTo>
                        <a:pt x="4674" y="21855"/>
                        <a:pt x="6757" y="24027"/>
                        <a:pt x="9373" y="25801"/>
                      </a:cubicBezTo>
                      <a:cubicBezTo>
                        <a:pt x="12033" y="27485"/>
                        <a:pt x="15092" y="28948"/>
                        <a:pt x="18505" y="29879"/>
                      </a:cubicBezTo>
                      <a:cubicBezTo>
                        <a:pt x="23381" y="31032"/>
                        <a:pt x="28302" y="32229"/>
                        <a:pt x="33312" y="32982"/>
                      </a:cubicBezTo>
                      <a:cubicBezTo>
                        <a:pt x="38277" y="33958"/>
                        <a:pt x="43375" y="34312"/>
                        <a:pt x="48473" y="34844"/>
                      </a:cubicBezTo>
                      <a:cubicBezTo>
                        <a:pt x="52064" y="35021"/>
                        <a:pt x="55521" y="34667"/>
                        <a:pt x="58625" y="33869"/>
                      </a:cubicBezTo>
                      <a:cubicBezTo>
                        <a:pt x="61728" y="32894"/>
                        <a:pt x="64476" y="31519"/>
                        <a:pt x="66737" y="29835"/>
                      </a:cubicBezTo>
                      <a:cubicBezTo>
                        <a:pt x="68954" y="28195"/>
                        <a:pt x="70638" y="26022"/>
                        <a:pt x="71702" y="23761"/>
                      </a:cubicBezTo>
                      <a:cubicBezTo>
                        <a:pt x="72766" y="21501"/>
                        <a:pt x="73209" y="19062"/>
                        <a:pt x="72943" y="16624"/>
                      </a:cubicBezTo>
                      <a:lnTo>
                        <a:pt x="72899" y="16181"/>
                      </a:lnTo>
                      <a:cubicBezTo>
                        <a:pt x="69042" y="16890"/>
                        <a:pt x="65186" y="17067"/>
                        <a:pt x="61373" y="17112"/>
                      </a:cubicBezTo>
                      <a:cubicBezTo>
                        <a:pt x="57561" y="17333"/>
                        <a:pt x="53748" y="16846"/>
                        <a:pt x="49980" y="16757"/>
                      </a:cubicBezTo>
                      <a:cubicBezTo>
                        <a:pt x="46212" y="16447"/>
                        <a:pt x="42488" y="16181"/>
                        <a:pt x="38676" y="15870"/>
                      </a:cubicBezTo>
                      <a:cubicBezTo>
                        <a:pt x="34952" y="15516"/>
                        <a:pt x="31095" y="15471"/>
                        <a:pt x="27238" y="1529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62" name="Forme libre : forme 24261">
                  <a:extLst>
                    <a:ext uri="{FF2B5EF4-FFF2-40B4-BE49-F238E27FC236}">
                      <a16:creationId xmlns:a16="http://schemas.microsoft.com/office/drawing/2014/main" id="{E2DA83D0-8EFA-4C19-B105-DB415FB13BE1}"/>
                    </a:ext>
                  </a:extLst>
                </p:cNvPr>
                <p:cNvSpPr/>
                <p:nvPr/>
              </p:nvSpPr>
              <p:spPr>
                <a:xfrm>
                  <a:off x="6787069" y="1497240"/>
                  <a:ext cx="32146" cy="19033"/>
                </a:xfrm>
                <a:custGeom>
                  <a:avLst/>
                  <a:gdLst>
                    <a:gd name="connsiteX0" fmla="*/ 32146 w 32146"/>
                    <a:gd name="connsiteY0" fmla="*/ 10722 h 19033"/>
                    <a:gd name="connsiteX1" fmla="*/ 27092 w 32146"/>
                    <a:gd name="connsiteY1" fmla="*/ 17150 h 19033"/>
                    <a:gd name="connsiteX2" fmla="*/ 21551 w 32146"/>
                    <a:gd name="connsiteY2" fmla="*/ 18834 h 19033"/>
                    <a:gd name="connsiteX3" fmla="*/ 14812 w 32146"/>
                    <a:gd name="connsiteY3" fmla="*/ 18834 h 19033"/>
                    <a:gd name="connsiteX4" fmla="*/ 8340 w 32146"/>
                    <a:gd name="connsiteY4" fmla="*/ 17061 h 19033"/>
                    <a:gd name="connsiteX5" fmla="*/ 3419 w 32146"/>
                    <a:gd name="connsiteY5" fmla="*/ 14091 h 19033"/>
                    <a:gd name="connsiteX6" fmla="*/ 139 w 32146"/>
                    <a:gd name="connsiteY6" fmla="*/ 6599 h 19033"/>
                    <a:gd name="connsiteX7" fmla="*/ 6079 w 32146"/>
                    <a:gd name="connsiteY7" fmla="*/ 1190 h 19033"/>
                    <a:gd name="connsiteX8" fmla="*/ 11222 w 32146"/>
                    <a:gd name="connsiteY8" fmla="*/ 82 h 19033"/>
                    <a:gd name="connsiteX9" fmla="*/ 17162 w 32146"/>
                    <a:gd name="connsiteY9" fmla="*/ 259 h 19033"/>
                    <a:gd name="connsiteX10" fmla="*/ 22925 w 32146"/>
                    <a:gd name="connsiteY10" fmla="*/ 1589 h 19033"/>
                    <a:gd name="connsiteX11" fmla="*/ 27624 w 32146"/>
                    <a:gd name="connsiteY11" fmla="*/ 3895 h 19033"/>
                    <a:gd name="connsiteX12" fmla="*/ 32146 w 32146"/>
                    <a:gd name="connsiteY12" fmla="*/ 10722 h 19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146" h="19033">
                      <a:moveTo>
                        <a:pt x="32146" y="10722"/>
                      </a:moveTo>
                      <a:cubicBezTo>
                        <a:pt x="32102" y="13293"/>
                        <a:pt x="30240" y="15598"/>
                        <a:pt x="27092" y="17150"/>
                      </a:cubicBezTo>
                      <a:cubicBezTo>
                        <a:pt x="25541" y="17903"/>
                        <a:pt x="23634" y="18613"/>
                        <a:pt x="21551" y="18834"/>
                      </a:cubicBezTo>
                      <a:cubicBezTo>
                        <a:pt x="19467" y="19100"/>
                        <a:pt x="17206" y="19100"/>
                        <a:pt x="14812" y="18834"/>
                      </a:cubicBezTo>
                      <a:cubicBezTo>
                        <a:pt x="12463" y="18568"/>
                        <a:pt x="10291" y="17859"/>
                        <a:pt x="8340" y="17061"/>
                      </a:cubicBezTo>
                      <a:cubicBezTo>
                        <a:pt x="6390" y="16263"/>
                        <a:pt x="4705" y="15288"/>
                        <a:pt x="3419" y="14091"/>
                      </a:cubicBezTo>
                      <a:cubicBezTo>
                        <a:pt x="804" y="11786"/>
                        <a:pt x="-437" y="9081"/>
                        <a:pt x="139" y="6599"/>
                      </a:cubicBezTo>
                      <a:cubicBezTo>
                        <a:pt x="715" y="4116"/>
                        <a:pt x="3020" y="2210"/>
                        <a:pt x="6079" y="1190"/>
                      </a:cubicBezTo>
                      <a:cubicBezTo>
                        <a:pt x="7586" y="703"/>
                        <a:pt x="9360" y="259"/>
                        <a:pt x="11222" y="82"/>
                      </a:cubicBezTo>
                      <a:cubicBezTo>
                        <a:pt x="13084" y="-95"/>
                        <a:pt x="15078" y="38"/>
                        <a:pt x="17162" y="259"/>
                      </a:cubicBezTo>
                      <a:cubicBezTo>
                        <a:pt x="19246" y="481"/>
                        <a:pt x="21196" y="924"/>
                        <a:pt x="22925" y="1589"/>
                      </a:cubicBezTo>
                      <a:cubicBezTo>
                        <a:pt x="24698" y="2299"/>
                        <a:pt x="26294" y="2964"/>
                        <a:pt x="27624" y="3895"/>
                      </a:cubicBezTo>
                      <a:cubicBezTo>
                        <a:pt x="30461" y="5712"/>
                        <a:pt x="32190" y="8106"/>
                        <a:pt x="32146" y="10722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63" name="Forme libre : forme 24262">
                  <a:extLst>
                    <a:ext uri="{FF2B5EF4-FFF2-40B4-BE49-F238E27FC236}">
                      <a16:creationId xmlns:a16="http://schemas.microsoft.com/office/drawing/2014/main" id="{154BEAFE-C8A9-422C-81EF-5690D39FB650}"/>
                    </a:ext>
                  </a:extLst>
                </p:cNvPr>
                <p:cNvSpPr/>
                <p:nvPr/>
              </p:nvSpPr>
              <p:spPr>
                <a:xfrm>
                  <a:off x="6787139" y="1497765"/>
                  <a:ext cx="22588" cy="18495"/>
                </a:xfrm>
                <a:custGeom>
                  <a:avLst/>
                  <a:gdLst>
                    <a:gd name="connsiteX0" fmla="*/ 8536 w 22588"/>
                    <a:gd name="connsiteY0" fmla="*/ 0 h 18495"/>
                    <a:gd name="connsiteX1" fmla="*/ 157 w 22588"/>
                    <a:gd name="connsiteY1" fmla="*/ 6073 h 18495"/>
                    <a:gd name="connsiteX2" fmla="*/ 3438 w 22588"/>
                    <a:gd name="connsiteY2" fmla="*/ 13565 h 18495"/>
                    <a:gd name="connsiteX3" fmla="*/ 8358 w 22588"/>
                    <a:gd name="connsiteY3" fmla="*/ 16535 h 18495"/>
                    <a:gd name="connsiteX4" fmla="*/ 14831 w 22588"/>
                    <a:gd name="connsiteY4" fmla="*/ 18309 h 18495"/>
                    <a:gd name="connsiteX5" fmla="*/ 22589 w 22588"/>
                    <a:gd name="connsiteY5" fmla="*/ 18131 h 18495"/>
                    <a:gd name="connsiteX6" fmla="*/ 18466 w 22588"/>
                    <a:gd name="connsiteY6" fmla="*/ 17023 h 18495"/>
                    <a:gd name="connsiteX7" fmla="*/ 10132 w 22588"/>
                    <a:gd name="connsiteY7" fmla="*/ 9398 h 18495"/>
                    <a:gd name="connsiteX8" fmla="*/ 8536 w 22588"/>
                    <a:gd name="connsiteY8" fmla="*/ 0 h 18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588" h="18495">
                      <a:moveTo>
                        <a:pt x="8536" y="0"/>
                      </a:moveTo>
                      <a:cubicBezTo>
                        <a:pt x="4236" y="842"/>
                        <a:pt x="911" y="2926"/>
                        <a:pt x="157" y="6073"/>
                      </a:cubicBezTo>
                      <a:cubicBezTo>
                        <a:pt x="-463" y="8556"/>
                        <a:pt x="778" y="11260"/>
                        <a:pt x="3438" y="13565"/>
                      </a:cubicBezTo>
                      <a:cubicBezTo>
                        <a:pt x="4723" y="14762"/>
                        <a:pt x="6408" y="15738"/>
                        <a:pt x="8358" y="16535"/>
                      </a:cubicBezTo>
                      <a:cubicBezTo>
                        <a:pt x="10309" y="17333"/>
                        <a:pt x="12481" y="18043"/>
                        <a:pt x="14831" y="18309"/>
                      </a:cubicBezTo>
                      <a:cubicBezTo>
                        <a:pt x="17579" y="18619"/>
                        <a:pt x="20239" y="18530"/>
                        <a:pt x="22589" y="18131"/>
                      </a:cubicBezTo>
                      <a:cubicBezTo>
                        <a:pt x="21170" y="17954"/>
                        <a:pt x="19752" y="17599"/>
                        <a:pt x="18466" y="17023"/>
                      </a:cubicBezTo>
                      <a:cubicBezTo>
                        <a:pt x="14875" y="15294"/>
                        <a:pt x="11905" y="12457"/>
                        <a:pt x="10132" y="9398"/>
                      </a:cubicBezTo>
                      <a:cubicBezTo>
                        <a:pt x="8270" y="6339"/>
                        <a:pt x="7694" y="3059"/>
                        <a:pt x="8536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64" name="Forme libre : forme 24263">
                  <a:extLst>
                    <a:ext uri="{FF2B5EF4-FFF2-40B4-BE49-F238E27FC236}">
                      <a16:creationId xmlns:a16="http://schemas.microsoft.com/office/drawing/2014/main" id="{7A5D4AC6-2FBC-42C8-9852-8B7D1E2B95A6}"/>
                    </a:ext>
                  </a:extLst>
                </p:cNvPr>
                <p:cNvSpPr/>
                <p:nvPr/>
              </p:nvSpPr>
              <p:spPr>
                <a:xfrm>
                  <a:off x="6788269" y="1499535"/>
                  <a:ext cx="32585" cy="18954"/>
                </a:xfrm>
                <a:custGeom>
                  <a:avLst/>
                  <a:gdLst>
                    <a:gd name="connsiteX0" fmla="*/ 32586 w 32585"/>
                    <a:gd name="connsiteY0" fmla="*/ 10510 h 18954"/>
                    <a:gd name="connsiteX1" fmla="*/ 27532 w 32585"/>
                    <a:gd name="connsiteY1" fmla="*/ 16982 h 18954"/>
                    <a:gd name="connsiteX2" fmla="*/ 21946 w 32585"/>
                    <a:gd name="connsiteY2" fmla="*/ 18755 h 18954"/>
                    <a:gd name="connsiteX3" fmla="*/ 15164 w 32585"/>
                    <a:gd name="connsiteY3" fmla="*/ 18755 h 18954"/>
                    <a:gd name="connsiteX4" fmla="*/ 3549 w 32585"/>
                    <a:gd name="connsiteY4" fmla="*/ 14189 h 18954"/>
                    <a:gd name="connsiteX5" fmla="*/ 135 w 32585"/>
                    <a:gd name="connsiteY5" fmla="*/ 6653 h 18954"/>
                    <a:gd name="connsiteX6" fmla="*/ 6076 w 32585"/>
                    <a:gd name="connsiteY6" fmla="*/ 1245 h 18954"/>
                    <a:gd name="connsiteX7" fmla="*/ 17336 w 32585"/>
                    <a:gd name="connsiteY7" fmla="*/ 181 h 18954"/>
                    <a:gd name="connsiteX8" fmla="*/ 23232 w 32585"/>
                    <a:gd name="connsiteY8" fmla="*/ 1511 h 18954"/>
                    <a:gd name="connsiteX9" fmla="*/ 28064 w 32585"/>
                    <a:gd name="connsiteY9" fmla="*/ 3727 h 18954"/>
                    <a:gd name="connsiteX10" fmla="*/ 32586 w 32585"/>
                    <a:gd name="connsiteY10" fmla="*/ 10510 h 1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585" h="18954">
                      <a:moveTo>
                        <a:pt x="32586" y="10510"/>
                      </a:moveTo>
                      <a:cubicBezTo>
                        <a:pt x="32586" y="13125"/>
                        <a:pt x="30724" y="15475"/>
                        <a:pt x="27532" y="16982"/>
                      </a:cubicBezTo>
                      <a:cubicBezTo>
                        <a:pt x="25936" y="17780"/>
                        <a:pt x="24030" y="18357"/>
                        <a:pt x="21946" y="18755"/>
                      </a:cubicBezTo>
                      <a:cubicBezTo>
                        <a:pt x="19863" y="19021"/>
                        <a:pt x="17558" y="19021"/>
                        <a:pt x="15164" y="18755"/>
                      </a:cubicBezTo>
                      <a:cubicBezTo>
                        <a:pt x="10376" y="18268"/>
                        <a:pt x="6253" y="16317"/>
                        <a:pt x="3549" y="14189"/>
                      </a:cubicBezTo>
                      <a:cubicBezTo>
                        <a:pt x="845" y="11840"/>
                        <a:pt x="-441" y="9180"/>
                        <a:pt x="135" y="6653"/>
                      </a:cubicBezTo>
                      <a:cubicBezTo>
                        <a:pt x="712" y="4126"/>
                        <a:pt x="2973" y="2264"/>
                        <a:pt x="6076" y="1245"/>
                      </a:cubicBezTo>
                      <a:cubicBezTo>
                        <a:pt x="9223" y="4"/>
                        <a:pt x="13124" y="-218"/>
                        <a:pt x="17336" y="181"/>
                      </a:cubicBezTo>
                      <a:cubicBezTo>
                        <a:pt x="19419" y="403"/>
                        <a:pt x="21414" y="846"/>
                        <a:pt x="23232" y="1511"/>
                      </a:cubicBezTo>
                      <a:cubicBezTo>
                        <a:pt x="25049" y="2043"/>
                        <a:pt x="26645" y="2796"/>
                        <a:pt x="28064" y="3727"/>
                      </a:cubicBezTo>
                      <a:cubicBezTo>
                        <a:pt x="30768" y="5545"/>
                        <a:pt x="32586" y="7939"/>
                        <a:pt x="32586" y="1051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65" name="Forme libre : forme 24264">
                  <a:extLst>
                    <a:ext uri="{FF2B5EF4-FFF2-40B4-BE49-F238E27FC236}">
                      <a16:creationId xmlns:a16="http://schemas.microsoft.com/office/drawing/2014/main" id="{77536B9C-0F38-41B5-B3A5-0DFEAFD52563}"/>
                    </a:ext>
                  </a:extLst>
                </p:cNvPr>
                <p:cNvSpPr/>
                <p:nvPr/>
              </p:nvSpPr>
              <p:spPr>
                <a:xfrm>
                  <a:off x="6772029" y="1487645"/>
                  <a:ext cx="40761" cy="38375"/>
                </a:xfrm>
                <a:custGeom>
                  <a:avLst/>
                  <a:gdLst>
                    <a:gd name="connsiteX0" fmla="*/ 1702 w 40761"/>
                    <a:gd name="connsiteY0" fmla="*/ 13622 h 38375"/>
                    <a:gd name="connsiteX1" fmla="*/ 107 w 40761"/>
                    <a:gd name="connsiteY1" fmla="*/ 22178 h 38375"/>
                    <a:gd name="connsiteX2" fmla="*/ 14780 w 40761"/>
                    <a:gd name="connsiteY2" fmla="*/ 35788 h 38375"/>
                    <a:gd name="connsiteX3" fmla="*/ 33798 w 40761"/>
                    <a:gd name="connsiteY3" fmla="*/ 37605 h 38375"/>
                    <a:gd name="connsiteX4" fmla="*/ 40403 w 40761"/>
                    <a:gd name="connsiteY4" fmla="*/ 29715 h 38375"/>
                    <a:gd name="connsiteX5" fmla="*/ 34818 w 40761"/>
                    <a:gd name="connsiteY5" fmla="*/ 24838 h 38375"/>
                    <a:gd name="connsiteX6" fmla="*/ 22671 w 40761"/>
                    <a:gd name="connsiteY6" fmla="*/ 12736 h 38375"/>
                    <a:gd name="connsiteX7" fmla="*/ 10258 w 40761"/>
                    <a:gd name="connsiteY7" fmla="*/ 13 h 38375"/>
                    <a:gd name="connsiteX8" fmla="*/ 4274 w 40761"/>
                    <a:gd name="connsiteY8" fmla="*/ 5465 h 38375"/>
                    <a:gd name="connsiteX9" fmla="*/ 1702 w 40761"/>
                    <a:gd name="connsiteY9" fmla="*/ 13622 h 38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61" h="38375">
                      <a:moveTo>
                        <a:pt x="1702" y="13622"/>
                      </a:moveTo>
                      <a:cubicBezTo>
                        <a:pt x="683" y="16327"/>
                        <a:pt x="-337" y="19164"/>
                        <a:pt x="107" y="22178"/>
                      </a:cubicBezTo>
                      <a:cubicBezTo>
                        <a:pt x="993" y="27897"/>
                        <a:pt x="7510" y="33039"/>
                        <a:pt x="14780" y="35788"/>
                      </a:cubicBezTo>
                      <a:cubicBezTo>
                        <a:pt x="20765" y="38093"/>
                        <a:pt x="27813" y="39246"/>
                        <a:pt x="33798" y="37605"/>
                      </a:cubicBezTo>
                      <a:cubicBezTo>
                        <a:pt x="38231" y="36542"/>
                        <a:pt x="41955" y="32995"/>
                        <a:pt x="40403" y="29715"/>
                      </a:cubicBezTo>
                      <a:cubicBezTo>
                        <a:pt x="39472" y="27720"/>
                        <a:pt x="36990" y="26301"/>
                        <a:pt x="34818" y="24838"/>
                      </a:cubicBezTo>
                      <a:cubicBezTo>
                        <a:pt x="29675" y="21602"/>
                        <a:pt x="25597" y="17213"/>
                        <a:pt x="22671" y="12736"/>
                      </a:cubicBezTo>
                      <a:cubicBezTo>
                        <a:pt x="20056" y="8702"/>
                        <a:pt x="16686" y="-386"/>
                        <a:pt x="10258" y="13"/>
                      </a:cubicBezTo>
                      <a:cubicBezTo>
                        <a:pt x="7288" y="234"/>
                        <a:pt x="5515" y="2540"/>
                        <a:pt x="4274" y="5465"/>
                      </a:cubicBezTo>
                      <a:cubicBezTo>
                        <a:pt x="3077" y="8347"/>
                        <a:pt x="2412" y="11716"/>
                        <a:pt x="1702" y="1362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66" name="Forme libre : forme 24265">
                  <a:extLst>
                    <a:ext uri="{FF2B5EF4-FFF2-40B4-BE49-F238E27FC236}">
                      <a16:creationId xmlns:a16="http://schemas.microsoft.com/office/drawing/2014/main" id="{84D726C0-7532-408F-A107-97DF810AD85E}"/>
                    </a:ext>
                  </a:extLst>
                </p:cNvPr>
                <p:cNvSpPr/>
                <p:nvPr/>
              </p:nvSpPr>
              <p:spPr>
                <a:xfrm>
                  <a:off x="6782444" y="1490076"/>
                  <a:ext cx="13332" cy="7571"/>
                </a:xfrm>
                <a:custGeom>
                  <a:avLst/>
                  <a:gdLst>
                    <a:gd name="connsiteX0" fmla="*/ 1306 w 13332"/>
                    <a:gd name="connsiteY0" fmla="*/ 3301 h 7571"/>
                    <a:gd name="connsiteX1" fmla="*/ 65 w 13332"/>
                    <a:gd name="connsiteY1" fmla="*/ 5030 h 7571"/>
                    <a:gd name="connsiteX2" fmla="*/ 730 w 13332"/>
                    <a:gd name="connsiteY2" fmla="*/ 7024 h 7571"/>
                    <a:gd name="connsiteX3" fmla="*/ 2946 w 13332"/>
                    <a:gd name="connsiteY3" fmla="*/ 7556 h 7571"/>
                    <a:gd name="connsiteX4" fmla="*/ 8709 w 13332"/>
                    <a:gd name="connsiteY4" fmla="*/ 6936 h 7571"/>
                    <a:gd name="connsiteX5" fmla="*/ 10881 w 13332"/>
                    <a:gd name="connsiteY5" fmla="*/ 6226 h 7571"/>
                    <a:gd name="connsiteX6" fmla="*/ 10571 w 13332"/>
                    <a:gd name="connsiteY6" fmla="*/ 20 h 7571"/>
                    <a:gd name="connsiteX7" fmla="*/ 1306 w 13332"/>
                    <a:gd name="connsiteY7" fmla="*/ 3301 h 7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332" h="7571">
                      <a:moveTo>
                        <a:pt x="1306" y="3301"/>
                      </a:moveTo>
                      <a:cubicBezTo>
                        <a:pt x="774" y="3788"/>
                        <a:pt x="242" y="4320"/>
                        <a:pt x="65" y="5030"/>
                      </a:cubicBezTo>
                      <a:cubicBezTo>
                        <a:pt x="-113" y="5695"/>
                        <a:pt x="65" y="6537"/>
                        <a:pt x="730" y="7024"/>
                      </a:cubicBezTo>
                      <a:cubicBezTo>
                        <a:pt x="1350" y="7468"/>
                        <a:pt x="2193" y="7556"/>
                        <a:pt x="2946" y="7556"/>
                      </a:cubicBezTo>
                      <a:cubicBezTo>
                        <a:pt x="4897" y="7645"/>
                        <a:pt x="6892" y="7335"/>
                        <a:pt x="8709" y="6936"/>
                      </a:cubicBezTo>
                      <a:cubicBezTo>
                        <a:pt x="9463" y="6758"/>
                        <a:pt x="10216" y="6581"/>
                        <a:pt x="10881" y="6226"/>
                      </a:cubicBezTo>
                      <a:cubicBezTo>
                        <a:pt x="13541" y="4675"/>
                        <a:pt x="14827" y="375"/>
                        <a:pt x="10571" y="20"/>
                      </a:cubicBezTo>
                      <a:cubicBezTo>
                        <a:pt x="7290" y="-202"/>
                        <a:pt x="3522" y="1439"/>
                        <a:pt x="1306" y="330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67" name="Forme libre : forme 24266">
                  <a:extLst>
                    <a:ext uri="{FF2B5EF4-FFF2-40B4-BE49-F238E27FC236}">
                      <a16:creationId xmlns:a16="http://schemas.microsoft.com/office/drawing/2014/main" id="{6CA504A9-44FE-4CDB-AFB9-A47809B7883B}"/>
                    </a:ext>
                  </a:extLst>
                </p:cNvPr>
                <p:cNvSpPr/>
                <p:nvPr/>
              </p:nvSpPr>
              <p:spPr>
                <a:xfrm>
                  <a:off x="6810526" y="1511198"/>
                  <a:ext cx="21477" cy="18973"/>
                </a:xfrm>
                <a:custGeom>
                  <a:avLst/>
                  <a:gdLst>
                    <a:gd name="connsiteX0" fmla="*/ 21412 w 21477"/>
                    <a:gd name="connsiteY0" fmla="*/ 0 h 18973"/>
                    <a:gd name="connsiteX1" fmla="*/ 19727 w 21477"/>
                    <a:gd name="connsiteY1" fmla="*/ 7935 h 18973"/>
                    <a:gd name="connsiteX2" fmla="*/ 13565 w 21477"/>
                    <a:gd name="connsiteY2" fmla="*/ 14408 h 18973"/>
                    <a:gd name="connsiteX3" fmla="*/ 0 w 21477"/>
                    <a:gd name="connsiteY3" fmla="*/ 18974 h 18973"/>
                    <a:gd name="connsiteX4" fmla="*/ 9797 w 21477"/>
                    <a:gd name="connsiteY4" fmla="*/ 15383 h 18973"/>
                    <a:gd name="connsiteX5" fmla="*/ 17023 w 21477"/>
                    <a:gd name="connsiteY5" fmla="*/ 9398 h 18973"/>
                    <a:gd name="connsiteX6" fmla="*/ 21412 w 21477"/>
                    <a:gd name="connsiteY6" fmla="*/ 0 h 18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477" h="18973">
                      <a:moveTo>
                        <a:pt x="21412" y="0"/>
                      </a:moveTo>
                      <a:cubicBezTo>
                        <a:pt x="21412" y="0"/>
                        <a:pt x="21988" y="3546"/>
                        <a:pt x="19727" y="7935"/>
                      </a:cubicBezTo>
                      <a:cubicBezTo>
                        <a:pt x="18575" y="10107"/>
                        <a:pt x="16713" y="12368"/>
                        <a:pt x="13565" y="14408"/>
                      </a:cubicBezTo>
                      <a:cubicBezTo>
                        <a:pt x="10418" y="16580"/>
                        <a:pt x="6029" y="18131"/>
                        <a:pt x="0" y="18974"/>
                      </a:cubicBezTo>
                      <a:cubicBezTo>
                        <a:pt x="0" y="18974"/>
                        <a:pt x="4743" y="18131"/>
                        <a:pt x="9797" y="15383"/>
                      </a:cubicBezTo>
                      <a:cubicBezTo>
                        <a:pt x="12324" y="13875"/>
                        <a:pt x="14940" y="11925"/>
                        <a:pt x="17023" y="9398"/>
                      </a:cubicBezTo>
                      <a:cubicBezTo>
                        <a:pt x="19107" y="6960"/>
                        <a:pt x="20747" y="3724"/>
                        <a:pt x="214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68" name="Forme libre : forme 24267">
                  <a:extLst>
                    <a:ext uri="{FF2B5EF4-FFF2-40B4-BE49-F238E27FC236}">
                      <a16:creationId xmlns:a16="http://schemas.microsoft.com/office/drawing/2014/main" id="{04C17C77-BCA2-4FAC-8897-ECAE2E9542C4}"/>
                    </a:ext>
                  </a:extLst>
                </p:cNvPr>
                <p:cNvSpPr/>
                <p:nvPr/>
              </p:nvSpPr>
              <p:spPr>
                <a:xfrm>
                  <a:off x="6767968" y="1479780"/>
                  <a:ext cx="24692" cy="11291"/>
                </a:xfrm>
                <a:custGeom>
                  <a:avLst/>
                  <a:gdLst>
                    <a:gd name="connsiteX0" fmla="*/ 24692 w 24692"/>
                    <a:gd name="connsiteY0" fmla="*/ 342 h 11291"/>
                    <a:gd name="connsiteX1" fmla="*/ 21988 w 24692"/>
                    <a:gd name="connsiteY1" fmla="*/ 76 h 11291"/>
                    <a:gd name="connsiteX2" fmla="*/ 15471 w 24692"/>
                    <a:gd name="connsiteY2" fmla="*/ 430 h 11291"/>
                    <a:gd name="connsiteX3" fmla="*/ 7403 w 24692"/>
                    <a:gd name="connsiteY3" fmla="*/ 3356 h 11291"/>
                    <a:gd name="connsiteX4" fmla="*/ 0 w 24692"/>
                    <a:gd name="connsiteY4" fmla="*/ 11291 h 11291"/>
                    <a:gd name="connsiteX5" fmla="*/ 6561 w 24692"/>
                    <a:gd name="connsiteY5" fmla="*/ 5351 h 11291"/>
                    <a:gd name="connsiteX6" fmla="*/ 14319 w 24692"/>
                    <a:gd name="connsiteY6" fmla="*/ 1627 h 11291"/>
                    <a:gd name="connsiteX7" fmla="*/ 24692 w 24692"/>
                    <a:gd name="connsiteY7" fmla="*/ 342 h 11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692" h="11291">
                      <a:moveTo>
                        <a:pt x="24692" y="342"/>
                      </a:moveTo>
                      <a:cubicBezTo>
                        <a:pt x="24692" y="342"/>
                        <a:pt x="23628" y="209"/>
                        <a:pt x="21988" y="76"/>
                      </a:cubicBezTo>
                      <a:cubicBezTo>
                        <a:pt x="20303" y="-57"/>
                        <a:pt x="18043" y="-57"/>
                        <a:pt x="15471" y="430"/>
                      </a:cubicBezTo>
                      <a:cubicBezTo>
                        <a:pt x="12945" y="829"/>
                        <a:pt x="10107" y="1627"/>
                        <a:pt x="7403" y="3356"/>
                      </a:cubicBezTo>
                      <a:cubicBezTo>
                        <a:pt x="4655" y="5085"/>
                        <a:pt x="2083" y="7479"/>
                        <a:pt x="0" y="11291"/>
                      </a:cubicBezTo>
                      <a:cubicBezTo>
                        <a:pt x="0" y="11291"/>
                        <a:pt x="2305" y="8232"/>
                        <a:pt x="6561" y="5351"/>
                      </a:cubicBezTo>
                      <a:cubicBezTo>
                        <a:pt x="8689" y="3888"/>
                        <a:pt x="11304" y="2514"/>
                        <a:pt x="14319" y="1627"/>
                      </a:cubicBezTo>
                      <a:cubicBezTo>
                        <a:pt x="17333" y="652"/>
                        <a:pt x="20791" y="164"/>
                        <a:pt x="24692" y="3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69" name="Forme libre : forme 24268">
                  <a:extLst>
                    <a:ext uri="{FF2B5EF4-FFF2-40B4-BE49-F238E27FC236}">
                      <a16:creationId xmlns:a16="http://schemas.microsoft.com/office/drawing/2014/main" id="{EC46578D-73A9-418E-9694-650A0262908D}"/>
                    </a:ext>
                  </a:extLst>
                </p:cNvPr>
                <p:cNvSpPr/>
                <p:nvPr/>
              </p:nvSpPr>
              <p:spPr>
                <a:xfrm>
                  <a:off x="6801114" y="1499558"/>
                  <a:ext cx="11482" cy="6979"/>
                </a:xfrm>
                <a:custGeom>
                  <a:avLst/>
                  <a:gdLst>
                    <a:gd name="connsiteX0" fmla="*/ 11318 w 11482"/>
                    <a:gd name="connsiteY0" fmla="*/ 5611 h 6979"/>
                    <a:gd name="connsiteX1" fmla="*/ 4181 w 11482"/>
                    <a:gd name="connsiteY1" fmla="*/ 6187 h 6979"/>
                    <a:gd name="connsiteX2" fmla="*/ 235 w 11482"/>
                    <a:gd name="connsiteY2" fmla="*/ 1178 h 6979"/>
                    <a:gd name="connsiteX3" fmla="*/ 7151 w 11482"/>
                    <a:gd name="connsiteY3" fmla="*/ 779 h 6979"/>
                    <a:gd name="connsiteX4" fmla="*/ 11318 w 11482"/>
                    <a:gd name="connsiteY4" fmla="*/ 5611 h 6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82" h="6979">
                      <a:moveTo>
                        <a:pt x="11318" y="5611"/>
                      </a:moveTo>
                      <a:cubicBezTo>
                        <a:pt x="10565" y="7251"/>
                        <a:pt x="7328" y="7384"/>
                        <a:pt x="4181" y="6187"/>
                      </a:cubicBezTo>
                      <a:cubicBezTo>
                        <a:pt x="1033" y="4990"/>
                        <a:pt x="-651" y="2596"/>
                        <a:pt x="235" y="1178"/>
                      </a:cubicBezTo>
                      <a:cubicBezTo>
                        <a:pt x="1122" y="-197"/>
                        <a:pt x="4181" y="-418"/>
                        <a:pt x="7151" y="779"/>
                      </a:cubicBezTo>
                      <a:cubicBezTo>
                        <a:pt x="10165" y="2020"/>
                        <a:pt x="12072" y="4059"/>
                        <a:pt x="11318" y="561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70" name="Forme libre : forme 24269">
                  <a:extLst>
                    <a:ext uri="{FF2B5EF4-FFF2-40B4-BE49-F238E27FC236}">
                      <a16:creationId xmlns:a16="http://schemas.microsoft.com/office/drawing/2014/main" id="{364B34AF-40D5-4EFC-839D-3C949B8A6548}"/>
                    </a:ext>
                  </a:extLst>
                </p:cNvPr>
                <p:cNvSpPr/>
                <p:nvPr/>
              </p:nvSpPr>
              <p:spPr>
                <a:xfrm>
                  <a:off x="6810879" y="1503083"/>
                  <a:ext cx="3284" cy="2664"/>
                </a:xfrm>
                <a:custGeom>
                  <a:avLst/>
                  <a:gdLst>
                    <a:gd name="connsiteX0" fmla="*/ 3283 w 3284"/>
                    <a:gd name="connsiteY0" fmla="*/ 1377 h 2664"/>
                    <a:gd name="connsiteX1" fmla="*/ 1554 w 3284"/>
                    <a:gd name="connsiteY1" fmla="*/ 2662 h 2664"/>
                    <a:gd name="connsiteX2" fmla="*/ 2 w 3284"/>
                    <a:gd name="connsiteY2" fmla="*/ 1244 h 2664"/>
                    <a:gd name="connsiteX3" fmla="*/ 1731 w 3284"/>
                    <a:gd name="connsiteY3" fmla="*/ 2 h 2664"/>
                    <a:gd name="connsiteX4" fmla="*/ 3283 w 3284"/>
                    <a:gd name="connsiteY4" fmla="*/ 1377 h 2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84" h="2664">
                      <a:moveTo>
                        <a:pt x="3283" y="1377"/>
                      </a:moveTo>
                      <a:cubicBezTo>
                        <a:pt x="3238" y="2130"/>
                        <a:pt x="2485" y="2707"/>
                        <a:pt x="1554" y="2662"/>
                      </a:cubicBezTo>
                      <a:cubicBezTo>
                        <a:pt x="623" y="2618"/>
                        <a:pt x="-42" y="1997"/>
                        <a:pt x="2" y="1244"/>
                      </a:cubicBezTo>
                      <a:cubicBezTo>
                        <a:pt x="46" y="534"/>
                        <a:pt x="844" y="-42"/>
                        <a:pt x="1731" y="2"/>
                      </a:cubicBezTo>
                      <a:cubicBezTo>
                        <a:pt x="2617" y="2"/>
                        <a:pt x="3327" y="623"/>
                        <a:pt x="3283" y="13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71" name="Forme libre : forme 24270">
                  <a:extLst>
                    <a:ext uri="{FF2B5EF4-FFF2-40B4-BE49-F238E27FC236}">
                      <a16:creationId xmlns:a16="http://schemas.microsoft.com/office/drawing/2014/main" id="{573B31DA-50BD-4FF6-B2E9-AA0908666EFE}"/>
                    </a:ext>
                  </a:extLst>
                </p:cNvPr>
                <p:cNvSpPr/>
                <p:nvPr/>
              </p:nvSpPr>
              <p:spPr>
                <a:xfrm>
                  <a:off x="6802997" y="1485059"/>
                  <a:ext cx="25441" cy="24621"/>
                </a:xfrm>
                <a:custGeom>
                  <a:avLst/>
                  <a:gdLst>
                    <a:gd name="connsiteX0" fmla="*/ 22646 w 25441"/>
                    <a:gd name="connsiteY0" fmla="*/ 9160 h 24621"/>
                    <a:gd name="connsiteX1" fmla="*/ 25439 w 25441"/>
                    <a:gd name="connsiteY1" fmla="*/ 20907 h 24621"/>
                    <a:gd name="connsiteX2" fmla="*/ 23222 w 25441"/>
                    <a:gd name="connsiteY2" fmla="*/ 24587 h 24621"/>
                    <a:gd name="connsiteX3" fmla="*/ 19543 w 25441"/>
                    <a:gd name="connsiteY3" fmla="*/ 22326 h 24621"/>
                    <a:gd name="connsiteX4" fmla="*/ 12672 w 25441"/>
                    <a:gd name="connsiteY4" fmla="*/ 11332 h 24621"/>
                    <a:gd name="connsiteX5" fmla="*/ 4470 w 25441"/>
                    <a:gd name="connsiteY5" fmla="*/ 7209 h 24621"/>
                    <a:gd name="connsiteX6" fmla="*/ 702 w 25441"/>
                    <a:gd name="connsiteY6" fmla="*/ 4372 h 24621"/>
                    <a:gd name="connsiteX7" fmla="*/ 481 w 25441"/>
                    <a:gd name="connsiteY7" fmla="*/ 1579 h 24621"/>
                    <a:gd name="connsiteX8" fmla="*/ 8327 w 25441"/>
                    <a:gd name="connsiteY8" fmla="*/ 249 h 24621"/>
                    <a:gd name="connsiteX9" fmla="*/ 16218 w 25441"/>
                    <a:gd name="connsiteY9" fmla="*/ 2510 h 24621"/>
                    <a:gd name="connsiteX10" fmla="*/ 22646 w 25441"/>
                    <a:gd name="connsiteY10" fmla="*/ 9160 h 24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441" h="24621">
                      <a:moveTo>
                        <a:pt x="22646" y="9160"/>
                      </a:moveTo>
                      <a:cubicBezTo>
                        <a:pt x="24597" y="12795"/>
                        <a:pt x="25350" y="16873"/>
                        <a:pt x="25439" y="20907"/>
                      </a:cubicBezTo>
                      <a:cubicBezTo>
                        <a:pt x="25483" y="22370"/>
                        <a:pt x="25040" y="24276"/>
                        <a:pt x="23222" y="24587"/>
                      </a:cubicBezTo>
                      <a:cubicBezTo>
                        <a:pt x="21538" y="24853"/>
                        <a:pt x="20252" y="23523"/>
                        <a:pt x="19543" y="22326"/>
                      </a:cubicBezTo>
                      <a:cubicBezTo>
                        <a:pt x="17326" y="18646"/>
                        <a:pt x="16174" y="14169"/>
                        <a:pt x="12672" y="11332"/>
                      </a:cubicBezTo>
                      <a:cubicBezTo>
                        <a:pt x="11563" y="10489"/>
                        <a:pt x="7618" y="9115"/>
                        <a:pt x="4470" y="7209"/>
                      </a:cubicBezTo>
                      <a:cubicBezTo>
                        <a:pt x="2874" y="6278"/>
                        <a:pt x="1500" y="5436"/>
                        <a:pt x="702" y="4372"/>
                      </a:cubicBezTo>
                      <a:cubicBezTo>
                        <a:pt x="-96" y="3352"/>
                        <a:pt x="-273" y="2421"/>
                        <a:pt x="481" y="1579"/>
                      </a:cubicBezTo>
                      <a:cubicBezTo>
                        <a:pt x="1988" y="-17"/>
                        <a:pt x="5135" y="-283"/>
                        <a:pt x="8327" y="249"/>
                      </a:cubicBezTo>
                      <a:cubicBezTo>
                        <a:pt x="11475" y="737"/>
                        <a:pt x="14711" y="1579"/>
                        <a:pt x="16218" y="2510"/>
                      </a:cubicBezTo>
                      <a:cubicBezTo>
                        <a:pt x="18967" y="4062"/>
                        <a:pt x="21183" y="6411"/>
                        <a:pt x="22646" y="916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92" name="Graphique 2">
                <a:extLst>
                  <a:ext uri="{FF2B5EF4-FFF2-40B4-BE49-F238E27FC236}">
                    <a16:creationId xmlns:a16="http://schemas.microsoft.com/office/drawing/2014/main" id="{ECDFAD86-EA47-4E19-B254-453C46A6C76F}"/>
                  </a:ext>
                </a:extLst>
              </p:cNvPr>
              <p:cNvGrpSpPr/>
              <p:nvPr/>
            </p:nvGrpSpPr>
            <p:grpSpPr>
              <a:xfrm>
                <a:off x="6833025" y="1468163"/>
                <a:ext cx="72340" cy="59285"/>
                <a:chOff x="6833025" y="1468163"/>
                <a:chExt cx="72340" cy="59285"/>
              </a:xfrm>
              <a:solidFill>
                <a:schemeClr val="accent1"/>
              </a:solidFill>
            </p:grpSpPr>
            <p:sp>
              <p:nvSpPr>
                <p:cNvPr id="24248" name="Forme libre : forme 24247">
                  <a:extLst>
                    <a:ext uri="{FF2B5EF4-FFF2-40B4-BE49-F238E27FC236}">
                      <a16:creationId xmlns:a16="http://schemas.microsoft.com/office/drawing/2014/main" id="{1FA439CB-C039-4564-96D9-2325F172570B}"/>
                    </a:ext>
                  </a:extLst>
                </p:cNvPr>
                <p:cNvSpPr/>
                <p:nvPr/>
              </p:nvSpPr>
              <p:spPr>
                <a:xfrm>
                  <a:off x="6833025" y="1468163"/>
                  <a:ext cx="72282" cy="59285"/>
                </a:xfrm>
                <a:custGeom>
                  <a:avLst/>
                  <a:gdLst>
                    <a:gd name="connsiteX0" fmla="*/ 57828 w 72282"/>
                    <a:gd name="connsiteY0" fmla="*/ 47468 h 59285"/>
                    <a:gd name="connsiteX1" fmla="*/ 43731 w 72282"/>
                    <a:gd name="connsiteY1" fmla="*/ 53541 h 59285"/>
                    <a:gd name="connsiteX2" fmla="*/ 29013 w 72282"/>
                    <a:gd name="connsiteY2" fmla="*/ 58285 h 59285"/>
                    <a:gd name="connsiteX3" fmla="*/ 18773 w 72282"/>
                    <a:gd name="connsiteY3" fmla="*/ 59216 h 59285"/>
                    <a:gd name="connsiteX4" fmla="*/ 9995 w 72282"/>
                    <a:gd name="connsiteY4" fmla="*/ 56689 h 59285"/>
                    <a:gd name="connsiteX5" fmla="*/ 1351 w 72282"/>
                    <a:gd name="connsiteY5" fmla="*/ 44853 h 59285"/>
                    <a:gd name="connsiteX6" fmla="*/ 65 w 72282"/>
                    <a:gd name="connsiteY6" fmla="*/ 31199 h 59285"/>
                    <a:gd name="connsiteX7" fmla="*/ 4321 w 72282"/>
                    <a:gd name="connsiteY7" fmla="*/ 17855 h 59285"/>
                    <a:gd name="connsiteX8" fmla="*/ 9463 w 72282"/>
                    <a:gd name="connsiteY8" fmla="*/ 13023 h 59285"/>
                    <a:gd name="connsiteX9" fmla="*/ 15936 w 72282"/>
                    <a:gd name="connsiteY9" fmla="*/ 9964 h 59285"/>
                    <a:gd name="connsiteX10" fmla="*/ 25954 w 72282"/>
                    <a:gd name="connsiteY10" fmla="*/ 6595 h 59285"/>
                    <a:gd name="connsiteX11" fmla="*/ 35707 w 72282"/>
                    <a:gd name="connsiteY11" fmla="*/ 2251 h 59285"/>
                    <a:gd name="connsiteX12" fmla="*/ 42712 w 72282"/>
                    <a:gd name="connsiteY12" fmla="*/ 167 h 59285"/>
                    <a:gd name="connsiteX13" fmla="*/ 49938 w 72282"/>
                    <a:gd name="connsiteY13" fmla="*/ 477 h 59285"/>
                    <a:gd name="connsiteX14" fmla="*/ 61951 w 72282"/>
                    <a:gd name="connsiteY14" fmla="*/ 7925 h 59285"/>
                    <a:gd name="connsiteX15" fmla="*/ 69798 w 72282"/>
                    <a:gd name="connsiteY15" fmla="*/ 19451 h 59285"/>
                    <a:gd name="connsiteX16" fmla="*/ 71039 w 72282"/>
                    <a:gd name="connsiteY16" fmla="*/ 34213 h 59285"/>
                    <a:gd name="connsiteX17" fmla="*/ 66074 w 72282"/>
                    <a:gd name="connsiteY17" fmla="*/ 41616 h 59285"/>
                    <a:gd name="connsiteX18" fmla="*/ 57828 w 72282"/>
                    <a:gd name="connsiteY18" fmla="*/ 47468 h 59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2282" h="59285">
                      <a:moveTo>
                        <a:pt x="57828" y="47468"/>
                      </a:moveTo>
                      <a:cubicBezTo>
                        <a:pt x="53307" y="49773"/>
                        <a:pt x="48519" y="51680"/>
                        <a:pt x="43731" y="53541"/>
                      </a:cubicBezTo>
                      <a:cubicBezTo>
                        <a:pt x="38943" y="55403"/>
                        <a:pt x="33978" y="56822"/>
                        <a:pt x="29013" y="58285"/>
                      </a:cubicBezTo>
                      <a:cubicBezTo>
                        <a:pt x="25467" y="59127"/>
                        <a:pt x="21965" y="59437"/>
                        <a:pt x="18773" y="59216"/>
                      </a:cubicBezTo>
                      <a:cubicBezTo>
                        <a:pt x="15492" y="58817"/>
                        <a:pt x="12522" y="57975"/>
                        <a:pt x="9995" y="56689"/>
                      </a:cubicBezTo>
                      <a:cubicBezTo>
                        <a:pt x="4942" y="54206"/>
                        <a:pt x="1794" y="49729"/>
                        <a:pt x="1351" y="44853"/>
                      </a:cubicBezTo>
                      <a:lnTo>
                        <a:pt x="65" y="31199"/>
                      </a:lnTo>
                      <a:cubicBezTo>
                        <a:pt x="-378" y="26189"/>
                        <a:pt x="1484" y="21667"/>
                        <a:pt x="4321" y="17855"/>
                      </a:cubicBezTo>
                      <a:cubicBezTo>
                        <a:pt x="5784" y="15949"/>
                        <a:pt x="7513" y="14309"/>
                        <a:pt x="9463" y="13023"/>
                      </a:cubicBezTo>
                      <a:cubicBezTo>
                        <a:pt x="11370" y="11604"/>
                        <a:pt x="13542" y="10540"/>
                        <a:pt x="15936" y="9964"/>
                      </a:cubicBezTo>
                      <a:cubicBezTo>
                        <a:pt x="19305" y="8900"/>
                        <a:pt x="22674" y="7925"/>
                        <a:pt x="25954" y="6595"/>
                      </a:cubicBezTo>
                      <a:cubicBezTo>
                        <a:pt x="29235" y="5265"/>
                        <a:pt x="32560" y="3979"/>
                        <a:pt x="35707" y="2251"/>
                      </a:cubicBezTo>
                      <a:cubicBezTo>
                        <a:pt x="37968" y="1187"/>
                        <a:pt x="40362" y="566"/>
                        <a:pt x="42712" y="167"/>
                      </a:cubicBezTo>
                      <a:cubicBezTo>
                        <a:pt x="45105" y="-143"/>
                        <a:pt x="47543" y="-10"/>
                        <a:pt x="49938" y="477"/>
                      </a:cubicBezTo>
                      <a:cubicBezTo>
                        <a:pt x="54592" y="1320"/>
                        <a:pt x="59114" y="3802"/>
                        <a:pt x="61951" y="7925"/>
                      </a:cubicBezTo>
                      <a:lnTo>
                        <a:pt x="69798" y="19451"/>
                      </a:lnTo>
                      <a:cubicBezTo>
                        <a:pt x="72635" y="23618"/>
                        <a:pt x="73034" y="28893"/>
                        <a:pt x="71039" y="34213"/>
                      </a:cubicBezTo>
                      <a:cubicBezTo>
                        <a:pt x="69975" y="36740"/>
                        <a:pt x="68290" y="39267"/>
                        <a:pt x="66074" y="41616"/>
                      </a:cubicBezTo>
                      <a:cubicBezTo>
                        <a:pt x="63857" y="43966"/>
                        <a:pt x="61065" y="45917"/>
                        <a:pt x="57828" y="4746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49" name="Forme libre : forme 24248">
                  <a:extLst>
                    <a:ext uri="{FF2B5EF4-FFF2-40B4-BE49-F238E27FC236}">
                      <a16:creationId xmlns:a16="http://schemas.microsoft.com/office/drawing/2014/main" id="{F5FFBF91-3E31-40F4-98EC-2C25D4CBBEAD}"/>
                    </a:ext>
                  </a:extLst>
                </p:cNvPr>
                <p:cNvSpPr/>
                <p:nvPr/>
              </p:nvSpPr>
              <p:spPr>
                <a:xfrm>
                  <a:off x="6833844" y="1487215"/>
                  <a:ext cx="71521" cy="40233"/>
                </a:xfrm>
                <a:custGeom>
                  <a:avLst/>
                  <a:gdLst>
                    <a:gd name="connsiteX0" fmla="*/ 28594 w 71521"/>
                    <a:gd name="connsiteY0" fmla="*/ 21900 h 40233"/>
                    <a:gd name="connsiteX1" fmla="*/ 20836 w 71521"/>
                    <a:gd name="connsiteY1" fmla="*/ 24781 h 40233"/>
                    <a:gd name="connsiteX2" fmla="*/ 12945 w 71521"/>
                    <a:gd name="connsiteY2" fmla="*/ 25402 h 40233"/>
                    <a:gd name="connsiteX3" fmla="*/ 0 w 71521"/>
                    <a:gd name="connsiteY3" fmla="*/ 19905 h 40233"/>
                    <a:gd name="connsiteX4" fmla="*/ 576 w 71521"/>
                    <a:gd name="connsiteY4" fmla="*/ 25801 h 40233"/>
                    <a:gd name="connsiteX5" fmla="*/ 9221 w 71521"/>
                    <a:gd name="connsiteY5" fmla="*/ 37637 h 40233"/>
                    <a:gd name="connsiteX6" fmla="*/ 17998 w 71521"/>
                    <a:gd name="connsiteY6" fmla="*/ 40164 h 40233"/>
                    <a:gd name="connsiteX7" fmla="*/ 28239 w 71521"/>
                    <a:gd name="connsiteY7" fmla="*/ 39233 h 40233"/>
                    <a:gd name="connsiteX8" fmla="*/ 42957 w 71521"/>
                    <a:gd name="connsiteY8" fmla="*/ 34489 h 40233"/>
                    <a:gd name="connsiteX9" fmla="*/ 57054 w 71521"/>
                    <a:gd name="connsiteY9" fmla="*/ 28416 h 40233"/>
                    <a:gd name="connsiteX10" fmla="*/ 65299 w 71521"/>
                    <a:gd name="connsiteY10" fmla="*/ 22520 h 40233"/>
                    <a:gd name="connsiteX11" fmla="*/ 70264 w 71521"/>
                    <a:gd name="connsiteY11" fmla="*/ 15117 h 40233"/>
                    <a:gd name="connsiteX12" fmla="*/ 69023 w 71521"/>
                    <a:gd name="connsiteY12" fmla="*/ 355 h 40233"/>
                    <a:gd name="connsiteX13" fmla="*/ 68757 w 71521"/>
                    <a:gd name="connsiteY13" fmla="*/ 0 h 40233"/>
                    <a:gd name="connsiteX14" fmla="*/ 59226 w 71521"/>
                    <a:gd name="connsiteY14" fmla="*/ 6384 h 40233"/>
                    <a:gd name="connsiteX15" fmla="*/ 49207 w 71521"/>
                    <a:gd name="connsiteY15" fmla="*/ 11703 h 40233"/>
                    <a:gd name="connsiteX16" fmla="*/ 44154 w 71521"/>
                    <a:gd name="connsiteY16" fmla="*/ 14230 h 40233"/>
                    <a:gd name="connsiteX17" fmla="*/ 39011 w 71521"/>
                    <a:gd name="connsiteY17" fmla="*/ 16624 h 40233"/>
                    <a:gd name="connsiteX18" fmla="*/ 28594 w 71521"/>
                    <a:gd name="connsiteY18" fmla="*/ 21900 h 40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1521" h="40233">
                      <a:moveTo>
                        <a:pt x="28594" y="21900"/>
                      </a:moveTo>
                      <a:cubicBezTo>
                        <a:pt x="26155" y="23318"/>
                        <a:pt x="23495" y="24249"/>
                        <a:pt x="20836" y="24781"/>
                      </a:cubicBezTo>
                      <a:cubicBezTo>
                        <a:pt x="18176" y="25313"/>
                        <a:pt x="15516" y="25712"/>
                        <a:pt x="12945" y="25402"/>
                      </a:cubicBezTo>
                      <a:cubicBezTo>
                        <a:pt x="7802" y="24958"/>
                        <a:pt x="3192" y="23185"/>
                        <a:pt x="0" y="19905"/>
                      </a:cubicBezTo>
                      <a:lnTo>
                        <a:pt x="576" y="25801"/>
                      </a:lnTo>
                      <a:cubicBezTo>
                        <a:pt x="1020" y="30677"/>
                        <a:pt x="4167" y="35154"/>
                        <a:pt x="9221" y="37637"/>
                      </a:cubicBezTo>
                      <a:cubicBezTo>
                        <a:pt x="11748" y="38878"/>
                        <a:pt x="14718" y="39765"/>
                        <a:pt x="17998" y="40164"/>
                      </a:cubicBezTo>
                      <a:cubicBezTo>
                        <a:pt x="21234" y="40385"/>
                        <a:pt x="24737" y="40075"/>
                        <a:pt x="28239" y="39233"/>
                      </a:cubicBezTo>
                      <a:cubicBezTo>
                        <a:pt x="33159" y="37770"/>
                        <a:pt x="38169" y="36351"/>
                        <a:pt x="42957" y="34489"/>
                      </a:cubicBezTo>
                      <a:cubicBezTo>
                        <a:pt x="47745" y="32628"/>
                        <a:pt x="52532" y="30766"/>
                        <a:pt x="57054" y="28416"/>
                      </a:cubicBezTo>
                      <a:cubicBezTo>
                        <a:pt x="60290" y="26909"/>
                        <a:pt x="63127" y="24914"/>
                        <a:pt x="65299" y="22520"/>
                      </a:cubicBezTo>
                      <a:cubicBezTo>
                        <a:pt x="67516" y="20215"/>
                        <a:pt x="69201" y="17688"/>
                        <a:pt x="70264" y="15117"/>
                      </a:cubicBezTo>
                      <a:cubicBezTo>
                        <a:pt x="72259" y="9797"/>
                        <a:pt x="71905" y="4522"/>
                        <a:pt x="69023" y="355"/>
                      </a:cubicBezTo>
                      <a:lnTo>
                        <a:pt x="68757" y="0"/>
                      </a:lnTo>
                      <a:cubicBezTo>
                        <a:pt x="65699" y="2394"/>
                        <a:pt x="62551" y="4566"/>
                        <a:pt x="59226" y="6384"/>
                      </a:cubicBezTo>
                      <a:cubicBezTo>
                        <a:pt x="55946" y="8334"/>
                        <a:pt x="52621" y="10107"/>
                        <a:pt x="49207" y="11703"/>
                      </a:cubicBezTo>
                      <a:lnTo>
                        <a:pt x="44154" y="14230"/>
                      </a:lnTo>
                      <a:cubicBezTo>
                        <a:pt x="42425" y="15028"/>
                        <a:pt x="40740" y="15826"/>
                        <a:pt x="39011" y="16624"/>
                      </a:cubicBezTo>
                      <a:cubicBezTo>
                        <a:pt x="35509" y="18353"/>
                        <a:pt x="32051" y="19993"/>
                        <a:pt x="28594" y="21900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50" name="Forme libre : forme 24249">
                  <a:extLst>
                    <a:ext uri="{FF2B5EF4-FFF2-40B4-BE49-F238E27FC236}">
                      <a16:creationId xmlns:a16="http://schemas.microsoft.com/office/drawing/2014/main" id="{00D3F096-5C86-4D30-B8D9-0AF697BBFE5E}"/>
                    </a:ext>
                  </a:extLst>
                </p:cNvPr>
                <p:cNvSpPr/>
                <p:nvPr/>
              </p:nvSpPr>
              <p:spPr>
                <a:xfrm>
                  <a:off x="6857209" y="1486637"/>
                  <a:ext cx="30657" cy="21587"/>
                </a:xfrm>
                <a:custGeom>
                  <a:avLst/>
                  <a:gdLst>
                    <a:gd name="connsiteX0" fmla="*/ 29921 w 30657"/>
                    <a:gd name="connsiteY0" fmla="*/ 3858 h 21587"/>
                    <a:gd name="connsiteX1" fmla="*/ 28857 w 30657"/>
                    <a:gd name="connsiteY1" fmla="*/ 12103 h 21587"/>
                    <a:gd name="connsiteX2" fmla="*/ 19104 w 30657"/>
                    <a:gd name="connsiteY2" fmla="*/ 19684 h 21587"/>
                    <a:gd name="connsiteX3" fmla="*/ 12588 w 30657"/>
                    <a:gd name="connsiteY3" fmla="*/ 21457 h 21587"/>
                    <a:gd name="connsiteX4" fmla="*/ 6780 w 30657"/>
                    <a:gd name="connsiteY4" fmla="*/ 21236 h 21587"/>
                    <a:gd name="connsiteX5" fmla="*/ 219 w 30657"/>
                    <a:gd name="connsiteY5" fmla="*/ 16271 h 21587"/>
                    <a:gd name="connsiteX6" fmla="*/ 2657 w 30657"/>
                    <a:gd name="connsiteY6" fmla="*/ 8468 h 21587"/>
                    <a:gd name="connsiteX7" fmla="*/ 6603 w 30657"/>
                    <a:gd name="connsiteY7" fmla="*/ 5011 h 21587"/>
                    <a:gd name="connsiteX8" fmla="*/ 11790 w 30657"/>
                    <a:gd name="connsiteY8" fmla="*/ 2129 h 21587"/>
                    <a:gd name="connsiteX9" fmla="*/ 22739 w 30657"/>
                    <a:gd name="connsiteY9" fmla="*/ 90 h 21587"/>
                    <a:gd name="connsiteX10" fmla="*/ 29921 w 30657"/>
                    <a:gd name="connsiteY10" fmla="*/ 3858 h 21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657" h="21587">
                      <a:moveTo>
                        <a:pt x="29921" y="3858"/>
                      </a:moveTo>
                      <a:cubicBezTo>
                        <a:pt x="31162" y="6119"/>
                        <a:pt x="30852" y="9266"/>
                        <a:pt x="28857" y="12103"/>
                      </a:cubicBezTo>
                      <a:cubicBezTo>
                        <a:pt x="26862" y="14896"/>
                        <a:pt x="23582" y="18000"/>
                        <a:pt x="19104" y="19684"/>
                      </a:cubicBezTo>
                      <a:cubicBezTo>
                        <a:pt x="16888" y="20571"/>
                        <a:pt x="14671" y="21147"/>
                        <a:pt x="12588" y="21457"/>
                      </a:cubicBezTo>
                      <a:cubicBezTo>
                        <a:pt x="10504" y="21723"/>
                        <a:pt x="8509" y="21546"/>
                        <a:pt x="6780" y="21236"/>
                      </a:cubicBezTo>
                      <a:cubicBezTo>
                        <a:pt x="3323" y="20526"/>
                        <a:pt x="928" y="18797"/>
                        <a:pt x="219" y="16271"/>
                      </a:cubicBezTo>
                      <a:cubicBezTo>
                        <a:pt x="-490" y="13744"/>
                        <a:pt x="574" y="10951"/>
                        <a:pt x="2657" y="8468"/>
                      </a:cubicBezTo>
                      <a:cubicBezTo>
                        <a:pt x="3721" y="7183"/>
                        <a:pt x="5051" y="6119"/>
                        <a:pt x="6603" y="5011"/>
                      </a:cubicBezTo>
                      <a:cubicBezTo>
                        <a:pt x="8110" y="3858"/>
                        <a:pt x="9839" y="2883"/>
                        <a:pt x="11790" y="2129"/>
                      </a:cubicBezTo>
                      <a:cubicBezTo>
                        <a:pt x="15691" y="666"/>
                        <a:pt x="19370" y="-309"/>
                        <a:pt x="22739" y="90"/>
                      </a:cubicBezTo>
                      <a:cubicBezTo>
                        <a:pt x="25976" y="445"/>
                        <a:pt x="28591" y="1508"/>
                        <a:pt x="29921" y="385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51" name="Forme libre : forme 24250">
                  <a:extLst>
                    <a:ext uri="{FF2B5EF4-FFF2-40B4-BE49-F238E27FC236}">
                      <a16:creationId xmlns:a16="http://schemas.microsoft.com/office/drawing/2014/main" id="{7CACD113-B27E-4F1E-B177-3E0E8BCF650E}"/>
                    </a:ext>
                  </a:extLst>
                </p:cNvPr>
                <p:cNvSpPr/>
                <p:nvPr/>
              </p:nvSpPr>
              <p:spPr>
                <a:xfrm>
                  <a:off x="6857204" y="1493332"/>
                  <a:ext cx="25714" cy="14892"/>
                </a:xfrm>
                <a:custGeom>
                  <a:avLst/>
                  <a:gdLst>
                    <a:gd name="connsiteX0" fmla="*/ 4435 w 25714"/>
                    <a:gd name="connsiteY0" fmla="*/ 0 h 14892"/>
                    <a:gd name="connsiteX1" fmla="*/ 224 w 25714"/>
                    <a:gd name="connsiteY1" fmla="*/ 9576 h 14892"/>
                    <a:gd name="connsiteX2" fmla="*/ 6785 w 25714"/>
                    <a:gd name="connsiteY2" fmla="*/ 14541 h 14892"/>
                    <a:gd name="connsiteX3" fmla="*/ 12592 w 25714"/>
                    <a:gd name="connsiteY3" fmla="*/ 14762 h 14892"/>
                    <a:gd name="connsiteX4" fmla="*/ 19109 w 25714"/>
                    <a:gd name="connsiteY4" fmla="*/ 12989 h 14892"/>
                    <a:gd name="connsiteX5" fmla="*/ 25714 w 25714"/>
                    <a:gd name="connsiteY5" fmla="*/ 8911 h 14892"/>
                    <a:gd name="connsiteX6" fmla="*/ 21636 w 25714"/>
                    <a:gd name="connsiteY6" fmla="*/ 10152 h 14892"/>
                    <a:gd name="connsiteX7" fmla="*/ 10509 w 25714"/>
                    <a:gd name="connsiteY7" fmla="*/ 7581 h 14892"/>
                    <a:gd name="connsiteX8" fmla="*/ 4435 w 25714"/>
                    <a:gd name="connsiteY8" fmla="*/ 0 h 14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714" h="14892">
                      <a:moveTo>
                        <a:pt x="4435" y="0"/>
                      </a:moveTo>
                      <a:cubicBezTo>
                        <a:pt x="1155" y="2837"/>
                        <a:pt x="-663" y="6472"/>
                        <a:pt x="224" y="9576"/>
                      </a:cubicBezTo>
                      <a:cubicBezTo>
                        <a:pt x="933" y="12102"/>
                        <a:pt x="3327" y="13831"/>
                        <a:pt x="6785" y="14541"/>
                      </a:cubicBezTo>
                      <a:cubicBezTo>
                        <a:pt x="8514" y="14851"/>
                        <a:pt x="10509" y="15028"/>
                        <a:pt x="12592" y="14762"/>
                      </a:cubicBezTo>
                      <a:cubicBezTo>
                        <a:pt x="14676" y="14452"/>
                        <a:pt x="16892" y="13876"/>
                        <a:pt x="19109" y="12989"/>
                      </a:cubicBezTo>
                      <a:cubicBezTo>
                        <a:pt x="21724" y="12014"/>
                        <a:pt x="23941" y="10507"/>
                        <a:pt x="25714" y="8911"/>
                      </a:cubicBezTo>
                      <a:cubicBezTo>
                        <a:pt x="24384" y="9487"/>
                        <a:pt x="23054" y="9930"/>
                        <a:pt x="21636" y="10152"/>
                      </a:cubicBezTo>
                      <a:cubicBezTo>
                        <a:pt x="17557" y="10241"/>
                        <a:pt x="13568" y="9310"/>
                        <a:pt x="10509" y="7581"/>
                      </a:cubicBezTo>
                      <a:cubicBezTo>
                        <a:pt x="7450" y="5807"/>
                        <a:pt x="5189" y="3059"/>
                        <a:pt x="4435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52" name="Forme libre : forme 24251">
                  <a:extLst>
                    <a:ext uri="{FF2B5EF4-FFF2-40B4-BE49-F238E27FC236}">
                      <a16:creationId xmlns:a16="http://schemas.microsoft.com/office/drawing/2014/main" id="{26FF8A58-CDC4-4672-A79A-9D447DD83FEE}"/>
                    </a:ext>
                  </a:extLst>
                </p:cNvPr>
                <p:cNvSpPr/>
                <p:nvPr/>
              </p:nvSpPr>
              <p:spPr>
                <a:xfrm>
                  <a:off x="6859270" y="1487829"/>
                  <a:ext cx="31044" cy="21836"/>
                </a:xfrm>
                <a:custGeom>
                  <a:avLst/>
                  <a:gdLst>
                    <a:gd name="connsiteX0" fmla="*/ 30298 w 31044"/>
                    <a:gd name="connsiteY0" fmla="*/ 3686 h 21836"/>
                    <a:gd name="connsiteX1" fmla="*/ 29279 w 31044"/>
                    <a:gd name="connsiteY1" fmla="*/ 12020 h 21836"/>
                    <a:gd name="connsiteX2" fmla="*/ 25289 w 31044"/>
                    <a:gd name="connsiteY2" fmla="*/ 16231 h 21836"/>
                    <a:gd name="connsiteX3" fmla="*/ 19437 w 31044"/>
                    <a:gd name="connsiteY3" fmla="*/ 19778 h 21836"/>
                    <a:gd name="connsiteX4" fmla="*/ 6980 w 31044"/>
                    <a:gd name="connsiteY4" fmla="*/ 21507 h 21836"/>
                    <a:gd name="connsiteX5" fmla="*/ 242 w 31044"/>
                    <a:gd name="connsiteY5" fmla="*/ 16586 h 21836"/>
                    <a:gd name="connsiteX6" fmla="*/ 2680 w 31044"/>
                    <a:gd name="connsiteY6" fmla="*/ 8784 h 21836"/>
                    <a:gd name="connsiteX7" fmla="*/ 11901 w 31044"/>
                    <a:gd name="connsiteY7" fmla="*/ 2267 h 21836"/>
                    <a:gd name="connsiteX8" fmla="*/ 17619 w 31044"/>
                    <a:gd name="connsiteY8" fmla="*/ 405 h 21836"/>
                    <a:gd name="connsiteX9" fmla="*/ 22983 w 31044"/>
                    <a:gd name="connsiteY9" fmla="*/ 51 h 21836"/>
                    <a:gd name="connsiteX10" fmla="*/ 30298 w 31044"/>
                    <a:gd name="connsiteY10" fmla="*/ 3686 h 21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044" h="21836">
                      <a:moveTo>
                        <a:pt x="30298" y="3686"/>
                      </a:moveTo>
                      <a:cubicBezTo>
                        <a:pt x="31584" y="5947"/>
                        <a:pt x="31185" y="9005"/>
                        <a:pt x="29279" y="12020"/>
                      </a:cubicBezTo>
                      <a:cubicBezTo>
                        <a:pt x="28303" y="13483"/>
                        <a:pt x="26929" y="14901"/>
                        <a:pt x="25289" y="16231"/>
                      </a:cubicBezTo>
                      <a:cubicBezTo>
                        <a:pt x="23604" y="17517"/>
                        <a:pt x="21698" y="18891"/>
                        <a:pt x="19437" y="19778"/>
                      </a:cubicBezTo>
                      <a:cubicBezTo>
                        <a:pt x="14915" y="21507"/>
                        <a:pt x="10526" y="22349"/>
                        <a:pt x="6980" y="21507"/>
                      </a:cubicBezTo>
                      <a:cubicBezTo>
                        <a:pt x="3478" y="20842"/>
                        <a:pt x="995" y="19113"/>
                        <a:pt x="242" y="16586"/>
                      </a:cubicBezTo>
                      <a:cubicBezTo>
                        <a:pt x="-512" y="14059"/>
                        <a:pt x="552" y="11266"/>
                        <a:pt x="2680" y="8784"/>
                      </a:cubicBezTo>
                      <a:cubicBezTo>
                        <a:pt x="4852" y="6434"/>
                        <a:pt x="7955" y="3819"/>
                        <a:pt x="11901" y="2267"/>
                      </a:cubicBezTo>
                      <a:cubicBezTo>
                        <a:pt x="13896" y="1513"/>
                        <a:pt x="15713" y="760"/>
                        <a:pt x="17619" y="405"/>
                      </a:cubicBezTo>
                      <a:cubicBezTo>
                        <a:pt x="19481" y="51"/>
                        <a:pt x="21299" y="-82"/>
                        <a:pt x="22983" y="51"/>
                      </a:cubicBezTo>
                      <a:cubicBezTo>
                        <a:pt x="26264" y="228"/>
                        <a:pt x="29012" y="1380"/>
                        <a:pt x="30298" y="368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53" name="Forme libre : forme 24252">
                  <a:extLst>
                    <a:ext uri="{FF2B5EF4-FFF2-40B4-BE49-F238E27FC236}">
                      <a16:creationId xmlns:a16="http://schemas.microsoft.com/office/drawing/2014/main" id="{739FC372-167B-49A6-8F6A-4224554D3B49}"/>
                    </a:ext>
                  </a:extLst>
                </p:cNvPr>
                <p:cNvSpPr/>
                <p:nvPr/>
              </p:nvSpPr>
              <p:spPr>
                <a:xfrm>
                  <a:off x="6842579" y="1489856"/>
                  <a:ext cx="45132" cy="31043"/>
                </a:xfrm>
                <a:custGeom>
                  <a:avLst/>
                  <a:gdLst>
                    <a:gd name="connsiteX0" fmla="*/ 1683 w 45132"/>
                    <a:gd name="connsiteY0" fmla="*/ 17308 h 31043"/>
                    <a:gd name="connsiteX1" fmla="*/ 4387 w 45132"/>
                    <a:gd name="connsiteY1" fmla="*/ 25731 h 31043"/>
                    <a:gd name="connsiteX2" fmla="*/ 12677 w 45132"/>
                    <a:gd name="connsiteY2" fmla="*/ 30385 h 31043"/>
                    <a:gd name="connsiteX3" fmla="*/ 24203 w 45132"/>
                    <a:gd name="connsiteY3" fmla="*/ 30563 h 31043"/>
                    <a:gd name="connsiteX4" fmla="*/ 41803 w 45132"/>
                    <a:gd name="connsiteY4" fmla="*/ 22628 h 31043"/>
                    <a:gd name="connsiteX5" fmla="*/ 43487 w 45132"/>
                    <a:gd name="connsiteY5" fmla="*/ 12299 h 31043"/>
                    <a:gd name="connsiteX6" fmla="*/ 36217 w 45132"/>
                    <a:gd name="connsiteY6" fmla="*/ 10880 h 31043"/>
                    <a:gd name="connsiteX7" fmla="*/ 19548 w 45132"/>
                    <a:gd name="connsiteY7" fmla="*/ 6225 h 31043"/>
                    <a:gd name="connsiteX8" fmla="*/ 11480 w 45132"/>
                    <a:gd name="connsiteY8" fmla="*/ 1570 h 31043"/>
                    <a:gd name="connsiteX9" fmla="*/ 2658 w 45132"/>
                    <a:gd name="connsiteY9" fmla="*/ 1038 h 31043"/>
                    <a:gd name="connsiteX10" fmla="*/ 87 w 45132"/>
                    <a:gd name="connsiteY10" fmla="*/ 8752 h 31043"/>
                    <a:gd name="connsiteX11" fmla="*/ 1683 w 45132"/>
                    <a:gd name="connsiteY11" fmla="*/ 17308 h 31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5132" h="31043">
                      <a:moveTo>
                        <a:pt x="1683" y="17308"/>
                      </a:moveTo>
                      <a:cubicBezTo>
                        <a:pt x="2082" y="20234"/>
                        <a:pt x="2481" y="23248"/>
                        <a:pt x="4387" y="25731"/>
                      </a:cubicBezTo>
                      <a:cubicBezTo>
                        <a:pt x="6205" y="28169"/>
                        <a:pt x="9131" y="29632"/>
                        <a:pt x="12677" y="30385"/>
                      </a:cubicBezTo>
                      <a:cubicBezTo>
                        <a:pt x="16224" y="31183"/>
                        <a:pt x="20346" y="31272"/>
                        <a:pt x="24203" y="30563"/>
                      </a:cubicBezTo>
                      <a:cubicBezTo>
                        <a:pt x="30720" y="29721"/>
                        <a:pt x="37414" y="26928"/>
                        <a:pt x="41803" y="22628"/>
                      </a:cubicBezTo>
                      <a:cubicBezTo>
                        <a:pt x="45039" y="19259"/>
                        <a:pt x="46502" y="14515"/>
                        <a:pt x="43487" y="12299"/>
                      </a:cubicBezTo>
                      <a:cubicBezTo>
                        <a:pt x="41625" y="10924"/>
                        <a:pt x="38788" y="10969"/>
                        <a:pt x="36217" y="10880"/>
                      </a:cubicBezTo>
                      <a:cubicBezTo>
                        <a:pt x="30010" y="10392"/>
                        <a:pt x="24425" y="8929"/>
                        <a:pt x="19548" y="6225"/>
                      </a:cubicBezTo>
                      <a:cubicBezTo>
                        <a:pt x="17465" y="5073"/>
                        <a:pt x="14495" y="2945"/>
                        <a:pt x="11480" y="1570"/>
                      </a:cubicBezTo>
                      <a:cubicBezTo>
                        <a:pt x="8421" y="107"/>
                        <a:pt x="5362" y="-823"/>
                        <a:pt x="2658" y="1038"/>
                      </a:cubicBezTo>
                      <a:cubicBezTo>
                        <a:pt x="220" y="2590"/>
                        <a:pt x="-223" y="5560"/>
                        <a:pt x="87" y="8752"/>
                      </a:cubicBezTo>
                      <a:cubicBezTo>
                        <a:pt x="353" y="11944"/>
                        <a:pt x="1417" y="15269"/>
                        <a:pt x="1683" y="1730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54" name="Forme libre : forme 24253">
                  <a:extLst>
                    <a:ext uri="{FF2B5EF4-FFF2-40B4-BE49-F238E27FC236}">
                      <a16:creationId xmlns:a16="http://schemas.microsoft.com/office/drawing/2014/main" id="{DEF402F1-C333-42C3-A311-1FD6A91BEB2E}"/>
                    </a:ext>
                  </a:extLst>
                </p:cNvPr>
                <p:cNvSpPr/>
                <p:nvPr/>
              </p:nvSpPr>
              <p:spPr>
                <a:xfrm>
                  <a:off x="6848915" y="1487325"/>
                  <a:ext cx="10635" cy="11518"/>
                </a:xfrm>
                <a:custGeom>
                  <a:avLst/>
                  <a:gdLst>
                    <a:gd name="connsiteX0" fmla="*/ 312 w 10635"/>
                    <a:gd name="connsiteY0" fmla="*/ 7958 h 11518"/>
                    <a:gd name="connsiteX1" fmla="*/ 46 w 10635"/>
                    <a:gd name="connsiteY1" fmla="*/ 10086 h 11518"/>
                    <a:gd name="connsiteX2" fmla="*/ 1597 w 10635"/>
                    <a:gd name="connsiteY2" fmla="*/ 11505 h 11518"/>
                    <a:gd name="connsiteX3" fmla="*/ 3770 w 10635"/>
                    <a:gd name="connsiteY3" fmla="*/ 10884 h 11518"/>
                    <a:gd name="connsiteX4" fmla="*/ 8469 w 10635"/>
                    <a:gd name="connsiteY4" fmla="*/ 7515 h 11518"/>
                    <a:gd name="connsiteX5" fmla="*/ 9976 w 10635"/>
                    <a:gd name="connsiteY5" fmla="*/ 5786 h 11518"/>
                    <a:gd name="connsiteX6" fmla="*/ 6651 w 10635"/>
                    <a:gd name="connsiteY6" fmla="*/ 422 h 11518"/>
                    <a:gd name="connsiteX7" fmla="*/ 312 w 10635"/>
                    <a:gd name="connsiteY7" fmla="*/ 7958 h 11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35" h="11518">
                      <a:moveTo>
                        <a:pt x="312" y="7958"/>
                      </a:moveTo>
                      <a:cubicBezTo>
                        <a:pt x="90" y="8668"/>
                        <a:pt x="-87" y="9421"/>
                        <a:pt x="46" y="10086"/>
                      </a:cubicBezTo>
                      <a:cubicBezTo>
                        <a:pt x="223" y="10795"/>
                        <a:pt x="800" y="11416"/>
                        <a:pt x="1597" y="11505"/>
                      </a:cubicBezTo>
                      <a:cubicBezTo>
                        <a:pt x="2351" y="11593"/>
                        <a:pt x="3105" y="11239"/>
                        <a:pt x="3770" y="10884"/>
                      </a:cubicBezTo>
                      <a:cubicBezTo>
                        <a:pt x="5499" y="10042"/>
                        <a:pt x="7094" y="8845"/>
                        <a:pt x="8469" y="7515"/>
                      </a:cubicBezTo>
                      <a:cubicBezTo>
                        <a:pt x="9045" y="6983"/>
                        <a:pt x="9621" y="6407"/>
                        <a:pt x="9976" y="5786"/>
                      </a:cubicBezTo>
                      <a:cubicBezTo>
                        <a:pt x="11483" y="3082"/>
                        <a:pt x="10419" y="-1396"/>
                        <a:pt x="6651" y="422"/>
                      </a:cubicBezTo>
                      <a:cubicBezTo>
                        <a:pt x="3725" y="2018"/>
                        <a:pt x="1287" y="5077"/>
                        <a:pt x="312" y="795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55" name="Forme libre : forme 24254">
                  <a:extLst>
                    <a:ext uri="{FF2B5EF4-FFF2-40B4-BE49-F238E27FC236}">
                      <a16:creationId xmlns:a16="http://schemas.microsoft.com/office/drawing/2014/main" id="{469048E4-5940-4F7D-98E4-D0BC09D05453}"/>
                    </a:ext>
                  </a:extLst>
                </p:cNvPr>
                <p:cNvSpPr/>
                <p:nvPr/>
              </p:nvSpPr>
              <p:spPr>
                <a:xfrm>
                  <a:off x="6890898" y="1487126"/>
                  <a:ext cx="11415" cy="27263"/>
                </a:xfrm>
                <a:custGeom>
                  <a:avLst/>
                  <a:gdLst>
                    <a:gd name="connsiteX0" fmla="*/ 8911 w 11415"/>
                    <a:gd name="connsiteY0" fmla="*/ 0 h 27263"/>
                    <a:gd name="connsiteX1" fmla="*/ 11393 w 11415"/>
                    <a:gd name="connsiteY1" fmla="*/ 7847 h 27263"/>
                    <a:gd name="connsiteX2" fmla="*/ 9354 w 11415"/>
                    <a:gd name="connsiteY2" fmla="*/ 16580 h 27263"/>
                    <a:gd name="connsiteX3" fmla="*/ 0 w 11415"/>
                    <a:gd name="connsiteY3" fmla="*/ 27264 h 27263"/>
                    <a:gd name="connsiteX4" fmla="*/ 2217 w 11415"/>
                    <a:gd name="connsiteY4" fmla="*/ 25180 h 27263"/>
                    <a:gd name="connsiteX5" fmla="*/ 6561 w 11415"/>
                    <a:gd name="connsiteY5" fmla="*/ 19240 h 27263"/>
                    <a:gd name="connsiteX6" fmla="*/ 9842 w 11415"/>
                    <a:gd name="connsiteY6" fmla="*/ 10506 h 27263"/>
                    <a:gd name="connsiteX7" fmla="*/ 8911 w 11415"/>
                    <a:gd name="connsiteY7" fmla="*/ 0 h 27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415" h="27263">
                      <a:moveTo>
                        <a:pt x="8911" y="0"/>
                      </a:moveTo>
                      <a:cubicBezTo>
                        <a:pt x="8911" y="0"/>
                        <a:pt x="11171" y="2881"/>
                        <a:pt x="11393" y="7847"/>
                      </a:cubicBezTo>
                      <a:cubicBezTo>
                        <a:pt x="11526" y="10373"/>
                        <a:pt x="11083" y="13299"/>
                        <a:pt x="9354" y="16580"/>
                      </a:cubicBezTo>
                      <a:cubicBezTo>
                        <a:pt x="7625" y="19860"/>
                        <a:pt x="4921" y="23717"/>
                        <a:pt x="0" y="27264"/>
                      </a:cubicBezTo>
                      <a:cubicBezTo>
                        <a:pt x="0" y="27264"/>
                        <a:pt x="931" y="26510"/>
                        <a:pt x="2217" y="25180"/>
                      </a:cubicBezTo>
                      <a:cubicBezTo>
                        <a:pt x="3546" y="23894"/>
                        <a:pt x="5142" y="21767"/>
                        <a:pt x="6561" y="19240"/>
                      </a:cubicBezTo>
                      <a:cubicBezTo>
                        <a:pt x="7980" y="16713"/>
                        <a:pt x="9265" y="13743"/>
                        <a:pt x="9842" y="10506"/>
                      </a:cubicBezTo>
                      <a:cubicBezTo>
                        <a:pt x="10329" y="7226"/>
                        <a:pt x="10152" y="3635"/>
                        <a:pt x="89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56" name="Forme libre : forme 24255">
                  <a:extLst>
                    <a:ext uri="{FF2B5EF4-FFF2-40B4-BE49-F238E27FC236}">
                      <a16:creationId xmlns:a16="http://schemas.microsoft.com/office/drawing/2014/main" id="{FBAD4F7A-986A-4F15-AE33-9D2387D5BD6C}"/>
                    </a:ext>
                  </a:extLst>
                </p:cNvPr>
                <p:cNvSpPr/>
                <p:nvPr/>
              </p:nvSpPr>
              <p:spPr>
                <a:xfrm>
                  <a:off x="6834376" y="1479191"/>
                  <a:ext cx="16003" cy="21500"/>
                </a:xfrm>
                <a:custGeom>
                  <a:avLst/>
                  <a:gdLst>
                    <a:gd name="connsiteX0" fmla="*/ 16003 w 16003"/>
                    <a:gd name="connsiteY0" fmla="*/ 0 h 21500"/>
                    <a:gd name="connsiteX1" fmla="*/ 13565 w 16003"/>
                    <a:gd name="connsiteY1" fmla="*/ 975 h 21500"/>
                    <a:gd name="connsiteX2" fmla="*/ 8290 w 16003"/>
                    <a:gd name="connsiteY2" fmla="*/ 4433 h 21500"/>
                    <a:gd name="connsiteX3" fmla="*/ 2793 w 16003"/>
                    <a:gd name="connsiteY3" fmla="*/ 10861 h 21500"/>
                    <a:gd name="connsiteX4" fmla="*/ 0 w 16003"/>
                    <a:gd name="connsiteY4" fmla="*/ 21500 h 21500"/>
                    <a:gd name="connsiteX5" fmla="*/ 621 w 16003"/>
                    <a:gd name="connsiteY5" fmla="*/ 19018 h 21500"/>
                    <a:gd name="connsiteX6" fmla="*/ 3014 w 16003"/>
                    <a:gd name="connsiteY6" fmla="*/ 13122 h 21500"/>
                    <a:gd name="connsiteX7" fmla="*/ 7847 w 16003"/>
                    <a:gd name="connsiteY7" fmla="*/ 6118 h 21500"/>
                    <a:gd name="connsiteX8" fmla="*/ 16003 w 16003"/>
                    <a:gd name="connsiteY8" fmla="*/ 0 h 2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03" h="21500">
                      <a:moveTo>
                        <a:pt x="16003" y="0"/>
                      </a:moveTo>
                      <a:cubicBezTo>
                        <a:pt x="16003" y="0"/>
                        <a:pt x="15028" y="310"/>
                        <a:pt x="13565" y="975"/>
                      </a:cubicBezTo>
                      <a:cubicBezTo>
                        <a:pt x="12102" y="1640"/>
                        <a:pt x="10196" y="2793"/>
                        <a:pt x="8290" y="4433"/>
                      </a:cubicBezTo>
                      <a:cubicBezTo>
                        <a:pt x="6339" y="5940"/>
                        <a:pt x="4344" y="8024"/>
                        <a:pt x="2793" y="10861"/>
                      </a:cubicBezTo>
                      <a:cubicBezTo>
                        <a:pt x="1241" y="13742"/>
                        <a:pt x="89" y="17023"/>
                        <a:pt x="0" y="21500"/>
                      </a:cubicBezTo>
                      <a:cubicBezTo>
                        <a:pt x="0" y="21500"/>
                        <a:pt x="133" y="20525"/>
                        <a:pt x="621" y="19018"/>
                      </a:cubicBezTo>
                      <a:cubicBezTo>
                        <a:pt x="1064" y="17466"/>
                        <a:pt x="1862" y="15471"/>
                        <a:pt x="3014" y="13122"/>
                      </a:cubicBezTo>
                      <a:cubicBezTo>
                        <a:pt x="4167" y="10817"/>
                        <a:pt x="5763" y="8334"/>
                        <a:pt x="7847" y="6118"/>
                      </a:cubicBezTo>
                      <a:cubicBezTo>
                        <a:pt x="10019" y="3857"/>
                        <a:pt x="12590" y="1551"/>
                        <a:pt x="1600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57" name="Forme libre : forme 24256">
                  <a:extLst>
                    <a:ext uri="{FF2B5EF4-FFF2-40B4-BE49-F238E27FC236}">
                      <a16:creationId xmlns:a16="http://schemas.microsoft.com/office/drawing/2014/main" id="{791805D5-D64E-4CDB-80DF-AF514DC3D25F}"/>
                    </a:ext>
                  </a:extLst>
                </p:cNvPr>
                <p:cNvSpPr/>
                <p:nvPr/>
              </p:nvSpPr>
              <p:spPr>
                <a:xfrm>
                  <a:off x="6868023" y="1489149"/>
                  <a:ext cx="11841" cy="6508"/>
                </a:xfrm>
                <a:custGeom>
                  <a:avLst/>
                  <a:gdLst>
                    <a:gd name="connsiteX0" fmla="*/ 11837 w 11841"/>
                    <a:gd name="connsiteY0" fmla="*/ 2277 h 6508"/>
                    <a:gd name="connsiteX1" fmla="*/ 5985 w 11841"/>
                    <a:gd name="connsiteY1" fmla="*/ 6444 h 6508"/>
                    <a:gd name="connsiteX2" fmla="*/ 1 w 11841"/>
                    <a:gd name="connsiteY2" fmla="*/ 3917 h 6508"/>
                    <a:gd name="connsiteX3" fmla="*/ 5808 w 11841"/>
                    <a:gd name="connsiteY3" fmla="*/ 149 h 6508"/>
                    <a:gd name="connsiteX4" fmla="*/ 11837 w 11841"/>
                    <a:gd name="connsiteY4" fmla="*/ 2277 h 6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41" h="6508">
                      <a:moveTo>
                        <a:pt x="11837" y="2277"/>
                      </a:moveTo>
                      <a:cubicBezTo>
                        <a:pt x="11970" y="3962"/>
                        <a:pt x="9354" y="5957"/>
                        <a:pt x="5985" y="6444"/>
                      </a:cubicBezTo>
                      <a:cubicBezTo>
                        <a:pt x="2616" y="6799"/>
                        <a:pt x="-44" y="5646"/>
                        <a:pt x="1" y="3917"/>
                      </a:cubicBezTo>
                      <a:cubicBezTo>
                        <a:pt x="1" y="2144"/>
                        <a:pt x="2616" y="637"/>
                        <a:pt x="5808" y="149"/>
                      </a:cubicBezTo>
                      <a:cubicBezTo>
                        <a:pt x="8955" y="-383"/>
                        <a:pt x="11704" y="548"/>
                        <a:pt x="11837" y="227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58" name="Forme libre : forme 24257">
                  <a:extLst>
                    <a:ext uri="{FF2B5EF4-FFF2-40B4-BE49-F238E27FC236}">
                      <a16:creationId xmlns:a16="http://schemas.microsoft.com/office/drawing/2014/main" id="{FC333C32-5C03-45BF-B60F-41BBA9ADC886}"/>
                    </a:ext>
                  </a:extLst>
                </p:cNvPr>
                <p:cNvSpPr/>
                <p:nvPr/>
              </p:nvSpPr>
              <p:spPr>
                <a:xfrm>
                  <a:off x="6877975" y="1489277"/>
                  <a:ext cx="3167" cy="2835"/>
                </a:xfrm>
                <a:custGeom>
                  <a:avLst/>
                  <a:gdLst>
                    <a:gd name="connsiteX0" fmla="*/ 3038 w 3167"/>
                    <a:gd name="connsiteY0" fmla="*/ 686 h 2835"/>
                    <a:gd name="connsiteX1" fmla="*/ 2195 w 3167"/>
                    <a:gd name="connsiteY1" fmla="*/ 2637 h 2835"/>
                    <a:gd name="connsiteX2" fmla="*/ 112 w 3167"/>
                    <a:gd name="connsiteY2" fmla="*/ 2149 h 2835"/>
                    <a:gd name="connsiteX3" fmla="*/ 954 w 3167"/>
                    <a:gd name="connsiteY3" fmla="*/ 199 h 2835"/>
                    <a:gd name="connsiteX4" fmla="*/ 3038 w 3167"/>
                    <a:gd name="connsiteY4" fmla="*/ 686 h 2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67" h="2835">
                      <a:moveTo>
                        <a:pt x="3038" y="686"/>
                      </a:moveTo>
                      <a:cubicBezTo>
                        <a:pt x="3392" y="1351"/>
                        <a:pt x="2993" y="2238"/>
                        <a:pt x="2195" y="2637"/>
                      </a:cubicBezTo>
                      <a:cubicBezTo>
                        <a:pt x="1397" y="3036"/>
                        <a:pt x="466" y="2814"/>
                        <a:pt x="112" y="2149"/>
                      </a:cubicBezTo>
                      <a:cubicBezTo>
                        <a:pt x="-199" y="1484"/>
                        <a:pt x="156" y="598"/>
                        <a:pt x="954" y="199"/>
                      </a:cubicBezTo>
                      <a:cubicBezTo>
                        <a:pt x="1752" y="-200"/>
                        <a:pt x="2683" y="21"/>
                        <a:pt x="3038" y="6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59" name="Forme libre : forme 24258">
                  <a:extLst>
                    <a:ext uri="{FF2B5EF4-FFF2-40B4-BE49-F238E27FC236}">
                      <a16:creationId xmlns:a16="http://schemas.microsoft.com/office/drawing/2014/main" id="{1C8C7796-63CF-4A3F-8FF2-74B4E66B81D1}"/>
                    </a:ext>
                  </a:extLst>
                </p:cNvPr>
                <p:cNvSpPr/>
                <p:nvPr/>
              </p:nvSpPr>
              <p:spPr>
                <a:xfrm>
                  <a:off x="6862653" y="1472575"/>
                  <a:ext cx="32342" cy="16581"/>
                </a:xfrm>
                <a:custGeom>
                  <a:avLst/>
                  <a:gdLst>
                    <a:gd name="connsiteX0" fmla="*/ 23236 w 32342"/>
                    <a:gd name="connsiteY0" fmla="*/ 2671 h 16581"/>
                    <a:gd name="connsiteX1" fmla="*/ 31526 w 32342"/>
                    <a:gd name="connsiteY1" fmla="*/ 11625 h 16581"/>
                    <a:gd name="connsiteX2" fmla="*/ 31437 w 32342"/>
                    <a:gd name="connsiteY2" fmla="*/ 16014 h 16581"/>
                    <a:gd name="connsiteX3" fmla="*/ 27048 w 32342"/>
                    <a:gd name="connsiteY3" fmla="*/ 15793 h 16581"/>
                    <a:gd name="connsiteX4" fmla="*/ 15522 w 32342"/>
                    <a:gd name="connsiteY4" fmla="*/ 9586 h 16581"/>
                    <a:gd name="connsiteX5" fmla="*/ 6346 w 32342"/>
                    <a:gd name="connsiteY5" fmla="*/ 10074 h 16581"/>
                    <a:gd name="connsiteX6" fmla="*/ 51 w 32342"/>
                    <a:gd name="connsiteY6" fmla="*/ 7015 h 16581"/>
                    <a:gd name="connsiteX7" fmla="*/ 6124 w 32342"/>
                    <a:gd name="connsiteY7" fmla="*/ 1961 h 16581"/>
                    <a:gd name="connsiteX8" fmla="*/ 14148 w 32342"/>
                    <a:gd name="connsiteY8" fmla="*/ 11 h 16581"/>
                    <a:gd name="connsiteX9" fmla="*/ 23236 w 32342"/>
                    <a:gd name="connsiteY9" fmla="*/ 2671 h 16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342" h="16581">
                      <a:moveTo>
                        <a:pt x="23236" y="2671"/>
                      </a:moveTo>
                      <a:cubicBezTo>
                        <a:pt x="26826" y="4932"/>
                        <a:pt x="29398" y="8079"/>
                        <a:pt x="31526" y="11625"/>
                      </a:cubicBezTo>
                      <a:cubicBezTo>
                        <a:pt x="32279" y="12911"/>
                        <a:pt x="32944" y="14906"/>
                        <a:pt x="31437" y="16014"/>
                      </a:cubicBezTo>
                      <a:cubicBezTo>
                        <a:pt x="30107" y="17034"/>
                        <a:pt x="28289" y="16502"/>
                        <a:pt x="27048" y="15793"/>
                      </a:cubicBezTo>
                      <a:cubicBezTo>
                        <a:pt x="23191" y="13532"/>
                        <a:pt x="20044" y="10340"/>
                        <a:pt x="15522" y="9586"/>
                      </a:cubicBezTo>
                      <a:cubicBezTo>
                        <a:pt x="14103" y="9320"/>
                        <a:pt x="9936" y="10030"/>
                        <a:pt x="6346" y="10074"/>
                      </a:cubicBezTo>
                      <a:cubicBezTo>
                        <a:pt x="2666" y="9941"/>
                        <a:pt x="-437" y="9276"/>
                        <a:pt x="51" y="7015"/>
                      </a:cubicBezTo>
                      <a:cubicBezTo>
                        <a:pt x="494" y="4710"/>
                        <a:pt x="3198" y="3291"/>
                        <a:pt x="6124" y="1961"/>
                      </a:cubicBezTo>
                      <a:cubicBezTo>
                        <a:pt x="9050" y="720"/>
                        <a:pt x="12463" y="144"/>
                        <a:pt x="14148" y="11"/>
                      </a:cubicBezTo>
                      <a:cubicBezTo>
                        <a:pt x="17340" y="-122"/>
                        <a:pt x="20532" y="986"/>
                        <a:pt x="23236" y="267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93" name="Graphique 2">
                <a:extLst>
                  <a:ext uri="{FF2B5EF4-FFF2-40B4-BE49-F238E27FC236}">
                    <a16:creationId xmlns:a16="http://schemas.microsoft.com/office/drawing/2014/main" id="{016FDE5F-0337-4396-A9BD-5D52FD97A5F6}"/>
                  </a:ext>
                </a:extLst>
              </p:cNvPr>
              <p:cNvGrpSpPr/>
              <p:nvPr/>
            </p:nvGrpSpPr>
            <p:grpSpPr>
              <a:xfrm>
                <a:off x="6892010" y="1424988"/>
                <a:ext cx="68621" cy="69144"/>
                <a:chOff x="6892010" y="1424988"/>
                <a:chExt cx="68621" cy="69144"/>
              </a:xfrm>
              <a:solidFill>
                <a:schemeClr val="accent1"/>
              </a:solidFill>
            </p:grpSpPr>
            <p:sp>
              <p:nvSpPr>
                <p:cNvPr id="24236" name="Forme libre : forme 24235">
                  <a:extLst>
                    <a:ext uri="{FF2B5EF4-FFF2-40B4-BE49-F238E27FC236}">
                      <a16:creationId xmlns:a16="http://schemas.microsoft.com/office/drawing/2014/main" id="{C7C3CD53-A334-4043-83C1-7D30A0F40199}"/>
                    </a:ext>
                  </a:extLst>
                </p:cNvPr>
                <p:cNvSpPr/>
                <p:nvPr/>
              </p:nvSpPr>
              <p:spPr>
                <a:xfrm>
                  <a:off x="6892010" y="1424988"/>
                  <a:ext cx="68621" cy="69144"/>
                </a:xfrm>
                <a:custGeom>
                  <a:avLst/>
                  <a:gdLst>
                    <a:gd name="connsiteX0" fmla="*/ 61794 w 68621"/>
                    <a:gd name="connsiteY0" fmla="*/ 41745 h 69144"/>
                    <a:gd name="connsiteX1" fmla="*/ 57006 w 68621"/>
                    <a:gd name="connsiteY1" fmla="*/ 47110 h 69144"/>
                    <a:gd name="connsiteX2" fmla="*/ 51864 w 68621"/>
                    <a:gd name="connsiteY2" fmla="*/ 52252 h 69144"/>
                    <a:gd name="connsiteX3" fmla="*/ 46677 w 68621"/>
                    <a:gd name="connsiteY3" fmla="*/ 57394 h 69144"/>
                    <a:gd name="connsiteX4" fmla="*/ 41136 w 68621"/>
                    <a:gd name="connsiteY4" fmla="*/ 62271 h 69144"/>
                    <a:gd name="connsiteX5" fmla="*/ 32757 w 68621"/>
                    <a:gd name="connsiteY5" fmla="*/ 67413 h 69144"/>
                    <a:gd name="connsiteX6" fmla="*/ 24068 w 68621"/>
                    <a:gd name="connsiteY6" fmla="*/ 69142 h 69144"/>
                    <a:gd name="connsiteX7" fmla="*/ 16399 w 68621"/>
                    <a:gd name="connsiteY7" fmla="*/ 67413 h 69144"/>
                    <a:gd name="connsiteX8" fmla="*/ 10813 w 68621"/>
                    <a:gd name="connsiteY8" fmla="*/ 62581 h 69144"/>
                    <a:gd name="connsiteX9" fmla="*/ 2967 w 68621"/>
                    <a:gd name="connsiteY9" fmla="*/ 51055 h 69144"/>
                    <a:gd name="connsiteX10" fmla="*/ 263 w 68621"/>
                    <a:gd name="connsiteY10" fmla="*/ 44272 h 69144"/>
                    <a:gd name="connsiteX11" fmla="*/ 307 w 68621"/>
                    <a:gd name="connsiteY11" fmla="*/ 37046 h 69144"/>
                    <a:gd name="connsiteX12" fmla="*/ 2745 w 68621"/>
                    <a:gd name="connsiteY12" fmla="*/ 30086 h 69144"/>
                    <a:gd name="connsiteX13" fmla="*/ 7444 w 68621"/>
                    <a:gd name="connsiteY13" fmla="*/ 24102 h 69144"/>
                    <a:gd name="connsiteX14" fmla="*/ 11656 w 68621"/>
                    <a:gd name="connsiteY14" fmla="*/ 20334 h 69144"/>
                    <a:gd name="connsiteX15" fmla="*/ 15690 w 68621"/>
                    <a:gd name="connsiteY15" fmla="*/ 16255 h 69144"/>
                    <a:gd name="connsiteX16" fmla="*/ 19724 w 68621"/>
                    <a:gd name="connsiteY16" fmla="*/ 12177 h 69144"/>
                    <a:gd name="connsiteX17" fmla="*/ 23536 w 68621"/>
                    <a:gd name="connsiteY17" fmla="*/ 7788 h 69144"/>
                    <a:gd name="connsiteX18" fmla="*/ 29698 w 68621"/>
                    <a:gd name="connsiteY18" fmla="*/ 2867 h 69144"/>
                    <a:gd name="connsiteX19" fmla="*/ 36791 w 68621"/>
                    <a:gd name="connsiteY19" fmla="*/ 296 h 69144"/>
                    <a:gd name="connsiteX20" fmla="*/ 51066 w 68621"/>
                    <a:gd name="connsiteY20" fmla="*/ 3399 h 69144"/>
                    <a:gd name="connsiteX21" fmla="*/ 62415 w 68621"/>
                    <a:gd name="connsiteY21" fmla="*/ 11866 h 69144"/>
                    <a:gd name="connsiteX22" fmla="*/ 68621 w 68621"/>
                    <a:gd name="connsiteY22" fmla="*/ 25210 h 69144"/>
                    <a:gd name="connsiteX23" fmla="*/ 66981 w 68621"/>
                    <a:gd name="connsiteY23" fmla="*/ 33677 h 69144"/>
                    <a:gd name="connsiteX24" fmla="*/ 61794 w 68621"/>
                    <a:gd name="connsiteY24" fmla="*/ 41745 h 69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8621" h="69144">
                      <a:moveTo>
                        <a:pt x="61794" y="41745"/>
                      </a:moveTo>
                      <a:lnTo>
                        <a:pt x="57006" y="47110"/>
                      </a:lnTo>
                      <a:lnTo>
                        <a:pt x="51864" y="52252"/>
                      </a:lnTo>
                      <a:lnTo>
                        <a:pt x="46677" y="57394"/>
                      </a:lnTo>
                      <a:lnTo>
                        <a:pt x="41136" y="62271"/>
                      </a:lnTo>
                      <a:cubicBezTo>
                        <a:pt x="38565" y="64532"/>
                        <a:pt x="35772" y="66349"/>
                        <a:pt x="32757" y="67413"/>
                      </a:cubicBezTo>
                      <a:cubicBezTo>
                        <a:pt x="29787" y="68521"/>
                        <a:pt x="26817" y="69098"/>
                        <a:pt x="24068" y="69142"/>
                      </a:cubicBezTo>
                      <a:cubicBezTo>
                        <a:pt x="21364" y="69186"/>
                        <a:pt x="18616" y="68521"/>
                        <a:pt x="16399" y="67413"/>
                      </a:cubicBezTo>
                      <a:cubicBezTo>
                        <a:pt x="14138" y="66305"/>
                        <a:pt x="12232" y="64665"/>
                        <a:pt x="10813" y="62581"/>
                      </a:cubicBezTo>
                      <a:lnTo>
                        <a:pt x="2967" y="51055"/>
                      </a:lnTo>
                      <a:cubicBezTo>
                        <a:pt x="1548" y="48971"/>
                        <a:pt x="662" y="46666"/>
                        <a:pt x="263" y="44272"/>
                      </a:cubicBezTo>
                      <a:cubicBezTo>
                        <a:pt x="-136" y="41879"/>
                        <a:pt x="-48" y="39529"/>
                        <a:pt x="307" y="37046"/>
                      </a:cubicBezTo>
                      <a:cubicBezTo>
                        <a:pt x="706" y="34608"/>
                        <a:pt x="1504" y="32259"/>
                        <a:pt x="2745" y="30086"/>
                      </a:cubicBezTo>
                      <a:cubicBezTo>
                        <a:pt x="3986" y="28003"/>
                        <a:pt x="5494" y="25875"/>
                        <a:pt x="7444" y="24102"/>
                      </a:cubicBezTo>
                      <a:lnTo>
                        <a:pt x="11656" y="20334"/>
                      </a:lnTo>
                      <a:lnTo>
                        <a:pt x="15690" y="16255"/>
                      </a:lnTo>
                      <a:lnTo>
                        <a:pt x="19724" y="12177"/>
                      </a:lnTo>
                      <a:lnTo>
                        <a:pt x="23536" y="7788"/>
                      </a:lnTo>
                      <a:cubicBezTo>
                        <a:pt x="25310" y="5704"/>
                        <a:pt x="27482" y="4197"/>
                        <a:pt x="29698" y="2867"/>
                      </a:cubicBezTo>
                      <a:cubicBezTo>
                        <a:pt x="31915" y="1582"/>
                        <a:pt x="34309" y="695"/>
                        <a:pt x="36791" y="296"/>
                      </a:cubicBezTo>
                      <a:cubicBezTo>
                        <a:pt x="41712" y="-546"/>
                        <a:pt x="46943" y="385"/>
                        <a:pt x="51066" y="3399"/>
                      </a:cubicBezTo>
                      <a:lnTo>
                        <a:pt x="62415" y="11866"/>
                      </a:lnTo>
                      <a:cubicBezTo>
                        <a:pt x="66537" y="14925"/>
                        <a:pt x="68665" y="19713"/>
                        <a:pt x="68621" y="25210"/>
                      </a:cubicBezTo>
                      <a:cubicBezTo>
                        <a:pt x="68621" y="27959"/>
                        <a:pt x="68045" y="30840"/>
                        <a:pt x="66981" y="33677"/>
                      </a:cubicBezTo>
                      <a:cubicBezTo>
                        <a:pt x="65828" y="36514"/>
                        <a:pt x="64011" y="39219"/>
                        <a:pt x="61794" y="41745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37" name="Forme libre : forme 24236">
                  <a:extLst>
                    <a:ext uri="{FF2B5EF4-FFF2-40B4-BE49-F238E27FC236}">
                      <a16:creationId xmlns:a16="http://schemas.microsoft.com/office/drawing/2014/main" id="{2A42EECB-4403-4724-A693-7FC7C522B7D7}"/>
                    </a:ext>
                  </a:extLst>
                </p:cNvPr>
                <p:cNvSpPr/>
                <p:nvPr/>
              </p:nvSpPr>
              <p:spPr>
                <a:xfrm>
                  <a:off x="6899409" y="1436589"/>
                  <a:ext cx="61177" cy="57543"/>
                </a:xfrm>
                <a:custGeom>
                  <a:avLst/>
                  <a:gdLst>
                    <a:gd name="connsiteX0" fmla="*/ 26244 w 61177"/>
                    <a:gd name="connsiteY0" fmla="*/ 34933 h 57543"/>
                    <a:gd name="connsiteX1" fmla="*/ 13964 w 61177"/>
                    <a:gd name="connsiteY1" fmla="*/ 44863 h 57543"/>
                    <a:gd name="connsiteX2" fmla="*/ 6916 w 61177"/>
                    <a:gd name="connsiteY2" fmla="*/ 46725 h 57543"/>
                    <a:gd name="connsiteX3" fmla="*/ 0 w 61177"/>
                    <a:gd name="connsiteY3" fmla="*/ 46016 h 57543"/>
                    <a:gd name="connsiteX4" fmla="*/ 3414 w 61177"/>
                    <a:gd name="connsiteY4" fmla="*/ 50981 h 57543"/>
                    <a:gd name="connsiteX5" fmla="*/ 8999 w 61177"/>
                    <a:gd name="connsiteY5" fmla="*/ 55813 h 57543"/>
                    <a:gd name="connsiteX6" fmla="*/ 16668 w 61177"/>
                    <a:gd name="connsiteY6" fmla="*/ 57542 h 57543"/>
                    <a:gd name="connsiteX7" fmla="*/ 25357 w 61177"/>
                    <a:gd name="connsiteY7" fmla="*/ 55813 h 57543"/>
                    <a:gd name="connsiteX8" fmla="*/ 33736 w 61177"/>
                    <a:gd name="connsiteY8" fmla="*/ 50670 h 57543"/>
                    <a:gd name="connsiteX9" fmla="*/ 39277 w 61177"/>
                    <a:gd name="connsiteY9" fmla="*/ 45794 h 57543"/>
                    <a:gd name="connsiteX10" fmla="*/ 44464 w 61177"/>
                    <a:gd name="connsiteY10" fmla="*/ 40652 h 57543"/>
                    <a:gd name="connsiteX11" fmla="*/ 49606 w 61177"/>
                    <a:gd name="connsiteY11" fmla="*/ 35509 h 57543"/>
                    <a:gd name="connsiteX12" fmla="*/ 54394 w 61177"/>
                    <a:gd name="connsiteY12" fmla="*/ 30145 h 57543"/>
                    <a:gd name="connsiteX13" fmla="*/ 59536 w 61177"/>
                    <a:gd name="connsiteY13" fmla="*/ 22077 h 57543"/>
                    <a:gd name="connsiteX14" fmla="*/ 61177 w 61177"/>
                    <a:gd name="connsiteY14" fmla="*/ 13610 h 57543"/>
                    <a:gd name="connsiteX15" fmla="*/ 54971 w 61177"/>
                    <a:gd name="connsiteY15" fmla="*/ 266 h 57543"/>
                    <a:gd name="connsiteX16" fmla="*/ 54616 w 61177"/>
                    <a:gd name="connsiteY16" fmla="*/ 0 h 57543"/>
                    <a:gd name="connsiteX17" fmla="*/ 47878 w 61177"/>
                    <a:gd name="connsiteY17" fmla="*/ 9044 h 57543"/>
                    <a:gd name="connsiteX18" fmla="*/ 40607 w 61177"/>
                    <a:gd name="connsiteY18" fmla="*/ 17511 h 57543"/>
                    <a:gd name="connsiteX19" fmla="*/ 33293 w 61177"/>
                    <a:gd name="connsiteY19" fmla="*/ 25934 h 57543"/>
                    <a:gd name="connsiteX20" fmla="*/ 26244 w 61177"/>
                    <a:gd name="connsiteY20" fmla="*/ 34933 h 57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1177" h="57543">
                      <a:moveTo>
                        <a:pt x="26244" y="34933"/>
                      </a:moveTo>
                      <a:cubicBezTo>
                        <a:pt x="22963" y="39322"/>
                        <a:pt x="18752" y="43001"/>
                        <a:pt x="13964" y="44863"/>
                      </a:cubicBezTo>
                      <a:cubicBezTo>
                        <a:pt x="11615" y="45838"/>
                        <a:pt x="9221" y="46503"/>
                        <a:pt x="6916" y="46725"/>
                      </a:cubicBezTo>
                      <a:cubicBezTo>
                        <a:pt x="4522" y="46902"/>
                        <a:pt x="2172" y="46636"/>
                        <a:pt x="0" y="46016"/>
                      </a:cubicBezTo>
                      <a:lnTo>
                        <a:pt x="3414" y="50981"/>
                      </a:lnTo>
                      <a:cubicBezTo>
                        <a:pt x="4832" y="53064"/>
                        <a:pt x="6738" y="54704"/>
                        <a:pt x="8999" y="55813"/>
                      </a:cubicBezTo>
                      <a:cubicBezTo>
                        <a:pt x="11260" y="56921"/>
                        <a:pt x="13964" y="57586"/>
                        <a:pt x="16668" y="57542"/>
                      </a:cubicBezTo>
                      <a:cubicBezTo>
                        <a:pt x="19417" y="57497"/>
                        <a:pt x="22387" y="56965"/>
                        <a:pt x="25357" y="55813"/>
                      </a:cubicBezTo>
                      <a:cubicBezTo>
                        <a:pt x="28372" y="54749"/>
                        <a:pt x="31165" y="52931"/>
                        <a:pt x="33736" y="50670"/>
                      </a:cubicBezTo>
                      <a:lnTo>
                        <a:pt x="39277" y="45794"/>
                      </a:lnTo>
                      <a:lnTo>
                        <a:pt x="44464" y="40652"/>
                      </a:lnTo>
                      <a:lnTo>
                        <a:pt x="49606" y="35509"/>
                      </a:lnTo>
                      <a:lnTo>
                        <a:pt x="54394" y="30145"/>
                      </a:lnTo>
                      <a:cubicBezTo>
                        <a:pt x="56611" y="27618"/>
                        <a:pt x="58473" y="24914"/>
                        <a:pt x="59536" y="22077"/>
                      </a:cubicBezTo>
                      <a:cubicBezTo>
                        <a:pt x="60601" y="19240"/>
                        <a:pt x="61177" y="16358"/>
                        <a:pt x="61177" y="13610"/>
                      </a:cubicBezTo>
                      <a:cubicBezTo>
                        <a:pt x="61221" y="8157"/>
                        <a:pt x="59093" y="3325"/>
                        <a:pt x="54971" y="266"/>
                      </a:cubicBezTo>
                      <a:lnTo>
                        <a:pt x="54616" y="0"/>
                      </a:lnTo>
                      <a:cubicBezTo>
                        <a:pt x="52488" y="3147"/>
                        <a:pt x="50183" y="6118"/>
                        <a:pt x="47878" y="9044"/>
                      </a:cubicBezTo>
                      <a:cubicBezTo>
                        <a:pt x="45617" y="12014"/>
                        <a:pt x="43045" y="14718"/>
                        <a:pt x="40607" y="17511"/>
                      </a:cubicBezTo>
                      <a:cubicBezTo>
                        <a:pt x="38169" y="20304"/>
                        <a:pt x="35775" y="23096"/>
                        <a:pt x="33293" y="25934"/>
                      </a:cubicBezTo>
                      <a:cubicBezTo>
                        <a:pt x="30721" y="28727"/>
                        <a:pt x="28549" y="31830"/>
                        <a:pt x="26244" y="34933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38" name="Forme libre : forme 24237">
                  <a:extLst>
                    <a:ext uri="{FF2B5EF4-FFF2-40B4-BE49-F238E27FC236}">
                      <a16:creationId xmlns:a16="http://schemas.microsoft.com/office/drawing/2014/main" id="{420324A9-475F-4AE8-A8B2-1D059956FCBB}"/>
                    </a:ext>
                  </a:extLst>
                </p:cNvPr>
                <p:cNvSpPr/>
                <p:nvPr/>
              </p:nvSpPr>
              <p:spPr>
                <a:xfrm>
                  <a:off x="6916649" y="1443225"/>
                  <a:ext cx="26275" cy="26841"/>
                </a:xfrm>
                <a:custGeom>
                  <a:avLst/>
                  <a:gdLst>
                    <a:gd name="connsiteX0" fmla="*/ 23944 w 26275"/>
                    <a:gd name="connsiteY0" fmla="*/ 1520 h 26841"/>
                    <a:gd name="connsiteX1" fmla="*/ 26027 w 26275"/>
                    <a:gd name="connsiteY1" fmla="*/ 9544 h 26841"/>
                    <a:gd name="connsiteX2" fmla="*/ 24077 w 26275"/>
                    <a:gd name="connsiteY2" fmla="*/ 14864 h 26841"/>
                    <a:gd name="connsiteX3" fmla="*/ 20220 w 26275"/>
                    <a:gd name="connsiteY3" fmla="*/ 20184 h 26841"/>
                    <a:gd name="connsiteX4" fmla="*/ 9847 w 26275"/>
                    <a:gd name="connsiteY4" fmla="*/ 26523 h 26841"/>
                    <a:gd name="connsiteX5" fmla="*/ 1645 w 26275"/>
                    <a:gd name="connsiteY5" fmla="*/ 24705 h 26841"/>
                    <a:gd name="connsiteX6" fmla="*/ 493 w 26275"/>
                    <a:gd name="connsiteY6" fmla="*/ 16593 h 26841"/>
                    <a:gd name="connsiteX7" fmla="*/ 6212 w 26275"/>
                    <a:gd name="connsiteY7" fmla="*/ 6840 h 26841"/>
                    <a:gd name="connsiteX8" fmla="*/ 10822 w 26275"/>
                    <a:gd name="connsiteY8" fmla="*/ 2895 h 26841"/>
                    <a:gd name="connsiteX9" fmla="*/ 15654 w 26275"/>
                    <a:gd name="connsiteY9" fmla="*/ 545 h 26841"/>
                    <a:gd name="connsiteX10" fmla="*/ 23944 w 26275"/>
                    <a:gd name="connsiteY10" fmla="*/ 1520 h 26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275" h="26841">
                      <a:moveTo>
                        <a:pt x="23944" y="1520"/>
                      </a:moveTo>
                      <a:cubicBezTo>
                        <a:pt x="26027" y="3249"/>
                        <a:pt x="26693" y="6175"/>
                        <a:pt x="26027" y="9544"/>
                      </a:cubicBezTo>
                      <a:cubicBezTo>
                        <a:pt x="25717" y="11229"/>
                        <a:pt x="25052" y="13046"/>
                        <a:pt x="24077" y="14864"/>
                      </a:cubicBezTo>
                      <a:cubicBezTo>
                        <a:pt x="23102" y="16682"/>
                        <a:pt x="21905" y="18543"/>
                        <a:pt x="20220" y="20184"/>
                      </a:cubicBezTo>
                      <a:cubicBezTo>
                        <a:pt x="16940" y="23464"/>
                        <a:pt x="13216" y="25681"/>
                        <a:pt x="9847" y="26523"/>
                      </a:cubicBezTo>
                      <a:cubicBezTo>
                        <a:pt x="6389" y="27277"/>
                        <a:pt x="3419" y="26700"/>
                        <a:pt x="1645" y="24705"/>
                      </a:cubicBezTo>
                      <a:cubicBezTo>
                        <a:pt x="-128" y="22710"/>
                        <a:pt x="-394" y="19740"/>
                        <a:pt x="493" y="16593"/>
                      </a:cubicBezTo>
                      <a:cubicBezTo>
                        <a:pt x="1291" y="13357"/>
                        <a:pt x="3241" y="9810"/>
                        <a:pt x="6212" y="6840"/>
                      </a:cubicBezTo>
                      <a:cubicBezTo>
                        <a:pt x="7763" y="5377"/>
                        <a:pt x="9226" y="3959"/>
                        <a:pt x="10822" y="2895"/>
                      </a:cubicBezTo>
                      <a:cubicBezTo>
                        <a:pt x="12418" y="1831"/>
                        <a:pt x="14058" y="1033"/>
                        <a:pt x="15654" y="545"/>
                      </a:cubicBezTo>
                      <a:cubicBezTo>
                        <a:pt x="18890" y="-386"/>
                        <a:pt x="21949" y="-164"/>
                        <a:pt x="23944" y="152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39" name="Forme libre : forme 24238">
                  <a:extLst>
                    <a:ext uri="{FF2B5EF4-FFF2-40B4-BE49-F238E27FC236}">
                      <a16:creationId xmlns:a16="http://schemas.microsoft.com/office/drawing/2014/main" id="{B59589A2-45EB-471F-9161-53E6968B9DCC}"/>
                    </a:ext>
                  </a:extLst>
                </p:cNvPr>
                <p:cNvSpPr/>
                <p:nvPr/>
              </p:nvSpPr>
              <p:spPr>
                <a:xfrm>
                  <a:off x="6916681" y="1457158"/>
                  <a:ext cx="24532" cy="12908"/>
                </a:xfrm>
                <a:custGeom>
                  <a:avLst/>
                  <a:gdLst>
                    <a:gd name="connsiteX0" fmla="*/ 1303 w 24532"/>
                    <a:gd name="connsiteY0" fmla="*/ 222 h 12908"/>
                    <a:gd name="connsiteX1" fmla="*/ 1657 w 24532"/>
                    <a:gd name="connsiteY1" fmla="*/ 10772 h 12908"/>
                    <a:gd name="connsiteX2" fmla="*/ 9858 w 24532"/>
                    <a:gd name="connsiteY2" fmla="*/ 12590 h 12908"/>
                    <a:gd name="connsiteX3" fmla="*/ 20232 w 24532"/>
                    <a:gd name="connsiteY3" fmla="*/ 6251 h 12908"/>
                    <a:gd name="connsiteX4" fmla="*/ 24532 w 24532"/>
                    <a:gd name="connsiteY4" fmla="*/ 0 h 12908"/>
                    <a:gd name="connsiteX5" fmla="*/ 21296 w 24532"/>
                    <a:gd name="connsiteY5" fmla="*/ 2616 h 12908"/>
                    <a:gd name="connsiteX6" fmla="*/ 10080 w 24532"/>
                    <a:gd name="connsiteY6" fmla="*/ 4566 h 12908"/>
                    <a:gd name="connsiteX7" fmla="*/ 1303 w 24532"/>
                    <a:gd name="connsiteY7" fmla="*/ 222 h 12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532" h="12908">
                      <a:moveTo>
                        <a:pt x="1303" y="222"/>
                      </a:moveTo>
                      <a:cubicBezTo>
                        <a:pt x="-382" y="4389"/>
                        <a:pt x="-604" y="8245"/>
                        <a:pt x="1657" y="10772"/>
                      </a:cubicBezTo>
                      <a:cubicBezTo>
                        <a:pt x="3431" y="12767"/>
                        <a:pt x="6401" y="13344"/>
                        <a:pt x="9858" y="12590"/>
                      </a:cubicBezTo>
                      <a:cubicBezTo>
                        <a:pt x="13183" y="11748"/>
                        <a:pt x="16907" y="9531"/>
                        <a:pt x="20232" y="6251"/>
                      </a:cubicBezTo>
                      <a:cubicBezTo>
                        <a:pt x="22183" y="4389"/>
                        <a:pt x="23512" y="2084"/>
                        <a:pt x="24532" y="0"/>
                      </a:cubicBezTo>
                      <a:cubicBezTo>
                        <a:pt x="23557" y="1020"/>
                        <a:pt x="22493" y="1906"/>
                        <a:pt x="21296" y="2616"/>
                      </a:cubicBezTo>
                      <a:cubicBezTo>
                        <a:pt x="17750" y="4344"/>
                        <a:pt x="13627" y="4921"/>
                        <a:pt x="10080" y="4566"/>
                      </a:cubicBezTo>
                      <a:cubicBezTo>
                        <a:pt x="6490" y="4211"/>
                        <a:pt x="3386" y="2748"/>
                        <a:pt x="1303" y="222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40" name="Forme libre : forme 24239">
                  <a:extLst>
                    <a:ext uri="{FF2B5EF4-FFF2-40B4-BE49-F238E27FC236}">
                      <a16:creationId xmlns:a16="http://schemas.microsoft.com/office/drawing/2014/main" id="{BB16E328-860F-4D9E-8A28-9BBAB6C62A54}"/>
                    </a:ext>
                  </a:extLst>
                </p:cNvPr>
                <p:cNvSpPr/>
                <p:nvPr/>
              </p:nvSpPr>
              <p:spPr>
                <a:xfrm>
                  <a:off x="6919350" y="1443396"/>
                  <a:ext cx="26366" cy="27146"/>
                </a:xfrm>
                <a:custGeom>
                  <a:avLst/>
                  <a:gdLst>
                    <a:gd name="connsiteX0" fmla="*/ 23947 w 26366"/>
                    <a:gd name="connsiteY0" fmla="*/ 1438 h 27146"/>
                    <a:gd name="connsiteX1" fmla="*/ 26119 w 26366"/>
                    <a:gd name="connsiteY1" fmla="*/ 9506 h 27146"/>
                    <a:gd name="connsiteX2" fmla="*/ 20312 w 26366"/>
                    <a:gd name="connsiteY2" fmla="*/ 20279 h 27146"/>
                    <a:gd name="connsiteX3" fmla="*/ 9894 w 26366"/>
                    <a:gd name="connsiteY3" fmla="*/ 26751 h 27146"/>
                    <a:gd name="connsiteX4" fmla="*/ 1648 w 26366"/>
                    <a:gd name="connsiteY4" fmla="*/ 25066 h 27146"/>
                    <a:gd name="connsiteX5" fmla="*/ 452 w 26366"/>
                    <a:gd name="connsiteY5" fmla="*/ 16910 h 27146"/>
                    <a:gd name="connsiteX6" fmla="*/ 6215 w 26366"/>
                    <a:gd name="connsiteY6" fmla="*/ 7068 h 27146"/>
                    <a:gd name="connsiteX7" fmla="*/ 15657 w 26366"/>
                    <a:gd name="connsiteY7" fmla="*/ 640 h 27146"/>
                    <a:gd name="connsiteX8" fmla="*/ 23947 w 26366"/>
                    <a:gd name="connsiteY8" fmla="*/ 1438 h 27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366" h="27146">
                      <a:moveTo>
                        <a:pt x="23947" y="1438"/>
                      </a:moveTo>
                      <a:cubicBezTo>
                        <a:pt x="25986" y="3123"/>
                        <a:pt x="26829" y="6137"/>
                        <a:pt x="26119" y="9506"/>
                      </a:cubicBezTo>
                      <a:cubicBezTo>
                        <a:pt x="25454" y="12920"/>
                        <a:pt x="23459" y="16777"/>
                        <a:pt x="20312" y="20279"/>
                      </a:cubicBezTo>
                      <a:cubicBezTo>
                        <a:pt x="16987" y="23604"/>
                        <a:pt x="13219" y="25864"/>
                        <a:pt x="9894" y="26751"/>
                      </a:cubicBezTo>
                      <a:cubicBezTo>
                        <a:pt x="6525" y="27638"/>
                        <a:pt x="3422" y="27017"/>
                        <a:pt x="1648" y="25066"/>
                      </a:cubicBezTo>
                      <a:cubicBezTo>
                        <a:pt x="-169" y="23071"/>
                        <a:pt x="-346" y="20190"/>
                        <a:pt x="452" y="16910"/>
                      </a:cubicBezTo>
                      <a:cubicBezTo>
                        <a:pt x="1250" y="13629"/>
                        <a:pt x="3200" y="10127"/>
                        <a:pt x="6215" y="7068"/>
                      </a:cubicBezTo>
                      <a:cubicBezTo>
                        <a:pt x="9096" y="3876"/>
                        <a:pt x="12421" y="1660"/>
                        <a:pt x="15657" y="640"/>
                      </a:cubicBezTo>
                      <a:cubicBezTo>
                        <a:pt x="18938" y="-335"/>
                        <a:pt x="21863" y="-291"/>
                        <a:pt x="23947" y="143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41" name="Forme libre : forme 24240">
                  <a:extLst>
                    <a:ext uri="{FF2B5EF4-FFF2-40B4-BE49-F238E27FC236}">
                      <a16:creationId xmlns:a16="http://schemas.microsoft.com/office/drawing/2014/main" id="{F477E7D3-47AC-4AAF-8FB0-E8444895313B}"/>
                    </a:ext>
                  </a:extLst>
                </p:cNvPr>
                <p:cNvSpPr/>
                <p:nvPr/>
              </p:nvSpPr>
              <p:spPr>
                <a:xfrm>
                  <a:off x="6901034" y="1455820"/>
                  <a:ext cx="46421" cy="29355"/>
                </a:xfrm>
                <a:custGeom>
                  <a:avLst/>
                  <a:gdLst>
                    <a:gd name="connsiteX0" fmla="*/ 7597 w 46421"/>
                    <a:gd name="connsiteY0" fmla="*/ 21908 h 29355"/>
                    <a:gd name="connsiteX1" fmla="*/ 13980 w 46421"/>
                    <a:gd name="connsiteY1" fmla="*/ 28247 h 29355"/>
                    <a:gd name="connsiteX2" fmla="*/ 23467 w 46421"/>
                    <a:gd name="connsiteY2" fmla="*/ 28823 h 29355"/>
                    <a:gd name="connsiteX3" fmla="*/ 33575 w 46421"/>
                    <a:gd name="connsiteY3" fmla="*/ 24213 h 29355"/>
                    <a:gd name="connsiteX4" fmla="*/ 45633 w 46421"/>
                    <a:gd name="connsiteY4" fmla="*/ 10293 h 29355"/>
                    <a:gd name="connsiteX5" fmla="*/ 42973 w 46421"/>
                    <a:gd name="connsiteY5" fmla="*/ 185 h 29355"/>
                    <a:gd name="connsiteX6" fmla="*/ 35747 w 46421"/>
                    <a:gd name="connsiteY6" fmla="*/ 1515 h 29355"/>
                    <a:gd name="connsiteX7" fmla="*/ 18547 w 46421"/>
                    <a:gd name="connsiteY7" fmla="*/ 3954 h 29355"/>
                    <a:gd name="connsiteX8" fmla="*/ 9015 w 46421"/>
                    <a:gd name="connsiteY8" fmla="*/ 3156 h 29355"/>
                    <a:gd name="connsiteX9" fmla="*/ 726 w 46421"/>
                    <a:gd name="connsiteY9" fmla="*/ 6791 h 29355"/>
                    <a:gd name="connsiteX10" fmla="*/ 7597 w 46421"/>
                    <a:gd name="connsiteY10" fmla="*/ 21908 h 29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421" h="29355">
                      <a:moveTo>
                        <a:pt x="7597" y="21908"/>
                      </a:moveTo>
                      <a:cubicBezTo>
                        <a:pt x="9370" y="24346"/>
                        <a:pt x="11143" y="26873"/>
                        <a:pt x="13980" y="28247"/>
                      </a:cubicBezTo>
                      <a:cubicBezTo>
                        <a:pt x="16640" y="29532"/>
                        <a:pt x="20054" y="29665"/>
                        <a:pt x="23467" y="28823"/>
                      </a:cubicBezTo>
                      <a:cubicBezTo>
                        <a:pt x="26837" y="27937"/>
                        <a:pt x="30383" y="26252"/>
                        <a:pt x="33575" y="24213"/>
                      </a:cubicBezTo>
                      <a:cubicBezTo>
                        <a:pt x="38717" y="20666"/>
                        <a:pt x="43638" y="15879"/>
                        <a:pt x="45633" y="10293"/>
                      </a:cubicBezTo>
                      <a:cubicBezTo>
                        <a:pt x="47140" y="6081"/>
                        <a:pt x="46608" y="1161"/>
                        <a:pt x="42973" y="185"/>
                      </a:cubicBezTo>
                      <a:cubicBezTo>
                        <a:pt x="40756" y="-435"/>
                        <a:pt x="38141" y="629"/>
                        <a:pt x="35747" y="1515"/>
                      </a:cubicBezTo>
                      <a:cubicBezTo>
                        <a:pt x="30028" y="3510"/>
                        <a:pt x="23999" y="4175"/>
                        <a:pt x="18547" y="3954"/>
                      </a:cubicBezTo>
                      <a:cubicBezTo>
                        <a:pt x="16241" y="3865"/>
                        <a:pt x="12473" y="3111"/>
                        <a:pt x="9015" y="3156"/>
                      </a:cubicBezTo>
                      <a:cubicBezTo>
                        <a:pt x="5513" y="3156"/>
                        <a:pt x="2455" y="4042"/>
                        <a:pt x="726" y="6791"/>
                      </a:cubicBezTo>
                      <a:cubicBezTo>
                        <a:pt x="-2333" y="11800"/>
                        <a:pt x="5114" y="18538"/>
                        <a:pt x="7597" y="2190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42" name="Forme libre : forme 24241">
                  <a:extLst>
                    <a:ext uri="{FF2B5EF4-FFF2-40B4-BE49-F238E27FC236}">
                      <a16:creationId xmlns:a16="http://schemas.microsoft.com/office/drawing/2014/main" id="{276317CD-93BB-48EE-899F-30F8C775A8BB}"/>
                    </a:ext>
                  </a:extLst>
                </p:cNvPr>
                <p:cNvSpPr/>
                <p:nvPr/>
              </p:nvSpPr>
              <p:spPr>
                <a:xfrm>
                  <a:off x="6907441" y="1453681"/>
                  <a:ext cx="8032" cy="13858"/>
                </a:xfrm>
                <a:custGeom>
                  <a:avLst/>
                  <a:gdLst>
                    <a:gd name="connsiteX0" fmla="*/ 126 w 8032"/>
                    <a:gd name="connsiteY0" fmla="*/ 11102 h 13858"/>
                    <a:gd name="connsiteX1" fmla="*/ 879 w 8032"/>
                    <a:gd name="connsiteY1" fmla="*/ 13186 h 13858"/>
                    <a:gd name="connsiteX2" fmla="*/ 2918 w 8032"/>
                    <a:gd name="connsiteY2" fmla="*/ 13762 h 13858"/>
                    <a:gd name="connsiteX3" fmla="*/ 4559 w 8032"/>
                    <a:gd name="connsiteY3" fmla="*/ 12166 h 13858"/>
                    <a:gd name="connsiteX4" fmla="*/ 7351 w 8032"/>
                    <a:gd name="connsiteY4" fmla="*/ 7024 h 13858"/>
                    <a:gd name="connsiteX5" fmla="*/ 8016 w 8032"/>
                    <a:gd name="connsiteY5" fmla="*/ 4807 h 13858"/>
                    <a:gd name="connsiteX6" fmla="*/ 6420 w 8032"/>
                    <a:gd name="connsiteY6" fmla="*/ 596 h 13858"/>
                    <a:gd name="connsiteX7" fmla="*/ 2608 w 8032"/>
                    <a:gd name="connsiteY7" fmla="*/ 1305 h 13858"/>
                    <a:gd name="connsiteX8" fmla="*/ 126 w 8032"/>
                    <a:gd name="connsiteY8" fmla="*/ 11102 h 13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32" h="13858">
                      <a:moveTo>
                        <a:pt x="126" y="11102"/>
                      </a:moveTo>
                      <a:cubicBezTo>
                        <a:pt x="214" y="11856"/>
                        <a:pt x="436" y="12609"/>
                        <a:pt x="879" y="13186"/>
                      </a:cubicBezTo>
                      <a:cubicBezTo>
                        <a:pt x="1367" y="13718"/>
                        <a:pt x="2165" y="14028"/>
                        <a:pt x="2918" y="13762"/>
                      </a:cubicBezTo>
                      <a:cubicBezTo>
                        <a:pt x="3628" y="13496"/>
                        <a:pt x="4160" y="12831"/>
                        <a:pt x="4559" y="12166"/>
                      </a:cubicBezTo>
                      <a:cubicBezTo>
                        <a:pt x="5667" y="10526"/>
                        <a:pt x="6598" y="8797"/>
                        <a:pt x="7351" y="7024"/>
                      </a:cubicBezTo>
                      <a:cubicBezTo>
                        <a:pt x="7662" y="6314"/>
                        <a:pt x="7928" y="5561"/>
                        <a:pt x="8016" y="4807"/>
                      </a:cubicBezTo>
                      <a:cubicBezTo>
                        <a:pt x="8149" y="3255"/>
                        <a:pt x="7440" y="1482"/>
                        <a:pt x="6420" y="596"/>
                      </a:cubicBezTo>
                      <a:cubicBezTo>
                        <a:pt x="5401" y="-291"/>
                        <a:pt x="4027" y="-291"/>
                        <a:pt x="2608" y="1305"/>
                      </a:cubicBezTo>
                      <a:cubicBezTo>
                        <a:pt x="391" y="3920"/>
                        <a:pt x="-318" y="8043"/>
                        <a:pt x="126" y="1110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43" name="Forme libre : forme 24242">
                  <a:extLst>
                    <a:ext uri="{FF2B5EF4-FFF2-40B4-BE49-F238E27FC236}">
                      <a16:creationId xmlns:a16="http://schemas.microsoft.com/office/drawing/2014/main" id="{7B9B8559-A1DB-43D0-A349-01ED80D19D01}"/>
                    </a:ext>
                  </a:extLst>
                </p:cNvPr>
                <p:cNvSpPr/>
                <p:nvPr/>
              </p:nvSpPr>
              <p:spPr>
                <a:xfrm>
                  <a:off x="6951365" y="1437342"/>
                  <a:ext cx="6398" cy="28283"/>
                </a:xfrm>
                <a:custGeom>
                  <a:avLst/>
                  <a:gdLst>
                    <a:gd name="connsiteX0" fmla="*/ 0 w 6398"/>
                    <a:gd name="connsiteY0" fmla="*/ 0 h 28283"/>
                    <a:gd name="connsiteX1" fmla="*/ 5009 w 6398"/>
                    <a:gd name="connsiteY1" fmla="*/ 6561 h 28283"/>
                    <a:gd name="connsiteX2" fmla="*/ 6339 w 6398"/>
                    <a:gd name="connsiteY2" fmla="*/ 15383 h 28283"/>
                    <a:gd name="connsiteX3" fmla="*/ 5231 w 6398"/>
                    <a:gd name="connsiteY3" fmla="*/ 21367 h 28283"/>
                    <a:gd name="connsiteX4" fmla="*/ 2039 w 6398"/>
                    <a:gd name="connsiteY4" fmla="*/ 28283 h 28283"/>
                    <a:gd name="connsiteX5" fmla="*/ 3192 w 6398"/>
                    <a:gd name="connsiteY5" fmla="*/ 25579 h 28283"/>
                    <a:gd name="connsiteX6" fmla="*/ 4876 w 6398"/>
                    <a:gd name="connsiteY6" fmla="*/ 18708 h 28283"/>
                    <a:gd name="connsiteX7" fmla="*/ 0 w 6398"/>
                    <a:gd name="connsiteY7" fmla="*/ 0 h 28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98" h="28283">
                      <a:moveTo>
                        <a:pt x="0" y="0"/>
                      </a:moveTo>
                      <a:cubicBezTo>
                        <a:pt x="0" y="0"/>
                        <a:pt x="3103" y="2039"/>
                        <a:pt x="5009" y="6561"/>
                      </a:cubicBezTo>
                      <a:cubicBezTo>
                        <a:pt x="5940" y="8822"/>
                        <a:pt x="6605" y="11748"/>
                        <a:pt x="6339" y="15383"/>
                      </a:cubicBezTo>
                      <a:cubicBezTo>
                        <a:pt x="6206" y="17200"/>
                        <a:pt x="5852" y="19195"/>
                        <a:pt x="5231" y="21367"/>
                      </a:cubicBezTo>
                      <a:cubicBezTo>
                        <a:pt x="4477" y="23495"/>
                        <a:pt x="3458" y="25801"/>
                        <a:pt x="2039" y="28283"/>
                      </a:cubicBezTo>
                      <a:cubicBezTo>
                        <a:pt x="2039" y="28283"/>
                        <a:pt x="2571" y="27308"/>
                        <a:pt x="3192" y="25579"/>
                      </a:cubicBezTo>
                      <a:cubicBezTo>
                        <a:pt x="3768" y="23850"/>
                        <a:pt x="4610" y="21545"/>
                        <a:pt x="4876" y="18708"/>
                      </a:cubicBezTo>
                      <a:cubicBezTo>
                        <a:pt x="5453" y="13122"/>
                        <a:pt x="4788" y="60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44" name="Forme libre : forme 24243">
                  <a:extLst>
                    <a:ext uri="{FF2B5EF4-FFF2-40B4-BE49-F238E27FC236}">
                      <a16:creationId xmlns:a16="http://schemas.microsoft.com/office/drawing/2014/main" id="{B06B8912-1FCB-41E9-AE4E-8F6F036D6D20}"/>
                    </a:ext>
                  </a:extLst>
                </p:cNvPr>
                <p:cNvSpPr/>
                <p:nvPr/>
              </p:nvSpPr>
              <p:spPr>
                <a:xfrm>
                  <a:off x="6894176" y="1449445"/>
                  <a:ext cx="7139" cy="27219"/>
                </a:xfrm>
                <a:custGeom>
                  <a:avLst/>
                  <a:gdLst>
                    <a:gd name="connsiteX0" fmla="*/ 7139 w 7139"/>
                    <a:gd name="connsiteY0" fmla="*/ 0 h 27219"/>
                    <a:gd name="connsiteX1" fmla="*/ 5322 w 7139"/>
                    <a:gd name="connsiteY1" fmla="*/ 2128 h 27219"/>
                    <a:gd name="connsiteX2" fmla="*/ 1953 w 7139"/>
                    <a:gd name="connsiteY2" fmla="*/ 7847 h 27219"/>
                    <a:gd name="connsiteX3" fmla="*/ 2 w 7139"/>
                    <a:gd name="connsiteY3" fmla="*/ 16403 h 27219"/>
                    <a:gd name="connsiteX4" fmla="*/ 2662 w 7139"/>
                    <a:gd name="connsiteY4" fmla="*/ 27219 h 27219"/>
                    <a:gd name="connsiteX5" fmla="*/ 1953 w 7139"/>
                    <a:gd name="connsiteY5" fmla="*/ 24692 h 27219"/>
                    <a:gd name="connsiteX6" fmla="*/ 1244 w 7139"/>
                    <a:gd name="connsiteY6" fmla="*/ 18264 h 27219"/>
                    <a:gd name="connsiteX7" fmla="*/ 2307 w 7139"/>
                    <a:gd name="connsiteY7" fmla="*/ 9531 h 27219"/>
                    <a:gd name="connsiteX8" fmla="*/ 7139 w 7139"/>
                    <a:gd name="connsiteY8" fmla="*/ 0 h 27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39" h="27219">
                      <a:moveTo>
                        <a:pt x="7139" y="0"/>
                      </a:moveTo>
                      <a:cubicBezTo>
                        <a:pt x="7139" y="0"/>
                        <a:pt x="6341" y="754"/>
                        <a:pt x="5322" y="2128"/>
                      </a:cubicBezTo>
                      <a:cubicBezTo>
                        <a:pt x="4302" y="3547"/>
                        <a:pt x="3061" y="5541"/>
                        <a:pt x="1953" y="7847"/>
                      </a:cubicBezTo>
                      <a:cubicBezTo>
                        <a:pt x="889" y="10196"/>
                        <a:pt x="47" y="13078"/>
                        <a:pt x="2" y="16403"/>
                      </a:cubicBezTo>
                      <a:cubicBezTo>
                        <a:pt x="-42" y="19683"/>
                        <a:pt x="579" y="23230"/>
                        <a:pt x="2662" y="27219"/>
                      </a:cubicBezTo>
                      <a:cubicBezTo>
                        <a:pt x="2662" y="27219"/>
                        <a:pt x="2307" y="26288"/>
                        <a:pt x="1953" y="24692"/>
                      </a:cubicBezTo>
                      <a:cubicBezTo>
                        <a:pt x="1598" y="23097"/>
                        <a:pt x="1288" y="20924"/>
                        <a:pt x="1244" y="18264"/>
                      </a:cubicBezTo>
                      <a:cubicBezTo>
                        <a:pt x="1199" y="15605"/>
                        <a:pt x="1421" y="12590"/>
                        <a:pt x="2307" y="9531"/>
                      </a:cubicBezTo>
                      <a:cubicBezTo>
                        <a:pt x="3239" y="6517"/>
                        <a:pt x="4657" y="3236"/>
                        <a:pt x="713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45" name="Forme libre : forme 24244">
                  <a:extLst>
                    <a:ext uri="{FF2B5EF4-FFF2-40B4-BE49-F238E27FC236}">
                      <a16:creationId xmlns:a16="http://schemas.microsoft.com/office/drawing/2014/main" id="{01A6148F-5FF4-4BCA-A132-02968894E024}"/>
                    </a:ext>
                  </a:extLst>
                </p:cNvPr>
                <p:cNvSpPr/>
                <p:nvPr/>
              </p:nvSpPr>
              <p:spPr>
                <a:xfrm>
                  <a:off x="6923595" y="1447182"/>
                  <a:ext cx="10720" cy="8452"/>
                </a:xfrm>
                <a:custGeom>
                  <a:avLst/>
                  <a:gdLst>
                    <a:gd name="connsiteX0" fmla="*/ 10525 w 10720"/>
                    <a:gd name="connsiteY0" fmla="*/ 1065 h 8452"/>
                    <a:gd name="connsiteX1" fmla="*/ 6757 w 10720"/>
                    <a:gd name="connsiteY1" fmla="*/ 7183 h 8452"/>
                    <a:gd name="connsiteX2" fmla="*/ 152 w 10720"/>
                    <a:gd name="connsiteY2" fmla="*/ 7227 h 8452"/>
                    <a:gd name="connsiteX3" fmla="*/ 4009 w 10720"/>
                    <a:gd name="connsiteY3" fmla="*/ 1376 h 8452"/>
                    <a:gd name="connsiteX4" fmla="*/ 10525 w 10720"/>
                    <a:gd name="connsiteY4" fmla="*/ 1065 h 8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20" h="8452">
                      <a:moveTo>
                        <a:pt x="10525" y="1065"/>
                      </a:moveTo>
                      <a:cubicBezTo>
                        <a:pt x="11323" y="2617"/>
                        <a:pt x="9594" y="5410"/>
                        <a:pt x="6757" y="7183"/>
                      </a:cubicBezTo>
                      <a:cubicBezTo>
                        <a:pt x="3787" y="8868"/>
                        <a:pt x="861" y="8868"/>
                        <a:pt x="152" y="7227"/>
                      </a:cubicBezTo>
                      <a:cubicBezTo>
                        <a:pt x="-558" y="5587"/>
                        <a:pt x="1304" y="3149"/>
                        <a:pt x="4009" y="1376"/>
                      </a:cubicBezTo>
                      <a:cubicBezTo>
                        <a:pt x="6801" y="-309"/>
                        <a:pt x="9727" y="-486"/>
                        <a:pt x="10525" y="106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46" name="Forme libre : forme 24245">
                  <a:extLst>
                    <a:ext uri="{FF2B5EF4-FFF2-40B4-BE49-F238E27FC236}">
                      <a16:creationId xmlns:a16="http://schemas.microsoft.com/office/drawing/2014/main" id="{E44F7494-2305-42A2-90BD-35FA6EFDCE0B}"/>
                    </a:ext>
                  </a:extLst>
                </p:cNvPr>
                <p:cNvSpPr/>
                <p:nvPr/>
              </p:nvSpPr>
              <p:spPr>
                <a:xfrm>
                  <a:off x="6932070" y="1446149"/>
                  <a:ext cx="3009" cy="3075"/>
                </a:xfrm>
                <a:custGeom>
                  <a:avLst/>
                  <a:gdLst>
                    <a:gd name="connsiteX0" fmla="*/ 2583 w 3009"/>
                    <a:gd name="connsiteY0" fmla="*/ 325 h 3075"/>
                    <a:gd name="connsiteX1" fmla="*/ 2538 w 3009"/>
                    <a:gd name="connsiteY1" fmla="*/ 2453 h 3075"/>
                    <a:gd name="connsiteX2" fmla="*/ 411 w 3009"/>
                    <a:gd name="connsiteY2" fmla="*/ 2763 h 3075"/>
                    <a:gd name="connsiteX3" fmla="*/ 455 w 3009"/>
                    <a:gd name="connsiteY3" fmla="*/ 635 h 3075"/>
                    <a:gd name="connsiteX4" fmla="*/ 2583 w 3009"/>
                    <a:gd name="connsiteY4" fmla="*/ 325 h 3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09" h="3075">
                      <a:moveTo>
                        <a:pt x="2583" y="325"/>
                      </a:moveTo>
                      <a:cubicBezTo>
                        <a:pt x="3159" y="813"/>
                        <a:pt x="3159" y="1788"/>
                        <a:pt x="2538" y="2453"/>
                      </a:cubicBezTo>
                      <a:cubicBezTo>
                        <a:pt x="1918" y="3118"/>
                        <a:pt x="987" y="3295"/>
                        <a:pt x="411" y="2763"/>
                      </a:cubicBezTo>
                      <a:cubicBezTo>
                        <a:pt x="-166" y="2231"/>
                        <a:pt x="-121" y="1300"/>
                        <a:pt x="455" y="635"/>
                      </a:cubicBezTo>
                      <a:cubicBezTo>
                        <a:pt x="1031" y="-74"/>
                        <a:pt x="1962" y="-207"/>
                        <a:pt x="2583" y="32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47" name="Forme libre : forme 24246">
                  <a:extLst>
                    <a:ext uri="{FF2B5EF4-FFF2-40B4-BE49-F238E27FC236}">
                      <a16:creationId xmlns:a16="http://schemas.microsoft.com/office/drawing/2014/main" id="{BD55E553-F548-4BC4-88B5-A5A5FCFF0BBA}"/>
                    </a:ext>
                  </a:extLst>
                </p:cNvPr>
                <p:cNvSpPr/>
                <p:nvPr/>
              </p:nvSpPr>
              <p:spPr>
                <a:xfrm>
                  <a:off x="6913255" y="1430271"/>
                  <a:ext cx="33477" cy="15316"/>
                </a:xfrm>
                <a:custGeom>
                  <a:avLst/>
                  <a:gdLst>
                    <a:gd name="connsiteX0" fmla="*/ 20644 w 33477"/>
                    <a:gd name="connsiteY0" fmla="*/ 333 h 15316"/>
                    <a:gd name="connsiteX1" fmla="*/ 31682 w 33477"/>
                    <a:gd name="connsiteY1" fmla="*/ 6007 h 15316"/>
                    <a:gd name="connsiteX2" fmla="*/ 33145 w 33477"/>
                    <a:gd name="connsiteY2" fmla="*/ 10174 h 15316"/>
                    <a:gd name="connsiteX3" fmla="*/ 29022 w 33477"/>
                    <a:gd name="connsiteY3" fmla="*/ 11504 h 15316"/>
                    <a:gd name="connsiteX4" fmla="*/ 15811 w 33477"/>
                    <a:gd name="connsiteY4" fmla="*/ 9819 h 15316"/>
                    <a:gd name="connsiteX5" fmla="*/ 7300 w 33477"/>
                    <a:gd name="connsiteY5" fmla="*/ 13987 h 15316"/>
                    <a:gd name="connsiteX6" fmla="*/ 74 w 33477"/>
                    <a:gd name="connsiteY6" fmla="*/ 13809 h 15316"/>
                    <a:gd name="connsiteX7" fmla="*/ 3931 w 33477"/>
                    <a:gd name="connsiteY7" fmla="*/ 6362 h 15316"/>
                    <a:gd name="connsiteX8" fmla="*/ 11068 w 33477"/>
                    <a:gd name="connsiteY8" fmla="*/ 1219 h 15316"/>
                    <a:gd name="connsiteX9" fmla="*/ 20644 w 33477"/>
                    <a:gd name="connsiteY9" fmla="*/ 333 h 15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477" h="15316">
                      <a:moveTo>
                        <a:pt x="20644" y="333"/>
                      </a:moveTo>
                      <a:cubicBezTo>
                        <a:pt x="24811" y="1175"/>
                        <a:pt x="28446" y="3391"/>
                        <a:pt x="31682" y="6007"/>
                      </a:cubicBezTo>
                      <a:cubicBezTo>
                        <a:pt x="32879" y="6982"/>
                        <a:pt x="34076" y="8578"/>
                        <a:pt x="33145" y="10174"/>
                      </a:cubicBezTo>
                      <a:cubicBezTo>
                        <a:pt x="32303" y="11593"/>
                        <a:pt x="30441" y="11726"/>
                        <a:pt x="29022" y="11504"/>
                      </a:cubicBezTo>
                      <a:cubicBezTo>
                        <a:pt x="24633" y="10750"/>
                        <a:pt x="20422" y="8844"/>
                        <a:pt x="15811" y="9819"/>
                      </a:cubicBezTo>
                      <a:cubicBezTo>
                        <a:pt x="14393" y="10130"/>
                        <a:pt x="10669" y="12435"/>
                        <a:pt x="7300" y="13987"/>
                      </a:cubicBezTo>
                      <a:cubicBezTo>
                        <a:pt x="3798" y="15449"/>
                        <a:pt x="517" y="16114"/>
                        <a:pt x="74" y="13809"/>
                      </a:cubicBezTo>
                      <a:cubicBezTo>
                        <a:pt x="-414" y="11504"/>
                        <a:pt x="1581" y="8844"/>
                        <a:pt x="3931" y="6362"/>
                      </a:cubicBezTo>
                      <a:cubicBezTo>
                        <a:pt x="6325" y="3923"/>
                        <a:pt x="9339" y="1929"/>
                        <a:pt x="11068" y="1219"/>
                      </a:cubicBezTo>
                      <a:cubicBezTo>
                        <a:pt x="14038" y="-66"/>
                        <a:pt x="17496" y="-288"/>
                        <a:pt x="20644" y="33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94" name="Graphique 2">
                <a:extLst>
                  <a:ext uri="{FF2B5EF4-FFF2-40B4-BE49-F238E27FC236}">
                    <a16:creationId xmlns:a16="http://schemas.microsoft.com/office/drawing/2014/main" id="{B9857DB2-F7D1-44E6-A274-5EB440E94275}"/>
                  </a:ext>
                </a:extLst>
              </p:cNvPr>
              <p:cNvGrpSpPr/>
              <p:nvPr/>
            </p:nvGrpSpPr>
            <p:grpSpPr>
              <a:xfrm>
                <a:off x="6936287" y="1368515"/>
                <a:ext cx="66881" cy="71520"/>
                <a:chOff x="6936287" y="1368515"/>
                <a:chExt cx="66881" cy="71520"/>
              </a:xfrm>
              <a:solidFill>
                <a:schemeClr val="accent1"/>
              </a:solidFill>
            </p:grpSpPr>
            <p:sp>
              <p:nvSpPr>
                <p:cNvPr id="24224" name="Forme libre : forme 24223">
                  <a:extLst>
                    <a:ext uri="{FF2B5EF4-FFF2-40B4-BE49-F238E27FC236}">
                      <a16:creationId xmlns:a16="http://schemas.microsoft.com/office/drawing/2014/main" id="{6BA8A328-0384-475E-8DE7-A8AD39A3D83D}"/>
                    </a:ext>
                  </a:extLst>
                </p:cNvPr>
                <p:cNvSpPr/>
                <p:nvPr/>
              </p:nvSpPr>
              <p:spPr>
                <a:xfrm>
                  <a:off x="6936287" y="1368515"/>
                  <a:ext cx="66866" cy="71496"/>
                </a:xfrm>
                <a:custGeom>
                  <a:avLst/>
                  <a:gdLst>
                    <a:gd name="connsiteX0" fmla="*/ 61981 w 66866"/>
                    <a:gd name="connsiteY0" fmla="*/ 40678 h 71496"/>
                    <a:gd name="connsiteX1" fmla="*/ 46376 w 66866"/>
                    <a:gd name="connsiteY1" fmla="*/ 61646 h 71496"/>
                    <a:gd name="connsiteX2" fmla="*/ 18093 w 66866"/>
                    <a:gd name="connsiteY2" fmla="*/ 68296 h 71496"/>
                    <a:gd name="connsiteX3" fmla="*/ 6744 w 66866"/>
                    <a:gd name="connsiteY3" fmla="*/ 59829 h 71496"/>
                    <a:gd name="connsiteX4" fmla="*/ 4882 w 66866"/>
                    <a:gd name="connsiteY4" fmla="*/ 30925 h 71496"/>
                    <a:gd name="connsiteX5" fmla="*/ 20132 w 66866"/>
                    <a:gd name="connsiteY5" fmla="*/ 9956 h 71496"/>
                    <a:gd name="connsiteX6" fmla="*/ 48371 w 66866"/>
                    <a:gd name="connsiteY6" fmla="*/ 3174 h 71496"/>
                    <a:gd name="connsiteX7" fmla="*/ 59941 w 66866"/>
                    <a:gd name="connsiteY7" fmla="*/ 11641 h 71496"/>
                    <a:gd name="connsiteX8" fmla="*/ 61981 w 66866"/>
                    <a:gd name="connsiteY8" fmla="*/ 40678 h 71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6866" h="71496">
                      <a:moveTo>
                        <a:pt x="61981" y="40678"/>
                      </a:moveTo>
                      <a:lnTo>
                        <a:pt x="46376" y="61646"/>
                      </a:lnTo>
                      <a:cubicBezTo>
                        <a:pt x="39017" y="71443"/>
                        <a:pt x="26249" y="74458"/>
                        <a:pt x="18093" y="68296"/>
                      </a:cubicBezTo>
                      <a:lnTo>
                        <a:pt x="6744" y="59829"/>
                      </a:lnTo>
                      <a:cubicBezTo>
                        <a:pt x="-1457" y="53666"/>
                        <a:pt x="-2299" y="40678"/>
                        <a:pt x="4882" y="30925"/>
                      </a:cubicBezTo>
                      <a:lnTo>
                        <a:pt x="20132" y="9956"/>
                      </a:lnTo>
                      <a:cubicBezTo>
                        <a:pt x="27269" y="115"/>
                        <a:pt x="39948" y="-2989"/>
                        <a:pt x="48371" y="3174"/>
                      </a:cubicBezTo>
                      <a:lnTo>
                        <a:pt x="59941" y="11641"/>
                      </a:lnTo>
                      <a:cubicBezTo>
                        <a:pt x="68275" y="17847"/>
                        <a:pt x="69251" y="30880"/>
                        <a:pt x="61981" y="4067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25" name="Forme libre : forme 24224">
                  <a:extLst>
                    <a:ext uri="{FF2B5EF4-FFF2-40B4-BE49-F238E27FC236}">
                      <a16:creationId xmlns:a16="http://schemas.microsoft.com/office/drawing/2014/main" id="{058DC0AC-7BC6-454C-B72F-6E66A5C413E2}"/>
                    </a:ext>
                  </a:extLst>
                </p:cNvPr>
                <p:cNvSpPr/>
                <p:nvPr/>
              </p:nvSpPr>
              <p:spPr>
                <a:xfrm>
                  <a:off x="6949459" y="1379978"/>
                  <a:ext cx="53709" cy="60057"/>
                </a:xfrm>
                <a:custGeom>
                  <a:avLst/>
                  <a:gdLst>
                    <a:gd name="connsiteX0" fmla="*/ 22298 w 53709"/>
                    <a:gd name="connsiteY0" fmla="*/ 36396 h 60057"/>
                    <a:gd name="connsiteX1" fmla="*/ 0 w 53709"/>
                    <a:gd name="connsiteY1" fmla="*/ 53197 h 60057"/>
                    <a:gd name="connsiteX2" fmla="*/ 4921 w 53709"/>
                    <a:gd name="connsiteY2" fmla="*/ 56877 h 60057"/>
                    <a:gd name="connsiteX3" fmla="*/ 33204 w 53709"/>
                    <a:gd name="connsiteY3" fmla="*/ 50227 h 60057"/>
                    <a:gd name="connsiteX4" fmla="*/ 48808 w 53709"/>
                    <a:gd name="connsiteY4" fmla="*/ 29258 h 60057"/>
                    <a:gd name="connsiteX5" fmla="*/ 46769 w 53709"/>
                    <a:gd name="connsiteY5" fmla="*/ 266 h 60057"/>
                    <a:gd name="connsiteX6" fmla="*/ 46414 w 53709"/>
                    <a:gd name="connsiteY6" fmla="*/ 0 h 60057"/>
                    <a:gd name="connsiteX7" fmla="*/ 22298 w 53709"/>
                    <a:gd name="connsiteY7" fmla="*/ 36396 h 6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709" h="60057">
                      <a:moveTo>
                        <a:pt x="22298" y="36396"/>
                      </a:moveTo>
                      <a:cubicBezTo>
                        <a:pt x="17954" y="46060"/>
                        <a:pt x="9132" y="52887"/>
                        <a:pt x="0" y="53197"/>
                      </a:cubicBezTo>
                      <a:lnTo>
                        <a:pt x="4921" y="56877"/>
                      </a:lnTo>
                      <a:cubicBezTo>
                        <a:pt x="13122" y="62994"/>
                        <a:pt x="25845" y="60024"/>
                        <a:pt x="33204" y="50227"/>
                      </a:cubicBezTo>
                      <a:lnTo>
                        <a:pt x="48808" y="29258"/>
                      </a:lnTo>
                      <a:cubicBezTo>
                        <a:pt x="56079" y="19461"/>
                        <a:pt x="55148" y="6428"/>
                        <a:pt x="46769" y="266"/>
                      </a:cubicBezTo>
                      <a:lnTo>
                        <a:pt x="46414" y="0"/>
                      </a:lnTo>
                      <a:cubicBezTo>
                        <a:pt x="38435" y="12546"/>
                        <a:pt x="28327" y="22697"/>
                        <a:pt x="22298" y="36396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26" name="Forme libre : forme 24225">
                  <a:extLst>
                    <a:ext uri="{FF2B5EF4-FFF2-40B4-BE49-F238E27FC236}">
                      <a16:creationId xmlns:a16="http://schemas.microsoft.com/office/drawing/2014/main" id="{F294DAF4-8242-48E3-B127-E5CF0EC79E8B}"/>
                    </a:ext>
                  </a:extLst>
                </p:cNvPr>
                <p:cNvSpPr/>
                <p:nvPr/>
              </p:nvSpPr>
              <p:spPr>
                <a:xfrm>
                  <a:off x="6960992" y="1387136"/>
                  <a:ext cx="24681" cy="28311"/>
                </a:xfrm>
                <a:custGeom>
                  <a:avLst/>
                  <a:gdLst>
                    <a:gd name="connsiteX0" fmla="*/ 21804 w 24681"/>
                    <a:gd name="connsiteY0" fmla="*/ 1265 h 28311"/>
                    <a:gd name="connsiteX1" fmla="*/ 20208 w 24681"/>
                    <a:gd name="connsiteY1" fmla="*/ 19972 h 28311"/>
                    <a:gd name="connsiteX2" fmla="*/ 2830 w 24681"/>
                    <a:gd name="connsiteY2" fmla="*/ 27065 h 28311"/>
                    <a:gd name="connsiteX3" fmla="*/ 4426 w 24681"/>
                    <a:gd name="connsiteY3" fmla="*/ 8358 h 28311"/>
                    <a:gd name="connsiteX4" fmla="*/ 21804 w 24681"/>
                    <a:gd name="connsiteY4" fmla="*/ 1265 h 28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81" h="28311">
                      <a:moveTo>
                        <a:pt x="21804" y="1265"/>
                      </a:moveTo>
                      <a:cubicBezTo>
                        <a:pt x="26193" y="4457"/>
                        <a:pt x="25483" y="12835"/>
                        <a:pt x="20208" y="19972"/>
                      </a:cubicBezTo>
                      <a:cubicBezTo>
                        <a:pt x="14933" y="27110"/>
                        <a:pt x="7175" y="30257"/>
                        <a:pt x="2830" y="27065"/>
                      </a:cubicBezTo>
                      <a:cubicBezTo>
                        <a:pt x="-1514" y="23874"/>
                        <a:pt x="-760" y="15495"/>
                        <a:pt x="4426" y="8358"/>
                      </a:cubicBezTo>
                      <a:cubicBezTo>
                        <a:pt x="9657" y="1220"/>
                        <a:pt x="17460" y="-1971"/>
                        <a:pt x="21804" y="1265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27" name="Forme libre : forme 24226">
                  <a:extLst>
                    <a:ext uri="{FF2B5EF4-FFF2-40B4-BE49-F238E27FC236}">
                      <a16:creationId xmlns:a16="http://schemas.microsoft.com/office/drawing/2014/main" id="{25306E35-EF36-4950-A10C-21ED58BDF4E5}"/>
                    </a:ext>
                  </a:extLst>
                </p:cNvPr>
                <p:cNvSpPr/>
                <p:nvPr/>
              </p:nvSpPr>
              <p:spPr>
                <a:xfrm>
                  <a:off x="6961025" y="1400681"/>
                  <a:ext cx="23633" cy="14766"/>
                </a:xfrm>
                <a:custGeom>
                  <a:avLst/>
                  <a:gdLst>
                    <a:gd name="connsiteX0" fmla="*/ 492 w 23633"/>
                    <a:gd name="connsiteY0" fmla="*/ 3059 h 14766"/>
                    <a:gd name="connsiteX1" fmla="*/ 2842 w 23633"/>
                    <a:gd name="connsiteY1" fmla="*/ 13521 h 14766"/>
                    <a:gd name="connsiteX2" fmla="*/ 20220 w 23633"/>
                    <a:gd name="connsiteY2" fmla="*/ 6428 h 14766"/>
                    <a:gd name="connsiteX3" fmla="*/ 23633 w 23633"/>
                    <a:gd name="connsiteY3" fmla="*/ 0 h 14766"/>
                    <a:gd name="connsiteX4" fmla="*/ 20707 w 23633"/>
                    <a:gd name="connsiteY4" fmla="*/ 2793 h 14766"/>
                    <a:gd name="connsiteX5" fmla="*/ 492 w 23633"/>
                    <a:gd name="connsiteY5" fmla="*/ 3059 h 14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633" h="14766">
                      <a:moveTo>
                        <a:pt x="492" y="3059"/>
                      </a:moveTo>
                      <a:cubicBezTo>
                        <a:pt x="-616" y="7536"/>
                        <a:pt x="138" y="11526"/>
                        <a:pt x="2842" y="13521"/>
                      </a:cubicBezTo>
                      <a:cubicBezTo>
                        <a:pt x="7186" y="16713"/>
                        <a:pt x="14989" y="13565"/>
                        <a:pt x="20220" y="6428"/>
                      </a:cubicBezTo>
                      <a:cubicBezTo>
                        <a:pt x="21771" y="4344"/>
                        <a:pt x="22924" y="2172"/>
                        <a:pt x="23633" y="0"/>
                      </a:cubicBezTo>
                      <a:cubicBezTo>
                        <a:pt x="22791" y="1064"/>
                        <a:pt x="21860" y="1995"/>
                        <a:pt x="20707" y="2793"/>
                      </a:cubicBezTo>
                      <a:cubicBezTo>
                        <a:pt x="14102" y="6738"/>
                        <a:pt x="5458" y="7403"/>
                        <a:pt x="492" y="3059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28" name="Forme libre : forme 24227">
                  <a:extLst>
                    <a:ext uri="{FF2B5EF4-FFF2-40B4-BE49-F238E27FC236}">
                      <a16:creationId xmlns:a16="http://schemas.microsoft.com/office/drawing/2014/main" id="{205BAF09-3B92-4092-A374-4734F894898E}"/>
                    </a:ext>
                  </a:extLst>
                </p:cNvPr>
                <p:cNvSpPr/>
                <p:nvPr/>
              </p:nvSpPr>
              <p:spPr>
                <a:xfrm>
                  <a:off x="6963682" y="1387118"/>
                  <a:ext cx="24740" cy="28304"/>
                </a:xfrm>
                <a:custGeom>
                  <a:avLst/>
                  <a:gdLst>
                    <a:gd name="connsiteX0" fmla="*/ 21863 w 24740"/>
                    <a:gd name="connsiteY0" fmla="*/ 1239 h 28304"/>
                    <a:gd name="connsiteX1" fmla="*/ 20267 w 24740"/>
                    <a:gd name="connsiteY1" fmla="*/ 19947 h 28304"/>
                    <a:gd name="connsiteX2" fmla="*/ 2845 w 24740"/>
                    <a:gd name="connsiteY2" fmla="*/ 27040 h 28304"/>
                    <a:gd name="connsiteX3" fmla="*/ 4441 w 24740"/>
                    <a:gd name="connsiteY3" fmla="*/ 8332 h 28304"/>
                    <a:gd name="connsiteX4" fmla="*/ 21863 w 24740"/>
                    <a:gd name="connsiteY4" fmla="*/ 1239 h 28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40" h="28304">
                      <a:moveTo>
                        <a:pt x="21863" y="1239"/>
                      </a:moveTo>
                      <a:cubicBezTo>
                        <a:pt x="26252" y="4431"/>
                        <a:pt x="25542" y="12809"/>
                        <a:pt x="20267" y="19947"/>
                      </a:cubicBezTo>
                      <a:cubicBezTo>
                        <a:pt x="14991" y="27084"/>
                        <a:pt x="7233" y="30276"/>
                        <a:pt x="2845" y="27040"/>
                      </a:cubicBezTo>
                      <a:cubicBezTo>
                        <a:pt x="-1500" y="23848"/>
                        <a:pt x="-790" y="15469"/>
                        <a:pt x="4441" y="8332"/>
                      </a:cubicBezTo>
                      <a:cubicBezTo>
                        <a:pt x="9672" y="1239"/>
                        <a:pt x="17474" y="-1953"/>
                        <a:pt x="21863" y="123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29" name="Forme libre : forme 24228">
                  <a:extLst>
                    <a:ext uri="{FF2B5EF4-FFF2-40B4-BE49-F238E27FC236}">
                      <a16:creationId xmlns:a16="http://schemas.microsoft.com/office/drawing/2014/main" id="{9B89F173-DCA2-4F3D-BD80-A9E0CA3A251D}"/>
                    </a:ext>
                  </a:extLst>
                </p:cNvPr>
                <p:cNvSpPr/>
                <p:nvPr/>
              </p:nvSpPr>
              <p:spPr>
                <a:xfrm>
                  <a:off x="6945844" y="1399256"/>
                  <a:ext cx="45619" cy="31367"/>
                </a:xfrm>
                <a:custGeom>
                  <a:avLst/>
                  <a:gdLst>
                    <a:gd name="connsiteX0" fmla="*/ 10929 w 45619"/>
                    <a:gd name="connsiteY0" fmla="*/ 26605 h 31367"/>
                    <a:gd name="connsiteX1" fmla="*/ 18820 w 45619"/>
                    <a:gd name="connsiteY1" fmla="*/ 31127 h 31367"/>
                    <a:gd name="connsiteX2" fmla="*/ 36331 w 45619"/>
                    <a:gd name="connsiteY2" fmla="*/ 23945 h 31367"/>
                    <a:gd name="connsiteX3" fmla="*/ 45330 w 45619"/>
                    <a:gd name="connsiteY3" fmla="*/ 9670 h 31367"/>
                    <a:gd name="connsiteX4" fmla="*/ 41429 w 45619"/>
                    <a:gd name="connsiteY4" fmla="*/ 95 h 31367"/>
                    <a:gd name="connsiteX5" fmla="*/ 34381 w 45619"/>
                    <a:gd name="connsiteY5" fmla="*/ 1868 h 31367"/>
                    <a:gd name="connsiteX6" fmla="*/ 17623 w 45619"/>
                    <a:gd name="connsiteY6" fmla="*/ 6523 h 31367"/>
                    <a:gd name="connsiteX7" fmla="*/ 246 w 45619"/>
                    <a:gd name="connsiteY7" fmla="*/ 13483 h 31367"/>
                    <a:gd name="connsiteX8" fmla="*/ 10929 w 45619"/>
                    <a:gd name="connsiteY8" fmla="*/ 26605 h 31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619" h="31367">
                      <a:moveTo>
                        <a:pt x="10929" y="26605"/>
                      </a:moveTo>
                      <a:cubicBezTo>
                        <a:pt x="13323" y="28511"/>
                        <a:pt x="15762" y="30462"/>
                        <a:pt x="18820" y="31127"/>
                      </a:cubicBezTo>
                      <a:cubicBezTo>
                        <a:pt x="24672" y="32368"/>
                        <a:pt x="31277" y="28644"/>
                        <a:pt x="36331" y="23945"/>
                      </a:cubicBezTo>
                      <a:cubicBezTo>
                        <a:pt x="40498" y="20044"/>
                        <a:pt x="44133" y="15079"/>
                        <a:pt x="45330" y="9670"/>
                      </a:cubicBezTo>
                      <a:cubicBezTo>
                        <a:pt x="46217" y="5636"/>
                        <a:pt x="45109" y="849"/>
                        <a:pt x="41429" y="95"/>
                      </a:cubicBezTo>
                      <a:cubicBezTo>
                        <a:pt x="39168" y="-348"/>
                        <a:pt x="36686" y="849"/>
                        <a:pt x="34381" y="1868"/>
                      </a:cubicBezTo>
                      <a:cubicBezTo>
                        <a:pt x="28928" y="4306"/>
                        <a:pt x="23209" y="5858"/>
                        <a:pt x="17623" y="6523"/>
                      </a:cubicBezTo>
                      <a:cubicBezTo>
                        <a:pt x="12836" y="7055"/>
                        <a:pt x="2329" y="6700"/>
                        <a:pt x="246" y="13483"/>
                      </a:cubicBezTo>
                      <a:cubicBezTo>
                        <a:pt x="-1616" y="19601"/>
                        <a:pt x="7605" y="23989"/>
                        <a:pt x="10929" y="2660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30" name="Forme libre : forme 24229">
                  <a:extLst>
                    <a:ext uri="{FF2B5EF4-FFF2-40B4-BE49-F238E27FC236}">
                      <a16:creationId xmlns:a16="http://schemas.microsoft.com/office/drawing/2014/main" id="{173E3B9B-E43E-4B8B-B0AF-0A54E0B06720}"/>
                    </a:ext>
                  </a:extLst>
                </p:cNvPr>
                <p:cNvSpPr/>
                <p:nvPr/>
              </p:nvSpPr>
              <p:spPr>
                <a:xfrm>
                  <a:off x="6951622" y="1401043"/>
                  <a:ext cx="7485" cy="14602"/>
                </a:xfrm>
                <a:custGeom>
                  <a:avLst/>
                  <a:gdLst>
                    <a:gd name="connsiteX0" fmla="*/ 763 w 7485"/>
                    <a:gd name="connsiteY0" fmla="*/ 12360 h 14602"/>
                    <a:gd name="connsiteX1" fmla="*/ 1960 w 7485"/>
                    <a:gd name="connsiteY1" fmla="*/ 14222 h 14602"/>
                    <a:gd name="connsiteX2" fmla="*/ 4132 w 7485"/>
                    <a:gd name="connsiteY2" fmla="*/ 14311 h 14602"/>
                    <a:gd name="connsiteX3" fmla="*/ 5462 w 7485"/>
                    <a:gd name="connsiteY3" fmla="*/ 12405 h 14602"/>
                    <a:gd name="connsiteX4" fmla="*/ 7235 w 7485"/>
                    <a:gd name="connsiteY4" fmla="*/ 6686 h 14602"/>
                    <a:gd name="connsiteX5" fmla="*/ 7457 w 7485"/>
                    <a:gd name="connsiteY5" fmla="*/ 4292 h 14602"/>
                    <a:gd name="connsiteX6" fmla="*/ 1384 w 7485"/>
                    <a:gd name="connsiteY6" fmla="*/ 1943 h 14602"/>
                    <a:gd name="connsiteX7" fmla="*/ 763 w 7485"/>
                    <a:gd name="connsiteY7" fmla="*/ 12360 h 14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485" h="14602">
                      <a:moveTo>
                        <a:pt x="763" y="12360"/>
                      </a:moveTo>
                      <a:cubicBezTo>
                        <a:pt x="1029" y="13070"/>
                        <a:pt x="1384" y="13779"/>
                        <a:pt x="1960" y="14222"/>
                      </a:cubicBezTo>
                      <a:cubicBezTo>
                        <a:pt x="2536" y="14666"/>
                        <a:pt x="3423" y="14754"/>
                        <a:pt x="4132" y="14311"/>
                      </a:cubicBezTo>
                      <a:cubicBezTo>
                        <a:pt x="4797" y="13912"/>
                        <a:pt x="5152" y="13114"/>
                        <a:pt x="5462" y="12405"/>
                      </a:cubicBezTo>
                      <a:cubicBezTo>
                        <a:pt x="6216" y="10543"/>
                        <a:pt x="6836" y="8592"/>
                        <a:pt x="7235" y="6686"/>
                      </a:cubicBezTo>
                      <a:cubicBezTo>
                        <a:pt x="7413" y="5888"/>
                        <a:pt x="7546" y="5090"/>
                        <a:pt x="7457" y="4292"/>
                      </a:cubicBezTo>
                      <a:cubicBezTo>
                        <a:pt x="7102" y="1056"/>
                        <a:pt x="3645" y="-2180"/>
                        <a:pt x="1384" y="1943"/>
                      </a:cubicBezTo>
                      <a:cubicBezTo>
                        <a:pt x="-390" y="5090"/>
                        <a:pt x="-301" y="9435"/>
                        <a:pt x="763" y="1236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31" name="Forme libre : forme 24230">
                  <a:extLst>
                    <a:ext uri="{FF2B5EF4-FFF2-40B4-BE49-F238E27FC236}">
                      <a16:creationId xmlns:a16="http://schemas.microsoft.com/office/drawing/2014/main" id="{0931B87A-5479-4703-8D31-F829A3855A41}"/>
                    </a:ext>
                  </a:extLst>
                </p:cNvPr>
                <p:cNvSpPr/>
                <p:nvPr/>
              </p:nvSpPr>
              <p:spPr>
                <a:xfrm>
                  <a:off x="6993214" y="1380732"/>
                  <a:ext cx="7238" cy="27440"/>
                </a:xfrm>
                <a:custGeom>
                  <a:avLst/>
                  <a:gdLst>
                    <a:gd name="connsiteX0" fmla="*/ 0 w 7238"/>
                    <a:gd name="connsiteY0" fmla="*/ 0 h 27440"/>
                    <a:gd name="connsiteX1" fmla="*/ 4433 w 7238"/>
                    <a:gd name="connsiteY1" fmla="*/ 27441 h 27440"/>
                    <a:gd name="connsiteX2" fmla="*/ 0 w 7238"/>
                    <a:gd name="connsiteY2" fmla="*/ 0 h 27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238" h="27440">
                      <a:moveTo>
                        <a:pt x="0" y="0"/>
                      </a:moveTo>
                      <a:cubicBezTo>
                        <a:pt x="0" y="0"/>
                        <a:pt x="12723" y="8201"/>
                        <a:pt x="4433" y="27441"/>
                      </a:cubicBezTo>
                      <a:cubicBezTo>
                        <a:pt x="4433" y="27441"/>
                        <a:pt x="10107" y="1210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32" name="Forme libre : forme 24231">
                  <a:extLst>
                    <a:ext uri="{FF2B5EF4-FFF2-40B4-BE49-F238E27FC236}">
                      <a16:creationId xmlns:a16="http://schemas.microsoft.com/office/drawing/2014/main" id="{DA97083B-D434-4D1B-8CCC-C6FB99A446A0}"/>
                    </a:ext>
                  </a:extLst>
                </p:cNvPr>
                <p:cNvSpPr/>
                <p:nvPr/>
              </p:nvSpPr>
              <p:spPr>
                <a:xfrm>
                  <a:off x="6938625" y="1399306"/>
                  <a:ext cx="6357" cy="28992"/>
                </a:xfrm>
                <a:custGeom>
                  <a:avLst/>
                  <a:gdLst>
                    <a:gd name="connsiteX0" fmla="*/ 4495 w 6357"/>
                    <a:gd name="connsiteY0" fmla="*/ 0 h 28992"/>
                    <a:gd name="connsiteX1" fmla="*/ 6357 w 6357"/>
                    <a:gd name="connsiteY1" fmla="*/ 28992 h 28992"/>
                    <a:gd name="connsiteX2" fmla="*/ 4495 w 6357"/>
                    <a:gd name="connsiteY2" fmla="*/ 0 h 28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57" h="28992">
                      <a:moveTo>
                        <a:pt x="4495" y="0"/>
                      </a:moveTo>
                      <a:cubicBezTo>
                        <a:pt x="4495" y="0"/>
                        <a:pt x="-6765" y="16403"/>
                        <a:pt x="6357" y="28992"/>
                      </a:cubicBezTo>
                      <a:cubicBezTo>
                        <a:pt x="6402" y="28992"/>
                        <a:pt x="-3839" y="16270"/>
                        <a:pt x="44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33" name="Forme libre : forme 24232">
                  <a:extLst>
                    <a:ext uri="{FF2B5EF4-FFF2-40B4-BE49-F238E27FC236}">
                      <a16:creationId xmlns:a16="http://schemas.microsoft.com/office/drawing/2014/main" id="{74609F20-7BC9-4DEC-9E2C-CED1B545C6A8}"/>
                    </a:ext>
                  </a:extLst>
                </p:cNvPr>
                <p:cNvSpPr/>
                <p:nvPr/>
              </p:nvSpPr>
              <p:spPr>
                <a:xfrm>
                  <a:off x="6966595" y="1391521"/>
                  <a:ext cx="10324" cy="9257"/>
                </a:xfrm>
                <a:custGeom>
                  <a:avLst/>
                  <a:gdLst>
                    <a:gd name="connsiteX0" fmla="*/ 10039 w 10324"/>
                    <a:gd name="connsiteY0" fmla="*/ 914 h 9257"/>
                    <a:gd name="connsiteX1" fmla="*/ 6847 w 10324"/>
                    <a:gd name="connsiteY1" fmla="*/ 7387 h 9257"/>
                    <a:gd name="connsiteX2" fmla="*/ 286 w 10324"/>
                    <a:gd name="connsiteY2" fmla="*/ 8362 h 9257"/>
                    <a:gd name="connsiteX3" fmla="*/ 3433 w 10324"/>
                    <a:gd name="connsiteY3" fmla="*/ 1890 h 9257"/>
                    <a:gd name="connsiteX4" fmla="*/ 10039 w 10324"/>
                    <a:gd name="connsiteY4" fmla="*/ 914 h 9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24" h="9257">
                      <a:moveTo>
                        <a:pt x="10039" y="914"/>
                      </a:moveTo>
                      <a:cubicBezTo>
                        <a:pt x="10970" y="2422"/>
                        <a:pt x="9551" y="5347"/>
                        <a:pt x="6847" y="7387"/>
                      </a:cubicBezTo>
                      <a:cubicBezTo>
                        <a:pt x="4143" y="9426"/>
                        <a:pt x="1217" y="9869"/>
                        <a:pt x="286" y="8362"/>
                      </a:cubicBezTo>
                      <a:cubicBezTo>
                        <a:pt x="-645" y="6855"/>
                        <a:pt x="774" y="3929"/>
                        <a:pt x="3433" y="1890"/>
                      </a:cubicBezTo>
                      <a:cubicBezTo>
                        <a:pt x="6093" y="-150"/>
                        <a:pt x="9108" y="-637"/>
                        <a:pt x="10039" y="91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34" name="Forme libre : forme 24233">
                  <a:extLst>
                    <a:ext uri="{FF2B5EF4-FFF2-40B4-BE49-F238E27FC236}">
                      <a16:creationId xmlns:a16="http://schemas.microsoft.com/office/drawing/2014/main" id="{C249B4C2-A665-4752-AC34-738B15B498B1}"/>
                    </a:ext>
                  </a:extLst>
                </p:cNvPr>
                <p:cNvSpPr/>
                <p:nvPr/>
              </p:nvSpPr>
              <p:spPr>
                <a:xfrm>
                  <a:off x="6974512" y="1390300"/>
                  <a:ext cx="3003" cy="3147"/>
                </a:xfrm>
                <a:custGeom>
                  <a:avLst/>
                  <a:gdLst>
                    <a:gd name="connsiteX0" fmla="*/ 2477 w 3003"/>
                    <a:gd name="connsiteY0" fmla="*/ 229 h 3147"/>
                    <a:gd name="connsiteX1" fmla="*/ 2655 w 3003"/>
                    <a:gd name="connsiteY1" fmla="*/ 2401 h 3147"/>
                    <a:gd name="connsiteX2" fmla="*/ 526 w 3003"/>
                    <a:gd name="connsiteY2" fmla="*/ 2888 h 3147"/>
                    <a:gd name="connsiteX3" fmla="*/ 349 w 3003"/>
                    <a:gd name="connsiteY3" fmla="*/ 716 h 3147"/>
                    <a:gd name="connsiteX4" fmla="*/ 2477 w 3003"/>
                    <a:gd name="connsiteY4" fmla="*/ 229 h 3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03" h="3147">
                      <a:moveTo>
                        <a:pt x="2477" y="229"/>
                      </a:moveTo>
                      <a:cubicBezTo>
                        <a:pt x="3098" y="672"/>
                        <a:pt x="3187" y="1647"/>
                        <a:pt x="2655" y="2401"/>
                      </a:cubicBezTo>
                      <a:cubicBezTo>
                        <a:pt x="2123" y="3154"/>
                        <a:pt x="1147" y="3376"/>
                        <a:pt x="526" y="2888"/>
                      </a:cubicBezTo>
                      <a:cubicBezTo>
                        <a:pt x="-94" y="2401"/>
                        <a:pt x="-183" y="1470"/>
                        <a:pt x="349" y="716"/>
                      </a:cubicBezTo>
                      <a:cubicBezTo>
                        <a:pt x="881" y="7"/>
                        <a:pt x="1857" y="-215"/>
                        <a:pt x="2477" y="2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35" name="Forme libre : forme 24234">
                  <a:extLst>
                    <a:ext uri="{FF2B5EF4-FFF2-40B4-BE49-F238E27FC236}">
                      <a16:creationId xmlns:a16="http://schemas.microsoft.com/office/drawing/2014/main" id="{D2983C7F-8208-4DF5-AECC-E8D1775788BA}"/>
                    </a:ext>
                  </a:extLst>
                </p:cNvPr>
                <p:cNvSpPr/>
                <p:nvPr/>
              </p:nvSpPr>
              <p:spPr>
                <a:xfrm>
                  <a:off x="6954735" y="1374252"/>
                  <a:ext cx="33940" cy="17983"/>
                </a:xfrm>
                <a:custGeom>
                  <a:avLst/>
                  <a:gdLst>
                    <a:gd name="connsiteX0" fmla="*/ 20658 w 33940"/>
                    <a:gd name="connsiteY0" fmla="*/ 185 h 17983"/>
                    <a:gd name="connsiteX1" fmla="*/ 32007 w 33940"/>
                    <a:gd name="connsiteY1" fmla="*/ 5593 h 17983"/>
                    <a:gd name="connsiteX2" fmla="*/ 33647 w 33940"/>
                    <a:gd name="connsiteY2" fmla="*/ 9716 h 17983"/>
                    <a:gd name="connsiteX3" fmla="*/ 29569 w 33940"/>
                    <a:gd name="connsiteY3" fmla="*/ 11179 h 17983"/>
                    <a:gd name="connsiteX4" fmla="*/ 16048 w 33940"/>
                    <a:gd name="connsiteY4" fmla="*/ 10381 h 17983"/>
                    <a:gd name="connsiteX5" fmla="*/ 177 w 33940"/>
                    <a:gd name="connsiteY5" fmla="*/ 16765 h 17983"/>
                    <a:gd name="connsiteX6" fmla="*/ 10639 w 33940"/>
                    <a:gd name="connsiteY6" fmla="*/ 1914 h 17983"/>
                    <a:gd name="connsiteX7" fmla="*/ 20658 w 33940"/>
                    <a:gd name="connsiteY7" fmla="*/ 185 h 17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940" h="17983">
                      <a:moveTo>
                        <a:pt x="20658" y="185"/>
                      </a:moveTo>
                      <a:cubicBezTo>
                        <a:pt x="24958" y="806"/>
                        <a:pt x="28682" y="2978"/>
                        <a:pt x="32007" y="5593"/>
                      </a:cubicBezTo>
                      <a:cubicBezTo>
                        <a:pt x="33248" y="6524"/>
                        <a:pt x="34534" y="8120"/>
                        <a:pt x="33647" y="9716"/>
                      </a:cubicBezTo>
                      <a:cubicBezTo>
                        <a:pt x="32893" y="11179"/>
                        <a:pt x="30987" y="11356"/>
                        <a:pt x="29569" y="11179"/>
                      </a:cubicBezTo>
                      <a:cubicBezTo>
                        <a:pt x="25091" y="10603"/>
                        <a:pt x="20658" y="8829"/>
                        <a:pt x="16048" y="10381"/>
                      </a:cubicBezTo>
                      <a:cubicBezTo>
                        <a:pt x="13166" y="11312"/>
                        <a:pt x="1684" y="21419"/>
                        <a:pt x="177" y="16765"/>
                      </a:cubicBezTo>
                      <a:cubicBezTo>
                        <a:pt x="-1330" y="12066"/>
                        <a:pt x="7181" y="3731"/>
                        <a:pt x="10639" y="1914"/>
                      </a:cubicBezTo>
                      <a:cubicBezTo>
                        <a:pt x="13876" y="141"/>
                        <a:pt x="17422" y="-303"/>
                        <a:pt x="20658" y="18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95" name="Graphique 2">
                <a:extLst>
                  <a:ext uri="{FF2B5EF4-FFF2-40B4-BE49-F238E27FC236}">
                    <a16:creationId xmlns:a16="http://schemas.microsoft.com/office/drawing/2014/main" id="{8C41B6FB-9392-4417-86A8-A62E2982369F}"/>
                  </a:ext>
                </a:extLst>
              </p:cNvPr>
              <p:cNvGrpSpPr/>
              <p:nvPr/>
            </p:nvGrpSpPr>
            <p:grpSpPr>
              <a:xfrm>
                <a:off x="6977622" y="1311534"/>
                <a:ext cx="67398" cy="71896"/>
                <a:chOff x="6977622" y="1311534"/>
                <a:chExt cx="67398" cy="71896"/>
              </a:xfrm>
              <a:solidFill>
                <a:schemeClr val="accent1"/>
              </a:solidFill>
            </p:grpSpPr>
            <p:sp>
              <p:nvSpPr>
                <p:cNvPr id="24212" name="Forme libre : forme 24211">
                  <a:extLst>
                    <a:ext uri="{FF2B5EF4-FFF2-40B4-BE49-F238E27FC236}">
                      <a16:creationId xmlns:a16="http://schemas.microsoft.com/office/drawing/2014/main" id="{611D5CFE-B3C9-4F70-9D8E-978722B226B0}"/>
                    </a:ext>
                  </a:extLst>
                </p:cNvPr>
                <p:cNvSpPr/>
                <p:nvPr/>
              </p:nvSpPr>
              <p:spPr>
                <a:xfrm>
                  <a:off x="6977622" y="1311534"/>
                  <a:ext cx="67390" cy="71851"/>
                </a:xfrm>
                <a:custGeom>
                  <a:avLst/>
                  <a:gdLst>
                    <a:gd name="connsiteX0" fmla="*/ 62361 w 67390"/>
                    <a:gd name="connsiteY0" fmla="*/ 41845 h 71851"/>
                    <a:gd name="connsiteX1" fmla="*/ 54647 w 67390"/>
                    <a:gd name="connsiteY1" fmla="*/ 51908 h 71851"/>
                    <a:gd name="connsiteX2" fmla="*/ 46934 w 67390"/>
                    <a:gd name="connsiteY2" fmla="*/ 62149 h 71851"/>
                    <a:gd name="connsiteX3" fmla="*/ 18562 w 67390"/>
                    <a:gd name="connsiteY3" fmla="*/ 68665 h 71851"/>
                    <a:gd name="connsiteX4" fmla="*/ 6992 w 67390"/>
                    <a:gd name="connsiteY4" fmla="*/ 60198 h 71851"/>
                    <a:gd name="connsiteX5" fmla="*/ 4863 w 67390"/>
                    <a:gd name="connsiteY5" fmla="*/ 31028 h 71851"/>
                    <a:gd name="connsiteX6" fmla="*/ 12710 w 67390"/>
                    <a:gd name="connsiteY6" fmla="*/ 20389 h 71851"/>
                    <a:gd name="connsiteX7" fmla="*/ 20734 w 67390"/>
                    <a:gd name="connsiteY7" fmla="*/ 9705 h 71851"/>
                    <a:gd name="connsiteX8" fmla="*/ 35142 w 67390"/>
                    <a:gd name="connsiteY8" fmla="*/ 396 h 71851"/>
                    <a:gd name="connsiteX9" fmla="*/ 49859 w 67390"/>
                    <a:gd name="connsiteY9" fmla="*/ 3809 h 71851"/>
                    <a:gd name="connsiteX10" fmla="*/ 60987 w 67390"/>
                    <a:gd name="connsiteY10" fmla="*/ 13163 h 71851"/>
                    <a:gd name="connsiteX11" fmla="*/ 67370 w 67390"/>
                    <a:gd name="connsiteY11" fmla="*/ 26595 h 71851"/>
                    <a:gd name="connsiteX12" fmla="*/ 62361 w 67390"/>
                    <a:gd name="connsiteY12" fmla="*/ 41845 h 71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7390" h="71851">
                      <a:moveTo>
                        <a:pt x="62361" y="41845"/>
                      </a:moveTo>
                      <a:cubicBezTo>
                        <a:pt x="59745" y="45081"/>
                        <a:pt x="57219" y="48583"/>
                        <a:pt x="54647" y="51908"/>
                      </a:cubicBezTo>
                      <a:lnTo>
                        <a:pt x="46934" y="62149"/>
                      </a:lnTo>
                      <a:cubicBezTo>
                        <a:pt x="39708" y="71813"/>
                        <a:pt x="26940" y="74783"/>
                        <a:pt x="18562" y="68665"/>
                      </a:cubicBezTo>
                      <a:lnTo>
                        <a:pt x="6992" y="60198"/>
                      </a:lnTo>
                      <a:cubicBezTo>
                        <a:pt x="-1387" y="54080"/>
                        <a:pt x="-2407" y="40958"/>
                        <a:pt x="4863" y="31028"/>
                      </a:cubicBezTo>
                      <a:lnTo>
                        <a:pt x="12710" y="20389"/>
                      </a:lnTo>
                      <a:cubicBezTo>
                        <a:pt x="15370" y="16842"/>
                        <a:pt x="17897" y="13296"/>
                        <a:pt x="20734" y="9705"/>
                      </a:cubicBezTo>
                      <a:cubicBezTo>
                        <a:pt x="24635" y="4696"/>
                        <a:pt x="29733" y="1459"/>
                        <a:pt x="35142" y="396"/>
                      </a:cubicBezTo>
                      <a:cubicBezTo>
                        <a:pt x="40506" y="-668"/>
                        <a:pt x="45825" y="396"/>
                        <a:pt x="49859" y="3809"/>
                      </a:cubicBezTo>
                      <a:lnTo>
                        <a:pt x="60987" y="13163"/>
                      </a:lnTo>
                      <a:cubicBezTo>
                        <a:pt x="65021" y="16532"/>
                        <a:pt x="67104" y="21497"/>
                        <a:pt x="67370" y="26595"/>
                      </a:cubicBezTo>
                      <a:cubicBezTo>
                        <a:pt x="67592" y="31693"/>
                        <a:pt x="66040" y="37323"/>
                        <a:pt x="62361" y="41845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13" name="Forme libre : forme 24212">
                  <a:extLst>
                    <a:ext uri="{FF2B5EF4-FFF2-40B4-BE49-F238E27FC236}">
                      <a16:creationId xmlns:a16="http://schemas.microsoft.com/office/drawing/2014/main" id="{DF30FB62-A655-4A3F-BF88-2C6E35C462C4}"/>
                    </a:ext>
                  </a:extLst>
                </p:cNvPr>
                <p:cNvSpPr/>
                <p:nvPr/>
              </p:nvSpPr>
              <p:spPr>
                <a:xfrm>
                  <a:off x="6991219" y="1324431"/>
                  <a:ext cx="53801" cy="58999"/>
                </a:xfrm>
                <a:custGeom>
                  <a:avLst/>
                  <a:gdLst>
                    <a:gd name="connsiteX0" fmla="*/ 22254 w 53801"/>
                    <a:gd name="connsiteY0" fmla="*/ 35332 h 58999"/>
                    <a:gd name="connsiteX1" fmla="*/ 0 w 53801"/>
                    <a:gd name="connsiteY1" fmla="*/ 52133 h 58999"/>
                    <a:gd name="connsiteX2" fmla="*/ 5009 w 53801"/>
                    <a:gd name="connsiteY2" fmla="*/ 55813 h 58999"/>
                    <a:gd name="connsiteX3" fmla="*/ 33381 w 53801"/>
                    <a:gd name="connsiteY3" fmla="*/ 49296 h 58999"/>
                    <a:gd name="connsiteX4" fmla="*/ 41095 w 53801"/>
                    <a:gd name="connsiteY4" fmla="*/ 39056 h 58999"/>
                    <a:gd name="connsiteX5" fmla="*/ 48808 w 53801"/>
                    <a:gd name="connsiteY5" fmla="*/ 28992 h 58999"/>
                    <a:gd name="connsiteX6" fmla="*/ 53773 w 53801"/>
                    <a:gd name="connsiteY6" fmla="*/ 13742 h 58999"/>
                    <a:gd name="connsiteX7" fmla="*/ 47390 w 53801"/>
                    <a:gd name="connsiteY7" fmla="*/ 310 h 58999"/>
                    <a:gd name="connsiteX8" fmla="*/ 47035 w 53801"/>
                    <a:gd name="connsiteY8" fmla="*/ 0 h 58999"/>
                    <a:gd name="connsiteX9" fmla="*/ 40385 w 53801"/>
                    <a:gd name="connsiteY9" fmla="*/ 8556 h 58999"/>
                    <a:gd name="connsiteX10" fmla="*/ 33691 w 53801"/>
                    <a:gd name="connsiteY10" fmla="*/ 16979 h 58999"/>
                    <a:gd name="connsiteX11" fmla="*/ 22254 w 53801"/>
                    <a:gd name="connsiteY11" fmla="*/ 35332 h 58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3801" h="58999">
                      <a:moveTo>
                        <a:pt x="22254" y="35332"/>
                      </a:moveTo>
                      <a:cubicBezTo>
                        <a:pt x="17998" y="44996"/>
                        <a:pt x="9221" y="51779"/>
                        <a:pt x="0" y="52133"/>
                      </a:cubicBezTo>
                      <a:lnTo>
                        <a:pt x="5009" y="55813"/>
                      </a:lnTo>
                      <a:cubicBezTo>
                        <a:pt x="13388" y="61930"/>
                        <a:pt x="26155" y="58960"/>
                        <a:pt x="33381" y="49296"/>
                      </a:cubicBezTo>
                      <a:lnTo>
                        <a:pt x="41095" y="39056"/>
                      </a:lnTo>
                      <a:cubicBezTo>
                        <a:pt x="43666" y="35686"/>
                        <a:pt x="46237" y="32184"/>
                        <a:pt x="48808" y="28992"/>
                      </a:cubicBezTo>
                      <a:cubicBezTo>
                        <a:pt x="52444" y="24426"/>
                        <a:pt x="54039" y="18841"/>
                        <a:pt x="53773" y="13742"/>
                      </a:cubicBezTo>
                      <a:cubicBezTo>
                        <a:pt x="53508" y="8644"/>
                        <a:pt x="51424" y="3724"/>
                        <a:pt x="47390" y="310"/>
                      </a:cubicBezTo>
                      <a:lnTo>
                        <a:pt x="47035" y="0"/>
                      </a:lnTo>
                      <a:cubicBezTo>
                        <a:pt x="44907" y="3014"/>
                        <a:pt x="42602" y="5719"/>
                        <a:pt x="40385" y="8556"/>
                      </a:cubicBezTo>
                      <a:cubicBezTo>
                        <a:pt x="38125" y="11393"/>
                        <a:pt x="35908" y="14186"/>
                        <a:pt x="33691" y="16979"/>
                      </a:cubicBezTo>
                      <a:cubicBezTo>
                        <a:pt x="29303" y="22609"/>
                        <a:pt x="25269" y="28593"/>
                        <a:pt x="22254" y="35332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14" name="Forme libre : forme 24213">
                  <a:extLst>
                    <a:ext uri="{FF2B5EF4-FFF2-40B4-BE49-F238E27FC236}">
                      <a16:creationId xmlns:a16="http://schemas.microsoft.com/office/drawing/2014/main" id="{3E9D2B8C-B543-4B88-BFC7-BBA847134C9B}"/>
                    </a:ext>
                  </a:extLst>
                </p:cNvPr>
                <p:cNvSpPr/>
                <p:nvPr/>
              </p:nvSpPr>
              <p:spPr>
                <a:xfrm>
                  <a:off x="7002605" y="1330625"/>
                  <a:ext cx="25013" cy="28168"/>
                </a:xfrm>
                <a:custGeom>
                  <a:avLst/>
                  <a:gdLst>
                    <a:gd name="connsiteX0" fmla="*/ 22261 w 25013"/>
                    <a:gd name="connsiteY0" fmla="*/ 1431 h 28168"/>
                    <a:gd name="connsiteX1" fmla="*/ 20399 w 25013"/>
                    <a:gd name="connsiteY1" fmla="*/ 20094 h 28168"/>
                    <a:gd name="connsiteX2" fmla="*/ 2888 w 25013"/>
                    <a:gd name="connsiteY2" fmla="*/ 26877 h 28168"/>
                    <a:gd name="connsiteX3" fmla="*/ 4573 w 25013"/>
                    <a:gd name="connsiteY3" fmla="*/ 8080 h 28168"/>
                    <a:gd name="connsiteX4" fmla="*/ 22261 w 25013"/>
                    <a:gd name="connsiteY4" fmla="*/ 1431 h 28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13" h="28168">
                      <a:moveTo>
                        <a:pt x="22261" y="1431"/>
                      </a:moveTo>
                      <a:cubicBezTo>
                        <a:pt x="26606" y="4889"/>
                        <a:pt x="25675" y="13090"/>
                        <a:pt x="20399" y="20094"/>
                      </a:cubicBezTo>
                      <a:cubicBezTo>
                        <a:pt x="15124" y="27054"/>
                        <a:pt x="7277" y="30113"/>
                        <a:pt x="2888" y="26877"/>
                      </a:cubicBezTo>
                      <a:cubicBezTo>
                        <a:pt x="-1545" y="23641"/>
                        <a:pt x="-791" y="15218"/>
                        <a:pt x="4573" y="8080"/>
                      </a:cubicBezTo>
                      <a:cubicBezTo>
                        <a:pt x="9893" y="899"/>
                        <a:pt x="17961" y="-1983"/>
                        <a:pt x="22261" y="1431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15" name="Forme libre : forme 24214">
                  <a:extLst>
                    <a:ext uri="{FF2B5EF4-FFF2-40B4-BE49-F238E27FC236}">
                      <a16:creationId xmlns:a16="http://schemas.microsoft.com/office/drawing/2014/main" id="{87D53032-1ACC-4678-9576-8E74410AF031}"/>
                    </a:ext>
                  </a:extLst>
                </p:cNvPr>
                <p:cNvSpPr/>
                <p:nvPr/>
              </p:nvSpPr>
              <p:spPr>
                <a:xfrm>
                  <a:off x="7002589" y="1344425"/>
                  <a:ext cx="23873" cy="14369"/>
                </a:xfrm>
                <a:custGeom>
                  <a:avLst/>
                  <a:gdLst>
                    <a:gd name="connsiteX0" fmla="*/ 511 w 23873"/>
                    <a:gd name="connsiteY0" fmla="*/ 2527 h 14369"/>
                    <a:gd name="connsiteX1" fmla="*/ 2905 w 23873"/>
                    <a:gd name="connsiteY1" fmla="*/ 13078 h 14369"/>
                    <a:gd name="connsiteX2" fmla="*/ 20415 w 23873"/>
                    <a:gd name="connsiteY2" fmla="*/ 6295 h 14369"/>
                    <a:gd name="connsiteX3" fmla="*/ 23873 w 23873"/>
                    <a:gd name="connsiteY3" fmla="*/ 0 h 14369"/>
                    <a:gd name="connsiteX4" fmla="*/ 20903 w 23873"/>
                    <a:gd name="connsiteY4" fmla="*/ 2704 h 14369"/>
                    <a:gd name="connsiteX5" fmla="*/ 511 w 23873"/>
                    <a:gd name="connsiteY5" fmla="*/ 2527 h 14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873" h="14369">
                      <a:moveTo>
                        <a:pt x="511" y="2527"/>
                      </a:moveTo>
                      <a:cubicBezTo>
                        <a:pt x="-642" y="7004"/>
                        <a:pt x="156" y="11039"/>
                        <a:pt x="2905" y="13078"/>
                      </a:cubicBezTo>
                      <a:cubicBezTo>
                        <a:pt x="7294" y="16314"/>
                        <a:pt x="15140" y="13255"/>
                        <a:pt x="20415" y="6295"/>
                      </a:cubicBezTo>
                      <a:cubicBezTo>
                        <a:pt x="21967" y="4256"/>
                        <a:pt x="23120" y="2039"/>
                        <a:pt x="23873" y="0"/>
                      </a:cubicBezTo>
                      <a:cubicBezTo>
                        <a:pt x="23031" y="1020"/>
                        <a:pt x="22056" y="1906"/>
                        <a:pt x="20903" y="2704"/>
                      </a:cubicBezTo>
                      <a:cubicBezTo>
                        <a:pt x="14298" y="6428"/>
                        <a:pt x="5565" y="6960"/>
                        <a:pt x="511" y="2527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16" name="Forme libre : forme 24215">
                  <a:extLst>
                    <a:ext uri="{FF2B5EF4-FFF2-40B4-BE49-F238E27FC236}">
                      <a16:creationId xmlns:a16="http://schemas.microsoft.com/office/drawing/2014/main" id="{96FAF9C0-C9F9-4A21-BD09-026EC1CE9337}"/>
                    </a:ext>
                  </a:extLst>
                </p:cNvPr>
                <p:cNvSpPr/>
                <p:nvPr/>
              </p:nvSpPr>
              <p:spPr>
                <a:xfrm>
                  <a:off x="7005324" y="1330712"/>
                  <a:ext cx="24984" cy="28089"/>
                </a:xfrm>
                <a:custGeom>
                  <a:avLst/>
                  <a:gdLst>
                    <a:gd name="connsiteX0" fmla="*/ 22247 w 24984"/>
                    <a:gd name="connsiteY0" fmla="*/ 1433 h 28089"/>
                    <a:gd name="connsiteX1" fmla="*/ 24906 w 24984"/>
                    <a:gd name="connsiteY1" fmla="*/ 9457 h 28089"/>
                    <a:gd name="connsiteX2" fmla="*/ 20385 w 24984"/>
                    <a:gd name="connsiteY2" fmla="*/ 20052 h 28089"/>
                    <a:gd name="connsiteX3" fmla="*/ 2874 w 24984"/>
                    <a:gd name="connsiteY3" fmla="*/ 26790 h 28089"/>
                    <a:gd name="connsiteX4" fmla="*/ 4559 w 24984"/>
                    <a:gd name="connsiteY4" fmla="*/ 7994 h 28089"/>
                    <a:gd name="connsiteX5" fmla="*/ 22247 w 24984"/>
                    <a:gd name="connsiteY5" fmla="*/ 1433 h 28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984" h="28089">
                      <a:moveTo>
                        <a:pt x="22247" y="1433"/>
                      </a:moveTo>
                      <a:cubicBezTo>
                        <a:pt x="24419" y="3162"/>
                        <a:pt x="25261" y="6088"/>
                        <a:pt x="24906" y="9457"/>
                      </a:cubicBezTo>
                      <a:cubicBezTo>
                        <a:pt x="24552" y="12826"/>
                        <a:pt x="23000" y="16505"/>
                        <a:pt x="20385" y="20052"/>
                      </a:cubicBezTo>
                      <a:cubicBezTo>
                        <a:pt x="15109" y="27012"/>
                        <a:pt x="7263" y="30026"/>
                        <a:pt x="2874" y="26790"/>
                      </a:cubicBezTo>
                      <a:cubicBezTo>
                        <a:pt x="-1559" y="23510"/>
                        <a:pt x="-761" y="15131"/>
                        <a:pt x="4559" y="7994"/>
                      </a:cubicBezTo>
                      <a:cubicBezTo>
                        <a:pt x="9923" y="901"/>
                        <a:pt x="17991" y="-1981"/>
                        <a:pt x="22247" y="143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17" name="Forme libre : forme 24216">
                  <a:extLst>
                    <a:ext uri="{FF2B5EF4-FFF2-40B4-BE49-F238E27FC236}">
                      <a16:creationId xmlns:a16="http://schemas.microsoft.com/office/drawing/2014/main" id="{27BF7C3B-C0D7-4BA4-97C9-D536E7A76EEC}"/>
                    </a:ext>
                  </a:extLst>
                </p:cNvPr>
                <p:cNvSpPr/>
                <p:nvPr/>
              </p:nvSpPr>
              <p:spPr>
                <a:xfrm>
                  <a:off x="6987342" y="1343041"/>
                  <a:ext cx="45931" cy="30989"/>
                </a:xfrm>
                <a:custGeom>
                  <a:avLst/>
                  <a:gdLst>
                    <a:gd name="connsiteX0" fmla="*/ 11147 w 45931"/>
                    <a:gd name="connsiteY0" fmla="*/ 26164 h 30989"/>
                    <a:gd name="connsiteX1" fmla="*/ 19171 w 45931"/>
                    <a:gd name="connsiteY1" fmla="*/ 30731 h 30989"/>
                    <a:gd name="connsiteX2" fmla="*/ 36682 w 45931"/>
                    <a:gd name="connsiteY2" fmla="*/ 23726 h 30989"/>
                    <a:gd name="connsiteX3" fmla="*/ 45637 w 45931"/>
                    <a:gd name="connsiteY3" fmla="*/ 9762 h 30989"/>
                    <a:gd name="connsiteX4" fmla="*/ 41824 w 45931"/>
                    <a:gd name="connsiteY4" fmla="*/ 142 h 30989"/>
                    <a:gd name="connsiteX5" fmla="*/ 34731 w 45931"/>
                    <a:gd name="connsiteY5" fmla="*/ 1649 h 30989"/>
                    <a:gd name="connsiteX6" fmla="*/ 17797 w 45931"/>
                    <a:gd name="connsiteY6" fmla="*/ 5994 h 30989"/>
                    <a:gd name="connsiteX7" fmla="*/ 242 w 45931"/>
                    <a:gd name="connsiteY7" fmla="*/ 12954 h 30989"/>
                    <a:gd name="connsiteX8" fmla="*/ 11147 w 45931"/>
                    <a:gd name="connsiteY8" fmla="*/ 26164 h 30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931" h="30989">
                      <a:moveTo>
                        <a:pt x="11147" y="26164"/>
                      </a:moveTo>
                      <a:cubicBezTo>
                        <a:pt x="13585" y="28071"/>
                        <a:pt x="16068" y="30021"/>
                        <a:pt x="19171" y="30731"/>
                      </a:cubicBezTo>
                      <a:cubicBezTo>
                        <a:pt x="25067" y="32016"/>
                        <a:pt x="31672" y="28337"/>
                        <a:pt x="36682" y="23726"/>
                      </a:cubicBezTo>
                      <a:cubicBezTo>
                        <a:pt x="40849" y="19958"/>
                        <a:pt x="44484" y="15170"/>
                        <a:pt x="45637" y="9762"/>
                      </a:cubicBezTo>
                      <a:cubicBezTo>
                        <a:pt x="46523" y="5816"/>
                        <a:pt x="45459" y="1073"/>
                        <a:pt x="41824" y="142"/>
                      </a:cubicBezTo>
                      <a:cubicBezTo>
                        <a:pt x="39563" y="-390"/>
                        <a:pt x="37036" y="674"/>
                        <a:pt x="34731" y="1649"/>
                      </a:cubicBezTo>
                      <a:cubicBezTo>
                        <a:pt x="29234" y="3955"/>
                        <a:pt x="23515" y="5417"/>
                        <a:pt x="17797" y="5994"/>
                      </a:cubicBezTo>
                      <a:cubicBezTo>
                        <a:pt x="12920" y="6437"/>
                        <a:pt x="2325" y="6082"/>
                        <a:pt x="242" y="12954"/>
                      </a:cubicBezTo>
                      <a:cubicBezTo>
                        <a:pt x="-1620" y="19116"/>
                        <a:pt x="7778" y="23505"/>
                        <a:pt x="11147" y="2616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18" name="Forme libre : forme 24217">
                  <a:extLst>
                    <a:ext uri="{FF2B5EF4-FFF2-40B4-BE49-F238E27FC236}">
                      <a16:creationId xmlns:a16="http://schemas.microsoft.com/office/drawing/2014/main" id="{2D15D602-A118-43F0-ACF0-0D02589F82FD}"/>
                    </a:ext>
                  </a:extLst>
                </p:cNvPr>
                <p:cNvSpPr/>
                <p:nvPr/>
              </p:nvSpPr>
              <p:spPr>
                <a:xfrm>
                  <a:off x="6993123" y="1344072"/>
                  <a:ext cx="7566" cy="14830"/>
                </a:xfrm>
                <a:custGeom>
                  <a:avLst/>
                  <a:gdLst>
                    <a:gd name="connsiteX0" fmla="*/ 800 w 7566"/>
                    <a:gd name="connsiteY0" fmla="*/ 12588 h 14830"/>
                    <a:gd name="connsiteX1" fmla="*/ 2042 w 7566"/>
                    <a:gd name="connsiteY1" fmla="*/ 14450 h 14830"/>
                    <a:gd name="connsiteX2" fmla="*/ 4258 w 7566"/>
                    <a:gd name="connsiteY2" fmla="*/ 14539 h 14830"/>
                    <a:gd name="connsiteX3" fmla="*/ 5588 w 7566"/>
                    <a:gd name="connsiteY3" fmla="*/ 12588 h 14830"/>
                    <a:gd name="connsiteX4" fmla="*/ 7317 w 7566"/>
                    <a:gd name="connsiteY4" fmla="*/ 6781 h 14830"/>
                    <a:gd name="connsiteX5" fmla="*/ 7539 w 7566"/>
                    <a:gd name="connsiteY5" fmla="*/ 4387 h 14830"/>
                    <a:gd name="connsiteX6" fmla="*/ 1376 w 7566"/>
                    <a:gd name="connsiteY6" fmla="*/ 1949 h 14830"/>
                    <a:gd name="connsiteX7" fmla="*/ 800 w 7566"/>
                    <a:gd name="connsiteY7" fmla="*/ 12588 h 14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66" h="14830">
                      <a:moveTo>
                        <a:pt x="800" y="12588"/>
                      </a:moveTo>
                      <a:cubicBezTo>
                        <a:pt x="1066" y="13298"/>
                        <a:pt x="1421" y="14007"/>
                        <a:pt x="2042" y="14450"/>
                      </a:cubicBezTo>
                      <a:cubicBezTo>
                        <a:pt x="2662" y="14894"/>
                        <a:pt x="3549" y="14982"/>
                        <a:pt x="4258" y="14539"/>
                      </a:cubicBezTo>
                      <a:cubicBezTo>
                        <a:pt x="4923" y="14096"/>
                        <a:pt x="5278" y="13342"/>
                        <a:pt x="5588" y="12588"/>
                      </a:cubicBezTo>
                      <a:cubicBezTo>
                        <a:pt x="6342" y="10682"/>
                        <a:pt x="6918" y="8776"/>
                        <a:pt x="7317" y="6781"/>
                      </a:cubicBezTo>
                      <a:cubicBezTo>
                        <a:pt x="7494" y="5983"/>
                        <a:pt x="7627" y="5141"/>
                        <a:pt x="7539" y="4387"/>
                      </a:cubicBezTo>
                      <a:cubicBezTo>
                        <a:pt x="7228" y="1107"/>
                        <a:pt x="3726" y="-2218"/>
                        <a:pt x="1376" y="1949"/>
                      </a:cubicBezTo>
                      <a:cubicBezTo>
                        <a:pt x="-397" y="5229"/>
                        <a:pt x="-308" y="9662"/>
                        <a:pt x="800" y="1258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19" name="Forme libre : forme 24218">
                  <a:extLst>
                    <a:ext uri="{FF2B5EF4-FFF2-40B4-BE49-F238E27FC236}">
                      <a16:creationId xmlns:a16="http://schemas.microsoft.com/office/drawing/2014/main" id="{64CAB71B-8305-493E-BB78-1232E713DADD}"/>
                    </a:ext>
                  </a:extLst>
                </p:cNvPr>
                <p:cNvSpPr/>
                <p:nvPr/>
              </p:nvSpPr>
              <p:spPr>
                <a:xfrm>
                  <a:off x="7035594" y="1325008"/>
                  <a:ext cx="6683" cy="27352"/>
                </a:xfrm>
                <a:custGeom>
                  <a:avLst/>
                  <a:gdLst>
                    <a:gd name="connsiteX0" fmla="*/ 0 w 6683"/>
                    <a:gd name="connsiteY0" fmla="*/ 0 h 27352"/>
                    <a:gd name="connsiteX1" fmla="*/ 5009 w 6683"/>
                    <a:gd name="connsiteY1" fmla="*/ 6827 h 27352"/>
                    <a:gd name="connsiteX2" fmla="*/ 3768 w 6683"/>
                    <a:gd name="connsiteY2" fmla="*/ 27352 h 27352"/>
                    <a:gd name="connsiteX3" fmla="*/ 5408 w 6683"/>
                    <a:gd name="connsiteY3" fmla="*/ 18397 h 27352"/>
                    <a:gd name="connsiteX4" fmla="*/ 0 w 6683"/>
                    <a:gd name="connsiteY4" fmla="*/ 0 h 27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83" h="27352">
                      <a:moveTo>
                        <a:pt x="0" y="0"/>
                      </a:moveTo>
                      <a:cubicBezTo>
                        <a:pt x="0" y="0"/>
                        <a:pt x="3059" y="2305"/>
                        <a:pt x="5009" y="6827"/>
                      </a:cubicBezTo>
                      <a:cubicBezTo>
                        <a:pt x="6960" y="11304"/>
                        <a:pt x="7935" y="18131"/>
                        <a:pt x="3768" y="27352"/>
                      </a:cubicBezTo>
                      <a:cubicBezTo>
                        <a:pt x="3768" y="27352"/>
                        <a:pt x="5187" y="23673"/>
                        <a:pt x="5408" y="18397"/>
                      </a:cubicBezTo>
                      <a:cubicBezTo>
                        <a:pt x="5630" y="13078"/>
                        <a:pt x="4743" y="638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20" name="Forme libre : forme 24219">
                  <a:extLst>
                    <a:ext uri="{FF2B5EF4-FFF2-40B4-BE49-F238E27FC236}">
                      <a16:creationId xmlns:a16="http://schemas.microsoft.com/office/drawing/2014/main" id="{E98D6FBB-CEB3-456D-8B47-B8F92D32FE63}"/>
                    </a:ext>
                  </a:extLst>
                </p:cNvPr>
                <p:cNvSpPr/>
                <p:nvPr/>
              </p:nvSpPr>
              <p:spPr>
                <a:xfrm>
                  <a:off x="6980037" y="1342385"/>
                  <a:ext cx="6615" cy="29258"/>
                </a:xfrm>
                <a:custGeom>
                  <a:avLst/>
                  <a:gdLst>
                    <a:gd name="connsiteX0" fmla="*/ 4487 w 6615"/>
                    <a:gd name="connsiteY0" fmla="*/ 0 h 29258"/>
                    <a:gd name="connsiteX1" fmla="*/ 6615 w 6615"/>
                    <a:gd name="connsiteY1" fmla="*/ 29258 h 29258"/>
                    <a:gd name="connsiteX2" fmla="*/ 4487 w 6615"/>
                    <a:gd name="connsiteY2" fmla="*/ 0 h 29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615" h="29258">
                      <a:moveTo>
                        <a:pt x="4487" y="0"/>
                      </a:moveTo>
                      <a:cubicBezTo>
                        <a:pt x="4487" y="0"/>
                        <a:pt x="-6906" y="16668"/>
                        <a:pt x="6615" y="29258"/>
                      </a:cubicBezTo>
                      <a:cubicBezTo>
                        <a:pt x="6615" y="29258"/>
                        <a:pt x="-3980" y="16535"/>
                        <a:pt x="448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21" name="Forme libre : forme 24220">
                  <a:extLst>
                    <a:ext uri="{FF2B5EF4-FFF2-40B4-BE49-F238E27FC236}">
                      <a16:creationId xmlns:a16="http://schemas.microsoft.com/office/drawing/2014/main" id="{7EB0BD9E-856C-48CD-A240-5BF0E0E62132}"/>
                    </a:ext>
                  </a:extLst>
                </p:cNvPr>
                <p:cNvSpPr/>
                <p:nvPr/>
              </p:nvSpPr>
              <p:spPr>
                <a:xfrm>
                  <a:off x="7008360" y="1334889"/>
                  <a:ext cx="10438" cy="9199"/>
                </a:xfrm>
                <a:custGeom>
                  <a:avLst/>
                  <a:gdLst>
                    <a:gd name="connsiteX0" fmla="*/ 10166 w 10438"/>
                    <a:gd name="connsiteY0" fmla="*/ 980 h 9199"/>
                    <a:gd name="connsiteX1" fmla="*/ 6886 w 10438"/>
                    <a:gd name="connsiteY1" fmla="*/ 7408 h 9199"/>
                    <a:gd name="connsiteX2" fmla="*/ 281 w 10438"/>
                    <a:gd name="connsiteY2" fmla="*/ 8250 h 9199"/>
                    <a:gd name="connsiteX3" fmla="*/ 3517 w 10438"/>
                    <a:gd name="connsiteY3" fmla="*/ 1778 h 9199"/>
                    <a:gd name="connsiteX4" fmla="*/ 10166 w 10438"/>
                    <a:gd name="connsiteY4" fmla="*/ 980 h 9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38" h="9199">
                      <a:moveTo>
                        <a:pt x="10166" y="980"/>
                      </a:moveTo>
                      <a:cubicBezTo>
                        <a:pt x="11097" y="2531"/>
                        <a:pt x="9546" y="5368"/>
                        <a:pt x="6886" y="7408"/>
                      </a:cubicBezTo>
                      <a:cubicBezTo>
                        <a:pt x="4182" y="9402"/>
                        <a:pt x="1212" y="9801"/>
                        <a:pt x="281" y="8250"/>
                      </a:cubicBezTo>
                      <a:cubicBezTo>
                        <a:pt x="-650" y="6698"/>
                        <a:pt x="813" y="3817"/>
                        <a:pt x="3517" y="1778"/>
                      </a:cubicBezTo>
                      <a:cubicBezTo>
                        <a:pt x="6265" y="-262"/>
                        <a:pt x="9236" y="-572"/>
                        <a:pt x="10166" y="98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22" name="Forme libre : forme 24221">
                  <a:extLst>
                    <a:ext uri="{FF2B5EF4-FFF2-40B4-BE49-F238E27FC236}">
                      <a16:creationId xmlns:a16="http://schemas.microsoft.com/office/drawing/2014/main" id="{1B8A3D29-8B35-4BFF-9539-96D584D1D7AB}"/>
                    </a:ext>
                  </a:extLst>
                </p:cNvPr>
                <p:cNvSpPr/>
                <p:nvPr/>
              </p:nvSpPr>
              <p:spPr>
                <a:xfrm>
                  <a:off x="7016332" y="1333734"/>
                  <a:ext cx="3088" cy="3149"/>
                </a:xfrm>
                <a:custGeom>
                  <a:avLst/>
                  <a:gdLst>
                    <a:gd name="connsiteX0" fmla="*/ 2594 w 3088"/>
                    <a:gd name="connsiteY0" fmla="*/ 273 h 3149"/>
                    <a:gd name="connsiteX1" fmla="*/ 2683 w 3088"/>
                    <a:gd name="connsiteY1" fmla="*/ 2445 h 3149"/>
                    <a:gd name="connsiteX2" fmla="*/ 510 w 3088"/>
                    <a:gd name="connsiteY2" fmla="*/ 2888 h 3149"/>
                    <a:gd name="connsiteX3" fmla="*/ 422 w 3088"/>
                    <a:gd name="connsiteY3" fmla="*/ 716 h 3149"/>
                    <a:gd name="connsiteX4" fmla="*/ 2594 w 3088"/>
                    <a:gd name="connsiteY4" fmla="*/ 273 h 3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8" h="3149">
                      <a:moveTo>
                        <a:pt x="2594" y="273"/>
                      </a:moveTo>
                      <a:cubicBezTo>
                        <a:pt x="3215" y="760"/>
                        <a:pt x="3259" y="1736"/>
                        <a:pt x="2683" y="2445"/>
                      </a:cubicBezTo>
                      <a:cubicBezTo>
                        <a:pt x="2106" y="3154"/>
                        <a:pt x="1175" y="3376"/>
                        <a:pt x="510" y="2888"/>
                      </a:cubicBezTo>
                      <a:cubicBezTo>
                        <a:pt x="-155" y="2401"/>
                        <a:pt x="-155" y="1425"/>
                        <a:pt x="422" y="716"/>
                      </a:cubicBezTo>
                      <a:cubicBezTo>
                        <a:pt x="998" y="-38"/>
                        <a:pt x="1973" y="-215"/>
                        <a:pt x="2594" y="2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23" name="Forme libre : forme 24222">
                  <a:extLst>
                    <a:ext uri="{FF2B5EF4-FFF2-40B4-BE49-F238E27FC236}">
                      <a16:creationId xmlns:a16="http://schemas.microsoft.com/office/drawing/2014/main" id="{6B736D54-5A3F-446B-9A74-D83269D24C44}"/>
                    </a:ext>
                  </a:extLst>
                </p:cNvPr>
                <p:cNvSpPr/>
                <p:nvPr/>
              </p:nvSpPr>
              <p:spPr>
                <a:xfrm>
                  <a:off x="6996361" y="1317272"/>
                  <a:ext cx="34556" cy="17883"/>
                </a:xfrm>
                <a:custGeom>
                  <a:avLst/>
                  <a:gdLst>
                    <a:gd name="connsiteX0" fmla="*/ 21501 w 34556"/>
                    <a:gd name="connsiteY0" fmla="*/ 288 h 17883"/>
                    <a:gd name="connsiteX1" fmla="*/ 32761 w 34556"/>
                    <a:gd name="connsiteY1" fmla="*/ 6317 h 17883"/>
                    <a:gd name="connsiteX2" fmla="*/ 34224 w 34556"/>
                    <a:gd name="connsiteY2" fmla="*/ 10529 h 17883"/>
                    <a:gd name="connsiteX3" fmla="*/ 30057 w 34556"/>
                    <a:gd name="connsiteY3" fmla="*/ 11770 h 17883"/>
                    <a:gd name="connsiteX4" fmla="*/ 16447 w 34556"/>
                    <a:gd name="connsiteY4" fmla="*/ 10440 h 17883"/>
                    <a:gd name="connsiteX5" fmla="*/ 178 w 34556"/>
                    <a:gd name="connsiteY5" fmla="*/ 16602 h 17883"/>
                    <a:gd name="connsiteX6" fmla="*/ 11305 w 34556"/>
                    <a:gd name="connsiteY6" fmla="*/ 1618 h 17883"/>
                    <a:gd name="connsiteX7" fmla="*/ 21501 w 34556"/>
                    <a:gd name="connsiteY7" fmla="*/ 288 h 1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556" h="17883">
                      <a:moveTo>
                        <a:pt x="21501" y="288"/>
                      </a:moveTo>
                      <a:cubicBezTo>
                        <a:pt x="25846" y="1130"/>
                        <a:pt x="29525" y="3569"/>
                        <a:pt x="32761" y="6317"/>
                      </a:cubicBezTo>
                      <a:cubicBezTo>
                        <a:pt x="33958" y="7337"/>
                        <a:pt x="35155" y="9021"/>
                        <a:pt x="34224" y="10529"/>
                      </a:cubicBezTo>
                      <a:cubicBezTo>
                        <a:pt x="33382" y="11903"/>
                        <a:pt x="31520" y="12036"/>
                        <a:pt x="30057" y="11770"/>
                      </a:cubicBezTo>
                      <a:cubicBezTo>
                        <a:pt x="25580" y="11016"/>
                        <a:pt x="21147" y="9021"/>
                        <a:pt x="16447" y="10440"/>
                      </a:cubicBezTo>
                      <a:cubicBezTo>
                        <a:pt x="13433" y="11282"/>
                        <a:pt x="1641" y="21390"/>
                        <a:pt x="178" y="16602"/>
                      </a:cubicBezTo>
                      <a:cubicBezTo>
                        <a:pt x="-1374" y="11814"/>
                        <a:pt x="7626" y="3391"/>
                        <a:pt x="11305" y="1618"/>
                      </a:cubicBezTo>
                      <a:cubicBezTo>
                        <a:pt x="14630" y="22"/>
                        <a:pt x="18221" y="-332"/>
                        <a:pt x="21501" y="28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96" name="Graphique 2">
                <a:extLst>
                  <a:ext uri="{FF2B5EF4-FFF2-40B4-BE49-F238E27FC236}">
                    <a16:creationId xmlns:a16="http://schemas.microsoft.com/office/drawing/2014/main" id="{A6CB79E0-DD11-4D45-8979-F2E458BC587E}"/>
                  </a:ext>
                </a:extLst>
              </p:cNvPr>
              <p:cNvGrpSpPr/>
              <p:nvPr/>
            </p:nvGrpSpPr>
            <p:grpSpPr>
              <a:xfrm>
                <a:off x="7021450" y="1259732"/>
                <a:ext cx="69424" cy="69156"/>
                <a:chOff x="7021450" y="1259732"/>
                <a:chExt cx="69424" cy="69156"/>
              </a:xfrm>
              <a:solidFill>
                <a:schemeClr val="accent1"/>
              </a:solidFill>
            </p:grpSpPr>
            <p:sp>
              <p:nvSpPr>
                <p:cNvPr id="24200" name="Forme libre : forme 24199">
                  <a:extLst>
                    <a:ext uri="{FF2B5EF4-FFF2-40B4-BE49-F238E27FC236}">
                      <a16:creationId xmlns:a16="http://schemas.microsoft.com/office/drawing/2014/main" id="{5C490661-371A-48A6-BDFB-735FEA20CC1D}"/>
                    </a:ext>
                  </a:extLst>
                </p:cNvPr>
                <p:cNvSpPr/>
                <p:nvPr/>
              </p:nvSpPr>
              <p:spPr>
                <a:xfrm>
                  <a:off x="7021450" y="1259732"/>
                  <a:ext cx="69379" cy="69156"/>
                </a:xfrm>
                <a:custGeom>
                  <a:avLst/>
                  <a:gdLst>
                    <a:gd name="connsiteX0" fmla="*/ 60825 w 69379"/>
                    <a:gd name="connsiteY0" fmla="*/ 49671 h 69156"/>
                    <a:gd name="connsiteX1" fmla="*/ 56924 w 69379"/>
                    <a:gd name="connsiteY1" fmla="*/ 52242 h 69156"/>
                    <a:gd name="connsiteX2" fmla="*/ 53022 w 69379"/>
                    <a:gd name="connsiteY2" fmla="*/ 55390 h 69156"/>
                    <a:gd name="connsiteX3" fmla="*/ 51072 w 69379"/>
                    <a:gd name="connsiteY3" fmla="*/ 56941 h 69156"/>
                    <a:gd name="connsiteX4" fmla="*/ 49122 w 69379"/>
                    <a:gd name="connsiteY4" fmla="*/ 58847 h 69156"/>
                    <a:gd name="connsiteX5" fmla="*/ 45176 w 69379"/>
                    <a:gd name="connsiteY5" fmla="*/ 62616 h 69156"/>
                    <a:gd name="connsiteX6" fmla="*/ 38837 w 69379"/>
                    <a:gd name="connsiteY6" fmla="*/ 67049 h 69156"/>
                    <a:gd name="connsiteX7" fmla="*/ 31433 w 69379"/>
                    <a:gd name="connsiteY7" fmla="*/ 68999 h 69156"/>
                    <a:gd name="connsiteX8" fmla="*/ 17114 w 69379"/>
                    <a:gd name="connsiteY8" fmla="*/ 65009 h 69156"/>
                    <a:gd name="connsiteX9" fmla="*/ 5987 w 69379"/>
                    <a:gd name="connsiteY9" fmla="*/ 55656 h 69156"/>
                    <a:gd name="connsiteX10" fmla="*/ 3 w 69379"/>
                    <a:gd name="connsiteY10" fmla="*/ 41691 h 69156"/>
                    <a:gd name="connsiteX11" fmla="*/ 2086 w 69379"/>
                    <a:gd name="connsiteY11" fmla="*/ 33224 h 69156"/>
                    <a:gd name="connsiteX12" fmla="*/ 7583 w 69379"/>
                    <a:gd name="connsiteY12" fmla="*/ 25156 h 69156"/>
                    <a:gd name="connsiteX13" fmla="*/ 13036 w 69379"/>
                    <a:gd name="connsiteY13" fmla="*/ 19880 h 69156"/>
                    <a:gd name="connsiteX14" fmla="*/ 15785 w 69379"/>
                    <a:gd name="connsiteY14" fmla="*/ 17265 h 69156"/>
                    <a:gd name="connsiteX15" fmla="*/ 18843 w 69379"/>
                    <a:gd name="connsiteY15" fmla="*/ 14694 h 69156"/>
                    <a:gd name="connsiteX16" fmla="*/ 31965 w 69379"/>
                    <a:gd name="connsiteY16" fmla="*/ 4897 h 69156"/>
                    <a:gd name="connsiteX17" fmla="*/ 42428 w 69379"/>
                    <a:gd name="connsiteY17" fmla="*/ 552 h 69156"/>
                    <a:gd name="connsiteX18" fmla="*/ 52402 w 69379"/>
                    <a:gd name="connsiteY18" fmla="*/ 419 h 69156"/>
                    <a:gd name="connsiteX19" fmla="*/ 64238 w 69379"/>
                    <a:gd name="connsiteY19" fmla="*/ 10837 h 69156"/>
                    <a:gd name="connsiteX20" fmla="*/ 68494 w 69379"/>
                    <a:gd name="connsiteY20" fmla="*/ 24934 h 69156"/>
                    <a:gd name="connsiteX21" fmla="*/ 67962 w 69379"/>
                    <a:gd name="connsiteY21" fmla="*/ 39430 h 69156"/>
                    <a:gd name="connsiteX22" fmla="*/ 65213 w 69379"/>
                    <a:gd name="connsiteY22" fmla="*/ 45326 h 69156"/>
                    <a:gd name="connsiteX23" fmla="*/ 60825 w 69379"/>
                    <a:gd name="connsiteY23" fmla="*/ 49671 h 69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9379" h="69156">
                      <a:moveTo>
                        <a:pt x="60825" y="49671"/>
                      </a:moveTo>
                      <a:cubicBezTo>
                        <a:pt x="59539" y="50558"/>
                        <a:pt x="58209" y="51089"/>
                        <a:pt x="56924" y="52242"/>
                      </a:cubicBezTo>
                      <a:lnTo>
                        <a:pt x="53022" y="55390"/>
                      </a:lnTo>
                      <a:lnTo>
                        <a:pt x="51072" y="56941"/>
                      </a:lnTo>
                      <a:lnTo>
                        <a:pt x="49122" y="58847"/>
                      </a:lnTo>
                      <a:lnTo>
                        <a:pt x="45176" y="62616"/>
                      </a:lnTo>
                      <a:cubicBezTo>
                        <a:pt x="43314" y="64256"/>
                        <a:pt x="41186" y="66029"/>
                        <a:pt x="38837" y="67049"/>
                      </a:cubicBezTo>
                      <a:cubicBezTo>
                        <a:pt x="36487" y="68157"/>
                        <a:pt x="34005" y="68777"/>
                        <a:pt x="31433" y="68999"/>
                      </a:cubicBezTo>
                      <a:cubicBezTo>
                        <a:pt x="26380" y="69620"/>
                        <a:pt x="21149" y="68423"/>
                        <a:pt x="17114" y="65009"/>
                      </a:cubicBezTo>
                      <a:lnTo>
                        <a:pt x="5987" y="55656"/>
                      </a:lnTo>
                      <a:cubicBezTo>
                        <a:pt x="1953" y="52286"/>
                        <a:pt x="-86" y="47233"/>
                        <a:pt x="3" y="41691"/>
                      </a:cubicBezTo>
                      <a:cubicBezTo>
                        <a:pt x="136" y="38943"/>
                        <a:pt x="845" y="36061"/>
                        <a:pt x="2086" y="33224"/>
                      </a:cubicBezTo>
                      <a:cubicBezTo>
                        <a:pt x="3416" y="30431"/>
                        <a:pt x="4923" y="27638"/>
                        <a:pt x="7583" y="25156"/>
                      </a:cubicBezTo>
                      <a:lnTo>
                        <a:pt x="13036" y="19880"/>
                      </a:lnTo>
                      <a:lnTo>
                        <a:pt x="15785" y="17265"/>
                      </a:lnTo>
                      <a:lnTo>
                        <a:pt x="18843" y="14694"/>
                      </a:lnTo>
                      <a:cubicBezTo>
                        <a:pt x="22966" y="11280"/>
                        <a:pt x="27000" y="7911"/>
                        <a:pt x="31965" y="4897"/>
                      </a:cubicBezTo>
                      <a:cubicBezTo>
                        <a:pt x="35246" y="2724"/>
                        <a:pt x="38704" y="1129"/>
                        <a:pt x="42428" y="552"/>
                      </a:cubicBezTo>
                      <a:cubicBezTo>
                        <a:pt x="46018" y="-113"/>
                        <a:pt x="49388" y="-202"/>
                        <a:pt x="52402" y="419"/>
                      </a:cubicBezTo>
                      <a:cubicBezTo>
                        <a:pt x="58564" y="1971"/>
                        <a:pt x="62731" y="5739"/>
                        <a:pt x="64238" y="10837"/>
                      </a:cubicBezTo>
                      <a:lnTo>
                        <a:pt x="68494" y="24934"/>
                      </a:lnTo>
                      <a:cubicBezTo>
                        <a:pt x="70001" y="30032"/>
                        <a:pt x="69425" y="35352"/>
                        <a:pt x="67962" y="39430"/>
                      </a:cubicBezTo>
                      <a:cubicBezTo>
                        <a:pt x="67253" y="41647"/>
                        <a:pt x="66410" y="43730"/>
                        <a:pt x="65213" y="45326"/>
                      </a:cubicBezTo>
                      <a:cubicBezTo>
                        <a:pt x="64017" y="46878"/>
                        <a:pt x="62642" y="48518"/>
                        <a:pt x="60825" y="4967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01" name="Forme libre : forme 24200">
                  <a:extLst>
                    <a:ext uri="{FF2B5EF4-FFF2-40B4-BE49-F238E27FC236}">
                      <a16:creationId xmlns:a16="http://schemas.microsoft.com/office/drawing/2014/main" id="{137D7062-4525-44DE-8BB1-766AD68F3CC9}"/>
                    </a:ext>
                  </a:extLst>
                </p:cNvPr>
                <p:cNvSpPr/>
                <p:nvPr/>
              </p:nvSpPr>
              <p:spPr>
                <a:xfrm>
                  <a:off x="7033777" y="1284268"/>
                  <a:ext cx="57097" cy="44617"/>
                </a:xfrm>
                <a:custGeom>
                  <a:avLst/>
                  <a:gdLst>
                    <a:gd name="connsiteX0" fmla="*/ 23628 w 57097"/>
                    <a:gd name="connsiteY0" fmla="*/ 22742 h 44617"/>
                    <a:gd name="connsiteX1" fmla="*/ 18929 w 57097"/>
                    <a:gd name="connsiteY1" fmla="*/ 28372 h 44617"/>
                    <a:gd name="connsiteX2" fmla="*/ 13299 w 57097"/>
                    <a:gd name="connsiteY2" fmla="*/ 32805 h 44617"/>
                    <a:gd name="connsiteX3" fmla="*/ 0 w 57097"/>
                    <a:gd name="connsiteY3" fmla="*/ 36440 h 44617"/>
                    <a:gd name="connsiteX4" fmla="*/ 4832 w 57097"/>
                    <a:gd name="connsiteY4" fmla="*/ 40474 h 44617"/>
                    <a:gd name="connsiteX5" fmla="*/ 19151 w 57097"/>
                    <a:gd name="connsiteY5" fmla="*/ 44464 h 44617"/>
                    <a:gd name="connsiteX6" fmla="*/ 26554 w 57097"/>
                    <a:gd name="connsiteY6" fmla="*/ 42513 h 44617"/>
                    <a:gd name="connsiteX7" fmla="*/ 32894 w 57097"/>
                    <a:gd name="connsiteY7" fmla="*/ 38080 h 44617"/>
                    <a:gd name="connsiteX8" fmla="*/ 36839 w 57097"/>
                    <a:gd name="connsiteY8" fmla="*/ 34312 h 44617"/>
                    <a:gd name="connsiteX9" fmla="*/ 38790 w 57097"/>
                    <a:gd name="connsiteY9" fmla="*/ 32406 h 44617"/>
                    <a:gd name="connsiteX10" fmla="*/ 40740 w 57097"/>
                    <a:gd name="connsiteY10" fmla="*/ 30854 h 44617"/>
                    <a:gd name="connsiteX11" fmla="*/ 44641 w 57097"/>
                    <a:gd name="connsiteY11" fmla="*/ 27707 h 44617"/>
                    <a:gd name="connsiteX12" fmla="*/ 48542 w 57097"/>
                    <a:gd name="connsiteY12" fmla="*/ 25136 h 44617"/>
                    <a:gd name="connsiteX13" fmla="*/ 52931 w 57097"/>
                    <a:gd name="connsiteY13" fmla="*/ 20835 h 44617"/>
                    <a:gd name="connsiteX14" fmla="*/ 55680 w 57097"/>
                    <a:gd name="connsiteY14" fmla="*/ 14940 h 44617"/>
                    <a:gd name="connsiteX15" fmla="*/ 56212 w 57097"/>
                    <a:gd name="connsiteY15" fmla="*/ 443 h 44617"/>
                    <a:gd name="connsiteX16" fmla="*/ 56079 w 57097"/>
                    <a:gd name="connsiteY16" fmla="*/ 0 h 44617"/>
                    <a:gd name="connsiteX17" fmla="*/ 46858 w 57097"/>
                    <a:gd name="connsiteY17" fmla="*/ 3857 h 44617"/>
                    <a:gd name="connsiteX18" fmla="*/ 42380 w 57097"/>
                    <a:gd name="connsiteY18" fmla="*/ 5940 h 44617"/>
                    <a:gd name="connsiteX19" fmla="*/ 38169 w 57097"/>
                    <a:gd name="connsiteY19" fmla="*/ 8600 h 44617"/>
                    <a:gd name="connsiteX20" fmla="*/ 34046 w 57097"/>
                    <a:gd name="connsiteY20" fmla="*/ 11349 h 44617"/>
                    <a:gd name="connsiteX21" fmla="*/ 30278 w 57097"/>
                    <a:gd name="connsiteY21" fmla="*/ 14762 h 44617"/>
                    <a:gd name="connsiteX22" fmla="*/ 26732 w 57097"/>
                    <a:gd name="connsiteY22" fmla="*/ 18397 h 44617"/>
                    <a:gd name="connsiteX23" fmla="*/ 23628 w 57097"/>
                    <a:gd name="connsiteY23" fmla="*/ 22742 h 44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7097" h="44617">
                      <a:moveTo>
                        <a:pt x="23628" y="22742"/>
                      </a:moveTo>
                      <a:cubicBezTo>
                        <a:pt x="22299" y="24870"/>
                        <a:pt x="20658" y="26643"/>
                        <a:pt x="18929" y="28372"/>
                      </a:cubicBezTo>
                      <a:cubicBezTo>
                        <a:pt x="17245" y="30145"/>
                        <a:pt x="15339" y="31608"/>
                        <a:pt x="13299" y="32805"/>
                      </a:cubicBezTo>
                      <a:cubicBezTo>
                        <a:pt x="9177" y="35154"/>
                        <a:pt x="4655" y="36573"/>
                        <a:pt x="0" y="36440"/>
                      </a:cubicBezTo>
                      <a:lnTo>
                        <a:pt x="4832" y="40474"/>
                      </a:lnTo>
                      <a:cubicBezTo>
                        <a:pt x="8866" y="43843"/>
                        <a:pt x="14097" y="45085"/>
                        <a:pt x="19151" y="44464"/>
                      </a:cubicBezTo>
                      <a:cubicBezTo>
                        <a:pt x="21722" y="44242"/>
                        <a:pt x="24205" y="43622"/>
                        <a:pt x="26554" y="42513"/>
                      </a:cubicBezTo>
                      <a:cubicBezTo>
                        <a:pt x="28904" y="41494"/>
                        <a:pt x="30988" y="39721"/>
                        <a:pt x="32894" y="38080"/>
                      </a:cubicBezTo>
                      <a:lnTo>
                        <a:pt x="36839" y="34312"/>
                      </a:lnTo>
                      <a:lnTo>
                        <a:pt x="38790" y="32406"/>
                      </a:lnTo>
                      <a:lnTo>
                        <a:pt x="40740" y="30854"/>
                      </a:lnTo>
                      <a:lnTo>
                        <a:pt x="44641" y="27707"/>
                      </a:lnTo>
                      <a:cubicBezTo>
                        <a:pt x="45927" y="26554"/>
                        <a:pt x="47257" y="26022"/>
                        <a:pt x="48542" y="25136"/>
                      </a:cubicBezTo>
                      <a:cubicBezTo>
                        <a:pt x="50316" y="23939"/>
                        <a:pt x="51734" y="22343"/>
                        <a:pt x="52931" y="20835"/>
                      </a:cubicBezTo>
                      <a:cubicBezTo>
                        <a:pt x="54128" y="19240"/>
                        <a:pt x="54971" y="17112"/>
                        <a:pt x="55680" y="14940"/>
                      </a:cubicBezTo>
                      <a:cubicBezTo>
                        <a:pt x="57143" y="10861"/>
                        <a:pt x="57719" y="5541"/>
                        <a:pt x="56212" y="443"/>
                      </a:cubicBezTo>
                      <a:lnTo>
                        <a:pt x="56079" y="0"/>
                      </a:lnTo>
                      <a:cubicBezTo>
                        <a:pt x="52931" y="1330"/>
                        <a:pt x="49784" y="2261"/>
                        <a:pt x="46858" y="3857"/>
                      </a:cubicBezTo>
                      <a:lnTo>
                        <a:pt x="42380" y="5940"/>
                      </a:lnTo>
                      <a:cubicBezTo>
                        <a:pt x="40918" y="6738"/>
                        <a:pt x="39543" y="7714"/>
                        <a:pt x="38169" y="8600"/>
                      </a:cubicBezTo>
                      <a:cubicBezTo>
                        <a:pt x="36795" y="9487"/>
                        <a:pt x="35376" y="10418"/>
                        <a:pt x="34046" y="11349"/>
                      </a:cubicBezTo>
                      <a:cubicBezTo>
                        <a:pt x="32761" y="12457"/>
                        <a:pt x="31520" y="13610"/>
                        <a:pt x="30278" y="14762"/>
                      </a:cubicBezTo>
                      <a:cubicBezTo>
                        <a:pt x="29037" y="15915"/>
                        <a:pt x="27884" y="17156"/>
                        <a:pt x="26732" y="18397"/>
                      </a:cubicBezTo>
                      <a:cubicBezTo>
                        <a:pt x="25623" y="19772"/>
                        <a:pt x="24604" y="21234"/>
                        <a:pt x="23628" y="22742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02" name="Forme libre : forme 24201">
                  <a:extLst>
                    <a:ext uri="{FF2B5EF4-FFF2-40B4-BE49-F238E27FC236}">
                      <a16:creationId xmlns:a16="http://schemas.microsoft.com/office/drawing/2014/main" id="{B8A030B5-6462-4263-9D77-BD63A579A5BE}"/>
                    </a:ext>
                  </a:extLst>
                </p:cNvPr>
                <p:cNvSpPr/>
                <p:nvPr/>
              </p:nvSpPr>
              <p:spPr>
                <a:xfrm>
                  <a:off x="7047982" y="1280382"/>
                  <a:ext cx="27799" cy="25154"/>
                </a:xfrm>
                <a:custGeom>
                  <a:avLst/>
                  <a:gdLst>
                    <a:gd name="connsiteX0" fmla="*/ 27022 w 27799"/>
                    <a:gd name="connsiteY0" fmla="*/ 3841 h 25154"/>
                    <a:gd name="connsiteX1" fmla="*/ 26668 w 27799"/>
                    <a:gd name="connsiteY1" fmla="*/ 12219 h 25154"/>
                    <a:gd name="connsiteX2" fmla="*/ 24008 w 27799"/>
                    <a:gd name="connsiteY2" fmla="*/ 16519 h 25154"/>
                    <a:gd name="connsiteX3" fmla="*/ 22101 w 27799"/>
                    <a:gd name="connsiteY3" fmla="*/ 18426 h 25154"/>
                    <a:gd name="connsiteX4" fmla="*/ 19974 w 27799"/>
                    <a:gd name="connsiteY4" fmla="*/ 20420 h 25154"/>
                    <a:gd name="connsiteX5" fmla="*/ 15097 w 27799"/>
                    <a:gd name="connsiteY5" fmla="*/ 23346 h 25154"/>
                    <a:gd name="connsiteX6" fmla="*/ 10132 w 27799"/>
                    <a:gd name="connsiteY6" fmla="*/ 24942 h 25154"/>
                    <a:gd name="connsiteX7" fmla="*/ 1931 w 27799"/>
                    <a:gd name="connsiteY7" fmla="*/ 22947 h 25154"/>
                    <a:gd name="connsiteX8" fmla="*/ 468 w 27799"/>
                    <a:gd name="connsiteY8" fmla="*/ 14525 h 25154"/>
                    <a:gd name="connsiteX9" fmla="*/ 2950 w 27799"/>
                    <a:gd name="connsiteY9" fmla="*/ 9338 h 25154"/>
                    <a:gd name="connsiteX10" fmla="*/ 7649 w 27799"/>
                    <a:gd name="connsiteY10" fmla="*/ 4506 h 25154"/>
                    <a:gd name="connsiteX11" fmla="*/ 10487 w 27799"/>
                    <a:gd name="connsiteY11" fmla="*/ 2511 h 25154"/>
                    <a:gd name="connsiteX12" fmla="*/ 13590 w 27799"/>
                    <a:gd name="connsiteY12" fmla="*/ 1181 h 25154"/>
                    <a:gd name="connsiteX13" fmla="*/ 19353 w 27799"/>
                    <a:gd name="connsiteY13" fmla="*/ 28 h 25154"/>
                    <a:gd name="connsiteX14" fmla="*/ 27022 w 27799"/>
                    <a:gd name="connsiteY14" fmla="*/ 3841 h 25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7799" h="25154">
                      <a:moveTo>
                        <a:pt x="27022" y="3841"/>
                      </a:moveTo>
                      <a:cubicBezTo>
                        <a:pt x="28308" y="6368"/>
                        <a:pt x="27865" y="9116"/>
                        <a:pt x="26668" y="12219"/>
                      </a:cubicBezTo>
                      <a:cubicBezTo>
                        <a:pt x="26047" y="13727"/>
                        <a:pt x="25160" y="15189"/>
                        <a:pt x="24008" y="16519"/>
                      </a:cubicBezTo>
                      <a:cubicBezTo>
                        <a:pt x="23432" y="17184"/>
                        <a:pt x="22811" y="17805"/>
                        <a:pt x="22101" y="18426"/>
                      </a:cubicBezTo>
                      <a:cubicBezTo>
                        <a:pt x="21437" y="19135"/>
                        <a:pt x="20727" y="19800"/>
                        <a:pt x="19974" y="20420"/>
                      </a:cubicBezTo>
                      <a:cubicBezTo>
                        <a:pt x="18422" y="21662"/>
                        <a:pt x="16782" y="22637"/>
                        <a:pt x="15097" y="23346"/>
                      </a:cubicBezTo>
                      <a:cubicBezTo>
                        <a:pt x="13368" y="23967"/>
                        <a:pt x="11772" y="24676"/>
                        <a:pt x="10132" y="24942"/>
                      </a:cubicBezTo>
                      <a:cubicBezTo>
                        <a:pt x="6896" y="25519"/>
                        <a:pt x="3881" y="24942"/>
                        <a:pt x="1931" y="22947"/>
                      </a:cubicBezTo>
                      <a:cubicBezTo>
                        <a:pt x="-20" y="20997"/>
                        <a:pt x="-463" y="17938"/>
                        <a:pt x="468" y="14525"/>
                      </a:cubicBezTo>
                      <a:cubicBezTo>
                        <a:pt x="956" y="12840"/>
                        <a:pt x="1665" y="10978"/>
                        <a:pt x="2950" y="9338"/>
                      </a:cubicBezTo>
                      <a:cubicBezTo>
                        <a:pt x="4192" y="7653"/>
                        <a:pt x="5788" y="6013"/>
                        <a:pt x="7649" y="4506"/>
                      </a:cubicBezTo>
                      <a:cubicBezTo>
                        <a:pt x="8580" y="3752"/>
                        <a:pt x="9512" y="3087"/>
                        <a:pt x="10487" y="2511"/>
                      </a:cubicBezTo>
                      <a:cubicBezTo>
                        <a:pt x="11506" y="1979"/>
                        <a:pt x="12570" y="1536"/>
                        <a:pt x="13590" y="1181"/>
                      </a:cubicBezTo>
                      <a:cubicBezTo>
                        <a:pt x="15629" y="472"/>
                        <a:pt x="17580" y="73"/>
                        <a:pt x="19353" y="28"/>
                      </a:cubicBezTo>
                      <a:cubicBezTo>
                        <a:pt x="22855" y="-238"/>
                        <a:pt x="25781" y="1403"/>
                        <a:pt x="27022" y="3841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03" name="Forme libre : forme 24202">
                  <a:extLst>
                    <a:ext uri="{FF2B5EF4-FFF2-40B4-BE49-F238E27FC236}">
                      <a16:creationId xmlns:a16="http://schemas.microsoft.com/office/drawing/2014/main" id="{8DEDF5B9-59E4-435B-9425-759C07B52509}"/>
                    </a:ext>
                  </a:extLst>
                </p:cNvPr>
                <p:cNvSpPr/>
                <p:nvPr/>
              </p:nvSpPr>
              <p:spPr>
                <a:xfrm>
                  <a:off x="7047977" y="1292291"/>
                  <a:ext cx="24545" cy="13221"/>
                </a:xfrm>
                <a:custGeom>
                  <a:avLst/>
                  <a:gdLst>
                    <a:gd name="connsiteX0" fmla="*/ 1405 w 24545"/>
                    <a:gd name="connsiteY0" fmla="*/ 0 h 13221"/>
                    <a:gd name="connsiteX1" fmla="*/ 1937 w 24545"/>
                    <a:gd name="connsiteY1" fmla="*/ 11038 h 13221"/>
                    <a:gd name="connsiteX2" fmla="*/ 10138 w 24545"/>
                    <a:gd name="connsiteY2" fmla="*/ 13033 h 13221"/>
                    <a:gd name="connsiteX3" fmla="*/ 15103 w 24545"/>
                    <a:gd name="connsiteY3" fmla="*/ 11437 h 13221"/>
                    <a:gd name="connsiteX4" fmla="*/ 19979 w 24545"/>
                    <a:gd name="connsiteY4" fmla="*/ 8511 h 13221"/>
                    <a:gd name="connsiteX5" fmla="*/ 24545 w 24545"/>
                    <a:gd name="connsiteY5" fmla="*/ 3901 h 13221"/>
                    <a:gd name="connsiteX6" fmla="*/ 21176 w 24545"/>
                    <a:gd name="connsiteY6" fmla="*/ 5231 h 13221"/>
                    <a:gd name="connsiteX7" fmla="*/ 10271 w 24545"/>
                    <a:gd name="connsiteY7" fmla="*/ 5142 h 13221"/>
                    <a:gd name="connsiteX8" fmla="*/ 1405 w 24545"/>
                    <a:gd name="connsiteY8" fmla="*/ 0 h 13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545" h="13221">
                      <a:moveTo>
                        <a:pt x="1405" y="0"/>
                      </a:moveTo>
                      <a:cubicBezTo>
                        <a:pt x="-590" y="4433"/>
                        <a:pt x="-502" y="8556"/>
                        <a:pt x="1937" y="11038"/>
                      </a:cubicBezTo>
                      <a:cubicBezTo>
                        <a:pt x="3887" y="12989"/>
                        <a:pt x="6902" y="13565"/>
                        <a:pt x="10138" y="13033"/>
                      </a:cubicBezTo>
                      <a:cubicBezTo>
                        <a:pt x="11778" y="12767"/>
                        <a:pt x="13374" y="12058"/>
                        <a:pt x="15103" y="11437"/>
                      </a:cubicBezTo>
                      <a:cubicBezTo>
                        <a:pt x="16788" y="10728"/>
                        <a:pt x="18472" y="9753"/>
                        <a:pt x="19979" y="8511"/>
                      </a:cubicBezTo>
                      <a:cubicBezTo>
                        <a:pt x="21753" y="6960"/>
                        <a:pt x="23304" y="5497"/>
                        <a:pt x="24545" y="3901"/>
                      </a:cubicBezTo>
                      <a:cubicBezTo>
                        <a:pt x="23526" y="4522"/>
                        <a:pt x="22417" y="4965"/>
                        <a:pt x="21176" y="5231"/>
                      </a:cubicBezTo>
                      <a:cubicBezTo>
                        <a:pt x="17763" y="6029"/>
                        <a:pt x="13906" y="5985"/>
                        <a:pt x="10271" y="5142"/>
                      </a:cubicBezTo>
                      <a:cubicBezTo>
                        <a:pt x="6680" y="4211"/>
                        <a:pt x="3488" y="2704"/>
                        <a:pt x="1405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04" name="Forme libre : forme 24203">
                  <a:extLst>
                    <a:ext uri="{FF2B5EF4-FFF2-40B4-BE49-F238E27FC236}">
                      <a16:creationId xmlns:a16="http://schemas.microsoft.com/office/drawing/2014/main" id="{3FB8C4CC-2E7E-48C2-B5CC-85723442C36B}"/>
                    </a:ext>
                  </a:extLst>
                </p:cNvPr>
                <p:cNvSpPr/>
                <p:nvPr/>
              </p:nvSpPr>
              <p:spPr>
                <a:xfrm>
                  <a:off x="7050696" y="1281386"/>
                  <a:ext cx="27492" cy="24696"/>
                </a:xfrm>
                <a:custGeom>
                  <a:avLst/>
                  <a:gdLst>
                    <a:gd name="connsiteX0" fmla="*/ 26747 w 27492"/>
                    <a:gd name="connsiteY0" fmla="*/ 4123 h 24696"/>
                    <a:gd name="connsiteX1" fmla="*/ 27456 w 27492"/>
                    <a:gd name="connsiteY1" fmla="*/ 8113 h 24696"/>
                    <a:gd name="connsiteX2" fmla="*/ 26259 w 27492"/>
                    <a:gd name="connsiteY2" fmla="*/ 12324 h 24696"/>
                    <a:gd name="connsiteX3" fmla="*/ 23688 w 27492"/>
                    <a:gd name="connsiteY3" fmla="*/ 16580 h 24696"/>
                    <a:gd name="connsiteX4" fmla="*/ 19698 w 27492"/>
                    <a:gd name="connsiteY4" fmla="*/ 20259 h 24696"/>
                    <a:gd name="connsiteX5" fmla="*/ 9989 w 27492"/>
                    <a:gd name="connsiteY5" fmla="*/ 24515 h 24696"/>
                    <a:gd name="connsiteX6" fmla="*/ 1921 w 27492"/>
                    <a:gd name="connsiteY6" fmla="*/ 22431 h 24696"/>
                    <a:gd name="connsiteX7" fmla="*/ 458 w 27492"/>
                    <a:gd name="connsiteY7" fmla="*/ 14009 h 24696"/>
                    <a:gd name="connsiteX8" fmla="*/ 7640 w 27492"/>
                    <a:gd name="connsiteY8" fmla="*/ 4167 h 24696"/>
                    <a:gd name="connsiteX9" fmla="*/ 13536 w 27492"/>
                    <a:gd name="connsiteY9" fmla="*/ 1064 h 24696"/>
                    <a:gd name="connsiteX10" fmla="*/ 19166 w 27492"/>
                    <a:gd name="connsiteY10" fmla="*/ 0 h 24696"/>
                    <a:gd name="connsiteX11" fmla="*/ 23821 w 27492"/>
                    <a:gd name="connsiteY11" fmla="*/ 1197 h 24696"/>
                    <a:gd name="connsiteX12" fmla="*/ 26747 w 27492"/>
                    <a:gd name="connsiteY12" fmla="*/ 4123 h 24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492" h="24696">
                      <a:moveTo>
                        <a:pt x="26747" y="4123"/>
                      </a:moveTo>
                      <a:cubicBezTo>
                        <a:pt x="27367" y="5364"/>
                        <a:pt x="27589" y="6738"/>
                        <a:pt x="27456" y="8113"/>
                      </a:cubicBezTo>
                      <a:cubicBezTo>
                        <a:pt x="27367" y="9531"/>
                        <a:pt x="26879" y="10817"/>
                        <a:pt x="26259" y="12324"/>
                      </a:cubicBezTo>
                      <a:cubicBezTo>
                        <a:pt x="25638" y="13831"/>
                        <a:pt x="24796" y="15250"/>
                        <a:pt x="23688" y="16580"/>
                      </a:cubicBezTo>
                      <a:cubicBezTo>
                        <a:pt x="22624" y="17954"/>
                        <a:pt x="21205" y="18885"/>
                        <a:pt x="19698" y="20259"/>
                      </a:cubicBezTo>
                      <a:cubicBezTo>
                        <a:pt x="16728" y="22786"/>
                        <a:pt x="13137" y="23894"/>
                        <a:pt x="9989" y="24515"/>
                      </a:cubicBezTo>
                      <a:cubicBezTo>
                        <a:pt x="6798" y="25047"/>
                        <a:pt x="3827" y="24426"/>
                        <a:pt x="1921" y="22431"/>
                      </a:cubicBezTo>
                      <a:cubicBezTo>
                        <a:pt x="15" y="20437"/>
                        <a:pt x="-473" y="17378"/>
                        <a:pt x="458" y="14009"/>
                      </a:cubicBezTo>
                      <a:cubicBezTo>
                        <a:pt x="1301" y="10551"/>
                        <a:pt x="4049" y="7182"/>
                        <a:pt x="7640" y="4167"/>
                      </a:cubicBezTo>
                      <a:cubicBezTo>
                        <a:pt x="9369" y="2616"/>
                        <a:pt x="11630" y="1773"/>
                        <a:pt x="13536" y="1064"/>
                      </a:cubicBezTo>
                      <a:cubicBezTo>
                        <a:pt x="15531" y="399"/>
                        <a:pt x="17437" y="44"/>
                        <a:pt x="19166" y="0"/>
                      </a:cubicBezTo>
                      <a:cubicBezTo>
                        <a:pt x="20895" y="0"/>
                        <a:pt x="22579" y="532"/>
                        <a:pt x="23821" y="1197"/>
                      </a:cubicBezTo>
                      <a:cubicBezTo>
                        <a:pt x="25151" y="1906"/>
                        <a:pt x="26126" y="2882"/>
                        <a:pt x="26747" y="412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05" name="Forme libre : forme 24204">
                  <a:extLst>
                    <a:ext uri="{FF2B5EF4-FFF2-40B4-BE49-F238E27FC236}">
                      <a16:creationId xmlns:a16="http://schemas.microsoft.com/office/drawing/2014/main" id="{DA3FD78D-0890-4F5A-8703-DC4B92E7D2D6}"/>
                    </a:ext>
                  </a:extLst>
                </p:cNvPr>
                <p:cNvSpPr/>
                <p:nvPr/>
              </p:nvSpPr>
              <p:spPr>
                <a:xfrm>
                  <a:off x="7031614" y="1294179"/>
                  <a:ext cx="45908" cy="25892"/>
                </a:xfrm>
                <a:custGeom>
                  <a:avLst/>
                  <a:gdLst>
                    <a:gd name="connsiteX0" fmla="*/ 10009 w 45908"/>
                    <a:gd name="connsiteY0" fmla="*/ 19791 h 25892"/>
                    <a:gd name="connsiteX1" fmla="*/ 17634 w 45908"/>
                    <a:gd name="connsiteY1" fmla="*/ 25199 h 25892"/>
                    <a:gd name="connsiteX2" fmla="*/ 35056 w 45908"/>
                    <a:gd name="connsiteY2" fmla="*/ 21652 h 25892"/>
                    <a:gd name="connsiteX3" fmla="*/ 38115 w 45908"/>
                    <a:gd name="connsiteY3" fmla="*/ 19525 h 25892"/>
                    <a:gd name="connsiteX4" fmla="*/ 40863 w 45908"/>
                    <a:gd name="connsiteY4" fmla="*/ 17397 h 25892"/>
                    <a:gd name="connsiteX5" fmla="*/ 44897 w 45908"/>
                    <a:gd name="connsiteY5" fmla="*/ 11811 h 25892"/>
                    <a:gd name="connsiteX6" fmla="*/ 43612 w 45908"/>
                    <a:gd name="connsiteY6" fmla="*/ 1881 h 25892"/>
                    <a:gd name="connsiteX7" fmla="*/ 36785 w 45908"/>
                    <a:gd name="connsiteY7" fmla="*/ 640 h 25892"/>
                    <a:gd name="connsiteX8" fmla="*/ 19407 w 45908"/>
                    <a:gd name="connsiteY8" fmla="*/ 551 h 25892"/>
                    <a:gd name="connsiteX9" fmla="*/ 9344 w 45908"/>
                    <a:gd name="connsiteY9" fmla="*/ 108 h 25892"/>
                    <a:gd name="connsiteX10" fmla="*/ 522 w 45908"/>
                    <a:gd name="connsiteY10" fmla="*/ 5294 h 25892"/>
                    <a:gd name="connsiteX11" fmla="*/ 10009 w 45908"/>
                    <a:gd name="connsiteY11" fmla="*/ 19791 h 25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5908" h="25892">
                      <a:moveTo>
                        <a:pt x="10009" y="19791"/>
                      </a:moveTo>
                      <a:cubicBezTo>
                        <a:pt x="12270" y="21963"/>
                        <a:pt x="14619" y="24179"/>
                        <a:pt x="17634" y="25199"/>
                      </a:cubicBezTo>
                      <a:cubicBezTo>
                        <a:pt x="23353" y="27194"/>
                        <a:pt x="29958" y="24534"/>
                        <a:pt x="35056" y="21652"/>
                      </a:cubicBezTo>
                      <a:cubicBezTo>
                        <a:pt x="36120" y="20988"/>
                        <a:pt x="37139" y="20278"/>
                        <a:pt x="38115" y="19525"/>
                      </a:cubicBezTo>
                      <a:cubicBezTo>
                        <a:pt x="39090" y="18815"/>
                        <a:pt x="40021" y="18195"/>
                        <a:pt x="40863" y="17397"/>
                      </a:cubicBezTo>
                      <a:cubicBezTo>
                        <a:pt x="42592" y="15889"/>
                        <a:pt x="43922" y="13850"/>
                        <a:pt x="44897" y="11811"/>
                      </a:cubicBezTo>
                      <a:cubicBezTo>
                        <a:pt x="46316" y="8885"/>
                        <a:pt x="46538" y="4142"/>
                        <a:pt x="43612" y="1881"/>
                      </a:cubicBezTo>
                      <a:cubicBezTo>
                        <a:pt x="41794" y="507"/>
                        <a:pt x="39223" y="595"/>
                        <a:pt x="36785" y="640"/>
                      </a:cubicBezTo>
                      <a:cubicBezTo>
                        <a:pt x="31199" y="1127"/>
                        <a:pt x="25170" y="1039"/>
                        <a:pt x="19407" y="551"/>
                      </a:cubicBezTo>
                      <a:cubicBezTo>
                        <a:pt x="16969" y="374"/>
                        <a:pt x="13112" y="-247"/>
                        <a:pt x="9344" y="108"/>
                      </a:cubicBezTo>
                      <a:cubicBezTo>
                        <a:pt x="5487" y="418"/>
                        <a:pt x="1985" y="1837"/>
                        <a:pt x="522" y="5294"/>
                      </a:cubicBezTo>
                      <a:cubicBezTo>
                        <a:pt x="-2271" y="11501"/>
                        <a:pt x="6906" y="16776"/>
                        <a:pt x="10009" y="1979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06" name="Forme libre : forme 24205">
                  <a:extLst>
                    <a:ext uri="{FF2B5EF4-FFF2-40B4-BE49-F238E27FC236}">
                      <a16:creationId xmlns:a16="http://schemas.microsoft.com/office/drawing/2014/main" id="{6F3208E3-4CF8-4DBC-9F4E-566C45205DA5}"/>
                    </a:ext>
                  </a:extLst>
                </p:cNvPr>
                <p:cNvSpPr/>
                <p:nvPr/>
              </p:nvSpPr>
              <p:spPr>
                <a:xfrm>
                  <a:off x="7038071" y="1288328"/>
                  <a:ext cx="8629" cy="15117"/>
                </a:xfrm>
                <a:custGeom>
                  <a:avLst/>
                  <a:gdLst>
                    <a:gd name="connsiteX0" fmla="*/ 316 w 8629"/>
                    <a:gd name="connsiteY0" fmla="*/ 12519 h 15117"/>
                    <a:gd name="connsiteX1" fmla="*/ 1335 w 8629"/>
                    <a:gd name="connsiteY1" fmla="*/ 14558 h 15117"/>
                    <a:gd name="connsiteX2" fmla="*/ 3552 w 8629"/>
                    <a:gd name="connsiteY2" fmla="*/ 14913 h 15117"/>
                    <a:gd name="connsiteX3" fmla="*/ 5148 w 8629"/>
                    <a:gd name="connsiteY3" fmla="*/ 13095 h 15117"/>
                    <a:gd name="connsiteX4" fmla="*/ 7941 w 8629"/>
                    <a:gd name="connsiteY4" fmla="*/ 7554 h 15117"/>
                    <a:gd name="connsiteX5" fmla="*/ 8606 w 8629"/>
                    <a:gd name="connsiteY5" fmla="*/ 5116 h 15117"/>
                    <a:gd name="connsiteX6" fmla="*/ 2843 w 8629"/>
                    <a:gd name="connsiteY6" fmla="*/ 1658 h 15117"/>
                    <a:gd name="connsiteX7" fmla="*/ 316 w 8629"/>
                    <a:gd name="connsiteY7" fmla="*/ 12519 h 15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629" h="15117">
                      <a:moveTo>
                        <a:pt x="316" y="12519"/>
                      </a:moveTo>
                      <a:cubicBezTo>
                        <a:pt x="493" y="13317"/>
                        <a:pt x="759" y="14071"/>
                        <a:pt x="1335" y="14558"/>
                      </a:cubicBezTo>
                      <a:cubicBezTo>
                        <a:pt x="1867" y="15090"/>
                        <a:pt x="2754" y="15312"/>
                        <a:pt x="3552" y="14913"/>
                      </a:cubicBezTo>
                      <a:cubicBezTo>
                        <a:pt x="4261" y="14558"/>
                        <a:pt x="4705" y="13805"/>
                        <a:pt x="5148" y="13095"/>
                      </a:cubicBezTo>
                      <a:cubicBezTo>
                        <a:pt x="6256" y="11322"/>
                        <a:pt x="7187" y="9460"/>
                        <a:pt x="7941" y="7554"/>
                      </a:cubicBezTo>
                      <a:cubicBezTo>
                        <a:pt x="8251" y="6756"/>
                        <a:pt x="8561" y="5958"/>
                        <a:pt x="8606" y="5116"/>
                      </a:cubicBezTo>
                      <a:cubicBezTo>
                        <a:pt x="8916" y="1702"/>
                        <a:pt x="6123" y="-2332"/>
                        <a:pt x="2843" y="1658"/>
                      </a:cubicBezTo>
                      <a:cubicBezTo>
                        <a:pt x="316" y="4806"/>
                        <a:pt x="-526" y="9327"/>
                        <a:pt x="316" y="1251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07" name="Forme libre : forme 24206">
                  <a:extLst>
                    <a:ext uri="{FF2B5EF4-FFF2-40B4-BE49-F238E27FC236}">
                      <a16:creationId xmlns:a16="http://schemas.microsoft.com/office/drawing/2014/main" id="{4DD3781B-2D6A-470A-BD33-2838D319BC81}"/>
                    </a:ext>
                  </a:extLst>
                </p:cNvPr>
                <p:cNvSpPr/>
                <p:nvPr/>
              </p:nvSpPr>
              <p:spPr>
                <a:xfrm>
                  <a:off x="7081920" y="1283292"/>
                  <a:ext cx="6532" cy="25002"/>
                </a:xfrm>
                <a:custGeom>
                  <a:avLst/>
                  <a:gdLst>
                    <a:gd name="connsiteX0" fmla="*/ 5497 w 6532"/>
                    <a:gd name="connsiteY0" fmla="*/ 0 h 25002"/>
                    <a:gd name="connsiteX1" fmla="*/ 6472 w 6532"/>
                    <a:gd name="connsiteY1" fmla="*/ 8467 h 25002"/>
                    <a:gd name="connsiteX2" fmla="*/ 4876 w 6532"/>
                    <a:gd name="connsiteY2" fmla="*/ 16402 h 25002"/>
                    <a:gd name="connsiteX3" fmla="*/ 0 w 6532"/>
                    <a:gd name="connsiteY3" fmla="*/ 25003 h 25002"/>
                    <a:gd name="connsiteX4" fmla="*/ 1020 w 6532"/>
                    <a:gd name="connsiteY4" fmla="*/ 23185 h 25002"/>
                    <a:gd name="connsiteX5" fmla="*/ 3103 w 6532"/>
                    <a:gd name="connsiteY5" fmla="*/ 18309 h 25002"/>
                    <a:gd name="connsiteX6" fmla="*/ 5009 w 6532"/>
                    <a:gd name="connsiteY6" fmla="*/ 10418 h 25002"/>
                    <a:gd name="connsiteX7" fmla="*/ 5497 w 6532"/>
                    <a:gd name="connsiteY7" fmla="*/ 0 h 25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532" h="25002">
                      <a:moveTo>
                        <a:pt x="5497" y="0"/>
                      </a:moveTo>
                      <a:cubicBezTo>
                        <a:pt x="5497" y="0"/>
                        <a:pt x="6827" y="3635"/>
                        <a:pt x="6472" y="8467"/>
                      </a:cubicBezTo>
                      <a:cubicBezTo>
                        <a:pt x="6295" y="10817"/>
                        <a:pt x="5807" y="13477"/>
                        <a:pt x="4876" y="16402"/>
                      </a:cubicBezTo>
                      <a:cubicBezTo>
                        <a:pt x="3901" y="19328"/>
                        <a:pt x="2349" y="21767"/>
                        <a:pt x="0" y="25003"/>
                      </a:cubicBezTo>
                      <a:cubicBezTo>
                        <a:pt x="0" y="25003"/>
                        <a:pt x="443" y="24382"/>
                        <a:pt x="1020" y="23185"/>
                      </a:cubicBezTo>
                      <a:cubicBezTo>
                        <a:pt x="1596" y="21900"/>
                        <a:pt x="2349" y="20348"/>
                        <a:pt x="3103" y="18309"/>
                      </a:cubicBezTo>
                      <a:cubicBezTo>
                        <a:pt x="3857" y="16225"/>
                        <a:pt x="4566" y="13565"/>
                        <a:pt x="5009" y="10418"/>
                      </a:cubicBezTo>
                      <a:cubicBezTo>
                        <a:pt x="5585" y="7492"/>
                        <a:pt x="5896" y="3990"/>
                        <a:pt x="549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08" name="Forme libre : forme 24207">
                  <a:extLst>
                    <a:ext uri="{FF2B5EF4-FFF2-40B4-BE49-F238E27FC236}">
                      <a16:creationId xmlns:a16="http://schemas.microsoft.com/office/drawing/2014/main" id="{E60E5E91-734E-43CD-B35C-CD934557D565}"/>
                    </a:ext>
                  </a:extLst>
                </p:cNvPr>
                <p:cNvSpPr/>
                <p:nvPr/>
              </p:nvSpPr>
              <p:spPr>
                <a:xfrm>
                  <a:off x="7023969" y="1284888"/>
                  <a:ext cx="7325" cy="30499"/>
                </a:xfrm>
                <a:custGeom>
                  <a:avLst/>
                  <a:gdLst>
                    <a:gd name="connsiteX0" fmla="*/ 7325 w 7325"/>
                    <a:gd name="connsiteY0" fmla="*/ 0 h 30499"/>
                    <a:gd name="connsiteX1" fmla="*/ 4976 w 7325"/>
                    <a:gd name="connsiteY1" fmla="*/ 2837 h 30499"/>
                    <a:gd name="connsiteX2" fmla="*/ 1340 w 7325"/>
                    <a:gd name="connsiteY2" fmla="*/ 10152 h 30499"/>
                    <a:gd name="connsiteX3" fmla="*/ 188 w 7325"/>
                    <a:gd name="connsiteY3" fmla="*/ 19993 h 30499"/>
                    <a:gd name="connsiteX4" fmla="*/ 5508 w 7325"/>
                    <a:gd name="connsiteY4" fmla="*/ 30500 h 30499"/>
                    <a:gd name="connsiteX5" fmla="*/ 1872 w 7325"/>
                    <a:gd name="connsiteY5" fmla="*/ 21589 h 30499"/>
                    <a:gd name="connsiteX6" fmla="*/ 1872 w 7325"/>
                    <a:gd name="connsiteY6" fmla="*/ 11881 h 30499"/>
                    <a:gd name="connsiteX7" fmla="*/ 7325 w 7325"/>
                    <a:gd name="connsiteY7" fmla="*/ 0 h 30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325" h="30499">
                      <a:moveTo>
                        <a:pt x="7325" y="0"/>
                      </a:moveTo>
                      <a:cubicBezTo>
                        <a:pt x="7325" y="0"/>
                        <a:pt x="6306" y="1020"/>
                        <a:pt x="4976" y="2837"/>
                      </a:cubicBezTo>
                      <a:cubicBezTo>
                        <a:pt x="3734" y="4610"/>
                        <a:pt x="2360" y="7182"/>
                        <a:pt x="1340" y="10152"/>
                      </a:cubicBezTo>
                      <a:cubicBezTo>
                        <a:pt x="321" y="13122"/>
                        <a:pt x="-344" y="16491"/>
                        <a:pt x="188" y="19993"/>
                      </a:cubicBezTo>
                      <a:cubicBezTo>
                        <a:pt x="764" y="23495"/>
                        <a:pt x="2360" y="27086"/>
                        <a:pt x="5508" y="30500"/>
                      </a:cubicBezTo>
                      <a:cubicBezTo>
                        <a:pt x="5508" y="30500"/>
                        <a:pt x="3069" y="27086"/>
                        <a:pt x="1872" y="21589"/>
                      </a:cubicBezTo>
                      <a:cubicBezTo>
                        <a:pt x="1296" y="18841"/>
                        <a:pt x="1207" y="15560"/>
                        <a:pt x="1872" y="11881"/>
                      </a:cubicBezTo>
                      <a:cubicBezTo>
                        <a:pt x="2715" y="8246"/>
                        <a:pt x="3956" y="4167"/>
                        <a:pt x="73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09" name="Forme libre : forme 24208">
                  <a:extLst>
                    <a:ext uri="{FF2B5EF4-FFF2-40B4-BE49-F238E27FC236}">
                      <a16:creationId xmlns:a16="http://schemas.microsoft.com/office/drawing/2014/main" id="{D9C7C6AB-61AB-4DCB-8862-2C9EDA583D1F}"/>
                    </a:ext>
                  </a:extLst>
                </p:cNvPr>
                <p:cNvSpPr/>
                <p:nvPr/>
              </p:nvSpPr>
              <p:spPr>
                <a:xfrm>
                  <a:off x="7055830" y="1283486"/>
                  <a:ext cx="11939" cy="7741"/>
                </a:xfrm>
                <a:custGeom>
                  <a:avLst/>
                  <a:gdLst>
                    <a:gd name="connsiteX0" fmla="*/ 11905 w 11939"/>
                    <a:gd name="connsiteY0" fmla="*/ 1934 h 7741"/>
                    <a:gd name="connsiteX1" fmla="*/ 6718 w 11939"/>
                    <a:gd name="connsiteY1" fmla="*/ 6988 h 7741"/>
                    <a:gd name="connsiteX2" fmla="*/ 68 w 11939"/>
                    <a:gd name="connsiteY2" fmla="*/ 6190 h 7741"/>
                    <a:gd name="connsiteX3" fmla="*/ 5166 w 11939"/>
                    <a:gd name="connsiteY3" fmla="*/ 560 h 7741"/>
                    <a:gd name="connsiteX4" fmla="*/ 11905 w 11939"/>
                    <a:gd name="connsiteY4" fmla="*/ 1934 h 7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39" h="7741">
                      <a:moveTo>
                        <a:pt x="11905" y="1934"/>
                      </a:moveTo>
                      <a:cubicBezTo>
                        <a:pt x="12259" y="3796"/>
                        <a:pt x="9865" y="5791"/>
                        <a:pt x="6718" y="6988"/>
                      </a:cubicBezTo>
                      <a:cubicBezTo>
                        <a:pt x="3615" y="8229"/>
                        <a:pt x="600" y="7919"/>
                        <a:pt x="68" y="6190"/>
                      </a:cubicBezTo>
                      <a:cubicBezTo>
                        <a:pt x="-420" y="4461"/>
                        <a:pt x="1753" y="1757"/>
                        <a:pt x="5166" y="560"/>
                      </a:cubicBezTo>
                      <a:cubicBezTo>
                        <a:pt x="8624" y="-593"/>
                        <a:pt x="11550" y="117"/>
                        <a:pt x="11905" y="193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10" name="Forme libre : forme 24209">
                  <a:extLst>
                    <a:ext uri="{FF2B5EF4-FFF2-40B4-BE49-F238E27FC236}">
                      <a16:creationId xmlns:a16="http://schemas.microsoft.com/office/drawing/2014/main" id="{8BD5CCD3-504B-4382-BCD2-A6A45D1C2D13}"/>
                    </a:ext>
                  </a:extLst>
                </p:cNvPr>
                <p:cNvSpPr/>
                <p:nvPr/>
              </p:nvSpPr>
              <p:spPr>
                <a:xfrm>
                  <a:off x="7065669" y="1283119"/>
                  <a:ext cx="3267" cy="3037"/>
                </a:xfrm>
                <a:custGeom>
                  <a:avLst/>
                  <a:gdLst>
                    <a:gd name="connsiteX0" fmla="*/ 3084 w 3267"/>
                    <a:gd name="connsiteY0" fmla="*/ 616 h 3037"/>
                    <a:gd name="connsiteX1" fmla="*/ 2420 w 3267"/>
                    <a:gd name="connsiteY1" fmla="*/ 2744 h 3037"/>
                    <a:gd name="connsiteX2" fmla="*/ 203 w 3267"/>
                    <a:gd name="connsiteY2" fmla="*/ 2434 h 3037"/>
                    <a:gd name="connsiteX3" fmla="*/ 868 w 3267"/>
                    <a:gd name="connsiteY3" fmla="*/ 306 h 3037"/>
                    <a:gd name="connsiteX4" fmla="*/ 3084 w 3267"/>
                    <a:gd name="connsiteY4" fmla="*/ 616 h 3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67" h="3037">
                      <a:moveTo>
                        <a:pt x="3084" y="616"/>
                      </a:moveTo>
                      <a:cubicBezTo>
                        <a:pt x="3483" y="1282"/>
                        <a:pt x="3218" y="2257"/>
                        <a:pt x="2420" y="2744"/>
                      </a:cubicBezTo>
                      <a:cubicBezTo>
                        <a:pt x="1666" y="3232"/>
                        <a:pt x="646" y="3099"/>
                        <a:pt x="203" y="2434"/>
                      </a:cubicBezTo>
                      <a:cubicBezTo>
                        <a:pt x="-240" y="1769"/>
                        <a:pt x="70" y="794"/>
                        <a:pt x="868" y="306"/>
                      </a:cubicBezTo>
                      <a:cubicBezTo>
                        <a:pt x="1666" y="-181"/>
                        <a:pt x="2686" y="-93"/>
                        <a:pt x="3084" y="6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211" name="Forme libre : forme 24210">
                  <a:extLst>
                    <a:ext uri="{FF2B5EF4-FFF2-40B4-BE49-F238E27FC236}">
                      <a16:creationId xmlns:a16="http://schemas.microsoft.com/office/drawing/2014/main" id="{37A10A67-EC41-4D36-BD8B-49F4FCC7DADA}"/>
                    </a:ext>
                  </a:extLst>
                </p:cNvPr>
                <p:cNvSpPr/>
                <p:nvPr/>
              </p:nvSpPr>
              <p:spPr>
                <a:xfrm>
                  <a:off x="7046278" y="1264994"/>
                  <a:ext cx="36738" cy="18464"/>
                </a:xfrm>
                <a:custGeom>
                  <a:avLst/>
                  <a:gdLst>
                    <a:gd name="connsiteX0" fmla="*/ 29259 w 36738"/>
                    <a:gd name="connsiteY0" fmla="*/ 2783 h 18464"/>
                    <a:gd name="connsiteX1" fmla="*/ 36351 w 36738"/>
                    <a:gd name="connsiteY1" fmla="*/ 13644 h 18464"/>
                    <a:gd name="connsiteX2" fmla="*/ 35598 w 36738"/>
                    <a:gd name="connsiteY2" fmla="*/ 18077 h 18464"/>
                    <a:gd name="connsiteX3" fmla="*/ 31431 w 36738"/>
                    <a:gd name="connsiteY3" fmla="*/ 17323 h 18464"/>
                    <a:gd name="connsiteX4" fmla="*/ 19062 w 36738"/>
                    <a:gd name="connsiteY4" fmla="*/ 10585 h 18464"/>
                    <a:gd name="connsiteX5" fmla="*/ 14674 w 36738"/>
                    <a:gd name="connsiteY5" fmla="*/ 11472 h 18464"/>
                    <a:gd name="connsiteX6" fmla="*/ 8113 w 36738"/>
                    <a:gd name="connsiteY6" fmla="*/ 13245 h 18464"/>
                    <a:gd name="connsiteX7" fmla="*/ 0 w 36738"/>
                    <a:gd name="connsiteY7" fmla="*/ 12713 h 18464"/>
                    <a:gd name="connsiteX8" fmla="*/ 7137 w 36738"/>
                    <a:gd name="connsiteY8" fmla="*/ 4423 h 18464"/>
                    <a:gd name="connsiteX9" fmla="*/ 18176 w 36738"/>
                    <a:gd name="connsiteY9" fmla="*/ 79 h 18464"/>
                    <a:gd name="connsiteX10" fmla="*/ 29259 w 36738"/>
                    <a:gd name="connsiteY10" fmla="*/ 2783 h 18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6738" h="18464">
                      <a:moveTo>
                        <a:pt x="29259" y="2783"/>
                      </a:moveTo>
                      <a:cubicBezTo>
                        <a:pt x="32938" y="5487"/>
                        <a:pt x="34933" y="9610"/>
                        <a:pt x="36351" y="13644"/>
                      </a:cubicBezTo>
                      <a:cubicBezTo>
                        <a:pt x="36883" y="15195"/>
                        <a:pt x="37061" y="17102"/>
                        <a:pt x="35598" y="18077"/>
                      </a:cubicBezTo>
                      <a:cubicBezTo>
                        <a:pt x="34312" y="18964"/>
                        <a:pt x="32628" y="18166"/>
                        <a:pt x="31431" y="17323"/>
                      </a:cubicBezTo>
                      <a:cubicBezTo>
                        <a:pt x="27796" y="14708"/>
                        <a:pt x="24294" y="10762"/>
                        <a:pt x="19062" y="10585"/>
                      </a:cubicBezTo>
                      <a:cubicBezTo>
                        <a:pt x="18264" y="10585"/>
                        <a:pt x="16624" y="10940"/>
                        <a:pt x="14674" y="11472"/>
                      </a:cubicBezTo>
                      <a:cubicBezTo>
                        <a:pt x="12679" y="12004"/>
                        <a:pt x="10418" y="12624"/>
                        <a:pt x="8113" y="13245"/>
                      </a:cubicBezTo>
                      <a:cubicBezTo>
                        <a:pt x="3946" y="14575"/>
                        <a:pt x="0" y="15373"/>
                        <a:pt x="0" y="12713"/>
                      </a:cubicBezTo>
                      <a:cubicBezTo>
                        <a:pt x="133" y="10097"/>
                        <a:pt x="2882" y="6728"/>
                        <a:pt x="7137" y="4423"/>
                      </a:cubicBezTo>
                      <a:cubicBezTo>
                        <a:pt x="11260" y="2074"/>
                        <a:pt x="15605" y="167"/>
                        <a:pt x="18176" y="79"/>
                      </a:cubicBezTo>
                      <a:cubicBezTo>
                        <a:pt x="22653" y="-320"/>
                        <a:pt x="26510" y="832"/>
                        <a:pt x="29259" y="278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97" name="Graphique 2">
                <a:extLst>
                  <a:ext uri="{FF2B5EF4-FFF2-40B4-BE49-F238E27FC236}">
                    <a16:creationId xmlns:a16="http://schemas.microsoft.com/office/drawing/2014/main" id="{DCFEE00B-BF6A-4179-B8DF-8F285760AD58}"/>
                  </a:ext>
                </a:extLst>
              </p:cNvPr>
              <p:cNvGrpSpPr/>
              <p:nvPr/>
            </p:nvGrpSpPr>
            <p:grpSpPr>
              <a:xfrm>
                <a:off x="7085063" y="1247009"/>
                <a:ext cx="77424" cy="55090"/>
                <a:chOff x="7085063" y="1247009"/>
                <a:chExt cx="77424" cy="55090"/>
              </a:xfrm>
              <a:solidFill>
                <a:schemeClr val="accent1"/>
              </a:solidFill>
            </p:grpSpPr>
            <p:sp>
              <p:nvSpPr>
                <p:cNvPr id="24188" name="Forme libre : forme 24187">
                  <a:extLst>
                    <a:ext uri="{FF2B5EF4-FFF2-40B4-BE49-F238E27FC236}">
                      <a16:creationId xmlns:a16="http://schemas.microsoft.com/office/drawing/2014/main" id="{D092202E-0E27-499E-8424-D9AA1A374B77}"/>
                    </a:ext>
                  </a:extLst>
                </p:cNvPr>
                <p:cNvSpPr/>
                <p:nvPr/>
              </p:nvSpPr>
              <p:spPr>
                <a:xfrm>
                  <a:off x="7085063" y="1247009"/>
                  <a:ext cx="77424" cy="55090"/>
                </a:xfrm>
                <a:custGeom>
                  <a:avLst/>
                  <a:gdLst>
                    <a:gd name="connsiteX0" fmla="*/ 43094 w 77424"/>
                    <a:gd name="connsiteY0" fmla="*/ 54725 h 55090"/>
                    <a:gd name="connsiteX1" fmla="*/ 40080 w 77424"/>
                    <a:gd name="connsiteY1" fmla="*/ 54060 h 55090"/>
                    <a:gd name="connsiteX2" fmla="*/ 38484 w 77424"/>
                    <a:gd name="connsiteY2" fmla="*/ 53927 h 55090"/>
                    <a:gd name="connsiteX3" fmla="*/ 36533 w 77424"/>
                    <a:gd name="connsiteY3" fmla="*/ 53749 h 55090"/>
                    <a:gd name="connsiteX4" fmla="*/ 25982 w 77424"/>
                    <a:gd name="connsiteY4" fmla="*/ 53794 h 55090"/>
                    <a:gd name="connsiteX5" fmla="*/ 19289 w 77424"/>
                    <a:gd name="connsiteY5" fmla="*/ 52774 h 55090"/>
                    <a:gd name="connsiteX6" fmla="*/ 13481 w 77424"/>
                    <a:gd name="connsiteY6" fmla="*/ 49671 h 55090"/>
                    <a:gd name="connsiteX7" fmla="*/ 8383 w 77424"/>
                    <a:gd name="connsiteY7" fmla="*/ 44484 h 55090"/>
                    <a:gd name="connsiteX8" fmla="*/ 4881 w 77424"/>
                    <a:gd name="connsiteY8" fmla="*/ 37746 h 55090"/>
                    <a:gd name="connsiteX9" fmla="*/ 625 w 77424"/>
                    <a:gd name="connsiteY9" fmla="*/ 23649 h 55090"/>
                    <a:gd name="connsiteX10" fmla="*/ 448 w 77424"/>
                    <a:gd name="connsiteY10" fmla="*/ 15802 h 55090"/>
                    <a:gd name="connsiteX11" fmla="*/ 4571 w 77424"/>
                    <a:gd name="connsiteY11" fmla="*/ 8487 h 55090"/>
                    <a:gd name="connsiteX12" fmla="*/ 12595 w 77424"/>
                    <a:gd name="connsiteY12" fmla="*/ 2724 h 55090"/>
                    <a:gd name="connsiteX13" fmla="*/ 23057 w 77424"/>
                    <a:gd name="connsiteY13" fmla="*/ 242 h 55090"/>
                    <a:gd name="connsiteX14" fmla="*/ 38528 w 77424"/>
                    <a:gd name="connsiteY14" fmla="*/ 65 h 55090"/>
                    <a:gd name="connsiteX15" fmla="*/ 43050 w 77424"/>
                    <a:gd name="connsiteY15" fmla="*/ 375 h 55090"/>
                    <a:gd name="connsiteX16" fmla="*/ 47971 w 77424"/>
                    <a:gd name="connsiteY16" fmla="*/ 907 h 55090"/>
                    <a:gd name="connsiteX17" fmla="*/ 57679 w 77424"/>
                    <a:gd name="connsiteY17" fmla="*/ 2946 h 55090"/>
                    <a:gd name="connsiteX18" fmla="*/ 69117 w 77424"/>
                    <a:gd name="connsiteY18" fmla="*/ 8886 h 55090"/>
                    <a:gd name="connsiteX19" fmla="*/ 75766 w 77424"/>
                    <a:gd name="connsiteY19" fmla="*/ 17221 h 55090"/>
                    <a:gd name="connsiteX20" fmla="*/ 74436 w 77424"/>
                    <a:gd name="connsiteY20" fmla="*/ 33047 h 55090"/>
                    <a:gd name="connsiteX21" fmla="*/ 65437 w 77424"/>
                    <a:gd name="connsiteY21" fmla="*/ 44883 h 55090"/>
                    <a:gd name="connsiteX22" fmla="*/ 53379 w 77424"/>
                    <a:gd name="connsiteY22" fmla="*/ 53350 h 55090"/>
                    <a:gd name="connsiteX23" fmla="*/ 47660 w 77424"/>
                    <a:gd name="connsiteY23" fmla="*/ 54991 h 55090"/>
                    <a:gd name="connsiteX24" fmla="*/ 43094 w 77424"/>
                    <a:gd name="connsiteY24" fmla="*/ 54725 h 55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7424" h="55090">
                      <a:moveTo>
                        <a:pt x="43094" y="54725"/>
                      </a:moveTo>
                      <a:cubicBezTo>
                        <a:pt x="42075" y="54592"/>
                        <a:pt x="41099" y="54237"/>
                        <a:pt x="40080" y="54060"/>
                      </a:cubicBezTo>
                      <a:lnTo>
                        <a:pt x="38484" y="53927"/>
                      </a:lnTo>
                      <a:cubicBezTo>
                        <a:pt x="37907" y="53882"/>
                        <a:pt x="37597" y="53749"/>
                        <a:pt x="36533" y="53749"/>
                      </a:cubicBezTo>
                      <a:cubicBezTo>
                        <a:pt x="33031" y="53794"/>
                        <a:pt x="29219" y="53483"/>
                        <a:pt x="25982" y="53794"/>
                      </a:cubicBezTo>
                      <a:cubicBezTo>
                        <a:pt x="23677" y="53971"/>
                        <a:pt x="21461" y="53616"/>
                        <a:pt x="19289" y="52774"/>
                      </a:cubicBezTo>
                      <a:cubicBezTo>
                        <a:pt x="17294" y="52153"/>
                        <a:pt x="15388" y="51090"/>
                        <a:pt x="13481" y="49671"/>
                      </a:cubicBezTo>
                      <a:cubicBezTo>
                        <a:pt x="11619" y="48252"/>
                        <a:pt x="9802" y="46346"/>
                        <a:pt x="8383" y="44484"/>
                      </a:cubicBezTo>
                      <a:cubicBezTo>
                        <a:pt x="6920" y="42534"/>
                        <a:pt x="5635" y="40273"/>
                        <a:pt x="4881" y="37746"/>
                      </a:cubicBezTo>
                      <a:lnTo>
                        <a:pt x="625" y="23649"/>
                      </a:lnTo>
                      <a:cubicBezTo>
                        <a:pt x="-128" y="21122"/>
                        <a:pt x="-217" y="18462"/>
                        <a:pt x="448" y="15802"/>
                      </a:cubicBezTo>
                      <a:cubicBezTo>
                        <a:pt x="1113" y="13054"/>
                        <a:pt x="2531" y="10704"/>
                        <a:pt x="4571" y="8487"/>
                      </a:cubicBezTo>
                      <a:cubicBezTo>
                        <a:pt x="6654" y="6271"/>
                        <a:pt x="9403" y="4232"/>
                        <a:pt x="12595" y="2724"/>
                      </a:cubicBezTo>
                      <a:cubicBezTo>
                        <a:pt x="15698" y="1439"/>
                        <a:pt x="19289" y="552"/>
                        <a:pt x="23057" y="242"/>
                      </a:cubicBezTo>
                      <a:cubicBezTo>
                        <a:pt x="28421" y="-201"/>
                        <a:pt x="33342" y="109"/>
                        <a:pt x="38528" y="65"/>
                      </a:cubicBezTo>
                      <a:cubicBezTo>
                        <a:pt x="39636" y="20"/>
                        <a:pt x="41454" y="198"/>
                        <a:pt x="43050" y="375"/>
                      </a:cubicBezTo>
                      <a:lnTo>
                        <a:pt x="47971" y="907"/>
                      </a:lnTo>
                      <a:cubicBezTo>
                        <a:pt x="51207" y="1350"/>
                        <a:pt x="54443" y="2193"/>
                        <a:pt x="57679" y="2946"/>
                      </a:cubicBezTo>
                      <a:cubicBezTo>
                        <a:pt x="62068" y="4365"/>
                        <a:pt x="66147" y="6227"/>
                        <a:pt x="69117" y="8886"/>
                      </a:cubicBezTo>
                      <a:cubicBezTo>
                        <a:pt x="72264" y="11369"/>
                        <a:pt x="74436" y="14295"/>
                        <a:pt x="75766" y="17221"/>
                      </a:cubicBezTo>
                      <a:cubicBezTo>
                        <a:pt x="78559" y="23028"/>
                        <a:pt x="77628" y="28835"/>
                        <a:pt x="74436" y="33047"/>
                      </a:cubicBezTo>
                      <a:lnTo>
                        <a:pt x="65437" y="44883"/>
                      </a:lnTo>
                      <a:cubicBezTo>
                        <a:pt x="62157" y="49228"/>
                        <a:pt x="57546" y="51622"/>
                        <a:pt x="53379" y="53350"/>
                      </a:cubicBezTo>
                      <a:cubicBezTo>
                        <a:pt x="51340" y="54104"/>
                        <a:pt x="49389" y="54636"/>
                        <a:pt x="47660" y="54991"/>
                      </a:cubicBezTo>
                      <a:cubicBezTo>
                        <a:pt x="46020" y="55035"/>
                        <a:pt x="44469" y="55301"/>
                        <a:pt x="43094" y="54725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89" name="Forme libre : forme 24188">
                  <a:extLst>
                    <a:ext uri="{FF2B5EF4-FFF2-40B4-BE49-F238E27FC236}">
                      <a16:creationId xmlns:a16="http://schemas.microsoft.com/office/drawing/2014/main" id="{54A0191A-E243-4216-8AFB-A716F21276D9}"/>
                    </a:ext>
                  </a:extLst>
                </p:cNvPr>
                <p:cNvSpPr/>
                <p:nvPr/>
              </p:nvSpPr>
              <p:spPr>
                <a:xfrm>
                  <a:off x="7088126" y="1278637"/>
                  <a:ext cx="62772" cy="23407"/>
                </a:xfrm>
                <a:custGeom>
                  <a:avLst/>
                  <a:gdLst>
                    <a:gd name="connsiteX0" fmla="*/ 26244 w 62772"/>
                    <a:gd name="connsiteY0" fmla="*/ 4389 h 23407"/>
                    <a:gd name="connsiteX1" fmla="*/ 19195 w 62772"/>
                    <a:gd name="connsiteY1" fmla="*/ 5541 h 23407"/>
                    <a:gd name="connsiteX2" fmla="*/ 12413 w 62772"/>
                    <a:gd name="connsiteY2" fmla="*/ 5098 h 23407"/>
                    <a:gd name="connsiteX3" fmla="*/ 0 w 62772"/>
                    <a:gd name="connsiteY3" fmla="*/ 0 h 23407"/>
                    <a:gd name="connsiteX4" fmla="*/ 1862 w 62772"/>
                    <a:gd name="connsiteY4" fmla="*/ 6073 h 23407"/>
                    <a:gd name="connsiteX5" fmla="*/ 5364 w 62772"/>
                    <a:gd name="connsiteY5" fmla="*/ 12812 h 23407"/>
                    <a:gd name="connsiteX6" fmla="*/ 10462 w 62772"/>
                    <a:gd name="connsiteY6" fmla="*/ 17998 h 23407"/>
                    <a:gd name="connsiteX7" fmla="*/ 16269 w 62772"/>
                    <a:gd name="connsiteY7" fmla="*/ 21102 h 23407"/>
                    <a:gd name="connsiteX8" fmla="*/ 22963 w 62772"/>
                    <a:gd name="connsiteY8" fmla="*/ 22121 h 23407"/>
                    <a:gd name="connsiteX9" fmla="*/ 33514 w 62772"/>
                    <a:gd name="connsiteY9" fmla="*/ 22077 h 23407"/>
                    <a:gd name="connsiteX10" fmla="*/ 35465 w 62772"/>
                    <a:gd name="connsiteY10" fmla="*/ 22254 h 23407"/>
                    <a:gd name="connsiteX11" fmla="*/ 37061 w 62772"/>
                    <a:gd name="connsiteY11" fmla="*/ 22387 h 23407"/>
                    <a:gd name="connsiteX12" fmla="*/ 40075 w 62772"/>
                    <a:gd name="connsiteY12" fmla="*/ 23052 h 23407"/>
                    <a:gd name="connsiteX13" fmla="*/ 44686 w 62772"/>
                    <a:gd name="connsiteY13" fmla="*/ 23230 h 23407"/>
                    <a:gd name="connsiteX14" fmla="*/ 50404 w 62772"/>
                    <a:gd name="connsiteY14" fmla="*/ 21589 h 23407"/>
                    <a:gd name="connsiteX15" fmla="*/ 62462 w 62772"/>
                    <a:gd name="connsiteY15" fmla="*/ 13122 h 23407"/>
                    <a:gd name="connsiteX16" fmla="*/ 62773 w 62772"/>
                    <a:gd name="connsiteY16" fmla="*/ 12723 h 23407"/>
                    <a:gd name="connsiteX17" fmla="*/ 54350 w 62772"/>
                    <a:gd name="connsiteY17" fmla="*/ 7669 h 23407"/>
                    <a:gd name="connsiteX18" fmla="*/ 50094 w 62772"/>
                    <a:gd name="connsiteY18" fmla="*/ 5630 h 23407"/>
                    <a:gd name="connsiteX19" fmla="*/ 45705 w 62772"/>
                    <a:gd name="connsiteY19" fmla="*/ 4034 h 23407"/>
                    <a:gd name="connsiteX20" fmla="*/ 41139 w 62772"/>
                    <a:gd name="connsiteY20" fmla="*/ 3103 h 23407"/>
                    <a:gd name="connsiteX21" fmla="*/ 36485 w 62772"/>
                    <a:gd name="connsiteY21" fmla="*/ 2837 h 23407"/>
                    <a:gd name="connsiteX22" fmla="*/ 26244 w 62772"/>
                    <a:gd name="connsiteY22" fmla="*/ 4389 h 23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772" h="23407">
                      <a:moveTo>
                        <a:pt x="26244" y="4389"/>
                      </a:moveTo>
                      <a:cubicBezTo>
                        <a:pt x="23806" y="4832"/>
                        <a:pt x="21501" y="5453"/>
                        <a:pt x="19195" y="5541"/>
                      </a:cubicBezTo>
                      <a:cubicBezTo>
                        <a:pt x="16890" y="5719"/>
                        <a:pt x="14541" y="5275"/>
                        <a:pt x="12413" y="5098"/>
                      </a:cubicBezTo>
                      <a:cubicBezTo>
                        <a:pt x="8113" y="4566"/>
                        <a:pt x="3724" y="2483"/>
                        <a:pt x="0" y="0"/>
                      </a:cubicBezTo>
                      <a:lnTo>
                        <a:pt x="1862" y="6073"/>
                      </a:lnTo>
                      <a:cubicBezTo>
                        <a:pt x="2616" y="8600"/>
                        <a:pt x="3901" y="10861"/>
                        <a:pt x="5364" y="12812"/>
                      </a:cubicBezTo>
                      <a:cubicBezTo>
                        <a:pt x="6827" y="14674"/>
                        <a:pt x="8645" y="16535"/>
                        <a:pt x="10462" y="17998"/>
                      </a:cubicBezTo>
                      <a:cubicBezTo>
                        <a:pt x="12324" y="19461"/>
                        <a:pt x="14275" y="20481"/>
                        <a:pt x="16269" y="21102"/>
                      </a:cubicBezTo>
                      <a:cubicBezTo>
                        <a:pt x="18442" y="21944"/>
                        <a:pt x="20658" y="22343"/>
                        <a:pt x="22963" y="22121"/>
                      </a:cubicBezTo>
                      <a:cubicBezTo>
                        <a:pt x="26244" y="21855"/>
                        <a:pt x="30012" y="22165"/>
                        <a:pt x="33514" y="22077"/>
                      </a:cubicBezTo>
                      <a:cubicBezTo>
                        <a:pt x="34578" y="22032"/>
                        <a:pt x="34888" y="22165"/>
                        <a:pt x="35465" y="22254"/>
                      </a:cubicBezTo>
                      <a:lnTo>
                        <a:pt x="37061" y="22387"/>
                      </a:lnTo>
                      <a:cubicBezTo>
                        <a:pt x="38080" y="22520"/>
                        <a:pt x="39056" y="22919"/>
                        <a:pt x="40075" y="23052"/>
                      </a:cubicBezTo>
                      <a:cubicBezTo>
                        <a:pt x="41450" y="23628"/>
                        <a:pt x="42957" y="23363"/>
                        <a:pt x="44686" y="23230"/>
                      </a:cubicBezTo>
                      <a:cubicBezTo>
                        <a:pt x="46415" y="22875"/>
                        <a:pt x="48365" y="22387"/>
                        <a:pt x="50404" y="21589"/>
                      </a:cubicBezTo>
                      <a:cubicBezTo>
                        <a:pt x="54527" y="19860"/>
                        <a:pt x="59138" y="17511"/>
                        <a:pt x="62462" y="13122"/>
                      </a:cubicBezTo>
                      <a:lnTo>
                        <a:pt x="62773" y="12723"/>
                      </a:lnTo>
                      <a:cubicBezTo>
                        <a:pt x="59936" y="10861"/>
                        <a:pt x="57187" y="9221"/>
                        <a:pt x="54350" y="7669"/>
                      </a:cubicBezTo>
                      <a:cubicBezTo>
                        <a:pt x="52931" y="7004"/>
                        <a:pt x="51513" y="6251"/>
                        <a:pt x="50094" y="5630"/>
                      </a:cubicBezTo>
                      <a:lnTo>
                        <a:pt x="45705" y="4034"/>
                      </a:lnTo>
                      <a:lnTo>
                        <a:pt x="41139" y="3103"/>
                      </a:lnTo>
                      <a:cubicBezTo>
                        <a:pt x="39632" y="2881"/>
                        <a:pt x="38036" y="2926"/>
                        <a:pt x="36485" y="2837"/>
                      </a:cubicBezTo>
                      <a:cubicBezTo>
                        <a:pt x="33248" y="2970"/>
                        <a:pt x="29613" y="3635"/>
                        <a:pt x="26244" y="438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90" name="Forme libre : forme 24189">
                  <a:extLst>
                    <a:ext uri="{FF2B5EF4-FFF2-40B4-BE49-F238E27FC236}">
                      <a16:creationId xmlns:a16="http://schemas.microsoft.com/office/drawing/2014/main" id="{5F9878F1-D478-4574-86E9-8AF053EA4CA3}"/>
                    </a:ext>
                  </a:extLst>
                </p:cNvPr>
                <p:cNvSpPr/>
                <p:nvPr/>
              </p:nvSpPr>
              <p:spPr>
                <a:xfrm>
                  <a:off x="7111393" y="1265294"/>
                  <a:ext cx="31344" cy="20479"/>
                </a:xfrm>
                <a:custGeom>
                  <a:avLst/>
                  <a:gdLst>
                    <a:gd name="connsiteX0" fmla="*/ 30773 w 31344"/>
                    <a:gd name="connsiteY0" fmla="*/ 14319 h 20479"/>
                    <a:gd name="connsiteX1" fmla="*/ 24168 w 31344"/>
                    <a:gd name="connsiteY1" fmla="*/ 19461 h 20479"/>
                    <a:gd name="connsiteX2" fmla="*/ 19601 w 31344"/>
                    <a:gd name="connsiteY2" fmla="*/ 20392 h 20479"/>
                    <a:gd name="connsiteX3" fmla="*/ 14636 w 31344"/>
                    <a:gd name="connsiteY3" fmla="*/ 20348 h 20479"/>
                    <a:gd name="connsiteX4" fmla="*/ 12154 w 31344"/>
                    <a:gd name="connsiteY4" fmla="*/ 19860 h 20479"/>
                    <a:gd name="connsiteX5" fmla="*/ 9450 w 31344"/>
                    <a:gd name="connsiteY5" fmla="*/ 19240 h 20479"/>
                    <a:gd name="connsiteX6" fmla="*/ 4706 w 31344"/>
                    <a:gd name="connsiteY6" fmla="*/ 17023 h 20479"/>
                    <a:gd name="connsiteX7" fmla="*/ 7 w 31344"/>
                    <a:gd name="connsiteY7" fmla="*/ 9841 h 20479"/>
                    <a:gd name="connsiteX8" fmla="*/ 4618 w 31344"/>
                    <a:gd name="connsiteY8" fmla="*/ 2660 h 20479"/>
                    <a:gd name="connsiteX9" fmla="*/ 9982 w 31344"/>
                    <a:gd name="connsiteY9" fmla="*/ 532 h 20479"/>
                    <a:gd name="connsiteX10" fmla="*/ 13218 w 31344"/>
                    <a:gd name="connsiteY10" fmla="*/ 0 h 20479"/>
                    <a:gd name="connsiteX11" fmla="*/ 16986 w 31344"/>
                    <a:gd name="connsiteY11" fmla="*/ 177 h 20479"/>
                    <a:gd name="connsiteX12" fmla="*/ 23990 w 31344"/>
                    <a:gd name="connsiteY12" fmla="*/ 2172 h 20479"/>
                    <a:gd name="connsiteX13" fmla="*/ 28911 w 31344"/>
                    <a:gd name="connsiteY13" fmla="*/ 5852 h 20479"/>
                    <a:gd name="connsiteX14" fmla="*/ 30773 w 31344"/>
                    <a:gd name="connsiteY14" fmla="*/ 14319 h 20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344" h="20479">
                      <a:moveTo>
                        <a:pt x="30773" y="14319"/>
                      </a:moveTo>
                      <a:cubicBezTo>
                        <a:pt x="29620" y="16846"/>
                        <a:pt x="27049" y="18442"/>
                        <a:pt x="24168" y="19461"/>
                      </a:cubicBezTo>
                      <a:cubicBezTo>
                        <a:pt x="22705" y="19905"/>
                        <a:pt x="21197" y="20126"/>
                        <a:pt x="19601" y="20392"/>
                      </a:cubicBezTo>
                      <a:cubicBezTo>
                        <a:pt x="18005" y="20569"/>
                        <a:pt x="16365" y="20437"/>
                        <a:pt x="14636" y="20348"/>
                      </a:cubicBezTo>
                      <a:cubicBezTo>
                        <a:pt x="13794" y="20259"/>
                        <a:pt x="12952" y="20082"/>
                        <a:pt x="12154" y="19860"/>
                      </a:cubicBezTo>
                      <a:cubicBezTo>
                        <a:pt x="11311" y="19639"/>
                        <a:pt x="10292" y="19506"/>
                        <a:pt x="9450" y="19240"/>
                      </a:cubicBezTo>
                      <a:cubicBezTo>
                        <a:pt x="7677" y="18708"/>
                        <a:pt x="6080" y="17954"/>
                        <a:pt x="4706" y="17023"/>
                      </a:cubicBezTo>
                      <a:cubicBezTo>
                        <a:pt x="1958" y="15161"/>
                        <a:pt x="96" y="12590"/>
                        <a:pt x="7" y="9841"/>
                      </a:cubicBezTo>
                      <a:cubicBezTo>
                        <a:pt x="-126" y="7004"/>
                        <a:pt x="1603" y="4477"/>
                        <a:pt x="4618" y="2660"/>
                      </a:cubicBezTo>
                      <a:cubicBezTo>
                        <a:pt x="6125" y="1729"/>
                        <a:pt x="7943" y="1020"/>
                        <a:pt x="9982" y="532"/>
                      </a:cubicBezTo>
                      <a:cubicBezTo>
                        <a:pt x="11001" y="310"/>
                        <a:pt x="12021" y="44"/>
                        <a:pt x="13218" y="0"/>
                      </a:cubicBezTo>
                      <a:cubicBezTo>
                        <a:pt x="14415" y="0"/>
                        <a:pt x="15700" y="44"/>
                        <a:pt x="16986" y="177"/>
                      </a:cubicBezTo>
                      <a:cubicBezTo>
                        <a:pt x="19557" y="355"/>
                        <a:pt x="21951" y="1197"/>
                        <a:pt x="23990" y="2172"/>
                      </a:cubicBezTo>
                      <a:cubicBezTo>
                        <a:pt x="26074" y="3103"/>
                        <a:pt x="27714" y="4433"/>
                        <a:pt x="28911" y="5852"/>
                      </a:cubicBezTo>
                      <a:cubicBezTo>
                        <a:pt x="31349" y="8556"/>
                        <a:pt x="31925" y="11748"/>
                        <a:pt x="30773" y="14319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91" name="Forme libre : forme 24190">
                  <a:extLst>
                    <a:ext uri="{FF2B5EF4-FFF2-40B4-BE49-F238E27FC236}">
                      <a16:creationId xmlns:a16="http://schemas.microsoft.com/office/drawing/2014/main" id="{4B0F491F-88B8-4B09-B50E-500BCC591438}"/>
                    </a:ext>
                  </a:extLst>
                </p:cNvPr>
                <p:cNvSpPr/>
                <p:nvPr/>
              </p:nvSpPr>
              <p:spPr>
                <a:xfrm>
                  <a:off x="7111348" y="1266712"/>
                  <a:ext cx="20400" cy="19060"/>
                </a:xfrm>
                <a:custGeom>
                  <a:avLst/>
                  <a:gdLst>
                    <a:gd name="connsiteX0" fmla="*/ 7057 w 20400"/>
                    <a:gd name="connsiteY0" fmla="*/ 0 h 19060"/>
                    <a:gd name="connsiteX1" fmla="*/ 8 w 20400"/>
                    <a:gd name="connsiteY1" fmla="*/ 8423 h 19060"/>
                    <a:gd name="connsiteX2" fmla="*/ 4707 w 20400"/>
                    <a:gd name="connsiteY2" fmla="*/ 15605 h 19060"/>
                    <a:gd name="connsiteX3" fmla="*/ 9451 w 20400"/>
                    <a:gd name="connsiteY3" fmla="*/ 17821 h 19060"/>
                    <a:gd name="connsiteX4" fmla="*/ 12155 w 20400"/>
                    <a:gd name="connsiteY4" fmla="*/ 18442 h 19060"/>
                    <a:gd name="connsiteX5" fmla="*/ 14638 w 20400"/>
                    <a:gd name="connsiteY5" fmla="*/ 18929 h 19060"/>
                    <a:gd name="connsiteX6" fmla="*/ 20400 w 20400"/>
                    <a:gd name="connsiteY6" fmla="*/ 18885 h 19060"/>
                    <a:gd name="connsiteX7" fmla="*/ 17430 w 20400"/>
                    <a:gd name="connsiteY7" fmla="*/ 17466 h 19060"/>
                    <a:gd name="connsiteX8" fmla="*/ 10116 w 20400"/>
                    <a:gd name="connsiteY8" fmla="*/ 9841 h 19060"/>
                    <a:gd name="connsiteX9" fmla="*/ 7057 w 20400"/>
                    <a:gd name="connsiteY9" fmla="*/ 0 h 19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400" h="19060">
                      <a:moveTo>
                        <a:pt x="7057" y="0"/>
                      </a:moveTo>
                      <a:cubicBezTo>
                        <a:pt x="2579" y="1818"/>
                        <a:pt x="-169" y="4832"/>
                        <a:pt x="8" y="8423"/>
                      </a:cubicBezTo>
                      <a:cubicBezTo>
                        <a:pt x="97" y="11171"/>
                        <a:pt x="1959" y="13743"/>
                        <a:pt x="4707" y="15605"/>
                      </a:cubicBezTo>
                      <a:cubicBezTo>
                        <a:pt x="6081" y="16535"/>
                        <a:pt x="7678" y="17289"/>
                        <a:pt x="9451" y="17821"/>
                      </a:cubicBezTo>
                      <a:cubicBezTo>
                        <a:pt x="10293" y="18087"/>
                        <a:pt x="11313" y="18264"/>
                        <a:pt x="12155" y="18442"/>
                      </a:cubicBezTo>
                      <a:cubicBezTo>
                        <a:pt x="12953" y="18663"/>
                        <a:pt x="13795" y="18841"/>
                        <a:pt x="14638" y="18929"/>
                      </a:cubicBezTo>
                      <a:cubicBezTo>
                        <a:pt x="16677" y="19018"/>
                        <a:pt x="18538" y="19195"/>
                        <a:pt x="20400" y="18885"/>
                      </a:cubicBezTo>
                      <a:cubicBezTo>
                        <a:pt x="19381" y="18619"/>
                        <a:pt x="18361" y="18176"/>
                        <a:pt x="17430" y="17466"/>
                      </a:cubicBezTo>
                      <a:cubicBezTo>
                        <a:pt x="14859" y="15605"/>
                        <a:pt x="12332" y="12679"/>
                        <a:pt x="10116" y="9841"/>
                      </a:cubicBezTo>
                      <a:cubicBezTo>
                        <a:pt x="8032" y="6827"/>
                        <a:pt x="6746" y="3414"/>
                        <a:pt x="7057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92" name="Forme libre : forme 24191">
                  <a:extLst>
                    <a:ext uri="{FF2B5EF4-FFF2-40B4-BE49-F238E27FC236}">
                      <a16:creationId xmlns:a16="http://schemas.microsoft.com/office/drawing/2014/main" id="{D70439E8-F27F-4986-8607-AE093FF70CE4}"/>
                    </a:ext>
                  </a:extLst>
                </p:cNvPr>
                <p:cNvSpPr/>
                <p:nvPr/>
              </p:nvSpPr>
              <p:spPr>
                <a:xfrm>
                  <a:off x="7112993" y="1267735"/>
                  <a:ext cx="30276" cy="20556"/>
                </a:xfrm>
                <a:custGeom>
                  <a:avLst/>
                  <a:gdLst>
                    <a:gd name="connsiteX0" fmla="*/ 29617 w 30276"/>
                    <a:gd name="connsiteY0" fmla="*/ 14582 h 20556"/>
                    <a:gd name="connsiteX1" fmla="*/ 23055 w 30276"/>
                    <a:gd name="connsiteY1" fmla="*/ 19591 h 20556"/>
                    <a:gd name="connsiteX2" fmla="*/ 18667 w 30276"/>
                    <a:gd name="connsiteY2" fmla="*/ 20433 h 20556"/>
                    <a:gd name="connsiteX3" fmla="*/ 13968 w 30276"/>
                    <a:gd name="connsiteY3" fmla="*/ 20300 h 20556"/>
                    <a:gd name="connsiteX4" fmla="*/ 9224 w 30276"/>
                    <a:gd name="connsiteY4" fmla="*/ 19103 h 20556"/>
                    <a:gd name="connsiteX5" fmla="*/ 4569 w 30276"/>
                    <a:gd name="connsiteY5" fmla="*/ 16887 h 20556"/>
                    <a:gd name="connsiteX6" fmla="*/ 3 w 30276"/>
                    <a:gd name="connsiteY6" fmla="*/ 9661 h 20556"/>
                    <a:gd name="connsiteX7" fmla="*/ 4614 w 30276"/>
                    <a:gd name="connsiteY7" fmla="*/ 2524 h 20556"/>
                    <a:gd name="connsiteX8" fmla="*/ 9889 w 30276"/>
                    <a:gd name="connsiteY8" fmla="*/ 396 h 20556"/>
                    <a:gd name="connsiteX9" fmla="*/ 16849 w 30276"/>
                    <a:gd name="connsiteY9" fmla="*/ 174 h 20556"/>
                    <a:gd name="connsiteX10" fmla="*/ 23543 w 30276"/>
                    <a:gd name="connsiteY10" fmla="*/ 2346 h 20556"/>
                    <a:gd name="connsiteX11" fmla="*/ 28154 w 30276"/>
                    <a:gd name="connsiteY11" fmla="*/ 6159 h 20556"/>
                    <a:gd name="connsiteX12" fmla="*/ 29617 w 30276"/>
                    <a:gd name="connsiteY12" fmla="*/ 14582 h 20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276" h="20556">
                      <a:moveTo>
                        <a:pt x="29617" y="14582"/>
                      </a:moveTo>
                      <a:cubicBezTo>
                        <a:pt x="28375" y="17197"/>
                        <a:pt x="25848" y="18571"/>
                        <a:pt x="23055" y="19591"/>
                      </a:cubicBezTo>
                      <a:cubicBezTo>
                        <a:pt x="21637" y="20123"/>
                        <a:pt x="20174" y="20256"/>
                        <a:pt x="18667" y="20433"/>
                      </a:cubicBezTo>
                      <a:cubicBezTo>
                        <a:pt x="17115" y="20699"/>
                        <a:pt x="15608" y="20478"/>
                        <a:pt x="13968" y="20300"/>
                      </a:cubicBezTo>
                      <a:cubicBezTo>
                        <a:pt x="12283" y="20212"/>
                        <a:pt x="10998" y="19591"/>
                        <a:pt x="9224" y="19103"/>
                      </a:cubicBezTo>
                      <a:cubicBezTo>
                        <a:pt x="7495" y="18571"/>
                        <a:pt x="5899" y="17818"/>
                        <a:pt x="4569" y="16887"/>
                      </a:cubicBezTo>
                      <a:cubicBezTo>
                        <a:pt x="1910" y="15025"/>
                        <a:pt x="92" y="12454"/>
                        <a:pt x="3" y="9661"/>
                      </a:cubicBezTo>
                      <a:cubicBezTo>
                        <a:pt x="-85" y="6868"/>
                        <a:pt x="1644" y="4341"/>
                        <a:pt x="4614" y="2524"/>
                      </a:cubicBezTo>
                      <a:cubicBezTo>
                        <a:pt x="6121" y="1593"/>
                        <a:pt x="7894" y="883"/>
                        <a:pt x="9889" y="396"/>
                      </a:cubicBezTo>
                      <a:cubicBezTo>
                        <a:pt x="11884" y="-136"/>
                        <a:pt x="14367" y="-48"/>
                        <a:pt x="16849" y="174"/>
                      </a:cubicBezTo>
                      <a:cubicBezTo>
                        <a:pt x="19332" y="484"/>
                        <a:pt x="21593" y="1415"/>
                        <a:pt x="23543" y="2346"/>
                      </a:cubicBezTo>
                      <a:cubicBezTo>
                        <a:pt x="25494" y="3366"/>
                        <a:pt x="27001" y="4829"/>
                        <a:pt x="28154" y="6159"/>
                      </a:cubicBezTo>
                      <a:cubicBezTo>
                        <a:pt x="30414" y="8819"/>
                        <a:pt x="30813" y="12099"/>
                        <a:pt x="29617" y="1458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93" name="Forme libre : forme 24192">
                  <a:extLst>
                    <a:ext uri="{FF2B5EF4-FFF2-40B4-BE49-F238E27FC236}">
                      <a16:creationId xmlns:a16="http://schemas.microsoft.com/office/drawing/2014/main" id="{84D9AA70-7688-4452-A63B-FD21D08075D2}"/>
                    </a:ext>
                  </a:extLst>
                </p:cNvPr>
                <p:cNvSpPr/>
                <p:nvPr/>
              </p:nvSpPr>
              <p:spPr>
                <a:xfrm>
                  <a:off x="7096431" y="1259655"/>
                  <a:ext cx="36958" cy="37102"/>
                </a:xfrm>
                <a:custGeom>
                  <a:avLst/>
                  <a:gdLst>
                    <a:gd name="connsiteX0" fmla="*/ 1802 w 36958"/>
                    <a:gd name="connsiteY0" fmla="*/ 18229 h 37102"/>
                    <a:gd name="connsiteX1" fmla="*/ 4329 w 36958"/>
                    <a:gd name="connsiteY1" fmla="*/ 27316 h 37102"/>
                    <a:gd name="connsiteX2" fmla="*/ 10624 w 36958"/>
                    <a:gd name="connsiteY2" fmla="*/ 33345 h 37102"/>
                    <a:gd name="connsiteX3" fmla="*/ 18825 w 36958"/>
                    <a:gd name="connsiteY3" fmla="*/ 36360 h 37102"/>
                    <a:gd name="connsiteX4" fmla="*/ 26140 w 36958"/>
                    <a:gd name="connsiteY4" fmla="*/ 37069 h 37102"/>
                    <a:gd name="connsiteX5" fmla="*/ 31150 w 36958"/>
                    <a:gd name="connsiteY5" fmla="*/ 35828 h 37102"/>
                    <a:gd name="connsiteX6" fmla="*/ 34962 w 36958"/>
                    <a:gd name="connsiteY6" fmla="*/ 32725 h 37102"/>
                    <a:gd name="connsiteX7" fmla="*/ 36957 w 36958"/>
                    <a:gd name="connsiteY7" fmla="*/ 27893 h 37102"/>
                    <a:gd name="connsiteX8" fmla="*/ 33676 w 36958"/>
                    <a:gd name="connsiteY8" fmla="*/ 22130 h 37102"/>
                    <a:gd name="connsiteX9" fmla="*/ 27647 w 36958"/>
                    <a:gd name="connsiteY9" fmla="*/ 16189 h 37102"/>
                    <a:gd name="connsiteX10" fmla="*/ 21441 w 36958"/>
                    <a:gd name="connsiteY10" fmla="*/ 10027 h 37102"/>
                    <a:gd name="connsiteX11" fmla="*/ 14259 w 36958"/>
                    <a:gd name="connsiteY11" fmla="*/ 2624 h 37102"/>
                    <a:gd name="connsiteX12" fmla="*/ 3664 w 36958"/>
                    <a:gd name="connsiteY12" fmla="*/ 673 h 37102"/>
                    <a:gd name="connsiteX13" fmla="*/ 74 w 36958"/>
                    <a:gd name="connsiteY13" fmla="*/ 9052 h 37102"/>
                    <a:gd name="connsiteX14" fmla="*/ 1802 w 36958"/>
                    <a:gd name="connsiteY14" fmla="*/ 18229 h 37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958" h="37102">
                      <a:moveTo>
                        <a:pt x="1802" y="18229"/>
                      </a:moveTo>
                      <a:cubicBezTo>
                        <a:pt x="2246" y="21376"/>
                        <a:pt x="2778" y="24612"/>
                        <a:pt x="4329" y="27316"/>
                      </a:cubicBezTo>
                      <a:cubicBezTo>
                        <a:pt x="5792" y="29799"/>
                        <a:pt x="8053" y="31838"/>
                        <a:pt x="10624" y="33345"/>
                      </a:cubicBezTo>
                      <a:cubicBezTo>
                        <a:pt x="13196" y="34853"/>
                        <a:pt x="15855" y="35562"/>
                        <a:pt x="18825" y="36360"/>
                      </a:cubicBezTo>
                      <a:cubicBezTo>
                        <a:pt x="21219" y="36936"/>
                        <a:pt x="23702" y="37202"/>
                        <a:pt x="26140" y="37069"/>
                      </a:cubicBezTo>
                      <a:cubicBezTo>
                        <a:pt x="27825" y="37202"/>
                        <a:pt x="29465" y="36493"/>
                        <a:pt x="31150" y="35828"/>
                      </a:cubicBezTo>
                      <a:cubicBezTo>
                        <a:pt x="32391" y="35252"/>
                        <a:pt x="33809" y="34010"/>
                        <a:pt x="34962" y="32725"/>
                      </a:cubicBezTo>
                      <a:cubicBezTo>
                        <a:pt x="36115" y="31439"/>
                        <a:pt x="37001" y="29755"/>
                        <a:pt x="36957" y="27893"/>
                      </a:cubicBezTo>
                      <a:cubicBezTo>
                        <a:pt x="36913" y="25455"/>
                        <a:pt x="35272" y="23859"/>
                        <a:pt x="33676" y="22130"/>
                      </a:cubicBezTo>
                      <a:cubicBezTo>
                        <a:pt x="31814" y="20046"/>
                        <a:pt x="29731" y="18362"/>
                        <a:pt x="27647" y="16189"/>
                      </a:cubicBezTo>
                      <a:cubicBezTo>
                        <a:pt x="25519" y="14194"/>
                        <a:pt x="23392" y="12244"/>
                        <a:pt x="21441" y="10027"/>
                      </a:cubicBezTo>
                      <a:cubicBezTo>
                        <a:pt x="19756" y="8210"/>
                        <a:pt x="17363" y="4929"/>
                        <a:pt x="14259" y="2624"/>
                      </a:cubicBezTo>
                      <a:cubicBezTo>
                        <a:pt x="11156" y="452"/>
                        <a:pt x="7344" y="-878"/>
                        <a:pt x="3664" y="673"/>
                      </a:cubicBezTo>
                      <a:cubicBezTo>
                        <a:pt x="340" y="2136"/>
                        <a:pt x="-237" y="5683"/>
                        <a:pt x="74" y="9052"/>
                      </a:cubicBezTo>
                      <a:cubicBezTo>
                        <a:pt x="384" y="12465"/>
                        <a:pt x="1492" y="16056"/>
                        <a:pt x="1802" y="1822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94" name="Forme libre : forme 24193">
                  <a:extLst>
                    <a:ext uri="{FF2B5EF4-FFF2-40B4-BE49-F238E27FC236}">
                      <a16:creationId xmlns:a16="http://schemas.microsoft.com/office/drawing/2014/main" id="{B31A62CF-A420-43F5-AB22-8CEEFAC2EA74}"/>
                    </a:ext>
                  </a:extLst>
                </p:cNvPr>
                <p:cNvSpPr/>
                <p:nvPr/>
              </p:nvSpPr>
              <p:spPr>
                <a:xfrm>
                  <a:off x="7103627" y="1259078"/>
                  <a:ext cx="13817" cy="10650"/>
                </a:xfrm>
                <a:custGeom>
                  <a:avLst/>
                  <a:gdLst>
                    <a:gd name="connsiteX0" fmla="*/ 636 w 13817"/>
                    <a:gd name="connsiteY0" fmla="*/ 6570 h 10650"/>
                    <a:gd name="connsiteX1" fmla="*/ 15 w 13817"/>
                    <a:gd name="connsiteY1" fmla="*/ 8787 h 10650"/>
                    <a:gd name="connsiteX2" fmla="*/ 1478 w 13817"/>
                    <a:gd name="connsiteY2" fmla="*/ 10560 h 10650"/>
                    <a:gd name="connsiteX3" fmla="*/ 3916 w 13817"/>
                    <a:gd name="connsiteY3" fmla="*/ 10294 h 10650"/>
                    <a:gd name="connsiteX4" fmla="*/ 9768 w 13817"/>
                    <a:gd name="connsiteY4" fmla="*/ 7900 h 10650"/>
                    <a:gd name="connsiteX5" fmla="*/ 11896 w 13817"/>
                    <a:gd name="connsiteY5" fmla="*/ 6615 h 10650"/>
                    <a:gd name="connsiteX6" fmla="*/ 9945 w 13817"/>
                    <a:gd name="connsiteY6" fmla="*/ 54 h 10650"/>
                    <a:gd name="connsiteX7" fmla="*/ 636 w 13817"/>
                    <a:gd name="connsiteY7" fmla="*/ 6570 h 10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817" h="10650">
                      <a:moveTo>
                        <a:pt x="636" y="6570"/>
                      </a:moveTo>
                      <a:cubicBezTo>
                        <a:pt x="237" y="7280"/>
                        <a:pt x="-73" y="8033"/>
                        <a:pt x="15" y="8787"/>
                      </a:cubicBezTo>
                      <a:cubicBezTo>
                        <a:pt x="104" y="9541"/>
                        <a:pt x="636" y="10294"/>
                        <a:pt x="1478" y="10560"/>
                      </a:cubicBezTo>
                      <a:cubicBezTo>
                        <a:pt x="2276" y="10782"/>
                        <a:pt x="3118" y="10560"/>
                        <a:pt x="3916" y="10294"/>
                      </a:cubicBezTo>
                      <a:cubicBezTo>
                        <a:pt x="5911" y="9629"/>
                        <a:pt x="7906" y="8654"/>
                        <a:pt x="9768" y="7900"/>
                      </a:cubicBezTo>
                      <a:cubicBezTo>
                        <a:pt x="10522" y="7546"/>
                        <a:pt x="11320" y="7147"/>
                        <a:pt x="11896" y="6615"/>
                      </a:cubicBezTo>
                      <a:cubicBezTo>
                        <a:pt x="14423" y="4354"/>
                        <a:pt x="15088" y="-567"/>
                        <a:pt x="9945" y="54"/>
                      </a:cubicBezTo>
                      <a:cubicBezTo>
                        <a:pt x="6000" y="408"/>
                        <a:pt x="2143" y="3777"/>
                        <a:pt x="636" y="657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95" name="Forme libre : forme 24194">
                  <a:extLst>
                    <a:ext uri="{FF2B5EF4-FFF2-40B4-BE49-F238E27FC236}">
                      <a16:creationId xmlns:a16="http://schemas.microsoft.com/office/drawing/2014/main" id="{F3CBD910-8E34-459F-B6A7-543D058A6D4E}"/>
                    </a:ext>
                  </a:extLst>
                </p:cNvPr>
                <p:cNvSpPr/>
                <p:nvPr/>
              </p:nvSpPr>
              <p:spPr>
                <a:xfrm>
                  <a:off x="7128734" y="1288922"/>
                  <a:ext cx="21500" cy="11792"/>
                </a:xfrm>
                <a:custGeom>
                  <a:avLst/>
                  <a:gdLst>
                    <a:gd name="connsiteX0" fmla="*/ 21500 w 21500"/>
                    <a:gd name="connsiteY0" fmla="*/ 0 h 11792"/>
                    <a:gd name="connsiteX1" fmla="*/ 15250 w 21500"/>
                    <a:gd name="connsiteY1" fmla="*/ 5852 h 11792"/>
                    <a:gd name="connsiteX2" fmla="*/ 8157 w 21500"/>
                    <a:gd name="connsiteY2" fmla="*/ 9531 h 11792"/>
                    <a:gd name="connsiteX3" fmla="*/ 4123 w 21500"/>
                    <a:gd name="connsiteY3" fmla="*/ 10905 h 11792"/>
                    <a:gd name="connsiteX4" fmla="*/ 0 w 21500"/>
                    <a:gd name="connsiteY4" fmla="*/ 11792 h 11792"/>
                    <a:gd name="connsiteX5" fmla="*/ 1507 w 21500"/>
                    <a:gd name="connsiteY5" fmla="*/ 11304 h 11792"/>
                    <a:gd name="connsiteX6" fmla="*/ 5852 w 21500"/>
                    <a:gd name="connsiteY6" fmla="*/ 9443 h 11792"/>
                    <a:gd name="connsiteX7" fmla="*/ 9043 w 21500"/>
                    <a:gd name="connsiteY7" fmla="*/ 7891 h 11792"/>
                    <a:gd name="connsiteX8" fmla="*/ 12811 w 21500"/>
                    <a:gd name="connsiteY8" fmla="*/ 6029 h 11792"/>
                    <a:gd name="connsiteX9" fmla="*/ 21500 w 21500"/>
                    <a:gd name="connsiteY9" fmla="*/ 0 h 11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500" h="11792">
                      <a:moveTo>
                        <a:pt x="21500" y="0"/>
                      </a:moveTo>
                      <a:cubicBezTo>
                        <a:pt x="21500" y="0"/>
                        <a:pt x="19284" y="3236"/>
                        <a:pt x="15250" y="5852"/>
                      </a:cubicBezTo>
                      <a:cubicBezTo>
                        <a:pt x="13211" y="7270"/>
                        <a:pt x="10772" y="8645"/>
                        <a:pt x="8157" y="9531"/>
                      </a:cubicBezTo>
                      <a:cubicBezTo>
                        <a:pt x="6827" y="10107"/>
                        <a:pt x="5497" y="10595"/>
                        <a:pt x="4123" y="10905"/>
                      </a:cubicBezTo>
                      <a:cubicBezTo>
                        <a:pt x="2748" y="11216"/>
                        <a:pt x="1374" y="11748"/>
                        <a:pt x="0" y="11792"/>
                      </a:cubicBezTo>
                      <a:cubicBezTo>
                        <a:pt x="0" y="11792"/>
                        <a:pt x="532" y="11703"/>
                        <a:pt x="1507" y="11304"/>
                      </a:cubicBezTo>
                      <a:cubicBezTo>
                        <a:pt x="2483" y="10905"/>
                        <a:pt x="3945" y="10196"/>
                        <a:pt x="5852" y="9443"/>
                      </a:cubicBezTo>
                      <a:cubicBezTo>
                        <a:pt x="6782" y="9044"/>
                        <a:pt x="7846" y="8512"/>
                        <a:pt x="9043" y="7891"/>
                      </a:cubicBezTo>
                      <a:cubicBezTo>
                        <a:pt x="10196" y="7403"/>
                        <a:pt x="11482" y="6783"/>
                        <a:pt x="12811" y="6029"/>
                      </a:cubicBezTo>
                      <a:cubicBezTo>
                        <a:pt x="15471" y="4522"/>
                        <a:pt x="18530" y="2660"/>
                        <a:pt x="2150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96" name="Forme libre : forme 24195">
                  <a:extLst>
                    <a:ext uri="{FF2B5EF4-FFF2-40B4-BE49-F238E27FC236}">
                      <a16:creationId xmlns:a16="http://schemas.microsoft.com/office/drawing/2014/main" id="{B45A4CB9-7001-49A1-85B0-4BAA92614566}"/>
                    </a:ext>
                  </a:extLst>
                </p:cNvPr>
                <p:cNvSpPr/>
                <p:nvPr/>
              </p:nvSpPr>
              <p:spPr>
                <a:xfrm>
                  <a:off x="7087239" y="1248670"/>
                  <a:ext cx="22653" cy="23096"/>
                </a:xfrm>
                <a:custGeom>
                  <a:avLst/>
                  <a:gdLst>
                    <a:gd name="connsiteX0" fmla="*/ 22654 w 22653"/>
                    <a:gd name="connsiteY0" fmla="*/ 0 h 23096"/>
                    <a:gd name="connsiteX1" fmla="*/ 10418 w 22653"/>
                    <a:gd name="connsiteY1" fmla="*/ 3768 h 23096"/>
                    <a:gd name="connsiteX2" fmla="*/ 2395 w 22653"/>
                    <a:gd name="connsiteY2" fmla="*/ 11260 h 23096"/>
                    <a:gd name="connsiteX3" fmla="*/ 266 w 22653"/>
                    <a:gd name="connsiteY3" fmla="*/ 23096 h 23096"/>
                    <a:gd name="connsiteX4" fmla="*/ 532 w 22653"/>
                    <a:gd name="connsiteY4" fmla="*/ 20259 h 23096"/>
                    <a:gd name="connsiteX5" fmla="*/ 2838 w 22653"/>
                    <a:gd name="connsiteY5" fmla="*/ 13610 h 23096"/>
                    <a:gd name="connsiteX6" fmla="*/ 9665 w 22653"/>
                    <a:gd name="connsiteY6" fmla="*/ 5586 h 23096"/>
                    <a:gd name="connsiteX7" fmla="*/ 22654 w 22653"/>
                    <a:gd name="connsiteY7" fmla="*/ 0 h 2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653" h="23096">
                      <a:moveTo>
                        <a:pt x="22654" y="0"/>
                      </a:moveTo>
                      <a:cubicBezTo>
                        <a:pt x="22654" y="0"/>
                        <a:pt x="16447" y="621"/>
                        <a:pt x="10418" y="3768"/>
                      </a:cubicBezTo>
                      <a:cubicBezTo>
                        <a:pt x="7315" y="5630"/>
                        <a:pt x="4345" y="8113"/>
                        <a:pt x="2395" y="11260"/>
                      </a:cubicBezTo>
                      <a:cubicBezTo>
                        <a:pt x="400" y="14319"/>
                        <a:pt x="-487" y="18353"/>
                        <a:pt x="266" y="23096"/>
                      </a:cubicBezTo>
                      <a:cubicBezTo>
                        <a:pt x="266" y="23096"/>
                        <a:pt x="222" y="22032"/>
                        <a:pt x="532" y="20259"/>
                      </a:cubicBezTo>
                      <a:cubicBezTo>
                        <a:pt x="799" y="18442"/>
                        <a:pt x="1464" y="16181"/>
                        <a:pt x="2838" y="13610"/>
                      </a:cubicBezTo>
                      <a:cubicBezTo>
                        <a:pt x="4212" y="11038"/>
                        <a:pt x="6340" y="8245"/>
                        <a:pt x="9665" y="5586"/>
                      </a:cubicBezTo>
                      <a:cubicBezTo>
                        <a:pt x="12857" y="3103"/>
                        <a:pt x="17112" y="1241"/>
                        <a:pt x="226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97" name="Forme libre : forme 24196">
                  <a:extLst>
                    <a:ext uri="{FF2B5EF4-FFF2-40B4-BE49-F238E27FC236}">
                      <a16:creationId xmlns:a16="http://schemas.microsoft.com/office/drawing/2014/main" id="{4AE38474-1687-4828-A88D-BB7F55BDC165}"/>
                    </a:ext>
                  </a:extLst>
                </p:cNvPr>
                <p:cNvSpPr/>
                <p:nvPr/>
              </p:nvSpPr>
              <p:spPr>
                <a:xfrm>
                  <a:off x="7124794" y="1267604"/>
                  <a:ext cx="12219" cy="8012"/>
                </a:xfrm>
                <a:custGeom>
                  <a:avLst/>
                  <a:gdLst>
                    <a:gd name="connsiteX0" fmla="*/ 11830 w 12219"/>
                    <a:gd name="connsiteY0" fmla="*/ 7044 h 8012"/>
                    <a:gd name="connsiteX1" fmla="*/ 4516 w 12219"/>
                    <a:gd name="connsiteY1" fmla="*/ 6778 h 8012"/>
                    <a:gd name="connsiteX2" fmla="*/ 171 w 12219"/>
                    <a:gd name="connsiteY2" fmla="*/ 1414 h 8012"/>
                    <a:gd name="connsiteX3" fmla="*/ 8151 w 12219"/>
                    <a:gd name="connsiteY3" fmla="*/ 1148 h 8012"/>
                    <a:gd name="connsiteX4" fmla="*/ 11830 w 12219"/>
                    <a:gd name="connsiteY4" fmla="*/ 7044 h 8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19" h="8012">
                      <a:moveTo>
                        <a:pt x="11830" y="7044"/>
                      </a:moveTo>
                      <a:cubicBezTo>
                        <a:pt x="10678" y="8418"/>
                        <a:pt x="7530" y="8330"/>
                        <a:pt x="4516" y="6778"/>
                      </a:cubicBezTo>
                      <a:cubicBezTo>
                        <a:pt x="1457" y="5492"/>
                        <a:pt x="-627" y="3054"/>
                        <a:pt x="171" y="1414"/>
                      </a:cubicBezTo>
                      <a:cubicBezTo>
                        <a:pt x="969" y="-138"/>
                        <a:pt x="4737" y="-670"/>
                        <a:pt x="8151" y="1148"/>
                      </a:cubicBezTo>
                      <a:cubicBezTo>
                        <a:pt x="11520" y="2832"/>
                        <a:pt x="12983" y="5581"/>
                        <a:pt x="11830" y="704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98" name="Forme libre : forme 24197">
                  <a:extLst>
                    <a:ext uri="{FF2B5EF4-FFF2-40B4-BE49-F238E27FC236}">
                      <a16:creationId xmlns:a16="http://schemas.microsoft.com/office/drawing/2014/main" id="{91159A64-48C4-499B-B338-60986360B3CB}"/>
                    </a:ext>
                  </a:extLst>
                </p:cNvPr>
                <p:cNvSpPr/>
                <p:nvPr/>
              </p:nvSpPr>
              <p:spPr>
                <a:xfrm>
                  <a:off x="7135203" y="1272363"/>
                  <a:ext cx="3396" cy="3011"/>
                </a:xfrm>
                <a:custGeom>
                  <a:avLst/>
                  <a:gdLst>
                    <a:gd name="connsiteX0" fmla="*/ 3328 w 3396"/>
                    <a:gd name="connsiteY0" fmla="*/ 2063 h 3011"/>
                    <a:gd name="connsiteX1" fmla="*/ 1289 w 3396"/>
                    <a:gd name="connsiteY1" fmla="*/ 2905 h 3011"/>
                    <a:gd name="connsiteX2" fmla="*/ 48 w 3396"/>
                    <a:gd name="connsiteY2" fmla="*/ 1043 h 3011"/>
                    <a:gd name="connsiteX3" fmla="*/ 2131 w 3396"/>
                    <a:gd name="connsiteY3" fmla="*/ 112 h 3011"/>
                    <a:gd name="connsiteX4" fmla="*/ 3328 w 3396"/>
                    <a:gd name="connsiteY4" fmla="*/ 2063 h 3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6" h="3011">
                      <a:moveTo>
                        <a:pt x="3328" y="2063"/>
                      </a:moveTo>
                      <a:cubicBezTo>
                        <a:pt x="3062" y="2817"/>
                        <a:pt x="2131" y="3216"/>
                        <a:pt x="1289" y="2905"/>
                      </a:cubicBezTo>
                      <a:cubicBezTo>
                        <a:pt x="402" y="2551"/>
                        <a:pt x="-174" y="1886"/>
                        <a:pt x="48" y="1043"/>
                      </a:cubicBezTo>
                      <a:cubicBezTo>
                        <a:pt x="225" y="290"/>
                        <a:pt x="1200" y="-242"/>
                        <a:pt x="2131" y="112"/>
                      </a:cubicBezTo>
                      <a:cubicBezTo>
                        <a:pt x="3062" y="378"/>
                        <a:pt x="3594" y="1265"/>
                        <a:pt x="3328" y="20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99" name="Forme libre : forme 24198">
                  <a:extLst>
                    <a:ext uri="{FF2B5EF4-FFF2-40B4-BE49-F238E27FC236}">
                      <a16:creationId xmlns:a16="http://schemas.microsoft.com/office/drawing/2014/main" id="{67597EE2-802F-4FD1-8480-060604018621}"/>
                    </a:ext>
                  </a:extLst>
                </p:cNvPr>
                <p:cNvSpPr/>
                <p:nvPr/>
              </p:nvSpPr>
              <p:spPr>
                <a:xfrm>
                  <a:off x="7125509" y="1251992"/>
                  <a:ext cx="30178" cy="32574"/>
                </a:xfrm>
                <a:custGeom>
                  <a:avLst/>
                  <a:gdLst>
                    <a:gd name="connsiteX0" fmla="*/ 30177 w 30178"/>
                    <a:gd name="connsiteY0" fmla="*/ 18045 h 32574"/>
                    <a:gd name="connsiteX1" fmla="*/ 25656 w 30178"/>
                    <a:gd name="connsiteY1" fmla="*/ 30281 h 32574"/>
                    <a:gd name="connsiteX2" fmla="*/ 21622 w 30178"/>
                    <a:gd name="connsiteY2" fmla="*/ 32409 h 32574"/>
                    <a:gd name="connsiteX3" fmla="*/ 19849 w 30178"/>
                    <a:gd name="connsiteY3" fmla="*/ 28463 h 32574"/>
                    <a:gd name="connsiteX4" fmla="*/ 19760 w 30178"/>
                    <a:gd name="connsiteY4" fmla="*/ 21414 h 32574"/>
                    <a:gd name="connsiteX5" fmla="*/ 17189 w 30178"/>
                    <a:gd name="connsiteY5" fmla="*/ 14499 h 32574"/>
                    <a:gd name="connsiteX6" fmla="*/ 13376 w 30178"/>
                    <a:gd name="connsiteY6" fmla="*/ 11484 h 32574"/>
                    <a:gd name="connsiteX7" fmla="*/ 6948 w 30178"/>
                    <a:gd name="connsiteY7" fmla="*/ 7805 h 32574"/>
                    <a:gd name="connsiteX8" fmla="*/ 564 w 30178"/>
                    <a:gd name="connsiteY8" fmla="*/ 1554 h 32574"/>
                    <a:gd name="connsiteX9" fmla="*/ 13332 w 30178"/>
                    <a:gd name="connsiteY9" fmla="*/ 1067 h 32574"/>
                    <a:gd name="connsiteX10" fmla="*/ 20558 w 30178"/>
                    <a:gd name="connsiteY10" fmla="*/ 3992 h 32574"/>
                    <a:gd name="connsiteX11" fmla="*/ 25212 w 30178"/>
                    <a:gd name="connsiteY11" fmla="*/ 7184 h 32574"/>
                    <a:gd name="connsiteX12" fmla="*/ 30177 w 30178"/>
                    <a:gd name="connsiteY12" fmla="*/ 18045 h 32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178" h="32574">
                      <a:moveTo>
                        <a:pt x="30177" y="18045"/>
                      </a:moveTo>
                      <a:cubicBezTo>
                        <a:pt x="30222" y="22744"/>
                        <a:pt x="28138" y="26690"/>
                        <a:pt x="25656" y="30281"/>
                      </a:cubicBezTo>
                      <a:cubicBezTo>
                        <a:pt x="24725" y="31610"/>
                        <a:pt x="23173" y="33073"/>
                        <a:pt x="21622" y="32409"/>
                      </a:cubicBezTo>
                      <a:cubicBezTo>
                        <a:pt x="20203" y="31832"/>
                        <a:pt x="19893" y="29926"/>
                        <a:pt x="19849" y="28463"/>
                      </a:cubicBezTo>
                      <a:cubicBezTo>
                        <a:pt x="19804" y="26158"/>
                        <a:pt x="19981" y="23808"/>
                        <a:pt x="19760" y="21414"/>
                      </a:cubicBezTo>
                      <a:cubicBezTo>
                        <a:pt x="19583" y="18976"/>
                        <a:pt x="18962" y="16627"/>
                        <a:pt x="17189" y="14499"/>
                      </a:cubicBezTo>
                      <a:cubicBezTo>
                        <a:pt x="16612" y="13834"/>
                        <a:pt x="15238" y="12726"/>
                        <a:pt x="13376" y="11484"/>
                      </a:cubicBezTo>
                      <a:cubicBezTo>
                        <a:pt x="11426" y="10376"/>
                        <a:pt x="9165" y="9090"/>
                        <a:pt x="6948" y="7805"/>
                      </a:cubicBezTo>
                      <a:cubicBezTo>
                        <a:pt x="2515" y="5633"/>
                        <a:pt x="-1519" y="3416"/>
                        <a:pt x="564" y="1554"/>
                      </a:cubicBezTo>
                      <a:cubicBezTo>
                        <a:pt x="2693" y="-308"/>
                        <a:pt x="8101" y="-529"/>
                        <a:pt x="13332" y="1067"/>
                      </a:cubicBezTo>
                      <a:cubicBezTo>
                        <a:pt x="15992" y="1687"/>
                        <a:pt x="18474" y="2840"/>
                        <a:pt x="20558" y="3992"/>
                      </a:cubicBezTo>
                      <a:cubicBezTo>
                        <a:pt x="22641" y="5101"/>
                        <a:pt x="24326" y="6209"/>
                        <a:pt x="25212" y="7184"/>
                      </a:cubicBezTo>
                      <a:cubicBezTo>
                        <a:pt x="28626" y="10553"/>
                        <a:pt x="30177" y="14454"/>
                        <a:pt x="30177" y="1804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98" name="Graphique 2">
                <a:extLst>
                  <a:ext uri="{FF2B5EF4-FFF2-40B4-BE49-F238E27FC236}">
                    <a16:creationId xmlns:a16="http://schemas.microsoft.com/office/drawing/2014/main" id="{72F81B45-8744-434C-95E7-1489C9A2B5A0}"/>
                  </a:ext>
                </a:extLst>
              </p:cNvPr>
              <p:cNvGrpSpPr/>
              <p:nvPr/>
            </p:nvGrpSpPr>
            <p:grpSpPr>
              <a:xfrm>
                <a:off x="7145841" y="1274070"/>
                <a:ext cx="67249" cy="73697"/>
                <a:chOff x="7145841" y="1274070"/>
                <a:chExt cx="67249" cy="73697"/>
              </a:xfrm>
              <a:solidFill>
                <a:schemeClr val="accent1"/>
              </a:solidFill>
            </p:grpSpPr>
            <p:sp>
              <p:nvSpPr>
                <p:cNvPr id="24176" name="Forme libre : forme 24175">
                  <a:extLst>
                    <a:ext uri="{FF2B5EF4-FFF2-40B4-BE49-F238E27FC236}">
                      <a16:creationId xmlns:a16="http://schemas.microsoft.com/office/drawing/2014/main" id="{97C15417-B4D5-44CB-9CCF-EE2F12619620}"/>
                    </a:ext>
                  </a:extLst>
                </p:cNvPr>
                <p:cNvSpPr/>
                <p:nvPr/>
              </p:nvSpPr>
              <p:spPr>
                <a:xfrm>
                  <a:off x="7145884" y="1274070"/>
                  <a:ext cx="67205" cy="73639"/>
                </a:xfrm>
                <a:custGeom>
                  <a:avLst/>
                  <a:gdLst>
                    <a:gd name="connsiteX0" fmla="*/ 17516 w 67205"/>
                    <a:gd name="connsiteY0" fmla="*/ 63173 h 73639"/>
                    <a:gd name="connsiteX1" fmla="*/ 4217 w 67205"/>
                    <a:gd name="connsiteY1" fmla="*/ 44687 h 73639"/>
                    <a:gd name="connsiteX2" fmla="*/ 892 w 67205"/>
                    <a:gd name="connsiteY2" fmla="*/ 38569 h 73639"/>
                    <a:gd name="connsiteX3" fmla="*/ 5 w 67205"/>
                    <a:gd name="connsiteY3" fmla="*/ 31831 h 73639"/>
                    <a:gd name="connsiteX4" fmla="*/ 1202 w 67205"/>
                    <a:gd name="connsiteY4" fmla="*/ 24605 h 73639"/>
                    <a:gd name="connsiteX5" fmla="*/ 4705 w 67205"/>
                    <a:gd name="connsiteY5" fmla="*/ 17734 h 73639"/>
                    <a:gd name="connsiteX6" fmla="*/ 13704 w 67205"/>
                    <a:gd name="connsiteY6" fmla="*/ 5897 h 73639"/>
                    <a:gd name="connsiteX7" fmla="*/ 28421 w 67205"/>
                    <a:gd name="connsiteY7" fmla="*/ 134 h 73639"/>
                    <a:gd name="connsiteX8" fmla="*/ 37642 w 67205"/>
                    <a:gd name="connsiteY8" fmla="*/ 3149 h 73639"/>
                    <a:gd name="connsiteX9" fmla="*/ 45755 w 67205"/>
                    <a:gd name="connsiteY9" fmla="*/ 9843 h 73639"/>
                    <a:gd name="connsiteX10" fmla="*/ 63088 w 67205"/>
                    <a:gd name="connsiteY10" fmla="*/ 33427 h 73639"/>
                    <a:gd name="connsiteX11" fmla="*/ 58478 w 67205"/>
                    <a:gd name="connsiteY11" fmla="*/ 63129 h 73639"/>
                    <a:gd name="connsiteX12" fmla="*/ 45666 w 67205"/>
                    <a:gd name="connsiteY12" fmla="*/ 70975 h 73639"/>
                    <a:gd name="connsiteX13" fmla="*/ 17516 w 67205"/>
                    <a:gd name="connsiteY13" fmla="*/ 63173 h 73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7205" h="73639">
                      <a:moveTo>
                        <a:pt x="17516" y="63173"/>
                      </a:moveTo>
                      <a:cubicBezTo>
                        <a:pt x="13127" y="56390"/>
                        <a:pt x="8694" y="50095"/>
                        <a:pt x="4217" y="44687"/>
                      </a:cubicBezTo>
                      <a:cubicBezTo>
                        <a:pt x="2665" y="42781"/>
                        <a:pt x="1557" y="40786"/>
                        <a:pt x="892" y="38569"/>
                      </a:cubicBezTo>
                      <a:cubicBezTo>
                        <a:pt x="183" y="36530"/>
                        <a:pt x="-39" y="34047"/>
                        <a:pt x="5" y="31831"/>
                      </a:cubicBezTo>
                      <a:cubicBezTo>
                        <a:pt x="50" y="29526"/>
                        <a:pt x="449" y="27043"/>
                        <a:pt x="1202" y="24605"/>
                      </a:cubicBezTo>
                      <a:cubicBezTo>
                        <a:pt x="1956" y="22255"/>
                        <a:pt x="3064" y="19906"/>
                        <a:pt x="4705" y="17734"/>
                      </a:cubicBezTo>
                      <a:lnTo>
                        <a:pt x="13704" y="5897"/>
                      </a:lnTo>
                      <a:cubicBezTo>
                        <a:pt x="16984" y="1553"/>
                        <a:pt x="22304" y="-575"/>
                        <a:pt x="28421" y="134"/>
                      </a:cubicBezTo>
                      <a:cubicBezTo>
                        <a:pt x="31569" y="445"/>
                        <a:pt x="34539" y="1508"/>
                        <a:pt x="37642" y="3149"/>
                      </a:cubicBezTo>
                      <a:cubicBezTo>
                        <a:pt x="40568" y="4789"/>
                        <a:pt x="43450" y="7094"/>
                        <a:pt x="45755" y="9843"/>
                      </a:cubicBezTo>
                      <a:cubicBezTo>
                        <a:pt x="52405" y="17734"/>
                        <a:pt x="57946" y="25669"/>
                        <a:pt x="63088" y="33427"/>
                      </a:cubicBezTo>
                      <a:cubicBezTo>
                        <a:pt x="70226" y="44332"/>
                        <a:pt x="67699" y="57454"/>
                        <a:pt x="58478" y="63129"/>
                      </a:cubicBezTo>
                      <a:lnTo>
                        <a:pt x="45666" y="70975"/>
                      </a:lnTo>
                      <a:cubicBezTo>
                        <a:pt x="36357" y="76738"/>
                        <a:pt x="23590" y="72704"/>
                        <a:pt x="17516" y="63173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77" name="Forme libre : forme 24176">
                  <a:extLst>
                    <a:ext uri="{FF2B5EF4-FFF2-40B4-BE49-F238E27FC236}">
                      <a16:creationId xmlns:a16="http://schemas.microsoft.com/office/drawing/2014/main" id="{290371C9-6813-4AAE-8052-65C82D64EC34}"/>
                    </a:ext>
                  </a:extLst>
                </p:cNvPr>
                <p:cNvSpPr/>
                <p:nvPr/>
              </p:nvSpPr>
              <p:spPr>
                <a:xfrm>
                  <a:off x="7145841" y="1286706"/>
                  <a:ext cx="46064" cy="61062"/>
                </a:xfrm>
                <a:custGeom>
                  <a:avLst/>
                  <a:gdLst>
                    <a:gd name="connsiteX0" fmla="*/ 20663 w 46064"/>
                    <a:gd name="connsiteY0" fmla="*/ 23983 h 61062"/>
                    <a:gd name="connsiteX1" fmla="*/ 11708 w 46064"/>
                    <a:gd name="connsiteY1" fmla="*/ 13166 h 61062"/>
                    <a:gd name="connsiteX2" fmla="*/ 9403 w 46064"/>
                    <a:gd name="connsiteY2" fmla="*/ 6827 h 61062"/>
                    <a:gd name="connsiteX3" fmla="*/ 8605 w 46064"/>
                    <a:gd name="connsiteY3" fmla="*/ 0 h 61062"/>
                    <a:gd name="connsiteX4" fmla="*/ 4704 w 46064"/>
                    <a:gd name="connsiteY4" fmla="*/ 5142 h 61062"/>
                    <a:gd name="connsiteX5" fmla="*/ 1202 w 46064"/>
                    <a:gd name="connsiteY5" fmla="*/ 12014 h 61062"/>
                    <a:gd name="connsiteX6" fmla="*/ 5 w 46064"/>
                    <a:gd name="connsiteY6" fmla="*/ 19240 h 61062"/>
                    <a:gd name="connsiteX7" fmla="*/ 891 w 46064"/>
                    <a:gd name="connsiteY7" fmla="*/ 25978 h 61062"/>
                    <a:gd name="connsiteX8" fmla="*/ 4216 w 46064"/>
                    <a:gd name="connsiteY8" fmla="*/ 32096 h 61062"/>
                    <a:gd name="connsiteX9" fmla="*/ 17516 w 46064"/>
                    <a:gd name="connsiteY9" fmla="*/ 50582 h 61062"/>
                    <a:gd name="connsiteX10" fmla="*/ 45666 w 46064"/>
                    <a:gd name="connsiteY10" fmla="*/ 58428 h 61062"/>
                    <a:gd name="connsiteX11" fmla="*/ 46065 w 46064"/>
                    <a:gd name="connsiteY11" fmla="*/ 58162 h 61062"/>
                    <a:gd name="connsiteX12" fmla="*/ 34361 w 46064"/>
                    <a:gd name="connsiteY12" fmla="*/ 39898 h 61062"/>
                    <a:gd name="connsiteX13" fmla="*/ 20663 w 46064"/>
                    <a:gd name="connsiteY13" fmla="*/ 23983 h 61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6064" h="61062">
                      <a:moveTo>
                        <a:pt x="20663" y="23983"/>
                      </a:moveTo>
                      <a:cubicBezTo>
                        <a:pt x="16673" y="20924"/>
                        <a:pt x="13747" y="17156"/>
                        <a:pt x="11708" y="13166"/>
                      </a:cubicBezTo>
                      <a:cubicBezTo>
                        <a:pt x="10688" y="11127"/>
                        <a:pt x="9979" y="8999"/>
                        <a:pt x="9403" y="6827"/>
                      </a:cubicBezTo>
                      <a:cubicBezTo>
                        <a:pt x="8871" y="4610"/>
                        <a:pt x="8649" y="2261"/>
                        <a:pt x="8605" y="0"/>
                      </a:cubicBezTo>
                      <a:lnTo>
                        <a:pt x="4704" y="5142"/>
                      </a:lnTo>
                      <a:cubicBezTo>
                        <a:pt x="3064" y="7270"/>
                        <a:pt x="1955" y="9664"/>
                        <a:pt x="1202" y="12014"/>
                      </a:cubicBezTo>
                      <a:cubicBezTo>
                        <a:pt x="448" y="14452"/>
                        <a:pt x="49" y="16934"/>
                        <a:pt x="5" y="19240"/>
                      </a:cubicBezTo>
                      <a:cubicBezTo>
                        <a:pt x="-40" y="21456"/>
                        <a:pt x="226" y="23983"/>
                        <a:pt x="891" y="25978"/>
                      </a:cubicBezTo>
                      <a:cubicBezTo>
                        <a:pt x="1556" y="28194"/>
                        <a:pt x="2664" y="30189"/>
                        <a:pt x="4216" y="32096"/>
                      </a:cubicBezTo>
                      <a:cubicBezTo>
                        <a:pt x="8694" y="37504"/>
                        <a:pt x="13127" y="43843"/>
                        <a:pt x="17516" y="50582"/>
                      </a:cubicBezTo>
                      <a:cubicBezTo>
                        <a:pt x="23633" y="60113"/>
                        <a:pt x="36356" y="64147"/>
                        <a:pt x="45666" y="58428"/>
                      </a:cubicBezTo>
                      <a:lnTo>
                        <a:pt x="46065" y="58162"/>
                      </a:lnTo>
                      <a:cubicBezTo>
                        <a:pt x="41720" y="52133"/>
                        <a:pt x="38218" y="45838"/>
                        <a:pt x="34361" y="39898"/>
                      </a:cubicBezTo>
                      <a:cubicBezTo>
                        <a:pt x="30504" y="33958"/>
                        <a:pt x="26249" y="28328"/>
                        <a:pt x="20663" y="23983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78" name="Forme libre : forme 24177">
                  <a:extLst>
                    <a:ext uri="{FF2B5EF4-FFF2-40B4-BE49-F238E27FC236}">
                      <a16:creationId xmlns:a16="http://schemas.microsoft.com/office/drawing/2014/main" id="{53F0235C-D596-49EF-BEB8-FA959A28F713}"/>
                    </a:ext>
                  </a:extLst>
                </p:cNvPr>
                <p:cNvSpPr/>
                <p:nvPr/>
              </p:nvSpPr>
              <p:spPr>
                <a:xfrm>
                  <a:off x="7168107" y="1301890"/>
                  <a:ext cx="24729" cy="28720"/>
                </a:xfrm>
                <a:custGeom>
                  <a:avLst/>
                  <a:gdLst>
                    <a:gd name="connsiteX0" fmla="*/ 21138 w 24729"/>
                    <a:gd name="connsiteY0" fmla="*/ 27640 h 28720"/>
                    <a:gd name="connsiteX1" fmla="*/ 3938 w 24729"/>
                    <a:gd name="connsiteY1" fmla="*/ 20148 h 28720"/>
                    <a:gd name="connsiteX2" fmla="*/ 2874 w 24729"/>
                    <a:gd name="connsiteY2" fmla="*/ 1573 h 28720"/>
                    <a:gd name="connsiteX3" fmla="*/ 20872 w 24729"/>
                    <a:gd name="connsiteY3" fmla="*/ 8444 h 28720"/>
                    <a:gd name="connsiteX4" fmla="*/ 21138 w 24729"/>
                    <a:gd name="connsiteY4" fmla="*/ 27640 h 28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29" h="28720">
                      <a:moveTo>
                        <a:pt x="21138" y="27640"/>
                      </a:moveTo>
                      <a:cubicBezTo>
                        <a:pt x="16306" y="30654"/>
                        <a:pt x="8681" y="27108"/>
                        <a:pt x="3938" y="20148"/>
                      </a:cubicBezTo>
                      <a:cubicBezTo>
                        <a:pt x="-761" y="13188"/>
                        <a:pt x="-1426" y="5253"/>
                        <a:pt x="2874" y="1573"/>
                      </a:cubicBezTo>
                      <a:cubicBezTo>
                        <a:pt x="7174" y="-2106"/>
                        <a:pt x="15641" y="864"/>
                        <a:pt x="20872" y="8444"/>
                      </a:cubicBezTo>
                      <a:cubicBezTo>
                        <a:pt x="26015" y="15981"/>
                        <a:pt x="25926" y="24625"/>
                        <a:pt x="21138" y="2764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79" name="Forme libre : forme 24178">
                  <a:extLst>
                    <a:ext uri="{FF2B5EF4-FFF2-40B4-BE49-F238E27FC236}">
                      <a16:creationId xmlns:a16="http://schemas.microsoft.com/office/drawing/2014/main" id="{6627F9D8-058E-44ED-B028-8A4E900BA93D}"/>
                    </a:ext>
                  </a:extLst>
                </p:cNvPr>
                <p:cNvSpPr/>
                <p:nvPr/>
              </p:nvSpPr>
              <p:spPr>
                <a:xfrm>
                  <a:off x="7168063" y="1301866"/>
                  <a:ext cx="14000" cy="25269"/>
                </a:xfrm>
                <a:custGeom>
                  <a:avLst/>
                  <a:gdLst>
                    <a:gd name="connsiteX0" fmla="*/ 14001 w 14000"/>
                    <a:gd name="connsiteY0" fmla="*/ 1952 h 25269"/>
                    <a:gd name="connsiteX1" fmla="*/ 2874 w 14000"/>
                    <a:gd name="connsiteY1" fmla="*/ 1553 h 25269"/>
                    <a:gd name="connsiteX2" fmla="*/ 3938 w 14000"/>
                    <a:gd name="connsiteY2" fmla="*/ 20127 h 25269"/>
                    <a:gd name="connsiteX3" fmla="*/ 8725 w 14000"/>
                    <a:gd name="connsiteY3" fmla="*/ 25270 h 25269"/>
                    <a:gd name="connsiteX4" fmla="*/ 7174 w 14000"/>
                    <a:gd name="connsiteY4" fmla="*/ 21679 h 25269"/>
                    <a:gd name="connsiteX5" fmla="*/ 14001 w 14000"/>
                    <a:gd name="connsiteY5" fmla="*/ 1952 h 25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000" h="25269">
                      <a:moveTo>
                        <a:pt x="14001" y="1952"/>
                      </a:moveTo>
                      <a:cubicBezTo>
                        <a:pt x="9922" y="-486"/>
                        <a:pt x="5578" y="-664"/>
                        <a:pt x="2874" y="1553"/>
                      </a:cubicBezTo>
                      <a:cubicBezTo>
                        <a:pt x="-1426" y="5232"/>
                        <a:pt x="-761" y="13168"/>
                        <a:pt x="3938" y="20127"/>
                      </a:cubicBezTo>
                      <a:cubicBezTo>
                        <a:pt x="5356" y="22167"/>
                        <a:pt x="6952" y="23940"/>
                        <a:pt x="8725" y="25270"/>
                      </a:cubicBezTo>
                      <a:cubicBezTo>
                        <a:pt x="8061" y="24162"/>
                        <a:pt x="7529" y="22965"/>
                        <a:pt x="7174" y="21679"/>
                      </a:cubicBezTo>
                      <a:cubicBezTo>
                        <a:pt x="6066" y="14276"/>
                        <a:pt x="8193" y="5720"/>
                        <a:pt x="14001" y="1952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80" name="Forme libre : forme 24179">
                  <a:extLst>
                    <a:ext uri="{FF2B5EF4-FFF2-40B4-BE49-F238E27FC236}">
                      <a16:creationId xmlns:a16="http://schemas.microsoft.com/office/drawing/2014/main" id="{E75B41DD-3327-465D-BD0A-89396BE095FF}"/>
                    </a:ext>
                  </a:extLst>
                </p:cNvPr>
                <p:cNvSpPr/>
                <p:nvPr/>
              </p:nvSpPr>
              <p:spPr>
                <a:xfrm>
                  <a:off x="7167212" y="1304532"/>
                  <a:ext cx="24604" cy="28642"/>
                </a:xfrm>
                <a:custGeom>
                  <a:avLst/>
                  <a:gdLst>
                    <a:gd name="connsiteX0" fmla="*/ 20969 w 24604"/>
                    <a:gd name="connsiteY0" fmla="*/ 27568 h 28642"/>
                    <a:gd name="connsiteX1" fmla="*/ 3813 w 24604"/>
                    <a:gd name="connsiteY1" fmla="*/ 20032 h 28642"/>
                    <a:gd name="connsiteX2" fmla="*/ 2971 w 24604"/>
                    <a:gd name="connsiteY2" fmla="*/ 1546 h 28642"/>
                    <a:gd name="connsiteX3" fmla="*/ 20792 w 24604"/>
                    <a:gd name="connsiteY3" fmla="*/ 8417 h 28642"/>
                    <a:gd name="connsiteX4" fmla="*/ 20969 w 24604"/>
                    <a:gd name="connsiteY4" fmla="*/ 27568 h 28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04" h="28642">
                      <a:moveTo>
                        <a:pt x="20969" y="27568"/>
                      </a:moveTo>
                      <a:cubicBezTo>
                        <a:pt x="16137" y="30583"/>
                        <a:pt x="8512" y="26992"/>
                        <a:pt x="3813" y="20032"/>
                      </a:cubicBezTo>
                      <a:cubicBezTo>
                        <a:pt x="-886" y="13116"/>
                        <a:pt x="-1329" y="5181"/>
                        <a:pt x="2971" y="1546"/>
                      </a:cubicBezTo>
                      <a:cubicBezTo>
                        <a:pt x="7359" y="-2089"/>
                        <a:pt x="15649" y="881"/>
                        <a:pt x="20792" y="8417"/>
                      </a:cubicBezTo>
                      <a:cubicBezTo>
                        <a:pt x="25934" y="15953"/>
                        <a:pt x="25757" y="24554"/>
                        <a:pt x="20969" y="2756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81" name="Forme libre : forme 24180">
                  <a:extLst>
                    <a:ext uri="{FF2B5EF4-FFF2-40B4-BE49-F238E27FC236}">
                      <a16:creationId xmlns:a16="http://schemas.microsoft.com/office/drawing/2014/main" id="{1103C744-379F-49EC-AA31-53F9058B097B}"/>
                    </a:ext>
                  </a:extLst>
                </p:cNvPr>
                <p:cNvSpPr/>
                <p:nvPr/>
              </p:nvSpPr>
              <p:spPr>
                <a:xfrm>
                  <a:off x="7153781" y="1284829"/>
                  <a:ext cx="27107" cy="47610"/>
                </a:xfrm>
                <a:custGeom>
                  <a:avLst/>
                  <a:gdLst>
                    <a:gd name="connsiteX0" fmla="*/ 7181 w 27107"/>
                    <a:gd name="connsiteY0" fmla="*/ 9679 h 47610"/>
                    <a:gd name="connsiteX1" fmla="*/ 1240 w 27107"/>
                    <a:gd name="connsiteY1" fmla="*/ 17171 h 47610"/>
                    <a:gd name="connsiteX2" fmla="*/ 2792 w 27107"/>
                    <a:gd name="connsiteY2" fmla="*/ 34460 h 47610"/>
                    <a:gd name="connsiteX3" fmla="*/ 12678 w 27107"/>
                    <a:gd name="connsiteY3" fmla="*/ 46075 h 47610"/>
                    <a:gd name="connsiteX4" fmla="*/ 23228 w 27107"/>
                    <a:gd name="connsiteY4" fmla="*/ 45321 h 47610"/>
                    <a:gd name="connsiteX5" fmla="*/ 24248 w 27107"/>
                    <a:gd name="connsiteY5" fmla="*/ 38095 h 47610"/>
                    <a:gd name="connsiteX6" fmla="*/ 25578 w 27107"/>
                    <a:gd name="connsiteY6" fmla="*/ 20452 h 47610"/>
                    <a:gd name="connsiteX7" fmla="*/ 22519 w 27107"/>
                    <a:gd name="connsiteY7" fmla="*/ 724 h 47610"/>
                    <a:gd name="connsiteX8" fmla="*/ 7181 w 27107"/>
                    <a:gd name="connsiteY8" fmla="*/ 9679 h 47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107" h="47610">
                      <a:moveTo>
                        <a:pt x="7181" y="9679"/>
                      </a:moveTo>
                      <a:cubicBezTo>
                        <a:pt x="4876" y="11896"/>
                        <a:pt x="2526" y="14245"/>
                        <a:pt x="1240" y="17171"/>
                      </a:cubicBezTo>
                      <a:cubicBezTo>
                        <a:pt x="-1154" y="22668"/>
                        <a:pt x="221" y="29096"/>
                        <a:pt x="2792" y="34460"/>
                      </a:cubicBezTo>
                      <a:cubicBezTo>
                        <a:pt x="4920" y="39026"/>
                        <a:pt x="8067" y="43415"/>
                        <a:pt x="12678" y="46075"/>
                      </a:cubicBezTo>
                      <a:cubicBezTo>
                        <a:pt x="16091" y="47981"/>
                        <a:pt x="21056" y="48513"/>
                        <a:pt x="23228" y="45321"/>
                      </a:cubicBezTo>
                      <a:cubicBezTo>
                        <a:pt x="24559" y="43326"/>
                        <a:pt x="24381" y="40622"/>
                        <a:pt x="24248" y="38095"/>
                      </a:cubicBezTo>
                      <a:cubicBezTo>
                        <a:pt x="23982" y="32155"/>
                        <a:pt x="24514" y="26215"/>
                        <a:pt x="25578" y="20452"/>
                      </a:cubicBezTo>
                      <a:cubicBezTo>
                        <a:pt x="26686" y="15620"/>
                        <a:pt x="29568" y="4758"/>
                        <a:pt x="22519" y="724"/>
                      </a:cubicBezTo>
                      <a:cubicBezTo>
                        <a:pt x="16047" y="-2645"/>
                        <a:pt x="10461" y="6665"/>
                        <a:pt x="7181" y="967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82" name="Forme libre : forme 24181">
                  <a:extLst>
                    <a:ext uri="{FF2B5EF4-FFF2-40B4-BE49-F238E27FC236}">
                      <a16:creationId xmlns:a16="http://schemas.microsoft.com/office/drawing/2014/main" id="{50EC6F09-42B5-4D08-9903-78D2570321DA}"/>
                    </a:ext>
                  </a:extLst>
                </p:cNvPr>
                <p:cNvSpPr/>
                <p:nvPr/>
              </p:nvSpPr>
              <p:spPr>
                <a:xfrm>
                  <a:off x="7171648" y="1291899"/>
                  <a:ext cx="14976" cy="9130"/>
                </a:xfrm>
                <a:custGeom>
                  <a:avLst/>
                  <a:gdLst>
                    <a:gd name="connsiteX0" fmla="*/ 2835 w 14976"/>
                    <a:gd name="connsiteY0" fmla="*/ 126 h 9130"/>
                    <a:gd name="connsiteX1" fmla="*/ 663 w 14976"/>
                    <a:gd name="connsiteY1" fmla="*/ 969 h 9130"/>
                    <a:gd name="connsiteX2" fmla="*/ 131 w 14976"/>
                    <a:gd name="connsiteY2" fmla="*/ 3185 h 9130"/>
                    <a:gd name="connsiteX3" fmla="*/ 1816 w 14976"/>
                    <a:gd name="connsiteY3" fmla="*/ 4914 h 9130"/>
                    <a:gd name="connsiteX4" fmla="*/ 7180 w 14976"/>
                    <a:gd name="connsiteY4" fmla="*/ 8150 h 9130"/>
                    <a:gd name="connsiteX5" fmla="*/ 9529 w 14976"/>
                    <a:gd name="connsiteY5" fmla="*/ 9037 h 9130"/>
                    <a:gd name="connsiteX6" fmla="*/ 13608 w 14976"/>
                    <a:gd name="connsiteY6" fmla="*/ 3540 h 9130"/>
                    <a:gd name="connsiteX7" fmla="*/ 2835 w 14976"/>
                    <a:gd name="connsiteY7" fmla="*/ 126 h 9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976" h="9130">
                      <a:moveTo>
                        <a:pt x="2835" y="126"/>
                      </a:moveTo>
                      <a:cubicBezTo>
                        <a:pt x="2037" y="259"/>
                        <a:pt x="1239" y="481"/>
                        <a:pt x="663" y="969"/>
                      </a:cubicBezTo>
                      <a:cubicBezTo>
                        <a:pt x="87" y="1500"/>
                        <a:pt x="-179" y="2387"/>
                        <a:pt x="131" y="3185"/>
                      </a:cubicBezTo>
                      <a:cubicBezTo>
                        <a:pt x="441" y="3939"/>
                        <a:pt x="1151" y="4471"/>
                        <a:pt x="1816" y="4914"/>
                      </a:cubicBezTo>
                      <a:cubicBezTo>
                        <a:pt x="3500" y="6111"/>
                        <a:pt x="5318" y="7219"/>
                        <a:pt x="7180" y="8150"/>
                      </a:cubicBezTo>
                      <a:cubicBezTo>
                        <a:pt x="7978" y="8505"/>
                        <a:pt x="8776" y="8904"/>
                        <a:pt x="9529" y="9037"/>
                      </a:cubicBezTo>
                      <a:cubicBezTo>
                        <a:pt x="12854" y="9657"/>
                        <a:pt x="17243" y="7130"/>
                        <a:pt x="13608" y="3540"/>
                      </a:cubicBezTo>
                      <a:cubicBezTo>
                        <a:pt x="10771" y="747"/>
                        <a:pt x="6160" y="-406"/>
                        <a:pt x="2835" y="12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83" name="Forme libre : forme 24182">
                  <a:extLst>
                    <a:ext uri="{FF2B5EF4-FFF2-40B4-BE49-F238E27FC236}">
                      <a16:creationId xmlns:a16="http://schemas.microsoft.com/office/drawing/2014/main" id="{6E76E6B7-2A2C-4901-B8A7-C796FDFE2361}"/>
                    </a:ext>
                  </a:extLst>
                </p:cNvPr>
                <p:cNvSpPr/>
                <p:nvPr/>
              </p:nvSpPr>
              <p:spPr>
                <a:xfrm>
                  <a:off x="7164597" y="1337021"/>
                  <a:ext cx="27662" cy="7828"/>
                </a:xfrm>
                <a:custGeom>
                  <a:avLst/>
                  <a:gdLst>
                    <a:gd name="connsiteX0" fmla="*/ 27662 w 27662"/>
                    <a:gd name="connsiteY0" fmla="*/ 5098 h 7828"/>
                    <a:gd name="connsiteX1" fmla="*/ 19328 w 27662"/>
                    <a:gd name="connsiteY1" fmla="*/ 7758 h 7828"/>
                    <a:gd name="connsiteX2" fmla="*/ 0 w 27662"/>
                    <a:gd name="connsiteY2" fmla="*/ 0 h 7828"/>
                    <a:gd name="connsiteX3" fmla="*/ 7935 w 27662"/>
                    <a:gd name="connsiteY3" fmla="*/ 4344 h 7828"/>
                    <a:gd name="connsiteX4" fmla="*/ 27662 w 27662"/>
                    <a:gd name="connsiteY4" fmla="*/ 5098 h 7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62" h="7828">
                      <a:moveTo>
                        <a:pt x="27662" y="5098"/>
                      </a:moveTo>
                      <a:cubicBezTo>
                        <a:pt x="27662" y="5098"/>
                        <a:pt x="24426" y="7359"/>
                        <a:pt x="19328" y="7758"/>
                      </a:cubicBezTo>
                      <a:cubicBezTo>
                        <a:pt x="14230" y="8201"/>
                        <a:pt x="7270" y="6650"/>
                        <a:pt x="0" y="0"/>
                      </a:cubicBezTo>
                      <a:cubicBezTo>
                        <a:pt x="0" y="0"/>
                        <a:pt x="2970" y="2438"/>
                        <a:pt x="7935" y="4344"/>
                      </a:cubicBezTo>
                      <a:cubicBezTo>
                        <a:pt x="12900" y="6251"/>
                        <a:pt x="19860" y="7669"/>
                        <a:pt x="27662" y="5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84" name="Forme libre : forme 24183">
                  <a:extLst>
                    <a:ext uri="{FF2B5EF4-FFF2-40B4-BE49-F238E27FC236}">
                      <a16:creationId xmlns:a16="http://schemas.microsoft.com/office/drawing/2014/main" id="{69A2954E-83E4-4AF2-A995-4C2BD93B1256}"/>
                    </a:ext>
                  </a:extLst>
                </p:cNvPr>
                <p:cNvSpPr/>
                <p:nvPr/>
              </p:nvSpPr>
              <p:spPr>
                <a:xfrm>
                  <a:off x="7159721" y="1276777"/>
                  <a:ext cx="31696" cy="9396"/>
                </a:xfrm>
                <a:custGeom>
                  <a:avLst/>
                  <a:gdLst>
                    <a:gd name="connsiteX0" fmla="*/ 31696 w 31696"/>
                    <a:gd name="connsiteY0" fmla="*/ 9397 h 9396"/>
                    <a:gd name="connsiteX1" fmla="*/ 29037 w 31696"/>
                    <a:gd name="connsiteY1" fmla="*/ 6826 h 9396"/>
                    <a:gd name="connsiteX2" fmla="*/ 21545 w 31696"/>
                    <a:gd name="connsiteY2" fmla="*/ 2082 h 9396"/>
                    <a:gd name="connsiteX3" fmla="*/ 10905 w 31696"/>
                    <a:gd name="connsiteY3" fmla="*/ 87 h 9396"/>
                    <a:gd name="connsiteX4" fmla="*/ 0 w 31696"/>
                    <a:gd name="connsiteY4" fmla="*/ 5363 h 9396"/>
                    <a:gd name="connsiteX5" fmla="*/ 2438 w 31696"/>
                    <a:gd name="connsiteY5" fmla="*/ 3900 h 9396"/>
                    <a:gd name="connsiteX6" fmla="*/ 9221 w 31696"/>
                    <a:gd name="connsiteY6" fmla="*/ 1772 h 9396"/>
                    <a:gd name="connsiteX7" fmla="*/ 19639 w 31696"/>
                    <a:gd name="connsiteY7" fmla="*/ 2481 h 9396"/>
                    <a:gd name="connsiteX8" fmla="*/ 25623 w 31696"/>
                    <a:gd name="connsiteY8" fmla="*/ 5008 h 9396"/>
                    <a:gd name="connsiteX9" fmla="*/ 31696 w 31696"/>
                    <a:gd name="connsiteY9" fmla="*/ 9397 h 9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696" h="9396">
                      <a:moveTo>
                        <a:pt x="31696" y="9397"/>
                      </a:moveTo>
                      <a:cubicBezTo>
                        <a:pt x="31696" y="9397"/>
                        <a:pt x="30766" y="8289"/>
                        <a:pt x="29037" y="6826"/>
                      </a:cubicBezTo>
                      <a:cubicBezTo>
                        <a:pt x="27175" y="5363"/>
                        <a:pt x="24692" y="3501"/>
                        <a:pt x="21545" y="2082"/>
                      </a:cubicBezTo>
                      <a:cubicBezTo>
                        <a:pt x="18309" y="708"/>
                        <a:pt x="14762" y="-312"/>
                        <a:pt x="10905" y="87"/>
                      </a:cubicBezTo>
                      <a:cubicBezTo>
                        <a:pt x="7093" y="442"/>
                        <a:pt x="3413" y="1949"/>
                        <a:pt x="0" y="5363"/>
                      </a:cubicBezTo>
                      <a:cubicBezTo>
                        <a:pt x="0" y="5363"/>
                        <a:pt x="887" y="4698"/>
                        <a:pt x="2438" y="3900"/>
                      </a:cubicBezTo>
                      <a:cubicBezTo>
                        <a:pt x="3990" y="3146"/>
                        <a:pt x="6295" y="2215"/>
                        <a:pt x="9221" y="1772"/>
                      </a:cubicBezTo>
                      <a:cubicBezTo>
                        <a:pt x="12235" y="1284"/>
                        <a:pt x="15737" y="1373"/>
                        <a:pt x="19639" y="2481"/>
                      </a:cubicBezTo>
                      <a:cubicBezTo>
                        <a:pt x="21634" y="3013"/>
                        <a:pt x="23628" y="3856"/>
                        <a:pt x="25623" y="5008"/>
                      </a:cubicBezTo>
                      <a:cubicBezTo>
                        <a:pt x="27662" y="6116"/>
                        <a:pt x="29746" y="7579"/>
                        <a:pt x="31696" y="93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85" name="Forme libre : forme 24184">
                  <a:extLst>
                    <a:ext uri="{FF2B5EF4-FFF2-40B4-BE49-F238E27FC236}">
                      <a16:creationId xmlns:a16="http://schemas.microsoft.com/office/drawing/2014/main" id="{51E710AE-4782-4372-AB4A-5173E45005DA}"/>
                    </a:ext>
                  </a:extLst>
                </p:cNvPr>
                <p:cNvSpPr/>
                <p:nvPr/>
              </p:nvSpPr>
              <p:spPr>
                <a:xfrm>
                  <a:off x="7182272" y="1310325"/>
                  <a:ext cx="7530" cy="11926"/>
                </a:xfrm>
                <a:custGeom>
                  <a:avLst/>
                  <a:gdLst>
                    <a:gd name="connsiteX0" fmla="*/ 5554 w 7530"/>
                    <a:gd name="connsiteY0" fmla="*/ 11890 h 11926"/>
                    <a:gd name="connsiteX1" fmla="*/ 501 w 7530"/>
                    <a:gd name="connsiteY1" fmla="*/ 6703 h 11926"/>
                    <a:gd name="connsiteX2" fmla="*/ 1875 w 7530"/>
                    <a:gd name="connsiteY2" fmla="*/ 54 h 11926"/>
                    <a:gd name="connsiteX3" fmla="*/ 7062 w 7530"/>
                    <a:gd name="connsiteY3" fmla="*/ 5285 h 11926"/>
                    <a:gd name="connsiteX4" fmla="*/ 5554 w 7530"/>
                    <a:gd name="connsiteY4" fmla="*/ 11890 h 11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30" h="11926">
                      <a:moveTo>
                        <a:pt x="5554" y="11890"/>
                      </a:moveTo>
                      <a:cubicBezTo>
                        <a:pt x="3737" y="12245"/>
                        <a:pt x="1476" y="9984"/>
                        <a:pt x="501" y="6703"/>
                      </a:cubicBezTo>
                      <a:cubicBezTo>
                        <a:pt x="-519" y="3467"/>
                        <a:pt x="57" y="497"/>
                        <a:pt x="1875" y="54"/>
                      </a:cubicBezTo>
                      <a:cubicBezTo>
                        <a:pt x="3693" y="-390"/>
                        <a:pt x="6086" y="1960"/>
                        <a:pt x="7062" y="5285"/>
                      </a:cubicBezTo>
                      <a:cubicBezTo>
                        <a:pt x="8081" y="8565"/>
                        <a:pt x="7372" y="11535"/>
                        <a:pt x="5554" y="1189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86" name="Forme libre : forme 24185">
                  <a:extLst>
                    <a:ext uri="{FF2B5EF4-FFF2-40B4-BE49-F238E27FC236}">
                      <a16:creationId xmlns:a16="http://schemas.microsoft.com/office/drawing/2014/main" id="{FD285B82-8E1A-49FA-8DC4-1DBBE645FDF4}"/>
                    </a:ext>
                  </a:extLst>
                </p:cNvPr>
                <p:cNvSpPr/>
                <p:nvPr/>
              </p:nvSpPr>
              <p:spPr>
                <a:xfrm>
                  <a:off x="7187046" y="1320182"/>
                  <a:ext cx="3056" cy="3223"/>
                </a:xfrm>
                <a:custGeom>
                  <a:avLst/>
                  <a:gdLst>
                    <a:gd name="connsiteX0" fmla="*/ 2421 w 3056"/>
                    <a:gd name="connsiteY0" fmla="*/ 3008 h 3223"/>
                    <a:gd name="connsiteX1" fmla="*/ 293 w 3056"/>
                    <a:gd name="connsiteY1" fmla="*/ 2432 h 3223"/>
                    <a:gd name="connsiteX2" fmla="*/ 603 w 3056"/>
                    <a:gd name="connsiteY2" fmla="*/ 215 h 3223"/>
                    <a:gd name="connsiteX3" fmla="*/ 2731 w 3056"/>
                    <a:gd name="connsiteY3" fmla="*/ 791 h 3223"/>
                    <a:gd name="connsiteX4" fmla="*/ 2421 w 3056"/>
                    <a:gd name="connsiteY4" fmla="*/ 3008 h 3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56" h="3223">
                      <a:moveTo>
                        <a:pt x="2421" y="3008"/>
                      </a:moveTo>
                      <a:cubicBezTo>
                        <a:pt x="1756" y="3451"/>
                        <a:pt x="781" y="3185"/>
                        <a:pt x="293" y="2432"/>
                      </a:cubicBezTo>
                      <a:cubicBezTo>
                        <a:pt x="-195" y="1678"/>
                        <a:pt x="-62" y="658"/>
                        <a:pt x="603" y="215"/>
                      </a:cubicBezTo>
                      <a:cubicBezTo>
                        <a:pt x="1268" y="-228"/>
                        <a:pt x="2244" y="38"/>
                        <a:pt x="2731" y="791"/>
                      </a:cubicBezTo>
                      <a:cubicBezTo>
                        <a:pt x="3263" y="1589"/>
                        <a:pt x="3130" y="2565"/>
                        <a:pt x="2421" y="30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87" name="Forme libre : forme 24186">
                  <a:extLst>
                    <a:ext uri="{FF2B5EF4-FFF2-40B4-BE49-F238E27FC236}">
                      <a16:creationId xmlns:a16="http://schemas.microsoft.com/office/drawing/2014/main" id="{ABB2C201-2E3F-4E6D-BEFC-CDE7F48E49AD}"/>
                    </a:ext>
                  </a:extLst>
                </p:cNvPr>
                <p:cNvSpPr/>
                <p:nvPr/>
              </p:nvSpPr>
              <p:spPr>
                <a:xfrm>
                  <a:off x="7190613" y="1301422"/>
                  <a:ext cx="17384" cy="35772"/>
                </a:xfrm>
                <a:custGeom>
                  <a:avLst/>
                  <a:gdLst>
                    <a:gd name="connsiteX0" fmla="*/ 14946 w 17384"/>
                    <a:gd name="connsiteY0" fmla="*/ 26068 h 35772"/>
                    <a:gd name="connsiteX1" fmla="*/ 5194 w 17384"/>
                    <a:gd name="connsiteY1" fmla="*/ 34890 h 35772"/>
                    <a:gd name="connsiteX2" fmla="*/ 583 w 17384"/>
                    <a:gd name="connsiteY2" fmla="*/ 34979 h 35772"/>
                    <a:gd name="connsiteX3" fmla="*/ 849 w 17384"/>
                    <a:gd name="connsiteY3" fmla="*/ 30590 h 35772"/>
                    <a:gd name="connsiteX4" fmla="*/ 6967 w 17384"/>
                    <a:gd name="connsiteY4" fmla="*/ 17956 h 35772"/>
                    <a:gd name="connsiteX5" fmla="*/ 4928 w 17384"/>
                    <a:gd name="connsiteY5" fmla="*/ 7804 h 35772"/>
                    <a:gd name="connsiteX6" fmla="*/ 6346 w 17384"/>
                    <a:gd name="connsiteY6" fmla="*/ 2 h 35772"/>
                    <a:gd name="connsiteX7" fmla="*/ 13705 w 17384"/>
                    <a:gd name="connsiteY7" fmla="*/ 6518 h 35772"/>
                    <a:gd name="connsiteX8" fmla="*/ 17296 w 17384"/>
                    <a:gd name="connsiteY8" fmla="*/ 15916 h 35772"/>
                    <a:gd name="connsiteX9" fmla="*/ 14946 w 17384"/>
                    <a:gd name="connsiteY9" fmla="*/ 26068 h 35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384" h="35772">
                      <a:moveTo>
                        <a:pt x="14946" y="26068"/>
                      </a:moveTo>
                      <a:cubicBezTo>
                        <a:pt x="12597" y="29925"/>
                        <a:pt x="9006" y="32673"/>
                        <a:pt x="5194" y="34890"/>
                      </a:cubicBezTo>
                      <a:cubicBezTo>
                        <a:pt x="3775" y="35688"/>
                        <a:pt x="1780" y="36353"/>
                        <a:pt x="583" y="34979"/>
                      </a:cubicBezTo>
                      <a:cubicBezTo>
                        <a:pt x="-481" y="33737"/>
                        <a:pt x="96" y="31876"/>
                        <a:pt x="849" y="30590"/>
                      </a:cubicBezTo>
                      <a:cubicBezTo>
                        <a:pt x="3199" y="26511"/>
                        <a:pt x="6701" y="22965"/>
                        <a:pt x="6967" y="17956"/>
                      </a:cubicBezTo>
                      <a:cubicBezTo>
                        <a:pt x="7100" y="16404"/>
                        <a:pt x="5770" y="11927"/>
                        <a:pt x="4928" y="7804"/>
                      </a:cubicBezTo>
                      <a:cubicBezTo>
                        <a:pt x="4130" y="3681"/>
                        <a:pt x="3731" y="-87"/>
                        <a:pt x="6346" y="2"/>
                      </a:cubicBezTo>
                      <a:cubicBezTo>
                        <a:pt x="9006" y="90"/>
                        <a:pt x="11710" y="3060"/>
                        <a:pt x="13705" y="6518"/>
                      </a:cubicBezTo>
                      <a:cubicBezTo>
                        <a:pt x="15744" y="9976"/>
                        <a:pt x="17074" y="13877"/>
                        <a:pt x="17296" y="15916"/>
                      </a:cubicBezTo>
                      <a:cubicBezTo>
                        <a:pt x="17695" y="19596"/>
                        <a:pt x="16720" y="23187"/>
                        <a:pt x="14946" y="2606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899" name="Graphique 2">
                <a:extLst>
                  <a:ext uri="{FF2B5EF4-FFF2-40B4-BE49-F238E27FC236}">
                    <a16:creationId xmlns:a16="http://schemas.microsoft.com/office/drawing/2014/main" id="{4520943E-8A22-4E2B-AE9F-06B377B28079}"/>
                  </a:ext>
                </a:extLst>
              </p:cNvPr>
              <p:cNvGrpSpPr/>
              <p:nvPr/>
            </p:nvGrpSpPr>
            <p:grpSpPr>
              <a:xfrm>
                <a:off x="7182722" y="1334587"/>
                <a:ext cx="67615" cy="73904"/>
                <a:chOff x="7182722" y="1334587"/>
                <a:chExt cx="67615" cy="73904"/>
              </a:xfrm>
              <a:solidFill>
                <a:schemeClr val="accent1"/>
              </a:solidFill>
            </p:grpSpPr>
            <p:sp>
              <p:nvSpPr>
                <p:cNvPr id="24164" name="Forme libre : forme 24163">
                  <a:extLst>
                    <a:ext uri="{FF2B5EF4-FFF2-40B4-BE49-F238E27FC236}">
                      <a16:creationId xmlns:a16="http://schemas.microsoft.com/office/drawing/2014/main" id="{592748A9-8A19-4634-A3F0-9CA8116E0BF5}"/>
                    </a:ext>
                  </a:extLst>
                </p:cNvPr>
                <p:cNvSpPr/>
                <p:nvPr/>
              </p:nvSpPr>
              <p:spPr>
                <a:xfrm>
                  <a:off x="7182722" y="1334587"/>
                  <a:ext cx="67615" cy="73904"/>
                </a:xfrm>
                <a:custGeom>
                  <a:avLst/>
                  <a:gdLst>
                    <a:gd name="connsiteX0" fmla="*/ 21064 w 67615"/>
                    <a:gd name="connsiteY0" fmla="*/ 63966 h 73904"/>
                    <a:gd name="connsiteX1" fmla="*/ 16365 w 67615"/>
                    <a:gd name="connsiteY1" fmla="*/ 58026 h 73904"/>
                    <a:gd name="connsiteX2" fmla="*/ 12020 w 67615"/>
                    <a:gd name="connsiteY2" fmla="*/ 52085 h 73904"/>
                    <a:gd name="connsiteX3" fmla="*/ 4041 w 67615"/>
                    <a:gd name="connsiteY3" fmla="*/ 40294 h 73904"/>
                    <a:gd name="connsiteX4" fmla="*/ 8784 w 67615"/>
                    <a:gd name="connsiteY4" fmla="*/ 10503 h 73904"/>
                    <a:gd name="connsiteX5" fmla="*/ 21596 w 67615"/>
                    <a:gd name="connsiteY5" fmla="*/ 2656 h 73904"/>
                    <a:gd name="connsiteX6" fmla="*/ 49879 w 67615"/>
                    <a:gd name="connsiteY6" fmla="*/ 10414 h 73904"/>
                    <a:gd name="connsiteX7" fmla="*/ 56573 w 67615"/>
                    <a:gd name="connsiteY7" fmla="*/ 20167 h 73904"/>
                    <a:gd name="connsiteX8" fmla="*/ 59942 w 67615"/>
                    <a:gd name="connsiteY8" fmla="*/ 24689 h 73904"/>
                    <a:gd name="connsiteX9" fmla="*/ 63355 w 67615"/>
                    <a:gd name="connsiteY9" fmla="*/ 28945 h 73904"/>
                    <a:gd name="connsiteX10" fmla="*/ 66725 w 67615"/>
                    <a:gd name="connsiteY10" fmla="*/ 35018 h 73904"/>
                    <a:gd name="connsiteX11" fmla="*/ 67611 w 67615"/>
                    <a:gd name="connsiteY11" fmla="*/ 41845 h 73904"/>
                    <a:gd name="connsiteX12" fmla="*/ 66281 w 67615"/>
                    <a:gd name="connsiteY12" fmla="*/ 49115 h 73904"/>
                    <a:gd name="connsiteX13" fmla="*/ 62602 w 67615"/>
                    <a:gd name="connsiteY13" fmla="*/ 56075 h 73904"/>
                    <a:gd name="connsiteX14" fmla="*/ 53248 w 67615"/>
                    <a:gd name="connsiteY14" fmla="*/ 68000 h 73904"/>
                    <a:gd name="connsiteX15" fmla="*/ 46820 w 67615"/>
                    <a:gd name="connsiteY15" fmla="*/ 72788 h 73904"/>
                    <a:gd name="connsiteX16" fmla="*/ 38353 w 67615"/>
                    <a:gd name="connsiteY16" fmla="*/ 73763 h 73904"/>
                    <a:gd name="connsiteX17" fmla="*/ 29176 w 67615"/>
                    <a:gd name="connsiteY17" fmla="*/ 70704 h 73904"/>
                    <a:gd name="connsiteX18" fmla="*/ 21064 w 67615"/>
                    <a:gd name="connsiteY18" fmla="*/ 63966 h 73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7615" h="73904">
                      <a:moveTo>
                        <a:pt x="21064" y="63966"/>
                      </a:moveTo>
                      <a:lnTo>
                        <a:pt x="16365" y="58026"/>
                      </a:lnTo>
                      <a:lnTo>
                        <a:pt x="12020" y="52085"/>
                      </a:lnTo>
                      <a:cubicBezTo>
                        <a:pt x="9227" y="48140"/>
                        <a:pt x="6567" y="44195"/>
                        <a:pt x="4041" y="40294"/>
                      </a:cubicBezTo>
                      <a:cubicBezTo>
                        <a:pt x="-3052" y="29299"/>
                        <a:pt x="-393" y="16222"/>
                        <a:pt x="8784" y="10503"/>
                      </a:cubicBezTo>
                      <a:lnTo>
                        <a:pt x="21596" y="2656"/>
                      </a:lnTo>
                      <a:cubicBezTo>
                        <a:pt x="30861" y="-3107"/>
                        <a:pt x="43672" y="972"/>
                        <a:pt x="49879" y="10414"/>
                      </a:cubicBezTo>
                      <a:cubicBezTo>
                        <a:pt x="52095" y="13784"/>
                        <a:pt x="54312" y="17020"/>
                        <a:pt x="56573" y="20167"/>
                      </a:cubicBezTo>
                      <a:lnTo>
                        <a:pt x="59942" y="24689"/>
                      </a:lnTo>
                      <a:lnTo>
                        <a:pt x="63355" y="28945"/>
                      </a:lnTo>
                      <a:cubicBezTo>
                        <a:pt x="64996" y="30674"/>
                        <a:pt x="66015" y="32979"/>
                        <a:pt x="66725" y="35018"/>
                      </a:cubicBezTo>
                      <a:cubicBezTo>
                        <a:pt x="67390" y="37190"/>
                        <a:pt x="67656" y="39540"/>
                        <a:pt x="67611" y="41845"/>
                      </a:cubicBezTo>
                      <a:cubicBezTo>
                        <a:pt x="67522" y="44195"/>
                        <a:pt x="67079" y="46766"/>
                        <a:pt x="66281" y="49115"/>
                      </a:cubicBezTo>
                      <a:cubicBezTo>
                        <a:pt x="65483" y="51509"/>
                        <a:pt x="64286" y="53903"/>
                        <a:pt x="62602" y="56075"/>
                      </a:cubicBezTo>
                      <a:lnTo>
                        <a:pt x="53248" y="68000"/>
                      </a:lnTo>
                      <a:cubicBezTo>
                        <a:pt x="51563" y="70173"/>
                        <a:pt x="49391" y="71813"/>
                        <a:pt x="46820" y="72788"/>
                      </a:cubicBezTo>
                      <a:cubicBezTo>
                        <a:pt x="44204" y="73808"/>
                        <a:pt x="41411" y="74118"/>
                        <a:pt x="38353" y="73763"/>
                      </a:cubicBezTo>
                      <a:cubicBezTo>
                        <a:pt x="35250" y="73453"/>
                        <a:pt x="32146" y="72389"/>
                        <a:pt x="29176" y="70704"/>
                      </a:cubicBezTo>
                      <a:cubicBezTo>
                        <a:pt x="26073" y="69064"/>
                        <a:pt x="23546" y="66759"/>
                        <a:pt x="21064" y="6396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65" name="Forme libre : forme 24164">
                  <a:extLst>
                    <a:ext uri="{FF2B5EF4-FFF2-40B4-BE49-F238E27FC236}">
                      <a16:creationId xmlns:a16="http://schemas.microsoft.com/office/drawing/2014/main" id="{14047C07-F5AA-49CC-8622-22AAA55E3FB2}"/>
                    </a:ext>
                  </a:extLst>
                </p:cNvPr>
                <p:cNvSpPr/>
                <p:nvPr/>
              </p:nvSpPr>
              <p:spPr>
                <a:xfrm>
                  <a:off x="7182722" y="1341676"/>
                  <a:ext cx="53514" cy="66795"/>
                </a:xfrm>
                <a:custGeom>
                  <a:avLst/>
                  <a:gdLst>
                    <a:gd name="connsiteX0" fmla="*/ 21729 w 53514"/>
                    <a:gd name="connsiteY0" fmla="*/ 27308 h 66795"/>
                    <a:gd name="connsiteX1" fmla="*/ 14325 w 53514"/>
                    <a:gd name="connsiteY1" fmla="*/ 0 h 66795"/>
                    <a:gd name="connsiteX2" fmla="*/ 8784 w 53514"/>
                    <a:gd name="connsiteY2" fmla="*/ 3414 h 66795"/>
                    <a:gd name="connsiteX3" fmla="*/ 4041 w 53514"/>
                    <a:gd name="connsiteY3" fmla="*/ 33204 h 66795"/>
                    <a:gd name="connsiteX4" fmla="*/ 12020 w 53514"/>
                    <a:gd name="connsiteY4" fmla="*/ 44996 h 66795"/>
                    <a:gd name="connsiteX5" fmla="*/ 16365 w 53514"/>
                    <a:gd name="connsiteY5" fmla="*/ 50936 h 66795"/>
                    <a:gd name="connsiteX6" fmla="*/ 21064 w 53514"/>
                    <a:gd name="connsiteY6" fmla="*/ 56877 h 66795"/>
                    <a:gd name="connsiteX7" fmla="*/ 29132 w 53514"/>
                    <a:gd name="connsiteY7" fmla="*/ 63615 h 66795"/>
                    <a:gd name="connsiteX8" fmla="*/ 38309 w 53514"/>
                    <a:gd name="connsiteY8" fmla="*/ 66674 h 66795"/>
                    <a:gd name="connsiteX9" fmla="*/ 46776 w 53514"/>
                    <a:gd name="connsiteY9" fmla="*/ 65699 h 66795"/>
                    <a:gd name="connsiteX10" fmla="*/ 53204 w 53514"/>
                    <a:gd name="connsiteY10" fmla="*/ 60911 h 66795"/>
                    <a:gd name="connsiteX11" fmla="*/ 53514 w 53514"/>
                    <a:gd name="connsiteY11" fmla="*/ 60512 h 66795"/>
                    <a:gd name="connsiteX12" fmla="*/ 48771 w 53514"/>
                    <a:gd name="connsiteY12" fmla="*/ 56832 h 66795"/>
                    <a:gd name="connsiteX13" fmla="*/ 44470 w 53514"/>
                    <a:gd name="connsiteY13" fmla="*/ 52798 h 66795"/>
                    <a:gd name="connsiteX14" fmla="*/ 36757 w 53514"/>
                    <a:gd name="connsiteY14" fmla="*/ 44242 h 66795"/>
                    <a:gd name="connsiteX15" fmla="*/ 21729 w 53514"/>
                    <a:gd name="connsiteY15" fmla="*/ 27308 h 66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3514" h="66795">
                      <a:moveTo>
                        <a:pt x="21729" y="27308"/>
                      </a:moveTo>
                      <a:cubicBezTo>
                        <a:pt x="13793" y="19772"/>
                        <a:pt x="10868" y="8822"/>
                        <a:pt x="14325" y="0"/>
                      </a:cubicBezTo>
                      <a:lnTo>
                        <a:pt x="8784" y="3414"/>
                      </a:lnTo>
                      <a:cubicBezTo>
                        <a:pt x="-393" y="9132"/>
                        <a:pt x="-3052" y="22165"/>
                        <a:pt x="4041" y="33204"/>
                      </a:cubicBezTo>
                      <a:cubicBezTo>
                        <a:pt x="6567" y="37105"/>
                        <a:pt x="9227" y="41051"/>
                        <a:pt x="12020" y="44996"/>
                      </a:cubicBezTo>
                      <a:lnTo>
                        <a:pt x="16365" y="50936"/>
                      </a:lnTo>
                      <a:lnTo>
                        <a:pt x="21064" y="56877"/>
                      </a:lnTo>
                      <a:cubicBezTo>
                        <a:pt x="23502" y="59669"/>
                        <a:pt x="26029" y="61975"/>
                        <a:pt x="29132" y="63615"/>
                      </a:cubicBezTo>
                      <a:cubicBezTo>
                        <a:pt x="32102" y="65300"/>
                        <a:pt x="35161" y="66319"/>
                        <a:pt x="38309" y="66674"/>
                      </a:cubicBezTo>
                      <a:cubicBezTo>
                        <a:pt x="41367" y="66984"/>
                        <a:pt x="44160" y="66718"/>
                        <a:pt x="46776" y="65699"/>
                      </a:cubicBezTo>
                      <a:cubicBezTo>
                        <a:pt x="49347" y="64679"/>
                        <a:pt x="51519" y="63039"/>
                        <a:pt x="53204" y="60911"/>
                      </a:cubicBezTo>
                      <a:lnTo>
                        <a:pt x="53514" y="60512"/>
                      </a:lnTo>
                      <a:cubicBezTo>
                        <a:pt x="51785" y="59403"/>
                        <a:pt x="50189" y="58162"/>
                        <a:pt x="48771" y="56832"/>
                      </a:cubicBezTo>
                      <a:cubicBezTo>
                        <a:pt x="47263" y="55547"/>
                        <a:pt x="45756" y="54217"/>
                        <a:pt x="44470" y="52798"/>
                      </a:cubicBezTo>
                      <a:cubicBezTo>
                        <a:pt x="41722" y="50050"/>
                        <a:pt x="39239" y="47124"/>
                        <a:pt x="36757" y="44242"/>
                      </a:cubicBezTo>
                      <a:cubicBezTo>
                        <a:pt x="31925" y="38391"/>
                        <a:pt x="27359" y="32583"/>
                        <a:pt x="21729" y="27308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66" name="Forme libre : forme 24165">
                  <a:extLst>
                    <a:ext uri="{FF2B5EF4-FFF2-40B4-BE49-F238E27FC236}">
                      <a16:creationId xmlns:a16="http://schemas.microsoft.com/office/drawing/2014/main" id="{4EB40813-4BDE-408D-BAA2-37165DA0DF68}"/>
                    </a:ext>
                  </a:extLst>
                </p:cNvPr>
                <p:cNvSpPr/>
                <p:nvPr/>
              </p:nvSpPr>
              <p:spPr>
                <a:xfrm>
                  <a:off x="7206144" y="1360842"/>
                  <a:ext cx="25462" cy="28698"/>
                </a:xfrm>
                <a:custGeom>
                  <a:avLst/>
                  <a:gdLst>
                    <a:gd name="connsiteX0" fmla="*/ 22955 w 25462"/>
                    <a:gd name="connsiteY0" fmla="*/ 26806 h 28698"/>
                    <a:gd name="connsiteX1" fmla="*/ 14266 w 25462"/>
                    <a:gd name="connsiteY1" fmla="*/ 28091 h 28698"/>
                    <a:gd name="connsiteX2" fmla="*/ 9079 w 25462"/>
                    <a:gd name="connsiteY2" fmla="*/ 25343 h 28698"/>
                    <a:gd name="connsiteX3" fmla="*/ 4380 w 25462"/>
                    <a:gd name="connsiteY3" fmla="*/ 20599 h 28698"/>
                    <a:gd name="connsiteX4" fmla="*/ 3449 w 25462"/>
                    <a:gd name="connsiteY4" fmla="*/ 1182 h 28698"/>
                    <a:gd name="connsiteX5" fmla="*/ 20960 w 25462"/>
                    <a:gd name="connsiteY5" fmla="*/ 8142 h 28698"/>
                    <a:gd name="connsiteX6" fmla="*/ 23974 w 25462"/>
                    <a:gd name="connsiteY6" fmla="*/ 13329 h 28698"/>
                    <a:gd name="connsiteX7" fmla="*/ 25393 w 25462"/>
                    <a:gd name="connsiteY7" fmla="*/ 18472 h 28698"/>
                    <a:gd name="connsiteX8" fmla="*/ 22955 w 25462"/>
                    <a:gd name="connsiteY8" fmla="*/ 26806 h 28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462" h="28698">
                      <a:moveTo>
                        <a:pt x="22955" y="26806"/>
                      </a:moveTo>
                      <a:cubicBezTo>
                        <a:pt x="20827" y="28801"/>
                        <a:pt x="17679" y="29200"/>
                        <a:pt x="14266" y="28091"/>
                      </a:cubicBezTo>
                      <a:cubicBezTo>
                        <a:pt x="12537" y="27559"/>
                        <a:pt x="10719" y="26628"/>
                        <a:pt x="9079" y="25343"/>
                      </a:cubicBezTo>
                      <a:cubicBezTo>
                        <a:pt x="7439" y="24057"/>
                        <a:pt x="5710" y="22506"/>
                        <a:pt x="4380" y="20599"/>
                      </a:cubicBezTo>
                      <a:cubicBezTo>
                        <a:pt x="-1294" y="13063"/>
                        <a:pt x="-1294" y="4286"/>
                        <a:pt x="3449" y="1182"/>
                      </a:cubicBezTo>
                      <a:cubicBezTo>
                        <a:pt x="8237" y="-1965"/>
                        <a:pt x="15906" y="1448"/>
                        <a:pt x="20960" y="8142"/>
                      </a:cubicBezTo>
                      <a:cubicBezTo>
                        <a:pt x="22201" y="9871"/>
                        <a:pt x="23265" y="11512"/>
                        <a:pt x="23974" y="13329"/>
                      </a:cubicBezTo>
                      <a:cubicBezTo>
                        <a:pt x="24683" y="15102"/>
                        <a:pt x="25171" y="16787"/>
                        <a:pt x="25393" y="18472"/>
                      </a:cubicBezTo>
                      <a:cubicBezTo>
                        <a:pt x="25703" y="21796"/>
                        <a:pt x="24994" y="24855"/>
                        <a:pt x="22955" y="26806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67" name="Forme libre : forme 24166">
                  <a:extLst>
                    <a:ext uri="{FF2B5EF4-FFF2-40B4-BE49-F238E27FC236}">
                      <a16:creationId xmlns:a16="http://schemas.microsoft.com/office/drawing/2014/main" id="{A46C04C7-575D-46CC-8E2F-C85E6F5C2405}"/>
                    </a:ext>
                  </a:extLst>
                </p:cNvPr>
                <p:cNvSpPr/>
                <p:nvPr/>
              </p:nvSpPr>
              <p:spPr>
                <a:xfrm>
                  <a:off x="7206083" y="1360841"/>
                  <a:ext cx="14504" cy="25963"/>
                </a:xfrm>
                <a:custGeom>
                  <a:avLst/>
                  <a:gdLst>
                    <a:gd name="connsiteX0" fmla="*/ 14505 w 14504"/>
                    <a:gd name="connsiteY0" fmla="*/ 2158 h 25963"/>
                    <a:gd name="connsiteX1" fmla="*/ 3466 w 14504"/>
                    <a:gd name="connsiteY1" fmla="*/ 1183 h 25963"/>
                    <a:gd name="connsiteX2" fmla="*/ 4397 w 14504"/>
                    <a:gd name="connsiteY2" fmla="*/ 20600 h 25963"/>
                    <a:gd name="connsiteX3" fmla="*/ 9983 w 14504"/>
                    <a:gd name="connsiteY3" fmla="*/ 25964 h 25963"/>
                    <a:gd name="connsiteX4" fmla="*/ 7944 w 14504"/>
                    <a:gd name="connsiteY4" fmla="*/ 22196 h 25963"/>
                    <a:gd name="connsiteX5" fmla="*/ 8165 w 14504"/>
                    <a:gd name="connsiteY5" fmla="*/ 10537 h 25963"/>
                    <a:gd name="connsiteX6" fmla="*/ 14505 w 14504"/>
                    <a:gd name="connsiteY6" fmla="*/ 2158 h 25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504" h="25963">
                      <a:moveTo>
                        <a:pt x="14505" y="2158"/>
                      </a:moveTo>
                      <a:cubicBezTo>
                        <a:pt x="10604" y="-147"/>
                        <a:pt x="6481" y="-812"/>
                        <a:pt x="3466" y="1183"/>
                      </a:cubicBezTo>
                      <a:cubicBezTo>
                        <a:pt x="-1321" y="4286"/>
                        <a:pt x="-1277" y="13063"/>
                        <a:pt x="4397" y="20600"/>
                      </a:cubicBezTo>
                      <a:cubicBezTo>
                        <a:pt x="5993" y="22816"/>
                        <a:pt x="8032" y="24589"/>
                        <a:pt x="9983" y="25964"/>
                      </a:cubicBezTo>
                      <a:cubicBezTo>
                        <a:pt x="9141" y="24811"/>
                        <a:pt x="8431" y="23570"/>
                        <a:pt x="7944" y="22196"/>
                      </a:cubicBezTo>
                      <a:cubicBezTo>
                        <a:pt x="6880" y="18250"/>
                        <a:pt x="7057" y="14083"/>
                        <a:pt x="8165" y="10537"/>
                      </a:cubicBezTo>
                      <a:cubicBezTo>
                        <a:pt x="9318" y="6946"/>
                        <a:pt x="11490" y="3931"/>
                        <a:pt x="14505" y="2158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68" name="Forme libre : forme 24167">
                  <a:extLst>
                    <a:ext uri="{FF2B5EF4-FFF2-40B4-BE49-F238E27FC236}">
                      <a16:creationId xmlns:a16="http://schemas.microsoft.com/office/drawing/2014/main" id="{B8C40EC1-497F-4231-AD44-BD6315818BBA}"/>
                    </a:ext>
                  </a:extLst>
                </p:cNvPr>
                <p:cNvSpPr/>
                <p:nvPr/>
              </p:nvSpPr>
              <p:spPr>
                <a:xfrm>
                  <a:off x="7205187" y="1363451"/>
                  <a:ext cx="25718" cy="28888"/>
                </a:xfrm>
                <a:custGeom>
                  <a:avLst/>
                  <a:gdLst>
                    <a:gd name="connsiteX0" fmla="*/ 23379 w 25718"/>
                    <a:gd name="connsiteY0" fmla="*/ 26945 h 28888"/>
                    <a:gd name="connsiteX1" fmla="*/ 14602 w 25718"/>
                    <a:gd name="connsiteY1" fmla="*/ 28275 h 28888"/>
                    <a:gd name="connsiteX2" fmla="*/ 4494 w 25718"/>
                    <a:gd name="connsiteY2" fmla="*/ 20739 h 28888"/>
                    <a:gd name="connsiteX3" fmla="*/ 17 w 25718"/>
                    <a:gd name="connsiteY3" fmla="*/ 9257 h 28888"/>
                    <a:gd name="connsiteX4" fmla="*/ 3386 w 25718"/>
                    <a:gd name="connsiteY4" fmla="*/ 1189 h 28888"/>
                    <a:gd name="connsiteX5" fmla="*/ 20986 w 25718"/>
                    <a:gd name="connsiteY5" fmla="*/ 8149 h 28888"/>
                    <a:gd name="connsiteX6" fmla="*/ 25596 w 25718"/>
                    <a:gd name="connsiteY6" fmla="*/ 18522 h 28888"/>
                    <a:gd name="connsiteX7" fmla="*/ 23379 w 25718"/>
                    <a:gd name="connsiteY7" fmla="*/ 26945 h 28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718" h="28888">
                      <a:moveTo>
                        <a:pt x="23379" y="26945"/>
                      </a:moveTo>
                      <a:cubicBezTo>
                        <a:pt x="21340" y="28940"/>
                        <a:pt x="18016" y="29428"/>
                        <a:pt x="14602" y="28275"/>
                      </a:cubicBezTo>
                      <a:cubicBezTo>
                        <a:pt x="11100" y="27167"/>
                        <a:pt x="7420" y="24507"/>
                        <a:pt x="4494" y="20739"/>
                      </a:cubicBezTo>
                      <a:cubicBezTo>
                        <a:pt x="1657" y="16926"/>
                        <a:pt x="106" y="12804"/>
                        <a:pt x="17" y="9257"/>
                      </a:cubicBezTo>
                      <a:cubicBezTo>
                        <a:pt x="-160" y="5711"/>
                        <a:pt x="1037" y="2740"/>
                        <a:pt x="3386" y="1189"/>
                      </a:cubicBezTo>
                      <a:cubicBezTo>
                        <a:pt x="8174" y="-1959"/>
                        <a:pt x="15888" y="1411"/>
                        <a:pt x="20986" y="8149"/>
                      </a:cubicBezTo>
                      <a:cubicBezTo>
                        <a:pt x="23601" y="11474"/>
                        <a:pt x="25108" y="15153"/>
                        <a:pt x="25596" y="18522"/>
                      </a:cubicBezTo>
                      <a:cubicBezTo>
                        <a:pt x="25995" y="21936"/>
                        <a:pt x="25463" y="24906"/>
                        <a:pt x="23379" y="2694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69" name="Forme libre : forme 24168">
                  <a:extLst>
                    <a:ext uri="{FF2B5EF4-FFF2-40B4-BE49-F238E27FC236}">
                      <a16:creationId xmlns:a16="http://schemas.microsoft.com/office/drawing/2014/main" id="{49289DFD-7DE8-4895-8301-AB9E8D33948B}"/>
                    </a:ext>
                  </a:extLst>
                </p:cNvPr>
                <p:cNvSpPr/>
                <p:nvPr/>
              </p:nvSpPr>
              <p:spPr>
                <a:xfrm>
                  <a:off x="7191252" y="1344474"/>
                  <a:ext cx="29449" cy="48311"/>
                </a:xfrm>
                <a:custGeom>
                  <a:avLst/>
                  <a:gdLst>
                    <a:gd name="connsiteX0" fmla="*/ 9830 w 29449"/>
                    <a:gd name="connsiteY0" fmla="*/ 6822 h 48311"/>
                    <a:gd name="connsiteX1" fmla="*/ 2293 w 29449"/>
                    <a:gd name="connsiteY1" fmla="*/ 12851 h 48311"/>
                    <a:gd name="connsiteX2" fmla="*/ 2648 w 29449"/>
                    <a:gd name="connsiteY2" fmla="*/ 32534 h 48311"/>
                    <a:gd name="connsiteX3" fmla="*/ 14529 w 29449"/>
                    <a:gd name="connsiteY3" fmla="*/ 46720 h 48311"/>
                    <a:gd name="connsiteX4" fmla="*/ 25523 w 29449"/>
                    <a:gd name="connsiteY4" fmla="*/ 45434 h 48311"/>
                    <a:gd name="connsiteX5" fmla="*/ 25523 w 29449"/>
                    <a:gd name="connsiteY5" fmla="*/ 37721 h 48311"/>
                    <a:gd name="connsiteX6" fmla="*/ 26587 w 29449"/>
                    <a:gd name="connsiteY6" fmla="*/ 19855 h 48311"/>
                    <a:gd name="connsiteX7" fmla="*/ 26720 w 29449"/>
                    <a:gd name="connsiteY7" fmla="*/ 1103 h 48311"/>
                    <a:gd name="connsiteX8" fmla="*/ 9830 w 29449"/>
                    <a:gd name="connsiteY8" fmla="*/ 6822 h 48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449" h="48311">
                      <a:moveTo>
                        <a:pt x="9830" y="6822"/>
                      </a:moveTo>
                      <a:cubicBezTo>
                        <a:pt x="7037" y="8418"/>
                        <a:pt x="4155" y="10103"/>
                        <a:pt x="2293" y="12851"/>
                      </a:cubicBezTo>
                      <a:cubicBezTo>
                        <a:pt x="-1298" y="17994"/>
                        <a:pt x="-278" y="25796"/>
                        <a:pt x="2648" y="32534"/>
                      </a:cubicBezTo>
                      <a:cubicBezTo>
                        <a:pt x="5130" y="38120"/>
                        <a:pt x="9031" y="43706"/>
                        <a:pt x="14529" y="46720"/>
                      </a:cubicBezTo>
                      <a:cubicBezTo>
                        <a:pt x="18563" y="48981"/>
                        <a:pt x="23927" y="49070"/>
                        <a:pt x="25523" y="45434"/>
                      </a:cubicBezTo>
                      <a:cubicBezTo>
                        <a:pt x="26498" y="43218"/>
                        <a:pt x="25921" y="40336"/>
                        <a:pt x="25523" y="37721"/>
                      </a:cubicBezTo>
                      <a:cubicBezTo>
                        <a:pt x="24636" y="31559"/>
                        <a:pt x="25079" y="25485"/>
                        <a:pt x="26587" y="19855"/>
                      </a:cubicBezTo>
                      <a:cubicBezTo>
                        <a:pt x="27784" y="15068"/>
                        <a:pt x="32305" y="5271"/>
                        <a:pt x="26720" y="1103"/>
                      </a:cubicBezTo>
                      <a:cubicBezTo>
                        <a:pt x="21710" y="-2753"/>
                        <a:pt x="13730" y="4561"/>
                        <a:pt x="9830" y="6822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70" name="Forme libre : forme 24169">
                  <a:extLst>
                    <a:ext uri="{FF2B5EF4-FFF2-40B4-BE49-F238E27FC236}">
                      <a16:creationId xmlns:a16="http://schemas.microsoft.com/office/drawing/2014/main" id="{37C73ED9-9504-43AD-BD08-8B4C42B57D58}"/>
                    </a:ext>
                  </a:extLst>
                </p:cNvPr>
                <p:cNvSpPr/>
                <p:nvPr/>
              </p:nvSpPr>
              <p:spPr>
                <a:xfrm>
                  <a:off x="7211565" y="1351295"/>
                  <a:ext cx="14027" cy="9008"/>
                </a:xfrm>
                <a:custGeom>
                  <a:avLst/>
                  <a:gdLst>
                    <a:gd name="connsiteX0" fmla="*/ 3260 w 14027"/>
                    <a:gd name="connsiteY0" fmla="*/ 1 h 9008"/>
                    <a:gd name="connsiteX1" fmla="*/ 999 w 14027"/>
                    <a:gd name="connsiteY1" fmla="*/ 533 h 9008"/>
                    <a:gd name="connsiteX2" fmla="*/ 24 w 14027"/>
                    <a:gd name="connsiteY2" fmla="*/ 2572 h 9008"/>
                    <a:gd name="connsiteX3" fmla="*/ 1354 w 14027"/>
                    <a:gd name="connsiteY3" fmla="*/ 4478 h 9008"/>
                    <a:gd name="connsiteX4" fmla="*/ 6185 w 14027"/>
                    <a:gd name="connsiteY4" fmla="*/ 7981 h 9008"/>
                    <a:gd name="connsiteX5" fmla="*/ 8402 w 14027"/>
                    <a:gd name="connsiteY5" fmla="*/ 8912 h 9008"/>
                    <a:gd name="connsiteX6" fmla="*/ 13013 w 14027"/>
                    <a:gd name="connsiteY6" fmla="*/ 3814 h 9008"/>
                    <a:gd name="connsiteX7" fmla="*/ 3260 w 14027"/>
                    <a:gd name="connsiteY7" fmla="*/ 1 h 9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027" h="9008">
                      <a:moveTo>
                        <a:pt x="3260" y="1"/>
                      </a:moveTo>
                      <a:cubicBezTo>
                        <a:pt x="2462" y="1"/>
                        <a:pt x="1664" y="134"/>
                        <a:pt x="999" y="533"/>
                      </a:cubicBezTo>
                      <a:cubicBezTo>
                        <a:pt x="334" y="932"/>
                        <a:pt x="-109" y="1774"/>
                        <a:pt x="24" y="2572"/>
                      </a:cubicBezTo>
                      <a:cubicBezTo>
                        <a:pt x="156" y="3326"/>
                        <a:pt x="777" y="3946"/>
                        <a:pt x="1354" y="4478"/>
                      </a:cubicBezTo>
                      <a:cubicBezTo>
                        <a:pt x="2861" y="5808"/>
                        <a:pt x="4501" y="7005"/>
                        <a:pt x="6185" y="7981"/>
                      </a:cubicBezTo>
                      <a:cubicBezTo>
                        <a:pt x="6895" y="8380"/>
                        <a:pt x="7604" y="8779"/>
                        <a:pt x="8402" y="8912"/>
                      </a:cubicBezTo>
                      <a:cubicBezTo>
                        <a:pt x="11683" y="9532"/>
                        <a:pt x="16027" y="7094"/>
                        <a:pt x="13013" y="3814"/>
                      </a:cubicBezTo>
                      <a:cubicBezTo>
                        <a:pt x="10707" y="1242"/>
                        <a:pt x="6496" y="-43"/>
                        <a:pt x="3260" y="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71" name="Forme libre : forme 24170">
                  <a:extLst>
                    <a:ext uri="{FF2B5EF4-FFF2-40B4-BE49-F238E27FC236}">
                      <a16:creationId xmlns:a16="http://schemas.microsoft.com/office/drawing/2014/main" id="{F711D0EE-939C-474F-B2DC-FE8F8D6B3ADC}"/>
                    </a:ext>
                  </a:extLst>
                </p:cNvPr>
                <p:cNvSpPr/>
                <p:nvPr/>
              </p:nvSpPr>
              <p:spPr>
                <a:xfrm>
                  <a:off x="7205071" y="1398287"/>
                  <a:ext cx="30455" cy="7004"/>
                </a:xfrm>
                <a:custGeom>
                  <a:avLst/>
                  <a:gdLst>
                    <a:gd name="connsiteX0" fmla="*/ 30455 w 30455"/>
                    <a:gd name="connsiteY0" fmla="*/ 1108 h 7004"/>
                    <a:gd name="connsiteX1" fmla="*/ 28638 w 30455"/>
                    <a:gd name="connsiteY1" fmla="*/ 2970 h 7004"/>
                    <a:gd name="connsiteX2" fmla="*/ 23097 w 30455"/>
                    <a:gd name="connsiteY2" fmla="*/ 6118 h 7004"/>
                    <a:gd name="connsiteX3" fmla="*/ 13344 w 30455"/>
                    <a:gd name="connsiteY3" fmla="*/ 6605 h 7004"/>
                    <a:gd name="connsiteX4" fmla="*/ 0 w 30455"/>
                    <a:gd name="connsiteY4" fmla="*/ 0 h 7004"/>
                    <a:gd name="connsiteX5" fmla="*/ 2748 w 30455"/>
                    <a:gd name="connsiteY5" fmla="*/ 1596 h 7004"/>
                    <a:gd name="connsiteX6" fmla="*/ 9930 w 30455"/>
                    <a:gd name="connsiteY6" fmla="*/ 4433 h 7004"/>
                    <a:gd name="connsiteX7" fmla="*/ 19949 w 30455"/>
                    <a:gd name="connsiteY7" fmla="*/ 5275 h 7004"/>
                    <a:gd name="connsiteX8" fmla="*/ 30455 w 30455"/>
                    <a:gd name="connsiteY8" fmla="*/ 1108 h 7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455" h="7004">
                      <a:moveTo>
                        <a:pt x="30455" y="1108"/>
                      </a:moveTo>
                      <a:cubicBezTo>
                        <a:pt x="30455" y="1108"/>
                        <a:pt x="29879" y="1906"/>
                        <a:pt x="28638" y="2970"/>
                      </a:cubicBezTo>
                      <a:cubicBezTo>
                        <a:pt x="27397" y="4034"/>
                        <a:pt x="25579" y="5275"/>
                        <a:pt x="23097" y="6118"/>
                      </a:cubicBezTo>
                      <a:cubicBezTo>
                        <a:pt x="20614" y="6960"/>
                        <a:pt x="17289" y="7359"/>
                        <a:pt x="13344" y="6605"/>
                      </a:cubicBezTo>
                      <a:cubicBezTo>
                        <a:pt x="9443" y="5807"/>
                        <a:pt x="4832" y="3812"/>
                        <a:pt x="0" y="0"/>
                      </a:cubicBezTo>
                      <a:cubicBezTo>
                        <a:pt x="0" y="0"/>
                        <a:pt x="1020" y="709"/>
                        <a:pt x="2748" y="1596"/>
                      </a:cubicBezTo>
                      <a:cubicBezTo>
                        <a:pt x="4477" y="2527"/>
                        <a:pt x="6871" y="3635"/>
                        <a:pt x="9930" y="4433"/>
                      </a:cubicBezTo>
                      <a:cubicBezTo>
                        <a:pt x="12945" y="5231"/>
                        <a:pt x="16314" y="5719"/>
                        <a:pt x="19949" y="5275"/>
                      </a:cubicBezTo>
                      <a:cubicBezTo>
                        <a:pt x="23495" y="4788"/>
                        <a:pt x="27042" y="3591"/>
                        <a:pt x="30455" y="11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72" name="Forme libre : forme 24171">
                  <a:extLst>
                    <a:ext uri="{FF2B5EF4-FFF2-40B4-BE49-F238E27FC236}">
                      <a16:creationId xmlns:a16="http://schemas.microsoft.com/office/drawing/2014/main" id="{1AB793A5-5EBB-41EF-8FCC-76255AB94C01}"/>
                    </a:ext>
                  </a:extLst>
                </p:cNvPr>
                <p:cNvSpPr/>
                <p:nvPr/>
              </p:nvSpPr>
              <p:spPr>
                <a:xfrm>
                  <a:off x="7203608" y="1336954"/>
                  <a:ext cx="28371" cy="9952"/>
                </a:xfrm>
                <a:custGeom>
                  <a:avLst/>
                  <a:gdLst>
                    <a:gd name="connsiteX0" fmla="*/ 28372 w 28371"/>
                    <a:gd name="connsiteY0" fmla="*/ 9953 h 9952"/>
                    <a:gd name="connsiteX1" fmla="*/ 26421 w 28371"/>
                    <a:gd name="connsiteY1" fmla="*/ 7736 h 9952"/>
                    <a:gd name="connsiteX2" fmla="*/ 20791 w 28371"/>
                    <a:gd name="connsiteY2" fmla="*/ 3259 h 9952"/>
                    <a:gd name="connsiteX3" fmla="*/ 0 w 28371"/>
                    <a:gd name="connsiteY3" fmla="*/ 2239 h 9952"/>
                    <a:gd name="connsiteX4" fmla="*/ 9708 w 28371"/>
                    <a:gd name="connsiteY4" fmla="*/ 1308 h 9952"/>
                    <a:gd name="connsiteX5" fmla="*/ 28372 w 28371"/>
                    <a:gd name="connsiteY5" fmla="*/ 9953 h 9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371" h="9952">
                      <a:moveTo>
                        <a:pt x="28372" y="9953"/>
                      </a:moveTo>
                      <a:cubicBezTo>
                        <a:pt x="28372" y="9953"/>
                        <a:pt x="27707" y="9022"/>
                        <a:pt x="26421" y="7736"/>
                      </a:cubicBezTo>
                      <a:cubicBezTo>
                        <a:pt x="25136" y="6406"/>
                        <a:pt x="23230" y="4722"/>
                        <a:pt x="20791" y="3259"/>
                      </a:cubicBezTo>
                      <a:cubicBezTo>
                        <a:pt x="15915" y="289"/>
                        <a:pt x="8778" y="-1795"/>
                        <a:pt x="0" y="2239"/>
                      </a:cubicBezTo>
                      <a:cubicBezTo>
                        <a:pt x="0" y="2239"/>
                        <a:pt x="4079" y="909"/>
                        <a:pt x="9708" y="1308"/>
                      </a:cubicBezTo>
                      <a:cubicBezTo>
                        <a:pt x="15294" y="1619"/>
                        <a:pt x="22387" y="3747"/>
                        <a:pt x="28372" y="99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73" name="Forme libre : forme 24172">
                  <a:extLst>
                    <a:ext uri="{FF2B5EF4-FFF2-40B4-BE49-F238E27FC236}">
                      <a16:creationId xmlns:a16="http://schemas.microsoft.com/office/drawing/2014/main" id="{97CFABFD-B6C3-436D-AD59-138689D23567}"/>
                    </a:ext>
                  </a:extLst>
                </p:cNvPr>
                <p:cNvSpPr/>
                <p:nvPr/>
              </p:nvSpPr>
              <p:spPr>
                <a:xfrm>
                  <a:off x="7220534" y="1369214"/>
                  <a:ext cx="7689" cy="11549"/>
                </a:xfrm>
                <a:custGeom>
                  <a:avLst/>
                  <a:gdLst>
                    <a:gd name="connsiteX0" fmla="*/ 6038 w 7689"/>
                    <a:gd name="connsiteY0" fmla="*/ 11429 h 11549"/>
                    <a:gd name="connsiteX1" fmla="*/ 585 w 7689"/>
                    <a:gd name="connsiteY1" fmla="*/ 6774 h 11549"/>
                    <a:gd name="connsiteX2" fmla="*/ 1827 w 7689"/>
                    <a:gd name="connsiteY2" fmla="*/ 80 h 11549"/>
                    <a:gd name="connsiteX3" fmla="*/ 7058 w 7689"/>
                    <a:gd name="connsiteY3" fmla="*/ 4735 h 11549"/>
                    <a:gd name="connsiteX4" fmla="*/ 6038 w 7689"/>
                    <a:gd name="connsiteY4" fmla="*/ 11429 h 1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89" h="11549">
                      <a:moveTo>
                        <a:pt x="6038" y="11429"/>
                      </a:moveTo>
                      <a:cubicBezTo>
                        <a:pt x="4220" y="12094"/>
                        <a:pt x="1827" y="9922"/>
                        <a:pt x="585" y="6774"/>
                      </a:cubicBezTo>
                      <a:cubicBezTo>
                        <a:pt x="-567" y="3583"/>
                        <a:pt x="53" y="568"/>
                        <a:pt x="1827" y="80"/>
                      </a:cubicBezTo>
                      <a:cubicBezTo>
                        <a:pt x="3644" y="-452"/>
                        <a:pt x="5861" y="1721"/>
                        <a:pt x="7058" y="4735"/>
                      </a:cubicBezTo>
                      <a:cubicBezTo>
                        <a:pt x="8166" y="7838"/>
                        <a:pt x="7811" y="10808"/>
                        <a:pt x="6038" y="11429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74" name="Forme libre : forme 24173">
                  <a:extLst>
                    <a:ext uri="{FF2B5EF4-FFF2-40B4-BE49-F238E27FC236}">
                      <a16:creationId xmlns:a16="http://schemas.microsoft.com/office/drawing/2014/main" id="{9176DDF3-18DE-4402-A3C7-4F2A7E9CD5E1}"/>
                    </a:ext>
                  </a:extLst>
                </p:cNvPr>
                <p:cNvSpPr/>
                <p:nvPr/>
              </p:nvSpPr>
              <p:spPr>
                <a:xfrm>
                  <a:off x="7225705" y="1378558"/>
                  <a:ext cx="3128" cy="3122"/>
                </a:xfrm>
                <a:custGeom>
                  <a:avLst/>
                  <a:gdLst>
                    <a:gd name="connsiteX0" fmla="*/ 2640 w 3128"/>
                    <a:gd name="connsiteY0" fmla="*/ 2795 h 3122"/>
                    <a:gd name="connsiteX1" fmla="*/ 424 w 3128"/>
                    <a:gd name="connsiteY1" fmla="*/ 2529 h 3122"/>
                    <a:gd name="connsiteX2" fmla="*/ 512 w 3128"/>
                    <a:gd name="connsiteY2" fmla="*/ 312 h 3122"/>
                    <a:gd name="connsiteX3" fmla="*/ 2684 w 3128"/>
                    <a:gd name="connsiteY3" fmla="*/ 622 h 3122"/>
                    <a:gd name="connsiteX4" fmla="*/ 2640 w 3128"/>
                    <a:gd name="connsiteY4" fmla="*/ 2795 h 3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28" h="3122">
                      <a:moveTo>
                        <a:pt x="2640" y="2795"/>
                      </a:moveTo>
                      <a:cubicBezTo>
                        <a:pt x="2019" y="3327"/>
                        <a:pt x="1044" y="3194"/>
                        <a:pt x="424" y="2529"/>
                      </a:cubicBezTo>
                      <a:cubicBezTo>
                        <a:pt x="-197" y="1864"/>
                        <a:pt x="-108" y="844"/>
                        <a:pt x="512" y="312"/>
                      </a:cubicBezTo>
                      <a:cubicBezTo>
                        <a:pt x="1133" y="-220"/>
                        <a:pt x="2108" y="-43"/>
                        <a:pt x="2684" y="622"/>
                      </a:cubicBezTo>
                      <a:cubicBezTo>
                        <a:pt x="3305" y="1287"/>
                        <a:pt x="3261" y="2263"/>
                        <a:pt x="2640" y="279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75" name="Forme libre : forme 24174">
                  <a:extLst>
                    <a:ext uri="{FF2B5EF4-FFF2-40B4-BE49-F238E27FC236}">
                      <a16:creationId xmlns:a16="http://schemas.microsoft.com/office/drawing/2014/main" id="{87E8213A-9C7A-4B43-A9E8-6E854365138C}"/>
                    </a:ext>
                  </a:extLst>
                </p:cNvPr>
                <p:cNvSpPr/>
                <p:nvPr/>
              </p:nvSpPr>
              <p:spPr>
                <a:xfrm>
                  <a:off x="7231496" y="1359975"/>
                  <a:ext cx="14091" cy="34423"/>
                </a:xfrm>
                <a:custGeom>
                  <a:avLst/>
                  <a:gdLst>
                    <a:gd name="connsiteX0" fmla="*/ 12809 w 14091"/>
                    <a:gd name="connsiteY0" fmla="*/ 21599 h 34423"/>
                    <a:gd name="connsiteX1" fmla="*/ 5627 w 14091"/>
                    <a:gd name="connsiteY1" fmla="*/ 32682 h 34423"/>
                    <a:gd name="connsiteX2" fmla="*/ 1150 w 14091"/>
                    <a:gd name="connsiteY2" fmla="*/ 34012 h 34423"/>
                    <a:gd name="connsiteX3" fmla="*/ 352 w 14091"/>
                    <a:gd name="connsiteY3" fmla="*/ 29578 h 34423"/>
                    <a:gd name="connsiteX4" fmla="*/ 4386 w 14091"/>
                    <a:gd name="connsiteY4" fmla="*/ 16235 h 34423"/>
                    <a:gd name="connsiteX5" fmla="*/ 1992 w 14091"/>
                    <a:gd name="connsiteY5" fmla="*/ 7236 h 34423"/>
                    <a:gd name="connsiteX6" fmla="*/ 3632 w 14091"/>
                    <a:gd name="connsiteY6" fmla="*/ 10 h 34423"/>
                    <a:gd name="connsiteX7" fmla="*/ 10326 w 14091"/>
                    <a:gd name="connsiteY7" fmla="*/ 4709 h 34423"/>
                    <a:gd name="connsiteX8" fmla="*/ 13828 w 14091"/>
                    <a:gd name="connsiteY8" fmla="*/ 12023 h 34423"/>
                    <a:gd name="connsiteX9" fmla="*/ 12809 w 14091"/>
                    <a:gd name="connsiteY9" fmla="*/ 21599 h 34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91" h="34423">
                      <a:moveTo>
                        <a:pt x="12809" y="21599"/>
                      </a:moveTo>
                      <a:cubicBezTo>
                        <a:pt x="11302" y="25722"/>
                        <a:pt x="8642" y="29445"/>
                        <a:pt x="5627" y="32682"/>
                      </a:cubicBezTo>
                      <a:cubicBezTo>
                        <a:pt x="4519" y="33879"/>
                        <a:pt x="2746" y="35075"/>
                        <a:pt x="1150" y="34012"/>
                      </a:cubicBezTo>
                      <a:cubicBezTo>
                        <a:pt x="-313" y="33080"/>
                        <a:pt x="-136" y="31041"/>
                        <a:pt x="352" y="29578"/>
                      </a:cubicBezTo>
                      <a:cubicBezTo>
                        <a:pt x="1815" y="25012"/>
                        <a:pt x="4519" y="20978"/>
                        <a:pt x="4386" y="16235"/>
                      </a:cubicBezTo>
                      <a:cubicBezTo>
                        <a:pt x="4297" y="14816"/>
                        <a:pt x="2790" y="10915"/>
                        <a:pt x="1992" y="7236"/>
                      </a:cubicBezTo>
                      <a:cubicBezTo>
                        <a:pt x="1238" y="3556"/>
                        <a:pt x="1194" y="143"/>
                        <a:pt x="3632" y="10"/>
                      </a:cubicBezTo>
                      <a:cubicBezTo>
                        <a:pt x="6115" y="-168"/>
                        <a:pt x="8464" y="2138"/>
                        <a:pt x="10326" y="4709"/>
                      </a:cubicBezTo>
                      <a:cubicBezTo>
                        <a:pt x="12144" y="7369"/>
                        <a:pt x="13518" y="10294"/>
                        <a:pt x="13828" y="12023"/>
                      </a:cubicBezTo>
                      <a:cubicBezTo>
                        <a:pt x="14449" y="15038"/>
                        <a:pt x="13917" y="18584"/>
                        <a:pt x="12809" y="2159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00" name="Graphique 2">
                <a:extLst>
                  <a:ext uri="{FF2B5EF4-FFF2-40B4-BE49-F238E27FC236}">
                    <a16:creationId xmlns:a16="http://schemas.microsoft.com/office/drawing/2014/main" id="{931BA0A0-DA5B-480D-8FB5-576AE873CF70}"/>
                  </a:ext>
                </a:extLst>
              </p:cNvPr>
              <p:cNvGrpSpPr/>
              <p:nvPr/>
            </p:nvGrpSpPr>
            <p:grpSpPr>
              <a:xfrm>
                <a:off x="7232679" y="1380506"/>
                <a:ext cx="80602" cy="56811"/>
                <a:chOff x="7232679" y="1380506"/>
                <a:chExt cx="80602" cy="56811"/>
              </a:xfrm>
              <a:solidFill>
                <a:schemeClr val="accent1"/>
              </a:solidFill>
            </p:grpSpPr>
            <p:sp>
              <p:nvSpPr>
                <p:cNvPr id="24152" name="Forme libre : forme 24151">
                  <a:extLst>
                    <a:ext uri="{FF2B5EF4-FFF2-40B4-BE49-F238E27FC236}">
                      <a16:creationId xmlns:a16="http://schemas.microsoft.com/office/drawing/2014/main" id="{D173EF18-2F6F-4CEC-923B-EF707FE6A76C}"/>
                    </a:ext>
                  </a:extLst>
                </p:cNvPr>
                <p:cNvSpPr/>
                <p:nvPr/>
              </p:nvSpPr>
              <p:spPr>
                <a:xfrm>
                  <a:off x="7232679" y="1380506"/>
                  <a:ext cx="80602" cy="56811"/>
                </a:xfrm>
                <a:custGeom>
                  <a:avLst/>
                  <a:gdLst>
                    <a:gd name="connsiteX0" fmla="*/ 60744 w 80602"/>
                    <a:gd name="connsiteY0" fmla="*/ 54088 h 56811"/>
                    <a:gd name="connsiteX1" fmla="*/ 38446 w 80602"/>
                    <a:gd name="connsiteY1" fmla="*/ 56704 h 56811"/>
                    <a:gd name="connsiteX2" fmla="*/ 35609 w 80602"/>
                    <a:gd name="connsiteY2" fmla="*/ 56571 h 56811"/>
                    <a:gd name="connsiteX3" fmla="*/ 33170 w 80602"/>
                    <a:gd name="connsiteY3" fmla="*/ 56216 h 56811"/>
                    <a:gd name="connsiteX4" fmla="*/ 28294 w 80602"/>
                    <a:gd name="connsiteY4" fmla="*/ 55418 h 56811"/>
                    <a:gd name="connsiteX5" fmla="*/ 18763 w 80602"/>
                    <a:gd name="connsiteY5" fmla="*/ 52980 h 56811"/>
                    <a:gd name="connsiteX6" fmla="*/ 12689 w 80602"/>
                    <a:gd name="connsiteY6" fmla="*/ 50231 h 56811"/>
                    <a:gd name="connsiteX7" fmla="*/ 7680 w 80602"/>
                    <a:gd name="connsiteY7" fmla="*/ 46640 h 56811"/>
                    <a:gd name="connsiteX8" fmla="*/ 1429 w 80602"/>
                    <a:gd name="connsiteY8" fmla="*/ 38085 h 56811"/>
                    <a:gd name="connsiteX9" fmla="*/ 3291 w 80602"/>
                    <a:gd name="connsiteY9" fmla="*/ 22081 h 56811"/>
                    <a:gd name="connsiteX10" fmla="*/ 12645 w 80602"/>
                    <a:gd name="connsiteY10" fmla="*/ 10156 h 56811"/>
                    <a:gd name="connsiteX11" fmla="*/ 25058 w 80602"/>
                    <a:gd name="connsiteY11" fmla="*/ 1733 h 56811"/>
                    <a:gd name="connsiteX12" fmla="*/ 30998 w 80602"/>
                    <a:gd name="connsiteY12" fmla="*/ 182 h 56811"/>
                    <a:gd name="connsiteX13" fmla="*/ 33525 w 80602"/>
                    <a:gd name="connsiteY13" fmla="*/ 4 h 56811"/>
                    <a:gd name="connsiteX14" fmla="*/ 35741 w 80602"/>
                    <a:gd name="connsiteY14" fmla="*/ 403 h 56811"/>
                    <a:gd name="connsiteX15" fmla="*/ 38800 w 80602"/>
                    <a:gd name="connsiteY15" fmla="*/ 1157 h 56811"/>
                    <a:gd name="connsiteX16" fmla="*/ 40352 w 80602"/>
                    <a:gd name="connsiteY16" fmla="*/ 1379 h 56811"/>
                    <a:gd name="connsiteX17" fmla="*/ 41150 w 80602"/>
                    <a:gd name="connsiteY17" fmla="*/ 1512 h 56811"/>
                    <a:gd name="connsiteX18" fmla="*/ 41593 w 80602"/>
                    <a:gd name="connsiteY18" fmla="*/ 1467 h 56811"/>
                    <a:gd name="connsiteX19" fmla="*/ 45007 w 80602"/>
                    <a:gd name="connsiteY19" fmla="*/ 980 h 56811"/>
                    <a:gd name="connsiteX20" fmla="*/ 46558 w 80602"/>
                    <a:gd name="connsiteY20" fmla="*/ 891 h 56811"/>
                    <a:gd name="connsiteX21" fmla="*/ 48686 w 80602"/>
                    <a:gd name="connsiteY21" fmla="*/ 1113 h 56811"/>
                    <a:gd name="connsiteX22" fmla="*/ 51302 w 80602"/>
                    <a:gd name="connsiteY22" fmla="*/ 1733 h 56811"/>
                    <a:gd name="connsiteX23" fmla="*/ 54316 w 80602"/>
                    <a:gd name="connsiteY23" fmla="*/ 2708 h 56811"/>
                    <a:gd name="connsiteX24" fmla="*/ 60877 w 80602"/>
                    <a:gd name="connsiteY24" fmla="*/ 5723 h 56811"/>
                    <a:gd name="connsiteX25" fmla="*/ 66995 w 80602"/>
                    <a:gd name="connsiteY25" fmla="*/ 10777 h 56811"/>
                    <a:gd name="connsiteX26" fmla="*/ 76925 w 80602"/>
                    <a:gd name="connsiteY26" fmla="*/ 22391 h 56811"/>
                    <a:gd name="connsiteX27" fmla="*/ 80383 w 80602"/>
                    <a:gd name="connsiteY27" fmla="*/ 29662 h 56811"/>
                    <a:gd name="connsiteX28" fmla="*/ 79408 w 80602"/>
                    <a:gd name="connsiteY28" fmla="*/ 38439 h 56811"/>
                    <a:gd name="connsiteX29" fmla="*/ 76925 w 80602"/>
                    <a:gd name="connsiteY29" fmla="*/ 43005 h 56811"/>
                    <a:gd name="connsiteX30" fmla="*/ 73024 w 80602"/>
                    <a:gd name="connsiteY30" fmla="*/ 47350 h 56811"/>
                    <a:gd name="connsiteX31" fmla="*/ 67704 w 80602"/>
                    <a:gd name="connsiteY31" fmla="*/ 51207 h 56811"/>
                    <a:gd name="connsiteX32" fmla="*/ 60744 w 80602"/>
                    <a:gd name="connsiteY32" fmla="*/ 54088 h 56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80602" h="56811">
                      <a:moveTo>
                        <a:pt x="60744" y="54088"/>
                      </a:moveTo>
                      <a:cubicBezTo>
                        <a:pt x="53828" y="56216"/>
                        <a:pt x="46026" y="57147"/>
                        <a:pt x="38446" y="56704"/>
                      </a:cubicBezTo>
                      <a:lnTo>
                        <a:pt x="35609" y="56571"/>
                      </a:lnTo>
                      <a:lnTo>
                        <a:pt x="33170" y="56216"/>
                      </a:lnTo>
                      <a:lnTo>
                        <a:pt x="28294" y="55418"/>
                      </a:lnTo>
                      <a:cubicBezTo>
                        <a:pt x="25058" y="54886"/>
                        <a:pt x="21910" y="53822"/>
                        <a:pt x="18763" y="52980"/>
                      </a:cubicBezTo>
                      <a:cubicBezTo>
                        <a:pt x="16546" y="52315"/>
                        <a:pt x="14596" y="51251"/>
                        <a:pt x="12689" y="50231"/>
                      </a:cubicBezTo>
                      <a:cubicBezTo>
                        <a:pt x="10783" y="49212"/>
                        <a:pt x="9099" y="48015"/>
                        <a:pt x="7680" y="46640"/>
                      </a:cubicBezTo>
                      <a:cubicBezTo>
                        <a:pt x="4754" y="44025"/>
                        <a:pt x="2582" y="41099"/>
                        <a:pt x="1429" y="38085"/>
                      </a:cubicBezTo>
                      <a:cubicBezTo>
                        <a:pt x="-1142" y="32189"/>
                        <a:pt x="-78" y="26337"/>
                        <a:pt x="3291" y="22081"/>
                      </a:cubicBezTo>
                      <a:lnTo>
                        <a:pt x="12645" y="10156"/>
                      </a:lnTo>
                      <a:cubicBezTo>
                        <a:pt x="16059" y="5812"/>
                        <a:pt x="20802" y="3418"/>
                        <a:pt x="25058" y="1733"/>
                      </a:cubicBezTo>
                      <a:cubicBezTo>
                        <a:pt x="27186" y="1068"/>
                        <a:pt x="29225" y="448"/>
                        <a:pt x="30998" y="182"/>
                      </a:cubicBezTo>
                      <a:cubicBezTo>
                        <a:pt x="31885" y="137"/>
                        <a:pt x="32727" y="49"/>
                        <a:pt x="33525" y="4"/>
                      </a:cubicBezTo>
                      <a:cubicBezTo>
                        <a:pt x="34323" y="-40"/>
                        <a:pt x="35032" y="270"/>
                        <a:pt x="35741" y="403"/>
                      </a:cubicBezTo>
                      <a:cubicBezTo>
                        <a:pt x="36806" y="581"/>
                        <a:pt x="37736" y="1068"/>
                        <a:pt x="38800" y="1157"/>
                      </a:cubicBezTo>
                      <a:lnTo>
                        <a:pt x="40352" y="1379"/>
                      </a:lnTo>
                      <a:lnTo>
                        <a:pt x="41150" y="1512"/>
                      </a:lnTo>
                      <a:cubicBezTo>
                        <a:pt x="41327" y="1512"/>
                        <a:pt x="41416" y="1467"/>
                        <a:pt x="41593" y="1467"/>
                      </a:cubicBezTo>
                      <a:cubicBezTo>
                        <a:pt x="42701" y="1467"/>
                        <a:pt x="43677" y="1467"/>
                        <a:pt x="45007" y="980"/>
                      </a:cubicBezTo>
                      <a:cubicBezTo>
                        <a:pt x="45494" y="758"/>
                        <a:pt x="45938" y="891"/>
                        <a:pt x="46558" y="891"/>
                      </a:cubicBezTo>
                      <a:cubicBezTo>
                        <a:pt x="47179" y="802"/>
                        <a:pt x="47888" y="891"/>
                        <a:pt x="48686" y="1113"/>
                      </a:cubicBezTo>
                      <a:cubicBezTo>
                        <a:pt x="49440" y="1379"/>
                        <a:pt x="50326" y="1556"/>
                        <a:pt x="51302" y="1733"/>
                      </a:cubicBezTo>
                      <a:cubicBezTo>
                        <a:pt x="52233" y="1955"/>
                        <a:pt x="53252" y="2265"/>
                        <a:pt x="54316" y="2708"/>
                      </a:cubicBezTo>
                      <a:cubicBezTo>
                        <a:pt x="56444" y="3639"/>
                        <a:pt x="58661" y="4349"/>
                        <a:pt x="60877" y="5723"/>
                      </a:cubicBezTo>
                      <a:cubicBezTo>
                        <a:pt x="63049" y="7009"/>
                        <a:pt x="65222" y="8693"/>
                        <a:pt x="66995" y="10777"/>
                      </a:cubicBezTo>
                      <a:lnTo>
                        <a:pt x="76925" y="22391"/>
                      </a:lnTo>
                      <a:cubicBezTo>
                        <a:pt x="78742" y="24475"/>
                        <a:pt x="79895" y="26957"/>
                        <a:pt x="80383" y="29662"/>
                      </a:cubicBezTo>
                      <a:cubicBezTo>
                        <a:pt x="80782" y="32366"/>
                        <a:pt x="80737" y="35469"/>
                        <a:pt x="79408" y="38439"/>
                      </a:cubicBezTo>
                      <a:cubicBezTo>
                        <a:pt x="78787" y="39947"/>
                        <a:pt x="77945" y="41498"/>
                        <a:pt x="76925" y="43005"/>
                      </a:cubicBezTo>
                      <a:cubicBezTo>
                        <a:pt x="75950" y="44557"/>
                        <a:pt x="74664" y="46020"/>
                        <a:pt x="73024" y="47350"/>
                      </a:cubicBezTo>
                      <a:cubicBezTo>
                        <a:pt x="71428" y="48724"/>
                        <a:pt x="69655" y="50010"/>
                        <a:pt x="67704" y="51207"/>
                      </a:cubicBezTo>
                      <a:cubicBezTo>
                        <a:pt x="65576" y="52448"/>
                        <a:pt x="63138" y="53290"/>
                        <a:pt x="60744" y="5408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53" name="Forme libre : forme 24152">
                  <a:extLst>
                    <a:ext uri="{FF2B5EF4-FFF2-40B4-BE49-F238E27FC236}">
                      <a16:creationId xmlns:a16="http://schemas.microsoft.com/office/drawing/2014/main" id="{FFCAAA21-F79D-485C-9E1A-D031D8B320B5}"/>
                    </a:ext>
                  </a:extLst>
                </p:cNvPr>
                <p:cNvSpPr/>
                <p:nvPr/>
              </p:nvSpPr>
              <p:spPr>
                <a:xfrm>
                  <a:off x="7232691" y="1397356"/>
                  <a:ext cx="80458" cy="39875"/>
                </a:xfrm>
                <a:custGeom>
                  <a:avLst/>
                  <a:gdLst>
                    <a:gd name="connsiteX0" fmla="*/ 29568 w 80458"/>
                    <a:gd name="connsiteY0" fmla="*/ 20259 h 39875"/>
                    <a:gd name="connsiteX1" fmla="*/ 13342 w 80458"/>
                    <a:gd name="connsiteY1" fmla="*/ 13565 h 39875"/>
                    <a:gd name="connsiteX2" fmla="*/ 7313 w 80458"/>
                    <a:gd name="connsiteY2" fmla="*/ 0 h 39875"/>
                    <a:gd name="connsiteX3" fmla="*/ 3279 w 80458"/>
                    <a:gd name="connsiteY3" fmla="*/ 5142 h 39875"/>
                    <a:gd name="connsiteX4" fmla="*/ 1417 w 80458"/>
                    <a:gd name="connsiteY4" fmla="*/ 21146 h 39875"/>
                    <a:gd name="connsiteX5" fmla="*/ 7668 w 80458"/>
                    <a:gd name="connsiteY5" fmla="*/ 29702 h 39875"/>
                    <a:gd name="connsiteX6" fmla="*/ 12678 w 80458"/>
                    <a:gd name="connsiteY6" fmla="*/ 33293 h 39875"/>
                    <a:gd name="connsiteX7" fmla="*/ 18751 w 80458"/>
                    <a:gd name="connsiteY7" fmla="*/ 36041 h 39875"/>
                    <a:gd name="connsiteX8" fmla="*/ 28282 w 80458"/>
                    <a:gd name="connsiteY8" fmla="*/ 38479 h 39875"/>
                    <a:gd name="connsiteX9" fmla="*/ 33159 w 80458"/>
                    <a:gd name="connsiteY9" fmla="*/ 39277 h 39875"/>
                    <a:gd name="connsiteX10" fmla="*/ 35597 w 80458"/>
                    <a:gd name="connsiteY10" fmla="*/ 39632 h 39875"/>
                    <a:gd name="connsiteX11" fmla="*/ 38434 w 80458"/>
                    <a:gd name="connsiteY11" fmla="*/ 39765 h 39875"/>
                    <a:gd name="connsiteX12" fmla="*/ 60732 w 80458"/>
                    <a:gd name="connsiteY12" fmla="*/ 37149 h 39875"/>
                    <a:gd name="connsiteX13" fmla="*/ 67559 w 80458"/>
                    <a:gd name="connsiteY13" fmla="*/ 34356 h 39875"/>
                    <a:gd name="connsiteX14" fmla="*/ 72879 w 80458"/>
                    <a:gd name="connsiteY14" fmla="*/ 30500 h 39875"/>
                    <a:gd name="connsiteX15" fmla="*/ 76780 w 80458"/>
                    <a:gd name="connsiteY15" fmla="*/ 26155 h 39875"/>
                    <a:gd name="connsiteX16" fmla="*/ 79263 w 80458"/>
                    <a:gd name="connsiteY16" fmla="*/ 21589 h 39875"/>
                    <a:gd name="connsiteX17" fmla="*/ 80238 w 80458"/>
                    <a:gd name="connsiteY17" fmla="*/ 12812 h 39875"/>
                    <a:gd name="connsiteX18" fmla="*/ 76780 w 80458"/>
                    <a:gd name="connsiteY18" fmla="*/ 5541 h 39875"/>
                    <a:gd name="connsiteX19" fmla="*/ 76470 w 80458"/>
                    <a:gd name="connsiteY19" fmla="*/ 5187 h 39875"/>
                    <a:gd name="connsiteX20" fmla="*/ 71859 w 80458"/>
                    <a:gd name="connsiteY20" fmla="*/ 9221 h 39875"/>
                    <a:gd name="connsiteX21" fmla="*/ 66717 w 80458"/>
                    <a:gd name="connsiteY21" fmla="*/ 12679 h 39875"/>
                    <a:gd name="connsiteX22" fmla="*/ 55146 w 80458"/>
                    <a:gd name="connsiteY22" fmla="*/ 17688 h 39875"/>
                    <a:gd name="connsiteX23" fmla="*/ 52088 w 80458"/>
                    <a:gd name="connsiteY23" fmla="*/ 18619 h 39875"/>
                    <a:gd name="connsiteX24" fmla="*/ 48896 w 80458"/>
                    <a:gd name="connsiteY24" fmla="*/ 19195 h 39875"/>
                    <a:gd name="connsiteX25" fmla="*/ 42468 w 80458"/>
                    <a:gd name="connsiteY25" fmla="*/ 20038 h 39875"/>
                    <a:gd name="connsiteX26" fmla="*/ 29568 w 80458"/>
                    <a:gd name="connsiteY26" fmla="*/ 20259 h 39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80458" h="39875">
                      <a:moveTo>
                        <a:pt x="29568" y="20259"/>
                      </a:moveTo>
                      <a:cubicBezTo>
                        <a:pt x="23406" y="19949"/>
                        <a:pt x="17244" y="17555"/>
                        <a:pt x="13342" y="13565"/>
                      </a:cubicBezTo>
                      <a:cubicBezTo>
                        <a:pt x="9264" y="9753"/>
                        <a:pt x="7181" y="4832"/>
                        <a:pt x="7313" y="0"/>
                      </a:cubicBezTo>
                      <a:lnTo>
                        <a:pt x="3279" y="5142"/>
                      </a:lnTo>
                      <a:cubicBezTo>
                        <a:pt x="-45" y="9398"/>
                        <a:pt x="-1154" y="15250"/>
                        <a:pt x="1417" y="21146"/>
                      </a:cubicBezTo>
                      <a:cubicBezTo>
                        <a:pt x="2570" y="24160"/>
                        <a:pt x="4742" y="27086"/>
                        <a:pt x="7668" y="29702"/>
                      </a:cubicBezTo>
                      <a:cubicBezTo>
                        <a:pt x="9087" y="31076"/>
                        <a:pt x="10771" y="32273"/>
                        <a:pt x="12678" y="33293"/>
                      </a:cubicBezTo>
                      <a:cubicBezTo>
                        <a:pt x="14584" y="34312"/>
                        <a:pt x="16534" y="35376"/>
                        <a:pt x="18751" y="36041"/>
                      </a:cubicBezTo>
                      <a:cubicBezTo>
                        <a:pt x="21898" y="36928"/>
                        <a:pt x="25046" y="37992"/>
                        <a:pt x="28282" y="38479"/>
                      </a:cubicBezTo>
                      <a:lnTo>
                        <a:pt x="33159" y="39277"/>
                      </a:lnTo>
                      <a:lnTo>
                        <a:pt x="35597" y="39632"/>
                      </a:lnTo>
                      <a:lnTo>
                        <a:pt x="38434" y="39765"/>
                      </a:lnTo>
                      <a:cubicBezTo>
                        <a:pt x="45970" y="40208"/>
                        <a:pt x="53772" y="39322"/>
                        <a:pt x="60732" y="37149"/>
                      </a:cubicBezTo>
                      <a:cubicBezTo>
                        <a:pt x="63126" y="36396"/>
                        <a:pt x="65564" y="35509"/>
                        <a:pt x="67559" y="34356"/>
                      </a:cubicBezTo>
                      <a:cubicBezTo>
                        <a:pt x="69510" y="33160"/>
                        <a:pt x="71283" y="31874"/>
                        <a:pt x="72879" y="30500"/>
                      </a:cubicBezTo>
                      <a:cubicBezTo>
                        <a:pt x="74519" y="29170"/>
                        <a:pt x="75805" y="27663"/>
                        <a:pt x="76780" y="26155"/>
                      </a:cubicBezTo>
                      <a:cubicBezTo>
                        <a:pt x="77800" y="24648"/>
                        <a:pt x="78642" y="23097"/>
                        <a:pt x="79263" y="21589"/>
                      </a:cubicBezTo>
                      <a:cubicBezTo>
                        <a:pt x="80593" y="18619"/>
                        <a:pt x="80637" y="15516"/>
                        <a:pt x="80238" y="12812"/>
                      </a:cubicBezTo>
                      <a:cubicBezTo>
                        <a:pt x="79794" y="10063"/>
                        <a:pt x="78598" y="7625"/>
                        <a:pt x="76780" y="5541"/>
                      </a:cubicBezTo>
                      <a:lnTo>
                        <a:pt x="76470" y="5187"/>
                      </a:lnTo>
                      <a:cubicBezTo>
                        <a:pt x="74963" y="6561"/>
                        <a:pt x="73500" y="7980"/>
                        <a:pt x="71859" y="9221"/>
                      </a:cubicBezTo>
                      <a:cubicBezTo>
                        <a:pt x="70175" y="10418"/>
                        <a:pt x="68446" y="11570"/>
                        <a:pt x="66717" y="12679"/>
                      </a:cubicBezTo>
                      <a:cubicBezTo>
                        <a:pt x="63038" y="14674"/>
                        <a:pt x="59314" y="16535"/>
                        <a:pt x="55146" y="17688"/>
                      </a:cubicBezTo>
                      <a:cubicBezTo>
                        <a:pt x="54127" y="17998"/>
                        <a:pt x="53152" y="18353"/>
                        <a:pt x="52088" y="18619"/>
                      </a:cubicBezTo>
                      <a:lnTo>
                        <a:pt x="48896" y="19195"/>
                      </a:lnTo>
                      <a:cubicBezTo>
                        <a:pt x="46768" y="19594"/>
                        <a:pt x="44640" y="20038"/>
                        <a:pt x="42468" y="20038"/>
                      </a:cubicBezTo>
                      <a:cubicBezTo>
                        <a:pt x="38079" y="20437"/>
                        <a:pt x="33956" y="20259"/>
                        <a:pt x="29568" y="2025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54" name="Forme libre : forme 24153">
                  <a:extLst>
                    <a:ext uri="{FF2B5EF4-FFF2-40B4-BE49-F238E27FC236}">
                      <a16:creationId xmlns:a16="http://schemas.microsoft.com/office/drawing/2014/main" id="{7C3D8D27-4E4F-4792-8E7E-E56E33DB26B3}"/>
                    </a:ext>
                  </a:extLst>
                </p:cNvPr>
                <p:cNvSpPr/>
                <p:nvPr/>
              </p:nvSpPr>
              <p:spPr>
                <a:xfrm>
                  <a:off x="7260902" y="1400307"/>
                  <a:ext cx="32994" cy="21032"/>
                </a:xfrm>
                <a:custGeom>
                  <a:avLst/>
                  <a:gdLst>
                    <a:gd name="connsiteX0" fmla="*/ 32299 w 32994"/>
                    <a:gd name="connsiteY0" fmla="*/ 6004 h 21032"/>
                    <a:gd name="connsiteX1" fmla="*/ 32876 w 32994"/>
                    <a:gd name="connsiteY1" fmla="*/ 10260 h 21032"/>
                    <a:gd name="connsiteX2" fmla="*/ 30526 w 32994"/>
                    <a:gd name="connsiteY2" fmla="*/ 14915 h 21032"/>
                    <a:gd name="connsiteX3" fmla="*/ 25162 w 32994"/>
                    <a:gd name="connsiteY3" fmla="*/ 18993 h 21032"/>
                    <a:gd name="connsiteX4" fmla="*/ 17271 w 32994"/>
                    <a:gd name="connsiteY4" fmla="*/ 21032 h 21032"/>
                    <a:gd name="connsiteX5" fmla="*/ 9114 w 32994"/>
                    <a:gd name="connsiteY5" fmla="*/ 20101 h 21032"/>
                    <a:gd name="connsiteX6" fmla="*/ 3484 w 32994"/>
                    <a:gd name="connsiteY6" fmla="*/ 16954 h 21032"/>
                    <a:gd name="connsiteX7" fmla="*/ 470 w 32994"/>
                    <a:gd name="connsiteY7" fmla="*/ 12831 h 21032"/>
                    <a:gd name="connsiteX8" fmla="*/ 248 w 32994"/>
                    <a:gd name="connsiteY8" fmla="*/ 8575 h 21032"/>
                    <a:gd name="connsiteX9" fmla="*/ 2509 w 32994"/>
                    <a:gd name="connsiteY9" fmla="*/ 4985 h 21032"/>
                    <a:gd name="connsiteX10" fmla="*/ 6321 w 32994"/>
                    <a:gd name="connsiteY10" fmla="*/ 2458 h 21032"/>
                    <a:gd name="connsiteX11" fmla="*/ 11020 w 32994"/>
                    <a:gd name="connsiteY11" fmla="*/ 950 h 21032"/>
                    <a:gd name="connsiteX12" fmla="*/ 15764 w 32994"/>
                    <a:gd name="connsiteY12" fmla="*/ 197 h 21032"/>
                    <a:gd name="connsiteX13" fmla="*/ 20596 w 32994"/>
                    <a:gd name="connsiteY13" fmla="*/ 241 h 21032"/>
                    <a:gd name="connsiteX14" fmla="*/ 25250 w 32994"/>
                    <a:gd name="connsiteY14" fmla="*/ 1083 h 21032"/>
                    <a:gd name="connsiteX15" fmla="*/ 29373 w 32994"/>
                    <a:gd name="connsiteY15" fmla="*/ 2901 h 21032"/>
                    <a:gd name="connsiteX16" fmla="*/ 32299 w 32994"/>
                    <a:gd name="connsiteY16" fmla="*/ 6004 h 21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2994" h="21032">
                      <a:moveTo>
                        <a:pt x="32299" y="6004"/>
                      </a:moveTo>
                      <a:cubicBezTo>
                        <a:pt x="32964" y="7290"/>
                        <a:pt x="33142" y="8753"/>
                        <a:pt x="32876" y="10260"/>
                      </a:cubicBezTo>
                      <a:cubicBezTo>
                        <a:pt x="32565" y="11723"/>
                        <a:pt x="31900" y="13540"/>
                        <a:pt x="30526" y="14915"/>
                      </a:cubicBezTo>
                      <a:cubicBezTo>
                        <a:pt x="29196" y="16333"/>
                        <a:pt x="27379" y="17752"/>
                        <a:pt x="25162" y="18993"/>
                      </a:cubicBezTo>
                      <a:cubicBezTo>
                        <a:pt x="22857" y="19968"/>
                        <a:pt x="20153" y="20678"/>
                        <a:pt x="17271" y="21032"/>
                      </a:cubicBezTo>
                      <a:cubicBezTo>
                        <a:pt x="14345" y="21032"/>
                        <a:pt x="11552" y="20722"/>
                        <a:pt x="9114" y="20101"/>
                      </a:cubicBezTo>
                      <a:cubicBezTo>
                        <a:pt x="6898" y="19215"/>
                        <a:pt x="4991" y="18151"/>
                        <a:pt x="3484" y="16954"/>
                      </a:cubicBezTo>
                      <a:cubicBezTo>
                        <a:pt x="1977" y="15801"/>
                        <a:pt x="1002" y="14205"/>
                        <a:pt x="470" y="12831"/>
                      </a:cubicBezTo>
                      <a:cubicBezTo>
                        <a:pt x="-62" y="11368"/>
                        <a:pt x="-151" y="9950"/>
                        <a:pt x="248" y="8575"/>
                      </a:cubicBezTo>
                      <a:cubicBezTo>
                        <a:pt x="647" y="7201"/>
                        <a:pt x="1489" y="6004"/>
                        <a:pt x="2509" y="4985"/>
                      </a:cubicBezTo>
                      <a:cubicBezTo>
                        <a:pt x="3573" y="3921"/>
                        <a:pt x="4858" y="3300"/>
                        <a:pt x="6321" y="2458"/>
                      </a:cubicBezTo>
                      <a:cubicBezTo>
                        <a:pt x="7784" y="1704"/>
                        <a:pt x="9336" y="1172"/>
                        <a:pt x="11020" y="950"/>
                      </a:cubicBezTo>
                      <a:cubicBezTo>
                        <a:pt x="12572" y="418"/>
                        <a:pt x="14124" y="108"/>
                        <a:pt x="15764" y="197"/>
                      </a:cubicBezTo>
                      <a:cubicBezTo>
                        <a:pt x="17404" y="-114"/>
                        <a:pt x="19000" y="-25"/>
                        <a:pt x="20596" y="241"/>
                      </a:cubicBezTo>
                      <a:cubicBezTo>
                        <a:pt x="22148" y="241"/>
                        <a:pt x="23743" y="551"/>
                        <a:pt x="25250" y="1083"/>
                      </a:cubicBezTo>
                      <a:cubicBezTo>
                        <a:pt x="26802" y="1704"/>
                        <a:pt x="28132" y="2059"/>
                        <a:pt x="29373" y="2901"/>
                      </a:cubicBezTo>
                      <a:cubicBezTo>
                        <a:pt x="30615" y="3699"/>
                        <a:pt x="31634" y="4719"/>
                        <a:pt x="32299" y="6004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55" name="Forme libre : forme 24154">
                  <a:extLst>
                    <a:ext uri="{FF2B5EF4-FFF2-40B4-BE49-F238E27FC236}">
                      <a16:creationId xmlns:a16="http://schemas.microsoft.com/office/drawing/2014/main" id="{127FA2CB-9047-46D7-948D-AFDF7A2C53C2}"/>
                    </a:ext>
                  </a:extLst>
                </p:cNvPr>
                <p:cNvSpPr/>
                <p:nvPr/>
              </p:nvSpPr>
              <p:spPr>
                <a:xfrm>
                  <a:off x="7260933" y="1401833"/>
                  <a:ext cx="26284" cy="19509"/>
                </a:xfrm>
                <a:custGeom>
                  <a:avLst/>
                  <a:gdLst>
                    <a:gd name="connsiteX0" fmla="*/ 8596 w 26284"/>
                    <a:gd name="connsiteY0" fmla="*/ 0 h 19509"/>
                    <a:gd name="connsiteX1" fmla="*/ 3365 w 26284"/>
                    <a:gd name="connsiteY1" fmla="*/ 2748 h 19509"/>
                    <a:gd name="connsiteX2" fmla="*/ 262 w 26284"/>
                    <a:gd name="connsiteY2" fmla="*/ 7049 h 19509"/>
                    <a:gd name="connsiteX3" fmla="*/ 483 w 26284"/>
                    <a:gd name="connsiteY3" fmla="*/ 11304 h 19509"/>
                    <a:gd name="connsiteX4" fmla="*/ 3498 w 26284"/>
                    <a:gd name="connsiteY4" fmla="*/ 15427 h 19509"/>
                    <a:gd name="connsiteX5" fmla="*/ 9128 w 26284"/>
                    <a:gd name="connsiteY5" fmla="*/ 18575 h 19509"/>
                    <a:gd name="connsiteX6" fmla="*/ 17285 w 26284"/>
                    <a:gd name="connsiteY6" fmla="*/ 19506 h 19509"/>
                    <a:gd name="connsiteX7" fmla="*/ 26284 w 26284"/>
                    <a:gd name="connsiteY7" fmla="*/ 16801 h 19509"/>
                    <a:gd name="connsiteX8" fmla="*/ 21186 w 26284"/>
                    <a:gd name="connsiteY8" fmla="*/ 17067 h 19509"/>
                    <a:gd name="connsiteX9" fmla="*/ 10502 w 26284"/>
                    <a:gd name="connsiteY9" fmla="*/ 10373 h 19509"/>
                    <a:gd name="connsiteX10" fmla="*/ 8596 w 26284"/>
                    <a:gd name="connsiteY10" fmla="*/ 0 h 19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284" h="19509">
                      <a:moveTo>
                        <a:pt x="8596" y="0"/>
                      </a:moveTo>
                      <a:cubicBezTo>
                        <a:pt x="6645" y="665"/>
                        <a:pt x="4828" y="1685"/>
                        <a:pt x="3365" y="2748"/>
                      </a:cubicBezTo>
                      <a:cubicBezTo>
                        <a:pt x="1902" y="3857"/>
                        <a:pt x="749" y="5320"/>
                        <a:pt x="262" y="7049"/>
                      </a:cubicBezTo>
                      <a:cubicBezTo>
                        <a:pt x="-137" y="8423"/>
                        <a:pt x="-93" y="9886"/>
                        <a:pt x="483" y="11304"/>
                      </a:cubicBezTo>
                      <a:cubicBezTo>
                        <a:pt x="1015" y="12723"/>
                        <a:pt x="2035" y="14319"/>
                        <a:pt x="3498" y="15427"/>
                      </a:cubicBezTo>
                      <a:cubicBezTo>
                        <a:pt x="4961" y="16624"/>
                        <a:pt x="6867" y="17688"/>
                        <a:pt x="9128" y="18575"/>
                      </a:cubicBezTo>
                      <a:cubicBezTo>
                        <a:pt x="11566" y="19195"/>
                        <a:pt x="14359" y="19550"/>
                        <a:pt x="17285" y="19506"/>
                      </a:cubicBezTo>
                      <a:cubicBezTo>
                        <a:pt x="20610" y="18974"/>
                        <a:pt x="23846" y="18309"/>
                        <a:pt x="26284" y="16801"/>
                      </a:cubicBezTo>
                      <a:cubicBezTo>
                        <a:pt x="24688" y="17333"/>
                        <a:pt x="22870" y="17200"/>
                        <a:pt x="21186" y="17067"/>
                      </a:cubicBezTo>
                      <a:cubicBezTo>
                        <a:pt x="16487" y="16403"/>
                        <a:pt x="12586" y="13344"/>
                        <a:pt x="10502" y="10373"/>
                      </a:cubicBezTo>
                      <a:cubicBezTo>
                        <a:pt x="8374" y="7137"/>
                        <a:pt x="7842" y="3413"/>
                        <a:pt x="8596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56" name="Forme libre : forme 24155">
                  <a:extLst>
                    <a:ext uri="{FF2B5EF4-FFF2-40B4-BE49-F238E27FC236}">
                      <a16:creationId xmlns:a16="http://schemas.microsoft.com/office/drawing/2014/main" id="{A5809D5D-DB4B-4447-A7EF-CD771DDD9858}"/>
                    </a:ext>
                  </a:extLst>
                </p:cNvPr>
                <p:cNvSpPr/>
                <p:nvPr/>
              </p:nvSpPr>
              <p:spPr>
                <a:xfrm>
                  <a:off x="7261976" y="1402406"/>
                  <a:ext cx="34557" cy="21202"/>
                </a:xfrm>
                <a:custGeom>
                  <a:avLst/>
                  <a:gdLst>
                    <a:gd name="connsiteX0" fmla="*/ 33796 w 34557"/>
                    <a:gd name="connsiteY0" fmla="*/ 5234 h 21202"/>
                    <a:gd name="connsiteX1" fmla="*/ 32156 w 34557"/>
                    <a:gd name="connsiteY1" fmla="*/ 14278 h 21202"/>
                    <a:gd name="connsiteX2" fmla="*/ 26703 w 34557"/>
                    <a:gd name="connsiteY2" fmla="*/ 18534 h 21202"/>
                    <a:gd name="connsiteX3" fmla="*/ 18591 w 34557"/>
                    <a:gd name="connsiteY3" fmla="*/ 20972 h 21202"/>
                    <a:gd name="connsiteX4" fmla="*/ 14158 w 34557"/>
                    <a:gd name="connsiteY4" fmla="*/ 21061 h 21202"/>
                    <a:gd name="connsiteX5" fmla="*/ 10035 w 34557"/>
                    <a:gd name="connsiteY5" fmla="*/ 20396 h 21202"/>
                    <a:gd name="connsiteX6" fmla="*/ 3917 w 34557"/>
                    <a:gd name="connsiteY6" fmla="*/ 17470 h 21202"/>
                    <a:gd name="connsiteX7" fmla="*/ 593 w 34557"/>
                    <a:gd name="connsiteY7" fmla="*/ 13480 h 21202"/>
                    <a:gd name="connsiteX8" fmla="*/ 193 w 34557"/>
                    <a:gd name="connsiteY8" fmla="*/ 9180 h 21202"/>
                    <a:gd name="connsiteX9" fmla="*/ 2410 w 34557"/>
                    <a:gd name="connsiteY9" fmla="*/ 5589 h 21202"/>
                    <a:gd name="connsiteX10" fmla="*/ 6311 w 34557"/>
                    <a:gd name="connsiteY10" fmla="*/ 2929 h 21202"/>
                    <a:gd name="connsiteX11" fmla="*/ 11055 w 34557"/>
                    <a:gd name="connsiteY11" fmla="*/ 1200 h 21202"/>
                    <a:gd name="connsiteX12" fmla="*/ 13537 w 34557"/>
                    <a:gd name="connsiteY12" fmla="*/ 624 h 21202"/>
                    <a:gd name="connsiteX13" fmla="*/ 16152 w 34557"/>
                    <a:gd name="connsiteY13" fmla="*/ 225 h 21202"/>
                    <a:gd name="connsiteX14" fmla="*/ 21384 w 34557"/>
                    <a:gd name="connsiteY14" fmla="*/ 3 h 21202"/>
                    <a:gd name="connsiteX15" fmla="*/ 26349 w 34557"/>
                    <a:gd name="connsiteY15" fmla="*/ 668 h 21202"/>
                    <a:gd name="connsiteX16" fmla="*/ 33796 w 34557"/>
                    <a:gd name="connsiteY16" fmla="*/ 5234 h 2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4557" h="21202">
                      <a:moveTo>
                        <a:pt x="33796" y="5234"/>
                      </a:moveTo>
                      <a:cubicBezTo>
                        <a:pt x="35215" y="7761"/>
                        <a:pt x="34639" y="10997"/>
                        <a:pt x="32156" y="14278"/>
                      </a:cubicBezTo>
                      <a:cubicBezTo>
                        <a:pt x="30915" y="15874"/>
                        <a:pt x="28964" y="17204"/>
                        <a:pt x="26703" y="18534"/>
                      </a:cubicBezTo>
                      <a:cubicBezTo>
                        <a:pt x="24487" y="19952"/>
                        <a:pt x="21561" y="20484"/>
                        <a:pt x="18591" y="20972"/>
                      </a:cubicBezTo>
                      <a:cubicBezTo>
                        <a:pt x="17084" y="21238"/>
                        <a:pt x="15621" y="21282"/>
                        <a:pt x="14158" y="21061"/>
                      </a:cubicBezTo>
                      <a:cubicBezTo>
                        <a:pt x="12739" y="20928"/>
                        <a:pt x="11321" y="20706"/>
                        <a:pt x="10035" y="20396"/>
                      </a:cubicBezTo>
                      <a:cubicBezTo>
                        <a:pt x="7375" y="19908"/>
                        <a:pt x="5558" y="18622"/>
                        <a:pt x="3917" y="17470"/>
                      </a:cubicBezTo>
                      <a:cubicBezTo>
                        <a:pt x="2366" y="16229"/>
                        <a:pt x="1213" y="14987"/>
                        <a:pt x="593" y="13480"/>
                      </a:cubicBezTo>
                      <a:cubicBezTo>
                        <a:pt x="-28" y="12017"/>
                        <a:pt x="-161" y="10554"/>
                        <a:pt x="193" y="9180"/>
                      </a:cubicBezTo>
                      <a:cubicBezTo>
                        <a:pt x="548" y="7761"/>
                        <a:pt x="1346" y="6564"/>
                        <a:pt x="2410" y="5589"/>
                      </a:cubicBezTo>
                      <a:cubicBezTo>
                        <a:pt x="3474" y="4658"/>
                        <a:pt x="4804" y="3594"/>
                        <a:pt x="6311" y="2929"/>
                      </a:cubicBezTo>
                      <a:cubicBezTo>
                        <a:pt x="7774" y="2131"/>
                        <a:pt x="9459" y="1865"/>
                        <a:pt x="11055" y="1200"/>
                      </a:cubicBezTo>
                      <a:cubicBezTo>
                        <a:pt x="11853" y="934"/>
                        <a:pt x="12695" y="757"/>
                        <a:pt x="13537" y="624"/>
                      </a:cubicBezTo>
                      <a:cubicBezTo>
                        <a:pt x="14379" y="580"/>
                        <a:pt x="15266" y="447"/>
                        <a:pt x="16152" y="225"/>
                      </a:cubicBezTo>
                      <a:cubicBezTo>
                        <a:pt x="17926" y="-130"/>
                        <a:pt x="19699" y="181"/>
                        <a:pt x="21384" y="3"/>
                      </a:cubicBezTo>
                      <a:cubicBezTo>
                        <a:pt x="23068" y="-41"/>
                        <a:pt x="24797" y="358"/>
                        <a:pt x="26349" y="668"/>
                      </a:cubicBezTo>
                      <a:cubicBezTo>
                        <a:pt x="29496" y="1200"/>
                        <a:pt x="32422" y="2708"/>
                        <a:pt x="33796" y="523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57" name="Forme libre : forme 24156">
                  <a:extLst>
                    <a:ext uri="{FF2B5EF4-FFF2-40B4-BE49-F238E27FC236}">
                      <a16:creationId xmlns:a16="http://schemas.microsoft.com/office/drawing/2014/main" id="{83748359-7B7D-4537-9F3B-C52D31EB01A9}"/>
                    </a:ext>
                  </a:extLst>
                </p:cNvPr>
                <p:cNvSpPr/>
                <p:nvPr/>
              </p:nvSpPr>
              <p:spPr>
                <a:xfrm>
                  <a:off x="7244111" y="1390971"/>
                  <a:ext cx="48128" cy="42070"/>
                </a:xfrm>
                <a:custGeom>
                  <a:avLst/>
                  <a:gdLst>
                    <a:gd name="connsiteX0" fmla="*/ 3651 w 48128"/>
                    <a:gd name="connsiteY0" fmla="*/ 13699 h 42070"/>
                    <a:gd name="connsiteX1" fmla="*/ 16 w 48128"/>
                    <a:gd name="connsiteY1" fmla="*/ 22698 h 42070"/>
                    <a:gd name="connsiteX2" fmla="*/ 16152 w 48128"/>
                    <a:gd name="connsiteY2" fmla="*/ 39898 h 42070"/>
                    <a:gd name="connsiteX3" fmla="*/ 22092 w 48128"/>
                    <a:gd name="connsiteY3" fmla="*/ 41450 h 42070"/>
                    <a:gd name="connsiteX4" fmla="*/ 25240 w 48128"/>
                    <a:gd name="connsiteY4" fmla="*/ 41982 h 42070"/>
                    <a:gd name="connsiteX5" fmla="*/ 28786 w 48128"/>
                    <a:gd name="connsiteY5" fmla="*/ 42071 h 42070"/>
                    <a:gd name="connsiteX6" fmla="*/ 35658 w 48128"/>
                    <a:gd name="connsiteY6" fmla="*/ 41406 h 42070"/>
                    <a:gd name="connsiteX7" fmla="*/ 41731 w 48128"/>
                    <a:gd name="connsiteY7" fmla="*/ 39101 h 42070"/>
                    <a:gd name="connsiteX8" fmla="*/ 47539 w 48128"/>
                    <a:gd name="connsiteY8" fmla="*/ 33471 h 42070"/>
                    <a:gd name="connsiteX9" fmla="*/ 46785 w 48128"/>
                    <a:gd name="connsiteY9" fmla="*/ 28062 h 42070"/>
                    <a:gd name="connsiteX10" fmla="*/ 38850 w 48128"/>
                    <a:gd name="connsiteY10" fmla="*/ 25092 h 42070"/>
                    <a:gd name="connsiteX11" fmla="*/ 34195 w 48128"/>
                    <a:gd name="connsiteY11" fmla="*/ 23274 h 42070"/>
                    <a:gd name="connsiteX12" fmla="*/ 30249 w 48128"/>
                    <a:gd name="connsiteY12" fmla="*/ 20570 h 42070"/>
                    <a:gd name="connsiteX13" fmla="*/ 27102 w 48128"/>
                    <a:gd name="connsiteY13" fmla="*/ 17511 h 42070"/>
                    <a:gd name="connsiteX14" fmla="*/ 24664 w 48128"/>
                    <a:gd name="connsiteY14" fmla="*/ 13876 h 42070"/>
                    <a:gd name="connsiteX15" fmla="*/ 22758 w 48128"/>
                    <a:gd name="connsiteY15" fmla="*/ 9931 h 42070"/>
                    <a:gd name="connsiteX16" fmla="*/ 20807 w 48128"/>
                    <a:gd name="connsiteY16" fmla="*/ 5187 h 42070"/>
                    <a:gd name="connsiteX17" fmla="*/ 18546 w 48128"/>
                    <a:gd name="connsiteY17" fmla="*/ 1464 h 42070"/>
                    <a:gd name="connsiteX18" fmla="*/ 15266 w 48128"/>
                    <a:gd name="connsiteY18" fmla="*/ 1 h 42070"/>
                    <a:gd name="connsiteX19" fmla="*/ 8483 w 48128"/>
                    <a:gd name="connsiteY19" fmla="*/ 5365 h 42070"/>
                    <a:gd name="connsiteX20" fmla="*/ 3651 w 48128"/>
                    <a:gd name="connsiteY20" fmla="*/ 13699 h 42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128" h="42070">
                      <a:moveTo>
                        <a:pt x="3651" y="13699"/>
                      </a:moveTo>
                      <a:cubicBezTo>
                        <a:pt x="1966" y="16492"/>
                        <a:pt x="104" y="19329"/>
                        <a:pt x="16" y="22698"/>
                      </a:cubicBezTo>
                      <a:cubicBezTo>
                        <a:pt x="-383" y="29215"/>
                        <a:pt x="6843" y="36485"/>
                        <a:pt x="16152" y="39898"/>
                      </a:cubicBezTo>
                      <a:cubicBezTo>
                        <a:pt x="18058" y="40519"/>
                        <a:pt x="20053" y="41051"/>
                        <a:pt x="22092" y="41450"/>
                      </a:cubicBezTo>
                      <a:cubicBezTo>
                        <a:pt x="23157" y="41627"/>
                        <a:pt x="24087" y="41893"/>
                        <a:pt x="25240" y="41982"/>
                      </a:cubicBezTo>
                      <a:cubicBezTo>
                        <a:pt x="26437" y="42026"/>
                        <a:pt x="27590" y="42071"/>
                        <a:pt x="28786" y="42071"/>
                      </a:cubicBezTo>
                      <a:cubicBezTo>
                        <a:pt x="31136" y="42026"/>
                        <a:pt x="33486" y="41938"/>
                        <a:pt x="35658" y="41406"/>
                      </a:cubicBezTo>
                      <a:cubicBezTo>
                        <a:pt x="37830" y="40785"/>
                        <a:pt x="39869" y="40031"/>
                        <a:pt x="41731" y="39101"/>
                      </a:cubicBezTo>
                      <a:cubicBezTo>
                        <a:pt x="44568" y="37815"/>
                        <a:pt x="46563" y="35465"/>
                        <a:pt x="47539" y="33471"/>
                      </a:cubicBezTo>
                      <a:cubicBezTo>
                        <a:pt x="48514" y="31387"/>
                        <a:pt x="48292" y="29481"/>
                        <a:pt x="46785" y="28062"/>
                      </a:cubicBezTo>
                      <a:cubicBezTo>
                        <a:pt x="44834" y="26245"/>
                        <a:pt x="41731" y="26156"/>
                        <a:pt x="38850" y="25092"/>
                      </a:cubicBezTo>
                      <a:cubicBezTo>
                        <a:pt x="37165" y="24560"/>
                        <a:pt x="35614" y="23939"/>
                        <a:pt x="34195" y="23274"/>
                      </a:cubicBezTo>
                      <a:cubicBezTo>
                        <a:pt x="32776" y="22565"/>
                        <a:pt x="31402" y="21501"/>
                        <a:pt x="30249" y="20570"/>
                      </a:cubicBezTo>
                      <a:cubicBezTo>
                        <a:pt x="29052" y="19595"/>
                        <a:pt x="27989" y="18575"/>
                        <a:pt x="27102" y="17511"/>
                      </a:cubicBezTo>
                      <a:cubicBezTo>
                        <a:pt x="26171" y="16314"/>
                        <a:pt x="25373" y="15073"/>
                        <a:pt x="24664" y="13876"/>
                      </a:cubicBezTo>
                      <a:cubicBezTo>
                        <a:pt x="24087" y="12812"/>
                        <a:pt x="23423" y="11438"/>
                        <a:pt x="22758" y="9931"/>
                      </a:cubicBezTo>
                      <a:cubicBezTo>
                        <a:pt x="22137" y="8335"/>
                        <a:pt x="21472" y="6650"/>
                        <a:pt x="20807" y="5187"/>
                      </a:cubicBezTo>
                      <a:cubicBezTo>
                        <a:pt x="20098" y="3769"/>
                        <a:pt x="19388" y="2483"/>
                        <a:pt x="18546" y="1464"/>
                      </a:cubicBezTo>
                      <a:cubicBezTo>
                        <a:pt x="17704" y="444"/>
                        <a:pt x="16640" y="89"/>
                        <a:pt x="15266" y="1"/>
                      </a:cubicBezTo>
                      <a:cubicBezTo>
                        <a:pt x="12783" y="-44"/>
                        <a:pt x="10434" y="2395"/>
                        <a:pt x="8483" y="5365"/>
                      </a:cubicBezTo>
                      <a:cubicBezTo>
                        <a:pt x="6355" y="8246"/>
                        <a:pt x="4848" y="11748"/>
                        <a:pt x="3651" y="1369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58" name="Forme libre : forme 24157">
                  <a:extLst>
                    <a:ext uri="{FF2B5EF4-FFF2-40B4-BE49-F238E27FC236}">
                      <a16:creationId xmlns:a16="http://schemas.microsoft.com/office/drawing/2014/main" id="{A9481D09-9974-4213-A9D0-C2C6E9B51B40}"/>
                    </a:ext>
                  </a:extLst>
                </p:cNvPr>
                <p:cNvSpPr/>
                <p:nvPr/>
              </p:nvSpPr>
              <p:spPr>
                <a:xfrm>
                  <a:off x="7257543" y="1393522"/>
                  <a:ext cx="12181" cy="8428"/>
                </a:xfrm>
                <a:custGeom>
                  <a:avLst/>
                  <a:gdLst>
                    <a:gd name="connsiteX0" fmla="*/ 1657 w 12181"/>
                    <a:gd name="connsiteY0" fmla="*/ 3701 h 8428"/>
                    <a:gd name="connsiteX1" fmla="*/ 194 w 12181"/>
                    <a:gd name="connsiteY1" fmla="*/ 5519 h 8428"/>
                    <a:gd name="connsiteX2" fmla="*/ 460 w 12181"/>
                    <a:gd name="connsiteY2" fmla="*/ 7691 h 8428"/>
                    <a:gd name="connsiteX3" fmla="*/ 2455 w 12181"/>
                    <a:gd name="connsiteY3" fmla="*/ 8400 h 8428"/>
                    <a:gd name="connsiteX4" fmla="*/ 7907 w 12181"/>
                    <a:gd name="connsiteY4" fmla="*/ 7780 h 8428"/>
                    <a:gd name="connsiteX5" fmla="*/ 9902 w 12181"/>
                    <a:gd name="connsiteY5" fmla="*/ 6893 h 8428"/>
                    <a:gd name="connsiteX6" fmla="*/ 12163 w 12181"/>
                    <a:gd name="connsiteY6" fmla="*/ 2682 h 8428"/>
                    <a:gd name="connsiteX7" fmla="*/ 10079 w 12181"/>
                    <a:gd name="connsiteY7" fmla="*/ 22 h 8428"/>
                    <a:gd name="connsiteX8" fmla="*/ 5824 w 12181"/>
                    <a:gd name="connsiteY8" fmla="*/ 1130 h 8428"/>
                    <a:gd name="connsiteX9" fmla="*/ 1657 w 12181"/>
                    <a:gd name="connsiteY9" fmla="*/ 3701 h 8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181" h="8428">
                      <a:moveTo>
                        <a:pt x="1657" y="3701"/>
                      </a:moveTo>
                      <a:cubicBezTo>
                        <a:pt x="1080" y="4189"/>
                        <a:pt x="504" y="4765"/>
                        <a:pt x="194" y="5519"/>
                      </a:cubicBezTo>
                      <a:cubicBezTo>
                        <a:pt x="-117" y="6228"/>
                        <a:pt x="-72" y="7159"/>
                        <a:pt x="460" y="7691"/>
                      </a:cubicBezTo>
                      <a:cubicBezTo>
                        <a:pt x="947" y="8223"/>
                        <a:pt x="1745" y="8356"/>
                        <a:pt x="2455" y="8400"/>
                      </a:cubicBezTo>
                      <a:cubicBezTo>
                        <a:pt x="4316" y="8533"/>
                        <a:pt x="6178" y="8179"/>
                        <a:pt x="7907" y="7780"/>
                      </a:cubicBezTo>
                      <a:cubicBezTo>
                        <a:pt x="8617" y="7602"/>
                        <a:pt x="9326" y="7381"/>
                        <a:pt x="9902" y="6893"/>
                      </a:cubicBezTo>
                      <a:cubicBezTo>
                        <a:pt x="11144" y="5874"/>
                        <a:pt x="12030" y="4145"/>
                        <a:pt x="12163" y="2682"/>
                      </a:cubicBezTo>
                      <a:cubicBezTo>
                        <a:pt x="12296" y="1174"/>
                        <a:pt x="11720" y="110"/>
                        <a:pt x="10079" y="22"/>
                      </a:cubicBezTo>
                      <a:cubicBezTo>
                        <a:pt x="8794" y="-111"/>
                        <a:pt x="7331" y="376"/>
                        <a:pt x="5824" y="1130"/>
                      </a:cubicBezTo>
                      <a:cubicBezTo>
                        <a:pt x="4316" y="1751"/>
                        <a:pt x="2853" y="2682"/>
                        <a:pt x="1657" y="370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59" name="Forme libre : forme 24158">
                  <a:extLst>
                    <a:ext uri="{FF2B5EF4-FFF2-40B4-BE49-F238E27FC236}">
                      <a16:creationId xmlns:a16="http://schemas.microsoft.com/office/drawing/2014/main" id="{8DF459B5-2843-4577-8A78-730CE95809D4}"/>
                    </a:ext>
                  </a:extLst>
                </p:cNvPr>
                <p:cNvSpPr/>
                <p:nvPr/>
              </p:nvSpPr>
              <p:spPr>
                <a:xfrm>
                  <a:off x="7293822" y="1402676"/>
                  <a:ext cx="16057" cy="30499"/>
                </a:xfrm>
                <a:custGeom>
                  <a:avLst/>
                  <a:gdLst>
                    <a:gd name="connsiteX0" fmla="*/ 12501 w 16057"/>
                    <a:gd name="connsiteY0" fmla="*/ 0 h 30499"/>
                    <a:gd name="connsiteX1" fmla="*/ 15959 w 16057"/>
                    <a:gd name="connsiteY1" fmla="*/ 8334 h 30499"/>
                    <a:gd name="connsiteX2" fmla="*/ 13742 w 16057"/>
                    <a:gd name="connsiteY2" fmla="*/ 18309 h 30499"/>
                    <a:gd name="connsiteX3" fmla="*/ 8955 w 16057"/>
                    <a:gd name="connsiteY3" fmla="*/ 24426 h 30499"/>
                    <a:gd name="connsiteX4" fmla="*/ 5187 w 16057"/>
                    <a:gd name="connsiteY4" fmla="*/ 27618 h 30499"/>
                    <a:gd name="connsiteX5" fmla="*/ 0 w 16057"/>
                    <a:gd name="connsiteY5" fmla="*/ 30500 h 30499"/>
                    <a:gd name="connsiteX6" fmla="*/ 3591 w 16057"/>
                    <a:gd name="connsiteY6" fmla="*/ 28239 h 30499"/>
                    <a:gd name="connsiteX7" fmla="*/ 10152 w 16057"/>
                    <a:gd name="connsiteY7" fmla="*/ 21456 h 30499"/>
                    <a:gd name="connsiteX8" fmla="*/ 14230 w 16057"/>
                    <a:gd name="connsiteY8" fmla="*/ 11349 h 30499"/>
                    <a:gd name="connsiteX9" fmla="*/ 12501 w 16057"/>
                    <a:gd name="connsiteY9" fmla="*/ 0 h 30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057" h="30499">
                      <a:moveTo>
                        <a:pt x="12501" y="0"/>
                      </a:moveTo>
                      <a:cubicBezTo>
                        <a:pt x="12501" y="0"/>
                        <a:pt x="15294" y="2926"/>
                        <a:pt x="15959" y="8334"/>
                      </a:cubicBezTo>
                      <a:cubicBezTo>
                        <a:pt x="16314" y="11083"/>
                        <a:pt x="15737" y="14319"/>
                        <a:pt x="13742" y="18309"/>
                      </a:cubicBezTo>
                      <a:cubicBezTo>
                        <a:pt x="12812" y="20348"/>
                        <a:pt x="11171" y="22343"/>
                        <a:pt x="8955" y="24426"/>
                      </a:cubicBezTo>
                      <a:cubicBezTo>
                        <a:pt x="7846" y="25490"/>
                        <a:pt x="6605" y="26554"/>
                        <a:pt x="5187" y="27618"/>
                      </a:cubicBezTo>
                      <a:cubicBezTo>
                        <a:pt x="3635" y="28593"/>
                        <a:pt x="1906" y="29569"/>
                        <a:pt x="0" y="30500"/>
                      </a:cubicBezTo>
                      <a:cubicBezTo>
                        <a:pt x="0" y="30500"/>
                        <a:pt x="1463" y="29702"/>
                        <a:pt x="3591" y="28239"/>
                      </a:cubicBezTo>
                      <a:cubicBezTo>
                        <a:pt x="5763" y="26820"/>
                        <a:pt x="7980" y="24293"/>
                        <a:pt x="10152" y="21456"/>
                      </a:cubicBezTo>
                      <a:cubicBezTo>
                        <a:pt x="12413" y="18663"/>
                        <a:pt x="13610" y="14940"/>
                        <a:pt x="14230" y="11349"/>
                      </a:cubicBezTo>
                      <a:cubicBezTo>
                        <a:pt x="14895" y="7758"/>
                        <a:pt x="14230" y="3812"/>
                        <a:pt x="1250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60" name="Forme libre : forme 24159">
                  <a:extLst>
                    <a:ext uri="{FF2B5EF4-FFF2-40B4-BE49-F238E27FC236}">
                      <a16:creationId xmlns:a16="http://schemas.microsoft.com/office/drawing/2014/main" id="{F4EC5CDF-5859-485F-AFC0-6F699160968D}"/>
                    </a:ext>
                  </a:extLst>
                </p:cNvPr>
                <p:cNvSpPr/>
                <p:nvPr/>
              </p:nvSpPr>
              <p:spPr>
                <a:xfrm>
                  <a:off x="7245191" y="1382478"/>
                  <a:ext cx="23406" cy="10178"/>
                </a:xfrm>
                <a:custGeom>
                  <a:avLst/>
                  <a:gdLst>
                    <a:gd name="connsiteX0" fmla="*/ 23407 w 23406"/>
                    <a:gd name="connsiteY0" fmla="*/ 115 h 10178"/>
                    <a:gd name="connsiteX1" fmla="*/ 21678 w 23406"/>
                    <a:gd name="connsiteY1" fmla="*/ 26 h 10178"/>
                    <a:gd name="connsiteX2" fmla="*/ 17023 w 23406"/>
                    <a:gd name="connsiteY2" fmla="*/ 558 h 10178"/>
                    <a:gd name="connsiteX3" fmla="*/ 13610 w 23406"/>
                    <a:gd name="connsiteY3" fmla="*/ 1534 h 10178"/>
                    <a:gd name="connsiteX4" fmla="*/ 9576 w 23406"/>
                    <a:gd name="connsiteY4" fmla="*/ 3130 h 10178"/>
                    <a:gd name="connsiteX5" fmla="*/ 0 w 23406"/>
                    <a:gd name="connsiteY5" fmla="*/ 10178 h 10178"/>
                    <a:gd name="connsiteX6" fmla="*/ 2261 w 23406"/>
                    <a:gd name="connsiteY6" fmla="*/ 8538 h 10178"/>
                    <a:gd name="connsiteX7" fmla="*/ 8113 w 23406"/>
                    <a:gd name="connsiteY7" fmla="*/ 5125 h 10178"/>
                    <a:gd name="connsiteX8" fmla="*/ 15738 w 23406"/>
                    <a:gd name="connsiteY8" fmla="*/ 1800 h 10178"/>
                    <a:gd name="connsiteX9" fmla="*/ 19594 w 23406"/>
                    <a:gd name="connsiteY9" fmla="*/ 647 h 10178"/>
                    <a:gd name="connsiteX10" fmla="*/ 23407 w 23406"/>
                    <a:gd name="connsiteY10" fmla="*/ 115 h 10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406" h="10178">
                      <a:moveTo>
                        <a:pt x="23407" y="115"/>
                      </a:moveTo>
                      <a:cubicBezTo>
                        <a:pt x="23407" y="71"/>
                        <a:pt x="22786" y="115"/>
                        <a:pt x="21678" y="26"/>
                      </a:cubicBezTo>
                      <a:cubicBezTo>
                        <a:pt x="20614" y="-107"/>
                        <a:pt x="19018" y="293"/>
                        <a:pt x="17023" y="558"/>
                      </a:cubicBezTo>
                      <a:cubicBezTo>
                        <a:pt x="16004" y="736"/>
                        <a:pt x="14895" y="1090"/>
                        <a:pt x="13610" y="1534"/>
                      </a:cubicBezTo>
                      <a:cubicBezTo>
                        <a:pt x="12369" y="1888"/>
                        <a:pt x="11038" y="2376"/>
                        <a:pt x="9576" y="3130"/>
                      </a:cubicBezTo>
                      <a:cubicBezTo>
                        <a:pt x="6650" y="4637"/>
                        <a:pt x="3325" y="6676"/>
                        <a:pt x="0" y="10178"/>
                      </a:cubicBezTo>
                      <a:cubicBezTo>
                        <a:pt x="0" y="10178"/>
                        <a:pt x="842" y="9469"/>
                        <a:pt x="2261" y="8538"/>
                      </a:cubicBezTo>
                      <a:cubicBezTo>
                        <a:pt x="3680" y="7607"/>
                        <a:pt x="5763" y="6366"/>
                        <a:pt x="8113" y="5125"/>
                      </a:cubicBezTo>
                      <a:cubicBezTo>
                        <a:pt x="10462" y="3883"/>
                        <a:pt x="13122" y="2819"/>
                        <a:pt x="15738" y="1800"/>
                      </a:cubicBezTo>
                      <a:cubicBezTo>
                        <a:pt x="17023" y="1356"/>
                        <a:pt x="18353" y="1046"/>
                        <a:pt x="19594" y="647"/>
                      </a:cubicBezTo>
                      <a:cubicBezTo>
                        <a:pt x="20924" y="293"/>
                        <a:pt x="22165" y="337"/>
                        <a:pt x="23407" y="1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61" name="Forme libre : forme 24160">
                  <a:extLst>
                    <a:ext uri="{FF2B5EF4-FFF2-40B4-BE49-F238E27FC236}">
                      <a16:creationId xmlns:a16="http://schemas.microsoft.com/office/drawing/2014/main" id="{6D8727B9-4E19-4DC8-B77F-1113253185D0}"/>
                    </a:ext>
                  </a:extLst>
                </p:cNvPr>
                <p:cNvSpPr/>
                <p:nvPr/>
              </p:nvSpPr>
              <p:spPr>
                <a:xfrm>
                  <a:off x="7274597" y="1402371"/>
                  <a:ext cx="11203" cy="6944"/>
                </a:xfrm>
                <a:custGeom>
                  <a:avLst/>
                  <a:gdLst>
                    <a:gd name="connsiteX0" fmla="*/ 11201 w 11203"/>
                    <a:gd name="connsiteY0" fmla="*/ 3984 h 6944"/>
                    <a:gd name="connsiteX1" fmla="*/ 9251 w 11203"/>
                    <a:gd name="connsiteY1" fmla="*/ 6422 h 6944"/>
                    <a:gd name="connsiteX2" fmla="*/ 4729 w 11203"/>
                    <a:gd name="connsiteY2" fmla="*/ 6821 h 6944"/>
                    <a:gd name="connsiteX3" fmla="*/ 916 w 11203"/>
                    <a:gd name="connsiteY3" fmla="*/ 4871 h 6944"/>
                    <a:gd name="connsiteX4" fmla="*/ 119 w 11203"/>
                    <a:gd name="connsiteY4" fmla="*/ 2078 h 6944"/>
                    <a:gd name="connsiteX5" fmla="*/ 2202 w 11203"/>
                    <a:gd name="connsiteY5" fmla="*/ 393 h 6944"/>
                    <a:gd name="connsiteX6" fmla="*/ 5882 w 11203"/>
                    <a:gd name="connsiteY6" fmla="*/ 171 h 6944"/>
                    <a:gd name="connsiteX7" fmla="*/ 9561 w 11203"/>
                    <a:gd name="connsiteY7" fmla="*/ 1546 h 6944"/>
                    <a:gd name="connsiteX8" fmla="*/ 11201 w 11203"/>
                    <a:gd name="connsiteY8" fmla="*/ 3984 h 6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03" h="6944">
                      <a:moveTo>
                        <a:pt x="11201" y="3984"/>
                      </a:moveTo>
                      <a:cubicBezTo>
                        <a:pt x="11157" y="4915"/>
                        <a:pt x="10403" y="5801"/>
                        <a:pt x="9251" y="6422"/>
                      </a:cubicBezTo>
                      <a:cubicBezTo>
                        <a:pt x="8054" y="6998"/>
                        <a:pt x="6413" y="7043"/>
                        <a:pt x="4729" y="6821"/>
                      </a:cubicBezTo>
                      <a:cubicBezTo>
                        <a:pt x="3089" y="6644"/>
                        <a:pt x="1714" y="5846"/>
                        <a:pt x="916" y="4871"/>
                      </a:cubicBezTo>
                      <a:cubicBezTo>
                        <a:pt x="119" y="3940"/>
                        <a:pt x="-192" y="2920"/>
                        <a:pt x="119" y="2078"/>
                      </a:cubicBezTo>
                      <a:cubicBezTo>
                        <a:pt x="429" y="1191"/>
                        <a:pt x="1182" y="615"/>
                        <a:pt x="2202" y="393"/>
                      </a:cubicBezTo>
                      <a:cubicBezTo>
                        <a:pt x="3222" y="-6"/>
                        <a:pt x="4463" y="-139"/>
                        <a:pt x="5882" y="171"/>
                      </a:cubicBezTo>
                      <a:cubicBezTo>
                        <a:pt x="7300" y="570"/>
                        <a:pt x="8586" y="925"/>
                        <a:pt x="9561" y="1546"/>
                      </a:cubicBezTo>
                      <a:cubicBezTo>
                        <a:pt x="10581" y="2211"/>
                        <a:pt x="11246" y="3053"/>
                        <a:pt x="11201" y="398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62" name="Forme libre : forme 24161">
                  <a:extLst>
                    <a:ext uri="{FF2B5EF4-FFF2-40B4-BE49-F238E27FC236}">
                      <a16:creationId xmlns:a16="http://schemas.microsoft.com/office/drawing/2014/main" id="{F6556B3F-0A8B-4A58-AA51-81F9B0483A35}"/>
                    </a:ext>
                  </a:extLst>
                </p:cNvPr>
                <p:cNvSpPr/>
                <p:nvPr/>
              </p:nvSpPr>
              <p:spPr>
                <a:xfrm>
                  <a:off x="7284060" y="1404012"/>
                  <a:ext cx="3117" cy="3001"/>
                </a:xfrm>
                <a:custGeom>
                  <a:avLst/>
                  <a:gdLst>
                    <a:gd name="connsiteX0" fmla="*/ 3024 w 3117"/>
                    <a:gd name="connsiteY0" fmla="*/ 1013 h 3001"/>
                    <a:gd name="connsiteX1" fmla="*/ 2004 w 3117"/>
                    <a:gd name="connsiteY1" fmla="*/ 2919 h 3001"/>
                    <a:gd name="connsiteX2" fmla="*/ 54 w 3117"/>
                    <a:gd name="connsiteY2" fmla="*/ 1988 h 3001"/>
                    <a:gd name="connsiteX3" fmla="*/ 1073 w 3117"/>
                    <a:gd name="connsiteY3" fmla="*/ 82 h 3001"/>
                    <a:gd name="connsiteX4" fmla="*/ 3024 w 3117"/>
                    <a:gd name="connsiteY4" fmla="*/ 1013 h 3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17" h="3001">
                      <a:moveTo>
                        <a:pt x="3024" y="1013"/>
                      </a:moveTo>
                      <a:cubicBezTo>
                        <a:pt x="3334" y="1811"/>
                        <a:pt x="2847" y="2653"/>
                        <a:pt x="2004" y="2919"/>
                      </a:cubicBezTo>
                      <a:cubicBezTo>
                        <a:pt x="1162" y="3185"/>
                        <a:pt x="275" y="2786"/>
                        <a:pt x="54" y="1988"/>
                      </a:cubicBezTo>
                      <a:cubicBezTo>
                        <a:pt x="-168" y="1190"/>
                        <a:pt x="320" y="348"/>
                        <a:pt x="1073" y="82"/>
                      </a:cubicBezTo>
                      <a:cubicBezTo>
                        <a:pt x="1827" y="-184"/>
                        <a:pt x="2714" y="215"/>
                        <a:pt x="3024" y="10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63" name="Forme libre : forme 24162">
                  <a:extLst>
                    <a:ext uri="{FF2B5EF4-FFF2-40B4-BE49-F238E27FC236}">
                      <a16:creationId xmlns:a16="http://schemas.microsoft.com/office/drawing/2014/main" id="{E3C32101-AC7A-4C98-B12E-091FB30E9990}"/>
                    </a:ext>
                  </a:extLst>
                </p:cNvPr>
                <p:cNvSpPr/>
                <p:nvPr/>
              </p:nvSpPr>
              <p:spPr>
                <a:xfrm>
                  <a:off x="7274639" y="1385547"/>
                  <a:ext cx="26515" cy="19523"/>
                </a:xfrm>
                <a:custGeom>
                  <a:avLst/>
                  <a:gdLst>
                    <a:gd name="connsiteX0" fmla="*/ 16124 w 26515"/>
                    <a:gd name="connsiteY0" fmla="*/ 4627 h 19523"/>
                    <a:gd name="connsiteX1" fmla="*/ 25433 w 26515"/>
                    <a:gd name="connsiteY1" fmla="*/ 14247 h 19523"/>
                    <a:gd name="connsiteX2" fmla="*/ 25744 w 26515"/>
                    <a:gd name="connsiteY2" fmla="*/ 18858 h 19523"/>
                    <a:gd name="connsiteX3" fmla="*/ 21266 w 26515"/>
                    <a:gd name="connsiteY3" fmla="*/ 18680 h 19523"/>
                    <a:gd name="connsiteX4" fmla="*/ 10139 w 26515"/>
                    <a:gd name="connsiteY4" fmla="*/ 10657 h 19523"/>
                    <a:gd name="connsiteX5" fmla="*/ 7125 w 26515"/>
                    <a:gd name="connsiteY5" fmla="*/ 9814 h 19523"/>
                    <a:gd name="connsiteX6" fmla="*/ 3224 w 26515"/>
                    <a:gd name="connsiteY6" fmla="*/ 8396 h 19523"/>
                    <a:gd name="connsiteX7" fmla="*/ 1628 w 26515"/>
                    <a:gd name="connsiteY7" fmla="*/ 7376 h 19523"/>
                    <a:gd name="connsiteX8" fmla="*/ 519 w 26515"/>
                    <a:gd name="connsiteY8" fmla="*/ 5958 h 19523"/>
                    <a:gd name="connsiteX9" fmla="*/ 165 w 26515"/>
                    <a:gd name="connsiteY9" fmla="*/ 2899 h 19523"/>
                    <a:gd name="connsiteX10" fmla="*/ 3401 w 26515"/>
                    <a:gd name="connsiteY10" fmla="*/ 150 h 19523"/>
                    <a:gd name="connsiteX11" fmla="*/ 5884 w 26515"/>
                    <a:gd name="connsiteY11" fmla="*/ 150 h 19523"/>
                    <a:gd name="connsiteX12" fmla="*/ 8277 w 26515"/>
                    <a:gd name="connsiteY12" fmla="*/ 460 h 19523"/>
                    <a:gd name="connsiteX13" fmla="*/ 16124 w 26515"/>
                    <a:gd name="connsiteY13" fmla="*/ 4627 h 19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515" h="19523">
                      <a:moveTo>
                        <a:pt x="16124" y="4627"/>
                      </a:moveTo>
                      <a:cubicBezTo>
                        <a:pt x="19715" y="7199"/>
                        <a:pt x="22862" y="10568"/>
                        <a:pt x="25433" y="14247"/>
                      </a:cubicBezTo>
                      <a:cubicBezTo>
                        <a:pt x="26364" y="15622"/>
                        <a:pt x="27162" y="17572"/>
                        <a:pt x="25744" y="18858"/>
                      </a:cubicBezTo>
                      <a:cubicBezTo>
                        <a:pt x="24414" y="20010"/>
                        <a:pt x="22508" y="19478"/>
                        <a:pt x="21266" y="18680"/>
                      </a:cubicBezTo>
                      <a:cubicBezTo>
                        <a:pt x="17232" y="16109"/>
                        <a:pt x="13907" y="12164"/>
                        <a:pt x="10139" y="10657"/>
                      </a:cubicBezTo>
                      <a:cubicBezTo>
                        <a:pt x="9563" y="10346"/>
                        <a:pt x="8411" y="10080"/>
                        <a:pt x="7125" y="9814"/>
                      </a:cubicBezTo>
                      <a:cubicBezTo>
                        <a:pt x="5839" y="9681"/>
                        <a:pt x="4421" y="9016"/>
                        <a:pt x="3224" y="8396"/>
                      </a:cubicBezTo>
                      <a:cubicBezTo>
                        <a:pt x="2647" y="8085"/>
                        <a:pt x="2071" y="7731"/>
                        <a:pt x="1628" y="7376"/>
                      </a:cubicBezTo>
                      <a:cubicBezTo>
                        <a:pt x="1185" y="6933"/>
                        <a:pt x="785" y="6401"/>
                        <a:pt x="519" y="5958"/>
                      </a:cubicBezTo>
                      <a:cubicBezTo>
                        <a:pt x="-12" y="4982"/>
                        <a:pt x="-145" y="3963"/>
                        <a:pt x="165" y="2899"/>
                      </a:cubicBezTo>
                      <a:cubicBezTo>
                        <a:pt x="830" y="992"/>
                        <a:pt x="1938" y="61"/>
                        <a:pt x="3401" y="150"/>
                      </a:cubicBezTo>
                      <a:cubicBezTo>
                        <a:pt x="4155" y="-72"/>
                        <a:pt x="4997" y="-27"/>
                        <a:pt x="5884" y="150"/>
                      </a:cubicBezTo>
                      <a:cubicBezTo>
                        <a:pt x="6770" y="283"/>
                        <a:pt x="7613" y="239"/>
                        <a:pt x="8277" y="460"/>
                      </a:cubicBezTo>
                      <a:cubicBezTo>
                        <a:pt x="10538" y="1436"/>
                        <a:pt x="13464" y="2677"/>
                        <a:pt x="16124" y="462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01" name="Graphique 2">
                <a:extLst>
                  <a:ext uri="{FF2B5EF4-FFF2-40B4-BE49-F238E27FC236}">
                    <a16:creationId xmlns:a16="http://schemas.microsoft.com/office/drawing/2014/main" id="{14993B5E-50B1-464A-9B33-6040B78601BF}"/>
                  </a:ext>
                </a:extLst>
              </p:cNvPr>
              <p:cNvGrpSpPr/>
              <p:nvPr/>
            </p:nvGrpSpPr>
            <p:grpSpPr>
              <a:xfrm>
                <a:off x="7293675" y="1334050"/>
                <a:ext cx="67504" cy="74267"/>
                <a:chOff x="7293675" y="1334050"/>
                <a:chExt cx="67504" cy="74267"/>
              </a:xfrm>
              <a:solidFill>
                <a:schemeClr val="accent1"/>
              </a:solidFill>
            </p:grpSpPr>
            <p:sp>
              <p:nvSpPr>
                <p:cNvPr id="24140" name="Forme libre : forme 24139">
                  <a:extLst>
                    <a:ext uri="{FF2B5EF4-FFF2-40B4-BE49-F238E27FC236}">
                      <a16:creationId xmlns:a16="http://schemas.microsoft.com/office/drawing/2014/main" id="{A7916B47-5EDB-469D-AB15-57EEEA7E036C}"/>
                    </a:ext>
                  </a:extLst>
                </p:cNvPr>
                <p:cNvSpPr/>
                <p:nvPr/>
              </p:nvSpPr>
              <p:spPr>
                <a:xfrm>
                  <a:off x="7293675" y="1334050"/>
                  <a:ext cx="67449" cy="74242"/>
                </a:xfrm>
                <a:custGeom>
                  <a:avLst/>
                  <a:gdLst>
                    <a:gd name="connsiteX0" fmla="*/ 64249 w 67449"/>
                    <a:gd name="connsiteY0" fmla="*/ 38081 h 74242"/>
                    <a:gd name="connsiteX1" fmla="*/ 56802 w 67449"/>
                    <a:gd name="connsiteY1" fmla="*/ 50804 h 74242"/>
                    <a:gd name="connsiteX2" fmla="*/ 48113 w 67449"/>
                    <a:gd name="connsiteY2" fmla="*/ 63394 h 74242"/>
                    <a:gd name="connsiteX3" fmla="*/ 44522 w 67449"/>
                    <a:gd name="connsiteY3" fmla="*/ 67384 h 74242"/>
                    <a:gd name="connsiteX4" fmla="*/ 40266 w 67449"/>
                    <a:gd name="connsiteY4" fmla="*/ 70531 h 74242"/>
                    <a:gd name="connsiteX5" fmla="*/ 31134 w 67449"/>
                    <a:gd name="connsiteY5" fmla="*/ 73989 h 74242"/>
                    <a:gd name="connsiteX6" fmla="*/ 22578 w 67449"/>
                    <a:gd name="connsiteY6" fmla="*/ 73369 h 74242"/>
                    <a:gd name="connsiteX7" fmla="*/ 15840 w 67449"/>
                    <a:gd name="connsiteY7" fmla="*/ 68802 h 74242"/>
                    <a:gd name="connsiteX8" fmla="*/ 5910 w 67449"/>
                    <a:gd name="connsiteY8" fmla="*/ 57188 h 74242"/>
                    <a:gd name="connsiteX9" fmla="*/ 1876 w 67449"/>
                    <a:gd name="connsiteY9" fmla="*/ 50405 h 74242"/>
                    <a:gd name="connsiteX10" fmla="*/ 103 w 67449"/>
                    <a:gd name="connsiteY10" fmla="*/ 43135 h 74242"/>
                    <a:gd name="connsiteX11" fmla="*/ 546 w 67449"/>
                    <a:gd name="connsiteY11" fmla="*/ 36263 h 74242"/>
                    <a:gd name="connsiteX12" fmla="*/ 1698 w 67449"/>
                    <a:gd name="connsiteY12" fmla="*/ 33116 h 74242"/>
                    <a:gd name="connsiteX13" fmla="*/ 3472 w 67449"/>
                    <a:gd name="connsiteY13" fmla="*/ 30013 h 74242"/>
                    <a:gd name="connsiteX14" fmla="*/ 9501 w 67449"/>
                    <a:gd name="connsiteY14" fmla="*/ 21147 h 74242"/>
                    <a:gd name="connsiteX15" fmla="*/ 15131 w 67449"/>
                    <a:gd name="connsiteY15" fmla="*/ 11349 h 74242"/>
                    <a:gd name="connsiteX16" fmla="*/ 20052 w 67449"/>
                    <a:gd name="connsiteY16" fmla="*/ 5276 h 74242"/>
                    <a:gd name="connsiteX17" fmla="*/ 26790 w 67449"/>
                    <a:gd name="connsiteY17" fmla="*/ 1375 h 74242"/>
                    <a:gd name="connsiteX18" fmla="*/ 42394 w 67449"/>
                    <a:gd name="connsiteY18" fmla="*/ 1685 h 74242"/>
                    <a:gd name="connsiteX19" fmla="*/ 56491 w 67449"/>
                    <a:gd name="connsiteY19" fmla="*/ 7936 h 74242"/>
                    <a:gd name="connsiteX20" fmla="*/ 66688 w 67449"/>
                    <a:gd name="connsiteY20" fmla="*/ 20083 h 74242"/>
                    <a:gd name="connsiteX21" fmla="*/ 67264 w 67449"/>
                    <a:gd name="connsiteY21" fmla="*/ 28860 h 74242"/>
                    <a:gd name="connsiteX22" fmla="*/ 64249 w 67449"/>
                    <a:gd name="connsiteY22" fmla="*/ 38081 h 74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7449" h="74242">
                      <a:moveTo>
                        <a:pt x="64249" y="38081"/>
                      </a:moveTo>
                      <a:cubicBezTo>
                        <a:pt x="61989" y="42337"/>
                        <a:pt x="59373" y="46593"/>
                        <a:pt x="56802" y="50804"/>
                      </a:cubicBezTo>
                      <a:cubicBezTo>
                        <a:pt x="54009" y="55015"/>
                        <a:pt x="51394" y="59227"/>
                        <a:pt x="48113" y="63394"/>
                      </a:cubicBezTo>
                      <a:cubicBezTo>
                        <a:pt x="47005" y="64857"/>
                        <a:pt x="45808" y="66187"/>
                        <a:pt x="44522" y="67384"/>
                      </a:cubicBezTo>
                      <a:cubicBezTo>
                        <a:pt x="43192" y="68581"/>
                        <a:pt x="41729" y="69645"/>
                        <a:pt x="40266" y="70531"/>
                      </a:cubicBezTo>
                      <a:cubicBezTo>
                        <a:pt x="37385" y="72349"/>
                        <a:pt x="34282" y="73546"/>
                        <a:pt x="31134" y="73989"/>
                      </a:cubicBezTo>
                      <a:cubicBezTo>
                        <a:pt x="28031" y="74477"/>
                        <a:pt x="25194" y="74255"/>
                        <a:pt x="22578" y="73369"/>
                      </a:cubicBezTo>
                      <a:cubicBezTo>
                        <a:pt x="19918" y="72438"/>
                        <a:pt x="17658" y="70886"/>
                        <a:pt x="15840" y="68802"/>
                      </a:cubicBezTo>
                      <a:lnTo>
                        <a:pt x="5910" y="57188"/>
                      </a:lnTo>
                      <a:cubicBezTo>
                        <a:pt x="4092" y="55104"/>
                        <a:pt x="2807" y="52710"/>
                        <a:pt x="1876" y="50405"/>
                      </a:cubicBezTo>
                      <a:cubicBezTo>
                        <a:pt x="945" y="48011"/>
                        <a:pt x="324" y="45484"/>
                        <a:pt x="103" y="43135"/>
                      </a:cubicBezTo>
                      <a:cubicBezTo>
                        <a:pt x="-119" y="40874"/>
                        <a:pt x="14" y="38524"/>
                        <a:pt x="546" y="36263"/>
                      </a:cubicBezTo>
                      <a:cubicBezTo>
                        <a:pt x="812" y="35155"/>
                        <a:pt x="1211" y="34136"/>
                        <a:pt x="1698" y="33116"/>
                      </a:cubicBezTo>
                      <a:cubicBezTo>
                        <a:pt x="2186" y="32008"/>
                        <a:pt x="2762" y="30988"/>
                        <a:pt x="3472" y="30013"/>
                      </a:cubicBezTo>
                      <a:cubicBezTo>
                        <a:pt x="5600" y="27353"/>
                        <a:pt x="7506" y="24161"/>
                        <a:pt x="9501" y="21147"/>
                      </a:cubicBezTo>
                      <a:cubicBezTo>
                        <a:pt x="11407" y="17955"/>
                        <a:pt x="13357" y="14807"/>
                        <a:pt x="15131" y="11349"/>
                      </a:cubicBezTo>
                      <a:cubicBezTo>
                        <a:pt x="16416" y="9044"/>
                        <a:pt x="18101" y="6961"/>
                        <a:pt x="20052" y="5276"/>
                      </a:cubicBezTo>
                      <a:cubicBezTo>
                        <a:pt x="22002" y="3592"/>
                        <a:pt x="24351" y="2306"/>
                        <a:pt x="26790" y="1375"/>
                      </a:cubicBezTo>
                      <a:cubicBezTo>
                        <a:pt x="31666" y="-443"/>
                        <a:pt x="37296" y="-576"/>
                        <a:pt x="42394" y="1685"/>
                      </a:cubicBezTo>
                      <a:lnTo>
                        <a:pt x="56491" y="7936"/>
                      </a:lnTo>
                      <a:cubicBezTo>
                        <a:pt x="61590" y="10197"/>
                        <a:pt x="65136" y="14630"/>
                        <a:pt x="66688" y="20083"/>
                      </a:cubicBezTo>
                      <a:cubicBezTo>
                        <a:pt x="67486" y="22831"/>
                        <a:pt x="67619" y="25801"/>
                        <a:pt x="67264" y="28860"/>
                      </a:cubicBezTo>
                      <a:cubicBezTo>
                        <a:pt x="66909" y="31963"/>
                        <a:pt x="65934" y="35067"/>
                        <a:pt x="64249" y="38081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41" name="Forme libre : forme 24140">
                  <a:extLst>
                    <a:ext uri="{FF2B5EF4-FFF2-40B4-BE49-F238E27FC236}">
                      <a16:creationId xmlns:a16="http://schemas.microsoft.com/office/drawing/2014/main" id="{2A7207BA-E6FA-429B-8C5C-2F8663B9E7D2}"/>
                    </a:ext>
                  </a:extLst>
                </p:cNvPr>
                <p:cNvSpPr/>
                <p:nvPr/>
              </p:nvSpPr>
              <p:spPr>
                <a:xfrm>
                  <a:off x="7305260" y="1341853"/>
                  <a:ext cx="55920" cy="66464"/>
                </a:xfrm>
                <a:custGeom>
                  <a:avLst/>
                  <a:gdLst>
                    <a:gd name="connsiteX0" fmla="*/ 24781 w 55920"/>
                    <a:gd name="connsiteY0" fmla="*/ 40651 h 66464"/>
                    <a:gd name="connsiteX1" fmla="*/ 14408 w 55920"/>
                    <a:gd name="connsiteY1" fmla="*/ 53109 h 66464"/>
                    <a:gd name="connsiteX2" fmla="*/ 7270 w 55920"/>
                    <a:gd name="connsiteY2" fmla="*/ 56034 h 66464"/>
                    <a:gd name="connsiteX3" fmla="*/ 0 w 55920"/>
                    <a:gd name="connsiteY3" fmla="*/ 56034 h 66464"/>
                    <a:gd name="connsiteX4" fmla="*/ 4300 w 55920"/>
                    <a:gd name="connsiteY4" fmla="*/ 61044 h 66464"/>
                    <a:gd name="connsiteX5" fmla="*/ 11038 w 55920"/>
                    <a:gd name="connsiteY5" fmla="*/ 65610 h 66464"/>
                    <a:gd name="connsiteX6" fmla="*/ 19594 w 55920"/>
                    <a:gd name="connsiteY6" fmla="*/ 66230 h 66464"/>
                    <a:gd name="connsiteX7" fmla="*/ 28726 w 55920"/>
                    <a:gd name="connsiteY7" fmla="*/ 62773 h 66464"/>
                    <a:gd name="connsiteX8" fmla="*/ 32982 w 55920"/>
                    <a:gd name="connsiteY8" fmla="*/ 59625 h 66464"/>
                    <a:gd name="connsiteX9" fmla="*/ 36573 w 55920"/>
                    <a:gd name="connsiteY9" fmla="*/ 55635 h 66464"/>
                    <a:gd name="connsiteX10" fmla="*/ 45262 w 55920"/>
                    <a:gd name="connsiteY10" fmla="*/ 43045 h 66464"/>
                    <a:gd name="connsiteX11" fmla="*/ 52709 w 55920"/>
                    <a:gd name="connsiteY11" fmla="*/ 30322 h 66464"/>
                    <a:gd name="connsiteX12" fmla="*/ 55724 w 55920"/>
                    <a:gd name="connsiteY12" fmla="*/ 21146 h 66464"/>
                    <a:gd name="connsiteX13" fmla="*/ 55147 w 55920"/>
                    <a:gd name="connsiteY13" fmla="*/ 12368 h 66464"/>
                    <a:gd name="connsiteX14" fmla="*/ 44951 w 55920"/>
                    <a:gd name="connsiteY14" fmla="*/ 222 h 66464"/>
                    <a:gd name="connsiteX15" fmla="*/ 44508 w 55920"/>
                    <a:gd name="connsiteY15" fmla="*/ 0 h 66464"/>
                    <a:gd name="connsiteX16" fmla="*/ 40031 w 55920"/>
                    <a:gd name="connsiteY16" fmla="*/ 10373 h 66464"/>
                    <a:gd name="connsiteX17" fmla="*/ 34844 w 55920"/>
                    <a:gd name="connsiteY17" fmla="*/ 20259 h 66464"/>
                    <a:gd name="connsiteX18" fmla="*/ 29613 w 55920"/>
                    <a:gd name="connsiteY18" fmla="*/ 30145 h 66464"/>
                    <a:gd name="connsiteX19" fmla="*/ 24781 w 55920"/>
                    <a:gd name="connsiteY19" fmla="*/ 40651 h 66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5920" h="66464">
                      <a:moveTo>
                        <a:pt x="24781" y="40651"/>
                      </a:moveTo>
                      <a:cubicBezTo>
                        <a:pt x="22609" y="45838"/>
                        <a:pt x="18929" y="50316"/>
                        <a:pt x="14408" y="53109"/>
                      </a:cubicBezTo>
                      <a:cubicBezTo>
                        <a:pt x="12279" y="54571"/>
                        <a:pt x="9708" y="55502"/>
                        <a:pt x="7270" y="56034"/>
                      </a:cubicBezTo>
                      <a:cubicBezTo>
                        <a:pt x="4876" y="56566"/>
                        <a:pt x="2394" y="56611"/>
                        <a:pt x="0" y="56034"/>
                      </a:cubicBezTo>
                      <a:lnTo>
                        <a:pt x="4300" y="61044"/>
                      </a:lnTo>
                      <a:cubicBezTo>
                        <a:pt x="6117" y="63127"/>
                        <a:pt x="8334" y="64723"/>
                        <a:pt x="11038" y="65610"/>
                      </a:cubicBezTo>
                      <a:cubicBezTo>
                        <a:pt x="13654" y="66496"/>
                        <a:pt x="16491" y="66674"/>
                        <a:pt x="19594" y="66230"/>
                      </a:cubicBezTo>
                      <a:cubicBezTo>
                        <a:pt x="22742" y="65787"/>
                        <a:pt x="25845" y="64590"/>
                        <a:pt x="28726" y="62773"/>
                      </a:cubicBezTo>
                      <a:cubicBezTo>
                        <a:pt x="30189" y="61886"/>
                        <a:pt x="31652" y="60822"/>
                        <a:pt x="32982" y="59625"/>
                      </a:cubicBezTo>
                      <a:cubicBezTo>
                        <a:pt x="34223" y="58428"/>
                        <a:pt x="35465" y="57098"/>
                        <a:pt x="36573" y="55635"/>
                      </a:cubicBezTo>
                      <a:cubicBezTo>
                        <a:pt x="39853" y="51468"/>
                        <a:pt x="42469" y="47257"/>
                        <a:pt x="45262" y="43045"/>
                      </a:cubicBezTo>
                      <a:cubicBezTo>
                        <a:pt x="47833" y="38834"/>
                        <a:pt x="50448" y="34578"/>
                        <a:pt x="52709" y="30322"/>
                      </a:cubicBezTo>
                      <a:cubicBezTo>
                        <a:pt x="54394" y="27352"/>
                        <a:pt x="55369" y="24205"/>
                        <a:pt x="55724" y="21146"/>
                      </a:cubicBezTo>
                      <a:cubicBezTo>
                        <a:pt x="56079" y="18087"/>
                        <a:pt x="55990" y="15117"/>
                        <a:pt x="55147" y="12368"/>
                      </a:cubicBezTo>
                      <a:cubicBezTo>
                        <a:pt x="53640" y="6916"/>
                        <a:pt x="50050" y="2483"/>
                        <a:pt x="44951" y="222"/>
                      </a:cubicBezTo>
                      <a:lnTo>
                        <a:pt x="44508" y="0"/>
                      </a:lnTo>
                      <a:cubicBezTo>
                        <a:pt x="43134" y="3546"/>
                        <a:pt x="41760" y="7049"/>
                        <a:pt x="40031" y="10373"/>
                      </a:cubicBezTo>
                      <a:cubicBezTo>
                        <a:pt x="38346" y="13743"/>
                        <a:pt x="36662" y="17023"/>
                        <a:pt x="34844" y="20259"/>
                      </a:cubicBezTo>
                      <a:cubicBezTo>
                        <a:pt x="33115" y="23540"/>
                        <a:pt x="31342" y="26820"/>
                        <a:pt x="29613" y="30145"/>
                      </a:cubicBezTo>
                      <a:cubicBezTo>
                        <a:pt x="27928" y="33559"/>
                        <a:pt x="26155" y="36928"/>
                        <a:pt x="24781" y="4065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42" name="Forme libre : forme 24141">
                  <a:extLst>
                    <a:ext uri="{FF2B5EF4-FFF2-40B4-BE49-F238E27FC236}">
                      <a16:creationId xmlns:a16="http://schemas.microsoft.com/office/drawing/2014/main" id="{34C6EF09-FCBC-4E45-B6A2-6556A5BC5F59}"/>
                    </a:ext>
                  </a:extLst>
                </p:cNvPr>
                <p:cNvSpPr/>
                <p:nvPr/>
              </p:nvSpPr>
              <p:spPr>
                <a:xfrm>
                  <a:off x="7318071" y="1351794"/>
                  <a:ext cx="24504" cy="29741"/>
                </a:xfrm>
                <a:custGeom>
                  <a:avLst/>
                  <a:gdLst>
                    <a:gd name="connsiteX0" fmla="*/ 19993 w 24504"/>
                    <a:gd name="connsiteY0" fmla="*/ 787 h 29741"/>
                    <a:gd name="connsiteX1" fmla="*/ 24471 w 24504"/>
                    <a:gd name="connsiteY1" fmla="*/ 8457 h 29741"/>
                    <a:gd name="connsiteX2" fmla="*/ 21368 w 24504"/>
                    <a:gd name="connsiteY2" fmla="*/ 20293 h 29741"/>
                    <a:gd name="connsiteX3" fmla="*/ 12324 w 24504"/>
                    <a:gd name="connsiteY3" fmla="*/ 28716 h 29741"/>
                    <a:gd name="connsiteX4" fmla="*/ 3458 w 24504"/>
                    <a:gd name="connsiteY4" fmla="*/ 28361 h 29741"/>
                    <a:gd name="connsiteX5" fmla="*/ 0 w 24504"/>
                    <a:gd name="connsiteY5" fmla="*/ 20293 h 29741"/>
                    <a:gd name="connsiteX6" fmla="*/ 3192 w 24504"/>
                    <a:gd name="connsiteY6" fmla="*/ 9476 h 29741"/>
                    <a:gd name="connsiteX7" fmla="*/ 11216 w 24504"/>
                    <a:gd name="connsiteY7" fmla="*/ 1452 h 29741"/>
                    <a:gd name="connsiteX8" fmla="*/ 19993 w 24504"/>
                    <a:gd name="connsiteY8" fmla="*/ 787 h 29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504" h="29741">
                      <a:moveTo>
                        <a:pt x="19993" y="787"/>
                      </a:moveTo>
                      <a:cubicBezTo>
                        <a:pt x="22565" y="2073"/>
                        <a:pt x="24205" y="4955"/>
                        <a:pt x="24471" y="8457"/>
                      </a:cubicBezTo>
                      <a:cubicBezTo>
                        <a:pt x="24692" y="11959"/>
                        <a:pt x="23850" y="16303"/>
                        <a:pt x="21368" y="20293"/>
                      </a:cubicBezTo>
                      <a:cubicBezTo>
                        <a:pt x="19018" y="24327"/>
                        <a:pt x="15649" y="27297"/>
                        <a:pt x="12324" y="28716"/>
                      </a:cubicBezTo>
                      <a:cubicBezTo>
                        <a:pt x="9088" y="30179"/>
                        <a:pt x="5807" y="30090"/>
                        <a:pt x="3458" y="28361"/>
                      </a:cubicBezTo>
                      <a:cubicBezTo>
                        <a:pt x="1108" y="26632"/>
                        <a:pt x="89" y="23707"/>
                        <a:pt x="0" y="20293"/>
                      </a:cubicBezTo>
                      <a:cubicBezTo>
                        <a:pt x="0" y="16924"/>
                        <a:pt x="1064" y="13156"/>
                        <a:pt x="3192" y="9476"/>
                      </a:cubicBezTo>
                      <a:cubicBezTo>
                        <a:pt x="5409" y="5930"/>
                        <a:pt x="8157" y="3004"/>
                        <a:pt x="11216" y="1452"/>
                      </a:cubicBezTo>
                      <a:cubicBezTo>
                        <a:pt x="14275" y="-99"/>
                        <a:pt x="17378" y="-542"/>
                        <a:pt x="19993" y="787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43" name="Forme libre : forme 24142">
                  <a:extLst>
                    <a:ext uri="{FF2B5EF4-FFF2-40B4-BE49-F238E27FC236}">
                      <a16:creationId xmlns:a16="http://schemas.microsoft.com/office/drawing/2014/main" id="{75911E10-6064-4164-A2FE-164554D59F94}"/>
                    </a:ext>
                  </a:extLst>
                </p:cNvPr>
                <p:cNvSpPr/>
                <p:nvPr/>
              </p:nvSpPr>
              <p:spPr>
                <a:xfrm>
                  <a:off x="7318114" y="1364994"/>
                  <a:ext cx="24117" cy="16585"/>
                </a:xfrm>
                <a:custGeom>
                  <a:avLst/>
                  <a:gdLst>
                    <a:gd name="connsiteX0" fmla="*/ 179 w 24117"/>
                    <a:gd name="connsiteY0" fmla="*/ 4522 h 16585"/>
                    <a:gd name="connsiteX1" fmla="*/ 3415 w 24117"/>
                    <a:gd name="connsiteY1" fmla="*/ 15205 h 16585"/>
                    <a:gd name="connsiteX2" fmla="*/ 12281 w 24117"/>
                    <a:gd name="connsiteY2" fmla="*/ 15560 h 16585"/>
                    <a:gd name="connsiteX3" fmla="*/ 21325 w 24117"/>
                    <a:gd name="connsiteY3" fmla="*/ 7137 h 16585"/>
                    <a:gd name="connsiteX4" fmla="*/ 24118 w 24117"/>
                    <a:gd name="connsiteY4" fmla="*/ 0 h 16585"/>
                    <a:gd name="connsiteX5" fmla="*/ 21458 w 24117"/>
                    <a:gd name="connsiteY5" fmla="*/ 3280 h 16585"/>
                    <a:gd name="connsiteX6" fmla="*/ 10464 w 24117"/>
                    <a:gd name="connsiteY6" fmla="*/ 7448 h 16585"/>
                    <a:gd name="connsiteX7" fmla="*/ 179 w 24117"/>
                    <a:gd name="connsiteY7" fmla="*/ 4522 h 16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117" h="16585">
                      <a:moveTo>
                        <a:pt x="179" y="4522"/>
                      </a:moveTo>
                      <a:cubicBezTo>
                        <a:pt x="-442" y="8955"/>
                        <a:pt x="533" y="13078"/>
                        <a:pt x="3415" y="15205"/>
                      </a:cubicBezTo>
                      <a:cubicBezTo>
                        <a:pt x="5764" y="16934"/>
                        <a:pt x="9045" y="17023"/>
                        <a:pt x="12281" y="15560"/>
                      </a:cubicBezTo>
                      <a:cubicBezTo>
                        <a:pt x="15606" y="14142"/>
                        <a:pt x="18975" y="11171"/>
                        <a:pt x="21325" y="7137"/>
                      </a:cubicBezTo>
                      <a:cubicBezTo>
                        <a:pt x="22788" y="4788"/>
                        <a:pt x="23674" y="2350"/>
                        <a:pt x="24118" y="0"/>
                      </a:cubicBezTo>
                      <a:cubicBezTo>
                        <a:pt x="23408" y="1197"/>
                        <a:pt x="22566" y="2305"/>
                        <a:pt x="21458" y="3280"/>
                      </a:cubicBezTo>
                      <a:cubicBezTo>
                        <a:pt x="18133" y="5674"/>
                        <a:pt x="14232" y="7182"/>
                        <a:pt x="10464" y="7448"/>
                      </a:cubicBezTo>
                      <a:cubicBezTo>
                        <a:pt x="6607" y="7669"/>
                        <a:pt x="2972" y="6694"/>
                        <a:pt x="179" y="4522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44" name="Forme libre : forme 24143">
                  <a:extLst>
                    <a:ext uri="{FF2B5EF4-FFF2-40B4-BE49-F238E27FC236}">
                      <a16:creationId xmlns:a16="http://schemas.microsoft.com/office/drawing/2014/main" id="{DAE9E7B4-B98D-4677-B7F2-ED6D5317F4B6}"/>
                    </a:ext>
                  </a:extLst>
                </p:cNvPr>
                <p:cNvSpPr/>
                <p:nvPr/>
              </p:nvSpPr>
              <p:spPr>
                <a:xfrm>
                  <a:off x="7320908" y="1351391"/>
                  <a:ext cx="24557" cy="30111"/>
                </a:xfrm>
                <a:custGeom>
                  <a:avLst/>
                  <a:gdLst>
                    <a:gd name="connsiteX0" fmla="*/ 19993 w 24557"/>
                    <a:gd name="connsiteY0" fmla="*/ 747 h 30111"/>
                    <a:gd name="connsiteX1" fmla="*/ 24515 w 24557"/>
                    <a:gd name="connsiteY1" fmla="*/ 8461 h 30111"/>
                    <a:gd name="connsiteX2" fmla="*/ 23939 w 24557"/>
                    <a:gd name="connsiteY2" fmla="*/ 14224 h 30111"/>
                    <a:gd name="connsiteX3" fmla="*/ 21412 w 24557"/>
                    <a:gd name="connsiteY3" fmla="*/ 20386 h 30111"/>
                    <a:gd name="connsiteX4" fmla="*/ 12368 w 24557"/>
                    <a:gd name="connsiteY4" fmla="*/ 28986 h 30111"/>
                    <a:gd name="connsiteX5" fmla="*/ 3502 w 24557"/>
                    <a:gd name="connsiteY5" fmla="*/ 28808 h 30111"/>
                    <a:gd name="connsiteX6" fmla="*/ 0 w 24557"/>
                    <a:gd name="connsiteY6" fmla="*/ 20696 h 30111"/>
                    <a:gd name="connsiteX7" fmla="*/ 3192 w 24557"/>
                    <a:gd name="connsiteY7" fmla="*/ 9746 h 30111"/>
                    <a:gd name="connsiteX8" fmla="*/ 6871 w 24557"/>
                    <a:gd name="connsiteY8" fmla="*/ 4870 h 30111"/>
                    <a:gd name="connsiteX9" fmla="*/ 11260 w 24557"/>
                    <a:gd name="connsiteY9" fmla="*/ 1545 h 30111"/>
                    <a:gd name="connsiteX10" fmla="*/ 19993 w 24557"/>
                    <a:gd name="connsiteY10" fmla="*/ 747 h 30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557" h="30111">
                      <a:moveTo>
                        <a:pt x="19993" y="747"/>
                      </a:moveTo>
                      <a:cubicBezTo>
                        <a:pt x="22609" y="2032"/>
                        <a:pt x="24160" y="4870"/>
                        <a:pt x="24515" y="8461"/>
                      </a:cubicBezTo>
                      <a:cubicBezTo>
                        <a:pt x="24648" y="10234"/>
                        <a:pt x="24471" y="12184"/>
                        <a:pt x="23939" y="14224"/>
                      </a:cubicBezTo>
                      <a:cubicBezTo>
                        <a:pt x="23407" y="16263"/>
                        <a:pt x="22697" y="18391"/>
                        <a:pt x="21412" y="20386"/>
                      </a:cubicBezTo>
                      <a:cubicBezTo>
                        <a:pt x="18974" y="24464"/>
                        <a:pt x="15737" y="27523"/>
                        <a:pt x="12368" y="28986"/>
                      </a:cubicBezTo>
                      <a:cubicBezTo>
                        <a:pt x="9043" y="30493"/>
                        <a:pt x="5896" y="30537"/>
                        <a:pt x="3502" y="28808"/>
                      </a:cubicBezTo>
                      <a:cubicBezTo>
                        <a:pt x="1153" y="27124"/>
                        <a:pt x="0" y="24109"/>
                        <a:pt x="0" y="20696"/>
                      </a:cubicBezTo>
                      <a:cubicBezTo>
                        <a:pt x="44" y="17327"/>
                        <a:pt x="1020" y="13426"/>
                        <a:pt x="3192" y="9746"/>
                      </a:cubicBezTo>
                      <a:cubicBezTo>
                        <a:pt x="4344" y="7929"/>
                        <a:pt x="5497" y="6244"/>
                        <a:pt x="6871" y="4870"/>
                      </a:cubicBezTo>
                      <a:cubicBezTo>
                        <a:pt x="8245" y="3495"/>
                        <a:pt x="9708" y="2387"/>
                        <a:pt x="11260" y="1545"/>
                      </a:cubicBezTo>
                      <a:cubicBezTo>
                        <a:pt x="14186" y="-95"/>
                        <a:pt x="17378" y="-539"/>
                        <a:pt x="19993" y="74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45" name="Forme libre : forme 24144">
                  <a:extLst>
                    <a:ext uri="{FF2B5EF4-FFF2-40B4-BE49-F238E27FC236}">
                      <a16:creationId xmlns:a16="http://schemas.microsoft.com/office/drawing/2014/main" id="{D3735778-71E6-4852-AE39-D9F95A320266}"/>
                    </a:ext>
                  </a:extLst>
                </p:cNvPr>
                <p:cNvSpPr/>
                <p:nvPr/>
              </p:nvSpPr>
              <p:spPr>
                <a:xfrm>
                  <a:off x="7303057" y="1363207"/>
                  <a:ext cx="47382" cy="34742"/>
                </a:xfrm>
                <a:custGeom>
                  <a:avLst/>
                  <a:gdLst>
                    <a:gd name="connsiteX0" fmla="*/ 10892 w 47382"/>
                    <a:gd name="connsiteY0" fmla="*/ 28607 h 34742"/>
                    <a:gd name="connsiteX1" fmla="*/ 18871 w 47382"/>
                    <a:gd name="connsiteY1" fmla="*/ 34281 h 34742"/>
                    <a:gd name="connsiteX2" fmla="*/ 28979 w 47382"/>
                    <a:gd name="connsiteY2" fmla="*/ 33173 h 34742"/>
                    <a:gd name="connsiteX3" fmla="*/ 38466 w 47382"/>
                    <a:gd name="connsiteY3" fmla="*/ 26346 h 34742"/>
                    <a:gd name="connsiteX4" fmla="*/ 47332 w 47382"/>
                    <a:gd name="connsiteY4" fmla="*/ 9678 h 34742"/>
                    <a:gd name="connsiteX5" fmla="*/ 41791 w 47382"/>
                    <a:gd name="connsiteY5" fmla="*/ 14 h 34742"/>
                    <a:gd name="connsiteX6" fmla="*/ 34653 w 47382"/>
                    <a:gd name="connsiteY6" fmla="*/ 2762 h 34742"/>
                    <a:gd name="connsiteX7" fmla="*/ 17541 w 47382"/>
                    <a:gd name="connsiteY7" fmla="*/ 8392 h 34742"/>
                    <a:gd name="connsiteX8" fmla="*/ 208 w 47382"/>
                    <a:gd name="connsiteY8" fmla="*/ 13889 h 34742"/>
                    <a:gd name="connsiteX9" fmla="*/ 10892 w 47382"/>
                    <a:gd name="connsiteY9" fmla="*/ 28607 h 34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7382" h="34742">
                      <a:moveTo>
                        <a:pt x="10892" y="28607"/>
                      </a:moveTo>
                      <a:cubicBezTo>
                        <a:pt x="13241" y="30912"/>
                        <a:pt x="15635" y="33306"/>
                        <a:pt x="18871" y="34281"/>
                      </a:cubicBezTo>
                      <a:cubicBezTo>
                        <a:pt x="21930" y="35212"/>
                        <a:pt x="25477" y="34680"/>
                        <a:pt x="28979" y="33173"/>
                      </a:cubicBezTo>
                      <a:cubicBezTo>
                        <a:pt x="32259" y="31622"/>
                        <a:pt x="35806" y="29183"/>
                        <a:pt x="38466" y="26346"/>
                      </a:cubicBezTo>
                      <a:cubicBezTo>
                        <a:pt x="43076" y="21691"/>
                        <a:pt x="46667" y="15707"/>
                        <a:pt x="47332" y="9678"/>
                      </a:cubicBezTo>
                      <a:cubicBezTo>
                        <a:pt x="47731" y="5156"/>
                        <a:pt x="45780" y="280"/>
                        <a:pt x="41791" y="14"/>
                      </a:cubicBezTo>
                      <a:cubicBezTo>
                        <a:pt x="39308" y="-164"/>
                        <a:pt x="36914" y="1432"/>
                        <a:pt x="34653" y="2762"/>
                      </a:cubicBezTo>
                      <a:cubicBezTo>
                        <a:pt x="29156" y="5821"/>
                        <a:pt x="23437" y="7816"/>
                        <a:pt x="17541" y="8392"/>
                      </a:cubicBezTo>
                      <a:cubicBezTo>
                        <a:pt x="12532" y="9057"/>
                        <a:pt x="1937" y="8037"/>
                        <a:pt x="208" y="13889"/>
                      </a:cubicBezTo>
                      <a:cubicBezTo>
                        <a:pt x="-1477" y="19342"/>
                        <a:pt x="7522" y="25460"/>
                        <a:pt x="10892" y="2860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46" name="Forme libre : forme 24145">
                  <a:extLst>
                    <a:ext uri="{FF2B5EF4-FFF2-40B4-BE49-F238E27FC236}">
                      <a16:creationId xmlns:a16="http://schemas.microsoft.com/office/drawing/2014/main" id="{46463008-C01A-4607-8E3F-BCD297427796}"/>
                    </a:ext>
                  </a:extLst>
                </p:cNvPr>
                <p:cNvSpPr/>
                <p:nvPr/>
              </p:nvSpPr>
              <p:spPr>
                <a:xfrm>
                  <a:off x="7308559" y="1366685"/>
                  <a:ext cx="7511" cy="14430"/>
                </a:xfrm>
                <a:custGeom>
                  <a:avLst/>
                  <a:gdLst>
                    <a:gd name="connsiteX0" fmla="*/ 1089 w 7511"/>
                    <a:gd name="connsiteY0" fmla="*/ 11963 h 14430"/>
                    <a:gd name="connsiteX1" fmla="*/ 2374 w 7511"/>
                    <a:gd name="connsiteY1" fmla="*/ 13914 h 14430"/>
                    <a:gd name="connsiteX2" fmla="*/ 4635 w 7511"/>
                    <a:gd name="connsiteY2" fmla="*/ 14224 h 14430"/>
                    <a:gd name="connsiteX3" fmla="*/ 5921 w 7511"/>
                    <a:gd name="connsiteY3" fmla="*/ 12362 h 14430"/>
                    <a:gd name="connsiteX4" fmla="*/ 7428 w 7511"/>
                    <a:gd name="connsiteY4" fmla="*/ 6732 h 14430"/>
                    <a:gd name="connsiteX5" fmla="*/ 7428 w 7511"/>
                    <a:gd name="connsiteY5" fmla="*/ 4338 h 14430"/>
                    <a:gd name="connsiteX6" fmla="*/ 956 w 7511"/>
                    <a:gd name="connsiteY6" fmla="*/ 1767 h 14430"/>
                    <a:gd name="connsiteX7" fmla="*/ 1089 w 7511"/>
                    <a:gd name="connsiteY7" fmla="*/ 11963 h 14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11" h="14430">
                      <a:moveTo>
                        <a:pt x="1089" y="11963"/>
                      </a:moveTo>
                      <a:cubicBezTo>
                        <a:pt x="1399" y="12717"/>
                        <a:pt x="1754" y="13426"/>
                        <a:pt x="2374" y="13914"/>
                      </a:cubicBezTo>
                      <a:cubicBezTo>
                        <a:pt x="2995" y="14402"/>
                        <a:pt x="3926" y="14623"/>
                        <a:pt x="4635" y="14224"/>
                      </a:cubicBezTo>
                      <a:cubicBezTo>
                        <a:pt x="5300" y="13870"/>
                        <a:pt x="5655" y="13072"/>
                        <a:pt x="5921" y="12362"/>
                      </a:cubicBezTo>
                      <a:cubicBezTo>
                        <a:pt x="6630" y="10501"/>
                        <a:pt x="7162" y="8639"/>
                        <a:pt x="7428" y="6732"/>
                      </a:cubicBezTo>
                      <a:cubicBezTo>
                        <a:pt x="7517" y="5934"/>
                        <a:pt x="7561" y="5092"/>
                        <a:pt x="7428" y="4338"/>
                      </a:cubicBezTo>
                      <a:cubicBezTo>
                        <a:pt x="6763" y="1102"/>
                        <a:pt x="2729" y="-2089"/>
                        <a:pt x="956" y="1767"/>
                      </a:cubicBezTo>
                      <a:cubicBezTo>
                        <a:pt x="-507" y="4737"/>
                        <a:pt x="-153" y="8905"/>
                        <a:pt x="1089" y="1196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47" name="Forme libre : forme 24146">
                  <a:extLst>
                    <a:ext uri="{FF2B5EF4-FFF2-40B4-BE49-F238E27FC236}">
                      <a16:creationId xmlns:a16="http://schemas.microsoft.com/office/drawing/2014/main" id="{AE0B47CE-E486-4ABF-BF27-6A484D61640B}"/>
                    </a:ext>
                  </a:extLst>
                </p:cNvPr>
                <p:cNvSpPr/>
                <p:nvPr/>
              </p:nvSpPr>
              <p:spPr>
                <a:xfrm>
                  <a:off x="7347196" y="1343095"/>
                  <a:ext cx="11286" cy="28017"/>
                </a:xfrm>
                <a:custGeom>
                  <a:avLst/>
                  <a:gdLst>
                    <a:gd name="connsiteX0" fmla="*/ 0 w 11286"/>
                    <a:gd name="connsiteY0" fmla="*/ 0 h 28017"/>
                    <a:gd name="connsiteX1" fmla="*/ 7049 w 11286"/>
                    <a:gd name="connsiteY1" fmla="*/ 5630 h 28017"/>
                    <a:gd name="connsiteX2" fmla="*/ 10861 w 11286"/>
                    <a:gd name="connsiteY2" fmla="*/ 14186 h 28017"/>
                    <a:gd name="connsiteX3" fmla="*/ 9930 w 11286"/>
                    <a:gd name="connsiteY3" fmla="*/ 28017 h 28017"/>
                    <a:gd name="connsiteX4" fmla="*/ 10152 w 11286"/>
                    <a:gd name="connsiteY4" fmla="*/ 17821 h 28017"/>
                    <a:gd name="connsiteX5" fmla="*/ 0 w 11286"/>
                    <a:gd name="connsiteY5" fmla="*/ 0 h 28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86" h="28017">
                      <a:moveTo>
                        <a:pt x="0" y="0"/>
                      </a:moveTo>
                      <a:cubicBezTo>
                        <a:pt x="0" y="0"/>
                        <a:pt x="3812" y="1463"/>
                        <a:pt x="7049" y="5630"/>
                      </a:cubicBezTo>
                      <a:cubicBezTo>
                        <a:pt x="8645" y="7714"/>
                        <a:pt x="10196" y="10506"/>
                        <a:pt x="10861" y="14186"/>
                      </a:cubicBezTo>
                      <a:cubicBezTo>
                        <a:pt x="11482" y="17865"/>
                        <a:pt x="11615" y="22431"/>
                        <a:pt x="9930" y="28017"/>
                      </a:cubicBezTo>
                      <a:cubicBezTo>
                        <a:pt x="9930" y="28017"/>
                        <a:pt x="11038" y="23584"/>
                        <a:pt x="10152" y="17821"/>
                      </a:cubicBezTo>
                      <a:cubicBezTo>
                        <a:pt x="9443" y="12102"/>
                        <a:pt x="6694" y="514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48" name="Forme libre : forme 24147">
                  <a:extLst>
                    <a:ext uri="{FF2B5EF4-FFF2-40B4-BE49-F238E27FC236}">
                      <a16:creationId xmlns:a16="http://schemas.microsoft.com/office/drawing/2014/main" id="{8E314050-7DD0-462C-AF71-C22C19412DE5}"/>
                    </a:ext>
                  </a:extLst>
                </p:cNvPr>
                <p:cNvSpPr/>
                <p:nvPr/>
              </p:nvSpPr>
              <p:spPr>
                <a:xfrm>
                  <a:off x="7295983" y="1364196"/>
                  <a:ext cx="5641" cy="27662"/>
                </a:xfrm>
                <a:custGeom>
                  <a:avLst/>
                  <a:gdLst>
                    <a:gd name="connsiteX0" fmla="*/ 3159 w 5641"/>
                    <a:gd name="connsiteY0" fmla="*/ 0 h 27662"/>
                    <a:gd name="connsiteX1" fmla="*/ 1962 w 5641"/>
                    <a:gd name="connsiteY1" fmla="*/ 2305 h 27662"/>
                    <a:gd name="connsiteX2" fmla="*/ 233 w 5641"/>
                    <a:gd name="connsiteY2" fmla="*/ 8201 h 27662"/>
                    <a:gd name="connsiteX3" fmla="*/ 11 w 5641"/>
                    <a:gd name="connsiteY3" fmla="*/ 12235 h 27662"/>
                    <a:gd name="connsiteX4" fmla="*/ 588 w 5641"/>
                    <a:gd name="connsiteY4" fmla="*/ 16713 h 27662"/>
                    <a:gd name="connsiteX5" fmla="*/ 5641 w 5641"/>
                    <a:gd name="connsiteY5" fmla="*/ 27662 h 27662"/>
                    <a:gd name="connsiteX6" fmla="*/ 4444 w 5641"/>
                    <a:gd name="connsiteY6" fmla="*/ 25091 h 27662"/>
                    <a:gd name="connsiteX7" fmla="*/ 2228 w 5641"/>
                    <a:gd name="connsiteY7" fmla="*/ 18486 h 27662"/>
                    <a:gd name="connsiteX8" fmla="*/ 1075 w 5641"/>
                    <a:gd name="connsiteY8" fmla="*/ 9797 h 27662"/>
                    <a:gd name="connsiteX9" fmla="*/ 1563 w 5641"/>
                    <a:gd name="connsiteY9" fmla="*/ 5098 h 27662"/>
                    <a:gd name="connsiteX10" fmla="*/ 3159 w 5641"/>
                    <a:gd name="connsiteY10" fmla="*/ 0 h 27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641" h="27662">
                      <a:moveTo>
                        <a:pt x="3159" y="0"/>
                      </a:moveTo>
                      <a:cubicBezTo>
                        <a:pt x="3159" y="0"/>
                        <a:pt x="2583" y="842"/>
                        <a:pt x="1962" y="2305"/>
                      </a:cubicBezTo>
                      <a:cubicBezTo>
                        <a:pt x="1341" y="3857"/>
                        <a:pt x="632" y="5807"/>
                        <a:pt x="233" y="8201"/>
                      </a:cubicBezTo>
                      <a:cubicBezTo>
                        <a:pt x="56" y="9398"/>
                        <a:pt x="-33" y="10772"/>
                        <a:pt x="11" y="12235"/>
                      </a:cubicBezTo>
                      <a:cubicBezTo>
                        <a:pt x="56" y="13610"/>
                        <a:pt x="189" y="15073"/>
                        <a:pt x="588" y="16713"/>
                      </a:cubicBezTo>
                      <a:cubicBezTo>
                        <a:pt x="1297" y="19949"/>
                        <a:pt x="2804" y="23761"/>
                        <a:pt x="5641" y="27662"/>
                      </a:cubicBezTo>
                      <a:cubicBezTo>
                        <a:pt x="5641" y="27662"/>
                        <a:pt x="5109" y="26732"/>
                        <a:pt x="4444" y="25091"/>
                      </a:cubicBezTo>
                      <a:cubicBezTo>
                        <a:pt x="3735" y="23451"/>
                        <a:pt x="2893" y="21146"/>
                        <a:pt x="2228" y="18486"/>
                      </a:cubicBezTo>
                      <a:cubicBezTo>
                        <a:pt x="1563" y="15826"/>
                        <a:pt x="1075" y="13033"/>
                        <a:pt x="1075" y="9797"/>
                      </a:cubicBezTo>
                      <a:cubicBezTo>
                        <a:pt x="1075" y="8245"/>
                        <a:pt x="1208" y="6650"/>
                        <a:pt x="1563" y="5098"/>
                      </a:cubicBezTo>
                      <a:cubicBezTo>
                        <a:pt x="1873" y="3413"/>
                        <a:pt x="2361" y="1684"/>
                        <a:pt x="31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49" name="Forme libre : forme 24148">
                  <a:extLst>
                    <a:ext uri="{FF2B5EF4-FFF2-40B4-BE49-F238E27FC236}">
                      <a16:creationId xmlns:a16="http://schemas.microsoft.com/office/drawing/2014/main" id="{9DE724BA-B665-4CB5-935B-9E71011C141C}"/>
                    </a:ext>
                  </a:extLst>
                </p:cNvPr>
                <p:cNvSpPr/>
                <p:nvPr/>
              </p:nvSpPr>
              <p:spPr>
                <a:xfrm>
                  <a:off x="7322949" y="1356662"/>
                  <a:ext cx="9986" cy="9746"/>
                </a:xfrm>
                <a:custGeom>
                  <a:avLst/>
                  <a:gdLst>
                    <a:gd name="connsiteX0" fmla="*/ 9441 w 9986"/>
                    <a:gd name="connsiteY0" fmla="*/ 752 h 9746"/>
                    <a:gd name="connsiteX1" fmla="*/ 7224 w 9986"/>
                    <a:gd name="connsiteY1" fmla="*/ 7579 h 9746"/>
                    <a:gd name="connsiteX2" fmla="*/ 486 w 9986"/>
                    <a:gd name="connsiteY2" fmla="*/ 8909 h 9746"/>
                    <a:gd name="connsiteX3" fmla="*/ 2791 w 9986"/>
                    <a:gd name="connsiteY3" fmla="*/ 2303 h 9746"/>
                    <a:gd name="connsiteX4" fmla="*/ 9441 w 9986"/>
                    <a:gd name="connsiteY4" fmla="*/ 752 h 9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86" h="9746">
                      <a:moveTo>
                        <a:pt x="9441" y="752"/>
                      </a:moveTo>
                      <a:cubicBezTo>
                        <a:pt x="10682" y="2170"/>
                        <a:pt x="9751" y="5318"/>
                        <a:pt x="7224" y="7579"/>
                      </a:cubicBezTo>
                      <a:cubicBezTo>
                        <a:pt x="4653" y="9840"/>
                        <a:pt x="1683" y="10416"/>
                        <a:pt x="486" y="8909"/>
                      </a:cubicBezTo>
                      <a:cubicBezTo>
                        <a:pt x="-711" y="7402"/>
                        <a:pt x="397" y="4520"/>
                        <a:pt x="2791" y="2303"/>
                      </a:cubicBezTo>
                      <a:cubicBezTo>
                        <a:pt x="5185" y="43"/>
                        <a:pt x="8199" y="-711"/>
                        <a:pt x="9441" y="75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50" name="Forme libre : forme 24149">
                  <a:extLst>
                    <a:ext uri="{FF2B5EF4-FFF2-40B4-BE49-F238E27FC236}">
                      <a16:creationId xmlns:a16="http://schemas.microsoft.com/office/drawing/2014/main" id="{09749BC0-A9A5-4CC6-9C8B-AFD0F04F6906}"/>
                    </a:ext>
                  </a:extLst>
                </p:cNvPr>
                <p:cNvSpPr/>
                <p:nvPr/>
              </p:nvSpPr>
              <p:spPr>
                <a:xfrm>
                  <a:off x="7330080" y="1355317"/>
                  <a:ext cx="3113" cy="3201"/>
                </a:xfrm>
                <a:custGeom>
                  <a:avLst/>
                  <a:gdLst>
                    <a:gd name="connsiteX0" fmla="*/ 2355 w 3113"/>
                    <a:gd name="connsiteY0" fmla="*/ 146 h 3201"/>
                    <a:gd name="connsiteX1" fmla="*/ 2887 w 3113"/>
                    <a:gd name="connsiteY1" fmla="*/ 2319 h 3201"/>
                    <a:gd name="connsiteX2" fmla="*/ 759 w 3113"/>
                    <a:gd name="connsiteY2" fmla="*/ 3028 h 3201"/>
                    <a:gd name="connsiteX3" fmla="*/ 227 w 3113"/>
                    <a:gd name="connsiteY3" fmla="*/ 856 h 3201"/>
                    <a:gd name="connsiteX4" fmla="*/ 2355 w 3113"/>
                    <a:gd name="connsiteY4" fmla="*/ 146 h 3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13" h="3201">
                      <a:moveTo>
                        <a:pt x="2355" y="146"/>
                      </a:moveTo>
                      <a:cubicBezTo>
                        <a:pt x="3108" y="545"/>
                        <a:pt x="3330" y="1521"/>
                        <a:pt x="2887" y="2319"/>
                      </a:cubicBezTo>
                      <a:cubicBezTo>
                        <a:pt x="2443" y="3117"/>
                        <a:pt x="1512" y="3427"/>
                        <a:pt x="759" y="3028"/>
                      </a:cubicBezTo>
                      <a:cubicBezTo>
                        <a:pt x="5" y="2629"/>
                        <a:pt x="-216" y="1654"/>
                        <a:pt x="227" y="856"/>
                      </a:cubicBezTo>
                      <a:cubicBezTo>
                        <a:pt x="670" y="102"/>
                        <a:pt x="1601" y="-208"/>
                        <a:pt x="2355" y="1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51" name="Forme libre : forme 24150">
                  <a:extLst>
                    <a:ext uri="{FF2B5EF4-FFF2-40B4-BE49-F238E27FC236}">
                      <a16:creationId xmlns:a16="http://schemas.microsoft.com/office/drawing/2014/main" id="{4DFDE024-7255-43D7-B779-C293CCD825E9}"/>
                    </a:ext>
                  </a:extLst>
                </p:cNvPr>
                <p:cNvSpPr/>
                <p:nvPr/>
              </p:nvSpPr>
              <p:spPr>
                <a:xfrm>
                  <a:off x="7309359" y="1339814"/>
                  <a:ext cx="33712" cy="18536"/>
                </a:xfrm>
                <a:custGeom>
                  <a:avLst/>
                  <a:gdLst>
                    <a:gd name="connsiteX0" fmla="*/ 17933 w 33712"/>
                    <a:gd name="connsiteY0" fmla="*/ 0 h 18536"/>
                    <a:gd name="connsiteX1" fmla="*/ 30922 w 33712"/>
                    <a:gd name="connsiteY1" fmla="*/ 3546 h 18536"/>
                    <a:gd name="connsiteX2" fmla="*/ 33626 w 33712"/>
                    <a:gd name="connsiteY2" fmla="*/ 7448 h 18536"/>
                    <a:gd name="connsiteX3" fmla="*/ 29681 w 33712"/>
                    <a:gd name="connsiteY3" fmla="*/ 9576 h 18536"/>
                    <a:gd name="connsiteX4" fmla="*/ 15539 w 33712"/>
                    <a:gd name="connsiteY4" fmla="*/ 10462 h 18536"/>
                    <a:gd name="connsiteX5" fmla="*/ 7870 w 33712"/>
                    <a:gd name="connsiteY5" fmla="*/ 16225 h 18536"/>
                    <a:gd name="connsiteX6" fmla="*/ 467 w 33712"/>
                    <a:gd name="connsiteY6" fmla="*/ 17378 h 18536"/>
                    <a:gd name="connsiteX7" fmla="*/ 2284 w 33712"/>
                    <a:gd name="connsiteY7" fmla="*/ 9309 h 18536"/>
                    <a:gd name="connsiteX8" fmla="*/ 8136 w 33712"/>
                    <a:gd name="connsiteY8" fmla="*/ 2793 h 18536"/>
                    <a:gd name="connsiteX9" fmla="*/ 17933 w 33712"/>
                    <a:gd name="connsiteY9" fmla="*/ 0 h 18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712" h="18536">
                      <a:moveTo>
                        <a:pt x="17933" y="0"/>
                      </a:moveTo>
                      <a:cubicBezTo>
                        <a:pt x="22455" y="0"/>
                        <a:pt x="26844" y="1507"/>
                        <a:pt x="30922" y="3546"/>
                      </a:cubicBezTo>
                      <a:cubicBezTo>
                        <a:pt x="32429" y="4300"/>
                        <a:pt x="34114" y="5674"/>
                        <a:pt x="33626" y="7448"/>
                      </a:cubicBezTo>
                      <a:cubicBezTo>
                        <a:pt x="33139" y="9043"/>
                        <a:pt x="31188" y="9531"/>
                        <a:pt x="29681" y="9576"/>
                      </a:cubicBezTo>
                      <a:cubicBezTo>
                        <a:pt x="24893" y="9664"/>
                        <a:pt x="19928" y="8511"/>
                        <a:pt x="15539" y="10462"/>
                      </a:cubicBezTo>
                      <a:cubicBezTo>
                        <a:pt x="14121" y="11038"/>
                        <a:pt x="10973" y="14053"/>
                        <a:pt x="7870" y="16225"/>
                      </a:cubicBezTo>
                      <a:cubicBezTo>
                        <a:pt x="4678" y="18309"/>
                        <a:pt x="1619" y="19594"/>
                        <a:pt x="467" y="17378"/>
                      </a:cubicBezTo>
                      <a:cubicBezTo>
                        <a:pt x="-730" y="15117"/>
                        <a:pt x="556" y="12235"/>
                        <a:pt x="2284" y="9309"/>
                      </a:cubicBezTo>
                      <a:cubicBezTo>
                        <a:pt x="4102" y="6472"/>
                        <a:pt x="6629" y="3901"/>
                        <a:pt x="8136" y="2793"/>
                      </a:cubicBezTo>
                      <a:cubicBezTo>
                        <a:pt x="10929" y="842"/>
                        <a:pt x="14520" y="0"/>
                        <a:pt x="17933" y="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02" name="Graphique 2">
                <a:extLst>
                  <a:ext uri="{FF2B5EF4-FFF2-40B4-BE49-F238E27FC236}">
                    <a16:creationId xmlns:a16="http://schemas.microsoft.com/office/drawing/2014/main" id="{0FD6ADE6-7DD4-4BDA-9563-4AD0102FA10A}"/>
                  </a:ext>
                </a:extLst>
              </p:cNvPr>
              <p:cNvGrpSpPr/>
              <p:nvPr/>
            </p:nvGrpSpPr>
            <p:grpSpPr>
              <a:xfrm>
                <a:off x="7323741" y="1269819"/>
                <a:ext cx="64325" cy="73782"/>
                <a:chOff x="7323741" y="1269819"/>
                <a:chExt cx="64325" cy="73782"/>
              </a:xfrm>
              <a:solidFill>
                <a:schemeClr val="accent1"/>
              </a:solidFill>
            </p:grpSpPr>
            <p:sp>
              <p:nvSpPr>
                <p:cNvPr id="24128" name="Forme libre : forme 24127">
                  <a:extLst>
                    <a:ext uri="{FF2B5EF4-FFF2-40B4-BE49-F238E27FC236}">
                      <a16:creationId xmlns:a16="http://schemas.microsoft.com/office/drawing/2014/main" id="{F29D9F04-59DB-44B6-83B8-84CC6A034909}"/>
                    </a:ext>
                  </a:extLst>
                </p:cNvPr>
                <p:cNvSpPr/>
                <p:nvPr/>
              </p:nvSpPr>
              <p:spPr>
                <a:xfrm>
                  <a:off x="7323741" y="1269819"/>
                  <a:ext cx="64258" cy="73782"/>
                </a:xfrm>
                <a:custGeom>
                  <a:avLst/>
                  <a:gdLst>
                    <a:gd name="connsiteX0" fmla="*/ 63088 w 64258"/>
                    <a:gd name="connsiteY0" fmla="*/ 32402 h 73782"/>
                    <a:gd name="connsiteX1" fmla="*/ 58743 w 64258"/>
                    <a:gd name="connsiteY1" fmla="*/ 45480 h 73782"/>
                    <a:gd name="connsiteX2" fmla="*/ 54044 w 64258"/>
                    <a:gd name="connsiteY2" fmla="*/ 58469 h 73782"/>
                    <a:gd name="connsiteX3" fmla="*/ 42252 w 64258"/>
                    <a:gd name="connsiteY3" fmla="*/ 71724 h 73782"/>
                    <a:gd name="connsiteX4" fmla="*/ 26382 w 64258"/>
                    <a:gd name="connsiteY4" fmla="*/ 72256 h 73782"/>
                    <a:gd name="connsiteX5" fmla="*/ 12284 w 64258"/>
                    <a:gd name="connsiteY5" fmla="*/ 66005 h 73782"/>
                    <a:gd name="connsiteX6" fmla="*/ 1556 w 64258"/>
                    <a:gd name="connsiteY6" fmla="*/ 54568 h 73782"/>
                    <a:gd name="connsiteX7" fmla="*/ 1379 w 64258"/>
                    <a:gd name="connsiteY7" fmla="*/ 38741 h 73782"/>
                    <a:gd name="connsiteX8" fmla="*/ 5457 w 64258"/>
                    <a:gd name="connsiteY8" fmla="*/ 27215 h 73782"/>
                    <a:gd name="connsiteX9" fmla="*/ 9226 w 64258"/>
                    <a:gd name="connsiteY9" fmla="*/ 15512 h 73782"/>
                    <a:gd name="connsiteX10" fmla="*/ 34804 w 64258"/>
                    <a:gd name="connsiteY10" fmla="*/ 661 h 73782"/>
                    <a:gd name="connsiteX11" fmla="*/ 49833 w 64258"/>
                    <a:gd name="connsiteY11" fmla="*/ 4740 h 73782"/>
                    <a:gd name="connsiteX12" fmla="*/ 63088 w 64258"/>
                    <a:gd name="connsiteY12" fmla="*/ 32402 h 73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4258" h="73782">
                      <a:moveTo>
                        <a:pt x="63088" y="32402"/>
                      </a:moveTo>
                      <a:cubicBezTo>
                        <a:pt x="61713" y="36747"/>
                        <a:pt x="60250" y="41135"/>
                        <a:pt x="58743" y="45480"/>
                      </a:cubicBezTo>
                      <a:cubicBezTo>
                        <a:pt x="57280" y="49824"/>
                        <a:pt x="55596" y="54169"/>
                        <a:pt x="54044" y="58469"/>
                      </a:cubicBezTo>
                      <a:cubicBezTo>
                        <a:pt x="51695" y="64542"/>
                        <a:pt x="47395" y="69241"/>
                        <a:pt x="42252" y="71724"/>
                      </a:cubicBezTo>
                      <a:cubicBezTo>
                        <a:pt x="37199" y="74206"/>
                        <a:pt x="31524" y="74517"/>
                        <a:pt x="26382" y="72256"/>
                      </a:cubicBezTo>
                      <a:lnTo>
                        <a:pt x="12284" y="66005"/>
                      </a:lnTo>
                      <a:cubicBezTo>
                        <a:pt x="7186" y="63744"/>
                        <a:pt x="3551" y="59488"/>
                        <a:pt x="1556" y="54568"/>
                      </a:cubicBezTo>
                      <a:cubicBezTo>
                        <a:pt x="-350" y="49691"/>
                        <a:pt x="-616" y="44061"/>
                        <a:pt x="1379" y="38741"/>
                      </a:cubicBezTo>
                      <a:cubicBezTo>
                        <a:pt x="2709" y="34885"/>
                        <a:pt x="4172" y="31116"/>
                        <a:pt x="5457" y="27215"/>
                      </a:cubicBezTo>
                      <a:cubicBezTo>
                        <a:pt x="6743" y="23359"/>
                        <a:pt x="8029" y="19457"/>
                        <a:pt x="9226" y="15512"/>
                      </a:cubicBezTo>
                      <a:cubicBezTo>
                        <a:pt x="12639" y="4607"/>
                        <a:pt x="23899" y="-2220"/>
                        <a:pt x="34804" y="661"/>
                      </a:cubicBezTo>
                      <a:lnTo>
                        <a:pt x="49833" y="4740"/>
                      </a:lnTo>
                      <a:cubicBezTo>
                        <a:pt x="60782" y="7577"/>
                        <a:pt x="66989" y="20078"/>
                        <a:pt x="63088" y="3240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29" name="Forme libre : forme 24128">
                  <a:extLst>
                    <a:ext uri="{FF2B5EF4-FFF2-40B4-BE49-F238E27FC236}">
                      <a16:creationId xmlns:a16="http://schemas.microsoft.com/office/drawing/2014/main" id="{CE746C7E-C21C-4363-9024-01E6B6215352}"/>
                    </a:ext>
                  </a:extLst>
                </p:cNvPr>
                <p:cNvSpPr/>
                <p:nvPr/>
              </p:nvSpPr>
              <p:spPr>
                <a:xfrm>
                  <a:off x="7344049" y="1274382"/>
                  <a:ext cx="44017" cy="69175"/>
                </a:xfrm>
                <a:custGeom>
                  <a:avLst/>
                  <a:gdLst>
                    <a:gd name="connsiteX0" fmla="*/ 18042 w 44017"/>
                    <a:gd name="connsiteY0" fmla="*/ 42957 h 69175"/>
                    <a:gd name="connsiteX1" fmla="*/ 0 w 44017"/>
                    <a:gd name="connsiteY1" fmla="*/ 64945 h 69175"/>
                    <a:gd name="connsiteX2" fmla="*/ 6117 w 44017"/>
                    <a:gd name="connsiteY2" fmla="*/ 67649 h 69175"/>
                    <a:gd name="connsiteX3" fmla="*/ 21988 w 44017"/>
                    <a:gd name="connsiteY3" fmla="*/ 67117 h 69175"/>
                    <a:gd name="connsiteX4" fmla="*/ 33780 w 44017"/>
                    <a:gd name="connsiteY4" fmla="*/ 53862 h 69175"/>
                    <a:gd name="connsiteX5" fmla="*/ 38479 w 44017"/>
                    <a:gd name="connsiteY5" fmla="*/ 40873 h 69175"/>
                    <a:gd name="connsiteX6" fmla="*/ 42824 w 44017"/>
                    <a:gd name="connsiteY6" fmla="*/ 27795 h 69175"/>
                    <a:gd name="connsiteX7" fmla="*/ 29657 w 44017"/>
                    <a:gd name="connsiteY7" fmla="*/ 133 h 69175"/>
                    <a:gd name="connsiteX8" fmla="*/ 29170 w 44017"/>
                    <a:gd name="connsiteY8" fmla="*/ 0 h 69175"/>
                    <a:gd name="connsiteX9" fmla="*/ 23185 w 44017"/>
                    <a:gd name="connsiteY9" fmla="*/ 21368 h 69175"/>
                    <a:gd name="connsiteX10" fmla="*/ 18042 w 44017"/>
                    <a:gd name="connsiteY10" fmla="*/ 42957 h 69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017" h="69175">
                      <a:moveTo>
                        <a:pt x="18042" y="42957"/>
                      </a:moveTo>
                      <a:cubicBezTo>
                        <a:pt x="16801" y="53773"/>
                        <a:pt x="9487" y="62861"/>
                        <a:pt x="0" y="64945"/>
                      </a:cubicBezTo>
                      <a:lnTo>
                        <a:pt x="6117" y="67649"/>
                      </a:lnTo>
                      <a:cubicBezTo>
                        <a:pt x="11216" y="69910"/>
                        <a:pt x="16934" y="69600"/>
                        <a:pt x="21988" y="67117"/>
                      </a:cubicBezTo>
                      <a:cubicBezTo>
                        <a:pt x="27086" y="64634"/>
                        <a:pt x="31386" y="59935"/>
                        <a:pt x="33780" y="53862"/>
                      </a:cubicBezTo>
                      <a:cubicBezTo>
                        <a:pt x="35332" y="49518"/>
                        <a:pt x="37016" y="45218"/>
                        <a:pt x="38479" y="40873"/>
                      </a:cubicBezTo>
                      <a:cubicBezTo>
                        <a:pt x="39986" y="36529"/>
                        <a:pt x="41449" y="32184"/>
                        <a:pt x="42824" y="27795"/>
                      </a:cubicBezTo>
                      <a:cubicBezTo>
                        <a:pt x="46769" y="15471"/>
                        <a:pt x="40563" y="2970"/>
                        <a:pt x="29657" y="133"/>
                      </a:cubicBezTo>
                      <a:lnTo>
                        <a:pt x="29170" y="0"/>
                      </a:lnTo>
                      <a:cubicBezTo>
                        <a:pt x="27751" y="7403"/>
                        <a:pt x="25402" y="14408"/>
                        <a:pt x="23185" y="21368"/>
                      </a:cubicBezTo>
                      <a:cubicBezTo>
                        <a:pt x="20968" y="28372"/>
                        <a:pt x="18974" y="35376"/>
                        <a:pt x="18042" y="42957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30" name="Forme libre : forme 24129">
                  <a:extLst>
                    <a:ext uri="{FF2B5EF4-FFF2-40B4-BE49-F238E27FC236}">
                      <a16:creationId xmlns:a16="http://schemas.microsoft.com/office/drawing/2014/main" id="{5155638D-E3BE-4AB9-9F3B-0A75BA18DBF5}"/>
                    </a:ext>
                  </a:extLst>
                </p:cNvPr>
                <p:cNvSpPr/>
                <p:nvPr/>
              </p:nvSpPr>
              <p:spPr>
                <a:xfrm>
                  <a:off x="7347285" y="1286501"/>
                  <a:ext cx="22619" cy="31205"/>
                </a:xfrm>
                <a:custGeom>
                  <a:avLst/>
                  <a:gdLst>
                    <a:gd name="connsiteX0" fmla="*/ 16137 w 22619"/>
                    <a:gd name="connsiteY0" fmla="*/ 293 h 31205"/>
                    <a:gd name="connsiteX1" fmla="*/ 21412 w 22619"/>
                    <a:gd name="connsiteY1" fmla="*/ 18957 h 31205"/>
                    <a:gd name="connsiteX2" fmla="*/ 5985 w 22619"/>
                    <a:gd name="connsiteY2" fmla="*/ 30749 h 31205"/>
                    <a:gd name="connsiteX3" fmla="*/ 1197 w 22619"/>
                    <a:gd name="connsiteY3" fmla="*/ 12263 h 31205"/>
                    <a:gd name="connsiteX4" fmla="*/ 16137 w 22619"/>
                    <a:gd name="connsiteY4" fmla="*/ 293 h 31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19" h="31205">
                      <a:moveTo>
                        <a:pt x="16137" y="293"/>
                      </a:moveTo>
                      <a:cubicBezTo>
                        <a:pt x="21811" y="1934"/>
                        <a:pt x="24294" y="10357"/>
                        <a:pt x="21412" y="18957"/>
                      </a:cubicBezTo>
                      <a:cubicBezTo>
                        <a:pt x="18575" y="27601"/>
                        <a:pt x="11438" y="32832"/>
                        <a:pt x="5985" y="30749"/>
                      </a:cubicBezTo>
                      <a:cubicBezTo>
                        <a:pt x="488" y="28665"/>
                        <a:pt x="-1507" y="20464"/>
                        <a:pt x="1197" y="12263"/>
                      </a:cubicBezTo>
                      <a:cubicBezTo>
                        <a:pt x="3902" y="4062"/>
                        <a:pt x="10507" y="-1347"/>
                        <a:pt x="16137" y="29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31" name="Forme libre : forme 24130">
                  <a:extLst>
                    <a:ext uri="{FF2B5EF4-FFF2-40B4-BE49-F238E27FC236}">
                      <a16:creationId xmlns:a16="http://schemas.microsoft.com/office/drawing/2014/main" id="{79F7E2CD-E7F0-45EF-BAA3-86AEAE25FEF6}"/>
                    </a:ext>
                  </a:extLst>
                </p:cNvPr>
                <p:cNvSpPr/>
                <p:nvPr/>
              </p:nvSpPr>
              <p:spPr>
                <a:xfrm>
                  <a:off x="7347374" y="1298099"/>
                  <a:ext cx="22519" cy="19608"/>
                </a:xfrm>
                <a:custGeom>
                  <a:avLst/>
                  <a:gdLst>
                    <a:gd name="connsiteX0" fmla="*/ 0 w 22519"/>
                    <a:gd name="connsiteY0" fmla="*/ 9576 h 19608"/>
                    <a:gd name="connsiteX1" fmla="*/ 5896 w 22519"/>
                    <a:gd name="connsiteY1" fmla="*/ 19151 h 19608"/>
                    <a:gd name="connsiteX2" fmla="*/ 21323 w 22519"/>
                    <a:gd name="connsiteY2" fmla="*/ 7359 h 19608"/>
                    <a:gd name="connsiteX3" fmla="*/ 22520 w 22519"/>
                    <a:gd name="connsiteY3" fmla="*/ 0 h 19608"/>
                    <a:gd name="connsiteX4" fmla="*/ 20569 w 22519"/>
                    <a:gd name="connsiteY4" fmla="*/ 3635 h 19608"/>
                    <a:gd name="connsiteX5" fmla="*/ 0 w 22519"/>
                    <a:gd name="connsiteY5" fmla="*/ 9576 h 19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519" h="19608">
                      <a:moveTo>
                        <a:pt x="0" y="9576"/>
                      </a:moveTo>
                      <a:cubicBezTo>
                        <a:pt x="399" y="14142"/>
                        <a:pt x="2483" y="17865"/>
                        <a:pt x="5896" y="19151"/>
                      </a:cubicBezTo>
                      <a:cubicBezTo>
                        <a:pt x="11349" y="21234"/>
                        <a:pt x="18486" y="16003"/>
                        <a:pt x="21323" y="7359"/>
                      </a:cubicBezTo>
                      <a:cubicBezTo>
                        <a:pt x="22210" y="4832"/>
                        <a:pt x="22520" y="2350"/>
                        <a:pt x="22520" y="0"/>
                      </a:cubicBezTo>
                      <a:cubicBezTo>
                        <a:pt x="22077" y="1286"/>
                        <a:pt x="21456" y="2527"/>
                        <a:pt x="20569" y="3635"/>
                      </a:cubicBezTo>
                      <a:cubicBezTo>
                        <a:pt x="15161" y="9531"/>
                        <a:pt x="6605" y="12546"/>
                        <a:pt x="0" y="9576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32" name="Forme libre : forme 24131">
                  <a:extLst>
                    <a:ext uri="{FF2B5EF4-FFF2-40B4-BE49-F238E27FC236}">
                      <a16:creationId xmlns:a16="http://schemas.microsoft.com/office/drawing/2014/main" id="{4700C9C5-BE97-45BE-BD60-B659414B6D01}"/>
                    </a:ext>
                  </a:extLst>
                </p:cNvPr>
                <p:cNvSpPr/>
                <p:nvPr/>
              </p:nvSpPr>
              <p:spPr>
                <a:xfrm>
                  <a:off x="7349999" y="1285616"/>
                  <a:ext cx="22645" cy="31361"/>
                </a:xfrm>
                <a:custGeom>
                  <a:avLst/>
                  <a:gdLst>
                    <a:gd name="connsiteX0" fmla="*/ 16127 w 22645"/>
                    <a:gd name="connsiteY0" fmla="*/ 291 h 31361"/>
                    <a:gd name="connsiteX1" fmla="*/ 21447 w 22645"/>
                    <a:gd name="connsiteY1" fmla="*/ 18999 h 31361"/>
                    <a:gd name="connsiteX2" fmla="*/ 6020 w 22645"/>
                    <a:gd name="connsiteY2" fmla="*/ 30924 h 31361"/>
                    <a:gd name="connsiteX3" fmla="*/ 1188 w 22645"/>
                    <a:gd name="connsiteY3" fmla="*/ 12350 h 31361"/>
                    <a:gd name="connsiteX4" fmla="*/ 16127 w 22645"/>
                    <a:gd name="connsiteY4" fmla="*/ 291 h 31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45" h="31361">
                      <a:moveTo>
                        <a:pt x="16127" y="291"/>
                      </a:moveTo>
                      <a:cubicBezTo>
                        <a:pt x="21802" y="1932"/>
                        <a:pt x="24329" y="10355"/>
                        <a:pt x="21447" y="18999"/>
                      </a:cubicBezTo>
                      <a:cubicBezTo>
                        <a:pt x="18566" y="27688"/>
                        <a:pt x="11517" y="32963"/>
                        <a:pt x="6020" y="30924"/>
                      </a:cubicBezTo>
                      <a:cubicBezTo>
                        <a:pt x="523" y="28885"/>
                        <a:pt x="-1516" y="20595"/>
                        <a:pt x="1188" y="12350"/>
                      </a:cubicBezTo>
                      <a:cubicBezTo>
                        <a:pt x="3892" y="4104"/>
                        <a:pt x="10497" y="-1349"/>
                        <a:pt x="16127" y="29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33" name="Forme libre : forme 24132">
                  <a:extLst>
                    <a:ext uri="{FF2B5EF4-FFF2-40B4-BE49-F238E27FC236}">
                      <a16:creationId xmlns:a16="http://schemas.microsoft.com/office/drawing/2014/main" id="{CCB36D60-F49B-4DC2-A67A-CE9FAA72508E}"/>
                    </a:ext>
                  </a:extLst>
                </p:cNvPr>
                <p:cNvSpPr/>
                <p:nvPr/>
              </p:nvSpPr>
              <p:spPr>
                <a:xfrm>
                  <a:off x="7334607" y="1295984"/>
                  <a:ext cx="45048" cy="37226"/>
                </a:xfrm>
                <a:custGeom>
                  <a:avLst/>
                  <a:gdLst>
                    <a:gd name="connsiteX0" fmla="*/ 15028 w 45048"/>
                    <a:gd name="connsiteY0" fmla="*/ 34521 h 37226"/>
                    <a:gd name="connsiteX1" fmla="*/ 24559 w 45048"/>
                    <a:gd name="connsiteY1" fmla="*/ 37225 h 37226"/>
                    <a:gd name="connsiteX2" fmla="*/ 40474 w 45048"/>
                    <a:gd name="connsiteY2" fmla="*/ 25300 h 37226"/>
                    <a:gd name="connsiteX3" fmla="*/ 44907 w 45048"/>
                    <a:gd name="connsiteY3" fmla="*/ 8233 h 37226"/>
                    <a:gd name="connsiteX4" fmla="*/ 37459 w 45048"/>
                    <a:gd name="connsiteY4" fmla="*/ 32 h 37226"/>
                    <a:gd name="connsiteX5" fmla="*/ 30987 w 45048"/>
                    <a:gd name="connsiteY5" fmla="*/ 3977 h 37226"/>
                    <a:gd name="connsiteX6" fmla="*/ 15516 w 45048"/>
                    <a:gd name="connsiteY6" fmla="*/ 13198 h 37226"/>
                    <a:gd name="connsiteX7" fmla="*/ 0 w 45048"/>
                    <a:gd name="connsiteY7" fmla="*/ 24059 h 37226"/>
                    <a:gd name="connsiteX8" fmla="*/ 15028 w 45048"/>
                    <a:gd name="connsiteY8" fmla="*/ 34521 h 37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048" h="37226">
                      <a:moveTo>
                        <a:pt x="15028" y="34521"/>
                      </a:moveTo>
                      <a:cubicBezTo>
                        <a:pt x="18042" y="35895"/>
                        <a:pt x="21190" y="37270"/>
                        <a:pt x="24559" y="37225"/>
                      </a:cubicBezTo>
                      <a:cubicBezTo>
                        <a:pt x="30943" y="37092"/>
                        <a:pt x="36883" y="31551"/>
                        <a:pt x="40474" y="25300"/>
                      </a:cubicBezTo>
                      <a:cubicBezTo>
                        <a:pt x="43577" y="20158"/>
                        <a:pt x="45616" y="13996"/>
                        <a:pt x="44907" y="8233"/>
                      </a:cubicBezTo>
                      <a:cubicBezTo>
                        <a:pt x="44331" y="3888"/>
                        <a:pt x="41449" y="-412"/>
                        <a:pt x="37459" y="32"/>
                      </a:cubicBezTo>
                      <a:cubicBezTo>
                        <a:pt x="34977" y="298"/>
                        <a:pt x="32938" y="2248"/>
                        <a:pt x="30987" y="3977"/>
                      </a:cubicBezTo>
                      <a:cubicBezTo>
                        <a:pt x="26288" y="8011"/>
                        <a:pt x="21057" y="11159"/>
                        <a:pt x="15516" y="13198"/>
                      </a:cubicBezTo>
                      <a:cubicBezTo>
                        <a:pt x="10772" y="15015"/>
                        <a:pt x="44" y="17188"/>
                        <a:pt x="0" y="24059"/>
                      </a:cubicBezTo>
                      <a:cubicBezTo>
                        <a:pt x="44" y="30310"/>
                        <a:pt x="10772" y="32659"/>
                        <a:pt x="15028" y="3452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34" name="Forme libre : forme 24133">
                  <a:extLst>
                    <a:ext uri="{FF2B5EF4-FFF2-40B4-BE49-F238E27FC236}">
                      <a16:creationId xmlns:a16="http://schemas.microsoft.com/office/drawing/2014/main" id="{860788D9-CA7A-4FE0-BEA5-16D7F93A3EC9}"/>
                    </a:ext>
                  </a:extLst>
                </p:cNvPr>
                <p:cNvSpPr/>
                <p:nvPr/>
              </p:nvSpPr>
              <p:spPr>
                <a:xfrm>
                  <a:off x="7338260" y="1306586"/>
                  <a:ext cx="7956" cy="14353"/>
                </a:xfrm>
                <a:custGeom>
                  <a:avLst/>
                  <a:gdLst>
                    <a:gd name="connsiteX0" fmla="*/ 2997 w 7956"/>
                    <a:gd name="connsiteY0" fmla="*/ 12703 h 14353"/>
                    <a:gd name="connsiteX1" fmla="*/ 4814 w 7956"/>
                    <a:gd name="connsiteY1" fmla="*/ 14210 h 14353"/>
                    <a:gd name="connsiteX2" fmla="*/ 7075 w 7956"/>
                    <a:gd name="connsiteY2" fmla="*/ 13811 h 14353"/>
                    <a:gd name="connsiteX3" fmla="*/ 7829 w 7956"/>
                    <a:gd name="connsiteY3" fmla="*/ 11639 h 14353"/>
                    <a:gd name="connsiteX4" fmla="*/ 7740 w 7956"/>
                    <a:gd name="connsiteY4" fmla="*/ 5654 h 14353"/>
                    <a:gd name="connsiteX5" fmla="*/ 7164 w 7956"/>
                    <a:gd name="connsiteY5" fmla="*/ 3305 h 14353"/>
                    <a:gd name="connsiteX6" fmla="*/ 159 w 7956"/>
                    <a:gd name="connsiteY6" fmla="*/ 2551 h 14353"/>
                    <a:gd name="connsiteX7" fmla="*/ 2997 w 7956"/>
                    <a:gd name="connsiteY7" fmla="*/ 12703 h 14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956" h="14353">
                      <a:moveTo>
                        <a:pt x="2997" y="12703"/>
                      </a:moveTo>
                      <a:cubicBezTo>
                        <a:pt x="3484" y="13323"/>
                        <a:pt x="4105" y="13944"/>
                        <a:pt x="4814" y="14210"/>
                      </a:cubicBezTo>
                      <a:cubicBezTo>
                        <a:pt x="5523" y="14476"/>
                        <a:pt x="6499" y="14387"/>
                        <a:pt x="7075" y="13811"/>
                      </a:cubicBezTo>
                      <a:cubicBezTo>
                        <a:pt x="7607" y="13235"/>
                        <a:pt x="7740" y="12393"/>
                        <a:pt x="7829" y="11639"/>
                      </a:cubicBezTo>
                      <a:cubicBezTo>
                        <a:pt x="8050" y="9644"/>
                        <a:pt x="7962" y="7605"/>
                        <a:pt x="7740" y="5654"/>
                      </a:cubicBezTo>
                      <a:cubicBezTo>
                        <a:pt x="7651" y="4856"/>
                        <a:pt x="7518" y="4014"/>
                        <a:pt x="7164" y="3305"/>
                      </a:cubicBezTo>
                      <a:cubicBezTo>
                        <a:pt x="5745" y="246"/>
                        <a:pt x="1046" y="-1926"/>
                        <a:pt x="159" y="2551"/>
                      </a:cubicBezTo>
                      <a:cubicBezTo>
                        <a:pt x="-506" y="5920"/>
                        <a:pt x="1002" y="10087"/>
                        <a:pt x="2997" y="1270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35" name="Forme libre : forme 24134">
                  <a:extLst>
                    <a:ext uri="{FF2B5EF4-FFF2-40B4-BE49-F238E27FC236}">
                      <a16:creationId xmlns:a16="http://schemas.microsoft.com/office/drawing/2014/main" id="{69772A33-97E6-42C8-AA18-3843E50A6BC8}"/>
                    </a:ext>
                  </a:extLst>
                </p:cNvPr>
                <p:cNvSpPr/>
                <p:nvPr/>
              </p:nvSpPr>
              <p:spPr>
                <a:xfrm>
                  <a:off x="7370869" y="1276022"/>
                  <a:ext cx="15069" cy="25357"/>
                </a:xfrm>
                <a:custGeom>
                  <a:avLst/>
                  <a:gdLst>
                    <a:gd name="connsiteX0" fmla="*/ 0 w 15069"/>
                    <a:gd name="connsiteY0" fmla="*/ 0 h 25357"/>
                    <a:gd name="connsiteX1" fmla="*/ 7935 w 15069"/>
                    <a:gd name="connsiteY1" fmla="*/ 4433 h 25357"/>
                    <a:gd name="connsiteX2" fmla="*/ 14984 w 15069"/>
                    <a:gd name="connsiteY2" fmla="*/ 25357 h 25357"/>
                    <a:gd name="connsiteX3" fmla="*/ 13166 w 15069"/>
                    <a:gd name="connsiteY3" fmla="*/ 15693 h 25357"/>
                    <a:gd name="connsiteX4" fmla="*/ 0 w 15069"/>
                    <a:gd name="connsiteY4" fmla="*/ 0 h 25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69" h="25357">
                      <a:moveTo>
                        <a:pt x="0" y="0"/>
                      </a:moveTo>
                      <a:cubicBezTo>
                        <a:pt x="0" y="0"/>
                        <a:pt x="3990" y="842"/>
                        <a:pt x="7935" y="4433"/>
                      </a:cubicBezTo>
                      <a:cubicBezTo>
                        <a:pt x="11881" y="8024"/>
                        <a:pt x="15693" y="14319"/>
                        <a:pt x="14984" y="25357"/>
                      </a:cubicBezTo>
                      <a:cubicBezTo>
                        <a:pt x="14984" y="25357"/>
                        <a:pt x="15072" y="21057"/>
                        <a:pt x="13166" y="15693"/>
                      </a:cubicBezTo>
                      <a:cubicBezTo>
                        <a:pt x="11304" y="10329"/>
                        <a:pt x="7492" y="40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36" name="Forme libre : forme 24135">
                  <a:extLst>
                    <a:ext uri="{FF2B5EF4-FFF2-40B4-BE49-F238E27FC236}">
                      <a16:creationId xmlns:a16="http://schemas.microsoft.com/office/drawing/2014/main" id="{FBD171CB-1B7D-413D-A6D1-4EBC7C160E5D}"/>
                    </a:ext>
                  </a:extLst>
                </p:cNvPr>
                <p:cNvSpPr/>
                <p:nvPr/>
              </p:nvSpPr>
              <p:spPr>
                <a:xfrm>
                  <a:off x="7326155" y="1307896"/>
                  <a:ext cx="11954" cy="27396"/>
                </a:xfrm>
                <a:custGeom>
                  <a:avLst/>
                  <a:gdLst>
                    <a:gd name="connsiteX0" fmla="*/ 1004 w 11954"/>
                    <a:gd name="connsiteY0" fmla="*/ 0 h 27396"/>
                    <a:gd name="connsiteX1" fmla="*/ 339 w 11954"/>
                    <a:gd name="connsiteY1" fmla="*/ 2926 h 27396"/>
                    <a:gd name="connsiteX2" fmla="*/ 162 w 11954"/>
                    <a:gd name="connsiteY2" fmla="*/ 10019 h 27396"/>
                    <a:gd name="connsiteX3" fmla="*/ 11954 w 11954"/>
                    <a:gd name="connsiteY3" fmla="*/ 27397 h 27396"/>
                    <a:gd name="connsiteX4" fmla="*/ 5304 w 11954"/>
                    <a:gd name="connsiteY4" fmla="*/ 19993 h 27396"/>
                    <a:gd name="connsiteX5" fmla="*/ 1004 w 11954"/>
                    <a:gd name="connsiteY5" fmla="*/ 0 h 27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54" h="27396">
                      <a:moveTo>
                        <a:pt x="1004" y="0"/>
                      </a:moveTo>
                      <a:cubicBezTo>
                        <a:pt x="1004" y="0"/>
                        <a:pt x="650" y="1153"/>
                        <a:pt x="339" y="2926"/>
                      </a:cubicBezTo>
                      <a:cubicBezTo>
                        <a:pt x="29" y="4743"/>
                        <a:pt x="-148" y="7226"/>
                        <a:pt x="162" y="10019"/>
                      </a:cubicBezTo>
                      <a:cubicBezTo>
                        <a:pt x="783" y="15560"/>
                        <a:pt x="3398" y="22387"/>
                        <a:pt x="11954" y="27397"/>
                      </a:cubicBezTo>
                      <a:cubicBezTo>
                        <a:pt x="11954" y="27397"/>
                        <a:pt x="8408" y="24737"/>
                        <a:pt x="5304" y="19993"/>
                      </a:cubicBezTo>
                      <a:cubicBezTo>
                        <a:pt x="2290" y="15250"/>
                        <a:pt x="-458" y="8556"/>
                        <a:pt x="10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37" name="Forme libre : forme 24136">
                  <a:extLst>
                    <a:ext uri="{FF2B5EF4-FFF2-40B4-BE49-F238E27FC236}">
                      <a16:creationId xmlns:a16="http://schemas.microsoft.com/office/drawing/2014/main" id="{D3E2B896-5478-4DB1-9637-66CCA755AF0E}"/>
                    </a:ext>
                  </a:extLst>
                </p:cNvPr>
                <p:cNvSpPr/>
                <p:nvPr/>
              </p:nvSpPr>
              <p:spPr>
                <a:xfrm>
                  <a:off x="7350609" y="1292154"/>
                  <a:ext cx="9000" cy="10877"/>
                </a:xfrm>
                <a:custGeom>
                  <a:avLst/>
                  <a:gdLst>
                    <a:gd name="connsiteX0" fmla="*/ 8070 w 9000"/>
                    <a:gd name="connsiteY0" fmla="*/ 448 h 10877"/>
                    <a:gd name="connsiteX1" fmla="*/ 7227 w 9000"/>
                    <a:gd name="connsiteY1" fmla="*/ 7629 h 10877"/>
                    <a:gd name="connsiteX2" fmla="*/ 888 w 9000"/>
                    <a:gd name="connsiteY2" fmla="*/ 10422 h 10877"/>
                    <a:gd name="connsiteX3" fmla="*/ 1775 w 9000"/>
                    <a:gd name="connsiteY3" fmla="*/ 3329 h 10877"/>
                    <a:gd name="connsiteX4" fmla="*/ 8070 w 9000"/>
                    <a:gd name="connsiteY4" fmla="*/ 448 h 10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00" h="10877">
                      <a:moveTo>
                        <a:pt x="8070" y="448"/>
                      </a:moveTo>
                      <a:cubicBezTo>
                        <a:pt x="9577" y="1600"/>
                        <a:pt x="9222" y="4836"/>
                        <a:pt x="7227" y="7629"/>
                      </a:cubicBezTo>
                      <a:cubicBezTo>
                        <a:pt x="5188" y="10378"/>
                        <a:pt x="2395" y="11619"/>
                        <a:pt x="888" y="10422"/>
                      </a:cubicBezTo>
                      <a:cubicBezTo>
                        <a:pt x="-619" y="9225"/>
                        <a:pt x="-132" y="6078"/>
                        <a:pt x="1775" y="3329"/>
                      </a:cubicBezTo>
                      <a:cubicBezTo>
                        <a:pt x="3770" y="536"/>
                        <a:pt x="6562" y="-749"/>
                        <a:pt x="8070" y="44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38" name="Forme libre : forme 24137">
                  <a:extLst>
                    <a:ext uri="{FF2B5EF4-FFF2-40B4-BE49-F238E27FC236}">
                      <a16:creationId xmlns:a16="http://schemas.microsoft.com/office/drawing/2014/main" id="{AD56E18B-9514-444E-9249-EFFA31EE47B1}"/>
                    </a:ext>
                  </a:extLst>
                </p:cNvPr>
                <p:cNvSpPr/>
                <p:nvPr/>
              </p:nvSpPr>
              <p:spPr>
                <a:xfrm>
                  <a:off x="7356296" y="1290623"/>
                  <a:ext cx="3080" cy="3292"/>
                </a:xfrm>
                <a:custGeom>
                  <a:avLst/>
                  <a:gdLst>
                    <a:gd name="connsiteX0" fmla="*/ 2028 w 3080"/>
                    <a:gd name="connsiteY0" fmla="*/ 72 h 3292"/>
                    <a:gd name="connsiteX1" fmla="*/ 3003 w 3080"/>
                    <a:gd name="connsiteY1" fmla="*/ 2112 h 3292"/>
                    <a:gd name="connsiteX2" fmla="*/ 1053 w 3080"/>
                    <a:gd name="connsiteY2" fmla="*/ 3220 h 3292"/>
                    <a:gd name="connsiteX3" fmla="*/ 77 w 3080"/>
                    <a:gd name="connsiteY3" fmla="*/ 1181 h 3292"/>
                    <a:gd name="connsiteX4" fmla="*/ 2028 w 3080"/>
                    <a:gd name="connsiteY4" fmla="*/ 72 h 3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0" h="3292">
                      <a:moveTo>
                        <a:pt x="2028" y="72"/>
                      </a:moveTo>
                      <a:cubicBezTo>
                        <a:pt x="2826" y="338"/>
                        <a:pt x="3269" y="1225"/>
                        <a:pt x="3003" y="2112"/>
                      </a:cubicBezTo>
                      <a:cubicBezTo>
                        <a:pt x="2737" y="2998"/>
                        <a:pt x="1851" y="3486"/>
                        <a:pt x="1053" y="3220"/>
                      </a:cubicBezTo>
                      <a:cubicBezTo>
                        <a:pt x="255" y="2954"/>
                        <a:pt x="-189" y="2067"/>
                        <a:pt x="77" y="1181"/>
                      </a:cubicBezTo>
                      <a:cubicBezTo>
                        <a:pt x="343" y="294"/>
                        <a:pt x="1230" y="-193"/>
                        <a:pt x="2028" y="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39" name="Forme libre : forme 24138">
                  <a:extLst>
                    <a:ext uri="{FF2B5EF4-FFF2-40B4-BE49-F238E27FC236}">
                      <a16:creationId xmlns:a16="http://schemas.microsoft.com/office/drawing/2014/main" id="{2765D12D-EA45-40EF-9D7E-6F925C4069B7}"/>
                    </a:ext>
                  </a:extLst>
                </p:cNvPr>
                <p:cNvSpPr/>
                <p:nvPr/>
              </p:nvSpPr>
              <p:spPr>
                <a:xfrm>
                  <a:off x="7335242" y="1275686"/>
                  <a:ext cx="32098" cy="22358"/>
                </a:xfrm>
                <a:custGeom>
                  <a:avLst/>
                  <a:gdLst>
                    <a:gd name="connsiteX0" fmla="*/ 15235 w 32098"/>
                    <a:gd name="connsiteY0" fmla="*/ 291 h 22358"/>
                    <a:gd name="connsiteX1" fmla="*/ 28756 w 32098"/>
                    <a:gd name="connsiteY1" fmla="*/ 1666 h 22358"/>
                    <a:gd name="connsiteX2" fmla="*/ 32081 w 32098"/>
                    <a:gd name="connsiteY2" fmla="*/ 5079 h 22358"/>
                    <a:gd name="connsiteX3" fmla="*/ 28490 w 32098"/>
                    <a:gd name="connsiteY3" fmla="*/ 7783 h 22358"/>
                    <a:gd name="connsiteX4" fmla="*/ 14614 w 32098"/>
                    <a:gd name="connsiteY4" fmla="*/ 11197 h 22358"/>
                    <a:gd name="connsiteX5" fmla="*/ 8098 w 32098"/>
                    <a:gd name="connsiteY5" fmla="*/ 18600 h 22358"/>
                    <a:gd name="connsiteX6" fmla="*/ 960 w 32098"/>
                    <a:gd name="connsiteY6" fmla="*/ 21570 h 22358"/>
                    <a:gd name="connsiteX7" fmla="*/ 5925 w 32098"/>
                    <a:gd name="connsiteY7" fmla="*/ 4813 h 22358"/>
                    <a:gd name="connsiteX8" fmla="*/ 15235 w 32098"/>
                    <a:gd name="connsiteY8" fmla="*/ 291 h 2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098" h="22358">
                      <a:moveTo>
                        <a:pt x="15235" y="291"/>
                      </a:moveTo>
                      <a:cubicBezTo>
                        <a:pt x="19757" y="-462"/>
                        <a:pt x="24367" y="336"/>
                        <a:pt x="28756" y="1666"/>
                      </a:cubicBezTo>
                      <a:cubicBezTo>
                        <a:pt x="30352" y="2153"/>
                        <a:pt x="32302" y="3261"/>
                        <a:pt x="32081" y="5079"/>
                      </a:cubicBezTo>
                      <a:cubicBezTo>
                        <a:pt x="31859" y="6719"/>
                        <a:pt x="30042" y="7517"/>
                        <a:pt x="28490" y="7783"/>
                      </a:cubicBezTo>
                      <a:cubicBezTo>
                        <a:pt x="23747" y="8670"/>
                        <a:pt x="18604" y="8404"/>
                        <a:pt x="14614" y="11197"/>
                      </a:cubicBezTo>
                      <a:cubicBezTo>
                        <a:pt x="13329" y="12083"/>
                        <a:pt x="10757" y="15718"/>
                        <a:pt x="8098" y="18600"/>
                      </a:cubicBezTo>
                      <a:cubicBezTo>
                        <a:pt x="5349" y="21481"/>
                        <a:pt x="2556" y="23565"/>
                        <a:pt x="960" y="21570"/>
                      </a:cubicBezTo>
                      <a:cubicBezTo>
                        <a:pt x="-2187" y="17580"/>
                        <a:pt x="3177" y="7606"/>
                        <a:pt x="5925" y="4813"/>
                      </a:cubicBezTo>
                      <a:cubicBezTo>
                        <a:pt x="8452" y="2331"/>
                        <a:pt x="11822" y="823"/>
                        <a:pt x="15235" y="29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03" name="Graphique 2">
                <a:extLst>
                  <a:ext uri="{FF2B5EF4-FFF2-40B4-BE49-F238E27FC236}">
                    <a16:creationId xmlns:a16="http://schemas.microsoft.com/office/drawing/2014/main" id="{F53A65F8-7426-4060-A8BA-2AEB03A6C440}"/>
                  </a:ext>
                </a:extLst>
              </p:cNvPr>
              <p:cNvGrpSpPr/>
              <p:nvPr/>
            </p:nvGrpSpPr>
            <p:grpSpPr>
              <a:xfrm>
                <a:off x="7343365" y="1202405"/>
                <a:ext cx="61790" cy="72809"/>
                <a:chOff x="7343365" y="1202405"/>
                <a:chExt cx="61790" cy="72809"/>
              </a:xfrm>
              <a:solidFill>
                <a:schemeClr val="accent1"/>
              </a:solidFill>
            </p:grpSpPr>
            <p:sp>
              <p:nvSpPr>
                <p:cNvPr id="24116" name="Forme libre : forme 24115">
                  <a:extLst>
                    <a:ext uri="{FF2B5EF4-FFF2-40B4-BE49-F238E27FC236}">
                      <a16:creationId xmlns:a16="http://schemas.microsoft.com/office/drawing/2014/main" id="{CC2066B3-9715-4F9C-B384-2E16EE4D28DF}"/>
                    </a:ext>
                  </a:extLst>
                </p:cNvPr>
                <p:cNvSpPr/>
                <p:nvPr/>
              </p:nvSpPr>
              <p:spPr>
                <a:xfrm>
                  <a:off x="7343365" y="1202405"/>
                  <a:ext cx="61783" cy="72765"/>
                </a:xfrm>
                <a:custGeom>
                  <a:avLst/>
                  <a:gdLst>
                    <a:gd name="connsiteX0" fmla="*/ 61373 w 61783"/>
                    <a:gd name="connsiteY0" fmla="*/ 28178 h 72765"/>
                    <a:gd name="connsiteX1" fmla="*/ 55787 w 61783"/>
                    <a:gd name="connsiteY1" fmla="*/ 54954 h 72765"/>
                    <a:gd name="connsiteX2" fmla="*/ 30297 w 61783"/>
                    <a:gd name="connsiteY2" fmla="*/ 72110 h 72765"/>
                    <a:gd name="connsiteX3" fmla="*/ 15269 w 61783"/>
                    <a:gd name="connsiteY3" fmla="*/ 68031 h 72765"/>
                    <a:gd name="connsiteX4" fmla="*/ 551 w 61783"/>
                    <a:gd name="connsiteY4" fmla="*/ 42231 h 72765"/>
                    <a:gd name="connsiteX5" fmla="*/ 5427 w 61783"/>
                    <a:gd name="connsiteY5" fmla="*/ 17982 h 72765"/>
                    <a:gd name="connsiteX6" fmla="*/ 13761 w 61783"/>
                    <a:gd name="connsiteY6" fmla="*/ 4372 h 72765"/>
                    <a:gd name="connsiteX7" fmla="*/ 29056 w 61783"/>
                    <a:gd name="connsiteY7" fmla="*/ 160 h 72765"/>
                    <a:gd name="connsiteX8" fmla="*/ 44616 w 61783"/>
                    <a:gd name="connsiteY8" fmla="*/ 2200 h 72765"/>
                    <a:gd name="connsiteX9" fmla="*/ 58092 w 61783"/>
                    <a:gd name="connsiteY9" fmla="*/ 10889 h 72765"/>
                    <a:gd name="connsiteX10" fmla="*/ 61373 w 61783"/>
                    <a:gd name="connsiteY10" fmla="*/ 28178 h 7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783" h="72765">
                      <a:moveTo>
                        <a:pt x="61373" y="28178"/>
                      </a:moveTo>
                      <a:cubicBezTo>
                        <a:pt x="59733" y="37177"/>
                        <a:pt x="57782" y="46087"/>
                        <a:pt x="55787" y="54954"/>
                      </a:cubicBezTo>
                      <a:cubicBezTo>
                        <a:pt x="52861" y="67455"/>
                        <a:pt x="41158" y="75124"/>
                        <a:pt x="30297" y="72110"/>
                      </a:cubicBezTo>
                      <a:lnTo>
                        <a:pt x="15269" y="68031"/>
                      </a:lnTo>
                      <a:cubicBezTo>
                        <a:pt x="4408" y="65017"/>
                        <a:pt x="-1976" y="53491"/>
                        <a:pt x="551" y="42231"/>
                      </a:cubicBezTo>
                      <a:cubicBezTo>
                        <a:pt x="2324" y="34162"/>
                        <a:pt x="4053" y="26094"/>
                        <a:pt x="5427" y="17982"/>
                      </a:cubicBezTo>
                      <a:cubicBezTo>
                        <a:pt x="6447" y="12307"/>
                        <a:pt x="9550" y="7564"/>
                        <a:pt x="13761" y="4372"/>
                      </a:cubicBezTo>
                      <a:cubicBezTo>
                        <a:pt x="18017" y="1136"/>
                        <a:pt x="23425" y="-549"/>
                        <a:pt x="29056" y="160"/>
                      </a:cubicBezTo>
                      <a:lnTo>
                        <a:pt x="44616" y="2200"/>
                      </a:lnTo>
                      <a:cubicBezTo>
                        <a:pt x="50246" y="2953"/>
                        <a:pt x="55033" y="6190"/>
                        <a:pt x="58092" y="10889"/>
                      </a:cubicBezTo>
                      <a:cubicBezTo>
                        <a:pt x="61196" y="15676"/>
                        <a:pt x="62525" y="21883"/>
                        <a:pt x="61373" y="2817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17" name="Forme libre : forme 24116">
                  <a:extLst>
                    <a:ext uri="{FF2B5EF4-FFF2-40B4-BE49-F238E27FC236}">
                      <a16:creationId xmlns:a16="http://schemas.microsoft.com/office/drawing/2014/main" id="{E15B6A20-EC32-4D28-9014-C2F30A477310}"/>
                    </a:ext>
                  </a:extLst>
                </p:cNvPr>
                <p:cNvSpPr/>
                <p:nvPr/>
              </p:nvSpPr>
              <p:spPr>
                <a:xfrm>
                  <a:off x="7367145" y="1204649"/>
                  <a:ext cx="38009" cy="70565"/>
                </a:xfrm>
                <a:custGeom>
                  <a:avLst/>
                  <a:gdLst>
                    <a:gd name="connsiteX0" fmla="*/ 14851 w 38009"/>
                    <a:gd name="connsiteY0" fmla="*/ 43976 h 70565"/>
                    <a:gd name="connsiteX1" fmla="*/ 0 w 38009"/>
                    <a:gd name="connsiteY1" fmla="*/ 68137 h 70565"/>
                    <a:gd name="connsiteX2" fmla="*/ 6517 w 38009"/>
                    <a:gd name="connsiteY2" fmla="*/ 69910 h 70565"/>
                    <a:gd name="connsiteX3" fmla="*/ 32007 w 38009"/>
                    <a:gd name="connsiteY3" fmla="*/ 52754 h 70565"/>
                    <a:gd name="connsiteX4" fmla="*/ 37593 w 38009"/>
                    <a:gd name="connsiteY4" fmla="*/ 25978 h 70565"/>
                    <a:gd name="connsiteX5" fmla="*/ 34356 w 38009"/>
                    <a:gd name="connsiteY5" fmla="*/ 8733 h 70565"/>
                    <a:gd name="connsiteX6" fmla="*/ 20880 w 38009"/>
                    <a:gd name="connsiteY6" fmla="*/ 44 h 70565"/>
                    <a:gd name="connsiteX7" fmla="*/ 20392 w 38009"/>
                    <a:gd name="connsiteY7" fmla="*/ 0 h 70565"/>
                    <a:gd name="connsiteX8" fmla="*/ 14851 w 38009"/>
                    <a:gd name="connsiteY8" fmla="*/ 43976 h 70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009" h="70565">
                      <a:moveTo>
                        <a:pt x="14851" y="43976"/>
                      </a:moveTo>
                      <a:cubicBezTo>
                        <a:pt x="15028" y="54793"/>
                        <a:pt x="9132" y="64679"/>
                        <a:pt x="0" y="68137"/>
                      </a:cubicBezTo>
                      <a:lnTo>
                        <a:pt x="6517" y="69910"/>
                      </a:lnTo>
                      <a:cubicBezTo>
                        <a:pt x="17334" y="72924"/>
                        <a:pt x="29081" y="65255"/>
                        <a:pt x="32007" y="52754"/>
                      </a:cubicBezTo>
                      <a:cubicBezTo>
                        <a:pt x="34046" y="43888"/>
                        <a:pt x="35997" y="34977"/>
                        <a:pt x="37593" y="25978"/>
                      </a:cubicBezTo>
                      <a:cubicBezTo>
                        <a:pt x="38745" y="19639"/>
                        <a:pt x="37460" y="13477"/>
                        <a:pt x="34356" y="8733"/>
                      </a:cubicBezTo>
                      <a:cubicBezTo>
                        <a:pt x="31298" y="3990"/>
                        <a:pt x="26510" y="754"/>
                        <a:pt x="20880" y="44"/>
                      </a:cubicBezTo>
                      <a:lnTo>
                        <a:pt x="20392" y="0"/>
                      </a:lnTo>
                      <a:cubicBezTo>
                        <a:pt x="19461" y="15161"/>
                        <a:pt x="14496" y="28771"/>
                        <a:pt x="14851" y="43976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18" name="Forme libre : forme 24117">
                  <a:extLst>
                    <a:ext uri="{FF2B5EF4-FFF2-40B4-BE49-F238E27FC236}">
                      <a16:creationId xmlns:a16="http://schemas.microsoft.com/office/drawing/2014/main" id="{D3970042-FEC3-4882-B2C0-CF949D93D314}"/>
                    </a:ext>
                  </a:extLst>
                </p:cNvPr>
                <p:cNvSpPr/>
                <p:nvPr/>
              </p:nvSpPr>
              <p:spPr>
                <a:xfrm>
                  <a:off x="7365464" y="1218077"/>
                  <a:ext cx="21999" cy="31751"/>
                </a:xfrm>
                <a:custGeom>
                  <a:avLst/>
                  <a:gdLst>
                    <a:gd name="connsiteX0" fmla="*/ 13873 w 21999"/>
                    <a:gd name="connsiteY0" fmla="*/ 93 h 31751"/>
                    <a:gd name="connsiteX1" fmla="*/ 21542 w 21999"/>
                    <a:gd name="connsiteY1" fmla="*/ 17958 h 31751"/>
                    <a:gd name="connsiteX2" fmla="*/ 7666 w 21999"/>
                    <a:gd name="connsiteY2" fmla="*/ 31568 h 31751"/>
                    <a:gd name="connsiteX3" fmla="*/ 440 w 21999"/>
                    <a:gd name="connsiteY3" fmla="*/ 13791 h 31751"/>
                    <a:gd name="connsiteX4" fmla="*/ 13873 w 21999"/>
                    <a:gd name="connsiteY4" fmla="*/ 93 h 31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99" h="31751">
                      <a:moveTo>
                        <a:pt x="13873" y="93"/>
                      </a:moveTo>
                      <a:cubicBezTo>
                        <a:pt x="19769" y="1024"/>
                        <a:pt x="23315" y="9092"/>
                        <a:pt x="21542" y="17958"/>
                      </a:cubicBezTo>
                      <a:cubicBezTo>
                        <a:pt x="19813" y="26869"/>
                        <a:pt x="13385" y="32898"/>
                        <a:pt x="7666" y="31568"/>
                      </a:cubicBezTo>
                      <a:cubicBezTo>
                        <a:pt x="1859" y="30238"/>
                        <a:pt x="-1200" y="22303"/>
                        <a:pt x="440" y="13791"/>
                      </a:cubicBezTo>
                      <a:cubicBezTo>
                        <a:pt x="2169" y="5324"/>
                        <a:pt x="8021" y="-838"/>
                        <a:pt x="13873" y="9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19" name="Forme libre : forme 24118">
                  <a:extLst>
                    <a:ext uri="{FF2B5EF4-FFF2-40B4-BE49-F238E27FC236}">
                      <a16:creationId xmlns:a16="http://schemas.microsoft.com/office/drawing/2014/main" id="{8CBDD9AF-4830-4B49-A81B-CC6765E2CC1F}"/>
                    </a:ext>
                  </a:extLst>
                </p:cNvPr>
                <p:cNvSpPr/>
                <p:nvPr/>
              </p:nvSpPr>
              <p:spPr>
                <a:xfrm>
                  <a:off x="7365993" y="1228632"/>
                  <a:ext cx="21516" cy="21240"/>
                </a:xfrm>
                <a:custGeom>
                  <a:avLst/>
                  <a:gdLst>
                    <a:gd name="connsiteX0" fmla="*/ 0 w 21516"/>
                    <a:gd name="connsiteY0" fmla="*/ 12280 h 21240"/>
                    <a:gd name="connsiteX1" fmla="*/ 7182 w 21516"/>
                    <a:gd name="connsiteY1" fmla="*/ 21057 h 21240"/>
                    <a:gd name="connsiteX2" fmla="*/ 21057 w 21516"/>
                    <a:gd name="connsiteY2" fmla="*/ 7448 h 21240"/>
                    <a:gd name="connsiteX3" fmla="*/ 21323 w 21516"/>
                    <a:gd name="connsiteY3" fmla="*/ 0 h 21240"/>
                    <a:gd name="connsiteX4" fmla="*/ 19860 w 21516"/>
                    <a:gd name="connsiteY4" fmla="*/ 3857 h 21240"/>
                    <a:gd name="connsiteX5" fmla="*/ 0 w 21516"/>
                    <a:gd name="connsiteY5" fmla="*/ 12280 h 21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516" h="21240">
                      <a:moveTo>
                        <a:pt x="0" y="12280"/>
                      </a:moveTo>
                      <a:cubicBezTo>
                        <a:pt x="975" y="16801"/>
                        <a:pt x="3591" y="20215"/>
                        <a:pt x="7182" y="21057"/>
                      </a:cubicBezTo>
                      <a:cubicBezTo>
                        <a:pt x="12900" y="22387"/>
                        <a:pt x="19284" y="16358"/>
                        <a:pt x="21057" y="7448"/>
                      </a:cubicBezTo>
                      <a:cubicBezTo>
                        <a:pt x="21589" y="4876"/>
                        <a:pt x="21634" y="2305"/>
                        <a:pt x="21323" y="0"/>
                      </a:cubicBezTo>
                      <a:cubicBezTo>
                        <a:pt x="21013" y="1330"/>
                        <a:pt x="20570" y="2616"/>
                        <a:pt x="19860" y="3857"/>
                      </a:cubicBezTo>
                      <a:cubicBezTo>
                        <a:pt x="15161" y="10329"/>
                        <a:pt x="6960" y="14363"/>
                        <a:pt x="0" y="1228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20" name="Forme libre : forme 24119">
                  <a:extLst>
                    <a:ext uri="{FF2B5EF4-FFF2-40B4-BE49-F238E27FC236}">
                      <a16:creationId xmlns:a16="http://schemas.microsoft.com/office/drawing/2014/main" id="{D56900D6-51FE-490D-9F48-14D905D90D10}"/>
                    </a:ext>
                  </a:extLst>
                </p:cNvPr>
                <p:cNvSpPr/>
                <p:nvPr/>
              </p:nvSpPr>
              <p:spPr>
                <a:xfrm>
                  <a:off x="7368127" y="1216881"/>
                  <a:ext cx="21977" cy="31883"/>
                </a:xfrm>
                <a:custGeom>
                  <a:avLst/>
                  <a:gdLst>
                    <a:gd name="connsiteX0" fmla="*/ 13825 w 21977"/>
                    <a:gd name="connsiteY0" fmla="*/ 92 h 31883"/>
                    <a:gd name="connsiteX1" fmla="*/ 21538 w 21977"/>
                    <a:gd name="connsiteY1" fmla="*/ 18002 h 31883"/>
                    <a:gd name="connsiteX2" fmla="*/ 7663 w 21977"/>
                    <a:gd name="connsiteY2" fmla="*/ 31700 h 31883"/>
                    <a:gd name="connsiteX3" fmla="*/ 437 w 21977"/>
                    <a:gd name="connsiteY3" fmla="*/ 13879 h 31883"/>
                    <a:gd name="connsiteX4" fmla="*/ 13825 w 21977"/>
                    <a:gd name="connsiteY4" fmla="*/ 92 h 31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77" h="31883">
                      <a:moveTo>
                        <a:pt x="13825" y="92"/>
                      </a:moveTo>
                      <a:cubicBezTo>
                        <a:pt x="19721" y="1023"/>
                        <a:pt x="23267" y="9092"/>
                        <a:pt x="21538" y="18002"/>
                      </a:cubicBezTo>
                      <a:cubicBezTo>
                        <a:pt x="19765" y="26957"/>
                        <a:pt x="13426" y="33030"/>
                        <a:pt x="7663" y="31700"/>
                      </a:cubicBezTo>
                      <a:cubicBezTo>
                        <a:pt x="1900" y="30371"/>
                        <a:pt x="-1203" y="22435"/>
                        <a:pt x="437" y="13879"/>
                      </a:cubicBezTo>
                      <a:cubicBezTo>
                        <a:pt x="2121" y="5368"/>
                        <a:pt x="7973" y="-838"/>
                        <a:pt x="13825" y="9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21" name="Forme libre : forme 24120">
                  <a:extLst>
                    <a:ext uri="{FF2B5EF4-FFF2-40B4-BE49-F238E27FC236}">
                      <a16:creationId xmlns:a16="http://schemas.microsoft.com/office/drawing/2014/main" id="{8D204B04-A378-4BC1-82FA-3EFE7BD3A108}"/>
                    </a:ext>
                  </a:extLst>
                </p:cNvPr>
                <p:cNvSpPr/>
                <p:nvPr/>
              </p:nvSpPr>
              <p:spPr>
                <a:xfrm>
                  <a:off x="7354847" y="1226101"/>
                  <a:ext cx="43442" cy="38639"/>
                </a:xfrm>
                <a:custGeom>
                  <a:avLst/>
                  <a:gdLst>
                    <a:gd name="connsiteX0" fmla="*/ 16510 w 43442"/>
                    <a:gd name="connsiteY0" fmla="*/ 37154 h 38639"/>
                    <a:gd name="connsiteX1" fmla="*/ 26396 w 43442"/>
                    <a:gd name="connsiteY1" fmla="*/ 38484 h 38639"/>
                    <a:gd name="connsiteX2" fmla="*/ 40626 w 43442"/>
                    <a:gd name="connsiteY2" fmla="*/ 24741 h 38639"/>
                    <a:gd name="connsiteX3" fmla="*/ 42843 w 43442"/>
                    <a:gd name="connsiteY3" fmla="*/ 7364 h 38639"/>
                    <a:gd name="connsiteX4" fmla="*/ 34376 w 43442"/>
                    <a:gd name="connsiteY4" fmla="*/ 138 h 38639"/>
                    <a:gd name="connsiteX5" fmla="*/ 28391 w 43442"/>
                    <a:gd name="connsiteY5" fmla="*/ 4837 h 38639"/>
                    <a:gd name="connsiteX6" fmla="*/ 14072 w 43442"/>
                    <a:gd name="connsiteY6" fmla="*/ 15920 h 38639"/>
                    <a:gd name="connsiteX7" fmla="*/ 64 w 43442"/>
                    <a:gd name="connsiteY7" fmla="*/ 28820 h 38639"/>
                    <a:gd name="connsiteX8" fmla="*/ 16510 w 43442"/>
                    <a:gd name="connsiteY8" fmla="*/ 37154 h 38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442" h="38639">
                      <a:moveTo>
                        <a:pt x="16510" y="37154"/>
                      </a:moveTo>
                      <a:cubicBezTo>
                        <a:pt x="19746" y="38085"/>
                        <a:pt x="23071" y="39016"/>
                        <a:pt x="26396" y="38484"/>
                      </a:cubicBezTo>
                      <a:cubicBezTo>
                        <a:pt x="32780" y="37509"/>
                        <a:pt x="37834" y="31347"/>
                        <a:pt x="40626" y="24741"/>
                      </a:cubicBezTo>
                      <a:cubicBezTo>
                        <a:pt x="43020" y="19289"/>
                        <a:pt x="44262" y="12994"/>
                        <a:pt x="42843" y="7364"/>
                      </a:cubicBezTo>
                      <a:cubicBezTo>
                        <a:pt x="41735" y="3152"/>
                        <a:pt x="38321" y="-793"/>
                        <a:pt x="34376" y="138"/>
                      </a:cubicBezTo>
                      <a:cubicBezTo>
                        <a:pt x="31937" y="714"/>
                        <a:pt x="30120" y="2886"/>
                        <a:pt x="28391" y="4837"/>
                      </a:cubicBezTo>
                      <a:cubicBezTo>
                        <a:pt x="24224" y="9403"/>
                        <a:pt x="19392" y="13171"/>
                        <a:pt x="14072" y="15920"/>
                      </a:cubicBezTo>
                      <a:cubicBezTo>
                        <a:pt x="9595" y="18313"/>
                        <a:pt x="-912" y="21904"/>
                        <a:pt x="64" y="28820"/>
                      </a:cubicBezTo>
                      <a:cubicBezTo>
                        <a:pt x="906" y="35070"/>
                        <a:pt x="12033" y="35868"/>
                        <a:pt x="16510" y="3715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22" name="Forme libre : forme 24121">
                  <a:extLst>
                    <a:ext uri="{FF2B5EF4-FFF2-40B4-BE49-F238E27FC236}">
                      <a16:creationId xmlns:a16="http://schemas.microsoft.com/office/drawing/2014/main" id="{3B2D89A2-E5B2-4236-848B-5AAF3E245F62}"/>
                    </a:ext>
                  </a:extLst>
                </p:cNvPr>
                <p:cNvSpPr/>
                <p:nvPr/>
              </p:nvSpPr>
              <p:spPr>
                <a:xfrm>
                  <a:off x="7357236" y="1240614"/>
                  <a:ext cx="8903" cy="13966"/>
                </a:xfrm>
                <a:custGeom>
                  <a:avLst/>
                  <a:gdLst>
                    <a:gd name="connsiteX0" fmla="*/ 4191 w 8903"/>
                    <a:gd name="connsiteY0" fmla="*/ 12622 h 13966"/>
                    <a:gd name="connsiteX1" fmla="*/ 6230 w 8903"/>
                    <a:gd name="connsiteY1" fmla="*/ 13908 h 13966"/>
                    <a:gd name="connsiteX2" fmla="*/ 8447 w 8903"/>
                    <a:gd name="connsiteY2" fmla="*/ 13198 h 13966"/>
                    <a:gd name="connsiteX3" fmla="*/ 8890 w 8903"/>
                    <a:gd name="connsiteY3" fmla="*/ 10938 h 13966"/>
                    <a:gd name="connsiteX4" fmla="*/ 8003 w 8903"/>
                    <a:gd name="connsiteY4" fmla="*/ 4997 h 13966"/>
                    <a:gd name="connsiteX5" fmla="*/ 7117 w 8903"/>
                    <a:gd name="connsiteY5" fmla="*/ 2736 h 13966"/>
                    <a:gd name="connsiteX6" fmla="*/ 24 w 8903"/>
                    <a:gd name="connsiteY6" fmla="*/ 2869 h 13966"/>
                    <a:gd name="connsiteX7" fmla="*/ 4191 w 8903"/>
                    <a:gd name="connsiteY7" fmla="*/ 12622 h 13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903" h="13966">
                      <a:moveTo>
                        <a:pt x="4191" y="12622"/>
                      </a:moveTo>
                      <a:cubicBezTo>
                        <a:pt x="4767" y="13198"/>
                        <a:pt x="5432" y="13730"/>
                        <a:pt x="6230" y="13908"/>
                      </a:cubicBezTo>
                      <a:cubicBezTo>
                        <a:pt x="7028" y="14085"/>
                        <a:pt x="7959" y="13863"/>
                        <a:pt x="8447" y="13198"/>
                      </a:cubicBezTo>
                      <a:cubicBezTo>
                        <a:pt x="8890" y="12578"/>
                        <a:pt x="8934" y="11691"/>
                        <a:pt x="8890" y="10938"/>
                      </a:cubicBezTo>
                      <a:cubicBezTo>
                        <a:pt x="8801" y="8898"/>
                        <a:pt x="8535" y="6903"/>
                        <a:pt x="8003" y="4997"/>
                      </a:cubicBezTo>
                      <a:cubicBezTo>
                        <a:pt x="7782" y="4199"/>
                        <a:pt x="7560" y="3401"/>
                        <a:pt x="7117" y="2736"/>
                      </a:cubicBezTo>
                      <a:cubicBezTo>
                        <a:pt x="5255" y="-101"/>
                        <a:pt x="334" y="-1697"/>
                        <a:pt x="24" y="2869"/>
                      </a:cubicBezTo>
                      <a:cubicBezTo>
                        <a:pt x="-242" y="6371"/>
                        <a:pt x="1753" y="10317"/>
                        <a:pt x="4191" y="1262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23" name="Forme libre : forme 24122">
                  <a:extLst>
                    <a:ext uri="{FF2B5EF4-FFF2-40B4-BE49-F238E27FC236}">
                      <a16:creationId xmlns:a16="http://schemas.microsoft.com/office/drawing/2014/main" id="{91C50F39-0D45-4D4B-A68F-6697466E3E66}"/>
                    </a:ext>
                  </a:extLst>
                </p:cNvPr>
                <p:cNvSpPr/>
                <p:nvPr/>
              </p:nvSpPr>
              <p:spPr>
                <a:xfrm>
                  <a:off x="7385454" y="1206511"/>
                  <a:ext cx="18219" cy="23362"/>
                </a:xfrm>
                <a:custGeom>
                  <a:avLst/>
                  <a:gdLst>
                    <a:gd name="connsiteX0" fmla="*/ 0 w 18219"/>
                    <a:gd name="connsiteY0" fmla="*/ 0 h 23362"/>
                    <a:gd name="connsiteX1" fmla="*/ 8511 w 18219"/>
                    <a:gd name="connsiteY1" fmla="*/ 3369 h 23362"/>
                    <a:gd name="connsiteX2" fmla="*/ 18220 w 18219"/>
                    <a:gd name="connsiteY2" fmla="*/ 23362 h 23362"/>
                    <a:gd name="connsiteX3" fmla="*/ 15205 w 18219"/>
                    <a:gd name="connsiteY3" fmla="*/ 13964 h 23362"/>
                    <a:gd name="connsiteX4" fmla="*/ 0 w 18219"/>
                    <a:gd name="connsiteY4" fmla="*/ 0 h 23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19" h="23362">
                      <a:moveTo>
                        <a:pt x="0" y="0"/>
                      </a:moveTo>
                      <a:cubicBezTo>
                        <a:pt x="0" y="0"/>
                        <a:pt x="4123" y="310"/>
                        <a:pt x="8511" y="3369"/>
                      </a:cubicBezTo>
                      <a:cubicBezTo>
                        <a:pt x="12900" y="6428"/>
                        <a:pt x="17555" y="12324"/>
                        <a:pt x="18220" y="23362"/>
                      </a:cubicBezTo>
                      <a:cubicBezTo>
                        <a:pt x="18220" y="23362"/>
                        <a:pt x="17777" y="19062"/>
                        <a:pt x="15205" y="13964"/>
                      </a:cubicBezTo>
                      <a:cubicBezTo>
                        <a:pt x="12679" y="8866"/>
                        <a:pt x="7935" y="301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24" name="Forme libre : forme 24123">
                  <a:extLst>
                    <a:ext uri="{FF2B5EF4-FFF2-40B4-BE49-F238E27FC236}">
                      <a16:creationId xmlns:a16="http://schemas.microsoft.com/office/drawing/2014/main" id="{812502E6-3208-476A-A252-9B5BD1B690D5}"/>
                    </a:ext>
                  </a:extLst>
                </p:cNvPr>
                <p:cNvSpPr/>
                <p:nvPr/>
              </p:nvSpPr>
              <p:spPr>
                <a:xfrm>
                  <a:off x="7345530" y="1243793"/>
                  <a:ext cx="15098" cy="25933"/>
                </a:xfrm>
                <a:custGeom>
                  <a:avLst/>
                  <a:gdLst>
                    <a:gd name="connsiteX0" fmla="*/ 292 w 15098"/>
                    <a:gd name="connsiteY0" fmla="*/ 0 h 25933"/>
                    <a:gd name="connsiteX1" fmla="*/ 824 w 15098"/>
                    <a:gd name="connsiteY1" fmla="*/ 10240 h 25933"/>
                    <a:gd name="connsiteX2" fmla="*/ 15099 w 15098"/>
                    <a:gd name="connsiteY2" fmla="*/ 25934 h 25933"/>
                    <a:gd name="connsiteX3" fmla="*/ 7385 w 15098"/>
                    <a:gd name="connsiteY3" fmla="*/ 19550 h 25933"/>
                    <a:gd name="connsiteX4" fmla="*/ 292 w 15098"/>
                    <a:gd name="connsiteY4" fmla="*/ 0 h 25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98" h="25933">
                      <a:moveTo>
                        <a:pt x="292" y="0"/>
                      </a:moveTo>
                      <a:cubicBezTo>
                        <a:pt x="292" y="0"/>
                        <a:pt x="-639" y="4655"/>
                        <a:pt x="824" y="10240"/>
                      </a:cubicBezTo>
                      <a:cubicBezTo>
                        <a:pt x="2154" y="15782"/>
                        <a:pt x="5833" y="22298"/>
                        <a:pt x="15099" y="25934"/>
                      </a:cubicBezTo>
                      <a:cubicBezTo>
                        <a:pt x="15099" y="25934"/>
                        <a:pt x="11198" y="23850"/>
                        <a:pt x="7385" y="19550"/>
                      </a:cubicBezTo>
                      <a:cubicBezTo>
                        <a:pt x="3572" y="15205"/>
                        <a:pt x="-107" y="8777"/>
                        <a:pt x="2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25" name="Forme libre : forme 24124">
                  <a:extLst>
                    <a:ext uri="{FF2B5EF4-FFF2-40B4-BE49-F238E27FC236}">
                      <a16:creationId xmlns:a16="http://schemas.microsoft.com/office/drawing/2014/main" id="{DED19356-F23F-4421-BC37-30740C516E9E}"/>
                    </a:ext>
                  </a:extLst>
                </p:cNvPr>
                <p:cNvSpPr/>
                <p:nvPr/>
              </p:nvSpPr>
              <p:spPr>
                <a:xfrm>
                  <a:off x="7368237" y="1224223"/>
                  <a:ext cx="8367" cy="11366"/>
                </a:xfrm>
                <a:custGeom>
                  <a:avLst/>
                  <a:gdLst>
                    <a:gd name="connsiteX0" fmla="*/ 7110 w 8367"/>
                    <a:gd name="connsiteY0" fmla="*/ 286 h 11366"/>
                    <a:gd name="connsiteX1" fmla="*/ 7198 w 8367"/>
                    <a:gd name="connsiteY1" fmla="*/ 7512 h 11366"/>
                    <a:gd name="connsiteX2" fmla="*/ 1214 w 8367"/>
                    <a:gd name="connsiteY2" fmla="*/ 11058 h 11366"/>
                    <a:gd name="connsiteX3" fmla="*/ 1214 w 8367"/>
                    <a:gd name="connsiteY3" fmla="*/ 3921 h 11366"/>
                    <a:gd name="connsiteX4" fmla="*/ 7110 w 8367"/>
                    <a:gd name="connsiteY4" fmla="*/ 286 h 11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67" h="11366">
                      <a:moveTo>
                        <a:pt x="7110" y="286"/>
                      </a:moveTo>
                      <a:cubicBezTo>
                        <a:pt x="8750" y="1261"/>
                        <a:pt x="8794" y="4497"/>
                        <a:pt x="7198" y="7512"/>
                      </a:cubicBezTo>
                      <a:cubicBezTo>
                        <a:pt x="5514" y="10482"/>
                        <a:pt x="2854" y="12078"/>
                        <a:pt x="1214" y="11058"/>
                      </a:cubicBezTo>
                      <a:cubicBezTo>
                        <a:pt x="-427" y="10039"/>
                        <a:pt x="-382" y="6847"/>
                        <a:pt x="1214" y="3921"/>
                      </a:cubicBezTo>
                      <a:cubicBezTo>
                        <a:pt x="2809" y="906"/>
                        <a:pt x="5469" y="-689"/>
                        <a:pt x="7110" y="28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26" name="Forme libre : forme 24125">
                  <a:extLst>
                    <a:ext uri="{FF2B5EF4-FFF2-40B4-BE49-F238E27FC236}">
                      <a16:creationId xmlns:a16="http://schemas.microsoft.com/office/drawing/2014/main" id="{21575165-2909-44C8-8F30-5224F56DAE65}"/>
                    </a:ext>
                  </a:extLst>
                </p:cNvPr>
                <p:cNvSpPr/>
                <p:nvPr/>
              </p:nvSpPr>
              <p:spPr>
                <a:xfrm>
                  <a:off x="7372919" y="1222628"/>
                  <a:ext cx="3082" cy="3285"/>
                </a:xfrm>
                <a:custGeom>
                  <a:avLst/>
                  <a:gdLst>
                    <a:gd name="connsiteX0" fmla="*/ 1852 w 3082"/>
                    <a:gd name="connsiteY0" fmla="*/ 19 h 3285"/>
                    <a:gd name="connsiteX1" fmla="*/ 3049 w 3082"/>
                    <a:gd name="connsiteY1" fmla="*/ 1925 h 3285"/>
                    <a:gd name="connsiteX2" fmla="*/ 1231 w 3082"/>
                    <a:gd name="connsiteY2" fmla="*/ 3255 h 3285"/>
                    <a:gd name="connsiteX3" fmla="*/ 34 w 3082"/>
                    <a:gd name="connsiteY3" fmla="*/ 1349 h 3285"/>
                    <a:gd name="connsiteX4" fmla="*/ 1852 w 3082"/>
                    <a:gd name="connsiteY4" fmla="*/ 19 h 3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2" h="3285">
                      <a:moveTo>
                        <a:pt x="1852" y="19"/>
                      </a:moveTo>
                      <a:cubicBezTo>
                        <a:pt x="2694" y="152"/>
                        <a:pt x="3226" y="994"/>
                        <a:pt x="3049" y="1925"/>
                      </a:cubicBezTo>
                      <a:cubicBezTo>
                        <a:pt x="2871" y="2812"/>
                        <a:pt x="2073" y="3433"/>
                        <a:pt x="1231" y="3255"/>
                      </a:cubicBezTo>
                      <a:cubicBezTo>
                        <a:pt x="389" y="3122"/>
                        <a:pt x="-143" y="2236"/>
                        <a:pt x="34" y="1349"/>
                      </a:cubicBezTo>
                      <a:cubicBezTo>
                        <a:pt x="212" y="462"/>
                        <a:pt x="1054" y="-114"/>
                        <a:pt x="1852" y="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27" name="Forme libre : forme 24126">
                  <a:extLst>
                    <a:ext uri="{FF2B5EF4-FFF2-40B4-BE49-F238E27FC236}">
                      <a16:creationId xmlns:a16="http://schemas.microsoft.com/office/drawing/2014/main" id="{7E9A43C6-EFB4-464E-BC50-6062F1F10FE4}"/>
                    </a:ext>
                  </a:extLst>
                </p:cNvPr>
                <p:cNvSpPr/>
                <p:nvPr/>
              </p:nvSpPr>
              <p:spPr>
                <a:xfrm>
                  <a:off x="7351990" y="1208101"/>
                  <a:ext cx="30494" cy="24471"/>
                </a:xfrm>
                <a:custGeom>
                  <a:avLst/>
                  <a:gdLst>
                    <a:gd name="connsiteX0" fmla="*/ 13028 w 30494"/>
                    <a:gd name="connsiteY0" fmla="*/ 937 h 24471"/>
                    <a:gd name="connsiteX1" fmla="*/ 26726 w 30494"/>
                    <a:gd name="connsiteY1" fmla="*/ 627 h 24471"/>
                    <a:gd name="connsiteX2" fmla="*/ 30494 w 30494"/>
                    <a:gd name="connsiteY2" fmla="*/ 3597 h 24471"/>
                    <a:gd name="connsiteX3" fmla="*/ 27302 w 30494"/>
                    <a:gd name="connsiteY3" fmla="*/ 6745 h 24471"/>
                    <a:gd name="connsiteX4" fmla="*/ 13826 w 30494"/>
                    <a:gd name="connsiteY4" fmla="*/ 11843 h 24471"/>
                    <a:gd name="connsiteX5" fmla="*/ 1458 w 30494"/>
                    <a:gd name="connsiteY5" fmla="*/ 23856 h 24471"/>
                    <a:gd name="connsiteX6" fmla="*/ 4295 w 30494"/>
                    <a:gd name="connsiteY6" fmla="*/ 6612 h 24471"/>
                    <a:gd name="connsiteX7" fmla="*/ 13028 w 30494"/>
                    <a:gd name="connsiteY7" fmla="*/ 937 h 24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494" h="24471">
                      <a:moveTo>
                        <a:pt x="13028" y="937"/>
                      </a:moveTo>
                      <a:cubicBezTo>
                        <a:pt x="17461" y="-348"/>
                        <a:pt x="22205" y="-171"/>
                        <a:pt x="26726" y="627"/>
                      </a:cubicBezTo>
                      <a:cubicBezTo>
                        <a:pt x="28411" y="893"/>
                        <a:pt x="30450" y="1735"/>
                        <a:pt x="30494" y="3597"/>
                      </a:cubicBezTo>
                      <a:cubicBezTo>
                        <a:pt x="30494" y="5282"/>
                        <a:pt x="28810" y="6301"/>
                        <a:pt x="27302" y="6745"/>
                      </a:cubicBezTo>
                      <a:cubicBezTo>
                        <a:pt x="22692" y="8252"/>
                        <a:pt x="17461" y="8562"/>
                        <a:pt x="13826" y="11843"/>
                      </a:cubicBezTo>
                      <a:cubicBezTo>
                        <a:pt x="11565" y="13926"/>
                        <a:pt x="5226" y="27492"/>
                        <a:pt x="1458" y="23856"/>
                      </a:cubicBezTo>
                      <a:cubicBezTo>
                        <a:pt x="-2222" y="20266"/>
                        <a:pt x="1945" y="9671"/>
                        <a:pt x="4295" y="6612"/>
                      </a:cubicBezTo>
                      <a:cubicBezTo>
                        <a:pt x="6511" y="3819"/>
                        <a:pt x="9748" y="1913"/>
                        <a:pt x="13028" y="93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04" name="Graphique 2">
                <a:extLst>
                  <a:ext uri="{FF2B5EF4-FFF2-40B4-BE49-F238E27FC236}">
                    <a16:creationId xmlns:a16="http://schemas.microsoft.com/office/drawing/2014/main" id="{EEAA010A-9A96-4AB3-9824-F3715AF81D09}"/>
                  </a:ext>
                </a:extLst>
              </p:cNvPr>
              <p:cNvGrpSpPr/>
              <p:nvPr/>
            </p:nvGrpSpPr>
            <p:grpSpPr>
              <a:xfrm>
                <a:off x="7353746" y="1132314"/>
                <a:ext cx="58425" cy="72542"/>
                <a:chOff x="7353746" y="1132314"/>
                <a:chExt cx="58425" cy="72542"/>
              </a:xfrm>
              <a:solidFill>
                <a:schemeClr val="accent1"/>
              </a:solidFill>
            </p:grpSpPr>
            <p:sp>
              <p:nvSpPr>
                <p:cNvPr id="24104" name="Forme libre : forme 24103">
                  <a:extLst>
                    <a:ext uri="{FF2B5EF4-FFF2-40B4-BE49-F238E27FC236}">
                      <a16:creationId xmlns:a16="http://schemas.microsoft.com/office/drawing/2014/main" id="{93C4411A-A986-4CEE-A87B-A839D590F446}"/>
                    </a:ext>
                  </a:extLst>
                </p:cNvPr>
                <p:cNvSpPr/>
                <p:nvPr/>
              </p:nvSpPr>
              <p:spPr>
                <a:xfrm>
                  <a:off x="7353746" y="1132314"/>
                  <a:ext cx="58425" cy="72500"/>
                </a:xfrm>
                <a:custGeom>
                  <a:avLst/>
                  <a:gdLst>
                    <a:gd name="connsiteX0" fmla="*/ 58351 w 58425"/>
                    <a:gd name="connsiteY0" fmla="*/ 25300 h 72500"/>
                    <a:gd name="connsiteX1" fmla="*/ 57642 w 58425"/>
                    <a:gd name="connsiteY1" fmla="*/ 37491 h 72500"/>
                    <a:gd name="connsiteX2" fmla="*/ 57110 w 58425"/>
                    <a:gd name="connsiteY2" fmla="*/ 50569 h 72500"/>
                    <a:gd name="connsiteX3" fmla="*/ 49618 w 58425"/>
                    <a:gd name="connsiteY3" fmla="*/ 67370 h 72500"/>
                    <a:gd name="connsiteX4" fmla="*/ 34280 w 58425"/>
                    <a:gd name="connsiteY4" fmla="*/ 72336 h 72500"/>
                    <a:gd name="connsiteX5" fmla="*/ 18719 w 58425"/>
                    <a:gd name="connsiteY5" fmla="*/ 70296 h 72500"/>
                    <a:gd name="connsiteX6" fmla="*/ 12 w 58425"/>
                    <a:gd name="connsiteY6" fmla="*/ 47953 h 72500"/>
                    <a:gd name="connsiteX7" fmla="*/ 455 w 58425"/>
                    <a:gd name="connsiteY7" fmla="*/ 35009 h 72500"/>
                    <a:gd name="connsiteX8" fmla="*/ 1164 w 58425"/>
                    <a:gd name="connsiteY8" fmla="*/ 21222 h 72500"/>
                    <a:gd name="connsiteX9" fmla="*/ 8745 w 58425"/>
                    <a:gd name="connsiteY9" fmla="*/ 5130 h 72500"/>
                    <a:gd name="connsiteX10" fmla="*/ 24128 w 58425"/>
                    <a:gd name="connsiteY10" fmla="*/ 165 h 72500"/>
                    <a:gd name="connsiteX11" fmla="*/ 39821 w 58425"/>
                    <a:gd name="connsiteY11" fmla="*/ 2248 h 72500"/>
                    <a:gd name="connsiteX12" fmla="*/ 53697 w 58425"/>
                    <a:gd name="connsiteY12" fmla="*/ 10228 h 72500"/>
                    <a:gd name="connsiteX13" fmla="*/ 58351 w 58425"/>
                    <a:gd name="connsiteY13" fmla="*/ 25300 h 72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8425" h="72500">
                      <a:moveTo>
                        <a:pt x="58351" y="25300"/>
                      </a:moveTo>
                      <a:lnTo>
                        <a:pt x="57642" y="37491"/>
                      </a:lnTo>
                      <a:lnTo>
                        <a:pt x="57110" y="50569"/>
                      </a:lnTo>
                      <a:cubicBezTo>
                        <a:pt x="56756" y="57706"/>
                        <a:pt x="53785" y="63469"/>
                        <a:pt x="49618" y="67370"/>
                      </a:cubicBezTo>
                      <a:cubicBezTo>
                        <a:pt x="45362" y="71227"/>
                        <a:pt x="39910" y="73089"/>
                        <a:pt x="34280" y="72336"/>
                      </a:cubicBezTo>
                      <a:lnTo>
                        <a:pt x="18719" y="70296"/>
                      </a:lnTo>
                      <a:cubicBezTo>
                        <a:pt x="7415" y="68789"/>
                        <a:pt x="-343" y="58061"/>
                        <a:pt x="12" y="47953"/>
                      </a:cubicBezTo>
                      <a:lnTo>
                        <a:pt x="455" y="35009"/>
                      </a:lnTo>
                      <a:lnTo>
                        <a:pt x="1164" y="21222"/>
                      </a:lnTo>
                      <a:cubicBezTo>
                        <a:pt x="1696" y="14705"/>
                        <a:pt x="4445" y="8987"/>
                        <a:pt x="8745" y="5130"/>
                      </a:cubicBezTo>
                      <a:cubicBezTo>
                        <a:pt x="12956" y="1273"/>
                        <a:pt x="18409" y="-589"/>
                        <a:pt x="24128" y="165"/>
                      </a:cubicBezTo>
                      <a:lnTo>
                        <a:pt x="39821" y="2248"/>
                      </a:lnTo>
                      <a:cubicBezTo>
                        <a:pt x="45451" y="3002"/>
                        <a:pt x="50372" y="6061"/>
                        <a:pt x="53697" y="10228"/>
                      </a:cubicBezTo>
                      <a:cubicBezTo>
                        <a:pt x="56888" y="14351"/>
                        <a:pt x="58839" y="19670"/>
                        <a:pt x="58351" y="25300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05" name="Forme libre : forme 24104">
                  <a:extLst>
                    <a:ext uri="{FF2B5EF4-FFF2-40B4-BE49-F238E27FC236}">
                      <a16:creationId xmlns:a16="http://schemas.microsoft.com/office/drawing/2014/main" id="{8D291CE6-2B0E-44A5-B233-9609919A3372}"/>
                    </a:ext>
                  </a:extLst>
                </p:cNvPr>
                <p:cNvSpPr/>
                <p:nvPr/>
              </p:nvSpPr>
              <p:spPr>
                <a:xfrm>
                  <a:off x="7381243" y="1134518"/>
                  <a:ext cx="30885" cy="70338"/>
                </a:xfrm>
                <a:custGeom>
                  <a:avLst/>
                  <a:gdLst>
                    <a:gd name="connsiteX0" fmla="*/ 10994 w 30885"/>
                    <a:gd name="connsiteY0" fmla="*/ 42735 h 70338"/>
                    <a:gd name="connsiteX1" fmla="*/ 9576 w 30885"/>
                    <a:gd name="connsiteY1" fmla="*/ 58428 h 70338"/>
                    <a:gd name="connsiteX2" fmla="*/ 0 w 30885"/>
                    <a:gd name="connsiteY2" fmla="*/ 69289 h 70338"/>
                    <a:gd name="connsiteX3" fmla="*/ 6738 w 30885"/>
                    <a:gd name="connsiteY3" fmla="*/ 70176 h 70338"/>
                    <a:gd name="connsiteX4" fmla="*/ 22077 w 30885"/>
                    <a:gd name="connsiteY4" fmla="*/ 65211 h 70338"/>
                    <a:gd name="connsiteX5" fmla="*/ 29569 w 30885"/>
                    <a:gd name="connsiteY5" fmla="*/ 48409 h 70338"/>
                    <a:gd name="connsiteX6" fmla="*/ 30101 w 30885"/>
                    <a:gd name="connsiteY6" fmla="*/ 35332 h 70338"/>
                    <a:gd name="connsiteX7" fmla="*/ 30810 w 30885"/>
                    <a:gd name="connsiteY7" fmla="*/ 23141 h 70338"/>
                    <a:gd name="connsiteX8" fmla="*/ 26155 w 30885"/>
                    <a:gd name="connsiteY8" fmla="*/ 8068 h 70338"/>
                    <a:gd name="connsiteX9" fmla="*/ 12280 w 30885"/>
                    <a:gd name="connsiteY9" fmla="*/ 89 h 70338"/>
                    <a:gd name="connsiteX10" fmla="*/ 11792 w 30885"/>
                    <a:gd name="connsiteY10" fmla="*/ 0 h 70338"/>
                    <a:gd name="connsiteX11" fmla="*/ 10861 w 30885"/>
                    <a:gd name="connsiteY11" fmla="*/ 10728 h 70338"/>
                    <a:gd name="connsiteX12" fmla="*/ 9886 w 30885"/>
                    <a:gd name="connsiteY12" fmla="*/ 21323 h 70338"/>
                    <a:gd name="connsiteX13" fmla="*/ 10994 w 30885"/>
                    <a:gd name="connsiteY13" fmla="*/ 42735 h 70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885" h="70338">
                      <a:moveTo>
                        <a:pt x="10994" y="42735"/>
                      </a:moveTo>
                      <a:cubicBezTo>
                        <a:pt x="12103" y="48099"/>
                        <a:pt x="11526" y="53818"/>
                        <a:pt x="9576" y="58428"/>
                      </a:cubicBezTo>
                      <a:cubicBezTo>
                        <a:pt x="7625" y="63127"/>
                        <a:pt x="4300" y="66940"/>
                        <a:pt x="0" y="69289"/>
                      </a:cubicBezTo>
                      <a:lnTo>
                        <a:pt x="6738" y="70176"/>
                      </a:lnTo>
                      <a:cubicBezTo>
                        <a:pt x="12369" y="70930"/>
                        <a:pt x="17821" y="69023"/>
                        <a:pt x="22077" y="65211"/>
                      </a:cubicBezTo>
                      <a:cubicBezTo>
                        <a:pt x="26244" y="61354"/>
                        <a:pt x="29259" y="55547"/>
                        <a:pt x="29569" y="48409"/>
                      </a:cubicBezTo>
                      <a:lnTo>
                        <a:pt x="30101" y="35332"/>
                      </a:lnTo>
                      <a:lnTo>
                        <a:pt x="30810" y="23141"/>
                      </a:lnTo>
                      <a:cubicBezTo>
                        <a:pt x="31298" y="17511"/>
                        <a:pt x="29391" y="12191"/>
                        <a:pt x="26155" y="8068"/>
                      </a:cubicBezTo>
                      <a:cubicBezTo>
                        <a:pt x="22831" y="3945"/>
                        <a:pt x="17954" y="842"/>
                        <a:pt x="12280" y="89"/>
                      </a:cubicBezTo>
                      <a:lnTo>
                        <a:pt x="11792" y="0"/>
                      </a:lnTo>
                      <a:cubicBezTo>
                        <a:pt x="11615" y="3635"/>
                        <a:pt x="11304" y="7226"/>
                        <a:pt x="10861" y="10728"/>
                      </a:cubicBezTo>
                      <a:cubicBezTo>
                        <a:pt x="10551" y="14275"/>
                        <a:pt x="10196" y="17821"/>
                        <a:pt x="9886" y="21323"/>
                      </a:cubicBezTo>
                      <a:cubicBezTo>
                        <a:pt x="9443" y="28416"/>
                        <a:pt x="9398" y="35509"/>
                        <a:pt x="10994" y="42735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06" name="Forme libre : forme 24105">
                  <a:extLst>
                    <a:ext uri="{FF2B5EF4-FFF2-40B4-BE49-F238E27FC236}">
                      <a16:creationId xmlns:a16="http://schemas.microsoft.com/office/drawing/2014/main" id="{0C1E5232-9380-4E62-925A-8F8268101049}"/>
                    </a:ext>
                  </a:extLst>
                </p:cNvPr>
                <p:cNvSpPr/>
                <p:nvPr/>
              </p:nvSpPr>
              <p:spPr>
                <a:xfrm>
                  <a:off x="7373500" y="1148044"/>
                  <a:ext cx="21704" cy="31964"/>
                </a:xfrm>
                <a:custGeom>
                  <a:avLst/>
                  <a:gdLst>
                    <a:gd name="connsiteX0" fmla="*/ 11954 w 21704"/>
                    <a:gd name="connsiteY0" fmla="*/ 39 h 31964"/>
                    <a:gd name="connsiteX1" fmla="*/ 19224 w 21704"/>
                    <a:gd name="connsiteY1" fmla="*/ 5315 h 31964"/>
                    <a:gd name="connsiteX2" fmla="*/ 21663 w 21704"/>
                    <a:gd name="connsiteY2" fmla="*/ 16530 h 31964"/>
                    <a:gd name="connsiteX3" fmla="*/ 18027 w 21704"/>
                    <a:gd name="connsiteY3" fmla="*/ 27480 h 31964"/>
                    <a:gd name="connsiteX4" fmla="*/ 10181 w 21704"/>
                    <a:gd name="connsiteY4" fmla="*/ 31957 h 31964"/>
                    <a:gd name="connsiteX5" fmla="*/ 29 w 21704"/>
                    <a:gd name="connsiteY5" fmla="*/ 15422 h 31964"/>
                    <a:gd name="connsiteX6" fmla="*/ 3930 w 21704"/>
                    <a:gd name="connsiteY6" fmla="*/ 4118 h 31964"/>
                    <a:gd name="connsiteX7" fmla="*/ 11954 w 21704"/>
                    <a:gd name="connsiteY7" fmla="*/ 39 h 31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704" h="31964">
                      <a:moveTo>
                        <a:pt x="11954" y="39"/>
                      </a:moveTo>
                      <a:cubicBezTo>
                        <a:pt x="14924" y="305"/>
                        <a:pt x="17495" y="2344"/>
                        <a:pt x="19224" y="5315"/>
                      </a:cubicBezTo>
                      <a:cubicBezTo>
                        <a:pt x="20909" y="8285"/>
                        <a:pt x="21928" y="12274"/>
                        <a:pt x="21663" y="16530"/>
                      </a:cubicBezTo>
                      <a:cubicBezTo>
                        <a:pt x="21352" y="20830"/>
                        <a:pt x="20111" y="24687"/>
                        <a:pt x="18027" y="27480"/>
                      </a:cubicBezTo>
                      <a:cubicBezTo>
                        <a:pt x="15988" y="30229"/>
                        <a:pt x="13195" y="32090"/>
                        <a:pt x="10181" y="31957"/>
                      </a:cubicBezTo>
                      <a:cubicBezTo>
                        <a:pt x="4285" y="31780"/>
                        <a:pt x="-414" y="24465"/>
                        <a:pt x="29" y="15422"/>
                      </a:cubicBezTo>
                      <a:cubicBezTo>
                        <a:pt x="295" y="10900"/>
                        <a:pt x="1714" y="6910"/>
                        <a:pt x="3930" y="4118"/>
                      </a:cubicBezTo>
                      <a:cubicBezTo>
                        <a:pt x="6102" y="1280"/>
                        <a:pt x="8984" y="-271"/>
                        <a:pt x="11954" y="39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07" name="Forme libre : forme 24106">
                  <a:extLst>
                    <a:ext uri="{FF2B5EF4-FFF2-40B4-BE49-F238E27FC236}">
                      <a16:creationId xmlns:a16="http://schemas.microsoft.com/office/drawing/2014/main" id="{4FCD9B57-3473-4E84-8D88-FFD234DDD960}"/>
                    </a:ext>
                  </a:extLst>
                </p:cNvPr>
                <p:cNvSpPr/>
                <p:nvPr/>
              </p:nvSpPr>
              <p:spPr>
                <a:xfrm>
                  <a:off x="7374992" y="1157481"/>
                  <a:ext cx="20204" cy="22482"/>
                </a:xfrm>
                <a:custGeom>
                  <a:avLst/>
                  <a:gdLst>
                    <a:gd name="connsiteX0" fmla="*/ 0 w 20204"/>
                    <a:gd name="connsiteY0" fmla="*/ 15117 h 22482"/>
                    <a:gd name="connsiteX1" fmla="*/ 8689 w 20204"/>
                    <a:gd name="connsiteY1" fmla="*/ 22476 h 22482"/>
                    <a:gd name="connsiteX2" fmla="*/ 16535 w 20204"/>
                    <a:gd name="connsiteY2" fmla="*/ 17998 h 22482"/>
                    <a:gd name="connsiteX3" fmla="*/ 20171 w 20204"/>
                    <a:gd name="connsiteY3" fmla="*/ 7049 h 22482"/>
                    <a:gd name="connsiteX4" fmla="*/ 19417 w 20204"/>
                    <a:gd name="connsiteY4" fmla="*/ 0 h 22482"/>
                    <a:gd name="connsiteX5" fmla="*/ 18442 w 20204"/>
                    <a:gd name="connsiteY5" fmla="*/ 3812 h 22482"/>
                    <a:gd name="connsiteX6" fmla="*/ 0 w 20204"/>
                    <a:gd name="connsiteY6" fmla="*/ 15117 h 2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204" h="22482">
                      <a:moveTo>
                        <a:pt x="0" y="15117"/>
                      </a:moveTo>
                      <a:cubicBezTo>
                        <a:pt x="1817" y="19550"/>
                        <a:pt x="4965" y="22343"/>
                        <a:pt x="8689" y="22476"/>
                      </a:cubicBezTo>
                      <a:cubicBezTo>
                        <a:pt x="11659" y="22609"/>
                        <a:pt x="14452" y="20747"/>
                        <a:pt x="16535" y="17998"/>
                      </a:cubicBezTo>
                      <a:cubicBezTo>
                        <a:pt x="18619" y="15205"/>
                        <a:pt x="19860" y="11349"/>
                        <a:pt x="20171" y="7049"/>
                      </a:cubicBezTo>
                      <a:cubicBezTo>
                        <a:pt x="20304" y="4522"/>
                        <a:pt x="20038" y="2128"/>
                        <a:pt x="19417" y="0"/>
                      </a:cubicBezTo>
                      <a:cubicBezTo>
                        <a:pt x="19284" y="1286"/>
                        <a:pt x="18974" y="2571"/>
                        <a:pt x="18442" y="3812"/>
                      </a:cubicBezTo>
                      <a:cubicBezTo>
                        <a:pt x="14629" y="10506"/>
                        <a:pt x="7270" y="15915"/>
                        <a:pt x="0" y="15117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08" name="Forme libre : forme 24107">
                  <a:extLst>
                    <a:ext uri="{FF2B5EF4-FFF2-40B4-BE49-F238E27FC236}">
                      <a16:creationId xmlns:a16="http://schemas.microsoft.com/office/drawing/2014/main" id="{9455340E-1391-45E9-A9F4-D23B5E3D81FD}"/>
                    </a:ext>
                  </a:extLst>
                </p:cNvPr>
                <p:cNvSpPr/>
                <p:nvPr/>
              </p:nvSpPr>
              <p:spPr>
                <a:xfrm>
                  <a:off x="7375971" y="1146630"/>
                  <a:ext cx="21701" cy="31775"/>
                </a:xfrm>
                <a:custGeom>
                  <a:avLst/>
                  <a:gdLst>
                    <a:gd name="connsiteX0" fmla="*/ 12010 w 21701"/>
                    <a:gd name="connsiteY0" fmla="*/ 34 h 31775"/>
                    <a:gd name="connsiteX1" fmla="*/ 21674 w 21701"/>
                    <a:gd name="connsiteY1" fmla="*/ 16481 h 31775"/>
                    <a:gd name="connsiteX2" fmla="*/ 10192 w 21701"/>
                    <a:gd name="connsiteY2" fmla="*/ 31775 h 31775"/>
                    <a:gd name="connsiteX3" fmla="*/ 40 w 21701"/>
                    <a:gd name="connsiteY3" fmla="*/ 15284 h 31775"/>
                    <a:gd name="connsiteX4" fmla="*/ 12010 w 21701"/>
                    <a:gd name="connsiteY4" fmla="*/ 34 h 31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01" h="31775">
                      <a:moveTo>
                        <a:pt x="12010" y="34"/>
                      </a:moveTo>
                      <a:cubicBezTo>
                        <a:pt x="18039" y="655"/>
                        <a:pt x="22073" y="7925"/>
                        <a:pt x="21674" y="16481"/>
                      </a:cubicBezTo>
                      <a:cubicBezTo>
                        <a:pt x="21142" y="24993"/>
                        <a:pt x="16221" y="31864"/>
                        <a:pt x="10192" y="31775"/>
                      </a:cubicBezTo>
                      <a:cubicBezTo>
                        <a:pt x="4296" y="31642"/>
                        <a:pt x="-492" y="24283"/>
                        <a:pt x="40" y="15284"/>
                      </a:cubicBezTo>
                      <a:cubicBezTo>
                        <a:pt x="440" y="6240"/>
                        <a:pt x="6114" y="-542"/>
                        <a:pt x="12010" y="3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09" name="Forme libre : forme 24108">
                  <a:extLst>
                    <a:ext uri="{FF2B5EF4-FFF2-40B4-BE49-F238E27FC236}">
                      <a16:creationId xmlns:a16="http://schemas.microsoft.com/office/drawing/2014/main" id="{06A28816-C51C-497D-9B43-A6BE8C127CB3}"/>
                    </a:ext>
                  </a:extLst>
                </p:cNvPr>
                <p:cNvSpPr/>
                <p:nvPr/>
              </p:nvSpPr>
              <p:spPr>
                <a:xfrm>
                  <a:off x="7366184" y="1154795"/>
                  <a:ext cx="40873" cy="39437"/>
                </a:xfrm>
                <a:custGeom>
                  <a:avLst/>
                  <a:gdLst>
                    <a:gd name="connsiteX0" fmla="*/ 17940 w 40873"/>
                    <a:gd name="connsiteY0" fmla="*/ 38949 h 39437"/>
                    <a:gd name="connsiteX1" fmla="*/ 28003 w 40873"/>
                    <a:gd name="connsiteY1" fmla="*/ 38816 h 39437"/>
                    <a:gd name="connsiteX2" fmla="*/ 35717 w 40873"/>
                    <a:gd name="connsiteY2" fmla="*/ 32521 h 39437"/>
                    <a:gd name="connsiteX3" fmla="*/ 38243 w 40873"/>
                    <a:gd name="connsiteY3" fmla="*/ 27467 h 39437"/>
                    <a:gd name="connsiteX4" fmla="*/ 39884 w 40873"/>
                    <a:gd name="connsiteY4" fmla="*/ 22148 h 39437"/>
                    <a:gd name="connsiteX5" fmla="*/ 39263 w 40873"/>
                    <a:gd name="connsiteY5" fmla="*/ 6100 h 39437"/>
                    <a:gd name="connsiteX6" fmla="*/ 29909 w 40873"/>
                    <a:gd name="connsiteY6" fmla="*/ 248 h 39437"/>
                    <a:gd name="connsiteX7" fmla="*/ 24456 w 40873"/>
                    <a:gd name="connsiteY7" fmla="*/ 5346 h 39437"/>
                    <a:gd name="connsiteX8" fmla="*/ 11911 w 40873"/>
                    <a:gd name="connsiteY8" fmla="*/ 18380 h 39437"/>
                    <a:gd name="connsiteX9" fmla="*/ 3798 w 40873"/>
                    <a:gd name="connsiteY9" fmla="*/ 24763 h 39437"/>
                    <a:gd name="connsiteX10" fmla="*/ 296 w 40873"/>
                    <a:gd name="connsiteY10" fmla="*/ 33186 h 39437"/>
                    <a:gd name="connsiteX11" fmla="*/ 17940 w 40873"/>
                    <a:gd name="connsiteY11" fmla="*/ 38949 h 39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0873" h="39437">
                      <a:moveTo>
                        <a:pt x="17940" y="38949"/>
                      </a:moveTo>
                      <a:cubicBezTo>
                        <a:pt x="21309" y="39392"/>
                        <a:pt x="24722" y="39836"/>
                        <a:pt x="28003" y="38816"/>
                      </a:cubicBezTo>
                      <a:cubicBezTo>
                        <a:pt x="31150" y="37841"/>
                        <a:pt x="33677" y="35536"/>
                        <a:pt x="35717" y="32521"/>
                      </a:cubicBezTo>
                      <a:cubicBezTo>
                        <a:pt x="36736" y="31058"/>
                        <a:pt x="37578" y="29329"/>
                        <a:pt x="38243" y="27467"/>
                      </a:cubicBezTo>
                      <a:cubicBezTo>
                        <a:pt x="38953" y="25650"/>
                        <a:pt x="39485" y="23611"/>
                        <a:pt x="39884" y="22148"/>
                      </a:cubicBezTo>
                      <a:cubicBezTo>
                        <a:pt x="41169" y="16828"/>
                        <a:pt x="41435" y="11021"/>
                        <a:pt x="39263" y="6100"/>
                      </a:cubicBezTo>
                      <a:cubicBezTo>
                        <a:pt x="37578" y="2376"/>
                        <a:pt x="33766" y="-949"/>
                        <a:pt x="29909" y="248"/>
                      </a:cubicBezTo>
                      <a:cubicBezTo>
                        <a:pt x="27515" y="1002"/>
                        <a:pt x="25964" y="3307"/>
                        <a:pt x="24456" y="5346"/>
                      </a:cubicBezTo>
                      <a:cubicBezTo>
                        <a:pt x="20866" y="10223"/>
                        <a:pt x="16610" y="14656"/>
                        <a:pt x="11911" y="18380"/>
                      </a:cubicBezTo>
                      <a:cubicBezTo>
                        <a:pt x="9872" y="19887"/>
                        <a:pt x="6458" y="22414"/>
                        <a:pt x="3798" y="24763"/>
                      </a:cubicBezTo>
                      <a:cubicBezTo>
                        <a:pt x="1183" y="27201"/>
                        <a:pt x="-768" y="29950"/>
                        <a:pt x="296" y="33186"/>
                      </a:cubicBezTo>
                      <a:cubicBezTo>
                        <a:pt x="2069" y="39082"/>
                        <a:pt x="13285" y="38373"/>
                        <a:pt x="17940" y="3894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10" name="Forme libre : forme 24109">
                  <a:extLst>
                    <a:ext uri="{FF2B5EF4-FFF2-40B4-BE49-F238E27FC236}">
                      <a16:creationId xmlns:a16="http://schemas.microsoft.com/office/drawing/2014/main" id="{175BACC0-1C25-41C3-90F8-22A6D8BC0F53}"/>
                    </a:ext>
                  </a:extLst>
                </p:cNvPr>
                <p:cNvSpPr/>
                <p:nvPr/>
              </p:nvSpPr>
              <p:spPr>
                <a:xfrm>
                  <a:off x="7366714" y="1173310"/>
                  <a:ext cx="10555" cy="13034"/>
                </a:xfrm>
                <a:custGeom>
                  <a:avLst/>
                  <a:gdLst>
                    <a:gd name="connsiteX0" fmla="*/ 5972 w 10555"/>
                    <a:gd name="connsiteY0" fmla="*/ 12144 h 13034"/>
                    <a:gd name="connsiteX1" fmla="*/ 8233 w 10555"/>
                    <a:gd name="connsiteY1" fmla="*/ 13030 h 13034"/>
                    <a:gd name="connsiteX2" fmla="*/ 10317 w 10555"/>
                    <a:gd name="connsiteY2" fmla="*/ 11966 h 13034"/>
                    <a:gd name="connsiteX3" fmla="*/ 10361 w 10555"/>
                    <a:gd name="connsiteY3" fmla="*/ 9706 h 13034"/>
                    <a:gd name="connsiteX4" fmla="*/ 8366 w 10555"/>
                    <a:gd name="connsiteY4" fmla="*/ 4120 h 13034"/>
                    <a:gd name="connsiteX5" fmla="*/ 7081 w 10555"/>
                    <a:gd name="connsiteY5" fmla="*/ 1992 h 13034"/>
                    <a:gd name="connsiteX6" fmla="*/ 32 w 10555"/>
                    <a:gd name="connsiteY6" fmla="*/ 3544 h 13034"/>
                    <a:gd name="connsiteX7" fmla="*/ 5972 w 10555"/>
                    <a:gd name="connsiteY7" fmla="*/ 12144 h 13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555" h="13034">
                      <a:moveTo>
                        <a:pt x="5972" y="12144"/>
                      </a:moveTo>
                      <a:cubicBezTo>
                        <a:pt x="6637" y="12587"/>
                        <a:pt x="7391" y="12986"/>
                        <a:pt x="8233" y="13030"/>
                      </a:cubicBezTo>
                      <a:cubicBezTo>
                        <a:pt x="9031" y="13075"/>
                        <a:pt x="9918" y="12720"/>
                        <a:pt x="10317" y="11966"/>
                      </a:cubicBezTo>
                      <a:cubicBezTo>
                        <a:pt x="10671" y="11257"/>
                        <a:pt x="10583" y="10415"/>
                        <a:pt x="10361" y="9706"/>
                      </a:cubicBezTo>
                      <a:cubicBezTo>
                        <a:pt x="9874" y="7755"/>
                        <a:pt x="9253" y="5938"/>
                        <a:pt x="8366" y="4120"/>
                      </a:cubicBezTo>
                      <a:cubicBezTo>
                        <a:pt x="8012" y="3366"/>
                        <a:pt x="7613" y="2613"/>
                        <a:pt x="7081" y="1992"/>
                      </a:cubicBezTo>
                      <a:cubicBezTo>
                        <a:pt x="4731" y="-535"/>
                        <a:pt x="-456" y="-1288"/>
                        <a:pt x="32" y="3544"/>
                      </a:cubicBezTo>
                      <a:cubicBezTo>
                        <a:pt x="387" y="7046"/>
                        <a:pt x="3224" y="10193"/>
                        <a:pt x="5972" y="1214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11" name="Forme libre : forme 24110">
                  <a:extLst>
                    <a:ext uri="{FF2B5EF4-FFF2-40B4-BE49-F238E27FC236}">
                      <a16:creationId xmlns:a16="http://schemas.microsoft.com/office/drawing/2014/main" id="{0FEF653E-4CC3-4F68-A930-2E09AD0C0F3E}"/>
                    </a:ext>
                  </a:extLst>
                </p:cNvPr>
                <p:cNvSpPr/>
                <p:nvPr/>
              </p:nvSpPr>
              <p:spPr>
                <a:xfrm>
                  <a:off x="7390995" y="1136379"/>
                  <a:ext cx="19904" cy="20702"/>
                </a:xfrm>
                <a:custGeom>
                  <a:avLst/>
                  <a:gdLst>
                    <a:gd name="connsiteX0" fmla="*/ 0 w 19904"/>
                    <a:gd name="connsiteY0" fmla="*/ 0 h 20702"/>
                    <a:gd name="connsiteX1" fmla="*/ 8645 w 19904"/>
                    <a:gd name="connsiteY1" fmla="*/ 3147 h 20702"/>
                    <a:gd name="connsiteX2" fmla="*/ 19905 w 19904"/>
                    <a:gd name="connsiteY2" fmla="*/ 20703 h 20702"/>
                    <a:gd name="connsiteX3" fmla="*/ 15959 w 19904"/>
                    <a:gd name="connsiteY3" fmla="*/ 12546 h 20702"/>
                    <a:gd name="connsiteX4" fmla="*/ 0 w 19904"/>
                    <a:gd name="connsiteY4" fmla="*/ 0 h 20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04" h="20702">
                      <a:moveTo>
                        <a:pt x="0" y="0"/>
                      </a:moveTo>
                      <a:cubicBezTo>
                        <a:pt x="0" y="0"/>
                        <a:pt x="4123" y="355"/>
                        <a:pt x="8645" y="3147"/>
                      </a:cubicBezTo>
                      <a:cubicBezTo>
                        <a:pt x="13166" y="5940"/>
                        <a:pt x="17998" y="11083"/>
                        <a:pt x="19905" y="20703"/>
                      </a:cubicBezTo>
                      <a:cubicBezTo>
                        <a:pt x="19905" y="20703"/>
                        <a:pt x="18974" y="16979"/>
                        <a:pt x="15959" y="12546"/>
                      </a:cubicBezTo>
                      <a:cubicBezTo>
                        <a:pt x="12989" y="8113"/>
                        <a:pt x="8157" y="292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12" name="Forme libre : forme 24111">
                  <a:extLst>
                    <a:ext uri="{FF2B5EF4-FFF2-40B4-BE49-F238E27FC236}">
                      <a16:creationId xmlns:a16="http://schemas.microsoft.com/office/drawing/2014/main" id="{99C8E889-349F-4832-BAC0-D7F111A5DF5B}"/>
                    </a:ext>
                  </a:extLst>
                </p:cNvPr>
                <p:cNvSpPr/>
                <p:nvPr/>
              </p:nvSpPr>
              <p:spPr>
                <a:xfrm>
                  <a:off x="7355442" y="1179247"/>
                  <a:ext cx="18840" cy="22342"/>
                </a:xfrm>
                <a:custGeom>
                  <a:avLst/>
                  <a:gdLst>
                    <a:gd name="connsiteX0" fmla="*/ 0 w 18840"/>
                    <a:gd name="connsiteY0" fmla="*/ 0 h 22342"/>
                    <a:gd name="connsiteX1" fmla="*/ 310 w 18840"/>
                    <a:gd name="connsiteY1" fmla="*/ 2660 h 22342"/>
                    <a:gd name="connsiteX2" fmla="*/ 2305 w 18840"/>
                    <a:gd name="connsiteY2" fmla="*/ 9132 h 22342"/>
                    <a:gd name="connsiteX3" fmla="*/ 18841 w 18840"/>
                    <a:gd name="connsiteY3" fmla="*/ 22343 h 22342"/>
                    <a:gd name="connsiteX4" fmla="*/ 10285 w 18840"/>
                    <a:gd name="connsiteY4" fmla="*/ 17112 h 22342"/>
                    <a:gd name="connsiteX5" fmla="*/ 3990 w 18840"/>
                    <a:gd name="connsiteY5" fmla="*/ 10063 h 22342"/>
                    <a:gd name="connsiteX6" fmla="*/ 0 w 18840"/>
                    <a:gd name="connsiteY6" fmla="*/ 0 h 22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840" h="22342">
                      <a:moveTo>
                        <a:pt x="0" y="0"/>
                      </a:moveTo>
                      <a:cubicBezTo>
                        <a:pt x="0" y="0"/>
                        <a:pt x="0" y="1064"/>
                        <a:pt x="310" y="2660"/>
                      </a:cubicBezTo>
                      <a:cubicBezTo>
                        <a:pt x="621" y="4300"/>
                        <a:pt x="1108" y="6650"/>
                        <a:pt x="2305" y="9132"/>
                      </a:cubicBezTo>
                      <a:cubicBezTo>
                        <a:pt x="4566" y="14142"/>
                        <a:pt x="9088" y="19993"/>
                        <a:pt x="18841" y="22343"/>
                      </a:cubicBezTo>
                      <a:cubicBezTo>
                        <a:pt x="18841" y="22343"/>
                        <a:pt x="14629" y="20791"/>
                        <a:pt x="10285" y="17112"/>
                      </a:cubicBezTo>
                      <a:cubicBezTo>
                        <a:pt x="8068" y="15294"/>
                        <a:pt x="5807" y="12945"/>
                        <a:pt x="3990" y="10063"/>
                      </a:cubicBezTo>
                      <a:cubicBezTo>
                        <a:pt x="2084" y="7226"/>
                        <a:pt x="709" y="376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13" name="Forme libre : forme 24112">
                  <a:extLst>
                    <a:ext uri="{FF2B5EF4-FFF2-40B4-BE49-F238E27FC236}">
                      <a16:creationId xmlns:a16="http://schemas.microsoft.com/office/drawing/2014/main" id="{1F507B40-0B24-47BC-B1DF-7E11C7ACF5AE}"/>
                    </a:ext>
                  </a:extLst>
                </p:cNvPr>
                <p:cNvSpPr/>
                <p:nvPr/>
              </p:nvSpPr>
              <p:spPr>
                <a:xfrm>
                  <a:off x="7375839" y="1154536"/>
                  <a:ext cx="7825" cy="11942"/>
                </a:xfrm>
                <a:custGeom>
                  <a:avLst/>
                  <a:gdLst>
                    <a:gd name="connsiteX0" fmla="*/ 6158 w 7825"/>
                    <a:gd name="connsiteY0" fmla="*/ 196 h 11942"/>
                    <a:gd name="connsiteX1" fmla="*/ 7133 w 7825"/>
                    <a:gd name="connsiteY1" fmla="*/ 7378 h 11942"/>
                    <a:gd name="connsiteX2" fmla="*/ 1680 w 7825"/>
                    <a:gd name="connsiteY2" fmla="*/ 11767 h 11942"/>
                    <a:gd name="connsiteX3" fmla="*/ 705 w 7825"/>
                    <a:gd name="connsiteY3" fmla="*/ 4496 h 11942"/>
                    <a:gd name="connsiteX4" fmla="*/ 6158 w 7825"/>
                    <a:gd name="connsiteY4" fmla="*/ 196 h 11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25" h="11942">
                      <a:moveTo>
                        <a:pt x="6158" y="196"/>
                      </a:moveTo>
                      <a:cubicBezTo>
                        <a:pt x="7886" y="994"/>
                        <a:pt x="8374" y="4186"/>
                        <a:pt x="7133" y="7378"/>
                      </a:cubicBezTo>
                      <a:cubicBezTo>
                        <a:pt x="5892" y="10570"/>
                        <a:pt x="3453" y="12564"/>
                        <a:pt x="1680" y="11767"/>
                      </a:cubicBezTo>
                      <a:cubicBezTo>
                        <a:pt x="-93" y="11013"/>
                        <a:pt x="-536" y="7732"/>
                        <a:pt x="705" y="4496"/>
                      </a:cubicBezTo>
                      <a:cubicBezTo>
                        <a:pt x="1902" y="1304"/>
                        <a:pt x="4384" y="-646"/>
                        <a:pt x="6158" y="19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14" name="Forme libre : forme 24113">
                  <a:extLst>
                    <a:ext uri="{FF2B5EF4-FFF2-40B4-BE49-F238E27FC236}">
                      <a16:creationId xmlns:a16="http://schemas.microsoft.com/office/drawing/2014/main" id="{67CD1214-3433-4D89-AC36-D5DC8EAD0E5A}"/>
                    </a:ext>
                  </a:extLst>
                </p:cNvPr>
                <p:cNvSpPr/>
                <p:nvPr/>
              </p:nvSpPr>
              <p:spPr>
                <a:xfrm>
                  <a:off x="7379550" y="1152913"/>
                  <a:ext cx="3119" cy="3329"/>
                </a:xfrm>
                <a:custGeom>
                  <a:avLst/>
                  <a:gdLst>
                    <a:gd name="connsiteX0" fmla="*/ 1693 w 3119"/>
                    <a:gd name="connsiteY0" fmla="*/ 2 h 3329"/>
                    <a:gd name="connsiteX1" fmla="*/ 3111 w 3119"/>
                    <a:gd name="connsiteY1" fmla="*/ 1775 h 3329"/>
                    <a:gd name="connsiteX2" fmla="*/ 1427 w 3119"/>
                    <a:gd name="connsiteY2" fmla="*/ 3327 h 3329"/>
                    <a:gd name="connsiteX3" fmla="*/ 8 w 3119"/>
                    <a:gd name="connsiteY3" fmla="*/ 1554 h 3329"/>
                    <a:gd name="connsiteX4" fmla="*/ 1693 w 3119"/>
                    <a:gd name="connsiteY4" fmla="*/ 2 h 3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19" h="3329">
                      <a:moveTo>
                        <a:pt x="1693" y="2"/>
                      </a:moveTo>
                      <a:cubicBezTo>
                        <a:pt x="2535" y="91"/>
                        <a:pt x="3200" y="844"/>
                        <a:pt x="3111" y="1775"/>
                      </a:cubicBezTo>
                      <a:cubicBezTo>
                        <a:pt x="3022" y="2706"/>
                        <a:pt x="2313" y="3371"/>
                        <a:pt x="1427" y="3327"/>
                      </a:cubicBezTo>
                      <a:cubicBezTo>
                        <a:pt x="584" y="3283"/>
                        <a:pt x="-81" y="2485"/>
                        <a:pt x="8" y="1554"/>
                      </a:cubicBezTo>
                      <a:cubicBezTo>
                        <a:pt x="52" y="623"/>
                        <a:pt x="850" y="-42"/>
                        <a:pt x="1693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15" name="Forme libre : forme 24114">
                  <a:extLst>
                    <a:ext uri="{FF2B5EF4-FFF2-40B4-BE49-F238E27FC236}">
                      <a16:creationId xmlns:a16="http://schemas.microsoft.com/office/drawing/2014/main" id="{6E432B4F-AF0C-4D69-B839-DB78225B646F}"/>
                    </a:ext>
                  </a:extLst>
                </p:cNvPr>
                <p:cNvSpPr/>
                <p:nvPr/>
              </p:nvSpPr>
              <p:spPr>
                <a:xfrm>
                  <a:off x="7358858" y="1138211"/>
                  <a:ext cx="29347" cy="27675"/>
                </a:xfrm>
                <a:custGeom>
                  <a:avLst/>
                  <a:gdLst>
                    <a:gd name="connsiteX0" fmla="*/ 11656 w 29347"/>
                    <a:gd name="connsiteY0" fmla="*/ 1315 h 27675"/>
                    <a:gd name="connsiteX1" fmla="*/ 25488 w 29347"/>
                    <a:gd name="connsiteY1" fmla="*/ 429 h 27675"/>
                    <a:gd name="connsiteX2" fmla="*/ 29344 w 29347"/>
                    <a:gd name="connsiteY2" fmla="*/ 3222 h 27675"/>
                    <a:gd name="connsiteX3" fmla="*/ 26241 w 29347"/>
                    <a:gd name="connsiteY3" fmla="*/ 6502 h 27675"/>
                    <a:gd name="connsiteX4" fmla="*/ 13119 w 29347"/>
                    <a:gd name="connsiteY4" fmla="*/ 12797 h 27675"/>
                    <a:gd name="connsiteX5" fmla="*/ 2170 w 29347"/>
                    <a:gd name="connsiteY5" fmla="*/ 27249 h 27675"/>
                    <a:gd name="connsiteX6" fmla="*/ 3145 w 29347"/>
                    <a:gd name="connsiteY6" fmla="*/ 8098 h 27675"/>
                    <a:gd name="connsiteX7" fmla="*/ 11656 w 29347"/>
                    <a:gd name="connsiteY7" fmla="*/ 1315 h 27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347" h="27675">
                      <a:moveTo>
                        <a:pt x="11656" y="1315"/>
                      </a:moveTo>
                      <a:cubicBezTo>
                        <a:pt x="16090" y="-325"/>
                        <a:pt x="20877" y="-192"/>
                        <a:pt x="25488" y="429"/>
                      </a:cubicBezTo>
                      <a:cubicBezTo>
                        <a:pt x="27172" y="651"/>
                        <a:pt x="29300" y="1448"/>
                        <a:pt x="29344" y="3222"/>
                      </a:cubicBezTo>
                      <a:cubicBezTo>
                        <a:pt x="29433" y="4862"/>
                        <a:pt x="27704" y="5926"/>
                        <a:pt x="26241" y="6502"/>
                      </a:cubicBezTo>
                      <a:cubicBezTo>
                        <a:pt x="21720" y="8275"/>
                        <a:pt x="16533" y="8985"/>
                        <a:pt x="13119" y="12797"/>
                      </a:cubicBezTo>
                      <a:cubicBezTo>
                        <a:pt x="10859" y="15147"/>
                        <a:pt x="6425" y="30397"/>
                        <a:pt x="2170" y="27249"/>
                      </a:cubicBezTo>
                      <a:cubicBezTo>
                        <a:pt x="-2086" y="24013"/>
                        <a:pt x="840" y="11645"/>
                        <a:pt x="3145" y="8098"/>
                      </a:cubicBezTo>
                      <a:cubicBezTo>
                        <a:pt x="5140" y="4862"/>
                        <a:pt x="8332" y="2512"/>
                        <a:pt x="11656" y="131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05" name="Graphique 2">
                <a:extLst>
                  <a:ext uri="{FF2B5EF4-FFF2-40B4-BE49-F238E27FC236}">
                    <a16:creationId xmlns:a16="http://schemas.microsoft.com/office/drawing/2014/main" id="{0DC1C364-5955-448B-A8C1-8E8CB9FF0C7C}"/>
                  </a:ext>
                </a:extLst>
              </p:cNvPr>
              <p:cNvGrpSpPr/>
              <p:nvPr/>
            </p:nvGrpSpPr>
            <p:grpSpPr>
              <a:xfrm>
                <a:off x="7360782" y="1059463"/>
                <a:ext cx="64254" cy="75321"/>
                <a:chOff x="7360782" y="1059463"/>
                <a:chExt cx="64254" cy="75321"/>
              </a:xfrm>
              <a:solidFill>
                <a:schemeClr val="accent1"/>
              </a:solidFill>
            </p:grpSpPr>
            <p:sp>
              <p:nvSpPr>
                <p:cNvPr id="24092" name="Forme libre : forme 24091">
                  <a:extLst>
                    <a:ext uri="{FF2B5EF4-FFF2-40B4-BE49-F238E27FC236}">
                      <a16:creationId xmlns:a16="http://schemas.microsoft.com/office/drawing/2014/main" id="{91930332-E482-4E64-A49B-49A43F9A8957}"/>
                    </a:ext>
                  </a:extLst>
                </p:cNvPr>
                <p:cNvSpPr/>
                <p:nvPr/>
              </p:nvSpPr>
              <p:spPr>
                <a:xfrm>
                  <a:off x="7360782" y="1059463"/>
                  <a:ext cx="64203" cy="75321"/>
                </a:xfrm>
                <a:custGeom>
                  <a:avLst/>
                  <a:gdLst>
                    <a:gd name="connsiteX0" fmla="*/ 63063 w 64203"/>
                    <a:gd name="connsiteY0" fmla="*/ 38304 h 75321"/>
                    <a:gd name="connsiteX1" fmla="*/ 59650 w 64203"/>
                    <a:gd name="connsiteY1" fmla="*/ 48013 h 75321"/>
                    <a:gd name="connsiteX2" fmla="*/ 56812 w 64203"/>
                    <a:gd name="connsiteY2" fmla="*/ 58563 h 75321"/>
                    <a:gd name="connsiteX3" fmla="*/ 53709 w 64203"/>
                    <a:gd name="connsiteY3" fmla="*/ 65612 h 75321"/>
                    <a:gd name="connsiteX4" fmla="*/ 48212 w 64203"/>
                    <a:gd name="connsiteY4" fmla="*/ 71153 h 75321"/>
                    <a:gd name="connsiteX5" fmla="*/ 32741 w 64203"/>
                    <a:gd name="connsiteY5" fmla="*/ 75143 h 75321"/>
                    <a:gd name="connsiteX6" fmla="*/ 17048 w 64203"/>
                    <a:gd name="connsiteY6" fmla="*/ 73060 h 75321"/>
                    <a:gd name="connsiteX7" fmla="*/ 3482 w 64203"/>
                    <a:gd name="connsiteY7" fmla="*/ 64149 h 75321"/>
                    <a:gd name="connsiteX8" fmla="*/ 335 w 64203"/>
                    <a:gd name="connsiteY8" fmla="*/ 55771 h 75321"/>
                    <a:gd name="connsiteX9" fmla="*/ 601 w 64203"/>
                    <a:gd name="connsiteY9" fmla="*/ 45973 h 75321"/>
                    <a:gd name="connsiteX10" fmla="*/ 4413 w 64203"/>
                    <a:gd name="connsiteY10" fmla="*/ 31344 h 75321"/>
                    <a:gd name="connsiteX11" fmla="*/ 9556 w 64203"/>
                    <a:gd name="connsiteY11" fmla="*/ 16449 h 75321"/>
                    <a:gd name="connsiteX12" fmla="*/ 15585 w 64203"/>
                    <a:gd name="connsiteY12" fmla="*/ 7184 h 75321"/>
                    <a:gd name="connsiteX13" fmla="*/ 24007 w 64203"/>
                    <a:gd name="connsiteY13" fmla="*/ 1421 h 75321"/>
                    <a:gd name="connsiteX14" fmla="*/ 28396 w 64203"/>
                    <a:gd name="connsiteY14" fmla="*/ 179 h 75321"/>
                    <a:gd name="connsiteX15" fmla="*/ 32874 w 64203"/>
                    <a:gd name="connsiteY15" fmla="*/ 91 h 75321"/>
                    <a:gd name="connsiteX16" fmla="*/ 40676 w 64203"/>
                    <a:gd name="connsiteY16" fmla="*/ 3283 h 75321"/>
                    <a:gd name="connsiteX17" fmla="*/ 53399 w 64203"/>
                    <a:gd name="connsiteY17" fmla="*/ 12947 h 75321"/>
                    <a:gd name="connsiteX18" fmla="*/ 59073 w 64203"/>
                    <a:gd name="connsiteY18" fmla="*/ 18931 h 75321"/>
                    <a:gd name="connsiteX19" fmla="*/ 61068 w 64203"/>
                    <a:gd name="connsiteY19" fmla="*/ 22123 h 75321"/>
                    <a:gd name="connsiteX20" fmla="*/ 62664 w 64203"/>
                    <a:gd name="connsiteY20" fmla="*/ 25537 h 75321"/>
                    <a:gd name="connsiteX21" fmla="*/ 64127 w 64203"/>
                    <a:gd name="connsiteY21" fmla="*/ 32009 h 75321"/>
                    <a:gd name="connsiteX22" fmla="*/ 63063 w 64203"/>
                    <a:gd name="connsiteY22" fmla="*/ 38304 h 75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4203" h="75321">
                      <a:moveTo>
                        <a:pt x="63063" y="38304"/>
                      </a:moveTo>
                      <a:cubicBezTo>
                        <a:pt x="61911" y="41407"/>
                        <a:pt x="60625" y="44510"/>
                        <a:pt x="59650" y="48013"/>
                      </a:cubicBezTo>
                      <a:cubicBezTo>
                        <a:pt x="58541" y="51293"/>
                        <a:pt x="57743" y="55017"/>
                        <a:pt x="56812" y="58563"/>
                      </a:cubicBezTo>
                      <a:cubicBezTo>
                        <a:pt x="56192" y="61090"/>
                        <a:pt x="55217" y="63528"/>
                        <a:pt x="53709" y="65612"/>
                      </a:cubicBezTo>
                      <a:cubicBezTo>
                        <a:pt x="52202" y="67695"/>
                        <a:pt x="50340" y="69602"/>
                        <a:pt x="48212" y="71153"/>
                      </a:cubicBezTo>
                      <a:cubicBezTo>
                        <a:pt x="43912" y="74212"/>
                        <a:pt x="38415" y="75897"/>
                        <a:pt x="32741" y="75143"/>
                      </a:cubicBezTo>
                      <a:lnTo>
                        <a:pt x="17048" y="73060"/>
                      </a:lnTo>
                      <a:cubicBezTo>
                        <a:pt x="11373" y="72306"/>
                        <a:pt x="6585" y="69070"/>
                        <a:pt x="3482" y="64149"/>
                      </a:cubicBezTo>
                      <a:cubicBezTo>
                        <a:pt x="1931" y="61711"/>
                        <a:pt x="778" y="58874"/>
                        <a:pt x="335" y="55771"/>
                      </a:cubicBezTo>
                      <a:cubicBezTo>
                        <a:pt x="-108" y="52667"/>
                        <a:pt x="-197" y="49387"/>
                        <a:pt x="601" y="45973"/>
                      </a:cubicBezTo>
                      <a:cubicBezTo>
                        <a:pt x="1753" y="41097"/>
                        <a:pt x="2817" y="36309"/>
                        <a:pt x="4413" y="31344"/>
                      </a:cubicBezTo>
                      <a:cubicBezTo>
                        <a:pt x="5743" y="26468"/>
                        <a:pt x="7650" y="21414"/>
                        <a:pt x="9556" y="16449"/>
                      </a:cubicBezTo>
                      <a:cubicBezTo>
                        <a:pt x="10930" y="12947"/>
                        <a:pt x="13235" y="9711"/>
                        <a:pt x="15585" y="7184"/>
                      </a:cubicBezTo>
                      <a:cubicBezTo>
                        <a:pt x="17978" y="4613"/>
                        <a:pt x="21126" y="2618"/>
                        <a:pt x="24007" y="1421"/>
                      </a:cubicBezTo>
                      <a:cubicBezTo>
                        <a:pt x="25470" y="800"/>
                        <a:pt x="26933" y="401"/>
                        <a:pt x="28396" y="179"/>
                      </a:cubicBezTo>
                      <a:cubicBezTo>
                        <a:pt x="29948" y="-42"/>
                        <a:pt x="31455" y="-42"/>
                        <a:pt x="32874" y="91"/>
                      </a:cubicBezTo>
                      <a:cubicBezTo>
                        <a:pt x="35755" y="401"/>
                        <a:pt x="38371" y="1509"/>
                        <a:pt x="40676" y="3283"/>
                      </a:cubicBezTo>
                      <a:lnTo>
                        <a:pt x="53399" y="12947"/>
                      </a:lnTo>
                      <a:cubicBezTo>
                        <a:pt x="55704" y="14676"/>
                        <a:pt x="57566" y="16804"/>
                        <a:pt x="59073" y="18931"/>
                      </a:cubicBezTo>
                      <a:cubicBezTo>
                        <a:pt x="59827" y="19995"/>
                        <a:pt x="60492" y="21059"/>
                        <a:pt x="61068" y="22123"/>
                      </a:cubicBezTo>
                      <a:cubicBezTo>
                        <a:pt x="61689" y="23276"/>
                        <a:pt x="62221" y="24428"/>
                        <a:pt x="62664" y="25537"/>
                      </a:cubicBezTo>
                      <a:cubicBezTo>
                        <a:pt x="63595" y="27842"/>
                        <a:pt x="63994" y="29748"/>
                        <a:pt x="64127" y="32009"/>
                      </a:cubicBezTo>
                      <a:cubicBezTo>
                        <a:pt x="64393" y="34226"/>
                        <a:pt x="63950" y="36176"/>
                        <a:pt x="63063" y="3830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93" name="Forme libre : forme 24092">
                  <a:extLst>
                    <a:ext uri="{FF2B5EF4-FFF2-40B4-BE49-F238E27FC236}">
                      <a16:creationId xmlns:a16="http://schemas.microsoft.com/office/drawing/2014/main" id="{322922B1-274F-4D11-B4E8-3FC3873A7422}"/>
                    </a:ext>
                  </a:extLst>
                </p:cNvPr>
                <p:cNvSpPr/>
                <p:nvPr/>
              </p:nvSpPr>
              <p:spPr>
                <a:xfrm>
                  <a:off x="7386784" y="1071967"/>
                  <a:ext cx="38251" cy="62774"/>
                </a:xfrm>
                <a:custGeom>
                  <a:avLst/>
                  <a:gdLst>
                    <a:gd name="connsiteX0" fmla="*/ 13432 w 38251"/>
                    <a:gd name="connsiteY0" fmla="*/ 37681 h 62774"/>
                    <a:gd name="connsiteX1" fmla="*/ 10019 w 38251"/>
                    <a:gd name="connsiteY1" fmla="*/ 51690 h 62774"/>
                    <a:gd name="connsiteX2" fmla="*/ 0 w 38251"/>
                    <a:gd name="connsiteY2" fmla="*/ 61709 h 62774"/>
                    <a:gd name="connsiteX3" fmla="*/ 6783 w 38251"/>
                    <a:gd name="connsiteY3" fmla="*/ 62595 h 62774"/>
                    <a:gd name="connsiteX4" fmla="*/ 22254 w 38251"/>
                    <a:gd name="connsiteY4" fmla="*/ 58606 h 62774"/>
                    <a:gd name="connsiteX5" fmla="*/ 27751 w 38251"/>
                    <a:gd name="connsiteY5" fmla="*/ 53064 h 62774"/>
                    <a:gd name="connsiteX6" fmla="*/ 30854 w 38251"/>
                    <a:gd name="connsiteY6" fmla="*/ 46016 h 62774"/>
                    <a:gd name="connsiteX7" fmla="*/ 33692 w 38251"/>
                    <a:gd name="connsiteY7" fmla="*/ 35465 h 62774"/>
                    <a:gd name="connsiteX8" fmla="*/ 37105 w 38251"/>
                    <a:gd name="connsiteY8" fmla="*/ 25756 h 62774"/>
                    <a:gd name="connsiteX9" fmla="*/ 38213 w 38251"/>
                    <a:gd name="connsiteY9" fmla="*/ 19373 h 62774"/>
                    <a:gd name="connsiteX10" fmla="*/ 36751 w 38251"/>
                    <a:gd name="connsiteY10" fmla="*/ 12900 h 62774"/>
                    <a:gd name="connsiteX11" fmla="*/ 35154 w 38251"/>
                    <a:gd name="connsiteY11" fmla="*/ 9487 h 62774"/>
                    <a:gd name="connsiteX12" fmla="*/ 33160 w 38251"/>
                    <a:gd name="connsiteY12" fmla="*/ 6295 h 62774"/>
                    <a:gd name="connsiteX13" fmla="*/ 27485 w 38251"/>
                    <a:gd name="connsiteY13" fmla="*/ 310 h 62774"/>
                    <a:gd name="connsiteX14" fmla="*/ 27086 w 38251"/>
                    <a:gd name="connsiteY14" fmla="*/ 0 h 62774"/>
                    <a:gd name="connsiteX15" fmla="*/ 21988 w 38251"/>
                    <a:gd name="connsiteY15" fmla="*/ 8467 h 62774"/>
                    <a:gd name="connsiteX16" fmla="*/ 17644 w 38251"/>
                    <a:gd name="connsiteY16" fmla="*/ 17466 h 62774"/>
                    <a:gd name="connsiteX17" fmla="*/ 14585 w 38251"/>
                    <a:gd name="connsiteY17" fmla="*/ 27175 h 62774"/>
                    <a:gd name="connsiteX18" fmla="*/ 13432 w 38251"/>
                    <a:gd name="connsiteY18" fmla="*/ 37681 h 62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8251" h="62774">
                      <a:moveTo>
                        <a:pt x="13432" y="37681"/>
                      </a:moveTo>
                      <a:cubicBezTo>
                        <a:pt x="13432" y="42691"/>
                        <a:pt x="12324" y="47523"/>
                        <a:pt x="10019" y="51690"/>
                      </a:cubicBezTo>
                      <a:cubicBezTo>
                        <a:pt x="7758" y="55857"/>
                        <a:pt x="4433" y="59404"/>
                        <a:pt x="0" y="61709"/>
                      </a:cubicBezTo>
                      <a:lnTo>
                        <a:pt x="6783" y="62595"/>
                      </a:lnTo>
                      <a:cubicBezTo>
                        <a:pt x="12457" y="63349"/>
                        <a:pt x="17998" y="61664"/>
                        <a:pt x="22254" y="58606"/>
                      </a:cubicBezTo>
                      <a:cubicBezTo>
                        <a:pt x="24382" y="57054"/>
                        <a:pt x="26244" y="55148"/>
                        <a:pt x="27751" y="53064"/>
                      </a:cubicBezTo>
                      <a:cubicBezTo>
                        <a:pt x="29259" y="50981"/>
                        <a:pt x="30234" y="48542"/>
                        <a:pt x="30854" y="46016"/>
                      </a:cubicBezTo>
                      <a:cubicBezTo>
                        <a:pt x="31741" y="42425"/>
                        <a:pt x="32539" y="38745"/>
                        <a:pt x="33692" y="35465"/>
                      </a:cubicBezTo>
                      <a:cubicBezTo>
                        <a:pt x="34667" y="31963"/>
                        <a:pt x="35908" y="28904"/>
                        <a:pt x="37105" y="25756"/>
                      </a:cubicBezTo>
                      <a:cubicBezTo>
                        <a:pt x="37947" y="23584"/>
                        <a:pt x="38391" y="21678"/>
                        <a:pt x="38213" y="19373"/>
                      </a:cubicBezTo>
                      <a:cubicBezTo>
                        <a:pt x="38080" y="17112"/>
                        <a:pt x="37681" y="15206"/>
                        <a:pt x="36751" y="12900"/>
                      </a:cubicBezTo>
                      <a:cubicBezTo>
                        <a:pt x="36307" y="11792"/>
                        <a:pt x="35775" y="10639"/>
                        <a:pt x="35154" y="9487"/>
                      </a:cubicBezTo>
                      <a:cubicBezTo>
                        <a:pt x="34578" y="8423"/>
                        <a:pt x="33913" y="7359"/>
                        <a:pt x="33160" y="6295"/>
                      </a:cubicBezTo>
                      <a:cubicBezTo>
                        <a:pt x="31652" y="4167"/>
                        <a:pt x="29746" y="2084"/>
                        <a:pt x="27485" y="310"/>
                      </a:cubicBezTo>
                      <a:lnTo>
                        <a:pt x="27086" y="0"/>
                      </a:lnTo>
                      <a:cubicBezTo>
                        <a:pt x="25180" y="2660"/>
                        <a:pt x="23717" y="5674"/>
                        <a:pt x="21988" y="8467"/>
                      </a:cubicBezTo>
                      <a:cubicBezTo>
                        <a:pt x="20437" y="11393"/>
                        <a:pt x="18974" y="14408"/>
                        <a:pt x="17644" y="17466"/>
                      </a:cubicBezTo>
                      <a:cubicBezTo>
                        <a:pt x="16536" y="20658"/>
                        <a:pt x="15161" y="23761"/>
                        <a:pt x="14585" y="27175"/>
                      </a:cubicBezTo>
                      <a:cubicBezTo>
                        <a:pt x="13831" y="30633"/>
                        <a:pt x="13255" y="34046"/>
                        <a:pt x="13432" y="3768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94" name="Forme libre : forme 24093">
                  <a:extLst>
                    <a:ext uri="{FF2B5EF4-FFF2-40B4-BE49-F238E27FC236}">
                      <a16:creationId xmlns:a16="http://schemas.microsoft.com/office/drawing/2014/main" id="{A6CE7D81-7010-4085-A218-FFD47C8AC4B6}"/>
                    </a:ext>
                  </a:extLst>
                </p:cNvPr>
                <p:cNvSpPr/>
                <p:nvPr/>
              </p:nvSpPr>
              <p:spPr>
                <a:xfrm>
                  <a:off x="7383933" y="1079684"/>
                  <a:ext cx="23044" cy="30954"/>
                </a:xfrm>
                <a:custGeom>
                  <a:avLst/>
                  <a:gdLst>
                    <a:gd name="connsiteX0" fmla="*/ 17525 w 23044"/>
                    <a:gd name="connsiteY0" fmla="*/ 794 h 30954"/>
                    <a:gd name="connsiteX1" fmla="*/ 22623 w 23044"/>
                    <a:gd name="connsiteY1" fmla="*/ 8109 h 30954"/>
                    <a:gd name="connsiteX2" fmla="*/ 23022 w 23044"/>
                    <a:gd name="connsiteY2" fmla="*/ 13296 h 30954"/>
                    <a:gd name="connsiteX3" fmla="*/ 21825 w 23044"/>
                    <a:gd name="connsiteY3" fmla="*/ 18881 h 30954"/>
                    <a:gd name="connsiteX4" fmla="*/ 15796 w 23044"/>
                    <a:gd name="connsiteY4" fmla="*/ 28146 h 30954"/>
                    <a:gd name="connsiteX5" fmla="*/ 7240 w 23044"/>
                    <a:gd name="connsiteY5" fmla="*/ 30762 h 30954"/>
                    <a:gd name="connsiteX6" fmla="*/ 856 w 23044"/>
                    <a:gd name="connsiteY6" fmla="*/ 24290 h 30954"/>
                    <a:gd name="connsiteX7" fmla="*/ 1122 w 23044"/>
                    <a:gd name="connsiteY7" fmla="*/ 11966 h 30954"/>
                    <a:gd name="connsiteX8" fmla="*/ 4225 w 23044"/>
                    <a:gd name="connsiteY8" fmla="*/ 5981 h 30954"/>
                    <a:gd name="connsiteX9" fmla="*/ 8437 w 23044"/>
                    <a:gd name="connsiteY9" fmla="*/ 1858 h 30954"/>
                    <a:gd name="connsiteX10" fmla="*/ 17525 w 23044"/>
                    <a:gd name="connsiteY10" fmla="*/ 794 h 30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044" h="30954">
                      <a:moveTo>
                        <a:pt x="17525" y="794"/>
                      </a:moveTo>
                      <a:cubicBezTo>
                        <a:pt x="20229" y="2169"/>
                        <a:pt x="21958" y="4917"/>
                        <a:pt x="22623" y="8109"/>
                      </a:cubicBezTo>
                      <a:cubicBezTo>
                        <a:pt x="22933" y="9660"/>
                        <a:pt x="23110" y="11478"/>
                        <a:pt x="23022" y="13296"/>
                      </a:cubicBezTo>
                      <a:cubicBezTo>
                        <a:pt x="22933" y="15113"/>
                        <a:pt x="22534" y="16975"/>
                        <a:pt x="21825" y="18881"/>
                      </a:cubicBezTo>
                      <a:cubicBezTo>
                        <a:pt x="20717" y="22782"/>
                        <a:pt x="18279" y="25886"/>
                        <a:pt x="15796" y="28146"/>
                      </a:cubicBezTo>
                      <a:cubicBezTo>
                        <a:pt x="13225" y="30319"/>
                        <a:pt x="10166" y="31427"/>
                        <a:pt x="7240" y="30762"/>
                      </a:cubicBezTo>
                      <a:cubicBezTo>
                        <a:pt x="4314" y="30097"/>
                        <a:pt x="2053" y="27703"/>
                        <a:pt x="856" y="24290"/>
                      </a:cubicBezTo>
                      <a:cubicBezTo>
                        <a:pt x="-429" y="20876"/>
                        <a:pt x="-208" y="16487"/>
                        <a:pt x="1122" y="11966"/>
                      </a:cubicBezTo>
                      <a:cubicBezTo>
                        <a:pt x="1876" y="9749"/>
                        <a:pt x="3029" y="7710"/>
                        <a:pt x="4225" y="5981"/>
                      </a:cubicBezTo>
                      <a:cubicBezTo>
                        <a:pt x="5467" y="4252"/>
                        <a:pt x="6797" y="2834"/>
                        <a:pt x="8437" y="1858"/>
                      </a:cubicBezTo>
                      <a:cubicBezTo>
                        <a:pt x="11629" y="-137"/>
                        <a:pt x="14865" y="-580"/>
                        <a:pt x="17525" y="794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95" name="Forme libre : forme 24094">
                  <a:extLst>
                    <a:ext uri="{FF2B5EF4-FFF2-40B4-BE49-F238E27FC236}">
                      <a16:creationId xmlns:a16="http://schemas.microsoft.com/office/drawing/2014/main" id="{3D8F3416-10F2-4470-99D9-C34CAEC7168A}"/>
                    </a:ext>
                  </a:extLst>
                </p:cNvPr>
                <p:cNvSpPr/>
                <p:nvPr/>
              </p:nvSpPr>
              <p:spPr>
                <a:xfrm>
                  <a:off x="7384169" y="1092004"/>
                  <a:ext cx="22830" cy="18593"/>
                </a:xfrm>
                <a:custGeom>
                  <a:avLst/>
                  <a:gdLst>
                    <a:gd name="connsiteX0" fmla="*/ 0 w 22830"/>
                    <a:gd name="connsiteY0" fmla="*/ 9221 h 18593"/>
                    <a:gd name="connsiteX1" fmla="*/ 7048 w 22830"/>
                    <a:gd name="connsiteY1" fmla="*/ 18397 h 18593"/>
                    <a:gd name="connsiteX2" fmla="*/ 15604 w 22830"/>
                    <a:gd name="connsiteY2" fmla="*/ 15782 h 18593"/>
                    <a:gd name="connsiteX3" fmla="*/ 21634 w 22830"/>
                    <a:gd name="connsiteY3" fmla="*/ 6517 h 18593"/>
                    <a:gd name="connsiteX4" fmla="*/ 22830 w 22830"/>
                    <a:gd name="connsiteY4" fmla="*/ 0 h 18593"/>
                    <a:gd name="connsiteX5" fmla="*/ 20836 w 22830"/>
                    <a:gd name="connsiteY5" fmla="*/ 3147 h 18593"/>
                    <a:gd name="connsiteX6" fmla="*/ 11038 w 22830"/>
                    <a:gd name="connsiteY6" fmla="*/ 8955 h 18593"/>
                    <a:gd name="connsiteX7" fmla="*/ 0 w 22830"/>
                    <a:gd name="connsiteY7" fmla="*/ 9221 h 18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830" h="18593">
                      <a:moveTo>
                        <a:pt x="0" y="9221"/>
                      </a:moveTo>
                      <a:cubicBezTo>
                        <a:pt x="842" y="14053"/>
                        <a:pt x="3413" y="17555"/>
                        <a:pt x="7048" y="18397"/>
                      </a:cubicBezTo>
                      <a:cubicBezTo>
                        <a:pt x="9974" y="19062"/>
                        <a:pt x="13033" y="17998"/>
                        <a:pt x="15604" y="15782"/>
                      </a:cubicBezTo>
                      <a:cubicBezTo>
                        <a:pt x="18087" y="13565"/>
                        <a:pt x="20525" y="10462"/>
                        <a:pt x="21634" y="6517"/>
                      </a:cubicBezTo>
                      <a:cubicBezTo>
                        <a:pt x="22431" y="4300"/>
                        <a:pt x="22830" y="2128"/>
                        <a:pt x="22830" y="0"/>
                      </a:cubicBezTo>
                      <a:cubicBezTo>
                        <a:pt x="22343" y="1108"/>
                        <a:pt x="21722" y="2172"/>
                        <a:pt x="20836" y="3147"/>
                      </a:cubicBezTo>
                      <a:cubicBezTo>
                        <a:pt x="17998" y="5541"/>
                        <a:pt x="14762" y="7758"/>
                        <a:pt x="11038" y="8955"/>
                      </a:cubicBezTo>
                      <a:cubicBezTo>
                        <a:pt x="7359" y="10152"/>
                        <a:pt x="3458" y="10462"/>
                        <a:pt x="0" y="9221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96" name="Forme libre : forme 24095">
                  <a:extLst>
                    <a:ext uri="{FF2B5EF4-FFF2-40B4-BE49-F238E27FC236}">
                      <a16:creationId xmlns:a16="http://schemas.microsoft.com/office/drawing/2014/main" id="{CCCE2DC6-8656-4739-8A94-49FD256B7731}"/>
                    </a:ext>
                  </a:extLst>
                </p:cNvPr>
                <p:cNvSpPr/>
                <p:nvPr/>
              </p:nvSpPr>
              <p:spPr>
                <a:xfrm>
                  <a:off x="7386779" y="1079276"/>
                  <a:ext cx="22983" cy="30324"/>
                </a:xfrm>
                <a:custGeom>
                  <a:avLst/>
                  <a:gdLst>
                    <a:gd name="connsiteX0" fmla="*/ 17516 w 22983"/>
                    <a:gd name="connsiteY0" fmla="*/ 847 h 30324"/>
                    <a:gd name="connsiteX1" fmla="*/ 22614 w 22983"/>
                    <a:gd name="connsiteY1" fmla="*/ 8162 h 30324"/>
                    <a:gd name="connsiteX2" fmla="*/ 22969 w 22983"/>
                    <a:gd name="connsiteY2" fmla="*/ 13215 h 30324"/>
                    <a:gd name="connsiteX3" fmla="*/ 21817 w 22983"/>
                    <a:gd name="connsiteY3" fmla="*/ 18668 h 30324"/>
                    <a:gd name="connsiteX4" fmla="*/ 19290 w 22983"/>
                    <a:gd name="connsiteY4" fmla="*/ 23766 h 30324"/>
                    <a:gd name="connsiteX5" fmla="*/ 15699 w 22983"/>
                    <a:gd name="connsiteY5" fmla="*/ 27623 h 30324"/>
                    <a:gd name="connsiteX6" fmla="*/ 7143 w 22983"/>
                    <a:gd name="connsiteY6" fmla="*/ 30105 h 30324"/>
                    <a:gd name="connsiteX7" fmla="*/ 759 w 22983"/>
                    <a:gd name="connsiteY7" fmla="*/ 23633 h 30324"/>
                    <a:gd name="connsiteX8" fmla="*/ 5 w 22983"/>
                    <a:gd name="connsiteY8" fmla="*/ 17959 h 30324"/>
                    <a:gd name="connsiteX9" fmla="*/ 1158 w 22983"/>
                    <a:gd name="connsiteY9" fmla="*/ 11486 h 30324"/>
                    <a:gd name="connsiteX10" fmla="*/ 4261 w 22983"/>
                    <a:gd name="connsiteY10" fmla="*/ 5635 h 30324"/>
                    <a:gd name="connsiteX11" fmla="*/ 8561 w 22983"/>
                    <a:gd name="connsiteY11" fmla="*/ 1689 h 30324"/>
                    <a:gd name="connsiteX12" fmla="*/ 17516 w 22983"/>
                    <a:gd name="connsiteY12" fmla="*/ 847 h 30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2983" h="30324">
                      <a:moveTo>
                        <a:pt x="17516" y="847"/>
                      </a:moveTo>
                      <a:cubicBezTo>
                        <a:pt x="20176" y="2266"/>
                        <a:pt x="21905" y="5014"/>
                        <a:pt x="22614" y="8162"/>
                      </a:cubicBezTo>
                      <a:cubicBezTo>
                        <a:pt x="22969" y="9757"/>
                        <a:pt x="23013" y="11353"/>
                        <a:pt x="22969" y="13215"/>
                      </a:cubicBezTo>
                      <a:cubicBezTo>
                        <a:pt x="22880" y="15033"/>
                        <a:pt x="22526" y="16850"/>
                        <a:pt x="21817" y="18668"/>
                      </a:cubicBezTo>
                      <a:cubicBezTo>
                        <a:pt x="21107" y="20486"/>
                        <a:pt x="20354" y="22303"/>
                        <a:pt x="19290" y="23766"/>
                      </a:cubicBezTo>
                      <a:cubicBezTo>
                        <a:pt x="18270" y="25273"/>
                        <a:pt x="16984" y="26559"/>
                        <a:pt x="15699" y="27623"/>
                      </a:cubicBezTo>
                      <a:cubicBezTo>
                        <a:pt x="13172" y="29751"/>
                        <a:pt x="10113" y="30815"/>
                        <a:pt x="7143" y="30105"/>
                      </a:cubicBezTo>
                      <a:cubicBezTo>
                        <a:pt x="4173" y="29396"/>
                        <a:pt x="2000" y="27047"/>
                        <a:pt x="759" y="23633"/>
                      </a:cubicBezTo>
                      <a:cubicBezTo>
                        <a:pt x="183" y="21949"/>
                        <a:pt x="-39" y="20042"/>
                        <a:pt x="5" y="17959"/>
                      </a:cubicBezTo>
                      <a:cubicBezTo>
                        <a:pt x="94" y="15875"/>
                        <a:pt x="316" y="13659"/>
                        <a:pt x="1158" y="11486"/>
                      </a:cubicBezTo>
                      <a:cubicBezTo>
                        <a:pt x="1956" y="9314"/>
                        <a:pt x="3064" y="7319"/>
                        <a:pt x="4261" y="5635"/>
                      </a:cubicBezTo>
                      <a:cubicBezTo>
                        <a:pt x="5414" y="3950"/>
                        <a:pt x="7010" y="2620"/>
                        <a:pt x="8561" y="1689"/>
                      </a:cubicBezTo>
                      <a:cubicBezTo>
                        <a:pt x="11665" y="-217"/>
                        <a:pt x="14857" y="-527"/>
                        <a:pt x="17516" y="84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97" name="Forme libre : forme 24096">
                  <a:extLst>
                    <a:ext uri="{FF2B5EF4-FFF2-40B4-BE49-F238E27FC236}">
                      <a16:creationId xmlns:a16="http://schemas.microsoft.com/office/drawing/2014/main" id="{2615233A-38CC-498E-B3B5-015D1430CF9C}"/>
                    </a:ext>
                  </a:extLst>
                </p:cNvPr>
                <p:cNvSpPr/>
                <p:nvPr/>
              </p:nvSpPr>
              <p:spPr>
                <a:xfrm>
                  <a:off x="7372710" y="1090400"/>
                  <a:ext cx="44305" cy="34418"/>
                </a:xfrm>
                <a:custGeom>
                  <a:avLst/>
                  <a:gdLst>
                    <a:gd name="connsiteX0" fmla="*/ 17266 w 44305"/>
                    <a:gd name="connsiteY0" fmla="*/ 33478 h 34418"/>
                    <a:gd name="connsiteX1" fmla="*/ 27417 w 44305"/>
                    <a:gd name="connsiteY1" fmla="*/ 34143 h 34418"/>
                    <a:gd name="connsiteX2" fmla="*/ 41160 w 44305"/>
                    <a:gd name="connsiteY2" fmla="*/ 21996 h 34418"/>
                    <a:gd name="connsiteX3" fmla="*/ 43820 w 44305"/>
                    <a:gd name="connsiteY3" fmla="*/ 15080 h 34418"/>
                    <a:gd name="connsiteX4" fmla="*/ 44263 w 44305"/>
                    <a:gd name="connsiteY4" fmla="*/ 11489 h 34418"/>
                    <a:gd name="connsiteX5" fmla="*/ 44086 w 44305"/>
                    <a:gd name="connsiteY5" fmla="*/ 7987 h 34418"/>
                    <a:gd name="connsiteX6" fmla="*/ 36594 w 44305"/>
                    <a:gd name="connsiteY6" fmla="*/ 8 h 34418"/>
                    <a:gd name="connsiteX7" fmla="*/ 29989 w 44305"/>
                    <a:gd name="connsiteY7" fmla="*/ 2934 h 34418"/>
                    <a:gd name="connsiteX8" fmla="*/ 14428 w 44305"/>
                    <a:gd name="connsiteY8" fmla="*/ 12154 h 34418"/>
                    <a:gd name="connsiteX9" fmla="*/ 110 w 44305"/>
                    <a:gd name="connsiteY9" fmla="*/ 26074 h 34418"/>
                    <a:gd name="connsiteX10" fmla="*/ 17266 w 44305"/>
                    <a:gd name="connsiteY10" fmla="*/ 33478 h 34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305" h="34418">
                      <a:moveTo>
                        <a:pt x="17266" y="33478"/>
                      </a:moveTo>
                      <a:cubicBezTo>
                        <a:pt x="20590" y="34143"/>
                        <a:pt x="24048" y="34808"/>
                        <a:pt x="27417" y="34143"/>
                      </a:cubicBezTo>
                      <a:cubicBezTo>
                        <a:pt x="33845" y="32901"/>
                        <a:pt x="38323" y="27316"/>
                        <a:pt x="41160" y="21996"/>
                      </a:cubicBezTo>
                      <a:cubicBezTo>
                        <a:pt x="42224" y="19691"/>
                        <a:pt x="43288" y="17430"/>
                        <a:pt x="43820" y="15080"/>
                      </a:cubicBezTo>
                      <a:cubicBezTo>
                        <a:pt x="44086" y="13883"/>
                        <a:pt x="44219" y="12686"/>
                        <a:pt x="44263" y="11489"/>
                      </a:cubicBezTo>
                      <a:cubicBezTo>
                        <a:pt x="44352" y="10337"/>
                        <a:pt x="44307" y="9184"/>
                        <a:pt x="44086" y="7987"/>
                      </a:cubicBezTo>
                      <a:cubicBezTo>
                        <a:pt x="43377" y="4441"/>
                        <a:pt x="40584" y="274"/>
                        <a:pt x="36594" y="8"/>
                      </a:cubicBezTo>
                      <a:cubicBezTo>
                        <a:pt x="34111" y="-125"/>
                        <a:pt x="32028" y="1471"/>
                        <a:pt x="29989" y="2934"/>
                      </a:cubicBezTo>
                      <a:cubicBezTo>
                        <a:pt x="25024" y="6303"/>
                        <a:pt x="20103" y="9628"/>
                        <a:pt x="14428" y="12154"/>
                      </a:cubicBezTo>
                      <a:cubicBezTo>
                        <a:pt x="9907" y="14238"/>
                        <a:pt x="-1221" y="18405"/>
                        <a:pt x="110" y="26074"/>
                      </a:cubicBezTo>
                      <a:cubicBezTo>
                        <a:pt x="1174" y="32768"/>
                        <a:pt x="12655" y="32502"/>
                        <a:pt x="17266" y="3347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98" name="Forme libre : forme 24097">
                  <a:extLst>
                    <a:ext uri="{FF2B5EF4-FFF2-40B4-BE49-F238E27FC236}">
                      <a16:creationId xmlns:a16="http://schemas.microsoft.com/office/drawing/2014/main" id="{3E8DA94D-2FD2-417C-865D-A3E6E14CFE7C}"/>
                    </a:ext>
                  </a:extLst>
                </p:cNvPr>
                <p:cNvSpPr/>
                <p:nvPr/>
              </p:nvSpPr>
              <p:spPr>
                <a:xfrm>
                  <a:off x="7375108" y="1100584"/>
                  <a:ext cx="8973" cy="14964"/>
                </a:xfrm>
                <a:custGeom>
                  <a:avLst/>
                  <a:gdLst>
                    <a:gd name="connsiteX0" fmla="*/ 4228 w 8973"/>
                    <a:gd name="connsiteY0" fmla="*/ 13674 h 14964"/>
                    <a:gd name="connsiteX1" fmla="*/ 6356 w 8973"/>
                    <a:gd name="connsiteY1" fmla="*/ 14916 h 14964"/>
                    <a:gd name="connsiteX2" fmla="*/ 8572 w 8973"/>
                    <a:gd name="connsiteY2" fmla="*/ 14073 h 14964"/>
                    <a:gd name="connsiteX3" fmla="*/ 8927 w 8973"/>
                    <a:gd name="connsiteY3" fmla="*/ 11724 h 14964"/>
                    <a:gd name="connsiteX4" fmla="*/ 8129 w 8973"/>
                    <a:gd name="connsiteY4" fmla="*/ 5517 h 14964"/>
                    <a:gd name="connsiteX5" fmla="*/ 7287 w 8973"/>
                    <a:gd name="connsiteY5" fmla="*/ 3079 h 14964"/>
                    <a:gd name="connsiteX6" fmla="*/ 61 w 8973"/>
                    <a:gd name="connsiteY6" fmla="*/ 3124 h 14964"/>
                    <a:gd name="connsiteX7" fmla="*/ 4228 w 8973"/>
                    <a:gd name="connsiteY7" fmla="*/ 13674 h 14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973" h="14964">
                      <a:moveTo>
                        <a:pt x="4228" y="13674"/>
                      </a:moveTo>
                      <a:cubicBezTo>
                        <a:pt x="4849" y="14251"/>
                        <a:pt x="5558" y="14738"/>
                        <a:pt x="6356" y="14916"/>
                      </a:cubicBezTo>
                      <a:cubicBezTo>
                        <a:pt x="7154" y="15093"/>
                        <a:pt x="8085" y="14783"/>
                        <a:pt x="8572" y="14073"/>
                      </a:cubicBezTo>
                      <a:cubicBezTo>
                        <a:pt x="9016" y="13408"/>
                        <a:pt x="9016" y="12522"/>
                        <a:pt x="8927" y="11724"/>
                      </a:cubicBezTo>
                      <a:cubicBezTo>
                        <a:pt x="8839" y="9640"/>
                        <a:pt x="8572" y="7557"/>
                        <a:pt x="8129" y="5517"/>
                      </a:cubicBezTo>
                      <a:cubicBezTo>
                        <a:pt x="7952" y="4675"/>
                        <a:pt x="7730" y="3833"/>
                        <a:pt x="7287" y="3079"/>
                      </a:cubicBezTo>
                      <a:cubicBezTo>
                        <a:pt x="5514" y="20"/>
                        <a:pt x="593" y="-1975"/>
                        <a:pt x="61" y="3124"/>
                      </a:cubicBezTo>
                      <a:cubicBezTo>
                        <a:pt x="-382" y="7113"/>
                        <a:pt x="1657" y="11369"/>
                        <a:pt x="4228" y="1367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99" name="Forme libre : forme 24098">
                  <a:extLst>
                    <a:ext uri="{FF2B5EF4-FFF2-40B4-BE49-F238E27FC236}">
                      <a16:creationId xmlns:a16="http://schemas.microsoft.com/office/drawing/2014/main" id="{4613B43C-F698-40AD-9B0F-1BE48EFB7A5D}"/>
                    </a:ext>
                  </a:extLst>
                </p:cNvPr>
                <p:cNvSpPr/>
                <p:nvPr/>
              </p:nvSpPr>
              <p:spPr>
                <a:xfrm>
                  <a:off x="7411166" y="1072543"/>
                  <a:ext cx="11756" cy="24470"/>
                </a:xfrm>
                <a:custGeom>
                  <a:avLst/>
                  <a:gdLst>
                    <a:gd name="connsiteX0" fmla="*/ 0 w 11756"/>
                    <a:gd name="connsiteY0" fmla="*/ 0 h 24470"/>
                    <a:gd name="connsiteX1" fmla="*/ 6384 w 11756"/>
                    <a:gd name="connsiteY1" fmla="*/ 6561 h 24470"/>
                    <a:gd name="connsiteX2" fmla="*/ 10374 w 11756"/>
                    <a:gd name="connsiteY2" fmla="*/ 14186 h 24470"/>
                    <a:gd name="connsiteX3" fmla="*/ 11526 w 11756"/>
                    <a:gd name="connsiteY3" fmla="*/ 18929 h 24470"/>
                    <a:gd name="connsiteX4" fmla="*/ 11703 w 11756"/>
                    <a:gd name="connsiteY4" fmla="*/ 24471 h 24470"/>
                    <a:gd name="connsiteX5" fmla="*/ 11482 w 11756"/>
                    <a:gd name="connsiteY5" fmla="*/ 22343 h 24470"/>
                    <a:gd name="connsiteX6" fmla="*/ 10108 w 11756"/>
                    <a:gd name="connsiteY6" fmla="*/ 16846 h 24470"/>
                    <a:gd name="connsiteX7" fmla="*/ 6694 w 11756"/>
                    <a:gd name="connsiteY7" fmla="*/ 9221 h 24470"/>
                    <a:gd name="connsiteX8" fmla="*/ 0 w 11756"/>
                    <a:gd name="connsiteY8" fmla="*/ 0 h 24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756" h="24470">
                      <a:moveTo>
                        <a:pt x="0" y="0"/>
                      </a:moveTo>
                      <a:cubicBezTo>
                        <a:pt x="0" y="0"/>
                        <a:pt x="3414" y="2350"/>
                        <a:pt x="6384" y="6561"/>
                      </a:cubicBezTo>
                      <a:cubicBezTo>
                        <a:pt x="7935" y="8733"/>
                        <a:pt x="9398" y="11349"/>
                        <a:pt x="10374" y="14186"/>
                      </a:cubicBezTo>
                      <a:cubicBezTo>
                        <a:pt x="10817" y="15560"/>
                        <a:pt x="11260" y="17156"/>
                        <a:pt x="11526" y="18929"/>
                      </a:cubicBezTo>
                      <a:cubicBezTo>
                        <a:pt x="11792" y="20703"/>
                        <a:pt x="11792" y="22431"/>
                        <a:pt x="11703" y="24471"/>
                      </a:cubicBezTo>
                      <a:cubicBezTo>
                        <a:pt x="11703" y="24471"/>
                        <a:pt x="11659" y="23628"/>
                        <a:pt x="11482" y="22343"/>
                      </a:cubicBezTo>
                      <a:cubicBezTo>
                        <a:pt x="11304" y="21013"/>
                        <a:pt x="10906" y="19151"/>
                        <a:pt x="10108" y="16846"/>
                      </a:cubicBezTo>
                      <a:cubicBezTo>
                        <a:pt x="9310" y="14541"/>
                        <a:pt x="8334" y="12147"/>
                        <a:pt x="6694" y="9221"/>
                      </a:cubicBezTo>
                      <a:cubicBezTo>
                        <a:pt x="5009" y="6251"/>
                        <a:pt x="2882" y="310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00" name="Forme libre : forme 24099">
                  <a:extLst>
                    <a:ext uri="{FF2B5EF4-FFF2-40B4-BE49-F238E27FC236}">
                      <a16:creationId xmlns:a16="http://schemas.microsoft.com/office/drawing/2014/main" id="{BEAEFEF9-B45C-4833-AADD-BB6740073214}"/>
                    </a:ext>
                  </a:extLst>
                </p:cNvPr>
                <p:cNvSpPr/>
                <p:nvPr/>
              </p:nvSpPr>
              <p:spPr>
                <a:xfrm>
                  <a:off x="7363016" y="1104284"/>
                  <a:ext cx="16763" cy="27130"/>
                </a:xfrm>
                <a:custGeom>
                  <a:avLst/>
                  <a:gdLst>
                    <a:gd name="connsiteX0" fmla="*/ 405 w 16763"/>
                    <a:gd name="connsiteY0" fmla="*/ 0 h 27130"/>
                    <a:gd name="connsiteX1" fmla="*/ 6 w 16763"/>
                    <a:gd name="connsiteY1" fmla="*/ 3591 h 27130"/>
                    <a:gd name="connsiteX2" fmla="*/ 937 w 16763"/>
                    <a:gd name="connsiteY2" fmla="*/ 11836 h 27130"/>
                    <a:gd name="connsiteX3" fmla="*/ 16764 w 16763"/>
                    <a:gd name="connsiteY3" fmla="*/ 27131 h 27130"/>
                    <a:gd name="connsiteX4" fmla="*/ 8296 w 16763"/>
                    <a:gd name="connsiteY4" fmla="*/ 21412 h 27130"/>
                    <a:gd name="connsiteX5" fmla="*/ 2533 w 16763"/>
                    <a:gd name="connsiteY5" fmla="*/ 13078 h 27130"/>
                    <a:gd name="connsiteX6" fmla="*/ 405 w 16763"/>
                    <a:gd name="connsiteY6" fmla="*/ 0 h 27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763" h="27130">
                      <a:moveTo>
                        <a:pt x="405" y="0"/>
                      </a:moveTo>
                      <a:cubicBezTo>
                        <a:pt x="405" y="0"/>
                        <a:pt x="95" y="1419"/>
                        <a:pt x="6" y="3591"/>
                      </a:cubicBezTo>
                      <a:cubicBezTo>
                        <a:pt x="-38" y="5763"/>
                        <a:pt x="139" y="8733"/>
                        <a:pt x="937" y="11836"/>
                      </a:cubicBezTo>
                      <a:cubicBezTo>
                        <a:pt x="2489" y="18087"/>
                        <a:pt x="6966" y="24692"/>
                        <a:pt x="16764" y="27131"/>
                      </a:cubicBezTo>
                      <a:cubicBezTo>
                        <a:pt x="16764" y="27131"/>
                        <a:pt x="12552" y="25535"/>
                        <a:pt x="8296" y="21412"/>
                      </a:cubicBezTo>
                      <a:cubicBezTo>
                        <a:pt x="6213" y="19328"/>
                        <a:pt x="3952" y="16624"/>
                        <a:pt x="2533" y="13078"/>
                      </a:cubicBezTo>
                      <a:cubicBezTo>
                        <a:pt x="1070" y="9531"/>
                        <a:pt x="-82" y="5275"/>
                        <a:pt x="4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01" name="Forme libre : forme 24100">
                  <a:extLst>
                    <a:ext uri="{FF2B5EF4-FFF2-40B4-BE49-F238E27FC236}">
                      <a16:creationId xmlns:a16="http://schemas.microsoft.com/office/drawing/2014/main" id="{C1A7FBBF-9E34-4990-BED8-8E1030FA8369}"/>
                    </a:ext>
                  </a:extLst>
                </p:cNvPr>
                <p:cNvSpPr/>
                <p:nvPr/>
              </p:nvSpPr>
              <p:spPr>
                <a:xfrm>
                  <a:off x="7387325" y="1084964"/>
                  <a:ext cx="9416" cy="11041"/>
                </a:xfrm>
                <a:custGeom>
                  <a:avLst/>
                  <a:gdLst>
                    <a:gd name="connsiteX0" fmla="*/ 8591 w 9416"/>
                    <a:gd name="connsiteY0" fmla="*/ 568 h 11041"/>
                    <a:gd name="connsiteX1" fmla="*/ 7394 w 9416"/>
                    <a:gd name="connsiteY1" fmla="*/ 7750 h 11041"/>
                    <a:gd name="connsiteX2" fmla="*/ 966 w 9416"/>
                    <a:gd name="connsiteY2" fmla="*/ 10587 h 11041"/>
                    <a:gd name="connsiteX3" fmla="*/ 2030 w 9416"/>
                    <a:gd name="connsiteY3" fmla="*/ 3139 h 11041"/>
                    <a:gd name="connsiteX4" fmla="*/ 8591 w 9416"/>
                    <a:gd name="connsiteY4" fmla="*/ 568 h 11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6" h="11041">
                      <a:moveTo>
                        <a:pt x="8591" y="568"/>
                      </a:moveTo>
                      <a:cubicBezTo>
                        <a:pt x="10054" y="1942"/>
                        <a:pt x="9522" y="5090"/>
                        <a:pt x="7394" y="7750"/>
                      </a:cubicBezTo>
                      <a:cubicBezTo>
                        <a:pt x="5266" y="10410"/>
                        <a:pt x="2562" y="11828"/>
                        <a:pt x="966" y="10587"/>
                      </a:cubicBezTo>
                      <a:cubicBezTo>
                        <a:pt x="-630" y="9390"/>
                        <a:pt x="-231" y="5977"/>
                        <a:pt x="2030" y="3139"/>
                      </a:cubicBezTo>
                      <a:cubicBezTo>
                        <a:pt x="4202" y="302"/>
                        <a:pt x="7128" y="-762"/>
                        <a:pt x="8591" y="56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02" name="Forme libre : forme 24101">
                  <a:extLst>
                    <a:ext uri="{FF2B5EF4-FFF2-40B4-BE49-F238E27FC236}">
                      <a16:creationId xmlns:a16="http://schemas.microsoft.com/office/drawing/2014/main" id="{CACB023C-4A05-4575-A722-48E47CF533E3}"/>
                    </a:ext>
                  </a:extLst>
                </p:cNvPr>
                <p:cNvSpPr/>
                <p:nvPr/>
              </p:nvSpPr>
              <p:spPr>
                <a:xfrm>
                  <a:off x="7393525" y="1083453"/>
                  <a:ext cx="3137" cy="3374"/>
                </a:xfrm>
                <a:custGeom>
                  <a:avLst/>
                  <a:gdLst>
                    <a:gd name="connsiteX0" fmla="*/ 2258 w 3137"/>
                    <a:gd name="connsiteY0" fmla="*/ 128 h 3374"/>
                    <a:gd name="connsiteX1" fmla="*/ 3012 w 3137"/>
                    <a:gd name="connsiteY1" fmla="*/ 2300 h 3374"/>
                    <a:gd name="connsiteX2" fmla="*/ 972 w 3137"/>
                    <a:gd name="connsiteY2" fmla="*/ 3276 h 3374"/>
                    <a:gd name="connsiteX3" fmla="*/ 130 w 3137"/>
                    <a:gd name="connsiteY3" fmla="*/ 1103 h 3374"/>
                    <a:gd name="connsiteX4" fmla="*/ 2258 w 3137"/>
                    <a:gd name="connsiteY4" fmla="*/ 128 h 3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37" h="3374">
                      <a:moveTo>
                        <a:pt x="2258" y="128"/>
                      </a:moveTo>
                      <a:cubicBezTo>
                        <a:pt x="3056" y="483"/>
                        <a:pt x="3322" y="1414"/>
                        <a:pt x="3012" y="2300"/>
                      </a:cubicBezTo>
                      <a:cubicBezTo>
                        <a:pt x="2701" y="3143"/>
                        <a:pt x="1771" y="3586"/>
                        <a:pt x="972" y="3276"/>
                      </a:cubicBezTo>
                      <a:cubicBezTo>
                        <a:pt x="175" y="2965"/>
                        <a:pt x="-224" y="1990"/>
                        <a:pt x="130" y="1103"/>
                      </a:cubicBezTo>
                      <a:cubicBezTo>
                        <a:pt x="485" y="173"/>
                        <a:pt x="1505" y="-226"/>
                        <a:pt x="2258" y="1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103" name="Forme libre : forme 24102">
                  <a:extLst>
                    <a:ext uri="{FF2B5EF4-FFF2-40B4-BE49-F238E27FC236}">
                      <a16:creationId xmlns:a16="http://schemas.microsoft.com/office/drawing/2014/main" id="{4A088DAC-F955-4202-AFA6-49485B1B12CC}"/>
                    </a:ext>
                  </a:extLst>
                </p:cNvPr>
                <p:cNvSpPr/>
                <p:nvPr/>
              </p:nvSpPr>
              <p:spPr>
                <a:xfrm>
                  <a:off x="7371537" y="1066327"/>
                  <a:ext cx="35156" cy="24895"/>
                </a:xfrm>
                <a:custGeom>
                  <a:avLst/>
                  <a:gdLst>
                    <a:gd name="connsiteX0" fmla="*/ 19636 w 35156"/>
                    <a:gd name="connsiteY0" fmla="*/ 9 h 24895"/>
                    <a:gd name="connsiteX1" fmla="*/ 32625 w 35156"/>
                    <a:gd name="connsiteY1" fmla="*/ 5063 h 24895"/>
                    <a:gd name="connsiteX2" fmla="*/ 35019 w 35156"/>
                    <a:gd name="connsiteY2" fmla="*/ 9275 h 24895"/>
                    <a:gd name="connsiteX3" fmla="*/ 30852 w 35156"/>
                    <a:gd name="connsiteY3" fmla="*/ 10915 h 24895"/>
                    <a:gd name="connsiteX4" fmla="*/ 16134 w 35156"/>
                    <a:gd name="connsiteY4" fmla="*/ 12245 h 24895"/>
                    <a:gd name="connsiteX5" fmla="*/ 12853 w 35156"/>
                    <a:gd name="connsiteY5" fmla="*/ 15348 h 24895"/>
                    <a:gd name="connsiteX6" fmla="*/ 8464 w 35156"/>
                    <a:gd name="connsiteY6" fmla="*/ 20313 h 24895"/>
                    <a:gd name="connsiteX7" fmla="*/ 928 w 35156"/>
                    <a:gd name="connsiteY7" fmla="*/ 24081 h 24895"/>
                    <a:gd name="connsiteX8" fmla="*/ 1948 w 35156"/>
                    <a:gd name="connsiteY8" fmla="*/ 13397 h 24895"/>
                    <a:gd name="connsiteX9" fmla="*/ 8553 w 35156"/>
                    <a:gd name="connsiteY9" fmla="*/ 3866 h 24895"/>
                    <a:gd name="connsiteX10" fmla="*/ 19636 w 35156"/>
                    <a:gd name="connsiteY10" fmla="*/ 9 h 24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156" h="24895">
                      <a:moveTo>
                        <a:pt x="19636" y="9"/>
                      </a:moveTo>
                      <a:cubicBezTo>
                        <a:pt x="24512" y="187"/>
                        <a:pt x="28724" y="2448"/>
                        <a:pt x="32625" y="5063"/>
                      </a:cubicBezTo>
                      <a:cubicBezTo>
                        <a:pt x="34043" y="6038"/>
                        <a:pt x="35639" y="7679"/>
                        <a:pt x="35019" y="9275"/>
                      </a:cubicBezTo>
                      <a:cubicBezTo>
                        <a:pt x="34442" y="10738"/>
                        <a:pt x="32492" y="11003"/>
                        <a:pt x="30852" y="10915"/>
                      </a:cubicBezTo>
                      <a:cubicBezTo>
                        <a:pt x="25886" y="10738"/>
                        <a:pt x="20877" y="9585"/>
                        <a:pt x="16134" y="12245"/>
                      </a:cubicBezTo>
                      <a:cubicBezTo>
                        <a:pt x="15424" y="12688"/>
                        <a:pt x="14094" y="13841"/>
                        <a:pt x="12853" y="15348"/>
                      </a:cubicBezTo>
                      <a:cubicBezTo>
                        <a:pt x="11523" y="16855"/>
                        <a:pt x="10016" y="18673"/>
                        <a:pt x="8464" y="20313"/>
                      </a:cubicBezTo>
                      <a:cubicBezTo>
                        <a:pt x="5317" y="23638"/>
                        <a:pt x="2613" y="26298"/>
                        <a:pt x="928" y="24081"/>
                      </a:cubicBezTo>
                      <a:cubicBezTo>
                        <a:pt x="-801" y="21865"/>
                        <a:pt x="86" y="17564"/>
                        <a:pt x="1948" y="13397"/>
                      </a:cubicBezTo>
                      <a:cubicBezTo>
                        <a:pt x="3588" y="9319"/>
                        <a:pt x="6824" y="5373"/>
                        <a:pt x="8553" y="3866"/>
                      </a:cubicBezTo>
                      <a:cubicBezTo>
                        <a:pt x="11656" y="1162"/>
                        <a:pt x="16045" y="-124"/>
                        <a:pt x="19636" y="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06" name="Graphique 2">
                <a:extLst>
                  <a:ext uri="{FF2B5EF4-FFF2-40B4-BE49-F238E27FC236}">
                    <a16:creationId xmlns:a16="http://schemas.microsoft.com/office/drawing/2014/main" id="{922AF9A8-9D41-44A7-BC53-513E58C7CBA8}"/>
                  </a:ext>
                </a:extLst>
              </p:cNvPr>
              <p:cNvGrpSpPr/>
              <p:nvPr/>
            </p:nvGrpSpPr>
            <p:grpSpPr>
              <a:xfrm>
                <a:off x="7395100" y="1018548"/>
                <a:ext cx="80748" cy="60848"/>
                <a:chOff x="7395100" y="1018548"/>
                <a:chExt cx="80748" cy="60848"/>
              </a:xfrm>
              <a:solidFill>
                <a:schemeClr val="accent1"/>
              </a:solidFill>
            </p:grpSpPr>
            <p:sp>
              <p:nvSpPr>
                <p:cNvPr id="24080" name="Forme libre : forme 24079">
                  <a:extLst>
                    <a:ext uri="{FF2B5EF4-FFF2-40B4-BE49-F238E27FC236}">
                      <a16:creationId xmlns:a16="http://schemas.microsoft.com/office/drawing/2014/main" id="{EB7E30D5-6D6F-4D97-BB2A-6ADD24A7EE2B}"/>
                    </a:ext>
                  </a:extLst>
                </p:cNvPr>
                <p:cNvSpPr/>
                <p:nvPr/>
              </p:nvSpPr>
              <p:spPr>
                <a:xfrm>
                  <a:off x="7395100" y="1018548"/>
                  <a:ext cx="80748" cy="60848"/>
                </a:xfrm>
                <a:custGeom>
                  <a:avLst/>
                  <a:gdLst>
                    <a:gd name="connsiteX0" fmla="*/ 54235 w 80748"/>
                    <a:gd name="connsiteY0" fmla="*/ 58340 h 60848"/>
                    <a:gd name="connsiteX1" fmla="*/ 50688 w 80748"/>
                    <a:gd name="connsiteY1" fmla="*/ 58473 h 60848"/>
                    <a:gd name="connsiteX2" fmla="*/ 46787 w 80748"/>
                    <a:gd name="connsiteY2" fmla="*/ 59049 h 60848"/>
                    <a:gd name="connsiteX3" fmla="*/ 45457 w 80748"/>
                    <a:gd name="connsiteY3" fmla="*/ 59404 h 60848"/>
                    <a:gd name="connsiteX4" fmla="*/ 44482 w 80748"/>
                    <a:gd name="connsiteY4" fmla="*/ 59670 h 60848"/>
                    <a:gd name="connsiteX5" fmla="*/ 42620 w 80748"/>
                    <a:gd name="connsiteY5" fmla="*/ 60467 h 60848"/>
                    <a:gd name="connsiteX6" fmla="*/ 39118 w 80748"/>
                    <a:gd name="connsiteY6" fmla="*/ 60733 h 60848"/>
                    <a:gd name="connsiteX7" fmla="*/ 37877 w 80748"/>
                    <a:gd name="connsiteY7" fmla="*/ 60467 h 60848"/>
                    <a:gd name="connsiteX8" fmla="*/ 36547 w 80748"/>
                    <a:gd name="connsiteY8" fmla="*/ 60379 h 60848"/>
                    <a:gd name="connsiteX9" fmla="*/ 33488 w 80748"/>
                    <a:gd name="connsiteY9" fmla="*/ 59802 h 60848"/>
                    <a:gd name="connsiteX10" fmla="*/ 26395 w 80748"/>
                    <a:gd name="connsiteY10" fmla="*/ 57763 h 60848"/>
                    <a:gd name="connsiteX11" fmla="*/ 19125 w 80748"/>
                    <a:gd name="connsiteY11" fmla="*/ 53862 h 60848"/>
                    <a:gd name="connsiteX12" fmla="*/ 6402 w 80748"/>
                    <a:gd name="connsiteY12" fmla="*/ 44198 h 60848"/>
                    <a:gd name="connsiteX13" fmla="*/ 1215 w 80748"/>
                    <a:gd name="connsiteY13" fmla="*/ 37504 h 60848"/>
                    <a:gd name="connsiteX14" fmla="*/ 373 w 80748"/>
                    <a:gd name="connsiteY14" fmla="*/ 28327 h 60848"/>
                    <a:gd name="connsiteX15" fmla="*/ 1924 w 80748"/>
                    <a:gd name="connsiteY15" fmla="*/ 23096 h 60848"/>
                    <a:gd name="connsiteX16" fmla="*/ 3166 w 80748"/>
                    <a:gd name="connsiteY16" fmla="*/ 20392 h 60848"/>
                    <a:gd name="connsiteX17" fmla="*/ 5027 w 80748"/>
                    <a:gd name="connsiteY17" fmla="*/ 17821 h 60848"/>
                    <a:gd name="connsiteX18" fmla="*/ 15933 w 80748"/>
                    <a:gd name="connsiteY18" fmla="*/ 8778 h 60848"/>
                    <a:gd name="connsiteX19" fmla="*/ 25996 w 80748"/>
                    <a:gd name="connsiteY19" fmla="*/ 4477 h 60848"/>
                    <a:gd name="connsiteX20" fmla="*/ 31271 w 80748"/>
                    <a:gd name="connsiteY20" fmla="*/ 2926 h 60848"/>
                    <a:gd name="connsiteX21" fmla="*/ 36281 w 80748"/>
                    <a:gd name="connsiteY21" fmla="*/ 1729 h 60848"/>
                    <a:gd name="connsiteX22" fmla="*/ 45280 w 80748"/>
                    <a:gd name="connsiteY22" fmla="*/ 399 h 60848"/>
                    <a:gd name="connsiteX23" fmla="*/ 54767 w 80748"/>
                    <a:gd name="connsiteY23" fmla="*/ 0 h 60848"/>
                    <a:gd name="connsiteX24" fmla="*/ 67490 w 80748"/>
                    <a:gd name="connsiteY24" fmla="*/ 2749 h 60848"/>
                    <a:gd name="connsiteX25" fmla="*/ 76622 w 80748"/>
                    <a:gd name="connsiteY25" fmla="*/ 9531 h 60848"/>
                    <a:gd name="connsiteX26" fmla="*/ 80612 w 80748"/>
                    <a:gd name="connsiteY26" fmla="*/ 17998 h 60848"/>
                    <a:gd name="connsiteX27" fmla="*/ 79326 w 80748"/>
                    <a:gd name="connsiteY27" fmla="*/ 26466 h 60848"/>
                    <a:gd name="connsiteX28" fmla="*/ 72721 w 80748"/>
                    <a:gd name="connsiteY28" fmla="*/ 41139 h 60848"/>
                    <a:gd name="connsiteX29" fmla="*/ 68288 w 80748"/>
                    <a:gd name="connsiteY29" fmla="*/ 48099 h 60848"/>
                    <a:gd name="connsiteX30" fmla="*/ 63234 w 80748"/>
                    <a:gd name="connsiteY30" fmla="*/ 53508 h 60848"/>
                    <a:gd name="connsiteX31" fmla="*/ 58668 w 80748"/>
                    <a:gd name="connsiteY31" fmla="*/ 57054 h 60848"/>
                    <a:gd name="connsiteX32" fmla="*/ 54235 w 80748"/>
                    <a:gd name="connsiteY32" fmla="*/ 58340 h 60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80748" h="60848">
                      <a:moveTo>
                        <a:pt x="54235" y="58340"/>
                      </a:moveTo>
                      <a:cubicBezTo>
                        <a:pt x="53038" y="58428"/>
                        <a:pt x="51885" y="58473"/>
                        <a:pt x="50688" y="58473"/>
                      </a:cubicBezTo>
                      <a:cubicBezTo>
                        <a:pt x="49403" y="58694"/>
                        <a:pt x="48117" y="58872"/>
                        <a:pt x="46787" y="59049"/>
                      </a:cubicBezTo>
                      <a:cubicBezTo>
                        <a:pt x="45989" y="59093"/>
                        <a:pt x="45812" y="59271"/>
                        <a:pt x="45457" y="59404"/>
                      </a:cubicBezTo>
                      <a:cubicBezTo>
                        <a:pt x="45147" y="59537"/>
                        <a:pt x="44792" y="59625"/>
                        <a:pt x="44482" y="59670"/>
                      </a:cubicBezTo>
                      <a:cubicBezTo>
                        <a:pt x="43728" y="59625"/>
                        <a:pt x="43241" y="60201"/>
                        <a:pt x="42620" y="60467"/>
                      </a:cubicBezTo>
                      <a:cubicBezTo>
                        <a:pt x="41689" y="60645"/>
                        <a:pt x="40669" y="61044"/>
                        <a:pt x="39118" y="60733"/>
                      </a:cubicBezTo>
                      <a:cubicBezTo>
                        <a:pt x="38719" y="60645"/>
                        <a:pt x="38320" y="60556"/>
                        <a:pt x="37877" y="60467"/>
                      </a:cubicBezTo>
                      <a:cubicBezTo>
                        <a:pt x="37478" y="60467"/>
                        <a:pt x="37035" y="60423"/>
                        <a:pt x="36547" y="60379"/>
                      </a:cubicBezTo>
                      <a:cubicBezTo>
                        <a:pt x="35616" y="60290"/>
                        <a:pt x="34596" y="60068"/>
                        <a:pt x="33488" y="59802"/>
                      </a:cubicBezTo>
                      <a:cubicBezTo>
                        <a:pt x="31271" y="59182"/>
                        <a:pt x="28833" y="58650"/>
                        <a:pt x="26395" y="57763"/>
                      </a:cubicBezTo>
                      <a:cubicBezTo>
                        <a:pt x="23957" y="56877"/>
                        <a:pt x="21430" y="55635"/>
                        <a:pt x="19125" y="53862"/>
                      </a:cubicBezTo>
                      <a:lnTo>
                        <a:pt x="6402" y="44198"/>
                      </a:lnTo>
                      <a:cubicBezTo>
                        <a:pt x="4096" y="42469"/>
                        <a:pt x="2323" y="40208"/>
                        <a:pt x="1215" y="37504"/>
                      </a:cubicBezTo>
                      <a:cubicBezTo>
                        <a:pt x="62" y="34800"/>
                        <a:pt x="-381" y="31652"/>
                        <a:pt x="373" y="28327"/>
                      </a:cubicBezTo>
                      <a:cubicBezTo>
                        <a:pt x="683" y="26643"/>
                        <a:pt x="1215" y="24870"/>
                        <a:pt x="1924" y="23096"/>
                      </a:cubicBezTo>
                      <a:cubicBezTo>
                        <a:pt x="2279" y="22210"/>
                        <a:pt x="2722" y="21323"/>
                        <a:pt x="3166" y="20392"/>
                      </a:cubicBezTo>
                      <a:cubicBezTo>
                        <a:pt x="3698" y="19506"/>
                        <a:pt x="4363" y="18663"/>
                        <a:pt x="5027" y="17821"/>
                      </a:cubicBezTo>
                      <a:cubicBezTo>
                        <a:pt x="7776" y="14452"/>
                        <a:pt x="11145" y="10950"/>
                        <a:pt x="15933" y="8778"/>
                      </a:cubicBezTo>
                      <a:cubicBezTo>
                        <a:pt x="19213" y="7137"/>
                        <a:pt x="22449" y="5408"/>
                        <a:pt x="25996" y="4477"/>
                      </a:cubicBezTo>
                      <a:lnTo>
                        <a:pt x="31271" y="2926"/>
                      </a:lnTo>
                      <a:cubicBezTo>
                        <a:pt x="33000" y="2438"/>
                        <a:pt x="34906" y="1906"/>
                        <a:pt x="36281" y="1729"/>
                      </a:cubicBezTo>
                      <a:cubicBezTo>
                        <a:pt x="39251" y="1241"/>
                        <a:pt x="42266" y="798"/>
                        <a:pt x="45280" y="399"/>
                      </a:cubicBezTo>
                      <a:cubicBezTo>
                        <a:pt x="48427" y="222"/>
                        <a:pt x="51619" y="89"/>
                        <a:pt x="54767" y="0"/>
                      </a:cubicBezTo>
                      <a:cubicBezTo>
                        <a:pt x="59333" y="177"/>
                        <a:pt x="63722" y="975"/>
                        <a:pt x="67490" y="2749"/>
                      </a:cubicBezTo>
                      <a:cubicBezTo>
                        <a:pt x="71258" y="4610"/>
                        <a:pt x="74450" y="6650"/>
                        <a:pt x="76622" y="9531"/>
                      </a:cubicBezTo>
                      <a:cubicBezTo>
                        <a:pt x="78839" y="12280"/>
                        <a:pt x="80168" y="15161"/>
                        <a:pt x="80612" y="17998"/>
                      </a:cubicBezTo>
                      <a:cubicBezTo>
                        <a:pt x="81011" y="20969"/>
                        <a:pt x="80523" y="23806"/>
                        <a:pt x="79326" y="26466"/>
                      </a:cubicBezTo>
                      <a:lnTo>
                        <a:pt x="72721" y="41139"/>
                      </a:lnTo>
                      <a:cubicBezTo>
                        <a:pt x="71524" y="43799"/>
                        <a:pt x="69928" y="46104"/>
                        <a:pt x="68288" y="48099"/>
                      </a:cubicBezTo>
                      <a:cubicBezTo>
                        <a:pt x="66603" y="50227"/>
                        <a:pt x="64830" y="52045"/>
                        <a:pt x="63234" y="53508"/>
                      </a:cubicBezTo>
                      <a:cubicBezTo>
                        <a:pt x="61683" y="54837"/>
                        <a:pt x="60042" y="56389"/>
                        <a:pt x="58668" y="57054"/>
                      </a:cubicBezTo>
                      <a:cubicBezTo>
                        <a:pt x="57205" y="57852"/>
                        <a:pt x="55742" y="58517"/>
                        <a:pt x="54235" y="58340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81" name="Forme libre : forme 24080">
                  <a:extLst>
                    <a:ext uri="{FF2B5EF4-FFF2-40B4-BE49-F238E27FC236}">
                      <a16:creationId xmlns:a16="http://schemas.microsoft.com/office/drawing/2014/main" id="{0394C804-FCEF-4BE1-876C-9AA14AEEFF05}"/>
                    </a:ext>
                  </a:extLst>
                </p:cNvPr>
                <p:cNvSpPr/>
                <p:nvPr/>
              </p:nvSpPr>
              <p:spPr>
                <a:xfrm>
                  <a:off x="7408728" y="1055431"/>
                  <a:ext cx="59270" cy="23920"/>
                </a:xfrm>
                <a:custGeom>
                  <a:avLst/>
                  <a:gdLst>
                    <a:gd name="connsiteX0" fmla="*/ 23407 w 59270"/>
                    <a:gd name="connsiteY0" fmla="*/ 5009 h 23920"/>
                    <a:gd name="connsiteX1" fmla="*/ 18530 w 59270"/>
                    <a:gd name="connsiteY1" fmla="*/ 8334 h 23920"/>
                    <a:gd name="connsiteX2" fmla="*/ 13166 w 59270"/>
                    <a:gd name="connsiteY2" fmla="*/ 10684 h 23920"/>
                    <a:gd name="connsiteX3" fmla="*/ 7004 w 59270"/>
                    <a:gd name="connsiteY3" fmla="*/ 12280 h 23920"/>
                    <a:gd name="connsiteX4" fmla="*/ 0 w 59270"/>
                    <a:gd name="connsiteY4" fmla="*/ 12767 h 23920"/>
                    <a:gd name="connsiteX5" fmla="*/ 5497 w 59270"/>
                    <a:gd name="connsiteY5" fmla="*/ 16934 h 23920"/>
                    <a:gd name="connsiteX6" fmla="*/ 12767 w 59270"/>
                    <a:gd name="connsiteY6" fmla="*/ 20836 h 23920"/>
                    <a:gd name="connsiteX7" fmla="*/ 19860 w 59270"/>
                    <a:gd name="connsiteY7" fmla="*/ 22875 h 23920"/>
                    <a:gd name="connsiteX8" fmla="*/ 22919 w 59270"/>
                    <a:gd name="connsiteY8" fmla="*/ 23451 h 23920"/>
                    <a:gd name="connsiteX9" fmla="*/ 24249 w 59270"/>
                    <a:gd name="connsiteY9" fmla="*/ 23540 h 23920"/>
                    <a:gd name="connsiteX10" fmla="*/ 25490 w 59270"/>
                    <a:gd name="connsiteY10" fmla="*/ 23806 h 23920"/>
                    <a:gd name="connsiteX11" fmla="*/ 28992 w 59270"/>
                    <a:gd name="connsiteY11" fmla="*/ 23540 h 23920"/>
                    <a:gd name="connsiteX12" fmla="*/ 30854 w 59270"/>
                    <a:gd name="connsiteY12" fmla="*/ 22742 h 23920"/>
                    <a:gd name="connsiteX13" fmla="*/ 31830 w 59270"/>
                    <a:gd name="connsiteY13" fmla="*/ 22476 h 23920"/>
                    <a:gd name="connsiteX14" fmla="*/ 33159 w 59270"/>
                    <a:gd name="connsiteY14" fmla="*/ 22121 h 23920"/>
                    <a:gd name="connsiteX15" fmla="*/ 37061 w 59270"/>
                    <a:gd name="connsiteY15" fmla="*/ 21545 h 23920"/>
                    <a:gd name="connsiteX16" fmla="*/ 40607 w 59270"/>
                    <a:gd name="connsiteY16" fmla="*/ 21412 h 23920"/>
                    <a:gd name="connsiteX17" fmla="*/ 44996 w 59270"/>
                    <a:gd name="connsiteY17" fmla="*/ 20171 h 23920"/>
                    <a:gd name="connsiteX18" fmla="*/ 49562 w 59270"/>
                    <a:gd name="connsiteY18" fmla="*/ 16624 h 23920"/>
                    <a:gd name="connsiteX19" fmla="*/ 54616 w 59270"/>
                    <a:gd name="connsiteY19" fmla="*/ 11216 h 23920"/>
                    <a:gd name="connsiteX20" fmla="*/ 59049 w 59270"/>
                    <a:gd name="connsiteY20" fmla="*/ 4256 h 23920"/>
                    <a:gd name="connsiteX21" fmla="*/ 59270 w 59270"/>
                    <a:gd name="connsiteY21" fmla="*/ 3768 h 23920"/>
                    <a:gd name="connsiteX22" fmla="*/ 54793 w 59270"/>
                    <a:gd name="connsiteY22" fmla="*/ 2350 h 23920"/>
                    <a:gd name="connsiteX23" fmla="*/ 52576 w 59270"/>
                    <a:gd name="connsiteY23" fmla="*/ 1640 h 23920"/>
                    <a:gd name="connsiteX24" fmla="*/ 50271 w 59270"/>
                    <a:gd name="connsiteY24" fmla="*/ 1197 h 23920"/>
                    <a:gd name="connsiteX25" fmla="*/ 41051 w 59270"/>
                    <a:gd name="connsiteY25" fmla="*/ 0 h 23920"/>
                    <a:gd name="connsiteX26" fmla="*/ 31608 w 59270"/>
                    <a:gd name="connsiteY26" fmla="*/ 1153 h 23920"/>
                    <a:gd name="connsiteX27" fmla="*/ 23407 w 59270"/>
                    <a:gd name="connsiteY27" fmla="*/ 5009 h 23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9270" h="23920">
                      <a:moveTo>
                        <a:pt x="23407" y="5009"/>
                      </a:moveTo>
                      <a:cubicBezTo>
                        <a:pt x="21855" y="6428"/>
                        <a:pt x="20304" y="7581"/>
                        <a:pt x="18530" y="8334"/>
                      </a:cubicBezTo>
                      <a:cubicBezTo>
                        <a:pt x="16934" y="9443"/>
                        <a:pt x="15161" y="10196"/>
                        <a:pt x="13166" y="10684"/>
                      </a:cubicBezTo>
                      <a:cubicBezTo>
                        <a:pt x="11349" y="11482"/>
                        <a:pt x="9265" y="12014"/>
                        <a:pt x="7004" y="12280"/>
                      </a:cubicBezTo>
                      <a:cubicBezTo>
                        <a:pt x="4699" y="12546"/>
                        <a:pt x="2527" y="12900"/>
                        <a:pt x="0" y="12767"/>
                      </a:cubicBezTo>
                      <a:lnTo>
                        <a:pt x="5497" y="16934"/>
                      </a:lnTo>
                      <a:cubicBezTo>
                        <a:pt x="7802" y="18663"/>
                        <a:pt x="10329" y="19905"/>
                        <a:pt x="12767" y="20836"/>
                      </a:cubicBezTo>
                      <a:cubicBezTo>
                        <a:pt x="15205" y="21722"/>
                        <a:pt x="17644" y="22254"/>
                        <a:pt x="19860" y="22875"/>
                      </a:cubicBezTo>
                      <a:cubicBezTo>
                        <a:pt x="20968" y="23141"/>
                        <a:pt x="21988" y="23318"/>
                        <a:pt x="22919" y="23451"/>
                      </a:cubicBezTo>
                      <a:cubicBezTo>
                        <a:pt x="23407" y="23495"/>
                        <a:pt x="23850" y="23540"/>
                        <a:pt x="24249" y="23540"/>
                      </a:cubicBezTo>
                      <a:cubicBezTo>
                        <a:pt x="24692" y="23628"/>
                        <a:pt x="25091" y="23717"/>
                        <a:pt x="25490" y="23806"/>
                      </a:cubicBezTo>
                      <a:cubicBezTo>
                        <a:pt x="27042" y="24116"/>
                        <a:pt x="28106" y="23717"/>
                        <a:pt x="28992" y="23540"/>
                      </a:cubicBezTo>
                      <a:cubicBezTo>
                        <a:pt x="29613" y="23318"/>
                        <a:pt x="30101" y="22742"/>
                        <a:pt x="30854" y="22742"/>
                      </a:cubicBezTo>
                      <a:cubicBezTo>
                        <a:pt x="31209" y="22653"/>
                        <a:pt x="31519" y="22564"/>
                        <a:pt x="31830" y="22476"/>
                      </a:cubicBezTo>
                      <a:cubicBezTo>
                        <a:pt x="32184" y="22343"/>
                        <a:pt x="32362" y="22165"/>
                        <a:pt x="33159" y="22121"/>
                      </a:cubicBezTo>
                      <a:cubicBezTo>
                        <a:pt x="34445" y="21988"/>
                        <a:pt x="35775" y="21767"/>
                        <a:pt x="37061" y="21545"/>
                      </a:cubicBezTo>
                      <a:cubicBezTo>
                        <a:pt x="38258" y="21545"/>
                        <a:pt x="39410" y="21500"/>
                        <a:pt x="40607" y="21412"/>
                      </a:cubicBezTo>
                      <a:cubicBezTo>
                        <a:pt x="42114" y="21589"/>
                        <a:pt x="43577" y="20969"/>
                        <a:pt x="44996" y="20171"/>
                      </a:cubicBezTo>
                      <a:cubicBezTo>
                        <a:pt x="46370" y="19461"/>
                        <a:pt x="48011" y="17910"/>
                        <a:pt x="49562" y="16624"/>
                      </a:cubicBezTo>
                      <a:cubicBezTo>
                        <a:pt x="51158" y="15161"/>
                        <a:pt x="52887" y="13344"/>
                        <a:pt x="54616" y="11216"/>
                      </a:cubicBezTo>
                      <a:cubicBezTo>
                        <a:pt x="56256" y="9221"/>
                        <a:pt x="57852" y="6916"/>
                        <a:pt x="59049" y="4256"/>
                      </a:cubicBezTo>
                      <a:lnTo>
                        <a:pt x="59270" y="3768"/>
                      </a:lnTo>
                      <a:cubicBezTo>
                        <a:pt x="57807" y="3103"/>
                        <a:pt x="56256" y="2837"/>
                        <a:pt x="54793" y="2350"/>
                      </a:cubicBezTo>
                      <a:lnTo>
                        <a:pt x="52576" y="1640"/>
                      </a:lnTo>
                      <a:lnTo>
                        <a:pt x="50271" y="1197"/>
                      </a:lnTo>
                      <a:cubicBezTo>
                        <a:pt x="47301" y="399"/>
                        <a:pt x="44154" y="266"/>
                        <a:pt x="41051" y="0"/>
                      </a:cubicBezTo>
                      <a:cubicBezTo>
                        <a:pt x="37903" y="177"/>
                        <a:pt x="34711" y="222"/>
                        <a:pt x="31608" y="1153"/>
                      </a:cubicBezTo>
                      <a:cubicBezTo>
                        <a:pt x="28239" y="1818"/>
                        <a:pt x="25801" y="3502"/>
                        <a:pt x="23407" y="500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82" name="Forme libre : forme 24081">
                  <a:extLst>
                    <a:ext uri="{FF2B5EF4-FFF2-40B4-BE49-F238E27FC236}">
                      <a16:creationId xmlns:a16="http://schemas.microsoft.com/office/drawing/2014/main" id="{94499A83-B582-4625-B3F6-0300DDAC24AC}"/>
                    </a:ext>
                  </a:extLst>
                </p:cNvPr>
                <p:cNvSpPr/>
                <p:nvPr/>
              </p:nvSpPr>
              <p:spPr>
                <a:xfrm>
                  <a:off x="7425793" y="1038504"/>
                  <a:ext cx="31334" cy="22207"/>
                </a:xfrm>
                <a:custGeom>
                  <a:avLst/>
                  <a:gdLst>
                    <a:gd name="connsiteX0" fmla="*/ 31255 w 31334"/>
                    <a:gd name="connsiteY0" fmla="*/ 11120 h 22207"/>
                    <a:gd name="connsiteX1" fmla="*/ 26246 w 31334"/>
                    <a:gd name="connsiteY1" fmla="*/ 18523 h 22207"/>
                    <a:gd name="connsiteX2" fmla="*/ 21990 w 31334"/>
                    <a:gd name="connsiteY2" fmla="*/ 20828 h 22207"/>
                    <a:gd name="connsiteX3" fmla="*/ 16981 w 31334"/>
                    <a:gd name="connsiteY3" fmla="*/ 22025 h 22207"/>
                    <a:gd name="connsiteX4" fmla="*/ 11705 w 31334"/>
                    <a:gd name="connsiteY4" fmla="*/ 21981 h 22207"/>
                    <a:gd name="connsiteX5" fmla="*/ 7405 w 31334"/>
                    <a:gd name="connsiteY5" fmla="*/ 20828 h 22207"/>
                    <a:gd name="connsiteX6" fmla="*/ 3504 w 31334"/>
                    <a:gd name="connsiteY6" fmla="*/ 18567 h 22207"/>
                    <a:gd name="connsiteX7" fmla="*/ 711 w 31334"/>
                    <a:gd name="connsiteY7" fmla="*/ 15198 h 22207"/>
                    <a:gd name="connsiteX8" fmla="*/ 91 w 31334"/>
                    <a:gd name="connsiteY8" fmla="*/ 10721 h 22207"/>
                    <a:gd name="connsiteX9" fmla="*/ 2396 w 31334"/>
                    <a:gd name="connsiteY9" fmla="*/ 6110 h 22207"/>
                    <a:gd name="connsiteX10" fmla="*/ 7538 w 31334"/>
                    <a:gd name="connsiteY10" fmla="*/ 2165 h 22207"/>
                    <a:gd name="connsiteX11" fmla="*/ 14365 w 31334"/>
                    <a:gd name="connsiteY11" fmla="*/ 214 h 22207"/>
                    <a:gd name="connsiteX12" fmla="*/ 21502 w 31334"/>
                    <a:gd name="connsiteY12" fmla="*/ 569 h 22207"/>
                    <a:gd name="connsiteX13" fmla="*/ 27177 w 31334"/>
                    <a:gd name="connsiteY13" fmla="*/ 3007 h 22207"/>
                    <a:gd name="connsiteX14" fmla="*/ 31255 w 31334"/>
                    <a:gd name="connsiteY14" fmla="*/ 11120 h 22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334" h="22207">
                      <a:moveTo>
                        <a:pt x="31255" y="11120"/>
                      </a:moveTo>
                      <a:cubicBezTo>
                        <a:pt x="30812" y="14045"/>
                        <a:pt x="28728" y="16705"/>
                        <a:pt x="26246" y="18523"/>
                      </a:cubicBezTo>
                      <a:cubicBezTo>
                        <a:pt x="25005" y="19365"/>
                        <a:pt x="23586" y="20119"/>
                        <a:pt x="21990" y="20828"/>
                      </a:cubicBezTo>
                      <a:cubicBezTo>
                        <a:pt x="20439" y="21537"/>
                        <a:pt x="18798" y="21626"/>
                        <a:pt x="16981" y="22025"/>
                      </a:cubicBezTo>
                      <a:cubicBezTo>
                        <a:pt x="15208" y="22335"/>
                        <a:pt x="13345" y="22202"/>
                        <a:pt x="11705" y="21981"/>
                      </a:cubicBezTo>
                      <a:cubicBezTo>
                        <a:pt x="10242" y="21848"/>
                        <a:pt x="8824" y="21449"/>
                        <a:pt x="7405" y="20828"/>
                      </a:cubicBezTo>
                      <a:cubicBezTo>
                        <a:pt x="5987" y="20119"/>
                        <a:pt x="4612" y="19365"/>
                        <a:pt x="3504" y="18567"/>
                      </a:cubicBezTo>
                      <a:cubicBezTo>
                        <a:pt x="2351" y="17681"/>
                        <a:pt x="1376" y="16572"/>
                        <a:pt x="711" y="15198"/>
                      </a:cubicBezTo>
                      <a:cubicBezTo>
                        <a:pt x="46" y="13824"/>
                        <a:pt x="-131" y="12317"/>
                        <a:pt x="91" y="10721"/>
                      </a:cubicBezTo>
                      <a:cubicBezTo>
                        <a:pt x="312" y="9080"/>
                        <a:pt x="1110" y="7484"/>
                        <a:pt x="2396" y="6110"/>
                      </a:cubicBezTo>
                      <a:cubicBezTo>
                        <a:pt x="3681" y="4692"/>
                        <a:pt x="5410" y="3317"/>
                        <a:pt x="7538" y="2165"/>
                      </a:cubicBezTo>
                      <a:cubicBezTo>
                        <a:pt x="9577" y="1145"/>
                        <a:pt x="11883" y="569"/>
                        <a:pt x="14365" y="214"/>
                      </a:cubicBezTo>
                      <a:cubicBezTo>
                        <a:pt x="16803" y="-273"/>
                        <a:pt x="19330" y="170"/>
                        <a:pt x="21502" y="569"/>
                      </a:cubicBezTo>
                      <a:cubicBezTo>
                        <a:pt x="23675" y="968"/>
                        <a:pt x="25625" y="1854"/>
                        <a:pt x="27177" y="3007"/>
                      </a:cubicBezTo>
                      <a:cubicBezTo>
                        <a:pt x="30280" y="5179"/>
                        <a:pt x="31699" y="8016"/>
                        <a:pt x="31255" y="1112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83" name="Forme libre : forme 24082">
                  <a:extLst>
                    <a:ext uri="{FF2B5EF4-FFF2-40B4-BE49-F238E27FC236}">
                      <a16:creationId xmlns:a16="http://schemas.microsoft.com/office/drawing/2014/main" id="{288E4238-FE1E-49E9-AF07-59F342A07157}"/>
                    </a:ext>
                  </a:extLst>
                </p:cNvPr>
                <p:cNvSpPr/>
                <p:nvPr/>
              </p:nvSpPr>
              <p:spPr>
                <a:xfrm>
                  <a:off x="7425760" y="1042486"/>
                  <a:ext cx="22776" cy="18136"/>
                </a:xfrm>
                <a:custGeom>
                  <a:avLst/>
                  <a:gdLst>
                    <a:gd name="connsiteX0" fmla="*/ 4646 w 22776"/>
                    <a:gd name="connsiteY0" fmla="*/ 0 h 18136"/>
                    <a:gd name="connsiteX1" fmla="*/ 390 w 22776"/>
                    <a:gd name="connsiteY1" fmla="*/ 5453 h 18136"/>
                    <a:gd name="connsiteX2" fmla="*/ 700 w 22776"/>
                    <a:gd name="connsiteY2" fmla="*/ 11127 h 18136"/>
                    <a:gd name="connsiteX3" fmla="*/ 3493 w 22776"/>
                    <a:gd name="connsiteY3" fmla="*/ 14496 h 18136"/>
                    <a:gd name="connsiteX4" fmla="*/ 7394 w 22776"/>
                    <a:gd name="connsiteY4" fmla="*/ 16757 h 18136"/>
                    <a:gd name="connsiteX5" fmla="*/ 11694 w 22776"/>
                    <a:gd name="connsiteY5" fmla="*/ 17910 h 18136"/>
                    <a:gd name="connsiteX6" fmla="*/ 16970 w 22776"/>
                    <a:gd name="connsiteY6" fmla="*/ 17954 h 18136"/>
                    <a:gd name="connsiteX7" fmla="*/ 22777 w 22776"/>
                    <a:gd name="connsiteY7" fmla="*/ 16402 h 18136"/>
                    <a:gd name="connsiteX8" fmla="*/ 19452 w 22776"/>
                    <a:gd name="connsiteY8" fmla="*/ 15738 h 18136"/>
                    <a:gd name="connsiteX9" fmla="*/ 10364 w 22776"/>
                    <a:gd name="connsiteY9" fmla="*/ 9265 h 18136"/>
                    <a:gd name="connsiteX10" fmla="*/ 4646 w 22776"/>
                    <a:gd name="connsiteY10" fmla="*/ 0 h 18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776" h="18136">
                      <a:moveTo>
                        <a:pt x="4646" y="0"/>
                      </a:moveTo>
                      <a:cubicBezTo>
                        <a:pt x="2518" y="1729"/>
                        <a:pt x="966" y="3369"/>
                        <a:pt x="390" y="5453"/>
                      </a:cubicBezTo>
                      <a:cubicBezTo>
                        <a:pt x="-231" y="7492"/>
                        <a:pt x="-98" y="9398"/>
                        <a:pt x="700" y="11127"/>
                      </a:cubicBezTo>
                      <a:cubicBezTo>
                        <a:pt x="1365" y="12501"/>
                        <a:pt x="2340" y="13610"/>
                        <a:pt x="3493" y="14496"/>
                      </a:cubicBezTo>
                      <a:cubicBezTo>
                        <a:pt x="4601" y="15338"/>
                        <a:pt x="5976" y="16092"/>
                        <a:pt x="7394" y="16757"/>
                      </a:cubicBezTo>
                      <a:cubicBezTo>
                        <a:pt x="8813" y="17378"/>
                        <a:pt x="10276" y="17821"/>
                        <a:pt x="11694" y="17910"/>
                      </a:cubicBezTo>
                      <a:cubicBezTo>
                        <a:pt x="13290" y="18131"/>
                        <a:pt x="15152" y="18264"/>
                        <a:pt x="16970" y="17954"/>
                      </a:cubicBezTo>
                      <a:cubicBezTo>
                        <a:pt x="19098" y="17555"/>
                        <a:pt x="21004" y="17333"/>
                        <a:pt x="22777" y="16402"/>
                      </a:cubicBezTo>
                      <a:cubicBezTo>
                        <a:pt x="21669" y="16402"/>
                        <a:pt x="20560" y="16225"/>
                        <a:pt x="19452" y="15738"/>
                      </a:cubicBezTo>
                      <a:cubicBezTo>
                        <a:pt x="16393" y="14230"/>
                        <a:pt x="13157" y="12191"/>
                        <a:pt x="10364" y="9265"/>
                      </a:cubicBezTo>
                      <a:cubicBezTo>
                        <a:pt x="7749" y="6827"/>
                        <a:pt x="5355" y="3679"/>
                        <a:pt x="4646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84" name="Forme libre : forme 24083">
                  <a:extLst>
                    <a:ext uri="{FF2B5EF4-FFF2-40B4-BE49-F238E27FC236}">
                      <a16:creationId xmlns:a16="http://schemas.microsoft.com/office/drawing/2014/main" id="{58D4F0FC-AC6D-4217-ADBA-6EBD99191154}"/>
                    </a:ext>
                  </a:extLst>
                </p:cNvPr>
                <p:cNvSpPr/>
                <p:nvPr/>
              </p:nvSpPr>
              <p:spPr>
                <a:xfrm>
                  <a:off x="7428182" y="1040764"/>
                  <a:ext cx="30096" cy="22152"/>
                </a:xfrm>
                <a:custGeom>
                  <a:avLst/>
                  <a:gdLst>
                    <a:gd name="connsiteX0" fmla="*/ 29975 w 30096"/>
                    <a:gd name="connsiteY0" fmla="*/ 11564 h 22152"/>
                    <a:gd name="connsiteX1" fmla="*/ 28202 w 30096"/>
                    <a:gd name="connsiteY1" fmla="*/ 15598 h 22152"/>
                    <a:gd name="connsiteX2" fmla="*/ 24966 w 30096"/>
                    <a:gd name="connsiteY2" fmla="*/ 18790 h 22152"/>
                    <a:gd name="connsiteX3" fmla="*/ 20887 w 30096"/>
                    <a:gd name="connsiteY3" fmla="*/ 20918 h 22152"/>
                    <a:gd name="connsiteX4" fmla="*/ 16100 w 30096"/>
                    <a:gd name="connsiteY4" fmla="*/ 21982 h 22152"/>
                    <a:gd name="connsiteX5" fmla="*/ 11002 w 30096"/>
                    <a:gd name="connsiteY5" fmla="*/ 21849 h 22152"/>
                    <a:gd name="connsiteX6" fmla="*/ 6879 w 30096"/>
                    <a:gd name="connsiteY6" fmla="*/ 20519 h 22152"/>
                    <a:gd name="connsiteX7" fmla="*/ 3199 w 30096"/>
                    <a:gd name="connsiteY7" fmla="*/ 17903 h 22152"/>
                    <a:gd name="connsiteX8" fmla="*/ 628 w 30096"/>
                    <a:gd name="connsiteY8" fmla="*/ 14401 h 22152"/>
                    <a:gd name="connsiteX9" fmla="*/ 140 w 30096"/>
                    <a:gd name="connsiteY9" fmla="*/ 9924 h 22152"/>
                    <a:gd name="connsiteX10" fmla="*/ 2490 w 30096"/>
                    <a:gd name="connsiteY10" fmla="*/ 5579 h 22152"/>
                    <a:gd name="connsiteX11" fmla="*/ 7411 w 30096"/>
                    <a:gd name="connsiteY11" fmla="*/ 1900 h 22152"/>
                    <a:gd name="connsiteX12" fmla="*/ 14016 w 30096"/>
                    <a:gd name="connsiteY12" fmla="*/ 38 h 22152"/>
                    <a:gd name="connsiteX13" fmla="*/ 20932 w 30096"/>
                    <a:gd name="connsiteY13" fmla="*/ 614 h 22152"/>
                    <a:gd name="connsiteX14" fmla="*/ 26340 w 30096"/>
                    <a:gd name="connsiteY14" fmla="*/ 3274 h 22152"/>
                    <a:gd name="connsiteX15" fmla="*/ 29488 w 30096"/>
                    <a:gd name="connsiteY15" fmla="*/ 7131 h 22152"/>
                    <a:gd name="connsiteX16" fmla="*/ 29975 w 30096"/>
                    <a:gd name="connsiteY16" fmla="*/ 11564 h 22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0096" h="22152">
                      <a:moveTo>
                        <a:pt x="29975" y="11564"/>
                      </a:moveTo>
                      <a:cubicBezTo>
                        <a:pt x="29709" y="13071"/>
                        <a:pt x="29044" y="14401"/>
                        <a:pt x="28202" y="15598"/>
                      </a:cubicBezTo>
                      <a:cubicBezTo>
                        <a:pt x="27360" y="16706"/>
                        <a:pt x="26207" y="17903"/>
                        <a:pt x="24966" y="18790"/>
                      </a:cubicBezTo>
                      <a:cubicBezTo>
                        <a:pt x="23725" y="19765"/>
                        <a:pt x="22395" y="20297"/>
                        <a:pt x="20887" y="20918"/>
                      </a:cubicBezTo>
                      <a:cubicBezTo>
                        <a:pt x="19380" y="21539"/>
                        <a:pt x="17784" y="21893"/>
                        <a:pt x="16100" y="21982"/>
                      </a:cubicBezTo>
                      <a:cubicBezTo>
                        <a:pt x="14371" y="22248"/>
                        <a:pt x="12642" y="22203"/>
                        <a:pt x="11002" y="21849"/>
                      </a:cubicBezTo>
                      <a:cubicBezTo>
                        <a:pt x="9273" y="21450"/>
                        <a:pt x="8253" y="21228"/>
                        <a:pt x="6879" y="20519"/>
                      </a:cubicBezTo>
                      <a:cubicBezTo>
                        <a:pt x="5593" y="19854"/>
                        <a:pt x="4308" y="18967"/>
                        <a:pt x="3199" y="17903"/>
                      </a:cubicBezTo>
                      <a:cubicBezTo>
                        <a:pt x="2091" y="16884"/>
                        <a:pt x="1205" y="15820"/>
                        <a:pt x="628" y="14401"/>
                      </a:cubicBezTo>
                      <a:cubicBezTo>
                        <a:pt x="52" y="13027"/>
                        <a:pt x="-170" y="11431"/>
                        <a:pt x="140" y="9924"/>
                      </a:cubicBezTo>
                      <a:cubicBezTo>
                        <a:pt x="451" y="8461"/>
                        <a:pt x="1249" y="6998"/>
                        <a:pt x="2490" y="5579"/>
                      </a:cubicBezTo>
                      <a:cubicBezTo>
                        <a:pt x="3731" y="4249"/>
                        <a:pt x="5460" y="2654"/>
                        <a:pt x="7411" y="1900"/>
                      </a:cubicBezTo>
                      <a:cubicBezTo>
                        <a:pt x="9361" y="1058"/>
                        <a:pt x="11622" y="393"/>
                        <a:pt x="14016" y="38"/>
                      </a:cubicBezTo>
                      <a:cubicBezTo>
                        <a:pt x="16454" y="-95"/>
                        <a:pt x="18848" y="127"/>
                        <a:pt x="20932" y="614"/>
                      </a:cubicBezTo>
                      <a:cubicBezTo>
                        <a:pt x="23060" y="1102"/>
                        <a:pt x="24922" y="2210"/>
                        <a:pt x="26340" y="3274"/>
                      </a:cubicBezTo>
                      <a:cubicBezTo>
                        <a:pt x="27803" y="4427"/>
                        <a:pt x="28867" y="5579"/>
                        <a:pt x="29488" y="7131"/>
                      </a:cubicBezTo>
                      <a:cubicBezTo>
                        <a:pt x="30064" y="8550"/>
                        <a:pt x="30241" y="10057"/>
                        <a:pt x="29975" y="1156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85" name="Forme libre : forme 24084">
                  <a:extLst>
                    <a:ext uri="{FF2B5EF4-FFF2-40B4-BE49-F238E27FC236}">
                      <a16:creationId xmlns:a16="http://schemas.microsoft.com/office/drawing/2014/main" id="{D4BD0034-C841-4B70-9FC0-99A213493068}"/>
                    </a:ext>
                  </a:extLst>
                </p:cNvPr>
                <p:cNvSpPr/>
                <p:nvPr/>
              </p:nvSpPr>
              <p:spPr>
                <a:xfrm>
                  <a:off x="7406989" y="1040802"/>
                  <a:ext cx="43865" cy="32840"/>
                </a:xfrm>
                <a:custGeom>
                  <a:avLst/>
                  <a:gdLst>
                    <a:gd name="connsiteX0" fmla="*/ 9586 w 43865"/>
                    <a:gd name="connsiteY0" fmla="*/ 21190 h 32840"/>
                    <a:gd name="connsiteX1" fmla="*/ 17033 w 43865"/>
                    <a:gd name="connsiteY1" fmla="*/ 28106 h 32840"/>
                    <a:gd name="connsiteX2" fmla="*/ 24702 w 43865"/>
                    <a:gd name="connsiteY2" fmla="*/ 31431 h 32840"/>
                    <a:gd name="connsiteX3" fmla="*/ 27894 w 43865"/>
                    <a:gd name="connsiteY3" fmla="*/ 32317 h 32840"/>
                    <a:gd name="connsiteX4" fmla="*/ 30510 w 43865"/>
                    <a:gd name="connsiteY4" fmla="*/ 32672 h 32840"/>
                    <a:gd name="connsiteX5" fmla="*/ 32460 w 43865"/>
                    <a:gd name="connsiteY5" fmla="*/ 32805 h 32840"/>
                    <a:gd name="connsiteX6" fmla="*/ 33347 w 43865"/>
                    <a:gd name="connsiteY6" fmla="*/ 32583 h 32840"/>
                    <a:gd name="connsiteX7" fmla="*/ 34721 w 43865"/>
                    <a:gd name="connsiteY7" fmla="*/ 32362 h 32840"/>
                    <a:gd name="connsiteX8" fmla="*/ 39863 w 43865"/>
                    <a:gd name="connsiteY8" fmla="*/ 29702 h 32840"/>
                    <a:gd name="connsiteX9" fmla="*/ 42967 w 43865"/>
                    <a:gd name="connsiteY9" fmla="*/ 25357 h 32840"/>
                    <a:gd name="connsiteX10" fmla="*/ 43632 w 43865"/>
                    <a:gd name="connsiteY10" fmla="*/ 19727 h 32840"/>
                    <a:gd name="connsiteX11" fmla="*/ 38888 w 43865"/>
                    <a:gd name="connsiteY11" fmla="*/ 14674 h 32840"/>
                    <a:gd name="connsiteX12" fmla="*/ 31485 w 43865"/>
                    <a:gd name="connsiteY12" fmla="*/ 9930 h 32840"/>
                    <a:gd name="connsiteX13" fmla="*/ 23727 w 43865"/>
                    <a:gd name="connsiteY13" fmla="*/ 4965 h 32840"/>
                    <a:gd name="connsiteX14" fmla="*/ 13398 w 43865"/>
                    <a:gd name="connsiteY14" fmla="*/ 310 h 32840"/>
                    <a:gd name="connsiteX15" fmla="*/ 6748 w 43865"/>
                    <a:gd name="connsiteY15" fmla="*/ 355 h 32840"/>
                    <a:gd name="connsiteX16" fmla="*/ 1384 w 43865"/>
                    <a:gd name="connsiteY16" fmla="*/ 4123 h 32840"/>
                    <a:gd name="connsiteX17" fmla="*/ 2626 w 43865"/>
                    <a:gd name="connsiteY17" fmla="*/ 13876 h 32840"/>
                    <a:gd name="connsiteX18" fmla="*/ 9586 w 43865"/>
                    <a:gd name="connsiteY18" fmla="*/ 21190 h 32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3865" h="32840">
                      <a:moveTo>
                        <a:pt x="9586" y="21190"/>
                      </a:moveTo>
                      <a:cubicBezTo>
                        <a:pt x="11802" y="23806"/>
                        <a:pt x="14240" y="26421"/>
                        <a:pt x="17033" y="28106"/>
                      </a:cubicBezTo>
                      <a:cubicBezTo>
                        <a:pt x="19737" y="29790"/>
                        <a:pt x="22486" y="30943"/>
                        <a:pt x="24702" y="31431"/>
                      </a:cubicBezTo>
                      <a:cubicBezTo>
                        <a:pt x="25766" y="31564"/>
                        <a:pt x="26963" y="32140"/>
                        <a:pt x="27894" y="32317"/>
                      </a:cubicBezTo>
                      <a:cubicBezTo>
                        <a:pt x="28869" y="32628"/>
                        <a:pt x="29623" y="32450"/>
                        <a:pt x="30510" y="32672"/>
                      </a:cubicBezTo>
                      <a:cubicBezTo>
                        <a:pt x="31219" y="32805"/>
                        <a:pt x="31884" y="32894"/>
                        <a:pt x="32460" y="32805"/>
                      </a:cubicBezTo>
                      <a:cubicBezTo>
                        <a:pt x="32771" y="32761"/>
                        <a:pt x="33037" y="32716"/>
                        <a:pt x="33347" y="32583"/>
                      </a:cubicBezTo>
                      <a:cubicBezTo>
                        <a:pt x="33790" y="32539"/>
                        <a:pt x="34278" y="32450"/>
                        <a:pt x="34721" y="32362"/>
                      </a:cubicBezTo>
                      <a:cubicBezTo>
                        <a:pt x="36583" y="31963"/>
                        <a:pt x="38356" y="30899"/>
                        <a:pt x="39863" y="29702"/>
                      </a:cubicBezTo>
                      <a:cubicBezTo>
                        <a:pt x="41016" y="28726"/>
                        <a:pt x="42169" y="27086"/>
                        <a:pt x="42967" y="25357"/>
                      </a:cubicBezTo>
                      <a:cubicBezTo>
                        <a:pt x="43720" y="23673"/>
                        <a:pt x="44164" y="21678"/>
                        <a:pt x="43632" y="19727"/>
                      </a:cubicBezTo>
                      <a:cubicBezTo>
                        <a:pt x="43011" y="17200"/>
                        <a:pt x="40883" y="16048"/>
                        <a:pt x="38888" y="14674"/>
                      </a:cubicBezTo>
                      <a:cubicBezTo>
                        <a:pt x="36494" y="12989"/>
                        <a:pt x="34012" y="11615"/>
                        <a:pt x="31485" y="9930"/>
                      </a:cubicBezTo>
                      <a:cubicBezTo>
                        <a:pt x="28958" y="8157"/>
                        <a:pt x="26431" y="6605"/>
                        <a:pt x="23727" y="4965"/>
                      </a:cubicBezTo>
                      <a:cubicBezTo>
                        <a:pt x="21466" y="3591"/>
                        <a:pt x="17654" y="887"/>
                        <a:pt x="13398" y="310"/>
                      </a:cubicBezTo>
                      <a:cubicBezTo>
                        <a:pt x="11226" y="-89"/>
                        <a:pt x="8920" y="-133"/>
                        <a:pt x="6748" y="355"/>
                      </a:cubicBezTo>
                      <a:cubicBezTo>
                        <a:pt x="4665" y="975"/>
                        <a:pt x="2803" y="2261"/>
                        <a:pt x="1384" y="4123"/>
                      </a:cubicBezTo>
                      <a:cubicBezTo>
                        <a:pt x="-1276" y="7448"/>
                        <a:pt x="320" y="10950"/>
                        <a:pt x="2626" y="13876"/>
                      </a:cubicBezTo>
                      <a:cubicBezTo>
                        <a:pt x="4931" y="16757"/>
                        <a:pt x="8034" y="19373"/>
                        <a:pt x="9586" y="2119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86" name="Forme libre : forme 24085">
                  <a:extLst>
                    <a:ext uri="{FF2B5EF4-FFF2-40B4-BE49-F238E27FC236}">
                      <a16:creationId xmlns:a16="http://schemas.microsoft.com/office/drawing/2014/main" id="{0A633E7B-205B-4CB7-9CC8-B7ED90BD7DCA}"/>
                    </a:ext>
                  </a:extLst>
                </p:cNvPr>
                <p:cNvSpPr/>
                <p:nvPr/>
              </p:nvSpPr>
              <p:spPr>
                <a:xfrm>
                  <a:off x="7415240" y="1035680"/>
                  <a:ext cx="12750" cy="15154"/>
                </a:xfrm>
                <a:custGeom>
                  <a:avLst/>
                  <a:gdLst>
                    <a:gd name="connsiteX0" fmla="*/ 4 w 12750"/>
                    <a:gd name="connsiteY0" fmla="*/ 11727 h 15154"/>
                    <a:gd name="connsiteX1" fmla="*/ 580 w 12750"/>
                    <a:gd name="connsiteY1" fmla="*/ 14210 h 15154"/>
                    <a:gd name="connsiteX2" fmla="*/ 2841 w 12750"/>
                    <a:gd name="connsiteY2" fmla="*/ 15096 h 15154"/>
                    <a:gd name="connsiteX3" fmla="*/ 5014 w 12750"/>
                    <a:gd name="connsiteY3" fmla="*/ 13678 h 15154"/>
                    <a:gd name="connsiteX4" fmla="*/ 9890 w 12750"/>
                    <a:gd name="connsiteY4" fmla="*/ 8757 h 15154"/>
                    <a:gd name="connsiteX5" fmla="*/ 11708 w 12750"/>
                    <a:gd name="connsiteY5" fmla="*/ 6674 h 15154"/>
                    <a:gd name="connsiteX6" fmla="*/ 7142 w 12750"/>
                    <a:gd name="connsiteY6" fmla="*/ 689 h 15154"/>
                    <a:gd name="connsiteX7" fmla="*/ 4 w 12750"/>
                    <a:gd name="connsiteY7" fmla="*/ 11727 h 15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750" h="15154">
                      <a:moveTo>
                        <a:pt x="4" y="11727"/>
                      </a:moveTo>
                      <a:cubicBezTo>
                        <a:pt x="4" y="12614"/>
                        <a:pt x="93" y="13545"/>
                        <a:pt x="580" y="14210"/>
                      </a:cubicBezTo>
                      <a:cubicBezTo>
                        <a:pt x="1068" y="14875"/>
                        <a:pt x="1955" y="15318"/>
                        <a:pt x="2841" y="15096"/>
                      </a:cubicBezTo>
                      <a:cubicBezTo>
                        <a:pt x="3639" y="14831"/>
                        <a:pt x="4349" y="14254"/>
                        <a:pt x="5014" y="13678"/>
                      </a:cubicBezTo>
                      <a:cubicBezTo>
                        <a:pt x="6698" y="12171"/>
                        <a:pt x="8338" y="10530"/>
                        <a:pt x="9890" y="8757"/>
                      </a:cubicBezTo>
                      <a:cubicBezTo>
                        <a:pt x="10555" y="8003"/>
                        <a:pt x="11264" y="7472"/>
                        <a:pt x="11708" y="6674"/>
                      </a:cubicBezTo>
                      <a:cubicBezTo>
                        <a:pt x="13702" y="3526"/>
                        <a:pt x="13171" y="-1927"/>
                        <a:pt x="7142" y="689"/>
                      </a:cubicBezTo>
                      <a:cubicBezTo>
                        <a:pt x="2797" y="3393"/>
                        <a:pt x="-129" y="7959"/>
                        <a:pt x="4" y="11727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87" name="Forme libre : forme 24086">
                  <a:extLst>
                    <a:ext uri="{FF2B5EF4-FFF2-40B4-BE49-F238E27FC236}">
                      <a16:creationId xmlns:a16="http://schemas.microsoft.com/office/drawing/2014/main" id="{8C63514C-0DF2-4955-9CA5-DD6DE758AE0B}"/>
                    </a:ext>
                  </a:extLst>
                </p:cNvPr>
                <p:cNvSpPr/>
                <p:nvPr/>
              </p:nvSpPr>
              <p:spPr>
                <a:xfrm>
                  <a:off x="7449601" y="1056761"/>
                  <a:ext cx="17377" cy="18884"/>
                </a:xfrm>
                <a:custGeom>
                  <a:avLst/>
                  <a:gdLst>
                    <a:gd name="connsiteX0" fmla="*/ 17378 w 17377"/>
                    <a:gd name="connsiteY0" fmla="*/ 0 h 18884"/>
                    <a:gd name="connsiteX1" fmla="*/ 16225 w 17377"/>
                    <a:gd name="connsiteY1" fmla="*/ 2483 h 18884"/>
                    <a:gd name="connsiteX2" fmla="*/ 12545 w 17377"/>
                    <a:gd name="connsiteY2" fmla="*/ 8024 h 18884"/>
                    <a:gd name="connsiteX3" fmla="*/ 6960 w 17377"/>
                    <a:gd name="connsiteY3" fmla="*/ 14053 h 18884"/>
                    <a:gd name="connsiteX4" fmla="*/ 3724 w 17377"/>
                    <a:gd name="connsiteY4" fmla="*/ 16668 h 18884"/>
                    <a:gd name="connsiteX5" fmla="*/ 0 w 17377"/>
                    <a:gd name="connsiteY5" fmla="*/ 18885 h 18884"/>
                    <a:gd name="connsiteX6" fmla="*/ 1330 w 17377"/>
                    <a:gd name="connsiteY6" fmla="*/ 17954 h 18884"/>
                    <a:gd name="connsiteX7" fmla="*/ 4921 w 17377"/>
                    <a:gd name="connsiteY7" fmla="*/ 14674 h 18884"/>
                    <a:gd name="connsiteX8" fmla="*/ 10418 w 17377"/>
                    <a:gd name="connsiteY8" fmla="*/ 8955 h 18884"/>
                    <a:gd name="connsiteX9" fmla="*/ 17378 w 17377"/>
                    <a:gd name="connsiteY9" fmla="*/ 0 h 18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377" h="18884">
                      <a:moveTo>
                        <a:pt x="17378" y="0"/>
                      </a:moveTo>
                      <a:cubicBezTo>
                        <a:pt x="17378" y="0"/>
                        <a:pt x="17023" y="975"/>
                        <a:pt x="16225" y="2483"/>
                      </a:cubicBezTo>
                      <a:cubicBezTo>
                        <a:pt x="15427" y="3990"/>
                        <a:pt x="14142" y="5940"/>
                        <a:pt x="12545" y="8024"/>
                      </a:cubicBezTo>
                      <a:cubicBezTo>
                        <a:pt x="10905" y="10152"/>
                        <a:pt x="9088" y="11969"/>
                        <a:pt x="6960" y="14053"/>
                      </a:cubicBezTo>
                      <a:cubicBezTo>
                        <a:pt x="5896" y="15073"/>
                        <a:pt x="4832" y="15959"/>
                        <a:pt x="3724" y="16668"/>
                      </a:cubicBezTo>
                      <a:cubicBezTo>
                        <a:pt x="2527" y="17599"/>
                        <a:pt x="1286" y="18397"/>
                        <a:pt x="0" y="18885"/>
                      </a:cubicBezTo>
                      <a:cubicBezTo>
                        <a:pt x="0" y="18885"/>
                        <a:pt x="488" y="18619"/>
                        <a:pt x="1330" y="17954"/>
                      </a:cubicBezTo>
                      <a:cubicBezTo>
                        <a:pt x="2128" y="17378"/>
                        <a:pt x="3458" y="16003"/>
                        <a:pt x="4921" y="14674"/>
                      </a:cubicBezTo>
                      <a:cubicBezTo>
                        <a:pt x="6384" y="13344"/>
                        <a:pt x="8334" y="11127"/>
                        <a:pt x="10418" y="8955"/>
                      </a:cubicBezTo>
                      <a:cubicBezTo>
                        <a:pt x="12501" y="6605"/>
                        <a:pt x="14984" y="3724"/>
                        <a:pt x="1737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88" name="Forme libre : forme 24087">
                  <a:extLst>
                    <a:ext uri="{FF2B5EF4-FFF2-40B4-BE49-F238E27FC236}">
                      <a16:creationId xmlns:a16="http://schemas.microsoft.com/office/drawing/2014/main" id="{44E9AE21-E3FD-4737-A47B-57CE01F5F0EB}"/>
                    </a:ext>
                  </a:extLst>
                </p:cNvPr>
                <p:cNvSpPr/>
                <p:nvPr/>
              </p:nvSpPr>
              <p:spPr>
                <a:xfrm>
                  <a:off x="7398133" y="1027857"/>
                  <a:ext cx="15693" cy="34799"/>
                </a:xfrm>
                <a:custGeom>
                  <a:avLst/>
                  <a:gdLst>
                    <a:gd name="connsiteX0" fmla="*/ 15693 w 15693"/>
                    <a:gd name="connsiteY0" fmla="*/ 0 h 34799"/>
                    <a:gd name="connsiteX1" fmla="*/ 11260 w 15693"/>
                    <a:gd name="connsiteY1" fmla="*/ 2748 h 34799"/>
                    <a:gd name="connsiteX2" fmla="*/ 3458 w 15693"/>
                    <a:gd name="connsiteY2" fmla="*/ 11127 h 34799"/>
                    <a:gd name="connsiteX3" fmla="*/ 0 w 15693"/>
                    <a:gd name="connsiteY3" fmla="*/ 23008 h 34799"/>
                    <a:gd name="connsiteX4" fmla="*/ 5630 w 15693"/>
                    <a:gd name="connsiteY4" fmla="*/ 34800 h 34799"/>
                    <a:gd name="connsiteX5" fmla="*/ 4034 w 15693"/>
                    <a:gd name="connsiteY5" fmla="*/ 32229 h 34799"/>
                    <a:gd name="connsiteX6" fmla="*/ 1773 w 15693"/>
                    <a:gd name="connsiteY6" fmla="*/ 24870 h 34799"/>
                    <a:gd name="connsiteX7" fmla="*/ 3547 w 15693"/>
                    <a:gd name="connsiteY7" fmla="*/ 13299 h 34799"/>
                    <a:gd name="connsiteX8" fmla="*/ 15693 w 15693"/>
                    <a:gd name="connsiteY8" fmla="*/ 0 h 3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693" h="34799">
                      <a:moveTo>
                        <a:pt x="15693" y="0"/>
                      </a:moveTo>
                      <a:cubicBezTo>
                        <a:pt x="15693" y="0"/>
                        <a:pt x="13831" y="931"/>
                        <a:pt x="11260" y="2748"/>
                      </a:cubicBezTo>
                      <a:cubicBezTo>
                        <a:pt x="8600" y="4477"/>
                        <a:pt x="5896" y="7669"/>
                        <a:pt x="3458" y="11127"/>
                      </a:cubicBezTo>
                      <a:cubicBezTo>
                        <a:pt x="1020" y="14629"/>
                        <a:pt x="0" y="18974"/>
                        <a:pt x="0" y="23008"/>
                      </a:cubicBezTo>
                      <a:cubicBezTo>
                        <a:pt x="0" y="27086"/>
                        <a:pt x="2084" y="31165"/>
                        <a:pt x="5630" y="34800"/>
                      </a:cubicBezTo>
                      <a:cubicBezTo>
                        <a:pt x="5630" y="34800"/>
                        <a:pt x="4921" y="33913"/>
                        <a:pt x="4034" y="32229"/>
                      </a:cubicBezTo>
                      <a:cubicBezTo>
                        <a:pt x="3192" y="30544"/>
                        <a:pt x="2039" y="28017"/>
                        <a:pt x="1773" y="24870"/>
                      </a:cubicBezTo>
                      <a:cubicBezTo>
                        <a:pt x="1507" y="21722"/>
                        <a:pt x="1685" y="17732"/>
                        <a:pt x="3547" y="13299"/>
                      </a:cubicBezTo>
                      <a:cubicBezTo>
                        <a:pt x="5719" y="9043"/>
                        <a:pt x="9088" y="3857"/>
                        <a:pt x="156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89" name="Forme libre : forme 24088">
                  <a:extLst>
                    <a:ext uri="{FF2B5EF4-FFF2-40B4-BE49-F238E27FC236}">
                      <a16:creationId xmlns:a16="http://schemas.microsoft.com/office/drawing/2014/main" id="{E8DF00A6-1835-4DC8-8CEF-0584382E2AF6}"/>
                    </a:ext>
                  </a:extLst>
                </p:cNvPr>
                <p:cNvSpPr/>
                <p:nvPr/>
              </p:nvSpPr>
              <p:spPr>
                <a:xfrm>
                  <a:off x="7437724" y="1040703"/>
                  <a:ext cx="12784" cy="7539"/>
                </a:xfrm>
                <a:custGeom>
                  <a:avLst/>
                  <a:gdLst>
                    <a:gd name="connsiteX0" fmla="*/ 12631 w 12784"/>
                    <a:gd name="connsiteY0" fmla="*/ 5463 h 7539"/>
                    <a:gd name="connsiteX1" fmla="*/ 5494 w 12784"/>
                    <a:gd name="connsiteY1" fmla="*/ 7148 h 7539"/>
                    <a:gd name="connsiteX2" fmla="*/ 41 w 12784"/>
                    <a:gd name="connsiteY2" fmla="*/ 2582 h 7539"/>
                    <a:gd name="connsiteX3" fmla="*/ 7577 w 12784"/>
                    <a:gd name="connsiteY3" fmla="*/ 365 h 7539"/>
                    <a:gd name="connsiteX4" fmla="*/ 12631 w 12784"/>
                    <a:gd name="connsiteY4" fmla="*/ 5463 h 7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84" h="7539">
                      <a:moveTo>
                        <a:pt x="12631" y="5463"/>
                      </a:moveTo>
                      <a:cubicBezTo>
                        <a:pt x="11877" y="7281"/>
                        <a:pt x="8819" y="8079"/>
                        <a:pt x="5494" y="7148"/>
                      </a:cubicBezTo>
                      <a:cubicBezTo>
                        <a:pt x="2213" y="6483"/>
                        <a:pt x="-358" y="4532"/>
                        <a:pt x="41" y="2582"/>
                      </a:cubicBezTo>
                      <a:cubicBezTo>
                        <a:pt x="440" y="720"/>
                        <a:pt x="3854" y="-699"/>
                        <a:pt x="7577" y="365"/>
                      </a:cubicBezTo>
                      <a:cubicBezTo>
                        <a:pt x="11301" y="1208"/>
                        <a:pt x="13385" y="3557"/>
                        <a:pt x="12631" y="546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90" name="Forme libre : forme 24089">
                  <a:extLst>
                    <a:ext uri="{FF2B5EF4-FFF2-40B4-BE49-F238E27FC236}">
                      <a16:creationId xmlns:a16="http://schemas.microsoft.com/office/drawing/2014/main" id="{BB41ABFF-2E1C-4204-B671-FD920886BB77}"/>
                    </a:ext>
                  </a:extLst>
                </p:cNvPr>
                <p:cNvSpPr/>
                <p:nvPr/>
              </p:nvSpPr>
              <p:spPr>
                <a:xfrm>
                  <a:off x="7448714" y="1043682"/>
                  <a:ext cx="3459" cy="3151"/>
                </a:xfrm>
                <a:custGeom>
                  <a:avLst/>
                  <a:gdLst>
                    <a:gd name="connsiteX0" fmla="*/ 3458 w 3459"/>
                    <a:gd name="connsiteY0" fmla="*/ 1686 h 3151"/>
                    <a:gd name="connsiteX1" fmla="*/ 1685 w 3459"/>
                    <a:gd name="connsiteY1" fmla="*/ 3149 h 3151"/>
                    <a:gd name="connsiteX2" fmla="*/ 0 w 3459"/>
                    <a:gd name="connsiteY2" fmla="*/ 1598 h 3151"/>
                    <a:gd name="connsiteX3" fmla="*/ 1773 w 3459"/>
                    <a:gd name="connsiteY3" fmla="*/ 2 h 3151"/>
                    <a:gd name="connsiteX4" fmla="*/ 3458 w 3459"/>
                    <a:gd name="connsiteY4" fmla="*/ 1686 h 3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59" h="3151">
                      <a:moveTo>
                        <a:pt x="3458" y="1686"/>
                      </a:moveTo>
                      <a:cubicBezTo>
                        <a:pt x="3413" y="2573"/>
                        <a:pt x="2615" y="3194"/>
                        <a:pt x="1685" y="3149"/>
                      </a:cubicBezTo>
                      <a:cubicBezTo>
                        <a:pt x="754" y="3105"/>
                        <a:pt x="0" y="2484"/>
                        <a:pt x="0" y="1598"/>
                      </a:cubicBezTo>
                      <a:cubicBezTo>
                        <a:pt x="0" y="755"/>
                        <a:pt x="798" y="-43"/>
                        <a:pt x="1773" y="2"/>
                      </a:cubicBezTo>
                      <a:cubicBezTo>
                        <a:pt x="2748" y="46"/>
                        <a:pt x="3502" y="800"/>
                        <a:pt x="3458" y="16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91" name="Forme libre : forme 24090">
                  <a:extLst>
                    <a:ext uri="{FF2B5EF4-FFF2-40B4-BE49-F238E27FC236}">
                      <a16:creationId xmlns:a16="http://schemas.microsoft.com/office/drawing/2014/main" id="{876073CD-4B13-4CE5-B905-8ABC4E7817D3}"/>
                    </a:ext>
                  </a:extLst>
                </p:cNvPr>
                <p:cNvSpPr/>
                <p:nvPr/>
              </p:nvSpPr>
              <p:spPr>
                <a:xfrm>
                  <a:off x="7434977" y="1022977"/>
                  <a:ext cx="33476" cy="30128"/>
                </a:xfrm>
                <a:custGeom>
                  <a:avLst/>
                  <a:gdLst>
                    <a:gd name="connsiteX0" fmla="*/ 32933 w 33476"/>
                    <a:gd name="connsiteY0" fmla="*/ 12682 h 30128"/>
                    <a:gd name="connsiteX1" fmla="*/ 31426 w 33476"/>
                    <a:gd name="connsiteY1" fmla="*/ 26779 h 30128"/>
                    <a:gd name="connsiteX2" fmla="*/ 28012 w 33476"/>
                    <a:gd name="connsiteY2" fmla="*/ 30104 h 30128"/>
                    <a:gd name="connsiteX3" fmla="*/ 25308 w 33476"/>
                    <a:gd name="connsiteY3" fmla="*/ 26691 h 30128"/>
                    <a:gd name="connsiteX4" fmla="*/ 19058 w 33476"/>
                    <a:gd name="connsiteY4" fmla="*/ 12948 h 30128"/>
                    <a:gd name="connsiteX5" fmla="*/ 14580 w 33476"/>
                    <a:gd name="connsiteY5" fmla="*/ 10909 h 30128"/>
                    <a:gd name="connsiteX6" fmla="*/ 7620 w 33476"/>
                    <a:gd name="connsiteY6" fmla="*/ 8825 h 30128"/>
                    <a:gd name="connsiteX7" fmla="*/ 1680 w 33476"/>
                    <a:gd name="connsiteY7" fmla="*/ 6697 h 30128"/>
                    <a:gd name="connsiteX8" fmla="*/ 306 w 33476"/>
                    <a:gd name="connsiteY8" fmla="*/ 3683 h 30128"/>
                    <a:gd name="connsiteX9" fmla="*/ 4650 w 33476"/>
                    <a:gd name="connsiteY9" fmla="*/ 801 h 30128"/>
                    <a:gd name="connsiteX10" fmla="*/ 11920 w 33476"/>
                    <a:gd name="connsiteY10" fmla="*/ 3 h 30128"/>
                    <a:gd name="connsiteX11" fmla="*/ 19545 w 33476"/>
                    <a:gd name="connsiteY11" fmla="*/ 1023 h 30128"/>
                    <a:gd name="connsiteX12" fmla="*/ 24954 w 33476"/>
                    <a:gd name="connsiteY12" fmla="*/ 2885 h 30128"/>
                    <a:gd name="connsiteX13" fmla="*/ 32933 w 33476"/>
                    <a:gd name="connsiteY13" fmla="*/ 12682 h 30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476" h="30128">
                      <a:moveTo>
                        <a:pt x="32933" y="12682"/>
                      </a:moveTo>
                      <a:cubicBezTo>
                        <a:pt x="34219" y="17647"/>
                        <a:pt x="33022" y="22346"/>
                        <a:pt x="31426" y="26779"/>
                      </a:cubicBezTo>
                      <a:cubicBezTo>
                        <a:pt x="30850" y="28420"/>
                        <a:pt x="29653" y="30370"/>
                        <a:pt x="28012" y="30104"/>
                      </a:cubicBezTo>
                      <a:cubicBezTo>
                        <a:pt x="26505" y="29927"/>
                        <a:pt x="25707" y="28242"/>
                        <a:pt x="25308" y="26691"/>
                      </a:cubicBezTo>
                      <a:cubicBezTo>
                        <a:pt x="24067" y="21947"/>
                        <a:pt x="23624" y="16361"/>
                        <a:pt x="19058" y="12948"/>
                      </a:cubicBezTo>
                      <a:cubicBezTo>
                        <a:pt x="18348" y="12416"/>
                        <a:pt x="16664" y="11618"/>
                        <a:pt x="14580" y="10909"/>
                      </a:cubicBezTo>
                      <a:cubicBezTo>
                        <a:pt x="12497" y="10288"/>
                        <a:pt x="10058" y="9579"/>
                        <a:pt x="7620" y="8825"/>
                      </a:cubicBezTo>
                      <a:cubicBezTo>
                        <a:pt x="5226" y="8072"/>
                        <a:pt x="3098" y="7584"/>
                        <a:pt x="1680" y="6697"/>
                      </a:cubicBezTo>
                      <a:cubicBezTo>
                        <a:pt x="261" y="5899"/>
                        <a:pt x="-448" y="4924"/>
                        <a:pt x="306" y="3683"/>
                      </a:cubicBezTo>
                      <a:cubicBezTo>
                        <a:pt x="1059" y="2442"/>
                        <a:pt x="2655" y="1511"/>
                        <a:pt x="4650" y="801"/>
                      </a:cubicBezTo>
                      <a:cubicBezTo>
                        <a:pt x="6689" y="136"/>
                        <a:pt x="9349" y="3"/>
                        <a:pt x="11920" y="3"/>
                      </a:cubicBezTo>
                      <a:cubicBezTo>
                        <a:pt x="14491" y="-41"/>
                        <a:pt x="17196" y="358"/>
                        <a:pt x="19545" y="1023"/>
                      </a:cubicBezTo>
                      <a:cubicBezTo>
                        <a:pt x="21850" y="1599"/>
                        <a:pt x="23757" y="2264"/>
                        <a:pt x="24954" y="2885"/>
                      </a:cubicBezTo>
                      <a:cubicBezTo>
                        <a:pt x="29298" y="5545"/>
                        <a:pt x="32002" y="9003"/>
                        <a:pt x="32933" y="1268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07" name="Graphique 2">
                <a:extLst>
                  <a:ext uri="{FF2B5EF4-FFF2-40B4-BE49-F238E27FC236}">
                    <a16:creationId xmlns:a16="http://schemas.microsoft.com/office/drawing/2014/main" id="{7887B50B-9028-4304-9EB8-53F48CF997A5}"/>
                  </a:ext>
                </a:extLst>
              </p:cNvPr>
              <p:cNvGrpSpPr/>
              <p:nvPr/>
            </p:nvGrpSpPr>
            <p:grpSpPr>
              <a:xfrm>
                <a:off x="7464801" y="1035739"/>
                <a:ext cx="68129" cy="75081"/>
                <a:chOff x="7464801" y="1035739"/>
                <a:chExt cx="68129" cy="75081"/>
              </a:xfrm>
              <a:solidFill>
                <a:schemeClr val="accent1"/>
              </a:solidFill>
            </p:grpSpPr>
            <p:sp>
              <p:nvSpPr>
                <p:cNvPr id="24068" name="Forme libre : forme 24067">
                  <a:extLst>
                    <a:ext uri="{FF2B5EF4-FFF2-40B4-BE49-F238E27FC236}">
                      <a16:creationId xmlns:a16="http://schemas.microsoft.com/office/drawing/2014/main" id="{9AF74F30-0B3B-4AD9-AC30-E99B8E76661F}"/>
                    </a:ext>
                  </a:extLst>
                </p:cNvPr>
                <p:cNvSpPr/>
                <p:nvPr/>
              </p:nvSpPr>
              <p:spPr>
                <a:xfrm>
                  <a:off x="7464801" y="1035739"/>
                  <a:ext cx="68129" cy="74992"/>
                </a:xfrm>
                <a:custGeom>
                  <a:avLst/>
                  <a:gdLst>
                    <a:gd name="connsiteX0" fmla="*/ 12995 w 68129"/>
                    <a:gd name="connsiteY0" fmla="*/ 64378 h 74992"/>
                    <a:gd name="connsiteX1" fmla="*/ 8162 w 68129"/>
                    <a:gd name="connsiteY1" fmla="*/ 56310 h 74992"/>
                    <a:gd name="connsiteX2" fmla="*/ 5591 w 68129"/>
                    <a:gd name="connsiteY2" fmla="*/ 52852 h 74992"/>
                    <a:gd name="connsiteX3" fmla="*/ 4306 w 68129"/>
                    <a:gd name="connsiteY3" fmla="*/ 51212 h 74992"/>
                    <a:gd name="connsiteX4" fmla="*/ 2976 w 68129"/>
                    <a:gd name="connsiteY4" fmla="*/ 49837 h 74992"/>
                    <a:gd name="connsiteX5" fmla="*/ 1513 w 68129"/>
                    <a:gd name="connsiteY5" fmla="*/ 47665 h 74992"/>
                    <a:gd name="connsiteX6" fmla="*/ 582 w 68129"/>
                    <a:gd name="connsiteY6" fmla="*/ 45316 h 74992"/>
                    <a:gd name="connsiteX7" fmla="*/ 6 w 68129"/>
                    <a:gd name="connsiteY7" fmla="*/ 39331 h 74992"/>
                    <a:gd name="connsiteX8" fmla="*/ 626 w 68129"/>
                    <a:gd name="connsiteY8" fmla="*/ 32016 h 74992"/>
                    <a:gd name="connsiteX9" fmla="*/ 2931 w 68129"/>
                    <a:gd name="connsiteY9" fmla="*/ 23992 h 74992"/>
                    <a:gd name="connsiteX10" fmla="*/ 9537 w 68129"/>
                    <a:gd name="connsiteY10" fmla="*/ 9319 h 74992"/>
                    <a:gd name="connsiteX11" fmla="*/ 14989 w 68129"/>
                    <a:gd name="connsiteY11" fmla="*/ 2802 h 74992"/>
                    <a:gd name="connsiteX12" fmla="*/ 23944 w 68129"/>
                    <a:gd name="connsiteY12" fmla="*/ 9 h 74992"/>
                    <a:gd name="connsiteX13" fmla="*/ 34894 w 68129"/>
                    <a:gd name="connsiteY13" fmla="*/ 2093 h 74992"/>
                    <a:gd name="connsiteX14" fmla="*/ 40347 w 68129"/>
                    <a:gd name="connsiteY14" fmla="*/ 5019 h 74992"/>
                    <a:gd name="connsiteX15" fmla="*/ 45134 w 68129"/>
                    <a:gd name="connsiteY15" fmla="*/ 9186 h 74992"/>
                    <a:gd name="connsiteX16" fmla="*/ 48326 w 68129"/>
                    <a:gd name="connsiteY16" fmla="*/ 12511 h 74992"/>
                    <a:gd name="connsiteX17" fmla="*/ 51119 w 68129"/>
                    <a:gd name="connsiteY17" fmla="*/ 15924 h 74992"/>
                    <a:gd name="connsiteX18" fmla="*/ 56350 w 68129"/>
                    <a:gd name="connsiteY18" fmla="*/ 22884 h 74992"/>
                    <a:gd name="connsiteX19" fmla="*/ 64995 w 68129"/>
                    <a:gd name="connsiteY19" fmla="*/ 37070 h 74992"/>
                    <a:gd name="connsiteX20" fmla="*/ 68054 w 68129"/>
                    <a:gd name="connsiteY20" fmla="*/ 47133 h 74992"/>
                    <a:gd name="connsiteX21" fmla="*/ 66945 w 68129"/>
                    <a:gd name="connsiteY21" fmla="*/ 56443 h 74992"/>
                    <a:gd name="connsiteX22" fmla="*/ 55331 w 68129"/>
                    <a:gd name="connsiteY22" fmla="*/ 68323 h 74992"/>
                    <a:gd name="connsiteX23" fmla="*/ 40036 w 68129"/>
                    <a:gd name="connsiteY23" fmla="*/ 73732 h 74992"/>
                    <a:gd name="connsiteX24" fmla="*/ 23856 w 68129"/>
                    <a:gd name="connsiteY24" fmla="*/ 73421 h 74992"/>
                    <a:gd name="connsiteX25" fmla="*/ 17383 w 68129"/>
                    <a:gd name="connsiteY25" fmla="*/ 69698 h 74992"/>
                    <a:gd name="connsiteX26" fmla="*/ 12995 w 68129"/>
                    <a:gd name="connsiteY26" fmla="*/ 64378 h 74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8129" h="74992">
                      <a:moveTo>
                        <a:pt x="12995" y="64378"/>
                      </a:moveTo>
                      <a:cubicBezTo>
                        <a:pt x="11399" y="61541"/>
                        <a:pt x="9847" y="58659"/>
                        <a:pt x="8162" y="56310"/>
                      </a:cubicBezTo>
                      <a:cubicBezTo>
                        <a:pt x="7364" y="54980"/>
                        <a:pt x="6478" y="53916"/>
                        <a:pt x="5591" y="52852"/>
                      </a:cubicBezTo>
                      <a:lnTo>
                        <a:pt x="4306" y="51212"/>
                      </a:lnTo>
                      <a:lnTo>
                        <a:pt x="2976" y="49837"/>
                      </a:lnTo>
                      <a:cubicBezTo>
                        <a:pt x="2355" y="49217"/>
                        <a:pt x="1912" y="48419"/>
                        <a:pt x="1513" y="47665"/>
                      </a:cubicBezTo>
                      <a:cubicBezTo>
                        <a:pt x="1114" y="47000"/>
                        <a:pt x="804" y="46202"/>
                        <a:pt x="582" y="45316"/>
                      </a:cubicBezTo>
                      <a:cubicBezTo>
                        <a:pt x="183" y="43365"/>
                        <a:pt x="-39" y="41725"/>
                        <a:pt x="6" y="39331"/>
                      </a:cubicBezTo>
                      <a:cubicBezTo>
                        <a:pt x="94" y="36937"/>
                        <a:pt x="183" y="34632"/>
                        <a:pt x="626" y="32016"/>
                      </a:cubicBezTo>
                      <a:cubicBezTo>
                        <a:pt x="1070" y="29401"/>
                        <a:pt x="1734" y="26652"/>
                        <a:pt x="2931" y="23992"/>
                      </a:cubicBezTo>
                      <a:lnTo>
                        <a:pt x="9537" y="9319"/>
                      </a:lnTo>
                      <a:cubicBezTo>
                        <a:pt x="10734" y="6659"/>
                        <a:pt x="12551" y="4442"/>
                        <a:pt x="14989" y="2802"/>
                      </a:cubicBezTo>
                      <a:cubicBezTo>
                        <a:pt x="17428" y="1206"/>
                        <a:pt x="20619" y="54"/>
                        <a:pt x="23944" y="9"/>
                      </a:cubicBezTo>
                      <a:cubicBezTo>
                        <a:pt x="27269" y="-79"/>
                        <a:pt x="31348" y="453"/>
                        <a:pt x="34894" y="2093"/>
                      </a:cubicBezTo>
                      <a:cubicBezTo>
                        <a:pt x="36712" y="2891"/>
                        <a:pt x="38573" y="3866"/>
                        <a:pt x="40347" y="5019"/>
                      </a:cubicBezTo>
                      <a:cubicBezTo>
                        <a:pt x="42076" y="6216"/>
                        <a:pt x="43627" y="7634"/>
                        <a:pt x="45134" y="9186"/>
                      </a:cubicBezTo>
                      <a:cubicBezTo>
                        <a:pt x="46198" y="10294"/>
                        <a:pt x="47307" y="11402"/>
                        <a:pt x="48326" y="12511"/>
                      </a:cubicBezTo>
                      <a:lnTo>
                        <a:pt x="51119" y="15924"/>
                      </a:lnTo>
                      <a:cubicBezTo>
                        <a:pt x="52981" y="18229"/>
                        <a:pt x="54843" y="20535"/>
                        <a:pt x="56350" y="22884"/>
                      </a:cubicBezTo>
                      <a:cubicBezTo>
                        <a:pt x="59675" y="27583"/>
                        <a:pt x="62335" y="32282"/>
                        <a:pt x="64995" y="37070"/>
                      </a:cubicBezTo>
                      <a:cubicBezTo>
                        <a:pt x="66679" y="40395"/>
                        <a:pt x="67655" y="43853"/>
                        <a:pt x="68054" y="47133"/>
                      </a:cubicBezTo>
                      <a:cubicBezTo>
                        <a:pt x="68319" y="50458"/>
                        <a:pt x="67876" y="53605"/>
                        <a:pt x="66945" y="56443"/>
                      </a:cubicBezTo>
                      <a:cubicBezTo>
                        <a:pt x="65172" y="62117"/>
                        <a:pt x="60783" y="66373"/>
                        <a:pt x="55331" y="68323"/>
                      </a:cubicBezTo>
                      <a:lnTo>
                        <a:pt x="40036" y="73732"/>
                      </a:lnTo>
                      <a:cubicBezTo>
                        <a:pt x="34451" y="75727"/>
                        <a:pt x="28821" y="75150"/>
                        <a:pt x="23856" y="73421"/>
                      </a:cubicBezTo>
                      <a:cubicBezTo>
                        <a:pt x="21417" y="72535"/>
                        <a:pt x="19245" y="71249"/>
                        <a:pt x="17383" y="69698"/>
                      </a:cubicBezTo>
                      <a:cubicBezTo>
                        <a:pt x="15521" y="68323"/>
                        <a:pt x="14058" y="66506"/>
                        <a:pt x="12995" y="64378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69" name="Forme libre : forme 24068">
                  <a:extLst>
                    <a:ext uri="{FF2B5EF4-FFF2-40B4-BE49-F238E27FC236}">
                      <a16:creationId xmlns:a16="http://schemas.microsoft.com/office/drawing/2014/main" id="{911561A3-DC0E-44EE-B1CD-A1A3BBCEA590}"/>
                    </a:ext>
                  </a:extLst>
                </p:cNvPr>
                <p:cNvSpPr/>
                <p:nvPr/>
              </p:nvSpPr>
              <p:spPr>
                <a:xfrm>
                  <a:off x="7464845" y="1053392"/>
                  <a:ext cx="40568" cy="57428"/>
                </a:xfrm>
                <a:custGeom>
                  <a:avLst/>
                  <a:gdLst>
                    <a:gd name="connsiteX0" fmla="*/ 19511 w 40568"/>
                    <a:gd name="connsiteY0" fmla="*/ 21767 h 57428"/>
                    <a:gd name="connsiteX1" fmla="*/ 14413 w 40568"/>
                    <a:gd name="connsiteY1" fmla="*/ 17511 h 57428"/>
                    <a:gd name="connsiteX2" fmla="*/ 10556 w 40568"/>
                    <a:gd name="connsiteY2" fmla="*/ 12546 h 57428"/>
                    <a:gd name="connsiteX3" fmla="*/ 7719 w 40568"/>
                    <a:gd name="connsiteY3" fmla="*/ 6738 h 57428"/>
                    <a:gd name="connsiteX4" fmla="*/ 5813 w 40568"/>
                    <a:gd name="connsiteY4" fmla="*/ 0 h 57428"/>
                    <a:gd name="connsiteX5" fmla="*/ 2931 w 40568"/>
                    <a:gd name="connsiteY5" fmla="*/ 6339 h 57428"/>
                    <a:gd name="connsiteX6" fmla="*/ 626 w 40568"/>
                    <a:gd name="connsiteY6" fmla="*/ 14363 h 57428"/>
                    <a:gd name="connsiteX7" fmla="*/ 6 w 40568"/>
                    <a:gd name="connsiteY7" fmla="*/ 21678 h 57428"/>
                    <a:gd name="connsiteX8" fmla="*/ 582 w 40568"/>
                    <a:gd name="connsiteY8" fmla="*/ 27663 h 57428"/>
                    <a:gd name="connsiteX9" fmla="*/ 1513 w 40568"/>
                    <a:gd name="connsiteY9" fmla="*/ 30012 h 57428"/>
                    <a:gd name="connsiteX10" fmla="*/ 2976 w 40568"/>
                    <a:gd name="connsiteY10" fmla="*/ 32184 h 57428"/>
                    <a:gd name="connsiteX11" fmla="*/ 4306 w 40568"/>
                    <a:gd name="connsiteY11" fmla="*/ 33559 h 57428"/>
                    <a:gd name="connsiteX12" fmla="*/ 5591 w 40568"/>
                    <a:gd name="connsiteY12" fmla="*/ 35199 h 57428"/>
                    <a:gd name="connsiteX13" fmla="*/ 8162 w 40568"/>
                    <a:gd name="connsiteY13" fmla="*/ 38657 h 57428"/>
                    <a:gd name="connsiteX14" fmla="*/ 12995 w 40568"/>
                    <a:gd name="connsiteY14" fmla="*/ 46725 h 57428"/>
                    <a:gd name="connsiteX15" fmla="*/ 17428 w 40568"/>
                    <a:gd name="connsiteY15" fmla="*/ 52133 h 57428"/>
                    <a:gd name="connsiteX16" fmla="*/ 23900 w 40568"/>
                    <a:gd name="connsiteY16" fmla="*/ 55857 h 57428"/>
                    <a:gd name="connsiteX17" fmla="*/ 40081 w 40568"/>
                    <a:gd name="connsiteY17" fmla="*/ 56167 h 57428"/>
                    <a:gd name="connsiteX18" fmla="*/ 40568 w 40568"/>
                    <a:gd name="connsiteY18" fmla="*/ 55990 h 57428"/>
                    <a:gd name="connsiteX19" fmla="*/ 36446 w 40568"/>
                    <a:gd name="connsiteY19" fmla="*/ 46282 h 57428"/>
                    <a:gd name="connsiteX20" fmla="*/ 32190 w 40568"/>
                    <a:gd name="connsiteY20" fmla="*/ 36928 h 57428"/>
                    <a:gd name="connsiteX21" fmla="*/ 26737 w 40568"/>
                    <a:gd name="connsiteY21" fmla="*/ 28505 h 57428"/>
                    <a:gd name="connsiteX22" fmla="*/ 23412 w 40568"/>
                    <a:gd name="connsiteY22" fmla="*/ 24781 h 57428"/>
                    <a:gd name="connsiteX23" fmla="*/ 19511 w 40568"/>
                    <a:gd name="connsiteY23" fmla="*/ 21767 h 57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0568" h="57428">
                      <a:moveTo>
                        <a:pt x="19511" y="21767"/>
                      </a:moveTo>
                      <a:cubicBezTo>
                        <a:pt x="17649" y="20348"/>
                        <a:pt x="15787" y="19195"/>
                        <a:pt x="14413" y="17511"/>
                      </a:cubicBezTo>
                      <a:cubicBezTo>
                        <a:pt x="12950" y="15959"/>
                        <a:pt x="11576" y="14452"/>
                        <a:pt x="10556" y="12546"/>
                      </a:cubicBezTo>
                      <a:cubicBezTo>
                        <a:pt x="9404" y="10817"/>
                        <a:pt x="8428" y="8955"/>
                        <a:pt x="7719" y="6738"/>
                      </a:cubicBezTo>
                      <a:cubicBezTo>
                        <a:pt x="6921" y="4655"/>
                        <a:pt x="6212" y="2483"/>
                        <a:pt x="5813" y="0"/>
                      </a:cubicBezTo>
                      <a:lnTo>
                        <a:pt x="2931" y="6339"/>
                      </a:lnTo>
                      <a:cubicBezTo>
                        <a:pt x="1734" y="8999"/>
                        <a:pt x="1070" y="11748"/>
                        <a:pt x="626" y="14363"/>
                      </a:cubicBezTo>
                      <a:cubicBezTo>
                        <a:pt x="183" y="17023"/>
                        <a:pt x="94" y="19284"/>
                        <a:pt x="6" y="21678"/>
                      </a:cubicBezTo>
                      <a:cubicBezTo>
                        <a:pt x="-39" y="24072"/>
                        <a:pt x="183" y="25756"/>
                        <a:pt x="582" y="27663"/>
                      </a:cubicBezTo>
                      <a:cubicBezTo>
                        <a:pt x="804" y="28549"/>
                        <a:pt x="1070" y="29347"/>
                        <a:pt x="1513" y="30012"/>
                      </a:cubicBezTo>
                      <a:cubicBezTo>
                        <a:pt x="1912" y="30766"/>
                        <a:pt x="2355" y="31564"/>
                        <a:pt x="2976" y="32184"/>
                      </a:cubicBezTo>
                      <a:lnTo>
                        <a:pt x="4306" y="33559"/>
                      </a:lnTo>
                      <a:lnTo>
                        <a:pt x="5591" y="35199"/>
                      </a:lnTo>
                      <a:cubicBezTo>
                        <a:pt x="6433" y="36263"/>
                        <a:pt x="7364" y="37327"/>
                        <a:pt x="8162" y="38657"/>
                      </a:cubicBezTo>
                      <a:cubicBezTo>
                        <a:pt x="9891" y="41051"/>
                        <a:pt x="11398" y="43932"/>
                        <a:pt x="12995" y="46725"/>
                      </a:cubicBezTo>
                      <a:cubicBezTo>
                        <a:pt x="14014" y="48853"/>
                        <a:pt x="15521" y="50670"/>
                        <a:pt x="17428" y="52133"/>
                      </a:cubicBezTo>
                      <a:cubicBezTo>
                        <a:pt x="19245" y="53685"/>
                        <a:pt x="21417" y="54970"/>
                        <a:pt x="23900" y="55857"/>
                      </a:cubicBezTo>
                      <a:cubicBezTo>
                        <a:pt x="28865" y="57586"/>
                        <a:pt x="34495" y="58162"/>
                        <a:pt x="40081" y="56167"/>
                      </a:cubicBezTo>
                      <a:lnTo>
                        <a:pt x="40568" y="55990"/>
                      </a:lnTo>
                      <a:cubicBezTo>
                        <a:pt x="39150" y="52710"/>
                        <a:pt x="37820" y="49473"/>
                        <a:pt x="36446" y="46282"/>
                      </a:cubicBezTo>
                      <a:cubicBezTo>
                        <a:pt x="35160" y="43045"/>
                        <a:pt x="33608" y="40031"/>
                        <a:pt x="32190" y="36928"/>
                      </a:cubicBezTo>
                      <a:cubicBezTo>
                        <a:pt x="30461" y="34046"/>
                        <a:pt x="28954" y="30987"/>
                        <a:pt x="26737" y="28505"/>
                      </a:cubicBezTo>
                      <a:cubicBezTo>
                        <a:pt x="25673" y="27219"/>
                        <a:pt x="24609" y="25934"/>
                        <a:pt x="23412" y="24781"/>
                      </a:cubicBezTo>
                      <a:cubicBezTo>
                        <a:pt x="22171" y="23761"/>
                        <a:pt x="20885" y="22698"/>
                        <a:pt x="19511" y="21767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70" name="Forme libre : forme 24069">
                  <a:extLst>
                    <a:ext uri="{FF2B5EF4-FFF2-40B4-BE49-F238E27FC236}">
                      <a16:creationId xmlns:a16="http://schemas.microsoft.com/office/drawing/2014/main" id="{E39ED4A7-3711-4FDF-BBDE-3B238E6B7330}"/>
                    </a:ext>
                  </a:extLst>
                </p:cNvPr>
                <p:cNvSpPr/>
                <p:nvPr/>
              </p:nvSpPr>
              <p:spPr>
                <a:xfrm>
                  <a:off x="7485997" y="1065289"/>
                  <a:ext cx="25145" cy="29418"/>
                </a:xfrm>
                <a:custGeom>
                  <a:avLst/>
                  <a:gdLst>
                    <a:gd name="connsiteX0" fmla="*/ 19949 w 25145"/>
                    <a:gd name="connsiteY0" fmla="*/ 28666 h 29418"/>
                    <a:gd name="connsiteX1" fmla="*/ 10906 w 25145"/>
                    <a:gd name="connsiteY1" fmla="*/ 27957 h 29418"/>
                    <a:gd name="connsiteX2" fmla="*/ 6650 w 25145"/>
                    <a:gd name="connsiteY2" fmla="*/ 24898 h 29418"/>
                    <a:gd name="connsiteX3" fmla="*/ 3148 w 25145"/>
                    <a:gd name="connsiteY3" fmla="*/ 20509 h 29418"/>
                    <a:gd name="connsiteX4" fmla="*/ 842 w 25145"/>
                    <a:gd name="connsiteY4" fmla="*/ 15500 h 29418"/>
                    <a:gd name="connsiteX5" fmla="*/ 0 w 25145"/>
                    <a:gd name="connsiteY5" fmla="*/ 10534 h 29418"/>
                    <a:gd name="connsiteX6" fmla="*/ 3103 w 25145"/>
                    <a:gd name="connsiteY6" fmla="*/ 2067 h 29418"/>
                    <a:gd name="connsiteX7" fmla="*/ 12191 w 25145"/>
                    <a:gd name="connsiteY7" fmla="*/ 649 h 29418"/>
                    <a:gd name="connsiteX8" fmla="*/ 17466 w 25145"/>
                    <a:gd name="connsiteY8" fmla="*/ 3619 h 29418"/>
                    <a:gd name="connsiteX9" fmla="*/ 21988 w 25145"/>
                    <a:gd name="connsiteY9" fmla="*/ 8806 h 29418"/>
                    <a:gd name="connsiteX10" fmla="*/ 24604 w 25145"/>
                    <a:gd name="connsiteY10" fmla="*/ 15101 h 29418"/>
                    <a:gd name="connsiteX11" fmla="*/ 25003 w 25145"/>
                    <a:gd name="connsiteY11" fmla="*/ 20997 h 29418"/>
                    <a:gd name="connsiteX12" fmla="*/ 19949 w 25145"/>
                    <a:gd name="connsiteY12" fmla="*/ 28666 h 29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45" h="29418">
                      <a:moveTo>
                        <a:pt x="19949" y="28666"/>
                      </a:moveTo>
                      <a:cubicBezTo>
                        <a:pt x="17156" y="29951"/>
                        <a:pt x="13876" y="29508"/>
                        <a:pt x="10906" y="27957"/>
                      </a:cubicBezTo>
                      <a:cubicBezTo>
                        <a:pt x="9443" y="27159"/>
                        <a:pt x="8024" y="26139"/>
                        <a:pt x="6650" y="24898"/>
                      </a:cubicBezTo>
                      <a:cubicBezTo>
                        <a:pt x="5275" y="23701"/>
                        <a:pt x="4167" y="22149"/>
                        <a:pt x="3148" y="20509"/>
                      </a:cubicBezTo>
                      <a:cubicBezTo>
                        <a:pt x="2084" y="18913"/>
                        <a:pt x="1330" y="17228"/>
                        <a:pt x="842" y="15500"/>
                      </a:cubicBezTo>
                      <a:cubicBezTo>
                        <a:pt x="355" y="13771"/>
                        <a:pt x="0" y="12219"/>
                        <a:pt x="0" y="10534"/>
                      </a:cubicBezTo>
                      <a:cubicBezTo>
                        <a:pt x="0" y="7210"/>
                        <a:pt x="887" y="4151"/>
                        <a:pt x="3103" y="2067"/>
                      </a:cubicBezTo>
                      <a:cubicBezTo>
                        <a:pt x="5364" y="-16"/>
                        <a:pt x="8689" y="-593"/>
                        <a:pt x="12191" y="649"/>
                      </a:cubicBezTo>
                      <a:cubicBezTo>
                        <a:pt x="13920" y="1269"/>
                        <a:pt x="15871" y="2200"/>
                        <a:pt x="17466" y="3619"/>
                      </a:cubicBezTo>
                      <a:cubicBezTo>
                        <a:pt x="19107" y="5037"/>
                        <a:pt x="20658" y="6766"/>
                        <a:pt x="21988" y="8806"/>
                      </a:cubicBezTo>
                      <a:cubicBezTo>
                        <a:pt x="23274" y="10845"/>
                        <a:pt x="24072" y="13017"/>
                        <a:pt x="24604" y="15101"/>
                      </a:cubicBezTo>
                      <a:cubicBezTo>
                        <a:pt x="25180" y="17140"/>
                        <a:pt x="25269" y="19179"/>
                        <a:pt x="25003" y="20997"/>
                      </a:cubicBezTo>
                      <a:cubicBezTo>
                        <a:pt x="24471" y="24632"/>
                        <a:pt x="22742" y="27380"/>
                        <a:pt x="19949" y="28666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71" name="Forme libre : forme 24070">
                  <a:extLst>
                    <a:ext uri="{FF2B5EF4-FFF2-40B4-BE49-F238E27FC236}">
                      <a16:creationId xmlns:a16="http://schemas.microsoft.com/office/drawing/2014/main" id="{9252A96C-955C-4990-B474-6A5BE37A4C17}"/>
                    </a:ext>
                  </a:extLst>
                </p:cNvPr>
                <p:cNvSpPr/>
                <p:nvPr/>
              </p:nvSpPr>
              <p:spPr>
                <a:xfrm>
                  <a:off x="7485952" y="1065337"/>
                  <a:ext cx="14851" cy="25514"/>
                </a:xfrm>
                <a:custGeom>
                  <a:avLst/>
                  <a:gdLst>
                    <a:gd name="connsiteX0" fmla="*/ 14851 w 14851"/>
                    <a:gd name="connsiteY0" fmla="*/ 1798 h 25514"/>
                    <a:gd name="connsiteX1" fmla="*/ 3103 w 14851"/>
                    <a:gd name="connsiteY1" fmla="*/ 2064 h 25514"/>
                    <a:gd name="connsiteX2" fmla="*/ 0 w 14851"/>
                    <a:gd name="connsiteY2" fmla="*/ 10531 h 25514"/>
                    <a:gd name="connsiteX3" fmla="*/ 842 w 14851"/>
                    <a:gd name="connsiteY3" fmla="*/ 15496 h 25514"/>
                    <a:gd name="connsiteX4" fmla="*/ 3148 w 14851"/>
                    <a:gd name="connsiteY4" fmla="*/ 20505 h 25514"/>
                    <a:gd name="connsiteX5" fmla="*/ 7359 w 14851"/>
                    <a:gd name="connsiteY5" fmla="*/ 25515 h 25514"/>
                    <a:gd name="connsiteX6" fmla="*/ 6295 w 14851"/>
                    <a:gd name="connsiteY6" fmla="*/ 22013 h 25514"/>
                    <a:gd name="connsiteX7" fmla="*/ 8246 w 14851"/>
                    <a:gd name="connsiteY7" fmla="*/ 10841 h 25514"/>
                    <a:gd name="connsiteX8" fmla="*/ 14851 w 14851"/>
                    <a:gd name="connsiteY8" fmla="*/ 1798 h 25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851" h="25514">
                      <a:moveTo>
                        <a:pt x="14851" y="1798"/>
                      </a:moveTo>
                      <a:cubicBezTo>
                        <a:pt x="10374" y="-685"/>
                        <a:pt x="5985" y="-596"/>
                        <a:pt x="3103" y="2064"/>
                      </a:cubicBezTo>
                      <a:cubicBezTo>
                        <a:pt x="887" y="4103"/>
                        <a:pt x="0" y="7206"/>
                        <a:pt x="0" y="10531"/>
                      </a:cubicBezTo>
                      <a:cubicBezTo>
                        <a:pt x="0" y="12216"/>
                        <a:pt x="355" y="13767"/>
                        <a:pt x="842" y="15496"/>
                      </a:cubicBezTo>
                      <a:cubicBezTo>
                        <a:pt x="1330" y="17225"/>
                        <a:pt x="2084" y="18909"/>
                        <a:pt x="3148" y="20505"/>
                      </a:cubicBezTo>
                      <a:cubicBezTo>
                        <a:pt x="4345" y="22456"/>
                        <a:pt x="5719" y="24185"/>
                        <a:pt x="7359" y="25515"/>
                      </a:cubicBezTo>
                      <a:cubicBezTo>
                        <a:pt x="6827" y="24451"/>
                        <a:pt x="6428" y="23298"/>
                        <a:pt x="6295" y="22013"/>
                      </a:cubicBezTo>
                      <a:cubicBezTo>
                        <a:pt x="6295" y="18289"/>
                        <a:pt x="6738" y="14565"/>
                        <a:pt x="8246" y="10841"/>
                      </a:cubicBezTo>
                      <a:cubicBezTo>
                        <a:pt x="9708" y="7117"/>
                        <a:pt x="11659" y="3837"/>
                        <a:pt x="14851" y="1798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72" name="Forme libre : forme 24071">
                  <a:extLst>
                    <a:ext uri="{FF2B5EF4-FFF2-40B4-BE49-F238E27FC236}">
                      <a16:creationId xmlns:a16="http://schemas.microsoft.com/office/drawing/2014/main" id="{42628F49-F724-478A-B9C7-F0F441A1B350}"/>
                    </a:ext>
                  </a:extLst>
                </p:cNvPr>
                <p:cNvSpPr/>
                <p:nvPr/>
              </p:nvSpPr>
              <p:spPr>
                <a:xfrm>
                  <a:off x="7484888" y="1068195"/>
                  <a:ext cx="24786" cy="28918"/>
                </a:xfrm>
                <a:custGeom>
                  <a:avLst/>
                  <a:gdLst>
                    <a:gd name="connsiteX0" fmla="*/ 19461 w 24786"/>
                    <a:gd name="connsiteY0" fmla="*/ 28198 h 28918"/>
                    <a:gd name="connsiteX1" fmla="*/ 10418 w 24786"/>
                    <a:gd name="connsiteY1" fmla="*/ 27489 h 28918"/>
                    <a:gd name="connsiteX2" fmla="*/ 6251 w 24786"/>
                    <a:gd name="connsiteY2" fmla="*/ 24430 h 28918"/>
                    <a:gd name="connsiteX3" fmla="*/ 2837 w 24786"/>
                    <a:gd name="connsiteY3" fmla="*/ 20130 h 28918"/>
                    <a:gd name="connsiteX4" fmla="*/ 665 w 24786"/>
                    <a:gd name="connsiteY4" fmla="*/ 15209 h 28918"/>
                    <a:gd name="connsiteX5" fmla="*/ 0 w 24786"/>
                    <a:gd name="connsiteY5" fmla="*/ 10288 h 28918"/>
                    <a:gd name="connsiteX6" fmla="*/ 3414 w 24786"/>
                    <a:gd name="connsiteY6" fmla="*/ 1954 h 28918"/>
                    <a:gd name="connsiteX7" fmla="*/ 12413 w 24786"/>
                    <a:gd name="connsiteY7" fmla="*/ 624 h 28918"/>
                    <a:gd name="connsiteX8" fmla="*/ 17511 w 24786"/>
                    <a:gd name="connsiteY8" fmla="*/ 3550 h 28918"/>
                    <a:gd name="connsiteX9" fmla="*/ 21900 w 24786"/>
                    <a:gd name="connsiteY9" fmla="*/ 8648 h 28918"/>
                    <a:gd name="connsiteX10" fmla="*/ 24604 w 24786"/>
                    <a:gd name="connsiteY10" fmla="*/ 20662 h 28918"/>
                    <a:gd name="connsiteX11" fmla="*/ 19461 w 24786"/>
                    <a:gd name="connsiteY11" fmla="*/ 28198 h 28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4786" h="28918">
                      <a:moveTo>
                        <a:pt x="19461" y="28198"/>
                      </a:moveTo>
                      <a:cubicBezTo>
                        <a:pt x="16668" y="29439"/>
                        <a:pt x="13344" y="28996"/>
                        <a:pt x="10418" y="27489"/>
                      </a:cubicBezTo>
                      <a:cubicBezTo>
                        <a:pt x="8911" y="26735"/>
                        <a:pt x="7581" y="25627"/>
                        <a:pt x="6251" y="24430"/>
                      </a:cubicBezTo>
                      <a:cubicBezTo>
                        <a:pt x="4921" y="23233"/>
                        <a:pt x="3768" y="21770"/>
                        <a:pt x="2837" y="20130"/>
                      </a:cubicBezTo>
                      <a:cubicBezTo>
                        <a:pt x="1906" y="18445"/>
                        <a:pt x="1108" y="16894"/>
                        <a:pt x="665" y="15209"/>
                      </a:cubicBezTo>
                      <a:cubicBezTo>
                        <a:pt x="266" y="13480"/>
                        <a:pt x="44" y="11840"/>
                        <a:pt x="0" y="10288"/>
                      </a:cubicBezTo>
                      <a:cubicBezTo>
                        <a:pt x="44" y="7141"/>
                        <a:pt x="1108" y="3993"/>
                        <a:pt x="3414" y="1954"/>
                      </a:cubicBezTo>
                      <a:cubicBezTo>
                        <a:pt x="5719" y="-85"/>
                        <a:pt x="8911" y="-528"/>
                        <a:pt x="12413" y="624"/>
                      </a:cubicBezTo>
                      <a:cubicBezTo>
                        <a:pt x="14186" y="1156"/>
                        <a:pt x="15959" y="2176"/>
                        <a:pt x="17511" y="3550"/>
                      </a:cubicBezTo>
                      <a:cubicBezTo>
                        <a:pt x="19062" y="4924"/>
                        <a:pt x="20702" y="6609"/>
                        <a:pt x="21900" y="8648"/>
                      </a:cubicBezTo>
                      <a:cubicBezTo>
                        <a:pt x="24249" y="12727"/>
                        <a:pt x="25224" y="17071"/>
                        <a:pt x="24604" y="20662"/>
                      </a:cubicBezTo>
                      <a:cubicBezTo>
                        <a:pt x="24072" y="24253"/>
                        <a:pt x="22299" y="26957"/>
                        <a:pt x="19461" y="2819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73" name="Forme libre : forme 24072">
                  <a:extLst>
                    <a:ext uri="{FF2B5EF4-FFF2-40B4-BE49-F238E27FC236}">
                      <a16:creationId xmlns:a16="http://schemas.microsoft.com/office/drawing/2014/main" id="{FD9C41DC-253B-41C1-B374-A5C1E3BC0DB8}"/>
                    </a:ext>
                  </a:extLst>
                </p:cNvPr>
                <p:cNvSpPr/>
                <p:nvPr/>
              </p:nvSpPr>
              <p:spPr>
                <a:xfrm>
                  <a:off x="7471937" y="1047290"/>
                  <a:ext cx="27451" cy="48420"/>
                </a:xfrm>
                <a:custGeom>
                  <a:avLst/>
                  <a:gdLst>
                    <a:gd name="connsiteX0" fmla="*/ 6391 w 27451"/>
                    <a:gd name="connsiteY0" fmla="*/ 12485 h 48420"/>
                    <a:gd name="connsiteX1" fmla="*/ 1160 w 27451"/>
                    <a:gd name="connsiteY1" fmla="*/ 21307 h 48420"/>
                    <a:gd name="connsiteX2" fmla="*/ 96 w 27451"/>
                    <a:gd name="connsiteY2" fmla="*/ 29952 h 48420"/>
                    <a:gd name="connsiteX3" fmla="*/ 716 w 27451"/>
                    <a:gd name="connsiteY3" fmla="*/ 33897 h 48420"/>
                    <a:gd name="connsiteX4" fmla="*/ 1913 w 27451"/>
                    <a:gd name="connsiteY4" fmla="*/ 37443 h 48420"/>
                    <a:gd name="connsiteX5" fmla="*/ 5017 w 27451"/>
                    <a:gd name="connsiteY5" fmla="*/ 42807 h 48420"/>
                    <a:gd name="connsiteX6" fmla="*/ 7322 w 27451"/>
                    <a:gd name="connsiteY6" fmla="*/ 45068 h 48420"/>
                    <a:gd name="connsiteX7" fmla="*/ 10115 w 27451"/>
                    <a:gd name="connsiteY7" fmla="*/ 47063 h 48420"/>
                    <a:gd name="connsiteX8" fmla="*/ 21109 w 27451"/>
                    <a:gd name="connsiteY8" fmla="*/ 46354 h 48420"/>
                    <a:gd name="connsiteX9" fmla="*/ 23237 w 27451"/>
                    <a:gd name="connsiteY9" fmla="*/ 39394 h 48420"/>
                    <a:gd name="connsiteX10" fmla="*/ 24345 w 27451"/>
                    <a:gd name="connsiteY10" fmla="*/ 30483 h 48420"/>
                    <a:gd name="connsiteX11" fmla="*/ 25985 w 27451"/>
                    <a:gd name="connsiteY11" fmla="*/ 21396 h 48420"/>
                    <a:gd name="connsiteX12" fmla="*/ 27404 w 27451"/>
                    <a:gd name="connsiteY12" fmla="*/ 10490 h 48420"/>
                    <a:gd name="connsiteX13" fmla="*/ 21286 w 27451"/>
                    <a:gd name="connsiteY13" fmla="*/ 516 h 48420"/>
                    <a:gd name="connsiteX14" fmla="*/ 12154 w 27451"/>
                    <a:gd name="connsiteY14" fmla="*/ 4062 h 48420"/>
                    <a:gd name="connsiteX15" fmla="*/ 6391 w 27451"/>
                    <a:gd name="connsiteY15" fmla="*/ 12485 h 48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7451" h="48420">
                      <a:moveTo>
                        <a:pt x="6391" y="12485"/>
                      </a:moveTo>
                      <a:cubicBezTo>
                        <a:pt x="4307" y="15234"/>
                        <a:pt x="2224" y="18159"/>
                        <a:pt x="1160" y="21307"/>
                      </a:cubicBezTo>
                      <a:cubicBezTo>
                        <a:pt x="96" y="24410"/>
                        <a:pt x="-170" y="27425"/>
                        <a:pt x="96" y="29952"/>
                      </a:cubicBezTo>
                      <a:cubicBezTo>
                        <a:pt x="184" y="31281"/>
                        <a:pt x="406" y="32700"/>
                        <a:pt x="716" y="33897"/>
                      </a:cubicBezTo>
                      <a:cubicBezTo>
                        <a:pt x="1071" y="35094"/>
                        <a:pt x="1470" y="36202"/>
                        <a:pt x="1913" y="37443"/>
                      </a:cubicBezTo>
                      <a:cubicBezTo>
                        <a:pt x="2711" y="39350"/>
                        <a:pt x="3775" y="41034"/>
                        <a:pt x="5017" y="42807"/>
                      </a:cubicBezTo>
                      <a:cubicBezTo>
                        <a:pt x="5681" y="43650"/>
                        <a:pt x="6435" y="44403"/>
                        <a:pt x="7322" y="45068"/>
                      </a:cubicBezTo>
                      <a:cubicBezTo>
                        <a:pt x="8164" y="45822"/>
                        <a:pt x="9051" y="46531"/>
                        <a:pt x="10115" y="47063"/>
                      </a:cubicBezTo>
                      <a:cubicBezTo>
                        <a:pt x="13306" y="48659"/>
                        <a:pt x="18316" y="49324"/>
                        <a:pt x="21109" y="46354"/>
                      </a:cubicBezTo>
                      <a:cubicBezTo>
                        <a:pt x="22882" y="44448"/>
                        <a:pt x="23015" y="41877"/>
                        <a:pt x="23237" y="39394"/>
                      </a:cubicBezTo>
                      <a:cubicBezTo>
                        <a:pt x="23547" y="36424"/>
                        <a:pt x="23902" y="33454"/>
                        <a:pt x="24345" y="30483"/>
                      </a:cubicBezTo>
                      <a:cubicBezTo>
                        <a:pt x="24788" y="27469"/>
                        <a:pt x="25453" y="24366"/>
                        <a:pt x="25985" y="21396"/>
                      </a:cubicBezTo>
                      <a:cubicBezTo>
                        <a:pt x="26429" y="18869"/>
                        <a:pt x="27714" y="14613"/>
                        <a:pt x="27404" y="10490"/>
                      </a:cubicBezTo>
                      <a:cubicBezTo>
                        <a:pt x="27093" y="6412"/>
                        <a:pt x="25542" y="2156"/>
                        <a:pt x="21286" y="516"/>
                      </a:cubicBezTo>
                      <a:cubicBezTo>
                        <a:pt x="17606" y="-1036"/>
                        <a:pt x="14592" y="1136"/>
                        <a:pt x="12154" y="4062"/>
                      </a:cubicBezTo>
                      <a:cubicBezTo>
                        <a:pt x="9760" y="6988"/>
                        <a:pt x="7854" y="10579"/>
                        <a:pt x="6391" y="1248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74" name="Forme libre : forme 24073">
                  <a:extLst>
                    <a:ext uri="{FF2B5EF4-FFF2-40B4-BE49-F238E27FC236}">
                      <a16:creationId xmlns:a16="http://schemas.microsoft.com/office/drawing/2014/main" id="{422E883D-07EB-47D8-860C-8BC4E582613C}"/>
                    </a:ext>
                  </a:extLst>
                </p:cNvPr>
                <p:cNvSpPr/>
                <p:nvPr/>
              </p:nvSpPr>
              <p:spPr>
                <a:xfrm>
                  <a:off x="7489383" y="1054654"/>
                  <a:ext cx="16226" cy="9488"/>
                </a:xfrm>
                <a:custGeom>
                  <a:avLst/>
                  <a:gdLst>
                    <a:gd name="connsiteX0" fmla="*/ 2820 w 16226"/>
                    <a:gd name="connsiteY0" fmla="*/ 334 h 9488"/>
                    <a:gd name="connsiteX1" fmla="*/ 559 w 16226"/>
                    <a:gd name="connsiteY1" fmla="*/ 1531 h 9488"/>
                    <a:gd name="connsiteX2" fmla="*/ 204 w 16226"/>
                    <a:gd name="connsiteY2" fmla="*/ 3925 h 9488"/>
                    <a:gd name="connsiteX3" fmla="*/ 2022 w 16226"/>
                    <a:gd name="connsiteY3" fmla="*/ 5654 h 9488"/>
                    <a:gd name="connsiteX4" fmla="*/ 7918 w 16226"/>
                    <a:gd name="connsiteY4" fmla="*/ 8579 h 9488"/>
                    <a:gd name="connsiteX5" fmla="*/ 10400 w 16226"/>
                    <a:gd name="connsiteY5" fmla="*/ 9422 h 9488"/>
                    <a:gd name="connsiteX6" fmla="*/ 14656 w 16226"/>
                    <a:gd name="connsiteY6" fmla="*/ 3304 h 9488"/>
                    <a:gd name="connsiteX7" fmla="*/ 2820 w 16226"/>
                    <a:gd name="connsiteY7" fmla="*/ 334 h 9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226" h="9488">
                      <a:moveTo>
                        <a:pt x="2820" y="334"/>
                      </a:moveTo>
                      <a:cubicBezTo>
                        <a:pt x="1933" y="556"/>
                        <a:pt x="1135" y="910"/>
                        <a:pt x="559" y="1531"/>
                      </a:cubicBezTo>
                      <a:cubicBezTo>
                        <a:pt x="27" y="2151"/>
                        <a:pt x="-195" y="3127"/>
                        <a:pt x="204" y="3925"/>
                      </a:cubicBezTo>
                      <a:cubicBezTo>
                        <a:pt x="559" y="4723"/>
                        <a:pt x="1312" y="5210"/>
                        <a:pt x="2022" y="5654"/>
                      </a:cubicBezTo>
                      <a:cubicBezTo>
                        <a:pt x="3884" y="6806"/>
                        <a:pt x="5967" y="7693"/>
                        <a:pt x="7918" y="8579"/>
                      </a:cubicBezTo>
                      <a:cubicBezTo>
                        <a:pt x="8716" y="8978"/>
                        <a:pt x="9558" y="9333"/>
                        <a:pt x="10400" y="9422"/>
                      </a:cubicBezTo>
                      <a:cubicBezTo>
                        <a:pt x="13991" y="9954"/>
                        <a:pt x="18734" y="7249"/>
                        <a:pt x="14656" y="3304"/>
                      </a:cubicBezTo>
                      <a:cubicBezTo>
                        <a:pt x="11420" y="290"/>
                        <a:pt x="6189" y="-553"/>
                        <a:pt x="2820" y="33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75" name="Forme libre : forme 24074">
                  <a:extLst>
                    <a:ext uri="{FF2B5EF4-FFF2-40B4-BE49-F238E27FC236}">
                      <a16:creationId xmlns:a16="http://schemas.microsoft.com/office/drawing/2014/main" id="{DDC79D21-9C9E-4DE8-B0FD-A517060B6BD3}"/>
                    </a:ext>
                  </a:extLst>
                </p:cNvPr>
                <p:cNvSpPr/>
                <p:nvPr/>
              </p:nvSpPr>
              <p:spPr>
                <a:xfrm>
                  <a:off x="7479081" y="1099851"/>
                  <a:ext cx="27352" cy="8275"/>
                </a:xfrm>
                <a:custGeom>
                  <a:avLst/>
                  <a:gdLst>
                    <a:gd name="connsiteX0" fmla="*/ 27352 w 27352"/>
                    <a:gd name="connsiteY0" fmla="*/ 6916 h 8275"/>
                    <a:gd name="connsiteX1" fmla="*/ 18087 w 27352"/>
                    <a:gd name="connsiteY1" fmla="*/ 8246 h 8275"/>
                    <a:gd name="connsiteX2" fmla="*/ 9221 w 27352"/>
                    <a:gd name="connsiteY2" fmla="*/ 6295 h 8275"/>
                    <a:gd name="connsiteX3" fmla="*/ 0 w 27352"/>
                    <a:gd name="connsiteY3" fmla="*/ 0 h 8275"/>
                    <a:gd name="connsiteX4" fmla="*/ 7182 w 27352"/>
                    <a:gd name="connsiteY4" fmla="*/ 4078 h 8275"/>
                    <a:gd name="connsiteX5" fmla="*/ 27352 w 27352"/>
                    <a:gd name="connsiteY5" fmla="*/ 6916 h 8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352" h="8275">
                      <a:moveTo>
                        <a:pt x="27352" y="6916"/>
                      </a:moveTo>
                      <a:cubicBezTo>
                        <a:pt x="27352" y="6916"/>
                        <a:pt x="23407" y="8512"/>
                        <a:pt x="18087" y="8246"/>
                      </a:cubicBezTo>
                      <a:cubicBezTo>
                        <a:pt x="15383" y="8157"/>
                        <a:pt x="12324" y="7625"/>
                        <a:pt x="9221" y="6295"/>
                      </a:cubicBezTo>
                      <a:cubicBezTo>
                        <a:pt x="6206" y="4876"/>
                        <a:pt x="2882" y="3059"/>
                        <a:pt x="0" y="0"/>
                      </a:cubicBezTo>
                      <a:cubicBezTo>
                        <a:pt x="0" y="0"/>
                        <a:pt x="2438" y="2172"/>
                        <a:pt x="7182" y="4078"/>
                      </a:cubicBezTo>
                      <a:cubicBezTo>
                        <a:pt x="11703" y="6162"/>
                        <a:pt x="18663" y="8068"/>
                        <a:pt x="27352" y="69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76" name="Forme libre : forme 24075">
                  <a:extLst>
                    <a:ext uri="{FF2B5EF4-FFF2-40B4-BE49-F238E27FC236}">
                      <a16:creationId xmlns:a16="http://schemas.microsoft.com/office/drawing/2014/main" id="{BA7447AE-02C4-4058-99F8-304FCB845E51}"/>
                    </a:ext>
                  </a:extLst>
                </p:cNvPr>
                <p:cNvSpPr/>
                <p:nvPr/>
              </p:nvSpPr>
              <p:spPr>
                <a:xfrm>
                  <a:off x="7474914" y="1038699"/>
                  <a:ext cx="35154" cy="8796"/>
                </a:xfrm>
                <a:custGeom>
                  <a:avLst/>
                  <a:gdLst>
                    <a:gd name="connsiteX0" fmla="*/ 35154 w 35154"/>
                    <a:gd name="connsiteY0" fmla="*/ 8797 h 8796"/>
                    <a:gd name="connsiteX1" fmla="*/ 31785 w 35154"/>
                    <a:gd name="connsiteY1" fmla="*/ 5959 h 8796"/>
                    <a:gd name="connsiteX2" fmla="*/ 22609 w 35154"/>
                    <a:gd name="connsiteY2" fmla="*/ 1216 h 8796"/>
                    <a:gd name="connsiteX3" fmla="*/ 10462 w 35154"/>
                    <a:gd name="connsiteY3" fmla="*/ 551 h 8796"/>
                    <a:gd name="connsiteX4" fmla="*/ 0 w 35154"/>
                    <a:gd name="connsiteY4" fmla="*/ 8619 h 8796"/>
                    <a:gd name="connsiteX5" fmla="*/ 2217 w 35154"/>
                    <a:gd name="connsiteY5" fmla="*/ 6536 h 8796"/>
                    <a:gd name="connsiteX6" fmla="*/ 9044 w 35154"/>
                    <a:gd name="connsiteY6" fmla="*/ 2768 h 8796"/>
                    <a:gd name="connsiteX7" fmla="*/ 20614 w 35154"/>
                    <a:gd name="connsiteY7" fmla="*/ 1925 h 8796"/>
                    <a:gd name="connsiteX8" fmla="*/ 27796 w 35154"/>
                    <a:gd name="connsiteY8" fmla="*/ 4142 h 8796"/>
                    <a:gd name="connsiteX9" fmla="*/ 35154 w 35154"/>
                    <a:gd name="connsiteY9" fmla="*/ 8797 h 8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154" h="8796">
                      <a:moveTo>
                        <a:pt x="35154" y="8797"/>
                      </a:moveTo>
                      <a:cubicBezTo>
                        <a:pt x="35154" y="8797"/>
                        <a:pt x="33913" y="7555"/>
                        <a:pt x="31785" y="5959"/>
                      </a:cubicBezTo>
                      <a:cubicBezTo>
                        <a:pt x="29746" y="4319"/>
                        <a:pt x="26333" y="2457"/>
                        <a:pt x="22609" y="1216"/>
                      </a:cubicBezTo>
                      <a:cubicBezTo>
                        <a:pt x="19018" y="-114"/>
                        <a:pt x="14363" y="-380"/>
                        <a:pt x="10462" y="551"/>
                      </a:cubicBezTo>
                      <a:cubicBezTo>
                        <a:pt x="6472" y="1571"/>
                        <a:pt x="2748" y="4275"/>
                        <a:pt x="0" y="8619"/>
                      </a:cubicBezTo>
                      <a:cubicBezTo>
                        <a:pt x="0" y="8619"/>
                        <a:pt x="709" y="7733"/>
                        <a:pt x="2217" y="6536"/>
                      </a:cubicBezTo>
                      <a:cubicBezTo>
                        <a:pt x="3680" y="5383"/>
                        <a:pt x="6029" y="3743"/>
                        <a:pt x="9044" y="2768"/>
                      </a:cubicBezTo>
                      <a:cubicBezTo>
                        <a:pt x="12014" y="1792"/>
                        <a:pt x="16048" y="1172"/>
                        <a:pt x="20614" y="1925"/>
                      </a:cubicBezTo>
                      <a:cubicBezTo>
                        <a:pt x="22831" y="2324"/>
                        <a:pt x="25224" y="3034"/>
                        <a:pt x="27796" y="4142"/>
                      </a:cubicBezTo>
                      <a:cubicBezTo>
                        <a:pt x="30278" y="5206"/>
                        <a:pt x="32628" y="6802"/>
                        <a:pt x="35154" y="87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77" name="Forme libre : forme 24076">
                  <a:extLst>
                    <a:ext uri="{FF2B5EF4-FFF2-40B4-BE49-F238E27FC236}">
                      <a16:creationId xmlns:a16="http://schemas.microsoft.com/office/drawing/2014/main" id="{3BAE447B-3FEF-427B-9F47-4071B318ED7F}"/>
                    </a:ext>
                  </a:extLst>
                </p:cNvPr>
                <p:cNvSpPr/>
                <p:nvPr/>
              </p:nvSpPr>
              <p:spPr>
                <a:xfrm>
                  <a:off x="7500591" y="1073955"/>
                  <a:ext cx="7604" cy="12477"/>
                </a:xfrm>
                <a:custGeom>
                  <a:avLst/>
                  <a:gdLst>
                    <a:gd name="connsiteX0" fmla="*/ 5000 w 7604"/>
                    <a:gd name="connsiteY0" fmla="*/ 12463 h 12477"/>
                    <a:gd name="connsiteX1" fmla="*/ 256 w 7604"/>
                    <a:gd name="connsiteY1" fmla="*/ 6922 h 12477"/>
                    <a:gd name="connsiteX2" fmla="*/ 2207 w 7604"/>
                    <a:gd name="connsiteY2" fmla="*/ 50 h 12477"/>
                    <a:gd name="connsiteX3" fmla="*/ 7349 w 7604"/>
                    <a:gd name="connsiteY3" fmla="*/ 5680 h 12477"/>
                    <a:gd name="connsiteX4" fmla="*/ 5000 w 7604"/>
                    <a:gd name="connsiteY4" fmla="*/ 12463 h 1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04" h="12477">
                      <a:moveTo>
                        <a:pt x="5000" y="12463"/>
                      </a:moveTo>
                      <a:cubicBezTo>
                        <a:pt x="3049" y="12685"/>
                        <a:pt x="921" y="10291"/>
                        <a:pt x="256" y="6922"/>
                      </a:cubicBezTo>
                      <a:cubicBezTo>
                        <a:pt x="-409" y="3553"/>
                        <a:pt x="212" y="538"/>
                        <a:pt x="2207" y="50"/>
                      </a:cubicBezTo>
                      <a:cubicBezTo>
                        <a:pt x="4158" y="-393"/>
                        <a:pt x="6684" y="2134"/>
                        <a:pt x="7349" y="5680"/>
                      </a:cubicBezTo>
                      <a:cubicBezTo>
                        <a:pt x="8147" y="9227"/>
                        <a:pt x="6995" y="12241"/>
                        <a:pt x="5000" y="1246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78" name="Forme libre : forme 24077">
                  <a:extLst>
                    <a:ext uri="{FF2B5EF4-FFF2-40B4-BE49-F238E27FC236}">
                      <a16:creationId xmlns:a16="http://schemas.microsoft.com/office/drawing/2014/main" id="{DF270671-5204-47CC-9E34-48B057D9AAFE}"/>
                    </a:ext>
                  </a:extLst>
                </p:cNvPr>
                <p:cNvSpPr/>
                <p:nvPr/>
              </p:nvSpPr>
              <p:spPr>
                <a:xfrm>
                  <a:off x="7504865" y="1084384"/>
                  <a:ext cx="3204" cy="3350"/>
                </a:xfrm>
                <a:custGeom>
                  <a:avLst/>
                  <a:gdLst>
                    <a:gd name="connsiteX0" fmla="*/ 2322 w 3204"/>
                    <a:gd name="connsiteY0" fmla="*/ 3187 h 3350"/>
                    <a:gd name="connsiteX1" fmla="*/ 194 w 3204"/>
                    <a:gd name="connsiteY1" fmla="*/ 2389 h 3350"/>
                    <a:gd name="connsiteX2" fmla="*/ 814 w 3204"/>
                    <a:gd name="connsiteY2" fmla="*/ 172 h 3350"/>
                    <a:gd name="connsiteX3" fmla="*/ 3031 w 3204"/>
                    <a:gd name="connsiteY3" fmla="*/ 926 h 3350"/>
                    <a:gd name="connsiteX4" fmla="*/ 2322 w 3204"/>
                    <a:gd name="connsiteY4" fmla="*/ 3187 h 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04" h="3350">
                      <a:moveTo>
                        <a:pt x="2322" y="3187"/>
                      </a:moveTo>
                      <a:cubicBezTo>
                        <a:pt x="1524" y="3586"/>
                        <a:pt x="593" y="3231"/>
                        <a:pt x="194" y="2389"/>
                      </a:cubicBezTo>
                      <a:cubicBezTo>
                        <a:pt x="-205" y="1547"/>
                        <a:pt x="17" y="572"/>
                        <a:pt x="814" y="172"/>
                      </a:cubicBezTo>
                      <a:cubicBezTo>
                        <a:pt x="1568" y="-226"/>
                        <a:pt x="2632" y="84"/>
                        <a:pt x="3031" y="926"/>
                      </a:cubicBezTo>
                      <a:cubicBezTo>
                        <a:pt x="3430" y="1813"/>
                        <a:pt x="3120" y="2788"/>
                        <a:pt x="2322" y="31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79" name="Forme libre : forme 24078">
                  <a:extLst>
                    <a:ext uri="{FF2B5EF4-FFF2-40B4-BE49-F238E27FC236}">
                      <a16:creationId xmlns:a16="http://schemas.microsoft.com/office/drawing/2014/main" id="{B42DABA4-2BE6-45AB-ADB5-5F72E26E1C54}"/>
                    </a:ext>
                  </a:extLst>
                </p:cNvPr>
                <p:cNvSpPr/>
                <p:nvPr/>
              </p:nvSpPr>
              <p:spPr>
                <a:xfrm>
                  <a:off x="7506299" y="1064732"/>
                  <a:ext cx="21370" cy="37382"/>
                </a:xfrm>
                <a:custGeom>
                  <a:avLst/>
                  <a:gdLst>
                    <a:gd name="connsiteX0" fmla="*/ 17247 w 21370"/>
                    <a:gd name="connsiteY0" fmla="*/ 29489 h 37382"/>
                    <a:gd name="connsiteX1" fmla="*/ 5188 w 21370"/>
                    <a:gd name="connsiteY1" fmla="*/ 36892 h 37382"/>
                    <a:gd name="connsiteX2" fmla="*/ 312 w 21370"/>
                    <a:gd name="connsiteY2" fmla="*/ 36271 h 37382"/>
                    <a:gd name="connsiteX3" fmla="*/ 1509 w 21370"/>
                    <a:gd name="connsiteY3" fmla="*/ 31927 h 37382"/>
                    <a:gd name="connsiteX4" fmla="*/ 10021 w 21370"/>
                    <a:gd name="connsiteY4" fmla="*/ 19647 h 37382"/>
                    <a:gd name="connsiteX5" fmla="*/ 9843 w 21370"/>
                    <a:gd name="connsiteY5" fmla="*/ 15170 h 37382"/>
                    <a:gd name="connsiteX6" fmla="*/ 8824 w 21370"/>
                    <a:gd name="connsiteY6" fmla="*/ 8520 h 37382"/>
                    <a:gd name="connsiteX7" fmla="*/ 10641 w 21370"/>
                    <a:gd name="connsiteY7" fmla="*/ 8 h 37382"/>
                    <a:gd name="connsiteX8" fmla="*/ 14941 w 21370"/>
                    <a:gd name="connsiteY8" fmla="*/ 2535 h 37382"/>
                    <a:gd name="connsiteX9" fmla="*/ 18443 w 21370"/>
                    <a:gd name="connsiteY9" fmla="*/ 7944 h 37382"/>
                    <a:gd name="connsiteX10" fmla="*/ 21369 w 21370"/>
                    <a:gd name="connsiteY10" fmla="*/ 18849 h 37382"/>
                    <a:gd name="connsiteX11" fmla="*/ 17247 w 21370"/>
                    <a:gd name="connsiteY11" fmla="*/ 29489 h 37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370" h="37382">
                      <a:moveTo>
                        <a:pt x="17247" y="29489"/>
                      </a:moveTo>
                      <a:cubicBezTo>
                        <a:pt x="14055" y="33124"/>
                        <a:pt x="9666" y="35296"/>
                        <a:pt x="5188" y="36892"/>
                      </a:cubicBezTo>
                      <a:cubicBezTo>
                        <a:pt x="3548" y="37468"/>
                        <a:pt x="1243" y="37823"/>
                        <a:pt x="312" y="36271"/>
                      </a:cubicBezTo>
                      <a:cubicBezTo>
                        <a:pt x="-530" y="34897"/>
                        <a:pt x="489" y="33124"/>
                        <a:pt x="1509" y="31927"/>
                      </a:cubicBezTo>
                      <a:cubicBezTo>
                        <a:pt x="4834" y="28114"/>
                        <a:pt x="9001" y="24923"/>
                        <a:pt x="10021" y="19647"/>
                      </a:cubicBezTo>
                      <a:cubicBezTo>
                        <a:pt x="10153" y="18849"/>
                        <a:pt x="10109" y="17165"/>
                        <a:pt x="9843" y="15170"/>
                      </a:cubicBezTo>
                      <a:cubicBezTo>
                        <a:pt x="9533" y="13175"/>
                        <a:pt x="9134" y="10825"/>
                        <a:pt x="8824" y="8520"/>
                      </a:cubicBezTo>
                      <a:cubicBezTo>
                        <a:pt x="8336" y="3954"/>
                        <a:pt x="7715" y="-213"/>
                        <a:pt x="10641" y="8"/>
                      </a:cubicBezTo>
                      <a:cubicBezTo>
                        <a:pt x="12060" y="142"/>
                        <a:pt x="13611" y="1072"/>
                        <a:pt x="14941" y="2535"/>
                      </a:cubicBezTo>
                      <a:cubicBezTo>
                        <a:pt x="16227" y="3998"/>
                        <a:pt x="17424" y="5904"/>
                        <a:pt x="18443" y="7944"/>
                      </a:cubicBezTo>
                      <a:cubicBezTo>
                        <a:pt x="20571" y="12066"/>
                        <a:pt x="21325" y="16588"/>
                        <a:pt x="21369" y="18849"/>
                      </a:cubicBezTo>
                      <a:cubicBezTo>
                        <a:pt x="21414" y="23016"/>
                        <a:pt x="19596" y="26740"/>
                        <a:pt x="17247" y="2948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08" name="Graphique 2">
                <a:extLst>
                  <a:ext uri="{FF2B5EF4-FFF2-40B4-BE49-F238E27FC236}">
                    <a16:creationId xmlns:a16="http://schemas.microsoft.com/office/drawing/2014/main" id="{FFA78411-1F31-4CBE-9316-3E5BB3B8A34A}"/>
                  </a:ext>
                </a:extLst>
              </p:cNvPr>
              <p:cNvGrpSpPr/>
              <p:nvPr/>
            </p:nvGrpSpPr>
            <p:grpSpPr>
              <a:xfrm>
                <a:off x="7489625" y="1103043"/>
                <a:ext cx="68128" cy="76786"/>
                <a:chOff x="7489625" y="1103043"/>
                <a:chExt cx="68128" cy="76786"/>
              </a:xfrm>
              <a:solidFill>
                <a:schemeClr val="accent1"/>
              </a:solidFill>
            </p:grpSpPr>
            <p:sp>
              <p:nvSpPr>
                <p:cNvPr id="24056" name="Forme libre : forme 24055">
                  <a:extLst>
                    <a:ext uri="{FF2B5EF4-FFF2-40B4-BE49-F238E27FC236}">
                      <a16:creationId xmlns:a16="http://schemas.microsoft.com/office/drawing/2014/main" id="{23DCD4C9-8B4A-4338-86A1-7314E20AEDB5}"/>
                    </a:ext>
                  </a:extLst>
                </p:cNvPr>
                <p:cNvSpPr/>
                <p:nvPr/>
              </p:nvSpPr>
              <p:spPr>
                <a:xfrm>
                  <a:off x="7489625" y="1103043"/>
                  <a:ext cx="68128" cy="76747"/>
                </a:xfrm>
                <a:custGeom>
                  <a:avLst/>
                  <a:gdLst>
                    <a:gd name="connsiteX0" fmla="*/ 17828 w 68128"/>
                    <a:gd name="connsiteY0" fmla="*/ 65344 h 76747"/>
                    <a:gd name="connsiteX1" fmla="*/ 8652 w 68128"/>
                    <a:gd name="connsiteY1" fmla="*/ 50626 h 76747"/>
                    <a:gd name="connsiteX2" fmla="*/ 1692 w 68128"/>
                    <a:gd name="connsiteY2" fmla="*/ 34711 h 76747"/>
                    <a:gd name="connsiteX3" fmla="*/ 273 w 68128"/>
                    <a:gd name="connsiteY3" fmla="*/ 28904 h 76747"/>
                    <a:gd name="connsiteX4" fmla="*/ 7 w 68128"/>
                    <a:gd name="connsiteY4" fmla="*/ 26244 h 76747"/>
                    <a:gd name="connsiteX5" fmla="*/ 184 w 68128"/>
                    <a:gd name="connsiteY5" fmla="*/ 24338 h 76747"/>
                    <a:gd name="connsiteX6" fmla="*/ 2800 w 68128"/>
                    <a:gd name="connsiteY6" fmla="*/ 16979 h 76747"/>
                    <a:gd name="connsiteX7" fmla="*/ 15168 w 68128"/>
                    <a:gd name="connsiteY7" fmla="*/ 6516 h 76747"/>
                    <a:gd name="connsiteX8" fmla="*/ 30462 w 68128"/>
                    <a:gd name="connsiteY8" fmla="*/ 1108 h 76747"/>
                    <a:gd name="connsiteX9" fmla="*/ 47042 w 68128"/>
                    <a:gd name="connsiteY9" fmla="*/ 2926 h 76747"/>
                    <a:gd name="connsiteX10" fmla="*/ 53692 w 68128"/>
                    <a:gd name="connsiteY10" fmla="*/ 9088 h 76747"/>
                    <a:gd name="connsiteX11" fmla="*/ 55022 w 68128"/>
                    <a:gd name="connsiteY11" fmla="*/ 11083 h 76747"/>
                    <a:gd name="connsiteX12" fmla="*/ 55997 w 68128"/>
                    <a:gd name="connsiteY12" fmla="*/ 12457 h 76747"/>
                    <a:gd name="connsiteX13" fmla="*/ 57327 w 68128"/>
                    <a:gd name="connsiteY13" fmla="*/ 15117 h 76747"/>
                    <a:gd name="connsiteX14" fmla="*/ 60873 w 68128"/>
                    <a:gd name="connsiteY14" fmla="*/ 23008 h 76747"/>
                    <a:gd name="connsiteX15" fmla="*/ 65528 w 68128"/>
                    <a:gd name="connsiteY15" fmla="*/ 30367 h 76747"/>
                    <a:gd name="connsiteX16" fmla="*/ 67922 w 68128"/>
                    <a:gd name="connsiteY16" fmla="*/ 42513 h 76747"/>
                    <a:gd name="connsiteX17" fmla="*/ 66060 w 68128"/>
                    <a:gd name="connsiteY17" fmla="*/ 49961 h 76747"/>
                    <a:gd name="connsiteX18" fmla="*/ 61937 w 68128"/>
                    <a:gd name="connsiteY18" fmla="*/ 57408 h 76747"/>
                    <a:gd name="connsiteX19" fmla="*/ 51830 w 68128"/>
                    <a:gd name="connsiteY19" fmla="*/ 70264 h 76747"/>
                    <a:gd name="connsiteX20" fmla="*/ 45047 w 68128"/>
                    <a:gd name="connsiteY20" fmla="*/ 75451 h 76747"/>
                    <a:gd name="connsiteX21" fmla="*/ 36048 w 68128"/>
                    <a:gd name="connsiteY21" fmla="*/ 76604 h 76747"/>
                    <a:gd name="connsiteX22" fmla="*/ 17828 w 68128"/>
                    <a:gd name="connsiteY22" fmla="*/ 65344 h 76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8128" h="76747">
                      <a:moveTo>
                        <a:pt x="17828" y="65344"/>
                      </a:moveTo>
                      <a:cubicBezTo>
                        <a:pt x="14370" y="60645"/>
                        <a:pt x="11356" y="55768"/>
                        <a:pt x="8652" y="50626"/>
                      </a:cubicBezTo>
                      <a:cubicBezTo>
                        <a:pt x="5947" y="45528"/>
                        <a:pt x="3642" y="40208"/>
                        <a:pt x="1692" y="34711"/>
                      </a:cubicBezTo>
                      <a:cubicBezTo>
                        <a:pt x="982" y="32805"/>
                        <a:pt x="583" y="30810"/>
                        <a:pt x="273" y="28904"/>
                      </a:cubicBezTo>
                      <a:cubicBezTo>
                        <a:pt x="140" y="28017"/>
                        <a:pt x="-37" y="26820"/>
                        <a:pt x="7" y="26244"/>
                      </a:cubicBezTo>
                      <a:cubicBezTo>
                        <a:pt x="51" y="25623"/>
                        <a:pt x="96" y="24958"/>
                        <a:pt x="184" y="24338"/>
                      </a:cubicBezTo>
                      <a:cubicBezTo>
                        <a:pt x="583" y="21811"/>
                        <a:pt x="1470" y="19328"/>
                        <a:pt x="2800" y="16979"/>
                      </a:cubicBezTo>
                      <a:cubicBezTo>
                        <a:pt x="5371" y="12412"/>
                        <a:pt x="9627" y="8467"/>
                        <a:pt x="15168" y="6516"/>
                      </a:cubicBezTo>
                      <a:lnTo>
                        <a:pt x="30462" y="1108"/>
                      </a:lnTo>
                      <a:cubicBezTo>
                        <a:pt x="35959" y="-887"/>
                        <a:pt x="41944" y="-133"/>
                        <a:pt x="47042" y="2926"/>
                      </a:cubicBezTo>
                      <a:cubicBezTo>
                        <a:pt x="49525" y="4433"/>
                        <a:pt x="51785" y="6561"/>
                        <a:pt x="53692" y="9088"/>
                      </a:cubicBezTo>
                      <a:cubicBezTo>
                        <a:pt x="54180" y="9708"/>
                        <a:pt x="54623" y="10373"/>
                        <a:pt x="55022" y="11083"/>
                      </a:cubicBezTo>
                      <a:cubicBezTo>
                        <a:pt x="55465" y="11836"/>
                        <a:pt x="55731" y="11969"/>
                        <a:pt x="55997" y="12457"/>
                      </a:cubicBezTo>
                      <a:cubicBezTo>
                        <a:pt x="56573" y="13255"/>
                        <a:pt x="56928" y="14186"/>
                        <a:pt x="57327" y="15117"/>
                      </a:cubicBezTo>
                      <a:cubicBezTo>
                        <a:pt x="58302" y="17821"/>
                        <a:pt x="59455" y="20481"/>
                        <a:pt x="60873" y="23008"/>
                      </a:cubicBezTo>
                      <a:cubicBezTo>
                        <a:pt x="62248" y="25579"/>
                        <a:pt x="63799" y="28061"/>
                        <a:pt x="65528" y="30367"/>
                      </a:cubicBezTo>
                      <a:cubicBezTo>
                        <a:pt x="67922" y="33603"/>
                        <a:pt x="68498" y="37770"/>
                        <a:pt x="67922" y="42513"/>
                      </a:cubicBezTo>
                      <a:cubicBezTo>
                        <a:pt x="67612" y="44951"/>
                        <a:pt x="67035" y="47390"/>
                        <a:pt x="66060" y="49961"/>
                      </a:cubicBezTo>
                      <a:cubicBezTo>
                        <a:pt x="65085" y="52488"/>
                        <a:pt x="63755" y="55059"/>
                        <a:pt x="61937" y="57408"/>
                      </a:cubicBezTo>
                      <a:lnTo>
                        <a:pt x="51830" y="70264"/>
                      </a:lnTo>
                      <a:cubicBezTo>
                        <a:pt x="50012" y="72614"/>
                        <a:pt x="47707" y="74387"/>
                        <a:pt x="45047" y="75451"/>
                      </a:cubicBezTo>
                      <a:cubicBezTo>
                        <a:pt x="42387" y="76559"/>
                        <a:pt x="39240" y="77003"/>
                        <a:pt x="36048" y="76604"/>
                      </a:cubicBezTo>
                      <a:cubicBezTo>
                        <a:pt x="29620" y="75939"/>
                        <a:pt x="22616" y="71993"/>
                        <a:pt x="17828" y="6534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57" name="Forme libre : forme 24056">
                  <a:extLst>
                    <a:ext uri="{FF2B5EF4-FFF2-40B4-BE49-F238E27FC236}">
                      <a16:creationId xmlns:a16="http://schemas.microsoft.com/office/drawing/2014/main" id="{D162B1D2-8928-4098-94CC-F9BB3E383439}"/>
                    </a:ext>
                  </a:extLst>
                </p:cNvPr>
                <p:cNvSpPr/>
                <p:nvPr/>
              </p:nvSpPr>
              <p:spPr>
                <a:xfrm>
                  <a:off x="7489714" y="1107254"/>
                  <a:ext cx="52228" cy="72575"/>
                </a:xfrm>
                <a:custGeom>
                  <a:avLst/>
                  <a:gdLst>
                    <a:gd name="connsiteX0" fmla="*/ 21773 w 52228"/>
                    <a:gd name="connsiteY0" fmla="*/ 28904 h 72575"/>
                    <a:gd name="connsiteX1" fmla="*/ 17119 w 52228"/>
                    <a:gd name="connsiteY1" fmla="*/ 13432 h 72575"/>
                    <a:gd name="connsiteX2" fmla="*/ 21773 w 52228"/>
                    <a:gd name="connsiteY2" fmla="*/ 0 h 72575"/>
                    <a:gd name="connsiteX3" fmla="*/ 15168 w 52228"/>
                    <a:gd name="connsiteY3" fmla="*/ 2350 h 72575"/>
                    <a:gd name="connsiteX4" fmla="*/ 2800 w 52228"/>
                    <a:gd name="connsiteY4" fmla="*/ 12812 h 72575"/>
                    <a:gd name="connsiteX5" fmla="*/ 184 w 52228"/>
                    <a:gd name="connsiteY5" fmla="*/ 20171 h 72575"/>
                    <a:gd name="connsiteX6" fmla="*/ 7 w 52228"/>
                    <a:gd name="connsiteY6" fmla="*/ 22077 h 72575"/>
                    <a:gd name="connsiteX7" fmla="*/ 273 w 52228"/>
                    <a:gd name="connsiteY7" fmla="*/ 24737 h 72575"/>
                    <a:gd name="connsiteX8" fmla="*/ 1692 w 52228"/>
                    <a:gd name="connsiteY8" fmla="*/ 30544 h 72575"/>
                    <a:gd name="connsiteX9" fmla="*/ 8652 w 52228"/>
                    <a:gd name="connsiteY9" fmla="*/ 46459 h 72575"/>
                    <a:gd name="connsiteX10" fmla="*/ 17828 w 52228"/>
                    <a:gd name="connsiteY10" fmla="*/ 61177 h 72575"/>
                    <a:gd name="connsiteX11" fmla="*/ 36137 w 52228"/>
                    <a:gd name="connsiteY11" fmla="*/ 72437 h 72575"/>
                    <a:gd name="connsiteX12" fmla="*/ 45136 w 52228"/>
                    <a:gd name="connsiteY12" fmla="*/ 71284 h 72575"/>
                    <a:gd name="connsiteX13" fmla="*/ 51918 w 52228"/>
                    <a:gd name="connsiteY13" fmla="*/ 66097 h 72575"/>
                    <a:gd name="connsiteX14" fmla="*/ 52229 w 52228"/>
                    <a:gd name="connsiteY14" fmla="*/ 65698 h 72575"/>
                    <a:gd name="connsiteX15" fmla="*/ 43052 w 52228"/>
                    <a:gd name="connsiteY15" fmla="*/ 57763 h 72575"/>
                    <a:gd name="connsiteX16" fmla="*/ 35472 w 52228"/>
                    <a:gd name="connsiteY16" fmla="*/ 48631 h 72575"/>
                    <a:gd name="connsiteX17" fmla="*/ 21773 w 52228"/>
                    <a:gd name="connsiteY17" fmla="*/ 28904 h 72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2228" h="72575">
                      <a:moveTo>
                        <a:pt x="21773" y="28904"/>
                      </a:moveTo>
                      <a:cubicBezTo>
                        <a:pt x="18404" y="24205"/>
                        <a:pt x="16764" y="17732"/>
                        <a:pt x="17119" y="13432"/>
                      </a:cubicBezTo>
                      <a:cubicBezTo>
                        <a:pt x="17385" y="8645"/>
                        <a:pt x="18892" y="4034"/>
                        <a:pt x="21773" y="0"/>
                      </a:cubicBezTo>
                      <a:lnTo>
                        <a:pt x="15168" y="2350"/>
                      </a:lnTo>
                      <a:cubicBezTo>
                        <a:pt x="9627" y="4344"/>
                        <a:pt x="5415" y="8290"/>
                        <a:pt x="2800" y="12812"/>
                      </a:cubicBezTo>
                      <a:cubicBezTo>
                        <a:pt x="1470" y="15117"/>
                        <a:pt x="539" y="17644"/>
                        <a:pt x="184" y="20171"/>
                      </a:cubicBezTo>
                      <a:cubicBezTo>
                        <a:pt x="95" y="20791"/>
                        <a:pt x="7" y="21456"/>
                        <a:pt x="7" y="22077"/>
                      </a:cubicBezTo>
                      <a:cubicBezTo>
                        <a:pt x="-37" y="22653"/>
                        <a:pt x="140" y="23850"/>
                        <a:pt x="273" y="24737"/>
                      </a:cubicBezTo>
                      <a:cubicBezTo>
                        <a:pt x="583" y="26643"/>
                        <a:pt x="938" y="28638"/>
                        <a:pt x="1692" y="30544"/>
                      </a:cubicBezTo>
                      <a:cubicBezTo>
                        <a:pt x="3642" y="36041"/>
                        <a:pt x="5903" y="41361"/>
                        <a:pt x="8652" y="46459"/>
                      </a:cubicBezTo>
                      <a:cubicBezTo>
                        <a:pt x="11311" y="51557"/>
                        <a:pt x="14370" y="56478"/>
                        <a:pt x="17828" y="61177"/>
                      </a:cubicBezTo>
                      <a:cubicBezTo>
                        <a:pt x="22616" y="67782"/>
                        <a:pt x="29620" y="71772"/>
                        <a:pt x="36137" y="72437"/>
                      </a:cubicBezTo>
                      <a:cubicBezTo>
                        <a:pt x="39329" y="72836"/>
                        <a:pt x="42476" y="72348"/>
                        <a:pt x="45136" y="71284"/>
                      </a:cubicBezTo>
                      <a:cubicBezTo>
                        <a:pt x="47840" y="70176"/>
                        <a:pt x="50101" y="68403"/>
                        <a:pt x="51918" y="66097"/>
                      </a:cubicBezTo>
                      <a:lnTo>
                        <a:pt x="52229" y="65698"/>
                      </a:lnTo>
                      <a:cubicBezTo>
                        <a:pt x="48859" y="63349"/>
                        <a:pt x="45757" y="60689"/>
                        <a:pt x="43052" y="57763"/>
                      </a:cubicBezTo>
                      <a:cubicBezTo>
                        <a:pt x="40259" y="54882"/>
                        <a:pt x="37821" y="51779"/>
                        <a:pt x="35472" y="48631"/>
                      </a:cubicBezTo>
                      <a:cubicBezTo>
                        <a:pt x="30728" y="42203"/>
                        <a:pt x="26606" y="35642"/>
                        <a:pt x="21773" y="28904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58" name="Forme libre : forme 24057">
                  <a:extLst>
                    <a:ext uri="{FF2B5EF4-FFF2-40B4-BE49-F238E27FC236}">
                      <a16:creationId xmlns:a16="http://schemas.microsoft.com/office/drawing/2014/main" id="{78F66025-F99A-46EF-A807-D4BC4B2D162A}"/>
                    </a:ext>
                  </a:extLst>
                </p:cNvPr>
                <p:cNvSpPr/>
                <p:nvPr/>
              </p:nvSpPr>
              <p:spPr>
                <a:xfrm>
                  <a:off x="7512866" y="1129490"/>
                  <a:ext cx="25402" cy="30233"/>
                </a:xfrm>
                <a:custGeom>
                  <a:avLst/>
                  <a:gdLst>
                    <a:gd name="connsiteX0" fmla="*/ 22205 w 25402"/>
                    <a:gd name="connsiteY0" fmla="*/ 28301 h 30233"/>
                    <a:gd name="connsiteX1" fmla="*/ 12940 w 25402"/>
                    <a:gd name="connsiteY1" fmla="*/ 29543 h 30233"/>
                    <a:gd name="connsiteX2" fmla="*/ 3054 w 25402"/>
                    <a:gd name="connsiteY2" fmla="*/ 20898 h 30233"/>
                    <a:gd name="connsiteX3" fmla="*/ 173 w 25402"/>
                    <a:gd name="connsiteY3" fmla="*/ 8086 h 30233"/>
                    <a:gd name="connsiteX4" fmla="*/ 5625 w 25402"/>
                    <a:gd name="connsiteY4" fmla="*/ 506 h 30233"/>
                    <a:gd name="connsiteX5" fmla="*/ 14669 w 25402"/>
                    <a:gd name="connsiteY5" fmla="*/ 1747 h 30233"/>
                    <a:gd name="connsiteX6" fmla="*/ 22294 w 25402"/>
                    <a:gd name="connsiteY6" fmla="*/ 9372 h 30233"/>
                    <a:gd name="connsiteX7" fmla="*/ 25397 w 25402"/>
                    <a:gd name="connsiteY7" fmla="*/ 19701 h 30233"/>
                    <a:gd name="connsiteX8" fmla="*/ 22205 w 25402"/>
                    <a:gd name="connsiteY8" fmla="*/ 28301 h 30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402" h="30233">
                      <a:moveTo>
                        <a:pt x="22205" y="28301"/>
                      </a:moveTo>
                      <a:cubicBezTo>
                        <a:pt x="19900" y="30341"/>
                        <a:pt x="16575" y="30784"/>
                        <a:pt x="12940" y="29543"/>
                      </a:cubicBezTo>
                      <a:cubicBezTo>
                        <a:pt x="9393" y="28257"/>
                        <a:pt x="5625" y="25287"/>
                        <a:pt x="3054" y="20898"/>
                      </a:cubicBezTo>
                      <a:cubicBezTo>
                        <a:pt x="439" y="16598"/>
                        <a:pt x="-404" y="11855"/>
                        <a:pt x="173" y="8086"/>
                      </a:cubicBezTo>
                      <a:cubicBezTo>
                        <a:pt x="660" y="4363"/>
                        <a:pt x="2788" y="1570"/>
                        <a:pt x="5625" y="506"/>
                      </a:cubicBezTo>
                      <a:cubicBezTo>
                        <a:pt x="8551" y="-558"/>
                        <a:pt x="11654" y="151"/>
                        <a:pt x="14669" y="1747"/>
                      </a:cubicBezTo>
                      <a:cubicBezTo>
                        <a:pt x="17595" y="3387"/>
                        <a:pt x="20210" y="6047"/>
                        <a:pt x="22294" y="9372"/>
                      </a:cubicBezTo>
                      <a:cubicBezTo>
                        <a:pt x="24289" y="12741"/>
                        <a:pt x="25353" y="16288"/>
                        <a:pt x="25397" y="19701"/>
                      </a:cubicBezTo>
                      <a:cubicBezTo>
                        <a:pt x="25486" y="23026"/>
                        <a:pt x="24555" y="26218"/>
                        <a:pt x="22205" y="28301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59" name="Forme libre : forme 24058">
                  <a:extLst>
                    <a:ext uri="{FF2B5EF4-FFF2-40B4-BE49-F238E27FC236}">
                      <a16:creationId xmlns:a16="http://schemas.microsoft.com/office/drawing/2014/main" id="{B7C1EFA0-39E0-4D9E-9509-3B610313A390}"/>
                    </a:ext>
                  </a:extLst>
                </p:cNvPr>
                <p:cNvSpPr/>
                <p:nvPr/>
              </p:nvSpPr>
              <p:spPr>
                <a:xfrm>
                  <a:off x="7512910" y="1129481"/>
                  <a:ext cx="16752" cy="27113"/>
                </a:xfrm>
                <a:custGeom>
                  <a:avLst/>
                  <a:gdLst>
                    <a:gd name="connsiteX0" fmla="*/ 16753 w 16752"/>
                    <a:gd name="connsiteY0" fmla="*/ 3175 h 27113"/>
                    <a:gd name="connsiteX1" fmla="*/ 5626 w 16752"/>
                    <a:gd name="connsiteY1" fmla="*/ 515 h 27113"/>
                    <a:gd name="connsiteX2" fmla="*/ 173 w 16752"/>
                    <a:gd name="connsiteY2" fmla="*/ 8095 h 27113"/>
                    <a:gd name="connsiteX3" fmla="*/ 3054 w 16752"/>
                    <a:gd name="connsiteY3" fmla="*/ 20907 h 27113"/>
                    <a:gd name="connsiteX4" fmla="*/ 8507 w 16752"/>
                    <a:gd name="connsiteY4" fmla="*/ 27113 h 27113"/>
                    <a:gd name="connsiteX5" fmla="*/ 6689 w 16752"/>
                    <a:gd name="connsiteY5" fmla="*/ 22946 h 27113"/>
                    <a:gd name="connsiteX6" fmla="*/ 8551 w 16752"/>
                    <a:gd name="connsiteY6" fmla="*/ 10755 h 27113"/>
                    <a:gd name="connsiteX7" fmla="*/ 16753 w 16752"/>
                    <a:gd name="connsiteY7" fmla="*/ 3175 h 27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752" h="27113">
                      <a:moveTo>
                        <a:pt x="16753" y="3175"/>
                      </a:moveTo>
                      <a:cubicBezTo>
                        <a:pt x="13295" y="559"/>
                        <a:pt x="9216" y="-815"/>
                        <a:pt x="5626" y="515"/>
                      </a:cubicBezTo>
                      <a:cubicBezTo>
                        <a:pt x="2788" y="1579"/>
                        <a:pt x="660" y="4372"/>
                        <a:pt x="173" y="8095"/>
                      </a:cubicBezTo>
                      <a:cubicBezTo>
                        <a:pt x="-403" y="11819"/>
                        <a:pt x="439" y="16563"/>
                        <a:pt x="3054" y="20907"/>
                      </a:cubicBezTo>
                      <a:cubicBezTo>
                        <a:pt x="4517" y="23478"/>
                        <a:pt x="6512" y="25518"/>
                        <a:pt x="8507" y="27113"/>
                      </a:cubicBezTo>
                      <a:cubicBezTo>
                        <a:pt x="7665" y="25828"/>
                        <a:pt x="7044" y="24453"/>
                        <a:pt x="6689" y="22946"/>
                      </a:cubicBezTo>
                      <a:cubicBezTo>
                        <a:pt x="5980" y="18691"/>
                        <a:pt x="6645" y="14302"/>
                        <a:pt x="8551" y="10755"/>
                      </a:cubicBezTo>
                      <a:cubicBezTo>
                        <a:pt x="10280" y="7209"/>
                        <a:pt x="13206" y="4549"/>
                        <a:pt x="16753" y="3175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60" name="Forme libre : forme 24059">
                  <a:extLst>
                    <a:ext uri="{FF2B5EF4-FFF2-40B4-BE49-F238E27FC236}">
                      <a16:creationId xmlns:a16="http://schemas.microsoft.com/office/drawing/2014/main" id="{E0460B92-6523-4CE5-84A8-99AA78357B90}"/>
                    </a:ext>
                  </a:extLst>
                </p:cNvPr>
                <p:cNvSpPr/>
                <p:nvPr/>
              </p:nvSpPr>
              <p:spPr>
                <a:xfrm>
                  <a:off x="7511373" y="1131931"/>
                  <a:ext cx="25937" cy="30757"/>
                </a:xfrm>
                <a:custGeom>
                  <a:avLst/>
                  <a:gdLst>
                    <a:gd name="connsiteX0" fmla="*/ 22989 w 25937"/>
                    <a:gd name="connsiteY0" fmla="*/ 28741 h 30757"/>
                    <a:gd name="connsiteX1" fmla="*/ 13635 w 25937"/>
                    <a:gd name="connsiteY1" fmla="*/ 30071 h 30757"/>
                    <a:gd name="connsiteX2" fmla="*/ 3394 w 25937"/>
                    <a:gd name="connsiteY2" fmla="*/ 21382 h 30757"/>
                    <a:gd name="connsiteX3" fmla="*/ 557 w 25937"/>
                    <a:gd name="connsiteY3" fmla="*/ 14644 h 30757"/>
                    <a:gd name="connsiteX4" fmla="*/ 114 w 25937"/>
                    <a:gd name="connsiteY4" fmla="*/ 8349 h 30757"/>
                    <a:gd name="connsiteX5" fmla="*/ 5389 w 25937"/>
                    <a:gd name="connsiteY5" fmla="*/ 547 h 30757"/>
                    <a:gd name="connsiteX6" fmla="*/ 14521 w 25937"/>
                    <a:gd name="connsiteY6" fmla="*/ 1744 h 30757"/>
                    <a:gd name="connsiteX7" fmla="*/ 18777 w 25937"/>
                    <a:gd name="connsiteY7" fmla="*/ 4980 h 30757"/>
                    <a:gd name="connsiteX8" fmla="*/ 22412 w 25937"/>
                    <a:gd name="connsiteY8" fmla="*/ 9546 h 30757"/>
                    <a:gd name="connsiteX9" fmla="*/ 25914 w 25937"/>
                    <a:gd name="connsiteY9" fmla="*/ 20052 h 30757"/>
                    <a:gd name="connsiteX10" fmla="*/ 22989 w 25937"/>
                    <a:gd name="connsiteY10" fmla="*/ 28741 h 30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937" h="30757">
                      <a:moveTo>
                        <a:pt x="22989" y="28741"/>
                      </a:moveTo>
                      <a:cubicBezTo>
                        <a:pt x="20683" y="30869"/>
                        <a:pt x="17314" y="31312"/>
                        <a:pt x="13635" y="30071"/>
                      </a:cubicBezTo>
                      <a:cubicBezTo>
                        <a:pt x="9955" y="28830"/>
                        <a:pt x="6143" y="25727"/>
                        <a:pt x="3394" y="21382"/>
                      </a:cubicBezTo>
                      <a:cubicBezTo>
                        <a:pt x="2109" y="19121"/>
                        <a:pt x="1045" y="16905"/>
                        <a:pt x="557" y="14644"/>
                      </a:cubicBezTo>
                      <a:cubicBezTo>
                        <a:pt x="69" y="12383"/>
                        <a:pt x="-152" y="10300"/>
                        <a:pt x="114" y="8349"/>
                      </a:cubicBezTo>
                      <a:cubicBezTo>
                        <a:pt x="601" y="4492"/>
                        <a:pt x="2463" y="1699"/>
                        <a:pt x="5389" y="547"/>
                      </a:cubicBezTo>
                      <a:cubicBezTo>
                        <a:pt x="8226" y="-561"/>
                        <a:pt x="11507" y="104"/>
                        <a:pt x="14521" y="1744"/>
                      </a:cubicBezTo>
                      <a:cubicBezTo>
                        <a:pt x="15940" y="2586"/>
                        <a:pt x="17491" y="3650"/>
                        <a:pt x="18777" y="4980"/>
                      </a:cubicBezTo>
                      <a:cubicBezTo>
                        <a:pt x="20063" y="6310"/>
                        <a:pt x="21393" y="7773"/>
                        <a:pt x="22412" y="9546"/>
                      </a:cubicBezTo>
                      <a:cubicBezTo>
                        <a:pt x="24585" y="12960"/>
                        <a:pt x="25737" y="16639"/>
                        <a:pt x="25914" y="20052"/>
                      </a:cubicBezTo>
                      <a:cubicBezTo>
                        <a:pt x="26092" y="23422"/>
                        <a:pt x="25249" y="26658"/>
                        <a:pt x="22989" y="28741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61" name="Forme libre : forme 24060">
                  <a:extLst>
                    <a:ext uri="{FF2B5EF4-FFF2-40B4-BE49-F238E27FC236}">
                      <a16:creationId xmlns:a16="http://schemas.microsoft.com/office/drawing/2014/main" id="{4FA62029-54CF-4319-97B9-8DEBA1313CC9}"/>
                    </a:ext>
                  </a:extLst>
                </p:cNvPr>
                <p:cNvSpPr/>
                <p:nvPr/>
              </p:nvSpPr>
              <p:spPr>
                <a:xfrm>
                  <a:off x="7497667" y="1113855"/>
                  <a:ext cx="35778" cy="48858"/>
                </a:xfrm>
                <a:custGeom>
                  <a:avLst/>
                  <a:gdLst>
                    <a:gd name="connsiteX0" fmla="*/ 15283 w 35778"/>
                    <a:gd name="connsiteY0" fmla="*/ 3551 h 48858"/>
                    <a:gd name="connsiteX1" fmla="*/ 5663 w 35778"/>
                    <a:gd name="connsiteY1" fmla="*/ 7541 h 48858"/>
                    <a:gd name="connsiteX2" fmla="*/ 2339 w 35778"/>
                    <a:gd name="connsiteY2" fmla="*/ 11043 h 48858"/>
                    <a:gd name="connsiteX3" fmla="*/ 1142 w 35778"/>
                    <a:gd name="connsiteY3" fmla="*/ 13082 h 48858"/>
                    <a:gd name="connsiteX4" fmla="*/ 432 w 35778"/>
                    <a:gd name="connsiteY4" fmla="*/ 15831 h 48858"/>
                    <a:gd name="connsiteX5" fmla="*/ 964 w 35778"/>
                    <a:gd name="connsiteY5" fmla="*/ 28554 h 48858"/>
                    <a:gd name="connsiteX6" fmla="*/ 12269 w 35778"/>
                    <a:gd name="connsiteY6" fmla="*/ 46596 h 48858"/>
                    <a:gd name="connsiteX7" fmla="*/ 24238 w 35778"/>
                    <a:gd name="connsiteY7" fmla="*/ 46064 h 48858"/>
                    <a:gd name="connsiteX8" fmla="*/ 24903 w 35778"/>
                    <a:gd name="connsiteY8" fmla="*/ 37907 h 48858"/>
                    <a:gd name="connsiteX9" fmla="*/ 28848 w 35778"/>
                    <a:gd name="connsiteY9" fmla="*/ 19820 h 48858"/>
                    <a:gd name="connsiteX10" fmla="*/ 34035 w 35778"/>
                    <a:gd name="connsiteY10" fmla="*/ 11131 h 48858"/>
                    <a:gd name="connsiteX11" fmla="*/ 35720 w 35778"/>
                    <a:gd name="connsiteY11" fmla="*/ 6654 h 48858"/>
                    <a:gd name="connsiteX12" fmla="*/ 34523 w 35778"/>
                    <a:gd name="connsiteY12" fmla="*/ 2443 h 48858"/>
                    <a:gd name="connsiteX13" fmla="*/ 15283 w 35778"/>
                    <a:gd name="connsiteY13" fmla="*/ 3551 h 48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5778" h="48858">
                      <a:moveTo>
                        <a:pt x="15283" y="3551"/>
                      </a:moveTo>
                      <a:cubicBezTo>
                        <a:pt x="11914" y="4437"/>
                        <a:pt x="8456" y="5413"/>
                        <a:pt x="5663" y="7541"/>
                      </a:cubicBezTo>
                      <a:cubicBezTo>
                        <a:pt x="4333" y="8560"/>
                        <a:pt x="3225" y="9713"/>
                        <a:pt x="2339" y="11043"/>
                      </a:cubicBezTo>
                      <a:cubicBezTo>
                        <a:pt x="1895" y="11708"/>
                        <a:pt x="1496" y="12373"/>
                        <a:pt x="1142" y="13082"/>
                      </a:cubicBezTo>
                      <a:cubicBezTo>
                        <a:pt x="787" y="13836"/>
                        <a:pt x="610" y="14900"/>
                        <a:pt x="432" y="15831"/>
                      </a:cubicBezTo>
                      <a:cubicBezTo>
                        <a:pt x="-321" y="19776"/>
                        <a:pt x="-55" y="24298"/>
                        <a:pt x="964" y="28554"/>
                      </a:cubicBezTo>
                      <a:cubicBezTo>
                        <a:pt x="2605" y="35646"/>
                        <a:pt x="6550" y="42695"/>
                        <a:pt x="12269" y="46596"/>
                      </a:cubicBezTo>
                      <a:cubicBezTo>
                        <a:pt x="16524" y="49566"/>
                        <a:pt x="22332" y="49832"/>
                        <a:pt x="24238" y="46064"/>
                      </a:cubicBezTo>
                      <a:cubicBezTo>
                        <a:pt x="25479" y="43715"/>
                        <a:pt x="24992" y="40700"/>
                        <a:pt x="24903" y="37907"/>
                      </a:cubicBezTo>
                      <a:cubicBezTo>
                        <a:pt x="24548" y="31346"/>
                        <a:pt x="26056" y="25096"/>
                        <a:pt x="28848" y="19820"/>
                      </a:cubicBezTo>
                      <a:cubicBezTo>
                        <a:pt x="30090" y="17515"/>
                        <a:pt x="32350" y="14235"/>
                        <a:pt x="34035" y="11131"/>
                      </a:cubicBezTo>
                      <a:cubicBezTo>
                        <a:pt x="34833" y="9580"/>
                        <a:pt x="35454" y="8073"/>
                        <a:pt x="35720" y="6654"/>
                      </a:cubicBezTo>
                      <a:cubicBezTo>
                        <a:pt x="35897" y="5191"/>
                        <a:pt x="35720" y="4216"/>
                        <a:pt x="34523" y="2443"/>
                      </a:cubicBezTo>
                      <a:cubicBezTo>
                        <a:pt x="30356" y="-3099"/>
                        <a:pt x="20027" y="2354"/>
                        <a:pt x="15283" y="355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62" name="Forme libre : forme 24061">
                  <a:extLst>
                    <a:ext uri="{FF2B5EF4-FFF2-40B4-BE49-F238E27FC236}">
                      <a16:creationId xmlns:a16="http://schemas.microsoft.com/office/drawing/2014/main" id="{E709C15C-4065-4AF8-A95A-E9AE0BFC71CC}"/>
                    </a:ext>
                  </a:extLst>
                </p:cNvPr>
                <p:cNvSpPr/>
                <p:nvPr/>
              </p:nvSpPr>
              <p:spPr>
                <a:xfrm>
                  <a:off x="7522956" y="1120773"/>
                  <a:ext cx="13309" cy="9430"/>
                </a:xfrm>
                <a:custGeom>
                  <a:avLst/>
                  <a:gdLst>
                    <a:gd name="connsiteX0" fmla="*/ 4135 w 13309"/>
                    <a:gd name="connsiteY0" fmla="*/ 135 h 9430"/>
                    <a:gd name="connsiteX1" fmla="*/ 1653 w 13309"/>
                    <a:gd name="connsiteY1" fmla="*/ 135 h 9430"/>
                    <a:gd name="connsiteX2" fmla="*/ 12 w 13309"/>
                    <a:gd name="connsiteY2" fmla="*/ 1820 h 9430"/>
                    <a:gd name="connsiteX3" fmla="*/ 766 w 13309"/>
                    <a:gd name="connsiteY3" fmla="*/ 3903 h 9430"/>
                    <a:gd name="connsiteX4" fmla="*/ 4712 w 13309"/>
                    <a:gd name="connsiteY4" fmla="*/ 8026 h 9430"/>
                    <a:gd name="connsiteX5" fmla="*/ 6751 w 13309"/>
                    <a:gd name="connsiteY5" fmla="*/ 9179 h 9430"/>
                    <a:gd name="connsiteX6" fmla="*/ 12780 w 13309"/>
                    <a:gd name="connsiteY6" fmla="*/ 5056 h 9430"/>
                    <a:gd name="connsiteX7" fmla="*/ 4135 w 13309"/>
                    <a:gd name="connsiteY7" fmla="*/ 135 h 9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309" h="9430">
                      <a:moveTo>
                        <a:pt x="4135" y="135"/>
                      </a:moveTo>
                      <a:cubicBezTo>
                        <a:pt x="3337" y="2"/>
                        <a:pt x="2451" y="-87"/>
                        <a:pt x="1653" y="135"/>
                      </a:cubicBezTo>
                      <a:cubicBezTo>
                        <a:pt x="855" y="357"/>
                        <a:pt x="101" y="977"/>
                        <a:pt x="12" y="1820"/>
                      </a:cubicBezTo>
                      <a:cubicBezTo>
                        <a:pt x="-76" y="2573"/>
                        <a:pt x="323" y="3282"/>
                        <a:pt x="766" y="3903"/>
                      </a:cubicBezTo>
                      <a:cubicBezTo>
                        <a:pt x="1874" y="5499"/>
                        <a:pt x="3293" y="6873"/>
                        <a:pt x="4712" y="8026"/>
                      </a:cubicBezTo>
                      <a:cubicBezTo>
                        <a:pt x="5332" y="8514"/>
                        <a:pt x="5997" y="8957"/>
                        <a:pt x="6751" y="9179"/>
                      </a:cubicBezTo>
                      <a:cubicBezTo>
                        <a:pt x="9943" y="10154"/>
                        <a:pt x="14952" y="8203"/>
                        <a:pt x="12780" y="5056"/>
                      </a:cubicBezTo>
                      <a:cubicBezTo>
                        <a:pt x="11228" y="2573"/>
                        <a:pt x="7416" y="800"/>
                        <a:pt x="4135" y="13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63" name="Forme libre : forme 24062">
                  <a:extLst>
                    <a:ext uri="{FF2B5EF4-FFF2-40B4-BE49-F238E27FC236}">
                      <a16:creationId xmlns:a16="http://schemas.microsoft.com/office/drawing/2014/main" id="{AB51FC74-348F-423A-B716-5A4068A75EA9}"/>
                    </a:ext>
                  </a:extLst>
                </p:cNvPr>
                <p:cNvSpPr/>
                <p:nvPr/>
              </p:nvSpPr>
              <p:spPr>
                <a:xfrm>
                  <a:off x="7508783" y="1168165"/>
                  <a:ext cx="32450" cy="8224"/>
                </a:xfrm>
                <a:custGeom>
                  <a:avLst/>
                  <a:gdLst>
                    <a:gd name="connsiteX0" fmla="*/ 32450 w 32450"/>
                    <a:gd name="connsiteY0" fmla="*/ 1729 h 8224"/>
                    <a:gd name="connsiteX1" fmla="*/ 24559 w 32450"/>
                    <a:gd name="connsiteY1" fmla="*/ 7226 h 8224"/>
                    <a:gd name="connsiteX2" fmla="*/ 14230 w 32450"/>
                    <a:gd name="connsiteY2" fmla="*/ 7758 h 8224"/>
                    <a:gd name="connsiteX3" fmla="*/ 0 w 32450"/>
                    <a:gd name="connsiteY3" fmla="*/ 0 h 8224"/>
                    <a:gd name="connsiteX4" fmla="*/ 2837 w 32450"/>
                    <a:gd name="connsiteY4" fmla="*/ 1995 h 8224"/>
                    <a:gd name="connsiteX5" fmla="*/ 10506 w 32450"/>
                    <a:gd name="connsiteY5" fmla="*/ 5408 h 8224"/>
                    <a:gd name="connsiteX6" fmla="*/ 32450 w 32450"/>
                    <a:gd name="connsiteY6" fmla="*/ 1729 h 8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50" h="8224">
                      <a:moveTo>
                        <a:pt x="32450" y="1729"/>
                      </a:moveTo>
                      <a:cubicBezTo>
                        <a:pt x="32450" y="1729"/>
                        <a:pt x="29968" y="5275"/>
                        <a:pt x="24559" y="7226"/>
                      </a:cubicBezTo>
                      <a:cubicBezTo>
                        <a:pt x="21900" y="8157"/>
                        <a:pt x="18442" y="8644"/>
                        <a:pt x="14230" y="7758"/>
                      </a:cubicBezTo>
                      <a:cubicBezTo>
                        <a:pt x="10107" y="6871"/>
                        <a:pt x="5098" y="4655"/>
                        <a:pt x="0" y="0"/>
                      </a:cubicBezTo>
                      <a:cubicBezTo>
                        <a:pt x="0" y="0"/>
                        <a:pt x="1020" y="842"/>
                        <a:pt x="2837" y="1995"/>
                      </a:cubicBezTo>
                      <a:cubicBezTo>
                        <a:pt x="4699" y="3103"/>
                        <a:pt x="7359" y="4433"/>
                        <a:pt x="10506" y="5408"/>
                      </a:cubicBezTo>
                      <a:cubicBezTo>
                        <a:pt x="16979" y="7315"/>
                        <a:pt x="25313" y="7226"/>
                        <a:pt x="32450" y="17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64" name="Forme libre : forme 24063">
                  <a:extLst>
                    <a:ext uri="{FF2B5EF4-FFF2-40B4-BE49-F238E27FC236}">
                      <a16:creationId xmlns:a16="http://schemas.microsoft.com/office/drawing/2014/main" id="{7E0C7A41-63B6-41CF-8E31-D83CB1E8282C}"/>
                    </a:ext>
                  </a:extLst>
                </p:cNvPr>
                <p:cNvSpPr/>
                <p:nvPr/>
              </p:nvSpPr>
              <p:spPr>
                <a:xfrm>
                  <a:off x="7518935" y="1105315"/>
                  <a:ext cx="26820" cy="14262"/>
                </a:xfrm>
                <a:custGeom>
                  <a:avLst/>
                  <a:gdLst>
                    <a:gd name="connsiteX0" fmla="*/ 26820 w 26820"/>
                    <a:gd name="connsiteY0" fmla="*/ 14263 h 14262"/>
                    <a:gd name="connsiteX1" fmla="*/ 25668 w 26820"/>
                    <a:gd name="connsiteY1" fmla="*/ 12401 h 14262"/>
                    <a:gd name="connsiteX2" fmla="*/ 21501 w 26820"/>
                    <a:gd name="connsiteY2" fmla="*/ 7303 h 14262"/>
                    <a:gd name="connsiteX3" fmla="*/ 12989 w 26820"/>
                    <a:gd name="connsiteY3" fmla="*/ 1274 h 14262"/>
                    <a:gd name="connsiteX4" fmla="*/ 0 w 26820"/>
                    <a:gd name="connsiteY4" fmla="*/ 697 h 14262"/>
                    <a:gd name="connsiteX5" fmla="*/ 10462 w 26820"/>
                    <a:gd name="connsiteY5" fmla="*/ 1983 h 14262"/>
                    <a:gd name="connsiteX6" fmla="*/ 19461 w 26820"/>
                    <a:gd name="connsiteY6" fmla="*/ 6904 h 14262"/>
                    <a:gd name="connsiteX7" fmla="*/ 21678 w 26820"/>
                    <a:gd name="connsiteY7" fmla="*/ 8943 h 14262"/>
                    <a:gd name="connsiteX8" fmla="*/ 22742 w 26820"/>
                    <a:gd name="connsiteY8" fmla="*/ 10095 h 14262"/>
                    <a:gd name="connsiteX9" fmla="*/ 23628 w 26820"/>
                    <a:gd name="connsiteY9" fmla="*/ 10805 h 14262"/>
                    <a:gd name="connsiteX10" fmla="*/ 26820 w 26820"/>
                    <a:gd name="connsiteY10" fmla="*/ 14263 h 1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820" h="14262">
                      <a:moveTo>
                        <a:pt x="26820" y="14263"/>
                      </a:moveTo>
                      <a:cubicBezTo>
                        <a:pt x="26820" y="14263"/>
                        <a:pt x="26421" y="13509"/>
                        <a:pt x="25668" y="12401"/>
                      </a:cubicBezTo>
                      <a:cubicBezTo>
                        <a:pt x="24914" y="11248"/>
                        <a:pt x="23762" y="10184"/>
                        <a:pt x="21501" y="7303"/>
                      </a:cubicBezTo>
                      <a:cubicBezTo>
                        <a:pt x="19329" y="4864"/>
                        <a:pt x="16536" y="2603"/>
                        <a:pt x="12989" y="1274"/>
                      </a:cubicBezTo>
                      <a:cubicBezTo>
                        <a:pt x="9354" y="-56"/>
                        <a:pt x="5054" y="-500"/>
                        <a:pt x="0" y="697"/>
                      </a:cubicBezTo>
                      <a:cubicBezTo>
                        <a:pt x="0" y="697"/>
                        <a:pt x="4611" y="165"/>
                        <a:pt x="10462" y="1983"/>
                      </a:cubicBezTo>
                      <a:cubicBezTo>
                        <a:pt x="13344" y="2914"/>
                        <a:pt x="16491" y="4421"/>
                        <a:pt x="19461" y="6904"/>
                      </a:cubicBezTo>
                      <a:cubicBezTo>
                        <a:pt x="20215" y="7524"/>
                        <a:pt x="20969" y="8189"/>
                        <a:pt x="21678" y="8943"/>
                      </a:cubicBezTo>
                      <a:lnTo>
                        <a:pt x="22742" y="10095"/>
                      </a:lnTo>
                      <a:lnTo>
                        <a:pt x="23628" y="10805"/>
                      </a:lnTo>
                      <a:cubicBezTo>
                        <a:pt x="24870" y="11824"/>
                        <a:pt x="25801" y="12977"/>
                        <a:pt x="26820" y="142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65" name="Forme libre : forme 24064">
                  <a:extLst>
                    <a:ext uri="{FF2B5EF4-FFF2-40B4-BE49-F238E27FC236}">
                      <a16:creationId xmlns:a16="http://schemas.microsoft.com/office/drawing/2014/main" id="{1C7353C7-9570-42A0-8656-CB6538383CCC}"/>
                    </a:ext>
                  </a:extLst>
                </p:cNvPr>
                <p:cNvSpPr/>
                <p:nvPr/>
              </p:nvSpPr>
              <p:spPr>
                <a:xfrm>
                  <a:off x="7527652" y="1138904"/>
                  <a:ext cx="7550" cy="11731"/>
                </a:xfrm>
                <a:custGeom>
                  <a:avLst/>
                  <a:gdLst>
                    <a:gd name="connsiteX0" fmla="*/ 5424 w 7550"/>
                    <a:gd name="connsiteY0" fmla="*/ 11617 h 11731"/>
                    <a:gd name="connsiteX1" fmla="*/ 238 w 7550"/>
                    <a:gd name="connsiteY1" fmla="*/ 6652 h 11731"/>
                    <a:gd name="connsiteX2" fmla="*/ 2587 w 7550"/>
                    <a:gd name="connsiteY2" fmla="*/ 46 h 11731"/>
                    <a:gd name="connsiteX3" fmla="*/ 7286 w 7550"/>
                    <a:gd name="connsiteY3" fmla="*/ 4923 h 11731"/>
                    <a:gd name="connsiteX4" fmla="*/ 5424 w 7550"/>
                    <a:gd name="connsiteY4" fmla="*/ 11617 h 11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50" h="11731">
                      <a:moveTo>
                        <a:pt x="5424" y="11617"/>
                      </a:moveTo>
                      <a:cubicBezTo>
                        <a:pt x="3474" y="12282"/>
                        <a:pt x="1080" y="9977"/>
                        <a:pt x="238" y="6652"/>
                      </a:cubicBezTo>
                      <a:cubicBezTo>
                        <a:pt x="-516" y="3283"/>
                        <a:pt x="592" y="401"/>
                        <a:pt x="2587" y="46"/>
                      </a:cubicBezTo>
                      <a:cubicBezTo>
                        <a:pt x="4582" y="-353"/>
                        <a:pt x="6488" y="1864"/>
                        <a:pt x="7286" y="4923"/>
                      </a:cubicBezTo>
                      <a:cubicBezTo>
                        <a:pt x="7951" y="8026"/>
                        <a:pt x="7375" y="10996"/>
                        <a:pt x="5424" y="1161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66" name="Forme libre : forme 24065">
                  <a:extLst>
                    <a:ext uri="{FF2B5EF4-FFF2-40B4-BE49-F238E27FC236}">
                      <a16:creationId xmlns:a16="http://schemas.microsoft.com/office/drawing/2014/main" id="{F40F6E4A-C2BF-4862-B33D-68B860FAA2D1}"/>
                    </a:ext>
                  </a:extLst>
                </p:cNvPr>
                <p:cNvSpPr/>
                <p:nvPr/>
              </p:nvSpPr>
              <p:spPr>
                <a:xfrm>
                  <a:off x="7532219" y="1148436"/>
                  <a:ext cx="3221" cy="3208"/>
                </a:xfrm>
                <a:custGeom>
                  <a:avLst/>
                  <a:gdLst>
                    <a:gd name="connsiteX0" fmla="*/ 2586 w 3221"/>
                    <a:gd name="connsiteY0" fmla="*/ 2883 h 3208"/>
                    <a:gd name="connsiteX1" fmla="*/ 325 w 3221"/>
                    <a:gd name="connsiteY1" fmla="*/ 2573 h 3208"/>
                    <a:gd name="connsiteX2" fmla="*/ 635 w 3221"/>
                    <a:gd name="connsiteY2" fmla="*/ 312 h 3208"/>
                    <a:gd name="connsiteX3" fmla="*/ 2896 w 3221"/>
                    <a:gd name="connsiteY3" fmla="*/ 622 h 3208"/>
                    <a:gd name="connsiteX4" fmla="*/ 2586 w 3221"/>
                    <a:gd name="connsiteY4" fmla="*/ 2883 h 3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21" h="3208">
                      <a:moveTo>
                        <a:pt x="2586" y="2883"/>
                      </a:moveTo>
                      <a:cubicBezTo>
                        <a:pt x="1877" y="3415"/>
                        <a:pt x="901" y="3282"/>
                        <a:pt x="325" y="2573"/>
                      </a:cubicBezTo>
                      <a:cubicBezTo>
                        <a:pt x="-207" y="1864"/>
                        <a:pt x="-74" y="844"/>
                        <a:pt x="635" y="312"/>
                      </a:cubicBezTo>
                      <a:cubicBezTo>
                        <a:pt x="1345" y="-220"/>
                        <a:pt x="2364" y="-43"/>
                        <a:pt x="2896" y="622"/>
                      </a:cubicBezTo>
                      <a:cubicBezTo>
                        <a:pt x="3428" y="1287"/>
                        <a:pt x="3295" y="2307"/>
                        <a:pt x="2586" y="288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67" name="Forme libre : forme 24066">
                  <a:extLst>
                    <a:ext uri="{FF2B5EF4-FFF2-40B4-BE49-F238E27FC236}">
                      <a16:creationId xmlns:a16="http://schemas.microsoft.com/office/drawing/2014/main" id="{0EA73E61-0578-4BFA-8194-87E169D36E5E}"/>
                    </a:ext>
                  </a:extLst>
                </p:cNvPr>
                <p:cNvSpPr/>
                <p:nvPr/>
              </p:nvSpPr>
              <p:spPr>
                <a:xfrm>
                  <a:off x="7537315" y="1130650"/>
                  <a:ext cx="15878" cy="34097"/>
                </a:xfrm>
                <a:custGeom>
                  <a:avLst/>
                  <a:gdLst>
                    <a:gd name="connsiteX0" fmla="*/ 13848 w 15878"/>
                    <a:gd name="connsiteY0" fmla="*/ 20448 h 34097"/>
                    <a:gd name="connsiteX1" fmla="*/ 5780 w 15878"/>
                    <a:gd name="connsiteY1" fmla="*/ 32195 h 34097"/>
                    <a:gd name="connsiteX2" fmla="*/ 1081 w 15878"/>
                    <a:gd name="connsiteY2" fmla="*/ 33703 h 34097"/>
                    <a:gd name="connsiteX3" fmla="*/ 460 w 15878"/>
                    <a:gd name="connsiteY3" fmla="*/ 29137 h 34097"/>
                    <a:gd name="connsiteX4" fmla="*/ 5736 w 15878"/>
                    <a:gd name="connsiteY4" fmla="*/ 15483 h 34097"/>
                    <a:gd name="connsiteX5" fmla="*/ 5292 w 15878"/>
                    <a:gd name="connsiteY5" fmla="*/ 11848 h 34097"/>
                    <a:gd name="connsiteX6" fmla="*/ 4672 w 15878"/>
                    <a:gd name="connsiteY6" fmla="*/ 6705 h 34097"/>
                    <a:gd name="connsiteX7" fmla="*/ 7775 w 15878"/>
                    <a:gd name="connsiteY7" fmla="*/ 11 h 34097"/>
                    <a:gd name="connsiteX8" fmla="*/ 13449 w 15878"/>
                    <a:gd name="connsiteY8" fmla="*/ 4134 h 34097"/>
                    <a:gd name="connsiteX9" fmla="*/ 15843 w 15878"/>
                    <a:gd name="connsiteY9" fmla="*/ 10872 h 34097"/>
                    <a:gd name="connsiteX10" fmla="*/ 13848 w 15878"/>
                    <a:gd name="connsiteY10" fmla="*/ 20448 h 34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878" h="34097">
                      <a:moveTo>
                        <a:pt x="13848" y="20448"/>
                      </a:moveTo>
                      <a:cubicBezTo>
                        <a:pt x="12031" y="24748"/>
                        <a:pt x="9105" y="28738"/>
                        <a:pt x="5780" y="32195"/>
                      </a:cubicBezTo>
                      <a:cubicBezTo>
                        <a:pt x="4583" y="33481"/>
                        <a:pt x="2677" y="34767"/>
                        <a:pt x="1081" y="33703"/>
                      </a:cubicBezTo>
                      <a:cubicBezTo>
                        <a:pt x="-382" y="32727"/>
                        <a:pt x="-116" y="30644"/>
                        <a:pt x="460" y="29137"/>
                      </a:cubicBezTo>
                      <a:cubicBezTo>
                        <a:pt x="2189" y="24438"/>
                        <a:pt x="5425" y="20093"/>
                        <a:pt x="5736" y="15483"/>
                      </a:cubicBezTo>
                      <a:cubicBezTo>
                        <a:pt x="5780" y="14773"/>
                        <a:pt x="5558" y="13399"/>
                        <a:pt x="5292" y="11848"/>
                      </a:cubicBezTo>
                      <a:cubicBezTo>
                        <a:pt x="4982" y="10296"/>
                        <a:pt x="4761" y="8390"/>
                        <a:pt x="4672" y="6705"/>
                      </a:cubicBezTo>
                      <a:cubicBezTo>
                        <a:pt x="4583" y="3159"/>
                        <a:pt x="5248" y="189"/>
                        <a:pt x="7775" y="11"/>
                      </a:cubicBezTo>
                      <a:cubicBezTo>
                        <a:pt x="10302" y="-166"/>
                        <a:pt x="12119" y="1784"/>
                        <a:pt x="13449" y="4134"/>
                      </a:cubicBezTo>
                      <a:cubicBezTo>
                        <a:pt x="14779" y="6439"/>
                        <a:pt x="15710" y="9232"/>
                        <a:pt x="15843" y="10872"/>
                      </a:cubicBezTo>
                      <a:cubicBezTo>
                        <a:pt x="16065" y="13798"/>
                        <a:pt x="15223" y="17256"/>
                        <a:pt x="13848" y="2044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09" name="Graphique 2">
                <a:extLst>
                  <a:ext uri="{FF2B5EF4-FFF2-40B4-BE49-F238E27FC236}">
                    <a16:creationId xmlns:a16="http://schemas.microsoft.com/office/drawing/2014/main" id="{808B700A-3F0B-40E3-A424-618DF45C03BE}"/>
                  </a:ext>
                </a:extLst>
              </p:cNvPr>
              <p:cNvGrpSpPr/>
              <p:nvPr/>
            </p:nvGrpSpPr>
            <p:grpSpPr>
              <a:xfrm>
                <a:off x="7537923" y="1148421"/>
                <a:ext cx="83999" cy="60039"/>
                <a:chOff x="7537923" y="1148421"/>
                <a:chExt cx="83999" cy="60039"/>
              </a:xfrm>
              <a:solidFill>
                <a:schemeClr val="accent1"/>
              </a:solidFill>
            </p:grpSpPr>
            <p:sp>
              <p:nvSpPr>
                <p:cNvPr id="24044" name="Forme libre : forme 24043">
                  <a:extLst>
                    <a:ext uri="{FF2B5EF4-FFF2-40B4-BE49-F238E27FC236}">
                      <a16:creationId xmlns:a16="http://schemas.microsoft.com/office/drawing/2014/main" id="{23D5101B-E037-402B-BC7A-DE1379EEA87C}"/>
                    </a:ext>
                  </a:extLst>
                </p:cNvPr>
                <p:cNvSpPr/>
                <p:nvPr/>
              </p:nvSpPr>
              <p:spPr>
                <a:xfrm>
                  <a:off x="7537923" y="1148421"/>
                  <a:ext cx="83999" cy="60039"/>
                </a:xfrm>
                <a:custGeom>
                  <a:avLst/>
                  <a:gdLst>
                    <a:gd name="connsiteX0" fmla="*/ 67901 w 83999"/>
                    <a:gd name="connsiteY0" fmla="*/ 52549 h 60039"/>
                    <a:gd name="connsiteX1" fmla="*/ 43208 w 83999"/>
                    <a:gd name="connsiteY1" fmla="*/ 59863 h 60039"/>
                    <a:gd name="connsiteX2" fmla="*/ 19979 w 83999"/>
                    <a:gd name="connsiteY2" fmla="*/ 57381 h 60039"/>
                    <a:gd name="connsiteX3" fmla="*/ 7876 w 83999"/>
                    <a:gd name="connsiteY3" fmla="*/ 50909 h 60039"/>
                    <a:gd name="connsiteX4" fmla="*/ 1360 w 83999"/>
                    <a:gd name="connsiteY4" fmla="*/ 41909 h 60039"/>
                    <a:gd name="connsiteX5" fmla="*/ 163 w 83999"/>
                    <a:gd name="connsiteY5" fmla="*/ 32777 h 60039"/>
                    <a:gd name="connsiteX6" fmla="*/ 3576 w 83999"/>
                    <a:gd name="connsiteY6" fmla="*/ 24931 h 60039"/>
                    <a:gd name="connsiteX7" fmla="*/ 13684 w 83999"/>
                    <a:gd name="connsiteY7" fmla="*/ 12075 h 60039"/>
                    <a:gd name="connsiteX8" fmla="*/ 19934 w 83999"/>
                    <a:gd name="connsiteY8" fmla="*/ 6267 h 60039"/>
                    <a:gd name="connsiteX9" fmla="*/ 26584 w 83999"/>
                    <a:gd name="connsiteY9" fmla="*/ 2544 h 60039"/>
                    <a:gd name="connsiteX10" fmla="*/ 32347 w 83999"/>
                    <a:gd name="connsiteY10" fmla="*/ 460 h 60039"/>
                    <a:gd name="connsiteX11" fmla="*/ 36248 w 83999"/>
                    <a:gd name="connsiteY11" fmla="*/ 105 h 60039"/>
                    <a:gd name="connsiteX12" fmla="*/ 38775 w 83999"/>
                    <a:gd name="connsiteY12" fmla="*/ 416 h 60039"/>
                    <a:gd name="connsiteX13" fmla="*/ 38864 w 83999"/>
                    <a:gd name="connsiteY13" fmla="*/ 416 h 60039"/>
                    <a:gd name="connsiteX14" fmla="*/ 40548 w 83999"/>
                    <a:gd name="connsiteY14" fmla="*/ 1169 h 60039"/>
                    <a:gd name="connsiteX15" fmla="*/ 45646 w 83999"/>
                    <a:gd name="connsiteY15" fmla="*/ 2366 h 60039"/>
                    <a:gd name="connsiteX16" fmla="*/ 52917 w 83999"/>
                    <a:gd name="connsiteY16" fmla="*/ 3740 h 60039"/>
                    <a:gd name="connsiteX17" fmla="*/ 60896 w 83999"/>
                    <a:gd name="connsiteY17" fmla="*/ 6578 h 60039"/>
                    <a:gd name="connsiteX18" fmla="*/ 75437 w 83999"/>
                    <a:gd name="connsiteY18" fmla="*/ 14291 h 60039"/>
                    <a:gd name="connsiteX19" fmla="*/ 81820 w 83999"/>
                    <a:gd name="connsiteY19" fmla="*/ 20232 h 60039"/>
                    <a:gd name="connsiteX20" fmla="*/ 83993 w 83999"/>
                    <a:gd name="connsiteY20" fmla="*/ 29630 h 60039"/>
                    <a:gd name="connsiteX21" fmla="*/ 79914 w 83999"/>
                    <a:gd name="connsiteY21" fmla="*/ 41466 h 60039"/>
                    <a:gd name="connsiteX22" fmla="*/ 67901 w 83999"/>
                    <a:gd name="connsiteY22" fmla="*/ 52549 h 60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3999" h="60039">
                      <a:moveTo>
                        <a:pt x="67901" y="52549"/>
                      </a:moveTo>
                      <a:cubicBezTo>
                        <a:pt x="60320" y="56760"/>
                        <a:pt x="51587" y="59287"/>
                        <a:pt x="43208" y="59863"/>
                      </a:cubicBezTo>
                      <a:cubicBezTo>
                        <a:pt x="34830" y="60484"/>
                        <a:pt x="26894" y="59420"/>
                        <a:pt x="19979" y="57381"/>
                      </a:cubicBezTo>
                      <a:cubicBezTo>
                        <a:pt x="15058" y="55962"/>
                        <a:pt x="10979" y="53613"/>
                        <a:pt x="7876" y="50909"/>
                      </a:cubicBezTo>
                      <a:cubicBezTo>
                        <a:pt x="4817" y="48160"/>
                        <a:pt x="2557" y="45057"/>
                        <a:pt x="1360" y="41909"/>
                      </a:cubicBezTo>
                      <a:cubicBezTo>
                        <a:pt x="74" y="38806"/>
                        <a:pt x="-236" y="35659"/>
                        <a:pt x="163" y="32777"/>
                      </a:cubicBezTo>
                      <a:cubicBezTo>
                        <a:pt x="562" y="29896"/>
                        <a:pt x="1759" y="27236"/>
                        <a:pt x="3576" y="24931"/>
                      </a:cubicBezTo>
                      <a:lnTo>
                        <a:pt x="13684" y="12075"/>
                      </a:lnTo>
                      <a:cubicBezTo>
                        <a:pt x="15501" y="9770"/>
                        <a:pt x="17674" y="7863"/>
                        <a:pt x="19934" y="6267"/>
                      </a:cubicBezTo>
                      <a:cubicBezTo>
                        <a:pt x="22151" y="4716"/>
                        <a:pt x="24412" y="3563"/>
                        <a:pt x="26584" y="2544"/>
                      </a:cubicBezTo>
                      <a:cubicBezTo>
                        <a:pt x="28712" y="1657"/>
                        <a:pt x="30662" y="859"/>
                        <a:pt x="32347" y="460"/>
                      </a:cubicBezTo>
                      <a:cubicBezTo>
                        <a:pt x="33987" y="17"/>
                        <a:pt x="35317" y="-116"/>
                        <a:pt x="36248" y="105"/>
                      </a:cubicBezTo>
                      <a:cubicBezTo>
                        <a:pt x="37667" y="549"/>
                        <a:pt x="38509" y="460"/>
                        <a:pt x="38775" y="416"/>
                      </a:cubicBezTo>
                      <a:cubicBezTo>
                        <a:pt x="39085" y="371"/>
                        <a:pt x="38819" y="371"/>
                        <a:pt x="38864" y="416"/>
                      </a:cubicBezTo>
                      <a:cubicBezTo>
                        <a:pt x="38864" y="327"/>
                        <a:pt x="39351" y="859"/>
                        <a:pt x="40548" y="1169"/>
                      </a:cubicBezTo>
                      <a:cubicBezTo>
                        <a:pt x="41701" y="1657"/>
                        <a:pt x="43474" y="1834"/>
                        <a:pt x="45646" y="2366"/>
                      </a:cubicBezTo>
                      <a:cubicBezTo>
                        <a:pt x="47774" y="2677"/>
                        <a:pt x="50257" y="3075"/>
                        <a:pt x="52917" y="3740"/>
                      </a:cubicBezTo>
                      <a:cubicBezTo>
                        <a:pt x="55532" y="4361"/>
                        <a:pt x="58281" y="5203"/>
                        <a:pt x="60896" y="6578"/>
                      </a:cubicBezTo>
                      <a:lnTo>
                        <a:pt x="75437" y="14291"/>
                      </a:lnTo>
                      <a:cubicBezTo>
                        <a:pt x="78052" y="15665"/>
                        <a:pt x="80269" y="17660"/>
                        <a:pt x="81820" y="20232"/>
                      </a:cubicBezTo>
                      <a:cubicBezTo>
                        <a:pt x="83283" y="22803"/>
                        <a:pt x="84081" y="25995"/>
                        <a:pt x="83993" y="29630"/>
                      </a:cubicBezTo>
                      <a:cubicBezTo>
                        <a:pt x="83682" y="33265"/>
                        <a:pt x="82618" y="37388"/>
                        <a:pt x="79914" y="41466"/>
                      </a:cubicBezTo>
                      <a:cubicBezTo>
                        <a:pt x="77343" y="45544"/>
                        <a:pt x="73176" y="49579"/>
                        <a:pt x="67901" y="52549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45" name="Forme libre : forme 24044">
                  <a:extLst>
                    <a:ext uri="{FF2B5EF4-FFF2-40B4-BE49-F238E27FC236}">
                      <a16:creationId xmlns:a16="http://schemas.microsoft.com/office/drawing/2014/main" id="{FA4F8483-B363-45C3-98B7-85E97F0040CA}"/>
                    </a:ext>
                  </a:extLst>
                </p:cNvPr>
                <p:cNvSpPr/>
                <p:nvPr/>
              </p:nvSpPr>
              <p:spPr>
                <a:xfrm>
                  <a:off x="7537960" y="1162357"/>
                  <a:ext cx="83962" cy="46014"/>
                </a:xfrm>
                <a:custGeom>
                  <a:avLst/>
                  <a:gdLst>
                    <a:gd name="connsiteX0" fmla="*/ 30936 w 83962"/>
                    <a:gd name="connsiteY0" fmla="*/ 25801 h 46014"/>
                    <a:gd name="connsiteX1" fmla="*/ 13868 w 83962"/>
                    <a:gd name="connsiteY1" fmla="*/ 19417 h 46014"/>
                    <a:gd name="connsiteX2" fmla="*/ 7928 w 83962"/>
                    <a:gd name="connsiteY2" fmla="*/ 5320 h 46014"/>
                    <a:gd name="connsiteX3" fmla="*/ 3584 w 83962"/>
                    <a:gd name="connsiteY3" fmla="*/ 10905 h 46014"/>
                    <a:gd name="connsiteX4" fmla="*/ 170 w 83962"/>
                    <a:gd name="connsiteY4" fmla="*/ 18752 h 46014"/>
                    <a:gd name="connsiteX5" fmla="*/ 1367 w 83962"/>
                    <a:gd name="connsiteY5" fmla="*/ 27884 h 46014"/>
                    <a:gd name="connsiteX6" fmla="*/ 7884 w 83962"/>
                    <a:gd name="connsiteY6" fmla="*/ 36883 h 46014"/>
                    <a:gd name="connsiteX7" fmla="*/ 19986 w 83962"/>
                    <a:gd name="connsiteY7" fmla="*/ 43356 h 46014"/>
                    <a:gd name="connsiteX8" fmla="*/ 43215 w 83962"/>
                    <a:gd name="connsiteY8" fmla="*/ 45838 h 46014"/>
                    <a:gd name="connsiteX9" fmla="*/ 67908 w 83962"/>
                    <a:gd name="connsiteY9" fmla="*/ 38524 h 46014"/>
                    <a:gd name="connsiteX10" fmla="*/ 79877 w 83962"/>
                    <a:gd name="connsiteY10" fmla="*/ 27441 h 46014"/>
                    <a:gd name="connsiteX11" fmla="*/ 83956 w 83962"/>
                    <a:gd name="connsiteY11" fmla="*/ 15604 h 46014"/>
                    <a:gd name="connsiteX12" fmla="*/ 81783 w 83962"/>
                    <a:gd name="connsiteY12" fmla="*/ 6206 h 46014"/>
                    <a:gd name="connsiteX13" fmla="*/ 75400 w 83962"/>
                    <a:gd name="connsiteY13" fmla="*/ 266 h 46014"/>
                    <a:gd name="connsiteX14" fmla="*/ 74912 w 83962"/>
                    <a:gd name="connsiteY14" fmla="*/ 0 h 46014"/>
                    <a:gd name="connsiteX15" fmla="*/ 67952 w 83962"/>
                    <a:gd name="connsiteY15" fmla="*/ 10817 h 46014"/>
                    <a:gd name="connsiteX16" fmla="*/ 57490 w 83962"/>
                    <a:gd name="connsiteY16" fmla="*/ 19240 h 46014"/>
                    <a:gd name="connsiteX17" fmla="*/ 44678 w 83962"/>
                    <a:gd name="connsiteY17" fmla="*/ 24116 h 46014"/>
                    <a:gd name="connsiteX18" fmla="*/ 30936 w 83962"/>
                    <a:gd name="connsiteY18" fmla="*/ 25801 h 460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83962" h="46014">
                      <a:moveTo>
                        <a:pt x="30936" y="25801"/>
                      </a:moveTo>
                      <a:cubicBezTo>
                        <a:pt x="24242" y="26022"/>
                        <a:pt x="17947" y="23362"/>
                        <a:pt x="13868" y="19417"/>
                      </a:cubicBezTo>
                      <a:cubicBezTo>
                        <a:pt x="9701" y="15516"/>
                        <a:pt x="7706" y="10329"/>
                        <a:pt x="7928" y="5320"/>
                      </a:cubicBezTo>
                      <a:lnTo>
                        <a:pt x="3584" y="10905"/>
                      </a:lnTo>
                      <a:cubicBezTo>
                        <a:pt x="1766" y="13255"/>
                        <a:pt x="569" y="15870"/>
                        <a:pt x="170" y="18752"/>
                      </a:cubicBezTo>
                      <a:cubicBezTo>
                        <a:pt x="-229" y="21633"/>
                        <a:pt x="37" y="24825"/>
                        <a:pt x="1367" y="27884"/>
                      </a:cubicBezTo>
                      <a:cubicBezTo>
                        <a:pt x="2564" y="31032"/>
                        <a:pt x="4825" y="34091"/>
                        <a:pt x="7884" y="36883"/>
                      </a:cubicBezTo>
                      <a:cubicBezTo>
                        <a:pt x="11031" y="39588"/>
                        <a:pt x="15110" y="41937"/>
                        <a:pt x="19986" y="43356"/>
                      </a:cubicBezTo>
                      <a:cubicBezTo>
                        <a:pt x="26902" y="45395"/>
                        <a:pt x="34837" y="46459"/>
                        <a:pt x="43215" y="45838"/>
                      </a:cubicBezTo>
                      <a:cubicBezTo>
                        <a:pt x="51550" y="45262"/>
                        <a:pt x="60327" y="42735"/>
                        <a:pt x="67908" y="38524"/>
                      </a:cubicBezTo>
                      <a:cubicBezTo>
                        <a:pt x="73183" y="35553"/>
                        <a:pt x="77350" y="31519"/>
                        <a:pt x="79877" y="27441"/>
                      </a:cubicBezTo>
                      <a:cubicBezTo>
                        <a:pt x="82581" y="23318"/>
                        <a:pt x="83645" y="19240"/>
                        <a:pt x="83956" y="15604"/>
                      </a:cubicBezTo>
                      <a:cubicBezTo>
                        <a:pt x="84044" y="11969"/>
                        <a:pt x="83246" y="8777"/>
                        <a:pt x="81783" y="6206"/>
                      </a:cubicBezTo>
                      <a:cubicBezTo>
                        <a:pt x="80276" y="3635"/>
                        <a:pt x="78015" y="1640"/>
                        <a:pt x="75400" y="266"/>
                      </a:cubicBezTo>
                      <a:lnTo>
                        <a:pt x="74912" y="0"/>
                      </a:lnTo>
                      <a:cubicBezTo>
                        <a:pt x="73227" y="3901"/>
                        <a:pt x="70789" y="7536"/>
                        <a:pt x="67952" y="10817"/>
                      </a:cubicBezTo>
                      <a:cubicBezTo>
                        <a:pt x="64938" y="14053"/>
                        <a:pt x="61524" y="17023"/>
                        <a:pt x="57490" y="19240"/>
                      </a:cubicBezTo>
                      <a:cubicBezTo>
                        <a:pt x="53500" y="21412"/>
                        <a:pt x="49200" y="23185"/>
                        <a:pt x="44678" y="24116"/>
                      </a:cubicBezTo>
                      <a:cubicBezTo>
                        <a:pt x="40201" y="25180"/>
                        <a:pt x="35590" y="25712"/>
                        <a:pt x="30936" y="2580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46" name="Forme libre : forme 24045">
                  <a:extLst>
                    <a:ext uri="{FF2B5EF4-FFF2-40B4-BE49-F238E27FC236}">
                      <a16:creationId xmlns:a16="http://schemas.microsoft.com/office/drawing/2014/main" id="{C288BD90-0EAB-40C9-932A-A5C98C1D2942}"/>
                    </a:ext>
                  </a:extLst>
                </p:cNvPr>
                <p:cNvSpPr/>
                <p:nvPr/>
              </p:nvSpPr>
              <p:spPr>
                <a:xfrm>
                  <a:off x="7567127" y="1167544"/>
                  <a:ext cx="33215" cy="23185"/>
                </a:xfrm>
                <a:custGeom>
                  <a:avLst/>
                  <a:gdLst>
                    <a:gd name="connsiteX0" fmla="*/ 31293 w 33215"/>
                    <a:gd name="connsiteY0" fmla="*/ 3813 h 23185"/>
                    <a:gd name="connsiteX1" fmla="*/ 32046 w 33215"/>
                    <a:gd name="connsiteY1" fmla="*/ 13432 h 23185"/>
                    <a:gd name="connsiteX2" fmla="*/ 27259 w 33215"/>
                    <a:gd name="connsiteY2" fmla="*/ 18885 h 23185"/>
                    <a:gd name="connsiteX3" fmla="*/ 19235 w 33215"/>
                    <a:gd name="connsiteY3" fmla="*/ 22609 h 23185"/>
                    <a:gd name="connsiteX4" fmla="*/ 14713 w 33215"/>
                    <a:gd name="connsiteY4" fmla="*/ 23185 h 23185"/>
                    <a:gd name="connsiteX5" fmla="*/ 10546 w 33215"/>
                    <a:gd name="connsiteY5" fmla="*/ 22786 h 23185"/>
                    <a:gd name="connsiteX6" fmla="*/ 4029 w 33215"/>
                    <a:gd name="connsiteY6" fmla="*/ 20082 h 23185"/>
                    <a:gd name="connsiteX7" fmla="*/ 217 w 33215"/>
                    <a:gd name="connsiteY7" fmla="*/ 11260 h 23185"/>
                    <a:gd name="connsiteX8" fmla="*/ 5935 w 33215"/>
                    <a:gd name="connsiteY8" fmla="*/ 4211 h 23185"/>
                    <a:gd name="connsiteX9" fmla="*/ 9969 w 33215"/>
                    <a:gd name="connsiteY9" fmla="*/ 1995 h 23185"/>
                    <a:gd name="connsiteX10" fmla="*/ 12053 w 33215"/>
                    <a:gd name="connsiteY10" fmla="*/ 1197 h 23185"/>
                    <a:gd name="connsiteX11" fmla="*/ 14181 w 33215"/>
                    <a:gd name="connsiteY11" fmla="*/ 576 h 23185"/>
                    <a:gd name="connsiteX12" fmla="*/ 18437 w 33215"/>
                    <a:gd name="connsiteY12" fmla="*/ 0 h 23185"/>
                    <a:gd name="connsiteX13" fmla="*/ 22914 w 33215"/>
                    <a:gd name="connsiteY13" fmla="*/ 266 h 23185"/>
                    <a:gd name="connsiteX14" fmla="*/ 31293 w 33215"/>
                    <a:gd name="connsiteY14" fmla="*/ 3813 h 2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3215" h="23185">
                      <a:moveTo>
                        <a:pt x="31293" y="3813"/>
                      </a:moveTo>
                      <a:cubicBezTo>
                        <a:pt x="33465" y="6118"/>
                        <a:pt x="33908" y="9487"/>
                        <a:pt x="32046" y="13432"/>
                      </a:cubicBezTo>
                      <a:cubicBezTo>
                        <a:pt x="30983" y="15205"/>
                        <a:pt x="29520" y="17378"/>
                        <a:pt x="27259" y="18885"/>
                      </a:cubicBezTo>
                      <a:cubicBezTo>
                        <a:pt x="25086" y="20614"/>
                        <a:pt x="22294" y="21811"/>
                        <a:pt x="19235" y="22609"/>
                      </a:cubicBezTo>
                      <a:cubicBezTo>
                        <a:pt x="17683" y="22919"/>
                        <a:pt x="16176" y="23096"/>
                        <a:pt x="14713" y="23185"/>
                      </a:cubicBezTo>
                      <a:cubicBezTo>
                        <a:pt x="13250" y="23185"/>
                        <a:pt x="11876" y="23008"/>
                        <a:pt x="10546" y="22786"/>
                      </a:cubicBezTo>
                      <a:cubicBezTo>
                        <a:pt x="7930" y="22298"/>
                        <a:pt x="5714" y="21279"/>
                        <a:pt x="4029" y="20082"/>
                      </a:cubicBezTo>
                      <a:cubicBezTo>
                        <a:pt x="660" y="17555"/>
                        <a:pt x="-537" y="14319"/>
                        <a:pt x="217" y="11260"/>
                      </a:cubicBezTo>
                      <a:cubicBezTo>
                        <a:pt x="970" y="8290"/>
                        <a:pt x="3320" y="5940"/>
                        <a:pt x="5935" y="4211"/>
                      </a:cubicBezTo>
                      <a:cubicBezTo>
                        <a:pt x="7221" y="3325"/>
                        <a:pt x="8640" y="2571"/>
                        <a:pt x="9969" y="1995"/>
                      </a:cubicBezTo>
                      <a:cubicBezTo>
                        <a:pt x="10635" y="1640"/>
                        <a:pt x="11344" y="1419"/>
                        <a:pt x="12053" y="1197"/>
                      </a:cubicBezTo>
                      <a:cubicBezTo>
                        <a:pt x="12718" y="887"/>
                        <a:pt x="13427" y="709"/>
                        <a:pt x="14181" y="576"/>
                      </a:cubicBezTo>
                      <a:cubicBezTo>
                        <a:pt x="15600" y="177"/>
                        <a:pt x="17018" y="89"/>
                        <a:pt x="18437" y="0"/>
                      </a:cubicBezTo>
                      <a:cubicBezTo>
                        <a:pt x="19944" y="89"/>
                        <a:pt x="21318" y="-89"/>
                        <a:pt x="22914" y="266"/>
                      </a:cubicBezTo>
                      <a:cubicBezTo>
                        <a:pt x="25884" y="621"/>
                        <a:pt x="29165" y="1596"/>
                        <a:pt x="31293" y="381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47" name="Forme libre : forme 24046">
                  <a:extLst>
                    <a:ext uri="{FF2B5EF4-FFF2-40B4-BE49-F238E27FC236}">
                      <a16:creationId xmlns:a16="http://schemas.microsoft.com/office/drawing/2014/main" id="{F6590A56-9315-435D-9C19-D62EEEEFF6FD}"/>
                    </a:ext>
                  </a:extLst>
                </p:cNvPr>
                <p:cNvSpPr/>
                <p:nvPr/>
              </p:nvSpPr>
              <p:spPr>
                <a:xfrm>
                  <a:off x="7567127" y="1170603"/>
                  <a:ext cx="28366" cy="20170"/>
                </a:xfrm>
                <a:custGeom>
                  <a:avLst/>
                  <a:gdLst>
                    <a:gd name="connsiteX0" fmla="*/ 7930 w 28366"/>
                    <a:gd name="connsiteY0" fmla="*/ 0 h 20170"/>
                    <a:gd name="connsiteX1" fmla="*/ 3187 w 28366"/>
                    <a:gd name="connsiteY1" fmla="*/ 3413 h 20170"/>
                    <a:gd name="connsiteX2" fmla="*/ 217 w 28366"/>
                    <a:gd name="connsiteY2" fmla="*/ 8246 h 20170"/>
                    <a:gd name="connsiteX3" fmla="*/ 4029 w 28366"/>
                    <a:gd name="connsiteY3" fmla="*/ 17067 h 20170"/>
                    <a:gd name="connsiteX4" fmla="*/ 10546 w 28366"/>
                    <a:gd name="connsiteY4" fmla="*/ 19772 h 20170"/>
                    <a:gd name="connsiteX5" fmla="*/ 14713 w 28366"/>
                    <a:gd name="connsiteY5" fmla="*/ 20171 h 20170"/>
                    <a:gd name="connsiteX6" fmla="*/ 19235 w 28366"/>
                    <a:gd name="connsiteY6" fmla="*/ 19594 h 20170"/>
                    <a:gd name="connsiteX7" fmla="*/ 24289 w 28366"/>
                    <a:gd name="connsiteY7" fmla="*/ 17777 h 20170"/>
                    <a:gd name="connsiteX8" fmla="*/ 28367 w 28366"/>
                    <a:gd name="connsiteY8" fmla="*/ 15028 h 20170"/>
                    <a:gd name="connsiteX9" fmla="*/ 23047 w 28366"/>
                    <a:gd name="connsiteY9" fmla="*/ 16403 h 20170"/>
                    <a:gd name="connsiteX10" fmla="*/ 10901 w 28366"/>
                    <a:gd name="connsiteY10" fmla="*/ 10861 h 20170"/>
                    <a:gd name="connsiteX11" fmla="*/ 7930 w 28366"/>
                    <a:gd name="connsiteY11" fmla="*/ 0 h 20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366" h="20170">
                      <a:moveTo>
                        <a:pt x="7930" y="0"/>
                      </a:moveTo>
                      <a:cubicBezTo>
                        <a:pt x="6246" y="1020"/>
                        <a:pt x="4561" y="1995"/>
                        <a:pt x="3187" y="3413"/>
                      </a:cubicBezTo>
                      <a:cubicBezTo>
                        <a:pt x="1813" y="4788"/>
                        <a:pt x="704" y="6339"/>
                        <a:pt x="217" y="8246"/>
                      </a:cubicBezTo>
                      <a:cubicBezTo>
                        <a:pt x="-537" y="11304"/>
                        <a:pt x="660" y="14541"/>
                        <a:pt x="4029" y="17067"/>
                      </a:cubicBezTo>
                      <a:cubicBezTo>
                        <a:pt x="5714" y="18264"/>
                        <a:pt x="7930" y="19284"/>
                        <a:pt x="10546" y="19772"/>
                      </a:cubicBezTo>
                      <a:cubicBezTo>
                        <a:pt x="11876" y="19993"/>
                        <a:pt x="13250" y="20126"/>
                        <a:pt x="14713" y="20171"/>
                      </a:cubicBezTo>
                      <a:cubicBezTo>
                        <a:pt x="16176" y="20082"/>
                        <a:pt x="17683" y="19905"/>
                        <a:pt x="19235" y="19594"/>
                      </a:cubicBezTo>
                      <a:cubicBezTo>
                        <a:pt x="21008" y="19151"/>
                        <a:pt x="22692" y="18486"/>
                        <a:pt x="24289" y="17777"/>
                      </a:cubicBezTo>
                      <a:cubicBezTo>
                        <a:pt x="25796" y="16979"/>
                        <a:pt x="27170" y="16004"/>
                        <a:pt x="28367" y="15028"/>
                      </a:cubicBezTo>
                      <a:cubicBezTo>
                        <a:pt x="26638" y="15737"/>
                        <a:pt x="24909" y="16403"/>
                        <a:pt x="23047" y="16403"/>
                      </a:cubicBezTo>
                      <a:cubicBezTo>
                        <a:pt x="17861" y="16403"/>
                        <a:pt x="13427" y="14053"/>
                        <a:pt x="10901" y="10861"/>
                      </a:cubicBezTo>
                      <a:cubicBezTo>
                        <a:pt x="8285" y="7758"/>
                        <a:pt x="7487" y="3724"/>
                        <a:pt x="7930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48" name="Forme libre : forme 24047">
                  <a:extLst>
                    <a:ext uri="{FF2B5EF4-FFF2-40B4-BE49-F238E27FC236}">
                      <a16:creationId xmlns:a16="http://schemas.microsoft.com/office/drawing/2014/main" id="{E811619D-891D-4CC1-A972-35730DFA9E6B}"/>
                    </a:ext>
                  </a:extLst>
                </p:cNvPr>
                <p:cNvSpPr/>
                <p:nvPr/>
              </p:nvSpPr>
              <p:spPr>
                <a:xfrm>
                  <a:off x="7568307" y="1169140"/>
                  <a:ext cx="35154" cy="23807"/>
                </a:xfrm>
                <a:custGeom>
                  <a:avLst/>
                  <a:gdLst>
                    <a:gd name="connsiteX0" fmla="*/ 33039 w 35154"/>
                    <a:gd name="connsiteY0" fmla="*/ 2793 h 23807"/>
                    <a:gd name="connsiteX1" fmla="*/ 35078 w 35154"/>
                    <a:gd name="connsiteY1" fmla="*/ 6960 h 23807"/>
                    <a:gd name="connsiteX2" fmla="*/ 34014 w 35154"/>
                    <a:gd name="connsiteY2" fmla="*/ 12590 h 23807"/>
                    <a:gd name="connsiteX3" fmla="*/ 29271 w 35154"/>
                    <a:gd name="connsiteY3" fmla="*/ 18575 h 23807"/>
                    <a:gd name="connsiteX4" fmla="*/ 20937 w 35154"/>
                    <a:gd name="connsiteY4" fmla="*/ 22875 h 23807"/>
                    <a:gd name="connsiteX5" fmla="*/ 16149 w 35154"/>
                    <a:gd name="connsiteY5" fmla="*/ 23717 h 23807"/>
                    <a:gd name="connsiteX6" fmla="*/ 11716 w 35154"/>
                    <a:gd name="connsiteY6" fmla="*/ 23628 h 23807"/>
                    <a:gd name="connsiteX7" fmla="*/ 4667 w 35154"/>
                    <a:gd name="connsiteY7" fmla="*/ 21234 h 23807"/>
                    <a:gd name="connsiteX8" fmla="*/ 766 w 35154"/>
                    <a:gd name="connsiteY8" fmla="*/ 17156 h 23807"/>
                    <a:gd name="connsiteX9" fmla="*/ 145 w 35154"/>
                    <a:gd name="connsiteY9" fmla="*/ 12590 h 23807"/>
                    <a:gd name="connsiteX10" fmla="*/ 2229 w 35154"/>
                    <a:gd name="connsiteY10" fmla="*/ 8467 h 23807"/>
                    <a:gd name="connsiteX11" fmla="*/ 5864 w 35154"/>
                    <a:gd name="connsiteY11" fmla="*/ 5320 h 23807"/>
                    <a:gd name="connsiteX12" fmla="*/ 10120 w 35154"/>
                    <a:gd name="connsiteY12" fmla="*/ 2926 h 23807"/>
                    <a:gd name="connsiteX13" fmla="*/ 12381 w 35154"/>
                    <a:gd name="connsiteY13" fmla="*/ 1995 h 23807"/>
                    <a:gd name="connsiteX14" fmla="*/ 14686 w 35154"/>
                    <a:gd name="connsiteY14" fmla="*/ 1241 h 23807"/>
                    <a:gd name="connsiteX15" fmla="*/ 19429 w 35154"/>
                    <a:gd name="connsiteY15" fmla="*/ 310 h 23807"/>
                    <a:gd name="connsiteX16" fmla="*/ 24261 w 35154"/>
                    <a:gd name="connsiteY16" fmla="*/ 0 h 23807"/>
                    <a:gd name="connsiteX17" fmla="*/ 29005 w 35154"/>
                    <a:gd name="connsiteY17" fmla="*/ 665 h 23807"/>
                    <a:gd name="connsiteX18" fmla="*/ 33039 w 35154"/>
                    <a:gd name="connsiteY18" fmla="*/ 2793 h 23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154" h="23807">
                      <a:moveTo>
                        <a:pt x="33039" y="2793"/>
                      </a:moveTo>
                      <a:cubicBezTo>
                        <a:pt x="34147" y="3901"/>
                        <a:pt x="34856" y="5275"/>
                        <a:pt x="35078" y="6960"/>
                      </a:cubicBezTo>
                      <a:cubicBezTo>
                        <a:pt x="35344" y="8689"/>
                        <a:pt x="34901" y="10506"/>
                        <a:pt x="34014" y="12590"/>
                      </a:cubicBezTo>
                      <a:cubicBezTo>
                        <a:pt x="33172" y="14674"/>
                        <a:pt x="31399" y="16624"/>
                        <a:pt x="29271" y="18575"/>
                      </a:cubicBezTo>
                      <a:cubicBezTo>
                        <a:pt x="27010" y="20304"/>
                        <a:pt x="24173" y="21988"/>
                        <a:pt x="20937" y="22875"/>
                      </a:cubicBezTo>
                      <a:cubicBezTo>
                        <a:pt x="19341" y="23407"/>
                        <a:pt x="17745" y="23628"/>
                        <a:pt x="16149" y="23717"/>
                      </a:cubicBezTo>
                      <a:cubicBezTo>
                        <a:pt x="14597" y="23850"/>
                        <a:pt x="13090" y="23850"/>
                        <a:pt x="11716" y="23628"/>
                      </a:cubicBezTo>
                      <a:cubicBezTo>
                        <a:pt x="8878" y="23318"/>
                        <a:pt x="6529" y="22387"/>
                        <a:pt x="4667" y="21234"/>
                      </a:cubicBezTo>
                      <a:cubicBezTo>
                        <a:pt x="2805" y="20171"/>
                        <a:pt x="1564" y="18575"/>
                        <a:pt x="766" y="17156"/>
                      </a:cubicBezTo>
                      <a:cubicBezTo>
                        <a:pt x="12" y="15649"/>
                        <a:pt x="-165" y="14142"/>
                        <a:pt x="145" y="12590"/>
                      </a:cubicBezTo>
                      <a:cubicBezTo>
                        <a:pt x="455" y="11083"/>
                        <a:pt x="1209" y="9708"/>
                        <a:pt x="2229" y="8467"/>
                      </a:cubicBezTo>
                      <a:cubicBezTo>
                        <a:pt x="3248" y="7226"/>
                        <a:pt x="4490" y="6339"/>
                        <a:pt x="5864" y="5320"/>
                      </a:cubicBezTo>
                      <a:cubicBezTo>
                        <a:pt x="7238" y="4389"/>
                        <a:pt x="8657" y="3635"/>
                        <a:pt x="10120" y="2926"/>
                      </a:cubicBezTo>
                      <a:cubicBezTo>
                        <a:pt x="10873" y="2616"/>
                        <a:pt x="11627" y="2305"/>
                        <a:pt x="12381" y="1995"/>
                      </a:cubicBezTo>
                      <a:cubicBezTo>
                        <a:pt x="13134" y="1729"/>
                        <a:pt x="13932" y="1507"/>
                        <a:pt x="14686" y="1241"/>
                      </a:cubicBezTo>
                      <a:cubicBezTo>
                        <a:pt x="16282" y="842"/>
                        <a:pt x="17789" y="399"/>
                        <a:pt x="19429" y="310"/>
                      </a:cubicBezTo>
                      <a:cubicBezTo>
                        <a:pt x="20937" y="-44"/>
                        <a:pt x="22665" y="89"/>
                        <a:pt x="24261" y="0"/>
                      </a:cubicBezTo>
                      <a:cubicBezTo>
                        <a:pt x="25857" y="0"/>
                        <a:pt x="27586" y="310"/>
                        <a:pt x="29005" y="665"/>
                      </a:cubicBezTo>
                      <a:cubicBezTo>
                        <a:pt x="30556" y="975"/>
                        <a:pt x="31931" y="1684"/>
                        <a:pt x="33039" y="279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49" name="Forme libre : forme 24048">
                  <a:extLst>
                    <a:ext uri="{FF2B5EF4-FFF2-40B4-BE49-F238E27FC236}">
                      <a16:creationId xmlns:a16="http://schemas.microsoft.com/office/drawing/2014/main" id="{D560736C-611D-4E7B-9EF7-7917658B2770}"/>
                    </a:ext>
                  </a:extLst>
                </p:cNvPr>
                <p:cNvSpPr/>
                <p:nvPr/>
              </p:nvSpPr>
              <p:spPr>
                <a:xfrm>
                  <a:off x="7549821" y="1159855"/>
                  <a:ext cx="51896" cy="44105"/>
                </a:xfrm>
                <a:custGeom>
                  <a:avLst/>
                  <a:gdLst>
                    <a:gd name="connsiteX0" fmla="*/ 3914 w 51896"/>
                    <a:gd name="connsiteY0" fmla="*/ 15181 h 44105"/>
                    <a:gd name="connsiteX1" fmla="*/ 13 w 51896"/>
                    <a:gd name="connsiteY1" fmla="*/ 24934 h 44105"/>
                    <a:gd name="connsiteX2" fmla="*/ 4623 w 51896"/>
                    <a:gd name="connsiteY2" fmla="*/ 35263 h 44105"/>
                    <a:gd name="connsiteX3" fmla="*/ 17834 w 51896"/>
                    <a:gd name="connsiteY3" fmla="*/ 42711 h 44105"/>
                    <a:gd name="connsiteX4" fmla="*/ 32596 w 51896"/>
                    <a:gd name="connsiteY4" fmla="*/ 43819 h 44105"/>
                    <a:gd name="connsiteX5" fmla="*/ 40043 w 51896"/>
                    <a:gd name="connsiteY5" fmla="*/ 41913 h 44105"/>
                    <a:gd name="connsiteX6" fmla="*/ 46427 w 51896"/>
                    <a:gd name="connsiteY6" fmla="*/ 38278 h 44105"/>
                    <a:gd name="connsiteX7" fmla="*/ 51703 w 51896"/>
                    <a:gd name="connsiteY7" fmla="*/ 30830 h 44105"/>
                    <a:gd name="connsiteX8" fmla="*/ 49575 w 51896"/>
                    <a:gd name="connsiteY8" fmla="*/ 25333 h 44105"/>
                    <a:gd name="connsiteX9" fmla="*/ 45319 w 51896"/>
                    <a:gd name="connsiteY9" fmla="*/ 24358 h 44105"/>
                    <a:gd name="connsiteX10" fmla="*/ 40531 w 51896"/>
                    <a:gd name="connsiteY10" fmla="*/ 24003 h 44105"/>
                    <a:gd name="connsiteX11" fmla="*/ 24616 w 51896"/>
                    <a:gd name="connsiteY11" fmla="*/ 14029 h 44105"/>
                    <a:gd name="connsiteX12" fmla="*/ 22621 w 51896"/>
                    <a:gd name="connsiteY12" fmla="*/ 9906 h 44105"/>
                    <a:gd name="connsiteX13" fmla="*/ 20760 w 51896"/>
                    <a:gd name="connsiteY13" fmla="*/ 5118 h 44105"/>
                    <a:gd name="connsiteX14" fmla="*/ 18765 w 51896"/>
                    <a:gd name="connsiteY14" fmla="*/ 1306 h 44105"/>
                    <a:gd name="connsiteX15" fmla="*/ 15706 w 51896"/>
                    <a:gd name="connsiteY15" fmla="*/ 20 h 44105"/>
                    <a:gd name="connsiteX16" fmla="*/ 8790 w 51896"/>
                    <a:gd name="connsiteY16" fmla="*/ 6049 h 44105"/>
                    <a:gd name="connsiteX17" fmla="*/ 3914 w 51896"/>
                    <a:gd name="connsiteY17" fmla="*/ 15181 h 4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1896" h="44105">
                      <a:moveTo>
                        <a:pt x="3914" y="15181"/>
                      </a:moveTo>
                      <a:cubicBezTo>
                        <a:pt x="2141" y="18196"/>
                        <a:pt x="190" y="21299"/>
                        <a:pt x="13" y="24934"/>
                      </a:cubicBezTo>
                      <a:cubicBezTo>
                        <a:pt x="-165" y="28436"/>
                        <a:pt x="1520" y="32027"/>
                        <a:pt x="4623" y="35263"/>
                      </a:cubicBezTo>
                      <a:cubicBezTo>
                        <a:pt x="7815" y="38411"/>
                        <a:pt x="12381" y="41248"/>
                        <a:pt x="17834" y="42711"/>
                      </a:cubicBezTo>
                      <a:cubicBezTo>
                        <a:pt x="22267" y="44041"/>
                        <a:pt x="27498" y="44440"/>
                        <a:pt x="32596" y="43819"/>
                      </a:cubicBezTo>
                      <a:cubicBezTo>
                        <a:pt x="35167" y="43465"/>
                        <a:pt x="37694" y="42755"/>
                        <a:pt x="40043" y="41913"/>
                      </a:cubicBezTo>
                      <a:cubicBezTo>
                        <a:pt x="42393" y="40893"/>
                        <a:pt x="44610" y="39741"/>
                        <a:pt x="46427" y="38278"/>
                      </a:cubicBezTo>
                      <a:cubicBezTo>
                        <a:pt x="49176" y="36061"/>
                        <a:pt x="51215" y="33357"/>
                        <a:pt x="51703" y="30830"/>
                      </a:cubicBezTo>
                      <a:cubicBezTo>
                        <a:pt x="52279" y="28348"/>
                        <a:pt x="51570" y="26397"/>
                        <a:pt x="49575" y="25333"/>
                      </a:cubicBezTo>
                      <a:cubicBezTo>
                        <a:pt x="48333" y="24668"/>
                        <a:pt x="46871" y="24491"/>
                        <a:pt x="45319" y="24358"/>
                      </a:cubicBezTo>
                      <a:cubicBezTo>
                        <a:pt x="43723" y="24181"/>
                        <a:pt x="42038" y="24136"/>
                        <a:pt x="40531" y="24003"/>
                      </a:cubicBezTo>
                      <a:cubicBezTo>
                        <a:pt x="33083" y="23205"/>
                        <a:pt x="27586" y="19038"/>
                        <a:pt x="24616" y="14029"/>
                      </a:cubicBezTo>
                      <a:cubicBezTo>
                        <a:pt x="23996" y="13009"/>
                        <a:pt x="23286" y="11546"/>
                        <a:pt x="22621" y="9906"/>
                      </a:cubicBezTo>
                      <a:cubicBezTo>
                        <a:pt x="22001" y="8310"/>
                        <a:pt x="21336" y="6626"/>
                        <a:pt x="20760" y="5118"/>
                      </a:cubicBezTo>
                      <a:cubicBezTo>
                        <a:pt x="20139" y="3611"/>
                        <a:pt x="19563" y="2281"/>
                        <a:pt x="18765" y="1306"/>
                      </a:cubicBezTo>
                      <a:cubicBezTo>
                        <a:pt x="18011" y="419"/>
                        <a:pt x="17080" y="-113"/>
                        <a:pt x="15706" y="20"/>
                      </a:cubicBezTo>
                      <a:cubicBezTo>
                        <a:pt x="13268" y="242"/>
                        <a:pt x="10874" y="2813"/>
                        <a:pt x="8790" y="6049"/>
                      </a:cubicBezTo>
                      <a:cubicBezTo>
                        <a:pt x="6751" y="9241"/>
                        <a:pt x="5155" y="13053"/>
                        <a:pt x="3914" y="1518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50" name="Forme libre : forme 24049">
                  <a:extLst>
                    <a:ext uri="{FF2B5EF4-FFF2-40B4-BE49-F238E27FC236}">
                      <a16:creationId xmlns:a16="http://schemas.microsoft.com/office/drawing/2014/main" id="{4348C5EB-C33E-4092-A524-8C1B8C018319}"/>
                    </a:ext>
                  </a:extLst>
                </p:cNvPr>
                <p:cNvSpPr/>
                <p:nvPr/>
              </p:nvSpPr>
              <p:spPr>
                <a:xfrm>
                  <a:off x="7563676" y="1161904"/>
                  <a:ext cx="11207" cy="9585"/>
                </a:xfrm>
                <a:custGeom>
                  <a:avLst/>
                  <a:gdLst>
                    <a:gd name="connsiteX0" fmla="*/ 1674 w 11207"/>
                    <a:gd name="connsiteY0" fmla="*/ 4664 h 9585"/>
                    <a:gd name="connsiteX1" fmla="*/ 211 w 11207"/>
                    <a:gd name="connsiteY1" fmla="*/ 6659 h 9585"/>
                    <a:gd name="connsiteX2" fmla="*/ 432 w 11207"/>
                    <a:gd name="connsiteY2" fmla="*/ 8965 h 9585"/>
                    <a:gd name="connsiteX3" fmla="*/ 2427 w 11207"/>
                    <a:gd name="connsiteY3" fmla="*/ 9585 h 9585"/>
                    <a:gd name="connsiteX4" fmla="*/ 7658 w 11207"/>
                    <a:gd name="connsiteY4" fmla="*/ 8521 h 9585"/>
                    <a:gd name="connsiteX5" fmla="*/ 9476 w 11207"/>
                    <a:gd name="connsiteY5" fmla="*/ 7369 h 9585"/>
                    <a:gd name="connsiteX6" fmla="*/ 11205 w 11207"/>
                    <a:gd name="connsiteY6" fmla="*/ 2670 h 9585"/>
                    <a:gd name="connsiteX7" fmla="*/ 9432 w 11207"/>
                    <a:gd name="connsiteY7" fmla="*/ 10 h 9585"/>
                    <a:gd name="connsiteX8" fmla="*/ 5708 w 11207"/>
                    <a:gd name="connsiteY8" fmla="*/ 1606 h 9585"/>
                    <a:gd name="connsiteX9" fmla="*/ 1674 w 11207"/>
                    <a:gd name="connsiteY9" fmla="*/ 4664 h 9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207" h="9585">
                      <a:moveTo>
                        <a:pt x="1674" y="4664"/>
                      </a:moveTo>
                      <a:cubicBezTo>
                        <a:pt x="1097" y="5241"/>
                        <a:pt x="521" y="5861"/>
                        <a:pt x="211" y="6659"/>
                      </a:cubicBezTo>
                      <a:cubicBezTo>
                        <a:pt x="-100" y="7457"/>
                        <a:pt x="-100" y="8433"/>
                        <a:pt x="432" y="8965"/>
                      </a:cubicBezTo>
                      <a:cubicBezTo>
                        <a:pt x="920" y="9452"/>
                        <a:pt x="1718" y="9541"/>
                        <a:pt x="2427" y="9585"/>
                      </a:cubicBezTo>
                      <a:cubicBezTo>
                        <a:pt x="4245" y="9585"/>
                        <a:pt x="6062" y="9231"/>
                        <a:pt x="7658" y="8521"/>
                      </a:cubicBezTo>
                      <a:cubicBezTo>
                        <a:pt x="8323" y="8211"/>
                        <a:pt x="8944" y="7901"/>
                        <a:pt x="9476" y="7369"/>
                      </a:cubicBezTo>
                      <a:cubicBezTo>
                        <a:pt x="10584" y="6305"/>
                        <a:pt x="11160" y="4221"/>
                        <a:pt x="11205" y="2670"/>
                      </a:cubicBezTo>
                      <a:cubicBezTo>
                        <a:pt x="11249" y="1118"/>
                        <a:pt x="10806" y="-123"/>
                        <a:pt x="9432" y="10"/>
                      </a:cubicBezTo>
                      <a:cubicBezTo>
                        <a:pt x="8368" y="187"/>
                        <a:pt x="7082" y="630"/>
                        <a:pt x="5708" y="1606"/>
                      </a:cubicBezTo>
                      <a:cubicBezTo>
                        <a:pt x="4289" y="2404"/>
                        <a:pt x="2870" y="3512"/>
                        <a:pt x="1674" y="466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51" name="Forme libre : forme 24050">
                  <a:extLst>
                    <a:ext uri="{FF2B5EF4-FFF2-40B4-BE49-F238E27FC236}">
                      <a16:creationId xmlns:a16="http://schemas.microsoft.com/office/drawing/2014/main" id="{4CD51659-F22A-4A03-9FCA-87A7C6D64A74}"/>
                    </a:ext>
                  </a:extLst>
                </p:cNvPr>
                <p:cNvSpPr/>
                <p:nvPr/>
              </p:nvSpPr>
              <p:spPr>
                <a:xfrm>
                  <a:off x="7606001" y="1163643"/>
                  <a:ext cx="12292" cy="35730"/>
                </a:xfrm>
                <a:custGeom>
                  <a:avLst/>
                  <a:gdLst>
                    <a:gd name="connsiteX0" fmla="*/ 4078 w 12292"/>
                    <a:gd name="connsiteY0" fmla="*/ 0 h 35730"/>
                    <a:gd name="connsiteX1" fmla="*/ 6384 w 12292"/>
                    <a:gd name="connsiteY1" fmla="*/ 1596 h 35730"/>
                    <a:gd name="connsiteX2" fmla="*/ 10684 w 12292"/>
                    <a:gd name="connsiteY2" fmla="*/ 7049 h 35730"/>
                    <a:gd name="connsiteX3" fmla="*/ 11881 w 12292"/>
                    <a:gd name="connsiteY3" fmla="*/ 18176 h 35730"/>
                    <a:gd name="connsiteX4" fmla="*/ 8556 w 12292"/>
                    <a:gd name="connsiteY4" fmla="*/ 26421 h 35730"/>
                    <a:gd name="connsiteX5" fmla="*/ 0 w 12292"/>
                    <a:gd name="connsiteY5" fmla="*/ 35731 h 35730"/>
                    <a:gd name="connsiteX6" fmla="*/ 3502 w 12292"/>
                    <a:gd name="connsiteY6" fmla="*/ 32273 h 35730"/>
                    <a:gd name="connsiteX7" fmla="*/ 8955 w 12292"/>
                    <a:gd name="connsiteY7" fmla="*/ 22831 h 35730"/>
                    <a:gd name="connsiteX8" fmla="*/ 10108 w 12292"/>
                    <a:gd name="connsiteY8" fmla="*/ 10773 h 35730"/>
                    <a:gd name="connsiteX9" fmla="*/ 4078 w 12292"/>
                    <a:gd name="connsiteY9" fmla="*/ 0 h 35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292" h="35730">
                      <a:moveTo>
                        <a:pt x="4078" y="0"/>
                      </a:moveTo>
                      <a:cubicBezTo>
                        <a:pt x="4078" y="0"/>
                        <a:pt x="5054" y="488"/>
                        <a:pt x="6384" y="1596"/>
                      </a:cubicBezTo>
                      <a:cubicBezTo>
                        <a:pt x="7714" y="2704"/>
                        <a:pt x="9398" y="4433"/>
                        <a:pt x="10684" y="7049"/>
                      </a:cubicBezTo>
                      <a:cubicBezTo>
                        <a:pt x="12058" y="9708"/>
                        <a:pt x="12812" y="13299"/>
                        <a:pt x="11881" y="18176"/>
                      </a:cubicBezTo>
                      <a:cubicBezTo>
                        <a:pt x="11437" y="20614"/>
                        <a:pt x="10240" y="23363"/>
                        <a:pt x="8556" y="26421"/>
                      </a:cubicBezTo>
                      <a:cubicBezTo>
                        <a:pt x="6561" y="29391"/>
                        <a:pt x="3990" y="32672"/>
                        <a:pt x="0" y="35731"/>
                      </a:cubicBezTo>
                      <a:cubicBezTo>
                        <a:pt x="0" y="35731"/>
                        <a:pt x="1507" y="34489"/>
                        <a:pt x="3502" y="32273"/>
                      </a:cubicBezTo>
                      <a:cubicBezTo>
                        <a:pt x="5275" y="29968"/>
                        <a:pt x="7758" y="26687"/>
                        <a:pt x="8955" y="22831"/>
                      </a:cubicBezTo>
                      <a:cubicBezTo>
                        <a:pt x="10418" y="19018"/>
                        <a:pt x="10772" y="14762"/>
                        <a:pt x="10108" y="10773"/>
                      </a:cubicBezTo>
                      <a:cubicBezTo>
                        <a:pt x="9354" y="6783"/>
                        <a:pt x="7270" y="3059"/>
                        <a:pt x="407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52" name="Forme libre : forme 24051">
                  <a:extLst>
                    <a:ext uri="{FF2B5EF4-FFF2-40B4-BE49-F238E27FC236}">
                      <a16:creationId xmlns:a16="http://schemas.microsoft.com/office/drawing/2014/main" id="{BEC7DC3D-E9B1-415D-B15A-3BC47563409D}"/>
                    </a:ext>
                  </a:extLst>
                </p:cNvPr>
                <p:cNvSpPr/>
                <p:nvPr/>
              </p:nvSpPr>
              <p:spPr>
                <a:xfrm>
                  <a:off x="7551518" y="1150243"/>
                  <a:ext cx="22653" cy="12291"/>
                </a:xfrm>
                <a:custGeom>
                  <a:avLst/>
                  <a:gdLst>
                    <a:gd name="connsiteX0" fmla="*/ 22653 w 22653"/>
                    <a:gd name="connsiteY0" fmla="*/ 12 h 12291"/>
                    <a:gd name="connsiteX1" fmla="*/ 21412 w 22653"/>
                    <a:gd name="connsiteY1" fmla="*/ 145 h 12291"/>
                    <a:gd name="connsiteX2" fmla="*/ 19771 w 22653"/>
                    <a:gd name="connsiteY2" fmla="*/ 499 h 12291"/>
                    <a:gd name="connsiteX3" fmla="*/ 17289 w 22653"/>
                    <a:gd name="connsiteY3" fmla="*/ 1209 h 12291"/>
                    <a:gd name="connsiteX4" fmla="*/ 9930 w 22653"/>
                    <a:gd name="connsiteY4" fmla="*/ 4401 h 12291"/>
                    <a:gd name="connsiteX5" fmla="*/ 0 w 22653"/>
                    <a:gd name="connsiteY5" fmla="*/ 12291 h 12291"/>
                    <a:gd name="connsiteX6" fmla="*/ 2394 w 22653"/>
                    <a:gd name="connsiteY6" fmla="*/ 10430 h 12291"/>
                    <a:gd name="connsiteX7" fmla="*/ 8423 w 22653"/>
                    <a:gd name="connsiteY7" fmla="*/ 6573 h 12291"/>
                    <a:gd name="connsiteX8" fmla="*/ 16048 w 22653"/>
                    <a:gd name="connsiteY8" fmla="*/ 2627 h 12291"/>
                    <a:gd name="connsiteX9" fmla="*/ 22653 w 22653"/>
                    <a:gd name="connsiteY9" fmla="*/ 12 h 12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653" h="12291">
                      <a:moveTo>
                        <a:pt x="22653" y="12"/>
                      </a:moveTo>
                      <a:cubicBezTo>
                        <a:pt x="22653" y="-33"/>
                        <a:pt x="22254" y="56"/>
                        <a:pt x="21412" y="145"/>
                      </a:cubicBezTo>
                      <a:cubicBezTo>
                        <a:pt x="20968" y="189"/>
                        <a:pt x="20437" y="322"/>
                        <a:pt x="19771" y="499"/>
                      </a:cubicBezTo>
                      <a:cubicBezTo>
                        <a:pt x="19062" y="632"/>
                        <a:pt x="18264" y="854"/>
                        <a:pt x="17289" y="1209"/>
                      </a:cubicBezTo>
                      <a:cubicBezTo>
                        <a:pt x="15383" y="1785"/>
                        <a:pt x="12900" y="2760"/>
                        <a:pt x="9930" y="4401"/>
                      </a:cubicBezTo>
                      <a:cubicBezTo>
                        <a:pt x="6960" y="6129"/>
                        <a:pt x="3546" y="8390"/>
                        <a:pt x="0" y="12291"/>
                      </a:cubicBezTo>
                      <a:cubicBezTo>
                        <a:pt x="0" y="12291"/>
                        <a:pt x="887" y="11538"/>
                        <a:pt x="2394" y="10430"/>
                      </a:cubicBezTo>
                      <a:cubicBezTo>
                        <a:pt x="3901" y="9321"/>
                        <a:pt x="5985" y="8036"/>
                        <a:pt x="8423" y="6573"/>
                      </a:cubicBezTo>
                      <a:cubicBezTo>
                        <a:pt x="10817" y="5154"/>
                        <a:pt x="13521" y="3780"/>
                        <a:pt x="16048" y="2627"/>
                      </a:cubicBezTo>
                      <a:cubicBezTo>
                        <a:pt x="18530" y="1430"/>
                        <a:pt x="20924" y="544"/>
                        <a:pt x="22653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53" name="Forme libre : forme 24052">
                  <a:extLst>
                    <a:ext uri="{FF2B5EF4-FFF2-40B4-BE49-F238E27FC236}">
                      <a16:creationId xmlns:a16="http://schemas.microsoft.com/office/drawing/2014/main" id="{A5A35EF2-18C6-4BAF-8DD3-0A26F74010E9}"/>
                    </a:ext>
                  </a:extLst>
                </p:cNvPr>
                <p:cNvSpPr/>
                <p:nvPr/>
              </p:nvSpPr>
              <p:spPr>
                <a:xfrm>
                  <a:off x="7580118" y="1170007"/>
                  <a:ext cx="11053" cy="7166"/>
                </a:xfrm>
                <a:custGeom>
                  <a:avLst/>
                  <a:gdLst>
                    <a:gd name="connsiteX0" fmla="*/ 10988 w 11053"/>
                    <a:gd name="connsiteY0" fmla="*/ 3078 h 7166"/>
                    <a:gd name="connsiteX1" fmla="*/ 5313 w 11053"/>
                    <a:gd name="connsiteY1" fmla="*/ 7156 h 7166"/>
                    <a:gd name="connsiteX2" fmla="*/ 38 w 11053"/>
                    <a:gd name="connsiteY2" fmla="*/ 2812 h 7166"/>
                    <a:gd name="connsiteX3" fmla="*/ 1722 w 11053"/>
                    <a:gd name="connsiteY3" fmla="*/ 640 h 7166"/>
                    <a:gd name="connsiteX4" fmla="*/ 5092 w 11053"/>
                    <a:gd name="connsiteY4" fmla="*/ 19 h 7166"/>
                    <a:gd name="connsiteX5" fmla="*/ 8860 w 11053"/>
                    <a:gd name="connsiteY5" fmla="*/ 906 h 7166"/>
                    <a:gd name="connsiteX6" fmla="*/ 10988 w 11053"/>
                    <a:gd name="connsiteY6" fmla="*/ 3078 h 7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3" h="7166">
                      <a:moveTo>
                        <a:pt x="10988" y="3078"/>
                      </a:moveTo>
                      <a:cubicBezTo>
                        <a:pt x="11520" y="5029"/>
                        <a:pt x="8771" y="7334"/>
                        <a:pt x="5313" y="7156"/>
                      </a:cubicBezTo>
                      <a:cubicBezTo>
                        <a:pt x="1855" y="7068"/>
                        <a:pt x="-317" y="4718"/>
                        <a:pt x="38" y="2812"/>
                      </a:cubicBezTo>
                      <a:cubicBezTo>
                        <a:pt x="171" y="1837"/>
                        <a:pt x="792" y="1039"/>
                        <a:pt x="1722" y="640"/>
                      </a:cubicBezTo>
                      <a:cubicBezTo>
                        <a:pt x="2609" y="152"/>
                        <a:pt x="3717" y="-69"/>
                        <a:pt x="5092" y="19"/>
                      </a:cubicBezTo>
                      <a:cubicBezTo>
                        <a:pt x="6377" y="-25"/>
                        <a:pt x="7796" y="418"/>
                        <a:pt x="8860" y="906"/>
                      </a:cubicBezTo>
                      <a:cubicBezTo>
                        <a:pt x="9924" y="1349"/>
                        <a:pt x="10766" y="2058"/>
                        <a:pt x="10988" y="307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54" name="Forme libre : forme 24053">
                  <a:extLst>
                    <a:ext uri="{FF2B5EF4-FFF2-40B4-BE49-F238E27FC236}">
                      <a16:creationId xmlns:a16="http://schemas.microsoft.com/office/drawing/2014/main" id="{F4A1322A-D7E6-4D50-BD46-C542E1905212}"/>
                    </a:ext>
                  </a:extLst>
                </p:cNvPr>
                <p:cNvSpPr/>
                <p:nvPr/>
              </p:nvSpPr>
              <p:spPr>
                <a:xfrm>
                  <a:off x="7589178" y="1170640"/>
                  <a:ext cx="3084" cy="3220"/>
                </a:xfrm>
                <a:custGeom>
                  <a:avLst/>
                  <a:gdLst>
                    <a:gd name="connsiteX0" fmla="*/ 2814 w 3084"/>
                    <a:gd name="connsiteY0" fmla="*/ 805 h 3220"/>
                    <a:gd name="connsiteX1" fmla="*/ 2326 w 3084"/>
                    <a:gd name="connsiteY1" fmla="*/ 2978 h 3220"/>
                    <a:gd name="connsiteX2" fmla="*/ 199 w 3084"/>
                    <a:gd name="connsiteY2" fmla="*/ 2357 h 3220"/>
                    <a:gd name="connsiteX3" fmla="*/ 686 w 3084"/>
                    <a:gd name="connsiteY3" fmla="*/ 185 h 3220"/>
                    <a:gd name="connsiteX4" fmla="*/ 2814 w 3084"/>
                    <a:gd name="connsiteY4" fmla="*/ 805 h 3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4" h="3220">
                      <a:moveTo>
                        <a:pt x="2814" y="805"/>
                      </a:moveTo>
                      <a:cubicBezTo>
                        <a:pt x="3302" y="1559"/>
                        <a:pt x="3125" y="2534"/>
                        <a:pt x="2326" y="2978"/>
                      </a:cubicBezTo>
                      <a:cubicBezTo>
                        <a:pt x="1573" y="3465"/>
                        <a:pt x="598" y="3199"/>
                        <a:pt x="199" y="2357"/>
                      </a:cubicBezTo>
                      <a:cubicBezTo>
                        <a:pt x="-200" y="1603"/>
                        <a:pt x="21" y="584"/>
                        <a:pt x="686" y="185"/>
                      </a:cubicBezTo>
                      <a:cubicBezTo>
                        <a:pt x="1351" y="-214"/>
                        <a:pt x="2282" y="52"/>
                        <a:pt x="2814" y="80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55" name="Forme libre : forme 24054">
                  <a:extLst>
                    <a:ext uri="{FF2B5EF4-FFF2-40B4-BE49-F238E27FC236}">
                      <a16:creationId xmlns:a16="http://schemas.microsoft.com/office/drawing/2014/main" id="{DAEE221E-0FD2-4E49-84DC-66E4CEB74E07}"/>
                    </a:ext>
                  </a:extLst>
                </p:cNvPr>
                <p:cNvSpPr/>
                <p:nvPr/>
              </p:nvSpPr>
              <p:spPr>
                <a:xfrm>
                  <a:off x="7577762" y="1152738"/>
                  <a:ext cx="27393" cy="16000"/>
                </a:xfrm>
                <a:custGeom>
                  <a:avLst/>
                  <a:gdLst>
                    <a:gd name="connsiteX0" fmla="*/ 12280 w 27393"/>
                    <a:gd name="connsiteY0" fmla="*/ 3458 h 16000"/>
                    <a:gd name="connsiteX1" fmla="*/ 24958 w 27393"/>
                    <a:gd name="connsiteY1" fmla="*/ 10107 h 16000"/>
                    <a:gd name="connsiteX2" fmla="*/ 27086 w 27393"/>
                    <a:gd name="connsiteY2" fmla="*/ 14585 h 16000"/>
                    <a:gd name="connsiteX3" fmla="*/ 22520 w 27393"/>
                    <a:gd name="connsiteY3" fmla="*/ 15737 h 16000"/>
                    <a:gd name="connsiteX4" fmla="*/ 9309 w 27393"/>
                    <a:gd name="connsiteY4" fmla="*/ 10152 h 16000"/>
                    <a:gd name="connsiteX5" fmla="*/ 6561 w 27393"/>
                    <a:gd name="connsiteY5" fmla="*/ 9753 h 16000"/>
                    <a:gd name="connsiteX6" fmla="*/ 3148 w 27393"/>
                    <a:gd name="connsiteY6" fmla="*/ 8600 h 16000"/>
                    <a:gd name="connsiteX7" fmla="*/ 709 w 27393"/>
                    <a:gd name="connsiteY7" fmla="*/ 6206 h 16000"/>
                    <a:gd name="connsiteX8" fmla="*/ 0 w 27393"/>
                    <a:gd name="connsiteY8" fmla="*/ 3014 h 16000"/>
                    <a:gd name="connsiteX9" fmla="*/ 842 w 27393"/>
                    <a:gd name="connsiteY9" fmla="*/ 0 h 16000"/>
                    <a:gd name="connsiteX10" fmla="*/ 2128 w 27393"/>
                    <a:gd name="connsiteY10" fmla="*/ 310 h 16000"/>
                    <a:gd name="connsiteX11" fmla="*/ 3857 w 27393"/>
                    <a:gd name="connsiteY11" fmla="*/ 754 h 16000"/>
                    <a:gd name="connsiteX12" fmla="*/ 7581 w 27393"/>
                    <a:gd name="connsiteY12" fmla="*/ 1906 h 16000"/>
                    <a:gd name="connsiteX13" fmla="*/ 12280 w 27393"/>
                    <a:gd name="connsiteY13" fmla="*/ 3458 h 16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393" h="16000">
                      <a:moveTo>
                        <a:pt x="12280" y="3458"/>
                      </a:moveTo>
                      <a:cubicBezTo>
                        <a:pt x="16668" y="5142"/>
                        <a:pt x="21013" y="7270"/>
                        <a:pt x="24958" y="10107"/>
                      </a:cubicBezTo>
                      <a:cubicBezTo>
                        <a:pt x="26377" y="11127"/>
                        <a:pt x="28106" y="12900"/>
                        <a:pt x="27086" y="14585"/>
                      </a:cubicBezTo>
                      <a:cubicBezTo>
                        <a:pt x="26199" y="16137"/>
                        <a:pt x="24116" y="16225"/>
                        <a:pt x="22520" y="15737"/>
                      </a:cubicBezTo>
                      <a:cubicBezTo>
                        <a:pt x="17644" y="14230"/>
                        <a:pt x="13166" y="11260"/>
                        <a:pt x="9309" y="10152"/>
                      </a:cubicBezTo>
                      <a:cubicBezTo>
                        <a:pt x="8733" y="10019"/>
                        <a:pt x="7625" y="9841"/>
                        <a:pt x="6561" y="9753"/>
                      </a:cubicBezTo>
                      <a:cubicBezTo>
                        <a:pt x="5408" y="9487"/>
                        <a:pt x="4211" y="9265"/>
                        <a:pt x="3148" y="8600"/>
                      </a:cubicBezTo>
                      <a:cubicBezTo>
                        <a:pt x="2128" y="8024"/>
                        <a:pt x="1241" y="7226"/>
                        <a:pt x="709" y="6206"/>
                      </a:cubicBezTo>
                      <a:cubicBezTo>
                        <a:pt x="177" y="5275"/>
                        <a:pt x="0" y="4211"/>
                        <a:pt x="0" y="3014"/>
                      </a:cubicBezTo>
                      <a:cubicBezTo>
                        <a:pt x="89" y="621"/>
                        <a:pt x="355" y="89"/>
                        <a:pt x="842" y="0"/>
                      </a:cubicBezTo>
                      <a:cubicBezTo>
                        <a:pt x="1153" y="133"/>
                        <a:pt x="1507" y="0"/>
                        <a:pt x="2128" y="310"/>
                      </a:cubicBezTo>
                      <a:cubicBezTo>
                        <a:pt x="2660" y="310"/>
                        <a:pt x="3325" y="532"/>
                        <a:pt x="3857" y="754"/>
                      </a:cubicBezTo>
                      <a:cubicBezTo>
                        <a:pt x="4832" y="975"/>
                        <a:pt x="6118" y="1419"/>
                        <a:pt x="7581" y="1906"/>
                      </a:cubicBezTo>
                      <a:cubicBezTo>
                        <a:pt x="9043" y="2350"/>
                        <a:pt x="10640" y="2837"/>
                        <a:pt x="12280" y="345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10" name="Graphique 2">
                <a:extLst>
                  <a:ext uri="{FF2B5EF4-FFF2-40B4-BE49-F238E27FC236}">
                    <a16:creationId xmlns:a16="http://schemas.microsoft.com/office/drawing/2014/main" id="{A88C4F52-A36E-4065-A245-8C70559B570C}"/>
                  </a:ext>
                </a:extLst>
              </p:cNvPr>
              <p:cNvGrpSpPr/>
              <p:nvPr/>
            </p:nvGrpSpPr>
            <p:grpSpPr>
              <a:xfrm>
                <a:off x="7583508" y="1088977"/>
                <a:ext cx="64447" cy="75658"/>
                <a:chOff x="7583508" y="1088977"/>
                <a:chExt cx="64447" cy="75658"/>
              </a:xfrm>
              <a:solidFill>
                <a:schemeClr val="accent1"/>
              </a:solidFill>
            </p:grpSpPr>
            <p:sp>
              <p:nvSpPr>
                <p:cNvPr id="24032" name="Forme libre : forme 24031">
                  <a:extLst>
                    <a:ext uri="{FF2B5EF4-FFF2-40B4-BE49-F238E27FC236}">
                      <a16:creationId xmlns:a16="http://schemas.microsoft.com/office/drawing/2014/main" id="{89FBB648-959E-4E41-AA3C-F25DCB9FEB5F}"/>
                    </a:ext>
                  </a:extLst>
                </p:cNvPr>
                <p:cNvSpPr/>
                <p:nvPr/>
              </p:nvSpPr>
              <p:spPr>
                <a:xfrm>
                  <a:off x="7583508" y="1088977"/>
                  <a:ext cx="64403" cy="75658"/>
                </a:xfrm>
                <a:custGeom>
                  <a:avLst/>
                  <a:gdLst>
                    <a:gd name="connsiteX0" fmla="*/ 64075 w 64403"/>
                    <a:gd name="connsiteY0" fmla="*/ 28252 h 75658"/>
                    <a:gd name="connsiteX1" fmla="*/ 61725 w 64403"/>
                    <a:gd name="connsiteY1" fmla="*/ 41551 h 75658"/>
                    <a:gd name="connsiteX2" fmla="*/ 59066 w 64403"/>
                    <a:gd name="connsiteY2" fmla="*/ 55072 h 75658"/>
                    <a:gd name="connsiteX3" fmla="*/ 54632 w 64403"/>
                    <a:gd name="connsiteY3" fmla="*/ 65401 h 75658"/>
                    <a:gd name="connsiteX4" fmla="*/ 47096 w 64403"/>
                    <a:gd name="connsiteY4" fmla="*/ 72760 h 75658"/>
                    <a:gd name="connsiteX5" fmla="*/ 38274 w 64403"/>
                    <a:gd name="connsiteY5" fmla="*/ 75641 h 75658"/>
                    <a:gd name="connsiteX6" fmla="*/ 29807 w 64403"/>
                    <a:gd name="connsiteY6" fmla="*/ 73691 h 75658"/>
                    <a:gd name="connsiteX7" fmla="*/ 15267 w 64403"/>
                    <a:gd name="connsiteY7" fmla="*/ 65977 h 75658"/>
                    <a:gd name="connsiteX8" fmla="*/ 8395 w 64403"/>
                    <a:gd name="connsiteY8" fmla="*/ 60924 h 75658"/>
                    <a:gd name="connsiteX9" fmla="*/ 3386 w 64403"/>
                    <a:gd name="connsiteY9" fmla="*/ 55116 h 75658"/>
                    <a:gd name="connsiteX10" fmla="*/ 504 w 64403"/>
                    <a:gd name="connsiteY10" fmla="*/ 49176 h 75658"/>
                    <a:gd name="connsiteX11" fmla="*/ 327 w 64403"/>
                    <a:gd name="connsiteY11" fmla="*/ 42881 h 75658"/>
                    <a:gd name="connsiteX12" fmla="*/ 2632 w 64403"/>
                    <a:gd name="connsiteY12" fmla="*/ 30823 h 75658"/>
                    <a:gd name="connsiteX13" fmla="*/ 4716 w 64403"/>
                    <a:gd name="connsiteY13" fmla="*/ 18455 h 75658"/>
                    <a:gd name="connsiteX14" fmla="*/ 13405 w 64403"/>
                    <a:gd name="connsiteY14" fmla="*/ 4313 h 75658"/>
                    <a:gd name="connsiteX15" fmla="*/ 29630 w 64403"/>
                    <a:gd name="connsiteY15" fmla="*/ 235 h 75658"/>
                    <a:gd name="connsiteX16" fmla="*/ 46077 w 64403"/>
                    <a:gd name="connsiteY16" fmla="*/ 2673 h 75658"/>
                    <a:gd name="connsiteX17" fmla="*/ 60351 w 64403"/>
                    <a:gd name="connsiteY17" fmla="*/ 11450 h 75658"/>
                    <a:gd name="connsiteX18" fmla="*/ 64075 w 64403"/>
                    <a:gd name="connsiteY18" fmla="*/ 28252 h 75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4403" h="75658">
                      <a:moveTo>
                        <a:pt x="64075" y="28252"/>
                      </a:moveTo>
                      <a:lnTo>
                        <a:pt x="61725" y="41551"/>
                      </a:lnTo>
                      <a:lnTo>
                        <a:pt x="59066" y="55072"/>
                      </a:lnTo>
                      <a:cubicBezTo>
                        <a:pt x="58179" y="58796"/>
                        <a:pt x="56805" y="62342"/>
                        <a:pt x="54632" y="65401"/>
                      </a:cubicBezTo>
                      <a:cubicBezTo>
                        <a:pt x="52549" y="68460"/>
                        <a:pt x="50022" y="70942"/>
                        <a:pt x="47096" y="72760"/>
                      </a:cubicBezTo>
                      <a:cubicBezTo>
                        <a:pt x="44303" y="74533"/>
                        <a:pt x="41289" y="75509"/>
                        <a:pt x="38274" y="75641"/>
                      </a:cubicBezTo>
                      <a:cubicBezTo>
                        <a:pt x="35304" y="75774"/>
                        <a:pt x="32467" y="75110"/>
                        <a:pt x="29807" y="73691"/>
                      </a:cubicBezTo>
                      <a:lnTo>
                        <a:pt x="15267" y="65977"/>
                      </a:lnTo>
                      <a:cubicBezTo>
                        <a:pt x="12651" y="64559"/>
                        <a:pt x="10346" y="62786"/>
                        <a:pt x="8395" y="60924"/>
                      </a:cubicBezTo>
                      <a:cubicBezTo>
                        <a:pt x="6445" y="59106"/>
                        <a:pt x="4760" y="57111"/>
                        <a:pt x="3386" y="55116"/>
                      </a:cubicBezTo>
                      <a:cubicBezTo>
                        <a:pt x="2100" y="53210"/>
                        <a:pt x="1036" y="51171"/>
                        <a:pt x="504" y="49176"/>
                      </a:cubicBezTo>
                      <a:cubicBezTo>
                        <a:pt x="17" y="47225"/>
                        <a:pt x="-249" y="45053"/>
                        <a:pt x="327" y="42881"/>
                      </a:cubicBezTo>
                      <a:lnTo>
                        <a:pt x="2632" y="30823"/>
                      </a:lnTo>
                      <a:lnTo>
                        <a:pt x="4716" y="18455"/>
                      </a:lnTo>
                      <a:cubicBezTo>
                        <a:pt x="5691" y="12647"/>
                        <a:pt x="8883" y="7594"/>
                        <a:pt x="13405" y="4313"/>
                      </a:cubicBezTo>
                      <a:cubicBezTo>
                        <a:pt x="17927" y="1033"/>
                        <a:pt x="23690" y="-652"/>
                        <a:pt x="29630" y="235"/>
                      </a:cubicBezTo>
                      <a:lnTo>
                        <a:pt x="46077" y="2673"/>
                      </a:lnTo>
                      <a:cubicBezTo>
                        <a:pt x="52017" y="3559"/>
                        <a:pt x="57071" y="6840"/>
                        <a:pt x="60351" y="11450"/>
                      </a:cubicBezTo>
                      <a:cubicBezTo>
                        <a:pt x="63543" y="16105"/>
                        <a:pt x="65139" y="22001"/>
                        <a:pt x="64075" y="2825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33" name="Forme libre : forme 24032">
                  <a:extLst>
                    <a:ext uri="{FF2B5EF4-FFF2-40B4-BE49-F238E27FC236}">
                      <a16:creationId xmlns:a16="http://schemas.microsoft.com/office/drawing/2014/main" id="{C150007D-DD03-4363-958D-ACADA716F739}"/>
                    </a:ext>
                  </a:extLst>
                </p:cNvPr>
                <p:cNvSpPr/>
                <p:nvPr/>
              </p:nvSpPr>
              <p:spPr>
                <a:xfrm>
                  <a:off x="7607065" y="1091605"/>
                  <a:ext cx="40890" cy="73029"/>
                </a:xfrm>
                <a:custGeom>
                  <a:avLst/>
                  <a:gdLst>
                    <a:gd name="connsiteX0" fmla="*/ 17112 w 40890"/>
                    <a:gd name="connsiteY0" fmla="*/ 43799 h 73029"/>
                    <a:gd name="connsiteX1" fmla="*/ 16270 w 40890"/>
                    <a:gd name="connsiteY1" fmla="*/ 51912 h 73029"/>
                    <a:gd name="connsiteX2" fmla="*/ 12812 w 40890"/>
                    <a:gd name="connsiteY2" fmla="*/ 59492 h 73029"/>
                    <a:gd name="connsiteX3" fmla="*/ 0 w 40890"/>
                    <a:gd name="connsiteY3" fmla="*/ 67738 h 73029"/>
                    <a:gd name="connsiteX4" fmla="*/ 6295 w 40890"/>
                    <a:gd name="connsiteY4" fmla="*/ 71062 h 73029"/>
                    <a:gd name="connsiteX5" fmla="*/ 14762 w 40890"/>
                    <a:gd name="connsiteY5" fmla="*/ 73013 h 73029"/>
                    <a:gd name="connsiteX6" fmla="*/ 23584 w 40890"/>
                    <a:gd name="connsiteY6" fmla="*/ 70132 h 73029"/>
                    <a:gd name="connsiteX7" fmla="*/ 31120 w 40890"/>
                    <a:gd name="connsiteY7" fmla="*/ 62773 h 73029"/>
                    <a:gd name="connsiteX8" fmla="*/ 35554 w 40890"/>
                    <a:gd name="connsiteY8" fmla="*/ 52444 h 73029"/>
                    <a:gd name="connsiteX9" fmla="*/ 38213 w 40890"/>
                    <a:gd name="connsiteY9" fmla="*/ 38923 h 73029"/>
                    <a:gd name="connsiteX10" fmla="*/ 40563 w 40890"/>
                    <a:gd name="connsiteY10" fmla="*/ 25623 h 73029"/>
                    <a:gd name="connsiteX11" fmla="*/ 36795 w 40890"/>
                    <a:gd name="connsiteY11" fmla="*/ 8866 h 73029"/>
                    <a:gd name="connsiteX12" fmla="*/ 22520 w 40890"/>
                    <a:gd name="connsiteY12" fmla="*/ 89 h 73029"/>
                    <a:gd name="connsiteX13" fmla="*/ 21988 w 40890"/>
                    <a:gd name="connsiteY13" fmla="*/ 0 h 73029"/>
                    <a:gd name="connsiteX14" fmla="*/ 17112 w 40890"/>
                    <a:gd name="connsiteY14" fmla="*/ 43799 h 73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890" h="73029">
                      <a:moveTo>
                        <a:pt x="17112" y="43799"/>
                      </a:moveTo>
                      <a:cubicBezTo>
                        <a:pt x="17245" y="46503"/>
                        <a:pt x="17068" y="49119"/>
                        <a:pt x="16270" y="51912"/>
                      </a:cubicBezTo>
                      <a:cubicBezTo>
                        <a:pt x="15605" y="54660"/>
                        <a:pt x="14408" y="57231"/>
                        <a:pt x="12812" y="59492"/>
                      </a:cubicBezTo>
                      <a:cubicBezTo>
                        <a:pt x="9753" y="64014"/>
                        <a:pt x="5054" y="67117"/>
                        <a:pt x="0" y="67738"/>
                      </a:cubicBezTo>
                      <a:lnTo>
                        <a:pt x="6295" y="71062"/>
                      </a:lnTo>
                      <a:cubicBezTo>
                        <a:pt x="8911" y="72481"/>
                        <a:pt x="11792" y="73146"/>
                        <a:pt x="14762" y="73013"/>
                      </a:cubicBezTo>
                      <a:cubicBezTo>
                        <a:pt x="17777" y="72880"/>
                        <a:pt x="20836" y="71861"/>
                        <a:pt x="23584" y="70132"/>
                      </a:cubicBezTo>
                      <a:cubicBezTo>
                        <a:pt x="26510" y="68358"/>
                        <a:pt x="28993" y="65831"/>
                        <a:pt x="31120" y="62773"/>
                      </a:cubicBezTo>
                      <a:cubicBezTo>
                        <a:pt x="33293" y="59714"/>
                        <a:pt x="34667" y="56123"/>
                        <a:pt x="35554" y="52444"/>
                      </a:cubicBezTo>
                      <a:lnTo>
                        <a:pt x="38213" y="38923"/>
                      </a:lnTo>
                      <a:lnTo>
                        <a:pt x="40563" y="25623"/>
                      </a:lnTo>
                      <a:cubicBezTo>
                        <a:pt x="41627" y="19417"/>
                        <a:pt x="40031" y="13477"/>
                        <a:pt x="36795" y="8866"/>
                      </a:cubicBezTo>
                      <a:cubicBezTo>
                        <a:pt x="33514" y="4211"/>
                        <a:pt x="28461" y="975"/>
                        <a:pt x="22520" y="89"/>
                      </a:cubicBezTo>
                      <a:lnTo>
                        <a:pt x="21988" y="0"/>
                      </a:lnTo>
                      <a:cubicBezTo>
                        <a:pt x="20836" y="14895"/>
                        <a:pt x="16314" y="28505"/>
                        <a:pt x="17112" y="43799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34" name="Forme libre : forme 24033">
                  <a:extLst>
                    <a:ext uri="{FF2B5EF4-FFF2-40B4-BE49-F238E27FC236}">
                      <a16:creationId xmlns:a16="http://schemas.microsoft.com/office/drawing/2014/main" id="{4C87B8D7-6F54-41DC-B4C5-586E136715C4}"/>
                    </a:ext>
                  </a:extLst>
                </p:cNvPr>
                <p:cNvSpPr/>
                <p:nvPr/>
              </p:nvSpPr>
              <p:spPr>
                <a:xfrm>
                  <a:off x="7606336" y="1104848"/>
                  <a:ext cx="23102" cy="31841"/>
                </a:xfrm>
                <a:custGeom>
                  <a:avLst/>
                  <a:gdLst>
                    <a:gd name="connsiteX0" fmla="*/ 14161 w 23102"/>
                    <a:gd name="connsiteY0" fmla="*/ 100 h 31841"/>
                    <a:gd name="connsiteX1" fmla="*/ 22762 w 23102"/>
                    <a:gd name="connsiteY1" fmla="*/ 17877 h 31841"/>
                    <a:gd name="connsiteX2" fmla="*/ 17353 w 23102"/>
                    <a:gd name="connsiteY2" fmla="*/ 28605 h 31841"/>
                    <a:gd name="connsiteX3" fmla="*/ 8576 w 23102"/>
                    <a:gd name="connsiteY3" fmla="*/ 31664 h 31841"/>
                    <a:gd name="connsiteX4" fmla="*/ 1571 w 23102"/>
                    <a:gd name="connsiteY4" fmla="*/ 25502 h 31841"/>
                    <a:gd name="connsiteX5" fmla="*/ 330 w 23102"/>
                    <a:gd name="connsiteY5" fmla="*/ 13932 h 31841"/>
                    <a:gd name="connsiteX6" fmla="*/ 14161 w 23102"/>
                    <a:gd name="connsiteY6" fmla="*/ 100 h 31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102" h="31841">
                      <a:moveTo>
                        <a:pt x="14161" y="100"/>
                      </a:moveTo>
                      <a:cubicBezTo>
                        <a:pt x="20412" y="1076"/>
                        <a:pt x="24313" y="9011"/>
                        <a:pt x="22762" y="17877"/>
                      </a:cubicBezTo>
                      <a:cubicBezTo>
                        <a:pt x="22052" y="22310"/>
                        <a:pt x="19924" y="26123"/>
                        <a:pt x="17353" y="28605"/>
                      </a:cubicBezTo>
                      <a:cubicBezTo>
                        <a:pt x="14782" y="31088"/>
                        <a:pt x="11634" y="32329"/>
                        <a:pt x="8576" y="31664"/>
                      </a:cubicBezTo>
                      <a:cubicBezTo>
                        <a:pt x="5517" y="30999"/>
                        <a:pt x="3079" y="28694"/>
                        <a:pt x="1571" y="25502"/>
                      </a:cubicBezTo>
                      <a:cubicBezTo>
                        <a:pt x="64" y="22310"/>
                        <a:pt x="-379" y="18232"/>
                        <a:pt x="330" y="13932"/>
                      </a:cubicBezTo>
                      <a:cubicBezTo>
                        <a:pt x="1793" y="5376"/>
                        <a:pt x="7955" y="-875"/>
                        <a:pt x="14161" y="10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35" name="Forme libre : forme 24034">
                  <a:extLst>
                    <a:ext uri="{FF2B5EF4-FFF2-40B4-BE49-F238E27FC236}">
                      <a16:creationId xmlns:a16="http://schemas.microsoft.com/office/drawing/2014/main" id="{1DC33433-3D07-4C76-9B38-CC392DD7BBA4}"/>
                    </a:ext>
                  </a:extLst>
                </p:cNvPr>
                <p:cNvSpPr/>
                <p:nvPr/>
              </p:nvSpPr>
              <p:spPr>
                <a:xfrm>
                  <a:off x="7606976" y="1115367"/>
                  <a:ext cx="22414" cy="21351"/>
                </a:xfrm>
                <a:custGeom>
                  <a:avLst/>
                  <a:gdLst>
                    <a:gd name="connsiteX0" fmla="*/ 0 w 22414"/>
                    <a:gd name="connsiteY0" fmla="*/ 12501 h 21351"/>
                    <a:gd name="connsiteX1" fmla="*/ 7891 w 22414"/>
                    <a:gd name="connsiteY1" fmla="*/ 21190 h 21351"/>
                    <a:gd name="connsiteX2" fmla="*/ 16668 w 22414"/>
                    <a:gd name="connsiteY2" fmla="*/ 18131 h 21351"/>
                    <a:gd name="connsiteX3" fmla="*/ 22077 w 22414"/>
                    <a:gd name="connsiteY3" fmla="*/ 7403 h 21351"/>
                    <a:gd name="connsiteX4" fmla="*/ 22121 w 22414"/>
                    <a:gd name="connsiteY4" fmla="*/ 0 h 21351"/>
                    <a:gd name="connsiteX5" fmla="*/ 20658 w 22414"/>
                    <a:gd name="connsiteY5" fmla="*/ 3812 h 21351"/>
                    <a:gd name="connsiteX6" fmla="*/ 0 w 22414"/>
                    <a:gd name="connsiteY6" fmla="*/ 12501 h 21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414" h="21351">
                      <a:moveTo>
                        <a:pt x="0" y="12501"/>
                      </a:moveTo>
                      <a:cubicBezTo>
                        <a:pt x="1197" y="16979"/>
                        <a:pt x="4078" y="20392"/>
                        <a:pt x="7891" y="21190"/>
                      </a:cubicBezTo>
                      <a:cubicBezTo>
                        <a:pt x="10950" y="21811"/>
                        <a:pt x="14097" y="20614"/>
                        <a:pt x="16668" y="18131"/>
                      </a:cubicBezTo>
                      <a:cubicBezTo>
                        <a:pt x="19239" y="15649"/>
                        <a:pt x="21323" y="11836"/>
                        <a:pt x="22077" y="7403"/>
                      </a:cubicBezTo>
                      <a:cubicBezTo>
                        <a:pt x="22520" y="4832"/>
                        <a:pt x="22520" y="2305"/>
                        <a:pt x="22121" y="0"/>
                      </a:cubicBezTo>
                      <a:cubicBezTo>
                        <a:pt x="21855" y="1330"/>
                        <a:pt x="21367" y="2616"/>
                        <a:pt x="20658" y="3812"/>
                      </a:cubicBezTo>
                      <a:cubicBezTo>
                        <a:pt x="16048" y="10329"/>
                        <a:pt x="7403" y="14496"/>
                        <a:pt x="0" y="12501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36" name="Forme libre : forme 24035">
                  <a:extLst>
                    <a:ext uri="{FF2B5EF4-FFF2-40B4-BE49-F238E27FC236}">
                      <a16:creationId xmlns:a16="http://schemas.microsoft.com/office/drawing/2014/main" id="{A49A8505-B80B-4063-AAC3-7B38D2CCDA02}"/>
                    </a:ext>
                  </a:extLst>
                </p:cNvPr>
                <p:cNvSpPr/>
                <p:nvPr/>
              </p:nvSpPr>
              <p:spPr>
                <a:xfrm>
                  <a:off x="7609070" y="1103652"/>
                  <a:ext cx="23069" cy="32007"/>
                </a:xfrm>
                <a:custGeom>
                  <a:avLst/>
                  <a:gdLst>
                    <a:gd name="connsiteX0" fmla="*/ 14131 w 23069"/>
                    <a:gd name="connsiteY0" fmla="*/ 100 h 32007"/>
                    <a:gd name="connsiteX1" fmla="*/ 22731 w 23069"/>
                    <a:gd name="connsiteY1" fmla="*/ 17921 h 32007"/>
                    <a:gd name="connsiteX2" fmla="*/ 8589 w 23069"/>
                    <a:gd name="connsiteY2" fmla="*/ 31841 h 32007"/>
                    <a:gd name="connsiteX3" fmla="*/ 299 w 23069"/>
                    <a:gd name="connsiteY3" fmla="*/ 14065 h 32007"/>
                    <a:gd name="connsiteX4" fmla="*/ 14131 w 23069"/>
                    <a:gd name="connsiteY4" fmla="*/ 100 h 3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69" h="32007">
                      <a:moveTo>
                        <a:pt x="14131" y="100"/>
                      </a:moveTo>
                      <a:cubicBezTo>
                        <a:pt x="20337" y="1076"/>
                        <a:pt x="24282" y="9011"/>
                        <a:pt x="22731" y="17921"/>
                      </a:cubicBezTo>
                      <a:cubicBezTo>
                        <a:pt x="21268" y="26832"/>
                        <a:pt x="14663" y="33127"/>
                        <a:pt x="8589" y="31841"/>
                      </a:cubicBezTo>
                      <a:cubicBezTo>
                        <a:pt x="2383" y="30556"/>
                        <a:pt x="-1075" y="22665"/>
                        <a:pt x="299" y="14065"/>
                      </a:cubicBezTo>
                      <a:cubicBezTo>
                        <a:pt x="1807" y="5376"/>
                        <a:pt x="7924" y="-875"/>
                        <a:pt x="14131" y="10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37" name="Forme libre : forme 24036">
                  <a:extLst>
                    <a:ext uri="{FF2B5EF4-FFF2-40B4-BE49-F238E27FC236}">
                      <a16:creationId xmlns:a16="http://schemas.microsoft.com/office/drawing/2014/main" id="{B8647E24-752B-4AEA-86F1-7B77F90DE8A6}"/>
                    </a:ext>
                  </a:extLst>
                </p:cNvPr>
                <p:cNvSpPr/>
                <p:nvPr/>
              </p:nvSpPr>
              <p:spPr>
                <a:xfrm>
                  <a:off x="7595839" y="1112789"/>
                  <a:ext cx="45291" cy="39829"/>
                </a:xfrm>
                <a:custGeom>
                  <a:avLst/>
                  <a:gdLst>
                    <a:gd name="connsiteX0" fmla="*/ 16988 w 45291"/>
                    <a:gd name="connsiteY0" fmla="*/ 37554 h 39829"/>
                    <a:gd name="connsiteX1" fmla="*/ 27318 w 45291"/>
                    <a:gd name="connsiteY1" fmla="*/ 39771 h 39829"/>
                    <a:gd name="connsiteX2" fmla="*/ 36671 w 45291"/>
                    <a:gd name="connsiteY2" fmla="*/ 34451 h 39829"/>
                    <a:gd name="connsiteX3" fmla="*/ 40218 w 45291"/>
                    <a:gd name="connsiteY3" fmla="*/ 29575 h 39829"/>
                    <a:gd name="connsiteX4" fmla="*/ 42701 w 45291"/>
                    <a:gd name="connsiteY4" fmla="*/ 24698 h 39829"/>
                    <a:gd name="connsiteX5" fmla="*/ 44429 w 45291"/>
                    <a:gd name="connsiteY5" fmla="*/ 7276 h 39829"/>
                    <a:gd name="connsiteX6" fmla="*/ 35297 w 45291"/>
                    <a:gd name="connsiteY6" fmla="*/ 139 h 39829"/>
                    <a:gd name="connsiteX7" fmla="*/ 29091 w 45291"/>
                    <a:gd name="connsiteY7" fmla="*/ 4838 h 39829"/>
                    <a:gd name="connsiteX8" fmla="*/ 14373 w 45291"/>
                    <a:gd name="connsiteY8" fmla="*/ 16098 h 39829"/>
                    <a:gd name="connsiteX9" fmla="*/ 5019 w 45291"/>
                    <a:gd name="connsiteY9" fmla="*/ 20974 h 39829"/>
                    <a:gd name="connsiteX10" fmla="*/ 98 w 45291"/>
                    <a:gd name="connsiteY10" fmla="*/ 28156 h 39829"/>
                    <a:gd name="connsiteX11" fmla="*/ 7192 w 45291"/>
                    <a:gd name="connsiteY11" fmla="*/ 34274 h 39829"/>
                    <a:gd name="connsiteX12" fmla="*/ 16988 w 45291"/>
                    <a:gd name="connsiteY12" fmla="*/ 37554 h 39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291" h="39829">
                      <a:moveTo>
                        <a:pt x="16988" y="37554"/>
                      </a:moveTo>
                      <a:cubicBezTo>
                        <a:pt x="20313" y="38795"/>
                        <a:pt x="23727" y="40125"/>
                        <a:pt x="27318" y="39771"/>
                      </a:cubicBezTo>
                      <a:cubicBezTo>
                        <a:pt x="30731" y="39416"/>
                        <a:pt x="34100" y="37377"/>
                        <a:pt x="36671" y="34451"/>
                      </a:cubicBezTo>
                      <a:cubicBezTo>
                        <a:pt x="37957" y="33032"/>
                        <a:pt x="39243" y="31171"/>
                        <a:pt x="40218" y="29575"/>
                      </a:cubicBezTo>
                      <a:cubicBezTo>
                        <a:pt x="41149" y="28023"/>
                        <a:pt x="41991" y="26383"/>
                        <a:pt x="42701" y="24698"/>
                      </a:cubicBezTo>
                      <a:cubicBezTo>
                        <a:pt x="45050" y="19113"/>
                        <a:pt x="46203" y="12862"/>
                        <a:pt x="44429" y="7276"/>
                      </a:cubicBezTo>
                      <a:cubicBezTo>
                        <a:pt x="43144" y="3109"/>
                        <a:pt x="39420" y="-792"/>
                        <a:pt x="35297" y="139"/>
                      </a:cubicBezTo>
                      <a:cubicBezTo>
                        <a:pt x="32726" y="715"/>
                        <a:pt x="30864" y="2887"/>
                        <a:pt x="29091" y="4838"/>
                      </a:cubicBezTo>
                      <a:cubicBezTo>
                        <a:pt x="24835" y="9404"/>
                        <a:pt x="19870" y="13261"/>
                        <a:pt x="14373" y="16098"/>
                      </a:cubicBezTo>
                      <a:cubicBezTo>
                        <a:pt x="12023" y="17295"/>
                        <a:pt x="8122" y="18847"/>
                        <a:pt x="5019" y="20974"/>
                      </a:cubicBezTo>
                      <a:cubicBezTo>
                        <a:pt x="1872" y="23235"/>
                        <a:pt x="-522" y="25009"/>
                        <a:pt x="98" y="28156"/>
                      </a:cubicBezTo>
                      <a:cubicBezTo>
                        <a:pt x="542" y="30816"/>
                        <a:pt x="3645" y="32767"/>
                        <a:pt x="7192" y="34274"/>
                      </a:cubicBezTo>
                      <a:cubicBezTo>
                        <a:pt x="10649" y="35737"/>
                        <a:pt x="14683" y="36668"/>
                        <a:pt x="16988" y="3755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38" name="Forme libre : forme 24037">
                  <a:extLst>
                    <a:ext uri="{FF2B5EF4-FFF2-40B4-BE49-F238E27FC236}">
                      <a16:creationId xmlns:a16="http://schemas.microsoft.com/office/drawing/2014/main" id="{CC291CA3-8318-4AF6-BC99-FB1F24486ACF}"/>
                    </a:ext>
                  </a:extLst>
                </p:cNvPr>
                <p:cNvSpPr/>
                <p:nvPr/>
              </p:nvSpPr>
              <p:spPr>
                <a:xfrm>
                  <a:off x="7597886" y="1127531"/>
                  <a:ext cx="9684" cy="13726"/>
                </a:xfrm>
                <a:custGeom>
                  <a:avLst/>
                  <a:gdLst>
                    <a:gd name="connsiteX0" fmla="*/ 4746 w 9684"/>
                    <a:gd name="connsiteY0" fmla="*/ 12350 h 13726"/>
                    <a:gd name="connsiteX1" fmla="*/ 6918 w 9684"/>
                    <a:gd name="connsiteY1" fmla="*/ 13636 h 13726"/>
                    <a:gd name="connsiteX2" fmla="*/ 9223 w 9684"/>
                    <a:gd name="connsiteY2" fmla="*/ 13015 h 13726"/>
                    <a:gd name="connsiteX3" fmla="*/ 9666 w 9684"/>
                    <a:gd name="connsiteY3" fmla="*/ 10843 h 13726"/>
                    <a:gd name="connsiteX4" fmla="*/ 8514 w 9684"/>
                    <a:gd name="connsiteY4" fmla="*/ 4947 h 13726"/>
                    <a:gd name="connsiteX5" fmla="*/ 7494 w 9684"/>
                    <a:gd name="connsiteY5" fmla="*/ 2686 h 13726"/>
                    <a:gd name="connsiteX6" fmla="*/ 2 w 9684"/>
                    <a:gd name="connsiteY6" fmla="*/ 2908 h 13726"/>
                    <a:gd name="connsiteX7" fmla="*/ 1421 w 9684"/>
                    <a:gd name="connsiteY7" fmla="*/ 8227 h 13726"/>
                    <a:gd name="connsiteX8" fmla="*/ 4746 w 9684"/>
                    <a:gd name="connsiteY8" fmla="*/ 12350 h 13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84" h="13726">
                      <a:moveTo>
                        <a:pt x="4746" y="12350"/>
                      </a:moveTo>
                      <a:cubicBezTo>
                        <a:pt x="5367" y="12882"/>
                        <a:pt x="6120" y="13414"/>
                        <a:pt x="6918" y="13636"/>
                      </a:cubicBezTo>
                      <a:cubicBezTo>
                        <a:pt x="7760" y="13857"/>
                        <a:pt x="8691" y="13680"/>
                        <a:pt x="9223" y="13015"/>
                      </a:cubicBezTo>
                      <a:cubicBezTo>
                        <a:pt x="9711" y="12439"/>
                        <a:pt x="9711" y="11596"/>
                        <a:pt x="9666" y="10843"/>
                      </a:cubicBezTo>
                      <a:cubicBezTo>
                        <a:pt x="9578" y="8937"/>
                        <a:pt x="9090" y="6853"/>
                        <a:pt x="8514" y="4947"/>
                      </a:cubicBezTo>
                      <a:cubicBezTo>
                        <a:pt x="8248" y="4149"/>
                        <a:pt x="7982" y="3351"/>
                        <a:pt x="7494" y="2686"/>
                      </a:cubicBezTo>
                      <a:cubicBezTo>
                        <a:pt x="5455" y="-151"/>
                        <a:pt x="135" y="-1658"/>
                        <a:pt x="2" y="2908"/>
                      </a:cubicBezTo>
                      <a:cubicBezTo>
                        <a:pt x="-42" y="4637"/>
                        <a:pt x="534" y="6587"/>
                        <a:pt x="1421" y="8227"/>
                      </a:cubicBezTo>
                      <a:cubicBezTo>
                        <a:pt x="2219" y="9779"/>
                        <a:pt x="3460" y="11242"/>
                        <a:pt x="4746" y="1235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39" name="Forme libre : forme 24038">
                  <a:extLst>
                    <a:ext uri="{FF2B5EF4-FFF2-40B4-BE49-F238E27FC236}">
                      <a16:creationId xmlns:a16="http://schemas.microsoft.com/office/drawing/2014/main" id="{F6327397-B14B-4E5B-A490-5BA3948AEF1C}"/>
                    </a:ext>
                  </a:extLst>
                </p:cNvPr>
                <p:cNvSpPr/>
                <p:nvPr/>
              </p:nvSpPr>
              <p:spPr>
                <a:xfrm>
                  <a:off x="7626836" y="1093423"/>
                  <a:ext cx="19638" cy="23096"/>
                </a:xfrm>
                <a:custGeom>
                  <a:avLst/>
                  <a:gdLst>
                    <a:gd name="connsiteX0" fmla="*/ 0 w 19638"/>
                    <a:gd name="connsiteY0" fmla="*/ 0 h 23096"/>
                    <a:gd name="connsiteX1" fmla="*/ 8999 w 19638"/>
                    <a:gd name="connsiteY1" fmla="*/ 3502 h 23096"/>
                    <a:gd name="connsiteX2" fmla="*/ 19639 w 19638"/>
                    <a:gd name="connsiteY2" fmla="*/ 23096 h 23096"/>
                    <a:gd name="connsiteX3" fmla="*/ 16181 w 19638"/>
                    <a:gd name="connsiteY3" fmla="*/ 13920 h 23096"/>
                    <a:gd name="connsiteX4" fmla="*/ 0 w 19638"/>
                    <a:gd name="connsiteY4" fmla="*/ 0 h 2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38" h="23096">
                      <a:moveTo>
                        <a:pt x="0" y="0"/>
                      </a:moveTo>
                      <a:cubicBezTo>
                        <a:pt x="0" y="0"/>
                        <a:pt x="4344" y="443"/>
                        <a:pt x="8999" y="3502"/>
                      </a:cubicBezTo>
                      <a:cubicBezTo>
                        <a:pt x="13610" y="6605"/>
                        <a:pt x="18575" y="12324"/>
                        <a:pt x="19639" y="23096"/>
                      </a:cubicBezTo>
                      <a:cubicBezTo>
                        <a:pt x="19639" y="23096"/>
                        <a:pt x="19018" y="18885"/>
                        <a:pt x="16181" y="13920"/>
                      </a:cubicBezTo>
                      <a:cubicBezTo>
                        <a:pt x="13344" y="8955"/>
                        <a:pt x="8467" y="319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40" name="Forme libre : forme 24039">
                  <a:extLst>
                    <a:ext uri="{FF2B5EF4-FFF2-40B4-BE49-F238E27FC236}">
                      <a16:creationId xmlns:a16="http://schemas.microsoft.com/office/drawing/2014/main" id="{1306BF01-0EE4-4117-AE8E-7D0E8A760DCB}"/>
                    </a:ext>
                  </a:extLst>
                </p:cNvPr>
                <p:cNvSpPr/>
                <p:nvPr/>
              </p:nvSpPr>
              <p:spPr>
                <a:xfrm>
                  <a:off x="7585646" y="1130919"/>
                  <a:ext cx="15256" cy="23858"/>
                </a:xfrm>
                <a:custGeom>
                  <a:avLst/>
                  <a:gdLst>
                    <a:gd name="connsiteX0" fmla="*/ 140 w 15256"/>
                    <a:gd name="connsiteY0" fmla="*/ 8 h 23858"/>
                    <a:gd name="connsiteX1" fmla="*/ 7 w 15256"/>
                    <a:gd name="connsiteY1" fmla="*/ 2712 h 23858"/>
                    <a:gd name="connsiteX2" fmla="*/ 1204 w 15256"/>
                    <a:gd name="connsiteY2" fmla="*/ 8298 h 23858"/>
                    <a:gd name="connsiteX3" fmla="*/ 2888 w 15256"/>
                    <a:gd name="connsiteY3" fmla="*/ 11800 h 23858"/>
                    <a:gd name="connsiteX4" fmla="*/ 5549 w 15256"/>
                    <a:gd name="connsiteY4" fmla="*/ 15524 h 23858"/>
                    <a:gd name="connsiteX5" fmla="*/ 15257 w 15256"/>
                    <a:gd name="connsiteY5" fmla="*/ 23858 h 23858"/>
                    <a:gd name="connsiteX6" fmla="*/ 12996 w 15256"/>
                    <a:gd name="connsiteY6" fmla="*/ 21863 h 23858"/>
                    <a:gd name="connsiteX7" fmla="*/ 7987 w 15256"/>
                    <a:gd name="connsiteY7" fmla="*/ 16632 h 23858"/>
                    <a:gd name="connsiteX8" fmla="*/ 2800 w 15256"/>
                    <a:gd name="connsiteY8" fmla="*/ 9406 h 23858"/>
                    <a:gd name="connsiteX9" fmla="*/ 938 w 15256"/>
                    <a:gd name="connsiteY9" fmla="*/ 5150 h 23858"/>
                    <a:gd name="connsiteX10" fmla="*/ 362 w 15256"/>
                    <a:gd name="connsiteY10" fmla="*/ 2801 h 23858"/>
                    <a:gd name="connsiteX11" fmla="*/ 184 w 15256"/>
                    <a:gd name="connsiteY11" fmla="*/ 1560 h 23858"/>
                    <a:gd name="connsiteX12" fmla="*/ 140 w 15256"/>
                    <a:gd name="connsiteY12" fmla="*/ 8 h 23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256" h="23858">
                      <a:moveTo>
                        <a:pt x="140" y="8"/>
                      </a:moveTo>
                      <a:cubicBezTo>
                        <a:pt x="140" y="-125"/>
                        <a:pt x="-37" y="1427"/>
                        <a:pt x="7" y="2712"/>
                      </a:cubicBezTo>
                      <a:cubicBezTo>
                        <a:pt x="7" y="4086"/>
                        <a:pt x="450" y="6259"/>
                        <a:pt x="1204" y="8298"/>
                      </a:cubicBezTo>
                      <a:cubicBezTo>
                        <a:pt x="1603" y="9362"/>
                        <a:pt x="2135" y="10559"/>
                        <a:pt x="2888" y="11800"/>
                      </a:cubicBezTo>
                      <a:cubicBezTo>
                        <a:pt x="3554" y="12953"/>
                        <a:pt x="4440" y="14194"/>
                        <a:pt x="5549" y="15524"/>
                      </a:cubicBezTo>
                      <a:cubicBezTo>
                        <a:pt x="7809" y="18228"/>
                        <a:pt x="10780" y="20977"/>
                        <a:pt x="15257" y="23858"/>
                      </a:cubicBezTo>
                      <a:cubicBezTo>
                        <a:pt x="15257" y="23858"/>
                        <a:pt x="14326" y="23149"/>
                        <a:pt x="12996" y="21863"/>
                      </a:cubicBezTo>
                      <a:cubicBezTo>
                        <a:pt x="11666" y="20622"/>
                        <a:pt x="9848" y="18804"/>
                        <a:pt x="7987" y="16632"/>
                      </a:cubicBezTo>
                      <a:cubicBezTo>
                        <a:pt x="6125" y="14504"/>
                        <a:pt x="4307" y="12155"/>
                        <a:pt x="2800" y="9406"/>
                      </a:cubicBezTo>
                      <a:cubicBezTo>
                        <a:pt x="2046" y="8076"/>
                        <a:pt x="1470" y="6746"/>
                        <a:pt x="938" y="5150"/>
                      </a:cubicBezTo>
                      <a:cubicBezTo>
                        <a:pt x="672" y="4397"/>
                        <a:pt x="495" y="3599"/>
                        <a:pt x="362" y="2801"/>
                      </a:cubicBezTo>
                      <a:cubicBezTo>
                        <a:pt x="273" y="2402"/>
                        <a:pt x="229" y="2047"/>
                        <a:pt x="184" y="1560"/>
                      </a:cubicBezTo>
                      <a:lnTo>
                        <a:pt x="14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41" name="Forme libre : forme 24040">
                  <a:extLst>
                    <a:ext uri="{FF2B5EF4-FFF2-40B4-BE49-F238E27FC236}">
                      <a16:creationId xmlns:a16="http://schemas.microsoft.com/office/drawing/2014/main" id="{FF27DC30-F132-4931-9552-D70544CCF0D5}"/>
                    </a:ext>
                  </a:extLst>
                </p:cNvPr>
                <p:cNvSpPr/>
                <p:nvPr/>
              </p:nvSpPr>
              <p:spPr>
                <a:xfrm>
                  <a:off x="7609105" y="1111011"/>
                  <a:ext cx="8730" cy="11424"/>
                </a:xfrm>
                <a:custGeom>
                  <a:avLst/>
                  <a:gdLst>
                    <a:gd name="connsiteX0" fmla="*/ 7313 w 8730"/>
                    <a:gd name="connsiteY0" fmla="*/ 277 h 11424"/>
                    <a:gd name="connsiteX1" fmla="*/ 7580 w 8730"/>
                    <a:gd name="connsiteY1" fmla="*/ 7503 h 11424"/>
                    <a:gd name="connsiteX2" fmla="*/ 1417 w 8730"/>
                    <a:gd name="connsiteY2" fmla="*/ 11138 h 11424"/>
                    <a:gd name="connsiteX3" fmla="*/ 1151 w 8730"/>
                    <a:gd name="connsiteY3" fmla="*/ 3957 h 11424"/>
                    <a:gd name="connsiteX4" fmla="*/ 7313 w 8730"/>
                    <a:gd name="connsiteY4" fmla="*/ 277 h 11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30" h="11424">
                      <a:moveTo>
                        <a:pt x="7313" y="277"/>
                      </a:moveTo>
                      <a:cubicBezTo>
                        <a:pt x="9087" y="1253"/>
                        <a:pt x="9220" y="4489"/>
                        <a:pt x="7580" y="7503"/>
                      </a:cubicBezTo>
                      <a:cubicBezTo>
                        <a:pt x="5939" y="10518"/>
                        <a:pt x="3191" y="12114"/>
                        <a:pt x="1417" y="11138"/>
                      </a:cubicBezTo>
                      <a:cubicBezTo>
                        <a:pt x="-356" y="10119"/>
                        <a:pt x="-489" y="6927"/>
                        <a:pt x="1151" y="3957"/>
                      </a:cubicBezTo>
                      <a:cubicBezTo>
                        <a:pt x="2792" y="987"/>
                        <a:pt x="5496" y="-698"/>
                        <a:pt x="7313" y="27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42" name="Forme libre : forme 24041">
                  <a:extLst>
                    <a:ext uri="{FF2B5EF4-FFF2-40B4-BE49-F238E27FC236}">
                      <a16:creationId xmlns:a16="http://schemas.microsoft.com/office/drawing/2014/main" id="{B0E27391-36AF-45F3-B601-3C4CDE883CF7}"/>
                    </a:ext>
                  </a:extLst>
                </p:cNvPr>
                <p:cNvSpPr/>
                <p:nvPr/>
              </p:nvSpPr>
              <p:spPr>
                <a:xfrm>
                  <a:off x="7613817" y="1109407"/>
                  <a:ext cx="3296" cy="3318"/>
                </a:xfrm>
                <a:custGeom>
                  <a:avLst/>
                  <a:gdLst>
                    <a:gd name="connsiteX0" fmla="*/ 1937 w 3296"/>
                    <a:gd name="connsiteY0" fmla="*/ 19 h 3318"/>
                    <a:gd name="connsiteX1" fmla="*/ 3266 w 3296"/>
                    <a:gd name="connsiteY1" fmla="*/ 1925 h 3318"/>
                    <a:gd name="connsiteX2" fmla="*/ 1360 w 3296"/>
                    <a:gd name="connsiteY2" fmla="*/ 3300 h 3318"/>
                    <a:gd name="connsiteX3" fmla="*/ 30 w 3296"/>
                    <a:gd name="connsiteY3" fmla="*/ 1393 h 3318"/>
                    <a:gd name="connsiteX4" fmla="*/ 1937 w 3296"/>
                    <a:gd name="connsiteY4" fmla="*/ 19 h 3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96" h="3318">
                      <a:moveTo>
                        <a:pt x="1937" y="19"/>
                      </a:moveTo>
                      <a:cubicBezTo>
                        <a:pt x="2823" y="152"/>
                        <a:pt x="3444" y="994"/>
                        <a:pt x="3266" y="1925"/>
                      </a:cubicBezTo>
                      <a:cubicBezTo>
                        <a:pt x="3089" y="2856"/>
                        <a:pt x="2247" y="3433"/>
                        <a:pt x="1360" y="3300"/>
                      </a:cubicBezTo>
                      <a:cubicBezTo>
                        <a:pt x="474" y="3167"/>
                        <a:pt x="-147" y="2324"/>
                        <a:pt x="30" y="1393"/>
                      </a:cubicBezTo>
                      <a:cubicBezTo>
                        <a:pt x="208" y="462"/>
                        <a:pt x="1050" y="-114"/>
                        <a:pt x="1937" y="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43" name="Forme libre : forme 24042">
                  <a:extLst>
                    <a:ext uri="{FF2B5EF4-FFF2-40B4-BE49-F238E27FC236}">
                      <a16:creationId xmlns:a16="http://schemas.microsoft.com/office/drawing/2014/main" id="{942EADF9-944B-469B-9C9B-9621D725C81C}"/>
                    </a:ext>
                  </a:extLst>
                </p:cNvPr>
                <p:cNvSpPr/>
                <p:nvPr/>
              </p:nvSpPr>
              <p:spPr>
                <a:xfrm>
                  <a:off x="7591742" y="1094752"/>
                  <a:ext cx="31946" cy="24854"/>
                </a:xfrm>
                <a:custGeom>
                  <a:avLst/>
                  <a:gdLst>
                    <a:gd name="connsiteX0" fmla="*/ 13505 w 31946"/>
                    <a:gd name="connsiteY0" fmla="*/ 887 h 24854"/>
                    <a:gd name="connsiteX1" fmla="*/ 28001 w 31946"/>
                    <a:gd name="connsiteY1" fmla="*/ 710 h 24854"/>
                    <a:gd name="connsiteX2" fmla="*/ 31946 w 31946"/>
                    <a:gd name="connsiteY2" fmla="*/ 3724 h 24854"/>
                    <a:gd name="connsiteX3" fmla="*/ 28577 w 31946"/>
                    <a:gd name="connsiteY3" fmla="*/ 6827 h 24854"/>
                    <a:gd name="connsiteX4" fmla="*/ 14435 w 31946"/>
                    <a:gd name="connsiteY4" fmla="*/ 11970 h 24854"/>
                    <a:gd name="connsiteX5" fmla="*/ 1712 w 31946"/>
                    <a:gd name="connsiteY5" fmla="*/ 24249 h 24854"/>
                    <a:gd name="connsiteX6" fmla="*/ 4284 w 31946"/>
                    <a:gd name="connsiteY6" fmla="*/ 6650 h 24854"/>
                    <a:gd name="connsiteX7" fmla="*/ 13505 w 31946"/>
                    <a:gd name="connsiteY7" fmla="*/ 887 h 24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946" h="24854">
                      <a:moveTo>
                        <a:pt x="13505" y="887"/>
                      </a:moveTo>
                      <a:cubicBezTo>
                        <a:pt x="18204" y="-399"/>
                        <a:pt x="23213" y="-133"/>
                        <a:pt x="28001" y="710"/>
                      </a:cubicBezTo>
                      <a:cubicBezTo>
                        <a:pt x="29774" y="1020"/>
                        <a:pt x="31946" y="1862"/>
                        <a:pt x="31946" y="3724"/>
                      </a:cubicBezTo>
                      <a:cubicBezTo>
                        <a:pt x="31946" y="5364"/>
                        <a:pt x="30173" y="6384"/>
                        <a:pt x="28577" y="6827"/>
                      </a:cubicBezTo>
                      <a:cubicBezTo>
                        <a:pt x="23701" y="8290"/>
                        <a:pt x="18248" y="8601"/>
                        <a:pt x="14435" y="11970"/>
                      </a:cubicBezTo>
                      <a:cubicBezTo>
                        <a:pt x="12042" y="14053"/>
                        <a:pt x="5747" y="27885"/>
                        <a:pt x="1712" y="24249"/>
                      </a:cubicBezTo>
                      <a:cubicBezTo>
                        <a:pt x="-2366" y="20659"/>
                        <a:pt x="1801" y="9842"/>
                        <a:pt x="4284" y="6650"/>
                      </a:cubicBezTo>
                      <a:cubicBezTo>
                        <a:pt x="6589" y="3813"/>
                        <a:pt x="9958" y="1862"/>
                        <a:pt x="13505" y="88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11" name="Graphique 2">
                <a:extLst>
                  <a:ext uri="{FF2B5EF4-FFF2-40B4-BE49-F238E27FC236}">
                    <a16:creationId xmlns:a16="http://schemas.microsoft.com/office/drawing/2014/main" id="{35474346-2082-45E0-B101-69CFEDF98416}"/>
                  </a:ext>
                </a:extLst>
              </p:cNvPr>
              <p:cNvGrpSpPr/>
              <p:nvPr/>
            </p:nvGrpSpPr>
            <p:grpSpPr>
              <a:xfrm>
                <a:off x="7594391" y="1019243"/>
                <a:ext cx="64171" cy="72648"/>
                <a:chOff x="7594391" y="1019243"/>
                <a:chExt cx="64171" cy="72648"/>
              </a:xfrm>
              <a:solidFill>
                <a:schemeClr val="accent1"/>
              </a:solidFill>
            </p:grpSpPr>
            <p:sp>
              <p:nvSpPr>
                <p:cNvPr id="24020" name="Forme libre : forme 24019">
                  <a:extLst>
                    <a:ext uri="{FF2B5EF4-FFF2-40B4-BE49-F238E27FC236}">
                      <a16:creationId xmlns:a16="http://schemas.microsoft.com/office/drawing/2014/main" id="{D7CFFB7B-BCD3-4A7C-AB20-B28E23BFC63F}"/>
                    </a:ext>
                  </a:extLst>
                </p:cNvPr>
                <p:cNvSpPr/>
                <p:nvPr/>
              </p:nvSpPr>
              <p:spPr>
                <a:xfrm>
                  <a:off x="7594391" y="1019243"/>
                  <a:ext cx="64171" cy="72648"/>
                </a:xfrm>
                <a:custGeom>
                  <a:avLst/>
                  <a:gdLst>
                    <a:gd name="connsiteX0" fmla="*/ 63920 w 64171"/>
                    <a:gd name="connsiteY0" fmla="*/ 27986 h 72648"/>
                    <a:gd name="connsiteX1" fmla="*/ 60108 w 64171"/>
                    <a:gd name="connsiteY1" fmla="*/ 53610 h 72648"/>
                    <a:gd name="connsiteX2" fmla="*/ 35194 w 64171"/>
                    <a:gd name="connsiteY2" fmla="*/ 72406 h 72648"/>
                    <a:gd name="connsiteX3" fmla="*/ 18747 w 64171"/>
                    <a:gd name="connsiteY3" fmla="*/ 69968 h 72648"/>
                    <a:gd name="connsiteX4" fmla="*/ 216 w 64171"/>
                    <a:gd name="connsiteY4" fmla="*/ 44921 h 72648"/>
                    <a:gd name="connsiteX5" fmla="*/ 3896 w 64171"/>
                    <a:gd name="connsiteY5" fmla="*/ 19032 h 72648"/>
                    <a:gd name="connsiteX6" fmla="*/ 29032 w 64171"/>
                    <a:gd name="connsiteY6" fmla="*/ 280 h 72648"/>
                    <a:gd name="connsiteX7" fmla="*/ 45567 w 64171"/>
                    <a:gd name="connsiteY7" fmla="*/ 2940 h 72648"/>
                    <a:gd name="connsiteX8" fmla="*/ 63920 w 64171"/>
                    <a:gd name="connsiteY8" fmla="*/ 27986 h 72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4171" h="72648">
                      <a:moveTo>
                        <a:pt x="63920" y="27986"/>
                      </a:moveTo>
                      <a:lnTo>
                        <a:pt x="60108" y="53610"/>
                      </a:lnTo>
                      <a:cubicBezTo>
                        <a:pt x="58334" y="65623"/>
                        <a:pt x="47074" y="74224"/>
                        <a:pt x="35194" y="72406"/>
                      </a:cubicBezTo>
                      <a:lnTo>
                        <a:pt x="18747" y="69968"/>
                      </a:lnTo>
                      <a:cubicBezTo>
                        <a:pt x="6866" y="68150"/>
                        <a:pt x="-1468" y="57023"/>
                        <a:pt x="216" y="44921"/>
                      </a:cubicBezTo>
                      <a:lnTo>
                        <a:pt x="3896" y="19032"/>
                      </a:lnTo>
                      <a:cubicBezTo>
                        <a:pt x="5713" y="6796"/>
                        <a:pt x="17062" y="-1671"/>
                        <a:pt x="29032" y="280"/>
                      </a:cubicBezTo>
                      <a:lnTo>
                        <a:pt x="45567" y="2940"/>
                      </a:lnTo>
                      <a:cubicBezTo>
                        <a:pt x="57492" y="4890"/>
                        <a:pt x="65738" y="16106"/>
                        <a:pt x="63920" y="2798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21" name="Forme libre : forme 24020">
                  <a:extLst>
                    <a:ext uri="{FF2B5EF4-FFF2-40B4-BE49-F238E27FC236}">
                      <a16:creationId xmlns:a16="http://schemas.microsoft.com/office/drawing/2014/main" id="{83D2740A-9AA6-418C-B1F3-D1B2C6060017}"/>
                    </a:ext>
                  </a:extLst>
                </p:cNvPr>
                <p:cNvSpPr/>
                <p:nvPr/>
              </p:nvSpPr>
              <p:spPr>
                <a:xfrm>
                  <a:off x="7622448" y="1022094"/>
                  <a:ext cx="36071" cy="69797"/>
                </a:xfrm>
                <a:custGeom>
                  <a:avLst/>
                  <a:gdLst>
                    <a:gd name="connsiteX0" fmla="*/ 12989 w 36071"/>
                    <a:gd name="connsiteY0" fmla="*/ 43311 h 69797"/>
                    <a:gd name="connsiteX1" fmla="*/ 0 w 36071"/>
                    <a:gd name="connsiteY1" fmla="*/ 68491 h 69797"/>
                    <a:gd name="connsiteX2" fmla="*/ 7093 w 36071"/>
                    <a:gd name="connsiteY2" fmla="*/ 69555 h 69797"/>
                    <a:gd name="connsiteX3" fmla="*/ 32007 w 36071"/>
                    <a:gd name="connsiteY3" fmla="*/ 50759 h 69797"/>
                    <a:gd name="connsiteX4" fmla="*/ 35819 w 36071"/>
                    <a:gd name="connsiteY4" fmla="*/ 25136 h 69797"/>
                    <a:gd name="connsiteX5" fmla="*/ 17466 w 36071"/>
                    <a:gd name="connsiteY5" fmla="*/ 89 h 69797"/>
                    <a:gd name="connsiteX6" fmla="*/ 16934 w 36071"/>
                    <a:gd name="connsiteY6" fmla="*/ 0 h 69797"/>
                    <a:gd name="connsiteX7" fmla="*/ 12989 w 36071"/>
                    <a:gd name="connsiteY7" fmla="*/ 43311 h 69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071" h="69797">
                      <a:moveTo>
                        <a:pt x="12989" y="43311"/>
                      </a:moveTo>
                      <a:cubicBezTo>
                        <a:pt x="14142" y="53906"/>
                        <a:pt x="9132" y="64058"/>
                        <a:pt x="0" y="68491"/>
                      </a:cubicBezTo>
                      <a:lnTo>
                        <a:pt x="7093" y="69555"/>
                      </a:lnTo>
                      <a:cubicBezTo>
                        <a:pt x="18974" y="71373"/>
                        <a:pt x="30234" y="62773"/>
                        <a:pt x="32007" y="50759"/>
                      </a:cubicBezTo>
                      <a:lnTo>
                        <a:pt x="35819" y="25136"/>
                      </a:lnTo>
                      <a:cubicBezTo>
                        <a:pt x="37637" y="13299"/>
                        <a:pt x="29436" y="2084"/>
                        <a:pt x="17466" y="89"/>
                      </a:cubicBezTo>
                      <a:lnTo>
                        <a:pt x="16934" y="0"/>
                      </a:lnTo>
                      <a:cubicBezTo>
                        <a:pt x="15782" y="14762"/>
                        <a:pt x="11260" y="28327"/>
                        <a:pt x="12989" y="4331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22" name="Forme libre : forme 24021">
                  <a:extLst>
                    <a:ext uri="{FF2B5EF4-FFF2-40B4-BE49-F238E27FC236}">
                      <a16:creationId xmlns:a16="http://schemas.microsoft.com/office/drawing/2014/main" id="{F411E8A4-50C8-4A24-AA89-47F7115D4712}"/>
                    </a:ext>
                  </a:extLst>
                </p:cNvPr>
                <p:cNvSpPr/>
                <p:nvPr/>
              </p:nvSpPr>
              <p:spPr>
                <a:xfrm>
                  <a:off x="7616847" y="1035251"/>
                  <a:ext cx="23176" cy="31877"/>
                </a:xfrm>
                <a:custGeom>
                  <a:avLst/>
                  <a:gdLst>
                    <a:gd name="connsiteX0" fmla="*/ 13979 w 23176"/>
                    <a:gd name="connsiteY0" fmla="*/ 98 h 31877"/>
                    <a:gd name="connsiteX1" fmla="*/ 22934 w 23176"/>
                    <a:gd name="connsiteY1" fmla="*/ 17609 h 31877"/>
                    <a:gd name="connsiteX2" fmla="*/ 9280 w 23176"/>
                    <a:gd name="connsiteY2" fmla="*/ 31795 h 31877"/>
                    <a:gd name="connsiteX3" fmla="*/ 237 w 23176"/>
                    <a:gd name="connsiteY3" fmla="*/ 14284 h 31877"/>
                    <a:gd name="connsiteX4" fmla="*/ 13979 w 23176"/>
                    <a:gd name="connsiteY4" fmla="*/ 98 h 31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76" h="31877">
                      <a:moveTo>
                        <a:pt x="13979" y="98"/>
                      </a:moveTo>
                      <a:cubicBezTo>
                        <a:pt x="20275" y="1074"/>
                        <a:pt x="24220" y="8876"/>
                        <a:pt x="22934" y="17609"/>
                      </a:cubicBezTo>
                      <a:cubicBezTo>
                        <a:pt x="21649" y="26298"/>
                        <a:pt x="15531" y="32682"/>
                        <a:pt x="9280" y="31795"/>
                      </a:cubicBezTo>
                      <a:cubicBezTo>
                        <a:pt x="3030" y="30908"/>
                        <a:pt x="-1049" y="23062"/>
                        <a:pt x="237" y="14284"/>
                      </a:cubicBezTo>
                      <a:cubicBezTo>
                        <a:pt x="1522" y="5507"/>
                        <a:pt x="7729" y="-877"/>
                        <a:pt x="13979" y="9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23" name="Forme libre : forme 24022">
                  <a:extLst>
                    <a:ext uri="{FF2B5EF4-FFF2-40B4-BE49-F238E27FC236}">
                      <a16:creationId xmlns:a16="http://schemas.microsoft.com/office/drawing/2014/main" id="{E4AAD098-6C82-4A16-AC31-BB7444864D07}"/>
                    </a:ext>
                  </a:extLst>
                </p:cNvPr>
                <p:cNvSpPr/>
                <p:nvPr/>
              </p:nvSpPr>
              <p:spPr>
                <a:xfrm>
                  <a:off x="7617748" y="1045590"/>
                  <a:ext cx="22283" cy="21538"/>
                </a:xfrm>
                <a:custGeom>
                  <a:avLst/>
                  <a:gdLst>
                    <a:gd name="connsiteX0" fmla="*/ 0 w 22283"/>
                    <a:gd name="connsiteY0" fmla="*/ 13122 h 21538"/>
                    <a:gd name="connsiteX1" fmla="*/ 8378 w 22283"/>
                    <a:gd name="connsiteY1" fmla="*/ 21456 h 21538"/>
                    <a:gd name="connsiteX2" fmla="*/ 22032 w 22283"/>
                    <a:gd name="connsiteY2" fmla="*/ 7270 h 21538"/>
                    <a:gd name="connsiteX3" fmla="*/ 21855 w 22283"/>
                    <a:gd name="connsiteY3" fmla="*/ 0 h 21538"/>
                    <a:gd name="connsiteX4" fmla="*/ 20481 w 22283"/>
                    <a:gd name="connsiteY4" fmla="*/ 3812 h 21538"/>
                    <a:gd name="connsiteX5" fmla="*/ 0 w 22283"/>
                    <a:gd name="connsiteY5" fmla="*/ 13122 h 21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283" h="21538">
                      <a:moveTo>
                        <a:pt x="0" y="13122"/>
                      </a:moveTo>
                      <a:cubicBezTo>
                        <a:pt x="1419" y="17644"/>
                        <a:pt x="4477" y="20880"/>
                        <a:pt x="8378" y="21456"/>
                      </a:cubicBezTo>
                      <a:cubicBezTo>
                        <a:pt x="14629" y="22343"/>
                        <a:pt x="20747" y="16003"/>
                        <a:pt x="22032" y="7270"/>
                      </a:cubicBezTo>
                      <a:cubicBezTo>
                        <a:pt x="22431" y="4699"/>
                        <a:pt x="22343" y="2261"/>
                        <a:pt x="21855" y="0"/>
                      </a:cubicBezTo>
                      <a:cubicBezTo>
                        <a:pt x="21589" y="1330"/>
                        <a:pt x="21190" y="2616"/>
                        <a:pt x="20481" y="3812"/>
                      </a:cubicBezTo>
                      <a:cubicBezTo>
                        <a:pt x="16003" y="10285"/>
                        <a:pt x="7536" y="14762"/>
                        <a:pt x="0" y="13122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24" name="Forme libre : forme 24023">
                  <a:extLst>
                    <a:ext uri="{FF2B5EF4-FFF2-40B4-BE49-F238E27FC236}">
                      <a16:creationId xmlns:a16="http://schemas.microsoft.com/office/drawing/2014/main" id="{655D26DE-ECE5-46BA-BA7E-EBB723B16B05}"/>
                    </a:ext>
                  </a:extLst>
                </p:cNvPr>
                <p:cNvSpPr/>
                <p:nvPr/>
              </p:nvSpPr>
              <p:spPr>
                <a:xfrm>
                  <a:off x="7619595" y="1034053"/>
                  <a:ext cx="23176" cy="31797"/>
                </a:xfrm>
                <a:custGeom>
                  <a:avLst/>
                  <a:gdLst>
                    <a:gd name="connsiteX0" fmla="*/ 13980 w 23176"/>
                    <a:gd name="connsiteY0" fmla="*/ 99 h 31797"/>
                    <a:gd name="connsiteX1" fmla="*/ 22934 w 23176"/>
                    <a:gd name="connsiteY1" fmla="*/ 17565 h 31797"/>
                    <a:gd name="connsiteX2" fmla="*/ 9281 w 23176"/>
                    <a:gd name="connsiteY2" fmla="*/ 31707 h 31797"/>
                    <a:gd name="connsiteX3" fmla="*/ 237 w 23176"/>
                    <a:gd name="connsiteY3" fmla="*/ 14196 h 31797"/>
                    <a:gd name="connsiteX4" fmla="*/ 13980 w 23176"/>
                    <a:gd name="connsiteY4" fmla="*/ 99 h 31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76" h="31797">
                      <a:moveTo>
                        <a:pt x="13980" y="99"/>
                      </a:moveTo>
                      <a:cubicBezTo>
                        <a:pt x="20275" y="1074"/>
                        <a:pt x="24220" y="8877"/>
                        <a:pt x="22934" y="17565"/>
                      </a:cubicBezTo>
                      <a:cubicBezTo>
                        <a:pt x="21649" y="26254"/>
                        <a:pt x="15531" y="32638"/>
                        <a:pt x="9281" y="31707"/>
                      </a:cubicBezTo>
                      <a:cubicBezTo>
                        <a:pt x="3030" y="30820"/>
                        <a:pt x="-1049" y="22974"/>
                        <a:pt x="237" y="14196"/>
                      </a:cubicBezTo>
                      <a:cubicBezTo>
                        <a:pt x="1478" y="5463"/>
                        <a:pt x="7729" y="-876"/>
                        <a:pt x="13980" y="9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25" name="Forme libre : forme 24024">
                  <a:extLst>
                    <a:ext uri="{FF2B5EF4-FFF2-40B4-BE49-F238E27FC236}">
                      <a16:creationId xmlns:a16="http://schemas.microsoft.com/office/drawing/2014/main" id="{2435D2FE-9E52-475B-889D-E2EA5A64FF40}"/>
                    </a:ext>
                  </a:extLst>
                </p:cNvPr>
                <p:cNvSpPr/>
                <p:nvPr/>
              </p:nvSpPr>
              <p:spPr>
                <a:xfrm>
                  <a:off x="7607101" y="1043096"/>
                  <a:ext cx="44917" cy="38425"/>
                </a:xfrm>
                <a:custGeom>
                  <a:avLst/>
                  <a:gdLst>
                    <a:gd name="connsiteX0" fmla="*/ 18582 w 44917"/>
                    <a:gd name="connsiteY0" fmla="*/ 37604 h 38425"/>
                    <a:gd name="connsiteX1" fmla="*/ 29222 w 44917"/>
                    <a:gd name="connsiteY1" fmla="*/ 38047 h 38425"/>
                    <a:gd name="connsiteX2" fmla="*/ 42875 w 44917"/>
                    <a:gd name="connsiteY2" fmla="*/ 23728 h 38425"/>
                    <a:gd name="connsiteX3" fmla="*/ 43895 w 44917"/>
                    <a:gd name="connsiteY3" fmla="*/ 6971 h 38425"/>
                    <a:gd name="connsiteX4" fmla="*/ 34497 w 44917"/>
                    <a:gd name="connsiteY4" fmla="*/ 144 h 38425"/>
                    <a:gd name="connsiteX5" fmla="*/ 28335 w 44917"/>
                    <a:gd name="connsiteY5" fmla="*/ 4888 h 38425"/>
                    <a:gd name="connsiteX6" fmla="*/ 13883 w 44917"/>
                    <a:gd name="connsiteY6" fmla="*/ 16591 h 38425"/>
                    <a:gd name="connsiteX7" fmla="*/ 185 w 44917"/>
                    <a:gd name="connsiteY7" fmla="*/ 30733 h 38425"/>
                    <a:gd name="connsiteX8" fmla="*/ 18582 w 44917"/>
                    <a:gd name="connsiteY8" fmla="*/ 37604 h 38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917" h="38425">
                      <a:moveTo>
                        <a:pt x="18582" y="37604"/>
                      </a:moveTo>
                      <a:cubicBezTo>
                        <a:pt x="22084" y="38225"/>
                        <a:pt x="25719" y="38845"/>
                        <a:pt x="29222" y="38047"/>
                      </a:cubicBezTo>
                      <a:cubicBezTo>
                        <a:pt x="35871" y="36496"/>
                        <a:pt x="40482" y="30201"/>
                        <a:pt x="42875" y="23728"/>
                      </a:cubicBezTo>
                      <a:cubicBezTo>
                        <a:pt x="44870" y="18320"/>
                        <a:pt x="45757" y="12380"/>
                        <a:pt x="43895" y="6971"/>
                      </a:cubicBezTo>
                      <a:cubicBezTo>
                        <a:pt x="42477" y="2937"/>
                        <a:pt x="38664" y="-787"/>
                        <a:pt x="34497" y="144"/>
                      </a:cubicBezTo>
                      <a:cubicBezTo>
                        <a:pt x="31926" y="721"/>
                        <a:pt x="30108" y="2893"/>
                        <a:pt x="28335" y="4888"/>
                      </a:cubicBezTo>
                      <a:cubicBezTo>
                        <a:pt x="24168" y="9498"/>
                        <a:pt x="19247" y="13488"/>
                        <a:pt x="13883" y="16591"/>
                      </a:cubicBezTo>
                      <a:cubicBezTo>
                        <a:pt x="9317" y="19251"/>
                        <a:pt x="-1544" y="23684"/>
                        <a:pt x="185" y="30733"/>
                      </a:cubicBezTo>
                      <a:cubicBezTo>
                        <a:pt x="1781" y="37028"/>
                        <a:pt x="13706" y="36717"/>
                        <a:pt x="18582" y="3760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26" name="Forme libre : forme 24025">
                  <a:extLst>
                    <a:ext uri="{FF2B5EF4-FFF2-40B4-BE49-F238E27FC236}">
                      <a16:creationId xmlns:a16="http://schemas.microsoft.com/office/drawing/2014/main" id="{F9257EAA-FA6F-4CB6-8921-1C3B380C8490}"/>
                    </a:ext>
                  </a:extLst>
                </p:cNvPr>
                <p:cNvSpPr/>
                <p:nvPr/>
              </p:nvSpPr>
              <p:spPr>
                <a:xfrm>
                  <a:off x="7608660" y="1058705"/>
                  <a:ext cx="10304" cy="13956"/>
                </a:xfrm>
                <a:custGeom>
                  <a:avLst/>
                  <a:gdLst>
                    <a:gd name="connsiteX0" fmla="*/ 5409 w 10304"/>
                    <a:gd name="connsiteY0" fmla="*/ 12818 h 13956"/>
                    <a:gd name="connsiteX1" fmla="*/ 7714 w 10304"/>
                    <a:gd name="connsiteY1" fmla="*/ 13926 h 13956"/>
                    <a:gd name="connsiteX2" fmla="*/ 9975 w 10304"/>
                    <a:gd name="connsiteY2" fmla="*/ 12995 h 13956"/>
                    <a:gd name="connsiteX3" fmla="*/ 10197 w 10304"/>
                    <a:gd name="connsiteY3" fmla="*/ 10690 h 13956"/>
                    <a:gd name="connsiteX4" fmla="*/ 8689 w 10304"/>
                    <a:gd name="connsiteY4" fmla="*/ 4750 h 13956"/>
                    <a:gd name="connsiteX5" fmla="*/ 7537 w 10304"/>
                    <a:gd name="connsiteY5" fmla="*/ 2489 h 13956"/>
                    <a:gd name="connsiteX6" fmla="*/ 0 w 10304"/>
                    <a:gd name="connsiteY6" fmla="*/ 3109 h 13956"/>
                    <a:gd name="connsiteX7" fmla="*/ 5409 w 10304"/>
                    <a:gd name="connsiteY7" fmla="*/ 12818 h 1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304" h="13956">
                      <a:moveTo>
                        <a:pt x="5409" y="12818"/>
                      </a:moveTo>
                      <a:cubicBezTo>
                        <a:pt x="6074" y="13350"/>
                        <a:pt x="6872" y="13793"/>
                        <a:pt x="7714" y="13926"/>
                      </a:cubicBezTo>
                      <a:cubicBezTo>
                        <a:pt x="8556" y="14059"/>
                        <a:pt x="9532" y="13749"/>
                        <a:pt x="9975" y="12995"/>
                      </a:cubicBezTo>
                      <a:cubicBezTo>
                        <a:pt x="10418" y="12330"/>
                        <a:pt x="10329" y="11444"/>
                        <a:pt x="10197" y="10690"/>
                      </a:cubicBezTo>
                      <a:cubicBezTo>
                        <a:pt x="9886" y="8651"/>
                        <a:pt x="9399" y="6656"/>
                        <a:pt x="8689" y="4750"/>
                      </a:cubicBezTo>
                      <a:cubicBezTo>
                        <a:pt x="8379" y="3952"/>
                        <a:pt x="8069" y="3154"/>
                        <a:pt x="7537" y="2489"/>
                      </a:cubicBezTo>
                      <a:cubicBezTo>
                        <a:pt x="5320" y="-260"/>
                        <a:pt x="-44" y="-1590"/>
                        <a:pt x="0" y="3109"/>
                      </a:cubicBezTo>
                      <a:cubicBezTo>
                        <a:pt x="0" y="6789"/>
                        <a:pt x="2616" y="10690"/>
                        <a:pt x="5409" y="1281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27" name="Forme libre : forme 24026">
                  <a:extLst>
                    <a:ext uri="{FF2B5EF4-FFF2-40B4-BE49-F238E27FC236}">
                      <a16:creationId xmlns:a16="http://schemas.microsoft.com/office/drawing/2014/main" id="{082E5652-E9A0-4E67-974A-DBF1553165BE}"/>
                    </a:ext>
                  </a:extLst>
                </p:cNvPr>
                <p:cNvSpPr/>
                <p:nvPr/>
              </p:nvSpPr>
              <p:spPr>
                <a:xfrm>
                  <a:off x="7637210" y="1023912"/>
                  <a:ext cx="19904" cy="22653"/>
                </a:xfrm>
                <a:custGeom>
                  <a:avLst/>
                  <a:gdLst>
                    <a:gd name="connsiteX0" fmla="*/ 0 w 19904"/>
                    <a:gd name="connsiteY0" fmla="*/ 0 h 22653"/>
                    <a:gd name="connsiteX1" fmla="*/ 19905 w 19904"/>
                    <a:gd name="connsiteY1" fmla="*/ 22653 h 22653"/>
                    <a:gd name="connsiteX2" fmla="*/ 0 w 19904"/>
                    <a:gd name="connsiteY2" fmla="*/ 0 h 22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904" h="22653">
                      <a:moveTo>
                        <a:pt x="0" y="0"/>
                      </a:moveTo>
                      <a:cubicBezTo>
                        <a:pt x="0" y="0"/>
                        <a:pt x="17466" y="1995"/>
                        <a:pt x="19905" y="22653"/>
                      </a:cubicBezTo>
                      <a:cubicBezTo>
                        <a:pt x="19905" y="22653"/>
                        <a:pt x="16934" y="65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28" name="Forme libre : forme 24027">
                  <a:extLst>
                    <a:ext uri="{FF2B5EF4-FFF2-40B4-BE49-F238E27FC236}">
                      <a16:creationId xmlns:a16="http://schemas.microsoft.com/office/drawing/2014/main" id="{679AA57E-ECAD-46DC-9349-E6D95392BFC0}"/>
                    </a:ext>
                  </a:extLst>
                </p:cNvPr>
                <p:cNvSpPr/>
                <p:nvPr/>
              </p:nvSpPr>
              <p:spPr>
                <a:xfrm>
                  <a:off x="7596453" y="1063056"/>
                  <a:ext cx="18635" cy="25091"/>
                </a:xfrm>
                <a:custGeom>
                  <a:avLst/>
                  <a:gdLst>
                    <a:gd name="connsiteX0" fmla="*/ 61 w 18635"/>
                    <a:gd name="connsiteY0" fmla="*/ 0 h 25091"/>
                    <a:gd name="connsiteX1" fmla="*/ 1613 w 18635"/>
                    <a:gd name="connsiteY1" fmla="*/ 10595 h 25091"/>
                    <a:gd name="connsiteX2" fmla="*/ 18635 w 18635"/>
                    <a:gd name="connsiteY2" fmla="*/ 25091 h 25091"/>
                    <a:gd name="connsiteX3" fmla="*/ 9681 w 18635"/>
                    <a:gd name="connsiteY3" fmla="*/ 19417 h 25091"/>
                    <a:gd name="connsiteX4" fmla="*/ 61 w 18635"/>
                    <a:gd name="connsiteY4" fmla="*/ 0 h 25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35" h="25091">
                      <a:moveTo>
                        <a:pt x="61" y="0"/>
                      </a:moveTo>
                      <a:cubicBezTo>
                        <a:pt x="61" y="0"/>
                        <a:pt x="-471" y="4965"/>
                        <a:pt x="1613" y="10595"/>
                      </a:cubicBezTo>
                      <a:cubicBezTo>
                        <a:pt x="3652" y="16181"/>
                        <a:pt x="8307" y="22431"/>
                        <a:pt x="18635" y="25091"/>
                      </a:cubicBezTo>
                      <a:cubicBezTo>
                        <a:pt x="18635" y="25091"/>
                        <a:pt x="14202" y="23407"/>
                        <a:pt x="9681" y="19417"/>
                      </a:cubicBezTo>
                      <a:cubicBezTo>
                        <a:pt x="5115" y="15516"/>
                        <a:pt x="504" y="9265"/>
                        <a:pt x="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29" name="Forme libre : forme 24028">
                  <a:extLst>
                    <a:ext uri="{FF2B5EF4-FFF2-40B4-BE49-F238E27FC236}">
                      <a16:creationId xmlns:a16="http://schemas.microsoft.com/office/drawing/2014/main" id="{625AD2B1-D07B-43E0-B898-693485AE5FB1}"/>
                    </a:ext>
                  </a:extLst>
                </p:cNvPr>
                <p:cNvSpPr/>
                <p:nvPr/>
              </p:nvSpPr>
              <p:spPr>
                <a:xfrm>
                  <a:off x="7619577" y="1041477"/>
                  <a:ext cx="8666" cy="11550"/>
                </a:xfrm>
                <a:custGeom>
                  <a:avLst/>
                  <a:gdLst>
                    <a:gd name="connsiteX0" fmla="*/ 7170 w 8666"/>
                    <a:gd name="connsiteY0" fmla="*/ 256 h 11550"/>
                    <a:gd name="connsiteX1" fmla="*/ 7614 w 8666"/>
                    <a:gd name="connsiteY1" fmla="*/ 7482 h 11550"/>
                    <a:gd name="connsiteX2" fmla="*/ 1496 w 8666"/>
                    <a:gd name="connsiteY2" fmla="*/ 11294 h 11550"/>
                    <a:gd name="connsiteX3" fmla="*/ 1052 w 8666"/>
                    <a:gd name="connsiteY3" fmla="*/ 4068 h 11550"/>
                    <a:gd name="connsiteX4" fmla="*/ 7170 w 8666"/>
                    <a:gd name="connsiteY4" fmla="*/ 256 h 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66" h="11550">
                      <a:moveTo>
                        <a:pt x="7170" y="256"/>
                      </a:moveTo>
                      <a:cubicBezTo>
                        <a:pt x="8988" y="1187"/>
                        <a:pt x="9165" y="4423"/>
                        <a:pt x="7614" y="7482"/>
                      </a:cubicBezTo>
                      <a:cubicBezTo>
                        <a:pt x="6062" y="10541"/>
                        <a:pt x="3313" y="12225"/>
                        <a:pt x="1496" y="11294"/>
                      </a:cubicBezTo>
                      <a:cubicBezTo>
                        <a:pt x="-322" y="10363"/>
                        <a:pt x="-499" y="7083"/>
                        <a:pt x="1052" y="4068"/>
                      </a:cubicBezTo>
                      <a:cubicBezTo>
                        <a:pt x="2604" y="1010"/>
                        <a:pt x="5397" y="-675"/>
                        <a:pt x="7170" y="256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30" name="Forme libre : forme 24029">
                  <a:extLst>
                    <a:ext uri="{FF2B5EF4-FFF2-40B4-BE49-F238E27FC236}">
                      <a16:creationId xmlns:a16="http://schemas.microsoft.com/office/drawing/2014/main" id="{90694371-D0E3-4C51-8810-E5D49D836248}"/>
                    </a:ext>
                  </a:extLst>
                </p:cNvPr>
                <p:cNvSpPr/>
                <p:nvPr/>
              </p:nvSpPr>
              <p:spPr>
                <a:xfrm>
                  <a:off x="7624203" y="1039853"/>
                  <a:ext cx="3272" cy="3359"/>
                </a:xfrm>
                <a:custGeom>
                  <a:avLst/>
                  <a:gdLst>
                    <a:gd name="connsiteX0" fmla="*/ 1880 w 3272"/>
                    <a:gd name="connsiteY0" fmla="*/ 18 h 3359"/>
                    <a:gd name="connsiteX1" fmla="*/ 3254 w 3272"/>
                    <a:gd name="connsiteY1" fmla="*/ 1924 h 3359"/>
                    <a:gd name="connsiteX2" fmla="*/ 1392 w 3272"/>
                    <a:gd name="connsiteY2" fmla="*/ 3343 h 3359"/>
                    <a:gd name="connsiteX3" fmla="*/ 18 w 3272"/>
                    <a:gd name="connsiteY3" fmla="*/ 1436 h 3359"/>
                    <a:gd name="connsiteX4" fmla="*/ 1880 w 3272"/>
                    <a:gd name="connsiteY4" fmla="*/ 18 h 3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2" h="3359">
                      <a:moveTo>
                        <a:pt x="1880" y="18"/>
                      </a:moveTo>
                      <a:cubicBezTo>
                        <a:pt x="2766" y="151"/>
                        <a:pt x="3387" y="993"/>
                        <a:pt x="3254" y="1924"/>
                      </a:cubicBezTo>
                      <a:cubicBezTo>
                        <a:pt x="3121" y="2811"/>
                        <a:pt x="2279" y="3476"/>
                        <a:pt x="1392" y="3343"/>
                      </a:cubicBezTo>
                      <a:cubicBezTo>
                        <a:pt x="506" y="3210"/>
                        <a:pt x="-115" y="2367"/>
                        <a:pt x="18" y="1436"/>
                      </a:cubicBezTo>
                      <a:cubicBezTo>
                        <a:pt x="151" y="506"/>
                        <a:pt x="949" y="-115"/>
                        <a:pt x="1880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31" name="Forme libre : forme 24030">
                  <a:extLst>
                    <a:ext uri="{FF2B5EF4-FFF2-40B4-BE49-F238E27FC236}">
                      <a16:creationId xmlns:a16="http://schemas.microsoft.com/office/drawing/2014/main" id="{3CE08A14-6416-4450-ADCB-D07695279397}"/>
                    </a:ext>
                  </a:extLst>
                </p:cNvPr>
                <p:cNvSpPr/>
                <p:nvPr/>
              </p:nvSpPr>
              <p:spPr>
                <a:xfrm>
                  <a:off x="7601945" y="1025117"/>
                  <a:ext cx="32073" cy="25632"/>
                </a:xfrm>
                <a:custGeom>
                  <a:avLst/>
                  <a:gdLst>
                    <a:gd name="connsiteX0" fmla="*/ 13498 w 32073"/>
                    <a:gd name="connsiteY0" fmla="*/ 879 h 25632"/>
                    <a:gd name="connsiteX1" fmla="*/ 28083 w 32073"/>
                    <a:gd name="connsiteY1" fmla="*/ 790 h 25632"/>
                    <a:gd name="connsiteX2" fmla="*/ 32073 w 32073"/>
                    <a:gd name="connsiteY2" fmla="*/ 3804 h 25632"/>
                    <a:gd name="connsiteX3" fmla="*/ 28704 w 32073"/>
                    <a:gd name="connsiteY3" fmla="*/ 6908 h 25632"/>
                    <a:gd name="connsiteX4" fmla="*/ 14429 w 32073"/>
                    <a:gd name="connsiteY4" fmla="*/ 12139 h 25632"/>
                    <a:gd name="connsiteX5" fmla="*/ 1839 w 32073"/>
                    <a:gd name="connsiteY5" fmla="*/ 25083 h 25632"/>
                    <a:gd name="connsiteX6" fmla="*/ 4189 w 32073"/>
                    <a:gd name="connsiteY6" fmla="*/ 6863 h 25632"/>
                    <a:gd name="connsiteX7" fmla="*/ 13498 w 32073"/>
                    <a:gd name="connsiteY7" fmla="*/ 879 h 2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073" h="25632">
                      <a:moveTo>
                        <a:pt x="13498" y="879"/>
                      </a:moveTo>
                      <a:cubicBezTo>
                        <a:pt x="18242" y="-451"/>
                        <a:pt x="23251" y="-97"/>
                        <a:pt x="28083" y="790"/>
                      </a:cubicBezTo>
                      <a:cubicBezTo>
                        <a:pt x="29856" y="1100"/>
                        <a:pt x="32073" y="1987"/>
                        <a:pt x="32073" y="3804"/>
                      </a:cubicBezTo>
                      <a:cubicBezTo>
                        <a:pt x="32117" y="5445"/>
                        <a:pt x="30255" y="6420"/>
                        <a:pt x="28704" y="6908"/>
                      </a:cubicBezTo>
                      <a:cubicBezTo>
                        <a:pt x="23827" y="8370"/>
                        <a:pt x="18286" y="8725"/>
                        <a:pt x="14429" y="12139"/>
                      </a:cubicBezTo>
                      <a:cubicBezTo>
                        <a:pt x="11991" y="14266"/>
                        <a:pt x="6006" y="28585"/>
                        <a:pt x="1839" y="25083"/>
                      </a:cubicBezTo>
                      <a:cubicBezTo>
                        <a:pt x="-2372" y="21537"/>
                        <a:pt x="1618" y="10099"/>
                        <a:pt x="4189" y="6863"/>
                      </a:cubicBezTo>
                      <a:cubicBezTo>
                        <a:pt x="6538" y="3849"/>
                        <a:pt x="9907" y="1854"/>
                        <a:pt x="13498" y="87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12" name="Graphique 2">
                <a:extLst>
                  <a:ext uri="{FF2B5EF4-FFF2-40B4-BE49-F238E27FC236}">
                    <a16:creationId xmlns:a16="http://schemas.microsoft.com/office/drawing/2014/main" id="{C0060931-A518-4EA1-931C-4D1C69070DBC}"/>
                  </a:ext>
                </a:extLst>
              </p:cNvPr>
              <p:cNvGrpSpPr/>
              <p:nvPr/>
            </p:nvGrpSpPr>
            <p:grpSpPr>
              <a:xfrm>
                <a:off x="7605009" y="948971"/>
                <a:ext cx="65928" cy="73500"/>
                <a:chOff x="7605009" y="948971"/>
                <a:chExt cx="65928" cy="73500"/>
              </a:xfrm>
              <a:solidFill>
                <a:schemeClr val="accent1"/>
              </a:solidFill>
            </p:grpSpPr>
            <p:sp>
              <p:nvSpPr>
                <p:cNvPr id="24008" name="Forme libre : forme 24007">
                  <a:extLst>
                    <a:ext uri="{FF2B5EF4-FFF2-40B4-BE49-F238E27FC236}">
                      <a16:creationId xmlns:a16="http://schemas.microsoft.com/office/drawing/2014/main" id="{5569BFE0-AE02-454C-9FD1-CF06E989A33E}"/>
                    </a:ext>
                  </a:extLst>
                </p:cNvPr>
                <p:cNvSpPr/>
                <p:nvPr/>
              </p:nvSpPr>
              <p:spPr>
                <a:xfrm>
                  <a:off x="7605009" y="948971"/>
                  <a:ext cx="65883" cy="73500"/>
                </a:xfrm>
                <a:custGeom>
                  <a:avLst/>
                  <a:gdLst>
                    <a:gd name="connsiteX0" fmla="*/ 65360 w 65883"/>
                    <a:gd name="connsiteY0" fmla="*/ 31097 h 73500"/>
                    <a:gd name="connsiteX1" fmla="*/ 62789 w 65883"/>
                    <a:gd name="connsiteY1" fmla="*/ 43244 h 73500"/>
                    <a:gd name="connsiteX2" fmla="*/ 60395 w 65883"/>
                    <a:gd name="connsiteY2" fmla="*/ 55524 h 73500"/>
                    <a:gd name="connsiteX3" fmla="*/ 34905 w 65883"/>
                    <a:gd name="connsiteY3" fmla="*/ 73212 h 73500"/>
                    <a:gd name="connsiteX4" fmla="*/ 18369 w 65883"/>
                    <a:gd name="connsiteY4" fmla="*/ 70552 h 73500"/>
                    <a:gd name="connsiteX5" fmla="*/ 371 w 65883"/>
                    <a:gd name="connsiteY5" fmla="*/ 44574 h 73500"/>
                    <a:gd name="connsiteX6" fmla="*/ 2853 w 65883"/>
                    <a:gd name="connsiteY6" fmla="*/ 31275 h 73500"/>
                    <a:gd name="connsiteX7" fmla="*/ 5602 w 65883"/>
                    <a:gd name="connsiteY7" fmla="*/ 17887 h 73500"/>
                    <a:gd name="connsiteX8" fmla="*/ 15709 w 65883"/>
                    <a:gd name="connsiteY8" fmla="*/ 3302 h 73500"/>
                    <a:gd name="connsiteX9" fmla="*/ 32644 w 65883"/>
                    <a:gd name="connsiteY9" fmla="*/ 775 h 73500"/>
                    <a:gd name="connsiteX10" fmla="*/ 48913 w 65883"/>
                    <a:gd name="connsiteY10" fmla="*/ 5252 h 73500"/>
                    <a:gd name="connsiteX11" fmla="*/ 62434 w 65883"/>
                    <a:gd name="connsiteY11" fmla="*/ 15271 h 73500"/>
                    <a:gd name="connsiteX12" fmla="*/ 65360 w 65883"/>
                    <a:gd name="connsiteY12" fmla="*/ 31097 h 73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5883" h="73500">
                      <a:moveTo>
                        <a:pt x="65360" y="31097"/>
                      </a:moveTo>
                      <a:cubicBezTo>
                        <a:pt x="64429" y="35087"/>
                        <a:pt x="63676" y="39210"/>
                        <a:pt x="62789" y="43244"/>
                      </a:cubicBezTo>
                      <a:cubicBezTo>
                        <a:pt x="61902" y="47278"/>
                        <a:pt x="61149" y="51401"/>
                        <a:pt x="60395" y="55524"/>
                      </a:cubicBezTo>
                      <a:cubicBezTo>
                        <a:pt x="58179" y="67005"/>
                        <a:pt x="46918" y="75162"/>
                        <a:pt x="34905" y="73212"/>
                      </a:cubicBezTo>
                      <a:lnTo>
                        <a:pt x="18369" y="70552"/>
                      </a:lnTo>
                      <a:cubicBezTo>
                        <a:pt x="6444" y="68646"/>
                        <a:pt x="-1890" y="57031"/>
                        <a:pt x="371" y="44574"/>
                      </a:cubicBezTo>
                      <a:cubicBezTo>
                        <a:pt x="1125" y="40185"/>
                        <a:pt x="1923" y="35752"/>
                        <a:pt x="2853" y="31275"/>
                      </a:cubicBezTo>
                      <a:cubicBezTo>
                        <a:pt x="3784" y="26797"/>
                        <a:pt x="4582" y="22408"/>
                        <a:pt x="5602" y="17887"/>
                      </a:cubicBezTo>
                      <a:cubicBezTo>
                        <a:pt x="7065" y="11592"/>
                        <a:pt x="10744" y="6405"/>
                        <a:pt x="15709" y="3302"/>
                      </a:cubicBezTo>
                      <a:cubicBezTo>
                        <a:pt x="20719" y="154"/>
                        <a:pt x="26748" y="-865"/>
                        <a:pt x="32644" y="775"/>
                      </a:cubicBezTo>
                      <a:lnTo>
                        <a:pt x="48913" y="5252"/>
                      </a:lnTo>
                      <a:cubicBezTo>
                        <a:pt x="54809" y="6893"/>
                        <a:pt x="59508" y="10661"/>
                        <a:pt x="62434" y="15271"/>
                      </a:cubicBezTo>
                      <a:cubicBezTo>
                        <a:pt x="65405" y="19882"/>
                        <a:pt x="66690" y="25556"/>
                        <a:pt x="65360" y="31097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09" name="Forme libre : forme 24008">
                  <a:extLst>
                    <a:ext uri="{FF2B5EF4-FFF2-40B4-BE49-F238E27FC236}">
                      <a16:creationId xmlns:a16="http://schemas.microsoft.com/office/drawing/2014/main" id="{62C76544-AB0E-4132-9A1E-D019E7993A4F}"/>
                    </a:ext>
                  </a:extLst>
                </p:cNvPr>
                <p:cNvSpPr/>
                <p:nvPr/>
              </p:nvSpPr>
              <p:spPr>
                <a:xfrm>
                  <a:off x="7632821" y="954046"/>
                  <a:ext cx="38117" cy="68425"/>
                </a:xfrm>
                <a:custGeom>
                  <a:avLst/>
                  <a:gdLst>
                    <a:gd name="connsiteX0" fmla="*/ 13698 w 38117"/>
                    <a:gd name="connsiteY0" fmla="*/ 42336 h 68425"/>
                    <a:gd name="connsiteX1" fmla="*/ 0 w 38117"/>
                    <a:gd name="connsiteY1" fmla="*/ 66984 h 68425"/>
                    <a:gd name="connsiteX2" fmla="*/ 7137 w 38117"/>
                    <a:gd name="connsiteY2" fmla="*/ 68137 h 68425"/>
                    <a:gd name="connsiteX3" fmla="*/ 32628 w 38117"/>
                    <a:gd name="connsiteY3" fmla="*/ 50449 h 68425"/>
                    <a:gd name="connsiteX4" fmla="*/ 35022 w 38117"/>
                    <a:gd name="connsiteY4" fmla="*/ 38169 h 68425"/>
                    <a:gd name="connsiteX5" fmla="*/ 37593 w 38117"/>
                    <a:gd name="connsiteY5" fmla="*/ 26022 h 68425"/>
                    <a:gd name="connsiteX6" fmla="*/ 34711 w 38117"/>
                    <a:gd name="connsiteY6" fmla="*/ 10152 h 68425"/>
                    <a:gd name="connsiteX7" fmla="*/ 21190 w 38117"/>
                    <a:gd name="connsiteY7" fmla="*/ 133 h 68425"/>
                    <a:gd name="connsiteX8" fmla="*/ 20658 w 38117"/>
                    <a:gd name="connsiteY8" fmla="*/ 0 h 68425"/>
                    <a:gd name="connsiteX9" fmla="*/ 18264 w 38117"/>
                    <a:gd name="connsiteY9" fmla="*/ 10551 h 68425"/>
                    <a:gd name="connsiteX10" fmla="*/ 15737 w 38117"/>
                    <a:gd name="connsiteY10" fmla="*/ 20924 h 68425"/>
                    <a:gd name="connsiteX11" fmla="*/ 13964 w 38117"/>
                    <a:gd name="connsiteY11" fmla="*/ 31475 h 68425"/>
                    <a:gd name="connsiteX12" fmla="*/ 13698 w 38117"/>
                    <a:gd name="connsiteY12" fmla="*/ 42336 h 68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117" h="68425">
                      <a:moveTo>
                        <a:pt x="13698" y="42336"/>
                      </a:moveTo>
                      <a:cubicBezTo>
                        <a:pt x="14452" y="52843"/>
                        <a:pt x="9265" y="62640"/>
                        <a:pt x="0" y="66984"/>
                      </a:cubicBezTo>
                      <a:lnTo>
                        <a:pt x="7137" y="68137"/>
                      </a:lnTo>
                      <a:cubicBezTo>
                        <a:pt x="19151" y="70087"/>
                        <a:pt x="30411" y="61930"/>
                        <a:pt x="32628" y="50449"/>
                      </a:cubicBezTo>
                      <a:cubicBezTo>
                        <a:pt x="33381" y="46326"/>
                        <a:pt x="34135" y="42203"/>
                        <a:pt x="35022" y="38169"/>
                      </a:cubicBezTo>
                      <a:cubicBezTo>
                        <a:pt x="35864" y="34135"/>
                        <a:pt x="36662" y="30012"/>
                        <a:pt x="37593" y="26022"/>
                      </a:cubicBezTo>
                      <a:cubicBezTo>
                        <a:pt x="38923" y="20481"/>
                        <a:pt x="37637" y="14807"/>
                        <a:pt x="34711" y="10152"/>
                      </a:cubicBezTo>
                      <a:cubicBezTo>
                        <a:pt x="31830" y="5541"/>
                        <a:pt x="27086" y="1773"/>
                        <a:pt x="21190" y="133"/>
                      </a:cubicBezTo>
                      <a:lnTo>
                        <a:pt x="20658" y="0"/>
                      </a:lnTo>
                      <a:cubicBezTo>
                        <a:pt x="19993" y="3591"/>
                        <a:pt x="19018" y="7004"/>
                        <a:pt x="18264" y="10551"/>
                      </a:cubicBezTo>
                      <a:cubicBezTo>
                        <a:pt x="17422" y="14053"/>
                        <a:pt x="16580" y="17511"/>
                        <a:pt x="15737" y="20924"/>
                      </a:cubicBezTo>
                      <a:cubicBezTo>
                        <a:pt x="14895" y="24382"/>
                        <a:pt x="14363" y="27928"/>
                        <a:pt x="13964" y="31475"/>
                      </a:cubicBezTo>
                      <a:cubicBezTo>
                        <a:pt x="13565" y="35021"/>
                        <a:pt x="13344" y="38612"/>
                        <a:pt x="13698" y="42336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10" name="Forme libre : forme 24009">
                  <a:extLst>
                    <a:ext uri="{FF2B5EF4-FFF2-40B4-BE49-F238E27FC236}">
                      <a16:creationId xmlns:a16="http://schemas.microsoft.com/office/drawing/2014/main" id="{70DDA0A7-4C38-432A-AF28-9F7CCB06F731}"/>
                    </a:ext>
                  </a:extLst>
                </p:cNvPr>
                <p:cNvSpPr/>
                <p:nvPr/>
              </p:nvSpPr>
              <p:spPr>
                <a:xfrm>
                  <a:off x="7628402" y="966092"/>
                  <a:ext cx="23508" cy="31663"/>
                </a:xfrm>
                <a:custGeom>
                  <a:avLst/>
                  <a:gdLst>
                    <a:gd name="connsiteX0" fmla="*/ 15235 w 23508"/>
                    <a:gd name="connsiteY0" fmla="*/ 234 h 31663"/>
                    <a:gd name="connsiteX1" fmla="*/ 23082 w 23508"/>
                    <a:gd name="connsiteY1" fmla="*/ 18188 h 31663"/>
                    <a:gd name="connsiteX2" fmla="*/ 8719 w 23508"/>
                    <a:gd name="connsiteY2" fmla="*/ 31531 h 31663"/>
                    <a:gd name="connsiteX3" fmla="*/ 473 w 23508"/>
                    <a:gd name="connsiteY3" fmla="*/ 13489 h 31663"/>
                    <a:gd name="connsiteX4" fmla="*/ 15235 w 23508"/>
                    <a:gd name="connsiteY4" fmla="*/ 234 h 31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08" h="31663">
                      <a:moveTo>
                        <a:pt x="15235" y="234"/>
                      </a:moveTo>
                      <a:cubicBezTo>
                        <a:pt x="21531" y="1785"/>
                        <a:pt x="24722" y="9676"/>
                        <a:pt x="23082" y="18188"/>
                      </a:cubicBezTo>
                      <a:cubicBezTo>
                        <a:pt x="21309" y="26655"/>
                        <a:pt x="14970" y="32640"/>
                        <a:pt x="8719" y="31531"/>
                      </a:cubicBezTo>
                      <a:cubicBezTo>
                        <a:pt x="2424" y="30379"/>
                        <a:pt x="-1389" y="22311"/>
                        <a:pt x="473" y="13489"/>
                      </a:cubicBezTo>
                      <a:cubicBezTo>
                        <a:pt x="2158" y="4667"/>
                        <a:pt x="9118" y="-1273"/>
                        <a:pt x="15235" y="234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11" name="Forme libre : forme 24010">
                  <a:extLst>
                    <a:ext uri="{FF2B5EF4-FFF2-40B4-BE49-F238E27FC236}">
                      <a16:creationId xmlns:a16="http://schemas.microsoft.com/office/drawing/2014/main" id="{97FA6564-06BB-4715-9238-ABE9313822C0}"/>
                    </a:ext>
                  </a:extLst>
                </p:cNvPr>
                <p:cNvSpPr/>
                <p:nvPr/>
              </p:nvSpPr>
              <p:spPr>
                <a:xfrm>
                  <a:off x="7629008" y="977098"/>
                  <a:ext cx="22908" cy="20666"/>
                </a:xfrm>
                <a:custGeom>
                  <a:avLst/>
                  <a:gdLst>
                    <a:gd name="connsiteX0" fmla="*/ 0 w 22908"/>
                    <a:gd name="connsiteY0" fmla="*/ 11792 h 20666"/>
                    <a:gd name="connsiteX1" fmla="*/ 8113 w 22908"/>
                    <a:gd name="connsiteY1" fmla="*/ 20525 h 20666"/>
                    <a:gd name="connsiteX2" fmla="*/ 22476 w 22908"/>
                    <a:gd name="connsiteY2" fmla="*/ 7182 h 20666"/>
                    <a:gd name="connsiteX3" fmla="*/ 22697 w 22908"/>
                    <a:gd name="connsiteY3" fmla="*/ 0 h 20666"/>
                    <a:gd name="connsiteX4" fmla="*/ 21102 w 22908"/>
                    <a:gd name="connsiteY4" fmla="*/ 3635 h 20666"/>
                    <a:gd name="connsiteX5" fmla="*/ 0 w 22908"/>
                    <a:gd name="connsiteY5" fmla="*/ 11792 h 20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908" h="20666">
                      <a:moveTo>
                        <a:pt x="0" y="11792"/>
                      </a:moveTo>
                      <a:cubicBezTo>
                        <a:pt x="1197" y="16402"/>
                        <a:pt x="4211" y="19816"/>
                        <a:pt x="8113" y="20525"/>
                      </a:cubicBezTo>
                      <a:cubicBezTo>
                        <a:pt x="14363" y="21678"/>
                        <a:pt x="20702" y="15649"/>
                        <a:pt x="22476" y="7182"/>
                      </a:cubicBezTo>
                      <a:cubicBezTo>
                        <a:pt x="23008" y="4699"/>
                        <a:pt x="23008" y="2261"/>
                        <a:pt x="22697" y="0"/>
                      </a:cubicBezTo>
                      <a:cubicBezTo>
                        <a:pt x="22343" y="1286"/>
                        <a:pt x="21855" y="2527"/>
                        <a:pt x="21102" y="3635"/>
                      </a:cubicBezTo>
                      <a:cubicBezTo>
                        <a:pt x="16269" y="9708"/>
                        <a:pt x="7536" y="13787"/>
                        <a:pt x="0" y="11792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12" name="Forme libre : forme 24011">
                  <a:extLst>
                    <a:ext uri="{FF2B5EF4-FFF2-40B4-BE49-F238E27FC236}">
                      <a16:creationId xmlns:a16="http://schemas.microsoft.com/office/drawing/2014/main" id="{F27B0418-0563-4C0A-AA9B-51B7F6060FAA}"/>
                    </a:ext>
                  </a:extLst>
                </p:cNvPr>
                <p:cNvSpPr/>
                <p:nvPr/>
              </p:nvSpPr>
              <p:spPr>
                <a:xfrm>
                  <a:off x="7631236" y="965114"/>
                  <a:ext cx="23505" cy="31534"/>
                </a:xfrm>
                <a:custGeom>
                  <a:avLst/>
                  <a:gdLst>
                    <a:gd name="connsiteX0" fmla="*/ 15239 w 23505"/>
                    <a:gd name="connsiteY0" fmla="*/ 236 h 31534"/>
                    <a:gd name="connsiteX1" fmla="*/ 22155 w 23505"/>
                    <a:gd name="connsiteY1" fmla="*/ 6620 h 31534"/>
                    <a:gd name="connsiteX2" fmla="*/ 23086 w 23505"/>
                    <a:gd name="connsiteY2" fmla="*/ 18146 h 31534"/>
                    <a:gd name="connsiteX3" fmla="*/ 8678 w 23505"/>
                    <a:gd name="connsiteY3" fmla="*/ 31401 h 31534"/>
                    <a:gd name="connsiteX4" fmla="*/ 477 w 23505"/>
                    <a:gd name="connsiteY4" fmla="*/ 13403 h 31534"/>
                    <a:gd name="connsiteX5" fmla="*/ 15239 w 23505"/>
                    <a:gd name="connsiteY5" fmla="*/ 236 h 31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505" h="31534">
                      <a:moveTo>
                        <a:pt x="15239" y="236"/>
                      </a:moveTo>
                      <a:cubicBezTo>
                        <a:pt x="18342" y="990"/>
                        <a:pt x="20736" y="3384"/>
                        <a:pt x="22155" y="6620"/>
                      </a:cubicBezTo>
                      <a:cubicBezTo>
                        <a:pt x="23529" y="9856"/>
                        <a:pt x="23884" y="13890"/>
                        <a:pt x="23086" y="18146"/>
                      </a:cubicBezTo>
                      <a:cubicBezTo>
                        <a:pt x="21312" y="26569"/>
                        <a:pt x="14884" y="32509"/>
                        <a:pt x="8678" y="31401"/>
                      </a:cubicBezTo>
                      <a:cubicBezTo>
                        <a:pt x="2383" y="30249"/>
                        <a:pt x="-1385" y="22180"/>
                        <a:pt x="477" y="13403"/>
                      </a:cubicBezTo>
                      <a:cubicBezTo>
                        <a:pt x="2206" y="4581"/>
                        <a:pt x="9121" y="-1271"/>
                        <a:pt x="15239" y="23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13" name="Forme libre : forme 24012">
                  <a:extLst>
                    <a:ext uri="{FF2B5EF4-FFF2-40B4-BE49-F238E27FC236}">
                      <a16:creationId xmlns:a16="http://schemas.microsoft.com/office/drawing/2014/main" id="{4056689D-52B7-45D9-97F2-F94EBA4CBEBA}"/>
                    </a:ext>
                  </a:extLst>
                </p:cNvPr>
                <p:cNvSpPr/>
                <p:nvPr/>
              </p:nvSpPr>
              <p:spPr>
                <a:xfrm>
                  <a:off x="7617786" y="974913"/>
                  <a:ext cx="45844" cy="37322"/>
                </a:xfrm>
                <a:custGeom>
                  <a:avLst/>
                  <a:gdLst>
                    <a:gd name="connsiteX0" fmla="*/ 18448 w 45844"/>
                    <a:gd name="connsiteY0" fmla="*/ 36320 h 37322"/>
                    <a:gd name="connsiteX1" fmla="*/ 29176 w 45844"/>
                    <a:gd name="connsiteY1" fmla="*/ 37029 h 37322"/>
                    <a:gd name="connsiteX2" fmla="*/ 43318 w 45844"/>
                    <a:gd name="connsiteY2" fmla="*/ 23552 h 37322"/>
                    <a:gd name="connsiteX3" fmla="*/ 45091 w 45844"/>
                    <a:gd name="connsiteY3" fmla="*/ 7372 h 37322"/>
                    <a:gd name="connsiteX4" fmla="*/ 36092 w 45844"/>
                    <a:gd name="connsiteY4" fmla="*/ 57 h 37322"/>
                    <a:gd name="connsiteX5" fmla="*/ 29620 w 45844"/>
                    <a:gd name="connsiteY5" fmla="*/ 4268 h 37322"/>
                    <a:gd name="connsiteX6" fmla="*/ 14459 w 45844"/>
                    <a:gd name="connsiteY6" fmla="*/ 15085 h 37322"/>
                    <a:gd name="connsiteX7" fmla="*/ 140 w 45844"/>
                    <a:gd name="connsiteY7" fmla="*/ 28916 h 37322"/>
                    <a:gd name="connsiteX8" fmla="*/ 18448 w 45844"/>
                    <a:gd name="connsiteY8" fmla="*/ 36320 h 37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844" h="37322">
                      <a:moveTo>
                        <a:pt x="18448" y="36320"/>
                      </a:moveTo>
                      <a:cubicBezTo>
                        <a:pt x="21995" y="37029"/>
                        <a:pt x="25630" y="37738"/>
                        <a:pt x="29176" y="37029"/>
                      </a:cubicBezTo>
                      <a:cubicBezTo>
                        <a:pt x="35915" y="35699"/>
                        <a:pt x="40747" y="29714"/>
                        <a:pt x="43318" y="23552"/>
                      </a:cubicBezTo>
                      <a:cubicBezTo>
                        <a:pt x="45490" y="18410"/>
                        <a:pt x="46732" y="12736"/>
                        <a:pt x="45091" y="7372"/>
                      </a:cubicBezTo>
                      <a:cubicBezTo>
                        <a:pt x="43850" y="3382"/>
                        <a:pt x="40348" y="-519"/>
                        <a:pt x="36092" y="57"/>
                      </a:cubicBezTo>
                      <a:cubicBezTo>
                        <a:pt x="33477" y="456"/>
                        <a:pt x="31437" y="2406"/>
                        <a:pt x="29620" y="4268"/>
                      </a:cubicBezTo>
                      <a:cubicBezTo>
                        <a:pt x="25187" y="8568"/>
                        <a:pt x="20044" y="12248"/>
                        <a:pt x="14459" y="15085"/>
                      </a:cubicBezTo>
                      <a:cubicBezTo>
                        <a:pt x="9715" y="17479"/>
                        <a:pt x="-1368" y="21646"/>
                        <a:pt x="140" y="28916"/>
                      </a:cubicBezTo>
                      <a:cubicBezTo>
                        <a:pt x="1470" y="35344"/>
                        <a:pt x="13572" y="35300"/>
                        <a:pt x="18448" y="36320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14" name="Forme libre : forme 24013">
                  <a:extLst>
                    <a:ext uri="{FF2B5EF4-FFF2-40B4-BE49-F238E27FC236}">
                      <a16:creationId xmlns:a16="http://schemas.microsoft.com/office/drawing/2014/main" id="{6DA423D9-8C45-4846-9430-C322DD47945E}"/>
                    </a:ext>
                  </a:extLst>
                </p:cNvPr>
                <p:cNvSpPr/>
                <p:nvPr/>
              </p:nvSpPr>
              <p:spPr>
                <a:xfrm>
                  <a:off x="7619654" y="988632"/>
                  <a:ext cx="10077" cy="14299"/>
                </a:xfrm>
                <a:custGeom>
                  <a:avLst/>
                  <a:gdLst>
                    <a:gd name="connsiteX0" fmla="*/ 5143 w 10077"/>
                    <a:gd name="connsiteY0" fmla="*/ 13070 h 14299"/>
                    <a:gd name="connsiteX1" fmla="*/ 7404 w 10077"/>
                    <a:gd name="connsiteY1" fmla="*/ 14267 h 14299"/>
                    <a:gd name="connsiteX2" fmla="*/ 9709 w 10077"/>
                    <a:gd name="connsiteY2" fmla="*/ 13424 h 14299"/>
                    <a:gd name="connsiteX3" fmla="*/ 10019 w 10077"/>
                    <a:gd name="connsiteY3" fmla="*/ 11075 h 14299"/>
                    <a:gd name="connsiteX4" fmla="*/ 8689 w 10077"/>
                    <a:gd name="connsiteY4" fmla="*/ 5046 h 14299"/>
                    <a:gd name="connsiteX5" fmla="*/ 7625 w 10077"/>
                    <a:gd name="connsiteY5" fmla="*/ 2741 h 14299"/>
                    <a:gd name="connsiteX6" fmla="*/ 1 w 10077"/>
                    <a:gd name="connsiteY6" fmla="*/ 3051 h 14299"/>
                    <a:gd name="connsiteX7" fmla="*/ 5143 w 10077"/>
                    <a:gd name="connsiteY7" fmla="*/ 13070 h 14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077" h="14299">
                      <a:moveTo>
                        <a:pt x="5143" y="13070"/>
                      </a:moveTo>
                      <a:cubicBezTo>
                        <a:pt x="5808" y="13602"/>
                        <a:pt x="6561" y="14134"/>
                        <a:pt x="7404" y="14267"/>
                      </a:cubicBezTo>
                      <a:cubicBezTo>
                        <a:pt x="8246" y="14400"/>
                        <a:pt x="9222" y="14134"/>
                        <a:pt x="9709" y="13424"/>
                      </a:cubicBezTo>
                      <a:cubicBezTo>
                        <a:pt x="10152" y="12759"/>
                        <a:pt x="10108" y="11873"/>
                        <a:pt x="10019" y="11075"/>
                      </a:cubicBezTo>
                      <a:cubicBezTo>
                        <a:pt x="9798" y="9036"/>
                        <a:pt x="9354" y="6996"/>
                        <a:pt x="8689" y="5046"/>
                      </a:cubicBezTo>
                      <a:cubicBezTo>
                        <a:pt x="8423" y="4248"/>
                        <a:pt x="8113" y="3406"/>
                        <a:pt x="7625" y="2741"/>
                      </a:cubicBezTo>
                      <a:cubicBezTo>
                        <a:pt x="5542" y="-141"/>
                        <a:pt x="133" y="-1737"/>
                        <a:pt x="1" y="3051"/>
                      </a:cubicBezTo>
                      <a:cubicBezTo>
                        <a:pt x="-44" y="6775"/>
                        <a:pt x="2394" y="10853"/>
                        <a:pt x="5143" y="1307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15" name="Forme libre : forme 24014">
                  <a:extLst>
                    <a:ext uri="{FF2B5EF4-FFF2-40B4-BE49-F238E27FC236}">
                      <a16:creationId xmlns:a16="http://schemas.microsoft.com/office/drawing/2014/main" id="{8CF3592A-13A7-4E1F-9D21-F1318CE0EA70}"/>
                    </a:ext>
                  </a:extLst>
                </p:cNvPr>
                <p:cNvSpPr/>
                <p:nvPr/>
              </p:nvSpPr>
              <p:spPr>
                <a:xfrm>
                  <a:off x="7651041" y="955598"/>
                  <a:ext cx="18175" cy="23761"/>
                </a:xfrm>
                <a:custGeom>
                  <a:avLst/>
                  <a:gdLst>
                    <a:gd name="connsiteX0" fmla="*/ 0 w 18175"/>
                    <a:gd name="connsiteY0" fmla="*/ 0 h 23761"/>
                    <a:gd name="connsiteX1" fmla="*/ 8689 w 18175"/>
                    <a:gd name="connsiteY1" fmla="*/ 4433 h 23761"/>
                    <a:gd name="connsiteX2" fmla="*/ 18176 w 18175"/>
                    <a:gd name="connsiteY2" fmla="*/ 23761 h 23761"/>
                    <a:gd name="connsiteX3" fmla="*/ 15161 w 18175"/>
                    <a:gd name="connsiteY3" fmla="*/ 14984 h 23761"/>
                    <a:gd name="connsiteX4" fmla="*/ 0 w 18175"/>
                    <a:gd name="connsiteY4" fmla="*/ 0 h 23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75" h="23761">
                      <a:moveTo>
                        <a:pt x="0" y="0"/>
                      </a:moveTo>
                      <a:cubicBezTo>
                        <a:pt x="0" y="0"/>
                        <a:pt x="4344" y="975"/>
                        <a:pt x="8689" y="4433"/>
                      </a:cubicBezTo>
                      <a:cubicBezTo>
                        <a:pt x="12989" y="7847"/>
                        <a:pt x="17599" y="13831"/>
                        <a:pt x="18176" y="23761"/>
                      </a:cubicBezTo>
                      <a:cubicBezTo>
                        <a:pt x="18176" y="23761"/>
                        <a:pt x="17688" y="19905"/>
                        <a:pt x="15161" y="14984"/>
                      </a:cubicBezTo>
                      <a:cubicBezTo>
                        <a:pt x="12590" y="10019"/>
                        <a:pt x="8157" y="412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16" name="Forme libre : forme 24015">
                  <a:extLst>
                    <a:ext uri="{FF2B5EF4-FFF2-40B4-BE49-F238E27FC236}">
                      <a16:creationId xmlns:a16="http://schemas.microsoft.com/office/drawing/2014/main" id="{3273D2EC-8DE4-43A4-91AD-4373BF0162AA}"/>
                    </a:ext>
                  </a:extLst>
                </p:cNvPr>
                <p:cNvSpPr/>
                <p:nvPr/>
              </p:nvSpPr>
              <p:spPr>
                <a:xfrm>
                  <a:off x="7607287" y="992481"/>
                  <a:ext cx="18175" cy="26022"/>
                </a:xfrm>
                <a:custGeom>
                  <a:avLst/>
                  <a:gdLst>
                    <a:gd name="connsiteX0" fmla="*/ 133 w 18175"/>
                    <a:gd name="connsiteY0" fmla="*/ 0 h 26022"/>
                    <a:gd name="connsiteX1" fmla="*/ 1285 w 18175"/>
                    <a:gd name="connsiteY1" fmla="*/ 10950 h 26022"/>
                    <a:gd name="connsiteX2" fmla="*/ 18175 w 18175"/>
                    <a:gd name="connsiteY2" fmla="*/ 26022 h 26022"/>
                    <a:gd name="connsiteX3" fmla="*/ 9220 w 18175"/>
                    <a:gd name="connsiteY3" fmla="*/ 20171 h 26022"/>
                    <a:gd name="connsiteX4" fmla="*/ 133 w 18175"/>
                    <a:gd name="connsiteY4" fmla="*/ 0 h 26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75" h="26022">
                      <a:moveTo>
                        <a:pt x="133" y="0"/>
                      </a:moveTo>
                      <a:cubicBezTo>
                        <a:pt x="133" y="0"/>
                        <a:pt x="-577" y="5142"/>
                        <a:pt x="1285" y="10950"/>
                      </a:cubicBezTo>
                      <a:cubicBezTo>
                        <a:pt x="3191" y="16757"/>
                        <a:pt x="7802" y="23229"/>
                        <a:pt x="18175" y="26022"/>
                      </a:cubicBezTo>
                      <a:cubicBezTo>
                        <a:pt x="18175" y="26022"/>
                        <a:pt x="13742" y="24293"/>
                        <a:pt x="9220" y="20171"/>
                      </a:cubicBezTo>
                      <a:cubicBezTo>
                        <a:pt x="4699" y="16048"/>
                        <a:pt x="177" y="9531"/>
                        <a:pt x="13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17" name="Forme libre : forme 24016">
                  <a:extLst>
                    <a:ext uri="{FF2B5EF4-FFF2-40B4-BE49-F238E27FC236}">
                      <a16:creationId xmlns:a16="http://schemas.microsoft.com/office/drawing/2014/main" id="{F0B696C1-CAC8-4F4F-8E46-3F6C99579989}"/>
                    </a:ext>
                  </a:extLst>
                </p:cNvPr>
                <p:cNvSpPr/>
                <p:nvPr/>
              </p:nvSpPr>
              <p:spPr>
                <a:xfrm>
                  <a:off x="7631308" y="972014"/>
                  <a:ext cx="9038" cy="11399"/>
                </a:xfrm>
                <a:custGeom>
                  <a:avLst/>
                  <a:gdLst>
                    <a:gd name="connsiteX0" fmla="*/ 7764 w 9038"/>
                    <a:gd name="connsiteY0" fmla="*/ 341 h 11399"/>
                    <a:gd name="connsiteX1" fmla="*/ 7719 w 9038"/>
                    <a:gd name="connsiteY1" fmla="*/ 7611 h 11399"/>
                    <a:gd name="connsiteX2" fmla="*/ 1336 w 9038"/>
                    <a:gd name="connsiteY2" fmla="*/ 11069 h 11399"/>
                    <a:gd name="connsiteX3" fmla="*/ 1291 w 9038"/>
                    <a:gd name="connsiteY3" fmla="*/ 3754 h 11399"/>
                    <a:gd name="connsiteX4" fmla="*/ 7764 w 9038"/>
                    <a:gd name="connsiteY4" fmla="*/ 341 h 11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38" h="11399">
                      <a:moveTo>
                        <a:pt x="7764" y="341"/>
                      </a:moveTo>
                      <a:cubicBezTo>
                        <a:pt x="9492" y="1405"/>
                        <a:pt x="9448" y="4641"/>
                        <a:pt x="7719" y="7611"/>
                      </a:cubicBezTo>
                      <a:cubicBezTo>
                        <a:pt x="5990" y="10537"/>
                        <a:pt x="3109" y="12133"/>
                        <a:pt x="1336" y="11069"/>
                      </a:cubicBezTo>
                      <a:cubicBezTo>
                        <a:pt x="-438" y="10005"/>
                        <a:pt x="-438" y="6724"/>
                        <a:pt x="1291" y="3754"/>
                      </a:cubicBezTo>
                      <a:cubicBezTo>
                        <a:pt x="3065" y="784"/>
                        <a:pt x="6035" y="-723"/>
                        <a:pt x="7764" y="34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18" name="Forme libre : forme 24017">
                  <a:extLst>
                    <a:ext uri="{FF2B5EF4-FFF2-40B4-BE49-F238E27FC236}">
                      <a16:creationId xmlns:a16="http://schemas.microsoft.com/office/drawing/2014/main" id="{A124F1E0-8731-44C5-A650-ABDA66F4563C}"/>
                    </a:ext>
                  </a:extLst>
                </p:cNvPr>
                <p:cNvSpPr/>
                <p:nvPr/>
              </p:nvSpPr>
              <p:spPr>
                <a:xfrm>
                  <a:off x="7636497" y="970445"/>
                  <a:ext cx="3331" cy="3331"/>
                </a:xfrm>
                <a:custGeom>
                  <a:avLst/>
                  <a:gdLst>
                    <a:gd name="connsiteX0" fmla="*/ 2043 w 3331"/>
                    <a:gd name="connsiteY0" fmla="*/ 48 h 3331"/>
                    <a:gd name="connsiteX1" fmla="*/ 3284 w 3331"/>
                    <a:gd name="connsiteY1" fmla="*/ 2042 h 3331"/>
                    <a:gd name="connsiteX2" fmla="*/ 1289 w 3331"/>
                    <a:gd name="connsiteY2" fmla="*/ 3284 h 3331"/>
                    <a:gd name="connsiteX3" fmla="*/ 48 w 3331"/>
                    <a:gd name="connsiteY3" fmla="*/ 1289 h 3331"/>
                    <a:gd name="connsiteX4" fmla="*/ 2043 w 3331"/>
                    <a:gd name="connsiteY4" fmla="*/ 48 h 3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1" h="3331">
                      <a:moveTo>
                        <a:pt x="2043" y="48"/>
                      </a:moveTo>
                      <a:cubicBezTo>
                        <a:pt x="2929" y="269"/>
                        <a:pt x="3505" y="1156"/>
                        <a:pt x="3284" y="2042"/>
                      </a:cubicBezTo>
                      <a:cubicBezTo>
                        <a:pt x="3062" y="2929"/>
                        <a:pt x="2175" y="3505"/>
                        <a:pt x="1289" y="3284"/>
                      </a:cubicBezTo>
                      <a:cubicBezTo>
                        <a:pt x="402" y="3106"/>
                        <a:pt x="-174" y="2220"/>
                        <a:pt x="48" y="1289"/>
                      </a:cubicBezTo>
                      <a:cubicBezTo>
                        <a:pt x="225" y="402"/>
                        <a:pt x="1111" y="-174"/>
                        <a:pt x="2043" y="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19" name="Forme libre : forme 24018">
                  <a:extLst>
                    <a:ext uri="{FF2B5EF4-FFF2-40B4-BE49-F238E27FC236}">
                      <a16:creationId xmlns:a16="http://schemas.microsoft.com/office/drawing/2014/main" id="{8C012B91-C27A-4BB5-8579-F9508764311F}"/>
                    </a:ext>
                  </a:extLst>
                </p:cNvPr>
                <p:cNvSpPr/>
                <p:nvPr/>
              </p:nvSpPr>
              <p:spPr>
                <a:xfrm>
                  <a:off x="7613902" y="955161"/>
                  <a:ext cx="33470" cy="25038"/>
                </a:xfrm>
                <a:custGeom>
                  <a:avLst/>
                  <a:gdLst>
                    <a:gd name="connsiteX0" fmla="*/ 15062 w 33470"/>
                    <a:gd name="connsiteY0" fmla="*/ 393 h 25038"/>
                    <a:gd name="connsiteX1" fmla="*/ 29780 w 33470"/>
                    <a:gd name="connsiteY1" fmla="*/ 1678 h 25038"/>
                    <a:gd name="connsiteX2" fmla="*/ 33460 w 33470"/>
                    <a:gd name="connsiteY2" fmla="*/ 5048 h 25038"/>
                    <a:gd name="connsiteX3" fmla="*/ 29825 w 33470"/>
                    <a:gd name="connsiteY3" fmla="*/ 7840 h 25038"/>
                    <a:gd name="connsiteX4" fmla="*/ 15107 w 33470"/>
                    <a:gd name="connsiteY4" fmla="*/ 11963 h 25038"/>
                    <a:gd name="connsiteX5" fmla="*/ 8812 w 33470"/>
                    <a:gd name="connsiteY5" fmla="*/ 20342 h 25038"/>
                    <a:gd name="connsiteX6" fmla="*/ 1542 w 33470"/>
                    <a:gd name="connsiteY6" fmla="*/ 24376 h 25038"/>
                    <a:gd name="connsiteX7" fmla="*/ 744 w 33470"/>
                    <a:gd name="connsiteY7" fmla="*/ 14800 h 25038"/>
                    <a:gd name="connsiteX8" fmla="*/ 5265 w 33470"/>
                    <a:gd name="connsiteY8" fmla="*/ 5757 h 25038"/>
                    <a:gd name="connsiteX9" fmla="*/ 15062 w 33470"/>
                    <a:gd name="connsiteY9" fmla="*/ 393 h 25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470" h="25038">
                      <a:moveTo>
                        <a:pt x="15062" y="393"/>
                      </a:moveTo>
                      <a:cubicBezTo>
                        <a:pt x="19983" y="-538"/>
                        <a:pt x="25037" y="304"/>
                        <a:pt x="29780" y="1678"/>
                      </a:cubicBezTo>
                      <a:cubicBezTo>
                        <a:pt x="31554" y="2166"/>
                        <a:pt x="33637" y="3274"/>
                        <a:pt x="33460" y="5048"/>
                      </a:cubicBezTo>
                      <a:cubicBezTo>
                        <a:pt x="33327" y="6688"/>
                        <a:pt x="31465" y="7486"/>
                        <a:pt x="29825" y="7840"/>
                      </a:cubicBezTo>
                      <a:cubicBezTo>
                        <a:pt x="24815" y="8860"/>
                        <a:pt x="19230" y="8771"/>
                        <a:pt x="15107" y="11963"/>
                      </a:cubicBezTo>
                      <a:cubicBezTo>
                        <a:pt x="13821" y="12939"/>
                        <a:pt x="11294" y="17017"/>
                        <a:pt x="8812" y="20342"/>
                      </a:cubicBezTo>
                      <a:cubicBezTo>
                        <a:pt x="6285" y="23667"/>
                        <a:pt x="3536" y="26326"/>
                        <a:pt x="1542" y="24376"/>
                      </a:cubicBezTo>
                      <a:cubicBezTo>
                        <a:pt x="-453" y="22425"/>
                        <a:pt x="-276" y="18569"/>
                        <a:pt x="744" y="14800"/>
                      </a:cubicBezTo>
                      <a:cubicBezTo>
                        <a:pt x="1852" y="10988"/>
                        <a:pt x="3847" y="7308"/>
                        <a:pt x="5265" y="5757"/>
                      </a:cubicBezTo>
                      <a:cubicBezTo>
                        <a:pt x="7836" y="2875"/>
                        <a:pt x="11383" y="1058"/>
                        <a:pt x="15062" y="393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13" name="Graphique 2">
                <a:extLst>
                  <a:ext uri="{FF2B5EF4-FFF2-40B4-BE49-F238E27FC236}">
                    <a16:creationId xmlns:a16="http://schemas.microsoft.com/office/drawing/2014/main" id="{676D80BD-1D52-40D9-ABEA-EC3140E1EE15}"/>
                  </a:ext>
                </a:extLst>
              </p:cNvPr>
              <p:cNvGrpSpPr/>
              <p:nvPr/>
            </p:nvGrpSpPr>
            <p:grpSpPr>
              <a:xfrm>
                <a:off x="7622141" y="878689"/>
                <a:ext cx="69241" cy="76349"/>
                <a:chOff x="7622141" y="878689"/>
                <a:chExt cx="69241" cy="76349"/>
              </a:xfrm>
              <a:solidFill>
                <a:schemeClr val="accent1"/>
              </a:solidFill>
            </p:grpSpPr>
            <p:sp>
              <p:nvSpPr>
                <p:cNvPr id="23996" name="Forme libre : forme 23995">
                  <a:extLst>
                    <a:ext uri="{FF2B5EF4-FFF2-40B4-BE49-F238E27FC236}">
                      <a16:creationId xmlns:a16="http://schemas.microsoft.com/office/drawing/2014/main" id="{94DA0B08-27C9-4941-A389-5CCABE89E508}"/>
                    </a:ext>
                  </a:extLst>
                </p:cNvPr>
                <p:cNvSpPr/>
                <p:nvPr/>
              </p:nvSpPr>
              <p:spPr>
                <a:xfrm>
                  <a:off x="7622141" y="878689"/>
                  <a:ext cx="69241" cy="76335"/>
                </a:xfrm>
                <a:custGeom>
                  <a:avLst/>
                  <a:gdLst>
                    <a:gd name="connsiteX0" fmla="*/ 67601 w 69241"/>
                    <a:gd name="connsiteY0" fmla="*/ 43394 h 76335"/>
                    <a:gd name="connsiteX1" fmla="*/ 63168 w 69241"/>
                    <a:gd name="connsiteY1" fmla="*/ 52349 h 76335"/>
                    <a:gd name="connsiteX2" fmla="*/ 59134 w 69241"/>
                    <a:gd name="connsiteY2" fmla="*/ 62457 h 76335"/>
                    <a:gd name="connsiteX3" fmla="*/ 55100 w 69241"/>
                    <a:gd name="connsiteY3" fmla="*/ 69150 h 76335"/>
                    <a:gd name="connsiteX4" fmla="*/ 48583 w 69241"/>
                    <a:gd name="connsiteY4" fmla="*/ 73805 h 76335"/>
                    <a:gd name="connsiteX5" fmla="*/ 31870 w 69241"/>
                    <a:gd name="connsiteY5" fmla="*/ 75490 h 76335"/>
                    <a:gd name="connsiteX6" fmla="*/ 15601 w 69241"/>
                    <a:gd name="connsiteY6" fmla="*/ 71012 h 76335"/>
                    <a:gd name="connsiteX7" fmla="*/ 2302 w 69241"/>
                    <a:gd name="connsiteY7" fmla="*/ 60151 h 76335"/>
                    <a:gd name="connsiteX8" fmla="*/ 41 w 69241"/>
                    <a:gd name="connsiteY8" fmla="*/ 51374 h 76335"/>
                    <a:gd name="connsiteX9" fmla="*/ 1326 w 69241"/>
                    <a:gd name="connsiteY9" fmla="*/ 41710 h 76335"/>
                    <a:gd name="connsiteX10" fmla="*/ 6868 w 69241"/>
                    <a:gd name="connsiteY10" fmla="*/ 27612 h 76335"/>
                    <a:gd name="connsiteX11" fmla="*/ 13916 w 69241"/>
                    <a:gd name="connsiteY11" fmla="*/ 13205 h 76335"/>
                    <a:gd name="connsiteX12" fmla="*/ 21541 w 69241"/>
                    <a:gd name="connsiteY12" fmla="*/ 4427 h 76335"/>
                    <a:gd name="connsiteX13" fmla="*/ 30363 w 69241"/>
                    <a:gd name="connsiteY13" fmla="*/ 349 h 76335"/>
                    <a:gd name="connsiteX14" fmla="*/ 47076 w 69241"/>
                    <a:gd name="connsiteY14" fmla="*/ 4738 h 76335"/>
                    <a:gd name="connsiteX15" fmla="*/ 60065 w 69241"/>
                    <a:gd name="connsiteY15" fmla="*/ 15687 h 76335"/>
                    <a:gd name="connsiteX16" fmla="*/ 68621 w 69241"/>
                    <a:gd name="connsiteY16" fmla="*/ 30228 h 76335"/>
                    <a:gd name="connsiteX17" fmla="*/ 69241 w 69241"/>
                    <a:gd name="connsiteY17" fmla="*/ 37587 h 76335"/>
                    <a:gd name="connsiteX18" fmla="*/ 67601 w 69241"/>
                    <a:gd name="connsiteY18" fmla="*/ 43394 h 76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9241" h="76335">
                      <a:moveTo>
                        <a:pt x="67601" y="43394"/>
                      </a:moveTo>
                      <a:lnTo>
                        <a:pt x="63168" y="52349"/>
                      </a:lnTo>
                      <a:lnTo>
                        <a:pt x="59134" y="62457"/>
                      </a:lnTo>
                      <a:cubicBezTo>
                        <a:pt x="58291" y="65028"/>
                        <a:pt x="56917" y="67244"/>
                        <a:pt x="55100" y="69150"/>
                      </a:cubicBezTo>
                      <a:cubicBezTo>
                        <a:pt x="53326" y="71057"/>
                        <a:pt x="51021" y="72564"/>
                        <a:pt x="48583" y="73805"/>
                      </a:cubicBezTo>
                      <a:cubicBezTo>
                        <a:pt x="43707" y="76288"/>
                        <a:pt x="37722" y="77130"/>
                        <a:pt x="31870" y="75490"/>
                      </a:cubicBezTo>
                      <a:lnTo>
                        <a:pt x="15601" y="71012"/>
                      </a:lnTo>
                      <a:cubicBezTo>
                        <a:pt x="9705" y="69416"/>
                        <a:pt x="5050" y="65427"/>
                        <a:pt x="2302" y="60151"/>
                      </a:cubicBezTo>
                      <a:cubicBezTo>
                        <a:pt x="927" y="57536"/>
                        <a:pt x="262" y="54521"/>
                        <a:pt x="41" y="51374"/>
                      </a:cubicBezTo>
                      <a:cubicBezTo>
                        <a:pt x="-137" y="48226"/>
                        <a:pt x="262" y="44946"/>
                        <a:pt x="1326" y="41710"/>
                      </a:cubicBezTo>
                      <a:lnTo>
                        <a:pt x="6868" y="27612"/>
                      </a:lnTo>
                      <a:cubicBezTo>
                        <a:pt x="9040" y="22825"/>
                        <a:pt x="11522" y="17993"/>
                        <a:pt x="13916" y="13205"/>
                      </a:cubicBezTo>
                      <a:cubicBezTo>
                        <a:pt x="16000" y="9747"/>
                        <a:pt x="18704" y="6732"/>
                        <a:pt x="21541" y="4427"/>
                      </a:cubicBezTo>
                      <a:cubicBezTo>
                        <a:pt x="24423" y="1945"/>
                        <a:pt x="27393" y="881"/>
                        <a:pt x="30363" y="349"/>
                      </a:cubicBezTo>
                      <a:cubicBezTo>
                        <a:pt x="36392" y="-759"/>
                        <a:pt x="42421" y="792"/>
                        <a:pt x="47076" y="4738"/>
                      </a:cubicBezTo>
                      <a:lnTo>
                        <a:pt x="60065" y="15687"/>
                      </a:lnTo>
                      <a:cubicBezTo>
                        <a:pt x="64764" y="19677"/>
                        <a:pt x="67557" y="24997"/>
                        <a:pt x="68621" y="30228"/>
                      </a:cubicBezTo>
                      <a:cubicBezTo>
                        <a:pt x="69152" y="32843"/>
                        <a:pt x="69108" y="35548"/>
                        <a:pt x="69241" y="37587"/>
                      </a:cubicBezTo>
                      <a:cubicBezTo>
                        <a:pt x="69241" y="39848"/>
                        <a:pt x="68754" y="41710"/>
                        <a:pt x="67601" y="4339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97" name="Forme libre : forme 23996">
                  <a:extLst>
                    <a:ext uri="{FF2B5EF4-FFF2-40B4-BE49-F238E27FC236}">
                      <a16:creationId xmlns:a16="http://schemas.microsoft.com/office/drawing/2014/main" id="{68761056-DB4C-4CBE-B37C-75422F7FC9A3}"/>
                    </a:ext>
                  </a:extLst>
                </p:cNvPr>
                <p:cNvSpPr/>
                <p:nvPr/>
              </p:nvSpPr>
              <p:spPr>
                <a:xfrm>
                  <a:off x="7646918" y="894155"/>
                  <a:ext cx="44419" cy="60884"/>
                </a:xfrm>
                <a:custGeom>
                  <a:avLst/>
                  <a:gdLst>
                    <a:gd name="connsiteX0" fmla="*/ 16934 w 44419"/>
                    <a:gd name="connsiteY0" fmla="*/ 36130 h 60884"/>
                    <a:gd name="connsiteX1" fmla="*/ 11748 w 44419"/>
                    <a:gd name="connsiteY1" fmla="*/ 49606 h 60884"/>
                    <a:gd name="connsiteX2" fmla="*/ 0 w 44419"/>
                    <a:gd name="connsiteY2" fmla="*/ 58118 h 60884"/>
                    <a:gd name="connsiteX3" fmla="*/ 7049 w 44419"/>
                    <a:gd name="connsiteY3" fmla="*/ 60068 h 60884"/>
                    <a:gd name="connsiteX4" fmla="*/ 23762 w 44419"/>
                    <a:gd name="connsiteY4" fmla="*/ 58384 h 60884"/>
                    <a:gd name="connsiteX5" fmla="*/ 30278 w 44419"/>
                    <a:gd name="connsiteY5" fmla="*/ 53729 h 60884"/>
                    <a:gd name="connsiteX6" fmla="*/ 34312 w 44419"/>
                    <a:gd name="connsiteY6" fmla="*/ 47035 h 60884"/>
                    <a:gd name="connsiteX7" fmla="*/ 38346 w 44419"/>
                    <a:gd name="connsiteY7" fmla="*/ 36928 h 60884"/>
                    <a:gd name="connsiteX8" fmla="*/ 42779 w 44419"/>
                    <a:gd name="connsiteY8" fmla="*/ 27973 h 60884"/>
                    <a:gd name="connsiteX9" fmla="*/ 44420 w 44419"/>
                    <a:gd name="connsiteY9" fmla="*/ 22254 h 60884"/>
                    <a:gd name="connsiteX10" fmla="*/ 43799 w 44419"/>
                    <a:gd name="connsiteY10" fmla="*/ 14895 h 60884"/>
                    <a:gd name="connsiteX11" fmla="*/ 35243 w 44419"/>
                    <a:gd name="connsiteY11" fmla="*/ 355 h 60884"/>
                    <a:gd name="connsiteX12" fmla="*/ 34844 w 44419"/>
                    <a:gd name="connsiteY12" fmla="*/ 0 h 60884"/>
                    <a:gd name="connsiteX13" fmla="*/ 28638 w 44419"/>
                    <a:gd name="connsiteY13" fmla="*/ 8467 h 60884"/>
                    <a:gd name="connsiteX14" fmla="*/ 23230 w 44419"/>
                    <a:gd name="connsiteY14" fmla="*/ 16713 h 60884"/>
                    <a:gd name="connsiteX15" fmla="*/ 19107 w 44419"/>
                    <a:gd name="connsiteY15" fmla="*/ 25978 h 60884"/>
                    <a:gd name="connsiteX16" fmla="*/ 16934 w 44419"/>
                    <a:gd name="connsiteY16" fmla="*/ 36130 h 60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4419" h="60884">
                      <a:moveTo>
                        <a:pt x="16934" y="36130"/>
                      </a:moveTo>
                      <a:cubicBezTo>
                        <a:pt x="16270" y="41051"/>
                        <a:pt x="14762" y="45838"/>
                        <a:pt x="11748" y="49606"/>
                      </a:cubicBezTo>
                      <a:cubicBezTo>
                        <a:pt x="8733" y="53375"/>
                        <a:pt x="4921" y="56478"/>
                        <a:pt x="0" y="58118"/>
                      </a:cubicBezTo>
                      <a:lnTo>
                        <a:pt x="7049" y="60068"/>
                      </a:lnTo>
                      <a:cubicBezTo>
                        <a:pt x="12945" y="61664"/>
                        <a:pt x="18929" y="60822"/>
                        <a:pt x="23762" y="58384"/>
                      </a:cubicBezTo>
                      <a:cubicBezTo>
                        <a:pt x="26200" y="57143"/>
                        <a:pt x="28461" y="55635"/>
                        <a:pt x="30278" y="53729"/>
                      </a:cubicBezTo>
                      <a:cubicBezTo>
                        <a:pt x="32096" y="51823"/>
                        <a:pt x="33470" y="49606"/>
                        <a:pt x="34312" y="47035"/>
                      </a:cubicBezTo>
                      <a:lnTo>
                        <a:pt x="38346" y="36928"/>
                      </a:lnTo>
                      <a:lnTo>
                        <a:pt x="42779" y="27973"/>
                      </a:lnTo>
                      <a:cubicBezTo>
                        <a:pt x="43888" y="26288"/>
                        <a:pt x="44420" y="24426"/>
                        <a:pt x="44420" y="22254"/>
                      </a:cubicBezTo>
                      <a:cubicBezTo>
                        <a:pt x="44287" y="20171"/>
                        <a:pt x="44287" y="17511"/>
                        <a:pt x="43799" y="14895"/>
                      </a:cubicBezTo>
                      <a:cubicBezTo>
                        <a:pt x="42735" y="9708"/>
                        <a:pt x="39942" y="4344"/>
                        <a:pt x="35243" y="355"/>
                      </a:cubicBezTo>
                      <a:lnTo>
                        <a:pt x="34844" y="0"/>
                      </a:lnTo>
                      <a:cubicBezTo>
                        <a:pt x="32849" y="2926"/>
                        <a:pt x="30677" y="5674"/>
                        <a:pt x="28638" y="8467"/>
                      </a:cubicBezTo>
                      <a:cubicBezTo>
                        <a:pt x="26820" y="11216"/>
                        <a:pt x="25003" y="13964"/>
                        <a:pt x="23230" y="16713"/>
                      </a:cubicBezTo>
                      <a:cubicBezTo>
                        <a:pt x="21722" y="19727"/>
                        <a:pt x="20304" y="22830"/>
                        <a:pt x="19107" y="25978"/>
                      </a:cubicBezTo>
                      <a:cubicBezTo>
                        <a:pt x="17954" y="29081"/>
                        <a:pt x="17378" y="32628"/>
                        <a:pt x="16934" y="36130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98" name="Forme libre : forme 23997">
                  <a:extLst>
                    <a:ext uri="{FF2B5EF4-FFF2-40B4-BE49-F238E27FC236}">
                      <a16:creationId xmlns:a16="http://schemas.microsoft.com/office/drawing/2014/main" id="{FD817062-51C5-46F0-B144-D0CC1D2762FE}"/>
                    </a:ext>
                  </a:extLst>
                </p:cNvPr>
                <p:cNvSpPr/>
                <p:nvPr/>
              </p:nvSpPr>
              <p:spPr>
                <a:xfrm>
                  <a:off x="7647941" y="899910"/>
                  <a:ext cx="24918" cy="30396"/>
                </a:xfrm>
                <a:custGeom>
                  <a:avLst/>
                  <a:gdLst>
                    <a:gd name="connsiteX0" fmla="*/ 20256 w 24918"/>
                    <a:gd name="connsiteY0" fmla="*/ 1471 h 30396"/>
                    <a:gd name="connsiteX1" fmla="*/ 24822 w 24918"/>
                    <a:gd name="connsiteY1" fmla="*/ 9628 h 30396"/>
                    <a:gd name="connsiteX2" fmla="*/ 24734 w 24918"/>
                    <a:gd name="connsiteY2" fmla="*/ 14814 h 30396"/>
                    <a:gd name="connsiteX3" fmla="*/ 23049 w 24918"/>
                    <a:gd name="connsiteY3" fmla="*/ 20267 h 30396"/>
                    <a:gd name="connsiteX4" fmla="*/ 19813 w 24918"/>
                    <a:gd name="connsiteY4" fmla="*/ 25055 h 30396"/>
                    <a:gd name="connsiteX5" fmla="*/ 15735 w 24918"/>
                    <a:gd name="connsiteY5" fmla="*/ 28557 h 30396"/>
                    <a:gd name="connsiteX6" fmla="*/ 6381 w 24918"/>
                    <a:gd name="connsiteY6" fmla="*/ 29843 h 30396"/>
                    <a:gd name="connsiteX7" fmla="*/ 440 w 24918"/>
                    <a:gd name="connsiteY7" fmla="*/ 22484 h 30396"/>
                    <a:gd name="connsiteX8" fmla="*/ 86 w 24918"/>
                    <a:gd name="connsiteY8" fmla="*/ 16588 h 30396"/>
                    <a:gd name="connsiteX9" fmla="*/ 2036 w 24918"/>
                    <a:gd name="connsiteY9" fmla="*/ 10160 h 30396"/>
                    <a:gd name="connsiteX10" fmla="*/ 5849 w 24918"/>
                    <a:gd name="connsiteY10" fmla="*/ 4574 h 30396"/>
                    <a:gd name="connsiteX11" fmla="*/ 10725 w 24918"/>
                    <a:gd name="connsiteY11" fmla="*/ 1072 h 30396"/>
                    <a:gd name="connsiteX12" fmla="*/ 20256 w 24918"/>
                    <a:gd name="connsiteY12" fmla="*/ 1471 h 30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918" h="30396">
                      <a:moveTo>
                        <a:pt x="20256" y="1471"/>
                      </a:moveTo>
                      <a:cubicBezTo>
                        <a:pt x="22916" y="3288"/>
                        <a:pt x="24423" y="6347"/>
                        <a:pt x="24822" y="9628"/>
                      </a:cubicBezTo>
                      <a:cubicBezTo>
                        <a:pt x="25000" y="11224"/>
                        <a:pt x="24911" y="12908"/>
                        <a:pt x="24734" y="14814"/>
                      </a:cubicBezTo>
                      <a:cubicBezTo>
                        <a:pt x="24468" y="16632"/>
                        <a:pt x="23936" y="18494"/>
                        <a:pt x="23049" y="20267"/>
                      </a:cubicBezTo>
                      <a:cubicBezTo>
                        <a:pt x="22163" y="22040"/>
                        <a:pt x="20966" y="23592"/>
                        <a:pt x="19813" y="25055"/>
                      </a:cubicBezTo>
                      <a:cubicBezTo>
                        <a:pt x="18616" y="26473"/>
                        <a:pt x="17242" y="27670"/>
                        <a:pt x="15735" y="28557"/>
                      </a:cubicBezTo>
                      <a:cubicBezTo>
                        <a:pt x="12764" y="30330"/>
                        <a:pt x="9395" y="30951"/>
                        <a:pt x="6381" y="29843"/>
                      </a:cubicBezTo>
                      <a:cubicBezTo>
                        <a:pt x="3366" y="28734"/>
                        <a:pt x="1327" y="26075"/>
                        <a:pt x="440" y="22484"/>
                      </a:cubicBezTo>
                      <a:cubicBezTo>
                        <a:pt x="-3" y="20710"/>
                        <a:pt x="-92" y="18716"/>
                        <a:pt x="86" y="16588"/>
                      </a:cubicBezTo>
                      <a:cubicBezTo>
                        <a:pt x="219" y="14460"/>
                        <a:pt x="972" y="12288"/>
                        <a:pt x="2036" y="10160"/>
                      </a:cubicBezTo>
                      <a:cubicBezTo>
                        <a:pt x="3100" y="8032"/>
                        <a:pt x="4386" y="6126"/>
                        <a:pt x="5849" y="4574"/>
                      </a:cubicBezTo>
                      <a:cubicBezTo>
                        <a:pt x="7223" y="2978"/>
                        <a:pt x="8996" y="1825"/>
                        <a:pt x="10725" y="1072"/>
                      </a:cubicBezTo>
                      <a:cubicBezTo>
                        <a:pt x="14227" y="-480"/>
                        <a:pt x="17596" y="-347"/>
                        <a:pt x="20256" y="1471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99" name="Forme libre : forme 23998">
                  <a:extLst>
                    <a:ext uri="{FF2B5EF4-FFF2-40B4-BE49-F238E27FC236}">
                      <a16:creationId xmlns:a16="http://schemas.microsoft.com/office/drawing/2014/main" id="{A9241A3D-0713-4257-BDBD-E06F26C55D05}"/>
                    </a:ext>
                  </a:extLst>
                </p:cNvPr>
                <p:cNvSpPr/>
                <p:nvPr/>
              </p:nvSpPr>
              <p:spPr>
                <a:xfrm>
                  <a:off x="7647982" y="913749"/>
                  <a:ext cx="24780" cy="16512"/>
                </a:xfrm>
                <a:custGeom>
                  <a:avLst/>
                  <a:gdLst>
                    <a:gd name="connsiteX0" fmla="*/ 0 w 24780"/>
                    <a:gd name="connsiteY0" fmla="*/ 5807 h 16512"/>
                    <a:gd name="connsiteX1" fmla="*/ 6339 w 24780"/>
                    <a:gd name="connsiteY1" fmla="*/ 15959 h 16512"/>
                    <a:gd name="connsiteX2" fmla="*/ 15693 w 24780"/>
                    <a:gd name="connsiteY2" fmla="*/ 14674 h 16512"/>
                    <a:gd name="connsiteX3" fmla="*/ 19771 w 24780"/>
                    <a:gd name="connsiteY3" fmla="*/ 11171 h 16512"/>
                    <a:gd name="connsiteX4" fmla="*/ 23008 w 24780"/>
                    <a:gd name="connsiteY4" fmla="*/ 6384 h 16512"/>
                    <a:gd name="connsiteX5" fmla="*/ 24781 w 24780"/>
                    <a:gd name="connsiteY5" fmla="*/ 0 h 16512"/>
                    <a:gd name="connsiteX6" fmla="*/ 22431 w 24780"/>
                    <a:gd name="connsiteY6" fmla="*/ 2882 h 16512"/>
                    <a:gd name="connsiteX7" fmla="*/ 11526 w 24780"/>
                    <a:gd name="connsiteY7" fmla="*/ 7137 h 16512"/>
                    <a:gd name="connsiteX8" fmla="*/ 0 w 24780"/>
                    <a:gd name="connsiteY8" fmla="*/ 5807 h 16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780" h="16512">
                      <a:moveTo>
                        <a:pt x="0" y="5807"/>
                      </a:moveTo>
                      <a:cubicBezTo>
                        <a:pt x="310" y="10728"/>
                        <a:pt x="2571" y="14585"/>
                        <a:pt x="6339" y="15959"/>
                      </a:cubicBezTo>
                      <a:cubicBezTo>
                        <a:pt x="9354" y="17067"/>
                        <a:pt x="12723" y="16447"/>
                        <a:pt x="15693" y="14674"/>
                      </a:cubicBezTo>
                      <a:cubicBezTo>
                        <a:pt x="17200" y="13787"/>
                        <a:pt x="18575" y="12590"/>
                        <a:pt x="19771" y="11171"/>
                      </a:cubicBezTo>
                      <a:cubicBezTo>
                        <a:pt x="20924" y="9664"/>
                        <a:pt x="22121" y="8157"/>
                        <a:pt x="23008" y="6384"/>
                      </a:cubicBezTo>
                      <a:cubicBezTo>
                        <a:pt x="24072" y="4300"/>
                        <a:pt x="24604" y="2128"/>
                        <a:pt x="24781" y="0"/>
                      </a:cubicBezTo>
                      <a:cubicBezTo>
                        <a:pt x="24205" y="1064"/>
                        <a:pt x="23451" y="2039"/>
                        <a:pt x="22431" y="2882"/>
                      </a:cubicBezTo>
                      <a:cubicBezTo>
                        <a:pt x="19461" y="5009"/>
                        <a:pt x="15338" y="6384"/>
                        <a:pt x="11526" y="7137"/>
                      </a:cubicBezTo>
                      <a:cubicBezTo>
                        <a:pt x="7625" y="7802"/>
                        <a:pt x="3502" y="7581"/>
                        <a:pt x="0" y="5807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00" name="Forme libre : forme 23999">
                  <a:extLst>
                    <a:ext uri="{FF2B5EF4-FFF2-40B4-BE49-F238E27FC236}">
                      <a16:creationId xmlns:a16="http://schemas.microsoft.com/office/drawing/2014/main" id="{9B17C935-1DDA-48D9-9B1E-C2802A9873D6}"/>
                    </a:ext>
                  </a:extLst>
                </p:cNvPr>
                <p:cNvSpPr/>
                <p:nvPr/>
              </p:nvSpPr>
              <p:spPr>
                <a:xfrm>
                  <a:off x="7650891" y="899929"/>
                  <a:ext cx="24953" cy="29802"/>
                </a:xfrm>
                <a:custGeom>
                  <a:avLst/>
                  <a:gdLst>
                    <a:gd name="connsiteX0" fmla="*/ 20276 w 24953"/>
                    <a:gd name="connsiteY0" fmla="*/ 1585 h 29802"/>
                    <a:gd name="connsiteX1" fmla="*/ 24842 w 24953"/>
                    <a:gd name="connsiteY1" fmla="*/ 9742 h 29802"/>
                    <a:gd name="connsiteX2" fmla="*/ 24665 w 24953"/>
                    <a:gd name="connsiteY2" fmla="*/ 14707 h 29802"/>
                    <a:gd name="connsiteX3" fmla="*/ 23024 w 24953"/>
                    <a:gd name="connsiteY3" fmla="*/ 20071 h 29802"/>
                    <a:gd name="connsiteX4" fmla="*/ 19744 w 24953"/>
                    <a:gd name="connsiteY4" fmla="*/ 24637 h 29802"/>
                    <a:gd name="connsiteX5" fmla="*/ 15710 w 24953"/>
                    <a:gd name="connsiteY5" fmla="*/ 28051 h 29802"/>
                    <a:gd name="connsiteX6" fmla="*/ 6400 w 24953"/>
                    <a:gd name="connsiteY6" fmla="*/ 29203 h 29802"/>
                    <a:gd name="connsiteX7" fmla="*/ 460 w 24953"/>
                    <a:gd name="connsiteY7" fmla="*/ 21844 h 29802"/>
                    <a:gd name="connsiteX8" fmla="*/ 105 w 24953"/>
                    <a:gd name="connsiteY8" fmla="*/ 15993 h 29802"/>
                    <a:gd name="connsiteX9" fmla="*/ 2144 w 24953"/>
                    <a:gd name="connsiteY9" fmla="*/ 9698 h 29802"/>
                    <a:gd name="connsiteX10" fmla="*/ 5868 w 24953"/>
                    <a:gd name="connsiteY10" fmla="*/ 4245 h 29802"/>
                    <a:gd name="connsiteX11" fmla="*/ 10878 w 24953"/>
                    <a:gd name="connsiteY11" fmla="*/ 920 h 29802"/>
                    <a:gd name="connsiteX12" fmla="*/ 20276 w 24953"/>
                    <a:gd name="connsiteY12" fmla="*/ 1585 h 29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953" h="29802">
                      <a:moveTo>
                        <a:pt x="20276" y="1585"/>
                      </a:moveTo>
                      <a:cubicBezTo>
                        <a:pt x="22891" y="3447"/>
                        <a:pt x="24399" y="6550"/>
                        <a:pt x="24842" y="9742"/>
                      </a:cubicBezTo>
                      <a:cubicBezTo>
                        <a:pt x="25064" y="11382"/>
                        <a:pt x="24931" y="12934"/>
                        <a:pt x="24665" y="14707"/>
                      </a:cubicBezTo>
                      <a:cubicBezTo>
                        <a:pt x="24443" y="16525"/>
                        <a:pt x="23911" y="18342"/>
                        <a:pt x="23024" y="20071"/>
                      </a:cubicBezTo>
                      <a:cubicBezTo>
                        <a:pt x="22182" y="21844"/>
                        <a:pt x="20985" y="23263"/>
                        <a:pt x="19744" y="24637"/>
                      </a:cubicBezTo>
                      <a:cubicBezTo>
                        <a:pt x="18547" y="26056"/>
                        <a:pt x="17173" y="27208"/>
                        <a:pt x="15710" y="28051"/>
                      </a:cubicBezTo>
                      <a:cubicBezTo>
                        <a:pt x="12740" y="29780"/>
                        <a:pt x="9415" y="30356"/>
                        <a:pt x="6400" y="29203"/>
                      </a:cubicBezTo>
                      <a:cubicBezTo>
                        <a:pt x="3386" y="28051"/>
                        <a:pt x="1347" y="25391"/>
                        <a:pt x="460" y="21844"/>
                      </a:cubicBezTo>
                      <a:cubicBezTo>
                        <a:pt x="17" y="20071"/>
                        <a:pt x="-116" y="18076"/>
                        <a:pt x="105" y="15993"/>
                      </a:cubicBezTo>
                      <a:cubicBezTo>
                        <a:pt x="371" y="13909"/>
                        <a:pt x="1125" y="11781"/>
                        <a:pt x="2144" y="9698"/>
                      </a:cubicBezTo>
                      <a:cubicBezTo>
                        <a:pt x="3164" y="7614"/>
                        <a:pt x="4450" y="5752"/>
                        <a:pt x="5868" y="4245"/>
                      </a:cubicBezTo>
                      <a:cubicBezTo>
                        <a:pt x="7331" y="2738"/>
                        <a:pt x="9193" y="1674"/>
                        <a:pt x="10878" y="920"/>
                      </a:cubicBezTo>
                      <a:cubicBezTo>
                        <a:pt x="14335" y="-498"/>
                        <a:pt x="17660" y="-277"/>
                        <a:pt x="20276" y="158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01" name="Forme libre : forme 24000">
                  <a:extLst>
                    <a:ext uri="{FF2B5EF4-FFF2-40B4-BE49-F238E27FC236}">
                      <a16:creationId xmlns:a16="http://schemas.microsoft.com/office/drawing/2014/main" id="{62A5E720-F2D1-4664-9AA4-B3552560A1D8}"/>
                    </a:ext>
                  </a:extLst>
                </p:cNvPr>
                <p:cNvSpPr/>
                <p:nvPr/>
              </p:nvSpPr>
              <p:spPr>
                <a:xfrm>
                  <a:off x="7634098" y="912378"/>
                  <a:ext cx="48300" cy="32819"/>
                </a:xfrm>
                <a:custGeom>
                  <a:avLst/>
                  <a:gdLst>
                    <a:gd name="connsiteX0" fmla="*/ 17386 w 48300"/>
                    <a:gd name="connsiteY0" fmla="*/ 30629 h 32819"/>
                    <a:gd name="connsiteX1" fmla="*/ 27981 w 48300"/>
                    <a:gd name="connsiteY1" fmla="*/ 32802 h 32819"/>
                    <a:gd name="connsiteX2" fmla="*/ 37158 w 48300"/>
                    <a:gd name="connsiteY2" fmla="*/ 29432 h 32819"/>
                    <a:gd name="connsiteX3" fmla="*/ 40748 w 48300"/>
                    <a:gd name="connsiteY3" fmla="*/ 26196 h 32819"/>
                    <a:gd name="connsiteX4" fmla="*/ 43807 w 48300"/>
                    <a:gd name="connsiteY4" fmla="*/ 22694 h 32819"/>
                    <a:gd name="connsiteX5" fmla="*/ 47221 w 48300"/>
                    <a:gd name="connsiteY5" fmla="*/ 16089 h 32819"/>
                    <a:gd name="connsiteX6" fmla="*/ 48196 w 48300"/>
                    <a:gd name="connsiteY6" fmla="*/ 9218 h 32819"/>
                    <a:gd name="connsiteX7" fmla="*/ 46024 w 48300"/>
                    <a:gd name="connsiteY7" fmla="*/ 3632 h 32819"/>
                    <a:gd name="connsiteX8" fmla="*/ 41147 w 48300"/>
                    <a:gd name="connsiteY8" fmla="*/ 174 h 32819"/>
                    <a:gd name="connsiteX9" fmla="*/ 33966 w 48300"/>
                    <a:gd name="connsiteY9" fmla="*/ 2036 h 32819"/>
                    <a:gd name="connsiteX10" fmla="*/ 25543 w 48300"/>
                    <a:gd name="connsiteY10" fmla="*/ 5804 h 32819"/>
                    <a:gd name="connsiteX11" fmla="*/ 16721 w 48300"/>
                    <a:gd name="connsiteY11" fmla="*/ 8952 h 32819"/>
                    <a:gd name="connsiteX12" fmla="*/ 6214 w 48300"/>
                    <a:gd name="connsiteY12" fmla="*/ 12409 h 32819"/>
                    <a:gd name="connsiteX13" fmla="*/ 8 w 48300"/>
                    <a:gd name="connsiteY13" fmla="*/ 20699 h 32819"/>
                    <a:gd name="connsiteX14" fmla="*/ 17386 w 48300"/>
                    <a:gd name="connsiteY14" fmla="*/ 30629 h 32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8300" h="32819">
                      <a:moveTo>
                        <a:pt x="17386" y="30629"/>
                      </a:moveTo>
                      <a:cubicBezTo>
                        <a:pt x="20799" y="31782"/>
                        <a:pt x="24390" y="32979"/>
                        <a:pt x="27981" y="32802"/>
                      </a:cubicBezTo>
                      <a:cubicBezTo>
                        <a:pt x="31439" y="32669"/>
                        <a:pt x="34542" y="31339"/>
                        <a:pt x="37158" y="29432"/>
                      </a:cubicBezTo>
                      <a:cubicBezTo>
                        <a:pt x="38487" y="28502"/>
                        <a:pt x="39684" y="27349"/>
                        <a:pt x="40748" y="26196"/>
                      </a:cubicBezTo>
                      <a:cubicBezTo>
                        <a:pt x="41901" y="25088"/>
                        <a:pt x="42921" y="23891"/>
                        <a:pt x="43807" y="22694"/>
                      </a:cubicBezTo>
                      <a:cubicBezTo>
                        <a:pt x="45270" y="20655"/>
                        <a:pt x="46467" y="18438"/>
                        <a:pt x="47221" y="16089"/>
                      </a:cubicBezTo>
                      <a:cubicBezTo>
                        <a:pt x="48107" y="13961"/>
                        <a:pt x="48506" y="11700"/>
                        <a:pt x="48196" y="9218"/>
                      </a:cubicBezTo>
                      <a:cubicBezTo>
                        <a:pt x="48018" y="7400"/>
                        <a:pt x="47176" y="5228"/>
                        <a:pt x="46024" y="3632"/>
                      </a:cubicBezTo>
                      <a:cubicBezTo>
                        <a:pt x="44871" y="1992"/>
                        <a:pt x="43275" y="617"/>
                        <a:pt x="41147" y="174"/>
                      </a:cubicBezTo>
                      <a:cubicBezTo>
                        <a:pt x="38487" y="-491"/>
                        <a:pt x="36227" y="883"/>
                        <a:pt x="33966" y="2036"/>
                      </a:cubicBezTo>
                      <a:cubicBezTo>
                        <a:pt x="31306" y="3410"/>
                        <a:pt x="28513" y="4651"/>
                        <a:pt x="25543" y="5804"/>
                      </a:cubicBezTo>
                      <a:cubicBezTo>
                        <a:pt x="22617" y="6957"/>
                        <a:pt x="19780" y="8065"/>
                        <a:pt x="16721" y="8952"/>
                      </a:cubicBezTo>
                      <a:cubicBezTo>
                        <a:pt x="14150" y="9705"/>
                        <a:pt x="9894" y="10636"/>
                        <a:pt x="6214" y="12409"/>
                      </a:cubicBezTo>
                      <a:cubicBezTo>
                        <a:pt x="2535" y="14183"/>
                        <a:pt x="-169" y="16842"/>
                        <a:pt x="8" y="20699"/>
                      </a:cubicBezTo>
                      <a:cubicBezTo>
                        <a:pt x="540" y="27526"/>
                        <a:pt x="12642" y="28945"/>
                        <a:pt x="17386" y="3062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02" name="Forme libre : forme 24001">
                  <a:extLst>
                    <a:ext uri="{FF2B5EF4-FFF2-40B4-BE49-F238E27FC236}">
                      <a16:creationId xmlns:a16="http://schemas.microsoft.com/office/drawing/2014/main" id="{0D5A97D7-C72D-45A4-85C2-A96A0B70A9B8}"/>
                    </a:ext>
                  </a:extLst>
                </p:cNvPr>
                <p:cNvSpPr/>
                <p:nvPr/>
              </p:nvSpPr>
              <p:spPr>
                <a:xfrm>
                  <a:off x="7637883" y="917946"/>
                  <a:ext cx="8728" cy="15569"/>
                </a:xfrm>
                <a:custGeom>
                  <a:avLst/>
                  <a:gdLst>
                    <a:gd name="connsiteX0" fmla="*/ 3538 w 8728"/>
                    <a:gd name="connsiteY0" fmla="*/ 13890 h 15569"/>
                    <a:gd name="connsiteX1" fmla="*/ 5622 w 8728"/>
                    <a:gd name="connsiteY1" fmla="*/ 15441 h 15569"/>
                    <a:gd name="connsiteX2" fmla="*/ 8060 w 8728"/>
                    <a:gd name="connsiteY2" fmla="*/ 14909 h 15569"/>
                    <a:gd name="connsiteX3" fmla="*/ 8725 w 8728"/>
                    <a:gd name="connsiteY3" fmla="*/ 12604 h 15569"/>
                    <a:gd name="connsiteX4" fmla="*/ 8547 w 8728"/>
                    <a:gd name="connsiteY4" fmla="*/ 6309 h 15569"/>
                    <a:gd name="connsiteX5" fmla="*/ 7971 w 8728"/>
                    <a:gd name="connsiteY5" fmla="*/ 3782 h 15569"/>
                    <a:gd name="connsiteX6" fmla="*/ 302 w 8728"/>
                    <a:gd name="connsiteY6" fmla="*/ 2763 h 15569"/>
                    <a:gd name="connsiteX7" fmla="*/ 3538 w 8728"/>
                    <a:gd name="connsiteY7" fmla="*/ 13890 h 15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728" h="15569">
                      <a:moveTo>
                        <a:pt x="3538" y="13890"/>
                      </a:moveTo>
                      <a:cubicBezTo>
                        <a:pt x="4114" y="14555"/>
                        <a:pt x="4824" y="15176"/>
                        <a:pt x="5622" y="15441"/>
                      </a:cubicBezTo>
                      <a:cubicBezTo>
                        <a:pt x="6464" y="15707"/>
                        <a:pt x="7439" y="15574"/>
                        <a:pt x="8060" y="14909"/>
                      </a:cubicBezTo>
                      <a:cubicBezTo>
                        <a:pt x="8592" y="14289"/>
                        <a:pt x="8681" y="13447"/>
                        <a:pt x="8725" y="12604"/>
                      </a:cubicBezTo>
                      <a:cubicBezTo>
                        <a:pt x="8725" y="10476"/>
                        <a:pt x="8769" y="8393"/>
                        <a:pt x="8547" y="6309"/>
                      </a:cubicBezTo>
                      <a:cubicBezTo>
                        <a:pt x="8459" y="5423"/>
                        <a:pt x="8326" y="4580"/>
                        <a:pt x="7971" y="3782"/>
                      </a:cubicBezTo>
                      <a:cubicBezTo>
                        <a:pt x="6464" y="458"/>
                        <a:pt x="1543" y="-2247"/>
                        <a:pt x="302" y="2763"/>
                      </a:cubicBezTo>
                      <a:cubicBezTo>
                        <a:pt x="-762" y="6664"/>
                        <a:pt x="1144" y="11230"/>
                        <a:pt x="3538" y="1389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03" name="Forme libre : forme 24002">
                  <a:extLst>
                    <a:ext uri="{FF2B5EF4-FFF2-40B4-BE49-F238E27FC236}">
                      <a16:creationId xmlns:a16="http://schemas.microsoft.com/office/drawing/2014/main" id="{B9F5C4AD-9FA7-4AA5-827E-B2B113180A66}"/>
                    </a:ext>
                  </a:extLst>
                </p:cNvPr>
                <p:cNvSpPr/>
                <p:nvPr/>
              </p:nvSpPr>
              <p:spPr>
                <a:xfrm>
                  <a:off x="7679014" y="894465"/>
                  <a:ext cx="10107" cy="26687"/>
                </a:xfrm>
                <a:custGeom>
                  <a:avLst/>
                  <a:gdLst>
                    <a:gd name="connsiteX0" fmla="*/ 0 w 10107"/>
                    <a:gd name="connsiteY0" fmla="*/ 0 h 26687"/>
                    <a:gd name="connsiteX1" fmla="*/ 6206 w 10107"/>
                    <a:gd name="connsiteY1" fmla="*/ 7581 h 26687"/>
                    <a:gd name="connsiteX2" fmla="*/ 9221 w 10107"/>
                    <a:gd name="connsiteY2" fmla="*/ 16447 h 26687"/>
                    <a:gd name="connsiteX3" fmla="*/ 9753 w 10107"/>
                    <a:gd name="connsiteY3" fmla="*/ 26687 h 26687"/>
                    <a:gd name="connsiteX4" fmla="*/ 8733 w 10107"/>
                    <a:gd name="connsiteY4" fmla="*/ 19195 h 26687"/>
                    <a:gd name="connsiteX5" fmla="*/ 6073 w 10107"/>
                    <a:gd name="connsiteY5" fmla="*/ 10462 h 26687"/>
                    <a:gd name="connsiteX6" fmla="*/ 0 w 10107"/>
                    <a:gd name="connsiteY6" fmla="*/ 0 h 26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07" h="26687">
                      <a:moveTo>
                        <a:pt x="0" y="0"/>
                      </a:moveTo>
                      <a:cubicBezTo>
                        <a:pt x="0" y="0"/>
                        <a:pt x="3546" y="2704"/>
                        <a:pt x="6206" y="7581"/>
                      </a:cubicBezTo>
                      <a:cubicBezTo>
                        <a:pt x="7536" y="10019"/>
                        <a:pt x="8733" y="13033"/>
                        <a:pt x="9221" y="16447"/>
                      </a:cubicBezTo>
                      <a:cubicBezTo>
                        <a:pt x="9930" y="19772"/>
                        <a:pt x="10506" y="23185"/>
                        <a:pt x="9753" y="26687"/>
                      </a:cubicBezTo>
                      <a:cubicBezTo>
                        <a:pt x="9753" y="26687"/>
                        <a:pt x="10019" y="23939"/>
                        <a:pt x="8733" y="19195"/>
                      </a:cubicBezTo>
                      <a:cubicBezTo>
                        <a:pt x="7980" y="16846"/>
                        <a:pt x="7359" y="13787"/>
                        <a:pt x="6073" y="10462"/>
                      </a:cubicBezTo>
                      <a:cubicBezTo>
                        <a:pt x="4788" y="7137"/>
                        <a:pt x="2926" y="3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04" name="Forme libre : forme 24003">
                  <a:extLst>
                    <a:ext uri="{FF2B5EF4-FFF2-40B4-BE49-F238E27FC236}">
                      <a16:creationId xmlns:a16="http://schemas.microsoft.com/office/drawing/2014/main" id="{7A9226D8-DB60-475C-8DC9-DC607F4A4ED7}"/>
                    </a:ext>
                  </a:extLst>
                </p:cNvPr>
                <p:cNvSpPr/>
                <p:nvPr/>
              </p:nvSpPr>
              <p:spPr>
                <a:xfrm>
                  <a:off x="7624667" y="919601"/>
                  <a:ext cx="15157" cy="29347"/>
                </a:xfrm>
                <a:custGeom>
                  <a:avLst/>
                  <a:gdLst>
                    <a:gd name="connsiteX0" fmla="*/ 1016 w 15157"/>
                    <a:gd name="connsiteY0" fmla="*/ 0 h 29347"/>
                    <a:gd name="connsiteX1" fmla="*/ 263 w 15157"/>
                    <a:gd name="connsiteY1" fmla="*/ 3502 h 29347"/>
                    <a:gd name="connsiteX2" fmla="*/ 307 w 15157"/>
                    <a:gd name="connsiteY2" fmla="*/ 11792 h 29347"/>
                    <a:gd name="connsiteX3" fmla="*/ 4252 w 15157"/>
                    <a:gd name="connsiteY3" fmla="*/ 21500 h 29347"/>
                    <a:gd name="connsiteX4" fmla="*/ 15158 w 15157"/>
                    <a:gd name="connsiteY4" fmla="*/ 29347 h 29347"/>
                    <a:gd name="connsiteX5" fmla="*/ 6868 w 15157"/>
                    <a:gd name="connsiteY5" fmla="*/ 22387 h 29347"/>
                    <a:gd name="connsiteX6" fmla="*/ 1814 w 15157"/>
                    <a:gd name="connsiteY6" fmla="*/ 13255 h 29347"/>
                    <a:gd name="connsiteX7" fmla="*/ 1016 w 15157"/>
                    <a:gd name="connsiteY7" fmla="*/ 0 h 29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157" h="29347">
                      <a:moveTo>
                        <a:pt x="1016" y="0"/>
                      </a:moveTo>
                      <a:cubicBezTo>
                        <a:pt x="1016" y="0"/>
                        <a:pt x="484" y="1374"/>
                        <a:pt x="263" y="3502"/>
                      </a:cubicBezTo>
                      <a:cubicBezTo>
                        <a:pt x="-3" y="5630"/>
                        <a:pt x="-181" y="8600"/>
                        <a:pt x="307" y="11792"/>
                      </a:cubicBezTo>
                      <a:cubicBezTo>
                        <a:pt x="795" y="14984"/>
                        <a:pt x="1814" y="18442"/>
                        <a:pt x="4252" y="21500"/>
                      </a:cubicBezTo>
                      <a:cubicBezTo>
                        <a:pt x="6602" y="24604"/>
                        <a:pt x="10104" y="27352"/>
                        <a:pt x="15158" y="29347"/>
                      </a:cubicBezTo>
                      <a:cubicBezTo>
                        <a:pt x="15158" y="29347"/>
                        <a:pt x="10902" y="27131"/>
                        <a:pt x="6868" y="22387"/>
                      </a:cubicBezTo>
                      <a:cubicBezTo>
                        <a:pt x="4784" y="20038"/>
                        <a:pt x="2967" y="16979"/>
                        <a:pt x="1814" y="13255"/>
                      </a:cubicBezTo>
                      <a:cubicBezTo>
                        <a:pt x="706" y="9531"/>
                        <a:pt x="85" y="5142"/>
                        <a:pt x="101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05" name="Forme libre : forme 24004">
                  <a:extLst>
                    <a:ext uri="{FF2B5EF4-FFF2-40B4-BE49-F238E27FC236}">
                      <a16:creationId xmlns:a16="http://schemas.microsoft.com/office/drawing/2014/main" id="{A92E9C60-6A6C-4FBD-BC27-C0BB54CF4711}"/>
                    </a:ext>
                  </a:extLst>
                </p:cNvPr>
                <p:cNvSpPr/>
                <p:nvPr/>
              </p:nvSpPr>
              <p:spPr>
                <a:xfrm>
                  <a:off x="7652064" y="904676"/>
                  <a:ext cx="10423" cy="10507"/>
                </a:xfrm>
                <a:custGeom>
                  <a:avLst/>
                  <a:gdLst>
                    <a:gd name="connsiteX0" fmla="*/ 9794 w 10423"/>
                    <a:gd name="connsiteY0" fmla="*/ 872 h 10507"/>
                    <a:gd name="connsiteX1" fmla="*/ 7888 w 10423"/>
                    <a:gd name="connsiteY1" fmla="*/ 7965 h 10507"/>
                    <a:gd name="connsiteX2" fmla="*/ 706 w 10423"/>
                    <a:gd name="connsiteY2" fmla="*/ 9827 h 10507"/>
                    <a:gd name="connsiteX3" fmla="*/ 2657 w 10423"/>
                    <a:gd name="connsiteY3" fmla="*/ 2513 h 10507"/>
                    <a:gd name="connsiteX4" fmla="*/ 9794 w 10423"/>
                    <a:gd name="connsiteY4" fmla="*/ 872 h 10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3" h="10507">
                      <a:moveTo>
                        <a:pt x="9794" y="872"/>
                      </a:moveTo>
                      <a:cubicBezTo>
                        <a:pt x="11080" y="2424"/>
                        <a:pt x="10370" y="5572"/>
                        <a:pt x="7888" y="7965"/>
                      </a:cubicBezTo>
                      <a:cubicBezTo>
                        <a:pt x="5450" y="10359"/>
                        <a:pt x="2214" y="11246"/>
                        <a:pt x="706" y="9827"/>
                      </a:cubicBezTo>
                      <a:cubicBezTo>
                        <a:pt x="-757" y="8409"/>
                        <a:pt x="130" y="5040"/>
                        <a:pt x="2657" y="2513"/>
                      </a:cubicBezTo>
                      <a:cubicBezTo>
                        <a:pt x="5139" y="-103"/>
                        <a:pt x="8420" y="-723"/>
                        <a:pt x="9794" y="872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06" name="Forme libre : forme 24005">
                  <a:extLst>
                    <a:ext uri="{FF2B5EF4-FFF2-40B4-BE49-F238E27FC236}">
                      <a16:creationId xmlns:a16="http://schemas.microsoft.com/office/drawing/2014/main" id="{1EFA60CC-1732-4E6D-9F4E-AED50D54080E}"/>
                    </a:ext>
                  </a:extLst>
                </p:cNvPr>
                <p:cNvSpPr/>
                <p:nvPr/>
              </p:nvSpPr>
              <p:spPr>
                <a:xfrm>
                  <a:off x="7659324" y="903340"/>
                  <a:ext cx="3411" cy="3333"/>
                </a:xfrm>
                <a:custGeom>
                  <a:avLst/>
                  <a:gdLst>
                    <a:gd name="connsiteX0" fmla="*/ 2622 w 3411"/>
                    <a:gd name="connsiteY0" fmla="*/ 214 h 3333"/>
                    <a:gd name="connsiteX1" fmla="*/ 3154 w 3411"/>
                    <a:gd name="connsiteY1" fmla="*/ 2474 h 3333"/>
                    <a:gd name="connsiteX2" fmla="*/ 893 w 3411"/>
                    <a:gd name="connsiteY2" fmla="*/ 3139 h 3333"/>
                    <a:gd name="connsiteX3" fmla="*/ 273 w 3411"/>
                    <a:gd name="connsiteY3" fmla="*/ 834 h 3333"/>
                    <a:gd name="connsiteX4" fmla="*/ 2622 w 3411"/>
                    <a:gd name="connsiteY4" fmla="*/ 214 h 3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11" h="3333">
                      <a:moveTo>
                        <a:pt x="2622" y="214"/>
                      </a:moveTo>
                      <a:cubicBezTo>
                        <a:pt x="3420" y="701"/>
                        <a:pt x="3642" y="1721"/>
                        <a:pt x="3154" y="2474"/>
                      </a:cubicBezTo>
                      <a:cubicBezTo>
                        <a:pt x="2622" y="3228"/>
                        <a:pt x="1735" y="3583"/>
                        <a:pt x="893" y="3139"/>
                      </a:cubicBezTo>
                      <a:cubicBezTo>
                        <a:pt x="95" y="2696"/>
                        <a:pt x="-304" y="1632"/>
                        <a:pt x="273" y="834"/>
                      </a:cubicBezTo>
                      <a:cubicBezTo>
                        <a:pt x="760" y="36"/>
                        <a:pt x="1824" y="-230"/>
                        <a:pt x="2622" y="2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07" name="Forme libre : forme 24006">
                  <a:extLst>
                    <a:ext uri="{FF2B5EF4-FFF2-40B4-BE49-F238E27FC236}">
                      <a16:creationId xmlns:a16="http://schemas.microsoft.com/office/drawing/2014/main" id="{B68111D9-182B-45D1-AED9-2665FCBD6DB4}"/>
                    </a:ext>
                  </a:extLst>
                </p:cNvPr>
                <p:cNvSpPr/>
                <p:nvPr/>
              </p:nvSpPr>
              <p:spPr>
                <a:xfrm>
                  <a:off x="7636065" y="885069"/>
                  <a:ext cx="38004" cy="22997"/>
                </a:xfrm>
                <a:custGeom>
                  <a:avLst/>
                  <a:gdLst>
                    <a:gd name="connsiteX0" fmla="*/ 22645 w 38004"/>
                    <a:gd name="connsiteY0" fmla="*/ 397 h 22997"/>
                    <a:gd name="connsiteX1" fmla="*/ 35678 w 38004"/>
                    <a:gd name="connsiteY1" fmla="*/ 7446 h 22997"/>
                    <a:gd name="connsiteX2" fmla="*/ 37762 w 38004"/>
                    <a:gd name="connsiteY2" fmla="*/ 12056 h 22997"/>
                    <a:gd name="connsiteX3" fmla="*/ 33329 w 38004"/>
                    <a:gd name="connsiteY3" fmla="*/ 13165 h 22997"/>
                    <a:gd name="connsiteX4" fmla="*/ 17901 w 38004"/>
                    <a:gd name="connsiteY4" fmla="*/ 12189 h 22997"/>
                    <a:gd name="connsiteX5" fmla="*/ 14000 w 38004"/>
                    <a:gd name="connsiteY5" fmla="*/ 14849 h 22997"/>
                    <a:gd name="connsiteX6" fmla="*/ 8991 w 38004"/>
                    <a:gd name="connsiteY6" fmla="*/ 19238 h 22997"/>
                    <a:gd name="connsiteX7" fmla="*/ 568 w 38004"/>
                    <a:gd name="connsiteY7" fmla="*/ 21942 h 22997"/>
                    <a:gd name="connsiteX8" fmla="*/ 2829 w 38004"/>
                    <a:gd name="connsiteY8" fmla="*/ 11258 h 22997"/>
                    <a:gd name="connsiteX9" fmla="*/ 6996 w 38004"/>
                    <a:gd name="connsiteY9" fmla="*/ 5850 h 22997"/>
                    <a:gd name="connsiteX10" fmla="*/ 10941 w 38004"/>
                    <a:gd name="connsiteY10" fmla="*/ 2437 h 22997"/>
                    <a:gd name="connsiteX11" fmla="*/ 16793 w 38004"/>
                    <a:gd name="connsiteY11" fmla="*/ 87 h 22997"/>
                    <a:gd name="connsiteX12" fmla="*/ 22645 w 38004"/>
                    <a:gd name="connsiteY12" fmla="*/ 397 h 22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004" h="22997">
                      <a:moveTo>
                        <a:pt x="22645" y="397"/>
                      </a:moveTo>
                      <a:cubicBezTo>
                        <a:pt x="27566" y="1461"/>
                        <a:pt x="31821" y="4254"/>
                        <a:pt x="35678" y="7446"/>
                      </a:cubicBezTo>
                      <a:cubicBezTo>
                        <a:pt x="37097" y="8643"/>
                        <a:pt x="38604" y="10461"/>
                        <a:pt x="37762" y="12056"/>
                      </a:cubicBezTo>
                      <a:cubicBezTo>
                        <a:pt x="37008" y="13519"/>
                        <a:pt x="34880" y="13431"/>
                        <a:pt x="33329" y="13165"/>
                      </a:cubicBezTo>
                      <a:cubicBezTo>
                        <a:pt x="28364" y="12234"/>
                        <a:pt x="23177" y="10150"/>
                        <a:pt x="17901" y="12189"/>
                      </a:cubicBezTo>
                      <a:cubicBezTo>
                        <a:pt x="17104" y="12500"/>
                        <a:pt x="15641" y="13519"/>
                        <a:pt x="14000" y="14849"/>
                      </a:cubicBezTo>
                      <a:cubicBezTo>
                        <a:pt x="12493" y="16179"/>
                        <a:pt x="10764" y="17819"/>
                        <a:pt x="8991" y="19238"/>
                      </a:cubicBezTo>
                      <a:cubicBezTo>
                        <a:pt x="5489" y="22120"/>
                        <a:pt x="1942" y="24425"/>
                        <a:pt x="568" y="21942"/>
                      </a:cubicBezTo>
                      <a:cubicBezTo>
                        <a:pt x="-850" y="19460"/>
                        <a:pt x="568" y="15204"/>
                        <a:pt x="2829" y="11258"/>
                      </a:cubicBezTo>
                      <a:cubicBezTo>
                        <a:pt x="3849" y="9308"/>
                        <a:pt x="5489" y="7402"/>
                        <a:pt x="6996" y="5850"/>
                      </a:cubicBezTo>
                      <a:cubicBezTo>
                        <a:pt x="8503" y="4299"/>
                        <a:pt x="9922" y="3057"/>
                        <a:pt x="10941" y="2437"/>
                      </a:cubicBezTo>
                      <a:cubicBezTo>
                        <a:pt x="12848" y="1240"/>
                        <a:pt x="14843" y="442"/>
                        <a:pt x="16793" y="87"/>
                      </a:cubicBezTo>
                      <a:cubicBezTo>
                        <a:pt x="18833" y="-90"/>
                        <a:pt x="20827" y="-2"/>
                        <a:pt x="22645" y="39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14" name="Graphique 2">
                <a:extLst>
                  <a:ext uri="{FF2B5EF4-FFF2-40B4-BE49-F238E27FC236}">
                    <a16:creationId xmlns:a16="http://schemas.microsoft.com/office/drawing/2014/main" id="{70C6C1A1-B7C5-4631-8371-2F7E3FAD94A1}"/>
                  </a:ext>
                </a:extLst>
              </p:cNvPr>
              <p:cNvGrpSpPr/>
              <p:nvPr/>
            </p:nvGrpSpPr>
            <p:grpSpPr>
              <a:xfrm>
                <a:off x="7662115" y="828894"/>
                <a:ext cx="78467" cy="71726"/>
                <a:chOff x="7662115" y="828894"/>
                <a:chExt cx="78467" cy="71726"/>
              </a:xfrm>
              <a:solidFill>
                <a:schemeClr val="accent1"/>
              </a:solidFill>
            </p:grpSpPr>
            <p:sp>
              <p:nvSpPr>
                <p:cNvPr id="23984" name="Forme libre : forme 23983">
                  <a:extLst>
                    <a:ext uri="{FF2B5EF4-FFF2-40B4-BE49-F238E27FC236}">
                      <a16:creationId xmlns:a16="http://schemas.microsoft.com/office/drawing/2014/main" id="{A24FEC21-8491-4C6B-81E2-4C3048F899DB}"/>
                    </a:ext>
                  </a:extLst>
                </p:cNvPr>
                <p:cNvSpPr/>
                <p:nvPr/>
              </p:nvSpPr>
              <p:spPr>
                <a:xfrm>
                  <a:off x="7662115" y="828894"/>
                  <a:ext cx="78467" cy="71726"/>
                </a:xfrm>
                <a:custGeom>
                  <a:avLst/>
                  <a:gdLst>
                    <a:gd name="connsiteX0" fmla="*/ 58969 w 78467"/>
                    <a:gd name="connsiteY0" fmla="*/ 61626 h 71726"/>
                    <a:gd name="connsiteX1" fmla="*/ 58880 w 78467"/>
                    <a:gd name="connsiteY1" fmla="*/ 61671 h 71726"/>
                    <a:gd name="connsiteX2" fmla="*/ 58304 w 78467"/>
                    <a:gd name="connsiteY2" fmla="*/ 61892 h 71726"/>
                    <a:gd name="connsiteX3" fmla="*/ 55600 w 78467"/>
                    <a:gd name="connsiteY3" fmla="*/ 63311 h 71726"/>
                    <a:gd name="connsiteX4" fmla="*/ 49039 w 78467"/>
                    <a:gd name="connsiteY4" fmla="*/ 68054 h 71726"/>
                    <a:gd name="connsiteX5" fmla="*/ 43187 w 78467"/>
                    <a:gd name="connsiteY5" fmla="*/ 70980 h 71726"/>
                    <a:gd name="connsiteX6" fmla="*/ 35783 w 78467"/>
                    <a:gd name="connsiteY6" fmla="*/ 71689 h 71726"/>
                    <a:gd name="connsiteX7" fmla="*/ 20090 w 78467"/>
                    <a:gd name="connsiteY7" fmla="*/ 65616 h 71726"/>
                    <a:gd name="connsiteX8" fmla="*/ 7101 w 78467"/>
                    <a:gd name="connsiteY8" fmla="*/ 54666 h 71726"/>
                    <a:gd name="connsiteX9" fmla="*/ 9 w 78467"/>
                    <a:gd name="connsiteY9" fmla="*/ 38840 h 71726"/>
                    <a:gd name="connsiteX10" fmla="*/ 2402 w 78467"/>
                    <a:gd name="connsiteY10" fmla="*/ 29398 h 71726"/>
                    <a:gd name="connsiteX11" fmla="*/ 9274 w 78467"/>
                    <a:gd name="connsiteY11" fmla="*/ 20709 h 71726"/>
                    <a:gd name="connsiteX12" fmla="*/ 23770 w 78467"/>
                    <a:gd name="connsiteY12" fmla="*/ 10202 h 71726"/>
                    <a:gd name="connsiteX13" fmla="*/ 32547 w 78467"/>
                    <a:gd name="connsiteY13" fmla="*/ 5547 h 71726"/>
                    <a:gd name="connsiteX14" fmla="*/ 38000 w 78467"/>
                    <a:gd name="connsiteY14" fmla="*/ 3287 h 71726"/>
                    <a:gd name="connsiteX15" fmla="*/ 44118 w 78467"/>
                    <a:gd name="connsiteY15" fmla="*/ 1336 h 71726"/>
                    <a:gd name="connsiteX16" fmla="*/ 60919 w 78467"/>
                    <a:gd name="connsiteY16" fmla="*/ 760 h 71726"/>
                    <a:gd name="connsiteX17" fmla="*/ 73110 w 78467"/>
                    <a:gd name="connsiteY17" fmla="*/ 6966 h 71726"/>
                    <a:gd name="connsiteX18" fmla="*/ 78253 w 78467"/>
                    <a:gd name="connsiteY18" fmla="*/ 16276 h 71726"/>
                    <a:gd name="connsiteX19" fmla="*/ 76834 w 78467"/>
                    <a:gd name="connsiteY19" fmla="*/ 25275 h 71726"/>
                    <a:gd name="connsiteX20" fmla="*/ 69209 w 78467"/>
                    <a:gd name="connsiteY20" fmla="*/ 40835 h 71726"/>
                    <a:gd name="connsiteX21" fmla="*/ 64554 w 78467"/>
                    <a:gd name="connsiteY21" fmla="*/ 48549 h 71726"/>
                    <a:gd name="connsiteX22" fmla="*/ 60742 w 78467"/>
                    <a:gd name="connsiteY22" fmla="*/ 54977 h 71726"/>
                    <a:gd name="connsiteX23" fmla="*/ 59102 w 78467"/>
                    <a:gd name="connsiteY23" fmla="*/ 59764 h 71726"/>
                    <a:gd name="connsiteX24" fmla="*/ 58969 w 78467"/>
                    <a:gd name="connsiteY24" fmla="*/ 61626 h 71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8467" h="71726">
                      <a:moveTo>
                        <a:pt x="58969" y="61626"/>
                      </a:moveTo>
                      <a:lnTo>
                        <a:pt x="58880" y="61671"/>
                      </a:lnTo>
                      <a:cubicBezTo>
                        <a:pt x="58703" y="61759"/>
                        <a:pt x="58880" y="61582"/>
                        <a:pt x="58304" y="61892"/>
                      </a:cubicBezTo>
                      <a:cubicBezTo>
                        <a:pt x="57506" y="62247"/>
                        <a:pt x="56575" y="62779"/>
                        <a:pt x="55600" y="63311"/>
                      </a:cubicBezTo>
                      <a:cubicBezTo>
                        <a:pt x="53605" y="64508"/>
                        <a:pt x="51344" y="66148"/>
                        <a:pt x="49039" y="68054"/>
                      </a:cubicBezTo>
                      <a:cubicBezTo>
                        <a:pt x="47443" y="69384"/>
                        <a:pt x="45448" y="70359"/>
                        <a:pt x="43187" y="70980"/>
                      </a:cubicBezTo>
                      <a:cubicBezTo>
                        <a:pt x="40926" y="71601"/>
                        <a:pt x="38443" y="71822"/>
                        <a:pt x="35783" y="71689"/>
                      </a:cubicBezTo>
                      <a:cubicBezTo>
                        <a:pt x="30552" y="71379"/>
                        <a:pt x="24789" y="69561"/>
                        <a:pt x="20090" y="65616"/>
                      </a:cubicBezTo>
                      <a:lnTo>
                        <a:pt x="7101" y="54666"/>
                      </a:lnTo>
                      <a:cubicBezTo>
                        <a:pt x="2402" y="50721"/>
                        <a:pt x="-169" y="45046"/>
                        <a:pt x="9" y="38840"/>
                      </a:cubicBezTo>
                      <a:cubicBezTo>
                        <a:pt x="97" y="35737"/>
                        <a:pt x="851" y="32501"/>
                        <a:pt x="2402" y="29398"/>
                      </a:cubicBezTo>
                      <a:cubicBezTo>
                        <a:pt x="3954" y="26294"/>
                        <a:pt x="6215" y="23280"/>
                        <a:pt x="9274" y="20709"/>
                      </a:cubicBezTo>
                      <a:cubicBezTo>
                        <a:pt x="13662" y="17074"/>
                        <a:pt x="18361" y="13483"/>
                        <a:pt x="23770" y="10202"/>
                      </a:cubicBezTo>
                      <a:cubicBezTo>
                        <a:pt x="26563" y="8562"/>
                        <a:pt x="29400" y="7010"/>
                        <a:pt x="32547" y="5547"/>
                      </a:cubicBezTo>
                      <a:cubicBezTo>
                        <a:pt x="33922" y="4838"/>
                        <a:pt x="36138" y="3996"/>
                        <a:pt x="38000" y="3287"/>
                      </a:cubicBezTo>
                      <a:cubicBezTo>
                        <a:pt x="39862" y="2533"/>
                        <a:pt x="42034" y="1912"/>
                        <a:pt x="44118" y="1336"/>
                      </a:cubicBezTo>
                      <a:cubicBezTo>
                        <a:pt x="49969" y="-260"/>
                        <a:pt x="55866" y="-393"/>
                        <a:pt x="60919" y="760"/>
                      </a:cubicBezTo>
                      <a:cubicBezTo>
                        <a:pt x="65973" y="1824"/>
                        <a:pt x="70140" y="4262"/>
                        <a:pt x="73110" y="6966"/>
                      </a:cubicBezTo>
                      <a:cubicBezTo>
                        <a:pt x="76036" y="9848"/>
                        <a:pt x="77721" y="13084"/>
                        <a:pt x="78253" y="16276"/>
                      </a:cubicBezTo>
                      <a:cubicBezTo>
                        <a:pt x="78829" y="19423"/>
                        <a:pt x="78208" y="22526"/>
                        <a:pt x="76834" y="25275"/>
                      </a:cubicBezTo>
                      <a:lnTo>
                        <a:pt x="69209" y="40835"/>
                      </a:lnTo>
                      <a:cubicBezTo>
                        <a:pt x="67791" y="43672"/>
                        <a:pt x="66106" y="46199"/>
                        <a:pt x="64554" y="48549"/>
                      </a:cubicBezTo>
                      <a:cubicBezTo>
                        <a:pt x="63003" y="50854"/>
                        <a:pt x="61628" y="53070"/>
                        <a:pt x="60742" y="54977"/>
                      </a:cubicBezTo>
                      <a:cubicBezTo>
                        <a:pt x="59811" y="56927"/>
                        <a:pt x="59279" y="58567"/>
                        <a:pt x="59102" y="59764"/>
                      </a:cubicBezTo>
                      <a:cubicBezTo>
                        <a:pt x="58836" y="60961"/>
                        <a:pt x="58969" y="61626"/>
                        <a:pt x="58969" y="6162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85" name="Forme libre : forme 23984">
                  <a:extLst>
                    <a:ext uri="{FF2B5EF4-FFF2-40B4-BE49-F238E27FC236}">
                      <a16:creationId xmlns:a16="http://schemas.microsoft.com/office/drawing/2014/main" id="{222FF568-AB11-4AE2-827C-D8AF2BA6A8AB}"/>
                    </a:ext>
                  </a:extLst>
                </p:cNvPr>
                <p:cNvSpPr/>
                <p:nvPr/>
              </p:nvSpPr>
              <p:spPr>
                <a:xfrm>
                  <a:off x="7676575" y="867386"/>
                  <a:ext cx="54926" cy="33189"/>
                </a:xfrm>
                <a:custGeom>
                  <a:avLst/>
                  <a:gdLst>
                    <a:gd name="connsiteX0" fmla="*/ 24692 w 54926"/>
                    <a:gd name="connsiteY0" fmla="*/ 11431 h 33189"/>
                    <a:gd name="connsiteX1" fmla="*/ 14186 w 54926"/>
                    <a:gd name="connsiteY1" fmla="*/ 20119 h 33189"/>
                    <a:gd name="connsiteX2" fmla="*/ 0 w 54926"/>
                    <a:gd name="connsiteY2" fmla="*/ 22336 h 33189"/>
                    <a:gd name="connsiteX3" fmla="*/ 5630 w 54926"/>
                    <a:gd name="connsiteY3" fmla="*/ 27079 h 33189"/>
                    <a:gd name="connsiteX4" fmla="*/ 21323 w 54926"/>
                    <a:gd name="connsiteY4" fmla="*/ 33153 h 33189"/>
                    <a:gd name="connsiteX5" fmla="*/ 28727 w 54926"/>
                    <a:gd name="connsiteY5" fmla="*/ 32443 h 33189"/>
                    <a:gd name="connsiteX6" fmla="*/ 34578 w 54926"/>
                    <a:gd name="connsiteY6" fmla="*/ 29518 h 33189"/>
                    <a:gd name="connsiteX7" fmla="*/ 41139 w 54926"/>
                    <a:gd name="connsiteY7" fmla="*/ 24774 h 33189"/>
                    <a:gd name="connsiteX8" fmla="*/ 43843 w 54926"/>
                    <a:gd name="connsiteY8" fmla="*/ 23356 h 33189"/>
                    <a:gd name="connsiteX9" fmla="*/ 44420 w 54926"/>
                    <a:gd name="connsiteY9" fmla="*/ 23134 h 33189"/>
                    <a:gd name="connsiteX10" fmla="*/ 44508 w 54926"/>
                    <a:gd name="connsiteY10" fmla="*/ 23090 h 33189"/>
                    <a:gd name="connsiteX11" fmla="*/ 44553 w 54926"/>
                    <a:gd name="connsiteY11" fmla="*/ 21272 h 33189"/>
                    <a:gd name="connsiteX12" fmla="*/ 46193 w 54926"/>
                    <a:gd name="connsiteY12" fmla="*/ 16484 h 33189"/>
                    <a:gd name="connsiteX13" fmla="*/ 50005 w 54926"/>
                    <a:gd name="connsiteY13" fmla="*/ 10056 h 33189"/>
                    <a:gd name="connsiteX14" fmla="*/ 54660 w 54926"/>
                    <a:gd name="connsiteY14" fmla="*/ 2343 h 33189"/>
                    <a:gd name="connsiteX15" fmla="*/ 54926 w 54926"/>
                    <a:gd name="connsiteY15" fmla="*/ 1855 h 33189"/>
                    <a:gd name="connsiteX16" fmla="*/ 39233 w 54926"/>
                    <a:gd name="connsiteY16" fmla="*/ 924 h 33189"/>
                    <a:gd name="connsiteX17" fmla="*/ 35465 w 54926"/>
                    <a:gd name="connsiteY17" fmla="*/ 2387 h 33189"/>
                    <a:gd name="connsiteX18" fmla="*/ 31520 w 54926"/>
                    <a:gd name="connsiteY18" fmla="*/ 4692 h 33189"/>
                    <a:gd name="connsiteX19" fmla="*/ 24692 w 54926"/>
                    <a:gd name="connsiteY19" fmla="*/ 11431 h 33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4926" h="33189">
                      <a:moveTo>
                        <a:pt x="24692" y="11431"/>
                      </a:moveTo>
                      <a:cubicBezTo>
                        <a:pt x="21900" y="15243"/>
                        <a:pt x="18353" y="18169"/>
                        <a:pt x="14186" y="20119"/>
                      </a:cubicBezTo>
                      <a:cubicBezTo>
                        <a:pt x="9974" y="22026"/>
                        <a:pt x="5187" y="22957"/>
                        <a:pt x="0" y="22336"/>
                      </a:cubicBezTo>
                      <a:lnTo>
                        <a:pt x="5630" y="27079"/>
                      </a:lnTo>
                      <a:cubicBezTo>
                        <a:pt x="10329" y="31069"/>
                        <a:pt x="16092" y="32887"/>
                        <a:pt x="21323" y="33153"/>
                      </a:cubicBezTo>
                      <a:cubicBezTo>
                        <a:pt x="23939" y="33286"/>
                        <a:pt x="26466" y="33064"/>
                        <a:pt x="28727" y="32443"/>
                      </a:cubicBezTo>
                      <a:cubicBezTo>
                        <a:pt x="30988" y="31867"/>
                        <a:pt x="32938" y="30892"/>
                        <a:pt x="34578" y="29518"/>
                      </a:cubicBezTo>
                      <a:cubicBezTo>
                        <a:pt x="36883" y="27611"/>
                        <a:pt x="39144" y="25971"/>
                        <a:pt x="41139" y="24774"/>
                      </a:cubicBezTo>
                      <a:cubicBezTo>
                        <a:pt x="42114" y="24242"/>
                        <a:pt x="43045" y="23710"/>
                        <a:pt x="43843" y="23356"/>
                      </a:cubicBezTo>
                      <a:cubicBezTo>
                        <a:pt x="44420" y="23045"/>
                        <a:pt x="44242" y="23223"/>
                        <a:pt x="44420" y="23134"/>
                      </a:cubicBezTo>
                      <a:lnTo>
                        <a:pt x="44508" y="23090"/>
                      </a:lnTo>
                      <a:cubicBezTo>
                        <a:pt x="44508" y="23090"/>
                        <a:pt x="44375" y="22469"/>
                        <a:pt x="44553" y="21272"/>
                      </a:cubicBezTo>
                      <a:cubicBezTo>
                        <a:pt x="44730" y="20075"/>
                        <a:pt x="45262" y="18435"/>
                        <a:pt x="46193" y="16484"/>
                      </a:cubicBezTo>
                      <a:cubicBezTo>
                        <a:pt x="47124" y="14578"/>
                        <a:pt x="48498" y="12362"/>
                        <a:pt x="50005" y="10056"/>
                      </a:cubicBezTo>
                      <a:cubicBezTo>
                        <a:pt x="51557" y="7662"/>
                        <a:pt x="53242" y="5180"/>
                        <a:pt x="54660" y="2343"/>
                      </a:cubicBezTo>
                      <a:lnTo>
                        <a:pt x="54926" y="1855"/>
                      </a:lnTo>
                      <a:cubicBezTo>
                        <a:pt x="49828" y="-228"/>
                        <a:pt x="44331" y="-583"/>
                        <a:pt x="39233" y="924"/>
                      </a:cubicBezTo>
                      <a:cubicBezTo>
                        <a:pt x="37992" y="1279"/>
                        <a:pt x="36706" y="1811"/>
                        <a:pt x="35465" y="2387"/>
                      </a:cubicBezTo>
                      <a:cubicBezTo>
                        <a:pt x="34179" y="3052"/>
                        <a:pt x="32805" y="3761"/>
                        <a:pt x="31520" y="4692"/>
                      </a:cubicBezTo>
                      <a:cubicBezTo>
                        <a:pt x="28993" y="6421"/>
                        <a:pt x="26687" y="8726"/>
                        <a:pt x="24692" y="1143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86" name="Forme libre : forme 23985">
                  <a:extLst>
                    <a:ext uri="{FF2B5EF4-FFF2-40B4-BE49-F238E27FC236}">
                      <a16:creationId xmlns:a16="http://schemas.microsoft.com/office/drawing/2014/main" id="{C30B23B0-7903-4C21-9A57-92569705BEB3}"/>
                    </a:ext>
                  </a:extLst>
                </p:cNvPr>
                <p:cNvSpPr/>
                <p:nvPr/>
              </p:nvSpPr>
              <p:spPr>
                <a:xfrm>
                  <a:off x="7691545" y="851965"/>
                  <a:ext cx="29627" cy="25251"/>
                </a:xfrm>
                <a:custGeom>
                  <a:avLst/>
                  <a:gdLst>
                    <a:gd name="connsiteX0" fmla="*/ 29628 w 29627"/>
                    <a:gd name="connsiteY0" fmla="*/ 8410 h 25251"/>
                    <a:gd name="connsiteX1" fmla="*/ 26436 w 29627"/>
                    <a:gd name="connsiteY1" fmla="*/ 17320 h 25251"/>
                    <a:gd name="connsiteX2" fmla="*/ 23820 w 29627"/>
                    <a:gd name="connsiteY2" fmla="*/ 20645 h 25251"/>
                    <a:gd name="connsiteX3" fmla="*/ 20230 w 29627"/>
                    <a:gd name="connsiteY3" fmla="*/ 23216 h 25251"/>
                    <a:gd name="connsiteX4" fmla="*/ 10433 w 29627"/>
                    <a:gd name="connsiteY4" fmla="*/ 25211 h 25251"/>
                    <a:gd name="connsiteX5" fmla="*/ 1921 w 29627"/>
                    <a:gd name="connsiteY5" fmla="*/ 21310 h 25251"/>
                    <a:gd name="connsiteX6" fmla="*/ 724 w 29627"/>
                    <a:gd name="connsiteY6" fmla="*/ 11823 h 25251"/>
                    <a:gd name="connsiteX7" fmla="*/ 9767 w 29627"/>
                    <a:gd name="connsiteY7" fmla="*/ 2248 h 25251"/>
                    <a:gd name="connsiteX8" fmla="*/ 17215 w 29627"/>
                    <a:gd name="connsiteY8" fmla="*/ 76 h 25251"/>
                    <a:gd name="connsiteX9" fmla="*/ 23953 w 29627"/>
                    <a:gd name="connsiteY9" fmla="*/ 874 h 25251"/>
                    <a:gd name="connsiteX10" fmla="*/ 28209 w 29627"/>
                    <a:gd name="connsiteY10" fmla="*/ 3977 h 25251"/>
                    <a:gd name="connsiteX11" fmla="*/ 29628 w 29627"/>
                    <a:gd name="connsiteY11" fmla="*/ 8410 h 25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627" h="25251">
                      <a:moveTo>
                        <a:pt x="29628" y="8410"/>
                      </a:moveTo>
                      <a:cubicBezTo>
                        <a:pt x="29584" y="11690"/>
                        <a:pt x="28032" y="14793"/>
                        <a:pt x="26436" y="17320"/>
                      </a:cubicBezTo>
                      <a:cubicBezTo>
                        <a:pt x="25594" y="18562"/>
                        <a:pt x="24751" y="19714"/>
                        <a:pt x="23820" y="20645"/>
                      </a:cubicBezTo>
                      <a:cubicBezTo>
                        <a:pt x="22890" y="21665"/>
                        <a:pt x="21826" y="22418"/>
                        <a:pt x="20230" y="23216"/>
                      </a:cubicBezTo>
                      <a:cubicBezTo>
                        <a:pt x="17215" y="24724"/>
                        <a:pt x="13757" y="25433"/>
                        <a:pt x="10433" y="25211"/>
                      </a:cubicBezTo>
                      <a:cubicBezTo>
                        <a:pt x="7108" y="24990"/>
                        <a:pt x="3960" y="23837"/>
                        <a:pt x="1921" y="21310"/>
                      </a:cubicBezTo>
                      <a:cubicBezTo>
                        <a:pt x="-118" y="18828"/>
                        <a:pt x="-562" y="15370"/>
                        <a:pt x="724" y="11823"/>
                      </a:cubicBezTo>
                      <a:cubicBezTo>
                        <a:pt x="2010" y="8277"/>
                        <a:pt x="5113" y="4597"/>
                        <a:pt x="9767" y="2248"/>
                      </a:cubicBezTo>
                      <a:cubicBezTo>
                        <a:pt x="12028" y="1095"/>
                        <a:pt x="14733" y="342"/>
                        <a:pt x="17215" y="76"/>
                      </a:cubicBezTo>
                      <a:cubicBezTo>
                        <a:pt x="19786" y="-146"/>
                        <a:pt x="22092" y="120"/>
                        <a:pt x="23953" y="874"/>
                      </a:cubicBezTo>
                      <a:cubicBezTo>
                        <a:pt x="25815" y="1494"/>
                        <a:pt x="27278" y="2735"/>
                        <a:pt x="28209" y="3977"/>
                      </a:cubicBezTo>
                      <a:cubicBezTo>
                        <a:pt x="29184" y="5218"/>
                        <a:pt x="29628" y="6770"/>
                        <a:pt x="29628" y="8410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87" name="Forme libre : forme 23986">
                  <a:extLst>
                    <a:ext uri="{FF2B5EF4-FFF2-40B4-BE49-F238E27FC236}">
                      <a16:creationId xmlns:a16="http://schemas.microsoft.com/office/drawing/2014/main" id="{F25FAB02-B2F7-45A0-8BBC-C0B0924118EC}"/>
                    </a:ext>
                  </a:extLst>
                </p:cNvPr>
                <p:cNvSpPr/>
                <p:nvPr/>
              </p:nvSpPr>
              <p:spPr>
                <a:xfrm>
                  <a:off x="7691548" y="861128"/>
                  <a:ext cx="24260" cy="16075"/>
                </a:xfrm>
                <a:custGeom>
                  <a:avLst/>
                  <a:gdLst>
                    <a:gd name="connsiteX0" fmla="*/ 2006 w 24260"/>
                    <a:gd name="connsiteY0" fmla="*/ 0 h 16075"/>
                    <a:gd name="connsiteX1" fmla="*/ 1917 w 24260"/>
                    <a:gd name="connsiteY1" fmla="*/ 12147 h 16075"/>
                    <a:gd name="connsiteX2" fmla="*/ 10429 w 24260"/>
                    <a:gd name="connsiteY2" fmla="*/ 16048 h 16075"/>
                    <a:gd name="connsiteX3" fmla="*/ 20226 w 24260"/>
                    <a:gd name="connsiteY3" fmla="*/ 14053 h 16075"/>
                    <a:gd name="connsiteX4" fmla="*/ 24260 w 24260"/>
                    <a:gd name="connsiteY4" fmla="*/ 10994 h 16075"/>
                    <a:gd name="connsiteX5" fmla="*/ 21556 w 24260"/>
                    <a:gd name="connsiteY5" fmla="*/ 11127 h 16075"/>
                    <a:gd name="connsiteX6" fmla="*/ 10916 w 24260"/>
                    <a:gd name="connsiteY6" fmla="*/ 7625 h 16075"/>
                    <a:gd name="connsiteX7" fmla="*/ 2006 w 24260"/>
                    <a:gd name="connsiteY7" fmla="*/ 0 h 16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260" h="16075">
                      <a:moveTo>
                        <a:pt x="2006" y="0"/>
                      </a:moveTo>
                      <a:cubicBezTo>
                        <a:pt x="-698" y="4433"/>
                        <a:pt x="-609" y="9088"/>
                        <a:pt x="1917" y="12147"/>
                      </a:cubicBezTo>
                      <a:cubicBezTo>
                        <a:pt x="3956" y="14674"/>
                        <a:pt x="7148" y="15826"/>
                        <a:pt x="10429" y="16048"/>
                      </a:cubicBezTo>
                      <a:cubicBezTo>
                        <a:pt x="13754" y="16225"/>
                        <a:pt x="17211" y="15560"/>
                        <a:pt x="20226" y="14053"/>
                      </a:cubicBezTo>
                      <a:cubicBezTo>
                        <a:pt x="22088" y="13122"/>
                        <a:pt x="23196" y="12191"/>
                        <a:pt x="24260" y="10994"/>
                      </a:cubicBezTo>
                      <a:cubicBezTo>
                        <a:pt x="23462" y="11127"/>
                        <a:pt x="22576" y="11349"/>
                        <a:pt x="21556" y="11127"/>
                      </a:cubicBezTo>
                      <a:cubicBezTo>
                        <a:pt x="18408" y="10551"/>
                        <a:pt x="14507" y="9354"/>
                        <a:pt x="10916" y="7625"/>
                      </a:cubicBezTo>
                      <a:cubicBezTo>
                        <a:pt x="7370" y="5852"/>
                        <a:pt x="3956" y="3414"/>
                        <a:pt x="2006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88" name="Forme libre : forme 23987">
                  <a:extLst>
                    <a:ext uri="{FF2B5EF4-FFF2-40B4-BE49-F238E27FC236}">
                      <a16:creationId xmlns:a16="http://schemas.microsoft.com/office/drawing/2014/main" id="{4B193765-C681-487F-8C09-750F5C202953}"/>
                    </a:ext>
                  </a:extLst>
                </p:cNvPr>
                <p:cNvSpPr/>
                <p:nvPr/>
              </p:nvSpPr>
              <p:spPr>
                <a:xfrm>
                  <a:off x="7694424" y="853925"/>
                  <a:ext cx="28187" cy="24663"/>
                </a:xfrm>
                <a:custGeom>
                  <a:avLst/>
                  <a:gdLst>
                    <a:gd name="connsiteX0" fmla="*/ 28167 w 28187"/>
                    <a:gd name="connsiteY0" fmla="*/ 9065 h 24663"/>
                    <a:gd name="connsiteX1" fmla="*/ 24887 w 28187"/>
                    <a:gd name="connsiteY1" fmla="*/ 17754 h 24663"/>
                    <a:gd name="connsiteX2" fmla="*/ 22537 w 28187"/>
                    <a:gd name="connsiteY2" fmla="*/ 20902 h 24663"/>
                    <a:gd name="connsiteX3" fmla="*/ 21252 w 28187"/>
                    <a:gd name="connsiteY3" fmla="*/ 22099 h 24663"/>
                    <a:gd name="connsiteX4" fmla="*/ 19567 w 28187"/>
                    <a:gd name="connsiteY4" fmla="*/ 23074 h 24663"/>
                    <a:gd name="connsiteX5" fmla="*/ 10213 w 28187"/>
                    <a:gd name="connsiteY5" fmla="*/ 24581 h 24663"/>
                    <a:gd name="connsiteX6" fmla="*/ 1879 w 28187"/>
                    <a:gd name="connsiteY6" fmla="*/ 20458 h 24663"/>
                    <a:gd name="connsiteX7" fmla="*/ 726 w 28187"/>
                    <a:gd name="connsiteY7" fmla="*/ 11016 h 24663"/>
                    <a:gd name="connsiteX8" fmla="*/ 9726 w 28187"/>
                    <a:gd name="connsiteY8" fmla="*/ 1839 h 24663"/>
                    <a:gd name="connsiteX9" fmla="*/ 17040 w 28187"/>
                    <a:gd name="connsiteY9" fmla="*/ 22 h 24663"/>
                    <a:gd name="connsiteX10" fmla="*/ 23291 w 28187"/>
                    <a:gd name="connsiteY10" fmla="*/ 1130 h 24663"/>
                    <a:gd name="connsiteX11" fmla="*/ 28167 w 28187"/>
                    <a:gd name="connsiteY11" fmla="*/ 9065 h 24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187" h="24663">
                      <a:moveTo>
                        <a:pt x="28167" y="9065"/>
                      </a:moveTo>
                      <a:cubicBezTo>
                        <a:pt x="27946" y="12390"/>
                        <a:pt x="26394" y="15360"/>
                        <a:pt x="24887" y="17754"/>
                      </a:cubicBezTo>
                      <a:cubicBezTo>
                        <a:pt x="24133" y="18995"/>
                        <a:pt x="23335" y="20015"/>
                        <a:pt x="22537" y="20902"/>
                      </a:cubicBezTo>
                      <a:cubicBezTo>
                        <a:pt x="22138" y="21345"/>
                        <a:pt x="21739" y="21700"/>
                        <a:pt x="21252" y="22099"/>
                      </a:cubicBezTo>
                      <a:cubicBezTo>
                        <a:pt x="20764" y="22453"/>
                        <a:pt x="20321" y="22675"/>
                        <a:pt x="19567" y="23074"/>
                      </a:cubicBezTo>
                      <a:cubicBezTo>
                        <a:pt x="16774" y="24315"/>
                        <a:pt x="13449" y="24892"/>
                        <a:pt x="10213" y="24581"/>
                      </a:cubicBezTo>
                      <a:cubicBezTo>
                        <a:pt x="6977" y="24226"/>
                        <a:pt x="3874" y="22985"/>
                        <a:pt x="1879" y="20458"/>
                      </a:cubicBezTo>
                      <a:cubicBezTo>
                        <a:pt x="-116" y="17932"/>
                        <a:pt x="-559" y="14474"/>
                        <a:pt x="726" y="11016"/>
                      </a:cubicBezTo>
                      <a:cubicBezTo>
                        <a:pt x="2012" y="7514"/>
                        <a:pt x="5071" y="3967"/>
                        <a:pt x="9726" y="1839"/>
                      </a:cubicBezTo>
                      <a:cubicBezTo>
                        <a:pt x="12031" y="775"/>
                        <a:pt x="14646" y="66"/>
                        <a:pt x="17040" y="22"/>
                      </a:cubicBezTo>
                      <a:cubicBezTo>
                        <a:pt x="19434" y="-111"/>
                        <a:pt x="21606" y="376"/>
                        <a:pt x="23291" y="1130"/>
                      </a:cubicBezTo>
                      <a:cubicBezTo>
                        <a:pt x="26793" y="2726"/>
                        <a:pt x="28389" y="5740"/>
                        <a:pt x="28167" y="906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89" name="Forme libre : forme 23988">
                  <a:extLst>
                    <a:ext uri="{FF2B5EF4-FFF2-40B4-BE49-F238E27FC236}">
                      <a16:creationId xmlns:a16="http://schemas.microsoft.com/office/drawing/2014/main" id="{945DD578-6D55-4E03-8E6C-ED867A2401C3}"/>
                    </a:ext>
                  </a:extLst>
                </p:cNvPr>
                <p:cNvSpPr/>
                <p:nvPr/>
              </p:nvSpPr>
              <p:spPr>
                <a:xfrm>
                  <a:off x="7673403" y="861908"/>
                  <a:ext cx="45247" cy="30215"/>
                </a:xfrm>
                <a:custGeom>
                  <a:avLst/>
                  <a:gdLst>
                    <a:gd name="connsiteX0" fmla="*/ 11330 w 45247"/>
                    <a:gd name="connsiteY0" fmla="*/ 21563 h 30215"/>
                    <a:gd name="connsiteX1" fmla="*/ 19797 w 45247"/>
                    <a:gd name="connsiteY1" fmla="*/ 28434 h 30215"/>
                    <a:gd name="connsiteX2" fmla="*/ 37307 w 45247"/>
                    <a:gd name="connsiteY2" fmla="*/ 28523 h 30215"/>
                    <a:gd name="connsiteX3" fmla="*/ 45110 w 45247"/>
                    <a:gd name="connsiteY3" fmla="*/ 22228 h 30215"/>
                    <a:gd name="connsiteX4" fmla="*/ 45243 w 45247"/>
                    <a:gd name="connsiteY4" fmla="*/ 17396 h 30215"/>
                    <a:gd name="connsiteX5" fmla="*/ 44312 w 45247"/>
                    <a:gd name="connsiteY5" fmla="*/ 11411 h 30215"/>
                    <a:gd name="connsiteX6" fmla="*/ 39258 w 45247"/>
                    <a:gd name="connsiteY6" fmla="*/ 7333 h 30215"/>
                    <a:gd name="connsiteX7" fmla="*/ 21659 w 45247"/>
                    <a:gd name="connsiteY7" fmla="*/ 2412 h 30215"/>
                    <a:gd name="connsiteX8" fmla="*/ 10620 w 45247"/>
                    <a:gd name="connsiteY8" fmla="*/ 18 h 30215"/>
                    <a:gd name="connsiteX9" fmla="*/ 557 w 45247"/>
                    <a:gd name="connsiteY9" fmla="*/ 4628 h 30215"/>
                    <a:gd name="connsiteX10" fmla="*/ 11330 w 45247"/>
                    <a:gd name="connsiteY10" fmla="*/ 21563 h 30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247" h="30215">
                      <a:moveTo>
                        <a:pt x="11330" y="21563"/>
                      </a:moveTo>
                      <a:cubicBezTo>
                        <a:pt x="13856" y="24178"/>
                        <a:pt x="16561" y="26838"/>
                        <a:pt x="19797" y="28434"/>
                      </a:cubicBezTo>
                      <a:cubicBezTo>
                        <a:pt x="26003" y="31360"/>
                        <a:pt x="32653" y="30163"/>
                        <a:pt x="37307" y="28523"/>
                      </a:cubicBezTo>
                      <a:cubicBezTo>
                        <a:pt x="41120" y="27149"/>
                        <a:pt x="44445" y="25375"/>
                        <a:pt x="45110" y="22228"/>
                      </a:cubicBezTo>
                      <a:cubicBezTo>
                        <a:pt x="45287" y="21031"/>
                        <a:pt x="45243" y="19346"/>
                        <a:pt x="45243" y="17396"/>
                      </a:cubicBezTo>
                      <a:cubicBezTo>
                        <a:pt x="45199" y="15445"/>
                        <a:pt x="45154" y="13273"/>
                        <a:pt x="44312" y="11411"/>
                      </a:cubicBezTo>
                      <a:cubicBezTo>
                        <a:pt x="43336" y="9106"/>
                        <a:pt x="41386" y="7998"/>
                        <a:pt x="39258" y="7333"/>
                      </a:cubicBezTo>
                      <a:cubicBezTo>
                        <a:pt x="34116" y="5559"/>
                        <a:pt x="27776" y="4229"/>
                        <a:pt x="21659" y="2412"/>
                      </a:cubicBezTo>
                      <a:cubicBezTo>
                        <a:pt x="18999" y="1658"/>
                        <a:pt x="14832" y="195"/>
                        <a:pt x="10620" y="18"/>
                      </a:cubicBezTo>
                      <a:cubicBezTo>
                        <a:pt x="6453" y="-159"/>
                        <a:pt x="2375" y="949"/>
                        <a:pt x="557" y="4628"/>
                      </a:cubicBezTo>
                      <a:cubicBezTo>
                        <a:pt x="-2502" y="11189"/>
                        <a:pt x="7872" y="17839"/>
                        <a:pt x="11330" y="2156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90" name="Forme libre : forme 23989">
                  <a:extLst>
                    <a:ext uri="{FF2B5EF4-FFF2-40B4-BE49-F238E27FC236}">
                      <a16:creationId xmlns:a16="http://schemas.microsoft.com/office/drawing/2014/main" id="{E9B1A77E-C2F6-48BB-87A9-8AC360C33120}"/>
                    </a:ext>
                  </a:extLst>
                </p:cNvPr>
                <p:cNvSpPr/>
                <p:nvPr/>
              </p:nvSpPr>
              <p:spPr>
                <a:xfrm>
                  <a:off x="7680782" y="855614"/>
                  <a:ext cx="9716" cy="16349"/>
                </a:xfrm>
                <a:custGeom>
                  <a:avLst/>
                  <a:gdLst>
                    <a:gd name="connsiteX0" fmla="*/ 271 w 9716"/>
                    <a:gd name="connsiteY0" fmla="*/ 13139 h 16349"/>
                    <a:gd name="connsiteX1" fmla="*/ 1335 w 9716"/>
                    <a:gd name="connsiteY1" fmla="*/ 15533 h 16349"/>
                    <a:gd name="connsiteX2" fmla="*/ 3773 w 9716"/>
                    <a:gd name="connsiteY2" fmla="*/ 16242 h 16349"/>
                    <a:gd name="connsiteX3" fmla="*/ 5546 w 9716"/>
                    <a:gd name="connsiteY3" fmla="*/ 14558 h 16349"/>
                    <a:gd name="connsiteX4" fmla="*/ 8738 w 9716"/>
                    <a:gd name="connsiteY4" fmla="*/ 8839 h 16349"/>
                    <a:gd name="connsiteX5" fmla="*/ 9625 w 9716"/>
                    <a:gd name="connsiteY5" fmla="*/ 6268 h 16349"/>
                    <a:gd name="connsiteX6" fmla="*/ 8384 w 9716"/>
                    <a:gd name="connsiteY6" fmla="*/ 992 h 16349"/>
                    <a:gd name="connsiteX7" fmla="*/ 3507 w 9716"/>
                    <a:gd name="connsiteY7" fmla="*/ 1436 h 16349"/>
                    <a:gd name="connsiteX8" fmla="*/ 271 w 9716"/>
                    <a:gd name="connsiteY8" fmla="*/ 13139 h 16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16" h="16349">
                      <a:moveTo>
                        <a:pt x="271" y="13139"/>
                      </a:moveTo>
                      <a:cubicBezTo>
                        <a:pt x="448" y="14026"/>
                        <a:pt x="759" y="14912"/>
                        <a:pt x="1335" y="15533"/>
                      </a:cubicBezTo>
                      <a:cubicBezTo>
                        <a:pt x="1911" y="16154"/>
                        <a:pt x="2887" y="16553"/>
                        <a:pt x="3773" y="16242"/>
                      </a:cubicBezTo>
                      <a:cubicBezTo>
                        <a:pt x="4527" y="15976"/>
                        <a:pt x="5103" y="15223"/>
                        <a:pt x="5546" y="14558"/>
                      </a:cubicBezTo>
                      <a:cubicBezTo>
                        <a:pt x="6699" y="12740"/>
                        <a:pt x="7763" y="10834"/>
                        <a:pt x="8738" y="8839"/>
                      </a:cubicBezTo>
                      <a:cubicBezTo>
                        <a:pt x="9137" y="7997"/>
                        <a:pt x="9492" y="7154"/>
                        <a:pt x="9625" y="6268"/>
                      </a:cubicBezTo>
                      <a:cubicBezTo>
                        <a:pt x="9935" y="4450"/>
                        <a:pt x="9448" y="2234"/>
                        <a:pt x="8384" y="992"/>
                      </a:cubicBezTo>
                      <a:cubicBezTo>
                        <a:pt x="7320" y="-249"/>
                        <a:pt x="5502" y="-559"/>
                        <a:pt x="3507" y="1436"/>
                      </a:cubicBezTo>
                      <a:cubicBezTo>
                        <a:pt x="404" y="4495"/>
                        <a:pt x="-527" y="9593"/>
                        <a:pt x="271" y="1313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91" name="Forme libre : forme 23990">
                  <a:extLst>
                    <a:ext uri="{FF2B5EF4-FFF2-40B4-BE49-F238E27FC236}">
                      <a16:creationId xmlns:a16="http://schemas.microsoft.com/office/drawing/2014/main" id="{D5F1E00C-5BA6-475D-8A7C-C94E5709AF08}"/>
                    </a:ext>
                  </a:extLst>
                </p:cNvPr>
                <p:cNvSpPr/>
                <p:nvPr/>
              </p:nvSpPr>
              <p:spPr>
                <a:xfrm>
                  <a:off x="7720818" y="866714"/>
                  <a:ext cx="10062" cy="22520"/>
                </a:xfrm>
                <a:custGeom>
                  <a:avLst/>
                  <a:gdLst>
                    <a:gd name="connsiteX0" fmla="*/ 10063 w 10062"/>
                    <a:gd name="connsiteY0" fmla="*/ 0 h 22520"/>
                    <a:gd name="connsiteX1" fmla="*/ 8822 w 10062"/>
                    <a:gd name="connsiteY1" fmla="*/ 2704 h 22520"/>
                    <a:gd name="connsiteX2" fmla="*/ 5319 w 10062"/>
                    <a:gd name="connsiteY2" fmla="*/ 8866 h 22520"/>
                    <a:gd name="connsiteX3" fmla="*/ 1419 w 10062"/>
                    <a:gd name="connsiteY3" fmla="*/ 16269 h 22520"/>
                    <a:gd name="connsiteX4" fmla="*/ 44 w 10062"/>
                    <a:gd name="connsiteY4" fmla="*/ 22520 h 22520"/>
                    <a:gd name="connsiteX5" fmla="*/ 0 w 10062"/>
                    <a:gd name="connsiteY5" fmla="*/ 21368 h 22520"/>
                    <a:gd name="connsiteX6" fmla="*/ 620 w 10062"/>
                    <a:gd name="connsiteY6" fmla="*/ 17378 h 22520"/>
                    <a:gd name="connsiteX7" fmla="*/ 3768 w 10062"/>
                    <a:gd name="connsiteY7" fmla="*/ 10196 h 22520"/>
                    <a:gd name="connsiteX8" fmla="*/ 10063 w 10062"/>
                    <a:gd name="connsiteY8" fmla="*/ 0 h 2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062" h="22520">
                      <a:moveTo>
                        <a:pt x="10063" y="0"/>
                      </a:moveTo>
                      <a:cubicBezTo>
                        <a:pt x="10063" y="0"/>
                        <a:pt x="9664" y="1064"/>
                        <a:pt x="8822" y="2704"/>
                      </a:cubicBezTo>
                      <a:cubicBezTo>
                        <a:pt x="7980" y="4344"/>
                        <a:pt x="6738" y="6428"/>
                        <a:pt x="5319" y="8866"/>
                      </a:cubicBezTo>
                      <a:cubicBezTo>
                        <a:pt x="3901" y="11216"/>
                        <a:pt x="2438" y="13787"/>
                        <a:pt x="1419" y="16269"/>
                      </a:cubicBezTo>
                      <a:cubicBezTo>
                        <a:pt x="354" y="18708"/>
                        <a:pt x="-89" y="21057"/>
                        <a:pt x="44" y="22520"/>
                      </a:cubicBezTo>
                      <a:cubicBezTo>
                        <a:pt x="44" y="22520"/>
                        <a:pt x="0" y="22165"/>
                        <a:pt x="0" y="21368"/>
                      </a:cubicBezTo>
                      <a:cubicBezTo>
                        <a:pt x="0" y="20570"/>
                        <a:pt x="88" y="19240"/>
                        <a:pt x="620" y="17378"/>
                      </a:cubicBezTo>
                      <a:cubicBezTo>
                        <a:pt x="1153" y="15516"/>
                        <a:pt x="2128" y="13122"/>
                        <a:pt x="3768" y="10196"/>
                      </a:cubicBezTo>
                      <a:cubicBezTo>
                        <a:pt x="5275" y="7359"/>
                        <a:pt x="7580" y="3945"/>
                        <a:pt x="100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92" name="Forme libre : forme 23991">
                  <a:extLst>
                    <a:ext uri="{FF2B5EF4-FFF2-40B4-BE49-F238E27FC236}">
                      <a16:creationId xmlns:a16="http://schemas.microsoft.com/office/drawing/2014/main" id="{18C0106C-F971-4359-B89C-2982589ED67A}"/>
                    </a:ext>
                  </a:extLst>
                </p:cNvPr>
                <p:cNvSpPr/>
                <p:nvPr/>
              </p:nvSpPr>
              <p:spPr>
                <a:xfrm>
                  <a:off x="7664917" y="849824"/>
                  <a:ext cx="8953" cy="33868"/>
                </a:xfrm>
                <a:custGeom>
                  <a:avLst/>
                  <a:gdLst>
                    <a:gd name="connsiteX0" fmla="*/ 8954 w 8953"/>
                    <a:gd name="connsiteY0" fmla="*/ 0 h 33868"/>
                    <a:gd name="connsiteX1" fmla="*/ 1506 w 8953"/>
                    <a:gd name="connsiteY1" fmla="*/ 10905 h 33868"/>
                    <a:gd name="connsiteX2" fmla="*/ 6604 w 8953"/>
                    <a:gd name="connsiteY2" fmla="*/ 33869 h 33868"/>
                    <a:gd name="connsiteX3" fmla="*/ 2215 w 8953"/>
                    <a:gd name="connsiteY3" fmla="*/ 23850 h 33868"/>
                    <a:gd name="connsiteX4" fmla="*/ 2127 w 8953"/>
                    <a:gd name="connsiteY4" fmla="*/ 12989 h 33868"/>
                    <a:gd name="connsiteX5" fmla="*/ 8954 w 8953"/>
                    <a:gd name="connsiteY5" fmla="*/ 0 h 33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953" h="33868">
                      <a:moveTo>
                        <a:pt x="8954" y="0"/>
                      </a:moveTo>
                      <a:cubicBezTo>
                        <a:pt x="8954" y="0"/>
                        <a:pt x="3989" y="4344"/>
                        <a:pt x="1506" y="10905"/>
                      </a:cubicBezTo>
                      <a:cubicBezTo>
                        <a:pt x="-1065" y="17466"/>
                        <a:pt x="-932" y="25978"/>
                        <a:pt x="6604" y="33869"/>
                      </a:cubicBezTo>
                      <a:cubicBezTo>
                        <a:pt x="6604" y="33869"/>
                        <a:pt x="3634" y="30012"/>
                        <a:pt x="2215" y="23850"/>
                      </a:cubicBezTo>
                      <a:cubicBezTo>
                        <a:pt x="1551" y="20791"/>
                        <a:pt x="1240" y="17067"/>
                        <a:pt x="2127" y="12989"/>
                      </a:cubicBezTo>
                      <a:cubicBezTo>
                        <a:pt x="2925" y="8911"/>
                        <a:pt x="5008" y="4477"/>
                        <a:pt x="89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93" name="Forme libre : forme 23992">
                  <a:extLst>
                    <a:ext uri="{FF2B5EF4-FFF2-40B4-BE49-F238E27FC236}">
                      <a16:creationId xmlns:a16="http://schemas.microsoft.com/office/drawing/2014/main" id="{FF8B5EA2-4E35-4123-A731-A6C6ABE5A843}"/>
                    </a:ext>
                  </a:extLst>
                </p:cNvPr>
                <p:cNvSpPr/>
                <p:nvPr/>
              </p:nvSpPr>
              <p:spPr>
                <a:xfrm>
                  <a:off x="7700757" y="854693"/>
                  <a:ext cx="13301" cy="7730"/>
                </a:xfrm>
                <a:custGeom>
                  <a:avLst/>
                  <a:gdLst>
                    <a:gd name="connsiteX0" fmla="*/ 13278 w 13301"/>
                    <a:gd name="connsiteY0" fmla="*/ 3731 h 7730"/>
                    <a:gd name="connsiteX1" fmla="*/ 6939 w 13301"/>
                    <a:gd name="connsiteY1" fmla="*/ 7676 h 7730"/>
                    <a:gd name="connsiteX2" fmla="*/ 24 w 13301"/>
                    <a:gd name="connsiteY2" fmla="*/ 4883 h 7730"/>
                    <a:gd name="connsiteX3" fmla="*/ 6629 w 13301"/>
                    <a:gd name="connsiteY3" fmla="*/ 51 h 7730"/>
                    <a:gd name="connsiteX4" fmla="*/ 13278 w 13301"/>
                    <a:gd name="connsiteY4" fmla="*/ 3731 h 7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01" h="7730">
                      <a:moveTo>
                        <a:pt x="13278" y="3731"/>
                      </a:moveTo>
                      <a:cubicBezTo>
                        <a:pt x="12968" y="5859"/>
                        <a:pt x="10308" y="7366"/>
                        <a:pt x="6939" y="7676"/>
                      </a:cubicBezTo>
                      <a:cubicBezTo>
                        <a:pt x="3526" y="7987"/>
                        <a:pt x="378" y="6967"/>
                        <a:pt x="24" y="4883"/>
                      </a:cubicBezTo>
                      <a:cubicBezTo>
                        <a:pt x="-287" y="2800"/>
                        <a:pt x="2506" y="450"/>
                        <a:pt x="6629" y="51"/>
                      </a:cubicBezTo>
                      <a:cubicBezTo>
                        <a:pt x="10752" y="-348"/>
                        <a:pt x="13589" y="1647"/>
                        <a:pt x="13278" y="373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94" name="Forme libre : forme 23993">
                  <a:extLst>
                    <a:ext uri="{FF2B5EF4-FFF2-40B4-BE49-F238E27FC236}">
                      <a16:creationId xmlns:a16="http://schemas.microsoft.com/office/drawing/2014/main" id="{E9C16E81-E832-49DE-96AF-749153DE3F87}"/>
                    </a:ext>
                  </a:extLst>
                </p:cNvPr>
                <p:cNvSpPr/>
                <p:nvPr/>
              </p:nvSpPr>
              <p:spPr>
                <a:xfrm>
                  <a:off x="7712112" y="855747"/>
                  <a:ext cx="3537" cy="3415"/>
                </a:xfrm>
                <a:custGeom>
                  <a:avLst/>
                  <a:gdLst>
                    <a:gd name="connsiteX0" fmla="*/ 3519 w 3537"/>
                    <a:gd name="connsiteY0" fmla="*/ 1303 h 3415"/>
                    <a:gd name="connsiteX1" fmla="*/ 2145 w 3537"/>
                    <a:gd name="connsiteY1" fmla="*/ 3343 h 3415"/>
                    <a:gd name="connsiteX2" fmla="*/ 62 w 3537"/>
                    <a:gd name="connsiteY2" fmla="*/ 2234 h 3415"/>
                    <a:gd name="connsiteX3" fmla="*/ 1436 w 3537"/>
                    <a:gd name="connsiteY3" fmla="*/ 62 h 3415"/>
                    <a:gd name="connsiteX4" fmla="*/ 3519 w 3537"/>
                    <a:gd name="connsiteY4" fmla="*/ 1303 h 3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37" h="3415">
                      <a:moveTo>
                        <a:pt x="3519" y="1303"/>
                      </a:moveTo>
                      <a:cubicBezTo>
                        <a:pt x="3652" y="2234"/>
                        <a:pt x="3032" y="3121"/>
                        <a:pt x="2145" y="3343"/>
                      </a:cubicBezTo>
                      <a:cubicBezTo>
                        <a:pt x="1259" y="3609"/>
                        <a:pt x="328" y="3121"/>
                        <a:pt x="62" y="2234"/>
                      </a:cubicBezTo>
                      <a:cubicBezTo>
                        <a:pt x="-204" y="1348"/>
                        <a:pt x="416" y="372"/>
                        <a:pt x="1436" y="62"/>
                      </a:cubicBezTo>
                      <a:cubicBezTo>
                        <a:pt x="2411" y="-204"/>
                        <a:pt x="3386" y="417"/>
                        <a:pt x="3519" y="1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95" name="Forme libre : forme 23994">
                  <a:extLst>
                    <a:ext uri="{FF2B5EF4-FFF2-40B4-BE49-F238E27FC236}">
                      <a16:creationId xmlns:a16="http://schemas.microsoft.com/office/drawing/2014/main" id="{038CC1C1-C481-4E86-B2A9-FB3F796B33B9}"/>
                    </a:ext>
                  </a:extLst>
                </p:cNvPr>
                <p:cNvSpPr/>
                <p:nvPr/>
              </p:nvSpPr>
              <p:spPr>
                <a:xfrm>
                  <a:off x="7692049" y="834184"/>
                  <a:ext cx="40352" cy="28850"/>
                </a:xfrm>
                <a:custGeom>
                  <a:avLst/>
                  <a:gdLst>
                    <a:gd name="connsiteX0" fmla="*/ 39364 w 40352"/>
                    <a:gd name="connsiteY0" fmla="*/ 9965 h 28850"/>
                    <a:gd name="connsiteX1" fmla="*/ 38522 w 40352"/>
                    <a:gd name="connsiteY1" fmla="*/ 24905 h 28850"/>
                    <a:gd name="connsiteX2" fmla="*/ 35153 w 40352"/>
                    <a:gd name="connsiteY2" fmla="*/ 28850 h 28850"/>
                    <a:gd name="connsiteX3" fmla="*/ 32315 w 40352"/>
                    <a:gd name="connsiteY3" fmla="*/ 25481 h 28850"/>
                    <a:gd name="connsiteX4" fmla="*/ 23494 w 40352"/>
                    <a:gd name="connsiteY4" fmla="*/ 12492 h 28850"/>
                    <a:gd name="connsiteX5" fmla="*/ 17908 w 40352"/>
                    <a:gd name="connsiteY5" fmla="*/ 11827 h 28850"/>
                    <a:gd name="connsiteX6" fmla="*/ 9308 w 40352"/>
                    <a:gd name="connsiteY6" fmla="*/ 12226 h 28850"/>
                    <a:gd name="connsiteX7" fmla="*/ 42 w 40352"/>
                    <a:gd name="connsiteY7" fmla="*/ 9699 h 28850"/>
                    <a:gd name="connsiteX8" fmla="*/ 11568 w 40352"/>
                    <a:gd name="connsiteY8" fmla="*/ 1543 h 28850"/>
                    <a:gd name="connsiteX9" fmla="*/ 28459 w 40352"/>
                    <a:gd name="connsiteY9" fmla="*/ 700 h 28850"/>
                    <a:gd name="connsiteX10" fmla="*/ 39364 w 40352"/>
                    <a:gd name="connsiteY10" fmla="*/ 9965 h 28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352" h="28850">
                      <a:moveTo>
                        <a:pt x="39364" y="9965"/>
                      </a:moveTo>
                      <a:cubicBezTo>
                        <a:pt x="41314" y="14975"/>
                        <a:pt x="40029" y="20206"/>
                        <a:pt x="38522" y="24905"/>
                      </a:cubicBezTo>
                      <a:cubicBezTo>
                        <a:pt x="37901" y="26723"/>
                        <a:pt x="36793" y="28762"/>
                        <a:pt x="35153" y="28850"/>
                      </a:cubicBezTo>
                      <a:cubicBezTo>
                        <a:pt x="33734" y="28806"/>
                        <a:pt x="32892" y="27122"/>
                        <a:pt x="32315" y="25481"/>
                      </a:cubicBezTo>
                      <a:cubicBezTo>
                        <a:pt x="30631" y="20694"/>
                        <a:pt x="29389" y="15019"/>
                        <a:pt x="23494" y="12492"/>
                      </a:cubicBezTo>
                      <a:cubicBezTo>
                        <a:pt x="22607" y="12182"/>
                        <a:pt x="20523" y="11783"/>
                        <a:pt x="17908" y="11827"/>
                      </a:cubicBezTo>
                      <a:cubicBezTo>
                        <a:pt x="15292" y="11783"/>
                        <a:pt x="12233" y="12005"/>
                        <a:pt x="9308" y="12226"/>
                      </a:cubicBezTo>
                      <a:cubicBezTo>
                        <a:pt x="4077" y="12537"/>
                        <a:pt x="-490" y="12758"/>
                        <a:pt x="42" y="9699"/>
                      </a:cubicBezTo>
                      <a:cubicBezTo>
                        <a:pt x="663" y="6596"/>
                        <a:pt x="4741" y="3670"/>
                        <a:pt x="11568" y="1543"/>
                      </a:cubicBezTo>
                      <a:cubicBezTo>
                        <a:pt x="18263" y="-541"/>
                        <a:pt x="25400" y="-186"/>
                        <a:pt x="28459" y="700"/>
                      </a:cubicBezTo>
                      <a:cubicBezTo>
                        <a:pt x="34310" y="2429"/>
                        <a:pt x="37945" y="6153"/>
                        <a:pt x="39364" y="996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15" name="Graphique 2">
                <a:extLst>
                  <a:ext uri="{FF2B5EF4-FFF2-40B4-BE49-F238E27FC236}">
                    <a16:creationId xmlns:a16="http://schemas.microsoft.com/office/drawing/2014/main" id="{378D04DA-4CF0-4FC0-A686-4D3ED85EECEC}"/>
                  </a:ext>
                </a:extLst>
              </p:cNvPr>
              <p:cNvGrpSpPr/>
              <p:nvPr/>
            </p:nvGrpSpPr>
            <p:grpSpPr>
              <a:xfrm>
                <a:off x="7721602" y="845991"/>
                <a:ext cx="67237" cy="81512"/>
                <a:chOff x="7721602" y="845991"/>
                <a:chExt cx="67237" cy="81512"/>
              </a:xfrm>
              <a:solidFill>
                <a:schemeClr val="accent1"/>
              </a:solidFill>
            </p:grpSpPr>
            <p:sp>
              <p:nvSpPr>
                <p:cNvPr id="23972" name="Forme libre : forme 23971">
                  <a:extLst>
                    <a:ext uri="{FF2B5EF4-FFF2-40B4-BE49-F238E27FC236}">
                      <a16:creationId xmlns:a16="http://schemas.microsoft.com/office/drawing/2014/main" id="{72EC5864-849C-43BE-905F-2E6620696FCC}"/>
                    </a:ext>
                  </a:extLst>
                </p:cNvPr>
                <p:cNvSpPr/>
                <p:nvPr/>
              </p:nvSpPr>
              <p:spPr>
                <a:xfrm>
                  <a:off x="7721678" y="845991"/>
                  <a:ext cx="67160" cy="81493"/>
                </a:xfrm>
                <a:custGeom>
                  <a:avLst/>
                  <a:gdLst>
                    <a:gd name="connsiteX0" fmla="*/ 5967 w 67160"/>
                    <a:gd name="connsiteY0" fmla="*/ 64433 h 81493"/>
                    <a:gd name="connsiteX1" fmla="*/ 4371 w 67160"/>
                    <a:gd name="connsiteY1" fmla="*/ 57917 h 81493"/>
                    <a:gd name="connsiteX2" fmla="*/ 3129 w 67160"/>
                    <a:gd name="connsiteY2" fmla="*/ 53306 h 81493"/>
                    <a:gd name="connsiteX3" fmla="*/ 425 w 67160"/>
                    <a:gd name="connsiteY3" fmla="*/ 46213 h 81493"/>
                    <a:gd name="connsiteX4" fmla="*/ 868 w 67160"/>
                    <a:gd name="connsiteY4" fmla="*/ 43376 h 81493"/>
                    <a:gd name="connsiteX5" fmla="*/ 3617 w 67160"/>
                    <a:gd name="connsiteY5" fmla="*/ 39209 h 81493"/>
                    <a:gd name="connsiteX6" fmla="*/ 9690 w 67160"/>
                    <a:gd name="connsiteY6" fmla="*/ 23737 h 81493"/>
                    <a:gd name="connsiteX7" fmla="*/ 17315 w 67160"/>
                    <a:gd name="connsiteY7" fmla="*/ 8177 h 81493"/>
                    <a:gd name="connsiteX8" fmla="*/ 23522 w 67160"/>
                    <a:gd name="connsiteY8" fmla="*/ 1661 h 81493"/>
                    <a:gd name="connsiteX9" fmla="*/ 33895 w 67160"/>
                    <a:gd name="connsiteY9" fmla="*/ 286 h 81493"/>
                    <a:gd name="connsiteX10" fmla="*/ 46308 w 67160"/>
                    <a:gd name="connsiteY10" fmla="*/ 6227 h 81493"/>
                    <a:gd name="connsiteX11" fmla="*/ 55883 w 67160"/>
                    <a:gd name="connsiteY11" fmla="*/ 17886 h 81493"/>
                    <a:gd name="connsiteX12" fmla="*/ 62754 w 67160"/>
                    <a:gd name="connsiteY12" fmla="*/ 34997 h 81493"/>
                    <a:gd name="connsiteX13" fmla="*/ 64971 w 67160"/>
                    <a:gd name="connsiteY13" fmla="*/ 42933 h 81493"/>
                    <a:gd name="connsiteX14" fmla="*/ 66522 w 67160"/>
                    <a:gd name="connsiteY14" fmla="*/ 49050 h 81493"/>
                    <a:gd name="connsiteX15" fmla="*/ 50342 w 67160"/>
                    <a:gd name="connsiteY15" fmla="*/ 75693 h 81493"/>
                    <a:gd name="connsiteX16" fmla="*/ 33806 w 67160"/>
                    <a:gd name="connsiteY16" fmla="*/ 80570 h 81493"/>
                    <a:gd name="connsiteX17" fmla="*/ 5967 w 67160"/>
                    <a:gd name="connsiteY17" fmla="*/ 64433 h 81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160" h="81493">
                      <a:moveTo>
                        <a:pt x="5967" y="64433"/>
                      </a:moveTo>
                      <a:lnTo>
                        <a:pt x="4371" y="57917"/>
                      </a:lnTo>
                      <a:cubicBezTo>
                        <a:pt x="3883" y="56055"/>
                        <a:pt x="3573" y="54813"/>
                        <a:pt x="3129" y="53306"/>
                      </a:cubicBezTo>
                      <a:cubicBezTo>
                        <a:pt x="2287" y="50469"/>
                        <a:pt x="1312" y="48119"/>
                        <a:pt x="425" y="46213"/>
                      </a:cubicBezTo>
                      <a:cubicBezTo>
                        <a:pt x="-328" y="44795"/>
                        <a:pt x="-18" y="44174"/>
                        <a:pt x="868" y="43376"/>
                      </a:cubicBezTo>
                      <a:cubicBezTo>
                        <a:pt x="1667" y="42534"/>
                        <a:pt x="2686" y="41115"/>
                        <a:pt x="3617" y="39209"/>
                      </a:cubicBezTo>
                      <a:cubicBezTo>
                        <a:pt x="5612" y="35396"/>
                        <a:pt x="6986" y="29500"/>
                        <a:pt x="9690" y="23737"/>
                      </a:cubicBezTo>
                      <a:lnTo>
                        <a:pt x="17315" y="8177"/>
                      </a:lnTo>
                      <a:cubicBezTo>
                        <a:pt x="18689" y="5384"/>
                        <a:pt x="20684" y="3123"/>
                        <a:pt x="23522" y="1661"/>
                      </a:cubicBezTo>
                      <a:cubicBezTo>
                        <a:pt x="26270" y="242"/>
                        <a:pt x="29905" y="-423"/>
                        <a:pt x="33895" y="286"/>
                      </a:cubicBezTo>
                      <a:cubicBezTo>
                        <a:pt x="37885" y="951"/>
                        <a:pt x="42274" y="2857"/>
                        <a:pt x="46308" y="6227"/>
                      </a:cubicBezTo>
                      <a:cubicBezTo>
                        <a:pt x="50431" y="9551"/>
                        <a:pt x="53844" y="13940"/>
                        <a:pt x="55883" y="17886"/>
                      </a:cubicBezTo>
                      <a:cubicBezTo>
                        <a:pt x="58853" y="23782"/>
                        <a:pt x="61070" y="29500"/>
                        <a:pt x="62754" y="34997"/>
                      </a:cubicBezTo>
                      <a:cubicBezTo>
                        <a:pt x="63597" y="37657"/>
                        <a:pt x="64350" y="40627"/>
                        <a:pt x="64971" y="42933"/>
                      </a:cubicBezTo>
                      <a:lnTo>
                        <a:pt x="66522" y="49050"/>
                      </a:lnTo>
                      <a:cubicBezTo>
                        <a:pt x="69404" y="60355"/>
                        <a:pt x="62267" y="72058"/>
                        <a:pt x="50342" y="75693"/>
                      </a:cubicBezTo>
                      <a:lnTo>
                        <a:pt x="33806" y="80570"/>
                      </a:lnTo>
                      <a:cubicBezTo>
                        <a:pt x="21837" y="84205"/>
                        <a:pt x="8981" y="76757"/>
                        <a:pt x="5967" y="64433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73" name="Forme libre : forme 23972">
                  <a:extLst>
                    <a:ext uri="{FF2B5EF4-FFF2-40B4-BE49-F238E27FC236}">
                      <a16:creationId xmlns:a16="http://schemas.microsoft.com/office/drawing/2014/main" id="{644F4283-D78C-47C0-85E0-2F48761F9EC1}"/>
                    </a:ext>
                  </a:extLst>
                </p:cNvPr>
                <p:cNvSpPr/>
                <p:nvPr/>
              </p:nvSpPr>
              <p:spPr>
                <a:xfrm>
                  <a:off x="7721602" y="862946"/>
                  <a:ext cx="34281" cy="64557"/>
                </a:xfrm>
                <a:custGeom>
                  <a:avLst/>
                  <a:gdLst>
                    <a:gd name="connsiteX0" fmla="*/ 20318 w 34281"/>
                    <a:gd name="connsiteY0" fmla="*/ 23451 h 64557"/>
                    <a:gd name="connsiteX1" fmla="*/ 16727 w 34281"/>
                    <a:gd name="connsiteY1" fmla="*/ 18220 h 64557"/>
                    <a:gd name="connsiteX2" fmla="*/ 14954 w 34281"/>
                    <a:gd name="connsiteY2" fmla="*/ 13299 h 64557"/>
                    <a:gd name="connsiteX3" fmla="*/ 13047 w 34281"/>
                    <a:gd name="connsiteY3" fmla="*/ 0 h 64557"/>
                    <a:gd name="connsiteX4" fmla="*/ 9678 w 34281"/>
                    <a:gd name="connsiteY4" fmla="*/ 6827 h 64557"/>
                    <a:gd name="connsiteX5" fmla="*/ 3605 w 34281"/>
                    <a:gd name="connsiteY5" fmla="*/ 22298 h 64557"/>
                    <a:gd name="connsiteX6" fmla="*/ 856 w 34281"/>
                    <a:gd name="connsiteY6" fmla="*/ 26466 h 64557"/>
                    <a:gd name="connsiteX7" fmla="*/ 413 w 34281"/>
                    <a:gd name="connsiteY7" fmla="*/ 29303 h 64557"/>
                    <a:gd name="connsiteX8" fmla="*/ 3117 w 34281"/>
                    <a:gd name="connsiteY8" fmla="*/ 36396 h 64557"/>
                    <a:gd name="connsiteX9" fmla="*/ 4359 w 34281"/>
                    <a:gd name="connsiteY9" fmla="*/ 41006 h 64557"/>
                    <a:gd name="connsiteX10" fmla="*/ 5954 w 34281"/>
                    <a:gd name="connsiteY10" fmla="*/ 47523 h 64557"/>
                    <a:gd name="connsiteX11" fmla="*/ 33750 w 34281"/>
                    <a:gd name="connsiteY11" fmla="*/ 63615 h 64557"/>
                    <a:gd name="connsiteX12" fmla="*/ 34282 w 34281"/>
                    <a:gd name="connsiteY12" fmla="*/ 63438 h 64557"/>
                    <a:gd name="connsiteX13" fmla="*/ 28209 w 34281"/>
                    <a:gd name="connsiteY13" fmla="*/ 42114 h 64557"/>
                    <a:gd name="connsiteX14" fmla="*/ 25150 w 34281"/>
                    <a:gd name="connsiteY14" fmla="*/ 31963 h 64557"/>
                    <a:gd name="connsiteX15" fmla="*/ 20318 w 34281"/>
                    <a:gd name="connsiteY15" fmla="*/ 23451 h 64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4281" h="64557">
                      <a:moveTo>
                        <a:pt x="20318" y="23451"/>
                      </a:moveTo>
                      <a:cubicBezTo>
                        <a:pt x="18810" y="21722"/>
                        <a:pt x="17613" y="19993"/>
                        <a:pt x="16727" y="18220"/>
                      </a:cubicBezTo>
                      <a:cubicBezTo>
                        <a:pt x="15840" y="16624"/>
                        <a:pt x="15353" y="15028"/>
                        <a:pt x="14954" y="13299"/>
                      </a:cubicBezTo>
                      <a:cubicBezTo>
                        <a:pt x="14156" y="9797"/>
                        <a:pt x="13579" y="5275"/>
                        <a:pt x="13047" y="0"/>
                      </a:cubicBezTo>
                      <a:lnTo>
                        <a:pt x="9678" y="6827"/>
                      </a:lnTo>
                      <a:cubicBezTo>
                        <a:pt x="6974" y="12546"/>
                        <a:pt x="5600" y="18442"/>
                        <a:pt x="3605" y="22298"/>
                      </a:cubicBezTo>
                      <a:cubicBezTo>
                        <a:pt x="2674" y="24205"/>
                        <a:pt x="1654" y="25623"/>
                        <a:pt x="856" y="26466"/>
                      </a:cubicBezTo>
                      <a:cubicBezTo>
                        <a:pt x="14" y="27308"/>
                        <a:pt x="-341" y="27884"/>
                        <a:pt x="413" y="29303"/>
                      </a:cubicBezTo>
                      <a:cubicBezTo>
                        <a:pt x="1300" y="31209"/>
                        <a:pt x="2319" y="33559"/>
                        <a:pt x="3117" y="36396"/>
                      </a:cubicBezTo>
                      <a:cubicBezTo>
                        <a:pt x="3561" y="37859"/>
                        <a:pt x="3871" y="39144"/>
                        <a:pt x="4359" y="41006"/>
                      </a:cubicBezTo>
                      <a:lnTo>
                        <a:pt x="5954" y="47523"/>
                      </a:lnTo>
                      <a:cubicBezTo>
                        <a:pt x="9013" y="59847"/>
                        <a:pt x="21825" y="67294"/>
                        <a:pt x="33750" y="63615"/>
                      </a:cubicBezTo>
                      <a:lnTo>
                        <a:pt x="34282" y="63438"/>
                      </a:lnTo>
                      <a:cubicBezTo>
                        <a:pt x="31578" y="56345"/>
                        <a:pt x="29982" y="49163"/>
                        <a:pt x="28209" y="42114"/>
                      </a:cubicBezTo>
                      <a:cubicBezTo>
                        <a:pt x="27322" y="38657"/>
                        <a:pt x="26347" y="34933"/>
                        <a:pt x="25150" y="31963"/>
                      </a:cubicBezTo>
                      <a:cubicBezTo>
                        <a:pt x="24041" y="28815"/>
                        <a:pt x="22401" y="25978"/>
                        <a:pt x="20318" y="23451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74" name="Forme libre : forme 23973">
                  <a:extLst>
                    <a:ext uri="{FF2B5EF4-FFF2-40B4-BE49-F238E27FC236}">
                      <a16:creationId xmlns:a16="http://schemas.microsoft.com/office/drawing/2014/main" id="{008D9393-D4DD-400E-8AA4-37141F711858}"/>
                    </a:ext>
                  </a:extLst>
                </p:cNvPr>
                <p:cNvSpPr/>
                <p:nvPr/>
              </p:nvSpPr>
              <p:spPr>
                <a:xfrm>
                  <a:off x="7742402" y="879345"/>
                  <a:ext cx="24194" cy="31467"/>
                </a:xfrm>
                <a:custGeom>
                  <a:avLst/>
                  <a:gdLst>
                    <a:gd name="connsiteX0" fmla="*/ 16009 w 24194"/>
                    <a:gd name="connsiteY0" fmla="*/ 31168 h 31467"/>
                    <a:gd name="connsiteX1" fmla="*/ 6744 w 24194"/>
                    <a:gd name="connsiteY1" fmla="*/ 28730 h 31467"/>
                    <a:gd name="connsiteX2" fmla="*/ 3020 w 24194"/>
                    <a:gd name="connsiteY2" fmla="*/ 24341 h 31467"/>
                    <a:gd name="connsiteX3" fmla="*/ 626 w 24194"/>
                    <a:gd name="connsiteY3" fmla="*/ 18622 h 31467"/>
                    <a:gd name="connsiteX4" fmla="*/ 892 w 24194"/>
                    <a:gd name="connsiteY4" fmla="*/ 8116 h 31467"/>
                    <a:gd name="connsiteX5" fmla="*/ 6832 w 24194"/>
                    <a:gd name="connsiteY5" fmla="*/ 846 h 31467"/>
                    <a:gd name="connsiteX6" fmla="*/ 16408 w 24194"/>
                    <a:gd name="connsiteY6" fmla="*/ 1998 h 31467"/>
                    <a:gd name="connsiteX7" fmla="*/ 23501 w 24194"/>
                    <a:gd name="connsiteY7" fmla="*/ 12726 h 31467"/>
                    <a:gd name="connsiteX8" fmla="*/ 24166 w 24194"/>
                    <a:gd name="connsiteY8" fmla="*/ 19066 h 31467"/>
                    <a:gd name="connsiteX9" fmla="*/ 22969 w 24194"/>
                    <a:gd name="connsiteY9" fmla="*/ 24563 h 31467"/>
                    <a:gd name="connsiteX10" fmla="*/ 16009 w 24194"/>
                    <a:gd name="connsiteY10" fmla="*/ 31168 h 3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194" h="31467">
                      <a:moveTo>
                        <a:pt x="16009" y="31168"/>
                      </a:moveTo>
                      <a:cubicBezTo>
                        <a:pt x="12861" y="32010"/>
                        <a:pt x="9537" y="31035"/>
                        <a:pt x="6744" y="28730"/>
                      </a:cubicBezTo>
                      <a:cubicBezTo>
                        <a:pt x="5369" y="27577"/>
                        <a:pt x="4084" y="26114"/>
                        <a:pt x="3020" y="24341"/>
                      </a:cubicBezTo>
                      <a:cubicBezTo>
                        <a:pt x="2001" y="22701"/>
                        <a:pt x="1114" y="20440"/>
                        <a:pt x="626" y="18622"/>
                      </a:cubicBezTo>
                      <a:cubicBezTo>
                        <a:pt x="-349" y="14854"/>
                        <a:pt x="-128" y="11263"/>
                        <a:pt x="892" y="8116"/>
                      </a:cubicBezTo>
                      <a:cubicBezTo>
                        <a:pt x="2001" y="4968"/>
                        <a:pt x="3862" y="2264"/>
                        <a:pt x="6832" y="846"/>
                      </a:cubicBezTo>
                      <a:cubicBezTo>
                        <a:pt x="9714" y="-573"/>
                        <a:pt x="13305" y="-218"/>
                        <a:pt x="16408" y="1998"/>
                      </a:cubicBezTo>
                      <a:cubicBezTo>
                        <a:pt x="19600" y="4126"/>
                        <a:pt x="22260" y="8027"/>
                        <a:pt x="23501" y="12726"/>
                      </a:cubicBezTo>
                      <a:cubicBezTo>
                        <a:pt x="24166" y="15076"/>
                        <a:pt x="24255" y="17026"/>
                        <a:pt x="24166" y="19066"/>
                      </a:cubicBezTo>
                      <a:cubicBezTo>
                        <a:pt x="24033" y="21060"/>
                        <a:pt x="23634" y="22922"/>
                        <a:pt x="22969" y="24563"/>
                      </a:cubicBezTo>
                      <a:cubicBezTo>
                        <a:pt x="21550" y="27843"/>
                        <a:pt x="19157" y="30326"/>
                        <a:pt x="16009" y="31168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75" name="Forme libre : forme 23974">
                  <a:extLst>
                    <a:ext uri="{FF2B5EF4-FFF2-40B4-BE49-F238E27FC236}">
                      <a16:creationId xmlns:a16="http://schemas.microsoft.com/office/drawing/2014/main" id="{13FE0338-AC0E-4AAD-BC8B-7F159092758B}"/>
                    </a:ext>
                  </a:extLst>
                </p:cNvPr>
                <p:cNvSpPr/>
                <p:nvPr/>
              </p:nvSpPr>
              <p:spPr>
                <a:xfrm>
                  <a:off x="7742357" y="879371"/>
                  <a:ext cx="18713" cy="25201"/>
                </a:xfrm>
                <a:custGeom>
                  <a:avLst/>
                  <a:gdLst>
                    <a:gd name="connsiteX0" fmla="*/ 18713 w 18713"/>
                    <a:gd name="connsiteY0" fmla="*/ 3879 h 25201"/>
                    <a:gd name="connsiteX1" fmla="*/ 12773 w 18713"/>
                    <a:gd name="connsiteY1" fmla="*/ 288 h 25201"/>
                    <a:gd name="connsiteX2" fmla="*/ 6832 w 18713"/>
                    <a:gd name="connsiteY2" fmla="*/ 820 h 25201"/>
                    <a:gd name="connsiteX3" fmla="*/ 892 w 18713"/>
                    <a:gd name="connsiteY3" fmla="*/ 8090 h 25201"/>
                    <a:gd name="connsiteX4" fmla="*/ 626 w 18713"/>
                    <a:gd name="connsiteY4" fmla="*/ 18596 h 25201"/>
                    <a:gd name="connsiteX5" fmla="*/ 3596 w 18713"/>
                    <a:gd name="connsiteY5" fmla="*/ 25202 h 25201"/>
                    <a:gd name="connsiteX6" fmla="*/ 3419 w 18713"/>
                    <a:gd name="connsiteY6" fmla="*/ 21079 h 25201"/>
                    <a:gd name="connsiteX7" fmla="*/ 5547 w 18713"/>
                    <a:gd name="connsiteY7" fmla="*/ 15626 h 25201"/>
                    <a:gd name="connsiteX8" fmla="*/ 8961 w 18713"/>
                    <a:gd name="connsiteY8" fmla="*/ 10661 h 25201"/>
                    <a:gd name="connsiteX9" fmla="*/ 18713 w 18713"/>
                    <a:gd name="connsiteY9" fmla="*/ 3879 h 25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713" h="25201">
                      <a:moveTo>
                        <a:pt x="18713" y="3879"/>
                      </a:moveTo>
                      <a:cubicBezTo>
                        <a:pt x="16851" y="2061"/>
                        <a:pt x="14901" y="775"/>
                        <a:pt x="12773" y="288"/>
                      </a:cubicBezTo>
                      <a:cubicBezTo>
                        <a:pt x="10689" y="-244"/>
                        <a:pt x="8695" y="-23"/>
                        <a:pt x="6832" y="820"/>
                      </a:cubicBezTo>
                      <a:cubicBezTo>
                        <a:pt x="3862" y="2283"/>
                        <a:pt x="2001" y="4943"/>
                        <a:pt x="892" y="8090"/>
                      </a:cubicBezTo>
                      <a:cubicBezTo>
                        <a:pt x="-128" y="11193"/>
                        <a:pt x="-349" y="14828"/>
                        <a:pt x="626" y="18596"/>
                      </a:cubicBezTo>
                      <a:cubicBezTo>
                        <a:pt x="1247" y="20813"/>
                        <a:pt x="2267" y="23340"/>
                        <a:pt x="3596" y="25202"/>
                      </a:cubicBezTo>
                      <a:cubicBezTo>
                        <a:pt x="3330" y="23872"/>
                        <a:pt x="3242" y="22498"/>
                        <a:pt x="3419" y="21079"/>
                      </a:cubicBezTo>
                      <a:cubicBezTo>
                        <a:pt x="3862" y="19040"/>
                        <a:pt x="4616" y="17355"/>
                        <a:pt x="5547" y="15626"/>
                      </a:cubicBezTo>
                      <a:cubicBezTo>
                        <a:pt x="6522" y="13897"/>
                        <a:pt x="7675" y="12213"/>
                        <a:pt x="8961" y="10661"/>
                      </a:cubicBezTo>
                      <a:cubicBezTo>
                        <a:pt x="11620" y="7602"/>
                        <a:pt x="14901" y="4943"/>
                        <a:pt x="18713" y="3879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76" name="Forme libre : forme 23975">
                  <a:extLst>
                    <a:ext uri="{FF2B5EF4-FFF2-40B4-BE49-F238E27FC236}">
                      <a16:creationId xmlns:a16="http://schemas.microsoft.com/office/drawing/2014/main" id="{CC7F6D55-6709-4F53-B38C-489E78F44F83}"/>
                    </a:ext>
                  </a:extLst>
                </p:cNvPr>
                <p:cNvSpPr/>
                <p:nvPr/>
              </p:nvSpPr>
              <p:spPr>
                <a:xfrm>
                  <a:off x="7740294" y="881887"/>
                  <a:ext cx="24128" cy="31193"/>
                </a:xfrm>
                <a:custGeom>
                  <a:avLst/>
                  <a:gdLst>
                    <a:gd name="connsiteX0" fmla="*/ 16034 w 24128"/>
                    <a:gd name="connsiteY0" fmla="*/ 30887 h 31193"/>
                    <a:gd name="connsiteX1" fmla="*/ 562 w 24128"/>
                    <a:gd name="connsiteY1" fmla="*/ 18120 h 31193"/>
                    <a:gd name="connsiteX2" fmla="*/ 30 w 24128"/>
                    <a:gd name="connsiteY2" fmla="*/ 12667 h 31193"/>
                    <a:gd name="connsiteX3" fmla="*/ 1050 w 24128"/>
                    <a:gd name="connsiteY3" fmla="*/ 7791 h 31193"/>
                    <a:gd name="connsiteX4" fmla="*/ 7211 w 24128"/>
                    <a:gd name="connsiteY4" fmla="*/ 787 h 31193"/>
                    <a:gd name="connsiteX5" fmla="*/ 16698 w 24128"/>
                    <a:gd name="connsiteY5" fmla="*/ 1984 h 31193"/>
                    <a:gd name="connsiteX6" fmla="*/ 23481 w 24128"/>
                    <a:gd name="connsiteY6" fmla="*/ 12446 h 31193"/>
                    <a:gd name="connsiteX7" fmla="*/ 16034 w 24128"/>
                    <a:gd name="connsiteY7" fmla="*/ 30887 h 3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128" h="31193">
                      <a:moveTo>
                        <a:pt x="16034" y="30887"/>
                      </a:moveTo>
                      <a:cubicBezTo>
                        <a:pt x="9738" y="32616"/>
                        <a:pt x="2734" y="26853"/>
                        <a:pt x="562" y="18120"/>
                      </a:cubicBezTo>
                      <a:cubicBezTo>
                        <a:pt x="30" y="16169"/>
                        <a:pt x="-59" y="14441"/>
                        <a:pt x="30" y="12667"/>
                      </a:cubicBezTo>
                      <a:cubicBezTo>
                        <a:pt x="74" y="10983"/>
                        <a:pt x="518" y="9254"/>
                        <a:pt x="1050" y="7791"/>
                      </a:cubicBezTo>
                      <a:cubicBezTo>
                        <a:pt x="2202" y="4776"/>
                        <a:pt x="4241" y="2117"/>
                        <a:pt x="7211" y="787"/>
                      </a:cubicBezTo>
                      <a:cubicBezTo>
                        <a:pt x="10182" y="-588"/>
                        <a:pt x="13640" y="-144"/>
                        <a:pt x="16698" y="1984"/>
                      </a:cubicBezTo>
                      <a:cubicBezTo>
                        <a:pt x="19802" y="4067"/>
                        <a:pt x="22328" y="7924"/>
                        <a:pt x="23481" y="12446"/>
                      </a:cubicBezTo>
                      <a:cubicBezTo>
                        <a:pt x="25609" y="20957"/>
                        <a:pt x="22328" y="29158"/>
                        <a:pt x="16034" y="3088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77" name="Forme libre : forme 23976">
                  <a:extLst>
                    <a:ext uri="{FF2B5EF4-FFF2-40B4-BE49-F238E27FC236}">
                      <a16:creationId xmlns:a16="http://schemas.microsoft.com/office/drawing/2014/main" id="{45FC475B-06BB-47CA-B6CC-636A30498475}"/>
                    </a:ext>
                  </a:extLst>
                </p:cNvPr>
                <p:cNvSpPr/>
                <p:nvPr/>
              </p:nvSpPr>
              <p:spPr>
                <a:xfrm>
                  <a:off x="7728230" y="859641"/>
                  <a:ext cx="34935" cy="49064"/>
                </a:xfrm>
                <a:custGeom>
                  <a:avLst/>
                  <a:gdLst>
                    <a:gd name="connsiteX0" fmla="*/ 12803 w 34935"/>
                    <a:gd name="connsiteY0" fmla="*/ 10753 h 49064"/>
                    <a:gd name="connsiteX1" fmla="*/ 5488 w 34935"/>
                    <a:gd name="connsiteY1" fmla="*/ 18998 h 49064"/>
                    <a:gd name="connsiteX2" fmla="*/ 1055 w 34935"/>
                    <a:gd name="connsiteY2" fmla="*/ 26180 h 49064"/>
                    <a:gd name="connsiteX3" fmla="*/ 35 w 34935"/>
                    <a:gd name="connsiteY3" fmla="*/ 33051 h 49064"/>
                    <a:gd name="connsiteX4" fmla="*/ 1277 w 34935"/>
                    <a:gd name="connsiteY4" fmla="*/ 38903 h 49064"/>
                    <a:gd name="connsiteX5" fmla="*/ 2740 w 34935"/>
                    <a:gd name="connsiteY5" fmla="*/ 41785 h 49064"/>
                    <a:gd name="connsiteX6" fmla="*/ 5222 w 34935"/>
                    <a:gd name="connsiteY6" fmla="*/ 45154 h 49064"/>
                    <a:gd name="connsiteX7" fmla="*/ 16837 w 34935"/>
                    <a:gd name="connsiteY7" fmla="*/ 47902 h 49064"/>
                    <a:gd name="connsiteX8" fmla="*/ 20827 w 34935"/>
                    <a:gd name="connsiteY8" fmla="*/ 41031 h 49064"/>
                    <a:gd name="connsiteX9" fmla="*/ 29427 w 34935"/>
                    <a:gd name="connsiteY9" fmla="*/ 24274 h 49064"/>
                    <a:gd name="connsiteX10" fmla="*/ 30801 w 34935"/>
                    <a:gd name="connsiteY10" fmla="*/ 1576 h 49064"/>
                    <a:gd name="connsiteX11" fmla="*/ 20295 w 34935"/>
                    <a:gd name="connsiteY11" fmla="*/ 2862 h 49064"/>
                    <a:gd name="connsiteX12" fmla="*/ 12803 w 34935"/>
                    <a:gd name="connsiteY12" fmla="*/ 10753 h 49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935" h="49064">
                      <a:moveTo>
                        <a:pt x="12803" y="10753"/>
                      </a:moveTo>
                      <a:cubicBezTo>
                        <a:pt x="10098" y="13280"/>
                        <a:pt x="7483" y="16073"/>
                        <a:pt x="5488" y="18998"/>
                      </a:cubicBezTo>
                      <a:cubicBezTo>
                        <a:pt x="3537" y="21836"/>
                        <a:pt x="2074" y="24141"/>
                        <a:pt x="1055" y="26180"/>
                      </a:cubicBezTo>
                      <a:cubicBezTo>
                        <a:pt x="124" y="28308"/>
                        <a:pt x="-98" y="30835"/>
                        <a:pt x="35" y="33051"/>
                      </a:cubicBezTo>
                      <a:cubicBezTo>
                        <a:pt x="168" y="34958"/>
                        <a:pt x="479" y="36997"/>
                        <a:pt x="1277" y="38903"/>
                      </a:cubicBezTo>
                      <a:cubicBezTo>
                        <a:pt x="1631" y="39923"/>
                        <a:pt x="2119" y="40898"/>
                        <a:pt x="2740" y="41785"/>
                      </a:cubicBezTo>
                      <a:cubicBezTo>
                        <a:pt x="3360" y="42671"/>
                        <a:pt x="4247" y="44179"/>
                        <a:pt x="5222" y="45154"/>
                      </a:cubicBezTo>
                      <a:cubicBezTo>
                        <a:pt x="8148" y="48434"/>
                        <a:pt x="13290" y="50474"/>
                        <a:pt x="16837" y="47902"/>
                      </a:cubicBezTo>
                      <a:cubicBezTo>
                        <a:pt x="19009" y="46306"/>
                        <a:pt x="19896" y="43558"/>
                        <a:pt x="20827" y="41031"/>
                      </a:cubicBezTo>
                      <a:cubicBezTo>
                        <a:pt x="23043" y="35091"/>
                        <a:pt x="26146" y="29948"/>
                        <a:pt x="29427" y="24274"/>
                      </a:cubicBezTo>
                      <a:cubicBezTo>
                        <a:pt x="32220" y="19752"/>
                        <a:pt x="39490" y="8847"/>
                        <a:pt x="30801" y="1576"/>
                      </a:cubicBezTo>
                      <a:cubicBezTo>
                        <a:pt x="26944" y="-1394"/>
                        <a:pt x="23309" y="291"/>
                        <a:pt x="20295" y="2862"/>
                      </a:cubicBezTo>
                      <a:cubicBezTo>
                        <a:pt x="17324" y="5522"/>
                        <a:pt x="14665" y="8980"/>
                        <a:pt x="12803" y="1075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78" name="Forme libre : forme 23977">
                  <a:extLst>
                    <a:ext uri="{FF2B5EF4-FFF2-40B4-BE49-F238E27FC236}">
                      <a16:creationId xmlns:a16="http://schemas.microsoft.com/office/drawing/2014/main" id="{F8FD8B1E-7BA2-4ECB-9816-D128F8C090DA}"/>
                    </a:ext>
                  </a:extLst>
                </p:cNvPr>
                <p:cNvSpPr/>
                <p:nvPr/>
              </p:nvSpPr>
              <p:spPr>
                <a:xfrm>
                  <a:off x="7752478" y="868655"/>
                  <a:ext cx="15673" cy="11990"/>
                </a:xfrm>
                <a:custGeom>
                  <a:avLst/>
                  <a:gdLst>
                    <a:gd name="connsiteX0" fmla="*/ 3716 w 15673"/>
                    <a:gd name="connsiteY0" fmla="*/ 10 h 11990"/>
                    <a:gd name="connsiteX1" fmla="*/ 1100 w 15673"/>
                    <a:gd name="connsiteY1" fmla="*/ 586 h 11990"/>
                    <a:gd name="connsiteX2" fmla="*/ 36 w 15673"/>
                    <a:gd name="connsiteY2" fmla="*/ 2980 h 11990"/>
                    <a:gd name="connsiteX3" fmla="*/ 1411 w 15673"/>
                    <a:gd name="connsiteY3" fmla="*/ 5197 h 11990"/>
                    <a:gd name="connsiteX4" fmla="*/ 6376 w 15673"/>
                    <a:gd name="connsiteY4" fmla="*/ 9807 h 11990"/>
                    <a:gd name="connsiteX5" fmla="*/ 8637 w 15673"/>
                    <a:gd name="connsiteY5" fmla="*/ 11359 h 11990"/>
                    <a:gd name="connsiteX6" fmla="*/ 14887 w 15673"/>
                    <a:gd name="connsiteY6" fmla="*/ 6571 h 11990"/>
                    <a:gd name="connsiteX7" fmla="*/ 3716 w 15673"/>
                    <a:gd name="connsiteY7" fmla="*/ 10 h 11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673" h="11990">
                      <a:moveTo>
                        <a:pt x="3716" y="10"/>
                      </a:moveTo>
                      <a:cubicBezTo>
                        <a:pt x="2785" y="-34"/>
                        <a:pt x="1810" y="54"/>
                        <a:pt x="1100" y="586"/>
                      </a:cubicBezTo>
                      <a:cubicBezTo>
                        <a:pt x="347" y="1074"/>
                        <a:pt x="-141" y="2049"/>
                        <a:pt x="36" y="2980"/>
                      </a:cubicBezTo>
                      <a:cubicBezTo>
                        <a:pt x="258" y="3867"/>
                        <a:pt x="790" y="4576"/>
                        <a:pt x="1411" y="5197"/>
                      </a:cubicBezTo>
                      <a:cubicBezTo>
                        <a:pt x="3007" y="6793"/>
                        <a:pt x="4603" y="8344"/>
                        <a:pt x="6376" y="9807"/>
                      </a:cubicBezTo>
                      <a:cubicBezTo>
                        <a:pt x="7130" y="10383"/>
                        <a:pt x="7794" y="11004"/>
                        <a:pt x="8637" y="11359"/>
                      </a:cubicBezTo>
                      <a:cubicBezTo>
                        <a:pt x="12050" y="12910"/>
                        <a:pt x="17769" y="11713"/>
                        <a:pt x="14887" y="6571"/>
                      </a:cubicBezTo>
                      <a:cubicBezTo>
                        <a:pt x="12493" y="2537"/>
                        <a:pt x="7573" y="143"/>
                        <a:pt x="3716" y="1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79" name="Forme libre : forme 23978">
                  <a:extLst>
                    <a:ext uri="{FF2B5EF4-FFF2-40B4-BE49-F238E27FC236}">
                      <a16:creationId xmlns:a16="http://schemas.microsoft.com/office/drawing/2014/main" id="{DE44107C-42CB-45AC-A585-8723F716D854}"/>
                    </a:ext>
                  </a:extLst>
                </p:cNvPr>
                <p:cNvSpPr/>
                <p:nvPr/>
              </p:nvSpPr>
              <p:spPr>
                <a:xfrm>
                  <a:off x="7729063" y="910602"/>
                  <a:ext cx="28194" cy="14021"/>
                </a:xfrm>
                <a:custGeom>
                  <a:avLst/>
                  <a:gdLst>
                    <a:gd name="connsiteX0" fmla="*/ 28194 w 28194"/>
                    <a:gd name="connsiteY0" fmla="*/ 13122 h 14021"/>
                    <a:gd name="connsiteX1" fmla="*/ 18220 w 28194"/>
                    <a:gd name="connsiteY1" fmla="*/ 13743 h 14021"/>
                    <a:gd name="connsiteX2" fmla="*/ 0 w 28194"/>
                    <a:gd name="connsiteY2" fmla="*/ 0 h 14021"/>
                    <a:gd name="connsiteX3" fmla="*/ 7048 w 28194"/>
                    <a:gd name="connsiteY3" fmla="*/ 7093 h 14021"/>
                    <a:gd name="connsiteX4" fmla="*/ 28194 w 28194"/>
                    <a:gd name="connsiteY4" fmla="*/ 13122 h 14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194" h="14021">
                      <a:moveTo>
                        <a:pt x="28194" y="13122"/>
                      </a:moveTo>
                      <a:cubicBezTo>
                        <a:pt x="28194" y="13122"/>
                        <a:pt x="23894" y="14629"/>
                        <a:pt x="18220" y="13743"/>
                      </a:cubicBezTo>
                      <a:cubicBezTo>
                        <a:pt x="12546" y="12900"/>
                        <a:pt x="5364" y="9531"/>
                        <a:pt x="0" y="0"/>
                      </a:cubicBezTo>
                      <a:cubicBezTo>
                        <a:pt x="0" y="0"/>
                        <a:pt x="2349" y="3635"/>
                        <a:pt x="7048" y="7093"/>
                      </a:cubicBezTo>
                      <a:cubicBezTo>
                        <a:pt x="11703" y="10551"/>
                        <a:pt x="18841" y="13831"/>
                        <a:pt x="28194" y="131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80" name="Forme libre : forme 23979">
                  <a:extLst>
                    <a:ext uri="{FF2B5EF4-FFF2-40B4-BE49-F238E27FC236}">
                      <a16:creationId xmlns:a16="http://schemas.microsoft.com/office/drawing/2014/main" id="{6AB5EF15-0363-49A1-8030-6EC0E9000A81}"/>
                    </a:ext>
                  </a:extLst>
                </p:cNvPr>
                <p:cNvSpPr/>
                <p:nvPr/>
              </p:nvSpPr>
              <p:spPr>
                <a:xfrm>
                  <a:off x="7739437" y="849379"/>
                  <a:ext cx="37326" cy="17113"/>
                </a:xfrm>
                <a:custGeom>
                  <a:avLst/>
                  <a:gdLst>
                    <a:gd name="connsiteX0" fmla="*/ 37327 w 37326"/>
                    <a:gd name="connsiteY0" fmla="*/ 17113 h 17113"/>
                    <a:gd name="connsiteX1" fmla="*/ 36706 w 37326"/>
                    <a:gd name="connsiteY1" fmla="*/ 16005 h 17113"/>
                    <a:gd name="connsiteX2" fmla="*/ 34711 w 37326"/>
                    <a:gd name="connsiteY2" fmla="*/ 13123 h 17113"/>
                    <a:gd name="connsiteX3" fmla="*/ 33248 w 37326"/>
                    <a:gd name="connsiteY3" fmla="*/ 11262 h 17113"/>
                    <a:gd name="connsiteX4" fmla="*/ 31120 w 37326"/>
                    <a:gd name="connsiteY4" fmla="*/ 8956 h 17113"/>
                    <a:gd name="connsiteX5" fmla="*/ 25668 w 37326"/>
                    <a:gd name="connsiteY5" fmla="*/ 4346 h 17113"/>
                    <a:gd name="connsiteX6" fmla="*/ 11925 w 37326"/>
                    <a:gd name="connsiteY6" fmla="*/ 46 h 17113"/>
                    <a:gd name="connsiteX7" fmla="*/ 0 w 37326"/>
                    <a:gd name="connsiteY7" fmla="*/ 7272 h 17113"/>
                    <a:gd name="connsiteX8" fmla="*/ 2483 w 37326"/>
                    <a:gd name="connsiteY8" fmla="*/ 5188 h 17113"/>
                    <a:gd name="connsiteX9" fmla="*/ 10152 w 37326"/>
                    <a:gd name="connsiteY9" fmla="*/ 2174 h 17113"/>
                    <a:gd name="connsiteX10" fmla="*/ 23230 w 37326"/>
                    <a:gd name="connsiteY10" fmla="*/ 4390 h 17113"/>
                    <a:gd name="connsiteX11" fmla="*/ 37327 w 37326"/>
                    <a:gd name="connsiteY11" fmla="*/ 17113 h 17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326" h="17113">
                      <a:moveTo>
                        <a:pt x="37327" y="17113"/>
                      </a:moveTo>
                      <a:cubicBezTo>
                        <a:pt x="37327" y="17113"/>
                        <a:pt x="37105" y="16714"/>
                        <a:pt x="36706" y="16005"/>
                      </a:cubicBezTo>
                      <a:cubicBezTo>
                        <a:pt x="36263" y="15296"/>
                        <a:pt x="35598" y="14276"/>
                        <a:pt x="34711" y="13123"/>
                      </a:cubicBezTo>
                      <a:cubicBezTo>
                        <a:pt x="34268" y="12547"/>
                        <a:pt x="33780" y="11927"/>
                        <a:pt x="33248" y="11262"/>
                      </a:cubicBezTo>
                      <a:cubicBezTo>
                        <a:pt x="32628" y="10508"/>
                        <a:pt x="31874" y="9710"/>
                        <a:pt x="31120" y="8956"/>
                      </a:cubicBezTo>
                      <a:cubicBezTo>
                        <a:pt x="29613" y="7405"/>
                        <a:pt x="27840" y="5809"/>
                        <a:pt x="25668" y="4346"/>
                      </a:cubicBezTo>
                      <a:cubicBezTo>
                        <a:pt x="21545" y="1420"/>
                        <a:pt x="16536" y="-309"/>
                        <a:pt x="11925" y="46"/>
                      </a:cubicBezTo>
                      <a:cubicBezTo>
                        <a:pt x="7226" y="400"/>
                        <a:pt x="3148" y="2750"/>
                        <a:pt x="0" y="7272"/>
                      </a:cubicBezTo>
                      <a:cubicBezTo>
                        <a:pt x="0" y="7272"/>
                        <a:pt x="798" y="6341"/>
                        <a:pt x="2483" y="5188"/>
                      </a:cubicBezTo>
                      <a:cubicBezTo>
                        <a:pt x="4123" y="4124"/>
                        <a:pt x="6650" y="2750"/>
                        <a:pt x="10152" y="2174"/>
                      </a:cubicBezTo>
                      <a:cubicBezTo>
                        <a:pt x="13610" y="1642"/>
                        <a:pt x="18176" y="1908"/>
                        <a:pt x="23230" y="4390"/>
                      </a:cubicBezTo>
                      <a:cubicBezTo>
                        <a:pt x="28461" y="6917"/>
                        <a:pt x="33736" y="11705"/>
                        <a:pt x="37327" y="171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81" name="Forme libre : forme 23980">
                  <a:extLst>
                    <a:ext uri="{FF2B5EF4-FFF2-40B4-BE49-F238E27FC236}">
                      <a16:creationId xmlns:a16="http://schemas.microsoft.com/office/drawing/2014/main" id="{B41914D4-21C3-47E0-8629-56114ABA640E}"/>
                    </a:ext>
                  </a:extLst>
                </p:cNvPr>
                <p:cNvSpPr/>
                <p:nvPr/>
              </p:nvSpPr>
              <p:spPr>
                <a:xfrm>
                  <a:off x="7756496" y="890471"/>
                  <a:ext cx="7693" cy="12599"/>
                </a:xfrm>
                <a:custGeom>
                  <a:avLst/>
                  <a:gdLst>
                    <a:gd name="connsiteX0" fmla="*/ 3245 w 7693"/>
                    <a:gd name="connsiteY0" fmla="*/ 12595 h 12599"/>
                    <a:gd name="connsiteX1" fmla="*/ 53 w 7693"/>
                    <a:gd name="connsiteY1" fmla="*/ 6078 h 12599"/>
                    <a:gd name="connsiteX2" fmla="*/ 4309 w 7693"/>
                    <a:gd name="connsiteY2" fmla="*/ 4 h 12599"/>
                    <a:gd name="connsiteX3" fmla="*/ 7634 w 7693"/>
                    <a:gd name="connsiteY3" fmla="*/ 6699 h 12599"/>
                    <a:gd name="connsiteX4" fmla="*/ 3245 w 7693"/>
                    <a:gd name="connsiteY4" fmla="*/ 12595 h 12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93" h="12599">
                      <a:moveTo>
                        <a:pt x="3245" y="12595"/>
                      </a:moveTo>
                      <a:cubicBezTo>
                        <a:pt x="1161" y="12461"/>
                        <a:pt x="-302" y="9536"/>
                        <a:pt x="53" y="6078"/>
                      </a:cubicBezTo>
                      <a:cubicBezTo>
                        <a:pt x="363" y="2709"/>
                        <a:pt x="2181" y="-128"/>
                        <a:pt x="4309" y="4"/>
                      </a:cubicBezTo>
                      <a:cubicBezTo>
                        <a:pt x="6392" y="93"/>
                        <a:pt x="8033" y="3374"/>
                        <a:pt x="7634" y="6699"/>
                      </a:cubicBezTo>
                      <a:cubicBezTo>
                        <a:pt x="7235" y="10112"/>
                        <a:pt x="5328" y="12728"/>
                        <a:pt x="3245" y="1259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82" name="Forme libre : forme 23981">
                  <a:extLst>
                    <a:ext uri="{FF2B5EF4-FFF2-40B4-BE49-F238E27FC236}">
                      <a16:creationId xmlns:a16="http://schemas.microsoft.com/office/drawing/2014/main" id="{1C8AFD0E-C48C-42FF-916A-B27351BBCD3E}"/>
                    </a:ext>
                  </a:extLst>
                </p:cNvPr>
                <p:cNvSpPr/>
                <p:nvPr/>
              </p:nvSpPr>
              <p:spPr>
                <a:xfrm>
                  <a:off x="7759025" y="901153"/>
                  <a:ext cx="3378" cy="3336"/>
                </a:xfrm>
                <a:custGeom>
                  <a:avLst/>
                  <a:gdLst>
                    <a:gd name="connsiteX0" fmla="*/ 2089 w 3378"/>
                    <a:gd name="connsiteY0" fmla="*/ 3286 h 3336"/>
                    <a:gd name="connsiteX1" fmla="*/ 50 w 3378"/>
                    <a:gd name="connsiteY1" fmla="*/ 2089 h 3336"/>
                    <a:gd name="connsiteX2" fmla="*/ 1291 w 3378"/>
                    <a:gd name="connsiteY2" fmla="*/ 50 h 3336"/>
                    <a:gd name="connsiteX3" fmla="*/ 3331 w 3378"/>
                    <a:gd name="connsiteY3" fmla="*/ 1247 h 3336"/>
                    <a:gd name="connsiteX4" fmla="*/ 2089 w 3378"/>
                    <a:gd name="connsiteY4" fmla="*/ 3286 h 3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78" h="3336">
                      <a:moveTo>
                        <a:pt x="2089" y="3286"/>
                      </a:moveTo>
                      <a:cubicBezTo>
                        <a:pt x="1203" y="3508"/>
                        <a:pt x="272" y="2976"/>
                        <a:pt x="50" y="2089"/>
                      </a:cubicBezTo>
                      <a:cubicBezTo>
                        <a:pt x="-172" y="1203"/>
                        <a:pt x="360" y="316"/>
                        <a:pt x="1291" y="50"/>
                      </a:cubicBezTo>
                      <a:cubicBezTo>
                        <a:pt x="2178" y="-171"/>
                        <a:pt x="3109" y="361"/>
                        <a:pt x="3331" y="1247"/>
                      </a:cubicBezTo>
                      <a:cubicBezTo>
                        <a:pt x="3552" y="2178"/>
                        <a:pt x="2976" y="3065"/>
                        <a:pt x="2089" y="32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83" name="Forme libre : forme 23982">
                  <a:extLst>
                    <a:ext uri="{FF2B5EF4-FFF2-40B4-BE49-F238E27FC236}">
                      <a16:creationId xmlns:a16="http://schemas.microsoft.com/office/drawing/2014/main" id="{77EE1F32-BA50-4E61-929E-6CB57AB22C7C}"/>
                    </a:ext>
                  </a:extLst>
                </p:cNvPr>
                <p:cNvSpPr/>
                <p:nvPr/>
              </p:nvSpPr>
              <p:spPr>
                <a:xfrm>
                  <a:off x="7757858" y="885500"/>
                  <a:ext cx="25763" cy="33669"/>
                </a:xfrm>
                <a:custGeom>
                  <a:avLst/>
                  <a:gdLst>
                    <a:gd name="connsiteX0" fmla="*/ 18861 w 25763"/>
                    <a:gd name="connsiteY0" fmla="*/ 27097 h 33669"/>
                    <a:gd name="connsiteX1" fmla="*/ 5207 w 25763"/>
                    <a:gd name="connsiteY1" fmla="*/ 33347 h 33669"/>
                    <a:gd name="connsiteX2" fmla="*/ 198 w 25763"/>
                    <a:gd name="connsiteY2" fmla="*/ 32283 h 33669"/>
                    <a:gd name="connsiteX3" fmla="*/ 2104 w 25763"/>
                    <a:gd name="connsiteY3" fmla="*/ 28027 h 33669"/>
                    <a:gd name="connsiteX4" fmla="*/ 13453 w 25763"/>
                    <a:gd name="connsiteY4" fmla="*/ 17521 h 33669"/>
                    <a:gd name="connsiteX5" fmla="*/ 15536 w 25763"/>
                    <a:gd name="connsiteY5" fmla="*/ 7591 h 33669"/>
                    <a:gd name="connsiteX6" fmla="*/ 17177 w 25763"/>
                    <a:gd name="connsiteY6" fmla="*/ 1916 h 33669"/>
                    <a:gd name="connsiteX7" fmla="*/ 20235 w 25763"/>
                    <a:gd name="connsiteY7" fmla="*/ 143 h 33669"/>
                    <a:gd name="connsiteX8" fmla="*/ 23693 w 25763"/>
                    <a:gd name="connsiteY8" fmla="*/ 3778 h 33669"/>
                    <a:gd name="connsiteX9" fmla="*/ 25334 w 25763"/>
                    <a:gd name="connsiteY9" fmla="*/ 8743 h 33669"/>
                    <a:gd name="connsiteX10" fmla="*/ 25289 w 25763"/>
                    <a:gd name="connsiteY10" fmla="*/ 18097 h 33669"/>
                    <a:gd name="connsiteX11" fmla="*/ 18861 w 25763"/>
                    <a:gd name="connsiteY11" fmla="*/ 27097 h 33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763" h="33669">
                      <a:moveTo>
                        <a:pt x="18861" y="27097"/>
                      </a:moveTo>
                      <a:cubicBezTo>
                        <a:pt x="14960" y="30200"/>
                        <a:pt x="10084" y="32062"/>
                        <a:pt x="5207" y="33347"/>
                      </a:cubicBezTo>
                      <a:cubicBezTo>
                        <a:pt x="3390" y="33835"/>
                        <a:pt x="996" y="33968"/>
                        <a:pt x="198" y="32283"/>
                      </a:cubicBezTo>
                      <a:cubicBezTo>
                        <a:pt x="-511" y="30776"/>
                        <a:pt x="818" y="29091"/>
                        <a:pt x="2104" y="28027"/>
                      </a:cubicBezTo>
                      <a:cubicBezTo>
                        <a:pt x="6094" y="24658"/>
                        <a:pt x="11192" y="22087"/>
                        <a:pt x="13453" y="17521"/>
                      </a:cubicBezTo>
                      <a:cubicBezTo>
                        <a:pt x="14162" y="16102"/>
                        <a:pt x="14561" y="11581"/>
                        <a:pt x="15536" y="7591"/>
                      </a:cubicBezTo>
                      <a:cubicBezTo>
                        <a:pt x="16068" y="5773"/>
                        <a:pt x="16423" y="3335"/>
                        <a:pt x="17177" y="1916"/>
                      </a:cubicBezTo>
                      <a:cubicBezTo>
                        <a:pt x="17886" y="454"/>
                        <a:pt x="18861" y="-344"/>
                        <a:pt x="20235" y="143"/>
                      </a:cubicBezTo>
                      <a:cubicBezTo>
                        <a:pt x="21610" y="675"/>
                        <a:pt x="22762" y="2005"/>
                        <a:pt x="23693" y="3778"/>
                      </a:cubicBezTo>
                      <a:cubicBezTo>
                        <a:pt x="24491" y="5286"/>
                        <a:pt x="25023" y="6926"/>
                        <a:pt x="25334" y="8743"/>
                      </a:cubicBezTo>
                      <a:cubicBezTo>
                        <a:pt x="25998" y="12334"/>
                        <a:pt x="25821" y="16191"/>
                        <a:pt x="25289" y="18097"/>
                      </a:cubicBezTo>
                      <a:cubicBezTo>
                        <a:pt x="24181" y="21644"/>
                        <a:pt x="21787" y="24747"/>
                        <a:pt x="18861" y="2709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16" name="Graphique 2">
                <a:extLst>
                  <a:ext uri="{FF2B5EF4-FFF2-40B4-BE49-F238E27FC236}">
                    <a16:creationId xmlns:a16="http://schemas.microsoft.com/office/drawing/2014/main" id="{76587069-5EE1-4D59-A69B-5DAB58A2E1E8}"/>
                  </a:ext>
                </a:extLst>
              </p:cNvPr>
              <p:cNvGrpSpPr/>
              <p:nvPr/>
            </p:nvGrpSpPr>
            <p:grpSpPr>
              <a:xfrm>
                <a:off x="7739755" y="920718"/>
                <a:ext cx="65735" cy="83060"/>
                <a:chOff x="7739755" y="920718"/>
                <a:chExt cx="65735" cy="83060"/>
              </a:xfrm>
              <a:solidFill>
                <a:schemeClr val="accent1"/>
              </a:solidFill>
            </p:grpSpPr>
            <p:sp>
              <p:nvSpPr>
                <p:cNvPr id="23960" name="Forme libre : forme 23959">
                  <a:extLst>
                    <a:ext uri="{FF2B5EF4-FFF2-40B4-BE49-F238E27FC236}">
                      <a16:creationId xmlns:a16="http://schemas.microsoft.com/office/drawing/2014/main" id="{D89725D6-9550-4DB9-9A40-93768B1F4299}"/>
                    </a:ext>
                  </a:extLst>
                </p:cNvPr>
                <p:cNvSpPr/>
                <p:nvPr/>
              </p:nvSpPr>
              <p:spPr>
                <a:xfrm>
                  <a:off x="7739804" y="920718"/>
                  <a:ext cx="65685" cy="83060"/>
                </a:xfrm>
                <a:custGeom>
                  <a:avLst/>
                  <a:gdLst>
                    <a:gd name="connsiteX0" fmla="*/ 18739 w 65685"/>
                    <a:gd name="connsiteY0" fmla="*/ 69502 h 83060"/>
                    <a:gd name="connsiteX1" fmla="*/ 15193 w 65685"/>
                    <a:gd name="connsiteY1" fmla="*/ 64138 h 83060"/>
                    <a:gd name="connsiteX2" fmla="*/ 11912 w 65685"/>
                    <a:gd name="connsiteY2" fmla="*/ 58552 h 83060"/>
                    <a:gd name="connsiteX3" fmla="*/ 10361 w 65685"/>
                    <a:gd name="connsiteY3" fmla="*/ 55715 h 83060"/>
                    <a:gd name="connsiteX4" fmla="*/ 9651 w 65685"/>
                    <a:gd name="connsiteY4" fmla="*/ 54385 h 83060"/>
                    <a:gd name="connsiteX5" fmla="*/ 9208 w 65685"/>
                    <a:gd name="connsiteY5" fmla="*/ 53454 h 83060"/>
                    <a:gd name="connsiteX6" fmla="*/ 7390 w 65685"/>
                    <a:gd name="connsiteY6" fmla="*/ 49686 h 83060"/>
                    <a:gd name="connsiteX7" fmla="*/ 1539 w 65685"/>
                    <a:gd name="connsiteY7" fmla="*/ 35456 h 83060"/>
                    <a:gd name="connsiteX8" fmla="*/ 15681 w 65685"/>
                    <a:gd name="connsiteY8" fmla="*/ 5843 h 83060"/>
                    <a:gd name="connsiteX9" fmla="*/ 32216 w 65685"/>
                    <a:gd name="connsiteY9" fmla="*/ 967 h 83060"/>
                    <a:gd name="connsiteX10" fmla="*/ 60233 w 65685"/>
                    <a:gd name="connsiteY10" fmla="*/ 13424 h 83060"/>
                    <a:gd name="connsiteX11" fmla="*/ 64356 w 65685"/>
                    <a:gd name="connsiteY11" fmla="*/ 23265 h 83060"/>
                    <a:gd name="connsiteX12" fmla="*/ 65686 w 65685"/>
                    <a:gd name="connsiteY12" fmla="*/ 25969 h 83060"/>
                    <a:gd name="connsiteX13" fmla="*/ 64622 w 65685"/>
                    <a:gd name="connsiteY13" fmla="*/ 27609 h 83060"/>
                    <a:gd name="connsiteX14" fmla="*/ 62848 w 65685"/>
                    <a:gd name="connsiteY14" fmla="*/ 33151 h 83060"/>
                    <a:gd name="connsiteX15" fmla="*/ 60144 w 65685"/>
                    <a:gd name="connsiteY15" fmla="*/ 52612 h 83060"/>
                    <a:gd name="connsiteX16" fmla="*/ 56243 w 65685"/>
                    <a:gd name="connsiteY16" fmla="*/ 71231 h 83060"/>
                    <a:gd name="connsiteX17" fmla="*/ 51988 w 65685"/>
                    <a:gd name="connsiteY17" fmla="*/ 79122 h 83060"/>
                    <a:gd name="connsiteX18" fmla="*/ 48042 w 65685"/>
                    <a:gd name="connsiteY18" fmla="*/ 81738 h 83060"/>
                    <a:gd name="connsiteX19" fmla="*/ 43033 w 65685"/>
                    <a:gd name="connsiteY19" fmla="*/ 83023 h 83060"/>
                    <a:gd name="connsiteX20" fmla="*/ 37181 w 65685"/>
                    <a:gd name="connsiteY20" fmla="*/ 82624 h 83060"/>
                    <a:gd name="connsiteX21" fmla="*/ 30842 w 65685"/>
                    <a:gd name="connsiteY21" fmla="*/ 80319 h 83060"/>
                    <a:gd name="connsiteX22" fmla="*/ 24547 w 65685"/>
                    <a:gd name="connsiteY22" fmla="*/ 75930 h 83060"/>
                    <a:gd name="connsiteX23" fmla="*/ 18739 w 65685"/>
                    <a:gd name="connsiteY23" fmla="*/ 69502 h 8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5685" h="83060">
                      <a:moveTo>
                        <a:pt x="18739" y="69502"/>
                      </a:moveTo>
                      <a:cubicBezTo>
                        <a:pt x="17409" y="67862"/>
                        <a:pt x="16345" y="65956"/>
                        <a:pt x="15193" y="64138"/>
                      </a:cubicBezTo>
                      <a:cubicBezTo>
                        <a:pt x="13996" y="62365"/>
                        <a:pt x="12932" y="60459"/>
                        <a:pt x="11912" y="58552"/>
                      </a:cubicBezTo>
                      <a:lnTo>
                        <a:pt x="10361" y="55715"/>
                      </a:lnTo>
                      <a:lnTo>
                        <a:pt x="9651" y="54385"/>
                      </a:lnTo>
                      <a:lnTo>
                        <a:pt x="9208" y="53454"/>
                      </a:lnTo>
                      <a:lnTo>
                        <a:pt x="7390" y="49686"/>
                      </a:lnTo>
                      <a:cubicBezTo>
                        <a:pt x="5174" y="44854"/>
                        <a:pt x="3268" y="40111"/>
                        <a:pt x="1539" y="35456"/>
                      </a:cubicBezTo>
                      <a:cubicBezTo>
                        <a:pt x="-3293" y="22290"/>
                        <a:pt x="3756" y="9256"/>
                        <a:pt x="15681" y="5843"/>
                      </a:cubicBezTo>
                      <a:lnTo>
                        <a:pt x="32216" y="967"/>
                      </a:lnTo>
                      <a:cubicBezTo>
                        <a:pt x="44185" y="-2491"/>
                        <a:pt x="56598" y="3715"/>
                        <a:pt x="60233" y="13424"/>
                      </a:cubicBezTo>
                      <a:cubicBezTo>
                        <a:pt x="61563" y="16881"/>
                        <a:pt x="62937" y="20206"/>
                        <a:pt x="64356" y="23265"/>
                      </a:cubicBezTo>
                      <a:lnTo>
                        <a:pt x="65686" y="25969"/>
                      </a:lnTo>
                      <a:cubicBezTo>
                        <a:pt x="65686" y="25969"/>
                        <a:pt x="65198" y="26457"/>
                        <a:pt x="64622" y="27609"/>
                      </a:cubicBezTo>
                      <a:cubicBezTo>
                        <a:pt x="64046" y="28806"/>
                        <a:pt x="63380" y="30668"/>
                        <a:pt x="62848" y="33151"/>
                      </a:cubicBezTo>
                      <a:cubicBezTo>
                        <a:pt x="61652" y="38072"/>
                        <a:pt x="61563" y="45298"/>
                        <a:pt x="60144" y="52612"/>
                      </a:cubicBezTo>
                      <a:lnTo>
                        <a:pt x="56243" y="71231"/>
                      </a:lnTo>
                      <a:cubicBezTo>
                        <a:pt x="55623" y="74290"/>
                        <a:pt x="54204" y="77127"/>
                        <a:pt x="51988" y="79122"/>
                      </a:cubicBezTo>
                      <a:cubicBezTo>
                        <a:pt x="50879" y="80142"/>
                        <a:pt x="49549" y="81073"/>
                        <a:pt x="48042" y="81738"/>
                      </a:cubicBezTo>
                      <a:cubicBezTo>
                        <a:pt x="46579" y="82358"/>
                        <a:pt x="44894" y="82757"/>
                        <a:pt x="43033" y="83023"/>
                      </a:cubicBezTo>
                      <a:cubicBezTo>
                        <a:pt x="41259" y="83112"/>
                        <a:pt x="39220" y="83067"/>
                        <a:pt x="37181" y="82624"/>
                      </a:cubicBezTo>
                      <a:cubicBezTo>
                        <a:pt x="35186" y="82048"/>
                        <a:pt x="32925" y="81516"/>
                        <a:pt x="30842" y="80319"/>
                      </a:cubicBezTo>
                      <a:cubicBezTo>
                        <a:pt x="28714" y="79211"/>
                        <a:pt x="26541" y="77792"/>
                        <a:pt x="24547" y="75930"/>
                      </a:cubicBezTo>
                      <a:cubicBezTo>
                        <a:pt x="22374" y="74157"/>
                        <a:pt x="20512" y="71896"/>
                        <a:pt x="18739" y="69502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61" name="Forme libre : forme 23960">
                  <a:extLst>
                    <a:ext uri="{FF2B5EF4-FFF2-40B4-BE49-F238E27FC236}">
                      <a16:creationId xmlns:a16="http://schemas.microsoft.com/office/drawing/2014/main" id="{4FCACCDE-2C54-4E37-A5A8-CED0ECBD955B}"/>
                    </a:ext>
                  </a:extLst>
                </p:cNvPr>
                <p:cNvSpPr/>
                <p:nvPr/>
              </p:nvSpPr>
              <p:spPr>
                <a:xfrm>
                  <a:off x="7739755" y="924433"/>
                  <a:ext cx="56336" cy="79256"/>
                </a:xfrm>
                <a:custGeom>
                  <a:avLst/>
                  <a:gdLst>
                    <a:gd name="connsiteX0" fmla="*/ 22601 w 56336"/>
                    <a:gd name="connsiteY0" fmla="*/ 28992 h 79256"/>
                    <a:gd name="connsiteX1" fmla="*/ 22823 w 56336"/>
                    <a:gd name="connsiteY1" fmla="*/ 0 h 79256"/>
                    <a:gd name="connsiteX2" fmla="*/ 15685 w 56336"/>
                    <a:gd name="connsiteY2" fmla="*/ 2128 h 79256"/>
                    <a:gd name="connsiteX3" fmla="*/ 1544 w 56336"/>
                    <a:gd name="connsiteY3" fmla="*/ 31741 h 79256"/>
                    <a:gd name="connsiteX4" fmla="*/ 7396 w 56336"/>
                    <a:gd name="connsiteY4" fmla="*/ 45971 h 79256"/>
                    <a:gd name="connsiteX5" fmla="*/ 9213 w 56336"/>
                    <a:gd name="connsiteY5" fmla="*/ 49739 h 79256"/>
                    <a:gd name="connsiteX6" fmla="*/ 9656 w 56336"/>
                    <a:gd name="connsiteY6" fmla="*/ 50670 h 79256"/>
                    <a:gd name="connsiteX7" fmla="*/ 10366 w 56336"/>
                    <a:gd name="connsiteY7" fmla="*/ 52000 h 79256"/>
                    <a:gd name="connsiteX8" fmla="*/ 11917 w 56336"/>
                    <a:gd name="connsiteY8" fmla="*/ 54837 h 79256"/>
                    <a:gd name="connsiteX9" fmla="*/ 15198 w 56336"/>
                    <a:gd name="connsiteY9" fmla="*/ 60423 h 79256"/>
                    <a:gd name="connsiteX10" fmla="*/ 18744 w 56336"/>
                    <a:gd name="connsiteY10" fmla="*/ 65787 h 79256"/>
                    <a:gd name="connsiteX11" fmla="*/ 24507 w 56336"/>
                    <a:gd name="connsiteY11" fmla="*/ 72126 h 79256"/>
                    <a:gd name="connsiteX12" fmla="*/ 30802 w 56336"/>
                    <a:gd name="connsiteY12" fmla="*/ 76515 h 79256"/>
                    <a:gd name="connsiteX13" fmla="*/ 37142 w 56336"/>
                    <a:gd name="connsiteY13" fmla="*/ 78820 h 79256"/>
                    <a:gd name="connsiteX14" fmla="*/ 42993 w 56336"/>
                    <a:gd name="connsiteY14" fmla="*/ 79219 h 79256"/>
                    <a:gd name="connsiteX15" fmla="*/ 48003 w 56336"/>
                    <a:gd name="connsiteY15" fmla="*/ 77934 h 79256"/>
                    <a:gd name="connsiteX16" fmla="*/ 51948 w 56336"/>
                    <a:gd name="connsiteY16" fmla="*/ 75318 h 79256"/>
                    <a:gd name="connsiteX17" fmla="*/ 56204 w 56336"/>
                    <a:gd name="connsiteY17" fmla="*/ 67427 h 79256"/>
                    <a:gd name="connsiteX18" fmla="*/ 56337 w 56336"/>
                    <a:gd name="connsiteY18" fmla="*/ 66895 h 79256"/>
                    <a:gd name="connsiteX19" fmla="*/ 44767 w 56336"/>
                    <a:gd name="connsiteY19" fmla="*/ 60467 h 79256"/>
                    <a:gd name="connsiteX20" fmla="*/ 36033 w 56336"/>
                    <a:gd name="connsiteY20" fmla="*/ 50183 h 79256"/>
                    <a:gd name="connsiteX21" fmla="*/ 32354 w 56336"/>
                    <a:gd name="connsiteY21" fmla="*/ 44420 h 79256"/>
                    <a:gd name="connsiteX22" fmla="*/ 29029 w 56336"/>
                    <a:gd name="connsiteY22" fmla="*/ 38790 h 79256"/>
                    <a:gd name="connsiteX23" fmla="*/ 22601 w 56336"/>
                    <a:gd name="connsiteY23" fmla="*/ 28992 h 79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6336" h="79256">
                      <a:moveTo>
                        <a:pt x="22601" y="28992"/>
                      </a:moveTo>
                      <a:cubicBezTo>
                        <a:pt x="15951" y="19816"/>
                        <a:pt x="16084" y="7891"/>
                        <a:pt x="22823" y="0"/>
                      </a:cubicBezTo>
                      <a:lnTo>
                        <a:pt x="15685" y="2128"/>
                      </a:lnTo>
                      <a:cubicBezTo>
                        <a:pt x="3716" y="5541"/>
                        <a:pt x="-3288" y="18575"/>
                        <a:pt x="1544" y="31741"/>
                      </a:cubicBezTo>
                      <a:cubicBezTo>
                        <a:pt x="3273" y="36396"/>
                        <a:pt x="5223" y="41139"/>
                        <a:pt x="7396" y="45971"/>
                      </a:cubicBezTo>
                      <a:lnTo>
                        <a:pt x="9213" y="49739"/>
                      </a:lnTo>
                      <a:lnTo>
                        <a:pt x="9656" y="50670"/>
                      </a:lnTo>
                      <a:lnTo>
                        <a:pt x="10366" y="52000"/>
                      </a:lnTo>
                      <a:lnTo>
                        <a:pt x="11917" y="54837"/>
                      </a:lnTo>
                      <a:cubicBezTo>
                        <a:pt x="12937" y="56744"/>
                        <a:pt x="14001" y="58650"/>
                        <a:pt x="15198" y="60423"/>
                      </a:cubicBezTo>
                      <a:cubicBezTo>
                        <a:pt x="16395" y="62196"/>
                        <a:pt x="17414" y="64147"/>
                        <a:pt x="18744" y="65787"/>
                      </a:cubicBezTo>
                      <a:cubicBezTo>
                        <a:pt x="20517" y="68181"/>
                        <a:pt x="22379" y="70442"/>
                        <a:pt x="24507" y="72126"/>
                      </a:cubicBezTo>
                      <a:cubicBezTo>
                        <a:pt x="26502" y="73988"/>
                        <a:pt x="28630" y="75451"/>
                        <a:pt x="30802" y="76515"/>
                      </a:cubicBezTo>
                      <a:cubicBezTo>
                        <a:pt x="32886" y="77712"/>
                        <a:pt x="35147" y="78244"/>
                        <a:pt x="37142" y="78820"/>
                      </a:cubicBezTo>
                      <a:cubicBezTo>
                        <a:pt x="39181" y="79264"/>
                        <a:pt x="41220" y="79308"/>
                        <a:pt x="42993" y="79219"/>
                      </a:cubicBezTo>
                      <a:cubicBezTo>
                        <a:pt x="44855" y="78998"/>
                        <a:pt x="46540" y="78554"/>
                        <a:pt x="48003" y="77934"/>
                      </a:cubicBezTo>
                      <a:cubicBezTo>
                        <a:pt x="49510" y="77269"/>
                        <a:pt x="50840" y="76338"/>
                        <a:pt x="51948" y="75318"/>
                      </a:cubicBezTo>
                      <a:cubicBezTo>
                        <a:pt x="54165" y="73323"/>
                        <a:pt x="55583" y="70442"/>
                        <a:pt x="56204" y="67427"/>
                      </a:cubicBezTo>
                      <a:lnTo>
                        <a:pt x="56337" y="66895"/>
                      </a:lnTo>
                      <a:cubicBezTo>
                        <a:pt x="51948" y="65876"/>
                        <a:pt x="48091" y="63438"/>
                        <a:pt x="44767" y="60467"/>
                      </a:cubicBezTo>
                      <a:cubicBezTo>
                        <a:pt x="41442" y="57497"/>
                        <a:pt x="38560" y="53951"/>
                        <a:pt x="36033" y="50183"/>
                      </a:cubicBezTo>
                      <a:cubicBezTo>
                        <a:pt x="34703" y="48365"/>
                        <a:pt x="33595" y="46370"/>
                        <a:pt x="32354" y="44420"/>
                      </a:cubicBezTo>
                      <a:cubicBezTo>
                        <a:pt x="31246" y="42558"/>
                        <a:pt x="30137" y="40696"/>
                        <a:pt x="29029" y="38790"/>
                      </a:cubicBezTo>
                      <a:cubicBezTo>
                        <a:pt x="26990" y="35465"/>
                        <a:pt x="24995" y="32229"/>
                        <a:pt x="22601" y="28992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62" name="Forme libre : forme 23961">
                  <a:extLst>
                    <a:ext uri="{FF2B5EF4-FFF2-40B4-BE49-F238E27FC236}">
                      <a16:creationId xmlns:a16="http://schemas.microsoft.com/office/drawing/2014/main" id="{83751BA0-94F9-41D7-B5CF-7DBDAC5AACDC}"/>
                    </a:ext>
                  </a:extLst>
                </p:cNvPr>
                <p:cNvSpPr/>
                <p:nvPr/>
              </p:nvSpPr>
              <p:spPr>
                <a:xfrm>
                  <a:off x="7763499" y="946612"/>
                  <a:ext cx="24855" cy="32518"/>
                </a:xfrm>
                <a:custGeom>
                  <a:avLst/>
                  <a:gdLst>
                    <a:gd name="connsiteX0" fmla="*/ 21953 w 24855"/>
                    <a:gd name="connsiteY0" fmla="*/ 29422 h 32518"/>
                    <a:gd name="connsiteX1" fmla="*/ 13220 w 24855"/>
                    <a:gd name="connsiteY1" fmla="*/ 31949 h 32518"/>
                    <a:gd name="connsiteX2" fmla="*/ 7501 w 24855"/>
                    <a:gd name="connsiteY2" fmla="*/ 28092 h 32518"/>
                    <a:gd name="connsiteX3" fmla="*/ 2403 w 24855"/>
                    <a:gd name="connsiteY3" fmla="*/ 20999 h 32518"/>
                    <a:gd name="connsiteX4" fmla="*/ 187 w 24855"/>
                    <a:gd name="connsiteY4" fmla="*/ 14216 h 32518"/>
                    <a:gd name="connsiteX5" fmla="*/ 364 w 24855"/>
                    <a:gd name="connsiteY5" fmla="*/ 8187 h 32518"/>
                    <a:gd name="connsiteX6" fmla="*/ 6393 w 24855"/>
                    <a:gd name="connsiteY6" fmla="*/ 607 h 32518"/>
                    <a:gd name="connsiteX7" fmla="*/ 15880 w 24855"/>
                    <a:gd name="connsiteY7" fmla="*/ 1804 h 32518"/>
                    <a:gd name="connsiteX8" fmla="*/ 20136 w 24855"/>
                    <a:gd name="connsiteY8" fmla="*/ 5217 h 32518"/>
                    <a:gd name="connsiteX9" fmla="*/ 23372 w 24855"/>
                    <a:gd name="connsiteY9" fmla="*/ 9872 h 32518"/>
                    <a:gd name="connsiteX10" fmla="*/ 24790 w 24855"/>
                    <a:gd name="connsiteY10" fmla="*/ 19093 h 32518"/>
                    <a:gd name="connsiteX11" fmla="*/ 21953 w 24855"/>
                    <a:gd name="connsiteY11" fmla="*/ 29422 h 32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4855" h="32518">
                      <a:moveTo>
                        <a:pt x="21953" y="29422"/>
                      </a:moveTo>
                      <a:cubicBezTo>
                        <a:pt x="20091" y="32215"/>
                        <a:pt x="17032" y="33279"/>
                        <a:pt x="13220" y="31949"/>
                      </a:cubicBezTo>
                      <a:cubicBezTo>
                        <a:pt x="11402" y="31195"/>
                        <a:pt x="9319" y="29998"/>
                        <a:pt x="7501" y="28092"/>
                      </a:cubicBezTo>
                      <a:cubicBezTo>
                        <a:pt x="5595" y="26230"/>
                        <a:pt x="3866" y="23792"/>
                        <a:pt x="2403" y="20999"/>
                      </a:cubicBezTo>
                      <a:cubicBezTo>
                        <a:pt x="1162" y="18561"/>
                        <a:pt x="497" y="16389"/>
                        <a:pt x="187" y="14216"/>
                      </a:cubicBezTo>
                      <a:cubicBezTo>
                        <a:pt x="-124" y="12088"/>
                        <a:pt x="-35" y="10049"/>
                        <a:pt x="364" y="8187"/>
                      </a:cubicBezTo>
                      <a:cubicBezTo>
                        <a:pt x="1162" y="4552"/>
                        <a:pt x="3334" y="1759"/>
                        <a:pt x="6393" y="607"/>
                      </a:cubicBezTo>
                      <a:cubicBezTo>
                        <a:pt x="9452" y="-590"/>
                        <a:pt x="12821" y="75"/>
                        <a:pt x="15880" y="1804"/>
                      </a:cubicBezTo>
                      <a:cubicBezTo>
                        <a:pt x="17387" y="2690"/>
                        <a:pt x="18850" y="3843"/>
                        <a:pt x="20136" y="5217"/>
                      </a:cubicBezTo>
                      <a:cubicBezTo>
                        <a:pt x="21377" y="6591"/>
                        <a:pt x="22618" y="8232"/>
                        <a:pt x="23372" y="9872"/>
                      </a:cubicBezTo>
                      <a:cubicBezTo>
                        <a:pt x="24701" y="12488"/>
                        <a:pt x="25012" y="15502"/>
                        <a:pt x="24790" y="19093"/>
                      </a:cubicBezTo>
                      <a:cubicBezTo>
                        <a:pt x="24613" y="22506"/>
                        <a:pt x="23815" y="26585"/>
                        <a:pt x="21953" y="29422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63" name="Forme libre : forme 23962">
                  <a:extLst>
                    <a:ext uri="{FF2B5EF4-FFF2-40B4-BE49-F238E27FC236}">
                      <a16:creationId xmlns:a16="http://schemas.microsoft.com/office/drawing/2014/main" id="{349E054A-54AE-4935-AE1B-5A5A070C480F}"/>
                    </a:ext>
                  </a:extLst>
                </p:cNvPr>
                <p:cNvSpPr/>
                <p:nvPr/>
              </p:nvSpPr>
              <p:spPr>
                <a:xfrm>
                  <a:off x="7763486" y="946611"/>
                  <a:ext cx="18109" cy="29023"/>
                </a:xfrm>
                <a:custGeom>
                  <a:avLst/>
                  <a:gdLst>
                    <a:gd name="connsiteX0" fmla="*/ 18110 w 18109"/>
                    <a:gd name="connsiteY0" fmla="*/ 3312 h 29023"/>
                    <a:gd name="connsiteX1" fmla="*/ 6407 w 18109"/>
                    <a:gd name="connsiteY1" fmla="*/ 608 h 29023"/>
                    <a:gd name="connsiteX2" fmla="*/ 377 w 18109"/>
                    <a:gd name="connsiteY2" fmla="*/ 8188 h 29023"/>
                    <a:gd name="connsiteX3" fmla="*/ 200 w 18109"/>
                    <a:gd name="connsiteY3" fmla="*/ 14217 h 29023"/>
                    <a:gd name="connsiteX4" fmla="*/ 2417 w 18109"/>
                    <a:gd name="connsiteY4" fmla="*/ 21000 h 29023"/>
                    <a:gd name="connsiteX5" fmla="*/ 8490 w 18109"/>
                    <a:gd name="connsiteY5" fmla="*/ 29024 h 29023"/>
                    <a:gd name="connsiteX6" fmla="*/ 6362 w 18109"/>
                    <a:gd name="connsiteY6" fmla="*/ 23882 h 29023"/>
                    <a:gd name="connsiteX7" fmla="*/ 8933 w 18109"/>
                    <a:gd name="connsiteY7" fmla="*/ 10893 h 29023"/>
                    <a:gd name="connsiteX8" fmla="*/ 18110 w 18109"/>
                    <a:gd name="connsiteY8" fmla="*/ 3312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109" h="29023">
                      <a:moveTo>
                        <a:pt x="18110" y="3312"/>
                      </a:moveTo>
                      <a:cubicBezTo>
                        <a:pt x="14563" y="430"/>
                        <a:pt x="10219" y="-855"/>
                        <a:pt x="6407" y="608"/>
                      </a:cubicBezTo>
                      <a:cubicBezTo>
                        <a:pt x="3348" y="1760"/>
                        <a:pt x="1175" y="4553"/>
                        <a:pt x="377" y="8188"/>
                      </a:cubicBezTo>
                      <a:cubicBezTo>
                        <a:pt x="-66" y="10006"/>
                        <a:pt x="-110" y="12045"/>
                        <a:pt x="200" y="14217"/>
                      </a:cubicBezTo>
                      <a:cubicBezTo>
                        <a:pt x="510" y="16390"/>
                        <a:pt x="1175" y="18562"/>
                        <a:pt x="2417" y="21000"/>
                      </a:cubicBezTo>
                      <a:cubicBezTo>
                        <a:pt x="4101" y="24280"/>
                        <a:pt x="6273" y="27029"/>
                        <a:pt x="8490" y="29024"/>
                      </a:cubicBezTo>
                      <a:cubicBezTo>
                        <a:pt x="7559" y="27384"/>
                        <a:pt x="6761" y="25699"/>
                        <a:pt x="6362" y="23882"/>
                      </a:cubicBezTo>
                      <a:cubicBezTo>
                        <a:pt x="5431" y="18429"/>
                        <a:pt x="6761" y="14439"/>
                        <a:pt x="8933" y="10893"/>
                      </a:cubicBezTo>
                      <a:cubicBezTo>
                        <a:pt x="11150" y="7346"/>
                        <a:pt x="14342" y="4642"/>
                        <a:pt x="18110" y="3312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64" name="Forme libre : forme 23963">
                  <a:extLst>
                    <a:ext uri="{FF2B5EF4-FFF2-40B4-BE49-F238E27FC236}">
                      <a16:creationId xmlns:a16="http://schemas.microsoft.com/office/drawing/2014/main" id="{731C1453-1F44-40FE-95CF-37C4BFEC8714}"/>
                    </a:ext>
                  </a:extLst>
                </p:cNvPr>
                <p:cNvSpPr/>
                <p:nvPr/>
              </p:nvSpPr>
              <p:spPr>
                <a:xfrm>
                  <a:off x="7761823" y="949072"/>
                  <a:ext cx="25535" cy="33739"/>
                </a:xfrm>
                <a:custGeom>
                  <a:avLst/>
                  <a:gdLst>
                    <a:gd name="connsiteX0" fmla="*/ 23363 w 25535"/>
                    <a:gd name="connsiteY0" fmla="*/ 30509 h 33739"/>
                    <a:gd name="connsiteX1" fmla="*/ 14542 w 25535"/>
                    <a:gd name="connsiteY1" fmla="*/ 33169 h 33739"/>
                    <a:gd name="connsiteX2" fmla="*/ 8424 w 25535"/>
                    <a:gd name="connsiteY2" fmla="*/ 29312 h 33739"/>
                    <a:gd name="connsiteX3" fmla="*/ 2927 w 25535"/>
                    <a:gd name="connsiteY3" fmla="*/ 21909 h 33739"/>
                    <a:gd name="connsiteX4" fmla="*/ 223 w 25535"/>
                    <a:gd name="connsiteY4" fmla="*/ 14461 h 33739"/>
                    <a:gd name="connsiteX5" fmla="*/ 311 w 25535"/>
                    <a:gd name="connsiteY5" fmla="*/ 8344 h 33739"/>
                    <a:gd name="connsiteX6" fmla="*/ 6252 w 25535"/>
                    <a:gd name="connsiteY6" fmla="*/ 630 h 33739"/>
                    <a:gd name="connsiteX7" fmla="*/ 15783 w 25535"/>
                    <a:gd name="connsiteY7" fmla="*/ 1783 h 33739"/>
                    <a:gd name="connsiteX8" fmla="*/ 20083 w 25535"/>
                    <a:gd name="connsiteY8" fmla="*/ 5241 h 33739"/>
                    <a:gd name="connsiteX9" fmla="*/ 23363 w 25535"/>
                    <a:gd name="connsiteY9" fmla="*/ 9674 h 33739"/>
                    <a:gd name="connsiteX10" fmla="*/ 25536 w 25535"/>
                    <a:gd name="connsiteY10" fmla="*/ 19737 h 33739"/>
                    <a:gd name="connsiteX11" fmla="*/ 23363 w 25535"/>
                    <a:gd name="connsiteY11" fmla="*/ 30509 h 33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535" h="33739">
                      <a:moveTo>
                        <a:pt x="23363" y="30509"/>
                      </a:moveTo>
                      <a:cubicBezTo>
                        <a:pt x="21679" y="33346"/>
                        <a:pt x="18443" y="34543"/>
                        <a:pt x="14542" y="33169"/>
                      </a:cubicBezTo>
                      <a:cubicBezTo>
                        <a:pt x="12547" y="32548"/>
                        <a:pt x="10508" y="31174"/>
                        <a:pt x="8424" y="29312"/>
                      </a:cubicBezTo>
                      <a:cubicBezTo>
                        <a:pt x="6473" y="27362"/>
                        <a:pt x="4434" y="24879"/>
                        <a:pt x="2927" y="21909"/>
                      </a:cubicBezTo>
                      <a:cubicBezTo>
                        <a:pt x="1109" y="18717"/>
                        <a:pt x="666" y="16767"/>
                        <a:pt x="223" y="14461"/>
                      </a:cubicBezTo>
                      <a:cubicBezTo>
                        <a:pt x="-88" y="12289"/>
                        <a:pt x="-88" y="10206"/>
                        <a:pt x="311" y="8344"/>
                      </a:cubicBezTo>
                      <a:cubicBezTo>
                        <a:pt x="1109" y="4620"/>
                        <a:pt x="3148" y="1827"/>
                        <a:pt x="6252" y="630"/>
                      </a:cubicBezTo>
                      <a:cubicBezTo>
                        <a:pt x="9311" y="-567"/>
                        <a:pt x="12724" y="10"/>
                        <a:pt x="15783" y="1783"/>
                      </a:cubicBezTo>
                      <a:cubicBezTo>
                        <a:pt x="17334" y="2669"/>
                        <a:pt x="18797" y="3822"/>
                        <a:pt x="20083" y="5241"/>
                      </a:cubicBezTo>
                      <a:cubicBezTo>
                        <a:pt x="21413" y="6526"/>
                        <a:pt x="22610" y="8388"/>
                        <a:pt x="23363" y="9674"/>
                      </a:cubicBezTo>
                      <a:cubicBezTo>
                        <a:pt x="24915" y="12555"/>
                        <a:pt x="25403" y="15969"/>
                        <a:pt x="25536" y="19737"/>
                      </a:cubicBezTo>
                      <a:cubicBezTo>
                        <a:pt x="25447" y="23549"/>
                        <a:pt x="25092" y="27672"/>
                        <a:pt x="23363" y="30509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65" name="Forme libre : forme 23964">
                  <a:extLst>
                    <a:ext uri="{FF2B5EF4-FFF2-40B4-BE49-F238E27FC236}">
                      <a16:creationId xmlns:a16="http://schemas.microsoft.com/office/drawing/2014/main" id="{BAF62D96-2420-49F3-A53A-1D6F72BA4634}"/>
                    </a:ext>
                  </a:extLst>
                </p:cNvPr>
                <p:cNvSpPr/>
                <p:nvPr/>
              </p:nvSpPr>
              <p:spPr>
                <a:xfrm>
                  <a:off x="7747994" y="930652"/>
                  <a:ext cx="37534" cy="52654"/>
                </a:xfrm>
                <a:custGeom>
                  <a:avLst/>
                  <a:gdLst>
                    <a:gd name="connsiteX0" fmla="*/ 15869 w 37534"/>
                    <a:gd name="connsiteY0" fmla="*/ 4199 h 52654"/>
                    <a:gd name="connsiteX1" fmla="*/ 5761 w 37534"/>
                    <a:gd name="connsiteY1" fmla="*/ 8677 h 52654"/>
                    <a:gd name="connsiteX2" fmla="*/ 619 w 37534"/>
                    <a:gd name="connsiteY2" fmla="*/ 29202 h 52654"/>
                    <a:gd name="connsiteX3" fmla="*/ 12012 w 37534"/>
                    <a:gd name="connsiteY3" fmla="*/ 49018 h 52654"/>
                    <a:gd name="connsiteX4" fmla="*/ 19903 w 37534"/>
                    <a:gd name="connsiteY4" fmla="*/ 52653 h 52654"/>
                    <a:gd name="connsiteX5" fmla="*/ 24912 w 37534"/>
                    <a:gd name="connsiteY5" fmla="*/ 49151 h 52654"/>
                    <a:gd name="connsiteX6" fmla="*/ 25090 w 37534"/>
                    <a:gd name="connsiteY6" fmla="*/ 39221 h 52654"/>
                    <a:gd name="connsiteX7" fmla="*/ 26420 w 37534"/>
                    <a:gd name="connsiteY7" fmla="*/ 28892 h 52654"/>
                    <a:gd name="connsiteX8" fmla="*/ 30276 w 37534"/>
                    <a:gd name="connsiteY8" fmla="*/ 20247 h 52654"/>
                    <a:gd name="connsiteX9" fmla="*/ 36084 w 37534"/>
                    <a:gd name="connsiteY9" fmla="*/ 1805 h 52654"/>
                    <a:gd name="connsiteX10" fmla="*/ 15869 w 37534"/>
                    <a:gd name="connsiteY10" fmla="*/ 4199 h 52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534" h="52654">
                      <a:moveTo>
                        <a:pt x="15869" y="4199"/>
                      </a:moveTo>
                      <a:cubicBezTo>
                        <a:pt x="12322" y="5263"/>
                        <a:pt x="8643" y="6327"/>
                        <a:pt x="5761" y="8677"/>
                      </a:cubicBezTo>
                      <a:cubicBezTo>
                        <a:pt x="309" y="13154"/>
                        <a:pt x="-933" y="21444"/>
                        <a:pt x="619" y="29202"/>
                      </a:cubicBezTo>
                      <a:cubicBezTo>
                        <a:pt x="2037" y="35852"/>
                        <a:pt x="4298" y="41393"/>
                        <a:pt x="12012" y="49018"/>
                      </a:cubicBezTo>
                      <a:cubicBezTo>
                        <a:pt x="14583" y="51279"/>
                        <a:pt x="17465" y="52653"/>
                        <a:pt x="19903" y="52653"/>
                      </a:cubicBezTo>
                      <a:cubicBezTo>
                        <a:pt x="22297" y="52697"/>
                        <a:pt x="24070" y="51545"/>
                        <a:pt x="24912" y="49151"/>
                      </a:cubicBezTo>
                      <a:cubicBezTo>
                        <a:pt x="25843" y="46225"/>
                        <a:pt x="25223" y="42501"/>
                        <a:pt x="25090" y="39221"/>
                      </a:cubicBezTo>
                      <a:cubicBezTo>
                        <a:pt x="24912" y="35320"/>
                        <a:pt x="25356" y="31862"/>
                        <a:pt x="26420" y="28892"/>
                      </a:cubicBezTo>
                      <a:cubicBezTo>
                        <a:pt x="27351" y="25833"/>
                        <a:pt x="28725" y="22951"/>
                        <a:pt x="30276" y="20247"/>
                      </a:cubicBezTo>
                      <a:cubicBezTo>
                        <a:pt x="32936" y="15504"/>
                        <a:pt x="40739" y="6770"/>
                        <a:pt x="36084" y="1805"/>
                      </a:cubicBezTo>
                      <a:cubicBezTo>
                        <a:pt x="31784" y="-2805"/>
                        <a:pt x="20790" y="2692"/>
                        <a:pt x="15869" y="419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66" name="Forme libre : forme 23965">
                  <a:extLst>
                    <a:ext uri="{FF2B5EF4-FFF2-40B4-BE49-F238E27FC236}">
                      <a16:creationId xmlns:a16="http://schemas.microsoft.com/office/drawing/2014/main" id="{EA790E23-D8E0-4208-A30A-461A8E0332C7}"/>
                    </a:ext>
                  </a:extLst>
                </p:cNvPr>
                <p:cNvSpPr/>
                <p:nvPr/>
              </p:nvSpPr>
              <p:spPr>
                <a:xfrm>
                  <a:off x="7774492" y="937365"/>
                  <a:ext cx="14260" cy="10039"/>
                </a:xfrm>
                <a:custGeom>
                  <a:avLst/>
                  <a:gdLst>
                    <a:gd name="connsiteX0" fmla="*/ 4311 w 14260"/>
                    <a:gd name="connsiteY0" fmla="*/ 101 h 10039"/>
                    <a:gd name="connsiteX1" fmla="*/ 1695 w 14260"/>
                    <a:gd name="connsiteY1" fmla="*/ 234 h 10039"/>
                    <a:gd name="connsiteX2" fmla="*/ 11 w 14260"/>
                    <a:gd name="connsiteY2" fmla="*/ 2096 h 10039"/>
                    <a:gd name="connsiteX3" fmla="*/ 897 w 14260"/>
                    <a:gd name="connsiteY3" fmla="*/ 4224 h 10039"/>
                    <a:gd name="connsiteX4" fmla="*/ 5109 w 14260"/>
                    <a:gd name="connsiteY4" fmla="*/ 8480 h 10039"/>
                    <a:gd name="connsiteX5" fmla="*/ 7236 w 14260"/>
                    <a:gd name="connsiteY5" fmla="*/ 9721 h 10039"/>
                    <a:gd name="connsiteX6" fmla="*/ 13709 w 14260"/>
                    <a:gd name="connsiteY6" fmla="*/ 5377 h 10039"/>
                    <a:gd name="connsiteX7" fmla="*/ 4311 w 14260"/>
                    <a:gd name="connsiteY7" fmla="*/ 101 h 10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60" h="10039">
                      <a:moveTo>
                        <a:pt x="4311" y="101"/>
                      </a:moveTo>
                      <a:cubicBezTo>
                        <a:pt x="3424" y="-32"/>
                        <a:pt x="2493" y="-76"/>
                        <a:pt x="1695" y="234"/>
                      </a:cubicBezTo>
                      <a:cubicBezTo>
                        <a:pt x="853" y="545"/>
                        <a:pt x="99" y="1254"/>
                        <a:pt x="11" y="2096"/>
                      </a:cubicBezTo>
                      <a:cubicBezTo>
                        <a:pt x="-78" y="2894"/>
                        <a:pt x="409" y="3604"/>
                        <a:pt x="897" y="4224"/>
                      </a:cubicBezTo>
                      <a:cubicBezTo>
                        <a:pt x="2094" y="5820"/>
                        <a:pt x="3557" y="7239"/>
                        <a:pt x="5109" y="8480"/>
                      </a:cubicBezTo>
                      <a:cubicBezTo>
                        <a:pt x="5774" y="8968"/>
                        <a:pt x="6439" y="9455"/>
                        <a:pt x="7236" y="9721"/>
                      </a:cubicBezTo>
                      <a:cubicBezTo>
                        <a:pt x="10561" y="10830"/>
                        <a:pt x="16014" y="8968"/>
                        <a:pt x="13709" y="5377"/>
                      </a:cubicBezTo>
                      <a:cubicBezTo>
                        <a:pt x="11980" y="2540"/>
                        <a:pt x="7857" y="589"/>
                        <a:pt x="4311" y="10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67" name="Forme libre : forme 23966">
                  <a:extLst>
                    <a:ext uri="{FF2B5EF4-FFF2-40B4-BE49-F238E27FC236}">
                      <a16:creationId xmlns:a16="http://schemas.microsoft.com/office/drawing/2014/main" id="{6E4999AF-2471-4C77-8664-9812912F1A2F}"/>
                    </a:ext>
                  </a:extLst>
                </p:cNvPr>
                <p:cNvSpPr/>
                <p:nvPr/>
              </p:nvSpPr>
              <p:spPr>
                <a:xfrm>
                  <a:off x="7760051" y="988536"/>
                  <a:ext cx="34090" cy="11278"/>
                </a:xfrm>
                <a:custGeom>
                  <a:avLst/>
                  <a:gdLst>
                    <a:gd name="connsiteX0" fmla="*/ 34091 w 34090"/>
                    <a:gd name="connsiteY0" fmla="*/ 0 h 11278"/>
                    <a:gd name="connsiteX1" fmla="*/ 33115 w 34090"/>
                    <a:gd name="connsiteY1" fmla="*/ 2748 h 11278"/>
                    <a:gd name="connsiteX2" fmla="*/ 28771 w 34090"/>
                    <a:gd name="connsiteY2" fmla="*/ 8334 h 11278"/>
                    <a:gd name="connsiteX3" fmla="*/ 24426 w 34090"/>
                    <a:gd name="connsiteY3" fmla="*/ 10595 h 11278"/>
                    <a:gd name="connsiteX4" fmla="*/ 18176 w 34090"/>
                    <a:gd name="connsiteY4" fmla="*/ 11216 h 11278"/>
                    <a:gd name="connsiteX5" fmla="*/ 0 w 34090"/>
                    <a:gd name="connsiteY5" fmla="*/ 1507 h 11278"/>
                    <a:gd name="connsiteX6" fmla="*/ 3724 w 34090"/>
                    <a:gd name="connsiteY6" fmla="*/ 4477 h 11278"/>
                    <a:gd name="connsiteX7" fmla="*/ 13299 w 34090"/>
                    <a:gd name="connsiteY7" fmla="*/ 8733 h 11278"/>
                    <a:gd name="connsiteX8" fmla="*/ 24958 w 34090"/>
                    <a:gd name="connsiteY8" fmla="*/ 8201 h 11278"/>
                    <a:gd name="connsiteX9" fmla="*/ 34091 w 34090"/>
                    <a:gd name="connsiteY9" fmla="*/ 0 h 11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090" h="11278">
                      <a:moveTo>
                        <a:pt x="34091" y="0"/>
                      </a:moveTo>
                      <a:cubicBezTo>
                        <a:pt x="34091" y="0"/>
                        <a:pt x="33869" y="1153"/>
                        <a:pt x="33115" y="2748"/>
                      </a:cubicBezTo>
                      <a:cubicBezTo>
                        <a:pt x="32362" y="4344"/>
                        <a:pt x="31076" y="6605"/>
                        <a:pt x="28771" y="8334"/>
                      </a:cubicBezTo>
                      <a:cubicBezTo>
                        <a:pt x="27618" y="9221"/>
                        <a:pt x="26200" y="10019"/>
                        <a:pt x="24426" y="10595"/>
                      </a:cubicBezTo>
                      <a:cubicBezTo>
                        <a:pt x="22742" y="11038"/>
                        <a:pt x="20614" y="11437"/>
                        <a:pt x="18176" y="11216"/>
                      </a:cubicBezTo>
                      <a:cubicBezTo>
                        <a:pt x="13299" y="10861"/>
                        <a:pt x="6916" y="8379"/>
                        <a:pt x="0" y="1507"/>
                      </a:cubicBezTo>
                      <a:cubicBezTo>
                        <a:pt x="0" y="1507"/>
                        <a:pt x="1374" y="2793"/>
                        <a:pt x="3724" y="4477"/>
                      </a:cubicBezTo>
                      <a:cubicBezTo>
                        <a:pt x="6162" y="5985"/>
                        <a:pt x="9487" y="7891"/>
                        <a:pt x="13299" y="8733"/>
                      </a:cubicBezTo>
                      <a:cubicBezTo>
                        <a:pt x="17112" y="9620"/>
                        <a:pt x="21279" y="9575"/>
                        <a:pt x="24958" y="8201"/>
                      </a:cubicBezTo>
                      <a:cubicBezTo>
                        <a:pt x="28726" y="6783"/>
                        <a:pt x="31874" y="4078"/>
                        <a:pt x="340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68" name="Forme libre : forme 23967">
                  <a:extLst>
                    <a:ext uri="{FF2B5EF4-FFF2-40B4-BE49-F238E27FC236}">
                      <a16:creationId xmlns:a16="http://schemas.microsoft.com/office/drawing/2014/main" id="{58AB3B4E-4C7A-456F-8687-28DEDAC97D39}"/>
                    </a:ext>
                  </a:extLst>
                </p:cNvPr>
                <p:cNvSpPr/>
                <p:nvPr/>
              </p:nvSpPr>
              <p:spPr>
                <a:xfrm>
                  <a:off x="7770513" y="922752"/>
                  <a:ext cx="28194" cy="13074"/>
                </a:xfrm>
                <a:custGeom>
                  <a:avLst/>
                  <a:gdLst>
                    <a:gd name="connsiteX0" fmla="*/ 28195 w 28194"/>
                    <a:gd name="connsiteY0" fmla="*/ 13074 h 13074"/>
                    <a:gd name="connsiteX1" fmla="*/ 22165 w 28194"/>
                    <a:gd name="connsiteY1" fmla="*/ 5538 h 13074"/>
                    <a:gd name="connsiteX2" fmla="*/ 0 w 28194"/>
                    <a:gd name="connsiteY2" fmla="*/ 617 h 13074"/>
                    <a:gd name="connsiteX3" fmla="*/ 10861 w 28194"/>
                    <a:gd name="connsiteY3" fmla="*/ 1681 h 13074"/>
                    <a:gd name="connsiteX4" fmla="*/ 28195 w 28194"/>
                    <a:gd name="connsiteY4" fmla="*/ 13074 h 13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194" h="13074">
                      <a:moveTo>
                        <a:pt x="28195" y="13074"/>
                      </a:moveTo>
                      <a:cubicBezTo>
                        <a:pt x="28195" y="13074"/>
                        <a:pt x="26466" y="9173"/>
                        <a:pt x="22165" y="5538"/>
                      </a:cubicBezTo>
                      <a:cubicBezTo>
                        <a:pt x="17821" y="1947"/>
                        <a:pt x="10861" y="-1422"/>
                        <a:pt x="0" y="617"/>
                      </a:cubicBezTo>
                      <a:cubicBezTo>
                        <a:pt x="0" y="617"/>
                        <a:pt x="4877" y="218"/>
                        <a:pt x="10861" y="1681"/>
                      </a:cubicBezTo>
                      <a:cubicBezTo>
                        <a:pt x="16802" y="3144"/>
                        <a:pt x="23717" y="6469"/>
                        <a:pt x="28195" y="130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69" name="Forme libre : forme 23968">
                  <a:extLst>
                    <a:ext uri="{FF2B5EF4-FFF2-40B4-BE49-F238E27FC236}">
                      <a16:creationId xmlns:a16="http://schemas.microsoft.com/office/drawing/2014/main" id="{402D6816-6C3A-48D2-8703-E3BDF325FF6D}"/>
                    </a:ext>
                  </a:extLst>
                </p:cNvPr>
                <p:cNvSpPr/>
                <p:nvPr/>
              </p:nvSpPr>
              <p:spPr>
                <a:xfrm>
                  <a:off x="7778651" y="956365"/>
                  <a:ext cx="7236" cy="11861"/>
                </a:xfrm>
                <a:custGeom>
                  <a:avLst/>
                  <a:gdLst>
                    <a:gd name="connsiteX0" fmla="*/ 4807 w 7236"/>
                    <a:gd name="connsiteY0" fmla="*/ 11645 h 11861"/>
                    <a:gd name="connsiteX1" fmla="*/ 108 w 7236"/>
                    <a:gd name="connsiteY1" fmla="*/ 6680 h 11861"/>
                    <a:gd name="connsiteX2" fmla="*/ 3122 w 7236"/>
                    <a:gd name="connsiteY2" fmla="*/ 30 h 11861"/>
                    <a:gd name="connsiteX3" fmla="*/ 5915 w 7236"/>
                    <a:gd name="connsiteY3" fmla="*/ 1272 h 11861"/>
                    <a:gd name="connsiteX4" fmla="*/ 7201 w 7236"/>
                    <a:gd name="connsiteY4" fmla="*/ 4508 h 11861"/>
                    <a:gd name="connsiteX5" fmla="*/ 4807 w 7236"/>
                    <a:gd name="connsiteY5" fmla="*/ 11645 h 11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236" h="11861">
                      <a:moveTo>
                        <a:pt x="4807" y="11645"/>
                      </a:moveTo>
                      <a:cubicBezTo>
                        <a:pt x="2989" y="12620"/>
                        <a:pt x="640" y="10182"/>
                        <a:pt x="108" y="6680"/>
                      </a:cubicBezTo>
                      <a:cubicBezTo>
                        <a:pt x="-424" y="3267"/>
                        <a:pt x="1083" y="341"/>
                        <a:pt x="3122" y="30"/>
                      </a:cubicBezTo>
                      <a:cubicBezTo>
                        <a:pt x="4142" y="-147"/>
                        <a:pt x="5161" y="474"/>
                        <a:pt x="5915" y="1272"/>
                      </a:cubicBezTo>
                      <a:cubicBezTo>
                        <a:pt x="6624" y="1981"/>
                        <a:pt x="7023" y="3089"/>
                        <a:pt x="7201" y="4508"/>
                      </a:cubicBezTo>
                      <a:cubicBezTo>
                        <a:pt x="7422" y="7301"/>
                        <a:pt x="6624" y="10670"/>
                        <a:pt x="4807" y="1164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70" name="Forme libre : forme 23969">
                  <a:extLst>
                    <a:ext uri="{FF2B5EF4-FFF2-40B4-BE49-F238E27FC236}">
                      <a16:creationId xmlns:a16="http://schemas.microsoft.com/office/drawing/2014/main" id="{862D24EA-0380-4BD1-823B-CE627F86B7D8}"/>
                    </a:ext>
                  </a:extLst>
                </p:cNvPr>
                <p:cNvSpPr/>
                <p:nvPr/>
              </p:nvSpPr>
              <p:spPr>
                <a:xfrm>
                  <a:off x="7782697" y="965644"/>
                  <a:ext cx="3030" cy="3513"/>
                </a:xfrm>
                <a:custGeom>
                  <a:avLst/>
                  <a:gdLst>
                    <a:gd name="connsiteX0" fmla="*/ 2356 w 3030"/>
                    <a:gd name="connsiteY0" fmla="*/ 2987 h 3513"/>
                    <a:gd name="connsiteX1" fmla="*/ 273 w 3030"/>
                    <a:gd name="connsiteY1" fmla="*/ 2943 h 3513"/>
                    <a:gd name="connsiteX2" fmla="*/ 716 w 3030"/>
                    <a:gd name="connsiteY2" fmla="*/ 460 h 3513"/>
                    <a:gd name="connsiteX3" fmla="*/ 2800 w 3030"/>
                    <a:gd name="connsiteY3" fmla="*/ 504 h 3513"/>
                    <a:gd name="connsiteX4" fmla="*/ 2356 w 3030"/>
                    <a:gd name="connsiteY4" fmla="*/ 2987 h 3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0" h="3513">
                      <a:moveTo>
                        <a:pt x="2356" y="2987"/>
                      </a:moveTo>
                      <a:cubicBezTo>
                        <a:pt x="1691" y="3696"/>
                        <a:pt x="761" y="3696"/>
                        <a:pt x="273" y="2943"/>
                      </a:cubicBezTo>
                      <a:cubicBezTo>
                        <a:pt x="-215" y="2189"/>
                        <a:pt x="-38" y="1081"/>
                        <a:pt x="716" y="460"/>
                      </a:cubicBezTo>
                      <a:cubicBezTo>
                        <a:pt x="1425" y="-161"/>
                        <a:pt x="2356" y="-161"/>
                        <a:pt x="2800" y="504"/>
                      </a:cubicBezTo>
                      <a:cubicBezTo>
                        <a:pt x="3243" y="1169"/>
                        <a:pt x="3021" y="2233"/>
                        <a:pt x="2356" y="29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71" name="Forme libre : forme 23970">
                  <a:extLst>
                    <a:ext uri="{FF2B5EF4-FFF2-40B4-BE49-F238E27FC236}">
                      <a16:creationId xmlns:a16="http://schemas.microsoft.com/office/drawing/2014/main" id="{F32A5278-EE6A-4381-9438-2353B711D510}"/>
                    </a:ext>
                  </a:extLst>
                </p:cNvPr>
                <p:cNvSpPr/>
                <p:nvPr/>
              </p:nvSpPr>
              <p:spPr>
                <a:xfrm>
                  <a:off x="7788017" y="948581"/>
                  <a:ext cx="13664" cy="34766"/>
                </a:xfrm>
                <a:custGeom>
                  <a:avLst/>
                  <a:gdLst>
                    <a:gd name="connsiteX0" fmla="*/ 10291 w 13664"/>
                    <a:gd name="connsiteY0" fmla="*/ 14508 h 34766"/>
                    <a:gd name="connsiteX1" fmla="*/ 5371 w 13664"/>
                    <a:gd name="connsiteY1" fmla="*/ 31531 h 34766"/>
                    <a:gd name="connsiteX2" fmla="*/ 1647 w 13664"/>
                    <a:gd name="connsiteY2" fmla="*/ 34546 h 34766"/>
                    <a:gd name="connsiteX3" fmla="*/ 95 w 13664"/>
                    <a:gd name="connsiteY3" fmla="*/ 29359 h 34766"/>
                    <a:gd name="connsiteX4" fmla="*/ 4706 w 13664"/>
                    <a:gd name="connsiteY4" fmla="*/ 12735 h 34766"/>
                    <a:gd name="connsiteX5" fmla="*/ 5637 w 13664"/>
                    <a:gd name="connsiteY5" fmla="*/ 5686 h 34766"/>
                    <a:gd name="connsiteX6" fmla="*/ 7188 w 13664"/>
                    <a:gd name="connsiteY6" fmla="*/ 2051 h 34766"/>
                    <a:gd name="connsiteX7" fmla="*/ 10025 w 13664"/>
                    <a:gd name="connsiteY7" fmla="*/ 12 h 34766"/>
                    <a:gd name="connsiteX8" fmla="*/ 12951 w 13664"/>
                    <a:gd name="connsiteY8" fmla="*/ 633 h 34766"/>
                    <a:gd name="connsiteX9" fmla="*/ 13661 w 13664"/>
                    <a:gd name="connsiteY9" fmla="*/ 1120 h 34766"/>
                    <a:gd name="connsiteX10" fmla="*/ 12951 w 13664"/>
                    <a:gd name="connsiteY10" fmla="*/ 4401 h 34766"/>
                    <a:gd name="connsiteX11" fmla="*/ 10291 w 13664"/>
                    <a:gd name="connsiteY11" fmla="*/ 14508 h 34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664" h="34766">
                      <a:moveTo>
                        <a:pt x="10291" y="14508"/>
                      </a:moveTo>
                      <a:cubicBezTo>
                        <a:pt x="8962" y="20050"/>
                        <a:pt x="7499" y="26034"/>
                        <a:pt x="5371" y="31531"/>
                      </a:cubicBezTo>
                      <a:cubicBezTo>
                        <a:pt x="4661" y="33482"/>
                        <a:pt x="3331" y="35432"/>
                        <a:pt x="1647" y="34546"/>
                      </a:cubicBezTo>
                      <a:cubicBezTo>
                        <a:pt x="51" y="33748"/>
                        <a:pt x="-171" y="31221"/>
                        <a:pt x="95" y="29359"/>
                      </a:cubicBezTo>
                      <a:cubicBezTo>
                        <a:pt x="1071" y="23286"/>
                        <a:pt x="3775" y="17301"/>
                        <a:pt x="4706" y="12735"/>
                      </a:cubicBezTo>
                      <a:cubicBezTo>
                        <a:pt x="4972" y="11316"/>
                        <a:pt x="4794" y="8125"/>
                        <a:pt x="5637" y="5686"/>
                      </a:cubicBezTo>
                      <a:cubicBezTo>
                        <a:pt x="6036" y="4445"/>
                        <a:pt x="6701" y="3514"/>
                        <a:pt x="7188" y="2051"/>
                      </a:cubicBezTo>
                      <a:cubicBezTo>
                        <a:pt x="7809" y="810"/>
                        <a:pt x="8696" y="56"/>
                        <a:pt x="10025" y="12"/>
                      </a:cubicBezTo>
                      <a:cubicBezTo>
                        <a:pt x="11311" y="-121"/>
                        <a:pt x="12641" y="899"/>
                        <a:pt x="12951" y="633"/>
                      </a:cubicBezTo>
                      <a:cubicBezTo>
                        <a:pt x="13439" y="633"/>
                        <a:pt x="13616" y="810"/>
                        <a:pt x="13661" y="1120"/>
                      </a:cubicBezTo>
                      <a:cubicBezTo>
                        <a:pt x="13705" y="1741"/>
                        <a:pt x="13306" y="3160"/>
                        <a:pt x="12951" y="4401"/>
                      </a:cubicBezTo>
                      <a:cubicBezTo>
                        <a:pt x="12286" y="6617"/>
                        <a:pt x="11267" y="10341"/>
                        <a:pt x="10291" y="1450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17" name="Graphique 2">
                <a:extLst>
                  <a:ext uri="{FF2B5EF4-FFF2-40B4-BE49-F238E27FC236}">
                    <a16:creationId xmlns:a16="http://schemas.microsoft.com/office/drawing/2014/main" id="{6DA1E6DA-94AE-44BB-8FA5-A1F2DD743CFF}"/>
                  </a:ext>
                </a:extLst>
              </p:cNvPr>
              <p:cNvGrpSpPr/>
              <p:nvPr/>
            </p:nvGrpSpPr>
            <p:grpSpPr>
              <a:xfrm>
                <a:off x="7795548" y="932706"/>
                <a:ext cx="70625" cy="79787"/>
                <a:chOff x="7795548" y="932706"/>
                <a:chExt cx="70625" cy="79787"/>
              </a:xfrm>
              <a:solidFill>
                <a:schemeClr val="accent1"/>
              </a:solidFill>
            </p:grpSpPr>
            <p:sp>
              <p:nvSpPr>
                <p:cNvPr id="23948" name="Forme libre : forme 23947">
                  <a:extLst>
                    <a:ext uri="{FF2B5EF4-FFF2-40B4-BE49-F238E27FC236}">
                      <a16:creationId xmlns:a16="http://schemas.microsoft.com/office/drawing/2014/main" id="{AD4CEC96-A445-4B6B-8FFB-A02CBE057743}"/>
                    </a:ext>
                  </a:extLst>
                </p:cNvPr>
                <p:cNvSpPr/>
                <p:nvPr/>
              </p:nvSpPr>
              <p:spPr>
                <a:xfrm>
                  <a:off x="7795548" y="932706"/>
                  <a:ext cx="70537" cy="79744"/>
                </a:xfrm>
                <a:custGeom>
                  <a:avLst/>
                  <a:gdLst>
                    <a:gd name="connsiteX0" fmla="*/ 65843 w 70537"/>
                    <a:gd name="connsiteY0" fmla="*/ 44924 h 79744"/>
                    <a:gd name="connsiteX1" fmla="*/ 60612 w 70537"/>
                    <a:gd name="connsiteY1" fmla="*/ 51574 h 79744"/>
                    <a:gd name="connsiteX2" fmla="*/ 57908 w 70537"/>
                    <a:gd name="connsiteY2" fmla="*/ 54943 h 79744"/>
                    <a:gd name="connsiteX3" fmla="*/ 56445 w 70537"/>
                    <a:gd name="connsiteY3" fmla="*/ 56672 h 79744"/>
                    <a:gd name="connsiteX4" fmla="*/ 54140 w 70537"/>
                    <a:gd name="connsiteY4" fmla="*/ 58933 h 79744"/>
                    <a:gd name="connsiteX5" fmla="*/ 44964 w 70537"/>
                    <a:gd name="connsiteY5" fmla="*/ 67976 h 79744"/>
                    <a:gd name="connsiteX6" fmla="*/ 40043 w 70537"/>
                    <a:gd name="connsiteY6" fmla="*/ 71877 h 79744"/>
                    <a:gd name="connsiteX7" fmla="*/ 34856 w 70537"/>
                    <a:gd name="connsiteY7" fmla="*/ 75335 h 79744"/>
                    <a:gd name="connsiteX8" fmla="*/ 27276 w 70537"/>
                    <a:gd name="connsiteY8" fmla="*/ 78571 h 79744"/>
                    <a:gd name="connsiteX9" fmla="*/ 19916 w 70537"/>
                    <a:gd name="connsiteY9" fmla="*/ 79724 h 79744"/>
                    <a:gd name="connsiteX10" fmla="*/ 13267 w 70537"/>
                    <a:gd name="connsiteY10" fmla="*/ 78881 h 79744"/>
                    <a:gd name="connsiteX11" fmla="*/ 7725 w 70537"/>
                    <a:gd name="connsiteY11" fmla="*/ 76399 h 79744"/>
                    <a:gd name="connsiteX12" fmla="*/ 1031 w 70537"/>
                    <a:gd name="connsiteY12" fmla="*/ 68508 h 79744"/>
                    <a:gd name="connsiteX13" fmla="*/ 367 w 70537"/>
                    <a:gd name="connsiteY13" fmla="*/ 59154 h 79744"/>
                    <a:gd name="connsiteX14" fmla="*/ 4268 w 70537"/>
                    <a:gd name="connsiteY14" fmla="*/ 40535 h 79744"/>
                    <a:gd name="connsiteX15" fmla="*/ 7149 w 70537"/>
                    <a:gd name="connsiteY15" fmla="*/ 30428 h 79744"/>
                    <a:gd name="connsiteX16" fmla="*/ 9543 w 70537"/>
                    <a:gd name="connsiteY16" fmla="*/ 21916 h 79744"/>
                    <a:gd name="connsiteX17" fmla="*/ 10119 w 70537"/>
                    <a:gd name="connsiteY17" fmla="*/ 15976 h 79744"/>
                    <a:gd name="connsiteX18" fmla="*/ 9809 w 70537"/>
                    <a:gd name="connsiteY18" fmla="*/ 13937 h 79744"/>
                    <a:gd name="connsiteX19" fmla="*/ 11715 w 70537"/>
                    <a:gd name="connsiteY19" fmla="*/ 11410 h 79744"/>
                    <a:gd name="connsiteX20" fmla="*/ 14508 w 70537"/>
                    <a:gd name="connsiteY20" fmla="*/ 7775 h 79744"/>
                    <a:gd name="connsiteX21" fmla="*/ 20005 w 70537"/>
                    <a:gd name="connsiteY21" fmla="*/ 2943 h 79744"/>
                    <a:gd name="connsiteX22" fmla="*/ 27408 w 70537"/>
                    <a:gd name="connsiteY22" fmla="*/ 327 h 79744"/>
                    <a:gd name="connsiteX23" fmla="*/ 44476 w 70537"/>
                    <a:gd name="connsiteY23" fmla="*/ 3341 h 79744"/>
                    <a:gd name="connsiteX24" fmla="*/ 59637 w 70537"/>
                    <a:gd name="connsiteY24" fmla="*/ 11986 h 79744"/>
                    <a:gd name="connsiteX25" fmla="*/ 70055 w 70537"/>
                    <a:gd name="connsiteY25" fmla="*/ 26216 h 79744"/>
                    <a:gd name="connsiteX26" fmla="*/ 70055 w 70537"/>
                    <a:gd name="connsiteY26" fmla="*/ 35570 h 79744"/>
                    <a:gd name="connsiteX27" fmla="*/ 65843 w 70537"/>
                    <a:gd name="connsiteY27" fmla="*/ 44924 h 79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70537" h="79744">
                      <a:moveTo>
                        <a:pt x="65843" y="44924"/>
                      </a:moveTo>
                      <a:cubicBezTo>
                        <a:pt x="64469" y="47007"/>
                        <a:pt x="62341" y="49357"/>
                        <a:pt x="60612" y="51574"/>
                      </a:cubicBezTo>
                      <a:lnTo>
                        <a:pt x="57908" y="54943"/>
                      </a:lnTo>
                      <a:cubicBezTo>
                        <a:pt x="57421" y="55519"/>
                        <a:pt x="57110" y="56007"/>
                        <a:pt x="56445" y="56672"/>
                      </a:cubicBezTo>
                      <a:lnTo>
                        <a:pt x="54140" y="58933"/>
                      </a:lnTo>
                      <a:lnTo>
                        <a:pt x="44964" y="67976"/>
                      </a:lnTo>
                      <a:cubicBezTo>
                        <a:pt x="43501" y="69616"/>
                        <a:pt x="41683" y="70636"/>
                        <a:pt x="40043" y="71877"/>
                      </a:cubicBezTo>
                      <a:cubicBezTo>
                        <a:pt x="38358" y="73118"/>
                        <a:pt x="36674" y="74360"/>
                        <a:pt x="34856" y="75335"/>
                      </a:cubicBezTo>
                      <a:cubicBezTo>
                        <a:pt x="32373" y="76798"/>
                        <a:pt x="29847" y="77950"/>
                        <a:pt x="27276" y="78571"/>
                      </a:cubicBezTo>
                      <a:cubicBezTo>
                        <a:pt x="24793" y="79413"/>
                        <a:pt x="22266" y="79635"/>
                        <a:pt x="19916" y="79724"/>
                      </a:cubicBezTo>
                      <a:cubicBezTo>
                        <a:pt x="17567" y="79857"/>
                        <a:pt x="15262" y="79325"/>
                        <a:pt x="13267" y="78881"/>
                      </a:cubicBezTo>
                      <a:cubicBezTo>
                        <a:pt x="11183" y="78172"/>
                        <a:pt x="9321" y="77463"/>
                        <a:pt x="7725" y="76399"/>
                      </a:cubicBezTo>
                      <a:cubicBezTo>
                        <a:pt x="4445" y="74360"/>
                        <a:pt x="2228" y="71478"/>
                        <a:pt x="1031" y="68508"/>
                      </a:cubicBezTo>
                      <a:cubicBezTo>
                        <a:pt x="-121" y="65405"/>
                        <a:pt x="-254" y="62257"/>
                        <a:pt x="367" y="59154"/>
                      </a:cubicBezTo>
                      <a:lnTo>
                        <a:pt x="4268" y="40535"/>
                      </a:lnTo>
                      <a:cubicBezTo>
                        <a:pt x="5021" y="36856"/>
                        <a:pt x="6174" y="33531"/>
                        <a:pt x="7149" y="30428"/>
                      </a:cubicBezTo>
                      <a:cubicBezTo>
                        <a:pt x="8169" y="27280"/>
                        <a:pt x="9011" y="24443"/>
                        <a:pt x="9543" y="21916"/>
                      </a:cubicBezTo>
                      <a:cubicBezTo>
                        <a:pt x="10075" y="19434"/>
                        <a:pt x="10208" y="17350"/>
                        <a:pt x="10119" y="15976"/>
                      </a:cubicBezTo>
                      <a:cubicBezTo>
                        <a:pt x="10075" y="14602"/>
                        <a:pt x="9809" y="13937"/>
                        <a:pt x="9809" y="13937"/>
                      </a:cubicBezTo>
                      <a:lnTo>
                        <a:pt x="11715" y="11410"/>
                      </a:lnTo>
                      <a:cubicBezTo>
                        <a:pt x="12646" y="10168"/>
                        <a:pt x="13488" y="9326"/>
                        <a:pt x="14508" y="7775"/>
                      </a:cubicBezTo>
                      <a:cubicBezTo>
                        <a:pt x="15882" y="5691"/>
                        <a:pt x="17789" y="4139"/>
                        <a:pt x="20005" y="2943"/>
                      </a:cubicBezTo>
                      <a:cubicBezTo>
                        <a:pt x="22177" y="1657"/>
                        <a:pt x="24704" y="726"/>
                        <a:pt x="27408" y="327"/>
                      </a:cubicBezTo>
                      <a:cubicBezTo>
                        <a:pt x="32861" y="-515"/>
                        <a:pt x="38979" y="194"/>
                        <a:pt x="44476" y="3341"/>
                      </a:cubicBezTo>
                      <a:lnTo>
                        <a:pt x="59637" y="11986"/>
                      </a:lnTo>
                      <a:cubicBezTo>
                        <a:pt x="65134" y="15089"/>
                        <a:pt x="68902" y="20232"/>
                        <a:pt x="70055" y="26216"/>
                      </a:cubicBezTo>
                      <a:cubicBezTo>
                        <a:pt x="70675" y="29186"/>
                        <a:pt x="70720" y="32378"/>
                        <a:pt x="70055" y="35570"/>
                      </a:cubicBezTo>
                      <a:cubicBezTo>
                        <a:pt x="69346" y="38762"/>
                        <a:pt x="67883" y="41998"/>
                        <a:pt x="65843" y="44924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49" name="Forme libre : forme 23948">
                  <a:extLst>
                    <a:ext uri="{FF2B5EF4-FFF2-40B4-BE49-F238E27FC236}">
                      <a16:creationId xmlns:a16="http://schemas.microsoft.com/office/drawing/2014/main" id="{9F8FD2BB-A3FC-4FE9-B82E-4C923A840DC2}"/>
                    </a:ext>
                  </a:extLst>
                </p:cNvPr>
                <p:cNvSpPr/>
                <p:nvPr/>
              </p:nvSpPr>
              <p:spPr>
                <a:xfrm>
                  <a:off x="7795573" y="944471"/>
                  <a:ext cx="70600" cy="68023"/>
                </a:xfrm>
                <a:custGeom>
                  <a:avLst/>
                  <a:gdLst>
                    <a:gd name="connsiteX0" fmla="*/ 31684 w 70600"/>
                    <a:gd name="connsiteY0" fmla="*/ 40297 h 68023"/>
                    <a:gd name="connsiteX1" fmla="*/ 14661 w 70600"/>
                    <a:gd name="connsiteY1" fmla="*/ 49207 h 68023"/>
                    <a:gd name="connsiteX2" fmla="*/ 1938 w 70600"/>
                    <a:gd name="connsiteY2" fmla="*/ 40075 h 68023"/>
                    <a:gd name="connsiteX3" fmla="*/ 386 w 70600"/>
                    <a:gd name="connsiteY3" fmla="*/ 47434 h 68023"/>
                    <a:gd name="connsiteX4" fmla="*/ 1051 w 70600"/>
                    <a:gd name="connsiteY4" fmla="*/ 56788 h 68023"/>
                    <a:gd name="connsiteX5" fmla="*/ 7745 w 70600"/>
                    <a:gd name="connsiteY5" fmla="*/ 64679 h 68023"/>
                    <a:gd name="connsiteX6" fmla="*/ 13286 w 70600"/>
                    <a:gd name="connsiteY6" fmla="*/ 67161 h 68023"/>
                    <a:gd name="connsiteX7" fmla="*/ 19936 w 70600"/>
                    <a:gd name="connsiteY7" fmla="*/ 68004 h 68023"/>
                    <a:gd name="connsiteX8" fmla="*/ 27295 w 70600"/>
                    <a:gd name="connsiteY8" fmla="*/ 66851 h 68023"/>
                    <a:gd name="connsiteX9" fmla="*/ 34875 w 70600"/>
                    <a:gd name="connsiteY9" fmla="*/ 63615 h 68023"/>
                    <a:gd name="connsiteX10" fmla="*/ 40062 w 70600"/>
                    <a:gd name="connsiteY10" fmla="*/ 60157 h 68023"/>
                    <a:gd name="connsiteX11" fmla="*/ 44983 w 70600"/>
                    <a:gd name="connsiteY11" fmla="*/ 56256 h 68023"/>
                    <a:gd name="connsiteX12" fmla="*/ 54159 w 70600"/>
                    <a:gd name="connsiteY12" fmla="*/ 47212 h 68023"/>
                    <a:gd name="connsiteX13" fmla="*/ 56465 w 70600"/>
                    <a:gd name="connsiteY13" fmla="*/ 44952 h 68023"/>
                    <a:gd name="connsiteX14" fmla="*/ 57928 w 70600"/>
                    <a:gd name="connsiteY14" fmla="*/ 43223 h 68023"/>
                    <a:gd name="connsiteX15" fmla="*/ 60632 w 70600"/>
                    <a:gd name="connsiteY15" fmla="*/ 39853 h 68023"/>
                    <a:gd name="connsiteX16" fmla="*/ 65863 w 70600"/>
                    <a:gd name="connsiteY16" fmla="*/ 33204 h 68023"/>
                    <a:gd name="connsiteX17" fmla="*/ 70119 w 70600"/>
                    <a:gd name="connsiteY17" fmla="*/ 23850 h 68023"/>
                    <a:gd name="connsiteX18" fmla="*/ 70119 w 70600"/>
                    <a:gd name="connsiteY18" fmla="*/ 14496 h 68023"/>
                    <a:gd name="connsiteX19" fmla="*/ 59701 w 70600"/>
                    <a:gd name="connsiteY19" fmla="*/ 266 h 68023"/>
                    <a:gd name="connsiteX20" fmla="*/ 59213 w 70600"/>
                    <a:gd name="connsiteY20" fmla="*/ 0 h 68023"/>
                    <a:gd name="connsiteX21" fmla="*/ 53672 w 70600"/>
                    <a:gd name="connsiteY21" fmla="*/ 9974 h 68023"/>
                    <a:gd name="connsiteX22" fmla="*/ 47244 w 70600"/>
                    <a:gd name="connsiteY22" fmla="*/ 19373 h 68023"/>
                    <a:gd name="connsiteX23" fmla="*/ 40372 w 70600"/>
                    <a:gd name="connsiteY23" fmla="*/ 28859 h 68023"/>
                    <a:gd name="connsiteX24" fmla="*/ 31684 w 70600"/>
                    <a:gd name="connsiteY24" fmla="*/ 40297 h 68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0600" h="68023">
                      <a:moveTo>
                        <a:pt x="31684" y="40297"/>
                      </a:moveTo>
                      <a:cubicBezTo>
                        <a:pt x="27206" y="46015"/>
                        <a:pt x="20601" y="49429"/>
                        <a:pt x="14661" y="49207"/>
                      </a:cubicBezTo>
                      <a:cubicBezTo>
                        <a:pt x="8720" y="49074"/>
                        <a:pt x="3755" y="45395"/>
                        <a:pt x="1938" y="40075"/>
                      </a:cubicBezTo>
                      <a:lnTo>
                        <a:pt x="386" y="47434"/>
                      </a:lnTo>
                      <a:cubicBezTo>
                        <a:pt x="-279" y="50493"/>
                        <a:pt x="-102" y="53685"/>
                        <a:pt x="1051" y="56788"/>
                      </a:cubicBezTo>
                      <a:cubicBezTo>
                        <a:pt x="2248" y="59758"/>
                        <a:pt x="4464" y="62640"/>
                        <a:pt x="7745" y="64679"/>
                      </a:cubicBezTo>
                      <a:cubicBezTo>
                        <a:pt x="9385" y="65743"/>
                        <a:pt x="11203" y="66452"/>
                        <a:pt x="13286" y="67161"/>
                      </a:cubicBezTo>
                      <a:cubicBezTo>
                        <a:pt x="15326" y="67560"/>
                        <a:pt x="17631" y="68137"/>
                        <a:pt x="19936" y="68004"/>
                      </a:cubicBezTo>
                      <a:cubicBezTo>
                        <a:pt x="22285" y="67915"/>
                        <a:pt x="24812" y="67693"/>
                        <a:pt x="27295" y="66851"/>
                      </a:cubicBezTo>
                      <a:cubicBezTo>
                        <a:pt x="29822" y="66230"/>
                        <a:pt x="32393" y="65078"/>
                        <a:pt x="34875" y="63615"/>
                      </a:cubicBezTo>
                      <a:cubicBezTo>
                        <a:pt x="36693" y="62684"/>
                        <a:pt x="38333" y="61398"/>
                        <a:pt x="40062" y="60157"/>
                      </a:cubicBezTo>
                      <a:cubicBezTo>
                        <a:pt x="41702" y="58872"/>
                        <a:pt x="43564" y="57896"/>
                        <a:pt x="44983" y="56256"/>
                      </a:cubicBezTo>
                      <a:lnTo>
                        <a:pt x="54159" y="47212"/>
                      </a:lnTo>
                      <a:lnTo>
                        <a:pt x="56465" y="44952"/>
                      </a:lnTo>
                      <a:cubicBezTo>
                        <a:pt x="57130" y="44242"/>
                        <a:pt x="57440" y="43799"/>
                        <a:pt x="57928" y="43223"/>
                      </a:cubicBezTo>
                      <a:lnTo>
                        <a:pt x="60632" y="39853"/>
                      </a:lnTo>
                      <a:cubicBezTo>
                        <a:pt x="62361" y="37637"/>
                        <a:pt x="64444" y="35287"/>
                        <a:pt x="65863" y="33204"/>
                      </a:cubicBezTo>
                      <a:cubicBezTo>
                        <a:pt x="67946" y="30234"/>
                        <a:pt x="69365" y="27042"/>
                        <a:pt x="70119" y="23850"/>
                      </a:cubicBezTo>
                      <a:cubicBezTo>
                        <a:pt x="70783" y="20658"/>
                        <a:pt x="70739" y="17466"/>
                        <a:pt x="70119" y="14496"/>
                      </a:cubicBezTo>
                      <a:cubicBezTo>
                        <a:pt x="68966" y="8512"/>
                        <a:pt x="65154" y="3414"/>
                        <a:pt x="59701" y="266"/>
                      </a:cubicBezTo>
                      <a:lnTo>
                        <a:pt x="59213" y="0"/>
                      </a:lnTo>
                      <a:cubicBezTo>
                        <a:pt x="57662" y="3502"/>
                        <a:pt x="55578" y="6738"/>
                        <a:pt x="53672" y="9974"/>
                      </a:cubicBezTo>
                      <a:cubicBezTo>
                        <a:pt x="51721" y="13211"/>
                        <a:pt x="49327" y="16225"/>
                        <a:pt x="47244" y="19373"/>
                      </a:cubicBezTo>
                      <a:cubicBezTo>
                        <a:pt x="45072" y="22476"/>
                        <a:pt x="42500" y="25579"/>
                        <a:pt x="40372" y="28859"/>
                      </a:cubicBezTo>
                      <a:cubicBezTo>
                        <a:pt x="37580" y="32229"/>
                        <a:pt x="34654" y="36218"/>
                        <a:pt x="31684" y="40297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50" name="Forme libre : forme 23949">
                  <a:extLst>
                    <a:ext uri="{FF2B5EF4-FFF2-40B4-BE49-F238E27FC236}">
                      <a16:creationId xmlns:a16="http://schemas.microsoft.com/office/drawing/2014/main" id="{65F1DF30-84F2-4890-AD5D-FD59B7D9A5B1}"/>
                    </a:ext>
                  </a:extLst>
                </p:cNvPr>
                <p:cNvSpPr/>
                <p:nvPr/>
              </p:nvSpPr>
              <p:spPr>
                <a:xfrm>
                  <a:off x="7818981" y="951981"/>
                  <a:ext cx="26584" cy="30678"/>
                </a:xfrm>
                <a:custGeom>
                  <a:avLst/>
                  <a:gdLst>
                    <a:gd name="connsiteX0" fmla="*/ 22329 w 26584"/>
                    <a:gd name="connsiteY0" fmla="*/ 1577 h 30678"/>
                    <a:gd name="connsiteX1" fmla="*/ 26584 w 26584"/>
                    <a:gd name="connsiteY1" fmla="*/ 10310 h 30678"/>
                    <a:gd name="connsiteX2" fmla="*/ 25520 w 26584"/>
                    <a:gd name="connsiteY2" fmla="*/ 16251 h 30678"/>
                    <a:gd name="connsiteX3" fmla="*/ 21841 w 26584"/>
                    <a:gd name="connsiteY3" fmla="*/ 22368 h 30678"/>
                    <a:gd name="connsiteX4" fmla="*/ 19270 w 26584"/>
                    <a:gd name="connsiteY4" fmla="*/ 25117 h 30678"/>
                    <a:gd name="connsiteX5" fmla="*/ 15856 w 26584"/>
                    <a:gd name="connsiteY5" fmla="*/ 27599 h 30678"/>
                    <a:gd name="connsiteX6" fmla="*/ 9517 w 26584"/>
                    <a:gd name="connsiteY6" fmla="*/ 30481 h 30678"/>
                    <a:gd name="connsiteX7" fmla="*/ 4419 w 26584"/>
                    <a:gd name="connsiteY7" fmla="*/ 29949 h 30678"/>
                    <a:gd name="connsiteX8" fmla="*/ 1272 w 26584"/>
                    <a:gd name="connsiteY8" fmla="*/ 26624 h 30678"/>
                    <a:gd name="connsiteX9" fmla="*/ 75 w 26584"/>
                    <a:gd name="connsiteY9" fmla="*/ 21437 h 30678"/>
                    <a:gd name="connsiteX10" fmla="*/ 208 w 26584"/>
                    <a:gd name="connsiteY10" fmla="*/ 16029 h 30678"/>
                    <a:gd name="connsiteX11" fmla="*/ 1227 w 26584"/>
                    <a:gd name="connsiteY11" fmla="*/ 11241 h 30678"/>
                    <a:gd name="connsiteX12" fmla="*/ 2158 w 26584"/>
                    <a:gd name="connsiteY12" fmla="*/ 9246 h 30678"/>
                    <a:gd name="connsiteX13" fmla="*/ 3710 w 26584"/>
                    <a:gd name="connsiteY13" fmla="*/ 6897 h 30678"/>
                    <a:gd name="connsiteX14" fmla="*/ 7921 w 26584"/>
                    <a:gd name="connsiteY14" fmla="*/ 3129 h 30678"/>
                    <a:gd name="connsiteX15" fmla="*/ 12753 w 26584"/>
                    <a:gd name="connsiteY15" fmla="*/ 690 h 30678"/>
                    <a:gd name="connsiteX16" fmla="*/ 22329 w 26584"/>
                    <a:gd name="connsiteY16" fmla="*/ 1577 h 30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6584" h="30678">
                      <a:moveTo>
                        <a:pt x="22329" y="1577"/>
                      </a:moveTo>
                      <a:cubicBezTo>
                        <a:pt x="25077" y="3395"/>
                        <a:pt x="26540" y="6542"/>
                        <a:pt x="26584" y="10310"/>
                      </a:cubicBezTo>
                      <a:cubicBezTo>
                        <a:pt x="26584" y="12172"/>
                        <a:pt x="26318" y="14211"/>
                        <a:pt x="25520" y="16251"/>
                      </a:cubicBezTo>
                      <a:cubicBezTo>
                        <a:pt x="24634" y="18290"/>
                        <a:pt x="23393" y="20373"/>
                        <a:pt x="21841" y="22368"/>
                      </a:cubicBezTo>
                      <a:cubicBezTo>
                        <a:pt x="20999" y="23388"/>
                        <a:pt x="20334" y="24230"/>
                        <a:pt x="19270" y="25117"/>
                      </a:cubicBezTo>
                      <a:cubicBezTo>
                        <a:pt x="18117" y="26048"/>
                        <a:pt x="16965" y="26890"/>
                        <a:pt x="15856" y="27599"/>
                      </a:cubicBezTo>
                      <a:cubicBezTo>
                        <a:pt x="13595" y="29062"/>
                        <a:pt x="11423" y="30038"/>
                        <a:pt x="9517" y="30481"/>
                      </a:cubicBezTo>
                      <a:cubicBezTo>
                        <a:pt x="7611" y="30924"/>
                        <a:pt x="5749" y="30570"/>
                        <a:pt x="4419" y="29949"/>
                      </a:cubicBezTo>
                      <a:cubicBezTo>
                        <a:pt x="3045" y="29284"/>
                        <a:pt x="1981" y="28131"/>
                        <a:pt x="1272" y="26624"/>
                      </a:cubicBezTo>
                      <a:cubicBezTo>
                        <a:pt x="562" y="25117"/>
                        <a:pt x="208" y="23255"/>
                        <a:pt x="75" y="21437"/>
                      </a:cubicBezTo>
                      <a:cubicBezTo>
                        <a:pt x="-103" y="19575"/>
                        <a:pt x="75" y="17802"/>
                        <a:pt x="208" y="16029"/>
                      </a:cubicBezTo>
                      <a:cubicBezTo>
                        <a:pt x="385" y="14256"/>
                        <a:pt x="695" y="12660"/>
                        <a:pt x="1227" y="11241"/>
                      </a:cubicBezTo>
                      <a:cubicBezTo>
                        <a:pt x="1493" y="10532"/>
                        <a:pt x="1804" y="9867"/>
                        <a:pt x="2158" y="9246"/>
                      </a:cubicBezTo>
                      <a:cubicBezTo>
                        <a:pt x="2557" y="8581"/>
                        <a:pt x="3133" y="7650"/>
                        <a:pt x="3710" y="6897"/>
                      </a:cubicBezTo>
                      <a:cubicBezTo>
                        <a:pt x="4907" y="5345"/>
                        <a:pt x="6369" y="4104"/>
                        <a:pt x="7921" y="3129"/>
                      </a:cubicBezTo>
                      <a:cubicBezTo>
                        <a:pt x="9473" y="2109"/>
                        <a:pt x="11069" y="1178"/>
                        <a:pt x="12753" y="690"/>
                      </a:cubicBezTo>
                      <a:cubicBezTo>
                        <a:pt x="16078" y="-418"/>
                        <a:pt x="19580" y="-241"/>
                        <a:pt x="22329" y="1577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51" name="Forme libre : forme 23950">
                  <a:extLst>
                    <a:ext uri="{FF2B5EF4-FFF2-40B4-BE49-F238E27FC236}">
                      <a16:creationId xmlns:a16="http://schemas.microsoft.com/office/drawing/2014/main" id="{48880904-7316-4522-8453-E899B66697B5}"/>
                    </a:ext>
                  </a:extLst>
                </p:cNvPr>
                <p:cNvSpPr/>
                <p:nvPr/>
              </p:nvSpPr>
              <p:spPr>
                <a:xfrm>
                  <a:off x="7818922" y="965484"/>
                  <a:ext cx="25933" cy="17196"/>
                </a:xfrm>
                <a:custGeom>
                  <a:avLst/>
                  <a:gdLst>
                    <a:gd name="connsiteX0" fmla="*/ 576 w 25933"/>
                    <a:gd name="connsiteY0" fmla="*/ 0 h 17196"/>
                    <a:gd name="connsiteX1" fmla="*/ 0 w 25933"/>
                    <a:gd name="connsiteY1" fmla="*/ 6561 h 17196"/>
                    <a:gd name="connsiteX2" fmla="*/ 1286 w 25933"/>
                    <a:gd name="connsiteY2" fmla="*/ 13122 h 17196"/>
                    <a:gd name="connsiteX3" fmla="*/ 4433 w 25933"/>
                    <a:gd name="connsiteY3" fmla="*/ 16447 h 17196"/>
                    <a:gd name="connsiteX4" fmla="*/ 9531 w 25933"/>
                    <a:gd name="connsiteY4" fmla="*/ 16979 h 17196"/>
                    <a:gd name="connsiteX5" fmla="*/ 15870 w 25933"/>
                    <a:gd name="connsiteY5" fmla="*/ 14097 h 17196"/>
                    <a:gd name="connsiteX6" fmla="*/ 19284 w 25933"/>
                    <a:gd name="connsiteY6" fmla="*/ 11615 h 17196"/>
                    <a:gd name="connsiteX7" fmla="*/ 21855 w 25933"/>
                    <a:gd name="connsiteY7" fmla="*/ 8866 h 17196"/>
                    <a:gd name="connsiteX8" fmla="*/ 25934 w 25933"/>
                    <a:gd name="connsiteY8" fmla="*/ 1729 h 17196"/>
                    <a:gd name="connsiteX9" fmla="*/ 22520 w 25933"/>
                    <a:gd name="connsiteY9" fmla="*/ 4699 h 17196"/>
                    <a:gd name="connsiteX10" fmla="*/ 16447 w 25933"/>
                    <a:gd name="connsiteY10" fmla="*/ 6694 h 17196"/>
                    <a:gd name="connsiteX11" fmla="*/ 10019 w 25933"/>
                    <a:gd name="connsiteY11" fmla="*/ 6738 h 17196"/>
                    <a:gd name="connsiteX12" fmla="*/ 576 w 25933"/>
                    <a:gd name="connsiteY12" fmla="*/ 0 h 17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933" h="17196">
                      <a:moveTo>
                        <a:pt x="576" y="0"/>
                      </a:moveTo>
                      <a:cubicBezTo>
                        <a:pt x="177" y="2039"/>
                        <a:pt x="0" y="4300"/>
                        <a:pt x="0" y="6561"/>
                      </a:cubicBezTo>
                      <a:cubicBezTo>
                        <a:pt x="44" y="8822"/>
                        <a:pt x="399" y="11260"/>
                        <a:pt x="1286" y="13122"/>
                      </a:cubicBezTo>
                      <a:cubicBezTo>
                        <a:pt x="1995" y="14629"/>
                        <a:pt x="3014" y="15782"/>
                        <a:pt x="4433" y="16447"/>
                      </a:cubicBezTo>
                      <a:cubicBezTo>
                        <a:pt x="5807" y="17067"/>
                        <a:pt x="7669" y="17466"/>
                        <a:pt x="9531" y="16979"/>
                      </a:cubicBezTo>
                      <a:cubicBezTo>
                        <a:pt x="11437" y="16535"/>
                        <a:pt x="13609" y="15560"/>
                        <a:pt x="15870" y="14097"/>
                      </a:cubicBezTo>
                      <a:cubicBezTo>
                        <a:pt x="17023" y="13388"/>
                        <a:pt x="18176" y="12546"/>
                        <a:pt x="19284" y="11615"/>
                      </a:cubicBezTo>
                      <a:cubicBezTo>
                        <a:pt x="20348" y="10728"/>
                        <a:pt x="21013" y="9886"/>
                        <a:pt x="21855" y="8866"/>
                      </a:cubicBezTo>
                      <a:cubicBezTo>
                        <a:pt x="23673" y="6561"/>
                        <a:pt x="25091" y="4123"/>
                        <a:pt x="25934" y="1729"/>
                      </a:cubicBezTo>
                      <a:cubicBezTo>
                        <a:pt x="24958" y="2882"/>
                        <a:pt x="23806" y="3901"/>
                        <a:pt x="22520" y="4699"/>
                      </a:cubicBezTo>
                      <a:cubicBezTo>
                        <a:pt x="20569" y="5674"/>
                        <a:pt x="18486" y="6339"/>
                        <a:pt x="16447" y="6694"/>
                      </a:cubicBezTo>
                      <a:cubicBezTo>
                        <a:pt x="14496" y="7049"/>
                        <a:pt x="11925" y="7137"/>
                        <a:pt x="10019" y="6738"/>
                      </a:cubicBezTo>
                      <a:cubicBezTo>
                        <a:pt x="5985" y="6029"/>
                        <a:pt x="2881" y="3414"/>
                        <a:pt x="576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52" name="Forme libre : forme 23951">
                  <a:extLst>
                    <a:ext uri="{FF2B5EF4-FFF2-40B4-BE49-F238E27FC236}">
                      <a16:creationId xmlns:a16="http://schemas.microsoft.com/office/drawing/2014/main" id="{55E33D60-0841-4AD6-B401-DE9B5D09C9E9}"/>
                    </a:ext>
                  </a:extLst>
                </p:cNvPr>
                <p:cNvSpPr/>
                <p:nvPr/>
              </p:nvSpPr>
              <p:spPr>
                <a:xfrm>
                  <a:off x="7821433" y="952130"/>
                  <a:ext cx="27280" cy="31377"/>
                </a:xfrm>
                <a:custGeom>
                  <a:avLst/>
                  <a:gdLst>
                    <a:gd name="connsiteX0" fmla="*/ 23024 w 27280"/>
                    <a:gd name="connsiteY0" fmla="*/ 1517 h 31377"/>
                    <a:gd name="connsiteX1" fmla="*/ 27280 w 27280"/>
                    <a:gd name="connsiteY1" fmla="*/ 10250 h 31377"/>
                    <a:gd name="connsiteX2" fmla="*/ 26261 w 27280"/>
                    <a:gd name="connsiteY2" fmla="*/ 16235 h 31377"/>
                    <a:gd name="connsiteX3" fmla="*/ 22581 w 27280"/>
                    <a:gd name="connsiteY3" fmla="*/ 22441 h 31377"/>
                    <a:gd name="connsiteX4" fmla="*/ 16818 w 27280"/>
                    <a:gd name="connsiteY4" fmla="*/ 27716 h 31377"/>
                    <a:gd name="connsiteX5" fmla="*/ 10080 w 27280"/>
                    <a:gd name="connsiteY5" fmla="*/ 30953 h 31377"/>
                    <a:gd name="connsiteX6" fmla="*/ 1347 w 27280"/>
                    <a:gd name="connsiteY6" fmla="*/ 27672 h 31377"/>
                    <a:gd name="connsiteX7" fmla="*/ 194 w 27280"/>
                    <a:gd name="connsiteY7" fmla="*/ 17121 h 31377"/>
                    <a:gd name="connsiteX8" fmla="*/ 1391 w 27280"/>
                    <a:gd name="connsiteY8" fmla="*/ 12112 h 31377"/>
                    <a:gd name="connsiteX9" fmla="*/ 4184 w 27280"/>
                    <a:gd name="connsiteY9" fmla="*/ 7236 h 31377"/>
                    <a:gd name="connsiteX10" fmla="*/ 8484 w 27280"/>
                    <a:gd name="connsiteY10" fmla="*/ 3246 h 31377"/>
                    <a:gd name="connsiteX11" fmla="*/ 13360 w 27280"/>
                    <a:gd name="connsiteY11" fmla="*/ 674 h 31377"/>
                    <a:gd name="connsiteX12" fmla="*/ 23024 w 27280"/>
                    <a:gd name="connsiteY12" fmla="*/ 1517 h 31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280" h="31377">
                      <a:moveTo>
                        <a:pt x="23024" y="1517"/>
                      </a:moveTo>
                      <a:cubicBezTo>
                        <a:pt x="25817" y="3334"/>
                        <a:pt x="27280" y="6482"/>
                        <a:pt x="27280" y="10250"/>
                      </a:cubicBezTo>
                      <a:cubicBezTo>
                        <a:pt x="27280" y="12156"/>
                        <a:pt x="26925" y="14195"/>
                        <a:pt x="26261" y="16235"/>
                      </a:cubicBezTo>
                      <a:cubicBezTo>
                        <a:pt x="25551" y="18318"/>
                        <a:pt x="24132" y="20446"/>
                        <a:pt x="22581" y="22441"/>
                      </a:cubicBezTo>
                      <a:cubicBezTo>
                        <a:pt x="20852" y="24525"/>
                        <a:pt x="19522" y="25987"/>
                        <a:pt x="16818" y="27716"/>
                      </a:cubicBezTo>
                      <a:cubicBezTo>
                        <a:pt x="14424" y="29268"/>
                        <a:pt x="12119" y="30376"/>
                        <a:pt x="10080" y="30953"/>
                      </a:cubicBezTo>
                      <a:cubicBezTo>
                        <a:pt x="6046" y="32194"/>
                        <a:pt x="2809" y="30598"/>
                        <a:pt x="1347" y="27672"/>
                      </a:cubicBezTo>
                      <a:cubicBezTo>
                        <a:pt x="-161" y="24702"/>
                        <a:pt x="-161" y="20756"/>
                        <a:pt x="194" y="17121"/>
                      </a:cubicBezTo>
                      <a:cubicBezTo>
                        <a:pt x="415" y="15304"/>
                        <a:pt x="815" y="13619"/>
                        <a:pt x="1391" y="12112"/>
                      </a:cubicBezTo>
                      <a:cubicBezTo>
                        <a:pt x="1923" y="10782"/>
                        <a:pt x="2942" y="8787"/>
                        <a:pt x="4184" y="7236"/>
                      </a:cubicBezTo>
                      <a:cubicBezTo>
                        <a:pt x="5425" y="5640"/>
                        <a:pt x="6932" y="4398"/>
                        <a:pt x="8484" y="3246"/>
                      </a:cubicBezTo>
                      <a:cubicBezTo>
                        <a:pt x="10035" y="2093"/>
                        <a:pt x="11675" y="1207"/>
                        <a:pt x="13360" y="674"/>
                      </a:cubicBezTo>
                      <a:cubicBezTo>
                        <a:pt x="16685" y="-389"/>
                        <a:pt x="20276" y="-256"/>
                        <a:pt x="23024" y="1517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53" name="Forme libre : forme 23952">
                  <a:extLst>
                    <a:ext uri="{FF2B5EF4-FFF2-40B4-BE49-F238E27FC236}">
                      <a16:creationId xmlns:a16="http://schemas.microsoft.com/office/drawing/2014/main" id="{8BAA5AAA-B6FC-4162-86FC-45FE51415EAD}"/>
                    </a:ext>
                  </a:extLst>
                </p:cNvPr>
                <p:cNvSpPr/>
                <p:nvPr/>
              </p:nvSpPr>
              <p:spPr>
                <a:xfrm>
                  <a:off x="7807116" y="961909"/>
                  <a:ext cx="46124" cy="40384"/>
                </a:xfrm>
                <a:custGeom>
                  <a:avLst/>
                  <a:gdLst>
                    <a:gd name="connsiteX0" fmla="*/ 901 w 46124"/>
                    <a:gd name="connsiteY0" fmla="*/ 24897 h 40384"/>
                    <a:gd name="connsiteX1" fmla="*/ 3073 w 46124"/>
                    <a:gd name="connsiteY1" fmla="*/ 35670 h 40384"/>
                    <a:gd name="connsiteX2" fmla="*/ 7240 w 46124"/>
                    <a:gd name="connsiteY2" fmla="*/ 39128 h 40384"/>
                    <a:gd name="connsiteX3" fmla="*/ 13491 w 46124"/>
                    <a:gd name="connsiteY3" fmla="*/ 40369 h 40384"/>
                    <a:gd name="connsiteX4" fmla="*/ 28830 w 46124"/>
                    <a:gd name="connsiteY4" fmla="*/ 35537 h 40384"/>
                    <a:gd name="connsiteX5" fmla="*/ 40400 w 46124"/>
                    <a:gd name="connsiteY5" fmla="*/ 25119 h 40384"/>
                    <a:gd name="connsiteX6" fmla="*/ 41641 w 46124"/>
                    <a:gd name="connsiteY6" fmla="*/ 23745 h 40384"/>
                    <a:gd name="connsiteX7" fmla="*/ 42395 w 46124"/>
                    <a:gd name="connsiteY7" fmla="*/ 22592 h 40384"/>
                    <a:gd name="connsiteX8" fmla="*/ 43725 w 46124"/>
                    <a:gd name="connsiteY8" fmla="*/ 20243 h 40384"/>
                    <a:gd name="connsiteX9" fmla="*/ 45631 w 46124"/>
                    <a:gd name="connsiteY9" fmla="*/ 15322 h 40384"/>
                    <a:gd name="connsiteX10" fmla="*/ 46119 w 46124"/>
                    <a:gd name="connsiteY10" fmla="*/ 11554 h 40384"/>
                    <a:gd name="connsiteX11" fmla="*/ 45321 w 46124"/>
                    <a:gd name="connsiteY11" fmla="*/ 8140 h 40384"/>
                    <a:gd name="connsiteX12" fmla="*/ 40755 w 46124"/>
                    <a:gd name="connsiteY12" fmla="*/ 3929 h 40384"/>
                    <a:gd name="connsiteX13" fmla="*/ 32598 w 46124"/>
                    <a:gd name="connsiteY13" fmla="*/ 5436 h 40384"/>
                    <a:gd name="connsiteX14" fmla="*/ 23155 w 46124"/>
                    <a:gd name="connsiteY14" fmla="*/ 7608 h 40384"/>
                    <a:gd name="connsiteX15" fmla="*/ 14245 w 46124"/>
                    <a:gd name="connsiteY15" fmla="*/ 6633 h 40384"/>
                    <a:gd name="connsiteX16" fmla="*/ 6265 w 46124"/>
                    <a:gd name="connsiteY16" fmla="*/ 2067 h 40384"/>
                    <a:gd name="connsiteX17" fmla="*/ 1211 w 46124"/>
                    <a:gd name="connsiteY17" fmla="*/ 1136 h 40384"/>
                    <a:gd name="connsiteX18" fmla="*/ 14 w 46124"/>
                    <a:gd name="connsiteY18" fmla="*/ 12440 h 40384"/>
                    <a:gd name="connsiteX19" fmla="*/ 901 w 46124"/>
                    <a:gd name="connsiteY19" fmla="*/ 24897 h 40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24" h="40384">
                      <a:moveTo>
                        <a:pt x="901" y="24897"/>
                      </a:moveTo>
                      <a:cubicBezTo>
                        <a:pt x="1078" y="28665"/>
                        <a:pt x="1078" y="32567"/>
                        <a:pt x="3073" y="35670"/>
                      </a:cubicBezTo>
                      <a:cubicBezTo>
                        <a:pt x="4049" y="37133"/>
                        <a:pt x="5467" y="38418"/>
                        <a:pt x="7240" y="39128"/>
                      </a:cubicBezTo>
                      <a:cubicBezTo>
                        <a:pt x="9014" y="39926"/>
                        <a:pt x="11142" y="40457"/>
                        <a:pt x="13491" y="40369"/>
                      </a:cubicBezTo>
                      <a:cubicBezTo>
                        <a:pt x="18234" y="40590"/>
                        <a:pt x="23687" y="38507"/>
                        <a:pt x="28830" y="35537"/>
                      </a:cubicBezTo>
                      <a:cubicBezTo>
                        <a:pt x="32819" y="32611"/>
                        <a:pt x="36809" y="28931"/>
                        <a:pt x="40400" y="25119"/>
                      </a:cubicBezTo>
                      <a:cubicBezTo>
                        <a:pt x="40799" y="24676"/>
                        <a:pt x="41375" y="24099"/>
                        <a:pt x="41641" y="23745"/>
                      </a:cubicBezTo>
                      <a:lnTo>
                        <a:pt x="42395" y="22592"/>
                      </a:lnTo>
                      <a:cubicBezTo>
                        <a:pt x="42882" y="21838"/>
                        <a:pt x="43326" y="21041"/>
                        <a:pt x="43725" y="20243"/>
                      </a:cubicBezTo>
                      <a:cubicBezTo>
                        <a:pt x="44523" y="18647"/>
                        <a:pt x="45188" y="17006"/>
                        <a:pt x="45631" y="15322"/>
                      </a:cubicBezTo>
                      <a:cubicBezTo>
                        <a:pt x="45941" y="14081"/>
                        <a:pt x="46163" y="12795"/>
                        <a:pt x="46119" y="11554"/>
                      </a:cubicBezTo>
                      <a:cubicBezTo>
                        <a:pt x="46030" y="10357"/>
                        <a:pt x="45720" y="9160"/>
                        <a:pt x="45321" y="8140"/>
                      </a:cubicBezTo>
                      <a:cubicBezTo>
                        <a:pt x="44434" y="6057"/>
                        <a:pt x="42927" y="4416"/>
                        <a:pt x="40755" y="3929"/>
                      </a:cubicBezTo>
                      <a:cubicBezTo>
                        <a:pt x="38095" y="3308"/>
                        <a:pt x="35390" y="4549"/>
                        <a:pt x="32598" y="5436"/>
                      </a:cubicBezTo>
                      <a:cubicBezTo>
                        <a:pt x="29406" y="6544"/>
                        <a:pt x="26303" y="7254"/>
                        <a:pt x="23155" y="7608"/>
                      </a:cubicBezTo>
                      <a:cubicBezTo>
                        <a:pt x="19875" y="7919"/>
                        <a:pt x="16860" y="7564"/>
                        <a:pt x="14245" y="6633"/>
                      </a:cubicBezTo>
                      <a:cubicBezTo>
                        <a:pt x="12028" y="5924"/>
                        <a:pt x="8703" y="3840"/>
                        <a:pt x="6265" y="2067"/>
                      </a:cubicBezTo>
                      <a:cubicBezTo>
                        <a:pt x="3738" y="338"/>
                        <a:pt x="2275" y="-1081"/>
                        <a:pt x="1211" y="1136"/>
                      </a:cubicBezTo>
                      <a:cubicBezTo>
                        <a:pt x="236" y="3175"/>
                        <a:pt x="-74" y="7608"/>
                        <a:pt x="14" y="12440"/>
                      </a:cubicBezTo>
                      <a:cubicBezTo>
                        <a:pt x="59" y="17272"/>
                        <a:pt x="812" y="22592"/>
                        <a:pt x="901" y="2489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54" name="Forme libre : forme 23953">
                  <a:extLst>
                    <a:ext uri="{FF2B5EF4-FFF2-40B4-BE49-F238E27FC236}">
                      <a16:creationId xmlns:a16="http://schemas.microsoft.com/office/drawing/2014/main" id="{3358BC57-2DBC-4BBD-88E0-72751041B103}"/>
                    </a:ext>
                  </a:extLst>
                </p:cNvPr>
                <p:cNvSpPr/>
                <p:nvPr/>
              </p:nvSpPr>
              <p:spPr>
                <a:xfrm>
                  <a:off x="7811563" y="959192"/>
                  <a:ext cx="5875" cy="15382"/>
                </a:xfrm>
                <a:custGeom>
                  <a:avLst/>
                  <a:gdLst>
                    <a:gd name="connsiteX0" fmla="*/ 0 w 5875"/>
                    <a:gd name="connsiteY0" fmla="*/ 10415 h 15382"/>
                    <a:gd name="connsiteX1" fmla="*/ 222 w 5875"/>
                    <a:gd name="connsiteY1" fmla="*/ 13473 h 15382"/>
                    <a:gd name="connsiteX2" fmla="*/ 1685 w 5875"/>
                    <a:gd name="connsiteY2" fmla="*/ 15380 h 15382"/>
                    <a:gd name="connsiteX3" fmla="*/ 3236 w 5875"/>
                    <a:gd name="connsiteY3" fmla="*/ 14227 h 15382"/>
                    <a:gd name="connsiteX4" fmla="*/ 5586 w 5875"/>
                    <a:gd name="connsiteY4" fmla="*/ 9040 h 15382"/>
                    <a:gd name="connsiteX5" fmla="*/ 5852 w 5875"/>
                    <a:gd name="connsiteY5" fmla="*/ 6691 h 15382"/>
                    <a:gd name="connsiteX6" fmla="*/ 3680 w 5875"/>
                    <a:gd name="connsiteY6" fmla="*/ 1504 h 15382"/>
                    <a:gd name="connsiteX7" fmla="*/ 1064 w 5875"/>
                    <a:gd name="connsiteY7" fmla="*/ 484 h 15382"/>
                    <a:gd name="connsiteX8" fmla="*/ 0 w 5875"/>
                    <a:gd name="connsiteY8" fmla="*/ 10415 h 15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75" h="15382">
                      <a:moveTo>
                        <a:pt x="0" y="10415"/>
                      </a:moveTo>
                      <a:cubicBezTo>
                        <a:pt x="0" y="11390"/>
                        <a:pt x="0" y="12498"/>
                        <a:pt x="222" y="13473"/>
                      </a:cubicBezTo>
                      <a:cubicBezTo>
                        <a:pt x="443" y="14449"/>
                        <a:pt x="1020" y="15335"/>
                        <a:pt x="1685" y="15380"/>
                      </a:cubicBezTo>
                      <a:cubicBezTo>
                        <a:pt x="2305" y="15424"/>
                        <a:pt x="2837" y="14848"/>
                        <a:pt x="3236" y="14227"/>
                      </a:cubicBezTo>
                      <a:cubicBezTo>
                        <a:pt x="4344" y="12675"/>
                        <a:pt x="5143" y="10902"/>
                        <a:pt x="5586" y="9040"/>
                      </a:cubicBezTo>
                      <a:cubicBezTo>
                        <a:pt x="5763" y="8287"/>
                        <a:pt x="5940" y="7533"/>
                        <a:pt x="5852" y="6691"/>
                      </a:cubicBezTo>
                      <a:cubicBezTo>
                        <a:pt x="5719" y="4917"/>
                        <a:pt x="4743" y="2834"/>
                        <a:pt x="3680" y="1504"/>
                      </a:cubicBezTo>
                      <a:cubicBezTo>
                        <a:pt x="2616" y="174"/>
                        <a:pt x="1596" y="-535"/>
                        <a:pt x="1064" y="484"/>
                      </a:cubicBezTo>
                      <a:cubicBezTo>
                        <a:pt x="310" y="1992"/>
                        <a:pt x="177" y="6336"/>
                        <a:pt x="0" y="1041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55" name="Forme libre : forme 23954">
                  <a:extLst>
                    <a:ext uri="{FF2B5EF4-FFF2-40B4-BE49-F238E27FC236}">
                      <a16:creationId xmlns:a16="http://schemas.microsoft.com/office/drawing/2014/main" id="{C3597EF5-4F2B-4CF1-91F1-08D310939DD1}"/>
                    </a:ext>
                  </a:extLst>
                </p:cNvPr>
                <p:cNvSpPr/>
                <p:nvPr/>
              </p:nvSpPr>
              <p:spPr>
                <a:xfrm>
                  <a:off x="7851949" y="945357"/>
                  <a:ext cx="11215" cy="31031"/>
                </a:xfrm>
                <a:custGeom>
                  <a:avLst/>
                  <a:gdLst>
                    <a:gd name="connsiteX0" fmla="*/ 0 w 11215"/>
                    <a:gd name="connsiteY0" fmla="*/ 0 h 31031"/>
                    <a:gd name="connsiteX1" fmla="*/ 7403 w 11215"/>
                    <a:gd name="connsiteY1" fmla="*/ 6916 h 31031"/>
                    <a:gd name="connsiteX2" fmla="*/ 10994 w 11215"/>
                    <a:gd name="connsiteY2" fmla="*/ 16447 h 31031"/>
                    <a:gd name="connsiteX3" fmla="*/ 8733 w 11215"/>
                    <a:gd name="connsiteY3" fmla="*/ 31032 h 31031"/>
                    <a:gd name="connsiteX4" fmla="*/ 10019 w 11215"/>
                    <a:gd name="connsiteY4" fmla="*/ 20171 h 31031"/>
                    <a:gd name="connsiteX5" fmla="*/ 0 w 11215"/>
                    <a:gd name="connsiteY5" fmla="*/ 0 h 3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15" h="31031">
                      <a:moveTo>
                        <a:pt x="0" y="0"/>
                      </a:moveTo>
                      <a:cubicBezTo>
                        <a:pt x="0" y="0"/>
                        <a:pt x="4123" y="2084"/>
                        <a:pt x="7403" y="6916"/>
                      </a:cubicBezTo>
                      <a:cubicBezTo>
                        <a:pt x="9044" y="9354"/>
                        <a:pt x="10462" y="12457"/>
                        <a:pt x="10994" y="16447"/>
                      </a:cubicBezTo>
                      <a:cubicBezTo>
                        <a:pt x="11615" y="20437"/>
                        <a:pt x="10950" y="25269"/>
                        <a:pt x="8733" y="31032"/>
                      </a:cubicBezTo>
                      <a:cubicBezTo>
                        <a:pt x="8733" y="31032"/>
                        <a:pt x="10285" y="26377"/>
                        <a:pt x="10019" y="20171"/>
                      </a:cubicBezTo>
                      <a:cubicBezTo>
                        <a:pt x="9443" y="13964"/>
                        <a:pt x="7049" y="633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56" name="Forme libre : forme 23955">
                  <a:extLst>
                    <a:ext uri="{FF2B5EF4-FFF2-40B4-BE49-F238E27FC236}">
                      <a16:creationId xmlns:a16="http://schemas.microsoft.com/office/drawing/2014/main" id="{92B53B75-A3C0-46AB-8CA4-A38FECE72FA7}"/>
                    </a:ext>
                  </a:extLst>
                </p:cNvPr>
                <p:cNvSpPr/>
                <p:nvPr/>
              </p:nvSpPr>
              <p:spPr>
                <a:xfrm>
                  <a:off x="7800348" y="948416"/>
                  <a:ext cx="6170" cy="27396"/>
                </a:xfrm>
                <a:custGeom>
                  <a:avLst/>
                  <a:gdLst>
                    <a:gd name="connsiteX0" fmla="*/ 5852 w 6170"/>
                    <a:gd name="connsiteY0" fmla="*/ 0 h 27396"/>
                    <a:gd name="connsiteX1" fmla="*/ 5852 w 6170"/>
                    <a:gd name="connsiteY1" fmla="*/ 3945 h 27396"/>
                    <a:gd name="connsiteX2" fmla="*/ 4256 w 6170"/>
                    <a:gd name="connsiteY2" fmla="*/ 12368 h 27396"/>
                    <a:gd name="connsiteX3" fmla="*/ 0 w 6170"/>
                    <a:gd name="connsiteY3" fmla="*/ 27397 h 27396"/>
                    <a:gd name="connsiteX4" fmla="*/ 1241 w 6170"/>
                    <a:gd name="connsiteY4" fmla="*/ 23894 h 27396"/>
                    <a:gd name="connsiteX5" fmla="*/ 4034 w 6170"/>
                    <a:gd name="connsiteY5" fmla="*/ 15693 h 27396"/>
                    <a:gd name="connsiteX6" fmla="*/ 6029 w 6170"/>
                    <a:gd name="connsiteY6" fmla="*/ 6206 h 27396"/>
                    <a:gd name="connsiteX7" fmla="*/ 5852 w 6170"/>
                    <a:gd name="connsiteY7" fmla="*/ 0 h 27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70" h="27396">
                      <a:moveTo>
                        <a:pt x="5852" y="0"/>
                      </a:moveTo>
                      <a:cubicBezTo>
                        <a:pt x="5763" y="44"/>
                        <a:pt x="6029" y="222"/>
                        <a:pt x="5852" y="3945"/>
                      </a:cubicBezTo>
                      <a:cubicBezTo>
                        <a:pt x="5719" y="5763"/>
                        <a:pt x="5275" y="8556"/>
                        <a:pt x="4256" y="12368"/>
                      </a:cubicBezTo>
                      <a:cubicBezTo>
                        <a:pt x="3236" y="16225"/>
                        <a:pt x="1551" y="21013"/>
                        <a:pt x="0" y="27397"/>
                      </a:cubicBezTo>
                      <a:cubicBezTo>
                        <a:pt x="0" y="27397"/>
                        <a:pt x="488" y="26022"/>
                        <a:pt x="1241" y="23894"/>
                      </a:cubicBezTo>
                      <a:cubicBezTo>
                        <a:pt x="2039" y="21722"/>
                        <a:pt x="3103" y="18929"/>
                        <a:pt x="4034" y="15693"/>
                      </a:cubicBezTo>
                      <a:cubicBezTo>
                        <a:pt x="5009" y="12590"/>
                        <a:pt x="5763" y="9088"/>
                        <a:pt x="6029" y="6206"/>
                      </a:cubicBezTo>
                      <a:cubicBezTo>
                        <a:pt x="6339" y="3280"/>
                        <a:pt x="6073" y="1020"/>
                        <a:pt x="58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57" name="Forme libre : forme 23956">
                  <a:extLst>
                    <a:ext uri="{FF2B5EF4-FFF2-40B4-BE49-F238E27FC236}">
                      <a16:creationId xmlns:a16="http://schemas.microsoft.com/office/drawing/2014/main" id="{84736A37-6743-4C6A-8885-A5F60B5CC61B}"/>
                    </a:ext>
                  </a:extLst>
                </p:cNvPr>
                <p:cNvSpPr/>
                <p:nvPr/>
              </p:nvSpPr>
              <p:spPr>
                <a:xfrm>
                  <a:off x="7824238" y="956273"/>
                  <a:ext cx="11056" cy="8976"/>
                </a:xfrm>
                <a:custGeom>
                  <a:avLst/>
                  <a:gdLst>
                    <a:gd name="connsiteX0" fmla="*/ 10555 w 11056"/>
                    <a:gd name="connsiteY0" fmla="*/ 1187 h 8976"/>
                    <a:gd name="connsiteX1" fmla="*/ 7540 w 11056"/>
                    <a:gd name="connsiteY1" fmla="*/ 7704 h 8976"/>
                    <a:gd name="connsiteX2" fmla="*/ 403 w 11056"/>
                    <a:gd name="connsiteY2" fmla="*/ 7482 h 8976"/>
                    <a:gd name="connsiteX3" fmla="*/ 3329 w 11056"/>
                    <a:gd name="connsiteY3" fmla="*/ 1320 h 8976"/>
                    <a:gd name="connsiteX4" fmla="*/ 10555 w 11056"/>
                    <a:gd name="connsiteY4" fmla="*/ 1187 h 8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56" h="8976">
                      <a:moveTo>
                        <a:pt x="10555" y="1187"/>
                      </a:moveTo>
                      <a:cubicBezTo>
                        <a:pt x="11885" y="2916"/>
                        <a:pt x="10466" y="5930"/>
                        <a:pt x="7540" y="7704"/>
                      </a:cubicBezTo>
                      <a:cubicBezTo>
                        <a:pt x="4615" y="9521"/>
                        <a:pt x="1467" y="9344"/>
                        <a:pt x="403" y="7482"/>
                      </a:cubicBezTo>
                      <a:cubicBezTo>
                        <a:pt x="-705" y="5620"/>
                        <a:pt x="536" y="2916"/>
                        <a:pt x="3329" y="1320"/>
                      </a:cubicBezTo>
                      <a:cubicBezTo>
                        <a:pt x="6077" y="-232"/>
                        <a:pt x="9269" y="-586"/>
                        <a:pt x="10555" y="118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58" name="Forme libre : forme 23957">
                  <a:extLst>
                    <a:ext uri="{FF2B5EF4-FFF2-40B4-BE49-F238E27FC236}">
                      <a16:creationId xmlns:a16="http://schemas.microsoft.com/office/drawing/2014/main" id="{0D3B535B-E018-4552-9537-B5D1BFC4B55D}"/>
                    </a:ext>
                  </a:extLst>
                </p:cNvPr>
                <p:cNvSpPr/>
                <p:nvPr/>
              </p:nvSpPr>
              <p:spPr>
                <a:xfrm>
                  <a:off x="7832361" y="955143"/>
                  <a:ext cx="3322" cy="3348"/>
                </a:xfrm>
                <a:custGeom>
                  <a:avLst/>
                  <a:gdLst>
                    <a:gd name="connsiteX0" fmla="*/ 2564 w 3322"/>
                    <a:gd name="connsiteY0" fmla="*/ 322 h 3348"/>
                    <a:gd name="connsiteX1" fmla="*/ 3052 w 3322"/>
                    <a:gd name="connsiteY1" fmla="*/ 2672 h 3348"/>
                    <a:gd name="connsiteX2" fmla="*/ 747 w 3322"/>
                    <a:gd name="connsiteY2" fmla="*/ 3026 h 3348"/>
                    <a:gd name="connsiteX3" fmla="*/ 259 w 3322"/>
                    <a:gd name="connsiteY3" fmla="*/ 677 h 3348"/>
                    <a:gd name="connsiteX4" fmla="*/ 2564 w 3322"/>
                    <a:gd name="connsiteY4" fmla="*/ 322 h 3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22" h="3348">
                      <a:moveTo>
                        <a:pt x="2564" y="322"/>
                      </a:moveTo>
                      <a:cubicBezTo>
                        <a:pt x="3362" y="854"/>
                        <a:pt x="3540" y="1918"/>
                        <a:pt x="3052" y="2672"/>
                      </a:cubicBezTo>
                      <a:cubicBezTo>
                        <a:pt x="2520" y="3425"/>
                        <a:pt x="1501" y="3558"/>
                        <a:pt x="747" y="3026"/>
                      </a:cubicBezTo>
                      <a:cubicBezTo>
                        <a:pt x="-7" y="2450"/>
                        <a:pt x="-228" y="1430"/>
                        <a:pt x="259" y="677"/>
                      </a:cubicBezTo>
                      <a:cubicBezTo>
                        <a:pt x="747" y="-77"/>
                        <a:pt x="1811" y="-210"/>
                        <a:pt x="2564" y="3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59" name="Forme libre : forme 23958">
                  <a:extLst>
                    <a:ext uri="{FF2B5EF4-FFF2-40B4-BE49-F238E27FC236}">
                      <a16:creationId xmlns:a16="http://schemas.microsoft.com/office/drawing/2014/main" id="{87FF0B98-6272-4283-BBD7-ED777DA61F99}"/>
                    </a:ext>
                  </a:extLst>
                </p:cNvPr>
                <p:cNvSpPr/>
                <p:nvPr/>
              </p:nvSpPr>
              <p:spPr>
                <a:xfrm>
                  <a:off x="7810652" y="938289"/>
                  <a:ext cx="36474" cy="15104"/>
                </a:xfrm>
                <a:custGeom>
                  <a:avLst/>
                  <a:gdLst>
                    <a:gd name="connsiteX0" fmla="*/ 19574 w 36474"/>
                    <a:gd name="connsiteY0" fmla="*/ 330 h 15104"/>
                    <a:gd name="connsiteX1" fmla="*/ 33627 w 36474"/>
                    <a:gd name="connsiteY1" fmla="*/ 6182 h 15104"/>
                    <a:gd name="connsiteX2" fmla="*/ 36331 w 36474"/>
                    <a:gd name="connsiteY2" fmla="*/ 10615 h 15104"/>
                    <a:gd name="connsiteX3" fmla="*/ 31898 w 36474"/>
                    <a:gd name="connsiteY3" fmla="*/ 12122 h 15104"/>
                    <a:gd name="connsiteX4" fmla="*/ 16427 w 36474"/>
                    <a:gd name="connsiteY4" fmla="*/ 10349 h 15104"/>
                    <a:gd name="connsiteX5" fmla="*/ 12925 w 36474"/>
                    <a:gd name="connsiteY5" fmla="*/ 12033 h 15104"/>
                    <a:gd name="connsiteX6" fmla="*/ 8004 w 36474"/>
                    <a:gd name="connsiteY6" fmla="*/ 14206 h 15104"/>
                    <a:gd name="connsiteX7" fmla="*/ 3393 w 36474"/>
                    <a:gd name="connsiteY7" fmla="*/ 15092 h 15104"/>
                    <a:gd name="connsiteX8" fmla="*/ 468 w 36474"/>
                    <a:gd name="connsiteY8" fmla="*/ 13230 h 15104"/>
                    <a:gd name="connsiteX9" fmla="*/ 2374 w 36474"/>
                    <a:gd name="connsiteY9" fmla="*/ 6315 h 15104"/>
                    <a:gd name="connsiteX10" fmla="*/ 8846 w 36474"/>
                    <a:gd name="connsiteY10" fmla="*/ 1261 h 15104"/>
                    <a:gd name="connsiteX11" fmla="*/ 19574 w 36474"/>
                    <a:gd name="connsiteY11" fmla="*/ 330 h 15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6474" h="15104">
                      <a:moveTo>
                        <a:pt x="19574" y="330"/>
                      </a:moveTo>
                      <a:cubicBezTo>
                        <a:pt x="24539" y="1172"/>
                        <a:pt x="29283" y="3433"/>
                        <a:pt x="33627" y="6182"/>
                      </a:cubicBezTo>
                      <a:cubicBezTo>
                        <a:pt x="35223" y="7201"/>
                        <a:pt x="36996" y="8886"/>
                        <a:pt x="36331" y="10615"/>
                      </a:cubicBezTo>
                      <a:cubicBezTo>
                        <a:pt x="35711" y="12166"/>
                        <a:pt x="33583" y="12344"/>
                        <a:pt x="31898" y="12122"/>
                      </a:cubicBezTo>
                      <a:cubicBezTo>
                        <a:pt x="26711" y="11413"/>
                        <a:pt x="21259" y="9285"/>
                        <a:pt x="16427" y="10349"/>
                      </a:cubicBezTo>
                      <a:cubicBezTo>
                        <a:pt x="15673" y="10526"/>
                        <a:pt x="14388" y="11191"/>
                        <a:pt x="12925" y="12033"/>
                      </a:cubicBezTo>
                      <a:cubicBezTo>
                        <a:pt x="11462" y="12964"/>
                        <a:pt x="9688" y="13585"/>
                        <a:pt x="8004" y="14206"/>
                      </a:cubicBezTo>
                      <a:cubicBezTo>
                        <a:pt x="6319" y="14782"/>
                        <a:pt x="4723" y="15181"/>
                        <a:pt x="3393" y="15092"/>
                      </a:cubicBezTo>
                      <a:cubicBezTo>
                        <a:pt x="2063" y="15048"/>
                        <a:pt x="1088" y="14383"/>
                        <a:pt x="468" y="13230"/>
                      </a:cubicBezTo>
                      <a:cubicBezTo>
                        <a:pt x="-685" y="10748"/>
                        <a:pt x="423" y="8265"/>
                        <a:pt x="2374" y="6315"/>
                      </a:cubicBezTo>
                      <a:cubicBezTo>
                        <a:pt x="4324" y="4054"/>
                        <a:pt x="7117" y="1882"/>
                        <a:pt x="8846" y="1261"/>
                      </a:cubicBezTo>
                      <a:cubicBezTo>
                        <a:pt x="11994" y="20"/>
                        <a:pt x="15806" y="-335"/>
                        <a:pt x="19574" y="33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18" name="Graphique 2">
                <a:extLst>
                  <a:ext uri="{FF2B5EF4-FFF2-40B4-BE49-F238E27FC236}">
                    <a16:creationId xmlns:a16="http://schemas.microsoft.com/office/drawing/2014/main" id="{8FF238D9-AB10-4063-8615-D1F57B429108}"/>
                  </a:ext>
                </a:extLst>
              </p:cNvPr>
              <p:cNvGrpSpPr/>
              <p:nvPr/>
            </p:nvGrpSpPr>
            <p:grpSpPr>
              <a:xfrm>
                <a:off x="7827431" y="871879"/>
                <a:ext cx="52756" cy="75749"/>
                <a:chOff x="7827431" y="871879"/>
                <a:chExt cx="52756" cy="75749"/>
              </a:xfrm>
              <a:solidFill>
                <a:schemeClr val="accent1"/>
              </a:solidFill>
            </p:grpSpPr>
            <p:sp>
              <p:nvSpPr>
                <p:cNvPr id="23937" name="Forme libre : forme 23936">
                  <a:extLst>
                    <a:ext uri="{FF2B5EF4-FFF2-40B4-BE49-F238E27FC236}">
                      <a16:creationId xmlns:a16="http://schemas.microsoft.com/office/drawing/2014/main" id="{4A84DB34-2803-480D-9713-63391ADF1C92}"/>
                    </a:ext>
                  </a:extLst>
                </p:cNvPr>
                <p:cNvSpPr/>
                <p:nvPr/>
              </p:nvSpPr>
              <p:spPr>
                <a:xfrm>
                  <a:off x="7827431" y="871879"/>
                  <a:ext cx="52712" cy="75749"/>
                </a:xfrm>
                <a:custGeom>
                  <a:avLst/>
                  <a:gdLst>
                    <a:gd name="connsiteX0" fmla="*/ 40654 w 52712"/>
                    <a:gd name="connsiteY0" fmla="*/ 1441 h 75749"/>
                    <a:gd name="connsiteX1" fmla="*/ 11529 w 52712"/>
                    <a:gd name="connsiteY1" fmla="*/ 13056 h 75749"/>
                    <a:gd name="connsiteX2" fmla="*/ 1820 w 52712"/>
                    <a:gd name="connsiteY2" fmla="*/ 35132 h 75749"/>
                    <a:gd name="connsiteX3" fmla="*/ 3 w 52712"/>
                    <a:gd name="connsiteY3" fmla="*/ 42979 h 75749"/>
                    <a:gd name="connsiteX4" fmla="*/ 1421 w 52712"/>
                    <a:gd name="connsiteY4" fmla="*/ 51003 h 75749"/>
                    <a:gd name="connsiteX5" fmla="*/ 12637 w 52712"/>
                    <a:gd name="connsiteY5" fmla="*/ 64214 h 75749"/>
                    <a:gd name="connsiteX6" fmla="*/ 27798 w 52712"/>
                    <a:gd name="connsiteY6" fmla="*/ 72858 h 75749"/>
                    <a:gd name="connsiteX7" fmla="*/ 45353 w 52712"/>
                    <a:gd name="connsiteY7" fmla="*/ 74676 h 75749"/>
                    <a:gd name="connsiteX8" fmla="*/ 52712 w 52712"/>
                    <a:gd name="connsiteY8" fmla="*/ 70597 h 75749"/>
                    <a:gd name="connsiteX9" fmla="*/ 52712 w 52712"/>
                    <a:gd name="connsiteY9" fmla="*/ 5741 h 75749"/>
                    <a:gd name="connsiteX10" fmla="*/ 40654 w 52712"/>
                    <a:gd name="connsiteY10" fmla="*/ 1441 h 75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712" h="75749">
                      <a:moveTo>
                        <a:pt x="40654" y="1441"/>
                      </a:moveTo>
                      <a:cubicBezTo>
                        <a:pt x="28685" y="-2771"/>
                        <a:pt x="15740" y="2593"/>
                        <a:pt x="11529" y="13056"/>
                      </a:cubicBezTo>
                      <a:cubicBezTo>
                        <a:pt x="8470" y="20592"/>
                        <a:pt x="5278" y="27995"/>
                        <a:pt x="1820" y="35132"/>
                      </a:cubicBezTo>
                      <a:cubicBezTo>
                        <a:pt x="667" y="37704"/>
                        <a:pt x="3" y="40275"/>
                        <a:pt x="3" y="42979"/>
                      </a:cubicBezTo>
                      <a:cubicBezTo>
                        <a:pt x="-42" y="45639"/>
                        <a:pt x="490" y="48432"/>
                        <a:pt x="1421" y="51003"/>
                      </a:cubicBezTo>
                      <a:cubicBezTo>
                        <a:pt x="3327" y="56145"/>
                        <a:pt x="7184" y="61066"/>
                        <a:pt x="12637" y="64214"/>
                      </a:cubicBezTo>
                      <a:lnTo>
                        <a:pt x="27798" y="72858"/>
                      </a:lnTo>
                      <a:cubicBezTo>
                        <a:pt x="33295" y="76006"/>
                        <a:pt x="39546" y="76538"/>
                        <a:pt x="45353" y="74676"/>
                      </a:cubicBezTo>
                      <a:cubicBezTo>
                        <a:pt x="48057" y="73833"/>
                        <a:pt x="50496" y="72415"/>
                        <a:pt x="52712" y="70597"/>
                      </a:cubicBezTo>
                      <a:lnTo>
                        <a:pt x="52712" y="5741"/>
                      </a:lnTo>
                      <a:lnTo>
                        <a:pt x="40654" y="1441"/>
                      </a:ln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38" name="Forme libre : forme 23937">
                  <a:extLst>
                    <a:ext uri="{FF2B5EF4-FFF2-40B4-BE49-F238E27FC236}">
                      <a16:creationId xmlns:a16="http://schemas.microsoft.com/office/drawing/2014/main" id="{0FEB4270-E823-42D9-8A4D-31588FAD2AE6}"/>
                    </a:ext>
                  </a:extLst>
                </p:cNvPr>
                <p:cNvSpPr/>
                <p:nvPr/>
              </p:nvSpPr>
              <p:spPr>
                <a:xfrm>
                  <a:off x="7848713" y="890609"/>
                  <a:ext cx="31474" cy="57019"/>
                </a:xfrm>
                <a:custGeom>
                  <a:avLst/>
                  <a:gdLst>
                    <a:gd name="connsiteX0" fmla="*/ 27662 w 31474"/>
                    <a:gd name="connsiteY0" fmla="*/ 9310 h 57019"/>
                    <a:gd name="connsiteX1" fmla="*/ 21013 w 31474"/>
                    <a:gd name="connsiteY1" fmla="*/ 30588 h 57019"/>
                    <a:gd name="connsiteX2" fmla="*/ 13742 w 31474"/>
                    <a:gd name="connsiteY2" fmla="*/ 44331 h 57019"/>
                    <a:gd name="connsiteX3" fmla="*/ 0 w 31474"/>
                    <a:gd name="connsiteY3" fmla="*/ 50404 h 57019"/>
                    <a:gd name="connsiteX4" fmla="*/ 6561 w 31474"/>
                    <a:gd name="connsiteY4" fmla="*/ 54128 h 57019"/>
                    <a:gd name="connsiteX5" fmla="*/ 24116 w 31474"/>
                    <a:gd name="connsiteY5" fmla="*/ 55946 h 57019"/>
                    <a:gd name="connsiteX6" fmla="*/ 31475 w 31474"/>
                    <a:gd name="connsiteY6" fmla="*/ 51867 h 57019"/>
                    <a:gd name="connsiteX7" fmla="*/ 31475 w 31474"/>
                    <a:gd name="connsiteY7" fmla="*/ 0 h 57019"/>
                    <a:gd name="connsiteX8" fmla="*/ 27662 w 31474"/>
                    <a:gd name="connsiteY8" fmla="*/ 9310 h 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74" h="57019">
                      <a:moveTo>
                        <a:pt x="27662" y="9310"/>
                      </a:moveTo>
                      <a:cubicBezTo>
                        <a:pt x="24870" y="16092"/>
                        <a:pt x="22343" y="22919"/>
                        <a:pt x="21013" y="30588"/>
                      </a:cubicBezTo>
                      <a:cubicBezTo>
                        <a:pt x="20082" y="35997"/>
                        <a:pt x="17466" y="40829"/>
                        <a:pt x="13742" y="44331"/>
                      </a:cubicBezTo>
                      <a:cubicBezTo>
                        <a:pt x="10152" y="47877"/>
                        <a:pt x="5187" y="50050"/>
                        <a:pt x="0" y="50404"/>
                      </a:cubicBezTo>
                      <a:lnTo>
                        <a:pt x="6561" y="54128"/>
                      </a:lnTo>
                      <a:cubicBezTo>
                        <a:pt x="12058" y="57276"/>
                        <a:pt x="18309" y="57808"/>
                        <a:pt x="24116" y="55946"/>
                      </a:cubicBezTo>
                      <a:cubicBezTo>
                        <a:pt x="26820" y="55103"/>
                        <a:pt x="29258" y="53685"/>
                        <a:pt x="31475" y="51867"/>
                      </a:cubicBezTo>
                      <a:lnTo>
                        <a:pt x="31475" y="0"/>
                      </a:lnTo>
                      <a:cubicBezTo>
                        <a:pt x="30189" y="3148"/>
                        <a:pt x="28904" y="6206"/>
                        <a:pt x="27662" y="9310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39" name="Forme libre : forme 23938">
                  <a:extLst>
                    <a:ext uri="{FF2B5EF4-FFF2-40B4-BE49-F238E27FC236}">
                      <a16:creationId xmlns:a16="http://schemas.microsoft.com/office/drawing/2014/main" id="{254B8497-E0F4-4E50-B269-7C2BA7BFA4F3}"/>
                    </a:ext>
                  </a:extLst>
                </p:cNvPr>
                <p:cNvSpPr/>
                <p:nvPr/>
              </p:nvSpPr>
              <p:spPr>
                <a:xfrm>
                  <a:off x="7853814" y="889709"/>
                  <a:ext cx="25462" cy="31033"/>
                </a:xfrm>
                <a:custGeom>
                  <a:avLst/>
                  <a:gdLst>
                    <a:gd name="connsiteX0" fmla="*/ 18793 w 25462"/>
                    <a:gd name="connsiteY0" fmla="*/ 633 h 31033"/>
                    <a:gd name="connsiteX1" fmla="*/ 1682 w 25462"/>
                    <a:gd name="connsiteY1" fmla="*/ 10785 h 31033"/>
                    <a:gd name="connsiteX2" fmla="*/ 396 w 25462"/>
                    <a:gd name="connsiteY2" fmla="*/ 22356 h 31033"/>
                    <a:gd name="connsiteX3" fmla="*/ 6115 w 25462"/>
                    <a:gd name="connsiteY3" fmla="*/ 30158 h 31033"/>
                    <a:gd name="connsiteX4" fmla="*/ 15867 w 25462"/>
                    <a:gd name="connsiteY4" fmla="*/ 29448 h 31033"/>
                    <a:gd name="connsiteX5" fmla="*/ 23803 w 25462"/>
                    <a:gd name="connsiteY5" fmla="*/ 20272 h 31033"/>
                    <a:gd name="connsiteX6" fmla="*/ 18793 w 25462"/>
                    <a:gd name="connsiteY6" fmla="*/ 633 h 31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462" h="31033">
                      <a:moveTo>
                        <a:pt x="18793" y="633"/>
                      </a:moveTo>
                      <a:cubicBezTo>
                        <a:pt x="12587" y="-1761"/>
                        <a:pt x="5006" y="2850"/>
                        <a:pt x="1682" y="10785"/>
                      </a:cubicBezTo>
                      <a:cubicBezTo>
                        <a:pt x="-92" y="14731"/>
                        <a:pt x="-358" y="18853"/>
                        <a:pt x="396" y="22356"/>
                      </a:cubicBezTo>
                      <a:cubicBezTo>
                        <a:pt x="1150" y="25813"/>
                        <a:pt x="3100" y="28739"/>
                        <a:pt x="6115" y="30158"/>
                      </a:cubicBezTo>
                      <a:cubicBezTo>
                        <a:pt x="9129" y="31576"/>
                        <a:pt x="12587" y="31222"/>
                        <a:pt x="15867" y="29448"/>
                      </a:cubicBezTo>
                      <a:cubicBezTo>
                        <a:pt x="19104" y="27675"/>
                        <a:pt x="21985" y="24439"/>
                        <a:pt x="23803" y="20272"/>
                      </a:cubicBezTo>
                      <a:cubicBezTo>
                        <a:pt x="27349" y="11849"/>
                        <a:pt x="25000" y="3027"/>
                        <a:pt x="18793" y="63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40" name="Forme libre : forme 23939">
                  <a:extLst>
                    <a:ext uri="{FF2B5EF4-FFF2-40B4-BE49-F238E27FC236}">
                      <a16:creationId xmlns:a16="http://schemas.microsoft.com/office/drawing/2014/main" id="{BA92B937-B618-4C6F-AD06-DD183A04CC09}"/>
                    </a:ext>
                  </a:extLst>
                </p:cNvPr>
                <p:cNvSpPr/>
                <p:nvPr/>
              </p:nvSpPr>
              <p:spPr>
                <a:xfrm>
                  <a:off x="7853811" y="902667"/>
                  <a:ext cx="25445" cy="18075"/>
                </a:xfrm>
                <a:custGeom>
                  <a:avLst/>
                  <a:gdLst>
                    <a:gd name="connsiteX0" fmla="*/ 0 w 25445"/>
                    <a:gd name="connsiteY0" fmla="*/ 6694 h 18075"/>
                    <a:gd name="connsiteX1" fmla="*/ 6073 w 25445"/>
                    <a:gd name="connsiteY1" fmla="*/ 17200 h 18075"/>
                    <a:gd name="connsiteX2" fmla="*/ 15826 w 25445"/>
                    <a:gd name="connsiteY2" fmla="*/ 16491 h 18075"/>
                    <a:gd name="connsiteX3" fmla="*/ 23761 w 25445"/>
                    <a:gd name="connsiteY3" fmla="*/ 7315 h 18075"/>
                    <a:gd name="connsiteX4" fmla="*/ 25446 w 25445"/>
                    <a:gd name="connsiteY4" fmla="*/ 0 h 18075"/>
                    <a:gd name="connsiteX5" fmla="*/ 23096 w 25445"/>
                    <a:gd name="connsiteY5" fmla="*/ 3414 h 18075"/>
                    <a:gd name="connsiteX6" fmla="*/ 0 w 25445"/>
                    <a:gd name="connsiteY6" fmla="*/ 6694 h 18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445" h="18075">
                      <a:moveTo>
                        <a:pt x="0" y="6694"/>
                      </a:moveTo>
                      <a:cubicBezTo>
                        <a:pt x="266" y="11349"/>
                        <a:pt x="2349" y="15427"/>
                        <a:pt x="6073" y="17200"/>
                      </a:cubicBezTo>
                      <a:cubicBezTo>
                        <a:pt x="9088" y="18619"/>
                        <a:pt x="12545" y="18264"/>
                        <a:pt x="15826" y="16491"/>
                      </a:cubicBezTo>
                      <a:cubicBezTo>
                        <a:pt x="19062" y="14718"/>
                        <a:pt x="21944" y="11482"/>
                        <a:pt x="23761" y="7315"/>
                      </a:cubicBezTo>
                      <a:cubicBezTo>
                        <a:pt x="24781" y="4876"/>
                        <a:pt x="25313" y="2350"/>
                        <a:pt x="25446" y="0"/>
                      </a:cubicBezTo>
                      <a:cubicBezTo>
                        <a:pt x="24870" y="1241"/>
                        <a:pt x="24116" y="2394"/>
                        <a:pt x="23096" y="3414"/>
                      </a:cubicBezTo>
                      <a:cubicBezTo>
                        <a:pt x="16890" y="8689"/>
                        <a:pt x="7137" y="10551"/>
                        <a:pt x="0" y="6694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41" name="Forme libre : forme 23940">
                  <a:extLst>
                    <a:ext uri="{FF2B5EF4-FFF2-40B4-BE49-F238E27FC236}">
                      <a16:creationId xmlns:a16="http://schemas.microsoft.com/office/drawing/2014/main" id="{E9537B11-6659-4EA4-A877-32AD1DF4B4D8}"/>
                    </a:ext>
                  </a:extLst>
                </p:cNvPr>
                <p:cNvSpPr/>
                <p:nvPr/>
              </p:nvSpPr>
              <p:spPr>
                <a:xfrm>
                  <a:off x="7856853" y="889185"/>
                  <a:ext cx="23245" cy="31195"/>
                </a:xfrm>
                <a:custGeom>
                  <a:avLst/>
                  <a:gdLst>
                    <a:gd name="connsiteX0" fmla="*/ 18813 w 23245"/>
                    <a:gd name="connsiteY0" fmla="*/ 626 h 31195"/>
                    <a:gd name="connsiteX1" fmla="*/ 1657 w 23245"/>
                    <a:gd name="connsiteY1" fmla="*/ 10866 h 31195"/>
                    <a:gd name="connsiteX2" fmla="*/ 6134 w 23245"/>
                    <a:gd name="connsiteY2" fmla="*/ 30328 h 31195"/>
                    <a:gd name="connsiteX3" fmla="*/ 23246 w 23245"/>
                    <a:gd name="connsiteY3" fmla="*/ 21328 h 31195"/>
                    <a:gd name="connsiteX4" fmla="*/ 23246 w 23245"/>
                    <a:gd name="connsiteY4" fmla="*/ 4350 h 31195"/>
                    <a:gd name="connsiteX5" fmla="*/ 18813 w 23245"/>
                    <a:gd name="connsiteY5" fmla="*/ 626 h 3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245" h="31195">
                      <a:moveTo>
                        <a:pt x="18813" y="626"/>
                      </a:moveTo>
                      <a:cubicBezTo>
                        <a:pt x="12562" y="-1768"/>
                        <a:pt x="5026" y="2931"/>
                        <a:pt x="1657" y="10866"/>
                      </a:cubicBezTo>
                      <a:cubicBezTo>
                        <a:pt x="-1712" y="18846"/>
                        <a:pt x="194" y="27490"/>
                        <a:pt x="6134" y="30328"/>
                      </a:cubicBezTo>
                      <a:cubicBezTo>
                        <a:pt x="11897" y="33076"/>
                        <a:pt x="19433" y="29086"/>
                        <a:pt x="23246" y="21328"/>
                      </a:cubicBezTo>
                      <a:lnTo>
                        <a:pt x="23246" y="4350"/>
                      </a:lnTo>
                      <a:cubicBezTo>
                        <a:pt x="22182" y="2665"/>
                        <a:pt x="20675" y="1335"/>
                        <a:pt x="18813" y="626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42" name="Forme libre : forme 23941">
                  <a:extLst>
                    <a:ext uri="{FF2B5EF4-FFF2-40B4-BE49-F238E27FC236}">
                      <a16:creationId xmlns:a16="http://schemas.microsoft.com/office/drawing/2014/main" id="{E75775B8-7DAB-4D11-8770-8267F34892EE}"/>
                    </a:ext>
                  </a:extLst>
                </p:cNvPr>
                <p:cNvSpPr/>
                <p:nvPr/>
              </p:nvSpPr>
              <p:spPr>
                <a:xfrm>
                  <a:off x="7839175" y="901026"/>
                  <a:ext cx="40968" cy="36044"/>
                </a:xfrm>
                <a:custGeom>
                  <a:avLst/>
                  <a:gdLst>
                    <a:gd name="connsiteX0" fmla="*/ 35249 w 40968"/>
                    <a:gd name="connsiteY0" fmla="*/ 2881 h 36044"/>
                    <a:gd name="connsiteX1" fmla="*/ 17650 w 40968"/>
                    <a:gd name="connsiteY1" fmla="*/ 10196 h 36044"/>
                    <a:gd name="connsiteX2" fmla="*/ 6 w 40968"/>
                    <a:gd name="connsiteY2" fmla="*/ 18929 h 36044"/>
                    <a:gd name="connsiteX3" fmla="*/ 16098 w 40968"/>
                    <a:gd name="connsiteY3" fmla="*/ 31830 h 36044"/>
                    <a:gd name="connsiteX4" fmla="*/ 26472 w 40968"/>
                    <a:gd name="connsiteY4" fmla="*/ 35952 h 36044"/>
                    <a:gd name="connsiteX5" fmla="*/ 40968 w 40968"/>
                    <a:gd name="connsiteY5" fmla="*/ 30189 h 36044"/>
                    <a:gd name="connsiteX6" fmla="*/ 40968 w 40968"/>
                    <a:gd name="connsiteY6" fmla="*/ 0 h 36044"/>
                    <a:gd name="connsiteX7" fmla="*/ 35249 w 40968"/>
                    <a:gd name="connsiteY7" fmla="*/ 2881 h 36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968" h="36044">
                      <a:moveTo>
                        <a:pt x="35249" y="2881"/>
                      </a:moveTo>
                      <a:cubicBezTo>
                        <a:pt x="29929" y="6384"/>
                        <a:pt x="23812" y="8822"/>
                        <a:pt x="17650" y="10196"/>
                      </a:cubicBezTo>
                      <a:cubicBezTo>
                        <a:pt x="12241" y="11349"/>
                        <a:pt x="361" y="12058"/>
                        <a:pt x="6" y="18929"/>
                      </a:cubicBezTo>
                      <a:cubicBezTo>
                        <a:pt x="-304" y="25224"/>
                        <a:pt x="11488" y="29303"/>
                        <a:pt x="16098" y="31830"/>
                      </a:cubicBezTo>
                      <a:cubicBezTo>
                        <a:pt x="19379" y="33647"/>
                        <a:pt x="22748" y="35553"/>
                        <a:pt x="26472" y="35952"/>
                      </a:cubicBezTo>
                      <a:cubicBezTo>
                        <a:pt x="31747" y="36573"/>
                        <a:pt x="36889" y="34002"/>
                        <a:pt x="40968" y="30189"/>
                      </a:cubicBezTo>
                      <a:lnTo>
                        <a:pt x="40968" y="0"/>
                      </a:lnTo>
                      <a:cubicBezTo>
                        <a:pt x="38929" y="488"/>
                        <a:pt x="37023" y="1729"/>
                        <a:pt x="35249" y="288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43" name="Forme libre : forme 23942">
                  <a:extLst>
                    <a:ext uri="{FF2B5EF4-FFF2-40B4-BE49-F238E27FC236}">
                      <a16:creationId xmlns:a16="http://schemas.microsoft.com/office/drawing/2014/main" id="{1DB5ECDC-921B-40AF-8CF7-538510B7A95A}"/>
                    </a:ext>
                  </a:extLst>
                </p:cNvPr>
                <p:cNvSpPr/>
                <p:nvPr/>
              </p:nvSpPr>
              <p:spPr>
                <a:xfrm>
                  <a:off x="7843560" y="907235"/>
                  <a:ext cx="8672" cy="15065"/>
                </a:xfrm>
                <a:custGeom>
                  <a:avLst/>
                  <a:gdLst>
                    <a:gd name="connsiteX0" fmla="*/ 3025 w 8672"/>
                    <a:gd name="connsiteY0" fmla="*/ 12943 h 15065"/>
                    <a:gd name="connsiteX1" fmla="*/ 4975 w 8672"/>
                    <a:gd name="connsiteY1" fmla="*/ 14760 h 15065"/>
                    <a:gd name="connsiteX2" fmla="*/ 7502 w 8672"/>
                    <a:gd name="connsiteY2" fmla="*/ 14672 h 15065"/>
                    <a:gd name="connsiteX3" fmla="*/ 8433 w 8672"/>
                    <a:gd name="connsiteY3" fmla="*/ 12544 h 15065"/>
                    <a:gd name="connsiteX4" fmla="*/ 8566 w 8672"/>
                    <a:gd name="connsiteY4" fmla="*/ 6426 h 15065"/>
                    <a:gd name="connsiteX5" fmla="*/ 8034 w 8672"/>
                    <a:gd name="connsiteY5" fmla="*/ 3988 h 15065"/>
                    <a:gd name="connsiteX6" fmla="*/ 276 w 8672"/>
                    <a:gd name="connsiteY6" fmla="*/ 2214 h 15065"/>
                    <a:gd name="connsiteX7" fmla="*/ 3025 w 8672"/>
                    <a:gd name="connsiteY7" fmla="*/ 12943 h 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672" h="15065">
                      <a:moveTo>
                        <a:pt x="3025" y="12943"/>
                      </a:moveTo>
                      <a:cubicBezTo>
                        <a:pt x="3556" y="13652"/>
                        <a:pt x="4177" y="14361"/>
                        <a:pt x="4975" y="14760"/>
                      </a:cubicBezTo>
                      <a:cubicBezTo>
                        <a:pt x="5773" y="15159"/>
                        <a:pt x="6837" y="15204"/>
                        <a:pt x="7502" y="14672"/>
                      </a:cubicBezTo>
                      <a:cubicBezTo>
                        <a:pt x="8122" y="14184"/>
                        <a:pt x="8300" y="13342"/>
                        <a:pt x="8433" y="12544"/>
                      </a:cubicBezTo>
                      <a:cubicBezTo>
                        <a:pt x="8699" y="10504"/>
                        <a:pt x="8743" y="8465"/>
                        <a:pt x="8566" y="6426"/>
                      </a:cubicBezTo>
                      <a:cubicBezTo>
                        <a:pt x="8477" y="5584"/>
                        <a:pt x="8388" y="4741"/>
                        <a:pt x="8034" y="3988"/>
                      </a:cubicBezTo>
                      <a:cubicBezTo>
                        <a:pt x="6571" y="707"/>
                        <a:pt x="1517" y="-2130"/>
                        <a:pt x="276" y="2214"/>
                      </a:cubicBezTo>
                      <a:cubicBezTo>
                        <a:pt x="-655" y="5584"/>
                        <a:pt x="896" y="10061"/>
                        <a:pt x="3025" y="1294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44" name="Forme libre : forme 23943">
                  <a:extLst>
                    <a:ext uri="{FF2B5EF4-FFF2-40B4-BE49-F238E27FC236}">
                      <a16:creationId xmlns:a16="http://schemas.microsoft.com/office/drawing/2014/main" id="{C789879B-ED27-4982-AADC-698D17DA5154}"/>
                    </a:ext>
                  </a:extLst>
                </p:cNvPr>
                <p:cNvSpPr/>
                <p:nvPr/>
              </p:nvSpPr>
              <p:spPr>
                <a:xfrm>
                  <a:off x="7830051" y="906701"/>
                  <a:ext cx="12277" cy="29214"/>
                </a:xfrm>
                <a:custGeom>
                  <a:avLst/>
                  <a:gdLst>
                    <a:gd name="connsiteX0" fmla="*/ 1372 w 12277"/>
                    <a:gd name="connsiteY0" fmla="*/ 0 h 29214"/>
                    <a:gd name="connsiteX1" fmla="*/ 574 w 12277"/>
                    <a:gd name="connsiteY1" fmla="*/ 2837 h 29214"/>
                    <a:gd name="connsiteX2" fmla="*/ 87 w 12277"/>
                    <a:gd name="connsiteY2" fmla="*/ 9886 h 29214"/>
                    <a:gd name="connsiteX3" fmla="*/ 12278 w 12277"/>
                    <a:gd name="connsiteY3" fmla="*/ 29214 h 29214"/>
                    <a:gd name="connsiteX4" fmla="*/ 5362 w 12277"/>
                    <a:gd name="connsiteY4" fmla="*/ 20703 h 29214"/>
                    <a:gd name="connsiteX5" fmla="*/ 1461 w 12277"/>
                    <a:gd name="connsiteY5" fmla="*/ 11482 h 29214"/>
                    <a:gd name="connsiteX6" fmla="*/ 1372 w 12277"/>
                    <a:gd name="connsiteY6" fmla="*/ 0 h 29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277" h="29214">
                      <a:moveTo>
                        <a:pt x="1372" y="0"/>
                      </a:moveTo>
                      <a:cubicBezTo>
                        <a:pt x="1372" y="0"/>
                        <a:pt x="929" y="1064"/>
                        <a:pt x="574" y="2837"/>
                      </a:cubicBezTo>
                      <a:cubicBezTo>
                        <a:pt x="220" y="4655"/>
                        <a:pt x="-179" y="7049"/>
                        <a:pt x="87" y="9886"/>
                      </a:cubicBezTo>
                      <a:cubicBezTo>
                        <a:pt x="619" y="15605"/>
                        <a:pt x="3101" y="22742"/>
                        <a:pt x="12278" y="29214"/>
                      </a:cubicBezTo>
                      <a:cubicBezTo>
                        <a:pt x="12278" y="29214"/>
                        <a:pt x="8554" y="25934"/>
                        <a:pt x="5362" y="20703"/>
                      </a:cubicBezTo>
                      <a:cubicBezTo>
                        <a:pt x="3811" y="18087"/>
                        <a:pt x="2303" y="14984"/>
                        <a:pt x="1461" y="11482"/>
                      </a:cubicBezTo>
                      <a:cubicBezTo>
                        <a:pt x="574" y="7980"/>
                        <a:pt x="441" y="4211"/>
                        <a:pt x="137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45" name="Forme libre : forme 23944">
                  <a:extLst>
                    <a:ext uri="{FF2B5EF4-FFF2-40B4-BE49-F238E27FC236}">
                      <a16:creationId xmlns:a16="http://schemas.microsoft.com/office/drawing/2014/main" id="{9CF95DDD-A3EE-4A6B-8F2C-A65B91D3B2C2}"/>
                    </a:ext>
                  </a:extLst>
                </p:cNvPr>
                <p:cNvSpPr/>
                <p:nvPr/>
              </p:nvSpPr>
              <p:spPr>
                <a:xfrm>
                  <a:off x="7857796" y="894947"/>
                  <a:ext cx="10247" cy="10401"/>
                </a:xfrm>
                <a:custGeom>
                  <a:avLst/>
                  <a:gdLst>
                    <a:gd name="connsiteX0" fmla="*/ 9314 w 10247"/>
                    <a:gd name="connsiteY0" fmla="*/ 627 h 10401"/>
                    <a:gd name="connsiteX1" fmla="*/ 8028 w 10247"/>
                    <a:gd name="connsiteY1" fmla="*/ 7764 h 10401"/>
                    <a:gd name="connsiteX2" fmla="*/ 891 w 10247"/>
                    <a:gd name="connsiteY2" fmla="*/ 9715 h 10401"/>
                    <a:gd name="connsiteX3" fmla="*/ 2176 w 10247"/>
                    <a:gd name="connsiteY3" fmla="*/ 2666 h 10401"/>
                    <a:gd name="connsiteX4" fmla="*/ 9314 w 10247"/>
                    <a:gd name="connsiteY4" fmla="*/ 627 h 1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47" h="10401">
                      <a:moveTo>
                        <a:pt x="9314" y="627"/>
                      </a:moveTo>
                      <a:cubicBezTo>
                        <a:pt x="10954" y="2001"/>
                        <a:pt x="10378" y="5238"/>
                        <a:pt x="8028" y="7764"/>
                      </a:cubicBezTo>
                      <a:cubicBezTo>
                        <a:pt x="5723" y="10291"/>
                        <a:pt x="2442" y="11134"/>
                        <a:pt x="891" y="9715"/>
                      </a:cubicBezTo>
                      <a:cubicBezTo>
                        <a:pt x="-705" y="8296"/>
                        <a:pt x="-84" y="5193"/>
                        <a:pt x="2176" y="2666"/>
                      </a:cubicBezTo>
                      <a:cubicBezTo>
                        <a:pt x="4482" y="228"/>
                        <a:pt x="7673" y="-747"/>
                        <a:pt x="9314" y="62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46" name="Forme libre : forme 23945">
                  <a:extLst>
                    <a:ext uri="{FF2B5EF4-FFF2-40B4-BE49-F238E27FC236}">
                      <a16:creationId xmlns:a16="http://schemas.microsoft.com/office/drawing/2014/main" id="{7904FE91-080E-47D3-90B2-71B54AE8526E}"/>
                    </a:ext>
                  </a:extLst>
                </p:cNvPr>
                <p:cNvSpPr/>
                <p:nvPr/>
              </p:nvSpPr>
              <p:spPr>
                <a:xfrm>
                  <a:off x="7864461" y="893494"/>
                  <a:ext cx="3436" cy="3317"/>
                </a:xfrm>
                <a:custGeom>
                  <a:avLst/>
                  <a:gdLst>
                    <a:gd name="connsiteX0" fmla="*/ 2339 w 3436"/>
                    <a:gd name="connsiteY0" fmla="*/ 130 h 3317"/>
                    <a:gd name="connsiteX1" fmla="*/ 3314 w 3436"/>
                    <a:gd name="connsiteY1" fmla="*/ 2302 h 3317"/>
                    <a:gd name="connsiteX2" fmla="*/ 1098 w 3436"/>
                    <a:gd name="connsiteY2" fmla="*/ 3188 h 3317"/>
                    <a:gd name="connsiteX3" fmla="*/ 122 w 3436"/>
                    <a:gd name="connsiteY3" fmla="*/ 1016 h 3317"/>
                    <a:gd name="connsiteX4" fmla="*/ 2339 w 3436"/>
                    <a:gd name="connsiteY4" fmla="*/ 130 h 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36" h="3317">
                      <a:moveTo>
                        <a:pt x="2339" y="130"/>
                      </a:moveTo>
                      <a:cubicBezTo>
                        <a:pt x="3226" y="484"/>
                        <a:pt x="3669" y="1459"/>
                        <a:pt x="3314" y="2302"/>
                      </a:cubicBezTo>
                      <a:cubicBezTo>
                        <a:pt x="2960" y="3144"/>
                        <a:pt x="1984" y="3543"/>
                        <a:pt x="1098" y="3188"/>
                      </a:cubicBezTo>
                      <a:cubicBezTo>
                        <a:pt x="211" y="2834"/>
                        <a:pt x="-232" y="1858"/>
                        <a:pt x="122" y="1016"/>
                      </a:cubicBezTo>
                      <a:cubicBezTo>
                        <a:pt x="477" y="174"/>
                        <a:pt x="1452" y="-225"/>
                        <a:pt x="2339" y="1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47" name="Forme libre : forme 23946">
                  <a:extLst>
                    <a:ext uri="{FF2B5EF4-FFF2-40B4-BE49-F238E27FC236}">
                      <a16:creationId xmlns:a16="http://schemas.microsoft.com/office/drawing/2014/main" id="{53757841-E5C3-41D5-B3FD-CFCA9A812002}"/>
                    </a:ext>
                  </a:extLst>
                </p:cNvPr>
                <p:cNvSpPr/>
                <p:nvPr/>
              </p:nvSpPr>
              <p:spPr>
                <a:xfrm>
                  <a:off x="7840980" y="877781"/>
                  <a:ext cx="36349" cy="20601"/>
                </a:xfrm>
                <a:custGeom>
                  <a:avLst/>
                  <a:gdLst>
                    <a:gd name="connsiteX0" fmla="*/ 32780 w 36349"/>
                    <a:gd name="connsiteY0" fmla="*/ 3119 h 20601"/>
                    <a:gd name="connsiteX1" fmla="*/ 17796 w 36349"/>
                    <a:gd name="connsiteY1" fmla="*/ 15 h 20601"/>
                    <a:gd name="connsiteX2" fmla="*/ 7201 w 36349"/>
                    <a:gd name="connsiteY2" fmla="*/ 3429 h 20601"/>
                    <a:gd name="connsiteX3" fmla="*/ 950 w 36349"/>
                    <a:gd name="connsiteY3" fmla="*/ 19565 h 20601"/>
                    <a:gd name="connsiteX4" fmla="*/ 16599 w 36349"/>
                    <a:gd name="connsiteY4" fmla="*/ 10921 h 20601"/>
                    <a:gd name="connsiteX5" fmla="*/ 32248 w 36349"/>
                    <a:gd name="connsiteY5" fmla="*/ 9281 h 20601"/>
                    <a:gd name="connsiteX6" fmla="*/ 36326 w 36349"/>
                    <a:gd name="connsiteY6" fmla="*/ 6975 h 20601"/>
                    <a:gd name="connsiteX7" fmla="*/ 32780 w 36349"/>
                    <a:gd name="connsiteY7" fmla="*/ 3119 h 20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349" h="20601">
                      <a:moveTo>
                        <a:pt x="32780" y="3119"/>
                      </a:moveTo>
                      <a:cubicBezTo>
                        <a:pt x="27992" y="1212"/>
                        <a:pt x="22894" y="-162"/>
                        <a:pt x="17796" y="15"/>
                      </a:cubicBezTo>
                      <a:cubicBezTo>
                        <a:pt x="13984" y="148"/>
                        <a:pt x="10171" y="1257"/>
                        <a:pt x="7201" y="3429"/>
                      </a:cubicBezTo>
                      <a:cubicBezTo>
                        <a:pt x="4009" y="5867"/>
                        <a:pt x="-2419" y="15177"/>
                        <a:pt x="950" y="19565"/>
                      </a:cubicBezTo>
                      <a:cubicBezTo>
                        <a:pt x="4364" y="24087"/>
                        <a:pt x="13762" y="12428"/>
                        <a:pt x="16599" y="10921"/>
                      </a:cubicBezTo>
                      <a:cubicBezTo>
                        <a:pt x="21209" y="8616"/>
                        <a:pt x="26928" y="9591"/>
                        <a:pt x="32248" y="9281"/>
                      </a:cubicBezTo>
                      <a:cubicBezTo>
                        <a:pt x="33932" y="9192"/>
                        <a:pt x="36016" y="8616"/>
                        <a:pt x="36326" y="6975"/>
                      </a:cubicBezTo>
                      <a:cubicBezTo>
                        <a:pt x="36592" y="5113"/>
                        <a:pt x="34509" y="3784"/>
                        <a:pt x="32780" y="311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19" name="Graphique 2">
                <a:extLst>
                  <a:ext uri="{FF2B5EF4-FFF2-40B4-BE49-F238E27FC236}">
                    <a16:creationId xmlns:a16="http://schemas.microsoft.com/office/drawing/2014/main" id="{A0D2BF82-9CDF-455F-A14D-C29F6F0373FB}"/>
                  </a:ext>
                </a:extLst>
              </p:cNvPr>
              <p:cNvGrpSpPr/>
              <p:nvPr/>
            </p:nvGrpSpPr>
            <p:grpSpPr>
              <a:xfrm>
                <a:off x="7850849" y="806032"/>
                <a:ext cx="29294" cy="71632"/>
                <a:chOff x="7850849" y="806032"/>
                <a:chExt cx="29294" cy="71632"/>
              </a:xfrm>
              <a:solidFill>
                <a:schemeClr val="accent1"/>
              </a:solidFill>
            </p:grpSpPr>
            <p:sp>
              <p:nvSpPr>
                <p:cNvPr id="23927" name="Forme libre : forme 23926">
                  <a:extLst>
                    <a:ext uri="{FF2B5EF4-FFF2-40B4-BE49-F238E27FC236}">
                      <a16:creationId xmlns:a16="http://schemas.microsoft.com/office/drawing/2014/main" id="{9B27873E-B2C7-47CB-A4F1-B8C92420ECB5}"/>
                    </a:ext>
                  </a:extLst>
                </p:cNvPr>
                <p:cNvSpPr/>
                <p:nvPr/>
              </p:nvSpPr>
              <p:spPr>
                <a:xfrm>
                  <a:off x="7850849" y="806032"/>
                  <a:ext cx="29250" cy="71632"/>
                </a:xfrm>
                <a:custGeom>
                  <a:avLst/>
                  <a:gdLst>
                    <a:gd name="connsiteX0" fmla="*/ 28807 w 29250"/>
                    <a:gd name="connsiteY0" fmla="*/ 171 h 71632"/>
                    <a:gd name="connsiteX1" fmla="*/ 3139 w 29250"/>
                    <a:gd name="connsiteY1" fmla="*/ 19410 h 71632"/>
                    <a:gd name="connsiteX2" fmla="*/ 80 w 29250"/>
                    <a:gd name="connsiteY2" fmla="*/ 45255 h 71632"/>
                    <a:gd name="connsiteX3" fmla="*/ 125 w 29250"/>
                    <a:gd name="connsiteY3" fmla="*/ 46098 h 71632"/>
                    <a:gd name="connsiteX4" fmla="*/ 479 w 29250"/>
                    <a:gd name="connsiteY4" fmla="*/ 46186 h 71632"/>
                    <a:gd name="connsiteX5" fmla="*/ 1011 w 29250"/>
                    <a:gd name="connsiteY5" fmla="*/ 46364 h 71632"/>
                    <a:gd name="connsiteX6" fmla="*/ 1189 w 29250"/>
                    <a:gd name="connsiteY6" fmla="*/ 47073 h 71632"/>
                    <a:gd name="connsiteX7" fmla="*/ 1277 w 29250"/>
                    <a:gd name="connsiteY7" fmla="*/ 48092 h 71632"/>
                    <a:gd name="connsiteX8" fmla="*/ 3893 w 29250"/>
                    <a:gd name="connsiteY8" fmla="*/ 55939 h 71632"/>
                    <a:gd name="connsiteX9" fmla="*/ 17192 w 29250"/>
                    <a:gd name="connsiteY9" fmla="*/ 67288 h 71632"/>
                    <a:gd name="connsiteX10" fmla="*/ 29250 w 29250"/>
                    <a:gd name="connsiteY10" fmla="*/ 71632 h 71632"/>
                    <a:gd name="connsiteX11" fmla="*/ 29250 w 29250"/>
                    <a:gd name="connsiteY11" fmla="*/ 259 h 71632"/>
                    <a:gd name="connsiteX12" fmla="*/ 28807 w 29250"/>
                    <a:gd name="connsiteY12" fmla="*/ 171 h 71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250" h="71632">
                      <a:moveTo>
                        <a:pt x="28807" y="171"/>
                      </a:moveTo>
                      <a:cubicBezTo>
                        <a:pt x="16128" y="-1337"/>
                        <a:pt x="4558" y="7308"/>
                        <a:pt x="3139" y="19410"/>
                      </a:cubicBezTo>
                      <a:lnTo>
                        <a:pt x="80" y="45255"/>
                      </a:lnTo>
                      <a:cubicBezTo>
                        <a:pt x="-53" y="46319"/>
                        <a:pt x="-8" y="46098"/>
                        <a:pt x="125" y="46098"/>
                      </a:cubicBezTo>
                      <a:lnTo>
                        <a:pt x="479" y="46186"/>
                      </a:lnTo>
                      <a:cubicBezTo>
                        <a:pt x="612" y="46231"/>
                        <a:pt x="790" y="46319"/>
                        <a:pt x="1011" y="46364"/>
                      </a:cubicBezTo>
                      <a:cubicBezTo>
                        <a:pt x="1189" y="46275"/>
                        <a:pt x="1144" y="46807"/>
                        <a:pt x="1189" y="47073"/>
                      </a:cubicBezTo>
                      <a:lnTo>
                        <a:pt x="1277" y="48092"/>
                      </a:lnTo>
                      <a:cubicBezTo>
                        <a:pt x="1632" y="50797"/>
                        <a:pt x="2518" y="53457"/>
                        <a:pt x="3893" y="55939"/>
                      </a:cubicBezTo>
                      <a:cubicBezTo>
                        <a:pt x="6641" y="60904"/>
                        <a:pt x="11207" y="65116"/>
                        <a:pt x="17192" y="67288"/>
                      </a:cubicBezTo>
                      <a:lnTo>
                        <a:pt x="29250" y="71632"/>
                      </a:lnTo>
                      <a:lnTo>
                        <a:pt x="29250" y="259"/>
                      </a:lnTo>
                      <a:lnTo>
                        <a:pt x="28807" y="171"/>
                      </a:ln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28" name="Forme libre : forme 23927">
                  <a:extLst>
                    <a:ext uri="{FF2B5EF4-FFF2-40B4-BE49-F238E27FC236}">
                      <a16:creationId xmlns:a16="http://schemas.microsoft.com/office/drawing/2014/main" id="{0259D05E-6834-4201-90A8-FD9C71078693}"/>
                    </a:ext>
                  </a:extLst>
                </p:cNvPr>
                <p:cNvSpPr/>
                <p:nvPr/>
              </p:nvSpPr>
              <p:spPr>
                <a:xfrm>
                  <a:off x="7877439" y="875802"/>
                  <a:ext cx="2704" cy="1861"/>
                </a:xfrm>
                <a:custGeom>
                  <a:avLst/>
                  <a:gdLst>
                    <a:gd name="connsiteX0" fmla="*/ 0 w 2704"/>
                    <a:gd name="connsiteY0" fmla="*/ 887 h 1861"/>
                    <a:gd name="connsiteX1" fmla="*/ 2704 w 2704"/>
                    <a:gd name="connsiteY1" fmla="*/ 1862 h 1861"/>
                    <a:gd name="connsiteX2" fmla="*/ 2704 w 2704"/>
                    <a:gd name="connsiteY2" fmla="*/ 0 h 1861"/>
                    <a:gd name="connsiteX3" fmla="*/ 0 w 2704"/>
                    <a:gd name="connsiteY3" fmla="*/ 887 h 1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04" h="1861">
                      <a:moveTo>
                        <a:pt x="0" y="887"/>
                      </a:moveTo>
                      <a:lnTo>
                        <a:pt x="2704" y="1862"/>
                      </a:lnTo>
                      <a:lnTo>
                        <a:pt x="2704" y="0"/>
                      </a:lnTo>
                      <a:cubicBezTo>
                        <a:pt x="1818" y="310"/>
                        <a:pt x="931" y="665"/>
                        <a:pt x="0" y="887"/>
                      </a:cubicBezTo>
                      <a:close/>
                    </a:path>
                  </a:pathLst>
                </a:custGeom>
                <a:solidFill>
                  <a:srgbClr val="EA807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29" name="Forme libre : forme 23928">
                  <a:extLst>
                    <a:ext uri="{FF2B5EF4-FFF2-40B4-BE49-F238E27FC236}">
                      <a16:creationId xmlns:a16="http://schemas.microsoft.com/office/drawing/2014/main" id="{376BF579-BD97-4CD5-87E7-CB4263C996C5}"/>
                    </a:ext>
                  </a:extLst>
                </p:cNvPr>
                <p:cNvSpPr/>
                <p:nvPr/>
              </p:nvSpPr>
              <p:spPr>
                <a:xfrm>
                  <a:off x="7874056" y="824555"/>
                  <a:ext cx="6087" cy="27440"/>
                </a:xfrm>
                <a:custGeom>
                  <a:avLst/>
                  <a:gdLst>
                    <a:gd name="connsiteX0" fmla="*/ 147 w 6087"/>
                    <a:gd name="connsiteY0" fmla="*/ 11703 h 27440"/>
                    <a:gd name="connsiteX1" fmla="*/ 6087 w 6087"/>
                    <a:gd name="connsiteY1" fmla="*/ 27441 h 27440"/>
                    <a:gd name="connsiteX2" fmla="*/ 6087 w 6087"/>
                    <a:gd name="connsiteY2" fmla="*/ 0 h 27440"/>
                    <a:gd name="connsiteX3" fmla="*/ 147 w 6087"/>
                    <a:gd name="connsiteY3" fmla="*/ 11703 h 27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87" h="27440">
                      <a:moveTo>
                        <a:pt x="147" y="11703"/>
                      </a:moveTo>
                      <a:cubicBezTo>
                        <a:pt x="-651" y="18486"/>
                        <a:pt x="1876" y="24604"/>
                        <a:pt x="6087" y="27441"/>
                      </a:cubicBezTo>
                      <a:lnTo>
                        <a:pt x="6087" y="0"/>
                      </a:lnTo>
                      <a:cubicBezTo>
                        <a:pt x="3028" y="2571"/>
                        <a:pt x="723" y="6738"/>
                        <a:pt x="147" y="11703"/>
                      </a:cubicBezTo>
                      <a:close/>
                    </a:path>
                  </a:pathLst>
                </a:custGeom>
                <a:solidFill>
                  <a:srgbClr val="96535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30" name="Forme libre : forme 23929">
                  <a:extLst>
                    <a:ext uri="{FF2B5EF4-FFF2-40B4-BE49-F238E27FC236}">
                      <a16:creationId xmlns:a16="http://schemas.microsoft.com/office/drawing/2014/main" id="{3D06C3D3-7131-4170-887B-F839A85CFB8F}"/>
                    </a:ext>
                  </a:extLst>
                </p:cNvPr>
                <p:cNvSpPr/>
                <p:nvPr/>
              </p:nvSpPr>
              <p:spPr>
                <a:xfrm>
                  <a:off x="7875178" y="845435"/>
                  <a:ext cx="4920" cy="6605"/>
                </a:xfrm>
                <a:custGeom>
                  <a:avLst/>
                  <a:gdLst>
                    <a:gd name="connsiteX0" fmla="*/ 0 w 4920"/>
                    <a:gd name="connsiteY0" fmla="*/ 0 h 6605"/>
                    <a:gd name="connsiteX1" fmla="*/ 4921 w 4920"/>
                    <a:gd name="connsiteY1" fmla="*/ 6605 h 6605"/>
                    <a:gd name="connsiteX2" fmla="*/ 4921 w 4920"/>
                    <a:gd name="connsiteY2" fmla="*/ 133 h 6605"/>
                    <a:gd name="connsiteX3" fmla="*/ 0 w 4920"/>
                    <a:gd name="connsiteY3" fmla="*/ 0 h 6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20" h="6605">
                      <a:moveTo>
                        <a:pt x="0" y="0"/>
                      </a:moveTo>
                      <a:cubicBezTo>
                        <a:pt x="1064" y="2837"/>
                        <a:pt x="2748" y="5187"/>
                        <a:pt x="4921" y="6605"/>
                      </a:cubicBezTo>
                      <a:lnTo>
                        <a:pt x="4921" y="133"/>
                      </a:lnTo>
                      <a:cubicBezTo>
                        <a:pt x="3325" y="310"/>
                        <a:pt x="1640" y="310"/>
                        <a:pt x="0" y="0"/>
                      </a:cubicBezTo>
                      <a:close/>
                    </a:path>
                  </a:pathLst>
                </a:custGeom>
                <a:solidFill>
                  <a:srgbClr val="441717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31" name="Forme libre : forme 23930">
                  <a:extLst>
                    <a:ext uri="{FF2B5EF4-FFF2-40B4-BE49-F238E27FC236}">
                      <a16:creationId xmlns:a16="http://schemas.microsoft.com/office/drawing/2014/main" id="{43FAB41E-636C-4D33-9CEF-A2EC54EBF645}"/>
                    </a:ext>
                  </a:extLst>
                </p:cNvPr>
                <p:cNvSpPr/>
                <p:nvPr/>
              </p:nvSpPr>
              <p:spPr>
                <a:xfrm>
                  <a:off x="7876885" y="826373"/>
                  <a:ext cx="3258" cy="21544"/>
                </a:xfrm>
                <a:custGeom>
                  <a:avLst/>
                  <a:gdLst>
                    <a:gd name="connsiteX0" fmla="*/ 155 w 3258"/>
                    <a:gd name="connsiteY0" fmla="*/ 8600 h 21544"/>
                    <a:gd name="connsiteX1" fmla="*/ 3258 w 3258"/>
                    <a:gd name="connsiteY1" fmla="*/ 21545 h 21544"/>
                    <a:gd name="connsiteX2" fmla="*/ 3258 w 3258"/>
                    <a:gd name="connsiteY2" fmla="*/ 0 h 21544"/>
                    <a:gd name="connsiteX3" fmla="*/ 155 w 3258"/>
                    <a:gd name="connsiteY3" fmla="*/ 8600 h 21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58" h="21544">
                      <a:moveTo>
                        <a:pt x="155" y="8600"/>
                      </a:moveTo>
                      <a:cubicBezTo>
                        <a:pt x="-466" y="13654"/>
                        <a:pt x="820" y="18309"/>
                        <a:pt x="3258" y="21545"/>
                      </a:cubicBezTo>
                      <a:lnTo>
                        <a:pt x="3258" y="0"/>
                      </a:lnTo>
                      <a:cubicBezTo>
                        <a:pt x="1662" y="2394"/>
                        <a:pt x="554" y="5320"/>
                        <a:pt x="155" y="860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32" name="Forme libre : forme 23931">
                  <a:extLst>
                    <a:ext uri="{FF2B5EF4-FFF2-40B4-BE49-F238E27FC236}">
                      <a16:creationId xmlns:a16="http://schemas.microsoft.com/office/drawing/2014/main" id="{717BEBA5-B820-4931-80C4-B13EEA4ED55A}"/>
                    </a:ext>
                  </a:extLst>
                </p:cNvPr>
                <p:cNvSpPr/>
                <p:nvPr/>
              </p:nvSpPr>
              <p:spPr>
                <a:xfrm>
                  <a:off x="7864529" y="845391"/>
                  <a:ext cx="15570" cy="21411"/>
                </a:xfrm>
                <a:custGeom>
                  <a:avLst/>
                  <a:gdLst>
                    <a:gd name="connsiteX0" fmla="*/ 14107 w 15570"/>
                    <a:gd name="connsiteY0" fmla="*/ 931 h 21411"/>
                    <a:gd name="connsiteX1" fmla="*/ 4532 w 15570"/>
                    <a:gd name="connsiteY1" fmla="*/ 6517 h 21411"/>
                    <a:gd name="connsiteX2" fmla="*/ 99 w 15570"/>
                    <a:gd name="connsiteY2" fmla="*/ 11925 h 21411"/>
                    <a:gd name="connsiteX3" fmla="*/ 15570 w 15570"/>
                    <a:gd name="connsiteY3" fmla="*/ 21412 h 21411"/>
                    <a:gd name="connsiteX4" fmla="*/ 15570 w 15570"/>
                    <a:gd name="connsiteY4" fmla="*/ 0 h 21411"/>
                    <a:gd name="connsiteX5" fmla="*/ 14107 w 15570"/>
                    <a:gd name="connsiteY5" fmla="*/ 931 h 2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570" h="21411">
                      <a:moveTo>
                        <a:pt x="14107" y="931"/>
                      </a:moveTo>
                      <a:cubicBezTo>
                        <a:pt x="11713" y="2305"/>
                        <a:pt x="7723" y="4123"/>
                        <a:pt x="4532" y="6517"/>
                      </a:cubicBezTo>
                      <a:cubicBezTo>
                        <a:pt x="1207" y="9930"/>
                        <a:pt x="-433" y="9088"/>
                        <a:pt x="99" y="11925"/>
                      </a:cubicBezTo>
                      <a:cubicBezTo>
                        <a:pt x="675" y="17333"/>
                        <a:pt x="9851" y="19683"/>
                        <a:pt x="15570" y="21412"/>
                      </a:cubicBezTo>
                      <a:lnTo>
                        <a:pt x="15570" y="0"/>
                      </a:lnTo>
                      <a:cubicBezTo>
                        <a:pt x="15127" y="266"/>
                        <a:pt x="14639" y="621"/>
                        <a:pt x="14107" y="931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33" name="Forme libre : forme 23932">
                  <a:extLst>
                    <a:ext uri="{FF2B5EF4-FFF2-40B4-BE49-F238E27FC236}">
                      <a16:creationId xmlns:a16="http://schemas.microsoft.com/office/drawing/2014/main" id="{257806F6-02CA-4A73-8EF9-BD1312B132A2}"/>
                    </a:ext>
                  </a:extLst>
                </p:cNvPr>
                <p:cNvSpPr/>
                <p:nvPr/>
              </p:nvSpPr>
              <p:spPr>
                <a:xfrm>
                  <a:off x="7865685" y="845560"/>
                  <a:ext cx="11210" cy="12844"/>
                </a:xfrm>
                <a:custGeom>
                  <a:avLst/>
                  <a:gdLst>
                    <a:gd name="connsiteX0" fmla="*/ 9227 w 11210"/>
                    <a:gd name="connsiteY0" fmla="*/ 4619 h 12844"/>
                    <a:gd name="connsiteX1" fmla="*/ 7941 w 11210"/>
                    <a:gd name="connsiteY1" fmla="*/ 2402 h 12844"/>
                    <a:gd name="connsiteX2" fmla="*/ 6 w 11210"/>
                    <a:gd name="connsiteY2" fmla="*/ 3156 h 12844"/>
                    <a:gd name="connsiteX3" fmla="*/ 1957 w 11210"/>
                    <a:gd name="connsiteY3" fmla="*/ 8564 h 12844"/>
                    <a:gd name="connsiteX4" fmla="*/ 6080 w 11210"/>
                    <a:gd name="connsiteY4" fmla="*/ 11579 h 12844"/>
                    <a:gd name="connsiteX5" fmla="*/ 8429 w 11210"/>
                    <a:gd name="connsiteY5" fmla="*/ 12732 h 12844"/>
                    <a:gd name="connsiteX6" fmla="*/ 10911 w 11210"/>
                    <a:gd name="connsiteY6" fmla="*/ 12333 h 12844"/>
                    <a:gd name="connsiteX7" fmla="*/ 11045 w 11210"/>
                    <a:gd name="connsiteY7" fmla="*/ 10426 h 12844"/>
                    <a:gd name="connsiteX8" fmla="*/ 9227 w 11210"/>
                    <a:gd name="connsiteY8" fmla="*/ 4619 h 1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10" h="12844">
                      <a:moveTo>
                        <a:pt x="9227" y="4619"/>
                      </a:moveTo>
                      <a:cubicBezTo>
                        <a:pt x="8872" y="3821"/>
                        <a:pt x="8518" y="3023"/>
                        <a:pt x="7941" y="2402"/>
                      </a:cubicBezTo>
                      <a:cubicBezTo>
                        <a:pt x="5548" y="-302"/>
                        <a:pt x="-215" y="-1543"/>
                        <a:pt x="6" y="3156"/>
                      </a:cubicBezTo>
                      <a:cubicBezTo>
                        <a:pt x="95" y="4974"/>
                        <a:pt x="849" y="6880"/>
                        <a:pt x="1957" y="8564"/>
                      </a:cubicBezTo>
                      <a:cubicBezTo>
                        <a:pt x="3109" y="9540"/>
                        <a:pt x="4750" y="10648"/>
                        <a:pt x="6080" y="11579"/>
                      </a:cubicBezTo>
                      <a:cubicBezTo>
                        <a:pt x="6789" y="12022"/>
                        <a:pt x="7543" y="12510"/>
                        <a:pt x="8429" y="12732"/>
                      </a:cubicBezTo>
                      <a:cubicBezTo>
                        <a:pt x="9316" y="12953"/>
                        <a:pt x="10335" y="12865"/>
                        <a:pt x="10911" y="12333"/>
                      </a:cubicBezTo>
                      <a:cubicBezTo>
                        <a:pt x="11355" y="11801"/>
                        <a:pt x="11222" y="11047"/>
                        <a:pt x="11045" y="10426"/>
                      </a:cubicBezTo>
                      <a:cubicBezTo>
                        <a:pt x="10645" y="8697"/>
                        <a:pt x="10069" y="6481"/>
                        <a:pt x="9227" y="461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34" name="Forme libre : forme 23933">
                  <a:extLst>
                    <a:ext uri="{FF2B5EF4-FFF2-40B4-BE49-F238E27FC236}">
                      <a16:creationId xmlns:a16="http://schemas.microsoft.com/office/drawing/2014/main" id="{63774116-A012-4125-9FF9-EE4A42CE8AA1}"/>
                    </a:ext>
                  </a:extLst>
                </p:cNvPr>
                <p:cNvSpPr/>
                <p:nvPr/>
              </p:nvSpPr>
              <p:spPr>
                <a:xfrm>
                  <a:off x="7852880" y="850179"/>
                  <a:ext cx="17377" cy="22697"/>
                </a:xfrm>
                <a:custGeom>
                  <a:avLst/>
                  <a:gdLst>
                    <a:gd name="connsiteX0" fmla="*/ 44 w 17377"/>
                    <a:gd name="connsiteY0" fmla="*/ 0 h 22697"/>
                    <a:gd name="connsiteX1" fmla="*/ 0 w 17377"/>
                    <a:gd name="connsiteY1" fmla="*/ 887 h 22697"/>
                    <a:gd name="connsiteX2" fmla="*/ 222 w 17377"/>
                    <a:gd name="connsiteY2" fmla="*/ 2350 h 22697"/>
                    <a:gd name="connsiteX3" fmla="*/ 1108 w 17377"/>
                    <a:gd name="connsiteY3" fmla="*/ 2837 h 22697"/>
                    <a:gd name="connsiteX4" fmla="*/ 1773 w 17377"/>
                    <a:gd name="connsiteY4" fmla="*/ 3281 h 22697"/>
                    <a:gd name="connsiteX5" fmla="*/ 2172 w 17377"/>
                    <a:gd name="connsiteY5" fmla="*/ 5320 h 22697"/>
                    <a:gd name="connsiteX6" fmla="*/ 17378 w 17377"/>
                    <a:gd name="connsiteY6" fmla="*/ 22697 h 22697"/>
                    <a:gd name="connsiteX7" fmla="*/ 9088 w 17377"/>
                    <a:gd name="connsiteY7" fmla="*/ 15339 h 22697"/>
                    <a:gd name="connsiteX8" fmla="*/ 3768 w 17377"/>
                    <a:gd name="connsiteY8" fmla="*/ 6694 h 22697"/>
                    <a:gd name="connsiteX9" fmla="*/ 2882 w 17377"/>
                    <a:gd name="connsiteY9" fmla="*/ 4078 h 22697"/>
                    <a:gd name="connsiteX10" fmla="*/ 2660 w 17377"/>
                    <a:gd name="connsiteY10" fmla="*/ 3502 h 22697"/>
                    <a:gd name="connsiteX11" fmla="*/ 2305 w 17377"/>
                    <a:gd name="connsiteY11" fmla="*/ 3325 h 22697"/>
                    <a:gd name="connsiteX12" fmla="*/ 1685 w 17377"/>
                    <a:gd name="connsiteY12" fmla="*/ 2970 h 22697"/>
                    <a:gd name="connsiteX13" fmla="*/ 44 w 17377"/>
                    <a:gd name="connsiteY13" fmla="*/ 0 h 22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7377" h="22697">
                      <a:moveTo>
                        <a:pt x="44" y="0"/>
                      </a:moveTo>
                      <a:cubicBezTo>
                        <a:pt x="44" y="0"/>
                        <a:pt x="44" y="310"/>
                        <a:pt x="0" y="887"/>
                      </a:cubicBezTo>
                      <a:cubicBezTo>
                        <a:pt x="0" y="1374"/>
                        <a:pt x="0" y="2571"/>
                        <a:pt x="222" y="2350"/>
                      </a:cubicBezTo>
                      <a:cubicBezTo>
                        <a:pt x="443" y="2438"/>
                        <a:pt x="754" y="2616"/>
                        <a:pt x="1108" y="2837"/>
                      </a:cubicBezTo>
                      <a:cubicBezTo>
                        <a:pt x="1286" y="2970"/>
                        <a:pt x="1551" y="3015"/>
                        <a:pt x="1773" y="3281"/>
                      </a:cubicBezTo>
                      <a:cubicBezTo>
                        <a:pt x="1862" y="3901"/>
                        <a:pt x="1995" y="4610"/>
                        <a:pt x="2172" y="5320"/>
                      </a:cubicBezTo>
                      <a:cubicBezTo>
                        <a:pt x="3502" y="10905"/>
                        <a:pt x="7182" y="17865"/>
                        <a:pt x="17378" y="22697"/>
                      </a:cubicBezTo>
                      <a:cubicBezTo>
                        <a:pt x="17378" y="22697"/>
                        <a:pt x="13122" y="20082"/>
                        <a:pt x="9088" y="15339"/>
                      </a:cubicBezTo>
                      <a:cubicBezTo>
                        <a:pt x="7049" y="12989"/>
                        <a:pt x="5142" y="10063"/>
                        <a:pt x="3768" y="6694"/>
                      </a:cubicBezTo>
                      <a:cubicBezTo>
                        <a:pt x="3414" y="5852"/>
                        <a:pt x="3148" y="4965"/>
                        <a:pt x="2882" y="4078"/>
                      </a:cubicBezTo>
                      <a:cubicBezTo>
                        <a:pt x="2793" y="3901"/>
                        <a:pt x="2748" y="3591"/>
                        <a:pt x="2660" y="3502"/>
                      </a:cubicBezTo>
                      <a:lnTo>
                        <a:pt x="2305" y="3325"/>
                      </a:lnTo>
                      <a:lnTo>
                        <a:pt x="1685" y="2970"/>
                      </a:lnTo>
                      <a:cubicBezTo>
                        <a:pt x="1020" y="2217"/>
                        <a:pt x="133" y="3148"/>
                        <a:pt x="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35" name="Forme libre : forme 23934">
                  <a:extLst>
                    <a:ext uri="{FF2B5EF4-FFF2-40B4-BE49-F238E27FC236}">
                      <a16:creationId xmlns:a16="http://schemas.microsoft.com/office/drawing/2014/main" id="{DE007346-366A-47A0-9FCF-6F720F32D7E5}"/>
                    </a:ext>
                  </a:extLst>
                </p:cNvPr>
                <p:cNvSpPr/>
                <p:nvPr/>
              </p:nvSpPr>
              <p:spPr>
                <a:xfrm>
                  <a:off x="7876807" y="829343"/>
                  <a:ext cx="3335" cy="10327"/>
                </a:xfrm>
                <a:custGeom>
                  <a:avLst/>
                  <a:gdLst>
                    <a:gd name="connsiteX0" fmla="*/ 986 w 3335"/>
                    <a:gd name="connsiteY0" fmla="*/ 2881 h 10327"/>
                    <a:gd name="connsiteX1" fmla="*/ 1696 w 3335"/>
                    <a:gd name="connsiteY1" fmla="*/ 10107 h 10327"/>
                    <a:gd name="connsiteX2" fmla="*/ 3336 w 3335"/>
                    <a:gd name="connsiteY2" fmla="*/ 10285 h 10327"/>
                    <a:gd name="connsiteX3" fmla="*/ 3336 w 3335"/>
                    <a:gd name="connsiteY3" fmla="*/ 0 h 10327"/>
                    <a:gd name="connsiteX4" fmla="*/ 986 w 3335"/>
                    <a:gd name="connsiteY4" fmla="*/ 2881 h 10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" h="10327">
                      <a:moveTo>
                        <a:pt x="986" y="2881"/>
                      </a:moveTo>
                      <a:cubicBezTo>
                        <a:pt x="-565" y="5940"/>
                        <a:pt x="-255" y="9221"/>
                        <a:pt x="1696" y="10107"/>
                      </a:cubicBezTo>
                      <a:cubicBezTo>
                        <a:pt x="2183" y="10329"/>
                        <a:pt x="2760" y="10373"/>
                        <a:pt x="3336" y="10285"/>
                      </a:cubicBezTo>
                      <a:lnTo>
                        <a:pt x="3336" y="0"/>
                      </a:lnTo>
                      <a:cubicBezTo>
                        <a:pt x="2449" y="709"/>
                        <a:pt x="1607" y="1640"/>
                        <a:pt x="986" y="2881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36" name="Forme libre : forme 23935">
                  <a:extLst>
                    <a:ext uri="{FF2B5EF4-FFF2-40B4-BE49-F238E27FC236}">
                      <a16:creationId xmlns:a16="http://schemas.microsoft.com/office/drawing/2014/main" id="{0AF52AF9-B3A9-4A5D-A749-D0653FD6A414}"/>
                    </a:ext>
                  </a:extLst>
                </p:cNvPr>
                <p:cNvSpPr/>
                <p:nvPr/>
              </p:nvSpPr>
              <p:spPr>
                <a:xfrm>
                  <a:off x="7858094" y="811828"/>
                  <a:ext cx="22004" cy="25895"/>
                </a:xfrm>
                <a:custGeom>
                  <a:avLst/>
                  <a:gdLst>
                    <a:gd name="connsiteX0" fmla="*/ 13449 w 22004"/>
                    <a:gd name="connsiteY0" fmla="*/ 1069 h 25895"/>
                    <a:gd name="connsiteX1" fmla="*/ 3918 w 22004"/>
                    <a:gd name="connsiteY1" fmla="*/ 7231 h 25895"/>
                    <a:gd name="connsiteX2" fmla="*/ 2100 w 22004"/>
                    <a:gd name="connsiteY2" fmla="*/ 25362 h 25895"/>
                    <a:gd name="connsiteX3" fmla="*/ 14912 w 22004"/>
                    <a:gd name="connsiteY3" fmla="*/ 12240 h 25895"/>
                    <a:gd name="connsiteX4" fmla="*/ 22005 w 22004"/>
                    <a:gd name="connsiteY4" fmla="*/ 8693 h 25895"/>
                    <a:gd name="connsiteX5" fmla="*/ 22005 w 22004"/>
                    <a:gd name="connsiteY5" fmla="*/ 5 h 25895"/>
                    <a:gd name="connsiteX6" fmla="*/ 13449 w 22004"/>
                    <a:gd name="connsiteY6" fmla="*/ 1069 h 2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004" h="25895">
                      <a:moveTo>
                        <a:pt x="13449" y="1069"/>
                      </a:moveTo>
                      <a:cubicBezTo>
                        <a:pt x="9725" y="2133"/>
                        <a:pt x="6267" y="4216"/>
                        <a:pt x="3918" y="7231"/>
                      </a:cubicBezTo>
                      <a:cubicBezTo>
                        <a:pt x="1391" y="10511"/>
                        <a:pt x="-2422" y="21904"/>
                        <a:pt x="2100" y="25362"/>
                      </a:cubicBezTo>
                      <a:cubicBezTo>
                        <a:pt x="6622" y="28820"/>
                        <a:pt x="12518" y="14412"/>
                        <a:pt x="14912" y="12240"/>
                      </a:cubicBezTo>
                      <a:cubicBezTo>
                        <a:pt x="16907" y="10467"/>
                        <a:pt x="19389" y="9447"/>
                        <a:pt x="22005" y="8693"/>
                      </a:cubicBezTo>
                      <a:lnTo>
                        <a:pt x="22005" y="5"/>
                      </a:lnTo>
                      <a:cubicBezTo>
                        <a:pt x="19123" y="-40"/>
                        <a:pt x="16242" y="226"/>
                        <a:pt x="13449" y="106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3920" name="Graphique 2">
                <a:extLst>
                  <a:ext uri="{FF2B5EF4-FFF2-40B4-BE49-F238E27FC236}">
                    <a16:creationId xmlns:a16="http://schemas.microsoft.com/office/drawing/2014/main" id="{7B1C7EBC-4D82-40D4-AC38-391F177E1D21}"/>
                  </a:ext>
                </a:extLst>
              </p:cNvPr>
              <p:cNvGrpSpPr/>
              <p:nvPr/>
            </p:nvGrpSpPr>
            <p:grpSpPr>
              <a:xfrm>
                <a:off x="7859031" y="736780"/>
                <a:ext cx="22708" cy="69466"/>
                <a:chOff x="7859031" y="736780"/>
                <a:chExt cx="22708" cy="69466"/>
              </a:xfrm>
              <a:solidFill>
                <a:schemeClr val="accent1"/>
              </a:solidFill>
            </p:grpSpPr>
            <p:sp>
              <p:nvSpPr>
                <p:cNvPr id="23921" name="Forme libre : forme 23920">
                  <a:extLst>
                    <a:ext uri="{FF2B5EF4-FFF2-40B4-BE49-F238E27FC236}">
                      <a16:creationId xmlns:a16="http://schemas.microsoft.com/office/drawing/2014/main" id="{4AB99E63-5100-4EB4-8C9A-0EDB254A657A}"/>
                    </a:ext>
                  </a:extLst>
                </p:cNvPr>
                <p:cNvSpPr/>
                <p:nvPr/>
              </p:nvSpPr>
              <p:spPr>
                <a:xfrm>
                  <a:off x="7859031" y="736780"/>
                  <a:ext cx="21112" cy="69466"/>
                </a:xfrm>
                <a:custGeom>
                  <a:avLst/>
                  <a:gdLst>
                    <a:gd name="connsiteX0" fmla="*/ 3203 w 21112"/>
                    <a:gd name="connsiteY0" fmla="*/ 18796 h 69466"/>
                    <a:gd name="connsiteX1" fmla="*/ 144 w 21112"/>
                    <a:gd name="connsiteY1" fmla="*/ 44641 h 69466"/>
                    <a:gd name="connsiteX2" fmla="*/ 20625 w 21112"/>
                    <a:gd name="connsiteY2" fmla="*/ 69422 h 69466"/>
                    <a:gd name="connsiteX3" fmla="*/ 21113 w 21112"/>
                    <a:gd name="connsiteY3" fmla="*/ 69467 h 69466"/>
                    <a:gd name="connsiteX4" fmla="*/ 21113 w 21112"/>
                    <a:gd name="connsiteY4" fmla="*/ 0 h 69466"/>
                    <a:gd name="connsiteX5" fmla="*/ 3203 w 21112"/>
                    <a:gd name="connsiteY5" fmla="*/ 18796 h 69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112" h="69466">
                      <a:moveTo>
                        <a:pt x="3203" y="18796"/>
                      </a:moveTo>
                      <a:lnTo>
                        <a:pt x="144" y="44641"/>
                      </a:lnTo>
                      <a:cubicBezTo>
                        <a:pt x="-1275" y="56744"/>
                        <a:pt x="7946" y="67871"/>
                        <a:pt x="20625" y="69422"/>
                      </a:cubicBezTo>
                      <a:lnTo>
                        <a:pt x="21113" y="69467"/>
                      </a:lnTo>
                      <a:lnTo>
                        <a:pt x="21113" y="0"/>
                      </a:lnTo>
                      <a:cubicBezTo>
                        <a:pt x="11759" y="1951"/>
                        <a:pt x="4311" y="9265"/>
                        <a:pt x="3203" y="18796"/>
                      </a:cubicBezTo>
                      <a:close/>
                    </a:path>
                  </a:pathLst>
                </a:custGeom>
                <a:solidFill>
                  <a:srgbClr val="FC9B8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22" name="Forme libre : forme 23921">
                  <a:extLst>
                    <a:ext uri="{FF2B5EF4-FFF2-40B4-BE49-F238E27FC236}">
                      <a16:creationId xmlns:a16="http://schemas.microsoft.com/office/drawing/2014/main" id="{604BCD51-D247-463B-A824-66715F33B39A}"/>
                    </a:ext>
                  </a:extLst>
                </p:cNvPr>
                <p:cNvSpPr/>
                <p:nvPr/>
              </p:nvSpPr>
              <p:spPr>
                <a:xfrm>
                  <a:off x="7872708" y="780224"/>
                  <a:ext cx="7435" cy="15693"/>
                </a:xfrm>
                <a:custGeom>
                  <a:avLst/>
                  <a:gdLst>
                    <a:gd name="connsiteX0" fmla="*/ 254 w 7435"/>
                    <a:gd name="connsiteY0" fmla="*/ 10639 h 15693"/>
                    <a:gd name="connsiteX1" fmla="*/ 7435 w 7435"/>
                    <a:gd name="connsiteY1" fmla="*/ 15693 h 15693"/>
                    <a:gd name="connsiteX2" fmla="*/ 7435 w 7435"/>
                    <a:gd name="connsiteY2" fmla="*/ 0 h 15693"/>
                    <a:gd name="connsiteX3" fmla="*/ 254 w 7435"/>
                    <a:gd name="connsiteY3" fmla="*/ 10639 h 15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435" h="15693">
                      <a:moveTo>
                        <a:pt x="254" y="10639"/>
                      </a:moveTo>
                      <a:cubicBezTo>
                        <a:pt x="1096" y="13432"/>
                        <a:pt x="3977" y="14895"/>
                        <a:pt x="7435" y="15693"/>
                      </a:cubicBezTo>
                      <a:lnTo>
                        <a:pt x="7435" y="0"/>
                      </a:lnTo>
                      <a:cubicBezTo>
                        <a:pt x="3046" y="2660"/>
                        <a:pt x="-1076" y="6162"/>
                        <a:pt x="254" y="1063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23" name="Forme libre : forme 23922">
                  <a:extLst>
                    <a:ext uri="{FF2B5EF4-FFF2-40B4-BE49-F238E27FC236}">
                      <a16:creationId xmlns:a16="http://schemas.microsoft.com/office/drawing/2014/main" id="{E9CA8FC8-D02A-468E-B087-5B9B99668BCC}"/>
                    </a:ext>
                  </a:extLst>
                </p:cNvPr>
                <p:cNvSpPr/>
                <p:nvPr/>
              </p:nvSpPr>
              <p:spPr>
                <a:xfrm>
                  <a:off x="7874019" y="775731"/>
                  <a:ext cx="6124" cy="12827"/>
                </a:xfrm>
                <a:custGeom>
                  <a:avLst/>
                  <a:gdLst>
                    <a:gd name="connsiteX0" fmla="*/ 6 w 6124"/>
                    <a:gd name="connsiteY0" fmla="*/ 3163 h 12827"/>
                    <a:gd name="connsiteX1" fmla="*/ 6035 w 6124"/>
                    <a:gd name="connsiteY1" fmla="*/ 12783 h 12827"/>
                    <a:gd name="connsiteX2" fmla="*/ 6124 w 6124"/>
                    <a:gd name="connsiteY2" fmla="*/ 12827 h 12827"/>
                    <a:gd name="connsiteX3" fmla="*/ 6124 w 6124"/>
                    <a:gd name="connsiteY3" fmla="*/ 991 h 12827"/>
                    <a:gd name="connsiteX4" fmla="*/ 6 w 6124"/>
                    <a:gd name="connsiteY4" fmla="*/ 3163 h 12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24" h="12827">
                      <a:moveTo>
                        <a:pt x="6" y="3163"/>
                      </a:moveTo>
                      <a:cubicBezTo>
                        <a:pt x="139" y="6843"/>
                        <a:pt x="3021" y="10699"/>
                        <a:pt x="6035" y="12783"/>
                      </a:cubicBezTo>
                      <a:cubicBezTo>
                        <a:pt x="6080" y="12783"/>
                        <a:pt x="6080" y="12827"/>
                        <a:pt x="6124" y="12827"/>
                      </a:cubicBezTo>
                      <a:lnTo>
                        <a:pt x="6124" y="991"/>
                      </a:lnTo>
                      <a:cubicBezTo>
                        <a:pt x="3420" y="-561"/>
                        <a:pt x="-171" y="-605"/>
                        <a:pt x="6" y="3163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24" name="Forme libre : forme 23923">
                  <a:extLst>
                    <a:ext uri="{FF2B5EF4-FFF2-40B4-BE49-F238E27FC236}">
                      <a16:creationId xmlns:a16="http://schemas.microsoft.com/office/drawing/2014/main" id="{6BA20CAE-1BCC-42FB-8C69-D14C0923F317}"/>
                    </a:ext>
                  </a:extLst>
                </p:cNvPr>
                <p:cNvSpPr/>
                <p:nvPr/>
              </p:nvSpPr>
              <p:spPr>
                <a:xfrm>
                  <a:off x="7861148" y="780313"/>
                  <a:ext cx="18950" cy="24426"/>
                </a:xfrm>
                <a:custGeom>
                  <a:avLst/>
                  <a:gdLst>
                    <a:gd name="connsiteX0" fmla="*/ 21 w 18950"/>
                    <a:gd name="connsiteY0" fmla="*/ 0 h 24426"/>
                    <a:gd name="connsiteX1" fmla="*/ 18951 w 18950"/>
                    <a:gd name="connsiteY1" fmla="*/ 24426 h 24426"/>
                    <a:gd name="connsiteX2" fmla="*/ 18951 w 18950"/>
                    <a:gd name="connsiteY2" fmla="*/ 24249 h 24426"/>
                    <a:gd name="connsiteX3" fmla="*/ 21 w 18950"/>
                    <a:gd name="connsiteY3" fmla="*/ 0 h 24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950" h="24426">
                      <a:moveTo>
                        <a:pt x="21" y="0"/>
                      </a:moveTo>
                      <a:cubicBezTo>
                        <a:pt x="21" y="0"/>
                        <a:pt x="-1397" y="18929"/>
                        <a:pt x="18951" y="24426"/>
                      </a:cubicBezTo>
                      <a:lnTo>
                        <a:pt x="18951" y="24249"/>
                      </a:lnTo>
                      <a:cubicBezTo>
                        <a:pt x="14384" y="22210"/>
                        <a:pt x="1263" y="15205"/>
                        <a:pt x="2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25" name="Forme libre : forme 23924">
                  <a:extLst>
                    <a:ext uri="{FF2B5EF4-FFF2-40B4-BE49-F238E27FC236}">
                      <a16:creationId xmlns:a16="http://schemas.microsoft.com/office/drawing/2014/main" id="{B0395083-544A-40B1-A986-9267CE788FA6}"/>
                    </a:ext>
                  </a:extLst>
                </p:cNvPr>
                <p:cNvSpPr/>
                <p:nvPr/>
              </p:nvSpPr>
              <p:spPr>
                <a:xfrm>
                  <a:off x="7880143" y="804518"/>
                  <a:ext cx="1595" cy="620"/>
                </a:xfrm>
                <a:custGeom>
                  <a:avLst/>
                  <a:gdLst>
                    <a:gd name="connsiteX0" fmla="*/ 0 w 1595"/>
                    <a:gd name="connsiteY0" fmla="*/ 0 h 620"/>
                    <a:gd name="connsiteX1" fmla="*/ 0 w 1595"/>
                    <a:gd name="connsiteY1" fmla="*/ 177 h 620"/>
                    <a:gd name="connsiteX2" fmla="*/ 1596 w 1595"/>
                    <a:gd name="connsiteY2" fmla="*/ 621 h 620"/>
                    <a:gd name="connsiteX3" fmla="*/ 0 w 1595"/>
                    <a:gd name="connsiteY3" fmla="*/ 0 h 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5" h="620">
                      <a:moveTo>
                        <a:pt x="0" y="0"/>
                      </a:moveTo>
                      <a:lnTo>
                        <a:pt x="0" y="177"/>
                      </a:lnTo>
                      <a:cubicBezTo>
                        <a:pt x="532" y="310"/>
                        <a:pt x="1020" y="488"/>
                        <a:pt x="1596" y="621"/>
                      </a:cubicBezTo>
                      <a:cubicBezTo>
                        <a:pt x="1596" y="621"/>
                        <a:pt x="975" y="4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26" name="Forme libre : forme 23925">
                  <a:extLst>
                    <a:ext uri="{FF2B5EF4-FFF2-40B4-BE49-F238E27FC236}">
                      <a16:creationId xmlns:a16="http://schemas.microsoft.com/office/drawing/2014/main" id="{29F47FFD-EA41-41D4-A4E3-3F6819372089}"/>
                    </a:ext>
                  </a:extLst>
                </p:cNvPr>
                <p:cNvSpPr/>
                <p:nvPr/>
              </p:nvSpPr>
              <p:spPr>
                <a:xfrm>
                  <a:off x="7866354" y="742986"/>
                  <a:ext cx="13789" cy="24873"/>
                </a:xfrm>
                <a:custGeom>
                  <a:avLst/>
                  <a:gdLst>
                    <a:gd name="connsiteX0" fmla="*/ 13523 w 13789"/>
                    <a:gd name="connsiteY0" fmla="*/ 44 h 24873"/>
                    <a:gd name="connsiteX1" fmla="*/ 3947 w 13789"/>
                    <a:gd name="connsiteY1" fmla="*/ 6206 h 24873"/>
                    <a:gd name="connsiteX2" fmla="*/ 2130 w 13789"/>
                    <a:gd name="connsiteY2" fmla="*/ 24338 h 24873"/>
                    <a:gd name="connsiteX3" fmla="*/ 13789 w 13789"/>
                    <a:gd name="connsiteY3" fmla="*/ 12812 h 24873"/>
                    <a:gd name="connsiteX4" fmla="*/ 13789 w 13789"/>
                    <a:gd name="connsiteY4" fmla="*/ 0 h 24873"/>
                    <a:gd name="connsiteX5" fmla="*/ 13523 w 13789"/>
                    <a:gd name="connsiteY5" fmla="*/ 44 h 24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789" h="24873">
                      <a:moveTo>
                        <a:pt x="13523" y="44"/>
                      </a:moveTo>
                      <a:cubicBezTo>
                        <a:pt x="9799" y="1108"/>
                        <a:pt x="6297" y="3192"/>
                        <a:pt x="3947" y="6206"/>
                      </a:cubicBezTo>
                      <a:cubicBezTo>
                        <a:pt x="1376" y="9487"/>
                        <a:pt x="-2436" y="20880"/>
                        <a:pt x="2130" y="24338"/>
                      </a:cubicBezTo>
                      <a:cubicBezTo>
                        <a:pt x="6031" y="27308"/>
                        <a:pt x="10907" y="17156"/>
                        <a:pt x="13789" y="12812"/>
                      </a:cubicBezTo>
                      <a:lnTo>
                        <a:pt x="13789" y="0"/>
                      </a:lnTo>
                      <a:cubicBezTo>
                        <a:pt x="13700" y="0"/>
                        <a:pt x="13612" y="0"/>
                        <a:pt x="13523" y="4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20113" name="Graphique 2">
              <a:extLst>
                <a:ext uri="{FF2B5EF4-FFF2-40B4-BE49-F238E27FC236}">
                  <a16:creationId xmlns:a16="http://schemas.microsoft.com/office/drawing/2014/main" id="{ADB7A7C3-289C-4FD3-A23C-F2B027BD0BEA}"/>
                </a:ext>
              </a:extLst>
            </p:cNvPr>
            <p:cNvGrpSpPr/>
            <p:nvPr/>
          </p:nvGrpSpPr>
          <p:grpSpPr>
            <a:xfrm>
              <a:off x="4213397" y="736780"/>
              <a:ext cx="3667824" cy="1579361"/>
              <a:chOff x="4213397" y="736780"/>
              <a:chExt cx="3667824" cy="1579361"/>
            </a:xfrm>
            <a:noFill/>
          </p:grpSpPr>
          <p:sp>
            <p:nvSpPr>
              <p:cNvPr id="23801" name="Forme libre : forme 23800">
                <a:extLst>
                  <a:ext uri="{FF2B5EF4-FFF2-40B4-BE49-F238E27FC236}">
                    <a16:creationId xmlns:a16="http://schemas.microsoft.com/office/drawing/2014/main" id="{D2557C25-B5E8-4580-9530-D20F7DD87422}"/>
                  </a:ext>
                </a:extLst>
              </p:cNvPr>
              <p:cNvSpPr/>
              <p:nvPr/>
            </p:nvSpPr>
            <p:spPr>
              <a:xfrm>
                <a:off x="4213397" y="1356538"/>
                <a:ext cx="63645" cy="132804"/>
              </a:xfrm>
              <a:custGeom>
                <a:avLst/>
                <a:gdLst>
                  <a:gd name="connsiteX0" fmla="*/ 56832 w 63645"/>
                  <a:gd name="connsiteY0" fmla="*/ 14086 h 132804"/>
                  <a:gd name="connsiteX1" fmla="*/ 46060 w 63645"/>
                  <a:gd name="connsiteY1" fmla="*/ 4378 h 132804"/>
                  <a:gd name="connsiteX2" fmla="*/ 31076 w 63645"/>
                  <a:gd name="connsiteY2" fmla="*/ 300 h 132804"/>
                  <a:gd name="connsiteX3" fmla="*/ 15915 w 63645"/>
                  <a:gd name="connsiteY3" fmla="*/ 9786 h 132804"/>
                  <a:gd name="connsiteX4" fmla="*/ 0 w 63645"/>
                  <a:gd name="connsiteY4" fmla="*/ 32439 h 132804"/>
                  <a:gd name="connsiteX5" fmla="*/ 0 w 63645"/>
                  <a:gd name="connsiteY5" fmla="*/ 36385 h 132804"/>
                  <a:gd name="connsiteX6" fmla="*/ 0 w 63645"/>
                  <a:gd name="connsiteY6" fmla="*/ 37848 h 132804"/>
                  <a:gd name="connsiteX7" fmla="*/ 0 w 63645"/>
                  <a:gd name="connsiteY7" fmla="*/ 51014 h 132804"/>
                  <a:gd name="connsiteX8" fmla="*/ 0 w 63645"/>
                  <a:gd name="connsiteY8" fmla="*/ 55137 h 132804"/>
                  <a:gd name="connsiteX9" fmla="*/ 0 w 63645"/>
                  <a:gd name="connsiteY9" fmla="*/ 59348 h 132804"/>
                  <a:gd name="connsiteX10" fmla="*/ 4655 w 63645"/>
                  <a:gd name="connsiteY10" fmla="*/ 63249 h 132804"/>
                  <a:gd name="connsiteX11" fmla="*/ 0 w 63645"/>
                  <a:gd name="connsiteY11" fmla="*/ 61654 h 132804"/>
                  <a:gd name="connsiteX12" fmla="*/ 0 w 63645"/>
                  <a:gd name="connsiteY12" fmla="*/ 67948 h 132804"/>
                  <a:gd name="connsiteX13" fmla="*/ 0 w 63645"/>
                  <a:gd name="connsiteY13" fmla="*/ 77125 h 132804"/>
                  <a:gd name="connsiteX14" fmla="*/ 0 w 63645"/>
                  <a:gd name="connsiteY14" fmla="*/ 79918 h 132804"/>
                  <a:gd name="connsiteX15" fmla="*/ 0 w 63645"/>
                  <a:gd name="connsiteY15" fmla="*/ 80672 h 132804"/>
                  <a:gd name="connsiteX16" fmla="*/ 0 w 63645"/>
                  <a:gd name="connsiteY16" fmla="*/ 83110 h 132804"/>
                  <a:gd name="connsiteX17" fmla="*/ 0 w 63645"/>
                  <a:gd name="connsiteY17" fmla="*/ 85016 h 132804"/>
                  <a:gd name="connsiteX18" fmla="*/ 0 w 63645"/>
                  <a:gd name="connsiteY18" fmla="*/ 85991 h 132804"/>
                  <a:gd name="connsiteX19" fmla="*/ 0 w 63645"/>
                  <a:gd name="connsiteY19" fmla="*/ 88828 h 132804"/>
                  <a:gd name="connsiteX20" fmla="*/ 0 w 63645"/>
                  <a:gd name="connsiteY20" fmla="*/ 96054 h 132804"/>
                  <a:gd name="connsiteX21" fmla="*/ 0 w 63645"/>
                  <a:gd name="connsiteY21" fmla="*/ 99158 h 132804"/>
                  <a:gd name="connsiteX22" fmla="*/ 0 w 63645"/>
                  <a:gd name="connsiteY22" fmla="*/ 105586 h 132804"/>
                  <a:gd name="connsiteX23" fmla="*/ 0 w 63645"/>
                  <a:gd name="connsiteY23" fmla="*/ 106960 h 132804"/>
                  <a:gd name="connsiteX24" fmla="*/ 0 w 63645"/>
                  <a:gd name="connsiteY24" fmla="*/ 108068 h 132804"/>
                  <a:gd name="connsiteX25" fmla="*/ 0 w 63645"/>
                  <a:gd name="connsiteY25" fmla="*/ 123407 h 132804"/>
                  <a:gd name="connsiteX26" fmla="*/ 0 w 63645"/>
                  <a:gd name="connsiteY26" fmla="*/ 132805 h 132804"/>
                  <a:gd name="connsiteX27" fmla="*/ 11881 w 63645"/>
                  <a:gd name="connsiteY27" fmla="*/ 122343 h 132804"/>
                  <a:gd name="connsiteX28" fmla="*/ 24648 w 63645"/>
                  <a:gd name="connsiteY28" fmla="*/ 99645 h 132804"/>
                  <a:gd name="connsiteX29" fmla="*/ 26466 w 63645"/>
                  <a:gd name="connsiteY29" fmla="*/ 95567 h 132804"/>
                  <a:gd name="connsiteX30" fmla="*/ 28327 w 63645"/>
                  <a:gd name="connsiteY30" fmla="*/ 89449 h 132804"/>
                  <a:gd name="connsiteX31" fmla="*/ 27219 w 63645"/>
                  <a:gd name="connsiteY31" fmla="*/ 82134 h 132804"/>
                  <a:gd name="connsiteX32" fmla="*/ 17777 w 63645"/>
                  <a:gd name="connsiteY32" fmla="*/ 70298 h 132804"/>
                  <a:gd name="connsiteX33" fmla="*/ 32938 w 63645"/>
                  <a:gd name="connsiteY33" fmla="*/ 71628 h 132804"/>
                  <a:gd name="connsiteX34" fmla="*/ 45351 w 63645"/>
                  <a:gd name="connsiteY34" fmla="*/ 62363 h 132804"/>
                  <a:gd name="connsiteX35" fmla="*/ 59049 w 63645"/>
                  <a:gd name="connsiteY35" fmla="*/ 42990 h 132804"/>
                  <a:gd name="connsiteX36" fmla="*/ 63615 w 63645"/>
                  <a:gd name="connsiteY36" fmla="*/ 28228 h 132804"/>
                  <a:gd name="connsiteX37" fmla="*/ 63615 w 63645"/>
                  <a:gd name="connsiteY37" fmla="*/ 28228 h 132804"/>
                  <a:gd name="connsiteX38" fmla="*/ 63615 w 63645"/>
                  <a:gd name="connsiteY38" fmla="*/ 28228 h 132804"/>
                  <a:gd name="connsiteX39" fmla="*/ 57231 w 63645"/>
                  <a:gd name="connsiteY39" fmla="*/ 14397 h 132804"/>
                  <a:gd name="connsiteX40" fmla="*/ 56832 w 63645"/>
                  <a:gd name="connsiteY40" fmla="*/ 14086 h 132804"/>
                  <a:gd name="connsiteX41" fmla="*/ 56832 w 63645"/>
                  <a:gd name="connsiteY41" fmla="*/ 14086 h 132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63645" h="132804">
                    <a:moveTo>
                      <a:pt x="56832" y="14086"/>
                    </a:moveTo>
                    <a:lnTo>
                      <a:pt x="46060" y="4378"/>
                    </a:lnTo>
                    <a:cubicBezTo>
                      <a:pt x="42070" y="743"/>
                      <a:pt x="36573" y="-676"/>
                      <a:pt x="31076" y="300"/>
                    </a:cubicBezTo>
                    <a:cubicBezTo>
                      <a:pt x="25535" y="1230"/>
                      <a:pt x="19949" y="4511"/>
                      <a:pt x="15915" y="9786"/>
                    </a:cubicBezTo>
                    <a:cubicBezTo>
                      <a:pt x="10240" y="17101"/>
                      <a:pt x="5009" y="24682"/>
                      <a:pt x="0" y="32439"/>
                    </a:cubicBezTo>
                    <a:lnTo>
                      <a:pt x="0" y="36385"/>
                    </a:lnTo>
                    <a:lnTo>
                      <a:pt x="0" y="37848"/>
                    </a:lnTo>
                    <a:lnTo>
                      <a:pt x="0" y="51014"/>
                    </a:lnTo>
                    <a:lnTo>
                      <a:pt x="0" y="55137"/>
                    </a:lnTo>
                    <a:lnTo>
                      <a:pt x="0" y="59348"/>
                    </a:lnTo>
                    <a:cubicBezTo>
                      <a:pt x="1330" y="60900"/>
                      <a:pt x="2837" y="62274"/>
                      <a:pt x="4655" y="63249"/>
                    </a:cubicBezTo>
                    <a:cubicBezTo>
                      <a:pt x="3192" y="62451"/>
                      <a:pt x="1596" y="61964"/>
                      <a:pt x="0" y="61654"/>
                    </a:cubicBezTo>
                    <a:lnTo>
                      <a:pt x="0" y="67948"/>
                    </a:lnTo>
                    <a:lnTo>
                      <a:pt x="0" y="77125"/>
                    </a:lnTo>
                    <a:lnTo>
                      <a:pt x="0" y="79918"/>
                    </a:lnTo>
                    <a:lnTo>
                      <a:pt x="0" y="80672"/>
                    </a:lnTo>
                    <a:lnTo>
                      <a:pt x="0" y="83110"/>
                    </a:lnTo>
                    <a:lnTo>
                      <a:pt x="0" y="85016"/>
                    </a:lnTo>
                    <a:lnTo>
                      <a:pt x="0" y="85991"/>
                    </a:lnTo>
                    <a:lnTo>
                      <a:pt x="0" y="88828"/>
                    </a:lnTo>
                    <a:lnTo>
                      <a:pt x="0" y="96054"/>
                    </a:lnTo>
                    <a:lnTo>
                      <a:pt x="0" y="99158"/>
                    </a:lnTo>
                    <a:lnTo>
                      <a:pt x="0" y="105586"/>
                    </a:lnTo>
                    <a:lnTo>
                      <a:pt x="0" y="106960"/>
                    </a:lnTo>
                    <a:lnTo>
                      <a:pt x="0" y="108068"/>
                    </a:lnTo>
                    <a:lnTo>
                      <a:pt x="0" y="123407"/>
                    </a:lnTo>
                    <a:lnTo>
                      <a:pt x="0" y="132805"/>
                    </a:lnTo>
                    <a:cubicBezTo>
                      <a:pt x="4743" y="130943"/>
                      <a:pt x="9044" y="127352"/>
                      <a:pt x="11881" y="122343"/>
                    </a:cubicBezTo>
                    <a:lnTo>
                      <a:pt x="24648" y="99645"/>
                    </a:lnTo>
                    <a:cubicBezTo>
                      <a:pt x="25402" y="98315"/>
                      <a:pt x="26022" y="96941"/>
                      <a:pt x="26466" y="95567"/>
                    </a:cubicBezTo>
                    <a:cubicBezTo>
                      <a:pt x="26510" y="95035"/>
                      <a:pt x="28505" y="90469"/>
                      <a:pt x="28327" y="89449"/>
                    </a:cubicBezTo>
                    <a:cubicBezTo>
                      <a:pt x="28283" y="87099"/>
                      <a:pt x="27973" y="84528"/>
                      <a:pt x="27219" y="82134"/>
                    </a:cubicBezTo>
                    <a:cubicBezTo>
                      <a:pt x="25712" y="77302"/>
                      <a:pt x="22520" y="72869"/>
                      <a:pt x="17777" y="70298"/>
                    </a:cubicBezTo>
                    <a:cubicBezTo>
                      <a:pt x="22564" y="72869"/>
                      <a:pt x="27973" y="73091"/>
                      <a:pt x="32938" y="71628"/>
                    </a:cubicBezTo>
                    <a:cubicBezTo>
                      <a:pt x="37859" y="70165"/>
                      <a:pt x="42336" y="67018"/>
                      <a:pt x="45351" y="62363"/>
                    </a:cubicBezTo>
                    <a:cubicBezTo>
                      <a:pt x="49651" y="55713"/>
                      <a:pt x="54172" y="49241"/>
                      <a:pt x="59049" y="42990"/>
                    </a:cubicBezTo>
                    <a:cubicBezTo>
                      <a:pt x="62418" y="38646"/>
                      <a:pt x="63881" y="33370"/>
                      <a:pt x="63615" y="28228"/>
                    </a:cubicBezTo>
                    <a:lnTo>
                      <a:pt x="63615" y="28228"/>
                    </a:lnTo>
                    <a:lnTo>
                      <a:pt x="63615" y="28228"/>
                    </a:lnTo>
                    <a:cubicBezTo>
                      <a:pt x="63260" y="23041"/>
                      <a:pt x="61265" y="18076"/>
                      <a:pt x="57231" y="14397"/>
                    </a:cubicBezTo>
                    <a:lnTo>
                      <a:pt x="56832" y="14086"/>
                    </a:lnTo>
                    <a:lnTo>
                      <a:pt x="56832" y="14086"/>
                    </a:lnTo>
                    <a:close/>
                  </a:path>
                </a:pathLst>
              </a:custGeom>
              <a:noFill/>
              <a:ln w="3323" cap="rnd">
                <a:solidFill>
                  <a:srgbClr val="333333"/>
                </a:solidFill>
                <a:prstDash val="solid"/>
                <a:round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3802" name="Forme libre : forme 23801">
                <a:extLst>
                  <a:ext uri="{FF2B5EF4-FFF2-40B4-BE49-F238E27FC236}">
                    <a16:creationId xmlns:a16="http://schemas.microsoft.com/office/drawing/2014/main" id="{48454D60-9237-4FE6-BC10-45C4A0C6895C}"/>
                  </a:ext>
                </a:extLst>
              </p:cNvPr>
              <p:cNvSpPr/>
              <p:nvPr/>
            </p:nvSpPr>
            <p:spPr>
              <a:xfrm>
                <a:off x="4253111" y="736780"/>
                <a:ext cx="3628109" cy="1579361"/>
              </a:xfrm>
              <a:custGeom>
                <a:avLst/>
                <a:gdLst>
                  <a:gd name="connsiteX0" fmla="*/ 3627032 w 3628109"/>
                  <a:gd name="connsiteY0" fmla="*/ 67738 h 1579361"/>
                  <a:gd name="connsiteX1" fmla="*/ 3627032 w 3628109"/>
                  <a:gd name="connsiteY1" fmla="*/ 59137 h 1579361"/>
                  <a:gd name="connsiteX2" fmla="*/ 3627032 w 3628109"/>
                  <a:gd name="connsiteY2" fmla="*/ 51734 h 1579361"/>
                  <a:gd name="connsiteX3" fmla="*/ 3627032 w 3628109"/>
                  <a:gd name="connsiteY3" fmla="*/ 43444 h 1579361"/>
                  <a:gd name="connsiteX4" fmla="*/ 3627032 w 3628109"/>
                  <a:gd name="connsiteY4" fmla="*/ 39898 h 1579361"/>
                  <a:gd name="connsiteX5" fmla="*/ 3627032 w 3628109"/>
                  <a:gd name="connsiteY5" fmla="*/ 19018 h 1579361"/>
                  <a:gd name="connsiteX6" fmla="*/ 3627032 w 3628109"/>
                  <a:gd name="connsiteY6" fmla="*/ 6206 h 1579361"/>
                  <a:gd name="connsiteX7" fmla="*/ 3627032 w 3628109"/>
                  <a:gd name="connsiteY7" fmla="*/ 0 h 1579361"/>
                  <a:gd name="connsiteX8" fmla="*/ 3609122 w 3628109"/>
                  <a:gd name="connsiteY8" fmla="*/ 18796 h 1579361"/>
                  <a:gd name="connsiteX9" fmla="*/ 3606063 w 3628109"/>
                  <a:gd name="connsiteY9" fmla="*/ 44641 h 1579361"/>
                  <a:gd name="connsiteX10" fmla="*/ 3626544 w 3628109"/>
                  <a:gd name="connsiteY10" fmla="*/ 69422 h 1579361"/>
                  <a:gd name="connsiteX11" fmla="*/ 3600877 w 3628109"/>
                  <a:gd name="connsiteY11" fmla="*/ 88662 h 1579361"/>
                  <a:gd name="connsiteX12" fmla="*/ 3597818 w 3628109"/>
                  <a:gd name="connsiteY12" fmla="*/ 114507 h 1579361"/>
                  <a:gd name="connsiteX13" fmla="*/ 3597862 w 3628109"/>
                  <a:gd name="connsiteY13" fmla="*/ 115349 h 1579361"/>
                  <a:gd name="connsiteX14" fmla="*/ 3598217 w 3628109"/>
                  <a:gd name="connsiteY14" fmla="*/ 115438 h 1579361"/>
                  <a:gd name="connsiteX15" fmla="*/ 3598749 w 3628109"/>
                  <a:gd name="connsiteY15" fmla="*/ 115615 h 1579361"/>
                  <a:gd name="connsiteX16" fmla="*/ 3598926 w 3628109"/>
                  <a:gd name="connsiteY16" fmla="*/ 116324 h 1579361"/>
                  <a:gd name="connsiteX17" fmla="*/ 3599015 w 3628109"/>
                  <a:gd name="connsiteY17" fmla="*/ 117344 h 1579361"/>
                  <a:gd name="connsiteX18" fmla="*/ 3601630 w 3628109"/>
                  <a:gd name="connsiteY18" fmla="*/ 125191 h 1579361"/>
                  <a:gd name="connsiteX19" fmla="*/ 3614930 w 3628109"/>
                  <a:gd name="connsiteY19" fmla="*/ 136539 h 1579361"/>
                  <a:gd name="connsiteX20" fmla="*/ 3585804 w 3628109"/>
                  <a:gd name="connsiteY20" fmla="*/ 148154 h 1579361"/>
                  <a:gd name="connsiteX21" fmla="*/ 3576096 w 3628109"/>
                  <a:gd name="connsiteY21" fmla="*/ 170231 h 1579361"/>
                  <a:gd name="connsiteX22" fmla="*/ 3574278 w 3628109"/>
                  <a:gd name="connsiteY22" fmla="*/ 178077 h 1579361"/>
                  <a:gd name="connsiteX23" fmla="*/ 3575697 w 3628109"/>
                  <a:gd name="connsiteY23" fmla="*/ 186101 h 1579361"/>
                  <a:gd name="connsiteX24" fmla="*/ 3586912 w 3628109"/>
                  <a:gd name="connsiteY24" fmla="*/ 199312 h 1579361"/>
                  <a:gd name="connsiteX25" fmla="*/ 3569845 w 3628109"/>
                  <a:gd name="connsiteY25" fmla="*/ 196298 h 1579361"/>
                  <a:gd name="connsiteX26" fmla="*/ 3562442 w 3628109"/>
                  <a:gd name="connsiteY26" fmla="*/ 198913 h 1579361"/>
                  <a:gd name="connsiteX27" fmla="*/ 3556945 w 3628109"/>
                  <a:gd name="connsiteY27" fmla="*/ 203745 h 1579361"/>
                  <a:gd name="connsiteX28" fmla="*/ 3554152 w 3628109"/>
                  <a:gd name="connsiteY28" fmla="*/ 207380 h 1579361"/>
                  <a:gd name="connsiteX29" fmla="*/ 3552246 w 3628109"/>
                  <a:gd name="connsiteY29" fmla="*/ 209907 h 1579361"/>
                  <a:gd name="connsiteX30" fmla="*/ 3552556 w 3628109"/>
                  <a:gd name="connsiteY30" fmla="*/ 211946 h 1579361"/>
                  <a:gd name="connsiteX31" fmla="*/ 3551980 w 3628109"/>
                  <a:gd name="connsiteY31" fmla="*/ 217887 h 1579361"/>
                  <a:gd name="connsiteX32" fmla="*/ 3549586 w 3628109"/>
                  <a:gd name="connsiteY32" fmla="*/ 226398 h 1579361"/>
                  <a:gd name="connsiteX33" fmla="*/ 3546704 w 3628109"/>
                  <a:gd name="connsiteY33" fmla="*/ 236506 h 1579361"/>
                  <a:gd name="connsiteX34" fmla="*/ 3549409 w 3628109"/>
                  <a:gd name="connsiteY34" fmla="*/ 217044 h 1579361"/>
                  <a:gd name="connsiteX35" fmla="*/ 3551182 w 3628109"/>
                  <a:gd name="connsiteY35" fmla="*/ 211503 h 1579361"/>
                  <a:gd name="connsiteX36" fmla="*/ 3552246 w 3628109"/>
                  <a:gd name="connsiteY36" fmla="*/ 209863 h 1579361"/>
                  <a:gd name="connsiteX37" fmla="*/ 3550916 w 3628109"/>
                  <a:gd name="connsiteY37" fmla="*/ 207159 h 1579361"/>
                  <a:gd name="connsiteX38" fmla="*/ 3546793 w 3628109"/>
                  <a:gd name="connsiteY38" fmla="*/ 197317 h 1579361"/>
                  <a:gd name="connsiteX39" fmla="*/ 3518776 w 3628109"/>
                  <a:gd name="connsiteY39" fmla="*/ 184860 h 1579361"/>
                  <a:gd name="connsiteX40" fmla="*/ 3534957 w 3628109"/>
                  <a:gd name="connsiteY40" fmla="*/ 158217 h 1579361"/>
                  <a:gd name="connsiteX41" fmla="*/ 3533405 w 3628109"/>
                  <a:gd name="connsiteY41" fmla="*/ 152100 h 1579361"/>
                  <a:gd name="connsiteX42" fmla="*/ 3531189 w 3628109"/>
                  <a:gd name="connsiteY42" fmla="*/ 144164 h 1579361"/>
                  <a:gd name="connsiteX43" fmla="*/ 3524317 w 3628109"/>
                  <a:gd name="connsiteY43" fmla="*/ 127053 h 1579361"/>
                  <a:gd name="connsiteX44" fmla="*/ 3514742 w 3628109"/>
                  <a:gd name="connsiteY44" fmla="*/ 115393 h 1579361"/>
                  <a:gd name="connsiteX45" fmla="*/ 3502329 w 3628109"/>
                  <a:gd name="connsiteY45" fmla="*/ 109453 h 1579361"/>
                  <a:gd name="connsiteX46" fmla="*/ 3491956 w 3628109"/>
                  <a:gd name="connsiteY46" fmla="*/ 110827 h 1579361"/>
                  <a:gd name="connsiteX47" fmla="*/ 3485749 w 3628109"/>
                  <a:gd name="connsiteY47" fmla="*/ 117344 h 1579361"/>
                  <a:gd name="connsiteX48" fmla="*/ 3487168 w 3628109"/>
                  <a:gd name="connsiteY48" fmla="*/ 108345 h 1579361"/>
                  <a:gd name="connsiteX49" fmla="*/ 3482025 w 3628109"/>
                  <a:gd name="connsiteY49" fmla="*/ 99035 h 1579361"/>
                  <a:gd name="connsiteX50" fmla="*/ 3469834 w 3628109"/>
                  <a:gd name="connsiteY50" fmla="*/ 92829 h 1579361"/>
                  <a:gd name="connsiteX51" fmla="*/ 3453033 w 3628109"/>
                  <a:gd name="connsiteY51" fmla="*/ 93405 h 1579361"/>
                  <a:gd name="connsiteX52" fmla="*/ 3446915 w 3628109"/>
                  <a:gd name="connsiteY52" fmla="*/ 95356 h 1579361"/>
                  <a:gd name="connsiteX53" fmla="*/ 3441463 w 3628109"/>
                  <a:gd name="connsiteY53" fmla="*/ 97617 h 1579361"/>
                  <a:gd name="connsiteX54" fmla="*/ 3432685 w 3628109"/>
                  <a:gd name="connsiteY54" fmla="*/ 102272 h 1579361"/>
                  <a:gd name="connsiteX55" fmla="*/ 3418189 w 3628109"/>
                  <a:gd name="connsiteY55" fmla="*/ 112778 h 1579361"/>
                  <a:gd name="connsiteX56" fmla="*/ 3411318 w 3628109"/>
                  <a:gd name="connsiteY56" fmla="*/ 121467 h 1579361"/>
                  <a:gd name="connsiteX57" fmla="*/ 3408924 w 3628109"/>
                  <a:gd name="connsiteY57" fmla="*/ 130909 h 1579361"/>
                  <a:gd name="connsiteX58" fmla="*/ 3416017 w 3628109"/>
                  <a:gd name="connsiteY58" fmla="*/ 146736 h 1579361"/>
                  <a:gd name="connsiteX59" fmla="*/ 3399304 w 3628109"/>
                  <a:gd name="connsiteY59" fmla="*/ 142347 h 1579361"/>
                  <a:gd name="connsiteX60" fmla="*/ 3390482 w 3628109"/>
                  <a:gd name="connsiteY60" fmla="*/ 146425 h 1579361"/>
                  <a:gd name="connsiteX61" fmla="*/ 3382857 w 3628109"/>
                  <a:gd name="connsiteY61" fmla="*/ 155203 h 1579361"/>
                  <a:gd name="connsiteX62" fmla="*/ 3375808 w 3628109"/>
                  <a:gd name="connsiteY62" fmla="*/ 169610 h 1579361"/>
                  <a:gd name="connsiteX63" fmla="*/ 3370267 w 3628109"/>
                  <a:gd name="connsiteY63" fmla="*/ 183708 h 1579361"/>
                  <a:gd name="connsiteX64" fmla="*/ 3368982 w 3628109"/>
                  <a:gd name="connsiteY64" fmla="*/ 193372 h 1579361"/>
                  <a:gd name="connsiteX65" fmla="*/ 3371242 w 3628109"/>
                  <a:gd name="connsiteY65" fmla="*/ 202149 h 1579361"/>
                  <a:gd name="connsiteX66" fmla="*/ 3384542 w 3628109"/>
                  <a:gd name="connsiteY66" fmla="*/ 213010 h 1579361"/>
                  <a:gd name="connsiteX67" fmla="*/ 3367607 w 3628109"/>
                  <a:gd name="connsiteY67" fmla="*/ 215537 h 1579361"/>
                  <a:gd name="connsiteX68" fmla="*/ 3357500 w 3628109"/>
                  <a:gd name="connsiteY68" fmla="*/ 230122 h 1579361"/>
                  <a:gd name="connsiteX69" fmla="*/ 3354751 w 3628109"/>
                  <a:gd name="connsiteY69" fmla="*/ 243510 h 1579361"/>
                  <a:gd name="connsiteX70" fmla="*/ 3352269 w 3628109"/>
                  <a:gd name="connsiteY70" fmla="*/ 256809 h 1579361"/>
                  <a:gd name="connsiteX71" fmla="*/ 3370267 w 3628109"/>
                  <a:gd name="connsiteY71" fmla="*/ 282787 h 1579361"/>
                  <a:gd name="connsiteX72" fmla="*/ 3345131 w 3628109"/>
                  <a:gd name="connsiteY72" fmla="*/ 301539 h 1579361"/>
                  <a:gd name="connsiteX73" fmla="*/ 3341452 w 3628109"/>
                  <a:gd name="connsiteY73" fmla="*/ 327429 h 1579361"/>
                  <a:gd name="connsiteX74" fmla="*/ 3359982 w 3628109"/>
                  <a:gd name="connsiteY74" fmla="*/ 352476 h 1579361"/>
                  <a:gd name="connsiteX75" fmla="*/ 3343757 w 3628109"/>
                  <a:gd name="connsiteY75" fmla="*/ 356554 h 1579361"/>
                  <a:gd name="connsiteX76" fmla="*/ 3335068 w 3628109"/>
                  <a:gd name="connsiteY76" fmla="*/ 370696 h 1579361"/>
                  <a:gd name="connsiteX77" fmla="*/ 3332985 w 3628109"/>
                  <a:gd name="connsiteY77" fmla="*/ 383064 h 1579361"/>
                  <a:gd name="connsiteX78" fmla="*/ 3330680 w 3628109"/>
                  <a:gd name="connsiteY78" fmla="*/ 395122 h 1579361"/>
                  <a:gd name="connsiteX79" fmla="*/ 3330857 w 3628109"/>
                  <a:gd name="connsiteY79" fmla="*/ 401417 h 1579361"/>
                  <a:gd name="connsiteX80" fmla="*/ 3333738 w 3628109"/>
                  <a:gd name="connsiteY80" fmla="*/ 407357 h 1579361"/>
                  <a:gd name="connsiteX81" fmla="*/ 3338748 w 3628109"/>
                  <a:gd name="connsiteY81" fmla="*/ 413165 h 1579361"/>
                  <a:gd name="connsiteX82" fmla="*/ 3345619 w 3628109"/>
                  <a:gd name="connsiteY82" fmla="*/ 418218 h 1579361"/>
                  <a:gd name="connsiteX83" fmla="*/ 3337640 w 3628109"/>
                  <a:gd name="connsiteY83" fmla="*/ 415381 h 1579361"/>
                  <a:gd name="connsiteX84" fmla="*/ 3330369 w 3628109"/>
                  <a:gd name="connsiteY84" fmla="*/ 414007 h 1579361"/>
                  <a:gd name="connsiteX85" fmla="*/ 3325271 w 3628109"/>
                  <a:gd name="connsiteY85" fmla="*/ 412810 h 1579361"/>
                  <a:gd name="connsiteX86" fmla="*/ 3323587 w 3628109"/>
                  <a:gd name="connsiteY86" fmla="*/ 412056 h 1579361"/>
                  <a:gd name="connsiteX87" fmla="*/ 3323498 w 3628109"/>
                  <a:gd name="connsiteY87" fmla="*/ 412056 h 1579361"/>
                  <a:gd name="connsiteX88" fmla="*/ 3320971 w 3628109"/>
                  <a:gd name="connsiteY88" fmla="*/ 411746 h 1579361"/>
                  <a:gd name="connsiteX89" fmla="*/ 3317070 w 3628109"/>
                  <a:gd name="connsiteY89" fmla="*/ 412101 h 1579361"/>
                  <a:gd name="connsiteX90" fmla="*/ 3311307 w 3628109"/>
                  <a:gd name="connsiteY90" fmla="*/ 414184 h 1579361"/>
                  <a:gd name="connsiteX91" fmla="*/ 3304657 w 3628109"/>
                  <a:gd name="connsiteY91" fmla="*/ 417908 h 1579361"/>
                  <a:gd name="connsiteX92" fmla="*/ 3298407 w 3628109"/>
                  <a:gd name="connsiteY92" fmla="*/ 423715 h 1579361"/>
                  <a:gd name="connsiteX93" fmla="*/ 3302529 w 3628109"/>
                  <a:gd name="connsiteY93" fmla="*/ 416268 h 1579361"/>
                  <a:gd name="connsiteX94" fmla="*/ 3304391 w 3628109"/>
                  <a:gd name="connsiteY94" fmla="*/ 408820 h 1579361"/>
                  <a:gd name="connsiteX95" fmla="*/ 3301998 w 3628109"/>
                  <a:gd name="connsiteY95" fmla="*/ 396673 h 1579361"/>
                  <a:gd name="connsiteX96" fmla="*/ 3297343 w 3628109"/>
                  <a:gd name="connsiteY96" fmla="*/ 389315 h 1579361"/>
                  <a:gd name="connsiteX97" fmla="*/ 3293796 w 3628109"/>
                  <a:gd name="connsiteY97" fmla="*/ 381424 h 1579361"/>
                  <a:gd name="connsiteX98" fmla="*/ 3292466 w 3628109"/>
                  <a:gd name="connsiteY98" fmla="*/ 378764 h 1579361"/>
                  <a:gd name="connsiteX99" fmla="*/ 3291491 w 3628109"/>
                  <a:gd name="connsiteY99" fmla="*/ 377390 h 1579361"/>
                  <a:gd name="connsiteX100" fmla="*/ 3290161 w 3628109"/>
                  <a:gd name="connsiteY100" fmla="*/ 375395 h 1579361"/>
                  <a:gd name="connsiteX101" fmla="*/ 3283511 w 3628109"/>
                  <a:gd name="connsiteY101" fmla="*/ 369233 h 1579361"/>
                  <a:gd name="connsiteX102" fmla="*/ 3266932 w 3628109"/>
                  <a:gd name="connsiteY102" fmla="*/ 367415 h 1579361"/>
                  <a:gd name="connsiteX103" fmla="*/ 3278546 w 3628109"/>
                  <a:gd name="connsiteY103" fmla="*/ 355534 h 1579361"/>
                  <a:gd name="connsiteX104" fmla="*/ 3279655 w 3628109"/>
                  <a:gd name="connsiteY104" fmla="*/ 346225 h 1579361"/>
                  <a:gd name="connsiteX105" fmla="*/ 3276596 w 3628109"/>
                  <a:gd name="connsiteY105" fmla="*/ 336162 h 1579361"/>
                  <a:gd name="connsiteX106" fmla="*/ 3267951 w 3628109"/>
                  <a:gd name="connsiteY106" fmla="*/ 321976 h 1579361"/>
                  <a:gd name="connsiteX107" fmla="*/ 3262720 w 3628109"/>
                  <a:gd name="connsiteY107" fmla="*/ 315016 h 1579361"/>
                  <a:gd name="connsiteX108" fmla="*/ 3259927 w 3628109"/>
                  <a:gd name="connsiteY108" fmla="*/ 311602 h 1579361"/>
                  <a:gd name="connsiteX109" fmla="*/ 3256736 w 3628109"/>
                  <a:gd name="connsiteY109" fmla="*/ 308278 h 1579361"/>
                  <a:gd name="connsiteX110" fmla="*/ 3251948 w 3628109"/>
                  <a:gd name="connsiteY110" fmla="*/ 304110 h 1579361"/>
                  <a:gd name="connsiteX111" fmla="*/ 3246495 w 3628109"/>
                  <a:gd name="connsiteY111" fmla="*/ 301185 h 1579361"/>
                  <a:gd name="connsiteX112" fmla="*/ 3235545 w 3628109"/>
                  <a:gd name="connsiteY112" fmla="*/ 299101 h 1579361"/>
                  <a:gd name="connsiteX113" fmla="*/ 3226591 w 3628109"/>
                  <a:gd name="connsiteY113" fmla="*/ 301894 h 1579361"/>
                  <a:gd name="connsiteX114" fmla="*/ 3221138 w 3628109"/>
                  <a:gd name="connsiteY114" fmla="*/ 308411 h 1579361"/>
                  <a:gd name="connsiteX115" fmla="*/ 3222423 w 3628109"/>
                  <a:gd name="connsiteY115" fmla="*/ 299943 h 1579361"/>
                  <a:gd name="connsiteX116" fmla="*/ 3218434 w 3628109"/>
                  <a:gd name="connsiteY116" fmla="*/ 291476 h 1579361"/>
                  <a:gd name="connsiteX117" fmla="*/ 3209301 w 3628109"/>
                  <a:gd name="connsiteY117" fmla="*/ 284693 h 1579361"/>
                  <a:gd name="connsiteX118" fmla="*/ 3196578 w 3628109"/>
                  <a:gd name="connsiteY118" fmla="*/ 281945 h 1579361"/>
                  <a:gd name="connsiteX119" fmla="*/ 3187091 w 3628109"/>
                  <a:gd name="connsiteY119" fmla="*/ 282344 h 1579361"/>
                  <a:gd name="connsiteX120" fmla="*/ 3178092 w 3628109"/>
                  <a:gd name="connsiteY120" fmla="*/ 283674 h 1579361"/>
                  <a:gd name="connsiteX121" fmla="*/ 3173083 w 3628109"/>
                  <a:gd name="connsiteY121" fmla="*/ 284871 h 1579361"/>
                  <a:gd name="connsiteX122" fmla="*/ 3167808 w 3628109"/>
                  <a:gd name="connsiteY122" fmla="*/ 286422 h 1579361"/>
                  <a:gd name="connsiteX123" fmla="*/ 3157744 w 3628109"/>
                  <a:gd name="connsiteY123" fmla="*/ 290722 h 1579361"/>
                  <a:gd name="connsiteX124" fmla="*/ 3146839 w 3628109"/>
                  <a:gd name="connsiteY124" fmla="*/ 299766 h 1579361"/>
                  <a:gd name="connsiteX125" fmla="*/ 3144977 w 3628109"/>
                  <a:gd name="connsiteY125" fmla="*/ 302337 h 1579361"/>
                  <a:gd name="connsiteX126" fmla="*/ 3143736 w 3628109"/>
                  <a:gd name="connsiteY126" fmla="*/ 305041 h 1579361"/>
                  <a:gd name="connsiteX127" fmla="*/ 3142184 w 3628109"/>
                  <a:gd name="connsiteY127" fmla="*/ 310272 h 1579361"/>
                  <a:gd name="connsiteX128" fmla="*/ 3143027 w 3628109"/>
                  <a:gd name="connsiteY128" fmla="*/ 319449 h 1579361"/>
                  <a:gd name="connsiteX129" fmla="*/ 3148213 w 3628109"/>
                  <a:gd name="connsiteY129" fmla="*/ 326143 h 1579361"/>
                  <a:gd name="connsiteX130" fmla="*/ 3140411 w 3628109"/>
                  <a:gd name="connsiteY130" fmla="*/ 322951 h 1579361"/>
                  <a:gd name="connsiteX131" fmla="*/ 3135934 w 3628109"/>
                  <a:gd name="connsiteY131" fmla="*/ 323040 h 1579361"/>
                  <a:gd name="connsiteX132" fmla="*/ 3131545 w 3628109"/>
                  <a:gd name="connsiteY132" fmla="*/ 324281 h 1579361"/>
                  <a:gd name="connsiteX133" fmla="*/ 3123122 w 3628109"/>
                  <a:gd name="connsiteY133" fmla="*/ 330044 h 1579361"/>
                  <a:gd name="connsiteX134" fmla="*/ 3117093 w 3628109"/>
                  <a:gd name="connsiteY134" fmla="*/ 339309 h 1579361"/>
                  <a:gd name="connsiteX135" fmla="*/ 3111951 w 3628109"/>
                  <a:gd name="connsiteY135" fmla="*/ 354204 h 1579361"/>
                  <a:gd name="connsiteX136" fmla="*/ 3108138 w 3628109"/>
                  <a:gd name="connsiteY136" fmla="*/ 368834 h 1579361"/>
                  <a:gd name="connsiteX137" fmla="*/ 3107872 w 3628109"/>
                  <a:gd name="connsiteY137" fmla="*/ 378631 h 1579361"/>
                  <a:gd name="connsiteX138" fmla="*/ 3111020 w 3628109"/>
                  <a:gd name="connsiteY138" fmla="*/ 387009 h 1579361"/>
                  <a:gd name="connsiteX139" fmla="*/ 3124585 w 3628109"/>
                  <a:gd name="connsiteY139" fmla="*/ 395920 h 1579361"/>
                  <a:gd name="connsiteX140" fmla="*/ 3109202 w 3628109"/>
                  <a:gd name="connsiteY140" fmla="*/ 400885 h 1579361"/>
                  <a:gd name="connsiteX141" fmla="*/ 3101622 w 3628109"/>
                  <a:gd name="connsiteY141" fmla="*/ 416977 h 1579361"/>
                  <a:gd name="connsiteX142" fmla="*/ 3100912 w 3628109"/>
                  <a:gd name="connsiteY142" fmla="*/ 430764 h 1579361"/>
                  <a:gd name="connsiteX143" fmla="*/ 3100469 w 3628109"/>
                  <a:gd name="connsiteY143" fmla="*/ 443709 h 1579361"/>
                  <a:gd name="connsiteX144" fmla="*/ 3119177 w 3628109"/>
                  <a:gd name="connsiteY144" fmla="*/ 466051 h 1579361"/>
                  <a:gd name="connsiteX145" fmla="*/ 3103882 w 3628109"/>
                  <a:gd name="connsiteY145" fmla="*/ 470263 h 1579361"/>
                  <a:gd name="connsiteX146" fmla="*/ 3095548 w 3628109"/>
                  <a:gd name="connsiteY146" fmla="*/ 483873 h 1579361"/>
                  <a:gd name="connsiteX147" fmla="*/ 3090672 w 3628109"/>
                  <a:gd name="connsiteY147" fmla="*/ 508122 h 1579361"/>
                  <a:gd name="connsiteX148" fmla="*/ 3105390 w 3628109"/>
                  <a:gd name="connsiteY148" fmla="*/ 533922 h 1579361"/>
                  <a:gd name="connsiteX149" fmla="*/ 3079811 w 3628109"/>
                  <a:gd name="connsiteY149" fmla="*/ 548773 h 1579361"/>
                  <a:gd name="connsiteX150" fmla="*/ 3076042 w 3628109"/>
                  <a:gd name="connsiteY150" fmla="*/ 560476 h 1579361"/>
                  <a:gd name="connsiteX151" fmla="*/ 3071964 w 3628109"/>
                  <a:gd name="connsiteY151" fmla="*/ 572003 h 1579361"/>
                  <a:gd name="connsiteX152" fmla="*/ 3072141 w 3628109"/>
                  <a:gd name="connsiteY152" fmla="*/ 587829 h 1579361"/>
                  <a:gd name="connsiteX153" fmla="*/ 3082870 w 3628109"/>
                  <a:gd name="connsiteY153" fmla="*/ 599266 h 1579361"/>
                  <a:gd name="connsiteX154" fmla="*/ 3067265 w 3628109"/>
                  <a:gd name="connsiteY154" fmla="*/ 598956 h 1579361"/>
                  <a:gd name="connsiteX155" fmla="*/ 3060527 w 3628109"/>
                  <a:gd name="connsiteY155" fmla="*/ 602857 h 1579361"/>
                  <a:gd name="connsiteX156" fmla="*/ 3055606 w 3628109"/>
                  <a:gd name="connsiteY156" fmla="*/ 608930 h 1579361"/>
                  <a:gd name="connsiteX157" fmla="*/ 3049976 w 3628109"/>
                  <a:gd name="connsiteY157" fmla="*/ 618727 h 1579361"/>
                  <a:gd name="connsiteX158" fmla="*/ 3043947 w 3628109"/>
                  <a:gd name="connsiteY158" fmla="*/ 627593 h 1579361"/>
                  <a:gd name="connsiteX159" fmla="*/ 3042174 w 3628109"/>
                  <a:gd name="connsiteY159" fmla="*/ 630697 h 1579361"/>
                  <a:gd name="connsiteX160" fmla="*/ 3041021 w 3628109"/>
                  <a:gd name="connsiteY160" fmla="*/ 633844 h 1579361"/>
                  <a:gd name="connsiteX161" fmla="*/ 3040578 w 3628109"/>
                  <a:gd name="connsiteY161" fmla="*/ 640716 h 1579361"/>
                  <a:gd name="connsiteX162" fmla="*/ 3042351 w 3628109"/>
                  <a:gd name="connsiteY162" fmla="*/ 647986 h 1579361"/>
                  <a:gd name="connsiteX163" fmla="*/ 3046385 w 3628109"/>
                  <a:gd name="connsiteY163" fmla="*/ 654768 h 1579361"/>
                  <a:gd name="connsiteX164" fmla="*/ 3040267 w 3628109"/>
                  <a:gd name="connsiteY164" fmla="*/ 649715 h 1579361"/>
                  <a:gd name="connsiteX165" fmla="*/ 3033706 w 3628109"/>
                  <a:gd name="connsiteY165" fmla="*/ 646700 h 1579361"/>
                  <a:gd name="connsiteX166" fmla="*/ 3030692 w 3628109"/>
                  <a:gd name="connsiteY166" fmla="*/ 645725 h 1579361"/>
                  <a:gd name="connsiteX167" fmla="*/ 3028076 w 3628109"/>
                  <a:gd name="connsiteY167" fmla="*/ 645104 h 1579361"/>
                  <a:gd name="connsiteX168" fmla="*/ 3025949 w 3628109"/>
                  <a:gd name="connsiteY168" fmla="*/ 644883 h 1579361"/>
                  <a:gd name="connsiteX169" fmla="*/ 3024397 w 3628109"/>
                  <a:gd name="connsiteY169" fmla="*/ 644971 h 1579361"/>
                  <a:gd name="connsiteX170" fmla="*/ 3020984 w 3628109"/>
                  <a:gd name="connsiteY170" fmla="*/ 645459 h 1579361"/>
                  <a:gd name="connsiteX171" fmla="*/ 3020540 w 3628109"/>
                  <a:gd name="connsiteY171" fmla="*/ 645503 h 1579361"/>
                  <a:gd name="connsiteX172" fmla="*/ 3019742 w 3628109"/>
                  <a:gd name="connsiteY172" fmla="*/ 645370 h 1579361"/>
                  <a:gd name="connsiteX173" fmla="*/ 3018191 w 3628109"/>
                  <a:gd name="connsiteY173" fmla="*/ 645149 h 1579361"/>
                  <a:gd name="connsiteX174" fmla="*/ 3015132 w 3628109"/>
                  <a:gd name="connsiteY174" fmla="*/ 644395 h 1579361"/>
                  <a:gd name="connsiteX175" fmla="*/ 3012915 w 3628109"/>
                  <a:gd name="connsiteY175" fmla="*/ 643996 h 1579361"/>
                  <a:gd name="connsiteX176" fmla="*/ 3010388 w 3628109"/>
                  <a:gd name="connsiteY176" fmla="*/ 644173 h 1579361"/>
                  <a:gd name="connsiteX177" fmla="*/ 3004448 w 3628109"/>
                  <a:gd name="connsiteY177" fmla="*/ 645725 h 1579361"/>
                  <a:gd name="connsiteX178" fmla="*/ 2992035 w 3628109"/>
                  <a:gd name="connsiteY178" fmla="*/ 654148 h 1579361"/>
                  <a:gd name="connsiteX179" fmla="*/ 2995715 w 3628109"/>
                  <a:gd name="connsiteY179" fmla="*/ 647188 h 1579361"/>
                  <a:gd name="connsiteX180" fmla="*/ 2997045 w 3628109"/>
                  <a:gd name="connsiteY180" fmla="*/ 639917 h 1579361"/>
                  <a:gd name="connsiteX181" fmla="*/ 2996158 w 3628109"/>
                  <a:gd name="connsiteY181" fmla="*/ 633091 h 1579361"/>
                  <a:gd name="connsiteX182" fmla="*/ 2992789 w 3628109"/>
                  <a:gd name="connsiteY182" fmla="*/ 627017 h 1579361"/>
                  <a:gd name="connsiteX183" fmla="*/ 2989376 w 3628109"/>
                  <a:gd name="connsiteY183" fmla="*/ 622761 h 1579361"/>
                  <a:gd name="connsiteX184" fmla="*/ 2986006 w 3628109"/>
                  <a:gd name="connsiteY184" fmla="*/ 618240 h 1579361"/>
                  <a:gd name="connsiteX185" fmla="*/ 2979312 w 3628109"/>
                  <a:gd name="connsiteY185" fmla="*/ 608487 h 1579361"/>
                  <a:gd name="connsiteX186" fmla="*/ 2951029 w 3628109"/>
                  <a:gd name="connsiteY186" fmla="*/ 600729 h 1579361"/>
                  <a:gd name="connsiteX187" fmla="*/ 2955640 w 3628109"/>
                  <a:gd name="connsiteY187" fmla="*/ 571027 h 1579361"/>
                  <a:gd name="connsiteX188" fmla="*/ 2938306 w 3628109"/>
                  <a:gd name="connsiteY188" fmla="*/ 547443 h 1579361"/>
                  <a:gd name="connsiteX189" fmla="*/ 2930194 w 3628109"/>
                  <a:gd name="connsiteY189" fmla="*/ 540749 h 1579361"/>
                  <a:gd name="connsiteX190" fmla="*/ 2920973 w 3628109"/>
                  <a:gd name="connsiteY190" fmla="*/ 537735 h 1579361"/>
                  <a:gd name="connsiteX191" fmla="*/ 2906255 w 3628109"/>
                  <a:gd name="connsiteY191" fmla="*/ 543498 h 1579361"/>
                  <a:gd name="connsiteX192" fmla="*/ 2907585 w 3628109"/>
                  <a:gd name="connsiteY192" fmla="*/ 527672 h 1579361"/>
                  <a:gd name="connsiteX193" fmla="*/ 2900935 w 3628109"/>
                  <a:gd name="connsiteY193" fmla="*/ 519337 h 1579361"/>
                  <a:gd name="connsiteX194" fmla="*/ 2889498 w 3628109"/>
                  <a:gd name="connsiteY194" fmla="*/ 513397 h 1579361"/>
                  <a:gd name="connsiteX195" fmla="*/ 2879790 w 3628109"/>
                  <a:gd name="connsiteY195" fmla="*/ 511358 h 1579361"/>
                  <a:gd name="connsiteX196" fmla="*/ 2874869 w 3628109"/>
                  <a:gd name="connsiteY196" fmla="*/ 510826 h 1579361"/>
                  <a:gd name="connsiteX197" fmla="*/ 2870347 w 3628109"/>
                  <a:gd name="connsiteY197" fmla="*/ 510515 h 1579361"/>
                  <a:gd name="connsiteX198" fmla="*/ 2854876 w 3628109"/>
                  <a:gd name="connsiteY198" fmla="*/ 510693 h 1579361"/>
                  <a:gd name="connsiteX199" fmla="*/ 2844413 w 3628109"/>
                  <a:gd name="connsiteY199" fmla="*/ 513175 h 1579361"/>
                  <a:gd name="connsiteX200" fmla="*/ 2836389 w 3628109"/>
                  <a:gd name="connsiteY200" fmla="*/ 518938 h 1579361"/>
                  <a:gd name="connsiteX201" fmla="*/ 2832267 w 3628109"/>
                  <a:gd name="connsiteY201" fmla="*/ 526253 h 1579361"/>
                  <a:gd name="connsiteX202" fmla="*/ 2832444 w 3628109"/>
                  <a:gd name="connsiteY202" fmla="*/ 534099 h 1579361"/>
                  <a:gd name="connsiteX203" fmla="*/ 2820608 w 3628109"/>
                  <a:gd name="connsiteY203" fmla="*/ 523682 h 1579361"/>
                  <a:gd name="connsiteX204" fmla="*/ 2810633 w 3628109"/>
                  <a:gd name="connsiteY204" fmla="*/ 523815 h 1579361"/>
                  <a:gd name="connsiteX205" fmla="*/ 2800171 w 3628109"/>
                  <a:gd name="connsiteY205" fmla="*/ 528159 h 1579361"/>
                  <a:gd name="connsiteX206" fmla="*/ 2787049 w 3628109"/>
                  <a:gd name="connsiteY206" fmla="*/ 537956 h 1579361"/>
                  <a:gd name="connsiteX207" fmla="*/ 2783990 w 3628109"/>
                  <a:gd name="connsiteY207" fmla="*/ 540528 h 1579361"/>
                  <a:gd name="connsiteX208" fmla="*/ 2781242 w 3628109"/>
                  <a:gd name="connsiteY208" fmla="*/ 543143 h 1579361"/>
                  <a:gd name="connsiteX209" fmla="*/ 2775789 w 3628109"/>
                  <a:gd name="connsiteY209" fmla="*/ 548418 h 1579361"/>
                  <a:gd name="connsiteX210" fmla="*/ 2770292 w 3628109"/>
                  <a:gd name="connsiteY210" fmla="*/ 556487 h 1579361"/>
                  <a:gd name="connsiteX211" fmla="*/ 2768208 w 3628109"/>
                  <a:gd name="connsiteY211" fmla="*/ 564954 h 1579361"/>
                  <a:gd name="connsiteX212" fmla="*/ 2774193 w 3628109"/>
                  <a:gd name="connsiteY212" fmla="*/ 578918 h 1579361"/>
                  <a:gd name="connsiteX213" fmla="*/ 2759475 w 3628109"/>
                  <a:gd name="connsiteY213" fmla="*/ 575505 h 1579361"/>
                  <a:gd name="connsiteX214" fmla="*/ 2745068 w 3628109"/>
                  <a:gd name="connsiteY214" fmla="*/ 584814 h 1579361"/>
                  <a:gd name="connsiteX215" fmla="*/ 2737044 w 3628109"/>
                  <a:gd name="connsiteY215" fmla="*/ 595498 h 1579361"/>
                  <a:gd name="connsiteX216" fmla="*/ 2729197 w 3628109"/>
                  <a:gd name="connsiteY216" fmla="*/ 606137 h 1579361"/>
                  <a:gd name="connsiteX217" fmla="*/ 2731325 w 3628109"/>
                  <a:gd name="connsiteY217" fmla="*/ 635307 h 1579361"/>
                  <a:gd name="connsiteX218" fmla="*/ 2703086 w 3628109"/>
                  <a:gd name="connsiteY218" fmla="*/ 642090 h 1579361"/>
                  <a:gd name="connsiteX219" fmla="*/ 2687836 w 3628109"/>
                  <a:gd name="connsiteY219" fmla="*/ 663058 h 1579361"/>
                  <a:gd name="connsiteX220" fmla="*/ 2689698 w 3628109"/>
                  <a:gd name="connsiteY220" fmla="*/ 691962 h 1579361"/>
                  <a:gd name="connsiteX221" fmla="*/ 2675424 w 3628109"/>
                  <a:gd name="connsiteY221" fmla="*/ 688859 h 1579361"/>
                  <a:gd name="connsiteX222" fmla="*/ 2668331 w 3628109"/>
                  <a:gd name="connsiteY222" fmla="*/ 691430 h 1579361"/>
                  <a:gd name="connsiteX223" fmla="*/ 2662169 w 3628109"/>
                  <a:gd name="connsiteY223" fmla="*/ 696351 h 1579361"/>
                  <a:gd name="connsiteX224" fmla="*/ 2658356 w 3628109"/>
                  <a:gd name="connsiteY224" fmla="*/ 700740 h 1579361"/>
                  <a:gd name="connsiteX225" fmla="*/ 2654322 w 3628109"/>
                  <a:gd name="connsiteY225" fmla="*/ 704818 h 1579361"/>
                  <a:gd name="connsiteX226" fmla="*/ 2650288 w 3628109"/>
                  <a:gd name="connsiteY226" fmla="*/ 708896 h 1579361"/>
                  <a:gd name="connsiteX227" fmla="*/ 2646077 w 3628109"/>
                  <a:gd name="connsiteY227" fmla="*/ 712665 h 1579361"/>
                  <a:gd name="connsiteX228" fmla="*/ 2641377 w 3628109"/>
                  <a:gd name="connsiteY228" fmla="*/ 718649 h 1579361"/>
                  <a:gd name="connsiteX229" fmla="*/ 2638939 w 3628109"/>
                  <a:gd name="connsiteY229" fmla="*/ 725609 h 1579361"/>
                  <a:gd name="connsiteX230" fmla="*/ 2638895 w 3628109"/>
                  <a:gd name="connsiteY230" fmla="*/ 732835 h 1579361"/>
                  <a:gd name="connsiteX231" fmla="*/ 2641599 w 3628109"/>
                  <a:gd name="connsiteY231" fmla="*/ 739618 h 1579361"/>
                  <a:gd name="connsiteX232" fmla="*/ 2629586 w 3628109"/>
                  <a:gd name="connsiteY232" fmla="*/ 732170 h 1579361"/>
                  <a:gd name="connsiteX233" fmla="*/ 2622360 w 3628109"/>
                  <a:gd name="connsiteY233" fmla="*/ 731860 h 1579361"/>
                  <a:gd name="connsiteX234" fmla="*/ 2615355 w 3628109"/>
                  <a:gd name="connsiteY234" fmla="*/ 733944 h 1579361"/>
                  <a:gd name="connsiteX235" fmla="*/ 2605602 w 3628109"/>
                  <a:gd name="connsiteY235" fmla="*/ 738288 h 1579361"/>
                  <a:gd name="connsiteX236" fmla="*/ 2595584 w 3628109"/>
                  <a:gd name="connsiteY236" fmla="*/ 741657 h 1579361"/>
                  <a:gd name="connsiteX237" fmla="*/ 2589111 w 3628109"/>
                  <a:gd name="connsiteY237" fmla="*/ 744716 h 1579361"/>
                  <a:gd name="connsiteX238" fmla="*/ 2583969 w 3628109"/>
                  <a:gd name="connsiteY238" fmla="*/ 749548 h 1579361"/>
                  <a:gd name="connsiteX239" fmla="*/ 2579713 w 3628109"/>
                  <a:gd name="connsiteY239" fmla="*/ 762892 h 1579361"/>
                  <a:gd name="connsiteX240" fmla="*/ 2577497 w 3628109"/>
                  <a:gd name="connsiteY240" fmla="*/ 756065 h 1579361"/>
                  <a:gd name="connsiteX241" fmla="*/ 2572975 w 3628109"/>
                  <a:gd name="connsiteY241" fmla="*/ 750656 h 1579361"/>
                  <a:gd name="connsiteX242" fmla="*/ 2566990 w 3628109"/>
                  <a:gd name="connsiteY242" fmla="*/ 746977 h 1579361"/>
                  <a:gd name="connsiteX243" fmla="*/ 2559942 w 3628109"/>
                  <a:gd name="connsiteY243" fmla="*/ 745336 h 1579361"/>
                  <a:gd name="connsiteX244" fmla="*/ 2549258 w 3628109"/>
                  <a:gd name="connsiteY244" fmla="*/ 744140 h 1579361"/>
                  <a:gd name="connsiteX245" fmla="*/ 2538574 w 3628109"/>
                  <a:gd name="connsiteY245" fmla="*/ 742056 h 1579361"/>
                  <a:gd name="connsiteX246" fmla="*/ 2531126 w 3628109"/>
                  <a:gd name="connsiteY246" fmla="*/ 741480 h 1579361"/>
                  <a:gd name="connsiteX247" fmla="*/ 2524078 w 3628109"/>
                  <a:gd name="connsiteY247" fmla="*/ 743164 h 1579361"/>
                  <a:gd name="connsiteX248" fmla="*/ 2514015 w 3628109"/>
                  <a:gd name="connsiteY248" fmla="*/ 752784 h 1579361"/>
                  <a:gd name="connsiteX249" fmla="*/ 2513261 w 3628109"/>
                  <a:gd name="connsiteY249" fmla="*/ 738953 h 1579361"/>
                  <a:gd name="connsiteX250" fmla="*/ 2509183 w 3628109"/>
                  <a:gd name="connsiteY250" fmla="*/ 732924 h 1579361"/>
                  <a:gd name="connsiteX251" fmla="*/ 2503109 w 3628109"/>
                  <a:gd name="connsiteY251" fmla="*/ 728269 h 1579361"/>
                  <a:gd name="connsiteX252" fmla="*/ 2493223 w 3628109"/>
                  <a:gd name="connsiteY252" fmla="*/ 722550 h 1579361"/>
                  <a:gd name="connsiteX253" fmla="*/ 2483692 w 3628109"/>
                  <a:gd name="connsiteY253" fmla="*/ 716167 h 1579361"/>
                  <a:gd name="connsiteX254" fmla="*/ 2469506 w 3628109"/>
                  <a:gd name="connsiteY254" fmla="*/ 711645 h 1579361"/>
                  <a:gd name="connsiteX255" fmla="*/ 2456783 w 3628109"/>
                  <a:gd name="connsiteY255" fmla="*/ 716832 h 1579361"/>
                  <a:gd name="connsiteX256" fmla="*/ 2460862 w 3628109"/>
                  <a:gd name="connsiteY256" fmla="*/ 703798 h 1579361"/>
                  <a:gd name="connsiteX257" fmla="*/ 2459222 w 3628109"/>
                  <a:gd name="connsiteY257" fmla="*/ 696794 h 1579361"/>
                  <a:gd name="connsiteX258" fmla="*/ 2455631 w 3628109"/>
                  <a:gd name="connsiteY258" fmla="*/ 690721 h 1579361"/>
                  <a:gd name="connsiteX259" fmla="*/ 2449247 w 3628109"/>
                  <a:gd name="connsiteY259" fmla="*/ 682032 h 1579361"/>
                  <a:gd name="connsiteX260" fmla="*/ 2443130 w 3628109"/>
                  <a:gd name="connsiteY260" fmla="*/ 672235 h 1579361"/>
                  <a:gd name="connsiteX261" fmla="*/ 2431603 w 3628109"/>
                  <a:gd name="connsiteY261" fmla="*/ 661773 h 1579361"/>
                  <a:gd name="connsiteX262" fmla="*/ 2417949 w 3628109"/>
                  <a:gd name="connsiteY262" fmla="*/ 661595 h 1579361"/>
                  <a:gd name="connsiteX263" fmla="*/ 2423136 w 3628109"/>
                  <a:gd name="connsiteY263" fmla="*/ 634243 h 1579361"/>
                  <a:gd name="connsiteX264" fmla="*/ 2410458 w 3628109"/>
                  <a:gd name="connsiteY264" fmla="*/ 610393 h 1579361"/>
                  <a:gd name="connsiteX265" fmla="*/ 2397690 w 3628109"/>
                  <a:gd name="connsiteY265" fmla="*/ 598557 h 1579361"/>
                  <a:gd name="connsiteX266" fmla="*/ 2384081 w 3628109"/>
                  <a:gd name="connsiteY266" fmla="*/ 599177 h 1579361"/>
                  <a:gd name="connsiteX267" fmla="*/ 2389888 w 3628109"/>
                  <a:gd name="connsiteY267" fmla="*/ 586853 h 1579361"/>
                  <a:gd name="connsiteX268" fmla="*/ 2388115 w 3628109"/>
                  <a:gd name="connsiteY268" fmla="*/ 578475 h 1579361"/>
                  <a:gd name="connsiteX269" fmla="*/ 2382972 w 3628109"/>
                  <a:gd name="connsiteY269" fmla="*/ 570052 h 1579361"/>
                  <a:gd name="connsiteX270" fmla="*/ 2372510 w 3628109"/>
                  <a:gd name="connsiteY270" fmla="*/ 559058 h 1579361"/>
                  <a:gd name="connsiteX271" fmla="*/ 2366791 w 3628109"/>
                  <a:gd name="connsiteY271" fmla="*/ 553871 h 1579361"/>
                  <a:gd name="connsiteX272" fmla="*/ 2360718 w 3628109"/>
                  <a:gd name="connsiteY272" fmla="*/ 548950 h 1579361"/>
                  <a:gd name="connsiteX273" fmla="*/ 2356241 w 3628109"/>
                  <a:gd name="connsiteY273" fmla="*/ 546024 h 1579361"/>
                  <a:gd name="connsiteX274" fmla="*/ 2351497 w 3628109"/>
                  <a:gd name="connsiteY274" fmla="*/ 544074 h 1579361"/>
                  <a:gd name="connsiteX275" fmla="*/ 2342498 w 3628109"/>
                  <a:gd name="connsiteY275" fmla="*/ 542788 h 1579361"/>
                  <a:gd name="connsiteX276" fmla="*/ 2335228 w 3628109"/>
                  <a:gd name="connsiteY276" fmla="*/ 544783 h 1579361"/>
                  <a:gd name="connsiteX277" fmla="*/ 2330706 w 3628109"/>
                  <a:gd name="connsiteY277" fmla="*/ 549660 h 1579361"/>
                  <a:gd name="connsiteX278" fmla="*/ 2331637 w 3628109"/>
                  <a:gd name="connsiteY278" fmla="*/ 543143 h 1579361"/>
                  <a:gd name="connsiteX279" fmla="*/ 2328667 w 3628109"/>
                  <a:gd name="connsiteY279" fmla="*/ 536227 h 1579361"/>
                  <a:gd name="connsiteX280" fmla="*/ 2321973 w 3628109"/>
                  <a:gd name="connsiteY280" fmla="*/ 530110 h 1579361"/>
                  <a:gd name="connsiteX281" fmla="*/ 2312309 w 3628109"/>
                  <a:gd name="connsiteY281" fmla="*/ 526164 h 1579361"/>
                  <a:gd name="connsiteX282" fmla="*/ 2297015 w 3628109"/>
                  <a:gd name="connsiteY282" fmla="*/ 523637 h 1579361"/>
                  <a:gd name="connsiteX283" fmla="*/ 2281809 w 3628109"/>
                  <a:gd name="connsiteY283" fmla="*/ 522662 h 1579361"/>
                  <a:gd name="connsiteX284" fmla="*/ 2272056 w 3628109"/>
                  <a:gd name="connsiteY284" fmla="*/ 524302 h 1579361"/>
                  <a:gd name="connsiteX285" fmla="*/ 2264387 w 3628109"/>
                  <a:gd name="connsiteY285" fmla="*/ 528115 h 1579361"/>
                  <a:gd name="connsiteX286" fmla="*/ 2259688 w 3628109"/>
                  <a:gd name="connsiteY286" fmla="*/ 533612 h 1579361"/>
                  <a:gd name="connsiteX287" fmla="*/ 2258580 w 3628109"/>
                  <a:gd name="connsiteY287" fmla="*/ 540040 h 1579361"/>
                  <a:gd name="connsiteX288" fmla="*/ 2249980 w 3628109"/>
                  <a:gd name="connsiteY288" fmla="*/ 530065 h 1579361"/>
                  <a:gd name="connsiteX289" fmla="*/ 2241424 w 3628109"/>
                  <a:gd name="connsiteY289" fmla="*/ 528071 h 1579361"/>
                  <a:gd name="connsiteX290" fmla="*/ 2231493 w 3628109"/>
                  <a:gd name="connsiteY290" fmla="*/ 529666 h 1579361"/>
                  <a:gd name="connsiteX291" fmla="*/ 2224179 w 3628109"/>
                  <a:gd name="connsiteY291" fmla="*/ 531883 h 1579361"/>
                  <a:gd name="connsiteX292" fmla="*/ 2217086 w 3628109"/>
                  <a:gd name="connsiteY292" fmla="*/ 534809 h 1579361"/>
                  <a:gd name="connsiteX293" fmla="*/ 2210082 w 3628109"/>
                  <a:gd name="connsiteY293" fmla="*/ 537912 h 1579361"/>
                  <a:gd name="connsiteX294" fmla="*/ 2206579 w 3628109"/>
                  <a:gd name="connsiteY294" fmla="*/ 539464 h 1579361"/>
                  <a:gd name="connsiteX295" fmla="*/ 2203255 w 3628109"/>
                  <a:gd name="connsiteY295" fmla="*/ 541370 h 1579361"/>
                  <a:gd name="connsiteX296" fmla="*/ 2195275 w 3628109"/>
                  <a:gd name="connsiteY296" fmla="*/ 547576 h 1579361"/>
                  <a:gd name="connsiteX297" fmla="*/ 2190487 w 3628109"/>
                  <a:gd name="connsiteY297" fmla="*/ 554891 h 1579361"/>
                  <a:gd name="connsiteX298" fmla="*/ 2191463 w 3628109"/>
                  <a:gd name="connsiteY298" fmla="*/ 567968 h 1579361"/>
                  <a:gd name="connsiteX299" fmla="*/ 2186232 w 3628109"/>
                  <a:gd name="connsiteY299" fmla="*/ 564378 h 1579361"/>
                  <a:gd name="connsiteX300" fmla="*/ 2179050 w 3628109"/>
                  <a:gd name="connsiteY300" fmla="*/ 563934 h 1579361"/>
                  <a:gd name="connsiteX301" fmla="*/ 2171070 w 3628109"/>
                  <a:gd name="connsiteY301" fmla="*/ 566860 h 1579361"/>
                  <a:gd name="connsiteX302" fmla="*/ 2163357 w 3628109"/>
                  <a:gd name="connsiteY302" fmla="*/ 572845 h 1579361"/>
                  <a:gd name="connsiteX303" fmla="*/ 2153781 w 3628109"/>
                  <a:gd name="connsiteY303" fmla="*/ 583750 h 1579361"/>
                  <a:gd name="connsiteX304" fmla="*/ 2145137 w 3628109"/>
                  <a:gd name="connsiteY304" fmla="*/ 595055 h 1579361"/>
                  <a:gd name="connsiteX305" fmla="*/ 2140881 w 3628109"/>
                  <a:gd name="connsiteY305" fmla="*/ 603344 h 1579361"/>
                  <a:gd name="connsiteX306" fmla="*/ 2139418 w 3628109"/>
                  <a:gd name="connsiteY306" fmla="*/ 611368 h 1579361"/>
                  <a:gd name="connsiteX307" fmla="*/ 2140837 w 3628109"/>
                  <a:gd name="connsiteY307" fmla="*/ 618151 h 1579361"/>
                  <a:gd name="connsiteX308" fmla="*/ 2144871 w 3628109"/>
                  <a:gd name="connsiteY308" fmla="*/ 622806 h 1579361"/>
                  <a:gd name="connsiteX309" fmla="*/ 2132281 w 3628109"/>
                  <a:gd name="connsiteY309" fmla="*/ 622939 h 1579361"/>
                  <a:gd name="connsiteX310" fmla="*/ 2120400 w 3628109"/>
                  <a:gd name="connsiteY310" fmla="*/ 634775 h 1579361"/>
                  <a:gd name="connsiteX311" fmla="*/ 2114061 w 3628109"/>
                  <a:gd name="connsiteY311" fmla="*/ 646523 h 1579361"/>
                  <a:gd name="connsiteX312" fmla="*/ 2107899 w 3628109"/>
                  <a:gd name="connsiteY312" fmla="*/ 658226 h 1579361"/>
                  <a:gd name="connsiteX313" fmla="*/ 2110691 w 3628109"/>
                  <a:gd name="connsiteY313" fmla="*/ 684780 h 1579361"/>
                  <a:gd name="connsiteX314" fmla="*/ 2098500 w 3628109"/>
                  <a:gd name="connsiteY314" fmla="*/ 685578 h 1579361"/>
                  <a:gd name="connsiteX315" fmla="*/ 2092471 w 3628109"/>
                  <a:gd name="connsiteY315" fmla="*/ 690189 h 1579361"/>
                  <a:gd name="connsiteX316" fmla="*/ 2087506 w 3628109"/>
                  <a:gd name="connsiteY316" fmla="*/ 696617 h 1579361"/>
                  <a:gd name="connsiteX317" fmla="*/ 2081610 w 3628109"/>
                  <a:gd name="connsiteY317" fmla="*/ 706104 h 1579361"/>
                  <a:gd name="connsiteX318" fmla="*/ 2074695 w 3628109"/>
                  <a:gd name="connsiteY318" fmla="*/ 714748 h 1579361"/>
                  <a:gd name="connsiteX319" fmla="*/ 2072522 w 3628109"/>
                  <a:gd name="connsiteY319" fmla="*/ 717896 h 1579361"/>
                  <a:gd name="connsiteX320" fmla="*/ 2070572 w 3628109"/>
                  <a:gd name="connsiteY320" fmla="*/ 720910 h 1579361"/>
                  <a:gd name="connsiteX321" fmla="*/ 2068267 w 3628109"/>
                  <a:gd name="connsiteY321" fmla="*/ 727382 h 1579361"/>
                  <a:gd name="connsiteX322" fmla="*/ 2068178 w 3628109"/>
                  <a:gd name="connsiteY322" fmla="*/ 733811 h 1579361"/>
                  <a:gd name="connsiteX323" fmla="*/ 2070395 w 3628109"/>
                  <a:gd name="connsiteY323" fmla="*/ 739086 h 1579361"/>
                  <a:gd name="connsiteX324" fmla="*/ 2059445 w 3628109"/>
                  <a:gd name="connsiteY324" fmla="*/ 734697 h 1579361"/>
                  <a:gd name="connsiteX325" fmla="*/ 2052795 w 3628109"/>
                  <a:gd name="connsiteY325" fmla="*/ 735894 h 1579361"/>
                  <a:gd name="connsiteX326" fmla="*/ 2045880 w 3628109"/>
                  <a:gd name="connsiteY326" fmla="*/ 738643 h 1579361"/>
                  <a:gd name="connsiteX327" fmla="*/ 2041092 w 3628109"/>
                  <a:gd name="connsiteY327" fmla="*/ 741435 h 1579361"/>
                  <a:gd name="connsiteX328" fmla="*/ 2036038 w 3628109"/>
                  <a:gd name="connsiteY328" fmla="*/ 743696 h 1579361"/>
                  <a:gd name="connsiteX329" fmla="*/ 2030940 w 3628109"/>
                  <a:gd name="connsiteY329" fmla="*/ 745913 h 1579361"/>
                  <a:gd name="connsiteX330" fmla="*/ 2028413 w 3628109"/>
                  <a:gd name="connsiteY330" fmla="*/ 747021 h 1579361"/>
                  <a:gd name="connsiteX331" fmla="*/ 2025753 w 3628109"/>
                  <a:gd name="connsiteY331" fmla="*/ 747819 h 1579361"/>
                  <a:gd name="connsiteX332" fmla="*/ 2018971 w 3628109"/>
                  <a:gd name="connsiteY332" fmla="*/ 751011 h 1579361"/>
                  <a:gd name="connsiteX333" fmla="*/ 2016134 w 3628109"/>
                  <a:gd name="connsiteY333" fmla="*/ 753183 h 1579361"/>
                  <a:gd name="connsiteX334" fmla="*/ 2013651 w 3628109"/>
                  <a:gd name="connsiteY334" fmla="*/ 755355 h 1579361"/>
                  <a:gd name="connsiteX335" fmla="*/ 2009440 w 3628109"/>
                  <a:gd name="connsiteY335" fmla="*/ 766039 h 1579361"/>
                  <a:gd name="connsiteX336" fmla="*/ 2007046 w 3628109"/>
                  <a:gd name="connsiteY336" fmla="*/ 760985 h 1579361"/>
                  <a:gd name="connsiteX337" fmla="*/ 2002258 w 3628109"/>
                  <a:gd name="connsiteY337" fmla="*/ 757217 h 1579361"/>
                  <a:gd name="connsiteX338" fmla="*/ 1995874 w 3628109"/>
                  <a:gd name="connsiteY338" fmla="*/ 754646 h 1579361"/>
                  <a:gd name="connsiteX339" fmla="*/ 1988471 w 3628109"/>
                  <a:gd name="connsiteY339" fmla="*/ 753848 h 1579361"/>
                  <a:gd name="connsiteX340" fmla="*/ 1977344 w 3628109"/>
                  <a:gd name="connsiteY340" fmla="*/ 753316 h 1579361"/>
                  <a:gd name="connsiteX341" fmla="*/ 1966350 w 3628109"/>
                  <a:gd name="connsiteY341" fmla="*/ 751499 h 1579361"/>
                  <a:gd name="connsiteX342" fmla="*/ 1958991 w 3628109"/>
                  <a:gd name="connsiteY342" fmla="*/ 750656 h 1579361"/>
                  <a:gd name="connsiteX343" fmla="*/ 1952208 w 3628109"/>
                  <a:gd name="connsiteY343" fmla="*/ 751720 h 1579361"/>
                  <a:gd name="connsiteX344" fmla="*/ 1946756 w 3628109"/>
                  <a:gd name="connsiteY344" fmla="*/ 754158 h 1579361"/>
                  <a:gd name="connsiteX345" fmla="*/ 1943298 w 3628109"/>
                  <a:gd name="connsiteY345" fmla="*/ 758326 h 1579361"/>
                  <a:gd name="connsiteX346" fmla="*/ 1941658 w 3628109"/>
                  <a:gd name="connsiteY346" fmla="*/ 747331 h 1579361"/>
                  <a:gd name="connsiteX347" fmla="*/ 1939751 w 3628109"/>
                  <a:gd name="connsiteY347" fmla="*/ 744716 h 1579361"/>
                  <a:gd name="connsiteX348" fmla="*/ 1937535 w 3628109"/>
                  <a:gd name="connsiteY348" fmla="*/ 741967 h 1579361"/>
                  <a:gd name="connsiteX349" fmla="*/ 1931727 w 3628109"/>
                  <a:gd name="connsiteY349" fmla="*/ 737401 h 1579361"/>
                  <a:gd name="connsiteX350" fmla="*/ 1927206 w 3628109"/>
                  <a:gd name="connsiteY350" fmla="*/ 734298 h 1579361"/>
                  <a:gd name="connsiteX351" fmla="*/ 1922817 w 3628109"/>
                  <a:gd name="connsiteY351" fmla="*/ 730973 h 1579361"/>
                  <a:gd name="connsiteX352" fmla="*/ 1914616 w 3628109"/>
                  <a:gd name="connsiteY352" fmla="*/ 723614 h 1579361"/>
                  <a:gd name="connsiteX353" fmla="*/ 1908587 w 3628109"/>
                  <a:gd name="connsiteY353" fmla="*/ 719004 h 1579361"/>
                  <a:gd name="connsiteX354" fmla="*/ 1902026 w 3628109"/>
                  <a:gd name="connsiteY354" fmla="*/ 715679 h 1579361"/>
                  <a:gd name="connsiteX355" fmla="*/ 1890766 w 3628109"/>
                  <a:gd name="connsiteY355" fmla="*/ 716610 h 1579361"/>
                  <a:gd name="connsiteX356" fmla="*/ 1893470 w 3628109"/>
                  <a:gd name="connsiteY356" fmla="*/ 705660 h 1579361"/>
                  <a:gd name="connsiteX357" fmla="*/ 1885091 w 3628109"/>
                  <a:gd name="connsiteY357" fmla="*/ 690898 h 1579361"/>
                  <a:gd name="connsiteX358" fmla="*/ 1879993 w 3628109"/>
                  <a:gd name="connsiteY358" fmla="*/ 685844 h 1579361"/>
                  <a:gd name="connsiteX359" fmla="*/ 1874585 w 3628109"/>
                  <a:gd name="connsiteY359" fmla="*/ 680924 h 1579361"/>
                  <a:gd name="connsiteX360" fmla="*/ 1862748 w 3628109"/>
                  <a:gd name="connsiteY360" fmla="*/ 671703 h 1579361"/>
                  <a:gd name="connsiteX361" fmla="*/ 1853483 w 3628109"/>
                  <a:gd name="connsiteY361" fmla="*/ 667225 h 1579361"/>
                  <a:gd name="connsiteX362" fmla="*/ 1844750 w 3628109"/>
                  <a:gd name="connsiteY362" fmla="*/ 665895 h 1579361"/>
                  <a:gd name="connsiteX363" fmla="*/ 1834687 w 3628109"/>
                  <a:gd name="connsiteY363" fmla="*/ 671437 h 1579361"/>
                  <a:gd name="connsiteX364" fmla="*/ 1830032 w 3628109"/>
                  <a:gd name="connsiteY364" fmla="*/ 660930 h 1579361"/>
                  <a:gd name="connsiteX365" fmla="*/ 1822008 w 3628109"/>
                  <a:gd name="connsiteY365" fmla="*/ 656808 h 1579361"/>
                  <a:gd name="connsiteX366" fmla="*/ 1811325 w 3628109"/>
                  <a:gd name="connsiteY366" fmla="*/ 655212 h 1579361"/>
                  <a:gd name="connsiteX367" fmla="*/ 1803256 w 3628109"/>
                  <a:gd name="connsiteY367" fmla="*/ 655699 h 1579361"/>
                  <a:gd name="connsiteX368" fmla="*/ 1799222 w 3628109"/>
                  <a:gd name="connsiteY368" fmla="*/ 656098 h 1579361"/>
                  <a:gd name="connsiteX369" fmla="*/ 1794434 w 3628109"/>
                  <a:gd name="connsiteY369" fmla="*/ 657074 h 1579361"/>
                  <a:gd name="connsiteX370" fmla="*/ 1777057 w 3628109"/>
                  <a:gd name="connsiteY370" fmla="*/ 664920 h 1579361"/>
                  <a:gd name="connsiteX371" fmla="*/ 1768722 w 3628109"/>
                  <a:gd name="connsiteY371" fmla="*/ 673254 h 1579361"/>
                  <a:gd name="connsiteX372" fmla="*/ 1764866 w 3628109"/>
                  <a:gd name="connsiteY372" fmla="*/ 681722 h 1579361"/>
                  <a:gd name="connsiteX373" fmla="*/ 1767792 w 3628109"/>
                  <a:gd name="connsiteY373" fmla="*/ 692716 h 1579361"/>
                  <a:gd name="connsiteX374" fmla="*/ 1756842 w 3628109"/>
                  <a:gd name="connsiteY374" fmla="*/ 694799 h 1579361"/>
                  <a:gd name="connsiteX375" fmla="*/ 1746823 w 3628109"/>
                  <a:gd name="connsiteY375" fmla="*/ 710049 h 1579361"/>
                  <a:gd name="connsiteX376" fmla="*/ 1743055 w 3628109"/>
                  <a:gd name="connsiteY376" fmla="*/ 724279 h 1579361"/>
                  <a:gd name="connsiteX377" fmla="*/ 1740705 w 3628109"/>
                  <a:gd name="connsiteY377" fmla="*/ 738598 h 1579361"/>
                  <a:gd name="connsiteX378" fmla="*/ 1743099 w 3628109"/>
                  <a:gd name="connsiteY378" fmla="*/ 755976 h 1579361"/>
                  <a:gd name="connsiteX379" fmla="*/ 1751433 w 3628109"/>
                  <a:gd name="connsiteY379" fmla="*/ 762847 h 1579361"/>
                  <a:gd name="connsiteX380" fmla="*/ 1743542 w 3628109"/>
                  <a:gd name="connsiteY380" fmla="*/ 770118 h 1579361"/>
                  <a:gd name="connsiteX381" fmla="*/ 1742523 w 3628109"/>
                  <a:gd name="connsiteY381" fmla="*/ 787761 h 1579361"/>
                  <a:gd name="connsiteX382" fmla="*/ 1746335 w 3628109"/>
                  <a:gd name="connsiteY382" fmla="*/ 802213 h 1579361"/>
                  <a:gd name="connsiteX383" fmla="*/ 1752320 w 3628109"/>
                  <a:gd name="connsiteY383" fmla="*/ 816532 h 1579361"/>
                  <a:gd name="connsiteX384" fmla="*/ 1755202 w 3628109"/>
                  <a:gd name="connsiteY384" fmla="*/ 821187 h 1579361"/>
                  <a:gd name="connsiteX385" fmla="*/ 1758615 w 3628109"/>
                  <a:gd name="connsiteY385" fmla="*/ 825177 h 1579361"/>
                  <a:gd name="connsiteX386" fmla="*/ 1766063 w 3628109"/>
                  <a:gd name="connsiteY386" fmla="*/ 830452 h 1579361"/>
                  <a:gd name="connsiteX387" fmla="*/ 1776879 w 3628109"/>
                  <a:gd name="connsiteY387" fmla="*/ 830009 h 1579361"/>
                  <a:gd name="connsiteX388" fmla="*/ 1775416 w 3628109"/>
                  <a:gd name="connsiteY388" fmla="*/ 834575 h 1579361"/>
                  <a:gd name="connsiteX389" fmla="*/ 1777766 w 3628109"/>
                  <a:gd name="connsiteY389" fmla="*/ 840825 h 1579361"/>
                  <a:gd name="connsiteX390" fmla="*/ 1784238 w 3628109"/>
                  <a:gd name="connsiteY390" fmla="*/ 847564 h 1579361"/>
                  <a:gd name="connsiteX391" fmla="*/ 1794833 w 3628109"/>
                  <a:gd name="connsiteY391" fmla="*/ 852573 h 1579361"/>
                  <a:gd name="connsiteX392" fmla="*/ 1803655 w 3628109"/>
                  <a:gd name="connsiteY392" fmla="*/ 854125 h 1579361"/>
                  <a:gd name="connsiteX393" fmla="*/ 1812433 w 3628109"/>
                  <a:gd name="connsiteY393" fmla="*/ 854302 h 1579361"/>
                  <a:gd name="connsiteX394" fmla="*/ 1828747 w 3628109"/>
                  <a:gd name="connsiteY394" fmla="*/ 851332 h 1579361"/>
                  <a:gd name="connsiteX395" fmla="*/ 1838100 w 3628109"/>
                  <a:gd name="connsiteY395" fmla="*/ 847076 h 1579361"/>
                  <a:gd name="connsiteX396" fmla="*/ 1844307 w 3628109"/>
                  <a:gd name="connsiteY396" fmla="*/ 841579 h 1579361"/>
                  <a:gd name="connsiteX397" fmla="*/ 1846745 w 3628109"/>
                  <a:gd name="connsiteY397" fmla="*/ 831516 h 1579361"/>
                  <a:gd name="connsiteX398" fmla="*/ 1856453 w 3628109"/>
                  <a:gd name="connsiteY398" fmla="*/ 834708 h 1579361"/>
                  <a:gd name="connsiteX399" fmla="*/ 1871792 w 3628109"/>
                  <a:gd name="connsiteY399" fmla="*/ 828457 h 1579361"/>
                  <a:gd name="connsiteX400" fmla="*/ 1882476 w 3628109"/>
                  <a:gd name="connsiteY400" fmla="*/ 821054 h 1579361"/>
                  <a:gd name="connsiteX401" fmla="*/ 1885047 w 3628109"/>
                  <a:gd name="connsiteY401" fmla="*/ 819325 h 1579361"/>
                  <a:gd name="connsiteX402" fmla="*/ 1887131 w 3628109"/>
                  <a:gd name="connsiteY402" fmla="*/ 818084 h 1579361"/>
                  <a:gd name="connsiteX403" fmla="*/ 1889170 w 3628109"/>
                  <a:gd name="connsiteY403" fmla="*/ 816842 h 1579361"/>
                  <a:gd name="connsiteX404" fmla="*/ 1891209 w 3628109"/>
                  <a:gd name="connsiteY404" fmla="*/ 815956 h 1579361"/>
                  <a:gd name="connsiteX405" fmla="*/ 1893869 w 3628109"/>
                  <a:gd name="connsiteY405" fmla="*/ 814715 h 1579361"/>
                  <a:gd name="connsiteX406" fmla="*/ 1896218 w 3628109"/>
                  <a:gd name="connsiteY406" fmla="*/ 813429 h 1579361"/>
                  <a:gd name="connsiteX407" fmla="*/ 1900208 w 3628109"/>
                  <a:gd name="connsiteY407" fmla="*/ 810902 h 1579361"/>
                  <a:gd name="connsiteX408" fmla="*/ 1902026 w 3628109"/>
                  <a:gd name="connsiteY408" fmla="*/ 809395 h 1579361"/>
                  <a:gd name="connsiteX409" fmla="*/ 1903666 w 3628109"/>
                  <a:gd name="connsiteY409" fmla="*/ 807976 h 1579361"/>
                  <a:gd name="connsiteX410" fmla="*/ 1906015 w 3628109"/>
                  <a:gd name="connsiteY410" fmla="*/ 804341 h 1579361"/>
                  <a:gd name="connsiteX411" fmla="*/ 1905927 w 3628109"/>
                  <a:gd name="connsiteY411" fmla="*/ 808641 h 1579361"/>
                  <a:gd name="connsiteX412" fmla="*/ 1907035 w 3628109"/>
                  <a:gd name="connsiteY412" fmla="*/ 812897 h 1579361"/>
                  <a:gd name="connsiteX413" fmla="*/ 1907744 w 3628109"/>
                  <a:gd name="connsiteY413" fmla="*/ 814848 h 1579361"/>
                  <a:gd name="connsiteX414" fmla="*/ 1908454 w 3628109"/>
                  <a:gd name="connsiteY414" fmla="*/ 816887 h 1579361"/>
                  <a:gd name="connsiteX415" fmla="*/ 1910360 w 3628109"/>
                  <a:gd name="connsiteY415" fmla="*/ 821142 h 1579361"/>
                  <a:gd name="connsiteX416" fmla="*/ 1911823 w 3628109"/>
                  <a:gd name="connsiteY416" fmla="*/ 824778 h 1579361"/>
                  <a:gd name="connsiteX417" fmla="*/ 1912709 w 3628109"/>
                  <a:gd name="connsiteY417" fmla="*/ 828989 h 1579361"/>
                  <a:gd name="connsiteX418" fmla="*/ 1912709 w 3628109"/>
                  <a:gd name="connsiteY418" fmla="*/ 838520 h 1579361"/>
                  <a:gd name="connsiteX419" fmla="*/ 1912443 w 3628109"/>
                  <a:gd name="connsiteY419" fmla="*/ 841978 h 1579361"/>
                  <a:gd name="connsiteX420" fmla="*/ 1912355 w 3628109"/>
                  <a:gd name="connsiteY420" fmla="*/ 844106 h 1579361"/>
                  <a:gd name="connsiteX421" fmla="*/ 1912310 w 3628109"/>
                  <a:gd name="connsiteY421" fmla="*/ 846456 h 1579361"/>
                  <a:gd name="connsiteX422" fmla="*/ 1913552 w 3628109"/>
                  <a:gd name="connsiteY422" fmla="*/ 854967 h 1579361"/>
                  <a:gd name="connsiteX423" fmla="*/ 1916788 w 3628109"/>
                  <a:gd name="connsiteY423" fmla="*/ 860907 h 1579361"/>
                  <a:gd name="connsiteX424" fmla="*/ 1920866 w 3628109"/>
                  <a:gd name="connsiteY424" fmla="*/ 862592 h 1579361"/>
                  <a:gd name="connsiteX425" fmla="*/ 1917497 w 3628109"/>
                  <a:gd name="connsiteY425" fmla="*/ 865518 h 1579361"/>
                  <a:gd name="connsiteX426" fmla="*/ 1916566 w 3628109"/>
                  <a:gd name="connsiteY426" fmla="*/ 868931 h 1579361"/>
                  <a:gd name="connsiteX427" fmla="*/ 1917143 w 3628109"/>
                  <a:gd name="connsiteY427" fmla="*/ 873808 h 1579361"/>
                  <a:gd name="connsiteX428" fmla="*/ 1919714 w 3628109"/>
                  <a:gd name="connsiteY428" fmla="*/ 879349 h 1579361"/>
                  <a:gd name="connsiteX429" fmla="*/ 1924812 w 3628109"/>
                  <a:gd name="connsiteY429" fmla="*/ 884403 h 1579361"/>
                  <a:gd name="connsiteX430" fmla="*/ 1928181 w 3628109"/>
                  <a:gd name="connsiteY430" fmla="*/ 886353 h 1579361"/>
                  <a:gd name="connsiteX431" fmla="*/ 1929999 w 3628109"/>
                  <a:gd name="connsiteY431" fmla="*/ 887240 h 1579361"/>
                  <a:gd name="connsiteX432" fmla="*/ 1931550 w 3628109"/>
                  <a:gd name="connsiteY432" fmla="*/ 887772 h 1579361"/>
                  <a:gd name="connsiteX433" fmla="*/ 1937801 w 3628109"/>
                  <a:gd name="connsiteY433" fmla="*/ 889235 h 1579361"/>
                  <a:gd name="connsiteX434" fmla="*/ 1953184 w 3628109"/>
                  <a:gd name="connsiteY434" fmla="*/ 889722 h 1579361"/>
                  <a:gd name="connsiteX435" fmla="*/ 1966705 w 3628109"/>
                  <a:gd name="connsiteY435" fmla="*/ 888836 h 1579361"/>
                  <a:gd name="connsiteX436" fmla="*/ 1975216 w 3628109"/>
                  <a:gd name="connsiteY436" fmla="*/ 887373 h 1579361"/>
                  <a:gd name="connsiteX437" fmla="*/ 1981777 w 3628109"/>
                  <a:gd name="connsiteY437" fmla="*/ 884802 h 1579361"/>
                  <a:gd name="connsiteX438" fmla="*/ 1985368 w 3628109"/>
                  <a:gd name="connsiteY438" fmla="*/ 881743 h 1579361"/>
                  <a:gd name="connsiteX439" fmla="*/ 1987274 w 3628109"/>
                  <a:gd name="connsiteY439" fmla="*/ 878108 h 1579361"/>
                  <a:gd name="connsiteX440" fmla="*/ 1988028 w 3628109"/>
                  <a:gd name="connsiteY440" fmla="*/ 882098 h 1579361"/>
                  <a:gd name="connsiteX441" fmla="*/ 1989092 w 3628109"/>
                  <a:gd name="connsiteY441" fmla="*/ 884004 h 1579361"/>
                  <a:gd name="connsiteX442" fmla="*/ 1990333 w 3628109"/>
                  <a:gd name="connsiteY442" fmla="*/ 885954 h 1579361"/>
                  <a:gd name="connsiteX443" fmla="*/ 1993126 w 3628109"/>
                  <a:gd name="connsiteY443" fmla="*/ 889722 h 1579361"/>
                  <a:gd name="connsiteX444" fmla="*/ 1996362 w 3628109"/>
                  <a:gd name="connsiteY444" fmla="*/ 893712 h 1579361"/>
                  <a:gd name="connsiteX445" fmla="*/ 2003012 w 3628109"/>
                  <a:gd name="connsiteY445" fmla="*/ 910514 h 1579361"/>
                  <a:gd name="connsiteX446" fmla="*/ 2004075 w 3628109"/>
                  <a:gd name="connsiteY446" fmla="*/ 917163 h 1579361"/>
                  <a:gd name="connsiteX447" fmla="*/ 2005583 w 3628109"/>
                  <a:gd name="connsiteY447" fmla="*/ 923015 h 1579361"/>
                  <a:gd name="connsiteX448" fmla="*/ 2007711 w 3628109"/>
                  <a:gd name="connsiteY448" fmla="*/ 927537 h 1579361"/>
                  <a:gd name="connsiteX449" fmla="*/ 2010814 w 3628109"/>
                  <a:gd name="connsiteY449" fmla="*/ 930019 h 1579361"/>
                  <a:gd name="connsiteX450" fmla="*/ 2002701 w 3628109"/>
                  <a:gd name="connsiteY450" fmla="*/ 933122 h 1579361"/>
                  <a:gd name="connsiteX451" fmla="*/ 1998490 w 3628109"/>
                  <a:gd name="connsiteY451" fmla="*/ 937068 h 1579361"/>
                  <a:gd name="connsiteX452" fmla="*/ 1994234 w 3628109"/>
                  <a:gd name="connsiteY452" fmla="*/ 941590 h 1579361"/>
                  <a:gd name="connsiteX453" fmla="*/ 1987319 w 3628109"/>
                  <a:gd name="connsiteY453" fmla="*/ 947220 h 1579361"/>
                  <a:gd name="connsiteX454" fmla="*/ 1985324 w 3628109"/>
                  <a:gd name="connsiteY454" fmla="*/ 948239 h 1579361"/>
                  <a:gd name="connsiteX455" fmla="*/ 1984260 w 3628109"/>
                  <a:gd name="connsiteY455" fmla="*/ 948771 h 1579361"/>
                  <a:gd name="connsiteX456" fmla="*/ 1982619 w 3628109"/>
                  <a:gd name="connsiteY456" fmla="*/ 949525 h 1579361"/>
                  <a:gd name="connsiteX457" fmla="*/ 1976103 w 3628109"/>
                  <a:gd name="connsiteY457" fmla="*/ 952584 h 1579361"/>
                  <a:gd name="connsiteX458" fmla="*/ 1967813 w 3628109"/>
                  <a:gd name="connsiteY458" fmla="*/ 958258 h 1579361"/>
                  <a:gd name="connsiteX459" fmla="*/ 1964532 w 3628109"/>
                  <a:gd name="connsiteY459" fmla="*/ 961539 h 1579361"/>
                  <a:gd name="connsiteX460" fmla="*/ 1962050 w 3628109"/>
                  <a:gd name="connsiteY460" fmla="*/ 965174 h 1579361"/>
                  <a:gd name="connsiteX461" fmla="*/ 1959966 w 3628109"/>
                  <a:gd name="connsiteY461" fmla="*/ 971646 h 1579361"/>
                  <a:gd name="connsiteX462" fmla="*/ 1961518 w 3628109"/>
                  <a:gd name="connsiteY462" fmla="*/ 975370 h 1579361"/>
                  <a:gd name="connsiteX463" fmla="*/ 1957439 w 3628109"/>
                  <a:gd name="connsiteY463" fmla="*/ 975547 h 1579361"/>
                  <a:gd name="connsiteX464" fmla="*/ 1952297 w 3628109"/>
                  <a:gd name="connsiteY464" fmla="*/ 981177 h 1579361"/>
                  <a:gd name="connsiteX465" fmla="*/ 1950612 w 3628109"/>
                  <a:gd name="connsiteY465" fmla="*/ 986320 h 1579361"/>
                  <a:gd name="connsiteX466" fmla="*/ 1950302 w 3628109"/>
                  <a:gd name="connsiteY466" fmla="*/ 992393 h 1579361"/>
                  <a:gd name="connsiteX467" fmla="*/ 1951499 w 3628109"/>
                  <a:gd name="connsiteY467" fmla="*/ 998511 h 1579361"/>
                  <a:gd name="connsiteX468" fmla="*/ 1953893 w 3628109"/>
                  <a:gd name="connsiteY468" fmla="*/ 1004141 h 1579361"/>
                  <a:gd name="connsiteX469" fmla="*/ 1958237 w 3628109"/>
                  <a:gd name="connsiteY469" fmla="*/ 1010923 h 1579361"/>
                  <a:gd name="connsiteX470" fmla="*/ 1962892 w 3628109"/>
                  <a:gd name="connsiteY470" fmla="*/ 1016819 h 1579361"/>
                  <a:gd name="connsiteX471" fmla="*/ 1967724 w 3628109"/>
                  <a:gd name="connsiteY471" fmla="*/ 1022139 h 1579361"/>
                  <a:gd name="connsiteX472" fmla="*/ 1972689 w 3628109"/>
                  <a:gd name="connsiteY472" fmla="*/ 1027060 h 1579361"/>
                  <a:gd name="connsiteX473" fmla="*/ 1979827 w 3628109"/>
                  <a:gd name="connsiteY473" fmla="*/ 1032690 h 1579361"/>
                  <a:gd name="connsiteX474" fmla="*/ 1986565 w 3628109"/>
                  <a:gd name="connsiteY474" fmla="*/ 1036059 h 1579361"/>
                  <a:gd name="connsiteX475" fmla="*/ 1995564 w 3628109"/>
                  <a:gd name="connsiteY475" fmla="*/ 1035616 h 1579361"/>
                  <a:gd name="connsiteX476" fmla="*/ 1994500 w 3628109"/>
                  <a:gd name="connsiteY476" fmla="*/ 1039251 h 1579361"/>
                  <a:gd name="connsiteX477" fmla="*/ 1995564 w 3628109"/>
                  <a:gd name="connsiteY477" fmla="*/ 1044083 h 1579361"/>
                  <a:gd name="connsiteX478" fmla="*/ 1997913 w 3628109"/>
                  <a:gd name="connsiteY478" fmla="*/ 1049713 h 1579361"/>
                  <a:gd name="connsiteX479" fmla="*/ 1999421 w 3628109"/>
                  <a:gd name="connsiteY479" fmla="*/ 1052728 h 1579361"/>
                  <a:gd name="connsiteX480" fmla="*/ 2001105 w 3628109"/>
                  <a:gd name="connsiteY480" fmla="*/ 1055875 h 1579361"/>
                  <a:gd name="connsiteX481" fmla="*/ 2007179 w 3628109"/>
                  <a:gd name="connsiteY481" fmla="*/ 1075957 h 1579361"/>
                  <a:gd name="connsiteX482" fmla="*/ 2008065 w 3628109"/>
                  <a:gd name="connsiteY482" fmla="*/ 1083138 h 1579361"/>
                  <a:gd name="connsiteX483" fmla="*/ 2009440 w 3628109"/>
                  <a:gd name="connsiteY483" fmla="*/ 1089345 h 1579361"/>
                  <a:gd name="connsiteX484" fmla="*/ 2014316 w 3628109"/>
                  <a:gd name="connsiteY484" fmla="*/ 1096260 h 1579361"/>
                  <a:gd name="connsiteX485" fmla="*/ 2007090 w 3628109"/>
                  <a:gd name="connsiteY485" fmla="*/ 1100561 h 1579361"/>
                  <a:gd name="connsiteX486" fmla="*/ 2003322 w 3628109"/>
                  <a:gd name="connsiteY486" fmla="*/ 1105747 h 1579361"/>
                  <a:gd name="connsiteX487" fmla="*/ 1999642 w 3628109"/>
                  <a:gd name="connsiteY487" fmla="*/ 1112087 h 1579361"/>
                  <a:gd name="connsiteX488" fmla="*/ 1986299 w 3628109"/>
                  <a:gd name="connsiteY488" fmla="*/ 1128356 h 1579361"/>
                  <a:gd name="connsiteX489" fmla="*/ 1983595 w 3628109"/>
                  <a:gd name="connsiteY489" fmla="*/ 1130440 h 1579361"/>
                  <a:gd name="connsiteX490" fmla="*/ 1981112 w 3628109"/>
                  <a:gd name="connsiteY490" fmla="*/ 1132390 h 1579361"/>
                  <a:gd name="connsiteX491" fmla="*/ 1978851 w 3628109"/>
                  <a:gd name="connsiteY491" fmla="*/ 1134252 h 1579361"/>
                  <a:gd name="connsiteX492" fmla="*/ 1976812 w 3628109"/>
                  <a:gd name="connsiteY492" fmla="*/ 1136025 h 1579361"/>
                  <a:gd name="connsiteX493" fmla="*/ 1973709 w 3628109"/>
                  <a:gd name="connsiteY493" fmla="*/ 1139439 h 1579361"/>
                  <a:gd name="connsiteX494" fmla="*/ 1972645 w 3628109"/>
                  <a:gd name="connsiteY494" fmla="*/ 1142852 h 1579361"/>
                  <a:gd name="connsiteX495" fmla="*/ 1970827 w 3628109"/>
                  <a:gd name="connsiteY495" fmla="*/ 1139793 h 1579361"/>
                  <a:gd name="connsiteX496" fmla="*/ 1966749 w 3628109"/>
                  <a:gd name="connsiteY496" fmla="*/ 1137267 h 1579361"/>
                  <a:gd name="connsiteX497" fmla="*/ 1960676 w 3628109"/>
                  <a:gd name="connsiteY497" fmla="*/ 1135183 h 1579361"/>
                  <a:gd name="connsiteX498" fmla="*/ 1953671 w 3628109"/>
                  <a:gd name="connsiteY498" fmla="*/ 1133321 h 1579361"/>
                  <a:gd name="connsiteX499" fmla="*/ 1948529 w 3628109"/>
                  <a:gd name="connsiteY499" fmla="*/ 1131858 h 1579361"/>
                  <a:gd name="connsiteX500" fmla="*/ 1943519 w 3628109"/>
                  <a:gd name="connsiteY500" fmla="*/ 1129863 h 1579361"/>
                  <a:gd name="connsiteX501" fmla="*/ 1938643 w 3628109"/>
                  <a:gd name="connsiteY501" fmla="*/ 1127336 h 1579361"/>
                  <a:gd name="connsiteX502" fmla="*/ 1933855 w 3628109"/>
                  <a:gd name="connsiteY502" fmla="*/ 1124322 h 1579361"/>
                  <a:gd name="connsiteX503" fmla="*/ 1927073 w 3628109"/>
                  <a:gd name="connsiteY503" fmla="*/ 1120155 h 1579361"/>
                  <a:gd name="connsiteX504" fmla="*/ 1920645 w 3628109"/>
                  <a:gd name="connsiteY504" fmla="*/ 1117185 h 1579361"/>
                  <a:gd name="connsiteX505" fmla="*/ 1912000 w 3628109"/>
                  <a:gd name="connsiteY505" fmla="*/ 1117451 h 1579361"/>
                  <a:gd name="connsiteX506" fmla="*/ 1910183 w 3628109"/>
                  <a:gd name="connsiteY506" fmla="*/ 1108939 h 1579361"/>
                  <a:gd name="connsiteX507" fmla="*/ 1905040 w 3628109"/>
                  <a:gd name="connsiteY507" fmla="*/ 1103176 h 1579361"/>
                  <a:gd name="connsiteX508" fmla="*/ 1897238 w 3628109"/>
                  <a:gd name="connsiteY508" fmla="*/ 1097723 h 1579361"/>
                  <a:gd name="connsiteX509" fmla="*/ 1883806 w 3628109"/>
                  <a:gd name="connsiteY509" fmla="*/ 1091694 h 1579361"/>
                  <a:gd name="connsiteX510" fmla="*/ 1876402 w 3628109"/>
                  <a:gd name="connsiteY510" fmla="*/ 1089522 h 1579361"/>
                  <a:gd name="connsiteX511" fmla="*/ 1868777 w 3628109"/>
                  <a:gd name="connsiteY511" fmla="*/ 1088192 h 1579361"/>
                  <a:gd name="connsiteX512" fmla="*/ 1858759 w 3628109"/>
                  <a:gd name="connsiteY512" fmla="*/ 1088414 h 1579361"/>
                  <a:gd name="connsiteX513" fmla="*/ 1851045 w 3628109"/>
                  <a:gd name="connsiteY513" fmla="*/ 1090630 h 1579361"/>
                  <a:gd name="connsiteX514" fmla="*/ 1846346 w 3628109"/>
                  <a:gd name="connsiteY514" fmla="*/ 1093734 h 1579361"/>
                  <a:gd name="connsiteX515" fmla="*/ 1845016 w 3628109"/>
                  <a:gd name="connsiteY515" fmla="*/ 1096970 h 1579361"/>
                  <a:gd name="connsiteX516" fmla="*/ 1837480 w 3628109"/>
                  <a:gd name="connsiteY516" fmla="*/ 1092847 h 1579361"/>
                  <a:gd name="connsiteX517" fmla="*/ 1830343 w 3628109"/>
                  <a:gd name="connsiteY517" fmla="*/ 1092581 h 1579361"/>
                  <a:gd name="connsiteX518" fmla="*/ 1822407 w 3628109"/>
                  <a:gd name="connsiteY518" fmla="*/ 1093290 h 1579361"/>
                  <a:gd name="connsiteX519" fmla="*/ 1816866 w 3628109"/>
                  <a:gd name="connsiteY519" fmla="*/ 1093822 h 1579361"/>
                  <a:gd name="connsiteX520" fmla="*/ 1811724 w 3628109"/>
                  <a:gd name="connsiteY520" fmla="*/ 1093689 h 1579361"/>
                  <a:gd name="connsiteX521" fmla="*/ 1806891 w 3628109"/>
                  <a:gd name="connsiteY521" fmla="*/ 1092847 h 1579361"/>
                  <a:gd name="connsiteX522" fmla="*/ 1802281 w 3628109"/>
                  <a:gd name="connsiteY522" fmla="*/ 1091295 h 1579361"/>
                  <a:gd name="connsiteX523" fmla="*/ 1796119 w 3628109"/>
                  <a:gd name="connsiteY523" fmla="*/ 1088680 h 1579361"/>
                  <a:gd name="connsiteX524" fmla="*/ 1790578 w 3628109"/>
                  <a:gd name="connsiteY524" fmla="*/ 1086463 h 1579361"/>
                  <a:gd name="connsiteX525" fmla="*/ 1786100 w 3628109"/>
                  <a:gd name="connsiteY525" fmla="*/ 1085311 h 1579361"/>
                  <a:gd name="connsiteX526" fmla="*/ 1782820 w 3628109"/>
                  <a:gd name="connsiteY526" fmla="*/ 1086064 h 1579361"/>
                  <a:gd name="connsiteX527" fmla="*/ 1784194 w 3628109"/>
                  <a:gd name="connsiteY527" fmla="*/ 1083006 h 1579361"/>
                  <a:gd name="connsiteX528" fmla="*/ 1783972 w 3628109"/>
                  <a:gd name="connsiteY528" fmla="*/ 1078439 h 1579361"/>
                  <a:gd name="connsiteX529" fmla="*/ 1783130 w 3628109"/>
                  <a:gd name="connsiteY529" fmla="*/ 1072809 h 1579361"/>
                  <a:gd name="connsiteX530" fmla="*/ 1782554 w 3628109"/>
                  <a:gd name="connsiteY530" fmla="*/ 1069662 h 1579361"/>
                  <a:gd name="connsiteX531" fmla="*/ 1781977 w 3628109"/>
                  <a:gd name="connsiteY531" fmla="*/ 1066248 h 1579361"/>
                  <a:gd name="connsiteX532" fmla="*/ 1781579 w 3628109"/>
                  <a:gd name="connsiteY532" fmla="*/ 1055520 h 1579361"/>
                  <a:gd name="connsiteX533" fmla="*/ 1783130 w 3628109"/>
                  <a:gd name="connsiteY533" fmla="*/ 1043994 h 1579361"/>
                  <a:gd name="connsiteX534" fmla="*/ 1784637 w 3628109"/>
                  <a:gd name="connsiteY534" fmla="*/ 1028922 h 1579361"/>
                  <a:gd name="connsiteX535" fmla="*/ 1781357 w 3628109"/>
                  <a:gd name="connsiteY535" fmla="*/ 1021208 h 1579361"/>
                  <a:gd name="connsiteX536" fmla="*/ 1784549 w 3628109"/>
                  <a:gd name="connsiteY536" fmla="*/ 1020188 h 1579361"/>
                  <a:gd name="connsiteX537" fmla="*/ 1787962 w 3628109"/>
                  <a:gd name="connsiteY537" fmla="*/ 1016509 h 1579361"/>
                  <a:gd name="connsiteX538" fmla="*/ 1794878 w 3628109"/>
                  <a:gd name="connsiteY538" fmla="*/ 1002279 h 1579361"/>
                  <a:gd name="connsiteX539" fmla="*/ 1797671 w 3628109"/>
                  <a:gd name="connsiteY539" fmla="*/ 986940 h 1579361"/>
                  <a:gd name="connsiteX540" fmla="*/ 1794080 w 3628109"/>
                  <a:gd name="connsiteY540" fmla="*/ 969696 h 1579361"/>
                  <a:gd name="connsiteX541" fmla="*/ 1787430 w 3628109"/>
                  <a:gd name="connsiteY541" fmla="*/ 960741 h 1579361"/>
                  <a:gd name="connsiteX542" fmla="*/ 1780426 w 3628109"/>
                  <a:gd name="connsiteY542" fmla="*/ 955953 h 1579361"/>
                  <a:gd name="connsiteX543" fmla="*/ 1774884 w 3628109"/>
                  <a:gd name="connsiteY543" fmla="*/ 954534 h 1579361"/>
                  <a:gd name="connsiteX544" fmla="*/ 1771781 w 3628109"/>
                  <a:gd name="connsiteY544" fmla="*/ 955687 h 1579361"/>
                  <a:gd name="connsiteX545" fmla="*/ 1772047 w 3628109"/>
                  <a:gd name="connsiteY545" fmla="*/ 952406 h 1579361"/>
                  <a:gd name="connsiteX546" fmla="*/ 1770274 w 3628109"/>
                  <a:gd name="connsiteY546" fmla="*/ 948106 h 1579361"/>
                  <a:gd name="connsiteX547" fmla="*/ 1769033 w 3628109"/>
                  <a:gd name="connsiteY547" fmla="*/ 945712 h 1579361"/>
                  <a:gd name="connsiteX548" fmla="*/ 1767792 w 3628109"/>
                  <a:gd name="connsiteY548" fmla="*/ 943230 h 1579361"/>
                  <a:gd name="connsiteX549" fmla="*/ 1765841 w 3628109"/>
                  <a:gd name="connsiteY549" fmla="*/ 938354 h 1579361"/>
                  <a:gd name="connsiteX550" fmla="*/ 1765619 w 3628109"/>
                  <a:gd name="connsiteY550" fmla="*/ 930152 h 1579361"/>
                  <a:gd name="connsiteX551" fmla="*/ 1769033 w 3628109"/>
                  <a:gd name="connsiteY551" fmla="*/ 919557 h 1579361"/>
                  <a:gd name="connsiteX552" fmla="*/ 1771781 w 3628109"/>
                  <a:gd name="connsiteY552" fmla="*/ 911046 h 1579361"/>
                  <a:gd name="connsiteX553" fmla="*/ 1772579 w 3628109"/>
                  <a:gd name="connsiteY553" fmla="*/ 902357 h 1579361"/>
                  <a:gd name="connsiteX554" fmla="*/ 1770451 w 3628109"/>
                  <a:gd name="connsiteY554" fmla="*/ 895619 h 1579361"/>
                  <a:gd name="connsiteX555" fmla="*/ 1767260 w 3628109"/>
                  <a:gd name="connsiteY555" fmla="*/ 893934 h 1579361"/>
                  <a:gd name="connsiteX556" fmla="*/ 1768811 w 3628109"/>
                  <a:gd name="connsiteY556" fmla="*/ 890609 h 1579361"/>
                  <a:gd name="connsiteX557" fmla="*/ 1765797 w 3628109"/>
                  <a:gd name="connsiteY557" fmla="*/ 883649 h 1579361"/>
                  <a:gd name="connsiteX558" fmla="*/ 1757994 w 3628109"/>
                  <a:gd name="connsiteY558" fmla="*/ 877664 h 1579361"/>
                  <a:gd name="connsiteX559" fmla="*/ 1752630 w 3628109"/>
                  <a:gd name="connsiteY559" fmla="*/ 875758 h 1579361"/>
                  <a:gd name="connsiteX560" fmla="*/ 1746513 w 3628109"/>
                  <a:gd name="connsiteY560" fmla="*/ 875005 h 1579361"/>
                  <a:gd name="connsiteX561" fmla="*/ 1730022 w 3628109"/>
                  <a:gd name="connsiteY561" fmla="*/ 878551 h 1579361"/>
                  <a:gd name="connsiteX562" fmla="*/ 1716855 w 3628109"/>
                  <a:gd name="connsiteY562" fmla="*/ 886309 h 1579361"/>
                  <a:gd name="connsiteX563" fmla="*/ 1709895 w 3628109"/>
                  <a:gd name="connsiteY563" fmla="*/ 892914 h 1579361"/>
                  <a:gd name="connsiteX564" fmla="*/ 1705551 w 3628109"/>
                  <a:gd name="connsiteY564" fmla="*/ 899298 h 1579361"/>
                  <a:gd name="connsiteX565" fmla="*/ 1703822 w 3628109"/>
                  <a:gd name="connsiteY565" fmla="*/ 904485 h 1579361"/>
                  <a:gd name="connsiteX566" fmla="*/ 1704664 w 3628109"/>
                  <a:gd name="connsiteY566" fmla="*/ 907588 h 1579361"/>
                  <a:gd name="connsiteX567" fmla="*/ 1696640 w 3628109"/>
                  <a:gd name="connsiteY567" fmla="*/ 909716 h 1579361"/>
                  <a:gd name="connsiteX568" fmla="*/ 1685558 w 3628109"/>
                  <a:gd name="connsiteY568" fmla="*/ 921862 h 1579361"/>
                  <a:gd name="connsiteX569" fmla="*/ 1672081 w 3628109"/>
                  <a:gd name="connsiteY569" fmla="*/ 945314 h 1579361"/>
                  <a:gd name="connsiteX570" fmla="*/ 1668845 w 3628109"/>
                  <a:gd name="connsiteY570" fmla="*/ 968720 h 1579361"/>
                  <a:gd name="connsiteX571" fmla="*/ 1661885 w 3628109"/>
                  <a:gd name="connsiteY571" fmla="*/ 973065 h 1579361"/>
                  <a:gd name="connsiteX572" fmla="*/ 1654615 w 3628109"/>
                  <a:gd name="connsiteY572" fmla="*/ 987561 h 1579361"/>
                  <a:gd name="connsiteX573" fmla="*/ 1647522 w 3628109"/>
                  <a:gd name="connsiteY573" fmla="*/ 1013628 h 1579361"/>
                  <a:gd name="connsiteX574" fmla="*/ 1646679 w 3628109"/>
                  <a:gd name="connsiteY574" fmla="*/ 1029986 h 1579361"/>
                  <a:gd name="connsiteX575" fmla="*/ 1650580 w 3628109"/>
                  <a:gd name="connsiteY575" fmla="*/ 1037123 h 1579361"/>
                  <a:gd name="connsiteX576" fmla="*/ 1641626 w 3628109"/>
                  <a:gd name="connsiteY576" fmla="*/ 1058712 h 1579361"/>
                  <a:gd name="connsiteX577" fmla="*/ 1639985 w 3628109"/>
                  <a:gd name="connsiteY577" fmla="*/ 1085045 h 1579361"/>
                  <a:gd name="connsiteX578" fmla="*/ 1645970 w 3628109"/>
                  <a:gd name="connsiteY578" fmla="*/ 1107565 h 1579361"/>
                  <a:gd name="connsiteX579" fmla="*/ 1639010 w 3628109"/>
                  <a:gd name="connsiteY579" fmla="*/ 1129730 h 1579361"/>
                  <a:gd name="connsiteX580" fmla="*/ 1639143 w 3628109"/>
                  <a:gd name="connsiteY580" fmla="*/ 1155930 h 1579361"/>
                  <a:gd name="connsiteX581" fmla="*/ 1646236 w 3628109"/>
                  <a:gd name="connsiteY581" fmla="*/ 1178007 h 1579361"/>
                  <a:gd name="connsiteX582" fmla="*/ 1640163 w 3628109"/>
                  <a:gd name="connsiteY582" fmla="*/ 1200350 h 1579361"/>
                  <a:gd name="connsiteX583" fmla="*/ 1641005 w 3628109"/>
                  <a:gd name="connsiteY583" fmla="*/ 1226416 h 1579361"/>
                  <a:gd name="connsiteX584" fmla="*/ 1648408 w 3628109"/>
                  <a:gd name="connsiteY584" fmla="*/ 1248316 h 1579361"/>
                  <a:gd name="connsiteX585" fmla="*/ 1642468 w 3628109"/>
                  <a:gd name="connsiteY585" fmla="*/ 1270658 h 1579361"/>
                  <a:gd name="connsiteX586" fmla="*/ 1643133 w 3628109"/>
                  <a:gd name="connsiteY586" fmla="*/ 1296636 h 1579361"/>
                  <a:gd name="connsiteX587" fmla="*/ 1650181 w 3628109"/>
                  <a:gd name="connsiteY587" fmla="*/ 1318625 h 1579361"/>
                  <a:gd name="connsiteX588" fmla="*/ 1643620 w 3628109"/>
                  <a:gd name="connsiteY588" fmla="*/ 1340701 h 1579361"/>
                  <a:gd name="connsiteX589" fmla="*/ 1643221 w 3628109"/>
                  <a:gd name="connsiteY589" fmla="*/ 1366502 h 1579361"/>
                  <a:gd name="connsiteX590" fmla="*/ 1649029 w 3628109"/>
                  <a:gd name="connsiteY590" fmla="*/ 1388756 h 1579361"/>
                  <a:gd name="connsiteX591" fmla="*/ 1640783 w 3628109"/>
                  <a:gd name="connsiteY591" fmla="*/ 1410168 h 1579361"/>
                  <a:gd name="connsiteX592" fmla="*/ 1637857 w 3628109"/>
                  <a:gd name="connsiteY592" fmla="*/ 1435525 h 1579361"/>
                  <a:gd name="connsiteX593" fmla="*/ 1640828 w 3628109"/>
                  <a:gd name="connsiteY593" fmla="*/ 1458134 h 1579361"/>
                  <a:gd name="connsiteX594" fmla="*/ 1634754 w 3628109"/>
                  <a:gd name="connsiteY594" fmla="*/ 1463365 h 1579361"/>
                  <a:gd name="connsiteX595" fmla="*/ 1628991 w 3628109"/>
                  <a:gd name="connsiteY595" fmla="*/ 1477507 h 1579361"/>
                  <a:gd name="connsiteX596" fmla="*/ 1625135 w 3628109"/>
                  <a:gd name="connsiteY596" fmla="*/ 1489343 h 1579361"/>
                  <a:gd name="connsiteX597" fmla="*/ 1620480 w 3628109"/>
                  <a:gd name="connsiteY597" fmla="*/ 1500736 h 1579361"/>
                  <a:gd name="connsiteX598" fmla="*/ 1617465 w 3628109"/>
                  <a:gd name="connsiteY598" fmla="*/ 1508272 h 1579361"/>
                  <a:gd name="connsiteX599" fmla="*/ 1615559 w 3628109"/>
                  <a:gd name="connsiteY599" fmla="*/ 1514789 h 1579361"/>
                  <a:gd name="connsiteX600" fmla="*/ 1616401 w 3628109"/>
                  <a:gd name="connsiteY600" fmla="*/ 1522636 h 1579361"/>
                  <a:gd name="connsiteX601" fmla="*/ 1608865 w 3628109"/>
                  <a:gd name="connsiteY601" fmla="*/ 1524985 h 1579361"/>
                  <a:gd name="connsiteX602" fmla="*/ 1603678 w 3628109"/>
                  <a:gd name="connsiteY602" fmla="*/ 1529152 h 1579361"/>
                  <a:gd name="connsiteX603" fmla="*/ 1598004 w 3628109"/>
                  <a:gd name="connsiteY603" fmla="*/ 1534516 h 1579361"/>
                  <a:gd name="connsiteX604" fmla="*/ 1589182 w 3628109"/>
                  <a:gd name="connsiteY604" fmla="*/ 1542186 h 1579361"/>
                  <a:gd name="connsiteX605" fmla="*/ 1584394 w 3628109"/>
                  <a:gd name="connsiteY605" fmla="*/ 1545511 h 1579361"/>
                  <a:gd name="connsiteX606" fmla="*/ 1579385 w 3628109"/>
                  <a:gd name="connsiteY606" fmla="*/ 1548481 h 1579361"/>
                  <a:gd name="connsiteX607" fmla="*/ 1575927 w 3628109"/>
                  <a:gd name="connsiteY607" fmla="*/ 1550476 h 1579361"/>
                  <a:gd name="connsiteX608" fmla="*/ 1572691 w 3628109"/>
                  <a:gd name="connsiteY608" fmla="*/ 1552337 h 1579361"/>
                  <a:gd name="connsiteX609" fmla="*/ 1567238 w 3628109"/>
                  <a:gd name="connsiteY609" fmla="*/ 1556061 h 1579361"/>
                  <a:gd name="connsiteX610" fmla="*/ 1562849 w 3628109"/>
                  <a:gd name="connsiteY610" fmla="*/ 1562622 h 1579361"/>
                  <a:gd name="connsiteX611" fmla="*/ 1560500 w 3628109"/>
                  <a:gd name="connsiteY611" fmla="*/ 1560450 h 1579361"/>
                  <a:gd name="connsiteX612" fmla="*/ 1555624 w 3628109"/>
                  <a:gd name="connsiteY612" fmla="*/ 1559342 h 1579361"/>
                  <a:gd name="connsiteX613" fmla="*/ 1548930 w 3628109"/>
                  <a:gd name="connsiteY613" fmla="*/ 1559076 h 1579361"/>
                  <a:gd name="connsiteX614" fmla="*/ 1540950 w 3628109"/>
                  <a:gd name="connsiteY614" fmla="*/ 1559475 h 1579361"/>
                  <a:gd name="connsiteX615" fmla="*/ 1534921 w 3628109"/>
                  <a:gd name="connsiteY615" fmla="*/ 1559874 h 1579361"/>
                  <a:gd name="connsiteX616" fmla="*/ 1528803 w 3628109"/>
                  <a:gd name="connsiteY616" fmla="*/ 1559918 h 1579361"/>
                  <a:gd name="connsiteX617" fmla="*/ 1516524 w 3628109"/>
                  <a:gd name="connsiteY617" fmla="*/ 1559430 h 1579361"/>
                  <a:gd name="connsiteX618" fmla="*/ 1508455 w 3628109"/>
                  <a:gd name="connsiteY618" fmla="*/ 1559120 h 1579361"/>
                  <a:gd name="connsiteX619" fmla="*/ 1501717 w 3628109"/>
                  <a:gd name="connsiteY619" fmla="*/ 1559519 h 1579361"/>
                  <a:gd name="connsiteX620" fmla="*/ 1494580 w 3628109"/>
                  <a:gd name="connsiteY620" fmla="*/ 1563154 h 1579361"/>
                  <a:gd name="connsiteX621" fmla="*/ 1489925 w 3628109"/>
                  <a:gd name="connsiteY621" fmla="*/ 1556682 h 1579361"/>
                  <a:gd name="connsiteX622" fmla="*/ 1484339 w 3628109"/>
                  <a:gd name="connsiteY622" fmla="*/ 1553047 h 1579361"/>
                  <a:gd name="connsiteX623" fmla="*/ 1477468 w 3628109"/>
                  <a:gd name="connsiteY623" fmla="*/ 1549412 h 1579361"/>
                  <a:gd name="connsiteX624" fmla="*/ 1472370 w 3628109"/>
                  <a:gd name="connsiteY624" fmla="*/ 1546663 h 1579361"/>
                  <a:gd name="connsiteX625" fmla="*/ 1467494 w 3628109"/>
                  <a:gd name="connsiteY625" fmla="*/ 1543560 h 1579361"/>
                  <a:gd name="connsiteX626" fmla="*/ 1458494 w 3628109"/>
                  <a:gd name="connsiteY626" fmla="*/ 1536423 h 1579361"/>
                  <a:gd name="connsiteX627" fmla="*/ 1452776 w 3628109"/>
                  <a:gd name="connsiteY627" fmla="*/ 1531325 h 1579361"/>
                  <a:gd name="connsiteX628" fmla="*/ 1447545 w 3628109"/>
                  <a:gd name="connsiteY628" fmla="*/ 1527379 h 1579361"/>
                  <a:gd name="connsiteX629" fmla="*/ 1439831 w 3628109"/>
                  <a:gd name="connsiteY629" fmla="*/ 1525295 h 1579361"/>
                  <a:gd name="connsiteX630" fmla="*/ 1441117 w 3628109"/>
                  <a:gd name="connsiteY630" fmla="*/ 1517316 h 1579361"/>
                  <a:gd name="connsiteX631" fmla="*/ 1439521 w 3628109"/>
                  <a:gd name="connsiteY631" fmla="*/ 1510844 h 1579361"/>
                  <a:gd name="connsiteX632" fmla="*/ 1436905 w 3628109"/>
                  <a:gd name="connsiteY632" fmla="*/ 1503396 h 1579361"/>
                  <a:gd name="connsiteX633" fmla="*/ 1433004 w 3628109"/>
                  <a:gd name="connsiteY633" fmla="*/ 1492003 h 1579361"/>
                  <a:gd name="connsiteX634" fmla="*/ 1430123 w 3628109"/>
                  <a:gd name="connsiteY634" fmla="*/ 1480122 h 1579361"/>
                  <a:gd name="connsiteX635" fmla="*/ 1428083 w 3628109"/>
                  <a:gd name="connsiteY635" fmla="*/ 1472231 h 1579361"/>
                  <a:gd name="connsiteX636" fmla="*/ 1425512 w 3628109"/>
                  <a:gd name="connsiteY636" fmla="*/ 1465803 h 1579361"/>
                  <a:gd name="connsiteX637" fmla="*/ 1419527 w 3628109"/>
                  <a:gd name="connsiteY637" fmla="*/ 1460085 h 1579361"/>
                  <a:gd name="connsiteX638" fmla="*/ 1424360 w 3628109"/>
                  <a:gd name="connsiteY638" fmla="*/ 1453302 h 1579361"/>
                  <a:gd name="connsiteX639" fmla="*/ 1425601 w 3628109"/>
                  <a:gd name="connsiteY639" fmla="*/ 1446431 h 1579361"/>
                  <a:gd name="connsiteX640" fmla="*/ 1426000 w 3628109"/>
                  <a:gd name="connsiteY640" fmla="*/ 1438097 h 1579361"/>
                  <a:gd name="connsiteX641" fmla="*/ 1426709 w 3628109"/>
                  <a:gd name="connsiteY641" fmla="*/ 1412872 h 1579361"/>
                  <a:gd name="connsiteX642" fmla="*/ 1420813 w 3628109"/>
                  <a:gd name="connsiteY642" fmla="*/ 1390529 h 1579361"/>
                  <a:gd name="connsiteX643" fmla="*/ 1431453 w 3628109"/>
                  <a:gd name="connsiteY643" fmla="*/ 1369871 h 1579361"/>
                  <a:gd name="connsiteX644" fmla="*/ 1435886 w 3628109"/>
                  <a:gd name="connsiteY644" fmla="*/ 1344647 h 1579361"/>
                  <a:gd name="connsiteX645" fmla="*/ 1432472 w 3628109"/>
                  <a:gd name="connsiteY645" fmla="*/ 1321550 h 1579361"/>
                  <a:gd name="connsiteX646" fmla="*/ 1445461 w 3628109"/>
                  <a:gd name="connsiteY646" fmla="*/ 1302045 h 1579361"/>
                  <a:gd name="connsiteX647" fmla="*/ 1452111 w 3628109"/>
                  <a:gd name="connsiteY647" fmla="*/ 1277175 h 1579361"/>
                  <a:gd name="connsiteX648" fmla="*/ 1450160 w 3628109"/>
                  <a:gd name="connsiteY648" fmla="*/ 1253724 h 1579361"/>
                  <a:gd name="connsiteX649" fmla="*/ 1464745 w 3628109"/>
                  <a:gd name="connsiteY649" fmla="*/ 1235149 h 1579361"/>
                  <a:gd name="connsiteX650" fmla="*/ 1472858 w 3628109"/>
                  <a:gd name="connsiteY650" fmla="*/ 1210634 h 1579361"/>
                  <a:gd name="connsiteX651" fmla="*/ 1471882 w 3628109"/>
                  <a:gd name="connsiteY651" fmla="*/ 1187006 h 1579361"/>
                  <a:gd name="connsiteX652" fmla="*/ 1487664 w 3628109"/>
                  <a:gd name="connsiteY652" fmla="*/ 1169229 h 1579361"/>
                  <a:gd name="connsiteX653" fmla="*/ 1496841 w 3628109"/>
                  <a:gd name="connsiteY653" fmla="*/ 1145069 h 1579361"/>
                  <a:gd name="connsiteX654" fmla="*/ 1496486 w 3628109"/>
                  <a:gd name="connsiteY654" fmla="*/ 1121263 h 1579361"/>
                  <a:gd name="connsiteX655" fmla="*/ 1513243 w 3628109"/>
                  <a:gd name="connsiteY655" fmla="*/ 1104196 h 1579361"/>
                  <a:gd name="connsiteX656" fmla="*/ 1523262 w 3628109"/>
                  <a:gd name="connsiteY656" fmla="*/ 1080301 h 1579361"/>
                  <a:gd name="connsiteX657" fmla="*/ 1523306 w 3628109"/>
                  <a:gd name="connsiteY657" fmla="*/ 1056363 h 1579361"/>
                  <a:gd name="connsiteX658" fmla="*/ 1540906 w 3628109"/>
                  <a:gd name="connsiteY658" fmla="*/ 1039916 h 1579361"/>
                  <a:gd name="connsiteX659" fmla="*/ 1551456 w 3628109"/>
                  <a:gd name="connsiteY659" fmla="*/ 1016199 h 1579361"/>
                  <a:gd name="connsiteX660" fmla="*/ 1551634 w 3628109"/>
                  <a:gd name="connsiteY660" fmla="*/ 992083 h 1579361"/>
                  <a:gd name="connsiteX661" fmla="*/ 1569898 w 3628109"/>
                  <a:gd name="connsiteY661" fmla="*/ 976035 h 1579361"/>
                  <a:gd name="connsiteX662" fmla="*/ 1580759 w 3628109"/>
                  <a:gd name="connsiteY662" fmla="*/ 952274 h 1579361"/>
                  <a:gd name="connsiteX663" fmla="*/ 1580449 w 3628109"/>
                  <a:gd name="connsiteY663" fmla="*/ 927891 h 1579361"/>
                  <a:gd name="connsiteX664" fmla="*/ 1598846 w 3628109"/>
                  <a:gd name="connsiteY664" fmla="*/ 911622 h 1579361"/>
                  <a:gd name="connsiteX665" fmla="*/ 1609131 w 3628109"/>
                  <a:gd name="connsiteY665" fmla="*/ 887506 h 1579361"/>
                  <a:gd name="connsiteX666" fmla="*/ 1607624 w 3628109"/>
                  <a:gd name="connsiteY666" fmla="*/ 862902 h 1579361"/>
                  <a:gd name="connsiteX667" fmla="*/ 1625844 w 3628109"/>
                  <a:gd name="connsiteY667" fmla="*/ 846012 h 1579361"/>
                  <a:gd name="connsiteX668" fmla="*/ 1635065 w 3628109"/>
                  <a:gd name="connsiteY668" fmla="*/ 821320 h 1579361"/>
                  <a:gd name="connsiteX669" fmla="*/ 1631829 w 3628109"/>
                  <a:gd name="connsiteY669" fmla="*/ 796583 h 1579361"/>
                  <a:gd name="connsiteX670" fmla="*/ 1649339 w 3628109"/>
                  <a:gd name="connsiteY670" fmla="*/ 778452 h 1579361"/>
                  <a:gd name="connsiteX671" fmla="*/ 1656432 w 3628109"/>
                  <a:gd name="connsiteY671" fmla="*/ 752562 h 1579361"/>
                  <a:gd name="connsiteX672" fmla="*/ 1649783 w 3628109"/>
                  <a:gd name="connsiteY672" fmla="*/ 727959 h 1579361"/>
                  <a:gd name="connsiteX673" fmla="*/ 1664367 w 3628109"/>
                  <a:gd name="connsiteY673" fmla="*/ 706325 h 1579361"/>
                  <a:gd name="connsiteX674" fmla="*/ 1663303 w 3628109"/>
                  <a:gd name="connsiteY674" fmla="*/ 676225 h 1579361"/>
                  <a:gd name="connsiteX675" fmla="*/ 1659580 w 3628109"/>
                  <a:gd name="connsiteY675" fmla="*/ 665674 h 1579361"/>
                  <a:gd name="connsiteX676" fmla="*/ 1656610 w 3628109"/>
                  <a:gd name="connsiteY676" fmla="*/ 661329 h 1579361"/>
                  <a:gd name="connsiteX677" fmla="*/ 1653196 w 3628109"/>
                  <a:gd name="connsiteY677" fmla="*/ 657960 h 1579361"/>
                  <a:gd name="connsiteX678" fmla="*/ 1646369 w 3628109"/>
                  <a:gd name="connsiteY678" fmla="*/ 654768 h 1579361"/>
                  <a:gd name="connsiteX679" fmla="*/ 1641360 w 3628109"/>
                  <a:gd name="connsiteY679" fmla="*/ 656231 h 1579361"/>
                  <a:gd name="connsiteX680" fmla="*/ 1643177 w 3628109"/>
                  <a:gd name="connsiteY680" fmla="*/ 651311 h 1579361"/>
                  <a:gd name="connsiteX681" fmla="*/ 1640163 w 3628109"/>
                  <a:gd name="connsiteY681" fmla="*/ 644040 h 1579361"/>
                  <a:gd name="connsiteX682" fmla="*/ 1632759 w 3628109"/>
                  <a:gd name="connsiteY682" fmla="*/ 637346 h 1579361"/>
                  <a:gd name="connsiteX683" fmla="*/ 1627750 w 3628109"/>
                  <a:gd name="connsiteY683" fmla="*/ 634775 h 1579361"/>
                  <a:gd name="connsiteX684" fmla="*/ 1621810 w 3628109"/>
                  <a:gd name="connsiteY684" fmla="*/ 632913 h 1579361"/>
                  <a:gd name="connsiteX685" fmla="*/ 1612412 w 3628109"/>
                  <a:gd name="connsiteY685" fmla="*/ 631894 h 1579361"/>
                  <a:gd name="connsiteX686" fmla="*/ 1607579 w 3628109"/>
                  <a:gd name="connsiteY686" fmla="*/ 631938 h 1579361"/>
                  <a:gd name="connsiteX687" fmla="*/ 1602836 w 3628109"/>
                  <a:gd name="connsiteY687" fmla="*/ 632559 h 1579361"/>
                  <a:gd name="connsiteX688" fmla="*/ 1585503 w 3628109"/>
                  <a:gd name="connsiteY688" fmla="*/ 638144 h 1579361"/>
                  <a:gd name="connsiteX689" fmla="*/ 1576681 w 3628109"/>
                  <a:gd name="connsiteY689" fmla="*/ 644572 h 1579361"/>
                  <a:gd name="connsiteX690" fmla="*/ 1571671 w 3628109"/>
                  <a:gd name="connsiteY690" fmla="*/ 651665 h 1579361"/>
                  <a:gd name="connsiteX691" fmla="*/ 1570253 w 3628109"/>
                  <a:gd name="connsiteY691" fmla="*/ 658093 h 1579361"/>
                  <a:gd name="connsiteX692" fmla="*/ 1572159 w 3628109"/>
                  <a:gd name="connsiteY692" fmla="*/ 662970 h 1579361"/>
                  <a:gd name="connsiteX693" fmla="*/ 1560988 w 3628109"/>
                  <a:gd name="connsiteY693" fmla="*/ 661196 h 1579361"/>
                  <a:gd name="connsiteX694" fmla="*/ 1546802 w 3628109"/>
                  <a:gd name="connsiteY694" fmla="*/ 670417 h 1579361"/>
                  <a:gd name="connsiteX695" fmla="*/ 1529247 w 3628109"/>
                  <a:gd name="connsiteY695" fmla="*/ 689613 h 1579361"/>
                  <a:gd name="connsiteX696" fmla="*/ 1521622 w 3628109"/>
                  <a:gd name="connsiteY696" fmla="*/ 703045 h 1579361"/>
                  <a:gd name="connsiteX697" fmla="*/ 1523661 w 3628109"/>
                  <a:gd name="connsiteY697" fmla="*/ 714039 h 1579361"/>
                  <a:gd name="connsiteX698" fmla="*/ 1512755 w 3628109"/>
                  <a:gd name="connsiteY698" fmla="*/ 711512 h 1579361"/>
                  <a:gd name="connsiteX699" fmla="*/ 1506017 w 3628109"/>
                  <a:gd name="connsiteY699" fmla="*/ 713596 h 1579361"/>
                  <a:gd name="connsiteX700" fmla="*/ 1499323 w 3628109"/>
                  <a:gd name="connsiteY700" fmla="*/ 717497 h 1579361"/>
                  <a:gd name="connsiteX701" fmla="*/ 1494713 w 3628109"/>
                  <a:gd name="connsiteY701" fmla="*/ 720777 h 1579361"/>
                  <a:gd name="connsiteX702" fmla="*/ 1490014 w 3628109"/>
                  <a:gd name="connsiteY702" fmla="*/ 723747 h 1579361"/>
                  <a:gd name="connsiteX703" fmla="*/ 1480394 w 3628109"/>
                  <a:gd name="connsiteY703" fmla="*/ 728712 h 1579361"/>
                  <a:gd name="connsiteX704" fmla="*/ 1474276 w 3628109"/>
                  <a:gd name="connsiteY704" fmla="*/ 732303 h 1579361"/>
                  <a:gd name="connsiteX705" fmla="*/ 1469577 w 3628109"/>
                  <a:gd name="connsiteY705" fmla="*/ 736781 h 1579361"/>
                  <a:gd name="connsiteX706" fmla="*/ 1466208 w 3628109"/>
                  <a:gd name="connsiteY706" fmla="*/ 747464 h 1579361"/>
                  <a:gd name="connsiteX707" fmla="*/ 1463592 w 3628109"/>
                  <a:gd name="connsiteY707" fmla="*/ 742544 h 1579361"/>
                  <a:gd name="connsiteX708" fmla="*/ 1458849 w 3628109"/>
                  <a:gd name="connsiteY708" fmla="*/ 738953 h 1579361"/>
                  <a:gd name="connsiteX709" fmla="*/ 1452776 w 3628109"/>
                  <a:gd name="connsiteY709" fmla="*/ 736559 h 1579361"/>
                  <a:gd name="connsiteX710" fmla="*/ 1445727 w 3628109"/>
                  <a:gd name="connsiteY710" fmla="*/ 735495 h 1579361"/>
                  <a:gd name="connsiteX711" fmla="*/ 1434600 w 3628109"/>
                  <a:gd name="connsiteY711" fmla="*/ 734564 h 1579361"/>
                  <a:gd name="connsiteX712" fmla="*/ 1423695 w 3628109"/>
                  <a:gd name="connsiteY712" fmla="*/ 732525 h 1579361"/>
                  <a:gd name="connsiteX713" fmla="*/ 1416336 w 3628109"/>
                  <a:gd name="connsiteY713" fmla="*/ 731638 h 1579361"/>
                  <a:gd name="connsiteX714" fmla="*/ 1409642 w 3628109"/>
                  <a:gd name="connsiteY714" fmla="*/ 732481 h 1579361"/>
                  <a:gd name="connsiteX715" fmla="*/ 1400421 w 3628109"/>
                  <a:gd name="connsiteY715" fmla="*/ 739662 h 1579361"/>
                  <a:gd name="connsiteX716" fmla="*/ 1399091 w 3628109"/>
                  <a:gd name="connsiteY716" fmla="*/ 727959 h 1579361"/>
                  <a:gd name="connsiteX717" fmla="*/ 1395012 w 3628109"/>
                  <a:gd name="connsiteY717" fmla="*/ 722417 h 1579361"/>
                  <a:gd name="connsiteX718" fmla="*/ 1389161 w 3628109"/>
                  <a:gd name="connsiteY718" fmla="*/ 717674 h 1579361"/>
                  <a:gd name="connsiteX719" fmla="*/ 1379851 w 3628109"/>
                  <a:gd name="connsiteY719" fmla="*/ 711113 h 1579361"/>
                  <a:gd name="connsiteX720" fmla="*/ 1370896 w 3628109"/>
                  <a:gd name="connsiteY720" fmla="*/ 703754 h 1579361"/>
                  <a:gd name="connsiteX721" fmla="*/ 1364380 w 3628109"/>
                  <a:gd name="connsiteY721" fmla="*/ 699365 h 1579361"/>
                  <a:gd name="connsiteX722" fmla="*/ 1357553 w 3628109"/>
                  <a:gd name="connsiteY722" fmla="*/ 697060 h 1579361"/>
                  <a:gd name="connsiteX723" fmla="*/ 1345849 w 3628109"/>
                  <a:gd name="connsiteY723" fmla="*/ 699764 h 1579361"/>
                  <a:gd name="connsiteX724" fmla="*/ 1349130 w 3628109"/>
                  <a:gd name="connsiteY724" fmla="*/ 688150 h 1579361"/>
                  <a:gd name="connsiteX725" fmla="*/ 1342791 w 3628109"/>
                  <a:gd name="connsiteY725" fmla="*/ 674008 h 1579361"/>
                  <a:gd name="connsiteX726" fmla="*/ 1327408 w 3628109"/>
                  <a:gd name="connsiteY726" fmla="*/ 654148 h 1579361"/>
                  <a:gd name="connsiteX727" fmla="*/ 1302316 w 3628109"/>
                  <a:gd name="connsiteY727" fmla="*/ 645503 h 1579361"/>
                  <a:gd name="connsiteX728" fmla="*/ 1301164 w 3628109"/>
                  <a:gd name="connsiteY728" fmla="*/ 618417 h 1579361"/>
                  <a:gd name="connsiteX729" fmla="*/ 1293007 w 3628109"/>
                  <a:gd name="connsiteY729" fmla="*/ 607733 h 1579361"/>
                  <a:gd name="connsiteX730" fmla="*/ 1284451 w 3628109"/>
                  <a:gd name="connsiteY730" fmla="*/ 597049 h 1579361"/>
                  <a:gd name="connsiteX731" fmla="*/ 1269999 w 3628109"/>
                  <a:gd name="connsiteY731" fmla="*/ 587563 h 1579361"/>
                  <a:gd name="connsiteX732" fmla="*/ 1257409 w 3628109"/>
                  <a:gd name="connsiteY732" fmla="*/ 590267 h 1579361"/>
                  <a:gd name="connsiteX733" fmla="*/ 1260113 w 3628109"/>
                  <a:gd name="connsiteY733" fmla="*/ 577544 h 1579361"/>
                  <a:gd name="connsiteX734" fmla="*/ 1256567 w 3628109"/>
                  <a:gd name="connsiteY734" fmla="*/ 569786 h 1579361"/>
                  <a:gd name="connsiteX735" fmla="*/ 1249784 w 3628109"/>
                  <a:gd name="connsiteY735" fmla="*/ 562560 h 1579361"/>
                  <a:gd name="connsiteX736" fmla="*/ 1243755 w 3628109"/>
                  <a:gd name="connsiteY736" fmla="*/ 557994 h 1579361"/>
                  <a:gd name="connsiteX737" fmla="*/ 1237283 w 3628109"/>
                  <a:gd name="connsiteY737" fmla="*/ 553782 h 1579361"/>
                  <a:gd name="connsiteX738" fmla="*/ 1223540 w 3628109"/>
                  <a:gd name="connsiteY738" fmla="*/ 546246 h 1579361"/>
                  <a:gd name="connsiteX739" fmla="*/ 1213300 w 3628109"/>
                  <a:gd name="connsiteY739" fmla="*/ 543498 h 1579361"/>
                  <a:gd name="connsiteX740" fmla="*/ 1204168 w 3628109"/>
                  <a:gd name="connsiteY740" fmla="*/ 544296 h 1579361"/>
                  <a:gd name="connsiteX741" fmla="*/ 1197651 w 3628109"/>
                  <a:gd name="connsiteY741" fmla="*/ 547886 h 1579361"/>
                  <a:gd name="connsiteX742" fmla="*/ 1194548 w 3628109"/>
                  <a:gd name="connsiteY742" fmla="*/ 553649 h 1579361"/>
                  <a:gd name="connsiteX743" fmla="*/ 1189006 w 3628109"/>
                  <a:gd name="connsiteY743" fmla="*/ 541237 h 1579361"/>
                  <a:gd name="connsiteX744" fmla="*/ 1180850 w 3628109"/>
                  <a:gd name="connsiteY744" fmla="*/ 537158 h 1579361"/>
                  <a:gd name="connsiteX745" fmla="*/ 1175796 w 3628109"/>
                  <a:gd name="connsiteY745" fmla="*/ 535961 h 1579361"/>
                  <a:gd name="connsiteX746" fmla="*/ 1170787 w 3628109"/>
                  <a:gd name="connsiteY746" fmla="*/ 535740 h 1579361"/>
                  <a:gd name="connsiteX747" fmla="*/ 1156024 w 3628109"/>
                  <a:gd name="connsiteY747" fmla="*/ 536582 h 1579361"/>
                  <a:gd name="connsiteX748" fmla="*/ 1148577 w 3628109"/>
                  <a:gd name="connsiteY748" fmla="*/ 537380 h 1579361"/>
                  <a:gd name="connsiteX749" fmla="*/ 1141085 w 3628109"/>
                  <a:gd name="connsiteY749" fmla="*/ 538754 h 1579361"/>
                  <a:gd name="connsiteX750" fmla="*/ 1136031 w 3628109"/>
                  <a:gd name="connsiteY750" fmla="*/ 540084 h 1579361"/>
                  <a:gd name="connsiteX751" fmla="*/ 1131509 w 3628109"/>
                  <a:gd name="connsiteY751" fmla="*/ 542301 h 1579361"/>
                  <a:gd name="connsiteX752" fmla="*/ 1124638 w 3628109"/>
                  <a:gd name="connsiteY752" fmla="*/ 547975 h 1579361"/>
                  <a:gd name="connsiteX753" fmla="*/ 1121978 w 3628109"/>
                  <a:gd name="connsiteY753" fmla="*/ 561452 h 1579361"/>
                  <a:gd name="connsiteX754" fmla="*/ 1117722 w 3628109"/>
                  <a:gd name="connsiteY754" fmla="*/ 556221 h 1579361"/>
                  <a:gd name="connsiteX755" fmla="*/ 1110585 w 3628109"/>
                  <a:gd name="connsiteY755" fmla="*/ 553738 h 1579361"/>
                  <a:gd name="connsiteX756" fmla="*/ 1101453 w 3628109"/>
                  <a:gd name="connsiteY756" fmla="*/ 554447 h 1579361"/>
                  <a:gd name="connsiteX757" fmla="*/ 1091877 w 3628109"/>
                  <a:gd name="connsiteY757" fmla="*/ 558836 h 1579361"/>
                  <a:gd name="connsiteX758" fmla="*/ 1079420 w 3628109"/>
                  <a:gd name="connsiteY758" fmla="*/ 568545 h 1579361"/>
                  <a:gd name="connsiteX759" fmla="*/ 1068338 w 3628109"/>
                  <a:gd name="connsiteY759" fmla="*/ 579317 h 1579361"/>
                  <a:gd name="connsiteX760" fmla="*/ 1062841 w 3628109"/>
                  <a:gd name="connsiteY760" fmla="*/ 587651 h 1579361"/>
                  <a:gd name="connsiteX761" fmla="*/ 1060846 w 3628109"/>
                  <a:gd name="connsiteY761" fmla="*/ 596074 h 1579361"/>
                  <a:gd name="connsiteX762" fmla="*/ 1066476 w 3628109"/>
                  <a:gd name="connsiteY762" fmla="*/ 608620 h 1579361"/>
                  <a:gd name="connsiteX763" fmla="*/ 1052733 w 3628109"/>
                  <a:gd name="connsiteY763" fmla="*/ 607556 h 1579361"/>
                  <a:gd name="connsiteX764" fmla="*/ 1039655 w 3628109"/>
                  <a:gd name="connsiteY764" fmla="*/ 618816 h 1579361"/>
                  <a:gd name="connsiteX765" fmla="*/ 1026223 w 3628109"/>
                  <a:gd name="connsiteY765" fmla="*/ 641026 h 1579361"/>
                  <a:gd name="connsiteX766" fmla="*/ 1023031 w 3628109"/>
                  <a:gd name="connsiteY766" fmla="*/ 648562 h 1579361"/>
                  <a:gd name="connsiteX767" fmla="*/ 1022544 w 3628109"/>
                  <a:gd name="connsiteY767" fmla="*/ 656010 h 1579361"/>
                  <a:gd name="connsiteX768" fmla="*/ 1029060 w 3628109"/>
                  <a:gd name="connsiteY768" fmla="*/ 668023 h 1579361"/>
                  <a:gd name="connsiteX769" fmla="*/ 1015628 w 3628109"/>
                  <a:gd name="connsiteY769" fmla="*/ 665452 h 1579361"/>
                  <a:gd name="connsiteX770" fmla="*/ 1008890 w 3628109"/>
                  <a:gd name="connsiteY770" fmla="*/ 667713 h 1579361"/>
                  <a:gd name="connsiteX771" fmla="*/ 1003127 w 3628109"/>
                  <a:gd name="connsiteY771" fmla="*/ 671791 h 1579361"/>
                  <a:gd name="connsiteX772" fmla="*/ 999447 w 3628109"/>
                  <a:gd name="connsiteY772" fmla="*/ 675161 h 1579361"/>
                  <a:gd name="connsiteX773" fmla="*/ 995679 w 3628109"/>
                  <a:gd name="connsiteY773" fmla="*/ 678219 h 1579361"/>
                  <a:gd name="connsiteX774" fmla="*/ 991822 w 3628109"/>
                  <a:gd name="connsiteY774" fmla="*/ 680968 h 1579361"/>
                  <a:gd name="connsiteX775" fmla="*/ 987788 w 3628109"/>
                  <a:gd name="connsiteY775" fmla="*/ 683317 h 1579361"/>
                  <a:gd name="connsiteX776" fmla="*/ 982779 w 3628109"/>
                  <a:gd name="connsiteY776" fmla="*/ 687263 h 1579361"/>
                  <a:gd name="connsiteX777" fmla="*/ 979099 w 3628109"/>
                  <a:gd name="connsiteY777" fmla="*/ 692627 h 1579361"/>
                  <a:gd name="connsiteX778" fmla="*/ 977016 w 3628109"/>
                  <a:gd name="connsiteY778" fmla="*/ 699144 h 1579361"/>
                  <a:gd name="connsiteX779" fmla="*/ 977282 w 3628109"/>
                  <a:gd name="connsiteY779" fmla="*/ 706148 h 1579361"/>
                  <a:gd name="connsiteX780" fmla="*/ 969036 w 3628109"/>
                  <a:gd name="connsiteY780" fmla="*/ 695287 h 1579361"/>
                  <a:gd name="connsiteX781" fmla="*/ 962786 w 3628109"/>
                  <a:gd name="connsiteY781" fmla="*/ 692272 h 1579361"/>
                  <a:gd name="connsiteX782" fmla="*/ 955781 w 3628109"/>
                  <a:gd name="connsiteY782" fmla="*/ 691386 h 1579361"/>
                  <a:gd name="connsiteX783" fmla="*/ 944743 w 3628109"/>
                  <a:gd name="connsiteY783" fmla="*/ 691386 h 1579361"/>
                  <a:gd name="connsiteX784" fmla="*/ 933527 w 3628109"/>
                  <a:gd name="connsiteY784" fmla="*/ 690632 h 1579361"/>
                  <a:gd name="connsiteX785" fmla="*/ 929670 w 3628109"/>
                  <a:gd name="connsiteY785" fmla="*/ 690632 h 1579361"/>
                  <a:gd name="connsiteX786" fmla="*/ 926080 w 3628109"/>
                  <a:gd name="connsiteY786" fmla="*/ 691075 h 1579361"/>
                  <a:gd name="connsiteX787" fmla="*/ 919430 w 3628109"/>
                  <a:gd name="connsiteY787" fmla="*/ 693868 h 1579361"/>
                  <a:gd name="connsiteX788" fmla="*/ 910918 w 3628109"/>
                  <a:gd name="connsiteY788" fmla="*/ 704907 h 1579361"/>
                  <a:gd name="connsiteX789" fmla="*/ 911051 w 3628109"/>
                  <a:gd name="connsiteY789" fmla="*/ 697725 h 1579361"/>
                  <a:gd name="connsiteX790" fmla="*/ 908569 w 3628109"/>
                  <a:gd name="connsiteY790" fmla="*/ 691075 h 1579361"/>
                  <a:gd name="connsiteX791" fmla="*/ 904180 w 3628109"/>
                  <a:gd name="connsiteY791" fmla="*/ 685534 h 1579361"/>
                  <a:gd name="connsiteX792" fmla="*/ 898240 w 3628109"/>
                  <a:gd name="connsiteY792" fmla="*/ 681544 h 1579361"/>
                  <a:gd name="connsiteX793" fmla="*/ 888797 w 3628109"/>
                  <a:gd name="connsiteY793" fmla="*/ 676890 h 1579361"/>
                  <a:gd name="connsiteX794" fmla="*/ 879798 w 3628109"/>
                  <a:gd name="connsiteY794" fmla="*/ 671126 h 1579361"/>
                  <a:gd name="connsiteX795" fmla="*/ 873148 w 3628109"/>
                  <a:gd name="connsiteY795" fmla="*/ 668023 h 1579361"/>
                  <a:gd name="connsiteX796" fmla="*/ 865922 w 3628109"/>
                  <a:gd name="connsiteY796" fmla="*/ 667225 h 1579361"/>
                  <a:gd name="connsiteX797" fmla="*/ 852889 w 3628109"/>
                  <a:gd name="connsiteY797" fmla="*/ 672988 h 1579361"/>
                  <a:gd name="connsiteX798" fmla="*/ 857278 w 3628109"/>
                  <a:gd name="connsiteY798" fmla="*/ 659290 h 1579361"/>
                  <a:gd name="connsiteX799" fmla="*/ 855505 w 3628109"/>
                  <a:gd name="connsiteY799" fmla="*/ 651931 h 1579361"/>
                  <a:gd name="connsiteX800" fmla="*/ 851116 w 3628109"/>
                  <a:gd name="connsiteY800" fmla="*/ 645193 h 1579361"/>
                  <a:gd name="connsiteX801" fmla="*/ 842915 w 3628109"/>
                  <a:gd name="connsiteY801" fmla="*/ 635972 h 1579361"/>
                  <a:gd name="connsiteX802" fmla="*/ 834580 w 3628109"/>
                  <a:gd name="connsiteY802" fmla="*/ 626308 h 1579361"/>
                  <a:gd name="connsiteX803" fmla="*/ 805810 w 3628109"/>
                  <a:gd name="connsiteY803" fmla="*/ 621653 h 1579361"/>
                  <a:gd name="connsiteX804" fmla="*/ 810952 w 3628109"/>
                  <a:gd name="connsiteY804" fmla="*/ 607733 h 1579361"/>
                  <a:gd name="connsiteX805" fmla="*/ 802973 w 3628109"/>
                  <a:gd name="connsiteY805" fmla="*/ 591774 h 1579361"/>
                  <a:gd name="connsiteX806" fmla="*/ 792023 w 3628109"/>
                  <a:gd name="connsiteY806" fmla="*/ 581933 h 1579361"/>
                  <a:gd name="connsiteX807" fmla="*/ 786215 w 3628109"/>
                  <a:gd name="connsiteY807" fmla="*/ 577189 h 1579361"/>
                  <a:gd name="connsiteX808" fmla="*/ 780098 w 3628109"/>
                  <a:gd name="connsiteY808" fmla="*/ 572667 h 1579361"/>
                  <a:gd name="connsiteX809" fmla="*/ 770877 w 3628109"/>
                  <a:gd name="connsiteY809" fmla="*/ 568279 h 1579361"/>
                  <a:gd name="connsiteX810" fmla="*/ 761789 w 3628109"/>
                  <a:gd name="connsiteY810" fmla="*/ 567614 h 1579361"/>
                  <a:gd name="connsiteX811" fmla="*/ 749288 w 3628109"/>
                  <a:gd name="connsiteY811" fmla="*/ 576037 h 1579361"/>
                  <a:gd name="connsiteX812" fmla="*/ 748357 w 3628109"/>
                  <a:gd name="connsiteY812" fmla="*/ 560920 h 1579361"/>
                  <a:gd name="connsiteX813" fmla="*/ 742283 w 3628109"/>
                  <a:gd name="connsiteY813" fmla="*/ 554048 h 1579361"/>
                  <a:gd name="connsiteX814" fmla="*/ 733151 w 3628109"/>
                  <a:gd name="connsiteY814" fmla="*/ 549305 h 1579361"/>
                  <a:gd name="connsiteX815" fmla="*/ 718256 w 3628109"/>
                  <a:gd name="connsiteY815" fmla="*/ 545493 h 1579361"/>
                  <a:gd name="connsiteX816" fmla="*/ 703316 w 3628109"/>
                  <a:gd name="connsiteY816" fmla="*/ 543010 h 1579361"/>
                  <a:gd name="connsiteX817" fmla="*/ 693342 w 3628109"/>
                  <a:gd name="connsiteY817" fmla="*/ 543453 h 1579361"/>
                  <a:gd name="connsiteX818" fmla="*/ 685229 w 3628109"/>
                  <a:gd name="connsiteY818" fmla="*/ 547177 h 1579361"/>
                  <a:gd name="connsiteX819" fmla="*/ 677959 w 3628109"/>
                  <a:gd name="connsiteY819" fmla="*/ 560476 h 1579361"/>
                  <a:gd name="connsiteX820" fmla="*/ 670645 w 3628109"/>
                  <a:gd name="connsiteY820" fmla="*/ 547133 h 1579361"/>
                  <a:gd name="connsiteX821" fmla="*/ 662310 w 3628109"/>
                  <a:gd name="connsiteY821" fmla="*/ 543409 h 1579361"/>
                  <a:gd name="connsiteX822" fmla="*/ 652026 w 3628109"/>
                  <a:gd name="connsiteY822" fmla="*/ 543054 h 1579361"/>
                  <a:gd name="connsiteX823" fmla="*/ 636643 w 3628109"/>
                  <a:gd name="connsiteY823" fmla="*/ 545980 h 1579361"/>
                  <a:gd name="connsiteX824" fmla="*/ 621481 w 3628109"/>
                  <a:gd name="connsiteY824" fmla="*/ 550591 h 1579361"/>
                  <a:gd name="connsiteX825" fmla="*/ 612394 w 3628109"/>
                  <a:gd name="connsiteY825" fmla="*/ 555955 h 1579361"/>
                  <a:gd name="connsiteX826" fmla="*/ 606675 w 3628109"/>
                  <a:gd name="connsiteY826" fmla="*/ 563402 h 1579361"/>
                  <a:gd name="connsiteX827" fmla="*/ 604813 w 3628109"/>
                  <a:gd name="connsiteY827" fmla="*/ 571337 h 1579361"/>
                  <a:gd name="connsiteX828" fmla="*/ 606985 w 3628109"/>
                  <a:gd name="connsiteY828" fmla="*/ 578829 h 1579361"/>
                  <a:gd name="connsiteX829" fmla="*/ 593597 w 3628109"/>
                  <a:gd name="connsiteY829" fmla="*/ 571116 h 1579361"/>
                  <a:gd name="connsiteX830" fmla="*/ 584465 w 3628109"/>
                  <a:gd name="connsiteY830" fmla="*/ 572446 h 1579361"/>
                  <a:gd name="connsiteX831" fmla="*/ 575510 w 3628109"/>
                  <a:gd name="connsiteY831" fmla="*/ 577500 h 1579361"/>
                  <a:gd name="connsiteX832" fmla="*/ 564295 w 3628109"/>
                  <a:gd name="connsiteY832" fmla="*/ 587696 h 1579361"/>
                  <a:gd name="connsiteX833" fmla="*/ 554054 w 3628109"/>
                  <a:gd name="connsiteY833" fmla="*/ 598424 h 1579361"/>
                  <a:gd name="connsiteX834" fmla="*/ 549000 w 3628109"/>
                  <a:gd name="connsiteY834" fmla="*/ 606669 h 1579361"/>
                  <a:gd name="connsiteX835" fmla="*/ 547449 w 3628109"/>
                  <a:gd name="connsiteY835" fmla="*/ 615225 h 1579361"/>
                  <a:gd name="connsiteX836" fmla="*/ 554276 w 3628109"/>
                  <a:gd name="connsiteY836" fmla="*/ 629012 h 1579361"/>
                  <a:gd name="connsiteX837" fmla="*/ 539159 w 3628109"/>
                  <a:gd name="connsiteY837" fmla="*/ 626264 h 1579361"/>
                  <a:gd name="connsiteX838" fmla="*/ 525017 w 3628109"/>
                  <a:gd name="connsiteY838" fmla="*/ 636327 h 1579361"/>
                  <a:gd name="connsiteX839" fmla="*/ 510344 w 3628109"/>
                  <a:gd name="connsiteY839" fmla="*/ 658182 h 1579361"/>
                  <a:gd name="connsiteX840" fmla="*/ 514334 w 3628109"/>
                  <a:gd name="connsiteY840" fmla="*/ 687174 h 1579361"/>
                  <a:gd name="connsiteX841" fmla="*/ 499394 w 3628109"/>
                  <a:gd name="connsiteY841" fmla="*/ 684071 h 1579361"/>
                  <a:gd name="connsiteX842" fmla="*/ 492079 w 3628109"/>
                  <a:gd name="connsiteY842" fmla="*/ 686687 h 1579361"/>
                  <a:gd name="connsiteX843" fmla="*/ 486050 w 3628109"/>
                  <a:gd name="connsiteY843" fmla="*/ 691652 h 1579361"/>
                  <a:gd name="connsiteX844" fmla="*/ 478647 w 3628109"/>
                  <a:gd name="connsiteY844" fmla="*/ 699897 h 1579361"/>
                  <a:gd name="connsiteX845" fmla="*/ 471067 w 3628109"/>
                  <a:gd name="connsiteY845" fmla="*/ 706990 h 1579361"/>
                  <a:gd name="connsiteX846" fmla="*/ 468717 w 3628109"/>
                  <a:gd name="connsiteY846" fmla="*/ 709561 h 1579361"/>
                  <a:gd name="connsiteX847" fmla="*/ 466899 w 3628109"/>
                  <a:gd name="connsiteY847" fmla="*/ 712310 h 1579361"/>
                  <a:gd name="connsiteX848" fmla="*/ 464860 w 3628109"/>
                  <a:gd name="connsiteY848" fmla="*/ 718871 h 1579361"/>
                  <a:gd name="connsiteX849" fmla="*/ 467165 w 3628109"/>
                  <a:gd name="connsiteY849" fmla="*/ 733766 h 1579361"/>
                  <a:gd name="connsiteX850" fmla="*/ 456083 w 3628109"/>
                  <a:gd name="connsiteY850" fmla="*/ 723526 h 1579361"/>
                  <a:gd name="connsiteX851" fmla="*/ 452935 w 3628109"/>
                  <a:gd name="connsiteY851" fmla="*/ 722329 h 1579361"/>
                  <a:gd name="connsiteX852" fmla="*/ 449743 w 3628109"/>
                  <a:gd name="connsiteY852" fmla="*/ 721442 h 1579361"/>
                  <a:gd name="connsiteX853" fmla="*/ 443626 w 3628109"/>
                  <a:gd name="connsiteY853" fmla="*/ 721620 h 1579361"/>
                  <a:gd name="connsiteX854" fmla="*/ 439281 w 3628109"/>
                  <a:gd name="connsiteY854" fmla="*/ 722550 h 1579361"/>
                  <a:gd name="connsiteX855" fmla="*/ 434715 w 3628109"/>
                  <a:gd name="connsiteY855" fmla="*/ 722994 h 1579361"/>
                  <a:gd name="connsiteX856" fmla="*/ 425228 w 3628109"/>
                  <a:gd name="connsiteY856" fmla="*/ 723260 h 1579361"/>
                  <a:gd name="connsiteX857" fmla="*/ 418712 w 3628109"/>
                  <a:gd name="connsiteY857" fmla="*/ 724279 h 1579361"/>
                  <a:gd name="connsiteX858" fmla="*/ 412683 w 3628109"/>
                  <a:gd name="connsiteY858" fmla="*/ 727693 h 1579361"/>
                  <a:gd name="connsiteX859" fmla="*/ 404215 w 3628109"/>
                  <a:gd name="connsiteY859" fmla="*/ 740238 h 1579361"/>
                  <a:gd name="connsiteX860" fmla="*/ 404703 w 3628109"/>
                  <a:gd name="connsiteY860" fmla="*/ 732436 h 1579361"/>
                  <a:gd name="connsiteX861" fmla="*/ 402930 w 3628109"/>
                  <a:gd name="connsiteY861" fmla="*/ 725166 h 1579361"/>
                  <a:gd name="connsiteX862" fmla="*/ 399472 w 3628109"/>
                  <a:gd name="connsiteY862" fmla="*/ 719359 h 1579361"/>
                  <a:gd name="connsiteX863" fmla="*/ 394507 w 3628109"/>
                  <a:gd name="connsiteY863" fmla="*/ 715324 h 1579361"/>
                  <a:gd name="connsiteX864" fmla="*/ 386394 w 3628109"/>
                  <a:gd name="connsiteY864" fmla="*/ 710226 h 1579361"/>
                  <a:gd name="connsiteX865" fmla="*/ 382405 w 3628109"/>
                  <a:gd name="connsiteY865" fmla="*/ 707345 h 1579361"/>
                  <a:gd name="connsiteX866" fmla="*/ 378548 w 3628109"/>
                  <a:gd name="connsiteY866" fmla="*/ 704020 h 1579361"/>
                  <a:gd name="connsiteX867" fmla="*/ 372386 w 3628109"/>
                  <a:gd name="connsiteY867" fmla="*/ 700385 h 1579361"/>
                  <a:gd name="connsiteX868" fmla="*/ 365116 w 3628109"/>
                  <a:gd name="connsiteY868" fmla="*/ 699055 h 1579361"/>
                  <a:gd name="connsiteX869" fmla="*/ 350575 w 3628109"/>
                  <a:gd name="connsiteY869" fmla="*/ 703976 h 1579361"/>
                  <a:gd name="connsiteX870" fmla="*/ 357535 w 3628109"/>
                  <a:gd name="connsiteY870" fmla="*/ 690233 h 1579361"/>
                  <a:gd name="connsiteX871" fmla="*/ 356959 w 3628109"/>
                  <a:gd name="connsiteY871" fmla="*/ 682564 h 1579361"/>
                  <a:gd name="connsiteX872" fmla="*/ 353501 w 3628109"/>
                  <a:gd name="connsiteY872" fmla="*/ 675338 h 1579361"/>
                  <a:gd name="connsiteX873" fmla="*/ 346497 w 3628109"/>
                  <a:gd name="connsiteY873" fmla="*/ 665275 h 1579361"/>
                  <a:gd name="connsiteX874" fmla="*/ 339492 w 3628109"/>
                  <a:gd name="connsiteY874" fmla="*/ 654813 h 1579361"/>
                  <a:gd name="connsiteX875" fmla="*/ 326060 w 3628109"/>
                  <a:gd name="connsiteY875" fmla="*/ 645016 h 1579361"/>
                  <a:gd name="connsiteX876" fmla="*/ 310677 w 3628109"/>
                  <a:gd name="connsiteY876" fmla="*/ 647276 h 1579361"/>
                  <a:gd name="connsiteX877" fmla="*/ 314357 w 3628109"/>
                  <a:gd name="connsiteY877" fmla="*/ 617176 h 1579361"/>
                  <a:gd name="connsiteX878" fmla="*/ 306067 w 3628109"/>
                  <a:gd name="connsiteY878" fmla="*/ 605916 h 1579361"/>
                  <a:gd name="connsiteX879" fmla="*/ 297112 w 3628109"/>
                  <a:gd name="connsiteY879" fmla="*/ 594744 h 1579361"/>
                  <a:gd name="connsiteX880" fmla="*/ 289531 w 3628109"/>
                  <a:gd name="connsiteY880" fmla="*/ 588582 h 1579361"/>
                  <a:gd name="connsiteX881" fmla="*/ 280975 w 3628109"/>
                  <a:gd name="connsiteY881" fmla="*/ 585789 h 1579361"/>
                  <a:gd name="connsiteX882" fmla="*/ 266125 w 3628109"/>
                  <a:gd name="connsiteY882" fmla="*/ 590843 h 1579361"/>
                  <a:gd name="connsiteX883" fmla="*/ 270380 w 3628109"/>
                  <a:gd name="connsiteY883" fmla="*/ 575726 h 1579361"/>
                  <a:gd name="connsiteX884" fmla="*/ 266967 w 3628109"/>
                  <a:gd name="connsiteY884" fmla="*/ 567215 h 1579361"/>
                  <a:gd name="connsiteX885" fmla="*/ 259829 w 3628109"/>
                  <a:gd name="connsiteY885" fmla="*/ 559767 h 1579361"/>
                  <a:gd name="connsiteX886" fmla="*/ 246575 w 3628109"/>
                  <a:gd name="connsiteY886" fmla="*/ 551389 h 1579361"/>
                  <a:gd name="connsiteX887" fmla="*/ 232477 w 3628109"/>
                  <a:gd name="connsiteY887" fmla="*/ 544251 h 1579361"/>
                  <a:gd name="connsiteX888" fmla="*/ 222281 w 3628109"/>
                  <a:gd name="connsiteY888" fmla="*/ 541724 h 1579361"/>
                  <a:gd name="connsiteX889" fmla="*/ 212972 w 3628109"/>
                  <a:gd name="connsiteY889" fmla="*/ 543187 h 1579361"/>
                  <a:gd name="connsiteX890" fmla="*/ 206012 w 3628109"/>
                  <a:gd name="connsiteY890" fmla="*/ 547709 h 1579361"/>
                  <a:gd name="connsiteX891" fmla="*/ 202199 w 3628109"/>
                  <a:gd name="connsiteY891" fmla="*/ 554758 h 1579361"/>
                  <a:gd name="connsiteX892" fmla="*/ 198342 w 3628109"/>
                  <a:gd name="connsiteY892" fmla="*/ 539464 h 1579361"/>
                  <a:gd name="connsiteX893" fmla="*/ 195062 w 3628109"/>
                  <a:gd name="connsiteY893" fmla="*/ 536227 h 1579361"/>
                  <a:gd name="connsiteX894" fmla="*/ 191028 w 3628109"/>
                  <a:gd name="connsiteY894" fmla="*/ 533789 h 1579361"/>
                  <a:gd name="connsiteX895" fmla="*/ 181186 w 3628109"/>
                  <a:gd name="connsiteY895" fmla="*/ 530908 h 1579361"/>
                  <a:gd name="connsiteX896" fmla="*/ 166070 w 3628109"/>
                  <a:gd name="connsiteY896" fmla="*/ 530110 h 1579361"/>
                  <a:gd name="connsiteX897" fmla="*/ 151174 w 3628109"/>
                  <a:gd name="connsiteY897" fmla="*/ 530420 h 1579361"/>
                  <a:gd name="connsiteX898" fmla="*/ 141510 w 3628109"/>
                  <a:gd name="connsiteY898" fmla="*/ 532681 h 1579361"/>
                  <a:gd name="connsiteX899" fmla="*/ 134107 w 3628109"/>
                  <a:gd name="connsiteY899" fmla="*/ 537735 h 1579361"/>
                  <a:gd name="connsiteX900" fmla="*/ 129275 w 3628109"/>
                  <a:gd name="connsiteY900" fmla="*/ 552763 h 1579361"/>
                  <a:gd name="connsiteX901" fmla="*/ 126127 w 3628109"/>
                  <a:gd name="connsiteY901" fmla="*/ 545448 h 1579361"/>
                  <a:gd name="connsiteX902" fmla="*/ 119788 w 3628109"/>
                  <a:gd name="connsiteY902" fmla="*/ 540217 h 1579361"/>
                  <a:gd name="connsiteX903" fmla="*/ 111099 w 3628109"/>
                  <a:gd name="connsiteY903" fmla="*/ 537823 h 1579361"/>
                  <a:gd name="connsiteX904" fmla="*/ 101213 w 3628109"/>
                  <a:gd name="connsiteY904" fmla="*/ 538932 h 1579361"/>
                  <a:gd name="connsiteX905" fmla="*/ 87027 w 3628109"/>
                  <a:gd name="connsiteY905" fmla="*/ 543675 h 1579361"/>
                  <a:gd name="connsiteX906" fmla="*/ 73240 w 3628109"/>
                  <a:gd name="connsiteY906" fmla="*/ 549349 h 1579361"/>
                  <a:gd name="connsiteX907" fmla="*/ 65128 w 3628109"/>
                  <a:gd name="connsiteY907" fmla="*/ 555068 h 1579361"/>
                  <a:gd name="connsiteX908" fmla="*/ 60207 w 3628109"/>
                  <a:gd name="connsiteY908" fmla="*/ 562560 h 1579361"/>
                  <a:gd name="connsiteX909" fmla="*/ 61138 w 3628109"/>
                  <a:gd name="connsiteY909" fmla="*/ 578120 h 1579361"/>
                  <a:gd name="connsiteX910" fmla="*/ 47839 w 3628109"/>
                  <a:gd name="connsiteY910" fmla="*/ 569919 h 1579361"/>
                  <a:gd name="connsiteX911" fmla="*/ 38973 w 3628109"/>
                  <a:gd name="connsiteY911" fmla="*/ 570717 h 1579361"/>
                  <a:gd name="connsiteX912" fmla="*/ 30239 w 3628109"/>
                  <a:gd name="connsiteY912" fmla="*/ 575061 h 1579361"/>
                  <a:gd name="connsiteX913" fmla="*/ 18846 w 3628109"/>
                  <a:gd name="connsiteY913" fmla="*/ 584149 h 1579361"/>
                  <a:gd name="connsiteX914" fmla="*/ 8030 w 3628109"/>
                  <a:gd name="connsiteY914" fmla="*/ 593769 h 1579361"/>
                  <a:gd name="connsiteX915" fmla="*/ 50 w 3628109"/>
                  <a:gd name="connsiteY915" fmla="*/ 609994 h 1579361"/>
                  <a:gd name="connsiteX916" fmla="*/ 5680 w 3628109"/>
                  <a:gd name="connsiteY916" fmla="*/ 624490 h 1579361"/>
                  <a:gd name="connsiteX917" fmla="*/ 12019 w 3628109"/>
                  <a:gd name="connsiteY917" fmla="*/ 630209 h 1579361"/>
                  <a:gd name="connsiteX918" fmla="*/ 12019 w 3628109"/>
                  <a:gd name="connsiteY918" fmla="*/ 630209 h 1579361"/>
                  <a:gd name="connsiteX919" fmla="*/ 16851 w 3628109"/>
                  <a:gd name="connsiteY919" fmla="*/ 634553 h 1579361"/>
                  <a:gd name="connsiteX920" fmla="*/ 31259 w 3628109"/>
                  <a:gd name="connsiteY920" fmla="*/ 639474 h 1579361"/>
                  <a:gd name="connsiteX921" fmla="*/ 45401 w 3628109"/>
                  <a:gd name="connsiteY921" fmla="*/ 633578 h 1579361"/>
                  <a:gd name="connsiteX922" fmla="*/ 54090 w 3628109"/>
                  <a:gd name="connsiteY922" fmla="*/ 625909 h 1579361"/>
                  <a:gd name="connsiteX923" fmla="*/ 63089 w 3628109"/>
                  <a:gd name="connsiteY923" fmla="*/ 618772 h 1579361"/>
                  <a:gd name="connsiteX924" fmla="*/ 68320 w 3628109"/>
                  <a:gd name="connsiteY924" fmla="*/ 613097 h 1579361"/>
                  <a:gd name="connsiteX925" fmla="*/ 71157 w 3628109"/>
                  <a:gd name="connsiteY925" fmla="*/ 606093 h 1579361"/>
                  <a:gd name="connsiteX926" fmla="*/ 68896 w 3628109"/>
                  <a:gd name="connsiteY926" fmla="*/ 591020 h 1579361"/>
                  <a:gd name="connsiteX927" fmla="*/ 81131 w 3628109"/>
                  <a:gd name="connsiteY927" fmla="*/ 600153 h 1579361"/>
                  <a:gd name="connsiteX928" fmla="*/ 88623 w 3628109"/>
                  <a:gd name="connsiteY928" fmla="*/ 600995 h 1579361"/>
                  <a:gd name="connsiteX929" fmla="*/ 95982 w 3628109"/>
                  <a:gd name="connsiteY929" fmla="*/ 599133 h 1579361"/>
                  <a:gd name="connsiteX930" fmla="*/ 106267 w 3628109"/>
                  <a:gd name="connsiteY930" fmla="*/ 594922 h 1579361"/>
                  <a:gd name="connsiteX931" fmla="*/ 116773 w 3628109"/>
                  <a:gd name="connsiteY931" fmla="*/ 591419 h 1579361"/>
                  <a:gd name="connsiteX932" fmla="*/ 123467 w 3628109"/>
                  <a:gd name="connsiteY932" fmla="*/ 587962 h 1579361"/>
                  <a:gd name="connsiteX933" fmla="*/ 128521 w 3628109"/>
                  <a:gd name="connsiteY933" fmla="*/ 582420 h 1579361"/>
                  <a:gd name="connsiteX934" fmla="*/ 131536 w 3628109"/>
                  <a:gd name="connsiteY934" fmla="*/ 575416 h 1579361"/>
                  <a:gd name="connsiteX935" fmla="*/ 131846 w 3628109"/>
                  <a:gd name="connsiteY935" fmla="*/ 567525 h 1579361"/>
                  <a:gd name="connsiteX936" fmla="*/ 132954 w 3628109"/>
                  <a:gd name="connsiteY936" fmla="*/ 571382 h 1579361"/>
                  <a:gd name="connsiteX937" fmla="*/ 137077 w 3628109"/>
                  <a:gd name="connsiteY937" fmla="*/ 577898 h 1579361"/>
                  <a:gd name="connsiteX938" fmla="*/ 139870 w 3628109"/>
                  <a:gd name="connsiteY938" fmla="*/ 580425 h 1579361"/>
                  <a:gd name="connsiteX939" fmla="*/ 146475 w 3628109"/>
                  <a:gd name="connsiteY939" fmla="*/ 584061 h 1579361"/>
                  <a:gd name="connsiteX940" fmla="*/ 153967 w 3628109"/>
                  <a:gd name="connsiteY940" fmla="*/ 585124 h 1579361"/>
                  <a:gd name="connsiteX941" fmla="*/ 165094 w 3628109"/>
                  <a:gd name="connsiteY941" fmla="*/ 584903 h 1579361"/>
                  <a:gd name="connsiteX942" fmla="*/ 175955 w 3628109"/>
                  <a:gd name="connsiteY942" fmla="*/ 585479 h 1579361"/>
                  <a:gd name="connsiteX943" fmla="*/ 183137 w 3628109"/>
                  <a:gd name="connsiteY943" fmla="*/ 584903 h 1579361"/>
                  <a:gd name="connsiteX944" fmla="*/ 186550 w 3628109"/>
                  <a:gd name="connsiteY944" fmla="*/ 583484 h 1579361"/>
                  <a:gd name="connsiteX945" fmla="*/ 189698 w 3628109"/>
                  <a:gd name="connsiteY945" fmla="*/ 581711 h 1579361"/>
                  <a:gd name="connsiteX946" fmla="*/ 198520 w 3628109"/>
                  <a:gd name="connsiteY946" fmla="*/ 569254 h 1579361"/>
                  <a:gd name="connsiteX947" fmla="*/ 198121 w 3628109"/>
                  <a:gd name="connsiteY947" fmla="*/ 577101 h 1579361"/>
                  <a:gd name="connsiteX948" fmla="*/ 200293 w 3628109"/>
                  <a:gd name="connsiteY948" fmla="*/ 584415 h 1579361"/>
                  <a:gd name="connsiteX949" fmla="*/ 204416 w 3628109"/>
                  <a:gd name="connsiteY949" fmla="*/ 590222 h 1579361"/>
                  <a:gd name="connsiteX950" fmla="*/ 210090 w 3628109"/>
                  <a:gd name="connsiteY950" fmla="*/ 594301 h 1579361"/>
                  <a:gd name="connsiteX951" fmla="*/ 214701 w 3628109"/>
                  <a:gd name="connsiteY951" fmla="*/ 596473 h 1579361"/>
                  <a:gd name="connsiteX952" fmla="*/ 219222 w 3628109"/>
                  <a:gd name="connsiteY952" fmla="*/ 598911 h 1579361"/>
                  <a:gd name="connsiteX953" fmla="*/ 227956 w 3628109"/>
                  <a:gd name="connsiteY953" fmla="*/ 604453 h 1579361"/>
                  <a:gd name="connsiteX954" fmla="*/ 234472 w 3628109"/>
                  <a:gd name="connsiteY954" fmla="*/ 607512 h 1579361"/>
                  <a:gd name="connsiteX955" fmla="*/ 241787 w 3628109"/>
                  <a:gd name="connsiteY955" fmla="*/ 608088 h 1579361"/>
                  <a:gd name="connsiteX956" fmla="*/ 255751 w 3628109"/>
                  <a:gd name="connsiteY956" fmla="*/ 601616 h 1579361"/>
                  <a:gd name="connsiteX957" fmla="*/ 250077 w 3628109"/>
                  <a:gd name="connsiteY957" fmla="*/ 615935 h 1579361"/>
                  <a:gd name="connsiteX958" fmla="*/ 251229 w 3628109"/>
                  <a:gd name="connsiteY958" fmla="*/ 623382 h 1579361"/>
                  <a:gd name="connsiteX959" fmla="*/ 255042 w 3628109"/>
                  <a:gd name="connsiteY959" fmla="*/ 630076 h 1579361"/>
                  <a:gd name="connsiteX960" fmla="*/ 262356 w 3628109"/>
                  <a:gd name="connsiteY960" fmla="*/ 639253 h 1579361"/>
                  <a:gd name="connsiteX961" fmla="*/ 269494 w 3628109"/>
                  <a:gd name="connsiteY961" fmla="*/ 648961 h 1579361"/>
                  <a:gd name="connsiteX962" fmla="*/ 298131 w 3628109"/>
                  <a:gd name="connsiteY962" fmla="*/ 655433 h 1579361"/>
                  <a:gd name="connsiteX963" fmla="*/ 289886 w 3628109"/>
                  <a:gd name="connsiteY963" fmla="*/ 668555 h 1579361"/>
                  <a:gd name="connsiteX964" fmla="*/ 293610 w 3628109"/>
                  <a:gd name="connsiteY964" fmla="*/ 684913 h 1579361"/>
                  <a:gd name="connsiteX965" fmla="*/ 301102 w 3628109"/>
                  <a:gd name="connsiteY965" fmla="*/ 696085 h 1579361"/>
                  <a:gd name="connsiteX966" fmla="*/ 308993 w 3628109"/>
                  <a:gd name="connsiteY966" fmla="*/ 707389 h 1579361"/>
                  <a:gd name="connsiteX967" fmla="*/ 315864 w 3628109"/>
                  <a:gd name="connsiteY967" fmla="*/ 713906 h 1579361"/>
                  <a:gd name="connsiteX968" fmla="*/ 324021 w 3628109"/>
                  <a:gd name="connsiteY968" fmla="*/ 717275 h 1579361"/>
                  <a:gd name="connsiteX969" fmla="*/ 339226 w 3628109"/>
                  <a:gd name="connsiteY969" fmla="*/ 713596 h 1579361"/>
                  <a:gd name="connsiteX970" fmla="*/ 333419 w 3628109"/>
                  <a:gd name="connsiteY970" fmla="*/ 728180 h 1579361"/>
                  <a:gd name="connsiteX971" fmla="*/ 335946 w 3628109"/>
                  <a:gd name="connsiteY971" fmla="*/ 736958 h 1579361"/>
                  <a:gd name="connsiteX972" fmla="*/ 342329 w 3628109"/>
                  <a:gd name="connsiteY972" fmla="*/ 745070 h 1579361"/>
                  <a:gd name="connsiteX973" fmla="*/ 348403 w 3628109"/>
                  <a:gd name="connsiteY973" fmla="*/ 750169 h 1579361"/>
                  <a:gd name="connsiteX974" fmla="*/ 354964 w 3628109"/>
                  <a:gd name="connsiteY974" fmla="*/ 754956 h 1579361"/>
                  <a:gd name="connsiteX975" fmla="*/ 368972 w 3628109"/>
                  <a:gd name="connsiteY975" fmla="*/ 763601 h 1579361"/>
                  <a:gd name="connsiteX976" fmla="*/ 379612 w 3628109"/>
                  <a:gd name="connsiteY976" fmla="*/ 766837 h 1579361"/>
                  <a:gd name="connsiteX977" fmla="*/ 389365 w 3628109"/>
                  <a:gd name="connsiteY977" fmla="*/ 765862 h 1579361"/>
                  <a:gd name="connsiteX978" fmla="*/ 396635 w 3628109"/>
                  <a:gd name="connsiteY978" fmla="*/ 761606 h 1579361"/>
                  <a:gd name="connsiteX979" fmla="*/ 400536 w 3628109"/>
                  <a:gd name="connsiteY979" fmla="*/ 754602 h 1579361"/>
                  <a:gd name="connsiteX980" fmla="*/ 404792 w 3628109"/>
                  <a:gd name="connsiteY980" fmla="*/ 769896 h 1579361"/>
                  <a:gd name="connsiteX981" fmla="*/ 412683 w 3628109"/>
                  <a:gd name="connsiteY981" fmla="*/ 775393 h 1579361"/>
                  <a:gd name="connsiteX982" fmla="*/ 417736 w 3628109"/>
                  <a:gd name="connsiteY982" fmla="*/ 777122 h 1579361"/>
                  <a:gd name="connsiteX983" fmla="*/ 423278 w 3628109"/>
                  <a:gd name="connsiteY983" fmla="*/ 777831 h 1579361"/>
                  <a:gd name="connsiteX984" fmla="*/ 439813 w 3628109"/>
                  <a:gd name="connsiteY984" fmla="*/ 777343 h 1579361"/>
                  <a:gd name="connsiteX985" fmla="*/ 448192 w 3628109"/>
                  <a:gd name="connsiteY985" fmla="*/ 776368 h 1579361"/>
                  <a:gd name="connsiteX986" fmla="*/ 456570 w 3628109"/>
                  <a:gd name="connsiteY986" fmla="*/ 774595 h 1579361"/>
                  <a:gd name="connsiteX987" fmla="*/ 466944 w 3628109"/>
                  <a:gd name="connsiteY987" fmla="*/ 769896 h 1579361"/>
                  <a:gd name="connsiteX988" fmla="*/ 470889 w 3628109"/>
                  <a:gd name="connsiteY988" fmla="*/ 766571 h 1579361"/>
                  <a:gd name="connsiteX989" fmla="*/ 473726 w 3628109"/>
                  <a:gd name="connsiteY989" fmla="*/ 762626 h 1579361"/>
                  <a:gd name="connsiteX990" fmla="*/ 474391 w 3628109"/>
                  <a:gd name="connsiteY990" fmla="*/ 746799 h 1579361"/>
                  <a:gd name="connsiteX991" fmla="*/ 487912 w 3628109"/>
                  <a:gd name="connsiteY991" fmla="*/ 755045 h 1579361"/>
                  <a:gd name="connsiteX992" fmla="*/ 490262 w 3628109"/>
                  <a:gd name="connsiteY992" fmla="*/ 755134 h 1579361"/>
                  <a:gd name="connsiteX993" fmla="*/ 492611 w 3628109"/>
                  <a:gd name="connsiteY993" fmla="*/ 754912 h 1579361"/>
                  <a:gd name="connsiteX994" fmla="*/ 497443 w 3628109"/>
                  <a:gd name="connsiteY994" fmla="*/ 753671 h 1579361"/>
                  <a:gd name="connsiteX995" fmla="*/ 502320 w 3628109"/>
                  <a:gd name="connsiteY995" fmla="*/ 751499 h 1579361"/>
                  <a:gd name="connsiteX996" fmla="*/ 506709 w 3628109"/>
                  <a:gd name="connsiteY996" fmla="*/ 748262 h 1579361"/>
                  <a:gd name="connsiteX997" fmla="*/ 512560 w 3628109"/>
                  <a:gd name="connsiteY997" fmla="*/ 742987 h 1579361"/>
                  <a:gd name="connsiteX998" fmla="*/ 518057 w 3628109"/>
                  <a:gd name="connsiteY998" fmla="*/ 737534 h 1579361"/>
                  <a:gd name="connsiteX999" fmla="*/ 523155 w 3628109"/>
                  <a:gd name="connsiteY999" fmla="*/ 731949 h 1579361"/>
                  <a:gd name="connsiteX1000" fmla="*/ 527988 w 3628109"/>
                  <a:gd name="connsiteY1000" fmla="*/ 726319 h 1579361"/>
                  <a:gd name="connsiteX1001" fmla="*/ 532775 w 3628109"/>
                  <a:gd name="connsiteY1001" fmla="*/ 717896 h 1579361"/>
                  <a:gd name="connsiteX1002" fmla="*/ 533928 w 3628109"/>
                  <a:gd name="connsiteY1002" fmla="*/ 709251 h 1579361"/>
                  <a:gd name="connsiteX1003" fmla="*/ 526613 w 3628109"/>
                  <a:gd name="connsiteY1003" fmla="*/ 695597 h 1579361"/>
                  <a:gd name="connsiteX1004" fmla="*/ 555606 w 3628109"/>
                  <a:gd name="connsiteY1004" fmla="*/ 688017 h 1579361"/>
                  <a:gd name="connsiteX1005" fmla="*/ 569836 w 3628109"/>
                  <a:gd name="connsiteY1005" fmla="*/ 666516 h 1579361"/>
                  <a:gd name="connsiteX1006" fmla="*/ 573648 w 3628109"/>
                  <a:gd name="connsiteY1006" fmla="*/ 650956 h 1579361"/>
                  <a:gd name="connsiteX1007" fmla="*/ 566245 w 3628109"/>
                  <a:gd name="connsiteY1007" fmla="*/ 637701 h 1579361"/>
                  <a:gd name="connsiteX1008" fmla="*/ 580963 w 3628109"/>
                  <a:gd name="connsiteY1008" fmla="*/ 641159 h 1579361"/>
                  <a:gd name="connsiteX1009" fmla="*/ 588278 w 3628109"/>
                  <a:gd name="connsiteY1009" fmla="*/ 638765 h 1579361"/>
                  <a:gd name="connsiteX1010" fmla="*/ 594395 w 3628109"/>
                  <a:gd name="connsiteY1010" fmla="*/ 633933 h 1579361"/>
                  <a:gd name="connsiteX1011" fmla="*/ 602109 w 3628109"/>
                  <a:gd name="connsiteY1011" fmla="*/ 625776 h 1579361"/>
                  <a:gd name="connsiteX1012" fmla="*/ 610088 w 3628109"/>
                  <a:gd name="connsiteY1012" fmla="*/ 618417 h 1579361"/>
                  <a:gd name="connsiteX1013" fmla="*/ 614655 w 3628109"/>
                  <a:gd name="connsiteY1013" fmla="*/ 612876 h 1579361"/>
                  <a:gd name="connsiteX1014" fmla="*/ 617004 w 3628109"/>
                  <a:gd name="connsiteY1014" fmla="*/ 606093 h 1579361"/>
                  <a:gd name="connsiteX1015" fmla="*/ 614610 w 3628109"/>
                  <a:gd name="connsiteY1015" fmla="*/ 591375 h 1579361"/>
                  <a:gd name="connsiteX1016" fmla="*/ 619753 w 3628109"/>
                  <a:gd name="connsiteY1016" fmla="*/ 597049 h 1579361"/>
                  <a:gd name="connsiteX1017" fmla="*/ 626314 w 3628109"/>
                  <a:gd name="connsiteY1017" fmla="*/ 600552 h 1579361"/>
                  <a:gd name="connsiteX1018" fmla="*/ 633229 w 3628109"/>
                  <a:gd name="connsiteY1018" fmla="*/ 601704 h 1579361"/>
                  <a:gd name="connsiteX1019" fmla="*/ 640012 w 3628109"/>
                  <a:gd name="connsiteY1019" fmla="*/ 600507 h 1579361"/>
                  <a:gd name="connsiteX1020" fmla="*/ 649720 w 3628109"/>
                  <a:gd name="connsiteY1020" fmla="*/ 597448 h 1579361"/>
                  <a:gd name="connsiteX1021" fmla="*/ 659872 w 3628109"/>
                  <a:gd name="connsiteY1021" fmla="*/ 595409 h 1579361"/>
                  <a:gd name="connsiteX1022" fmla="*/ 666655 w 3628109"/>
                  <a:gd name="connsiteY1022" fmla="*/ 593060 h 1579361"/>
                  <a:gd name="connsiteX1023" fmla="*/ 672373 w 3628109"/>
                  <a:gd name="connsiteY1023" fmla="*/ 588627 h 1579361"/>
                  <a:gd name="connsiteX1024" fmla="*/ 678048 w 3628109"/>
                  <a:gd name="connsiteY1024" fmla="*/ 574928 h 1579361"/>
                  <a:gd name="connsiteX1025" fmla="*/ 678447 w 3628109"/>
                  <a:gd name="connsiteY1025" fmla="*/ 578741 h 1579361"/>
                  <a:gd name="connsiteX1026" fmla="*/ 683767 w 3628109"/>
                  <a:gd name="connsiteY1026" fmla="*/ 588582 h 1579361"/>
                  <a:gd name="connsiteX1027" fmla="*/ 689751 w 3628109"/>
                  <a:gd name="connsiteY1027" fmla="*/ 592927 h 1579361"/>
                  <a:gd name="connsiteX1028" fmla="*/ 696888 w 3628109"/>
                  <a:gd name="connsiteY1028" fmla="*/ 595188 h 1579361"/>
                  <a:gd name="connsiteX1029" fmla="*/ 707617 w 3628109"/>
                  <a:gd name="connsiteY1029" fmla="*/ 596872 h 1579361"/>
                  <a:gd name="connsiteX1030" fmla="*/ 717990 w 3628109"/>
                  <a:gd name="connsiteY1030" fmla="*/ 599399 h 1579361"/>
                  <a:gd name="connsiteX1031" fmla="*/ 725083 w 3628109"/>
                  <a:gd name="connsiteY1031" fmla="*/ 600241 h 1579361"/>
                  <a:gd name="connsiteX1032" fmla="*/ 732043 w 3628109"/>
                  <a:gd name="connsiteY1032" fmla="*/ 598645 h 1579361"/>
                  <a:gd name="connsiteX1033" fmla="*/ 742993 w 3628109"/>
                  <a:gd name="connsiteY1033" fmla="*/ 588893 h 1579361"/>
                  <a:gd name="connsiteX1034" fmla="*/ 741131 w 3628109"/>
                  <a:gd name="connsiteY1034" fmla="*/ 596207 h 1579361"/>
                  <a:gd name="connsiteX1035" fmla="*/ 741973 w 3628109"/>
                  <a:gd name="connsiteY1035" fmla="*/ 603433 h 1579361"/>
                  <a:gd name="connsiteX1036" fmla="*/ 745032 w 3628109"/>
                  <a:gd name="connsiteY1036" fmla="*/ 609905 h 1579361"/>
                  <a:gd name="connsiteX1037" fmla="*/ 750174 w 3628109"/>
                  <a:gd name="connsiteY1037" fmla="*/ 615048 h 1579361"/>
                  <a:gd name="connsiteX1038" fmla="*/ 754563 w 3628109"/>
                  <a:gd name="connsiteY1038" fmla="*/ 618195 h 1579361"/>
                  <a:gd name="connsiteX1039" fmla="*/ 758863 w 3628109"/>
                  <a:gd name="connsiteY1039" fmla="*/ 621653 h 1579361"/>
                  <a:gd name="connsiteX1040" fmla="*/ 767375 w 3628109"/>
                  <a:gd name="connsiteY1040" fmla="*/ 629145 h 1579361"/>
                  <a:gd name="connsiteX1041" fmla="*/ 781383 w 3628109"/>
                  <a:gd name="connsiteY1041" fmla="*/ 635440 h 1579361"/>
                  <a:gd name="connsiteX1042" fmla="*/ 795348 w 3628109"/>
                  <a:gd name="connsiteY1042" fmla="*/ 631096 h 1579361"/>
                  <a:gd name="connsiteX1043" fmla="*/ 795835 w 3628109"/>
                  <a:gd name="connsiteY1043" fmla="*/ 659733 h 1579361"/>
                  <a:gd name="connsiteX1044" fmla="*/ 804613 w 3628109"/>
                  <a:gd name="connsiteY1044" fmla="*/ 669708 h 1579361"/>
                  <a:gd name="connsiteX1045" fmla="*/ 813878 w 3628109"/>
                  <a:gd name="connsiteY1045" fmla="*/ 679815 h 1579361"/>
                  <a:gd name="connsiteX1046" fmla="*/ 821370 w 3628109"/>
                  <a:gd name="connsiteY1046" fmla="*/ 685490 h 1579361"/>
                  <a:gd name="connsiteX1047" fmla="*/ 829615 w 3628109"/>
                  <a:gd name="connsiteY1047" fmla="*/ 688017 h 1579361"/>
                  <a:gd name="connsiteX1048" fmla="*/ 843491 w 3628109"/>
                  <a:gd name="connsiteY1048" fmla="*/ 683229 h 1579361"/>
                  <a:gd name="connsiteX1049" fmla="*/ 840255 w 3628109"/>
                  <a:gd name="connsiteY1049" fmla="*/ 697592 h 1579361"/>
                  <a:gd name="connsiteX1050" fmla="*/ 844023 w 3628109"/>
                  <a:gd name="connsiteY1050" fmla="*/ 705616 h 1579361"/>
                  <a:gd name="connsiteX1051" fmla="*/ 851293 w 3628109"/>
                  <a:gd name="connsiteY1051" fmla="*/ 712620 h 1579361"/>
                  <a:gd name="connsiteX1052" fmla="*/ 864371 w 3628109"/>
                  <a:gd name="connsiteY1052" fmla="*/ 720688 h 1579361"/>
                  <a:gd name="connsiteX1053" fmla="*/ 878335 w 3628109"/>
                  <a:gd name="connsiteY1053" fmla="*/ 727382 h 1579361"/>
                  <a:gd name="connsiteX1054" fmla="*/ 888354 w 3628109"/>
                  <a:gd name="connsiteY1054" fmla="*/ 729776 h 1579361"/>
                  <a:gd name="connsiteX1055" fmla="*/ 897353 w 3628109"/>
                  <a:gd name="connsiteY1055" fmla="*/ 728579 h 1579361"/>
                  <a:gd name="connsiteX1056" fmla="*/ 904047 w 3628109"/>
                  <a:gd name="connsiteY1056" fmla="*/ 724457 h 1579361"/>
                  <a:gd name="connsiteX1057" fmla="*/ 907593 w 3628109"/>
                  <a:gd name="connsiteY1057" fmla="*/ 718117 h 1579361"/>
                  <a:gd name="connsiteX1058" fmla="*/ 911761 w 3628109"/>
                  <a:gd name="connsiteY1058" fmla="*/ 732126 h 1579361"/>
                  <a:gd name="connsiteX1059" fmla="*/ 919031 w 3628109"/>
                  <a:gd name="connsiteY1059" fmla="*/ 737180 h 1579361"/>
                  <a:gd name="connsiteX1060" fmla="*/ 923641 w 3628109"/>
                  <a:gd name="connsiteY1060" fmla="*/ 738953 h 1579361"/>
                  <a:gd name="connsiteX1061" fmla="*/ 928651 w 3628109"/>
                  <a:gd name="connsiteY1061" fmla="*/ 739751 h 1579361"/>
                  <a:gd name="connsiteX1062" fmla="*/ 943413 w 3628109"/>
                  <a:gd name="connsiteY1062" fmla="*/ 740549 h 1579361"/>
                  <a:gd name="connsiteX1063" fmla="*/ 958397 w 3628109"/>
                  <a:gd name="connsiteY1063" fmla="*/ 740283 h 1579361"/>
                  <a:gd name="connsiteX1064" fmla="*/ 968504 w 3628109"/>
                  <a:gd name="connsiteY1064" fmla="*/ 737933 h 1579361"/>
                  <a:gd name="connsiteX1065" fmla="*/ 976218 w 3628109"/>
                  <a:gd name="connsiteY1065" fmla="*/ 732924 h 1579361"/>
                  <a:gd name="connsiteX1066" fmla="*/ 980651 w 3628109"/>
                  <a:gd name="connsiteY1066" fmla="*/ 719004 h 1579361"/>
                  <a:gd name="connsiteX1067" fmla="*/ 984330 w 3628109"/>
                  <a:gd name="connsiteY1067" fmla="*/ 725166 h 1579361"/>
                  <a:gd name="connsiteX1068" fmla="*/ 991335 w 3628109"/>
                  <a:gd name="connsiteY1068" fmla="*/ 728801 h 1579361"/>
                  <a:gd name="connsiteX1069" fmla="*/ 993507 w 3628109"/>
                  <a:gd name="connsiteY1069" fmla="*/ 729244 h 1579361"/>
                  <a:gd name="connsiteX1070" fmla="*/ 998295 w 3628109"/>
                  <a:gd name="connsiteY1070" fmla="*/ 729510 h 1579361"/>
                  <a:gd name="connsiteX1071" fmla="*/ 1000821 w 3628109"/>
                  <a:gd name="connsiteY1071" fmla="*/ 729244 h 1579361"/>
                  <a:gd name="connsiteX1072" fmla="*/ 1011239 w 3628109"/>
                  <a:gd name="connsiteY1072" fmla="*/ 725609 h 1579361"/>
                  <a:gd name="connsiteX1073" fmla="*/ 1018377 w 3628109"/>
                  <a:gd name="connsiteY1073" fmla="*/ 721265 h 1579361"/>
                  <a:gd name="connsiteX1074" fmla="*/ 1025026 w 3628109"/>
                  <a:gd name="connsiteY1074" fmla="*/ 716388 h 1579361"/>
                  <a:gd name="connsiteX1075" fmla="*/ 1031277 w 3628109"/>
                  <a:gd name="connsiteY1075" fmla="*/ 711157 h 1579361"/>
                  <a:gd name="connsiteX1076" fmla="*/ 1037084 w 3628109"/>
                  <a:gd name="connsiteY1076" fmla="*/ 705660 h 1579361"/>
                  <a:gd name="connsiteX1077" fmla="*/ 1043025 w 3628109"/>
                  <a:gd name="connsiteY1077" fmla="*/ 697149 h 1579361"/>
                  <a:gd name="connsiteX1078" fmla="*/ 1045241 w 3628109"/>
                  <a:gd name="connsiteY1078" fmla="*/ 688504 h 1579361"/>
                  <a:gd name="connsiteX1079" fmla="*/ 1039655 w 3628109"/>
                  <a:gd name="connsiteY1079" fmla="*/ 675560 h 1579361"/>
                  <a:gd name="connsiteX1080" fmla="*/ 1053575 w 3628109"/>
                  <a:gd name="connsiteY1080" fmla="*/ 676845 h 1579361"/>
                  <a:gd name="connsiteX1081" fmla="*/ 1060757 w 3628109"/>
                  <a:gd name="connsiteY1081" fmla="*/ 672501 h 1579361"/>
                  <a:gd name="connsiteX1082" fmla="*/ 1066653 w 3628109"/>
                  <a:gd name="connsiteY1082" fmla="*/ 665452 h 1579361"/>
                  <a:gd name="connsiteX1083" fmla="*/ 1079864 w 3628109"/>
                  <a:gd name="connsiteY1083" fmla="*/ 642888 h 1579361"/>
                  <a:gd name="connsiteX1084" fmla="*/ 1083410 w 3628109"/>
                  <a:gd name="connsiteY1084" fmla="*/ 627638 h 1579361"/>
                  <a:gd name="connsiteX1085" fmla="*/ 1076982 w 3628109"/>
                  <a:gd name="connsiteY1085" fmla="*/ 615801 h 1579361"/>
                  <a:gd name="connsiteX1086" fmla="*/ 1090193 w 3628109"/>
                  <a:gd name="connsiteY1086" fmla="*/ 617752 h 1579361"/>
                  <a:gd name="connsiteX1087" fmla="*/ 1096842 w 3628109"/>
                  <a:gd name="connsiteY1087" fmla="*/ 615003 h 1579361"/>
                  <a:gd name="connsiteX1088" fmla="*/ 1102517 w 3628109"/>
                  <a:gd name="connsiteY1088" fmla="*/ 610304 h 1579361"/>
                  <a:gd name="connsiteX1089" fmla="*/ 1110009 w 3628109"/>
                  <a:gd name="connsiteY1089" fmla="*/ 602812 h 1579361"/>
                  <a:gd name="connsiteX1090" fmla="*/ 1117988 w 3628109"/>
                  <a:gd name="connsiteY1090" fmla="*/ 596340 h 1579361"/>
                  <a:gd name="connsiteX1091" fmla="*/ 1122953 w 3628109"/>
                  <a:gd name="connsiteY1091" fmla="*/ 591597 h 1579361"/>
                  <a:gd name="connsiteX1092" fmla="*/ 1126322 w 3628109"/>
                  <a:gd name="connsiteY1092" fmla="*/ 585789 h 1579361"/>
                  <a:gd name="connsiteX1093" fmla="*/ 1127785 w 3628109"/>
                  <a:gd name="connsiteY1093" fmla="*/ 579273 h 1579361"/>
                  <a:gd name="connsiteX1094" fmla="*/ 1126766 w 3628109"/>
                  <a:gd name="connsiteY1094" fmla="*/ 572800 h 1579361"/>
                  <a:gd name="connsiteX1095" fmla="*/ 1136253 w 3628109"/>
                  <a:gd name="connsiteY1095" fmla="*/ 581534 h 1579361"/>
                  <a:gd name="connsiteX1096" fmla="*/ 1142902 w 3628109"/>
                  <a:gd name="connsiteY1096" fmla="*/ 583218 h 1579361"/>
                  <a:gd name="connsiteX1097" fmla="*/ 1146360 w 3628109"/>
                  <a:gd name="connsiteY1097" fmla="*/ 583174 h 1579361"/>
                  <a:gd name="connsiteX1098" fmla="*/ 1150040 w 3628109"/>
                  <a:gd name="connsiteY1098" fmla="*/ 582775 h 1579361"/>
                  <a:gd name="connsiteX1099" fmla="*/ 1155315 w 3628109"/>
                  <a:gd name="connsiteY1099" fmla="*/ 581711 h 1579361"/>
                  <a:gd name="connsiteX1100" fmla="*/ 1160812 w 3628109"/>
                  <a:gd name="connsiteY1100" fmla="*/ 581046 h 1579361"/>
                  <a:gd name="connsiteX1101" fmla="*/ 1172028 w 3628109"/>
                  <a:gd name="connsiteY1101" fmla="*/ 580204 h 1579361"/>
                  <a:gd name="connsiteX1102" fmla="*/ 1175885 w 3628109"/>
                  <a:gd name="connsiteY1102" fmla="*/ 579672 h 1579361"/>
                  <a:gd name="connsiteX1103" fmla="*/ 1179121 w 3628109"/>
                  <a:gd name="connsiteY1103" fmla="*/ 578874 h 1579361"/>
                  <a:gd name="connsiteX1104" fmla="*/ 1185017 w 3628109"/>
                  <a:gd name="connsiteY1104" fmla="*/ 575726 h 1579361"/>
                  <a:gd name="connsiteX1105" fmla="*/ 1192331 w 3628109"/>
                  <a:gd name="connsiteY1105" fmla="*/ 565397 h 1579361"/>
                  <a:gd name="connsiteX1106" fmla="*/ 1192686 w 3628109"/>
                  <a:gd name="connsiteY1106" fmla="*/ 571737 h 1579361"/>
                  <a:gd name="connsiteX1107" fmla="*/ 1195390 w 3628109"/>
                  <a:gd name="connsiteY1107" fmla="*/ 577632 h 1579361"/>
                  <a:gd name="connsiteX1108" fmla="*/ 1199779 w 3628109"/>
                  <a:gd name="connsiteY1108" fmla="*/ 582420 h 1579361"/>
                  <a:gd name="connsiteX1109" fmla="*/ 1205542 w 3628109"/>
                  <a:gd name="connsiteY1109" fmla="*/ 585967 h 1579361"/>
                  <a:gd name="connsiteX1110" fmla="*/ 1214674 w 3628109"/>
                  <a:gd name="connsiteY1110" fmla="*/ 590799 h 1579361"/>
                  <a:gd name="connsiteX1111" fmla="*/ 1219196 w 3628109"/>
                  <a:gd name="connsiteY1111" fmla="*/ 593547 h 1579361"/>
                  <a:gd name="connsiteX1112" fmla="*/ 1223585 w 3628109"/>
                  <a:gd name="connsiteY1112" fmla="*/ 596739 h 1579361"/>
                  <a:gd name="connsiteX1113" fmla="*/ 1230146 w 3628109"/>
                  <a:gd name="connsiteY1113" fmla="*/ 600374 h 1579361"/>
                  <a:gd name="connsiteX1114" fmla="*/ 1237106 w 3628109"/>
                  <a:gd name="connsiteY1114" fmla="*/ 602015 h 1579361"/>
                  <a:gd name="connsiteX1115" fmla="*/ 1249208 w 3628109"/>
                  <a:gd name="connsiteY1115" fmla="*/ 598291 h 1579361"/>
                  <a:gd name="connsiteX1116" fmla="*/ 1245661 w 3628109"/>
                  <a:gd name="connsiteY1116" fmla="*/ 610393 h 1579361"/>
                  <a:gd name="connsiteX1117" fmla="*/ 1252090 w 3628109"/>
                  <a:gd name="connsiteY1117" fmla="*/ 624180 h 1579361"/>
                  <a:gd name="connsiteX1118" fmla="*/ 1259980 w 3628109"/>
                  <a:gd name="connsiteY1118" fmla="*/ 633711 h 1579361"/>
                  <a:gd name="connsiteX1119" fmla="*/ 1267783 w 3628109"/>
                  <a:gd name="connsiteY1119" fmla="*/ 643597 h 1579361"/>
                  <a:gd name="connsiteX1120" fmla="*/ 1293184 w 3628109"/>
                  <a:gd name="connsiteY1120" fmla="*/ 651975 h 1579361"/>
                  <a:gd name="connsiteX1121" fmla="*/ 1294647 w 3628109"/>
                  <a:gd name="connsiteY1121" fmla="*/ 678796 h 1579361"/>
                  <a:gd name="connsiteX1122" fmla="*/ 1311582 w 3628109"/>
                  <a:gd name="connsiteY1122" fmla="*/ 699764 h 1579361"/>
                  <a:gd name="connsiteX1123" fmla="*/ 1325679 w 3628109"/>
                  <a:gd name="connsiteY1123" fmla="*/ 709251 h 1579361"/>
                  <a:gd name="connsiteX1124" fmla="*/ 1337914 w 3628109"/>
                  <a:gd name="connsiteY1124" fmla="*/ 707079 h 1579361"/>
                  <a:gd name="connsiteX1125" fmla="*/ 1335299 w 3628109"/>
                  <a:gd name="connsiteY1125" fmla="*/ 719137 h 1579361"/>
                  <a:gd name="connsiteX1126" fmla="*/ 1336584 w 3628109"/>
                  <a:gd name="connsiteY1126" fmla="*/ 722816 h 1579361"/>
                  <a:gd name="connsiteX1127" fmla="*/ 1338579 w 3628109"/>
                  <a:gd name="connsiteY1127" fmla="*/ 726585 h 1579361"/>
                  <a:gd name="connsiteX1128" fmla="*/ 1340397 w 3628109"/>
                  <a:gd name="connsiteY1128" fmla="*/ 729111 h 1579361"/>
                  <a:gd name="connsiteX1129" fmla="*/ 1343012 w 3628109"/>
                  <a:gd name="connsiteY1129" fmla="*/ 731949 h 1579361"/>
                  <a:gd name="connsiteX1130" fmla="*/ 1343012 w 3628109"/>
                  <a:gd name="connsiteY1130" fmla="*/ 731949 h 1579361"/>
                  <a:gd name="connsiteX1131" fmla="*/ 1344830 w 3628109"/>
                  <a:gd name="connsiteY1131" fmla="*/ 733633 h 1579361"/>
                  <a:gd name="connsiteX1132" fmla="*/ 1350371 w 3628109"/>
                  <a:gd name="connsiteY1132" fmla="*/ 738199 h 1579361"/>
                  <a:gd name="connsiteX1133" fmla="*/ 1356134 w 3628109"/>
                  <a:gd name="connsiteY1133" fmla="*/ 742588 h 1579361"/>
                  <a:gd name="connsiteX1134" fmla="*/ 1362119 w 3628109"/>
                  <a:gd name="connsiteY1134" fmla="*/ 746755 h 1579361"/>
                  <a:gd name="connsiteX1135" fmla="*/ 1368281 w 3628109"/>
                  <a:gd name="connsiteY1135" fmla="*/ 750789 h 1579361"/>
                  <a:gd name="connsiteX1136" fmla="*/ 1377324 w 3628109"/>
                  <a:gd name="connsiteY1136" fmla="*/ 754602 h 1579361"/>
                  <a:gd name="connsiteX1137" fmla="*/ 1385792 w 3628109"/>
                  <a:gd name="connsiteY1137" fmla="*/ 755400 h 1579361"/>
                  <a:gd name="connsiteX1138" fmla="*/ 1396254 w 3628109"/>
                  <a:gd name="connsiteY1138" fmla="*/ 749193 h 1579361"/>
                  <a:gd name="connsiteX1139" fmla="*/ 1399268 w 3628109"/>
                  <a:gd name="connsiteY1139" fmla="*/ 760897 h 1579361"/>
                  <a:gd name="connsiteX1140" fmla="*/ 1405874 w 3628109"/>
                  <a:gd name="connsiteY1140" fmla="*/ 766261 h 1579361"/>
                  <a:gd name="connsiteX1141" fmla="*/ 1415139 w 3628109"/>
                  <a:gd name="connsiteY1141" fmla="*/ 769807 h 1579361"/>
                  <a:gd name="connsiteX1142" fmla="*/ 1429857 w 3628109"/>
                  <a:gd name="connsiteY1142" fmla="*/ 772245 h 1579361"/>
                  <a:gd name="connsiteX1143" fmla="*/ 1444707 w 3628109"/>
                  <a:gd name="connsiteY1143" fmla="*/ 773221 h 1579361"/>
                  <a:gd name="connsiteX1144" fmla="*/ 1454859 w 3628109"/>
                  <a:gd name="connsiteY1144" fmla="*/ 771891 h 1579361"/>
                  <a:gd name="connsiteX1145" fmla="*/ 1462795 w 3628109"/>
                  <a:gd name="connsiteY1145" fmla="*/ 768078 h 1579361"/>
                  <a:gd name="connsiteX1146" fmla="*/ 1467405 w 3628109"/>
                  <a:gd name="connsiteY1146" fmla="*/ 762847 h 1579361"/>
                  <a:gd name="connsiteX1147" fmla="*/ 1468247 w 3628109"/>
                  <a:gd name="connsiteY1147" fmla="*/ 757306 h 1579361"/>
                  <a:gd name="connsiteX1148" fmla="*/ 1477512 w 3628109"/>
                  <a:gd name="connsiteY1148" fmla="*/ 764886 h 1579361"/>
                  <a:gd name="connsiteX1149" fmla="*/ 1486246 w 3628109"/>
                  <a:gd name="connsiteY1149" fmla="*/ 765108 h 1579361"/>
                  <a:gd name="connsiteX1150" fmla="*/ 1495998 w 3628109"/>
                  <a:gd name="connsiteY1150" fmla="*/ 762138 h 1579361"/>
                  <a:gd name="connsiteX1151" fmla="*/ 1509342 w 3628109"/>
                  <a:gd name="connsiteY1151" fmla="*/ 754868 h 1579361"/>
                  <a:gd name="connsiteX1152" fmla="*/ 1515548 w 3628109"/>
                  <a:gd name="connsiteY1152" fmla="*/ 750745 h 1579361"/>
                  <a:gd name="connsiteX1153" fmla="*/ 1521444 w 3628109"/>
                  <a:gd name="connsiteY1153" fmla="*/ 746356 h 1579361"/>
                  <a:gd name="connsiteX1154" fmla="*/ 1528183 w 3628109"/>
                  <a:gd name="connsiteY1154" fmla="*/ 739529 h 1579361"/>
                  <a:gd name="connsiteX1155" fmla="*/ 1531995 w 3628109"/>
                  <a:gd name="connsiteY1155" fmla="*/ 732303 h 1579361"/>
                  <a:gd name="connsiteX1156" fmla="*/ 1530576 w 3628109"/>
                  <a:gd name="connsiteY1156" fmla="*/ 720866 h 1579361"/>
                  <a:gd name="connsiteX1157" fmla="*/ 1541837 w 3628109"/>
                  <a:gd name="connsiteY1157" fmla="*/ 722683 h 1579361"/>
                  <a:gd name="connsiteX1158" fmla="*/ 1555712 w 3628109"/>
                  <a:gd name="connsiteY1158" fmla="*/ 713418 h 1579361"/>
                  <a:gd name="connsiteX1159" fmla="*/ 1572957 w 3628109"/>
                  <a:gd name="connsiteY1159" fmla="*/ 693868 h 1579361"/>
                  <a:gd name="connsiteX1160" fmla="*/ 1580360 w 3628109"/>
                  <a:gd name="connsiteY1160" fmla="*/ 680480 h 1579361"/>
                  <a:gd name="connsiteX1161" fmla="*/ 1578631 w 3628109"/>
                  <a:gd name="connsiteY1161" fmla="*/ 669752 h 1579361"/>
                  <a:gd name="connsiteX1162" fmla="*/ 1583153 w 3628109"/>
                  <a:gd name="connsiteY1162" fmla="*/ 672279 h 1579361"/>
                  <a:gd name="connsiteX1163" fmla="*/ 1588960 w 3628109"/>
                  <a:gd name="connsiteY1163" fmla="*/ 672545 h 1579361"/>
                  <a:gd name="connsiteX1164" fmla="*/ 1595211 w 3628109"/>
                  <a:gd name="connsiteY1164" fmla="*/ 671126 h 1579361"/>
                  <a:gd name="connsiteX1165" fmla="*/ 1601063 w 3628109"/>
                  <a:gd name="connsiteY1165" fmla="*/ 668600 h 1579361"/>
                  <a:gd name="connsiteX1166" fmla="*/ 1608377 w 3628109"/>
                  <a:gd name="connsiteY1166" fmla="*/ 666028 h 1579361"/>
                  <a:gd name="connsiteX1167" fmla="*/ 1610106 w 3628109"/>
                  <a:gd name="connsiteY1167" fmla="*/ 665718 h 1579361"/>
                  <a:gd name="connsiteX1168" fmla="*/ 1611791 w 3628109"/>
                  <a:gd name="connsiteY1168" fmla="*/ 665718 h 1579361"/>
                  <a:gd name="connsiteX1169" fmla="*/ 1615293 w 3628109"/>
                  <a:gd name="connsiteY1169" fmla="*/ 665984 h 1579361"/>
                  <a:gd name="connsiteX1170" fmla="*/ 1617909 w 3628109"/>
                  <a:gd name="connsiteY1170" fmla="*/ 666383 h 1579361"/>
                  <a:gd name="connsiteX1171" fmla="*/ 1620701 w 3628109"/>
                  <a:gd name="connsiteY1171" fmla="*/ 666560 h 1579361"/>
                  <a:gd name="connsiteX1172" fmla="*/ 1623627 w 3628109"/>
                  <a:gd name="connsiteY1172" fmla="*/ 666560 h 1579361"/>
                  <a:gd name="connsiteX1173" fmla="*/ 1625888 w 3628109"/>
                  <a:gd name="connsiteY1173" fmla="*/ 666073 h 1579361"/>
                  <a:gd name="connsiteX1174" fmla="*/ 1630366 w 3628109"/>
                  <a:gd name="connsiteY1174" fmla="*/ 664610 h 1579361"/>
                  <a:gd name="connsiteX1175" fmla="*/ 1634621 w 3628109"/>
                  <a:gd name="connsiteY1175" fmla="*/ 662216 h 1579361"/>
                  <a:gd name="connsiteX1176" fmla="*/ 1631962 w 3628109"/>
                  <a:gd name="connsiteY1176" fmla="*/ 666294 h 1579361"/>
                  <a:gd name="connsiteX1177" fmla="*/ 1630499 w 3628109"/>
                  <a:gd name="connsiteY1177" fmla="*/ 670949 h 1579361"/>
                  <a:gd name="connsiteX1178" fmla="*/ 1630144 w 3628109"/>
                  <a:gd name="connsiteY1178" fmla="*/ 673387 h 1579361"/>
                  <a:gd name="connsiteX1179" fmla="*/ 1630055 w 3628109"/>
                  <a:gd name="connsiteY1179" fmla="*/ 676003 h 1579361"/>
                  <a:gd name="connsiteX1180" fmla="*/ 1630764 w 3628109"/>
                  <a:gd name="connsiteY1180" fmla="*/ 682032 h 1579361"/>
                  <a:gd name="connsiteX1181" fmla="*/ 1631829 w 3628109"/>
                  <a:gd name="connsiteY1181" fmla="*/ 703843 h 1579361"/>
                  <a:gd name="connsiteX1182" fmla="*/ 1641049 w 3628109"/>
                  <a:gd name="connsiteY1182" fmla="*/ 726141 h 1579361"/>
                  <a:gd name="connsiteX1183" fmla="*/ 1625489 w 3628109"/>
                  <a:gd name="connsiteY1183" fmla="*/ 744938 h 1579361"/>
                  <a:gd name="connsiteX1184" fmla="*/ 1619283 w 3628109"/>
                  <a:gd name="connsiteY1184" fmla="*/ 769408 h 1579361"/>
                  <a:gd name="connsiteX1185" fmla="*/ 1623760 w 3628109"/>
                  <a:gd name="connsiteY1185" fmla="*/ 793613 h 1579361"/>
                  <a:gd name="connsiteX1186" fmla="*/ 1606338 w 3628109"/>
                  <a:gd name="connsiteY1186" fmla="*/ 810858 h 1579361"/>
                  <a:gd name="connsiteX1187" fmla="*/ 1597738 w 3628109"/>
                  <a:gd name="connsiteY1187" fmla="*/ 835107 h 1579361"/>
                  <a:gd name="connsiteX1188" fmla="*/ 1600043 w 3628109"/>
                  <a:gd name="connsiteY1188" fmla="*/ 859577 h 1579361"/>
                  <a:gd name="connsiteX1189" fmla="*/ 1582045 w 3628109"/>
                  <a:gd name="connsiteY1189" fmla="*/ 876069 h 1579361"/>
                  <a:gd name="connsiteX1190" fmla="*/ 1572292 w 3628109"/>
                  <a:gd name="connsiteY1190" fmla="*/ 900007 h 1579361"/>
                  <a:gd name="connsiteX1191" fmla="*/ 1573223 w 3628109"/>
                  <a:gd name="connsiteY1191" fmla="*/ 924434 h 1579361"/>
                  <a:gd name="connsiteX1192" fmla="*/ 1571139 w 3628109"/>
                  <a:gd name="connsiteY1192" fmla="*/ 924035 h 1579361"/>
                  <a:gd name="connsiteX1193" fmla="*/ 1561564 w 3628109"/>
                  <a:gd name="connsiteY1193" fmla="*/ 930019 h 1579361"/>
                  <a:gd name="connsiteX1194" fmla="*/ 1555092 w 3628109"/>
                  <a:gd name="connsiteY1194" fmla="*/ 940614 h 1579361"/>
                  <a:gd name="connsiteX1195" fmla="*/ 1544718 w 3628109"/>
                  <a:gd name="connsiteY1195" fmla="*/ 964420 h 1579361"/>
                  <a:gd name="connsiteX1196" fmla="*/ 1544762 w 3628109"/>
                  <a:gd name="connsiteY1196" fmla="*/ 988714 h 1579361"/>
                  <a:gd name="connsiteX1197" fmla="*/ 1526808 w 3628109"/>
                  <a:gd name="connsiteY1197" fmla="*/ 1005027 h 1579361"/>
                  <a:gd name="connsiteX1198" fmla="*/ 1516568 w 3628109"/>
                  <a:gd name="connsiteY1198" fmla="*/ 1029055 h 1579361"/>
                  <a:gd name="connsiteX1199" fmla="*/ 1516612 w 3628109"/>
                  <a:gd name="connsiteY1199" fmla="*/ 1053259 h 1579361"/>
                  <a:gd name="connsiteX1200" fmla="*/ 1499412 w 3628109"/>
                  <a:gd name="connsiteY1200" fmla="*/ 1070105 h 1579361"/>
                  <a:gd name="connsiteX1201" fmla="*/ 1489615 w 3628109"/>
                  <a:gd name="connsiteY1201" fmla="*/ 1094399 h 1579361"/>
                  <a:gd name="connsiteX1202" fmla="*/ 1489969 w 3628109"/>
                  <a:gd name="connsiteY1202" fmla="*/ 1118470 h 1579361"/>
                  <a:gd name="connsiteX1203" fmla="*/ 1475340 w 3628109"/>
                  <a:gd name="connsiteY1203" fmla="*/ 1131858 h 1579361"/>
                  <a:gd name="connsiteX1204" fmla="*/ 1473611 w 3628109"/>
                  <a:gd name="connsiteY1204" fmla="*/ 1135981 h 1579361"/>
                  <a:gd name="connsiteX1205" fmla="*/ 1464656 w 3628109"/>
                  <a:gd name="connsiteY1205" fmla="*/ 1160629 h 1579361"/>
                  <a:gd name="connsiteX1206" fmla="*/ 1465543 w 3628109"/>
                  <a:gd name="connsiteY1206" fmla="*/ 1184568 h 1579361"/>
                  <a:gd name="connsiteX1207" fmla="*/ 1450205 w 3628109"/>
                  <a:gd name="connsiteY1207" fmla="*/ 1202832 h 1579361"/>
                  <a:gd name="connsiteX1208" fmla="*/ 1442269 w 3628109"/>
                  <a:gd name="connsiteY1208" fmla="*/ 1227879 h 1579361"/>
                  <a:gd name="connsiteX1209" fmla="*/ 1443954 w 3628109"/>
                  <a:gd name="connsiteY1209" fmla="*/ 1251685 h 1579361"/>
                  <a:gd name="connsiteX1210" fmla="*/ 1429901 w 3628109"/>
                  <a:gd name="connsiteY1210" fmla="*/ 1270880 h 1579361"/>
                  <a:gd name="connsiteX1211" fmla="*/ 1423384 w 3628109"/>
                  <a:gd name="connsiteY1211" fmla="*/ 1296415 h 1579361"/>
                  <a:gd name="connsiteX1212" fmla="*/ 1426310 w 3628109"/>
                  <a:gd name="connsiteY1212" fmla="*/ 1320043 h 1579361"/>
                  <a:gd name="connsiteX1213" fmla="*/ 1422852 w 3628109"/>
                  <a:gd name="connsiteY1213" fmla="*/ 1321107 h 1579361"/>
                  <a:gd name="connsiteX1214" fmla="*/ 1413986 w 3628109"/>
                  <a:gd name="connsiteY1214" fmla="*/ 1340347 h 1579361"/>
                  <a:gd name="connsiteX1215" fmla="*/ 1409686 w 3628109"/>
                  <a:gd name="connsiteY1215" fmla="*/ 1366458 h 1579361"/>
                  <a:gd name="connsiteX1216" fmla="*/ 1409908 w 3628109"/>
                  <a:gd name="connsiteY1216" fmla="*/ 1382550 h 1579361"/>
                  <a:gd name="connsiteX1217" fmla="*/ 1414695 w 3628109"/>
                  <a:gd name="connsiteY1217" fmla="*/ 1389731 h 1579361"/>
                  <a:gd name="connsiteX1218" fmla="*/ 1405164 w 3628109"/>
                  <a:gd name="connsiteY1218" fmla="*/ 1411498 h 1579361"/>
                  <a:gd name="connsiteX1219" fmla="*/ 1404677 w 3628109"/>
                  <a:gd name="connsiteY1219" fmla="*/ 1438318 h 1579361"/>
                  <a:gd name="connsiteX1220" fmla="*/ 1405608 w 3628109"/>
                  <a:gd name="connsiteY1220" fmla="*/ 1447184 h 1579361"/>
                  <a:gd name="connsiteX1221" fmla="*/ 1407735 w 3628109"/>
                  <a:gd name="connsiteY1221" fmla="*/ 1454366 h 1579361"/>
                  <a:gd name="connsiteX1222" fmla="*/ 1413632 w 3628109"/>
                  <a:gd name="connsiteY1222" fmla="*/ 1460528 h 1579361"/>
                  <a:gd name="connsiteX1223" fmla="*/ 1409065 w 3628109"/>
                  <a:gd name="connsiteY1223" fmla="*/ 1467754 h 1579361"/>
                  <a:gd name="connsiteX1224" fmla="*/ 1408578 w 3628109"/>
                  <a:gd name="connsiteY1224" fmla="*/ 1475246 h 1579361"/>
                  <a:gd name="connsiteX1225" fmla="*/ 1409686 w 3628109"/>
                  <a:gd name="connsiteY1225" fmla="*/ 1484245 h 1579361"/>
                  <a:gd name="connsiteX1226" fmla="*/ 1413055 w 3628109"/>
                  <a:gd name="connsiteY1226" fmla="*/ 1497677 h 1579361"/>
                  <a:gd name="connsiteX1227" fmla="*/ 1417710 w 3628109"/>
                  <a:gd name="connsiteY1227" fmla="*/ 1510888 h 1579361"/>
                  <a:gd name="connsiteX1228" fmla="*/ 1422010 w 3628109"/>
                  <a:gd name="connsiteY1228" fmla="*/ 1519134 h 1579361"/>
                  <a:gd name="connsiteX1229" fmla="*/ 1426975 w 3628109"/>
                  <a:gd name="connsiteY1229" fmla="*/ 1525118 h 1579361"/>
                  <a:gd name="connsiteX1230" fmla="*/ 1434955 w 3628109"/>
                  <a:gd name="connsiteY1230" fmla="*/ 1528266 h 1579361"/>
                  <a:gd name="connsiteX1231" fmla="*/ 1434644 w 3628109"/>
                  <a:gd name="connsiteY1231" fmla="*/ 1536866 h 1579361"/>
                  <a:gd name="connsiteX1232" fmla="*/ 1438324 w 3628109"/>
                  <a:gd name="connsiteY1232" fmla="*/ 1543826 h 1579361"/>
                  <a:gd name="connsiteX1233" fmla="*/ 1444574 w 3628109"/>
                  <a:gd name="connsiteY1233" fmla="*/ 1551052 h 1579361"/>
                  <a:gd name="connsiteX1234" fmla="*/ 1456012 w 3628109"/>
                  <a:gd name="connsiteY1234" fmla="*/ 1560007 h 1579361"/>
                  <a:gd name="connsiteX1235" fmla="*/ 1462174 w 3628109"/>
                  <a:gd name="connsiteY1235" fmla="*/ 1563819 h 1579361"/>
                  <a:gd name="connsiteX1236" fmla="*/ 1468558 w 3628109"/>
                  <a:gd name="connsiteY1236" fmla="*/ 1567233 h 1579361"/>
                  <a:gd name="connsiteX1237" fmla="*/ 1477468 w 3628109"/>
                  <a:gd name="connsiteY1237" fmla="*/ 1570424 h 1579361"/>
                  <a:gd name="connsiteX1238" fmla="*/ 1485182 w 3628109"/>
                  <a:gd name="connsiteY1238" fmla="*/ 1571488 h 1579361"/>
                  <a:gd name="connsiteX1239" fmla="*/ 1493117 w 3628109"/>
                  <a:gd name="connsiteY1239" fmla="*/ 1568341 h 1579361"/>
                  <a:gd name="connsiteX1240" fmla="*/ 1498658 w 3628109"/>
                  <a:gd name="connsiteY1240" fmla="*/ 1574680 h 1579361"/>
                  <a:gd name="connsiteX1241" fmla="*/ 1501939 w 3628109"/>
                  <a:gd name="connsiteY1241" fmla="*/ 1576143 h 1579361"/>
                  <a:gd name="connsiteX1242" fmla="*/ 1505796 w 3628109"/>
                  <a:gd name="connsiteY1242" fmla="*/ 1577384 h 1579361"/>
                  <a:gd name="connsiteX1243" fmla="*/ 1510140 w 3628109"/>
                  <a:gd name="connsiteY1243" fmla="*/ 1578271 h 1579361"/>
                  <a:gd name="connsiteX1244" fmla="*/ 1514839 w 3628109"/>
                  <a:gd name="connsiteY1244" fmla="*/ 1578892 h 1579361"/>
                  <a:gd name="connsiteX1245" fmla="*/ 1528582 w 3628109"/>
                  <a:gd name="connsiteY1245" fmla="*/ 1579335 h 1579361"/>
                  <a:gd name="connsiteX1246" fmla="*/ 1535497 w 3628109"/>
                  <a:gd name="connsiteY1246" fmla="*/ 1579202 h 1579361"/>
                  <a:gd name="connsiteX1247" fmla="*/ 1542457 w 3628109"/>
                  <a:gd name="connsiteY1247" fmla="*/ 1578714 h 1579361"/>
                  <a:gd name="connsiteX1248" fmla="*/ 1551545 w 3628109"/>
                  <a:gd name="connsiteY1248" fmla="*/ 1577030 h 1579361"/>
                  <a:gd name="connsiteX1249" fmla="*/ 1558682 w 3628109"/>
                  <a:gd name="connsiteY1249" fmla="*/ 1574104 h 1579361"/>
                  <a:gd name="connsiteX1250" fmla="*/ 1563071 w 3628109"/>
                  <a:gd name="connsiteY1250" fmla="*/ 1570735 h 1579361"/>
                  <a:gd name="connsiteX1251" fmla="*/ 1564091 w 3628109"/>
                  <a:gd name="connsiteY1251" fmla="*/ 1567632 h 1579361"/>
                  <a:gd name="connsiteX1252" fmla="*/ 1572115 w 3628109"/>
                  <a:gd name="connsiteY1252" fmla="*/ 1570247 h 1579361"/>
                  <a:gd name="connsiteX1253" fmla="*/ 1579784 w 3628109"/>
                  <a:gd name="connsiteY1253" fmla="*/ 1568829 h 1579361"/>
                  <a:gd name="connsiteX1254" fmla="*/ 1584128 w 3628109"/>
                  <a:gd name="connsiteY1254" fmla="*/ 1567321 h 1579361"/>
                  <a:gd name="connsiteX1255" fmla="*/ 1588517 w 3628109"/>
                  <a:gd name="connsiteY1255" fmla="*/ 1565105 h 1579361"/>
                  <a:gd name="connsiteX1256" fmla="*/ 1591665 w 3628109"/>
                  <a:gd name="connsiteY1256" fmla="*/ 1563331 h 1579361"/>
                  <a:gd name="connsiteX1257" fmla="*/ 1594679 w 3628109"/>
                  <a:gd name="connsiteY1257" fmla="*/ 1561381 h 1579361"/>
                  <a:gd name="connsiteX1258" fmla="*/ 1600575 w 3628109"/>
                  <a:gd name="connsiteY1258" fmla="*/ 1557258 h 1579361"/>
                  <a:gd name="connsiteX1259" fmla="*/ 1611348 w 3628109"/>
                  <a:gd name="connsiteY1259" fmla="*/ 1547816 h 1579361"/>
                  <a:gd name="connsiteX1260" fmla="*/ 1617244 w 3628109"/>
                  <a:gd name="connsiteY1260" fmla="*/ 1540501 h 1579361"/>
                  <a:gd name="connsiteX1261" fmla="*/ 1620746 w 3628109"/>
                  <a:gd name="connsiteY1261" fmla="*/ 1533630 h 1579361"/>
                  <a:gd name="connsiteX1262" fmla="*/ 1620613 w 3628109"/>
                  <a:gd name="connsiteY1262" fmla="*/ 1525295 h 1579361"/>
                  <a:gd name="connsiteX1263" fmla="*/ 1628282 w 3628109"/>
                  <a:gd name="connsiteY1263" fmla="*/ 1522104 h 1579361"/>
                  <a:gd name="connsiteX1264" fmla="*/ 1633158 w 3628109"/>
                  <a:gd name="connsiteY1264" fmla="*/ 1516252 h 1579361"/>
                  <a:gd name="connsiteX1265" fmla="*/ 1637547 w 3628109"/>
                  <a:gd name="connsiteY1265" fmla="*/ 1508272 h 1579361"/>
                  <a:gd name="connsiteX1266" fmla="*/ 1642645 w 3628109"/>
                  <a:gd name="connsiteY1266" fmla="*/ 1495549 h 1579361"/>
                  <a:gd name="connsiteX1267" fmla="*/ 1646768 w 3628109"/>
                  <a:gd name="connsiteY1267" fmla="*/ 1482605 h 1579361"/>
                  <a:gd name="connsiteX1268" fmla="*/ 1648852 w 3628109"/>
                  <a:gd name="connsiteY1268" fmla="*/ 1466468 h 1579361"/>
                  <a:gd name="connsiteX1269" fmla="*/ 1645571 w 3628109"/>
                  <a:gd name="connsiteY1269" fmla="*/ 1458976 h 1579361"/>
                  <a:gd name="connsiteX1270" fmla="*/ 1651511 w 3628109"/>
                  <a:gd name="connsiteY1270" fmla="*/ 1453391 h 1579361"/>
                  <a:gd name="connsiteX1271" fmla="*/ 1654171 w 3628109"/>
                  <a:gd name="connsiteY1271" fmla="*/ 1446564 h 1579361"/>
                  <a:gd name="connsiteX1272" fmla="*/ 1656033 w 3628109"/>
                  <a:gd name="connsiteY1272" fmla="*/ 1437964 h 1579361"/>
                  <a:gd name="connsiteX1273" fmla="*/ 1659003 w 3628109"/>
                  <a:gd name="connsiteY1273" fmla="*/ 1411587 h 1579361"/>
                  <a:gd name="connsiteX1274" fmla="*/ 1653817 w 3628109"/>
                  <a:gd name="connsiteY1274" fmla="*/ 1388801 h 1579361"/>
                  <a:gd name="connsiteX1275" fmla="*/ 1661353 w 3628109"/>
                  <a:gd name="connsiteY1275" fmla="*/ 1366768 h 1579361"/>
                  <a:gd name="connsiteX1276" fmla="*/ 1661708 w 3628109"/>
                  <a:gd name="connsiteY1276" fmla="*/ 1340524 h 1579361"/>
                  <a:gd name="connsiteX1277" fmla="*/ 1654925 w 3628109"/>
                  <a:gd name="connsiteY1277" fmla="*/ 1318314 h 1579361"/>
                  <a:gd name="connsiteX1278" fmla="*/ 1661220 w 3628109"/>
                  <a:gd name="connsiteY1278" fmla="*/ 1295971 h 1579361"/>
                  <a:gd name="connsiteX1279" fmla="*/ 1660511 w 3628109"/>
                  <a:gd name="connsiteY1279" fmla="*/ 1269860 h 1579361"/>
                  <a:gd name="connsiteX1280" fmla="*/ 1653152 w 3628109"/>
                  <a:gd name="connsiteY1280" fmla="*/ 1247917 h 1579361"/>
                  <a:gd name="connsiteX1281" fmla="*/ 1656743 w 3628109"/>
                  <a:gd name="connsiteY1281" fmla="*/ 1244016 h 1579361"/>
                  <a:gd name="connsiteX1282" fmla="*/ 1657629 w 3628109"/>
                  <a:gd name="connsiteY1282" fmla="*/ 1241267 h 1579361"/>
                  <a:gd name="connsiteX1283" fmla="*/ 1658826 w 3628109"/>
                  <a:gd name="connsiteY1283" fmla="*/ 1234174 h 1579361"/>
                  <a:gd name="connsiteX1284" fmla="*/ 1659048 w 3628109"/>
                  <a:gd name="connsiteY1284" fmla="*/ 1225574 h 1579361"/>
                  <a:gd name="connsiteX1285" fmla="*/ 1658250 w 3628109"/>
                  <a:gd name="connsiteY1285" fmla="*/ 1199596 h 1579361"/>
                  <a:gd name="connsiteX1286" fmla="*/ 1651024 w 3628109"/>
                  <a:gd name="connsiteY1286" fmla="*/ 1177652 h 1579361"/>
                  <a:gd name="connsiteX1287" fmla="*/ 1656344 w 3628109"/>
                  <a:gd name="connsiteY1287" fmla="*/ 1167766 h 1579361"/>
                  <a:gd name="connsiteX1288" fmla="*/ 1657274 w 3628109"/>
                  <a:gd name="connsiteY1288" fmla="*/ 1155442 h 1579361"/>
                  <a:gd name="connsiteX1289" fmla="*/ 1657274 w 3628109"/>
                  <a:gd name="connsiteY1289" fmla="*/ 1155442 h 1579361"/>
                  <a:gd name="connsiteX1290" fmla="*/ 1657274 w 3628109"/>
                  <a:gd name="connsiteY1290" fmla="*/ 1155442 h 1579361"/>
                  <a:gd name="connsiteX1291" fmla="*/ 1657141 w 3628109"/>
                  <a:gd name="connsiteY1291" fmla="*/ 1129553 h 1579361"/>
                  <a:gd name="connsiteX1292" fmla="*/ 1650758 w 3628109"/>
                  <a:gd name="connsiteY1292" fmla="*/ 1107432 h 1579361"/>
                  <a:gd name="connsiteX1293" fmla="*/ 1658205 w 3628109"/>
                  <a:gd name="connsiteY1293" fmla="*/ 1085665 h 1579361"/>
                  <a:gd name="connsiteX1294" fmla="*/ 1659846 w 3628109"/>
                  <a:gd name="connsiteY1294" fmla="*/ 1059998 h 1579361"/>
                  <a:gd name="connsiteX1295" fmla="*/ 1655412 w 3628109"/>
                  <a:gd name="connsiteY1295" fmla="*/ 1037522 h 1579361"/>
                  <a:gd name="connsiteX1296" fmla="*/ 1660954 w 3628109"/>
                  <a:gd name="connsiteY1296" fmla="*/ 1031759 h 1579361"/>
                  <a:gd name="connsiteX1297" fmla="*/ 1662239 w 3628109"/>
                  <a:gd name="connsiteY1297" fmla="*/ 1028744 h 1579361"/>
                  <a:gd name="connsiteX1298" fmla="*/ 1665520 w 3628109"/>
                  <a:gd name="connsiteY1298" fmla="*/ 1017351 h 1579361"/>
                  <a:gd name="connsiteX1299" fmla="*/ 1672170 w 3628109"/>
                  <a:gd name="connsiteY1299" fmla="*/ 993191 h 1579361"/>
                  <a:gd name="connsiteX1300" fmla="*/ 1675406 w 3628109"/>
                  <a:gd name="connsiteY1300" fmla="*/ 978251 h 1579361"/>
                  <a:gd name="connsiteX1301" fmla="*/ 1673322 w 3628109"/>
                  <a:gd name="connsiteY1301" fmla="*/ 970538 h 1579361"/>
                  <a:gd name="connsiteX1302" fmla="*/ 1688616 w 3628109"/>
                  <a:gd name="connsiteY1302" fmla="*/ 953736 h 1579361"/>
                  <a:gd name="connsiteX1303" fmla="*/ 1701162 w 3628109"/>
                  <a:gd name="connsiteY1303" fmla="*/ 932103 h 1579361"/>
                  <a:gd name="connsiteX1304" fmla="*/ 1708166 w 3628109"/>
                  <a:gd name="connsiteY1304" fmla="*/ 918759 h 1579361"/>
                  <a:gd name="connsiteX1305" fmla="*/ 1708388 w 3628109"/>
                  <a:gd name="connsiteY1305" fmla="*/ 910824 h 1579361"/>
                  <a:gd name="connsiteX1306" fmla="*/ 1711536 w 3628109"/>
                  <a:gd name="connsiteY1306" fmla="*/ 911312 h 1579361"/>
                  <a:gd name="connsiteX1307" fmla="*/ 1716190 w 3628109"/>
                  <a:gd name="connsiteY1307" fmla="*/ 909450 h 1579361"/>
                  <a:gd name="connsiteX1308" fmla="*/ 1721865 w 3628109"/>
                  <a:gd name="connsiteY1308" fmla="*/ 905948 h 1579361"/>
                  <a:gd name="connsiteX1309" fmla="*/ 1728071 w 3628109"/>
                  <a:gd name="connsiteY1309" fmla="*/ 901470 h 1579361"/>
                  <a:gd name="connsiteX1310" fmla="*/ 1732637 w 3628109"/>
                  <a:gd name="connsiteY1310" fmla="*/ 898411 h 1579361"/>
                  <a:gd name="connsiteX1311" fmla="*/ 1737248 w 3628109"/>
                  <a:gd name="connsiteY1311" fmla="*/ 896062 h 1579361"/>
                  <a:gd name="connsiteX1312" fmla="*/ 1741769 w 3628109"/>
                  <a:gd name="connsiteY1312" fmla="*/ 894599 h 1579361"/>
                  <a:gd name="connsiteX1313" fmla="*/ 1746025 w 3628109"/>
                  <a:gd name="connsiteY1313" fmla="*/ 894067 h 1579361"/>
                  <a:gd name="connsiteX1314" fmla="*/ 1748773 w 3628109"/>
                  <a:gd name="connsiteY1314" fmla="*/ 894244 h 1579361"/>
                  <a:gd name="connsiteX1315" fmla="*/ 1751389 w 3628109"/>
                  <a:gd name="connsiteY1315" fmla="*/ 894555 h 1579361"/>
                  <a:gd name="connsiteX1316" fmla="*/ 1755911 w 3628109"/>
                  <a:gd name="connsiteY1316" fmla="*/ 895264 h 1579361"/>
                  <a:gd name="connsiteX1317" fmla="*/ 1759014 w 3628109"/>
                  <a:gd name="connsiteY1317" fmla="*/ 895441 h 1579361"/>
                  <a:gd name="connsiteX1318" fmla="*/ 1761940 w 3628109"/>
                  <a:gd name="connsiteY1318" fmla="*/ 895353 h 1579361"/>
                  <a:gd name="connsiteX1319" fmla="*/ 1759546 w 3628109"/>
                  <a:gd name="connsiteY1319" fmla="*/ 897037 h 1579361"/>
                  <a:gd name="connsiteX1320" fmla="*/ 1757241 w 3628109"/>
                  <a:gd name="connsiteY1320" fmla="*/ 899741 h 1579361"/>
                  <a:gd name="connsiteX1321" fmla="*/ 1754271 w 3628109"/>
                  <a:gd name="connsiteY1321" fmla="*/ 904573 h 1579361"/>
                  <a:gd name="connsiteX1322" fmla="*/ 1750680 w 3628109"/>
                  <a:gd name="connsiteY1322" fmla="*/ 912065 h 1579361"/>
                  <a:gd name="connsiteX1323" fmla="*/ 1746202 w 3628109"/>
                  <a:gd name="connsiteY1323" fmla="*/ 926207 h 1579361"/>
                  <a:gd name="connsiteX1324" fmla="*/ 1746823 w 3628109"/>
                  <a:gd name="connsiteY1324" fmla="*/ 943762 h 1579361"/>
                  <a:gd name="connsiteX1325" fmla="*/ 1752675 w 3628109"/>
                  <a:gd name="connsiteY1325" fmla="*/ 954047 h 1579361"/>
                  <a:gd name="connsiteX1326" fmla="*/ 1756310 w 3628109"/>
                  <a:gd name="connsiteY1326" fmla="*/ 957327 h 1579361"/>
                  <a:gd name="connsiteX1327" fmla="*/ 1759768 w 3628109"/>
                  <a:gd name="connsiteY1327" fmla="*/ 959455 h 1579361"/>
                  <a:gd name="connsiteX1328" fmla="*/ 1765442 w 3628109"/>
                  <a:gd name="connsiteY1328" fmla="*/ 961051 h 1579361"/>
                  <a:gd name="connsiteX1329" fmla="*/ 1768501 w 3628109"/>
                  <a:gd name="connsiteY1329" fmla="*/ 959854 h 1579361"/>
                  <a:gd name="connsiteX1330" fmla="*/ 1768190 w 3628109"/>
                  <a:gd name="connsiteY1330" fmla="*/ 963090 h 1579361"/>
                  <a:gd name="connsiteX1331" fmla="*/ 1770141 w 3628109"/>
                  <a:gd name="connsiteY1331" fmla="*/ 967479 h 1579361"/>
                  <a:gd name="connsiteX1332" fmla="*/ 1773111 w 3628109"/>
                  <a:gd name="connsiteY1332" fmla="*/ 972621 h 1579361"/>
                  <a:gd name="connsiteX1333" fmla="*/ 1775993 w 3628109"/>
                  <a:gd name="connsiteY1333" fmla="*/ 977897 h 1579361"/>
                  <a:gd name="connsiteX1334" fmla="*/ 1777544 w 3628109"/>
                  <a:gd name="connsiteY1334" fmla="*/ 985921 h 1579361"/>
                  <a:gd name="connsiteX1335" fmla="*/ 1775549 w 3628109"/>
                  <a:gd name="connsiteY1335" fmla="*/ 996073 h 1579361"/>
                  <a:gd name="connsiteX1336" fmla="*/ 1772668 w 3628109"/>
                  <a:gd name="connsiteY1336" fmla="*/ 1011544 h 1579361"/>
                  <a:gd name="connsiteX1337" fmla="*/ 1773554 w 3628109"/>
                  <a:gd name="connsiteY1337" fmla="*/ 1017041 h 1579361"/>
                  <a:gd name="connsiteX1338" fmla="*/ 1775860 w 3628109"/>
                  <a:gd name="connsiteY1338" fmla="*/ 1019391 h 1579361"/>
                  <a:gd name="connsiteX1339" fmla="*/ 1769166 w 3628109"/>
                  <a:gd name="connsiteY1339" fmla="*/ 1024223 h 1579361"/>
                  <a:gd name="connsiteX1340" fmla="*/ 1763092 w 3628109"/>
                  <a:gd name="connsiteY1340" fmla="*/ 1039472 h 1579361"/>
                  <a:gd name="connsiteX1341" fmla="*/ 1761053 w 3628109"/>
                  <a:gd name="connsiteY1341" fmla="*/ 1053747 h 1579361"/>
                  <a:gd name="connsiteX1342" fmla="*/ 1761541 w 3628109"/>
                  <a:gd name="connsiteY1342" fmla="*/ 1068997 h 1579361"/>
                  <a:gd name="connsiteX1343" fmla="*/ 1762782 w 3628109"/>
                  <a:gd name="connsiteY1343" fmla="*/ 1074317 h 1579361"/>
                  <a:gd name="connsiteX1344" fmla="*/ 1764733 w 3628109"/>
                  <a:gd name="connsiteY1344" fmla="*/ 1079060 h 1579361"/>
                  <a:gd name="connsiteX1345" fmla="*/ 1769742 w 3628109"/>
                  <a:gd name="connsiteY1345" fmla="*/ 1086197 h 1579361"/>
                  <a:gd name="connsiteX1346" fmla="*/ 1774840 w 3628109"/>
                  <a:gd name="connsiteY1346" fmla="*/ 1089522 h 1579361"/>
                  <a:gd name="connsiteX1347" fmla="*/ 1778298 w 3628109"/>
                  <a:gd name="connsiteY1347" fmla="*/ 1089256 h 1579361"/>
                  <a:gd name="connsiteX1348" fmla="*/ 1777367 w 3628109"/>
                  <a:gd name="connsiteY1348" fmla="*/ 1092581 h 1579361"/>
                  <a:gd name="connsiteX1349" fmla="*/ 1779539 w 3628109"/>
                  <a:gd name="connsiteY1349" fmla="*/ 1098211 h 1579361"/>
                  <a:gd name="connsiteX1350" fmla="*/ 1785125 w 3628109"/>
                  <a:gd name="connsiteY1350" fmla="*/ 1104595 h 1579361"/>
                  <a:gd name="connsiteX1351" fmla="*/ 1794035 w 3628109"/>
                  <a:gd name="connsiteY1351" fmla="*/ 1110136 h 1579361"/>
                  <a:gd name="connsiteX1352" fmla="*/ 1801749 w 3628109"/>
                  <a:gd name="connsiteY1352" fmla="*/ 1112796 h 1579361"/>
                  <a:gd name="connsiteX1353" fmla="*/ 1809729 w 3628109"/>
                  <a:gd name="connsiteY1353" fmla="*/ 1114215 h 1579361"/>
                  <a:gd name="connsiteX1354" fmla="*/ 1817575 w 3628109"/>
                  <a:gd name="connsiteY1354" fmla="*/ 1114481 h 1579361"/>
                  <a:gd name="connsiteX1355" fmla="*/ 1824978 w 3628109"/>
                  <a:gd name="connsiteY1355" fmla="*/ 1113860 h 1579361"/>
                  <a:gd name="connsiteX1356" fmla="*/ 1834022 w 3628109"/>
                  <a:gd name="connsiteY1356" fmla="*/ 1111821 h 1579361"/>
                  <a:gd name="connsiteX1357" fmla="*/ 1840672 w 3628109"/>
                  <a:gd name="connsiteY1357" fmla="*/ 1108850 h 1579361"/>
                  <a:gd name="connsiteX1358" fmla="*/ 1845947 w 3628109"/>
                  <a:gd name="connsiteY1358" fmla="*/ 1102378 h 1579361"/>
                  <a:gd name="connsiteX1359" fmla="*/ 1846612 w 3628109"/>
                  <a:gd name="connsiteY1359" fmla="*/ 1103841 h 1579361"/>
                  <a:gd name="connsiteX1360" fmla="*/ 1848075 w 3628109"/>
                  <a:gd name="connsiteY1360" fmla="*/ 1105082 h 1579361"/>
                  <a:gd name="connsiteX1361" fmla="*/ 1852818 w 3628109"/>
                  <a:gd name="connsiteY1361" fmla="*/ 1106944 h 1579361"/>
                  <a:gd name="connsiteX1362" fmla="*/ 1859113 w 3628109"/>
                  <a:gd name="connsiteY1362" fmla="*/ 1108230 h 1579361"/>
                  <a:gd name="connsiteX1363" fmla="*/ 1866251 w 3628109"/>
                  <a:gd name="connsiteY1363" fmla="*/ 1109161 h 1579361"/>
                  <a:gd name="connsiteX1364" fmla="*/ 1871437 w 3628109"/>
                  <a:gd name="connsiteY1364" fmla="*/ 1110092 h 1579361"/>
                  <a:gd name="connsiteX1365" fmla="*/ 1876491 w 3628109"/>
                  <a:gd name="connsiteY1365" fmla="*/ 1111643 h 1579361"/>
                  <a:gd name="connsiteX1366" fmla="*/ 1886732 w 3628109"/>
                  <a:gd name="connsiteY1366" fmla="*/ 1116387 h 1579361"/>
                  <a:gd name="connsiteX1367" fmla="*/ 1893558 w 3628109"/>
                  <a:gd name="connsiteY1367" fmla="*/ 1119889 h 1579361"/>
                  <a:gd name="connsiteX1368" fmla="*/ 1899853 w 3628109"/>
                  <a:gd name="connsiteY1368" fmla="*/ 1122327 h 1579361"/>
                  <a:gd name="connsiteX1369" fmla="*/ 1908276 w 3628109"/>
                  <a:gd name="connsiteY1369" fmla="*/ 1121795 h 1579361"/>
                  <a:gd name="connsiteX1370" fmla="*/ 1907611 w 3628109"/>
                  <a:gd name="connsiteY1370" fmla="*/ 1123302 h 1579361"/>
                  <a:gd name="connsiteX1371" fmla="*/ 1908365 w 3628109"/>
                  <a:gd name="connsiteY1371" fmla="*/ 1127602 h 1579361"/>
                  <a:gd name="connsiteX1372" fmla="*/ 1909695 w 3628109"/>
                  <a:gd name="connsiteY1372" fmla="*/ 1130262 h 1579361"/>
                  <a:gd name="connsiteX1373" fmla="*/ 1914217 w 3628109"/>
                  <a:gd name="connsiteY1373" fmla="*/ 1136158 h 1579361"/>
                  <a:gd name="connsiteX1374" fmla="*/ 1921265 w 3628109"/>
                  <a:gd name="connsiteY1374" fmla="*/ 1142232 h 1579361"/>
                  <a:gd name="connsiteX1375" fmla="*/ 1927427 w 3628109"/>
                  <a:gd name="connsiteY1375" fmla="*/ 1146177 h 1579361"/>
                  <a:gd name="connsiteX1376" fmla="*/ 1934077 w 3628109"/>
                  <a:gd name="connsiteY1376" fmla="*/ 1149724 h 1579361"/>
                  <a:gd name="connsiteX1377" fmla="*/ 1941125 w 3628109"/>
                  <a:gd name="connsiteY1377" fmla="*/ 1152649 h 1579361"/>
                  <a:gd name="connsiteX1378" fmla="*/ 1948440 w 3628109"/>
                  <a:gd name="connsiteY1378" fmla="*/ 1154822 h 1579361"/>
                  <a:gd name="connsiteX1379" fmla="*/ 1958326 w 3628109"/>
                  <a:gd name="connsiteY1379" fmla="*/ 1155974 h 1579361"/>
                  <a:gd name="connsiteX1380" fmla="*/ 1966306 w 3628109"/>
                  <a:gd name="connsiteY1380" fmla="*/ 1154777 h 1579361"/>
                  <a:gd name="connsiteX1381" fmla="*/ 1971758 w 3628109"/>
                  <a:gd name="connsiteY1381" fmla="*/ 1152117 h 1579361"/>
                  <a:gd name="connsiteX1382" fmla="*/ 1973399 w 3628109"/>
                  <a:gd name="connsiteY1382" fmla="*/ 1148793 h 1579361"/>
                  <a:gd name="connsiteX1383" fmla="*/ 1975792 w 3628109"/>
                  <a:gd name="connsiteY1383" fmla="*/ 1151630 h 1579361"/>
                  <a:gd name="connsiteX1384" fmla="*/ 1978452 w 3628109"/>
                  <a:gd name="connsiteY1384" fmla="*/ 1152561 h 1579361"/>
                  <a:gd name="connsiteX1385" fmla="*/ 1981954 w 3628109"/>
                  <a:gd name="connsiteY1385" fmla="*/ 1152871 h 1579361"/>
                  <a:gd name="connsiteX1386" fmla="*/ 1981954 w 3628109"/>
                  <a:gd name="connsiteY1386" fmla="*/ 1152871 h 1579361"/>
                  <a:gd name="connsiteX1387" fmla="*/ 1981954 w 3628109"/>
                  <a:gd name="connsiteY1387" fmla="*/ 1152871 h 1579361"/>
                  <a:gd name="connsiteX1388" fmla="*/ 1990688 w 3628109"/>
                  <a:gd name="connsiteY1388" fmla="*/ 1151275 h 1579361"/>
                  <a:gd name="connsiteX1389" fmla="*/ 1995431 w 3628109"/>
                  <a:gd name="connsiteY1389" fmla="*/ 1149192 h 1579361"/>
                  <a:gd name="connsiteX1390" fmla="*/ 2000041 w 3628109"/>
                  <a:gd name="connsiteY1390" fmla="*/ 1146222 h 1579361"/>
                  <a:gd name="connsiteX1391" fmla="*/ 2019902 w 3628109"/>
                  <a:gd name="connsiteY1391" fmla="*/ 1122859 h 1579361"/>
                  <a:gd name="connsiteX1392" fmla="*/ 2023581 w 3628109"/>
                  <a:gd name="connsiteY1392" fmla="*/ 1113683 h 1579361"/>
                  <a:gd name="connsiteX1393" fmla="*/ 2024601 w 3628109"/>
                  <a:gd name="connsiteY1393" fmla="*/ 1105614 h 1579361"/>
                  <a:gd name="connsiteX1394" fmla="*/ 2020567 w 3628109"/>
                  <a:gd name="connsiteY1394" fmla="*/ 1097324 h 1579361"/>
                  <a:gd name="connsiteX1395" fmla="*/ 2025975 w 3628109"/>
                  <a:gd name="connsiteY1395" fmla="*/ 1094221 h 1579361"/>
                  <a:gd name="connsiteX1396" fmla="*/ 2027660 w 3628109"/>
                  <a:gd name="connsiteY1396" fmla="*/ 1091428 h 1579361"/>
                  <a:gd name="connsiteX1397" fmla="*/ 2030142 w 3628109"/>
                  <a:gd name="connsiteY1397" fmla="*/ 1083626 h 1579361"/>
                  <a:gd name="connsiteX1398" fmla="*/ 2030630 w 3628109"/>
                  <a:gd name="connsiteY1398" fmla="*/ 1073652 h 1579361"/>
                  <a:gd name="connsiteX1399" fmla="*/ 2022029 w 3628109"/>
                  <a:gd name="connsiteY1399" fmla="*/ 1044172 h 1579361"/>
                  <a:gd name="connsiteX1400" fmla="*/ 2019148 w 3628109"/>
                  <a:gd name="connsiteY1400" fmla="*/ 1039650 h 1579361"/>
                  <a:gd name="connsiteX1401" fmla="*/ 2015912 w 3628109"/>
                  <a:gd name="connsiteY1401" fmla="*/ 1035837 h 1579361"/>
                  <a:gd name="connsiteX1402" fmla="*/ 2009174 w 3628109"/>
                  <a:gd name="connsiteY1402" fmla="*/ 1030739 h 1579361"/>
                  <a:gd name="connsiteX1403" fmla="*/ 2003366 w 3628109"/>
                  <a:gd name="connsiteY1403" fmla="*/ 1028966 h 1579361"/>
                  <a:gd name="connsiteX1404" fmla="*/ 1999731 w 3628109"/>
                  <a:gd name="connsiteY1404" fmla="*/ 1030252 h 1579361"/>
                  <a:gd name="connsiteX1405" fmla="*/ 2000485 w 3628109"/>
                  <a:gd name="connsiteY1405" fmla="*/ 1028567 h 1579361"/>
                  <a:gd name="connsiteX1406" fmla="*/ 1998844 w 3628109"/>
                  <a:gd name="connsiteY1406" fmla="*/ 1021297 h 1579361"/>
                  <a:gd name="connsiteX1407" fmla="*/ 1994988 w 3628109"/>
                  <a:gd name="connsiteY1407" fmla="*/ 1015356 h 1579361"/>
                  <a:gd name="connsiteX1408" fmla="*/ 1989535 w 3628109"/>
                  <a:gd name="connsiteY1408" fmla="*/ 1009239 h 1579361"/>
                  <a:gd name="connsiteX1409" fmla="*/ 1985279 w 3628109"/>
                  <a:gd name="connsiteY1409" fmla="*/ 1004939 h 1579361"/>
                  <a:gd name="connsiteX1410" fmla="*/ 1981422 w 3628109"/>
                  <a:gd name="connsiteY1410" fmla="*/ 1000594 h 1579361"/>
                  <a:gd name="connsiteX1411" fmla="*/ 1978053 w 3628109"/>
                  <a:gd name="connsiteY1411" fmla="*/ 996250 h 1579361"/>
                  <a:gd name="connsiteX1412" fmla="*/ 1975393 w 3628109"/>
                  <a:gd name="connsiteY1412" fmla="*/ 992083 h 1579361"/>
                  <a:gd name="connsiteX1413" fmla="*/ 1974108 w 3628109"/>
                  <a:gd name="connsiteY1413" fmla="*/ 989600 h 1579361"/>
                  <a:gd name="connsiteX1414" fmla="*/ 1973044 w 3628109"/>
                  <a:gd name="connsiteY1414" fmla="*/ 987738 h 1579361"/>
                  <a:gd name="connsiteX1415" fmla="*/ 1972113 w 3628109"/>
                  <a:gd name="connsiteY1415" fmla="*/ 986364 h 1579361"/>
                  <a:gd name="connsiteX1416" fmla="*/ 1971182 w 3628109"/>
                  <a:gd name="connsiteY1416" fmla="*/ 985034 h 1579361"/>
                  <a:gd name="connsiteX1417" fmla="*/ 1969365 w 3628109"/>
                  <a:gd name="connsiteY1417" fmla="*/ 981842 h 1579361"/>
                  <a:gd name="connsiteX1418" fmla="*/ 1966926 w 3628109"/>
                  <a:gd name="connsiteY1418" fmla="*/ 978916 h 1579361"/>
                  <a:gd name="connsiteX1419" fmla="*/ 1970694 w 3628109"/>
                  <a:gd name="connsiteY1419" fmla="*/ 979936 h 1579361"/>
                  <a:gd name="connsiteX1420" fmla="*/ 1975083 w 3628109"/>
                  <a:gd name="connsiteY1420" fmla="*/ 979493 h 1579361"/>
                  <a:gd name="connsiteX1421" fmla="*/ 1977566 w 3628109"/>
                  <a:gd name="connsiteY1421" fmla="*/ 978828 h 1579361"/>
                  <a:gd name="connsiteX1422" fmla="*/ 1980536 w 3628109"/>
                  <a:gd name="connsiteY1422" fmla="*/ 977897 h 1579361"/>
                  <a:gd name="connsiteX1423" fmla="*/ 1987141 w 3628109"/>
                  <a:gd name="connsiteY1423" fmla="*/ 975015 h 1579361"/>
                  <a:gd name="connsiteX1424" fmla="*/ 1992461 w 3628109"/>
                  <a:gd name="connsiteY1424" fmla="*/ 972621 h 1579361"/>
                  <a:gd name="connsiteX1425" fmla="*/ 1995653 w 3628109"/>
                  <a:gd name="connsiteY1425" fmla="*/ 971158 h 1579361"/>
                  <a:gd name="connsiteX1426" fmla="*/ 1999465 w 3628109"/>
                  <a:gd name="connsiteY1426" fmla="*/ 969252 h 1579361"/>
                  <a:gd name="connsiteX1427" fmla="*/ 2012853 w 3628109"/>
                  <a:gd name="connsiteY1427" fmla="*/ 958701 h 1579361"/>
                  <a:gd name="connsiteX1428" fmla="*/ 2018927 w 3628109"/>
                  <a:gd name="connsiteY1428" fmla="*/ 949481 h 1579361"/>
                  <a:gd name="connsiteX1429" fmla="*/ 2021099 w 3628109"/>
                  <a:gd name="connsiteY1429" fmla="*/ 940880 h 1579361"/>
                  <a:gd name="connsiteX1430" fmla="*/ 2020256 w 3628109"/>
                  <a:gd name="connsiteY1430" fmla="*/ 934630 h 1579361"/>
                  <a:gd name="connsiteX1431" fmla="*/ 2017286 w 3628109"/>
                  <a:gd name="connsiteY1431" fmla="*/ 931748 h 1579361"/>
                  <a:gd name="connsiteX1432" fmla="*/ 2021320 w 3628109"/>
                  <a:gd name="connsiteY1432" fmla="*/ 930862 h 1579361"/>
                  <a:gd name="connsiteX1433" fmla="*/ 2025399 w 3628109"/>
                  <a:gd name="connsiteY1433" fmla="*/ 926074 h 1579361"/>
                  <a:gd name="connsiteX1434" fmla="*/ 2028280 w 3628109"/>
                  <a:gd name="connsiteY1434" fmla="*/ 917917 h 1579361"/>
                  <a:gd name="connsiteX1435" fmla="*/ 2028679 w 3628109"/>
                  <a:gd name="connsiteY1435" fmla="*/ 907366 h 1579361"/>
                  <a:gd name="connsiteX1436" fmla="*/ 2016400 w 3628109"/>
                  <a:gd name="connsiteY1436" fmla="*/ 876468 h 1579361"/>
                  <a:gd name="connsiteX1437" fmla="*/ 2007090 w 3628109"/>
                  <a:gd name="connsiteY1437" fmla="*/ 868754 h 1579361"/>
                  <a:gd name="connsiteX1438" fmla="*/ 1997426 w 3628109"/>
                  <a:gd name="connsiteY1438" fmla="*/ 865961 h 1579361"/>
                  <a:gd name="connsiteX1439" fmla="*/ 1993525 w 3628109"/>
                  <a:gd name="connsiteY1439" fmla="*/ 866138 h 1579361"/>
                  <a:gd name="connsiteX1440" fmla="*/ 1990599 w 3628109"/>
                  <a:gd name="connsiteY1440" fmla="*/ 867158 h 1579361"/>
                  <a:gd name="connsiteX1441" fmla="*/ 1987895 w 3628109"/>
                  <a:gd name="connsiteY1441" fmla="*/ 870483 h 1579361"/>
                  <a:gd name="connsiteX1442" fmla="*/ 1986299 w 3628109"/>
                  <a:gd name="connsiteY1442" fmla="*/ 866493 h 1579361"/>
                  <a:gd name="connsiteX1443" fmla="*/ 1980359 w 3628109"/>
                  <a:gd name="connsiteY1443" fmla="*/ 863213 h 1579361"/>
                  <a:gd name="connsiteX1444" fmla="*/ 1972867 w 3628109"/>
                  <a:gd name="connsiteY1444" fmla="*/ 861528 h 1579361"/>
                  <a:gd name="connsiteX1445" fmla="*/ 1964222 w 3628109"/>
                  <a:gd name="connsiteY1445" fmla="*/ 861306 h 1579361"/>
                  <a:gd name="connsiteX1446" fmla="*/ 1951765 w 3628109"/>
                  <a:gd name="connsiteY1446" fmla="*/ 861927 h 1579361"/>
                  <a:gd name="connsiteX1447" fmla="*/ 1941125 w 3628109"/>
                  <a:gd name="connsiteY1447" fmla="*/ 861528 h 1579361"/>
                  <a:gd name="connsiteX1448" fmla="*/ 1938643 w 3628109"/>
                  <a:gd name="connsiteY1448" fmla="*/ 861218 h 1579361"/>
                  <a:gd name="connsiteX1449" fmla="*/ 1938155 w 3628109"/>
                  <a:gd name="connsiteY1449" fmla="*/ 861218 h 1579361"/>
                  <a:gd name="connsiteX1450" fmla="*/ 1938023 w 3628109"/>
                  <a:gd name="connsiteY1450" fmla="*/ 861306 h 1579361"/>
                  <a:gd name="connsiteX1451" fmla="*/ 1937712 w 3628109"/>
                  <a:gd name="connsiteY1451" fmla="*/ 861528 h 1579361"/>
                  <a:gd name="connsiteX1452" fmla="*/ 1935540 w 3628109"/>
                  <a:gd name="connsiteY1452" fmla="*/ 862326 h 1579361"/>
                  <a:gd name="connsiteX1453" fmla="*/ 1933900 w 3628109"/>
                  <a:gd name="connsiteY1453" fmla="*/ 862282 h 1579361"/>
                  <a:gd name="connsiteX1454" fmla="*/ 1932082 w 3628109"/>
                  <a:gd name="connsiteY1454" fmla="*/ 861705 h 1579361"/>
                  <a:gd name="connsiteX1455" fmla="*/ 1927959 w 3628109"/>
                  <a:gd name="connsiteY1455" fmla="*/ 861218 h 1579361"/>
                  <a:gd name="connsiteX1456" fmla="*/ 1931772 w 3628109"/>
                  <a:gd name="connsiteY1456" fmla="*/ 859444 h 1579361"/>
                  <a:gd name="connsiteX1457" fmla="*/ 1935052 w 3628109"/>
                  <a:gd name="connsiteY1457" fmla="*/ 855854 h 1579361"/>
                  <a:gd name="connsiteX1458" fmla="*/ 1937978 w 3628109"/>
                  <a:gd name="connsiteY1458" fmla="*/ 850401 h 1579361"/>
                  <a:gd name="connsiteX1459" fmla="*/ 1938599 w 3628109"/>
                  <a:gd name="connsiteY1459" fmla="*/ 848761 h 1579361"/>
                  <a:gd name="connsiteX1460" fmla="*/ 1939219 w 3628109"/>
                  <a:gd name="connsiteY1460" fmla="*/ 846721 h 1579361"/>
                  <a:gd name="connsiteX1461" fmla="*/ 1940283 w 3628109"/>
                  <a:gd name="connsiteY1461" fmla="*/ 841402 h 1579361"/>
                  <a:gd name="connsiteX1462" fmla="*/ 1940461 w 3628109"/>
                  <a:gd name="connsiteY1462" fmla="*/ 824955 h 1579361"/>
                  <a:gd name="connsiteX1463" fmla="*/ 1938776 w 3628109"/>
                  <a:gd name="connsiteY1463" fmla="*/ 816443 h 1579361"/>
                  <a:gd name="connsiteX1464" fmla="*/ 1935540 w 3628109"/>
                  <a:gd name="connsiteY1464" fmla="*/ 807976 h 1579361"/>
                  <a:gd name="connsiteX1465" fmla="*/ 1927915 w 3628109"/>
                  <a:gd name="connsiteY1465" fmla="*/ 798046 h 1579361"/>
                  <a:gd name="connsiteX1466" fmla="*/ 1923216 w 3628109"/>
                  <a:gd name="connsiteY1466" fmla="*/ 794854 h 1579361"/>
                  <a:gd name="connsiteX1467" fmla="*/ 1918517 w 3628109"/>
                  <a:gd name="connsiteY1467" fmla="*/ 793125 h 1579361"/>
                  <a:gd name="connsiteX1468" fmla="*/ 1911158 w 3628109"/>
                  <a:gd name="connsiteY1468" fmla="*/ 793125 h 1579361"/>
                  <a:gd name="connsiteX1469" fmla="*/ 1907789 w 3628109"/>
                  <a:gd name="connsiteY1469" fmla="*/ 796273 h 1579361"/>
                  <a:gd name="connsiteX1470" fmla="*/ 1906769 w 3628109"/>
                  <a:gd name="connsiteY1470" fmla="*/ 791840 h 1579361"/>
                  <a:gd name="connsiteX1471" fmla="*/ 1904420 w 3628109"/>
                  <a:gd name="connsiteY1471" fmla="*/ 789490 h 1579361"/>
                  <a:gd name="connsiteX1472" fmla="*/ 1900873 w 3628109"/>
                  <a:gd name="connsiteY1472" fmla="*/ 787628 h 1579361"/>
                  <a:gd name="connsiteX1473" fmla="*/ 1890854 w 3628109"/>
                  <a:gd name="connsiteY1473" fmla="*/ 785899 h 1579361"/>
                  <a:gd name="connsiteX1474" fmla="*/ 1879461 w 3628109"/>
                  <a:gd name="connsiteY1474" fmla="*/ 788426 h 1579361"/>
                  <a:gd name="connsiteX1475" fmla="*/ 1875516 w 3628109"/>
                  <a:gd name="connsiteY1475" fmla="*/ 790111 h 1579361"/>
                  <a:gd name="connsiteX1476" fmla="*/ 1871925 w 3628109"/>
                  <a:gd name="connsiteY1476" fmla="*/ 792106 h 1579361"/>
                  <a:gd name="connsiteX1477" fmla="*/ 1868378 w 3628109"/>
                  <a:gd name="connsiteY1477" fmla="*/ 794189 h 1579361"/>
                  <a:gd name="connsiteX1478" fmla="*/ 1865541 w 3628109"/>
                  <a:gd name="connsiteY1478" fmla="*/ 796051 h 1579361"/>
                  <a:gd name="connsiteX1479" fmla="*/ 1854680 w 3628109"/>
                  <a:gd name="connsiteY1479" fmla="*/ 803277 h 1579361"/>
                  <a:gd name="connsiteX1480" fmla="*/ 1843730 w 3628109"/>
                  <a:gd name="connsiteY1480" fmla="*/ 814005 h 1579361"/>
                  <a:gd name="connsiteX1481" fmla="*/ 1842223 w 3628109"/>
                  <a:gd name="connsiteY1481" fmla="*/ 823758 h 1579361"/>
                  <a:gd name="connsiteX1482" fmla="*/ 1833180 w 3628109"/>
                  <a:gd name="connsiteY1482" fmla="*/ 819813 h 1579361"/>
                  <a:gd name="connsiteX1483" fmla="*/ 1826574 w 3628109"/>
                  <a:gd name="connsiteY1483" fmla="*/ 820212 h 1579361"/>
                  <a:gd name="connsiteX1484" fmla="*/ 1819703 w 3628109"/>
                  <a:gd name="connsiteY1484" fmla="*/ 821630 h 1579361"/>
                  <a:gd name="connsiteX1485" fmla="*/ 1810438 w 3628109"/>
                  <a:gd name="connsiteY1485" fmla="*/ 823226 h 1579361"/>
                  <a:gd name="connsiteX1486" fmla="*/ 1806227 w 3628109"/>
                  <a:gd name="connsiteY1486" fmla="*/ 823093 h 1579361"/>
                  <a:gd name="connsiteX1487" fmla="*/ 1802281 w 3628109"/>
                  <a:gd name="connsiteY1487" fmla="*/ 822339 h 1579361"/>
                  <a:gd name="connsiteX1488" fmla="*/ 1796917 w 3628109"/>
                  <a:gd name="connsiteY1488" fmla="*/ 821054 h 1579361"/>
                  <a:gd name="connsiteX1489" fmla="*/ 1791420 w 3628109"/>
                  <a:gd name="connsiteY1489" fmla="*/ 820433 h 1579361"/>
                  <a:gd name="connsiteX1490" fmla="*/ 1786189 w 3628109"/>
                  <a:gd name="connsiteY1490" fmla="*/ 820921 h 1579361"/>
                  <a:gd name="connsiteX1491" fmla="*/ 1782110 w 3628109"/>
                  <a:gd name="connsiteY1491" fmla="*/ 823137 h 1579361"/>
                  <a:gd name="connsiteX1492" fmla="*/ 1783795 w 3628109"/>
                  <a:gd name="connsiteY1492" fmla="*/ 813429 h 1579361"/>
                  <a:gd name="connsiteX1493" fmla="*/ 1782376 w 3628109"/>
                  <a:gd name="connsiteY1493" fmla="*/ 807755 h 1579361"/>
                  <a:gd name="connsiteX1494" fmla="*/ 1781268 w 3628109"/>
                  <a:gd name="connsiteY1494" fmla="*/ 804784 h 1579361"/>
                  <a:gd name="connsiteX1495" fmla="*/ 1779850 w 3628109"/>
                  <a:gd name="connsiteY1495" fmla="*/ 801637 h 1579361"/>
                  <a:gd name="connsiteX1496" fmla="*/ 1775993 w 3628109"/>
                  <a:gd name="connsiteY1496" fmla="*/ 791884 h 1579361"/>
                  <a:gd name="connsiteX1497" fmla="*/ 1773377 w 3628109"/>
                  <a:gd name="connsiteY1497" fmla="*/ 781156 h 1579361"/>
                  <a:gd name="connsiteX1498" fmla="*/ 1768323 w 3628109"/>
                  <a:gd name="connsiteY1498" fmla="*/ 767812 h 1579361"/>
                  <a:gd name="connsiteX1499" fmla="*/ 1759812 w 3628109"/>
                  <a:gd name="connsiteY1499" fmla="*/ 762094 h 1579361"/>
                  <a:gd name="connsiteX1500" fmla="*/ 1768102 w 3628109"/>
                  <a:gd name="connsiteY1500" fmla="*/ 755932 h 1579361"/>
                  <a:gd name="connsiteX1501" fmla="*/ 1772624 w 3628109"/>
                  <a:gd name="connsiteY1501" fmla="*/ 742100 h 1579361"/>
                  <a:gd name="connsiteX1502" fmla="*/ 1773510 w 3628109"/>
                  <a:gd name="connsiteY1502" fmla="*/ 736382 h 1579361"/>
                  <a:gd name="connsiteX1503" fmla="*/ 1774663 w 3628109"/>
                  <a:gd name="connsiteY1503" fmla="*/ 730752 h 1579361"/>
                  <a:gd name="connsiteX1504" fmla="*/ 1777722 w 3628109"/>
                  <a:gd name="connsiteY1504" fmla="*/ 719891 h 1579361"/>
                  <a:gd name="connsiteX1505" fmla="*/ 1779406 w 3628109"/>
                  <a:gd name="connsiteY1505" fmla="*/ 712709 h 1579361"/>
                  <a:gd name="connsiteX1506" fmla="*/ 1779628 w 3628109"/>
                  <a:gd name="connsiteY1506" fmla="*/ 706281 h 1579361"/>
                  <a:gd name="connsiteX1507" fmla="*/ 1775062 w 3628109"/>
                  <a:gd name="connsiteY1507" fmla="*/ 697060 h 1579361"/>
                  <a:gd name="connsiteX1508" fmla="*/ 1785302 w 3628109"/>
                  <a:gd name="connsiteY1508" fmla="*/ 697282 h 1579361"/>
                  <a:gd name="connsiteX1509" fmla="*/ 1790711 w 3628109"/>
                  <a:gd name="connsiteY1509" fmla="*/ 695154 h 1579361"/>
                  <a:gd name="connsiteX1510" fmla="*/ 1795498 w 3628109"/>
                  <a:gd name="connsiteY1510" fmla="*/ 692450 h 1579361"/>
                  <a:gd name="connsiteX1511" fmla="*/ 1801705 w 3628109"/>
                  <a:gd name="connsiteY1511" fmla="*/ 689746 h 1579361"/>
                  <a:gd name="connsiteX1512" fmla="*/ 1803301 w 3628109"/>
                  <a:gd name="connsiteY1512" fmla="*/ 689435 h 1579361"/>
                  <a:gd name="connsiteX1513" fmla="*/ 1805783 w 3628109"/>
                  <a:gd name="connsiteY1513" fmla="*/ 689302 h 1579361"/>
                  <a:gd name="connsiteX1514" fmla="*/ 1808266 w 3628109"/>
                  <a:gd name="connsiteY1514" fmla="*/ 689125 h 1579361"/>
                  <a:gd name="connsiteX1515" fmla="*/ 1810704 w 3628109"/>
                  <a:gd name="connsiteY1515" fmla="*/ 689081 h 1579361"/>
                  <a:gd name="connsiteX1516" fmla="*/ 1817176 w 3628109"/>
                  <a:gd name="connsiteY1516" fmla="*/ 688593 h 1579361"/>
                  <a:gd name="connsiteX1517" fmla="*/ 1823028 w 3628109"/>
                  <a:gd name="connsiteY1517" fmla="*/ 686953 h 1579361"/>
                  <a:gd name="connsiteX1518" fmla="*/ 1830875 w 3628109"/>
                  <a:gd name="connsiteY1518" fmla="*/ 680037 h 1579361"/>
                  <a:gd name="connsiteX1519" fmla="*/ 1832869 w 3628109"/>
                  <a:gd name="connsiteY1519" fmla="*/ 690455 h 1579361"/>
                  <a:gd name="connsiteX1520" fmla="*/ 1836726 w 3628109"/>
                  <a:gd name="connsiteY1520" fmla="*/ 695509 h 1579361"/>
                  <a:gd name="connsiteX1521" fmla="*/ 1842090 w 3628109"/>
                  <a:gd name="connsiteY1521" fmla="*/ 700075 h 1579361"/>
                  <a:gd name="connsiteX1522" fmla="*/ 1850646 w 3628109"/>
                  <a:gd name="connsiteY1522" fmla="*/ 706990 h 1579361"/>
                  <a:gd name="connsiteX1523" fmla="*/ 1854813 w 3628109"/>
                  <a:gd name="connsiteY1523" fmla="*/ 710891 h 1579361"/>
                  <a:gd name="connsiteX1524" fmla="*/ 1858892 w 3628109"/>
                  <a:gd name="connsiteY1524" fmla="*/ 715058 h 1579361"/>
                  <a:gd name="connsiteX1525" fmla="*/ 1871437 w 3628109"/>
                  <a:gd name="connsiteY1525" fmla="*/ 723526 h 1579361"/>
                  <a:gd name="connsiteX1526" fmla="*/ 1882564 w 3628109"/>
                  <a:gd name="connsiteY1526" fmla="*/ 722506 h 1579361"/>
                  <a:gd name="connsiteX1527" fmla="*/ 1879816 w 3628109"/>
                  <a:gd name="connsiteY1527" fmla="*/ 727072 h 1579361"/>
                  <a:gd name="connsiteX1528" fmla="*/ 1879683 w 3628109"/>
                  <a:gd name="connsiteY1528" fmla="*/ 733412 h 1579361"/>
                  <a:gd name="connsiteX1529" fmla="*/ 1880614 w 3628109"/>
                  <a:gd name="connsiteY1529" fmla="*/ 737002 h 1579361"/>
                  <a:gd name="connsiteX1530" fmla="*/ 1882254 w 3628109"/>
                  <a:gd name="connsiteY1530" fmla="*/ 740815 h 1579361"/>
                  <a:gd name="connsiteX1531" fmla="*/ 1888194 w 3628109"/>
                  <a:gd name="connsiteY1531" fmla="*/ 748573 h 1579361"/>
                  <a:gd name="connsiteX1532" fmla="*/ 1899144 w 3628109"/>
                  <a:gd name="connsiteY1532" fmla="*/ 758769 h 1579361"/>
                  <a:gd name="connsiteX1533" fmla="*/ 1905040 w 3628109"/>
                  <a:gd name="connsiteY1533" fmla="*/ 763424 h 1579361"/>
                  <a:gd name="connsiteX1534" fmla="*/ 1911158 w 3628109"/>
                  <a:gd name="connsiteY1534" fmla="*/ 767768 h 1579361"/>
                  <a:gd name="connsiteX1535" fmla="*/ 1920157 w 3628109"/>
                  <a:gd name="connsiteY1535" fmla="*/ 771935 h 1579361"/>
                  <a:gd name="connsiteX1536" fmla="*/ 1924413 w 3628109"/>
                  <a:gd name="connsiteY1536" fmla="*/ 773043 h 1579361"/>
                  <a:gd name="connsiteX1537" fmla="*/ 1928491 w 3628109"/>
                  <a:gd name="connsiteY1537" fmla="*/ 773132 h 1579361"/>
                  <a:gd name="connsiteX1538" fmla="*/ 1938776 w 3628109"/>
                  <a:gd name="connsiteY1538" fmla="*/ 767325 h 1579361"/>
                  <a:gd name="connsiteX1539" fmla="*/ 1938510 w 3628109"/>
                  <a:gd name="connsiteY1539" fmla="*/ 772910 h 1579361"/>
                  <a:gd name="connsiteX1540" fmla="*/ 1941835 w 3628109"/>
                  <a:gd name="connsiteY1540" fmla="*/ 778895 h 1579361"/>
                  <a:gd name="connsiteX1541" fmla="*/ 1948529 w 3628109"/>
                  <a:gd name="connsiteY1541" fmla="*/ 783993 h 1579361"/>
                  <a:gd name="connsiteX1542" fmla="*/ 1957750 w 3628109"/>
                  <a:gd name="connsiteY1542" fmla="*/ 787673 h 1579361"/>
                  <a:gd name="connsiteX1543" fmla="*/ 1972423 w 3628109"/>
                  <a:gd name="connsiteY1543" fmla="*/ 790333 h 1579361"/>
                  <a:gd name="connsiteX1544" fmla="*/ 1987274 w 3628109"/>
                  <a:gd name="connsiteY1544" fmla="*/ 791308 h 1579361"/>
                  <a:gd name="connsiteX1545" fmla="*/ 1997027 w 3628109"/>
                  <a:gd name="connsiteY1545" fmla="*/ 790022 h 1579361"/>
                  <a:gd name="connsiteX1546" fmla="*/ 2004696 w 3628109"/>
                  <a:gd name="connsiteY1546" fmla="*/ 786653 h 1579361"/>
                  <a:gd name="connsiteX1547" fmla="*/ 2009351 w 3628109"/>
                  <a:gd name="connsiteY1547" fmla="*/ 781644 h 1579361"/>
                  <a:gd name="connsiteX1548" fmla="*/ 2010415 w 3628109"/>
                  <a:gd name="connsiteY1548" fmla="*/ 776014 h 1579361"/>
                  <a:gd name="connsiteX1549" fmla="*/ 2019015 w 3628109"/>
                  <a:gd name="connsiteY1549" fmla="*/ 784525 h 1579361"/>
                  <a:gd name="connsiteX1550" fmla="*/ 2023005 w 3628109"/>
                  <a:gd name="connsiteY1550" fmla="*/ 785589 h 1579361"/>
                  <a:gd name="connsiteX1551" fmla="*/ 2027394 w 3628109"/>
                  <a:gd name="connsiteY1551" fmla="*/ 785722 h 1579361"/>
                  <a:gd name="connsiteX1552" fmla="*/ 2037146 w 3628109"/>
                  <a:gd name="connsiteY1552" fmla="*/ 784126 h 1579361"/>
                  <a:gd name="connsiteX1553" fmla="*/ 2040737 w 3628109"/>
                  <a:gd name="connsiteY1553" fmla="*/ 783062 h 1579361"/>
                  <a:gd name="connsiteX1554" fmla="*/ 2044195 w 3628109"/>
                  <a:gd name="connsiteY1554" fmla="*/ 781644 h 1579361"/>
                  <a:gd name="connsiteX1555" fmla="*/ 2051111 w 3628109"/>
                  <a:gd name="connsiteY1555" fmla="*/ 778806 h 1579361"/>
                  <a:gd name="connsiteX1556" fmla="*/ 2057938 w 3628109"/>
                  <a:gd name="connsiteY1556" fmla="*/ 775792 h 1579361"/>
                  <a:gd name="connsiteX1557" fmla="*/ 2064499 w 3628109"/>
                  <a:gd name="connsiteY1557" fmla="*/ 772157 h 1579361"/>
                  <a:gd name="connsiteX1558" fmla="*/ 2072478 w 3628109"/>
                  <a:gd name="connsiteY1558" fmla="*/ 766305 h 1579361"/>
                  <a:gd name="connsiteX1559" fmla="*/ 2077177 w 3628109"/>
                  <a:gd name="connsiteY1559" fmla="*/ 759123 h 1579361"/>
                  <a:gd name="connsiteX1560" fmla="*/ 2076690 w 3628109"/>
                  <a:gd name="connsiteY1560" fmla="*/ 747021 h 1579361"/>
                  <a:gd name="connsiteX1561" fmla="*/ 2081699 w 3628109"/>
                  <a:gd name="connsiteY1561" fmla="*/ 750169 h 1579361"/>
                  <a:gd name="connsiteX1562" fmla="*/ 2088526 w 3628109"/>
                  <a:gd name="connsiteY1562" fmla="*/ 750036 h 1579361"/>
                  <a:gd name="connsiteX1563" fmla="*/ 2096461 w 3628109"/>
                  <a:gd name="connsiteY1563" fmla="*/ 746844 h 1579361"/>
                  <a:gd name="connsiteX1564" fmla="*/ 2100540 w 3628109"/>
                  <a:gd name="connsiteY1564" fmla="*/ 744184 h 1579361"/>
                  <a:gd name="connsiteX1565" fmla="*/ 2104042 w 3628109"/>
                  <a:gd name="connsiteY1565" fmla="*/ 740504 h 1579361"/>
                  <a:gd name="connsiteX1566" fmla="*/ 2113529 w 3628109"/>
                  <a:gd name="connsiteY1566" fmla="*/ 728978 h 1579361"/>
                  <a:gd name="connsiteX1567" fmla="*/ 2121641 w 3628109"/>
                  <a:gd name="connsiteY1567" fmla="*/ 716477 h 1579361"/>
                  <a:gd name="connsiteX1568" fmla="*/ 2125276 w 3628109"/>
                  <a:gd name="connsiteY1568" fmla="*/ 708010 h 1579361"/>
                  <a:gd name="connsiteX1569" fmla="*/ 2125986 w 3628109"/>
                  <a:gd name="connsiteY1569" fmla="*/ 700208 h 1579361"/>
                  <a:gd name="connsiteX1570" fmla="*/ 2119957 w 3628109"/>
                  <a:gd name="connsiteY1570" fmla="*/ 689568 h 1579361"/>
                  <a:gd name="connsiteX1571" fmla="*/ 2143452 w 3628109"/>
                  <a:gd name="connsiteY1571" fmla="*/ 676934 h 1579361"/>
                  <a:gd name="connsiteX1572" fmla="*/ 2149614 w 3628109"/>
                  <a:gd name="connsiteY1572" fmla="*/ 665674 h 1579361"/>
                  <a:gd name="connsiteX1573" fmla="*/ 2155821 w 3628109"/>
                  <a:gd name="connsiteY1573" fmla="*/ 654591 h 1579361"/>
                  <a:gd name="connsiteX1574" fmla="*/ 2159677 w 3628109"/>
                  <a:gd name="connsiteY1574" fmla="*/ 639385 h 1579361"/>
                  <a:gd name="connsiteX1575" fmla="*/ 2153958 w 3628109"/>
                  <a:gd name="connsiteY1575" fmla="*/ 628436 h 1579361"/>
                  <a:gd name="connsiteX1576" fmla="*/ 2159810 w 3628109"/>
                  <a:gd name="connsiteY1576" fmla="*/ 630120 h 1579361"/>
                  <a:gd name="connsiteX1577" fmla="*/ 2166327 w 3628109"/>
                  <a:gd name="connsiteY1577" fmla="*/ 628879 h 1579361"/>
                  <a:gd name="connsiteX1578" fmla="*/ 2172799 w 3628109"/>
                  <a:gd name="connsiteY1578" fmla="*/ 625288 h 1579361"/>
                  <a:gd name="connsiteX1579" fmla="*/ 2178385 w 3628109"/>
                  <a:gd name="connsiteY1579" fmla="*/ 619481 h 1579361"/>
                  <a:gd name="connsiteX1580" fmla="*/ 2185700 w 3628109"/>
                  <a:gd name="connsiteY1580" fmla="*/ 610216 h 1579361"/>
                  <a:gd name="connsiteX1581" fmla="*/ 2193458 w 3628109"/>
                  <a:gd name="connsiteY1581" fmla="*/ 601660 h 1579361"/>
                  <a:gd name="connsiteX1582" fmla="*/ 2197979 w 3628109"/>
                  <a:gd name="connsiteY1582" fmla="*/ 595586 h 1579361"/>
                  <a:gd name="connsiteX1583" fmla="*/ 2200329 w 3628109"/>
                  <a:gd name="connsiteY1583" fmla="*/ 588937 h 1579361"/>
                  <a:gd name="connsiteX1584" fmla="*/ 2200462 w 3628109"/>
                  <a:gd name="connsiteY1584" fmla="*/ 582465 h 1579361"/>
                  <a:gd name="connsiteX1585" fmla="*/ 2198023 w 3628109"/>
                  <a:gd name="connsiteY1585" fmla="*/ 576790 h 1579361"/>
                  <a:gd name="connsiteX1586" fmla="*/ 2209372 w 3628109"/>
                  <a:gd name="connsiteY1586" fmla="*/ 582021 h 1579361"/>
                  <a:gd name="connsiteX1587" fmla="*/ 2216243 w 3628109"/>
                  <a:gd name="connsiteY1587" fmla="*/ 581445 h 1579361"/>
                  <a:gd name="connsiteX1588" fmla="*/ 2223071 w 3628109"/>
                  <a:gd name="connsiteY1588" fmla="*/ 578918 h 1579361"/>
                  <a:gd name="connsiteX1589" fmla="*/ 2225420 w 3628109"/>
                  <a:gd name="connsiteY1589" fmla="*/ 577588 h 1579361"/>
                  <a:gd name="connsiteX1590" fmla="*/ 2227903 w 3628109"/>
                  <a:gd name="connsiteY1590" fmla="*/ 576569 h 1579361"/>
                  <a:gd name="connsiteX1591" fmla="*/ 2232823 w 3628109"/>
                  <a:gd name="connsiteY1591" fmla="*/ 574485 h 1579361"/>
                  <a:gd name="connsiteX1592" fmla="*/ 2237788 w 3628109"/>
                  <a:gd name="connsiteY1592" fmla="*/ 572490 h 1579361"/>
                  <a:gd name="connsiteX1593" fmla="*/ 2242975 w 3628109"/>
                  <a:gd name="connsiteY1593" fmla="*/ 571071 h 1579361"/>
                  <a:gd name="connsiteX1594" fmla="*/ 2249536 w 3628109"/>
                  <a:gd name="connsiteY1594" fmla="*/ 567924 h 1579361"/>
                  <a:gd name="connsiteX1595" fmla="*/ 2254900 w 3628109"/>
                  <a:gd name="connsiteY1595" fmla="*/ 563713 h 1579361"/>
                  <a:gd name="connsiteX1596" fmla="*/ 2259156 w 3628109"/>
                  <a:gd name="connsiteY1596" fmla="*/ 551699 h 1579361"/>
                  <a:gd name="connsiteX1597" fmla="*/ 2261461 w 3628109"/>
                  <a:gd name="connsiteY1597" fmla="*/ 557595 h 1579361"/>
                  <a:gd name="connsiteX1598" fmla="*/ 2263589 w 3628109"/>
                  <a:gd name="connsiteY1598" fmla="*/ 560077 h 1579361"/>
                  <a:gd name="connsiteX1599" fmla="*/ 2266249 w 3628109"/>
                  <a:gd name="connsiteY1599" fmla="*/ 562338 h 1579361"/>
                  <a:gd name="connsiteX1600" fmla="*/ 2272677 w 3628109"/>
                  <a:gd name="connsiteY1600" fmla="*/ 565574 h 1579361"/>
                  <a:gd name="connsiteX1601" fmla="*/ 2280125 w 3628109"/>
                  <a:gd name="connsiteY1601" fmla="*/ 566638 h 1579361"/>
                  <a:gd name="connsiteX1602" fmla="*/ 2290897 w 3628109"/>
                  <a:gd name="connsiteY1602" fmla="*/ 567525 h 1579361"/>
                  <a:gd name="connsiteX1603" fmla="*/ 2301226 w 3628109"/>
                  <a:gd name="connsiteY1603" fmla="*/ 569387 h 1579361"/>
                  <a:gd name="connsiteX1604" fmla="*/ 2308142 w 3628109"/>
                  <a:gd name="connsiteY1604" fmla="*/ 570052 h 1579361"/>
                  <a:gd name="connsiteX1605" fmla="*/ 2314658 w 3628109"/>
                  <a:gd name="connsiteY1605" fmla="*/ 568766 h 1579361"/>
                  <a:gd name="connsiteX1606" fmla="*/ 2320377 w 3628109"/>
                  <a:gd name="connsiteY1606" fmla="*/ 565663 h 1579361"/>
                  <a:gd name="connsiteX1607" fmla="*/ 2324500 w 3628109"/>
                  <a:gd name="connsiteY1607" fmla="*/ 560609 h 1579361"/>
                  <a:gd name="connsiteX1608" fmla="*/ 2323170 w 3628109"/>
                  <a:gd name="connsiteY1608" fmla="*/ 566949 h 1579361"/>
                  <a:gd name="connsiteX1609" fmla="*/ 2324278 w 3628109"/>
                  <a:gd name="connsiteY1609" fmla="*/ 573510 h 1579361"/>
                  <a:gd name="connsiteX1610" fmla="*/ 2327293 w 3628109"/>
                  <a:gd name="connsiteY1610" fmla="*/ 579494 h 1579361"/>
                  <a:gd name="connsiteX1611" fmla="*/ 2329465 w 3628109"/>
                  <a:gd name="connsiteY1611" fmla="*/ 582110 h 1579361"/>
                  <a:gd name="connsiteX1612" fmla="*/ 2332036 w 3628109"/>
                  <a:gd name="connsiteY1612" fmla="*/ 584548 h 1579361"/>
                  <a:gd name="connsiteX1613" fmla="*/ 2336026 w 3628109"/>
                  <a:gd name="connsiteY1613" fmla="*/ 587873 h 1579361"/>
                  <a:gd name="connsiteX1614" fmla="*/ 2339883 w 3628109"/>
                  <a:gd name="connsiteY1614" fmla="*/ 591464 h 1579361"/>
                  <a:gd name="connsiteX1615" fmla="*/ 2347242 w 3628109"/>
                  <a:gd name="connsiteY1615" fmla="*/ 599443 h 1579361"/>
                  <a:gd name="connsiteX1616" fmla="*/ 2352871 w 3628109"/>
                  <a:gd name="connsiteY1616" fmla="*/ 604453 h 1579361"/>
                  <a:gd name="connsiteX1617" fmla="*/ 2359433 w 3628109"/>
                  <a:gd name="connsiteY1617" fmla="*/ 607423 h 1579361"/>
                  <a:gd name="connsiteX1618" fmla="*/ 2372599 w 3628109"/>
                  <a:gd name="connsiteY1618" fmla="*/ 605827 h 1579361"/>
                  <a:gd name="connsiteX1619" fmla="*/ 2365994 w 3628109"/>
                  <a:gd name="connsiteY1619" fmla="*/ 617442 h 1579361"/>
                  <a:gd name="connsiteX1620" fmla="*/ 2369052 w 3628109"/>
                  <a:gd name="connsiteY1620" fmla="*/ 632559 h 1579361"/>
                  <a:gd name="connsiteX1621" fmla="*/ 2380490 w 3628109"/>
                  <a:gd name="connsiteY1621" fmla="*/ 654857 h 1579361"/>
                  <a:gd name="connsiteX1622" fmla="*/ 2405537 w 3628109"/>
                  <a:gd name="connsiteY1622" fmla="*/ 667137 h 1579361"/>
                  <a:gd name="connsiteX1623" fmla="*/ 2397823 w 3628109"/>
                  <a:gd name="connsiteY1623" fmla="*/ 678574 h 1579361"/>
                  <a:gd name="connsiteX1624" fmla="*/ 2401281 w 3628109"/>
                  <a:gd name="connsiteY1624" fmla="*/ 695553 h 1579361"/>
                  <a:gd name="connsiteX1625" fmla="*/ 2408773 w 3628109"/>
                  <a:gd name="connsiteY1625" fmla="*/ 707921 h 1579361"/>
                  <a:gd name="connsiteX1626" fmla="*/ 2417683 w 3628109"/>
                  <a:gd name="connsiteY1626" fmla="*/ 720290 h 1579361"/>
                  <a:gd name="connsiteX1627" fmla="*/ 2425397 w 3628109"/>
                  <a:gd name="connsiteY1627" fmla="*/ 727161 h 1579361"/>
                  <a:gd name="connsiteX1628" fmla="*/ 2433554 w 3628109"/>
                  <a:gd name="connsiteY1628" fmla="*/ 730264 h 1579361"/>
                  <a:gd name="connsiteX1629" fmla="*/ 2447031 w 3628109"/>
                  <a:gd name="connsiteY1629" fmla="*/ 726186 h 1579361"/>
                  <a:gd name="connsiteX1630" fmla="*/ 2444060 w 3628109"/>
                  <a:gd name="connsiteY1630" fmla="*/ 740017 h 1579361"/>
                  <a:gd name="connsiteX1631" fmla="*/ 2454434 w 3628109"/>
                  <a:gd name="connsiteY1631" fmla="*/ 754868 h 1579361"/>
                  <a:gd name="connsiteX1632" fmla="*/ 2466447 w 3628109"/>
                  <a:gd name="connsiteY1632" fmla="*/ 763158 h 1579361"/>
                  <a:gd name="connsiteX1633" fmla="*/ 2478993 w 3628109"/>
                  <a:gd name="connsiteY1633" fmla="*/ 770650 h 1579361"/>
                  <a:gd name="connsiteX1634" fmla="*/ 2488214 w 3628109"/>
                  <a:gd name="connsiteY1634" fmla="*/ 773886 h 1579361"/>
                  <a:gd name="connsiteX1635" fmla="*/ 2496903 w 3628109"/>
                  <a:gd name="connsiteY1635" fmla="*/ 773753 h 1579361"/>
                  <a:gd name="connsiteX1636" fmla="*/ 2508163 w 3628109"/>
                  <a:gd name="connsiteY1636" fmla="*/ 764931 h 1579361"/>
                  <a:gd name="connsiteX1637" fmla="*/ 2510291 w 3628109"/>
                  <a:gd name="connsiteY1637" fmla="*/ 779161 h 1579361"/>
                  <a:gd name="connsiteX1638" fmla="*/ 2516586 w 3628109"/>
                  <a:gd name="connsiteY1638" fmla="*/ 785323 h 1579361"/>
                  <a:gd name="connsiteX1639" fmla="*/ 2525718 w 3628109"/>
                  <a:gd name="connsiteY1639" fmla="*/ 789401 h 1579361"/>
                  <a:gd name="connsiteX1640" fmla="*/ 2540525 w 3628109"/>
                  <a:gd name="connsiteY1640" fmla="*/ 792505 h 1579361"/>
                  <a:gd name="connsiteX1641" fmla="*/ 2555686 w 3628109"/>
                  <a:gd name="connsiteY1641" fmla="*/ 794367 h 1579361"/>
                  <a:gd name="connsiteX1642" fmla="*/ 2565838 w 3628109"/>
                  <a:gd name="connsiteY1642" fmla="*/ 793391 h 1579361"/>
                  <a:gd name="connsiteX1643" fmla="*/ 2573950 w 3628109"/>
                  <a:gd name="connsiteY1643" fmla="*/ 789357 h 1579361"/>
                  <a:gd name="connsiteX1644" fmla="*/ 2578915 w 3628109"/>
                  <a:gd name="connsiteY1644" fmla="*/ 783284 h 1579361"/>
                  <a:gd name="connsiteX1645" fmla="*/ 2580156 w 3628109"/>
                  <a:gd name="connsiteY1645" fmla="*/ 776147 h 1579361"/>
                  <a:gd name="connsiteX1646" fmla="*/ 2588801 w 3628109"/>
                  <a:gd name="connsiteY1646" fmla="*/ 787983 h 1579361"/>
                  <a:gd name="connsiteX1647" fmla="*/ 2597578 w 3628109"/>
                  <a:gd name="connsiteY1647" fmla="*/ 790510 h 1579361"/>
                  <a:gd name="connsiteX1648" fmla="*/ 2607819 w 3628109"/>
                  <a:gd name="connsiteY1648" fmla="*/ 789579 h 1579361"/>
                  <a:gd name="connsiteX1649" fmla="*/ 2622537 w 3628109"/>
                  <a:gd name="connsiteY1649" fmla="*/ 784835 h 1579361"/>
                  <a:gd name="connsiteX1650" fmla="*/ 2636634 w 3628109"/>
                  <a:gd name="connsiteY1650" fmla="*/ 778762 h 1579361"/>
                  <a:gd name="connsiteX1651" fmla="*/ 2644880 w 3628109"/>
                  <a:gd name="connsiteY1651" fmla="*/ 772866 h 1579361"/>
                  <a:gd name="connsiteX1652" fmla="*/ 2649845 w 3628109"/>
                  <a:gd name="connsiteY1652" fmla="*/ 765463 h 1579361"/>
                  <a:gd name="connsiteX1653" fmla="*/ 2648603 w 3628109"/>
                  <a:gd name="connsiteY1653" fmla="*/ 750701 h 1579361"/>
                  <a:gd name="connsiteX1654" fmla="*/ 2654189 w 3628109"/>
                  <a:gd name="connsiteY1654" fmla="*/ 755533 h 1579361"/>
                  <a:gd name="connsiteX1655" fmla="*/ 2661858 w 3628109"/>
                  <a:gd name="connsiteY1655" fmla="*/ 757262 h 1579361"/>
                  <a:gd name="connsiteX1656" fmla="*/ 2670547 w 3628109"/>
                  <a:gd name="connsiteY1656" fmla="*/ 755533 h 1579361"/>
                  <a:gd name="connsiteX1657" fmla="*/ 2678926 w 3628109"/>
                  <a:gd name="connsiteY1657" fmla="*/ 750390 h 1579361"/>
                  <a:gd name="connsiteX1658" fmla="*/ 2684467 w 3628109"/>
                  <a:gd name="connsiteY1658" fmla="*/ 745514 h 1579361"/>
                  <a:gd name="connsiteX1659" fmla="*/ 2689654 w 3628109"/>
                  <a:gd name="connsiteY1659" fmla="*/ 740371 h 1579361"/>
                  <a:gd name="connsiteX1660" fmla="*/ 2694796 w 3628109"/>
                  <a:gd name="connsiteY1660" fmla="*/ 735229 h 1579361"/>
                  <a:gd name="connsiteX1661" fmla="*/ 2699584 w 3628109"/>
                  <a:gd name="connsiteY1661" fmla="*/ 729865 h 1579361"/>
                  <a:gd name="connsiteX1662" fmla="*/ 2704726 w 3628109"/>
                  <a:gd name="connsiteY1662" fmla="*/ 721797 h 1579361"/>
                  <a:gd name="connsiteX1663" fmla="*/ 2706367 w 3628109"/>
                  <a:gd name="connsiteY1663" fmla="*/ 713330 h 1579361"/>
                  <a:gd name="connsiteX1664" fmla="*/ 2700160 w 3628109"/>
                  <a:gd name="connsiteY1664" fmla="*/ 699986 h 1579361"/>
                  <a:gd name="connsiteX1665" fmla="*/ 2728444 w 3628109"/>
                  <a:gd name="connsiteY1665" fmla="*/ 693336 h 1579361"/>
                  <a:gd name="connsiteX1666" fmla="*/ 2744048 w 3628109"/>
                  <a:gd name="connsiteY1666" fmla="*/ 672368 h 1579361"/>
                  <a:gd name="connsiteX1667" fmla="*/ 2742009 w 3628109"/>
                  <a:gd name="connsiteY1667" fmla="*/ 643375 h 1579361"/>
                  <a:gd name="connsiteX1668" fmla="*/ 2770380 w 3628109"/>
                  <a:gd name="connsiteY1668" fmla="*/ 636859 h 1579361"/>
                  <a:gd name="connsiteX1669" fmla="*/ 2778094 w 3628109"/>
                  <a:gd name="connsiteY1669" fmla="*/ 626618 h 1579361"/>
                  <a:gd name="connsiteX1670" fmla="*/ 2785808 w 3628109"/>
                  <a:gd name="connsiteY1670" fmla="*/ 616555 h 1579361"/>
                  <a:gd name="connsiteX1671" fmla="*/ 2790773 w 3628109"/>
                  <a:gd name="connsiteY1671" fmla="*/ 601305 h 1579361"/>
                  <a:gd name="connsiteX1672" fmla="*/ 2784389 w 3628109"/>
                  <a:gd name="connsiteY1672" fmla="*/ 587873 h 1579361"/>
                  <a:gd name="connsiteX1673" fmla="*/ 2787625 w 3628109"/>
                  <a:gd name="connsiteY1673" fmla="*/ 590001 h 1579361"/>
                  <a:gd name="connsiteX1674" fmla="*/ 2798708 w 3628109"/>
                  <a:gd name="connsiteY1674" fmla="*/ 591818 h 1579361"/>
                  <a:gd name="connsiteX1675" fmla="*/ 2802476 w 3628109"/>
                  <a:gd name="connsiteY1675" fmla="*/ 591153 h 1579361"/>
                  <a:gd name="connsiteX1676" fmla="*/ 2806111 w 3628109"/>
                  <a:gd name="connsiteY1676" fmla="*/ 589868 h 1579361"/>
                  <a:gd name="connsiteX1677" fmla="*/ 2812451 w 3628109"/>
                  <a:gd name="connsiteY1677" fmla="*/ 585435 h 1579361"/>
                  <a:gd name="connsiteX1678" fmla="*/ 2816396 w 3628109"/>
                  <a:gd name="connsiteY1678" fmla="*/ 581667 h 1579361"/>
                  <a:gd name="connsiteX1679" fmla="*/ 2818347 w 3628109"/>
                  <a:gd name="connsiteY1679" fmla="*/ 579760 h 1579361"/>
                  <a:gd name="connsiteX1680" fmla="*/ 2820297 w 3628109"/>
                  <a:gd name="connsiteY1680" fmla="*/ 578209 h 1579361"/>
                  <a:gd name="connsiteX1681" fmla="*/ 2824198 w 3628109"/>
                  <a:gd name="connsiteY1681" fmla="*/ 575061 h 1579361"/>
                  <a:gd name="connsiteX1682" fmla="*/ 2828099 w 3628109"/>
                  <a:gd name="connsiteY1682" fmla="*/ 572490 h 1579361"/>
                  <a:gd name="connsiteX1683" fmla="*/ 2832488 w 3628109"/>
                  <a:gd name="connsiteY1683" fmla="*/ 568190 h 1579361"/>
                  <a:gd name="connsiteX1684" fmla="*/ 2835237 w 3628109"/>
                  <a:gd name="connsiteY1684" fmla="*/ 562294 h 1579361"/>
                  <a:gd name="connsiteX1685" fmla="*/ 2835769 w 3628109"/>
                  <a:gd name="connsiteY1685" fmla="*/ 547798 h 1579361"/>
                  <a:gd name="connsiteX1686" fmla="*/ 2839271 w 3628109"/>
                  <a:gd name="connsiteY1686" fmla="*/ 554536 h 1579361"/>
                  <a:gd name="connsiteX1687" fmla="*/ 2844369 w 3628109"/>
                  <a:gd name="connsiteY1687" fmla="*/ 559723 h 1579361"/>
                  <a:gd name="connsiteX1688" fmla="*/ 2850176 w 3628109"/>
                  <a:gd name="connsiteY1688" fmla="*/ 562826 h 1579361"/>
                  <a:gd name="connsiteX1689" fmla="*/ 2856870 w 3628109"/>
                  <a:gd name="connsiteY1689" fmla="*/ 563846 h 1579361"/>
                  <a:gd name="connsiteX1690" fmla="*/ 2867421 w 3628109"/>
                  <a:gd name="connsiteY1690" fmla="*/ 563801 h 1579361"/>
                  <a:gd name="connsiteX1691" fmla="*/ 2869372 w 3628109"/>
                  <a:gd name="connsiteY1691" fmla="*/ 563979 h 1579361"/>
                  <a:gd name="connsiteX1692" fmla="*/ 2870967 w 3628109"/>
                  <a:gd name="connsiteY1692" fmla="*/ 564112 h 1579361"/>
                  <a:gd name="connsiteX1693" fmla="*/ 2873982 w 3628109"/>
                  <a:gd name="connsiteY1693" fmla="*/ 564777 h 1579361"/>
                  <a:gd name="connsiteX1694" fmla="*/ 2878592 w 3628109"/>
                  <a:gd name="connsiteY1694" fmla="*/ 564954 h 1579361"/>
                  <a:gd name="connsiteX1695" fmla="*/ 2884311 w 3628109"/>
                  <a:gd name="connsiteY1695" fmla="*/ 563314 h 1579361"/>
                  <a:gd name="connsiteX1696" fmla="*/ 2896369 w 3628109"/>
                  <a:gd name="connsiteY1696" fmla="*/ 554846 h 1579361"/>
                  <a:gd name="connsiteX1697" fmla="*/ 2892867 w 3628109"/>
                  <a:gd name="connsiteY1697" fmla="*/ 561718 h 1579361"/>
                  <a:gd name="connsiteX1698" fmla="*/ 2891670 w 3628109"/>
                  <a:gd name="connsiteY1698" fmla="*/ 568944 h 1579361"/>
                  <a:gd name="connsiteX1699" fmla="*/ 2892557 w 3628109"/>
                  <a:gd name="connsiteY1699" fmla="*/ 575682 h 1579361"/>
                  <a:gd name="connsiteX1700" fmla="*/ 2895882 w 3628109"/>
                  <a:gd name="connsiteY1700" fmla="*/ 581800 h 1579361"/>
                  <a:gd name="connsiteX1701" fmla="*/ 2909181 w 3628109"/>
                  <a:gd name="connsiteY1701" fmla="*/ 600286 h 1579361"/>
                  <a:gd name="connsiteX1702" fmla="*/ 2937331 w 3628109"/>
                  <a:gd name="connsiteY1702" fmla="*/ 608132 h 1579361"/>
                  <a:gd name="connsiteX1703" fmla="*/ 2932588 w 3628109"/>
                  <a:gd name="connsiteY1703" fmla="*/ 637923 h 1579361"/>
                  <a:gd name="connsiteX1704" fmla="*/ 2940567 w 3628109"/>
                  <a:gd name="connsiteY1704" fmla="*/ 649715 h 1579361"/>
                  <a:gd name="connsiteX1705" fmla="*/ 2944912 w 3628109"/>
                  <a:gd name="connsiteY1705" fmla="*/ 655655 h 1579361"/>
                  <a:gd name="connsiteX1706" fmla="*/ 2949611 w 3628109"/>
                  <a:gd name="connsiteY1706" fmla="*/ 661595 h 1579361"/>
                  <a:gd name="connsiteX1707" fmla="*/ 2957679 w 3628109"/>
                  <a:gd name="connsiteY1707" fmla="*/ 668334 h 1579361"/>
                  <a:gd name="connsiteX1708" fmla="*/ 2966855 w 3628109"/>
                  <a:gd name="connsiteY1708" fmla="*/ 671392 h 1579361"/>
                  <a:gd name="connsiteX1709" fmla="*/ 2975323 w 3628109"/>
                  <a:gd name="connsiteY1709" fmla="*/ 670417 h 1579361"/>
                  <a:gd name="connsiteX1710" fmla="*/ 2981751 w 3628109"/>
                  <a:gd name="connsiteY1710" fmla="*/ 665629 h 1579361"/>
                  <a:gd name="connsiteX1711" fmla="*/ 2979889 w 3628109"/>
                  <a:gd name="connsiteY1711" fmla="*/ 681633 h 1579361"/>
                  <a:gd name="connsiteX1712" fmla="*/ 2986139 w 3628109"/>
                  <a:gd name="connsiteY1712" fmla="*/ 690189 h 1579361"/>
                  <a:gd name="connsiteX1713" fmla="*/ 2991149 w 3628109"/>
                  <a:gd name="connsiteY1713" fmla="*/ 693780 h 1579361"/>
                  <a:gd name="connsiteX1714" fmla="*/ 2997222 w 3628109"/>
                  <a:gd name="connsiteY1714" fmla="*/ 696528 h 1579361"/>
                  <a:gd name="connsiteX1715" fmla="*/ 3006753 w 3628109"/>
                  <a:gd name="connsiteY1715" fmla="*/ 698966 h 1579361"/>
                  <a:gd name="connsiteX1716" fmla="*/ 3011630 w 3628109"/>
                  <a:gd name="connsiteY1716" fmla="*/ 699764 h 1579361"/>
                  <a:gd name="connsiteX1717" fmla="*/ 3014068 w 3628109"/>
                  <a:gd name="connsiteY1717" fmla="*/ 700119 h 1579361"/>
                  <a:gd name="connsiteX1718" fmla="*/ 3016905 w 3628109"/>
                  <a:gd name="connsiteY1718" fmla="*/ 700252 h 1579361"/>
                  <a:gd name="connsiteX1719" fmla="*/ 3039203 w 3628109"/>
                  <a:gd name="connsiteY1719" fmla="*/ 697636 h 1579361"/>
                  <a:gd name="connsiteX1720" fmla="*/ 3046031 w 3628109"/>
                  <a:gd name="connsiteY1720" fmla="*/ 694844 h 1579361"/>
                  <a:gd name="connsiteX1721" fmla="*/ 3051350 w 3628109"/>
                  <a:gd name="connsiteY1721" fmla="*/ 690987 h 1579361"/>
                  <a:gd name="connsiteX1722" fmla="*/ 3055251 w 3628109"/>
                  <a:gd name="connsiteY1722" fmla="*/ 686642 h 1579361"/>
                  <a:gd name="connsiteX1723" fmla="*/ 3057734 w 3628109"/>
                  <a:gd name="connsiteY1723" fmla="*/ 682076 h 1579361"/>
                  <a:gd name="connsiteX1724" fmla="*/ 3058709 w 3628109"/>
                  <a:gd name="connsiteY1724" fmla="*/ 673299 h 1579361"/>
                  <a:gd name="connsiteX1725" fmla="*/ 3055251 w 3628109"/>
                  <a:gd name="connsiteY1725" fmla="*/ 666028 h 1579361"/>
                  <a:gd name="connsiteX1726" fmla="*/ 3061990 w 3628109"/>
                  <a:gd name="connsiteY1726" fmla="*/ 670595 h 1579361"/>
                  <a:gd name="connsiteX1727" fmla="*/ 3070545 w 3628109"/>
                  <a:gd name="connsiteY1727" fmla="*/ 671215 h 1579361"/>
                  <a:gd name="connsiteX1728" fmla="*/ 3079678 w 3628109"/>
                  <a:gd name="connsiteY1728" fmla="*/ 667757 h 1579361"/>
                  <a:gd name="connsiteX1729" fmla="*/ 3083934 w 3628109"/>
                  <a:gd name="connsiteY1729" fmla="*/ 664610 h 1579361"/>
                  <a:gd name="connsiteX1730" fmla="*/ 3087524 w 3628109"/>
                  <a:gd name="connsiteY1730" fmla="*/ 660620 h 1579361"/>
                  <a:gd name="connsiteX1731" fmla="*/ 3096213 w 3628109"/>
                  <a:gd name="connsiteY1731" fmla="*/ 648030 h 1579361"/>
                  <a:gd name="connsiteX1732" fmla="*/ 3103661 w 3628109"/>
                  <a:gd name="connsiteY1732" fmla="*/ 635307 h 1579361"/>
                  <a:gd name="connsiteX1733" fmla="*/ 3106675 w 3628109"/>
                  <a:gd name="connsiteY1733" fmla="*/ 626131 h 1579361"/>
                  <a:gd name="connsiteX1734" fmla="*/ 3106099 w 3628109"/>
                  <a:gd name="connsiteY1734" fmla="*/ 617353 h 1579361"/>
                  <a:gd name="connsiteX1735" fmla="*/ 3095903 w 3628109"/>
                  <a:gd name="connsiteY1735" fmla="*/ 605206 h 1579361"/>
                  <a:gd name="connsiteX1736" fmla="*/ 3111773 w 3628109"/>
                  <a:gd name="connsiteY1736" fmla="*/ 604674 h 1579361"/>
                  <a:gd name="connsiteX1737" fmla="*/ 3115453 w 3628109"/>
                  <a:gd name="connsiteY1737" fmla="*/ 602413 h 1579361"/>
                  <a:gd name="connsiteX1738" fmla="*/ 3123565 w 3628109"/>
                  <a:gd name="connsiteY1738" fmla="*/ 591419 h 1579361"/>
                  <a:gd name="connsiteX1739" fmla="*/ 3128264 w 3628109"/>
                  <a:gd name="connsiteY1739" fmla="*/ 578430 h 1579361"/>
                  <a:gd name="connsiteX1740" fmla="*/ 3132609 w 3628109"/>
                  <a:gd name="connsiteY1740" fmla="*/ 565353 h 1579361"/>
                  <a:gd name="connsiteX1741" fmla="*/ 3119443 w 3628109"/>
                  <a:gd name="connsiteY1741" fmla="*/ 537690 h 1579361"/>
                  <a:gd name="connsiteX1742" fmla="*/ 3144933 w 3628109"/>
                  <a:gd name="connsiteY1742" fmla="*/ 520534 h 1579361"/>
                  <a:gd name="connsiteX1743" fmla="*/ 3150518 w 3628109"/>
                  <a:gd name="connsiteY1743" fmla="*/ 493758 h 1579361"/>
                  <a:gd name="connsiteX1744" fmla="*/ 3147282 w 3628109"/>
                  <a:gd name="connsiteY1744" fmla="*/ 476514 h 1579361"/>
                  <a:gd name="connsiteX1745" fmla="*/ 3133806 w 3628109"/>
                  <a:gd name="connsiteY1745" fmla="*/ 467825 h 1579361"/>
                  <a:gd name="connsiteX1746" fmla="*/ 3149144 w 3628109"/>
                  <a:gd name="connsiteY1746" fmla="*/ 462860 h 1579361"/>
                  <a:gd name="connsiteX1747" fmla="*/ 3156636 w 3628109"/>
                  <a:gd name="connsiteY1747" fmla="*/ 446058 h 1579361"/>
                  <a:gd name="connsiteX1748" fmla="*/ 3157168 w 3628109"/>
                  <a:gd name="connsiteY1748" fmla="*/ 432981 h 1579361"/>
                  <a:gd name="connsiteX1749" fmla="*/ 3157878 w 3628109"/>
                  <a:gd name="connsiteY1749" fmla="*/ 420790 h 1579361"/>
                  <a:gd name="connsiteX1750" fmla="*/ 3153223 w 3628109"/>
                  <a:gd name="connsiteY1750" fmla="*/ 405717 h 1579361"/>
                  <a:gd name="connsiteX1751" fmla="*/ 3139347 w 3628109"/>
                  <a:gd name="connsiteY1751" fmla="*/ 397737 h 1579361"/>
                  <a:gd name="connsiteX1752" fmla="*/ 3154819 w 3628109"/>
                  <a:gd name="connsiteY1752" fmla="*/ 393748 h 1579361"/>
                  <a:gd name="connsiteX1753" fmla="*/ 3160316 w 3628109"/>
                  <a:gd name="connsiteY1753" fmla="*/ 388206 h 1579361"/>
                  <a:gd name="connsiteX1754" fmla="*/ 3163419 w 3628109"/>
                  <a:gd name="connsiteY1754" fmla="*/ 381158 h 1579361"/>
                  <a:gd name="connsiteX1755" fmla="*/ 3166256 w 3628109"/>
                  <a:gd name="connsiteY1755" fmla="*/ 370607 h 1579361"/>
                  <a:gd name="connsiteX1756" fmla="*/ 3169669 w 3628109"/>
                  <a:gd name="connsiteY1756" fmla="*/ 360898 h 1579361"/>
                  <a:gd name="connsiteX1757" fmla="*/ 3170778 w 3628109"/>
                  <a:gd name="connsiteY1757" fmla="*/ 354515 h 1579361"/>
                  <a:gd name="connsiteX1758" fmla="*/ 3169315 w 3628109"/>
                  <a:gd name="connsiteY1758" fmla="*/ 348042 h 1579361"/>
                  <a:gd name="connsiteX1759" fmla="*/ 3167719 w 3628109"/>
                  <a:gd name="connsiteY1759" fmla="*/ 344629 h 1579361"/>
                  <a:gd name="connsiteX1760" fmla="*/ 3165724 w 3628109"/>
                  <a:gd name="connsiteY1760" fmla="*/ 341437 h 1579361"/>
                  <a:gd name="connsiteX1761" fmla="*/ 3160050 w 3628109"/>
                  <a:gd name="connsiteY1761" fmla="*/ 335452 h 1579361"/>
                  <a:gd name="connsiteX1762" fmla="*/ 3167320 w 3628109"/>
                  <a:gd name="connsiteY1762" fmla="*/ 339354 h 1579361"/>
                  <a:gd name="connsiteX1763" fmla="*/ 3174413 w 3628109"/>
                  <a:gd name="connsiteY1763" fmla="*/ 341393 h 1579361"/>
                  <a:gd name="connsiteX1764" fmla="*/ 3177472 w 3628109"/>
                  <a:gd name="connsiteY1764" fmla="*/ 341969 h 1579361"/>
                  <a:gd name="connsiteX1765" fmla="*/ 3178802 w 3628109"/>
                  <a:gd name="connsiteY1765" fmla="*/ 342058 h 1579361"/>
                  <a:gd name="connsiteX1766" fmla="*/ 3180043 w 3628109"/>
                  <a:gd name="connsiteY1766" fmla="*/ 342324 h 1579361"/>
                  <a:gd name="connsiteX1767" fmla="*/ 3183545 w 3628109"/>
                  <a:gd name="connsiteY1767" fmla="*/ 342058 h 1579361"/>
                  <a:gd name="connsiteX1768" fmla="*/ 3185407 w 3628109"/>
                  <a:gd name="connsiteY1768" fmla="*/ 341260 h 1579361"/>
                  <a:gd name="connsiteX1769" fmla="*/ 3186382 w 3628109"/>
                  <a:gd name="connsiteY1769" fmla="*/ 340994 h 1579361"/>
                  <a:gd name="connsiteX1770" fmla="*/ 3187712 w 3628109"/>
                  <a:gd name="connsiteY1770" fmla="*/ 340639 h 1579361"/>
                  <a:gd name="connsiteX1771" fmla="*/ 3191613 w 3628109"/>
                  <a:gd name="connsiteY1771" fmla="*/ 340063 h 1579361"/>
                  <a:gd name="connsiteX1772" fmla="*/ 3195160 w 3628109"/>
                  <a:gd name="connsiteY1772" fmla="*/ 339930 h 1579361"/>
                  <a:gd name="connsiteX1773" fmla="*/ 3199549 w 3628109"/>
                  <a:gd name="connsiteY1773" fmla="*/ 338689 h 1579361"/>
                  <a:gd name="connsiteX1774" fmla="*/ 3204115 w 3628109"/>
                  <a:gd name="connsiteY1774" fmla="*/ 335142 h 1579361"/>
                  <a:gd name="connsiteX1775" fmla="*/ 3209168 w 3628109"/>
                  <a:gd name="connsiteY1775" fmla="*/ 329734 h 1579361"/>
                  <a:gd name="connsiteX1776" fmla="*/ 3213602 w 3628109"/>
                  <a:gd name="connsiteY1776" fmla="*/ 322774 h 1579361"/>
                  <a:gd name="connsiteX1777" fmla="*/ 3211296 w 3628109"/>
                  <a:gd name="connsiteY1777" fmla="*/ 330798 h 1579361"/>
                  <a:gd name="connsiteX1778" fmla="*/ 3210676 w 3628109"/>
                  <a:gd name="connsiteY1778" fmla="*/ 338112 h 1579361"/>
                  <a:gd name="connsiteX1779" fmla="*/ 3211252 w 3628109"/>
                  <a:gd name="connsiteY1779" fmla="*/ 344097 h 1579361"/>
                  <a:gd name="connsiteX1780" fmla="*/ 3212183 w 3628109"/>
                  <a:gd name="connsiteY1780" fmla="*/ 346447 h 1579361"/>
                  <a:gd name="connsiteX1781" fmla="*/ 3213646 w 3628109"/>
                  <a:gd name="connsiteY1781" fmla="*/ 348619 h 1579361"/>
                  <a:gd name="connsiteX1782" fmla="*/ 3214976 w 3628109"/>
                  <a:gd name="connsiteY1782" fmla="*/ 349993 h 1579361"/>
                  <a:gd name="connsiteX1783" fmla="*/ 3215463 w 3628109"/>
                  <a:gd name="connsiteY1783" fmla="*/ 350658 h 1579361"/>
                  <a:gd name="connsiteX1784" fmla="*/ 3216217 w 3628109"/>
                  <a:gd name="connsiteY1784" fmla="*/ 351678 h 1579361"/>
                  <a:gd name="connsiteX1785" fmla="*/ 3217503 w 3628109"/>
                  <a:gd name="connsiteY1785" fmla="*/ 353318 h 1579361"/>
                  <a:gd name="connsiteX1786" fmla="*/ 3218744 w 3628109"/>
                  <a:gd name="connsiteY1786" fmla="*/ 355135 h 1579361"/>
                  <a:gd name="connsiteX1787" fmla="*/ 3223576 w 3628109"/>
                  <a:gd name="connsiteY1787" fmla="*/ 363204 h 1579361"/>
                  <a:gd name="connsiteX1788" fmla="*/ 3228009 w 3628109"/>
                  <a:gd name="connsiteY1788" fmla="*/ 368612 h 1579361"/>
                  <a:gd name="connsiteX1789" fmla="*/ 3234481 w 3628109"/>
                  <a:gd name="connsiteY1789" fmla="*/ 372336 h 1579361"/>
                  <a:gd name="connsiteX1790" fmla="*/ 3250662 w 3628109"/>
                  <a:gd name="connsiteY1790" fmla="*/ 372646 h 1579361"/>
                  <a:gd name="connsiteX1791" fmla="*/ 3238294 w 3628109"/>
                  <a:gd name="connsiteY1791" fmla="*/ 383108 h 1579361"/>
                  <a:gd name="connsiteX1792" fmla="*/ 3235678 w 3628109"/>
                  <a:gd name="connsiteY1792" fmla="*/ 390467 h 1579361"/>
                  <a:gd name="connsiteX1793" fmla="*/ 3235501 w 3628109"/>
                  <a:gd name="connsiteY1793" fmla="*/ 392373 h 1579361"/>
                  <a:gd name="connsiteX1794" fmla="*/ 3235767 w 3628109"/>
                  <a:gd name="connsiteY1794" fmla="*/ 395033 h 1579361"/>
                  <a:gd name="connsiteX1795" fmla="*/ 3237186 w 3628109"/>
                  <a:gd name="connsiteY1795" fmla="*/ 400841 h 1579361"/>
                  <a:gd name="connsiteX1796" fmla="*/ 3244146 w 3628109"/>
                  <a:gd name="connsiteY1796" fmla="*/ 416755 h 1579361"/>
                  <a:gd name="connsiteX1797" fmla="*/ 3253322 w 3628109"/>
                  <a:gd name="connsiteY1797" fmla="*/ 431473 h 1579361"/>
                  <a:gd name="connsiteX1798" fmla="*/ 3271631 w 3628109"/>
                  <a:gd name="connsiteY1798" fmla="*/ 442733 h 1579361"/>
                  <a:gd name="connsiteX1799" fmla="*/ 3280630 w 3628109"/>
                  <a:gd name="connsiteY1799" fmla="*/ 441581 h 1579361"/>
                  <a:gd name="connsiteX1800" fmla="*/ 3287412 w 3628109"/>
                  <a:gd name="connsiteY1800" fmla="*/ 436394 h 1579361"/>
                  <a:gd name="connsiteX1801" fmla="*/ 3286171 w 3628109"/>
                  <a:gd name="connsiteY1801" fmla="*/ 438212 h 1579361"/>
                  <a:gd name="connsiteX1802" fmla="*/ 3283999 w 3628109"/>
                  <a:gd name="connsiteY1802" fmla="*/ 444285 h 1579361"/>
                  <a:gd name="connsiteX1803" fmla="*/ 3283822 w 3628109"/>
                  <a:gd name="connsiteY1803" fmla="*/ 446502 h 1579361"/>
                  <a:gd name="connsiteX1804" fmla="*/ 3284398 w 3628109"/>
                  <a:gd name="connsiteY1804" fmla="*/ 451112 h 1579361"/>
                  <a:gd name="connsiteX1805" fmla="*/ 3285196 w 3628109"/>
                  <a:gd name="connsiteY1805" fmla="*/ 453461 h 1579361"/>
                  <a:gd name="connsiteX1806" fmla="*/ 3291713 w 3628109"/>
                  <a:gd name="connsiteY1806" fmla="*/ 462461 h 1579361"/>
                  <a:gd name="connsiteX1807" fmla="*/ 3303815 w 3628109"/>
                  <a:gd name="connsiteY1807" fmla="*/ 468933 h 1579361"/>
                  <a:gd name="connsiteX1808" fmla="*/ 3327044 w 3628109"/>
                  <a:gd name="connsiteY1808" fmla="*/ 471416 h 1579361"/>
                  <a:gd name="connsiteX1809" fmla="*/ 3351737 w 3628109"/>
                  <a:gd name="connsiteY1809" fmla="*/ 464101 h 1579361"/>
                  <a:gd name="connsiteX1810" fmla="*/ 3363706 w 3628109"/>
                  <a:gd name="connsiteY1810" fmla="*/ 453018 h 1579361"/>
                  <a:gd name="connsiteX1811" fmla="*/ 3367785 w 3628109"/>
                  <a:gd name="connsiteY1811" fmla="*/ 441182 h 1579361"/>
                  <a:gd name="connsiteX1812" fmla="*/ 3365612 w 3628109"/>
                  <a:gd name="connsiteY1812" fmla="*/ 431784 h 1579361"/>
                  <a:gd name="connsiteX1813" fmla="*/ 3359229 w 3628109"/>
                  <a:gd name="connsiteY1813" fmla="*/ 425843 h 1579361"/>
                  <a:gd name="connsiteX1814" fmla="*/ 3367696 w 3628109"/>
                  <a:gd name="connsiteY1814" fmla="*/ 427794 h 1579361"/>
                  <a:gd name="connsiteX1815" fmla="*/ 3376518 w 3628109"/>
                  <a:gd name="connsiteY1815" fmla="*/ 424912 h 1579361"/>
                  <a:gd name="connsiteX1816" fmla="*/ 3384054 w 3628109"/>
                  <a:gd name="connsiteY1816" fmla="*/ 417553 h 1579361"/>
                  <a:gd name="connsiteX1817" fmla="*/ 3388487 w 3628109"/>
                  <a:gd name="connsiteY1817" fmla="*/ 407224 h 1579361"/>
                  <a:gd name="connsiteX1818" fmla="*/ 3391147 w 3628109"/>
                  <a:gd name="connsiteY1818" fmla="*/ 393703 h 1579361"/>
                  <a:gd name="connsiteX1819" fmla="*/ 3393497 w 3628109"/>
                  <a:gd name="connsiteY1819" fmla="*/ 380404 h 1579361"/>
                  <a:gd name="connsiteX1820" fmla="*/ 3389728 w 3628109"/>
                  <a:gd name="connsiteY1820" fmla="*/ 363647 h 1579361"/>
                  <a:gd name="connsiteX1821" fmla="*/ 3375454 w 3628109"/>
                  <a:gd name="connsiteY1821" fmla="*/ 354869 h 1579361"/>
                  <a:gd name="connsiteX1822" fmla="*/ 3400368 w 3628109"/>
                  <a:gd name="connsiteY1822" fmla="*/ 336073 h 1579361"/>
                  <a:gd name="connsiteX1823" fmla="*/ 3404180 w 3628109"/>
                  <a:gd name="connsiteY1823" fmla="*/ 310450 h 1579361"/>
                  <a:gd name="connsiteX1824" fmla="*/ 3385827 w 3628109"/>
                  <a:gd name="connsiteY1824" fmla="*/ 285403 h 1579361"/>
                  <a:gd name="connsiteX1825" fmla="*/ 3411318 w 3628109"/>
                  <a:gd name="connsiteY1825" fmla="*/ 267715 h 1579361"/>
                  <a:gd name="connsiteX1826" fmla="*/ 3413712 w 3628109"/>
                  <a:gd name="connsiteY1826" fmla="*/ 255435 h 1579361"/>
                  <a:gd name="connsiteX1827" fmla="*/ 3416283 w 3628109"/>
                  <a:gd name="connsiteY1827" fmla="*/ 243288 h 1579361"/>
                  <a:gd name="connsiteX1828" fmla="*/ 3413401 w 3628109"/>
                  <a:gd name="connsiteY1828" fmla="*/ 227418 h 1579361"/>
                  <a:gd name="connsiteX1829" fmla="*/ 3399880 w 3628109"/>
                  <a:gd name="connsiteY1829" fmla="*/ 217399 h 1579361"/>
                  <a:gd name="connsiteX1830" fmla="*/ 3416593 w 3628109"/>
                  <a:gd name="connsiteY1830" fmla="*/ 215714 h 1579361"/>
                  <a:gd name="connsiteX1831" fmla="*/ 3423110 w 3628109"/>
                  <a:gd name="connsiteY1831" fmla="*/ 211060 h 1579361"/>
                  <a:gd name="connsiteX1832" fmla="*/ 3427144 w 3628109"/>
                  <a:gd name="connsiteY1832" fmla="*/ 204366 h 1579361"/>
                  <a:gd name="connsiteX1833" fmla="*/ 3431178 w 3628109"/>
                  <a:gd name="connsiteY1833" fmla="*/ 194258 h 1579361"/>
                  <a:gd name="connsiteX1834" fmla="*/ 3435611 w 3628109"/>
                  <a:gd name="connsiteY1834" fmla="*/ 185303 h 1579361"/>
                  <a:gd name="connsiteX1835" fmla="*/ 3437251 w 3628109"/>
                  <a:gd name="connsiteY1835" fmla="*/ 179585 h 1579361"/>
                  <a:gd name="connsiteX1836" fmla="*/ 3436631 w 3628109"/>
                  <a:gd name="connsiteY1836" fmla="*/ 172226 h 1579361"/>
                  <a:gd name="connsiteX1837" fmla="*/ 3428075 w 3628109"/>
                  <a:gd name="connsiteY1837" fmla="*/ 157685 h 1579361"/>
                  <a:gd name="connsiteX1838" fmla="*/ 3443768 w 3628109"/>
                  <a:gd name="connsiteY1838" fmla="*/ 163759 h 1579361"/>
                  <a:gd name="connsiteX1839" fmla="*/ 3451171 w 3628109"/>
                  <a:gd name="connsiteY1839" fmla="*/ 163049 h 1579361"/>
                  <a:gd name="connsiteX1840" fmla="*/ 3457023 w 3628109"/>
                  <a:gd name="connsiteY1840" fmla="*/ 160123 h 1579361"/>
                  <a:gd name="connsiteX1841" fmla="*/ 3463584 w 3628109"/>
                  <a:gd name="connsiteY1841" fmla="*/ 155380 h 1579361"/>
                  <a:gd name="connsiteX1842" fmla="*/ 3466288 w 3628109"/>
                  <a:gd name="connsiteY1842" fmla="*/ 153961 h 1579361"/>
                  <a:gd name="connsiteX1843" fmla="*/ 3466864 w 3628109"/>
                  <a:gd name="connsiteY1843" fmla="*/ 153740 h 1579361"/>
                  <a:gd name="connsiteX1844" fmla="*/ 3466953 w 3628109"/>
                  <a:gd name="connsiteY1844" fmla="*/ 153695 h 1579361"/>
                  <a:gd name="connsiteX1845" fmla="*/ 3466997 w 3628109"/>
                  <a:gd name="connsiteY1845" fmla="*/ 151878 h 1579361"/>
                  <a:gd name="connsiteX1846" fmla="*/ 3468637 w 3628109"/>
                  <a:gd name="connsiteY1846" fmla="*/ 147090 h 1579361"/>
                  <a:gd name="connsiteX1847" fmla="*/ 3472450 w 3628109"/>
                  <a:gd name="connsiteY1847" fmla="*/ 140662 h 1579361"/>
                  <a:gd name="connsiteX1848" fmla="*/ 3477105 w 3628109"/>
                  <a:gd name="connsiteY1848" fmla="*/ 132949 h 1579361"/>
                  <a:gd name="connsiteX1849" fmla="*/ 3471032 w 3628109"/>
                  <a:gd name="connsiteY1849" fmla="*/ 148420 h 1579361"/>
                  <a:gd name="connsiteX1850" fmla="*/ 3468283 w 3628109"/>
                  <a:gd name="connsiteY1850" fmla="*/ 152587 h 1579361"/>
                  <a:gd name="connsiteX1851" fmla="*/ 3467840 w 3628109"/>
                  <a:gd name="connsiteY1851" fmla="*/ 155424 h 1579361"/>
                  <a:gd name="connsiteX1852" fmla="*/ 3470544 w 3628109"/>
                  <a:gd name="connsiteY1852" fmla="*/ 162517 h 1579361"/>
                  <a:gd name="connsiteX1853" fmla="*/ 3471785 w 3628109"/>
                  <a:gd name="connsiteY1853" fmla="*/ 167128 h 1579361"/>
                  <a:gd name="connsiteX1854" fmla="*/ 3473381 w 3628109"/>
                  <a:gd name="connsiteY1854" fmla="*/ 173644 h 1579361"/>
                  <a:gd name="connsiteX1855" fmla="*/ 3501176 w 3628109"/>
                  <a:gd name="connsiteY1855" fmla="*/ 189737 h 1579361"/>
                  <a:gd name="connsiteX1856" fmla="*/ 3487035 w 3628109"/>
                  <a:gd name="connsiteY1856" fmla="*/ 219350 h 1579361"/>
                  <a:gd name="connsiteX1857" fmla="*/ 3492887 w 3628109"/>
                  <a:gd name="connsiteY1857" fmla="*/ 233580 h 1579361"/>
                  <a:gd name="connsiteX1858" fmla="*/ 3494704 w 3628109"/>
                  <a:gd name="connsiteY1858" fmla="*/ 237348 h 1579361"/>
                  <a:gd name="connsiteX1859" fmla="*/ 3495148 w 3628109"/>
                  <a:gd name="connsiteY1859" fmla="*/ 238279 h 1579361"/>
                  <a:gd name="connsiteX1860" fmla="*/ 3495857 w 3628109"/>
                  <a:gd name="connsiteY1860" fmla="*/ 239609 h 1579361"/>
                  <a:gd name="connsiteX1861" fmla="*/ 3497408 w 3628109"/>
                  <a:gd name="connsiteY1861" fmla="*/ 242446 h 1579361"/>
                  <a:gd name="connsiteX1862" fmla="*/ 3500689 w 3628109"/>
                  <a:gd name="connsiteY1862" fmla="*/ 248032 h 1579361"/>
                  <a:gd name="connsiteX1863" fmla="*/ 3504235 w 3628109"/>
                  <a:gd name="connsiteY1863" fmla="*/ 253396 h 1579361"/>
                  <a:gd name="connsiteX1864" fmla="*/ 3509998 w 3628109"/>
                  <a:gd name="connsiteY1864" fmla="*/ 259735 h 1579361"/>
                  <a:gd name="connsiteX1865" fmla="*/ 3516293 w 3628109"/>
                  <a:gd name="connsiteY1865" fmla="*/ 264124 h 1579361"/>
                  <a:gd name="connsiteX1866" fmla="*/ 3522633 w 3628109"/>
                  <a:gd name="connsiteY1866" fmla="*/ 266429 h 1579361"/>
                  <a:gd name="connsiteX1867" fmla="*/ 3528484 w 3628109"/>
                  <a:gd name="connsiteY1867" fmla="*/ 266828 h 1579361"/>
                  <a:gd name="connsiteX1868" fmla="*/ 3533494 w 3628109"/>
                  <a:gd name="connsiteY1868" fmla="*/ 265543 h 1579361"/>
                  <a:gd name="connsiteX1869" fmla="*/ 3537439 w 3628109"/>
                  <a:gd name="connsiteY1869" fmla="*/ 262927 h 1579361"/>
                  <a:gd name="connsiteX1870" fmla="*/ 3541695 w 3628109"/>
                  <a:gd name="connsiteY1870" fmla="*/ 255036 h 1579361"/>
                  <a:gd name="connsiteX1871" fmla="*/ 3542360 w 3628109"/>
                  <a:gd name="connsiteY1871" fmla="*/ 264390 h 1579361"/>
                  <a:gd name="connsiteX1872" fmla="*/ 3544931 w 3628109"/>
                  <a:gd name="connsiteY1872" fmla="*/ 268690 h 1579361"/>
                  <a:gd name="connsiteX1873" fmla="*/ 3549054 w 3628109"/>
                  <a:gd name="connsiteY1873" fmla="*/ 272281 h 1579361"/>
                  <a:gd name="connsiteX1874" fmla="*/ 3551670 w 3628109"/>
                  <a:gd name="connsiteY1874" fmla="*/ 273655 h 1579361"/>
                  <a:gd name="connsiteX1875" fmla="*/ 3554595 w 3628109"/>
                  <a:gd name="connsiteY1875" fmla="*/ 274763 h 1579361"/>
                  <a:gd name="connsiteX1876" fmla="*/ 3561245 w 3628109"/>
                  <a:gd name="connsiteY1876" fmla="*/ 275606 h 1579361"/>
                  <a:gd name="connsiteX1877" fmla="*/ 3568604 w 3628109"/>
                  <a:gd name="connsiteY1877" fmla="*/ 274453 h 1579361"/>
                  <a:gd name="connsiteX1878" fmla="*/ 3576184 w 3628109"/>
                  <a:gd name="connsiteY1878" fmla="*/ 271217 h 1579361"/>
                  <a:gd name="connsiteX1879" fmla="*/ 3581371 w 3628109"/>
                  <a:gd name="connsiteY1879" fmla="*/ 267759 h 1579361"/>
                  <a:gd name="connsiteX1880" fmla="*/ 3586292 w 3628109"/>
                  <a:gd name="connsiteY1880" fmla="*/ 263858 h 1579361"/>
                  <a:gd name="connsiteX1881" fmla="*/ 3595469 w 3628109"/>
                  <a:gd name="connsiteY1881" fmla="*/ 254814 h 1579361"/>
                  <a:gd name="connsiteX1882" fmla="*/ 3597774 w 3628109"/>
                  <a:gd name="connsiteY1882" fmla="*/ 252554 h 1579361"/>
                  <a:gd name="connsiteX1883" fmla="*/ 3599237 w 3628109"/>
                  <a:gd name="connsiteY1883" fmla="*/ 250825 h 1579361"/>
                  <a:gd name="connsiteX1884" fmla="*/ 3601941 w 3628109"/>
                  <a:gd name="connsiteY1884" fmla="*/ 247455 h 1579361"/>
                  <a:gd name="connsiteX1885" fmla="*/ 3607172 w 3628109"/>
                  <a:gd name="connsiteY1885" fmla="*/ 240806 h 1579361"/>
                  <a:gd name="connsiteX1886" fmla="*/ 3611428 w 3628109"/>
                  <a:gd name="connsiteY1886" fmla="*/ 231452 h 1579361"/>
                  <a:gd name="connsiteX1887" fmla="*/ 3611428 w 3628109"/>
                  <a:gd name="connsiteY1887" fmla="*/ 222098 h 1579361"/>
                  <a:gd name="connsiteX1888" fmla="*/ 3601010 w 3628109"/>
                  <a:gd name="connsiteY1888" fmla="*/ 207868 h 1579361"/>
                  <a:gd name="connsiteX1889" fmla="*/ 3618565 w 3628109"/>
                  <a:gd name="connsiteY1889" fmla="*/ 209685 h 1579361"/>
                  <a:gd name="connsiteX1890" fmla="*/ 3625924 w 3628109"/>
                  <a:gd name="connsiteY1890" fmla="*/ 205607 h 1579361"/>
                  <a:gd name="connsiteX1891" fmla="*/ 3625924 w 3628109"/>
                  <a:gd name="connsiteY1891" fmla="*/ 194347 h 1579361"/>
                  <a:gd name="connsiteX1892" fmla="*/ 3625924 w 3628109"/>
                  <a:gd name="connsiteY1892" fmla="*/ 173689 h 1579361"/>
                  <a:gd name="connsiteX1893" fmla="*/ 3625924 w 3628109"/>
                  <a:gd name="connsiteY1893" fmla="*/ 164158 h 1579361"/>
                  <a:gd name="connsiteX1894" fmla="*/ 3625924 w 3628109"/>
                  <a:gd name="connsiteY1894" fmla="*/ 156710 h 1579361"/>
                  <a:gd name="connsiteX1895" fmla="*/ 3625924 w 3628109"/>
                  <a:gd name="connsiteY1895" fmla="*/ 153784 h 1579361"/>
                  <a:gd name="connsiteX1896" fmla="*/ 3625924 w 3628109"/>
                  <a:gd name="connsiteY1896" fmla="*/ 140795 h 1579361"/>
                  <a:gd name="connsiteX1897" fmla="*/ 3625924 w 3628109"/>
                  <a:gd name="connsiteY1897" fmla="*/ 140795 h 1579361"/>
                  <a:gd name="connsiteX1898" fmla="*/ 3625924 w 3628109"/>
                  <a:gd name="connsiteY1898" fmla="*/ 138933 h 1579361"/>
                  <a:gd name="connsiteX1899" fmla="*/ 3625924 w 3628109"/>
                  <a:gd name="connsiteY1899" fmla="*/ 129934 h 1579361"/>
                  <a:gd name="connsiteX1900" fmla="*/ 3625924 w 3628109"/>
                  <a:gd name="connsiteY1900" fmla="*/ 115216 h 1579361"/>
                  <a:gd name="connsiteX1901" fmla="*/ 3625924 w 3628109"/>
                  <a:gd name="connsiteY1901" fmla="*/ 115172 h 1579361"/>
                  <a:gd name="connsiteX1902" fmla="*/ 3625924 w 3628109"/>
                  <a:gd name="connsiteY1902" fmla="*/ 111093 h 1579361"/>
                  <a:gd name="connsiteX1903" fmla="*/ 3625924 w 3628109"/>
                  <a:gd name="connsiteY1903" fmla="*/ 108700 h 1579361"/>
                  <a:gd name="connsiteX1904" fmla="*/ 3625924 w 3628109"/>
                  <a:gd name="connsiteY1904" fmla="*/ 108522 h 1579361"/>
                  <a:gd name="connsiteX1905" fmla="*/ 3625924 w 3628109"/>
                  <a:gd name="connsiteY1905" fmla="*/ 102804 h 1579361"/>
                  <a:gd name="connsiteX1906" fmla="*/ 3625924 w 3628109"/>
                  <a:gd name="connsiteY1906" fmla="*/ 92519 h 1579361"/>
                  <a:gd name="connsiteX1907" fmla="*/ 3625924 w 3628109"/>
                  <a:gd name="connsiteY1907" fmla="*/ 89593 h 1579361"/>
                  <a:gd name="connsiteX1908" fmla="*/ 3625924 w 3628109"/>
                  <a:gd name="connsiteY1908" fmla="*/ 87775 h 1579361"/>
                  <a:gd name="connsiteX1909" fmla="*/ 3625924 w 3628109"/>
                  <a:gd name="connsiteY1909" fmla="*/ 83741 h 1579361"/>
                  <a:gd name="connsiteX1910" fmla="*/ 3625924 w 3628109"/>
                  <a:gd name="connsiteY1910" fmla="*/ 75052 h 1579361"/>
                  <a:gd name="connsiteX1911" fmla="*/ 3625924 w 3628109"/>
                  <a:gd name="connsiteY1911" fmla="*/ 69467 h 1579361"/>
                  <a:gd name="connsiteX1912" fmla="*/ 3625924 w 3628109"/>
                  <a:gd name="connsiteY1912" fmla="*/ 67915 h 1579361"/>
                  <a:gd name="connsiteX1913" fmla="*/ 3627520 w 3628109"/>
                  <a:gd name="connsiteY1913" fmla="*/ 68358 h 1579361"/>
                  <a:gd name="connsiteX1914" fmla="*/ 3627032 w 3628109"/>
                  <a:gd name="connsiteY1914" fmla="*/ 67738 h 1579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</a:cxnLst>
                <a:rect l="l" t="t" r="r" b="b"/>
                <a:pathLst>
                  <a:path w="3628109" h="1579361">
                    <a:moveTo>
                      <a:pt x="3627032" y="67738"/>
                    </a:moveTo>
                    <a:lnTo>
                      <a:pt x="3627032" y="59137"/>
                    </a:lnTo>
                    <a:lnTo>
                      <a:pt x="3627032" y="51734"/>
                    </a:lnTo>
                    <a:lnTo>
                      <a:pt x="3627032" y="43444"/>
                    </a:lnTo>
                    <a:lnTo>
                      <a:pt x="3627032" y="39898"/>
                    </a:lnTo>
                    <a:lnTo>
                      <a:pt x="3627032" y="19018"/>
                    </a:lnTo>
                    <a:lnTo>
                      <a:pt x="3627032" y="6206"/>
                    </a:lnTo>
                    <a:lnTo>
                      <a:pt x="3627032" y="0"/>
                    </a:lnTo>
                    <a:cubicBezTo>
                      <a:pt x="3617722" y="1951"/>
                      <a:pt x="3610231" y="9265"/>
                      <a:pt x="3609122" y="18796"/>
                    </a:cubicBezTo>
                    <a:lnTo>
                      <a:pt x="3606063" y="44641"/>
                    </a:lnTo>
                    <a:cubicBezTo>
                      <a:pt x="3604645" y="56744"/>
                      <a:pt x="3613866" y="67871"/>
                      <a:pt x="3626544" y="69422"/>
                    </a:cubicBezTo>
                    <a:cubicBezTo>
                      <a:pt x="3613866" y="67915"/>
                      <a:pt x="3602295" y="76560"/>
                      <a:pt x="3600877" y="88662"/>
                    </a:cubicBezTo>
                    <a:lnTo>
                      <a:pt x="3597818" y="114507"/>
                    </a:lnTo>
                    <a:cubicBezTo>
                      <a:pt x="3597685" y="115571"/>
                      <a:pt x="3597729" y="115349"/>
                      <a:pt x="3597862" y="115349"/>
                    </a:cubicBezTo>
                    <a:lnTo>
                      <a:pt x="3598217" y="115438"/>
                    </a:lnTo>
                    <a:cubicBezTo>
                      <a:pt x="3598350" y="115482"/>
                      <a:pt x="3598527" y="115571"/>
                      <a:pt x="3598749" y="115615"/>
                    </a:cubicBezTo>
                    <a:cubicBezTo>
                      <a:pt x="3598926" y="115526"/>
                      <a:pt x="3598882" y="116059"/>
                      <a:pt x="3598926" y="116324"/>
                    </a:cubicBezTo>
                    <a:lnTo>
                      <a:pt x="3599015" y="117344"/>
                    </a:lnTo>
                    <a:cubicBezTo>
                      <a:pt x="3599369" y="120048"/>
                      <a:pt x="3600256" y="122708"/>
                      <a:pt x="3601630" y="125191"/>
                    </a:cubicBezTo>
                    <a:cubicBezTo>
                      <a:pt x="3604379" y="130156"/>
                      <a:pt x="3608945" y="134367"/>
                      <a:pt x="3614930" y="136539"/>
                    </a:cubicBezTo>
                    <a:cubicBezTo>
                      <a:pt x="3602960" y="132328"/>
                      <a:pt x="3590016" y="137692"/>
                      <a:pt x="3585804" y="148154"/>
                    </a:cubicBezTo>
                    <a:cubicBezTo>
                      <a:pt x="3582745" y="155690"/>
                      <a:pt x="3579554" y="163094"/>
                      <a:pt x="3576096" y="170231"/>
                    </a:cubicBezTo>
                    <a:cubicBezTo>
                      <a:pt x="3574943" y="172802"/>
                      <a:pt x="3574278" y="175373"/>
                      <a:pt x="3574278" y="178077"/>
                    </a:cubicBezTo>
                    <a:cubicBezTo>
                      <a:pt x="3574234" y="180737"/>
                      <a:pt x="3574766" y="183530"/>
                      <a:pt x="3575697" y="186101"/>
                    </a:cubicBezTo>
                    <a:cubicBezTo>
                      <a:pt x="3577603" y="191244"/>
                      <a:pt x="3581460" y="196165"/>
                      <a:pt x="3586912" y="199312"/>
                    </a:cubicBezTo>
                    <a:cubicBezTo>
                      <a:pt x="3581415" y="196165"/>
                      <a:pt x="3575298" y="195455"/>
                      <a:pt x="3569845" y="196298"/>
                    </a:cubicBezTo>
                    <a:cubicBezTo>
                      <a:pt x="3567141" y="196741"/>
                      <a:pt x="3564614" y="197627"/>
                      <a:pt x="3562442" y="198913"/>
                    </a:cubicBezTo>
                    <a:cubicBezTo>
                      <a:pt x="3560225" y="200066"/>
                      <a:pt x="3558363" y="201662"/>
                      <a:pt x="3556945" y="203745"/>
                    </a:cubicBezTo>
                    <a:cubicBezTo>
                      <a:pt x="3555925" y="205297"/>
                      <a:pt x="3555083" y="206139"/>
                      <a:pt x="3554152" y="207380"/>
                    </a:cubicBezTo>
                    <a:lnTo>
                      <a:pt x="3552246" y="209907"/>
                    </a:lnTo>
                    <a:cubicBezTo>
                      <a:pt x="3552246" y="209907"/>
                      <a:pt x="3552512" y="210572"/>
                      <a:pt x="3552556" y="211946"/>
                    </a:cubicBezTo>
                    <a:cubicBezTo>
                      <a:pt x="3552645" y="213321"/>
                      <a:pt x="3552467" y="215404"/>
                      <a:pt x="3551980" y="217887"/>
                    </a:cubicBezTo>
                    <a:cubicBezTo>
                      <a:pt x="3551492" y="220414"/>
                      <a:pt x="3550605" y="223251"/>
                      <a:pt x="3549586" y="226398"/>
                    </a:cubicBezTo>
                    <a:cubicBezTo>
                      <a:pt x="3548611" y="229501"/>
                      <a:pt x="3547458" y="232826"/>
                      <a:pt x="3546704" y="236506"/>
                    </a:cubicBezTo>
                    <a:cubicBezTo>
                      <a:pt x="3548123" y="229191"/>
                      <a:pt x="3548256" y="221965"/>
                      <a:pt x="3549409" y="217044"/>
                    </a:cubicBezTo>
                    <a:cubicBezTo>
                      <a:pt x="3549941" y="214562"/>
                      <a:pt x="3550605" y="212700"/>
                      <a:pt x="3551182" y="211503"/>
                    </a:cubicBezTo>
                    <a:cubicBezTo>
                      <a:pt x="3551758" y="210306"/>
                      <a:pt x="3552246" y="209863"/>
                      <a:pt x="3552246" y="209863"/>
                    </a:cubicBezTo>
                    <a:lnTo>
                      <a:pt x="3550916" y="207159"/>
                    </a:lnTo>
                    <a:cubicBezTo>
                      <a:pt x="3549497" y="204100"/>
                      <a:pt x="3548123" y="200819"/>
                      <a:pt x="3546793" y="197317"/>
                    </a:cubicBezTo>
                    <a:cubicBezTo>
                      <a:pt x="3543158" y="187653"/>
                      <a:pt x="3530745" y="181402"/>
                      <a:pt x="3518776" y="184860"/>
                    </a:cubicBezTo>
                    <a:cubicBezTo>
                      <a:pt x="3530701" y="181225"/>
                      <a:pt x="3537838" y="169566"/>
                      <a:pt x="3534957" y="158217"/>
                    </a:cubicBezTo>
                    <a:lnTo>
                      <a:pt x="3533405" y="152100"/>
                    </a:lnTo>
                    <a:cubicBezTo>
                      <a:pt x="3532784" y="149750"/>
                      <a:pt x="3532031" y="146824"/>
                      <a:pt x="3531189" y="144164"/>
                    </a:cubicBezTo>
                    <a:cubicBezTo>
                      <a:pt x="3529504" y="138667"/>
                      <a:pt x="3527288" y="132949"/>
                      <a:pt x="3524317" y="127053"/>
                    </a:cubicBezTo>
                    <a:cubicBezTo>
                      <a:pt x="3522278" y="123107"/>
                      <a:pt x="3518909" y="118674"/>
                      <a:pt x="3514742" y="115393"/>
                    </a:cubicBezTo>
                    <a:cubicBezTo>
                      <a:pt x="3510707" y="112069"/>
                      <a:pt x="3506319" y="110118"/>
                      <a:pt x="3502329" y="109453"/>
                    </a:cubicBezTo>
                    <a:cubicBezTo>
                      <a:pt x="3498384" y="108744"/>
                      <a:pt x="3494748" y="109409"/>
                      <a:pt x="3491956" y="110827"/>
                    </a:cubicBezTo>
                    <a:cubicBezTo>
                      <a:pt x="3489118" y="112335"/>
                      <a:pt x="3487124" y="114596"/>
                      <a:pt x="3485749" y="117344"/>
                    </a:cubicBezTo>
                    <a:cubicBezTo>
                      <a:pt x="3487124" y="114596"/>
                      <a:pt x="3487744" y="111492"/>
                      <a:pt x="3487168" y="108345"/>
                    </a:cubicBezTo>
                    <a:cubicBezTo>
                      <a:pt x="3486636" y="105153"/>
                      <a:pt x="3484951" y="101917"/>
                      <a:pt x="3482025" y="99035"/>
                    </a:cubicBezTo>
                    <a:cubicBezTo>
                      <a:pt x="3479100" y="96287"/>
                      <a:pt x="3474933" y="93893"/>
                      <a:pt x="3469834" y="92829"/>
                    </a:cubicBezTo>
                    <a:cubicBezTo>
                      <a:pt x="3464781" y="91632"/>
                      <a:pt x="3458885" y="91765"/>
                      <a:pt x="3453033" y="93405"/>
                    </a:cubicBezTo>
                    <a:cubicBezTo>
                      <a:pt x="3450949" y="93982"/>
                      <a:pt x="3448822" y="94602"/>
                      <a:pt x="3446915" y="95356"/>
                    </a:cubicBezTo>
                    <a:cubicBezTo>
                      <a:pt x="3445053" y="96065"/>
                      <a:pt x="3442837" y="96907"/>
                      <a:pt x="3441463" y="97617"/>
                    </a:cubicBezTo>
                    <a:cubicBezTo>
                      <a:pt x="3438315" y="99080"/>
                      <a:pt x="3435434" y="100631"/>
                      <a:pt x="3432685" y="102272"/>
                    </a:cubicBezTo>
                    <a:cubicBezTo>
                      <a:pt x="3427232" y="105552"/>
                      <a:pt x="3422533" y="109099"/>
                      <a:pt x="3418189" y="112778"/>
                    </a:cubicBezTo>
                    <a:cubicBezTo>
                      <a:pt x="3415130" y="115349"/>
                      <a:pt x="3412869" y="118364"/>
                      <a:pt x="3411318" y="121467"/>
                    </a:cubicBezTo>
                    <a:cubicBezTo>
                      <a:pt x="3409766" y="124570"/>
                      <a:pt x="3409013" y="127806"/>
                      <a:pt x="3408924" y="130909"/>
                    </a:cubicBezTo>
                    <a:cubicBezTo>
                      <a:pt x="3408746" y="137116"/>
                      <a:pt x="3411318" y="142790"/>
                      <a:pt x="3416017" y="146736"/>
                    </a:cubicBezTo>
                    <a:cubicBezTo>
                      <a:pt x="3411362" y="142746"/>
                      <a:pt x="3405289" y="141238"/>
                      <a:pt x="3399304" y="142347"/>
                    </a:cubicBezTo>
                    <a:cubicBezTo>
                      <a:pt x="3396334" y="142879"/>
                      <a:pt x="3393364" y="143943"/>
                      <a:pt x="3390482" y="146425"/>
                    </a:cubicBezTo>
                    <a:cubicBezTo>
                      <a:pt x="3387645" y="148730"/>
                      <a:pt x="3384941" y="151701"/>
                      <a:pt x="3382857" y="155203"/>
                    </a:cubicBezTo>
                    <a:cubicBezTo>
                      <a:pt x="3380463" y="159990"/>
                      <a:pt x="3377981" y="164823"/>
                      <a:pt x="3375808" y="169610"/>
                    </a:cubicBezTo>
                    <a:lnTo>
                      <a:pt x="3370267" y="183708"/>
                    </a:lnTo>
                    <a:cubicBezTo>
                      <a:pt x="3369203" y="186944"/>
                      <a:pt x="3368804" y="190224"/>
                      <a:pt x="3368982" y="193372"/>
                    </a:cubicBezTo>
                    <a:cubicBezTo>
                      <a:pt x="3369203" y="196519"/>
                      <a:pt x="3369868" y="199534"/>
                      <a:pt x="3371242" y="202149"/>
                    </a:cubicBezTo>
                    <a:cubicBezTo>
                      <a:pt x="3373991" y="207425"/>
                      <a:pt x="3378646" y="211370"/>
                      <a:pt x="3384542" y="213010"/>
                    </a:cubicBezTo>
                    <a:cubicBezTo>
                      <a:pt x="3378646" y="211370"/>
                      <a:pt x="3372617" y="212390"/>
                      <a:pt x="3367607" y="215537"/>
                    </a:cubicBezTo>
                    <a:cubicBezTo>
                      <a:pt x="3362642" y="218640"/>
                      <a:pt x="3358963" y="223827"/>
                      <a:pt x="3357500" y="230122"/>
                    </a:cubicBezTo>
                    <a:cubicBezTo>
                      <a:pt x="3356480" y="234599"/>
                      <a:pt x="3355682" y="239033"/>
                      <a:pt x="3354751" y="243510"/>
                    </a:cubicBezTo>
                    <a:cubicBezTo>
                      <a:pt x="3353820" y="247987"/>
                      <a:pt x="3353023" y="252376"/>
                      <a:pt x="3352269" y="256809"/>
                    </a:cubicBezTo>
                    <a:cubicBezTo>
                      <a:pt x="3349964" y="269266"/>
                      <a:pt x="3358342" y="280881"/>
                      <a:pt x="3370267" y="282787"/>
                    </a:cubicBezTo>
                    <a:cubicBezTo>
                      <a:pt x="3358254" y="280837"/>
                      <a:pt x="3346905" y="289304"/>
                      <a:pt x="3345131" y="301539"/>
                    </a:cubicBezTo>
                    <a:lnTo>
                      <a:pt x="3341452" y="327429"/>
                    </a:lnTo>
                    <a:cubicBezTo>
                      <a:pt x="3339767" y="339531"/>
                      <a:pt x="3348057" y="350614"/>
                      <a:pt x="3359982" y="352476"/>
                    </a:cubicBezTo>
                    <a:cubicBezTo>
                      <a:pt x="3354042" y="351589"/>
                      <a:pt x="3348279" y="353273"/>
                      <a:pt x="3343757" y="356554"/>
                    </a:cubicBezTo>
                    <a:cubicBezTo>
                      <a:pt x="3339235" y="359834"/>
                      <a:pt x="3336044" y="364888"/>
                      <a:pt x="3335068" y="370696"/>
                    </a:cubicBezTo>
                    <a:lnTo>
                      <a:pt x="3332985" y="383064"/>
                    </a:lnTo>
                    <a:lnTo>
                      <a:pt x="3330680" y="395122"/>
                    </a:lnTo>
                    <a:cubicBezTo>
                      <a:pt x="3330103" y="397338"/>
                      <a:pt x="3330369" y="399466"/>
                      <a:pt x="3330857" y="401417"/>
                    </a:cubicBezTo>
                    <a:cubicBezTo>
                      <a:pt x="3331389" y="403412"/>
                      <a:pt x="3332453" y="405495"/>
                      <a:pt x="3333738" y="407357"/>
                    </a:cubicBezTo>
                    <a:cubicBezTo>
                      <a:pt x="3335113" y="409352"/>
                      <a:pt x="3336797" y="411347"/>
                      <a:pt x="3338748" y="413165"/>
                    </a:cubicBezTo>
                    <a:cubicBezTo>
                      <a:pt x="3340698" y="415027"/>
                      <a:pt x="3343004" y="416844"/>
                      <a:pt x="3345619" y="418218"/>
                    </a:cubicBezTo>
                    <a:cubicBezTo>
                      <a:pt x="3342959" y="416800"/>
                      <a:pt x="3340255" y="415957"/>
                      <a:pt x="3337640" y="415381"/>
                    </a:cubicBezTo>
                    <a:cubicBezTo>
                      <a:pt x="3334980" y="414716"/>
                      <a:pt x="3332497" y="414317"/>
                      <a:pt x="3330369" y="414007"/>
                    </a:cubicBezTo>
                    <a:cubicBezTo>
                      <a:pt x="3328197" y="413519"/>
                      <a:pt x="3326468" y="413298"/>
                      <a:pt x="3325271" y="412810"/>
                    </a:cubicBezTo>
                    <a:cubicBezTo>
                      <a:pt x="3324119" y="412500"/>
                      <a:pt x="3323587" y="412012"/>
                      <a:pt x="3323587" y="412056"/>
                    </a:cubicBezTo>
                    <a:cubicBezTo>
                      <a:pt x="3323542" y="412056"/>
                      <a:pt x="3323808" y="412012"/>
                      <a:pt x="3323498" y="412056"/>
                    </a:cubicBezTo>
                    <a:cubicBezTo>
                      <a:pt x="3323232" y="412101"/>
                      <a:pt x="3322390" y="412189"/>
                      <a:pt x="3320971" y="411746"/>
                    </a:cubicBezTo>
                    <a:cubicBezTo>
                      <a:pt x="3320040" y="411480"/>
                      <a:pt x="3318710" y="411613"/>
                      <a:pt x="3317070" y="412101"/>
                    </a:cubicBezTo>
                    <a:cubicBezTo>
                      <a:pt x="3315430" y="412455"/>
                      <a:pt x="3313435" y="413253"/>
                      <a:pt x="3311307" y="414184"/>
                    </a:cubicBezTo>
                    <a:cubicBezTo>
                      <a:pt x="3309179" y="415204"/>
                      <a:pt x="3306918" y="416356"/>
                      <a:pt x="3304657" y="417908"/>
                    </a:cubicBezTo>
                    <a:cubicBezTo>
                      <a:pt x="3302441" y="419460"/>
                      <a:pt x="3300269" y="421366"/>
                      <a:pt x="3298407" y="423715"/>
                    </a:cubicBezTo>
                    <a:cubicBezTo>
                      <a:pt x="3300224" y="421366"/>
                      <a:pt x="3301554" y="418795"/>
                      <a:pt x="3302529" y="416268"/>
                    </a:cubicBezTo>
                    <a:cubicBezTo>
                      <a:pt x="3303505" y="413697"/>
                      <a:pt x="3304081" y="411258"/>
                      <a:pt x="3304391" y="408820"/>
                    </a:cubicBezTo>
                    <a:cubicBezTo>
                      <a:pt x="3304968" y="404077"/>
                      <a:pt x="3304391" y="399910"/>
                      <a:pt x="3301998" y="396673"/>
                    </a:cubicBezTo>
                    <a:cubicBezTo>
                      <a:pt x="3300269" y="394368"/>
                      <a:pt x="3298717" y="391886"/>
                      <a:pt x="3297343" y="389315"/>
                    </a:cubicBezTo>
                    <a:cubicBezTo>
                      <a:pt x="3295924" y="386743"/>
                      <a:pt x="3294816" y="384083"/>
                      <a:pt x="3293796" y="381424"/>
                    </a:cubicBezTo>
                    <a:cubicBezTo>
                      <a:pt x="3293397" y="380493"/>
                      <a:pt x="3293043" y="379606"/>
                      <a:pt x="3292466" y="378764"/>
                    </a:cubicBezTo>
                    <a:cubicBezTo>
                      <a:pt x="3292156" y="378276"/>
                      <a:pt x="3291934" y="378143"/>
                      <a:pt x="3291491" y="377390"/>
                    </a:cubicBezTo>
                    <a:cubicBezTo>
                      <a:pt x="3291048" y="376680"/>
                      <a:pt x="3290604" y="376015"/>
                      <a:pt x="3290161" y="375395"/>
                    </a:cubicBezTo>
                    <a:cubicBezTo>
                      <a:pt x="3288255" y="372868"/>
                      <a:pt x="3285994" y="370784"/>
                      <a:pt x="3283511" y="369233"/>
                    </a:cubicBezTo>
                    <a:cubicBezTo>
                      <a:pt x="3278413" y="366174"/>
                      <a:pt x="3272429" y="365420"/>
                      <a:pt x="3266932" y="367415"/>
                    </a:cubicBezTo>
                    <a:cubicBezTo>
                      <a:pt x="3272384" y="365464"/>
                      <a:pt x="3276773" y="361164"/>
                      <a:pt x="3278546" y="355534"/>
                    </a:cubicBezTo>
                    <a:cubicBezTo>
                      <a:pt x="3279477" y="352697"/>
                      <a:pt x="3279921" y="349550"/>
                      <a:pt x="3279655" y="346225"/>
                    </a:cubicBezTo>
                    <a:cubicBezTo>
                      <a:pt x="3279256" y="342900"/>
                      <a:pt x="3278325" y="339442"/>
                      <a:pt x="3276596" y="336162"/>
                    </a:cubicBezTo>
                    <a:cubicBezTo>
                      <a:pt x="3273936" y="331418"/>
                      <a:pt x="3271320" y="326675"/>
                      <a:pt x="3267951" y="321976"/>
                    </a:cubicBezTo>
                    <a:cubicBezTo>
                      <a:pt x="3266444" y="319626"/>
                      <a:pt x="3264582" y="317321"/>
                      <a:pt x="3262720" y="315016"/>
                    </a:cubicBezTo>
                    <a:lnTo>
                      <a:pt x="3259927" y="311602"/>
                    </a:lnTo>
                    <a:cubicBezTo>
                      <a:pt x="3258908" y="310494"/>
                      <a:pt x="3257799" y="309386"/>
                      <a:pt x="3256736" y="308278"/>
                    </a:cubicBezTo>
                    <a:cubicBezTo>
                      <a:pt x="3255184" y="306726"/>
                      <a:pt x="3253677" y="305307"/>
                      <a:pt x="3251948" y="304110"/>
                    </a:cubicBezTo>
                    <a:cubicBezTo>
                      <a:pt x="3250130" y="302958"/>
                      <a:pt x="3248313" y="301983"/>
                      <a:pt x="3246495" y="301185"/>
                    </a:cubicBezTo>
                    <a:cubicBezTo>
                      <a:pt x="3242949" y="299500"/>
                      <a:pt x="3238870" y="299012"/>
                      <a:pt x="3235545" y="299101"/>
                    </a:cubicBezTo>
                    <a:cubicBezTo>
                      <a:pt x="3232221" y="299145"/>
                      <a:pt x="3228984" y="300298"/>
                      <a:pt x="3226591" y="301894"/>
                    </a:cubicBezTo>
                    <a:cubicBezTo>
                      <a:pt x="3224152" y="303534"/>
                      <a:pt x="3222335" y="305751"/>
                      <a:pt x="3221138" y="308411"/>
                    </a:cubicBezTo>
                    <a:cubicBezTo>
                      <a:pt x="3222335" y="305751"/>
                      <a:pt x="3222822" y="302913"/>
                      <a:pt x="3222423" y="299943"/>
                    </a:cubicBezTo>
                    <a:cubicBezTo>
                      <a:pt x="3221980" y="297106"/>
                      <a:pt x="3220650" y="294225"/>
                      <a:pt x="3218434" y="291476"/>
                    </a:cubicBezTo>
                    <a:cubicBezTo>
                      <a:pt x="3216261" y="288595"/>
                      <a:pt x="3213070" y="286555"/>
                      <a:pt x="3209301" y="284693"/>
                    </a:cubicBezTo>
                    <a:cubicBezTo>
                      <a:pt x="3205533" y="282920"/>
                      <a:pt x="3201145" y="282122"/>
                      <a:pt x="3196578" y="281945"/>
                    </a:cubicBezTo>
                    <a:cubicBezTo>
                      <a:pt x="3193431" y="282034"/>
                      <a:pt x="3190239" y="282167"/>
                      <a:pt x="3187091" y="282344"/>
                    </a:cubicBezTo>
                    <a:cubicBezTo>
                      <a:pt x="3184077" y="282743"/>
                      <a:pt x="3181107" y="283186"/>
                      <a:pt x="3178092" y="283674"/>
                    </a:cubicBezTo>
                    <a:cubicBezTo>
                      <a:pt x="3176718" y="283807"/>
                      <a:pt x="3174812" y="284383"/>
                      <a:pt x="3173083" y="284871"/>
                    </a:cubicBezTo>
                    <a:lnTo>
                      <a:pt x="3167808" y="286422"/>
                    </a:lnTo>
                    <a:cubicBezTo>
                      <a:pt x="3164261" y="287353"/>
                      <a:pt x="3161025" y="289082"/>
                      <a:pt x="3157744" y="290722"/>
                    </a:cubicBezTo>
                    <a:cubicBezTo>
                      <a:pt x="3153001" y="292895"/>
                      <a:pt x="3149588" y="296397"/>
                      <a:pt x="3146839" y="299766"/>
                    </a:cubicBezTo>
                    <a:cubicBezTo>
                      <a:pt x="3146174" y="300608"/>
                      <a:pt x="3145509" y="301451"/>
                      <a:pt x="3144977" y="302337"/>
                    </a:cubicBezTo>
                    <a:cubicBezTo>
                      <a:pt x="3144489" y="303224"/>
                      <a:pt x="3144091" y="304110"/>
                      <a:pt x="3143736" y="305041"/>
                    </a:cubicBezTo>
                    <a:cubicBezTo>
                      <a:pt x="3142982" y="306815"/>
                      <a:pt x="3142495" y="308588"/>
                      <a:pt x="3142184" y="310272"/>
                    </a:cubicBezTo>
                    <a:cubicBezTo>
                      <a:pt x="3141475" y="313642"/>
                      <a:pt x="3141918" y="316745"/>
                      <a:pt x="3143027" y="319449"/>
                    </a:cubicBezTo>
                    <a:cubicBezTo>
                      <a:pt x="3144135" y="322153"/>
                      <a:pt x="3145908" y="324370"/>
                      <a:pt x="3148213" y="326143"/>
                    </a:cubicBezTo>
                    <a:cubicBezTo>
                      <a:pt x="3145908" y="324414"/>
                      <a:pt x="3143293" y="323306"/>
                      <a:pt x="3140411" y="322951"/>
                    </a:cubicBezTo>
                    <a:cubicBezTo>
                      <a:pt x="3138948" y="322774"/>
                      <a:pt x="3137485" y="322818"/>
                      <a:pt x="3135934" y="323040"/>
                    </a:cubicBezTo>
                    <a:cubicBezTo>
                      <a:pt x="3134471" y="323261"/>
                      <a:pt x="3133008" y="323705"/>
                      <a:pt x="3131545" y="324281"/>
                    </a:cubicBezTo>
                    <a:cubicBezTo>
                      <a:pt x="3128663" y="325478"/>
                      <a:pt x="3125516" y="327473"/>
                      <a:pt x="3123122" y="330044"/>
                    </a:cubicBezTo>
                    <a:cubicBezTo>
                      <a:pt x="3120773" y="332571"/>
                      <a:pt x="3118467" y="335807"/>
                      <a:pt x="3117093" y="339309"/>
                    </a:cubicBezTo>
                    <a:cubicBezTo>
                      <a:pt x="3115187" y="344319"/>
                      <a:pt x="3113281" y="349328"/>
                      <a:pt x="3111951" y="354204"/>
                    </a:cubicBezTo>
                    <a:cubicBezTo>
                      <a:pt x="3110355" y="359169"/>
                      <a:pt x="3109335" y="363957"/>
                      <a:pt x="3108138" y="368834"/>
                    </a:cubicBezTo>
                    <a:cubicBezTo>
                      <a:pt x="3107340" y="372247"/>
                      <a:pt x="3107429" y="375528"/>
                      <a:pt x="3107872" y="378631"/>
                    </a:cubicBezTo>
                    <a:cubicBezTo>
                      <a:pt x="3108316" y="381734"/>
                      <a:pt x="3109468" y="384571"/>
                      <a:pt x="3111020" y="387009"/>
                    </a:cubicBezTo>
                    <a:cubicBezTo>
                      <a:pt x="3114123" y="391886"/>
                      <a:pt x="3118911" y="395166"/>
                      <a:pt x="3124585" y="395920"/>
                    </a:cubicBezTo>
                    <a:cubicBezTo>
                      <a:pt x="3118866" y="395166"/>
                      <a:pt x="3113458" y="397028"/>
                      <a:pt x="3109202" y="400885"/>
                    </a:cubicBezTo>
                    <a:cubicBezTo>
                      <a:pt x="3104902" y="404742"/>
                      <a:pt x="3102153" y="410460"/>
                      <a:pt x="3101622" y="416977"/>
                    </a:cubicBezTo>
                    <a:lnTo>
                      <a:pt x="3100912" y="430764"/>
                    </a:lnTo>
                    <a:lnTo>
                      <a:pt x="3100469" y="443709"/>
                    </a:lnTo>
                    <a:cubicBezTo>
                      <a:pt x="3100070" y="453816"/>
                      <a:pt x="3107872" y="464544"/>
                      <a:pt x="3119177" y="466051"/>
                    </a:cubicBezTo>
                    <a:cubicBezTo>
                      <a:pt x="3113547" y="465342"/>
                      <a:pt x="3108138" y="467027"/>
                      <a:pt x="3103882" y="470263"/>
                    </a:cubicBezTo>
                    <a:cubicBezTo>
                      <a:pt x="3099671" y="473499"/>
                      <a:pt x="3096568" y="478242"/>
                      <a:pt x="3095548" y="483873"/>
                    </a:cubicBezTo>
                    <a:cubicBezTo>
                      <a:pt x="3094130" y="491941"/>
                      <a:pt x="3092445" y="500053"/>
                      <a:pt x="3090672" y="508122"/>
                    </a:cubicBezTo>
                    <a:cubicBezTo>
                      <a:pt x="3088145" y="519382"/>
                      <a:pt x="3094529" y="530908"/>
                      <a:pt x="3105390" y="533922"/>
                    </a:cubicBezTo>
                    <a:cubicBezTo>
                      <a:pt x="3094484" y="531041"/>
                      <a:pt x="3083224" y="537868"/>
                      <a:pt x="3079811" y="548773"/>
                    </a:cubicBezTo>
                    <a:cubicBezTo>
                      <a:pt x="3078614" y="552719"/>
                      <a:pt x="3077328" y="556575"/>
                      <a:pt x="3076042" y="560476"/>
                    </a:cubicBezTo>
                    <a:cubicBezTo>
                      <a:pt x="3074801" y="564378"/>
                      <a:pt x="3073338" y="568146"/>
                      <a:pt x="3071964" y="572003"/>
                    </a:cubicBezTo>
                    <a:cubicBezTo>
                      <a:pt x="3069925" y="577278"/>
                      <a:pt x="3070235" y="582952"/>
                      <a:pt x="3072141" y="587829"/>
                    </a:cubicBezTo>
                    <a:cubicBezTo>
                      <a:pt x="3074092" y="592749"/>
                      <a:pt x="3077771" y="597005"/>
                      <a:pt x="3082870" y="599266"/>
                    </a:cubicBezTo>
                    <a:cubicBezTo>
                      <a:pt x="3077771" y="597005"/>
                      <a:pt x="3072141" y="597138"/>
                      <a:pt x="3067265" y="598956"/>
                    </a:cubicBezTo>
                    <a:cubicBezTo>
                      <a:pt x="3064871" y="599887"/>
                      <a:pt x="3062522" y="601172"/>
                      <a:pt x="3060527" y="602857"/>
                    </a:cubicBezTo>
                    <a:cubicBezTo>
                      <a:pt x="3058576" y="604586"/>
                      <a:pt x="3056891" y="606625"/>
                      <a:pt x="3055606" y="608930"/>
                    </a:cubicBezTo>
                    <a:cubicBezTo>
                      <a:pt x="3053833" y="612388"/>
                      <a:pt x="3051882" y="615535"/>
                      <a:pt x="3049976" y="618727"/>
                    </a:cubicBezTo>
                    <a:cubicBezTo>
                      <a:pt x="3047981" y="621742"/>
                      <a:pt x="3046075" y="624934"/>
                      <a:pt x="3043947" y="627593"/>
                    </a:cubicBezTo>
                    <a:cubicBezTo>
                      <a:pt x="3043238" y="628569"/>
                      <a:pt x="3042617" y="629588"/>
                      <a:pt x="3042174" y="630697"/>
                    </a:cubicBezTo>
                    <a:cubicBezTo>
                      <a:pt x="3041686" y="631716"/>
                      <a:pt x="3041287" y="632736"/>
                      <a:pt x="3041021" y="633844"/>
                    </a:cubicBezTo>
                    <a:cubicBezTo>
                      <a:pt x="3040489" y="636105"/>
                      <a:pt x="3040400" y="638455"/>
                      <a:pt x="3040578" y="640716"/>
                    </a:cubicBezTo>
                    <a:cubicBezTo>
                      <a:pt x="3040799" y="643065"/>
                      <a:pt x="3041376" y="645592"/>
                      <a:pt x="3042351" y="647986"/>
                    </a:cubicBezTo>
                    <a:cubicBezTo>
                      <a:pt x="3043282" y="650335"/>
                      <a:pt x="3044568" y="652685"/>
                      <a:pt x="3046385" y="654768"/>
                    </a:cubicBezTo>
                    <a:cubicBezTo>
                      <a:pt x="3044568" y="652685"/>
                      <a:pt x="3042440" y="651000"/>
                      <a:pt x="3040267" y="649715"/>
                    </a:cubicBezTo>
                    <a:cubicBezTo>
                      <a:pt x="3038051" y="648340"/>
                      <a:pt x="3035834" y="647631"/>
                      <a:pt x="3033706" y="646700"/>
                    </a:cubicBezTo>
                    <a:cubicBezTo>
                      <a:pt x="3032643" y="646301"/>
                      <a:pt x="3031667" y="645947"/>
                      <a:pt x="3030692" y="645725"/>
                    </a:cubicBezTo>
                    <a:cubicBezTo>
                      <a:pt x="3029761" y="645548"/>
                      <a:pt x="3028875" y="645370"/>
                      <a:pt x="3028076" y="645104"/>
                    </a:cubicBezTo>
                    <a:cubicBezTo>
                      <a:pt x="3027278" y="644883"/>
                      <a:pt x="3026614" y="644838"/>
                      <a:pt x="3025949" y="644883"/>
                    </a:cubicBezTo>
                    <a:cubicBezTo>
                      <a:pt x="3025328" y="644883"/>
                      <a:pt x="3024840" y="644750"/>
                      <a:pt x="3024397" y="644971"/>
                    </a:cubicBezTo>
                    <a:cubicBezTo>
                      <a:pt x="3023067" y="645459"/>
                      <a:pt x="3022092" y="645459"/>
                      <a:pt x="3020984" y="645459"/>
                    </a:cubicBezTo>
                    <a:cubicBezTo>
                      <a:pt x="3020850" y="645459"/>
                      <a:pt x="3020718" y="645503"/>
                      <a:pt x="3020540" y="645503"/>
                    </a:cubicBezTo>
                    <a:lnTo>
                      <a:pt x="3019742" y="645370"/>
                    </a:lnTo>
                    <a:lnTo>
                      <a:pt x="3018191" y="645149"/>
                    </a:lnTo>
                    <a:cubicBezTo>
                      <a:pt x="3017127" y="645060"/>
                      <a:pt x="3016151" y="644572"/>
                      <a:pt x="3015132" y="644395"/>
                    </a:cubicBezTo>
                    <a:cubicBezTo>
                      <a:pt x="3014423" y="644262"/>
                      <a:pt x="3013713" y="643952"/>
                      <a:pt x="3012915" y="643996"/>
                    </a:cubicBezTo>
                    <a:cubicBezTo>
                      <a:pt x="3012117" y="643996"/>
                      <a:pt x="3011275" y="644129"/>
                      <a:pt x="3010388" y="644173"/>
                    </a:cubicBezTo>
                    <a:cubicBezTo>
                      <a:pt x="3008615" y="644395"/>
                      <a:pt x="3006576" y="645016"/>
                      <a:pt x="3004448" y="645725"/>
                    </a:cubicBezTo>
                    <a:cubicBezTo>
                      <a:pt x="3000192" y="647409"/>
                      <a:pt x="2995449" y="649803"/>
                      <a:pt x="2992035" y="654148"/>
                    </a:cubicBezTo>
                    <a:cubicBezTo>
                      <a:pt x="2993720" y="651975"/>
                      <a:pt x="2994917" y="649582"/>
                      <a:pt x="2995715" y="647188"/>
                    </a:cubicBezTo>
                    <a:cubicBezTo>
                      <a:pt x="2996513" y="644838"/>
                      <a:pt x="2996956" y="642267"/>
                      <a:pt x="2997045" y="639917"/>
                    </a:cubicBezTo>
                    <a:cubicBezTo>
                      <a:pt x="2997089" y="637612"/>
                      <a:pt x="2996867" y="635263"/>
                      <a:pt x="2996158" y="633091"/>
                    </a:cubicBezTo>
                    <a:cubicBezTo>
                      <a:pt x="2995449" y="631051"/>
                      <a:pt x="2994385" y="628746"/>
                      <a:pt x="2992789" y="627017"/>
                    </a:cubicBezTo>
                    <a:lnTo>
                      <a:pt x="2989376" y="622761"/>
                    </a:lnTo>
                    <a:lnTo>
                      <a:pt x="2986006" y="618240"/>
                    </a:lnTo>
                    <a:cubicBezTo>
                      <a:pt x="2983790" y="615092"/>
                      <a:pt x="2981529" y="611856"/>
                      <a:pt x="2979312" y="608487"/>
                    </a:cubicBezTo>
                    <a:cubicBezTo>
                      <a:pt x="2973106" y="599089"/>
                      <a:pt x="2960294" y="595010"/>
                      <a:pt x="2951029" y="600729"/>
                    </a:cubicBezTo>
                    <a:cubicBezTo>
                      <a:pt x="2960250" y="595055"/>
                      <a:pt x="2962777" y="581977"/>
                      <a:pt x="2955640" y="571027"/>
                    </a:cubicBezTo>
                    <a:cubicBezTo>
                      <a:pt x="2950542" y="563269"/>
                      <a:pt x="2944956" y="555334"/>
                      <a:pt x="2938306" y="547443"/>
                    </a:cubicBezTo>
                    <a:cubicBezTo>
                      <a:pt x="2936001" y="544695"/>
                      <a:pt x="2933120" y="542389"/>
                      <a:pt x="2930194" y="540749"/>
                    </a:cubicBezTo>
                    <a:cubicBezTo>
                      <a:pt x="2927091" y="539109"/>
                      <a:pt x="2924120" y="538045"/>
                      <a:pt x="2920973" y="537735"/>
                    </a:cubicBezTo>
                    <a:cubicBezTo>
                      <a:pt x="2914855" y="537025"/>
                      <a:pt x="2909535" y="539197"/>
                      <a:pt x="2906255" y="543498"/>
                    </a:cubicBezTo>
                    <a:cubicBezTo>
                      <a:pt x="2909447" y="539286"/>
                      <a:pt x="2910378" y="533479"/>
                      <a:pt x="2907585" y="527672"/>
                    </a:cubicBezTo>
                    <a:cubicBezTo>
                      <a:pt x="2906255" y="524746"/>
                      <a:pt x="2904083" y="521820"/>
                      <a:pt x="2900935" y="519337"/>
                    </a:cubicBezTo>
                    <a:cubicBezTo>
                      <a:pt x="2897965" y="516677"/>
                      <a:pt x="2893842" y="514815"/>
                      <a:pt x="2889498" y="513397"/>
                    </a:cubicBezTo>
                    <a:cubicBezTo>
                      <a:pt x="2886262" y="512643"/>
                      <a:pt x="2883026" y="511845"/>
                      <a:pt x="2879790" y="511358"/>
                    </a:cubicBezTo>
                    <a:lnTo>
                      <a:pt x="2874869" y="510826"/>
                    </a:lnTo>
                    <a:cubicBezTo>
                      <a:pt x="2873273" y="510693"/>
                      <a:pt x="2871455" y="510471"/>
                      <a:pt x="2870347" y="510515"/>
                    </a:cubicBezTo>
                    <a:cubicBezTo>
                      <a:pt x="2865160" y="510560"/>
                      <a:pt x="2860284" y="510249"/>
                      <a:pt x="2854876" y="510693"/>
                    </a:cubicBezTo>
                    <a:cubicBezTo>
                      <a:pt x="2851107" y="511003"/>
                      <a:pt x="2847516" y="511845"/>
                      <a:pt x="2844413" y="513175"/>
                    </a:cubicBezTo>
                    <a:cubicBezTo>
                      <a:pt x="2841222" y="514727"/>
                      <a:pt x="2838429" y="516766"/>
                      <a:pt x="2836389" y="518938"/>
                    </a:cubicBezTo>
                    <a:cubicBezTo>
                      <a:pt x="2834306" y="521155"/>
                      <a:pt x="2832887" y="523504"/>
                      <a:pt x="2832267" y="526253"/>
                    </a:cubicBezTo>
                    <a:cubicBezTo>
                      <a:pt x="2831602" y="528913"/>
                      <a:pt x="2831690" y="531528"/>
                      <a:pt x="2832444" y="534099"/>
                    </a:cubicBezTo>
                    <a:cubicBezTo>
                      <a:pt x="2830937" y="529001"/>
                      <a:pt x="2826770" y="525233"/>
                      <a:pt x="2820608" y="523682"/>
                    </a:cubicBezTo>
                    <a:cubicBezTo>
                      <a:pt x="2817593" y="523017"/>
                      <a:pt x="2814224" y="523150"/>
                      <a:pt x="2810633" y="523815"/>
                    </a:cubicBezTo>
                    <a:cubicBezTo>
                      <a:pt x="2806909" y="524391"/>
                      <a:pt x="2803451" y="525987"/>
                      <a:pt x="2800171" y="528159"/>
                    </a:cubicBezTo>
                    <a:cubicBezTo>
                      <a:pt x="2795250" y="531129"/>
                      <a:pt x="2791172" y="534543"/>
                      <a:pt x="2787049" y="537956"/>
                    </a:cubicBezTo>
                    <a:lnTo>
                      <a:pt x="2783990" y="540528"/>
                    </a:lnTo>
                    <a:lnTo>
                      <a:pt x="2781242" y="543143"/>
                    </a:lnTo>
                    <a:lnTo>
                      <a:pt x="2775789" y="548418"/>
                    </a:lnTo>
                    <a:cubicBezTo>
                      <a:pt x="2773129" y="550901"/>
                      <a:pt x="2771622" y="553649"/>
                      <a:pt x="2770292" y="556487"/>
                    </a:cubicBezTo>
                    <a:cubicBezTo>
                      <a:pt x="2769051" y="559324"/>
                      <a:pt x="2768341" y="562205"/>
                      <a:pt x="2768208" y="564954"/>
                    </a:cubicBezTo>
                    <a:cubicBezTo>
                      <a:pt x="2768120" y="570495"/>
                      <a:pt x="2770159" y="575549"/>
                      <a:pt x="2774193" y="578918"/>
                    </a:cubicBezTo>
                    <a:cubicBezTo>
                      <a:pt x="2770159" y="575549"/>
                      <a:pt x="2764883" y="574441"/>
                      <a:pt x="2759475" y="575505"/>
                    </a:cubicBezTo>
                    <a:cubicBezTo>
                      <a:pt x="2754111" y="576569"/>
                      <a:pt x="2748969" y="579805"/>
                      <a:pt x="2745068" y="584814"/>
                    </a:cubicBezTo>
                    <a:cubicBezTo>
                      <a:pt x="2742275" y="588405"/>
                      <a:pt x="2739748" y="591907"/>
                      <a:pt x="2737044" y="595498"/>
                    </a:cubicBezTo>
                    <a:lnTo>
                      <a:pt x="2729197" y="606137"/>
                    </a:lnTo>
                    <a:cubicBezTo>
                      <a:pt x="2721927" y="616067"/>
                      <a:pt x="2722947" y="629189"/>
                      <a:pt x="2731325" y="635307"/>
                    </a:cubicBezTo>
                    <a:cubicBezTo>
                      <a:pt x="2722947" y="629145"/>
                      <a:pt x="2710224" y="632248"/>
                      <a:pt x="2703086" y="642090"/>
                    </a:cubicBezTo>
                    <a:lnTo>
                      <a:pt x="2687836" y="663058"/>
                    </a:lnTo>
                    <a:cubicBezTo>
                      <a:pt x="2680699" y="672811"/>
                      <a:pt x="2681541" y="685800"/>
                      <a:pt x="2689698" y="691962"/>
                    </a:cubicBezTo>
                    <a:cubicBezTo>
                      <a:pt x="2685576" y="688947"/>
                      <a:pt x="2680389" y="688017"/>
                      <a:pt x="2675424" y="688859"/>
                    </a:cubicBezTo>
                    <a:cubicBezTo>
                      <a:pt x="2672941" y="689302"/>
                      <a:pt x="2670547" y="690145"/>
                      <a:pt x="2668331" y="691430"/>
                    </a:cubicBezTo>
                    <a:cubicBezTo>
                      <a:pt x="2666114" y="692760"/>
                      <a:pt x="2663942" y="694267"/>
                      <a:pt x="2662169" y="696351"/>
                    </a:cubicBezTo>
                    <a:lnTo>
                      <a:pt x="2658356" y="700740"/>
                    </a:lnTo>
                    <a:lnTo>
                      <a:pt x="2654322" y="704818"/>
                    </a:lnTo>
                    <a:lnTo>
                      <a:pt x="2650288" y="708896"/>
                    </a:lnTo>
                    <a:lnTo>
                      <a:pt x="2646077" y="712665"/>
                    </a:lnTo>
                    <a:cubicBezTo>
                      <a:pt x="2644126" y="714438"/>
                      <a:pt x="2642619" y="716566"/>
                      <a:pt x="2641377" y="718649"/>
                    </a:cubicBezTo>
                    <a:cubicBezTo>
                      <a:pt x="2640180" y="720777"/>
                      <a:pt x="2639338" y="723171"/>
                      <a:pt x="2638939" y="725609"/>
                    </a:cubicBezTo>
                    <a:cubicBezTo>
                      <a:pt x="2638540" y="728092"/>
                      <a:pt x="2638452" y="730441"/>
                      <a:pt x="2638895" y="732835"/>
                    </a:cubicBezTo>
                    <a:cubicBezTo>
                      <a:pt x="2639294" y="735229"/>
                      <a:pt x="2640180" y="737534"/>
                      <a:pt x="2641599" y="739618"/>
                    </a:cubicBezTo>
                    <a:cubicBezTo>
                      <a:pt x="2638762" y="735451"/>
                      <a:pt x="2634240" y="732968"/>
                      <a:pt x="2629586" y="732170"/>
                    </a:cubicBezTo>
                    <a:cubicBezTo>
                      <a:pt x="2627192" y="731638"/>
                      <a:pt x="2624753" y="731505"/>
                      <a:pt x="2622360" y="731860"/>
                    </a:cubicBezTo>
                    <a:cubicBezTo>
                      <a:pt x="2620010" y="732259"/>
                      <a:pt x="2617616" y="732879"/>
                      <a:pt x="2615355" y="733944"/>
                    </a:cubicBezTo>
                    <a:cubicBezTo>
                      <a:pt x="2612208" y="735672"/>
                      <a:pt x="2608883" y="736958"/>
                      <a:pt x="2605602" y="738288"/>
                    </a:cubicBezTo>
                    <a:cubicBezTo>
                      <a:pt x="2602322" y="739618"/>
                      <a:pt x="2598908" y="740593"/>
                      <a:pt x="2595584" y="741657"/>
                    </a:cubicBezTo>
                    <a:cubicBezTo>
                      <a:pt x="2593190" y="742233"/>
                      <a:pt x="2591018" y="743297"/>
                      <a:pt x="2589111" y="744716"/>
                    </a:cubicBezTo>
                    <a:cubicBezTo>
                      <a:pt x="2587161" y="745957"/>
                      <a:pt x="2585432" y="747597"/>
                      <a:pt x="2583969" y="749548"/>
                    </a:cubicBezTo>
                    <a:cubicBezTo>
                      <a:pt x="2581087" y="753405"/>
                      <a:pt x="2579225" y="757882"/>
                      <a:pt x="2579713" y="762892"/>
                    </a:cubicBezTo>
                    <a:cubicBezTo>
                      <a:pt x="2579491" y="760409"/>
                      <a:pt x="2578649" y="758104"/>
                      <a:pt x="2577497" y="756065"/>
                    </a:cubicBezTo>
                    <a:cubicBezTo>
                      <a:pt x="2576300" y="753981"/>
                      <a:pt x="2574792" y="752296"/>
                      <a:pt x="2572975" y="750656"/>
                    </a:cubicBezTo>
                    <a:cubicBezTo>
                      <a:pt x="2571201" y="749060"/>
                      <a:pt x="2569162" y="747819"/>
                      <a:pt x="2566990" y="746977"/>
                    </a:cubicBezTo>
                    <a:cubicBezTo>
                      <a:pt x="2564818" y="746002"/>
                      <a:pt x="2562468" y="745381"/>
                      <a:pt x="2559942" y="745336"/>
                    </a:cubicBezTo>
                    <a:cubicBezTo>
                      <a:pt x="2556395" y="744982"/>
                      <a:pt x="2552804" y="744805"/>
                      <a:pt x="2549258" y="744140"/>
                    </a:cubicBezTo>
                    <a:cubicBezTo>
                      <a:pt x="2545667" y="743696"/>
                      <a:pt x="2542120" y="742810"/>
                      <a:pt x="2538574" y="742056"/>
                    </a:cubicBezTo>
                    <a:cubicBezTo>
                      <a:pt x="2536091" y="741435"/>
                      <a:pt x="2533609" y="741214"/>
                      <a:pt x="2531126" y="741480"/>
                    </a:cubicBezTo>
                    <a:cubicBezTo>
                      <a:pt x="2528688" y="741657"/>
                      <a:pt x="2526294" y="742189"/>
                      <a:pt x="2524078" y="743164"/>
                    </a:cubicBezTo>
                    <a:cubicBezTo>
                      <a:pt x="2519645" y="745070"/>
                      <a:pt x="2515877" y="748218"/>
                      <a:pt x="2514015" y="752784"/>
                    </a:cubicBezTo>
                    <a:cubicBezTo>
                      <a:pt x="2515832" y="748218"/>
                      <a:pt x="2515256" y="743386"/>
                      <a:pt x="2513261" y="738953"/>
                    </a:cubicBezTo>
                    <a:cubicBezTo>
                      <a:pt x="2512286" y="736736"/>
                      <a:pt x="2510867" y="734786"/>
                      <a:pt x="2509183" y="732924"/>
                    </a:cubicBezTo>
                    <a:cubicBezTo>
                      <a:pt x="2507498" y="731062"/>
                      <a:pt x="2505414" y="729555"/>
                      <a:pt x="2503109" y="728269"/>
                    </a:cubicBezTo>
                    <a:cubicBezTo>
                      <a:pt x="2499740" y="726496"/>
                      <a:pt x="2496460" y="724590"/>
                      <a:pt x="2493223" y="722550"/>
                    </a:cubicBezTo>
                    <a:cubicBezTo>
                      <a:pt x="2489987" y="720511"/>
                      <a:pt x="2486795" y="718428"/>
                      <a:pt x="2483692" y="716167"/>
                    </a:cubicBezTo>
                    <a:cubicBezTo>
                      <a:pt x="2479303" y="713064"/>
                      <a:pt x="2474338" y="711601"/>
                      <a:pt x="2469506" y="711645"/>
                    </a:cubicBezTo>
                    <a:cubicBezTo>
                      <a:pt x="2464630" y="711778"/>
                      <a:pt x="2460064" y="713285"/>
                      <a:pt x="2456783" y="716832"/>
                    </a:cubicBezTo>
                    <a:cubicBezTo>
                      <a:pt x="2460020" y="713285"/>
                      <a:pt x="2461128" y="708542"/>
                      <a:pt x="2460862" y="703798"/>
                    </a:cubicBezTo>
                    <a:cubicBezTo>
                      <a:pt x="2460684" y="701449"/>
                      <a:pt x="2460108" y="699099"/>
                      <a:pt x="2459222" y="696794"/>
                    </a:cubicBezTo>
                    <a:cubicBezTo>
                      <a:pt x="2458202" y="694533"/>
                      <a:pt x="2457182" y="692494"/>
                      <a:pt x="2455631" y="690721"/>
                    </a:cubicBezTo>
                    <a:cubicBezTo>
                      <a:pt x="2453458" y="688017"/>
                      <a:pt x="2451331" y="685135"/>
                      <a:pt x="2449247" y="682032"/>
                    </a:cubicBezTo>
                    <a:cubicBezTo>
                      <a:pt x="2447164" y="678884"/>
                      <a:pt x="2445124" y="675648"/>
                      <a:pt x="2443130" y="672235"/>
                    </a:cubicBezTo>
                    <a:cubicBezTo>
                      <a:pt x="2440337" y="667447"/>
                      <a:pt x="2436125" y="663768"/>
                      <a:pt x="2431603" y="661773"/>
                    </a:cubicBezTo>
                    <a:cubicBezTo>
                      <a:pt x="2427037" y="659733"/>
                      <a:pt x="2422116" y="659512"/>
                      <a:pt x="2417949" y="661595"/>
                    </a:cubicBezTo>
                    <a:cubicBezTo>
                      <a:pt x="2426284" y="657295"/>
                      <a:pt x="2428766" y="645282"/>
                      <a:pt x="2423136" y="634243"/>
                    </a:cubicBezTo>
                    <a:cubicBezTo>
                      <a:pt x="2419146" y="626397"/>
                      <a:pt x="2414979" y="618417"/>
                      <a:pt x="2410458" y="610393"/>
                    </a:cubicBezTo>
                    <a:cubicBezTo>
                      <a:pt x="2407266" y="604763"/>
                      <a:pt x="2402567" y="600552"/>
                      <a:pt x="2397690" y="598557"/>
                    </a:cubicBezTo>
                    <a:cubicBezTo>
                      <a:pt x="2392769" y="596518"/>
                      <a:pt x="2387893" y="596651"/>
                      <a:pt x="2384081" y="599177"/>
                    </a:cubicBezTo>
                    <a:cubicBezTo>
                      <a:pt x="2387893" y="596651"/>
                      <a:pt x="2389932" y="592217"/>
                      <a:pt x="2389888" y="586853"/>
                    </a:cubicBezTo>
                    <a:cubicBezTo>
                      <a:pt x="2389844" y="584194"/>
                      <a:pt x="2389223" y="581356"/>
                      <a:pt x="2388115" y="578475"/>
                    </a:cubicBezTo>
                    <a:cubicBezTo>
                      <a:pt x="2387006" y="575593"/>
                      <a:pt x="2385145" y="572756"/>
                      <a:pt x="2382972" y="570052"/>
                    </a:cubicBezTo>
                    <a:cubicBezTo>
                      <a:pt x="2379648" y="566284"/>
                      <a:pt x="2376234" y="562604"/>
                      <a:pt x="2372510" y="559058"/>
                    </a:cubicBezTo>
                    <a:cubicBezTo>
                      <a:pt x="2370737" y="557240"/>
                      <a:pt x="2368742" y="555556"/>
                      <a:pt x="2366791" y="553871"/>
                    </a:cubicBezTo>
                    <a:cubicBezTo>
                      <a:pt x="2364885" y="552142"/>
                      <a:pt x="2362846" y="550502"/>
                      <a:pt x="2360718" y="548950"/>
                    </a:cubicBezTo>
                    <a:cubicBezTo>
                      <a:pt x="2359255" y="547842"/>
                      <a:pt x="2357748" y="546867"/>
                      <a:pt x="2356241" y="546024"/>
                    </a:cubicBezTo>
                    <a:cubicBezTo>
                      <a:pt x="2354645" y="545227"/>
                      <a:pt x="2353049" y="544606"/>
                      <a:pt x="2351497" y="544074"/>
                    </a:cubicBezTo>
                    <a:cubicBezTo>
                      <a:pt x="2348394" y="542966"/>
                      <a:pt x="2345291" y="542611"/>
                      <a:pt x="2342498" y="542788"/>
                    </a:cubicBezTo>
                    <a:cubicBezTo>
                      <a:pt x="2339705" y="542966"/>
                      <a:pt x="2337267" y="543542"/>
                      <a:pt x="2335228" y="544783"/>
                    </a:cubicBezTo>
                    <a:cubicBezTo>
                      <a:pt x="2333189" y="545980"/>
                      <a:pt x="2331681" y="547665"/>
                      <a:pt x="2330706" y="549660"/>
                    </a:cubicBezTo>
                    <a:cubicBezTo>
                      <a:pt x="2331681" y="547620"/>
                      <a:pt x="2331992" y="545404"/>
                      <a:pt x="2331637" y="543143"/>
                    </a:cubicBezTo>
                    <a:cubicBezTo>
                      <a:pt x="2331282" y="540882"/>
                      <a:pt x="2330307" y="538355"/>
                      <a:pt x="2328667" y="536227"/>
                    </a:cubicBezTo>
                    <a:cubicBezTo>
                      <a:pt x="2327027" y="534055"/>
                      <a:pt x="2324721" y="531927"/>
                      <a:pt x="2321973" y="530110"/>
                    </a:cubicBezTo>
                    <a:cubicBezTo>
                      <a:pt x="2319180" y="528469"/>
                      <a:pt x="2315900" y="527051"/>
                      <a:pt x="2312309" y="526164"/>
                    </a:cubicBezTo>
                    <a:cubicBezTo>
                      <a:pt x="2307211" y="525145"/>
                      <a:pt x="2302068" y="524081"/>
                      <a:pt x="2297015" y="523637"/>
                    </a:cubicBezTo>
                    <a:cubicBezTo>
                      <a:pt x="2291872" y="522928"/>
                      <a:pt x="2286863" y="522884"/>
                      <a:pt x="2281809" y="522662"/>
                    </a:cubicBezTo>
                    <a:cubicBezTo>
                      <a:pt x="2278307" y="522706"/>
                      <a:pt x="2275026" y="523371"/>
                      <a:pt x="2272056" y="524302"/>
                    </a:cubicBezTo>
                    <a:cubicBezTo>
                      <a:pt x="2269086" y="525233"/>
                      <a:pt x="2266515" y="526563"/>
                      <a:pt x="2264387" y="528115"/>
                    </a:cubicBezTo>
                    <a:cubicBezTo>
                      <a:pt x="2262303" y="529666"/>
                      <a:pt x="2260663" y="531440"/>
                      <a:pt x="2259688" y="533612"/>
                    </a:cubicBezTo>
                    <a:cubicBezTo>
                      <a:pt x="2258668" y="535695"/>
                      <a:pt x="2258314" y="537868"/>
                      <a:pt x="2258580" y="540040"/>
                    </a:cubicBezTo>
                    <a:cubicBezTo>
                      <a:pt x="2258048" y="535695"/>
                      <a:pt x="2254945" y="532149"/>
                      <a:pt x="2249980" y="530065"/>
                    </a:cubicBezTo>
                    <a:cubicBezTo>
                      <a:pt x="2247497" y="529001"/>
                      <a:pt x="2244615" y="528336"/>
                      <a:pt x="2241424" y="528071"/>
                    </a:cubicBezTo>
                    <a:cubicBezTo>
                      <a:pt x="2238276" y="528071"/>
                      <a:pt x="2234907" y="528647"/>
                      <a:pt x="2231493" y="529666"/>
                    </a:cubicBezTo>
                    <a:lnTo>
                      <a:pt x="2224179" y="531883"/>
                    </a:lnTo>
                    <a:cubicBezTo>
                      <a:pt x="2221741" y="532592"/>
                      <a:pt x="2219480" y="533833"/>
                      <a:pt x="2217086" y="534809"/>
                    </a:cubicBezTo>
                    <a:lnTo>
                      <a:pt x="2210082" y="537912"/>
                    </a:lnTo>
                    <a:lnTo>
                      <a:pt x="2206579" y="539464"/>
                    </a:lnTo>
                    <a:cubicBezTo>
                      <a:pt x="2205471" y="540040"/>
                      <a:pt x="2204363" y="540749"/>
                      <a:pt x="2203255" y="541370"/>
                    </a:cubicBezTo>
                    <a:cubicBezTo>
                      <a:pt x="2200196" y="543187"/>
                      <a:pt x="2197447" y="545315"/>
                      <a:pt x="2195275" y="547576"/>
                    </a:cubicBezTo>
                    <a:cubicBezTo>
                      <a:pt x="2193014" y="549748"/>
                      <a:pt x="2191463" y="552320"/>
                      <a:pt x="2190487" y="554891"/>
                    </a:cubicBezTo>
                    <a:cubicBezTo>
                      <a:pt x="2188537" y="559944"/>
                      <a:pt x="2188803" y="564599"/>
                      <a:pt x="2191463" y="567968"/>
                    </a:cubicBezTo>
                    <a:cubicBezTo>
                      <a:pt x="2190133" y="566284"/>
                      <a:pt x="2188359" y="565087"/>
                      <a:pt x="2186232" y="564378"/>
                    </a:cubicBezTo>
                    <a:cubicBezTo>
                      <a:pt x="2184103" y="563668"/>
                      <a:pt x="2181532" y="563447"/>
                      <a:pt x="2179050" y="563934"/>
                    </a:cubicBezTo>
                    <a:cubicBezTo>
                      <a:pt x="2176523" y="564378"/>
                      <a:pt x="2173775" y="565397"/>
                      <a:pt x="2171070" y="566860"/>
                    </a:cubicBezTo>
                    <a:cubicBezTo>
                      <a:pt x="2168410" y="568367"/>
                      <a:pt x="2165529" y="570229"/>
                      <a:pt x="2163357" y="572845"/>
                    </a:cubicBezTo>
                    <a:cubicBezTo>
                      <a:pt x="2160165" y="576480"/>
                      <a:pt x="2156840" y="580071"/>
                      <a:pt x="2153781" y="583750"/>
                    </a:cubicBezTo>
                    <a:lnTo>
                      <a:pt x="2145137" y="595055"/>
                    </a:lnTo>
                    <a:cubicBezTo>
                      <a:pt x="2143142" y="597714"/>
                      <a:pt x="2141856" y="600596"/>
                      <a:pt x="2140881" y="603344"/>
                    </a:cubicBezTo>
                    <a:cubicBezTo>
                      <a:pt x="2139950" y="606137"/>
                      <a:pt x="2139462" y="608842"/>
                      <a:pt x="2139418" y="611368"/>
                    </a:cubicBezTo>
                    <a:cubicBezTo>
                      <a:pt x="2139374" y="613895"/>
                      <a:pt x="2139950" y="616200"/>
                      <a:pt x="2140837" y="618151"/>
                    </a:cubicBezTo>
                    <a:cubicBezTo>
                      <a:pt x="2141767" y="620101"/>
                      <a:pt x="2143097" y="621697"/>
                      <a:pt x="2144871" y="622806"/>
                    </a:cubicBezTo>
                    <a:cubicBezTo>
                      <a:pt x="2141369" y="620589"/>
                      <a:pt x="2136802" y="620767"/>
                      <a:pt x="2132281" y="622939"/>
                    </a:cubicBezTo>
                    <a:cubicBezTo>
                      <a:pt x="2127670" y="625067"/>
                      <a:pt x="2123548" y="629278"/>
                      <a:pt x="2120400" y="634775"/>
                    </a:cubicBezTo>
                    <a:cubicBezTo>
                      <a:pt x="2118139" y="638721"/>
                      <a:pt x="2116144" y="642622"/>
                      <a:pt x="2114061" y="646523"/>
                    </a:cubicBezTo>
                    <a:lnTo>
                      <a:pt x="2107899" y="658226"/>
                    </a:lnTo>
                    <a:cubicBezTo>
                      <a:pt x="2102224" y="669176"/>
                      <a:pt x="2103599" y="680924"/>
                      <a:pt x="2110691" y="684780"/>
                    </a:cubicBezTo>
                    <a:cubicBezTo>
                      <a:pt x="2107101" y="682874"/>
                      <a:pt x="2102712" y="683406"/>
                      <a:pt x="2098500" y="685578"/>
                    </a:cubicBezTo>
                    <a:cubicBezTo>
                      <a:pt x="2096417" y="686687"/>
                      <a:pt x="2094333" y="688238"/>
                      <a:pt x="2092471" y="690189"/>
                    </a:cubicBezTo>
                    <a:cubicBezTo>
                      <a:pt x="2090610" y="692095"/>
                      <a:pt x="2088925" y="694578"/>
                      <a:pt x="2087506" y="696617"/>
                    </a:cubicBezTo>
                    <a:lnTo>
                      <a:pt x="2081610" y="706104"/>
                    </a:lnTo>
                    <a:cubicBezTo>
                      <a:pt x="2079438" y="709074"/>
                      <a:pt x="2076956" y="711822"/>
                      <a:pt x="2074695" y="714748"/>
                    </a:cubicBezTo>
                    <a:cubicBezTo>
                      <a:pt x="2073897" y="715768"/>
                      <a:pt x="2073188" y="716832"/>
                      <a:pt x="2072522" y="717896"/>
                    </a:cubicBezTo>
                    <a:cubicBezTo>
                      <a:pt x="2071769" y="718871"/>
                      <a:pt x="2071104" y="719891"/>
                      <a:pt x="2070572" y="720910"/>
                    </a:cubicBezTo>
                    <a:cubicBezTo>
                      <a:pt x="2069464" y="722994"/>
                      <a:pt x="2068666" y="725210"/>
                      <a:pt x="2068267" y="727382"/>
                    </a:cubicBezTo>
                    <a:cubicBezTo>
                      <a:pt x="2067868" y="729555"/>
                      <a:pt x="2067823" y="731771"/>
                      <a:pt x="2068178" y="733811"/>
                    </a:cubicBezTo>
                    <a:cubicBezTo>
                      <a:pt x="2068488" y="735761"/>
                      <a:pt x="2069153" y="737534"/>
                      <a:pt x="2070395" y="739086"/>
                    </a:cubicBezTo>
                    <a:cubicBezTo>
                      <a:pt x="2067912" y="736027"/>
                      <a:pt x="2063789" y="734653"/>
                      <a:pt x="2059445" y="734697"/>
                    </a:cubicBezTo>
                    <a:cubicBezTo>
                      <a:pt x="2057273" y="734697"/>
                      <a:pt x="2055012" y="735096"/>
                      <a:pt x="2052795" y="735894"/>
                    </a:cubicBezTo>
                    <a:cubicBezTo>
                      <a:pt x="2050490" y="736515"/>
                      <a:pt x="2048096" y="737313"/>
                      <a:pt x="2045880" y="738643"/>
                    </a:cubicBezTo>
                    <a:lnTo>
                      <a:pt x="2041092" y="741435"/>
                    </a:lnTo>
                    <a:cubicBezTo>
                      <a:pt x="2039496" y="742366"/>
                      <a:pt x="2037723" y="742943"/>
                      <a:pt x="2036038" y="743696"/>
                    </a:cubicBezTo>
                    <a:lnTo>
                      <a:pt x="2030940" y="745913"/>
                    </a:lnTo>
                    <a:lnTo>
                      <a:pt x="2028413" y="747021"/>
                    </a:lnTo>
                    <a:lnTo>
                      <a:pt x="2025753" y="747819"/>
                    </a:lnTo>
                    <a:cubicBezTo>
                      <a:pt x="2023271" y="748573"/>
                      <a:pt x="2021010" y="749637"/>
                      <a:pt x="2018971" y="751011"/>
                    </a:cubicBezTo>
                    <a:cubicBezTo>
                      <a:pt x="2017951" y="751676"/>
                      <a:pt x="2017020" y="752474"/>
                      <a:pt x="2016134" y="753183"/>
                    </a:cubicBezTo>
                    <a:cubicBezTo>
                      <a:pt x="2015247" y="753848"/>
                      <a:pt x="2014405" y="754557"/>
                      <a:pt x="2013651" y="755355"/>
                    </a:cubicBezTo>
                    <a:cubicBezTo>
                      <a:pt x="2010637" y="758459"/>
                      <a:pt x="2008863" y="762271"/>
                      <a:pt x="2009440" y="766039"/>
                    </a:cubicBezTo>
                    <a:cubicBezTo>
                      <a:pt x="2009174" y="764133"/>
                      <a:pt x="2008287" y="762448"/>
                      <a:pt x="2007046" y="760985"/>
                    </a:cubicBezTo>
                    <a:cubicBezTo>
                      <a:pt x="2005804" y="759478"/>
                      <a:pt x="2004164" y="758459"/>
                      <a:pt x="2002258" y="757217"/>
                    </a:cubicBezTo>
                    <a:cubicBezTo>
                      <a:pt x="2000352" y="756065"/>
                      <a:pt x="1998180" y="755178"/>
                      <a:pt x="1995874" y="754646"/>
                    </a:cubicBezTo>
                    <a:cubicBezTo>
                      <a:pt x="1993569" y="753981"/>
                      <a:pt x="1991087" y="754114"/>
                      <a:pt x="1988471" y="753848"/>
                    </a:cubicBezTo>
                    <a:lnTo>
                      <a:pt x="1977344" y="753316"/>
                    </a:lnTo>
                    <a:lnTo>
                      <a:pt x="1966350" y="751499"/>
                    </a:lnTo>
                    <a:cubicBezTo>
                      <a:pt x="1963779" y="751144"/>
                      <a:pt x="1961385" y="750523"/>
                      <a:pt x="1958991" y="750656"/>
                    </a:cubicBezTo>
                    <a:cubicBezTo>
                      <a:pt x="1956597" y="750701"/>
                      <a:pt x="1954292" y="751055"/>
                      <a:pt x="1952208" y="751720"/>
                    </a:cubicBezTo>
                    <a:cubicBezTo>
                      <a:pt x="1950080" y="752385"/>
                      <a:pt x="1948307" y="753006"/>
                      <a:pt x="1946756" y="754158"/>
                    </a:cubicBezTo>
                    <a:cubicBezTo>
                      <a:pt x="1945204" y="755222"/>
                      <a:pt x="1944007" y="756641"/>
                      <a:pt x="1943298" y="758326"/>
                    </a:cubicBezTo>
                    <a:cubicBezTo>
                      <a:pt x="1944716" y="754912"/>
                      <a:pt x="1943830" y="750878"/>
                      <a:pt x="1941658" y="747331"/>
                    </a:cubicBezTo>
                    <a:cubicBezTo>
                      <a:pt x="1941125" y="746445"/>
                      <a:pt x="1940461" y="745603"/>
                      <a:pt x="1939751" y="744716"/>
                    </a:cubicBezTo>
                    <a:cubicBezTo>
                      <a:pt x="1939086" y="743785"/>
                      <a:pt x="1938333" y="742854"/>
                      <a:pt x="1937535" y="741967"/>
                    </a:cubicBezTo>
                    <a:cubicBezTo>
                      <a:pt x="1935894" y="740238"/>
                      <a:pt x="1933988" y="738687"/>
                      <a:pt x="1931727" y="737401"/>
                    </a:cubicBezTo>
                    <a:cubicBezTo>
                      <a:pt x="1930043" y="736603"/>
                      <a:pt x="1928668" y="735406"/>
                      <a:pt x="1927206" y="734298"/>
                    </a:cubicBezTo>
                    <a:lnTo>
                      <a:pt x="1922817" y="730973"/>
                    </a:lnTo>
                    <a:cubicBezTo>
                      <a:pt x="1919714" y="728934"/>
                      <a:pt x="1917276" y="726186"/>
                      <a:pt x="1914616" y="723614"/>
                    </a:cubicBezTo>
                    <a:cubicBezTo>
                      <a:pt x="1912754" y="721708"/>
                      <a:pt x="1910759" y="720511"/>
                      <a:pt x="1908587" y="719004"/>
                    </a:cubicBezTo>
                    <a:cubicBezTo>
                      <a:pt x="1906459" y="717541"/>
                      <a:pt x="1904242" y="716477"/>
                      <a:pt x="1902026" y="715679"/>
                    </a:cubicBezTo>
                    <a:cubicBezTo>
                      <a:pt x="1897681" y="714172"/>
                      <a:pt x="1893514" y="714305"/>
                      <a:pt x="1890766" y="716610"/>
                    </a:cubicBezTo>
                    <a:cubicBezTo>
                      <a:pt x="1893470" y="714305"/>
                      <a:pt x="1894445" y="710315"/>
                      <a:pt x="1893470" y="705660"/>
                    </a:cubicBezTo>
                    <a:cubicBezTo>
                      <a:pt x="1892539" y="701006"/>
                      <a:pt x="1889790" y="695641"/>
                      <a:pt x="1885091" y="690898"/>
                    </a:cubicBezTo>
                    <a:cubicBezTo>
                      <a:pt x="1883495" y="689169"/>
                      <a:pt x="1881766" y="687529"/>
                      <a:pt x="1879993" y="685844"/>
                    </a:cubicBezTo>
                    <a:cubicBezTo>
                      <a:pt x="1878220" y="684204"/>
                      <a:pt x="1876535" y="682520"/>
                      <a:pt x="1874585" y="680924"/>
                    </a:cubicBezTo>
                    <a:cubicBezTo>
                      <a:pt x="1870905" y="677688"/>
                      <a:pt x="1866871" y="674629"/>
                      <a:pt x="1862748" y="671703"/>
                    </a:cubicBezTo>
                    <a:cubicBezTo>
                      <a:pt x="1859645" y="669797"/>
                      <a:pt x="1856675" y="668068"/>
                      <a:pt x="1853483" y="667225"/>
                    </a:cubicBezTo>
                    <a:cubicBezTo>
                      <a:pt x="1850291" y="666339"/>
                      <a:pt x="1847499" y="665718"/>
                      <a:pt x="1844750" y="665895"/>
                    </a:cubicBezTo>
                    <a:cubicBezTo>
                      <a:pt x="1839386" y="666206"/>
                      <a:pt x="1835795" y="668112"/>
                      <a:pt x="1834687" y="671437"/>
                    </a:cubicBezTo>
                    <a:cubicBezTo>
                      <a:pt x="1835840" y="668201"/>
                      <a:pt x="1834199" y="664432"/>
                      <a:pt x="1830032" y="660930"/>
                    </a:cubicBezTo>
                    <a:cubicBezTo>
                      <a:pt x="1827949" y="659246"/>
                      <a:pt x="1825200" y="657960"/>
                      <a:pt x="1822008" y="656808"/>
                    </a:cubicBezTo>
                    <a:cubicBezTo>
                      <a:pt x="1818816" y="655611"/>
                      <a:pt x="1815181" y="655389"/>
                      <a:pt x="1811325" y="655212"/>
                    </a:cubicBezTo>
                    <a:cubicBezTo>
                      <a:pt x="1808576" y="655123"/>
                      <a:pt x="1805961" y="655522"/>
                      <a:pt x="1803256" y="655699"/>
                    </a:cubicBezTo>
                    <a:lnTo>
                      <a:pt x="1799222" y="656098"/>
                    </a:lnTo>
                    <a:cubicBezTo>
                      <a:pt x="1797671" y="656364"/>
                      <a:pt x="1796030" y="656719"/>
                      <a:pt x="1794434" y="657074"/>
                    </a:cubicBezTo>
                    <a:cubicBezTo>
                      <a:pt x="1788139" y="658669"/>
                      <a:pt x="1782022" y="661329"/>
                      <a:pt x="1777057" y="664920"/>
                    </a:cubicBezTo>
                    <a:cubicBezTo>
                      <a:pt x="1773510" y="667358"/>
                      <a:pt x="1770673" y="670329"/>
                      <a:pt x="1768722" y="673254"/>
                    </a:cubicBezTo>
                    <a:cubicBezTo>
                      <a:pt x="1766595" y="676136"/>
                      <a:pt x="1765575" y="679150"/>
                      <a:pt x="1764866" y="681722"/>
                    </a:cubicBezTo>
                    <a:cubicBezTo>
                      <a:pt x="1763757" y="686997"/>
                      <a:pt x="1764910" y="690942"/>
                      <a:pt x="1767792" y="692716"/>
                    </a:cubicBezTo>
                    <a:cubicBezTo>
                      <a:pt x="1765043" y="690942"/>
                      <a:pt x="1760832" y="691652"/>
                      <a:pt x="1756842" y="694799"/>
                    </a:cubicBezTo>
                    <a:cubicBezTo>
                      <a:pt x="1752763" y="697902"/>
                      <a:pt x="1748951" y="703399"/>
                      <a:pt x="1746823" y="710049"/>
                    </a:cubicBezTo>
                    <a:cubicBezTo>
                      <a:pt x="1745271" y="714793"/>
                      <a:pt x="1744074" y="719536"/>
                      <a:pt x="1743055" y="724279"/>
                    </a:cubicBezTo>
                    <a:cubicBezTo>
                      <a:pt x="1742035" y="729023"/>
                      <a:pt x="1741326" y="733811"/>
                      <a:pt x="1740705" y="738598"/>
                    </a:cubicBezTo>
                    <a:cubicBezTo>
                      <a:pt x="1739996" y="745336"/>
                      <a:pt x="1740927" y="751587"/>
                      <a:pt x="1743099" y="755976"/>
                    </a:cubicBezTo>
                    <a:cubicBezTo>
                      <a:pt x="1745138" y="760365"/>
                      <a:pt x="1748242" y="762936"/>
                      <a:pt x="1751433" y="762847"/>
                    </a:cubicBezTo>
                    <a:cubicBezTo>
                      <a:pt x="1748197" y="762936"/>
                      <a:pt x="1745316" y="765596"/>
                      <a:pt x="1743542" y="770118"/>
                    </a:cubicBezTo>
                    <a:cubicBezTo>
                      <a:pt x="1741725" y="774639"/>
                      <a:pt x="1741149" y="780979"/>
                      <a:pt x="1742523" y="787761"/>
                    </a:cubicBezTo>
                    <a:cubicBezTo>
                      <a:pt x="1743498" y="792593"/>
                      <a:pt x="1744739" y="797425"/>
                      <a:pt x="1746335" y="802213"/>
                    </a:cubicBezTo>
                    <a:cubicBezTo>
                      <a:pt x="1747887" y="807045"/>
                      <a:pt x="1749926" y="811833"/>
                      <a:pt x="1752320" y="816532"/>
                    </a:cubicBezTo>
                    <a:cubicBezTo>
                      <a:pt x="1753207" y="818172"/>
                      <a:pt x="1754182" y="819724"/>
                      <a:pt x="1755202" y="821187"/>
                    </a:cubicBezTo>
                    <a:cubicBezTo>
                      <a:pt x="1756310" y="822605"/>
                      <a:pt x="1757462" y="823980"/>
                      <a:pt x="1758615" y="825177"/>
                    </a:cubicBezTo>
                    <a:cubicBezTo>
                      <a:pt x="1761053" y="827482"/>
                      <a:pt x="1763624" y="829521"/>
                      <a:pt x="1766063" y="830452"/>
                    </a:cubicBezTo>
                    <a:cubicBezTo>
                      <a:pt x="1770939" y="832491"/>
                      <a:pt x="1774796" y="832314"/>
                      <a:pt x="1776879" y="830009"/>
                    </a:cubicBezTo>
                    <a:cubicBezTo>
                      <a:pt x="1775860" y="831117"/>
                      <a:pt x="1775195" y="832802"/>
                      <a:pt x="1775416" y="834575"/>
                    </a:cubicBezTo>
                    <a:cubicBezTo>
                      <a:pt x="1775594" y="836392"/>
                      <a:pt x="1776347" y="838520"/>
                      <a:pt x="1777766" y="840825"/>
                    </a:cubicBezTo>
                    <a:cubicBezTo>
                      <a:pt x="1779052" y="843219"/>
                      <a:pt x="1781357" y="845436"/>
                      <a:pt x="1784238" y="847564"/>
                    </a:cubicBezTo>
                    <a:cubicBezTo>
                      <a:pt x="1786987" y="849869"/>
                      <a:pt x="1790799" y="851332"/>
                      <a:pt x="1794833" y="852573"/>
                    </a:cubicBezTo>
                    <a:cubicBezTo>
                      <a:pt x="1797715" y="853460"/>
                      <a:pt x="1800729" y="853681"/>
                      <a:pt x="1803655" y="854125"/>
                    </a:cubicBezTo>
                    <a:cubicBezTo>
                      <a:pt x="1806625" y="854568"/>
                      <a:pt x="1809507" y="854258"/>
                      <a:pt x="1812433" y="854302"/>
                    </a:cubicBezTo>
                    <a:cubicBezTo>
                      <a:pt x="1818196" y="853947"/>
                      <a:pt x="1823693" y="852883"/>
                      <a:pt x="1828747" y="851332"/>
                    </a:cubicBezTo>
                    <a:cubicBezTo>
                      <a:pt x="1832426" y="850357"/>
                      <a:pt x="1835352" y="848628"/>
                      <a:pt x="1838100" y="847076"/>
                    </a:cubicBezTo>
                    <a:cubicBezTo>
                      <a:pt x="1840627" y="845303"/>
                      <a:pt x="1842711" y="843397"/>
                      <a:pt x="1844307" y="841579"/>
                    </a:cubicBezTo>
                    <a:cubicBezTo>
                      <a:pt x="1847277" y="837767"/>
                      <a:pt x="1848208" y="834087"/>
                      <a:pt x="1846745" y="831516"/>
                    </a:cubicBezTo>
                    <a:cubicBezTo>
                      <a:pt x="1848208" y="834176"/>
                      <a:pt x="1851799" y="835240"/>
                      <a:pt x="1856453" y="834708"/>
                    </a:cubicBezTo>
                    <a:cubicBezTo>
                      <a:pt x="1861108" y="834176"/>
                      <a:pt x="1866649" y="831959"/>
                      <a:pt x="1871792" y="828457"/>
                    </a:cubicBezTo>
                    <a:lnTo>
                      <a:pt x="1882476" y="821054"/>
                    </a:lnTo>
                    <a:cubicBezTo>
                      <a:pt x="1883318" y="820478"/>
                      <a:pt x="1884293" y="819768"/>
                      <a:pt x="1885047" y="819325"/>
                    </a:cubicBezTo>
                    <a:lnTo>
                      <a:pt x="1887131" y="818084"/>
                    </a:lnTo>
                    <a:cubicBezTo>
                      <a:pt x="1887795" y="817685"/>
                      <a:pt x="1888505" y="817197"/>
                      <a:pt x="1889170" y="816842"/>
                    </a:cubicBezTo>
                    <a:lnTo>
                      <a:pt x="1891209" y="815956"/>
                    </a:lnTo>
                    <a:cubicBezTo>
                      <a:pt x="1892140" y="815512"/>
                      <a:pt x="1893026" y="815025"/>
                      <a:pt x="1893869" y="814715"/>
                    </a:cubicBezTo>
                    <a:cubicBezTo>
                      <a:pt x="1894667" y="814360"/>
                      <a:pt x="1895465" y="813828"/>
                      <a:pt x="1896218" y="813429"/>
                    </a:cubicBezTo>
                    <a:cubicBezTo>
                      <a:pt x="1897637" y="812808"/>
                      <a:pt x="1899011" y="811656"/>
                      <a:pt x="1900208" y="810902"/>
                    </a:cubicBezTo>
                    <a:cubicBezTo>
                      <a:pt x="1900829" y="810459"/>
                      <a:pt x="1901449" y="809927"/>
                      <a:pt x="1902026" y="809395"/>
                    </a:cubicBezTo>
                    <a:cubicBezTo>
                      <a:pt x="1902602" y="808996"/>
                      <a:pt x="1903134" y="808508"/>
                      <a:pt x="1903666" y="807976"/>
                    </a:cubicBezTo>
                    <a:cubicBezTo>
                      <a:pt x="1904686" y="806912"/>
                      <a:pt x="1905616" y="805715"/>
                      <a:pt x="1906015" y="804341"/>
                    </a:cubicBezTo>
                    <a:cubicBezTo>
                      <a:pt x="1905572" y="805715"/>
                      <a:pt x="1905705" y="807090"/>
                      <a:pt x="1905927" y="808641"/>
                    </a:cubicBezTo>
                    <a:cubicBezTo>
                      <a:pt x="1906148" y="810237"/>
                      <a:pt x="1906725" y="811345"/>
                      <a:pt x="1907035" y="812897"/>
                    </a:cubicBezTo>
                    <a:cubicBezTo>
                      <a:pt x="1907212" y="813606"/>
                      <a:pt x="1907478" y="814271"/>
                      <a:pt x="1907744" y="814848"/>
                    </a:cubicBezTo>
                    <a:cubicBezTo>
                      <a:pt x="1907922" y="815601"/>
                      <a:pt x="1908143" y="816266"/>
                      <a:pt x="1908454" y="816887"/>
                    </a:cubicBezTo>
                    <a:cubicBezTo>
                      <a:pt x="1908941" y="818305"/>
                      <a:pt x="1909651" y="819547"/>
                      <a:pt x="1910360" y="821142"/>
                    </a:cubicBezTo>
                    <a:cubicBezTo>
                      <a:pt x="1911069" y="822118"/>
                      <a:pt x="1911291" y="823581"/>
                      <a:pt x="1911823" y="824778"/>
                    </a:cubicBezTo>
                    <a:cubicBezTo>
                      <a:pt x="1912177" y="826152"/>
                      <a:pt x="1912443" y="827570"/>
                      <a:pt x="1912709" y="828989"/>
                    </a:cubicBezTo>
                    <a:cubicBezTo>
                      <a:pt x="1913020" y="832004"/>
                      <a:pt x="1913108" y="835195"/>
                      <a:pt x="1912709" y="838520"/>
                    </a:cubicBezTo>
                    <a:cubicBezTo>
                      <a:pt x="1912532" y="839673"/>
                      <a:pt x="1912443" y="840870"/>
                      <a:pt x="1912443" y="841978"/>
                    </a:cubicBezTo>
                    <a:cubicBezTo>
                      <a:pt x="1912443" y="842466"/>
                      <a:pt x="1912399" y="843308"/>
                      <a:pt x="1912355" y="844106"/>
                    </a:cubicBezTo>
                    <a:cubicBezTo>
                      <a:pt x="1912355" y="844860"/>
                      <a:pt x="1912310" y="845657"/>
                      <a:pt x="1912310" y="846456"/>
                    </a:cubicBezTo>
                    <a:cubicBezTo>
                      <a:pt x="1912266" y="849426"/>
                      <a:pt x="1912754" y="852484"/>
                      <a:pt x="1913552" y="854967"/>
                    </a:cubicBezTo>
                    <a:cubicBezTo>
                      <a:pt x="1914172" y="857317"/>
                      <a:pt x="1915591" y="859666"/>
                      <a:pt x="1916788" y="860907"/>
                    </a:cubicBezTo>
                    <a:cubicBezTo>
                      <a:pt x="1918029" y="862193"/>
                      <a:pt x="1919448" y="862769"/>
                      <a:pt x="1920866" y="862592"/>
                    </a:cubicBezTo>
                    <a:cubicBezTo>
                      <a:pt x="1919492" y="862769"/>
                      <a:pt x="1918339" y="863700"/>
                      <a:pt x="1917497" y="865518"/>
                    </a:cubicBezTo>
                    <a:cubicBezTo>
                      <a:pt x="1917098" y="866449"/>
                      <a:pt x="1916655" y="867513"/>
                      <a:pt x="1916566" y="868931"/>
                    </a:cubicBezTo>
                    <a:cubicBezTo>
                      <a:pt x="1916566" y="870350"/>
                      <a:pt x="1916744" y="871990"/>
                      <a:pt x="1917143" y="873808"/>
                    </a:cubicBezTo>
                    <a:cubicBezTo>
                      <a:pt x="1917586" y="875581"/>
                      <a:pt x="1918605" y="877398"/>
                      <a:pt x="1919714" y="879349"/>
                    </a:cubicBezTo>
                    <a:cubicBezTo>
                      <a:pt x="1920999" y="881122"/>
                      <a:pt x="1922773" y="882851"/>
                      <a:pt x="1924812" y="884403"/>
                    </a:cubicBezTo>
                    <a:cubicBezTo>
                      <a:pt x="1925876" y="885068"/>
                      <a:pt x="1926984" y="885733"/>
                      <a:pt x="1928181" y="886353"/>
                    </a:cubicBezTo>
                    <a:cubicBezTo>
                      <a:pt x="1928802" y="886664"/>
                      <a:pt x="1929422" y="886930"/>
                      <a:pt x="1929999" y="887240"/>
                    </a:cubicBezTo>
                    <a:cubicBezTo>
                      <a:pt x="1930575" y="887462"/>
                      <a:pt x="1931018" y="887595"/>
                      <a:pt x="1931550" y="887772"/>
                    </a:cubicBezTo>
                    <a:cubicBezTo>
                      <a:pt x="1933589" y="888437"/>
                      <a:pt x="1935939" y="889102"/>
                      <a:pt x="1937801" y="889235"/>
                    </a:cubicBezTo>
                    <a:cubicBezTo>
                      <a:pt x="1943652" y="890033"/>
                      <a:pt x="1948351" y="889811"/>
                      <a:pt x="1953184" y="889722"/>
                    </a:cubicBezTo>
                    <a:cubicBezTo>
                      <a:pt x="1957838" y="889501"/>
                      <a:pt x="1962316" y="889190"/>
                      <a:pt x="1966705" y="888836"/>
                    </a:cubicBezTo>
                    <a:cubicBezTo>
                      <a:pt x="1969763" y="888570"/>
                      <a:pt x="1972645" y="888082"/>
                      <a:pt x="1975216" y="887373"/>
                    </a:cubicBezTo>
                    <a:cubicBezTo>
                      <a:pt x="1977698" y="886708"/>
                      <a:pt x="1980359" y="885688"/>
                      <a:pt x="1981777" y="884802"/>
                    </a:cubicBezTo>
                    <a:cubicBezTo>
                      <a:pt x="1983151" y="883871"/>
                      <a:pt x="1984393" y="882762"/>
                      <a:pt x="1985368" y="881743"/>
                    </a:cubicBezTo>
                    <a:cubicBezTo>
                      <a:pt x="1986343" y="880679"/>
                      <a:pt x="1987053" y="879438"/>
                      <a:pt x="1987274" y="878108"/>
                    </a:cubicBezTo>
                    <a:cubicBezTo>
                      <a:pt x="1987097" y="879393"/>
                      <a:pt x="1987451" y="880768"/>
                      <a:pt x="1988028" y="882098"/>
                    </a:cubicBezTo>
                    <a:cubicBezTo>
                      <a:pt x="1988338" y="882762"/>
                      <a:pt x="1988693" y="883383"/>
                      <a:pt x="1989092" y="884004"/>
                    </a:cubicBezTo>
                    <a:cubicBezTo>
                      <a:pt x="1989491" y="884669"/>
                      <a:pt x="1989890" y="885334"/>
                      <a:pt x="1990333" y="885954"/>
                    </a:cubicBezTo>
                    <a:cubicBezTo>
                      <a:pt x="1991220" y="887196"/>
                      <a:pt x="1992106" y="888481"/>
                      <a:pt x="1993126" y="889722"/>
                    </a:cubicBezTo>
                    <a:cubicBezTo>
                      <a:pt x="1994057" y="891008"/>
                      <a:pt x="1995165" y="892249"/>
                      <a:pt x="1996362" y="893712"/>
                    </a:cubicBezTo>
                    <a:cubicBezTo>
                      <a:pt x="1999820" y="897791"/>
                      <a:pt x="2002302" y="903953"/>
                      <a:pt x="2003012" y="910514"/>
                    </a:cubicBezTo>
                    <a:cubicBezTo>
                      <a:pt x="2003322" y="912819"/>
                      <a:pt x="2003632" y="915035"/>
                      <a:pt x="2004075" y="917163"/>
                    </a:cubicBezTo>
                    <a:cubicBezTo>
                      <a:pt x="2004475" y="919247"/>
                      <a:pt x="2004962" y="921242"/>
                      <a:pt x="2005583" y="923015"/>
                    </a:cubicBezTo>
                    <a:cubicBezTo>
                      <a:pt x="2006115" y="924744"/>
                      <a:pt x="2006913" y="926340"/>
                      <a:pt x="2007711" y="927537"/>
                    </a:cubicBezTo>
                    <a:cubicBezTo>
                      <a:pt x="2008553" y="928734"/>
                      <a:pt x="2009572" y="929665"/>
                      <a:pt x="2010814" y="930019"/>
                    </a:cubicBezTo>
                    <a:cubicBezTo>
                      <a:pt x="2008331" y="929310"/>
                      <a:pt x="2005494" y="930862"/>
                      <a:pt x="2002701" y="933122"/>
                    </a:cubicBezTo>
                    <a:cubicBezTo>
                      <a:pt x="2001327" y="934275"/>
                      <a:pt x="1999864" y="935605"/>
                      <a:pt x="1998490" y="937068"/>
                    </a:cubicBezTo>
                    <a:cubicBezTo>
                      <a:pt x="1997071" y="938487"/>
                      <a:pt x="1995697" y="940038"/>
                      <a:pt x="1994234" y="941590"/>
                    </a:cubicBezTo>
                    <a:cubicBezTo>
                      <a:pt x="1992195" y="943806"/>
                      <a:pt x="1989934" y="945801"/>
                      <a:pt x="1987319" y="947220"/>
                    </a:cubicBezTo>
                    <a:cubicBezTo>
                      <a:pt x="1986698" y="947619"/>
                      <a:pt x="1985989" y="947885"/>
                      <a:pt x="1985324" y="948239"/>
                    </a:cubicBezTo>
                    <a:lnTo>
                      <a:pt x="1984260" y="948771"/>
                    </a:lnTo>
                    <a:lnTo>
                      <a:pt x="1982619" y="949525"/>
                    </a:lnTo>
                    <a:cubicBezTo>
                      <a:pt x="1980447" y="950545"/>
                      <a:pt x="1978275" y="951475"/>
                      <a:pt x="1976103" y="952584"/>
                    </a:cubicBezTo>
                    <a:cubicBezTo>
                      <a:pt x="1972999" y="954357"/>
                      <a:pt x="1970251" y="955909"/>
                      <a:pt x="1967813" y="958258"/>
                    </a:cubicBezTo>
                    <a:cubicBezTo>
                      <a:pt x="1966616" y="959366"/>
                      <a:pt x="1965507" y="960430"/>
                      <a:pt x="1964532" y="961539"/>
                    </a:cubicBezTo>
                    <a:cubicBezTo>
                      <a:pt x="1963557" y="962780"/>
                      <a:pt x="1962715" y="964021"/>
                      <a:pt x="1962050" y="965174"/>
                    </a:cubicBezTo>
                    <a:cubicBezTo>
                      <a:pt x="1960676" y="967346"/>
                      <a:pt x="1960010" y="969917"/>
                      <a:pt x="1959966" y="971646"/>
                    </a:cubicBezTo>
                    <a:cubicBezTo>
                      <a:pt x="1959922" y="973464"/>
                      <a:pt x="1960454" y="974661"/>
                      <a:pt x="1961518" y="975370"/>
                    </a:cubicBezTo>
                    <a:cubicBezTo>
                      <a:pt x="1960454" y="974661"/>
                      <a:pt x="1959124" y="974661"/>
                      <a:pt x="1957439" y="975547"/>
                    </a:cubicBezTo>
                    <a:cubicBezTo>
                      <a:pt x="1955755" y="976434"/>
                      <a:pt x="1953716" y="978074"/>
                      <a:pt x="1952297" y="981177"/>
                    </a:cubicBezTo>
                    <a:cubicBezTo>
                      <a:pt x="1951499" y="982684"/>
                      <a:pt x="1950790" y="984413"/>
                      <a:pt x="1950612" y="986320"/>
                    </a:cubicBezTo>
                    <a:cubicBezTo>
                      <a:pt x="1950346" y="988181"/>
                      <a:pt x="1949992" y="990487"/>
                      <a:pt x="1950302" y="992393"/>
                    </a:cubicBezTo>
                    <a:cubicBezTo>
                      <a:pt x="1950568" y="994344"/>
                      <a:pt x="1950834" y="996693"/>
                      <a:pt x="1951499" y="998511"/>
                    </a:cubicBezTo>
                    <a:cubicBezTo>
                      <a:pt x="1952164" y="1000372"/>
                      <a:pt x="1952962" y="1002279"/>
                      <a:pt x="1953893" y="1004141"/>
                    </a:cubicBezTo>
                    <a:cubicBezTo>
                      <a:pt x="1955311" y="1006402"/>
                      <a:pt x="1956730" y="1008884"/>
                      <a:pt x="1958237" y="1010923"/>
                    </a:cubicBezTo>
                    <a:cubicBezTo>
                      <a:pt x="1959789" y="1012874"/>
                      <a:pt x="1961296" y="1015002"/>
                      <a:pt x="1962892" y="1016819"/>
                    </a:cubicBezTo>
                    <a:lnTo>
                      <a:pt x="1967724" y="1022139"/>
                    </a:lnTo>
                    <a:lnTo>
                      <a:pt x="1972689" y="1027060"/>
                    </a:lnTo>
                    <a:cubicBezTo>
                      <a:pt x="1974994" y="1029409"/>
                      <a:pt x="1977477" y="1031138"/>
                      <a:pt x="1979827" y="1032690"/>
                    </a:cubicBezTo>
                    <a:cubicBezTo>
                      <a:pt x="1982176" y="1034241"/>
                      <a:pt x="1984481" y="1035305"/>
                      <a:pt x="1986565" y="1036059"/>
                    </a:cubicBezTo>
                    <a:cubicBezTo>
                      <a:pt x="1990732" y="1037522"/>
                      <a:pt x="1994101" y="1037478"/>
                      <a:pt x="1995564" y="1035616"/>
                    </a:cubicBezTo>
                    <a:cubicBezTo>
                      <a:pt x="1994766" y="1036547"/>
                      <a:pt x="1994456" y="1037788"/>
                      <a:pt x="1994500" y="1039251"/>
                    </a:cubicBezTo>
                    <a:cubicBezTo>
                      <a:pt x="1994544" y="1040714"/>
                      <a:pt x="1995032" y="1042265"/>
                      <a:pt x="1995564" y="1044083"/>
                    </a:cubicBezTo>
                    <a:cubicBezTo>
                      <a:pt x="1996185" y="1045856"/>
                      <a:pt x="1997027" y="1047718"/>
                      <a:pt x="1997913" y="1049713"/>
                    </a:cubicBezTo>
                    <a:cubicBezTo>
                      <a:pt x="1998446" y="1050644"/>
                      <a:pt x="1998889" y="1051708"/>
                      <a:pt x="1999421" y="1052728"/>
                    </a:cubicBezTo>
                    <a:cubicBezTo>
                      <a:pt x="1999997" y="1053747"/>
                      <a:pt x="2000573" y="1054767"/>
                      <a:pt x="2001105" y="1055875"/>
                    </a:cubicBezTo>
                    <a:cubicBezTo>
                      <a:pt x="2004519" y="1061904"/>
                      <a:pt x="2006470" y="1068820"/>
                      <a:pt x="2007179" y="1075957"/>
                    </a:cubicBezTo>
                    <a:cubicBezTo>
                      <a:pt x="2007356" y="1078484"/>
                      <a:pt x="2007711" y="1080878"/>
                      <a:pt x="2008065" y="1083138"/>
                    </a:cubicBezTo>
                    <a:cubicBezTo>
                      <a:pt x="2008464" y="1085399"/>
                      <a:pt x="2008863" y="1087527"/>
                      <a:pt x="2009440" y="1089345"/>
                    </a:cubicBezTo>
                    <a:cubicBezTo>
                      <a:pt x="2010548" y="1093024"/>
                      <a:pt x="2012055" y="1095728"/>
                      <a:pt x="2014316" y="1096260"/>
                    </a:cubicBezTo>
                    <a:cubicBezTo>
                      <a:pt x="2012055" y="1095773"/>
                      <a:pt x="2009528" y="1097635"/>
                      <a:pt x="2007090" y="1100561"/>
                    </a:cubicBezTo>
                    <a:cubicBezTo>
                      <a:pt x="2005760" y="1102024"/>
                      <a:pt x="2004652" y="1103797"/>
                      <a:pt x="2003322" y="1105747"/>
                    </a:cubicBezTo>
                    <a:cubicBezTo>
                      <a:pt x="2002125" y="1107698"/>
                      <a:pt x="2000839" y="1109826"/>
                      <a:pt x="1999642" y="1112087"/>
                    </a:cubicBezTo>
                    <a:cubicBezTo>
                      <a:pt x="1996185" y="1118515"/>
                      <a:pt x="1991618" y="1124278"/>
                      <a:pt x="1986299" y="1128356"/>
                    </a:cubicBezTo>
                    <a:cubicBezTo>
                      <a:pt x="1985368" y="1129065"/>
                      <a:pt x="1984481" y="1129819"/>
                      <a:pt x="1983595" y="1130440"/>
                    </a:cubicBezTo>
                    <a:cubicBezTo>
                      <a:pt x="1982752" y="1131149"/>
                      <a:pt x="1981910" y="1131814"/>
                      <a:pt x="1981112" y="1132390"/>
                    </a:cubicBezTo>
                    <a:cubicBezTo>
                      <a:pt x="1980314" y="1133055"/>
                      <a:pt x="1979561" y="1133676"/>
                      <a:pt x="1978851" y="1134252"/>
                    </a:cubicBezTo>
                    <a:cubicBezTo>
                      <a:pt x="1978231" y="1134828"/>
                      <a:pt x="1977521" y="1135405"/>
                      <a:pt x="1976812" y="1136025"/>
                    </a:cubicBezTo>
                    <a:cubicBezTo>
                      <a:pt x="1975526" y="1137178"/>
                      <a:pt x="1974462" y="1138375"/>
                      <a:pt x="1973709" y="1139439"/>
                    </a:cubicBezTo>
                    <a:cubicBezTo>
                      <a:pt x="1972955" y="1140547"/>
                      <a:pt x="1972512" y="1141744"/>
                      <a:pt x="1972645" y="1142852"/>
                    </a:cubicBezTo>
                    <a:cubicBezTo>
                      <a:pt x="1972512" y="1141744"/>
                      <a:pt x="1971803" y="1140769"/>
                      <a:pt x="1970827" y="1139793"/>
                    </a:cubicBezTo>
                    <a:cubicBezTo>
                      <a:pt x="1969808" y="1138863"/>
                      <a:pt x="1968611" y="1138153"/>
                      <a:pt x="1966749" y="1137267"/>
                    </a:cubicBezTo>
                    <a:cubicBezTo>
                      <a:pt x="1964976" y="1136380"/>
                      <a:pt x="1962892" y="1135892"/>
                      <a:pt x="1960676" y="1135183"/>
                    </a:cubicBezTo>
                    <a:cubicBezTo>
                      <a:pt x="1958503" y="1134385"/>
                      <a:pt x="1956065" y="1134075"/>
                      <a:pt x="1953671" y="1133321"/>
                    </a:cubicBezTo>
                    <a:cubicBezTo>
                      <a:pt x="1951898" y="1132922"/>
                      <a:pt x="1950169" y="1132523"/>
                      <a:pt x="1948529" y="1131858"/>
                    </a:cubicBezTo>
                    <a:cubicBezTo>
                      <a:pt x="1946844" y="1131326"/>
                      <a:pt x="1945160" y="1130706"/>
                      <a:pt x="1943519" y="1129863"/>
                    </a:cubicBezTo>
                    <a:cubicBezTo>
                      <a:pt x="1941879" y="1129154"/>
                      <a:pt x="1940239" y="1128312"/>
                      <a:pt x="1938643" y="1127336"/>
                    </a:cubicBezTo>
                    <a:cubicBezTo>
                      <a:pt x="1937003" y="1126494"/>
                      <a:pt x="1935451" y="1125342"/>
                      <a:pt x="1933855" y="1124322"/>
                    </a:cubicBezTo>
                    <a:cubicBezTo>
                      <a:pt x="1931594" y="1122815"/>
                      <a:pt x="1929334" y="1121352"/>
                      <a:pt x="1927073" y="1120155"/>
                    </a:cubicBezTo>
                    <a:cubicBezTo>
                      <a:pt x="1924812" y="1118914"/>
                      <a:pt x="1922640" y="1117938"/>
                      <a:pt x="1920645" y="1117185"/>
                    </a:cubicBezTo>
                    <a:cubicBezTo>
                      <a:pt x="1916655" y="1115766"/>
                      <a:pt x="1913374" y="1115722"/>
                      <a:pt x="1912000" y="1117451"/>
                    </a:cubicBezTo>
                    <a:cubicBezTo>
                      <a:pt x="1913374" y="1115766"/>
                      <a:pt x="1912709" y="1112619"/>
                      <a:pt x="1910183" y="1108939"/>
                    </a:cubicBezTo>
                    <a:cubicBezTo>
                      <a:pt x="1908986" y="1107077"/>
                      <a:pt x="1907168" y="1105171"/>
                      <a:pt x="1905040" y="1103176"/>
                    </a:cubicBezTo>
                    <a:cubicBezTo>
                      <a:pt x="1902868" y="1101270"/>
                      <a:pt x="1900208" y="1099364"/>
                      <a:pt x="1897238" y="1097723"/>
                    </a:cubicBezTo>
                    <a:cubicBezTo>
                      <a:pt x="1892938" y="1095374"/>
                      <a:pt x="1888505" y="1093379"/>
                      <a:pt x="1883806" y="1091694"/>
                    </a:cubicBezTo>
                    <a:cubicBezTo>
                      <a:pt x="1881323" y="1090941"/>
                      <a:pt x="1878885" y="1090143"/>
                      <a:pt x="1876402" y="1089522"/>
                    </a:cubicBezTo>
                    <a:cubicBezTo>
                      <a:pt x="1873875" y="1089079"/>
                      <a:pt x="1871304" y="1088503"/>
                      <a:pt x="1868777" y="1088192"/>
                    </a:cubicBezTo>
                    <a:cubicBezTo>
                      <a:pt x="1865187" y="1087926"/>
                      <a:pt x="1861729" y="1087838"/>
                      <a:pt x="1858759" y="1088414"/>
                    </a:cubicBezTo>
                    <a:cubicBezTo>
                      <a:pt x="1855700" y="1088813"/>
                      <a:pt x="1853129" y="1089700"/>
                      <a:pt x="1851045" y="1090630"/>
                    </a:cubicBezTo>
                    <a:cubicBezTo>
                      <a:pt x="1848917" y="1091517"/>
                      <a:pt x="1847366" y="1092670"/>
                      <a:pt x="1846346" y="1093734"/>
                    </a:cubicBezTo>
                    <a:cubicBezTo>
                      <a:pt x="1845326" y="1094842"/>
                      <a:pt x="1844839" y="1095906"/>
                      <a:pt x="1845016" y="1096970"/>
                    </a:cubicBezTo>
                    <a:cubicBezTo>
                      <a:pt x="1844661" y="1094842"/>
                      <a:pt x="1841824" y="1093423"/>
                      <a:pt x="1837480" y="1092847"/>
                    </a:cubicBezTo>
                    <a:cubicBezTo>
                      <a:pt x="1835396" y="1092537"/>
                      <a:pt x="1832869" y="1092492"/>
                      <a:pt x="1830343" y="1092581"/>
                    </a:cubicBezTo>
                    <a:cubicBezTo>
                      <a:pt x="1827771" y="1092714"/>
                      <a:pt x="1825067" y="1092936"/>
                      <a:pt x="1822407" y="1093290"/>
                    </a:cubicBezTo>
                    <a:cubicBezTo>
                      <a:pt x="1820457" y="1093601"/>
                      <a:pt x="1818728" y="1093601"/>
                      <a:pt x="1816866" y="1093822"/>
                    </a:cubicBezTo>
                    <a:cubicBezTo>
                      <a:pt x="1815137" y="1093778"/>
                      <a:pt x="1813364" y="1093867"/>
                      <a:pt x="1811724" y="1093689"/>
                    </a:cubicBezTo>
                    <a:cubicBezTo>
                      <a:pt x="1810128" y="1093379"/>
                      <a:pt x="1808399" y="1093423"/>
                      <a:pt x="1806891" y="1092847"/>
                    </a:cubicBezTo>
                    <a:cubicBezTo>
                      <a:pt x="1805340" y="1092448"/>
                      <a:pt x="1803744" y="1092049"/>
                      <a:pt x="1802281" y="1091295"/>
                    </a:cubicBezTo>
                    <a:cubicBezTo>
                      <a:pt x="1800153" y="1090542"/>
                      <a:pt x="1798158" y="1089389"/>
                      <a:pt x="1796119" y="1088680"/>
                    </a:cubicBezTo>
                    <a:cubicBezTo>
                      <a:pt x="1794080" y="1087882"/>
                      <a:pt x="1792395" y="1086951"/>
                      <a:pt x="1790578" y="1086463"/>
                    </a:cubicBezTo>
                    <a:cubicBezTo>
                      <a:pt x="1788849" y="1085887"/>
                      <a:pt x="1787474" y="1085399"/>
                      <a:pt x="1786100" y="1085311"/>
                    </a:cubicBezTo>
                    <a:cubicBezTo>
                      <a:pt x="1784770" y="1085222"/>
                      <a:pt x="1783618" y="1085399"/>
                      <a:pt x="1782820" y="1086064"/>
                    </a:cubicBezTo>
                    <a:cubicBezTo>
                      <a:pt x="1783618" y="1085399"/>
                      <a:pt x="1783972" y="1084380"/>
                      <a:pt x="1784194" y="1083006"/>
                    </a:cubicBezTo>
                    <a:cubicBezTo>
                      <a:pt x="1784371" y="1081676"/>
                      <a:pt x="1784238" y="1080124"/>
                      <a:pt x="1783972" y="1078439"/>
                    </a:cubicBezTo>
                    <a:cubicBezTo>
                      <a:pt x="1783972" y="1076622"/>
                      <a:pt x="1783307" y="1074893"/>
                      <a:pt x="1783130" y="1072809"/>
                    </a:cubicBezTo>
                    <a:cubicBezTo>
                      <a:pt x="1782997" y="1071790"/>
                      <a:pt x="1782731" y="1070770"/>
                      <a:pt x="1782554" y="1069662"/>
                    </a:cubicBezTo>
                    <a:cubicBezTo>
                      <a:pt x="1782421" y="1068554"/>
                      <a:pt x="1782243" y="1067401"/>
                      <a:pt x="1781977" y="1066248"/>
                    </a:cubicBezTo>
                    <a:cubicBezTo>
                      <a:pt x="1781534" y="1062835"/>
                      <a:pt x="1781312" y="1059244"/>
                      <a:pt x="1781579" y="1055520"/>
                    </a:cubicBezTo>
                    <a:cubicBezTo>
                      <a:pt x="1781756" y="1051796"/>
                      <a:pt x="1782421" y="1047940"/>
                      <a:pt x="1783130" y="1043994"/>
                    </a:cubicBezTo>
                    <a:cubicBezTo>
                      <a:pt x="1784238" y="1038497"/>
                      <a:pt x="1784859" y="1033133"/>
                      <a:pt x="1784637" y="1028922"/>
                    </a:cubicBezTo>
                    <a:cubicBezTo>
                      <a:pt x="1784416" y="1024710"/>
                      <a:pt x="1783307" y="1021740"/>
                      <a:pt x="1781357" y="1021208"/>
                    </a:cubicBezTo>
                    <a:cubicBezTo>
                      <a:pt x="1782332" y="1021474"/>
                      <a:pt x="1783440" y="1021119"/>
                      <a:pt x="1784549" y="1020188"/>
                    </a:cubicBezTo>
                    <a:cubicBezTo>
                      <a:pt x="1785701" y="1019213"/>
                      <a:pt x="1786854" y="1018105"/>
                      <a:pt x="1787962" y="1016509"/>
                    </a:cubicBezTo>
                    <a:cubicBezTo>
                      <a:pt x="1790267" y="1013317"/>
                      <a:pt x="1792883" y="1008662"/>
                      <a:pt x="1794878" y="1002279"/>
                    </a:cubicBezTo>
                    <a:cubicBezTo>
                      <a:pt x="1796208" y="997713"/>
                      <a:pt x="1797449" y="992615"/>
                      <a:pt x="1797671" y="986940"/>
                    </a:cubicBezTo>
                    <a:cubicBezTo>
                      <a:pt x="1797937" y="981310"/>
                      <a:pt x="1796784" y="974971"/>
                      <a:pt x="1794080" y="969696"/>
                    </a:cubicBezTo>
                    <a:cubicBezTo>
                      <a:pt x="1792307" y="965972"/>
                      <a:pt x="1789868" y="962913"/>
                      <a:pt x="1787430" y="960741"/>
                    </a:cubicBezTo>
                    <a:cubicBezTo>
                      <a:pt x="1785081" y="958347"/>
                      <a:pt x="1782509" y="957106"/>
                      <a:pt x="1780426" y="955953"/>
                    </a:cubicBezTo>
                    <a:cubicBezTo>
                      <a:pt x="1778254" y="954933"/>
                      <a:pt x="1776347" y="954579"/>
                      <a:pt x="1774884" y="954534"/>
                    </a:cubicBezTo>
                    <a:cubicBezTo>
                      <a:pt x="1773421" y="954490"/>
                      <a:pt x="1772358" y="954889"/>
                      <a:pt x="1771781" y="955687"/>
                    </a:cubicBezTo>
                    <a:cubicBezTo>
                      <a:pt x="1772358" y="954889"/>
                      <a:pt x="1772313" y="953692"/>
                      <a:pt x="1772047" y="952406"/>
                    </a:cubicBezTo>
                    <a:cubicBezTo>
                      <a:pt x="1771781" y="951121"/>
                      <a:pt x="1770983" y="949702"/>
                      <a:pt x="1770274" y="948106"/>
                    </a:cubicBezTo>
                    <a:cubicBezTo>
                      <a:pt x="1769875" y="947308"/>
                      <a:pt x="1769387" y="946555"/>
                      <a:pt x="1769033" y="945712"/>
                    </a:cubicBezTo>
                    <a:cubicBezTo>
                      <a:pt x="1768589" y="944915"/>
                      <a:pt x="1768146" y="944072"/>
                      <a:pt x="1767792" y="943230"/>
                    </a:cubicBezTo>
                    <a:cubicBezTo>
                      <a:pt x="1766949" y="941590"/>
                      <a:pt x="1766329" y="939994"/>
                      <a:pt x="1765841" y="938354"/>
                    </a:cubicBezTo>
                    <a:cubicBezTo>
                      <a:pt x="1765087" y="936048"/>
                      <a:pt x="1765043" y="933388"/>
                      <a:pt x="1765619" y="930152"/>
                    </a:cubicBezTo>
                    <a:cubicBezTo>
                      <a:pt x="1766196" y="927005"/>
                      <a:pt x="1767481" y="923370"/>
                      <a:pt x="1769033" y="919557"/>
                    </a:cubicBezTo>
                    <a:cubicBezTo>
                      <a:pt x="1770097" y="916853"/>
                      <a:pt x="1771072" y="913971"/>
                      <a:pt x="1771781" y="911046"/>
                    </a:cubicBezTo>
                    <a:cubicBezTo>
                      <a:pt x="1772446" y="908120"/>
                      <a:pt x="1772801" y="905150"/>
                      <a:pt x="1772579" y="902357"/>
                    </a:cubicBezTo>
                    <a:cubicBezTo>
                      <a:pt x="1772402" y="899608"/>
                      <a:pt x="1771560" y="897081"/>
                      <a:pt x="1770451" y="895619"/>
                    </a:cubicBezTo>
                    <a:cubicBezTo>
                      <a:pt x="1769299" y="894111"/>
                      <a:pt x="1768190" y="893624"/>
                      <a:pt x="1767260" y="893934"/>
                    </a:cubicBezTo>
                    <a:cubicBezTo>
                      <a:pt x="1768146" y="893668"/>
                      <a:pt x="1768855" y="892560"/>
                      <a:pt x="1768811" y="890609"/>
                    </a:cubicBezTo>
                    <a:cubicBezTo>
                      <a:pt x="1768767" y="888747"/>
                      <a:pt x="1767792" y="885954"/>
                      <a:pt x="1765797" y="883649"/>
                    </a:cubicBezTo>
                    <a:cubicBezTo>
                      <a:pt x="1763802" y="881122"/>
                      <a:pt x="1761142" y="879305"/>
                      <a:pt x="1757994" y="877664"/>
                    </a:cubicBezTo>
                    <a:cubicBezTo>
                      <a:pt x="1756398" y="876822"/>
                      <a:pt x="1754537" y="876335"/>
                      <a:pt x="1752630" y="875758"/>
                    </a:cubicBezTo>
                    <a:cubicBezTo>
                      <a:pt x="1750680" y="875315"/>
                      <a:pt x="1748640" y="875138"/>
                      <a:pt x="1746513" y="875005"/>
                    </a:cubicBezTo>
                    <a:cubicBezTo>
                      <a:pt x="1740528" y="875005"/>
                      <a:pt x="1734987" y="876512"/>
                      <a:pt x="1730022" y="878551"/>
                    </a:cubicBezTo>
                    <a:cubicBezTo>
                      <a:pt x="1725057" y="880635"/>
                      <a:pt x="1720845" y="883428"/>
                      <a:pt x="1716855" y="886309"/>
                    </a:cubicBezTo>
                    <a:cubicBezTo>
                      <a:pt x="1714151" y="888437"/>
                      <a:pt x="1711757" y="890653"/>
                      <a:pt x="1709895" y="892914"/>
                    </a:cubicBezTo>
                    <a:cubicBezTo>
                      <a:pt x="1707945" y="895131"/>
                      <a:pt x="1706615" y="897347"/>
                      <a:pt x="1705551" y="899298"/>
                    </a:cubicBezTo>
                    <a:cubicBezTo>
                      <a:pt x="1704487" y="901249"/>
                      <a:pt x="1703999" y="903066"/>
                      <a:pt x="1703822" y="904485"/>
                    </a:cubicBezTo>
                    <a:cubicBezTo>
                      <a:pt x="1703689" y="905903"/>
                      <a:pt x="1703955" y="906967"/>
                      <a:pt x="1704664" y="907588"/>
                    </a:cubicBezTo>
                    <a:cubicBezTo>
                      <a:pt x="1703201" y="906347"/>
                      <a:pt x="1700275" y="907189"/>
                      <a:pt x="1696640" y="909716"/>
                    </a:cubicBezTo>
                    <a:cubicBezTo>
                      <a:pt x="1693094" y="912287"/>
                      <a:pt x="1688971" y="916543"/>
                      <a:pt x="1685558" y="921862"/>
                    </a:cubicBezTo>
                    <a:cubicBezTo>
                      <a:pt x="1680593" y="929487"/>
                      <a:pt x="1676159" y="937290"/>
                      <a:pt x="1672081" y="945314"/>
                    </a:cubicBezTo>
                    <a:cubicBezTo>
                      <a:pt x="1666362" y="956618"/>
                      <a:pt x="1665343" y="967346"/>
                      <a:pt x="1668845" y="968720"/>
                    </a:cubicBezTo>
                    <a:cubicBezTo>
                      <a:pt x="1667116" y="968011"/>
                      <a:pt x="1664589" y="969696"/>
                      <a:pt x="1661885" y="973065"/>
                    </a:cubicBezTo>
                    <a:cubicBezTo>
                      <a:pt x="1659269" y="976478"/>
                      <a:pt x="1656565" y="981576"/>
                      <a:pt x="1654615" y="987561"/>
                    </a:cubicBezTo>
                    <a:cubicBezTo>
                      <a:pt x="1651822" y="996073"/>
                      <a:pt x="1649428" y="1004761"/>
                      <a:pt x="1647522" y="1013628"/>
                    </a:cubicBezTo>
                    <a:cubicBezTo>
                      <a:pt x="1646192" y="1019834"/>
                      <a:pt x="1646014" y="1025774"/>
                      <a:pt x="1646679" y="1029986"/>
                    </a:cubicBezTo>
                    <a:cubicBezTo>
                      <a:pt x="1647389" y="1034197"/>
                      <a:pt x="1648719" y="1036901"/>
                      <a:pt x="1650580" y="1037123"/>
                    </a:cubicBezTo>
                    <a:cubicBezTo>
                      <a:pt x="1646901" y="1036635"/>
                      <a:pt x="1642645" y="1046344"/>
                      <a:pt x="1641626" y="1058712"/>
                    </a:cubicBezTo>
                    <a:cubicBezTo>
                      <a:pt x="1640961" y="1067490"/>
                      <a:pt x="1640340" y="1076267"/>
                      <a:pt x="1639985" y="1085045"/>
                    </a:cubicBezTo>
                    <a:cubicBezTo>
                      <a:pt x="1639409" y="1097369"/>
                      <a:pt x="1642291" y="1107476"/>
                      <a:pt x="1645970" y="1107565"/>
                    </a:cubicBezTo>
                    <a:cubicBezTo>
                      <a:pt x="1642291" y="1107476"/>
                      <a:pt x="1639054" y="1117451"/>
                      <a:pt x="1639010" y="1129730"/>
                    </a:cubicBezTo>
                    <a:cubicBezTo>
                      <a:pt x="1638966" y="1138464"/>
                      <a:pt x="1639054" y="1147197"/>
                      <a:pt x="1639143" y="1155930"/>
                    </a:cubicBezTo>
                    <a:cubicBezTo>
                      <a:pt x="1639320" y="1168165"/>
                      <a:pt x="1642557" y="1178095"/>
                      <a:pt x="1646236" y="1178007"/>
                    </a:cubicBezTo>
                    <a:cubicBezTo>
                      <a:pt x="1642557" y="1178095"/>
                      <a:pt x="1639808" y="1188159"/>
                      <a:pt x="1640163" y="1200350"/>
                    </a:cubicBezTo>
                    <a:lnTo>
                      <a:pt x="1641005" y="1226416"/>
                    </a:lnTo>
                    <a:cubicBezTo>
                      <a:pt x="1641404" y="1238607"/>
                      <a:pt x="1644729" y="1248449"/>
                      <a:pt x="1648408" y="1248316"/>
                    </a:cubicBezTo>
                    <a:cubicBezTo>
                      <a:pt x="1644729" y="1248449"/>
                      <a:pt x="1642113" y="1258512"/>
                      <a:pt x="1642468" y="1270658"/>
                    </a:cubicBezTo>
                    <a:lnTo>
                      <a:pt x="1643133" y="1296636"/>
                    </a:lnTo>
                    <a:cubicBezTo>
                      <a:pt x="1643399" y="1308783"/>
                      <a:pt x="1646502" y="1318625"/>
                      <a:pt x="1650181" y="1318625"/>
                    </a:cubicBezTo>
                    <a:cubicBezTo>
                      <a:pt x="1646502" y="1318669"/>
                      <a:pt x="1643620" y="1328643"/>
                      <a:pt x="1643620" y="1340701"/>
                    </a:cubicBezTo>
                    <a:cubicBezTo>
                      <a:pt x="1643576" y="1349302"/>
                      <a:pt x="1643487" y="1357946"/>
                      <a:pt x="1643221" y="1366502"/>
                    </a:cubicBezTo>
                    <a:cubicBezTo>
                      <a:pt x="1642911" y="1378560"/>
                      <a:pt x="1645349" y="1388535"/>
                      <a:pt x="1649029" y="1388756"/>
                    </a:cubicBezTo>
                    <a:cubicBezTo>
                      <a:pt x="1645349" y="1388579"/>
                      <a:pt x="1641847" y="1398243"/>
                      <a:pt x="1640783" y="1410168"/>
                    </a:cubicBezTo>
                    <a:cubicBezTo>
                      <a:pt x="1640030" y="1418680"/>
                      <a:pt x="1639099" y="1427147"/>
                      <a:pt x="1637857" y="1435525"/>
                    </a:cubicBezTo>
                    <a:cubicBezTo>
                      <a:pt x="1636217" y="1447273"/>
                      <a:pt x="1637148" y="1457336"/>
                      <a:pt x="1640828" y="1458134"/>
                    </a:cubicBezTo>
                    <a:cubicBezTo>
                      <a:pt x="1639010" y="1457780"/>
                      <a:pt x="1636838" y="1459819"/>
                      <a:pt x="1634754" y="1463365"/>
                    </a:cubicBezTo>
                    <a:cubicBezTo>
                      <a:pt x="1632715" y="1466912"/>
                      <a:pt x="1630676" y="1471921"/>
                      <a:pt x="1628991" y="1477507"/>
                    </a:cubicBezTo>
                    <a:cubicBezTo>
                      <a:pt x="1627883" y="1481541"/>
                      <a:pt x="1626464" y="1485442"/>
                      <a:pt x="1625135" y="1489343"/>
                    </a:cubicBezTo>
                    <a:cubicBezTo>
                      <a:pt x="1623672" y="1493200"/>
                      <a:pt x="1622209" y="1497057"/>
                      <a:pt x="1620480" y="1500736"/>
                    </a:cubicBezTo>
                    <a:cubicBezTo>
                      <a:pt x="1619371" y="1503396"/>
                      <a:pt x="1618263" y="1505834"/>
                      <a:pt x="1617465" y="1508272"/>
                    </a:cubicBezTo>
                    <a:cubicBezTo>
                      <a:pt x="1616712" y="1510666"/>
                      <a:pt x="1615914" y="1512794"/>
                      <a:pt x="1615559" y="1514789"/>
                    </a:cubicBezTo>
                    <a:cubicBezTo>
                      <a:pt x="1614805" y="1518735"/>
                      <a:pt x="1614761" y="1521572"/>
                      <a:pt x="1616401" y="1522636"/>
                    </a:cubicBezTo>
                    <a:cubicBezTo>
                      <a:pt x="1614805" y="1521572"/>
                      <a:pt x="1612146" y="1522769"/>
                      <a:pt x="1608865" y="1524985"/>
                    </a:cubicBezTo>
                    <a:cubicBezTo>
                      <a:pt x="1607269" y="1526138"/>
                      <a:pt x="1605540" y="1527601"/>
                      <a:pt x="1603678" y="1529152"/>
                    </a:cubicBezTo>
                    <a:cubicBezTo>
                      <a:pt x="1601905" y="1530837"/>
                      <a:pt x="1599955" y="1532610"/>
                      <a:pt x="1598004" y="1534516"/>
                    </a:cubicBezTo>
                    <a:cubicBezTo>
                      <a:pt x="1595211" y="1537265"/>
                      <a:pt x="1592330" y="1539880"/>
                      <a:pt x="1589182" y="1542186"/>
                    </a:cubicBezTo>
                    <a:cubicBezTo>
                      <a:pt x="1587675" y="1543427"/>
                      <a:pt x="1586079" y="1544491"/>
                      <a:pt x="1584394" y="1545511"/>
                    </a:cubicBezTo>
                    <a:cubicBezTo>
                      <a:pt x="1582798" y="1546574"/>
                      <a:pt x="1581158" y="1547638"/>
                      <a:pt x="1579385" y="1548481"/>
                    </a:cubicBezTo>
                    <a:cubicBezTo>
                      <a:pt x="1578188" y="1549101"/>
                      <a:pt x="1577035" y="1549810"/>
                      <a:pt x="1575927" y="1550476"/>
                    </a:cubicBezTo>
                    <a:cubicBezTo>
                      <a:pt x="1574774" y="1551096"/>
                      <a:pt x="1573711" y="1551717"/>
                      <a:pt x="1572691" y="1552337"/>
                    </a:cubicBezTo>
                    <a:cubicBezTo>
                      <a:pt x="1570696" y="1553712"/>
                      <a:pt x="1568790" y="1554864"/>
                      <a:pt x="1567238" y="1556061"/>
                    </a:cubicBezTo>
                    <a:cubicBezTo>
                      <a:pt x="1564224" y="1558588"/>
                      <a:pt x="1562317" y="1560716"/>
                      <a:pt x="1562849" y="1562622"/>
                    </a:cubicBezTo>
                    <a:cubicBezTo>
                      <a:pt x="1562583" y="1561691"/>
                      <a:pt x="1561741" y="1560982"/>
                      <a:pt x="1560500" y="1560450"/>
                    </a:cubicBezTo>
                    <a:cubicBezTo>
                      <a:pt x="1559259" y="1559918"/>
                      <a:pt x="1557618" y="1559652"/>
                      <a:pt x="1555624" y="1559342"/>
                    </a:cubicBezTo>
                    <a:cubicBezTo>
                      <a:pt x="1553629" y="1559031"/>
                      <a:pt x="1551412" y="1559076"/>
                      <a:pt x="1548930" y="1559076"/>
                    </a:cubicBezTo>
                    <a:cubicBezTo>
                      <a:pt x="1546447" y="1558987"/>
                      <a:pt x="1543787" y="1559297"/>
                      <a:pt x="1540950" y="1559475"/>
                    </a:cubicBezTo>
                    <a:lnTo>
                      <a:pt x="1534921" y="1559874"/>
                    </a:lnTo>
                    <a:cubicBezTo>
                      <a:pt x="1532882" y="1559962"/>
                      <a:pt x="1530842" y="1559918"/>
                      <a:pt x="1528803" y="1559918"/>
                    </a:cubicBezTo>
                    <a:cubicBezTo>
                      <a:pt x="1524725" y="1560051"/>
                      <a:pt x="1520602" y="1559608"/>
                      <a:pt x="1516524" y="1559430"/>
                    </a:cubicBezTo>
                    <a:cubicBezTo>
                      <a:pt x="1513686" y="1559120"/>
                      <a:pt x="1510982" y="1559031"/>
                      <a:pt x="1508455" y="1559120"/>
                    </a:cubicBezTo>
                    <a:cubicBezTo>
                      <a:pt x="1505928" y="1559209"/>
                      <a:pt x="1503712" y="1559164"/>
                      <a:pt x="1501717" y="1559519"/>
                    </a:cubicBezTo>
                    <a:cubicBezTo>
                      <a:pt x="1497727" y="1560184"/>
                      <a:pt x="1495023" y="1561204"/>
                      <a:pt x="1494580" y="1563154"/>
                    </a:cubicBezTo>
                    <a:cubicBezTo>
                      <a:pt x="1495023" y="1561248"/>
                      <a:pt x="1493161" y="1558898"/>
                      <a:pt x="1489925" y="1556682"/>
                    </a:cubicBezTo>
                    <a:cubicBezTo>
                      <a:pt x="1488373" y="1555441"/>
                      <a:pt x="1486467" y="1554199"/>
                      <a:pt x="1484339" y="1553047"/>
                    </a:cubicBezTo>
                    <a:cubicBezTo>
                      <a:pt x="1482167" y="1551983"/>
                      <a:pt x="1479995" y="1550476"/>
                      <a:pt x="1477468" y="1549412"/>
                    </a:cubicBezTo>
                    <a:cubicBezTo>
                      <a:pt x="1475651" y="1548702"/>
                      <a:pt x="1474055" y="1547550"/>
                      <a:pt x="1472370" y="1546663"/>
                    </a:cubicBezTo>
                    <a:cubicBezTo>
                      <a:pt x="1470685" y="1545732"/>
                      <a:pt x="1469001" y="1544757"/>
                      <a:pt x="1467494" y="1543560"/>
                    </a:cubicBezTo>
                    <a:cubicBezTo>
                      <a:pt x="1464257" y="1541476"/>
                      <a:pt x="1461420" y="1538905"/>
                      <a:pt x="1458494" y="1536423"/>
                    </a:cubicBezTo>
                    <a:cubicBezTo>
                      <a:pt x="1456632" y="1534472"/>
                      <a:pt x="1454638" y="1532832"/>
                      <a:pt x="1452776" y="1531325"/>
                    </a:cubicBezTo>
                    <a:cubicBezTo>
                      <a:pt x="1451002" y="1529729"/>
                      <a:pt x="1449229" y="1528399"/>
                      <a:pt x="1447545" y="1527379"/>
                    </a:cubicBezTo>
                    <a:cubicBezTo>
                      <a:pt x="1444397" y="1525162"/>
                      <a:pt x="1441516" y="1524187"/>
                      <a:pt x="1439831" y="1525295"/>
                    </a:cubicBezTo>
                    <a:cubicBezTo>
                      <a:pt x="1441471" y="1524187"/>
                      <a:pt x="1441693" y="1521217"/>
                      <a:pt x="1441117" y="1517316"/>
                    </a:cubicBezTo>
                    <a:cubicBezTo>
                      <a:pt x="1440762" y="1515410"/>
                      <a:pt x="1440186" y="1513237"/>
                      <a:pt x="1439521" y="1510844"/>
                    </a:cubicBezTo>
                    <a:cubicBezTo>
                      <a:pt x="1438811" y="1508494"/>
                      <a:pt x="1437836" y="1506012"/>
                      <a:pt x="1436905" y="1503396"/>
                    </a:cubicBezTo>
                    <a:cubicBezTo>
                      <a:pt x="1435354" y="1499717"/>
                      <a:pt x="1434201" y="1495860"/>
                      <a:pt x="1433004" y="1492003"/>
                    </a:cubicBezTo>
                    <a:cubicBezTo>
                      <a:pt x="1432029" y="1488057"/>
                      <a:pt x="1430832" y="1484201"/>
                      <a:pt x="1430123" y="1480122"/>
                    </a:cubicBezTo>
                    <a:cubicBezTo>
                      <a:pt x="1429546" y="1477285"/>
                      <a:pt x="1428793" y="1474670"/>
                      <a:pt x="1428083" y="1472231"/>
                    </a:cubicBezTo>
                    <a:cubicBezTo>
                      <a:pt x="1427330" y="1469793"/>
                      <a:pt x="1426399" y="1467621"/>
                      <a:pt x="1425512" y="1465803"/>
                    </a:cubicBezTo>
                    <a:cubicBezTo>
                      <a:pt x="1423739" y="1462124"/>
                      <a:pt x="1421611" y="1459907"/>
                      <a:pt x="1419527" y="1460085"/>
                    </a:cubicBezTo>
                    <a:cubicBezTo>
                      <a:pt x="1421611" y="1459863"/>
                      <a:pt x="1423163" y="1457248"/>
                      <a:pt x="1424360" y="1453302"/>
                    </a:cubicBezTo>
                    <a:cubicBezTo>
                      <a:pt x="1424936" y="1451307"/>
                      <a:pt x="1425290" y="1449002"/>
                      <a:pt x="1425601" y="1446431"/>
                    </a:cubicBezTo>
                    <a:cubicBezTo>
                      <a:pt x="1425911" y="1443860"/>
                      <a:pt x="1426044" y="1441067"/>
                      <a:pt x="1426000" y="1438097"/>
                    </a:cubicBezTo>
                    <a:cubicBezTo>
                      <a:pt x="1425956" y="1429718"/>
                      <a:pt x="1426133" y="1421295"/>
                      <a:pt x="1426709" y="1412872"/>
                    </a:cubicBezTo>
                    <a:cubicBezTo>
                      <a:pt x="1427418" y="1401080"/>
                      <a:pt x="1425113" y="1391017"/>
                      <a:pt x="1420813" y="1390529"/>
                    </a:cubicBezTo>
                    <a:cubicBezTo>
                      <a:pt x="1425069" y="1390973"/>
                      <a:pt x="1429635" y="1381619"/>
                      <a:pt x="1431453" y="1369871"/>
                    </a:cubicBezTo>
                    <a:cubicBezTo>
                      <a:pt x="1432738" y="1361448"/>
                      <a:pt x="1434201" y="1353025"/>
                      <a:pt x="1435886" y="1344647"/>
                    </a:cubicBezTo>
                    <a:cubicBezTo>
                      <a:pt x="1438191" y="1332899"/>
                      <a:pt x="1436861" y="1322526"/>
                      <a:pt x="1432472" y="1321550"/>
                    </a:cubicBezTo>
                    <a:cubicBezTo>
                      <a:pt x="1436817" y="1322481"/>
                      <a:pt x="1442535" y="1313660"/>
                      <a:pt x="1445461" y="1302045"/>
                    </a:cubicBezTo>
                    <a:cubicBezTo>
                      <a:pt x="1447589" y="1293711"/>
                      <a:pt x="1449761" y="1285421"/>
                      <a:pt x="1452111" y="1277175"/>
                    </a:cubicBezTo>
                    <a:cubicBezTo>
                      <a:pt x="1455347" y="1265560"/>
                      <a:pt x="1454638" y="1255054"/>
                      <a:pt x="1450160" y="1253724"/>
                    </a:cubicBezTo>
                    <a:cubicBezTo>
                      <a:pt x="1454593" y="1255010"/>
                      <a:pt x="1461066" y="1246631"/>
                      <a:pt x="1464745" y="1235149"/>
                    </a:cubicBezTo>
                    <a:cubicBezTo>
                      <a:pt x="1467361" y="1226948"/>
                      <a:pt x="1470109" y="1218791"/>
                      <a:pt x="1472858" y="1210634"/>
                    </a:cubicBezTo>
                    <a:cubicBezTo>
                      <a:pt x="1476759" y="1199197"/>
                      <a:pt x="1476404" y="1188602"/>
                      <a:pt x="1471882" y="1187006"/>
                    </a:cubicBezTo>
                    <a:cubicBezTo>
                      <a:pt x="1476404" y="1188558"/>
                      <a:pt x="1483408" y="1180534"/>
                      <a:pt x="1487664" y="1169229"/>
                    </a:cubicBezTo>
                    <a:lnTo>
                      <a:pt x="1496841" y="1145069"/>
                    </a:lnTo>
                    <a:cubicBezTo>
                      <a:pt x="1501229" y="1133809"/>
                      <a:pt x="1501141" y="1123125"/>
                      <a:pt x="1496486" y="1121263"/>
                    </a:cubicBezTo>
                    <a:cubicBezTo>
                      <a:pt x="1501141" y="1123081"/>
                      <a:pt x="1508633" y="1115367"/>
                      <a:pt x="1513243" y="1104196"/>
                    </a:cubicBezTo>
                    <a:lnTo>
                      <a:pt x="1523262" y="1080301"/>
                    </a:lnTo>
                    <a:cubicBezTo>
                      <a:pt x="1528005" y="1069174"/>
                      <a:pt x="1528094" y="1058402"/>
                      <a:pt x="1523306" y="1056363"/>
                    </a:cubicBezTo>
                    <a:cubicBezTo>
                      <a:pt x="1528094" y="1058402"/>
                      <a:pt x="1535985" y="1050999"/>
                      <a:pt x="1540906" y="1039916"/>
                    </a:cubicBezTo>
                    <a:lnTo>
                      <a:pt x="1551456" y="1016199"/>
                    </a:lnTo>
                    <a:cubicBezTo>
                      <a:pt x="1556466" y="1005205"/>
                      <a:pt x="1556599" y="994344"/>
                      <a:pt x="1551634" y="992083"/>
                    </a:cubicBezTo>
                    <a:cubicBezTo>
                      <a:pt x="1556555" y="994299"/>
                      <a:pt x="1564800" y="987118"/>
                      <a:pt x="1569898" y="976035"/>
                    </a:cubicBezTo>
                    <a:lnTo>
                      <a:pt x="1580759" y="952274"/>
                    </a:lnTo>
                    <a:cubicBezTo>
                      <a:pt x="1585813" y="941146"/>
                      <a:pt x="1585636" y="930108"/>
                      <a:pt x="1580449" y="927891"/>
                    </a:cubicBezTo>
                    <a:cubicBezTo>
                      <a:pt x="1585636" y="930152"/>
                      <a:pt x="1593970" y="922838"/>
                      <a:pt x="1598846" y="911622"/>
                    </a:cubicBezTo>
                    <a:lnTo>
                      <a:pt x="1609131" y="887506"/>
                    </a:lnTo>
                    <a:cubicBezTo>
                      <a:pt x="1613919" y="876157"/>
                      <a:pt x="1613165" y="865074"/>
                      <a:pt x="1607624" y="862902"/>
                    </a:cubicBezTo>
                    <a:cubicBezTo>
                      <a:pt x="1613076" y="865074"/>
                      <a:pt x="1621411" y="857538"/>
                      <a:pt x="1625844" y="846012"/>
                    </a:cubicBezTo>
                    <a:cubicBezTo>
                      <a:pt x="1628991" y="837811"/>
                      <a:pt x="1632094" y="829565"/>
                      <a:pt x="1635065" y="821320"/>
                    </a:cubicBezTo>
                    <a:cubicBezTo>
                      <a:pt x="1639276" y="809661"/>
                      <a:pt x="1637680" y="798489"/>
                      <a:pt x="1631829" y="796583"/>
                    </a:cubicBezTo>
                    <a:cubicBezTo>
                      <a:pt x="1637636" y="798489"/>
                      <a:pt x="1645704" y="790465"/>
                      <a:pt x="1649339" y="778452"/>
                    </a:cubicBezTo>
                    <a:cubicBezTo>
                      <a:pt x="1651910" y="769940"/>
                      <a:pt x="1654260" y="761296"/>
                      <a:pt x="1656432" y="752562"/>
                    </a:cubicBezTo>
                    <a:cubicBezTo>
                      <a:pt x="1659535" y="740238"/>
                      <a:pt x="1656122" y="728934"/>
                      <a:pt x="1649783" y="727959"/>
                    </a:cubicBezTo>
                    <a:cubicBezTo>
                      <a:pt x="1656033" y="729111"/>
                      <a:pt x="1663303" y="719758"/>
                      <a:pt x="1664367" y="706325"/>
                    </a:cubicBezTo>
                    <a:cubicBezTo>
                      <a:pt x="1665032" y="696794"/>
                      <a:pt x="1665210" y="686953"/>
                      <a:pt x="1663303" y="676225"/>
                    </a:cubicBezTo>
                    <a:cubicBezTo>
                      <a:pt x="1662638" y="672456"/>
                      <a:pt x="1661397" y="668866"/>
                      <a:pt x="1659580" y="665674"/>
                    </a:cubicBezTo>
                    <a:cubicBezTo>
                      <a:pt x="1658737" y="664078"/>
                      <a:pt x="1657762" y="662659"/>
                      <a:pt x="1656610" y="661329"/>
                    </a:cubicBezTo>
                    <a:cubicBezTo>
                      <a:pt x="1655545" y="660044"/>
                      <a:pt x="1654437" y="658891"/>
                      <a:pt x="1653196" y="657960"/>
                    </a:cubicBezTo>
                    <a:cubicBezTo>
                      <a:pt x="1650891" y="656054"/>
                      <a:pt x="1648408" y="655034"/>
                      <a:pt x="1646369" y="654768"/>
                    </a:cubicBezTo>
                    <a:cubicBezTo>
                      <a:pt x="1644374" y="654502"/>
                      <a:pt x="1642557" y="655079"/>
                      <a:pt x="1641360" y="656231"/>
                    </a:cubicBezTo>
                    <a:cubicBezTo>
                      <a:pt x="1642601" y="655079"/>
                      <a:pt x="1643221" y="653483"/>
                      <a:pt x="1643177" y="651311"/>
                    </a:cubicBezTo>
                    <a:cubicBezTo>
                      <a:pt x="1643044" y="649227"/>
                      <a:pt x="1642113" y="646611"/>
                      <a:pt x="1640163" y="644040"/>
                    </a:cubicBezTo>
                    <a:cubicBezTo>
                      <a:pt x="1637990" y="641247"/>
                      <a:pt x="1635641" y="639297"/>
                      <a:pt x="1632759" y="637346"/>
                    </a:cubicBezTo>
                    <a:cubicBezTo>
                      <a:pt x="1631341" y="636327"/>
                      <a:pt x="1629612" y="635484"/>
                      <a:pt x="1627750" y="634775"/>
                    </a:cubicBezTo>
                    <a:cubicBezTo>
                      <a:pt x="1625844" y="634066"/>
                      <a:pt x="1623982" y="633268"/>
                      <a:pt x="1621810" y="632913"/>
                    </a:cubicBezTo>
                    <a:cubicBezTo>
                      <a:pt x="1618706" y="632470"/>
                      <a:pt x="1615648" y="631761"/>
                      <a:pt x="1612412" y="631894"/>
                    </a:cubicBezTo>
                    <a:lnTo>
                      <a:pt x="1607579" y="631938"/>
                    </a:lnTo>
                    <a:cubicBezTo>
                      <a:pt x="1605983" y="632071"/>
                      <a:pt x="1604432" y="632337"/>
                      <a:pt x="1602836" y="632559"/>
                    </a:cubicBezTo>
                    <a:cubicBezTo>
                      <a:pt x="1596497" y="633445"/>
                      <a:pt x="1590778" y="635706"/>
                      <a:pt x="1585503" y="638144"/>
                    </a:cubicBezTo>
                    <a:cubicBezTo>
                      <a:pt x="1582045" y="640006"/>
                      <a:pt x="1578853" y="642178"/>
                      <a:pt x="1576681" y="644572"/>
                    </a:cubicBezTo>
                    <a:cubicBezTo>
                      <a:pt x="1574287" y="646877"/>
                      <a:pt x="1572780" y="649360"/>
                      <a:pt x="1571671" y="651665"/>
                    </a:cubicBezTo>
                    <a:cubicBezTo>
                      <a:pt x="1570563" y="653970"/>
                      <a:pt x="1570208" y="656187"/>
                      <a:pt x="1570253" y="658093"/>
                    </a:cubicBezTo>
                    <a:cubicBezTo>
                      <a:pt x="1570341" y="660044"/>
                      <a:pt x="1570962" y="661684"/>
                      <a:pt x="1572159" y="662970"/>
                    </a:cubicBezTo>
                    <a:cubicBezTo>
                      <a:pt x="1569809" y="660398"/>
                      <a:pt x="1565687" y="659822"/>
                      <a:pt x="1560988" y="661196"/>
                    </a:cubicBezTo>
                    <a:cubicBezTo>
                      <a:pt x="1556244" y="662571"/>
                      <a:pt x="1551146" y="665807"/>
                      <a:pt x="1546802" y="670417"/>
                    </a:cubicBezTo>
                    <a:lnTo>
                      <a:pt x="1529247" y="689613"/>
                    </a:lnTo>
                    <a:cubicBezTo>
                      <a:pt x="1525212" y="693957"/>
                      <a:pt x="1522641" y="698700"/>
                      <a:pt x="1521622" y="703045"/>
                    </a:cubicBezTo>
                    <a:cubicBezTo>
                      <a:pt x="1520646" y="707434"/>
                      <a:pt x="1521134" y="711379"/>
                      <a:pt x="1523661" y="714039"/>
                    </a:cubicBezTo>
                    <a:cubicBezTo>
                      <a:pt x="1521134" y="711423"/>
                      <a:pt x="1517144" y="710803"/>
                      <a:pt x="1512755" y="711512"/>
                    </a:cubicBezTo>
                    <a:cubicBezTo>
                      <a:pt x="1510539" y="711822"/>
                      <a:pt x="1508278" y="712620"/>
                      <a:pt x="1506017" y="713596"/>
                    </a:cubicBezTo>
                    <a:cubicBezTo>
                      <a:pt x="1503712" y="714527"/>
                      <a:pt x="1501495" y="715989"/>
                      <a:pt x="1499323" y="717497"/>
                    </a:cubicBezTo>
                    <a:lnTo>
                      <a:pt x="1494713" y="720777"/>
                    </a:lnTo>
                    <a:lnTo>
                      <a:pt x="1490014" y="723747"/>
                    </a:lnTo>
                    <a:cubicBezTo>
                      <a:pt x="1486822" y="725521"/>
                      <a:pt x="1483674" y="727382"/>
                      <a:pt x="1480394" y="728712"/>
                    </a:cubicBezTo>
                    <a:cubicBezTo>
                      <a:pt x="1478133" y="729865"/>
                      <a:pt x="1476049" y="730929"/>
                      <a:pt x="1474276" y="732303"/>
                    </a:cubicBezTo>
                    <a:cubicBezTo>
                      <a:pt x="1472503" y="733766"/>
                      <a:pt x="1470863" y="735140"/>
                      <a:pt x="1469577" y="736781"/>
                    </a:cubicBezTo>
                    <a:cubicBezTo>
                      <a:pt x="1467006" y="740150"/>
                      <a:pt x="1465454" y="743785"/>
                      <a:pt x="1466208" y="747464"/>
                    </a:cubicBezTo>
                    <a:cubicBezTo>
                      <a:pt x="1465809" y="745647"/>
                      <a:pt x="1464878" y="743962"/>
                      <a:pt x="1463592" y="742544"/>
                    </a:cubicBezTo>
                    <a:cubicBezTo>
                      <a:pt x="1462307" y="741081"/>
                      <a:pt x="1460711" y="740017"/>
                      <a:pt x="1458849" y="738953"/>
                    </a:cubicBezTo>
                    <a:cubicBezTo>
                      <a:pt x="1456987" y="737845"/>
                      <a:pt x="1454948" y="737047"/>
                      <a:pt x="1452776" y="736559"/>
                    </a:cubicBezTo>
                    <a:cubicBezTo>
                      <a:pt x="1450559" y="735938"/>
                      <a:pt x="1448210" y="735451"/>
                      <a:pt x="1445727" y="735495"/>
                    </a:cubicBezTo>
                    <a:cubicBezTo>
                      <a:pt x="1442092" y="735318"/>
                      <a:pt x="1438324" y="734830"/>
                      <a:pt x="1434600" y="734564"/>
                    </a:cubicBezTo>
                    <a:cubicBezTo>
                      <a:pt x="1430965" y="733899"/>
                      <a:pt x="1427285" y="733278"/>
                      <a:pt x="1423695" y="732525"/>
                    </a:cubicBezTo>
                    <a:cubicBezTo>
                      <a:pt x="1421212" y="731816"/>
                      <a:pt x="1418730" y="731550"/>
                      <a:pt x="1416336" y="731638"/>
                    </a:cubicBezTo>
                    <a:cubicBezTo>
                      <a:pt x="1413898" y="731816"/>
                      <a:pt x="1411725" y="731860"/>
                      <a:pt x="1409642" y="732481"/>
                    </a:cubicBezTo>
                    <a:cubicBezTo>
                      <a:pt x="1405475" y="733633"/>
                      <a:pt x="1401928" y="736116"/>
                      <a:pt x="1400421" y="739662"/>
                    </a:cubicBezTo>
                    <a:cubicBezTo>
                      <a:pt x="1401928" y="736071"/>
                      <a:pt x="1401174" y="731816"/>
                      <a:pt x="1399091" y="727959"/>
                    </a:cubicBezTo>
                    <a:cubicBezTo>
                      <a:pt x="1398027" y="726008"/>
                      <a:pt x="1396608" y="724279"/>
                      <a:pt x="1395012" y="722417"/>
                    </a:cubicBezTo>
                    <a:cubicBezTo>
                      <a:pt x="1393372" y="720600"/>
                      <a:pt x="1391422" y="719048"/>
                      <a:pt x="1389161" y="717674"/>
                    </a:cubicBezTo>
                    <a:cubicBezTo>
                      <a:pt x="1386058" y="715457"/>
                      <a:pt x="1382866" y="713507"/>
                      <a:pt x="1379851" y="711113"/>
                    </a:cubicBezTo>
                    <a:cubicBezTo>
                      <a:pt x="1376837" y="708719"/>
                      <a:pt x="1373778" y="706458"/>
                      <a:pt x="1370896" y="703754"/>
                    </a:cubicBezTo>
                    <a:cubicBezTo>
                      <a:pt x="1368857" y="701892"/>
                      <a:pt x="1366596" y="700607"/>
                      <a:pt x="1364380" y="699365"/>
                    </a:cubicBezTo>
                    <a:cubicBezTo>
                      <a:pt x="1362163" y="698213"/>
                      <a:pt x="1359814" y="697415"/>
                      <a:pt x="1357553" y="697060"/>
                    </a:cubicBezTo>
                    <a:cubicBezTo>
                      <a:pt x="1353031" y="696306"/>
                      <a:pt x="1348775" y="696972"/>
                      <a:pt x="1345849" y="699764"/>
                    </a:cubicBezTo>
                    <a:cubicBezTo>
                      <a:pt x="1348731" y="696972"/>
                      <a:pt x="1349751" y="692716"/>
                      <a:pt x="1349130" y="688150"/>
                    </a:cubicBezTo>
                    <a:cubicBezTo>
                      <a:pt x="1348598" y="683406"/>
                      <a:pt x="1346381" y="678574"/>
                      <a:pt x="1342791" y="674008"/>
                    </a:cubicBezTo>
                    <a:cubicBezTo>
                      <a:pt x="1337560" y="667669"/>
                      <a:pt x="1332461" y="660975"/>
                      <a:pt x="1327408" y="654148"/>
                    </a:cubicBezTo>
                    <a:cubicBezTo>
                      <a:pt x="1320315" y="644617"/>
                      <a:pt x="1309010" y="640538"/>
                      <a:pt x="1302316" y="645503"/>
                    </a:cubicBezTo>
                    <a:cubicBezTo>
                      <a:pt x="1308966" y="640583"/>
                      <a:pt x="1308656" y="628480"/>
                      <a:pt x="1301164" y="618417"/>
                    </a:cubicBezTo>
                    <a:cubicBezTo>
                      <a:pt x="1298548" y="614870"/>
                      <a:pt x="1295755" y="611280"/>
                      <a:pt x="1293007" y="607733"/>
                    </a:cubicBezTo>
                    <a:cubicBezTo>
                      <a:pt x="1290258" y="604187"/>
                      <a:pt x="1287288" y="600640"/>
                      <a:pt x="1284451" y="597049"/>
                    </a:cubicBezTo>
                    <a:cubicBezTo>
                      <a:pt x="1280195" y="592084"/>
                      <a:pt x="1275097" y="588715"/>
                      <a:pt x="1269999" y="587563"/>
                    </a:cubicBezTo>
                    <a:cubicBezTo>
                      <a:pt x="1265034" y="586321"/>
                      <a:pt x="1260468" y="587208"/>
                      <a:pt x="1257409" y="590267"/>
                    </a:cubicBezTo>
                    <a:cubicBezTo>
                      <a:pt x="1260424" y="587252"/>
                      <a:pt x="1261310" y="582686"/>
                      <a:pt x="1260113" y="577544"/>
                    </a:cubicBezTo>
                    <a:cubicBezTo>
                      <a:pt x="1259537" y="574973"/>
                      <a:pt x="1258340" y="572357"/>
                      <a:pt x="1256567" y="569786"/>
                    </a:cubicBezTo>
                    <a:cubicBezTo>
                      <a:pt x="1254794" y="567259"/>
                      <a:pt x="1252710" y="564644"/>
                      <a:pt x="1249784" y="562560"/>
                    </a:cubicBezTo>
                    <a:lnTo>
                      <a:pt x="1243755" y="557994"/>
                    </a:lnTo>
                    <a:cubicBezTo>
                      <a:pt x="1241627" y="556575"/>
                      <a:pt x="1239455" y="555201"/>
                      <a:pt x="1237283" y="553782"/>
                    </a:cubicBezTo>
                    <a:cubicBezTo>
                      <a:pt x="1233071" y="550857"/>
                      <a:pt x="1228151" y="548729"/>
                      <a:pt x="1223540" y="546246"/>
                    </a:cubicBezTo>
                    <a:cubicBezTo>
                      <a:pt x="1220083" y="544828"/>
                      <a:pt x="1216580" y="543897"/>
                      <a:pt x="1213300" y="543498"/>
                    </a:cubicBezTo>
                    <a:cubicBezTo>
                      <a:pt x="1210019" y="543143"/>
                      <a:pt x="1206827" y="543586"/>
                      <a:pt x="1204168" y="544296"/>
                    </a:cubicBezTo>
                    <a:cubicBezTo>
                      <a:pt x="1201508" y="545094"/>
                      <a:pt x="1199291" y="546157"/>
                      <a:pt x="1197651" y="547886"/>
                    </a:cubicBezTo>
                    <a:cubicBezTo>
                      <a:pt x="1196011" y="549527"/>
                      <a:pt x="1194947" y="551521"/>
                      <a:pt x="1194548" y="553649"/>
                    </a:cubicBezTo>
                    <a:cubicBezTo>
                      <a:pt x="1195390" y="549305"/>
                      <a:pt x="1193395" y="544916"/>
                      <a:pt x="1189006" y="541237"/>
                    </a:cubicBezTo>
                    <a:cubicBezTo>
                      <a:pt x="1186834" y="539464"/>
                      <a:pt x="1184041" y="538222"/>
                      <a:pt x="1180850" y="537158"/>
                    </a:cubicBezTo>
                    <a:cubicBezTo>
                      <a:pt x="1179254" y="536671"/>
                      <a:pt x="1177525" y="536227"/>
                      <a:pt x="1175796" y="535961"/>
                    </a:cubicBezTo>
                    <a:cubicBezTo>
                      <a:pt x="1174156" y="535784"/>
                      <a:pt x="1172515" y="535695"/>
                      <a:pt x="1170787" y="535740"/>
                    </a:cubicBezTo>
                    <a:cubicBezTo>
                      <a:pt x="1165910" y="535873"/>
                      <a:pt x="1161034" y="535917"/>
                      <a:pt x="1156024" y="536582"/>
                    </a:cubicBezTo>
                    <a:lnTo>
                      <a:pt x="1148577" y="537380"/>
                    </a:lnTo>
                    <a:cubicBezTo>
                      <a:pt x="1146094" y="537779"/>
                      <a:pt x="1143567" y="538267"/>
                      <a:pt x="1141085" y="538754"/>
                    </a:cubicBezTo>
                    <a:cubicBezTo>
                      <a:pt x="1139312" y="539065"/>
                      <a:pt x="1137627" y="539508"/>
                      <a:pt x="1136031" y="540084"/>
                    </a:cubicBezTo>
                    <a:cubicBezTo>
                      <a:pt x="1134435" y="540660"/>
                      <a:pt x="1132928" y="541458"/>
                      <a:pt x="1131509" y="542301"/>
                    </a:cubicBezTo>
                    <a:cubicBezTo>
                      <a:pt x="1128716" y="543985"/>
                      <a:pt x="1126367" y="545803"/>
                      <a:pt x="1124638" y="547975"/>
                    </a:cubicBezTo>
                    <a:cubicBezTo>
                      <a:pt x="1121180" y="552453"/>
                      <a:pt x="1120249" y="557240"/>
                      <a:pt x="1121978" y="561452"/>
                    </a:cubicBezTo>
                    <a:cubicBezTo>
                      <a:pt x="1121136" y="559368"/>
                      <a:pt x="1119673" y="557595"/>
                      <a:pt x="1117722" y="556221"/>
                    </a:cubicBezTo>
                    <a:cubicBezTo>
                      <a:pt x="1115727" y="554802"/>
                      <a:pt x="1113378" y="554093"/>
                      <a:pt x="1110585" y="553738"/>
                    </a:cubicBezTo>
                    <a:cubicBezTo>
                      <a:pt x="1107837" y="553472"/>
                      <a:pt x="1104645" y="553516"/>
                      <a:pt x="1101453" y="554447"/>
                    </a:cubicBezTo>
                    <a:cubicBezTo>
                      <a:pt x="1098305" y="555378"/>
                      <a:pt x="1094936" y="556753"/>
                      <a:pt x="1091877" y="558836"/>
                    </a:cubicBezTo>
                    <a:cubicBezTo>
                      <a:pt x="1087577" y="561939"/>
                      <a:pt x="1083277" y="565043"/>
                      <a:pt x="1079420" y="568545"/>
                    </a:cubicBezTo>
                    <a:cubicBezTo>
                      <a:pt x="1075342" y="571870"/>
                      <a:pt x="1071884" y="575638"/>
                      <a:pt x="1068338" y="579317"/>
                    </a:cubicBezTo>
                    <a:cubicBezTo>
                      <a:pt x="1066032" y="581977"/>
                      <a:pt x="1064082" y="584814"/>
                      <a:pt x="1062841" y="587651"/>
                    </a:cubicBezTo>
                    <a:cubicBezTo>
                      <a:pt x="1061644" y="590533"/>
                      <a:pt x="1060979" y="593370"/>
                      <a:pt x="1060846" y="596074"/>
                    </a:cubicBezTo>
                    <a:cubicBezTo>
                      <a:pt x="1060668" y="601438"/>
                      <a:pt x="1062663" y="606004"/>
                      <a:pt x="1066476" y="608620"/>
                    </a:cubicBezTo>
                    <a:cubicBezTo>
                      <a:pt x="1062708" y="605960"/>
                      <a:pt x="1057609" y="605650"/>
                      <a:pt x="1052733" y="607556"/>
                    </a:cubicBezTo>
                    <a:cubicBezTo>
                      <a:pt x="1047768" y="609418"/>
                      <a:pt x="1042980" y="613408"/>
                      <a:pt x="1039655" y="618816"/>
                    </a:cubicBezTo>
                    <a:lnTo>
                      <a:pt x="1026223" y="641026"/>
                    </a:lnTo>
                    <a:cubicBezTo>
                      <a:pt x="1024672" y="643464"/>
                      <a:pt x="1023652" y="646124"/>
                      <a:pt x="1023031" y="648562"/>
                    </a:cubicBezTo>
                    <a:cubicBezTo>
                      <a:pt x="1022411" y="651045"/>
                      <a:pt x="1022278" y="653660"/>
                      <a:pt x="1022544" y="656010"/>
                    </a:cubicBezTo>
                    <a:cubicBezTo>
                      <a:pt x="1023031" y="660753"/>
                      <a:pt x="1025204" y="665231"/>
                      <a:pt x="1029060" y="668023"/>
                    </a:cubicBezTo>
                    <a:cubicBezTo>
                      <a:pt x="1025204" y="665275"/>
                      <a:pt x="1020283" y="664565"/>
                      <a:pt x="1015628" y="665452"/>
                    </a:cubicBezTo>
                    <a:cubicBezTo>
                      <a:pt x="1013323" y="665940"/>
                      <a:pt x="1010973" y="666605"/>
                      <a:pt x="1008890" y="667713"/>
                    </a:cubicBezTo>
                    <a:cubicBezTo>
                      <a:pt x="1006806" y="668866"/>
                      <a:pt x="1004811" y="670107"/>
                      <a:pt x="1003127" y="671791"/>
                    </a:cubicBezTo>
                    <a:cubicBezTo>
                      <a:pt x="1001974" y="673077"/>
                      <a:pt x="1000688" y="674141"/>
                      <a:pt x="999447" y="675161"/>
                    </a:cubicBezTo>
                    <a:cubicBezTo>
                      <a:pt x="998206" y="676225"/>
                      <a:pt x="997009" y="677377"/>
                      <a:pt x="995679" y="678219"/>
                    </a:cubicBezTo>
                    <a:lnTo>
                      <a:pt x="991822" y="680968"/>
                    </a:lnTo>
                    <a:lnTo>
                      <a:pt x="987788" y="683317"/>
                    </a:lnTo>
                    <a:cubicBezTo>
                      <a:pt x="985882" y="684426"/>
                      <a:pt x="984153" y="685534"/>
                      <a:pt x="982779" y="687263"/>
                    </a:cubicBezTo>
                    <a:cubicBezTo>
                      <a:pt x="981405" y="688903"/>
                      <a:pt x="980030" y="690543"/>
                      <a:pt x="979099" y="692627"/>
                    </a:cubicBezTo>
                    <a:cubicBezTo>
                      <a:pt x="978124" y="694666"/>
                      <a:pt x="977415" y="696972"/>
                      <a:pt x="977016" y="699144"/>
                    </a:cubicBezTo>
                    <a:cubicBezTo>
                      <a:pt x="976661" y="701405"/>
                      <a:pt x="976661" y="703754"/>
                      <a:pt x="977282" y="706148"/>
                    </a:cubicBezTo>
                    <a:cubicBezTo>
                      <a:pt x="976040" y="701449"/>
                      <a:pt x="972760" y="697681"/>
                      <a:pt x="969036" y="695287"/>
                    </a:cubicBezTo>
                    <a:cubicBezTo>
                      <a:pt x="967086" y="693913"/>
                      <a:pt x="965002" y="692893"/>
                      <a:pt x="962786" y="692272"/>
                    </a:cubicBezTo>
                    <a:cubicBezTo>
                      <a:pt x="960658" y="691785"/>
                      <a:pt x="958219" y="691253"/>
                      <a:pt x="955781" y="691386"/>
                    </a:cubicBezTo>
                    <a:cubicBezTo>
                      <a:pt x="952412" y="691696"/>
                      <a:pt x="948555" y="691519"/>
                      <a:pt x="944743" y="691386"/>
                    </a:cubicBezTo>
                    <a:cubicBezTo>
                      <a:pt x="940930" y="691386"/>
                      <a:pt x="937207" y="690987"/>
                      <a:pt x="933527" y="690632"/>
                    </a:cubicBezTo>
                    <a:cubicBezTo>
                      <a:pt x="932241" y="690499"/>
                      <a:pt x="930956" y="690499"/>
                      <a:pt x="929670" y="690632"/>
                    </a:cubicBezTo>
                    <a:cubicBezTo>
                      <a:pt x="928429" y="690676"/>
                      <a:pt x="927232" y="690809"/>
                      <a:pt x="926080" y="691075"/>
                    </a:cubicBezTo>
                    <a:cubicBezTo>
                      <a:pt x="923730" y="691607"/>
                      <a:pt x="921469" y="692583"/>
                      <a:pt x="919430" y="693868"/>
                    </a:cubicBezTo>
                    <a:cubicBezTo>
                      <a:pt x="915440" y="696262"/>
                      <a:pt x="912115" y="700075"/>
                      <a:pt x="910918" y="704907"/>
                    </a:cubicBezTo>
                    <a:cubicBezTo>
                      <a:pt x="911495" y="702513"/>
                      <a:pt x="911495" y="700075"/>
                      <a:pt x="911051" y="697725"/>
                    </a:cubicBezTo>
                    <a:cubicBezTo>
                      <a:pt x="910608" y="695376"/>
                      <a:pt x="909677" y="693248"/>
                      <a:pt x="908569" y="691075"/>
                    </a:cubicBezTo>
                    <a:cubicBezTo>
                      <a:pt x="907416" y="688947"/>
                      <a:pt x="905953" y="687041"/>
                      <a:pt x="904180" y="685534"/>
                    </a:cubicBezTo>
                    <a:cubicBezTo>
                      <a:pt x="902407" y="684027"/>
                      <a:pt x="900501" y="682475"/>
                      <a:pt x="898240" y="681544"/>
                    </a:cubicBezTo>
                    <a:cubicBezTo>
                      <a:pt x="894959" y="680303"/>
                      <a:pt x="891989" y="678397"/>
                      <a:pt x="888797" y="676890"/>
                    </a:cubicBezTo>
                    <a:cubicBezTo>
                      <a:pt x="885827" y="674939"/>
                      <a:pt x="882679" y="673343"/>
                      <a:pt x="879798" y="671126"/>
                    </a:cubicBezTo>
                    <a:cubicBezTo>
                      <a:pt x="877759" y="669664"/>
                      <a:pt x="875454" y="668777"/>
                      <a:pt x="873148" y="668023"/>
                    </a:cubicBezTo>
                    <a:cubicBezTo>
                      <a:pt x="870843" y="667314"/>
                      <a:pt x="868361" y="667137"/>
                      <a:pt x="865922" y="667225"/>
                    </a:cubicBezTo>
                    <a:cubicBezTo>
                      <a:pt x="861090" y="667403"/>
                      <a:pt x="856258" y="669265"/>
                      <a:pt x="852889" y="672988"/>
                    </a:cubicBezTo>
                    <a:cubicBezTo>
                      <a:pt x="856258" y="669265"/>
                      <a:pt x="857588" y="664299"/>
                      <a:pt x="857278" y="659290"/>
                    </a:cubicBezTo>
                    <a:cubicBezTo>
                      <a:pt x="857101" y="656808"/>
                      <a:pt x="856524" y="654414"/>
                      <a:pt x="855505" y="651931"/>
                    </a:cubicBezTo>
                    <a:cubicBezTo>
                      <a:pt x="854485" y="649493"/>
                      <a:pt x="853022" y="647321"/>
                      <a:pt x="851116" y="645193"/>
                    </a:cubicBezTo>
                    <a:cubicBezTo>
                      <a:pt x="848367" y="642223"/>
                      <a:pt x="845663" y="639164"/>
                      <a:pt x="842915" y="635972"/>
                    </a:cubicBezTo>
                    <a:lnTo>
                      <a:pt x="834580" y="626308"/>
                    </a:lnTo>
                    <a:cubicBezTo>
                      <a:pt x="826689" y="616998"/>
                      <a:pt x="813346" y="614649"/>
                      <a:pt x="805810" y="621653"/>
                    </a:cubicBezTo>
                    <a:cubicBezTo>
                      <a:pt x="809578" y="618195"/>
                      <a:pt x="811395" y="613186"/>
                      <a:pt x="810952" y="607733"/>
                    </a:cubicBezTo>
                    <a:cubicBezTo>
                      <a:pt x="810553" y="602325"/>
                      <a:pt x="807893" y="596473"/>
                      <a:pt x="802973" y="591774"/>
                    </a:cubicBezTo>
                    <a:cubicBezTo>
                      <a:pt x="799426" y="588449"/>
                      <a:pt x="795880" y="585124"/>
                      <a:pt x="792023" y="581933"/>
                    </a:cubicBezTo>
                    <a:lnTo>
                      <a:pt x="786215" y="577189"/>
                    </a:lnTo>
                    <a:lnTo>
                      <a:pt x="780098" y="572667"/>
                    </a:lnTo>
                    <a:cubicBezTo>
                      <a:pt x="777260" y="570540"/>
                      <a:pt x="774024" y="569165"/>
                      <a:pt x="770877" y="568279"/>
                    </a:cubicBezTo>
                    <a:cubicBezTo>
                      <a:pt x="767774" y="567392"/>
                      <a:pt x="764715" y="567126"/>
                      <a:pt x="761789" y="567614"/>
                    </a:cubicBezTo>
                    <a:cubicBezTo>
                      <a:pt x="756026" y="568412"/>
                      <a:pt x="751549" y="571382"/>
                      <a:pt x="749288" y="576037"/>
                    </a:cubicBezTo>
                    <a:cubicBezTo>
                      <a:pt x="751637" y="571337"/>
                      <a:pt x="751238" y="566018"/>
                      <a:pt x="748357" y="560920"/>
                    </a:cubicBezTo>
                    <a:cubicBezTo>
                      <a:pt x="746938" y="558393"/>
                      <a:pt x="744899" y="555910"/>
                      <a:pt x="742283" y="554048"/>
                    </a:cubicBezTo>
                    <a:cubicBezTo>
                      <a:pt x="739668" y="552098"/>
                      <a:pt x="736609" y="550325"/>
                      <a:pt x="733151" y="549305"/>
                    </a:cubicBezTo>
                    <a:cubicBezTo>
                      <a:pt x="728186" y="548019"/>
                      <a:pt x="723265" y="546335"/>
                      <a:pt x="718256" y="545493"/>
                    </a:cubicBezTo>
                    <a:cubicBezTo>
                      <a:pt x="713291" y="544517"/>
                      <a:pt x="708282" y="543453"/>
                      <a:pt x="703316" y="543010"/>
                    </a:cubicBezTo>
                    <a:cubicBezTo>
                      <a:pt x="699814" y="542611"/>
                      <a:pt x="696401" y="542655"/>
                      <a:pt x="693342" y="543453"/>
                    </a:cubicBezTo>
                    <a:cubicBezTo>
                      <a:pt x="690283" y="544251"/>
                      <a:pt x="687535" y="545537"/>
                      <a:pt x="685229" y="547177"/>
                    </a:cubicBezTo>
                    <a:cubicBezTo>
                      <a:pt x="680663" y="550369"/>
                      <a:pt x="677959" y="555157"/>
                      <a:pt x="677959" y="560476"/>
                    </a:cubicBezTo>
                    <a:cubicBezTo>
                      <a:pt x="678003" y="555201"/>
                      <a:pt x="675344" y="550458"/>
                      <a:pt x="670645" y="547133"/>
                    </a:cubicBezTo>
                    <a:cubicBezTo>
                      <a:pt x="668295" y="545537"/>
                      <a:pt x="665502" y="543941"/>
                      <a:pt x="662310" y="543409"/>
                    </a:cubicBezTo>
                    <a:cubicBezTo>
                      <a:pt x="659118" y="542788"/>
                      <a:pt x="655616" y="542611"/>
                      <a:pt x="652026" y="543054"/>
                    </a:cubicBezTo>
                    <a:cubicBezTo>
                      <a:pt x="646883" y="543675"/>
                      <a:pt x="641741" y="545005"/>
                      <a:pt x="636643" y="545980"/>
                    </a:cubicBezTo>
                    <a:cubicBezTo>
                      <a:pt x="631545" y="547355"/>
                      <a:pt x="626491" y="548906"/>
                      <a:pt x="621481" y="550591"/>
                    </a:cubicBezTo>
                    <a:cubicBezTo>
                      <a:pt x="618024" y="551965"/>
                      <a:pt x="614921" y="553827"/>
                      <a:pt x="612394" y="555955"/>
                    </a:cubicBezTo>
                    <a:cubicBezTo>
                      <a:pt x="609822" y="558038"/>
                      <a:pt x="608005" y="560787"/>
                      <a:pt x="606675" y="563402"/>
                    </a:cubicBezTo>
                    <a:cubicBezTo>
                      <a:pt x="605389" y="566062"/>
                      <a:pt x="604769" y="568722"/>
                      <a:pt x="604813" y="571337"/>
                    </a:cubicBezTo>
                    <a:cubicBezTo>
                      <a:pt x="604857" y="573953"/>
                      <a:pt x="605611" y="576524"/>
                      <a:pt x="606985" y="578829"/>
                    </a:cubicBezTo>
                    <a:cubicBezTo>
                      <a:pt x="604281" y="574219"/>
                      <a:pt x="599493" y="571515"/>
                      <a:pt x="593597" y="571116"/>
                    </a:cubicBezTo>
                    <a:cubicBezTo>
                      <a:pt x="590627" y="570850"/>
                      <a:pt x="587524" y="571337"/>
                      <a:pt x="584465" y="572446"/>
                    </a:cubicBezTo>
                    <a:cubicBezTo>
                      <a:pt x="581406" y="573554"/>
                      <a:pt x="578126" y="575106"/>
                      <a:pt x="575510" y="577500"/>
                    </a:cubicBezTo>
                    <a:cubicBezTo>
                      <a:pt x="571654" y="580824"/>
                      <a:pt x="567752" y="584149"/>
                      <a:pt x="564295" y="587696"/>
                    </a:cubicBezTo>
                    <a:cubicBezTo>
                      <a:pt x="560659" y="591153"/>
                      <a:pt x="557335" y="594789"/>
                      <a:pt x="554054" y="598424"/>
                    </a:cubicBezTo>
                    <a:cubicBezTo>
                      <a:pt x="551660" y="600951"/>
                      <a:pt x="550109" y="603788"/>
                      <a:pt x="549000" y="606669"/>
                    </a:cubicBezTo>
                    <a:cubicBezTo>
                      <a:pt x="547892" y="609551"/>
                      <a:pt x="547316" y="612432"/>
                      <a:pt x="547449" y="615225"/>
                    </a:cubicBezTo>
                    <a:cubicBezTo>
                      <a:pt x="547626" y="620811"/>
                      <a:pt x="549976" y="625776"/>
                      <a:pt x="554276" y="629012"/>
                    </a:cubicBezTo>
                    <a:cubicBezTo>
                      <a:pt x="549976" y="625776"/>
                      <a:pt x="544479" y="624889"/>
                      <a:pt x="539159" y="626264"/>
                    </a:cubicBezTo>
                    <a:cubicBezTo>
                      <a:pt x="533751" y="627593"/>
                      <a:pt x="528608" y="631096"/>
                      <a:pt x="525017" y="636327"/>
                    </a:cubicBezTo>
                    <a:lnTo>
                      <a:pt x="510344" y="658182"/>
                    </a:lnTo>
                    <a:cubicBezTo>
                      <a:pt x="503738" y="668156"/>
                      <a:pt x="505600" y="680791"/>
                      <a:pt x="514334" y="687174"/>
                    </a:cubicBezTo>
                    <a:cubicBezTo>
                      <a:pt x="509900" y="684027"/>
                      <a:pt x="504536" y="683229"/>
                      <a:pt x="499394" y="684071"/>
                    </a:cubicBezTo>
                    <a:cubicBezTo>
                      <a:pt x="496823" y="684514"/>
                      <a:pt x="494340" y="685401"/>
                      <a:pt x="492079" y="686687"/>
                    </a:cubicBezTo>
                    <a:cubicBezTo>
                      <a:pt x="489819" y="687972"/>
                      <a:pt x="487735" y="689524"/>
                      <a:pt x="486050" y="691652"/>
                    </a:cubicBezTo>
                    <a:cubicBezTo>
                      <a:pt x="483612" y="694578"/>
                      <a:pt x="481130" y="697237"/>
                      <a:pt x="478647" y="699897"/>
                    </a:cubicBezTo>
                    <a:cubicBezTo>
                      <a:pt x="476120" y="702336"/>
                      <a:pt x="473638" y="704951"/>
                      <a:pt x="471067" y="706990"/>
                    </a:cubicBezTo>
                    <a:cubicBezTo>
                      <a:pt x="470180" y="707744"/>
                      <a:pt x="469382" y="708630"/>
                      <a:pt x="468717" y="709561"/>
                    </a:cubicBezTo>
                    <a:cubicBezTo>
                      <a:pt x="468008" y="710404"/>
                      <a:pt x="467387" y="711290"/>
                      <a:pt x="466899" y="712310"/>
                    </a:cubicBezTo>
                    <a:cubicBezTo>
                      <a:pt x="465880" y="714261"/>
                      <a:pt x="465259" y="716699"/>
                      <a:pt x="464860" y="718871"/>
                    </a:cubicBezTo>
                    <a:cubicBezTo>
                      <a:pt x="464151" y="723437"/>
                      <a:pt x="464639" y="728934"/>
                      <a:pt x="467165" y="733766"/>
                    </a:cubicBezTo>
                    <a:cubicBezTo>
                      <a:pt x="464594" y="729067"/>
                      <a:pt x="460294" y="725565"/>
                      <a:pt x="456083" y="723526"/>
                    </a:cubicBezTo>
                    <a:cubicBezTo>
                      <a:pt x="455019" y="723038"/>
                      <a:pt x="453999" y="722639"/>
                      <a:pt x="452935" y="722329"/>
                    </a:cubicBezTo>
                    <a:cubicBezTo>
                      <a:pt x="451871" y="721974"/>
                      <a:pt x="450807" y="721620"/>
                      <a:pt x="449743" y="721442"/>
                    </a:cubicBezTo>
                    <a:cubicBezTo>
                      <a:pt x="447615" y="720999"/>
                      <a:pt x="445709" y="721354"/>
                      <a:pt x="443626" y="721620"/>
                    </a:cubicBezTo>
                    <a:lnTo>
                      <a:pt x="439281" y="722550"/>
                    </a:lnTo>
                    <a:cubicBezTo>
                      <a:pt x="437774" y="722772"/>
                      <a:pt x="436222" y="722816"/>
                      <a:pt x="434715" y="722994"/>
                    </a:cubicBezTo>
                    <a:cubicBezTo>
                      <a:pt x="431745" y="723526"/>
                      <a:pt x="428420" y="723171"/>
                      <a:pt x="425228" y="723260"/>
                    </a:cubicBezTo>
                    <a:cubicBezTo>
                      <a:pt x="422967" y="723393"/>
                      <a:pt x="420795" y="723393"/>
                      <a:pt x="418712" y="724279"/>
                    </a:cubicBezTo>
                    <a:cubicBezTo>
                      <a:pt x="416584" y="725077"/>
                      <a:pt x="414545" y="726407"/>
                      <a:pt x="412683" y="727693"/>
                    </a:cubicBezTo>
                    <a:cubicBezTo>
                      <a:pt x="409003" y="730574"/>
                      <a:pt x="405590" y="734919"/>
                      <a:pt x="404215" y="740238"/>
                    </a:cubicBezTo>
                    <a:cubicBezTo>
                      <a:pt x="404880" y="737579"/>
                      <a:pt x="404969" y="734963"/>
                      <a:pt x="404703" y="732436"/>
                    </a:cubicBezTo>
                    <a:cubicBezTo>
                      <a:pt x="404437" y="729821"/>
                      <a:pt x="403816" y="727338"/>
                      <a:pt x="402930" y="725166"/>
                    </a:cubicBezTo>
                    <a:cubicBezTo>
                      <a:pt x="402043" y="722861"/>
                      <a:pt x="400802" y="721221"/>
                      <a:pt x="399472" y="719359"/>
                    </a:cubicBezTo>
                    <a:cubicBezTo>
                      <a:pt x="398142" y="717585"/>
                      <a:pt x="396458" y="716300"/>
                      <a:pt x="394507" y="715324"/>
                    </a:cubicBezTo>
                    <a:cubicBezTo>
                      <a:pt x="391847" y="713596"/>
                      <a:pt x="389010" y="712354"/>
                      <a:pt x="386394" y="710226"/>
                    </a:cubicBezTo>
                    <a:cubicBezTo>
                      <a:pt x="385064" y="709251"/>
                      <a:pt x="383735" y="708364"/>
                      <a:pt x="382405" y="707345"/>
                    </a:cubicBezTo>
                    <a:lnTo>
                      <a:pt x="378548" y="704020"/>
                    </a:lnTo>
                    <a:cubicBezTo>
                      <a:pt x="376686" y="702601"/>
                      <a:pt x="374691" y="701138"/>
                      <a:pt x="372386" y="700385"/>
                    </a:cubicBezTo>
                    <a:cubicBezTo>
                      <a:pt x="370081" y="699631"/>
                      <a:pt x="367598" y="699188"/>
                      <a:pt x="365116" y="699055"/>
                    </a:cubicBezTo>
                    <a:cubicBezTo>
                      <a:pt x="360106" y="698878"/>
                      <a:pt x="354742" y="700429"/>
                      <a:pt x="350575" y="703976"/>
                    </a:cubicBezTo>
                    <a:cubicBezTo>
                      <a:pt x="354698" y="700429"/>
                      <a:pt x="357003" y="695331"/>
                      <a:pt x="357535" y="690233"/>
                    </a:cubicBezTo>
                    <a:cubicBezTo>
                      <a:pt x="357801" y="687662"/>
                      <a:pt x="357579" y="685179"/>
                      <a:pt x="356959" y="682564"/>
                    </a:cubicBezTo>
                    <a:cubicBezTo>
                      <a:pt x="356294" y="679993"/>
                      <a:pt x="355185" y="677599"/>
                      <a:pt x="353501" y="675338"/>
                    </a:cubicBezTo>
                    <a:cubicBezTo>
                      <a:pt x="351151" y="671969"/>
                      <a:pt x="348802" y="668821"/>
                      <a:pt x="346497" y="665275"/>
                    </a:cubicBezTo>
                    <a:lnTo>
                      <a:pt x="339492" y="654813"/>
                    </a:lnTo>
                    <a:cubicBezTo>
                      <a:pt x="336212" y="649892"/>
                      <a:pt x="331291" y="646390"/>
                      <a:pt x="326060" y="645016"/>
                    </a:cubicBezTo>
                    <a:cubicBezTo>
                      <a:pt x="320785" y="643597"/>
                      <a:pt x="315243" y="644262"/>
                      <a:pt x="310677" y="647276"/>
                    </a:cubicBezTo>
                    <a:cubicBezTo>
                      <a:pt x="319854" y="641247"/>
                      <a:pt x="321893" y="627815"/>
                      <a:pt x="314357" y="617176"/>
                    </a:cubicBezTo>
                    <a:cubicBezTo>
                      <a:pt x="311741" y="613408"/>
                      <a:pt x="308860" y="609639"/>
                      <a:pt x="306067" y="605916"/>
                    </a:cubicBezTo>
                    <a:cubicBezTo>
                      <a:pt x="303274" y="602148"/>
                      <a:pt x="300082" y="598468"/>
                      <a:pt x="297112" y="594744"/>
                    </a:cubicBezTo>
                    <a:cubicBezTo>
                      <a:pt x="294895" y="592173"/>
                      <a:pt x="292235" y="590089"/>
                      <a:pt x="289531" y="588582"/>
                    </a:cubicBezTo>
                    <a:cubicBezTo>
                      <a:pt x="286871" y="587031"/>
                      <a:pt x="283857" y="586144"/>
                      <a:pt x="280975" y="585789"/>
                    </a:cubicBezTo>
                    <a:cubicBezTo>
                      <a:pt x="275212" y="585124"/>
                      <a:pt x="269893" y="586853"/>
                      <a:pt x="266125" y="590843"/>
                    </a:cubicBezTo>
                    <a:cubicBezTo>
                      <a:pt x="269937" y="586853"/>
                      <a:pt x="271400" y="581489"/>
                      <a:pt x="270380" y="575726"/>
                    </a:cubicBezTo>
                    <a:cubicBezTo>
                      <a:pt x="269848" y="572889"/>
                      <a:pt x="268829" y="569875"/>
                      <a:pt x="266967" y="567215"/>
                    </a:cubicBezTo>
                    <a:cubicBezTo>
                      <a:pt x="265149" y="564511"/>
                      <a:pt x="262755" y="561939"/>
                      <a:pt x="259829" y="559767"/>
                    </a:cubicBezTo>
                    <a:cubicBezTo>
                      <a:pt x="255441" y="556930"/>
                      <a:pt x="251185" y="553871"/>
                      <a:pt x="246575" y="551389"/>
                    </a:cubicBezTo>
                    <a:cubicBezTo>
                      <a:pt x="241920" y="548950"/>
                      <a:pt x="237398" y="546202"/>
                      <a:pt x="232477" y="544251"/>
                    </a:cubicBezTo>
                    <a:cubicBezTo>
                      <a:pt x="229064" y="542833"/>
                      <a:pt x="225606" y="541813"/>
                      <a:pt x="222281" y="541724"/>
                    </a:cubicBezTo>
                    <a:cubicBezTo>
                      <a:pt x="218912" y="541680"/>
                      <a:pt x="215765" y="542168"/>
                      <a:pt x="212972" y="543187"/>
                    </a:cubicBezTo>
                    <a:cubicBezTo>
                      <a:pt x="210223" y="544251"/>
                      <a:pt x="207874" y="545626"/>
                      <a:pt x="206012" y="547709"/>
                    </a:cubicBezTo>
                    <a:cubicBezTo>
                      <a:pt x="204194" y="549748"/>
                      <a:pt x="202864" y="552142"/>
                      <a:pt x="202199" y="554758"/>
                    </a:cubicBezTo>
                    <a:cubicBezTo>
                      <a:pt x="203574" y="549438"/>
                      <a:pt x="202155" y="543985"/>
                      <a:pt x="198342" y="539464"/>
                    </a:cubicBezTo>
                    <a:cubicBezTo>
                      <a:pt x="197412" y="538311"/>
                      <a:pt x="196303" y="537247"/>
                      <a:pt x="195062" y="536227"/>
                    </a:cubicBezTo>
                    <a:cubicBezTo>
                      <a:pt x="193821" y="535341"/>
                      <a:pt x="192491" y="534498"/>
                      <a:pt x="191028" y="533789"/>
                    </a:cubicBezTo>
                    <a:cubicBezTo>
                      <a:pt x="188102" y="532371"/>
                      <a:pt x="184777" y="531351"/>
                      <a:pt x="181186" y="530908"/>
                    </a:cubicBezTo>
                    <a:cubicBezTo>
                      <a:pt x="176133" y="530509"/>
                      <a:pt x="171079" y="530331"/>
                      <a:pt x="166070" y="530110"/>
                    </a:cubicBezTo>
                    <a:cubicBezTo>
                      <a:pt x="161060" y="529977"/>
                      <a:pt x="156139" y="530331"/>
                      <a:pt x="151174" y="530420"/>
                    </a:cubicBezTo>
                    <a:cubicBezTo>
                      <a:pt x="147717" y="530464"/>
                      <a:pt x="144436" y="531351"/>
                      <a:pt x="141510" y="532681"/>
                    </a:cubicBezTo>
                    <a:cubicBezTo>
                      <a:pt x="138629" y="534011"/>
                      <a:pt x="136102" y="535695"/>
                      <a:pt x="134107" y="537735"/>
                    </a:cubicBezTo>
                    <a:cubicBezTo>
                      <a:pt x="130161" y="542035"/>
                      <a:pt x="128344" y="547355"/>
                      <a:pt x="129275" y="552763"/>
                    </a:cubicBezTo>
                    <a:cubicBezTo>
                      <a:pt x="128832" y="550059"/>
                      <a:pt x="127723" y="547620"/>
                      <a:pt x="126127" y="545448"/>
                    </a:cubicBezTo>
                    <a:cubicBezTo>
                      <a:pt x="124531" y="543320"/>
                      <a:pt x="122315" y="541414"/>
                      <a:pt x="119788" y="540217"/>
                    </a:cubicBezTo>
                    <a:cubicBezTo>
                      <a:pt x="117217" y="538932"/>
                      <a:pt x="114291" y="538134"/>
                      <a:pt x="111099" y="537823"/>
                    </a:cubicBezTo>
                    <a:cubicBezTo>
                      <a:pt x="107907" y="537469"/>
                      <a:pt x="104582" y="537956"/>
                      <a:pt x="101213" y="538932"/>
                    </a:cubicBezTo>
                    <a:cubicBezTo>
                      <a:pt x="96381" y="540262"/>
                      <a:pt x="91727" y="541990"/>
                      <a:pt x="87027" y="543675"/>
                    </a:cubicBezTo>
                    <a:cubicBezTo>
                      <a:pt x="82328" y="545315"/>
                      <a:pt x="77851" y="547443"/>
                      <a:pt x="73240" y="549349"/>
                    </a:cubicBezTo>
                    <a:cubicBezTo>
                      <a:pt x="70093" y="550857"/>
                      <a:pt x="67389" y="552852"/>
                      <a:pt x="65128" y="555068"/>
                    </a:cubicBezTo>
                    <a:cubicBezTo>
                      <a:pt x="62867" y="557240"/>
                      <a:pt x="61271" y="559944"/>
                      <a:pt x="60207" y="562560"/>
                    </a:cubicBezTo>
                    <a:cubicBezTo>
                      <a:pt x="58035" y="567835"/>
                      <a:pt x="58301" y="573421"/>
                      <a:pt x="61138" y="578120"/>
                    </a:cubicBezTo>
                    <a:cubicBezTo>
                      <a:pt x="58345" y="573421"/>
                      <a:pt x="53558" y="570584"/>
                      <a:pt x="47839" y="569919"/>
                    </a:cubicBezTo>
                    <a:cubicBezTo>
                      <a:pt x="44957" y="569564"/>
                      <a:pt x="41987" y="569875"/>
                      <a:pt x="38973" y="570717"/>
                    </a:cubicBezTo>
                    <a:cubicBezTo>
                      <a:pt x="35958" y="571559"/>
                      <a:pt x="32944" y="572978"/>
                      <a:pt x="30239" y="575061"/>
                    </a:cubicBezTo>
                    <a:cubicBezTo>
                      <a:pt x="26338" y="577943"/>
                      <a:pt x="22526" y="581002"/>
                      <a:pt x="18846" y="584149"/>
                    </a:cubicBezTo>
                    <a:cubicBezTo>
                      <a:pt x="15078" y="587208"/>
                      <a:pt x="11576" y="590533"/>
                      <a:pt x="8030" y="593769"/>
                    </a:cubicBezTo>
                    <a:cubicBezTo>
                      <a:pt x="3109" y="598424"/>
                      <a:pt x="405" y="604364"/>
                      <a:pt x="50" y="609994"/>
                    </a:cubicBezTo>
                    <a:cubicBezTo>
                      <a:pt x="-349" y="615580"/>
                      <a:pt x="1646" y="620900"/>
                      <a:pt x="5680" y="624490"/>
                    </a:cubicBezTo>
                    <a:lnTo>
                      <a:pt x="12019" y="630209"/>
                    </a:lnTo>
                    <a:lnTo>
                      <a:pt x="12019" y="630209"/>
                    </a:lnTo>
                    <a:lnTo>
                      <a:pt x="16851" y="634553"/>
                    </a:lnTo>
                    <a:cubicBezTo>
                      <a:pt x="20930" y="638189"/>
                      <a:pt x="26117" y="639696"/>
                      <a:pt x="31259" y="639474"/>
                    </a:cubicBezTo>
                    <a:cubicBezTo>
                      <a:pt x="36401" y="639253"/>
                      <a:pt x="41455" y="637302"/>
                      <a:pt x="45401" y="633578"/>
                    </a:cubicBezTo>
                    <a:cubicBezTo>
                      <a:pt x="48282" y="631007"/>
                      <a:pt x="51075" y="628347"/>
                      <a:pt x="54090" y="625909"/>
                    </a:cubicBezTo>
                    <a:cubicBezTo>
                      <a:pt x="57015" y="623426"/>
                      <a:pt x="60030" y="621033"/>
                      <a:pt x="63089" y="618772"/>
                    </a:cubicBezTo>
                    <a:cubicBezTo>
                      <a:pt x="65172" y="617087"/>
                      <a:pt x="66990" y="615269"/>
                      <a:pt x="68320" y="613097"/>
                    </a:cubicBezTo>
                    <a:cubicBezTo>
                      <a:pt x="69650" y="610969"/>
                      <a:pt x="70581" y="608487"/>
                      <a:pt x="71157" y="606093"/>
                    </a:cubicBezTo>
                    <a:cubicBezTo>
                      <a:pt x="72265" y="601172"/>
                      <a:pt x="71689" y="595675"/>
                      <a:pt x="68896" y="591020"/>
                    </a:cubicBezTo>
                    <a:cubicBezTo>
                      <a:pt x="71689" y="595675"/>
                      <a:pt x="76255" y="598734"/>
                      <a:pt x="81131" y="600153"/>
                    </a:cubicBezTo>
                    <a:cubicBezTo>
                      <a:pt x="83570" y="600906"/>
                      <a:pt x="86052" y="601039"/>
                      <a:pt x="88623" y="600995"/>
                    </a:cubicBezTo>
                    <a:cubicBezTo>
                      <a:pt x="91150" y="600906"/>
                      <a:pt x="93633" y="600286"/>
                      <a:pt x="95982" y="599133"/>
                    </a:cubicBezTo>
                    <a:cubicBezTo>
                      <a:pt x="99440" y="597759"/>
                      <a:pt x="102765" y="596119"/>
                      <a:pt x="106267" y="594922"/>
                    </a:cubicBezTo>
                    <a:cubicBezTo>
                      <a:pt x="109769" y="593680"/>
                      <a:pt x="113227" y="592350"/>
                      <a:pt x="116773" y="591419"/>
                    </a:cubicBezTo>
                    <a:cubicBezTo>
                      <a:pt x="119256" y="590710"/>
                      <a:pt x="121473" y="589380"/>
                      <a:pt x="123467" y="587962"/>
                    </a:cubicBezTo>
                    <a:cubicBezTo>
                      <a:pt x="125462" y="586499"/>
                      <a:pt x="127147" y="584592"/>
                      <a:pt x="128521" y="582420"/>
                    </a:cubicBezTo>
                    <a:cubicBezTo>
                      <a:pt x="129851" y="580204"/>
                      <a:pt x="130959" y="577987"/>
                      <a:pt x="131536" y="575416"/>
                    </a:cubicBezTo>
                    <a:cubicBezTo>
                      <a:pt x="132112" y="572933"/>
                      <a:pt x="132289" y="570229"/>
                      <a:pt x="131846" y="567525"/>
                    </a:cubicBezTo>
                    <a:cubicBezTo>
                      <a:pt x="132068" y="568855"/>
                      <a:pt x="132467" y="570185"/>
                      <a:pt x="132954" y="571382"/>
                    </a:cubicBezTo>
                    <a:cubicBezTo>
                      <a:pt x="133930" y="573820"/>
                      <a:pt x="135348" y="576037"/>
                      <a:pt x="137077" y="577898"/>
                    </a:cubicBezTo>
                    <a:cubicBezTo>
                      <a:pt x="137964" y="578829"/>
                      <a:pt x="138895" y="579672"/>
                      <a:pt x="139870" y="580425"/>
                    </a:cubicBezTo>
                    <a:cubicBezTo>
                      <a:pt x="141865" y="582021"/>
                      <a:pt x="144126" y="583307"/>
                      <a:pt x="146475" y="584061"/>
                    </a:cubicBezTo>
                    <a:cubicBezTo>
                      <a:pt x="148825" y="584814"/>
                      <a:pt x="151352" y="585124"/>
                      <a:pt x="153967" y="585124"/>
                    </a:cubicBezTo>
                    <a:cubicBezTo>
                      <a:pt x="157691" y="585080"/>
                      <a:pt x="161459" y="584770"/>
                      <a:pt x="165094" y="584903"/>
                    </a:cubicBezTo>
                    <a:cubicBezTo>
                      <a:pt x="168729" y="585124"/>
                      <a:pt x="172365" y="585213"/>
                      <a:pt x="175955" y="585479"/>
                    </a:cubicBezTo>
                    <a:cubicBezTo>
                      <a:pt x="178438" y="585834"/>
                      <a:pt x="180832" y="585612"/>
                      <a:pt x="183137" y="584903"/>
                    </a:cubicBezTo>
                    <a:cubicBezTo>
                      <a:pt x="184290" y="584548"/>
                      <a:pt x="185442" y="584061"/>
                      <a:pt x="186550" y="583484"/>
                    </a:cubicBezTo>
                    <a:cubicBezTo>
                      <a:pt x="187614" y="582997"/>
                      <a:pt x="188678" y="582420"/>
                      <a:pt x="189698" y="581711"/>
                    </a:cubicBezTo>
                    <a:cubicBezTo>
                      <a:pt x="193688" y="578918"/>
                      <a:pt x="197146" y="574574"/>
                      <a:pt x="198520" y="569254"/>
                    </a:cubicBezTo>
                    <a:cubicBezTo>
                      <a:pt x="197855" y="571914"/>
                      <a:pt x="197766" y="574574"/>
                      <a:pt x="198121" y="577101"/>
                    </a:cubicBezTo>
                    <a:cubicBezTo>
                      <a:pt x="198520" y="579539"/>
                      <a:pt x="199185" y="582199"/>
                      <a:pt x="200293" y="584415"/>
                    </a:cubicBezTo>
                    <a:cubicBezTo>
                      <a:pt x="201357" y="586676"/>
                      <a:pt x="202731" y="588671"/>
                      <a:pt x="204416" y="590222"/>
                    </a:cubicBezTo>
                    <a:cubicBezTo>
                      <a:pt x="206056" y="591863"/>
                      <a:pt x="207874" y="593414"/>
                      <a:pt x="210090" y="594301"/>
                    </a:cubicBezTo>
                    <a:cubicBezTo>
                      <a:pt x="211686" y="594877"/>
                      <a:pt x="213193" y="595631"/>
                      <a:pt x="214701" y="596473"/>
                    </a:cubicBezTo>
                    <a:cubicBezTo>
                      <a:pt x="216208" y="597271"/>
                      <a:pt x="217671" y="598158"/>
                      <a:pt x="219222" y="598911"/>
                    </a:cubicBezTo>
                    <a:cubicBezTo>
                      <a:pt x="222237" y="600507"/>
                      <a:pt x="225030" y="602635"/>
                      <a:pt x="227956" y="604453"/>
                    </a:cubicBezTo>
                    <a:cubicBezTo>
                      <a:pt x="229906" y="605960"/>
                      <a:pt x="232078" y="606980"/>
                      <a:pt x="234472" y="607512"/>
                    </a:cubicBezTo>
                    <a:cubicBezTo>
                      <a:pt x="236866" y="607955"/>
                      <a:pt x="239260" y="608310"/>
                      <a:pt x="241787" y="608088"/>
                    </a:cubicBezTo>
                    <a:cubicBezTo>
                      <a:pt x="246752" y="607689"/>
                      <a:pt x="251939" y="605561"/>
                      <a:pt x="255751" y="601616"/>
                    </a:cubicBezTo>
                    <a:cubicBezTo>
                      <a:pt x="251983" y="605605"/>
                      <a:pt x="250165" y="610881"/>
                      <a:pt x="250077" y="615935"/>
                    </a:cubicBezTo>
                    <a:cubicBezTo>
                      <a:pt x="250032" y="618461"/>
                      <a:pt x="250431" y="620900"/>
                      <a:pt x="251229" y="623382"/>
                    </a:cubicBezTo>
                    <a:cubicBezTo>
                      <a:pt x="252027" y="625820"/>
                      <a:pt x="253313" y="628037"/>
                      <a:pt x="255042" y="630076"/>
                    </a:cubicBezTo>
                    <a:cubicBezTo>
                      <a:pt x="257480" y="633135"/>
                      <a:pt x="259962" y="636016"/>
                      <a:pt x="262356" y="639253"/>
                    </a:cubicBezTo>
                    <a:cubicBezTo>
                      <a:pt x="264750" y="642444"/>
                      <a:pt x="267144" y="645592"/>
                      <a:pt x="269494" y="648961"/>
                    </a:cubicBezTo>
                    <a:cubicBezTo>
                      <a:pt x="276055" y="658182"/>
                      <a:pt x="288911" y="661507"/>
                      <a:pt x="298131" y="655433"/>
                    </a:cubicBezTo>
                    <a:cubicBezTo>
                      <a:pt x="293565" y="658448"/>
                      <a:pt x="290728" y="663280"/>
                      <a:pt x="289886" y="668555"/>
                    </a:cubicBezTo>
                    <a:cubicBezTo>
                      <a:pt x="289088" y="673919"/>
                      <a:pt x="290152" y="679682"/>
                      <a:pt x="293610" y="684913"/>
                    </a:cubicBezTo>
                    <a:lnTo>
                      <a:pt x="301102" y="696085"/>
                    </a:lnTo>
                    <a:cubicBezTo>
                      <a:pt x="303584" y="699809"/>
                      <a:pt x="306377" y="703621"/>
                      <a:pt x="308993" y="707389"/>
                    </a:cubicBezTo>
                    <a:cubicBezTo>
                      <a:pt x="310899" y="710049"/>
                      <a:pt x="313337" y="712266"/>
                      <a:pt x="315864" y="713906"/>
                    </a:cubicBezTo>
                    <a:cubicBezTo>
                      <a:pt x="318346" y="715590"/>
                      <a:pt x="321228" y="716743"/>
                      <a:pt x="324021" y="717275"/>
                    </a:cubicBezTo>
                    <a:cubicBezTo>
                      <a:pt x="329606" y="718383"/>
                      <a:pt x="335059" y="717186"/>
                      <a:pt x="339226" y="713596"/>
                    </a:cubicBezTo>
                    <a:cubicBezTo>
                      <a:pt x="335059" y="717186"/>
                      <a:pt x="333064" y="722417"/>
                      <a:pt x="333419" y="728180"/>
                    </a:cubicBezTo>
                    <a:cubicBezTo>
                      <a:pt x="333552" y="731106"/>
                      <a:pt x="334394" y="734077"/>
                      <a:pt x="335946" y="736958"/>
                    </a:cubicBezTo>
                    <a:cubicBezTo>
                      <a:pt x="337497" y="739839"/>
                      <a:pt x="339404" y="742721"/>
                      <a:pt x="342329" y="745070"/>
                    </a:cubicBezTo>
                    <a:lnTo>
                      <a:pt x="348403" y="750169"/>
                    </a:lnTo>
                    <a:cubicBezTo>
                      <a:pt x="350486" y="751809"/>
                      <a:pt x="352747" y="753360"/>
                      <a:pt x="354964" y="754956"/>
                    </a:cubicBezTo>
                    <a:cubicBezTo>
                      <a:pt x="359220" y="758237"/>
                      <a:pt x="364229" y="760808"/>
                      <a:pt x="368972" y="763601"/>
                    </a:cubicBezTo>
                    <a:cubicBezTo>
                      <a:pt x="372430" y="765374"/>
                      <a:pt x="376154" y="766349"/>
                      <a:pt x="379612" y="766837"/>
                    </a:cubicBezTo>
                    <a:cubicBezTo>
                      <a:pt x="383025" y="767369"/>
                      <a:pt x="386483" y="766704"/>
                      <a:pt x="389365" y="765862"/>
                    </a:cubicBezTo>
                    <a:cubicBezTo>
                      <a:pt x="392290" y="764931"/>
                      <a:pt x="394729" y="763468"/>
                      <a:pt x="396635" y="761606"/>
                    </a:cubicBezTo>
                    <a:cubicBezTo>
                      <a:pt x="398541" y="759655"/>
                      <a:pt x="399871" y="757217"/>
                      <a:pt x="400536" y="754602"/>
                    </a:cubicBezTo>
                    <a:cubicBezTo>
                      <a:pt x="399162" y="759877"/>
                      <a:pt x="400625" y="765330"/>
                      <a:pt x="404792" y="769896"/>
                    </a:cubicBezTo>
                    <a:cubicBezTo>
                      <a:pt x="406875" y="772290"/>
                      <a:pt x="409535" y="774019"/>
                      <a:pt x="412683" y="775393"/>
                    </a:cubicBezTo>
                    <a:cubicBezTo>
                      <a:pt x="414279" y="776014"/>
                      <a:pt x="415963" y="776634"/>
                      <a:pt x="417736" y="777122"/>
                    </a:cubicBezTo>
                    <a:cubicBezTo>
                      <a:pt x="419510" y="777609"/>
                      <a:pt x="421372" y="777876"/>
                      <a:pt x="423278" y="777831"/>
                    </a:cubicBezTo>
                    <a:cubicBezTo>
                      <a:pt x="428775" y="777831"/>
                      <a:pt x="434183" y="778141"/>
                      <a:pt x="439813" y="777343"/>
                    </a:cubicBezTo>
                    <a:cubicBezTo>
                      <a:pt x="442606" y="777033"/>
                      <a:pt x="445399" y="776811"/>
                      <a:pt x="448192" y="776368"/>
                    </a:cubicBezTo>
                    <a:lnTo>
                      <a:pt x="456570" y="774595"/>
                    </a:lnTo>
                    <a:cubicBezTo>
                      <a:pt x="460516" y="773886"/>
                      <a:pt x="463974" y="771891"/>
                      <a:pt x="466944" y="769896"/>
                    </a:cubicBezTo>
                    <a:cubicBezTo>
                      <a:pt x="468407" y="768876"/>
                      <a:pt x="469737" y="767768"/>
                      <a:pt x="470889" y="766571"/>
                    </a:cubicBezTo>
                    <a:cubicBezTo>
                      <a:pt x="471997" y="765285"/>
                      <a:pt x="472928" y="763956"/>
                      <a:pt x="473726" y="762626"/>
                    </a:cubicBezTo>
                    <a:cubicBezTo>
                      <a:pt x="476874" y="757262"/>
                      <a:pt x="477051" y="751632"/>
                      <a:pt x="474391" y="746799"/>
                    </a:cubicBezTo>
                    <a:cubicBezTo>
                      <a:pt x="476963" y="751587"/>
                      <a:pt x="481750" y="754557"/>
                      <a:pt x="487912" y="755045"/>
                    </a:cubicBezTo>
                    <a:cubicBezTo>
                      <a:pt x="488710" y="755134"/>
                      <a:pt x="489464" y="755134"/>
                      <a:pt x="490262" y="755134"/>
                    </a:cubicBezTo>
                    <a:cubicBezTo>
                      <a:pt x="491060" y="755134"/>
                      <a:pt x="491813" y="755001"/>
                      <a:pt x="492611" y="754912"/>
                    </a:cubicBezTo>
                    <a:cubicBezTo>
                      <a:pt x="494207" y="754646"/>
                      <a:pt x="495803" y="754203"/>
                      <a:pt x="497443" y="753671"/>
                    </a:cubicBezTo>
                    <a:cubicBezTo>
                      <a:pt x="499084" y="753094"/>
                      <a:pt x="500724" y="752385"/>
                      <a:pt x="502320" y="751499"/>
                    </a:cubicBezTo>
                    <a:cubicBezTo>
                      <a:pt x="503827" y="750568"/>
                      <a:pt x="505290" y="749504"/>
                      <a:pt x="506709" y="748262"/>
                    </a:cubicBezTo>
                    <a:cubicBezTo>
                      <a:pt x="508792" y="746533"/>
                      <a:pt x="510698" y="744760"/>
                      <a:pt x="512560" y="742987"/>
                    </a:cubicBezTo>
                    <a:cubicBezTo>
                      <a:pt x="514422" y="741169"/>
                      <a:pt x="516240" y="739352"/>
                      <a:pt x="518057" y="737534"/>
                    </a:cubicBezTo>
                    <a:cubicBezTo>
                      <a:pt x="519786" y="735672"/>
                      <a:pt x="521471" y="733855"/>
                      <a:pt x="523155" y="731949"/>
                    </a:cubicBezTo>
                    <a:cubicBezTo>
                      <a:pt x="524840" y="730087"/>
                      <a:pt x="526436" y="728225"/>
                      <a:pt x="527988" y="726319"/>
                    </a:cubicBezTo>
                    <a:cubicBezTo>
                      <a:pt x="530115" y="723659"/>
                      <a:pt x="531800" y="720777"/>
                      <a:pt x="532775" y="717896"/>
                    </a:cubicBezTo>
                    <a:cubicBezTo>
                      <a:pt x="533706" y="714970"/>
                      <a:pt x="534105" y="712044"/>
                      <a:pt x="533928" y="709251"/>
                    </a:cubicBezTo>
                    <a:cubicBezTo>
                      <a:pt x="533618" y="703710"/>
                      <a:pt x="531002" y="698745"/>
                      <a:pt x="526613" y="695597"/>
                    </a:cubicBezTo>
                    <a:cubicBezTo>
                      <a:pt x="535391" y="701981"/>
                      <a:pt x="548823" y="698346"/>
                      <a:pt x="555606" y="688017"/>
                    </a:cubicBezTo>
                    <a:lnTo>
                      <a:pt x="569836" y="666516"/>
                    </a:lnTo>
                    <a:cubicBezTo>
                      <a:pt x="573116" y="661684"/>
                      <a:pt x="574313" y="656098"/>
                      <a:pt x="573648" y="650956"/>
                    </a:cubicBezTo>
                    <a:cubicBezTo>
                      <a:pt x="572983" y="645769"/>
                      <a:pt x="570501" y="640937"/>
                      <a:pt x="566245" y="637701"/>
                    </a:cubicBezTo>
                    <a:cubicBezTo>
                      <a:pt x="570545" y="640937"/>
                      <a:pt x="575909" y="641957"/>
                      <a:pt x="580963" y="641159"/>
                    </a:cubicBezTo>
                    <a:cubicBezTo>
                      <a:pt x="583490" y="640716"/>
                      <a:pt x="585972" y="640006"/>
                      <a:pt x="588278" y="638765"/>
                    </a:cubicBezTo>
                    <a:cubicBezTo>
                      <a:pt x="590583" y="637568"/>
                      <a:pt x="592578" y="635839"/>
                      <a:pt x="594395" y="633933"/>
                    </a:cubicBezTo>
                    <a:cubicBezTo>
                      <a:pt x="596922" y="631096"/>
                      <a:pt x="599449" y="628259"/>
                      <a:pt x="602109" y="625776"/>
                    </a:cubicBezTo>
                    <a:cubicBezTo>
                      <a:pt x="604680" y="623072"/>
                      <a:pt x="607429" y="620767"/>
                      <a:pt x="610088" y="618417"/>
                    </a:cubicBezTo>
                    <a:cubicBezTo>
                      <a:pt x="611950" y="616644"/>
                      <a:pt x="613546" y="615003"/>
                      <a:pt x="614655" y="612876"/>
                    </a:cubicBezTo>
                    <a:cubicBezTo>
                      <a:pt x="615763" y="610748"/>
                      <a:pt x="616516" y="608398"/>
                      <a:pt x="617004" y="606093"/>
                    </a:cubicBezTo>
                    <a:cubicBezTo>
                      <a:pt x="617891" y="601394"/>
                      <a:pt x="617314" y="595986"/>
                      <a:pt x="614610" y="591375"/>
                    </a:cubicBezTo>
                    <a:cubicBezTo>
                      <a:pt x="615984" y="593680"/>
                      <a:pt x="617758" y="595498"/>
                      <a:pt x="619753" y="597049"/>
                    </a:cubicBezTo>
                    <a:cubicBezTo>
                      <a:pt x="621792" y="598601"/>
                      <a:pt x="624008" y="599798"/>
                      <a:pt x="626314" y="600552"/>
                    </a:cubicBezTo>
                    <a:cubicBezTo>
                      <a:pt x="628619" y="601394"/>
                      <a:pt x="630880" y="601571"/>
                      <a:pt x="633229" y="601704"/>
                    </a:cubicBezTo>
                    <a:cubicBezTo>
                      <a:pt x="635579" y="601793"/>
                      <a:pt x="637840" y="601438"/>
                      <a:pt x="640012" y="600507"/>
                    </a:cubicBezTo>
                    <a:cubicBezTo>
                      <a:pt x="643204" y="599443"/>
                      <a:pt x="646440" y="598424"/>
                      <a:pt x="649720" y="597448"/>
                    </a:cubicBezTo>
                    <a:cubicBezTo>
                      <a:pt x="653134" y="596828"/>
                      <a:pt x="656414" y="595852"/>
                      <a:pt x="659872" y="595409"/>
                    </a:cubicBezTo>
                    <a:cubicBezTo>
                      <a:pt x="662310" y="595143"/>
                      <a:pt x="664571" y="594301"/>
                      <a:pt x="666655" y="593060"/>
                    </a:cubicBezTo>
                    <a:cubicBezTo>
                      <a:pt x="668694" y="591730"/>
                      <a:pt x="670733" y="590488"/>
                      <a:pt x="672373" y="588627"/>
                    </a:cubicBezTo>
                    <a:cubicBezTo>
                      <a:pt x="675698" y="585036"/>
                      <a:pt x="678003" y="580159"/>
                      <a:pt x="678048" y="574928"/>
                    </a:cubicBezTo>
                    <a:cubicBezTo>
                      <a:pt x="678048" y="576214"/>
                      <a:pt x="678181" y="577500"/>
                      <a:pt x="678447" y="578741"/>
                    </a:cubicBezTo>
                    <a:cubicBezTo>
                      <a:pt x="679245" y="582465"/>
                      <a:pt x="681195" y="585834"/>
                      <a:pt x="683767" y="588582"/>
                    </a:cubicBezTo>
                    <a:cubicBezTo>
                      <a:pt x="685495" y="590400"/>
                      <a:pt x="687490" y="591863"/>
                      <a:pt x="689751" y="592927"/>
                    </a:cubicBezTo>
                    <a:cubicBezTo>
                      <a:pt x="691968" y="593991"/>
                      <a:pt x="694317" y="594922"/>
                      <a:pt x="696888" y="595188"/>
                    </a:cubicBezTo>
                    <a:cubicBezTo>
                      <a:pt x="700612" y="595453"/>
                      <a:pt x="704070" y="596252"/>
                      <a:pt x="707617" y="596872"/>
                    </a:cubicBezTo>
                    <a:cubicBezTo>
                      <a:pt x="711207" y="597360"/>
                      <a:pt x="714488" y="598601"/>
                      <a:pt x="717990" y="599399"/>
                    </a:cubicBezTo>
                    <a:cubicBezTo>
                      <a:pt x="720384" y="600064"/>
                      <a:pt x="722689" y="600463"/>
                      <a:pt x="725083" y="600241"/>
                    </a:cubicBezTo>
                    <a:cubicBezTo>
                      <a:pt x="727521" y="599975"/>
                      <a:pt x="729826" y="599532"/>
                      <a:pt x="732043" y="598645"/>
                    </a:cubicBezTo>
                    <a:cubicBezTo>
                      <a:pt x="736520" y="596872"/>
                      <a:pt x="740687" y="593503"/>
                      <a:pt x="742993" y="588893"/>
                    </a:cubicBezTo>
                    <a:cubicBezTo>
                      <a:pt x="741840" y="591242"/>
                      <a:pt x="741264" y="593725"/>
                      <a:pt x="741131" y="596207"/>
                    </a:cubicBezTo>
                    <a:cubicBezTo>
                      <a:pt x="740998" y="598690"/>
                      <a:pt x="741308" y="601172"/>
                      <a:pt x="741973" y="603433"/>
                    </a:cubicBezTo>
                    <a:cubicBezTo>
                      <a:pt x="742682" y="605650"/>
                      <a:pt x="743658" y="607910"/>
                      <a:pt x="745032" y="609905"/>
                    </a:cubicBezTo>
                    <a:cubicBezTo>
                      <a:pt x="746406" y="611900"/>
                      <a:pt x="748135" y="613496"/>
                      <a:pt x="750174" y="615048"/>
                    </a:cubicBezTo>
                    <a:lnTo>
                      <a:pt x="754563" y="618195"/>
                    </a:lnTo>
                    <a:lnTo>
                      <a:pt x="758863" y="621653"/>
                    </a:lnTo>
                    <a:cubicBezTo>
                      <a:pt x="761745" y="623958"/>
                      <a:pt x="764538" y="626574"/>
                      <a:pt x="767375" y="629145"/>
                    </a:cubicBezTo>
                    <a:cubicBezTo>
                      <a:pt x="771276" y="632869"/>
                      <a:pt x="776330" y="634997"/>
                      <a:pt x="781383" y="635440"/>
                    </a:cubicBezTo>
                    <a:cubicBezTo>
                      <a:pt x="786437" y="635839"/>
                      <a:pt x="791535" y="634598"/>
                      <a:pt x="795348" y="631096"/>
                    </a:cubicBezTo>
                    <a:cubicBezTo>
                      <a:pt x="787856" y="638056"/>
                      <a:pt x="787856" y="650513"/>
                      <a:pt x="795835" y="659733"/>
                    </a:cubicBezTo>
                    <a:lnTo>
                      <a:pt x="804613" y="669708"/>
                    </a:lnTo>
                    <a:cubicBezTo>
                      <a:pt x="807583" y="673077"/>
                      <a:pt x="810686" y="676446"/>
                      <a:pt x="813878" y="679815"/>
                    </a:cubicBezTo>
                    <a:cubicBezTo>
                      <a:pt x="816050" y="682209"/>
                      <a:pt x="818754" y="684071"/>
                      <a:pt x="821370" y="685490"/>
                    </a:cubicBezTo>
                    <a:cubicBezTo>
                      <a:pt x="823985" y="686908"/>
                      <a:pt x="826911" y="687706"/>
                      <a:pt x="829615" y="688017"/>
                    </a:cubicBezTo>
                    <a:cubicBezTo>
                      <a:pt x="835068" y="688637"/>
                      <a:pt x="840122" y="686997"/>
                      <a:pt x="843491" y="683229"/>
                    </a:cubicBezTo>
                    <a:cubicBezTo>
                      <a:pt x="840122" y="686953"/>
                      <a:pt x="839013" y="692095"/>
                      <a:pt x="840255" y="697592"/>
                    </a:cubicBezTo>
                    <a:cubicBezTo>
                      <a:pt x="840875" y="700296"/>
                      <a:pt x="842205" y="703000"/>
                      <a:pt x="844023" y="705616"/>
                    </a:cubicBezTo>
                    <a:cubicBezTo>
                      <a:pt x="845796" y="708276"/>
                      <a:pt x="848323" y="710581"/>
                      <a:pt x="851293" y="712620"/>
                    </a:cubicBezTo>
                    <a:cubicBezTo>
                      <a:pt x="855372" y="715590"/>
                      <a:pt x="859982" y="718073"/>
                      <a:pt x="864371" y="720688"/>
                    </a:cubicBezTo>
                    <a:cubicBezTo>
                      <a:pt x="869026" y="722949"/>
                      <a:pt x="873503" y="725565"/>
                      <a:pt x="878335" y="727382"/>
                    </a:cubicBezTo>
                    <a:cubicBezTo>
                      <a:pt x="881704" y="728712"/>
                      <a:pt x="885073" y="729688"/>
                      <a:pt x="888354" y="729776"/>
                    </a:cubicBezTo>
                    <a:cubicBezTo>
                      <a:pt x="891634" y="729865"/>
                      <a:pt x="894693" y="729466"/>
                      <a:pt x="897353" y="728579"/>
                    </a:cubicBezTo>
                    <a:cubicBezTo>
                      <a:pt x="900013" y="727781"/>
                      <a:pt x="902318" y="726186"/>
                      <a:pt x="904047" y="724457"/>
                    </a:cubicBezTo>
                    <a:cubicBezTo>
                      <a:pt x="905776" y="722639"/>
                      <a:pt x="907017" y="720511"/>
                      <a:pt x="907593" y="718117"/>
                    </a:cubicBezTo>
                    <a:cubicBezTo>
                      <a:pt x="906397" y="722905"/>
                      <a:pt x="907904" y="727959"/>
                      <a:pt x="911761" y="732126"/>
                    </a:cubicBezTo>
                    <a:cubicBezTo>
                      <a:pt x="913667" y="734077"/>
                      <a:pt x="916149" y="735805"/>
                      <a:pt x="919031" y="737180"/>
                    </a:cubicBezTo>
                    <a:cubicBezTo>
                      <a:pt x="920450" y="737845"/>
                      <a:pt x="922001" y="738465"/>
                      <a:pt x="923641" y="738953"/>
                    </a:cubicBezTo>
                    <a:cubicBezTo>
                      <a:pt x="925237" y="739352"/>
                      <a:pt x="926922" y="739618"/>
                      <a:pt x="928651" y="739751"/>
                    </a:cubicBezTo>
                    <a:cubicBezTo>
                      <a:pt x="933616" y="740194"/>
                      <a:pt x="938537" y="740593"/>
                      <a:pt x="943413" y="740549"/>
                    </a:cubicBezTo>
                    <a:cubicBezTo>
                      <a:pt x="948289" y="740637"/>
                      <a:pt x="953121" y="740726"/>
                      <a:pt x="958397" y="740283"/>
                    </a:cubicBezTo>
                    <a:cubicBezTo>
                      <a:pt x="962032" y="740061"/>
                      <a:pt x="965445" y="739441"/>
                      <a:pt x="968504" y="737933"/>
                    </a:cubicBezTo>
                    <a:cubicBezTo>
                      <a:pt x="971563" y="736559"/>
                      <a:pt x="974179" y="734830"/>
                      <a:pt x="976218" y="732924"/>
                    </a:cubicBezTo>
                    <a:cubicBezTo>
                      <a:pt x="980296" y="728668"/>
                      <a:pt x="981892" y="723703"/>
                      <a:pt x="980651" y="719004"/>
                    </a:cubicBezTo>
                    <a:cubicBezTo>
                      <a:pt x="981272" y="721354"/>
                      <a:pt x="982513" y="723437"/>
                      <a:pt x="984330" y="725166"/>
                    </a:cubicBezTo>
                    <a:cubicBezTo>
                      <a:pt x="986148" y="726939"/>
                      <a:pt x="988497" y="728136"/>
                      <a:pt x="991335" y="728801"/>
                    </a:cubicBezTo>
                    <a:cubicBezTo>
                      <a:pt x="992044" y="728978"/>
                      <a:pt x="992753" y="729111"/>
                      <a:pt x="993507" y="729244"/>
                    </a:cubicBezTo>
                    <a:cubicBezTo>
                      <a:pt x="995014" y="729466"/>
                      <a:pt x="996654" y="729599"/>
                      <a:pt x="998295" y="729510"/>
                    </a:cubicBezTo>
                    <a:cubicBezTo>
                      <a:pt x="999137" y="729466"/>
                      <a:pt x="999979" y="729377"/>
                      <a:pt x="1000821" y="729244"/>
                    </a:cubicBezTo>
                    <a:cubicBezTo>
                      <a:pt x="1004191" y="728579"/>
                      <a:pt x="1007870" y="727604"/>
                      <a:pt x="1011239" y="725609"/>
                    </a:cubicBezTo>
                    <a:lnTo>
                      <a:pt x="1018377" y="721265"/>
                    </a:lnTo>
                    <a:cubicBezTo>
                      <a:pt x="1020682" y="719713"/>
                      <a:pt x="1022854" y="718029"/>
                      <a:pt x="1025026" y="716388"/>
                    </a:cubicBezTo>
                    <a:cubicBezTo>
                      <a:pt x="1027287" y="714793"/>
                      <a:pt x="1029238" y="712931"/>
                      <a:pt x="1031277" y="711157"/>
                    </a:cubicBezTo>
                    <a:cubicBezTo>
                      <a:pt x="1033316" y="709384"/>
                      <a:pt x="1035311" y="707567"/>
                      <a:pt x="1037084" y="705660"/>
                    </a:cubicBezTo>
                    <a:cubicBezTo>
                      <a:pt x="1039655" y="703000"/>
                      <a:pt x="1041783" y="700119"/>
                      <a:pt x="1043025" y="697149"/>
                    </a:cubicBezTo>
                    <a:cubicBezTo>
                      <a:pt x="1044355" y="694223"/>
                      <a:pt x="1045197" y="691297"/>
                      <a:pt x="1045241" y="688504"/>
                    </a:cubicBezTo>
                    <a:cubicBezTo>
                      <a:pt x="1045463" y="682963"/>
                      <a:pt x="1043557" y="678352"/>
                      <a:pt x="1039655" y="675560"/>
                    </a:cubicBezTo>
                    <a:cubicBezTo>
                      <a:pt x="1043512" y="678352"/>
                      <a:pt x="1048522" y="678707"/>
                      <a:pt x="1053575" y="676845"/>
                    </a:cubicBezTo>
                    <a:cubicBezTo>
                      <a:pt x="1056147" y="675914"/>
                      <a:pt x="1058496" y="674451"/>
                      <a:pt x="1060757" y="672501"/>
                    </a:cubicBezTo>
                    <a:cubicBezTo>
                      <a:pt x="1063062" y="670550"/>
                      <a:pt x="1065013" y="668201"/>
                      <a:pt x="1066653" y="665452"/>
                    </a:cubicBezTo>
                    <a:lnTo>
                      <a:pt x="1079864" y="642888"/>
                    </a:lnTo>
                    <a:cubicBezTo>
                      <a:pt x="1082834" y="637834"/>
                      <a:pt x="1083898" y="632426"/>
                      <a:pt x="1083410" y="627638"/>
                    </a:cubicBezTo>
                    <a:cubicBezTo>
                      <a:pt x="1082834" y="622761"/>
                      <a:pt x="1080795" y="618461"/>
                      <a:pt x="1076982" y="615801"/>
                    </a:cubicBezTo>
                    <a:cubicBezTo>
                      <a:pt x="1080795" y="618461"/>
                      <a:pt x="1085627" y="618905"/>
                      <a:pt x="1090193" y="617752"/>
                    </a:cubicBezTo>
                    <a:cubicBezTo>
                      <a:pt x="1092498" y="617220"/>
                      <a:pt x="1094759" y="616333"/>
                      <a:pt x="1096842" y="615003"/>
                    </a:cubicBezTo>
                    <a:cubicBezTo>
                      <a:pt x="1098926" y="613762"/>
                      <a:pt x="1100877" y="612255"/>
                      <a:pt x="1102517" y="610304"/>
                    </a:cubicBezTo>
                    <a:cubicBezTo>
                      <a:pt x="1104999" y="607777"/>
                      <a:pt x="1107349" y="605029"/>
                      <a:pt x="1110009" y="602812"/>
                    </a:cubicBezTo>
                    <a:cubicBezTo>
                      <a:pt x="1112536" y="600374"/>
                      <a:pt x="1115284" y="598424"/>
                      <a:pt x="1117988" y="596340"/>
                    </a:cubicBezTo>
                    <a:cubicBezTo>
                      <a:pt x="1119939" y="594966"/>
                      <a:pt x="1121623" y="593503"/>
                      <a:pt x="1122953" y="591597"/>
                    </a:cubicBezTo>
                    <a:cubicBezTo>
                      <a:pt x="1124283" y="589735"/>
                      <a:pt x="1125525" y="587962"/>
                      <a:pt x="1126322" y="585789"/>
                    </a:cubicBezTo>
                    <a:cubicBezTo>
                      <a:pt x="1127165" y="583706"/>
                      <a:pt x="1127608" y="581356"/>
                      <a:pt x="1127785" y="579273"/>
                    </a:cubicBezTo>
                    <a:cubicBezTo>
                      <a:pt x="1127918" y="577101"/>
                      <a:pt x="1127652" y="574884"/>
                      <a:pt x="1126766" y="572800"/>
                    </a:cubicBezTo>
                    <a:cubicBezTo>
                      <a:pt x="1128495" y="576968"/>
                      <a:pt x="1132174" y="579982"/>
                      <a:pt x="1136253" y="581534"/>
                    </a:cubicBezTo>
                    <a:cubicBezTo>
                      <a:pt x="1138336" y="582376"/>
                      <a:pt x="1140597" y="583041"/>
                      <a:pt x="1142902" y="583218"/>
                    </a:cubicBezTo>
                    <a:cubicBezTo>
                      <a:pt x="1144055" y="583307"/>
                      <a:pt x="1145207" y="583262"/>
                      <a:pt x="1146360" y="583174"/>
                    </a:cubicBezTo>
                    <a:cubicBezTo>
                      <a:pt x="1147601" y="583174"/>
                      <a:pt x="1148798" y="583041"/>
                      <a:pt x="1150040" y="582775"/>
                    </a:cubicBezTo>
                    <a:lnTo>
                      <a:pt x="1155315" y="581711"/>
                    </a:lnTo>
                    <a:lnTo>
                      <a:pt x="1160812" y="581046"/>
                    </a:lnTo>
                    <a:cubicBezTo>
                      <a:pt x="1164403" y="580470"/>
                      <a:pt x="1168215" y="580381"/>
                      <a:pt x="1172028" y="580204"/>
                    </a:cubicBezTo>
                    <a:cubicBezTo>
                      <a:pt x="1173358" y="580159"/>
                      <a:pt x="1174643" y="579982"/>
                      <a:pt x="1175885" y="579672"/>
                    </a:cubicBezTo>
                    <a:cubicBezTo>
                      <a:pt x="1177037" y="579494"/>
                      <a:pt x="1178101" y="579228"/>
                      <a:pt x="1179121" y="578874"/>
                    </a:cubicBezTo>
                    <a:cubicBezTo>
                      <a:pt x="1181204" y="578164"/>
                      <a:pt x="1183244" y="576968"/>
                      <a:pt x="1185017" y="575726"/>
                    </a:cubicBezTo>
                    <a:cubicBezTo>
                      <a:pt x="1188519" y="573332"/>
                      <a:pt x="1191489" y="569742"/>
                      <a:pt x="1192331" y="565397"/>
                    </a:cubicBezTo>
                    <a:cubicBezTo>
                      <a:pt x="1191932" y="567569"/>
                      <a:pt x="1192110" y="569742"/>
                      <a:pt x="1192686" y="571737"/>
                    </a:cubicBezTo>
                    <a:cubicBezTo>
                      <a:pt x="1193262" y="573687"/>
                      <a:pt x="1194193" y="575859"/>
                      <a:pt x="1195390" y="577632"/>
                    </a:cubicBezTo>
                    <a:cubicBezTo>
                      <a:pt x="1196587" y="579494"/>
                      <a:pt x="1198094" y="580957"/>
                      <a:pt x="1199779" y="582420"/>
                    </a:cubicBezTo>
                    <a:cubicBezTo>
                      <a:pt x="1201419" y="583928"/>
                      <a:pt x="1203370" y="585124"/>
                      <a:pt x="1205542" y="585967"/>
                    </a:cubicBezTo>
                    <a:cubicBezTo>
                      <a:pt x="1208556" y="587651"/>
                      <a:pt x="1211704" y="588760"/>
                      <a:pt x="1214674" y="590799"/>
                    </a:cubicBezTo>
                    <a:lnTo>
                      <a:pt x="1219196" y="593547"/>
                    </a:lnTo>
                    <a:lnTo>
                      <a:pt x="1223585" y="596739"/>
                    </a:lnTo>
                    <a:cubicBezTo>
                      <a:pt x="1225668" y="598158"/>
                      <a:pt x="1227840" y="599532"/>
                      <a:pt x="1230146" y="600374"/>
                    </a:cubicBezTo>
                    <a:cubicBezTo>
                      <a:pt x="1232451" y="601217"/>
                      <a:pt x="1234845" y="601749"/>
                      <a:pt x="1237106" y="602015"/>
                    </a:cubicBezTo>
                    <a:cubicBezTo>
                      <a:pt x="1241672" y="602458"/>
                      <a:pt x="1246149" y="601350"/>
                      <a:pt x="1249208" y="598291"/>
                    </a:cubicBezTo>
                    <a:cubicBezTo>
                      <a:pt x="1246193" y="601305"/>
                      <a:pt x="1245130" y="605738"/>
                      <a:pt x="1245661" y="610393"/>
                    </a:cubicBezTo>
                    <a:cubicBezTo>
                      <a:pt x="1246238" y="614915"/>
                      <a:pt x="1248321" y="619969"/>
                      <a:pt x="1252090" y="624180"/>
                    </a:cubicBezTo>
                    <a:cubicBezTo>
                      <a:pt x="1254705" y="627372"/>
                      <a:pt x="1257409" y="630431"/>
                      <a:pt x="1259980" y="633711"/>
                    </a:cubicBezTo>
                    <a:cubicBezTo>
                      <a:pt x="1262596" y="636992"/>
                      <a:pt x="1265211" y="640183"/>
                      <a:pt x="1267783" y="643597"/>
                    </a:cubicBezTo>
                    <a:cubicBezTo>
                      <a:pt x="1275053" y="652951"/>
                      <a:pt x="1286535" y="656941"/>
                      <a:pt x="1293184" y="651975"/>
                    </a:cubicBezTo>
                    <a:cubicBezTo>
                      <a:pt x="1286490" y="656941"/>
                      <a:pt x="1286978" y="668910"/>
                      <a:pt x="1294647" y="678796"/>
                    </a:cubicBezTo>
                    <a:cubicBezTo>
                      <a:pt x="1300100" y="685800"/>
                      <a:pt x="1305641" y="692849"/>
                      <a:pt x="1311582" y="699764"/>
                    </a:cubicBezTo>
                    <a:cubicBezTo>
                      <a:pt x="1315616" y="704685"/>
                      <a:pt x="1320980" y="707921"/>
                      <a:pt x="1325679" y="709251"/>
                    </a:cubicBezTo>
                    <a:cubicBezTo>
                      <a:pt x="1330600" y="710537"/>
                      <a:pt x="1334988" y="709872"/>
                      <a:pt x="1337914" y="707079"/>
                    </a:cubicBezTo>
                    <a:cubicBezTo>
                      <a:pt x="1335033" y="709827"/>
                      <a:pt x="1334057" y="714261"/>
                      <a:pt x="1335299" y="719137"/>
                    </a:cubicBezTo>
                    <a:cubicBezTo>
                      <a:pt x="1335609" y="720334"/>
                      <a:pt x="1336052" y="721575"/>
                      <a:pt x="1336584" y="722816"/>
                    </a:cubicBezTo>
                    <a:cubicBezTo>
                      <a:pt x="1337116" y="724058"/>
                      <a:pt x="1337826" y="725343"/>
                      <a:pt x="1338579" y="726585"/>
                    </a:cubicBezTo>
                    <a:cubicBezTo>
                      <a:pt x="1339111" y="727471"/>
                      <a:pt x="1339732" y="728313"/>
                      <a:pt x="1340397" y="729111"/>
                    </a:cubicBezTo>
                    <a:cubicBezTo>
                      <a:pt x="1341195" y="730087"/>
                      <a:pt x="1342081" y="731018"/>
                      <a:pt x="1343012" y="731949"/>
                    </a:cubicBezTo>
                    <a:cubicBezTo>
                      <a:pt x="1343012" y="731949"/>
                      <a:pt x="1343012" y="731949"/>
                      <a:pt x="1343012" y="731949"/>
                    </a:cubicBezTo>
                    <a:cubicBezTo>
                      <a:pt x="1343589" y="732525"/>
                      <a:pt x="1344209" y="733057"/>
                      <a:pt x="1344830" y="733633"/>
                    </a:cubicBezTo>
                    <a:cubicBezTo>
                      <a:pt x="1346603" y="735229"/>
                      <a:pt x="1348465" y="736736"/>
                      <a:pt x="1350371" y="738199"/>
                    </a:cubicBezTo>
                    <a:cubicBezTo>
                      <a:pt x="1352277" y="739662"/>
                      <a:pt x="1354228" y="741125"/>
                      <a:pt x="1356134" y="742588"/>
                    </a:cubicBezTo>
                    <a:cubicBezTo>
                      <a:pt x="1358040" y="744051"/>
                      <a:pt x="1360080" y="745425"/>
                      <a:pt x="1362119" y="746755"/>
                    </a:cubicBezTo>
                    <a:cubicBezTo>
                      <a:pt x="1364158" y="748085"/>
                      <a:pt x="1366242" y="749415"/>
                      <a:pt x="1368281" y="750789"/>
                    </a:cubicBezTo>
                    <a:cubicBezTo>
                      <a:pt x="1371251" y="752518"/>
                      <a:pt x="1374399" y="753759"/>
                      <a:pt x="1377324" y="754602"/>
                    </a:cubicBezTo>
                    <a:cubicBezTo>
                      <a:pt x="1380250" y="755488"/>
                      <a:pt x="1383220" y="755621"/>
                      <a:pt x="1385792" y="755400"/>
                    </a:cubicBezTo>
                    <a:cubicBezTo>
                      <a:pt x="1390978" y="754956"/>
                      <a:pt x="1394746" y="752784"/>
                      <a:pt x="1396254" y="749193"/>
                    </a:cubicBezTo>
                    <a:cubicBezTo>
                      <a:pt x="1394702" y="752828"/>
                      <a:pt x="1395855" y="756951"/>
                      <a:pt x="1399268" y="760897"/>
                    </a:cubicBezTo>
                    <a:cubicBezTo>
                      <a:pt x="1400953" y="762803"/>
                      <a:pt x="1403125" y="764886"/>
                      <a:pt x="1405874" y="766261"/>
                    </a:cubicBezTo>
                    <a:cubicBezTo>
                      <a:pt x="1408578" y="767724"/>
                      <a:pt x="1411770" y="768921"/>
                      <a:pt x="1415139" y="769807"/>
                    </a:cubicBezTo>
                    <a:cubicBezTo>
                      <a:pt x="1420015" y="770783"/>
                      <a:pt x="1424980" y="771536"/>
                      <a:pt x="1429857" y="772245"/>
                    </a:cubicBezTo>
                    <a:cubicBezTo>
                      <a:pt x="1434822" y="772600"/>
                      <a:pt x="1439654" y="773043"/>
                      <a:pt x="1444707" y="773221"/>
                    </a:cubicBezTo>
                    <a:cubicBezTo>
                      <a:pt x="1448343" y="773132"/>
                      <a:pt x="1451800" y="772777"/>
                      <a:pt x="1454859" y="771891"/>
                    </a:cubicBezTo>
                    <a:cubicBezTo>
                      <a:pt x="1457962" y="770871"/>
                      <a:pt x="1460622" y="769586"/>
                      <a:pt x="1462795" y="768078"/>
                    </a:cubicBezTo>
                    <a:cubicBezTo>
                      <a:pt x="1464922" y="766571"/>
                      <a:pt x="1466474" y="764665"/>
                      <a:pt x="1467405" y="762847"/>
                    </a:cubicBezTo>
                    <a:cubicBezTo>
                      <a:pt x="1468336" y="760985"/>
                      <a:pt x="1468602" y="759123"/>
                      <a:pt x="1468247" y="757306"/>
                    </a:cubicBezTo>
                    <a:cubicBezTo>
                      <a:pt x="1469001" y="760941"/>
                      <a:pt x="1472370" y="763911"/>
                      <a:pt x="1477512" y="764886"/>
                    </a:cubicBezTo>
                    <a:cubicBezTo>
                      <a:pt x="1480084" y="765418"/>
                      <a:pt x="1483098" y="765640"/>
                      <a:pt x="1486246" y="765108"/>
                    </a:cubicBezTo>
                    <a:cubicBezTo>
                      <a:pt x="1489393" y="764620"/>
                      <a:pt x="1492807" y="763778"/>
                      <a:pt x="1495998" y="762138"/>
                    </a:cubicBezTo>
                    <a:cubicBezTo>
                      <a:pt x="1500697" y="760010"/>
                      <a:pt x="1505042" y="757439"/>
                      <a:pt x="1509342" y="754868"/>
                    </a:cubicBezTo>
                    <a:lnTo>
                      <a:pt x="1515548" y="750745"/>
                    </a:lnTo>
                    <a:cubicBezTo>
                      <a:pt x="1517543" y="749326"/>
                      <a:pt x="1519494" y="747819"/>
                      <a:pt x="1521444" y="746356"/>
                    </a:cubicBezTo>
                    <a:cubicBezTo>
                      <a:pt x="1524237" y="744317"/>
                      <a:pt x="1526365" y="741879"/>
                      <a:pt x="1528183" y="739529"/>
                    </a:cubicBezTo>
                    <a:cubicBezTo>
                      <a:pt x="1529956" y="737135"/>
                      <a:pt x="1531197" y="734653"/>
                      <a:pt x="1531995" y="732303"/>
                    </a:cubicBezTo>
                    <a:cubicBezTo>
                      <a:pt x="1533547" y="727648"/>
                      <a:pt x="1533059" y="723437"/>
                      <a:pt x="1530576" y="720866"/>
                    </a:cubicBezTo>
                    <a:cubicBezTo>
                      <a:pt x="1533059" y="723481"/>
                      <a:pt x="1537271" y="724058"/>
                      <a:pt x="1541837" y="722683"/>
                    </a:cubicBezTo>
                    <a:cubicBezTo>
                      <a:pt x="1546491" y="721354"/>
                      <a:pt x="1551545" y="718073"/>
                      <a:pt x="1555712" y="713418"/>
                    </a:cubicBezTo>
                    <a:lnTo>
                      <a:pt x="1572957" y="693868"/>
                    </a:lnTo>
                    <a:cubicBezTo>
                      <a:pt x="1576858" y="689524"/>
                      <a:pt x="1579341" y="684736"/>
                      <a:pt x="1580360" y="680480"/>
                    </a:cubicBezTo>
                    <a:cubicBezTo>
                      <a:pt x="1581380" y="676225"/>
                      <a:pt x="1580937" y="672279"/>
                      <a:pt x="1578631" y="669752"/>
                    </a:cubicBezTo>
                    <a:cubicBezTo>
                      <a:pt x="1579784" y="671038"/>
                      <a:pt x="1581380" y="671880"/>
                      <a:pt x="1583153" y="672279"/>
                    </a:cubicBezTo>
                    <a:cubicBezTo>
                      <a:pt x="1584926" y="672722"/>
                      <a:pt x="1586921" y="672678"/>
                      <a:pt x="1588960" y="672545"/>
                    </a:cubicBezTo>
                    <a:cubicBezTo>
                      <a:pt x="1591044" y="672368"/>
                      <a:pt x="1593128" y="671703"/>
                      <a:pt x="1595211" y="671126"/>
                    </a:cubicBezTo>
                    <a:cubicBezTo>
                      <a:pt x="1597295" y="670329"/>
                      <a:pt x="1599245" y="669708"/>
                      <a:pt x="1601063" y="668600"/>
                    </a:cubicBezTo>
                    <a:cubicBezTo>
                      <a:pt x="1603634" y="667403"/>
                      <a:pt x="1606072" y="666339"/>
                      <a:pt x="1608377" y="666028"/>
                    </a:cubicBezTo>
                    <a:cubicBezTo>
                      <a:pt x="1608954" y="665940"/>
                      <a:pt x="1609530" y="665762"/>
                      <a:pt x="1610106" y="665718"/>
                    </a:cubicBezTo>
                    <a:cubicBezTo>
                      <a:pt x="1610683" y="665718"/>
                      <a:pt x="1611259" y="665718"/>
                      <a:pt x="1611791" y="665718"/>
                    </a:cubicBezTo>
                    <a:cubicBezTo>
                      <a:pt x="1612899" y="665496"/>
                      <a:pt x="1614096" y="665984"/>
                      <a:pt x="1615293" y="665984"/>
                    </a:cubicBezTo>
                    <a:cubicBezTo>
                      <a:pt x="1616135" y="666028"/>
                      <a:pt x="1617022" y="666383"/>
                      <a:pt x="1617909" y="666383"/>
                    </a:cubicBezTo>
                    <a:cubicBezTo>
                      <a:pt x="1618795" y="666427"/>
                      <a:pt x="1619726" y="666427"/>
                      <a:pt x="1620701" y="666560"/>
                    </a:cubicBezTo>
                    <a:cubicBezTo>
                      <a:pt x="1621677" y="666649"/>
                      <a:pt x="1622652" y="666649"/>
                      <a:pt x="1623627" y="666560"/>
                    </a:cubicBezTo>
                    <a:cubicBezTo>
                      <a:pt x="1624780" y="666516"/>
                      <a:pt x="1625046" y="666294"/>
                      <a:pt x="1625888" y="666073"/>
                    </a:cubicBezTo>
                    <a:cubicBezTo>
                      <a:pt x="1627307" y="665629"/>
                      <a:pt x="1628814" y="665231"/>
                      <a:pt x="1630366" y="664610"/>
                    </a:cubicBezTo>
                    <a:cubicBezTo>
                      <a:pt x="1631873" y="664078"/>
                      <a:pt x="1633380" y="663324"/>
                      <a:pt x="1634621" y="662216"/>
                    </a:cubicBezTo>
                    <a:cubicBezTo>
                      <a:pt x="1633380" y="663369"/>
                      <a:pt x="1632626" y="664743"/>
                      <a:pt x="1631962" y="666294"/>
                    </a:cubicBezTo>
                    <a:cubicBezTo>
                      <a:pt x="1631296" y="667846"/>
                      <a:pt x="1630897" y="669309"/>
                      <a:pt x="1630499" y="670949"/>
                    </a:cubicBezTo>
                    <a:cubicBezTo>
                      <a:pt x="1630366" y="671703"/>
                      <a:pt x="1630233" y="672545"/>
                      <a:pt x="1630144" y="673387"/>
                    </a:cubicBezTo>
                    <a:cubicBezTo>
                      <a:pt x="1630100" y="674185"/>
                      <a:pt x="1630055" y="675072"/>
                      <a:pt x="1630055" y="676003"/>
                    </a:cubicBezTo>
                    <a:cubicBezTo>
                      <a:pt x="1630100" y="677776"/>
                      <a:pt x="1630321" y="679815"/>
                      <a:pt x="1630764" y="682032"/>
                    </a:cubicBezTo>
                    <a:cubicBezTo>
                      <a:pt x="1632050" y="688416"/>
                      <a:pt x="1632227" y="696085"/>
                      <a:pt x="1631829" y="703843"/>
                    </a:cubicBezTo>
                    <a:cubicBezTo>
                      <a:pt x="1631208" y="714748"/>
                      <a:pt x="1634710" y="725033"/>
                      <a:pt x="1641049" y="726141"/>
                    </a:cubicBezTo>
                    <a:cubicBezTo>
                      <a:pt x="1634666" y="725166"/>
                      <a:pt x="1628105" y="733545"/>
                      <a:pt x="1625489" y="744938"/>
                    </a:cubicBezTo>
                    <a:cubicBezTo>
                      <a:pt x="1623627" y="753094"/>
                      <a:pt x="1621544" y="761251"/>
                      <a:pt x="1619283" y="769408"/>
                    </a:cubicBezTo>
                    <a:cubicBezTo>
                      <a:pt x="1616091" y="780801"/>
                      <a:pt x="1617909" y="791707"/>
                      <a:pt x="1623760" y="793613"/>
                    </a:cubicBezTo>
                    <a:cubicBezTo>
                      <a:pt x="1617864" y="791751"/>
                      <a:pt x="1610195" y="799509"/>
                      <a:pt x="1606338" y="810858"/>
                    </a:cubicBezTo>
                    <a:cubicBezTo>
                      <a:pt x="1603590" y="818970"/>
                      <a:pt x="1600708" y="827039"/>
                      <a:pt x="1597738" y="835107"/>
                    </a:cubicBezTo>
                    <a:cubicBezTo>
                      <a:pt x="1593615" y="846411"/>
                      <a:pt x="1594546" y="857405"/>
                      <a:pt x="1600043" y="859577"/>
                    </a:cubicBezTo>
                    <a:cubicBezTo>
                      <a:pt x="1594502" y="857405"/>
                      <a:pt x="1586522" y="864853"/>
                      <a:pt x="1582045" y="876069"/>
                    </a:cubicBezTo>
                    <a:lnTo>
                      <a:pt x="1572292" y="900007"/>
                    </a:lnTo>
                    <a:cubicBezTo>
                      <a:pt x="1567682" y="911179"/>
                      <a:pt x="1568036" y="922173"/>
                      <a:pt x="1573223" y="924434"/>
                    </a:cubicBezTo>
                    <a:cubicBezTo>
                      <a:pt x="1572558" y="924168"/>
                      <a:pt x="1571893" y="924035"/>
                      <a:pt x="1571139" y="924035"/>
                    </a:cubicBezTo>
                    <a:cubicBezTo>
                      <a:pt x="1568214" y="924035"/>
                      <a:pt x="1564756" y="926295"/>
                      <a:pt x="1561564" y="930019"/>
                    </a:cubicBezTo>
                    <a:cubicBezTo>
                      <a:pt x="1559170" y="932812"/>
                      <a:pt x="1556909" y="936447"/>
                      <a:pt x="1555092" y="940614"/>
                    </a:cubicBezTo>
                    <a:lnTo>
                      <a:pt x="1544718" y="964420"/>
                    </a:lnTo>
                    <a:cubicBezTo>
                      <a:pt x="1539842" y="975547"/>
                      <a:pt x="1539842" y="986497"/>
                      <a:pt x="1544762" y="988714"/>
                    </a:cubicBezTo>
                    <a:cubicBezTo>
                      <a:pt x="1539797" y="986497"/>
                      <a:pt x="1531729" y="993723"/>
                      <a:pt x="1526808" y="1005027"/>
                    </a:cubicBezTo>
                    <a:lnTo>
                      <a:pt x="1516568" y="1029055"/>
                    </a:lnTo>
                    <a:cubicBezTo>
                      <a:pt x="1511780" y="1040270"/>
                      <a:pt x="1511825" y="1051220"/>
                      <a:pt x="1516612" y="1053259"/>
                    </a:cubicBezTo>
                    <a:cubicBezTo>
                      <a:pt x="1511825" y="1051220"/>
                      <a:pt x="1504022" y="1058756"/>
                      <a:pt x="1499412" y="1070105"/>
                    </a:cubicBezTo>
                    <a:lnTo>
                      <a:pt x="1489615" y="1094399"/>
                    </a:lnTo>
                    <a:cubicBezTo>
                      <a:pt x="1485093" y="1105792"/>
                      <a:pt x="1485315" y="1116653"/>
                      <a:pt x="1489969" y="1118470"/>
                    </a:cubicBezTo>
                    <a:cubicBezTo>
                      <a:pt x="1485891" y="1116874"/>
                      <a:pt x="1479729" y="1122682"/>
                      <a:pt x="1475340" y="1131858"/>
                    </a:cubicBezTo>
                    <a:cubicBezTo>
                      <a:pt x="1474720" y="1133188"/>
                      <a:pt x="1474143" y="1134562"/>
                      <a:pt x="1473611" y="1135981"/>
                    </a:cubicBezTo>
                    <a:lnTo>
                      <a:pt x="1464656" y="1160629"/>
                    </a:lnTo>
                    <a:cubicBezTo>
                      <a:pt x="1460534" y="1172199"/>
                      <a:pt x="1461021" y="1183016"/>
                      <a:pt x="1465543" y="1184568"/>
                    </a:cubicBezTo>
                    <a:cubicBezTo>
                      <a:pt x="1461021" y="1182972"/>
                      <a:pt x="1454017" y="1191173"/>
                      <a:pt x="1450205" y="1202832"/>
                    </a:cubicBezTo>
                    <a:cubicBezTo>
                      <a:pt x="1447500" y="1211166"/>
                      <a:pt x="1444840" y="1219501"/>
                      <a:pt x="1442269" y="1227879"/>
                    </a:cubicBezTo>
                    <a:cubicBezTo>
                      <a:pt x="1438678" y="1239627"/>
                      <a:pt x="1439565" y="1250399"/>
                      <a:pt x="1443954" y="1251685"/>
                    </a:cubicBezTo>
                    <a:cubicBezTo>
                      <a:pt x="1439565" y="1250355"/>
                      <a:pt x="1433093" y="1258955"/>
                      <a:pt x="1429901" y="1270880"/>
                    </a:cubicBezTo>
                    <a:cubicBezTo>
                      <a:pt x="1427640" y="1279347"/>
                      <a:pt x="1425468" y="1287859"/>
                      <a:pt x="1423384" y="1296415"/>
                    </a:cubicBezTo>
                    <a:cubicBezTo>
                      <a:pt x="1420503" y="1308428"/>
                      <a:pt x="1421966" y="1319112"/>
                      <a:pt x="1426310" y="1320043"/>
                    </a:cubicBezTo>
                    <a:cubicBezTo>
                      <a:pt x="1425202" y="1319777"/>
                      <a:pt x="1424049" y="1320176"/>
                      <a:pt x="1422852" y="1321107"/>
                    </a:cubicBezTo>
                    <a:cubicBezTo>
                      <a:pt x="1419306" y="1323811"/>
                      <a:pt x="1415671" y="1331215"/>
                      <a:pt x="1413986" y="1340347"/>
                    </a:cubicBezTo>
                    <a:cubicBezTo>
                      <a:pt x="1412346" y="1348991"/>
                      <a:pt x="1410927" y="1357724"/>
                      <a:pt x="1409686" y="1366458"/>
                    </a:cubicBezTo>
                    <a:cubicBezTo>
                      <a:pt x="1408755" y="1372575"/>
                      <a:pt x="1409021" y="1378338"/>
                      <a:pt x="1409908" y="1382550"/>
                    </a:cubicBezTo>
                    <a:cubicBezTo>
                      <a:pt x="1410883" y="1386761"/>
                      <a:pt x="1412567" y="1389510"/>
                      <a:pt x="1414695" y="1389731"/>
                    </a:cubicBezTo>
                    <a:cubicBezTo>
                      <a:pt x="1410440" y="1389244"/>
                      <a:pt x="1405785" y="1398997"/>
                      <a:pt x="1405164" y="1411498"/>
                    </a:cubicBezTo>
                    <a:cubicBezTo>
                      <a:pt x="1404632" y="1420408"/>
                      <a:pt x="1404544" y="1429363"/>
                      <a:pt x="1404677" y="1438318"/>
                    </a:cubicBezTo>
                    <a:cubicBezTo>
                      <a:pt x="1404810" y="1441466"/>
                      <a:pt x="1405120" y="1444480"/>
                      <a:pt x="1405608" y="1447184"/>
                    </a:cubicBezTo>
                    <a:cubicBezTo>
                      <a:pt x="1406140" y="1449889"/>
                      <a:pt x="1406893" y="1452327"/>
                      <a:pt x="1407735" y="1454366"/>
                    </a:cubicBezTo>
                    <a:cubicBezTo>
                      <a:pt x="1409376" y="1458400"/>
                      <a:pt x="1411592" y="1460750"/>
                      <a:pt x="1413632" y="1460528"/>
                    </a:cubicBezTo>
                    <a:cubicBezTo>
                      <a:pt x="1411548" y="1460750"/>
                      <a:pt x="1409952" y="1463454"/>
                      <a:pt x="1409065" y="1467754"/>
                    </a:cubicBezTo>
                    <a:cubicBezTo>
                      <a:pt x="1408666" y="1469926"/>
                      <a:pt x="1408533" y="1472453"/>
                      <a:pt x="1408578" y="1475246"/>
                    </a:cubicBezTo>
                    <a:cubicBezTo>
                      <a:pt x="1408578" y="1478039"/>
                      <a:pt x="1409021" y="1481098"/>
                      <a:pt x="1409686" y="1484245"/>
                    </a:cubicBezTo>
                    <a:cubicBezTo>
                      <a:pt x="1410528" y="1488767"/>
                      <a:pt x="1411858" y="1493200"/>
                      <a:pt x="1413055" y="1497677"/>
                    </a:cubicBezTo>
                    <a:cubicBezTo>
                      <a:pt x="1414518" y="1502110"/>
                      <a:pt x="1415848" y="1506544"/>
                      <a:pt x="1417710" y="1510888"/>
                    </a:cubicBezTo>
                    <a:cubicBezTo>
                      <a:pt x="1418863" y="1513947"/>
                      <a:pt x="1420414" y="1516740"/>
                      <a:pt x="1422010" y="1519134"/>
                    </a:cubicBezTo>
                    <a:cubicBezTo>
                      <a:pt x="1423517" y="1521572"/>
                      <a:pt x="1425290" y="1523611"/>
                      <a:pt x="1426975" y="1525118"/>
                    </a:cubicBezTo>
                    <a:cubicBezTo>
                      <a:pt x="1430211" y="1528266"/>
                      <a:pt x="1433270" y="1529374"/>
                      <a:pt x="1434955" y="1528266"/>
                    </a:cubicBezTo>
                    <a:cubicBezTo>
                      <a:pt x="1433270" y="1529374"/>
                      <a:pt x="1433137" y="1532566"/>
                      <a:pt x="1434644" y="1536866"/>
                    </a:cubicBezTo>
                    <a:cubicBezTo>
                      <a:pt x="1435487" y="1538949"/>
                      <a:pt x="1436728" y="1541343"/>
                      <a:pt x="1438324" y="1543826"/>
                    </a:cubicBezTo>
                    <a:cubicBezTo>
                      <a:pt x="1440008" y="1546220"/>
                      <a:pt x="1442181" y="1548658"/>
                      <a:pt x="1444574" y="1551052"/>
                    </a:cubicBezTo>
                    <a:cubicBezTo>
                      <a:pt x="1448254" y="1554199"/>
                      <a:pt x="1451933" y="1557391"/>
                      <a:pt x="1456012" y="1560007"/>
                    </a:cubicBezTo>
                    <a:cubicBezTo>
                      <a:pt x="1457962" y="1561470"/>
                      <a:pt x="1460046" y="1562667"/>
                      <a:pt x="1462174" y="1563819"/>
                    </a:cubicBezTo>
                    <a:cubicBezTo>
                      <a:pt x="1464302" y="1564972"/>
                      <a:pt x="1466341" y="1566302"/>
                      <a:pt x="1468558" y="1567233"/>
                    </a:cubicBezTo>
                    <a:cubicBezTo>
                      <a:pt x="1471661" y="1568563"/>
                      <a:pt x="1474587" y="1569937"/>
                      <a:pt x="1477468" y="1570424"/>
                    </a:cubicBezTo>
                    <a:cubicBezTo>
                      <a:pt x="1480305" y="1571045"/>
                      <a:pt x="1482921" y="1571400"/>
                      <a:pt x="1485182" y="1571488"/>
                    </a:cubicBezTo>
                    <a:cubicBezTo>
                      <a:pt x="1489703" y="1571355"/>
                      <a:pt x="1492674" y="1570247"/>
                      <a:pt x="1493117" y="1568341"/>
                    </a:cubicBezTo>
                    <a:cubicBezTo>
                      <a:pt x="1492629" y="1570247"/>
                      <a:pt x="1494713" y="1572774"/>
                      <a:pt x="1498658" y="1574680"/>
                    </a:cubicBezTo>
                    <a:cubicBezTo>
                      <a:pt x="1499634" y="1575168"/>
                      <a:pt x="1500742" y="1575700"/>
                      <a:pt x="1501939" y="1576143"/>
                    </a:cubicBezTo>
                    <a:cubicBezTo>
                      <a:pt x="1503136" y="1576631"/>
                      <a:pt x="1504421" y="1577074"/>
                      <a:pt x="1505796" y="1577384"/>
                    </a:cubicBezTo>
                    <a:cubicBezTo>
                      <a:pt x="1507170" y="1577695"/>
                      <a:pt x="1508633" y="1578005"/>
                      <a:pt x="1510140" y="1578271"/>
                    </a:cubicBezTo>
                    <a:cubicBezTo>
                      <a:pt x="1511647" y="1578537"/>
                      <a:pt x="1513243" y="1578714"/>
                      <a:pt x="1514839" y="1578892"/>
                    </a:cubicBezTo>
                    <a:cubicBezTo>
                      <a:pt x="1519450" y="1579069"/>
                      <a:pt x="1523971" y="1579468"/>
                      <a:pt x="1528582" y="1579335"/>
                    </a:cubicBezTo>
                    <a:cubicBezTo>
                      <a:pt x="1530887" y="1579291"/>
                      <a:pt x="1533192" y="1579335"/>
                      <a:pt x="1535497" y="1579202"/>
                    </a:cubicBezTo>
                    <a:lnTo>
                      <a:pt x="1542457" y="1578714"/>
                    </a:lnTo>
                    <a:cubicBezTo>
                      <a:pt x="1545693" y="1578493"/>
                      <a:pt x="1548797" y="1577739"/>
                      <a:pt x="1551545" y="1577030"/>
                    </a:cubicBezTo>
                    <a:cubicBezTo>
                      <a:pt x="1554294" y="1576276"/>
                      <a:pt x="1556732" y="1575124"/>
                      <a:pt x="1558682" y="1574104"/>
                    </a:cubicBezTo>
                    <a:cubicBezTo>
                      <a:pt x="1560633" y="1573084"/>
                      <a:pt x="1562140" y="1571843"/>
                      <a:pt x="1563071" y="1570735"/>
                    </a:cubicBezTo>
                    <a:cubicBezTo>
                      <a:pt x="1564002" y="1569627"/>
                      <a:pt x="1564357" y="1568563"/>
                      <a:pt x="1564091" y="1567632"/>
                    </a:cubicBezTo>
                    <a:cubicBezTo>
                      <a:pt x="1564578" y="1569449"/>
                      <a:pt x="1567637" y="1570646"/>
                      <a:pt x="1572115" y="1570247"/>
                    </a:cubicBezTo>
                    <a:cubicBezTo>
                      <a:pt x="1574376" y="1570114"/>
                      <a:pt x="1576991" y="1569759"/>
                      <a:pt x="1579784" y="1568829"/>
                    </a:cubicBezTo>
                    <a:cubicBezTo>
                      <a:pt x="1581158" y="1568385"/>
                      <a:pt x="1582621" y="1567898"/>
                      <a:pt x="1584128" y="1567321"/>
                    </a:cubicBezTo>
                    <a:cubicBezTo>
                      <a:pt x="1585591" y="1566701"/>
                      <a:pt x="1587054" y="1565903"/>
                      <a:pt x="1588517" y="1565105"/>
                    </a:cubicBezTo>
                    <a:cubicBezTo>
                      <a:pt x="1589581" y="1564573"/>
                      <a:pt x="1590645" y="1563952"/>
                      <a:pt x="1591665" y="1563331"/>
                    </a:cubicBezTo>
                    <a:cubicBezTo>
                      <a:pt x="1592684" y="1562711"/>
                      <a:pt x="1593704" y="1562046"/>
                      <a:pt x="1594679" y="1561381"/>
                    </a:cubicBezTo>
                    <a:cubicBezTo>
                      <a:pt x="1596718" y="1560095"/>
                      <a:pt x="1598669" y="1558765"/>
                      <a:pt x="1600575" y="1557258"/>
                    </a:cubicBezTo>
                    <a:cubicBezTo>
                      <a:pt x="1604432" y="1554421"/>
                      <a:pt x="1607978" y="1551185"/>
                      <a:pt x="1611348" y="1547816"/>
                    </a:cubicBezTo>
                    <a:cubicBezTo>
                      <a:pt x="1613697" y="1545422"/>
                      <a:pt x="1615736" y="1542984"/>
                      <a:pt x="1617244" y="1540501"/>
                    </a:cubicBezTo>
                    <a:cubicBezTo>
                      <a:pt x="1618884" y="1538107"/>
                      <a:pt x="1619992" y="1535713"/>
                      <a:pt x="1620746" y="1533630"/>
                    </a:cubicBezTo>
                    <a:cubicBezTo>
                      <a:pt x="1622342" y="1529463"/>
                      <a:pt x="1622164" y="1526271"/>
                      <a:pt x="1620613" y="1525295"/>
                    </a:cubicBezTo>
                    <a:cubicBezTo>
                      <a:pt x="1622164" y="1526315"/>
                      <a:pt x="1625135" y="1525162"/>
                      <a:pt x="1628282" y="1522104"/>
                    </a:cubicBezTo>
                    <a:cubicBezTo>
                      <a:pt x="1629834" y="1520552"/>
                      <a:pt x="1631651" y="1518646"/>
                      <a:pt x="1633158" y="1516252"/>
                    </a:cubicBezTo>
                    <a:cubicBezTo>
                      <a:pt x="1634666" y="1513903"/>
                      <a:pt x="1636350" y="1511243"/>
                      <a:pt x="1637547" y="1508272"/>
                    </a:cubicBezTo>
                    <a:cubicBezTo>
                      <a:pt x="1639453" y="1504105"/>
                      <a:pt x="1641049" y="1499805"/>
                      <a:pt x="1642645" y="1495549"/>
                    </a:cubicBezTo>
                    <a:cubicBezTo>
                      <a:pt x="1644108" y="1491249"/>
                      <a:pt x="1645571" y="1486949"/>
                      <a:pt x="1646768" y="1482605"/>
                    </a:cubicBezTo>
                    <a:cubicBezTo>
                      <a:pt x="1648541" y="1476531"/>
                      <a:pt x="1649206" y="1470768"/>
                      <a:pt x="1648852" y="1466468"/>
                    </a:cubicBezTo>
                    <a:cubicBezTo>
                      <a:pt x="1648541" y="1462168"/>
                      <a:pt x="1647433" y="1459375"/>
                      <a:pt x="1645571" y="1458976"/>
                    </a:cubicBezTo>
                    <a:cubicBezTo>
                      <a:pt x="1647389" y="1459375"/>
                      <a:pt x="1649561" y="1457203"/>
                      <a:pt x="1651511" y="1453391"/>
                    </a:cubicBezTo>
                    <a:cubicBezTo>
                      <a:pt x="1652487" y="1451484"/>
                      <a:pt x="1653373" y="1449179"/>
                      <a:pt x="1654171" y="1446564"/>
                    </a:cubicBezTo>
                    <a:cubicBezTo>
                      <a:pt x="1654969" y="1443948"/>
                      <a:pt x="1655590" y="1441022"/>
                      <a:pt x="1656033" y="1437964"/>
                    </a:cubicBezTo>
                    <a:cubicBezTo>
                      <a:pt x="1657319" y="1429186"/>
                      <a:pt x="1658205" y="1420364"/>
                      <a:pt x="1659003" y="1411587"/>
                    </a:cubicBezTo>
                    <a:cubicBezTo>
                      <a:pt x="1660067" y="1399218"/>
                      <a:pt x="1657496" y="1388978"/>
                      <a:pt x="1653817" y="1388801"/>
                    </a:cubicBezTo>
                    <a:cubicBezTo>
                      <a:pt x="1657496" y="1389022"/>
                      <a:pt x="1661087" y="1379092"/>
                      <a:pt x="1661353" y="1366768"/>
                    </a:cubicBezTo>
                    <a:cubicBezTo>
                      <a:pt x="1661619" y="1357990"/>
                      <a:pt x="1661663" y="1349257"/>
                      <a:pt x="1661708" y="1340524"/>
                    </a:cubicBezTo>
                    <a:cubicBezTo>
                      <a:pt x="1661708" y="1328244"/>
                      <a:pt x="1658560" y="1318270"/>
                      <a:pt x="1654925" y="1318314"/>
                    </a:cubicBezTo>
                    <a:cubicBezTo>
                      <a:pt x="1658604" y="1318270"/>
                      <a:pt x="1661486" y="1308207"/>
                      <a:pt x="1661220" y="1295971"/>
                    </a:cubicBezTo>
                    <a:lnTo>
                      <a:pt x="1660511" y="1269860"/>
                    </a:lnTo>
                    <a:cubicBezTo>
                      <a:pt x="1660156" y="1257669"/>
                      <a:pt x="1656787" y="1247784"/>
                      <a:pt x="1653152" y="1247917"/>
                    </a:cubicBezTo>
                    <a:cubicBezTo>
                      <a:pt x="1654526" y="1247872"/>
                      <a:pt x="1655767" y="1246409"/>
                      <a:pt x="1656743" y="1244016"/>
                    </a:cubicBezTo>
                    <a:cubicBezTo>
                      <a:pt x="1657053" y="1243218"/>
                      <a:pt x="1657363" y="1242287"/>
                      <a:pt x="1657629" y="1241267"/>
                    </a:cubicBezTo>
                    <a:cubicBezTo>
                      <a:pt x="1658161" y="1239228"/>
                      <a:pt x="1658560" y="1236834"/>
                      <a:pt x="1658826" y="1234174"/>
                    </a:cubicBezTo>
                    <a:cubicBezTo>
                      <a:pt x="1659092" y="1231514"/>
                      <a:pt x="1659181" y="1228588"/>
                      <a:pt x="1659048" y="1225574"/>
                    </a:cubicBezTo>
                    <a:lnTo>
                      <a:pt x="1658250" y="1199596"/>
                    </a:lnTo>
                    <a:cubicBezTo>
                      <a:pt x="1657895" y="1187449"/>
                      <a:pt x="1654659" y="1177608"/>
                      <a:pt x="1651024" y="1177652"/>
                    </a:cubicBezTo>
                    <a:cubicBezTo>
                      <a:pt x="1653329" y="1177608"/>
                      <a:pt x="1655235" y="1173662"/>
                      <a:pt x="1656344" y="1167766"/>
                    </a:cubicBezTo>
                    <a:cubicBezTo>
                      <a:pt x="1657008" y="1164220"/>
                      <a:pt x="1657363" y="1159964"/>
                      <a:pt x="1657274" y="1155442"/>
                    </a:cubicBezTo>
                    <a:cubicBezTo>
                      <a:pt x="1657274" y="1155442"/>
                      <a:pt x="1657274" y="1155442"/>
                      <a:pt x="1657274" y="1155442"/>
                    </a:cubicBezTo>
                    <a:lnTo>
                      <a:pt x="1657274" y="1155442"/>
                    </a:lnTo>
                    <a:cubicBezTo>
                      <a:pt x="1657186" y="1146798"/>
                      <a:pt x="1657097" y="1138153"/>
                      <a:pt x="1657141" y="1129553"/>
                    </a:cubicBezTo>
                    <a:cubicBezTo>
                      <a:pt x="1657186" y="1117451"/>
                      <a:pt x="1654437" y="1107521"/>
                      <a:pt x="1650758" y="1107432"/>
                    </a:cubicBezTo>
                    <a:cubicBezTo>
                      <a:pt x="1654437" y="1107521"/>
                      <a:pt x="1657629" y="1097679"/>
                      <a:pt x="1658205" y="1085665"/>
                    </a:cubicBezTo>
                    <a:cubicBezTo>
                      <a:pt x="1658560" y="1077065"/>
                      <a:pt x="1659181" y="1068554"/>
                      <a:pt x="1659846" y="1059998"/>
                    </a:cubicBezTo>
                    <a:cubicBezTo>
                      <a:pt x="1660865" y="1048073"/>
                      <a:pt x="1659048" y="1038010"/>
                      <a:pt x="1655412" y="1037522"/>
                    </a:cubicBezTo>
                    <a:cubicBezTo>
                      <a:pt x="1657274" y="1037744"/>
                      <a:pt x="1659225" y="1035483"/>
                      <a:pt x="1660954" y="1031759"/>
                    </a:cubicBezTo>
                    <a:cubicBezTo>
                      <a:pt x="1661397" y="1030828"/>
                      <a:pt x="1661796" y="1029808"/>
                      <a:pt x="1662239" y="1028744"/>
                    </a:cubicBezTo>
                    <a:cubicBezTo>
                      <a:pt x="1663481" y="1025508"/>
                      <a:pt x="1664589" y="1021607"/>
                      <a:pt x="1665520" y="1017351"/>
                    </a:cubicBezTo>
                    <a:cubicBezTo>
                      <a:pt x="1667293" y="1009239"/>
                      <a:pt x="1669510" y="1001171"/>
                      <a:pt x="1672170" y="993191"/>
                    </a:cubicBezTo>
                    <a:cubicBezTo>
                      <a:pt x="1673987" y="987605"/>
                      <a:pt x="1675184" y="982330"/>
                      <a:pt x="1675406" y="978251"/>
                    </a:cubicBezTo>
                    <a:cubicBezTo>
                      <a:pt x="1675716" y="974173"/>
                      <a:pt x="1675095" y="971247"/>
                      <a:pt x="1673322" y="970538"/>
                    </a:cubicBezTo>
                    <a:cubicBezTo>
                      <a:pt x="1676824" y="971956"/>
                      <a:pt x="1683297" y="964154"/>
                      <a:pt x="1688616" y="953736"/>
                    </a:cubicBezTo>
                    <a:cubicBezTo>
                      <a:pt x="1692429" y="946289"/>
                      <a:pt x="1696596" y="939018"/>
                      <a:pt x="1701162" y="932103"/>
                    </a:cubicBezTo>
                    <a:cubicBezTo>
                      <a:pt x="1704310" y="927226"/>
                      <a:pt x="1706836" y="922572"/>
                      <a:pt x="1708166" y="918759"/>
                    </a:cubicBezTo>
                    <a:cubicBezTo>
                      <a:pt x="1709585" y="915035"/>
                      <a:pt x="1709807" y="912021"/>
                      <a:pt x="1708388" y="910824"/>
                    </a:cubicBezTo>
                    <a:cubicBezTo>
                      <a:pt x="1709097" y="911445"/>
                      <a:pt x="1710206" y="911578"/>
                      <a:pt x="1711536" y="911312"/>
                    </a:cubicBezTo>
                    <a:cubicBezTo>
                      <a:pt x="1712910" y="911090"/>
                      <a:pt x="1714417" y="910336"/>
                      <a:pt x="1716190" y="909450"/>
                    </a:cubicBezTo>
                    <a:cubicBezTo>
                      <a:pt x="1717964" y="908563"/>
                      <a:pt x="1719825" y="907277"/>
                      <a:pt x="1721865" y="905948"/>
                    </a:cubicBezTo>
                    <a:cubicBezTo>
                      <a:pt x="1723860" y="904529"/>
                      <a:pt x="1725987" y="903110"/>
                      <a:pt x="1728071" y="901470"/>
                    </a:cubicBezTo>
                    <a:cubicBezTo>
                      <a:pt x="1729578" y="900406"/>
                      <a:pt x="1731130" y="899342"/>
                      <a:pt x="1732637" y="898411"/>
                    </a:cubicBezTo>
                    <a:cubicBezTo>
                      <a:pt x="1734189" y="897480"/>
                      <a:pt x="1735696" y="896682"/>
                      <a:pt x="1737248" y="896062"/>
                    </a:cubicBezTo>
                    <a:cubicBezTo>
                      <a:pt x="1738799" y="895441"/>
                      <a:pt x="1740306" y="894953"/>
                      <a:pt x="1741769" y="894599"/>
                    </a:cubicBezTo>
                    <a:cubicBezTo>
                      <a:pt x="1743232" y="894244"/>
                      <a:pt x="1744651" y="894067"/>
                      <a:pt x="1746025" y="894067"/>
                    </a:cubicBezTo>
                    <a:cubicBezTo>
                      <a:pt x="1746956" y="894200"/>
                      <a:pt x="1747887" y="894156"/>
                      <a:pt x="1748773" y="894244"/>
                    </a:cubicBezTo>
                    <a:cubicBezTo>
                      <a:pt x="1749616" y="894466"/>
                      <a:pt x="1750547" y="894377"/>
                      <a:pt x="1751389" y="894555"/>
                    </a:cubicBezTo>
                    <a:cubicBezTo>
                      <a:pt x="1753118" y="894909"/>
                      <a:pt x="1754847" y="895086"/>
                      <a:pt x="1755911" y="895264"/>
                    </a:cubicBezTo>
                    <a:cubicBezTo>
                      <a:pt x="1756842" y="895308"/>
                      <a:pt x="1757906" y="895397"/>
                      <a:pt x="1759014" y="895441"/>
                    </a:cubicBezTo>
                    <a:cubicBezTo>
                      <a:pt x="1759989" y="895530"/>
                      <a:pt x="1761009" y="895663"/>
                      <a:pt x="1761940" y="895353"/>
                    </a:cubicBezTo>
                    <a:cubicBezTo>
                      <a:pt x="1761053" y="895619"/>
                      <a:pt x="1760255" y="896372"/>
                      <a:pt x="1759546" y="897037"/>
                    </a:cubicBezTo>
                    <a:cubicBezTo>
                      <a:pt x="1758792" y="897746"/>
                      <a:pt x="1758083" y="898544"/>
                      <a:pt x="1757241" y="899741"/>
                    </a:cubicBezTo>
                    <a:cubicBezTo>
                      <a:pt x="1756443" y="900894"/>
                      <a:pt x="1755423" y="902534"/>
                      <a:pt x="1754271" y="904573"/>
                    </a:cubicBezTo>
                    <a:cubicBezTo>
                      <a:pt x="1753118" y="906613"/>
                      <a:pt x="1751877" y="909139"/>
                      <a:pt x="1750680" y="912065"/>
                    </a:cubicBezTo>
                    <a:cubicBezTo>
                      <a:pt x="1748995" y="916277"/>
                      <a:pt x="1747222" y="920843"/>
                      <a:pt x="1746202" y="926207"/>
                    </a:cubicBezTo>
                    <a:cubicBezTo>
                      <a:pt x="1745138" y="931482"/>
                      <a:pt x="1744917" y="937777"/>
                      <a:pt x="1746823" y="943762"/>
                    </a:cubicBezTo>
                    <a:cubicBezTo>
                      <a:pt x="1748064" y="947973"/>
                      <a:pt x="1750281" y="951520"/>
                      <a:pt x="1752675" y="954047"/>
                    </a:cubicBezTo>
                    <a:cubicBezTo>
                      <a:pt x="1753827" y="955377"/>
                      <a:pt x="1755069" y="956441"/>
                      <a:pt x="1756310" y="957327"/>
                    </a:cubicBezTo>
                    <a:cubicBezTo>
                      <a:pt x="1757507" y="958258"/>
                      <a:pt x="1758659" y="958923"/>
                      <a:pt x="1759768" y="959455"/>
                    </a:cubicBezTo>
                    <a:cubicBezTo>
                      <a:pt x="1761940" y="960608"/>
                      <a:pt x="1763935" y="961007"/>
                      <a:pt x="1765442" y="961051"/>
                    </a:cubicBezTo>
                    <a:cubicBezTo>
                      <a:pt x="1766994" y="961140"/>
                      <a:pt x="1767924" y="960652"/>
                      <a:pt x="1768501" y="959854"/>
                    </a:cubicBezTo>
                    <a:cubicBezTo>
                      <a:pt x="1767924" y="960652"/>
                      <a:pt x="1767880" y="961805"/>
                      <a:pt x="1768190" y="963090"/>
                    </a:cubicBezTo>
                    <a:cubicBezTo>
                      <a:pt x="1768456" y="964420"/>
                      <a:pt x="1769255" y="965883"/>
                      <a:pt x="1770141" y="967479"/>
                    </a:cubicBezTo>
                    <a:cubicBezTo>
                      <a:pt x="1770895" y="969164"/>
                      <a:pt x="1772225" y="970804"/>
                      <a:pt x="1773111" y="972621"/>
                    </a:cubicBezTo>
                    <a:cubicBezTo>
                      <a:pt x="1774220" y="974395"/>
                      <a:pt x="1775150" y="976168"/>
                      <a:pt x="1775993" y="977897"/>
                    </a:cubicBezTo>
                    <a:cubicBezTo>
                      <a:pt x="1777278" y="980379"/>
                      <a:pt x="1777677" y="982906"/>
                      <a:pt x="1777544" y="985921"/>
                    </a:cubicBezTo>
                    <a:cubicBezTo>
                      <a:pt x="1777411" y="988935"/>
                      <a:pt x="1776658" y="992349"/>
                      <a:pt x="1775549" y="996073"/>
                    </a:cubicBezTo>
                    <a:cubicBezTo>
                      <a:pt x="1773909" y="1001304"/>
                      <a:pt x="1772624" y="1007022"/>
                      <a:pt x="1772668" y="1011544"/>
                    </a:cubicBezTo>
                    <a:cubicBezTo>
                      <a:pt x="1772712" y="1013805"/>
                      <a:pt x="1772978" y="1015844"/>
                      <a:pt x="1773554" y="1017041"/>
                    </a:cubicBezTo>
                    <a:cubicBezTo>
                      <a:pt x="1774131" y="1018327"/>
                      <a:pt x="1774884" y="1019169"/>
                      <a:pt x="1775860" y="1019391"/>
                    </a:cubicBezTo>
                    <a:cubicBezTo>
                      <a:pt x="1773909" y="1018859"/>
                      <a:pt x="1771515" y="1020721"/>
                      <a:pt x="1769166" y="1024223"/>
                    </a:cubicBezTo>
                    <a:cubicBezTo>
                      <a:pt x="1766816" y="1027769"/>
                      <a:pt x="1764422" y="1033045"/>
                      <a:pt x="1763092" y="1039472"/>
                    </a:cubicBezTo>
                    <a:cubicBezTo>
                      <a:pt x="1762162" y="1044083"/>
                      <a:pt x="1761319" y="1048782"/>
                      <a:pt x="1761053" y="1053747"/>
                    </a:cubicBezTo>
                    <a:cubicBezTo>
                      <a:pt x="1760654" y="1058668"/>
                      <a:pt x="1760876" y="1063810"/>
                      <a:pt x="1761541" y="1068997"/>
                    </a:cubicBezTo>
                    <a:cubicBezTo>
                      <a:pt x="1761896" y="1070814"/>
                      <a:pt x="1762295" y="1072588"/>
                      <a:pt x="1762782" y="1074317"/>
                    </a:cubicBezTo>
                    <a:cubicBezTo>
                      <a:pt x="1763270" y="1076001"/>
                      <a:pt x="1764068" y="1077597"/>
                      <a:pt x="1764733" y="1079060"/>
                    </a:cubicBezTo>
                    <a:cubicBezTo>
                      <a:pt x="1766018" y="1082075"/>
                      <a:pt x="1768190" y="1084380"/>
                      <a:pt x="1769742" y="1086197"/>
                    </a:cubicBezTo>
                    <a:cubicBezTo>
                      <a:pt x="1771604" y="1087926"/>
                      <a:pt x="1773421" y="1088990"/>
                      <a:pt x="1774840" y="1089522"/>
                    </a:cubicBezTo>
                    <a:cubicBezTo>
                      <a:pt x="1776259" y="1090054"/>
                      <a:pt x="1777456" y="1089921"/>
                      <a:pt x="1778298" y="1089256"/>
                    </a:cubicBezTo>
                    <a:cubicBezTo>
                      <a:pt x="1777500" y="1089921"/>
                      <a:pt x="1777190" y="1091029"/>
                      <a:pt x="1777367" y="1092581"/>
                    </a:cubicBezTo>
                    <a:cubicBezTo>
                      <a:pt x="1777589" y="1094088"/>
                      <a:pt x="1778209" y="1096172"/>
                      <a:pt x="1779539" y="1098211"/>
                    </a:cubicBezTo>
                    <a:cubicBezTo>
                      <a:pt x="1780913" y="1100162"/>
                      <a:pt x="1782642" y="1102555"/>
                      <a:pt x="1785125" y="1104595"/>
                    </a:cubicBezTo>
                    <a:cubicBezTo>
                      <a:pt x="1787607" y="1106590"/>
                      <a:pt x="1790445" y="1108762"/>
                      <a:pt x="1794035" y="1110136"/>
                    </a:cubicBezTo>
                    <a:cubicBezTo>
                      <a:pt x="1796474" y="1111333"/>
                      <a:pt x="1799089" y="1112087"/>
                      <a:pt x="1801749" y="1112796"/>
                    </a:cubicBezTo>
                    <a:cubicBezTo>
                      <a:pt x="1804365" y="1113638"/>
                      <a:pt x="1807069" y="1113816"/>
                      <a:pt x="1809729" y="1114215"/>
                    </a:cubicBezTo>
                    <a:cubicBezTo>
                      <a:pt x="1812388" y="1114525"/>
                      <a:pt x="1814960" y="1114436"/>
                      <a:pt x="1817575" y="1114481"/>
                    </a:cubicBezTo>
                    <a:cubicBezTo>
                      <a:pt x="1820058" y="1114303"/>
                      <a:pt x="1822629" y="1114215"/>
                      <a:pt x="1824978" y="1113860"/>
                    </a:cubicBezTo>
                    <a:cubicBezTo>
                      <a:pt x="1828348" y="1113416"/>
                      <a:pt x="1831406" y="1112707"/>
                      <a:pt x="1834022" y="1111821"/>
                    </a:cubicBezTo>
                    <a:cubicBezTo>
                      <a:pt x="1836682" y="1110934"/>
                      <a:pt x="1838854" y="1109914"/>
                      <a:pt x="1840672" y="1108850"/>
                    </a:cubicBezTo>
                    <a:cubicBezTo>
                      <a:pt x="1844218" y="1106767"/>
                      <a:pt x="1846302" y="1104417"/>
                      <a:pt x="1845947" y="1102378"/>
                    </a:cubicBezTo>
                    <a:cubicBezTo>
                      <a:pt x="1846036" y="1102910"/>
                      <a:pt x="1846257" y="1103398"/>
                      <a:pt x="1846612" y="1103841"/>
                    </a:cubicBezTo>
                    <a:cubicBezTo>
                      <a:pt x="1846967" y="1104284"/>
                      <a:pt x="1847454" y="1104728"/>
                      <a:pt x="1848075" y="1105082"/>
                    </a:cubicBezTo>
                    <a:cubicBezTo>
                      <a:pt x="1849272" y="1105836"/>
                      <a:pt x="1850956" y="1106368"/>
                      <a:pt x="1852818" y="1106944"/>
                    </a:cubicBezTo>
                    <a:cubicBezTo>
                      <a:pt x="1854725" y="1107476"/>
                      <a:pt x="1856897" y="1107786"/>
                      <a:pt x="1859113" y="1108230"/>
                    </a:cubicBezTo>
                    <a:cubicBezTo>
                      <a:pt x="1861418" y="1108496"/>
                      <a:pt x="1863768" y="1108983"/>
                      <a:pt x="1866251" y="1109161"/>
                    </a:cubicBezTo>
                    <a:cubicBezTo>
                      <a:pt x="1868024" y="1109382"/>
                      <a:pt x="1869708" y="1109826"/>
                      <a:pt x="1871437" y="1110092"/>
                    </a:cubicBezTo>
                    <a:cubicBezTo>
                      <a:pt x="1873122" y="1110535"/>
                      <a:pt x="1874807" y="1111156"/>
                      <a:pt x="1876491" y="1111643"/>
                    </a:cubicBezTo>
                    <a:cubicBezTo>
                      <a:pt x="1879949" y="1112929"/>
                      <a:pt x="1883451" y="1114525"/>
                      <a:pt x="1886732" y="1116387"/>
                    </a:cubicBezTo>
                    <a:cubicBezTo>
                      <a:pt x="1889081" y="1117672"/>
                      <a:pt x="1891342" y="1118869"/>
                      <a:pt x="1893558" y="1119889"/>
                    </a:cubicBezTo>
                    <a:cubicBezTo>
                      <a:pt x="1895775" y="1120953"/>
                      <a:pt x="1897903" y="1121706"/>
                      <a:pt x="1899853" y="1122327"/>
                    </a:cubicBezTo>
                    <a:cubicBezTo>
                      <a:pt x="1903755" y="1123480"/>
                      <a:pt x="1906902" y="1123524"/>
                      <a:pt x="1908276" y="1121795"/>
                    </a:cubicBezTo>
                    <a:cubicBezTo>
                      <a:pt x="1907922" y="1122238"/>
                      <a:pt x="1907744" y="1122726"/>
                      <a:pt x="1907611" y="1123302"/>
                    </a:cubicBezTo>
                    <a:cubicBezTo>
                      <a:pt x="1907434" y="1124455"/>
                      <a:pt x="1907700" y="1125918"/>
                      <a:pt x="1908365" y="1127602"/>
                    </a:cubicBezTo>
                    <a:cubicBezTo>
                      <a:pt x="1908720" y="1128445"/>
                      <a:pt x="1909163" y="1129331"/>
                      <a:pt x="1909695" y="1130262"/>
                    </a:cubicBezTo>
                    <a:cubicBezTo>
                      <a:pt x="1910759" y="1132080"/>
                      <a:pt x="1912310" y="1134119"/>
                      <a:pt x="1914217" y="1136158"/>
                    </a:cubicBezTo>
                    <a:cubicBezTo>
                      <a:pt x="1916167" y="1138198"/>
                      <a:pt x="1918472" y="1140325"/>
                      <a:pt x="1921265" y="1142232"/>
                    </a:cubicBezTo>
                    <a:cubicBezTo>
                      <a:pt x="1923260" y="1143606"/>
                      <a:pt x="1925211" y="1144980"/>
                      <a:pt x="1927427" y="1146177"/>
                    </a:cubicBezTo>
                    <a:cubicBezTo>
                      <a:pt x="1929555" y="1147463"/>
                      <a:pt x="1931727" y="1148660"/>
                      <a:pt x="1934077" y="1149724"/>
                    </a:cubicBezTo>
                    <a:cubicBezTo>
                      <a:pt x="1936338" y="1150876"/>
                      <a:pt x="1938687" y="1151807"/>
                      <a:pt x="1941125" y="1152649"/>
                    </a:cubicBezTo>
                    <a:cubicBezTo>
                      <a:pt x="1943519" y="1153580"/>
                      <a:pt x="1945958" y="1154245"/>
                      <a:pt x="1948440" y="1154822"/>
                    </a:cubicBezTo>
                    <a:cubicBezTo>
                      <a:pt x="1951898" y="1155841"/>
                      <a:pt x="1955267" y="1155886"/>
                      <a:pt x="1958326" y="1155974"/>
                    </a:cubicBezTo>
                    <a:cubicBezTo>
                      <a:pt x="1961385" y="1155974"/>
                      <a:pt x="1964089" y="1155354"/>
                      <a:pt x="1966306" y="1154777"/>
                    </a:cubicBezTo>
                    <a:cubicBezTo>
                      <a:pt x="1968478" y="1154201"/>
                      <a:pt x="1970517" y="1153181"/>
                      <a:pt x="1971758" y="1152117"/>
                    </a:cubicBezTo>
                    <a:cubicBezTo>
                      <a:pt x="1972999" y="1151098"/>
                      <a:pt x="1973531" y="1149945"/>
                      <a:pt x="1973399" y="1148793"/>
                    </a:cubicBezTo>
                    <a:cubicBezTo>
                      <a:pt x="1973531" y="1149901"/>
                      <a:pt x="1974330" y="1150876"/>
                      <a:pt x="1975792" y="1151630"/>
                    </a:cubicBezTo>
                    <a:cubicBezTo>
                      <a:pt x="1976546" y="1152029"/>
                      <a:pt x="1977433" y="1152339"/>
                      <a:pt x="1978452" y="1152561"/>
                    </a:cubicBezTo>
                    <a:cubicBezTo>
                      <a:pt x="1979472" y="1152782"/>
                      <a:pt x="1980669" y="1152871"/>
                      <a:pt x="1981954" y="1152871"/>
                    </a:cubicBezTo>
                    <a:lnTo>
                      <a:pt x="1981954" y="1152871"/>
                    </a:lnTo>
                    <a:lnTo>
                      <a:pt x="1981954" y="1152871"/>
                    </a:lnTo>
                    <a:cubicBezTo>
                      <a:pt x="1984526" y="1152871"/>
                      <a:pt x="1987584" y="1152428"/>
                      <a:pt x="1990688" y="1151275"/>
                    </a:cubicBezTo>
                    <a:cubicBezTo>
                      <a:pt x="1992284" y="1150743"/>
                      <a:pt x="1993879" y="1150078"/>
                      <a:pt x="1995431" y="1149192"/>
                    </a:cubicBezTo>
                    <a:cubicBezTo>
                      <a:pt x="1997027" y="1148394"/>
                      <a:pt x="1998578" y="1147374"/>
                      <a:pt x="2000041" y="1146222"/>
                    </a:cubicBezTo>
                    <a:cubicBezTo>
                      <a:pt x="2008553" y="1139793"/>
                      <a:pt x="2015025" y="1131637"/>
                      <a:pt x="2019902" y="1122859"/>
                    </a:cubicBezTo>
                    <a:cubicBezTo>
                      <a:pt x="2021631" y="1119756"/>
                      <a:pt x="2022872" y="1116653"/>
                      <a:pt x="2023581" y="1113683"/>
                    </a:cubicBezTo>
                    <a:cubicBezTo>
                      <a:pt x="2024379" y="1110757"/>
                      <a:pt x="2024601" y="1107964"/>
                      <a:pt x="2024601" y="1105614"/>
                    </a:cubicBezTo>
                    <a:cubicBezTo>
                      <a:pt x="2024424" y="1100871"/>
                      <a:pt x="2022872" y="1097812"/>
                      <a:pt x="2020567" y="1097324"/>
                    </a:cubicBezTo>
                    <a:cubicBezTo>
                      <a:pt x="2022251" y="1097679"/>
                      <a:pt x="2024202" y="1096615"/>
                      <a:pt x="2025975" y="1094221"/>
                    </a:cubicBezTo>
                    <a:cubicBezTo>
                      <a:pt x="2026551" y="1093423"/>
                      <a:pt x="2027128" y="1092492"/>
                      <a:pt x="2027660" y="1091428"/>
                    </a:cubicBezTo>
                    <a:cubicBezTo>
                      <a:pt x="2028723" y="1089301"/>
                      <a:pt x="2029610" y="1086641"/>
                      <a:pt x="2030142" y="1083626"/>
                    </a:cubicBezTo>
                    <a:cubicBezTo>
                      <a:pt x="2030718" y="1080612"/>
                      <a:pt x="2030896" y="1077198"/>
                      <a:pt x="2030630" y="1073652"/>
                    </a:cubicBezTo>
                    <a:cubicBezTo>
                      <a:pt x="2029743" y="1063544"/>
                      <a:pt x="2027039" y="1053348"/>
                      <a:pt x="2022029" y="1044172"/>
                    </a:cubicBezTo>
                    <a:cubicBezTo>
                      <a:pt x="2021187" y="1042531"/>
                      <a:pt x="2020212" y="1041024"/>
                      <a:pt x="2019148" y="1039650"/>
                    </a:cubicBezTo>
                    <a:cubicBezTo>
                      <a:pt x="2018129" y="1038276"/>
                      <a:pt x="2017109" y="1036946"/>
                      <a:pt x="2015912" y="1035837"/>
                    </a:cubicBezTo>
                    <a:cubicBezTo>
                      <a:pt x="2013695" y="1033532"/>
                      <a:pt x="2011346" y="1031848"/>
                      <a:pt x="2009174" y="1030739"/>
                    </a:cubicBezTo>
                    <a:cubicBezTo>
                      <a:pt x="2007090" y="1029542"/>
                      <a:pt x="2004962" y="1029055"/>
                      <a:pt x="2003366" y="1028966"/>
                    </a:cubicBezTo>
                    <a:cubicBezTo>
                      <a:pt x="2001726" y="1028922"/>
                      <a:pt x="2000529" y="1029321"/>
                      <a:pt x="1999731" y="1030252"/>
                    </a:cubicBezTo>
                    <a:cubicBezTo>
                      <a:pt x="2000130" y="1029764"/>
                      <a:pt x="2000352" y="1029232"/>
                      <a:pt x="2000485" y="1028567"/>
                    </a:cubicBezTo>
                    <a:cubicBezTo>
                      <a:pt x="2000928" y="1026661"/>
                      <a:pt x="2000307" y="1024134"/>
                      <a:pt x="1998844" y="1021297"/>
                    </a:cubicBezTo>
                    <a:cubicBezTo>
                      <a:pt x="1997869" y="1019435"/>
                      <a:pt x="1996539" y="1017440"/>
                      <a:pt x="1994988" y="1015356"/>
                    </a:cubicBezTo>
                    <a:cubicBezTo>
                      <a:pt x="1993480" y="1013273"/>
                      <a:pt x="1991486" y="1011278"/>
                      <a:pt x="1989535" y="1009239"/>
                    </a:cubicBezTo>
                    <a:lnTo>
                      <a:pt x="1985279" y="1004939"/>
                    </a:lnTo>
                    <a:lnTo>
                      <a:pt x="1981422" y="1000594"/>
                    </a:lnTo>
                    <a:cubicBezTo>
                      <a:pt x="1980181" y="999131"/>
                      <a:pt x="1979206" y="997668"/>
                      <a:pt x="1978053" y="996250"/>
                    </a:cubicBezTo>
                    <a:cubicBezTo>
                      <a:pt x="1976989" y="994831"/>
                      <a:pt x="1976324" y="993457"/>
                      <a:pt x="1975393" y="992083"/>
                    </a:cubicBezTo>
                    <a:cubicBezTo>
                      <a:pt x="1974994" y="991196"/>
                      <a:pt x="1974640" y="990398"/>
                      <a:pt x="1974108" y="989600"/>
                    </a:cubicBezTo>
                    <a:cubicBezTo>
                      <a:pt x="1973576" y="988802"/>
                      <a:pt x="1973531" y="988359"/>
                      <a:pt x="1973044" y="987738"/>
                    </a:cubicBezTo>
                    <a:cubicBezTo>
                      <a:pt x="1972512" y="987118"/>
                      <a:pt x="1972556" y="986852"/>
                      <a:pt x="1972113" y="986364"/>
                    </a:cubicBezTo>
                    <a:cubicBezTo>
                      <a:pt x="1971670" y="985876"/>
                      <a:pt x="1971448" y="985477"/>
                      <a:pt x="1971182" y="985034"/>
                    </a:cubicBezTo>
                    <a:cubicBezTo>
                      <a:pt x="1970384" y="984103"/>
                      <a:pt x="1969985" y="982950"/>
                      <a:pt x="1969365" y="981842"/>
                    </a:cubicBezTo>
                    <a:cubicBezTo>
                      <a:pt x="1968699" y="980734"/>
                      <a:pt x="1967902" y="979581"/>
                      <a:pt x="1966926" y="978916"/>
                    </a:cubicBezTo>
                    <a:cubicBezTo>
                      <a:pt x="1967946" y="979626"/>
                      <a:pt x="1969320" y="979892"/>
                      <a:pt x="1970694" y="979936"/>
                    </a:cubicBezTo>
                    <a:cubicBezTo>
                      <a:pt x="1972113" y="979980"/>
                      <a:pt x="1973310" y="979803"/>
                      <a:pt x="1975083" y="979493"/>
                    </a:cubicBezTo>
                    <a:cubicBezTo>
                      <a:pt x="1975925" y="979315"/>
                      <a:pt x="1976723" y="979094"/>
                      <a:pt x="1977566" y="978828"/>
                    </a:cubicBezTo>
                    <a:cubicBezTo>
                      <a:pt x="1978541" y="978562"/>
                      <a:pt x="1979561" y="978251"/>
                      <a:pt x="1980536" y="977897"/>
                    </a:cubicBezTo>
                    <a:cubicBezTo>
                      <a:pt x="1982353" y="977099"/>
                      <a:pt x="1984924" y="976257"/>
                      <a:pt x="1987141" y="975015"/>
                    </a:cubicBezTo>
                    <a:cubicBezTo>
                      <a:pt x="1988870" y="974173"/>
                      <a:pt x="1990688" y="973419"/>
                      <a:pt x="1992461" y="972621"/>
                    </a:cubicBezTo>
                    <a:lnTo>
                      <a:pt x="1995653" y="971158"/>
                    </a:lnTo>
                    <a:cubicBezTo>
                      <a:pt x="1996938" y="970538"/>
                      <a:pt x="1998268" y="970006"/>
                      <a:pt x="1999465" y="969252"/>
                    </a:cubicBezTo>
                    <a:cubicBezTo>
                      <a:pt x="2004519" y="966548"/>
                      <a:pt x="2008996" y="962869"/>
                      <a:pt x="2012853" y="958701"/>
                    </a:cubicBezTo>
                    <a:cubicBezTo>
                      <a:pt x="2015602" y="955820"/>
                      <a:pt x="2017552" y="952584"/>
                      <a:pt x="2018927" y="949481"/>
                    </a:cubicBezTo>
                    <a:cubicBezTo>
                      <a:pt x="2020256" y="946377"/>
                      <a:pt x="2020966" y="943452"/>
                      <a:pt x="2021099" y="940880"/>
                    </a:cubicBezTo>
                    <a:cubicBezTo>
                      <a:pt x="2021320" y="938354"/>
                      <a:pt x="2020877" y="936181"/>
                      <a:pt x="2020256" y="934630"/>
                    </a:cubicBezTo>
                    <a:cubicBezTo>
                      <a:pt x="2019591" y="933078"/>
                      <a:pt x="2018527" y="932059"/>
                      <a:pt x="2017286" y="931748"/>
                    </a:cubicBezTo>
                    <a:cubicBezTo>
                      <a:pt x="2018527" y="932103"/>
                      <a:pt x="2019902" y="931793"/>
                      <a:pt x="2021320" y="930862"/>
                    </a:cubicBezTo>
                    <a:cubicBezTo>
                      <a:pt x="2022783" y="929931"/>
                      <a:pt x="2024113" y="928290"/>
                      <a:pt x="2025399" y="926074"/>
                    </a:cubicBezTo>
                    <a:cubicBezTo>
                      <a:pt x="2026596" y="923857"/>
                      <a:pt x="2027660" y="921109"/>
                      <a:pt x="2028280" y="917917"/>
                    </a:cubicBezTo>
                    <a:cubicBezTo>
                      <a:pt x="2028901" y="914725"/>
                      <a:pt x="2029123" y="911134"/>
                      <a:pt x="2028679" y="907366"/>
                    </a:cubicBezTo>
                    <a:cubicBezTo>
                      <a:pt x="2027571" y="896771"/>
                      <a:pt x="2023980" y="885866"/>
                      <a:pt x="2016400" y="876468"/>
                    </a:cubicBezTo>
                    <a:cubicBezTo>
                      <a:pt x="2013784" y="873187"/>
                      <a:pt x="2010415" y="870571"/>
                      <a:pt x="2007090" y="868754"/>
                    </a:cubicBezTo>
                    <a:cubicBezTo>
                      <a:pt x="2003677" y="867025"/>
                      <a:pt x="2000307" y="866094"/>
                      <a:pt x="1997426" y="865961"/>
                    </a:cubicBezTo>
                    <a:cubicBezTo>
                      <a:pt x="1995963" y="865917"/>
                      <a:pt x="1994677" y="865961"/>
                      <a:pt x="1993525" y="866138"/>
                    </a:cubicBezTo>
                    <a:cubicBezTo>
                      <a:pt x="1992372" y="866404"/>
                      <a:pt x="1991397" y="866759"/>
                      <a:pt x="1990599" y="867158"/>
                    </a:cubicBezTo>
                    <a:cubicBezTo>
                      <a:pt x="1989003" y="868000"/>
                      <a:pt x="1988116" y="869153"/>
                      <a:pt x="1987895" y="870483"/>
                    </a:cubicBezTo>
                    <a:cubicBezTo>
                      <a:pt x="1988072" y="869153"/>
                      <a:pt x="1987584" y="867823"/>
                      <a:pt x="1986299" y="866493"/>
                    </a:cubicBezTo>
                    <a:cubicBezTo>
                      <a:pt x="1985013" y="865119"/>
                      <a:pt x="1983018" y="864055"/>
                      <a:pt x="1980359" y="863213"/>
                    </a:cubicBezTo>
                    <a:cubicBezTo>
                      <a:pt x="1977787" y="862415"/>
                      <a:pt x="1975704" y="861883"/>
                      <a:pt x="1972867" y="861528"/>
                    </a:cubicBezTo>
                    <a:cubicBezTo>
                      <a:pt x="1970162" y="861218"/>
                      <a:pt x="1967281" y="861129"/>
                      <a:pt x="1964222" y="861306"/>
                    </a:cubicBezTo>
                    <a:cubicBezTo>
                      <a:pt x="1959966" y="861572"/>
                      <a:pt x="1955799" y="861794"/>
                      <a:pt x="1951765" y="861927"/>
                    </a:cubicBezTo>
                    <a:cubicBezTo>
                      <a:pt x="1947908" y="861971"/>
                      <a:pt x="1943874" y="862016"/>
                      <a:pt x="1941125" y="861528"/>
                    </a:cubicBezTo>
                    <a:cubicBezTo>
                      <a:pt x="1939929" y="861439"/>
                      <a:pt x="1939397" y="861218"/>
                      <a:pt x="1938643" y="861218"/>
                    </a:cubicBezTo>
                    <a:cubicBezTo>
                      <a:pt x="1938466" y="861218"/>
                      <a:pt x="1938244" y="861218"/>
                      <a:pt x="1938155" y="861218"/>
                    </a:cubicBezTo>
                    <a:lnTo>
                      <a:pt x="1938023" y="861306"/>
                    </a:lnTo>
                    <a:lnTo>
                      <a:pt x="1937712" y="861528"/>
                    </a:lnTo>
                    <a:cubicBezTo>
                      <a:pt x="1937225" y="861927"/>
                      <a:pt x="1936692" y="862149"/>
                      <a:pt x="1935540" y="862326"/>
                    </a:cubicBezTo>
                    <a:cubicBezTo>
                      <a:pt x="1935052" y="862370"/>
                      <a:pt x="1934520" y="862326"/>
                      <a:pt x="1933900" y="862282"/>
                    </a:cubicBezTo>
                    <a:cubicBezTo>
                      <a:pt x="1933323" y="862193"/>
                      <a:pt x="1932747" y="861838"/>
                      <a:pt x="1932082" y="861705"/>
                    </a:cubicBezTo>
                    <a:cubicBezTo>
                      <a:pt x="1930797" y="861306"/>
                      <a:pt x="1929334" y="861040"/>
                      <a:pt x="1927959" y="861218"/>
                    </a:cubicBezTo>
                    <a:cubicBezTo>
                      <a:pt x="1929334" y="861040"/>
                      <a:pt x="1930575" y="860420"/>
                      <a:pt x="1931772" y="859444"/>
                    </a:cubicBezTo>
                    <a:cubicBezTo>
                      <a:pt x="1933013" y="858425"/>
                      <a:pt x="1933855" y="857494"/>
                      <a:pt x="1935052" y="855854"/>
                    </a:cubicBezTo>
                    <a:cubicBezTo>
                      <a:pt x="1936116" y="854346"/>
                      <a:pt x="1936958" y="852617"/>
                      <a:pt x="1937978" y="850401"/>
                    </a:cubicBezTo>
                    <a:cubicBezTo>
                      <a:pt x="1938200" y="849825"/>
                      <a:pt x="1938421" y="849293"/>
                      <a:pt x="1938599" y="848761"/>
                    </a:cubicBezTo>
                    <a:cubicBezTo>
                      <a:pt x="1938776" y="848229"/>
                      <a:pt x="1938998" y="847697"/>
                      <a:pt x="1939219" y="846721"/>
                    </a:cubicBezTo>
                    <a:cubicBezTo>
                      <a:pt x="1939618" y="845037"/>
                      <a:pt x="1939973" y="843219"/>
                      <a:pt x="1940283" y="841402"/>
                    </a:cubicBezTo>
                    <a:cubicBezTo>
                      <a:pt x="1940948" y="836126"/>
                      <a:pt x="1941037" y="830585"/>
                      <a:pt x="1940461" y="824955"/>
                    </a:cubicBezTo>
                    <a:cubicBezTo>
                      <a:pt x="1940062" y="822118"/>
                      <a:pt x="1939530" y="819281"/>
                      <a:pt x="1938776" y="816443"/>
                    </a:cubicBezTo>
                    <a:cubicBezTo>
                      <a:pt x="1937757" y="813606"/>
                      <a:pt x="1937091" y="810725"/>
                      <a:pt x="1935540" y="807976"/>
                    </a:cubicBezTo>
                    <a:cubicBezTo>
                      <a:pt x="1933722" y="804031"/>
                      <a:pt x="1930885" y="800617"/>
                      <a:pt x="1927915" y="798046"/>
                    </a:cubicBezTo>
                    <a:cubicBezTo>
                      <a:pt x="1926319" y="796805"/>
                      <a:pt x="1924723" y="795741"/>
                      <a:pt x="1923216" y="794854"/>
                    </a:cubicBezTo>
                    <a:cubicBezTo>
                      <a:pt x="1921576" y="794101"/>
                      <a:pt x="1919980" y="793524"/>
                      <a:pt x="1918517" y="793125"/>
                    </a:cubicBezTo>
                    <a:cubicBezTo>
                      <a:pt x="1915635" y="792239"/>
                      <a:pt x="1912931" y="792638"/>
                      <a:pt x="1911158" y="793125"/>
                    </a:cubicBezTo>
                    <a:cubicBezTo>
                      <a:pt x="1909340" y="793657"/>
                      <a:pt x="1908232" y="794899"/>
                      <a:pt x="1907789" y="796273"/>
                    </a:cubicBezTo>
                    <a:cubicBezTo>
                      <a:pt x="1908232" y="794899"/>
                      <a:pt x="1907922" y="793391"/>
                      <a:pt x="1906769" y="791840"/>
                    </a:cubicBezTo>
                    <a:cubicBezTo>
                      <a:pt x="1906193" y="791042"/>
                      <a:pt x="1905395" y="790244"/>
                      <a:pt x="1904420" y="789490"/>
                    </a:cubicBezTo>
                    <a:cubicBezTo>
                      <a:pt x="1903444" y="788781"/>
                      <a:pt x="1902247" y="788205"/>
                      <a:pt x="1900873" y="787628"/>
                    </a:cubicBezTo>
                    <a:cubicBezTo>
                      <a:pt x="1898036" y="786343"/>
                      <a:pt x="1894711" y="785988"/>
                      <a:pt x="1890854" y="785899"/>
                    </a:cubicBezTo>
                    <a:cubicBezTo>
                      <a:pt x="1887263" y="786165"/>
                      <a:pt x="1883008" y="786742"/>
                      <a:pt x="1879461" y="788426"/>
                    </a:cubicBezTo>
                    <a:lnTo>
                      <a:pt x="1875516" y="790111"/>
                    </a:lnTo>
                    <a:cubicBezTo>
                      <a:pt x="1874274" y="790731"/>
                      <a:pt x="1873122" y="791441"/>
                      <a:pt x="1871925" y="792106"/>
                    </a:cubicBezTo>
                    <a:lnTo>
                      <a:pt x="1868378" y="794189"/>
                    </a:lnTo>
                    <a:lnTo>
                      <a:pt x="1865541" y="796051"/>
                    </a:lnTo>
                    <a:lnTo>
                      <a:pt x="1854680" y="803277"/>
                    </a:lnTo>
                    <a:cubicBezTo>
                      <a:pt x="1849715" y="806558"/>
                      <a:pt x="1845991" y="810414"/>
                      <a:pt x="1843730" y="814005"/>
                    </a:cubicBezTo>
                    <a:cubicBezTo>
                      <a:pt x="1841514" y="817640"/>
                      <a:pt x="1840760" y="821187"/>
                      <a:pt x="1842223" y="823758"/>
                    </a:cubicBezTo>
                    <a:cubicBezTo>
                      <a:pt x="1840760" y="821142"/>
                      <a:pt x="1837302" y="819901"/>
                      <a:pt x="1833180" y="819813"/>
                    </a:cubicBezTo>
                    <a:cubicBezTo>
                      <a:pt x="1831096" y="819635"/>
                      <a:pt x="1828880" y="819813"/>
                      <a:pt x="1826574" y="820212"/>
                    </a:cubicBezTo>
                    <a:cubicBezTo>
                      <a:pt x="1824313" y="820345"/>
                      <a:pt x="1821964" y="821142"/>
                      <a:pt x="1819703" y="821630"/>
                    </a:cubicBezTo>
                    <a:cubicBezTo>
                      <a:pt x="1816467" y="822561"/>
                      <a:pt x="1813364" y="823049"/>
                      <a:pt x="1810438" y="823226"/>
                    </a:cubicBezTo>
                    <a:cubicBezTo>
                      <a:pt x="1809064" y="823093"/>
                      <a:pt x="1807556" y="823403"/>
                      <a:pt x="1806227" y="823093"/>
                    </a:cubicBezTo>
                    <a:cubicBezTo>
                      <a:pt x="1804941" y="822738"/>
                      <a:pt x="1803522" y="822827"/>
                      <a:pt x="1802281" y="822339"/>
                    </a:cubicBezTo>
                    <a:cubicBezTo>
                      <a:pt x="1800552" y="821630"/>
                      <a:pt x="1798690" y="821630"/>
                      <a:pt x="1796917" y="821054"/>
                    </a:cubicBezTo>
                    <a:cubicBezTo>
                      <a:pt x="1795099" y="820699"/>
                      <a:pt x="1793193" y="820743"/>
                      <a:pt x="1791420" y="820433"/>
                    </a:cubicBezTo>
                    <a:cubicBezTo>
                      <a:pt x="1789602" y="820300"/>
                      <a:pt x="1787829" y="820478"/>
                      <a:pt x="1786189" y="820921"/>
                    </a:cubicBezTo>
                    <a:cubicBezTo>
                      <a:pt x="1784549" y="821408"/>
                      <a:pt x="1783219" y="821985"/>
                      <a:pt x="1782110" y="823137"/>
                    </a:cubicBezTo>
                    <a:cubicBezTo>
                      <a:pt x="1784194" y="820832"/>
                      <a:pt x="1784549" y="817108"/>
                      <a:pt x="1783795" y="813429"/>
                    </a:cubicBezTo>
                    <a:cubicBezTo>
                      <a:pt x="1783307" y="811567"/>
                      <a:pt x="1783086" y="809661"/>
                      <a:pt x="1782376" y="807755"/>
                    </a:cubicBezTo>
                    <a:cubicBezTo>
                      <a:pt x="1782066" y="806735"/>
                      <a:pt x="1781711" y="805760"/>
                      <a:pt x="1781268" y="804784"/>
                    </a:cubicBezTo>
                    <a:cubicBezTo>
                      <a:pt x="1780869" y="803720"/>
                      <a:pt x="1780426" y="802657"/>
                      <a:pt x="1779850" y="801637"/>
                    </a:cubicBezTo>
                    <a:cubicBezTo>
                      <a:pt x="1778387" y="798578"/>
                      <a:pt x="1777012" y="795342"/>
                      <a:pt x="1775993" y="791884"/>
                    </a:cubicBezTo>
                    <a:cubicBezTo>
                      <a:pt x="1774884" y="788471"/>
                      <a:pt x="1774042" y="784835"/>
                      <a:pt x="1773377" y="781156"/>
                    </a:cubicBezTo>
                    <a:cubicBezTo>
                      <a:pt x="1772446" y="775969"/>
                      <a:pt x="1770629" y="771314"/>
                      <a:pt x="1768323" y="767812"/>
                    </a:cubicBezTo>
                    <a:cubicBezTo>
                      <a:pt x="1765974" y="764310"/>
                      <a:pt x="1763048" y="762049"/>
                      <a:pt x="1759812" y="762094"/>
                    </a:cubicBezTo>
                    <a:cubicBezTo>
                      <a:pt x="1763092" y="762005"/>
                      <a:pt x="1765841" y="759567"/>
                      <a:pt x="1768102" y="755932"/>
                    </a:cubicBezTo>
                    <a:cubicBezTo>
                      <a:pt x="1770274" y="752296"/>
                      <a:pt x="1772003" y="747464"/>
                      <a:pt x="1772624" y="742100"/>
                    </a:cubicBezTo>
                    <a:cubicBezTo>
                      <a:pt x="1772890" y="740194"/>
                      <a:pt x="1773200" y="738288"/>
                      <a:pt x="1773510" y="736382"/>
                    </a:cubicBezTo>
                    <a:cubicBezTo>
                      <a:pt x="1773865" y="734475"/>
                      <a:pt x="1774220" y="732614"/>
                      <a:pt x="1774663" y="730752"/>
                    </a:cubicBezTo>
                    <a:cubicBezTo>
                      <a:pt x="1775505" y="727028"/>
                      <a:pt x="1776480" y="723348"/>
                      <a:pt x="1777722" y="719891"/>
                    </a:cubicBezTo>
                    <a:cubicBezTo>
                      <a:pt x="1778520" y="717364"/>
                      <a:pt x="1779185" y="715058"/>
                      <a:pt x="1779406" y="712709"/>
                    </a:cubicBezTo>
                    <a:cubicBezTo>
                      <a:pt x="1779805" y="710492"/>
                      <a:pt x="1779761" y="708231"/>
                      <a:pt x="1779628" y="706281"/>
                    </a:cubicBezTo>
                    <a:cubicBezTo>
                      <a:pt x="1779185" y="702247"/>
                      <a:pt x="1777899" y="698878"/>
                      <a:pt x="1775062" y="697060"/>
                    </a:cubicBezTo>
                    <a:cubicBezTo>
                      <a:pt x="1777855" y="698789"/>
                      <a:pt x="1781667" y="698479"/>
                      <a:pt x="1785302" y="697282"/>
                    </a:cubicBezTo>
                    <a:cubicBezTo>
                      <a:pt x="1787208" y="696839"/>
                      <a:pt x="1788937" y="695863"/>
                      <a:pt x="1790711" y="695154"/>
                    </a:cubicBezTo>
                    <a:cubicBezTo>
                      <a:pt x="1792440" y="694267"/>
                      <a:pt x="1794035" y="693425"/>
                      <a:pt x="1795498" y="692450"/>
                    </a:cubicBezTo>
                    <a:cubicBezTo>
                      <a:pt x="1797582" y="690942"/>
                      <a:pt x="1799665" y="690277"/>
                      <a:pt x="1801705" y="689746"/>
                    </a:cubicBezTo>
                    <a:cubicBezTo>
                      <a:pt x="1802237" y="689657"/>
                      <a:pt x="1802724" y="689524"/>
                      <a:pt x="1803301" y="689435"/>
                    </a:cubicBezTo>
                    <a:lnTo>
                      <a:pt x="1805783" y="689302"/>
                    </a:lnTo>
                    <a:cubicBezTo>
                      <a:pt x="1806625" y="689302"/>
                      <a:pt x="1807423" y="689169"/>
                      <a:pt x="1808266" y="689125"/>
                    </a:cubicBezTo>
                    <a:cubicBezTo>
                      <a:pt x="1809108" y="689081"/>
                      <a:pt x="1809906" y="688992"/>
                      <a:pt x="1810704" y="689081"/>
                    </a:cubicBezTo>
                    <a:cubicBezTo>
                      <a:pt x="1812965" y="689302"/>
                      <a:pt x="1815137" y="688770"/>
                      <a:pt x="1817176" y="688593"/>
                    </a:cubicBezTo>
                    <a:cubicBezTo>
                      <a:pt x="1819215" y="688371"/>
                      <a:pt x="1821210" y="687618"/>
                      <a:pt x="1823028" y="686953"/>
                    </a:cubicBezTo>
                    <a:cubicBezTo>
                      <a:pt x="1826619" y="685667"/>
                      <a:pt x="1829766" y="683273"/>
                      <a:pt x="1830875" y="680037"/>
                    </a:cubicBezTo>
                    <a:cubicBezTo>
                      <a:pt x="1829810" y="683229"/>
                      <a:pt x="1830786" y="687130"/>
                      <a:pt x="1832869" y="690455"/>
                    </a:cubicBezTo>
                    <a:cubicBezTo>
                      <a:pt x="1833933" y="692051"/>
                      <a:pt x="1835130" y="694001"/>
                      <a:pt x="1836726" y="695509"/>
                    </a:cubicBezTo>
                    <a:cubicBezTo>
                      <a:pt x="1838278" y="696972"/>
                      <a:pt x="1840007" y="698833"/>
                      <a:pt x="1842090" y="700075"/>
                    </a:cubicBezTo>
                    <a:cubicBezTo>
                      <a:pt x="1844972" y="702203"/>
                      <a:pt x="1847853" y="704419"/>
                      <a:pt x="1850646" y="706990"/>
                    </a:cubicBezTo>
                    <a:cubicBezTo>
                      <a:pt x="1852065" y="708187"/>
                      <a:pt x="1853439" y="709561"/>
                      <a:pt x="1854813" y="710891"/>
                    </a:cubicBezTo>
                    <a:cubicBezTo>
                      <a:pt x="1856187" y="712221"/>
                      <a:pt x="1857562" y="713596"/>
                      <a:pt x="1858892" y="715058"/>
                    </a:cubicBezTo>
                    <a:cubicBezTo>
                      <a:pt x="1862704" y="719004"/>
                      <a:pt x="1867137" y="722063"/>
                      <a:pt x="1871437" y="723526"/>
                    </a:cubicBezTo>
                    <a:cubicBezTo>
                      <a:pt x="1875737" y="724944"/>
                      <a:pt x="1879816" y="724856"/>
                      <a:pt x="1882564" y="722506"/>
                    </a:cubicBezTo>
                    <a:cubicBezTo>
                      <a:pt x="1881190" y="723659"/>
                      <a:pt x="1880259" y="725210"/>
                      <a:pt x="1879816" y="727072"/>
                    </a:cubicBezTo>
                    <a:cubicBezTo>
                      <a:pt x="1879328" y="728934"/>
                      <a:pt x="1879284" y="731062"/>
                      <a:pt x="1879683" y="733412"/>
                    </a:cubicBezTo>
                    <a:cubicBezTo>
                      <a:pt x="1879860" y="734564"/>
                      <a:pt x="1880171" y="735761"/>
                      <a:pt x="1880614" y="737002"/>
                    </a:cubicBezTo>
                    <a:cubicBezTo>
                      <a:pt x="1881057" y="738244"/>
                      <a:pt x="1881589" y="739529"/>
                      <a:pt x="1882254" y="740815"/>
                    </a:cubicBezTo>
                    <a:cubicBezTo>
                      <a:pt x="1883540" y="743386"/>
                      <a:pt x="1885801" y="746090"/>
                      <a:pt x="1888194" y="748573"/>
                    </a:cubicBezTo>
                    <a:cubicBezTo>
                      <a:pt x="1891697" y="752119"/>
                      <a:pt x="1895066" y="755843"/>
                      <a:pt x="1899144" y="758769"/>
                    </a:cubicBezTo>
                    <a:lnTo>
                      <a:pt x="1905040" y="763424"/>
                    </a:lnTo>
                    <a:cubicBezTo>
                      <a:pt x="1907035" y="764975"/>
                      <a:pt x="1908941" y="766571"/>
                      <a:pt x="1911158" y="767768"/>
                    </a:cubicBezTo>
                    <a:cubicBezTo>
                      <a:pt x="1914172" y="769586"/>
                      <a:pt x="1917231" y="771004"/>
                      <a:pt x="1920157" y="771935"/>
                    </a:cubicBezTo>
                    <a:cubicBezTo>
                      <a:pt x="1921620" y="772423"/>
                      <a:pt x="1923039" y="772777"/>
                      <a:pt x="1924413" y="773043"/>
                    </a:cubicBezTo>
                    <a:cubicBezTo>
                      <a:pt x="1925831" y="773221"/>
                      <a:pt x="1927206" y="773176"/>
                      <a:pt x="1928491" y="773132"/>
                    </a:cubicBezTo>
                    <a:cubicBezTo>
                      <a:pt x="1933634" y="772777"/>
                      <a:pt x="1937357" y="770738"/>
                      <a:pt x="1938776" y="767325"/>
                    </a:cubicBezTo>
                    <a:cubicBezTo>
                      <a:pt x="1938067" y="769009"/>
                      <a:pt x="1937978" y="770916"/>
                      <a:pt x="1938510" y="772910"/>
                    </a:cubicBezTo>
                    <a:cubicBezTo>
                      <a:pt x="1939042" y="774817"/>
                      <a:pt x="1940106" y="777077"/>
                      <a:pt x="1941835" y="778895"/>
                    </a:cubicBezTo>
                    <a:cubicBezTo>
                      <a:pt x="1943564" y="780713"/>
                      <a:pt x="1945825" y="782442"/>
                      <a:pt x="1948529" y="783993"/>
                    </a:cubicBezTo>
                    <a:cubicBezTo>
                      <a:pt x="1951233" y="785456"/>
                      <a:pt x="1954292" y="787052"/>
                      <a:pt x="1957750" y="787673"/>
                    </a:cubicBezTo>
                    <a:lnTo>
                      <a:pt x="1972423" y="790333"/>
                    </a:lnTo>
                    <a:lnTo>
                      <a:pt x="1987274" y="791308"/>
                    </a:lnTo>
                    <a:cubicBezTo>
                      <a:pt x="1990776" y="791662"/>
                      <a:pt x="1994057" y="790776"/>
                      <a:pt x="1997027" y="790022"/>
                    </a:cubicBezTo>
                    <a:cubicBezTo>
                      <a:pt x="1999997" y="789180"/>
                      <a:pt x="2002613" y="788027"/>
                      <a:pt x="2004696" y="786653"/>
                    </a:cubicBezTo>
                    <a:cubicBezTo>
                      <a:pt x="2006824" y="785367"/>
                      <a:pt x="2008376" y="783417"/>
                      <a:pt x="2009351" y="781644"/>
                    </a:cubicBezTo>
                    <a:cubicBezTo>
                      <a:pt x="2010326" y="779826"/>
                      <a:pt x="2010681" y="777920"/>
                      <a:pt x="2010415" y="776014"/>
                    </a:cubicBezTo>
                    <a:cubicBezTo>
                      <a:pt x="2010991" y="779782"/>
                      <a:pt x="2014094" y="782796"/>
                      <a:pt x="2019015" y="784525"/>
                    </a:cubicBezTo>
                    <a:cubicBezTo>
                      <a:pt x="2020256" y="784968"/>
                      <a:pt x="2021586" y="785323"/>
                      <a:pt x="2023005" y="785589"/>
                    </a:cubicBezTo>
                    <a:cubicBezTo>
                      <a:pt x="2024424" y="785811"/>
                      <a:pt x="2025886" y="785766"/>
                      <a:pt x="2027394" y="785722"/>
                    </a:cubicBezTo>
                    <a:cubicBezTo>
                      <a:pt x="2030452" y="785589"/>
                      <a:pt x="2033777" y="785057"/>
                      <a:pt x="2037146" y="784126"/>
                    </a:cubicBezTo>
                    <a:lnTo>
                      <a:pt x="2040737" y="783062"/>
                    </a:lnTo>
                    <a:lnTo>
                      <a:pt x="2044195" y="781644"/>
                    </a:lnTo>
                    <a:lnTo>
                      <a:pt x="2051111" y="778806"/>
                    </a:lnTo>
                    <a:cubicBezTo>
                      <a:pt x="2053371" y="777787"/>
                      <a:pt x="2055766" y="776989"/>
                      <a:pt x="2057938" y="775792"/>
                    </a:cubicBezTo>
                    <a:lnTo>
                      <a:pt x="2064499" y="772157"/>
                    </a:lnTo>
                    <a:cubicBezTo>
                      <a:pt x="2067557" y="770428"/>
                      <a:pt x="2070306" y="768522"/>
                      <a:pt x="2072478" y="766305"/>
                    </a:cubicBezTo>
                    <a:cubicBezTo>
                      <a:pt x="2074517" y="763956"/>
                      <a:pt x="2076158" y="761517"/>
                      <a:pt x="2077177" y="759123"/>
                    </a:cubicBezTo>
                    <a:cubicBezTo>
                      <a:pt x="2079305" y="754380"/>
                      <a:pt x="2079172" y="750036"/>
                      <a:pt x="2076690" y="747021"/>
                    </a:cubicBezTo>
                    <a:cubicBezTo>
                      <a:pt x="2077931" y="748528"/>
                      <a:pt x="2079660" y="749637"/>
                      <a:pt x="2081699" y="750169"/>
                    </a:cubicBezTo>
                    <a:cubicBezTo>
                      <a:pt x="2083694" y="750656"/>
                      <a:pt x="2085999" y="750612"/>
                      <a:pt x="2088526" y="750036"/>
                    </a:cubicBezTo>
                    <a:cubicBezTo>
                      <a:pt x="2091053" y="749459"/>
                      <a:pt x="2093757" y="748395"/>
                      <a:pt x="2096461" y="746844"/>
                    </a:cubicBezTo>
                    <a:cubicBezTo>
                      <a:pt x="2097836" y="746046"/>
                      <a:pt x="2099165" y="745159"/>
                      <a:pt x="2100540" y="744184"/>
                    </a:cubicBezTo>
                    <a:cubicBezTo>
                      <a:pt x="2101737" y="743076"/>
                      <a:pt x="2102934" y="741834"/>
                      <a:pt x="2104042" y="740504"/>
                    </a:cubicBezTo>
                    <a:cubicBezTo>
                      <a:pt x="2107234" y="736692"/>
                      <a:pt x="2110559" y="732924"/>
                      <a:pt x="2113529" y="728978"/>
                    </a:cubicBezTo>
                    <a:lnTo>
                      <a:pt x="2121641" y="716477"/>
                    </a:lnTo>
                    <a:cubicBezTo>
                      <a:pt x="2123681" y="713463"/>
                      <a:pt x="2124611" y="710714"/>
                      <a:pt x="2125276" y="708010"/>
                    </a:cubicBezTo>
                    <a:cubicBezTo>
                      <a:pt x="2125941" y="705306"/>
                      <a:pt x="2126163" y="702646"/>
                      <a:pt x="2125986" y="700208"/>
                    </a:cubicBezTo>
                    <a:cubicBezTo>
                      <a:pt x="2125631" y="695376"/>
                      <a:pt x="2123503" y="691430"/>
                      <a:pt x="2119957" y="689568"/>
                    </a:cubicBezTo>
                    <a:cubicBezTo>
                      <a:pt x="2127050" y="693425"/>
                      <a:pt x="2137733" y="687529"/>
                      <a:pt x="2143452" y="676934"/>
                    </a:cubicBezTo>
                    <a:lnTo>
                      <a:pt x="2149614" y="665674"/>
                    </a:lnTo>
                    <a:cubicBezTo>
                      <a:pt x="2151698" y="661994"/>
                      <a:pt x="2153693" y="658182"/>
                      <a:pt x="2155821" y="654591"/>
                    </a:cubicBezTo>
                    <a:cubicBezTo>
                      <a:pt x="2158791" y="649537"/>
                      <a:pt x="2159943" y="643996"/>
                      <a:pt x="2159677" y="639385"/>
                    </a:cubicBezTo>
                    <a:cubicBezTo>
                      <a:pt x="2159367" y="634731"/>
                      <a:pt x="2157461" y="630652"/>
                      <a:pt x="2153958" y="628436"/>
                    </a:cubicBezTo>
                    <a:cubicBezTo>
                      <a:pt x="2155732" y="629544"/>
                      <a:pt x="2157727" y="630076"/>
                      <a:pt x="2159810" y="630120"/>
                    </a:cubicBezTo>
                    <a:cubicBezTo>
                      <a:pt x="2161938" y="630165"/>
                      <a:pt x="2164110" y="629677"/>
                      <a:pt x="2166327" y="628879"/>
                    </a:cubicBezTo>
                    <a:cubicBezTo>
                      <a:pt x="2168544" y="628081"/>
                      <a:pt x="2170760" y="626840"/>
                      <a:pt x="2172799" y="625288"/>
                    </a:cubicBezTo>
                    <a:cubicBezTo>
                      <a:pt x="2174883" y="623737"/>
                      <a:pt x="2176700" y="621653"/>
                      <a:pt x="2178385" y="619481"/>
                    </a:cubicBezTo>
                    <a:lnTo>
                      <a:pt x="2185700" y="610216"/>
                    </a:lnTo>
                    <a:cubicBezTo>
                      <a:pt x="2188227" y="607290"/>
                      <a:pt x="2190886" y="604541"/>
                      <a:pt x="2193458" y="601660"/>
                    </a:cubicBezTo>
                    <a:cubicBezTo>
                      <a:pt x="2195186" y="599576"/>
                      <a:pt x="2196871" y="597759"/>
                      <a:pt x="2197979" y="595586"/>
                    </a:cubicBezTo>
                    <a:cubicBezTo>
                      <a:pt x="2199132" y="593459"/>
                      <a:pt x="2199930" y="591198"/>
                      <a:pt x="2200329" y="588937"/>
                    </a:cubicBezTo>
                    <a:cubicBezTo>
                      <a:pt x="2200684" y="586587"/>
                      <a:pt x="2200816" y="584504"/>
                      <a:pt x="2200462" y="582465"/>
                    </a:cubicBezTo>
                    <a:cubicBezTo>
                      <a:pt x="2200107" y="580425"/>
                      <a:pt x="2199309" y="578430"/>
                      <a:pt x="2198023" y="576790"/>
                    </a:cubicBezTo>
                    <a:cubicBezTo>
                      <a:pt x="2200684" y="580115"/>
                      <a:pt x="2204939" y="581800"/>
                      <a:pt x="2209372" y="582021"/>
                    </a:cubicBezTo>
                    <a:cubicBezTo>
                      <a:pt x="2211589" y="582066"/>
                      <a:pt x="2213850" y="581800"/>
                      <a:pt x="2216243" y="581445"/>
                    </a:cubicBezTo>
                    <a:cubicBezTo>
                      <a:pt x="2218593" y="581002"/>
                      <a:pt x="2220898" y="580204"/>
                      <a:pt x="2223071" y="578918"/>
                    </a:cubicBezTo>
                    <a:cubicBezTo>
                      <a:pt x="2223869" y="578475"/>
                      <a:pt x="2224622" y="577987"/>
                      <a:pt x="2225420" y="577588"/>
                    </a:cubicBezTo>
                    <a:lnTo>
                      <a:pt x="2227903" y="576569"/>
                    </a:lnTo>
                    <a:lnTo>
                      <a:pt x="2232823" y="574485"/>
                    </a:lnTo>
                    <a:cubicBezTo>
                      <a:pt x="2234508" y="573864"/>
                      <a:pt x="2236060" y="572933"/>
                      <a:pt x="2237788" y="572490"/>
                    </a:cubicBezTo>
                    <a:lnTo>
                      <a:pt x="2242975" y="571071"/>
                    </a:lnTo>
                    <a:cubicBezTo>
                      <a:pt x="2245413" y="570407"/>
                      <a:pt x="2247585" y="569254"/>
                      <a:pt x="2249536" y="567924"/>
                    </a:cubicBezTo>
                    <a:cubicBezTo>
                      <a:pt x="2251620" y="566816"/>
                      <a:pt x="2253393" y="565397"/>
                      <a:pt x="2254900" y="563713"/>
                    </a:cubicBezTo>
                    <a:cubicBezTo>
                      <a:pt x="2257870" y="560343"/>
                      <a:pt x="2259688" y="556043"/>
                      <a:pt x="2259156" y="551699"/>
                    </a:cubicBezTo>
                    <a:cubicBezTo>
                      <a:pt x="2259422" y="553871"/>
                      <a:pt x="2260264" y="555866"/>
                      <a:pt x="2261461" y="557595"/>
                    </a:cubicBezTo>
                    <a:cubicBezTo>
                      <a:pt x="2262082" y="558437"/>
                      <a:pt x="2262791" y="559279"/>
                      <a:pt x="2263589" y="560077"/>
                    </a:cubicBezTo>
                    <a:cubicBezTo>
                      <a:pt x="2264387" y="560875"/>
                      <a:pt x="2265274" y="561673"/>
                      <a:pt x="2266249" y="562338"/>
                    </a:cubicBezTo>
                    <a:cubicBezTo>
                      <a:pt x="2268155" y="563713"/>
                      <a:pt x="2270327" y="564821"/>
                      <a:pt x="2272677" y="565574"/>
                    </a:cubicBezTo>
                    <a:cubicBezTo>
                      <a:pt x="2275026" y="566328"/>
                      <a:pt x="2277553" y="566594"/>
                      <a:pt x="2280125" y="566638"/>
                    </a:cubicBezTo>
                    <a:cubicBezTo>
                      <a:pt x="2283715" y="566904"/>
                      <a:pt x="2287395" y="566904"/>
                      <a:pt x="2290897" y="567525"/>
                    </a:cubicBezTo>
                    <a:cubicBezTo>
                      <a:pt x="2294443" y="567880"/>
                      <a:pt x="2297813" y="568678"/>
                      <a:pt x="2301226" y="569387"/>
                    </a:cubicBezTo>
                    <a:cubicBezTo>
                      <a:pt x="2303575" y="570008"/>
                      <a:pt x="2305836" y="570274"/>
                      <a:pt x="2308142" y="570052"/>
                    </a:cubicBezTo>
                    <a:cubicBezTo>
                      <a:pt x="2310358" y="570008"/>
                      <a:pt x="2312575" y="569564"/>
                      <a:pt x="2314658" y="568766"/>
                    </a:cubicBezTo>
                    <a:cubicBezTo>
                      <a:pt x="2316786" y="567924"/>
                      <a:pt x="2318693" y="567037"/>
                      <a:pt x="2320377" y="565663"/>
                    </a:cubicBezTo>
                    <a:cubicBezTo>
                      <a:pt x="2322062" y="564289"/>
                      <a:pt x="2323524" y="562604"/>
                      <a:pt x="2324500" y="560609"/>
                    </a:cubicBezTo>
                    <a:cubicBezTo>
                      <a:pt x="2323524" y="562649"/>
                      <a:pt x="2323126" y="564821"/>
                      <a:pt x="2323170" y="566949"/>
                    </a:cubicBezTo>
                    <a:cubicBezTo>
                      <a:pt x="2323214" y="569077"/>
                      <a:pt x="2323569" y="571426"/>
                      <a:pt x="2324278" y="573510"/>
                    </a:cubicBezTo>
                    <a:cubicBezTo>
                      <a:pt x="2325032" y="575593"/>
                      <a:pt x="2326051" y="577588"/>
                      <a:pt x="2327293" y="579494"/>
                    </a:cubicBezTo>
                    <a:cubicBezTo>
                      <a:pt x="2327958" y="580425"/>
                      <a:pt x="2328667" y="581312"/>
                      <a:pt x="2329465" y="582110"/>
                    </a:cubicBezTo>
                    <a:cubicBezTo>
                      <a:pt x="2330263" y="582997"/>
                      <a:pt x="2331105" y="583839"/>
                      <a:pt x="2332036" y="584548"/>
                    </a:cubicBezTo>
                    <a:cubicBezTo>
                      <a:pt x="2333410" y="585568"/>
                      <a:pt x="2334740" y="586676"/>
                      <a:pt x="2336026" y="587873"/>
                    </a:cubicBezTo>
                    <a:cubicBezTo>
                      <a:pt x="2337312" y="589026"/>
                      <a:pt x="2338686" y="590178"/>
                      <a:pt x="2339883" y="591464"/>
                    </a:cubicBezTo>
                    <a:cubicBezTo>
                      <a:pt x="2342454" y="593902"/>
                      <a:pt x="2344848" y="596651"/>
                      <a:pt x="2347242" y="599443"/>
                    </a:cubicBezTo>
                    <a:cubicBezTo>
                      <a:pt x="2348837" y="601527"/>
                      <a:pt x="2350832" y="603078"/>
                      <a:pt x="2352871" y="604453"/>
                    </a:cubicBezTo>
                    <a:cubicBezTo>
                      <a:pt x="2354911" y="605827"/>
                      <a:pt x="2357172" y="606758"/>
                      <a:pt x="2359433" y="607423"/>
                    </a:cubicBezTo>
                    <a:cubicBezTo>
                      <a:pt x="2363954" y="608709"/>
                      <a:pt x="2368742" y="608354"/>
                      <a:pt x="2372599" y="605827"/>
                    </a:cubicBezTo>
                    <a:cubicBezTo>
                      <a:pt x="2368786" y="608354"/>
                      <a:pt x="2366570" y="612698"/>
                      <a:pt x="2365994" y="617442"/>
                    </a:cubicBezTo>
                    <a:cubicBezTo>
                      <a:pt x="2365373" y="622229"/>
                      <a:pt x="2366304" y="627549"/>
                      <a:pt x="2369052" y="632559"/>
                    </a:cubicBezTo>
                    <a:cubicBezTo>
                      <a:pt x="2372954" y="639740"/>
                      <a:pt x="2376722" y="647188"/>
                      <a:pt x="2380490" y="654857"/>
                    </a:cubicBezTo>
                    <a:cubicBezTo>
                      <a:pt x="2385765" y="665674"/>
                      <a:pt x="2397158" y="671437"/>
                      <a:pt x="2405537" y="667137"/>
                    </a:cubicBezTo>
                    <a:cubicBezTo>
                      <a:pt x="2401370" y="669265"/>
                      <a:pt x="2398710" y="673432"/>
                      <a:pt x="2397823" y="678574"/>
                    </a:cubicBezTo>
                    <a:cubicBezTo>
                      <a:pt x="2396981" y="683672"/>
                      <a:pt x="2398000" y="689790"/>
                      <a:pt x="2401281" y="695553"/>
                    </a:cubicBezTo>
                    <a:cubicBezTo>
                      <a:pt x="2403586" y="699676"/>
                      <a:pt x="2406113" y="703798"/>
                      <a:pt x="2408773" y="707921"/>
                    </a:cubicBezTo>
                    <a:cubicBezTo>
                      <a:pt x="2411477" y="712044"/>
                      <a:pt x="2414447" y="716211"/>
                      <a:pt x="2417683" y="720290"/>
                    </a:cubicBezTo>
                    <a:cubicBezTo>
                      <a:pt x="2420077" y="723171"/>
                      <a:pt x="2422737" y="725654"/>
                      <a:pt x="2425397" y="727161"/>
                    </a:cubicBezTo>
                    <a:cubicBezTo>
                      <a:pt x="2428057" y="728801"/>
                      <a:pt x="2430894" y="729821"/>
                      <a:pt x="2433554" y="730264"/>
                    </a:cubicBezTo>
                    <a:cubicBezTo>
                      <a:pt x="2438874" y="731239"/>
                      <a:pt x="2443839" y="729688"/>
                      <a:pt x="2447031" y="726186"/>
                    </a:cubicBezTo>
                    <a:cubicBezTo>
                      <a:pt x="2443794" y="729688"/>
                      <a:pt x="2442730" y="734786"/>
                      <a:pt x="2444060" y="740017"/>
                    </a:cubicBezTo>
                    <a:cubicBezTo>
                      <a:pt x="2445346" y="745292"/>
                      <a:pt x="2448893" y="750834"/>
                      <a:pt x="2454434" y="754868"/>
                    </a:cubicBezTo>
                    <a:cubicBezTo>
                      <a:pt x="2458291" y="757794"/>
                      <a:pt x="2462369" y="760498"/>
                      <a:pt x="2466447" y="763158"/>
                    </a:cubicBezTo>
                    <a:cubicBezTo>
                      <a:pt x="2470526" y="765773"/>
                      <a:pt x="2474738" y="768300"/>
                      <a:pt x="2478993" y="770650"/>
                    </a:cubicBezTo>
                    <a:cubicBezTo>
                      <a:pt x="2481963" y="772334"/>
                      <a:pt x="2485155" y="773309"/>
                      <a:pt x="2488214" y="773886"/>
                    </a:cubicBezTo>
                    <a:cubicBezTo>
                      <a:pt x="2491273" y="774418"/>
                      <a:pt x="2494287" y="774285"/>
                      <a:pt x="2496903" y="773753"/>
                    </a:cubicBezTo>
                    <a:cubicBezTo>
                      <a:pt x="2502223" y="772689"/>
                      <a:pt x="2506390" y="769408"/>
                      <a:pt x="2508163" y="764931"/>
                    </a:cubicBezTo>
                    <a:cubicBezTo>
                      <a:pt x="2506390" y="769408"/>
                      <a:pt x="2507099" y="774639"/>
                      <a:pt x="2510291" y="779161"/>
                    </a:cubicBezTo>
                    <a:cubicBezTo>
                      <a:pt x="2511887" y="781378"/>
                      <a:pt x="2513970" y="783550"/>
                      <a:pt x="2516586" y="785323"/>
                    </a:cubicBezTo>
                    <a:cubicBezTo>
                      <a:pt x="2519246" y="787008"/>
                      <a:pt x="2522305" y="788471"/>
                      <a:pt x="2525718" y="789401"/>
                    </a:cubicBezTo>
                    <a:cubicBezTo>
                      <a:pt x="2530594" y="790554"/>
                      <a:pt x="2535515" y="791751"/>
                      <a:pt x="2540525" y="792505"/>
                    </a:cubicBezTo>
                    <a:cubicBezTo>
                      <a:pt x="2545490" y="793480"/>
                      <a:pt x="2550588" y="793835"/>
                      <a:pt x="2555686" y="794367"/>
                    </a:cubicBezTo>
                    <a:cubicBezTo>
                      <a:pt x="2559276" y="794544"/>
                      <a:pt x="2562734" y="794189"/>
                      <a:pt x="2565838" y="793391"/>
                    </a:cubicBezTo>
                    <a:cubicBezTo>
                      <a:pt x="2568941" y="792416"/>
                      <a:pt x="2571689" y="791042"/>
                      <a:pt x="2573950" y="789357"/>
                    </a:cubicBezTo>
                    <a:cubicBezTo>
                      <a:pt x="2576167" y="787717"/>
                      <a:pt x="2577851" y="785545"/>
                      <a:pt x="2578915" y="783284"/>
                    </a:cubicBezTo>
                    <a:cubicBezTo>
                      <a:pt x="2579979" y="781023"/>
                      <a:pt x="2580422" y="778585"/>
                      <a:pt x="2580156" y="776147"/>
                    </a:cubicBezTo>
                    <a:cubicBezTo>
                      <a:pt x="2580600" y="781023"/>
                      <a:pt x="2583747" y="785500"/>
                      <a:pt x="2588801" y="787983"/>
                    </a:cubicBezTo>
                    <a:cubicBezTo>
                      <a:pt x="2591328" y="789224"/>
                      <a:pt x="2594298" y="790111"/>
                      <a:pt x="2597578" y="790510"/>
                    </a:cubicBezTo>
                    <a:cubicBezTo>
                      <a:pt x="2600815" y="790731"/>
                      <a:pt x="2604317" y="790421"/>
                      <a:pt x="2607819" y="789579"/>
                    </a:cubicBezTo>
                    <a:cubicBezTo>
                      <a:pt x="2612740" y="788116"/>
                      <a:pt x="2617749" y="786697"/>
                      <a:pt x="2622537" y="784835"/>
                    </a:cubicBezTo>
                    <a:cubicBezTo>
                      <a:pt x="2627325" y="782974"/>
                      <a:pt x="2632112" y="781112"/>
                      <a:pt x="2636634" y="778762"/>
                    </a:cubicBezTo>
                    <a:cubicBezTo>
                      <a:pt x="2639870" y="777255"/>
                      <a:pt x="2642707" y="775260"/>
                      <a:pt x="2644880" y="772866"/>
                    </a:cubicBezTo>
                    <a:cubicBezTo>
                      <a:pt x="2647096" y="770561"/>
                      <a:pt x="2648781" y="768034"/>
                      <a:pt x="2649845" y="765463"/>
                    </a:cubicBezTo>
                    <a:cubicBezTo>
                      <a:pt x="2651840" y="760143"/>
                      <a:pt x="2651485" y="754868"/>
                      <a:pt x="2648603" y="750701"/>
                    </a:cubicBezTo>
                    <a:cubicBezTo>
                      <a:pt x="2650022" y="752784"/>
                      <a:pt x="2651928" y="754424"/>
                      <a:pt x="2654189" y="755533"/>
                    </a:cubicBezTo>
                    <a:cubicBezTo>
                      <a:pt x="2656450" y="756641"/>
                      <a:pt x="2659154" y="757306"/>
                      <a:pt x="2661858" y="757262"/>
                    </a:cubicBezTo>
                    <a:cubicBezTo>
                      <a:pt x="2664607" y="757217"/>
                      <a:pt x="2667577" y="756685"/>
                      <a:pt x="2670547" y="755533"/>
                    </a:cubicBezTo>
                    <a:cubicBezTo>
                      <a:pt x="2673562" y="754469"/>
                      <a:pt x="2676355" y="752651"/>
                      <a:pt x="2678926" y="750390"/>
                    </a:cubicBezTo>
                    <a:lnTo>
                      <a:pt x="2684467" y="745514"/>
                    </a:lnTo>
                    <a:lnTo>
                      <a:pt x="2689654" y="740371"/>
                    </a:lnTo>
                    <a:lnTo>
                      <a:pt x="2694796" y="735229"/>
                    </a:lnTo>
                    <a:lnTo>
                      <a:pt x="2699584" y="729865"/>
                    </a:lnTo>
                    <a:cubicBezTo>
                      <a:pt x="2701801" y="727338"/>
                      <a:pt x="2703662" y="724634"/>
                      <a:pt x="2704726" y="721797"/>
                    </a:cubicBezTo>
                    <a:cubicBezTo>
                      <a:pt x="2705790" y="718960"/>
                      <a:pt x="2706367" y="716078"/>
                      <a:pt x="2706367" y="713330"/>
                    </a:cubicBezTo>
                    <a:cubicBezTo>
                      <a:pt x="2706411" y="707877"/>
                      <a:pt x="2704283" y="703045"/>
                      <a:pt x="2700160" y="699986"/>
                    </a:cubicBezTo>
                    <a:cubicBezTo>
                      <a:pt x="2708361" y="706104"/>
                      <a:pt x="2721084" y="703133"/>
                      <a:pt x="2728444" y="693336"/>
                    </a:cubicBezTo>
                    <a:lnTo>
                      <a:pt x="2744048" y="672368"/>
                    </a:lnTo>
                    <a:cubicBezTo>
                      <a:pt x="2751318" y="662571"/>
                      <a:pt x="2750387" y="649537"/>
                      <a:pt x="2742009" y="643375"/>
                    </a:cubicBezTo>
                    <a:cubicBezTo>
                      <a:pt x="2750387" y="649493"/>
                      <a:pt x="2763155" y="646523"/>
                      <a:pt x="2770380" y="636859"/>
                    </a:cubicBezTo>
                    <a:lnTo>
                      <a:pt x="2778094" y="626618"/>
                    </a:lnTo>
                    <a:cubicBezTo>
                      <a:pt x="2780665" y="623249"/>
                      <a:pt x="2783237" y="619747"/>
                      <a:pt x="2785808" y="616555"/>
                    </a:cubicBezTo>
                    <a:cubicBezTo>
                      <a:pt x="2789443" y="611989"/>
                      <a:pt x="2791039" y="606403"/>
                      <a:pt x="2790773" y="601305"/>
                    </a:cubicBezTo>
                    <a:cubicBezTo>
                      <a:pt x="2790507" y="596207"/>
                      <a:pt x="2788423" y="591286"/>
                      <a:pt x="2784389" y="587873"/>
                    </a:cubicBezTo>
                    <a:cubicBezTo>
                      <a:pt x="2785409" y="588715"/>
                      <a:pt x="2786473" y="589425"/>
                      <a:pt x="2787625" y="590001"/>
                    </a:cubicBezTo>
                    <a:cubicBezTo>
                      <a:pt x="2791039" y="591730"/>
                      <a:pt x="2794896" y="592306"/>
                      <a:pt x="2798708" y="591818"/>
                    </a:cubicBezTo>
                    <a:cubicBezTo>
                      <a:pt x="2799994" y="591730"/>
                      <a:pt x="2801235" y="591508"/>
                      <a:pt x="2802476" y="591153"/>
                    </a:cubicBezTo>
                    <a:cubicBezTo>
                      <a:pt x="2803717" y="590843"/>
                      <a:pt x="2804914" y="590400"/>
                      <a:pt x="2806111" y="589868"/>
                    </a:cubicBezTo>
                    <a:cubicBezTo>
                      <a:pt x="2808461" y="588848"/>
                      <a:pt x="2810545" y="587075"/>
                      <a:pt x="2812451" y="585435"/>
                    </a:cubicBezTo>
                    <a:lnTo>
                      <a:pt x="2816396" y="581667"/>
                    </a:lnTo>
                    <a:lnTo>
                      <a:pt x="2818347" y="579760"/>
                    </a:lnTo>
                    <a:lnTo>
                      <a:pt x="2820297" y="578209"/>
                    </a:lnTo>
                    <a:lnTo>
                      <a:pt x="2824198" y="575061"/>
                    </a:lnTo>
                    <a:cubicBezTo>
                      <a:pt x="2825484" y="573909"/>
                      <a:pt x="2826814" y="573377"/>
                      <a:pt x="2828099" y="572490"/>
                    </a:cubicBezTo>
                    <a:cubicBezTo>
                      <a:pt x="2829873" y="571293"/>
                      <a:pt x="2831291" y="569697"/>
                      <a:pt x="2832488" y="568190"/>
                    </a:cubicBezTo>
                    <a:cubicBezTo>
                      <a:pt x="2833685" y="566594"/>
                      <a:pt x="2834527" y="564466"/>
                      <a:pt x="2835237" y="562294"/>
                    </a:cubicBezTo>
                    <a:cubicBezTo>
                      <a:pt x="2836700" y="558216"/>
                      <a:pt x="2837276" y="552896"/>
                      <a:pt x="2835769" y="547798"/>
                    </a:cubicBezTo>
                    <a:cubicBezTo>
                      <a:pt x="2836522" y="550325"/>
                      <a:pt x="2837808" y="552586"/>
                      <a:pt x="2839271" y="554536"/>
                    </a:cubicBezTo>
                    <a:cubicBezTo>
                      <a:pt x="2840734" y="556398"/>
                      <a:pt x="2842551" y="558260"/>
                      <a:pt x="2844369" y="559723"/>
                    </a:cubicBezTo>
                    <a:cubicBezTo>
                      <a:pt x="2846231" y="561186"/>
                      <a:pt x="2848182" y="562205"/>
                      <a:pt x="2850176" y="562826"/>
                    </a:cubicBezTo>
                    <a:cubicBezTo>
                      <a:pt x="2852349" y="563668"/>
                      <a:pt x="2854565" y="564067"/>
                      <a:pt x="2856870" y="563846"/>
                    </a:cubicBezTo>
                    <a:cubicBezTo>
                      <a:pt x="2860151" y="563580"/>
                      <a:pt x="2863919" y="563890"/>
                      <a:pt x="2867421" y="563801"/>
                    </a:cubicBezTo>
                    <a:cubicBezTo>
                      <a:pt x="2868485" y="563757"/>
                      <a:pt x="2868795" y="563890"/>
                      <a:pt x="2869372" y="563979"/>
                    </a:cubicBezTo>
                    <a:lnTo>
                      <a:pt x="2870967" y="564112"/>
                    </a:lnTo>
                    <a:cubicBezTo>
                      <a:pt x="2871987" y="564245"/>
                      <a:pt x="2872962" y="564644"/>
                      <a:pt x="2873982" y="564777"/>
                    </a:cubicBezTo>
                    <a:cubicBezTo>
                      <a:pt x="2875356" y="565353"/>
                      <a:pt x="2876864" y="565087"/>
                      <a:pt x="2878592" y="564954"/>
                    </a:cubicBezTo>
                    <a:cubicBezTo>
                      <a:pt x="2880321" y="564599"/>
                      <a:pt x="2882272" y="564112"/>
                      <a:pt x="2884311" y="563314"/>
                    </a:cubicBezTo>
                    <a:cubicBezTo>
                      <a:pt x="2888434" y="561585"/>
                      <a:pt x="2893044" y="559235"/>
                      <a:pt x="2896369" y="554846"/>
                    </a:cubicBezTo>
                    <a:cubicBezTo>
                      <a:pt x="2894729" y="556974"/>
                      <a:pt x="2893621" y="559368"/>
                      <a:pt x="2892867" y="561718"/>
                    </a:cubicBezTo>
                    <a:cubicBezTo>
                      <a:pt x="2892113" y="564156"/>
                      <a:pt x="2891715" y="566638"/>
                      <a:pt x="2891670" y="568944"/>
                    </a:cubicBezTo>
                    <a:cubicBezTo>
                      <a:pt x="2891626" y="571160"/>
                      <a:pt x="2891892" y="573687"/>
                      <a:pt x="2892557" y="575682"/>
                    </a:cubicBezTo>
                    <a:cubicBezTo>
                      <a:pt x="2893222" y="577898"/>
                      <a:pt x="2894330" y="579893"/>
                      <a:pt x="2895882" y="581800"/>
                    </a:cubicBezTo>
                    <a:cubicBezTo>
                      <a:pt x="2900359" y="587208"/>
                      <a:pt x="2904792" y="593547"/>
                      <a:pt x="2909181" y="600286"/>
                    </a:cubicBezTo>
                    <a:cubicBezTo>
                      <a:pt x="2915298" y="609817"/>
                      <a:pt x="2928022" y="613851"/>
                      <a:pt x="2937331" y="608132"/>
                    </a:cubicBezTo>
                    <a:cubicBezTo>
                      <a:pt x="2928154" y="613851"/>
                      <a:pt x="2925495" y="626884"/>
                      <a:pt x="2932588" y="637923"/>
                    </a:cubicBezTo>
                    <a:cubicBezTo>
                      <a:pt x="2935114" y="641824"/>
                      <a:pt x="2937774" y="645769"/>
                      <a:pt x="2940567" y="649715"/>
                    </a:cubicBezTo>
                    <a:lnTo>
                      <a:pt x="2944912" y="655655"/>
                    </a:lnTo>
                    <a:lnTo>
                      <a:pt x="2949611" y="661595"/>
                    </a:lnTo>
                    <a:cubicBezTo>
                      <a:pt x="2952049" y="664388"/>
                      <a:pt x="2954576" y="666693"/>
                      <a:pt x="2957679" y="668334"/>
                    </a:cubicBezTo>
                    <a:cubicBezTo>
                      <a:pt x="2960649" y="670018"/>
                      <a:pt x="2963708" y="671038"/>
                      <a:pt x="2966855" y="671392"/>
                    </a:cubicBezTo>
                    <a:cubicBezTo>
                      <a:pt x="2969914" y="671703"/>
                      <a:pt x="2972707" y="671437"/>
                      <a:pt x="2975323" y="670417"/>
                    </a:cubicBezTo>
                    <a:cubicBezTo>
                      <a:pt x="2977894" y="669398"/>
                      <a:pt x="2980066" y="667757"/>
                      <a:pt x="2981751" y="665629"/>
                    </a:cubicBezTo>
                    <a:cubicBezTo>
                      <a:pt x="2978426" y="669885"/>
                      <a:pt x="2977318" y="675737"/>
                      <a:pt x="2979889" y="681633"/>
                    </a:cubicBezTo>
                    <a:cubicBezTo>
                      <a:pt x="2981041" y="684648"/>
                      <a:pt x="2983213" y="687573"/>
                      <a:pt x="2986139" y="690189"/>
                    </a:cubicBezTo>
                    <a:cubicBezTo>
                      <a:pt x="2987558" y="691563"/>
                      <a:pt x="2989243" y="692760"/>
                      <a:pt x="2991149" y="693780"/>
                    </a:cubicBezTo>
                    <a:cubicBezTo>
                      <a:pt x="2993055" y="694799"/>
                      <a:pt x="2995006" y="695863"/>
                      <a:pt x="2997222" y="696528"/>
                    </a:cubicBezTo>
                    <a:cubicBezTo>
                      <a:pt x="3000369" y="697415"/>
                      <a:pt x="3003517" y="698479"/>
                      <a:pt x="3006753" y="698966"/>
                    </a:cubicBezTo>
                    <a:lnTo>
                      <a:pt x="3011630" y="699764"/>
                    </a:lnTo>
                    <a:lnTo>
                      <a:pt x="3014068" y="700119"/>
                    </a:lnTo>
                    <a:lnTo>
                      <a:pt x="3016905" y="700252"/>
                    </a:lnTo>
                    <a:cubicBezTo>
                      <a:pt x="3024441" y="700695"/>
                      <a:pt x="3032243" y="699809"/>
                      <a:pt x="3039203" y="697636"/>
                    </a:cubicBezTo>
                    <a:cubicBezTo>
                      <a:pt x="3041598" y="696883"/>
                      <a:pt x="3044036" y="695996"/>
                      <a:pt x="3046031" y="694844"/>
                    </a:cubicBezTo>
                    <a:cubicBezTo>
                      <a:pt x="3047981" y="693647"/>
                      <a:pt x="3049754" y="692361"/>
                      <a:pt x="3051350" y="690987"/>
                    </a:cubicBezTo>
                    <a:cubicBezTo>
                      <a:pt x="3052990" y="689657"/>
                      <a:pt x="3054276" y="688150"/>
                      <a:pt x="3055251" y="686642"/>
                    </a:cubicBezTo>
                    <a:cubicBezTo>
                      <a:pt x="3056271" y="685135"/>
                      <a:pt x="3057113" y="683583"/>
                      <a:pt x="3057734" y="682076"/>
                    </a:cubicBezTo>
                    <a:cubicBezTo>
                      <a:pt x="3059064" y="679106"/>
                      <a:pt x="3059108" y="676003"/>
                      <a:pt x="3058709" y="673299"/>
                    </a:cubicBezTo>
                    <a:cubicBezTo>
                      <a:pt x="3058266" y="670550"/>
                      <a:pt x="3057069" y="668112"/>
                      <a:pt x="3055251" y="666028"/>
                    </a:cubicBezTo>
                    <a:cubicBezTo>
                      <a:pt x="3057069" y="668112"/>
                      <a:pt x="3059286" y="669708"/>
                      <a:pt x="3061990" y="670595"/>
                    </a:cubicBezTo>
                    <a:cubicBezTo>
                      <a:pt x="3064605" y="671481"/>
                      <a:pt x="3067442" y="671658"/>
                      <a:pt x="3070545" y="671215"/>
                    </a:cubicBezTo>
                    <a:cubicBezTo>
                      <a:pt x="3073693" y="670772"/>
                      <a:pt x="3076796" y="669575"/>
                      <a:pt x="3079678" y="667757"/>
                    </a:cubicBezTo>
                    <a:cubicBezTo>
                      <a:pt x="3081141" y="666871"/>
                      <a:pt x="3082604" y="665807"/>
                      <a:pt x="3083934" y="664610"/>
                    </a:cubicBezTo>
                    <a:cubicBezTo>
                      <a:pt x="3085175" y="663413"/>
                      <a:pt x="3086416" y="662083"/>
                      <a:pt x="3087524" y="660620"/>
                    </a:cubicBezTo>
                    <a:cubicBezTo>
                      <a:pt x="3090805" y="656453"/>
                      <a:pt x="3093420" y="652241"/>
                      <a:pt x="3096213" y="648030"/>
                    </a:cubicBezTo>
                    <a:cubicBezTo>
                      <a:pt x="3098784" y="643819"/>
                      <a:pt x="3101400" y="639563"/>
                      <a:pt x="3103661" y="635307"/>
                    </a:cubicBezTo>
                    <a:cubicBezTo>
                      <a:pt x="3105345" y="632337"/>
                      <a:pt x="3106321" y="629189"/>
                      <a:pt x="3106675" y="626131"/>
                    </a:cubicBezTo>
                    <a:cubicBezTo>
                      <a:pt x="3107030" y="623072"/>
                      <a:pt x="3106941" y="620101"/>
                      <a:pt x="3106099" y="617353"/>
                    </a:cubicBezTo>
                    <a:cubicBezTo>
                      <a:pt x="3104592" y="611900"/>
                      <a:pt x="3101001" y="607467"/>
                      <a:pt x="3095903" y="605206"/>
                    </a:cubicBezTo>
                    <a:cubicBezTo>
                      <a:pt x="3101001" y="607467"/>
                      <a:pt x="3106720" y="607157"/>
                      <a:pt x="3111773" y="604674"/>
                    </a:cubicBezTo>
                    <a:cubicBezTo>
                      <a:pt x="3113059" y="604054"/>
                      <a:pt x="3114256" y="603300"/>
                      <a:pt x="3115453" y="602413"/>
                    </a:cubicBezTo>
                    <a:cubicBezTo>
                      <a:pt x="3118911" y="599754"/>
                      <a:pt x="3121792" y="595986"/>
                      <a:pt x="3123565" y="591419"/>
                    </a:cubicBezTo>
                    <a:cubicBezTo>
                      <a:pt x="3125117" y="587075"/>
                      <a:pt x="3126801" y="582775"/>
                      <a:pt x="3128264" y="578430"/>
                    </a:cubicBezTo>
                    <a:cubicBezTo>
                      <a:pt x="3129772" y="574086"/>
                      <a:pt x="3131235" y="569742"/>
                      <a:pt x="3132609" y="565353"/>
                    </a:cubicBezTo>
                    <a:cubicBezTo>
                      <a:pt x="3136554" y="553029"/>
                      <a:pt x="3130348" y="540528"/>
                      <a:pt x="3119443" y="537690"/>
                    </a:cubicBezTo>
                    <a:cubicBezTo>
                      <a:pt x="3130259" y="540705"/>
                      <a:pt x="3142007" y="533036"/>
                      <a:pt x="3144933" y="520534"/>
                    </a:cubicBezTo>
                    <a:cubicBezTo>
                      <a:pt x="3146972" y="511668"/>
                      <a:pt x="3148923" y="502757"/>
                      <a:pt x="3150518" y="493758"/>
                    </a:cubicBezTo>
                    <a:cubicBezTo>
                      <a:pt x="3151671" y="487419"/>
                      <a:pt x="3150386" y="481257"/>
                      <a:pt x="3147282" y="476514"/>
                    </a:cubicBezTo>
                    <a:cubicBezTo>
                      <a:pt x="3144224" y="471770"/>
                      <a:pt x="3139436" y="468534"/>
                      <a:pt x="3133806" y="467825"/>
                    </a:cubicBezTo>
                    <a:cubicBezTo>
                      <a:pt x="3139436" y="468578"/>
                      <a:pt x="3144889" y="466672"/>
                      <a:pt x="3149144" y="462860"/>
                    </a:cubicBezTo>
                    <a:cubicBezTo>
                      <a:pt x="3153311" y="459003"/>
                      <a:pt x="3156326" y="453195"/>
                      <a:pt x="3156636" y="446058"/>
                    </a:cubicBezTo>
                    <a:lnTo>
                      <a:pt x="3157168" y="432981"/>
                    </a:lnTo>
                    <a:lnTo>
                      <a:pt x="3157878" y="420790"/>
                    </a:lnTo>
                    <a:cubicBezTo>
                      <a:pt x="3158365" y="415160"/>
                      <a:pt x="3156459" y="409840"/>
                      <a:pt x="3153223" y="405717"/>
                    </a:cubicBezTo>
                    <a:cubicBezTo>
                      <a:pt x="3149898" y="401594"/>
                      <a:pt x="3145021" y="398491"/>
                      <a:pt x="3139347" y="397737"/>
                    </a:cubicBezTo>
                    <a:cubicBezTo>
                      <a:pt x="3145021" y="398491"/>
                      <a:pt x="3150563" y="396807"/>
                      <a:pt x="3154819" y="393748"/>
                    </a:cubicBezTo>
                    <a:cubicBezTo>
                      <a:pt x="3156946" y="392196"/>
                      <a:pt x="3158809" y="390290"/>
                      <a:pt x="3160316" y="388206"/>
                    </a:cubicBezTo>
                    <a:cubicBezTo>
                      <a:pt x="3161823" y="386123"/>
                      <a:pt x="3162798" y="383685"/>
                      <a:pt x="3163419" y="381158"/>
                    </a:cubicBezTo>
                    <a:cubicBezTo>
                      <a:pt x="3164306" y="377567"/>
                      <a:pt x="3165103" y="373887"/>
                      <a:pt x="3166256" y="370607"/>
                    </a:cubicBezTo>
                    <a:cubicBezTo>
                      <a:pt x="3167231" y="367105"/>
                      <a:pt x="3168473" y="364046"/>
                      <a:pt x="3169669" y="360898"/>
                    </a:cubicBezTo>
                    <a:cubicBezTo>
                      <a:pt x="3170512" y="358726"/>
                      <a:pt x="3170955" y="356820"/>
                      <a:pt x="3170778" y="354515"/>
                    </a:cubicBezTo>
                    <a:cubicBezTo>
                      <a:pt x="3170645" y="352254"/>
                      <a:pt x="3170246" y="350348"/>
                      <a:pt x="3169315" y="348042"/>
                    </a:cubicBezTo>
                    <a:cubicBezTo>
                      <a:pt x="3168872" y="346934"/>
                      <a:pt x="3168340" y="345782"/>
                      <a:pt x="3167719" y="344629"/>
                    </a:cubicBezTo>
                    <a:cubicBezTo>
                      <a:pt x="3167143" y="343565"/>
                      <a:pt x="3166478" y="342501"/>
                      <a:pt x="3165724" y="341437"/>
                    </a:cubicBezTo>
                    <a:cubicBezTo>
                      <a:pt x="3164217" y="339309"/>
                      <a:pt x="3162311" y="337226"/>
                      <a:pt x="3160050" y="335452"/>
                    </a:cubicBezTo>
                    <a:cubicBezTo>
                      <a:pt x="3162355" y="337181"/>
                      <a:pt x="3164882" y="338423"/>
                      <a:pt x="3167320" y="339354"/>
                    </a:cubicBezTo>
                    <a:cubicBezTo>
                      <a:pt x="3169758" y="340240"/>
                      <a:pt x="3172196" y="340772"/>
                      <a:pt x="3174413" y="341393"/>
                    </a:cubicBezTo>
                    <a:cubicBezTo>
                      <a:pt x="3175521" y="341659"/>
                      <a:pt x="3176541" y="341836"/>
                      <a:pt x="3177472" y="341969"/>
                    </a:cubicBezTo>
                    <a:cubicBezTo>
                      <a:pt x="3177959" y="342013"/>
                      <a:pt x="3178403" y="342058"/>
                      <a:pt x="3178802" y="342058"/>
                    </a:cubicBezTo>
                    <a:cubicBezTo>
                      <a:pt x="3179245" y="342146"/>
                      <a:pt x="3179644" y="342235"/>
                      <a:pt x="3180043" y="342324"/>
                    </a:cubicBezTo>
                    <a:cubicBezTo>
                      <a:pt x="3181594" y="342634"/>
                      <a:pt x="3182658" y="342235"/>
                      <a:pt x="3183545" y="342058"/>
                    </a:cubicBezTo>
                    <a:cubicBezTo>
                      <a:pt x="3184166" y="341836"/>
                      <a:pt x="3184653" y="341260"/>
                      <a:pt x="3185407" y="341260"/>
                    </a:cubicBezTo>
                    <a:cubicBezTo>
                      <a:pt x="3185762" y="341171"/>
                      <a:pt x="3186072" y="341082"/>
                      <a:pt x="3186382" y="340994"/>
                    </a:cubicBezTo>
                    <a:cubicBezTo>
                      <a:pt x="3186737" y="340861"/>
                      <a:pt x="3186914" y="340683"/>
                      <a:pt x="3187712" y="340639"/>
                    </a:cubicBezTo>
                    <a:cubicBezTo>
                      <a:pt x="3188998" y="340506"/>
                      <a:pt x="3190328" y="340285"/>
                      <a:pt x="3191613" y="340063"/>
                    </a:cubicBezTo>
                    <a:cubicBezTo>
                      <a:pt x="3192810" y="340063"/>
                      <a:pt x="3193963" y="340018"/>
                      <a:pt x="3195160" y="339930"/>
                    </a:cubicBezTo>
                    <a:cubicBezTo>
                      <a:pt x="3196667" y="340107"/>
                      <a:pt x="3198130" y="339487"/>
                      <a:pt x="3199549" y="338689"/>
                    </a:cubicBezTo>
                    <a:cubicBezTo>
                      <a:pt x="3200923" y="337979"/>
                      <a:pt x="3202563" y="336428"/>
                      <a:pt x="3204115" y="335142"/>
                    </a:cubicBezTo>
                    <a:cubicBezTo>
                      <a:pt x="3205711" y="333679"/>
                      <a:pt x="3207440" y="331862"/>
                      <a:pt x="3209168" y="329734"/>
                    </a:cubicBezTo>
                    <a:cubicBezTo>
                      <a:pt x="3210809" y="327739"/>
                      <a:pt x="3212405" y="325434"/>
                      <a:pt x="3213602" y="322774"/>
                    </a:cubicBezTo>
                    <a:cubicBezTo>
                      <a:pt x="3212405" y="325434"/>
                      <a:pt x="3211740" y="328182"/>
                      <a:pt x="3211296" y="330798"/>
                    </a:cubicBezTo>
                    <a:cubicBezTo>
                      <a:pt x="3210853" y="333458"/>
                      <a:pt x="3210764" y="335718"/>
                      <a:pt x="3210676" y="338112"/>
                    </a:cubicBezTo>
                    <a:cubicBezTo>
                      <a:pt x="3210631" y="340506"/>
                      <a:pt x="3210853" y="342191"/>
                      <a:pt x="3211252" y="344097"/>
                    </a:cubicBezTo>
                    <a:cubicBezTo>
                      <a:pt x="3211474" y="344984"/>
                      <a:pt x="3211740" y="345782"/>
                      <a:pt x="3212183" y="346447"/>
                    </a:cubicBezTo>
                    <a:cubicBezTo>
                      <a:pt x="3212582" y="347200"/>
                      <a:pt x="3213025" y="347998"/>
                      <a:pt x="3213646" y="348619"/>
                    </a:cubicBezTo>
                    <a:lnTo>
                      <a:pt x="3214976" y="349993"/>
                    </a:lnTo>
                    <a:lnTo>
                      <a:pt x="3215463" y="350658"/>
                    </a:lnTo>
                    <a:lnTo>
                      <a:pt x="3216217" y="351678"/>
                    </a:lnTo>
                    <a:cubicBezTo>
                      <a:pt x="3216660" y="352210"/>
                      <a:pt x="3217104" y="352742"/>
                      <a:pt x="3217503" y="353318"/>
                    </a:cubicBezTo>
                    <a:cubicBezTo>
                      <a:pt x="3217946" y="353894"/>
                      <a:pt x="3218345" y="354470"/>
                      <a:pt x="3218744" y="355135"/>
                    </a:cubicBezTo>
                    <a:cubicBezTo>
                      <a:pt x="3220473" y="357529"/>
                      <a:pt x="3221980" y="360411"/>
                      <a:pt x="3223576" y="363204"/>
                    </a:cubicBezTo>
                    <a:cubicBezTo>
                      <a:pt x="3224596" y="365331"/>
                      <a:pt x="3226103" y="367149"/>
                      <a:pt x="3228009" y="368612"/>
                    </a:cubicBezTo>
                    <a:cubicBezTo>
                      <a:pt x="3229827" y="370164"/>
                      <a:pt x="3231999" y="371449"/>
                      <a:pt x="3234481" y="372336"/>
                    </a:cubicBezTo>
                    <a:cubicBezTo>
                      <a:pt x="3239447" y="374065"/>
                      <a:pt x="3245076" y="374641"/>
                      <a:pt x="3250662" y="372646"/>
                    </a:cubicBezTo>
                    <a:cubicBezTo>
                      <a:pt x="3245121" y="374641"/>
                      <a:pt x="3240909" y="378586"/>
                      <a:pt x="3238294" y="383108"/>
                    </a:cubicBezTo>
                    <a:cubicBezTo>
                      <a:pt x="3236964" y="385413"/>
                      <a:pt x="3236033" y="387940"/>
                      <a:pt x="3235678" y="390467"/>
                    </a:cubicBezTo>
                    <a:cubicBezTo>
                      <a:pt x="3235590" y="391088"/>
                      <a:pt x="3235501" y="391753"/>
                      <a:pt x="3235501" y="392373"/>
                    </a:cubicBezTo>
                    <a:cubicBezTo>
                      <a:pt x="3235457" y="392950"/>
                      <a:pt x="3235634" y="394147"/>
                      <a:pt x="3235767" y="395033"/>
                    </a:cubicBezTo>
                    <a:cubicBezTo>
                      <a:pt x="3236077" y="396939"/>
                      <a:pt x="3236432" y="398934"/>
                      <a:pt x="3237186" y="400841"/>
                    </a:cubicBezTo>
                    <a:cubicBezTo>
                      <a:pt x="3239136" y="406338"/>
                      <a:pt x="3241397" y="411657"/>
                      <a:pt x="3244146" y="416755"/>
                    </a:cubicBezTo>
                    <a:cubicBezTo>
                      <a:pt x="3246805" y="421853"/>
                      <a:pt x="3249864" y="426774"/>
                      <a:pt x="3253322" y="431473"/>
                    </a:cubicBezTo>
                    <a:cubicBezTo>
                      <a:pt x="3258110" y="438079"/>
                      <a:pt x="3265114" y="442068"/>
                      <a:pt x="3271631" y="442733"/>
                    </a:cubicBezTo>
                    <a:cubicBezTo>
                      <a:pt x="3274823" y="443132"/>
                      <a:pt x="3277970" y="442645"/>
                      <a:pt x="3280630" y="441581"/>
                    </a:cubicBezTo>
                    <a:cubicBezTo>
                      <a:pt x="3283334" y="440472"/>
                      <a:pt x="3285595" y="438699"/>
                      <a:pt x="3287412" y="436394"/>
                    </a:cubicBezTo>
                    <a:cubicBezTo>
                      <a:pt x="3286969" y="436970"/>
                      <a:pt x="3286526" y="437591"/>
                      <a:pt x="3286171" y="438212"/>
                    </a:cubicBezTo>
                    <a:cubicBezTo>
                      <a:pt x="3285063" y="440074"/>
                      <a:pt x="3284310" y="442113"/>
                      <a:pt x="3283999" y="444285"/>
                    </a:cubicBezTo>
                    <a:cubicBezTo>
                      <a:pt x="3283910" y="444994"/>
                      <a:pt x="3283822" y="445748"/>
                      <a:pt x="3283822" y="446502"/>
                    </a:cubicBezTo>
                    <a:cubicBezTo>
                      <a:pt x="3283822" y="448009"/>
                      <a:pt x="3283999" y="449560"/>
                      <a:pt x="3284398" y="451112"/>
                    </a:cubicBezTo>
                    <a:cubicBezTo>
                      <a:pt x="3284620" y="451910"/>
                      <a:pt x="3284886" y="452663"/>
                      <a:pt x="3285196" y="453461"/>
                    </a:cubicBezTo>
                    <a:cubicBezTo>
                      <a:pt x="3286393" y="456609"/>
                      <a:pt x="3288654" y="459668"/>
                      <a:pt x="3291713" y="462461"/>
                    </a:cubicBezTo>
                    <a:cubicBezTo>
                      <a:pt x="3294860" y="465165"/>
                      <a:pt x="3298939" y="467514"/>
                      <a:pt x="3303815" y="468933"/>
                    </a:cubicBezTo>
                    <a:cubicBezTo>
                      <a:pt x="3310731" y="470972"/>
                      <a:pt x="3318666" y="472036"/>
                      <a:pt x="3327044" y="471416"/>
                    </a:cubicBezTo>
                    <a:cubicBezTo>
                      <a:pt x="3335379" y="470839"/>
                      <a:pt x="3344156" y="468312"/>
                      <a:pt x="3351737" y="464101"/>
                    </a:cubicBezTo>
                    <a:cubicBezTo>
                      <a:pt x="3357012" y="461131"/>
                      <a:pt x="3361179" y="457097"/>
                      <a:pt x="3363706" y="453018"/>
                    </a:cubicBezTo>
                    <a:cubicBezTo>
                      <a:pt x="3366410" y="448895"/>
                      <a:pt x="3367474" y="444817"/>
                      <a:pt x="3367785" y="441182"/>
                    </a:cubicBezTo>
                    <a:cubicBezTo>
                      <a:pt x="3367873" y="437547"/>
                      <a:pt x="3367075" y="434355"/>
                      <a:pt x="3365612" y="431784"/>
                    </a:cubicBezTo>
                    <a:cubicBezTo>
                      <a:pt x="3364105" y="429212"/>
                      <a:pt x="3361844" y="427218"/>
                      <a:pt x="3359229" y="425843"/>
                    </a:cubicBezTo>
                    <a:cubicBezTo>
                      <a:pt x="3361844" y="427262"/>
                      <a:pt x="3364726" y="427927"/>
                      <a:pt x="3367696" y="427794"/>
                    </a:cubicBezTo>
                    <a:cubicBezTo>
                      <a:pt x="3370711" y="427661"/>
                      <a:pt x="3373769" y="426641"/>
                      <a:pt x="3376518" y="424912"/>
                    </a:cubicBezTo>
                    <a:cubicBezTo>
                      <a:pt x="3379444" y="423139"/>
                      <a:pt x="3381926" y="420612"/>
                      <a:pt x="3384054" y="417553"/>
                    </a:cubicBezTo>
                    <a:cubicBezTo>
                      <a:pt x="3386226" y="414495"/>
                      <a:pt x="3387601" y="410904"/>
                      <a:pt x="3388487" y="407224"/>
                    </a:cubicBezTo>
                    <a:lnTo>
                      <a:pt x="3391147" y="393703"/>
                    </a:lnTo>
                    <a:lnTo>
                      <a:pt x="3393497" y="380404"/>
                    </a:lnTo>
                    <a:cubicBezTo>
                      <a:pt x="3394561" y="374198"/>
                      <a:pt x="3392964" y="368257"/>
                      <a:pt x="3389728" y="363647"/>
                    </a:cubicBezTo>
                    <a:cubicBezTo>
                      <a:pt x="3386448" y="358992"/>
                      <a:pt x="3381394" y="355756"/>
                      <a:pt x="3375454" y="354869"/>
                    </a:cubicBezTo>
                    <a:cubicBezTo>
                      <a:pt x="3387335" y="356687"/>
                      <a:pt x="3398595" y="348087"/>
                      <a:pt x="3400368" y="336073"/>
                    </a:cubicBezTo>
                    <a:lnTo>
                      <a:pt x="3404180" y="310450"/>
                    </a:lnTo>
                    <a:cubicBezTo>
                      <a:pt x="3405998" y="298613"/>
                      <a:pt x="3397797" y="287398"/>
                      <a:pt x="3385827" y="285403"/>
                    </a:cubicBezTo>
                    <a:cubicBezTo>
                      <a:pt x="3397841" y="287353"/>
                      <a:pt x="3409101" y="279196"/>
                      <a:pt x="3411318" y="267715"/>
                    </a:cubicBezTo>
                    <a:cubicBezTo>
                      <a:pt x="3412071" y="263592"/>
                      <a:pt x="3412825" y="259469"/>
                      <a:pt x="3413712" y="255435"/>
                    </a:cubicBezTo>
                    <a:cubicBezTo>
                      <a:pt x="3414554" y="251401"/>
                      <a:pt x="3415352" y="247278"/>
                      <a:pt x="3416283" y="243288"/>
                    </a:cubicBezTo>
                    <a:cubicBezTo>
                      <a:pt x="3417612" y="237747"/>
                      <a:pt x="3416327" y="232073"/>
                      <a:pt x="3413401" y="227418"/>
                    </a:cubicBezTo>
                    <a:cubicBezTo>
                      <a:pt x="3410520" y="222807"/>
                      <a:pt x="3405776" y="219039"/>
                      <a:pt x="3399880" y="217399"/>
                    </a:cubicBezTo>
                    <a:cubicBezTo>
                      <a:pt x="3405776" y="218995"/>
                      <a:pt x="3411761" y="218153"/>
                      <a:pt x="3416593" y="215714"/>
                    </a:cubicBezTo>
                    <a:cubicBezTo>
                      <a:pt x="3419031" y="214473"/>
                      <a:pt x="3421292" y="212966"/>
                      <a:pt x="3423110" y="211060"/>
                    </a:cubicBezTo>
                    <a:cubicBezTo>
                      <a:pt x="3424927" y="209154"/>
                      <a:pt x="3426301" y="206937"/>
                      <a:pt x="3427144" y="204366"/>
                    </a:cubicBezTo>
                    <a:lnTo>
                      <a:pt x="3431178" y="194258"/>
                    </a:lnTo>
                    <a:lnTo>
                      <a:pt x="3435611" y="185303"/>
                    </a:lnTo>
                    <a:cubicBezTo>
                      <a:pt x="3436719" y="183619"/>
                      <a:pt x="3437251" y="181757"/>
                      <a:pt x="3437251" y="179585"/>
                    </a:cubicBezTo>
                    <a:cubicBezTo>
                      <a:pt x="3437118" y="177501"/>
                      <a:pt x="3437118" y="174841"/>
                      <a:pt x="3436631" y="172226"/>
                    </a:cubicBezTo>
                    <a:cubicBezTo>
                      <a:pt x="3435567" y="167039"/>
                      <a:pt x="3432774" y="161675"/>
                      <a:pt x="3428075" y="157685"/>
                    </a:cubicBezTo>
                    <a:cubicBezTo>
                      <a:pt x="3432774" y="161675"/>
                      <a:pt x="3438537" y="163493"/>
                      <a:pt x="3443768" y="163759"/>
                    </a:cubicBezTo>
                    <a:cubicBezTo>
                      <a:pt x="3446383" y="163892"/>
                      <a:pt x="3448910" y="163670"/>
                      <a:pt x="3451171" y="163049"/>
                    </a:cubicBezTo>
                    <a:cubicBezTo>
                      <a:pt x="3453432" y="162473"/>
                      <a:pt x="3455383" y="161498"/>
                      <a:pt x="3457023" y="160123"/>
                    </a:cubicBezTo>
                    <a:cubicBezTo>
                      <a:pt x="3459328" y="158217"/>
                      <a:pt x="3461589" y="156577"/>
                      <a:pt x="3463584" y="155380"/>
                    </a:cubicBezTo>
                    <a:cubicBezTo>
                      <a:pt x="3464559" y="154848"/>
                      <a:pt x="3465490" y="154316"/>
                      <a:pt x="3466288" y="153961"/>
                    </a:cubicBezTo>
                    <a:cubicBezTo>
                      <a:pt x="3466864" y="153651"/>
                      <a:pt x="3466687" y="153828"/>
                      <a:pt x="3466864" y="153740"/>
                    </a:cubicBezTo>
                    <a:lnTo>
                      <a:pt x="3466953" y="153695"/>
                    </a:lnTo>
                    <a:cubicBezTo>
                      <a:pt x="3466953" y="153695"/>
                      <a:pt x="3466820" y="153075"/>
                      <a:pt x="3466997" y="151878"/>
                    </a:cubicBezTo>
                    <a:cubicBezTo>
                      <a:pt x="3467175" y="150681"/>
                      <a:pt x="3467707" y="149041"/>
                      <a:pt x="3468637" y="147090"/>
                    </a:cubicBezTo>
                    <a:cubicBezTo>
                      <a:pt x="3469569" y="145184"/>
                      <a:pt x="3470943" y="142967"/>
                      <a:pt x="3472450" y="140662"/>
                    </a:cubicBezTo>
                    <a:cubicBezTo>
                      <a:pt x="3474002" y="138268"/>
                      <a:pt x="3475686" y="135786"/>
                      <a:pt x="3477105" y="132949"/>
                    </a:cubicBezTo>
                    <a:cubicBezTo>
                      <a:pt x="3474401" y="138667"/>
                      <a:pt x="3473026" y="144563"/>
                      <a:pt x="3471032" y="148420"/>
                    </a:cubicBezTo>
                    <a:cubicBezTo>
                      <a:pt x="3470100" y="150326"/>
                      <a:pt x="3469081" y="151745"/>
                      <a:pt x="3468283" y="152587"/>
                    </a:cubicBezTo>
                    <a:cubicBezTo>
                      <a:pt x="3467441" y="153429"/>
                      <a:pt x="3467086" y="154006"/>
                      <a:pt x="3467840" y="155424"/>
                    </a:cubicBezTo>
                    <a:cubicBezTo>
                      <a:pt x="3468726" y="157331"/>
                      <a:pt x="3469746" y="159680"/>
                      <a:pt x="3470544" y="162517"/>
                    </a:cubicBezTo>
                    <a:cubicBezTo>
                      <a:pt x="3470987" y="163980"/>
                      <a:pt x="3471297" y="165266"/>
                      <a:pt x="3471785" y="167128"/>
                    </a:cubicBezTo>
                    <a:lnTo>
                      <a:pt x="3473381" y="173644"/>
                    </a:lnTo>
                    <a:cubicBezTo>
                      <a:pt x="3476440" y="185968"/>
                      <a:pt x="3489251" y="193416"/>
                      <a:pt x="3501176" y="189737"/>
                    </a:cubicBezTo>
                    <a:cubicBezTo>
                      <a:pt x="3489207" y="193150"/>
                      <a:pt x="3482203" y="206183"/>
                      <a:pt x="3487035" y="219350"/>
                    </a:cubicBezTo>
                    <a:cubicBezTo>
                      <a:pt x="3488764" y="224004"/>
                      <a:pt x="3490714" y="228748"/>
                      <a:pt x="3492887" y="233580"/>
                    </a:cubicBezTo>
                    <a:lnTo>
                      <a:pt x="3494704" y="237348"/>
                    </a:lnTo>
                    <a:lnTo>
                      <a:pt x="3495148" y="238279"/>
                    </a:lnTo>
                    <a:lnTo>
                      <a:pt x="3495857" y="239609"/>
                    </a:lnTo>
                    <a:lnTo>
                      <a:pt x="3497408" y="242446"/>
                    </a:lnTo>
                    <a:cubicBezTo>
                      <a:pt x="3498428" y="244352"/>
                      <a:pt x="3499492" y="246259"/>
                      <a:pt x="3500689" y="248032"/>
                    </a:cubicBezTo>
                    <a:cubicBezTo>
                      <a:pt x="3501886" y="249805"/>
                      <a:pt x="3502905" y="251756"/>
                      <a:pt x="3504235" y="253396"/>
                    </a:cubicBezTo>
                    <a:cubicBezTo>
                      <a:pt x="3506008" y="255790"/>
                      <a:pt x="3507871" y="258051"/>
                      <a:pt x="3509998" y="259735"/>
                    </a:cubicBezTo>
                    <a:cubicBezTo>
                      <a:pt x="3511993" y="261597"/>
                      <a:pt x="3514121" y="263060"/>
                      <a:pt x="3516293" y="264124"/>
                    </a:cubicBezTo>
                    <a:cubicBezTo>
                      <a:pt x="3518377" y="265321"/>
                      <a:pt x="3520638" y="265853"/>
                      <a:pt x="3522633" y="266429"/>
                    </a:cubicBezTo>
                    <a:cubicBezTo>
                      <a:pt x="3524672" y="266872"/>
                      <a:pt x="3526711" y="266917"/>
                      <a:pt x="3528484" y="266828"/>
                    </a:cubicBezTo>
                    <a:cubicBezTo>
                      <a:pt x="3530346" y="266606"/>
                      <a:pt x="3532031" y="266163"/>
                      <a:pt x="3533494" y="265543"/>
                    </a:cubicBezTo>
                    <a:cubicBezTo>
                      <a:pt x="3535001" y="264878"/>
                      <a:pt x="3536331" y="263947"/>
                      <a:pt x="3537439" y="262927"/>
                    </a:cubicBezTo>
                    <a:cubicBezTo>
                      <a:pt x="3539656" y="260932"/>
                      <a:pt x="3541074" y="258051"/>
                      <a:pt x="3541695" y="255036"/>
                    </a:cubicBezTo>
                    <a:cubicBezTo>
                      <a:pt x="3541030" y="258095"/>
                      <a:pt x="3541207" y="261287"/>
                      <a:pt x="3542360" y="264390"/>
                    </a:cubicBezTo>
                    <a:cubicBezTo>
                      <a:pt x="3542936" y="265853"/>
                      <a:pt x="3543823" y="267316"/>
                      <a:pt x="3544931" y="268690"/>
                    </a:cubicBezTo>
                    <a:cubicBezTo>
                      <a:pt x="3546039" y="270020"/>
                      <a:pt x="3547414" y="271261"/>
                      <a:pt x="3549054" y="272281"/>
                    </a:cubicBezTo>
                    <a:cubicBezTo>
                      <a:pt x="3549852" y="272813"/>
                      <a:pt x="3550738" y="273256"/>
                      <a:pt x="3551670" y="273655"/>
                    </a:cubicBezTo>
                    <a:cubicBezTo>
                      <a:pt x="3552600" y="274054"/>
                      <a:pt x="3553576" y="274409"/>
                      <a:pt x="3554595" y="274763"/>
                    </a:cubicBezTo>
                    <a:cubicBezTo>
                      <a:pt x="3556635" y="275162"/>
                      <a:pt x="3558940" y="275739"/>
                      <a:pt x="3561245" y="275606"/>
                    </a:cubicBezTo>
                    <a:cubicBezTo>
                      <a:pt x="3563595" y="275517"/>
                      <a:pt x="3566121" y="275295"/>
                      <a:pt x="3568604" y="274453"/>
                    </a:cubicBezTo>
                    <a:cubicBezTo>
                      <a:pt x="3571131" y="273832"/>
                      <a:pt x="3573702" y="272680"/>
                      <a:pt x="3576184" y="271217"/>
                    </a:cubicBezTo>
                    <a:cubicBezTo>
                      <a:pt x="3578002" y="270286"/>
                      <a:pt x="3579642" y="269000"/>
                      <a:pt x="3581371" y="267759"/>
                    </a:cubicBezTo>
                    <a:cubicBezTo>
                      <a:pt x="3583012" y="266473"/>
                      <a:pt x="3584873" y="265498"/>
                      <a:pt x="3586292" y="263858"/>
                    </a:cubicBezTo>
                    <a:lnTo>
                      <a:pt x="3595469" y="254814"/>
                    </a:lnTo>
                    <a:lnTo>
                      <a:pt x="3597774" y="252554"/>
                    </a:lnTo>
                    <a:cubicBezTo>
                      <a:pt x="3598439" y="251844"/>
                      <a:pt x="3598749" y="251401"/>
                      <a:pt x="3599237" y="250825"/>
                    </a:cubicBezTo>
                    <a:lnTo>
                      <a:pt x="3601941" y="247455"/>
                    </a:lnTo>
                    <a:cubicBezTo>
                      <a:pt x="3603670" y="245239"/>
                      <a:pt x="3605753" y="242889"/>
                      <a:pt x="3607172" y="240806"/>
                    </a:cubicBezTo>
                    <a:cubicBezTo>
                      <a:pt x="3609255" y="237836"/>
                      <a:pt x="3610674" y="234644"/>
                      <a:pt x="3611428" y="231452"/>
                    </a:cubicBezTo>
                    <a:cubicBezTo>
                      <a:pt x="3612093" y="228260"/>
                      <a:pt x="3612048" y="225068"/>
                      <a:pt x="3611428" y="222098"/>
                    </a:cubicBezTo>
                    <a:cubicBezTo>
                      <a:pt x="3610275" y="216113"/>
                      <a:pt x="3606463" y="211015"/>
                      <a:pt x="3601010" y="207868"/>
                    </a:cubicBezTo>
                    <a:cubicBezTo>
                      <a:pt x="3606507" y="211015"/>
                      <a:pt x="3612757" y="211547"/>
                      <a:pt x="3618565" y="209685"/>
                    </a:cubicBezTo>
                    <a:cubicBezTo>
                      <a:pt x="3621269" y="208843"/>
                      <a:pt x="3623707" y="207425"/>
                      <a:pt x="3625924" y="205607"/>
                    </a:cubicBezTo>
                    <a:lnTo>
                      <a:pt x="3625924" y="194347"/>
                    </a:lnTo>
                    <a:lnTo>
                      <a:pt x="3625924" y="173689"/>
                    </a:lnTo>
                    <a:lnTo>
                      <a:pt x="3625924" y="164158"/>
                    </a:lnTo>
                    <a:lnTo>
                      <a:pt x="3625924" y="156710"/>
                    </a:lnTo>
                    <a:lnTo>
                      <a:pt x="3625924" y="153784"/>
                    </a:lnTo>
                    <a:lnTo>
                      <a:pt x="3625924" y="140795"/>
                    </a:lnTo>
                    <a:lnTo>
                      <a:pt x="3625924" y="140795"/>
                    </a:lnTo>
                    <a:lnTo>
                      <a:pt x="3625924" y="138933"/>
                    </a:lnTo>
                    <a:lnTo>
                      <a:pt x="3625924" y="129934"/>
                    </a:lnTo>
                    <a:lnTo>
                      <a:pt x="3625924" y="115216"/>
                    </a:lnTo>
                    <a:lnTo>
                      <a:pt x="3625924" y="115172"/>
                    </a:lnTo>
                    <a:lnTo>
                      <a:pt x="3625924" y="111093"/>
                    </a:lnTo>
                    <a:lnTo>
                      <a:pt x="3625924" y="108700"/>
                    </a:lnTo>
                    <a:lnTo>
                      <a:pt x="3625924" y="108522"/>
                    </a:lnTo>
                    <a:lnTo>
                      <a:pt x="3625924" y="102804"/>
                    </a:lnTo>
                    <a:lnTo>
                      <a:pt x="3625924" y="92519"/>
                    </a:lnTo>
                    <a:lnTo>
                      <a:pt x="3625924" y="89593"/>
                    </a:lnTo>
                    <a:lnTo>
                      <a:pt x="3625924" y="87775"/>
                    </a:lnTo>
                    <a:lnTo>
                      <a:pt x="3625924" y="83741"/>
                    </a:lnTo>
                    <a:lnTo>
                      <a:pt x="3625924" y="75052"/>
                    </a:lnTo>
                    <a:lnTo>
                      <a:pt x="3625924" y="69467"/>
                    </a:lnTo>
                    <a:lnTo>
                      <a:pt x="3625924" y="67915"/>
                    </a:lnTo>
                    <a:cubicBezTo>
                      <a:pt x="3626456" y="68048"/>
                      <a:pt x="3626943" y="68225"/>
                      <a:pt x="3627520" y="68358"/>
                    </a:cubicBezTo>
                    <a:cubicBezTo>
                      <a:pt x="3628628" y="68358"/>
                      <a:pt x="3628007" y="68181"/>
                      <a:pt x="3627032" y="67738"/>
                    </a:cubicBezTo>
                    <a:close/>
                  </a:path>
                </a:pathLst>
              </a:custGeom>
              <a:noFill/>
              <a:ln w="3323" cap="rnd">
                <a:solidFill>
                  <a:srgbClr val="333333"/>
                </a:solidFill>
                <a:prstDash val="solid"/>
                <a:round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0114" name="Forme libre : forme 20113">
              <a:extLst>
                <a:ext uri="{FF2B5EF4-FFF2-40B4-BE49-F238E27FC236}">
                  <a16:creationId xmlns:a16="http://schemas.microsoft.com/office/drawing/2014/main" id="{3C7ED75C-7A1F-4403-B131-580D3C5EEF88}"/>
                </a:ext>
              </a:extLst>
            </p:cNvPr>
            <p:cNvSpPr/>
            <p:nvPr/>
          </p:nvSpPr>
          <p:spPr>
            <a:xfrm>
              <a:off x="4212599" y="1035925"/>
              <a:ext cx="2922208" cy="145582"/>
            </a:xfrm>
            <a:custGeom>
              <a:avLst/>
              <a:gdLst>
                <a:gd name="connsiteX0" fmla="*/ 2922208 w 2922208"/>
                <a:gd name="connsiteY0" fmla="*/ 115349 h 145582"/>
                <a:gd name="connsiteX1" fmla="*/ 2921854 w 2922208"/>
                <a:gd name="connsiteY1" fmla="*/ 0 h 145582"/>
                <a:gd name="connsiteX2" fmla="*/ 0 w 2922208"/>
                <a:gd name="connsiteY2" fmla="*/ 0 h 145582"/>
                <a:gd name="connsiteX3" fmla="*/ 1951 w 2922208"/>
                <a:gd name="connsiteY3" fmla="*/ 145583 h 145582"/>
                <a:gd name="connsiteX4" fmla="*/ 77978 w 2922208"/>
                <a:gd name="connsiteY4" fmla="*/ 118851 h 145582"/>
                <a:gd name="connsiteX5" fmla="*/ 151036 w 2922208"/>
                <a:gd name="connsiteY5" fmla="*/ 112778 h 145582"/>
                <a:gd name="connsiteX6" fmla="*/ 207026 w 2922208"/>
                <a:gd name="connsiteY6" fmla="*/ 113665 h 145582"/>
                <a:gd name="connsiteX7" fmla="*/ 249495 w 2922208"/>
                <a:gd name="connsiteY7" fmla="*/ 108877 h 145582"/>
                <a:gd name="connsiteX8" fmla="*/ 377389 w 2922208"/>
                <a:gd name="connsiteY8" fmla="*/ 96420 h 145582"/>
                <a:gd name="connsiteX9" fmla="*/ 415780 w 2922208"/>
                <a:gd name="connsiteY9" fmla="*/ 101341 h 145582"/>
                <a:gd name="connsiteX10" fmla="*/ 477799 w 2922208"/>
                <a:gd name="connsiteY10" fmla="*/ 99922 h 145582"/>
                <a:gd name="connsiteX11" fmla="*/ 628081 w 2922208"/>
                <a:gd name="connsiteY11" fmla="*/ 94292 h 145582"/>
                <a:gd name="connsiteX12" fmla="*/ 658758 w 2922208"/>
                <a:gd name="connsiteY12" fmla="*/ 97351 h 145582"/>
                <a:gd name="connsiteX13" fmla="*/ 749814 w 2922208"/>
                <a:gd name="connsiteY13" fmla="*/ 87642 h 145582"/>
                <a:gd name="connsiteX14" fmla="*/ 784392 w 2922208"/>
                <a:gd name="connsiteY14" fmla="*/ 85337 h 145582"/>
                <a:gd name="connsiteX15" fmla="*/ 884846 w 2922208"/>
                <a:gd name="connsiteY15" fmla="*/ 99434 h 145582"/>
                <a:gd name="connsiteX16" fmla="*/ 974794 w 2922208"/>
                <a:gd name="connsiteY16" fmla="*/ 92785 h 145582"/>
                <a:gd name="connsiteX17" fmla="*/ 1012298 w 2922208"/>
                <a:gd name="connsiteY17" fmla="*/ 93716 h 145582"/>
                <a:gd name="connsiteX18" fmla="*/ 1070327 w 2922208"/>
                <a:gd name="connsiteY18" fmla="*/ 95400 h 145582"/>
                <a:gd name="connsiteX19" fmla="*/ 1106988 w 2922208"/>
                <a:gd name="connsiteY19" fmla="*/ 95932 h 145582"/>
                <a:gd name="connsiteX20" fmla="*/ 1185100 w 2922208"/>
                <a:gd name="connsiteY20" fmla="*/ 102227 h 145582"/>
                <a:gd name="connsiteX21" fmla="*/ 1248138 w 2922208"/>
                <a:gd name="connsiteY21" fmla="*/ 103690 h 145582"/>
                <a:gd name="connsiteX22" fmla="*/ 1270215 w 2922208"/>
                <a:gd name="connsiteY22" fmla="*/ 97971 h 145582"/>
                <a:gd name="connsiteX23" fmla="*/ 1325673 w 2922208"/>
                <a:gd name="connsiteY23" fmla="*/ 90657 h 145582"/>
                <a:gd name="connsiteX24" fmla="*/ 1427280 w 2922208"/>
                <a:gd name="connsiteY24" fmla="*/ 96065 h 145582"/>
                <a:gd name="connsiteX25" fmla="*/ 1524453 w 2922208"/>
                <a:gd name="connsiteY25" fmla="*/ 100498 h 145582"/>
                <a:gd name="connsiteX26" fmla="*/ 1578404 w 2922208"/>
                <a:gd name="connsiteY26" fmla="*/ 98636 h 145582"/>
                <a:gd name="connsiteX27" fmla="*/ 1619898 w 2922208"/>
                <a:gd name="connsiteY27" fmla="*/ 105242 h 145582"/>
                <a:gd name="connsiteX28" fmla="*/ 1713569 w 2922208"/>
                <a:gd name="connsiteY28" fmla="*/ 124437 h 145582"/>
                <a:gd name="connsiteX29" fmla="*/ 1806575 w 2922208"/>
                <a:gd name="connsiteY29" fmla="*/ 109941 h 145582"/>
                <a:gd name="connsiteX30" fmla="*/ 1903394 w 2922208"/>
                <a:gd name="connsiteY30" fmla="*/ 109631 h 145582"/>
                <a:gd name="connsiteX31" fmla="*/ 1957611 w 2922208"/>
                <a:gd name="connsiteY31" fmla="*/ 102892 h 145582"/>
                <a:gd name="connsiteX32" fmla="*/ 1999459 w 2922208"/>
                <a:gd name="connsiteY32" fmla="*/ 106306 h 145582"/>
                <a:gd name="connsiteX33" fmla="*/ 2094993 w 2922208"/>
                <a:gd name="connsiteY33" fmla="*/ 96642 h 145582"/>
                <a:gd name="connsiteX34" fmla="*/ 2190437 w 2922208"/>
                <a:gd name="connsiteY34" fmla="*/ 105508 h 145582"/>
                <a:gd name="connsiteX35" fmla="*/ 2228916 w 2922208"/>
                <a:gd name="connsiteY35" fmla="*/ 103291 h 145582"/>
                <a:gd name="connsiteX36" fmla="*/ 2284907 w 2922208"/>
                <a:gd name="connsiteY36" fmla="*/ 109453 h 145582"/>
                <a:gd name="connsiteX37" fmla="*/ 2406373 w 2922208"/>
                <a:gd name="connsiteY37" fmla="*/ 116103 h 145582"/>
                <a:gd name="connsiteX38" fmla="*/ 2665089 w 2922208"/>
                <a:gd name="connsiteY38" fmla="*/ 124171 h 145582"/>
                <a:gd name="connsiteX39" fmla="*/ 2922208 w 2922208"/>
                <a:gd name="connsiteY39" fmla="*/ 115349 h 145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922208" h="145582">
                  <a:moveTo>
                    <a:pt x="2922208" y="115349"/>
                  </a:moveTo>
                  <a:lnTo>
                    <a:pt x="2921854" y="0"/>
                  </a:lnTo>
                  <a:lnTo>
                    <a:pt x="0" y="0"/>
                  </a:lnTo>
                  <a:lnTo>
                    <a:pt x="1951" y="145583"/>
                  </a:lnTo>
                  <a:cubicBezTo>
                    <a:pt x="1951" y="145583"/>
                    <a:pt x="40341" y="130510"/>
                    <a:pt x="77978" y="118851"/>
                  </a:cubicBezTo>
                  <a:cubicBezTo>
                    <a:pt x="101518" y="111537"/>
                    <a:pt x="117566" y="112024"/>
                    <a:pt x="151036" y="112778"/>
                  </a:cubicBezTo>
                  <a:cubicBezTo>
                    <a:pt x="171118" y="113221"/>
                    <a:pt x="191953" y="117521"/>
                    <a:pt x="207026" y="113665"/>
                  </a:cubicBezTo>
                  <a:cubicBezTo>
                    <a:pt x="216601" y="111182"/>
                    <a:pt x="233846" y="111315"/>
                    <a:pt x="249495" y="108877"/>
                  </a:cubicBezTo>
                  <a:cubicBezTo>
                    <a:pt x="287885" y="102848"/>
                    <a:pt x="335940" y="95179"/>
                    <a:pt x="377389" y="96420"/>
                  </a:cubicBezTo>
                  <a:cubicBezTo>
                    <a:pt x="389979" y="96819"/>
                    <a:pt x="406338" y="99922"/>
                    <a:pt x="415780" y="101341"/>
                  </a:cubicBezTo>
                  <a:cubicBezTo>
                    <a:pt x="432094" y="103779"/>
                    <a:pt x="451865" y="100543"/>
                    <a:pt x="477799" y="99922"/>
                  </a:cubicBezTo>
                  <a:cubicBezTo>
                    <a:pt x="536227" y="98548"/>
                    <a:pt x="609506" y="95489"/>
                    <a:pt x="628081" y="94292"/>
                  </a:cubicBezTo>
                  <a:cubicBezTo>
                    <a:pt x="634066" y="93893"/>
                    <a:pt x="646212" y="98104"/>
                    <a:pt x="658758" y="97351"/>
                  </a:cubicBezTo>
                  <a:cubicBezTo>
                    <a:pt x="686022" y="95711"/>
                    <a:pt x="722063" y="88662"/>
                    <a:pt x="749814" y="87642"/>
                  </a:cubicBezTo>
                  <a:cubicBezTo>
                    <a:pt x="766660" y="87022"/>
                    <a:pt x="779604" y="81702"/>
                    <a:pt x="784392" y="85337"/>
                  </a:cubicBezTo>
                  <a:cubicBezTo>
                    <a:pt x="792549" y="91543"/>
                    <a:pt x="839939" y="99257"/>
                    <a:pt x="884846" y="99434"/>
                  </a:cubicBezTo>
                  <a:cubicBezTo>
                    <a:pt x="917828" y="99567"/>
                    <a:pt x="945668" y="92740"/>
                    <a:pt x="974794" y="92785"/>
                  </a:cubicBezTo>
                  <a:cubicBezTo>
                    <a:pt x="985344" y="92829"/>
                    <a:pt x="1004584" y="93494"/>
                    <a:pt x="1012298" y="93716"/>
                  </a:cubicBezTo>
                  <a:cubicBezTo>
                    <a:pt x="1028079" y="94159"/>
                    <a:pt x="1045235" y="94780"/>
                    <a:pt x="1070327" y="95400"/>
                  </a:cubicBezTo>
                  <a:cubicBezTo>
                    <a:pt x="1080656" y="95666"/>
                    <a:pt x="1095196" y="95267"/>
                    <a:pt x="1106988" y="95932"/>
                  </a:cubicBezTo>
                  <a:cubicBezTo>
                    <a:pt x="1130794" y="97218"/>
                    <a:pt x="1160585" y="101208"/>
                    <a:pt x="1185100" y="102227"/>
                  </a:cubicBezTo>
                  <a:cubicBezTo>
                    <a:pt x="1205714" y="103114"/>
                    <a:pt x="1231204" y="103158"/>
                    <a:pt x="1248138" y="103690"/>
                  </a:cubicBezTo>
                  <a:cubicBezTo>
                    <a:pt x="1265959" y="104222"/>
                    <a:pt x="1255896" y="96819"/>
                    <a:pt x="1270215" y="97971"/>
                  </a:cubicBezTo>
                  <a:cubicBezTo>
                    <a:pt x="1288612" y="99479"/>
                    <a:pt x="1301779" y="91366"/>
                    <a:pt x="1325673" y="90657"/>
                  </a:cubicBezTo>
                  <a:cubicBezTo>
                    <a:pt x="1353779" y="89859"/>
                    <a:pt x="1393588" y="96243"/>
                    <a:pt x="1427280" y="96065"/>
                  </a:cubicBezTo>
                  <a:cubicBezTo>
                    <a:pt x="1458090" y="95888"/>
                    <a:pt x="1493155" y="98991"/>
                    <a:pt x="1524453" y="100498"/>
                  </a:cubicBezTo>
                  <a:cubicBezTo>
                    <a:pt x="1542939" y="101385"/>
                    <a:pt x="1560539" y="96065"/>
                    <a:pt x="1578404" y="98636"/>
                  </a:cubicBezTo>
                  <a:cubicBezTo>
                    <a:pt x="1590373" y="100365"/>
                    <a:pt x="1605446" y="101651"/>
                    <a:pt x="1619898" y="105242"/>
                  </a:cubicBezTo>
                  <a:cubicBezTo>
                    <a:pt x="1648668" y="112468"/>
                    <a:pt x="1679833" y="123196"/>
                    <a:pt x="1713569" y="124437"/>
                  </a:cubicBezTo>
                  <a:cubicBezTo>
                    <a:pt x="1744689" y="125590"/>
                    <a:pt x="1776386" y="113266"/>
                    <a:pt x="1806575" y="109941"/>
                  </a:cubicBezTo>
                  <a:cubicBezTo>
                    <a:pt x="1842661" y="105951"/>
                    <a:pt x="1876485" y="110561"/>
                    <a:pt x="1903394" y="109631"/>
                  </a:cubicBezTo>
                  <a:cubicBezTo>
                    <a:pt x="1928707" y="108744"/>
                    <a:pt x="1947636" y="103468"/>
                    <a:pt x="1957611" y="102892"/>
                  </a:cubicBezTo>
                  <a:cubicBezTo>
                    <a:pt x="1966388" y="102405"/>
                    <a:pt x="1981683" y="107591"/>
                    <a:pt x="1999459" y="106306"/>
                  </a:cubicBezTo>
                  <a:cubicBezTo>
                    <a:pt x="2026457" y="104400"/>
                    <a:pt x="2060326" y="96065"/>
                    <a:pt x="2094993" y="96642"/>
                  </a:cubicBezTo>
                  <a:cubicBezTo>
                    <a:pt x="2129527" y="97262"/>
                    <a:pt x="2164282" y="104045"/>
                    <a:pt x="2190437" y="105508"/>
                  </a:cubicBezTo>
                  <a:cubicBezTo>
                    <a:pt x="2207150" y="106439"/>
                    <a:pt x="2220937" y="100986"/>
                    <a:pt x="2228916" y="103291"/>
                  </a:cubicBezTo>
                  <a:cubicBezTo>
                    <a:pt x="2243368" y="107458"/>
                    <a:pt x="2264027" y="109675"/>
                    <a:pt x="2284907" y="109453"/>
                  </a:cubicBezTo>
                  <a:cubicBezTo>
                    <a:pt x="2323740" y="109054"/>
                    <a:pt x="2367894" y="104311"/>
                    <a:pt x="2406373" y="116103"/>
                  </a:cubicBezTo>
                  <a:cubicBezTo>
                    <a:pt x="2457930" y="131929"/>
                    <a:pt x="2602405" y="117566"/>
                    <a:pt x="2665089" y="124171"/>
                  </a:cubicBezTo>
                  <a:cubicBezTo>
                    <a:pt x="2808322" y="139288"/>
                    <a:pt x="2922208" y="115349"/>
                    <a:pt x="2922208" y="115349"/>
                  </a:cubicBezTo>
                  <a:close/>
                </a:path>
              </a:pathLst>
            </a:custGeom>
            <a:solidFill>
              <a:srgbClr val="F7B08D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20115" name="Graphique 2">
              <a:extLst>
                <a:ext uri="{FF2B5EF4-FFF2-40B4-BE49-F238E27FC236}">
                  <a16:creationId xmlns:a16="http://schemas.microsoft.com/office/drawing/2014/main" id="{3739D92E-61BF-40F8-AA39-6FBC4724D262}"/>
                </a:ext>
              </a:extLst>
            </p:cNvPr>
            <p:cNvGrpSpPr/>
            <p:nvPr/>
          </p:nvGrpSpPr>
          <p:grpSpPr>
            <a:xfrm>
              <a:off x="4212687" y="614458"/>
              <a:ext cx="3666453" cy="876304"/>
              <a:chOff x="4212687" y="614458"/>
              <a:chExt cx="3666453" cy="876304"/>
            </a:xfrm>
            <a:solidFill>
              <a:schemeClr val="accent1"/>
            </a:solidFill>
          </p:grpSpPr>
          <p:grpSp>
            <p:nvGrpSpPr>
              <p:cNvPr id="20441" name="Graphique 2">
                <a:extLst>
                  <a:ext uri="{FF2B5EF4-FFF2-40B4-BE49-F238E27FC236}">
                    <a16:creationId xmlns:a16="http://schemas.microsoft.com/office/drawing/2014/main" id="{7E3BE780-02C0-4E7E-B4B5-174A44C3E00C}"/>
                  </a:ext>
                </a:extLst>
              </p:cNvPr>
              <p:cNvGrpSpPr/>
              <p:nvPr/>
            </p:nvGrpSpPr>
            <p:grpSpPr>
              <a:xfrm>
                <a:off x="5458314" y="1111196"/>
                <a:ext cx="378837" cy="193250"/>
                <a:chOff x="5458314" y="1111196"/>
                <a:chExt cx="378837" cy="193250"/>
              </a:xfrm>
              <a:solidFill>
                <a:schemeClr val="accent1"/>
              </a:solidFill>
            </p:grpSpPr>
            <p:grpSp>
              <p:nvGrpSpPr>
                <p:cNvPr id="23736" name="Graphique 2">
                  <a:extLst>
                    <a:ext uri="{FF2B5EF4-FFF2-40B4-BE49-F238E27FC236}">
                      <a16:creationId xmlns:a16="http://schemas.microsoft.com/office/drawing/2014/main" id="{4BA80FEB-3B83-4C46-9D50-B5649F46D3FF}"/>
                    </a:ext>
                  </a:extLst>
                </p:cNvPr>
                <p:cNvGrpSpPr/>
                <p:nvPr/>
              </p:nvGrpSpPr>
              <p:grpSpPr>
                <a:xfrm>
                  <a:off x="5751867" y="1209330"/>
                  <a:ext cx="85284" cy="50558"/>
                  <a:chOff x="5751867" y="1209330"/>
                  <a:chExt cx="85284" cy="50558"/>
                </a:xfrm>
                <a:solidFill>
                  <a:schemeClr val="accent1"/>
                </a:solidFill>
              </p:grpSpPr>
              <p:sp>
                <p:nvSpPr>
                  <p:cNvPr id="23789" name="Forme libre : forme 23788">
                    <a:extLst>
                      <a:ext uri="{FF2B5EF4-FFF2-40B4-BE49-F238E27FC236}">
                        <a16:creationId xmlns:a16="http://schemas.microsoft.com/office/drawing/2014/main" id="{66DD847E-702D-443A-A1AA-EFF1CF4BB0F5}"/>
                      </a:ext>
                    </a:extLst>
                  </p:cNvPr>
                  <p:cNvSpPr/>
                  <p:nvPr/>
                </p:nvSpPr>
                <p:spPr>
                  <a:xfrm>
                    <a:off x="5751867" y="1209330"/>
                    <a:ext cx="85262" cy="50558"/>
                  </a:xfrm>
                  <a:custGeom>
                    <a:avLst/>
                    <a:gdLst>
                      <a:gd name="connsiteX0" fmla="*/ 18123 w 85262"/>
                      <a:gd name="connsiteY0" fmla="*/ 15711 h 50558"/>
                      <a:gd name="connsiteX1" fmla="*/ 33018 w 85262"/>
                      <a:gd name="connsiteY1" fmla="*/ 7643 h 50558"/>
                      <a:gd name="connsiteX2" fmla="*/ 49554 w 85262"/>
                      <a:gd name="connsiteY2" fmla="*/ 1525 h 50558"/>
                      <a:gd name="connsiteX3" fmla="*/ 83378 w 85262"/>
                      <a:gd name="connsiteY3" fmla="*/ 9062 h 50558"/>
                      <a:gd name="connsiteX4" fmla="*/ 83245 w 85262"/>
                      <a:gd name="connsiteY4" fmla="*/ 19080 h 50558"/>
                      <a:gd name="connsiteX5" fmla="*/ 59484 w 85262"/>
                      <a:gd name="connsiteY5" fmla="*/ 35173 h 50558"/>
                      <a:gd name="connsiteX6" fmla="*/ 36387 w 85262"/>
                      <a:gd name="connsiteY6" fmla="*/ 45590 h 50558"/>
                      <a:gd name="connsiteX7" fmla="*/ 6774 w 85262"/>
                      <a:gd name="connsiteY7" fmla="*/ 49757 h 50558"/>
                      <a:gd name="connsiteX8" fmla="*/ 36 w 85262"/>
                      <a:gd name="connsiteY8" fmla="*/ 42620 h 50558"/>
                      <a:gd name="connsiteX9" fmla="*/ 18123 w 85262"/>
                      <a:gd name="connsiteY9" fmla="*/ 15711 h 50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5262" h="50558">
                        <a:moveTo>
                          <a:pt x="18123" y="15711"/>
                        </a:moveTo>
                        <a:cubicBezTo>
                          <a:pt x="21492" y="13539"/>
                          <a:pt x="26989" y="10347"/>
                          <a:pt x="33018" y="7643"/>
                        </a:cubicBezTo>
                        <a:cubicBezTo>
                          <a:pt x="38959" y="4850"/>
                          <a:pt x="45342" y="2678"/>
                          <a:pt x="49554" y="1525"/>
                        </a:cubicBezTo>
                        <a:cubicBezTo>
                          <a:pt x="65646" y="-2465"/>
                          <a:pt x="75487" y="1836"/>
                          <a:pt x="83378" y="9062"/>
                        </a:cubicBezTo>
                        <a:cubicBezTo>
                          <a:pt x="86127" y="11544"/>
                          <a:pt x="85684" y="16642"/>
                          <a:pt x="83245" y="19080"/>
                        </a:cubicBezTo>
                        <a:cubicBezTo>
                          <a:pt x="76108" y="26173"/>
                          <a:pt x="70123" y="31094"/>
                          <a:pt x="59484" y="35173"/>
                        </a:cubicBezTo>
                        <a:cubicBezTo>
                          <a:pt x="53765" y="37256"/>
                          <a:pt x="42328" y="42443"/>
                          <a:pt x="36387" y="45590"/>
                        </a:cubicBezTo>
                        <a:cubicBezTo>
                          <a:pt x="25305" y="51220"/>
                          <a:pt x="16882" y="51176"/>
                          <a:pt x="6774" y="49757"/>
                        </a:cubicBezTo>
                        <a:cubicBezTo>
                          <a:pt x="3317" y="49270"/>
                          <a:pt x="-407" y="45989"/>
                          <a:pt x="36" y="42620"/>
                        </a:cubicBezTo>
                        <a:cubicBezTo>
                          <a:pt x="1366" y="32867"/>
                          <a:pt x="5710" y="24001"/>
                          <a:pt x="18123" y="1571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90" name="Forme libre : forme 23789">
                    <a:extLst>
                      <a:ext uri="{FF2B5EF4-FFF2-40B4-BE49-F238E27FC236}">
                        <a16:creationId xmlns:a16="http://schemas.microsoft.com/office/drawing/2014/main" id="{79041715-B014-45F8-8AD4-BDF753F8618B}"/>
                      </a:ext>
                    </a:extLst>
                  </p:cNvPr>
                  <p:cNvSpPr/>
                  <p:nvPr/>
                </p:nvSpPr>
                <p:spPr>
                  <a:xfrm>
                    <a:off x="5752036" y="1209464"/>
                    <a:ext cx="85115" cy="42796"/>
                  </a:xfrm>
                  <a:custGeom>
                    <a:avLst/>
                    <a:gdLst>
                      <a:gd name="connsiteX0" fmla="*/ 48542 w 85115"/>
                      <a:gd name="connsiteY0" fmla="*/ 15001 h 42796"/>
                      <a:gd name="connsiteX1" fmla="*/ 85115 w 85115"/>
                      <a:gd name="connsiteY1" fmla="*/ 13050 h 42796"/>
                      <a:gd name="connsiteX2" fmla="*/ 83298 w 85115"/>
                      <a:gd name="connsiteY2" fmla="*/ 9061 h 42796"/>
                      <a:gd name="connsiteX3" fmla="*/ 78998 w 85115"/>
                      <a:gd name="connsiteY3" fmla="*/ 5603 h 42796"/>
                      <a:gd name="connsiteX4" fmla="*/ 63349 w 85115"/>
                      <a:gd name="connsiteY4" fmla="*/ 61 h 42796"/>
                      <a:gd name="connsiteX5" fmla="*/ 49473 w 85115"/>
                      <a:gd name="connsiteY5" fmla="*/ 1524 h 42796"/>
                      <a:gd name="connsiteX6" fmla="*/ 44021 w 85115"/>
                      <a:gd name="connsiteY6" fmla="*/ 3209 h 42796"/>
                      <a:gd name="connsiteX7" fmla="*/ 20171 w 85115"/>
                      <a:gd name="connsiteY7" fmla="*/ 14380 h 42796"/>
                      <a:gd name="connsiteX8" fmla="*/ 18043 w 85115"/>
                      <a:gd name="connsiteY8" fmla="*/ 15710 h 42796"/>
                      <a:gd name="connsiteX9" fmla="*/ 7669 w 85115"/>
                      <a:gd name="connsiteY9" fmla="*/ 24754 h 42796"/>
                      <a:gd name="connsiteX10" fmla="*/ 887 w 85115"/>
                      <a:gd name="connsiteY10" fmla="*/ 38053 h 42796"/>
                      <a:gd name="connsiteX11" fmla="*/ 0 w 85115"/>
                      <a:gd name="connsiteY11" fmla="*/ 42619 h 42796"/>
                      <a:gd name="connsiteX12" fmla="*/ 0 w 85115"/>
                      <a:gd name="connsiteY12" fmla="*/ 42796 h 42796"/>
                      <a:gd name="connsiteX13" fmla="*/ 48542 w 85115"/>
                      <a:gd name="connsiteY13" fmla="*/ 15001 h 42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5115" h="42796">
                        <a:moveTo>
                          <a:pt x="48542" y="15001"/>
                        </a:moveTo>
                        <a:cubicBezTo>
                          <a:pt x="60334" y="9725"/>
                          <a:pt x="75318" y="7819"/>
                          <a:pt x="85115" y="13050"/>
                        </a:cubicBezTo>
                        <a:cubicBezTo>
                          <a:pt x="84982" y="11499"/>
                          <a:pt x="84406" y="10036"/>
                          <a:pt x="83298" y="9061"/>
                        </a:cubicBezTo>
                        <a:cubicBezTo>
                          <a:pt x="81924" y="7819"/>
                          <a:pt x="80505" y="6667"/>
                          <a:pt x="78998" y="5603"/>
                        </a:cubicBezTo>
                        <a:cubicBezTo>
                          <a:pt x="74653" y="2677"/>
                          <a:pt x="69688" y="593"/>
                          <a:pt x="63349" y="61"/>
                        </a:cubicBezTo>
                        <a:cubicBezTo>
                          <a:pt x="59270" y="-160"/>
                          <a:pt x="54660" y="194"/>
                          <a:pt x="49473" y="1524"/>
                        </a:cubicBezTo>
                        <a:cubicBezTo>
                          <a:pt x="47922" y="1923"/>
                          <a:pt x="46060" y="2544"/>
                          <a:pt x="44021" y="3209"/>
                        </a:cubicBezTo>
                        <a:cubicBezTo>
                          <a:pt x="36085" y="5824"/>
                          <a:pt x="26067" y="10745"/>
                          <a:pt x="20171" y="14380"/>
                        </a:cubicBezTo>
                        <a:cubicBezTo>
                          <a:pt x="19417" y="14868"/>
                          <a:pt x="18708" y="15311"/>
                          <a:pt x="18043" y="15710"/>
                        </a:cubicBezTo>
                        <a:cubicBezTo>
                          <a:pt x="13654" y="18636"/>
                          <a:pt x="10240" y="21650"/>
                          <a:pt x="7669" y="24754"/>
                        </a:cubicBezTo>
                        <a:cubicBezTo>
                          <a:pt x="4167" y="29054"/>
                          <a:pt x="2172" y="33487"/>
                          <a:pt x="887" y="38053"/>
                        </a:cubicBezTo>
                        <a:cubicBezTo>
                          <a:pt x="532" y="39560"/>
                          <a:pt x="222" y="41067"/>
                          <a:pt x="0" y="42619"/>
                        </a:cubicBezTo>
                        <a:lnTo>
                          <a:pt x="0" y="42796"/>
                        </a:lnTo>
                        <a:cubicBezTo>
                          <a:pt x="14984" y="32157"/>
                          <a:pt x="31431" y="22227"/>
                          <a:pt x="48542" y="1500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91" name="Forme libre : forme 23790">
                    <a:extLst>
                      <a:ext uri="{FF2B5EF4-FFF2-40B4-BE49-F238E27FC236}">
                        <a16:creationId xmlns:a16="http://schemas.microsoft.com/office/drawing/2014/main" id="{8CE2865F-C8CD-49FE-8262-9C10BE9361E1}"/>
                      </a:ext>
                    </a:extLst>
                  </p:cNvPr>
                  <p:cNvSpPr/>
                  <p:nvPr/>
                </p:nvSpPr>
                <p:spPr>
                  <a:xfrm>
                    <a:off x="5767322" y="1225183"/>
                    <a:ext cx="38640" cy="21845"/>
                  </a:xfrm>
                  <a:custGeom>
                    <a:avLst/>
                    <a:gdLst>
                      <a:gd name="connsiteX0" fmla="*/ 363 w 38640"/>
                      <a:gd name="connsiteY0" fmla="*/ 20827 h 21845"/>
                      <a:gd name="connsiteX1" fmla="*/ 5549 w 38640"/>
                      <a:gd name="connsiteY1" fmla="*/ 12138 h 21845"/>
                      <a:gd name="connsiteX2" fmla="*/ 16898 w 38640"/>
                      <a:gd name="connsiteY2" fmla="*/ 4557 h 21845"/>
                      <a:gd name="connsiteX3" fmla="*/ 28956 w 38640"/>
                      <a:gd name="connsiteY3" fmla="*/ 434 h 21845"/>
                      <a:gd name="connsiteX4" fmla="*/ 38487 w 38640"/>
                      <a:gd name="connsiteY4" fmla="*/ 2296 h 21845"/>
                      <a:gd name="connsiteX5" fmla="*/ 32591 w 38640"/>
                      <a:gd name="connsiteY5" fmla="*/ 9434 h 21845"/>
                      <a:gd name="connsiteX6" fmla="*/ 22129 w 38640"/>
                      <a:gd name="connsiteY6" fmla="*/ 14842 h 21845"/>
                      <a:gd name="connsiteX7" fmla="*/ 10470 w 38640"/>
                      <a:gd name="connsiteY7" fmla="*/ 19896 h 21845"/>
                      <a:gd name="connsiteX8" fmla="*/ 363 w 38640"/>
                      <a:gd name="connsiteY8" fmla="*/ 20827 h 21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640" h="21845">
                        <a:moveTo>
                          <a:pt x="363" y="20827"/>
                        </a:moveTo>
                        <a:cubicBezTo>
                          <a:pt x="-1012" y="18921"/>
                          <a:pt x="1693" y="15418"/>
                          <a:pt x="5549" y="12138"/>
                        </a:cubicBezTo>
                        <a:cubicBezTo>
                          <a:pt x="9318" y="8813"/>
                          <a:pt x="14327" y="5887"/>
                          <a:pt x="16898" y="4557"/>
                        </a:cubicBezTo>
                        <a:cubicBezTo>
                          <a:pt x="19469" y="3183"/>
                          <a:pt x="24390" y="1232"/>
                          <a:pt x="28956" y="434"/>
                        </a:cubicBezTo>
                        <a:cubicBezTo>
                          <a:pt x="33522" y="-452"/>
                          <a:pt x="37645" y="-53"/>
                          <a:pt x="38487" y="2296"/>
                        </a:cubicBezTo>
                        <a:cubicBezTo>
                          <a:pt x="39374" y="4735"/>
                          <a:pt x="36271" y="7128"/>
                          <a:pt x="32591" y="9434"/>
                        </a:cubicBezTo>
                        <a:cubicBezTo>
                          <a:pt x="28868" y="11650"/>
                          <a:pt x="24434" y="13778"/>
                          <a:pt x="22129" y="14842"/>
                        </a:cubicBezTo>
                        <a:cubicBezTo>
                          <a:pt x="19824" y="15906"/>
                          <a:pt x="14992" y="18122"/>
                          <a:pt x="10470" y="19896"/>
                        </a:cubicBezTo>
                        <a:cubicBezTo>
                          <a:pt x="5948" y="21625"/>
                          <a:pt x="1693" y="22777"/>
                          <a:pt x="363" y="2082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92" name="Forme libre : forme 23791">
                    <a:extLst>
                      <a:ext uri="{FF2B5EF4-FFF2-40B4-BE49-F238E27FC236}">
                        <a16:creationId xmlns:a16="http://schemas.microsoft.com/office/drawing/2014/main" id="{680F4B10-1A0A-4C6A-96F0-ABA5B20F42A3}"/>
                      </a:ext>
                    </a:extLst>
                  </p:cNvPr>
                  <p:cNvSpPr/>
                  <p:nvPr/>
                </p:nvSpPr>
                <p:spPr>
                  <a:xfrm>
                    <a:off x="5776152" y="1225247"/>
                    <a:ext cx="30170" cy="9636"/>
                  </a:xfrm>
                  <a:custGeom>
                    <a:avLst/>
                    <a:gdLst>
                      <a:gd name="connsiteX0" fmla="*/ 23008 w 30170"/>
                      <a:gd name="connsiteY0" fmla="*/ 9636 h 9636"/>
                      <a:gd name="connsiteX1" fmla="*/ 29835 w 30170"/>
                      <a:gd name="connsiteY1" fmla="*/ 2144 h 9636"/>
                      <a:gd name="connsiteX2" fmla="*/ 20126 w 30170"/>
                      <a:gd name="connsiteY2" fmla="*/ 371 h 9636"/>
                      <a:gd name="connsiteX3" fmla="*/ 7847 w 30170"/>
                      <a:gd name="connsiteY3" fmla="*/ 4583 h 9636"/>
                      <a:gd name="connsiteX4" fmla="*/ 0 w 30170"/>
                      <a:gd name="connsiteY4" fmla="*/ 9636 h 9636"/>
                      <a:gd name="connsiteX5" fmla="*/ 4522 w 30170"/>
                      <a:gd name="connsiteY5" fmla="*/ 7508 h 9636"/>
                      <a:gd name="connsiteX6" fmla="*/ 23008 w 30170"/>
                      <a:gd name="connsiteY6" fmla="*/ 9636 h 9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170" h="9636">
                        <a:moveTo>
                          <a:pt x="23008" y="9636"/>
                        </a:moveTo>
                        <a:cubicBezTo>
                          <a:pt x="25003" y="7730"/>
                          <a:pt x="31741" y="4893"/>
                          <a:pt x="29835" y="2144"/>
                        </a:cubicBezTo>
                        <a:cubicBezTo>
                          <a:pt x="28327" y="17"/>
                          <a:pt x="24426" y="-427"/>
                          <a:pt x="20126" y="371"/>
                        </a:cubicBezTo>
                        <a:cubicBezTo>
                          <a:pt x="15782" y="1080"/>
                          <a:pt x="11083" y="2942"/>
                          <a:pt x="7847" y="4583"/>
                        </a:cubicBezTo>
                        <a:cubicBezTo>
                          <a:pt x="5896" y="5514"/>
                          <a:pt x="1862" y="8129"/>
                          <a:pt x="0" y="9636"/>
                        </a:cubicBezTo>
                        <a:cubicBezTo>
                          <a:pt x="1241" y="9016"/>
                          <a:pt x="3236" y="7907"/>
                          <a:pt x="4522" y="7508"/>
                        </a:cubicBezTo>
                        <a:cubicBezTo>
                          <a:pt x="11703" y="5514"/>
                          <a:pt x="20614" y="4538"/>
                          <a:pt x="23008" y="963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93" name="Forme libre : forme 23792">
                    <a:extLst>
                      <a:ext uri="{FF2B5EF4-FFF2-40B4-BE49-F238E27FC236}">
                        <a16:creationId xmlns:a16="http://schemas.microsoft.com/office/drawing/2014/main" id="{52B3327C-B8E4-4DEA-AB39-F6E2A3BFCDD2}"/>
                      </a:ext>
                    </a:extLst>
                  </p:cNvPr>
                  <p:cNvSpPr/>
                  <p:nvPr/>
                </p:nvSpPr>
                <p:spPr>
                  <a:xfrm>
                    <a:off x="5764960" y="1224680"/>
                    <a:ext cx="38591" cy="22874"/>
                  </a:xfrm>
                  <a:custGeom>
                    <a:avLst/>
                    <a:gdLst>
                      <a:gd name="connsiteX0" fmla="*/ 153 w 38591"/>
                      <a:gd name="connsiteY0" fmla="*/ 21596 h 22874"/>
                      <a:gd name="connsiteX1" fmla="*/ 16777 w 38591"/>
                      <a:gd name="connsiteY1" fmla="*/ 4794 h 22874"/>
                      <a:gd name="connsiteX2" fmla="*/ 38367 w 38591"/>
                      <a:gd name="connsiteY2" fmla="*/ 2312 h 22874"/>
                      <a:gd name="connsiteX3" fmla="*/ 32559 w 38591"/>
                      <a:gd name="connsiteY3" fmla="*/ 9493 h 22874"/>
                      <a:gd name="connsiteX4" fmla="*/ 22142 w 38591"/>
                      <a:gd name="connsiteY4" fmla="*/ 15124 h 22874"/>
                      <a:gd name="connsiteX5" fmla="*/ 10083 w 38591"/>
                      <a:gd name="connsiteY5" fmla="*/ 20709 h 22874"/>
                      <a:gd name="connsiteX6" fmla="*/ 153 w 38591"/>
                      <a:gd name="connsiteY6" fmla="*/ 21596 h 22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591" h="22874">
                        <a:moveTo>
                          <a:pt x="153" y="21596"/>
                        </a:moveTo>
                        <a:cubicBezTo>
                          <a:pt x="-1531" y="16852"/>
                          <a:pt x="11103" y="7720"/>
                          <a:pt x="16777" y="4794"/>
                        </a:cubicBezTo>
                        <a:cubicBezTo>
                          <a:pt x="22186" y="1514"/>
                          <a:pt x="36150" y="-2698"/>
                          <a:pt x="38367" y="2312"/>
                        </a:cubicBezTo>
                        <a:cubicBezTo>
                          <a:pt x="39475" y="4706"/>
                          <a:pt x="36327" y="7144"/>
                          <a:pt x="32559" y="9493"/>
                        </a:cubicBezTo>
                        <a:cubicBezTo>
                          <a:pt x="28747" y="11799"/>
                          <a:pt x="24269" y="14015"/>
                          <a:pt x="22142" y="15124"/>
                        </a:cubicBezTo>
                        <a:cubicBezTo>
                          <a:pt x="19969" y="16143"/>
                          <a:pt x="14827" y="18803"/>
                          <a:pt x="10083" y="20709"/>
                        </a:cubicBezTo>
                        <a:cubicBezTo>
                          <a:pt x="5296" y="22704"/>
                          <a:pt x="907" y="23945"/>
                          <a:pt x="153" y="2159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94" name="Forme libre : forme 23793">
                    <a:extLst>
                      <a:ext uri="{FF2B5EF4-FFF2-40B4-BE49-F238E27FC236}">
                        <a16:creationId xmlns:a16="http://schemas.microsoft.com/office/drawing/2014/main" id="{757ADFE8-9F08-45B9-AB4A-244FFA957FCC}"/>
                      </a:ext>
                    </a:extLst>
                  </p:cNvPr>
                  <p:cNvSpPr/>
                  <p:nvPr/>
                </p:nvSpPr>
                <p:spPr>
                  <a:xfrm>
                    <a:off x="5772098" y="1215386"/>
                    <a:ext cx="53457" cy="20842"/>
                  </a:xfrm>
                  <a:custGeom>
                    <a:avLst/>
                    <a:gdLst>
                      <a:gd name="connsiteX0" fmla="*/ 52906 w 53457"/>
                      <a:gd name="connsiteY0" fmla="*/ 7350 h 20842"/>
                      <a:gd name="connsiteX1" fmla="*/ 46522 w 53457"/>
                      <a:gd name="connsiteY1" fmla="*/ 2651 h 20842"/>
                      <a:gd name="connsiteX2" fmla="*/ 24224 w 53457"/>
                      <a:gd name="connsiteY2" fmla="*/ 922 h 20842"/>
                      <a:gd name="connsiteX3" fmla="*/ 4408 w 53457"/>
                      <a:gd name="connsiteY3" fmla="*/ 11118 h 20842"/>
                      <a:gd name="connsiteX4" fmla="*/ 995 w 53457"/>
                      <a:gd name="connsiteY4" fmla="*/ 20427 h 20842"/>
                      <a:gd name="connsiteX5" fmla="*/ 8176 w 53457"/>
                      <a:gd name="connsiteY5" fmla="*/ 19452 h 20842"/>
                      <a:gd name="connsiteX6" fmla="*/ 27238 w 53457"/>
                      <a:gd name="connsiteY6" fmla="*/ 17723 h 20842"/>
                      <a:gd name="connsiteX7" fmla="*/ 45458 w 53457"/>
                      <a:gd name="connsiteY7" fmla="*/ 18344 h 20842"/>
                      <a:gd name="connsiteX8" fmla="*/ 52906 w 53457"/>
                      <a:gd name="connsiteY8" fmla="*/ 7350 h 20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3457" h="20842">
                        <a:moveTo>
                          <a:pt x="52906" y="7350"/>
                        </a:moveTo>
                        <a:cubicBezTo>
                          <a:pt x="51354" y="4557"/>
                          <a:pt x="50202" y="3892"/>
                          <a:pt x="46522" y="2651"/>
                        </a:cubicBezTo>
                        <a:cubicBezTo>
                          <a:pt x="39607" y="478"/>
                          <a:pt x="33267" y="-1073"/>
                          <a:pt x="24224" y="922"/>
                        </a:cubicBezTo>
                        <a:cubicBezTo>
                          <a:pt x="16643" y="2606"/>
                          <a:pt x="9018" y="6729"/>
                          <a:pt x="4408" y="11118"/>
                        </a:cubicBezTo>
                        <a:cubicBezTo>
                          <a:pt x="950" y="14398"/>
                          <a:pt x="-1444" y="18565"/>
                          <a:pt x="995" y="20427"/>
                        </a:cubicBezTo>
                        <a:cubicBezTo>
                          <a:pt x="2457" y="21580"/>
                          <a:pt x="5472" y="20028"/>
                          <a:pt x="8176" y="19452"/>
                        </a:cubicBezTo>
                        <a:cubicBezTo>
                          <a:pt x="14560" y="18122"/>
                          <a:pt x="20633" y="16881"/>
                          <a:pt x="27238" y="17723"/>
                        </a:cubicBezTo>
                        <a:cubicBezTo>
                          <a:pt x="32868" y="18388"/>
                          <a:pt x="38897" y="20693"/>
                          <a:pt x="45458" y="18344"/>
                        </a:cubicBezTo>
                        <a:cubicBezTo>
                          <a:pt x="51266" y="16260"/>
                          <a:pt x="54901" y="11206"/>
                          <a:pt x="52906" y="735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95" name="Forme libre : forme 23794">
                    <a:extLst>
                      <a:ext uri="{FF2B5EF4-FFF2-40B4-BE49-F238E27FC236}">
                        <a16:creationId xmlns:a16="http://schemas.microsoft.com/office/drawing/2014/main" id="{826363AE-609F-410D-8282-D8CC38097CE4}"/>
                      </a:ext>
                    </a:extLst>
                  </p:cNvPr>
                  <p:cNvSpPr/>
                  <p:nvPr/>
                </p:nvSpPr>
                <p:spPr>
                  <a:xfrm>
                    <a:off x="5801196" y="1228893"/>
                    <a:ext cx="14824" cy="9298"/>
                  </a:xfrm>
                  <a:custGeom>
                    <a:avLst/>
                    <a:gdLst>
                      <a:gd name="connsiteX0" fmla="*/ 13568 w 14824"/>
                      <a:gd name="connsiteY0" fmla="*/ 2311 h 9298"/>
                      <a:gd name="connsiteX1" fmla="*/ 14809 w 14824"/>
                      <a:gd name="connsiteY1" fmla="*/ 804 h 9298"/>
                      <a:gd name="connsiteX2" fmla="*/ 13347 w 14824"/>
                      <a:gd name="connsiteY2" fmla="*/ 5 h 9298"/>
                      <a:gd name="connsiteX3" fmla="*/ 10376 w 14824"/>
                      <a:gd name="connsiteY3" fmla="*/ 715 h 9298"/>
                      <a:gd name="connsiteX4" fmla="*/ 3549 w 14824"/>
                      <a:gd name="connsiteY4" fmla="*/ 3907 h 9298"/>
                      <a:gd name="connsiteX5" fmla="*/ 1289 w 14824"/>
                      <a:gd name="connsiteY5" fmla="*/ 5458 h 9298"/>
                      <a:gd name="connsiteX6" fmla="*/ 4126 w 14824"/>
                      <a:gd name="connsiteY6" fmla="*/ 8650 h 9298"/>
                      <a:gd name="connsiteX7" fmla="*/ 13568 w 14824"/>
                      <a:gd name="connsiteY7" fmla="*/ 2311 h 9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824" h="9298">
                        <a:moveTo>
                          <a:pt x="13568" y="2311"/>
                        </a:moveTo>
                        <a:cubicBezTo>
                          <a:pt x="14233" y="1779"/>
                          <a:pt x="14676" y="1380"/>
                          <a:pt x="14809" y="804"/>
                        </a:cubicBezTo>
                        <a:cubicBezTo>
                          <a:pt x="14942" y="183"/>
                          <a:pt x="14189" y="-39"/>
                          <a:pt x="13347" y="5"/>
                        </a:cubicBezTo>
                        <a:cubicBezTo>
                          <a:pt x="12460" y="5"/>
                          <a:pt x="11263" y="360"/>
                          <a:pt x="10376" y="715"/>
                        </a:cubicBezTo>
                        <a:cubicBezTo>
                          <a:pt x="8027" y="1601"/>
                          <a:pt x="5589" y="2621"/>
                          <a:pt x="3549" y="3907"/>
                        </a:cubicBezTo>
                        <a:cubicBezTo>
                          <a:pt x="2707" y="4394"/>
                          <a:pt x="1865" y="4838"/>
                          <a:pt x="1289" y="5458"/>
                        </a:cubicBezTo>
                        <a:cubicBezTo>
                          <a:pt x="-1150" y="8162"/>
                          <a:pt x="-86" y="10468"/>
                          <a:pt x="4126" y="8650"/>
                        </a:cubicBezTo>
                        <a:cubicBezTo>
                          <a:pt x="7362" y="7187"/>
                          <a:pt x="10908" y="4483"/>
                          <a:pt x="13568" y="231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96" name="Forme libre : forme 23795">
                    <a:extLst>
                      <a:ext uri="{FF2B5EF4-FFF2-40B4-BE49-F238E27FC236}">
                        <a16:creationId xmlns:a16="http://schemas.microsoft.com/office/drawing/2014/main" id="{1677E19A-F1D4-4EDD-81E4-B7EF412D52C4}"/>
                      </a:ext>
                    </a:extLst>
                  </p:cNvPr>
                  <p:cNvSpPr/>
                  <p:nvPr/>
                </p:nvSpPr>
                <p:spPr>
                  <a:xfrm>
                    <a:off x="5753707" y="1226283"/>
                    <a:ext cx="15751" cy="26022"/>
                  </a:xfrm>
                  <a:custGeom>
                    <a:avLst/>
                    <a:gdLst>
                      <a:gd name="connsiteX0" fmla="*/ 58 w 15751"/>
                      <a:gd name="connsiteY0" fmla="*/ 26022 h 26022"/>
                      <a:gd name="connsiteX1" fmla="*/ 15751 w 15751"/>
                      <a:gd name="connsiteY1" fmla="*/ 0 h 26022"/>
                      <a:gd name="connsiteX2" fmla="*/ 58 w 15751"/>
                      <a:gd name="connsiteY2" fmla="*/ 26022 h 26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751" h="26022">
                        <a:moveTo>
                          <a:pt x="58" y="26022"/>
                        </a:moveTo>
                        <a:cubicBezTo>
                          <a:pt x="-829" y="18486"/>
                          <a:pt x="8658" y="6827"/>
                          <a:pt x="15751" y="0"/>
                        </a:cubicBezTo>
                        <a:cubicBezTo>
                          <a:pt x="8082" y="7492"/>
                          <a:pt x="2674" y="18043"/>
                          <a:pt x="58" y="2602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97" name="Forme libre : forme 23796">
                    <a:extLst>
                      <a:ext uri="{FF2B5EF4-FFF2-40B4-BE49-F238E27FC236}">
                        <a16:creationId xmlns:a16="http://schemas.microsoft.com/office/drawing/2014/main" id="{77A1950A-50E4-4E67-A43C-1223AE7F3EEC}"/>
                      </a:ext>
                    </a:extLst>
                  </p:cNvPr>
                  <p:cNvSpPr/>
                  <p:nvPr/>
                </p:nvSpPr>
                <p:spPr>
                  <a:xfrm>
                    <a:off x="5810242" y="1227613"/>
                    <a:ext cx="24337" cy="16225"/>
                  </a:xfrm>
                  <a:custGeom>
                    <a:avLst/>
                    <a:gdLst>
                      <a:gd name="connsiteX0" fmla="*/ 0 w 24337"/>
                      <a:gd name="connsiteY0" fmla="*/ 16225 h 16225"/>
                      <a:gd name="connsiteX1" fmla="*/ 24338 w 24337"/>
                      <a:gd name="connsiteY1" fmla="*/ 0 h 16225"/>
                      <a:gd name="connsiteX2" fmla="*/ 0 w 24337"/>
                      <a:gd name="connsiteY2" fmla="*/ 16225 h 16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4337" h="16225">
                        <a:moveTo>
                          <a:pt x="0" y="16225"/>
                        </a:moveTo>
                        <a:cubicBezTo>
                          <a:pt x="9354" y="12235"/>
                          <a:pt x="17067" y="5896"/>
                          <a:pt x="24338" y="0"/>
                        </a:cubicBezTo>
                        <a:cubicBezTo>
                          <a:pt x="17821" y="5719"/>
                          <a:pt x="7448" y="11216"/>
                          <a:pt x="0" y="162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98" name="Forme libre : forme 23797">
                    <a:extLst>
                      <a:ext uri="{FF2B5EF4-FFF2-40B4-BE49-F238E27FC236}">
                        <a16:creationId xmlns:a16="http://schemas.microsoft.com/office/drawing/2014/main" id="{64374DA9-28E8-46B2-BDEB-5B5FCB124461}"/>
                      </a:ext>
                    </a:extLst>
                  </p:cNvPr>
                  <p:cNvSpPr/>
                  <p:nvPr/>
                </p:nvSpPr>
                <p:spPr>
                  <a:xfrm>
                    <a:off x="5776683" y="1235789"/>
                    <a:ext cx="14465" cy="7113"/>
                  </a:xfrm>
                  <a:custGeom>
                    <a:avLst/>
                    <a:gdLst>
                      <a:gd name="connsiteX0" fmla="*/ 0 w 14465"/>
                      <a:gd name="connsiteY0" fmla="*/ 6364 h 7113"/>
                      <a:gd name="connsiteX1" fmla="*/ 7714 w 14465"/>
                      <a:gd name="connsiteY1" fmla="*/ 1266 h 7113"/>
                      <a:gd name="connsiteX2" fmla="*/ 14452 w 14465"/>
                      <a:gd name="connsiteY2" fmla="*/ 1000 h 7113"/>
                      <a:gd name="connsiteX3" fmla="*/ 7137 w 14465"/>
                      <a:gd name="connsiteY3" fmla="*/ 5433 h 7113"/>
                      <a:gd name="connsiteX4" fmla="*/ 0 w 14465"/>
                      <a:gd name="connsiteY4" fmla="*/ 6364 h 7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65" h="7113">
                        <a:moveTo>
                          <a:pt x="0" y="6364"/>
                        </a:moveTo>
                        <a:cubicBezTo>
                          <a:pt x="45" y="4369"/>
                          <a:pt x="5896" y="1931"/>
                          <a:pt x="7714" y="1266"/>
                        </a:cubicBezTo>
                        <a:cubicBezTo>
                          <a:pt x="9531" y="557"/>
                          <a:pt x="14762" y="-1039"/>
                          <a:pt x="14452" y="1000"/>
                        </a:cubicBezTo>
                        <a:cubicBezTo>
                          <a:pt x="14142" y="3039"/>
                          <a:pt x="8778" y="4724"/>
                          <a:pt x="7137" y="5433"/>
                        </a:cubicBezTo>
                        <a:cubicBezTo>
                          <a:pt x="5453" y="6009"/>
                          <a:pt x="-44" y="8270"/>
                          <a:pt x="0" y="636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99" name="Forme libre : forme 23798">
                    <a:extLst>
                      <a:ext uri="{FF2B5EF4-FFF2-40B4-BE49-F238E27FC236}">
                        <a16:creationId xmlns:a16="http://schemas.microsoft.com/office/drawing/2014/main" id="{01874AA7-9C79-4AFB-B1CB-42D4D0680A19}"/>
                      </a:ext>
                    </a:extLst>
                  </p:cNvPr>
                  <p:cNvSpPr/>
                  <p:nvPr/>
                </p:nvSpPr>
                <p:spPr>
                  <a:xfrm>
                    <a:off x="5774708" y="1241386"/>
                    <a:ext cx="4028" cy="2555"/>
                  </a:xfrm>
                  <a:custGeom>
                    <a:avLst/>
                    <a:gdLst>
                      <a:gd name="connsiteX0" fmla="*/ 114 w 4028"/>
                      <a:gd name="connsiteY0" fmla="*/ 2408 h 2555"/>
                      <a:gd name="connsiteX1" fmla="*/ 1488 w 4028"/>
                      <a:gd name="connsiteY1" fmla="*/ 723 h 2555"/>
                      <a:gd name="connsiteX2" fmla="*/ 3926 w 4028"/>
                      <a:gd name="connsiteY2" fmla="*/ 191 h 2555"/>
                      <a:gd name="connsiteX3" fmla="*/ 2596 w 4028"/>
                      <a:gd name="connsiteY3" fmla="*/ 1876 h 2555"/>
                      <a:gd name="connsiteX4" fmla="*/ 114 w 4028"/>
                      <a:gd name="connsiteY4" fmla="*/ 2408 h 2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8" h="2555">
                        <a:moveTo>
                          <a:pt x="114" y="2408"/>
                        </a:moveTo>
                        <a:cubicBezTo>
                          <a:pt x="-374" y="1920"/>
                          <a:pt x="823" y="1078"/>
                          <a:pt x="1488" y="723"/>
                        </a:cubicBezTo>
                        <a:cubicBezTo>
                          <a:pt x="2153" y="369"/>
                          <a:pt x="3483" y="-341"/>
                          <a:pt x="3926" y="191"/>
                        </a:cubicBezTo>
                        <a:cubicBezTo>
                          <a:pt x="4370" y="679"/>
                          <a:pt x="3261" y="1477"/>
                          <a:pt x="2596" y="1876"/>
                        </a:cubicBezTo>
                        <a:cubicBezTo>
                          <a:pt x="1976" y="2186"/>
                          <a:pt x="601" y="2851"/>
                          <a:pt x="114" y="24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800" name="Forme libre : forme 23799">
                    <a:extLst>
                      <a:ext uri="{FF2B5EF4-FFF2-40B4-BE49-F238E27FC236}">
                        <a16:creationId xmlns:a16="http://schemas.microsoft.com/office/drawing/2014/main" id="{A9049D2B-0FC7-40F4-9EF2-95CB12180F53}"/>
                      </a:ext>
                    </a:extLst>
                  </p:cNvPr>
                  <p:cNvSpPr/>
                  <p:nvPr/>
                </p:nvSpPr>
                <p:spPr>
                  <a:xfrm>
                    <a:off x="5756925" y="1244012"/>
                    <a:ext cx="38423" cy="11380"/>
                  </a:xfrm>
                  <a:custGeom>
                    <a:avLst/>
                    <a:gdLst>
                      <a:gd name="connsiteX0" fmla="*/ 12400 w 38423"/>
                      <a:gd name="connsiteY0" fmla="*/ 11041 h 11380"/>
                      <a:gd name="connsiteX1" fmla="*/ 830 w 38423"/>
                      <a:gd name="connsiteY1" fmla="*/ 10553 h 11380"/>
                      <a:gd name="connsiteX2" fmla="*/ 1539 w 38423"/>
                      <a:gd name="connsiteY2" fmla="*/ 6785 h 11380"/>
                      <a:gd name="connsiteX3" fmla="*/ 6282 w 38423"/>
                      <a:gd name="connsiteY3" fmla="*/ 5500 h 11380"/>
                      <a:gd name="connsiteX4" fmla="*/ 21000 w 38423"/>
                      <a:gd name="connsiteY4" fmla="*/ 3416 h 11380"/>
                      <a:gd name="connsiteX5" fmla="*/ 31285 w 38423"/>
                      <a:gd name="connsiteY5" fmla="*/ 535 h 11380"/>
                      <a:gd name="connsiteX6" fmla="*/ 38378 w 38423"/>
                      <a:gd name="connsiteY6" fmla="*/ 1865 h 11380"/>
                      <a:gd name="connsiteX7" fmla="*/ 22374 w 38423"/>
                      <a:gd name="connsiteY7" fmla="*/ 10819 h 11380"/>
                      <a:gd name="connsiteX8" fmla="*/ 12400 w 38423"/>
                      <a:gd name="connsiteY8" fmla="*/ 11041 h 11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423" h="11380">
                        <a:moveTo>
                          <a:pt x="12400" y="11041"/>
                        </a:moveTo>
                        <a:cubicBezTo>
                          <a:pt x="7878" y="11396"/>
                          <a:pt x="4598" y="11750"/>
                          <a:pt x="830" y="10553"/>
                        </a:cubicBezTo>
                        <a:cubicBezTo>
                          <a:pt x="-545" y="10110"/>
                          <a:pt x="-146" y="7982"/>
                          <a:pt x="1539" y="6785"/>
                        </a:cubicBezTo>
                        <a:cubicBezTo>
                          <a:pt x="3179" y="5588"/>
                          <a:pt x="4731" y="5588"/>
                          <a:pt x="6282" y="5500"/>
                        </a:cubicBezTo>
                        <a:cubicBezTo>
                          <a:pt x="11159" y="5278"/>
                          <a:pt x="15858" y="4391"/>
                          <a:pt x="21000" y="3416"/>
                        </a:cubicBezTo>
                        <a:cubicBezTo>
                          <a:pt x="22596" y="3106"/>
                          <a:pt x="27207" y="1421"/>
                          <a:pt x="31285" y="535"/>
                        </a:cubicBezTo>
                        <a:cubicBezTo>
                          <a:pt x="35363" y="-308"/>
                          <a:pt x="38866" y="-352"/>
                          <a:pt x="38378" y="1865"/>
                        </a:cubicBezTo>
                        <a:cubicBezTo>
                          <a:pt x="37403" y="6165"/>
                          <a:pt x="26497" y="9844"/>
                          <a:pt x="22374" y="10819"/>
                        </a:cubicBezTo>
                        <a:cubicBezTo>
                          <a:pt x="18252" y="11662"/>
                          <a:pt x="15813" y="10775"/>
                          <a:pt x="12400" y="1104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737" name="Graphique 2">
                  <a:extLst>
                    <a:ext uri="{FF2B5EF4-FFF2-40B4-BE49-F238E27FC236}">
                      <a16:creationId xmlns:a16="http://schemas.microsoft.com/office/drawing/2014/main" id="{E54360CA-6C0F-49E5-83C5-54F1EA1D9630}"/>
                    </a:ext>
                  </a:extLst>
                </p:cNvPr>
                <p:cNvGrpSpPr/>
                <p:nvPr/>
              </p:nvGrpSpPr>
              <p:grpSpPr>
                <a:xfrm>
                  <a:off x="5673274" y="1252526"/>
                  <a:ext cx="81536" cy="51921"/>
                  <a:chOff x="5673274" y="1252526"/>
                  <a:chExt cx="81536" cy="51921"/>
                </a:xfrm>
                <a:solidFill>
                  <a:schemeClr val="accent1"/>
                </a:solidFill>
              </p:grpSpPr>
              <p:sp>
                <p:nvSpPr>
                  <p:cNvPr id="23777" name="Forme libre : forme 23776">
                    <a:extLst>
                      <a:ext uri="{FF2B5EF4-FFF2-40B4-BE49-F238E27FC236}">
                        <a16:creationId xmlns:a16="http://schemas.microsoft.com/office/drawing/2014/main" id="{075DF2C0-C368-4BAB-9587-8EA89EC9D09A}"/>
                      </a:ext>
                    </a:extLst>
                  </p:cNvPr>
                  <p:cNvSpPr/>
                  <p:nvPr/>
                </p:nvSpPr>
                <p:spPr>
                  <a:xfrm>
                    <a:off x="5673274" y="1252526"/>
                    <a:ext cx="81536" cy="51921"/>
                  </a:xfrm>
                  <a:custGeom>
                    <a:avLst/>
                    <a:gdLst>
                      <a:gd name="connsiteX0" fmla="*/ 26141 w 81536"/>
                      <a:gd name="connsiteY0" fmla="*/ 16980 h 51921"/>
                      <a:gd name="connsiteX1" fmla="*/ 26496 w 81536"/>
                      <a:gd name="connsiteY1" fmla="*/ 16714 h 51921"/>
                      <a:gd name="connsiteX2" fmla="*/ 27959 w 81536"/>
                      <a:gd name="connsiteY2" fmla="*/ 16182 h 51921"/>
                      <a:gd name="connsiteX3" fmla="*/ 33057 w 81536"/>
                      <a:gd name="connsiteY3" fmla="*/ 13699 h 51921"/>
                      <a:gd name="connsiteX4" fmla="*/ 44716 w 81536"/>
                      <a:gd name="connsiteY4" fmla="*/ 6739 h 51921"/>
                      <a:gd name="connsiteX5" fmla="*/ 76013 w 81536"/>
                      <a:gd name="connsiteY5" fmla="*/ 976 h 51921"/>
                      <a:gd name="connsiteX6" fmla="*/ 81377 w 81536"/>
                      <a:gd name="connsiteY6" fmla="*/ 9443 h 51921"/>
                      <a:gd name="connsiteX7" fmla="*/ 63822 w 81536"/>
                      <a:gd name="connsiteY7" fmla="*/ 36175 h 51921"/>
                      <a:gd name="connsiteX8" fmla="*/ 50301 w 81536"/>
                      <a:gd name="connsiteY8" fmla="*/ 44908 h 51921"/>
                      <a:gd name="connsiteX9" fmla="*/ 30840 w 81536"/>
                      <a:gd name="connsiteY9" fmla="*/ 51691 h 51921"/>
                      <a:gd name="connsiteX10" fmla="*/ 13418 w 81536"/>
                      <a:gd name="connsiteY10" fmla="*/ 48543 h 51921"/>
                      <a:gd name="connsiteX11" fmla="*/ 8231 w 81536"/>
                      <a:gd name="connsiteY11" fmla="*/ 44598 h 51921"/>
                      <a:gd name="connsiteX12" fmla="*/ 4951 w 81536"/>
                      <a:gd name="connsiteY12" fmla="*/ 40785 h 51921"/>
                      <a:gd name="connsiteX13" fmla="*/ 1360 w 81536"/>
                      <a:gd name="connsiteY13" fmla="*/ 33160 h 51921"/>
                      <a:gd name="connsiteX14" fmla="*/ 30 w 81536"/>
                      <a:gd name="connsiteY14" fmla="*/ 25447 h 51921"/>
                      <a:gd name="connsiteX15" fmla="*/ 5837 w 81536"/>
                      <a:gd name="connsiteY15" fmla="*/ 17556 h 51921"/>
                      <a:gd name="connsiteX16" fmla="*/ 12930 w 81536"/>
                      <a:gd name="connsiteY16" fmla="*/ 17334 h 51921"/>
                      <a:gd name="connsiteX17" fmla="*/ 16300 w 81536"/>
                      <a:gd name="connsiteY17" fmla="*/ 17600 h 51921"/>
                      <a:gd name="connsiteX18" fmla="*/ 19536 w 81536"/>
                      <a:gd name="connsiteY18" fmla="*/ 17778 h 51921"/>
                      <a:gd name="connsiteX19" fmla="*/ 22594 w 81536"/>
                      <a:gd name="connsiteY19" fmla="*/ 18221 h 51921"/>
                      <a:gd name="connsiteX20" fmla="*/ 24988 w 81536"/>
                      <a:gd name="connsiteY20" fmla="*/ 18132 h 51921"/>
                      <a:gd name="connsiteX21" fmla="*/ 25919 w 81536"/>
                      <a:gd name="connsiteY21" fmla="*/ 17600 h 51921"/>
                      <a:gd name="connsiteX22" fmla="*/ 26141 w 81536"/>
                      <a:gd name="connsiteY22" fmla="*/ 16980 h 51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1536" h="51921">
                        <a:moveTo>
                          <a:pt x="26141" y="16980"/>
                        </a:moveTo>
                        <a:cubicBezTo>
                          <a:pt x="26185" y="16935"/>
                          <a:pt x="26141" y="16758"/>
                          <a:pt x="26496" y="16714"/>
                        </a:cubicBezTo>
                        <a:cubicBezTo>
                          <a:pt x="26806" y="16625"/>
                          <a:pt x="27427" y="16315"/>
                          <a:pt x="27959" y="16182"/>
                        </a:cubicBezTo>
                        <a:cubicBezTo>
                          <a:pt x="29333" y="15561"/>
                          <a:pt x="31062" y="14807"/>
                          <a:pt x="33057" y="13699"/>
                        </a:cubicBezTo>
                        <a:cubicBezTo>
                          <a:pt x="37046" y="11527"/>
                          <a:pt x="41657" y="8557"/>
                          <a:pt x="44716" y="6739"/>
                        </a:cubicBezTo>
                        <a:cubicBezTo>
                          <a:pt x="56375" y="-354"/>
                          <a:pt x="65640" y="-1019"/>
                          <a:pt x="76013" y="976"/>
                        </a:cubicBezTo>
                        <a:cubicBezTo>
                          <a:pt x="79604" y="1641"/>
                          <a:pt x="82220" y="6030"/>
                          <a:pt x="81377" y="9443"/>
                        </a:cubicBezTo>
                        <a:cubicBezTo>
                          <a:pt x="78806" y="19418"/>
                          <a:pt x="74949" y="27575"/>
                          <a:pt x="63822" y="36175"/>
                        </a:cubicBezTo>
                        <a:cubicBezTo>
                          <a:pt x="60808" y="38480"/>
                          <a:pt x="56020" y="41805"/>
                          <a:pt x="50301" y="44908"/>
                        </a:cubicBezTo>
                        <a:cubicBezTo>
                          <a:pt x="44627" y="48011"/>
                          <a:pt x="37578" y="50893"/>
                          <a:pt x="30840" y="51691"/>
                        </a:cubicBezTo>
                        <a:cubicBezTo>
                          <a:pt x="24146" y="52489"/>
                          <a:pt x="18028" y="51159"/>
                          <a:pt x="13418" y="48543"/>
                        </a:cubicBezTo>
                        <a:cubicBezTo>
                          <a:pt x="11157" y="47346"/>
                          <a:pt x="9517" y="45795"/>
                          <a:pt x="8231" y="44598"/>
                        </a:cubicBezTo>
                        <a:cubicBezTo>
                          <a:pt x="6857" y="43312"/>
                          <a:pt x="5660" y="42071"/>
                          <a:pt x="4951" y="40785"/>
                        </a:cubicBezTo>
                        <a:cubicBezTo>
                          <a:pt x="3399" y="38214"/>
                          <a:pt x="2025" y="35687"/>
                          <a:pt x="1360" y="33160"/>
                        </a:cubicBezTo>
                        <a:cubicBezTo>
                          <a:pt x="695" y="30589"/>
                          <a:pt x="296" y="28018"/>
                          <a:pt x="30" y="25447"/>
                        </a:cubicBezTo>
                        <a:cubicBezTo>
                          <a:pt x="-325" y="21856"/>
                          <a:pt x="2513" y="17689"/>
                          <a:pt x="5837" y="17556"/>
                        </a:cubicBezTo>
                        <a:cubicBezTo>
                          <a:pt x="8276" y="17379"/>
                          <a:pt x="10669" y="17246"/>
                          <a:pt x="12930" y="17334"/>
                        </a:cubicBezTo>
                        <a:cubicBezTo>
                          <a:pt x="14083" y="17379"/>
                          <a:pt x="15191" y="17467"/>
                          <a:pt x="16300" y="17600"/>
                        </a:cubicBezTo>
                        <a:cubicBezTo>
                          <a:pt x="17408" y="17600"/>
                          <a:pt x="18472" y="17645"/>
                          <a:pt x="19536" y="17778"/>
                        </a:cubicBezTo>
                        <a:cubicBezTo>
                          <a:pt x="20555" y="17866"/>
                          <a:pt x="21619" y="18044"/>
                          <a:pt x="22594" y="18221"/>
                        </a:cubicBezTo>
                        <a:cubicBezTo>
                          <a:pt x="23437" y="18132"/>
                          <a:pt x="24456" y="18177"/>
                          <a:pt x="24988" y="18132"/>
                        </a:cubicBezTo>
                        <a:cubicBezTo>
                          <a:pt x="25609" y="18177"/>
                          <a:pt x="25742" y="17822"/>
                          <a:pt x="25919" y="17600"/>
                        </a:cubicBezTo>
                        <a:cubicBezTo>
                          <a:pt x="26008" y="17290"/>
                          <a:pt x="26097" y="17113"/>
                          <a:pt x="26141" y="1698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78" name="Forme libre : forme 23777">
                    <a:extLst>
                      <a:ext uri="{FF2B5EF4-FFF2-40B4-BE49-F238E27FC236}">
                        <a16:creationId xmlns:a16="http://schemas.microsoft.com/office/drawing/2014/main" id="{BF0FEEB5-0BEF-478D-AEBD-570AEB68E429}"/>
                      </a:ext>
                    </a:extLst>
                  </p:cNvPr>
                  <p:cNvSpPr/>
                  <p:nvPr/>
                </p:nvSpPr>
                <p:spPr>
                  <a:xfrm>
                    <a:off x="5678845" y="1252565"/>
                    <a:ext cx="74298" cy="30176"/>
                  </a:xfrm>
                  <a:custGeom>
                    <a:avLst/>
                    <a:gdLst>
                      <a:gd name="connsiteX0" fmla="*/ 42425 w 74298"/>
                      <a:gd name="connsiteY0" fmla="*/ 19644 h 30176"/>
                      <a:gd name="connsiteX1" fmla="*/ 74299 w 74298"/>
                      <a:gd name="connsiteY1" fmla="*/ 3330 h 30176"/>
                      <a:gd name="connsiteX2" fmla="*/ 70575 w 74298"/>
                      <a:gd name="connsiteY2" fmla="*/ 937 h 30176"/>
                      <a:gd name="connsiteX3" fmla="*/ 65255 w 74298"/>
                      <a:gd name="connsiteY3" fmla="*/ 183 h 30176"/>
                      <a:gd name="connsiteX4" fmla="*/ 50005 w 74298"/>
                      <a:gd name="connsiteY4" fmla="*/ 1690 h 30176"/>
                      <a:gd name="connsiteX5" fmla="*/ 39233 w 74298"/>
                      <a:gd name="connsiteY5" fmla="*/ 6700 h 30176"/>
                      <a:gd name="connsiteX6" fmla="*/ 35287 w 74298"/>
                      <a:gd name="connsiteY6" fmla="*/ 9094 h 30176"/>
                      <a:gd name="connsiteX7" fmla="*/ 26466 w 74298"/>
                      <a:gd name="connsiteY7" fmla="*/ 14280 h 30176"/>
                      <a:gd name="connsiteX8" fmla="*/ 20703 w 74298"/>
                      <a:gd name="connsiteY8" fmla="*/ 16807 h 30176"/>
                      <a:gd name="connsiteX9" fmla="*/ 20525 w 74298"/>
                      <a:gd name="connsiteY9" fmla="*/ 17029 h 30176"/>
                      <a:gd name="connsiteX10" fmla="*/ 19949 w 74298"/>
                      <a:gd name="connsiteY10" fmla="*/ 17871 h 30176"/>
                      <a:gd name="connsiteX11" fmla="*/ 19062 w 74298"/>
                      <a:gd name="connsiteY11" fmla="*/ 18137 h 30176"/>
                      <a:gd name="connsiteX12" fmla="*/ 17289 w 74298"/>
                      <a:gd name="connsiteY12" fmla="*/ 18137 h 30176"/>
                      <a:gd name="connsiteX13" fmla="*/ 11260 w 74298"/>
                      <a:gd name="connsiteY13" fmla="*/ 17649 h 30176"/>
                      <a:gd name="connsiteX14" fmla="*/ 4699 w 74298"/>
                      <a:gd name="connsiteY14" fmla="*/ 17295 h 30176"/>
                      <a:gd name="connsiteX15" fmla="*/ 177 w 74298"/>
                      <a:gd name="connsiteY15" fmla="*/ 17516 h 30176"/>
                      <a:gd name="connsiteX16" fmla="*/ 0 w 74298"/>
                      <a:gd name="connsiteY16" fmla="*/ 17561 h 30176"/>
                      <a:gd name="connsiteX17" fmla="*/ 9886 w 74298"/>
                      <a:gd name="connsiteY17" fmla="*/ 26072 h 30176"/>
                      <a:gd name="connsiteX18" fmla="*/ 15073 w 74298"/>
                      <a:gd name="connsiteY18" fmla="*/ 29175 h 30176"/>
                      <a:gd name="connsiteX19" fmla="*/ 20304 w 74298"/>
                      <a:gd name="connsiteY19" fmla="*/ 30151 h 30176"/>
                      <a:gd name="connsiteX20" fmla="*/ 31519 w 74298"/>
                      <a:gd name="connsiteY20" fmla="*/ 26649 h 30176"/>
                      <a:gd name="connsiteX21" fmla="*/ 42425 w 74298"/>
                      <a:gd name="connsiteY21" fmla="*/ 19644 h 30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74298" h="30176">
                        <a:moveTo>
                          <a:pt x="42425" y="19644"/>
                        </a:moveTo>
                        <a:cubicBezTo>
                          <a:pt x="52089" y="12330"/>
                          <a:pt x="63305" y="4439"/>
                          <a:pt x="74299" y="3330"/>
                        </a:cubicBezTo>
                        <a:cubicBezTo>
                          <a:pt x="73323" y="2134"/>
                          <a:pt x="72038" y="1203"/>
                          <a:pt x="70575" y="937"/>
                        </a:cubicBezTo>
                        <a:cubicBezTo>
                          <a:pt x="68802" y="626"/>
                          <a:pt x="67028" y="360"/>
                          <a:pt x="65255" y="183"/>
                        </a:cubicBezTo>
                        <a:cubicBezTo>
                          <a:pt x="60246" y="-260"/>
                          <a:pt x="55281" y="50"/>
                          <a:pt x="50005" y="1690"/>
                        </a:cubicBezTo>
                        <a:cubicBezTo>
                          <a:pt x="46592" y="2798"/>
                          <a:pt x="43045" y="4394"/>
                          <a:pt x="39233" y="6700"/>
                        </a:cubicBezTo>
                        <a:cubicBezTo>
                          <a:pt x="38125" y="7365"/>
                          <a:pt x="36795" y="8207"/>
                          <a:pt x="35287" y="9094"/>
                        </a:cubicBezTo>
                        <a:cubicBezTo>
                          <a:pt x="32495" y="10822"/>
                          <a:pt x="29258" y="12773"/>
                          <a:pt x="26466" y="14280"/>
                        </a:cubicBezTo>
                        <a:cubicBezTo>
                          <a:pt x="23673" y="15743"/>
                          <a:pt x="21501" y="16541"/>
                          <a:pt x="20703" y="16807"/>
                        </a:cubicBezTo>
                        <a:cubicBezTo>
                          <a:pt x="20570" y="16851"/>
                          <a:pt x="20570" y="16984"/>
                          <a:pt x="20525" y="17029"/>
                        </a:cubicBezTo>
                        <a:cubicBezTo>
                          <a:pt x="20437" y="17206"/>
                          <a:pt x="20259" y="17561"/>
                          <a:pt x="19949" y="17871"/>
                        </a:cubicBezTo>
                        <a:cubicBezTo>
                          <a:pt x="19860" y="18093"/>
                          <a:pt x="19417" y="18048"/>
                          <a:pt x="19062" y="18137"/>
                        </a:cubicBezTo>
                        <a:cubicBezTo>
                          <a:pt x="18530" y="18137"/>
                          <a:pt x="17910" y="18093"/>
                          <a:pt x="17289" y="18137"/>
                        </a:cubicBezTo>
                        <a:cubicBezTo>
                          <a:pt x="15472" y="18048"/>
                          <a:pt x="13388" y="17605"/>
                          <a:pt x="11260" y="17649"/>
                        </a:cubicBezTo>
                        <a:cubicBezTo>
                          <a:pt x="9132" y="17561"/>
                          <a:pt x="6960" y="17295"/>
                          <a:pt x="4699" y="17295"/>
                        </a:cubicBezTo>
                        <a:cubicBezTo>
                          <a:pt x="3236" y="17295"/>
                          <a:pt x="1685" y="17428"/>
                          <a:pt x="177" y="17516"/>
                        </a:cubicBezTo>
                        <a:lnTo>
                          <a:pt x="0" y="17561"/>
                        </a:lnTo>
                        <a:cubicBezTo>
                          <a:pt x="3192" y="20620"/>
                          <a:pt x="6384" y="23634"/>
                          <a:pt x="9886" y="26072"/>
                        </a:cubicBezTo>
                        <a:cubicBezTo>
                          <a:pt x="11570" y="27402"/>
                          <a:pt x="13477" y="28156"/>
                          <a:pt x="15073" y="29175"/>
                        </a:cubicBezTo>
                        <a:cubicBezTo>
                          <a:pt x="16713" y="29885"/>
                          <a:pt x="18486" y="30284"/>
                          <a:pt x="20304" y="30151"/>
                        </a:cubicBezTo>
                        <a:cubicBezTo>
                          <a:pt x="23717" y="30062"/>
                          <a:pt x="27796" y="28599"/>
                          <a:pt x="31519" y="26649"/>
                        </a:cubicBezTo>
                        <a:cubicBezTo>
                          <a:pt x="35287" y="24654"/>
                          <a:pt x="38923" y="22215"/>
                          <a:pt x="42425" y="1964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79" name="Forme libre : forme 23778">
                    <a:extLst>
                      <a:ext uri="{FF2B5EF4-FFF2-40B4-BE49-F238E27FC236}">
                        <a16:creationId xmlns:a16="http://schemas.microsoft.com/office/drawing/2014/main" id="{D44D898E-1E7A-4B64-B84F-60E34715D0AF}"/>
                      </a:ext>
                    </a:extLst>
                  </p:cNvPr>
                  <p:cNvSpPr/>
                  <p:nvPr/>
                </p:nvSpPr>
                <p:spPr>
                  <a:xfrm>
                    <a:off x="5688645" y="1272584"/>
                    <a:ext cx="38857" cy="18599"/>
                  </a:xfrm>
                  <a:custGeom>
                    <a:avLst/>
                    <a:gdLst>
                      <a:gd name="connsiteX0" fmla="*/ 219 w 38857"/>
                      <a:gd name="connsiteY0" fmla="*/ 10398 h 18599"/>
                      <a:gd name="connsiteX1" fmla="*/ 3765 w 38857"/>
                      <a:gd name="connsiteY1" fmla="*/ 9024 h 18599"/>
                      <a:gd name="connsiteX2" fmla="*/ 8863 w 38857"/>
                      <a:gd name="connsiteY2" fmla="*/ 8935 h 18599"/>
                      <a:gd name="connsiteX3" fmla="*/ 14005 w 38857"/>
                      <a:gd name="connsiteY3" fmla="*/ 7605 h 18599"/>
                      <a:gd name="connsiteX4" fmla="*/ 18483 w 38857"/>
                      <a:gd name="connsiteY4" fmla="*/ 5743 h 18599"/>
                      <a:gd name="connsiteX5" fmla="*/ 28945 w 38857"/>
                      <a:gd name="connsiteY5" fmla="*/ 1443 h 18599"/>
                      <a:gd name="connsiteX6" fmla="*/ 38387 w 38857"/>
                      <a:gd name="connsiteY6" fmla="*/ 1266 h 18599"/>
                      <a:gd name="connsiteX7" fmla="*/ 34132 w 38857"/>
                      <a:gd name="connsiteY7" fmla="*/ 9644 h 18599"/>
                      <a:gd name="connsiteX8" fmla="*/ 23138 w 38857"/>
                      <a:gd name="connsiteY8" fmla="*/ 16294 h 18599"/>
                      <a:gd name="connsiteX9" fmla="*/ 17020 w 38857"/>
                      <a:gd name="connsiteY9" fmla="*/ 18111 h 18599"/>
                      <a:gd name="connsiteX10" fmla="*/ 12676 w 38857"/>
                      <a:gd name="connsiteY10" fmla="*/ 18599 h 18599"/>
                      <a:gd name="connsiteX11" fmla="*/ 8109 w 38857"/>
                      <a:gd name="connsiteY11" fmla="*/ 18111 h 18599"/>
                      <a:gd name="connsiteX12" fmla="*/ 4164 w 38857"/>
                      <a:gd name="connsiteY12" fmla="*/ 16516 h 18599"/>
                      <a:gd name="connsiteX13" fmla="*/ 1504 w 38857"/>
                      <a:gd name="connsiteY13" fmla="*/ 14255 h 18599"/>
                      <a:gd name="connsiteX14" fmla="*/ 219 w 38857"/>
                      <a:gd name="connsiteY14" fmla="*/ 10398 h 18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8857" h="18599">
                        <a:moveTo>
                          <a:pt x="219" y="10398"/>
                        </a:moveTo>
                        <a:cubicBezTo>
                          <a:pt x="795" y="9378"/>
                          <a:pt x="2169" y="9024"/>
                          <a:pt x="3765" y="9024"/>
                        </a:cubicBezTo>
                        <a:cubicBezTo>
                          <a:pt x="5317" y="9068"/>
                          <a:pt x="7046" y="9201"/>
                          <a:pt x="8863" y="8935"/>
                        </a:cubicBezTo>
                        <a:cubicBezTo>
                          <a:pt x="10681" y="8758"/>
                          <a:pt x="12188" y="8181"/>
                          <a:pt x="14005" y="7605"/>
                        </a:cubicBezTo>
                        <a:cubicBezTo>
                          <a:pt x="15734" y="6940"/>
                          <a:pt x="17375" y="6231"/>
                          <a:pt x="18483" y="5743"/>
                        </a:cubicBezTo>
                        <a:cubicBezTo>
                          <a:pt x="20699" y="4768"/>
                          <a:pt x="24911" y="2906"/>
                          <a:pt x="28945" y="1443"/>
                        </a:cubicBezTo>
                        <a:cubicBezTo>
                          <a:pt x="32979" y="-20"/>
                          <a:pt x="36880" y="-818"/>
                          <a:pt x="38387" y="1266"/>
                        </a:cubicBezTo>
                        <a:cubicBezTo>
                          <a:pt x="39895" y="3305"/>
                          <a:pt x="37589" y="6630"/>
                          <a:pt x="34132" y="9644"/>
                        </a:cubicBezTo>
                        <a:cubicBezTo>
                          <a:pt x="30674" y="12659"/>
                          <a:pt x="25842" y="15230"/>
                          <a:pt x="23138" y="16294"/>
                        </a:cubicBezTo>
                        <a:cubicBezTo>
                          <a:pt x="21763" y="16782"/>
                          <a:pt x="19680" y="17580"/>
                          <a:pt x="17020" y="18111"/>
                        </a:cubicBezTo>
                        <a:cubicBezTo>
                          <a:pt x="15734" y="18422"/>
                          <a:pt x="14227" y="18466"/>
                          <a:pt x="12676" y="18599"/>
                        </a:cubicBezTo>
                        <a:cubicBezTo>
                          <a:pt x="11124" y="18510"/>
                          <a:pt x="9528" y="18510"/>
                          <a:pt x="8109" y="18111"/>
                        </a:cubicBezTo>
                        <a:cubicBezTo>
                          <a:pt x="6646" y="17757"/>
                          <a:pt x="5272" y="17269"/>
                          <a:pt x="4164" y="16516"/>
                        </a:cubicBezTo>
                        <a:cubicBezTo>
                          <a:pt x="2967" y="15939"/>
                          <a:pt x="2125" y="15053"/>
                          <a:pt x="1504" y="14255"/>
                        </a:cubicBezTo>
                        <a:cubicBezTo>
                          <a:pt x="130" y="12747"/>
                          <a:pt x="-313" y="11418"/>
                          <a:pt x="219" y="1039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80" name="Forme libre : forme 23779">
                    <a:extLst>
                      <a:ext uri="{FF2B5EF4-FFF2-40B4-BE49-F238E27FC236}">
                        <a16:creationId xmlns:a16="http://schemas.microsoft.com/office/drawing/2014/main" id="{F3DFC39B-CCA7-4CC5-B08D-4D44B0FFAE61}"/>
                      </a:ext>
                    </a:extLst>
                  </p:cNvPr>
                  <p:cNvSpPr/>
                  <p:nvPr/>
                </p:nvSpPr>
                <p:spPr>
                  <a:xfrm>
                    <a:off x="5700257" y="1272778"/>
                    <a:ext cx="27582" cy="9893"/>
                  </a:xfrm>
                  <a:custGeom>
                    <a:avLst/>
                    <a:gdLst>
                      <a:gd name="connsiteX0" fmla="*/ 21722 w 27582"/>
                      <a:gd name="connsiteY0" fmla="*/ 9893 h 9893"/>
                      <a:gd name="connsiteX1" fmla="*/ 26909 w 27582"/>
                      <a:gd name="connsiteY1" fmla="*/ 983 h 9893"/>
                      <a:gd name="connsiteX2" fmla="*/ 6650 w 27582"/>
                      <a:gd name="connsiteY2" fmla="*/ 5638 h 9893"/>
                      <a:gd name="connsiteX3" fmla="*/ 0 w 27582"/>
                      <a:gd name="connsiteY3" fmla="*/ 8342 h 9893"/>
                      <a:gd name="connsiteX4" fmla="*/ 3679 w 27582"/>
                      <a:gd name="connsiteY4" fmla="*/ 7854 h 9893"/>
                      <a:gd name="connsiteX5" fmla="*/ 21722 w 27582"/>
                      <a:gd name="connsiteY5" fmla="*/ 9893 h 9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582" h="9893">
                        <a:moveTo>
                          <a:pt x="21722" y="9893"/>
                        </a:moveTo>
                        <a:cubicBezTo>
                          <a:pt x="23628" y="7721"/>
                          <a:pt x="29569" y="3066"/>
                          <a:pt x="26909" y="983"/>
                        </a:cubicBezTo>
                        <a:cubicBezTo>
                          <a:pt x="22697" y="-2298"/>
                          <a:pt x="12280" y="3510"/>
                          <a:pt x="6650" y="5638"/>
                        </a:cubicBezTo>
                        <a:cubicBezTo>
                          <a:pt x="5009" y="6391"/>
                          <a:pt x="1463" y="7810"/>
                          <a:pt x="0" y="8342"/>
                        </a:cubicBezTo>
                        <a:cubicBezTo>
                          <a:pt x="887" y="8253"/>
                          <a:pt x="2571" y="7943"/>
                          <a:pt x="3679" y="7854"/>
                        </a:cubicBezTo>
                        <a:cubicBezTo>
                          <a:pt x="9886" y="7810"/>
                          <a:pt x="18442" y="5283"/>
                          <a:pt x="21722" y="989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81" name="Forme libre : forme 23780">
                    <a:extLst>
                      <a:ext uri="{FF2B5EF4-FFF2-40B4-BE49-F238E27FC236}">
                        <a16:creationId xmlns:a16="http://schemas.microsoft.com/office/drawing/2014/main" id="{637EC14F-34B3-4149-8C62-A3AEB4C9A47D}"/>
                      </a:ext>
                    </a:extLst>
                  </p:cNvPr>
                  <p:cNvSpPr/>
                  <p:nvPr/>
                </p:nvSpPr>
                <p:spPr>
                  <a:xfrm>
                    <a:off x="5687039" y="1272760"/>
                    <a:ext cx="37928" cy="17499"/>
                  </a:xfrm>
                  <a:custGeom>
                    <a:avLst/>
                    <a:gdLst>
                      <a:gd name="connsiteX0" fmla="*/ 584 w 37928"/>
                      <a:gd name="connsiteY0" fmla="*/ 8050 h 17499"/>
                      <a:gd name="connsiteX1" fmla="*/ 4618 w 37928"/>
                      <a:gd name="connsiteY1" fmla="*/ 7118 h 17499"/>
                      <a:gd name="connsiteX2" fmla="*/ 9494 w 37928"/>
                      <a:gd name="connsiteY2" fmla="*/ 7384 h 17499"/>
                      <a:gd name="connsiteX3" fmla="*/ 13883 w 37928"/>
                      <a:gd name="connsiteY3" fmla="*/ 6454 h 17499"/>
                      <a:gd name="connsiteX4" fmla="*/ 16055 w 37928"/>
                      <a:gd name="connsiteY4" fmla="*/ 5700 h 17499"/>
                      <a:gd name="connsiteX5" fmla="*/ 17961 w 37928"/>
                      <a:gd name="connsiteY5" fmla="*/ 4946 h 17499"/>
                      <a:gd name="connsiteX6" fmla="*/ 37378 w 37928"/>
                      <a:gd name="connsiteY6" fmla="*/ 1311 h 17499"/>
                      <a:gd name="connsiteX7" fmla="*/ 33034 w 37928"/>
                      <a:gd name="connsiteY7" fmla="*/ 9557 h 17499"/>
                      <a:gd name="connsiteX8" fmla="*/ 21995 w 37928"/>
                      <a:gd name="connsiteY8" fmla="*/ 15807 h 17499"/>
                      <a:gd name="connsiteX9" fmla="*/ 15789 w 37928"/>
                      <a:gd name="connsiteY9" fmla="*/ 17315 h 17499"/>
                      <a:gd name="connsiteX10" fmla="*/ 6790 w 37928"/>
                      <a:gd name="connsiteY10" fmla="*/ 16251 h 17499"/>
                      <a:gd name="connsiteX11" fmla="*/ 584 w 37928"/>
                      <a:gd name="connsiteY11" fmla="*/ 8050 h 17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7928" h="17499">
                        <a:moveTo>
                          <a:pt x="584" y="8050"/>
                        </a:moveTo>
                        <a:cubicBezTo>
                          <a:pt x="1470" y="7296"/>
                          <a:pt x="2933" y="7163"/>
                          <a:pt x="4618" y="7118"/>
                        </a:cubicBezTo>
                        <a:cubicBezTo>
                          <a:pt x="6347" y="7163"/>
                          <a:pt x="7943" y="7517"/>
                          <a:pt x="9494" y="7384"/>
                        </a:cubicBezTo>
                        <a:cubicBezTo>
                          <a:pt x="11090" y="7251"/>
                          <a:pt x="12553" y="6985"/>
                          <a:pt x="13883" y="6454"/>
                        </a:cubicBezTo>
                        <a:cubicBezTo>
                          <a:pt x="14592" y="6232"/>
                          <a:pt x="15346" y="6010"/>
                          <a:pt x="16055" y="5700"/>
                        </a:cubicBezTo>
                        <a:cubicBezTo>
                          <a:pt x="16764" y="5434"/>
                          <a:pt x="17385" y="5212"/>
                          <a:pt x="17961" y="4946"/>
                        </a:cubicBezTo>
                        <a:cubicBezTo>
                          <a:pt x="22350" y="3439"/>
                          <a:pt x="34009" y="-2634"/>
                          <a:pt x="37378" y="1311"/>
                        </a:cubicBezTo>
                        <a:cubicBezTo>
                          <a:pt x="39063" y="3306"/>
                          <a:pt x="36669" y="6631"/>
                          <a:pt x="33034" y="9557"/>
                        </a:cubicBezTo>
                        <a:cubicBezTo>
                          <a:pt x="29443" y="12527"/>
                          <a:pt x="24567" y="15009"/>
                          <a:pt x="21995" y="15807"/>
                        </a:cubicBezTo>
                        <a:cubicBezTo>
                          <a:pt x="20754" y="16295"/>
                          <a:pt x="18538" y="17004"/>
                          <a:pt x="15789" y="17315"/>
                        </a:cubicBezTo>
                        <a:cubicBezTo>
                          <a:pt x="12952" y="17758"/>
                          <a:pt x="9538" y="17403"/>
                          <a:pt x="6790" y="16251"/>
                        </a:cubicBezTo>
                        <a:cubicBezTo>
                          <a:pt x="1293" y="13414"/>
                          <a:pt x="-1234" y="9601"/>
                          <a:pt x="584" y="805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82" name="Forme libre : forme 23781">
                    <a:extLst>
                      <a:ext uri="{FF2B5EF4-FFF2-40B4-BE49-F238E27FC236}">
                        <a16:creationId xmlns:a16="http://schemas.microsoft.com/office/drawing/2014/main" id="{DD921D15-4A19-4E41-9701-3B6A1F39CB42}"/>
                      </a:ext>
                    </a:extLst>
                  </p:cNvPr>
                  <p:cNvSpPr/>
                  <p:nvPr/>
                </p:nvSpPr>
                <p:spPr>
                  <a:xfrm>
                    <a:off x="5698174" y="1260613"/>
                    <a:ext cx="46891" cy="21946"/>
                  </a:xfrm>
                  <a:custGeom>
                    <a:avLst/>
                    <a:gdLst>
                      <a:gd name="connsiteX0" fmla="*/ 44685 w 46891"/>
                      <a:gd name="connsiteY0" fmla="*/ 1666 h 21946"/>
                      <a:gd name="connsiteX1" fmla="*/ 37016 w 46891"/>
                      <a:gd name="connsiteY1" fmla="*/ 159 h 21946"/>
                      <a:gd name="connsiteX2" fmla="*/ 17200 w 46891"/>
                      <a:gd name="connsiteY2" fmla="*/ 4548 h 21946"/>
                      <a:gd name="connsiteX3" fmla="*/ 3280 w 46891"/>
                      <a:gd name="connsiteY3" fmla="*/ 12926 h 21946"/>
                      <a:gd name="connsiteX4" fmla="*/ 1063 w 46891"/>
                      <a:gd name="connsiteY4" fmla="*/ 15985 h 21946"/>
                      <a:gd name="connsiteX5" fmla="*/ 44 w 46891"/>
                      <a:gd name="connsiteY5" fmla="*/ 19797 h 21946"/>
                      <a:gd name="connsiteX6" fmla="*/ 5097 w 46891"/>
                      <a:gd name="connsiteY6" fmla="*/ 21881 h 21946"/>
                      <a:gd name="connsiteX7" fmla="*/ 23628 w 46891"/>
                      <a:gd name="connsiteY7" fmla="*/ 20330 h 21946"/>
                      <a:gd name="connsiteX8" fmla="*/ 42247 w 46891"/>
                      <a:gd name="connsiteY8" fmla="*/ 15054 h 21946"/>
                      <a:gd name="connsiteX9" fmla="*/ 44685 w 46891"/>
                      <a:gd name="connsiteY9" fmla="*/ 1666 h 21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6891" h="21946">
                        <a:moveTo>
                          <a:pt x="44685" y="1666"/>
                        </a:moveTo>
                        <a:cubicBezTo>
                          <a:pt x="42069" y="-63"/>
                          <a:pt x="40695" y="-196"/>
                          <a:pt x="37016" y="159"/>
                        </a:cubicBezTo>
                        <a:cubicBezTo>
                          <a:pt x="30056" y="735"/>
                          <a:pt x="24293" y="1400"/>
                          <a:pt x="17200" y="4548"/>
                        </a:cubicBezTo>
                        <a:cubicBezTo>
                          <a:pt x="11259" y="7163"/>
                          <a:pt x="5895" y="10532"/>
                          <a:pt x="3280" y="12926"/>
                        </a:cubicBezTo>
                        <a:cubicBezTo>
                          <a:pt x="2127" y="13902"/>
                          <a:pt x="1728" y="14877"/>
                          <a:pt x="1063" y="15985"/>
                        </a:cubicBezTo>
                        <a:cubicBezTo>
                          <a:pt x="487" y="17138"/>
                          <a:pt x="-178" y="18335"/>
                          <a:pt x="44" y="19797"/>
                        </a:cubicBezTo>
                        <a:cubicBezTo>
                          <a:pt x="354" y="21615"/>
                          <a:pt x="2659" y="21704"/>
                          <a:pt x="5097" y="21881"/>
                        </a:cubicBezTo>
                        <a:cubicBezTo>
                          <a:pt x="10816" y="22280"/>
                          <a:pt x="16890" y="20729"/>
                          <a:pt x="23628" y="20330"/>
                        </a:cubicBezTo>
                        <a:cubicBezTo>
                          <a:pt x="29391" y="19930"/>
                          <a:pt x="36439" y="20152"/>
                          <a:pt x="42247" y="15054"/>
                        </a:cubicBezTo>
                        <a:cubicBezTo>
                          <a:pt x="47433" y="10444"/>
                          <a:pt x="48320" y="4060"/>
                          <a:pt x="44685" y="166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83" name="Forme libre : forme 23782">
                    <a:extLst>
                      <a:ext uri="{FF2B5EF4-FFF2-40B4-BE49-F238E27FC236}">
                        <a16:creationId xmlns:a16="http://schemas.microsoft.com/office/drawing/2014/main" id="{433BA26F-2A00-41B7-9013-9B2A5B9B8095}"/>
                      </a:ext>
                    </a:extLst>
                  </p:cNvPr>
                  <p:cNvSpPr/>
                  <p:nvPr/>
                </p:nvSpPr>
                <p:spPr>
                  <a:xfrm>
                    <a:off x="5724347" y="1271976"/>
                    <a:ext cx="13162" cy="13219"/>
                  </a:xfrm>
                  <a:custGeom>
                    <a:avLst/>
                    <a:gdLst>
                      <a:gd name="connsiteX0" fmla="*/ 12483 w 13162"/>
                      <a:gd name="connsiteY0" fmla="*/ 2361 h 13219"/>
                      <a:gd name="connsiteX1" fmla="*/ 13148 w 13162"/>
                      <a:gd name="connsiteY1" fmla="*/ 455 h 13219"/>
                      <a:gd name="connsiteX2" fmla="*/ 11463 w 13162"/>
                      <a:gd name="connsiteY2" fmla="*/ 278 h 13219"/>
                      <a:gd name="connsiteX3" fmla="*/ 8848 w 13162"/>
                      <a:gd name="connsiteY3" fmla="*/ 2051 h 13219"/>
                      <a:gd name="connsiteX4" fmla="*/ 2952 w 13162"/>
                      <a:gd name="connsiteY4" fmla="*/ 7282 h 13219"/>
                      <a:gd name="connsiteX5" fmla="*/ 957 w 13162"/>
                      <a:gd name="connsiteY5" fmla="*/ 9410 h 13219"/>
                      <a:gd name="connsiteX6" fmla="*/ 4547 w 13162"/>
                      <a:gd name="connsiteY6" fmla="*/ 11759 h 13219"/>
                      <a:gd name="connsiteX7" fmla="*/ 12483 w 13162"/>
                      <a:gd name="connsiteY7" fmla="*/ 2361 h 13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162" h="13219">
                        <a:moveTo>
                          <a:pt x="12483" y="2361"/>
                        </a:moveTo>
                        <a:cubicBezTo>
                          <a:pt x="12926" y="1608"/>
                          <a:pt x="13236" y="1031"/>
                          <a:pt x="13148" y="455"/>
                        </a:cubicBezTo>
                        <a:cubicBezTo>
                          <a:pt x="13059" y="-165"/>
                          <a:pt x="12261" y="-77"/>
                          <a:pt x="11463" y="278"/>
                        </a:cubicBezTo>
                        <a:cubicBezTo>
                          <a:pt x="10621" y="632"/>
                          <a:pt x="9601" y="1430"/>
                          <a:pt x="8848" y="2051"/>
                        </a:cubicBezTo>
                        <a:cubicBezTo>
                          <a:pt x="6853" y="3691"/>
                          <a:pt x="4769" y="5509"/>
                          <a:pt x="2952" y="7282"/>
                        </a:cubicBezTo>
                        <a:cubicBezTo>
                          <a:pt x="2242" y="8036"/>
                          <a:pt x="1489" y="8656"/>
                          <a:pt x="957" y="9410"/>
                        </a:cubicBezTo>
                        <a:cubicBezTo>
                          <a:pt x="-1127" y="12602"/>
                          <a:pt x="247" y="14818"/>
                          <a:pt x="4547" y="11759"/>
                        </a:cubicBezTo>
                        <a:cubicBezTo>
                          <a:pt x="7739" y="9410"/>
                          <a:pt x="10709" y="5465"/>
                          <a:pt x="12483" y="236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84" name="Forme libre : forme 23783">
                    <a:extLst>
                      <a:ext uri="{FF2B5EF4-FFF2-40B4-BE49-F238E27FC236}">
                        <a16:creationId xmlns:a16="http://schemas.microsoft.com/office/drawing/2014/main" id="{43EC5D55-26A7-4296-B6BC-5BCBCB3AB28B}"/>
                      </a:ext>
                    </a:extLst>
                  </p:cNvPr>
                  <p:cNvSpPr/>
                  <p:nvPr/>
                </p:nvSpPr>
                <p:spPr>
                  <a:xfrm>
                    <a:off x="5679067" y="1270259"/>
                    <a:ext cx="20259" cy="2970"/>
                  </a:xfrm>
                  <a:custGeom>
                    <a:avLst/>
                    <a:gdLst>
                      <a:gd name="connsiteX0" fmla="*/ 0 w 20259"/>
                      <a:gd name="connsiteY0" fmla="*/ 1507 h 2970"/>
                      <a:gd name="connsiteX1" fmla="*/ 13078 w 20259"/>
                      <a:gd name="connsiteY1" fmla="*/ 1862 h 2970"/>
                      <a:gd name="connsiteX2" fmla="*/ 18708 w 20259"/>
                      <a:gd name="connsiteY2" fmla="*/ 1951 h 2970"/>
                      <a:gd name="connsiteX3" fmla="*/ 20259 w 20259"/>
                      <a:gd name="connsiteY3" fmla="*/ 0 h 2970"/>
                      <a:gd name="connsiteX4" fmla="*/ 18619 w 20259"/>
                      <a:gd name="connsiteY4" fmla="*/ 2261 h 2970"/>
                      <a:gd name="connsiteX5" fmla="*/ 17644 w 20259"/>
                      <a:gd name="connsiteY5" fmla="*/ 2571 h 2970"/>
                      <a:gd name="connsiteX6" fmla="*/ 16269 w 20259"/>
                      <a:gd name="connsiteY6" fmla="*/ 2748 h 2970"/>
                      <a:gd name="connsiteX7" fmla="*/ 14807 w 20259"/>
                      <a:gd name="connsiteY7" fmla="*/ 2970 h 2970"/>
                      <a:gd name="connsiteX8" fmla="*/ 13211 w 20259"/>
                      <a:gd name="connsiteY8" fmla="*/ 2837 h 2970"/>
                      <a:gd name="connsiteX9" fmla="*/ 0 w 20259"/>
                      <a:gd name="connsiteY9" fmla="*/ 1507 h 2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259" h="2970">
                        <a:moveTo>
                          <a:pt x="0" y="1507"/>
                        </a:moveTo>
                        <a:cubicBezTo>
                          <a:pt x="3635" y="222"/>
                          <a:pt x="8511" y="1463"/>
                          <a:pt x="13078" y="1862"/>
                        </a:cubicBezTo>
                        <a:cubicBezTo>
                          <a:pt x="15294" y="2394"/>
                          <a:pt x="17644" y="2217"/>
                          <a:pt x="18708" y="1951"/>
                        </a:cubicBezTo>
                        <a:cubicBezTo>
                          <a:pt x="19683" y="1463"/>
                          <a:pt x="20082" y="665"/>
                          <a:pt x="20259" y="0"/>
                        </a:cubicBezTo>
                        <a:cubicBezTo>
                          <a:pt x="20038" y="709"/>
                          <a:pt x="19594" y="1596"/>
                          <a:pt x="18619" y="2261"/>
                        </a:cubicBezTo>
                        <a:lnTo>
                          <a:pt x="17644" y="2571"/>
                        </a:lnTo>
                        <a:lnTo>
                          <a:pt x="16269" y="2748"/>
                        </a:lnTo>
                        <a:lnTo>
                          <a:pt x="14807" y="2970"/>
                        </a:lnTo>
                        <a:lnTo>
                          <a:pt x="13211" y="2837"/>
                        </a:lnTo>
                        <a:cubicBezTo>
                          <a:pt x="8866" y="2748"/>
                          <a:pt x="4167" y="1951"/>
                          <a:pt x="0" y="150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85" name="Forme libre : forme 23784">
                    <a:extLst>
                      <a:ext uri="{FF2B5EF4-FFF2-40B4-BE49-F238E27FC236}">
                        <a16:creationId xmlns:a16="http://schemas.microsoft.com/office/drawing/2014/main" id="{77513430-02CB-4930-9873-BE9CF4BBEA87}"/>
                      </a:ext>
                    </a:extLst>
                  </p:cNvPr>
                  <p:cNvSpPr/>
                  <p:nvPr/>
                </p:nvSpPr>
                <p:spPr>
                  <a:xfrm>
                    <a:off x="5735633" y="1261526"/>
                    <a:ext cx="18131" cy="26864"/>
                  </a:xfrm>
                  <a:custGeom>
                    <a:avLst/>
                    <a:gdLst>
                      <a:gd name="connsiteX0" fmla="*/ 0 w 18131"/>
                      <a:gd name="connsiteY0" fmla="*/ 26865 h 26864"/>
                      <a:gd name="connsiteX1" fmla="*/ 18131 w 18131"/>
                      <a:gd name="connsiteY1" fmla="*/ 0 h 26864"/>
                      <a:gd name="connsiteX2" fmla="*/ 0 w 18131"/>
                      <a:gd name="connsiteY2" fmla="*/ 26865 h 26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131" h="26864">
                        <a:moveTo>
                          <a:pt x="0" y="26865"/>
                        </a:moveTo>
                        <a:cubicBezTo>
                          <a:pt x="9930" y="19151"/>
                          <a:pt x="14895" y="8955"/>
                          <a:pt x="18131" y="0"/>
                        </a:cubicBezTo>
                        <a:cubicBezTo>
                          <a:pt x="15516" y="8511"/>
                          <a:pt x="7581" y="19107"/>
                          <a:pt x="0" y="268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86" name="Forme libre : forme 23785">
                    <a:extLst>
                      <a:ext uri="{FF2B5EF4-FFF2-40B4-BE49-F238E27FC236}">
                        <a16:creationId xmlns:a16="http://schemas.microsoft.com/office/drawing/2014/main" id="{D40A0968-491F-4E91-A701-A4AE6F156370}"/>
                      </a:ext>
                    </a:extLst>
                  </p:cNvPr>
                  <p:cNvSpPr/>
                  <p:nvPr/>
                </p:nvSpPr>
                <p:spPr>
                  <a:xfrm>
                    <a:off x="5697436" y="1284613"/>
                    <a:ext cx="16266" cy="5090"/>
                  </a:xfrm>
                  <a:custGeom>
                    <a:avLst/>
                    <a:gdLst>
                      <a:gd name="connsiteX0" fmla="*/ 161 w 16266"/>
                      <a:gd name="connsiteY0" fmla="*/ 3068 h 5090"/>
                      <a:gd name="connsiteX1" fmla="*/ 4462 w 16266"/>
                      <a:gd name="connsiteY1" fmla="*/ 1782 h 5090"/>
                      <a:gd name="connsiteX2" fmla="*/ 9338 w 16266"/>
                      <a:gd name="connsiteY2" fmla="*/ 940 h 5090"/>
                      <a:gd name="connsiteX3" fmla="*/ 16254 w 16266"/>
                      <a:gd name="connsiteY3" fmla="*/ 984 h 5090"/>
                      <a:gd name="connsiteX4" fmla="*/ 7742 w 16266"/>
                      <a:gd name="connsiteY4" fmla="*/ 4886 h 5090"/>
                      <a:gd name="connsiteX5" fmla="*/ 2644 w 16266"/>
                      <a:gd name="connsiteY5" fmla="*/ 4886 h 5090"/>
                      <a:gd name="connsiteX6" fmla="*/ 161 w 16266"/>
                      <a:gd name="connsiteY6" fmla="*/ 3068 h 5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266" h="5090">
                        <a:moveTo>
                          <a:pt x="161" y="3068"/>
                        </a:moveTo>
                        <a:cubicBezTo>
                          <a:pt x="782" y="2270"/>
                          <a:pt x="2600" y="2137"/>
                          <a:pt x="4462" y="1782"/>
                        </a:cubicBezTo>
                        <a:cubicBezTo>
                          <a:pt x="6368" y="1561"/>
                          <a:pt x="8363" y="1029"/>
                          <a:pt x="9338" y="940"/>
                        </a:cubicBezTo>
                        <a:cubicBezTo>
                          <a:pt x="11244" y="585"/>
                          <a:pt x="16564" y="-1011"/>
                          <a:pt x="16254" y="984"/>
                        </a:cubicBezTo>
                        <a:cubicBezTo>
                          <a:pt x="15988" y="3112"/>
                          <a:pt x="9826" y="4797"/>
                          <a:pt x="7742" y="4886"/>
                        </a:cubicBezTo>
                        <a:cubicBezTo>
                          <a:pt x="6767" y="5063"/>
                          <a:pt x="4462" y="5240"/>
                          <a:pt x="2644" y="4886"/>
                        </a:cubicBezTo>
                        <a:cubicBezTo>
                          <a:pt x="782" y="4575"/>
                          <a:pt x="-459" y="3866"/>
                          <a:pt x="161" y="306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87" name="Forme libre : forme 23786">
                    <a:extLst>
                      <a:ext uri="{FF2B5EF4-FFF2-40B4-BE49-F238E27FC236}">
                        <a16:creationId xmlns:a16="http://schemas.microsoft.com/office/drawing/2014/main" id="{6A274BD9-EC0F-4DC8-B3DE-E4AB24F499B1}"/>
                      </a:ext>
                    </a:extLst>
                  </p:cNvPr>
                  <p:cNvSpPr/>
                  <p:nvPr/>
                </p:nvSpPr>
                <p:spPr>
                  <a:xfrm>
                    <a:off x="5694937" y="1287221"/>
                    <a:ext cx="4757" cy="1662"/>
                  </a:xfrm>
                  <a:custGeom>
                    <a:avLst/>
                    <a:gdLst>
                      <a:gd name="connsiteX0" fmla="*/ 0 w 4757"/>
                      <a:gd name="connsiteY0" fmla="*/ 548 h 1662"/>
                      <a:gd name="connsiteX1" fmla="*/ 2261 w 4757"/>
                      <a:gd name="connsiteY1" fmla="*/ 61 h 1662"/>
                      <a:gd name="connsiteX2" fmla="*/ 4743 w 4757"/>
                      <a:gd name="connsiteY2" fmla="*/ 859 h 1662"/>
                      <a:gd name="connsiteX3" fmla="*/ 2527 w 4757"/>
                      <a:gd name="connsiteY3" fmla="*/ 1657 h 1662"/>
                      <a:gd name="connsiteX4" fmla="*/ 0 w 4757"/>
                      <a:gd name="connsiteY4" fmla="*/ 548 h 1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57" h="1662">
                        <a:moveTo>
                          <a:pt x="0" y="548"/>
                        </a:moveTo>
                        <a:cubicBezTo>
                          <a:pt x="0" y="-116"/>
                          <a:pt x="1507" y="-28"/>
                          <a:pt x="2261" y="61"/>
                        </a:cubicBezTo>
                        <a:cubicBezTo>
                          <a:pt x="3014" y="238"/>
                          <a:pt x="4566" y="149"/>
                          <a:pt x="4743" y="859"/>
                        </a:cubicBezTo>
                        <a:cubicBezTo>
                          <a:pt x="4921" y="1479"/>
                          <a:pt x="3369" y="1701"/>
                          <a:pt x="2527" y="1657"/>
                        </a:cubicBezTo>
                        <a:cubicBezTo>
                          <a:pt x="1729" y="1568"/>
                          <a:pt x="0" y="1214"/>
                          <a:pt x="0" y="5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88" name="Forme libre : forme 23787">
                    <a:extLst>
                      <a:ext uri="{FF2B5EF4-FFF2-40B4-BE49-F238E27FC236}">
                        <a16:creationId xmlns:a16="http://schemas.microsoft.com/office/drawing/2014/main" id="{EDCC309E-8C4E-4E9F-B90B-B6F2FE6EB373}"/>
                      </a:ext>
                    </a:extLst>
                  </p:cNvPr>
                  <p:cNvSpPr/>
                  <p:nvPr/>
                </p:nvSpPr>
                <p:spPr>
                  <a:xfrm>
                    <a:off x="5677585" y="1274996"/>
                    <a:ext cx="40448" cy="26338"/>
                  </a:xfrm>
                  <a:custGeom>
                    <a:avLst/>
                    <a:gdLst>
                      <a:gd name="connsiteX0" fmla="*/ 3432 w 40448"/>
                      <a:gd name="connsiteY0" fmla="*/ 12906 h 26338"/>
                      <a:gd name="connsiteX1" fmla="*/ 63 w 40448"/>
                      <a:gd name="connsiteY1" fmla="*/ 1114 h 26338"/>
                      <a:gd name="connsiteX2" fmla="*/ 3875 w 40448"/>
                      <a:gd name="connsiteY2" fmla="*/ 981 h 26338"/>
                      <a:gd name="connsiteX3" fmla="*/ 6402 w 40448"/>
                      <a:gd name="connsiteY3" fmla="*/ 5148 h 26338"/>
                      <a:gd name="connsiteX4" fmla="*/ 10170 w 40448"/>
                      <a:gd name="connsiteY4" fmla="*/ 11754 h 26338"/>
                      <a:gd name="connsiteX5" fmla="*/ 13140 w 40448"/>
                      <a:gd name="connsiteY5" fmla="*/ 14990 h 26338"/>
                      <a:gd name="connsiteX6" fmla="*/ 17396 w 40448"/>
                      <a:gd name="connsiteY6" fmla="*/ 17605 h 26338"/>
                      <a:gd name="connsiteX7" fmla="*/ 19701 w 40448"/>
                      <a:gd name="connsiteY7" fmla="*/ 18359 h 26338"/>
                      <a:gd name="connsiteX8" fmla="*/ 23337 w 40448"/>
                      <a:gd name="connsiteY8" fmla="*/ 18891 h 26338"/>
                      <a:gd name="connsiteX9" fmla="*/ 27637 w 40448"/>
                      <a:gd name="connsiteY9" fmla="*/ 18935 h 26338"/>
                      <a:gd name="connsiteX10" fmla="*/ 31759 w 40448"/>
                      <a:gd name="connsiteY10" fmla="*/ 18581 h 26338"/>
                      <a:gd name="connsiteX11" fmla="*/ 40360 w 40448"/>
                      <a:gd name="connsiteY11" fmla="*/ 19645 h 26338"/>
                      <a:gd name="connsiteX12" fmla="*/ 29277 w 40448"/>
                      <a:gd name="connsiteY12" fmla="*/ 25807 h 26338"/>
                      <a:gd name="connsiteX13" fmla="*/ 24179 w 40448"/>
                      <a:gd name="connsiteY13" fmla="*/ 26339 h 26338"/>
                      <a:gd name="connsiteX14" fmla="*/ 19036 w 40448"/>
                      <a:gd name="connsiteY14" fmla="*/ 25984 h 26338"/>
                      <a:gd name="connsiteX15" fmla="*/ 14736 w 40448"/>
                      <a:gd name="connsiteY15" fmla="*/ 24831 h 26338"/>
                      <a:gd name="connsiteX16" fmla="*/ 11677 w 40448"/>
                      <a:gd name="connsiteY16" fmla="*/ 23280 h 26338"/>
                      <a:gd name="connsiteX17" fmla="*/ 8087 w 40448"/>
                      <a:gd name="connsiteY17" fmla="*/ 20443 h 26338"/>
                      <a:gd name="connsiteX18" fmla="*/ 6136 w 40448"/>
                      <a:gd name="connsiteY18" fmla="*/ 17872 h 26338"/>
                      <a:gd name="connsiteX19" fmla="*/ 4673 w 40448"/>
                      <a:gd name="connsiteY19" fmla="*/ 15478 h 26338"/>
                      <a:gd name="connsiteX20" fmla="*/ 3432 w 40448"/>
                      <a:gd name="connsiteY20" fmla="*/ 12906 h 26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0448" h="26338">
                        <a:moveTo>
                          <a:pt x="3432" y="12906"/>
                        </a:moveTo>
                        <a:cubicBezTo>
                          <a:pt x="861" y="8385"/>
                          <a:pt x="-292" y="5104"/>
                          <a:pt x="63" y="1114"/>
                        </a:cubicBezTo>
                        <a:cubicBezTo>
                          <a:pt x="196" y="-348"/>
                          <a:pt x="2368" y="-348"/>
                          <a:pt x="3875" y="981"/>
                        </a:cubicBezTo>
                        <a:cubicBezTo>
                          <a:pt x="5338" y="2356"/>
                          <a:pt x="5826" y="3686"/>
                          <a:pt x="6402" y="5148"/>
                        </a:cubicBezTo>
                        <a:cubicBezTo>
                          <a:pt x="7333" y="7409"/>
                          <a:pt x="8353" y="9759"/>
                          <a:pt x="10170" y="11754"/>
                        </a:cubicBezTo>
                        <a:cubicBezTo>
                          <a:pt x="11013" y="12773"/>
                          <a:pt x="11988" y="13882"/>
                          <a:pt x="13140" y="14990"/>
                        </a:cubicBezTo>
                        <a:cubicBezTo>
                          <a:pt x="14426" y="15832"/>
                          <a:pt x="15756" y="17029"/>
                          <a:pt x="17396" y="17605"/>
                        </a:cubicBezTo>
                        <a:cubicBezTo>
                          <a:pt x="17884" y="17827"/>
                          <a:pt x="18682" y="18093"/>
                          <a:pt x="19701" y="18359"/>
                        </a:cubicBezTo>
                        <a:cubicBezTo>
                          <a:pt x="20721" y="18537"/>
                          <a:pt x="21962" y="18714"/>
                          <a:pt x="23337" y="18891"/>
                        </a:cubicBezTo>
                        <a:cubicBezTo>
                          <a:pt x="24711" y="18980"/>
                          <a:pt x="26218" y="18891"/>
                          <a:pt x="27637" y="18935"/>
                        </a:cubicBezTo>
                        <a:cubicBezTo>
                          <a:pt x="29011" y="18803"/>
                          <a:pt x="30385" y="18714"/>
                          <a:pt x="31759" y="18581"/>
                        </a:cubicBezTo>
                        <a:cubicBezTo>
                          <a:pt x="36990" y="17916"/>
                          <a:pt x="41113" y="17251"/>
                          <a:pt x="40360" y="19645"/>
                        </a:cubicBezTo>
                        <a:cubicBezTo>
                          <a:pt x="39517" y="21994"/>
                          <a:pt x="35350" y="24610"/>
                          <a:pt x="29277" y="25807"/>
                        </a:cubicBezTo>
                        <a:cubicBezTo>
                          <a:pt x="27725" y="26028"/>
                          <a:pt x="25996" y="26250"/>
                          <a:pt x="24179" y="26339"/>
                        </a:cubicBezTo>
                        <a:cubicBezTo>
                          <a:pt x="22361" y="26294"/>
                          <a:pt x="20632" y="26206"/>
                          <a:pt x="19036" y="25984"/>
                        </a:cubicBezTo>
                        <a:cubicBezTo>
                          <a:pt x="17440" y="25630"/>
                          <a:pt x="15978" y="25230"/>
                          <a:pt x="14736" y="24831"/>
                        </a:cubicBezTo>
                        <a:cubicBezTo>
                          <a:pt x="13495" y="24300"/>
                          <a:pt x="12475" y="23723"/>
                          <a:pt x="11677" y="23280"/>
                        </a:cubicBezTo>
                        <a:cubicBezTo>
                          <a:pt x="9993" y="22438"/>
                          <a:pt x="8973" y="21374"/>
                          <a:pt x="8087" y="20443"/>
                        </a:cubicBezTo>
                        <a:cubicBezTo>
                          <a:pt x="7200" y="19467"/>
                          <a:pt x="6668" y="18670"/>
                          <a:pt x="6136" y="17872"/>
                        </a:cubicBezTo>
                        <a:cubicBezTo>
                          <a:pt x="5604" y="17074"/>
                          <a:pt x="5116" y="16276"/>
                          <a:pt x="4673" y="15478"/>
                        </a:cubicBezTo>
                        <a:cubicBezTo>
                          <a:pt x="4274" y="14591"/>
                          <a:pt x="3920" y="13793"/>
                          <a:pt x="3432" y="1290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738" name="Graphique 2">
                  <a:extLst>
                    <a:ext uri="{FF2B5EF4-FFF2-40B4-BE49-F238E27FC236}">
                      <a16:creationId xmlns:a16="http://schemas.microsoft.com/office/drawing/2014/main" id="{FCFD6371-D5DF-483D-96EA-142210CDA245}"/>
                    </a:ext>
                  </a:extLst>
                </p:cNvPr>
                <p:cNvGrpSpPr/>
                <p:nvPr/>
              </p:nvGrpSpPr>
              <p:grpSpPr>
                <a:xfrm>
                  <a:off x="5615748" y="1198437"/>
                  <a:ext cx="61744" cy="75850"/>
                  <a:chOff x="5615748" y="1198437"/>
                  <a:chExt cx="61744" cy="75850"/>
                </a:xfrm>
                <a:solidFill>
                  <a:schemeClr val="accent1"/>
                </a:solidFill>
              </p:grpSpPr>
              <p:sp>
                <p:nvSpPr>
                  <p:cNvPr id="23765" name="Forme libre : forme 23764">
                    <a:extLst>
                      <a:ext uri="{FF2B5EF4-FFF2-40B4-BE49-F238E27FC236}">
                        <a16:creationId xmlns:a16="http://schemas.microsoft.com/office/drawing/2014/main" id="{9535A43F-5C8E-4B5B-BAF1-EE39F0BC08E4}"/>
                      </a:ext>
                    </a:extLst>
                  </p:cNvPr>
                  <p:cNvSpPr/>
                  <p:nvPr/>
                </p:nvSpPr>
                <p:spPr>
                  <a:xfrm>
                    <a:off x="5615748" y="1198437"/>
                    <a:ext cx="61744" cy="75850"/>
                  </a:xfrm>
                  <a:custGeom>
                    <a:avLst/>
                    <a:gdLst>
                      <a:gd name="connsiteX0" fmla="*/ 34858 w 61744"/>
                      <a:gd name="connsiteY0" fmla="*/ 14679 h 75850"/>
                      <a:gd name="connsiteX1" fmla="*/ 53699 w 61744"/>
                      <a:gd name="connsiteY1" fmla="*/ 39017 h 75850"/>
                      <a:gd name="connsiteX2" fmla="*/ 61590 w 61744"/>
                      <a:gd name="connsiteY2" fmla="*/ 69251 h 75850"/>
                      <a:gd name="connsiteX3" fmla="*/ 53965 w 61744"/>
                      <a:gd name="connsiteY3" fmla="*/ 75812 h 75850"/>
                      <a:gd name="connsiteX4" fmla="*/ 25504 w 61744"/>
                      <a:gd name="connsiteY4" fmla="*/ 59986 h 75850"/>
                      <a:gd name="connsiteX5" fmla="*/ 7861 w 61744"/>
                      <a:gd name="connsiteY5" fmla="*/ 37111 h 75850"/>
                      <a:gd name="connsiteX6" fmla="*/ 191 w 61744"/>
                      <a:gd name="connsiteY6" fmla="*/ 7232 h 75850"/>
                      <a:gd name="connsiteX7" fmla="*/ 6841 w 61744"/>
                      <a:gd name="connsiteY7" fmla="*/ 6 h 75850"/>
                      <a:gd name="connsiteX8" fmla="*/ 34858 w 61744"/>
                      <a:gd name="connsiteY8" fmla="*/ 14679 h 75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1744" h="75850">
                        <a:moveTo>
                          <a:pt x="34858" y="14679"/>
                        </a:moveTo>
                        <a:cubicBezTo>
                          <a:pt x="39779" y="20221"/>
                          <a:pt x="49487" y="32899"/>
                          <a:pt x="53699" y="39017"/>
                        </a:cubicBezTo>
                        <a:cubicBezTo>
                          <a:pt x="61678" y="50499"/>
                          <a:pt x="62122" y="58922"/>
                          <a:pt x="61590" y="69251"/>
                        </a:cubicBezTo>
                        <a:cubicBezTo>
                          <a:pt x="61412" y="72842"/>
                          <a:pt x="57600" y="76255"/>
                          <a:pt x="53965" y="75812"/>
                        </a:cubicBezTo>
                        <a:cubicBezTo>
                          <a:pt x="43414" y="74526"/>
                          <a:pt x="34459" y="70226"/>
                          <a:pt x="25504" y="59986"/>
                        </a:cubicBezTo>
                        <a:cubicBezTo>
                          <a:pt x="20628" y="54444"/>
                          <a:pt x="12028" y="43051"/>
                          <a:pt x="7861" y="37111"/>
                        </a:cubicBezTo>
                        <a:cubicBezTo>
                          <a:pt x="58" y="26028"/>
                          <a:pt x="-429" y="17339"/>
                          <a:pt x="191" y="7232"/>
                        </a:cubicBezTo>
                        <a:cubicBezTo>
                          <a:pt x="413" y="3730"/>
                          <a:pt x="3428" y="-172"/>
                          <a:pt x="6841" y="6"/>
                        </a:cubicBezTo>
                        <a:cubicBezTo>
                          <a:pt x="16727" y="538"/>
                          <a:pt x="25682" y="4306"/>
                          <a:pt x="34858" y="1467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66" name="Forme libre : forme 23765">
                    <a:extLst>
                      <a:ext uri="{FF2B5EF4-FFF2-40B4-BE49-F238E27FC236}">
                        <a16:creationId xmlns:a16="http://schemas.microsoft.com/office/drawing/2014/main" id="{C0570CAC-6EAC-492D-BFE3-2E400DA401C9}"/>
                      </a:ext>
                    </a:extLst>
                  </p:cNvPr>
                  <p:cNvSpPr/>
                  <p:nvPr/>
                </p:nvSpPr>
                <p:spPr>
                  <a:xfrm>
                    <a:off x="5622368" y="1198531"/>
                    <a:ext cx="55103" cy="73323"/>
                  </a:xfrm>
                  <a:custGeom>
                    <a:avLst/>
                    <a:gdLst>
                      <a:gd name="connsiteX0" fmla="*/ 34268 w 55103"/>
                      <a:gd name="connsiteY0" fmla="*/ 42957 h 73323"/>
                      <a:gd name="connsiteX1" fmla="*/ 53153 w 55103"/>
                      <a:gd name="connsiteY1" fmla="*/ 73323 h 73323"/>
                      <a:gd name="connsiteX2" fmla="*/ 54970 w 55103"/>
                      <a:gd name="connsiteY2" fmla="*/ 69245 h 73323"/>
                      <a:gd name="connsiteX3" fmla="*/ 55103 w 55103"/>
                      <a:gd name="connsiteY3" fmla="*/ 64058 h 73323"/>
                      <a:gd name="connsiteX4" fmla="*/ 52665 w 55103"/>
                      <a:gd name="connsiteY4" fmla="*/ 49473 h 73323"/>
                      <a:gd name="connsiteX5" fmla="*/ 47035 w 55103"/>
                      <a:gd name="connsiteY5" fmla="*/ 39056 h 73323"/>
                      <a:gd name="connsiteX6" fmla="*/ 44198 w 55103"/>
                      <a:gd name="connsiteY6" fmla="*/ 35066 h 73323"/>
                      <a:gd name="connsiteX7" fmla="*/ 29702 w 55103"/>
                      <a:gd name="connsiteY7" fmla="*/ 16447 h 73323"/>
                      <a:gd name="connsiteX8" fmla="*/ 28194 w 55103"/>
                      <a:gd name="connsiteY8" fmla="*/ 14718 h 73323"/>
                      <a:gd name="connsiteX9" fmla="*/ 18442 w 55103"/>
                      <a:gd name="connsiteY9" fmla="*/ 6029 h 73323"/>
                      <a:gd name="connsiteX10" fmla="*/ 4788 w 55103"/>
                      <a:gd name="connsiteY10" fmla="*/ 532 h 73323"/>
                      <a:gd name="connsiteX11" fmla="*/ 177 w 55103"/>
                      <a:gd name="connsiteY11" fmla="*/ 0 h 73323"/>
                      <a:gd name="connsiteX12" fmla="*/ 0 w 55103"/>
                      <a:gd name="connsiteY12" fmla="*/ 0 h 73323"/>
                      <a:gd name="connsiteX13" fmla="*/ 34268 w 55103"/>
                      <a:gd name="connsiteY13" fmla="*/ 42957 h 73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5103" h="73323">
                        <a:moveTo>
                          <a:pt x="34268" y="42957"/>
                        </a:moveTo>
                        <a:cubicBezTo>
                          <a:pt x="42469" y="52399"/>
                          <a:pt x="50271" y="62817"/>
                          <a:pt x="53153" y="73323"/>
                        </a:cubicBezTo>
                        <a:cubicBezTo>
                          <a:pt x="54172" y="72171"/>
                          <a:pt x="54882" y="70752"/>
                          <a:pt x="54970" y="69245"/>
                        </a:cubicBezTo>
                        <a:cubicBezTo>
                          <a:pt x="55059" y="67427"/>
                          <a:pt x="55103" y="65699"/>
                          <a:pt x="55103" y="64058"/>
                        </a:cubicBezTo>
                        <a:cubicBezTo>
                          <a:pt x="55103" y="59138"/>
                          <a:pt x="54571" y="54483"/>
                          <a:pt x="52665" y="49473"/>
                        </a:cubicBezTo>
                        <a:cubicBezTo>
                          <a:pt x="51424" y="46193"/>
                          <a:pt x="49606" y="42868"/>
                          <a:pt x="47035" y="39056"/>
                        </a:cubicBezTo>
                        <a:cubicBezTo>
                          <a:pt x="46237" y="37903"/>
                          <a:pt x="45262" y="36573"/>
                          <a:pt x="44198" y="35066"/>
                        </a:cubicBezTo>
                        <a:cubicBezTo>
                          <a:pt x="39942" y="29258"/>
                          <a:pt x="33825" y="21368"/>
                          <a:pt x="29702" y="16447"/>
                        </a:cubicBezTo>
                        <a:cubicBezTo>
                          <a:pt x="29170" y="15826"/>
                          <a:pt x="28638" y="15206"/>
                          <a:pt x="28194" y="14718"/>
                        </a:cubicBezTo>
                        <a:cubicBezTo>
                          <a:pt x="24914" y="11039"/>
                          <a:pt x="21722" y="8201"/>
                          <a:pt x="18442" y="6029"/>
                        </a:cubicBezTo>
                        <a:cubicBezTo>
                          <a:pt x="13964" y="3103"/>
                          <a:pt x="9443" y="1463"/>
                          <a:pt x="4788" y="532"/>
                        </a:cubicBezTo>
                        <a:cubicBezTo>
                          <a:pt x="3280" y="266"/>
                          <a:pt x="1729" y="89"/>
                          <a:pt x="177" y="0"/>
                        </a:cubicBezTo>
                        <a:lnTo>
                          <a:pt x="0" y="0"/>
                        </a:lnTo>
                        <a:cubicBezTo>
                          <a:pt x="11570" y="14142"/>
                          <a:pt x="22564" y="29480"/>
                          <a:pt x="34268" y="4295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67" name="Forme libre : forme 23766">
                    <a:extLst>
                      <a:ext uri="{FF2B5EF4-FFF2-40B4-BE49-F238E27FC236}">
                        <a16:creationId xmlns:a16="http://schemas.microsoft.com/office/drawing/2014/main" id="{62300DAA-AD83-478C-A3B1-34311121FC53}"/>
                      </a:ext>
                    </a:extLst>
                  </p:cNvPr>
                  <p:cNvSpPr/>
                  <p:nvPr/>
                </p:nvSpPr>
                <p:spPr>
                  <a:xfrm>
                    <a:off x="5628950" y="1213072"/>
                    <a:ext cx="27453" cy="34850"/>
                  </a:xfrm>
                  <a:custGeom>
                    <a:avLst/>
                    <a:gdLst>
                      <a:gd name="connsiteX0" fmla="*/ 777 w 27453"/>
                      <a:gd name="connsiteY0" fmla="*/ 488 h 34850"/>
                      <a:gd name="connsiteX1" fmla="*/ 18908 w 27453"/>
                      <a:gd name="connsiteY1" fmla="*/ 14363 h 34850"/>
                      <a:gd name="connsiteX2" fmla="*/ 26400 w 27453"/>
                      <a:gd name="connsiteY2" fmla="*/ 34268 h 34850"/>
                      <a:gd name="connsiteX3" fmla="*/ 9820 w 27453"/>
                      <a:gd name="connsiteY3" fmla="*/ 21501 h 34850"/>
                      <a:gd name="connsiteX4" fmla="*/ 777 w 27453"/>
                      <a:gd name="connsiteY4" fmla="*/ 488 h 34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453" h="34850">
                        <a:moveTo>
                          <a:pt x="777" y="488"/>
                        </a:moveTo>
                        <a:cubicBezTo>
                          <a:pt x="4412" y="-2615"/>
                          <a:pt x="15495" y="9930"/>
                          <a:pt x="18908" y="14363"/>
                        </a:cubicBezTo>
                        <a:cubicBezTo>
                          <a:pt x="22366" y="18796"/>
                          <a:pt x="30301" y="30988"/>
                          <a:pt x="26400" y="34268"/>
                        </a:cubicBezTo>
                        <a:cubicBezTo>
                          <a:pt x="22455" y="37593"/>
                          <a:pt x="12835" y="25801"/>
                          <a:pt x="9820" y="21501"/>
                        </a:cubicBezTo>
                        <a:cubicBezTo>
                          <a:pt x="6806" y="17201"/>
                          <a:pt x="-2770" y="3547"/>
                          <a:pt x="777" y="48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68" name="Forme libre : forme 23767">
                    <a:extLst>
                      <a:ext uri="{FF2B5EF4-FFF2-40B4-BE49-F238E27FC236}">
                        <a16:creationId xmlns:a16="http://schemas.microsoft.com/office/drawing/2014/main" id="{5306EFDE-1B83-4698-8C7B-5EE2413E0D1B}"/>
                      </a:ext>
                    </a:extLst>
                  </p:cNvPr>
                  <p:cNvSpPr/>
                  <p:nvPr/>
                </p:nvSpPr>
                <p:spPr>
                  <a:xfrm>
                    <a:off x="5641652" y="1220520"/>
                    <a:ext cx="14645" cy="27710"/>
                  </a:xfrm>
                  <a:custGeom>
                    <a:avLst/>
                    <a:gdLst>
                      <a:gd name="connsiteX0" fmla="*/ 4610 w 14645"/>
                      <a:gd name="connsiteY0" fmla="*/ 22609 h 27710"/>
                      <a:gd name="connsiteX1" fmla="*/ 13876 w 14645"/>
                      <a:gd name="connsiteY1" fmla="*/ 26953 h 27710"/>
                      <a:gd name="connsiteX2" fmla="*/ 6118 w 14645"/>
                      <a:gd name="connsiteY2" fmla="*/ 6694 h 27710"/>
                      <a:gd name="connsiteX3" fmla="*/ 0 w 14645"/>
                      <a:gd name="connsiteY3" fmla="*/ 0 h 27710"/>
                      <a:gd name="connsiteX4" fmla="*/ 2704 w 14645"/>
                      <a:gd name="connsiteY4" fmla="*/ 4034 h 27710"/>
                      <a:gd name="connsiteX5" fmla="*/ 4610 w 14645"/>
                      <a:gd name="connsiteY5" fmla="*/ 22609 h 27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645" h="27710">
                        <a:moveTo>
                          <a:pt x="4610" y="22609"/>
                        </a:moveTo>
                        <a:cubicBezTo>
                          <a:pt x="6916" y="24205"/>
                          <a:pt x="11969" y="29702"/>
                          <a:pt x="13876" y="26953"/>
                        </a:cubicBezTo>
                        <a:cubicBezTo>
                          <a:pt x="16890" y="22564"/>
                          <a:pt x="10373" y="12368"/>
                          <a:pt x="6118" y="6694"/>
                        </a:cubicBezTo>
                        <a:cubicBezTo>
                          <a:pt x="4876" y="5054"/>
                          <a:pt x="1773" y="1596"/>
                          <a:pt x="0" y="0"/>
                        </a:cubicBezTo>
                        <a:cubicBezTo>
                          <a:pt x="798" y="1108"/>
                          <a:pt x="2172" y="2837"/>
                          <a:pt x="2704" y="4034"/>
                        </a:cubicBezTo>
                        <a:cubicBezTo>
                          <a:pt x="5719" y="10684"/>
                          <a:pt x="8777" y="18841"/>
                          <a:pt x="4610" y="2260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69" name="Forme libre : forme 23768">
                    <a:extLst>
                      <a:ext uri="{FF2B5EF4-FFF2-40B4-BE49-F238E27FC236}">
                        <a16:creationId xmlns:a16="http://schemas.microsoft.com/office/drawing/2014/main" id="{CFE4C5F7-67F4-4F6A-B687-FA72B3123E59}"/>
                      </a:ext>
                    </a:extLst>
                  </p:cNvPr>
                  <p:cNvSpPr/>
                  <p:nvPr/>
                </p:nvSpPr>
                <p:spPr>
                  <a:xfrm>
                    <a:off x="5628174" y="1210808"/>
                    <a:ext cx="27949" cy="34617"/>
                  </a:xfrm>
                  <a:custGeom>
                    <a:avLst/>
                    <a:gdLst>
                      <a:gd name="connsiteX0" fmla="*/ 1065 w 27949"/>
                      <a:gd name="connsiteY0" fmla="*/ 225 h 34617"/>
                      <a:gd name="connsiteX1" fmla="*/ 19595 w 27949"/>
                      <a:gd name="connsiteY1" fmla="*/ 14189 h 34617"/>
                      <a:gd name="connsiteX2" fmla="*/ 26910 w 27949"/>
                      <a:gd name="connsiteY2" fmla="*/ 33961 h 34617"/>
                      <a:gd name="connsiteX3" fmla="*/ 10419 w 27949"/>
                      <a:gd name="connsiteY3" fmla="*/ 21238 h 34617"/>
                      <a:gd name="connsiteX4" fmla="*/ 1065 w 27949"/>
                      <a:gd name="connsiteY4" fmla="*/ 225 h 34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949" h="34617">
                        <a:moveTo>
                          <a:pt x="1065" y="225"/>
                        </a:moveTo>
                        <a:cubicBezTo>
                          <a:pt x="5587" y="-1726"/>
                          <a:pt x="15783" y="9534"/>
                          <a:pt x="19595" y="14189"/>
                        </a:cubicBezTo>
                        <a:cubicBezTo>
                          <a:pt x="23452" y="18888"/>
                          <a:pt x="30634" y="30370"/>
                          <a:pt x="26910" y="33961"/>
                        </a:cubicBezTo>
                        <a:cubicBezTo>
                          <a:pt x="23097" y="37596"/>
                          <a:pt x="13345" y="25139"/>
                          <a:pt x="10419" y="21238"/>
                        </a:cubicBezTo>
                        <a:cubicBezTo>
                          <a:pt x="7493" y="17337"/>
                          <a:pt x="-3412" y="2131"/>
                          <a:pt x="1065" y="22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70" name="Forme libre : forme 23769">
                    <a:extLst>
                      <a:ext uri="{FF2B5EF4-FFF2-40B4-BE49-F238E27FC236}">
                        <a16:creationId xmlns:a16="http://schemas.microsoft.com/office/drawing/2014/main" id="{6B972A9F-88AE-46A0-834D-5CB1A5EE4B7D}"/>
                      </a:ext>
                    </a:extLst>
                  </p:cNvPr>
                  <p:cNvSpPr/>
                  <p:nvPr/>
                </p:nvSpPr>
                <p:spPr>
                  <a:xfrm>
                    <a:off x="5640184" y="1216418"/>
                    <a:ext cx="29097" cy="48565"/>
                  </a:xfrm>
                  <a:custGeom>
                    <a:avLst/>
                    <a:gdLst>
                      <a:gd name="connsiteX0" fmla="*/ 27800 w 29097"/>
                      <a:gd name="connsiteY0" fmla="*/ 45994 h 48565"/>
                      <a:gd name="connsiteX1" fmla="*/ 28775 w 29097"/>
                      <a:gd name="connsiteY1" fmla="*/ 38325 h 48565"/>
                      <a:gd name="connsiteX2" fmla="*/ 23012 w 29097"/>
                      <a:gd name="connsiteY2" fmla="*/ 18642 h 48565"/>
                      <a:gd name="connsiteX3" fmla="*/ 9757 w 29097"/>
                      <a:gd name="connsiteY3" fmla="*/ 3082 h 48565"/>
                      <a:gd name="connsiteX4" fmla="*/ 270 w 29097"/>
                      <a:gd name="connsiteY4" fmla="*/ 1264 h 48565"/>
                      <a:gd name="connsiteX5" fmla="*/ 2176 w 29097"/>
                      <a:gd name="connsiteY5" fmla="*/ 8091 h 48565"/>
                      <a:gd name="connsiteX6" fmla="*/ 7895 w 29097"/>
                      <a:gd name="connsiteY6" fmla="*/ 26355 h 48565"/>
                      <a:gd name="connsiteX7" fmla="*/ 14323 w 29097"/>
                      <a:gd name="connsiteY7" fmla="*/ 44443 h 48565"/>
                      <a:gd name="connsiteX8" fmla="*/ 27800 w 29097"/>
                      <a:gd name="connsiteY8" fmla="*/ 45994 h 48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097" h="48565">
                        <a:moveTo>
                          <a:pt x="27800" y="45994"/>
                        </a:moveTo>
                        <a:cubicBezTo>
                          <a:pt x="29307" y="43245"/>
                          <a:pt x="29307" y="41916"/>
                          <a:pt x="28775" y="38325"/>
                        </a:cubicBezTo>
                        <a:cubicBezTo>
                          <a:pt x="27755" y="31498"/>
                          <a:pt x="27002" y="25868"/>
                          <a:pt x="23012" y="18642"/>
                        </a:cubicBezTo>
                        <a:cubicBezTo>
                          <a:pt x="19687" y="12569"/>
                          <a:pt x="14633" y="6672"/>
                          <a:pt x="9757" y="3082"/>
                        </a:cubicBezTo>
                        <a:cubicBezTo>
                          <a:pt x="6122" y="422"/>
                          <a:pt x="1822" y="-1307"/>
                          <a:pt x="270" y="1264"/>
                        </a:cubicBezTo>
                        <a:cubicBezTo>
                          <a:pt x="-705" y="2860"/>
                          <a:pt x="1201" y="5564"/>
                          <a:pt x="2176" y="8091"/>
                        </a:cubicBezTo>
                        <a:cubicBezTo>
                          <a:pt x="4437" y="14076"/>
                          <a:pt x="6831" y="19706"/>
                          <a:pt x="7895" y="26355"/>
                        </a:cubicBezTo>
                        <a:cubicBezTo>
                          <a:pt x="8826" y="31985"/>
                          <a:pt x="8826" y="38901"/>
                          <a:pt x="14323" y="44443"/>
                        </a:cubicBezTo>
                        <a:cubicBezTo>
                          <a:pt x="19111" y="49452"/>
                          <a:pt x="25760" y="49807"/>
                          <a:pt x="27800" y="4599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71" name="Forme libre : forme 23770">
                    <a:extLst>
                      <a:ext uri="{FF2B5EF4-FFF2-40B4-BE49-F238E27FC236}">
                        <a16:creationId xmlns:a16="http://schemas.microsoft.com/office/drawing/2014/main" id="{AAECCD7F-0F79-45E3-B4A4-B43418388753}"/>
                      </a:ext>
                    </a:extLst>
                  </p:cNvPr>
                  <p:cNvSpPr/>
                  <p:nvPr/>
                </p:nvSpPr>
                <p:spPr>
                  <a:xfrm>
                    <a:off x="5644033" y="1245500"/>
                    <a:ext cx="13826" cy="12203"/>
                  </a:xfrm>
                  <a:custGeom>
                    <a:avLst/>
                    <a:gdLst>
                      <a:gd name="connsiteX0" fmla="*/ 11449 w 13826"/>
                      <a:gd name="connsiteY0" fmla="*/ 11637 h 12203"/>
                      <a:gd name="connsiteX1" fmla="*/ 13400 w 13826"/>
                      <a:gd name="connsiteY1" fmla="*/ 12169 h 12203"/>
                      <a:gd name="connsiteX2" fmla="*/ 13488 w 13826"/>
                      <a:gd name="connsiteY2" fmla="*/ 10440 h 12203"/>
                      <a:gd name="connsiteX3" fmla="*/ 11538 w 13826"/>
                      <a:gd name="connsiteY3" fmla="*/ 7913 h 12203"/>
                      <a:gd name="connsiteX4" fmla="*/ 5997 w 13826"/>
                      <a:gd name="connsiteY4" fmla="*/ 2416 h 12203"/>
                      <a:gd name="connsiteX5" fmla="*/ 3736 w 13826"/>
                      <a:gd name="connsiteY5" fmla="*/ 687 h 12203"/>
                      <a:gd name="connsiteX6" fmla="*/ 1652 w 13826"/>
                      <a:gd name="connsiteY6" fmla="*/ 4411 h 12203"/>
                      <a:gd name="connsiteX7" fmla="*/ 11449 w 13826"/>
                      <a:gd name="connsiteY7" fmla="*/ 11637 h 12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826" h="12203">
                        <a:moveTo>
                          <a:pt x="11449" y="11637"/>
                        </a:moveTo>
                        <a:cubicBezTo>
                          <a:pt x="12247" y="12036"/>
                          <a:pt x="12824" y="12302"/>
                          <a:pt x="13400" y="12169"/>
                        </a:cubicBezTo>
                        <a:cubicBezTo>
                          <a:pt x="14020" y="12036"/>
                          <a:pt x="13887" y="11238"/>
                          <a:pt x="13488" y="10440"/>
                        </a:cubicBezTo>
                        <a:cubicBezTo>
                          <a:pt x="13090" y="9642"/>
                          <a:pt x="12203" y="8667"/>
                          <a:pt x="11538" y="7913"/>
                        </a:cubicBezTo>
                        <a:cubicBezTo>
                          <a:pt x="9809" y="6007"/>
                          <a:pt x="7903" y="4012"/>
                          <a:pt x="5997" y="2416"/>
                        </a:cubicBezTo>
                        <a:cubicBezTo>
                          <a:pt x="5199" y="1751"/>
                          <a:pt x="4489" y="1086"/>
                          <a:pt x="3736" y="687"/>
                        </a:cubicBezTo>
                        <a:cubicBezTo>
                          <a:pt x="455" y="-1042"/>
                          <a:pt x="-1628" y="598"/>
                          <a:pt x="1652" y="4411"/>
                        </a:cubicBezTo>
                        <a:cubicBezTo>
                          <a:pt x="4223" y="7337"/>
                          <a:pt x="8213" y="10041"/>
                          <a:pt x="11449" y="1163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72" name="Forme libre : forme 23771">
                    <a:extLst>
                      <a:ext uri="{FF2B5EF4-FFF2-40B4-BE49-F238E27FC236}">
                        <a16:creationId xmlns:a16="http://schemas.microsoft.com/office/drawing/2014/main" id="{9E8D1C53-44B3-42CF-BAF4-F5D942BA22CE}"/>
                      </a:ext>
                    </a:extLst>
                  </p:cNvPr>
                  <p:cNvSpPr/>
                  <p:nvPr/>
                </p:nvSpPr>
                <p:spPr>
                  <a:xfrm>
                    <a:off x="5622368" y="1200076"/>
                    <a:ext cx="26953" cy="12730"/>
                  </a:xfrm>
                  <a:custGeom>
                    <a:avLst/>
                    <a:gdLst>
                      <a:gd name="connsiteX0" fmla="*/ 0 w 26953"/>
                      <a:gd name="connsiteY0" fmla="*/ 140 h 12730"/>
                      <a:gd name="connsiteX1" fmla="*/ 26953 w 26953"/>
                      <a:gd name="connsiteY1" fmla="*/ 12730 h 12730"/>
                      <a:gd name="connsiteX2" fmla="*/ 0 w 26953"/>
                      <a:gd name="connsiteY2" fmla="*/ 140 h 12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953" h="12730">
                        <a:moveTo>
                          <a:pt x="0" y="140"/>
                        </a:moveTo>
                        <a:cubicBezTo>
                          <a:pt x="7492" y="-1190"/>
                          <a:pt x="19639" y="7233"/>
                          <a:pt x="26953" y="12730"/>
                        </a:cubicBezTo>
                        <a:cubicBezTo>
                          <a:pt x="18974" y="6746"/>
                          <a:pt x="8201" y="2180"/>
                          <a:pt x="0" y="1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73" name="Forme libre : forme 23772">
                    <a:extLst>
                      <a:ext uri="{FF2B5EF4-FFF2-40B4-BE49-F238E27FC236}">
                        <a16:creationId xmlns:a16="http://schemas.microsoft.com/office/drawing/2014/main" id="{F3008EB8-8512-4D0F-B8B7-CF7BDC99C8E2}"/>
                      </a:ext>
                    </a:extLst>
                  </p:cNvPr>
                  <p:cNvSpPr/>
                  <p:nvPr/>
                </p:nvSpPr>
                <p:spPr>
                  <a:xfrm>
                    <a:off x="5641474" y="1256915"/>
                    <a:ext cx="28504" cy="16313"/>
                  </a:xfrm>
                  <a:custGeom>
                    <a:avLst/>
                    <a:gdLst>
                      <a:gd name="connsiteX0" fmla="*/ 0 w 28504"/>
                      <a:gd name="connsiteY0" fmla="*/ 0 h 16313"/>
                      <a:gd name="connsiteX1" fmla="*/ 28505 w 28504"/>
                      <a:gd name="connsiteY1" fmla="*/ 16314 h 16313"/>
                      <a:gd name="connsiteX2" fmla="*/ 0 w 28504"/>
                      <a:gd name="connsiteY2" fmla="*/ 0 h 16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504" h="16313">
                        <a:moveTo>
                          <a:pt x="0" y="0"/>
                        </a:moveTo>
                        <a:cubicBezTo>
                          <a:pt x="7935" y="8999"/>
                          <a:pt x="18929" y="14230"/>
                          <a:pt x="28505" y="16314"/>
                        </a:cubicBezTo>
                        <a:cubicBezTo>
                          <a:pt x="19373" y="14851"/>
                          <a:pt x="7847" y="669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74" name="Forme libre : forme 23773">
                    <a:extLst>
                      <a:ext uri="{FF2B5EF4-FFF2-40B4-BE49-F238E27FC236}">
                        <a16:creationId xmlns:a16="http://schemas.microsoft.com/office/drawing/2014/main" id="{DB3B314F-A953-44C5-BEA8-373DD5416922}"/>
                      </a:ext>
                    </a:extLst>
                  </p:cNvPr>
                  <p:cNvSpPr/>
                  <p:nvPr/>
                </p:nvSpPr>
                <p:spPr>
                  <a:xfrm>
                    <a:off x="5633959" y="1222111"/>
                    <a:ext cx="9178" cy="13483"/>
                  </a:xfrm>
                  <a:custGeom>
                    <a:avLst/>
                    <a:gdLst>
                      <a:gd name="connsiteX0" fmla="*/ 644 w 9178"/>
                      <a:gd name="connsiteY0" fmla="*/ 4 h 13483"/>
                      <a:gd name="connsiteX1" fmla="*/ 6850 w 9178"/>
                      <a:gd name="connsiteY1" fmla="*/ 6876 h 13483"/>
                      <a:gd name="connsiteX2" fmla="*/ 8402 w 9178"/>
                      <a:gd name="connsiteY2" fmla="*/ 13481 h 13483"/>
                      <a:gd name="connsiteX3" fmla="*/ 2639 w 9178"/>
                      <a:gd name="connsiteY3" fmla="*/ 6964 h 13483"/>
                      <a:gd name="connsiteX4" fmla="*/ 644 w 9178"/>
                      <a:gd name="connsiteY4" fmla="*/ 4 h 13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78" h="13483">
                        <a:moveTo>
                          <a:pt x="644" y="4"/>
                        </a:moveTo>
                        <a:cubicBezTo>
                          <a:pt x="2550" y="-173"/>
                          <a:pt x="5875" y="5235"/>
                          <a:pt x="6850" y="6876"/>
                        </a:cubicBezTo>
                        <a:cubicBezTo>
                          <a:pt x="7826" y="8516"/>
                          <a:pt x="10486" y="13348"/>
                          <a:pt x="8402" y="13481"/>
                        </a:cubicBezTo>
                        <a:cubicBezTo>
                          <a:pt x="6318" y="13614"/>
                          <a:pt x="3526" y="8516"/>
                          <a:pt x="2639" y="6964"/>
                        </a:cubicBezTo>
                        <a:cubicBezTo>
                          <a:pt x="1708" y="5368"/>
                          <a:pt x="-1307" y="182"/>
                          <a:pt x="644" y="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75" name="Forme libre : forme 23774">
                    <a:extLst>
                      <a:ext uri="{FF2B5EF4-FFF2-40B4-BE49-F238E27FC236}">
                        <a16:creationId xmlns:a16="http://schemas.microsoft.com/office/drawing/2014/main" id="{D2A59580-9555-4F9B-A916-9B368342EAE8}"/>
                      </a:ext>
                    </a:extLst>
                  </p:cNvPr>
                  <p:cNvSpPr/>
                  <p:nvPr/>
                </p:nvSpPr>
                <p:spPr>
                  <a:xfrm>
                    <a:off x="5632637" y="1220331"/>
                    <a:ext cx="2933" cy="3778"/>
                  </a:xfrm>
                  <a:custGeom>
                    <a:avLst/>
                    <a:gdLst>
                      <a:gd name="connsiteX0" fmla="*/ 104 w 2933"/>
                      <a:gd name="connsiteY0" fmla="*/ 144 h 3778"/>
                      <a:gd name="connsiteX1" fmla="*/ 1966 w 2933"/>
                      <a:gd name="connsiteY1" fmla="*/ 1297 h 3778"/>
                      <a:gd name="connsiteX2" fmla="*/ 2809 w 2933"/>
                      <a:gd name="connsiteY2" fmla="*/ 3647 h 3778"/>
                      <a:gd name="connsiteX3" fmla="*/ 991 w 2933"/>
                      <a:gd name="connsiteY3" fmla="*/ 2538 h 3778"/>
                      <a:gd name="connsiteX4" fmla="*/ 104 w 2933"/>
                      <a:gd name="connsiteY4" fmla="*/ 144 h 3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33" h="3778">
                        <a:moveTo>
                          <a:pt x="104" y="144"/>
                        </a:moveTo>
                        <a:cubicBezTo>
                          <a:pt x="503" y="-388"/>
                          <a:pt x="1523" y="676"/>
                          <a:pt x="1966" y="1297"/>
                        </a:cubicBezTo>
                        <a:cubicBezTo>
                          <a:pt x="2410" y="1873"/>
                          <a:pt x="3252" y="3159"/>
                          <a:pt x="2809" y="3647"/>
                        </a:cubicBezTo>
                        <a:cubicBezTo>
                          <a:pt x="2365" y="4134"/>
                          <a:pt x="1434" y="3159"/>
                          <a:pt x="991" y="2538"/>
                        </a:cubicBezTo>
                        <a:cubicBezTo>
                          <a:pt x="548" y="1918"/>
                          <a:pt x="-295" y="632"/>
                          <a:pt x="104" y="1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76" name="Forme libre : forme 23775">
                    <a:extLst>
                      <a:ext uri="{FF2B5EF4-FFF2-40B4-BE49-F238E27FC236}">
                        <a16:creationId xmlns:a16="http://schemas.microsoft.com/office/drawing/2014/main" id="{BB318CA7-0559-4888-BA28-9CE53A8769F3}"/>
                      </a:ext>
                    </a:extLst>
                  </p:cNvPr>
                  <p:cNvSpPr/>
                  <p:nvPr/>
                </p:nvSpPr>
                <p:spPr>
                  <a:xfrm>
                    <a:off x="5619949" y="1203473"/>
                    <a:ext cx="15814" cy="38105"/>
                  </a:xfrm>
                  <a:custGeom>
                    <a:avLst/>
                    <a:gdLst>
                      <a:gd name="connsiteX0" fmla="*/ 912 w 15814"/>
                      <a:gd name="connsiteY0" fmla="*/ 12525 h 38105"/>
                      <a:gd name="connsiteX1" fmla="*/ 468 w 15814"/>
                      <a:gd name="connsiteY1" fmla="*/ 910 h 38105"/>
                      <a:gd name="connsiteX2" fmla="*/ 4281 w 15814"/>
                      <a:gd name="connsiteY2" fmla="*/ 1353 h 38105"/>
                      <a:gd name="connsiteX3" fmla="*/ 5921 w 15814"/>
                      <a:gd name="connsiteY3" fmla="*/ 5964 h 38105"/>
                      <a:gd name="connsiteX4" fmla="*/ 9556 w 15814"/>
                      <a:gd name="connsiteY4" fmla="*/ 20504 h 38105"/>
                      <a:gd name="connsiteX5" fmla="*/ 14433 w 15814"/>
                      <a:gd name="connsiteY5" fmla="*/ 38104 h 38105"/>
                      <a:gd name="connsiteX6" fmla="*/ 2330 w 15814"/>
                      <a:gd name="connsiteY6" fmla="*/ 22632 h 38105"/>
                      <a:gd name="connsiteX7" fmla="*/ 912 w 15814"/>
                      <a:gd name="connsiteY7" fmla="*/ 12525 h 38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814" h="38105">
                        <a:moveTo>
                          <a:pt x="912" y="12525"/>
                        </a:moveTo>
                        <a:cubicBezTo>
                          <a:pt x="158" y="7959"/>
                          <a:pt x="-463" y="4723"/>
                          <a:pt x="468" y="910"/>
                        </a:cubicBezTo>
                        <a:cubicBezTo>
                          <a:pt x="823" y="-509"/>
                          <a:pt x="2951" y="-198"/>
                          <a:pt x="4281" y="1353"/>
                        </a:cubicBezTo>
                        <a:cubicBezTo>
                          <a:pt x="5611" y="2905"/>
                          <a:pt x="5744" y="4412"/>
                          <a:pt x="5921" y="5964"/>
                        </a:cubicBezTo>
                        <a:cubicBezTo>
                          <a:pt x="6542" y="10840"/>
                          <a:pt x="7916" y="15406"/>
                          <a:pt x="9556" y="20504"/>
                        </a:cubicBezTo>
                        <a:cubicBezTo>
                          <a:pt x="10576" y="23652"/>
                          <a:pt x="19087" y="38281"/>
                          <a:pt x="14433" y="38104"/>
                        </a:cubicBezTo>
                        <a:cubicBezTo>
                          <a:pt x="9778" y="37882"/>
                          <a:pt x="3749" y="26799"/>
                          <a:pt x="2330" y="22632"/>
                        </a:cubicBezTo>
                        <a:cubicBezTo>
                          <a:pt x="912" y="18465"/>
                          <a:pt x="1532" y="15982"/>
                          <a:pt x="912" y="1252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739" name="Graphique 2">
                  <a:extLst>
                    <a:ext uri="{FF2B5EF4-FFF2-40B4-BE49-F238E27FC236}">
                      <a16:creationId xmlns:a16="http://schemas.microsoft.com/office/drawing/2014/main" id="{E249A4CD-10F3-4658-A6A6-3B0BB4CB0940}"/>
                    </a:ext>
                  </a:extLst>
                </p:cNvPr>
                <p:cNvGrpSpPr/>
                <p:nvPr/>
              </p:nvGrpSpPr>
              <p:grpSpPr>
                <a:xfrm>
                  <a:off x="5547150" y="1137695"/>
                  <a:ext cx="74220" cy="64244"/>
                  <a:chOff x="5547150" y="1137695"/>
                  <a:chExt cx="74220" cy="64244"/>
                </a:xfrm>
                <a:solidFill>
                  <a:schemeClr val="accent1"/>
                </a:solidFill>
              </p:grpSpPr>
              <p:sp>
                <p:nvSpPr>
                  <p:cNvPr id="23753" name="Forme libre : forme 23752">
                    <a:extLst>
                      <a:ext uri="{FF2B5EF4-FFF2-40B4-BE49-F238E27FC236}">
                        <a16:creationId xmlns:a16="http://schemas.microsoft.com/office/drawing/2014/main" id="{0C9B34B7-B295-46B4-AD3F-56E6E7C942AD}"/>
                      </a:ext>
                    </a:extLst>
                  </p:cNvPr>
                  <p:cNvSpPr/>
                  <p:nvPr/>
                </p:nvSpPr>
                <p:spPr>
                  <a:xfrm>
                    <a:off x="5547150" y="1137695"/>
                    <a:ext cx="74220" cy="64244"/>
                  </a:xfrm>
                  <a:custGeom>
                    <a:avLst/>
                    <a:gdLst>
                      <a:gd name="connsiteX0" fmla="*/ 35763 w 74220"/>
                      <a:gd name="connsiteY0" fmla="*/ 4403 h 64244"/>
                      <a:gd name="connsiteX1" fmla="*/ 42812 w 74220"/>
                      <a:gd name="connsiteY1" fmla="*/ 8216 h 64244"/>
                      <a:gd name="connsiteX2" fmla="*/ 47067 w 74220"/>
                      <a:gd name="connsiteY2" fmla="*/ 10920 h 64244"/>
                      <a:gd name="connsiteX3" fmla="*/ 51633 w 74220"/>
                      <a:gd name="connsiteY3" fmla="*/ 14466 h 64244"/>
                      <a:gd name="connsiteX4" fmla="*/ 64046 w 74220"/>
                      <a:gd name="connsiteY4" fmla="*/ 26657 h 64244"/>
                      <a:gd name="connsiteX5" fmla="*/ 73843 w 74220"/>
                      <a:gd name="connsiteY5" fmla="*/ 58221 h 64244"/>
                      <a:gd name="connsiteX6" fmla="*/ 65731 w 74220"/>
                      <a:gd name="connsiteY6" fmla="*/ 64161 h 64244"/>
                      <a:gd name="connsiteX7" fmla="*/ 38290 w 74220"/>
                      <a:gd name="connsiteY7" fmla="*/ 50552 h 64244"/>
                      <a:gd name="connsiteX8" fmla="*/ 28847 w 74220"/>
                      <a:gd name="connsiteY8" fmla="*/ 41907 h 64244"/>
                      <a:gd name="connsiteX9" fmla="*/ 24370 w 74220"/>
                      <a:gd name="connsiteY9" fmla="*/ 38582 h 64244"/>
                      <a:gd name="connsiteX10" fmla="*/ 19892 w 74220"/>
                      <a:gd name="connsiteY10" fmla="*/ 35656 h 64244"/>
                      <a:gd name="connsiteX11" fmla="*/ 830 w 74220"/>
                      <a:gd name="connsiteY11" fmla="*/ 13402 h 64244"/>
                      <a:gd name="connsiteX12" fmla="*/ 2958 w 74220"/>
                      <a:gd name="connsiteY12" fmla="*/ 3827 h 64244"/>
                      <a:gd name="connsiteX13" fmla="*/ 35763 w 74220"/>
                      <a:gd name="connsiteY13" fmla="*/ 4403 h 64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4220" h="64244">
                        <a:moveTo>
                          <a:pt x="35763" y="4403"/>
                        </a:moveTo>
                        <a:cubicBezTo>
                          <a:pt x="37669" y="5378"/>
                          <a:pt x="40019" y="6398"/>
                          <a:pt x="42812" y="8216"/>
                        </a:cubicBezTo>
                        <a:cubicBezTo>
                          <a:pt x="44186" y="9102"/>
                          <a:pt x="45604" y="9989"/>
                          <a:pt x="47067" y="10920"/>
                        </a:cubicBezTo>
                        <a:cubicBezTo>
                          <a:pt x="48575" y="12072"/>
                          <a:pt x="50126" y="13269"/>
                          <a:pt x="51633" y="14466"/>
                        </a:cubicBezTo>
                        <a:cubicBezTo>
                          <a:pt x="56864" y="19032"/>
                          <a:pt x="61342" y="23421"/>
                          <a:pt x="64046" y="26657"/>
                        </a:cubicBezTo>
                        <a:cubicBezTo>
                          <a:pt x="74154" y="38449"/>
                          <a:pt x="74952" y="47714"/>
                          <a:pt x="73843" y="58221"/>
                        </a:cubicBezTo>
                        <a:cubicBezTo>
                          <a:pt x="73400" y="61856"/>
                          <a:pt x="69233" y="64782"/>
                          <a:pt x="65731" y="64161"/>
                        </a:cubicBezTo>
                        <a:cubicBezTo>
                          <a:pt x="55535" y="62477"/>
                          <a:pt x="47378" y="58797"/>
                          <a:pt x="38290" y="50552"/>
                        </a:cubicBezTo>
                        <a:cubicBezTo>
                          <a:pt x="35940" y="48246"/>
                          <a:pt x="32261" y="45099"/>
                          <a:pt x="28847" y="41907"/>
                        </a:cubicBezTo>
                        <a:cubicBezTo>
                          <a:pt x="27384" y="40843"/>
                          <a:pt x="26099" y="39691"/>
                          <a:pt x="24370" y="38582"/>
                        </a:cubicBezTo>
                        <a:cubicBezTo>
                          <a:pt x="22818" y="37474"/>
                          <a:pt x="21267" y="36454"/>
                          <a:pt x="19892" y="35656"/>
                        </a:cubicBezTo>
                        <a:cubicBezTo>
                          <a:pt x="9918" y="29539"/>
                          <a:pt x="5174" y="22535"/>
                          <a:pt x="830" y="13402"/>
                        </a:cubicBezTo>
                        <a:cubicBezTo>
                          <a:pt x="-721" y="10299"/>
                          <a:pt x="-145" y="5423"/>
                          <a:pt x="2958" y="3827"/>
                        </a:cubicBezTo>
                        <a:cubicBezTo>
                          <a:pt x="11736" y="-562"/>
                          <a:pt x="21621" y="-2158"/>
                          <a:pt x="35763" y="440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54" name="Forme libre : forme 23753">
                    <a:extLst>
                      <a:ext uri="{FF2B5EF4-FFF2-40B4-BE49-F238E27FC236}">
                        <a16:creationId xmlns:a16="http://schemas.microsoft.com/office/drawing/2014/main" id="{2D12D2BD-4228-43C7-AC9A-2DC657DA3C4A}"/>
                      </a:ext>
                    </a:extLst>
                  </p:cNvPr>
                  <p:cNvSpPr/>
                  <p:nvPr/>
                </p:nvSpPr>
                <p:spPr>
                  <a:xfrm>
                    <a:off x="5549886" y="1137877"/>
                    <a:ext cx="71375" cy="61984"/>
                  </a:xfrm>
                  <a:custGeom>
                    <a:avLst/>
                    <a:gdLst>
                      <a:gd name="connsiteX0" fmla="*/ 48853 w 71375"/>
                      <a:gd name="connsiteY0" fmla="*/ 31706 h 61984"/>
                      <a:gd name="connsiteX1" fmla="*/ 68890 w 71375"/>
                      <a:gd name="connsiteY1" fmla="*/ 61984 h 61984"/>
                      <a:gd name="connsiteX2" fmla="*/ 71018 w 71375"/>
                      <a:gd name="connsiteY2" fmla="*/ 58083 h 61984"/>
                      <a:gd name="connsiteX3" fmla="*/ 71373 w 71375"/>
                      <a:gd name="connsiteY3" fmla="*/ 52763 h 61984"/>
                      <a:gd name="connsiteX4" fmla="*/ 68358 w 71375"/>
                      <a:gd name="connsiteY4" fmla="*/ 37380 h 61984"/>
                      <a:gd name="connsiteX5" fmla="*/ 61221 w 71375"/>
                      <a:gd name="connsiteY5" fmla="*/ 26519 h 61984"/>
                      <a:gd name="connsiteX6" fmla="*/ 57586 w 71375"/>
                      <a:gd name="connsiteY6" fmla="*/ 22530 h 61984"/>
                      <a:gd name="connsiteX7" fmla="*/ 52887 w 71375"/>
                      <a:gd name="connsiteY7" fmla="*/ 18008 h 61984"/>
                      <a:gd name="connsiteX8" fmla="*/ 50360 w 71375"/>
                      <a:gd name="connsiteY8" fmla="*/ 15658 h 61984"/>
                      <a:gd name="connsiteX9" fmla="*/ 47168 w 71375"/>
                      <a:gd name="connsiteY9" fmla="*/ 13087 h 61984"/>
                      <a:gd name="connsiteX10" fmla="*/ 43888 w 71375"/>
                      <a:gd name="connsiteY10" fmla="*/ 10605 h 61984"/>
                      <a:gd name="connsiteX11" fmla="*/ 40829 w 71375"/>
                      <a:gd name="connsiteY11" fmla="*/ 8654 h 61984"/>
                      <a:gd name="connsiteX12" fmla="*/ 35332 w 71375"/>
                      <a:gd name="connsiteY12" fmla="*/ 5507 h 61984"/>
                      <a:gd name="connsiteX13" fmla="*/ 32982 w 71375"/>
                      <a:gd name="connsiteY13" fmla="*/ 4310 h 61984"/>
                      <a:gd name="connsiteX14" fmla="*/ 19417 w 71375"/>
                      <a:gd name="connsiteY14" fmla="*/ 231 h 61984"/>
                      <a:gd name="connsiteX15" fmla="*/ 4433 w 71375"/>
                      <a:gd name="connsiteY15" fmla="*/ 1827 h 61984"/>
                      <a:gd name="connsiteX16" fmla="*/ 133 w 71375"/>
                      <a:gd name="connsiteY16" fmla="*/ 3689 h 61984"/>
                      <a:gd name="connsiteX17" fmla="*/ 0 w 71375"/>
                      <a:gd name="connsiteY17" fmla="*/ 3778 h 61984"/>
                      <a:gd name="connsiteX18" fmla="*/ 25668 w 71375"/>
                      <a:gd name="connsiteY18" fmla="*/ 15171 h 61984"/>
                      <a:gd name="connsiteX19" fmla="*/ 37947 w 71375"/>
                      <a:gd name="connsiteY19" fmla="*/ 22707 h 61984"/>
                      <a:gd name="connsiteX20" fmla="*/ 48853 w 71375"/>
                      <a:gd name="connsiteY20" fmla="*/ 31706 h 61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71375" h="61984">
                        <a:moveTo>
                          <a:pt x="48853" y="31706"/>
                        </a:moveTo>
                        <a:cubicBezTo>
                          <a:pt x="58473" y="40173"/>
                          <a:pt x="66984" y="51167"/>
                          <a:pt x="68890" y="61984"/>
                        </a:cubicBezTo>
                        <a:cubicBezTo>
                          <a:pt x="70043" y="60920"/>
                          <a:pt x="70841" y="59590"/>
                          <a:pt x="71018" y="58083"/>
                        </a:cubicBezTo>
                        <a:cubicBezTo>
                          <a:pt x="71240" y="56266"/>
                          <a:pt x="71329" y="54492"/>
                          <a:pt x="71373" y="52763"/>
                        </a:cubicBezTo>
                        <a:cubicBezTo>
                          <a:pt x="71417" y="47710"/>
                          <a:pt x="70797" y="42700"/>
                          <a:pt x="68358" y="37380"/>
                        </a:cubicBezTo>
                        <a:cubicBezTo>
                          <a:pt x="66851" y="33923"/>
                          <a:pt x="64590" y="30332"/>
                          <a:pt x="61221" y="26519"/>
                        </a:cubicBezTo>
                        <a:cubicBezTo>
                          <a:pt x="60202" y="25367"/>
                          <a:pt x="59049" y="23993"/>
                          <a:pt x="57586" y="22530"/>
                        </a:cubicBezTo>
                        <a:cubicBezTo>
                          <a:pt x="56123" y="21111"/>
                          <a:pt x="54527" y="19604"/>
                          <a:pt x="52887" y="18008"/>
                        </a:cubicBezTo>
                        <a:cubicBezTo>
                          <a:pt x="52045" y="17210"/>
                          <a:pt x="51202" y="16456"/>
                          <a:pt x="50360" y="15658"/>
                        </a:cubicBezTo>
                        <a:cubicBezTo>
                          <a:pt x="49518" y="14860"/>
                          <a:pt x="48232" y="13930"/>
                          <a:pt x="47168" y="13087"/>
                        </a:cubicBezTo>
                        <a:cubicBezTo>
                          <a:pt x="46060" y="12245"/>
                          <a:pt x="44952" y="11358"/>
                          <a:pt x="43888" y="10605"/>
                        </a:cubicBezTo>
                        <a:cubicBezTo>
                          <a:pt x="42824" y="9940"/>
                          <a:pt x="41804" y="9275"/>
                          <a:pt x="40829" y="8654"/>
                        </a:cubicBezTo>
                        <a:cubicBezTo>
                          <a:pt x="38834" y="7324"/>
                          <a:pt x="36972" y="6305"/>
                          <a:pt x="35332" y="5507"/>
                        </a:cubicBezTo>
                        <a:cubicBezTo>
                          <a:pt x="34489" y="5063"/>
                          <a:pt x="33692" y="4664"/>
                          <a:pt x="32982" y="4310"/>
                        </a:cubicBezTo>
                        <a:cubicBezTo>
                          <a:pt x="27973" y="1960"/>
                          <a:pt x="23495" y="674"/>
                          <a:pt x="19417" y="231"/>
                        </a:cubicBezTo>
                        <a:cubicBezTo>
                          <a:pt x="13831" y="-434"/>
                          <a:pt x="8955" y="408"/>
                          <a:pt x="4433" y="1827"/>
                        </a:cubicBezTo>
                        <a:cubicBezTo>
                          <a:pt x="2970" y="2315"/>
                          <a:pt x="1552" y="2980"/>
                          <a:pt x="133" y="3689"/>
                        </a:cubicBezTo>
                        <a:lnTo>
                          <a:pt x="0" y="3778"/>
                        </a:lnTo>
                        <a:cubicBezTo>
                          <a:pt x="8645" y="7014"/>
                          <a:pt x="17289" y="10738"/>
                          <a:pt x="25668" y="15171"/>
                        </a:cubicBezTo>
                        <a:cubicBezTo>
                          <a:pt x="29835" y="17432"/>
                          <a:pt x="34002" y="19825"/>
                          <a:pt x="37947" y="22707"/>
                        </a:cubicBezTo>
                        <a:cubicBezTo>
                          <a:pt x="42114" y="25633"/>
                          <a:pt x="45218" y="28780"/>
                          <a:pt x="48853" y="3170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55" name="Forme libre : forme 23754">
                    <a:extLst>
                      <a:ext uri="{FF2B5EF4-FFF2-40B4-BE49-F238E27FC236}">
                        <a16:creationId xmlns:a16="http://schemas.microsoft.com/office/drawing/2014/main" id="{CD28809C-9CCD-4B6A-9647-5EE781524EDB}"/>
                      </a:ext>
                    </a:extLst>
                  </p:cNvPr>
                  <p:cNvSpPr/>
                  <p:nvPr/>
                </p:nvSpPr>
                <p:spPr>
                  <a:xfrm>
                    <a:off x="5563638" y="1149668"/>
                    <a:ext cx="35365" cy="26758"/>
                  </a:xfrm>
                  <a:custGeom>
                    <a:avLst/>
                    <a:gdLst>
                      <a:gd name="connsiteX0" fmla="*/ 124 w 35365"/>
                      <a:gd name="connsiteY0" fmla="*/ 1607 h 26758"/>
                      <a:gd name="connsiteX1" fmla="*/ 22866 w 35365"/>
                      <a:gd name="connsiteY1" fmla="*/ 7326 h 26758"/>
                      <a:gd name="connsiteX2" fmla="*/ 34569 w 35365"/>
                      <a:gd name="connsiteY2" fmla="*/ 25989 h 26758"/>
                      <a:gd name="connsiteX3" fmla="*/ 16393 w 35365"/>
                      <a:gd name="connsiteY3" fmla="*/ 16901 h 26758"/>
                      <a:gd name="connsiteX4" fmla="*/ 124 w 35365"/>
                      <a:gd name="connsiteY4" fmla="*/ 1607 h 26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65" h="26758">
                        <a:moveTo>
                          <a:pt x="124" y="1607"/>
                        </a:moveTo>
                        <a:cubicBezTo>
                          <a:pt x="1853" y="-3048"/>
                          <a:pt x="17856" y="3513"/>
                          <a:pt x="22866" y="7326"/>
                        </a:cubicBezTo>
                        <a:cubicBezTo>
                          <a:pt x="28540" y="10828"/>
                          <a:pt x="38204" y="22265"/>
                          <a:pt x="34569" y="25989"/>
                        </a:cubicBezTo>
                        <a:cubicBezTo>
                          <a:pt x="31067" y="29624"/>
                          <a:pt x="20206" y="19339"/>
                          <a:pt x="16393" y="16901"/>
                        </a:cubicBezTo>
                        <a:cubicBezTo>
                          <a:pt x="12803" y="13709"/>
                          <a:pt x="-1472" y="5818"/>
                          <a:pt x="124" y="160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56" name="Forme libre : forme 23755">
                    <a:extLst>
                      <a:ext uri="{FF2B5EF4-FFF2-40B4-BE49-F238E27FC236}">
                        <a16:creationId xmlns:a16="http://schemas.microsoft.com/office/drawing/2014/main" id="{5FFC719E-553D-4C38-80E2-890D0D6CA2EA}"/>
                      </a:ext>
                    </a:extLst>
                  </p:cNvPr>
                  <p:cNvSpPr/>
                  <p:nvPr/>
                </p:nvSpPr>
                <p:spPr>
                  <a:xfrm>
                    <a:off x="5577682" y="1152516"/>
                    <a:ext cx="21206" cy="24178"/>
                  </a:xfrm>
                  <a:custGeom>
                    <a:avLst/>
                    <a:gdLst>
                      <a:gd name="connsiteX0" fmla="*/ 10994 w 21206"/>
                      <a:gd name="connsiteY0" fmla="*/ 20304 h 24178"/>
                      <a:gd name="connsiteX1" fmla="*/ 20703 w 21206"/>
                      <a:gd name="connsiteY1" fmla="*/ 23274 h 24178"/>
                      <a:gd name="connsiteX2" fmla="*/ 18131 w 21206"/>
                      <a:gd name="connsiteY2" fmla="*/ 13742 h 24178"/>
                      <a:gd name="connsiteX3" fmla="*/ 13743 w 21206"/>
                      <a:gd name="connsiteY3" fmla="*/ 8511 h 24178"/>
                      <a:gd name="connsiteX4" fmla="*/ 8600 w 21206"/>
                      <a:gd name="connsiteY4" fmla="*/ 4300 h 24178"/>
                      <a:gd name="connsiteX5" fmla="*/ 4477 w 21206"/>
                      <a:gd name="connsiteY5" fmla="*/ 1906 h 24178"/>
                      <a:gd name="connsiteX6" fmla="*/ 0 w 21206"/>
                      <a:gd name="connsiteY6" fmla="*/ 0 h 24178"/>
                      <a:gd name="connsiteX7" fmla="*/ 4256 w 21206"/>
                      <a:gd name="connsiteY7" fmla="*/ 2793 h 24178"/>
                      <a:gd name="connsiteX8" fmla="*/ 8290 w 21206"/>
                      <a:gd name="connsiteY8" fmla="*/ 7093 h 24178"/>
                      <a:gd name="connsiteX9" fmla="*/ 11260 w 21206"/>
                      <a:gd name="connsiteY9" fmla="*/ 11881 h 24178"/>
                      <a:gd name="connsiteX10" fmla="*/ 10994 w 21206"/>
                      <a:gd name="connsiteY10" fmla="*/ 20304 h 24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206" h="24178">
                        <a:moveTo>
                          <a:pt x="10994" y="20304"/>
                        </a:moveTo>
                        <a:cubicBezTo>
                          <a:pt x="13565" y="21323"/>
                          <a:pt x="19107" y="26155"/>
                          <a:pt x="20703" y="23274"/>
                        </a:cubicBezTo>
                        <a:cubicBezTo>
                          <a:pt x="21988" y="20924"/>
                          <a:pt x="20703" y="17289"/>
                          <a:pt x="18131" y="13742"/>
                        </a:cubicBezTo>
                        <a:cubicBezTo>
                          <a:pt x="16846" y="11969"/>
                          <a:pt x="15472" y="10152"/>
                          <a:pt x="13743" y="8511"/>
                        </a:cubicBezTo>
                        <a:cubicBezTo>
                          <a:pt x="11969" y="6916"/>
                          <a:pt x="10196" y="5275"/>
                          <a:pt x="8600" y="4300"/>
                        </a:cubicBezTo>
                        <a:cubicBezTo>
                          <a:pt x="7669" y="3679"/>
                          <a:pt x="6118" y="2793"/>
                          <a:pt x="4477" y="1906"/>
                        </a:cubicBezTo>
                        <a:cubicBezTo>
                          <a:pt x="2837" y="1108"/>
                          <a:pt x="1153" y="399"/>
                          <a:pt x="0" y="0"/>
                        </a:cubicBezTo>
                        <a:cubicBezTo>
                          <a:pt x="1197" y="754"/>
                          <a:pt x="3281" y="1818"/>
                          <a:pt x="4256" y="2793"/>
                        </a:cubicBezTo>
                        <a:cubicBezTo>
                          <a:pt x="5630" y="4167"/>
                          <a:pt x="7004" y="5630"/>
                          <a:pt x="8290" y="7093"/>
                        </a:cubicBezTo>
                        <a:cubicBezTo>
                          <a:pt x="9487" y="8689"/>
                          <a:pt x="10551" y="10373"/>
                          <a:pt x="11260" y="11881"/>
                        </a:cubicBezTo>
                        <a:cubicBezTo>
                          <a:pt x="12590" y="15117"/>
                          <a:pt x="12767" y="18131"/>
                          <a:pt x="10994" y="2030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57" name="Forme libre : forme 23756">
                    <a:extLst>
                      <a:ext uri="{FF2B5EF4-FFF2-40B4-BE49-F238E27FC236}">
                        <a16:creationId xmlns:a16="http://schemas.microsoft.com/office/drawing/2014/main" id="{DC8BFEA7-E549-4DFB-B15B-1D800CA6549C}"/>
                      </a:ext>
                    </a:extLst>
                  </p:cNvPr>
                  <p:cNvSpPr/>
                  <p:nvPr/>
                </p:nvSpPr>
                <p:spPr>
                  <a:xfrm>
                    <a:off x="5561750" y="1147910"/>
                    <a:ext cx="36557" cy="26100"/>
                  </a:xfrm>
                  <a:custGeom>
                    <a:avLst/>
                    <a:gdLst>
                      <a:gd name="connsiteX0" fmla="*/ 372 w 36557"/>
                      <a:gd name="connsiteY0" fmla="*/ 1370 h 26100"/>
                      <a:gd name="connsiteX1" fmla="*/ 23690 w 36557"/>
                      <a:gd name="connsiteY1" fmla="*/ 6734 h 26100"/>
                      <a:gd name="connsiteX2" fmla="*/ 28700 w 36557"/>
                      <a:gd name="connsiteY2" fmla="*/ 10502 h 26100"/>
                      <a:gd name="connsiteX3" fmla="*/ 31359 w 36557"/>
                      <a:gd name="connsiteY3" fmla="*/ 13073 h 26100"/>
                      <a:gd name="connsiteX4" fmla="*/ 33443 w 36557"/>
                      <a:gd name="connsiteY4" fmla="*/ 15822 h 26100"/>
                      <a:gd name="connsiteX5" fmla="*/ 35837 w 36557"/>
                      <a:gd name="connsiteY5" fmla="*/ 25220 h 26100"/>
                      <a:gd name="connsiteX6" fmla="*/ 26838 w 36557"/>
                      <a:gd name="connsiteY6" fmla="*/ 23048 h 26100"/>
                      <a:gd name="connsiteX7" fmla="*/ 24089 w 36557"/>
                      <a:gd name="connsiteY7" fmla="*/ 21053 h 26100"/>
                      <a:gd name="connsiteX8" fmla="*/ 21474 w 36557"/>
                      <a:gd name="connsiteY8" fmla="*/ 19280 h 26100"/>
                      <a:gd name="connsiteX9" fmla="*/ 17351 w 36557"/>
                      <a:gd name="connsiteY9" fmla="*/ 16487 h 26100"/>
                      <a:gd name="connsiteX10" fmla="*/ 6446 w 36557"/>
                      <a:gd name="connsiteY10" fmla="*/ 9216 h 26100"/>
                      <a:gd name="connsiteX11" fmla="*/ 372 w 36557"/>
                      <a:gd name="connsiteY11" fmla="*/ 1370 h 26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6557" h="26100">
                        <a:moveTo>
                          <a:pt x="372" y="1370"/>
                        </a:moveTo>
                        <a:cubicBezTo>
                          <a:pt x="3431" y="-2620"/>
                          <a:pt x="18060" y="3010"/>
                          <a:pt x="23690" y="6734"/>
                        </a:cubicBezTo>
                        <a:cubicBezTo>
                          <a:pt x="25109" y="7576"/>
                          <a:pt x="26926" y="8773"/>
                          <a:pt x="28700" y="10502"/>
                        </a:cubicBezTo>
                        <a:cubicBezTo>
                          <a:pt x="29586" y="11344"/>
                          <a:pt x="30562" y="12187"/>
                          <a:pt x="31359" y="13073"/>
                        </a:cubicBezTo>
                        <a:cubicBezTo>
                          <a:pt x="32113" y="13960"/>
                          <a:pt x="32822" y="14891"/>
                          <a:pt x="33443" y="15822"/>
                        </a:cubicBezTo>
                        <a:cubicBezTo>
                          <a:pt x="36059" y="19501"/>
                          <a:pt x="37522" y="23136"/>
                          <a:pt x="35837" y="25220"/>
                        </a:cubicBezTo>
                        <a:cubicBezTo>
                          <a:pt x="34197" y="27215"/>
                          <a:pt x="30517" y="25530"/>
                          <a:pt x="26838" y="23048"/>
                        </a:cubicBezTo>
                        <a:cubicBezTo>
                          <a:pt x="25907" y="22427"/>
                          <a:pt x="24976" y="21762"/>
                          <a:pt x="24089" y="21053"/>
                        </a:cubicBezTo>
                        <a:cubicBezTo>
                          <a:pt x="23203" y="20432"/>
                          <a:pt x="22316" y="19812"/>
                          <a:pt x="21474" y="19280"/>
                        </a:cubicBezTo>
                        <a:cubicBezTo>
                          <a:pt x="19878" y="18083"/>
                          <a:pt x="18326" y="17107"/>
                          <a:pt x="17351" y="16487"/>
                        </a:cubicBezTo>
                        <a:cubicBezTo>
                          <a:pt x="15445" y="15157"/>
                          <a:pt x="10657" y="12098"/>
                          <a:pt x="6446" y="9216"/>
                        </a:cubicBezTo>
                        <a:cubicBezTo>
                          <a:pt x="2367" y="6157"/>
                          <a:pt x="-1179" y="3320"/>
                          <a:pt x="372" y="137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58" name="Forme libre : forme 23757">
                    <a:extLst>
                      <a:ext uri="{FF2B5EF4-FFF2-40B4-BE49-F238E27FC236}">
                        <a16:creationId xmlns:a16="http://schemas.microsoft.com/office/drawing/2014/main" id="{1C81DA69-8750-446A-A05E-DDB454DCA9ED}"/>
                      </a:ext>
                    </a:extLst>
                  </p:cNvPr>
                  <p:cNvSpPr/>
                  <p:nvPr/>
                </p:nvSpPr>
                <p:spPr>
                  <a:xfrm>
                    <a:off x="5575325" y="1147672"/>
                    <a:ext cx="37635" cy="44964"/>
                  </a:xfrm>
                  <a:custGeom>
                    <a:avLst/>
                    <a:gdLst>
                      <a:gd name="connsiteX0" fmla="*/ 36359 w 37635"/>
                      <a:gd name="connsiteY0" fmla="*/ 42392 h 44964"/>
                      <a:gd name="connsiteX1" fmla="*/ 37157 w 37635"/>
                      <a:gd name="connsiteY1" fmla="*/ 34590 h 44964"/>
                      <a:gd name="connsiteX2" fmla="*/ 28956 w 37635"/>
                      <a:gd name="connsiteY2" fmla="*/ 14597 h 44964"/>
                      <a:gd name="connsiteX3" fmla="*/ 25099 w 37635"/>
                      <a:gd name="connsiteY3" fmla="*/ 10297 h 44964"/>
                      <a:gd name="connsiteX4" fmla="*/ 20444 w 37635"/>
                      <a:gd name="connsiteY4" fmla="*/ 6218 h 44964"/>
                      <a:gd name="connsiteX5" fmla="*/ 9938 w 37635"/>
                      <a:gd name="connsiteY5" fmla="*/ 810 h 44964"/>
                      <a:gd name="connsiteX6" fmla="*/ 8 w 37635"/>
                      <a:gd name="connsiteY6" fmla="*/ 2627 h 44964"/>
                      <a:gd name="connsiteX7" fmla="*/ 4663 w 37635"/>
                      <a:gd name="connsiteY7" fmla="*/ 8302 h 44964"/>
                      <a:gd name="connsiteX8" fmla="*/ 15036 w 37635"/>
                      <a:gd name="connsiteY8" fmla="*/ 24527 h 44964"/>
                      <a:gd name="connsiteX9" fmla="*/ 22927 w 37635"/>
                      <a:gd name="connsiteY9" fmla="*/ 41373 h 44964"/>
                      <a:gd name="connsiteX10" fmla="*/ 36359 w 37635"/>
                      <a:gd name="connsiteY10" fmla="*/ 42392 h 44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635" h="44964">
                        <a:moveTo>
                          <a:pt x="36359" y="42392"/>
                        </a:moveTo>
                        <a:cubicBezTo>
                          <a:pt x="37866" y="39644"/>
                          <a:pt x="37911" y="38225"/>
                          <a:pt x="37157" y="34590"/>
                        </a:cubicBezTo>
                        <a:cubicBezTo>
                          <a:pt x="35783" y="27630"/>
                          <a:pt x="34364" y="21778"/>
                          <a:pt x="28956" y="14597"/>
                        </a:cubicBezTo>
                        <a:cubicBezTo>
                          <a:pt x="27759" y="13134"/>
                          <a:pt x="26473" y="11671"/>
                          <a:pt x="25099" y="10297"/>
                        </a:cubicBezTo>
                        <a:cubicBezTo>
                          <a:pt x="23725" y="8922"/>
                          <a:pt x="22395" y="7592"/>
                          <a:pt x="20444" y="6218"/>
                        </a:cubicBezTo>
                        <a:cubicBezTo>
                          <a:pt x="16765" y="3381"/>
                          <a:pt x="13174" y="1918"/>
                          <a:pt x="9938" y="810"/>
                        </a:cubicBezTo>
                        <a:cubicBezTo>
                          <a:pt x="5106" y="-476"/>
                          <a:pt x="274" y="-476"/>
                          <a:pt x="8" y="2627"/>
                        </a:cubicBezTo>
                        <a:cubicBezTo>
                          <a:pt x="-170" y="4489"/>
                          <a:pt x="2756" y="6307"/>
                          <a:pt x="4663" y="8302"/>
                        </a:cubicBezTo>
                        <a:cubicBezTo>
                          <a:pt x="9184" y="13178"/>
                          <a:pt x="13130" y="18099"/>
                          <a:pt x="15036" y="24527"/>
                        </a:cubicBezTo>
                        <a:cubicBezTo>
                          <a:pt x="16854" y="29846"/>
                          <a:pt x="17430" y="36496"/>
                          <a:pt x="22927" y="41373"/>
                        </a:cubicBezTo>
                        <a:cubicBezTo>
                          <a:pt x="27848" y="45761"/>
                          <a:pt x="34276" y="46160"/>
                          <a:pt x="36359" y="4239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59" name="Forme libre : forme 23758">
                    <a:extLst>
                      <a:ext uri="{FF2B5EF4-FFF2-40B4-BE49-F238E27FC236}">
                        <a16:creationId xmlns:a16="http://schemas.microsoft.com/office/drawing/2014/main" id="{438F6FE8-3E46-4BCF-9783-35892106B871}"/>
                      </a:ext>
                    </a:extLst>
                  </p:cNvPr>
                  <p:cNvSpPr/>
                  <p:nvPr/>
                </p:nvSpPr>
                <p:spPr>
                  <a:xfrm>
                    <a:off x="5586999" y="1175258"/>
                    <a:ext cx="14473" cy="10524"/>
                  </a:xfrm>
                  <a:custGeom>
                    <a:avLst/>
                    <a:gdLst>
                      <a:gd name="connsiteX0" fmla="*/ 12139 w 14473"/>
                      <a:gd name="connsiteY0" fmla="*/ 10063 h 10524"/>
                      <a:gd name="connsiteX1" fmla="*/ 14089 w 14473"/>
                      <a:gd name="connsiteY1" fmla="*/ 10462 h 10524"/>
                      <a:gd name="connsiteX2" fmla="*/ 14089 w 14473"/>
                      <a:gd name="connsiteY2" fmla="*/ 8777 h 10524"/>
                      <a:gd name="connsiteX3" fmla="*/ 12006 w 14473"/>
                      <a:gd name="connsiteY3" fmla="*/ 6472 h 10524"/>
                      <a:gd name="connsiteX4" fmla="*/ 6021 w 14473"/>
                      <a:gd name="connsiteY4" fmla="*/ 1684 h 10524"/>
                      <a:gd name="connsiteX5" fmla="*/ 3583 w 14473"/>
                      <a:gd name="connsiteY5" fmla="*/ 310 h 10524"/>
                      <a:gd name="connsiteX6" fmla="*/ 1987 w 14473"/>
                      <a:gd name="connsiteY6" fmla="*/ 4211 h 10524"/>
                      <a:gd name="connsiteX7" fmla="*/ 12139 w 14473"/>
                      <a:gd name="connsiteY7" fmla="*/ 10063 h 10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473" h="10524">
                        <a:moveTo>
                          <a:pt x="12139" y="10063"/>
                        </a:moveTo>
                        <a:cubicBezTo>
                          <a:pt x="12937" y="10417"/>
                          <a:pt x="13469" y="10639"/>
                          <a:pt x="14089" y="10462"/>
                        </a:cubicBezTo>
                        <a:cubicBezTo>
                          <a:pt x="14665" y="10284"/>
                          <a:pt x="14533" y="9531"/>
                          <a:pt x="14089" y="8777"/>
                        </a:cubicBezTo>
                        <a:cubicBezTo>
                          <a:pt x="13690" y="7979"/>
                          <a:pt x="12759" y="7093"/>
                          <a:pt x="12006" y="6472"/>
                        </a:cubicBezTo>
                        <a:cubicBezTo>
                          <a:pt x="10099" y="4787"/>
                          <a:pt x="8016" y="3058"/>
                          <a:pt x="6021" y="1684"/>
                        </a:cubicBezTo>
                        <a:cubicBezTo>
                          <a:pt x="5223" y="1108"/>
                          <a:pt x="4425" y="620"/>
                          <a:pt x="3583" y="310"/>
                        </a:cubicBezTo>
                        <a:cubicBezTo>
                          <a:pt x="125" y="-798"/>
                          <a:pt x="-1604" y="1197"/>
                          <a:pt x="1987" y="4211"/>
                        </a:cubicBezTo>
                        <a:cubicBezTo>
                          <a:pt x="4735" y="6649"/>
                          <a:pt x="8903" y="8733"/>
                          <a:pt x="12139" y="1006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60" name="Forme libre : forme 23759">
                    <a:extLst>
                      <a:ext uri="{FF2B5EF4-FFF2-40B4-BE49-F238E27FC236}">
                        <a16:creationId xmlns:a16="http://schemas.microsoft.com/office/drawing/2014/main" id="{D78D4298-C833-40A0-BAE6-72EAC33A0E11}"/>
                      </a:ext>
                    </a:extLst>
                  </p:cNvPr>
                  <p:cNvSpPr/>
                  <p:nvPr/>
                </p:nvSpPr>
                <p:spPr>
                  <a:xfrm>
                    <a:off x="5550773" y="1139852"/>
                    <a:ext cx="30721" cy="3310"/>
                  </a:xfrm>
                  <a:custGeom>
                    <a:avLst/>
                    <a:gdLst>
                      <a:gd name="connsiteX0" fmla="*/ 0 w 30721"/>
                      <a:gd name="connsiteY0" fmla="*/ 3310 h 3310"/>
                      <a:gd name="connsiteX1" fmla="*/ 30721 w 30721"/>
                      <a:gd name="connsiteY1" fmla="*/ 2379 h 3310"/>
                      <a:gd name="connsiteX2" fmla="*/ 0 w 30721"/>
                      <a:gd name="connsiteY2" fmla="*/ 3310 h 3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721" h="3310">
                        <a:moveTo>
                          <a:pt x="0" y="3310"/>
                        </a:moveTo>
                        <a:cubicBezTo>
                          <a:pt x="5763" y="-1611"/>
                          <a:pt x="20880" y="-281"/>
                          <a:pt x="30721" y="2379"/>
                        </a:cubicBezTo>
                        <a:cubicBezTo>
                          <a:pt x="19993" y="-369"/>
                          <a:pt x="8113" y="1005"/>
                          <a:pt x="0" y="331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61" name="Forme libre : forme 23760">
                    <a:extLst>
                      <a:ext uri="{FF2B5EF4-FFF2-40B4-BE49-F238E27FC236}">
                        <a16:creationId xmlns:a16="http://schemas.microsoft.com/office/drawing/2014/main" id="{D86A4308-7344-48D0-AC66-2B2E43DAACBF}"/>
                      </a:ext>
                    </a:extLst>
                  </p:cNvPr>
                  <p:cNvSpPr/>
                  <p:nvPr/>
                </p:nvSpPr>
                <p:spPr>
                  <a:xfrm>
                    <a:off x="5585529" y="1186784"/>
                    <a:ext cx="27662" cy="14052"/>
                  </a:xfrm>
                  <a:custGeom>
                    <a:avLst/>
                    <a:gdLst>
                      <a:gd name="connsiteX0" fmla="*/ 0 w 27662"/>
                      <a:gd name="connsiteY0" fmla="*/ 0 h 14052"/>
                      <a:gd name="connsiteX1" fmla="*/ 27662 w 27662"/>
                      <a:gd name="connsiteY1" fmla="*/ 14053 h 14052"/>
                      <a:gd name="connsiteX2" fmla="*/ 0 w 27662"/>
                      <a:gd name="connsiteY2" fmla="*/ 0 h 14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662" h="14052">
                        <a:moveTo>
                          <a:pt x="0" y="0"/>
                        </a:moveTo>
                        <a:cubicBezTo>
                          <a:pt x="8157" y="7093"/>
                          <a:pt x="18442" y="11615"/>
                          <a:pt x="27662" y="14053"/>
                        </a:cubicBezTo>
                        <a:cubicBezTo>
                          <a:pt x="18929" y="12147"/>
                          <a:pt x="8068" y="483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62" name="Forme libre : forme 23761">
                    <a:extLst>
                      <a:ext uri="{FF2B5EF4-FFF2-40B4-BE49-F238E27FC236}">
                        <a16:creationId xmlns:a16="http://schemas.microsoft.com/office/drawing/2014/main" id="{BD919D4C-02A4-4EE3-83E0-3E59D0E5C9C0}"/>
                      </a:ext>
                    </a:extLst>
                  </p:cNvPr>
                  <p:cNvSpPr/>
                  <p:nvPr/>
                </p:nvSpPr>
                <p:spPr>
                  <a:xfrm>
                    <a:off x="5571548" y="1156619"/>
                    <a:ext cx="12597" cy="9878"/>
                  </a:xfrm>
                  <a:custGeom>
                    <a:avLst/>
                    <a:gdLst>
                      <a:gd name="connsiteX0" fmla="*/ 327 w 12597"/>
                      <a:gd name="connsiteY0" fmla="*/ 152 h 9878"/>
                      <a:gd name="connsiteX1" fmla="*/ 8661 w 12597"/>
                      <a:gd name="connsiteY1" fmla="*/ 4098 h 9878"/>
                      <a:gd name="connsiteX2" fmla="*/ 11720 w 12597"/>
                      <a:gd name="connsiteY2" fmla="*/ 7112 h 9878"/>
                      <a:gd name="connsiteX3" fmla="*/ 12030 w 12597"/>
                      <a:gd name="connsiteY3" fmla="*/ 9816 h 9878"/>
                      <a:gd name="connsiteX4" fmla="*/ 4760 w 12597"/>
                      <a:gd name="connsiteY4" fmla="*/ 5694 h 9878"/>
                      <a:gd name="connsiteX5" fmla="*/ 327 w 12597"/>
                      <a:gd name="connsiteY5" fmla="*/ 152 h 9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597" h="9878">
                        <a:moveTo>
                          <a:pt x="327" y="152"/>
                        </a:moveTo>
                        <a:cubicBezTo>
                          <a:pt x="1967" y="-779"/>
                          <a:pt x="7242" y="2812"/>
                          <a:pt x="8661" y="4098"/>
                        </a:cubicBezTo>
                        <a:cubicBezTo>
                          <a:pt x="9415" y="4718"/>
                          <a:pt x="10789" y="5960"/>
                          <a:pt x="11720" y="7112"/>
                        </a:cubicBezTo>
                        <a:cubicBezTo>
                          <a:pt x="12606" y="8353"/>
                          <a:pt x="13005" y="9506"/>
                          <a:pt x="12030" y="9816"/>
                        </a:cubicBezTo>
                        <a:cubicBezTo>
                          <a:pt x="10257" y="10393"/>
                          <a:pt x="6134" y="6802"/>
                          <a:pt x="4760" y="5694"/>
                        </a:cubicBezTo>
                        <a:cubicBezTo>
                          <a:pt x="3430" y="4630"/>
                          <a:pt x="-1269" y="1083"/>
                          <a:pt x="327" y="15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63" name="Forme libre : forme 23762">
                    <a:extLst>
                      <a:ext uri="{FF2B5EF4-FFF2-40B4-BE49-F238E27FC236}">
                        <a16:creationId xmlns:a16="http://schemas.microsoft.com/office/drawing/2014/main" id="{AD9B1CD6-8A17-4993-BC31-653F8B71FB32}"/>
                      </a:ext>
                    </a:extLst>
                  </p:cNvPr>
                  <p:cNvSpPr/>
                  <p:nvPr/>
                </p:nvSpPr>
                <p:spPr>
                  <a:xfrm>
                    <a:off x="5569509" y="1155745"/>
                    <a:ext cx="3934" cy="2652"/>
                  </a:xfrm>
                  <a:custGeom>
                    <a:avLst/>
                    <a:gdLst>
                      <a:gd name="connsiteX0" fmla="*/ 16 w 3934"/>
                      <a:gd name="connsiteY0" fmla="*/ 317 h 2652"/>
                      <a:gd name="connsiteX1" fmla="*/ 2188 w 3934"/>
                      <a:gd name="connsiteY1" fmla="*/ 539 h 2652"/>
                      <a:gd name="connsiteX2" fmla="*/ 3917 w 3934"/>
                      <a:gd name="connsiteY2" fmla="*/ 2356 h 2652"/>
                      <a:gd name="connsiteX3" fmla="*/ 1834 w 3934"/>
                      <a:gd name="connsiteY3" fmla="*/ 2090 h 2652"/>
                      <a:gd name="connsiteX4" fmla="*/ 16 w 3934"/>
                      <a:gd name="connsiteY4" fmla="*/ 317 h 2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34" h="2652">
                        <a:moveTo>
                          <a:pt x="16" y="317"/>
                        </a:moveTo>
                        <a:cubicBezTo>
                          <a:pt x="149" y="-348"/>
                          <a:pt x="1523" y="184"/>
                          <a:pt x="2188" y="539"/>
                        </a:cubicBezTo>
                        <a:cubicBezTo>
                          <a:pt x="2853" y="849"/>
                          <a:pt x="4095" y="1692"/>
                          <a:pt x="3917" y="2356"/>
                        </a:cubicBezTo>
                        <a:cubicBezTo>
                          <a:pt x="3740" y="3022"/>
                          <a:pt x="2499" y="2401"/>
                          <a:pt x="1834" y="2090"/>
                        </a:cubicBezTo>
                        <a:cubicBezTo>
                          <a:pt x="1169" y="1736"/>
                          <a:pt x="-161" y="982"/>
                          <a:pt x="16" y="3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64" name="Forme libre : forme 23763">
                    <a:extLst>
                      <a:ext uri="{FF2B5EF4-FFF2-40B4-BE49-F238E27FC236}">
                        <a16:creationId xmlns:a16="http://schemas.microsoft.com/office/drawing/2014/main" id="{D7F90F70-7F79-487E-A43E-9D93BEB433CF}"/>
                      </a:ext>
                    </a:extLst>
                  </p:cNvPr>
                  <p:cNvSpPr/>
                  <p:nvPr/>
                </p:nvSpPr>
                <p:spPr>
                  <a:xfrm>
                    <a:off x="5551120" y="1145958"/>
                    <a:ext cx="27345" cy="28514"/>
                  </a:xfrm>
                  <a:custGeom>
                    <a:avLst/>
                    <a:gdLst>
                      <a:gd name="connsiteX0" fmla="*/ 5993 w 27345"/>
                      <a:gd name="connsiteY0" fmla="*/ 11656 h 28514"/>
                      <a:gd name="connsiteX1" fmla="*/ 52 w 27345"/>
                      <a:gd name="connsiteY1" fmla="*/ 1771 h 28514"/>
                      <a:gd name="connsiteX2" fmla="*/ 3555 w 27345"/>
                      <a:gd name="connsiteY2" fmla="*/ 263 h 28514"/>
                      <a:gd name="connsiteX3" fmla="*/ 7278 w 27345"/>
                      <a:gd name="connsiteY3" fmla="*/ 3455 h 28514"/>
                      <a:gd name="connsiteX4" fmla="*/ 16942 w 27345"/>
                      <a:gd name="connsiteY4" fmla="*/ 14671 h 28514"/>
                      <a:gd name="connsiteX5" fmla="*/ 24479 w 27345"/>
                      <a:gd name="connsiteY5" fmla="*/ 21808 h 28514"/>
                      <a:gd name="connsiteX6" fmla="*/ 26296 w 27345"/>
                      <a:gd name="connsiteY6" fmla="*/ 28325 h 28514"/>
                      <a:gd name="connsiteX7" fmla="*/ 18760 w 27345"/>
                      <a:gd name="connsiteY7" fmla="*/ 25709 h 28514"/>
                      <a:gd name="connsiteX8" fmla="*/ 14593 w 27345"/>
                      <a:gd name="connsiteY8" fmla="*/ 22562 h 28514"/>
                      <a:gd name="connsiteX9" fmla="*/ 11445 w 27345"/>
                      <a:gd name="connsiteY9" fmla="*/ 19813 h 28514"/>
                      <a:gd name="connsiteX10" fmla="*/ 5993 w 27345"/>
                      <a:gd name="connsiteY10" fmla="*/ 11656 h 28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345" h="28514">
                        <a:moveTo>
                          <a:pt x="5993" y="11656"/>
                        </a:moveTo>
                        <a:cubicBezTo>
                          <a:pt x="3244" y="8066"/>
                          <a:pt x="1116" y="5627"/>
                          <a:pt x="52" y="1771"/>
                        </a:cubicBezTo>
                        <a:cubicBezTo>
                          <a:pt x="-347" y="352"/>
                          <a:pt x="1604" y="-446"/>
                          <a:pt x="3555" y="263"/>
                        </a:cubicBezTo>
                        <a:cubicBezTo>
                          <a:pt x="5461" y="973"/>
                          <a:pt x="6347" y="2214"/>
                          <a:pt x="7278" y="3455"/>
                        </a:cubicBezTo>
                        <a:cubicBezTo>
                          <a:pt x="10115" y="7445"/>
                          <a:pt x="13440" y="10814"/>
                          <a:pt x="16942" y="14671"/>
                        </a:cubicBezTo>
                        <a:cubicBezTo>
                          <a:pt x="18051" y="15779"/>
                          <a:pt x="21863" y="18794"/>
                          <a:pt x="24479" y="21808"/>
                        </a:cubicBezTo>
                        <a:cubicBezTo>
                          <a:pt x="27227" y="24823"/>
                          <a:pt x="28336" y="27660"/>
                          <a:pt x="26296" y="28325"/>
                        </a:cubicBezTo>
                        <a:cubicBezTo>
                          <a:pt x="24434" y="29034"/>
                          <a:pt x="21553" y="27660"/>
                          <a:pt x="18760" y="25709"/>
                        </a:cubicBezTo>
                        <a:cubicBezTo>
                          <a:pt x="17253" y="24778"/>
                          <a:pt x="15879" y="23626"/>
                          <a:pt x="14593" y="22562"/>
                        </a:cubicBezTo>
                        <a:cubicBezTo>
                          <a:pt x="13263" y="21542"/>
                          <a:pt x="12155" y="20567"/>
                          <a:pt x="11445" y="19813"/>
                        </a:cubicBezTo>
                        <a:cubicBezTo>
                          <a:pt x="8697" y="16799"/>
                          <a:pt x="8032" y="14405"/>
                          <a:pt x="5993" y="1165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740" name="Graphique 2">
                  <a:extLst>
                    <a:ext uri="{FF2B5EF4-FFF2-40B4-BE49-F238E27FC236}">
                      <a16:creationId xmlns:a16="http://schemas.microsoft.com/office/drawing/2014/main" id="{613D80F7-E49A-45B9-A16E-99394B54E90A}"/>
                    </a:ext>
                  </a:extLst>
                </p:cNvPr>
                <p:cNvGrpSpPr/>
                <p:nvPr/>
              </p:nvGrpSpPr>
              <p:grpSpPr>
                <a:xfrm>
                  <a:off x="5458314" y="1111196"/>
                  <a:ext cx="89494" cy="42019"/>
                  <a:chOff x="5458314" y="1111196"/>
                  <a:chExt cx="89494" cy="42019"/>
                </a:xfrm>
                <a:solidFill>
                  <a:schemeClr val="accent1"/>
                </a:solidFill>
              </p:grpSpPr>
              <p:sp>
                <p:nvSpPr>
                  <p:cNvPr id="23741" name="Forme libre : forme 23740">
                    <a:extLst>
                      <a:ext uri="{FF2B5EF4-FFF2-40B4-BE49-F238E27FC236}">
                        <a16:creationId xmlns:a16="http://schemas.microsoft.com/office/drawing/2014/main" id="{2DBEAC3B-A443-47B3-B9F2-B9F920164F5D}"/>
                      </a:ext>
                    </a:extLst>
                  </p:cNvPr>
                  <p:cNvSpPr/>
                  <p:nvPr/>
                </p:nvSpPr>
                <p:spPr>
                  <a:xfrm>
                    <a:off x="5458314" y="1111196"/>
                    <a:ext cx="89494" cy="42019"/>
                  </a:xfrm>
                  <a:custGeom>
                    <a:avLst/>
                    <a:gdLst>
                      <a:gd name="connsiteX0" fmla="*/ 32435 w 89494"/>
                      <a:gd name="connsiteY0" fmla="*/ 270 h 42019"/>
                      <a:gd name="connsiteX1" fmla="*/ 64353 w 89494"/>
                      <a:gd name="connsiteY1" fmla="*/ 7052 h 42019"/>
                      <a:gd name="connsiteX2" fmla="*/ 89001 w 89494"/>
                      <a:gd name="connsiteY2" fmla="*/ 28952 h 42019"/>
                      <a:gd name="connsiteX3" fmla="*/ 85056 w 89494"/>
                      <a:gd name="connsiteY3" fmla="*/ 38173 h 42019"/>
                      <a:gd name="connsiteX4" fmla="*/ 54467 w 89494"/>
                      <a:gd name="connsiteY4" fmla="*/ 40744 h 42019"/>
                      <a:gd name="connsiteX5" fmla="*/ 27958 w 89494"/>
                      <a:gd name="connsiteY5" fmla="*/ 35025 h 42019"/>
                      <a:gd name="connsiteX6" fmla="*/ 2290 w 89494"/>
                      <a:gd name="connsiteY6" fmla="*/ 19509 h 42019"/>
                      <a:gd name="connsiteX7" fmla="*/ 1448 w 89494"/>
                      <a:gd name="connsiteY7" fmla="*/ 9712 h 42019"/>
                      <a:gd name="connsiteX8" fmla="*/ 32435 w 89494"/>
                      <a:gd name="connsiteY8" fmla="*/ 270 h 42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9494" h="42019">
                        <a:moveTo>
                          <a:pt x="32435" y="270"/>
                        </a:moveTo>
                        <a:cubicBezTo>
                          <a:pt x="40193" y="935"/>
                          <a:pt x="56684" y="4437"/>
                          <a:pt x="64353" y="7052"/>
                        </a:cubicBezTo>
                        <a:cubicBezTo>
                          <a:pt x="78717" y="11840"/>
                          <a:pt x="84612" y="19288"/>
                          <a:pt x="89001" y="28952"/>
                        </a:cubicBezTo>
                        <a:cubicBezTo>
                          <a:pt x="90509" y="32321"/>
                          <a:pt x="88381" y="36931"/>
                          <a:pt x="85056" y="38173"/>
                        </a:cubicBezTo>
                        <a:cubicBezTo>
                          <a:pt x="75480" y="41852"/>
                          <a:pt x="66836" y="43271"/>
                          <a:pt x="54467" y="40744"/>
                        </a:cubicBezTo>
                        <a:cubicBezTo>
                          <a:pt x="47862" y="39370"/>
                          <a:pt x="34696" y="36355"/>
                          <a:pt x="27958" y="35025"/>
                        </a:cubicBezTo>
                        <a:cubicBezTo>
                          <a:pt x="15368" y="32410"/>
                          <a:pt x="9206" y="26824"/>
                          <a:pt x="2290" y="19509"/>
                        </a:cubicBezTo>
                        <a:cubicBezTo>
                          <a:pt x="-104" y="16938"/>
                          <a:pt x="-991" y="12062"/>
                          <a:pt x="1448" y="9712"/>
                        </a:cubicBezTo>
                        <a:cubicBezTo>
                          <a:pt x="8585" y="2885"/>
                          <a:pt x="17939" y="-1105"/>
                          <a:pt x="32435" y="27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42" name="Forme libre : forme 23741">
                    <a:extLst>
                      <a:ext uri="{FF2B5EF4-FFF2-40B4-BE49-F238E27FC236}">
                        <a16:creationId xmlns:a16="http://schemas.microsoft.com/office/drawing/2014/main" id="{45476C98-3EE1-4C66-A5BB-282BE711DCDF}"/>
                      </a:ext>
                    </a:extLst>
                  </p:cNvPr>
                  <p:cNvSpPr/>
                  <p:nvPr/>
                </p:nvSpPr>
                <p:spPr>
                  <a:xfrm>
                    <a:off x="5459717" y="1111301"/>
                    <a:ext cx="88088" cy="33412"/>
                  </a:xfrm>
                  <a:custGeom>
                    <a:avLst/>
                    <a:gdLst>
                      <a:gd name="connsiteX0" fmla="*/ 55015 w 88088"/>
                      <a:gd name="connsiteY0" fmla="*/ 17897 h 33412"/>
                      <a:gd name="connsiteX1" fmla="*/ 87775 w 88088"/>
                      <a:gd name="connsiteY1" fmla="*/ 33413 h 33412"/>
                      <a:gd name="connsiteX2" fmla="*/ 87598 w 88088"/>
                      <a:gd name="connsiteY2" fmla="*/ 28980 h 33412"/>
                      <a:gd name="connsiteX3" fmla="*/ 85160 w 88088"/>
                      <a:gd name="connsiteY3" fmla="*/ 24148 h 33412"/>
                      <a:gd name="connsiteX4" fmla="*/ 74520 w 88088"/>
                      <a:gd name="connsiteY4" fmla="*/ 12577 h 33412"/>
                      <a:gd name="connsiteX5" fmla="*/ 62950 w 88088"/>
                      <a:gd name="connsiteY5" fmla="*/ 7036 h 33412"/>
                      <a:gd name="connsiteX6" fmla="*/ 57896 w 88088"/>
                      <a:gd name="connsiteY6" fmla="*/ 5529 h 33412"/>
                      <a:gd name="connsiteX7" fmla="*/ 33426 w 88088"/>
                      <a:gd name="connsiteY7" fmla="*/ 564 h 33412"/>
                      <a:gd name="connsiteX8" fmla="*/ 31032 w 88088"/>
                      <a:gd name="connsiteY8" fmla="*/ 253 h 33412"/>
                      <a:gd name="connsiteX9" fmla="*/ 17422 w 88088"/>
                      <a:gd name="connsiteY9" fmla="*/ 697 h 33412"/>
                      <a:gd name="connsiteX10" fmla="*/ 3635 w 88088"/>
                      <a:gd name="connsiteY10" fmla="*/ 6726 h 33412"/>
                      <a:gd name="connsiteX11" fmla="*/ 89 w 88088"/>
                      <a:gd name="connsiteY11" fmla="*/ 9740 h 33412"/>
                      <a:gd name="connsiteX12" fmla="*/ 0 w 88088"/>
                      <a:gd name="connsiteY12" fmla="*/ 9873 h 33412"/>
                      <a:gd name="connsiteX13" fmla="*/ 55015 w 88088"/>
                      <a:gd name="connsiteY13" fmla="*/ 17897 h 3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8088" h="33412">
                        <a:moveTo>
                          <a:pt x="55015" y="17897"/>
                        </a:moveTo>
                        <a:cubicBezTo>
                          <a:pt x="67427" y="20247"/>
                          <a:pt x="80638" y="24990"/>
                          <a:pt x="87775" y="33413"/>
                        </a:cubicBezTo>
                        <a:cubicBezTo>
                          <a:pt x="88219" y="31950"/>
                          <a:pt x="88219" y="30354"/>
                          <a:pt x="87598" y="28980"/>
                        </a:cubicBezTo>
                        <a:cubicBezTo>
                          <a:pt x="86844" y="27295"/>
                          <a:pt x="86046" y="25699"/>
                          <a:pt x="85160" y="24148"/>
                        </a:cubicBezTo>
                        <a:cubicBezTo>
                          <a:pt x="82544" y="19848"/>
                          <a:pt x="79352" y="15813"/>
                          <a:pt x="74520" y="12577"/>
                        </a:cubicBezTo>
                        <a:cubicBezTo>
                          <a:pt x="71417" y="10405"/>
                          <a:pt x="67649" y="8587"/>
                          <a:pt x="62950" y="7036"/>
                        </a:cubicBezTo>
                        <a:cubicBezTo>
                          <a:pt x="61531" y="6548"/>
                          <a:pt x="59802" y="6016"/>
                          <a:pt x="57896" y="5529"/>
                        </a:cubicBezTo>
                        <a:cubicBezTo>
                          <a:pt x="50449" y="3445"/>
                          <a:pt x="40119" y="1362"/>
                          <a:pt x="33426" y="564"/>
                        </a:cubicBezTo>
                        <a:cubicBezTo>
                          <a:pt x="32583" y="475"/>
                          <a:pt x="31741" y="342"/>
                          <a:pt x="31032" y="253"/>
                        </a:cubicBezTo>
                        <a:cubicBezTo>
                          <a:pt x="25889" y="-190"/>
                          <a:pt x="21412" y="-57"/>
                          <a:pt x="17422" y="697"/>
                        </a:cubicBezTo>
                        <a:cubicBezTo>
                          <a:pt x="11969" y="1805"/>
                          <a:pt x="7536" y="3888"/>
                          <a:pt x="3635" y="6726"/>
                        </a:cubicBezTo>
                        <a:cubicBezTo>
                          <a:pt x="2394" y="7657"/>
                          <a:pt x="1197" y="8676"/>
                          <a:pt x="89" y="9740"/>
                        </a:cubicBezTo>
                        <a:lnTo>
                          <a:pt x="0" y="9873"/>
                        </a:lnTo>
                        <a:cubicBezTo>
                          <a:pt x="18486" y="10937"/>
                          <a:pt x="37194" y="14484"/>
                          <a:pt x="55015" y="1789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43" name="Forme libre : forme 23742">
                    <a:extLst>
                      <a:ext uri="{FF2B5EF4-FFF2-40B4-BE49-F238E27FC236}">
                        <a16:creationId xmlns:a16="http://schemas.microsoft.com/office/drawing/2014/main" id="{247B1F0D-4BED-4B13-961F-0F1A50265167}"/>
                      </a:ext>
                    </a:extLst>
                  </p:cNvPr>
                  <p:cNvSpPr/>
                  <p:nvPr/>
                </p:nvSpPr>
                <p:spPr>
                  <a:xfrm>
                    <a:off x="5475761" y="1122802"/>
                    <a:ext cx="41657" cy="14482"/>
                  </a:xfrm>
                  <a:custGeom>
                    <a:avLst/>
                    <a:gdLst>
                      <a:gd name="connsiteX0" fmla="*/ 4 w 41657"/>
                      <a:gd name="connsiteY0" fmla="*/ 3426 h 14482"/>
                      <a:gd name="connsiteX1" fmla="*/ 22924 w 41657"/>
                      <a:gd name="connsiteY1" fmla="*/ 1121 h 14482"/>
                      <a:gd name="connsiteX2" fmla="*/ 41587 w 41657"/>
                      <a:gd name="connsiteY2" fmla="*/ 11805 h 14482"/>
                      <a:gd name="connsiteX3" fmla="*/ 20840 w 41657"/>
                      <a:gd name="connsiteY3" fmla="*/ 12514 h 14482"/>
                      <a:gd name="connsiteX4" fmla="*/ 4 w 41657"/>
                      <a:gd name="connsiteY4" fmla="*/ 3426 h 14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57" h="14482">
                        <a:moveTo>
                          <a:pt x="4" y="3426"/>
                        </a:moveTo>
                        <a:cubicBezTo>
                          <a:pt x="315" y="-1450"/>
                          <a:pt x="17338" y="-32"/>
                          <a:pt x="22924" y="1121"/>
                        </a:cubicBezTo>
                        <a:cubicBezTo>
                          <a:pt x="28554" y="2140"/>
                          <a:pt x="42784" y="6707"/>
                          <a:pt x="41587" y="11805"/>
                        </a:cubicBezTo>
                        <a:cubicBezTo>
                          <a:pt x="40434" y="16681"/>
                          <a:pt x="25894" y="13622"/>
                          <a:pt x="20840" y="12514"/>
                        </a:cubicBezTo>
                        <a:cubicBezTo>
                          <a:pt x="15831" y="11228"/>
                          <a:pt x="-306" y="8036"/>
                          <a:pt x="4" y="342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44" name="Forme libre : forme 23743">
                    <a:extLst>
                      <a:ext uri="{FF2B5EF4-FFF2-40B4-BE49-F238E27FC236}">
                        <a16:creationId xmlns:a16="http://schemas.microsoft.com/office/drawing/2014/main" id="{DF3CB3A8-D67A-4331-9193-557B962EEF7E}"/>
                      </a:ext>
                    </a:extLst>
                  </p:cNvPr>
                  <p:cNvSpPr/>
                  <p:nvPr/>
                </p:nvSpPr>
                <p:spPr>
                  <a:xfrm>
                    <a:off x="5489286" y="1122991"/>
                    <a:ext cx="28284" cy="13980"/>
                  </a:xfrm>
                  <a:custGeom>
                    <a:avLst/>
                    <a:gdLst>
                      <a:gd name="connsiteX0" fmla="*/ 18353 w 28284"/>
                      <a:gd name="connsiteY0" fmla="*/ 13964 h 13980"/>
                      <a:gd name="connsiteX1" fmla="*/ 28283 w 28284"/>
                      <a:gd name="connsiteY1" fmla="*/ 11615 h 13980"/>
                      <a:gd name="connsiteX2" fmla="*/ 9176 w 28284"/>
                      <a:gd name="connsiteY2" fmla="*/ 842 h 13980"/>
                      <a:gd name="connsiteX3" fmla="*/ 0 w 28284"/>
                      <a:gd name="connsiteY3" fmla="*/ 0 h 13980"/>
                      <a:gd name="connsiteX4" fmla="*/ 4788 w 28284"/>
                      <a:gd name="connsiteY4" fmla="*/ 1153 h 13980"/>
                      <a:gd name="connsiteX5" fmla="*/ 18353 w 28284"/>
                      <a:gd name="connsiteY5" fmla="*/ 13964 h 13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284" h="13980">
                        <a:moveTo>
                          <a:pt x="18353" y="13964"/>
                        </a:moveTo>
                        <a:cubicBezTo>
                          <a:pt x="21101" y="13698"/>
                          <a:pt x="28416" y="14940"/>
                          <a:pt x="28283" y="11615"/>
                        </a:cubicBezTo>
                        <a:cubicBezTo>
                          <a:pt x="28106" y="6162"/>
                          <a:pt x="16269" y="2261"/>
                          <a:pt x="9176" y="842"/>
                        </a:cubicBezTo>
                        <a:cubicBezTo>
                          <a:pt x="7093" y="399"/>
                          <a:pt x="2394" y="0"/>
                          <a:pt x="0" y="0"/>
                        </a:cubicBezTo>
                        <a:cubicBezTo>
                          <a:pt x="1330" y="266"/>
                          <a:pt x="3591" y="665"/>
                          <a:pt x="4788" y="1153"/>
                        </a:cubicBezTo>
                        <a:cubicBezTo>
                          <a:pt x="11615" y="4034"/>
                          <a:pt x="19284" y="8379"/>
                          <a:pt x="18353" y="1396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45" name="Forme libre : forme 23744">
                    <a:extLst>
                      <a:ext uri="{FF2B5EF4-FFF2-40B4-BE49-F238E27FC236}">
                        <a16:creationId xmlns:a16="http://schemas.microsoft.com/office/drawing/2014/main" id="{A8DB578E-74BA-4933-BB2E-78337CA53A95}"/>
                      </a:ext>
                    </a:extLst>
                  </p:cNvPr>
                  <p:cNvSpPr/>
                  <p:nvPr/>
                </p:nvSpPr>
                <p:spPr>
                  <a:xfrm>
                    <a:off x="5473483" y="1121319"/>
                    <a:ext cx="42085" cy="14213"/>
                  </a:xfrm>
                  <a:custGeom>
                    <a:avLst/>
                    <a:gdLst>
                      <a:gd name="connsiteX0" fmla="*/ 110 w 42085"/>
                      <a:gd name="connsiteY0" fmla="*/ 3535 h 14213"/>
                      <a:gd name="connsiteX1" fmla="*/ 23428 w 42085"/>
                      <a:gd name="connsiteY1" fmla="*/ 875 h 14213"/>
                      <a:gd name="connsiteX2" fmla="*/ 42047 w 42085"/>
                      <a:gd name="connsiteY2" fmla="*/ 11470 h 14213"/>
                      <a:gd name="connsiteX3" fmla="*/ 33136 w 42085"/>
                      <a:gd name="connsiteY3" fmla="*/ 14085 h 14213"/>
                      <a:gd name="connsiteX4" fmla="*/ 21300 w 42085"/>
                      <a:gd name="connsiteY4" fmla="*/ 12268 h 14213"/>
                      <a:gd name="connsiteX5" fmla="*/ 110 w 42085"/>
                      <a:gd name="connsiteY5" fmla="*/ 3535 h 14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085" h="14213">
                        <a:moveTo>
                          <a:pt x="110" y="3535"/>
                        </a:moveTo>
                        <a:cubicBezTo>
                          <a:pt x="1883" y="-1209"/>
                          <a:pt x="17310" y="-145"/>
                          <a:pt x="23428" y="875"/>
                        </a:cubicBezTo>
                        <a:cubicBezTo>
                          <a:pt x="29590" y="1761"/>
                          <a:pt x="42889" y="6239"/>
                          <a:pt x="42047" y="11470"/>
                        </a:cubicBezTo>
                        <a:cubicBezTo>
                          <a:pt x="41648" y="14041"/>
                          <a:pt x="37614" y="14484"/>
                          <a:pt x="33136" y="14085"/>
                        </a:cubicBezTo>
                        <a:cubicBezTo>
                          <a:pt x="28659" y="13775"/>
                          <a:pt x="23650" y="12756"/>
                          <a:pt x="21300" y="12268"/>
                        </a:cubicBezTo>
                        <a:cubicBezTo>
                          <a:pt x="16601" y="11204"/>
                          <a:pt x="-1575" y="7879"/>
                          <a:pt x="110" y="353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46" name="Forme libre : forme 23745">
                    <a:extLst>
                      <a:ext uri="{FF2B5EF4-FFF2-40B4-BE49-F238E27FC236}">
                        <a16:creationId xmlns:a16="http://schemas.microsoft.com/office/drawing/2014/main" id="{63EF6038-9DDA-41E7-8433-C1807D63351D}"/>
                      </a:ext>
                    </a:extLst>
                  </p:cNvPr>
                  <p:cNvSpPr/>
                  <p:nvPr/>
                </p:nvSpPr>
                <p:spPr>
                  <a:xfrm>
                    <a:off x="5486293" y="1116483"/>
                    <a:ext cx="50032" cy="29841"/>
                  </a:xfrm>
                  <a:custGeom>
                    <a:avLst/>
                    <a:gdLst>
                      <a:gd name="connsiteX0" fmla="*/ 50028 w 50032"/>
                      <a:gd name="connsiteY0" fmla="*/ 23487 h 29841"/>
                      <a:gd name="connsiteX1" fmla="*/ 46659 w 50032"/>
                      <a:gd name="connsiteY1" fmla="*/ 16394 h 29841"/>
                      <a:gd name="connsiteX2" fmla="*/ 29547 w 50032"/>
                      <a:gd name="connsiteY2" fmla="*/ 3583 h 29841"/>
                      <a:gd name="connsiteX3" fmla="*/ 8446 w 50032"/>
                      <a:gd name="connsiteY3" fmla="*/ 169 h 29841"/>
                      <a:gd name="connsiteX4" fmla="*/ 67 w 50032"/>
                      <a:gd name="connsiteY4" fmla="*/ 5267 h 29841"/>
                      <a:gd name="connsiteX5" fmla="*/ 6185 w 50032"/>
                      <a:gd name="connsiteY5" fmla="*/ 9035 h 29841"/>
                      <a:gd name="connsiteX6" fmla="*/ 22454 w 50032"/>
                      <a:gd name="connsiteY6" fmla="*/ 19098 h 29841"/>
                      <a:gd name="connsiteX7" fmla="*/ 38014 w 50032"/>
                      <a:gd name="connsiteY7" fmla="*/ 29560 h 29841"/>
                      <a:gd name="connsiteX8" fmla="*/ 50028 w 50032"/>
                      <a:gd name="connsiteY8" fmla="*/ 23487 h 29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032" h="29841">
                        <a:moveTo>
                          <a:pt x="50028" y="23487"/>
                        </a:moveTo>
                        <a:cubicBezTo>
                          <a:pt x="49895" y="20340"/>
                          <a:pt x="49186" y="19098"/>
                          <a:pt x="46659" y="16394"/>
                        </a:cubicBezTo>
                        <a:cubicBezTo>
                          <a:pt x="41827" y="11163"/>
                          <a:pt x="37615" y="6907"/>
                          <a:pt x="29547" y="3583"/>
                        </a:cubicBezTo>
                        <a:cubicBezTo>
                          <a:pt x="22809" y="834"/>
                          <a:pt x="14696" y="-496"/>
                          <a:pt x="8446" y="169"/>
                        </a:cubicBezTo>
                        <a:cubicBezTo>
                          <a:pt x="3791" y="612"/>
                          <a:pt x="-598" y="2297"/>
                          <a:pt x="67" y="5267"/>
                        </a:cubicBezTo>
                        <a:cubicBezTo>
                          <a:pt x="510" y="7040"/>
                          <a:pt x="3746" y="7794"/>
                          <a:pt x="6185" y="9035"/>
                        </a:cubicBezTo>
                        <a:cubicBezTo>
                          <a:pt x="11992" y="11917"/>
                          <a:pt x="17489" y="14665"/>
                          <a:pt x="22454" y="19098"/>
                        </a:cubicBezTo>
                        <a:cubicBezTo>
                          <a:pt x="26710" y="22867"/>
                          <a:pt x="30744" y="28231"/>
                          <a:pt x="38014" y="29560"/>
                        </a:cubicBezTo>
                        <a:cubicBezTo>
                          <a:pt x="44575" y="30802"/>
                          <a:pt x="50205" y="27787"/>
                          <a:pt x="50028" y="2348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47" name="Forme libre : forme 23746">
                    <a:extLst>
                      <a:ext uri="{FF2B5EF4-FFF2-40B4-BE49-F238E27FC236}">
                        <a16:creationId xmlns:a16="http://schemas.microsoft.com/office/drawing/2014/main" id="{A4572C44-21B4-4D16-BA42-FDD3F35C3372}"/>
                      </a:ext>
                    </a:extLst>
                  </p:cNvPr>
                  <p:cNvSpPr/>
                  <p:nvPr/>
                </p:nvSpPr>
                <p:spPr>
                  <a:xfrm>
                    <a:off x="5507838" y="1138313"/>
                    <a:ext cx="17314" cy="4708"/>
                  </a:xfrm>
                  <a:custGeom>
                    <a:avLst/>
                    <a:gdLst>
                      <a:gd name="connsiteX0" fmla="*/ 15316 w 17314"/>
                      <a:gd name="connsiteY0" fmla="*/ 4140 h 4708"/>
                      <a:gd name="connsiteX1" fmla="*/ 17178 w 17314"/>
                      <a:gd name="connsiteY1" fmla="*/ 3475 h 4708"/>
                      <a:gd name="connsiteX2" fmla="*/ 16292 w 17314"/>
                      <a:gd name="connsiteY2" fmla="*/ 2012 h 4708"/>
                      <a:gd name="connsiteX3" fmla="*/ 13277 w 17314"/>
                      <a:gd name="connsiteY3" fmla="*/ 1126 h 4708"/>
                      <a:gd name="connsiteX4" fmla="*/ 5652 w 17314"/>
                      <a:gd name="connsiteY4" fmla="*/ 62 h 4708"/>
                      <a:gd name="connsiteX5" fmla="*/ 2815 w 17314"/>
                      <a:gd name="connsiteY5" fmla="*/ 106 h 4708"/>
                      <a:gd name="connsiteX6" fmla="*/ 3436 w 17314"/>
                      <a:gd name="connsiteY6" fmla="*/ 4318 h 4708"/>
                      <a:gd name="connsiteX7" fmla="*/ 15316 w 17314"/>
                      <a:gd name="connsiteY7" fmla="*/ 4140 h 4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314" h="4708">
                        <a:moveTo>
                          <a:pt x="15316" y="4140"/>
                        </a:moveTo>
                        <a:cubicBezTo>
                          <a:pt x="16159" y="4007"/>
                          <a:pt x="16779" y="3919"/>
                          <a:pt x="17178" y="3475"/>
                        </a:cubicBezTo>
                        <a:cubicBezTo>
                          <a:pt x="17577" y="3032"/>
                          <a:pt x="17045" y="2456"/>
                          <a:pt x="16292" y="2012"/>
                        </a:cubicBezTo>
                        <a:cubicBezTo>
                          <a:pt x="15538" y="1613"/>
                          <a:pt x="14253" y="1303"/>
                          <a:pt x="13277" y="1126"/>
                        </a:cubicBezTo>
                        <a:cubicBezTo>
                          <a:pt x="10750" y="682"/>
                          <a:pt x="8090" y="195"/>
                          <a:pt x="5652" y="62"/>
                        </a:cubicBezTo>
                        <a:cubicBezTo>
                          <a:pt x="4633" y="17"/>
                          <a:pt x="3702" y="-71"/>
                          <a:pt x="2815" y="106"/>
                        </a:cubicBezTo>
                        <a:cubicBezTo>
                          <a:pt x="-776" y="860"/>
                          <a:pt x="-1308" y="3431"/>
                          <a:pt x="3436" y="4318"/>
                        </a:cubicBezTo>
                        <a:cubicBezTo>
                          <a:pt x="7160" y="4982"/>
                          <a:pt x="11814" y="4716"/>
                          <a:pt x="15316" y="414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48" name="Forme libre : forme 23747">
                    <a:extLst>
                      <a:ext uri="{FF2B5EF4-FFF2-40B4-BE49-F238E27FC236}">
                        <a16:creationId xmlns:a16="http://schemas.microsoft.com/office/drawing/2014/main" id="{392AEF39-177E-4061-8DC7-1F46D9953370}"/>
                      </a:ext>
                    </a:extLst>
                  </p:cNvPr>
                  <p:cNvSpPr/>
                  <p:nvPr/>
                </p:nvSpPr>
                <p:spPr>
                  <a:xfrm>
                    <a:off x="5460958" y="1112042"/>
                    <a:ext cx="28593" cy="10284"/>
                  </a:xfrm>
                  <a:custGeom>
                    <a:avLst/>
                    <a:gdLst>
                      <a:gd name="connsiteX0" fmla="*/ 0 w 28593"/>
                      <a:gd name="connsiteY0" fmla="*/ 10285 h 10284"/>
                      <a:gd name="connsiteX1" fmla="*/ 28594 w 28593"/>
                      <a:gd name="connsiteY1" fmla="*/ 0 h 10284"/>
                      <a:gd name="connsiteX2" fmla="*/ 0 w 28593"/>
                      <a:gd name="connsiteY2" fmla="*/ 10285 h 10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593" h="10284">
                        <a:moveTo>
                          <a:pt x="0" y="10285"/>
                        </a:moveTo>
                        <a:cubicBezTo>
                          <a:pt x="4034" y="3812"/>
                          <a:pt x="19018" y="931"/>
                          <a:pt x="28594" y="0"/>
                        </a:cubicBezTo>
                        <a:cubicBezTo>
                          <a:pt x="18176" y="1153"/>
                          <a:pt x="7093" y="5586"/>
                          <a:pt x="0" y="1028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49" name="Forme libre : forme 23748">
                    <a:extLst>
                      <a:ext uri="{FF2B5EF4-FFF2-40B4-BE49-F238E27FC236}">
                        <a16:creationId xmlns:a16="http://schemas.microsoft.com/office/drawing/2014/main" id="{B8703CEB-A3D3-49DA-A1A9-476246D936E0}"/>
                      </a:ext>
                    </a:extLst>
                  </p:cNvPr>
                  <p:cNvSpPr/>
                  <p:nvPr/>
                </p:nvSpPr>
                <p:spPr>
                  <a:xfrm>
                    <a:off x="5512116" y="1148393"/>
                    <a:ext cx="31031" cy="3158"/>
                  </a:xfrm>
                  <a:custGeom>
                    <a:avLst/>
                    <a:gdLst>
                      <a:gd name="connsiteX0" fmla="*/ 0 w 31031"/>
                      <a:gd name="connsiteY0" fmla="*/ 2261 h 3158"/>
                      <a:gd name="connsiteX1" fmla="*/ 31032 w 31031"/>
                      <a:gd name="connsiteY1" fmla="*/ 0 h 3158"/>
                      <a:gd name="connsiteX2" fmla="*/ 0 w 31031"/>
                      <a:gd name="connsiteY2" fmla="*/ 2261 h 3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031" h="3158">
                        <a:moveTo>
                          <a:pt x="0" y="2261"/>
                        </a:moveTo>
                        <a:cubicBezTo>
                          <a:pt x="10994" y="4300"/>
                          <a:pt x="21900" y="2571"/>
                          <a:pt x="31032" y="0"/>
                        </a:cubicBezTo>
                        <a:cubicBezTo>
                          <a:pt x="22653" y="2793"/>
                          <a:pt x="9753" y="2483"/>
                          <a:pt x="0" y="22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50" name="Forme libre : forme 23749">
                    <a:extLst>
                      <a:ext uri="{FF2B5EF4-FFF2-40B4-BE49-F238E27FC236}">
                        <a16:creationId xmlns:a16="http://schemas.microsoft.com/office/drawing/2014/main" id="{AA6A87CA-1C52-4247-A5AC-3F6CCF7C7466}"/>
                      </a:ext>
                    </a:extLst>
                  </p:cNvPr>
                  <p:cNvSpPr/>
                  <p:nvPr/>
                </p:nvSpPr>
                <p:spPr>
                  <a:xfrm>
                    <a:off x="5485032" y="1128391"/>
                    <a:ext cx="15166" cy="5818"/>
                  </a:xfrm>
                  <a:custGeom>
                    <a:avLst/>
                    <a:gdLst>
                      <a:gd name="connsiteX0" fmla="*/ 176 w 15166"/>
                      <a:gd name="connsiteY0" fmla="*/ 585 h 5818"/>
                      <a:gd name="connsiteX1" fmla="*/ 9397 w 15166"/>
                      <a:gd name="connsiteY1" fmla="*/ 1428 h 5818"/>
                      <a:gd name="connsiteX2" fmla="*/ 14894 w 15166"/>
                      <a:gd name="connsiteY2" fmla="*/ 5329 h 5818"/>
                      <a:gd name="connsiteX3" fmla="*/ 6338 w 15166"/>
                      <a:gd name="connsiteY3" fmla="*/ 4309 h 5818"/>
                      <a:gd name="connsiteX4" fmla="*/ 176 w 15166"/>
                      <a:gd name="connsiteY4" fmla="*/ 585 h 5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6" h="5818">
                        <a:moveTo>
                          <a:pt x="176" y="585"/>
                        </a:moveTo>
                        <a:cubicBezTo>
                          <a:pt x="1462" y="-922"/>
                          <a:pt x="7535" y="896"/>
                          <a:pt x="9397" y="1428"/>
                        </a:cubicBezTo>
                        <a:cubicBezTo>
                          <a:pt x="11259" y="1915"/>
                          <a:pt x="16401" y="3954"/>
                          <a:pt x="14894" y="5329"/>
                        </a:cubicBezTo>
                        <a:cubicBezTo>
                          <a:pt x="13431" y="6703"/>
                          <a:pt x="8067" y="4797"/>
                          <a:pt x="6338" y="4309"/>
                        </a:cubicBezTo>
                        <a:cubicBezTo>
                          <a:pt x="4609" y="3777"/>
                          <a:pt x="-1065" y="2004"/>
                          <a:pt x="176" y="58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51" name="Forme libre : forme 23750">
                    <a:extLst>
                      <a:ext uri="{FF2B5EF4-FFF2-40B4-BE49-F238E27FC236}">
                        <a16:creationId xmlns:a16="http://schemas.microsoft.com/office/drawing/2014/main" id="{E179E373-E954-4C27-A28D-F78B22B0BE6E}"/>
                      </a:ext>
                    </a:extLst>
                  </p:cNvPr>
                  <p:cNvSpPr/>
                  <p:nvPr/>
                </p:nvSpPr>
                <p:spPr>
                  <a:xfrm>
                    <a:off x="5482724" y="1128516"/>
                    <a:ext cx="4390" cy="1686"/>
                  </a:xfrm>
                  <a:custGeom>
                    <a:avLst/>
                    <a:gdLst>
                      <a:gd name="connsiteX0" fmla="*/ 1 w 4390"/>
                      <a:gd name="connsiteY0" fmla="*/ 548 h 1686"/>
                      <a:gd name="connsiteX1" fmla="*/ 2129 w 4390"/>
                      <a:gd name="connsiteY1" fmla="*/ 61 h 1686"/>
                      <a:gd name="connsiteX2" fmla="*/ 4390 w 4390"/>
                      <a:gd name="connsiteY2" fmla="*/ 1169 h 1686"/>
                      <a:gd name="connsiteX3" fmla="*/ 2306 w 4390"/>
                      <a:gd name="connsiteY3" fmla="*/ 1612 h 1686"/>
                      <a:gd name="connsiteX4" fmla="*/ 1 w 4390"/>
                      <a:gd name="connsiteY4" fmla="*/ 548 h 16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0" h="1686">
                        <a:moveTo>
                          <a:pt x="1" y="548"/>
                        </a:moveTo>
                        <a:cubicBezTo>
                          <a:pt x="-43" y="-117"/>
                          <a:pt x="1375" y="-28"/>
                          <a:pt x="2129" y="61"/>
                        </a:cubicBezTo>
                        <a:cubicBezTo>
                          <a:pt x="2883" y="150"/>
                          <a:pt x="4346" y="504"/>
                          <a:pt x="4390" y="1169"/>
                        </a:cubicBezTo>
                        <a:cubicBezTo>
                          <a:pt x="4434" y="1834"/>
                          <a:pt x="3060" y="1701"/>
                          <a:pt x="2306" y="1612"/>
                        </a:cubicBezTo>
                        <a:cubicBezTo>
                          <a:pt x="1553" y="1524"/>
                          <a:pt x="45" y="1213"/>
                          <a:pt x="1" y="5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52" name="Forme libre : forme 23751">
                    <a:extLst>
                      <a:ext uri="{FF2B5EF4-FFF2-40B4-BE49-F238E27FC236}">
                        <a16:creationId xmlns:a16="http://schemas.microsoft.com/office/drawing/2014/main" id="{E8190154-AC94-4767-9F1C-851BCD11BED0}"/>
                      </a:ext>
                    </a:extLst>
                  </p:cNvPr>
                  <p:cNvSpPr/>
                  <p:nvPr/>
                </p:nvSpPr>
                <p:spPr>
                  <a:xfrm>
                    <a:off x="5462526" y="1124140"/>
                    <a:ext cx="35803" cy="20345"/>
                  </a:xfrm>
                  <a:custGeom>
                    <a:avLst/>
                    <a:gdLst>
                      <a:gd name="connsiteX0" fmla="*/ 8806 w 35803"/>
                      <a:gd name="connsiteY0" fmla="*/ 10156 h 20345"/>
                      <a:gd name="connsiteX1" fmla="*/ 206 w 35803"/>
                      <a:gd name="connsiteY1" fmla="*/ 2487 h 20345"/>
                      <a:gd name="connsiteX2" fmla="*/ 3087 w 35803"/>
                      <a:gd name="connsiteY2" fmla="*/ 4 h 20345"/>
                      <a:gd name="connsiteX3" fmla="*/ 7565 w 35803"/>
                      <a:gd name="connsiteY3" fmla="*/ 1999 h 20345"/>
                      <a:gd name="connsiteX4" fmla="*/ 20288 w 35803"/>
                      <a:gd name="connsiteY4" fmla="*/ 9757 h 20345"/>
                      <a:gd name="connsiteX5" fmla="*/ 35272 w 35803"/>
                      <a:gd name="connsiteY5" fmla="*/ 19377 h 20345"/>
                      <a:gd name="connsiteX6" fmla="*/ 16653 w 35803"/>
                      <a:gd name="connsiteY6" fmla="*/ 16318 h 20345"/>
                      <a:gd name="connsiteX7" fmla="*/ 8806 w 35803"/>
                      <a:gd name="connsiteY7" fmla="*/ 10156 h 20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803" h="20345">
                        <a:moveTo>
                          <a:pt x="8806" y="10156"/>
                        </a:moveTo>
                        <a:cubicBezTo>
                          <a:pt x="5082" y="7496"/>
                          <a:pt x="2334" y="5767"/>
                          <a:pt x="206" y="2487"/>
                        </a:cubicBezTo>
                        <a:cubicBezTo>
                          <a:pt x="-592" y="1245"/>
                          <a:pt x="1048" y="-84"/>
                          <a:pt x="3087" y="4"/>
                        </a:cubicBezTo>
                        <a:cubicBezTo>
                          <a:pt x="5127" y="93"/>
                          <a:pt x="6324" y="1068"/>
                          <a:pt x="7565" y="1999"/>
                        </a:cubicBezTo>
                        <a:cubicBezTo>
                          <a:pt x="11466" y="4925"/>
                          <a:pt x="15633" y="7230"/>
                          <a:pt x="20288" y="9757"/>
                        </a:cubicBezTo>
                        <a:cubicBezTo>
                          <a:pt x="23214" y="11131"/>
                          <a:pt x="38862" y="16407"/>
                          <a:pt x="35272" y="19377"/>
                        </a:cubicBezTo>
                        <a:cubicBezTo>
                          <a:pt x="31725" y="22170"/>
                          <a:pt x="20421" y="18224"/>
                          <a:pt x="16653" y="16318"/>
                        </a:cubicBezTo>
                        <a:cubicBezTo>
                          <a:pt x="12885" y="14279"/>
                          <a:pt x="11555" y="12107"/>
                          <a:pt x="8806" y="1015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42" name="Graphique 2">
                <a:extLst>
                  <a:ext uri="{FF2B5EF4-FFF2-40B4-BE49-F238E27FC236}">
                    <a16:creationId xmlns:a16="http://schemas.microsoft.com/office/drawing/2014/main" id="{51746C20-4ACC-4068-B7D5-EDED88511B06}"/>
                  </a:ext>
                </a:extLst>
              </p:cNvPr>
              <p:cNvGrpSpPr/>
              <p:nvPr/>
            </p:nvGrpSpPr>
            <p:grpSpPr>
              <a:xfrm>
                <a:off x="5950383" y="1150416"/>
                <a:ext cx="425021" cy="118926"/>
                <a:chOff x="5950383" y="1150416"/>
                <a:chExt cx="425021" cy="118926"/>
              </a:xfrm>
              <a:solidFill>
                <a:schemeClr val="accent1"/>
              </a:solidFill>
            </p:grpSpPr>
            <p:grpSp>
              <p:nvGrpSpPr>
                <p:cNvPr id="23671" name="Graphique 2">
                  <a:extLst>
                    <a:ext uri="{FF2B5EF4-FFF2-40B4-BE49-F238E27FC236}">
                      <a16:creationId xmlns:a16="http://schemas.microsoft.com/office/drawing/2014/main" id="{C9E1E920-923F-47F0-8F4A-58361582F639}"/>
                    </a:ext>
                  </a:extLst>
                </p:cNvPr>
                <p:cNvGrpSpPr/>
                <p:nvPr/>
              </p:nvGrpSpPr>
              <p:grpSpPr>
                <a:xfrm>
                  <a:off x="6295317" y="1150416"/>
                  <a:ext cx="80087" cy="56054"/>
                  <a:chOff x="6295317" y="1150416"/>
                  <a:chExt cx="80087" cy="56054"/>
                </a:xfrm>
                <a:solidFill>
                  <a:schemeClr val="accent1"/>
                </a:solidFill>
              </p:grpSpPr>
              <p:sp>
                <p:nvSpPr>
                  <p:cNvPr id="23724" name="Forme libre : forme 23723">
                    <a:extLst>
                      <a:ext uri="{FF2B5EF4-FFF2-40B4-BE49-F238E27FC236}">
                        <a16:creationId xmlns:a16="http://schemas.microsoft.com/office/drawing/2014/main" id="{CA7FE0DF-48F5-4838-89AC-4AFC2770D110}"/>
                      </a:ext>
                    </a:extLst>
                  </p:cNvPr>
                  <p:cNvSpPr/>
                  <p:nvPr/>
                </p:nvSpPr>
                <p:spPr>
                  <a:xfrm>
                    <a:off x="6295317" y="1150416"/>
                    <a:ext cx="80087" cy="56054"/>
                  </a:xfrm>
                  <a:custGeom>
                    <a:avLst/>
                    <a:gdLst>
                      <a:gd name="connsiteX0" fmla="*/ 19012 w 80087"/>
                      <a:gd name="connsiteY0" fmla="*/ 21473 h 56054"/>
                      <a:gd name="connsiteX1" fmla="*/ 43571 w 80087"/>
                      <a:gd name="connsiteY1" fmla="*/ 6312 h 56054"/>
                      <a:gd name="connsiteX2" fmla="*/ 75312 w 80087"/>
                      <a:gd name="connsiteY2" fmla="*/ 1480 h 56054"/>
                      <a:gd name="connsiteX3" fmla="*/ 79834 w 80087"/>
                      <a:gd name="connsiteY3" fmla="*/ 10434 h 56054"/>
                      <a:gd name="connsiteX4" fmla="*/ 62368 w 80087"/>
                      <a:gd name="connsiteY4" fmla="*/ 35969 h 56054"/>
                      <a:gd name="connsiteX5" fmla="*/ 36922 w 80087"/>
                      <a:gd name="connsiteY5" fmla="*/ 51618 h 56054"/>
                      <a:gd name="connsiteX6" fmla="*/ 19633 w 80087"/>
                      <a:gd name="connsiteY6" fmla="*/ 56051 h 56054"/>
                      <a:gd name="connsiteX7" fmla="*/ 12141 w 80087"/>
                      <a:gd name="connsiteY7" fmla="*/ 55209 h 56054"/>
                      <a:gd name="connsiteX8" fmla="*/ 8461 w 80087"/>
                      <a:gd name="connsiteY8" fmla="*/ 54322 h 56054"/>
                      <a:gd name="connsiteX9" fmla="*/ 4383 w 80087"/>
                      <a:gd name="connsiteY9" fmla="*/ 53125 h 56054"/>
                      <a:gd name="connsiteX10" fmla="*/ 482 w 80087"/>
                      <a:gd name="connsiteY10" fmla="*/ 44126 h 56054"/>
                      <a:gd name="connsiteX11" fmla="*/ 2920 w 80087"/>
                      <a:gd name="connsiteY11" fmla="*/ 38053 h 56054"/>
                      <a:gd name="connsiteX12" fmla="*/ 6821 w 80087"/>
                      <a:gd name="connsiteY12" fmla="*/ 32112 h 56054"/>
                      <a:gd name="connsiteX13" fmla="*/ 19012 w 80087"/>
                      <a:gd name="connsiteY13" fmla="*/ 21473 h 56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0087" h="56054">
                        <a:moveTo>
                          <a:pt x="19012" y="21473"/>
                        </a:moveTo>
                        <a:cubicBezTo>
                          <a:pt x="24908" y="17838"/>
                          <a:pt x="37454" y="10124"/>
                          <a:pt x="43571" y="6312"/>
                        </a:cubicBezTo>
                        <a:cubicBezTo>
                          <a:pt x="55319" y="-560"/>
                          <a:pt x="64762" y="-1225"/>
                          <a:pt x="75312" y="1480"/>
                        </a:cubicBezTo>
                        <a:cubicBezTo>
                          <a:pt x="78903" y="2455"/>
                          <a:pt x="80809" y="7198"/>
                          <a:pt x="79834" y="10434"/>
                        </a:cubicBezTo>
                        <a:cubicBezTo>
                          <a:pt x="77041" y="19788"/>
                          <a:pt x="73318" y="27724"/>
                          <a:pt x="62368" y="35969"/>
                        </a:cubicBezTo>
                        <a:cubicBezTo>
                          <a:pt x="56649" y="40402"/>
                          <a:pt x="43882" y="48249"/>
                          <a:pt x="36922" y="51618"/>
                        </a:cubicBezTo>
                        <a:cubicBezTo>
                          <a:pt x="30450" y="54854"/>
                          <a:pt x="24819" y="56051"/>
                          <a:pt x="19633" y="56051"/>
                        </a:cubicBezTo>
                        <a:cubicBezTo>
                          <a:pt x="17062" y="56095"/>
                          <a:pt x="14535" y="55696"/>
                          <a:pt x="12141" y="55209"/>
                        </a:cubicBezTo>
                        <a:cubicBezTo>
                          <a:pt x="10899" y="54943"/>
                          <a:pt x="9791" y="54632"/>
                          <a:pt x="8461" y="54322"/>
                        </a:cubicBezTo>
                        <a:cubicBezTo>
                          <a:pt x="7043" y="53967"/>
                          <a:pt x="5713" y="53657"/>
                          <a:pt x="4383" y="53125"/>
                        </a:cubicBezTo>
                        <a:cubicBezTo>
                          <a:pt x="615" y="51707"/>
                          <a:pt x="-848" y="46919"/>
                          <a:pt x="482" y="44126"/>
                        </a:cubicBezTo>
                        <a:cubicBezTo>
                          <a:pt x="1457" y="41998"/>
                          <a:pt x="1945" y="40048"/>
                          <a:pt x="2920" y="38053"/>
                        </a:cubicBezTo>
                        <a:cubicBezTo>
                          <a:pt x="4028" y="35969"/>
                          <a:pt x="5270" y="33974"/>
                          <a:pt x="6821" y="32112"/>
                        </a:cubicBezTo>
                        <a:cubicBezTo>
                          <a:pt x="9791" y="28300"/>
                          <a:pt x="13737" y="24931"/>
                          <a:pt x="19012" y="2147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25" name="Forme libre : forme 23724">
                    <a:extLst>
                      <a:ext uri="{FF2B5EF4-FFF2-40B4-BE49-F238E27FC236}">
                        <a16:creationId xmlns:a16="http://schemas.microsoft.com/office/drawing/2014/main" id="{4D585B79-131C-4318-AC0C-BC02FD2643F7}"/>
                      </a:ext>
                    </a:extLst>
                  </p:cNvPr>
                  <p:cNvSpPr/>
                  <p:nvPr/>
                </p:nvSpPr>
                <p:spPr>
                  <a:xfrm>
                    <a:off x="6295888" y="1150503"/>
                    <a:ext cx="78288" cy="44216"/>
                  </a:xfrm>
                  <a:custGeom>
                    <a:avLst/>
                    <a:gdLst>
                      <a:gd name="connsiteX0" fmla="*/ 46148 w 78288"/>
                      <a:gd name="connsiteY0" fmla="*/ 19258 h 44216"/>
                      <a:gd name="connsiteX1" fmla="*/ 61620 w 78288"/>
                      <a:gd name="connsiteY1" fmla="*/ 9106 h 44216"/>
                      <a:gd name="connsiteX2" fmla="*/ 78288 w 78288"/>
                      <a:gd name="connsiteY2" fmla="*/ 4230 h 44216"/>
                      <a:gd name="connsiteX3" fmla="*/ 74830 w 78288"/>
                      <a:gd name="connsiteY3" fmla="*/ 1481 h 44216"/>
                      <a:gd name="connsiteX4" fmla="*/ 69467 w 78288"/>
                      <a:gd name="connsiteY4" fmla="*/ 373 h 44216"/>
                      <a:gd name="connsiteX5" fmla="*/ 53951 w 78288"/>
                      <a:gd name="connsiteY5" fmla="*/ 1481 h 44216"/>
                      <a:gd name="connsiteX6" fmla="*/ 43090 w 78288"/>
                      <a:gd name="connsiteY6" fmla="*/ 6314 h 44216"/>
                      <a:gd name="connsiteX7" fmla="*/ 39056 w 78288"/>
                      <a:gd name="connsiteY7" fmla="*/ 8752 h 44216"/>
                      <a:gd name="connsiteX8" fmla="*/ 20348 w 78288"/>
                      <a:gd name="connsiteY8" fmla="*/ 20322 h 44216"/>
                      <a:gd name="connsiteX9" fmla="*/ 18575 w 78288"/>
                      <a:gd name="connsiteY9" fmla="*/ 21430 h 44216"/>
                      <a:gd name="connsiteX10" fmla="*/ 9221 w 78288"/>
                      <a:gd name="connsiteY10" fmla="*/ 28834 h 44216"/>
                      <a:gd name="connsiteX11" fmla="*/ 4743 w 78288"/>
                      <a:gd name="connsiteY11" fmla="*/ 34331 h 44216"/>
                      <a:gd name="connsiteX12" fmla="*/ 2926 w 78288"/>
                      <a:gd name="connsiteY12" fmla="*/ 37256 h 44216"/>
                      <a:gd name="connsiteX13" fmla="*/ 2128 w 78288"/>
                      <a:gd name="connsiteY13" fmla="*/ 38764 h 44216"/>
                      <a:gd name="connsiteX14" fmla="*/ 1596 w 78288"/>
                      <a:gd name="connsiteY14" fmla="*/ 40138 h 44216"/>
                      <a:gd name="connsiteX15" fmla="*/ 44 w 78288"/>
                      <a:gd name="connsiteY15" fmla="*/ 44039 h 44216"/>
                      <a:gd name="connsiteX16" fmla="*/ 0 w 78288"/>
                      <a:gd name="connsiteY16" fmla="*/ 44216 h 44216"/>
                      <a:gd name="connsiteX17" fmla="*/ 11836 w 78288"/>
                      <a:gd name="connsiteY17" fmla="*/ 39429 h 44216"/>
                      <a:gd name="connsiteX18" fmla="*/ 23850 w 78288"/>
                      <a:gd name="connsiteY18" fmla="*/ 33444 h 44216"/>
                      <a:gd name="connsiteX19" fmla="*/ 46148 w 78288"/>
                      <a:gd name="connsiteY19" fmla="*/ 19258 h 44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78288" h="44216">
                        <a:moveTo>
                          <a:pt x="46148" y="19258"/>
                        </a:moveTo>
                        <a:cubicBezTo>
                          <a:pt x="51025" y="15623"/>
                          <a:pt x="56212" y="11944"/>
                          <a:pt x="61620" y="9106"/>
                        </a:cubicBezTo>
                        <a:cubicBezTo>
                          <a:pt x="67028" y="6269"/>
                          <a:pt x="72791" y="4141"/>
                          <a:pt x="78288" y="4230"/>
                        </a:cubicBezTo>
                        <a:cubicBezTo>
                          <a:pt x="77446" y="2944"/>
                          <a:pt x="76293" y="1880"/>
                          <a:pt x="74830" y="1481"/>
                        </a:cubicBezTo>
                        <a:cubicBezTo>
                          <a:pt x="73013" y="994"/>
                          <a:pt x="71240" y="639"/>
                          <a:pt x="69467" y="373"/>
                        </a:cubicBezTo>
                        <a:cubicBezTo>
                          <a:pt x="64368" y="-336"/>
                          <a:pt x="59270" y="-70"/>
                          <a:pt x="53951" y="1481"/>
                        </a:cubicBezTo>
                        <a:cubicBezTo>
                          <a:pt x="50493" y="2501"/>
                          <a:pt x="46946" y="4053"/>
                          <a:pt x="43090" y="6314"/>
                        </a:cubicBezTo>
                        <a:cubicBezTo>
                          <a:pt x="41937" y="7023"/>
                          <a:pt x="40563" y="7865"/>
                          <a:pt x="39056" y="8752"/>
                        </a:cubicBezTo>
                        <a:cubicBezTo>
                          <a:pt x="33248" y="12342"/>
                          <a:pt x="25402" y="17175"/>
                          <a:pt x="20348" y="20322"/>
                        </a:cubicBezTo>
                        <a:cubicBezTo>
                          <a:pt x="19727" y="20721"/>
                          <a:pt x="19107" y="21120"/>
                          <a:pt x="18575" y="21430"/>
                        </a:cubicBezTo>
                        <a:cubicBezTo>
                          <a:pt x="14806" y="23869"/>
                          <a:pt x="11748" y="26307"/>
                          <a:pt x="9221" y="28834"/>
                        </a:cubicBezTo>
                        <a:cubicBezTo>
                          <a:pt x="7492" y="30607"/>
                          <a:pt x="6029" y="32469"/>
                          <a:pt x="4743" y="34331"/>
                        </a:cubicBezTo>
                        <a:cubicBezTo>
                          <a:pt x="4078" y="35262"/>
                          <a:pt x="3502" y="36237"/>
                          <a:pt x="2926" y="37256"/>
                        </a:cubicBezTo>
                        <a:cubicBezTo>
                          <a:pt x="2660" y="37744"/>
                          <a:pt x="2394" y="38276"/>
                          <a:pt x="2128" y="38764"/>
                        </a:cubicBezTo>
                        <a:lnTo>
                          <a:pt x="1596" y="40138"/>
                        </a:lnTo>
                        <a:cubicBezTo>
                          <a:pt x="1152" y="41424"/>
                          <a:pt x="620" y="42665"/>
                          <a:pt x="44" y="44039"/>
                        </a:cubicBezTo>
                        <a:lnTo>
                          <a:pt x="0" y="44216"/>
                        </a:lnTo>
                        <a:cubicBezTo>
                          <a:pt x="3546" y="43330"/>
                          <a:pt x="7802" y="41202"/>
                          <a:pt x="11836" y="39429"/>
                        </a:cubicBezTo>
                        <a:cubicBezTo>
                          <a:pt x="15870" y="37567"/>
                          <a:pt x="19905" y="35572"/>
                          <a:pt x="23850" y="33444"/>
                        </a:cubicBezTo>
                        <a:cubicBezTo>
                          <a:pt x="31608" y="29277"/>
                          <a:pt x="39144" y="24489"/>
                          <a:pt x="46148" y="1925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26" name="Forme libre : forme 23725">
                    <a:extLst>
                      <a:ext uri="{FF2B5EF4-FFF2-40B4-BE49-F238E27FC236}">
                        <a16:creationId xmlns:a16="http://schemas.microsoft.com/office/drawing/2014/main" id="{0A50263D-CE38-47BD-B296-9CE17AC7593C}"/>
                      </a:ext>
                    </a:extLst>
                  </p:cNvPr>
                  <p:cNvSpPr/>
                  <p:nvPr/>
                </p:nvSpPr>
                <p:spPr>
                  <a:xfrm>
                    <a:off x="6311242" y="1170210"/>
                    <a:ext cx="36902" cy="23337"/>
                  </a:xfrm>
                  <a:custGeom>
                    <a:avLst/>
                    <a:gdLst>
                      <a:gd name="connsiteX0" fmla="*/ 206 w 36902"/>
                      <a:gd name="connsiteY0" fmla="*/ 21938 h 23337"/>
                      <a:gd name="connsiteX1" fmla="*/ 16343 w 36902"/>
                      <a:gd name="connsiteY1" fmla="*/ 6644 h 23337"/>
                      <a:gd name="connsiteX2" fmla="*/ 36425 w 36902"/>
                      <a:gd name="connsiteY2" fmla="*/ 1279 h 23337"/>
                      <a:gd name="connsiteX3" fmla="*/ 22327 w 36902"/>
                      <a:gd name="connsiteY3" fmla="*/ 16529 h 23337"/>
                      <a:gd name="connsiteX4" fmla="*/ 206 w 36902"/>
                      <a:gd name="connsiteY4" fmla="*/ 21938 h 2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902" h="23337">
                        <a:moveTo>
                          <a:pt x="206" y="21938"/>
                        </a:moveTo>
                        <a:cubicBezTo>
                          <a:pt x="-1833" y="17904"/>
                          <a:pt x="11821" y="9569"/>
                          <a:pt x="16343" y="6644"/>
                        </a:cubicBezTo>
                        <a:cubicBezTo>
                          <a:pt x="20997" y="3939"/>
                          <a:pt x="33454" y="-2799"/>
                          <a:pt x="36425" y="1279"/>
                        </a:cubicBezTo>
                        <a:cubicBezTo>
                          <a:pt x="39484" y="5491"/>
                          <a:pt x="27027" y="14091"/>
                          <a:pt x="22327" y="16529"/>
                        </a:cubicBezTo>
                        <a:cubicBezTo>
                          <a:pt x="17806" y="19233"/>
                          <a:pt x="2467" y="26326"/>
                          <a:pt x="206" y="2193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27" name="Forme libre : forme 23726">
                    <a:extLst>
                      <a:ext uri="{FF2B5EF4-FFF2-40B4-BE49-F238E27FC236}">
                        <a16:creationId xmlns:a16="http://schemas.microsoft.com/office/drawing/2014/main" id="{9E206452-75A7-43EB-8D6C-8295A001BEFE}"/>
                      </a:ext>
                    </a:extLst>
                  </p:cNvPr>
                  <p:cNvSpPr/>
                  <p:nvPr/>
                </p:nvSpPr>
                <p:spPr>
                  <a:xfrm>
                    <a:off x="6320226" y="1170381"/>
                    <a:ext cx="28325" cy="11570"/>
                  </a:xfrm>
                  <a:custGeom>
                    <a:avLst/>
                    <a:gdLst>
                      <a:gd name="connsiteX0" fmla="*/ 22653 w 28325"/>
                      <a:gd name="connsiteY0" fmla="*/ 9842 h 11570"/>
                      <a:gd name="connsiteX1" fmla="*/ 27662 w 28325"/>
                      <a:gd name="connsiteY1" fmla="*/ 1020 h 11570"/>
                      <a:gd name="connsiteX2" fmla="*/ 7182 w 28325"/>
                      <a:gd name="connsiteY2" fmla="*/ 6606 h 11570"/>
                      <a:gd name="connsiteX3" fmla="*/ 0 w 28325"/>
                      <a:gd name="connsiteY3" fmla="*/ 11571 h 11570"/>
                      <a:gd name="connsiteX4" fmla="*/ 4211 w 28325"/>
                      <a:gd name="connsiteY4" fmla="*/ 9576 h 11570"/>
                      <a:gd name="connsiteX5" fmla="*/ 22653 w 28325"/>
                      <a:gd name="connsiteY5" fmla="*/ 9842 h 11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325" h="11570">
                        <a:moveTo>
                          <a:pt x="22653" y="9842"/>
                        </a:moveTo>
                        <a:cubicBezTo>
                          <a:pt x="24426" y="7670"/>
                          <a:pt x="30278" y="3103"/>
                          <a:pt x="27662" y="1020"/>
                        </a:cubicBezTo>
                        <a:cubicBezTo>
                          <a:pt x="23495" y="-2305"/>
                          <a:pt x="13078" y="3281"/>
                          <a:pt x="7182" y="6606"/>
                        </a:cubicBezTo>
                        <a:cubicBezTo>
                          <a:pt x="5453" y="7581"/>
                          <a:pt x="1773" y="10152"/>
                          <a:pt x="0" y="11571"/>
                        </a:cubicBezTo>
                        <a:cubicBezTo>
                          <a:pt x="1153" y="10994"/>
                          <a:pt x="3059" y="9975"/>
                          <a:pt x="4211" y="9576"/>
                        </a:cubicBezTo>
                        <a:cubicBezTo>
                          <a:pt x="10994" y="7625"/>
                          <a:pt x="19239" y="5320"/>
                          <a:pt x="22653" y="984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28" name="Forme libre : forme 23727">
                    <a:extLst>
                      <a:ext uri="{FF2B5EF4-FFF2-40B4-BE49-F238E27FC236}">
                        <a16:creationId xmlns:a16="http://schemas.microsoft.com/office/drawing/2014/main" id="{25F4C82F-1183-4B83-8B0A-649E023D18DC}"/>
                      </a:ext>
                    </a:extLst>
                  </p:cNvPr>
                  <p:cNvSpPr/>
                  <p:nvPr/>
                </p:nvSpPr>
                <p:spPr>
                  <a:xfrm>
                    <a:off x="6308888" y="1170300"/>
                    <a:ext cx="36842" cy="23396"/>
                  </a:xfrm>
                  <a:custGeom>
                    <a:avLst/>
                    <a:gdLst>
                      <a:gd name="connsiteX0" fmla="*/ 33 w 36842"/>
                      <a:gd name="connsiteY0" fmla="*/ 21759 h 23396"/>
                      <a:gd name="connsiteX1" fmla="*/ 16347 w 36842"/>
                      <a:gd name="connsiteY1" fmla="*/ 6332 h 23396"/>
                      <a:gd name="connsiteX2" fmla="*/ 36296 w 36842"/>
                      <a:gd name="connsiteY2" fmla="*/ 1323 h 23396"/>
                      <a:gd name="connsiteX3" fmla="*/ 22199 w 36842"/>
                      <a:gd name="connsiteY3" fmla="*/ 16351 h 23396"/>
                      <a:gd name="connsiteX4" fmla="*/ 9919 w 36842"/>
                      <a:gd name="connsiteY4" fmla="*/ 21937 h 23396"/>
                      <a:gd name="connsiteX5" fmla="*/ 33 w 36842"/>
                      <a:gd name="connsiteY5" fmla="*/ 21759 h 23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842" h="23396">
                        <a:moveTo>
                          <a:pt x="33" y="21759"/>
                        </a:moveTo>
                        <a:cubicBezTo>
                          <a:pt x="-720" y="17016"/>
                          <a:pt x="11515" y="9524"/>
                          <a:pt x="16347" y="6332"/>
                        </a:cubicBezTo>
                        <a:cubicBezTo>
                          <a:pt x="21268" y="3362"/>
                          <a:pt x="32927" y="-2667"/>
                          <a:pt x="36296" y="1323"/>
                        </a:cubicBezTo>
                        <a:cubicBezTo>
                          <a:pt x="39665" y="5401"/>
                          <a:pt x="26543" y="14090"/>
                          <a:pt x="22199" y="16351"/>
                        </a:cubicBezTo>
                        <a:cubicBezTo>
                          <a:pt x="20071" y="17548"/>
                          <a:pt x="14840" y="20341"/>
                          <a:pt x="9919" y="21937"/>
                        </a:cubicBezTo>
                        <a:cubicBezTo>
                          <a:pt x="4998" y="23665"/>
                          <a:pt x="432" y="24153"/>
                          <a:pt x="33" y="2175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29" name="Forme libre : forme 23728">
                    <a:extLst>
                      <a:ext uri="{FF2B5EF4-FFF2-40B4-BE49-F238E27FC236}">
                        <a16:creationId xmlns:a16="http://schemas.microsoft.com/office/drawing/2014/main" id="{3A8E51A2-9C45-4076-848A-763E41459440}"/>
                      </a:ext>
                    </a:extLst>
                  </p:cNvPr>
                  <p:cNvSpPr/>
                  <p:nvPr/>
                </p:nvSpPr>
                <p:spPr>
                  <a:xfrm>
                    <a:off x="6316406" y="1158514"/>
                    <a:ext cx="49277" cy="24642"/>
                  </a:xfrm>
                  <a:custGeom>
                    <a:avLst/>
                    <a:gdLst>
                      <a:gd name="connsiteX0" fmla="*/ 47219 w 49277"/>
                      <a:gd name="connsiteY0" fmla="*/ 1849 h 24642"/>
                      <a:gd name="connsiteX1" fmla="*/ 39639 w 49277"/>
                      <a:gd name="connsiteY1" fmla="*/ 75 h 24642"/>
                      <a:gd name="connsiteX2" fmla="*/ 19734 w 49277"/>
                      <a:gd name="connsiteY2" fmla="*/ 4198 h 24642"/>
                      <a:gd name="connsiteX3" fmla="*/ 3819 w 49277"/>
                      <a:gd name="connsiteY3" fmla="*/ 15192 h 24642"/>
                      <a:gd name="connsiteX4" fmla="*/ 893 w 49277"/>
                      <a:gd name="connsiteY4" fmla="*/ 24147 h 24642"/>
                      <a:gd name="connsiteX5" fmla="*/ 7721 w 49277"/>
                      <a:gd name="connsiteY5" fmla="*/ 23438 h 24642"/>
                      <a:gd name="connsiteX6" fmla="*/ 26251 w 49277"/>
                      <a:gd name="connsiteY6" fmla="*/ 19936 h 24642"/>
                      <a:gd name="connsiteX7" fmla="*/ 44560 w 49277"/>
                      <a:gd name="connsiteY7" fmla="*/ 15059 h 24642"/>
                      <a:gd name="connsiteX8" fmla="*/ 47219 w 49277"/>
                      <a:gd name="connsiteY8" fmla="*/ 1849 h 24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277" h="24642">
                        <a:moveTo>
                          <a:pt x="47219" y="1849"/>
                        </a:moveTo>
                        <a:cubicBezTo>
                          <a:pt x="44693" y="31"/>
                          <a:pt x="43274" y="-146"/>
                          <a:pt x="39639" y="75"/>
                        </a:cubicBezTo>
                        <a:cubicBezTo>
                          <a:pt x="32679" y="519"/>
                          <a:pt x="27004" y="962"/>
                          <a:pt x="19734" y="4198"/>
                        </a:cubicBezTo>
                        <a:cubicBezTo>
                          <a:pt x="13661" y="6902"/>
                          <a:pt x="7721" y="11069"/>
                          <a:pt x="3819" y="15192"/>
                        </a:cubicBezTo>
                        <a:cubicBezTo>
                          <a:pt x="938" y="18251"/>
                          <a:pt x="-1323" y="22108"/>
                          <a:pt x="893" y="24147"/>
                        </a:cubicBezTo>
                        <a:cubicBezTo>
                          <a:pt x="2268" y="25388"/>
                          <a:pt x="5149" y="23970"/>
                          <a:pt x="7721" y="23438"/>
                        </a:cubicBezTo>
                        <a:cubicBezTo>
                          <a:pt x="13838" y="22108"/>
                          <a:pt x="19557" y="20423"/>
                          <a:pt x="26251" y="19936"/>
                        </a:cubicBezTo>
                        <a:cubicBezTo>
                          <a:pt x="31881" y="19537"/>
                          <a:pt x="38796" y="19936"/>
                          <a:pt x="44560" y="15059"/>
                        </a:cubicBezTo>
                        <a:cubicBezTo>
                          <a:pt x="49702" y="10670"/>
                          <a:pt x="50721" y="4420"/>
                          <a:pt x="47219" y="184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30" name="Forme libre : forme 23729">
                    <a:extLst>
                      <a:ext uri="{FF2B5EF4-FFF2-40B4-BE49-F238E27FC236}">
                        <a16:creationId xmlns:a16="http://schemas.microsoft.com/office/drawing/2014/main" id="{FFDD912A-8A1E-48FA-A264-AFDA1CECBA66}"/>
                      </a:ext>
                    </a:extLst>
                  </p:cNvPr>
                  <p:cNvSpPr/>
                  <p:nvPr/>
                </p:nvSpPr>
                <p:spPr>
                  <a:xfrm>
                    <a:off x="6345205" y="1169831"/>
                    <a:ext cx="12893" cy="12899"/>
                  </a:xfrm>
                  <a:custGeom>
                    <a:avLst/>
                    <a:gdLst>
                      <a:gd name="connsiteX0" fmla="*/ 12214 w 12893"/>
                      <a:gd name="connsiteY0" fmla="*/ 2368 h 12899"/>
                      <a:gd name="connsiteX1" fmla="*/ 12879 w 12893"/>
                      <a:gd name="connsiteY1" fmla="*/ 462 h 12899"/>
                      <a:gd name="connsiteX2" fmla="*/ 11194 w 12893"/>
                      <a:gd name="connsiteY2" fmla="*/ 240 h 12899"/>
                      <a:gd name="connsiteX3" fmla="*/ 8579 w 12893"/>
                      <a:gd name="connsiteY3" fmla="*/ 1925 h 12899"/>
                      <a:gd name="connsiteX4" fmla="*/ 2771 w 12893"/>
                      <a:gd name="connsiteY4" fmla="*/ 7023 h 12899"/>
                      <a:gd name="connsiteX5" fmla="*/ 865 w 12893"/>
                      <a:gd name="connsiteY5" fmla="*/ 9106 h 12899"/>
                      <a:gd name="connsiteX6" fmla="*/ 4412 w 12893"/>
                      <a:gd name="connsiteY6" fmla="*/ 11500 h 12899"/>
                      <a:gd name="connsiteX7" fmla="*/ 12214 w 12893"/>
                      <a:gd name="connsiteY7" fmla="*/ 2368 h 12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3" h="12899">
                        <a:moveTo>
                          <a:pt x="12214" y="2368"/>
                        </a:moveTo>
                        <a:cubicBezTo>
                          <a:pt x="12657" y="1614"/>
                          <a:pt x="12968" y="1082"/>
                          <a:pt x="12879" y="462"/>
                        </a:cubicBezTo>
                        <a:cubicBezTo>
                          <a:pt x="12790" y="-159"/>
                          <a:pt x="11992" y="-70"/>
                          <a:pt x="11194" y="240"/>
                        </a:cubicBezTo>
                        <a:cubicBezTo>
                          <a:pt x="10396" y="595"/>
                          <a:pt x="9332" y="1304"/>
                          <a:pt x="8579" y="1925"/>
                        </a:cubicBezTo>
                        <a:cubicBezTo>
                          <a:pt x="6584" y="3521"/>
                          <a:pt x="4500" y="5250"/>
                          <a:pt x="2771" y="7023"/>
                        </a:cubicBezTo>
                        <a:cubicBezTo>
                          <a:pt x="2062" y="7732"/>
                          <a:pt x="1308" y="8353"/>
                          <a:pt x="865" y="9106"/>
                        </a:cubicBezTo>
                        <a:cubicBezTo>
                          <a:pt x="-1086" y="12254"/>
                          <a:pt x="333" y="14470"/>
                          <a:pt x="4412" y="11500"/>
                        </a:cubicBezTo>
                        <a:cubicBezTo>
                          <a:pt x="7515" y="9239"/>
                          <a:pt x="10396" y="5383"/>
                          <a:pt x="12214" y="236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31" name="Forme libre : forme 23730">
                    <a:extLst>
                      <a:ext uri="{FF2B5EF4-FFF2-40B4-BE49-F238E27FC236}">
                        <a16:creationId xmlns:a16="http://schemas.microsoft.com/office/drawing/2014/main" id="{B5E8A4F2-209A-4234-AB0F-E92D9B2479A9}"/>
                      </a:ext>
                    </a:extLst>
                  </p:cNvPr>
                  <p:cNvSpPr/>
                  <p:nvPr/>
                </p:nvSpPr>
                <p:spPr>
                  <a:xfrm>
                    <a:off x="6297173" y="1173085"/>
                    <a:ext cx="16712" cy="22431"/>
                  </a:xfrm>
                  <a:custGeom>
                    <a:avLst/>
                    <a:gdLst>
                      <a:gd name="connsiteX0" fmla="*/ 0 w 16712"/>
                      <a:gd name="connsiteY0" fmla="*/ 22431 h 22431"/>
                      <a:gd name="connsiteX1" fmla="*/ 2039 w 16712"/>
                      <a:gd name="connsiteY1" fmla="*/ 16846 h 22431"/>
                      <a:gd name="connsiteX2" fmla="*/ 6472 w 16712"/>
                      <a:gd name="connsiteY2" fmla="*/ 10861 h 22431"/>
                      <a:gd name="connsiteX3" fmla="*/ 16713 w 16712"/>
                      <a:gd name="connsiteY3" fmla="*/ 0 h 22431"/>
                      <a:gd name="connsiteX4" fmla="*/ 7492 w 16712"/>
                      <a:gd name="connsiteY4" fmla="*/ 11127 h 22431"/>
                      <a:gd name="connsiteX5" fmla="*/ 0 w 16712"/>
                      <a:gd name="connsiteY5" fmla="*/ 22431 h 22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712" h="22431">
                        <a:moveTo>
                          <a:pt x="0" y="22431"/>
                        </a:moveTo>
                        <a:cubicBezTo>
                          <a:pt x="443" y="20614"/>
                          <a:pt x="842" y="18841"/>
                          <a:pt x="2039" y="16846"/>
                        </a:cubicBezTo>
                        <a:cubicBezTo>
                          <a:pt x="3236" y="14807"/>
                          <a:pt x="4788" y="12812"/>
                          <a:pt x="6472" y="10861"/>
                        </a:cubicBezTo>
                        <a:cubicBezTo>
                          <a:pt x="9841" y="6871"/>
                          <a:pt x="13742" y="3014"/>
                          <a:pt x="16713" y="0"/>
                        </a:cubicBezTo>
                        <a:cubicBezTo>
                          <a:pt x="13477" y="3280"/>
                          <a:pt x="10373" y="7182"/>
                          <a:pt x="7492" y="11127"/>
                        </a:cubicBezTo>
                        <a:cubicBezTo>
                          <a:pt x="4566" y="14984"/>
                          <a:pt x="1906" y="19240"/>
                          <a:pt x="0" y="2243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32" name="Forme libre : forme 23731">
                    <a:extLst>
                      <a:ext uri="{FF2B5EF4-FFF2-40B4-BE49-F238E27FC236}">
                        <a16:creationId xmlns:a16="http://schemas.microsoft.com/office/drawing/2014/main" id="{A014DF17-D4A8-46FA-9033-F81C10665458}"/>
                      </a:ext>
                    </a:extLst>
                  </p:cNvPr>
                  <p:cNvSpPr/>
                  <p:nvPr/>
                </p:nvSpPr>
                <p:spPr>
                  <a:xfrm>
                    <a:off x="6356267" y="1160362"/>
                    <a:ext cx="18042" cy="25711"/>
                  </a:xfrm>
                  <a:custGeom>
                    <a:avLst/>
                    <a:gdLst>
                      <a:gd name="connsiteX0" fmla="*/ 0 w 18042"/>
                      <a:gd name="connsiteY0" fmla="*/ 25712 h 25711"/>
                      <a:gd name="connsiteX1" fmla="*/ 18043 w 18042"/>
                      <a:gd name="connsiteY1" fmla="*/ 0 h 25711"/>
                      <a:gd name="connsiteX2" fmla="*/ 0 w 18042"/>
                      <a:gd name="connsiteY2" fmla="*/ 25712 h 25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042" h="25711">
                        <a:moveTo>
                          <a:pt x="0" y="25712"/>
                        </a:moveTo>
                        <a:cubicBezTo>
                          <a:pt x="9708" y="18353"/>
                          <a:pt x="14629" y="8379"/>
                          <a:pt x="18043" y="0"/>
                        </a:cubicBezTo>
                        <a:cubicBezTo>
                          <a:pt x="15250" y="7935"/>
                          <a:pt x="7403" y="18220"/>
                          <a:pt x="0" y="257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33" name="Forme libre : forme 23732">
                    <a:extLst>
                      <a:ext uri="{FF2B5EF4-FFF2-40B4-BE49-F238E27FC236}">
                        <a16:creationId xmlns:a16="http://schemas.microsoft.com/office/drawing/2014/main" id="{262357CF-7F57-4EDA-B951-6FA21C4311FA}"/>
                      </a:ext>
                    </a:extLst>
                  </p:cNvPr>
                  <p:cNvSpPr/>
                  <p:nvPr/>
                </p:nvSpPr>
                <p:spPr>
                  <a:xfrm>
                    <a:off x="6320666" y="1182454"/>
                    <a:ext cx="14322" cy="7473"/>
                  </a:xfrm>
                  <a:custGeom>
                    <a:avLst/>
                    <a:gdLst>
                      <a:gd name="connsiteX0" fmla="*/ 2 w 14322"/>
                      <a:gd name="connsiteY0" fmla="*/ 6679 h 7473"/>
                      <a:gd name="connsiteX1" fmla="*/ 7627 w 14322"/>
                      <a:gd name="connsiteY1" fmla="*/ 1625 h 7473"/>
                      <a:gd name="connsiteX2" fmla="*/ 14321 w 14322"/>
                      <a:gd name="connsiteY2" fmla="*/ 872 h 7473"/>
                      <a:gd name="connsiteX3" fmla="*/ 7140 w 14322"/>
                      <a:gd name="connsiteY3" fmla="*/ 5792 h 7473"/>
                      <a:gd name="connsiteX4" fmla="*/ 2 w 14322"/>
                      <a:gd name="connsiteY4" fmla="*/ 6679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22" h="7473">
                        <a:moveTo>
                          <a:pt x="2" y="6679"/>
                        </a:moveTo>
                        <a:cubicBezTo>
                          <a:pt x="135" y="4728"/>
                          <a:pt x="5898" y="2423"/>
                          <a:pt x="7627" y="1625"/>
                        </a:cubicBezTo>
                        <a:cubicBezTo>
                          <a:pt x="9400" y="916"/>
                          <a:pt x="14410" y="-1168"/>
                          <a:pt x="14321" y="872"/>
                        </a:cubicBezTo>
                        <a:cubicBezTo>
                          <a:pt x="14233" y="2955"/>
                          <a:pt x="8824" y="5128"/>
                          <a:pt x="7140" y="5792"/>
                        </a:cubicBezTo>
                        <a:cubicBezTo>
                          <a:pt x="5499" y="6457"/>
                          <a:pt x="-131" y="8630"/>
                          <a:pt x="2" y="667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34" name="Forme libre : forme 23733">
                    <a:extLst>
                      <a:ext uri="{FF2B5EF4-FFF2-40B4-BE49-F238E27FC236}">
                        <a16:creationId xmlns:a16="http://schemas.microsoft.com/office/drawing/2014/main" id="{664684B4-7FA3-42F6-83A5-2C5B79E285B0}"/>
                      </a:ext>
                    </a:extLst>
                  </p:cNvPr>
                  <p:cNvSpPr/>
                  <p:nvPr/>
                </p:nvSpPr>
                <p:spPr>
                  <a:xfrm>
                    <a:off x="6318625" y="1188394"/>
                    <a:ext cx="4093" cy="2434"/>
                  </a:xfrm>
                  <a:custGeom>
                    <a:avLst/>
                    <a:gdLst>
                      <a:gd name="connsiteX0" fmla="*/ 93 w 4093"/>
                      <a:gd name="connsiteY0" fmla="*/ 2246 h 2434"/>
                      <a:gd name="connsiteX1" fmla="*/ 1556 w 4093"/>
                      <a:gd name="connsiteY1" fmla="*/ 650 h 2434"/>
                      <a:gd name="connsiteX2" fmla="*/ 3995 w 4093"/>
                      <a:gd name="connsiteY2" fmla="*/ 207 h 2434"/>
                      <a:gd name="connsiteX3" fmla="*/ 2620 w 4093"/>
                      <a:gd name="connsiteY3" fmla="*/ 1847 h 2434"/>
                      <a:gd name="connsiteX4" fmla="*/ 93 w 4093"/>
                      <a:gd name="connsiteY4" fmla="*/ 2246 h 2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93" h="2434">
                        <a:moveTo>
                          <a:pt x="93" y="2246"/>
                        </a:moveTo>
                        <a:cubicBezTo>
                          <a:pt x="-350" y="1758"/>
                          <a:pt x="891" y="961"/>
                          <a:pt x="1556" y="650"/>
                        </a:cubicBezTo>
                        <a:cubicBezTo>
                          <a:pt x="2221" y="296"/>
                          <a:pt x="3596" y="-325"/>
                          <a:pt x="3995" y="207"/>
                        </a:cubicBezTo>
                        <a:cubicBezTo>
                          <a:pt x="4438" y="695"/>
                          <a:pt x="3285" y="1493"/>
                          <a:pt x="2620" y="1847"/>
                        </a:cubicBezTo>
                        <a:cubicBezTo>
                          <a:pt x="2000" y="2157"/>
                          <a:pt x="537" y="2734"/>
                          <a:pt x="93" y="22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35" name="Forme libre : forme 23734">
                    <a:extLst>
                      <a:ext uri="{FF2B5EF4-FFF2-40B4-BE49-F238E27FC236}">
                        <a16:creationId xmlns:a16="http://schemas.microsoft.com/office/drawing/2014/main" id="{CDDCB244-D9F0-4418-A6BD-A0A9364BF5E3}"/>
                      </a:ext>
                    </a:extLst>
                  </p:cNvPr>
                  <p:cNvSpPr/>
                  <p:nvPr/>
                </p:nvSpPr>
                <p:spPr>
                  <a:xfrm>
                    <a:off x="6299783" y="1190414"/>
                    <a:ext cx="40376" cy="11837"/>
                  </a:xfrm>
                  <a:custGeom>
                    <a:avLst/>
                    <a:gdLst>
                      <a:gd name="connsiteX0" fmla="*/ 12064 w 40376"/>
                      <a:gd name="connsiteY0" fmla="*/ 10955 h 11837"/>
                      <a:gd name="connsiteX1" fmla="*/ 538 w 40376"/>
                      <a:gd name="connsiteY1" fmla="*/ 8428 h 11837"/>
                      <a:gd name="connsiteX2" fmla="*/ 2045 w 40376"/>
                      <a:gd name="connsiteY2" fmla="*/ 4926 h 11837"/>
                      <a:gd name="connsiteX3" fmla="*/ 6877 w 40376"/>
                      <a:gd name="connsiteY3" fmla="*/ 4571 h 11837"/>
                      <a:gd name="connsiteX4" fmla="*/ 21905 w 40376"/>
                      <a:gd name="connsiteY4" fmla="*/ 4083 h 11837"/>
                      <a:gd name="connsiteX5" fmla="*/ 40347 w 40376"/>
                      <a:gd name="connsiteY5" fmla="*/ 1556 h 11837"/>
                      <a:gd name="connsiteX6" fmla="*/ 22570 w 40376"/>
                      <a:gd name="connsiteY6" fmla="*/ 11620 h 11837"/>
                      <a:gd name="connsiteX7" fmla="*/ 12064 w 40376"/>
                      <a:gd name="connsiteY7" fmla="*/ 10955 h 11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376" h="11837">
                        <a:moveTo>
                          <a:pt x="12064" y="10955"/>
                        </a:moveTo>
                        <a:cubicBezTo>
                          <a:pt x="7321" y="10644"/>
                          <a:pt x="4040" y="10467"/>
                          <a:pt x="538" y="8428"/>
                        </a:cubicBezTo>
                        <a:cubicBezTo>
                          <a:pt x="-659" y="7585"/>
                          <a:pt x="272" y="5812"/>
                          <a:pt x="2045" y="4926"/>
                        </a:cubicBezTo>
                        <a:cubicBezTo>
                          <a:pt x="3863" y="4083"/>
                          <a:pt x="5326" y="4349"/>
                          <a:pt x="6877" y="4571"/>
                        </a:cubicBezTo>
                        <a:cubicBezTo>
                          <a:pt x="11665" y="5192"/>
                          <a:pt x="16541" y="4837"/>
                          <a:pt x="21905" y="4083"/>
                        </a:cubicBezTo>
                        <a:cubicBezTo>
                          <a:pt x="25275" y="3773"/>
                          <a:pt x="41145" y="-2965"/>
                          <a:pt x="40347" y="1556"/>
                        </a:cubicBezTo>
                        <a:cubicBezTo>
                          <a:pt x="39594" y="6300"/>
                          <a:pt x="27181" y="11088"/>
                          <a:pt x="22570" y="11620"/>
                        </a:cubicBezTo>
                        <a:cubicBezTo>
                          <a:pt x="18004" y="12329"/>
                          <a:pt x="15566" y="11088"/>
                          <a:pt x="12064" y="1095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672" name="Graphique 2">
                  <a:extLst>
                    <a:ext uri="{FF2B5EF4-FFF2-40B4-BE49-F238E27FC236}">
                      <a16:creationId xmlns:a16="http://schemas.microsoft.com/office/drawing/2014/main" id="{DB62E513-E6A5-4BE4-AB04-7D118A11506D}"/>
                    </a:ext>
                  </a:extLst>
                </p:cNvPr>
                <p:cNvGrpSpPr/>
                <p:nvPr/>
              </p:nvGrpSpPr>
              <p:grpSpPr>
                <a:xfrm>
                  <a:off x="6215679" y="1181892"/>
                  <a:ext cx="80034" cy="56688"/>
                  <a:chOff x="6215679" y="1181892"/>
                  <a:chExt cx="80034" cy="56688"/>
                </a:xfrm>
                <a:solidFill>
                  <a:schemeClr val="accent1"/>
                </a:solidFill>
              </p:grpSpPr>
              <p:sp>
                <p:nvSpPr>
                  <p:cNvPr id="23712" name="Forme libre : forme 23711">
                    <a:extLst>
                      <a:ext uri="{FF2B5EF4-FFF2-40B4-BE49-F238E27FC236}">
                        <a16:creationId xmlns:a16="http://schemas.microsoft.com/office/drawing/2014/main" id="{4E070717-32C0-4CEC-B9BF-25CFD82FC4CC}"/>
                      </a:ext>
                    </a:extLst>
                  </p:cNvPr>
                  <p:cNvSpPr/>
                  <p:nvPr/>
                </p:nvSpPr>
                <p:spPr>
                  <a:xfrm>
                    <a:off x="6215679" y="1181892"/>
                    <a:ext cx="80034" cy="56688"/>
                  </a:xfrm>
                  <a:custGeom>
                    <a:avLst/>
                    <a:gdLst>
                      <a:gd name="connsiteX0" fmla="*/ 12472 w 80034"/>
                      <a:gd name="connsiteY0" fmla="*/ 21206 h 56688"/>
                      <a:gd name="connsiteX1" fmla="*/ 25948 w 80034"/>
                      <a:gd name="connsiteY1" fmla="*/ 10167 h 56688"/>
                      <a:gd name="connsiteX2" fmla="*/ 44301 w 80034"/>
                      <a:gd name="connsiteY2" fmla="*/ 1301 h 56688"/>
                      <a:gd name="connsiteX3" fmla="*/ 58044 w 80034"/>
                      <a:gd name="connsiteY3" fmla="*/ 237 h 56688"/>
                      <a:gd name="connsiteX4" fmla="*/ 67531 w 80034"/>
                      <a:gd name="connsiteY4" fmla="*/ 3296 h 56688"/>
                      <a:gd name="connsiteX5" fmla="*/ 77638 w 80034"/>
                      <a:gd name="connsiteY5" fmla="*/ 12827 h 56688"/>
                      <a:gd name="connsiteX6" fmla="*/ 78259 w 80034"/>
                      <a:gd name="connsiteY6" fmla="*/ 22846 h 56688"/>
                      <a:gd name="connsiteX7" fmla="*/ 64161 w 80034"/>
                      <a:gd name="connsiteY7" fmla="*/ 30471 h 56688"/>
                      <a:gd name="connsiteX8" fmla="*/ 54364 w 80034"/>
                      <a:gd name="connsiteY8" fmla="*/ 34993 h 56688"/>
                      <a:gd name="connsiteX9" fmla="*/ 46074 w 80034"/>
                      <a:gd name="connsiteY9" fmla="*/ 39692 h 56688"/>
                      <a:gd name="connsiteX10" fmla="*/ 36499 w 80034"/>
                      <a:gd name="connsiteY10" fmla="*/ 46785 h 56688"/>
                      <a:gd name="connsiteX11" fmla="*/ 29672 w 80034"/>
                      <a:gd name="connsiteY11" fmla="*/ 51395 h 56688"/>
                      <a:gd name="connsiteX12" fmla="*/ 22402 w 80034"/>
                      <a:gd name="connsiteY12" fmla="*/ 54764 h 56688"/>
                      <a:gd name="connsiteX13" fmla="*/ 6354 w 80034"/>
                      <a:gd name="connsiteY13" fmla="*/ 56227 h 56688"/>
                      <a:gd name="connsiteX14" fmla="*/ 59 w 80034"/>
                      <a:gd name="connsiteY14" fmla="*/ 48691 h 56688"/>
                      <a:gd name="connsiteX15" fmla="*/ 3073 w 80034"/>
                      <a:gd name="connsiteY15" fmla="*/ 35702 h 56688"/>
                      <a:gd name="connsiteX16" fmla="*/ 4049 w 80034"/>
                      <a:gd name="connsiteY16" fmla="*/ 32732 h 56688"/>
                      <a:gd name="connsiteX17" fmla="*/ 6044 w 80034"/>
                      <a:gd name="connsiteY17" fmla="*/ 29097 h 56688"/>
                      <a:gd name="connsiteX18" fmla="*/ 12472 w 80034"/>
                      <a:gd name="connsiteY18" fmla="*/ 21206 h 56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0034" h="56688">
                        <a:moveTo>
                          <a:pt x="12472" y="21206"/>
                        </a:moveTo>
                        <a:cubicBezTo>
                          <a:pt x="15309" y="18369"/>
                          <a:pt x="20141" y="14068"/>
                          <a:pt x="25948" y="10167"/>
                        </a:cubicBezTo>
                        <a:cubicBezTo>
                          <a:pt x="31667" y="6222"/>
                          <a:pt x="38671" y="2764"/>
                          <a:pt x="44301" y="1301"/>
                        </a:cubicBezTo>
                        <a:cubicBezTo>
                          <a:pt x="49311" y="-29"/>
                          <a:pt x="54010" y="-250"/>
                          <a:pt x="58044" y="237"/>
                        </a:cubicBezTo>
                        <a:cubicBezTo>
                          <a:pt x="62034" y="769"/>
                          <a:pt x="65181" y="1922"/>
                          <a:pt x="67531" y="3296"/>
                        </a:cubicBezTo>
                        <a:cubicBezTo>
                          <a:pt x="72185" y="6045"/>
                          <a:pt x="74092" y="9414"/>
                          <a:pt x="77638" y="12827"/>
                        </a:cubicBezTo>
                        <a:cubicBezTo>
                          <a:pt x="80032" y="15088"/>
                          <a:pt x="81273" y="20098"/>
                          <a:pt x="78259" y="22846"/>
                        </a:cubicBezTo>
                        <a:cubicBezTo>
                          <a:pt x="74003" y="26747"/>
                          <a:pt x="68196" y="28786"/>
                          <a:pt x="64161" y="30471"/>
                        </a:cubicBezTo>
                        <a:cubicBezTo>
                          <a:pt x="59950" y="32155"/>
                          <a:pt x="57689" y="33485"/>
                          <a:pt x="54364" y="34993"/>
                        </a:cubicBezTo>
                        <a:cubicBezTo>
                          <a:pt x="52769" y="35746"/>
                          <a:pt x="49577" y="37298"/>
                          <a:pt x="46074" y="39692"/>
                        </a:cubicBezTo>
                        <a:cubicBezTo>
                          <a:pt x="42617" y="41997"/>
                          <a:pt x="38981" y="44834"/>
                          <a:pt x="36499" y="46785"/>
                        </a:cubicBezTo>
                        <a:cubicBezTo>
                          <a:pt x="34149" y="48602"/>
                          <a:pt x="31933" y="50154"/>
                          <a:pt x="29672" y="51395"/>
                        </a:cubicBezTo>
                        <a:cubicBezTo>
                          <a:pt x="27367" y="52681"/>
                          <a:pt x="25460" y="53434"/>
                          <a:pt x="22402" y="54764"/>
                        </a:cubicBezTo>
                        <a:cubicBezTo>
                          <a:pt x="16860" y="56937"/>
                          <a:pt x="11585" y="57025"/>
                          <a:pt x="6354" y="56227"/>
                        </a:cubicBezTo>
                        <a:cubicBezTo>
                          <a:pt x="2674" y="55695"/>
                          <a:pt x="-473" y="51971"/>
                          <a:pt x="59" y="48691"/>
                        </a:cubicBezTo>
                        <a:cubicBezTo>
                          <a:pt x="857" y="43992"/>
                          <a:pt x="1744" y="39647"/>
                          <a:pt x="3073" y="35702"/>
                        </a:cubicBezTo>
                        <a:cubicBezTo>
                          <a:pt x="3339" y="34682"/>
                          <a:pt x="3650" y="33707"/>
                          <a:pt x="4049" y="32732"/>
                        </a:cubicBezTo>
                        <a:cubicBezTo>
                          <a:pt x="4403" y="31801"/>
                          <a:pt x="5290" y="30294"/>
                          <a:pt x="6044" y="29097"/>
                        </a:cubicBezTo>
                        <a:cubicBezTo>
                          <a:pt x="7684" y="26481"/>
                          <a:pt x="9812" y="23866"/>
                          <a:pt x="12472" y="2120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13" name="Forme libre : forme 23712">
                    <a:extLst>
                      <a:ext uri="{FF2B5EF4-FFF2-40B4-BE49-F238E27FC236}">
                        <a16:creationId xmlns:a16="http://schemas.microsoft.com/office/drawing/2014/main" id="{512EE0C9-0681-4E30-A645-384A41C2731B}"/>
                      </a:ext>
                    </a:extLst>
                  </p:cNvPr>
                  <p:cNvSpPr/>
                  <p:nvPr/>
                </p:nvSpPr>
                <p:spPr>
                  <a:xfrm>
                    <a:off x="6215870" y="1181940"/>
                    <a:ext cx="79618" cy="48820"/>
                  </a:xfrm>
                  <a:custGeom>
                    <a:avLst/>
                    <a:gdLst>
                      <a:gd name="connsiteX0" fmla="*/ 42957 w 79618"/>
                      <a:gd name="connsiteY0" fmla="*/ 15085 h 48820"/>
                      <a:gd name="connsiteX1" fmla="*/ 63393 w 79618"/>
                      <a:gd name="connsiteY1" fmla="*/ 11583 h 48820"/>
                      <a:gd name="connsiteX2" fmla="*/ 79619 w 79618"/>
                      <a:gd name="connsiteY2" fmla="*/ 16592 h 48820"/>
                      <a:gd name="connsiteX3" fmla="*/ 77491 w 79618"/>
                      <a:gd name="connsiteY3" fmla="*/ 12779 h 48820"/>
                      <a:gd name="connsiteX4" fmla="*/ 74210 w 79618"/>
                      <a:gd name="connsiteY4" fmla="*/ 9322 h 48820"/>
                      <a:gd name="connsiteX5" fmla="*/ 61310 w 79618"/>
                      <a:gd name="connsiteY5" fmla="*/ 899 h 48820"/>
                      <a:gd name="connsiteX6" fmla="*/ 44198 w 79618"/>
                      <a:gd name="connsiteY6" fmla="*/ 1298 h 48820"/>
                      <a:gd name="connsiteX7" fmla="*/ 37504 w 79618"/>
                      <a:gd name="connsiteY7" fmla="*/ 3647 h 48820"/>
                      <a:gd name="connsiteX8" fmla="*/ 14186 w 79618"/>
                      <a:gd name="connsiteY8" fmla="*/ 19473 h 48820"/>
                      <a:gd name="connsiteX9" fmla="*/ 12369 w 79618"/>
                      <a:gd name="connsiteY9" fmla="*/ 21202 h 48820"/>
                      <a:gd name="connsiteX10" fmla="*/ 4167 w 79618"/>
                      <a:gd name="connsiteY10" fmla="*/ 32241 h 48820"/>
                      <a:gd name="connsiteX11" fmla="*/ 798 w 79618"/>
                      <a:gd name="connsiteY11" fmla="*/ 44299 h 48820"/>
                      <a:gd name="connsiteX12" fmla="*/ 0 w 79618"/>
                      <a:gd name="connsiteY12" fmla="*/ 48643 h 48820"/>
                      <a:gd name="connsiteX13" fmla="*/ 0 w 79618"/>
                      <a:gd name="connsiteY13" fmla="*/ 48820 h 48820"/>
                      <a:gd name="connsiteX14" fmla="*/ 10240 w 79618"/>
                      <a:gd name="connsiteY14" fmla="*/ 41240 h 48820"/>
                      <a:gd name="connsiteX15" fmla="*/ 20215 w 79618"/>
                      <a:gd name="connsiteY15" fmla="*/ 31797 h 48820"/>
                      <a:gd name="connsiteX16" fmla="*/ 42957 w 79618"/>
                      <a:gd name="connsiteY16" fmla="*/ 15085 h 48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9618" h="48820">
                        <a:moveTo>
                          <a:pt x="42957" y="15085"/>
                        </a:moveTo>
                        <a:cubicBezTo>
                          <a:pt x="49030" y="11848"/>
                          <a:pt x="56832" y="10430"/>
                          <a:pt x="63393" y="11583"/>
                        </a:cubicBezTo>
                        <a:cubicBezTo>
                          <a:pt x="69999" y="12691"/>
                          <a:pt x="74476" y="14952"/>
                          <a:pt x="79619" y="16592"/>
                        </a:cubicBezTo>
                        <a:cubicBezTo>
                          <a:pt x="79219" y="15085"/>
                          <a:pt x="78466" y="13755"/>
                          <a:pt x="77491" y="12779"/>
                        </a:cubicBezTo>
                        <a:cubicBezTo>
                          <a:pt x="76294" y="11627"/>
                          <a:pt x="75230" y="10430"/>
                          <a:pt x="74210" y="9322"/>
                        </a:cubicBezTo>
                        <a:cubicBezTo>
                          <a:pt x="71284" y="6085"/>
                          <a:pt x="68403" y="2805"/>
                          <a:pt x="61310" y="899"/>
                        </a:cubicBezTo>
                        <a:cubicBezTo>
                          <a:pt x="56788" y="-254"/>
                          <a:pt x="50670" y="-476"/>
                          <a:pt x="44198" y="1298"/>
                        </a:cubicBezTo>
                        <a:cubicBezTo>
                          <a:pt x="42114" y="1830"/>
                          <a:pt x="39854" y="2672"/>
                          <a:pt x="37504" y="3647"/>
                        </a:cubicBezTo>
                        <a:cubicBezTo>
                          <a:pt x="28328" y="7593"/>
                          <a:pt x="19329" y="14686"/>
                          <a:pt x="14186" y="19473"/>
                        </a:cubicBezTo>
                        <a:cubicBezTo>
                          <a:pt x="13521" y="20094"/>
                          <a:pt x="12900" y="20715"/>
                          <a:pt x="12369" y="21202"/>
                        </a:cubicBezTo>
                        <a:cubicBezTo>
                          <a:pt x="8600" y="24970"/>
                          <a:pt x="5985" y="28694"/>
                          <a:pt x="4167" y="32241"/>
                        </a:cubicBezTo>
                        <a:cubicBezTo>
                          <a:pt x="2837" y="36009"/>
                          <a:pt x="1773" y="39954"/>
                          <a:pt x="798" y="44299"/>
                        </a:cubicBezTo>
                        <a:cubicBezTo>
                          <a:pt x="532" y="45717"/>
                          <a:pt x="222" y="47136"/>
                          <a:pt x="0" y="48643"/>
                        </a:cubicBezTo>
                        <a:lnTo>
                          <a:pt x="0" y="48820"/>
                        </a:lnTo>
                        <a:cubicBezTo>
                          <a:pt x="3680" y="46648"/>
                          <a:pt x="7137" y="44121"/>
                          <a:pt x="10240" y="41240"/>
                        </a:cubicBezTo>
                        <a:cubicBezTo>
                          <a:pt x="13344" y="38358"/>
                          <a:pt x="16757" y="34856"/>
                          <a:pt x="20215" y="31797"/>
                        </a:cubicBezTo>
                        <a:cubicBezTo>
                          <a:pt x="27086" y="25591"/>
                          <a:pt x="34356" y="19651"/>
                          <a:pt x="42957" y="1508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14" name="Forme libre : forme 23713">
                    <a:extLst>
                      <a:ext uri="{FF2B5EF4-FFF2-40B4-BE49-F238E27FC236}">
                        <a16:creationId xmlns:a16="http://schemas.microsoft.com/office/drawing/2014/main" id="{DAD9FF4B-7FD2-4C91-BA4E-729B2EB18878}"/>
                      </a:ext>
                    </a:extLst>
                  </p:cNvPr>
                  <p:cNvSpPr/>
                  <p:nvPr/>
                </p:nvSpPr>
                <p:spPr>
                  <a:xfrm>
                    <a:off x="6229696" y="1197775"/>
                    <a:ext cx="34738" cy="26844"/>
                  </a:xfrm>
                  <a:custGeom>
                    <a:avLst/>
                    <a:gdLst>
                      <a:gd name="connsiteX0" fmla="*/ 671 w 34738"/>
                      <a:gd name="connsiteY0" fmla="*/ 26292 h 26844"/>
                      <a:gd name="connsiteX1" fmla="*/ 3774 w 34738"/>
                      <a:gd name="connsiteY1" fmla="*/ 16760 h 26844"/>
                      <a:gd name="connsiteX2" fmla="*/ 13350 w 34738"/>
                      <a:gd name="connsiteY2" fmla="*/ 7096 h 26844"/>
                      <a:gd name="connsiteX3" fmla="*/ 24787 w 34738"/>
                      <a:gd name="connsiteY3" fmla="*/ 979 h 26844"/>
                      <a:gd name="connsiteX4" fmla="*/ 34584 w 34738"/>
                      <a:gd name="connsiteY4" fmla="*/ 2087 h 26844"/>
                      <a:gd name="connsiteX5" fmla="*/ 29486 w 34738"/>
                      <a:gd name="connsiteY5" fmla="*/ 9490 h 26844"/>
                      <a:gd name="connsiteX6" fmla="*/ 20443 w 34738"/>
                      <a:gd name="connsiteY6" fmla="*/ 16273 h 26844"/>
                      <a:gd name="connsiteX7" fmla="*/ 10246 w 34738"/>
                      <a:gd name="connsiteY7" fmla="*/ 23366 h 26844"/>
                      <a:gd name="connsiteX8" fmla="*/ 671 w 34738"/>
                      <a:gd name="connsiteY8" fmla="*/ 26292 h 26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738" h="26844">
                        <a:moveTo>
                          <a:pt x="671" y="26292"/>
                        </a:moveTo>
                        <a:cubicBezTo>
                          <a:pt x="-1058" y="24696"/>
                          <a:pt x="760" y="20750"/>
                          <a:pt x="3774" y="16760"/>
                        </a:cubicBezTo>
                        <a:cubicBezTo>
                          <a:pt x="6789" y="12771"/>
                          <a:pt x="11045" y="8869"/>
                          <a:pt x="13350" y="7096"/>
                        </a:cubicBezTo>
                        <a:cubicBezTo>
                          <a:pt x="15655" y="5279"/>
                          <a:pt x="20177" y="2397"/>
                          <a:pt x="24787" y="979"/>
                        </a:cubicBezTo>
                        <a:cubicBezTo>
                          <a:pt x="29353" y="-529"/>
                          <a:pt x="33742" y="-396"/>
                          <a:pt x="34584" y="2087"/>
                        </a:cubicBezTo>
                        <a:cubicBezTo>
                          <a:pt x="35427" y="4481"/>
                          <a:pt x="32678" y="6875"/>
                          <a:pt x="29486" y="9490"/>
                        </a:cubicBezTo>
                        <a:cubicBezTo>
                          <a:pt x="26295" y="12061"/>
                          <a:pt x="22438" y="14810"/>
                          <a:pt x="20443" y="16273"/>
                        </a:cubicBezTo>
                        <a:cubicBezTo>
                          <a:pt x="18404" y="17647"/>
                          <a:pt x="14236" y="20795"/>
                          <a:pt x="10246" y="23366"/>
                        </a:cubicBezTo>
                        <a:cubicBezTo>
                          <a:pt x="6301" y="25893"/>
                          <a:pt x="2400" y="27843"/>
                          <a:pt x="671" y="2629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15" name="Forme libre : forme 23714">
                    <a:extLst>
                      <a:ext uri="{FF2B5EF4-FFF2-40B4-BE49-F238E27FC236}">
                        <a16:creationId xmlns:a16="http://schemas.microsoft.com/office/drawing/2014/main" id="{8F0BF02C-3977-4F79-8D9E-69292AA2A38B}"/>
                      </a:ext>
                    </a:extLst>
                  </p:cNvPr>
                  <p:cNvSpPr/>
                  <p:nvPr/>
                </p:nvSpPr>
                <p:spPr>
                  <a:xfrm>
                    <a:off x="6236085" y="1197862"/>
                    <a:ext cx="28691" cy="13658"/>
                  </a:xfrm>
                  <a:custGeom>
                    <a:avLst/>
                    <a:gdLst>
                      <a:gd name="connsiteX0" fmla="*/ 22431 w 28691"/>
                      <a:gd name="connsiteY0" fmla="*/ 9669 h 13658"/>
                      <a:gd name="connsiteX1" fmla="*/ 28372 w 28691"/>
                      <a:gd name="connsiteY1" fmla="*/ 1867 h 13658"/>
                      <a:gd name="connsiteX2" fmla="*/ 18353 w 28691"/>
                      <a:gd name="connsiteY2" fmla="*/ 891 h 13658"/>
                      <a:gd name="connsiteX3" fmla="*/ 6694 w 28691"/>
                      <a:gd name="connsiteY3" fmla="*/ 7142 h 13658"/>
                      <a:gd name="connsiteX4" fmla="*/ 0 w 28691"/>
                      <a:gd name="connsiteY4" fmla="*/ 13659 h 13658"/>
                      <a:gd name="connsiteX5" fmla="*/ 3990 w 28691"/>
                      <a:gd name="connsiteY5" fmla="*/ 10688 h 13658"/>
                      <a:gd name="connsiteX6" fmla="*/ 22431 w 28691"/>
                      <a:gd name="connsiteY6" fmla="*/ 9669 h 13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691" h="13658">
                        <a:moveTo>
                          <a:pt x="22431" y="9669"/>
                        </a:moveTo>
                        <a:cubicBezTo>
                          <a:pt x="24028" y="7497"/>
                          <a:pt x="30145" y="4482"/>
                          <a:pt x="28372" y="1867"/>
                        </a:cubicBezTo>
                        <a:cubicBezTo>
                          <a:pt x="26820" y="-350"/>
                          <a:pt x="22697" y="-483"/>
                          <a:pt x="18353" y="891"/>
                        </a:cubicBezTo>
                        <a:cubicBezTo>
                          <a:pt x="14009" y="2221"/>
                          <a:pt x="9620" y="4925"/>
                          <a:pt x="6694" y="7142"/>
                        </a:cubicBezTo>
                        <a:cubicBezTo>
                          <a:pt x="4965" y="8427"/>
                          <a:pt x="1463" y="11752"/>
                          <a:pt x="0" y="13659"/>
                        </a:cubicBezTo>
                        <a:cubicBezTo>
                          <a:pt x="1064" y="12772"/>
                          <a:pt x="2793" y="11265"/>
                          <a:pt x="3990" y="10688"/>
                        </a:cubicBezTo>
                        <a:cubicBezTo>
                          <a:pt x="10684" y="7186"/>
                          <a:pt x="19461" y="4792"/>
                          <a:pt x="22431" y="966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16" name="Forme libre : forme 23715">
                    <a:extLst>
                      <a:ext uri="{FF2B5EF4-FFF2-40B4-BE49-F238E27FC236}">
                        <a16:creationId xmlns:a16="http://schemas.microsoft.com/office/drawing/2014/main" id="{A738363C-8D22-4033-BBD6-C3541764942B}"/>
                      </a:ext>
                    </a:extLst>
                  </p:cNvPr>
                  <p:cNvSpPr/>
                  <p:nvPr/>
                </p:nvSpPr>
                <p:spPr>
                  <a:xfrm>
                    <a:off x="6227544" y="1197496"/>
                    <a:ext cx="34470" cy="28154"/>
                  </a:xfrm>
                  <a:custGeom>
                    <a:avLst/>
                    <a:gdLst>
                      <a:gd name="connsiteX0" fmla="*/ 384 w 34470"/>
                      <a:gd name="connsiteY0" fmla="*/ 27235 h 28154"/>
                      <a:gd name="connsiteX1" fmla="*/ 3798 w 34470"/>
                      <a:gd name="connsiteY1" fmla="*/ 17349 h 28154"/>
                      <a:gd name="connsiteX2" fmla="*/ 13018 w 34470"/>
                      <a:gd name="connsiteY2" fmla="*/ 7552 h 28154"/>
                      <a:gd name="connsiteX3" fmla="*/ 24279 w 34470"/>
                      <a:gd name="connsiteY3" fmla="*/ 1079 h 28154"/>
                      <a:gd name="connsiteX4" fmla="*/ 34209 w 34470"/>
                      <a:gd name="connsiteY4" fmla="*/ 1877 h 28154"/>
                      <a:gd name="connsiteX5" fmla="*/ 29244 w 34470"/>
                      <a:gd name="connsiteY5" fmla="*/ 9547 h 28154"/>
                      <a:gd name="connsiteX6" fmla="*/ 20200 w 34470"/>
                      <a:gd name="connsiteY6" fmla="*/ 16640 h 28154"/>
                      <a:gd name="connsiteX7" fmla="*/ 9738 w 34470"/>
                      <a:gd name="connsiteY7" fmla="*/ 24442 h 28154"/>
                      <a:gd name="connsiteX8" fmla="*/ 384 w 34470"/>
                      <a:gd name="connsiteY8" fmla="*/ 27235 h 28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470" h="28154">
                        <a:moveTo>
                          <a:pt x="384" y="27235"/>
                        </a:moveTo>
                        <a:cubicBezTo>
                          <a:pt x="-813" y="25195"/>
                          <a:pt x="916" y="21294"/>
                          <a:pt x="3798" y="17349"/>
                        </a:cubicBezTo>
                        <a:cubicBezTo>
                          <a:pt x="6635" y="13403"/>
                          <a:pt x="10580" y="9591"/>
                          <a:pt x="13018" y="7552"/>
                        </a:cubicBezTo>
                        <a:cubicBezTo>
                          <a:pt x="15412" y="5512"/>
                          <a:pt x="19845" y="2587"/>
                          <a:pt x="24279" y="1079"/>
                        </a:cubicBezTo>
                        <a:cubicBezTo>
                          <a:pt x="28712" y="-472"/>
                          <a:pt x="33012" y="-472"/>
                          <a:pt x="34209" y="1877"/>
                        </a:cubicBezTo>
                        <a:cubicBezTo>
                          <a:pt x="35361" y="4227"/>
                          <a:pt x="32524" y="6754"/>
                          <a:pt x="29244" y="9547"/>
                        </a:cubicBezTo>
                        <a:cubicBezTo>
                          <a:pt x="25963" y="12295"/>
                          <a:pt x="22062" y="15221"/>
                          <a:pt x="20200" y="16640"/>
                        </a:cubicBezTo>
                        <a:cubicBezTo>
                          <a:pt x="18338" y="18014"/>
                          <a:pt x="13905" y="21560"/>
                          <a:pt x="9738" y="24442"/>
                        </a:cubicBezTo>
                        <a:cubicBezTo>
                          <a:pt x="5659" y="27323"/>
                          <a:pt x="1537" y="29451"/>
                          <a:pt x="384" y="2723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17" name="Forme libre : forme 23716">
                    <a:extLst>
                      <a:ext uri="{FF2B5EF4-FFF2-40B4-BE49-F238E27FC236}">
                        <a16:creationId xmlns:a16="http://schemas.microsoft.com/office/drawing/2014/main" id="{F7F1F2EC-7324-4B3E-A232-216904DC4F51}"/>
                      </a:ext>
                    </a:extLst>
                  </p:cNvPr>
                  <p:cNvSpPr/>
                  <p:nvPr/>
                </p:nvSpPr>
                <p:spPr>
                  <a:xfrm>
                    <a:off x="6231900" y="1187611"/>
                    <a:ext cx="52021" cy="25591"/>
                  </a:xfrm>
                  <a:custGeom>
                    <a:avLst/>
                    <a:gdLst>
                      <a:gd name="connsiteX0" fmla="*/ 51841 w 52021"/>
                      <a:gd name="connsiteY0" fmla="*/ 10300 h 25591"/>
                      <a:gd name="connsiteX1" fmla="*/ 46743 w 52021"/>
                      <a:gd name="connsiteY1" fmla="*/ 4226 h 25591"/>
                      <a:gd name="connsiteX2" fmla="*/ 21918 w 52021"/>
                      <a:gd name="connsiteY2" fmla="*/ 1744 h 25591"/>
                      <a:gd name="connsiteX3" fmla="*/ 2944 w 52021"/>
                      <a:gd name="connsiteY3" fmla="*/ 15619 h 25591"/>
                      <a:gd name="connsiteX4" fmla="*/ 1481 w 52021"/>
                      <a:gd name="connsiteY4" fmla="*/ 25416 h 25591"/>
                      <a:gd name="connsiteX5" fmla="*/ 8264 w 52021"/>
                      <a:gd name="connsiteY5" fmla="*/ 23023 h 25591"/>
                      <a:gd name="connsiteX6" fmla="*/ 26528 w 52021"/>
                      <a:gd name="connsiteY6" fmla="*/ 18190 h 25591"/>
                      <a:gd name="connsiteX7" fmla="*/ 34774 w 52021"/>
                      <a:gd name="connsiteY7" fmla="*/ 19254 h 25591"/>
                      <a:gd name="connsiteX8" fmla="*/ 42709 w 52021"/>
                      <a:gd name="connsiteY8" fmla="*/ 19432 h 25591"/>
                      <a:gd name="connsiteX9" fmla="*/ 51841 w 52021"/>
                      <a:gd name="connsiteY9" fmla="*/ 10300 h 25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2021" h="25591">
                        <a:moveTo>
                          <a:pt x="51841" y="10300"/>
                        </a:moveTo>
                        <a:cubicBezTo>
                          <a:pt x="50955" y="7285"/>
                          <a:pt x="50157" y="6221"/>
                          <a:pt x="46743" y="4226"/>
                        </a:cubicBezTo>
                        <a:cubicBezTo>
                          <a:pt x="40271" y="502"/>
                          <a:pt x="32247" y="-1758"/>
                          <a:pt x="21918" y="1744"/>
                        </a:cubicBezTo>
                        <a:cubicBezTo>
                          <a:pt x="13495" y="4581"/>
                          <a:pt x="6624" y="10344"/>
                          <a:pt x="2944" y="15619"/>
                        </a:cubicBezTo>
                        <a:cubicBezTo>
                          <a:pt x="152" y="19565"/>
                          <a:pt x="-1267" y="24131"/>
                          <a:pt x="1481" y="25416"/>
                        </a:cubicBezTo>
                        <a:cubicBezTo>
                          <a:pt x="3166" y="26214"/>
                          <a:pt x="5737" y="24086"/>
                          <a:pt x="8264" y="23023"/>
                        </a:cubicBezTo>
                        <a:cubicBezTo>
                          <a:pt x="14204" y="20496"/>
                          <a:pt x="20056" y="18102"/>
                          <a:pt x="26528" y="18190"/>
                        </a:cubicBezTo>
                        <a:cubicBezTo>
                          <a:pt x="29277" y="18235"/>
                          <a:pt x="32158" y="18767"/>
                          <a:pt x="34774" y="19254"/>
                        </a:cubicBezTo>
                        <a:cubicBezTo>
                          <a:pt x="37434" y="19698"/>
                          <a:pt x="39916" y="19964"/>
                          <a:pt x="42709" y="19432"/>
                        </a:cubicBezTo>
                        <a:cubicBezTo>
                          <a:pt x="47674" y="18456"/>
                          <a:pt x="53083" y="14600"/>
                          <a:pt x="51841" y="1030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18" name="Forme libre : forme 23717">
                    <a:extLst>
                      <a:ext uri="{FF2B5EF4-FFF2-40B4-BE49-F238E27FC236}">
                        <a16:creationId xmlns:a16="http://schemas.microsoft.com/office/drawing/2014/main" id="{B4655F34-1648-4E7D-8D56-F2D782FC0DB2}"/>
                      </a:ext>
                    </a:extLst>
                  </p:cNvPr>
                  <p:cNvSpPr/>
                  <p:nvPr/>
                </p:nvSpPr>
                <p:spPr>
                  <a:xfrm>
                    <a:off x="6260585" y="1201732"/>
                    <a:ext cx="13256" cy="8753"/>
                  </a:xfrm>
                  <a:custGeom>
                    <a:avLst/>
                    <a:gdLst>
                      <a:gd name="connsiteX0" fmla="*/ 11985 w 13256"/>
                      <a:gd name="connsiteY0" fmla="*/ 2341 h 8753"/>
                      <a:gd name="connsiteX1" fmla="*/ 13226 w 13256"/>
                      <a:gd name="connsiteY1" fmla="*/ 1011 h 8753"/>
                      <a:gd name="connsiteX2" fmla="*/ 11985 w 13256"/>
                      <a:gd name="connsiteY2" fmla="*/ 36 h 8753"/>
                      <a:gd name="connsiteX3" fmla="*/ 9147 w 13256"/>
                      <a:gd name="connsiteY3" fmla="*/ 390 h 8753"/>
                      <a:gd name="connsiteX4" fmla="*/ 2853 w 13256"/>
                      <a:gd name="connsiteY4" fmla="*/ 3360 h 8753"/>
                      <a:gd name="connsiteX5" fmla="*/ 902 w 13256"/>
                      <a:gd name="connsiteY5" fmla="*/ 5045 h 8753"/>
                      <a:gd name="connsiteX6" fmla="*/ 3828 w 13256"/>
                      <a:gd name="connsiteY6" fmla="*/ 7971 h 8753"/>
                      <a:gd name="connsiteX7" fmla="*/ 11985 w 13256"/>
                      <a:gd name="connsiteY7" fmla="*/ 2341 h 8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256" h="8753">
                        <a:moveTo>
                          <a:pt x="11985" y="2341"/>
                        </a:moveTo>
                        <a:cubicBezTo>
                          <a:pt x="12605" y="1898"/>
                          <a:pt x="13049" y="1587"/>
                          <a:pt x="13226" y="1011"/>
                        </a:cubicBezTo>
                        <a:cubicBezTo>
                          <a:pt x="13403" y="435"/>
                          <a:pt x="12783" y="124"/>
                          <a:pt x="11985" y="36"/>
                        </a:cubicBezTo>
                        <a:cubicBezTo>
                          <a:pt x="11187" y="-97"/>
                          <a:pt x="10034" y="169"/>
                          <a:pt x="9147" y="390"/>
                        </a:cubicBezTo>
                        <a:cubicBezTo>
                          <a:pt x="6887" y="1100"/>
                          <a:pt x="4670" y="2031"/>
                          <a:pt x="2853" y="3360"/>
                        </a:cubicBezTo>
                        <a:cubicBezTo>
                          <a:pt x="2099" y="3848"/>
                          <a:pt x="1390" y="4380"/>
                          <a:pt x="902" y="5045"/>
                        </a:cubicBezTo>
                        <a:cubicBezTo>
                          <a:pt x="-1093" y="7838"/>
                          <a:pt x="370" y="9966"/>
                          <a:pt x="3828" y="7971"/>
                        </a:cubicBezTo>
                        <a:cubicBezTo>
                          <a:pt x="6532" y="6508"/>
                          <a:pt x="9369" y="4114"/>
                          <a:pt x="11985" y="234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19" name="Forme libre : forme 23718">
                    <a:extLst>
                      <a:ext uri="{FF2B5EF4-FFF2-40B4-BE49-F238E27FC236}">
                        <a16:creationId xmlns:a16="http://schemas.microsoft.com/office/drawing/2014/main" id="{44EA714F-5FD8-4EC1-A319-DE011CE38FBA}"/>
                      </a:ext>
                    </a:extLst>
                  </p:cNvPr>
                  <p:cNvSpPr/>
                  <p:nvPr/>
                </p:nvSpPr>
                <p:spPr>
                  <a:xfrm>
                    <a:off x="6217447" y="1204427"/>
                    <a:ext cx="10392" cy="26554"/>
                  </a:xfrm>
                  <a:custGeom>
                    <a:avLst/>
                    <a:gdLst>
                      <a:gd name="connsiteX0" fmla="*/ 19 w 10392"/>
                      <a:gd name="connsiteY0" fmla="*/ 26554 h 26554"/>
                      <a:gd name="connsiteX1" fmla="*/ 3078 w 10392"/>
                      <a:gd name="connsiteY1" fmla="*/ 14053 h 26554"/>
                      <a:gd name="connsiteX2" fmla="*/ 4275 w 10392"/>
                      <a:gd name="connsiteY2" fmla="*/ 10772 h 26554"/>
                      <a:gd name="connsiteX3" fmla="*/ 6226 w 10392"/>
                      <a:gd name="connsiteY3" fmla="*/ 6916 h 26554"/>
                      <a:gd name="connsiteX4" fmla="*/ 10393 w 10392"/>
                      <a:gd name="connsiteY4" fmla="*/ 0 h 26554"/>
                      <a:gd name="connsiteX5" fmla="*/ 6491 w 10392"/>
                      <a:gd name="connsiteY5" fmla="*/ 7093 h 26554"/>
                      <a:gd name="connsiteX6" fmla="*/ 4009 w 10392"/>
                      <a:gd name="connsiteY6" fmla="*/ 14097 h 26554"/>
                      <a:gd name="connsiteX7" fmla="*/ 19 w 10392"/>
                      <a:gd name="connsiteY7" fmla="*/ 26554 h 26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392" h="26554">
                        <a:moveTo>
                          <a:pt x="19" y="26554"/>
                        </a:moveTo>
                        <a:cubicBezTo>
                          <a:pt x="-203" y="22875"/>
                          <a:pt x="1526" y="18353"/>
                          <a:pt x="3078" y="14053"/>
                        </a:cubicBezTo>
                        <a:cubicBezTo>
                          <a:pt x="3477" y="12900"/>
                          <a:pt x="3743" y="11969"/>
                          <a:pt x="4275" y="10772"/>
                        </a:cubicBezTo>
                        <a:cubicBezTo>
                          <a:pt x="4896" y="9487"/>
                          <a:pt x="5561" y="8201"/>
                          <a:pt x="6226" y="6916"/>
                        </a:cubicBezTo>
                        <a:cubicBezTo>
                          <a:pt x="7600" y="4389"/>
                          <a:pt x="9063" y="2039"/>
                          <a:pt x="10393" y="0"/>
                        </a:cubicBezTo>
                        <a:cubicBezTo>
                          <a:pt x="8930" y="2217"/>
                          <a:pt x="7644" y="4610"/>
                          <a:pt x="6491" y="7093"/>
                        </a:cubicBezTo>
                        <a:cubicBezTo>
                          <a:pt x="5383" y="9576"/>
                          <a:pt x="4364" y="12147"/>
                          <a:pt x="4009" y="14097"/>
                        </a:cubicBezTo>
                        <a:cubicBezTo>
                          <a:pt x="2945" y="18353"/>
                          <a:pt x="1394" y="22742"/>
                          <a:pt x="19" y="265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20" name="Forme libre : forme 23719">
                    <a:extLst>
                      <a:ext uri="{FF2B5EF4-FFF2-40B4-BE49-F238E27FC236}">
                        <a16:creationId xmlns:a16="http://schemas.microsoft.com/office/drawing/2014/main" id="{EC62B80C-FFEF-4C4B-8489-5102594D79AA}"/>
                      </a:ext>
                    </a:extLst>
                  </p:cNvPr>
                  <p:cNvSpPr/>
                  <p:nvPr/>
                </p:nvSpPr>
                <p:spPr>
                  <a:xfrm>
                    <a:off x="6269201" y="1203851"/>
                    <a:ext cx="23982" cy="12102"/>
                  </a:xfrm>
                  <a:custGeom>
                    <a:avLst/>
                    <a:gdLst>
                      <a:gd name="connsiteX0" fmla="*/ 0 w 23982"/>
                      <a:gd name="connsiteY0" fmla="*/ 12102 h 12102"/>
                      <a:gd name="connsiteX1" fmla="*/ 9620 w 23982"/>
                      <a:gd name="connsiteY1" fmla="*/ 6916 h 12102"/>
                      <a:gd name="connsiteX2" fmla="*/ 23983 w 23982"/>
                      <a:gd name="connsiteY2" fmla="*/ 0 h 12102"/>
                      <a:gd name="connsiteX3" fmla="*/ 9309 w 23982"/>
                      <a:gd name="connsiteY3" fmla="*/ 6384 h 12102"/>
                      <a:gd name="connsiteX4" fmla="*/ 3901 w 23982"/>
                      <a:gd name="connsiteY4" fmla="*/ 9088 h 12102"/>
                      <a:gd name="connsiteX5" fmla="*/ 0 w 23982"/>
                      <a:gd name="connsiteY5" fmla="*/ 12102 h 12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982" h="12102">
                        <a:moveTo>
                          <a:pt x="0" y="12102"/>
                        </a:moveTo>
                        <a:cubicBezTo>
                          <a:pt x="3014" y="10639"/>
                          <a:pt x="5453" y="8733"/>
                          <a:pt x="9620" y="6916"/>
                        </a:cubicBezTo>
                        <a:cubicBezTo>
                          <a:pt x="13698" y="5098"/>
                          <a:pt x="19772" y="3236"/>
                          <a:pt x="23983" y="0"/>
                        </a:cubicBezTo>
                        <a:cubicBezTo>
                          <a:pt x="20171" y="3236"/>
                          <a:pt x="13610" y="4699"/>
                          <a:pt x="9309" y="6384"/>
                        </a:cubicBezTo>
                        <a:cubicBezTo>
                          <a:pt x="7137" y="7226"/>
                          <a:pt x="5408" y="8157"/>
                          <a:pt x="3901" y="9088"/>
                        </a:cubicBezTo>
                        <a:cubicBezTo>
                          <a:pt x="2483" y="10107"/>
                          <a:pt x="1020" y="11171"/>
                          <a:pt x="0" y="121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21" name="Forme libre : forme 23720">
                    <a:extLst>
                      <a:ext uri="{FF2B5EF4-FFF2-40B4-BE49-F238E27FC236}">
                        <a16:creationId xmlns:a16="http://schemas.microsoft.com/office/drawing/2014/main" id="{98264293-4696-46FB-A07F-E419BC155B3F}"/>
                      </a:ext>
                    </a:extLst>
                  </p:cNvPr>
                  <p:cNvSpPr/>
                  <p:nvPr/>
                </p:nvSpPr>
                <p:spPr>
                  <a:xfrm>
                    <a:off x="6238236" y="1209729"/>
                    <a:ext cx="12922" cy="9269"/>
                  </a:xfrm>
                  <a:custGeom>
                    <a:avLst/>
                    <a:gdLst>
                      <a:gd name="connsiteX0" fmla="*/ 22 w 12922"/>
                      <a:gd name="connsiteY0" fmla="*/ 8707 h 9269"/>
                      <a:gd name="connsiteX1" fmla="*/ 6450 w 12922"/>
                      <a:gd name="connsiteY1" fmla="*/ 2235 h 9269"/>
                      <a:gd name="connsiteX2" fmla="*/ 12922 w 12922"/>
                      <a:gd name="connsiteY2" fmla="*/ 816 h 9269"/>
                      <a:gd name="connsiteX3" fmla="*/ 6716 w 12922"/>
                      <a:gd name="connsiteY3" fmla="*/ 6402 h 9269"/>
                      <a:gd name="connsiteX4" fmla="*/ 22 w 12922"/>
                      <a:gd name="connsiteY4" fmla="*/ 8707 h 9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22" h="9269">
                        <a:moveTo>
                          <a:pt x="22" y="8707"/>
                        </a:moveTo>
                        <a:cubicBezTo>
                          <a:pt x="-377" y="6801"/>
                          <a:pt x="4809" y="3210"/>
                          <a:pt x="6450" y="2235"/>
                        </a:cubicBezTo>
                        <a:cubicBezTo>
                          <a:pt x="8046" y="1171"/>
                          <a:pt x="12878" y="-1267"/>
                          <a:pt x="12922" y="816"/>
                        </a:cubicBezTo>
                        <a:cubicBezTo>
                          <a:pt x="12966" y="2767"/>
                          <a:pt x="8179" y="5426"/>
                          <a:pt x="6716" y="6402"/>
                        </a:cubicBezTo>
                        <a:cubicBezTo>
                          <a:pt x="5164" y="7288"/>
                          <a:pt x="376" y="10569"/>
                          <a:pt x="22" y="870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22" name="Forme libre : forme 23721">
                    <a:extLst>
                      <a:ext uri="{FF2B5EF4-FFF2-40B4-BE49-F238E27FC236}">
                        <a16:creationId xmlns:a16="http://schemas.microsoft.com/office/drawing/2014/main" id="{614D6070-A91C-4DDF-8B33-89F58C2AF136}"/>
                      </a:ext>
                    </a:extLst>
                  </p:cNvPr>
                  <p:cNvSpPr/>
                  <p:nvPr/>
                </p:nvSpPr>
                <p:spPr>
                  <a:xfrm>
                    <a:off x="6236636" y="1217320"/>
                    <a:ext cx="3509" cy="3145"/>
                  </a:xfrm>
                  <a:custGeom>
                    <a:avLst/>
                    <a:gdLst>
                      <a:gd name="connsiteX0" fmla="*/ 159 w 3509"/>
                      <a:gd name="connsiteY0" fmla="*/ 3067 h 3145"/>
                      <a:gd name="connsiteX1" fmla="*/ 1090 w 3509"/>
                      <a:gd name="connsiteY1" fmla="*/ 1117 h 3145"/>
                      <a:gd name="connsiteX2" fmla="*/ 3351 w 3509"/>
                      <a:gd name="connsiteY2" fmla="*/ 97 h 3145"/>
                      <a:gd name="connsiteX3" fmla="*/ 2420 w 3509"/>
                      <a:gd name="connsiteY3" fmla="*/ 1959 h 3145"/>
                      <a:gd name="connsiteX4" fmla="*/ 159 w 3509"/>
                      <a:gd name="connsiteY4" fmla="*/ 3067 h 3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09" h="3145">
                        <a:moveTo>
                          <a:pt x="159" y="3067"/>
                        </a:moveTo>
                        <a:cubicBezTo>
                          <a:pt x="-373" y="2712"/>
                          <a:pt x="558" y="1604"/>
                          <a:pt x="1090" y="1117"/>
                        </a:cubicBezTo>
                        <a:cubicBezTo>
                          <a:pt x="1622" y="629"/>
                          <a:pt x="2819" y="-302"/>
                          <a:pt x="3351" y="97"/>
                        </a:cubicBezTo>
                        <a:cubicBezTo>
                          <a:pt x="3882" y="496"/>
                          <a:pt x="2952" y="1471"/>
                          <a:pt x="2420" y="1959"/>
                        </a:cubicBezTo>
                        <a:cubicBezTo>
                          <a:pt x="1888" y="2491"/>
                          <a:pt x="691" y="3422"/>
                          <a:pt x="159" y="306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23" name="Forme libre : forme 23722">
                    <a:extLst>
                      <a:ext uri="{FF2B5EF4-FFF2-40B4-BE49-F238E27FC236}">
                        <a16:creationId xmlns:a16="http://schemas.microsoft.com/office/drawing/2014/main" id="{65A4EEF4-1005-4361-A3AD-507C4F0EC174}"/>
                      </a:ext>
                    </a:extLst>
                  </p:cNvPr>
                  <p:cNvSpPr/>
                  <p:nvPr/>
                </p:nvSpPr>
                <p:spPr>
                  <a:xfrm>
                    <a:off x="6220561" y="1217263"/>
                    <a:ext cx="36315" cy="16865"/>
                  </a:xfrm>
                  <a:custGeom>
                    <a:avLst/>
                    <a:gdLst>
                      <a:gd name="connsiteX0" fmla="*/ 12953 w 36315"/>
                      <a:gd name="connsiteY0" fmla="*/ 15448 h 16865"/>
                      <a:gd name="connsiteX1" fmla="*/ 807 w 36315"/>
                      <a:gd name="connsiteY1" fmla="*/ 16157 h 16865"/>
                      <a:gd name="connsiteX2" fmla="*/ 1471 w 36315"/>
                      <a:gd name="connsiteY2" fmla="*/ 12433 h 16865"/>
                      <a:gd name="connsiteX3" fmla="*/ 6038 w 36315"/>
                      <a:gd name="connsiteY3" fmla="*/ 10926 h 16865"/>
                      <a:gd name="connsiteX4" fmla="*/ 13131 w 36315"/>
                      <a:gd name="connsiteY4" fmla="*/ 8887 h 16865"/>
                      <a:gd name="connsiteX5" fmla="*/ 20046 w 36315"/>
                      <a:gd name="connsiteY5" fmla="*/ 6094 h 16865"/>
                      <a:gd name="connsiteX6" fmla="*/ 29311 w 36315"/>
                      <a:gd name="connsiteY6" fmla="*/ 1350 h 16865"/>
                      <a:gd name="connsiteX7" fmla="*/ 36316 w 36315"/>
                      <a:gd name="connsiteY7" fmla="*/ 1483 h 16865"/>
                      <a:gd name="connsiteX8" fmla="*/ 31085 w 36315"/>
                      <a:gd name="connsiteY8" fmla="*/ 8089 h 16865"/>
                      <a:gd name="connsiteX9" fmla="*/ 23016 w 36315"/>
                      <a:gd name="connsiteY9" fmla="*/ 12965 h 16865"/>
                      <a:gd name="connsiteX10" fmla="*/ 12953 w 36315"/>
                      <a:gd name="connsiteY10" fmla="*/ 15448 h 16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6315" h="16865">
                        <a:moveTo>
                          <a:pt x="12953" y="15448"/>
                        </a:moveTo>
                        <a:cubicBezTo>
                          <a:pt x="8077" y="16911"/>
                          <a:pt x="4575" y="17398"/>
                          <a:pt x="807" y="16157"/>
                        </a:cubicBezTo>
                        <a:cubicBezTo>
                          <a:pt x="-568" y="15714"/>
                          <a:pt x="-80" y="13586"/>
                          <a:pt x="1471" y="12433"/>
                        </a:cubicBezTo>
                        <a:cubicBezTo>
                          <a:pt x="3067" y="11281"/>
                          <a:pt x="4442" y="11103"/>
                          <a:pt x="6038" y="10926"/>
                        </a:cubicBezTo>
                        <a:cubicBezTo>
                          <a:pt x="8387" y="10616"/>
                          <a:pt x="10870" y="9729"/>
                          <a:pt x="13131" y="8887"/>
                        </a:cubicBezTo>
                        <a:cubicBezTo>
                          <a:pt x="15436" y="7956"/>
                          <a:pt x="17697" y="7025"/>
                          <a:pt x="20046" y="6094"/>
                        </a:cubicBezTo>
                        <a:cubicBezTo>
                          <a:pt x="21509" y="5473"/>
                          <a:pt x="25588" y="2902"/>
                          <a:pt x="29311" y="1350"/>
                        </a:cubicBezTo>
                        <a:cubicBezTo>
                          <a:pt x="33035" y="-201"/>
                          <a:pt x="36316" y="-733"/>
                          <a:pt x="36316" y="1483"/>
                        </a:cubicBezTo>
                        <a:cubicBezTo>
                          <a:pt x="36316" y="3656"/>
                          <a:pt x="33922" y="5961"/>
                          <a:pt x="31085" y="8089"/>
                        </a:cubicBezTo>
                        <a:cubicBezTo>
                          <a:pt x="28247" y="10217"/>
                          <a:pt x="24878" y="12167"/>
                          <a:pt x="23016" y="12965"/>
                        </a:cubicBezTo>
                        <a:cubicBezTo>
                          <a:pt x="19159" y="14561"/>
                          <a:pt x="16766" y="14206"/>
                          <a:pt x="12953" y="1544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673" name="Graphique 2">
                  <a:extLst>
                    <a:ext uri="{FF2B5EF4-FFF2-40B4-BE49-F238E27FC236}">
                      <a16:creationId xmlns:a16="http://schemas.microsoft.com/office/drawing/2014/main" id="{25B5F689-DAA3-4EE1-A84E-0E1D3235D415}"/>
                    </a:ext>
                  </a:extLst>
                </p:cNvPr>
                <p:cNvGrpSpPr/>
                <p:nvPr/>
              </p:nvGrpSpPr>
              <p:grpSpPr>
                <a:xfrm>
                  <a:off x="6129258" y="1227390"/>
                  <a:ext cx="88757" cy="41951"/>
                  <a:chOff x="6129258" y="1227390"/>
                  <a:chExt cx="88757" cy="41951"/>
                </a:xfrm>
                <a:solidFill>
                  <a:schemeClr val="accent1"/>
                </a:solidFill>
              </p:grpSpPr>
              <p:sp>
                <p:nvSpPr>
                  <p:cNvPr id="23700" name="Forme libre : forme 23699">
                    <a:extLst>
                      <a:ext uri="{FF2B5EF4-FFF2-40B4-BE49-F238E27FC236}">
                        <a16:creationId xmlns:a16="http://schemas.microsoft.com/office/drawing/2014/main" id="{6B9BABE7-9AD1-407F-8CCC-0D4DDB33244A}"/>
                      </a:ext>
                    </a:extLst>
                  </p:cNvPr>
                  <p:cNvSpPr/>
                  <p:nvPr/>
                </p:nvSpPr>
                <p:spPr>
                  <a:xfrm>
                    <a:off x="6129258" y="1227390"/>
                    <a:ext cx="88757" cy="41951"/>
                  </a:xfrm>
                  <a:custGeom>
                    <a:avLst/>
                    <a:gdLst>
                      <a:gd name="connsiteX0" fmla="*/ 26544 w 88757"/>
                      <a:gd name="connsiteY0" fmla="*/ 7182 h 41951"/>
                      <a:gd name="connsiteX1" fmla="*/ 54650 w 88757"/>
                      <a:gd name="connsiteY1" fmla="*/ 1109 h 41951"/>
                      <a:gd name="connsiteX2" fmla="*/ 83997 w 88757"/>
                      <a:gd name="connsiteY2" fmla="*/ 4212 h 41951"/>
                      <a:gd name="connsiteX3" fmla="*/ 88341 w 88757"/>
                      <a:gd name="connsiteY3" fmla="*/ 13255 h 41951"/>
                      <a:gd name="connsiteX4" fmla="*/ 62895 w 88757"/>
                      <a:gd name="connsiteY4" fmla="*/ 35244 h 41951"/>
                      <a:gd name="connsiteX5" fmla="*/ 33637 w 88757"/>
                      <a:gd name="connsiteY5" fmla="*/ 41539 h 41951"/>
                      <a:gd name="connsiteX6" fmla="*/ 14752 w 88757"/>
                      <a:gd name="connsiteY6" fmla="*/ 39765 h 41951"/>
                      <a:gd name="connsiteX7" fmla="*/ 1586 w 88757"/>
                      <a:gd name="connsiteY7" fmla="*/ 30101 h 41951"/>
                      <a:gd name="connsiteX8" fmla="*/ 2162 w 88757"/>
                      <a:gd name="connsiteY8" fmla="*/ 20304 h 41951"/>
                      <a:gd name="connsiteX9" fmla="*/ 26544 w 88757"/>
                      <a:gd name="connsiteY9" fmla="*/ 7182 h 419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8757" h="41951">
                        <a:moveTo>
                          <a:pt x="26544" y="7182"/>
                        </a:moveTo>
                        <a:cubicBezTo>
                          <a:pt x="32928" y="5675"/>
                          <a:pt x="48178" y="2483"/>
                          <a:pt x="54650" y="1109"/>
                        </a:cubicBezTo>
                        <a:cubicBezTo>
                          <a:pt x="67151" y="-1462"/>
                          <a:pt x="74244" y="798"/>
                          <a:pt x="83997" y="4212"/>
                        </a:cubicBezTo>
                        <a:cubicBezTo>
                          <a:pt x="87366" y="5364"/>
                          <a:pt x="89760" y="9842"/>
                          <a:pt x="88341" y="13255"/>
                        </a:cubicBezTo>
                        <a:cubicBezTo>
                          <a:pt x="84263" y="23097"/>
                          <a:pt x="76594" y="30811"/>
                          <a:pt x="62895" y="35244"/>
                        </a:cubicBezTo>
                        <a:cubicBezTo>
                          <a:pt x="55404" y="37726"/>
                          <a:pt x="41306" y="40519"/>
                          <a:pt x="33637" y="41539"/>
                        </a:cubicBezTo>
                        <a:cubicBezTo>
                          <a:pt x="26455" y="42470"/>
                          <a:pt x="20205" y="41805"/>
                          <a:pt x="14752" y="39765"/>
                        </a:cubicBezTo>
                        <a:cubicBezTo>
                          <a:pt x="9255" y="37726"/>
                          <a:pt x="4866" y="34268"/>
                          <a:pt x="1586" y="30101"/>
                        </a:cubicBezTo>
                        <a:cubicBezTo>
                          <a:pt x="-719" y="27220"/>
                          <a:pt x="-498" y="22299"/>
                          <a:pt x="2162" y="20304"/>
                        </a:cubicBezTo>
                        <a:cubicBezTo>
                          <a:pt x="10142" y="14497"/>
                          <a:pt x="14264" y="10108"/>
                          <a:pt x="26544" y="718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01" name="Forme libre : forme 23700">
                    <a:extLst>
                      <a:ext uri="{FF2B5EF4-FFF2-40B4-BE49-F238E27FC236}">
                        <a16:creationId xmlns:a16="http://schemas.microsoft.com/office/drawing/2014/main" id="{FD1674E1-8A97-46E9-9514-08A19DF9FA2E}"/>
                      </a:ext>
                    </a:extLst>
                  </p:cNvPr>
                  <p:cNvSpPr/>
                  <p:nvPr/>
                </p:nvSpPr>
                <p:spPr>
                  <a:xfrm>
                    <a:off x="6131243" y="1227475"/>
                    <a:ext cx="85469" cy="21669"/>
                  </a:xfrm>
                  <a:custGeom>
                    <a:avLst/>
                    <a:gdLst>
                      <a:gd name="connsiteX0" fmla="*/ 51468 w 85469"/>
                      <a:gd name="connsiteY0" fmla="*/ 14323 h 21669"/>
                      <a:gd name="connsiteX1" fmla="*/ 85470 w 85469"/>
                      <a:gd name="connsiteY1" fmla="*/ 7008 h 21669"/>
                      <a:gd name="connsiteX2" fmla="*/ 82057 w 85469"/>
                      <a:gd name="connsiteY2" fmla="*/ 4215 h 21669"/>
                      <a:gd name="connsiteX3" fmla="*/ 77224 w 85469"/>
                      <a:gd name="connsiteY3" fmla="*/ 2575 h 21669"/>
                      <a:gd name="connsiteX4" fmla="*/ 63482 w 85469"/>
                      <a:gd name="connsiteY4" fmla="*/ 4 h 21669"/>
                      <a:gd name="connsiteX5" fmla="*/ 52710 w 85469"/>
                      <a:gd name="connsiteY5" fmla="*/ 1112 h 21669"/>
                      <a:gd name="connsiteX6" fmla="*/ 48321 w 85469"/>
                      <a:gd name="connsiteY6" fmla="*/ 2043 h 21669"/>
                      <a:gd name="connsiteX7" fmla="*/ 26643 w 85469"/>
                      <a:gd name="connsiteY7" fmla="*/ 6698 h 21669"/>
                      <a:gd name="connsiteX8" fmla="*/ 24604 w 85469"/>
                      <a:gd name="connsiteY8" fmla="*/ 7186 h 21669"/>
                      <a:gd name="connsiteX9" fmla="*/ 14053 w 85469"/>
                      <a:gd name="connsiteY9" fmla="*/ 10865 h 21669"/>
                      <a:gd name="connsiteX10" fmla="*/ 3679 w 85469"/>
                      <a:gd name="connsiteY10" fmla="*/ 17648 h 21669"/>
                      <a:gd name="connsiteX11" fmla="*/ 133 w 85469"/>
                      <a:gd name="connsiteY11" fmla="*/ 20308 h 21669"/>
                      <a:gd name="connsiteX12" fmla="*/ 0 w 85469"/>
                      <a:gd name="connsiteY12" fmla="*/ 20441 h 21669"/>
                      <a:gd name="connsiteX13" fmla="*/ 25579 w 85469"/>
                      <a:gd name="connsiteY13" fmla="*/ 20308 h 21669"/>
                      <a:gd name="connsiteX14" fmla="*/ 51468 w 85469"/>
                      <a:gd name="connsiteY14" fmla="*/ 14323 h 2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5469" h="21669">
                        <a:moveTo>
                          <a:pt x="51468" y="14323"/>
                        </a:moveTo>
                        <a:cubicBezTo>
                          <a:pt x="63127" y="10821"/>
                          <a:pt x="74698" y="7097"/>
                          <a:pt x="85470" y="7008"/>
                        </a:cubicBezTo>
                        <a:cubicBezTo>
                          <a:pt x="84628" y="5723"/>
                          <a:pt x="83431" y="4659"/>
                          <a:pt x="82057" y="4215"/>
                        </a:cubicBezTo>
                        <a:cubicBezTo>
                          <a:pt x="80372" y="3639"/>
                          <a:pt x="78732" y="3107"/>
                          <a:pt x="77224" y="2575"/>
                        </a:cubicBezTo>
                        <a:cubicBezTo>
                          <a:pt x="72703" y="1157"/>
                          <a:pt x="68403" y="93"/>
                          <a:pt x="63482" y="4"/>
                        </a:cubicBezTo>
                        <a:cubicBezTo>
                          <a:pt x="60290" y="-40"/>
                          <a:pt x="56788" y="270"/>
                          <a:pt x="52710" y="1112"/>
                        </a:cubicBezTo>
                        <a:cubicBezTo>
                          <a:pt x="51468" y="1378"/>
                          <a:pt x="49961" y="1689"/>
                          <a:pt x="48321" y="2043"/>
                        </a:cubicBezTo>
                        <a:cubicBezTo>
                          <a:pt x="41627" y="3506"/>
                          <a:pt x="32539" y="5457"/>
                          <a:pt x="26643" y="6698"/>
                        </a:cubicBezTo>
                        <a:cubicBezTo>
                          <a:pt x="25934" y="6875"/>
                          <a:pt x="25224" y="7008"/>
                          <a:pt x="24604" y="7186"/>
                        </a:cubicBezTo>
                        <a:cubicBezTo>
                          <a:pt x="20304" y="8250"/>
                          <a:pt x="16934" y="9447"/>
                          <a:pt x="14053" y="10865"/>
                        </a:cubicBezTo>
                        <a:cubicBezTo>
                          <a:pt x="10196" y="12816"/>
                          <a:pt x="7270" y="15165"/>
                          <a:pt x="3679" y="17648"/>
                        </a:cubicBezTo>
                        <a:cubicBezTo>
                          <a:pt x="2571" y="18490"/>
                          <a:pt x="1374" y="19377"/>
                          <a:pt x="133" y="20308"/>
                        </a:cubicBezTo>
                        <a:lnTo>
                          <a:pt x="0" y="20441"/>
                        </a:lnTo>
                        <a:cubicBezTo>
                          <a:pt x="8245" y="22391"/>
                          <a:pt x="16713" y="21771"/>
                          <a:pt x="25579" y="20308"/>
                        </a:cubicBezTo>
                        <a:cubicBezTo>
                          <a:pt x="34312" y="18800"/>
                          <a:pt x="43223" y="16850"/>
                          <a:pt x="51468" y="1432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02" name="Forme libre : forme 23701">
                    <a:extLst>
                      <a:ext uri="{FF2B5EF4-FFF2-40B4-BE49-F238E27FC236}">
                        <a16:creationId xmlns:a16="http://schemas.microsoft.com/office/drawing/2014/main" id="{BF11B56A-F8D8-4A1E-A605-BAF698888E1F}"/>
                      </a:ext>
                    </a:extLst>
                  </p:cNvPr>
                  <p:cNvSpPr/>
                  <p:nvPr/>
                </p:nvSpPr>
                <p:spPr>
                  <a:xfrm>
                    <a:off x="6146394" y="1242251"/>
                    <a:ext cx="41173" cy="13740"/>
                  </a:xfrm>
                  <a:custGeom>
                    <a:avLst/>
                    <a:gdLst>
                      <a:gd name="connsiteX0" fmla="*/ 9 w 41173"/>
                      <a:gd name="connsiteY0" fmla="*/ 10320 h 13740"/>
                      <a:gd name="connsiteX1" fmla="*/ 7989 w 41173"/>
                      <a:gd name="connsiteY1" fmla="*/ 4734 h 13740"/>
                      <a:gd name="connsiteX2" fmla="*/ 20313 w 41173"/>
                      <a:gd name="connsiteY2" fmla="*/ 1321 h 13740"/>
                      <a:gd name="connsiteX3" fmla="*/ 41060 w 41173"/>
                      <a:gd name="connsiteY3" fmla="*/ 3005 h 13740"/>
                      <a:gd name="connsiteX4" fmla="*/ 22662 w 41173"/>
                      <a:gd name="connsiteY4" fmla="*/ 12581 h 13740"/>
                      <a:gd name="connsiteX5" fmla="*/ 9629 w 41173"/>
                      <a:gd name="connsiteY5" fmla="*/ 13734 h 13740"/>
                      <a:gd name="connsiteX6" fmla="*/ 9 w 41173"/>
                      <a:gd name="connsiteY6" fmla="*/ 10320 h 13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173" h="13740">
                        <a:moveTo>
                          <a:pt x="9" y="10320"/>
                        </a:moveTo>
                        <a:cubicBezTo>
                          <a:pt x="-212" y="7970"/>
                          <a:pt x="3556" y="6286"/>
                          <a:pt x="7989" y="4734"/>
                        </a:cubicBezTo>
                        <a:cubicBezTo>
                          <a:pt x="12422" y="3183"/>
                          <a:pt x="17653" y="1942"/>
                          <a:pt x="20313" y="1321"/>
                        </a:cubicBezTo>
                        <a:cubicBezTo>
                          <a:pt x="25721" y="301"/>
                          <a:pt x="39597" y="-1738"/>
                          <a:pt x="41060" y="3005"/>
                        </a:cubicBezTo>
                        <a:cubicBezTo>
                          <a:pt x="42611" y="8059"/>
                          <a:pt x="27805" y="11916"/>
                          <a:pt x="22662" y="12581"/>
                        </a:cubicBezTo>
                        <a:cubicBezTo>
                          <a:pt x="20091" y="13024"/>
                          <a:pt x="14639" y="13822"/>
                          <a:pt x="9629" y="13734"/>
                        </a:cubicBezTo>
                        <a:cubicBezTo>
                          <a:pt x="4664" y="13778"/>
                          <a:pt x="231" y="12714"/>
                          <a:pt x="9" y="1032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03" name="Forme libre : forme 23702">
                    <a:extLst>
                      <a:ext uri="{FF2B5EF4-FFF2-40B4-BE49-F238E27FC236}">
                        <a16:creationId xmlns:a16="http://schemas.microsoft.com/office/drawing/2014/main" id="{FB34F8C5-EA51-4353-B7BC-1122729DDFF0}"/>
                      </a:ext>
                    </a:extLst>
                  </p:cNvPr>
                  <p:cNvSpPr/>
                  <p:nvPr/>
                </p:nvSpPr>
                <p:spPr>
                  <a:xfrm>
                    <a:off x="6158018" y="1242330"/>
                    <a:ext cx="29909" cy="9575"/>
                  </a:xfrm>
                  <a:custGeom>
                    <a:avLst/>
                    <a:gdLst>
                      <a:gd name="connsiteX0" fmla="*/ 21944 w 29909"/>
                      <a:gd name="connsiteY0" fmla="*/ 9575 h 9575"/>
                      <a:gd name="connsiteX1" fmla="*/ 29613 w 29909"/>
                      <a:gd name="connsiteY1" fmla="*/ 2926 h 9575"/>
                      <a:gd name="connsiteX2" fmla="*/ 8423 w 29909"/>
                      <a:gd name="connsiteY2" fmla="*/ 1330 h 9575"/>
                      <a:gd name="connsiteX3" fmla="*/ 0 w 29909"/>
                      <a:gd name="connsiteY3" fmla="*/ 3679 h 9575"/>
                      <a:gd name="connsiteX4" fmla="*/ 4655 w 29909"/>
                      <a:gd name="connsiteY4" fmla="*/ 3148 h 9575"/>
                      <a:gd name="connsiteX5" fmla="*/ 21944 w 29909"/>
                      <a:gd name="connsiteY5" fmla="*/ 9575 h 9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09" h="9575">
                        <a:moveTo>
                          <a:pt x="21944" y="9575"/>
                        </a:moveTo>
                        <a:cubicBezTo>
                          <a:pt x="24382" y="8157"/>
                          <a:pt x="31431" y="5763"/>
                          <a:pt x="29613" y="2926"/>
                        </a:cubicBezTo>
                        <a:cubicBezTo>
                          <a:pt x="26776" y="-1507"/>
                          <a:pt x="15250" y="89"/>
                          <a:pt x="8423" y="1330"/>
                        </a:cubicBezTo>
                        <a:cubicBezTo>
                          <a:pt x="6428" y="1729"/>
                          <a:pt x="2128" y="2882"/>
                          <a:pt x="0" y="3679"/>
                        </a:cubicBezTo>
                        <a:cubicBezTo>
                          <a:pt x="1286" y="3502"/>
                          <a:pt x="3414" y="3103"/>
                          <a:pt x="4655" y="3148"/>
                        </a:cubicBezTo>
                        <a:cubicBezTo>
                          <a:pt x="11748" y="3502"/>
                          <a:pt x="20304" y="4211"/>
                          <a:pt x="21944" y="957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04" name="Forme libre : forme 23703">
                    <a:extLst>
                      <a:ext uri="{FF2B5EF4-FFF2-40B4-BE49-F238E27FC236}">
                        <a16:creationId xmlns:a16="http://schemas.microsoft.com/office/drawing/2014/main" id="{B7A167DE-97CB-402A-8E4B-4DCB2F38E81C}"/>
                      </a:ext>
                    </a:extLst>
                  </p:cNvPr>
                  <p:cNvSpPr/>
                  <p:nvPr/>
                </p:nvSpPr>
                <p:spPr>
                  <a:xfrm>
                    <a:off x="6144085" y="1241337"/>
                    <a:ext cx="41130" cy="13944"/>
                  </a:xfrm>
                  <a:custGeom>
                    <a:avLst/>
                    <a:gdLst>
                      <a:gd name="connsiteX0" fmla="*/ 58 w 41130"/>
                      <a:gd name="connsiteY0" fmla="*/ 10170 h 13944"/>
                      <a:gd name="connsiteX1" fmla="*/ 8481 w 41130"/>
                      <a:gd name="connsiteY1" fmla="*/ 4673 h 13944"/>
                      <a:gd name="connsiteX2" fmla="*/ 20450 w 41130"/>
                      <a:gd name="connsiteY2" fmla="*/ 1304 h 13944"/>
                      <a:gd name="connsiteX3" fmla="*/ 40975 w 41130"/>
                      <a:gd name="connsiteY3" fmla="*/ 3254 h 13944"/>
                      <a:gd name="connsiteX4" fmla="*/ 22666 w 41130"/>
                      <a:gd name="connsiteY4" fmla="*/ 12697 h 13944"/>
                      <a:gd name="connsiteX5" fmla="*/ 9190 w 41130"/>
                      <a:gd name="connsiteY5" fmla="*/ 13938 h 13944"/>
                      <a:gd name="connsiteX6" fmla="*/ 58 w 41130"/>
                      <a:gd name="connsiteY6" fmla="*/ 10170 h 13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130" h="13944">
                        <a:moveTo>
                          <a:pt x="58" y="10170"/>
                        </a:moveTo>
                        <a:cubicBezTo>
                          <a:pt x="634" y="7820"/>
                          <a:pt x="4269" y="6180"/>
                          <a:pt x="8481" y="4673"/>
                        </a:cubicBezTo>
                        <a:cubicBezTo>
                          <a:pt x="12692" y="3210"/>
                          <a:pt x="17613" y="1924"/>
                          <a:pt x="20450" y="1304"/>
                        </a:cubicBezTo>
                        <a:cubicBezTo>
                          <a:pt x="26213" y="62"/>
                          <a:pt x="39202" y="-1578"/>
                          <a:pt x="40975" y="3254"/>
                        </a:cubicBezTo>
                        <a:cubicBezTo>
                          <a:pt x="42837" y="8308"/>
                          <a:pt x="27454" y="11899"/>
                          <a:pt x="22666" y="12697"/>
                        </a:cubicBezTo>
                        <a:cubicBezTo>
                          <a:pt x="20273" y="13140"/>
                          <a:pt x="14421" y="14027"/>
                          <a:pt x="9190" y="13938"/>
                        </a:cubicBezTo>
                        <a:cubicBezTo>
                          <a:pt x="3915" y="13849"/>
                          <a:pt x="-563" y="12564"/>
                          <a:pt x="58" y="1017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05" name="Forme libre : forme 23704">
                    <a:extLst>
                      <a:ext uri="{FF2B5EF4-FFF2-40B4-BE49-F238E27FC236}">
                        <a16:creationId xmlns:a16="http://schemas.microsoft.com/office/drawing/2014/main" id="{89CAB961-B634-4DC9-A3D5-E586698A4717}"/>
                      </a:ext>
                    </a:extLst>
                  </p:cNvPr>
                  <p:cNvSpPr/>
                  <p:nvPr/>
                </p:nvSpPr>
                <p:spPr>
                  <a:xfrm>
                    <a:off x="6154755" y="1233028"/>
                    <a:ext cx="52248" cy="19700"/>
                  </a:xfrm>
                  <a:custGeom>
                    <a:avLst/>
                    <a:gdLst>
                      <a:gd name="connsiteX0" fmla="*/ 50963 w 52248"/>
                      <a:gd name="connsiteY0" fmla="*/ 5933 h 19700"/>
                      <a:gd name="connsiteX1" fmla="*/ 44136 w 52248"/>
                      <a:gd name="connsiteY1" fmla="*/ 2476 h 19700"/>
                      <a:gd name="connsiteX2" fmla="*/ 24764 w 52248"/>
                      <a:gd name="connsiteY2" fmla="*/ 126 h 19700"/>
                      <a:gd name="connsiteX3" fmla="*/ 5967 w 52248"/>
                      <a:gd name="connsiteY3" fmla="*/ 5135 h 19700"/>
                      <a:gd name="connsiteX4" fmla="*/ 337 w 52248"/>
                      <a:gd name="connsiteY4" fmla="*/ 12627 h 19700"/>
                      <a:gd name="connsiteX5" fmla="*/ 6987 w 52248"/>
                      <a:gd name="connsiteY5" fmla="*/ 14223 h 19700"/>
                      <a:gd name="connsiteX6" fmla="*/ 25606 w 52248"/>
                      <a:gd name="connsiteY6" fmla="*/ 17149 h 19700"/>
                      <a:gd name="connsiteX7" fmla="*/ 44890 w 52248"/>
                      <a:gd name="connsiteY7" fmla="*/ 18213 h 19700"/>
                      <a:gd name="connsiteX8" fmla="*/ 50963 w 52248"/>
                      <a:gd name="connsiteY8" fmla="*/ 5933 h 19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248" h="19700">
                        <a:moveTo>
                          <a:pt x="50963" y="5933"/>
                        </a:moveTo>
                        <a:cubicBezTo>
                          <a:pt x="48880" y="3672"/>
                          <a:pt x="47550" y="3141"/>
                          <a:pt x="44136" y="2476"/>
                        </a:cubicBezTo>
                        <a:cubicBezTo>
                          <a:pt x="37620" y="1057"/>
                          <a:pt x="32522" y="-450"/>
                          <a:pt x="24764" y="126"/>
                        </a:cubicBezTo>
                        <a:cubicBezTo>
                          <a:pt x="18336" y="569"/>
                          <a:pt x="10977" y="2476"/>
                          <a:pt x="5967" y="5135"/>
                        </a:cubicBezTo>
                        <a:cubicBezTo>
                          <a:pt x="2199" y="7175"/>
                          <a:pt x="-1081" y="9968"/>
                          <a:pt x="337" y="12627"/>
                        </a:cubicBezTo>
                        <a:cubicBezTo>
                          <a:pt x="1224" y="14267"/>
                          <a:pt x="4371" y="13913"/>
                          <a:pt x="6987" y="14223"/>
                        </a:cubicBezTo>
                        <a:cubicBezTo>
                          <a:pt x="13193" y="14977"/>
                          <a:pt x="19223" y="15287"/>
                          <a:pt x="25606" y="17149"/>
                        </a:cubicBezTo>
                        <a:cubicBezTo>
                          <a:pt x="31059" y="18701"/>
                          <a:pt x="37575" y="21405"/>
                          <a:pt x="44890" y="18213"/>
                        </a:cubicBezTo>
                        <a:cubicBezTo>
                          <a:pt x="51584" y="15287"/>
                          <a:pt x="53978" y="9036"/>
                          <a:pt x="50963" y="593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06" name="Forme libre : forme 23705">
                    <a:extLst>
                      <a:ext uri="{FF2B5EF4-FFF2-40B4-BE49-F238E27FC236}">
                        <a16:creationId xmlns:a16="http://schemas.microsoft.com/office/drawing/2014/main" id="{193CCA64-1774-4BAD-BFFE-52BBB4CF979C}"/>
                      </a:ext>
                    </a:extLst>
                  </p:cNvPr>
                  <p:cNvSpPr/>
                  <p:nvPr/>
                </p:nvSpPr>
                <p:spPr>
                  <a:xfrm>
                    <a:off x="6181600" y="1246606"/>
                    <a:ext cx="16190" cy="9093"/>
                  </a:xfrm>
                  <a:custGeom>
                    <a:avLst/>
                    <a:gdLst>
                      <a:gd name="connsiteX0" fmla="*/ 14987 w 16190"/>
                      <a:gd name="connsiteY0" fmla="*/ 2330 h 9093"/>
                      <a:gd name="connsiteX1" fmla="*/ 16184 w 16190"/>
                      <a:gd name="connsiteY1" fmla="*/ 690 h 9093"/>
                      <a:gd name="connsiteX2" fmla="*/ 14588 w 16190"/>
                      <a:gd name="connsiteY2" fmla="*/ 25 h 9093"/>
                      <a:gd name="connsiteX3" fmla="*/ 11529 w 16190"/>
                      <a:gd name="connsiteY3" fmla="*/ 911 h 9093"/>
                      <a:gd name="connsiteX4" fmla="*/ 4303 w 16190"/>
                      <a:gd name="connsiteY4" fmla="*/ 3882 h 9093"/>
                      <a:gd name="connsiteX5" fmla="*/ 1776 w 16190"/>
                      <a:gd name="connsiteY5" fmla="*/ 5256 h 9093"/>
                      <a:gd name="connsiteX6" fmla="*/ 4347 w 16190"/>
                      <a:gd name="connsiteY6" fmla="*/ 8669 h 9093"/>
                      <a:gd name="connsiteX7" fmla="*/ 14987 w 16190"/>
                      <a:gd name="connsiteY7" fmla="*/ 2330 h 9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190" h="9093">
                        <a:moveTo>
                          <a:pt x="14987" y="2330"/>
                        </a:moveTo>
                        <a:cubicBezTo>
                          <a:pt x="15652" y="1754"/>
                          <a:pt x="16139" y="1310"/>
                          <a:pt x="16184" y="690"/>
                        </a:cubicBezTo>
                        <a:cubicBezTo>
                          <a:pt x="16272" y="69"/>
                          <a:pt x="15519" y="-64"/>
                          <a:pt x="14588" y="25"/>
                        </a:cubicBezTo>
                        <a:cubicBezTo>
                          <a:pt x="13701" y="114"/>
                          <a:pt x="12460" y="557"/>
                          <a:pt x="11529" y="911"/>
                        </a:cubicBezTo>
                        <a:cubicBezTo>
                          <a:pt x="9135" y="1842"/>
                          <a:pt x="6564" y="2818"/>
                          <a:pt x="4303" y="3882"/>
                        </a:cubicBezTo>
                        <a:cubicBezTo>
                          <a:pt x="3372" y="4325"/>
                          <a:pt x="2485" y="4680"/>
                          <a:pt x="1776" y="5256"/>
                        </a:cubicBezTo>
                        <a:cubicBezTo>
                          <a:pt x="-1150" y="7517"/>
                          <a:pt x="-573" y="10132"/>
                          <a:pt x="4347" y="8669"/>
                        </a:cubicBezTo>
                        <a:cubicBezTo>
                          <a:pt x="8160" y="7517"/>
                          <a:pt x="12283" y="4768"/>
                          <a:pt x="14987" y="233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07" name="Forme libre : forme 23706">
                    <a:extLst>
                      <a:ext uri="{FF2B5EF4-FFF2-40B4-BE49-F238E27FC236}">
                        <a16:creationId xmlns:a16="http://schemas.microsoft.com/office/drawing/2014/main" id="{7F37D158-7EFE-4675-8494-438689F65B3F}"/>
                      </a:ext>
                    </a:extLst>
                  </p:cNvPr>
                  <p:cNvSpPr/>
                  <p:nvPr/>
                </p:nvSpPr>
                <p:spPr>
                  <a:xfrm>
                    <a:off x="6132218" y="1235503"/>
                    <a:ext cx="22741" cy="13698"/>
                  </a:xfrm>
                  <a:custGeom>
                    <a:avLst/>
                    <a:gdLst>
                      <a:gd name="connsiteX0" fmla="*/ 0 w 22741"/>
                      <a:gd name="connsiteY0" fmla="*/ 13698 h 13698"/>
                      <a:gd name="connsiteX1" fmla="*/ 10418 w 22741"/>
                      <a:gd name="connsiteY1" fmla="*/ 6428 h 13698"/>
                      <a:gd name="connsiteX2" fmla="*/ 22742 w 22741"/>
                      <a:gd name="connsiteY2" fmla="*/ 0 h 13698"/>
                      <a:gd name="connsiteX3" fmla="*/ 0 w 22741"/>
                      <a:gd name="connsiteY3" fmla="*/ 13698 h 13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741" h="13698">
                        <a:moveTo>
                          <a:pt x="0" y="13698"/>
                        </a:moveTo>
                        <a:cubicBezTo>
                          <a:pt x="2438" y="10817"/>
                          <a:pt x="6472" y="8733"/>
                          <a:pt x="10418" y="6428"/>
                        </a:cubicBezTo>
                        <a:cubicBezTo>
                          <a:pt x="14408" y="4167"/>
                          <a:pt x="18974" y="1906"/>
                          <a:pt x="22742" y="0"/>
                        </a:cubicBezTo>
                        <a:cubicBezTo>
                          <a:pt x="14585" y="4123"/>
                          <a:pt x="7581" y="10152"/>
                          <a:pt x="0" y="136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08" name="Forme libre : forme 23707">
                    <a:extLst>
                      <a:ext uri="{FF2B5EF4-FFF2-40B4-BE49-F238E27FC236}">
                        <a16:creationId xmlns:a16="http://schemas.microsoft.com/office/drawing/2014/main" id="{85CF2DEE-BCC9-4263-9033-4B5D89F6164D}"/>
                      </a:ext>
                    </a:extLst>
                  </p:cNvPr>
                  <p:cNvSpPr/>
                  <p:nvPr/>
                </p:nvSpPr>
                <p:spPr>
                  <a:xfrm>
                    <a:off x="6190779" y="1240203"/>
                    <a:ext cx="25845" cy="21677"/>
                  </a:xfrm>
                  <a:custGeom>
                    <a:avLst/>
                    <a:gdLst>
                      <a:gd name="connsiteX0" fmla="*/ 0 w 25845"/>
                      <a:gd name="connsiteY0" fmla="*/ 21678 h 21677"/>
                      <a:gd name="connsiteX1" fmla="*/ 25845 w 25845"/>
                      <a:gd name="connsiteY1" fmla="*/ 0 h 21677"/>
                      <a:gd name="connsiteX2" fmla="*/ 0 w 25845"/>
                      <a:gd name="connsiteY2" fmla="*/ 21678 h 21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845" h="21677">
                        <a:moveTo>
                          <a:pt x="0" y="21678"/>
                        </a:moveTo>
                        <a:cubicBezTo>
                          <a:pt x="12058" y="17821"/>
                          <a:pt x="21323" y="8733"/>
                          <a:pt x="25845" y="0"/>
                        </a:cubicBezTo>
                        <a:cubicBezTo>
                          <a:pt x="22032" y="8511"/>
                          <a:pt x="9797" y="17067"/>
                          <a:pt x="0" y="2167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09" name="Forme libre : forme 23708">
                    <a:extLst>
                      <a:ext uri="{FF2B5EF4-FFF2-40B4-BE49-F238E27FC236}">
                        <a16:creationId xmlns:a16="http://schemas.microsoft.com/office/drawing/2014/main" id="{A5680EEA-D9EC-4187-9518-EB4894F4E5E7}"/>
                      </a:ext>
                    </a:extLst>
                  </p:cNvPr>
                  <p:cNvSpPr/>
                  <p:nvPr/>
                </p:nvSpPr>
                <p:spPr>
                  <a:xfrm>
                    <a:off x="6156047" y="1250580"/>
                    <a:ext cx="15563" cy="3923"/>
                  </a:xfrm>
                  <a:custGeom>
                    <a:avLst/>
                    <a:gdLst>
                      <a:gd name="connsiteX0" fmla="*/ 65 w 15563"/>
                      <a:gd name="connsiteY0" fmla="*/ 2346 h 3923"/>
                      <a:gd name="connsiteX1" fmla="*/ 8931 w 15563"/>
                      <a:gd name="connsiteY1" fmla="*/ 85 h 3923"/>
                      <a:gd name="connsiteX2" fmla="*/ 15492 w 15563"/>
                      <a:gd name="connsiteY2" fmla="*/ 1592 h 3923"/>
                      <a:gd name="connsiteX3" fmla="*/ 7113 w 15563"/>
                      <a:gd name="connsiteY3" fmla="*/ 3853 h 3923"/>
                      <a:gd name="connsiteX4" fmla="*/ 65 w 15563"/>
                      <a:gd name="connsiteY4" fmla="*/ 2346 h 3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63" h="3923">
                        <a:moveTo>
                          <a:pt x="65" y="2346"/>
                        </a:moveTo>
                        <a:cubicBezTo>
                          <a:pt x="819" y="617"/>
                          <a:pt x="7025" y="262"/>
                          <a:pt x="8931" y="85"/>
                        </a:cubicBezTo>
                        <a:cubicBezTo>
                          <a:pt x="10837" y="-48"/>
                          <a:pt x="16246" y="-270"/>
                          <a:pt x="15492" y="1592"/>
                        </a:cubicBezTo>
                        <a:cubicBezTo>
                          <a:pt x="14694" y="3499"/>
                          <a:pt x="8931" y="3765"/>
                          <a:pt x="7113" y="3853"/>
                        </a:cubicBezTo>
                        <a:cubicBezTo>
                          <a:pt x="5340" y="3986"/>
                          <a:pt x="-689" y="4119"/>
                          <a:pt x="65" y="234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10" name="Forme libre : forme 23709">
                    <a:extLst>
                      <a:ext uri="{FF2B5EF4-FFF2-40B4-BE49-F238E27FC236}">
                        <a16:creationId xmlns:a16="http://schemas.microsoft.com/office/drawing/2014/main" id="{AD55A7E2-2557-4EF8-BDFA-AEA0645A5DBA}"/>
                      </a:ext>
                    </a:extLst>
                  </p:cNvPr>
                  <p:cNvSpPr/>
                  <p:nvPr/>
                </p:nvSpPr>
                <p:spPr>
                  <a:xfrm>
                    <a:off x="6153739" y="1252519"/>
                    <a:ext cx="4437" cy="1667"/>
                  </a:xfrm>
                  <a:custGeom>
                    <a:avLst/>
                    <a:gdLst>
                      <a:gd name="connsiteX0" fmla="*/ 24 w 4437"/>
                      <a:gd name="connsiteY0" fmla="*/ 1160 h 1667"/>
                      <a:gd name="connsiteX1" fmla="*/ 1930 w 4437"/>
                      <a:gd name="connsiteY1" fmla="*/ 96 h 1667"/>
                      <a:gd name="connsiteX2" fmla="*/ 4413 w 4437"/>
                      <a:gd name="connsiteY2" fmla="*/ 495 h 1667"/>
                      <a:gd name="connsiteX3" fmla="*/ 2595 w 4437"/>
                      <a:gd name="connsiteY3" fmla="*/ 1559 h 1667"/>
                      <a:gd name="connsiteX4" fmla="*/ 24 w 4437"/>
                      <a:gd name="connsiteY4" fmla="*/ 1160 h 1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7" h="1667">
                        <a:moveTo>
                          <a:pt x="24" y="1160"/>
                        </a:moveTo>
                        <a:cubicBezTo>
                          <a:pt x="-198" y="539"/>
                          <a:pt x="1177" y="229"/>
                          <a:pt x="1930" y="96"/>
                        </a:cubicBezTo>
                        <a:cubicBezTo>
                          <a:pt x="2684" y="-37"/>
                          <a:pt x="4147" y="-126"/>
                          <a:pt x="4413" y="495"/>
                        </a:cubicBezTo>
                        <a:cubicBezTo>
                          <a:pt x="4634" y="1116"/>
                          <a:pt x="3304" y="1426"/>
                          <a:pt x="2595" y="1559"/>
                        </a:cubicBezTo>
                        <a:cubicBezTo>
                          <a:pt x="1841" y="1692"/>
                          <a:pt x="290" y="1825"/>
                          <a:pt x="24" y="11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711" name="Forme libre : forme 23710">
                    <a:extLst>
                      <a:ext uri="{FF2B5EF4-FFF2-40B4-BE49-F238E27FC236}">
                        <a16:creationId xmlns:a16="http://schemas.microsoft.com/office/drawing/2014/main" id="{6F2FAD04-F84A-439B-93BD-6801B9812A94}"/>
                      </a:ext>
                    </a:extLst>
                  </p:cNvPr>
                  <p:cNvSpPr/>
                  <p:nvPr/>
                </p:nvSpPr>
                <p:spPr>
                  <a:xfrm>
                    <a:off x="6133272" y="1251312"/>
                    <a:ext cx="40334" cy="14719"/>
                  </a:xfrm>
                  <a:custGeom>
                    <a:avLst/>
                    <a:gdLst>
                      <a:gd name="connsiteX0" fmla="*/ 9762 w 40334"/>
                      <a:gd name="connsiteY0" fmla="*/ 9903 h 14719"/>
                      <a:gd name="connsiteX1" fmla="*/ 143 w 40334"/>
                      <a:gd name="connsiteY1" fmla="*/ 2323 h 14719"/>
                      <a:gd name="connsiteX2" fmla="*/ 3157 w 40334"/>
                      <a:gd name="connsiteY2" fmla="*/ 18 h 14719"/>
                      <a:gd name="connsiteX3" fmla="*/ 7590 w 40334"/>
                      <a:gd name="connsiteY3" fmla="*/ 1879 h 14719"/>
                      <a:gd name="connsiteX4" fmla="*/ 21953 w 40334"/>
                      <a:gd name="connsiteY4" fmla="*/ 6977 h 14719"/>
                      <a:gd name="connsiteX5" fmla="*/ 40129 w 40334"/>
                      <a:gd name="connsiteY5" fmla="*/ 10657 h 14719"/>
                      <a:gd name="connsiteX6" fmla="*/ 19958 w 40334"/>
                      <a:gd name="connsiteY6" fmla="*/ 14292 h 14719"/>
                      <a:gd name="connsiteX7" fmla="*/ 9762 w 40334"/>
                      <a:gd name="connsiteY7" fmla="*/ 9903 h 14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334" h="14719">
                        <a:moveTo>
                          <a:pt x="9762" y="9903"/>
                        </a:moveTo>
                        <a:cubicBezTo>
                          <a:pt x="5152" y="7731"/>
                          <a:pt x="2049" y="5825"/>
                          <a:pt x="143" y="2323"/>
                        </a:cubicBezTo>
                        <a:cubicBezTo>
                          <a:pt x="-522" y="1037"/>
                          <a:pt x="1251" y="-160"/>
                          <a:pt x="3157" y="18"/>
                        </a:cubicBezTo>
                        <a:cubicBezTo>
                          <a:pt x="5108" y="150"/>
                          <a:pt x="6260" y="1082"/>
                          <a:pt x="7590" y="1879"/>
                        </a:cubicBezTo>
                        <a:cubicBezTo>
                          <a:pt x="11713" y="4495"/>
                          <a:pt x="16589" y="5869"/>
                          <a:pt x="21953" y="6977"/>
                        </a:cubicBezTo>
                        <a:cubicBezTo>
                          <a:pt x="25367" y="7775"/>
                          <a:pt x="42390" y="6623"/>
                          <a:pt x="40129" y="10657"/>
                        </a:cubicBezTo>
                        <a:cubicBezTo>
                          <a:pt x="37957" y="14780"/>
                          <a:pt x="24791" y="15267"/>
                          <a:pt x="19958" y="14292"/>
                        </a:cubicBezTo>
                        <a:cubicBezTo>
                          <a:pt x="15259" y="13406"/>
                          <a:pt x="13220" y="11455"/>
                          <a:pt x="9762" y="990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674" name="Graphique 2">
                  <a:extLst>
                    <a:ext uri="{FF2B5EF4-FFF2-40B4-BE49-F238E27FC236}">
                      <a16:creationId xmlns:a16="http://schemas.microsoft.com/office/drawing/2014/main" id="{68FC239A-770D-4F04-8500-B2819625238A}"/>
                    </a:ext>
                  </a:extLst>
                </p:cNvPr>
                <p:cNvGrpSpPr/>
                <p:nvPr/>
              </p:nvGrpSpPr>
              <p:grpSpPr>
                <a:xfrm>
                  <a:off x="6039908" y="1223253"/>
                  <a:ext cx="89522" cy="38562"/>
                  <a:chOff x="6039908" y="1223253"/>
                  <a:chExt cx="89522" cy="38562"/>
                </a:xfrm>
                <a:solidFill>
                  <a:schemeClr val="accent1"/>
                </a:solidFill>
              </p:grpSpPr>
              <p:sp>
                <p:nvSpPr>
                  <p:cNvPr id="23688" name="Forme libre : forme 23687">
                    <a:extLst>
                      <a:ext uri="{FF2B5EF4-FFF2-40B4-BE49-F238E27FC236}">
                        <a16:creationId xmlns:a16="http://schemas.microsoft.com/office/drawing/2014/main" id="{44EBD8D0-1EB2-4203-83CA-8ABAF6CCD4C1}"/>
                      </a:ext>
                    </a:extLst>
                  </p:cNvPr>
                  <p:cNvSpPr/>
                  <p:nvPr/>
                </p:nvSpPr>
                <p:spPr>
                  <a:xfrm>
                    <a:off x="6039908" y="1223253"/>
                    <a:ext cx="89522" cy="38562"/>
                  </a:xfrm>
                  <a:custGeom>
                    <a:avLst/>
                    <a:gdLst>
                      <a:gd name="connsiteX0" fmla="*/ 30291 w 89522"/>
                      <a:gd name="connsiteY0" fmla="*/ 15 h 38562"/>
                      <a:gd name="connsiteX1" fmla="*/ 46605 w 89522"/>
                      <a:gd name="connsiteY1" fmla="*/ 902 h 38562"/>
                      <a:gd name="connsiteX2" fmla="*/ 62963 w 89522"/>
                      <a:gd name="connsiteY2" fmla="*/ 3650 h 38562"/>
                      <a:gd name="connsiteX3" fmla="*/ 88764 w 89522"/>
                      <a:gd name="connsiteY3" fmla="*/ 23555 h 38562"/>
                      <a:gd name="connsiteX4" fmla="*/ 85838 w 89522"/>
                      <a:gd name="connsiteY4" fmla="*/ 33174 h 38562"/>
                      <a:gd name="connsiteX5" fmla="*/ 55826 w 89522"/>
                      <a:gd name="connsiteY5" fmla="*/ 38095 h 38562"/>
                      <a:gd name="connsiteX6" fmla="*/ 29848 w 89522"/>
                      <a:gd name="connsiteY6" fmla="*/ 35125 h 38562"/>
                      <a:gd name="connsiteX7" fmla="*/ 3028 w 89522"/>
                      <a:gd name="connsiteY7" fmla="*/ 22934 h 38562"/>
                      <a:gd name="connsiteX8" fmla="*/ 989 w 89522"/>
                      <a:gd name="connsiteY8" fmla="*/ 13358 h 38562"/>
                      <a:gd name="connsiteX9" fmla="*/ 30291 w 89522"/>
                      <a:gd name="connsiteY9" fmla="*/ 15 h 38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9522" h="38562">
                        <a:moveTo>
                          <a:pt x="30291" y="15"/>
                        </a:moveTo>
                        <a:cubicBezTo>
                          <a:pt x="34192" y="-74"/>
                          <a:pt x="40399" y="236"/>
                          <a:pt x="46605" y="902"/>
                        </a:cubicBezTo>
                        <a:cubicBezTo>
                          <a:pt x="52811" y="1566"/>
                          <a:pt x="59018" y="2675"/>
                          <a:pt x="62963" y="3650"/>
                        </a:cubicBezTo>
                        <a:cubicBezTo>
                          <a:pt x="77770" y="7285"/>
                          <a:pt x="83932" y="14555"/>
                          <a:pt x="88764" y="23555"/>
                        </a:cubicBezTo>
                        <a:cubicBezTo>
                          <a:pt x="90493" y="26658"/>
                          <a:pt x="89163" y="31578"/>
                          <a:pt x="85838" y="33174"/>
                        </a:cubicBezTo>
                        <a:cubicBezTo>
                          <a:pt x="76262" y="37652"/>
                          <a:pt x="67973" y="39514"/>
                          <a:pt x="55826" y="38095"/>
                        </a:cubicBezTo>
                        <a:cubicBezTo>
                          <a:pt x="49354" y="37208"/>
                          <a:pt x="36498" y="35657"/>
                          <a:pt x="29848" y="35125"/>
                        </a:cubicBezTo>
                        <a:cubicBezTo>
                          <a:pt x="17524" y="33972"/>
                          <a:pt x="10741" y="29406"/>
                          <a:pt x="3028" y="22934"/>
                        </a:cubicBezTo>
                        <a:cubicBezTo>
                          <a:pt x="368" y="20762"/>
                          <a:pt x="-1095" y="16018"/>
                          <a:pt x="989" y="13358"/>
                        </a:cubicBezTo>
                        <a:cubicBezTo>
                          <a:pt x="7106" y="5601"/>
                          <a:pt x="15662" y="325"/>
                          <a:pt x="30291" y="1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89" name="Forme libre : forme 23688">
                    <a:extLst>
                      <a:ext uri="{FF2B5EF4-FFF2-40B4-BE49-F238E27FC236}">
                        <a16:creationId xmlns:a16="http://schemas.microsoft.com/office/drawing/2014/main" id="{DCDF6149-B9AD-4CE9-A7E2-341B3E81FE40}"/>
                      </a:ext>
                    </a:extLst>
                  </p:cNvPr>
                  <p:cNvSpPr/>
                  <p:nvPr/>
                </p:nvSpPr>
                <p:spPr>
                  <a:xfrm>
                    <a:off x="6040852" y="1223357"/>
                    <a:ext cx="88557" cy="27884"/>
                  </a:xfrm>
                  <a:custGeom>
                    <a:avLst/>
                    <a:gdLst>
                      <a:gd name="connsiteX0" fmla="*/ 55015 w 88557"/>
                      <a:gd name="connsiteY0" fmla="*/ 15073 h 27884"/>
                      <a:gd name="connsiteX1" fmla="*/ 88440 w 88557"/>
                      <a:gd name="connsiteY1" fmla="*/ 27884 h 27884"/>
                      <a:gd name="connsiteX2" fmla="*/ 87820 w 88557"/>
                      <a:gd name="connsiteY2" fmla="*/ 23495 h 27884"/>
                      <a:gd name="connsiteX3" fmla="*/ 85160 w 88557"/>
                      <a:gd name="connsiteY3" fmla="*/ 19018 h 27884"/>
                      <a:gd name="connsiteX4" fmla="*/ 73988 w 88557"/>
                      <a:gd name="connsiteY4" fmla="*/ 8290 h 27884"/>
                      <a:gd name="connsiteX5" fmla="*/ 62019 w 88557"/>
                      <a:gd name="connsiteY5" fmla="*/ 3635 h 27884"/>
                      <a:gd name="connsiteX6" fmla="*/ 56832 w 88557"/>
                      <a:gd name="connsiteY6" fmla="*/ 2527 h 27884"/>
                      <a:gd name="connsiteX7" fmla="*/ 31785 w 88557"/>
                      <a:gd name="connsiteY7" fmla="*/ 0 h 27884"/>
                      <a:gd name="connsiteX8" fmla="*/ 29347 w 88557"/>
                      <a:gd name="connsiteY8" fmla="*/ 0 h 27884"/>
                      <a:gd name="connsiteX9" fmla="*/ 15915 w 88557"/>
                      <a:gd name="connsiteY9" fmla="*/ 2128 h 27884"/>
                      <a:gd name="connsiteX10" fmla="*/ 3192 w 88557"/>
                      <a:gd name="connsiteY10" fmla="*/ 9841 h 27884"/>
                      <a:gd name="connsiteX11" fmla="*/ 89 w 88557"/>
                      <a:gd name="connsiteY11" fmla="*/ 13299 h 27884"/>
                      <a:gd name="connsiteX12" fmla="*/ 0 w 88557"/>
                      <a:gd name="connsiteY12" fmla="*/ 13432 h 27884"/>
                      <a:gd name="connsiteX13" fmla="*/ 55015 w 88557"/>
                      <a:gd name="connsiteY13" fmla="*/ 15073 h 2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8557" h="27884">
                        <a:moveTo>
                          <a:pt x="55015" y="15073"/>
                        </a:moveTo>
                        <a:cubicBezTo>
                          <a:pt x="67560" y="16270"/>
                          <a:pt x="80771" y="20392"/>
                          <a:pt x="88440" y="27884"/>
                        </a:cubicBezTo>
                        <a:cubicBezTo>
                          <a:pt x="88706" y="26377"/>
                          <a:pt x="88529" y="24781"/>
                          <a:pt x="87820" y="23495"/>
                        </a:cubicBezTo>
                        <a:cubicBezTo>
                          <a:pt x="86977" y="21944"/>
                          <a:pt x="86046" y="20437"/>
                          <a:pt x="85160" y="19018"/>
                        </a:cubicBezTo>
                        <a:cubicBezTo>
                          <a:pt x="82411" y="14895"/>
                          <a:pt x="79042" y="11216"/>
                          <a:pt x="73988" y="8290"/>
                        </a:cubicBezTo>
                        <a:cubicBezTo>
                          <a:pt x="70708" y="6428"/>
                          <a:pt x="66807" y="4832"/>
                          <a:pt x="62019" y="3635"/>
                        </a:cubicBezTo>
                        <a:cubicBezTo>
                          <a:pt x="60556" y="3281"/>
                          <a:pt x="58783" y="2926"/>
                          <a:pt x="56832" y="2527"/>
                        </a:cubicBezTo>
                        <a:cubicBezTo>
                          <a:pt x="49207" y="1064"/>
                          <a:pt x="38568" y="89"/>
                          <a:pt x="31785" y="0"/>
                        </a:cubicBezTo>
                        <a:cubicBezTo>
                          <a:pt x="30899" y="0"/>
                          <a:pt x="30101" y="0"/>
                          <a:pt x="29347" y="0"/>
                        </a:cubicBezTo>
                        <a:cubicBezTo>
                          <a:pt x="24160" y="89"/>
                          <a:pt x="19727" y="887"/>
                          <a:pt x="15915" y="2128"/>
                        </a:cubicBezTo>
                        <a:cubicBezTo>
                          <a:pt x="10684" y="3901"/>
                          <a:pt x="6605" y="6605"/>
                          <a:pt x="3192" y="9841"/>
                        </a:cubicBezTo>
                        <a:cubicBezTo>
                          <a:pt x="2084" y="10906"/>
                          <a:pt x="1064" y="12102"/>
                          <a:pt x="89" y="13299"/>
                        </a:cubicBezTo>
                        <a:lnTo>
                          <a:pt x="0" y="13432"/>
                        </a:lnTo>
                        <a:cubicBezTo>
                          <a:pt x="18176" y="12058"/>
                          <a:pt x="37105" y="13211"/>
                          <a:pt x="55015" y="1507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90" name="Forme libre : forme 23689">
                    <a:extLst>
                      <a:ext uri="{FF2B5EF4-FFF2-40B4-BE49-F238E27FC236}">
                        <a16:creationId xmlns:a16="http://schemas.microsoft.com/office/drawing/2014/main" id="{69A9CB5A-1791-486A-8249-2D340FF485E7}"/>
                      </a:ext>
                    </a:extLst>
                  </p:cNvPr>
                  <p:cNvSpPr/>
                  <p:nvPr/>
                </p:nvSpPr>
                <p:spPr>
                  <a:xfrm>
                    <a:off x="6057206" y="1234551"/>
                    <a:ext cx="41710" cy="12434"/>
                  </a:xfrm>
                  <a:custGeom>
                    <a:avLst/>
                    <a:gdLst>
                      <a:gd name="connsiteX0" fmla="*/ 4 w 41710"/>
                      <a:gd name="connsiteY0" fmla="*/ 5208 h 12434"/>
                      <a:gd name="connsiteX1" fmla="*/ 22303 w 41710"/>
                      <a:gd name="connsiteY1" fmla="*/ 199 h 12434"/>
                      <a:gd name="connsiteX2" fmla="*/ 41675 w 41710"/>
                      <a:gd name="connsiteY2" fmla="*/ 9065 h 12434"/>
                      <a:gd name="connsiteX3" fmla="*/ 21416 w 41710"/>
                      <a:gd name="connsiteY3" fmla="*/ 11725 h 12434"/>
                      <a:gd name="connsiteX4" fmla="*/ 8959 w 41710"/>
                      <a:gd name="connsiteY4" fmla="*/ 9863 h 12434"/>
                      <a:gd name="connsiteX5" fmla="*/ 4 w 41710"/>
                      <a:gd name="connsiteY5" fmla="*/ 5208 h 12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710" h="12434">
                        <a:moveTo>
                          <a:pt x="4" y="5208"/>
                        </a:moveTo>
                        <a:cubicBezTo>
                          <a:pt x="-306" y="376"/>
                          <a:pt x="16584" y="-466"/>
                          <a:pt x="22303" y="199"/>
                        </a:cubicBezTo>
                        <a:cubicBezTo>
                          <a:pt x="28021" y="465"/>
                          <a:pt x="42518" y="3878"/>
                          <a:pt x="41675" y="9065"/>
                        </a:cubicBezTo>
                        <a:cubicBezTo>
                          <a:pt x="40877" y="14030"/>
                          <a:pt x="26425" y="12168"/>
                          <a:pt x="21416" y="11725"/>
                        </a:cubicBezTo>
                        <a:cubicBezTo>
                          <a:pt x="18889" y="11414"/>
                          <a:pt x="13658" y="10794"/>
                          <a:pt x="8959" y="9863"/>
                        </a:cubicBezTo>
                        <a:cubicBezTo>
                          <a:pt x="4304" y="8888"/>
                          <a:pt x="137" y="7558"/>
                          <a:pt x="4" y="520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91" name="Forme libre : forme 23690">
                    <a:extLst>
                      <a:ext uri="{FF2B5EF4-FFF2-40B4-BE49-F238E27FC236}">
                        <a16:creationId xmlns:a16="http://schemas.microsoft.com/office/drawing/2014/main" id="{FC3959CC-55DA-43DC-A329-1916FA13ED21}"/>
                      </a:ext>
                    </a:extLst>
                  </p:cNvPr>
                  <p:cNvSpPr/>
                  <p:nvPr/>
                </p:nvSpPr>
                <p:spPr>
                  <a:xfrm>
                    <a:off x="6070110" y="1234592"/>
                    <a:ext cx="29008" cy="12215"/>
                  </a:xfrm>
                  <a:custGeom>
                    <a:avLst/>
                    <a:gdLst>
                      <a:gd name="connsiteX0" fmla="*/ 19461 w 29008"/>
                      <a:gd name="connsiteY0" fmla="*/ 12216 h 12215"/>
                      <a:gd name="connsiteX1" fmla="*/ 28992 w 29008"/>
                      <a:gd name="connsiteY1" fmla="*/ 9024 h 12215"/>
                      <a:gd name="connsiteX2" fmla="*/ 9177 w 29008"/>
                      <a:gd name="connsiteY2" fmla="*/ 113 h 12215"/>
                      <a:gd name="connsiteX3" fmla="*/ 0 w 29008"/>
                      <a:gd name="connsiteY3" fmla="*/ 335 h 12215"/>
                      <a:gd name="connsiteX4" fmla="*/ 4876 w 29008"/>
                      <a:gd name="connsiteY4" fmla="*/ 911 h 12215"/>
                      <a:gd name="connsiteX5" fmla="*/ 19461 w 29008"/>
                      <a:gd name="connsiteY5" fmla="*/ 12216 h 12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008" h="12215">
                        <a:moveTo>
                          <a:pt x="19461" y="12216"/>
                        </a:moveTo>
                        <a:cubicBezTo>
                          <a:pt x="22121" y="11639"/>
                          <a:pt x="29391" y="12304"/>
                          <a:pt x="28992" y="9024"/>
                        </a:cubicBezTo>
                        <a:cubicBezTo>
                          <a:pt x="28416" y="3660"/>
                          <a:pt x="16314" y="690"/>
                          <a:pt x="9177" y="113"/>
                        </a:cubicBezTo>
                        <a:cubicBezTo>
                          <a:pt x="7093" y="-64"/>
                          <a:pt x="2350" y="-64"/>
                          <a:pt x="0" y="335"/>
                        </a:cubicBezTo>
                        <a:cubicBezTo>
                          <a:pt x="1330" y="424"/>
                          <a:pt x="3635" y="512"/>
                          <a:pt x="4876" y="911"/>
                        </a:cubicBezTo>
                        <a:cubicBezTo>
                          <a:pt x="11925" y="2951"/>
                          <a:pt x="19905" y="6586"/>
                          <a:pt x="19461" y="1221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92" name="Forme libre : forme 23691">
                    <a:extLst>
                      <a:ext uri="{FF2B5EF4-FFF2-40B4-BE49-F238E27FC236}">
                        <a16:creationId xmlns:a16="http://schemas.microsoft.com/office/drawing/2014/main" id="{BE95559B-76C3-4A0B-8E6C-39B53CBD7579}"/>
                      </a:ext>
                    </a:extLst>
                  </p:cNvPr>
                  <p:cNvSpPr/>
                  <p:nvPr/>
                </p:nvSpPr>
                <p:spPr>
                  <a:xfrm>
                    <a:off x="6054897" y="1233102"/>
                    <a:ext cx="42088" cy="12272"/>
                  </a:xfrm>
                  <a:custGeom>
                    <a:avLst/>
                    <a:gdLst>
                      <a:gd name="connsiteX0" fmla="*/ 52 w 42088"/>
                      <a:gd name="connsiteY0" fmla="*/ 5504 h 12272"/>
                      <a:gd name="connsiteX1" fmla="*/ 22705 w 42088"/>
                      <a:gd name="connsiteY1" fmla="*/ 96 h 12272"/>
                      <a:gd name="connsiteX2" fmla="*/ 42078 w 42088"/>
                      <a:gd name="connsiteY2" fmla="*/ 8829 h 12272"/>
                      <a:gd name="connsiteX3" fmla="*/ 21818 w 42088"/>
                      <a:gd name="connsiteY3" fmla="*/ 11666 h 12272"/>
                      <a:gd name="connsiteX4" fmla="*/ 8785 w 42088"/>
                      <a:gd name="connsiteY4" fmla="*/ 10026 h 12272"/>
                      <a:gd name="connsiteX5" fmla="*/ 52 w 42088"/>
                      <a:gd name="connsiteY5" fmla="*/ 5504 h 12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088" h="12272">
                        <a:moveTo>
                          <a:pt x="52" y="5504"/>
                        </a:moveTo>
                        <a:cubicBezTo>
                          <a:pt x="1160" y="628"/>
                          <a:pt x="16499" y="-347"/>
                          <a:pt x="22705" y="96"/>
                        </a:cubicBezTo>
                        <a:cubicBezTo>
                          <a:pt x="28911" y="229"/>
                          <a:pt x="42521" y="3510"/>
                          <a:pt x="42078" y="8829"/>
                        </a:cubicBezTo>
                        <a:cubicBezTo>
                          <a:pt x="41679" y="13927"/>
                          <a:pt x="26518" y="11932"/>
                          <a:pt x="21818" y="11666"/>
                        </a:cubicBezTo>
                        <a:cubicBezTo>
                          <a:pt x="19469" y="11445"/>
                          <a:pt x="13750" y="10868"/>
                          <a:pt x="8785" y="10026"/>
                        </a:cubicBezTo>
                        <a:cubicBezTo>
                          <a:pt x="3776" y="9140"/>
                          <a:pt x="-524" y="7898"/>
                          <a:pt x="52" y="550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93" name="Forme libre : forme 23692">
                    <a:extLst>
                      <a:ext uri="{FF2B5EF4-FFF2-40B4-BE49-F238E27FC236}">
                        <a16:creationId xmlns:a16="http://schemas.microsoft.com/office/drawing/2014/main" id="{0FD9E6D4-FD30-4CF0-AB19-CC88B7416CC4}"/>
                      </a:ext>
                    </a:extLst>
                  </p:cNvPr>
                  <p:cNvSpPr/>
                  <p:nvPr/>
                </p:nvSpPr>
                <p:spPr>
                  <a:xfrm>
                    <a:off x="6066941" y="1227186"/>
                    <a:ext cx="51067" cy="27385"/>
                  </a:xfrm>
                  <a:custGeom>
                    <a:avLst/>
                    <a:gdLst>
                      <a:gd name="connsiteX0" fmla="*/ 51047 w 51067"/>
                      <a:gd name="connsiteY0" fmla="*/ 20331 h 27385"/>
                      <a:gd name="connsiteX1" fmla="*/ 47235 w 51067"/>
                      <a:gd name="connsiteY1" fmla="*/ 13504 h 27385"/>
                      <a:gd name="connsiteX2" fmla="*/ 29236 w 51067"/>
                      <a:gd name="connsiteY2" fmla="*/ 2066 h 27385"/>
                      <a:gd name="connsiteX3" fmla="*/ 7869 w 51067"/>
                      <a:gd name="connsiteY3" fmla="*/ 736 h 27385"/>
                      <a:gd name="connsiteX4" fmla="*/ 155 w 51067"/>
                      <a:gd name="connsiteY4" fmla="*/ 6810 h 27385"/>
                      <a:gd name="connsiteX5" fmla="*/ 6628 w 51067"/>
                      <a:gd name="connsiteY5" fmla="*/ 9780 h 27385"/>
                      <a:gd name="connsiteX6" fmla="*/ 23606 w 51067"/>
                      <a:gd name="connsiteY6" fmla="*/ 18159 h 27385"/>
                      <a:gd name="connsiteX7" fmla="*/ 39610 w 51067"/>
                      <a:gd name="connsiteY7" fmla="*/ 27291 h 27385"/>
                      <a:gd name="connsiteX8" fmla="*/ 51047 w 51067"/>
                      <a:gd name="connsiteY8" fmla="*/ 20331 h 27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067" h="27385">
                        <a:moveTo>
                          <a:pt x="51047" y="20331"/>
                        </a:moveTo>
                        <a:cubicBezTo>
                          <a:pt x="50692" y="17228"/>
                          <a:pt x="49939" y="16075"/>
                          <a:pt x="47235" y="13504"/>
                        </a:cubicBezTo>
                        <a:cubicBezTo>
                          <a:pt x="42092" y="8672"/>
                          <a:pt x="37615" y="4682"/>
                          <a:pt x="29236" y="2066"/>
                        </a:cubicBezTo>
                        <a:cubicBezTo>
                          <a:pt x="22276" y="-106"/>
                          <a:pt x="13942" y="-593"/>
                          <a:pt x="7869" y="736"/>
                        </a:cubicBezTo>
                        <a:cubicBezTo>
                          <a:pt x="3303" y="1712"/>
                          <a:pt x="-864" y="3928"/>
                          <a:pt x="155" y="6810"/>
                        </a:cubicBezTo>
                        <a:cubicBezTo>
                          <a:pt x="776" y="8583"/>
                          <a:pt x="4101" y="8849"/>
                          <a:pt x="6628" y="9780"/>
                        </a:cubicBezTo>
                        <a:cubicBezTo>
                          <a:pt x="12656" y="11997"/>
                          <a:pt x="18331" y="14169"/>
                          <a:pt x="23606" y="18159"/>
                        </a:cubicBezTo>
                        <a:cubicBezTo>
                          <a:pt x="28084" y="21528"/>
                          <a:pt x="32428" y="26537"/>
                          <a:pt x="39610" y="27291"/>
                        </a:cubicBezTo>
                        <a:cubicBezTo>
                          <a:pt x="46082" y="28000"/>
                          <a:pt x="51446" y="24631"/>
                          <a:pt x="51047" y="2033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94" name="Forme libre : forme 23693">
                    <a:extLst>
                      <a:ext uri="{FF2B5EF4-FFF2-40B4-BE49-F238E27FC236}">
                        <a16:creationId xmlns:a16="http://schemas.microsoft.com/office/drawing/2014/main" id="{B8A38C12-CDC3-4D42-9E5B-A476B8D4ECD5}"/>
                      </a:ext>
                    </a:extLst>
                  </p:cNvPr>
                  <p:cNvSpPr/>
                  <p:nvPr/>
                </p:nvSpPr>
                <p:spPr>
                  <a:xfrm>
                    <a:off x="6090048" y="1247627"/>
                    <a:ext cx="17012" cy="4543"/>
                  </a:xfrm>
                  <a:custGeom>
                    <a:avLst/>
                    <a:gdLst>
                      <a:gd name="connsiteX0" fmla="*/ 15128 w 17012"/>
                      <a:gd name="connsiteY0" fmla="*/ 3303 h 4543"/>
                      <a:gd name="connsiteX1" fmla="*/ 16901 w 17012"/>
                      <a:gd name="connsiteY1" fmla="*/ 2461 h 4543"/>
                      <a:gd name="connsiteX2" fmla="*/ 15926 w 17012"/>
                      <a:gd name="connsiteY2" fmla="*/ 1087 h 4543"/>
                      <a:gd name="connsiteX3" fmla="*/ 12911 w 17012"/>
                      <a:gd name="connsiteY3" fmla="*/ 422 h 4543"/>
                      <a:gd name="connsiteX4" fmla="*/ 5330 w 17012"/>
                      <a:gd name="connsiteY4" fmla="*/ 23 h 4543"/>
                      <a:gd name="connsiteX5" fmla="*/ 2582 w 17012"/>
                      <a:gd name="connsiteY5" fmla="*/ 289 h 4543"/>
                      <a:gd name="connsiteX6" fmla="*/ 3513 w 17012"/>
                      <a:gd name="connsiteY6" fmla="*/ 4412 h 4543"/>
                      <a:gd name="connsiteX7" fmla="*/ 15128 w 17012"/>
                      <a:gd name="connsiteY7" fmla="*/ 3303 h 4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012" h="4543">
                        <a:moveTo>
                          <a:pt x="15128" y="3303"/>
                        </a:moveTo>
                        <a:cubicBezTo>
                          <a:pt x="15970" y="3126"/>
                          <a:pt x="16546" y="2993"/>
                          <a:pt x="16901" y="2461"/>
                        </a:cubicBezTo>
                        <a:cubicBezTo>
                          <a:pt x="17255" y="1973"/>
                          <a:pt x="16723" y="1441"/>
                          <a:pt x="15926" y="1087"/>
                        </a:cubicBezTo>
                        <a:cubicBezTo>
                          <a:pt x="15128" y="732"/>
                          <a:pt x="13886" y="510"/>
                          <a:pt x="12911" y="422"/>
                        </a:cubicBezTo>
                        <a:cubicBezTo>
                          <a:pt x="10429" y="111"/>
                          <a:pt x="7769" y="-66"/>
                          <a:pt x="5330" y="23"/>
                        </a:cubicBezTo>
                        <a:cubicBezTo>
                          <a:pt x="4355" y="23"/>
                          <a:pt x="3424" y="67"/>
                          <a:pt x="2582" y="289"/>
                        </a:cubicBezTo>
                        <a:cubicBezTo>
                          <a:pt x="-876" y="1353"/>
                          <a:pt x="-1142" y="3968"/>
                          <a:pt x="3513" y="4412"/>
                        </a:cubicBezTo>
                        <a:cubicBezTo>
                          <a:pt x="7192" y="4855"/>
                          <a:pt x="11758" y="4101"/>
                          <a:pt x="15128" y="330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95" name="Forme libre : forme 23694">
                    <a:extLst>
                      <a:ext uri="{FF2B5EF4-FFF2-40B4-BE49-F238E27FC236}">
                        <a16:creationId xmlns:a16="http://schemas.microsoft.com/office/drawing/2014/main" id="{739F8F27-F1EF-4278-85B2-ED9502ABA645}"/>
                      </a:ext>
                    </a:extLst>
                  </p:cNvPr>
                  <p:cNvSpPr/>
                  <p:nvPr/>
                </p:nvSpPr>
                <p:spPr>
                  <a:xfrm>
                    <a:off x="6042270" y="1223977"/>
                    <a:ext cx="26820" cy="13786"/>
                  </a:xfrm>
                  <a:custGeom>
                    <a:avLst/>
                    <a:gdLst>
                      <a:gd name="connsiteX0" fmla="*/ 0 w 26820"/>
                      <a:gd name="connsiteY0" fmla="*/ 13787 h 13786"/>
                      <a:gd name="connsiteX1" fmla="*/ 26820 w 26820"/>
                      <a:gd name="connsiteY1" fmla="*/ 0 h 13786"/>
                      <a:gd name="connsiteX2" fmla="*/ 0 w 26820"/>
                      <a:gd name="connsiteY2" fmla="*/ 13787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820" h="13786">
                        <a:moveTo>
                          <a:pt x="0" y="13787"/>
                        </a:moveTo>
                        <a:cubicBezTo>
                          <a:pt x="3103" y="6871"/>
                          <a:pt x="17378" y="1995"/>
                          <a:pt x="26820" y="0"/>
                        </a:cubicBezTo>
                        <a:cubicBezTo>
                          <a:pt x="16580" y="2261"/>
                          <a:pt x="6295" y="8290"/>
                          <a:pt x="0" y="137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96" name="Forme libre : forme 23695">
                    <a:extLst>
                      <a:ext uri="{FF2B5EF4-FFF2-40B4-BE49-F238E27FC236}">
                        <a16:creationId xmlns:a16="http://schemas.microsoft.com/office/drawing/2014/main" id="{F335AC4B-0150-4D5E-A973-7192667764EC}"/>
                      </a:ext>
                    </a:extLst>
                  </p:cNvPr>
                  <p:cNvSpPr/>
                  <p:nvPr/>
                </p:nvSpPr>
                <p:spPr>
                  <a:xfrm>
                    <a:off x="6095024" y="1255408"/>
                    <a:ext cx="30366" cy="4904"/>
                  </a:xfrm>
                  <a:custGeom>
                    <a:avLst/>
                    <a:gdLst>
                      <a:gd name="connsiteX0" fmla="*/ 0 w 30366"/>
                      <a:gd name="connsiteY0" fmla="*/ 4655 h 4904"/>
                      <a:gd name="connsiteX1" fmla="*/ 30367 w 30366"/>
                      <a:gd name="connsiteY1" fmla="*/ 0 h 4904"/>
                      <a:gd name="connsiteX2" fmla="*/ 0 w 30366"/>
                      <a:gd name="connsiteY2" fmla="*/ 4655 h 4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366" h="4904">
                        <a:moveTo>
                          <a:pt x="0" y="4655"/>
                        </a:moveTo>
                        <a:cubicBezTo>
                          <a:pt x="10772" y="5719"/>
                          <a:pt x="21235" y="3236"/>
                          <a:pt x="30367" y="0"/>
                        </a:cubicBezTo>
                        <a:cubicBezTo>
                          <a:pt x="21988" y="3413"/>
                          <a:pt x="9443" y="3945"/>
                          <a:pt x="0" y="46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97" name="Forme libre : forme 23696">
                    <a:extLst>
                      <a:ext uri="{FF2B5EF4-FFF2-40B4-BE49-F238E27FC236}">
                        <a16:creationId xmlns:a16="http://schemas.microsoft.com/office/drawing/2014/main" id="{D1D76351-6486-4F4B-AFF4-114123AFE620}"/>
                      </a:ext>
                    </a:extLst>
                  </p:cNvPr>
                  <p:cNvSpPr/>
                  <p:nvPr/>
                </p:nvSpPr>
                <p:spPr>
                  <a:xfrm>
                    <a:off x="6066656" y="1240427"/>
                    <a:ext cx="15271" cy="4690"/>
                  </a:xfrm>
                  <a:custGeom>
                    <a:avLst/>
                    <a:gdLst>
                      <a:gd name="connsiteX0" fmla="*/ 129 w 15271"/>
                      <a:gd name="connsiteY0" fmla="*/ 883 h 4690"/>
                      <a:gd name="connsiteX1" fmla="*/ 9261 w 15271"/>
                      <a:gd name="connsiteY1" fmla="*/ 662 h 4690"/>
                      <a:gd name="connsiteX2" fmla="*/ 15069 w 15271"/>
                      <a:gd name="connsiteY2" fmla="*/ 3942 h 4690"/>
                      <a:gd name="connsiteX3" fmla="*/ 6601 w 15271"/>
                      <a:gd name="connsiteY3" fmla="*/ 3854 h 4690"/>
                      <a:gd name="connsiteX4" fmla="*/ 129 w 15271"/>
                      <a:gd name="connsiteY4" fmla="*/ 883 h 4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71" h="4690">
                        <a:moveTo>
                          <a:pt x="129" y="883"/>
                        </a:moveTo>
                        <a:cubicBezTo>
                          <a:pt x="1193" y="-713"/>
                          <a:pt x="7399" y="263"/>
                          <a:pt x="9261" y="662"/>
                        </a:cubicBezTo>
                        <a:cubicBezTo>
                          <a:pt x="11168" y="972"/>
                          <a:pt x="16354" y="2391"/>
                          <a:pt x="15069" y="3942"/>
                        </a:cubicBezTo>
                        <a:cubicBezTo>
                          <a:pt x="13783" y="5494"/>
                          <a:pt x="8330" y="4208"/>
                          <a:pt x="6601" y="3854"/>
                        </a:cubicBezTo>
                        <a:cubicBezTo>
                          <a:pt x="4873" y="3499"/>
                          <a:pt x="-935" y="2435"/>
                          <a:pt x="129" y="88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98" name="Forme libre : forme 23697">
                    <a:extLst>
                      <a:ext uri="{FF2B5EF4-FFF2-40B4-BE49-F238E27FC236}">
                        <a16:creationId xmlns:a16="http://schemas.microsoft.com/office/drawing/2014/main" id="{11CBEAE0-037A-4A4E-9185-971DD1FA580E}"/>
                      </a:ext>
                    </a:extLst>
                  </p:cNvPr>
                  <p:cNvSpPr/>
                  <p:nvPr/>
                </p:nvSpPr>
                <p:spPr>
                  <a:xfrm>
                    <a:off x="6064383" y="1240912"/>
                    <a:ext cx="4357" cy="1519"/>
                  </a:xfrm>
                  <a:custGeom>
                    <a:avLst/>
                    <a:gdLst>
                      <a:gd name="connsiteX0" fmla="*/ 9 w 4357"/>
                      <a:gd name="connsiteY0" fmla="*/ 754 h 1519"/>
                      <a:gd name="connsiteX1" fmla="*/ 2048 w 4357"/>
                      <a:gd name="connsiteY1" fmla="*/ 0 h 1519"/>
                      <a:gd name="connsiteX2" fmla="*/ 4353 w 4357"/>
                      <a:gd name="connsiteY2" fmla="*/ 842 h 1519"/>
                      <a:gd name="connsiteX3" fmla="*/ 2403 w 4357"/>
                      <a:gd name="connsiteY3" fmla="*/ 1507 h 1519"/>
                      <a:gd name="connsiteX4" fmla="*/ 9 w 4357"/>
                      <a:gd name="connsiteY4" fmla="*/ 754 h 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7" h="1519">
                        <a:moveTo>
                          <a:pt x="9" y="754"/>
                        </a:moveTo>
                        <a:cubicBezTo>
                          <a:pt x="-124" y="89"/>
                          <a:pt x="1294" y="0"/>
                          <a:pt x="2048" y="0"/>
                        </a:cubicBezTo>
                        <a:cubicBezTo>
                          <a:pt x="2802" y="0"/>
                          <a:pt x="4264" y="222"/>
                          <a:pt x="4353" y="842"/>
                        </a:cubicBezTo>
                        <a:cubicBezTo>
                          <a:pt x="4442" y="1507"/>
                          <a:pt x="3112" y="1551"/>
                          <a:pt x="2403" y="1507"/>
                        </a:cubicBezTo>
                        <a:cubicBezTo>
                          <a:pt x="1649" y="1551"/>
                          <a:pt x="142" y="1418"/>
                          <a:pt x="9" y="7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99" name="Forme libre : forme 23698">
                    <a:extLst>
                      <a:ext uri="{FF2B5EF4-FFF2-40B4-BE49-F238E27FC236}">
                        <a16:creationId xmlns:a16="http://schemas.microsoft.com/office/drawing/2014/main" id="{676D0572-2B2B-4D2C-858B-3659BBEEE1EC}"/>
                      </a:ext>
                    </a:extLst>
                  </p:cNvPr>
                  <p:cNvSpPr/>
                  <p:nvPr/>
                </p:nvSpPr>
                <p:spPr>
                  <a:xfrm>
                    <a:off x="6044195" y="1238981"/>
                    <a:ext cx="36780" cy="16838"/>
                  </a:xfrm>
                  <a:custGeom>
                    <a:avLst/>
                    <a:gdLst>
                      <a:gd name="connsiteX0" fmla="*/ 9690 w 36780"/>
                      <a:gd name="connsiteY0" fmla="*/ 9334 h 16838"/>
                      <a:gd name="connsiteX1" fmla="*/ 292 w 36780"/>
                      <a:gd name="connsiteY1" fmla="*/ 2818 h 16838"/>
                      <a:gd name="connsiteX2" fmla="*/ 2819 w 36780"/>
                      <a:gd name="connsiteY2" fmla="*/ 25 h 16838"/>
                      <a:gd name="connsiteX3" fmla="*/ 7473 w 36780"/>
                      <a:gd name="connsiteY3" fmla="*/ 1444 h 16838"/>
                      <a:gd name="connsiteX4" fmla="*/ 20817 w 36780"/>
                      <a:gd name="connsiteY4" fmla="*/ 7517 h 16838"/>
                      <a:gd name="connsiteX5" fmla="*/ 36333 w 36780"/>
                      <a:gd name="connsiteY5" fmla="*/ 15364 h 16838"/>
                      <a:gd name="connsiteX6" fmla="*/ 18024 w 36780"/>
                      <a:gd name="connsiteY6" fmla="*/ 14477 h 16838"/>
                      <a:gd name="connsiteX7" fmla="*/ 9690 w 36780"/>
                      <a:gd name="connsiteY7" fmla="*/ 9334 h 16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6780" h="16838">
                        <a:moveTo>
                          <a:pt x="9690" y="9334"/>
                        </a:moveTo>
                        <a:cubicBezTo>
                          <a:pt x="5744" y="7207"/>
                          <a:pt x="2819" y="5832"/>
                          <a:pt x="292" y="2818"/>
                        </a:cubicBezTo>
                        <a:cubicBezTo>
                          <a:pt x="-639" y="1710"/>
                          <a:pt x="779" y="158"/>
                          <a:pt x="2819" y="25"/>
                        </a:cubicBezTo>
                        <a:cubicBezTo>
                          <a:pt x="4814" y="-152"/>
                          <a:pt x="6099" y="646"/>
                          <a:pt x="7473" y="1444"/>
                        </a:cubicBezTo>
                        <a:cubicBezTo>
                          <a:pt x="11685" y="3837"/>
                          <a:pt x="16029" y="5566"/>
                          <a:pt x="20817" y="7517"/>
                        </a:cubicBezTo>
                        <a:cubicBezTo>
                          <a:pt x="23876" y="8537"/>
                          <a:pt x="39613" y="11994"/>
                          <a:pt x="36333" y="15364"/>
                        </a:cubicBezTo>
                        <a:cubicBezTo>
                          <a:pt x="33185" y="18511"/>
                          <a:pt x="21970" y="15851"/>
                          <a:pt x="18024" y="14477"/>
                        </a:cubicBezTo>
                        <a:cubicBezTo>
                          <a:pt x="14212" y="12970"/>
                          <a:pt x="12660" y="10886"/>
                          <a:pt x="9690" y="933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675" name="Graphique 2">
                  <a:extLst>
                    <a:ext uri="{FF2B5EF4-FFF2-40B4-BE49-F238E27FC236}">
                      <a16:creationId xmlns:a16="http://schemas.microsoft.com/office/drawing/2014/main" id="{7E151032-795C-49A7-8B86-02ABDA0CD5C0}"/>
                    </a:ext>
                  </a:extLst>
                </p:cNvPr>
                <p:cNvGrpSpPr/>
                <p:nvPr/>
              </p:nvGrpSpPr>
              <p:grpSpPr>
                <a:xfrm>
                  <a:off x="5950383" y="1226526"/>
                  <a:ext cx="89665" cy="41205"/>
                  <a:chOff x="5950383" y="1226526"/>
                  <a:chExt cx="89665" cy="41205"/>
                </a:xfrm>
                <a:solidFill>
                  <a:schemeClr val="accent1"/>
                </a:solidFill>
              </p:grpSpPr>
              <p:sp>
                <p:nvSpPr>
                  <p:cNvPr id="23676" name="Forme libre : forme 23675">
                    <a:extLst>
                      <a:ext uri="{FF2B5EF4-FFF2-40B4-BE49-F238E27FC236}">
                        <a16:creationId xmlns:a16="http://schemas.microsoft.com/office/drawing/2014/main" id="{3542BA58-C6EA-41B0-9644-AEBB024C7897}"/>
                      </a:ext>
                    </a:extLst>
                  </p:cNvPr>
                  <p:cNvSpPr/>
                  <p:nvPr/>
                </p:nvSpPr>
                <p:spPr>
                  <a:xfrm>
                    <a:off x="5950383" y="1226526"/>
                    <a:ext cx="89665" cy="41205"/>
                  </a:xfrm>
                  <a:custGeom>
                    <a:avLst/>
                    <a:gdLst>
                      <a:gd name="connsiteX0" fmla="*/ 26588 w 89665"/>
                      <a:gd name="connsiteY0" fmla="*/ 6406 h 41205"/>
                      <a:gd name="connsiteX1" fmla="*/ 56289 w 89665"/>
                      <a:gd name="connsiteY1" fmla="*/ 377 h 41205"/>
                      <a:gd name="connsiteX2" fmla="*/ 87587 w 89665"/>
                      <a:gd name="connsiteY2" fmla="*/ 9953 h 41205"/>
                      <a:gd name="connsiteX3" fmla="*/ 87853 w 89665"/>
                      <a:gd name="connsiteY3" fmla="*/ 19972 h 41205"/>
                      <a:gd name="connsiteX4" fmla="*/ 61653 w 89665"/>
                      <a:gd name="connsiteY4" fmla="*/ 35088 h 41205"/>
                      <a:gd name="connsiteX5" fmla="*/ 33769 w 89665"/>
                      <a:gd name="connsiteY5" fmla="*/ 40763 h 41205"/>
                      <a:gd name="connsiteX6" fmla="*/ 13998 w 89665"/>
                      <a:gd name="connsiteY6" fmla="*/ 38635 h 41205"/>
                      <a:gd name="connsiteX7" fmla="*/ 1186 w 89665"/>
                      <a:gd name="connsiteY7" fmla="*/ 27951 h 41205"/>
                      <a:gd name="connsiteX8" fmla="*/ 2782 w 89665"/>
                      <a:gd name="connsiteY8" fmla="*/ 18243 h 41205"/>
                      <a:gd name="connsiteX9" fmla="*/ 13643 w 89665"/>
                      <a:gd name="connsiteY9" fmla="*/ 11416 h 41205"/>
                      <a:gd name="connsiteX10" fmla="*/ 26588 w 89665"/>
                      <a:gd name="connsiteY10" fmla="*/ 6406 h 41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9665" h="41205">
                        <a:moveTo>
                          <a:pt x="26588" y="6406"/>
                        </a:moveTo>
                        <a:cubicBezTo>
                          <a:pt x="32439" y="5032"/>
                          <a:pt x="48133" y="1220"/>
                          <a:pt x="56289" y="377"/>
                        </a:cubicBezTo>
                        <a:cubicBezTo>
                          <a:pt x="71229" y="-1352"/>
                          <a:pt x="79652" y="3037"/>
                          <a:pt x="87587" y="9953"/>
                        </a:cubicBezTo>
                        <a:cubicBezTo>
                          <a:pt x="90336" y="12391"/>
                          <a:pt x="90291" y="17489"/>
                          <a:pt x="87853" y="19972"/>
                        </a:cubicBezTo>
                        <a:cubicBezTo>
                          <a:pt x="80804" y="27286"/>
                          <a:pt x="73711" y="32207"/>
                          <a:pt x="61653" y="35088"/>
                        </a:cubicBezTo>
                        <a:cubicBezTo>
                          <a:pt x="55314" y="36551"/>
                          <a:pt x="41926" y="39654"/>
                          <a:pt x="33769" y="40763"/>
                        </a:cubicBezTo>
                        <a:cubicBezTo>
                          <a:pt x="26322" y="41782"/>
                          <a:pt x="19539" y="41029"/>
                          <a:pt x="13998" y="38635"/>
                        </a:cubicBezTo>
                        <a:cubicBezTo>
                          <a:pt x="8412" y="36285"/>
                          <a:pt x="4201" y="32473"/>
                          <a:pt x="1186" y="27951"/>
                        </a:cubicBezTo>
                        <a:cubicBezTo>
                          <a:pt x="-986" y="24759"/>
                          <a:pt x="-11" y="20016"/>
                          <a:pt x="2782" y="18243"/>
                        </a:cubicBezTo>
                        <a:cubicBezTo>
                          <a:pt x="6772" y="15760"/>
                          <a:pt x="10185" y="13366"/>
                          <a:pt x="13643" y="11416"/>
                        </a:cubicBezTo>
                        <a:cubicBezTo>
                          <a:pt x="17101" y="9421"/>
                          <a:pt x="20780" y="7869"/>
                          <a:pt x="26588" y="640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77" name="Forme libre : forme 23676">
                    <a:extLst>
                      <a:ext uri="{FF2B5EF4-FFF2-40B4-BE49-F238E27FC236}">
                        <a16:creationId xmlns:a16="http://schemas.microsoft.com/office/drawing/2014/main" id="{3501CFFF-CDDC-48EB-846F-1285549D88A5}"/>
                      </a:ext>
                    </a:extLst>
                  </p:cNvPr>
                  <p:cNvSpPr/>
                  <p:nvPr/>
                </p:nvSpPr>
                <p:spPr>
                  <a:xfrm>
                    <a:off x="5953032" y="1226580"/>
                    <a:ext cx="86888" cy="20486"/>
                  </a:xfrm>
                  <a:custGeom>
                    <a:avLst/>
                    <a:gdLst>
                      <a:gd name="connsiteX0" fmla="*/ 51114 w 86888"/>
                      <a:gd name="connsiteY0" fmla="*/ 13578 h 20486"/>
                      <a:gd name="connsiteX1" fmla="*/ 86889 w 86888"/>
                      <a:gd name="connsiteY1" fmla="*/ 13933 h 20486"/>
                      <a:gd name="connsiteX2" fmla="*/ 84938 w 86888"/>
                      <a:gd name="connsiteY2" fmla="*/ 9943 h 20486"/>
                      <a:gd name="connsiteX3" fmla="*/ 80771 w 86888"/>
                      <a:gd name="connsiteY3" fmla="*/ 6618 h 20486"/>
                      <a:gd name="connsiteX4" fmla="*/ 66408 w 86888"/>
                      <a:gd name="connsiteY4" fmla="*/ 545 h 20486"/>
                      <a:gd name="connsiteX5" fmla="*/ 53685 w 86888"/>
                      <a:gd name="connsiteY5" fmla="*/ 368 h 20486"/>
                      <a:gd name="connsiteX6" fmla="*/ 48542 w 86888"/>
                      <a:gd name="connsiteY6" fmla="*/ 1121 h 20486"/>
                      <a:gd name="connsiteX7" fmla="*/ 25934 w 86888"/>
                      <a:gd name="connsiteY7" fmla="*/ 5953 h 20486"/>
                      <a:gd name="connsiteX8" fmla="*/ 23983 w 86888"/>
                      <a:gd name="connsiteY8" fmla="*/ 6397 h 20486"/>
                      <a:gd name="connsiteX9" fmla="*/ 14142 w 86888"/>
                      <a:gd name="connsiteY9" fmla="*/ 9810 h 20486"/>
                      <a:gd name="connsiteX10" fmla="*/ 3768 w 86888"/>
                      <a:gd name="connsiteY10" fmla="*/ 15928 h 20486"/>
                      <a:gd name="connsiteX11" fmla="*/ 133 w 86888"/>
                      <a:gd name="connsiteY11" fmla="*/ 18233 h 20486"/>
                      <a:gd name="connsiteX12" fmla="*/ 0 w 86888"/>
                      <a:gd name="connsiteY12" fmla="*/ 18322 h 20486"/>
                      <a:gd name="connsiteX13" fmla="*/ 25003 w 86888"/>
                      <a:gd name="connsiteY13" fmla="*/ 19474 h 20486"/>
                      <a:gd name="connsiteX14" fmla="*/ 51114 w 86888"/>
                      <a:gd name="connsiteY14" fmla="*/ 13578 h 20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6888" h="20486">
                        <a:moveTo>
                          <a:pt x="51114" y="13578"/>
                        </a:moveTo>
                        <a:cubicBezTo>
                          <a:pt x="63216" y="10475"/>
                          <a:pt x="77003" y="9234"/>
                          <a:pt x="86889" y="13933"/>
                        </a:cubicBezTo>
                        <a:cubicBezTo>
                          <a:pt x="86667" y="12381"/>
                          <a:pt x="86046" y="10963"/>
                          <a:pt x="84938" y="9943"/>
                        </a:cubicBezTo>
                        <a:cubicBezTo>
                          <a:pt x="83564" y="8746"/>
                          <a:pt x="82190" y="7638"/>
                          <a:pt x="80771" y="6618"/>
                        </a:cubicBezTo>
                        <a:cubicBezTo>
                          <a:pt x="76648" y="3692"/>
                          <a:pt x="72082" y="1476"/>
                          <a:pt x="66408" y="545"/>
                        </a:cubicBezTo>
                        <a:cubicBezTo>
                          <a:pt x="62684" y="-76"/>
                          <a:pt x="58561" y="-209"/>
                          <a:pt x="53685" y="368"/>
                        </a:cubicBezTo>
                        <a:cubicBezTo>
                          <a:pt x="52177" y="545"/>
                          <a:pt x="50449" y="811"/>
                          <a:pt x="48542" y="1121"/>
                        </a:cubicBezTo>
                        <a:cubicBezTo>
                          <a:pt x="41006" y="2407"/>
                          <a:pt x="31386" y="4712"/>
                          <a:pt x="25934" y="5953"/>
                        </a:cubicBezTo>
                        <a:cubicBezTo>
                          <a:pt x="25224" y="6131"/>
                          <a:pt x="24559" y="6264"/>
                          <a:pt x="23983" y="6397"/>
                        </a:cubicBezTo>
                        <a:cubicBezTo>
                          <a:pt x="19905" y="7416"/>
                          <a:pt x="16846" y="8524"/>
                          <a:pt x="14142" y="9810"/>
                        </a:cubicBezTo>
                        <a:cubicBezTo>
                          <a:pt x="10506" y="11539"/>
                          <a:pt x="7403" y="13756"/>
                          <a:pt x="3768" y="15928"/>
                        </a:cubicBezTo>
                        <a:cubicBezTo>
                          <a:pt x="2571" y="16726"/>
                          <a:pt x="1419" y="17391"/>
                          <a:pt x="133" y="18233"/>
                        </a:cubicBezTo>
                        <a:lnTo>
                          <a:pt x="0" y="18322"/>
                        </a:lnTo>
                        <a:cubicBezTo>
                          <a:pt x="7758" y="21026"/>
                          <a:pt x="16358" y="20937"/>
                          <a:pt x="25003" y="19474"/>
                        </a:cubicBezTo>
                        <a:cubicBezTo>
                          <a:pt x="33647" y="18100"/>
                          <a:pt x="42425" y="15750"/>
                          <a:pt x="51114" y="1357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78" name="Forme libre : forme 23677">
                    <a:extLst>
                      <a:ext uri="{FF2B5EF4-FFF2-40B4-BE49-F238E27FC236}">
                        <a16:creationId xmlns:a16="http://schemas.microsoft.com/office/drawing/2014/main" id="{E687FDDF-A1B4-4832-BF3B-F211F6C11E9D}"/>
                      </a:ext>
                    </a:extLst>
                  </p:cNvPr>
                  <p:cNvSpPr/>
                  <p:nvPr/>
                </p:nvSpPr>
                <p:spPr>
                  <a:xfrm>
                    <a:off x="5967616" y="1240501"/>
                    <a:ext cx="41236" cy="13855"/>
                  </a:xfrm>
                  <a:custGeom>
                    <a:avLst/>
                    <a:gdLst>
                      <a:gd name="connsiteX0" fmla="*/ 2 w 41236"/>
                      <a:gd name="connsiteY0" fmla="*/ 10208 h 13855"/>
                      <a:gd name="connsiteX1" fmla="*/ 8025 w 41236"/>
                      <a:gd name="connsiteY1" fmla="*/ 4799 h 13855"/>
                      <a:gd name="connsiteX2" fmla="*/ 20216 w 41236"/>
                      <a:gd name="connsiteY2" fmla="*/ 1342 h 13855"/>
                      <a:gd name="connsiteX3" fmla="*/ 41185 w 41236"/>
                      <a:gd name="connsiteY3" fmla="*/ 3381 h 13855"/>
                      <a:gd name="connsiteX4" fmla="*/ 22743 w 41236"/>
                      <a:gd name="connsiteY4" fmla="*/ 12602 h 13855"/>
                      <a:gd name="connsiteX5" fmla="*/ 9666 w 41236"/>
                      <a:gd name="connsiteY5" fmla="*/ 13843 h 13855"/>
                      <a:gd name="connsiteX6" fmla="*/ 2 w 41236"/>
                      <a:gd name="connsiteY6" fmla="*/ 10208 h 13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236" h="13855">
                        <a:moveTo>
                          <a:pt x="2" y="10208"/>
                        </a:moveTo>
                        <a:cubicBezTo>
                          <a:pt x="-87" y="7858"/>
                          <a:pt x="3681" y="6307"/>
                          <a:pt x="8025" y="4799"/>
                        </a:cubicBezTo>
                        <a:cubicBezTo>
                          <a:pt x="12370" y="3336"/>
                          <a:pt x="17512" y="1962"/>
                          <a:pt x="20216" y="1342"/>
                        </a:cubicBezTo>
                        <a:cubicBezTo>
                          <a:pt x="25447" y="145"/>
                          <a:pt x="40121" y="-1717"/>
                          <a:pt x="41185" y="3381"/>
                        </a:cubicBezTo>
                        <a:cubicBezTo>
                          <a:pt x="42205" y="8302"/>
                          <a:pt x="27930" y="11626"/>
                          <a:pt x="22743" y="12602"/>
                        </a:cubicBezTo>
                        <a:cubicBezTo>
                          <a:pt x="20172" y="13045"/>
                          <a:pt x="14719" y="13976"/>
                          <a:pt x="9666" y="13843"/>
                        </a:cubicBezTo>
                        <a:cubicBezTo>
                          <a:pt x="4523" y="13843"/>
                          <a:pt x="90" y="12557"/>
                          <a:pt x="2" y="1020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79" name="Forme libre : forme 23678">
                    <a:extLst>
                      <a:ext uri="{FF2B5EF4-FFF2-40B4-BE49-F238E27FC236}">
                        <a16:creationId xmlns:a16="http://schemas.microsoft.com/office/drawing/2014/main" id="{54CE88F4-3540-4D3D-8E73-50F61F1912D4}"/>
                      </a:ext>
                    </a:extLst>
                  </p:cNvPr>
                  <p:cNvSpPr/>
                  <p:nvPr/>
                </p:nvSpPr>
                <p:spPr>
                  <a:xfrm>
                    <a:off x="5979232" y="1240559"/>
                    <a:ext cx="29955" cy="9617"/>
                  </a:xfrm>
                  <a:custGeom>
                    <a:avLst/>
                    <a:gdLst>
                      <a:gd name="connsiteX0" fmla="*/ 21855 w 29955"/>
                      <a:gd name="connsiteY0" fmla="*/ 9618 h 9617"/>
                      <a:gd name="connsiteX1" fmla="*/ 29746 w 29955"/>
                      <a:gd name="connsiteY1" fmla="*/ 3323 h 9617"/>
                      <a:gd name="connsiteX2" fmla="*/ 8334 w 29955"/>
                      <a:gd name="connsiteY2" fmla="*/ 1372 h 9617"/>
                      <a:gd name="connsiteX3" fmla="*/ 0 w 29955"/>
                      <a:gd name="connsiteY3" fmla="*/ 3811 h 9617"/>
                      <a:gd name="connsiteX4" fmla="*/ 4610 w 29955"/>
                      <a:gd name="connsiteY4" fmla="*/ 3279 h 9617"/>
                      <a:gd name="connsiteX5" fmla="*/ 21855 w 29955"/>
                      <a:gd name="connsiteY5" fmla="*/ 9618 h 9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55" h="9617">
                        <a:moveTo>
                          <a:pt x="21855" y="9618"/>
                        </a:moveTo>
                        <a:cubicBezTo>
                          <a:pt x="24205" y="8199"/>
                          <a:pt x="31253" y="6293"/>
                          <a:pt x="29746" y="3323"/>
                        </a:cubicBezTo>
                        <a:cubicBezTo>
                          <a:pt x="27308" y="-1509"/>
                          <a:pt x="15028" y="-46"/>
                          <a:pt x="8334" y="1372"/>
                        </a:cubicBezTo>
                        <a:cubicBezTo>
                          <a:pt x="6384" y="1771"/>
                          <a:pt x="2039" y="3057"/>
                          <a:pt x="0" y="3811"/>
                        </a:cubicBezTo>
                        <a:cubicBezTo>
                          <a:pt x="1241" y="3678"/>
                          <a:pt x="3369" y="3234"/>
                          <a:pt x="4610" y="3279"/>
                        </a:cubicBezTo>
                        <a:cubicBezTo>
                          <a:pt x="11615" y="3500"/>
                          <a:pt x="20348" y="4121"/>
                          <a:pt x="21855" y="961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80" name="Forme libre : forme 23679">
                    <a:extLst>
                      <a:ext uri="{FF2B5EF4-FFF2-40B4-BE49-F238E27FC236}">
                        <a16:creationId xmlns:a16="http://schemas.microsoft.com/office/drawing/2014/main" id="{A28D2DB7-97CB-45A9-A7B6-648958CBFD5F}"/>
                      </a:ext>
                    </a:extLst>
                  </p:cNvPr>
                  <p:cNvSpPr/>
                  <p:nvPr/>
                </p:nvSpPr>
                <p:spPr>
                  <a:xfrm>
                    <a:off x="5965317" y="1239527"/>
                    <a:ext cx="41184" cy="14048"/>
                  </a:xfrm>
                  <a:custGeom>
                    <a:avLst/>
                    <a:gdLst>
                      <a:gd name="connsiteX0" fmla="*/ 84 w 41184"/>
                      <a:gd name="connsiteY0" fmla="*/ 9985 h 14048"/>
                      <a:gd name="connsiteX1" fmla="*/ 8551 w 41184"/>
                      <a:gd name="connsiteY1" fmla="*/ 4798 h 14048"/>
                      <a:gd name="connsiteX2" fmla="*/ 20343 w 41184"/>
                      <a:gd name="connsiteY2" fmla="*/ 1385 h 14048"/>
                      <a:gd name="connsiteX3" fmla="*/ 41090 w 41184"/>
                      <a:gd name="connsiteY3" fmla="*/ 3512 h 14048"/>
                      <a:gd name="connsiteX4" fmla="*/ 22693 w 41184"/>
                      <a:gd name="connsiteY4" fmla="*/ 12733 h 14048"/>
                      <a:gd name="connsiteX5" fmla="*/ 9127 w 41184"/>
                      <a:gd name="connsiteY5" fmla="*/ 14019 h 14048"/>
                      <a:gd name="connsiteX6" fmla="*/ 84 w 41184"/>
                      <a:gd name="connsiteY6" fmla="*/ 9985 h 14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184" h="14048">
                        <a:moveTo>
                          <a:pt x="84" y="9985"/>
                        </a:moveTo>
                        <a:cubicBezTo>
                          <a:pt x="793" y="7635"/>
                          <a:pt x="4428" y="6217"/>
                          <a:pt x="8551" y="4798"/>
                        </a:cubicBezTo>
                        <a:cubicBezTo>
                          <a:pt x="12674" y="3380"/>
                          <a:pt x="17506" y="2094"/>
                          <a:pt x="20343" y="1385"/>
                        </a:cubicBezTo>
                        <a:cubicBezTo>
                          <a:pt x="25929" y="-34"/>
                          <a:pt x="39627" y="-1586"/>
                          <a:pt x="41090" y="3512"/>
                        </a:cubicBezTo>
                        <a:cubicBezTo>
                          <a:pt x="42508" y="8478"/>
                          <a:pt x="27480" y="11758"/>
                          <a:pt x="22693" y="12733"/>
                        </a:cubicBezTo>
                        <a:cubicBezTo>
                          <a:pt x="20343" y="13177"/>
                          <a:pt x="14447" y="14241"/>
                          <a:pt x="9127" y="14019"/>
                        </a:cubicBezTo>
                        <a:cubicBezTo>
                          <a:pt x="3763" y="13930"/>
                          <a:pt x="-670" y="12334"/>
                          <a:pt x="84" y="998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81" name="Forme libre : forme 23680">
                    <a:extLst>
                      <a:ext uri="{FF2B5EF4-FFF2-40B4-BE49-F238E27FC236}">
                        <a16:creationId xmlns:a16="http://schemas.microsoft.com/office/drawing/2014/main" id="{AC5D08A4-4B70-4A73-A9EB-14B71958F5FD}"/>
                      </a:ext>
                    </a:extLst>
                  </p:cNvPr>
                  <p:cNvSpPr/>
                  <p:nvPr/>
                </p:nvSpPr>
                <p:spPr>
                  <a:xfrm>
                    <a:off x="5975980" y="1231341"/>
                    <a:ext cx="52508" cy="20630"/>
                  </a:xfrm>
                  <a:custGeom>
                    <a:avLst/>
                    <a:gdLst>
                      <a:gd name="connsiteX0" fmla="*/ 52016 w 52508"/>
                      <a:gd name="connsiteY0" fmla="*/ 9483 h 20630"/>
                      <a:gd name="connsiteX1" fmla="*/ 46031 w 52508"/>
                      <a:gd name="connsiteY1" fmla="*/ 4473 h 20630"/>
                      <a:gd name="connsiteX2" fmla="*/ 25328 w 52508"/>
                      <a:gd name="connsiteY2" fmla="*/ 40 h 20630"/>
                      <a:gd name="connsiteX3" fmla="*/ 5823 w 52508"/>
                      <a:gd name="connsiteY3" fmla="*/ 5183 h 20630"/>
                      <a:gd name="connsiteX4" fmla="*/ 326 w 52508"/>
                      <a:gd name="connsiteY4" fmla="*/ 12674 h 20630"/>
                      <a:gd name="connsiteX5" fmla="*/ 6931 w 52508"/>
                      <a:gd name="connsiteY5" fmla="*/ 14270 h 20630"/>
                      <a:gd name="connsiteX6" fmla="*/ 25550 w 52508"/>
                      <a:gd name="connsiteY6" fmla="*/ 17108 h 20630"/>
                      <a:gd name="connsiteX7" fmla="*/ 43814 w 52508"/>
                      <a:gd name="connsiteY7" fmla="*/ 20078 h 20630"/>
                      <a:gd name="connsiteX8" fmla="*/ 52016 w 52508"/>
                      <a:gd name="connsiteY8" fmla="*/ 9483 h 20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508" h="20630">
                        <a:moveTo>
                          <a:pt x="52016" y="9483"/>
                        </a:moveTo>
                        <a:cubicBezTo>
                          <a:pt x="50597" y="6690"/>
                          <a:pt x="49444" y="5892"/>
                          <a:pt x="46031" y="4473"/>
                        </a:cubicBezTo>
                        <a:cubicBezTo>
                          <a:pt x="39559" y="1725"/>
                          <a:pt x="33929" y="-314"/>
                          <a:pt x="25328" y="40"/>
                        </a:cubicBezTo>
                        <a:cubicBezTo>
                          <a:pt x="18147" y="395"/>
                          <a:pt x="10744" y="2523"/>
                          <a:pt x="5823" y="5183"/>
                        </a:cubicBezTo>
                        <a:cubicBezTo>
                          <a:pt x="2143" y="7222"/>
                          <a:pt x="-1049" y="10015"/>
                          <a:pt x="326" y="12674"/>
                        </a:cubicBezTo>
                        <a:cubicBezTo>
                          <a:pt x="1212" y="14315"/>
                          <a:pt x="4315" y="13960"/>
                          <a:pt x="6931" y="14270"/>
                        </a:cubicBezTo>
                        <a:cubicBezTo>
                          <a:pt x="13137" y="14980"/>
                          <a:pt x="19211" y="15113"/>
                          <a:pt x="25550" y="17108"/>
                        </a:cubicBezTo>
                        <a:cubicBezTo>
                          <a:pt x="30958" y="18792"/>
                          <a:pt x="36766" y="21895"/>
                          <a:pt x="43814" y="20078"/>
                        </a:cubicBezTo>
                        <a:cubicBezTo>
                          <a:pt x="50109" y="18438"/>
                          <a:pt x="53922" y="13384"/>
                          <a:pt x="52016" y="94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82" name="Forme libre : forme 23681">
                    <a:extLst>
                      <a:ext uri="{FF2B5EF4-FFF2-40B4-BE49-F238E27FC236}">
                        <a16:creationId xmlns:a16="http://schemas.microsoft.com/office/drawing/2014/main" id="{8FE1AAE0-20DB-4B7F-A499-C24581E1FC1D}"/>
                      </a:ext>
                    </a:extLst>
                  </p:cNvPr>
                  <p:cNvSpPr/>
                  <p:nvPr/>
                </p:nvSpPr>
                <p:spPr>
                  <a:xfrm>
                    <a:off x="6002634" y="1246270"/>
                    <a:ext cx="15990" cy="7713"/>
                  </a:xfrm>
                  <a:custGeom>
                    <a:avLst/>
                    <a:gdLst>
                      <a:gd name="connsiteX0" fmla="*/ 14589 w 15990"/>
                      <a:gd name="connsiteY0" fmla="*/ 2355 h 7713"/>
                      <a:gd name="connsiteX1" fmla="*/ 15963 w 15990"/>
                      <a:gd name="connsiteY1" fmla="*/ 937 h 7713"/>
                      <a:gd name="connsiteX2" fmla="*/ 14545 w 15990"/>
                      <a:gd name="connsiteY2" fmla="*/ 6 h 7713"/>
                      <a:gd name="connsiteX3" fmla="*/ 11486 w 15990"/>
                      <a:gd name="connsiteY3" fmla="*/ 405 h 7713"/>
                      <a:gd name="connsiteX4" fmla="*/ 4260 w 15990"/>
                      <a:gd name="connsiteY4" fmla="*/ 2666 h 7713"/>
                      <a:gd name="connsiteX5" fmla="*/ 1778 w 15990"/>
                      <a:gd name="connsiteY5" fmla="*/ 3862 h 7713"/>
                      <a:gd name="connsiteX6" fmla="*/ 4127 w 15990"/>
                      <a:gd name="connsiteY6" fmla="*/ 7409 h 7713"/>
                      <a:gd name="connsiteX7" fmla="*/ 14589 w 15990"/>
                      <a:gd name="connsiteY7" fmla="*/ 2355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990" h="7713">
                        <a:moveTo>
                          <a:pt x="14589" y="2355"/>
                        </a:moveTo>
                        <a:cubicBezTo>
                          <a:pt x="15299" y="1868"/>
                          <a:pt x="15786" y="1513"/>
                          <a:pt x="15963" y="937"/>
                        </a:cubicBezTo>
                        <a:cubicBezTo>
                          <a:pt x="16141" y="360"/>
                          <a:pt x="15432" y="50"/>
                          <a:pt x="14545" y="6"/>
                        </a:cubicBezTo>
                        <a:cubicBezTo>
                          <a:pt x="13658" y="-39"/>
                          <a:pt x="12417" y="183"/>
                          <a:pt x="11486" y="405"/>
                        </a:cubicBezTo>
                        <a:cubicBezTo>
                          <a:pt x="9048" y="1025"/>
                          <a:pt x="6477" y="1735"/>
                          <a:pt x="4260" y="2666"/>
                        </a:cubicBezTo>
                        <a:cubicBezTo>
                          <a:pt x="3329" y="3065"/>
                          <a:pt x="2442" y="3375"/>
                          <a:pt x="1778" y="3862"/>
                        </a:cubicBezTo>
                        <a:cubicBezTo>
                          <a:pt x="-1148" y="6035"/>
                          <a:pt x="-528" y="8606"/>
                          <a:pt x="4127" y="7409"/>
                        </a:cubicBezTo>
                        <a:cubicBezTo>
                          <a:pt x="7718" y="6567"/>
                          <a:pt x="11708" y="4306"/>
                          <a:pt x="14589" y="235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83" name="Forme libre : forme 23682">
                    <a:extLst>
                      <a:ext uri="{FF2B5EF4-FFF2-40B4-BE49-F238E27FC236}">
                        <a16:creationId xmlns:a16="http://schemas.microsoft.com/office/drawing/2014/main" id="{88278468-2041-4BA9-BE60-47BA9B335CFC}"/>
                      </a:ext>
                    </a:extLst>
                  </p:cNvPr>
                  <p:cNvSpPr/>
                  <p:nvPr/>
                </p:nvSpPr>
                <p:spPr>
                  <a:xfrm>
                    <a:off x="5953830" y="1233863"/>
                    <a:ext cx="22387" cy="12501"/>
                  </a:xfrm>
                  <a:custGeom>
                    <a:avLst/>
                    <a:gdLst>
                      <a:gd name="connsiteX0" fmla="*/ 0 w 22387"/>
                      <a:gd name="connsiteY0" fmla="*/ 12501 h 12501"/>
                      <a:gd name="connsiteX1" fmla="*/ 10684 w 22387"/>
                      <a:gd name="connsiteY1" fmla="*/ 6029 h 12501"/>
                      <a:gd name="connsiteX2" fmla="*/ 22387 w 22387"/>
                      <a:gd name="connsiteY2" fmla="*/ 0 h 12501"/>
                      <a:gd name="connsiteX3" fmla="*/ 11349 w 22387"/>
                      <a:gd name="connsiteY3" fmla="*/ 6694 h 12501"/>
                      <a:gd name="connsiteX4" fmla="*/ 0 w 22387"/>
                      <a:gd name="connsiteY4" fmla="*/ 12501 h 12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87" h="12501">
                        <a:moveTo>
                          <a:pt x="0" y="12501"/>
                        </a:moveTo>
                        <a:cubicBezTo>
                          <a:pt x="2616" y="9886"/>
                          <a:pt x="6738" y="8068"/>
                          <a:pt x="10684" y="6029"/>
                        </a:cubicBezTo>
                        <a:cubicBezTo>
                          <a:pt x="15073" y="3768"/>
                          <a:pt x="19195" y="1640"/>
                          <a:pt x="22387" y="0"/>
                        </a:cubicBezTo>
                        <a:cubicBezTo>
                          <a:pt x="18575" y="1995"/>
                          <a:pt x="14984" y="4433"/>
                          <a:pt x="11349" y="6694"/>
                        </a:cubicBezTo>
                        <a:cubicBezTo>
                          <a:pt x="7669" y="8999"/>
                          <a:pt x="3724" y="10994"/>
                          <a:pt x="0" y="1250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84" name="Forme libre : forme 23683">
                    <a:extLst>
                      <a:ext uri="{FF2B5EF4-FFF2-40B4-BE49-F238E27FC236}">
                        <a16:creationId xmlns:a16="http://schemas.microsoft.com/office/drawing/2014/main" id="{5294A5AF-AE82-4D11-A40F-D3EC40B8363E}"/>
                      </a:ext>
                    </a:extLst>
                  </p:cNvPr>
                  <p:cNvSpPr/>
                  <p:nvPr/>
                </p:nvSpPr>
                <p:spPr>
                  <a:xfrm>
                    <a:off x="6010884" y="1245655"/>
                    <a:ext cx="26731" cy="15028"/>
                  </a:xfrm>
                  <a:custGeom>
                    <a:avLst/>
                    <a:gdLst>
                      <a:gd name="connsiteX0" fmla="*/ 0 w 26731"/>
                      <a:gd name="connsiteY0" fmla="*/ 15028 h 15028"/>
                      <a:gd name="connsiteX1" fmla="*/ 26732 w 26731"/>
                      <a:gd name="connsiteY1" fmla="*/ 0 h 15028"/>
                      <a:gd name="connsiteX2" fmla="*/ 0 w 26731"/>
                      <a:gd name="connsiteY2" fmla="*/ 15028 h 15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731" h="15028">
                        <a:moveTo>
                          <a:pt x="0" y="15028"/>
                        </a:moveTo>
                        <a:cubicBezTo>
                          <a:pt x="10640" y="12324"/>
                          <a:pt x="19594" y="6073"/>
                          <a:pt x="26732" y="0"/>
                        </a:cubicBezTo>
                        <a:cubicBezTo>
                          <a:pt x="20304" y="5985"/>
                          <a:pt x="8689" y="11216"/>
                          <a:pt x="0" y="150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85" name="Forme libre : forme 23684">
                    <a:extLst>
                      <a:ext uri="{FF2B5EF4-FFF2-40B4-BE49-F238E27FC236}">
                        <a16:creationId xmlns:a16="http://schemas.microsoft.com/office/drawing/2014/main" id="{274E04C9-8BF5-4E66-B832-A3502E2A8BF8}"/>
                      </a:ext>
                    </a:extLst>
                  </p:cNvPr>
                  <p:cNvSpPr/>
                  <p:nvPr/>
                </p:nvSpPr>
                <p:spPr>
                  <a:xfrm>
                    <a:off x="5977254" y="1248812"/>
                    <a:ext cx="15570" cy="4032"/>
                  </a:xfrm>
                  <a:custGeom>
                    <a:avLst/>
                    <a:gdLst>
                      <a:gd name="connsiteX0" fmla="*/ 72 w 15570"/>
                      <a:gd name="connsiteY0" fmla="*/ 2429 h 4032"/>
                      <a:gd name="connsiteX1" fmla="*/ 8938 w 15570"/>
                      <a:gd name="connsiteY1" fmla="*/ 123 h 4032"/>
                      <a:gd name="connsiteX2" fmla="*/ 15499 w 15570"/>
                      <a:gd name="connsiteY2" fmla="*/ 1586 h 4032"/>
                      <a:gd name="connsiteX3" fmla="*/ 7165 w 15570"/>
                      <a:gd name="connsiteY3" fmla="*/ 3936 h 4032"/>
                      <a:gd name="connsiteX4" fmla="*/ 72 w 15570"/>
                      <a:gd name="connsiteY4" fmla="*/ 2429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70" h="4032">
                        <a:moveTo>
                          <a:pt x="72" y="2429"/>
                        </a:moveTo>
                        <a:cubicBezTo>
                          <a:pt x="870" y="744"/>
                          <a:pt x="7032" y="301"/>
                          <a:pt x="8938" y="123"/>
                        </a:cubicBezTo>
                        <a:cubicBezTo>
                          <a:pt x="10844" y="-54"/>
                          <a:pt x="16253" y="-320"/>
                          <a:pt x="15499" y="1586"/>
                        </a:cubicBezTo>
                        <a:cubicBezTo>
                          <a:pt x="14745" y="3492"/>
                          <a:pt x="8982" y="3847"/>
                          <a:pt x="7165" y="3936"/>
                        </a:cubicBezTo>
                        <a:cubicBezTo>
                          <a:pt x="5347" y="4113"/>
                          <a:pt x="-726" y="4246"/>
                          <a:pt x="72" y="242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86" name="Forme libre : forme 23685">
                    <a:extLst>
                      <a:ext uri="{FF2B5EF4-FFF2-40B4-BE49-F238E27FC236}">
                        <a16:creationId xmlns:a16="http://schemas.microsoft.com/office/drawing/2014/main" id="{D74FC1AC-5A0E-40DE-A668-2CB63C01FBDC}"/>
                      </a:ext>
                    </a:extLst>
                  </p:cNvPr>
                  <p:cNvSpPr/>
                  <p:nvPr/>
                </p:nvSpPr>
                <p:spPr>
                  <a:xfrm>
                    <a:off x="5974953" y="1250898"/>
                    <a:ext cx="4445" cy="1616"/>
                  </a:xfrm>
                  <a:custGeom>
                    <a:avLst/>
                    <a:gdLst>
                      <a:gd name="connsiteX0" fmla="*/ 23 w 4445"/>
                      <a:gd name="connsiteY0" fmla="*/ 1141 h 1616"/>
                      <a:gd name="connsiteX1" fmla="*/ 1929 w 4445"/>
                      <a:gd name="connsiteY1" fmla="*/ 77 h 1616"/>
                      <a:gd name="connsiteX2" fmla="*/ 4412 w 4445"/>
                      <a:gd name="connsiteY2" fmla="*/ 476 h 1616"/>
                      <a:gd name="connsiteX3" fmla="*/ 2550 w 4445"/>
                      <a:gd name="connsiteY3" fmla="*/ 1539 h 1616"/>
                      <a:gd name="connsiteX4" fmla="*/ 23 w 4445"/>
                      <a:gd name="connsiteY4" fmla="*/ 1141 h 1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45" h="1616">
                        <a:moveTo>
                          <a:pt x="23" y="1141"/>
                        </a:moveTo>
                        <a:cubicBezTo>
                          <a:pt x="-198" y="520"/>
                          <a:pt x="1220" y="165"/>
                          <a:pt x="1929" y="77"/>
                        </a:cubicBezTo>
                        <a:cubicBezTo>
                          <a:pt x="2683" y="-12"/>
                          <a:pt x="4146" y="-145"/>
                          <a:pt x="4412" y="476"/>
                        </a:cubicBezTo>
                        <a:cubicBezTo>
                          <a:pt x="4678" y="1096"/>
                          <a:pt x="3304" y="1451"/>
                          <a:pt x="2550" y="1539"/>
                        </a:cubicBezTo>
                        <a:cubicBezTo>
                          <a:pt x="1796" y="1628"/>
                          <a:pt x="245" y="1761"/>
                          <a:pt x="23" y="11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87" name="Forme libre : forme 23686">
                    <a:extLst>
                      <a:ext uri="{FF2B5EF4-FFF2-40B4-BE49-F238E27FC236}">
                        <a16:creationId xmlns:a16="http://schemas.microsoft.com/office/drawing/2014/main" id="{04A62E43-FE16-4FD9-95BA-6C9C8DABA6E6}"/>
                      </a:ext>
                    </a:extLst>
                  </p:cNvPr>
                  <p:cNvSpPr/>
                  <p:nvPr/>
                </p:nvSpPr>
                <p:spPr>
                  <a:xfrm>
                    <a:off x="5954479" y="1248778"/>
                    <a:ext cx="40411" cy="15645"/>
                  </a:xfrm>
                  <a:custGeom>
                    <a:avLst/>
                    <a:gdLst>
                      <a:gd name="connsiteX0" fmla="*/ 9281 w 40411"/>
                      <a:gd name="connsiteY0" fmla="*/ 10398 h 15645"/>
                      <a:gd name="connsiteX1" fmla="*/ 105 w 40411"/>
                      <a:gd name="connsiteY1" fmla="*/ 2108 h 15645"/>
                      <a:gd name="connsiteX2" fmla="*/ 3297 w 40411"/>
                      <a:gd name="connsiteY2" fmla="*/ 69 h 15645"/>
                      <a:gd name="connsiteX3" fmla="*/ 7552 w 40411"/>
                      <a:gd name="connsiteY3" fmla="*/ 2241 h 15645"/>
                      <a:gd name="connsiteX4" fmla="*/ 21871 w 40411"/>
                      <a:gd name="connsiteY4" fmla="*/ 7827 h 15645"/>
                      <a:gd name="connsiteX5" fmla="*/ 33264 w 40411"/>
                      <a:gd name="connsiteY5" fmla="*/ 8448 h 15645"/>
                      <a:gd name="connsiteX6" fmla="*/ 40224 w 40411"/>
                      <a:gd name="connsiteY6" fmla="*/ 11418 h 15645"/>
                      <a:gd name="connsiteX7" fmla="*/ 31181 w 40411"/>
                      <a:gd name="connsiteY7" fmla="*/ 15275 h 15645"/>
                      <a:gd name="connsiteX8" fmla="*/ 19655 w 40411"/>
                      <a:gd name="connsiteY8" fmla="*/ 15141 h 15645"/>
                      <a:gd name="connsiteX9" fmla="*/ 9281 w 40411"/>
                      <a:gd name="connsiteY9" fmla="*/ 10398 h 15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0411" h="15645">
                        <a:moveTo>
                          <a:pt x="9281" y="10398"/>
                        </a:moveTo>
                        <a:cubicBezTo>
                          <a:pt x="4715" y="7960"/>
                          <a:pt x="1701" y="5743"/>
                          <a:pt x="105" y="2108"/>
                        </a:cubicBezTo>
                        <a:cubicBezTo>
                          <a:pt x="-472" y="778"/>
                          <a:pt x="1435" y="-286"/>
                          <a:pt x="3297" y="69"/>
                        </a:cubicBezTo>
                        <a:cubicBezTo>
                          <a:pt x="5247" y="291"/>
                          <a:pt x="6311" y="1355"/>
                          <a:pt x="7552" y="2241"/>
                        </a:cubicBezTo>
                        <a:cubicBezTo>
                          <a:pt x="11498" y="5123"/>
                          <a:pt x="16418" y="6763"/>
                          <a:pt x="21871" y="7827"/>
                        </a:cubicBezTo>
                        <a:cubicBezTo>
                          <a:pt x="23600" y="8182"/>
                          <a:pt x="28831" y="8182"/>
                          <a:pt x="33264" y="8448"/>
                        </a:cubicBezTo>
                        <a:cubicBezTo>
                          <a:pt x="37653" y="8714"/>
                          <a:pt x="41288" y="9378"/>
                          <a:pt x="40224" y="11418"/>
                        </a:cubicBezTo>
                        <a:cubicBezTo>
                          <a:pt x="39116" y="13457"/>
                          <a:pt x="35436" y="14698"/>
                          <a:pt x="31181" y="15275"/>
                        </a:cubicBezTo>
                        <a:cubicBezTo>
                          <a:pt x="26925" y="15851"/>
                          <a:pt x="22181" y="15718"/>
                          <a:pt x="19655" y="15141"/>
                        </a:cubicBezTo>
                        <a:cubicBezTo>
                          <a:pt x="14734" y="14211"/>
                          <a:pt x="12695" y="12083"/>
                          <a:pt x="9281" y="1039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43" name="Graphique 2">
                <a:extLst>
                  <a:ext uri="{FF2B5EF4-FFF2-40B4-BE49-F238E27FC236}">
                    <a16:creationId xmlns:a16="http://schemas.microsoft.com/office/drawing/2014/main" id="{70E734E7-EDD5-42C5-8A32-187EA2500FAB}"/>
                  </a:ext>
                </a:extLst>
              </p:cNvPr>
              <p:cNvGrpSpPr/>
              <p:nvPr/>
            </p:nvGrpSpPr>
            <p:grpSpPr>
              <a:xfrm>
                <a:off x="4871682" y="1104993"/>
                <a:ext cx="537965" cy="154892"/>
                <a:chOff x="4871682" y="1104993"/>
                <a:chExt cx="537965" cy="154892"/>
              </a:xfrm>
              <a:solidFill>
                <a:schemeClr val="accent1"/>
              </a:solidFill>
            </p:grpSpPr>
            <p:grpSp>
              <p:nvGrpSpPr>
                <p:cNvPr id="23580" name="Graphique 2">
                  <a:extLst>
                    <a:ext uri="{FF2B5EF4-FFF2-40B4-BE49-F238E27FC236}">
                      <a16:creationId xmlns:a16="http://schemas.microsoft.com/office/drawing/2014/main" id="{32C8BD10-3439-4847-A836-A522FAD51EF4}"/>
                    </a:ext>
                  </a:extLst>
                </p:cNvPr>
                <p:cNvGrpSpPr/>
                <p:nvPr/>
              </p:nvGrpSpPr>
              <p:grpSpPr>
                <a:xfrm>
                  <a:off x="4871682" y="1104993"/>
                  <a:ext cx="90760" cy="36784"/>
                  <a:chOff x="4871682" y="1104993"/>
                  <a:chExt cx="90760" cy="36784"/>
                </a:xfrm>
                <a:solidFill>
                  <a:schemeClr val="accent1"/>
                </a:solidFill>
              </p:grpSpPr>
              <p:sp>
                <p:nvSpPr>
                  <p:cNvPr id="23659" name="Forme libre : forme 23658">
                    <a:extLst>
                      <a:ext uri="{FF2B5EF4-FFF2-40B4-BE49-F238E27FC236}">
                        <a16:creationId xmlns:a16="http://schemas.microsoft.com/office/drawing/2014/main" id="{516B48A4-30DE-4710-8946-CB852A48140E}"/>
                      </a:ext>
                    </a:extLst>
                  </p:cNvPr>
                  <p:cNvSpPr/>
                  <p:nvPr/>
                </p:nvSpPr>
                <p:spPr>
                  <a:xfrm>
                    <a:off x="4871682" y="1104993"/>
                    <a:ext cx="90760" cy="36784"/>
                  </a:xfrm>
                  <a:custGeom>
                    <a:avLst/>
                    <a:gdLst>
                      <a:gd name="connsiteX0" fmla="*/ 61251 w 90760"/>
                      <a:gd name="connsiteY0" fmla="*/ 35154 h 36784"/>
                      <a:gd name="connsiteX1" fmla="*/ 54512 w 90760"/>
                      <a:gd name="connsiteY1" fmla="*/ 35509 h 36784"/>
                      <a:gd name="connsiteX2" fmla="*/ 46488 w 90760"/>
                      <a:gd name="connsiteY2" fmla="*/ 35775 h 36784"/>
                      <a:gd name="connsiteX3" fmla="*/ 32746 w 90760"/>
                      <a:gd name="connsiteY3" fmla="*/ 36617 h 36784"/>
                      <a:gd name="connsiteX4" fmla="*/ 4152 w 90760"/>
                      <a:gd name="connsiteY4" fmla="*/ 29968 h 36784"/>
                      <a:gd name="connsiteX5" fmla="*/ 739 w 90760"/>
                      <a:gd name="connsiteY5" fmla="*/ 20525 h 36784"/>
                      <a:gd name="connsiteX6" fmla="*/ 29111 w 90760"/>
                      <a:gd name="connsiteY6" fmla="*/ 1685 h 36784"/>
                      <a:gd name="connsiteX7" fmla="*/ 44760 w 90760"/>
                      <a:gd name="connsiteY7" fmla="*/ 133 h 36784"/>
                      <a:gd name="connsiteX8" fmla="*/ 49148 w 90760"/>
                      <a:gd name="connsiteY8" fmla="*/ 0 h 36784"/>
                      <a:gd name="connsiteX9" fmla="*/ 53049 w 90760"/>
                      <a:gd name="connsiteY9" fmla="*/ 0 h 36784"/>
                      <a:gd name="connsiteX10" fmla="*/ 59655 w 90760"/>
                      <a:gd name="connsiteY10" fmla="*/ 89 h 36784"/>
                      <a:gd name="connsiteX11" fmla="*/ 88248 w 90760"/>
                      <a:gd name="connsiteY11" fmla="*/ 12590 h 36784"/>
                      <a:gd name="connsiteX12" fmla="*/ 89445 w 90760"/>
                      <a:gd name="connsiteY12" fmla="*/ 22343 h 36784"/>
                      <a:gd name="connsiteX13" fmla="*/ 61251 w 90760"/>
                      <a:gd name="connsiteY13" fmla="*/ 35154 h 367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0760" h="36784">
                        <a:moveTo>
                          <a:pt x="61251" y="35154"/>
                        </a:moveTo>
                        <a:cubicBezTo>
                          <a:pt x="59433" y="35243"/>
                          <a:pt x="57128" y="35376"/>
                          <a:pt x="54512" y="35509"/>
                        </a:cubicBezTo>
                        <a:cubicBezTo>
                          <a:pt x="51986" y="35598"/>
                          <a:pt x="49237" y="35686"/>
                          <a:pt x="46488" y="35775"/>
                        </a:cubicBezTo>
                        <a:cubicBezTo>
                          <a:pt x="41302" y="35997"/>
                          <a:pt x="36071" y="36351"/>
                          <a:pt x="32746" y="36617"/>
                        </a:cubicBezTo>
                        <a:cubicBezTo>
                          <a:pt x="20245" y="37548"/>
                          <a:pt x="13285" y="34490"/>
                          <a:pt x="4152" y="29968"/>
                        </a:cubicBezTo>
                        <a:cubicBezTo>
                          <a:pt x="1094" y="28505"/>
                          <a:pt x="-1256" y="23939"/>
                          <a:pt x="739" y="20525"/>
                        </a:cubicBezTo>
                        <a:cubicBezTo>
                          <a:pt x="6147" y="11127"/>
                          <a:pt x="14570" y="4344"/>
                          <a:pt x="29111" y="1685"/>
                        </a:cubicBezTo>
                        <a:cubicBezTo>
                          <a:pt x="33012" y="975"/>
                          <a:pt x="38864" y="355"/>
                          <a:pt x="44760" y="133"/>
                        </a:cubicBezTo>
                        <a:cubicBezTo>
                          <a:pt x="46222" y="89"/>
                          <a:pt x="47685" y="44"/>
                          <a:pt x="49148" y="0"/>
                        </a:cubicBezTo>
                        <a:cubicBezTo>
                          <a:pt x="50478" y="0"/>
                          <a:pt x="51764" y="0"/>
                          <a:pt x="53049" y="0"/>
                        </a:cubicBezTo>
                        <a:cubicBezTo>
                          <a:pt x="55532" y="44"/>
                          <a:pt x="57793" y="89"/>
                          <a:pt x="59655" y="89"/>
                        </a:cubicBezTo>
                        <a:cubicBezTo>
                          <a:pt x="73397" y="532"/>
                          <a:pt x="80845" y="5586"/>
                          <a:pt x="88248" y="12590"/>
                        </a:cubicBezTo>
                        <a:cubicBezTo>
                          <a:pt x="90819" y="15028"/>
                          <a:pt x="91750" y="19860"/>
                          <a:pt x="89445" y="22343"/>
                        </a:cubicBezTo>
                        <a:cubicBezTo>
                          <a:pt x="82707" y="29569"/>
                          <a:pt x="74683" y="34091"/>
                          <a:pt x="61251" y="3515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60" name="Forme libre : forme 23659">
                    <a:extLst>
                      <a:ext uri="{FF2B5EF4-FFF2-40B4-BE49-F238E27FC236}">
                        <a16:creationId xmlns:a16="http://schemas.microsoft.com/office/drawing/2014/main" id="{11416703-A363-4B19-8F3C-3E3134DA85E3}"/>
                      </a:ext>
                    </a:extLst>
                  </p:cNvPr>
                  <p:cNvSpPr/>
                  <p:nvPr/>
                </p:nvSpPr>
                <p:spPr>
                  <a:xfrm>
                    <a:off x="4872642" y="1126883"/>
                    <a:ext cx="88617" cy="14788"/>
                  </a:xfrm>
                  <a:custGeom>
                    <a:avLst/>
                    <a:gdLst>
                      <a:gd name="connsiteX0" fmla="*/ 34711 w 88617"/>
                      <a:gd name="connsiteY0" fmla="*/ 1739 h 14788"/>
                      <a:gd name="connsiteX1" fmla="*/ 0 w 88617"/>
                      <a:gd name="connsiteY1" fmla="*/ 4930 h 14788"/>
                      <a:gd name="connsiteX2" fmla="*/ 3148 w 88617"/>
                      <a:gd name="connsiteY2" fmla="*/ 8034 h 14788"/>
                      <a:gd name="connsiteX3" fmla="*/ 7714 w 88617"/>
                      <a:gd name="connsiteY3" fmla="*/ 10206 h 14788"/>
                      <a:gd name="connsiteX4" fmla="*/ 21057 w 88617"/>
                      <a:gd name="connsiteY4" fmla="*/ 14373 h 14788"/>
                      <a:gd name="connsiteX5" fmla="*/ 31785 w 88617"/>
                      <a:gd name="connsiteY5" fmla="*/ 14639 h 14788"/>
                      <a:gd name="connsiteX6" fmla="*/ 36174 w 88617"/>
                      <a:gd name="connsiteY6" fmla="*/ 14329 h 14788"/>
                      <a:gd name="connsiteX7" fmla="*/ 46947 w 88617"/>
                      <a:gd name="connsiteY7" fmla="*/ 13708 h 14788"/>
                      <a:gd name="connsiteX8" fmla="*/ 58074 w 88617"/>
                      <a:gd name="connsiteY8" fmla="*/ 13265 h 14788"/>
                      <a:gd name="connsiteX9" fmla="*/ 60290 w 88617"/>
                      <a:gd name="connsiteY9" fmla="*/ 13132 h 14788"/>
                      <a:gd name="connsiteX10" fmla="*/ 72747 w 88617"/>
                      <a:gd name="connsiteY10" fmla="*/ 10738 h 14788"/>
                      <a:gd name="connsiteX11" fmla="*/ 85204 w 88617"/>
                      <a:gd name="connsiteY11" fmla="*/ 3556 h 14788"/>
                      <a:gd name="connsiteX12" fmla="*/ 88529 w 88617"/>
                      <a:gd name="connsiteY12" fmla="*/ 364 h 14788"/>
                      <a:gd name="connsiteX13" fmla="*/ 88618 w 88617"/>
                      <a:gd name="connsiteY13" fmla="*/ 231 h 14788"/>
                      <a:gd name="connsiteX14" fmla="*/ 61398 w 88617"/>
                      <a:gd name="connsiteY14" fmla="*/ 54 h 14788"/>
                      <a:gd name="connsiteX15" fmla="*/ 34711 w 88617"/>
                      <a:gd name="connsiteY15" fmla="*/ 1739 h 1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8617" h="14788">
                        <a:moveTo>
                          <a:pt x="34711" y="1739"/>
                        </a:moveTo>
                        <a:cubicBezTo>
                          <a:pt x="22742" y="3689"/>
                          <a:pt x="10684" y="5906"/>
                          <a:pt x="0" y="4930"/>
                        </a:cubicBezTo>
                        <a:cubicBezTo>
                          <a:pt x="798" y="6260"/>
                          <a:pt x="1862" y="7413"/>
                          <a:pt x="3148" y="8034"/>
                        </a:cubicBezTo>
                        <a:cubicBezTo>
                          <a:pt x="4743" y="8787"/>
                          <a:pt x="6295" y="9497"/>
                          <a:pt x="7714" y="10206"/>
                        </a:cubicBezTo>
                        <a:cubicBezTo>
                          <a:pt x="12014" y="12156"/>
                          <a:pt x="16181" y="13708"/>
                          <a:pt x="21057" y="14373"/>
                        </a:cubicBezTo>
                        <a:cubicBezTo>
                          <a:pt x="24205" y="14816"/>
                          <a:pt x="27663" y="14905"/>
                          <a:pt x="31785" y="14639"/>
                        </a:cubicBezTo>
                        <a:cubicBezTo>
                          <a:pt x="33027" y="14550"/>
                          <a:pt x="34534" y="14462"/>
                          <a:pt x="36174" y="14329"/>
                        </a:cubicBezTo>
                        <a:cubicBezTo>
                          <a:pt x="39366" y="14063"/>
                          <a:pt x="43223" y="13841"/>
                          <a:pt x="46947" y="13708"/>
                        </a:cubicBezTo>
                        <a:cubicBezTo>
                          <a:pt x="51025" y="13531"/>
                          <a:pt x="54970" y="13398"/>
                          <a:pt x="58074" y="13265"/>
                        </a:cubicBezTo>
                        <a:cubicBezTo>
                          <a:pt x="58872" y="13220"/>
                          <a:pt x="59625" y="13176"/>
                          <a:pt x="60290" y="13132"/>
                        </a:cubicBezTo>
                        <a:cubicBezTo>
                          <a:pt x="65078" y="12777"/>
                          <a:pt x="69156" y="11935"/>
                          <a:pt x="72747" y="10738"/>
                        </a:cubicBezTo>
                        <a:cubicBezTo>
                          <a:pt x="77668" y="9009"/>
                          <a:pt x="81613" y="6526"/>
                          <a:pt x="85204" y="3556"/>
                        </a:cubicBezTo>
                        <a:cubicBezTo>
                          <a:pt x="86357" y="2537"/>
                          <a:pt x="87465" y="1473"/>
                          <a:pt x="88529" y="364"/>
                        </a:cubicBezTo>
                        <a:lnTo>
                          <a:pt x="88618" y="231"/>
                        </a:lnTo>
                        <a:cubicBezTo>
                          <a:pt x="79618" y="54"/>
                          <a:pt x="70486" y="-79"/>
                          <a:pt x="61398" y="54"/>
                        </a:cubicBezTo>
                        <a:cubicBezTo>
                          <a:pt x="52133" y="231"/>
                          <a:pt x="43134" y="320"/>
                          <a:pt x="34711" y="173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61" name="Forme libre : forme 23660">
                    <a:extLst>
                      <a:ext uri="{FF2B5EF4-FFF2-40B4-BE49-F238E27FC236}">
                        <a16:creationId xmlns:a16="http://schemas.microsoft.com/office/drawing/2014/main" id="{46F18F92-EB78-48B6-A086-34E6E966BA7D}"/>
                      </a:ext>
                    </a:extLst>
                  </p:cNvPr>
                  <p:cNvSpPr/>
                  <p:nvPr/>
                </p:nvSpPr>
                <p:spPr>
                  <a:xfrm>
                    <a:off x="4903067" y="1117887"/>
                    <a:ext cx="41969" cy="11540"/>
                  </a:xfrm>
                  <a:custGeom>
                    <a:avLst/>
                    <a:gdLst>
                      <a:gd name="connsiteX0" fmla="*/ 41968 w 41969"/>
                      <a:gd name="connsiteY0" fmla="*/ 5459 h 11540"/>
                      <a:gd name="connsiteX1" fmla="*/ 20201 w 41969"/>
                      <a:gd name="connsiteY1" fmla="*/ 11532 h 11540"/>
                      <a:gd name="connsiteX2" fmla="*/ 8409 w 41969"/>
                      <a:gd name="connsiteY2" fmla="*/ 10867 h 11540"/>
                      <a:gd name="connsiteX3" fmla="*/ 31 w 41969"/>
                      <a:gd name="connsiteY3" fmla="*/ 6656 h 11540"/>
                      <a:gd name="connsiteX4" fmla="*/ 7611 w 41969"/>
                      <a:gd name="connsiteY4" fmla="*/ 1203 h 11540"/>
                      <a:gd name="connsiteX5" fmla="*/ 19891 w 41969"/>
                      <a:gd name="connsiteY5" fmla="*/ 6 h 11540"/>
                      <a:gd name="connsiteX6" fmla="*/ 41968 w 41969"/>
                      <a:gd name="connsiteY6" fmla="*/ 5459 h 11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969" h="11540">
                        <a:moveTo>
                          <a:pt x="41968" y="5459"/>
                        </a:moveTo>
                        <a:cubicBezTo>
                          <a:pt x="42145" y="10114"/>
                          <a:pt x="25743" y="11355"/>
                          <a:pt x="20201" y="11532"/>
                        </a:cubicBezTo>
                        <a:cubicBezTo>
                          <a:pt x="17364" y="11576"/>
                          <a:pt x="12665" y="11443"/>
                          <a:pt x="8409" y="10867"/>
                        </a:cubicBezTo>
                        <a:cubicBezTo>
                          <a:pt x="4153" y="10247"/>
                          <a:pt x="430" y="9183"/>
                          <a:pt x="31" y="6656"/>
                        </a:cubicBezTo>
                        <a:cubicBezTo>
                          <a:pt x="-368" y="4129"/>
                          <a:pt x="3178" y="2267"/>
                          <a:pt x="7611" y="1203"/>
                        </a:cubicBezTo>
                        <a:cubicBezTo>
                          <a:pt x="12044" y="139"/>
                          <a:pt x="17320" y="-38"/>
                          <a:pt x="19891" y="6"/>
                        </a:cubicBezTo>
                        <a:cubicBezTo>
                          <a:pt x="25122" y="50"/>
                          <a:pt x="41790" y="715"/>
                          <a:pt x="41968" y="545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62" name="Forme libre : forme 23661">
                    <a:extLst>
                      <a:ext uri="{FF2B5EF4-FFF2-40B4-BE49-F238E27FC236}">
                        <a16:creationId xmlns:a16="http://schemas.microsoft.com/office/drawing/2014/main" id="{6263B20B-CEE7-404C-9D9C-1FAA78213D65}"/>
                      </a:ext>
                    </a:extLst>
                  </p:cNvPr>
                  <p:cNvSpPr/>
                  <p:nvPr/>
                </p:nvSpPr>
                <p:spPr>
                  <a:xfrm>
                    <a:off x="4902697" y="1119046"/>
                    <a:ext cx="29703" cy="10417"/>
                  </a:xfrm>
                  <a:custGeom>
                    <a:avLst/>
                    <a:gdLst>
                      <a:gd name="connsiteX0" fmla="*/ 8823 w 29703"/>
                      <a:gd name="connsiteY0" fmla="*/ 0 h 10417"/>
                      <a:gd name="connsiteX1" fmla="*/ 179 w 29703"/>
                      <a:gd name="connsiteY1" fmla="*/ 5541 h 10417"/>
                      <a:gd name="connsiteX2" fmla="*/ 20793 w 29703"/>
                      <a:gd name="connsiteY2" fmla="*/ 10418 h 10417"/>
                      <a:gd name="connsiteX3" fmla="*/ 29703 w 29703"/>
                      <a:gd name="connsiteY3" fmla="*/ 9531 h 10417"/>
                      <a:gd name="connsiteX4" fmla="*/ 24916 w 29703"/>
                      <a:gd name="connsiteY4" fmla="*/ 9265 h 10417"/>
                      <a:gd name="connsiteX5" fmla="*/ 8823 w 29703"/>
                      <a:gd name="connsiteY5" fmla="*/ 0 h 10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703" h="10417">
                        <a:moveTo>
                          <a:pt x="8823" y="0"/>
                        </a:moveTo>
                        <a:cubicBezTo>
                          <a:pt x="6164" y="1020"/>
                          <a:pt x="-1240" y="2438"/>
                          <a:pt x="179" y="5541"/>
                        </a:cubicBezTo>
                        <a:cubicBezTo>
                          <a:pt x="2484" y="10285"/>
                          <a:pt x="13922" y="10329"/>
                          <a:pt x="20793" y="10418"/>
                        </a:cubicBezTo>
                        <a:cubicBezTo>
                          <a:pt x="22832" y="10418"/>
                          <a:pt x="27398" y="9930"/>
                          <a:pt x="29703" y="9531"/>
                        </a:cubicBezTo>
                        <a:cubicBezTo>
                          <a:pt x="28373" y="9487"/>
                          <a:pt x="26157" y="9531"/>
                          <a:pt x="24916" y="9265"/>
                        </a:cubicBezTo>
                        <a:cubicBezTo>
                          <a:pt x="17867" y="7581"/>
                          <a:pt x="9754" y="5497"/>
                          <a:pt x="8823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63" name="Forme libre : forme 23662">
                    <a:extLst>
                      <a:ext uri="{FF2B5EF4-FFF2-40B4-BE49-F238E27FC236}">
                        <a16:creationId xmlns:a16="http://schemas.microsoft.com/office/drawing/2014/main" id="{F3EDE00B-56BA-4D00-905C-771CE4291750}"/>
                      </a:ext>
                    </a:extLst>
                  </p:cNvPr>
                  <p:cNvSpPr/>
                  <p:nvPr/>
                </p:nvSpPr>
                <p:spPr>
                  <a:xfrm>
                    <a:off x="4905343" y="1119208"/>
                    <a:ext cx="42060" cy="11622"/>
                  </a:xfrm>
                  <a:custGeom>
                    <a:avLst/>
                    <a:gdLst>
                      <a:gd name="connsiteX0" fmla="*/ 41997 w 42060"/>
                      <a:gd name="connsiteY0" fmla="*/ 5335 h 11622"/>
                      <a:gd name="connsiteX1" fmla="*/ 19965 w 42060"/>
                      <a:gd name="connsiteY1" fmla="*/ 11585 h 11622"/>
                      <a:gd name="connsiteX2" fmla="*/ 8217 w 42060"/>
                      <a:gd name="connsiteY2" fmla="*/ 10832 h 11622"/>
                      <a:gd name="connsiteX3" fmla="*/ 60 w 42060"/>
                      <a:gd name="connsiteY3" fmla="*/ 6354 h 11622"/>
                      <a:gd name="connsiteX4" fmla="*/ 7641 w 42060"/>
                      <a:gd name="connsiteY4" fmla="*/ 1079 h 11622"/>
                      <a:gd name="connsiteX5" fmla="*/ 19788 w 42060"/>
                      <a:gd name="connsiteY5" fmla="*/ 15 h 11622"/>
                      <a:gd name="connsiteX6" fmla="*/ 41997 w 42060"/>
                      <a:gd name="connsiteY6" fmla="*/ 5335 h 11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060" h="11622">
                        <a:moveTo>
                          <a:pt x="41997" y="5335"/>
                        </a:moveTo>
                        <a:cubicBezTo>
                          <a:pt x="40712" y="10034"/>
                          <a:pt x="25905" y="11231"/>
                          <a:pt x="19965" y="11585"/>
                        </a:cubicBezTo>
                        <a:cubicBezTo>
                          <a:pt x="16906" y="11718"/>
                          <a:pt x="12296" y="11497"/>
                          <a:pt x="8217" y="10832"/>
                        </a:cubicBezTo>
                        <a:cubicBezTo>
                          <a:pt x="4139" y="10078"/>
                          <a:pt x="637" y="8926"/>
                          <a:pt x="60" y="6354"/>
                        </a:cubicBezTo>
                        <a:cubicBezTo>
                          <a:pt x="-516" y="3828"/>
                          <a:pt x="3119" y="1966"/>
                          <a:pt x="7641" y="1079"/>
                        </a:cubicBezTo>
                        <a:cubicBezTo>
                          <a:pt x="12118" y="104"/>
                          <a:pt x="17394" y="15"/>
                          <a:pt x="19788" y="15"/>
                        </a:cubicBezTo>
                        <a:cubicBezTo>
                          <a:pt x="24620" y="-118"/>
                          <a:pt x="43283" y="547"/>
                          <a:pt x="41997" y="533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64" name="Forme libre : forme 23663">
                    <a:extLst>
                      <a:ext uri="{FF2B5EF4-FFF2-40B4-BE49-F238E27FC236}">
                        <a16:creationId xmlns:a16="http://schemas.microsoft.com/office/drawing/2014/main" id="{BC7B7D55-B7BF-47EB-A5E2-0B38906EFD31}"/>
                      </a:ext>
                    </a:extLst>
                  </p:cNvPr>
                  <p:cNvSpPr/>
                  <p:nvPr/>
                </p:nvSpPr>
                <p:spPr>
                  <a:xfrm>
                    <a:off x="4883142" y="1116353"/>
                    <a:ext cx="52462" cy="21416"/>
                  </a:xfrm>
                  <a:custGeom>
                    <a:avLst/>
                    <a:gdLst>
                      <a:gd name="connsiteX0" fmla="*/ 938 w 52462"/>
                      <a:gd name="connsiteY0" fmla="*/ 12180 h 21416"/>
                      <a:gd name="connsiteX1" fmla="*/ 7322 w 52462"/>
                      <a:gd name="connsiteY1" fmla="*/ 16436 h 21416"/>
                      <a:gd name="connsiteX2" fmla="*/ 26118 w 52462"/>
                      <a:gd name="connsiteY2" fmla="*/ 21268 h 21416"/>
                      <a:gd name="connsiteX3" fmla="*/ 45225 w 52462"/>
                      <a:gd name="connsiteY3" fmla="*/ 19450 h 21416"/>
                      <a:gd name="connsiteX4" fmla="*/ 52273 w 52462"/>
                      <a:gd name="connsiteY4" fmla="*/ 12933 h 21416"/>
                      <a:gd name="connsiteX5" fmla="*/ 45757 w 52462"/>
                      <a:gd name="connsiteY5" fmla="*/ 10318 h 21416"/>
                      <a:gd name="connsiteX6" fmla="*/ 27714 w 52462"/>
                      <a:gd name="connsiteY6" fmla="*/ 4333 h 21416"/>
                      <a:gd name="connsiteX7" fmla="*/ 8474 w 52462"/>
                      <a:gd name="connsiteY7" fmla="*/ 742 h 21416"/>
                      <a:gd name="connsiteX8" fmla="*/ 938 w 52462"/>
                      <a:gd name="connsiteY8" fmla="*/ 12180 h 21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462" h="21416">
                        <a:moveTo>
                          <a:pt x="938" y="12180"/>
                        </a:moveTo>
                        <a:cubicBezTo>
                          <a:pt x="2756" y="14707"/>
                          <a:pt x="3997" y="15327"/>
                          <a:pt x="7322" y="16436"/>
                        </a:cubicBezTo>
                        <a:cubicBezTo>
                          <a:pt x="13661" y="18652"/>
                          <a:pt x="18537" y="20736"/>
                          <a:pt x="26118" y="21268"/>
                        </a:cubicBezTo>
                        <a:cubicBezTo>
                          <a:pt x="32369" y="21711"/>
                          <a:pt x="39329" y="21179"/>
                          <a:pt x="45225" y="19450"/>
                        </a:cubicBezTo>
                        <a:cubicBezTo>
                          <a:pt x="49436" y="18120"/>
                          <a:pt x="53382" y="15771"/>
                          <a:pt x="52273" y="12933"/>
                        </a:cubicBezTo>
                        <a:cubicBezTo>
                          <a:pt x="51608" y="11205"/>
                          <a:pt x="48328" y="11072"/>
                          <a:pt x="45757" y="10318"/>
                        </a:cubicBezTo>
                        <a:cubicBezTo>
                          <a:pt x="39639" y="8545"/>
                          <a:pt x="33876" y="7037"/>
                          <a:pt x="27714" y="4333"/>
                        </a:cubicBezTo>
                        <a:cubicBezTo>
                          <a:pt x="22527" y="2028"/>
                          <a:pt x="16277" y="-1563"/>
                          <a:pt x="8474" y="742"/>
                        </a:cubicBezTo>
                        <a:cubicBezTo>
                          <a:pt x="1426" y="2826"/>
                          <a:pt x="-1722" y="8766"/>
                          <a:pt x="938" y="1218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65" name="Forme libre : forme 23664">
                    <a:extLst>
                      <a:ext uri="{FF2B5EF4-FFF2-40B4-BE49-F238E27FC236}">
                        <a16:creationId xmlns:a16="http://schemas.microsoft.com/office/drawing/2014/main" id="{506928C8-ED35-4FDC-83FD-A69A89001E4D}"/>
                      </a:ext>
                    </a:extLst>
                  </p:cNvPr>
                  <p:cNvSpPr/>
                  <p:nvPr/>
                </p:nvSpPr>
                <p:spPr>
                  <a:xfrm>
                    <a:off x="4893009" y="1114659"/>
                    <a:ext cx="17289" cy="7357"/>
                  </a:xfrm>
                  <a:custGeom>
                    <a:avLst/>
                    <a:gdLst>
                      <a:gd name="connsiteX0" fmla="*/ 1445 w 17289"/>
                      <a:gd name="connsiteY0" fmla="*/ 5052 h 7357"/>
                      <a:gd name="connsiteX1" fmla="*/ 26 w 17289"/>
                      <a:gd name="connsiteY1" fmla="*/ 6515 h 7357"/>
                      <a:gd name="connsiteX2" fmla="*/ 1533 w 17289"/>
                      <a:gd name="connsiteY2" fmla="*/ 7357 h 7357"/>
                      <a:gd name="connsiteX3" fmla="*/ 4681 w 17289"/>
                      <a:gd name="connsiteY3" fmla="*/ 6869 h 7357"/>
                      <a:gd name="connsiteX4" fmla="*/ 12350 w 17289"/>
                      <a:gd name="connsiteY4" fmla="*/ 4875 h 7357"/>
                      <a:gd name="connsiteX5" fmla="*/ 15099 w 17289"/>
                      <a:gd name="connsiteY5" fmla="*/ 3899 h 7357"/>
                      <a:gd name="connsiteX6" fmla="*/ 13015 w 17289"/>
                      <a:gd name="connsiteY6" fmla="*/ 131 h 7357"/>
                      <a:gd name="connsiteX7" fmla="*/ 1445 w 17289"/>
                      <a:gd name="connsiteY7" fmla="*/ 5052 h 7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289" h="7357">
                        <a:moveTo>
                          <a:pt x="1445" y="5052"/>
                        </a:moveTo>
                        <a:cubicBezTo>
                          <a:pt x="691" y="5584"/>
                          <a:pt x="159" y="5938"/>
                          <a:pt x="26" y="6515"/>
                        </a:cubicBezTo>
                        <a:cubicBezTo>
                          <a:pt x="-151" y="7135"/>
                          <a:pt x="602" y="7357"/>
                          <a:pt x="1533" y="7357"/>
                        </a:cubicBezTo>
                        <a:cubicBezTo>
                          <a:pt x="2420" y="7357"/>
                          <a:pt x="3705" y="7135"/>
                          <a:pt x="4681" y="6869"/>
                        </a:cubicBezTo>
                        <a:cubicBezTo>
                          <a:pt x="7208" y="6204"/>
                          <a:pt x="9912" y="5628"/>
                          <a:pt x="12350" y="4875"/>
                        </a:cubicBezTo>
                        <a:cubicBezTo>
                          <a:pt x="13325" y="4564"/>
                          <a:pt x="14301" y="4343"/>
                          <a:pt x="15099" y="3899"/>
                        </a:cubicBezTo>
                        <a:cubicBezTo>
                          <a:pt x="18379" y="2037"/>
                          <a:pt x="18202" y="-622"/>
                          <a:pt x="13015" y="131"/>
                        </a:cubicBezTo>
                        <a:cubicBezTo>
                          <a:pt x="8981" y="796"/>
                          <a:pt x="4459" y="3013"/>
                          <a:pt x="1445" y="505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66" name="Forme libre : forme 23665">
                    <a:extLst>
                      <a:ext uri="{FF2B5EF4-FFF2-40B4-BE49-F238E27FC236}">
                        <a16:creationId xmlns:a16="http://schemas.microsoft.com/office/drawing/2014/main" id="{C3407ECA-082B-4A96-9F6C-138705F156EF}"/>
                      </a:ext>
                    </a:extLst>
                  </p:cNvPr>
                  <p:cNvSpPr/>
                  <p:nvPr/>
                </p:nvSpPr>
                <p:spPr>
                  <a:xfrm>
                    <a:off x="4933908" y="1126050"/>
                    <a:ext cx="25977" cy="13299"/>
                  </a:xfrm>
                  <a:custGeom>
                    <a:avLst/>
                    <a:gdLst>
                      <a:gd name="connsiteX0" fmla="*/ 25978 w 25977"/>
                      <a:gd name="connsiteY0" fmla="*/ 0 h 13299"/>
                      <a:gd name="connsiteX1" fmla="*/ 0 w 25977"/>
                      <a:gd name="connsiteY1" fmla="*/ 13299 h 13299"/>
                      <a:gd name="connsiteX2" fmla="*/ 25978 w 25977"/>
                      <a:gd name="connsiteY2" fmla="*/ 0 h 13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977" h="13299">
                        <a:moveTo>
                          <a:pt x="25978" y="0"/>
                        </a:moveTo>
                        <a:cubicBezTo>
                          <a:pt x="22210" y="6517"/>
                          <a:pt x="8556" y="10684"/>
                          <a:pt x="0" y="13299"/>
                        </a:cubicBezTo>
                        <a:cubicBezTo>
                          <a:pt x="9354" y="10462"/>
                          <a:pt x="19195" y="4921"/>
                          <a:pt x="2597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67" name="Forme libre : forme 23666">
                    <a:extLst>
                      <a:ext uri="{FF2B5EF4-FFF2-40B4-BE49-F238E27FC236}">
                        <a16:creationId xmlns:a16="http://schemas.microsoft.com/office/drawing/2014/main" id="{531D27FB-1F49-4C2F-801E-A221D33B08E8}"/>
                      </a:ext>
                    </a:extLst>
                  </p:cNvPr>
                  <p:cNvSpPr/>
                  <p:nvPr/>
                </p:nvSpPr>
                <p:spPr>
                  <a:xfrm>
                    <a:off x="4873307" y="1107653"/>
                    <a:ext cx="28726" cy="18486"/>
                  </a:xfrm>
                  <a:custGeom>
                    <a:avLst/>
                    <a:gdLst>
                      <a:gd name="connsiteX0" fmla="*/ 28726 w 28726"/>
                      <a:gd name="connsiteY0" fmla="*/ 0 h 18486"/>
                      <a:gd name="connsiteX1" fmla="*/ 0 w 28726"/>
                      <a:gd name="connsiteY1" fmla="*/ 18486 h 18486"/>
                      <a:gd name="connsiteX2" fmla="*/ 28726 w 28726"/>
                      <a:gd name="connsiteY2" fmla="*/ 0 h 18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726" h="18486">
                        <a:moveTo>
                          <a:pt x="28726" y="0"/>
                        </a:moveTo>
                        <a:cubicBezTo>
                          <a:pt x="15870" y="2261"/>
                          <a:pt x="5630" y="10285"/>
                          <a:pt x="0" y="18486"/>
                        </a:cubicBezTo>
                        <a:cubicBezTo>
                          <a:pt x="4876" y="10418"/>
                          <a:pt x="18043" y="3236"/>
                          <a:pt x="2872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68" name="Forme libre : forme 23667">
                    <a:extLst>
                      <a:ext uri="{FF2B5EF4-FFF2-40B4-BE49-F238E27FC236}">
                        <a16:creationId xmlns:a16="http://schemas.microsoft.com/office/drawing/2014/main" id="{6F4EE3BD-B517-484C-8051-023195E38157}"/>
                      </a:ext>
                    </a:extLst>
                  </p:cNvPr>
                  <p:cNvSpPr/>
                  <p:nvPr/>
                </p:nvSpPr>
                <p:spPr>
                  <a:xfrm>
                    <a:off x="4919840" y="1119001"/>
                    <a:ext cx="15647" cy="4052"/>
                  </a:xfrm>
                  <a:custGeom>
                    <a:avLst/>
                    <a:gdLst>
                      <a:gd name="connsiteX0" fmla="*/ 15531 w 15647"/>
                      <a:gd name="connsiteY0" fmla="*/ 2971 h 4052"/>
                      <a:gd name="connsiteX1" fmla="*/ 6355 w 15647"/>
                      <a:gd name="connsiteY1" fmla="*/ 3769 h 4052"/>
                      <a:gd name="connsiteX2" fmla="*/ 148 w 15647"/>
                      <a:gd name="connsiteY2" fmla="*/ 1109 h 4052"/>
                      <a:gd name="connsiteX3" fmla="*/ 8793 w 15647"/>
                      <a:gd name="connsiteY3" fmla="*/ 355 h 4052"/>
                      <a:gd name="connsiteX4" fmla="*/ 15531 w 15647"/>
                      <a:gd name="connsiteY4" fmla="*/ 2971 h 4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47" h="4052">
                        <a:moveTo>
                          <a:pt x="15531" y="2971"/>
                        </a:moveTo>
                        <a:cubicBezTo>
                          <a:pt x="14511" y="4611"/>
                          <a:pt x="8305" y="3946"/>
                          <a:pt x="6355" y="3769"/>
                        </a:cubicBezTo>
                        <a:cubicBezTo>
                          <a:pt x="4448" y="3547"/>
                          <a:pt x="-960" y="2793"/>
                          <a:pt x="148" y="1109"/>
                        </a:cubicBezTo>
                        <a:cubicBezTo>
                          <a:pt x="1301" y="-665"/>
                          <a:pt x="7020" y="178"/>
                          <a:pt x="8793" y="355"/>
                        </a:cubicBezTo>
                        <a:cubicBezTo>
                          <a:pt x="10610" y="577"/>
                          <a:pt x="16551" y="1330"/>
                          <a:pt x="15531" y="297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69" name="Forme libre : forme 23668">
                    <a:extLst>
                      <a:ext uri="{FF2B5EF4-FFF2-40B4-BE49-F238E27FC236}">
                        <a16:creationId xmlns:a16="http://schemas.microsoft.com/office/drawing/2014/main" id="{A3C6416B-025E-4DAD-A026-5C0BB975EF05}"/>
                      </a:ext>
                    </a:extLst>
                  </p:cNvPr>
                  <p:cNvSpPr/>
                  <p:nvPr/>
                </p:nvSpPr>
                <p:spPr>
                  <a:xfrm>
                    <a:off x="4933367" y="1120775"/>
                    <a:ext cx="4456" cy="1551"/>
                  </a:xfrm>
                  <a:custGeom>
                    <a:avLst/>
                    <a:gdLst>
                      <a:gd name="connsiteX0" fmla="*/ 4442 w 4456"/>
                      <a:gd name="connsiteY0" fmla="*/ 754 h 1551"/>
                      <a:gd name="connsiteX1" fmla="*/ 2403 w 4456"/>
                      <a:gd name="connsiteY1" fmla="*/ 1552 h 1551"/>
                      <a:gd name="connsiteX2" fmla="*/ 9 w 4456"/>
                      <a:gd name="connsiteY2" fmla="*/ 798 h 1551"/>
                      <a:gd name="connsiteX3" fmla="*/ 1960 w 4456"/>
                      <a:gd name="connsiteY3" fmla="*/ 0 h 1551"/>
                      <a:gd name="connsiteX4" fmla="*/ 4442 w 4456"/>
                      <a:gd name="connsiteY4" fmla="*/ 754 h 1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56" h="1551">
                        <a:moveTo>
                          <a:pt x="4442" y="754"/>
                        </a:moveTo>
                        <a:cubicBezTo>
                          <a:pt x="4619" y="1374"/>
                          <a:pt x="3156" y="1552"/>
                          <a:pt x="2403" y="1552"/>
                        </a:cubicBezTo>
                        <a:cubicBezTo>
                          <a:pt x="1649" y="1552"/>
                          <a:pt x="142" y="1463"/>
                          <a:pt x="9" y="798"/>
                        </a:cubicBezTo>
                        <a:cubicBezTo>
                          <a:pt x="-124" y="133"/>
                          <a:pt x="1250" y="0"/>
                          <a:pt x="1960" y="0"/>
                        </a:cubicBezTo>
                        <a:cubicBezTo>
                          <a:pt x="2669" y="0"/>
                          <a:pt x="4265" y="89"/>
                          <a:pt x="4442" y="7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70" name="Forme libre : forme 23669">
                    <a:extLst>
                      <a:ext uri="{FF2B5EF4-FFF2-40B4-BE49-F238E27FC236}">
                        <a16:creationId xmlns:a16="http://schemas.microsoft.com/office/drawing/2014/main" id="{F521BE1F-75D3-43B4-816E-C96299F4DCED}"/>
                      </a:ext>
                    </a:extLst>
                  </p:cNvPr>
                  <p:cNvSpPr/>
                  <p:nvPr/>
                </p:nvSpPr>
                <p:spPr>
                  <a:xfrm>
                    <a:off x="4919586" y="1107987"/>
                    <a:ext cx="38627" cy="16556"/>
                  </a:xfrm>
                  <a:custGeom>
                    <a:avLst/>
                    <a:gdLst>
                      <a:gd name="connsiteX0" fmla="*/ 29040 w 38627"/>
                      <a:gd name="connsiteY0" fmla="*/ 6892 h 16556"/>
                      <a:gd name="connsiteX1" fmla="*/ 38394 w 38627"/>
                      <a:gd name="connsiteY1" fmla="*/ 13896 h 16556"/>
                      <a:gd name="connsiteX2" fmla="*/ 35645 w 38627"/>
                      <a:gd name="connsiteY2" fmla="*/ 16556 h 16556"/>
                      <a:gd name="connsiteX3" fmla="*/ 31035 w 38627"/>
                      <a:gd name="connsiteY3" fmla="*/ 14916 h 16556"/>
                      <a:gd name="connsiteX4" fmla="*/ 17381 w 38627"/>
                      <a:gd name="connsiteY4" fmla="*/ 8798 h 16556"/>
                      <a:gd name="connsiteX5" fmla="*/ 313 w 38627"/>
                      <a:gd name="connsiteY5" fmla="*/ 2149 h 16556"/>
                      <a:gd name="connsiteX6" fmla="*/ 20129 w 38627"/>
                      <a:gd name="connsiteY6" fmla="*/ 1750 h 16556"/>
                      <a:gd name="connsiteX7" fmla="*/ 29040 w 38627"/>
                      <a:gd name="connsiteY7" fmla="*/ 6892 h 16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627" h="16556">
                        <a:moveTo>
                          <a:pt x="29040" y="6892"/>
                        </a:moveTo>
                        <a:cubicBezTo>
                          <a:pt x="33118" y="9064"/>
                          <a:pt x="36044" y="10705"/>
                          <a:pt x="38394" y="13896"/>
                        </a:cubicBezTo>
                        <a:cubicBezTo>
                          <a:pt x="39236" y="15049"/>
                          <a:pt x="37684" y="16512"/>
                          <a:pt x="35645" y="16556"/>
                        </a:cubicBezTo>
                        <a:cubicBezTo>
                          <a:pt x="33650" y="16556"/>
                          <a:pt x="32365" y="15714"/>
                          <a:pt x="31035" y="14916"/>
                        </a:cubicBezTo>
                        <a:cubicBezTo>
                          <a:pt x="26912" y="12389"/>
                          <a:pt x="22390" y="10572"/>
                          <a:pt x="17381" y="8798"/>
                        </a:cubicBezTo>
                        <a:cubicBezTo>
                          <a:pt x="14233" y="7690"/>
                          <a:pt x="-2480" y="5739"/>
                          <a:pt x="313" y="2149"/>
                        </a:cubicBezTo>
                        <a:cubicBezTo>
                          <a:pt x="3416" y="-1531"/>
                          <a:pt x="15874" y="331"/>
                          <a:pt x="20129" y="1750"/>
                        </a:cubicBezTo>
                        <a:cubicBezTo>
                          <a:pt x="24341" y="3168"/>
                          <a:pt x="25981" y="5252"/>
                          <a:pt x="29040" y="689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581" name="Graphique 2">
                  <a:extLst>
                    <a:ext uri="{FF2B5EF4-FFF2-40B4-BE49-F238E27FC236}">
                      <a16:creationId xmlns:a16="http://schemas.microsoft.com/office/drawing/2014/main" id="{93141183-34FC-4E70-A14B-F844EADB47D2}"/>
                    </a:ext>
                  </a:extLst>
                </p:cNvPr>
                <p:cNvGrpSpPr/>
                <p:nvPr/>
              </p:nvGrpSpPr>
              <p:grpSpPr>
                <a:xfrm>
                  <a:off x="4962418" y="1107684"/>
                  <a:ext cx="90274" cy="37948"/>
                  <a:chOff x="4962418" y="1107684"/>
                  <a:chExt cx="90274" cy="37948"/>
                </a:xfrm>
                <a:solidFill>
                  <a:schemeClr val="accent1"/>
                </a:solidFill>
              </p:grpSpPr>
              <p:sp>
                <p:nvSpPr>
                  <p:cNvPr id="23647" name="Forme libre : forme 23646">
                    <a:extLst>
                      <a:ext uri="{FF2B5EF4-FFF2-40B4-BE49-F238E27FC236}">
                        <a16:creationId xmlns:a16="http://schemas.microsoft.com/office/drawing/2014/main" id="{88E5D6D9-3410-4517-8034-F66B94501A2A}"/>
                      </a:ext>
                    </a:extLst>
                  </p:cNvPr>
                  <p:cNvSpPr/>
                  <p:nvPr/>
                </p:nvSpPr>
                <p:spPr>
                  <a:xfrm>
                    <a:off x="4962418" y="1107684"/>
                    <a:ext cx="90274" cy="37948"/>
                  </a:xfrm>
                  <a:custGeom>
                    <a:avLst/>
                    <a:gdLst>
                      <a:gd name="connsiteX0" fmla="*/ 58821 w 90274"/>
                      <a:gd name="connsiteY0" fmla="*/ 37783 h 37948"/>
                      <a:gd name="connsiteX1" fmla="*/ 29341 w 90274"/>
                      <a:gd name="connsiteY1" fmla="*/ 34990 h 37948"/>
                      <a:gd name="connsiteX2" fmla="*/ 1590 w 90274"/>
                      <a:gd name="connsiteY2" fmla="*/ 20095 h 37948"/>
                      <a:gd name="connsiteX3" fmla="*/ 2388 w 90274"/>
                      <a:gd name="connsiteY3" fmla="*/ 10076 h 37948"/>
                      <a:gd name="connsiteX4" fmla="*/ 32710 w 90274"/>
                      <a:gd name="connsiteY4" fmla="*/ 13 h 37948"/>
                      <a:gd name="connsiteX5" fmla="*/ 62102 w 90274"/>
                      <a:gd name="connsiteY5" fmla="*/ 2850 h 37948"/>
                      <a:gd name="connsiteX6" fmla="*/ 88922 w 90274"/>
                      <a:gd name="connsiteY6" fmla="*/ 20361 h 37948"/>
                      <a:gd name="connsiteX7" fmla="*/ 87947 w 90274"/>
                      <a:gd name="connsiteY7" fmla="*/ 30114 h 37948"/>
                      <a:gd name="connsiteX8" fmla="*/ 75180 w 90274"/>
                      <a:gd name="connsiteY8" fmla="*/ 36320 h 37948"/>
                      <a:gd name="connsiteX9" fmla="*/ 58821 w 90274"/>
                      <a:gd name="connsiteY9" fmla="*/ 37783 h 37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0274" h="37948">
                        <a:moveTo>
                          <a:pt x="58821" y="37783"/>
                        </a:moveTo>
                        <a:cubicBezTo>
                          <a:pt x="51862" y="37384"/>
                          <a:pt x="36745" y="35832"/>
                          <a:pt x="29341" y="34990"/>
                        </a:cubicBezTo>
                        <a:cubicBezTo>
                          <a:pt x="15643" y="33128"/>
                          <a:pt x="8639" y="27941"/>
                          <a:pt x="1590" y="20095"/>
                        </a:cubicBezTo>
                        <a:cubicBezTo>
                          <a:pt x="-848" y="17391"/>
                          <a:pt x="-405" y="12337"/>
                          <a:pt x="2388" y="10076"/>
                        </a:cubicBezTo>
                        <a:cubicBezTo>
                          <a:pt x="10456" y="3648"/>
                          <a:pt x="19101" y="-253"/>
                          <a:pt x="32710" y="13"/>
                        </a:cubicBezTo>
                        <a:cubicBezTo>
                          <a:pt x="39981" y="13"/>
                          <a:pt x="54610" y="1609"/>
                          <a:pt x="62102" y="2850"/>
                        </a:cubicBezTo>
                        <a:cubicBezTo>
                          <a:pt x="76155" y="5421"/>
                          <a:pt x="83070" y="11761"/>
                          <a:pt x="88922" y="20361"/>
                        </a:cubicBezTo>
                        <a:cubicBezTo>
                          <a:pt x="90961" y="23331"/>
                          <a:pt x="90740" y="28207"/>
                          <a:pt x="87947" y="30114"/>
                        </a:cubicBezTo>
                        <a:cubicBezTo>
                          <a:pt x="83913" y="32862"/>
                          <a:pt x="79879" y="34946"/>
                          <a:pt x="75180" y="36320"/>
                        </a:cubicBezTo>
                        <a:cubicBezTo>
                          <a:pt x="70569" y="37650"/>
                          <a:pt x="65249" y="38270"/>
                          <a:pt x="58821" y="3778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48" name="Forme libre : forme 23647">
                    <a:extLst>
                      <a:ext uri="{FF2B5EF4-FFF2-40B4-BE49-F238E27FC236}">
                        <a16:creationId xmlns:a16="http://schemas.microsoft.com/office/drawing/2014/main" id="{E6D04EC7-4D91-415C-8F4F-0AD07DA11E7B}"/>
                      </a:ext>
                    </a:extLst>
                  </p:cNvPr>
                  <p:cNvSpPr/>
                  <p:nvPr/>
                </p:nvSpPr>
                <p:spPr>
                  <a:xfrm>
                    <a:off x="4962457" y="1123523"/>
                    <a:ext cx="88129" cy="22034"/>
                  </a:xfrm>
                  <a:custGeom>
                    <a:avLst/>
                    <a:gdLst>
                      <a:gd name="connsiteX0" fmla="*/ 34888 w 88129"/>
                      <a:gd name="connsiteY0" fmla="*/ 6916 h 22034"/>
                      <a:gd name="connsiteX1" fmla="*/ 0 w 88129"/>
                      <a:gd name="connsiteY1" fmla="*/ 0 h 22034"/>
                      <a:gd name="connsiteX2" fmla="*/ 1552 w 88129"/>
                      <a:gd name="connsiteY2" fmla="*/ 4167 h 22034"/>
                      <a:gd name="connsiteX3" fmla="*/ 5231 w 88129"/>
                      <a:gd name="connsiteY3" fmla="*/ 7980 h 22034"/>
                      <a:gd name="connsiteX4" fmla="*/ 17821 w 88129"/>
                      <a:gd name="connsiteY4" fmla="*/ 16225 h 22034"/>
                      <a:gd name="connsiteX5" fmla="*/ 29303 w 88129"/>
                      <a:gd name="connsiteY5" fmla="*/ 19062 h 22034"/>
                      <a:gd name="connsiteX6" fmla="*/ 34091 w 88129"/>
                      <a:gd name="connsiteY6" fmla="*/ 19594 h 22034"/>
                      <a:gd name="connsiteX7" fmla="*/ 56611 w 88129"/>
                      <a:gd name="connsiteY7" fmla="*/ 21722 h 22034"/>
                      <a:gd name="connsiteX8" fmla="*/ 58783 w 88129"/>
                      <a:gd name="connsiteY8" fmla="*/ 21855 h 22034"/>
                      <a:gd name="connsiteX9" fmla="*/ 70974 w 88129"/>
                      <a:gd name="connsiteY9" fmla="*/ 21368 h 22034"/>
                      <a:gd name="connsiteX10" fmla="*/ 84140 w 88129"/>
                      <a:gd name="connsiteY10" fmla="*/ 16624 h 22034"/>
                      <a:gd name="connsiteX11" fmla="*/ 87997 w 88129"/>
                      <a:gd name="connsiteY11" fmla="*/ 14230 h 22034"/>
                      <a:gd name="connsiteX12" fmla="*/ 88130 w 88129"/>
                      <a:gd name="connsiteY12" fmla="*/ 14097 h 22034"/>
                      <a:gd name="connsiteX13" fmla="*/ 34888 w 88129"/>
                      <a:gd name="connsiteY13" fmla="*/ 6916 h 22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8129" h="22034">
                        <a:moveTo>
                          <a:pt x="34888" y="6916"/>
                        </a:moveTo>
                        <a:cubicBezTo>
                          <a:pt x="22609" y="6650"/>
                          <a:pt x="9398" y="5630"/>
                          <a:pt x="0" y="0"/>
                        </a:cubicBezTo>
                        <a:cubicBezTo>
                          <a:pt x="44" y="1552"/>
                          <a:pt x="532" y="3014"/>
                          <a:pt x="1552" y="4167"/>
                        </a:cubicBezTo>
                        <a:cubicBezTo>
                          <a:pt x="2748" y="5497"/>
                          <a:pt x="3990" y="6783"/>
                          <a:pt x="5231" y="7980"/>
                        </a:cubicBezTo>
                        <a:cubicBezTo>
                          <a:pt x="8822" y="11393"/>
                          <a:pt x="12767" y="14186"/>
                          <a:pt x="17821" y="16225"/>
                        </a:cubicBezTo>
                        <a:cubicBezTo>
                          <a:pt x="21102" y="17511"/>
                          <a:pt x="24870" y="18442"/>
                          <a:pt x="29303" y="19062"/>
                        </a:cubicBezTo>
                        <a:cubicBezTo>
                          <a:pt x="30677" y="19195"/>
                          <a:pt x="32317" y="19417"/>
                          <a:pt x="34091" y="19594"/>
                        </a:cubicBezTo>
                        <a:cubicBezTo>
                          <a:pt x="41095" y="20304"/>
                          <a:pt x="50582" y="21190"/>
                          <a:pt x="56611" y="21722"/>
                        </a:cubicBezTo>
                        <a:cubicBezTo>
                          <a:pt x="57364" y="21767"/>
                          <a:pt x="58118" y="21811"/>
                          <a:pt x="58783" y="21855"/>
                        </a:cubicBezTo>
                        <a:cubicBezTo>
                          <a:pt x="63349" y="22254"/>
                          <a:pt x="67383" y="21944"/>
                          <a:pt x="70974" y="21368"/>
                        </a:cubicBezTo>
                        <a:cubicBezTo>
                          <a:pt x="75850" y="20614"/>
                          <a:pt x="80150" y="18663"/>
                          <a:pt x="84140" y="16624"/>
                        </a:cubicBezTo>
                        <a:cubicBezTo>
                          <a:pt x="85426" y="15915"/>
                          <a:pt x="86711" y="15073"/>
                          <a:pt x="87997" y="14230"/>
                        </a:cubicBezTo>
                        <a:lnTo>
                          <a:pt x="88130" y="14097"/>
                        </a:lnTo>
                        <a:cubicBezTo>
                          <a:pt x="70930" y="9841"/>
                          <a:pt x="52488" y="7270"/>
                          <a:pt x="34888" y="691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49" name="Forme libre : forme 23648">
                    <a:extLst>
                      <a:ext uri="{FF2B5EF4-FFF2-40B4-BE49-F238E27FC236}">
                        <a16:creationId xmlns:a16="http://schemas.microsoft.com/office/drawing/2014/main" id="{427970DE-DCF7-4CCF-A812-922ABFA238CE}"/>
                      </a:ext>
                    </a:extLst>
                  </p:cNvPr>
                  <p:cNvSpPr/>
                  <p:nvPr/>
                </p:nvSpPr>
                <p:spPr>
                  <a:xfrm>
                    <a:off x="4993886" y="1121475"/>
                    <a:ext cx="41736" cy="12620"/>
                  </a:xfrm>
                  <a:custGeom>
                    <a:avLst/>
                    <a:gdLst>
                      <a:gd name="connsiteX0" fmla="*/ 41717 w 41736"/>
                      <a:gd name="connsiteY0" fmla="*/ 9274 h 12620"/>
                      <a:gd name="connsiteX1" fmla="*/ 19419 w 41736"/>
                      <a:gd name="connsiteY1" fmla="*/ 12111 h 12620"/>
                      <a:gd name="connsiteX2" fmla="*/ 2 w 41736"/>
                      <a:gd name="connsiteY2" fmla="*/ 4132 h 12620"/>
                      <a:gd name="connsiteX3" fmla="*/ 20527 w 41736"/>
                      <a:gd name="connsiteY3" fmla="*/ 630 h 12620"/>
                      <a:gd name="connsiteX4" fmla="*/ 41717 w 41736"/>
                      <a:gd name="connsiteY4" fmla="*/ 9274 h 12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736" h="12620">
                        <a:moveTo>
                          <a:pt x="41717" y="9274"/>
                        </a:moveTo>
                        <a:cubicBezTo>
                          <a:pt x="41052" y="13840"/>
                          <a:pt x="24916" y="12555"/>
                          <a:pt x="19419" y="12111"/>
                        </a:cubicBezTo>
                        <a:cubicBezTo>
                          <a:pt x="14010" y="11491"/>
                          <a:pt x="-176" y="9186"/>
                          <a:pt x="2" y="4132"/>
                        </a:cubicBezTo>
                        <a:cubicBezTo>
                          <a:pt x="179" y="-1055"/>
                          <a:pt x="15340" y="-213"/>
                          <a:pt x="20527" y="630"/>
                        </a:cubicBezTo>
                        <a:cubicBezTo>
                          <a:pt x="25758" y="1250"/>
                          <a:pt x="42382" y="4486"/>
                          <a:pt x="41717" y="927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50" name="Forme libre : forme 23649">
                    <a:extLst>
                      <a:ext uri="{FF2B5EF4-FFF2-40B4-BE49-F238E27FC236}">
                        <a16:creationId xmlns:a16="http://schemas.microsoft.com/office/drawing/2014/main" id="{7E43302A-9294-4E1C-BC4F-58CFEF06AA52}"/>
                      </a:ext>
                    </a:extLst>
                  </p:cNvPr>
                  <p:cNvSpPr/>
                  <p:nvPr/>
                </p:nvSpPr>
                <p:spPr>
                  <a:xfrm>
                    <a:off x="4993657" y="1121706"/>
                    <a:ext cx="28780" cy="12227"/>
                  </a:xfrm>
                  <a:custGeom>
                    <a:avLst/>
                    <a:gdLst>
                      <a:gd name="connsiteX0" fmla="*/ 9452 w 28780"/>
                      <a:gd name="connsiteY0" fmla="*/ 0 h 12227"/>
                      <a:gd name="connsiteX1" fmla="*/ 54 w 28780"/>
                      <a:gd name="connsiteY1" fmla="*/ 3901 h 12227"/>
                      <a:gd name="connsiteX2" fmla="*/ 19914 w 28780"/>
                      <a:gd name="connsiteY2" fmla="*/ 11925 h 12227"/>
                      <a:gd name="connsiteX3" fmla="*/ 28780 w 28780"/>
                      <a:gd name="connsiteY3" fmla="*/ 12147 h 12227"/>
                      <a:gd name="connsiteX4" fmla="*/ 24125 w 28780"/>
                      <a:gd name="connsiteY4" fmla="*/ 11304 h 12227"/>
                      <a:gd name="connsiteX5" fmla="*/ 9452 w 28780"/>
                      <a:gd name="connsiteY5" fmla="*/ 0 h 12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780" h="12227">
                        <a:moveTo>
                          <a:pt x="9452" y="0"/>
                        </a:moveTo>
                        <a:cubicBezTo>
                          <a:pt x="6703" y="576"/>
                          <a:pt x="-700" y="665"/>
                          <a:pt x="54" y="3901"/>
                        </a:cubicBezTo>
                        <a:cubicBezTo>
                          <a:pt x="1295" y="9088"/>
                          <a:pt x="13087" y="11083"/>
                          <a:pt x="19914" y="11925"/>
                        </a:cubicBezTo>
                        <a:cubicBezTo>
                          <a:pt x="21909" y="12191"/>
                          <a:pt x="26475" y="12324"/>
                          <a:pt x="28780" y="12147"/>
                        </a:cubicBezTo>
                        <a:cubicBezTo>
                          <a:pt x="27494" y="11925"/>
                          <a:pt x="25322" y="11703"/>
                          <a:pt x="24125" y="11304"/>
                        </a:cubicBezTo>
                        <a:cubicBezTo>
                          <a:pt x="17387" y="8778"/>
                          <a:pt x="9363" y="5630"/>
                          <a:pt x="9452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51" name="Forme libre : forme 23650">
                    <a:extLst>
                      <a:ext uri="{FF2B5EF4-FFF2-40B4-BE49-F238E27FC236}">
                        <a16:creationId xmlns:a16="http://schemas.microsoft.com/office/drawing/2014/main" id="{C93986A3-0A19-44F4-AF37-3BF77F8B9264}"/>
                      </a:ext>
                    </a:extLst>
                  </p:cNvPr>
                  <p:cNvSpPr/>
                  <p:nvPr/>
                </p:nvSpPr>
                <p:spPr>
                  <a:xfrm>
                    <a:off x="4995970" y="1123032"/>
                    <a:ext cx="41810" cy="12517"/>
                  </a:xfrm>
                  <a:custGeom>
                    <a:avLst/>
                    <a:gdLst>
                      <a:gd name="connsiteX0" fmla="*/ 41628 w 41810"/>
                      <a:gd name="connsiteY0" fmla="*/ 9269 h 12517"/>
                      <a:gd name="connsiteX1" fmla="*/ 19107 w 41810"/>
                      <a:gd name="connsiteY1" fmla="*/ 12151 h 12517"/>
                      <a:gd name="connsiteX2" fmla="*/ 1 w 41810"/>
                      <a:gd name="connsiteY2" fmla="*/ 4038 h 12517"/>
                      <a:gd name="connsiteX3" fmla="*/ 20437 w 41810"/>
                      <a:gd name="connsiteY3" fmla="*/ 625 h 12517"/>
                      <a:gd name="connsiteX4" fmla="*/ 41628 w 41810"/>
                      <a:gd name="connsiteY4" fmla="*/ 9269 h 12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810" h="12517">
                        <a:moveTo>
                          <a:pt x="41628" y="9269"/>
                        </a:moveTo>
                        <a:cubicBezTo>
                          <a:pt x="39544" y="13525"/>
                          <a:pt x="25003" y="12505"/>
                          <a:pt x="19107" y="12151"/>
                        </a:cubicBezTo>
                        <a:cubicBezTo>
                          <a:pt x="13256" y="11574"/>
                          <a:pt x="134" y="9225"/>
                          <a:pt x="1" y="4038"/>
                        </a:cubicBezTo>
                        <a:cubicBezTo>
                          <a:pt x="-132" y="-1237"/>
                          <a:pt x="15605" y="-85"/>
                          <a:pt x="20437" y="625"/>
                        </a:cubicBezTo>
                        <a:cubicBezTo>
                          <a:pt x="25314" y="1068"/>
                          <a:pt x="43844" y="4703"/>
                          <a:pt x="41628" y="926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52" name="Forme libre : forme 23651">
                    <a:extLst>
                      <a:ext uri="{FF2B5EF4-FFF2-40B4-BE49-F238E27FC236}">
                        <a16:creationId xmlns:a16="http://schemas.microsoft.com/office/drawing/2014/main" id="{F21B8510-7247-479A-A930-49EDD59B9D35}"/>
                      </a:ext>
                    </a:extLst>
                  </p:cNvPr>
                  <p:cNvSpPr/>
                  <p:nvPr/>
                </p:nvSpPr>
                <p:spPr>
                  <a:xfrm>
                    <a:off x="4974155" y="1115795"/>
                    <a:ext cx="51092" cy="25318"/>
                  </a:xfrm>
                  <a:custGeom>
                    <a:avLst/>
                    <a:gdLst>
                      <a:gd name="connsiteX0" fmla="*/ 227 w 51092"/>
                      <a:gd name="connsiteY0" fmla="*/ 8926 h 25318"/>
                      <a:gd name="connsiteX1" fmla="*/ 5192 w 51092"/>
                      <a:gd name="connsiteY1" fmla="*/ 14910 h 25318"/>
                      <a:gd name="connsiteX2" fmla="*/ 23545 w 51092"/>
                      <a:gd name="connsiteY2" fmla="*/ 23821 h 25318"/>
                      <a:gd name="connsiteX3" fmla="*/ 43272 w 51092"/>
                      <a:gd name="connsiteY3" fmla="*/ 24752 h 25318"/>
                      <a:gd name="connsiteX4" fmla="*/ 51030 w 51092"/>
                      <a:gd name="connsiteY4" fmla="*/ 19299 h 25318"/>
                      <a:gd name="connsiteX5" fmla="*/ 45001 w 51092"/>
                      <a:gd name="connsiteY5" fmla="*/ 15797 h 25318"/>
                      <a:gd name="connsiteX6" fmla="*/ 27978 w 51092"/>
                      <a:gd name="connsiteY6" fmla="*/ 7418 h 25318"/>
                      <a:gd name="connsiteX7" fmla="*/ 10423 w 51092"/>
                      <a:gd name="connsiteY7" fmla="*/ 15 h 25318"/>
                      <a:gd name="connsiteX8" fmla="*/ 227 w 51092"/>
                      <a:gd name="connsiteY8" fmla="*/ 8926 h 25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092" h="25318">
                        <a:moveTo>
                          <a:pt x="227" y="8926"/>
                        </a:moveTo>
                        <a:cubicBezTo>
                          <a:pt x="1202" y="11896"/>
                          <a:pt x="2178" y="12871"/>
                          <a:pt x="5192" y="14910"/>
                        </a:cubicBezTo>
                        <a:cubicBezTo>
                          <a:pt x="10955" y="18723"/>
                          <a:pt x="15610" y="22003"/>
                          <a:pt x="23545" y="23821"/>
                        </a:cubicBezTo>
                        <a:cubicBezTo>
                          <a:pt x="30106" y="25461"/>
                          <a:pt x="37598" y="25727"/>
                          <a:pt x="43272" y="24752"/>
                        </a:cubicBezTo>
                        <a:cubicBezTo>
                          <a:pt x="47528" y="23909"/>
                          <a:pt x="51651" y="22269"/>
                          <a:pt x="51030" y="19299"/>
                        </a:cubicBezTo>
                        <a:cubicBezTo>
                          <a:pt x="50631" y="17437"/>
                          <a:pt x="47484" y="16861"/>
                          <a:pt x="45001" y="15797"/>
                        </a:cubicBezTo>
                        <a:cubicBezTo>
                          <a:pt x="39238" y="13181"/>
                          <a:pt x="33564" y="11098"/>
                          <a:pt x="27978" y="7418"/>
                        </a:cubicBezTo>
                        <a:cubicBezTo>
                          <a:pt x="23235" y="4271"/>
                          <a:pt x="18048" y="-295"/>
                          <a:pt x="10423" y="15"/>
                        </a:cubicBezTo>
                        <a:cubicBezTo>
                          <a:pt x="3552" y="325"/>
                          <a:pt x="-1103" y="4803"/>
                          <a:pt x="227" y="892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53" name="Forme libre : forme 23652">
                    <a:extLst>
                      <a:ext uri="{FF2B5EF4-FFF2-40B4-BE49-F238E27FC236}">
                        <a16:creationId xmlns:a16="http://schemas.microsoft.com/office/drawing/2014/main" id="{0D12A17B-6BE6-448D-A723-E533657DDEAF}"/>
                      </a:ext>
                    </a:extLst>
                  </p:cNvPr>
                  <p:cNvSpPr/>
                  <p:nvPr/>
                </p:nvSpPr>
                <p:spPr>
                  <a:xfrm>
                    <a:off x="4984855" y="1116651"/>
                    <a:ext cx="17496" cy="4966"/>
                  </a:xfrm>
                  <a:custGeom>
                    <a:avLst/>
                    <a:gdLst>
                      <a:gd name="connsiteX0" fmla="*/ 1762 w 17496"/>
                      <a:gd name="connsiteY0" fmla="*/ 2395 h 4966"/>
                      <a:gd name="connsiteX1" fmla="*/ 78 w 17496"/>
                      <a:gd name="connsiteY1" fmla="*/ 3503 h 4966"/>
                      <a:gd name="connsiteX2" fmla="*/ 1275 w 17496"/>
                      <a:gd name="connsiteY2" fmla="*/ 4700 h 4966"/>
                      <a:gd name="connsiteX3" fmla="*/ 4422 w 17496"/>
                      <a:gd name="connsiteY3" fmla="*/ 4966 h 4966"/>
                      <a:gd name="connsiteX4" fmla="*/ 12180 w 17496"/>
                      <a:gd name="connsiteY4" fmla="*/ 4567 h 4966"/>
                      <a:gd name="connsiteX5" fmla="*/ 14973 w 17496"/>
                      <a:gd name="connsiteY5" fmla="*/ 4035 h 4966"/>
                      <a:gd name="connsiteX6" fmla="*/ 13643 w 17496"/>
                      <a:gd name="connsiteY6" fmla="*/ 1 h 4966"/>
                      <a:gd name="connsiteX7" fmla="*/ 1762 w 17496"/>
                      <a:gd name="connsiteY7" fmla="*/ 2395 h 4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496" h="4966">
                        <a:moveTo>
                          <a:pt x="1762" y="2395"/>
                        </a:moveTo>
                        <a:cubicBezTo>
                          <a:pt x="964" y="2705"/>
                          <a:pt x="344" y="2971"/>
                          <a:pt x="78" y="3503"/>
                        </a:cubicBezTo>
                        <a:cubicBezTo>
                          <a:pt x="-233" y="4035"/>
                          <a:pt x="432" y="4479"/>
                          <a:pt x="1275" y="4700"/>
                        </a:cubicBezTo>
                        <a:cubicBezTo>
                          <a:pt x="2117" y="4922"/>
                          <a:pt x="3402" y="4966"/>
                          <a:pt x="4422" y="4966"/>
                        </a:cubicBezTo>
                        <a:cubicBezTo>
                          <a:pt x="6993" y="4966"/>
                          <a:pt x="9742" y="4833"/>
                          <a:pt x="12180" y="4567"/>
                        </a:cubicBezTo>
                        <a:cubicBezTo>
                          <a:pt x="13200" y="4434"/>
                          <a:pt x="14175" y="4346"/>
                          <a:pt x="14973" y="4035"/>
                        </a:cubicBezTo>
                        <a:cubicBezTo>
                          <a:pt x="18431" y="2794"/>
                          <a:pt x="18652" y="134"/>
                          <a:pt x="13643" y="1"/>
                        </a:cubicBezTo>
                        <a:cubicBezTo>
                          <a:pt x="9742" y="-43"/>
                          <a:pt x="5087" y="1154"/>
                          <a:pt x="1762" y="239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54" name="Forme libre : forme 23653">
                    <a:extLst>
                      <a:ext uri="{FF2B5EF4-FFF2-40B4-BE49-F238E27FC236}">
                        <a16:creationId xmlns:a16="http://schemas.microsoft.com/office/drawing/2014/main" id="{5F5E8997-56C3-4F9C-BCFB-CD3F55BFED6B}"/>
                      </a:ext>
                    </a:extLst>
                  </p:cNvPr>
                  <p:cNvSpPr/>
                  <p:nvPr/>
                </p:nvSpPr>
                <p:spPr>
                  <a:xfrm>
                    <a:off x="5022259" y="1136291"/>
                    <a:ext cx="27263" cy="8555"/>
                  </a:xfrm>
                  <a:custGeom>
                    <a:avLst/>
                    <a:gdLst>
                      <a:gd name="connsiteX0" fmla="*/ 27264 w 27263"/>
                      <a:gd name="connsiteY0" fmla="*/ 0 h 8555"/>
                      <a:gd name="connsiteX1" fmla="*/ 0 w 27263"/>
                      <a:gd name="connsiteY1" fmla="*/ 8556 h 8555"/>
                      <a:gd name="connsiteX2" fmla="*/ 27264 w 27263"/>
                      <a:gd name="connsiteY2" fmla="*/ 0 h 8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263" h="8555">
                        <a:moveTo>
                          <a:pt x="27264" y="0"/>
                        </a:moveTo>
                        <a:cubicBezTo>
                          <a:pt x="22210" y="5364"/>
                          <a:pt x="8556" y="7182"/>
                          <a:pt x="0" y="8556"/>
                        </a:cubicBezTo>
                        <a:cubicBezTo>
                          <a:pt x="9310" y="7137"/>
                          <a:pt x="19683" y="3192"/>
                          <a:pt x="2726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55" name="Forme libre : forme 23654">
                    <a:extLst>
                      <a:ext uri="{FF2B5EF4-FFF2-40B4-BE49-F238E27FC236}">
                        <a16:creationId xmlns:a16="http://schemas.microsoft.com/office/drawing/2014/main" id="{DAD52C12-9D50-4367-9C4D-7C10CA772E91}"/>
                      </a:ext>
                    </a:extLst>
                  </p:cNvPr>
                  <p:cNvSpPr/>
                  <p:nvPr/>
                </p:nvSpPr>
                <p:spPr>
                  <a:xfrm>
                    <a:off x="4965338" y="1108845"/>
                    <a:ext cx="30765" cy="9801"/>
                  </a:xfrm>
                  <a:custGeom>
                    <a:avLst/>
                    <a:gdLst>
                      <a:gd name="connsiteX0" fmla="*/ 30766 w 30765"/>
                      <a:gd name="connsiteY0" fmla="*/ 5 h 9801"/>
                      <a:gd name="connsiteX1" fmla="*/ 0 w 30765"/>
                      <a:gd name="connsiteY1" fmla="*/ 9802 h 9801"/>
                      <a:gd name="connsiteX2" fmla="*/ 30766 w 30765"/>
                      <a:gd name="connsiteY2" fmla="*/ 5 h 9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765" h="9801">
                        <a:moveTo>
                          <a:pt x="30766" y="5"/>
                        </a:moveTo>
                        <a:cubicBezTo>
                          <a:pt x="18708" y="-173"/>
                          <a:pt x="7980" y="4571"/>
                          <a:pt x="0" y="9802"/>
                        </a:cubicBezTo>
                        <a:cubicBezTo>
                          <a:pt x="7226" y="4571"/>
                          <a:pt x="20481" y="1335"/>
                          <a:pt x="30766" y="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56" name="Forme libre : forme 23655">
                    <a:extLst>
                      <a:ext uri="{FF2B5EF4-FFF2-40B4-BE49-F238E27FC236}">
                        <a16:creationId xmlns:a16="http://schemas.microsoft.com/office/drawing/2014/main" id="{1CB45745-D4E7-468D-9440-270D16A3FAA2}"/>
                      </a:ext>
                    </a:extLst>
                  </p:cNvPr>
                  <p:cNvSpPr/>
                  <p:nvPr/>
                </p:nvSpPr>
                <p:spPr>
                  <a:xfrm>
                    <a:off x="5011053" y="1123262"/>
                    <a:ext cx="15380" cy="5212"/>
                  </a:xfrm>
                  <a:custGeom>
                    <a:avLst/>
                    <a:gdLst>
                      <a:gd name="connsiteX0" fmla="*/ 15196 w 15380"/>
                      <a:gd name="connsiteY0" fmla="*/ 4606 h 5212"/>
                      <a:gd name="connsiteX1" fmla="*/ 6020 w 15380"/>
                      <a:gd name="connsiteY1" fmla="*/ 4163 h 5212"/>
                      <a:gd name="connsiteX2" fmla="*/ 212 w 15380"/>
                      <a:gd name="connsiteY2" fmla="*/ 705 h 5212"/>
                      <a:gd name="connsiteX3" fmla="*/ 8901 w 15380"/>
                      <a:gd name="connsiteY3" fmla="*/ 1104 h 5212"/>
                      <a:gd name="connsiteX4" fmla="*/ 15196 w 15380"/>
                      <a:gd name="connsiteY4" fmla="*/ 4606 h 5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80" h="5212">
                        <a:moveTo>
                          <a:pt x="15196" y="4606"/>
                        </a:moveTo>
                        <a:cubicBezTo>
                          <a:pt x="13955" y="6025"/>
                          <a:pt x="7882" y="4562"/>
                          <a:pt x="6020" y="4163"/>
                        </a:cubicBezTo>
                        <a:cubicBezTo>
                          <a:pt x="4158" y="3719"/>
                          <a:pt x="-1117" y="2256"/>
                          <a:pt x="212" y="705"/>
                        </a:cubicBezTo>
                        <a:cubicBezTo>
                          <a:pt x="1542" y="-891"/>
                          <a:pt x="7172" y="660"/>
                          <a:pt x="8901" y="1104"/>
                        </a:cubicBezTo>
                        <a:cubicBezTo>
                          <a:pt x="10675" y="1458"/>
                          <a:pt x="16482" y="3099"/>
                          <a:pt x="15196" y="460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57" name="Forme libre : forme 23656">
                    <a:extLst>
                      <a:ext uri="{FF2B5EF4-FFF2-40B4-BE49-F238E27FC236}">
                        <a16:creationId xmlns:a16="http://schemas.microsoft.com/office/drawing/2014/main" id="{7034C53E-D270-4410-B277-A5A6D2DEC4E0}"/>
                      </a:ext>
                    </a:extLst>
                  </p:cNvPr>
                  <p:cNvSpPr/>
                  <p:nvPr/>
                </p:nvSpPr>
                <p:spPr>
                  <a:xfrm>
                    <a:off x="5024342" y="1126610"/>
                    <a:ext cx="4390" cy="1717"/>
                  </a:xfrm>
                  <a:custGeom>
                    <a:avLst/>
                    <a:gdLst>
                      <a:gd name="connsiteX0" fmla="*/ 4390 w 4390"/>
                      <a:gd name="connsiteY0" fmla="*/ 1169 h 1717"/>
                      <a:gd name="connsiteX1" fmla="*/ 2262 w 4390"/>
                      <a:gd name="connsiteY1" fmla="*/ 1657 h 1717"/>
                      <a:gd name="connsiteX2" fmla="*/ 1 w 4390"/>
                      <a:gd name="connsiteY2" fmla="*/ 548 h 1717"/>
                      <a:gd name="connsiteX3" fmla="*/ 2085 w 4390"/>
                      <a:gd name="connsiteY3" fmla="*/ 61 h 1717"/>
                      <a:gd name="connsiteX4" fmla="*/ 4390 w 4390"/>
                      <a:gd name="connsiteY4" fmla="*/ 1169 h 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0" h="1717">
                        <a:moveTo>
                          <a:pt x="4390" y="1169"/>
                        </a:moveTo>
                        <a:cubicBezTo>
                          <a:pt x="4434" y="1834"/>
                          <a:pt x="3016" y="1745"/>
                          <a:pt x="2262" y="1657"/>
                        </a:cubicBezTo>
                        <a:cubicBezTo>
                          <a:pt x="1508" y="1524"/>
                          <a:pt x="45" y="1213"/>
                          <a:pt x="1" y="548"/>
                        </a:cubicBezTo>
                        <a:cubicBezTo>
                          <a:pt x="-43" y="-117"/>
                          <a:pt x="1331" y="-28"/>
                          <a:pt x="2085" y="61"/>
                        </a:cubicBezTo>
                        <a:cubicBezTo>
                          <a:pt x="2838" y="149"/>
                          <a:pt x="4346" y="504"/>
                          <a:pt x="4390" y="11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58" name="Forme libre : forme 23657">
                    <a:extLst>
                      <a:ext uri="{FF2B5EF4-FFF2-40B4-BE49-F238E27FC236}">
                        <a16:creationId xmlns:a16="http://schemas.microsoft.com/office/drawing/2014/main" id="{8ABBA6DD-206A-4D8E-9E5D-91A331E5E811}"/>
                      </a:ext>
                    </a:extLst>
                  </p:cNvPr>
                  <p:cNvSpPr/>
                  <p:nvPr/>
                </p:nvSpPr>
                <p:spPr>
                  <a:xfrm>
                    <a:off x="5011937" y="1112716"/>
                    <a:ext cx="36718" cy="21132"/>
                  </a:xfrm>
                  <a:custGeom>
                    <a:avLst/>
                    <a:gdLst>
                      <a:gd name="connsiteX0" fmla="*/ 28675 w 36718"/>
                      <a:gd name="connsiteY0" fmla="*/ 10364 h 21132"/>
                      <a:gd name="connsiteX1" fmla="*/ 36611 w 36718"/>
                      <a:gd name="connsiteY1" fmla="*/ 19053 h 21132"/>
                      <a:gd name="connsiteX2" fmla="*/ 33419 w 36718"/>
                      <a:gd name="connsiteY2" fmla="*/ 21047 h 21132"/>
                      <a:gd name="connsiteX3" fmla="*/ 29252 w 36718"/>
                      <a:gd name="connsiteY3" fmla="*/ 18609 h 21132"/>
                      <a:gd name="connsiteX4" fmla="*/ 16706 w 36718"/>
                      <a:gd name="connsiteY4" fmla="*/ 10275 h 21132"/>
                      <a:gd name="connsiteX5" fmla="*/ 436 w 36718"/>
                      <a:gd name="connsiteY5" fmla="*/ 1320 h 21132"/>
                      <a:gd name="connsiteX6" fmla="*/ 20518 w 36718"/>
                      <a:gd name="connsiteY6" fmla="*/ 3758 h 21132"/>
                      <a:gd name="connsiteX7" fmla="*/ 28675 w 36718"/>
                      <a:gd name="connsiteY7" fmla="*/ 10364 h 21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6718" h="21132">
                        <a:moveTo>
                          <a:pt x="28675" y="10364"/>
                        </a:moveTo>
                        <a:cubicBezTo>
                          <a:pt x="32355" y="13290"/>
                          <a:pt x="35015" y="15373"/>
                          <a:pt x="36611" y="19053"/>
                        </a:cubicBezTo>
                        <a:cubicBezTo>
                          <a:pt x="37187" y="20382"/>
                          <a:pt x="35369" y="21446"/>
                          <a:pt x="33419" y="21047"/>
                        </a:cubicBezTo>
                        <a:cubicBezTo>
                          <a:pt x="31424" y="20693"/>
                          <a:pt x="30404" y="19673"/>
                          <a:pt x="29252" y="18609"/>
                        </a:cubicBezTo>
                        <a:cubicBezTo>
                          <a:pt x="25661" y="15284"/>
                          <a:pt x="21494" y="12758"/>
                          <a:pt x="16706" y="10275"/>
                        </a:cubicBezTo>
                        <a:cubicBezTo>
                          <a:pt x="13780" y="8502"/>
                          <a:pt x="-2888" y="4556"/>
                          <a:pt x="436" y="1320"/>
                        </a:cubicBezTo>
                        <a:cubicBezTo>
                          <a:pt x="3850" y="-1916"/>
                          <a:pt x="16484" y="1542"/>
                          <a:pt x="20518" y="3758"/>
                        </a:cubicBezTo>
                        <a:cubicBezTo>
                          <a:pt x="24597" y="5753"/>
                          <a:pt x="25927" y="8147"/>
                          <a:pt x="28675" y="1036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582" name="Graphique 2">
                  <a:extLst>
                    <a:ext uri="{FF2B5EF4-FFF2-40B4-BE49-F238E27FC236}">
                      <a16:creationId xmlns:a16="http://schemas.microsoft.com/office/drawing/2014/main" id="{37BDF2DC-DE5E-46B5-AEC1-6FC52D979F82}"/>
                    </a:ext>
                  </a:extLst>
                </p:cNvPr>
                <p:cNvGrpSpPr/>
                <p:nvPr/>
              </p:nvGrpSpPr>
              <p:grpSpPr>
                <a:xfrm>
                  <a:off x="5052419" y="1125829"/>
                  <a:ext cx="79426" cy="58166"/>
                  <a:chOff x="5052419" y="1125829"/>
                  <a:chExt cx="79426" cy="58166"/>
                </a:xfrm>
                <a:solidFill>
                  <a:schemeClr val="accent1"/>
                </a:solidFill>
              </p:grpSpPr>
              <p:sp>
                <p:nvSpPr>
                  <p:cNvPr id="23635" name="Forme libre : forme 23634">
                    <a:extLst>
                      <a:ext uri="{FF2B5EF4-FFF2-40B4-BE49-F238E27FC236}">
                        <a16:creationId xmlns:a16="http://schemas.microsoft.com/office/drawing/2014/main" id="{FB0088A9-7B1C-498E-A394-BB645E38A803}"/>
                      </a:ext>
                    </a:extLst>
                  </p:cNvPr>
                  <p:cNvSpPr/>
                  <p:nvPr/>
                </p:nvSpPr>
                <p:spPr>
                  <a:xfrm>
                    <a:off x="5052419" y="1125829"/>
                    <a:ext cx="79426" cy="58166"/>
                  </a:xfrm>
                  <a:custGeom>
                    <a:avLst/>
                    <a:gdLst>
                      <a:gd name="connsiteX0" fmla="*/ 43962 w 79426"/>
                      <a:gd name="connsiteY0" fmla="*/ 52399 h 58166"/>
                      <a:gd name="connsiteX1" fmla="*/ 30086 w 79426"/>
                      <a:gd name="connsiteY1" fmla="*/ 43267 h 58166"/>
                      <a:gd name="connsiteX2" fmla="*/ 26273 w 79426"/>
                      <a:gd name="connsiteY2" fmla="*/ 40253 h 58166"/>
                      <a:gd name="connsiteX3" fmla="*/ 23082 w 79426"/>
                      <a:gd name="connsiteY3" fmla="*/ 37681 h 58166"/>
                      <a:gd name="connsiteX4" fmla="*/ 19402 w 79426"/>
                      <a:gd name="connsiteY4" fmla="*/ 34800 h 58166"/>
                      <a:gd name="connsiteX5" fmla="*/ 695 w 79426"/>
                      <a:gd name="connsiteY5" fmla="*/ 12989 h 58166"/>
                      <a:gd name="connsiteX6" fmla="*/ 3842 w 79426"/>
                      <a:gd name="connsiteY6" fmla="*/ 3458 h 58166"/>
                      <a:gd name="connsiteX7" fmla="*/ 19181 w 79426"/>
                      <a:gd name="connsiteY7" fmla="*/ 0 h 58166"/>
                      <a:gd name="connsiteX8" fmla="*/ 28135 w 79426"/>
                      <a:gd name="connsiteY8" fmla="*/ 1108 h 58166"/>
                      <a:gd name="connsiteX9" fmla="*/ 38464 w 79426"/>
                      <a:gd name="connsiteY9" fmla="*/ 5320 h 58166"/>
                      <a:gd name="connsiteX10" fmla="*/ 45557 w 79426"/>
                      <a:gd name="connsiteY10" fmla="*/ 10152 h 58166"/>
                      <a:gd name="connsiteX11" fmla="*/ 48661 w 79426"/>
                      <a:gd name="connsiteY11" fmla="*/ 12501 h 58166"/>
                      <a:gd name="connsiteX12" fmla="*/ 51365 w 79426"/>
                      <a:gd name="connsiteY12" fmla="*/ 14629 h 58166"/>
                      <a:gd name="connsiteX13" fmla="*/ 61871 w 79426"/>
                      <a:gd name="connsiteY13" fmla="*/ 22254 h 58166"/>
                      <a:gd name="connsiteX14" fmla="*/ 79116 w 79426"/>
                      <a:gd name="connsiteY14" fmla="*/ 47212 h 58166"/>
                      <a:gd name="connsiteX15" fmla="*/ 75348 w 79426"/>
                      <a:gd name="connsiteY15" fmla="*/ 56256 h 58166"/>
                      <a:gd name="connsiteX16" fmla="*/ 43962 w 79426"/>
                      <a:gd name="connsiteY16" fmla="*/ 52399 h 58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9426" h="58166">
                        <a:moveTo>
                          <a:pt x="43962" y="52399"/>
                        </a:moveTo>
                        <a:cubicBezTo>
                          <a:pt x="40592" y="50582"/>
                          <a:pt x="35317" y="47168"/>
                          <a:pt x="30086" y="43267"/>
                        </a:cubicBezTo>
                        <a:cubicBezTo>
                          <a:pt x="28800" y="42336"/>
                          <a:pt x="27515" y="41228"/>
                          <a:pt x="26273" y="40253"/>
                        </a:cubicBezTo>
                        <a:cubicBezTo>
                          <a:pt x="25077" y="39321"/>
                          <a:pt x="23569" y="37992"/>
                          <a:pt x="23082" y="37681"/>
                        </a:cubicBezTo>
                        <a:cubicBezTo>
                          <a:pt x="21619" y="36662"/>
                          <a:pt x="20466" y="35642"/>
                          <a:pt x="19402" y="34800"/>
                        </a:cubicBezTo>
                        <a:cubicBezTo>
                          <a:pt x="10669" y="28815"/>
                          <a:pt x="5349" y="22298"/>
                          <a:pt x="695" y="12989"/>
                        </a:cubicBezTo>
                        <a:cubicBezTo>
                          <a:pt x="-990" y="9886"/>
                          <a:pt x="517" y="5009"/>
                          <a:pt x="3842" y="3458"/>
                        </a:cubicBezTo>
                        <a:cubicBezTo>
                          <a:pt x="8630" y="1374"/>
                          <a:pt x="13550" y="0"/>
                          <a:pt x="19181" y="0"/>
                        </a:cubicBezTo>
                        <a:cubicBezTo>
                          <a:pt x="21973" y="89"/>
                          <a:pt x="24944" y="443"/>
                          <a:pt x="28135" y="1108"/>
                        </a:cubicBezTo>
                        <a:cubicBezTo>
                          <a:pt x="31372" y="2083"/>
                          <a:pt x="34785" y="3458"/>
                          <a:pt x="38464" y="5320"/>
                        </a:cubicBezTo>
                        <a:cubicBezTo>
                          <a:pt x="40459" y="6561"/>
                          <a:pt x="42898" y="8246"/>
                          <a:pt x="45557" y="10152"/>
                        </a:cubicBezTo>
                        <a:cubicBezTo>
                          <a:pt x="47109" y="11260"/>
                          <a:pt x="47685" y="11748"/>
                          <a:pt x="48661" y="12501"/>
                        </a:cubicBezTo>
                        <a:cubicBezTo>
                          <a:pt x="49547" y="13211"/>
                          <a:pt x="50478" y="13920"/>
                          <a:pt x="51365" y="14629"/>
                        </a:cubicBezTo>
                        <a:cubicBezTo>
                          <a:pt x="55133" y="17466"/>
                          <a:pt x="59123" y="20304"/>
                          <a:pt x="61871" y="22254"/>
                        </a:cubicBezTo>
                        <a:cubicBezTo>
                          <a:pt x="72200" y="29569"/>
                          <a:pt x="76190" y="37415"/>
                          <a:pt x="79116" y="47212"/>
                        </a:cubicBezTo>
                        <a:cubicBezTo>
                          <a:pt x="80136" y="50582"/>
                          <a:pt x="78584" y="55281"/>
                          <a:pt x="75348" y="56256"/>
                        </a:cubicBezTo>
                        <a:cubicBezTo>
                          <a:pt x="66038" y="59182"/>
                          <a:pt x="56685" y="59359"/>
                          <a:pt x="43962" y="5239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36" name="Forme libre : forme 23635">
                    <a:extLst>
                      <a:ext uri="{FF2B5EF4-FFF2-40B4-BE49-F238E27FC236}">
                        <a16:creationId xmlns:a16="http://schemas.microsoft.com/office/drawing/2014/main" id="{BED5981D-F06A-47D5-955F-BB95AF6AB2E9}"/>
                      </a:ext>
                    </a:extLst>
                  </p:cNvPr>
                  <p:cNvSpPr/>
                  <p:nvPr/>
                </p:nvSpPr>
                <p:spPr>
                  <a:xfrm>
                    <a:off x="5052424" y="1134385"/>
                    <a:ext cx="75564" cy="49495"/>
                  </a:xfrm>
                  <a:custGeom>
                    <a:avLst/>
                    <a:gdLst>
                      <a:gd name="connsiteX0" fmla="*/ 29416 w 75564"/>
                      <a:gd name="connsiteY0" fmla="*/ 17954 h 49495"/>
                      <a:gd name="connsiteX1" fmla="*/ 158 w 75564"/>
                      <a:gd name="connsiteY1" fmla="*/ 0 h 49495"/>
                      <a:gd name="connsiteX2" fmla="*/ 690 w 75564"/>
                      <a:gd name="connsiteY2" fmla="*/ 4344 h 49495"/>
                      <a:gd name="connsiteX3" fmla="*/ 3216 w 75564"/>
                      <a:gd name="connsiteY3" fmla="*/ 8910 h 49495"/>
                      <a:gd name="connsiteX4" fmla="*/ 11817 w 75564"/>
                      <a:gd name="connsiteY4" fmla="*/ 20126 h 49495"/>
                      <a:gd name="connsiteX5" fmla="*/ 19442 w 75564"/>
                      <a:gd name="connsiteY5" fmla="*/ 26200 h 49495"/>
                      <a:gd name="connsiteX6" fmla="*/ 22013 w 75564"/>
                      <a:gd name="connsiteY6" fmla="*/ 28283 h 49495"/>
                      <a:gd name="connsiteX7" fmla="*/ 23520 w 75564"/>
                      <a:gd name="connsiteY7" fmla="*/ 29391 h 49495"/>
                      <a:gd name="connsiteX8" fmla="*/ 26003 w 75564"/>
                      <a:gd name="connsiteY8" fmla="*/ 31386 h 49495"/>
                      <a:gd name="connsiteX9" fmla="*/ 31544 w 75564"/>
                      <a:gd name="connsiteY9" fmla="*/ 35686 h 49495"/>
                      <a:gd name="connsiteX10" fmla="*/ 41873 w 75564"/>
                      <a:gd name="connsiteY10" fmla="*/ 42602 h 49495"/>
                      <a:gd name="connsiteX11" fmla="*/ 43957 w 75564"/>
                      <a:gd name="connsiteY11" fmla="*/ 43799 h 49495"/>
                      <a:gd name="connsiteX12" fmla="*/ 56369 w 75564"/>
                      <a:gd name="connsiteY12" fmla="*/ 48675 h 49495"/>
                      <a:gd name="connsiteX13" fmla="*/ 70910 w 75564"/>
                      <a:gd name="connsiteY13" fmla="*/ 48853 h 49495"/>
                      <a:gd name="connsiteX14" fmla="*/ 75387 w 75564"/>
                      <a:gd name="connsiteY14" fmla="*/ 47700 h 49495"/>
                      <a:gd name="connsiteX15" fmla="*/ 75565 w 75564"/>
                      <a:gd name="connsiteY15" fmla="*/ 47611 h 49495"/>
                      <a:gd name="connsiteX16" fmla="*/ 52069 w 75564"/>
                      <a:gd name="connsiteY16" fmla="*/ 33381 h 49495"/>
                      <a:gd name="connsiteX17" fmla="*/ 40454 w 75564"/>
                      <a:gd name="connsiteY17" fmla="*/ 25668 h 49495"/>
                      <a:gd name="connsiteX18" fmla="*/ 34780 w 75564"/>
                      <a:gd name="connsiteY18" fmla="*/ 21589 h 49495"/>
                      <a:gd name="connsiteX19" fmla="*/ 31987 w 75564"/>
                      <a:gd name="connsiteY19" fmla="*/ 19550 h 49495"/>
                      <a:gd name="connsiteX20" fmla="*/ 29416 w 75564"/>
                      <a:gd name="connsiteY20" fmla="*/ 17954 h 49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75564" h="49495">
                        <a:moveTo>
                          <a:pt x="29416" y="17954"/>
                        </a:moveTo>
                        <a:cubicBezTo>
                          <a:pt x="19929" y="11969"/>
                          <a:pt x="7960" y="7625"/>
                          <a:pt x="158" y="0"/>
                        </a:cubicBezTo>
                        <a:cubicBezTo>
                          <a:pt x="-153" y="1507"/>
                          <a:pt x="-20" y="3103"/>
                          <a:pt x="690" y="4344"/>
                        </a:cubicBezTo>
                        <a:cubicBezTo>
                          <a:pt x="1576" y="5940"/>
                          <a:pt x="2419" y="7448"/>
                          <a:pt x="3216" y="8910"/>
                        </a:cubicBezTo>
                        <a:cubicBezTo>
                          <a:pt x="5655" y="13122"/>
                          <a:pt x="8448" y="16713"/>
                          <a:pt x="11817" y="20126"/>
                        </a:cubicBezTo>
                        <a:cubicBezTo>
                          <a:pt x="14255" y="22121"/>
                          <a:pt x="16383" y="24338"/>
                          <a:pt x="19442" y="26200"/>
                        </a:cubicBezTo>
                        <a:cubicBezTo>
                          <a:pt x="20284" y="26776"/>
                          <a:pt x="21037" y="27574"/>
                          <a:pt x="22013" y="28283"/>
                        </a:cubicBezTo>
                        <a:cubicBezTo>
                          <a:pt x="22500" y="28638"/>
                          <a:pt x="22988" y="28992"/>
                          <a:pt x="23520" y="29391"/>
                        </a:cubicBezTo>
                        <a:cubicBezTo>
                          <a:pt x="24052" y="29746"/>
                          <a:pt x="25160" y="30721"/>
                          <a:pt x="26003" y="31386"/>
                        </a:cubicBezTo>
                        <a:cubicBezTo>
                          <a:pt x="27820" y="32849"/>
                          <a:pt x="29682" y="34357"/>
                          <a:pt x="31544" y="35686"/>
                        </a:cubicBezTo>
                        <a:cubicBezTo>
                          <a:pt x="35268" y="38479"/>
                          <a:pt x="38992" y="40829"/>
                          <a:pt x="41873" y="42602"/>
                        </a:cubicBezTo>
                        <a:cubicBezTo>
                          <a:pt x="42627" y="43045"/>
                          <a:pt x="43336" y="43444"/>
                          <a:pt x="43957" y="43799"/>
                        </a:cubicBezTo>
                        <a:cubicBezTo>
                          <a:pt x="48478" y="46326"/>
                          <a:pt x="52557" y="47833"/>
                          <a:pt x="56369" y="48675"/>
                        </a:cubicBezTo>
                        <a:cubicBezTo>
                          <a:pt x="61600" y="49828"/>
                          <a:pt x="66344" y="49651"/>
                          <a:pt x="70910" y="48853"/>
                        </a:cubicBezTo>
                        <a:cubicBezTo>
                          <a:pt x="72417" y="48542"/>
                          <a:pt x="73880" y="48188"/>
                          <a:pt x="75387" y="47700"/>
                        </a:cubicBezTo>
                        <a:lnTo>
                          <a:pt x="75565" y="47611"/>
                        </a:lnTo>
                        <a:cubicBezTo>
                          <a:pt x="67851" y="43001"/>
                          <a:pt x="59871" y="38346"/>
                          <a:pt x="52069" y="33381"/>
                        </a:cubicBezTo>
                        <a:cubicBezTo>
                          <a:pt x="48168" y="30899"/>
                          <a:pt x="44267" y="28372"/>
                          <a:pt x="40454" y="25668"/>
                        </a:cubicBezTo>
                        <a:cubicBezTo>
                          <a:pt x="38548" y="24382"/>
                          <a:pt x="36642" y="23008"/>
                          <a:pt x="34780" y="21589"/>
                        </a:cubicBezTo>
                        <a:lnTo>
                          <a:pt x="31987" y="19550"/>
                        </a:lnTo>
                        <a:lnTo>
                          <a:pt x="29416" y="17954"/>
                        </a:ln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37" name="Forme libre : forme 23636">
                    <a:extLst>
                      <a:ext uri="{FF2B5EF4-FFF2-40B4-BE49-F238E27FC236}">
                        <a16:creationId xmlns:a16="http://schemas.microsoft.com/office/drawing/2014/main" id="{23214D5A-737C-4625-A121-CC7E324C28C5}"/>
                      </a:ext>
                    </a:extLst>
                  </p:cNvPr>
                  <p:cNvSpPr/>
                  <p:nvPr/>
                </p:nvSpPr>
                <p:spPr>
                  <a:xfrm>
                    <a:off x="5081048" y="1145200"/>
                    <a:ext cx="35072" cy="26640"/>
                  </a:xfrm>
                  <a:custGeom>
                    <a:avLst/>
                    <a:gdLst>
                      <a:gd name="connsiteX0" fmla="*/ 34838 w 35072"/>
                      <a:gd name="connsiteY0" fmla="*/ 25403 h 26640"/>
                      <a:gd name="connsiteX1" fmla="*/ 12983 w 35072"/>
                      <a:gd name="connsiteY1" fmla="*/ 18398 h 26640"/>
                      <a:gd name="connsiteX2" fmla="*/ 3674 w 35072"/>
                      <a:gd name="connsiteY2" fmla="*/ 9798 h 26640"/>
                      <a:gd name="connsiteX3" fmla="*/ 393 w 35072"/>
                      <a:gd name="connsiteY3" fmla="*/ 1242 h 26640"/>
                      <a:gd name="connsiteX4" fmla="*/ 9836 w 35072"/>
                      <a:gd name="connsiteY4" fmla="*/ 2306 h 26640"/>
                      <a:gd name="connsiteX5" fmla="*/ 19500 w 35072"/>
                      <a:gd name="connsiteY5" fmla="*/ 8867 h 26640"/>
                      <a:gd name="connsiteX6" fmla="*/ 34838 w 35072"/>
                      <a:gd name="connsiteY6" fmla="*/ 25403 h 26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072" h="26640">
                        <a:moveTo>
                          <a:pt x="34838" y="25403"/>
                        </a:moveTo>
                        <a:cubicBezTo>
                          <a:pt x="32577" y="29658"/>
                          <a:pt x="17727" y="21856"/>
                          <a:pt x="12983" y="18398"/>
                        </a:cubicBezTo>
                        <a:cubicBezTo>
                          <a:pt x="10634" y="16758"/>
                          <a:pt x="6600" y="13433"/>
                          <a:pt x="3674" y="9798"/>
                        </a:cubicBezTo>
                        <a:cubicBezTo>
                          <a:pt x="1014" y="6739"/>
                          <a:pt x="-848" y="3503"/>
                          <a:pt x="393" y="1242"/>
                        </a:cubicBezTo>
                        <a:cubicBezTo>
                          <a:pt x="1635" y="-1019"/>
                          <a:pt x="5624" y="90"/>
                          <a:pt x="9836" y="2306"/>
                        </a:cubicBezTo>
                        <a:cubicBezTo>
                          <a:pt x="13559" y="4478"/>
                          <a:pt x="17505" y="7316"/>
                          <a:pt x="19500" y="8867"/>
                        </a:cubicBezTo>
                        <a:cubicBezTo>
                          <a:pt x="23445" y="12015"/>
                          <a:pt x="37011" y="21280"/>
                          <a:pt x="34838" y="2540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38" name="Forme libre : forme 23637">
                    <a:extLst>
                      <a:ext uri="{FF2B5EF4-FFF2-40B4-BE49-F238E27FC236}">
                        <a16:creationId xmlns:a16="http://schemas.microsoft.com/office/drawing/2014/main" id="{8F44F8EC-D026-4387-8B0C-7E55D106C542}"/>
                      </a:ext>
                    </a:extLst>
                  </p:cNvPr>
                  <p:cNvSpPr/>
                  <p:nvPr/>
                </p:nvSpPr>
                <p:spPr>
                  <a:xfrm>
                    <a:off x="5081160" y="1145044"/>
                    <a:ext cx="21161" cy="23209"/>
                  </a:xfrm>
                  <a:custGeom>
                    <a:avLst/>
                    <a:gdLst>
                      <a:gd name="connsiteX0" fmla="*/ 10345 w 21161"/>
                      <a:gd name="connsiteY0" fmla="*/ 2995 h 23209"/>
                      <a:gd name="connsiteX1" fmla="*/ 149 w 21161"/>
                      <a:gd name="connsiteY1" fmla="*/ 1310 h 23209"/>
                      <a:gd name="connsiteX2" fmla="*/ 3607 w 21161"/>
                      <a:gd name="connsiteY2" fmla="*/ 9955 h 23209"/>
                      <a:gd name="connsiteX3" fmla="*/ 13093 w 21161"/>
                      <a:gd name="connsiteY3" fmla="*/ 18732 h 23209"/>
                      <a:gd name="connsiteX4" fmla="*/ 21162 w 21161"/>
                      <a:gd name="connsiteY4" fmla="*/ 23210 h 23209"/>
                      <a:gd name="connsiteX5" fmla="*/ 17216 w 21161"/>
                      <a:gd name="connsiteY5" fmla="*/ 20239 h 23209"/>
                      <a:gd name="connsiteX6" fmla="*/ 10345 w 21161"/>
                      <a:gd name="connsiteY6" fmla="*/ 2995 h 23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61" h="23209">
                        <a:moveTo>
                          <a:pt x="10345" y="2995"/>
                        </a:moveTo>
                        <a:cubicBezTo>
                          <a:pt x="7729" y="2019"/>
                          <a:pt x="858" y="-2059"/>
                          <a:pt x="149" y="1310"/>
                        </a:cubicBezTo>
                        <a:cubicBezTo>
                          <a:pt x="-516" y="4014"/>
                          <a:pt x="1124" y="7029"/>
                          <a:pt x="3607" y="9955"/>
                        </a:cubicBezTo>
                        <a:cubicBezTo>
                          <a:pt x="6311" y="13368"/>
                          <a:pt x="10123" y="16604"/>
                          <a:pt x="13093" y="18732"/>
                        </a:cubicBezTo>
                        <a:cubicBezTo>
                          <a:pt x="14822" y="19929"/>
                          <a:pt x="18945" y="22323"/>
                          <a:pt x="21162" y="23210"/>
                        </a:cubicBezTo>
                        <a:cubicBezTo>
                          <a:pt x="20053" y="22456"/>
                          <a:pt x="18147" y="21215"/>
                          <a:pt x="17216" y="20239"/>
                        </a:cubicBezTo>
                        <a:cubicBezTo>
                          <a:pt x="12074" y="14875"/>
                          <a:pt x="7020" y="7516"/>
                          <a:pt x="10345" y="299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39" name="Forme libre : forme 23638">
                    <a:extLst>
                      <a:ext uri="{FF2B5EF4-FFF2-40B4-BE49-F238E27FC236}">
                        <a16:creationId xmlns:a16="http://schemas.microsoft.com/office/drawing/2014/main" id="{10DD6D94-752D-4D02-9F84-0D57A195AB7A}"/>
                      </a:ext>
                    </a:extLst>
                  </p:cNvPr>
                  <p:cNvSpPr/>
                  <p:nvPr/>
                </p:nvSpPr>
                <p:spPr>
                  <a:xfrm>
                    <a:off x="5082092" y="1147506"/>
                    <a:ext cx="35657" cy="26236"/>
                  </a:xfrm>
                  <a:custGeom>
                    <a:avLst/>
                    <a:gdLst>
                      <a:gd name="connsiteX0" fmla="*/ 35168 w 35657"/>
                      <a:gd name="connsiteY0" fmla="*/ 25269 h 26236"/>
                      <a:gd name="connsiteX1" fmla="*/ 12870 w 35657"/>
                      <a:gd name="connsiteY1" fmla="*/ 18398 h 26236"/>
                      <a:gd name="connsiteX2" fmla="*/ 3427 w 35657"/>
                      <a:gd name="connsiteY2" fmla="*/ 9975 h 26236"/>
                      <a:gd name="connsiteX3" fmla="*/ 1565 w 35657"/>
                      <a:gd name="connsiteY3" fmla="*/ 7404 h 26236"/>
                      <a:gd name="connsiteX4" fmla="*/ 457 w 35657"/>
                      <a:gd name="connsiteY4" fmla="*/ 5231 h 26236"/>
                      <a:gd name="connsiteX5" fmla="*/ 413 w 35657"/>
                      <a:gd name="connsiteY5" fmla="*/ 1286 h 26236"/>
                      <a:gd name="connsiteX6" fmla="*/ 3959 w 35657"/>
                      <a:gd name="connsiteY6" fmla="*/ 89 h 26236"/>
                      <a:gd name="connsiteX7" fmla="*/ 9589 w 35657"/>
                      <a:gd name="connsiteY7" fmla="*/ 2350 h 26236"/>
                      <a:gd name="connsiteX8" fmla="*/ 19431 w 35657"/>
                      <a:gd name="connsiteY8" fmla="*/ 8822 h 26236"/>
                      <a:gd name="connsiteX9" fmla="*/ 35168 w 35657"/>
                      <a:gd name="connsiteY9" fmla="*/ 25269 h 26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5657" h="26236">
                        <a:moveTo>
                          <a:pt x="35168" y="25269"/>
                        </a:moveTo>
                        <a:cubicBezTo>
                          <a:pt x="31710" y="28771"/>
                          <a:pt x="18101" y="21900"/>
                          <a:pt x="12870" y="18398"/>
                        </a:cubicBezTo>
                        <a:cubicBezTo>
                          <a:pt x="10254" y="16713"/>
                          <a:pt x="6220" y="13521"/>
                          <a:pt x="3427" y="9975"/>
                        </a:cubicBezTo>
                        <a:cubicBezTo>
                          <a:pt x="2718" y="9133"/>
                          <a:pt x="2053" y="8202"/>
                          <a:pt x="1565" y="7404"/>
                        </a:cubicBezTo>
                        <a:cubicBezTo>
                          <a:pt x="1122" y="6694"/>
                          <a:pt x="723" y="5985"/>
                          <a:pt x="457" y="5231"/>
                        </a:cubicBezTo>
                        <a:cubicBezTo>
                          <a:pt x="-75" y="3813"/>
                          <a:pt x="-208" y="2439"/>
                          <a:pt x="413" y="1286"/>
                        </a:cubicBezTo>
                        <a:cubicBezTo>
                          <a:pt x="1033" y="133"/>
                          <a:pt x="2319" y="-177"/>
                          <a:pt x="3959" y="89"/>
                        </a:cubicBezTo>
                        <a:cubicBezTo>
                          <a:pt x="5644" y="355"/>
                          <a:pt x="7772" y="1242"/>
                          <a:pt x="9589" y="2350"/>
                        </a:cubicBezTo>
                        <a:cubicBezTo>
                          <a:pt x="13357" y="4611"/>
                          <a:pt x="17480" y="7448"/>
                          <a:pt x="19431" y="8822"/>
                        </a:cubicBezTo>
                        <a:cubicBezTo>
                          <a:pt x="23154" y="11704"/>
                          <a:pt x="38582" y="21856"/>
                          <a:pt x="35168" y="2526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40" name="Forme libre : forme 23639">
                    <a:extLst>
                      <a:ext uri="{FF2B5EF4-FFF2-40B4-BE49-F238E27FC236}">
                        <a16:creationId xmlns:a16="http://schemas.microsoft.com/office/drawing/2014/main" id="{816E64D5-35F7-47B0-AF9D-B94A7C735BBA}"/>
                      </a:ext>
                    </a:extLst>
                  </p:cNvPr>
                  <p:cNvSpPr/>
                  <p:nvPr/>
                </p:nvSpPr>
                <p:spPr>
                  <a:xfrm>
                    <a:off x="5063796" y="1132728"/>
                    <a:ext cx="40728" cy="40139"/>
                  </a:xfrm>
                  <a:custGeom>
                    <a:avLst/>
                    <a:gdLst>
                      <a:gd name="connsiteX0" fmla="*/ 1 w 40728"/>
                      <a:gd name="connsiteY0" fmla="*/ 5824 h 40139"/>
                      <a:gd name="connsiteX1" fmla="*/ 2750 w 40728"/>
                      <a:gd name="connsiteY1" fmla="*/ 13006 h 40139"/>
                      <a:gd name="connsiteX2" fmla="*/ 7936 w 40728"/>
                      <a:gd name="connsiteY2" fmla="*/ 20542 h 40139"/>
                      <a:gd name="connsiteX3" fmla="*/ 10640 w 40728"/>
                      <a:gd name="connsiteY3" fmla="*/ 23956 h 40139"/>
                      <a:gd name="connsiteX4" fmla="*/ 13345 w 40728"/>
                      <a:gd name="connsiteY4" fmla="*/ 27413 h 40139"/>
                      <a:gd name="connsiteX5" fmla="*/ 14763 w 40728"/>
                      <a:gd name="connsiteY5" fmla="*/ 28788 h 40139"/>
                      <a:gd name="connsiteX6" fmla="*/ 16936 w 40728"/>
                      <a:gd name="connsiteY6" fmla="*/ 30782 h 40139"/>
                      <a:gd name="connsiteX7" fmla="*/ 21546 w 40728"/>
                      <a:gd name="connsiteY7" fmla="*/ 34373 h 40139"/>
                      <a:gd name="connsiteX8" fmla="*/ 30988 w 40728"/>
                      <a:gd name="connsiteY8" fmla="*/ 39117 h 40139"/>
                      <a:gd name="connsiteX9" fmla="*/ 40697 w 40728"/>
                      <a:gd name="connsiteY9" fmla="*/ 37742 h 40139"/>
                      <a:gd name="connsiteX10" fmla="*/ 36574 w 40728"/>
                      <a:gd name="connsiteY10" fmla="*/ 31891 h 40139"/>
                      <a:gd name="connsiteX11" fmla="*/ 26112 w 40728"/>
                      <a:gd name="connsiteY11" fmla="*/ 16020 h 40139"/>
                      <a:gd name="connsiteX12" fmla="*/ 21635 w 40728"/>
                      <a:gd name="connsiteY12" fmla="*/ 7420 h 40139"/>
                      <a:gd name="connsiteX13" fmla="*/ 12813 w 40728"/>
                      <a:gd name="connsiteY13" fmla="*/ 770 h 40139"/>
                      <a:gd name="connsiteX14" fmla="*/ 3680 w 40728"/>
                      <a:gd name="connsiteY14" fmla="*/ 726 h 40139"/>
                      <a:gd name="connsiteX15" fmla="*/ 1 w 40728"/>
                      <a:gd name="connsiteY15" fmla="*/ 5824 h 40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40728" h="40139">
                        <a:moveTo>
                          <a:pt x="1" y="5824"/>
                        </a:moveTo>
                        <a:cubicBezTo>
                          <a:pt x="90" y="8883"/>
                          <a:pt x="710" y="10169"/>
                          <a:pt x="2750" y="13006"/>
                        </a:cubicBezTo>
                        <a:cubicBezTo>
                          <a:pt x="4700" y="15710"/>
                          <a:pt x="6385" y="18104"/>
                          <a:pt x="7936" y="20542"/>
                        </a:cubicBezTo>
                        <a:cubicBezTo>
                          <a:pt x="8779" y="21739"/>
                          <a:pt x="9621" y="22847"/>
                          <a:pt x="10640" y="23956"/>
                        </a:cubicBezTo>
                        <a:cubicBezTo>
                          <a:pt x="11483" y="25152"/>
                          <a:pt x="12281" y="26305"/>
                          <a:pt x="13345" y="27413"/>
                        </a:cubicBezTo>
                        <a:cubicBezTo>
                          <a:pt x="13788" y="27901"/>
                          <a:pt x="14187" y="28256"/>
                          <a:pt x="14763" y="28788"/>
                        </a:cubicBezTo>
                        <a:cubicBezTo>
                          <a:pt x="15473" y="29452"/>
                          <a:pt x="16182" y="30117"/>
                          <a:pt x="16936" y="30782"/>
                        </a:cubicBezTo>
                        <a:cubicBezTo>
                          <a:pt x="18398" y="32068"/>
                          <a:pt x="19950" y="33354"/>
                          <a:pt x="21546" y="34373"/>
                        </a:cubicBezTo>
                        <a:cubicBezTo>
                          <a:pt x="24738" y="36545"/>
                          <a:pt x="28018" y="38141"/>
                          <a:pt x="30988" y="39117"/>
                        </a:cubicBezTo>
                        <a:cubicBezTo>
                          <a:pt x="35466" y="40580"/>
                          <a:pt x="40165" y="40757"/>
                          <a:pt x="40697" y="37742"/>
                        </a:cubicBezTo>
                        <a:cubicBezTo>
                          <a:pt x="41052" y="35880"/>
                          <a:pt x="38303" y="34019"/>
                          <a:pt x="36574" y="31891"/>
                        </a:cubicBezTo>
                        <a:cubicBezTo>
                          <a:pt x="32451" y="26926"/>
                          <a:pt x="28506" y="22138"/>
                          <a:pt x="26112" y="16020"/>
                        </a:cubicBezTo>
                        <a:cubicBezTo>
                          <a:pt x="24959" y="13449"/>
                          <a:pt x="23629" y="10434"/>
                          <a:pt x="21635" y="7420"/>
                        </a:cubicBezTo>
                        <a:cubicBezTo>
                          <a:pt x="19551" y="4760"/>
                          <a:pt x="16714" y="2233"/>
                          <a:pt x="12813" y="770"/>
                        </a:cubicBezTo>
                        <a:cubicBezTo>
                          <a:pt x="9266" y="-294"/>
                          <a:pt x="5986" y="-205"/>
                          <a:pt x="3680" y="726"/>
                        </a:cubicBezTo>
                        <a:cubicBezTo>
                          <a:pt x="1331" y="1790"/>
                          <a:pt x="-43" y="3696"/>
                          <a:pt x="1" y="582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41" name="Forme libre : forme 23640">
                    <a:extLst>
                      <a:ext uri="{FF2B5EF4-FFF2-40B4-BE49-F238E27FC236}">
                        <a16:creationId xmlns:a16="http://schemas.microsoft.com/office/drawing/2014/main" id="{FA68FFC5-6EED-4A4F-8FC3-A9D2986C92BF}"/>
                      </a:ext>
                    </a:extLst>
                  </p:cNvPr>
                  <p:cNvSpPr/>
                  <p:nvPr/>
                </p:nvSpPr>
                <p:spPr>
                  <a:xfrm>
                    <a:off x="5075171" y="1137341"/>
                    <a:ext cx="17817" cy="8296"/>
                  </a:xfrm>
                  <a:custGeom>
                    <a:avLst/>
                    <a:gdLst>
                      <a:gd name="connsiteX0" fmla="*/ 2236 w 17817"/>
                      <a:gd name="connsiteY0" fmla="*/ 58 h 8296"/>
                      <a:gd name="connsiteX1" fmla="*/ 197 w 17817"/>
                      <a:gd name="connsiteY1" fmla="*/ 368 h 8296"/>
                      <a:gd name="connsiteX2" fmla="*/ 906 w 17817"/>
                      <a:gd name="connsiteY2" fmla="*/ 1964 h 8296"/>
                      <a:gd name="connsiteX3" fmla="*/ 3743 w 17817"/>
                      <a:gd name="connsiteY3" fmla="*/ 3560 h 8296"/>
                      <a:gd name="connsiteX4" fmla="*/ 11191 w 17817"/>
                      <a:gd name="connsiteY4" fmla="*/ 6929 h 8296"/>
                      <a:gd name="connsiteX5" fmla="*/ 14028 w 17817"/>
                      <a:gd name="connsiteY5" fmla="*/ 8082 h 8296"/>
                      <a:gd name="connsiteX6" fmla="*/ 17708 w 17817"/>
                      <a:gd name="connsiteY6" fmla="*/ 7505 h 8296"/>
                      <a:gd name="connsiteX7" fmla="*/ 14870 w 17817"/>
                      <a:gd name="connsiteY7" fmla="*/ 3870 h 8296"/>
                      <a:gd name="connsiteX8" fmla="*/ 2236 w 17817"/>
                      <a:gd name="connsiteY8" fmla="*/ 58 h 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817" h="8296">
                        <a:moveTo>
                          <a:pt x="2236" y="58"/>
                        </a:moveTo>
                        <a:cubicBezTo>
                          <a:pt x="1305" y="-31"/>
                          <a:pt x="684" y="-75"/>
                          <a:pt x="197" y="368"/>
                        </a:cubicBezTo>
                        <a:cubicBezTo>
                          <a:pt x="-291" y="767"/>
                          <a:pt x="197" y="1388"/>
                          <a:pt x="906" y="1964"/>
                        </a:cubicBezTo>
                        <a:cubicBezTo>
                          <a:pt x="1615" y="2540"/>
                          <a:pt x="2812" y="3161"/>
                          <a:pt x="3743" y="3560"/>
                        </a:cubicBezTo>
                        <a:cubicBezTo>
                          <a:pt x="6181" y="4580"/>
                          <a:pt x="8841" y="5688"/>
                          <a:pt x="11191" y="6929"/>
                        </a:cubicBezTo>
                        <a:cubicBezTo>
                          <a:pt x="12166" y="7372"/>
                          <a:pt x="13097" y="7860"/>
                          <a:pt x="14028" y="8082"/>
                        </a:cubicBezTo>
                        <a:cubicBezTo>
                          <a:pt x="16023" y="8525"/>
                          <a:pt x="17397" y="8259"/>
                          <a:pt x="17708" y="7505"/>
                        </a:cubicBezTo>
                        <a:cubicBezTo>
                          <a:pt x="18151" y="6796"/>
                          <a:pt x="17264" y="5422"/>
                          <a:pt x="14870" y="3870"/>
                        </a:cubicBezTo>
                        <a:cubicBezTo>
                          <a:pt x="11191" y="1122"/>
                          <a:pt x="5915" y="368"/>
                          <a:pt x="2236" y="5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42" name="Forme libre : forme 23641">
                    <a:extLst>
                      <a:ext uri="{FF2B5EF4-FFF2-40B4-BE49-F238E27FC236}">
                        <a16:creationId xmlns:a16="http://schemas.microsoft.com/office/drawing/2014/main" id="{B2D2BBFE-33CC-4302-9492-DD9B374CBE0D}"/>
                      </a:ext>
                    </a:extLst>
                  </p:cNvPr>
                  <p:cNvSpPr/>
                  <p:nvPr/>
                </p:nvSpPr>
                <p:spPr>
                  <a:xfrm>
                    <a:off x="5097711" y="1178139"/>
                    <a:ext cx="29701" cy="4019"/>
                  </a:xfrm>
                  <a:custGeom>
                    <a:avLst/>
                    <a:gdLst>
                      <a:gd name="connsiteX0" fmla="*/ 29702 w 29701"/>
                      <a:gd name="connsiteY0" fmla="*/ 2261 h 4019"/>
                      <a:gd name="connsiteX1" fmla="*/ 0 w 29701"/>
                      <a:gd name="connsiteY1" fmla="*/ 0 h 4019"/>
                      <a:gd name="connsiteX2" fmla="*/ 29702 w 29701"/>
                      <a:gd name="connsiteY2" fmla="*/ 2261 h 4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701" h="4019">
                        <a:moveTo>
                          <a:pt x="29702" y="2261"/>
                        </a:moveTo>
                        <a:cubicBezTo>
                          <a:pt x="23229" y="6073"/>
                          <a:pt x="9132" y="2926"/>
                          <a:pt x="0" y="0"/>
                        </a:cubicBezTo>
                        <a:cubicBezTo>
                          <a:pt x="9930" y="3103"/>
                          <a:pt x="21412" y="3147"/>
                          <a:pt x="29702" y="22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43" name="Forme libre : forme 23642">
                    <a:extLst>
                      <a:ext uri="{FF2B5EF4-FFF2-40B4-BE49-F238E27FC236}">
                        <a16:creationId xmlns:a16="http://schemas.microsoft.com/office/drawing/2014/main" id="{08ADE8E3-58CC-4A08-8977-B994E3DD2E57}"/>
                      </a:ext>
                    </a:extLst>
                  </p:cNvPr>
                  <p:cNvSpPr/>
                  <p:nvPr/>
                </p:nvSpPr>
                <p:spPr>
                  <a:xfrm>
                    <a:off x="5056660" y="1127720"/>
                    <a:ext cx="34799" cy="5112"/>
                  </a:xfrm>
                  <a:custGeom>
                    <a:avLst/>
                    <a:gdLst>
                      <a:gd name="connsiteX0" fmla="*/ 34800 w 34799"/>
                      <a:gd name="connsiteY0" fmla="*/ 5113 h 5112"/>
                      <a:gd name="connsiteX1" fmla="*/ 0 w 34799"/>
                      <a:gd name="connsiteY1" fmla="*/ 2542 h 5112"/>
                      <a:gd name="connsiteX2" fmla="*/ 34800 w 34799"/>
                      <a:gd name="connsiteY2" fmla="*/ 5113 h 5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799" h="5112">
                        <a:moveTo>
                          <a:pt x="34800" y="5113"/>
                        </a:moveTo>
                        <a:cubicBezTo>
                          <a:pt x="21678" y="-2246"/>
                          <a:pt x="9044" y="-296"/>
                          <a:pt x="0" y="2542"/>
                        </a:cubicBezTo>
                        <a:cubicBezTo>
                          <a:pt x="8290" y="-695"/>
                          <a:pt x="22919" y="-30"/>
                          <a:pt x="34800" y="51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44" name="Forme libre : forme 23643">
                    <a:extLst>
                      <a:ext uri="{FF2B5EF4-FFF2-40B4-BE49-F238E27FC236}">
                        <a16:creationId xmlns:a16="http://schemas.microsoft.com/office/drawing/2014/main" id="{17C33FB3-8F94-42FA-B7FB-31CA4E81E6E0}"/>
                      </a:ext>
                    </a:extLst>
                  </p:cNvPr>
                  <p:cNvSpPr/>
                  <p:nvPr/>
                </p:nvSpPr>
                <p:spPr>
                  <a:xfrm>
                    <a:off x="5096458" y="1154035"/>
                    <a:ext cx="12325" cy="10433"/>
                  </a:xfrm>
                  <a:custGeom>
                    <a:avLst/>
                    <a:gdLst>
                      <a:gd name="connsiteX0" fmla="*/ 11937 w 12325"/>
                      <a:gd name="connsiteY0" fmla="*/ 10317 h 10433"/>
                      <a:gd name="connsiteX1" fmla="*/ 3913 w 12325"/>
                      <a:gd name="connsiteY1" fmla="*/ 5884 h 10433"/>
                      <a:gd name="connsiteX2" fmla="*/ 544 w 12325"/>
                      <a:gd name="connsiteY2" fmla="*/ 76 h 10433"/>
                      <a:gd name="connsiteX3" fmla="*/ 7858 w 12325"/>
                      <a:gd name="connsiteY3" fmla="*/ 4421 h 10433"/>
                      <a:gd name="connsiteX4" fmla="*/ 11937 w 12325"/>
                      <a:gd name="connsiteY4" fmla="*/ 10317 h 10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25" h="10433">
                        <a:moveTo>
                          <a:pt x="11937" y="10317"/>
                        </a:moveTo>
                        <a:cubicBezTo>
                          <a:pt x="10208" y="11159"/>
                          <a:pt x="5331" y="7214"/>
                          <a:pt x="3913" y="5884"/>
                        </a:cubicBezTo>
                        <a:cubicBezTo>
                          <a:pt x="2405" y="4687"/>
                          <a:pt x="-1407" y="786"/>
                          <a:pt x="544" y="76"/>
                        </a:cubicBezTo>
                        <a:cubicBezTo>
                          <a:pt x="2405" y="-588"/>
                          <a:pt x="6484" y="3268"/>
                          <a:pt x="7858" y="4421"/>
                        </a:cubicBezTo>
                        <a:cubicBezTo>
                          <a:pt x="9144" y="5662"/>
                          <a:pt x="13665" y="9475"/>
                          <a:pt x="11937" y="1031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45" name="Forme libre : forme 23644">
                    <a:extLst>
                      <a:ext uri="{FF2B5EF4-FFF2-40B4-BE49-F238E27FC236}">
                        <a16:creationId xmlns:a16="http://schemas.microsoft.com/office/drawing/2014/main" id="{0830AB62-F397-43E2-A26F-BF6F72C297F2}"/>
                      </a:ext>
                    </a:extLst>
                  </p:cNvPr>
                  <p:cNvSpPr/>
                  <p:nvPr/>
                </p:nvSpPr>
                <p:spPr>
                  <a:xfrm>
                    <a:off x="5106949" y="1162671"/>
                    <a:ext cx="3767" cy="2831"/>
                  </a:xfrm>
                  <a:custGeom>
                    <a:avLst/>
                    <a:gdLst>
                      <a:gd name="connsiteX0" fmla="*/ 3751 w 3767"/>
                      <a:gd name="connsiteY0" fmla="*/ 2568 h 2831"/>
                      <a:gd name="connsiteX1" fmla="*/ 1623 w 3767"/>
                      <a:gd name="connsiteY1" fmla="*/ 2169 h 2831"/>
                      <a:gd name="connsiteX2" fmla="*/ 27 w 3767"/>
                      <a:gd name="connsiteY2" fmla="*/ 263 h 2831"/>
                      <a:gd name="connsiteX3" fmla="*/ 2111 w 3767"/>
                      <a:gd name="connsiteY3" fmla="*/ 662 h 2831"/>
                      <a:gd name="connsiteX4" fmla="*/ 3751 w 3767"/>
                      <a:gd name="connsiteY4" fmla="*/ 2568 h 2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7" h="2831">
                        <a:moveTo>
                          <a:pt x="3751" y="2568"/>
                        </a:moveTo>
                        <a:cubicBezTo>
                          <a:pt x="3529" y="3189"/>
                          <a:pt x="2244" y="2568"/>
                          <a:pt x="1623" y="2169"/>
                        </a:cubicBezTo>
                        <a:cubicBezTo>
                          <a:pt x="1002" y="1770"/>
                          <a:pt x="-195" y="884"/>
                          <a:pt x="27" y="263"/>
                        </a:cubicBezTo>
                        <a:cubicBezTo>
                          <a:pt x="249" y="-358"/>
                          <a:pt x="1490" y="263"/>
                          <a:pt x="2111" y="662"/>
                        </a:cubicBezTo>
                        <a:cubicBezTo>
                          <a:pt x="2687" y="1061"/>
                          <a:pt x="3928" y="1948"/>
                          <a:pt x="3751" y="25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46" name="Forme libre : forme 23645">
                    <a:extLst>
                      <a:ext uri="{FF2B5EF4-FFF2-40B4-BE49-F238E27FC236}">
                        <a16:creationId xmlns:a16="http://schemas.microsoft.com/office/drawing/2014/main" id="{8A3E7359-DB5D-455A-8752-0275C74BD1C6}"/>
                      </a:ext>
                    </a:extLst>
                  </p:cNvPr>
                  <p:cNvSpPr/>
                  <p:nvPr/>
                </p:nvSpPr>
                <p:spPr>
                  <a:xfrm>
                    <a:off x="5102047" y="1146010"/>
                    <a:ext cx="25774" cy="31230"/>
                  </a:xfrm>
                  <a:custGeom>
                    <a:avLst/>
                    <a:gdLst>
                      <a:gd name="connsiteX0" fmla="*/ 21198 w 25774"/>
                      <a:gd name="connsiteY0" fmla="*/ 19096 h 31230"/>
                      <a:gd name="connsiteX1" fmla="*/ 25764 w 25774"/>
                      <a:gd name="connsiteY1" fmla="*/ 29779 h 31230"/>
                      <a:gd name="connsiteX2" fmla="*/ 22085 w 25774"/>
                      <a:gd name="connsiteY2" fmla="*/ 30710 h 31230"/>
                      <a:gd name="connsiteX3" fmla="*/ 18937 w 25774"/>
                      <a:gd name="connsiteY3" fmla="*/ 26986 h 31230"/>
                      <a:gd name="connsiteX4" fmla="*/ 10514 w 25774"/>
                      <a:gd name="connsiteY4" fmla="*/ 14751 h 31230"/>
                      <a:gd name="connsiteX5" fmla="*/ 3200 w 25774"/>
                      <a:gd name="connsiteY5" fmla="*/ 6993 h 31230"/>
                      <a:gd name="connsiteX6" fmla="*/ 983 w 25774"/>
                      <a:gd name="connsiteY6" fmla="*/ 122 h 31230"/>
                      <a:gd name="connsiteX7" fmla="*/ 16499 w 25774"/>
                      <a:gd name="connsiteY7" fmla="*/ 10185 h 31230"/>
                      <a:gd name="connsiteX8" fmla="*/ 21198 w 25774"/>
                      <a:gd name="connsiteY8" fmla="*/ 19096 h 31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774" h="31230">
                        <a:moveTo>
                          <a:pt x="21198" y="19096"/>
                        </a:moveTo>
                        <a:cubicBezTo>
                          <a:pt x="23548" y="23041"/>
                          <a:pt x="25276" y="25878"/>
                          <a:pt x="25764" y="29779"/>
                        </a:cubicBezTo>
                        <a:cubicBezTo>
                          <a:pt x="25941" y="31242"/>
                          <a:pt x="23858" y="31685"/>
                          <a:pt x="22085" y="30710"/>
                        </a:cubicBezTo>
                        <a:cubicBezTo>
                          <a:pt x="20311" y="29735"/>
                          <a:pt x="19646" y="28361"/>
                          <a:pt x="18937" y="26986"/>
                        </a:cubicBezTo>
                        <a:cubicBezTo>
                          <a:pt x="16632" y="22686"/>
                          <a:pt x="13750" y="18874"/>
                          <a:pt x="10514" y="14751"/>
                        </a:cubicBezTo>
                        <a:cubicBezTo>
                          <a:pt x="9539" y="13465"/>
                          <a:pt x="5815" y="10185"/>
                          <a:pt x="3200" y="6993"/>
                        </a:cubicBezTo>
                        <a:cubicBezTo>
                          <a:pt x="451" y="3846"/>
                          <a:pt x="-1145" y="698"/>
                          <a:pt x="983" y="122"/>
                        </a:cubicBezTo>
                        <a:cubicBezTo>
                          <a:pt x="5150" y="-1075"/>
                          <a:pt x="13662" y="6860"/>
                          <a:pt x="16499" y="10185"/>
                        </a:cubicBezTo>
                        <a:cubicBezTo>
                          <a:pt x="19114" y="13554"/>
                          <a:pt x="19469" y="16125"/>
                          <a:pt x="21198" y="1909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583" name="Graphique 2">
                  <a:extLst>
                    <a:ext uri="{FF2B5EF4-FFF2-40B4-BE49-F238E27FC236}">
                      <a16:creationId xmlns:a16="http://schemas.microsoft.com/office/drawing/2014/main" id="{38041823-3499-4A83-9E74-1CFB8D8CF306}"/>
                    </a:ext>
                  </a:extLst>
                </p:cNvPr>
                <p:cNvGrpSpPr/>
                <p:nvPr/>
              </p:nvGrpSpPr>
              <p:grpSpPr>
                <a:xfrm>
                  <a:off x="5130027" y="1174933"/>
                  <a:ext cx="66828" cy="73120"/>
                  <a:chOff x="5130027" y="1174933"/>
                  <a:chExt cx="66828" cy="73120"/>
                </a:xfrm>
                <a:solidFill>
                  <a:schemeClr val="accent1"/>
                </a:solidFill>
              </p:grpSpPr>
              <p:sp>
                <p:nvSpPr>
                  <p:cNvPr id="23623" name="Forme libre : forme 23622">
                    <a:extLst>
                      <a:ext uri="{FF2B5EF4-FFF2-40B4-BE49-F238E27FC236}">
                        <a16:creationId xmlns:a16="http://schemas.microsoft.com/office/drawing/2014/main" id="{AC784FFB-42FB-4987-AC18-49DA285F6BAC}"/>
                      </a:ext>
                    </a:extLst>
                  </p:cNvPr>
                  <p:cNvSpPr/>
                  <p:nvPr/>
                </p:nvSpPr>
                <p:spPr>
                  <a:xfrm>
                    <a:off x="5130027" y="1174933"/>
                    <a:ext cx="66828" cy="73120"/>
                  </a:xfrm>
                  <a:custGeom>
                    <a:avLst/>
                    <a:gdLst>
                      <a:gd name="connsiteX0" fmla="*/ 34224 w 66828"/>
                      <a:gd name="connsiteY0" fmla="*/ 52680 h 73120"/>
                      <a:gd name="connsiteX1" fmla="*/ 30944 w 66828"/>
                      <a:gd name="connsiteY1" fmla="*/ 49133 h 73120"/>
                      <a:gd name="connsiteX2" fmla="*/ 26023 w 66828"/>
                      <a:gd name="connsiteY2" fmla="*/ 44301 h 73120"/>
                      <a:gd name="connsiteX3" fmla="*/ 15783 w 66828"/>
                      <a:gd name="connsiteY3" fmla="*/ 35435 h 73120"/>
                      <a:gd name="connsiteX4" fmla="*/ 134 w 66828"/>
                      <a:gd name="connsiteY4" fmla="*/ 8970 h 73120"/>
                      <a:gd name="connsiteX5" fmla="*/ 5764 w 66828"/>
                      <a:gd name="connsiteY5" fmla="*/ 680 h 73120"/>
                      <a:gd name="connsiteX6" fmla="*/ 37638 w 66828"/>
                      <a:gd name="connsiteY6" fmla="*/ 7994 h 73120"/>
                      <a:gd name="connsiteX7" fmla="*/ 50051 w 66828"/>
                      <a:gd name="connsiteY7" fmla="*/ 17969 h 73120"/>
                      <a:gd name="connsiteX8" fmla="*/ 56434 w 66828"/>
                      <a:gd name="connsiteY8" fmla="*/ 24352 h 73120"/>
                      <a:gd name="connsiteX9" fmla="*/ 61710 w 66828"/>
                      <a:gd name="connsiteY9" fmla="*/ 30958 h 73120"/>
                      <a:gd name="connsiteX10" fmla="*/ 64901 w 66828"/>
                      <a:gd name="connsiteY10" fmla="*/ 36278 h 73120"/>
                      <a:gd name="connsiteX11" fmla="*/ 66054 w 66828"/>
                      <a:gd name="connsiteY11" fmla="*/ 38804 h 73120"/>
                      <a:gd name="connsiteX12" fmla="*/ 66542 w 66828"/>
                      <a:gd name="connsiteY12" fmla="*/ 40046 h 73120"/>
                      <a:gd name="connsiteX13" fmla="*/ 66808 w 66828"/>
                      <a:gd name="connsiteY13" fmla="*/ 40977 h 73120"/>
                      <a:gd name="connsiteX14" fmla="*/ 65478 w 66828"/>
                      <a:gd name="connsiteY14" fmla="*/ 43991 h 73120"/>
                      <a:gd name="connsiteX15" fmla="*/ 63173 w 66828"/>
                      <a:gd name="connsiteY15" fmla="*/ 58399 h 73120"/>
                      <a:gd name="connsiteX16" fmla="*/ 62685 w 66828"/>
                      <a:gd name="connsiteY16" fmla="*/ 67221 h 73120"/>
                      <a:gd name="connsiteX17" fmla="*/ 62020 w 66828"/>
                      <a:gd name="connsiteY17" fmla="*/ 70501 h 73120"/>
                      <a:gd name="connsiteX18" fmla="*/ 60690 w 66828"/>
                      <a:gd name="connsiteY18" fmla="*/ 72097 h 73120"/>
                      <a:gd name="connsiteX19" fmla="*/ 47878 w 66828"/>
                      <a:gd name="connsiteY19" fmla="*/ 69792 h 73120"/>
                      <a:gd name="connsiteX20" fmla="*/ 43977 w 66828"/>
                      <a:gd name="connsiteY20" fmla="*/ 65536 h 73120"/>
                      <a:gd name="connsiteX21" fmla="*/ 39943 w 66828"/>
                      <a:gd name="connsiteY21" fmla="*/ 59817 h 73120"/>
                      <a:gd name="connsiteX22" fmla="*/ 37860 w 66828"/>
                      <a:gd name="connsiteY22" fmla="*/ 56758 h 73120"/>
                      <a:gd name="connsiteX23" fmla="*/ 36618 w 66828"/>
                      <a:gd name="connsiteY23" fmla="*/ 55429 h 73120"/>
                      <a:gd name="connsiteX24" fmla="*/ 34224 w 66828"/>
                      <a:gd name="connsiteY24" fmla="*/ 52680 h 73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66828" h="73120">
                        <a:moveTo>
                          <a:pt x="34224" y="52680"/>
                        </a:moveTo>
                        <a:cubicBezTo>
                          <a:pt x="33338" y="51749"/>
                          <a:pt x="32274" y="50419"/>
                          <a:pt x="30944" y="49133"/>
                        </a:cubicBezTo>
                        <a:cubicBezTo>
                          <a:pt x="29703" y="47804"/>
                          <a:pt x="27708" y="45986"/>
                          <a:pt x="26023" y="44301"/>
                        </a:cubicBezTo>
                        <a:cubicBezTo>
                          <a:pt x="22299" y="40977"/>
                          <a:pt x="18443" y="37607"/>
                          <a:pt x="15783" y="35435"/>
                        </a:cubicBezTo>
                        <a:cubicBezTo>
                          <a:pt x="6030" y="27101"/>
                          <a:pt x="2395" y="19254"/>
                          <a:pt x="134" y="8970"/>
                        </a:cubicBezTo>
                        <a:cubicBezTo>
                          <a:pt x="-664" y="5423"/>
                          <a:pt x="2217" y="1256"/>
                          <a:pt x="5764" y="680"/>
                        </a:cubicBezTo>
                        <a:cubicBezTo>
                          <a:pt x="15960" y="-916"/>
                          <a:pt x="25535" y="-163"/>
                          <a:pt x="37638" y="7994"/>
                        </a:cubicBezTo>
                        <a:cubicBezTo>
                          <a:pt x="40874" y="10167"/>
                          <a:pt x="45529" y="13846"/>
                          <a:pt x="50051" y="17969"/>
                        </a:cubicBezTo>
                        <a:cubicBezTo>
                          <a:pt x="52311" y="20008"/>
                          <a:pt x="54439" y="22313"/>
                          <a:pt x="56434" y="24352"/>
                        </a:cubicBezTo>
                        <a:cubicBezTo>
                          <a:pt x="58562" y="26746"/>
                          <a:pt x="60424" y="29007"/>
                          <a:pt x="61710" y="30958"/>
                        </a:cubicBezTo>
                        <a:cubicBezTo>
                          <a:pt x="63040" y="32731"/>
                          <a:pt x="63970" y="34549"/>
                          <a:pt x="64901" y="36278"/>
                        </a:cubicBezTo>
                        <a:cubicBezTo>
                          <a:pt x="65345" y="37120"/>
                          <a:pt x="65699" y="38006"/>
                          <a:pt x="66054" y="38804"/>
                        </a:cubicBezTo>
                        <a:lnTo>
                          <a:pt x="66542" y="40046"/>
                        </a:lnTo>
                        <a:cubicBezTo>
                          <a:pt x="66675" y="40445"/>
                          <a:pt x="66896" y="40977"/>
                          <a:pt x="66808" y="40977"/>
                        </a:cubicBezTo>
                        <a:cubicBezTo>
                          <a:pt x="66630" y="41996"/>
                          <a:pt x="66010" y="42661"/>
                          <a:pt x="65478" y="43991"/>
                        </a:cubicBezTo>
                        <a:cubicBezTo>
                          <a:pt x="64414" y="46607"/>
                          <a:pt x="63173" y="51306"/>
                          <a:pt x="63173" y="58399"/>
                        </a:cubicBezTo>
                        <a:cubicBezTo>
                          <a:pt x="63217" y="60793"/>
                          <a:pt x="63084" y="64162"/>
                          <a:pt x="62685" y="67221"/>
                        </a:cubicBezTo>
                        <a:cubicBezTo>
                          <a:pt x="62463" y="68949"/>
                          <a:pt x="62330" y="69659"/>
                          <a:pt x="62020" y="70501"/>
                        </a:cubicBezTo>
                        <a:cubicBezTo>
                          <a:pt x="61710" y="71299"/>
                          <a:pt x="61311" y="71831"/>
                          <a:pt x="60690" y="72097"/>
                        </a:cubicBezTo>
                        <a:cubicBezTo>
                          <a:pt x="57365" y="73471"/>
                          <a:pt x="53109" y="74092"/>
                          <a:pt x="47878" y="69792"/>
                        </a:cubicBezTo>
                        <a:cubicBezTo>
                          <a:pt x="46637" y="68683"/>
                          <a:pt x="45307" y="67221"/>
                          <a:pt x="43977" y="65536"/>
                        </a:cubicBezTo>
                        <a:cubicBezTo>
                          <a:pt x="42692" y="63851"/>
                          <a:pt x="41317" y="61679"/>
                          <a:pt x="39943" y="59817"/>
                        </a:cubicBezTo>
                        <a:lnTo>
                          <a:pt x="37860" y="56758"/>
                        </a:lnTo>
                        <a:lnTo>
                          <a:pt x="36618" y="55429"/>
                        </a:lnTo>
                        <a:cubicBezTo>
                          <a:pt x="35865" y="54497"/>
                          <a:pt x="34978" y="53655"/>
                          <a:pt x="34224" y="5268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24" name="Forme libre : forme 23623">
                    <a:extLst>
                      <a:ext uri="{FF2B5EF4-FFF2-40B4-BE49-F238E27FC236}">
                        <a16:creationId xmlns:a16="http://schemas.microsoft.com/office/drawing/2014/main" id="{1885D72D-9A1D-49D8-902F-13F745B97858}"/>
                      </a:ext>
                    </a:extLst>
                  </p:cNvPr>
                  <p:cNvSpPr/>
                  <p:nvPr/>
                </p:nvSpPr>
                <p:spPr>
                  <a:xfrm>
                    <a:off x="5130085" y="1179425"/>
                    <a:ext cx="60720" cy="68494"/>
                  </a:xfrm>
                  <a:custGeom>
                    <a:avLst/>
                    <a:gdLst>
                      <a:gd name="connsiteX0" fmla="*/ 26940 w 60720"/>
                      <a:gd name="connsiteY0" fmla="*/ 23717 h 68494"/>
                      <a:gd name="connsiteX1" fmla="*/ 829 w 60720"/>
                      <a:gd name="connsiteY1" fmla="*/ 0 h 68494"/>
                      <a:gd name="connsiteX2" fmla="*/ 120 w 60720"/>
                      <a:gd name="connsiteY2" fmla="*/ 4389 h 68494"/>
                      <a:gd name="connsiteX3" fmla="*/ 1450 w 60720"/>
                      <a:gd name="connsiteY3" fmla="*/ 9487 h 68494"/>
                      <a:gd name="connsiteX4" fmla="*/ 8011 w 60720"/>
                      <a:gd name="connsiteY4" fmla="*/ 22786 h 68494"/>
                      <a:gd name="connsiteX5" fmla="*/ 15769 w 60720"/>
                      <a:gd name="connsiteY5" fmla="*/ 30899 h 68494"/>
                      <a:gd name="connsiteX6" fmla="*/ 19138 w 60720"/>
                      <a:gd name="connsiteY6" fmla="*/ 33780 h 68494"/>
                      <a:gd name="connsiteX7" fmla="*/ 26985 w 60720"/>
                      <a:gd name="connsiteY7" fmla="*/ 40696 h 68494"/>
                      <a:gd name="connsiteX8" fmla="*/ 30575 w 60720"/>
                      <a:gd name="connsiteY8" fmla="*/ 44198 h 68494"/>
                      <a:gd name="connsiteX9" fmla="*/ 33102 w 60720"/>
                      <a:gd name="connsiteY9" fmla="*/ 46947 h 68494"/>
                      <a:gd name="connsiteX10" fmla="*/ 34210 w 60720"/>
                      <a:gd name="connsiteY10" fmla="*/ 48143 h 68494"/>
                      <a:gd name="connsiteX11" fmla="*/ 37624 w 60720"/>
                      <a:gd name="connsiteY11" fmla="*/ 51956 h 68494"/>
                      <a:gd name="connsiteX12" fmla="*/ 43298 w 60720"/>
                      <a:gd name="connsiteY12" fmla="*/ 60113 h 68494"/>
                      <a:gd name="connsiteX13" fmla="*/ 57174 w 60720"/>
                      <a:gd name="connsiteY13" fmla="*/ 68447 h 68494"/>
                      <a:gd name="connsiteX14" fmla="*/ 60632 w 60720"/>
                      <a:gd name="connsiteY14" fmla="*/ 67516 h 68494"/>
                      <a:gd name="connsiteX15" fmla="*/ 60720 w 60720"/>
                      <a:gd name="connsiteY15" fmla="*/ 67427 h 68494"/>
                      <a:gd name="connsiteX16" fmla="*/ 52608 w 60720"/>
                      <a:gd name="connsiteY16" fmla="*/ 54571 h 68494"/>
                      <a:gd name="connsiteX17" fmla="*/ 48973 w 60720"/>
                      <a:gd name="connsiteY17" fmla="*/ 47168 h 68494"/>
                      <a:gd name="connsiteX18" fmla="*/ 45515 w 60720"/>
                      <a:gd name="connsiteY18" fmla="*/ 41494 h 68494"/>
                      <a:gd name="connsiteX19" fmla="*/ 26940 w 60720"/>
                      <a:gd name="connsiteY19" fmla="*/ 23717 h 6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0720" h="68494">
                        <a:moveTo>
                          <a:pt x="26940" y="23717"/>
                        </a:moveTo>
                        <a:cubicBezTo>
                          <a:pt x="17187" y="16801"/>
                          <a:pt x="6282" y="9531"/>
                          <a:pt x="829" y="0"/>
                        </a:cubicBezTo>
                        <a:cubicBezTo>
                          <a:pt x="120" y="1374"/>
                          <a:pt x="-190" y="2926"/>
                          <a:pt x="120" y="4389"/>
                        </a:cubicBezTo>
                        <a:cubicBezTo>
                          <a:pt x="519" y="6162"/>
                          <a:pt x="962" y="7847"/>
                          <a:pt x="1450" y="9487"/>
                        </a:cubicBezTo>
                        <a:cubicBezTo>
                          <a:pt x="2869" y="14230"/>
                          <a:pt x="4863" y="18575"/>
                          <a:pt x="8011" y="22786"/>
                        </a:cubicBezTo>
                        <a:cubicBezTo>
                          <a:pt x="10050" y="25490"/>
                          <a:pt x="12666" y="28106"/>
                          <a:pt x="15769" y="30899"/>
                        </a:cubicBezTo>
                        <a:cubicBezTo>
                          <a:pt x="16744" y="31697"/>
                          <a:pt x="17897" y="32672"/>
                          <a:pt x="19138" y="33780"/>
                        </a:cubicBezTo>
                        <a:cubicBezTo>
                          <a:pt x="21621" y="35819"/>
                          <a:pt x="24413" y="38302"/>
                          <a:pt x="26985" y="40696"/>
                        </a:cubicBezTo>
                        <a:cubicBezTo>
                          <a:pt x="28226" y="41893"/>
                          <a:pt x="29423" y="43090"/>
                          <a:pt x="30575" y="44198"/>
                        </a:cubicBezTo>
                        <a:cubicBezTo>
                          <a:pt x="31506" y="45173"/>
                          <a:pt x="32437" y="46060"/>
                          <a:pt x="33102" y="46947"/>
                        </a:cubicBezTo>
                        <a:cubicBezTo>
                          <a:pt x="33501" y="47390"/>
                          <a:pt x="33856" y="47789"/>
                          <a:pt x="34210" y="48143"/>
                        </a:cubicBezTo>
                        <a:cubicBezTo>
                          <a:pt x="35319" y="49473"/>
                          <a:pt x="36471" y="50715"/>
                          <a:pt x="37624" y="51956"/>
                        </a:cubicBezTo>
                        <a:cubicBezTo>
                          <a:pt x="39486" y="54660"/>
                          <a:pt x="41348" y="57320"/>
                          <a:pt x="43298" y="60113"/>
                        </a:cubicBezTo>
                        <a:cubicBezTo>
                          <a:pt x="48441" y="67295"/>
                          <a:pt x="53450" y="68802"/>
                          <a:pt x="57174" y="68447"/>
                        </a:cubicBezTo>
                        <a:cubicBezTo>
                          <a:pt x="58415" y="68270"/>
                          <a:pt x="59524" y="68004"/>
                          <a:pt x="60632" y="67516"/>
                        </a:cubicBezTo>
                        <a:cubicBezTo>
                          <a:pt x="60676" y="67516"/>
                          <a:pt x="60720" y="67472"/>
                          <a:pt x="60720" y="67427"/>
                        </a:cubicBezTo>
                        <a:cubicBezTo>
                          <a:pt x="57396" y="64058"/>
                          <a:pt x="55046" y="59537"/>
                          <a:pt x="52608" y="54571"/>
                        </a:cubicBezTo>
                        <a:cubicBezTo>
                          <a:pt x="51411" y="52089"/>
                          <a:pt x="50214" y="49518"/>
                          <a:pt x="48973" y="47168"/>
                        </a:cubicBezTo>
                        <a:cubicBezTo>
                          <a:pt x="47776" y="44907"/>
                          <a:pt x="46756" y="43311"/>
                          <a:pt x="45515" y="41494"/>
                        </a:cubicBezTo>
                        <a:cubicBezTo>
                          <a:pt x="40727" y="34534"/>
                          <a:pt x="33856" y="28727"/>
                          <a:pt x="26940" y="2371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25" name="Forme libre : forme 23624">
                    <a:extLst>
                      <a:ext uri="{FF2B5EF4-FFF2-40B4-BE49-F238E27FC236}">
                        <a16:creationId xmlns:a16="http://schemas.microsoft.com/office/drawing/2014/main" id="{5006608B-2107-4CCA-9B51-C0F40FBFFDD5}"/>
                      </a:ext>
                    </a:extLst>
                  </p:cNvPr>
                  <p:cNvSpPr/>
                  <p:nvPr/>
                </p:nvSpPr>
                <p:spPr>
                  <a:xfrm>
                    <a:off x="5156359" y="1196095"/>
                    <a:ext cx="28875" cy="32992"/>
                  </a:xfrm>
                  <a:custGeom>
                    <a:avLst/>
                    <a:gdLst>
                      <a:gd name="connsiteX0" fmla="*/ 27753 w 28875"/>
                      <a:gd name="connsiteY0" fmla="*/ 32449 h 32992"/>
                      <a:gd name="connsiteX1" fmla="*/ 24207 w 28875"/>
                      <a:gd name="connsiteY1" fmla="*/ 31873 h 32992"/>
                      <a:gd name="connsiteX2" fmla="*/ 21813 w 28875"/>
                      <a:gd name="connsiteY2" fmla="*/ 29567 h 32992"/>
                      <a:gd name="connsiteX3" fmla="*/ 19508 w 28875"/>
                      <a:gd name="connsiteY3" fmla="*/ 27218 h 32992"/>
                      <a:gd name="connsiteX4" fmla="*/ 11173 w 28875"/>
                      <a:gd name="connsiteY4" fmla="*/ 18706 h 32992"/>
                      <a:gd name="connsiteX5" fmla="*/ 7671 w 28875"/>
                      <a:gd name="connsiteY5" fmla="*/ 14894 h 32992"/>
                      <a:gd name="connsiteX6" fmla="*/ 3548 w 28875"/>
                      <a:gd name="connsiteY6" fmla="*/ 9973 h 32992"/>
                      <a:gd name="connsiteX7" fmla="*/ 489 w 28875"/>
                      <a:gd name="connsiteY7" fmla="*/ 1107 h 32992"/>
                      <a:gd name="connsiteX8" fmla="*/ 9755 w 28875"/>
                      <a:gd name="connsiteY8" fmla="*/ 2525 h 32992"/>
                      <a:gd name="connsiteX9" fmla="*/ 19375 w 28875"/>
                      <a:gd name="connsiteY9" fmla="*/ 10549 h 32992"/>
                      <a:gd name="connsiteX10" fmla="*/ 27132 w 28875"/>
                      <a:gd name="connsiteY10" fmla="*/ 21987 h 32992"/>
                      <a:gd name="connsiteX11" fmla="*/ 28418 w 28875"/>
                      <a:gd name="connsiteY11" fmla="*/ 25489 h 32992"/>
                      <a:gd name="connsiteX12" fmla="*/ 28861 w 28875"/>
                      <a:gd name="connsiteY12" fmla="*/ 28282 h 32992"/>
                      <a:gd name="connsiteX13" fmla="*/ 27753 w 28875"/>
                      <a:gd name="connsiteY13" fmla="*/ 32449 h 3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8875" h="32992">
                        <a:moveTo>
                          <a:pt x="27753" y="32449"/>
                        </a:moveTo>
                        <a:cubicBezTo>
                          <a:pt x="26866" y="33380"/>
                          <a:pt x="25669" y="33069"/>
                          <a:pt x="24207" y="31873"/>
                        </a:cubicBezTo>
                        <a:cubicBezTo>
                          <a:pt x="23453" y="31296"/>
                          <a:pt x="22655" y="30410"/>
                          <a:pt x="21813" y="29567"/>
                        </a:cubicBezTo>
                        <a:cubicBezTo>
                          <a:pt x="21059" y="28858"/>
                          <a:pt x="20305" y="28060"/>
                          <a:pt x="19508" y="27218"/>
                        </a:cubicBezTo>
                        <a:cubicBezTo>
                          <a:pt x="16449" y="23893"/>
                          <a:pt x="13035" y="20524"/>
                          <a:pt x="11173" y="18706"/>
                        </a:cubicBezTo>
                        <a:cubicBezTo>
                          <a:pt x="10242" y="17820"/>
                          <a:pt x="9001" y="16445"/>
                          <a:pt x="7671" y="14894"/>
                        </a:cubicBezTo>
                        <a:cubicBezTo>
                          <a:pt x="6253" y="13431"/>
                          <a:pt x="4834" y="11702"/>
                          <a:pt x="3548" y="9973"/>
                        </a:cubicBezTo>
                        <a:cubicBezTo>
                          <a:pt x="933" y="6604"/>
                          <a:pt x="-929" y="3190"/>
                          <a:pt x="489" y="1107"/>
                        </a:cubicBezTo>
                        <a:cubicBezTo>
                          <a:pt x="1997" y="-1021"/>
                          <a:pt x="5809" y="176"/>
                          <a:pt x="9755" y="2525"/>
                        </a:cubicBezTo>
                        <a:cubicBezTo>
                          <a:pt x="13656" y="4875"/>
                          <a:pt x="17557" y="8510"/>
                          <a:pt x="19375" y="10549"/>
                        </a:cubicBezTo>
                        <a:cubicBezTo>
                          <a:pt x="21236" y="12456"/>
                          <a:pt x="25093" y="17199"/>
                          <a:pt x="27132" y="21987"/>
                        </a:cubicBezTo>
                        <a:cubicBezTo>
                          <a:pt x="27664" y="23184"/>
                          <a:pt x="28063" y="24381"/>
                          <a:pt x="28418" y="25489"/>
                        </a:cubicBezTo>
                        <a:cubicBezTo>
                          <a:pt x="28773" y="26642"/>
                          <a:pt x="28773" y="27395"/>
                          <a:pt x="28861" y="28282"/>
                        </a:cubicBezTo>
                        <a:cubicBezTo>
                          <a:pt x="28950" y="30011"/>
                          <a:pt x="28640" y="31562"/>
                          <a:pt x="27753" y="3244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26" name="Forme libre : forme 23625">
                    <a:extLst>
                      <a:ext uri="{FF2B5EF4-FFF2-40B4-BE49-F238E27FC236}">
                        <a16:creationId xmlns:a16="http://schemas.microsoft.com/office/drawing/2014/main" id="{95725ECD-0F8B-48D6-A00E-A3DA30C99EA4}"/>
                      </a:ext>
                    </a:extLst>
                  </p:cNvPr>
                  <p:cNvSpPr/>
                  <p:nvPr/>
                </p:nvSpPr>
                <p:spPr>
                  <a:xfrm>
                    <a:off x="5156449" y="1195932"/>
                    <a:ext cx="17067" cy="24676"/>
                  </a:xfrm>
                  <a:custGeom>
                    <a:avLst/>
                    <a:gdLst>
                      <a:gd name="connsiteX0" fmla="*/ 10285 w 17067"/>
                      <a:gd name="connsiteY0" fmla="*/ 3265 h 24676"/>
                      <a:gd name="connsiteX1" fmla="*/ 222 w 17067"/>
                      <a:gd name="connsiteY1" fmla="*/ 1181 h 24676"/>
                      <a:gd name="connsiteX2" fmla="*/ 11216 w 17067"/>
                      <a:gd name="connsiteY2" fmla="*/ 19046 h 24676"/>
                      <a:gd name="connsiteX3" fmla="*/ 17067 w 17067"/>
                      <a:gd name="connsiteY3" fmla="*/ 24676 h 24676"/>
                      <a:gd name="connsiteX4" fmla="*/ 14585 w 17067"/>
                      <a:gd name="connsiteY4" fmla="*/ 21086 h 24676"/>
                      <a:gd name="connsiteX5" fmla="*/ 10285 w 17067"/>
                      <a:gd name="connsiteY5" fmla="*/ 3265 h 24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67" h="24676">
                        <a:moveTo>
                          <a:pt x="10285" y="3265"/>
                        </a:moveTo>
                        <a:cubicBezTo>
                          <a:pt x="7625" y="2156"/>
                          <a:pt x="1374" y="-2011"/>
                          <a:pt x="222" y="1181"/>
                        </a:cubicBezTo>
                        <a:cubicBezTo>
                          <a:pt x="-1463" y="6191"/>
                          <a:pt x="6871" y="14170"/>
                          <a:pt x="11216" y="19046"/>
                        </a:cubicBezTo>
                        <a:cubicBezTo>
                          <a:pt x="12634" y="20376"/>
                          <a:pt x="15471" y="23214"/>
                          <a:pt x="17067" y="24676"/>
                        </a:cubicBezTo>
                        <a:cubicBezTo>
                          <a:pt x="16358" y="23701"/>
                          <a:pt x="15161" y="22061"/>
                          <a:pt x="14585" y="21086"/>
                        </a:cubicBezTo>
                        <a:cubicBezTo>
                          <a:pt x="11659" y="15145"/>
                          <a:pt x="6960" y="7831"/>
                          <a:pt x="10285" y="326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27" name="Forme libre : forme 23626">
                    <a:extLst>
                      <a:ext uri="{FF2B5EF4-FFF2-40B4-BE49-F238E27FC236}">
                        <a16:creationId xmlns:a16="http://schemas.microsoft.com/office/drawing/2014/main" id="{93B18414-F95C-4061-B45A-4B6DAF22FAE7}"/>
                      </a:ext>
                    </a:extLst>
                  </p:cNvPr>
                  <p:cNvSpPr/>
                  <p:nvPr/>
                </p:nvSpPr>
                <p:spPr>
                  <a:xfrm>
                    <a:off x="5157310" y="1198365"/>
                    <a:ext cx="28147" cy="33571"/>
                  </a:xfrm>
                  <a:custGeom>
                    <a:avLst/>
                    <a:gdLst>
                      <a:gd name="connsiteX0" fmla="*/ 26979 w 28147"/>
                      <a:gd name="connsiteY0" fmla="*/ 33238 h 33571"/>
                      <a:gd name="connsiteX1" fmla="*/ 23211 w 28147"/>
                      <a:gd name="connsiteY1" fmla="*/ 32129 h 33571"/>
                      <a:gd name="connsiteX2" fmla="*/ 20773 w 28147"/>
                      <a:gd name="connsiteY2" fmla="*/ 29602 h 33571"/>
                      <a:gd name="connsiteX3" fmla="*/ 19487 w 28147"/>
                      <a:gd name="connsiteY3" fmla="*/ 28095 h 33571"/>
                      <a:gd name="connsiteX4" fmla="*/ 18379 w 28147"/>
                      <a:gd name="connsiteY4" fmla="*/ 26942 h 33571"/>
                      <a:gd name="connsiteX5" fmla="*/ 10532 w 28147"/>
                      <a:gd name="connsiteY5" fmla="*/ 18653 h 33571"/>
                      <a:gd name="connsiteX6" fmla="*/ 3173 w 28147"/>
                      <a:gd name="connsiteY6" fmla="*/ 10052 h 33571"/>
                      <a:gd name="connsiteX7" fmla="*/ 513 w 28147"/>
                      <a:gd name="connsiteY7" fmla="*/ 1142 h 33571"/>
                      <a:gd name="connsiteX8" fmla="*/ 9645 w 28147"/>
                      <a:gd name="connsiteY8" fmla="*/ 2649 h 33571"/>
                      <a:gd name="connsiteX9" fmla="*/ 19044 w 28147"/>
                      <a:gd name="connsiteY9" fmla="*/ 10717 h 33571"/>
                      <a:gd name="connsiteX10" fmla="*/ 26624 w 28147"/>
                      <a:gd name="connsiteY10" fmla="*/ 22598 h 33571"/>
                      <a:gd name="connsiteX11" fmla="*/ 27688 w 28147"/>
                      <a:gd name="connsiteY11" fmla="*/ 25967 h 33571"/>
                      <a:gd name="connsiteX12" fmla="*/ 28132 w 28147"/>
                      <a:gd name="connsiteY12" fmla="*/ 28937 h 33571"/>
                      <a:gd name="connsiteX13" fmla="*/ 26979 w 28147"/>
                      <a:gd name="connsiteY13" fmla="*/ 33238 h 33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8147" h="33571">
                        <a:moveTo>
                          <a:pt x="26979" y="33238"/>
                        </a:moveTo>
                        <a:cubicBezTo>
                          <a:pt x="26004" y="33947"/>
                          <a:pt x="24718" y="33504"/>
                          <a:pt x="23211" y="32129"/>
                        </a:cubicBezTo>
                        <a:cubicBezTo>
                          <a:pt x="22457" y="31420"/>
                          <a:pt x="21615" y="30622"/>
                          <a:pt x="20773" y="29602"/>
                        </a:cubicBezTo>
                        <a:lnTo>
                          <a:pt x="19487" y="28095"/>
                        </a:lnTo>
                        <a:lnTo>
                          <a:pt x="18379" y="26942"/>
                        </a:lnTo>
                        <a:cubicBezTo>
                          <a:pt x="15453" y="23795"/>
                          <a:pt x="12394" y="20470"/>
                          <a:pt x="10532" y="18653"/>
                        </a:cubicBezTo>
                        <a:cubicBezTo>
                          <a:pt x="8582" y="16746"/>
                          <a:pt x="5567" y="13377"/>
                          <a:pt x="3173" y="10052"/>
                        </a:cubicBezTo>
                        <a:cubicBezTo>
                          <a:pt x="824" y="6728"/>
                          <a:pt x="-905" y="3403"/>
                          <a:pt x="513" y="1142"/>
                        </a:cubicBezTo>
                        <a:cubicBezTo>
                          <a:pt x="1888" y="-1075"/>
                          <a:pt x="5744" y="211"/>
                          <a:pt x="9645" y="2649"/>
                        </a:cubicBezTo>
                        <a:cubicBezTo>
                          <a:pt x="13547" y="5087"/>
                          <a:pt x="17315" y="8856"/>
                          <a:pt x="19044" y="10717"/>
                        </a:cubicBezTo>
                        <a:cubicBezTo>
                          <a:pt x="20773" y="12579"/>
                          <a:pt x="24674" y="17589"/>
                          <a:pt x="26624" y="22598"/>
                        </a:cubicBezTo>
                        <a:cubicBezTo>
                          <a:pt x="27201" y="23884"/>
                          <a:pt x="27467" y="24948"/>
                          <a:pt x="27688" y="25967"/>
                        </a:cubicBezTo>
                        <a:cubicBezTo>
                          <a:pt x="27954" y="26987"/>
                          <a:pt x="28087" y="28007"/>
                          <a:pt x="28132" y="28937"/>
                        </a:cubicBezTo>
                        <a:cubicBezTo>
                          <a:pt x="28220" y="30888"/>
                          <a:pt x="27954" y="32573"/>
                          <a:pt x="26979" y="3323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28" name="Forme libre : forme 23627">
                    <a:extLst>
                      <a:ext uri="{FF2B5EF4-FFF2-40B4-BE49-F238E27FC236}">
                        <a16:creationId xmlns:a16="http://schemas.microsoft.com/office/drawing/2014/main" id="{9817E366-F427-4B44-8410-96C2CD010638}"/>
                      </a:ext>
                    </a:extLst>
                  </p:cNvPr>
                  <p:cNvSpPr/>
                  <p:nvPr/>
                </p:nvSpPr>
                <p:spPr>
                  <a:xfrm>
                    <a:off x="5140378" y="1182096"/>
                    <a:ext cx="34427" cy="42310"/>
                  </a:xfrm>
                  <a:custGeom>
                    <a:avLst/>
                    <a:gdLst>
                      <a:gd name="connsiteX0" fmla="*/ 289 w 34427"/>
                      <a:gd name="connsiteY0" fmla="*/ 4289 h 42310"/>
                      <a:gd name="connsiteX1" fmla="*/ 1575 w 34427"/>
                      <a:gd name="connsiteY1" fmla="*/ 11914 h 42310"/>
                      <a:gd name="connsiteX2" fmla="*/ 11727 w 34427"/>
                      <a:gd name="connsiteY2" fmla="*/ 28804 h 42310"/>
                      <a:gd name="connsiteX3" fmla="*/ 18509 w 34427"/>
                      <a:gd name="connsiteY3" fmla="*/ 35365 h 42310"/>
                      <a:gd name="connsiteX4" fmla="*/ 22056 w 34427"/>
                      <a:gd name="connsiteY4" fmla="*/ 38114 h 42310"/>
                      <a:gd name="connsiteX5" fmla="*/ 25292 w 34427"/>
                      <a:gd name="connsiteY5" fmla="*/ 40153 h 42310"/>
                      <a:gd name="connsiteX6" fmla="*/ 34025 w 34427"/>
                      <a:gd name="connsiteY6" fmla="*/ 41172 h 42310"/>
                      <a:gd name="connsiteX7" fmla="*/ 32651 w 34427"/>
                      <a:gd name="connsiteY7" fmla="*/ 34789 h 42310"/>
                      <a:gd name="connsiteX8" fmla="*/ 24671 w 34427"/>
                      <a:gd name="connsiteY8" fmla="*/ 17810 h 42310"/>
                      <a:gd name="connsiteX9" fmla="*/ 13633 w 34427"/>
                      <a:gd name="connsiteY9" fmla="*/ 1851 h 42310"/>
                      <a:gd name="connsiteX10" fmla="*/ 289 w 34427"/>
                      <a:gd name="connsiteY10" fmla="*/ 4289 h 42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427" h="42310">
                        <a:moveTo>
                          <a:pt x="289" y="4289"/>
                        </a:moveTo>
                        <a:cubicBezTo>
                          <a:pt x="-331" y="7348"/>
                          <a:pt x="23" y="8678"/>
                          <a:pt x="1575" y="11914"/>
                        </a:cubicBezTo>
                        <a:cubicBezTo>
                          <a:pt x="4501" y="18120"/>
                          <a:pt x="6718" y="23130"/>
                          <a:pt x="11727" y="28804"/>
                        </a:cubicBezTo>
                        <a:cubicBezTo>
                          <a:pt x="13855" y="31154"/>
                          <a:pt x="16116" y="33414"/>
                          <a:pt x="18509" y="35365"/>
                        </a:cubicBezTo>
                        <a:cubicBezTo>
                          <a:pt x="19662" y="36385"/>
                          <a:pt x="20815" y="37316"/>
                          <a:pt x="22056" y="38114"/>
                        </a:cubicBezTo>
                        <a:cubicBezTo>
                          <a:pt x="23297" y="38956"/>
                          <a:pt x="24184" y="39576"/>
                          <a:pt x="25292" y="40153"/>
                        </a:cubicBezTo>
                        <a:cubicBezTo>
                          <a:pt x="28351" y="41837"/>
                          <a:pt x="32163" y="43478"/>
                          <a:pt x="34025" y="41172"/>
                        </a:cubicBezTo>
                        <a:cubicBezTo>
                          <a:pt x="35178" y="39665"/>
                          <a:pt x="33582" y="37138"/>
                          <a:pt x="32651" y="34789"/>
                        </a:cubicBezTo>
                        <a:cubicBezTo>
                          <a:pt x="30434" y="29247"/>
                          <a:pt x="27065" y="24105"/>
                          <a:pt x="24671" y="17810"/>
                        </a:cubicBezTo>
                        <a:cubicBezTo>
                          <a:pt x="22544" y="12535"/>
                          <a:pt x="20549" y="5575"/>
                          <a:pt x="13633" y="1851"/>
                        </a:cubicBezTo>
                        <a:cubicBezTo>
                          <a:pt x="7471" y="-1563"/>
                          <a:pt x="1176" y="33"/>
                          <a:pt x="289" y="428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29" name="Forme libre : forme 23628">
                    <a:extLst>
                      <a:ext uri="{FF2B5EF4-FFF2-40B4-BE49-F238E27FC236}">
                        <a16:creationId xmlns:a16="http://schemas.microsoft.com/office/drawing/2014/main" id="{5D55E902-B8FF-4F38-972D-BC83C83646AC}"/>
                      </a:ext>
                    </a:extLst>
                  </p:cNvPr>
                  <p:cNvSpPr/>
                  <p:nvPr/>
                </p:nvSpPr>
                <p:spPr>
                  <a:xfrm>
                    <a:off x="5151799" y="1187642"/>
                    <a:ext cx="16302" cy="9187"/>
                  </a:xfrm>
                  <a:custGeom>
                    <a:avLst/>
                    <a:gdLst>
                      <a:gd name="connsiteX0" fmla="*/ 2300 w 16302"/>
                      <a:gd name="connsiteY0" fmla="*/ 161 h 9187"/>
                      <a:gd name="connsiteX1" fmla="*/ 261 w 16302"/>
                      <a:gd name="connsiteY1" fmla="*/ 205 h 9187"/>
                      <a:gd name="connsiteX2" fmla="*/ 660 w 16302"/>
                      <a:gd name="connsiteY2" fmla="*/ 1890 h 9187"/>
                      <a:gd name="connsiteX3" fmla="*/ 3231 w 16302"/>
                      <a:gd name="connsiteY3" fmla="*/ 3752 h 9187"/>
                      <a:gd name="connsiteX4" fmla="*/ 10058 w 16302"/>
                      <a:gd name="connsiteY4" fmla="*/ 7697 h 9187"/>
                      <a:gd name="connsiteX5" fmla="*/ 12674 w 16302"/>
                      <a:gd name="connsiteY5" fmla="*/ 8939 h 9187"/>
                      <a:gd name="connsiteX6" fmla="*/ 13827 w 16302"/>
                      <a:gd name="connsiteY6" fmla="*/ 4772 h 9187"/>
                      <a:gd name="connsiteX7" fmla="*/ 2300 w 16302"/>
                      <a:gd name="connsiteY7" fmla="*/ 161 h 9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302" h="9187">
                        <a:moveTo>
                          <a:pt x="2300" y="161"/>
                        </a:moveTo>
                        <a:cubicBezTo>
                          <a:pt x="1414" y="-16"/>
                          <a:pt x="793" y="-105"/>
                          <a:pt x="261" y="205"/>
                        </a:cubicBezTo>
                        <a:cubicBezTo>
                          <a:pt x="-271" y="516"/>
                          <a:pt x="84" y="1225"/>
                          <a:pt x="660" y="1890"/>
                        </a:cubicBezTo>
                        <a:cubicBezTo>
                          <a:pt x="1281" y="2555"/>
                          <a:pt x="2345" y="3264"/>
                          <a:pt x="3231" y="3752"/>
                        </a:cubicBezTo>
                        <a:cubicBezTo>
                          <a:pt x="5448" y="5126"/>
                          <a:pt x="7842" y="6545"/>
                          <a:pt x="10058" y="7697"/>
                        </a:cubicBezTo>
                        <a:cubicBezTo>
                          <a:pt x="10989" y="8185"/>
                          <a:pt x="11832" y="8673"/>
                          <a:pt x="12674" y="8939"/>
                        </a:cubicBezTo>
                        <a:cubicBezTo>
                          <a:pt x="16353" y="9914"/>
                          <a:pt x="18038" y="7919"/>
                          <a:pt x="13827" y="4772"/>
                        </a:cubicBezTo>
                        <a:cubicBezTo>
                          <a:pt x="10590" y="2333"/>
                          <a:pt x="5847" y="782"/>
                          <a:pt x="2300" y="16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30" name="Forme libre : forme 23629">
                    <a:extLst>
                      <a:ext uri="{FF2B5EF4-FFF2-40B4-BE49-F238E27FC236}">
                        <a16:creationId xmlns:a16="http://schemas.microsoft.com/office/drawing/2014/main" id="{A422EEFB-3BDD-4512-A09F-5FC1CDBD9A2E}"/>
                      </a:ext>
                    </a:extLst>
                  </p:cNvPr>
                  <p:cNvSpPr/>
                  <p:nvPr/>
                </p:nvSpPr>
                <p:spPr>
                  <a:xfrm>
                    <a:off x="5165315" y="1227790"/>
                    <a:ext cx="24869" cy="18091"/>
                  </a:xfrm>
                  <a:custGeom>
                    <a:avLst/>
                    <a:gdLst>
                      <a:gd name="connsiteX0" fmla="*/ 24870 w 24869"/>
                      <a:gd name="connsiteY0" fmla="*/ 16846 h 18091"/>
                      <a:gd name="connsiteX1" fmla="*/ 13166 w 24869"/>
                      <a:gd name="connsiteY1" fmla="*/ 13964 h 18091"/>
                      <a:gd name="connsiteX2" fmla="*/ 5275 w 24869"/>
                      <a:gd name="connsiteY2" fmla="*/ 4566 h 18091"/>
                      <a:gd name="connsiteX3" fmla="*/ 2305 w 24869"/>
                      <a:gd name="connsiteY3" fmla="*/ 1640 h 18091"/>
                      <a:gd name="connsiteX4" fmla="*/ 0 w 24869"/>
                      <a:gd name="connsiteY4" fmla="*/ 0 h 18091"/>
                      <a:gd name="connsiteX5" fmla="*/ 2438 w 24869"/>
                      <a:gd name="connsiteY5" fmla="*/ 1640 h 18091"/>
                      <a:gd name="connsiteX6" fmla="*/ 5453 w 24869"/>
                      <a:gd name="connsiteY6" fmla="*/ 4211 h 18091"/>
                      <a:gd name="connsiteX7" fmla="*/ 12989 w 24869"/>
                      <a:gd name="connsiteY7" fmla="*/ 12147 h 18091"/>
                      <a:gd name="connsiteX8" fmla="*/ 24870 w 24869"/>
                      <a:gd name="connsiteY8" fmla="*/ 16846 h 18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869" h="18091">
                        <a:moveTo>
                          <a:pt x="24870" y="16846"/>
                        </a:moveTo>
                        <a:cubicBezTo>
                          <a:pt x="22786" y="18796"/>
                          <a:pt x="18442" y="18885"/>
                          <a:pt x="13166" y="13964"/>
                        </a:cubicBezTo>
                        <a:cubicBezTo>
                          <a:pt x="10595" y="11615"/>
                          <a:pt x="7891" y="7669"/>
                          <a:pt x="5275" y="4566"/>
                        </a:cubicBezTo>
                        <a:cubicBezTo>
                          <a:pt x="3768" y="2438"/>
                          <a:pt x="3192" y="2438"/>
                          <a:pt x="2305" y="1640"/>
                        </a:cubicBezTo>
                        <a:cubicBezTo>
                          <a:pt x="1507" y="975"/>
                          <a:pt x="709" y="532"/>
                          <a:pt x="0" y="0"/>
                        </a:cubicBezTo>
                        <a:cubicBezTo>
                          <a:pt x="754" y="532"/>
                          <a:pt x="1596" y="1020"/>
                          <a:pt x="2438" y="1640"/>
                        </a:cubicBezTo>
                        <a:cubicBezTo>
                          <a:pt x="3325" y="2394"/>
                          <a:pt x="3946" y="2305"/>
                          <a:pt x="5453" y="4211"/>
                        </a:cubicBezTo>
                        <a:cubicBezTo>
                          <a:pt x="8068" y="6960"/>
                          <a:pt x="10595" y="10152"/>
                          <a:pt x="12989" y="12147"/>
                        </a:cubicBezTo>
                        <a:cubicBezTo>
                          <a:pt x="17910" y="16358"/>
                          <a:pt x="21988" y="16846"/>
                          <a:pt x="24870" y="168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31" name="Forme libre : forme 23630">
                    <a:extLst>
                      <a:ext uri="{FF2B5EF4-FFF2-40B4-BE49-F238E27FC236}">
                        <a16:creationId xmlns:a16="http://schemas.microsoft.com/office/drawing/2014/main" id="{566FA798-5614-4700-8C79-7047C2E6F7FD}"/>
                      </a:ext>
                    </a:extLst>
                  </p:cNvPr>
                  <p:cNvSpPr/>
                  <p:nvPr/>
                </p:nvSpPr>
                <p:spPr>
                  <a:xfrm>
                    <a:off x="5135835" y="1176456"/>
                    <a:ext cx="32051" cy="7978"/>
                  </a:xfrm>
                  <a:custGeom>
                    <a:avLst/>
                    <a:gdLst>
                      <a:gd name="connsiteX0" fmla="*/ 32051 w 32051"/>
                      <a:gd name="connsiteY0" fmla="*/ 7978 h 7978"/>
                      <a:gd name="connsiteX1" fmla="*/ 0 w 32051"/>
                      <a:gd name="connsiteY1" fmla="*/ 176 h 7978"/>
                      <a:gd name="connsiteX2" fmla="*/ 32051 w 32051"/>
                      <a:gd name="connsiteY2" fmla="*/ 7978 h 7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051" h="7978">
                        <a:moveTo>
                          <a:pt x="32051" y="7978"/>
                        </a:moveTo>
                        <a:cubicBezTo>
                          <a:pt x="21323" y="752"/>
                          <a:pt x="9443" y="-445"/>
                          <a:pt x="0" y="176"/>
                        </a:cubicBezTo>
                        <a:cubicBezTo>
                          <a:pt x="8822" y="-888"/>
                          <a:pt x="22077" y="3013"/>
                          <a:pt x="32051" y="797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32" name="Forme libre : forme 23631">
                    <a:extLst>
                      <a:ext uri="{FF2B5EF4-FFF2-40B4-BE49-F238E27FC236}">
                        <a16:creationId xmlns:a16="http://schemas.microsoft.com/office/drawing/2014/main" id="{5F56008B-B030-4279-A26A-6729B5E1EDCB}"/>
                      </a:ext>
                    </a:extLst>
                  </p:cNvPr>
                  <p:cNvSpPr/>
                  <p:nvPr/>
                </p:nvSpPr>
                <p:spPr>
                  <a:xfrm>
                    <a:off x="5171366" y="1206048"/>
                    <a:ext cx="9892" cy="13274"/>
                  </a:xfrm>
                  <a:custGeom>
                    <a:avLst/>
                    <a:gdLst>
                      <a:gd name="connsiteX0" fmla="*/ 9199 w 9892"/>
                      <a:gd name="connsiteY0" fmla="*/ 13274 h 13274"/>
                      <a:gd name="connsiteX1" fmla="*/ 2993 w 9892"/>
                      <a:gd name="connsiteY1" fmla="*/ 6403 h 13274"/>
                      <a:gd name="connsiteX2" fmla="*/ 643 w 9892"/>
                      <a:gd name="connsiteY2" fmla="*/ 19 h 13274"/>
                      <a:gd name="connsiteX3" fmla="*/ 4367 w 9892"/>
                      <a:gd name="connsiteY3" fmla="*/ 2236 h 13274"/>
                      <a:gd name="connsiteX4" fmla="*/ 7249 w 9892"/>
                      <a:gd name="connsiteY4" fmla="*/ 6093 h 13274"/>
                      <a:gd name="connsiteX5" fmla="*/ 9421 w 9892"/>
                      <a:gd name="connsiteY5" fmla="*/ 10260 h 13274"/>
                      <a:gd name="connsiteX6" fmla="*/ 9199 w 9892"/>
                      <a:gd name="connsiteY6" fmla="*/ 13274 h 13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892" h="13274">
                        <a:moveTo>
                          <a:pt x="9199" y="13274"/>
                        </a:moveTo>
                        <a:cubicBezTo>
                          <a:pt x="7337" y="13274"/>
                          <a:pt x="4234" y="7910"/>
                          <a:pt x="2993" y="6403"/>
                        </a:cubicBezTo>
                        <a:cubicBezTo>
                          <a:pt x="1973" y="4763"/>
                          <a:pt x="-1396" y="463"/>
                          <a:pt x="643" y="19"/>
                        </a:cubicBezTo>
                        <a:cubicBezTo>
                          <a:pt x="1663" y="-158"/>
                          <a:pt x="3082" y="906"/>
                          <a:pt x="4367" y="2236"/>
                        </a:cubicBezTo>
                        <a:cubicBezTo>
                          <a:pt x="5653" y="3610"/>
                          <a:pt x="6717" y="5339"/>
                          <a:pt x="7249" y="6093"/>
                        </a:cubicBezTo>
                        <a:cubicBezTo>
                          <a:pt x="7736" y="6891"/>
                          <a:pt x="8800" y="8664"/>
                          <a:pt x="9421" y="10260"/>
                        </a:cubicBezTo>
                        <a:cubicBezTo>
                          <a:pt x="9997" y="11900"/>
                          <a:pt x="10175" y="13274"/>
                          <a:pt x="9199" y="1327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33" name="Forme libre : forme 23632">
                    <a:extLst>
                      <a:ext uri="{FF2B5EF4-FFF2-40B4-BE49-F238E27FC236}">
                        <a16:creationId xmlns:a16="http://schemas.microsoft.com/office/drawing/2014/main" id="{51D26D06-BC68-4283-98C0-475096E3A4B6}"/>
                      </a:ext>
                    </a:extLst>
                  </p:cNvPr>
                  <p:cNvSpPr/>
                  <p:nvPr/>
                </p:nvSpPr>
                <p:spPr>
                  <a:xfrm>
                    <a:off x="5179676" y="1217296"/>
                    <a:ext cx="2732" cy="4002"/>
                  </a:xfrm>
                  <a:custGeom>
                    <a:avLst/>
                    <a:gdLst>
                      <a:gd name="connsiteX0" fmla="*/ 2574 w 2732"/>
                      <a:gd name="connsiteY0" fmla="*/ 3889 h 4002"/>
                      <a:gd name="connsiteX1" fmla="*/ 845 w 2732"/>
                      <a:gd name="connsiteY1" fmla="*/ 2559 h 4002"/>
                      <a:gd name="connsiteX2" fmla="*/ 135 w 2732"/>
                      <a:gd name="connsiteY2" fmla="*/ 121 h 4002"/>
                      <a:gd name="connsiteX3" fmla="*/ 1909 w 2732"/>
                      <a:gd name="connsiteY3" fmla="*/ 1362 h 4002"/>
                      <a:gd name="connsiteX4" fmla="*/ 2574 w 2732"/>
                      <a:gd name="connsiteY4" fmla="*/ 3889 h 4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2" h="4002">
                        <a:moveTo>
                          <a:pt x="2574" y="3889"/>
                        </a:moveTo>
                        <a:cubicBezTo>
                          <a:pt x="2086" y="4376"/>
                          <a:pt x="1288" y="3179"/>
                          <a:pt x="845" y="2559"/>
                        </a:cubicBezTo>
                        <a:cubicBezTo>
                          <a:pt x="446" y="1938"/>
                          <a:pt x="-308" y="608"/>
                          <a:pt x="135" y="121"/>
                        </a:cubicBezTo>
                        <a:cubicBezTo>
                          <a:pt x="579" y="-367"/>
                          <a:pt x="1465" y="741"/>
                          <a:pt x="1909" y="1362"/>
                        </a:cubicBezTo>
                        <a:cubicBezTo>
                          <a:pt x="2308" y="1983"/>
                          <a:pt x="3061" y="3401"/>
                          <a:pt x="2574" y="38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34" name="Forme libre : forme 23633">
                    <a:extLst>
                      <a:ext uri="{FF2B5EF4-FFF2-40B4-BE49-F238E27FC236}">
                        <a16:creationId xmlns:a16="http://schemas.microsoft.com/office/drawing/2014/main" id="{D017EB89-C0D8-4FFD-8A8F-C70B3A5F47A7}"/>
                      </a:ext>
                    </a:extLst>
                  </p:cNvPr>
                  <p:cNvSpPr/>
                  <p:nvPr/>
                </p:nvSpPr>
                <p:spPr>
                  <a:xfrm>
                    <a:off x="5177852" y="1198973"/>
                    <a:ext cx="15613" cy="41178"/>
                  </a:xfrm>
                  <a:custGeom>
                    <a:avLst/>
                    <a:gdLst>
                      <a:gd name="connsiteX0" fmla="*/ 13574 w 15613"/>
                      <a:gd name="connsiteY0" fmla="*/ 25315 h 41178"/>
                      <a:gd name="connsiteX1" fmla="*/ 12688 w 15613"/>
                      <a:gd name="connsiteY1" fmla="*/ 39102 h 41178"/>
                      <a:gd name="connsiteX2" fmla="*/ 10205 w 15613"/>
                      <a:gd name="connsiteY2" fmla="*/ 40033 h 41178"/>
                      <a:gd name="connsiteX3" fmla="*/ 9008 w 15613"/>
                      <a:gd name="connsiteY3" fmla="*/ 34226 h 41178"/>
                      <a:gd name="connsiteX4" fmla="*/ 8875 w 15613"/>
                      <a:gd name="connsiteY4" fmla="*/ 26246 h 41178"/>
                      <a:gd name="connsiteX5" fmla="*/ 8742 w 15613"/>
                      <a:gd name="connsiteY5" fmla="*/ 22966 h 41178"/>
                      <a:gd name="connsiteX6" fmla="*/ 7989 w 15613"/>
                      <a:gd name="connsiteY6" fmla="*/ 19020 h 41178"/>
                      <a:gd name="connsiteX7" fmla="*/ 2802 w 15613"/>
                      <a:gd name="connsiteY7" fmla="*/ 7937 h 41178"/>
                      <a:gd name="connsiteX8" fmla="*/ 1162 w 15613"/>
                      <a:gd name="connsiteY8" fmla="*/ 2 h 41178"/>
                      <a:gd name="connsiteX9" fmla="*/ 5373 w 15613"/>
                      <a:gd name="connsiteY9" fmla="*/ 1731 h 41178"/>
                      <a:gd name="connsiteX10" fmla="*/ 10117 w 15613"/>
                      <a:gd name="connsiteY10" fmla="*/ 6740 h 41178"/>
                      <a:gd name="connsiteX11" fmla="*/ 15614 w 15613"/>
                      <a:gd name="connsiteY11" fmla="*/ 18089 h 41178"/>
                      <a:gd name="connsiteX12" fmla="*/ 13574 w 15613"/>
                      <a:gd name="connsiteY12" fmla="*/ 25315 h 41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613" h="41178">
                        <a:moveTo>
                          <a:pt x="13574" y="25315"/>
                        </a:moveTo>
                        <a:cubicBezTo>
                          <a:pt x="13042" y="29305"/>
                          <a:pt x="13042" y="33029"/>
                          <a:pt x="12688" y="39102"/>
                        </a:cubicBezTo>
                        <a:cubicBezTo>
                          <a:pt x="12555" y="41540"/>
                          <a:pt x="11269" y="41806"/>
                          <a:pt x="10205" y="40033"/>
                        </a:cubicBezTo>
                        <a:cubicBezTo>
                          <a:pt x="9185" y="38260"/>
                          <a:pt x="9052" y="36221"/>
                          <a:pt x="9008" y="34226"/>
                        </a:cubicBezTo>
                        <a:cubicBezTo>
                          <a:pt x="8964" y="31344"/>
                          <a:pt x="8920" y="28773"/>
                          <a:pt x="8875" y="26246"/>
                        </a:cubicBezTo>
                        <a:cubicBezTo>
                          <a:pt x="8875" y="25138"/>
                          <a:pt x="8787" y="23985"/>
                          <a:pt x="8742" y="22966"/>
                        </a:cubicBezTo>
                        <a:cubicBezTo>
                          <a:pt x="8698" y="21946"/>
                          <a:pt x="8299" y="20394"/>
                          <a:pt x="7989" y="19020"/>
                        </a:cubicBezTo>
                        <a:cubicBezTo>
                          <a:pt x="7590" y="17291"/>
                          <a:pt x="5284" y="12193"/>
                          <a:pt x="2802" y="7937"/>
                        </a:cubicBezTo>
                        <a:cubicBezTo>
                          <a:pt x="452" y="3682"/>
                          <a:pt x="-1232" y="179"/>
                          <a:pt x="1162" y="2"/>
                        </a:cubicBezTo>
                        <a:cubicBezTo>
                          <a:pt x="2359" y="-42"/>
                          <a:pt x="3821" y="623"/>
                          <a:pt x="5373" y="1731"/>
                        </a:cubicBezTo>
                        <a:cubicBezTo>
                          <a:pt x="6880" y="2839"/>
                          <a:pt x="8654" y="4790"/>
                          <a:pt x="10117" y="6740"/>
                        </a:cubicBezTo>
                        <a:cubicBezTo>
                          <a:pt x="13131" y="10819"/>
                          <a:pt x="15037" y="15607"/>
                          <a:pt x="15614" y="18089"/>
                        </a:cubicBezTo>
                        <a:cubicBezTo>
                          <a:pt x="15569" y="20882"/>
                          <a:pt x="13929" y="22256"/>
                          <a:pt x="13574" y="2531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584" name="Graphique 2">
                  <a:extLst>
                    <a:ext uri="{FF2B5EF4-FFF2-40B4-BE49-F238E27FC236}">
                      <a16:creationId xmlns:a16="http://schemas.microsoft.com/office/drawing/2014/main" id="{BCCAA690-3856-417D-A116-06EEFE249731}"/>
                    </a:ext>
                  </a:extLst>
                </p:cNvPr>
                <p:cNvGrpSpPr/>
                <p:nvPr/>
              </p:nvGrpSpPr>
              <p:grpSpPr>
                <a:xfrm>
                  <a:off x="5192308" y="1179864"/>
                  <a:ext cx="55019" cy="80021"/>
                  <a:chOff x="5192308" y="1179864"/>
                  <a:chExt cx="55019" cy="80021"/>
                </a:xfrm>
                <a:solidFill>
                  <a:schemeClr val="accent1"/>
                </a:solidFill>
              </p:grpSpPr>
              <p:sp>
                <p:nvSpPr>
                  <p:cNvPr id="23611" name="Forme libre : forme 23610">
                    <a:extLst>
                      <a:ext uri="{FF2B5EF4-FFF2-40B4-BE49-F238E27FC236}">
                        <a16:creationId xmlns:a16="http://schemas.microsoft.com/office/drawing/2014/main" id="{C3951031-79A1-4034-8B22-5B3978C44EE0}"/>
                      </a:ext>
                    </a:extLst>
                  </p:cNvPr>
                  <p:cNvSpPr/>
                  <p:nvPr/>
                </p:nvSpPr>
                <p:spPr>
                  <a:xfrm>
                    <a:off x="5192313" y="1179864"/>
                    <a:ext cx="55015" cy="80021"/>
                  </a:xfrm>
                  <a:custGeom>
                    <a:avLst/>
                    <a:gdLst>
                      <a:gd name="connsiteX0" fmla="*/ 45306 w 55015"/>
                      <a:gd name="connsiteY0" fmla="*/ 32233 h 80021"/>
                      <a:gd name="connsiteX1" fmla="*/ 43666 w 55015"/>
                      <a:gd name="connsiteY1" fmla="*/ 35957 h 80021"/>
                      <a:gd name="connsiteX2" fmla="*/ 41361 w 55015"/>
                      <a:gd name="connsiteY2" fmla="*/ 42340 h 80021"/>
                      <a:gd name="connsiteX3" fmla="*/ 37859 w 55015"/>
                      <a:gd name="connsiteY3" fmla="*/ 52935 h 80021"/>
                      <a:gd name="connsiteX4" fmla="*/ 35376 w 55015"/>
                      <a:gd name="connsiteY4" fmla="*/ 60028 h 80021"/>
                      <a:gd name="connsiteX5" fmla="*/ 33027 w 55015"/>
                      <a:gd name="connsiteY5" fmla="*/ 65658 h 80021"/>
                      <a:gd name="connsiteX6" fmla="*/ 23894 w 55015"/>
                      <a:gd name="connsiteY6" fmla="*/ 77406 h 80021"/>
                      <a:gd name="connsiteX7" fmla="*/ 15028 w 55015"/>
                      <a:gd name="connsiteY7" fmla="*/ 80022 h 80021"/>
                      <a:gd name="connsiteX8" fmla="*/ 12856 w 55015"/>
                      <a:gd name="connsiteY8" fmla="*/ 79889 h 80021"/>
                      <a:gd name="connsiteX9" fmla="*/ 10595 w 55015"/>
                      <a:gd name="connsiteY9" fmla="*/ 79312 h 80021"/>
                      <a:gd name="connsiteX10" fmla="*/ 8467 w 55015"/>
                      <a:gd name="connsiteY10" fmla="*/ 78293 h 80021"/>
                      <a:gd name="connsiteX11" fmla="*/ 6517 w 55015"/>
                      <a:gd name="connsiteY11" fmla="*/ 77140 h 80021"/>
                      <a:gd name="connsiteX12" fmla="*/ 709 w 55015"/>
                      <a:gd name="connsiteY12" fmla="*/ 69559 h 80021"/>
                      <a:gd name="connsiteX13" fmla="*/ 0 w 55015"/>
                      <a:gd name="connsiteY13" fmla="*/ 66146 h 80021"/>
                      <a:gd name="connsiteX14" fmla="*/ 399 w 55015"/>
                      <a:gd name="connsiteY14" fmla="*/ 62555 h 80021"/>
                      <a:gd name="connsiteX15" fmla="*/ 3014 w 55015"/>
                      <a:gd name="connsiteY15" fmla="*/ 55950 h 80021"/>
                      <a:gd name="connsiteX16" fmla="*/ 7359 w 55015"/>
                      <a:gd name="connsiteY16" fmla="*/ 42695 h 80021"/>
                      <a:gd name="connsiteX17" fmla="*/ 6073 w 55015"/>
                      <a:gd name="connsiteY17" fmla="*/ 36311 h 80021"/>
                      <a:gd name="connsiteX18" fmla="*/ 5896 w 55015"/>
                      <a:gd name="connsiteY18" fmla="*/ 36045 h 80021"/>
                      <a:gd name="connsiteX19" fmla="*/ 5852 w 55015"/>
                      <a:gd name="connsiteY19" fmla="*/ 36001 h 80021"/>
                      <a:gd name="connsiteX20" fmla="*/ 5807 w 55015"/>
                      <a:gd name="connsiteY20" fmla="*/ 36001 h 80021"/>
                      <a:gd name="connsiteX21" fmla="*/ 6029 w 55015"/>
                      <a:gd name="connsiteY21" fmla="*/ 35203 h 80021"/>
                      <a:gd name="connsiteX22" fmla="*/ 7359 w 55015"/>
                      <a:gd name="connsiteY22" fmla="*/ 31125 h 80021"/>
                      <a:gd name="connsiteX23" fmla="*/ 14851 w 55015"/>
                      <a:gd name="connsiteY23" fmla="*/ 14722 h 80021"/>
                      <a:gd name="connsiteX24" fmla="*/ 23983 w 55015"/>
                      <a:gd name="connsiteY24" fmla="*/ 5014 h 80021"/>
                      <a:gd name="connsiteX25" fmla="*/ 33027 w 55015"/>
                      <a:gd name="connsiteY25" fmla="*/ 758 h 80021"/>
                      <a:gd name="connsiteX26" fmla="*/ 47523 w 55015"/>
                      <a:gd name="connsiteY26" fmla="*/ 891 h 80021"/>
                      <a:gd name="connsiteX27" fmla="*/ 55015 w 55015"/>
                      <a:gd name="connsiteY27" fmla="*/ 7274 h 80021"/>
                      <a:gd name="connsiteX28" fmla="*/ 50404 w 55015"/>
                      <a:gd name="connsiteY28" fmla="*/ 21726 h 80021"/>
                      <a:gd name="connsiteX29" fmla="*/ 45306 w 55015"/>
                      <a:gd name="connsiteY29" fmla="*/ 32233 h 800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55015" h="80021">
                        <a:moveTo>
                          <a:pt x="45306" y="32233"/>
                        </a:moveTo>
                        <a:cubicBezTo>
                          <a:pt x="44907" y="33075"/>
                          <a:pt x="44375" y="34272"/>
                          <a:pt x="43666" y="35957"/>
                        </a:cubicBezTo>
                        <a:cubicBezTo>
                          <a:pt x="42957" y="37730"/>
                          <a:pt x="42159" y="39902"/>
                          <a:pt x="41361" y="42340"/>
                        </a:cubicBezTo>
                        <a:cubicBezTo>
                          <a:pt x="40164" y="45975"/>
                          <a:pt x="38967" y="49610"/>
                          <a:pt x="37859" y="52935"/>
                        </a:cubicBezTo>
                        <a:cubicBezTo>
                          <a:pt x="37061" y="55507"/>
                          <a:pt x="36218" y="57856"/>
                          <a:pt x="35376" y="60028"/>
                        </a:cubicBezTo>
                        <a:cubicBezTo>
                          <a:pt x="34578" y="62200"/>
                          <a:pt x="33825" y="64151"/>
                          <a:pt x="33027" y="65658"/>
                        </a:cubicBezTo>
                        <a:cubicBezTo>
                          <a:pt x="30278" y="71865"/>
                          <a:pt x="26953" y="75323"/>
                          <a:pt x="23894" y="77406"/>
                        </a:cubicBezTo>
                        <a:cubicBezTo>
                          <a:pt x="20836" y="79401"/>
                          <a:pt x="17910" y="79977"/>
                          <a:pt x="15028" y="80022"/>
                        </a:cubicBezTo>
                        <a:cubicBezTo>
                          <a:pt x="14275" y="79977"/>
                          <a:pt x="13610" y="80022"/>
                          <a:pt x="12856" y="79889"/>
                        </a:cubicBezTo>
                        <a:cubicBezTo>
                          <a:pt x="12147" y="79711"/>
                          <a:pt x="11393" y="79489"/>
                          <a:pt x="10595" y="79312"/>
                        </a:cubicBezTo>
                        <a:cubicBezTo>
                          <a:pt x="9841" y="79002"/>
                          <a:pt x="9132" y="78647"/>
                          <a:pt x="8467" y="78293"/>
                        </a:cubicBezTo>
                        <a:cubicBezTo>
                          <a:pt x="7802" y="78293"/>
                          <a:pt x="7137" y="77539"/>
                          <a:pt x="6517" y="77140"/>
                        </a:cubicBezTo>
                        <a:cubicBezTo>
                          <a:pt x="3990" y="75323"/>
                          <a:pt x="2128" y="72530"/>
                          <a:pt x="709" y="69559"/>
                        </a:cubicBezTo>
                        <a:cubicBezTo>
                          <a:pt x="266" y="68451"/>
                          <a:pt x="44" y="67254"/>
                          <a:pt x="0" y="66146"/>
                        </a:cubicBezTo>
                        <a:cubicBezTo>
                          <a:pt x="0" y="64905"/>
                          <a:pt x="44" y="64195"/>
                          <a:pt x="399" y="62555"/>
                        </a:cubicBezTo>
                        <a:cubicBezTo>
                          <a:pt x="1064" y="59674"/>
                          <a:pt x="2084" y="57280"/>
                          <a:pt x="3014" y="55950"/>
                        </a:cubicBezTo>
                        <a:cubicBezTo>
                          <a:pt x="5852" y="52049"/>
                          <a:pt x="7581" y="46995"/>
                          <a:pt x="7359" y="42695"/>
                        </a:cubicBezTo>
                        <a:cubicBezTo>
                          <a:pt x="7226" y="38528"/>
                          <a:pt x="6295" y="36755"/>
                          <a:pt x="6073" y="36311"/>
                        </a:cubicBezTo>
                        <a:cubicBezTo>
                          <a:pt x="5985" y="36178"/>
                          <a:pt x="5940" y="36090"/>
                          <a:pt x="5896" y="36045"/>
                        </a:cubicBezTo>
                        <a:lnTo>
                          <a:pt x="5852" y="36001"/>
                        </a:lnTo>
                        <a:cubicBezTo>
                          <a:pt x="5852" y="36001"/>
                          <a:pt x="5852" y="36001"/>
                          <a:pt x="5807" y="36001"/>
                        </a:cubicBezTo>
                        <a:lnTo>
                          <a:pt x="6029" y="35203"/>
                        </a:lnTo>
                        <a:cubicBezTo>
                          <a:pt x="6428" y="33917"/>
                          <a:pt x="6871" y="32543"/>
                          <a:pt x="7359" y="31125"/>
                        </a:cubicBezTo>
                        <a:cubicBezTo>
                          <a:pt x="9221" y="25583"/>
                          <a:pt x="11881" y="19332"/>
                          <a:pt x="14851" y="14722"/>
                        </a:cubicBezTo>
                        <a:cubicBezTo>
                          <a:pt x="17555" y="10511"/>
                          <a:pt x="20747" y="7230"/>
                          <a:pt x="23983" y="5014"/>
                        </a:cubicBezTo>
                        <a:cubicBezTo>
                          <a:pt x="27175" y="2797"/>
                          <a:pt x="30278" y="1423"/>
                          <a:pt x="33027" y="758"/>
                        </a:cubicBezTo>
                        <a:cubicBezTo>
                          <a:pt x="38657" y="-661"/>
                          <a:pt x="43001" y="226"/>
                          <a:pt x="47523" y="891"/>
                        </a:cubicBezTo>
                        <a:cubicBezTo>
                          <a:pt x="50537" y="1467"/>
                          <a:pt x="55059" y="3506"/>
                          <a:pt x="55015" y="7274"/>
                        </a:cubicBezTo>
                        <a:cubicBezTo>
                          <a:pt x="54704" y="12550"/>
                          <a:pt x="52355" y="17648"/>
                          <a:pt x="50404" y="21726"/>
                        </a:cubicBezTo>
                        <a:cubicBezTo>
                          <a:pt x="48321" y="25893"/>
                          <a:pt x="46813" y="29041"/>
                          <a:pt x="45306" y="3223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12" name="Forme libre : forme 23611">
                    <a:extLst>
                      <a:ext uri="{FF2B5EF4-FFF2-40B4-BE49-F238E27FC236}">
                        <a16:creationId xmlns:a16="http://schemas.microsoft.com/office/drawing/2014/main" id="{8D1D6CC1-F34D-4585-A85D-1282559A3707}"/>
                      </a:ext>
                    </a:extLst>
                  </p:cNvPr>
                  <p:cNvSpPr/>
                  <p:nvPr/>
                </p:nvSpPr>
                <p:spPr>
                  <a:xfrm>
                    <a:off x="5192308" y="1186828"/>
                    <a:ext cx="54842" cy="72842"/>
                  </a:xfrm>
                  <a:custGeom>
                    <a:avLst/>
                    <a:gdLst>
                      <a:gd name="connsiteX0" fmla="*/ 25451 w 54842"/>
                      <a:gd name="connsiteY0" fmla="*/ 42691 h 72842"/>
                      <a:gd name="connsiteX1" fmla="*/ 15654 w 54842"/>
                      <a:gd name="connsiteY1" fmla="*/ 62108 h 72842"/>
                      <a:gd name="connsiteX2" fmla="*/ 11708 w 54842"/>
                      <a:gd name="connsiteY2" fmla="*/ 64413 h 72842"/>
                      <a:gd name="connsiteX3" fmla="*/ 6921 w 54842"/>
                      <a:gd name="connsiteY3" fmla="*/ 63925 h 72842"/>
                      <a:gd name="connsiteX4" fmla="*/ 138 w 54842"/>
                      <a:gd name="connsiteY4" fmla="*/ 56921 h 72842"/>
                      <a:gd name="connsiteX5" fmla="*/ 670 w 54842"/>
                      <a:gd name="connsiteY5" fmla="*/ 62418 h 72842"/>
                      <a:gd name="connsiteX6" fmla="*/ 4305 w 54842"/>
                      <a:gd name="connsiteY6" fmla="*/ 68048 h 72842"/>
                      <a:gd name="connsiteX7" fmla="*/ 7896 w 54842"/>
                      <a:gd name="connsiteY7" fmla="*/ 71018 h 72842"/>
                      <a:gd name="connsiteX8" fmla="*/ 12196 w 54842"/>
                      <a:gd name="connsiteY8" fmla="*/ 72570 h 72842"/>
                      <a:gd name="connsiteX9" fmla="*/ 21018 w 54842"/>
                      <a:gd name="connsiteY9" fmla="*/ 71683 h 72842"/>
                      <a:gd name="connsiteX10" fmla="*/ 32854 w 54842"/>
                      <a:gd name="connsiteY10" fmla="*/ 58561 h 72842"/>
                      <a:gd name="connsiteX11" fmla="*/ 36401 w 54842"/>
                      <a:gd name="connsiteY11" fmla="*/ 49695 h 72842"/>
                      <a:gd name="connsiteX12" fmla="*/ 41587 w 54842"/>
                      <a:gd name="connsiteY12" fmla="*/ 33958 h 72842"/>
                      <a:gd name="connsiteX13" fmla="*/ 44602 w 54842"/>
                      <a:gd name="connsiteY13" fmla="*/ 26244 h 72842"/>
                      <a:gd name="connsiteX14" fmla="*/ 45090 w 54842"/>
                      <a:gd name="connsiteY14" fmla="*/ 25136 h 72842"/>
                      <a:gd name="connsiteX15" fmla="*/ 48503 w 54842"/>
                      <a:gd name="connsiteY15" fmla="*/ 17998 h 72842"/>
                      <a:gd name="connsiteX16" fmla="*/ 54000 w 54842"/>
                      <a:gd name="connsiteY16" fmla="*/ 5098 h 72842"/>
                      <a:gd name="connsiteX17" fmla="*/ 54842 w 54842"/>
                      <a:gd name="connsiteY17" fmla="*/ 177 h 72842"/>
                      <a:gd name="connsiteX18" fmla="*/ 54842 w 54842"/>
                      <a:gd name="connsiteY18" fmla="*/ 0 h 72842"/>
                      <a:gd name="connsiteX19" fmla="*/ 43538 w 54842"/>
                      <a:gd name="connsiteY19" fmla="*/ 8334 h 72842"/>
                      <a:gd name="connsiteX20" fmla="*/ 34760 w 54842"/>
                      <a:gd name="connsiteY20" fmla="*/ 17067 h 72842"/>
                      <a:gd name="connsiteX21" fmla="*/ 29441 w 54842"/>
                      <a:gd name="connsiteY21" fmla="*/ 28416 h 72842"/>
                      <a:gd name="connsiteX22" fmla="*/ 27534 w 54842"/>
                      <a:gd name="connsiteY22" fmla="*/ 34711 h 72842"/>
                      <a:gd name="connsiteX23" fmla="*/ 25451 w 54842"/>
                      <a:gd name="connsiteY23" fmla="*/ 42691 h 72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54842" h="72842">
                        <a:moveTo>
                          <a:pt x="25451" y="42691"/>
                        </a:moveTo>
                        <a:cubicBezTo>
                          <a:pt x="23367" y="50537"/>
                          <a:pt x="20176" y="58207"/>
                          <a:pt x="15654" y="62108"/>
                        </a:cubicBezTo>
                        <a:cubicBezTo>
                          <a:pt x="14501" y="63127"/>
                          <a:pt x="13171" y="63881"/>
                          <a:pt x="11708" y="64413"/>
                        </a:cubicBezTo>
                        <a:cubicBezTo>
                          <a:pt x="10157" y="64767"/>
                          <a:pt x="8428" y="64546"/>
                          <a:pt x="6921" y="63925"/>
                        </a:cubicBezTo>
                        <a:cubicBezTo>
                          <a:pt x="3862" y="62640"/>
                          <a:pt x="1424" y="60157"/>
                          <a:pt x="138" y="56921"/>
                        </a:cubicBezTo>
                        <a:cubicBezTo>
                          <a:pt x="-128" y="58650"/>
                          <a:pt x="-39" y="60600"/>
                          <a:pt x="670" y="62418"/>
                        </a:cubicBezTo>
                        <a:cubicBezTo>
                          <a:pt x="1645" y="64546"/>
                          <a:pt x="2798" y="66408"/>
                          <a:pt x="4305" y="68048"/>
                        </a:cubicBezTo>
                        <a:cubicBezTo>
                          <a:pt x="5325" y="69334"/>
                          <a:pt x="6610" y="70087"/>
                          <a:pt x="7896" y="71018"/>
                        </a:cubicBezTo>
                        <a:cubicBezTo>
                          <a:pt x="9226" y="71417"/>
                          <a:pt x="10733" y="72392"/>
                          <a:pt x="12196" y="72570"/>
                        </a:cubicBezTo>
                        <a:cubicBezTo>
                          <a:pt x="15166" y="73102"/>
                          <a:pt x="18048" y="72880"/>
                          <a:pt x="21018" y="71683"/>
                        </a:cubicBezTo>
                        <a:cubicBezTo>
                          <a:pt x="24875" y="70220"/>
                          <a:pt x="29219" y="66452"/>
                          <a:pt x="32854" y="58561"/>
                        </a:cubicBezTo>
                        <a:cubicBezTo>
                          <a:pt x="34051" y="56345"/>
                          <a:pt x="35115" y="53109"/>
                          <a:pt x="36401" y="49695"/>
                        </a:cubicBezTo>
                        <a:cubicBezTo>
                          <a:pt x="37952" y="44952"/>
                          <a:pt x="39814" y="39410"/>
                          <a:pt x="41587" y="33958"/>
                        </a:cubicBezTo>
                        <a:cubicBezTo>
                          <a:pt x="42740" y="30500"/>
                          <a:pt x="43893" y="27840"/>
                          <a:pt x="44602" y="26244"/>
                        </a:cubicBezTo>
                        <a:cubicBezTo>
                          <a:pt x="44779" y="25845"/>
                          <a:pt x="44912" y="25446"/>
                          <a:pt x="45090" y="25136"/>
                        </a:cubicBezTo>
                        <a:cubicBezTo>
                          <a:pt x="46286" y="22653"/>
                          <a:pt x="47350" y="20392"/>
                          <a:pt x="48503" y="17998"/>
                        </a:cubicBezTo>
                        <a:cubicBezTo>
                          <a:pt x="50276" y="14363"/>
                          <a:pt x="52537" y="10019"/>
                          <a:pt x="54000" y="5098"/>
                        </a:cubicBezTo>
                        <a:cubicBezTo>
                          <a:pt x="54443" y="3502"/>
                          <a:pt x="54754" y="1818"/>
                          <a:pt x="54842" y="177"/>
                        </a:cubicBezTo>
                        <a:lnTo>
                          <a:pt x="54842" y="0"/>
                        </a:lnTo>
                        <a:cubicBezTo>
                          <a:pt x="50986" y="3502"/>
                          <a:pt x="46951" y="5763"/>
                          <a:pt x="43538" y="8334"/>
                        </a:cubicBezTo>
                        <a:cubicBezTo>
                          <a:pt x="40036" y="10861"/>
                          <a:pt x="37066" y="13698"/>
                          <a:pt x="34760" y="17067"/>
                        </a:cubicBezTo>
                        <a:cubicBezTo>
                          <a:pt x="32455" y="20348"/>
                          <a:pt x="30815" y="24293"/>
                          <a:pt x="29441" y="28416"/>
                        </a:cubicBezTo>
                        <a:cubicBezTo>
                          <a:pt x="28731" y="30455"/>
                          <a:pt x="28111" y="32583"/>
                          <a:pt x="27534" y="34711"/>
                        </a:cubicBezTo>
                        <a:cubicBezTo>
                          <a:pt x="26869" y="37415"/>
                          <a:pt x="26160" y="40075"/>
                          <a:pt x="25451" y="4269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13" name="Forme libre : forme 23612">
                    <a:extLst>
                      <a:ext uri="{FF2B5EF4-FFF2-40B4-BE49-F238E27FC236}">
                        <a16:creationId xmlns:a16="http://schemas.microsoft.com/office/drawing/2014/main" id="{5F7E7D59-9FE4-4FC7-8AC7-4FCE9BE02FE5}"/>
                      </a:ext>
                    </a:extLst>
                  </p:cNvPr>
                  <p:cNvSpPr/>
                  <p:nvPr/>
                </p:nvSpPr>
                <p:spPr>
                  <a:xfrm>
                    <a:off x="5210589" y="1193207"/>
                    <a:ext cx="21707" cy="38029"/>
                  </a:xfrm>
                  <a:custGeom>
                    <a:avLst/>
                    <a:gdLst>
                      <a:gd name="connsiteX0" fmla="*/ 21178 w 21707"/>
                      <a:gd name="connsiteY0" fmla="*/ 714 h 38029"/>
                      <a:gd name="connsiteX1" fmla="*/ 18695 w 21707"/>
                      <a:gd name="connsiteY1" fmla="*/ 9802 h 38029"/>
                      <a:gd name="connsiteX2" fmla="*/ 14218 w 21707"/>
                      <a:gd name="connsiteY2" fmla="*/ 20353 h 38029"/>
                      <a:gd name="connsiteX3" fmla="*/ 12223 w 21707"/>
                      <a:gd name="connsiteY3" fmla="*/ 25096 h 38029"/>
                      <a:gd name="connsiteX4" fmla="*/ 10849 w 21707"/>
                      <a:gd name="connsiteY4" fmla="*/ 28022 h 38029"/>
                      <a:gd name="connsiteX5" fmla="*/ 9209 w 21707"/>
                      <a:gd name="connsiteY5" fmla="*/ 31303 h 38029"/>
                      <a:gd name="connsiteX6" fmla="*/ 1983 w 21707"/>
                      <a:gd name="connsiteY6" fmla="*/ 37376 h 38029"/>
                      <a:gd name="connsiteX7" fmla="*/ 121 w 21707"/>
                      <a:gd name="connsiteY7" fmla="*/ 27800 h 38029"/>
                      <a:gd name="connsiteX8" fmla="*/ 653 w 21707"/>
                      <a:gd name="connsiteY8" fmla="*/ 24742 h 38029"/>
                      <a:gd name="connsiteX9" fmla="*/ 1539 w 21707"/>
                      <a:gd name="connsiteY9" fmla="*/ 21461 h 38029"/>
                      <a:gd name="connsiteX10" fmla="*/ 3446 w 21707"/>
                      <a:gd name="connsiteY10" fmla="*/ 16186 h 38029"/>
                      <a:gd name="connsiteX11" fmla="*/ 11248 w 21707"/>
                      <a:gd name="connsiteY11" fmla="*/ 4394 h 38029"/>
                      <a:gd name="connsiteX12" fmla="*/ 21178 w 21707"/>
                      <a:gd name="connsiteY12" fmla="*/ 714 h 38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1707" h="38029">
                        <a:moveTo>
                          <a:pt x="21178" y="714"/>
                        </a:moveTo>
                        <a:cubicBezTo>
                          <a:pt x="22730" y="2532"/>
                          <a:pt x="20557" y="6034"/>
                          <a:pt x="18695" y="9802"/>
                        </a:cubicBezTo>
                        <a:cubicBezTo>
                          <a:pt x="16745" y="13482"/>
                          <a:pt x="15193" y="17826"/>
                          <a:pt x="14218" y="20353"/>
                        </a:cubicBezTo>
                        <a:cubicBezTo>
                          <a:pt x="13730" y="21550"/>
                          <a:pt x="13065" y="23234"/>
                          <a:pt x="12223" y="25096"/>
                        </a:cubicBezTo>
                        <a:cubicBezTo>
                          <a:pt x="11780" y="26027"/>
                          <a:pt x="11336" y="27003"/>
                          <a:pt x="10849" y="28022"/>
                        </a:cubicBezTo>
                        <a:cubicBezTo>
                          <a:pt x="10317" y="29086"/>
                          <a:pt x="9741" y="30194"/>
                          <a:pt x="9209" y="31303"/>
                        </a:cubicBezTo>
                        <a:cubicBezTo>
                          <a:pt x="6637" y="36489"/>
                          <a:pt x="3978" y="39415"/>
                          <a:pt x="1983" y="37376"/>
                        </a:cubicBezTo>
                        <a:cubicBezTo>
                          <a:pt x="-12" y="35292"/>
                          <a:pt x="-189" y="31170"/>
                          <a:pt x="121" y="27800"/>
                        </a:cubicBezTo>
                        <a:cubicBezTo>
                          <a:pt x="165" y="27047"/>
                          <a:pt x="387" y="25894"/>
                          <a:pt x="653" y="24742"/>
                        </a:cubicBezTo>
                        <a:cubicBezTo>
                          <a:pt x="919" y="23633"/>
                          <a:pt x="1229" y="22481"/>
                          <a:pt x="1539" y="21461"/>
                        </a:cubicBezTo>
                        <a:cubicBezTo>
                          <a:pt x="2160" y="19333"/>
                          <a:pt x="2869" y="17471"/>
                          <a:pt x="3446" y="16186"/>
                        </a:cubicBezTo>
                        <a:cubicBezTo>
                          <a:pt x="4510" y="13748"/>
                          <a:pt x="7169" y="8118"/>
                          <a:pt x="11248" y="4394"/>
                        </a:cubicBezTo>
                        <a:cubicBezTo>
                          <a:pt x="15282" y="581"/>
                          <a:pt x="19671" y="-1059"/>
                          <a:pt x="21178" y="71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14" name="Forme libre : forme 23613">
                    <a:extLst>
                      <a:ext uri="{FF2B5EF4-FFF2-40B4-BE49-F238E27FC236}">
                        <a16:creationId xmlns:a16="http://schemas.microsoft.com/office/drawing/2014/main" id="{E881B4E6-B6AA-47E7-BA80-2613C39EFC7D}"/>
                      </a:ext>
                    </a:extLst>
                  </p:cNvPr>
                  <p:cNvSpPr/>
                  <p:nvPr/>
                </p:nvSpPr>
                <p:spPr>
                  <a:xfrm>
                    <a:off x="5210858" y="1205935"/>
                    <a:ext cx="16875" cy="25156"/>
                  </a:xfrm>
                  <a:custGeom>
                    <a:avLst/>
                    <a:gdLst>
                      <a:gd name="connsiteX0" fmla="*/ 118 w 16875"/>
                      <a:gd name="connsiteY0" fmla="*/ 14452 h 25156"/>
                      <a:gd name="connsiteX1" fmla="*/ 1714 w 16875"/>
                      <a:gd name="connsiteY1" fmla="*/ 24825 h 25156"/>
                      <a:gd name="connsiteX2" fmla="*/ 8984 w 16875"/>
                      <a:gd name="connsiteY2" fmla="*/ 18530 h 25156"/>
                      <a:gd name="connsiteX3" fmla="*/ 10580 w 16875"/>
                      <a:gd name="connsiteY3" fmla="*/ 15383 h 25156"/>
                      <a:gd name="connsiteX4" fmla="*/ 11910 w 16875"/>
                      <a:gd name="connsiteY4" fmla="*/ 12546 h 25156"/>
                      <a:gd name="connsiteX5" fmla="*/ 14127 w 16875"/>
                      <a:gd name="connsiteY5" fmla="*/ 7403 h 25156"/>
                      <a:gd name="connsiteX6" fmla="*/ 16876 w 16875"/>
                      <a:gd name="connsiteY6" fmla="*/ 0 h 25156"/>
                      <a:gd name="connsiteX7" fmla="*/ 14615 w 16875"/>
                      <a:gd name="connsiteY7" fmla="*/ 3502 h 25156"/>
                      <a:gd name="connsiteX8" fmla="*/ 118 w 16875"/>
                      <a:gd name="connsiteY8" fmla="*/ 14452 h 25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875" h="25156">
                        <a:moveTo>
                          <a:pt x="118" y="14452"/>
                        </a:moveTo>
                        <a:cubicBezTo>
                          <a:pt x="384" y="16535"/>
                          <a:pt x="-990" y="22919"/>
                          <a:pt x="1714" y="24825"/>
                        </a:cubicBezTo>
                        <a:cubicBezTo>
                          <a:pt x="3931" y="26155"/>
                          <a:pt x="6502" y="23362"/>
                          <a:pt x="8984" y="18530"/>
                        </a:cubicBezTo>
                        <a:cubicBezTo>
                          <a:pt x="9517" y="17466"/>
                          <a:pt x="10049" y="16403"/>
                          <a:pt x="10580" y="15383"/>
                        </a:cubicBezTo>
                        <a:cubicBezTo>
                          <a:pt x="11024" y="14408"/>
                          <a:pt x="11467" y="13477"/>
                          <a:pt x="11910" y="12546"/>
                        </a:cubicBezTo>
                        <a:cubicBezTo>
                          <a:pt x="12708" y="10684"/>
                          <a:pt x="13462" y="8911"/>
                          <a:pt x="14127" y="7403"/>
                        </a:cubicBezTo>
                        <a:cubicBezTo>
                          <a:pt x="14748" y="5763"/>
                          <a:pt x="16122" y="2039"/>
                          <a:pt x="16876" y="0"/>
                        </a:cubicBezTo>
                        <a:cubicBezTo>
                          <a:pt x="16255" y="931"/>
                          <a:pt x="15324" y="2571"/>
                          <a:pt x="14615" y="3502"/>
                        </a:cubicBezTo>
                        <a:cubicBezTo>
                          <a:pt x="10359" y="8423"/>
                          <a:pt x="5571" y="16048"/>
                          <a:pt x="118" y="1445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15" name="Forme libre : forme 23614">
                    <a:extLst>
                      <a:ext uri="{FF2B5EF4-FFF2-40B4-BE49-F238E27FC236}">
                        <a16:creationId xmlns:a16="http://schemas.microsoft.com/office/drawing/2014/main" id="{AA9CBF90-A0AD-4D18-8FD0-AB669A2096CA}"/>
                      </a:ext>
                    </a:extLst>
                  </p:cNvPr>
                  <p:cNvSpPr/>
                  <p:nvPr/>
                </p:nvSpPr>
                <p:spPr>
                  <a:xfrm>
                    <a:off x="5212327" y="1192364"/>
                    <a:ext cx="22174" cy="37368"/>
                  </a:xfrm>
                  <a:custGeom>
                    <a:avLst/>
                    <a:gdLst>
                      <a:gd name="connsiteX0" fmla="*/ 21967 w 22174"/>
                      <a:gd name="connsiteY0" fmla="*/ 1113 h 37368"/>
                      <a:gd name="connsiteX1" fmla="*/ 18864 w 22174"/>
                      <a:gd name="connsiteY1" fmla="*/ 10290 h 37368"/>
                      <a:gd name="connsiteX2" fmla="*/ 14475 w 22174"/>
                      <a:gd name="connsiteY2" fmla="*/ 20043 h 37368"/>
                      <a:gd name="connsiteX3" fmla="*/ 9599 w 22174"/>
                      <a:gd name="connsiteY3" fmla="*/ 30283 h 37368"/>
                      <a:gd name="connsiteX4" fmla="*/ 7693 w 22174"/>
                      <a:gd name="connsiteY4" fmla="*/ 33519 h 37368"/>
                      <a:gd name="connsiteX5" fmla="*/ 5698 w 22174"/>
                      <a:gd name="connsiteY5" fmla="*/ 36090 h 37368"/>
                      <a:gd name="connsiteX6" fmla="*/ 2063 w 22174"/>
                      <a:gd name="connsiteY6" fmla="*/ 36977 h 37368"/>
                      <a:gd name="connsiteX7" fmla="*/ 157 w 22174"/>
                      <a:gd name="connsiteY7" fmla="*/ 32943 h 37368"/>
                      <a:gd name="connsiteX8" fmla="*/ 245 w 22174"/>
                      <a:gd name="connsiteY8" fmla="*/ 27269 h 37368"/>
                      <a:gd name="connsiteX9" fmla="*/ 3836 w 22174"/>
                      <a:gd name="connsiteY9" fmla="*/ 15432 h 37368"/>
                      <a:gd name="connsiteX10" fmla="*/ 12259 w 22174"/>
                      <a:gd name="connsiteY10" fmla="*/ 3773 h 37368"/>
                      <a:gd name="connsiteX11" fmla="*/ 21967 w 22174"/>
                      <a:gd name="connsiteY11" fmla="*/ 1113 h 37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174" h="37368">
                        <a:moveTo>
                          <a:pt x="21967" y="1113"/>
                        </a:moveTo>
                        <a:cubicBezTo>
                          <a:pt x="22854" y="3374"/>
                          <a:pt x="20726" y="6832"/>
                          <a:pt x="18864" y="10290"/>
                        </a:cubicBezTo>
                        <a:cubicBezTo>
                          <a:pt x="17002" y="13748"/>
                          <a:pt x="15451" y="17516"/>
                          <a:pt x="14475" y="20043"/>
                        </a:cubicBezTo>
                        <a:cubicBezTo>
                          <a:pt x="13500" y="22436"/>
                          <a:pt x="11727" y="26648"/>
                          <a:pt x="9599" y="30283"/>
                        </a:cubicBezTo>
                        <a:cubicBezTo>
                          <a:pt x="9111" y="30992"/>
                          <a:pt x="8313" y="32544"/>
                          <a:pt x="7693" y="33519"/>
                        </a:cubicBezTo>
                        <a:cubicBezTo>
                          <a:pt x="7028" y="34583"/>
                          <a:pt x="6363" y="35425"/>
                          <a:pt x="5698" y="36090"/>
                        </a:cubicBezTo>
                        <a:cubicBezTo>
                          <a:pt x="4412" y="37376"/>
                          <a:pt x="3171" y="37731"/>
                          <a:pt x="2063" y="36977"/>
                        </a:cubicBezTo>
                        <a:cubicBezTo>
                          <a:pt x="955" y="36223"/>
                          <a:pt x="423" y="34672"/>
                          <a:pt x="157" y="32943"/>
                        </a:cubicBezTo>
                        <a:cubicBezTo>
                          <a:pt x="-65" y="31125"/>
                          <a:pt x="-65" y="29441"/>
                          <a:pt x="245" y="27269"/>
                        </a:cubicBezTo>
                        <a:cubicBezTo>
                          <a:pt x="955" y="22791"/>
                          <a:pt x="2728" y="17782"/>
                          <a:pt x="3836" y="15432"/>
                        </a:cubicBezTo>
                        <a:cubicBezTo>
                          <a:pt x="4767" y="13171"/>
                          <a:pt x="7870" y="7275"/>
                          <a:pt x="12259" y="3773"/>
                        </a:cubicBezTo>
                        <a:cubicBezTo>
                          <a:pt x="16603" y="182"/>
                          <a:pt x="21081" y="-1148"/>
                          <a:pt x="21967" y="111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16" name="Forme libre : forme 23615">
                    <a:extLst>
                      <a:ext uri="{FF2B5EF4-FFF2-40B4-BE49-F238E27FC236}">
                        <a16:creationId xmlns:a16="http://schemas.microsoft.com/office/drawing/2014/main" id="{0C426B1C-2EEB-46F4-B60D-2249684D21FC}"/>
                      </a:ext>
                    </a:extLst>
                  </p:cNvPr>
                  <p:cNvSpPr/>
                  <p:nvPr/>
                </p:nvSpPr>
                <p:spPr>
                  <a:xfrm>
                    <a:off x="5202420" y="1204234"/>
                    <a:ext cx="30049" cy="46145"/>
                  </a:xfrm>
                  <a:custGeom>
                    <a:avLst/>
                    <a:gdLst>
                      <a:gd name="connsiteX0" fmla="*/ 887 w 30049"/>
                      <a:gd name="connsiteY0" fmla="*/ 43727 h 46145"/>
                      <a:gd name="connsiteX1" fmla="*/ 6517 w 30049"/>
                      <a:gd name="connsiteY1" fmla="*/ 45943 h 46145"/>
                      <a:gd name="connsiteX2" fmla="*/ 15073 w 30049"/>
                      <a:gd name="connsiteY2" fmla="*/ 42219 h 46145"/>
                      <a:gd name="connsiteX3" fmla="*/ 23806 w 30049"/>
                      <a:gd name="connsiteY3" fmla="*/ 28787 h 46145"/>
                      <a:gd name="connsiteX4" fmla="*/ 25535 w 30049"/>
                      <a:gd name="connsiteY4" fmla="*/ 24443 h 46145"/>
                      <a:gd name="connsiteX5" fmla="*/ 26909 w 30049"/>
                      <a:gd name="connsiteY5" fmla="*/ 20763 h 46145"/>
                      <a:gd name="connsiteX6" fmla="*/ 28461 w 30049"/>
                      <a:gd name="connsiteY6" fmla="*/ 16064 h 46145"/>
                      <a:gd name="connsiteX7" fmla="*/ 30012 w 30049"/>
                      <a:gd name="connsiteY7" fmla="*/ 8085 h 46145"/>
                      <a:gd name="connsiteX8" fmla="*/ 27352 w 30049"/>
                      <a:gd name="connsiteY8" fmla="*/ 105 h 46145"/>
                      <a:gd name="connsiteX9" fmla="*/ 22121 w 30049"/>
                      <a:gd name="connsiteY9" fmla="*/ 3474 h 46145"/>
                      <a:gd name="connsiteX10" fmla="*/ 9841 w 30049"/>
                      <a:gd name="connsiteY10" fmla="*/ 17350 h 46145"/>
                      <a:gd name="connsiteX11" fmla="*/ 4344 w 30049"/>
                      <a:gd name="connsiteY11" fmla="*/ 20409 h 46145"/>
                      <a:gd name="connsiteX12" fmla="*/ 1197 w 30049"/>
                      <a:gd name="connsiteY12" fmla="*/ 23866 h 46145"/>
                      <a:gd name="connsiteX13" fmla="*/ 222 w 30049"/>
                      <a:gd name="connsiteY13" fmla="*/ 33220 h 46145"/>
                      <a:gd name="connsiteX14" fmla="*/ 0 w 30049"/>
                      <a:gd name="connsiteY14" fmla="*/ 39028 h 46145"/>
                      <a:gd name="connsiteX15" fmla="*/ 222 w 30049"/>
                      <a:gd name="connsiteY15" fmla="*/ 41820 h 46145"/>
                      <a:gd name="connsiteX16" fmla="*/ 488 w 30049"/>
                      <a:gd name="connsiteY16" fmla="*/ 43106 h 46145"/>
                      <a:gd name="connsiteX17" fmla="*/ 887 w 30049"/>
                      <a:gd name="connsiteY17" fmla="*/ 43727 h 46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0049" h="46145">
                        <a:moveTo>
                          <a:pt x="887" y="43727"/>
                        </a:moveTo>
                        <a:cubicBezTo>
                          <a:pt x="2350" y="46032"/>
                          <a:pt x="3591" y="46475"/>
                          <a:pt x="6517" y="45943"/>
                        </a:cubicBezTo>
                        <a:cubicBezTo>
                          <a:pt x="9354" y="45455"/>
                          <a:pt x="12102" y="44658"/>
                          <a:pt x="15073" y="42219"/>
                        </a:cubicBezTo>
                        <a:cubicBezTo>
                          <a:pt x="18087" y="39914"/>
                          <a:pt x="20924" y="35437"/>
                          <a:pt x="23806" y="28787"/>
                        </a:cubicBezTo>
                        <a:cubicBezTo>
                          <a:pt x="24382" y="27324"/>
                          <a:pt x="24958" y="25906"/>
                          <a:pt x="25535" y="24443"/>
                        </a:cubicBezTo>
                        <a:lnTo>
                          <a:pt x="26909" y="20763"/>
                        </a:lnTo>
                        <a:cubicBezTo>
                          <a:pt x="27485" y="19123"/>
                          <a:pt x="28017" y="17660"/>
                          <a:pt x="28461" y="16064"/>
                        </a:cubicBezTo>
                        <a:cubicBezTo>
                          <a:pt x="29347" y="13138"/>
                          <a:pt x="29835" y="10257"/>
                          <a:pt x="30012" y="8085"/>
                        </a:cubicBezTo>
                        <a:cubicBezTo>
                          <a:pt x="30145" y="4893"/>
                          <a:pt x="30056" y="1213"/>
                          <a:pt x="27352" y="105"/>
                        </a:cubicBezTo>
                        <a:cubicBezTo>
                          <a:pt x="25623" y="-516"/>
                          <a:pt x="23894" y="1745"/>
                          <a:pt x="22121" y="3474"/>
                        </a:cubicBezTo>
                        <a:cubicBezTo>
                          <a:pt x="17954" y="7597"/>
                          <a:pt x="14541" y="13094"/>
                          <a:pt x="9841" y="17350"/>
                        </a:cubicBezTo>
                        <a:cubicBezTo>
                          <a:pt x="7935" y="18901"/>
                          <a:pt x="5896" y="19744"/>
                          <a:pt x="4344" y="20409"/>
                        </a:cubicBezTo>
                        <a:cubicBezTo>
                          <a:pt x="2748" y="21118"/>
                          <a:pt x="1729" y="21561"/>
                          <a:pt x="1197" y="23866"/>
                        </a:cubicBezTo>
                        <a:cubicBezTo>
                          <a:pt x="754" y="25906"/>
                          <a:pt x="532" y="29319"/>
                          <a:pt x="222" y="33220"/>
                        </a:cubicBezTo>
                        <a:cubicBezTo>
                          <a:pt x="44" y="35082"/>
                          <a:pt x="0" y="37210"/>
                          <a:pt x="0" y="39028"/>
                        </a:cubicBezTo>
                        <a:cubicBezTo>
                          <a:pt x="0" y="39959"/>
                          <a:pt x="89" y="40889"/>
                          <a:pt x="222" y="41820"/>
                        </a:cubicBezTo>
                        <a:cubicBezTo>
                          <a:pt x="310" y="42264"/>
                          <a:pt x="399" y="42796"/>
                          <a:pt x="488" y="43106"/>
                        </a:cubicBezTo>
                        <a:cubicBezTo>
                          <a:pt x="621" y="43283"/>
                          <a:pt x="754" y="43505"/>
                          <a:pt x="887" y="4372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17" name="Forme libre : forme 23616">
                    <a:extLst>
                      <a:ext uri="{FF2B5EF4-FFF2-40B4-BE49-F238E27FC236}">
                        <a16:creationId xmlns:a16="http://schemas.microsoft.com/office/drawing/2014/main" id="{2AE30D77-2FAF-47AF-B4EC-A2979F42A2BE}"/>
                      </a:ext>
                    </a:extLst>
                  </p:cNvPr>
                  <p:cNvSpPr/>
                  <p:nvPr/>
                </p:nvSpPr>
                <p:spPr>
                  <a:xfrm>
                    <a:off x="5205768" y="1219794"/>
                    <a:ext cx="3948" cy="14356"/>
                  </a:xfrm>
                  <a:custGeom>
                    <a:avLst/>
                    <a:gdLst>
                      <a:gd name="connsiteX0" fmla="*/ 332 w 3948"/>
                      <a:gd name="connsiteY0" fmla="*/ 11010 h 14356"/>
                      <a:gd name="connsiteX1" fmla="*/ 642 w 3948"/>
                      <a:gd name="connsiteY1" fmla="*/ 13581 h 14356"/>
                      <a:gd name="connsiteX2" fmla="*/ 1706 w 3948"/>
                      <a:gd name="connsiteY2" fmla="*/ 14069 h 14356"/>
                      <a:gd name="connsiteX3" fmla="*/ 2682 w 3948"/>
                      <a:gd name="connsiteY3" fmla="*/ 11719 h 14356"/>
                      <a:gd name="connsiteX4" fmla="*/ 3879 w 3948"/>
                      <a:gd name="connsiteY4" fmla="*/ 5070 h 14356"/>
                      <a:gd name="connsiteX5" fmla="*/ 3879 w 3948"/>
                      <a:gd name="connsiteY5" fmla="*/ 2676 h 14356"/>
                      <a:gd name="connsiteX6" fmla="*/ 155 w 3948"/>
                      <a:gd name="connsiteY6" fmla="*/ 1479 h 14356"/>
                      <a:gd name="connsiteX7" fmla="*/ 332 w 3948"/>
                      <a:gd name="connsiteY7" fmla="*/ 11010 h 14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48" h="14356">
                        <a:moveTo>
                          <a:pt x="332" y="11010"/>
                        </a:moveTo>
                        <a:cubicBezTo>
                          <a:pt x="376" y="11941"/>
                          <a:pt x="376" y="12694"/>
                          <a:pt x="642" y="13581"/>
                        </a:cubicBezTo>
                        <a:cubicBezTo>
                          <a:pt x="909" y="14512"/>
                          <a:pt x="1352" y="14512"/>
                          <a:pt x="1706" y="14069"/>
                        </a:cubicBezTo>
                        <a:cubicBezTo>
                          <a:pt x="2105" y="13625"/>
                          <a:pt x="2460" y="12561"/>
                          <a:pt x="2682" y="11719"/>
                        </a:cubicBezTo>
                        <a:cubicBezTo>
                          <a:pt x="3258" y="9503"/>
                          <a:pt x="3701" y="7153"/>
                          <a:pt x="3879" y="5070"/>
                        </a:cubicBezTo>
                        <a:cubicBezTo>
                          <a:pt x="3923" y="4227"/>
                          <a:pt x="4012" y="3429"/>
                          <a:pt x="3879" y="2676"/>
                        </a:cubicBezTo>
                        <a:cubicBezTo>
                          <a:pt x="3169" y="-383"/>
                          <a:pt x="598" y="-871"/>
                          <a:pt x="155" y="1479"/>
                        </a:cubicBezTo>
                        <a:cubicBezTo>
                          <a:pt x="-244" y="3341"/>
                          <a:pt x="243" y="7020"/>
                          <a:pt x="332" y="1101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18" name="Forme libre : forme 23617">
                    <a:extLst>
                      <a:ext uri="{FF2B5EF4-FFF2-40B4-BE49-F238E27FC236}">
                        <a16:creationId xmlns:a16="http://schemas.microsoft.com/office/drawing/2014/main" id="{80CF63D1-CACE-416B-A282-B2444C41FBB4}"/>
                      </a:ext>
                    </a:extLst>
                  </p:cNvPr>
                  <p:cNvSpPr/>
                  <p:nvPr/>
                </p:nvSpPr>
                <p:spPr>
                  <a:xfrm>
                    <a:off x="5237265" y="1187050"/>
                    <a:ext cx="8277" cy="24116"/>
                  </a:xfrm>
                  <a:custGeom>
                    <a:avLst/>
                    <a:gdLst>
                      <a:gd name="connsiteX0" fmla="*/ 8157 w 8277"/>
                      <a:gd name="connsiteY0" fmla="*/ 0 h 24116"/>
                      <a:gd name="connsiteX1" fmla="*/ 3768 w 8277"/>
                      <a:gd name="connsiteY1" fmla="*/ 13388 h 24116"/>
                      <a:gd name="connsiteX2" fmla="*/ 0 w 8277"/>
                      <a:gd name="connsiteY2" fmla="*/ 24116 h 24116"/>
                      <a:gd name="connsiteX3" fmla="*/ 2748 w 8277"/>
                      <a:gd name="connsiteY3" fmla="*/ 13255 h 24116"/>
                      <a:gd name="connsiteX4" fmla="*/ 8157 w 8277"/>
                      <a:gd name="connsiteY4" fmla="*/ 0 h 24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77" h="24116">
                        <a:moveTo>
                          <a:pt x="8157" y="0"/>
                        </a:moveTo>
                        <a:cubicBezTo>
                          <a:pt x="8910" y="3857"/>
                          <a:pt x="5985" y="9088"/>
                          <a:pt x="3768" y="13388"/>
                        </a:cubicBezTo>
                        <a:cubicBezTo>
                          <a:pt x="1418" y="17777"/>
                          <a:pt x="266" y="21456"/>
                          <a:pt x="0" y="24116"/>
                        </a:cubicBezTo>
                        <a:cubicBezTo>
                          <a:pt x="266" y="21190"/>
                          <a:pt x="1020" y="17555"/>
                          <a:pt x="2748" y="13255"/>
                        </a:cubicBezTo>
                        <a:cubicBezTo>
                          <a:pt x="4477" y="9044"/>
                          <a:pt x="7049" y="4344"/>
                          <a:pt x="815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19" name="Forme libre : forme 23618">
                    <a:extLst>
                      <a:ext uri="{FF2B5EF4-FFF2-40B4-BE49-F238E27FC236}">
                        <a16:creationId xmlns:a16="http://schemas.microsoft.com/office/drawing/2014/main" id="{DB6447B3-DBF6-46BF-8180-53C8810474CA}"/>
                      </a:ext>
                    </a:extLst>
                  </p:cNvPr>
                  <p:cNvSpPr/>
                  <p:nvPr/>
                </p:nvSpPr>
                <p:spPr>
                  <a:xfrm>
                    <a:off x="5195505" y="1216929"/>
                    <a:ext cx="5370" cy="20480"/>
                  </a:xfrm>
                  <a:custGeom>
                    <a:avLst/>
                    <a:gdLst>
                      <a:gd name="connsiteX0" fmla="*/ 3813 w 5370"/>
                      <a:gd name="connsiteY0" fmla="*/ 0 h 20480"/>
                      <a:gd name="connsiteX1" fmla="*/ 5054 w 5370"/>
                      <a:gd name="connsiteY1" fmla="*/ 7625 h 20480"/>
                      <a:gd name="connsiteX2" fmla="*/ 3680 w 5370"/>
                      <a:gd name="connsiteY2" fmla="*/ 14940 h 20480"/>
                      <a:gd name="connsiteX3" fmla="*/ 0 w 5370"/>
                      <a:gd name="connsiteY3" fmla="*/ 20481 h 20480"/>
                      <a:gd name="connsiteX4" fmla="*/ 3680 w 5370"/>
                      <a:gd name="connsiteY4" fmla="*/ 15294 h 20480"/>
                      <a:gd name="connsiteX5" fmla="*/ 5364 w 5370"/>
                      <a:gd name="connsiteY5" fmla="*/ 8334 h 20480"/>
                      <a:gd name="connsiteX6" fmla="*/ 3813 w 5370"/>
                      <a:gd name="connsiteY6" fmla="*/ 0 h 20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70" h="20480">
                        <a:moveTo>
                          <a:pt x="3813" y="0"/>
                        </a:moveTo>
                        <a:cubicBezTo>
                          <a:pt x="3990" y="709"/>
                          <a:pt x="4965" y="2970"/>
                          <a:pt x="5054" y="7625"/>
                        </a:cubicBezTo>
                        <a:cubicBezTo>
                          <a:pt x="5098" y="9886"/>
                          <a:pt x="4699" y="12767"/>
                          <a:pt x="3680" y="14940"/>
                        </a:cubicBezTo>
                        <a:cubicBezTo>
                          <a:pt x="2748" y="17067"/>
                          <a:pt x="1374" y="19062"/>
                          <a:pt x="0" y="20481"/>
                        </a:cubicBezTo>
                        <a:cubicBezTo>
                          <a:pt x="1286" y="18974"/>
                          <a:pt x="2660" y="17200"/>
                          <a:pt x="3680" y="15294"/>
                        </a:cubicBezTo>
                        <a:cubicBezTo>
                          <a:pt x="4788" y="13344"/>
                          <a:pt x="5320" y="10551"/>
                          <a:pt x="5364" y="8334"/>
                        </a:cubicBezTo>
                        <a:cubicBezTo>
                          <a:pt x="5453" y="3768"/>
                          <a:pt x="4566" y="1197"/>
                          <a:pt x="381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20" name="Forme libre : forme 23619">
                    <a:extLst>
                      <a:ext uri="{FF2B5EF4-FFF2-40B4-BE49-F238E27FC236}">
                        <a16:creationId xmlns:a16="http://schemas.microsoft.com/office/drawing/2014/main" id="{73C88286-3FDC-43B2-B281-9742FEA14B60}"/>
                      </a:ext>
                    </a:extLst>
                  </p:cNvPr>
                  <p:cNvSpPr/>
                  <p:nvPr/>
                </p:nvSpPr>
                <p:spPr>
                  <a:xfrm>
                    <a:off x="5214719" y="1199450"/>
                    <a:ext cx="9337" cy="13886"/>
                  </a:xfrm>
                  <a:custGeom>
                    <a:avLst/>
                    <a:gdLst>
                      <a:gd name="connsiteX0" fmla="*/ 9246 w 9337"/>
                      <a:gd name="connsiteY0" fmla="*/ 411 h 13886"/>
                      <a:gd name="connsiteX1" fmla="*/ 7739 w 9337"/>
                      <a:gd name="connsiteY1" fmla="*/ 4578 h 13886"/>
                      <a:gd name="connsiteX2" fmla="*/ 5168 w 9337"/>
                      <a:gd name="connsiteY2" fmla="*/ 8789 h 13886"/>
                      <a:gd name="connsiteX3" fmla="*/ 291 w 9337"/>
                      <a:gd name="connsiteY3" fmla="*/ 13533 h 13886"/>
                      <a:gd name="connsiteX4" fmla="*/ 3261 w 9337"/>
                      <a:gd name="connsiteY4" fmla="*/ 4977 h 13886"/>
                      <a:gd name="connsiteX5" fmla="*/ 6365 w 9337"/>
                      <a:gd name="connsiteY5" fmla="*/ 1297 h 13886"/>
                      <a:gd name="connsiteX6" fmla="*/ 9246 w 9337"/>
                      <a:gd name="connsiteY6" fmla="*/ 411 h 13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337" h="13886">
                        <a:moveTo>
                          <a:pt x="9246" y="411"/>
                        </a:moveTo>
                        <a:cubicBezTo>
                          <a:pt x="9645" y="1386"/>
                          <a:pt x="8670" y="2893"/>
                          <a:pt x="7739" y="4578"/>
                        </a:cubicBezTo>
                        <a:cubicBezTo>
                          <a:pt x="6764" y="6218"/>
                          <a:pt x="5699" y="7947"/>
                          <a:pt x="5168" y="8789"/>
                        </a:cubicBezTo>
                        <a:cubicBezTo>
                          <a:pt x="4148" y="10430"/>
                          <a:pt x="1444" y="15217"/>
                          <a:pt x="291" y="13533"/>
                        </a:cubicBezTo>
                        <a:cubicBezTo>
                          <a:pt x="-950" y="11848"/>
                          <a:pt x="2109" y="6573"/>
                          <a:pt x="3261" y="4977"/>
                        </a:cubicBezTo>
                        <a:cubicBezTo>
                          <a:pt x="3749" y="4179"/>
                          <a:pt x="5079" y="2450"/>
                          <a:pt x="6365" y="1297"/>
                        </a:cubicBezTo>
                        <a:cubicBezTo>
                          <a:pt x="7694" y="189"/>
                          <a:pt x="8936" y="-476"/>
                          <a:pt x="9246" y="41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21" name="Forme libre : forme 23620">
                    <a:extLst>
                      <a:ext uri="{FF2B5EF4-FFF2-40B4-BE49-F238E27FC236}">
                        <a16:creationId xmlns:a16="http://schemas.microsoft.com/office/drawing/2014/main" id="{61C0812F-4CD9-480D-82A1-FD147A252BEE}"/>
                      </a:ext>
                    </a:extLst>
                  </p:cNvPr>
                  <p:cNvSpPr/>
                  <p:nvPr/>
                </p:nvSpPr>
                <p:spPr>
                  <a:xfrm>
                    <a:off x="5222215" y="1197639"/>
                    <a:ext cx="3192" cy="3712"/>
                  </a:xfrm>
                  <a:custGeom>
                    <a:avLst/>
                    <a:gdLst>
                      <a:gd name="connsiteX0" fmla="*/ 2991 w 3192"/>
                      <a:gd name="connsiteY0" fmla="*/ 50 h 3712"/>
                      <a:gd name="connsiteX1" fmla="*/ 2282 w 3192"/>
                      <a:gd name="connsiteY1" fmla="*/ 2134 h 3712"/>
                      <a:gd name="connsiteX2" fmla="*/ 243 w 3192"/>
                      <a:gd name="connsiteY2" fmla="*/ 3686 h 3712"/>
                      <a:gd name="connsiteX3" fmla="*/ 819 w 3192"/>
                      <a:gd name="connsiteY3" fmla="*/ 1558 h 3712"/>
                      <a:gd name="connsiteX4" fmla="*/ 2991 w 3192"/>
                      <a:gd name="connsiteY4" fmla="*/ 50 h 3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2" h="3712">
                        <a:moveTo>
                          <a:pt x="2991" y="50"/>
                        </a:moveTo>
                        <a:cubicBezTo>
                          <a:pt x="3567" y="361"/>
                          <a:pt x="2769" y="1558"/>
                          <a:pt x="2282" y="2134"/>
                        </a:cubicBezTo>
                        <a:cubicBezTo>
                          <a:pt x="1794" y="2710"/>
                          <a:pt x="863" y="3907"/>
                          <a:pt x="243" y="3686"/>
                        </a:cubicBezTo>
                        <a:cubicBezTo>
                          <a:pt x="-378" y="3464"/>
                          <a:pt x="331" y="2178"/>
                          <a:pt x="819" y="1558"/>
                        </a:cubicBezTo>
                        <a:cubicBezTo>
                          <a:pt x="1307" y="937"/>
                          <a:pt x="2415" y="-260"/>
                          <a:pt x="2991" y="5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22" name="Forme libre : forme 23621">
                    <a:extLst>
                      <a:ext uri="{FF2B5EF4-FFF2-40B4-BE49-F238E27FC236}">
                        <a16:creationId xmlns:a16="http://schemas.microsoft.com/office/drawing/2014/main" id="{181820CF-8B74-4739-96E8-9AD9858246B7}"/>
                      </a:ext>
                    </a:extLst>
                  </p:cNvPr>
                  <p:cNvSpPr/>
                  <p:nvPr/>
                </p:nvSpPr>
                <p:spPr>
                  <a:xfrm>
                    <a:off x="5205231" y="1184312"/>
                    <a:ext cx="36878" cy="25867"/>
                  </a:xfrm>
                  <a:custGeom>
                    <a:avLst/>
                    <a:gdLst>
                      <a:gd name="connsiteX0" fmla="*/ 24320 w 36878"/>
                      <a:gd name="connsiteY0" fmla="*/ 610 h 25867"/>
                      <a:gd name="connsiteX1" fmla="*/ 35979 w 36878"/>
                      <a:gd name="connsiteY1" fmla="*/ 787 h 25867"/>
                      <a:gd name="connsiteX2" fmla="*/ 35403 w 36878"/>
                      <a:gd name="connsiteY2" fmla="*/ 4555 h 25867"/>
                      <a:gd name="connsiteX3" fmla="*/ 30704 w 36878"/>
                      <a:gd name="connsiteY3" fmla="*/ 5885 h 25867"/>
                      <a:gd name="connsiteX4" fmla="*/ 15764 w 36878"/>
                      <a:gd name="connsiteY4" fmla="*/ 10983 h 25867"/>
                      <a:gd name="connsiteX5" fmla="*/ 7031 w 36878"/>
                      <a:gd name="connsiteY5" fmla="*/ 20382 h 25867"/>
                      <a:gd name="connsiteX6" fmla="*/ 426 w 36878"/>
                      <a:gd name="connsiteY6" fmla="*/ 25169 h 25867"/>
                      <a:gd name="connsiteX7" fmla="*/ 3130 w 36878"/>
                      <a:gd name="connsiteY7" fmla="*/ 14087 h 25867"/>
                      <a:gd name="connsiteX8" fmla="*/ 12838 w 36878"/>
                      <a:gd name="connsiteY8" fmla="*/ 3802 h 25867"/>
                      <a:gd name="connsiteX9" fmla="*/ 24320 w 36878"/>
                      <a:gd name="connsiteY9" fmla="*/ 610 h 25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6878" h="25867">
                        <a:moveTo>
                          <a:pt x="24320" y="610"/>
                        </a:moveTo>
                        <a:cubicBezTo>
                          <a:pt x="29197" y="-188"/>
                          <a:pt x="32255" y="-277"/>
                          <a:pt x="35979" y="787"/>
                        </a:cubicBezTo>
                        <a:cubicBezTo>
                          <a:pt x="37398" y="1186"/>
                          <a:pt x="37088" y="3314"/>
                          <a:pt x="35403" y="4555"/>
                        </a:cubicBezTo>
                        <a:cubicBezTo>
                          <a:pt x="33763" y="5752"/>
                          <a:pt x="32255" y="5797"/>
                          <a:pt x="30704" y="5885"/>
                        </a:cubicBezTo>
                        <a:cubicBezTo>
                          <a:pt x="25916" y="6196"/>
                          <a:pt x="20907" y="7570"/>
                          <a:pt x="15764" y="10983"/>
                        </a:cubicBezTo>
                        <a:cubicBezTo>
                          <a:pt x="14124" y="11870"/>
                          <a:pt x="9913" y="16392"/>
                          <a:pt x="7031" y="20382"/>
                        </a:cubicBezTo>
                        <a:cubicBezTo>
                          <a:pt x="4061" y="24238"/>
                          <a:pt x="1578" y="27297"/>
                          <a:pt x="426" y="25169"/>
                        </a:cubicBezTo>
                        <a:cubicBezTo>
                          <a:pt x="-682" y="22997"/>
                          <a:pt x="426" y="18697"/>
                          <a:pt x="3130" y="14087"/>
                        </a:cubicBezTo>
                        <a:cubicBezTo>
                          <a:pt x="5879" y="9254"/>
                          <a:pt x="10400" y="5220"/>
                          <a:pt x="12838" y="3802"/>
                        </a:cubicBezTo>
                        <a:cubicBezTo>
                          <a:pt x="17759" y="832"/>
                          <a:pt x="20641" y="1364"/>
                          <a:pt x="24320" y="61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585" name="Graphique 2">
                  <a:extLst>
                    <a:ext uri="{FF2B5EF4-FFF2-40B4-BE49-F238E27FC236}">
                      <a16:creationId xmlns:a16="http://schemas.microsoft.com/office/drawing/2014/main" id="{597F2334-C190-4B52-A9E4-74EB9433AA7E}"/>
                    </a:ext>
                  </a:extLst>
                </p:cNvPr>
                <p:cNvGrpSpPr/>
                <p:nvPr/>
              </p:nvGrpSpPr>
              <p:grpSpPr>
                <a:xfrm>
                  <a:off x="5241525" y="1125710"/>
                  <a:ext cx="78798" cy="59042"/>
                  <a:chOff x="5241525" y="1125710"/>
                  <a:chExt cx="78798" cy="59042"/>
                </a:xfrm>
                <a:solidFill>
                  <a:schemeClr val="accent1"/>
                </a:solidFill>
              </p:grpSpPr>
              <p:sp>
                <p:nvSpPr>
                  <p:cNvPr id="23599" name="Forme libre : forme 23598">
                    <a:extLst>
                      <a:ext uri="{FF2B5EF4-FFF2-40B4-BE49-F238E27FC236}">
                        <a16:creationId xmlns:a16="http://schemas.microsoft.com/office/drawing/2014/main" id="{629E43DD-D0A0-4686-B57D-176ACCB6F790}"/>
                      </a:ext>
                    </a:extLst>
                  </p:cNvPr>
                  <p:cNvSpPr/>
                  <p:nvPr/>
                </p:nvSpPr>
                <p:spPr>
                  <a:xfrm>
                    <a:off x="5241525" y="1125710"/>
                    <a:ext cx="78798" cy="58985"/>
                  </a:xfrm>
                  <a:custGeom>
                    <a:avLst/>
                    <a:gdLst>
                      <a:gd name="connsiteX0" fmla="*/ 60905 w 78798"/>
                      <a:gd name="connsiteY0" fmla="*/ 34741 h 58985"/>
                      <a:gd name="connsiteX1" fmla="*/ 36523 w 78798"/>
                      <a:gd name="connsiteY1" fmla="*/ 51055 h 58985"/>
                      <a:gd name="connsiteX2" fmla="*/ 21850 w 78798"/>
                      <a:gd name="connsiteY2" fmla="*/ 57261 h 58985"/>
                      <a:gd name="connsiteX3" fmla="*/ 18702 w 78798"/>
                      <a:gd name="connsiteY3" fmla="*/ 57660 h 58985"/>
                      <a:gd name="connsiteX4" fmla="*/ 15644 w 78798"/>
                      <a:gd name="connsiteY4" fmla="*/ 57705 h 58985"/>
                      <a:gd name="connsiteX5" fmla="*/ 12895 w 78798"/>
                      <a:gd name="connsiteY5" fmla="*/ 57261 h 58985"/>
                      <a:gd name="connsiteX6" fmla="*/ 8506 w 78798"/>
                      <a:gd name="connsiteY6" fmla="*/ 58902 h 58985"/>
                      <a:gd name="connsiteX7" fmla="*/ 881 w 78798"/>
                      <a:gd name="connsiteY7" fmla="*/ 52385 h 58985"/>
                      <a:gd name="connsiteX8" fmla="*/ 349 w 78798"/>
                      <a:gd name="connsiteY8" fmla="*/ 50966 h 58985"/>
                      <a:gd name="connsiteX9" fmla="*/ 83 w 78798"/>
                      <a:gd name="connsiteY9" fmla="*/ 49238 h 58985"/>
                      <a:gd name="connsiteX10" fmla="*/ 571 w 78798"/>
                      <a:gd name="connsiteY10" fmla="*/ 46578 h 58985"/>
                      <a:gd name="connsiteX11" fmla="*/ 1236 w 78798"/>
                      <a:gd name="connsiteY11" fmla="*/ 44095 h 58985"/>
                      <a:gd name="connsiteX12" fmla="*/ 2699 w 78798"/>
                      <a:gd name="connsiteY12" fmla="*/ 39839 h 58985"/>
                      <a:gd name="connsiteX13" fmla="*/ 4561 w 78798"/>
                      <a:gd name="connsiteY13" fmla="*/ 35983 h 58985"/>
                      <a:gd name="connsiteX14" fmla="*/ 16663 w 78798"/>
                      <a:gd name="connsiteY14" fmla="*/ 21974 h 58985"/>
                      <a:gd name="connsiteX15" fmla="*/ 41444 w 78798"/>
                      <a:gd name="connsiteY15" fmla="*/ 5483 h 58985"/>
                      <a:gd name="connsiteX16" fmla="*/ 73141 w 78798"/>
                      <a:gd name="connsiteY16" fmla="*/ 1936 h 58985"/>
                      <a:gd name="connsiteX17" fmla="*/ 78638 w 78798"/>
                      <a:gd name="connsiteY17" fmla="*/ 10049 h 58985"/>
                      <a:gd name="connsiteX18" fmla="*/ 60905 w 78798"/>
                      <a:gd name="connsiteY18" fmla="*/ 34741 h 58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78798" h="58985">
                        <a:moveTo>
                          <a:pt x="60905" y="34741"/>
                        </a:moveTo>
                        <a:cubicBezTo>
                          <a:pt x="55187" y="38775"/>
                          <a:pt x="42464" y="47198"/>
                          <a:pt x="36523" y="51055"/>
                        </a:cubicBezTo>
                        <a:cubicBezTo>
                          <a:pt x="30982" y="54602"/>
                          <a:pt x="26061" y="56508"/>
                          <a:pt x="21850" y="57261"/>
                        </a:cubicBezTo>
                        <a:cubicBezTo>
                          <a:pt x="20697" y="57483"/>
                          <a:pt x="19633" y="57616"/>
                          <a:pt x="18702" y="57660"/>
                        </a:cubicBezTo>
                        <a:cubicBezTo>
                          <a:pt x="17771" y="57705"/>
                          <a:pt x="16530" y="57793"/>
                          <a:pt x="15644" y="57705"/>
                        </a:cubicBezTo>
                        <a:cubicBezTo>
                          <a:pt x="14890" y="57527"/>
                          <a:pt x="14003" y="57217"/>
                          <a:pt x="12895" y="57261"/>
                        </a:cubicBezTo>
                        <a:cubicBezTo>
                          <a:pt x="11432" y="58015"/>
                          <a:pt x="10014" y="58636"/>
                          <a:pt x="8506" y="58902"/>
                        </a:cubicBezTo>
                        <a:cubicBezTo>
                          <a:pt x="4339" y="59655"/>
                          <a:pt x="1679" y="55134"/>
                          <a:pt x="881" y="52385"/>
                        </a:cubicBezTo>
                        <a:cubicBezTo>
                          <a:pt x="793" y="51897"/>
                          <a:pt x="527" y="51410"/>
                          <a:pt x="349" y="50966"/>
                        </a:cubicBezTo>
                        <a:cubicBezTo>
                          <a:pt x="128" y="50567"/>
                          <a:pt x="-138" y="50301"/>
                          <a:pt x="83" y="49238"/>
                        </a:cubicBezTo>
                        <a:cubicBezTo>
                          <a:pt x="216" y="48395"/>
                          <a:pt x="349" y="47509"/>
                          <a:pt x="571" y="46578"/>
                        </a:cubicBezTo>
                        <a:cubicBezTo>
                          <a:pt x="793" y="45735"/>
                          <a:pt x="1014" y="44893"/>
                          <a:pt x="1236" y="44095"/>
                        </a:cubicBezTo>
                        <a:cubicBezTo>
                          <a:pt x="1635" y="42721"/>
                          <a:pt x="2123" y="41302"/>
                          <a:pt x="2699" y="39839"/>
                        </a:cubicBezTo>
                        <a:cubicBezTo>
                          <a:pt x="3275" y="38421"/>
                          <a:pt x="3852" y="37268"/>
                          <a:pt x="4561" y="35983"/>
                        </a:cubicBezTo>
                        <a:cubicBezTo>
                          <a:pt x="7354" y="30884"/>
                          <a:pt x="11210" y="26407"/>
                          <a:pt x="16663" y="21974"/>
                        </a:cubicBezTo>
                        <a:cubicBezTo>
                          <a:pt x="22471" y="17186"/>
                          <a:pt x="34795" y="9118"/>
                          <a:pt x="41444" y="5483"/>
                        </a:cubicBezTo>
                        <a:cubicBezTo>
                          <a:pt x="53768" y="-1433"/>
                          <a:pt x="63166" y="-812"/>
                          <a:pt x="73141" y="1936"/>
                        </a:cubicBezTo>
                        <a:cubicBezTo>
                          <a:pt x="76599" y="2867"/>
                          <a:pt x="79524" y="6813"/>
                          <a:pt x="78638" y="10049"/>
                        </a:cubicBezTo>
                        <a:cubicBezTo>
                          <a:pt x="76022" y="19536"/>
                          <a:pt x="71545" y="27161"/>
                          <a:pt x="60905" y="3474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00" name="Forme libre : forme 23599">
                    <a:extLst>
                      <a:ext uri="{FF2B5EF4-FFF2-40B4-BE49-F238E27FC236}">
                        <a16:creationId xmlns:a16="http://schemas.microsoft.com/office/drawing/2014/main" id="{A36F45F1-D532-40B0-AF90-B71D60CBC2AA}"/>
                      </a:ext>
                    </a:extLst>
                  </p:cNvPr>
                  <p:cNvSpPr/>
                  <p:nvPr/>
                </p:nvSpPr>
                <p:spPr>
                  <a:xfrm>
                    <a:off x="5245643" y="1135581"/>
                    <a:ext cx="74520" cy="49171"/>
                  </a:xfrm>
                  <a:custGeom>
                    <a:avLst/>
                    <a:gdLst>
                      <a:gd name="connsiteX0" fmla="*/ 28815 w 74520"/>
                      <a:gd name="connsiteY0" fmla="*/ 28327 h 49171"/>
                      <a:gd name="connsiteX1" fmla="*/ 14097 w 74520"/>
                      <a:gd name="connsiteY1" fmla="*/ 39144 h 49171"/>
                      <a:gd name="connsiteX2" fmla="*/ 10462 w 74520"/>
                      <a:gd name="connsiteY2" fmla="*/ 41449 h 49171"/>
                      <a:gd name="connsiteX3" fmla="*/ 7004 w 74520"/>
                      <a:gd name="connsiteY3" fmla="*/ 43577 h 49171"/>
                      <a:gd name="connsiteX4" fmla="*/ 3813 w 74520"/>
                      <a:gd name="connsiteY4" fmla="*/ 45705 h 49171"/>
                      <a:gd name="connsiteX5" fmla="*/ 0 w 74520"/>
                      <a:gd name="connsiteY5" fmla="*/ 47789 h 49171"/>
                      <a:gd name="connsiteX6" fmla="*/ 4300 w 74520"/>
                      <a:gd name="connsiteY6" fmla="*/ 49074 h 49171"/>
                      <a:gd name="connsiteX7" fmla="*/ 7315 w 74520"/>
                      <a:gd name="connsiteY7" fmla="*/ 48099 h 49171"/>
                      <a:gd name="connsiteX8" fmla="*/ 8822 w 74520"/>
                      <a:gd name="connsiteY8" fmla="*/ 47345 h 49171"/>
                      <a:gd name="connsiteX9" fmla="*/ 9886 w 74520"/>
                      <a:gd name="connsiteY9" fmla="*/ 47434 h 49171"/>
                      <a:gd name="connsiteX10" fmla="*/ 22387 w 74520"/>
                      <a:gd name="connsiteY10" fmla="*/ 46104 h 49171"/>
                      <a:gd name="connsiteX11" fmla="*/ 32362 w 74520"/>
                      <a:gd name="connsiteY11" fmla="*/ 41139 h 49171"/>
                      <a:gd name="connsiteX12" fmla="*/ 36307 w 74520"/>
                      <a:gd name="connsiteY12" fmla="*/ 38612 h 49171"/>
                      <a:gd name="connsiteX13" fmla="*/ 54970 w 74520"/>
                      <a:gd name="connsiteY13" fmla="*/ 26067 h 49171"/>
                      <a:gd name="connsiteX14" fmla="*/ 56744 w 74520"/>
                      <a:gd name="connsiteY14" fmla="*/ 24781 h 49171"/>
                      <a:gd name="connsiteX15" fmla="*/ 65920 w 74520"/>
                      <a:gd name="connsiteY15" fmla="*/ 16624 h 49171"/>
                      <a:gd name="connsiteX16" fmla="*/ 73057 w 74520"/>
                      <a:gd name="connsiteY16" fmla="*/ 4522 h 49171"/>
                      <a:gd name="connsiteX17" fmla="*/ 74476 w 74520"/>
                      <a:gd name="connsiteY17" fmla="*/ 177 h 49171"/>
                      <a:gd name="connsiteX18" fmla="*/ 74520 w 74520"/>
                      <a:gd name="connsiteY18" fmla="*/ 0 h 49171"/>
                      <a:gd name="connsiteX19" fmla="*/ 28815 w 74520"/>
                      <a:gd name="connsiteY19" fmla="*/ 28327 h 49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74520" h="49171">
                        <a:moveTo>
                          <a:pt x="28815" y="28327"/>
                        </a:moveTo>
                        <a:cubicBezTo>
                          <a:pt x="24027" y="32096"/>
                          <a:pt x="19018" y="35952"/>
                          <a:pt x="14097" y="39144"/>
                        </a:cubicBezTo>
                        <a:cubicBezTo>
                          <a:pt x="12900" y="39986"/>
                          <a:pt x="11703" y="40740"/>
                          <a:pt x="10462" y="41449"/>
                        </a:cubicBezTo>
                        <a:cubicBezTo>
                          <a:pt x="9310" y="42203"/>
                          <a:pt x="8201" y="42912"/>
                          <a:pt x="7004" y="43577"/>
                        </a:cubicBezTo>
                        <a:cubicBezTo>
                          <a:pt x="5985" y="44331"/>
                          <a:pt x="5098" y="44597"/>
                          <a:pt x="3813" y="45705"/>
                        </a:cubicBezTo>
                        <a:cubicBezTo>
                          <a:pt x="2616" y="46725"/>
                          <a:pt x="1286" y="47390"/>
                          <a:pt x="0" y="47789"/>
                        </a:cubicBezTo>
                        <a:cubicBezTo>
                          <a:pt x="1197" y="48764"/>
                          <a:pt x="2660" y="49429"/>
                          <a:pt x="4300" y="49074"/>
                        </a:cubicBezTo>
                        <a:cubicBezTo>
                          <a:pt x="5320" y="48897"/>
                          <a:pt x="6339" y="48587"/>
                          <a:pt x="7315" y="48099"/>
                        </a:cubicBezTo>
                        <a:lnTo>
                          <a:pt x="8822" y="47345"/>
                        </a:lnTo>
                        <a:cubicBezTo>
                          <a:pt x="9177" y="47390"/>
                          <a:pt x="9531" y="47390"/>
                          <a:pt x="9886" y="47434"/>
                        </a:cubicBezTo>
                        <a:cubicBezTo>
                          <a:pt x="13166" y="48276"/>
                          <a:pt x="17777" y="47611"/>
                          <a:pt x="22387" y="46104"/>
                        </a:cubicBezTo>
                        <a:cubicBezTo>
                          <a:pt x="25446" y="45040"/>
                          <a:pt x="28727" y="43444"/>
                          <a:pt x="32362" y="41139"/>
                        </a:cubicBezTo>
                        <a:cubicBezTo>
                          <a:pt x="33470" y="40430"/>
                          <a:pt x="34844" y="39543"/>
                          <a:pt x="36307" y="38612"/>
                        </a:cubicBezTo>
                        <a:cubicBezTo>
                          <a:pt x="42070" y="34755"/>
                          <a:pt x="49917" y="29480"/>
                          <a:pt x="54970" y="26067"/>
                        </a:cubicBezTo>
                        <a:cubicBezTo>
                          <a:pt x="55591" y="25623"/>
                          <a:pt x="56212" y="25180"/>
                          <a:pt x="56744" y="24781"/>
                        </a:cubicBezTo>
                        <a:cubicBezTo>
                          <a:pt x="60512" y="22121"/>
                          <a:pt x="63526" y="19373"/>
                          <a:pt x="65920" y="16624"/>
                        </a:cubicBezTo>
                        <a:cubicBezTo>
                          <a:pt x="69201" y="12767"/>
                          <a:pt x="71329" y="8778"/>
                          <a:pt x="73057" y="4522"/>
                        </a:cubicBezTo>
                        <a:cubicBezTo>
                          <a:pt x="73589" y="3147"/>
                          <a:pt x="74033" y="1685"/>
                          <a:pt x="74476" y="177"/>
                        </a:cubicBezTo>
                        <a:lnTo>
                          <a:pt x="74520" y="0"/>
                        </a:lnTo>
                        <a:cubicBezTo>
                          <a:pt x="58606" y="7802"/>
                          <a:pt x="42558" y="17511"/>
                          <a:pt x="28815" y="2832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01" name="Forme libre : forme 23600">
                    <a:extLst>
                      <a:ext uri="{FF2B5EF4-FFF2-40B4-BE49-F238E27FC236}">
                        <a16:creationId xmlns:a16="http://schemas.microsoft.com/office/drawing/2014/main" id="{4C874506-3126-4DFC-963D-82EE90C5C0A5}"/>
                      </a:ext>
                    </a:extLst>
                  </p:cNvPr>
                  <p:cNvSpPr/>
                  <p:nvPr/>
                </p:nvSpPr>
                <p:spPr>
                  <a:xfrm>
                    <a:off x="5268217" y="1138771"/>
                    <a:ext cx="36316" cy="24765"/>
                  </a:xfrm>
                  <a:custGeom>
                    <a:avLst/>
                    <a:gdLst>
                      <a:gd name="connsiteX0" fmla="*/ 36032 w 36316"/>
                      <a:gd name="connsiteY0" fmla="*/ 1155 h 24765"/>
                      <a:gd name="connsiteX1" fmla="*/ 20560 w 36316"/>
                      <a:gd name="connsiteY1" fmla="*/ 17469 h 24765"/>
                      <a:gd name="connsiteX2" fmla="*/ 523 w 36316"/>
                      <a:gd name="connsiteY2" fmla="*/ 23587 h 24765"/>
                      <a:gd name="connsiteX3" fmla="*/ 14221 w 36316"/>
                      <a:gd name="connsiteY3" fmla="*/ 7849 h 24765"/>
                      <a:gd name="connsiteX4" fmla="*/ 36032 w 36316"/>
                      <a:gd name="connsiteY4" fmla="*/ 1155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316" h="24765">
                        <a:moveTo>
                          <a:pt x="36032" y="1155"/>
                        </a:moveTo>
                        <a:cubicBezTo>
                          <a:pt x="38426" y="5101"/>
                          <a:pt x="25082" y="14366"/>
                          <a:pt x="20560" y="17469"/>
                        </a:cubicBezTo>
                        <a:cubicBezTo>
                          <a:pt x="15905" y="20395"/>
                          <a:pt x="3626" y="27576"/>
                          <a:pt x="523" y="23587"/>
                        </a:cubicBezTo>
                        <a:cubicBezTo>
                          <a:pt x="-2669" y="19508"/>
                          <a:pt x="9611" y="10420"/>
                          <a:pt x="14221" y="7849"/>
                        </a:cubicBezTo>
                        <a:cubicBezTo>
                          <a:pt x="18610" y="5056"/>
                          <a:pt x="33461" y="-2968"/>
                          <a:pt x="36032" y="115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02" name="Forme libre : forme 23601">
                    <a:extLst>
                      <a:ext uri="{FF2B5EF4-FFF2-40B4-BE49-F238E27FC236}">
                        <a16:creationId xmlns:a16="http://schemas.microsoft.com/office/drawing/2014/main" id="{375C3831-0EB8-4ADC-B396-18F9911C6AD0}"/>
                      </a:ext>
                    </a:extLst>
                  </p:cNvPr>
                  <p:cNvSpPr/>
                  <p:nvPr/>
                </p:nvSpPr>
                <p:spPr>
                  <a:xfrm>
                    <a:off x="5267823" y="1150743"/>
                    <a:ext cx="28179" cy="12658"/>
                  </a:xfrm>
                  <a:custGeom>
                    <a:avLst/>
                    <a:gdLst>
                      <a:gd name="connsiteX0" fmla="*/ 5482 w 28179"/>
                      <a:gd name="connsiteY0" fmla="*/ 2749 h 12658"/>
                      <a:gd name="connsiteX1" fmla="*/ 694 w 28179"/>
                      <a:gd name="connsiteY1" fmla="*/ 11748 h 12658"/>
                      <a:gd name="connsiteX2" fmla="*/ 21131 w 28179"/>
                      <a:gd name="connsiteY2" fmla="*/ 5364 h 12658"/>
                      <a:gd name="connsiteX3" fmla="*/ 28180 w 28179"/>
                      <a:gd name="connsiteY3" fmla="*/ 0 h 12658"/>
                      <a:gd name="connsiteX4" fmla="*/ 24012 w 28179"/>
                      <a:gd name="connsiteY4" fmla="*/ 2261 h 12658"/>
                      <a:gd name="connsiteX5" fmla="*/ 5482 w 28179"/>
                      <a:gd name="connsiteY5" fmla="*/ 2749 h 12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179" h="12658">
                        <a:moveTo>
                          <a:pt x="5482" y="2749"/>
                        </a:moveTo>
                        <a:cubicBezTo>
                          <a:pt x="3753" y="4921"/>
                          <a:pt x="-1966" y="9753"/>
                          <a:pt x="694" y="11748"/>
                        </a:cubicBezTo>
                        <a:cubicBezTo>
                          <a:pt x="4994" y="14940"/>
                          <a:pt x="15235" y="8999"/>
                          <a:pt x="21131" y="5364"/>
                        </a:cubicBezTo>
                        <a:cubicBezTo>
                          <a:pt x="22815" y="4256"/>
                          <a:pt x="26495" y="1552"/>
                          <a:pt x="28180" y="0"/>
                        </a:cubicBezTo>
                        <a:cubicBezTo>
                          <a:pt x="27027" y="665"/>
                          <a:pt x="25209" y="1818"/>
                          <a:pt x="24012" y="2261"/>
                        </a:cubicBezTo>
                        <a:cubicBezTo>
                          <a:pt x="17230" y="4566"/>
                          <a:pt x="9029" y="7093"/>
                          <a:pt x="5482" y="274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03" name="Forme libre : forme 23602">
                    <a:extLst>
                      <a:ext uri="{FF2B5EF4-FFF2-40B4-BE49-F238E27FC236}">
                        <a16:creationId xmlns:a16="http://schemas.microsoft.com/office/drawing/2014/main" id="{09DE0E87-2874-4AC6-95A3-E5AE13057B3C}"/>
                      </a:ext>
                    </a:extLst>
                  </p:cNvPr>
                  <p:cNvSpPr/>
                  <p:nvPr/>
                </p:nvSpPr>
                <p:spPr>
                  <a:xfrm>
                    <a:off x="5270617" y="1138403"/>
                    <a:ext cx="36235" cy="24937"/>
                  </a:xfrm>
                  <a:custGeom>
                    <a:avLst/>
                    <a:gdLst>
                      <a:gd name="connsiteX0" fmla="*/ 36158 w 36235"/>
                      <a:gd name="connsiteY0" fmla="*/ 1434 h 24937"/>
                      <a:gd name="connsiteX1" fmla="*/ 20509 w 36235"/>
                      <a:gd name="connsiteY1" fmla="*/ 17925 h 24937"/>
                      <a:gd name="connsiteX2" fmla="*/ 605 w 36235"/>
                      <a:gd name="connsiteY2" fmla="*/ 23732 h 24937"/>
                      <a:gd name="connsiteX3" fmla="*/ 14259 w 36235"/>
                      <a:gd name="connsiteY3" fmla="*/ 8128 h 24937"/>
                      <a:gd name="connsiteX4" fmla="*/ 36158 w 36235"/>
                      <a:gd name="connsiteY4" fmla="*/ 1434 h 24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35" h="24937">
                        <a:moveTo>
                          <a:pt x="36158" y="1434"/>
                        </a:moveTo>
                        <a:cubicBezTo>
                          <a:pt x="37311" y="6133"/>
                          <a:pt x="25341" y="14511"/>
                          <a:pt x="20509" y="17925"/>
                        </a:cubicBezTo>
                        <a:cubicBezTo>
                          <a:pt x="15633" y="21250"/>
                          <a:pt x="4018" y="27589"/>
                          <a:pt x="605" y="23732"/>
                        </a:cubicBezTo>
                        <a:cubicBezTo>
                          <a:pt x="-2942" y="19698"/>
                          <a:pt x="10091" y="10655"/>
                          <a:pt x="14259" y="8128"/>
                        </a:cubicBezTo>
                        <a:cubicBezTo>
                          <a:pt x="18337" y="5468"/>
                          <a:pt x="34917" y="-3443"/>
                          <a:pt x="36158" y="143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04" name="Forme libre : forme 23603">
                    <a:extLst>
                      <a:ext uri="{FF2B5EF4-FFF2-40B4-BE49-F238E27FC236}">
                        <a16:creationId xmlns:a16="http://schemas.microsoft.com/office/drawing/2014/main" id="{593BE870-7FD2-45D3-9824-41D6FF0C6B4C}"/>
                      </a:ext>
                    </a:extLst>
                  </p:cNvPr>
                  <p:cNvSpPr/>
                  <p:nvPr/>
                </p:nvSpPr>
                <p:spPr>
                  <a:xfrm>
                    <a:off x="5250888" y="1149532"/>
                    <a:ext cx="49004" cy="26374"/>
                  </a:xfrm>
                  <a:custGeom>
                    <a:avLst/>
                    <a:gdLst>
                      <a:gd name="connsiteX0" fmla="*/ 2778 w 49004"/>
                      <a:gd name="connsiteY0" fmla="*/ 25150 h 26374"/>
                      <a:gd name="connsiteX1" fmla="*/ 10359 w 49004"/>
                      <a:gd name="connsiteY1" fmla="*/ 26081 h 26374"/>
                      <a:gd name="connsiteX2" fmla="*/ 29643 w 49004"/>
                      <a:gd name="connsiteY2" fmla="*/ 21249 h 26374"/>
                      <a:gd name="connsiteX3" fmla="*/ 45425 w 49004"/>
                      <a:gd name="connsiteY3" fmla="*/ 9545 h 26374"/>
                      <a:gd name="connsiteX4" fmla="*/ 47996 w 49004"/>
                      <a:gd name="connsiteY4" fmla="*/ 413 h 26374"/>
                      <a:gd name="connsiteX5" fmla="*/ 41125 w 49004"/>
                      <a:gd name="connsiteY5" fmla="*/ 1521 h 26374"/>
                      <a:gd name="connsiteX6" fmla="*/ 22639 w 49004"/>
                      <a:gd name="connsiteY6" fmla="*/ 5777 h 26374"/>
                      <a:gd name="connsiteX7" fmla="*/ 4241 w 49004"/>
                      <a:gd name="connsiteY7" fmla="*/ 11629 h 26374"/>
                      <a:gd name="connsiteX8" fmla="*/ 30 w 49004"/>
                      <a:gd name="connsiteY8" fmla="*/ 19653 h 26374"/>
                      <a:gd name="connsiteX9" fmla="*/ 2778 w 49004"/>
                      <a:gd name="connsiteY9" fmla="*/ 25150 h 26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9004" h="26374">
                        <a:moveTo>
                          <a:pt x="2778" y="25150"/>
                        </a:moveTo>
                        <a:cubicBezTo>
                          <a:pt x="5571" y="26568"/>
                          <a:pt x="6946" y="26568"/>
                          <a:pt x="10359" y="26081"/>
                        </a:cubicBezTo>
                        <a:cubicBezTo>
                          <a:pt x="17053" y="25238"/>
                          <a:pt x="22461" y="24751"/>
                          <a:pt x="29643" y="21249"/>
                        </a:cubicBezTo>
                        <a:cubicBezTo>
                          <a:pt x="35672" y="18367"/>
                          <a:pt x="41612" y="13890"/>
                          <a:pt x="45425" y="9545"/>
                        </a:cubicBezTo>
                        <a:cubicBezTo>
                          <a:pt x="48218" y="6265"/>
                          <a:pt x="50346" y="2275"/>
                          <a:pt x="47996" y="413"/>
                        </a:cubicBezTo>
                        <a:cubicBezTo>
                          <a:pt x="46533" y="-740"/>
                          <a:pt x="43696" y="812"/>
                          <a:pt x="41125" y="1521"/>
                        </a:cubicBezTo>
                        <a:cubicBezTo>
                          <a:pt x="35007" y="3117"/>
                          <a:pt x="29333" y="5068"/>
                          <a:pt x="22639" y="5777"/>
                        </a:cubicBezTo>
                        <a:cubicBezTo>
                          <a:pt x="16964" y="6353"/>
                          <a:pt x="10004" y="6132"/>
                          <a:pt x="4241" y="11629"/>
                        </a:cubicBezTo>
                        <a:cubicBezTo>
                          <a:pt x="1670" y="14067"/>
                          <a:pt x="207" y="17081"/>
                          <a:pt x="30" y="19653"/>
                        </a:cubicBezTo>
                        <a:cubicBezTo>
                          <a:pt x="-192" y="22091"/>
                          <a:pt x="828" y="24174"/>
                          <a:pt x="2778" y="2515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05" name="Forme libre : forme 23604">
                    <a:extLst>
                      <a:ext uri="{FF2B5EF4-FFF2-40B4-BE49-F238E27FC236}">
                        <a16:creationId xmlns:a16="http://schemas.microsoft.com/office/drawing/2014/main" id="{7AEC1F49-9848-4C80-91DD-ED3B45B6E3C3}"/>
                      </a:ext>
                    </a:extLst>
                  </p:cNvPr>
                  <p:cNvSpPr/>
                  <p:nvPr/>
                </p:nvSpPr>
                <p:spPr>
                  <a:xfrm>
                    <a:off x="5258243" y="1150993"/>
                    <a:ext cx="12733" cy="13519"/>
                  </a:xfrm>
                  <a:custGeom>
                    <a:avLst/>
                    <a:gdLst>
                      <a:gd name="connsiteX0" fmla="*/ 611 w 12733"/>
                      <a:gd name="connsiteY0" fmla="*/ 11143 h 13519"/>
                      <a:gd name="connsiteX1" fmla="*/ 34 w 12733"/>
                      <a:gd name="connsiteY1" fmla="*/ 13093 h 13519"/>
                      <a:gd name="connsiteX2" fmla="*/ 1763 w 12733"/>
                      <a:gd name="connsiteY2" fmla="*/ 13182 h 13519"/>
                      <a:gd name="connsiteX3" fmla="*/ 4334 w 12733"/>
                      <a:gd name="connsiteY3" fmla="*/ 11320 h 13519"/>
                      <a:gd name="connsiteX4" fmla="*/ 10053 w 12733"/>
                      <a:gd name="connsiteY4" fmla="*/ 5956 h 13519"/>
                      <a:gd name="connsiteX5" fmla="*/ 11915 w 12733"/>
                      <a:gd name="connsiteY5" fmla="*/ 3784 h 13519"/>
                      <a:gd name="connsiteX6" fmla="*/ 8280 w 12733"/>
                      <a:gd name="connsiteY6" fmla="*/ 1523 h 13519"/>
                      <a:gd name="connsiteX7" fmla="*/ 611 w 12733"/>
                      <a:gd name="connsiteY7" fmla="*/ 11143 h 13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733" h="13519">
                        <a:moveTo>
                          <a:pt x="611" y="11143"/>
                        </a:moveTo>
                        <a:cubicBezTo>
                          <a:pt x="167" y="11896"/>
                          <a:pt x="-99" y="12517"/>
                          <a:pt x="34" y="13093"/>
                        </a:cubicBezTo>
                        <a:cubicBezTo>
                          <a:pt x="167" y="13714"/>
                          <a:pt x="921" y="13581"/>
                          <a:pt x="1763" y="13182"/>
                        </a:cubicBezTo>
                        <a:cubicBezTo>
                          <a:pt x="2561" y="12827"/>
                          <a:pt x="3581" y="11985"/>
                          <a:pt x="4334" y="11320"/>
                        </a:cubicBezTo>
                        <a:cubicBezTo>
                          <a:pt x="6241" y="9591"/>
                          <a:pt x="8324" y="7773"/>
                          <a:pt x="10053" y="5956"/>
                        </a:cubicBezTo>
                        <a:cubicBezTo>
                          <a:pt x="10763" y="5202"/>
                          <a:pt x="11472" y="4537"/>
                          <a:pt x="11915" y="3784"/>
                        </a:cubicBezTo>
                        <a:cubicBezTo>
                          <a:pt x="13821" y="592"/>
                          <a:pt x="12314" y="-1625"/>
                          <a:pt x="8280" y="1523"/>
                        </a:cubicBezTo>
                        <a:cubicBezTo>
                          <a:pt x="5177" y="3961"/>
                          <a:pt x="2340" y="7995"/>
                          <a:pt x="611" y="1114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06" name="Forme libre : forme 23605">
                    <a:extLst>
                      <a:ext uri="{FF2B5EF4-FFF2-40B4-BE49-F238E27FC236}">
                        <a16:creationId xmlns:a16="http://schemas.microsoft.com/office/drawing/2014/main" id="{F3EBD12A-1A1D-4627-A4EF-E5C4055CF50B}"/>
                      </a:ext>
                    </a:extLst>
                  </p:cNvPr>
                  <p:cNvSpPr/>
                  <p:nvPr/>
                </p:nvSpPr>
                <p:spPr>
                  <a:xfrm>
                    <a:off x="5302830" y="1135227"/>
                    <a:ext cx="15648" cy="24027"/>
                  </a:xfrm>
                  <a:custGeom>
                    <a:avLst/>
                    <a:gdLst>
                      <a:gd name="connsiteX0" fmla="*/ 15649 w 15648"/>
                      <a:gd name="connsiteY0" fmla="*/ 0 h 24027"/>
                      <a:gd name="connsiteX1" fmla="*/ 0 w 15648"/>
                      <a:gd name="connsiteY1" fmla="*/ 24027 h 24027"/>
                      <a:gd name="connsiteX2" fmla="*/ 15649 w 15648"/>
                      <a:gd name="connsiteY2" fmla="*/ 0 h 24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648" h="24027">
                        <a:moveTo>
                          <a:pt x="15649" y="0"/>
                        </a:moveTo>
                        <a:cubicBezTo>
                          <a:pt x="15250" y="7403"/>
                          <a:pt x="5807" y="17466"/>
                          <a:pt x="0" y="24027"/>
                        </a:cubicBezTo>
                        <a:cubicBezTo>
                          <a:pt x="6339" y="16979"/>
                          <a:pt x="11925" y="7448"/>
                          <a:pt x="1564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07" name="Forme libre : forme 23606">
                    <a:extLst>
                      <a:ext uri="{FF2B5EF4-FFF2-40B4-BE49-F238E27FC236}">
                        <a16:creationId xmlns:a16="http://schemas.microsoft.com/office/drawing/2014/main" id="{98CF55A5-211A-41A9-9CB6-2B2247A71F77}"/>
                      </a:ext>
                    </a:extLst>
                  </p:cNvPr>
                  <p:cNvSpPr/>
                  <p:nvPr/>
                </p:nvSpPr>
                <p:spPr>
                  <a:xfrm>
                    <a:off x="5242867" y="1148083"/>
                    <a:ext cx="16828" cy="30322"/>
                  </a:xfrm>
                  <a:custGeom>
                    <a:avLst/>
                    <a:gdLst>
                      <a:gd name="connsiteX0" fmla="*/ 16829 w 16828"/>
                      <a:gd name="connsiteY0" fmla="*/ 0 h 30322"/>
                      <a:gd name="connsiteX1" fmla="*/ 5303 w 16828"/>
                      <a:gd name="connsiteY1" fmla="*/ 13831 h 30322"/>
                      <a:gd name="connsiteX2" fmla="*/ 3308 w 16828"/>
                      <a:gd name="connsiteY2" fmla="*/ 17821 h 30322"/>
                      <a:gd name="connsiteX3" fmla="*/ 1623 w 16828"/>
                      <a:gd name="connsiteY3" fmla="*/ 22077 h 30322"/>
                      <a:gd name="connsiteX4" fmla="*/ 958 w 16828"/>
                      <a:gd name="connsiteY4" fmla="*/ 24249 h 30322"/>
                      <a:gd name="connsiteX5" fmla="*/ 293 w 16828"/>
                      <a:gd name="connsiteY5" fmla="*/ 26820 h 30322"/>
                      <a:gd name="connsiteX6" fmla="*/ 72 w 16828"/>
                      <a:gd name="connsiteY6" fmla="*/ 28992 h 30322"/>
                      <a:gd name="connsiteX7" fmla="*/ 471 w 16828"/>
                      <a:gd name="connsiteY7" fmla="*/ 30322 h 30322"/>
                      <a:gd name="connsiteX8" fmla="*/ 249 w 16828"/>
                      <a:gd name="connsiteY8" fmla="*/ 27042 h 30322"/>
                      <a:gd name="connsiteX9" fmla="*/ 1756 w 16828"/>
                      <a:gd name="connsiteY9" fmla="*/ 22254 h 30322"/>
                      <a:gd name="connsiteX10" fmla="*/ 6012 w 16828"/>
                      <a:gd name="connsiteY10" fmla="*/ 13920 h 30322"/>
                      <a:gd name="connsiteX11" fmla="*/ 16829 w 16828"/>
                      <a:gd name="connsiteY11" fmla="*/ 0 h 30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28" h="30322">
                        <a:moveTo>
                          <a:pt x="16829" y="0"/>
                        </a:moveTo>
                        <a:cubicBezTo>
                          <a:pt x="12041" y="3857"/>
                          <a:pt x="8229" y="8644"/>
                          <a:pt x="5303" y="13831"/>
                        </a:cubicBezTo>
                        <a:cubicBezTo>
                          <a:pt x="4549" y="15161"/>
                          <a:pt x="3884" y="16491"/>
                          <a:pt x="3308" y="17821"/>
                        </a:cubicBezTo>
                        <a:cubicBezTo>
                          <a:pt x="2732" y="19107"/>
                          <a:pt x="2111" y="20702"/>
                          <a:pt x="1623" y="22077"/>
                        </a:cubicBezTo>
                        <a:lnTo>
                          <a:pt x="958" y="24249"/>
                        </a:lnTo>
                        <a:cubicBezTo>
                          <a:pt x="692" y="25136"/>
                          <a:pt x="471" y="26022"/>
                          <a:pt x="293" y="26820"/>
                        </a:cubicBezTo>
                        <a:cubicBezTo>
                          <a:pt x="205" y="27529"/>
                          <a:pt x="-150" y="28682"/>
                          <a:pt x="72" y="28992"/>
                        </a:cubicBezTo>
                        <a:lnTo>
                          <a:pt x="471" y="30322"/>
                        </a:lnTo>
                        <a:cubicBezTo>
                          <a:pt x="249" y="29347"/>
                          <a:pt x="-283" y="28948"/>
                          <a:pt x="249" y="27042"/>
                        </a:cubicBezTo>
                        <a:cubicBezTo>
                          <a:pt x="604" y="25402"/>
                          <a:pt x="1269" y="23495"/>
                          <a:pt x="1756" y="22254"/>
                        </a:cubicBezTo>
                        <a:cubicBezTo>
                          <a:pt x="2909" y="19284"/>
                          <a:pt x="4372" y="16624"/>
                          <a:pt x="6012" y="13920"/>
                        </a:cubicBezTo>
                        <a:cubicBezTo>
                          <a:pt x="9248" y="8733"/>
                          <a:pt x="13194" y="3901"/>
                          <a:pt x="1682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08" name="Forme libre : forme 23607">
                    <a:extLst>
                      <a:ext uri="{FF2B5EF4-FFF2-40B4-BE49-F238E27FC236}">
                        <a16:creationId xmlns:a16="http://schemas.microsoft.com/office/drawing/2014/main" id="{6EF93845-1DE0-4D79-A2E6-64FE4E1ABDCC}"/>
                      </a:ext>
                    </a:extLst>
                  </p:cNvPr>
                  <p:cNvSpPr/>
                  <p:nvPr/>
                </p:nvSpPr>
                <p:spPr>
                  <a:xfrm>
                    <a:off x="5281064" y="1142866"/>
                    <a:ext cx="14097" cy="8060"/>
                  </a:xfrm>
                  <a:custGeom>
                    <a:avLst/>
                    <a:gdLst>
                      <a:gd name="connsiteX0" fmla="*/ 14097 w 14097"/>
                      <a:gd name="connsiteY0" fmla="*/ 739 h 8060"/>
                      <a:gd name="connsiteX1" fmla="*/ 6694 w 14097"/>
                      <a:gd name="connsiteY1" fmla="*/ 6192 h 8060"/>
                      <a:gd name="connsiteX2" fmla="*/ 0 w 14097"/>
                      <a:gd name="connsiteY2" fmla="*/ 7211 h 8060"/>
                      <a:gd name="connsiteX3" fmla="*/ 7004 w 14097"/>
                      <a:gd name="connsiteY3" fmla="*/ 2025 h 8060"/>
                      <a:gd name="connsiteX4" fmla="*/ 14097 w 14097"/>
                      <a:gd name="connsiteY4" fmla="*/ 739 h 8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97" h="8060">
                        <a:moveTo>
                          <a:pt x="14097" y="739"/>
                        </a:moveTo>
                        <a:cubicBezTo>
                          <a:pt x="14053" y="2645"/>
                          <a:pt x="8423" y="5349"/>
                          <a:pt x="6694" y="6192"/>
                        </a:cubicBezTo>
                        <a:cubicBezTo>
                          <a:pt x="4965" y="6990"/>
                          <a:pt x="0" y="9295"/>
                          <a:pt x="0" y="7211"/>
                        </a:cubicBezTo>
                        <a:cubicBezTo>
                          <a:pt x="44" y="5128"/>
                          <a:pt x="5320" y="2734"/>
                          <a:pt x="7004" y="2025"/>
                        </a:cubicBezTo>
                        <a:cubicBezTo>
                          <a:pt x="8644" y="1227"/>
                          <a:pt x="14141" y="-1212"/>
                          <a:pt x="14097" y="73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09" name="Forme libre : forme 23608">
                    <a:extLst>
                      <a:ext uri="{FF2B5EF4-FFF2-40B4-BE49-F238E27FC236}">
                        <a16:creationId xmlns:a16="http://schemas.microsoft.com/office/drawing/2014/main" id="{ABD3DE09-1267-4479-B5D3-77766FB03375}"/>
                      </a:ext>
                    </a:extLst>
                  </p:cNvPr>
                  <p:cNvSpPr/>
                  <p:nvPr/>
                </p:nvSpPr>
                <p:spPr>
                  <a:xfrm>
                    <a:off x="5293153" y="1141824"/>
                    <a:ext cx="3969" cy="2618"/>
                  </a:xfrm>
                  <a:custGeom>
                    <a:avLst/>
                    <a:gdLst>
                      <a:gd name="connsiteX0" fmla="*/ 3870 w 3969"/>
                      <a:gd name="connsiteY0" fmla="*/ 141 h 2618"/>
                      <a:gd name="connsiteX1" fmla="*/ 2540 w 3969"/>
                      <a:gd name="connsiteY1" fmla="*/ 1870 h 2618"/>
                      <a:gd name="connsiteX2" fmla="*/ 102 w 3969"/>
                      <a:gd name="connsiteY2" fmla="*/ 2447 h 2618"/>
                      <a:gd name="connsiteX3" fmla="*/ 1387 w 3969"/>
                      <a:gd name="connsiteY3" fmla="*/ 762 h 2618"/>
                      <a:gd name="connsiteX4" fmla="*/ 3870 w 3969"/>
                      <a:gd name="connsiteY4" fmla="*/ 141 h 2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9" h="2618">
                        <a:moveTo>
                          <a:pt x="3870" y="141"/>
                        </a:moveTo>
                        <a:cubicBezTo>
                          <a:pt x="4313" y="629"/>
                          <a:pt x="3161" y="1471"/>
                          <a:pt x="2540" y="1870"/>
                        </a:cubicBezTo>
                        <a:cubicBezTo>
                          <a:pt x="1919" y="2269"/>
                          <a:pt x="545" y="2934"/>
                          <a:pt x="102" y="2447"/>
                        </a:cubicBezTo>
                        <a:cubicBezTo>
                          <a:pt x="-341" y="1959"/>
                          <a:pt x="767" y="1161"/>
                          <a:pt x="1387" y="762"/>
                        </a:cubicBezTo>
                        <a:cubicBezTo>
                          <a:pt x="2052" y="407"/>
                          <a:pt x="3427" y="-302"/>
                          <a:pt x="3870" y="1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610" name="Forme libre : forme 23609">
                    <a:extLst>
                      <a:ext uri="{FF2B5EF4-FFF2-40B4-BE49-F238E27FC236}">
                        <a16:creationId xmlns:a16="http://schemas.microsoft.com/office/drawing/2014/main" id="{C88CDA5A-EB26-4FE0-BEA1-4A265CF40B68}"/>
                      </a:ext>
                    </a:extLst>
                  </p:cNvPr>
                  <p:cNvSpPr/>
                  <p:nvPr/>
                </p:nvSpPr>
                <p:spPr>
                  <a:xfrm>
                    <a:off x="5275684" y="1130432"/>
                    <a:ext cx="39836" cy="12727"/>
                  </a:xfrm>
                  <a:custGeom>
                    <a:avLst/>
                    <a:gdLst>
                      <a:gd name="connsiteX0" fmla="*/ 27501 w 39836"/>
                      <a:gd name="connsiteY0" fmla="*/ 361 h 12727"/>
                      <a:gd name="connsiteX1" fmla="*/ 39160 w 39836"/>
                      <a:gd name="connsiteY1" fmla="*/ 2002 h 12727"/>
                      <a:gd name="connsiteX2" fmla="*/ 37963 w 39836"/>
                      <a:gd name="connsiteY2" fmla="*/ 5592 h 12727"/>
                      <a:gd name="connsiteX3" fmla="*/ 33175 w 39836"/>
                      <a:gd name="connsiteY3" fmla="*/ 6346 h 12727"/>
                      <a:gd name="connsiteX4" fmla="*/ 18236 w 39836"/>
                      <a:gd name="connsiteY4" fmla="*/ 7898 h 12727"/>
                      <a:gd name="connsiteX5" fmla="*/ 16 w 39836"/>
                      <a:gd name="connsiteY5" fmla="*/ 11222 h 12727"/>
                      <a:gd name="connsiteX6" fmla="*/ 17039 w 39836"/>
                      <a:gd name="connsiteY6" fmla="*/ 406 h 12727"/>
                      <a:gd name="connsiteX7" fmla="*/ 27501 w 39836"/>
                      <a:gd name="connsiteY7" fmla="*/ 361 h 12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836" h="12727">
                        <a:moveTo>
                          <a:pt x="27501" y="361"/>
                        </a:moveTo>
                        <a:cubicBezTo>
                          <a:pt x="32244" y="317"/>
                          <a:pt x="35569" y="228"/>
                          <a:pt x="39160" y="2002"/>
                        </a:cubicBezTo>
                        <a:cubicBezTo>
                          <a:pt x="40490" y="2667"/>
                          <a:pt x="39736" y="4617"/>
                          <a:pt x="37963" y="5592"/>
                        </a:cubicBezTo>
                        <a:cubicBezTo>
                          <a:pt x="36234" y="6568"/>
                          <a:pt x="34727" y="6435"/>
                          <a:pt x="33175" y="6346"/>
                        </a:cubicBezTo>
                        <a:cubicBezTo>
                          <a:pt x="28299" y="6124"/>
                          <a:pt x="23467" y="6789"/>
                          <a:pt x="18236" y="7898"/>
                        </a:cubicBezTo>
                        <a:cubicBezTo>
                          <a:pt x="14867" y="8429"/>
                          <a:pt x="-561" y="15833"/>
                          <a:pt x="16" y="11222"/>
                        </a:cubicBezTo>
                        <a:cubicBezTo>
                          <a:pt x="592" y="6479"/>
                          <a:pt x="12606" y="1292"/>
                          <a:pt x="17039" y="406"/>
                        </a:cubicBezTo>
                        <a:cubicBezTo>
                          <a:pt x="21472" y="-525"/>
                          <a:pt x="23999" y="450"/>
                          <a:pt x="27501" y="36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586" name="Graphique 2">
                  <a:extLst>
                    <a:ext uri="{FF2B5EF4-FFF2-40B4-BE49-F238E27FC236}">
                      <a16:creationId xmlns:a16="http://schemas.microsoft.com/office/drawing/2014/main" id="{AA52D6EE-C9EB-46C4-B8ED-21ACD2522D32}"/>
                    </a:ext>
                  </a:extLst>
                </p:cNvPr>
                <p:cNvGrpSpPr/>
                <p:nvPr/>
              </p:nvGrpSpPr>
              <p:grpSpPr>
                <a:xfrm>
                  <a:off x="5318666" y="1108005"/>
                  <a:ext cx="90980" cy="36133"/>
                  <a:chOff x="5318666" y="1108005"/>
                  <a:chExt cx="90980" cy="36133"/>
                </a:xfrm>
                <a:solidFill>
                  <a:schemeClr val="accent1"/>
                </a:solidFill>
              </p:grpSpPr>
              <p:sp>
                <p:nvSpPr>
                  <p:cNvPr id="23587" name="Forme libre : forme 23586">
                    <a:extLst>
                      <a:ext uri="{FF2B5EF4-FFF2-40B4-BE49-F238E27FC236}">
                        <a16:creationId xmlns:a16="http://schemas.microsoft.com/office/drawing/2014/main" id="{F30B8243-D24E-45AF-8C12-05F3682B4784}"/>
                      </a:ext>
                    </a:extLst>
                  </p:cNvPr>
                  <p:cNvSpPr/>
                  <p:nvPr/>
                </p:nvSpPr>
                <p:spPr>
                  <a:xfrm>
                    <a:off x="5318666" y="1108005"/>
                    <a:ext cx="90980" cy="36133"/>
                  </a:xfrm>
                  <a:custGeom>
                    <a:avLst/>
                    <a:gdLst>
                      <a:gd name="connsiteX0" fmla="*/ 61965 w 90980"/>
                      <a:gd name="connsiteY0" fmla="*/ 34892 h 36133"/>
                      <a:gd name="connsiteX1" fmla="*/ 31155 w 90980"/>
                      <a:gd name="connsiteY1" fmla="*/ 36088 h 36133"/>
                      <a:gd name="connsiteX2" fmla="*/ 21624 w 90980"/>
                      <a:gd name="connsiteY2" fmla="*/ 34980 h 36133"/>
                      <a:gd name="connsiteX3" fmla="*/ 17590 w 90980"/>
                      <a:gd name="connsiteY3" fmla="*/ 33872 h 36133"/>
                      <a:gd name="connsiteX4" fmla="*/ 16703 w 90980"/>
                      <a:gd name="connsiteY4" fmla="*/ 33517 h 36133"/>
                      <a:gd name="connsiteX5" fmla="*/ 16526 w 90980"/>
                      <a:gd name="connsiteY5" fmla="*/ 33163 h 36133"/>
                      <a:gd name="connsiteX6" fmla="*/ 15994 w 90980"/>
                      <a:gd name="connsiteY6" fmla="*/ 32453 h 36133"/>
                      <a:gd name="connsiteX7" fmla="*/ 10940 w 90980"/>
                      <a:gd name="connsiteY7" fmla="*/ 29838 h 36133"/>
                      <a:gd name="connsiteX8" fmla="*/ 4202 w 90980"/>
                      <a:gd name="connsiteY8" fmla="*/ 27045 h 36133"/>
                      <a:gd name="connsiteX9" fmla="*/ 611 w 90980"/>
                      <a:gd name="connsiteY9" fmla="*/ 17691 h 36133"/>
                      <a:gd name="connsiteX10" fmla="*/ 5044 w 90980"/>
                      <a:gd name="connsiteY10" fmla="*/ 10997 h 36133"/>
                      <a:gd name="connsiteX11" fmla="*/ 8147 w 90980"/>
                      <a:gd name="connsiteY11" fmla="*/ 7938 h 36133"/>
                      <a:gd name="connsiteX12" fmla="*/ 13201 w 90980"/>
                      <a:gd name="connsiteY12" fmla="*/ 5145 h 36133"/>
                      <a:gd name="connsiteX13" fmla="*/ 16171 w 90980"/>
                      <a:gd name="connsiteY13" fmla="*/ 4347 h 36133"/>
                      <a:gd name="connsiteX14" fmla="*/ 18033 w 90980"/>
                      <a:gd name="connsiteY14" fmla="*/ 3638 h 36133"/>
                      <a:gd name="connsiteX15" fmla="*/ 21934 w 90980"/>
                      <a:gd name="connsiteY15" fmla="*/ 2486 h 36133"/>
                      <a:gd name="connsiteX16" fmla="*/ 30933 w 90980"/>
                      <a:gd name="connsiteY16" fmla="*/ 1023 h 36133"/>
                      <a:gd name="connsiteX17" fmla="*/ 59349 w 90980"/>
                      <a:gd name="connsiteY17" fmla="*/ 3 h 36133"/>
                      <a:gd name="connsiteX18" fmla="*/ 88120 w 90980"/>
                      <a:gd name="connsiteY18" fmla="*/ 11352 h 36133"/>
                      <a:gd name="connsiteX19" fmla="*/ 89849 w 90980"/>
                      <a:gd name="connsiteY19" fmla="*/ 21016 h 36133"/>
                      <a:gd name="connsiteX20" fmla="*/ 61965 w 90980"/>
                      <a:gd name="connsiteY20" fmla="*/ 34892 h 36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90980" h="36133">
                        <a:moveTo>
                          <a:pt x="61965" y="34892"/>
                        </a:moveTo>
                        <a:cubicBezTo>
                          <a:pt x="54695" y="35689"/>
                          <a:pt x="38824" y="36310"/>
                          <a:pt x="31155" y="36088"/>
                        </a:cubicBezTo>
                        <a:cubicBezTo>
                          <a:pt x="27564" y="36000"/>
                          <a:pt x="24417" y="35601"/>
                          <a:pt x="21624" y="34980"/>
                        </a:cubicBezTo>
                        <a:cubicBezTo>
                          <a:pt x="20205" y="34670"/>
                          <a:pt x="18875" y="34271"/>
                          <a:pt x="17590" y="33872"/>
                        </a:cubicBezTo>
                        <a:cubicBezTo>
                          <a:pt x="17279" y="33783"/>
                          <a:pt x="16925" y="33650"/>
                          <a:pt x="16703" y="33517"/>
                        </a:cubicBezTo>
                        <a:lnTo>
                          <a:pt x="16526" y="33163"/>
                        </a:lnTo>
                        <a:cubicBezTo>
                          <a:pt x="16393" y="32897"/>
                          <a:pt x="16215" y="32675"/>
                          <a:pt x="15994" y="32453"/>
                        </a:cubicBezTo>
                        <a:cubicBezTo>
                          <a:pt x="15285" y="31389"/>
                          <a:pt x="12935" y="30724"/>
                          <a:pt x="10940" y="29838"/>
                        </a:cubicBezTo>
                        <a:cubicBezTo>
                          <a:pt x="8856" y="28863"/>
                          <a:pt x="6551" y="28109"/>
                          <a:pt x="4202" y="27045"/>
                        </a:cubicBezTo>
                        <a:cubicBezTo>
                          <a:pt x="921" y="25626"/>
                          <a:pt x="-1074" y="20927"/>
                          <a:pt x="611" y="17691"/>
                        </a:cubicBezTo>
                        <a:cubicBezTo>
                          <a:pt x="1852" y="15342"/>
                          <a:pt x="3093" y="13081"/>
                          <a:pt x="5044" y="10997"/>
                        </a:cubicBezTo>
                        <a:cubicBezTo>
                          <a:pt x="6019" y="9978"/>
                          <a:pt x="6862" y="8914"/>
                          <a:pt x="8147" y="7938"/>
                        </a:cubicBezTo>
                        <a:cubicBezTo>
                          <a:pt x="9521" y="7007"/>
                          <a:pt x="11250" y="6032"/>
                          <a:pt x="13201" y="5145"/>
                        </a:cubicBezTo>
                        <a:cubicBezTo>
                          <a:pt x="14132" y="4835"/>
                          <a:pt x="15462" y="4569"/>
                          <a:pt x="16171" y="4347"/>
                        </a:cubicBezTo>
                        <a:cubicBezTo>
                          <a:pt x="16792" y="4126"/>
                          <a:pt x="17412" y="3904"/>
                          <a:pt x="18033" y="3638"/>
                        </a:cubicBezTo>
                        <a:cubicBezTo>
                          <a:pt x="19274" y="3195"/>
                          <a:pt x="20604" y="2796"/>
                          <a:pt x="21934" y="2486"/>
                        </a:cubicBezTo>
                        <a:cubicBezTo>
                          <a:pt x="24683" y="1821"/>
                          <a:pt x="27653" y="1333"/>
                          <a:pt x="30933" y="1023"/>
                        </a:cubicBezTo>
                        <a:cubicBezTo>
                          <a:pt x="37982" y="402"/>
                          <a:pt x="52079" y="-41"/>
                          <a:pt x="59349" y="3"/>
                        </a:cubicBezTo>
                        <a:cubicBezTo>
                          <a:pt x="72915" y="47"/>
                          <a:pt x="80407" y="4746"/>
                          <a:pt x="88120" y="11352"/>
                        </a:cubicBezTo>
                        <a:cubicBezTo>
                          <a:pt x="90780" y="13657"/>
                          <a:pt x="92066" y="18400"/>
                          <a:pt x="89849" y="21016"/>
                        </a:cubicBezTo>
                        <a:cubicBezTo>
                          <a:pt x="83554" y="28463"/>
                          <a:pt x="75575" y="33429"/>
                          <a:pt x="61965" y="3489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88" name="Forme libre : forme 23587">
                    <a:extLst>
                      <a:ext uri="{FF2B5EF4-FFF2-40B4-BE49-F238E27FC236}">
                        <a16:creationId xmlns:a16="http://schemas.microsoft.com/office/drawing/2014/main" id="{2AD8968C-E484-4331-A234-1C6030056EF3}"/>
                      </a:ext>
                    </a:extLst>
                  </p:cNvPr>
                  <p:cNvSpPr/>
                  <p:nvPr/>
                </p:nvSpPr>
                <p:spPr>
                  <a:xfrm>
                    <a:off x="5319587" y="1128666"/>
                    <a:ext cx="89016" cy="15338"/>
                  </a:xfrm>
                  <a:custGeom>
                    <a:avLst/>
                    <a:gdLst>
                      <a:gd name="connsiteX0" fmla="*/ 34623 w 89016"/>
                      <a:gd name="connsiteY0" fmla="*/ 2660 h 15338"/>
                      <a:gd name="connsiteX1" fmla="*/ 15871 w 89016"/>
                      <a:gd name="connsiteY1" fmla="*/ 2970 h 15338"/>
                      <a:gd name="connsiteX2" fmla="*/ 12324 w 89016"/>
                      <a:gd name="connsiteY2" fmla="*/ 2837 h 15338"/>
                      <a:gd name="connsiteX3" fmla="*/ 8290 w 89016"/>
                      <a:gd name="connsiteY3" fmla="*/ 3103 h 15338"/>
                      <a:gd name="connsiteX4" fmla="*/ 0 w 89016"/>
                      <a:gd name="connsiteY4" fmla="*/ 3147 h 15338"/>
                      <a:gd name="connsiteX5" fmla="*/ 3192 w 89016"/>
                      <a:gd name="connsiteY5" fmla="*/ 6206 h 15338"/>
                      <a:gd name="connsiteX6" fmla="*/ 7935 w 89016"/>
                      <a:gd name="connsiteY6" fmla="*/ 8157 h 15338"/>
                      <a:gd name="connsiteX7" fmla="*/ 13964 w 89016"/>
                      <a:gd name="connsiteY7" fmla="*/ 10684 h 15338"/>
                      <a:gd name="connsiteX8" fmla="*/ 15472 w 89016"/>
                      <a:gd name="connsiteY8" fmla="*/ 12147 h 15338"/>
                      <a:gd name="connsiteX9" fmla="*/ 15693 w 89016"/>
                      <a:gd name="connsiteY9" fmla="*/ 12546 h 15338"/>
                      <a:gd name="connsiteX10" fmla="*/ 15782 w 89016"/>
                      <a:gd name="connsiteY10" fmla="*/ 12723 h 15338"/>
                      <a:gd name="connsiteX11" fmla="*/ 16270 w 89016"/>
                      <a:gd name="connsiteY11" fmla="*/ 12900 h 15338"/>
                      <a:gd name="connsiteX12" fmla="*/ 18220 w 89016"/>
                      <a:gd name="connsiteY12" fmla="*/ 13521 h 15338"/>
                      <a:gd name="connsiteX13" fmla="*/ 30278 w 89016"/>
                      <a:gd name="connsiteY13" fmla="*/ 15294 h 15338"/>
                      <a:gd name="connsiteX14" fmla="*/ 35243 w 89016"/>
                      <a:gd name="connsiteY14" fmla="*/ 15338 h 15338"/>
                      <a:gd name="connsiteX15" fmla="*/ 58783 w 89016"/>
                      <a:gd name="connsiteY15" fmla="*/ 14319 h 15338"/>
                      <a:gd name="connsiteX16" fmla="*/ 61044 w 89016"/>
                      <a:gd name="connsiteY16" fmla="*/ 14097 h 15338"/>
                      <a:gd name="connsiteX17" fmla="*/ 73545 w 89016"/>
                      <a:gd name="connsiteY17" fmla="*/ 11260 h 15338"/>
                      <a:gd name="connsiteX18" fmla="*/ 85780 w 89016"/>
                      <a:gd name="connsiteY18" fmla="*/ 3502 h 15338"/>
                      <a:gd name="connsiteX19" fmla="*/ 88928 w 89016"/>
                      <a:gd name="connsiteY19" fmla="*/ 133 h 15338"/>
                      <a:gd name="connsiteX20" fmla="*/ 89017 w 89016"/>
                      <a:gd name="connsiteY20" fmla="*/ 0 h 15338"/>
                      <a:gd name="connsiteX21" fmla="*/ 34623 w 89016"/>
                      <a:gd name="connsiteY21" fmla="*/ 2660 h 15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89016" h="15338">
                        <a:moveTo>
                          <a:pt x="34623" y="2660"/>
                        </a:moveTo>
                        <a:cubicBezTo>
                          <a:pt x="28461" y="3236"/>
                          <a:pt x="21988" y="3502"/>
                          <a:pt x="15871" y="2970"/>
                        </a:cubicBezTo>
                        <a:cubicBezTo>
                          <a:pt x="14585" y="2748"/>
                          <a:pt x="13610" y="2793"/>
                          <a:pt x="12324" y="2837"/>
                        </a:cubicBezTo>
                        <a:cubicBezTo>
                          <a:pt x="11127" y="2748"/>
                          <a:pt x="9664" y="3103"/>
                          <a:pt x="8290" y="3103"/>
                        </a:cubicBezTo>
                        <a:cubicBezTo>
                          <a:pt x="5541" y="3192"/>
                          <a:pt x="2749" y="3458"/>
                          <a:pt x="0" y="3147"/>
                        </a:cubicBezTo>
                        <a:cubicBezTo>
                          <a:pt x="754" y="4477"/>
                          <a:pt x="1862" y="5630"/>
                          <a:pt x="3192" y="6206"/>
                        </a:cubicBezTo>
                        <a:cubicBezTo>
                          <a:pt x="4832" y="6916"/>
                          <a:pt x="6428" y="7581"/>
                          <a:pt x="7935" y="8157"/>
                        </a:cubicBezTo>
                        <a:cubicBezTo>
                          <a:pt x="10063" y="9088"/>
                          <a:pt x="12280" y="9886"/>
                          <a:pt x="13964" y="10684"/>
                        </a:cubicBezTo>
                        <a:cubicBezTo>
                          <a:pt x="14762" y="11216"/>
                          <a:pt x="15117" y="11659"/>
                          <a:pt x="15472" y="12147"/>
                        </a:cubicBezTo>
                        <a:lnTo>
                          <a:pt x="15693" y="12546"/>
                        </a:lnTo>
                        <a:lnTo>
                          <a:pt x="15782" y="12723"/>
                        </a:lnTo>
                        <a:lnTo>
                          <a:pt x="16270" y="12900"/>
                        </a:lnTo>
                        <a:cubicBezTo>
                          <a:pt x="16934" y="13122"/>
                          <a:pt x="17555" y="13344"/>
                          <a:pt x="18220" y="13521"/>
                        </a:cubicBezTo>
                        <a:cubicBezTo>
                          <a:pt x="21678" y="14541"/>
                          <a:pt x="25579" y="15161"/>
                          <a:pt x="30278" y="15294"/>
                        </a:cubicBezTo>
                        <a:cubicBezTo>
                          <a:pt x="31697" y="15294"/>
                          <a:pt x="33381" y="15338"/>
                          <a:pt x="35243" y="15338"/>
                        </a:cubicBezTo>
                        <a:cubicBezTo>
                          <a:pt x="42514" y="15250"/>
                          <a:pt x="52488" y="14807"/>
                          <a:pt x="58783" y="14319"/>
                        </a:cubicBezTo>
                        <a:cubicBezTo>
                          <a:pt x="59581" y="14230"/>
                          <a:pt x="60379" y="14186"/>
                          <a:pt x="61044" y="14097"/>
                        </a:cubicBezTo>
                        <a:cubicBezTo>
                          <a:pt x="65876" y="13565"/>
                          <a:pt x="69954" y="12634"/>
                          <a:pt x="73545" y="11260"/>
                        </a:cubicBezTo>
                        <a:cubicBezTo>
                          <a:pt x="78421" y="9354"/>
                          <a:pt x="82323" y="6694"/>
                          <a:pt x="85780" y="3502"/>
                        </a:cubicBezTo>
                        <a:cubicBezTo>
                          <a:pt x="86889" y="2438"/>
                          <a:pt x="87908" y="1330"/>
                          <a:pt x="88928" y="133"/>
                        </a:cubicBezTo>
                        <a:lnTo>
                          <a:pt x="89017" y="0"/>
                        </a:lnTo>
                        <a:cubicBezTo>
                          <a:pt x="70974" y="709"/>
                          <a:pt x="52311" y="1064"/>
                          <a:pt x="34623" y="266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89" name="Forme libre : forme 23588">
                    <a:extLst>
                      <a:ext uri="{FF2B5EF4-FFF2-40B4-BE49-F238E27FC236}">
                        <a16:creationId xmlns:a16="http://schemas.microsoft.com/office/drawing/2014/main" id="{4FB8A95E-35A0-4128-9AC5-BAC83A498366}"/>
                      </a:ext>
                    </a:extLst>
                  </p:cNvPr>
                  <p:cNvSpPr/>
                  <p:nvPr/>
                </p:nvSpPr>
                <p:spPr>
                  <a:xfrm>
                    <a:off x="5350215" y="1120858"/>
                    <a:ext cx="42080" cy="11580"/>
                  </a:xfrm>
                  <a:custGeom>
                    <a:avLst/>
                    <a:gdLst>
                      <a:gd name="connsiteX0" fmla="*/ 42075 w 42080"/>
                      <a:gd name="connsiteY0" fmla="*/ 4793 h 11580"/>
                      <a:gd name="connsiteX1" fmla="*/ 20441 w 42080"/>
                      <a:gd name="connsiteY1" fmla="*/ 11531 h 11580"/>
                      <a:gd name="connsiteX2" fmla="*/ 5 w 42080"/>
                      <a:gd name="connsiteY2" fmla="*/ 6034 h 11580"/>
                      <a:gd name="connsiteX3" fmla="*/ 19865 w 42080"/>
                      <a:gd name="connsiteY3" fmla="*/ 5 h 11580"/>
                      <a:gd name="connsiteX4" fmla="*/ 42075 w 42080"/>
                      <a:gd name="connsiteY4" fmla="*/ 4793 h 11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080" h="11580">
                        <a:moveTo>
                          <a:pt x="42075" y="4793"/>
                        </a:moveTo>
                        <a:cubicBezTo>
                          <a:pt x="42430" y="9492"/>
                          <a:pt x="25983" y="11265"/>
                          <a:pt x="20441" y="11531"/>
                        </a:cubicBezTo>
                        <a:cubicBezTo>
                          <a:pt x="14900" y="11797"/>
                          <a:pt x="359" y="11132"/>
                          <a:pt x="5" y="6034"/>
                        </a:cubicBezTo>
                        <a:cubicBezTo>
                          <a:pt x="-305" y="936"/>
                          <a:pt x="14634" y="5"/>
                          <a:pt x="19865" y="5"/>
                        </a:cubicBezTo>
                        <a:cubicBezTo>
                          <a:pt x="25052" y="-39"/>
                          <a:pt x="41676" y="94"/>
                          <a:pt x="42075" y="479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90" name="Forme libre : forme 23589">
                    <a:extLst>
                      <a:ext uri="{FF2B5EF4-FFF2-40B4-BE49-F238E27FC236}">
                        <a16:creationId xmlns:a16="http://schemas.microsoft.com/office/drawing/2014/main" id="{75F09A96-A886-4187-834E-2CE026ACEDBF}"/>
                      </a:ext>
                    </a:extLst>
                  </p:cNvPr>
                  <p:cNvSpPr/>
                  <p:nvPr/>
                </p:nvSpPr>
                <p:spPr>
                  <a:xfrm>
                    <a:off x="5349885" y="1121972"/>
                    <a:ext cx="29903" cy="10498"/>
                  </a:xfrm>
                  <a:custGeom>
                    <a:avLst/>
                    <a:gdLst>
                      <a:gd name="connsiteX0" fmla="*/ 8979 w 29903"/>
                      <a:gd name="connsiteY0" fmla="*/ 0 h 10498"/>
                      <a:gd name="connsiteX1" fmla="*/ 113 w 29903"/>
                      <a:gd name="connsiteY1" fmla="*/ 4965 h 10498"/>
                      <a:gd name="connsiteX2" fmla="*/ 20993 w 29903"/>
                      <a:gd name="connsiteY2" fmla="*/ 10462 h 10498"/>
                      <a:gd name="connsiteX3" fmla="*/ 29903 w 29903"/>
                      <a:gd name="connsiteY3" fmla="*/ 9310 h 10498"/>
                      <a:gd name="connsiteX4" fmla="*/ 25115 w 29903"/>
                      <a:gd name="connsiteY4" fmla="*/ 9177 h 10498"/>
                      <a:gd name="connsiteX5" fmla="*/ 8979 w 29903"/>
                      <a:gd name="connsiteY5" fmla="*/ 0 h 10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03" h="10498">
                        <a:moveTo>
                          <a:pt x="8979" y="0"/>
                        </a:moveTo>
                        <a:cubicBezTo>
                          <a:pt x="6363" y="975"/>
                          <a:pt x="-995" y="1773"/>
                          <a:pt x="113" y="4965"/>
                        </a:cubicBezTo>
                        <a:cubicBezTo>
                          <a:pt x="1842" y="10019"/>
                          <a:pt x="13988" y="10684"/>
                          <a:pt x="20993" y="10462"/>
                        </a:cubicBezTo>
                        <a:cubicBezTo>
                          <a:pt x="23032" y="10418"/>
                          <a:pt x="27642" y="9841"/>
                          <a:pt x="29903" y="9310"/>
                        </a:cubicBezTo>
                        <a:cubicBezTo>
                          <a:pt x="28573" y="9310"/>
                          <a:pt x="26357" y="9398"/>
                          <a:pt x="25115" y="9177"/>
                        </a:cubicBezTo>
                        <a:cubicBezTo>
                          <a:pt x="17978" y="7802"/>
                          <a:pt x="9600" y="5586"/>
                          <a:pt x="897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91" name="Forme libre : forme 23590">
                    <a:extLst>
                      <a:ext uri="{FF2B5EF4-FFF2-40B4-BE49-F238E27FC236}">
                        <a16:creationId xmlns:a16="http://schemas.microsoft.com/office/drawing/2014/main" id="{E85A7AF5-D758-43F7-9D21-4D06390DF056}"/>
                      </a:ext>
                    </a:extLst>
                  </p:cNvPr>
                  <p:cNvSpPr/>
                  <p:nvPr/>
                </p:nvSpPr>
                <p:spPr>
                  <a:xfrm>
                    <a:off x="5352413" y="1122070"/>
                    <a:ext cx="42226" cy="11754"/>
                  </a:xfrm>
                  <a:custGeom>
                    <a:avLst/>
                    <a:gdLst>
                      <a:gd name="connsiteX0" fmla="*/ 42182 w 42226"/>
                      <a:gd name="connsiteY0" fmla="*/ 4690 h 11754"/>
                      <a:gd name="connsiteX1" fmla="*/ 20238 w 42226"/>
                      <a:gd name="connsiteY1" fmla="*/ 11650 h 11754"/>
                      <a:gd name="connsiteX2" fmla="*/ 23 w 42226"/>
                      <a:gd name="connsiteY2" fmla="*/ 6064 h 11754"/>
                      <a:gd name="connsiteX3" fmla="*/ 19795 w 42226"/>
                      <a:gd name="connsiteY3" fmla="*/ 35 h 11754"/>
                      <a:gd name="connsiteX4" fmla="*/ 42182 w 42226"/>
                      <a:gd name="connsiteY4" fmla="*/ 4690 h 11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26" h="11754">
                        <a:moveTo>
                          <a:pt x="42182" y="4690"/>
                        </a:moveTo>
                        <a:cubicBezTo>
                          <a:pt x="41118" y="9478"/>
                          <a:pt x="26267" y="11207"/>
                          <a:pt x="20238" y="11650"/>
                        </a:cubicBezTo>
                        <a:cubicBezTo>
                          <a:pt x="14254" y="12093"/>
                          <a:pt x="688" y="11295"/>
                          <a:pt x="23" y="6064"/>
                        </a:cubicBezTo>
                        <a:cubicBezTo>
                          <a:pt x="-686" y="878"/>
                          <a:pt x="14963" y="168"/>
                          <a:pt x="19795" y="35"/>
                        </a:cubicBezTo>
                        <a:cubicBezTo>
                          <a:pt x="24671" y="-98"/>
                          <a:pt x="43246" y="-98"/>
                          <a:pt x="42182" y="469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92" name="Forme libre : forme 23591">
                    <a:extLst>
                      <a:ext uri="{FF2B5EF4-FFF2-40B4-BE49-F238E27FC236}">
                        <a16:creationId xmlns:a16="http://schemas.microsoft.com/office/drawing/2014/main" id="{47E7B72A-8EC3-420D-873A-6551CA1552F3}"/>
                      </a:ext>
                    </a:extLst>
                  </p:cNvPr>
                  <p:cNvSpPr/>
                  <p:nvPr/>
                </p:nvSpPr>
                <p:spPr>
                  <a:xfrm>
                    <a:off x="5330074" y="1117863"/>
                    <a:ext cx="52948" cy="22900"/>
                  </a:xfrm>
                  <a:custGeom>
                    <a:avLst/>
                    <a:gdLst>
                      <a:gd name="connsiteX0" fmla="*/ 862 w 52948"/>
                      <a:gd name="connsiteY0" fmla="*/ 10404 h 22900"/>
                      <a:gd name="connsiteX1" fmla="*/ 6049 w 52948"/>
                      <a:gd name="connsiteY1" fmla="*/ 15413 h 22900"/>
                      <a:gd name="connsiteX2" fmla="*/ 25510 w 52948"/>
                      <a:gd name="connsiteY2" fmla="*/ 22550 h 22900"/>
                      <a:gd name="connsiteX3" fmla="*/ 45814 w 52948"/>
                      <a:gd name="connsiteY3" fmla="*/ 20777 h 22900"/>
                      <a:gd name="connsiteX4" fmla="*/ 52729 w 52948"/>
                      <a:gd name="connsiteY4" fmla="*/ 14083 h 22900"/>
                      <a:gd name="connsiteX5" fmla="*/ 46124 w 52948"/>
                      <a:gd name="connsiteY5" fmla="*/ 11645 h 22900"/>
                      <a:gd name="connsiteX6" fmla="*/ 28081 w 52948"/>
                      <a:gd name="connsiteY6" fmla="*/ 5705 h 22900"/>
                      <a:gd name="connsiteX7" fmla="*/ 9994 w 52948"/>
                      <a:gd name="connsiteY7" fmla="*/ 163 h 22900"/>
                      <a:gd name="connsiteX8" fmla="*/ 5472 w 52948"/>
                      <a:gd name="connsiteY8" fmla="*/ 1493 h 22900"/>
                      <a:gd name="connsiteX9" fmla="*/ 3256 w 52948"/>
                      <a:gd name="connsiteY9" fmla="*/ 2601 h 22900"/>
                      <a:gd name="connsiteX10" fmla="*/ 1483 w 52948"/>
                      <a:gd name="connsiteY10" fmla="*/ 4153 h 22900"/>
                      <a:gd name="connsiteX11" fmla="*/ 862 w 52948"/>
                      <a:gd name="connsiteY11" fmla="*/ 10404 h 22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2948" h="22900">
                        <a:moveTo>
                          <a:pt x="862" y="10404"/>
                        </a:moveTo>
                        <a:cubicBezTo>
                          <a:pt x="2724" y="13064"/>
                          <a:pt x="3300" y="13507"/>
                          <a:pt x="6049" y="15413"/>
                        </a:cubicBezTo>
                        <a:cubicBezTo>
                          <a:pt x="12122" y="18782"/>
                          <a:pt x="17220" y="21531"/>
                          <a:pt x="25510" y="22550"/>
                        </a:cubicBezTo>
                        <a:cubicBezTo>
                          <a:pt x="32426" y="23393"/>
                          <a:pt x="40139" y="22683"/>
                          <a:pt x="45814" y="20777"/>
                        </a:cubicBezTo>
                        <a:cubicBezTo>
                          <a:pt x="50025" y="19359"/>
                          <a:pt x="53926" y="16876"/>
                          <a:pt x="52729" y="14083"/>
                        </a:cubicBezTo>
                        <a:cubicBezTo>
                          <a:pt x="51976" y="12354"/>
                          <a:pt x="48739" y="12354"/>
                          <a:pt x="46124" y="11645"/>
                        </a:cubicBezTo>
                        <a:cubicBezTo>
                          <a:pt x="39962" y="10005"/>
                          <a:pt x="34066" y="8719"/>
                          <a:pt x="28081" y="5705"/>
                        </a:cubicBezTo>
                        <a:cubicBezTo>
                          <a:pt x="23028" y="3133"/>
                          <a:pt x="17486" y="-856"/>
                          <a:pt x="9994" y="163"/>
                        </a:cubicBezTo>
                        <a:cubicBezTo>
                          <a:pt x="8310" y="385"/>
                          <a:pt x="6758" y="872"/>
                          <a:pt x="5472" y="1493"/>
                        </a:cubicBezTo>
                        <a:cubicBezTo>
                          <a:pt x="4896" y="1803"/>
                          <a:pt x="3965" y="2158"/>
                          <a:pt x="3256" y="2601"/>
                        </a:cubicBezTo>
                        <a:cubicBezTo>
                          <a:pt x="2502" y="2956"/>
                          <a:pt x="1970" y="3665"/>
                          <a:pt x="1483" y="4153"/>
                        </a:cubicBezTo>
                        <a:cubicBezTo>
                          <a:pt x="-424" y="6370"/>
                          <a:pt x="-335" y="8630"/>
                          <a:pt x="862" y="1040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93" name="Forme libre : forme 23592">
                    <a:extLst>
                      <a:ext uri="{FF2B5EF4-FFF2-40B4-BE49-F238E27FC236}">
                        <a16:creationId xmlns:a16="http://schemas.microsoft.com/office/drawing/2014/main" id="{5D05A6C7-23B4-4A09-B0D2-091D858E6D61}"/>
                      </a:ext>
                    </a:extLst>
                  </p:cNvPr>
                  <p:cNvSpPr/>
                  <p:nvPr/>
                </p:nvSpPr>
                <p:spPr>
                  <a:xfrm>
                    <a:off x="5340721" y="1117489"/>
                    <a:ext cx="17049" cy="6045"/>
                  </a:xfrm>
                  <a:custGeom>
                    <a:avLst/>
                    <a:gdLst>
                      <a:gd name="connsiteX0" fmla="*/ 1653 w 17049"/>
                      <a:gd name="connsiteY0" fmla="*/ 3596 h 6045"/>
                      <a:gd name="connsiteX1" fmla="*/ 57 w 17049"/>
                      <a:gd name="connsiteY1" fmla="*/ 4838 h 6045"/>
                      <a:gd name="connsiteX2" fmla="*/ 1342 w 17049"/>
                      <a:gd name="connsiteY2" fmla="*/ 5946 h 6045"/>
                      <a:gd name="connsiteX3" fmla="*/ 4490 w 17049"/>
                      <a:gd name="connsiteY3" fmla="*/ 5902 h 6045"/>
                      <a:gd name="connsiteX4" fmla="*/ 12115 w 17049"/>
                      <a:gd name="connsiteY4" fmla="*/ 4705 h 6045"/>
                      <a:gd name="connsiteX5" fmla="*/ 14819 w 17049"/>
                      <a:gd name="connsiteY5" fmla="*/ 3907 h 6045"/>
                      <a:gd name="connsiteX6" fmla="*/ 13046 w 17049"/>
                      <a:gd name="connsiteY6" fmla="*/ 50 h 6045"/>
                      <a:gd name="connsiteX7" fmla="*/ 1653 w 17049"/>
                      <a:gd name="connsiteY7" fmla="*/ 3596 h 6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049" h="6045">
                        <a:moveTo>
                          <a:pt x="1653" y="3596"/>
                        </a:moveTo>
                        <a:cubicBezTo>
                          <a:pt x="855" y="3995"/>
                          <a:pt x="323" y="4261"/>
                          <a:pt x="57" y="4838"/>
                        </a:cubicBezTo>
                        <a:cubicBezTo>
                          <a:pt x="-209" y="5414"/>
                          <a:pt x="500" y="5769"/>
                          <a:pt x="1342" y="5946"/>
                        </a:cubicBezTo>
                        <a:cubicBezTo>
                          <a:pt x="2229" y="6123"/>
                          <a:pt x="3470" y="6035"/>
                          <a:pt x="4490" y="5902"/>
                        </a:cubicBezTo>
                        <a:cubicBezTo>
                          <a:pt x="7017" y="5636"/>
                          <a:pt x="9721" y="5237"/>
                          <a:pt x="12115" y="4705"/>
                        </a:cubicBezTo>
                        <a:cubicBezTo>
                          <a:pt x="13090" y="4483"/>
                          <a:pt x="14065" y="4306"/>
                          <a:pt x="14819" y="3907"/>
                        </a:cubicBezTo>
                        <a:cubicBezTo>
                          <a:pt x="18099" y="2222"/>
                          <a:pt x="17966" y="-393"/>
                          <a:pt x="13046" y="50"/>
                        </a:cubicBezTo>
                        <a:cubicBezTo>
                          <a:pt x="9278" y="360"/>
                          <a:pt x="4800" y="2045"/>
                          <a:pt x="1653" y="359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94" name="Forme libre : forme 23593">
                    <a:extLst>
                      <a:ext uri="{FF2B5EF4-FFF2-40B4-BE49-F238E27FC236}">
                        <a16:creationId xmlns:a16="http://schemas.microsoft.com/office/drawing/2014/main" id="{00201FFB-1422-42CA-A084-F042E03DBC92}"/>
                      </a:ext>
                    </a:extLst>
                  </p:cNvPr>
                  <p:cNvSpPr/>
                  <p:nvPr/>
                </p:nvSpPr>
                <p:spPr>
                  <a:xfrm>
                    <a:off x="5381650" y="1127646"/>
                    <a:ext cx="25623" cy="14407"/>
                  </a:xfrm>
                  <a:custGeom>
                    <a:avLst/>
                    <a:gdLst>
                      <a:gd name="connsiteX0" fmla="*/ 25623 w 25623"/>
                      <a:gd name="connsiteY0" fmla="*/ 0 h 14407"/>
                      <a:gd name="connsiteX1" fmla="*/ 0 w 25623"/>
                      <a:gd name="connsiteY1" fmla="*/ 14408 h 14407"/>
                      <a:gd name="connsiteX2" fmla="*/ 25623 w 25623"/>
                      <a:gd name="connsiteY2" fmla="*/ 0 h 14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623" h="14407">
                        <a:moveTo>
                          <a:pt x="25623" y="0"/>
                        </a:moveTo>
                        <a:cubicBezTo>
                          <a:pt x="22210" y="6738"/>
                          <a:pt x="8600" y="11570"/>
                          <a:pt x="0" y="14408"/>
                        </a:cubicBezTo>
                        <a:cubicBezTo>
                          <a:pt x="9354" y="11304"/>
                          <a:pt x="19107" y="5320"/>
                          <a:pt x="2562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95" name="Forme libre : forme 23594">
                    <a:extLst>
                      <a:ext uri="{FF2B5EF4-FFF2-40B4-BE49-F238E27FC236}">
                        <a16:creationId xmlns:a16="http://schemas.microsoft.com/office/drawing/2014/main" id="{9A716F5F-4C43-4B93-A29B-AE15DC3C5D5F}"/>
                      </a:ext>
                    </a:extLst>
                  </p:cNvPr>
                  <p:cNvSpPr/>
                  <p:nvPr/>
                </p:nvSpPr>
                <p:spPr>
                  <a:xfrm>
                    <a:off x="5320119" y="1110002"/>
                    <a:ext cx="30543" cy="16180"/>
                  </a:xfrm>
                  <a:custGeom>
                    <a:avLst/>
                    <a:gdLst>
                      <a:gd name="connsiteX0" fmla="*/ 30544 w 30543"/>
                      <a:gd name="connsiteY0" fmla="*/ 0 h 16180"/>
                      <a:gd name="connsiteX1" fmla="*/ 14186 w 30543"/>
                      <a:gd name="connsiteY1" fmla="*/ 4433 h 16180"/>
                      <a:gd name="connsiteX2" fmla="*/ 8600 w 30543"/>
                      <a:gd name="connsiteY2" fmla="*/ 6960 h 16180"/>
                      <a:gd name="connsiteX3" fmla="*/ 4921 w 30543"/>
                      <a:gd name="connsiteY3" fmla="*/ 9974 h 16180"/>
                      <a:gd name="connsiteX4" fmla="*/ 0 w 30543"/>
                      <a:gd name="connsiteY4" fmla="*/ 16181 h 16180"/>
                      <a:gd name="connsiteX5" fmla="*/ 4876 w 30543"/>
                      <a:gd name="connsiteY5" fmla="*/ 10152 h 16180"/>
                      <a:gd name="connsiteX6" fmla="*/ 8822 w 30543"/>
                      <a:gd name="connsiteY6" fmla="*/ 7226 h 16180"/>
                      <a:gd name="connsiteX7" fmla="*/ 11615 w 30543"/>
                      <a:gd name="connsiteY7" fmla="*/ 5807 h 16180"/>
                      <a:gd name="connsiteX8" fmla="*/ 14674 w 30543"/>
                      <a:gd name="connsiteY8" fmla="*/ 4876 h 16180"/>
                      <a:gd name="connsiteX9" fmla="*/ 30544 w 30543"/>
                      <a:gd name="connsiteY9" fmla="*/ 0 h 16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0543" h="16180">
                        <a:moveTo>
                          <a:pt x="30544" y="0"/>
                        </a:moveTo>
                        <a:cubicBezTo>
                          <a:pt x="24648" y="576"/>
                          <a:pt x="19417" y="2217"/>
                          <a:pt x="14186" y="4433"/>
                        </a:cubicBezTo>
                        <a:cubicBezTo>
                          <a:pt x="12058" y="4876"/>
                          <a:pt x="10196" y="5985"/>
                          <a:pt x="8600" y="6960"/>
                        </a:cubicBezTo>
                        <a:cubicBezTo>
                          <a:pt x="6960" y="7891"/>
                          <a:pt x="5896" y="8955"/>
                          <a:pt x="4921" y="9974"/>
                        </a:cubicBezTo>
                        <a:cubicBezTo>
                          <a:pt x="2837" y="12014"/>
                          <a:pt x="1330" y="14097"/>
                          <a:pt x="0" y="16181"/>
                        </a:cubicBezTo>
                        <a:cubicBezTo>
                          <a:pt x="1108" y="14186"/>
                          <a:pt x="2660" y="12147"/>
                          <a:pt x="4876" y="10152"/>
                        </a:cubicBezTo>
                        <a:cubicBezTo>
                          <a:pt x="5940" y="9132"/>
                          <a:pt x="7093" y="8157"/>
                          <a:pt x="8822" y="7226"/>
                        </a:cubicBezTo>
                        <a:cubicBezTo>
                          <a:pt x="9664" y="6738"/>
                          <a:pt x="10639" y="6295"/>
                          <a:pt x="11615" y="5807"/>
                        </a:cubicBezTo>
                        <a:cubicBezTo>
                          <a:pt x="12546" y="5364"/>
                          <a:pt x="13787" y="5187"/>
                          <a:pt x="14674" y="4876"/>
                        </a:cubicBezTo>
                        <a:cubicBezTo>
                          <a:pt x="19993" y="2881"/>
                          <a:pt x="25623" y="1241"/>
                          <a:pt x="305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96" name="Forme libre : forme 23595">
                    <a:extLst>
                      <a:ext uri="{FF2B5EF4-FFF2-40B4-BE49-F238E27FC236}">
                        <a16:creationId xmlns:a16="http://schemas.microsoft.com/office/drawing/2014/main" id="{9E53B82A-6E6D-4599-A09C-AE493299E046}"/>
                      </a:ext>
                    </a:extLst>
                  </p:cNvPr>
                  <p:cNvSpPr/>
                  <p:nvPr/>
                </p:nvSpPr>
                <p:spPr>
                  <a:xfrm>
                    <a:off x="5367061" y="1121984"/>
                    <a:ext cx="15626" cy="3880"/>
                  </a:xfrm>
                  <a:custGeom>
                    <a:avLst/>
                    <a:gdLst>
                      <a:gd name="connsiteX0" fmla="*/ 15520 w 15626"/>
                      <a:gd name="connsiteY0" fmla="*/ 2648 h 3880"/>
                      <a:gd name="connsiteX1" fmla="*/ 6388 w 15626"/>
                      <a:gd name="connsiteY1" fmla="*/ 3712 h 3880"/>
                      <a:gd name="connsiteX2" fmla="*/ 137 w 15626"/>
                      <a:gd name="connsiteY2" fmla="*/ 1185 h 3880"/>
                      <a:gd name="connsiteX3" fmla="*/ 8738 w 15626"/>
                      <a:gd name="connsiteY3" fmla="*/ 254 h 3880"/>
                      <a:gd name="connsiteX4" fmla="*/ 15520 w 15626"/>
                      <a:gd name="connsiteY4" fmla="*/ 2648 h 3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26" h="3880">
                        <a:moveTo>
                          <a:pt x="15520" y="2648"/>
                        </a:moveTo>
                        <a:cubicBezTo>
                          <a:pt x="14545" y="4333"/>
                          <a:pt x="8294" y="3845"/>
                          <a:pt x="6388" y="3712"/>
                        </a:cubicBezTo>
                        <a:cubicBezTo>
                          <a:pt x="4482" y="3579"/>
                          <a:pt x="-927" y="2914"/>
                          <a:pt x="137" y="1185"/>
                        </a:cubicBezTo>
                        <a:cubicBezTo>
                          <a:pt x="1246" y="-544"/>
                          <a:pt x="6964" y="77"/>
                          <a:pt x="8738" y="254"/>
                        </a:cubicBezTo>
                        <a:cubicBezTo>
                          <a:pt x="10511" y="387"/>
                          <a:pt x="16495" y="964"/>
                          <a:pt x="15520" y="264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97" name="Forme libre : forme 23596">
                    <a:extLst>
                      <a:ext uri="{FF2B5EF4-FFF2-40B4-BE49-F238E27FC236}">
                        <a16:creationId xmlns:a16="http://schemas.microsoft.com/office/drawing/2014/main" id="{08404A3E-01E8-4ECB-AB70-363D61E0BF33}"/>
                      </a:ext>
                    </a:extLst>
                  </p:cNvPr>
                  <p:cNvSpPr/>
                  <p:nvPr/>
                </p:nvSpPr>
                <p:spPr>
                  <a:xfrm>
                    <a:off x="5380571" y="1123422"/>
                    <a:ext cx="4419" cy="1529"/>
                  </a:xfrm>
                  <a:custGeom>
                    <a:avLst/>
                    <a:gdLst>
                      <a:gd name="connsiteX0" fmla="*/ 4404 w 4419"/>
                      <a:gd name="connsiteY0" fmla="*/ 677 h 1529"/>
                      <a:gd name="connsiteX1" fmla="*/ 2410 w 4419"/>
                      <a:gd name="connsiteY1" fmla="*/ 1520 h 1529"/>
                      <a:gd name="connsiteX2" fmla="*/ 16 w 4419"/>
                      <a:gd name="connsiteY2" fmla="*/ 855 h 1529"/>
                      <a:gd name="connsiteX3" fmla="*/ 1966 w 4419"/>
                      <a:gd name="connsiteY3" fmla="*/ 12 h 1529"/>
                      <a:gd name="connsiteX4" fmla="*/ 4404 w 4419"/>
                      <a:gd name="connsiteY4" fmla="*/ 677 h 1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19" h="1529">
                        <a:moveTo>
                          <a:pt x="4404" y="677"/>
                        </a:moveTo>
                        <a:cubicBezTo>
                          <a:pt x="4582" y="1298"/>
                          <a:pt x="3163" y="1520"/>
                          <a:pt x="2410" y="1520"/>
                        </a:cubicBezTo>
                        <a:cubicBezTo>
                          <a:pt x="1656" y="1564"/>
                          <a:pt x="149" y="1475"/>
                          <a:pt x="16" y="855"/>
                        </a:cubicBezTo>
                        <a:cubicBezTo>
                          <a:pt x="-162" y="190"/>
                          <a:pt x="1213" y="57"/>
                          <a:pt x="1966" y="12"/>
                        </a:cubicBezTo>
                        <a:cubicBezTo>
                          <a:pt x="2676" y="-32"/>
                          <a:pt x="4227" y="12"/>
                          <a:pt x="4404" y="6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98" name="Forme libre : forme 23597">
                    <a:extLst>
                      <a:ext uri="{FF2B5EF4-FFF2-40B4-BE49-F238E27FC236}">
                        <a16:creationId xmlns:a16="http://schemas.microsoft.com/office/drawing/2014/main" id="{304C9898-E879-4823-8BD9-887BA6F12DF7}"/>
                      </a:ext>
                    </a:extLst>
                  </p:cNvPr>
                  <p:cNvSpPr/>
                  <p:nvPr/>
                </p:nvSpPr>
                <p:spPr>
                  <a:xfrm>
                    <a:off x="5366655" y="1110838"/>
                    <a:ext cx="38728" cy="15537"/>
                  </a:xfrm>
                  <a:custGeom>
                    <a:avLst/>
                    <a:gdLst>
                      <a:gd name="connsiteX0" fmla="*/ 28827 w 38728"/>
                      <a:gd name="connsiteY0" fmla="*/ 6213 h 15537"/>
                      <a:gd name="connsiteX1" fmla="*/ 38447 w 38728"/>
                      <a:gd name="connsiteY1" fmla="*/ 12730 h 15537"/>
                      <a:gd name="connsiteX2" fmla="*/ 35876 w 38728"/>
                      <a:gd name="connsiteY2" fmla="*/ 15523 h 15537"/>
                      <a:gd name="connsiteX3" fmla="*/ 31221 w 38728"/>
                      <a:gd name="connsiteY3" fmla="*/ 14104 h 15537"/>
                      <a:gd name="connsiteX4" fmla="*/ 17389 w 38728"/>
                      <a:gd name="connsiteY4" fmla="*/ 8519 h 15537"/>
                      <a:gd name="connsiteX5" fmla="*/ 322 w 38728"/>
                      <a:gd name="connsiteY5" fmla="*/ 2312 h 15537"/>
                      <a:gd name="connsiteX6" fmla="*/ 19828 w 38728"/>
                      <a:gd name="connsiteY6" fmla="*/ 1426 h 15537"/>
                      <a:gd name="connsiteX7" fmla="*/ 28827 w 38728"/>
                      <a:gd name="connsiteY7" fmla="*/ 6213 h 15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728" h="15537">
                        <a:moveTo>
                          <a:pt x="28827" y="6213"/>
                        </a:moveTo>
                        <a:cubicBezTo>
                          <a:pt x="32950" y="8253"/>
                          <a:pt x="35964" y="9716"/>
                          <a:pt x="38447" y="12730"/>
                        </a:cubicBezTo>
                        <a:cubicBezTo>
                          <a:pt x="39378" y="13838"/>
                          <a:pt x="37870" y="15390"/>
                          <a:pt x="35876" y="15523"/>
                        </a:cubicBezTo>
                        <a:cubicBezTo>
                          <a:pt x="33881" y="15656"/>
                          <a:pt x="32595" y="14858"/>
                          <a:pt x="31221" y="14104"/>
                        </a:cubicBezTo>
                        <a:cubicBezTo>
                          <a:pt x="26965" y="11755"/>
                          <a:pt x="22443" y="10115"/>
                          <a:pt x="17389" y="8519"/>
                        </a:cubicBezTo>
                        <a:cubicBezTo>
                          <a:pt x="14242" y="7543"/>
                          <a:pt x="-2515" y="5992"/>
                          <a:pt x="322" y="2312"/>
                        </a:cubicBezTo>
                        <a:cubicBezTo>
                          <a:pt x="3159" y="-1367"/>
                          <a:pt x="15661" y="140"/>
                          <a:pt x="19828" y="1426"/>
                        </a:cubicBezTo>
                        <a:cubicBezTo>
                          <a:pt x="24039" y="2711"/>
                          <a:pt x="25724" y="4706"/>
                          <a:pt x="28827" y="621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44" name="Graphique 2">
                <a:extLst>
                  <a:ext uri="{FF2B5EF4-FFF2-40B4-BE49-F238E27FC236}">
                    <a16:creationId xmlns:a16="http://schemas.microsoft.com/office/drawing/2014/main" id="{47BF496A-8CE6-4147-A536-148C50322813}"/>
                  </a:ext>
                </a:extLst>
              </p:cNvPr>
              <p:cNvGrpSpPr/>
              <p:nvPr/>
            </p:nvGrpSpPr>
            <p:grpSpPr>
              <a:xfrm>
                <a:off x="6164934" y="1213960"/>
                <a:ext cx="135484" cy="82817"/>
                <a:chOff x="6164934" y="1213960"/>
                <a:chExt cx="135484" cy="82817"/>
              </a:xfrm>
              <a:solidFill>
                <a:schemeClr val="accent1"/>
              </a:solidFill>
            </p:grpSpPr>
            <p:grpSp>
              <p:nvGrpSpPr>
                <p:cNvPr id="23554" name="Graphique 2">
                  <a:extLst>
                    <a:ext uri="{FF2B5EF4-FFF2-40B4-BE49-F238E27FC236}">
                      <a16:creationId xmlns:a16="http://schemas.microsoft.com/office/drawing/2014/main" id="{B586682D-F4B5-4923-A789-1F7E5AB23A20}"/>
                    </a:ext>
                  </a:extLst>
                </p:cNvPr>
                <p:cNvGrpSpPr/>
                <p:nvPr/>
              </p:nvGrpSpPr>
              <p:grpSpPr>
                <a:xfrm>
                  <a:off x="6164934" y="1253024"/>
                  <a:ext cx="72576" cy="43753"/>
                  <a:chOff x="6164934" y="1253024"/>
                  <a:chExt cx="72576" cy="43753"/>
                </a:xfrm>
                <a:solidFill>
                  <a:schemeClr val="accent1"/>
                </a:solidFill>
              </p:grpSpPr>
              <p:sp>
                <p:nvSpPr>
                  <p:cNvPr id="23568" name="Forme libre : forme 23567">
                    <a:extLst>
                      <a:ext uri="{FF2B5EF4-FFF2-40B4-BE49-F238E27FC236}">
                        <a16:creationId xmlns:a16="http://schemas.microsoft.com/office/drawing/2014/main" id="{40B90D23-51FF-4BF5-9BD2-DB5EA10E170B}"/>
                      </a:ext>
                    </a:extLst>
                  </p:cNvPr>
                  <p:cNvSpPr/>
                  <p:nvPr/>
                </p:nvSpPr>
                <p:spPr>
                  <a:xfrm>
                    <a:off x="6164937" y="1253024"/>
                    <a:ext cx="72573" cy="43753"/>
                  </a:xfrm>
                  <a:custGeom>
                    <a:avLst/>
                    <a:gdLst>
                      <a:gd name="connsiteX0" fmla="*/ 55898 w 72573"/>
                      <a:gd name="connsiteY0" fmla="*/ 33815 h 43753"/>
                      <a:gd name="connsiteX1" fmla="*/ 43220 w 72573"/>
                      <a:gd name="connsiteY1" fmla="*/ 39224 h 43753"/>
                      <a:gd name="connsiteX2" fmla="*/ 29521 w 72573"/>
                      <a:gd name="connsiteY2" fmla="*/ 43080 h 43753"/>
                      <a:gd name="connsiteX3" fmla="*/ 1460 w 72573"/>
                      <a:gd name="connsiteY3" fmla="*/ 33904 h 43753"/>
                      <a:gd name="connsiteX4" fmla="*/ 1770 w 72573"/>
                      <a:gd name="connsiteY4" fmla="*/ 23885 h 43753"/>
                      <a:gd name="connsiteX5" fmla="*/ 21364 w 72573"/>
                      <a:gd name="connsiteY5" fmla="*/ 8901 h 43753"/>
                      <a:gd name="connsiteX6" fmla="*/ 31339 w 72573"/>
                      <a:gd name="connsiteY6" fmla="*/ 5576 h 43753"/>
                      <a:gd name="connsiteX7" fmla="*/ 41491 w 72573"/>
                      <a:gd name="connsiteY7" fmla="*/ 1897 h 43753"/>
                      <a:gd name="connsiteX8" fmla="*/ 54613 w 72573"/>
                      <a:gd name="connsiteY8" fmla="*/ 124 h 43753"/>
                      <a:gd name="connsiteX9" fmla="*/ 66937 w 72573"/>
                      <a:gd name="connsiteY9" fmla="*/ 3448 h 43753"/>
                      <a:gd name="connsiteX10" fmla="*/ 72522 w 72573"/>
                      <a:gd name="connsiteY10" fmla="*/ 11472 h 43753"/>
                      <a:gd name="connsiteX11" fmla="*/ 67779 w 72573"/>
                      <a:gd name="connsiteY11" fmla="*/ 23885 h 43753"/>
                      <a:gd name="connsiteX12" fmla="*/ 55898 w 72573"/>
                      <a:gd name="connsiteY12" fmla="*/ 33815 h 4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2573" h="43753">
                        <a:moveTo>
                          <a:pt x="55898" y="33815"/>
                        </a:moveTo>
                        <a:cubicBezTo>
                          <a:pt x="53061" y="35411"/>
                          <a:pt x="48185" y="37362"/>
                          <a:pt x="43220" y="39224"/>
                        </a:cubicBezTo>
                        <a:cubicBezTo>
                          <a:pt x="38166" y="40908"/>
                          <a:pt x="33024" y="42504"/>
                          <a:pt x="29521" y="43080"/>
                        </a:cubicBezTo>
                        <a:cubicBezTo>
                          <a:pt x="16488" y="45474"/>
                          <a:pt x="8287" y="41263"/>
                          <a:pt x="1460" y="33904"/>
                        </a:cubicBezTo>
                        <a:cubicBezTo>
                          <a:pt x="-978" y="31288"/>
                          <a:pt x="-3" y="26235"/>
                          <a:pt x="1770" y="23885"/>
                        </a:cubicBezTo>
                        <a:cubicBezTo>
                          <a:pt x="7312" y="16925"/>
                          <a:pt x="12188" y="12049"/>
                          <a:pt x="21364" y="8901"/>
                        </a:cubicBezTo>
                        <a:cubicBezTo>
                          <a:pt x="23891" y="8059"/>
                          <a:pt x="27571" y="6818"/>
                          <a:pt x="31339" y="5576"/>
                        </a:cubicBezTo>
                        <a:cubicBezTo>
                          <a:pt x="35107" y="4113"/>
                          <a:pt x="38920" y="2961"/>
                          <a:pt x="41491" y="1897"/>
                        </a:cubicBezTo>
                        <a:cubicBezTo>
                          <a:pt x="46323" y="124"/>
                          <a:pt x="50534" y="-231"/>
                          <a:pt x="54613" y="124"/>
                        </a:cubicBezTo>
                        <a:cubicBezTo>
                          <a:pt x="58691" y="523"/>
                          <a:pt x="62681" y="1941"/>
                          <a:pt x="66937" y="3448"/>
                        </a:cubicBezTo>
                        <a:cubicBezTo>
                          <a:pt x="69907" y="4512"/>
                          <a:pt x="73010" y="8325"/>
                          <a:pt x="72522" y="11472"/>
                        </a:cubicBezTo>
                        <a:cubicBezTo>
                          <a:pt x="71857" y="16083"/>
                          <a:pt x="70394" y="20205"/>
                          <a:pt x="67779" y="23885"/>
                        </a:cubicBezTo>
                        <a:cubicBezTo>
                          <a:pt x="65163" y="27653"/>
                          <a:pt x="61395" y="31022"/>
                          <a:pt x="55898" y="3381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69" name="Forme libre : forme 23568">
                    <a:extLst>
                      <a:ext uri="{FF2B5EF4-FFF2-40B4-BE49-F238E27FC236}">
                        <a16:creationId xmlns:a16="http://schemas.microsoft.com/office/drawing/2014/main" id="{7BB47B85-4FC1-4CD5-AC95-73D213A7FB77}"/>
                      </a:ext>
                    </a:extLst>
                  </p:cNvPr>
                  <p:cNvSpPr/>
                  <p:nvPr/>
                </p:nvSpPr>
                <p:spPr>
                  <a:xfrm>
                    <a:off x="6164934" y="1264230"/>
                    <a:ext cx="72392" cy="32470"/>
                  </a:xfrm>
                  <a:custGeom>
                    <a:avLst/>
                    <a:gdLst>
                      <a:gd name="connsiteX0" fmla="*/ 30278 w 72392"/>
                      <a:gd name="connsiteY0" fmla="*/ 18619 h 32470"/>
                      <a:gd name="connsiteX1" fmla="*/ 0 w 72392"/>
                      <a:gd name="connsiteY1" fmla="*/ 18486 h 32470"/>
                      <a:gd name="connsiteX2" fmla="*/ 1419 w 72392"/>
                      <a:gd name="connsiteY2" fmla="*/ 22609 h 32470"/>
                      <a:gd name="connsiteX3" fmla="*/ 5098 w 72392"/>
                      <a:gd name="connsiteY3" fmla="*/ 26111 h 32470"/>
                      <a:gd name="connsiteX4" fmla="*/ 18176 w 72392"/>
                      <a:gd name="connsiteY4" fmla="*/ 32140 h 32470"/>
                      <a:gd name="connsiteX5" fmla="*/ 29480 w 72392"/>
                      <a:gd name="connsiteY5" fmla="*/ 31785 h 32470"/>
                      <a:gd name="connsiteX6" fmla="*/ 33958 w 72392"/>
                      <a:gd name="connsiteY6" fmla="*/ 30766 h 32470"/>
                      <a:gd name="connsiteX7" fmla="*/ 54039 w 72392"/>
                      <a:gd name="connsiteY7" fmla="*/ 23451 h 32470"/>
                      <a:gd name="connsiteX8" fmla="*/ 55857 w 72392"/>
                      <a:gd name="connsiteY8" fmla="*/ 22520 h 32470"/>
                      <a:gd name="connsiteX9" fmla="*/ 65078 w 72392"/>
                      <a:gd name="connsiteY9" fmla="*/ 15738 h 32470"/>
                      <a:gd name="connsiteX10" fmla="*/ 71506 w 72392"/>
                      <a:gd name="connsiteY10" fmla="*/ 4389 h 32470"/>
                      <a:gd name="connsiteX11" fmla="*/ 72393 w 72392"/>
                      <a:gd name="connsiteY11" fmla="*/ 177 h 32470"/>
                      <a:gd name="connsiteX12" fmla="*/ 72393 w 72392"/>
                      <a:gd name="connsiteY12" fmla="*/ 0 h 32470"/>
                      <a:gd name="connsiteX13" fmla="*/ 30278 w 72392"/>
                      <a:gd name="connsiteY13" fmla="*/ 18619 h 32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2392" h="32470">
                        <a:moveTo>
                          <a:pt x="30278" y="18619"/>
                        </a:moveTo>
                        <a:cubicBezTo>
                          <a:pt x="20437" y="22298"/>
                          <a:pt x="8157" y="23939"/>
                          <a:pt x="0" y="18486"/>
                        </a:cubicBezTo>
                        <a:cubicBezTo>
                          <a:pt x="0" y="20038"/>
                          <a:pt x="488" y="21545"/>
                          <a:pt x="1419" y="22609"/>
                        </a:cubicBezTo>
                        <a:cubicBezTo>
                          <a:pt x="2616" y="23939"/>
                          <a:pt x="3813" y="25047"/>
                          <a:pt x="5098" y="26111"/>
                        </a:cubicBezTo>
                        <a:cubicBezTo>
                          <a:pt x="8778" y="29170"/>
                          <a:pt x="12989" y="31298"/>
                          <a:pt x="18176" y="32140"/>
                        </a:cubicBezTo>
                        <a:cubicBezTo>
                          <a:pt x="21501" y="32628"/>
                          <a:pt x="25269" y="32628"/>
                          <a:pt x="29480" y="31785"/>
                        </a:cubicBezTo>
                        <a:cubicBezTo>
                          <a:pt x="30766" y="31519"/>
                          <a:pt x="32317" y="31253"/>
                          <a:pt x="33958" y="30766"/>
                        </a:cubicBezTo>
                        <a:cubicBezTo>
                          <a:pt x="40430" y="29037"/>
                          <a:pt x="48897" y="25889"/>
                          <a:pt x="54039" y="23451"/>
                        </a:cubicBezTo>
                        <a:cubicBezTo>
                          <a:pt x="54705" y="23141"/>
                          <a:pt x="55325" y="22786"/>
                          <a:pt x="55857" y="22520"/>
                        </a:cubicBezTo>
                        <a:cubicBezTo>
                          <a:pt x="59714" y="20481"/>
                          <a:pt x="62773" y="18309"/>
                          <a:pt x="65078" y="15738"/>
                        </a:cubicBezTo>
                        <a:cubicBezTo>
                          <a:pt x="68225" y="12235"/>
                          <a:pt x="70265" y="8512"/>
                          <a:pt x="71506" y="4389"/>
                        </a:cubicBezTo>
                        <a:cubicBezTo>
                          <a:pt x="71861" y="3014"/>
                          <a:pt x="72171" y="1596"/>
                          <a:pt x="72393" y="177"/>
                        </a:cubicBezTo>
                        <a:lnTo>
                          <a:pt x="72393" y="0"/>
                        </a:lnTo>
                        <a:cubicBezTo>
                          <a:pt x="59093" y="7270"/>
                          <a:pt x="44553" y="13344"/>
                          <a:pt x="30278" y="1861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70" name="Forme libre : forme 23569">
                    <a:extLst>
                      <a:ext uri="{FF2B5EF4-FFF2-40B4-BE49-F238E27FC236}">
                        <a16:creationId xmlns:a16="http://schemas.microsoft.com/office/drawing/2014/main" id="{CC7CB17B-C145-4F6B-8D86-34A3FE95E971}"/>
                      </a:ext>
                    </a:extLst>
                  </p:cNvPr>
                  <p:cNvSpPr/>
                  <p:nvPr/>
                </p:nvSpPr>
                <p:spPr>
                  <a:xfrm>
                    <a:off x="6190805" y="1265602"/>
                    <a:ext cx="33141" cy="16686"/>
                  </a:xfrm>
                  <a:custGeom>
                    <a:avLst/>
                    <a:gdLst>
                      <a:gd name="connsiteX0" fmla="*/ 32868 w 33141"/>
                      <a:gd name="connsiteY0" fmla="*/ 1599 h 16686"/>
                      <a:gd name="connsiteX1" fmla="*/ 18239 w 33141"/>
                      <a:gd name="connsiteY1" fmla="*/ 14321 h 16686"/>
                      <a:gd name="connsiteX2" fmla="*/ 107 w 33141"/>
                      <a:gd name="connsiteY2" fmla="*/ 13701 h 16686"/>
                      <a:gd name="connsiteX3" fmla="*/ 14116 w 33141"/>
                      <a:gd name="connsiteY3" fmla="*/ 3549 h 16686"/>
                      <a:gd name="connsiteX4" fmla="*/ 32868 w 33141"/>
                      <a:gd name="connsiteY4" fmla="*/ 1599 h 166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41" h="16686">
                        <a:moveTo>
                          <a:pt x="32868" y="1599"/>
                        </a:moveTo>
                        <a:cubicBezTo>
                          <a:pt x="35129" y="5854"/>
                          <a:pt x="22761" y="12726"/>
                          <a:pt x="18239" y="14321"/>
                        </a:cubicBezTo>
                        <a:cubicBezTo>
                          <a:pt x="13850" y="16228"/>
                          <a:pt x="1482" y="18799"/>
                          <a:pt x="107" y="13701"/>
                        </a:cubicBezTo>
                        <a:cubicBezTo>
                          <a:pt x="-1223" y="8869"/>
                          <a:pt x="10171" y="5056"/>
                          <a:pt x="14116" y="3549"/>
                        </a:cubicBezTo>
                        <a:cubicBezTo>
                          <a:pt x="18106" y="2396"/>
                          <a:pt x="30696" y="-2480"/>
                          <a:pt x="32868" y="159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71" name="Forme libre : forme 23570">
                    <a:extLst>
                      <a:ext uri="{FF2B5EF4-FFF2-40B4-BE49-F238E27FC236}">
                        <a16:creationId xmlns:a16="http://schemas.microsoft.com/office/drawing/2014/main" id="{AB7F5C34-BF47-4035-962F-320397465D4F}"/>
                      </a:ext>
                    </a:extLst>
                  </p:cNvPr>
                  <p:cNvSpPr/>
                  <p:nvPr/>
                </p:nvSpPr>
                <p:spPr>
                  <a:xfrm>
                    <a:off x="6190461" y="1272786"/>
                    <a:ext cx="25631" cy="9446"/>
                  </a:xfrm>
                  <a:custGeom>
                    <a:avLst/>
                    <a:gdLst>
                      <a:gd name="connsiteX0" fmla="*/ 6081 w 25631"/>
                      <a:gd name="connsiteY0" fmla="*/ 0 h 9446"/>
                      <a:gd name="connsiteX1" fmla="*/ 1958 w 25631"/>
                      <a:gd name="connsiteY1" fmla="*/ 2837 h 9446"/>
                      <a:gd name="connsiteX2" fmla="*/ 274 w 25631"/>
                      <a:gd name="connsiteY2" fmla="*/ 6561 h 9446"/>
                      <a:gd name="connsiteX3" fmla="*/ 18804 w 25631"/>
                      <a:gd name="connsiteY3" fmla="*/ 7049 h 9446"/>
                      <a:gd name="connsiteX4" fmla="*/ 25631 w 25631"/>
                      <a:gd name="connsiteY4" fmla="*/ 3458 h 9446"/>
                      <a:gd name="connsiteX5" fmla="*/ 21774 w 25631"/>
                      <a:gd name="connsiteY5" fmla="*/ 4788 h 9446"/>
                      <a:gd name="connsiteX6" fmla="*/ 12376 w 25631"/>
                      <a:gd name="connsiteY6" fmla="*/ 4699 h 9446"/>
                      <a:gd name="connsiteX7" fmla="*/ 6081 w 25631"/>
                      <a:gd name="connsiteY7" fmla="*/ 0 h 9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631" h="9446">
                        <a:moveTo>
                          <a:pt x="6081" y="0"/>
                        </a:moveTo>
                        <a:cubicBezTo>
                          <a:pt x="5194" y="754"/>
                          <a:pt x="3377" y="1729"/>
                          <a:pt x="1958" y="2837"/>
                        </a:cubicBezTo>
                        <a:cubicBezTo>
                          <a:pt x="540" y="3901"/>
                          <a:pt x="-524" y="5142"/>
                          <a:pt x="274" y="6561"/>
                        </a:cubicBezTo>
                        <a:cubicBezTo>
                          <a:pt x="2845" y="11304"/>
                          <a:pt x="13218" y="9265"/>
                          <a:pt x="18804" y="7049"/>
                        </a:cubicBezTo>
                        <a:cubicBezTo>
                          <a:pt x="20489" y="6472"/>
                          <a:pt x="23991" y="4699"/>
                          <a:pt x="25631" y="3458"/>
                        </a:cubicBezTo>
                        <a:cubicBezTo>
                          <a:pt x="24567" y="3857"/>
                          <a:pt x="22838" y="4655"/>
                          <a:pt x="21774" y="4788"/>
                        </a:cubicBezTo>
                        <a:cubicBezTo>
                          <a:pt x="18671" y="5098"/>
                          <a:pt x="15258" y="5275"/>
                          <a:pt x="12376" y="4699"/>
                        </a:cubicBezTo>
                        <a:cubicBezTo>
                          <a:pt x="9406" y="4034"/>
                          <a:pt x="7056" y="2616"/>
                          <a:pt x="6081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72" name="Forme libre : forme 23571">
                    <a:extLst>
                      <a:ext uri="{FF2B5EF4-FFF2-40B4-BE49-F238E27FC236}">
                        <a16:creationId xmlns:a16="http://schemas.microsoft.com/office/drawing/2014/main" id="{5D25065D-C3B7-44C7-A775-1E99F246E36D}"/>
                      </a:ext>
                    </a:extLst>
                  </p:cNvPr>
                  <p:cNvSpPr/>
                  <p:nvPr/>
                </p:nvSpPr>
                <p:spPr>
                  <a:xfrm>
                    <a:off x="6192827" y="1265644"/>
                    <a:ext cx="33157" cy="17436"/>
                  </a:xfrm>
                  <a:custGeom>
                    <a:avLst/>
                    <a:gdLst>
                      <a:gd name="connsiteX0" fmla="*/ 33062 w 33157"/>
                      <a:gd name="connsiteY0" fmla="*/ 1733 h 17436"/>
                      <a:gd name="connsiteX1" fmla="*/ 18300 w 33157"/>
                      <a:gd name="connsiteY1" fmla="*/ 14944 h 17436"/>
                      <a:gd name="connsiteX2" fmla="*/ 169 w 33157"/>
                      <a:gd name="connsiteY2" fmla="*/ 14456 h 17436"/>
                      <a:gd name="connsiteX3" fmla="*/ 14133 w 33157"/>
                      <a:gd name="connsiteY3" fmla="*/ 4127 h 17436"/>
                      <a:gd name="connsiteX4" fmla="*/ 33062 w 33157"/>
                      <a:gd name="connsiteY4" fmla="*/ 1733 h 17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57" h="17436">
                        <a:moveTo>
                          <a:pt x="33062" y="1733"/>
                        </a:moveTo>
                        <a:cubicBezTo>
                          <a:pt x="34303" y="6566"/>
                          <a:pt x="23132" y="12949"/>
                          <a:pt x="18300" y="14944"/>
                        </a:cubicBezTo>
                        <a:cubicBezTo>
                          <a:pt x="13601" y="17116"/>
                          <a:pt x="1942" y="19466"/>
                          <a:pt x="169" y="14456"/>
                        </a:cubicBezTo>
                        <a:cubicBezTo>
                          <a:pt x="-1560" y="9624"/>
                          <a:pt x="10498" y="5634"/>
                          <a:pt x="14133" y="4127"/>
                        </a:cubicBezTo>
                        <a:cubicBezTo>
                          <a:pt x="17857" y="2930"/>
                          <a:pt x="31909" y="-2833"/>
                          <a:pt x="33062" y="173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73" name="Forme libre : forme 23572">
                    <a:extLst>
                      <a:ext uri="{FF2B5EF4-FFF2-40B4-BE49-F238E27FC236}">
                        <a16:creationId xmlns:a16="http://schemas.microsoft.com/office/drawing/2014/main" id="{9C9649E9-E76F-4B2C-88F0-8D28567796EF}"/>
                      </a:ext>
                    </a:extLst>
                  </p:cNvPr>
                  <p:cNvSpPr/>
                  <p:nvPr/>
                </p:nvSpPr>
                <p:spPr>
                  <a:xfrm>
                    <a:off x="6174470" y="1271532"/>
                    <a:ext cx="44929" cy="20004"/>
                  </a:xfrm>
                  <a:custGeom>
                    <a:avLst/>
                    <a:gdLst>
                      <a:gd name="connsiteX0" fmla="*/ 483 w 44929"/>
                      <a:gd name="connsiteY0" fmla="*/ 11272 h 20004"/>
                      <a:gd name="connsiteX1" fmla="*/ 5803 w 44929"/>
                      <a:gd name="connsiteY1" fmla="*/ 16237 h 20004"/>
                      <a:gd name="connsiteX2" fmla="*/ 24200 w 44929"/>
                      <a:gd name="connsiteY2" fmla="*/ 19784 h 20004"/>
                      <a:gd name="connsiteX3" fmla="*/ 40958 w 44929"/>
                      <a:gd name="connsiteY3" fmla="*/ 12824 h 20004"/>
                      <a:gd name="connsiteX4" fmla="*/ 44194 w 44929"/>
                      <a:gd name="connsiteY4" fmla="*/ 4401 h 20004"/>
                      <a:gd name="connsiteX5" fmla="*/ 38076 w 44929"/>
                      <a:gd name="connsiteY5" fmla="*/ 4135 h 20004"/>
                      <a:gd name="connsiteX6" fmla="*/ 21940 w 44929"/>
                      <a:gd name="connsiteY6" fmla="*/ 2938 h 20004"/>
                      <a:gd name="connsiteX7" fmla="*/ 6601 w 44929"/>
                      <a:gd name="connsiteY7" fmla="*/ 633 h 20004"/>
                      <a:gd name="connsiteX8" fmla="*/ 483 w 44929"/>
                      <a:gd name="connsiteY8" fmla="*/ 11272 h 20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929" h="20004">
                        <a:moveTo>
                          <a:pt x="483" y="11272"/>
                        </a:moveTo>
                        <a:cubicBezTo>
                          <a:pt x="1769" y="14021"/>
                          <a:pt x="2789" y="14819"/>
                          <a:pt x="5803" y="16237"/>
                        </a:cubicBezTo>
                        <a:cubicBezTo>
                          <a:pt x="11566" y="18764"/>
                          <a:pt x="16708" y="20670"/>
                          <a:pt x="24200" y="19784"/>
                        </a:cubicBezTo>
                        <a:cubicBezTo>
                          <a:pt x="30451" y="19075"/>
                          <a:pt x="36879" y="16193"/>
                          <a:pt x="40958" y="12824"/>
                        </a:cubicBezTo>
                        <a:cubicBezTo>
                          <a:pt x="43928" y="10164"/>
                          <a:pt x="46144" y="6618"/>
                          <a:pt x="44194" y="4401"/>
                        </a:cubicBezTo>
                        <a:cubicBezTo>
                          <a:pt x="42952" y="3027"/>
                          <a:pt x="40381" y="4002"/>
                          <a:pt x="38076" y="4135"/>
                        </a:cubicBezTo>
                        <a:cubicBezTo>
                          <a:pt x="32579" y="4224"/>
                          <a:pt x="27481" y="4667"/>
                          <a:pt x="21940" y="2938"/>
                        </a:cubicBezTo>
                        <a:cubicBezTo>
                          <a:pt x="17241" y="1608"/>
                          <a:pt x="12098" y="-1273"/>
                          <a:pt x="6601" y="633"/>
                        </a:cubicBezTo>
                        <a:cubicBezTo>
                          <a:pt x="1680" y="2406"/>
                          <a:pt x="-1201" y="7371"/>
                          <a:pt x="483" y="1127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74" name="Forme libre : forme 23573">
                    <a:extLst>
                      <a:ext uri="{FF2B5EF4-FFF2-40B4-BE49-F238E27FC236}">
                        <a16:creationId xmlns:a16="http://schemas.microsoft.com/office/drawing/2014/main" id="{E421D6B3-447A-46E4-B989-428FF1D5F3E2}"/>
                      </a:ext>
                    </a:extLst>
                  </p:cNvPr>
                  <p:cNvSpPr/>
                  <p:nvPr/>
                </p:nvSpPr>
                <p:spPr>
                  <a:xfrm>
                    <a:off x="6182347" y="1269134"/>
                    <a:ext cx="12553" cy="8090"/>
                  </a:xfrm>
                  <a:custGeom>
                    <a:avLst/>
                    <a:gdLst>
                      <a:gd name="connsiteX0" fmla="*/ 1029 w 12553"/>
                      <a:gd name="connsiteY0" fmla="*/ 5780 h 8090"/>
                      <a:gd name="connsiteX1" fmla="*/ 9 w 12553"/>
                      <a:gd name="connsiteY1" fmla="*/ 7198 h 8090"/>
                      <a:gd name="connsiteX2" fmla="*/ 1250 w 12553"/>
                      <a:gd name="connsiteY2" fmla="*/ 8085 h 8090"/>
                      <a:gd name="connsiteX3" fmla="*/ 3733 w 12553"/>
                      <a:gd name="connsiteY3" fmla="*/ 7597 h 8090"/>
                      <a:gd name="connsiteX4" fmla="*/ 9496 w 12553"/>
                      <a:gd name="connsiteY4" fmla="*/ 5115 h 8090"/>
                      <a:gd name="connsiteX5" fmla="*/ 11402 w 12553"/>
                      <a:gd name="connsiteY5" fmla="*/ 3785 h 8090"/>
                      <a:gd name="connsiteX6" fmla="*/ 9053 w 12553"/>
                      <a:gd name="connsiteY6" fmla="*/ 416 h 8090"/>
                      <a:gd name="connsiteX7" fmla="*/ 1029 w 12553"/>
                      <a:gd name="connsiteY7" fmla="*/ 5780 h 8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553" h="8090">
                        <a:moveTo>
                          <a:pt x="1029" y="5780"/>
                        </a:moveTo>
                        <a:cubicBezTo>
                          <a:pt x="497" y="6267"/>
                          <a:pt x="98" y="6622"/>
                          <a:pt x="9" y="7198"/>
                        </a:cubicBezTo>
                        <a:cubicBezTo>
                          <a:pt x="-79" y="7775"/>
                          <a:pt x="497" y="8041"/>
                          <a:pt x="1250" y="8085"/>
                        </a:cubicBezTo>
                        <a:cubicBezTo>
                          <a:pt x="1960" y="8129"/>
                          <a:pt x="2979" y="7908"/>
                          <a:pt x="3733" y="7597"/>
                        </a:cubicBezTo>
                        <a:cubicBezTo>
                          <a:pt x="5683" y="6888"/>
                          <a:pt x="7723" y="6046"/>
                          <a:pt x="9496" y="5115"/>
                        </a:cubicBezTo>
                        <a:cubicBezTo>
                          <a:pt x="10205" y="4716"/>
                          <a:pt x="10914" y="4317"/>
                          <a:pt x="11402" y="3785"/>
                        </a:cubicBezTo>
                        <a:cubicBezTo>
                          <a:pt x="13530" y="1480"/>
                          <a:pt x="12688" y="-1003"/>
                          <a:pt x="9053" y="416"/>
                        </a:cubicBezTo>
                        <a:cubicBezTo>
                          <a:pt x="6260" y="1391"/>
                          <a:pt x="3245" y="3829"/>
                          <a:pt x="1029" y="578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75" name="Forme libre : forme 23574">
                    <a:extLst>
                      <a:ext uri="{FF2B5EF4-FFF2-40B4-BE49-F238E27FC236}">
                        <a16:creationId xmlns:a16="http://schemas.microsoft.com/office/drawing/2014/main" id="{E08FD798-8024-4A22-A8F2-5D16D0A19B13}"/>
                      </a:ext>
                    </a:extLst>
                  </p:cNvPr>
                  <p:cNvSpPr/>
                  <p:nvPr/>
                </p:nvSpPr>
                <p:spPr>
                  <a:xfrm>
                    <a:off x="6221368" y="1263831"/>
                    <a:ext cx="14563" cy="21943"/>
                  </a:xfrm>
                  <a:custGeom>
                    <a:avLst/>
                    <a:gdLst>
                      <a:gd name="connsiteX0" fmla="*/ 14540 w 14563"/>
                      <a:gd name="connsiteY0" fmla="*/ 0 h 21943"/>
                      <a:gd name="connsiteX1" fmla="*/ 9797 w 14563"/>
                      <a:gd name="connsiteY1" fmla="*/ 11703 h 21943"/>
                      <a:gd name="connsiteX2" fmla="*/ 5009 w 14563"/>
                      <a:gd name="connsiteY2" fmla="*/ 17333 h 21943"/>
                      <a:gd name="connsiteX3" fmla="*/ 0 w 14563"/>
                      <a:gd name="connsiteY3" fmla="*/ 21944 h 21943"/>
                      <a:gd name="connsiteX4" fmla="*/ 8822 w 14563"/>
                      <a:gd name="connsiteY4" fmla="*/ 11437 h 21943"/>
                      <a:gd name="connsiteX5" fmla="*/ 14540 w 14563"/>
                      <a:gd name="connsiteY5" fmla="*/ 0 h 21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563" h="21943">
                        <a:moveTo>
                          <a:pt x="14540" y="0"/>
                        </a:moveTo>
                        <a:cubicBezTo>
                          <a:pt x="14806" y="3680"/>
                          <a:pt x="12767" y="7847"/>
                          <a:pt x="9797" y="11703"/>
                        </a:cubicBezTo>
                        <a:cubicBezTo>
                          <a:pt x="8334" y="13654"/>
                          <a:pt x="6694" y="15560"/>
                          <a:pt x="5009" y="17333"/>
                        </a:cubicBezTo>
                        <a:cubicBezTo>
                          <a:pt x="3280" y="19018"/>
                          <a:pt x="1551" y="20570"/>
                          <a:pt x="0" y="21944"/>
                        </a:cubicBezTo>
                        <a:cubicBezTo>
                          <a:pt x="3369" y="19062"/>
                          <a:pt x="6428" y="15383"/>
                          <a:pt x="8822" y="11437"/>
                        </a:cubicBezTo>
                        <a:cubicBezTo>
                          <a:pt x="11304" y="7536"/>
                          <a:pt x="13299" y="3635"/>
                          <a:pt x="1454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76" name="Forme libre : forme 23575">
                    <a:extLst>
                      <a:ext uri="{FF2B5EF4-FFF2-40B4-BE49-F238E27FC236}">
                        <a16:creationId xmlns:a16="http://schemas.microsoft.com/office/drawing/2014/main" id="{F8FC68C5-9539-4395-9FFF-04E27F221C49}"/>
                      </a:ext>
                    </a:extLst>
                  </p:cNvPr>
                  <p:cNvSpPr/>
                  <p:nvPr/>
                </p:nvSpPr>
                <p:spPr>
                  <a:xfrm>
                    <a:off x="6167106" y="1262767"/>
                    <a:ext cx="20170" cy="14983"/>
                  </a:xfrm>
                  <a:custGeom>
                    <a:avLst/>
                    <a:gdLst>
                      <a:gd name="connsiteX0" fmla="*/ 20171 w 20170"/>
                      <a:gd name="connsiteY0" fmla="*/ 0 h 14983"/>
                      <a:gd name="connsiteX1" fmla="*/ 0 w 20170"/>
                      <a:gd name="connsiteY1" fmla="*/ 14984 h 14983"/>
                      <a:gd name="connsiteX2" fmla="*/ 20171 w 20170"/>
                      <a:gd name="connsiteY2" fmla="*/ 0 h 14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170" h="14983">
                        <a:moveTo>
                          <a:pt x="20171" y="0"/>
                        </a:moveTo>
                        <a:cubicBezTo>
                          <a:pt x="12058" y="3014"/>
                          <a:pt x="5719" y="9221"/>
                          <a:pt x="0" y="14984"/>
                        </a:cubicBezTo>
                        <a:cubicBezTo>
                          <a:pt x="5098" y="9354"/>
                          <a:pt x="13654" y="4167"/>
                          <a:pt x="2017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77" name="Forme libre : forme 23576">
                    <a:extLst>
                      <a:ext uri="{FF2B5EF4-FFF2-40B4-BE49-F238E27FC236}">
                        <a16:creationId xmlns:a16="http://schemas.microsoft.com/office/drawing/2014/main" id="{47E051DA-80A6-4358-B317-44CEA88712C2}"/>
                      </a:ext>
                    </a:extLst>
                  </p:cNvPr>
                  <p:cNvSpPr/>
                  <p:nvPr/>
                </p:nvSpPr>
                <p:spPr>
                  <a:xfrm>
                    <a:off x="6203354" y="1268217"/>
                    <a:ext cx="12473" cy="5062"/>
                  </a:xfrm>
                  <a:custGeom>
                    <a:avLst/>
                    <a:gdLst>
                      <a:gd name="connsiteX0" fmla="*/ 12473 w 12473"/>
                      <a:gd name="connsiteY0" fmla="*/ 978 h 5062"/>
                      <a:gd name="connsiteX1" fmla="*/ 5734 w 12473"/>
                      <a:gd name="connsiteY1" fmla="*/ 4613 h 5062"/>
                      <a:gd name="connsiteX2" fmla="*/ 15 w 12473"/>
                      <a:gd name="connsiteY2" fmla="*/ 3815 h 5062"/>
                      <a:gd name="connsiteX3" fmla="*/ 6399 w 12473"/>
                      <a:gd name="connsiteY3" fmla="*/ 757 h 5062"/>
                      <a:gd name="connsiteX4" fmla="*/ 12473 w 12473"/>
                      <a:gd name="connsiteY4" fmla="*/ 978 h 5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73" h="5062">
                        <a:moveTo>
                          <a:pt x="12473" y="978"/>
                        </a:moveTo>
                        <a:cubicBezTo>
                          <a:pt x="12339" y="2796"/>
                          <a:pt x="7330" y="4303"/>
                          <a:pt x="5734" y="4613"/>
                        </a:cubicBezTo>
                        <a:cubicBezTo>
                          <a:pt x="4182" y="4968"/>
                          <a:pt x="-295" y="5722"/>
                          <a:pt x="15" y="3815"/>
                        </a:cubicBezTo>
                        <a:cubicBezTo>
                          <a:pt x="326" y="1865"/>
                          <a:pt x="4936" y="1067"/>
                          <a:pt x="6399" y="757"/>
                        </a:cubicBezTo>
                        <a:cubicBezTo>
                          <a:pt x="7818" y="358"/>
                          <a:pt x="12561" y="-839"/>
                          <a:pt x="12473" y="97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78" name="Forme libre : forme 23577">
                    <a:extLst>
                      <a:ext uri="{FF2B5EF4-FFF2-40B4-BE49-F238E27FC236}">
                        <a16:creationId xmlns:a16="http://schemas.microsoft.com/office/drawing/2014/main" id="{1EC6C830-5DD6-487D-B02F-E5B7E93C3A93}"/>
                      </a:ext>
                    </a:extLst>
                  </p:cNvPr>
                  <p:cNvSpPr/>
                  <p:nvPr/>
                </p:nvSpPr>
                <p:spPr>
                  <a:xfrm>
                    <a:off x="6214022" y="1267734"/>
                    <a:ext cx="3532" cy="1991"/>
                  </a:xfrm>
                  <a:custGeom>
                    <a:avLst/>
                    <a:gdLst>
                      <a:gd name="connsiteX0" fmla="*/ 3445 w 3532"/>
                      <a:gd name="connsiteY0" fmla="*/ 264 h 1991"/>
                      <a:gd name="connsiteX1" fmla="*/ 2203 w 3532"/>
                      <a:gd name="connsiteY1" fmla="*/ 1639 h 1991"/>
                      <a:gd name="connsiteX2" fmla="*/ 76 w 3532"/>
                      <a:gd name="connsiteY2" fmla="*/ 1727 h 1991"/>
                      <a:gd name="connsiteX3" fmla="*/ 1272 w 3532"/>
                      <a:gd name="connsiteY3" fmla="*/ 353 h 1991"/>
                      <a:gd name="connsiteX4" fmla="*/ 3445 w 3532"/>
                      <a:gd name="connsiteY4" fmla="*/ 264 h 1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2" h="1991">
                        <a:moveTo>
                          <a:pt x="3445" y="264"/>
                        </a:moveTo>
                        <a:cubicBezTo>
                          <a:pt x="3844" y="796"/>
                          <a:pt x="2780" y="1417"/>
                          <a:pt x="2203" y="1639"/>
                        </a:cubicBezTo>
                        <a:cubicBezTo>
                          <a:pt x="1627" y="1860"/>
                          <a:pt x="475" y="2259"/>
                          <a:pt x="76" y="1727"/>
                        </a:cubicBezTo>
                        <a:cubicBezTo>
                          <a:pt x="-279" y="1151"/>
                          <a:pt x="696" y="619"/>
                          <a:pt x="1272" y="353"/>
                        </a:cubicBezTo>
                        <a:cubicBezTo>
                          <a:pt x="1849" y="131"/>
                          <a:pt x="3046" y="-268"/>
                          <a:pt x="3445" y="2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79" name="Forme libre : forme 23578">
                    <a:extLst>
                      <a:ext uri="{FF2B5EF4-FFF2-40B4-BE49-F238E27FC236}">
                        <a16:creationId xmlns:a16="http://schemas.microsoft.com/office/drawing/2014/main" id="{9DCA0D32-F894-479F-AC00-2677F9FA6580}"/>
                      </a:ext>
                    </a:extLst>
                  </p:cNvPr>
                  <p:cNvSpPr/>
                  <p:nvPr/>
                </p:nvSpPr>
                <p:spPr>
                  <a:xfrm>
                    <a:off x="6200036" y="1256605"/>
                    <a:ext cx="33172" cy="8355"/>
                  </a:xfrm>
                  <a:custGeom>
                    <a:avLst/>
                    <a:gdLst>
                      <a:gd name="connsiteX0" fmla="*/ 22573 w 33172"/>
                      <a:gd name="connsiteY0" fmla="*/ 1640 h 8355"/>
                      <a:gd name="connsiteX1" fmla="*/ 32503 w 33172"/>
                      <a:gd name="connsiteY1" fmla="*/ 4344 h 8355"/>
                      <a:gd name="connsiteX2" fmla="*/ 31794 w 33172"/>
                      <a:gd name="connsiteY2" fmla="*/ 7802 h 8355"/>
                      <a:gd name="connsiteX3" fmla="*/ 27627 w 33172"/>
                      <a:gd name="connsiteY3" fmla="*/ 8068 h 8355"/>
                      <a:gd name="connsiteX4" fmla="*/ 14948 w 33172"/>
                      <a:gd name="connsiteY4" fmla="*/ 7315 h 8355"/>
                      <a:gd name="connsiteX5" fmla="*/ 6082 w 33172"/>
                      <a:gd name="connsiteY5" fmla="*/ 8334 h 8355"/>
                      <a:gd name="connsiteX6" fmla="*/ 53 w 33172"/>
                      <a:gd name="connsiteY6" fmla="*/ 5940 h 8355"/>
                      <a:gd name="connsiteX7" fmla="*/ 6082 w 33172"/>
                      <a:gd name="connsiteY7" fmla="*/ 1507 h 8355"/>
                      <a:gd name="connsiteX8" fmla="*/ 14061 w 33172"/>
                      <a:gd name="connsiteY8" fmla="*/ 0 h 8355"/>
                      <a:gd name="connsiteX9" fmla="*/ 22573 w 33172"/>
                      <a:gd name="connsiteY9" fmla="*/ 1640 h 8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172" h="8355">
                        <a:moveTo>
                          <a:pt x="22573" y="1640"/>
                        </a:moveTo>
                        <a:cubicBezTo>
                          <a:pt x="26430" y="2128"/>
                          <a:pt x="29356" y="2571"/>
                          <a:pt x="32503" y="4344"/>
                        </a:cubicBezTo>
                        <a:cubicBezTo>
                          <a:pt x="33656" y="5009"/>
                          <a:pt x="33256" y="6960"/>
                          <a:pt x="31794" y="7802"/>
                        </a:cubicBezTo>
                        <a:cubicBezTo>
                          <a:pt x="30286" y="8600"/>
                          <a:pt x="29001" y="8334"/>
                          <a:pt x="27627" y="8068"/>
                        </a:cubicBezTo>
                        <a:cubicBezTo>
                          <a:pt x="23415" y="7315"/>
                          <a:pt x="19425" y="7448"/>
                          <a:pt x="14948" y="7315"/>
                        </a:cubicBezTo>
                        <a:cubicBezTo>
                          <a:pt x="13574" y="7270"/>
                          <a:pt x="9628" y="8201"/>
                          <a:pt x="6082" y="8334"/>
                        </a:cubicBezTo>
                        <a:cubicBezTo>
                          <a:pt x="2535" y="8467"/>
                          <a:pt x="-435" y="8024"/>
                          <a:pt x="53" y="5940"/>
                        </a:cubicBezTo>
                        <a:cubicBezTo>
                          <a:pt x="540" y="3813"/>
                          <a:pt x="3156" y="2483"/>
                          <a:pt x="6082" y="1507"/>
                        </a:cubicBezTo>
                        <a:cubicBezTo>
                          <a:pt x="9008" y="488"/>
                          <a:pt x="12288" y="0"/>
                          <a:pt x="14061" y="0"/>
                        </a:cubicBezTo>
                        <a:cubicBezTo>
                          <a:pt x="17652" y="44"/>
                          <a:pt x="19647" y="1241"/>
                          <a:pt x="22573" y="164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555" name="Graphique 2">
                  <a:extLst>
                    <a:ext uri="{FF2B5EF4-FFF2-40B4-BE49-F238E27FC236}">
                      <a16:creationId xmlns:a16="http://schemas.microsoft.com/office/drawing/2014/main" id="{50778AA7-A44C-449F-BD5E-43CE26CCE9E0}"/>
                    </a:ext>
                  </a:extLst>
                </p:cNvPr>
                <p:cNvGrpSpPr/>
                <p:nvPr/>
              </p:nvGrpSpPr>
              <p:grpSpPr>
                <a:xfrm>
                  <a:off x="6235146" y="1213960"/>
                  <a:ext cx="65272" cy="52658"/>
                  <a:chOff x="6235146" y="1213960"/>
                  <a:chExt cx="65272" cy="52658"/>
                </a:xfrm>
                <a:solidFill>
                  <a:schemeClr val="accent1"/>
                </a:solidFill>
              </p:grpSpPr>
              <p:sp>
                <p:nvSpPr>
                  <p:cNvPr id="23556" name="Forme libre : forme 23555">
                    <a:extLst>
                      <a:ext uri="{FF2B5EF4-FFF2-40B4-BE49-F238E27FC236}">
                        <a16:creationId xmlns:a16="http://schemas.microsoft.com/office/drawing/2014/main" id="{01907E78-0B63-47DD-AB0A-35B2EA2839D3}"/>
                      </a:ext>
                    </a:extLst>
                  </p:cNvPr>
                  <p:cNvSpPr/>
                  <p:nvPr/>
                </p:nvSpPr>
                <p:spPr>
                  <a:xfrm>
                    <a:off x="6235146" y="1213960"/>
                    <a:ext cx="65272" cy="52658"/>
                  </a:xfrm>
                  <a:custGeom>
                    <a:avLst/>
                    <a:gdLst>
                      <a:gd name="connsiteX0" fmla="*/ 54579 w 65272"/>
                      <a:gd name="connsiteY0" fmla="*/ 32760 h 52658"/>
                      <a:gd name="connsiteX1" fmla="*/ 44206 w 65272"/>
                      <a:gd name="connsiteY1" fmla="*/ 41049 h 52658"/>
                      <a:gd name="connsiteX2" fmla="*/ 32813 w 65272"/>
                      <a:gd name="connsiteY2" fmla="*/ 48408 h 52658"/>
                      <a:gd name="connsiteX3" fmla="*/ 4574 w 65272"/>
                      <a:gd name="connsiteY3" fmla="*/ 49561 h 52658"/>
                      <a:gd name="connsiteX4" fmla="*/ 185 w 65272"/>
                      <a:gd name="connsiteY4" fmla="*/ 40562 h 52658"/>
                      <a:gd name="connsiteX5" fmla="*/ 14283 w 65272"/>
                      <a:gd name="connsiteY5" fmla="*/ 18574 h 52658"/>
                      <a:gd name="connsiteX6" fmla="*/ 23326 w 65272"/>
                      <a:gd name="connsiteY6" fmla="*/ 12057 h 52658"/>
                      <a:gd name="connsiteX7" fmla="*/ 32502 w 65272"/>
                      <a:gd name="connsiteY7" fmla="*/ 5452 h 52658"/>
                      <a:gd name="connsiteX8" fmla="*/ 45137 w 65272"/>
                      <a:gd name="connsiteY8" fmla="*/ 309 h 52658"/>
                      <a:gd name="connsiteX9" fmla="*/ 58037 w 65272"/>
                      <a:gd name="connsiteY9" fmla="*/ 753 h 52658"/>
                      <a:gd name="connsiteX10" fmla="*/ 65219 w 65272"/>
                      <a:gd name="connsiteY10" fmla="*/ 7402 h 52658"/>
                      <a:gd name="connsiteX11" fmla="*/ 54579 w 65272"/>
                      <a:gd name="connsiteY11" fmla="*/ 32760 h 52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5272" h="52658">
                        <a:moveTo>
                          <a:pt x="54579" y="32760"/>
                        </a:moveTo>
                        <a:cubicBezTo>
                          <a:pt x="52185" y="34843"/>
                          <a:pt x="48285" y="38035"/>
                          <a:pt x="44206" y="41049"/>
                        </a:cubicBezTo>
                        <a:cubicBezTo>
                          <a:pt x="39994" y="43931"/>
                          <a:pt x="35694" y="46768"/>
                          <a:pt x="32813" y="48408"/>
                        </a:cubicBezTo>
                        <a:cubicBezTo>
                          <a:pt x="21819" y="54393"/>
                          <a:pt x="13618" y="53373"/>
                          <a:pt x="4574" y="49561"/>
                        </a:cubicBezTo>
                        <a:cubicBezTo>
                          <a:pt x="1471" y="48275"/>
                          <a:pt x="-657" y="43621"/>
                          <a:pt x="185" y="40562"/>
                        </a:cubicBezTo>
                        <a:cubicBezTo>
                          <a:pt x="2579" y="31696"/>
                          <a:pt x="5948" y="24780"/>
                          <a:pt x="14283" y="18574"/>
                        </a:cubicBezTo>
                        <a:cubicBezTo>
                          <a:pt x="16455" y="16845"/>
                          <a:pt x="19868" y="14451"/>
                          <a:pt x="23326" y="12057"/>
                        </a:cubicBezTo>
                        <a:cubicBezTo>
                          <a:pt x="26739" y="9619"/>
                          <a:pt x="30153" y="7048"/>
                          <a:pt x="32502" y="5452"/>
                        </a:cubicBezTo>
                        <a:cubicBezTo>
                          <a:pt x="36980" y="2526"/>
                          <a:pt x="41014" y="930"/>
                          <a:pt x="45137" y="309"/>
                        </a:cubicBezTo>
                        <a:cubicBezTo>
                          <a:pt x="49260" y="-311"/>
                          <a:pt x="53471" y="88"/>
                          <a:pt x="58037" y="753"/>
                        </a:cubicBezTo>
                        <a:cubicBezTo>
                          <a:pt x="61229" y="1240"/>
                          <a:pt x="65042" y="4299"/>
                          <a:pt x="65219" y="7402"/>
                        </a:cubicBezTo>
                        <a:cubicBezTo>
                          <a:pt x="65662" y="16490"/>
                          <a:pt x="63446" y="24824"/>
                          <a:pt x="54579" y="3276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57" name="Forme libre : forme 23556">
                    <a:extLst>
                      <a:ext uri="{FF2B5EF4-FFF2-40B4-BE49-F238E27FC236}">
                        <a16:creationId xmlns:a16="http://schemas.microsoft.com/office/drawing/2014/main" id="{5905A944-B292-4D7C-9571-39809CDB4A1F}"/>
                      </a:ext>
                    </a:extLst>
                  </p:cNvPr>
                  <p:cNvSpPr/>
                  <p:nvPr/>
                </p:nvSpPr>
                <p:spPr>
                  <a:xfrm>
                    <a:off x="6236529" y="1221229"/>
                    <a:ext cx="63858" cy="45310"/>
                  </a:xfrm>
                  <a:custGeom>
                    <a:avLst/>
                    <a:gdLst>
                      <a:gd name="connsiteX0" fmla="*/ 27928 w 63858"/>
                      <a:gd name="connsiteY0" fmla="*/ 28372 h 45310"/>
                      <a:gd name="connsiteX1" fmla="*/ 14452 w 63858"/>
                      <a:gd name="connsiteY1" fmla="*/ 36617 h 45310"/>
                      <a:gd name="connsiteX2" fmla="*/ 0 w 63858"/>
                      <a:gd name="connsiteY2" fmla="*/ 39322 h 45310"/>
                      <a:gd name="connsiteX3" fmla="*/ 3192 w 63858"/>
                      <a:gd name="connsiteY3" fmla="*/ 42247 h 45310"/>
                      <a:gd name="connsiteX4" fmla="*/ 7802 w 63858"/>
                      <a:gd name="connsiteY4" fmla="*/ 43932 h 45310"/>
                      <a:gd name="connsiteX5" fmla="*/ 21412 w 63858"/>
                      <a:gd name="connsiteY5" fmla="*/ 44819 h 45310"/>
                      <a:gd name="connsiteX6" fmla="*/ 31386 w 63858"/>
                      <a:gd name="connsiteY6" fmla="*/ 41095 h 45310"/>
                      <a:gd name="connsiteX7" fmla="*/ 35066 w 63858"/>
                      <a:gd name="connsiteY7" fmla="*/ 38834 h 45310"/>
                      <a:gd name="connsiteX8" fmla="*/ 43843 w 63858"/>
                      <a:gd name="connsiteY8" fmla="*/ 32894 h 45310"/>
                      <a:gd name="connsiteX9" fmla="*/ 51601 w 63858"/>
                      <a:gd name="connsiteY9" fmla="*/ 26732 h 45310"/>
                      <a:gd name="connsiteX10" fmla="*/ 53108 w 63858"/>
                      <a:gd name="connsiteY10" fmla="*/ 25446 h 45310"/>
                      <a:gd name="connsiteX11" fmla="*/ 60202 w 63858"/>
                      <a:gd name="connsiteY11" fmla="*/ 16846 h 45310"/>
                      <a:gd name="connsiteX12" fmla="*/ 63792 w 63858"/>
                      <a:gd name="connsiteY12" fmla="*/ 4433 h 45310"/>
                      <a:gd name="connsiteX13" fmla="*/ 63792 w 63858"/>
                      <a:gd name="connsiteY13" fmla="*/ 177 h 45310"/>
                      <a:gd name="connsiteX14" fmla="*/ 63748 w 63858"/>
                      <a:gd name="connsiteY14" fmla="*/ 0 h 45310"/>
                      <a:gd name="connsiteX15" fmla="*/ 27928 w 63858"/>
                      <a:gd name="connsiteY15" fmla="*/ 28372 h 45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3858" h="45310">
                        <a:moveTo>
                          <a:pt x="27928" y="28372"/>
                        </a:moveTo>
                        <a:cubicBezTo>
                          <a:pt x="23850" y="31697"/>
                          <a:pt x="19239" y="34578"/>
                          <a:pt x="14452" y="36617"/>
                        </a:cubicBezTo>
                        <a:cubicBezTo>
                          <a:pt x="9753" y="38790"/>
                          <a:pt x="4743" y="39765"/>
                          <a:pt x="0" y="39322"/>
                        </a:cubicBezTo>
                        <a:cubicBezTo>
                          <a:pt x="798" y="40651"/>
                          <a:pt x="1906" y="41715"/>
                          <a:pt x="3192" y="42247"/>
                        </a:cubicBezTo>
                        <a:cubicBezTo>
                          <a:pt x="4743" y="42868"/>
                          <a:pt x="6295" y="43444"/>
                          <a:pt x="7802" y="43932"/>
                        </a:cubicBezTo>
                        <a:cubicBezTo>
                          <a:pt x="12279" y="45306"/>
                          <a:pt x="16580" y="45749"/>
                          <a:pt x="21412" y="44819"/>
                        </a:cubicBezTo>
                        <a:cubicBezTo>
                          <a:pt x="24515" y="44198"/>
                          <a:pt x="27928" y="43178"/>
                          <a:pt x="31386" y="41095"/>
                        </a:cubicBezTo>
                        <a:cubicBezTo>
                          <a:pt x="32450" y="40474"/>
                          <a:pt x="33691" y="39721"/>
                          <a:pt x="35066" y="38834"/>
                        </a:cubicBezTo>
                        <a:cubicBezTo>
                          <a:pt x="37726" y="37105"/>
                          <a:pt x="40873" y="35066"/>
                          <a:pt x="43843" y="32894"/>
                        </a:cubicBezTo>
                        <a:cubicBezTo>
                          <a:pt x="46725" y="30677"/>
                          <a:pt x="49518" y="28505"/>
                          <a:pt x="51601" y="26732"/>
                        </a:cubicBezTo>
                        <a:cubicBezTo>
                          <a:pt x="52133" y="26288"/>
                          <a:pt x="52665" y="25845"/>
                          <a:pt x="53108" y="25446"/>
                        </a:cubicBezTo>
                        <a:cubicBezTo>
                          <a:pt x="56300" y="22697"/>
                          <a:pt x="58561" y="19816"/>
                          <a:pt x="60202" y="16846"/>
                        </a:cubicBezTo>
                        <a:cubicBezTo>
                          <a:pt x="62418" y="12767"/>
                          <a:pt x="63438" y="8644"/>
                          <a:pt x="63792" y="4433"/>
                        </a:cubicBezTo>
                        <a:cubicBezTo>
                          <a:pt x="63881" y="3059"/>
                          <a:pt x="63881" y="1640"/>
                          <a:pt x="63792" y="177"/>
                        </a:cubicBezTo>
                        <a:lnTo>
                          <a:pt x="63748" y="0"/>
                        </a:lnTo>
                        <a:cubicBezTo>
                          <a:pt x="52177" y="9708"/>
                          <a:pt x="39853" y="19328"/>
                          <a:pt x="27928" y="2837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58" name="Forme libre : forme 23557">
                    <a:extLst>
                      <a:ext uri="{FF2B5EF4-FFF2-40B4-BE49-F238E27FC236}">
                        <a16:creationId xmlns:a16="http://schemas.microsoft.com/office/drawing/2014/main" id="{7DFFBC69-3593-453B-AB02-41C5213C7E55}"/>
                      </a:ext>
                    </a:extLst>
                  </p:cNvPr>
                  <p:cNvSpPr/>
                  <p:nvPr/>
                </p:nvSpPr>
                <p:spPr>
                  <a:xfrm>
                    <a:off x="6258697" y="1226219"/>
                    <a:ext cx="29472" cy="22848"/>
                  </a:xfrm>
                  <a:custGeom>
                    <a:avLst/>
                    <a:gdLst>
                      <a:gd name="connsiteX0" fmla="*/ 28856 w 29472"/>
                      <a:gd name="connsiteY0" fmla="*/ 861 h 22848"/>
                      <a:gd name="connsiteX1" fmla="*/ 17951 w 29472"/>
                      <a:gd name="connsiteY1" fmla="*/ 16776 h 22848"/>
                      <a:gd name="connsiteX2" fmla="*/ 529 w 29472"/>
                      <a:gd name="connsiteY2" fmla="*/ 21387 h 22848"/>
                      <a:gd name="connsiteX3" fmla="*/ 11035 w 29472"/>
                      <a:gd name="connsiteY3" fmla="*/ 7555 h 22848"/>
                      <a:gd name="connsiteX4" fmla="*/ 28856 w 29472"/>
                      <a:gd name="connsiteY4" fmla="*/ 861 h 22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472" h="22848">
                        <a:moveTo>
                          <a:pt x="28856" y="861"/>
                        </a:moveTo>
                        <a:cubicBezTo>
                          <a:pt x="32092" y="4541"/>
                          <a:pt x="21719" y="13939"/>
                          <a:pt x="17951" y="16776"/>
                        </a:cubicBezTo>
                        <a:cubicBezTo>
                          <a:pt x="14316" y="19791"/>
                          <a:pt x="3366" y="25554"/>
                          <a:pt x="529" y="21387"/>
                        </a:cubicBezTo>
                        <a:cubicBezTo>
                          <a:pt x="-2397" y="17087"/>
                          <a:pt x="7621" y="10082"/>
                          <a:pt x="11035" y="7555"/>
                        </a:cubicBezTo>
                        <a:cubicBezTo>
                          <a:pt x="14626" y="5117"/>
                          <a:pt x="25886" y="-2552"/>
                          <a:pt x="28856" y="86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59" name="Forme libre : forme 23558">
                    <a:extLst>
                      <a:ext uri="{FF2B5EF4-FFF2-40B4-BE49-F238E27FC236}">
                        <a16:creationId xmlns:a16="http://schemas.microsoft.com/office/drawing/2014/main" id="{F7BA8F4A-4F1F-483D-ABA1-513BEB75CE71}"/>
                      </a:ext>
                    </a:extLst>
                  </p:cNvPr>
                  <p:cNvSpPr/>
                  <p:nvPr/>
                </p:nvSpPr>
                <p:spPr>
                  <a:xfrm>
                    <a:off x="6258424" y="1237676"/>
                    <a:ext cx="23943" cy="11252"/>
                  </a:xfrm>
                  <a:custGeom>
                    <a:avLst/>
                    <a:gdLst>
                      <a:gd name="connsiteX0" fmla="*/ 4260 w 23943"/>
                      <a:gd name="connsiteY0" fmla="*/ 1951 h 11252"/>
                      <a:gd name="connsiteX1" fmla="*/ 669 w 23943"/>
                      <a:gd name="connsiteY1" fmla="*/ 10019 h 11252"/>
                      <a:gd name="connsiteX2" fmla="*/ 18402 w 23943"/>
                      <a:gd name="connsiteY2" fmla="*/ 5187 h 11252"/>
                      <a:gd name="connsiteX3" fmla="*/ 23943 w 23943"/>
                      <a:gd name="connsiteY3" fmla="*/ 0 h 11252"/>
                      <a:gd name="connsiteX4" fmla="*/ 20530 w 23943"/>
                      <a:gd name="connsiteY4" fmla="*/ 2172 h 11252"/>
                      <a:gd name="connsiteX5" fmla="*/ 4260 w 23943"/>
                      <a:gd name="connsiteY5" fmla="*/ 1951 h 11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943" h="11252">
                        <a:moveTo>
                          <a:pt x="4260" y="1951"/>
                        </a:moveTo>
                        <a:cubicBezTo>
                          <a:pt x="2975" y="3901"/>
                          <a:pt x="-1725" y="7802"/>
                          <a:pt x="669" y="10019"/>
                        </a:cubicBezTo>
                        <a:cubicBezTo>
                          <a:pt x="4482" y="13521"/>
                          <a:pt x="13703" y="8822"/>
                          <a:pt x="18402" y="5187"/>
                        </a:cubicBezTo>
                        <a:cubicBezTo>
                          <a:pt x="19776" y="4167"/>
                          <a:pt x="22658" y="1507"/>
                          <a:pt x="23943" y="0"/>
                        </a:cubicBezTo>
                        <a:cubicBezTo>
                          <a:pt x="23012" y="621"/>
                          <a:pt x="21549" y="1773"/>
                          <a:pt x="20530" y="2172"/>
                        </a:cubicBezTo>
                        <a:cubicBezTo>
                          <a:pt x="14900" y="4566"/>
                          <a:pt x="7718" y="6428"/>
                          <a:pt x="4260" y="195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60" name="Forme libre : forme 23559">
                    <a:extLst>
                      <a:ext uri="{FF2B5EF4-FFF2-40B4-BE49-F238E27FC236}">
                        <a16:creationId xmlns:a16="http://schemas.microsoft.com/office/drawing/2014/main" id="{E3A07202-752F-49D0-8C1A-9C7569F5F0DE}"/>
                      </a:ext>
                    </a:extLst>
                  </p:cNvPr>
                  <p:cNvSpPr/>
                  <p:nvPr/>
                </p:nvSpPr>
                <p:spPr>
                  <a:xfrm>
                    <a:off x="6260926" y="1225642"/>
                    <a:ext cx="29174" cy="23490"/>
                  </a:xfrm>
                  <a:custGeom>
                    <a:avLst/>
                    <a:gdLst>
                      <a:gd name="connsiteX0" fmla="*/ 28845 w 29174"/>
                      <a:gd name="connsiteY0" fmla="*/ 1128 h 23490"/>
                      <a:gd name="connsiteX1" fmla="*/ 25786 w 29174"/>
                      <a:gd name="connsiteY1" fmla="*/ 9773 h 23490"/>
                      <a:gd name="connsiteX2" fmla="*/ 17939 w 29174"/>
                      <a:gd name="connsiteY2" fmla="*/ 17442 h 23490"/>
                      <a:gd name="connsiteX3" fmla="*/ 606 w 29174"/>
                      <a:gd name="connsiteY3" fmla="*/ 22008 h 23490"/>
                      <a:gd name="connsiteX4" fmla="*/ 11068 w 29174"/>
                      <a:gd name="connsiteY4" fmla="*/ 8132 h 23490"/>
                      <a:gd name="connsiteX5" fmla="*/ 20422 w 29174"/>
                      <a:gd name="connsiteY5" fmla="*/ 2281 h 23490"/>
                      <a:gd name="connsiteX6" fmla="*/ 28845 w 29174"/>
                      <a:gd name="connsiteY6" fmla="*/ 1128 h 23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74" h="23490">
                        <a:moveTo>
                          <a:pt x="28845" y="1128"/>
                        </a:moveTo>
                        <a:cubicBezTo>
                          <a:pt x="29909" y="3300"/>
                          <a:pt x="28268" y="6670"/>
                          <a:pt x="25786" y="9773"/>
                        </a:cubicBezTo>
                        <a:cubicBezTo>
                          <a:pt x="23214" y="12831"/>
                          <a:pt x="19890" y="15802"/>
                          <a:pt x="17939" y="17442"/>
                        </a:cubicBezTo>
                        <a:cubicBezTo>
                          <a:pt x="14127" y="20811"/>
                          <a:pt x="3753" y="26086"/>
                          <a:pt x="606" y="22008"/>
                        </a:cubicBezTo>
                        <a:cubicBezTo>
                          <a:pt x="-2631" y="17841"/>
                          <a:pt x="8009" y="10659"/>
                          <a:pt x="11068" y="8132"/>
                        </a:cubicBezTo>
                        <a:cubicBezTo>
                          <a:pt x="12664" y="6935"/>
                          <a:pt x="16609" y="4187"/>
                          <a:pt x="20422" y="2281"/>
                        </a:cubicBezTo>
                        <a:cubicBezTo>
                          <a:pt x="24146" y="241"/>
                          <a:pt x="27736" y="-1044"/>
                          <a:pt x="28845" y="112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61" name="Forme libre : forme 23560">
                    <a:extLst>
                      <a:ext uri="{FF2B5EF4-FFF2-40B4-BE49-F238E27FC236}">
                        <a16:creationId xmlns:a16="http://schemas.microsoft.com/office/drawing/2014/main" id="{98D6A1EB-E48B-4B72-90B6-1F36AB4963B8}"/>
                      </a:ext>
                    </a:extLst>
                  </p:cNvPr>
                  <p:cNvSpPr/>
                  <p:nvPr/>
                </p:nvSpPr>
                <p:spPr>
                  <a:xfrm>
                    <a:off x="6243689" y="1236490"/>
                    <a:ext cx="42487" cy="22767"/>
                  </a:xfrm>
                  <a:custGeom>
                    <a:avLst/>
                    <a:gdLst>
                      <a:gd name="connsiteX0" fmla="*/ 1883 w 42487"/>
                      <a:gd name="connsiteY0" fmla="*/ 19893 h 22767"/>
                      <a:gd name="connsiteX1" fmla="*/ 8577 w 42487"/>
                      <a:gd name="connsiteY1" fmla="*/ 22509 h 22767"/>
                      <a:gd name="connsiteX2" fmla="*/ 26576 w 42487"/>
                      <a:gd name="connsiteY2" fmla="*/ 20159 h 22767"/>
                      <a:gd name="connsiteX3" fmla="*/ 34422 w 42487"/>
                      <a:gd name="connsiteY3" fmla="*/ 15416 h 22767"/>
                      <a:gd name="connsiteX4" fmla="*/ 40185 w 42487"/>
                      <a:gd name="connsiteY4" fmla="*/ 9121 h 22767"/>
                      <a:gd name="connsiteX5" fmla="*/ 41116 w 42487"/>
                      <a:gd name="connsiteY5" fmla="*/ 343 h 22767"/>
                      <a:gd name="connsiteX6" fmla="*/ 35131 w 42487"/>
                      <a:gd name="connsiteY6" fmla="*/ 1540 h 22767"/>
                      <a:gd name="connsiteX7" fmla="*/ 19305 w 42487"/>
                      <a:gd name="connsiteY7" fmla="*/ 4865 h 22767"/>
                      <a:gd name="connsiteX8" fmla="*/ 3789 w 42487"/>
                      <a:gd name="connsiteY8" fmla="*/ 7747 h 22767"/>
                      <a:gd name="connsiteX9" fmla="*/ 1883 w 42487"/>
                      <a:gd name="connsiteY9" fmla="*/ 19893 h 22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487" h="22767">
                        <a:moveTo>
                          <a:pt x="1883" y="19893"/>
                        </a:moveTo>
                        <a:cubicBezTo>
                          <a:pt x="4144" y="21933"/>
                          <a:pt x="5341" y="22287"/>
                          <a:pt x="8577" y="22509"/>
                        </a:cubicBezTo>
                        <a:cubicBezTo>
                          <a:pt x="14739" y="22952"/>
                          <a:pt x="20015" y="23174"/>
                          <a:pt x="26576" y="20159"/>
                        </a:cubicBezTo>
                        <a:cubicBezTo>
                          <a:pt x="29324" y="18918"/>
                          <a:pt x="32028" y="17278"/>
                          <a:pt x="34422" y="15416"/>
                        </a:cubicBezTo>
                        <a:cubicBezTo>
                          <a:pt x="36727" y="13465"/>
                          <a:pt x="38722" y="11249"/>
                          <a:pt x="40185" y="9121"/>
                        </a:cubicBezTo>
                        <a:cubicBezTo>
                          <a:pt x="42357" y="5885"/>
                          <a:pt x="43599" y="1984"/>
                          <a:pt x="41116" y="343"/>
                        </a:cubicBezTo>
                        <a:cubicBezTo>
                          <a:pt x="39609" y="-676"/>
                          <a:pt x="37348" y="831"/>
                          <a:pt x="35131" y="1540"/>
                        </a:cubicBezTo>
                        <a:cubicBezTo>
                          <a:pt x="29989" y="3136"/>
                          <a:pt x="25157" y="4865"/>
                          <a:pt x="19305" y="4865"/>
                        </a:cubicBezTo>
                        <a:cubicBezTo>
                          <a:pt x="14340" y="4865"/>
                          <a:pt x="8577" y="4023"/>
                          <a:pt x="3789" y="7747"/>
                        </a:cubicBezTo>
                        <a:cubicBezTo>
                          <a:pt x="-422" y="11072"/>
                          <a:pt x="-1220" y="17012"/>
                          <a:pt x="1883" y="1989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62" name="Forme libre : forme 23561">
                    <a:extLst>
                      <a:ext uri="{FF2B5EF4-FFF2-40B4-BE49-F238E27FC236}">
                        <a16:creationId xmlns:a16="http://schemas.microsoft.com/office/drawing/2014/main" id="{F1991CC0-CB53-443E-9B55-D3BBDFE08473}"/>
                      </a:ext>
                    </a:extLst>
                  </p:cNvPr>
                  <p:cNvSpPr/>
                  <p:nvPr/>
                </p:nvSpPr>
                <p:spPr>
                  <a:xfrm>
                    <a:off x="6250192" y="1236964"/>
                    <a:ext cx="10386" cy="11164"/>
                  </a:xfrm>
                  <a:custGeom>
                    <a:avLst/>
                    <a:gdLst>
                      <a:gd name="connsiteX0" fmla="*/ 523 w 10386"/>
                      <a:gd name="connsiteY0" fmla="*/ 8957 h 11164"/>
                      <a:gd name="connsiteX1" fmla="*/ 35 w 10386"/>
                      <a:gd name="connsiteY1" fmla="*/ 10642 h 11164"/>
                      <a:gd name="connsiteX2" fmla="*/ 1498 w 10386"/>
                      <a:gd name="connsiteY2" fmla="*/ 11041 h 11164"/>
                      <a:gd name="connsiteX3" fmla="*/ 3714 w 10386"/>
                      <a:gd name="connsiteY3" fmla="*/ 9755 h 11164"/>
                      <a:gd name="connsiteX4" fmla="*/ 8413 w 10386"/>
                      <a:gd name="connsiteY4" fmla="*/ 5455 h 11164"/>
                      <a:gd name="connsiteX5" fmla="*/ 9876 w 10386"/>
                      <a:gd name="connsiteY5" fmla="*/ 3593 h 11164"/>
                      <a:gd name="connsiteX6" fmla="*/ 6596 w 10386"/>
                      <a:gd name="connsiteY6" fmla="*/ 1066 h 11164"/>
                      <a:gd name="connsiteX7" fmla="*/ 523 w 10386"/>
                      <a:gd name="connsiteY7" fmla="*/ 8957 h 11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386" h="11164">
                        <a:moveTo>
                          <a:pt x="523" y="8957"/>
                        </a:moveTo>
                        <a:cubicBezTo>
                          <a:pt x="168" y="9622"/>
                          <a:pt x="-98" y="10065"/>
                          <a:pt x="35" y="10642"/>
                        </a:cubicBezTo>
                        <a:cubicBezTo>
                          <a:pt x="168" y="11218"/>
                          <a:pt x="833" y="11262"/>
                          <a:pt x="1498" y="11041"/>
                        </a:cubicBezTo>
                        <a:cubicBezTo>
                          <a:pt x="2207" y="10819"/>
                          <a:pt x="3094" y="10243"/>
                          <a:pt x="3714" y="9755"/>
                        </a:cubicBezTo>
                        <a:cubicBezTo>
                          <a:pt x="5355" y="8469"/>
                          <a:pt x="7039" y="6918"/>
                          <a:pt x="8413" y="5455"/>
                        </a:cubicBezTo>
                        <a:cubicBezTo>
                          <a:pt x="8990" y="4834"/>
                          <a:pt x="9522" y="4258"/>
                          <a:pt x="9876" y="3593"/>
                        </a:cubicBezTo>
                        <a:cubicBezTo>
                          <a:pt x="11251" y="756"/>
                          <a:pt x="9743" y="-1372"/>
                          <a:pt x="6596" y="1066"/>
                        </a:cubicBezTo>
                        <a:cubicBezTo>
                          <a:pt x="4158" y="2972"/>
                          <a:pt x="1985" y="6386"/>
                          <a:pt x="523" y="895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63" name="Forme libre : forme 23562">
                    <a:extLst>
                      <a:ext uri="{FF2B5EF4-FFF2-40B4-BE49-F238E27FC236}">
                        <a16:creationId xmlns:a16="http://schemas.microsoft.com/office/drawing/2014/main" id="{2204CF3E-8399-40D5-A072-080A65369E69}"/>
                      </a:ext>
                    </a:extLst>
                  </p:cNvPr>
                  <p:cNvSpPr/>
                  <p:nvPr/>
                </p:nvSpPr>
                <p:spPr>
                  <a:xfrm>
                    <a:off x="6289947" y="1221096"/>
                    <a:ext cx="9135" cy="24426"/>
                  </a:xfrm>
                  <a:custGeom>
                    <a:avLst/>
                    <a:gdLst>
                      <a:gd name="connsiteX0" fmla="*/ 8777 w 9135"/>
                      <a:gd name="connsiteY0" fmla="*/ 0 h 24426"/>
                      <a:gd name="connsiteX1" fmla="*/ 0 w 9135"/>
                      <a:gd name="connsiteY1" fmla="*/ 24426 h 24426"/>
                      <a:gd name="connsiteX2" fmla="*/ 8777 w 9135"/>
                      <a:gd name="connsiteY2" fmla="*/ 0 h 2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135" h="24426">
                        <a:moveTo>
                          <a:pt x="8777" y="0"/>
                        </a:moveTo>
                        <a:cubicBezTo>
                          <a:pt x="10684" y="6871"/>
                          <a:pt x="4566" y="17954"/>
                          <a:pt x="0" y="24426"/>
                        </a:cubicBezTo>
                        <a:cubicBezTo>
                          <a:pt x="4965" y="17378"/>
                          <a:pt x="7714" y="7359"/>
                          <a:pt x="877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64" name="Forme libre : forme 23563">
                    <a:extLst>
                      <a:ext uri="{FF2B5EF4-FFF2-40B4-BE49-F238E27FC236}">
                        <a16:creationId xmlns:a16="http://schemas.microsoft.com/office/drawing/2014/main" id="{A89A9F18-C82A-4182-8091-25CD3713365E}"/>
                      </a:ext>
                    </a:extLst>
                  </p:cNvPr>
                  <p:cNvSpPr/>
                  <p:nvPr/>
                </p:nvSpPr>
                <p:spPr>
                  <a:xfrm>
                    <a:off x="6236174" y="1233021"/>
                    <a:ext cx="14496" cy="22032"/>
                  </a:xfrm>
                  <a:custGeom>
                    <a:avLst/>
                    <a:gdLst>
                      <a:gd name="connsiteX0" fmla="*/ 14496 w 14496"/>
                      <a:gd name="connsiteY0" fmla="*/ 0 h 22032"/>
                      <a:gd name="connsiteX1" fmla="*/ 5630 w 14496"/>
                      <a:gd name="connsiteY1" fmla="*/ 10196 h 22032"/>
                      <a:gd name="connsiteX2" fmla="*/ 0 w 14496"/>
                      <a:gd name="connsiteY2" fmla="*/ 22032 h 22032"/>
                      <a:gd name="connsiteX3" fmla="*/ 6162 w 14496"/>
                      <a:gd name="connsiteY3" fmla="*/ 10462 h 22032"/>
                      <a:gd name="connsiteX4" fmla="*/ 14496 w 14496"/>
                      <a:gd name="connsiteY4" fmla="*/ 0 h 22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96" h="22032">
                        <a:moveTo>
                          <a:pt x="14496" y="0"/>
                        </a:moveTo>
                        <a:cubicBezTo>
                          <a:pt x="10950" y="3014"/>
                          <a:pt x="7935" y="6295"/>
                          <a:pt x="5630" y="10196"/>
                        </a:cubicBezTo>
                        <a:cubicBezTo>
                          <a:pt x="3325" y="14097"/>
                          <a:pt x="1463" y="18176"/>
                          <a:pt x="0" y="22032"/>
                        </a:cubicBezTo>
                        <a:cubicBezTo>
                          <a:pt x="1197" y="18264"/>
                          <a:pt x="3546" y="14363"/>
                          <a:pt x="6162" y="10462"/>
                        </a:cubicBezTo>
                        <a:cubicBezTo>
                          <a:pt x="8822" y="6650"/>
                          <a:pt x="11925" y="3192"/>
                          <a:pt x="144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65" name="Forme libre : forme 23564">
                    <a:extLst>
                      <a:ext uri="{FF2B5EF4-FFF2-40B4-BE49-F238E27FC236}">
                        <a16:creationId xmlns:a16="http://schemas.microsoft.com/office/drawing/2014/main" id="{F884FE79-0872-495F-84D9-E4D88FC7D376}"/>
                      </a:ext>
                    </a:extLst>
                  </p:cNvPr>
                  <p:cNvSpPr/>
                  <p:nvPr/>
                </p:nvSpPr>
                <p:spPr>
                  <a:xfrm>
                    <a:off x="6269103" y="1230281"/>
                    <a:ext cx="11327" cy="7514"/>
                  </a:xfrm>
                  <a:custGeom>
                    <a:avLst/>
                    <a:gdLst>
                      <a:gd name="connsiteX0" fmla="*/ 11313 w 11327"/>
                      <a:gd name="connsiteY0" fmla="*/ 656 h 7514"/>
                      <a:gd name="connsiteX1" fmla="*/ 5683 w 11327"/>
                      <a:gd name="connsiteY1" fmla="*/ 5843 h 7514"/>
                      <a:gd name="connsiteX2" fmla="*/ 8 w 11327"/>
                      <a:gd name="connsiteY2" fmla="*/ 6685 h 7514"/>
                      <a:gd name="connsiteX3" fmla="*/ 5328 w 11327"/>
                      <a:gd name="connsiteY3" fmla="*/ 1897 h 7514"/>
                      <a:gd name="connsiteX4" fmla="*/ 11313 w 11327"/>
                      <a:gd name="connsiteY4" fmla="*/ 656 h 7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27" h="7514">
                        <a:moveTo>
                          <a:pt x="11313" y="656"/>
                        </a:moveTo>
                        <a:cubicBezTo>
                          <a:pt x="11623" y="2474"/>
                          <a:pt x="7102" y="5045"/>
                          <a:pt x="5683" y="5843"/>
                        </a:cubicBezTo>
                        <a:cubicBezTo>
                          <a:pt x="4264" y="6641"/>
                          <a:pt x="230" y="8636"/>
                          <a:pt x="8" y="6685"/>
                        </a:cubicBezTo>
                        <a:cubicBezTo>
                          <a:pt x="-213" y="4735"/>
                          <a:pt x="3998" y="2607"/>
                          <a:pt x="5328" y="1897"/>
                        </a:cubicBezTo>
                        <a:cubicBezTo>
                          <a:pt x="6658" y="1188"/>
                          <a:pt x="11003" y="-1117"/>
                          <a:pt x="11313" y="65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66" name="Forme libre : forme 23565">
                    <a:extLst>
                      <a:ext uri="{FF2B5EF4-FFF2-40B4-BE49-F238E27FC236}">
                        <a16:creationId xmlns:a16="http://schemas.microsoft.com/office/drawing/2014/main" id="{0A5FD52C-94FD-489F-AE6D-E64BBC194D99}"/>
                      </a:ext>
                    </a:extLst>
                  </p:cNvPr>
                  <p:cNvSpPr/>
                  <p:nvPr/>
                </p:nvSpPr>
                <p:spPr>
                  <a:xfrm>
                    <a:off x="6278718" y="1229262"/>
                    <a:ext cx="3175" cy="2487"/>
                  </a:xfrm>
                  <a:custGeom>
                    <a:avLst/>
                    <a:gdLst>
                      <a:gd name="connsiteX0" fmla="*/ 3028 w 3175"/>
                      <a:gd name="connsiteY0" fmla="*/ 123 h 2487"/>
                      <a:gd name="connsiteX1" fmla="*/ 2186 w 3175"/>
                      <a:gd name="connsiteY1" fmla="*/ 1764 h 2487"/>
                      <a:gd name="connsiteX2" fmla="*/ 147 w 3175"/>
                      <a:gd name="connsiteY2" fmla="*/ 2340 h 2487"/>
                      <a:gd name="connsiteX3" fmla="*/ 989 w 3175"/>
                      <a:gd name="connsiteY3" fmla="*/ 744 h 2487"/>
                      <a:gd name="connsiteX4" fmla="*/ 3028 w 3175"/>
                      <a:gd name="connsiteY4" fmla="*/ 123 h 2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75" h="2487">
                        <a:moveTo>
                          <a:pt x="3028" y="123"/>
                        </a:moveTo>
                        <a:cubicBezTo>
                          <a:pt x="3516" y="567"/>
                          <a:pt x="2674" y="1365"/>
                          <a:pt x="2186" y="1764"/>
                        </a:cubicBezTo>
                        <a:cubicBezTo>
                          <a:pt x="1698" y="2118"/>
                          <a:pt x="634" y="2783"/>
                          <a:pt x="147" y="2340"/>
                        </a:cubicBezTo>
                        <a:cubicBezTo>
                          <a:pt x="-341" y="1897"/>
                          <a:pt x="502" y="1099"/>
                          <a:pt x="989" y="744"/>
                        </a:cubicBezTo>
                        <a:cubicBezTo>
                          <a:pt x="1477" y="389"/>
                          <a:pt x="2541" y="-275"/>
                          <a:pt x="3028" y="1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67" name="Forme libre : forme 23566">
                    <a:extLst>
                      <a:ext uri="{FF2B5EF4-FFF2-40B4-BE49-F238E27FC236}">
                        <a16:creationId xmlns:a16="http://schemas.microsoft.com/office/drawing/2014/main" id="{E9C40B3F-8198-42CD-B328-0EAA9039E212}"/>
                      </a:ext>
                    </a:extLst>
                  </p:cNvPr>
                  <p:cNvSpPr/>
                  <p:nvPr/>
                </p:nvSpPr>
                <p:spPr>
                  <a:xfrm>
                    <a:off x="6263391" y="1218231"/>
                    <a:ext cx="32369" cy="12075"/>
                  </a:xfrm>
                  <a:custGeom>
                    <a:avLst/>
                    <a:gdLst>
                      <a:gd name="connsiteX0" fmla="*/ 21060 w 32369"/>
                      <a:gd name="connsiteY0" fmla="*/ 383 h 12075"/>
                      <a:gd name="connsiteX1" fmla="*/ 31389 w 32369"/>
                      <a:gd name="connsiteY1" fmla="*/ 782 h 12075"/>
                      <a:gd name="connsiteX2" fmla="*/ 31389 w 32369"/>
                      <a:gd name="connsiteY2" fmla="*/ 4239 h 12075"/>
                      <a:gd name="connsiteX3" fmla="*/ 27443 w 32369"/>
                      <a:gd name="connsiteY3" fmla="*/ 5481 h 12075"/>
                      <a:gd name="connsiteX4" fmla="*/ 14942 w 32369"/>
                      <a:gd name="connsiteY4" fmla="*/ 7830 h 12075"/>
                      <a:gd name="connsiteX5" fmla="*/ 3 w 32369"/>
                      <a:gd name="connsiteY5" fmla="*/ 10579 h 12075"/>
                      <a:gd name="connsiteX6" fmla="*/ 12415 w 32369"/>
                      <a:gd name="connsiteY6" fmla="*/ 959 h 12075"/>
                      <a:gd name="connsiteX7" fmla="*/ 21060 w 32369"/>
                      <a:gd name="connsiteY7" fmla="*/ 383 h 12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369" h="12075">
                        <a:moveTo>
                          <a:pt x="21060" y="383"/>
                        </a:moveTo>
                        <a:cubicBezTo>
                          <a:pt x="24961" y="-17"/>
                          <a:pt x="27842" y="-371"/>
                          <a:pt x="31389" y="782"/>
                        </a:cubicBezTo>
                        <a:cubicBezTo>
                          <a:pt x="32719" y="1225"/>
                          <a:pt x="32674" y="3131"/>
                          <a:pt x="31389" y="4239"/>
                        </a:cubicBezTo>
                        <a:cubicBezTo>
                          <a:pt x="30148" y="5348"/>
                          <a:pt x="28773" y="5392"/>
                          <a:pt x="27443" y="5481"/>
                        </a:cubicBezTo>
                        <a:cubicBezTo>
                          <a:pt x="23143" y="5702"/>
                          <a:pt x="19286" y="6766"/>
                          <a:pt x="14942" y="7830"/>
                        </a:cubicBezTo>
                        <a:cubicBezTo>
                          <a:pt x="12194" y="8495"/>
                          <a:pt x="135" y="14923"/>
                          <a:pt x="3" y="10579"/>
                        </a:cubicBezTo>
                        <a:cubicBezTo>
                          <a:pt x="-175" y="6234"/>
                          <a:pt x="8824" y="1890"/>
                          <a:pt x="12415" y="959"/>
                        </a:cubicBezTo>
                        <a:cubicBezTo>
                          <a:pt x="15829" y="-61"/>
                          <a:pt x="18134" y="693"/>
                          <a:pt x="21060" y="3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45" name="Graphique 2">
                <a:extLst>
                  <a:ext uri="{FF2B5EF4-FFF2-40B4-BE49-F238E27FC236}">
                    <a16:creationId xmlns:a16="http://schemas.microsoft.com/office/drawing/2014/main" id="{B33962DB-E75A-4023-BCC0-9167895DA343}"/>
                  </a:ext>
                </a:extLst>
              </p:cNvPr>
              <p:cNvGrpSpPr/>
              <p:nvPr/>
            </p:nvGrpSpPr>
            <p:grpSpPr>
              <a:xfrm>
                <a:off x="6201210" y="1268283"/>
                <a:ext cx="59606" cy="59216"/>
                <a:chOff x="6201210" y="1268283"/>
                <a:chExt cx="59606" cy="59216"/>
              </a:xfrm>
              <a:solidFill>
                <a:schemeClr val="accent1"/>
              </a:solidFill>
            </p:grpSpPr>
            <p:sp>
              <p:nvSpPr>
                <p:cNvPr id="23542" name="Forme libre : forme 23541">
                  <a:extLst>
                    <a:ext uri="{FF2B5EF4-FFF2-40B4-BE49-F238E27FC236}">
                      <a16:creationId xmlns:a16="http://schemas.microsoft.com/office/drawing/2014/main" id="{E5048B60-8083-4534-A67F-305271E8B3F6}"/>
                    </a:ext>
                  </a:extLst>
                </p:cNvPr>
                <p:cNvSpPr/>
                <p:nvPr/>
              </p:nvSpPr>
              <p:spPr>
                <a:xfrm>
                  <a:off x="6201210" y="1268283"/>
                  <a:ext cx="59606" cy="59216"/>
                </a:xfrm>
                <a:custGeom>
                  <a:avLst/>
                  <a:gdLst>
                    <a:gd name="connsiteX0" fmla="*/ 58149 w 59606"/>
                    <a:gd name="connsiteY0" fmla="*/ 30525 h 59216"/>
                    <a:gd name="connsiteX1" fmla="*/ 55356 w 59606"/>
                    <a:gd name="connsiteY1" fmla="*/ 37795 h 59216"/>
                    <a:gd name="connsiteX2" fmla="*/ 54203 w 59606"/>
                    <a:gd name="connsiteY2" fmla="*/ 40056 h 59216"/>
                    <a:gd name="connsiteX3" fmla="*/ 52740 w 59606"/>
                    <a:gd name="connsiteY3" fmla="*/ 42583 h 59216"/>
                    <a:gd name="connsiteX4" fmla="*/ 48440 w 59606"/>
                    <a:gd name="connsiteY4" fmla="*/ 48257 h 59216"/>
                    <a:gd name="connsiteX5" fmla="*/ 25743 w 59606"/>
                    <a:gd name="connsiteY5" fmla="*/ 59207 h 59216"/>
                    <a:gd name="connsiteX6" fmla="*/ 10715 w 59606"/>
                    <a:gd name="connsiteY6" fmla="*/ 55128 h 59216"/>
                    <a:gd name="connsiteX7" fmla="*/ 3223 w 59606"/>
                    <a:gd name="connsiteY7" fmla="*/ 47902 h 59216"/>
                    <a:gd name="connsiteX8" fmla="*/ 75 w 59606"/>
                    <a:gd name="connsiteY8" fmla="*/ 33140 h 59216"/>
                    <a:gd name="connsiteX9" fmla="*/ 7567 w 59606"/>
                    <a:gd name="connsiteY9" fmla="*/ 26491 h 59216"/>
                    <a:gd name="connsiteX10" fmla="*/ 19182 w 59606"/>
                    <a:gd name="connsiteY10" fmla="*/ 25693 h 59216"/>
                    <a:gd name="connsiteX11" fmla="*/ 21354 w 59606"/>
                    <a:gd name="connsiteY11" fmla="*/ 25427 h 59216"/>
                    <a:gd name="connsiteX12" fmla="*/ 22285 w 59606"/>
                    <a:gd name="connsiteY12" fmla="*/ 24717 h 59216"/>
                    <a:gd name="connsiteX13" fmla="*/ 22817 w 59606"/>
                    <a:gd name="connsiteY13" fmla="*/ 23565 h 59216"/>
                    <a:gd name="connsiteX14" fmla="*/ 22773 w 59606"/>
                    <a:gd name="connsiteY14" fmla="*/ 23166 h 59216"/>
                    <a:gd name="connsiteX15" fmla="*/ 22817 w 59606"/>
                    <a:gd name="connsiteY15" fmla="*/ 23033 h 59216"/>
                    <a:gd name="connsiteX16" fmla="*/ 22906 w 59606"/>
                    <a:gd name="connsiteY16" fmla="*/ 22855 h 59216"/>
                    <a:gd name="connsiteX17" fmla="*/ 23305 w 59606"/>
                    <a:gd name="connsiteY17" fmla="*/ 22102 h 59216"/>
                    <a:gd name="connsiteX18" fmla="*/ 24856 w 59606"/>
                    <a:gd name="connsiteY18" fmla="*/ 19132 h 59216"/>
                    <a:gd name="connsiteX19" fmla="*/ 41392 w 59606"/>
                    <a:gd name="connsiteY19" fmla="*/ 1488 h 59216"/>
                    <a:gd name="connsiteX20" fmla="*/ 51189 w 59606"/>
                    <a:gd name="connsiteY20" fmla="*/ 1577 h 59216"/>
                    <a:gd name="connsiteX21" fmla="*/ 58370 w 59606"/>
                    <a:gd name="connsiteY21" fmla="*/ 13191 h 59216"/>
                    <a:gd name="connsiteX22" fmla="*/ 58149 w 59606"/>
                    <a:gd name="connsiteY22" fmla="*/ 30525 h 59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9606" h="59216">
                      <a:moveTo>
                        <a:pt x="58149" y="30525"/>
                      </a:moveTo>
                      <a:cubicBezTo>
                        <a:pt x="57661" y="32387"/>
                        <a:pt x="56686" y="34958"/>
                        <a:pt x="55356" y="37795"/>
                      </a:cubicBezTo>
                      <a:cubicBezTo>
                        <a:pt x="54957" y="38549"/>
                        <a:pt x="54602" y="39258"/>
                        <a:pt x="54203" y="40056"/>
                      </a:cubicBezTo>
                      <a:cubicBezTo>
                        <a:pt x="53804" y="40809"/>
                        <a:pt x="53450" y="41519"/>
                        <a:pt x="52740" y="42583"/>
                      </a:cubicBezTo>
                      <a:cubicBezTo>
                        <a:pt x="51455" y="44489"/>
                        <a:pt x="50169" y="46440"/>
                        <a:pt x="48440" y="48257"/>
                      </a:cubicBezTo>
                      <a:cubicBezTo>
                        <a:pt x="41968" y="55882"/>
                        <a:pt x="32082" y="59429"/>
                        <a:pt x="25743" y="59207"/>
                      </a:cubicBezTo>
                      <a:cubicBezTo>
                        <a:pt x="19802" y="59296"/>
                        <a:pt x="14660" y="57522"/>
                        <a:pt x="10715" y="55128"/>
                      </a:cubicBezTo>
                      <a:cubicBezTo>
                        <a:pt x="6636" y="52646"/>
                        <a:pt x="4774" y="50296"/>
                        <a:pt x="3223" y="47902"/>
                      </a:cubicBezTo>
                      <a:cubicBezTo>
                        <a:pt x="341" y="43070"/>
                        <a:pt x="-235" y="38238"/>
                        <a:pt x="75" y="33140"/>
                      </a:cubicBezTo>
                      <a:cubicBezTo>
                        <a:pt x="341" y="29550"/>
                        <a:pt x="4597" y="26712"/>
                        <a:pt x="7567" y="26491"/>
                      </a:cubicBezTo>
                      <a:cubicBezTo>
                        <a:pt x="12133" y="26180"/>
                        <a:pt x="15990" y="25914"/>
                        <a:pt x="19182" y="25693"/>
                      </a:cubicBezTo>
                      <a:cubicBezTo>
                        <a:pt x="19980" y="25648"/>
                        <a:pt x="20778" y="25560"/>
                        <a:pt x="21354" y="25427"/>
                      </a:cubicBezTo>
                      <a:cubicBezTo>
                        <a:pt x="21842" y="25205"/>
                        <a:pt x="22152" y="24983"/>
                        <a:pt x="22285" y="24717"/>
                      </a:cubicBezTo>
                      <a:cubicBezTo>
                        <a:pt x="22684" y="24230"/>
                        <a:pt x="22817" y="23786"/>
                        <a:pt x="22817" y="23565"/>
                      </a:cubicBezTo>
                      <a:cubicBezTo>
                        <a:pt x="22861" y="23299"/>
                        <a:pt x="22817" y="23210"/>
                        <a:pt x="22773" y="23166"/>
                      </a:cubicBezTo>
                      <a:cubicBezTo>
                        <a:pt x="22773" y="23166"/>
                        <a:pt x="22773" y="23166"/>
                        <a:pt x="22817" y="23033"/>
                      </a:cubicBezTo>
                      <a:lnTo>
                        <a:pt x="22906" y="22855"/>
                      </a:lnTo>
                      <a:lnTo>
                        <a:pt x="23305" y="22102"/>
                      </a:lnTo>
                      <a:cubicBezTo>
                        <a:pt x="23881" y="21260"/>
                        <a:pt x="24368" y="19974"/>
                        <a:pt x="24856" y="19132"/>
                      </a:cubicBezTo>
                      <a:cubicBezTo>
                        <a:pt x="28048" y="11595"/>
                        <a:pt x="33767" y="6586"/>
                        <a:pt x="41392" y="1488"/>
                      </a:cubicBezTo>
                      <a:cubicBezTo>
                        <a:pt x="44051" y="-285"/>
                        <a:pt x="48928" y="-729"/>
                        <a:pt x="51189" y="1577"/>
                      </a:cubicBezTo>
                      <a:cubicBezTo>
                        <a:pt x="54425" y="4857"/>
                        <a:pt x="56996" y="8581"/>
                        <a:pt x="58370" y="13191"/>
                      </a:cubicBezTo>
                      <a:cubicBezTo>
                        <a:pt x="59878" y="17846"/>
                        <a:pt x="60232" y="23343"/>
                        <a:pt x="58149" y="30525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43" name="Forme libre : forme 23542">
                  <a:extLst>
                    <a:ext uri="{FF2B5EF4-FFF2-40B4-BE49-F238E27FC236}">
                      <a16:creationId xmlns:a16="http://schemas.microsoft.com/office/drawing/2014/main" id="{588015BB-5F07-44C8-9A1A-9902B71A4D7B}"/>
                    </a:ext>
                  </a:extLst>
                </p:cNvPr>
                <p:cNvSpPr/>
                <p:nvPr/>
              </p:nvSpPr>
              <p:spPr>
                <a:xfrm>
                  <a:off x="6201279" y="1269727"/>
                  <a:ext cx="59425" cy="57596"/>
                </a:xfrm>
                <a:custGeom>
                  <a:avLst/>
                  <a:gdLst>
                    <a:gd name="connsiteX0" fmla="*/ 29664 w 59425"/>
                    <a:gd name="connsiteY0" fmla="*/ 44331 h 57596"/>
                    <a:gd name="connsiteX1" fmla="*/ 19556 w 59425"/>
                    <a:gd name="connsiteY1" fmla="*/ 44996 h 57596"/>
                    <a:gd name="connsiteX2" fmla="*/ 10513 w 59425"/>
                    <a:gd name="connsiteY2" fmla="*/ 40829 h 57596"/>
                    <a:gd name="connsiteX3" fmla="*/ 2090 w 59425"/>
                    <a:gd name="connsiteY3" fmla="*/ 27662 h 57596"/>
                    <a:gd name="connsiteX4" fmla="*/ 95 w 59425"/>
                    <a:gd name="connsiteY4" fmla="*/ 31564 h 57596"/>
                    <a:gd name="connsiteX5" fmla="*/ 139 w 59425"/>
                    <a:gd name="connsiteY5" fmla="*/ 36750 h 57596"/>
                    <a:gd name="connsiteX6" fmla="*/ 7498 w 59425"/>
                    <a:gd name="connsiteY6" fmla="*/ 51291 h 57596"/>
                    <a:gd name="connsiteX7" fmla="*/ 25674 w 59425"/>
                    <a:gd name="connsiteY7" fmla="*/ 57586 h 57596"/>
                    <a:gd name="connsiteX8" fmla="*/ 33786 w 59425"/>
                    <a:gd name="connsiteY8" fmla="*/ 56300 h 57596"/>
                    <a:gd name="connsiteX9" fmla="*/ 50056 w 59425"/>
                    <a:gd name="connsiteY9" fmla="*/ 44686 h 57596"/>
                    <a:gd name="connsiteX10" fmla="*/ 52893 w 59425"/>
                    <a:gd name="connsiteY10" fmla="*/ 40563 h 57596"/>
                    <a:gd name="connsiteX11" fmla="*/ 54755 w 59425"/>
                    <a:gd name="connsiteY11" fmla="*/ 37149 h 57596"/>
                    <a:gd name="connsiteX12" fmla="*/ 57237 w 59425"/>
                    <a:gd name="connsiteY12" fmla="*/ 31386 h 57596"/>
                    <a:gd name="connsiteX13" fmla="*/ 57991 w 59425"/>
                    <a:gd name="connsiteY13" fmla="*/ 28992 h 57596"/>
                    <a:gd name="connsiteX14" fmla="*/ 59232 w 59425"/>
                    <a:gd name="connsiteY14" fmla="*/ 16003 h 57596"/>
                    <a:gd name="connsiteX15" fmla="*/ 54046 w 59425"/>
                    <a:gd name="connsiteY15" fmla="*/ 3369 h 57596"/>
                    <a:gd name="connsiteX16" fmla="*/ 51208 w 59425"/>
                    <a:gd name="connsiteY16" fmla="*/ 89 h 57596"/>
                    <a:gd name="connsiteX17" fmla="*/ 51075 w 59425"/>
                    <a:gd name="connsiteY17" fmla="*/ 0 h 57596"/>
                    <a:gd name="connsiteX18" fmla="*/ 46066 w 59425"/>
                    <a:gd name="connsiteY18" fmla="*/ 23495 h 57596"/>
                    <a:gd name="connsiteX19" fmla="*/ 40569 w 59425"/>
                    <a:gd name="connsiteY19" fmla="*/ 35154 h 57596"/>
                    <a:gd name="connsiteX20" fmla="*/ 29664 w 59425"/>
                    <a:gd name="connsiteY20" fmla="*/ 44331 h 57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9425" h="57596">
                      <a:moveTo>
                        <a:pt x="29664" y="44331"/>
                      </a:moveTo>
                      <a:cubicBezTo>
                        <a:pt x="26516" y="45528"/>
                        <a:pt x="22970" y="45749"/>
                        <a:pt x="19556" y="44996"/>
                      </a:cubicBezTo>
                      <a:cubicBezTo>
                        <a:pt x="16187" y="44331"/>
                        <a:pt x="12862" y="42646"/>
                        <a:pt x="10513" y="40829"/>
                      </a:cubicBezTo>
                      <a:cubicBezTo>
                        <a:pt x="5769" y="37238"/>
                        <a:pt x="2843" y="32495"/>
                        <a:pt x="2090" y="27662"/>
                      </a:cubicBezTo>
                      <a:cubicBezTo>
                        <a:pt x="981" y="28726"/>
                        <a:pt x="183" y="30101"/>
                        <a:pt x="95" y="31564"/>
                      </a:cubicBezTo>
                      <a:cubicBezTo>
                        <a:pt x="-38" y="33337"/>
                        <a:pt x="-38" y="35021"/>
                        <a:pt x="139" y="36750"/>
                      </a:cubicBezTo>
                      <a:cubicBezTo>
                        <a:pt x="760" y="41627"/>
                        <a:pt x="2178" y="46503"/>
                        <a:pt x="7498" y="51291"/>
                      </a:cubicBezTo>
                      <a:cubicBezTo>
                        <a:pt x="11488" y="54571"/>
                        <a:pt x="17960" y="57807"/>
                        <a:pt x="25674" y="57586"/>
                      </a:cubicBezTo>
                      <a:cubicBezTo>
                        <a:pt x="28023" y="57586"/>
                        <a:pt x="30816" y="57231"/>
                        <a:pt x="33786" y="56300"/>
                      </a:cubicBezTo>
                      <a:cubicBezTo>
                        <a:pt x="39594" y="54571"/>
                        <a:pt x="45756" y="50316"/>
                        <a:pt x="50056" y="44686"/>
                      </a:cubicBezTo>
                      <a:cubicBezTo>
                        <a:pt x="51075" y="43356"/>
                        <a:pt x="52006" y="41937"/>
                        <a:pt x="52893" y="40563"/>
                      </a:cubicBezTo>
                      <a:cubicBezTo>
                        <a:pt x="53735" y="39233"/>
                        <a:pt x="54134" y="38302"/>
                        <a:pt x="54755" y="37149"/>
                      </a:cubicBezTo>
                      <a:cubicBezTo>
                        <a:pt x="55952" y="34933"/>
                        <a:pt x="56528" y="33115"/>
                        <a:pt x="57237" y="31386"/>
                      </a:cubicBezTo>
                      <a:cubicBezTo>
                        <a:pt x="57592" y="30500"/>
                        <a:pt x="57770" y="29702"/>
                        <a:pt x="57991" y="28992"/>
                      </a:cubicBezTo>
                      <a:cubicBezTo>
                        <a:pt x="59498" y="23894"/>
                        <a:pt x="59631" y="19683"/>
                        <a:pt x="59232" y="16003"/>
                      </a:cubicBezTo>
                      <a:cubicBezTo>
                        <a:pt x="58567" y="10950"/>
                        <a:pt x="56661" y="6916"/>
                        <a:pt x="54046" y="3369"/>
                      </a:cubicBezTo>
                      <a:cubicBezTo>
                        <a:pt x="53159" y="2217"/>
                        <a:pt x="52228" y="1153"/>
                        <a:pt x="51208" y="89"/>
                      </a:cubicBezTo>
                      <a:lnTo>
                        <a:pt x="51075" y="0"/>
                      </a:lnTo>
                      <a:cubicBezTo>
                        <a:pt x="50144" y="7758"/>
                        <a:pt x="48726" y="15693"/>
                        <a:pt x="46066" y="23495"/>
                      </a:cubicBezTo>
                      <a:cubicBezTo>
                        <a:pt x="44736" y="27441"/>
                        <a:pt x="43184" y="31209"/>
                        <a:pt x="40569" y="35154"/>
                      </a:cubicBezTo>
                      <a:cubicBezTo>
                        <a:pt x="37865" y="39144"/>
                        <a:pt x="34230" y="42691"/>
                        <a:pt x="29664" y="4433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44" name="Forme libre : forme 23543">
                  <a:extLst>
                    <a:ext uri="{FF2B5EF4-FFF2-40B4-BE49-F238E27FC236}">
                      <a16:creationId xmlns:a16="http://schemas.microsoft.com/office/drawing/2014/main" id="{09CE7599-D86C-4F5A-9986-2C5B8EE0E33B}"/>
                    </a:ext>
                  </a:extLst>
                </p:cNvPr>
                <p:cNvSpPr/>
                <p:nvPr/>
              </p:nvSpPr>
              <p:spPr>
                <a:xfrm>
                  <a:off x="6226308" y="1282940"/>
                  <a:ext cx="22875" cy="30466"/>
                </a:xfrm>
                <a:custGeom>
                  <a:avLst/>
                  <a:gdLst>
                    <a:gd name="connsiteX0" fmla="*/ 20151 w 22875"/>
                    <a:gd name="connsiteY0" fmla="*/ 42 h 30466"/>
                    <a:gd name="connsiteX1" fmla="*/ 22767 w 22875"/>
                    <a:gd name="connsiteY1" fmla="*/ 8731 h 30466"/>
                    <a:gd name="connsiteX2" fmla="*/ 18998 w 22875"/>
                    <a:gd name="connsiteY2" fmla="*/ 20656 h 30466"/>
                    <a:gd name="connsiteX3" fmla="*/ 9024 w 22875"/>
                    <a:gd name="connsiteY3" fmla="*/ 29655 h 30466"/>
                    <a:gd name="connsiteX4" fmla="*/ 25 w 22875"/>
                    <a:gd name="connsiteY4" fmla="*/ 27438 h 30466"/>
                    <a:gd name="connsiteX5" fmla="*/ 4325 w 22875"/>
                    <a:gd name="connsiteY5" fmla="*/ 21010 h 30466"/>
                    <a:gd name="connsiteX6" fmla="*/ 8980 w 22875"/>
                    <a:gd name="connsiteY6" fmla="*/ 14893 h 30466"/>
                    <a:gd name="connsiteX7" fmla="*/ 13856 w 22875"/>
                    <a:gd name="connsiteY7" fmla="*/ 6248 h 30466"/>
                    <a:gd name="connsiteX8" fmla="*/ 20151 w 22875"/>
                    <a:gd name="connsiteY8" fmla="*/ 42 h 30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875" h="30466">
                      <a:moveTo>
                        <a:pt x="20151" y="42"/>
                      </a:moveTo>
                      <a:cubicBezTo>
                        <a:pt x="22500" y="485"/>
                        <a:pt x="23166" y="4253"/>
                        <a:pt x="22767" y="8731"/>
                      </a:cubicBezTo>
                      <a:cubicBezTo>
                        <a:pt x="22323" y="13164"/>
                        <a:pt x="20417" y="18218"/>
                        <a:pt x="18998" y="20656"/>
                      </a:cubicBezTo>
                      <a:cubicBezTo>
                        <a:pt x="17580" y="23227"/>
                        <a:pt x="13679" y="28015"/>
                        <a:pt x="9024" y="29655"/>
                      </a:cubicBezTo>
                      <a:cubicBezTo>
                        <a:pt x="4414" y="31517"/>
                        <a:pt x="246" y="29921"/>
                        <a:pt x="25" y="27438"/>
                      </a:cubicBezTo>
                      <a:cubicBezTo>
                        <a:pt x="-285" y="24823"/>
                        <a:pt x="2374" y="23271"/>
                        <a:pt x="4325" y="21010"/>
                      </a:cubicBezTo>
                      <a:cubicBezTo>
                        <a:pt x="6409" y="18838"/>
                        <a:pt x="8004" y="16311"/>
                        <a:pt x="8980" y="14893"/>
                      </a:cubicBezTo>
                      <a:cubicBezTo>
                        <a:pt x="9999" y="13297"/>
                        <a:pt x="11950" y="9706"/>
                        <a:pt x="13856" y="6248"/>
                      </a:cubicBezTo>
                      <a:cubicBezTo>
                        <a:pt x="15807" y="2746"/>
                        <a:pt x="17846" y="-401"/>
                        <a:pt x="20151" y="4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45" name="Forme libre : forme 23544">
                  <a:extLst>
                    <a:ext uri="{FF2B5EF4-FFF2-40B4-BE49-F238E27FC236}">
                      <a16:creationId xmlns:a16="http://schemas.microsoft.com/office/drawing/2014/main" id="{48D5B4D1-A4AC-423B-B73F-DE3AF03F45DD}"/>
                    </a:ext>
                  </a:extLst>
                </p:cNvPr>
                <p:cNvSpPr/>
                <p:nvPr/>
              </p:nvSpPr>
              <p:spPr>
                <a:xfrm>
                  <a:off x="6226051" y="1295173"/>
                  <a:ext cx="22314" cy="18120"/>
                </a:xfrm>
                <a:custGeom>
                  <a:avLst/>
                  <a:gdLst>
                    <a:gd name="connsiteX0" fmla="*/ 5070 w 22314"/>
                    <a:gd name="connsiteY0" fmla="*/ 8467 h 18120"/>
                    <a:gd name="connsiteX1" fmla="*/ 2011 w 22314"/>
                    <a:gd name="connsiteY1" fmla="*/ 11570 h 18120"/>
                    <a:gd name="connsiteX2" fmla="*/ 149 w 22314"/>
                    <a:gd name="connsiteY2" fmla="*/ 15205 h 18120"/>
                    <a:gd name="connsiteX3" fmla="*/ 9325 w 22314"/>
                    <a:gd name="connsiteY3" fmla="*/ 17378 h 18120"/>
                    <a:gd name="connsiteX4" fmla="*/ 19433 w 22314"/>
                    <a:gd name="connsiteY4" fmla="*/ 8201 h 18120"/>
                    <a:gd name="connsiteX5" fmla="*/ 22314 w 22314"/>
                    <a:gd name="connsiteY5" fmla="*/ 0 h 18120"/>
                    <a:gd name="connsiteX6" fmla="*/ 20319 w 22314"/>
                    <a:gd name="connsiteY6" fmla="*/ 4034 h 18120"/>
                    <a:gd name="connsiteX7" fmla="*/ 16640 w 22314"/>
                    <a:gd name="connsiteY7" fmla="*/ 7935 h 18120"/>
                    <a:gd name="connsiteX8" fmla="*/ 12163 w 22314"/>
                    <a:gd name="connsiteY8" fmla="*/ 10684 h 18120"/>
                    <a:gd name="connsiteX9" fmla="*/ 5070 w 22314"/>
                    <a:gd name="connsiteY9" fmla="*/ 8467 h 18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314" h="18120">
                      <a:moveTo>
                        <a:pt x="5070" y="8467"/>
                      </a:moveTo>
                      <a:cubicBezTo>
                        <a:pt x="4626" y="9398"/>
                        <a:pt x="3252" y="10506"/>
                        <a:pt x="2011" y="11570"/>
                      </a:cubicBezTo>
                      <a:cubicBezTo>
                        <a:pt x="770" y="12590"/>
                        <a:pt x="-427" y="13610"/>
                        <a:pt x="149" y="15205"/>
                      </a:cubicBezTo>
                      <a:cubicBezTo>
                        <a:pt x="991" y="17688"/>
                        <a:pt x="4981" y="19062"/>
                        <a:pt x="9325" y="17378"/>
                      </a:cubicBezTo>
                      <a:cubicBezTo>
                        <a:pt x="13670" y="15915"/>
                        <a:pt x="17615" y="11437"/>
                        <a:pt x="19433" y="8201"/>
                      </a:cubicBezTo>
                      <a:cubicBezTo>
                        <a:pt x="20541" y="6384"/>
                        <a:pt x="22048" y="2172"/>
                        <a:pt x="22314" y="0"/>
                      </a:cubicBezTo>
                      <a:cubicBezTo>
                        <a:pt x="21916" y="1153"/>
                        <a:pt x="21029" y="3103"/>
                        <a:pt x="20319" y="4034"/>
                      </a:cubicBezTo>
                      <a:cubicBezTo>
                        <a:pt x="19256" y="5408"/>
                        <a:pt x="18014" y="6694"/>
                        <a:pt x="16640" y="7935"/>
                      </a:cubicBezTo>
                      <a:cubicBezTo>
                        <a:pt x="15177" y="9177"/>
                        <a:pt x="13714" y="10152"/>
                        <a:pt x="12163" y="10684"/>
                      </a:cubicBezTo>
                      <a:cubicBezTo>
                        <a:pt x="9148" y="11792"/>
                        <a:pt x="6577" y="10950"/>
                        <a:pt x="5070" y="8467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46" name="Forme libre : forme 23545">
                  <a:extLst>
                    <a:ext uri="{FF2B5EF4-FFF2-40B4-BE49-F238E27FC236}">
                      <a16:creationId xmlns:a16="http://schemas.microsoft.com/office/drawing/2014/main" id="{9F06B7B5-DA86-43D3-AA3A-188FCB6EB5AA}"/>
                    </a:ext>
                  </a:extLst>
                </p:cNvPr>
                <p:cNvSpPr/>
                <p:nvPr/>
              </p:nvSpPr>
              <p:spPr>
                <a:xfrm>
                  <a:off x="6228434" y="1281127"/>
                  <a:ext cx="22359" cy="32633"/>
                </a:xfrm>
                <a:custGeom>
                  <a:avLst/>
                  <a:gdLst>
                    <a:gd name="connsiteX0" fmla="*/ 19621 w 22359"/>
                    <a:gd name="connsiteY0" fmla="*/ 170 h 32633"/>
                    <a:gd name="connsiteX1" fmla="*/ 22281 w 22359"/>
                    <a:gd name="connsiteY1" fmla="*/ 9303 h 32633"/>
                    <a:gd name="connsiteX2" fmla="*/ 19045 w 22359"/>
                    <a:gd name="connsiteY2" fmla="*/ 21316 h 32633"/>
                    <a:gd name="connsiteX3" fmla="*/ 9602 w 22359"/>
                    <a:gd name="connsiteY3" fmla="*/ 31335 h 32633"/>
                    <a:gd name="connsiteX4" fmla="*/ 116 w 22359"/>
                    <a:gd name="connsiteY4" fmla="*/ 30182 h 32633"/>
                    <a:gd name="connsiteX5" fmla="*/ 4150 w 22359"/>
                    <a:gd name="connsiteY5" fmla="*/ 23090 h 32633"/>
                    <a:gd name="connsiteX6" fmla="*/ 8804 w 22359"/>
                    <a:gd name="connsiteY6" fmla="*/ 15864 h 32633"/>
                    <a:gd name="connsiteX7" fmla="*/ 13503 w 22359"/>
                    <a:gd name="connsiteY7" fmla="*/ 6288 h 32633"/>
                    <a:gd name="connsiteX8" fmla="*/ 19621 w 22359"/>
                    <a:gd name="connsiteY8" fmla="*/ 170 h 32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359" h="32633">
                      <a:moveTo>
                        <a:pt x="19621" y="170"/>
                      </a:moveTo>
                      <a:cubicBezTo>
                        <a:pt x="21793" y="1146"/>
                        <a:pt x="22636" y="4958"/>
                        <a:pt x="22281" y="9303"/>
                      </a:cubicBezTo>
                      <a:cubicBezTo>
                        <a:pt x="22015" y="13647"/>
                        <a:pt x="20463" y="18523"/>
                        <a:pt x="19045" y="21316"/>
                      </a:cubicBezTo>
                      <a:cubicBezTo>
                        <a:pt x="18070" y="23843"/>
                        <a:pt x="14035" y="29296"/>
                        <a:pt x="9602" y="31335"/>
                      </a:cubicBezTo>
                      <a:cubicBezTo>
                        <a:pt x="5081" y="33596"/>
                        <a:pt x="780" y="32709"/>
                        <a:pt x="116" y="30182"/>
                      </a:cubicBezTo>
                      <a:cubicBezTo>
                        <a:pt x="-594" y="27744"/>
                        <a:pt x="2110" y="25661"/>
                        <a:pt x="4150" y="23090"/>
                      </a:cubicBezTo>
                      <a:cubicBezTo>
                        <a:pt x="6233" y="20474"/>
                        <a:pt x="7918" y="17725"/>
                        <a:pt x="8804" y="15864"/>
                      </a:cubicBezTo>
                      <a:cubicBezTo>
                        <a:pt x="9780" y="14312"/>
                        <a:pt x="11686" y="10100"/>
                        <a:pt x="13503" y="6288"/>
                      </a:cubicBezTo>
                      <a:cubicBezTo>
                        <a:pt x="15410" y="2564"/>
                        <a:pt x="17316" y="-805"/>
                        <a:pt x="19621" y="17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47" name="Forme libre : forme 23546">
                  <a:extLst>
                    <a:ext uri="{FF2B5EF4-FFF2-40B4-BE49-F238E27FC236}">
                      <a16:creationId xmlns:a16="http://schemas.microsoft.com/office/drawing/2014/main" id="{67AAA3D1-D56C-4289-A3E6-875CD77894ED}"/>
                    </a:ext>
                  </a:extLst>
                </p:cNvPr>
                <p:cNvSpPr/>
                <p:nvPr/>
              </p:nvSpPr>
              <p:spPr>
                <a:xfrm>
                  <a:off x="6209954" y="1292778"/>
                  <a:ext cx="43648" cy="30144"/>
                </a:xfrm>
                <a:custGeom>
                  <a:avLst/>
                  <a:gdLst>
                    <a:gd name="connsiteX0" fmla="*/ 552 w 43648"/>
                    <a:gd name="connsiteY0" fmla="*/ 12104 h 30144"/>
                    <a:gd name="connsiteX1" fmla="*/ 1616 w 43648"/>
                    <a:gd name="connsiteY1" fmla="*/ 19551 h 30144"/>
                    <a:gd name="connsiteX2" fmla="*/ 10216 w 43648"/>
                    <a:gd name="connsiteY2" fmla="*/ 27753 h 30144"/>
                    <a:gd name="connsiteX3" fmla="*/ 25289 w 43648"/>
                    <a:gd name="connsiteY3" fmla="*/ 29437 h 30144"/>
                    <a:gd name="connsiteX4" fmla="*/ 38322 w 43648"/>
                    <a:gd name="connsiteY4" fmla="*/ 20394 h 30144"/>
                    <a:gd name="connsiteX5" fmla="*/ 40494 w 43648"/>
                    <a:gd name="connsiteY5" fmla="*/ 17157 h 30144"/>
                    <a:gd name="connsiteX6" fmla="*/ 42002 w 43648"/>
                    <a:gd name="connsiteY6" fmla="*/ 14099 h 30144"/>
                    <a:gd name="connsiteX7" fmla="*/ 43420 w 43648"/>
                    <a:gd name="connsiteY7" fmla="*/ 8956 h 30144"/>
                    <a:gd name="connsiteX8" fmla="*/ 39962 w 43648"/>
                    <a:gd name="connsiteY8" fmla="*/ 1 h 30144"/>
                    <a:gd name="connsiteX9" fmla="*/ 35352 w 43648"/>
                    <a:gd name="connsiteY9" fmla="*/ 4700 h 30144"/>
                    <a:gd name="connsiteX10" fmla="*/ 21476 w 43648"/>
                    <a:gd name="connsiteY10" fmla="*/ 12591 h 30144"/>
                    <a:gd name="connsiteX11" fmla="*/ 15492 w 43648"/>
                    <a:gd name="connsiteY11" fmla="*/ 9931 h 30144"/>
                    <a:gd name="connsiteX12" fmla="*/ 11059 w 43648"/>
                    <a:gd name="connsiteY12" fmla="*/ 7405 h 30144"/>
                    <a:gd name="connsiteX13" fmla="*/ 5162 w 43648"/>
                    <a:gd name="connsiteY13" fmla="*/ 8070 h 30144"/>
                    <a:gd name="connsiteX14" fmla="*/ 552 w 43648"/>
                    <a:gd name="connsiteY14" fmla="*/ 12104 h 30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3648" h="30144">
                      <a:moveTo>
                        <a:pt x="552" y="12104"/>
                      </a:moveTo>
                      <a:cubicBezTo>
                        <a:pt x="-379" y="15030"/>
                        <a:pt x="-202" y="16359"/>
                        <a:pt x="1616" y="19551"/>
                      </a:cubicBezTo>
                      <a:cubicBezTo>
                        <a:pt x="3434" y="22610"/>
                        <a:pt x="6360" y="25713"/>
                        <a:pt x="10216" y="27753"/>
                      </a:cubicBezTo>
                      <a:cubicBezTo>
                        <a:pt x="14073" y="29792"/>
                        <a:pt x="19215" y="30989"/>
                        <a:pt x="25289" y="29437"/>
                      </a:cubicBezTo>
                      <a:cubicBezTo>
                        <a:pt x="30298" y="28107"/>
                        <a:pt x="35086" y="24738"/>
                        <a:pt x="38322" y="20394"/>
                      </a:cubicBezTo>
                      <a:cubicBezTo>
                        <a:pt x="39209" y="19330"/>
                        <a:pt x="39785" y="18266"/>
                        <a:pt x="40494" y="17157"/>
                      </a:cubicBezTo>
                      <a:cubicBezTo>
                        <a:pt x="41159" y="16049"/>
                        <a:pt x="41736" y="14941"/>
                        <a:pt x="42002" y="14099"/>
                      </a:cubicBezTo>
                      <a:cubicBezTo>
                        <a:pt x="42711" y="12281"/>
                        <a:pt x="43287" y="10508"/>
                        <a:pt x="43420" y="8956"/>
                      </a:cubicBezTo>
                      <a:cubicBezTo>
                        <a:pt x="44218" y="4168"/>
                        <a:pt x="42888" y="-87"/>
                        <a:pt x="39962" y="1"/>
                      </a:cubicBezTo>
                      <a:cubicBezTo>
                        <a:pt x="38056" y="46"/>
                        <a:pt x="37081" y="2839"/>
                        <a:pt x="35352" y="4700"/>
                      </a:cubicBezTo>
                      <a:cubicBezTo>
                        <a:pt x="31584" y="8956"/>
                        <a:pt x="26752" y="13256"/>
                        <a:pt x="21476" y="12591"/>
                      </a:cubicBezTo>
                      <a:cubicBezTo>
                        <a:pt x="19260" y="12281"/>
                        <a:pt x="17132" y="11128"/>
                        <a:pt x="15492" y="9931"/>
                      </a:cubicBezTo>
                      <a:cubicBezTo>
                        <a:pt x="13807" y="8690"/>
                        <a:pt x="12654" y="7626"/>
                        <a:pt x="11059" y="7405"/>
                      </a:cubicBezTo>
                      <a:cubicBezTo>
                        <a:pt x="9684" y="7227"/>
                        <a:pt x="7202" y="7316"/>
                        <a:pt x="5162" y="8070"/>
                      </a:cubicBezTo>
                      <a:cubicBezTo>
                        <a:pt x="3079" y="8735"/>
                        <a:pt x="1217" y="10065"/>
                        <a:pt x="552" y="1210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48" name="Forme libre : forme 23547">
                  <a:extLst>
                    <a:ext uri="{FF2B5EF4-FFF2-40B4-BE49-F238E27FC236}">
                      <a16:creationId xmlns:a16="http://schemas.microsoft.com/office/drawing/2014/main" id="{9489E705-7B64-4DF7-90F4-2AA6611AAFC0}"/>
                    </a:ext>
                  </a:extLst>
                </p:cNvPr>
                <p:cNvSpPr/>
                <p:nvPr/>
              </p:nvSpPr>
              <p:spPr>
                <a:xfrm>
                  <a:off x="6219709" y="1300206"/>
                  <a:ext cx="9649" cy="6209"/>
                </a:xfrm>
                <a:custGeom>
                  <a:avLst/>
                  <a:gdLst>
                    <a:gd name="connsiteX0" fmla="*/ 1437 w 9649"/>
                    <a:gd name="connsiteY0" fmla="*/ 3345 h 6209"/>
                    <a:gd name="connsiteX1" fmla="*/ 152 w 9649"/>
                    <a:gd name="connsiteY1" fmla="*/ 4187 h 6209"/>
                    <a:gd name="connsiteX2" fmla="*/ 639 w 9649"/>
                    <a:gd name="connsiteY2" fmla="*/ 5562 h 6209"/>
                    <a:gd name="connsiteX3" fmla="*/ 2767 w 9649"/>
                    <a:gd name="connsiteY3" fmla="*/ 6182 h 6209"/>
                    <a:gd name="connsiteX4" fmla="*/ 7821 w 9649"/>
                    <a:gd name="connsiteY4" fmla="*/ 5119 h 6209"/>
                    <a:gd name="connsiteX5" fmla="*/ 9239 w 9649"/>
                    <a:gd name="connsiteY5" fmla="*/ 3833 h 6209"/>
                    <a:gd name="connsiteX6" fmla="*/ 7112 w 9649"/>
                    <a:gd name="connsiteY6" fmla="*/ 242 h 6209"/>
                    <a:gd name="connsiteX7" fmla="*/ 1437 w 9649"/>
                    <a:gd name="connsiteY7" fmla="*/ 3345 h 6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649" h="6209">
                      <a:moveTo>
                        <a:pt x="1437" y="3345"/>
                      </a:moveTo>
                      <a:cubicBezTo>
                        <a:pt x="905" y="3567"/>
                        <a:pt x="506" y="3700"/>
                        <a:pt x="152" y="4187"/>
                      </a:cubicBezTo>
                      <a:cubicBezTo>
                        <a:pt x="-203" y="4631"/>
                        <a:pt x="107" y="5207"/>
                        <a:pt x="639" y="5562"/>
                      </a:cubicBezTo>
                      <a:cubicBezTo>
                        <a:pt x="1171" y="5961"/>
                        <a:pt x="2058" y="6138"/>
                        <a:pt x="2767" y="6182"/>
                      </a:cubicBezTo>
                      <a:cubicBezTo>
                        <a:pt x="4540" y="6315"/>
                        <a:pt x="6447" y="5961"/>
                        <a:pt x="7821" y="5119"/>
                      </a:cubicBezTo>
                      <a:cubicBezTo>
                        <a:pt x="8397" y="4675"/>
                        <a:pt x="8929" y="4453"/>
                        <a:pt x="9239" y="3833"/>
                      </a:cubicBezTo>
                      <a:cubicBezTo>
                        <a:pt x="10436" y="1395"/>
                        <a:pt x="8796" y="-733"/>
                        <a:pt x="7112" y="242"/>
                      </a:cubicBezTo>
                      <a:cubicBezTo>
                        <a:pt x="5737" y="1040"/>
                        <a:pt x="3698" y="2503"/>
                        <a:pt x="1437" y="3345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49" name="Forme libre : forme 23548">
                  <a:extLst>
                    <a:ext uri="{FF2B5EF4-FFF2-40B4-BE49-F238E27FC236}">
                      <a16:creationId xmlns:a16="http://schemas.microsoft.com/office/drawing/2014/main" id="{77472E77-7BC4-430A-B3A1-693D3E6F7EBB}"/>
                    </a:ext>
                  </a:extLst>
                </p:cNvPr>
                <p:cNvSpPr/>
                <p:nvPr/>
              </p:nvSpPr>
              <p:spPr>
                <a:xfrm>
                  <a:off x="6251113" y="1270791"/>
                  <a:ext cx="8063" cy="26687"/>
                </a:xfrm>
                <a:custGeom>
                  <a:avLst/>
                  <a:gdLst>
                    <a:gd name="connsiteX0" fmla="*/ 0 w 8063"/>
                    <a:gd name="connsiteY0" fmla="*/ 0 h 26687"/>
                    <a:gd name="connsiteX1" fmla="*/ 7891 w 8063"/>
                    <a:gd name="connsiteY1" fmla="*/ 26687 h 26687"/>
                    <a:gd name="connsiteX2" fmla="*/ 0 w 8063"/>
                    <a:gd name="connsiteY2" fmla="*/ 0 h 26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063" h="26687">
                      <a:moveTo>
                        <a:pt x="0" y="0"/>
                      </a:moveTo>
                      <a:cubicBezTo>
                        <a:pt x="6251" y="3901"/>
                        <a:pt x="8777" y="16934"/>
                        <a:pt x="7891" y="26687"/>
                      </a:cubicBezTo>
                      <a:cubicBezTo>
                        <a:pt x="8600" y="16181"/>
                        <a:pt x="4300" y="638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50" name="Forme libre : forme 23549">
                  <a:extLst>
                    <a:ext uri="{FF2B5EF4-FFF2-40B4-BE49-F238E27FC236}">
                      <a16:creationId xmlns:a16="http://schemas.microsoft.com/office/drawing/2014/main" id="{E52AFBC1-F6CA-4009-AAF4-56A2C7398A6C}"/>
                    </a:ext>
                  </a:extLst>
                </p:cNvPr>
                <p:cNvSpPr/>
                <p:nvPr/>
              </p:nvSpPr>
              <p:spPr>
                <a:xfrm>
                  <a:off x="6208556" y="1292956"/>
                  <a:ext cx="15826" cy="3244"/>
                </a:xfrm>
                <a:custGeom>
                  <a:avLst/>
                  <a:gdLst>
                    <a:gd name="connsiteX0" fmla="*/ 15826 w 15826"/>
                    <a:gd name="connsiteY0" fmla="*/ 0 h 3244"/>
                    <a:gd name="connsiteX1" fmla="*/ 14895 w 15826"/>
                    <a:gd name="connsiteY1" fmla="*/ 1286 h 3244"/>
                    <a:gd name="connsiteX2" fmla="*/ 11792 w 15826"/>
                    <a:gd name="connsiteY2" fmla="*/ 2660 h 3244"/>
                    <a:gd name="connsiteX3" fmla="*/ 0 w 15826"/>
                    <a:gd name="connsiteY3" fmla="*/ 2748 h 3244"/>
                    <a:gd name="connsiteX4" fmla="*/ 11703 w 15826"/>
                    <a:gd name="connsiteY4" fmla="*/ 3236 h 3244"/>
                    <a:gd name="connsiteX5" fmla="*/ 14851 w 15826"/>
                    <a:gd name="connsiteY5" fmla="*/ 1951 h 3244"/>
                    <a:gd name="connsiteX6" fmla="*/ 15826 w 15826"/>
                    <a:gd name="connsiteY6" fmla="*/ 0 h 3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826" h="3244">
                      <a:moveTo>
                        <a:pt x="15826" y="0"/>
                      </a:moveTo>
                      <a:cubicBezTo>
                        <a:pt x="15649" y="222"/>
                        <a:pt x="15427" y="709"/>
                        <a:pt x="14895" y="1286"/>
                      </a:cubicBezTo>
                      <a:cubicBezTo>
                        <a:pt x="14319" y="1818"/>
                        <a:pt x="13787" y="2616"/>
                        <a:pt x="11792" y="2660"/>
                      </a:cubicBezTo>
                      <a:cubicBezTo>
                        <a:pt x="8290" y="2970"/>
                        <a:pt x="4034" y="2881"/>
                        <a:pt x="0" y="2748"/>
                      </a:cubicBezTo>
                      <a:cubicBezTo>
                        <a:pt x="3812" y="2704"/>
                        <a:pt x="8157" y="3325"/>
                        <a:pt x="11703" y="3236"/>
                      </a:cubicBezTo>
                      <a:cubicBezTo>
                        <a:pt x="13654" y="3280"/>
                        <a:pt x="14230" y="2527"/>
                        <a:pt x="14851" y="1951"/>
                      </a:cubicBezTo>
                      <a:cubicBezTo>
                        <a:pt x="15471" y="1241"/>
                        <a:pt x="15737" y="576"/>
                        <a:pt x="1582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51" name="Forme libre : forme 23550">
                  <a:extLst>
                    <a:ext uri="{FF2B5EF4-FFF2-40B4-BE49-F238E27FC236}">
                      <a16:creationId xmlns:a16="http://schemas.microsoft.com/office/drawing/2014/main" id="{1C740B1C-7586-45AE-8499-3179DF8C5A76}"/>
                    </a:ext>
                  </a:extLst>
                </p:cNvPr>
                <p:cNvSpPr/>
                <p:nvPr/>
              </p:nvSpPr>
              <p:spPr>
                <a:xfrm>
                  <a:off x="6235825" y="1290268"/>
                  <a:ext cx="7535" cy="11030"/>
                </a:xfrm>
                <a:custGeom>
                  <a:avLst/>
                  <a:gdLst>
                    <a:gd name="connsiteX0" fmla="*/ 7176 w 7535"/>
                    <a:gd name="connsiteY0" fmla="*/ 250 h 11030"/>
                    <a:gd name="connsiteX1" fmla="*/ 6999 w 7535"/>
                    <a:gd name="connsiteY1" fmla="*/ 4019 h 11030"/>
                    <a:gd name="connsiteX2" fmla="*/ 5004 w 7535"/>
                    <a:gd name="connsiteY2" fmla="*/ 7698 h 11030"/>
                    <a:gd name="connsiteX3" fmla="*/ 2566 w 7535"/>
                    <a:gd name="connsiteY3" fmla="*/ 10358 h 11030"/>
                    <a:gd name="connsiteX4" fmla="*/ 172 w 7535"/>
                    <a:gd name="connsiteY4" fmla="*/ 10491 h 11030"/>
                    <a:gd name="connsiteX5" fmla="*/ 2787 w 7535"/>
                    <a:gd name="connsiteY5" fmla="*/ 4418 h 11030"/>
                    <a:gd name="connsiteX6" fmla="*/ 7176 w 7535"/>
                    <a:gd name="connsiteY6" fmla="*/ 250 h 11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35" h="11030">
                      <a:moveTo>
                        <a:pt x="7176" y="250"/>
                      </a:moveTo>
                      <a:cubicBezTo>
                        <a:pt x="7797" y="916"/>
                        <a:pt x="7531" y="2467"/>
                        <a:pt x="6999" y="4019"/>
                      </a:cubicBezTo>
                      <a:cubicBezTo>
                        <a:pt x="6334" y="5526"/>
                        <a:pt x="5492" y="7033"/>
                        <a:pt x="5004" y="7698"/>
                      </a:cubicBezTo>
                      <a:cubicBezTo>
                        <a:pt x="4516" y="8363"/>
                        <a:pt x="3585" y="9649"/>
                        <a:pt x="2566" y="10358"/>
                      </a:cubicBezTo>
                      <a:cubicBezTo>
                        <a:pt x="1546" y="11112"/>
                        <a:pt x="615" y="11333"/>
                        <a:pt x="172" y="10491"/>
                      </a:cubicBezTo>
                      <a:cubicBezTo>
                        <a:pt x="-715" y="8895"/>
                        <a:pt x="2078" y="5792"/>
                        <a:pt x="2787" y="4418"/>
                      </a:cubicBezTo>
                      <a:cubicBezTo>
                        <a:pt x="3674" y="3265"/>
                        <a:pt x="5891" y="-1079"/>
                        <a:pt x="7176" y="25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52" name="Forme libre : forme 23551">
                  <a:extLst>
                    <a:ext uri="{FF2B5EF4-FFF2-40B4-BE49-F238E27FC236}">
                      <a16:creationId xmlns:a16="http://schemas.microsoft.com/office/drawing/2014/main" id="{3ECF80F1-C389-438F-803F-D49E476F08CA}"/>
                    </a:ext>
                  </a:extLst>
                </p:cNvPr>
                <p:cNvSpPr/>
                <p:nvPr/>
              </p:nvSpPr>
              <p:spPr>
                <a:xfrm>
                  <a:off x="6241648" y="1288430"/>
                  <a:ext cx="1981" cy="3511"/>
                </a:xfrm>
                <a:custGeom>
                  <a:avLst/>
                  <a:gdLst>
                    <a:gd name="connsiteX0" fmla="*/ 1530 w 1981"/>
                    <a:gd name="connsiteY0" fmla="*/ 5 h 3511"/>
                    <a:gd name="connsiteX1" fmla="*/ 1796 w 1981"/>
                    <a:gd name="connsiteY1" fmla="*/ 1866 h 3511"/>
                    <a:gd name="connsiteX2" fmla="*/ 422 w 1981"/>
                    <a:gd name="connsiteY2" fmla="*/ 3507 h 3511"/>
                    <a:gd name="connsiteX3" fmla="*/ 245 w 1981"/>
                    <a:gd name="connsiteY3" fmla="*/ 1733 h 3511"/>
                    <a:gd name="connsiteX4" fmla="*/ 1530 w 1981"/>
                    <a:gd name="connsiteY4" fmla="*/ 5 h 3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1" h="3511">
                      <a:moveTo>
                        <a:pt x="1530" y="5"/>
                      </a:moveTo>
                      <a:cubicBezTo>
                        <a:pt x="2151" y="49"/>
                        <a:pt x="2018" y="1290"/>
                        <a:pt x="1796" y="1866"/>
                      </a:cubicBezTo>
                      <a:cubicBezTo>
                        <a:pt x="1575" y="2443"/>
                        <a:pt x="1087" y="3595"/>
                        <a:pt x="422" y="3507"/>
                      </a:cubicBezTo>
                      <a:cubicBezTo>
                        <a:pt x="-243" y="3374"/>
                        <a:pt x="23" y="2310"/>
                        <a:pt x="245" y="1733"/>
                      </a:cubicBezTo>
                      <a:cubicBezTo>
                        <a:pt x="466" y="1157"/>
                        <a:pt x="865" y="-84"/>
                        <a:pt x="1530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53" name="Forme libre : forme 23552">
                  <a:extLst>
                    <a:ext uri="{FF2B5EF4-FFF2-40B4-BE49-F238E27FC236}">
                      <a16:creationId xmlns:a16="http://schemas.microsoft.com/office/drawing/2014/main" id="{43DC7A0A-D6CE-4DF3-992A-A00DDBC5260A}"/>
                    </a:ext>
                  </a:extLst>
                </p:cNvPr>
                <p:cNvSpPr/>
                <p:nvPr/>
              </p:nvSpPr>
              <p:spPr>
                <a:xfrm>
                  <a:off x="6227273" y="1271774"/>
                  <a:ext cx="21862" cy="23930"/>
                </a:xfrm>
                <a:custGeom>
                  <a:avLst/>
                  <a:gdLst>
                    <a:gd name="connsiteX0" fmla="*/ 11517 w 21862"/>
                    <a:gd name="connsiteY0" fmla="*/ 6597 h 23930"/>
                    <a:gd name="connsiteX1" fmla="*/ 19496 w 21862"/>
                    <a:gd name="connsiteY1" fmla="*/ 125 h 23930"/>
                    <a:gd name="connsiteX2" fmla="*/ 21846 w 21862"/>
                    <a:gd name="connsiteY2" fmla="*/ 2785 h 23930"/>
                    <a:gd name="connsiteX3" fmla="*/ 19629 w 21862"/>
                    <a:gd name="connsiteY3" fmla="*/ 6420 h 23930"/>
                    <a:gd name="connsiteX4" fmla="*/ 11206 w 21862"/>
                    <a:gd name="connsiteY4" fmla="*/ 15907 h 23930"/>
                    <a:gd name="connsiteX5" fmla="*/ 6064 w 21862"/>
                    <a:gd name="connsiteY5" fmla="*/ 22335 h 23930"/>
                    <a:gd name="connsiteX6" fmla="*/ 877 w 21862"/>
                    <a:gd name="connsiteY6" fmla="*/ 22734 h 23930"/>
                    <a:gd name="connsiteX7" fmla="*/ 212 w 21862"/>
                    <a:gd name="connsiteY7" fmla="*/ 21714 h 23930"/>
                    <a:gd name="connsiteX8" fmla="*/ 35 w 21862"/>
                    <a:gd name="connsiteY8" fmla="*/ 20650 h 23930"/>
                    <a:gd name="connsiteX9" fmla="*/ 1143 w 21862"/>
                    <a:gd name="connsiteY9" fmla="*/ 17769 h 23930"/>
                    <a:gd name="connsiteX10" fmla="*/ 4955 w 21862"/>
                    <a:gd name="connsiteY10" fmla="*/ 11917 h 23930"/>
                    <a:gd name="connsiteX11" fmla="*/ 11517 w 21862"/>
                    <a:gd name="connsiteY11" fmla="*/ 6597 h 23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862" h="23930">
                      <a:moveTo>
                        <a:pt x="11517" y="6597"/>
                      </a:moveTo>
                      <a:cubicBezTo>
                        <a:pt x="14221" y="3804"/>
                        <a:pt x="16171" y="1677"/>
                        <a:pt x="19496" y="125"/>
                      </a:cubicBezTo>
                      <a:cubicBezTo>
                        <a:pt x="20737" y="-451"/>
                        <a:pt x="22023" y="1056"/>
                        <a:pt x="21846" y="2785"/>
                      </a:cubicBezTo>
                      <a:cubicBezTo>
                        <a:pt x="21624" y="4514"/>
                        <a:pt x="20604" y="5445"/>
                        <a:pt x="19629" y="6420"/>
                      </a:cubicBezTo>
                      <a:cubicBezTo>
                        <a:pt x="16570" y="9435"/>
                        <a:pt x="13999" y="12626"/>
                        <a:pt x="11206" y="15907"/>
                      </a:cubicBezTo>
                      <a:cubicBezTo>
                        <a:pt x="10320" y="16926"/>
                        <a:pt x="8325" y="20296"/>
                        <a:pt x="6064" y="22335"/>
                      </a:cubicBezTo>
                      <a:cubicBezTo>
                        <a:pt x="3626" y="24640"/>
                        <a:pt x="2030" y="24152"/>
                        <a:pt x="877" y="22734"/>
                      </a:cubicBezTo>
                      <a:cubicBezTo>
                        <a:pt x="567" y="22379"/>
                        <a:pt x="390" y="22025"/>
                        <a:pt x="212" y="21714"/>
                      </a:cubicBezTo>
                      <a:cubicBezTo>
                        <a:pt x="35" y="21448"/>
                        <a:pt x="-54" y="21182"/>
                        <a:pt x="35" y="20650"/>
                      </a:cubicBezTo>
                      <a:cubicBezTo>
                        <a:pt x="168" y="19764"/>
                        <a:pt x="611" y="18877"/>
                        <a:pt x="1143" y="17769"/>
                      </a:cubicBezTo>
                      <a:cubicBezTo>
                        <a:pt x="2296" y="15685"/>
                        <a:pt x="3892" y="13203"/>
                        <a:pt x="4955" y="11917"/>
                      </a:cubicBezTo>
                      <a:cubicBezTo>
                        <a:pt x="7172" y="9479"/>
                        <a:pt x="9389" y="8592"/>
                        <a:pt x="11517" y="659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446" name="Graphique 2">
                <a:extLst>
                  <a:ext uri="{FF2B5EF4-FFF2-40B4-BE49-F238E27FC236}">
                    <a16:creationId xmlns:a16="http://schemas.microsoft.com/office/drawing/2014/main" id="{47474C3C-7ABC-4B70-B2E1-A9A2C55DC9F4}"/>
                  </a:ext>
                </a:extLst>
              </p:cNvPr>
              <p:cNvGrpSpPr/>
              <p:nvPr/>
            </p:nvGrpSpPr>
            <p:grpSpPr>
              <a:xfrm>
                <a:off x="5086444" y="1107649"/>
                <a:ext cx="201789" cy="37944"/>
                <a:chOff x="5086444" y="1107649"/>
                <a:chExt cx="201789" cy="37944"/>
              </a:xfrm>
              <a:solidFill>
                <a:schemeClr val="accent1"/>
              </a:solidFill>
            </p:grpSpPr>
            <p:grpSp>
              <p:nvGrpSpPr>
                <p:cNvPr id="23516" name="Graphique 2">
                  <a:extLst>
                    <a:ext uri="{FF2B5EF4-FFF2-40B4-BE49-F238E27FC236}">
                      <a16:creationId xmlns:a16="http://schemas.microsoft.com/office/drawing/2014/main" id="{852B961E-1FF9-4454-8F91-411DF6E03566}"/>
                    </a:ext>
                  </a:extLst>
                </p:cNvPr>
                <p:cNvGrpSpPr/>
                <p:nvPr/>
              </p:nvGrpSpPr>
              <p:grpSpPr>
                <a:xfrm>
                  <a:off x="5086444" y="1107649"/>
                  <a:ext cx="101034" cy="36556"/>
                  <a:chOff x="5086444" y="1107649"/>
                  <a:chExt cx="101034" cy="36556"/>
                </a:xfrm>
                <a:solidFill>
                  <a:schemeClr val="accent1"/>
                </a:solidFill>
              </p:grpSpPr>
              <p:sp>
                <p:nvSpPr>
                  <p:cNvPr id="23530" name="Forme libre : forme 23529">
                    <a:extLst>
                      <a:ext uri="{FF2B5EF4-FFF2-40B4-BE49-F238E27FC236}">
                        <a16:creationId xmlns:a16="http://schemas.microsoft.com/office/drawing/2014/main" id="{4977BB1E-9E8E-41B2-A079-50B74B6DD9E5}"/>
                      </a:ext>
                    </a:extLst>
                  </p:cNvPr>
                  <p:cNvSpPr/>
                  <p:nvPr/>
                </p:nvSpPr>
                <p:spPr>
                  <a:xfrm>
                    <a:off x="5086444" y="1107649"/>
                    <a:ext cx="101034" cy="36556"/>
                  </a:xfrm>
                  <a:custGeom>
                    <a:avLst/>
                    <a:gdLst>
                      <a:gd name="connsiteX0" fmla="*/ 67700 w 101034"/>
                      <a:gd name="connsiteY0" fmla="*/ 36488 h 36556"/>
                      <a:gd name="connsiteX1" fmla="*/ 33255 w 101034"/>
                      <a:gd name="connsiteY1" fmla="*/ 35025 h 36556"/>
                      <a:gd name="connsiteX2" fmla="*/ 2090 w 101034"/>
                      <a:gd name="connsiteY2" fmla="*/ 19554 h 36556"/>
                      <a:gd name="connsiteX3" fmla="*/ 140 w 101034"/>
                      <a:gd name="connsiteY3" fmla="*/ 14456 h 36556"/>
                      <a:gd name="connsiteX4" fmla="*/ 450 w 101034"/>
                      <a:gd name="connsiteY4" fmla="*/ 11751 h 36556"/>
                      <a:gd name="connsiteX5" fmla="*/ 1647 w 101034"/>
                      <a:gd name="connsiteY5" fmla="*/ 10510 h 36556"/>
                      <a:gd name="connsiteX6" fmla="*/ 2534 w 101034"/>
                      <a:gd name="connsiteY6" fmla="*/ 9978 h 36556"/>
                      <a:gd name="connsiteX7" fmla="*/ 3110 w 101034"/>
                      <a:gd name="connsiteY7" fmla="*/ 9535 h 36556"/>
                      <a:gd name="connsiteX8" fmla="*/ 36181 w 101034"/>
                      <a:gd name="connsiteY8" fmla="*/ 4 h 36556"/>
                      <a:gd name="connsiteX9" fmla="*/ 67301 w 101034"/>
                      <a:gd name="connsiteY9" fmla="*/ 1378 h 36556"/>
                      <a:gd name="connsiteX10" fmla="*/ 98156 w 101034"/>
                      <a:gd name="connsiteY10" fmla="*/ 14456 h 36556"/>
                      <a:gd name="connsiteX11" fmla="*/ 99618 w 101034"/>
                      <a:gd name="connsiteY11" fmla="*/ 24164 h 36556"/>
                      <a:gd name="connsiteX12" fmla="*/ 67700 w 101034"/>
                      <a:gd name="connsiteY12" fmla="*/ 36488 h 36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1034" h="36556">
                        <a:moveTo>
                          <a:pt x="67700" y="36488"/>
                        </a:moveTo>
                        <a:cubicBezTo>
                          <a:pt x="59499" y="36798"/>
                          <a:pt x="41722" y="36000"/>
                          <a:pt x="33255" y="35025"/>
                        </a:cubicBezTo>
                        <a:cubicBezTo>
                          <a:pt x="17385" y="33208"/>
                          <a:pt x="9582" y="27533"/>
                          <a:pt x="2090" y="19554"/>
                        </a:cubicBezTo>
                        <a:cubicBezTo>
                          <a:pt x="1913" y="18224"/>
                          <a:pt x="672" y="16184"/>
                          <a:pt x="140" y="14456"/>
                        </a:cubicBezTo>
                        <a:cubicBezTo>
                          <a:pt x="-82" y="13569"/>
                          <a:pt x="-82" y="12638"/>
                          <a:pt x="450" y="11751"/>
                        </a:cubicBezTo>
                        <a:cubicBezTo>
                          <a:pt x="716" y="11308"/>
                          <a:pt x="1115" y="10865"/>
                          <a:pt x="1647" y="10510"/>
                        </a:cubicBezTo>
                        <a:cubicBezTo>
                          <a:pt x="1913" y="10333"/>
                          <a:pt x="2268" y="10155"/>
                          <a:pt x="2534" y="9978"/>
                        </a:cubicBezTo>
                        <a:cubicBezTo>
                          <a:pt x="2711" y="9801"/>
                          <a:pt x="2888" y="9668"/>
                          <a:pt x="3110" y="9535"/>
                        </a:cubicBezTo>
                        <a:cubicBezTo>
                          <a:pt x="12375" y="3329"/>
                          <a:pt x="21685" y="-129"/>
                          <a:pt x="36181" y="4"/>
                        </a:cubicBezTo>
                        <a:cubicBezTo>
                          <a:pt x="43939" y="48"/>
                          <a:pt x="59410" y="846"/>
                          <a:pt x="67301" y="1378"/>
                        </a:cubicBezTo>
                        <a:cubicBezTo>
                          <a:pt x="82108" y="2442"/>
                          <a:pt x="89954" y="7496"/>
                          <a:pt x="98156" y="14456"/>
                        </a:cubicBezTo>
                        <a:cubicBezTo>
                          <a:pt x="100993" y="16849"/>
                          <a:pt x="102190" y="21682"/>
                          <a:pt x="99618" y="24164"/>
                        </a:cubicBezTo>
                        <a:cubicBezTo>
                          <a:pt x="92259" y="31523"/>
                          <a:pt x="82994" y="36045"/>
                          <a:pt x="67700" y="3648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31" name="Forme libre : forme 23530">
                    <a:extLst>
                      <a:ext uri="{FF2B5EF4-FFF2-40B4-BE49-F238E27FC236}">
                        <a16:creationId xmlns:a16="http://schemas.microsoft.com/office/drawing/2014/main" id="{9D745E20-FCC5-4235-935A-ED55A1F4BCB2}"/>
                      </a:ext>
                    </a:extLst>
                  </p:cNvPr>
                  <p:cNvSpPr/>
                  <p:nvPr/>
                </p:nvSpPr>
                <p:spPr>
                  <a:xfrm>
                    <a:off x="5086849" y="1123036"/>
                    <a:ext cx="99301" cy="21060"/>
                  </a:xfrm>
                  <a:custGeom>
                    <a:avLst/>
                    <a:gdLst>
                      <a:gd name="connsiteX0" fmla="*/ 38790 w 99301"/>
                      <a:gd name="connsiteY0" fmla="*/ 7403 h 21060"/>
                      <a:gd name="connsiteX1" fmla="*/ 0 w 99301"/>
                      <a:gd name="connsiteY1" fmla="*/ 0 h 21060"/>
                      <a:gd name="connsiteX2" fmla="*/ 1640 w 99301"/>
                      <a:gd name="connsiteY2" fmla="*/ 4123 h 21060"/>
                      <a:gd name="connsiteX3" fmla="*/ 5586 w 99301"/>
                      <a:gd name="connsiteY3" fmla="*/ 8024 h 21060"/>
                      <a:gd name="connsiteX4" fmla="*/ 19594 w 99301"/>
                      <a:gd name="connsiteY4" fmla="*/ 16624 h 21060"/>
                      <a:gd name="connsiteX5" fmla="*/ 32805 w 99301"/>
                      <a:gd name="connsiteY5" fmla="*/ 19594 h 21060"/>
                      <a:gd name="connsiteX6" fmla="*/ 38346 w 99301"/>
                      <a:gd name="connsiteY6" fmla="*/ 20082 h 21060"/>
                      <a:gd name="connsiteX7" fmla="*/ 64723 w 99301"/>
                      <a:gd name="connsiteY7" fmla="*/ 21057 h 21060"/>
                      <a:gd name="connsiteX8" fmla="*/ 67250 w 99301"/>
                      <a:gd name="connsiteY8" fmla="*/ 21013 h 21060"/>
                      <a:gd name="connsiteX9" fmla="*/ 81436 w 99301"/>
                      <a:gd name="connsiteY9" fmla="*/ 19018 h 21060"/>
                      <a:gd name="connsiteX10" fmla="*/ 95533 w 99301"/>
                      <a:gd name="connsiteY10" fmla="*/ 11969 h 21060"/>
                      <a:gd name="connsiteX11" fmla="*/ 99213 w 99301"/>
                      <a:gd name="connsiteY11" fmla="*/ 8733 h 21060"/>
                      <a:gd name="connsiteX12" fmla="*/ 99301 w 99301"/>
                      <a:gd name="connsiteY12" fmla="*/ 8600 h 21060"/>
                      <a:gd name="connsiteX13" fmla="*/ 38790 w 99301"/>
                      <a:gd name="connsiteY13" fmla="*/ 7403 h 21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9301" h="21060">
                        <a:moveTo>
                          <a:pt x="38790" y="7403"/>
                        </a:moveTo>
                        <a:cubicBezTo>
                          <a:pt x="25003" y="7448"/>
                          <a:pt x="10152" y="5719"/>
                          <a:pt x="0" y="0"/>
                        </a:cubicBezTo>
                        <a:cubicBezTo>
                          <a:pt x="621" y="1419"/>
                          <a:pt x="1463" y="3059"/>
                          <a:pt x="1640" y="4123"/>
                        </a:cubicBezTo>
                        <a:cubicBezTo>
                          <a:pt x="2970" y="5497"/>
                          <a:pt x="4256" y="6827"/>
                          <a:pt x="5586" y="8024"/>
                        </a:cubicBezTo>
                        <a:cubicBezTo>
                          <a:pt x="9487" y="11570"/>
                          <a:pt x="13831" y="14540"/>
                          <a:pt x="19594" y="16624"/>
                        </a:cubicBezTo>
                        <a:cubicBezTo>
                          <a:pt x="23318" y="17998"/>
                          <a:pt x="27618" y="18974"/>
                          <a:pt x="32805" y="19594"/>
                        </a:cubicBezTo>
                        <a:cubicBezTo>
                          <a:pt x="34401" y="19727"/>
                          <a:pt x="36263" y="19905"/>
                          <a:pt x="38346" y="20082"/>
                        </a:cubicBezTo>
                        <a:cubicBezTo>
                          <a:pt x="46459" y="20703"/>
                          <a:pt x="57630" y="21102"/>
                          <a:pt x="64723" y="21057"/>
                        </a:cubicBezTo>
                        <a:cubicBezTo>
                          <a:pt x="65654" y="21057"/>
                          <a:pt x="66496" y="21013"/>
                          <a:pt x="67250" y="21013"/>
                        </a:cubicBezTo>
                        <a:cubicBezTo>
                          <a:pt x="72703" y="20880"/>
                          <a:pt x="77358" y="20171"/>
                          <a:pt x="81436" y="19018"/>
                        </a:cubicBezTo>
                        <a:cubicBezTo>
                          <a:pt x="87022" y="17422"/>
                          <a:pt x="91544" y="14984"/>
                          <a:pt x="95533" y="11969"/>
                        </a:cubicBezTo>
                        <a:cubicBezTo>
                          <a:pt x="96819" y="10950"/>
                          <a:pt x="98016" y="9886"/>
                          <a:pt x="99213" y="8733"/>
                        </a:cubicBezTo>
                        <a:lnTo>
                          <a:pt x="99301" y="8600"/>
                        </a:lnTo>
                        <a:cubicBezTo>
                          <a:pt x="79264" y="8467"/>
                          <a:pt x="58561" y="7448"/>
                          <a:pt x="38790" y="740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32" name="Forme libre : forme 23531">
                    <a:extLst>
                      <a:ext uri="{FF2B5EF4-FFF2-40B4-BE49-F238E27FC236}">
                        <a16:creationId xmlns:a16="http://schemas.microsoft.com/office/drawing/2014/main" id="{FF26B610-CD81-4633-8963-363C62F78774}"/>
                      </a:ext>
                    </a:extLst>
                  </p:cNvPr>
                  <p:cNvSpPr/>
                  <p:nvPr/>
                </p:nvSpPr>
                <p:spPr>
                  <a:xfrm>
                    <a:off x="5121648" y="1121192"/>
                    <a:ext cx="46593" cy="11768"/>
                  </a:xfrm>
                  <a:custGeom>
                    <a:avLst/>
                    <a:gdLst>
                      <a:gd name="connsiteX0" fmla="*/ 46593 w 46593"/>
                      <a:gd name="connsiteY0" fmla="*/ 6587 h 11768"/>
                      <a:gd name="connsiteX1" fmla="*/ 22122 w 46593"/>
                      <a:gd name="connsiteY1" fmla="*/ 11730 h 11768"/>
                      <a:gd name="connsiteX2" fmla="*/ 1 w 46593"/>
                      <a:gd name="connsiteY2" fmla="*/ 4460 h 11768"/>
                      <a:gd name="connsiteX3" fmla="*/ 22388 w 46593"/>
                      <a:gd name="connsiteY3" fmla="*/ 204 h 11768"/>
                      <a:gd name="connsiteX4" fmla="*/ 46593 w 46593"/>
                      <a:gd name="connsiteY4" fmla="*/ 6587 h 11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593" h="11768">
                        <a:moveTo>
                          <a:pt x="46593" y="6587"/>
                        </a:moveTo>
                        <a:cubicBezTo>
                          <a:pt x="46726" y="11331"/>
                          <a:pt x="28328" y="11952"/>
                          <a:pt x="22122" y="11730"/>
                        </a:cubicBezTo>
                        <a:cubicBezTo>
                          <a:pt x="15916" y="11553"/>
                          <a:pt x="-132" y="9558"/>
                          <a:pt x="1" y="4460"/>
                        </a:cubicBezTo>
                        <a:cubicBezTo>
                          <a:pt x="134" y="-638"/>
                          <a:pt x="16669" y="-151"/>
                          <a:pt x="22388" y="204"/>
                        </a:cubicBezTo>
                        <a:cubicBezTo>
                          <a:pt x="28151" y="603"/>
                          <a:pt x="46460" y="1888"/>
                          <a:pt x="46593" y="658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33" name="Forme libre : forme 23532">
                    <a:extLst>
                      <a:ext uri="{FF2B5EF4-FFF2-40B4-BE49-F238E27FC236}">
                        <a16:creationId xmlns:a16="http://schemas.microsoft.com/office/drawing/2014/main" id="{043DADD8-9119-4618-8E02-0C82455B16F6}"/>
                      </a:ext>
                    </a:extLst>
                  </p:cNvPr>
                  <p:cNvSpPr/>
                  <p:nvPr/>
                </p:nvSpPr>
                <p:spPr>
                  <a:xfrm>
                    <a:off x="5121316" y="1121529"/>
                    <a:ext cx="32650" cy="11476"/>
                  </a:xfrm>
                  <a:custGeom>
                    <a:avLst/>
                    <a:gdLst>
                      <a:gd name="connsiteX0" fmla="*/ 10307 w 32650"/>
                      <a:gd name="connsiteY0" fmla="*/ 0 h 11476"/>
                      <a:gd name="connsiteX1" fmla="*/ 67 w 32650"/>
                      <a:gd name="connsiteY1" fmla="*/ 4123 h 11476"/>
                      <a:gd name="connsiteX2" fmla="*/ 22676 w 32650"/>
                      <a:gd name="connsiteY2" fmla="*/ 11437 h 11476"/>
                      <a:gd name="connsiteX3" fmla="*/ 32650 w 32650"/>
                      <a:gd name="connsiteY3" fmla="*/ 10994 h 11476"/>
                      <a:gd name="connsiteX4" fmla="*/ 27330 w 32650"/>
                      <a:gd name="connsiteY4" fmla="*/ 10506 h 11476"/>
                      <a:gd name="connsiteX5" fmla="*/ 10307 w 32650"/>
                      <a:gd name="connsiteY5" fmla="*/ 0 h 11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650" h="11476">
                        <a:moveTo>
                          <a:pt x="10307" y="0"/>
                        </a:moveTo>
                        <a:cubicBezTo>
                          <a:pt x="7337" y="754"/>
                          <a:pt x="-820" y="842"/>
                          <a:pt x="67" y="4123"/>
                        </a:cubicBezTo>
                        <a:cubicBezTo>
                          <a:pt x="1530" y="9354"/>
                          <a:pt x="14918" y="11083"/>
                          <a:pt x="22676" y="11437"/>
                        </a:cubicBezTo>
                        <a:cubicBezTo>
                          <a:pt x="24937" y="11570"/>
                          <a:pt x="30079" y="11349"/>
                          <a:pt x="32650" y="10994"/>
                        </a:cubicBezTo>
                        <a:cubicBezTo>
                          <a:pt x="31187" y="10905"/>
                          <a:pt x="28705" y="10861"/>
                          <a:pt x="27330" y="10506"/>
                        </a:cubicBezTo>
                        <a:cubicBezTo>
                          <a:pt x="19617" y="8556"/>
                          <a:pt x="10485" y="5630"/>
                          <a:pt x="10307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34" name="Forme libre : forme 23533">
                    <a:extLst>
                      <a:ext uri="{FF2B5EF4-FFF2-40B4-BE49-F238E27FC236}">
                        <a16:creationId xmlns:a16="http://schemas.microsoft.com/office/drawing/2014/main" id="{01C2B563-5A7D-48F4-B51A-D183AE39B25D}"/>
                      </a:ext>
                    </a:extLst>
                  </p:cNvPr>
                  <p:cNvSpPr/>
                  <p:nvPr/>
                </p:nvSpPr>
                <p:spPr>
                  <a:xfrm>
                    <a:off x="5123996" y="1122646"/>
                    <a:ext cx="46802" cy="11740"/>
                  </a:xfrm>
                  <a:custGeom>
                    <a:avLst/>
                    <a:gdLst>
                      <a:gd name="connsiteX0" fmla="*/ 46728 w 46802"/>
                      <a:gd name="connsiteY0" fmla="*/ 6330 h 11740"/>
                      <a:gd name="connsiteX1" fmla="*/ 21947 w 46802"/>
                      <a:gd name="connsiteY1" fmla="*/ 11739 h 11740"/>
                      <a:gd name="connsiteX2" fmla="*/ 3 w 46802"/>
                      <a:gd name="connsiteY2" fmla="*/ 4424 h 11740"/>
                      <a:gd name="connsiteX3" fmla="*/ 22346 w 46802"/>
                      <a:gd name="connsiteY3" fmla="*/ 168 h 11740"/>
                      <a:gd name="connsiteX4" fmla="*/ 46728 w 46802"/>
                      <a:gd name="connsiteY4" fmla="*/ 6330 h 11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802" h="11740">
                        <a:moveTo>
                          <a:pt x="46728" y="6330"/>
                        </a:moveTo>
                        <a:cubicBezTo>
                          <a:pt x="45265" y="11074"/>
                          <a:pt x="28597" y="11783"/>
                          <a:pt x="21947" y="11739"/>
                        </a:cubicBezTo>
                        <a:cubicBezTo>
                          <a:pt x="15253" y="11694"/>
                          <a:pt x="269" y="9699"/>
                          <a:pt x="3" y="4424"/>
                        </a:cubicBezTo>
                        <a:cubicBezTo>
                          <a:pt x="-263" y="-807"/>
                          <a:pt x="16982" y="-53"/>
                          <a:pt x="22346" y="168"/>
                        </a:cubicBezTo>
                        <a:cubicBezTo>
                          <a:pt x="27666" y="434"/>
                          <a:pt x="48191" y="1676"/>
                          <a:pt x="46728" y="633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35" name="Forme libre : forme 23534">
                    <a:extLst>
                      <a:ext uri="{FF2B5EF4-FFF2-40B4-BE49-F238E27FC236}">
                        <a16:creationId xmlns:a16="http://schemas.microsoft.com/office/drawing/2014/main" id="{AD817E49-680F-4849-9A7E-83F20EC70146}"/>
                      </a:ext>
                    </a:extLst>
                  </p:cNvPr>
                  <p:cNvSpPr/>
                  <p:nvPr/>
                </p:nvSpPr>
                <p:spPr>
                  <a:xfrm>
                    <a:off x="5099783" y="1115843"/>
                    <a:ext cx="57691" cy="24820"/>
                  </a:xfrm>
                  <a:custGeom>
                    <a:avLst/>
                    <a:gdLst>
                      <a:gd name="connsiteX0" fmla="*/ 233 w 57691"/>
                      <a:gd name="connsiteY0" fmla="*/ 8656 h 24820"/>
                      <a:gd name="connsiteX1" fmla="*/ 5685 w 57691"/>
                      <a:gd name="connsiteY1" fmla="*/ 14729 h 24820"/>
                      <a:gd name="connsiteX2" fmla="*/ 26565 w 57691"/>
                      <a:gd name="connsiteY2" fmla="*/ 23728 h 24820"/>
                      <a:gd name="connsiteX3" fmla="*/ 49351 w 57691"/>
                      <a:gd name="connsiteY3" fmla="*/ 23684 h 24820"/>
                      <a:gd name="connsiteX4" fmla="*/ 57508 w 57691"/>
                      <a:gd name="connsiteY4" fmla="*/ 17522 h 24820"/>
                      <a:gd name="connsiteX5" fmla="*/ 50327 w 57691"/>
                      <a:gd name="connsiteY5" fmla="*/ 14640 h 24820"/>
                      <a:gd name="connsiteX6" fmla="*/ 30865 w 57691"/>
                      <a:gd name="connsiteY6" fmla="*/ 7237 h 24820"/>
                      <a:gd name="connsiteX7" fmla="*/ 11493 w 57691"/>
                      <a:gd name="connsiteY7" fmla="*/ 11 h 24820"/>
                      <a:gd name="connsiteX8" fmla="*/ 233 w 57691"/>
                      <a:gd name="connsiteY8" fmla="*/ 8656 h 24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691" h="24820">
                        <a:moveTo>
                          <a:pt x="233" y="8656"/>
                        </a:moveTo>
                        <a:cubicBezTo>
                          <a:pt x="1252" y="11670"/>
                          <a:pt x="2361" y="12646"/>
                          <a:pt x="5685" y="14729"/>
                        </a:cubicBezTo>
                        <a:cubicBezTo>
                          <a:pt x="12069" y="18719"/>
                          <a:pt x="17433" y="21955"/>
                          <a:pt x="26565" y="23728"/>
                        </a:cubicBezTo>
                        <a:cubicBezTo>
                          <a:pt x="34146" y="25236"/>
                          <a:pt x="42879" y="25147"/>
                          <a:pt x="49351" y="23684"/>
                        </a:cubicBezTo>
                        <a:cubicBezTo>
                          <a:pt x="54183" y="22576"/>
                          <a:pt x="58661" y="20359"/>
                          <a:pt x="57508" y="17522"/>
                        </a:cubicBezTo>
                        <a:cubicBezTo>
                          <a:pt x="56799" y="15749"/>
                          <a:pt x="53164" y="15483"/>
                          <a:pt x="50327" y="14640"/>
                        </a:cubicBezTo>
                        <a:cubicBezTo>
                          <a:pt x="43633" y="12557"/>
                          <a:pt x="37160" y="10739"/>
                          <a:pt x="30865" y="7237"/>
                        </a:cubicBezTo>
                        <a:cubicBezTo>
                          <a:pt x="25501" y="4223"/>
                          <a:pt x="19783" y="-255"/>
                          <a:pt x="11493" y="11"/>
                        </a:cubicBezTo>
                        <a:cubicBezTo>
                          <a:pt x="4045" y="189"/>
                          <a:pt x="-1186" y="4489"/>
                          <a:pt x="233" y="865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36" name="Forme libre : forme 23535">
                    <a:extLst>
                      <a:ext uri="{FF2B5EF4-FFF2-40B4-BE49-F238E27FC236}">
                        <a16:creationId xmlns:a16="http://schemas.microsoft.com/office/drawing/2014/main" id="{0260179D-587C-4F9F-B645-D27CA19DC824}"/>
                      </a:ext>
                    </a:extLst>
                  </p:cNvPr>
                  <p:cNvSpPr/>
                  <p:nvPr/>
                </p:nvSpPr>
                <p:spPr>
                  <a:xfrm>
                    <a:off x="5111601" y="1116563"/>
                    <a:ext cx="19115" cy="5064"/>
                  </a:xfrm>
                  <a:custGeom>
                    <a:avLst/>
                    <a:gdLst>
                      <a:gd name="connsiteX0" fmla="*/ 1936 w 19115"/>
                      <a:gd name="connsiteY0" fmla="*/ 2527 h 5064"/>
                      <a:gd name="connsiteX1" fmla="*/ 74 w 19115"/>
                      <a:gd name="connsiteY1" fmla="*/ 3591 h 5064"/>
                      <a:gd name="connsiteX2" fmla="*/ 1404 w 19115"/>
                      <a:gd name="connsiteY2" fmla="*/ 4788 h 5064"/>
                      <a:gd name="connsiteX3" fmla="*/ 4862 w 19115"/>
                      <a:gd name="connsiteY3" fmla="*/ 5054 h 5064"/>
                      <a:gd name="connsiteX4" fmla="*/ 13373 w 19115"/>
                      <a:gd name="connsiteY4" fmla="*/ 4566 h 5064"/>
                      <a:gd name="connsiteX5" fmla="*/ 16432 w 19115"/>
                      <a:gd name="connsiteY5" fmla="*/ 4034 h 5064"/>
                      <a:gd name="connsiteX6" fmla="*/ 14836 w 19115"/>
                      <a:gd name="connsiteY6" fmla="*/ 0 h 5064"/>
                      <a:gd name="connsiteX7" fmla="*/ 1936 w 19115"/>
                      <a:gd name="connsiteY7" fmla="*/ 2527 h 5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115" h="5064">
                        <a:moveTo>
                          <a:pt x="1936" y="2527"/>
                        </a:moveTo>
                        <a:cubicBezTo>
                          <a:pt x="1049" y="2837"/>
                          <a:pt x="384" y="3059"/>
                          <a:pt x="74" y="3591"/>
                        </a:cubicBezTo>
                        <a:cubicBezTo>
                          <a:pt x="-236" y="4123"/>
                          <a:pt x="473" y="4566"/>
                          <a:pt x="1404" y="4788"/>
                        </a:cubicBezTo>
                        <a:cubicBezTo>
                          <a:pt x="2335" y="5009"/>
                          <a:pt x="3753" y="5098"/>
                          <a:pt x="4862" y="5054"/>
                        </a:cubicBezTo>
                        <a:cubicBezTo>
                          <a:pt x="7699" y="5009"/>
                          <a:pt x="10669" y="4921"/>
                          <a:pt x="13373" y="4566"/>
                        </a:cubicBezTo>
                        <a:cubicBezTo>
                          <a:pt x="14481" y="4433"/>
                          <a:pt x="15545" y="4344"/>
                          <a:pt x="16432" y="4034"/>
                        </a:cubicBezTo>
                        <a:cubicBezTo>
                          <a:pt x="20200" y="2660"/>
                          <a:pt x="20289" y="44"/>
                          <a:pt x="14836" y="0"/>
                        </a:cubicBezTo>
                        <a:cubicBezTo>
                          <a:pt x="10625" y="44"/>
                          <a:pt x="5571" y="1286"/>
                          <a:pt x="1936" y="252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37" name="Forme libre : forme 23536">
                    <a:extLst>
                      <a:ext uri="{FF2B5EF4-FFF2-40B4-BE49-F238E27FC236}">
                        <a16:creationId xmlns:a16="http://schemas.microsoft.com/office/drawing/2014/main" id="{7806E568-39F8-4B28-92A5-3BA6C81EAAA0}"/>
                      </a:ext>
                    </a:extLst>
                  </p:cNvPr>
                  <p:cNvSpPr/>
                  <p:nvPr/>
                </p:nvSpPr>
                <p:spPr>
                  <a:xfrm>
                    <a:off x="5155341" y="1130572"/>
                    <a:ext cx="29391" cy="12811"/>
                  </a:xfrm>
                  <a:custGeom>
                    <a:avLst/>
                    <a:gdLst>
                      <a:gd name="connsiteX0" fmla="*/ 29391 w 29391"/>
                      <a:gd name="connsiteY0" fmla="*/ 0 h 12811"/>
                      <a:gd name="connsiteX1" fmla="*/ 0 w 29391"/>
                      <a:gd name="connsiteY1" fmla="*/ 12812 h 12811"/>
                      <a:gd name="connsiteX2" fmla="*/ 29391 w 29391"/>
                      <a:gd name="connsiteY2" fmla="*/ 0 h 12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391" h="12811">
                        <a:moveTo>
                          <a:pt x="29391" y="0"/>
                        </a:moveTo>
                        <a:cubicBezTo>
                          <a:pt x="25313" y="6605"/>
                          <a:pt x="9797" y="10639"/>
                          <a:pt x="0" y="12812"/>
                        </a:cubicBezTo>
                        <a:cubicBezTo>
                          <a:pt x="10684" y="10418"/>
                          <a:pt x="21944" y="5009"/>
                          <a:pt x="2939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38" name="Forme libre : forme 23537">
                    <a:extLst>
                      <a:ext uri="{FF2B5EF4-FFF2-40B4-BE49-F238E27FC236}">
                        <a16:creationId xmlns:a16="http://schemas.microsoft.com/office/drawing/2014/main" id="{5ED616A5-BFE5-47F5-9992-050DC83441FB}"/>
                      </a:ext>
                    </a:extLst>
                  </p:cNvPr>
                  <p:cNvSpPr/>
                  <p:nvPr/>
                </p:nvSpPr>
                <p:spPr>
                  <a:xfrm>
                    <a:off x="5090130" y="1108850"/>
                    <a:ext cx="33558" cy="9309"/>
                  </a:xfrm>
                  <a:custGeom>
                    <a:avLst/>
                    <a:gdLst>
                      <a:gd name="connsiteX0" fmla="*/ 33559 w 33558"/>
                      <a:gd name="connsiteY0" fmla="*/ 0 h 9309"/>
                      <a:gd name="connsiteX1" fmla="*/ 0 w 33558"/>
                      <a:gd name="connsiteY1" fmla="*/ 9309 h 9309"/>
                      <a:gd name="connsiteX2" fmla="*/ 33559 w 33558"/>
                      <a:gd name="connsiteY2" fmla="*/ 0 h 9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558" h="9309">
                        <a:moveTo>
                          <a:pt x="33559" y="0"/>
                        </a:moveTo>
                        <a:cubicBezTo>
                          <a:pt x="20702" y="44"/>
                          <a:pt x="9088" y="4344"/>
                          <a:pt x="0" y="9309"/>
                        </a:cubicBezTo>
                        <a:cubicBezTo>
                          <a:pt x="8245" y="4256"/>
                          <a:pt x="22564" y="1552"/>
                          <a:pt x="3355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39" name="Forme libre : forme 23538">
                    <a:extLst>
                      <a:ext uri="{FF2B5EF4-FFF2-40B4-BE49-F238E27FC236}">
                        <a16:creationId xmlns:a16="http://schemas.microsoft.com/office/drawing/2014/main" id="{FA35227D-220F-4ECC-A37F-F074A0CF79AA}"/>
                      </a:ext>
                    </a:extLst>
                  </p:cNvPr>
                  <p:cNvSpPr/>
                  <p:nvPr/>
                </p:nvSpPr>
                <p:spPr>
                  <a:xfrm>
                    <a:off x="5140563" y="1122559"/>
                    <a:ext cx="17174" cy="4446"/>
                  </a:xfrm>
                  <a:custGeom>
                    <a:avLst/>
                    <a:gdLst>
                      <a:gd name="connsiteX0" fmla="*/ 17039 w 17174"/>
                      <a:gd name="connsiteY0" fmla="*/ 3536 h 4446"/>
                      <a:gd name="connsiteX1" fmla="*/ 6887 w 17174"/>
                      <a:gd name="connsiteY1" fmla="*/ 3935 h 4446"/>
                      <a:gd name="connsiteX2" fmla="*/ 193 w 17174"/>
                      <a:gd name="connsiteY2" fmla="*/ 876 h 4446"/>
                      <a:gd name="connsiteX3" fmla="*/ 9769 w 17174"/>
                      <a:gd name="connsiteY3" fmla="*/ 654 h 4446"/>
                      <a:gd name="connsiteX4" fmla="*/ 17039 w 17174"/>
                      <a:gd name="connsiteY4" fmla="*/ 3536 h 4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74" h="4446">
                        <a:moveTo>
                          <a:pt x="17039" y="3536"/>
                        </a:moveTo>
                        <a:cubicBezTo>
                          <a:pt x="15842" y="5132"/>
                          <a:pt x="8971" y="4201"/>
                          <a:pt x="6887" y="3935"/>
                        </a:cubicBezTo>
                        <a:cubicBezTo>
                          <a:pt x="4759" y="3625"/>
                          <a:pt x="-1137" y="2516"/>
                          <a:pt x="193" y="876"/>
                        </a:cubicBezTo>
                        <a:cubicBezTo>
                          <a:pt x="1523" y="-764"/>
                          <a:pt x="7774" y="344"/>
                          <a:pt x="9769" y="654"/>
                        </a:cubicBezTo>
                        <a:cubicBezTo>
                          <a:pt x="11675" y="920"/>
                          <a:pt x="18192" y="1896"/>
                          <a:pt x="17039" y="353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40" name="Forme libre : forme 23539">
                    <a:extLst>
                      <a:ext uri="{FF2B5EF4-FFF2-40B4-BE49-F238E27FC236}">
                        <a16:creationId xmlns:a16="http://schemas.microsoft.com/office/drawing/2014/main" id="{101927C9-60D5-4242-86BB-CD1D69112C63}"/>
                      </a:ext>
                    </a:extLst>
                  </p:cNvPr>
                  <p:cNvSpPr/>
                  <p:nvPr/>
                </p:nvSpPr>
                <p:spPr>
                  <a:xfrm>
                    <a:off x="5155377" y="1124853"/>
                    <a:ext cx="4897" cy="1561"/>
                  </a:xfrm>
                  <a:custGeom>
                    <a:avLst/>
                    <a:gdLst>
                      <a:gd name="connsiteX0" fmla="*/ 4885 w 4897"/>
                      <a:gd name="connsiteY0" fmla="*/ 842 h 1561"/>
                      <a:gd name="connsiteX1" fmla="*/ 2624 w 4897"/>
                      <a:gd name="connsiteY1" fmla="*/ 1552 h 1561"/>
                      <a:gd name="connsiteX2" fmla="*/ 8 w 4897"/>
                      <a:gd name="connsiteY2" fmla="*/ 709 h 1561"/>
                      <a:gd name="connsiteX3" fmla="*/ 2225 w 4897"/>
                      <a:gd name="connsiteY3" fmla="*/ 0 h 1561"/>
                      <a:gd name="connsiteX4" fmla="*/ 4885 w 4897"/>
                      <a:gd name="connsiteY4" fmla="*/ 842 h 1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97" h="1561">
                        <a:moveTo>
                          <a:pt x="4885" y="842"/>
                        </a:moveTo>
                        <a:cubicBezTo>
                          <a:pt x="5062" y="1507"/>
                          <a:pt x="3422" y="1596"/>
                          <a:pt x="2624" y="1552"/>
                        </a:cubicBezTo>
                        <a:cubicBezTo>
                          <a:pt x="1826" y="1507"/>
                          <a:pt x="141" y="1374"/>
                          <a:pt x="8" y="709"/>
                        </a:cubicBezTo>
                        <a:cubicBezTo>
                          <a:pt x="-125" y="44"/>
                          <a:pt x="1382" y="0"/>
                          <a:pt x="2225" y="0"/>
                        </a:cubicBezTo>
                        <a:cubicBezTo>
                          <a:pt x="3023" y="44"/>
                          <a:pt x="4752" y="222"/>
                          <a:pt x="4885" y="84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41" name="Forme libre : forme 23540">
                    <a:extLst>
                      <a:ext uri="{FF2B5EF4-FFF2-40B4-BE49-F238E27FC236}">
                        <a16:creationId xmlns:a16="http://schemas.microsoft.com/office/drawing/2014/main" id="{32A676A9-BE3B-4BB5-BBD7-406F787016B3}"/>
                      </a:ext>
                    </a:extLst>
                  </p:cNvPr>
                  <p:cNvSpPr/>
                  <p:nvPr/>
                </p:nvSpPr>
                <p:spPr>
                  <a:xfrm>
                    <a:off x="5140776" y="1111753"/>
                    <a:ext cx="42017" cy="17313"/>
                  </a:xfrm>
                  <a:custGeom>
                    <a:avLst/>
                    <a:gdLst>
                      <a:gd name="connsiteX0" fmla="*/ 31499 w 42017"/>
                      <a:gd name="connsiteY0" fmla="*/ 7603 h 17313"/>
                      <a:gd name="connsiteX1" fmla="*/ 41739 w 42017"/>
                      <a:gd name="connsiteY1" fmla="*/ 14652 h 17313"/>
                      <a:gd name="connsiteX2" fmla="*/ 38725 w 42017"/>
                      <a:gd name="connsiteY2" fmla="*/ 17312 h 17313"/>
                      <a:gd name="connsiteX3" fmla="*/ 33627 w 42017"/>
                      <a:gd name="connsiteY3" fmla="*/ 15627 h 17313"/>
                      <a:gd name="connsiteX4" fmla="*/ 18687 w 42017"/>
                      <a:gd name="connsiteY4" fmla="*/ 9199 h 17313"/>
                      <a:gd name="connsiteX5" fmla="*/ 423 w 42017"/>
                      <a:gd name="connsiteY5" fmla="*/ 1707 h 17313"/>
                      <a:gd name="connsiteX6" fmla="*/ 21879 w 42017"/>
                      <a:gd name="connsiteY6" fmla="*/ 2284 h 17313"/>
                      <a:gd name="connsiteX7" fmla="*/ 31499 w 42017"/>
                      <a:gd name="connsiteY7" fmla="*/ 7603 h 17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017" h="17313">
                        <a:moveTo>
                          <a:pt x="31499" y="7603"/>
                        </a:moveTo>
                        <a:cubicBezTo>
                          <a:pt x="35932" y="9909"/>
                          <a:pt x="39168" y="11505"/>
                          <a:pt x="41739" y="14652"/>
                        </a:cubicBezTo>
                        <a:cubicBezTo>
                          <a:pt x="42715" y="15805"/>
                          <a:pt x="40986" y="17268"/>
                          <a:pt x="38725" y="17312"/>
                        </a:cubicBezTo>
                        <a:cubicBezTo>
                          <a:pt x="36464" y="17356"/>
                          <a:pt x="35090" y="16470"/>
                          <a:pt x="33627" y="15627"/>
                        </a:cubicBezTo>
                        <a:cubicBezTo>
                          <a:pt x="29061" y="12968"/>
                          <a:pt x="24184" y="11150"/>
                          <a:pt x="18687" y="9199"/>
                        </a:cubicBezTo>
                        <a:cubicBezTo>
                          <a:pt x="15274" y="8002"/>
                          <a:pt x="-2990" y="5165"/>
                          <a:pt x="423" y="1707"/>
                        </a:cubicBezTo>
                        <a:cubicBezTo>
                          <a:pt x="3837" y="-1662"/>
                          <a:pt x="17357" y="732"/>
                          <a:pt x="21879" y="2284"/>
                        </a:cubicBezTo>
                        <a:cubicBezTo>
                          <a:pt x="26445" y="3791"/>
                          <a:pt x="28174" y="5919"/>
                          <a:pt x="31499" y="760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517" name="Graphique 2">
                  <a:extLst>
                    <a:ext uri="{FF2B5EF4-FFF2-40B4-BE49-F238E27FC236}">
                      <a16:creationId xmlns:a16="http://schemas.microsoft.com/office/drawing/2014/main" id="{EF182494-E653-4B95-AC33-CA392DD55797}"/>
                    </a:ext>
                  </a:extLst>
                </p:cNvPr>
                <p:cNvGrpSpPr/>
                <p:nvPr/>
              </p:nvGrpSpPr>
              <p:grpSpPr>
                <a:xfrm>
                  <a:off x="5187522" y="1108586"/>
                  <a:ext cx="100710" cy="37008"/>
                  <a:chOff x="5187522" y="1108586"/>
                  <a:chExt cx="100710" cy="37008"/>
                </a:xfrm>
                <a:solidFill>
                  <a:schemeClr val="accent1"/>
                </a:solidFill>
              </p:grpSpPr>
              <p:sp>
                <p:nvSpPr>
                  <p:cNvPr id="23518" name="Forme libre : forme 23517">
                    <a:extLst>
                      <a:ext uri="{FF2B5EF4-FFF2-40B4-BE49-F238E27FC236}">
                        <a16:creationId xmlns:a16="http://schemas.microsoft.com/office/drawing/2014/main" id="{4DB85E87-6AAF-4453-86E6-5A6BA981B819}"/>
                      </a:ext>
                    </a:extLst>
                  </p:cNvPr>
                  <p:cNvSpPr/>
                  <p:nvPr/>
                </p:nvSpPr>
                <p:spPr>
                  <a:xfrm>
                    <a:off x="5187522" y="1108586"/>
                    <a:ext cx="100710" cy="37008"/>
                  </a:xfrm>
                  <a:custGeom>
                    <a:avLst/>
                    <a:gdLst>
                      <a:gd name="connsiteX0" fmla="*/ 69514 w 100710"/>
                      <a:gd name="connsiteY0" fmla="*/ 34886 h 37008"/>
                      <a:gd name="connsiteX1" fmla="*/ 34404 w 100710"/>
                      <a:gd name="connsiteY1" fmla="*/ 36926 h 37008"/>
                      <a:gd name="connsiteX2" fmla="*/ 15076 w 100710"/>
                      <a:gd name="connsiteY2" fmla="*/ 32936 h 37008"/>
                      <a:gd name="connsiteX3" fmla="*/ 1865 w 100710"/>
                      <a:gd name="connsiteY3" fmla="*/ 23626 h 37008"/>
                      <a:gd name="connsiteX4" fmla="*/ 2530 w 100710"/>
                      <a:gd name="connsiteY4" fmla="*/ 13608 h 37008"/>
                      <a:gd name="connsiteX5" fmla="*/ 34404 w 100710"/>
                      <a:gd name="connsiteY5" fmla="*/ 1816 h 37008"/>
                      <a:gd name="connsiteX6" fmla="*/ 64904 w 100710"/>
                      <a:gd name="connsiteY6" fmla="*/ 87 h 37008"/>
                      <a:gd name="connsiteX7" fmla="*/ 96556 w 100710"/>
                      <a:gd name="connsiteY7" fmla="*/ 8421 h 37008"/>
                      <a:gd name="connsiteX8" fmla="*/ 99925 w 100710"/>
                      <a:gd name="connsiteY8" fmla="*/ 17686 h 37008"/>
                      <a:gd name="connsiteX9" fmla="*/ 88355 w 100710"/>
                      <a:gd name="connsiteY9" fmla="*/ 28636 h 37008"/>
                      <a:gd name="connsiteX10" fmla="*/ 69514 w 100710"/>
                      <a:gd name="connsiteY10" fmla="*/ 34886 h 37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0710" h="37008">
                        <a:moveTo>
                          <a:pt x="69514" y="34886"/>
                        </a:moveTo>
                        <a:cubicBezTo>
                          <a:pt x="61180" y="36216"/>
                          <a:pt x="43049" y="37325"/>
                          <a:pt x="34404" y="36926"/>
                        </a:cubicBezTo>
                        <a:cubicBezTo>
                          <a:pt x="26291" y="36704"/>
                          <a:pt x="20174" y="35285"/>
                          <a:pt x="15076" y="32936"/>
                        </a:cubicBezTo>
                        <a:cubicBezTo>
                          <a:pt x="9978" y="30631"/>
                          <a:pt x="5855" y="27483"/>
                          <a:pt x="1865" y="23626"/>
                        </a:cubicBezTo>
                        <a:cubicBezTo>
                          <a:pt x="-928" y="20967"/>
                          <a:pt x="-485" y="15913"/>
                          <a:pt x="2530" y="13608"/>
                        </a:cubicBezTo>
                        <a:cubicBezTo>
                          <a:pt x="11219" y="6958"/>
                          <a:pt x="20174" y="2924"/>
                          <a:pt x="34404" y="1816"/>
                        </a:cubicBezTo>
                        <a:cubicBezTo>
                          <a:pt x="42029" y="1372"/>
                          <a:pt x="57102" y="530"/>
                          <a:pt x="64904" y="87"/>
                        </a:cubicBezTo>
                        <a:cubicBezTo>
                          <a:pt x="79311" y="-623"/>
                          <a:pt x="87291" y="3101"/>
                          <a:pt x="96556" y="8421"/>
                        </a:cubicBezTo>
                        <a:cubicBezTo>
                          <a:pt x="99748" y="10283"/>
                          <a:pt x="101964" y="14805"/>
                          <a:pt x="99925" y="17686"/>
                        </a:cubicBezTo>
                        <a:cubicBezTo>
                          <a:pt x="96999" y="21897"/>
                          <a:pt x="93320" y="25577"/>
                          <a:pt x="88355" y="28636"/>
                        </a:cubicBezTo>
                        <a:cubicBezTo>
                          <a:pt x="83478" y="31429"/>
                          <a:pt x="77272" y="33778"/>
                          <a:pt x="69514" y="3488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19" name="Forme libre : forme 23518">
                    <a:extLst>
                      <a:ext uri="{FF2B5EF4-FFF2-40B4-BE49-F238E27FC236}">
                        <a16:creationId xmlns:a16="http://schemas.microsoft.com/office/drawing/2014/main" id="{95D634B6-F89C-480A-85BB-4CB519E4FF5F}"/>
                      </a:ext>
                    </a:extLst>
                  </p:cNvPr>
                  <p:cNvSpPr/>
                  <p:nvPr/>
                </p:nvSpPr>
                <p:spPr>
                  <a:xfrm>
                    <a:off x="5187525" y="1126139"/>
                    <a:ext cx="99921" cy="19416"/>
                  </a:xfrm>
                  <a:custGeom>
                    <a:avLst/>
                    <a:gdLst>
                      <a:gd name="connsiteX0" fmla="*/ 39366 w 99921"/>
                      <a:gd name="connsiteY0" fmla="*/ 6694 h 19416"/>
                      <a:gd name="connsiteX1" fmla="*/ 0 w 99921"/>
                      <a:gd name="connsiteY1" fmla="*/ 1906 h 19416"/>
                      <a:gd name="connsiteX2" fmla="*/ 1818 w 99921"/>
                      <a:gd name="connsiteY2" fmla="*/ 6029 h 19416"/>
                      <a:gd name="connsiteX3" fmla="*/ 6029 w 99921"/>
                      <a:gd name="connsiteY3" fmla="*/ 9753 h 19416"/>
                      <a:gd name="connsiteX4" fmla="*/ 20791 w 99921"/>
                      <a:gd name="connsiteY4" fmla="*/ 17422 h 19416"/>
                      <a:gd name="connsiteX5" fmla="*/ 34356 w 99921"/>
                      <a:gd name="connsiteY5" fmla="*/ 19328 h 19416"/>
                      <a:gd name="connsiteX6" fmla="*/ 39986 w 99921"/>
                      <a:gd name="connsiteY6" fmla="*/ 19417 h 19416"/>
                      <a:gd name="connsiteX7" fmla="*/ 66851 w 99921"/>
                      <a:gd name="connsiteY7" fmla="*/ 17644 h 19416"/>
                      <a:gd name="connsiteX8" fmla="*/ 69422 w 99921"/>
                      <a:gd name="connsiteY8" fmla="*/ 17289 h 19416"/>
                      <a:gd name="connsiteX9" fmla="*/ 83653 w 99921"/>
                      <a:gd name="connsiteY9" fmla="*/ 13344 h 19416"/>
                      <a:gd name="connsiteX10" fmla="*/ 96774 w 99921"/>
                      <a:gd name="connsiteY10" fmla="*/ 3990 h 19416"/>
                      <a:gd name="connsiteX11" fmla="*/ 99833 w 99921"/>
                      <a:gd name="connsiteY11" fmla="*/ 177 h 19416"/>
                      <a:gd name="connsiteX12" fmla="*/ 99922 w 99921"/>
                      <a:gd name="connsiteY12" fmla="*/ 0 h 19416"/>
                      <a:gd name="connsiteX13" fmla="*/ 39366 w 99921"/>
                      <a:gd name="connsiteY13" fmla="*/ 6694 h 19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9921" h="19416">
                        <a:moveTo>
                          <a:pt x="39366" y="6694"/>
                        </a:moveTo>
                        <a:cubicBezTo>
                          <a:pt x="25579" y="7802"/>
                          <a:pt x="10551" y="7448"/>
                          <a:pt x="0" y="1906"/>
                        </a:cubicBezTo>
                        <a:cubicBezTo>
                          <a:pt x="89" y="3458"/>
                          <a:pt x="665" y="4965"/>
                          <a:pt x="1818" y="6029"/>
                        </a:cubicBezTo>
                        <a:cubicBezTo>
                          <a:pt x="3192" y="7359"/>
                          <a:pt x="4610" y="8600"/>
                          <a:pt x="6029" y="9753"/>
                        </a:cubicBezTo>
                        <a:cubicBezTo>
                          <a:pt x="10196" y="13078"/>
                          <a:pt x="14807" y="15693"/>
                          <a:pt x="20791" y="17422"/>
                        </a:cubicBezTo>
                        <a:cubicBezTo>
                          <a:pt x="24648" y="18575"/>
                          <a:pt x="29081" y="19151"/>
                          <a:pt x="34356" y="19328"/>
                        </a:cubicBezTo>
                        <a:cubicBezTo>
                          <a:pt x="35952" y="19328"/>
                          <a:pt x="37859" y="19373"/>
                          <a:pt x="39986" y="19417"/>
                        </a:cubicBezTo>
                        <a:cubicBezTo>
                          <a:pt x="48276" y="19240"/>
                          <a:pt x="59625" y="18619"/>
                          <a:pt x="66851" y="17644"/>
                        </a:cubicBezTo>
                        <a:cubicBezTo>
                          <a:pt x="67782" y="17511"/>
                          <a:pt x="68669" y="17422"/>
                          <a:pt x="69422" y="17289"/>
                        </a:cubicBezTo>
                        <a:cubicBezTo>
                          <a:pt x="74919" y="16580"/>
                          <a:pt x="79663" y="15028"/>
                          <a:pt x="83653" y="13344"/>
                        </a:cubicBezTo>
                        <a:cubicBezTo>
                          <a:pt x="89105" y="11038"/>
                          <a:pt x="93361" y="7581"/>
                          <a:pt x="96774" y="3990"/>
                        </a:cubicBezTo>
                        <a:cubicBezTo>
                          <a:pt x="97883" y="2748"/>
                          <a:pt x="98902" y="1507"/>
                          <a:pt x="99833" y="177"/>
                        </a:cubicBezTo>
                        <a:lnTo>
                          <a:pt x="99922" y="0"/>
                        </a:lnTo>
                        <a:cubicBezTo>
                          <a:pt x="79929" y="3812"/>
                          <a:pt x="59093" y="4921"/>
                          <a:pt x="39366" y="669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20" name="Forme libre : forme 23519">
                    <a:extLst>
                      <a:ext uri="{FF2B5EF4-FFF2-40B4-BE49-F238E27FC236}">
                        <a16:creationId xmlns:a16="http://schemas.microsoft.com/office/drawing/2014/main" id="{1333606A-918E-491B-8180-D20C80199B31}"/>
                      </a:ext>
                    </a:extLst>
                  </p:cNvPr>
                  <p:cNvSpPr/>
                  <p:nvPr/>
                </p:nvSpPr>
                <p:spPr>
                  <a:xfrm>
                    <a:off x="5222498" y="1121839"/>
                    <a:ext cx="46538" cy="11837"/>
                  </a:xfrm>
                  <a:custGeom>
                    <a:avLst/>
                    <a:gdLst>
                      <a:gd name="connsiteX0" fmla="*/ 46508 w 46538"/>
                      <a:gd name="connsiteY0" fmla="*/ 3457 h 11837"/>
                      <a:gd name="connsiteX1" fmla="*/ 37331 w 46538"/>
                      <a:gd name="connsiteY1" fmla="*/ 9309 h 11837"/>
                      <a:gd name="connsiteX2" fmla="*/ 22791 w 46538"/>
                      <a:gd name="connsiteY2" fmla="*/ 11703 h 11837"/>
                      <a:gd name="connsiteX3" fmla="*/ 4 w 46538"/>
                      <a:gd name="connsiteY3" fmla="*/ 6516 h 11837"/>
                      <a:gd name="connsiteX4" fmla="*/ 21860 w 46538"/>
                      <a:gd name="connsiteY4" fmla="*/ 221 h 11837"/>
                      <a:gd name="connsiteX5" fmla="*/ 36045 w 46538"/>
                      <a:gd name="connsiteY5" fmla="*/ 177 h 11837"/>
                      <a:gd name="connsiteX6" fmla="*/ 46508 w 46538"/>
                      <a:gd name="connsiteY6" fmla="*/ 3457 h 11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538" h="11837">
                        <a:moveTo>
                          <a:pt x="46508" y="3457"/>
                        </a:moveTo>
                        <a:cubicBezTo>
                          <a:pt x="46951" y="5763"/>
                          <a:pt x="42606" y="7802"/>
                          <a:pt x="37331" y="9309"/>
                        </a:cubicBezTo>
                        <a:cubicBezTo>
                          <a:pt x="32056" y="10639"/>
                          <a:pt x="25894" y="11437"/>
                          <a:pt x="22791" y="11703"/>
                        </a:cubicBezTo>
                        <a:cubicBezTo>
                          <a:pt x="16540" y="12146"/>
                          <a:pt x="270" y="11747"/>
                          <a:pt x="4" y="6516"/>
                        </a:cubicBezTo>
                        <a:cubicBezTo>
                          <a:pt x="-306" y="1507"/>
                          <a:pt x="16141" y="399"/>
                          <a:pt x="21860" y="221"/>
                        </a:cubicBezTo>
                        <a:cubicBezTo>
                          <a:pt x="24697" y="88"/>
                          <a:pt x="30681" y="-178"/>
                          <a:pt x="36045" y="177"/>
                        </a:cubicBezTo>
                        <a:cubicBezTo>
                          <a:pt x="41321" y="399"/>
                          <a:pt x="46109" y="1152"/>
                          <a:pt x="46508" y="345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21" name="Forme libre : forme 23520">
                    <a:extLst>
                      <a:ext uri="{FF2B5EF4-FFF2-40B4-BE49-F238E27FC236}">
                        <a16:creationId xmlns:a16="http://schemas.microsoft.com/office/drawing/2014/main" id="{4D0F70E6-7AC7-42B7-B1A2-AAC6EC9772E7}"/>
                      </a:ext>
                    </a:extLst>
                  </p:cNvPr>
                  <p:cNvSpPr/>
                  <p:nvPr/>
                </p:nvSpPr>
                <p:spPr>
                  <a:xfrm>
                    <a:off x="5222117" y="1123390"/>
                    <a:ext cx="33411" cy="10326"/>
                  </a:xfrm>
                  <a:custGeom>
                    <a:avLst/>
                    <a:gdLst>
                      <a:gd name="connsiteX0" fmla="*/ 9916 w 33411"/>
                      <a:gd name="connsiteY0" fmla="*/ 0 h 10326"/>
                      <a:gd name="connsiteX1" fmla="*/ 119 w 33411"/>
                      <a:gd name="connsiteY1" fmla="*/ 5009 h 10326"/>
                      <a:gd name="connsiteX2" fmla="*/ 23437 w 33411"/>
                      <a:gd name="connsiteY2" fmla="*/ 10196 h 10326"/>
                      <a:gd name="connsiteX3" fmla="*/ 33412 w 33411"/>
                      <a:gd name="connsiteY3" fmla="*/ 8556 h 10326"/>
                      <a:gd name="connsiteX4" fmla="*/ 28003 w 33411"/>
                      <a:gd name="connsiteY4" fmla="*/ 8689 h 10326"/>
                      <a:gd name="connsiteX5" fmla="*/ 9916 w 33411"/>
                      <a:gd name="connsiteY5" fmla="*/ 0 h 10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411" h="10326">
                        <a:moveTo>
                          <a:pt x="9916" y="0"/>
                        </a:moveTo>
                        <a:cubicBezTo>
                          <a:pt x="7079" y="1108"/>
                          <a:pt x="-1078" y="1818"/>
                          <a:pt x="119" y="5009"/>
                        </a:cubicBezTo>
                        <a:cubicBezTo>
                          <a:pt x="1981" y="10196"/>
                          <a:pt x="15591" y="10639"/>
                          <a:pt x="23437" y="10196"/>
                        </a:cubicBezTo>
                        <a:cubicBezTo>
                          <a:pt x="25742" y="10019"/>
                          <a:pt x="30840" y="9221"/>
                          <a:pt x="33412" y="8556"/>
                        </a:cubicBezTo>
                        <a:cubicBezTo>
                          <a:pt x="31904" y="8645"/>
                          <a:pt x="29422" y="8866"/>
                          <a:pt x="28003" y="8689"/>
                        </a:cubicBezTo>
                        <a:cubicBezTo>
                          <a:pt x="19979" y="7802"/>
                          <a:pt x="10625" y="5497"/>
                          <a:pt x="991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22" name="Forme libre : forme 23521">
                    <a:extLst>
                      <a:ext uri="{FF2B5EF4-FFF2-40B4-BE49-F238E27FC236}">
                        <a16:creationId xmlns:a16="http://schemas.microsoft.com/office/drawing/2014/main" id="{A34FB648-A6EC-4537-BA95-7F7153F33DC9}"/>
                      </a:ext>
                    </a:extLst>
                  </p:cNvPr>
                  <p:cNvSpPr/>
                  <p:nvPr/>
                </p:nvSpPr>
                <p:spPr>
                  <a:xfrm>
                    <a:off x="5224963" y="1122845"/>
                    <a:ext cx="46764" cy="12183"/>
                  </a:xfrm>
                  <a:custGeom>
                    <a:avLst/>
                    <a:gdLst>
                      <a:gd name="connsiteX0" fmla="*/ 46746 w 46764"/>
                      <a:gd name="connsiteY0" fmla="*/ 3338 h 12183"/>
                      <a:gd name="connsiteX1" fmla="*/ 36993 w 46764"/>
                      <a:gd name="connsiteY1" fmla="*/ 9323 h 12183"/>
                      <a:gd name="connsiteX2" fmla="*/ 22674 w 46764"/>
                      <a:gd name="connsiteY2" fmla="*/ 11939 h 12183"/>
                      <a:gd name="connsiteX3" fmla="*/ 21 w 46764"/>
                      <a:gd name="connsiteY3" fmla="*/ 6796 h 12183"/>
                      <a:gd name="connsiteX4" fmla="*/ 21788 w 46764"/>
                      <a:gd name="connsiteY4" fmla="*/ 368 h 12183"/>
                      <a:gd name="connsiteX5" fmla="*/ 36550 w 46764"/>
                      <a:gd name="connsiteY5" fmla="*/ 58 h 12183"/>
                      <a:gd name="connsiteX6" fmla="*/ 46746 w 46764"/>
                      <a:gd name="connsiteY6" fmla="*/ 3338 h 12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764" h="12183">
                        <a:moveTo>
                          <a:pt x="46746" y="3338"/>
                        </a:moveTo>
                        <a:cubicBezTo>
                          <a:pt x="46392" y="5777"/>
                          <a:pt x="42091" y="7771"/>
                          <a:pt x="36993" y="9323"/>
                        </a:cubicBezTo>
                        <a:cubicBezTo>
                          <a:pt x="31895" y="10786"/>
                          <a:pt x="26044" y="11540"/>
                          <a:pt x="22674" y="11939"/>
                        </a:cubicBezTo>
                        <a:cubicBezTo>
                          <a:pt x="15936" y="12648"/>
                          <a:pt x="731" y="12072"/>
                          <a:pt x="21" y="6796"/>
                        </a:cubicBezTo>
                        <a:cubicBezTo>
                          <a:pt x="-688" y="1698"/>
                          <a:pt x="16512" y="767"/>
                          <a:pt x="21788" y="368"/>
                        </a:cubicBezTo>
                        <a:cubicBezTo>
                          <a:pt x="24448" y="147"/>
                          <a:pt x="30876" y="-119"/>
                          <a:pt x="36550" y="58"/>
                        </a:cubicBezTo>
                        <a:cubicBezTo>
                          <a:pt x="42136" y="102"/>
                          <a:pt x="47101" y="900"/>
                          <a:pt x="46746" y="333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23" name="Forme libre : forme 23522">
                    <a:extLst>
                      <a:ext uri="{FF2B5EF4-FFF2-40B4-BE49-F238E27FC236}">
                        <a16:creationId xmlns:a16="http://schemas.microsoft.com/office/drawing/2014/main" id="{C788468B-9DE6-4480-A8CB-08CB5ACC3A72}"/>
                      </a:ext>
                    </a:extLst>
                  </p:cNvPr>
                  <p:cNvSpPr/>
                  <p:nvPr/>
                </p:nvSpPr>
                <p:spPr>
                  <a:xfrm>
                    <a:off x="5200491" y="1119254"/>
                    <a:ext cx="58731" cy="22898"/>
                  </a:xfrm>
                  <a:custGeom>
                    <a:avLst/>
                    <a:gdLst>
                      <a:gd name="connsiteX0" fmla="*/ 333 w 58731"/>
                      <a:gd name="connsiteY0" fmla="*/ 9633 h 22898"/>
                      <a:gd name="connsiteX1" fmla="*/ 6229 w 58731"/>
                      <a:gd name="connsiteY1" fmla="*/ 15352 h 22898"/>
                      <a:gd name="connsiteX2" fmla="*/ 27952 w 58731"/>
                      <a:gd name="connsiteY2" fmla="*/ 22667 h 22898"/>
                      <a:gd name="connsiteX3" fmla="*/ 50959 w 58731"/>
                      <a:gd name="connsiteY3" fmla="*/ 20229 h 22898"/>
                      <a:gd name="connsiteX4" fmla="*/ 58407 w 58731"/>
                      <a:gd name="connsiteY4" fmla="*/ 13136 h 22898"/>
                      <a:gd name="connsiteX5" fmla="*/ 50871 w 58731"/>
                      <a:gd name="connsiteY5" fmla="*/ 11096 h 22898"/>
                      <a:gd name="connsiteX6" fmla="*/ 30744 w 58731"/>
                      <a:gd name="connsiteY6" fmla="*/ 5732 h 22898"/>
                      <a:gd name="connsiteX7" fmla="*/ 10929 w 58731"/>
                      <a:gd name="connsiteY7" fmla="*/ 147 h 22898"/>
                      <a:gd name="connsiteX8" fmla="*/ 333 w 58731"/>
                      <a:gd name="connsiteY8" fmla="*/ 9633 h 22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731" h="22898">
                        <a:moveTo>
                          <a:pt x="333" y="9633"/>
                        </a:moveTo>
                        <a:cubicBezTo>
                          <a:pt x="1575" y="12559"/>
                          <a:pt x="2727" y="13490"/>
                          <a:pt x="6229" y="15352"/>
                        </a:cubicBezTo>
                        <a:cubicBezTo>
                          <a:pt x="12923" y="18943"/>
                          <a:pt x="18598" y="21603"/>
                          <a:pt x="27952" y="22667"/>
                        </a:cubicBezTo>
                        <a:cubicBezTo>
                          <a:pt x="35798" y="23332"/>
                          <a:pt x="44576" y="22578"/>
                          <a:pt x="50959" y="20229"/>
                        </a:cubicBezTo>
                        <a:cubicBezTo>
                          <a:pt x="55703" y="18544"/>
                          <a:pt x="59959" y="15840"/>
                          <a:pt x="58407" y="13136"/>
                        </a:cubicBezTo>
                        <a:cubicBezTo>
                          <a:pt x="57476" y="11451"/>
                          <a:pt x="53841" y="11628"/>
                          <a:pt x="50871" y="11096"/>
                        </a:cubicBezTo>
                        <a:cubicBezTo>
                          <a:pt x="43955" y="9899"/>
                          <a:pt x="37350" y="8614"/>
                          <a:pt x="30744" y="5732"/>
                        </a:cubicBezTo>
                        <a:cubicBezTo>
                          <a:pt x="25114" y="3294"/>
                          <a:pt x="19130" y="-829"/>
                          <a:pt x="10929" y="147"/>
                        </a:cubicBezTo>
                        <a:cubicBezTo>
                          <a:pt x="3525" y="900"/>
                          <a:pt x="-1351" y="5555"/>
                          <a:pt x="333" y="963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24" name="Forme libre : forme 23523">
                    <a:extLst>
                      <a:ext uri="{FF2B5EF4-FFF2-40B4-BE49-F238E27FC236}">
                        <a16:creationId xmlns:a16="http://schemas.microsoft.com/office/drawing/2014/main" id="{BBE725A3-8BF7-4C54-88F1-C0200DC0CEFD}"/>
                      </a:ext>
                    </a:extLst>
                  </p:cNvPr>
                  <p:cNvSpPr/>
                  <p:nvPr/>
                </p:nvSpPr>
                <p:spPr>
                  <a:xfrm>
                    <a:off x="5212028" y="1118986"/>
                    <a:ext cx="18756" cy="5970"/>
                  </a:xfrm>
                  <a:custGeom>
                    <a:avLst/>
                    <a:gdLst>
                      <a:gd name="connsiteX0" fmla="*/ 1830 w 18756"/>
                      <a:gd name="connsiteY0" fmla="*/ 3518 h 5970"/>
                      <a:gd name="connsiteX1" fmla="*/ 56 w 18756"/>
                      <a:gd name="connsiteY1" fmla="*/ 4760 h 5970"/>
                      <a:gd name="connsiteX2" fmla="*/ 1475 w 18756"/>
                      <a:gd name="connsiteY2" fmla="*/ 5868 h 5970"/>
                      <a:gd name="connsiteX3" fmla="*/ 4933 w 18756"/>
                      <a:gd name="connsiteY3" fmla="*/ 5868 h 5970"/>
                      <a:gd name="connsiteX4" fmla="*/ 13356 w 18756"/>
                      <a:gd name="connsiteY4" fmla="*/ 4715 h 5970"/>
                      <a:gd name="connsiteX5" fmla="*/ 16326 w 18756"/>
                      <a:gd name="connsiteY5" fmla="*/ 3917 h 5970"/>
                      <a:gd name="connsiteX6" fmla="*/ 14375 w 18756"/>
                      <a:gd name="connsiteY6" fmla="*/ 60 h 5970"/>
                      <a:gd name="connsiteX7" fmla="*/ 1830 w 18756"/>
                      <a:gd name="connsiteY7" fmla="*/ 3518 h 5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756" h="5970">
                        <a:moveTo>
                          <a:pt x="1830" y="3518"/>
                        </a:moveTo>
                        <a:cubicBezTo>
                          <a:pt x="987" y="3917"/>
                          <a:pt x="367" y="4183"/>
                          <a:pt x="56" y="4760"/>
                        </a:cubicBezTo>
                        <a:cubicBezTo>
                          <a:pt x="-210" y="5336"/>
                          <a:pt x="500" y="5690"/>
                          <a:pt x="1475" y="5868"/>
                        </a:cubicBezTo>
                        <a:cubicBezTo>
                          <a:pt x="2450" y="6045"/>
                          <a:pt x="3825" y="5956"/>
                          <a:pt x="4933" y="5868"/>
                        </a:cubicBezTo>
                        <a:cubicBezTo>
                          <a:pt x="7726" y="5602"/>
                          <a:pt x="10696" y="5247"/>
                          <a:pt x="13356" y="4715"/>
                        </a:cubicBezTo>
                        <a:cubicBezTo>
                          <a:pt x="14464" y="4494"/>
                          <a:pt x="15484" y="4316"/>
                          <a:pt x="16326" y="3917"/>
                        </a:cubicBezTo>
                        <a:cubicBezTo>
                          <a:pt x="19917" y="2144"/>
                          <a:pt x="19739" y="-427"/>
                          <a:pt x="14375" y="60"/>
                        </a:cubicBezTo>
                        <a:cubicBezTo>
                          <a:pt x="10253" y="326"/>
                          <a:pt x="5332" y="1967"/>
                          <a:pt x="1830" y="351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25" name="Forme libre : forme 23524">
                    <a:extLst>
                      <a:ext uri="{FF2B5EF4-FFF2-40B4-BE49-F238E27FC236}">
                        <a16:creationId xmlns:a16="http://schemas.microsoft.com/office/drawing/2014/main" id="{E3A3A894-D547-4576-8E8F-2F0E2ACDF91F}"/>
                      </a:ext>
                    </a:extLst>
                  </p:cNvPr>
                  <p:cNvSpPr/>
                  <p:nvPr/>
                </p:nvSpPr>
                <p:spPr>
                  <a:xfrm>
                    <a:off x="5258144" y="1125297"/>
                    <a:ext cx="27662" cy="17333"/>
                  </a:xfrm>
                  <a:custGeom>
                    <a:avLst/>
                    <a:gdLst>
                      <a:gd name="connsiteX0" fmla="*/ 27662 w 27662"/>
                      <a:gd name="connsiteY0" fmla="*/ 0 h 17333"/>
                      <a:gd name="connsiteX1" fmla="*/ 16491 w 27662"/>
                      <a:gd name="connsiteY1" fmla="*/ 10240 h 17333"/>
                      <a:gd name="connsiteX2" fmla="*/ 0 w 27662"/>
                      <a:gd name="connsiteY2" fmla="*/ 17333 h 17333"/>
                      <a:gd name="connsiteX3" fmla="*/ 15427 w 27662"/>
                      <a:gd name="connsiteY3" fmla="*/ 9708 h 17333"/>
                      <a:gd name="connsiteX4" fmla="*/ 27662 w 27662"/>
                      <a:gd name="connsiteY4" fmla="*/ 0 h 17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62" h="17333">
                        <a:moveTo>
                          <a:pt x="27662" y="0"/>
                        </a:moveTo>
                        <a:cubicBezTo>
                          <a:pt x="26288" y="3546"/>
                          <a:pt x="21855" y="7182"/>
                          <a:pt x="16491" y="10240"/>
                        </a:cubicBezTo>
                        <a:cubicBezTo>
                          <a:pt x="11171" y="13078"/>
                          <a:pt x="4832" y="15693"/>
                          <a:pt x="0" y="17333"/>
                        </a:cubicBezTo>
                        <a:cubicBezTo>
                          <a:pt x="5275" y="15560"/>
                          <a:pt x="10639" y="12634"/>
                          <a:pt x="15427" y="9708"/>
                        </a:cubicBezTo>
                        <a:cubicBezTo>
                          <a:pt x="20215" y="6650"/>
                          <a:pt x="24471" y="3059"/>
                          <a:pt x="2766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26" name="Forme libre : forme 23525">
                    <a:extLst>
                      <a:ext uri="{FF2B5EF4-FFF2-40B4-BE49-F238E27FC236}">
                        <a16:creationId xmlns:a16="http://schemas.microsoft.com/office/drawing/2014/main" id="{C022BF54-4A09-47A8-BD45-4C37944E8065}"/>
                      </a:ext>
                    </a:extLst>
                  </p:cNvPr>
                  <p:cNvSpPr/>
                  <p:nvPr/>
                </p:nvSpPr>
                <p:spPr>
                  <a:xfrm>
                    <a:off x="5190628" y="1111465"/>
                    <a:ext cx="32405" cy="11614"/>
                  </a:xfrm>
                  <a:custGeom>
                    <a:avLst/>
                    <a:gdLst>
                      <a:gd name="connsiteX0" fmla="*/ 32406 w 32405"/>
                      <a:gd name="connsiteY0" fmla="*/ 0 h 11614"/>
                      <a:gd name="connsiteX1" fmla="*/ 0 w 32405"/>
                      <a:gd name="connsiteY1" fmla="*/ 11615 h 11614"/>
                      <a:gd name="connsiteX2" fmla="*/ 32406 w 32405"/>
                      <a:gd name="connsiteY2" fmla="*/ 0 h 11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405" h="11614">
                        <a:moveTo>
                          <a:pt x="32406" y="0"/>
                        </a:moveTo>
                        <a:cubicBezTo>
                          <a:pt x="19816" y="1108"/>
                          <a:pt x="8600" y="6206"/>
                          <a:pt x="0" y="11615"/>
                        </a:cubicBezTo>
                        <a:cubicBezTo>
                          <a:pt x="7802" y="6251"/>
                          <a:pt x="21811" y="2483"/>
                          <a:pt x="3240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27" name="Forme libre : forme 23526">
                    <a:extLst>
                      <a:ext uri="{FF2B5EF4-FFF2-40B4-BE49-F238E27FC236}">
                        <a16:creationId xmlns:a16="http://schemas.microsoft.com/office/drawing/2014/main" id="{3589300D-03E9-4CD8-BD1C-6693BA5219D4}"/>
                      </a:ext>
                    </a:extLst>
                  </p:cNvPr>
                  <p:cNvSpPr/>
                  <p:nvPr/>
                </p:nvSpPr>
                <p:spPr>
                  <a:xfrm>
                    <a:off x="5241064" y="1123000"/>
                    <a:ext cx="17267" cy="3693"/>
                  </a:xfrm>
                  <a:custGeom>
                    <a:avLst/>
                    <a:gdLst>
                      <a:gd name="connsiteX0" fmla="*/ 17169 w 17267"/>
                      <a:gd name="connsiteY0" fmla="*/ 2120 h 3693"/>
                      <a:gd name="connsiteX1" fmla="*/ 7106 w 17267"/>
                      <a:gd name="connsiteY1" fmla="*/ 3671 h 3693"/>
                      <a:gd name="connsiteX2" fmla="*/ 146 w 17267"/>
                      <a:gd name="connsiteY2" fmla="*/ 1366 h 3693"/>
                      <a:gd name="connsiteX3" fmla="*/ 9589 w 17267"/>
                      <a:gd name="connsiteY3" fmla="*/ 81 h 3693"/>
                      <a:gd name="connsiteX4" fmla="*/ 17169 w 17267"/>
                      <a:gd name="connsiteY4" fmla="*/ 2120 h 3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67" h="3693">
                        <a:moveTo>
                          <a:pt x="17169" y="2120"/>
                        </a:moveTo>
                        <a:cubicBezTo>
                          <a:pt x="16194" y="3849"/>
                          <a:pt x="9234" y="3716"/>
                          <a:pt x="7106" y="3671"/>
                        </a:cubicBezTo>
                        <a:cubicBezTo>
                          <a:pt x="4978" y="3671"/>
                          <a:pt x="-1007" y="3184"/>
                          <a:pt x="146" y="1366"/>
                        </a:cubicBezTo>
                        <a:cubicBezTo>
                          <a:pt x="1299" y="-318"/>
                          <a:pt x="7594" y="-8"/>
                          <a:pt x="9589" y="81"/>
                        </a:cubicBezTo>
                        <a:cubicBezTo>
                          <a:pt x="11583" y="169"/>
                          <a:pt x="18144" y="435"/>
                          <a:pt x="17169" y="212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28" name="Forme libre : forme 23527">
                    <a:extLst>
                      <a:ext uri="{FF2B5EF4-FFF2-40B4-BE49-F238E27FC236}">
                        <a16:creationId xmlns:a16="http://schemas.microsoft.com/office/drawing/2014/main" id="{0CD3C502-BA3E-4F50-8A9B-F58938012923}"/>
                      </a:ext>
                    </a:extLst>
                  </p:cNvPr>
                  <p:cNvSpPr/>
                  <p:nvPr/>
                </p:nvSpPr>
                <p:spPr>
                  <a:xfrm>
                    <a:off x="5255994" y="1123948"/>
                    <a:ext cx="4875" cy="1548"/>
                  </a:xfrm>
                  <a:custGeom>
                    <a:avLst/>
                    <a:gdLst>
                      <a:gd name="connsiteX0" fmla="*/ 4854 w 4875"/>
                      <a:gd name="connsiteY0" fmla="*/ 506 h 1548"/>
                      <a:gd name="connsiteX1" fmla="*/ 2726 w 4875"/>
                      <a:gd name="connsiteY1" fmla="*/ 1526 h 1548"/>
                      <a:gd name="connsiteX2" fmla="*/ 22 w 4875"/>
                      <a:gd name="connsiteY2" fmla="*/ 994 h 1548"/>
                      <a:gd name="connsiteX3" fmla="*/ 2106 w 4875"/>
                      <a:gd name="connsiteY3" fmla="*/ 63 h 1548"/>
                      <a:gd name="connsiteX4" fmla="*/ 4854 w 4875"/>
                      <a:gd name="connsiteY4" fmla="*/ 506 h 1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75" h="1548">
                        <a:moveTo>
                          <a:pt x="4854" y="506"/>
                        </a:moveTo>
                        <a:cubicBezTo>
                          <a:pt x="5076" y="1127"/>
                          <a:pt x="3524" y="1481"/>
                          <a:pt x="2726" y="1526"/>
                        </a:cubicBezTo>
                        <a:cubicBezTo>
                          <a:pt x="1928" y="1570"/>
                          <a:pt x="244" y="1614"/>
                          <a:pt x="22" y="994"/>
                        </a:cubicBezTo>
                        <a:cubicBezTo>
                          <a:pt x="-200" y="373"/>
                          <a:pt x="1308" y="107"/>
                          <a:pt x="2106" y="63"/>
                        </a:cubicBezTo>
                        <a:cubicBezTo>
                          <a:pt x="2904" y="-26"/>
                          <a:pt x="4632" y="-115"/>
                          <a:pt x="4854" y="5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29" name="Forme libre : forme 23528">
                    <a:extLst>
                      <a:ext uri="{FF2B5EF4-FFF2-40B4-BE49-F238E27FC236}">
                        <a16:creationId xmlns:a16="http://schemas.microsoft.com/office/drawing/2014/main" id="{1F0E8051-B43A-4420-B649-64E72399B3C8}"/>
                      </a:ext>
                    </a:extLst>
                  </p:cNvPr>
                  <p:cNvSpPr/>
                  <p:nvPr/>
                </p:nvSpPr>
                <p:spPr>
                  <a:xfrm>
                    <a:off x="5240387" y="1111681"/>
                    <a:ext cx="42904" cy="13196"/>
                  </a:xfrm>
                  <a:custGeom>
                    <a:avLst/>
                    <a:gdLst>
                      <a:gd name="connsiteX0" fmla="*/ 31322 w 42904"/>
                      <a:gd name="connsiteY0" fmla="*/ 4749 h 13196"/>
                      <a:gd name="connsiteX1" fmla="*/ 42494 w 42904"/>
                      <a:gd name="connsiteY1" fmla="*/ 9891 h 13196"/>
                      <a:gd name="connsiteX2" fmla="*/ 40011 w 42904"/>
                      <a:gd name="connsiteY2" fmla="*/ 13039 h 13196"/>
                      <a:gd name="connsiteX3" fmla="*/ 34692 w 42904"/>
                      <a:gd name="connsiteY3" fmla="*/ 12330 h 13196"/>
                      <a:gd name="connsiteX4" fmla="*/ 19087 w 42904"/>
                      <a:gd name="connsiteY4" fmla="*/ 8118 h 13196"/>
                      <a:gd name="connsiteX5" fmla="*/ 335 w 42904"/>
                      <a:gd name="connsiteY5" fmla="*/ 2710 h 13196"/>
                      <a:gd name="connsiteX6" fmla="*/ 21259 w 42904"/>
                      <a:gd name="connsiteY6" fmla="*/ 759 h 13196"/>
                      <a:gd name="connsiteX7" fmla="*/ 31322 w 42904"/>
                      <a:gd name="connsiteY7" fmla="*/ 4749 h 131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904" h="13196">
                        <a:moveTo>
                          <a:pt x="31322" y="4749"/>
                        </a:moveTo>
                        <a:cubicBezTo>
                          <a:pt x="35977" y="6345"/>
                          <a:pt x="39346" y="7232"/>
                          <a:pt x="42494" y="9891"/>
                        </a:cubicBezTo>
                        <a:cubicBezTo>
                          <a:pt x="43646" y="10867"/>
                          <a:pt x="42228" y="12596"/>
                          <a:pt x="40011" y="13039"/>
                        </a:cubicBezTo>
                        <a:cubicBezTo>
                          <a:pt x="37795" y="13482"/>
                          <a:pt x="36287" y="12906"/>
                          <a:pt x="34692" y="12330"/>
                        </a:cubicBezTo>
                        <a:cubicBezTo>
                          <a:pt x="29771" y="10468"/>
                          <a:pt x="24673" y="9227"/>
                          <a:pt x="19087" y="8118"/>
                        </a:cubicBezTo>
                        <a:cubicBezTo>
                          <a:pt x="15541" y="7320"/>
                          <a:pt x="-2679" y="6611"/>
                          <a:pt x="335" y="2710"/>
                        </a:cubicBezTo>
                        <a:cubicBezTo>
                          <a:pt x="3350" y="-1014"/>
                          <a:pt x="16693" y="-83"/>
                          <a:pt x="21259" y="759"/>
                        </a:cubicBezTo>
                        <a:cubicBezTo>
                          <a:pt x="25825" y="1690"/>
                          <a:pt x="27820" y="3508"/>
                          <a:pt x="31322" y="474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47" name="Graphique 2">
                <a:extLst>
                  <a:ext uri="{FF2B5EF4-FFF2-40B4-BE49-F238E27FC236}">
                    <a16:creationId xmlns:a16="http://schemas.microsoft.com/office/drawing/2014/main" id="{50A4573A-11AC-4B3B-957A-6F7F1925AB86}"/>
                  </a:ext>
                </a:extLst>
              </p:cNvPr>
              <p:cNvGrpSpPr/>
              <p:nvPr/>
            </p:nvGrpSpPr>
            <p:grpSpPr>
              <a:xfrm>
                <a:off x="5128430" y="1143665"/>
                <a:ext cx="120353" cy="39461"/>
                <a:chOff x="5128430" y="1143665"/>
                <a:chExt cx="120353" cy="39461"/>
              </a:xfrm>
              <a:solidFill>
                <a:schemeClr val="accent1"/>
              </a:solidFill>
            </p:grpSpPr>
            <p:sp>
              <p:nvSpPr>
                <p:cNvPr id="23504" name="Forme libre : forme 23503">
                  <a:extLst>
                    <a:ext uri="{FF2B5EF4-FFF2-40B4-BE49-F238E27FC236}">
                      <a16:creationId xmlns:a16="http://schemas.microsoft.com/office/drawing/2014/main" id="{82766CA8-0566-4F6F-8B88-24DF6249F14C}"/>
                    </a:ext>
                  </a:extLst>
                </p:cNvPr>
                <p:cNvSpPr/>
                <p:nvPr/>
              </p:nvSpPr>
              <p:spPr>
                <a:xfrm>
                  <a:off x="5128430" y="1143665"/>
                  <a:ext cx="120353" cy="39461"/>
                </a:xfrm>
                <a:custGeom>
                  <a:avLst/>
                  <a:gdLst>
                    <a:gd name="connsiteX0" fmla="*/ 84542 w 120353"/>
                    <a:gd name="connsiteY0" fmla="*/ 37976 h 39461"/>
                    <a:gd name="connsiteX1" fmla="*/ 73680 w 120353"/>
                    <a:gd name="connsiteY1" fmla="*/ 39262 h 39461"/>
                    <a:gd name="connsiteX2" fmla="*/ 60337 w 120353"/>
                    <a:gd name="connsiteY2" fmla="*/ 39395 h 39461"/>
                    <a:gd name="connsiteX3" fmla="*/ 36797 w 120353"/>
                    <a:gd name="connsiteY3" fmla="*/ 36025 h 39461"/>
                    <a:gd name="connsiteX4" fmla="*/ 800 w 120353"/>
                    <a:gd name="connsiteY4" fmla="*/ 10668 h 39461"/>
                    <a:gd name="connsiteX5" fmla="*/ 5455 w 120353"/>
                    <a:gd name="connsiteY5" fmla="*/ 1758 h 39461"/>
                    <a:gd name="connsiteX6" fmla="*/ 44599 w 120353"/>
                    <a:gd name="connsiteY6" fmla="*/ 1802 h 39461"/>
                    <a:gd name="connsiteX7" fmla="*/ 61534 w 120353"/>
                    <a:gd name="connsiteY7" fmla="*/ 3664 h 39461"/>
                    <a:gd name="connsiteX8" fmla="*/ 70577 w 120353"/>
                    <a:gd name="connsiteY8" fmla="*/ 3885 h 39461"/>
                    <a:gd name="connsiteX9" fmla="*/ 77936 w 120353"/>
                    <a:gd name="connsiteY9" fmla="*/ 3486 h 39461"/>
                    <a:gd name="connsiteX10" fmla="*/ 83212 w 120353"/>
                    <a:gd name="connsiteY10" fmla="*/ 2999 h 39461"/>
                    <a:gd name="connsiteX11" fmla="*/ 87999 w 120353"/>
                    <a:gd name="connsiteY11" fmla="*/ 2821 h 39461"/>
                    <a:gd name="connsiteX12" fmla="*/ 96467 w 120353"/>
                    <a:gd name="connsiteY12" fmla="*/ 2733 h 39461"/>
                    <a:gd name="connsiteX13" fmla="*/ 104446 w 120353"/>
                    <a:gd name="connsiteY13" fmla="*/ 3043 h 39461"/>
                    <a:gd name="connsiteX14" fmla="*/ 112736 w 120353"/>
                    <a:gd name="connsiteY14" fmla="*/ 3220 h 39461"/>
                    <a:gd name="connsiteX15" fmla="*/ 120184 w 120353"/>
                    <a:gd name="connsiteY15" fmla="*/ 9870 h 39461"/>
                    <a:gd name="connsiteX16" fmla="*/ 116504 w 120353"/>
                    <a:gd name="connsiteY16" fmla="*/ 18470 h 39461"/>
                    <a:gd name="connsiteX17" fmla="*/ 109589 w 120353"/>
                    <a:gd name="connsiteY17" fmla="*/ 26494 h 39461"/>
                    <a:gd name="connsiteX18" fmla="*/ 98994 w 120353"/>
                    <a:gd name="connsiteY18" fmla="*/ 33321 h 39461"/>
                    <a:gd name="connsiteX19" fmla="*/ 84542 w 120353"/>
                    <a:gd name="connsiteY19" fmla="*/ 37976 h 39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20353" h="39461">
                      <a:moveTo>
                        <a:pt x="84542" y="37976"/>
                      </a:moveTo>
                      <a:cubicBezTo>
                        <a:pt x="81660" y="38508"/>
                        <a:pt x="77892" y="38863"/>
                        <a:pt x="73680" y="39262"/>
                      </a:cubicBezTo>
                      <a:cubicBezTo>
                        <a:pt x="69513" y="39572"/>
                        <a:pt x="64947" y="39439"/>
                        <a:pt x="60337" y="39395"/>
                      </a:cubicBezTo>
                      <a:cubicBezTo>
                        <a:pt x="51293" y="38818"/>
                        <a:pt x="42383" y="37488"/>
                        <a:pt x="36797" y="36025"/>
                      </a:cubicBezTo>
                      <a:cubicBezTo>
                        <a:pt x="15873" y="30706"/>
                        <a:pt x="7361" y="21574"/>
                        <a:pt x="800" y="10668"/>
                      </a:cubicBezTo>
                      <a:cubicBezTo>
                        <a:pt x="-1460" y="6767"/>
                        <a:pt x="1377" y="2511"/>
                        <a:pt x="5455" y="1758"/>
                      </a:cubicBezTo>
                      <a:cubicBezTo>
                        <a:pt x="17513" y="-459"/>
                        <a:pt x="28596" y="-725"/>
                        <a:pt x="44599" y="1802"/>
                      </a:cubicBezTo>
                      <a:cubicBezTo>
                        <a:pt x="48855" y="2423"/>
                        <a:pt x="55239" y="3265"/>
                        <a:pt x="61534" y="3664"/>
                      </a:cubicBezTo>
                      <a:cubicBezTo>
                        <a:pt x="64681" y="3885"/>
                        <a:pt x="67740" y="3752"/>
                        <a:pt x="70577" y="3885"/>
                      </a:cubicBezTo>
                      <a:cubicBezTo>
                        <a:pt x="73326" y="3708"/>
                        <a:pt x="75897" y="3575"/>
                        <a:pt x="77936" y="3486"/>
                      </a:cubicBezTo>
                      <a:cubicBezTo>
                        <a:pt x="79887" y="3531"/>
                        <a:pt x="81527" y="3043"/>
                        <a:pt x="83212" y="2999"/>
                      </a:cubicBezTo>
                      <a:cubicBezTo>
                        <a:pt x="84852" y="2821"/>
                        <a:pt x="86537" y="2954"/>
                        <a:pt x="87999" y="2821"/>
                      </a:cubicBezTo>
                      <a:cubicBezTo>
                        <a:pt x="90881" y="2467"/>
                        <a:pt x="93763" y="2644"/>
                        <a:pt x="96467" y="2733"/>
                      </a:cubicBezTo>
                      <a:cubicBezTo>
                        <a:pt x="99038" y="2644"/>
                        <a:pt x="101698" y="2777"/>
                        <a:pt x="104446" y="3043"/>
                      </a:cubicBezTo>
                      <a:cubicBezTo>
                        <a:pt x="107150" y="3220"/>
                        <a:pt x="109722" y="3132"/>
                        <a:pt x="112736" y="3220"/>
                      </a:cubicBezTo>
                      <a:cubicBezTo>
                        <a:pt x="116770" y="3353"/>
                        <a:pt x="121292" y="6013"/>
                        <a:pt x="120184" y="9870"/>
                      </a:cubicBezTo>
                      <a:cubicBezTo>
                        <a:pt x="119341" y="12663"/>
                        <a:pt x="118145" y="15544"/>
                        <a:pt x="116504" y="18470"/>
                      </a:cubicBezTo>
                      <a:cubicBezTo>
                        <a:pt x="114908" y="21529"/>
                        <a:pt x="112426" y="23746"/>
                        <a:pt x="109589" y="26494"/>
                      </a:cubicBezTo>
                      <a:cubicBezTo>
                        <a:pt x="106751" y="29287"/>
                        <a:pt x="103161" y="31282"/>
                        <a:pt x="98994" y="33321"/>
                      </a:cubicBezTo>
                      <a:cubicBezTo>
                        <a:pt x="94782" y="35626"/>
                        <a:pt x="89950" y="36602"/>
                        <a:pt x="84542" y="3797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05" name="Forme libre : forme 23504">
                  <a:extLst>
                    <a:ext uri="{FF2B5EF4-FFF2-40B4-BE49-F238E27FC236}">
                      <a16:creationId xmlns:a16="http://schemas.microsoft.com/office/drawing/2014/main" id="{9DBA3809-70DB-40DC-A11E-F4A338A41166}"/>
                    </a:ext>
                  </a:extLst>
                </p:cNvPr>
                <p:cNvSpPr/>
                <p:nvPr/>
              </p:nvSpPr>
              <p:spPr>
                <a:xfrm>
                  <a:off x="5128444" y="1149590"/>
                  <a:ext cx="120080" cy="33524"/>
                </a:xfrm>
                <a:custGeom>
                  <a:avLst/>
                  <a:gdLst>
                    <a:gd name="connsiteX0" fmla="*/ 45737 w 120080"/>
                    <a:gd name="connsiteY0" fmla="*/ 18974 h 33524"/>
                    <a:gd name="connsiteX1" fmla="*/ 342 w 120080"/>
                    <a:gd name="connsiteY1" fmla="*/ 0 h 33524"/>
                    <a:gd name="connsiteX2" fmla="*/ 786 w 120080"/>
                    <a:gd name="connsiteY2" fmla="*/ 4699 h 33524"/>
                    <a:gd name="connsiteX3" fmla="*/ 4377 w 120080"/>
                    <a:gd name="connsiteY3" fmla="*/ 10196 h 33524"/>
                    <a:gd name="connsiteX4" fmla="*/ 19892 w 120080"/>
                    <a:gd name="connsiteY4" fmla="*/ 23673 h 33524"/>
                    <a:gd name="connsiteX5" fmla="*/ 36738 w 120080"/>
                    <a:gd name="connsiteY5" fmla="*/ 30056 h 33524"/>
                    <a:gd name="connsiteX6" fmla="*/ 44141 w 120080"/>
                    <a:gd name="connsiteY6" fmla="*/ 31564 h 33524"/>
                    <a:gd name="connsiteX7" fmla="*/ 80847 w 120080"/>
                    <a:gd name="connsiteY7" fmla="*/ 32539 h 33524"/>
                    <a:gd name="connsiteX8" fmla="*/ 84438 w 120080"/>
                    <a:gd name="connsiteY8" fmla="*/ 32007 h 33524"/>
                    <a:gd name="connsiteX9" fmla="*/ 95078 w 120080"/>
                    <a:gd name="connsiteY9" fmla="*/ 29081 h 33524"/>
                    <a:gd name="connsiteX10" fmla="*/ 103766 w 120080"/>
                    <a:gd name="connsiteY10" fmla="*/ 24737 h 33524"/>
                    <a:gd name="connsiteX11" fmla="*/ 108554 w 120080"/>
                    <a:gd name="connsiteY11" fmla="*/ 21234 h 33524"/>
                    <a:gd name="connsiteX12" fmla="*/ 112500 w 120080"/>
                    <a:gd name="connsiteY12" fmla="*/ 17422 h 33524"/>
                    <a:gd name="connsiteX13" fmla="*/ 117997 w 120080"/>
                    <a:gd name="connsiteY13" fmla="*/ 9354 h 33524"/>
                    <a:gd name="connsiteX14" fmla="*/ 120036 w 120080"/>
                    <a:gd name="connsiteY14" fmla="*/ 3945 h 33524"/>
                    <a:gd name="connsiteX15" fmla="*/ 120080 w 120080"/>
                    <a:gd name="connsiteY15" fmla="*/ 3768 h 33524"/>
                    <a:gd name="connsiteX16" fmla="*/ 84128 w 120080"/>
                    <a:gd name="connsiteY16" fmla="*/ 18752 h 33524"/>
                    <a:gd name="connsiteX17" fmla="*/ 45737 w 120080"/>
                    <a:gd name="connsiteY17" fmla="*/ 18974 h 33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20080" h="33524">
                      <a:moveTo>
                        <a:pt x="45737" y="18974"/>
                      </a:moveTo>
                      <a:cubicBezTo>
                        <a:pt x="28315" y="17156"/>
                        <a:pt x="10051" y="10329"/>
                        <a:pt x="342" y="0"/>
                      </a:cubicBezTo>
                      <a:cubicBezTo>
                        <a:pt x="-190" y="1463"/>
                        <a:pt x="-145" y="3147"/>
                        <a:pt x="786" y="4699"/>
                      </a:cubicBezTo>
                      <a:cubicBezTo>
                        <a:pt x="1894" y="6650"/>
                        <a:pt x="3091" y="8423"/>
                        <a:pt x="4377" y="10196"/>
                      </a:cubicBezTo>
                      <a:cubicBezTo>
                        <a:pt x="8189" y="15205"/>
                        <a:pt x="12888" y="19816"/>
                        <a:pt x="19892" y="23673"/>
                      </a:cubicBezTo>
                      <a:cubicBezTo>
                        <a:pt x="24414" y="26155"/>
                        <a:pt x="29911" y="28416"/>
                        <a:pt x="36738" y="30056"/>
                      </a:cubicBezTo>
                      <a:cubicBezTo>
                        <a:pt x="38777" y="30633"/>
                        <a:pt x="41304" y="31120"/>
                        <a:pt x="44141" y="31564"/>
                      </a:cubicBezTo>
                      <a:cubicBezTo>
                        <a:pt x="55047" y="33514"/>
                        <a:pt x="70651" y="34312"/>
                        <a:pt x="80847" y="32539"/>
                      </a:cubicBezTo>
                      <a:cubicBezTo>
                        <a:pt x="82133" y="32362"/>
                        <a:pt x="83374" y="32317"/>
                        <a:pt x="84438" y="32007"/>
                      </a:cubicBezTo>
                      <a:cubicBezTo>
                        <a:pt x="88295" y="31120"/>
                        <a:pt x="91841" y="30145"/>
                        <a:pt x="95078" y="29081"/>
                      </a:cubicBezTo>
                      <a:cubicBezTo>
                        <a:pt x="98269" y="27707"/>
                        <a:pt x="101195" y="26200"/>
                        <a:pt x="103766" y="24737"/>
                      </a:cubicBezTo>
                      <a:cubicBezTo>
                        <a:pt x="105540" y="23761"/>
                        <a:pt x="107136" y="22564"/>
                        <a:pt x="108554" y="21234"/>
                      </a:cubicBezTo>
                      <a:cubicBezTo>
                        <a:pt x="109973" y="19949"/>
                        <a:pt x="111303" y="18708"/>
                        <a:pt x="112500" y="17422"/>
                      </a:cubicBezTo>
                      <a:cubicBezTo>
                        <a:pt x="114938" y="15028"/>
                        <a:pt x="116622" y="12147"/>
                        <a:pt x="117997" y="9354"/>
                      </a:cubicBezTo>
                      <a:cubicBezTo>
                        <a:pt x="118839" y="7536"/>
                        <a:pt x="119504" y="5719"/>
                        <a:pt x="120036" y="3945"/>
                      </a:cubicBezTo>
                      <a:lnTo>
                        <a:pt x="120080" y="3768"/>
                      </a:lnTo>
                      <a:cubicBezTo>
                        <a:pt x="109884" y="12014"/>
                        <a:pt x="96939" y="16713"/>
                        <a:pt x="84128" y="18752"/>
                      </a:cubicBezTo>
                      <a:cubicBezTo>
                        <a:pt x="71183" y="20791"/>
                        <a:pt x="58194" y="20392"/>
                        <a:pt x="45737" y="1897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06" name="Forme libre : forme 23505">
                  <a:extLst>
                    <a:ext uri="{FF2B5EF4-FFF2-40B4-BE49-F238E27FC236}">
                      <a16:creationId xmlns:a16="http://schemas.microsoft.com/office/drawing/2014/main" id="{EC953AAB-9DF3-475C-BA6D-DAC23BD616A9}"/>
                    </a:ext>
                  </a:extLst>
                </p:cNvPr>
                <p:cNvSpPr/>
                <p:nvPr/>
              </p:nvSpPr>
              <p:spPr>
                <a:xfrm>
                  <a:off x="5169681" y="1159470"/>
                  <a:ext cx="57242" cy="12476"/>
                </a:xfrm>
                <a:custGeom>
                  <a:avLst/>
                  <a:gdLst>
                    <a:gd name="connsiteX0" fmla="*/ 57122 w 57242"/>
                    <a:gd name="connsiteY0" fmla="*/ 1557 h 12476"/>
                    <a:gd name="connsiteX1" fmla="*/ 54639 w 57242"/>
                    <a:gd name="connsiteY1" fmla="*/ 5414 h 12476"/>
                    <a:gd name="connsiteX2" fmla="*/ 51048 w 57242"/>
                    <a:gd name="connsiteY2" fmla="*/ 7631 h 12476"/>
                    <a:gd name="connsiteX3" fmla="*/ 46394 w 57242"/>
                    <a:gd name="connsiteY3" fmla="*/ 9315 h 12476"/>
                    <a:gd name="connsiteX4" fmla="*/ 41251 w 57242"/>
                    <a:gd name="connsiteY4" fmla="*/ 10867 h 12476"/>
                    <a:gd name="connsiteX5" fmla="*/ 36064 w 57242"/>
                    <a:gd name="connsiteY5" fmla="*/ 11709 h 12476"/>
                    <a:gd name="connsiteX6" fmla="*/ 27686 w 57242"/>
                    <a:gd name="connsiteY6" fmla="*/ 12463 h 12476"/>
                    <a:gd name="connsiteX7" fmla="*/ 19795 w 57242"/>
                    <a:gd name="connsiteY7" fmla="*/ 12153 h 12476"/>
                    <a:gd name="connsiteX8" fmla="*/ 10397 w 57242"/>
                    <a:gd name="connsiteY8" fmla="*/ 10424 h 12476"/>
                    <a:gd name="connsiteX9" fmla="*/ 23 w 57242"/>
                    <a:gd name="connsiteY9" fmla="*/ 3685 h 12476"/>
                    <a:gd name="connsiteX10" fmla="*/ 11416 w 57242"/>
                    <a:gd name="connsiteY10" fmla="*/ 804 h 12476"/>
                    <a:gd name="connsiteX11" fmla="*/ 20283 w 57242"/>
                    <a:gd name="connsiteY11" fmla="*/ 893 h 12476"/>
                    <a:gd name="connsiteX12" fmla="*/ 27287 w 57242"/>
                    <a:gd name="connsiteY12" fmla="*/ 937 h 12476"/>
                    <a:gd name="connsiteX13" fmla="*/ 30479 w 57242"/>
                    <a:gd name="connsiteY13" fmla="*/ 1026 h 12476"/>
                    <a:gd name="connsiteX14" fmla="*/ 34601 w 57242"/>
                    <a:gd name="connsiteY14" fmla="*/ 848 h 12476"/>
                    <a:gd name="connsiteX15" fmla="*/ 39301 w 57242"/>
                    <a:gd name="connsiteY15" fmla="*/ 760 h 12476"/>
                    <a:gd name="connsiteX16" fmla="*/ 44088 w 57242"/>
                    <a:gd name="connsiteY16" fmla="*/ 361 h 12476"/>
                    <a:gd name="connsiteX17" fmla="*/ 48699 w 57242"/>
                    <a:gd name="connsiteY17" fmla="*/ 183 h 12476"/>
                    <a:gd name="connsiteX18" fmla="*/ 52600 w 57242"/>
                    <a:gd name="connsiteY18" fmla="*/ 6 h 12476"/>
                    <a:gd name="connsiteX19" fmla="*/ 57122 w 57242"/>
                    <a:gd name="connsiteY19" fmla="*/ 1557 h 12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7242" h="12476">
                      <a:moveTo>
                        <a:pt x="57122" y="1557"/>
                      </a:moveTo>
                      <a:cubicBezTo>
                        <a:pt x="57609" y="2621"/>
                        <a:pt x="56590" y="3951"/>
                        <a:pt x="54639" y="5414"/>
                      </a:cubicBezTo>
                      <a:cubicBezTo>
                        <a:pt x="53664" y="6124"/>
                        <a:pt x="52467" y="6877"/>
                        <a:pt x="51048" y="7631"/>
                      </a:cubicBezTo>
                      <a:cubicBezTo>
                        <a:pt x="49630" y="8207"/>
                        <a:pt x="48078" y="8783"/>
                        <a:pt x="46394" y="9315"/>
                      </a:cubicBezTo>
                      <a:cubicBezTo>
                        <a:pt x="44753" y="9847"/>
                        <a:pt x="42980" y="10379"/>
                        <a:pt x="41251" y="10867"/>
                      </a:cubicBezTo>
                      <a:cubicBezTo>
                        <a:pt x="39478" y="11222"/>
                        <a:pt x="37749" y="11443"/>
                        <a:pt x="36064" y="11709"/>
                      </a:cubicBezTo>
                      <a:cubicBezTo>
                        <a:pt x="32695" y="12197"/>
                        <a:pt x="29725" y="12552"/>
                        <a:pt x="27686" y="12463"/>
                      </a:cubicBezTo>
                      <a:cubicBezTo>
                        <a:pt x="25691" y="12463"/>
                        <a:pt x="22854" y="12419"/>
                        <a:pt x="19795" y="12153"/>
                      </a:cubicBezTo>
                      <a:cubicBezTo>
                        <a:pt x="16736" y="11709"/>
                        <a:pt x="13411" y="11133"/>
                        <a:pt x="10397" y="10424"/>
                      </a:cubicBezTo>
                      <a:cubicBezTo>
                        <a:pt x="4412" y="8650"/>
                        <a:pt x="-376" y="6301"/>
                        <a:pt x="23" y="3685"/>
                      </a:cubicBezTo>
                      <a:cubicBezTo>
                        <a:pt x="378" y="1247"/>
                        <a:pt x="5565" y="627"/>
                        <a:pt x="11416" y="804"/>
                      </a:cubicBezTo>
                      <a:cubicBezTo>
                        <a:pt x="14342" y="671"/>
                        <a:pt x="17445" y="760"/>
                        <a:pt x="20283" y="893"/>
                      </a:cubicBezTo>
                      <a:cubicBezTo>
                        <a:pt x="23075" y="893"/>
                        <a:pt x="25602" y="848"/>
                        <a:pt x="27287" y="937"/>
                      </a:cubicBezTo>
                      <a:cubicBezTo>
                        <a:pt x="28129" y="981"/>
                        <a:pt x="29237" y="981"/>
                        <a:pt x="30479" y="1026"/>
                      </a:cubicBezTo>
                      <a:cubicBezTo>
                        <a:pt x="31720" y="981"/>
                        <a:pt x="33138" y="937"/>
                        <a:pt x="34601" y="848"/>
                      </a:cubicBezTo>
                      <a:cubicBezTo>
                        <a:pt x="36109" y="804"/>
                        <a:pt x="37705" y="804"/>
                        <a:pt x="39301" y="760"/>
                      </a:cubicBezTo>
                      <a:cubicBezTo>
                        <a:pt x="40896" y="627"/>
                        <a:pt x="42492" y="494"/>
                        <a:pt x="44088" y="361"/>
                      </a:cubicBezTo>
                      <a:cubicBezTo>
                        <a:pt x="45684" y="272"/>
                        <a:pt x="47236" y="183"/>
                        <a:pt x="48699" y="183"/>
                      </a:cubicBezTo>
                      <a:cubicBezTo>
                        <a:pt x="50162" y="183"/>
                        <a:pt x="51447" y="-38"/>
                        <a:pt x="52600" y="6"/>
                      </a:cubicBezTo>
                      <a:cubicBezTo>
                        <a:pt x="54905" y="50"/>
                        <a:pt x="56634" y="449"/>
                        <a:pt x="57122" y="1557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07" name="Forme libre : forme 23506">
                  <a:extLst>
                    <a:ext uri="{FF2B5EF4-FFF2-40B4-BE49-F238E27FC236}">
                      <a16:creationId xmlns:a16="http://schemas.microsoft.com/office/drawing/2014/main" id="{07A0ECC6-D3FD-4515-A8C8-8F0EB948DA2E}"/>
                    </a:ext>
                  </a:extLst>
                </p:cNvPr>
                <p:cNvSpPr/>
                <p:nvPr/>
              </p:nvSpPr>
              <p:spPr>
                <a:xfrm>
                  <a:off x="5169402" y="1160362"/>
                  <a:ext cx="41219" cy="11640"/>
                </a:xfrm>
                <a:custGeom>
                  <a:avLst/>
                  <a:gdLst>
                    <a:gd name="connsiteX0" fmla="*/ 12759 w 41219"/>
                    <a:gd name="connsiteY0" fmla="*/ 0 h 11640"/>
                    <a:gd name="connsiteX1" fmla="*/ 36 w 41219"/>
                    <a:gd name="connsiteY1" fmla="*/ 2748 h 11640"/>
                    <a:gd name="connsiteX2" fmla="*/ 10720 w 41219"/>
                    <a:gd name="connsiteY2" fmla="*/ 9531 h 11640"/>
                    <a:gd name="connsiteX3" fmla="*/ 19764 w 41219"/>
                    <a:gd name="connsiteY3" fmla="*/ 11216 h 11640"/>
                    <a:gd name="connsiteX4" fmla="*/ 28364 w 41219"/>
                    <a:gd name="connsiteY4" fmla="*/ 11615 h 11640"/>
                    <a:gd name="connsiteX5" fmla="*/ 41220 w 41219"/>
                    <a:gd name="connsiteY5" fmla="*/ 9930 h 11640"/>
                    <a:gd name="connsiteX6" fmla="*/ 34304 w 41219"/>
                    <a:gd name="connsiteY6" fmla="*/ 10196 h 11640"/>
                    <a:gd name="connsiteX7" fmla="*/ 26591 w 41219"/>
                    <a:gd name="connsiteY7" fmla="*/ 9044 h 11640"/>
                    <a:gd name="connsiteX8" fmla="*/ 19631 w 41219"/>
                    <a:gd name="connsiteY8" fmla="*/ 6960 h 11640"/>
                    <a:gd name="connsiteX9" fmla="*/ 12759 w 41219"/>
                    <a:gd name="connsiteY9" fmla="*/ 0 h 11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1219" h="11640">
                      <a:moveTo>
                        <a:pt x="12759" y="0"/>
                      </a:moveTo>
                      <a:cubicBezTo>
                        <a:pt x="9213" y="532"/>
                        <a:pt x="-673" y="-532"/>
                        <a:pt x="36" y="2748"/>
                      </a:cubicBezTo>
                      <a:cubicBezTo>
                        <a:pt x="568" y="5586"/>
                        <a:pt x="5046" y="7758"/>
                        <a:pt x="10720" y="9531"/>
                      </a:cubicBezTo>
                      <a:cubicBezTo>
                        <a:pt x="13557" y="10240"/>
                        <a:pt x="16705" y="10772"/>
                        <a:pt x="19764" y="11216"/>
                      </a:cubicBezTo>
                      <a:cubicBezTo>
                        <a:pt x="22822" y="11526"/>
                        <a:pt x="25837" y="11570"/>
                        <a:pt x="28364" y="11615"/>
                      </a:cubicBezTo>
                      <a:cubicBezTo>
                        <a:pt x="31334" y="11836"/>
                        <a:pt x="37984" y="10551"/>
                        <a:pt x="41220" y="9930"/>
                      </a:cubicBezTo>
                      <a:cubicBezTo>
                        <a:pt x="39314" y="10063"/>
                        <a:pt x="36122" y="10373"/>
                        <a:pt x="34304" y="10196"/>
                      </a:cubicBezTo>
                      <a:cubicBezTo>
                        <a:pt x="31733" y="10107"/>
                        <a:pt x="29073" y="9664"/>
                        <a:pt x="26591" y="9044"/>
                      </a:cubicBezTo>
                      <a:cubicBezTo>
                        <a:pt x="24064" y="8423"/>
                        <a:pt x="21670" y="7891"/>
                        <a:pt x="19631" y="6960"/>
                      </a:cubicBezTo>
                      <a:cubicBezTo>
                        <a:pt x="15464" y="5054"/>
                        <a:pt x="12715" y="2793"/>
                        <a:pt x="12759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08" name="Forme libre : forme 23507">
                  <a:extLst>
                    <a:ext uri="{FF2B5EF4-FFF2-40B4-BE49-F238E27FC236}">
                      <a16:creationId xmlns:a16="http://schemas.microsoft.com/office/drawing/2014/main" id="{CCA904FC-5918-4BC7-8826-19D727DE746A}"/>
                    </a:ext>
                  </a:extLst>
                </p:cNvPr>
                <p:cNvSpPr/>
                <p:nvPr/>
              </p:nvSpPr>
              <p:spPr>
                <a:xfrm>
                  <a:off x="5172452" y="1159465"/>
                  <a:ext cx="57764" cy="13905"/>
                </a:xfrm>
                <a:custGeom>
                  <a:avLst/>
                  <a:gdLst>
                    <a:gd name="connsiteX0" fmla="*/ 57764 w 57764"/>
                    <a:gd name="connsiteY0" fmla="*/ 1652 h 13905"/>
                    <a:gd name="connsiteX1" fmla="*/ 54572 w 57764"/>
                    <a:gd name="connsiteY1" fmla="*/ 5819 h 13905"/>
                    <a:gd name="connsiteX2" fmla="*/ 50981 w 57764"/>
                    <a:gd name="connsiteY2" fmla="*/ 8080 h 13905"/>
                    <a:gd name="connsiteX3" fmla="*/ 48853 w 57764"/>
                    <a:gd name="connsiteY3" fmla="*/ 9232 h 13905"/>
                    <a:gd name="connsiteX4" fmla="*/ 46503 w 57764"/>
                    <a:gd name="connsiteY4" fmla="*/ 10074 h 13905"/>
                    <a:gd name="connsiteX5" fmla="*/ 36440 w 57764"/>
                    <a:gd name="connsiteY5" fmla="*/ 12779 h 13905"/>
                    <a:gd name="connsiteX6" fmla="*/ 27929 w 57764"/>
                    <a:gd name="connsiteY6" fmla="*/ 13887 h 13905"/>
                    <a:gd name="connsiteX7" fmla="*/ 10462 w 57764"/>
                    <a:gd name="connsiteY7" fmla="*/ 12158 h 13905"/>
                    <a:gd name="connsiteX8" fmla="*/ 0 w 57764"/>
                    <a:gd name="connsiteY8" fmla="*/ 5553 h 13905"/>
                    <a:gd name="connsiteX9" fmla="*/ 11393 w 57764"/>
                    <a:gd name="connsiteY9" fmla="*/ 2405 h 13905"/>
                    <a:gd name="connsiteX10" fmla="*/ 27352 w 57764"/>
                    <a:gd name="connsiteY10" fmla="*/ 2317 h 13905"/>
                    <a:gd name="connsiteX11" fmla="*/ 34844 w 57764"/>
                    <a:gd name="connsiteY11" fmla="*/ 1873 h 13905"/>
                    <a:gd name="connsiteX12" fmla="*/ 44996 w 57764"/>
                    <a:gd name="connsiteY12" fmla="*/ 942 h 13905"/>
                    <a:gd name="connsiteX13" fmla="*/ 57764 w 57764"/>
                    <a:gd name="connsiteY13" fmla="*/ 1652 h 13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7764" h="13905">
                      <a:moveTo>
                        <a:pt x="57764" y="1652"/>
                      </a:moveTo>
                      <a:cubicBezTo>
                        <a:pt x="57808" y="2937"/>
                        <a:pt x="56611" y="4311"/>
                        <a:pt x="54572" y="5819"/>
                      </a:cubicBezTo>
                      <a:cubicBezTo>
                        <a:pt x="53552" y="6572"/>
                        <a:pt x="52311" y="7326"/>
                        <a:pt x="50981" y="8080"/>
                      </a:cubicBezTo>
                      <a:cubicBezTo>
                        <a:pt x="50272" y="8434"/>
                        <a:pt x="49562" y="8833"/>
                        <a:pt x="48853" y="9232"/>
                      </a:cubicBezTo>
                      <a:lnTo>
                        <a:pt x="46503" y="10074"/>
                      </a:lnTo>
                      <a:cubicBezTo>
                        <a:pt x="43267" y="11094"/>
                        <a:pt x="39721" y="12380"/>
                        <a:pt x="36440" y="12779"/>
                      </a:cubicBezTo>
                      <a:cubicBezTo>
                        <a:pt x="33160" y="13266"/>
                        <a:pt x="30145" y="13665"/>
                        <a:pt x="27929" y="13887"/>
                      </a:cubicBezTo>
                      <a:cubicBezTo>
                        <a:pt x="23540" y="13976"/>
                        <a:pt x="16358" y="13798"/>
                        <a:pt x="10462" y="12158"/>
                      </a:cubicBezTo>
                      <a:cubicBezTo>
                        <a:pt x="4522" y="10739"/>
                        <a:pt x="-44" y="8080"/>
                        <a:pt x="0" y="5553"/>
                      </a:cubicBezTo>
                      <a:cubicBezTo>
                        <a:pt x="89" y="2848"/>
                        <a:pt x="5364" y="2583"/>
                        <a:pt x="11393" y="2405"/>
                      </a:cubicBezTo>
                      <a:cubicBezTo>
                        <a:pt x="17511" y="2361"/>
                        <a:pt x="24161" y="2361"/>
                        <a:pt x="27352" y="2317"/>
                      </a:cubicBezTo>
                      <a:cubicBezTo>
                        <a:pt x="28948" y="2228"/>
                        <a:pt x="31653" y="2006"/>
                        <a:pt x="34844" y="1873"/>
                      </a:cubicBezTo>
                      <a:cubicBezTo>
                        <a:pt x="38036" y="1873"/>
                        <a:pt x="41538" y="1075"/>
                        <a:pt x="44996" y="942"/>
                      </a:cubicBezTo>
                      <a:cubicBezTo>
                        <a:pt x="51601" y="-33"/>
                        <a:pt x="57631" y="-831"/>
                        <a:pt x="57764" y="165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09" name="Forme libre : forme 23508">
                  <a:extLst>
                    <a:ext uri="{FF2B5EF4-FFF2-40B4-BE49-F238E27FC236}">
                      <a16:creationId xmlns:a16="http://schemas.microsoft.com/office/drawing/2014/main" id="{B5EC7D66-F0FA-4860-8F07-3921A096B51F}"/>
                    </a:ext>
                  </a:extLst>
                </p:cNvPr>
                <p:cNvSpPr/>
                <p:nvPr/>
              </p:nvSpPr>
              <p:spPr>
                <a:xfrm>
                  <a:off x="5143738" y="1150637"/>
                  <a:ext cx="71774" cy="29187"/>
                </a:xfrm>
                <a:custGeom>
                  <a:avLst/>
                  <a:gdLst>
                    <a:gd name="connsiteX0" fmla="*/ 33 w 71774"/>
                    <a:gd name="connsiteY0" fmla="*/ 5736 h 29187"/>
                    <a:gd name="connsiteX1" fmla="*/ 5264 w 71774"/>
                    <a:gd name="connsiteY1" fmla="*/ 13450 h 29187"/>
                    <a:gd name="connsiteX2" fmla="*/ 30710 w 71774"/>
                    <a:gd name="connsiteY2" fmla="*/ 27148 h 29187"/>
                    <a:gd name="connsiteX3" fmla="*/ 46580 w 71774"/>
                    <a:gd name="connsiteY3" fmla="*/ 29187 h 29187"/>
                    <a:gd name="connsiteX4" fmla="*/ 61520 w 71774"/>
                    <a:gd name="connsiteY4" fmla="*/ 27281 h 29187"/>
                    <a:gd name="connsiteX5" fmla="*/ 71272 w 71774"/>
                    <a:gd name="connsiteY5" fmla="*/ 19523 h 29187"/>
                    <a:gd name="connsiteX6" fmla="*/ 67327 w 71774"/>
                    <a:gd name="connsiteY6" fmla="*/ 18548 h 29187"/>
                    <a:gd name="connsiteX7" fmla="*/ 61564 w 71774"/>
                    <a:gd name="connsiteY7" fmla="*/ 18105 h 29187"/>
                    <a:gd name="connsiteX8" fmla="*/ 37182 w 71774"/>
                    <a:gd name="connsiteY8" fmla="*/ 11145 h 29187"/>
                    <a:gd name="connsiteX9" fmla="*/ 15149 w 71774"/>
                    <a:gd name="connsiteY9" fmla="*/ 505 h 29187"/>
                    <a:gd name="connsiteX10" fmla="*/ 33 w 71774"/>
                    <a:gd name="connsiteY10" fmla="*/ 5736 h 29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1774" h="29187">
                      <a:moveTo>
                        <a:pt x="33" y="5736"/>
                      </a:moveTo>
                      <a:cubicBezTo>
                        <a:pt x="520" y="8972"/>
                        <a:pt x="1584" y="10391"/>
                        <a:pt x="5264" y="13450"/>
                      </a:cubicBezTo>
                      <a:cubicBezTo>
                        <a:pt x="12357" y="19301"/>
                        <a:pt x="18696" y="24089"/>
                        <a:pt x="30710" y="27148"/>
                      </a:cubicBezTo>
                      <a:cubicBezTo>
                        <a:pt x="35675" y="28567"/>
                        <a:pt x="41260" y="29010"/>
                        <a:pt x="46580" y="29187"/>
                      </a:cubicBezTo>
                      <a:cubicBezTo>
                        <a:pt x="51989" y="29054"/>
                        <a:pt x="57131" y="28700"/>
                        <a:pt x="61520" y="27281"/>
                      </a:cubicBezTo>
                      <a:cubicBezTo>
                        <a:pt x="68036" y="25685"/>
                        <a:pt x="73489" y="21917"/>
                        <a:pt x="71272" y="19523"/>
                      </a:cubicBezTo>
                      <a:cubicBezTo>
                        <a:pt x="70607" y="18769"/>
                        <a:pt x="69145" y="18548"/>
                        <a:pt x="67327" y="18548"/>
                      </a:cubicBezTo>
                      <a:cubicBezTo>
                        <a:pt x="65554" y="18459"/>
                        <a:pt x="63426" y="18326"/>
                        <a:pt x="61564" y="18105"/>
                      </a:cubicBezTo>
                      <a:cubicBezTo>
                        <a:pt x="52786" y="17174"/>
                        <a:pt x="44674" y="15001"/>
                        <a:pt x="37182" y="11145"/>
                      </a:cubicBezTo>
                      <a:cubicBezTo>
                        <a:pt x="30798" y="7465"/>
                        <a:pt x="24769" y="2411"/>
                        <a:pt x="15149" y="505"/>
                      </a:cubicBezTo>
                      <a:cubicBezTo>
                        <a:pt x="6594" y="-1091"/>
                        <a:pt x="-544" y="1214"/>
                        <a:pt x="33" y="573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10" name="Forme libre : forme 23509">
                  <a:extLst>
                    <a:ext uri="{FF2B5EF4-FFF2-40B4-BE49-F238E27FC236}">
                      <a16:creationId xmlns:a16="http://schemas.microsoft.com/office/drawing/2014/main" id="{81269F52-4EA0-4C97-901A-0E95AFDD3AAA}"/>
                    </a:ext>
                  </a:extLst>
                </p:cNvPr>
                <p:cNvSpPr/>
                <p:nvPr/>
              </p:nvSpPr>
              <p:spPr>
                <a:xfrm>
                  <a:off x="5158381" y="1154544"/>
                  <a:ext cx="22837" cy="4673"/>
                </a:xfrm>
                <a:custGeom>
                  <a:avLst/>
                  <a:gdLst>
                    <a:gd name="connsiteX0" fmla="*/ 2545 w 22837"/>
                    <a:gd name="connsiteY0" fmla="*/ 410 h 4673"/>
                    <a:gd name="connsiteX1" fmla="*/ 151 w 22837"/>
                    <a:gd name="connsiteY1" fmla="*/ 1031 h 4673"/>
                    <a:gd name="connsiteX2" fmla="*/ 1525 w 22837"/>
                    <a:gd name="connsiteY2" fmla="*/ 2538 h 4673"/>
                    <a:gd name="connsiteX3" fmla="*/ 5604 w 22837"/>
                    <a:gd name="connsiteY3" fmla="*/ 3646 h 4673"/>
                    <a:gd name="connsiteX4" fmla="*/ 15844 w 22837"/>
                    <a:gd name="connsiteY4" fmla="*/ 4666 h 4673"/>
                    <a:gd name="connsiteX5" fmla="*/ 19524 w 22837"/>
                    <a:gd name="connsiteY5" fmla="*/ 4489 h 4673"/>
                    <a:gd name="connsiteX6" fmla="*/ 17972 w 22837"/>
                    <a:gd name="connsiteY6" fmla="*/ 277 h 4673"/>
                    <a:gd name="connsiteX7" fmla="*/ 10126 w 22837"/>
                    <a:gd name="connsiteY7" fmla="*/ 11 h 4673"/>
                    <a:gd name="connsiteX8" fmla="*/ 2545 w 22837"/>
                    <a:gd name="connsiteY8" fmla="*/ 410 h 4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837" h="4673">
                      <a:moveTo>
                        <a:pt x="2545" y="410"/>
                      </a:moveTo>
                      <a:cubicBezTo>
                        <a:pt x="1437" y="499"/>
                        <a:pt x="639" y="543"/>
                        <a:pt x="151" y="1031"/>
                      </a:cubicBezTo>
                      <a:cubicBezTo>
                        <a:pt x="-336" y="1474"/>
                        <a:pt x="417" y="2095"/>
                        <a:pt x="1525" y="2538"/>
                      </a:cubicBezTo>
                      <a:cubicBezTo>
                        <a:pt x="2589" y="2981"/>
                        <a:pt x="4274" y="3425"/>
                        <a:pt x="5604" y="3646"/>
                      </a:cubicBezTo>
                      <a:cubicBezTo>
                        <a:pt x="9017" y="4089"/>
                        <a:pt x="12608" y="4755"/>
                        <a:pt x="15844" y="4666"/>
                      </a:cubicBezTo>
                      <a:cubicBezTo>
                        <a:pt x="17174" y="4666"/>
                        <a:pt x="18460" y="4710"/>
                        <a:pt x="19524" y="4489"/>
                      </a:cubicBezTo>
                      <a:cubicBezTo>
                        <a:pt x="24090" y="3602"/>
                        <a:pt x="24267" y="942"/>
                        <a:pt x="17972" y="277"/>
                      </a:cubicBezTo>
                      <a:cubicBezTo>
                        <a:pt x="15534" y="55"/>
                        <a:pt x="12786" y="-33"/>
                        <a:pt x="10126" y="11"/>
                      </a:cubicBezTo>
                      <a:cubicBezTo>
                        <a:pt x="7422" y="100"/>
                        <a:pt x="4762" y="321"/>
                        <a:pt x="2545" y="41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11" name="Forme libre : forme 23510">
                  <a:extLst>
                    <a:ext uri="{FF2B5EF4-FFF2-40B4-BE49-F238E27FC236}">
                      <a16:creationId xmlns:a16="http://schemas.microsoft.com/office/drawing/2014/main" id="{45038693-C718-4ED6-B042-6804282A590D}"/>
                    </a:ext>
                  </a:extLst>
                </p:cNvPr>
                <p:cNvSpPr/>
                <p:nvPr/>
              </p:nvSpPr>
              <p:spPr>
                <a:xfrm>
                  <a:off x="5214478" y="1153535"/>
                  <a:ext cx="31829" cy="27041"/>
                </a:xfrm>
                <a:custGeom>
                  <a:avLst/>
                  <a:gdLst>
                    <a:gd name="connsiteX0" fmla="*/ 31830 w 31829"/>
                    <a:gd name="connsiteY0" fmla="*/ 0 h 27041"/>
                    <a:gd name="connsiteX1" fmla="*/ 29037 w 31829"/>
                    <a:gd name="connsiteY1" fmla="*/ 7403 h 27041"/>
                    <a:gd name="connsiteX2" fmla="*/ 21456 w 31829"/>
                    <a:gd name="connsiteY2" fmla="*/ 15472 h 27041"/>
                    <a:gd name="connsiteX3" fmla="*/ 16403 w 31829"/>
                    <a:gd name="connsiteY3" fmla="*/ 19151 h 27041"/>
                    <a:gd name="connsiteX4" fmla="*/ 10905 w 31829"/>
                    <a:gd name="connsiteY4" fmla="*/ 22387 h 27041"/>
                    <a:gd name="connsiteX5" fmla="*/ 0 w 31829"/>
                    <a:gd name="connsiteY5" fmla="*/ 27042 h 27041"/>
                    <a:gd name="connsiteX6" fmla="*/ 10639 w 31829"/>
                    <a:gd name="connsiteY6" fmla="*/ 22165 h 27041"/>
                    <a:gd name="connsiteX7" fmla="*/ 19993 w 31829"/>
                    <a:gd name="connsiteY7" fmla="*/ 15472 h 27041"/>
                    <a:gd name="connsiteX8" fmla="*/ 27219 w 31829"/>
                    <a:gd name="connsiteY8" fmla="*/ 7802 h 27041"/>
                    <a:gd name="connsiteX9" fmla="*/ 31830 w 31829"/>
                    <a:gd name="connsiteY9" fmla="*/ 0 h 27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829" h="27041">
                      <a:moveTo>
                        <a:pt x="31830" y="0"/>
                      </a:moveTo>
                      <a:cubicBezTo>
                        <a:pt x="31741" y="2084"/>
                        <a:pt x="30766" y="4566"/>
                        <a:pt x="29037" y="7403"/>
                      </a:cubicBezTo>
                      <a:cubicBezTo>
                        <a:pt x="27308" y="10196"/>
                        <a:pt x="24515" y="12679"/>
                        <a:pt x="21456" y="15472"/>
                      </a:cubicBezTo>
                      <a:cubicBezTo>
                        <a:pt x="19905" y="16934"/>
                        <a:pt x="18220" y="18087"/>
                        <a:pt x="16403" y="19151"/>
                      </a:cubicBezTo>
                      <a:cubicBezTo>
                        <a:pt x="14629" y="20259"/>
                        <a:pt x="12767" y="21323"/>
                        <a:pt x="10905" y="22387"/>
                      </a:cubicBezTo>
                      <a:cubicBezTo>
                        <a:pt x="7182" y="24515"/>
                        <a:pt x="3369" y="25668"/>
                        <a:pt x="0" y="27042"/>
                      </a:cubicBezTo>
                      <a:cubicBezTo>
                        <a:pt x="3680" y="25579"/>
                        <a:pt x="7270" y="24293"/>
                        <a:pt x="10639" y="22165"/>
                      </a:cubicBezTo>
                      <a:cubicBezTo>
                        <a:pt x="14009" y="19993"/>
                        <a:pt x="17200" y="17998"/>
                        <a:pt x="19993" y="15472"/>
                      </a:cubicBezTo>
                      <a:cubicBezTo>
                        <a:pt x="22742" y="12856"/>
                        <a:pt x="25136" y="10240"/>
                        <a:pt x="27219" y="7802"/>
                      </a:cubicBezTo>
                      <a:cubicBezTo>
                        <a:pt x="29125" y="5054"/>
                        <a:pt x="30633" y="2350"/>
                        <a:pt x="318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12" name="Forme libre : forme 23511">
                  <a:extLst>
                    <a:ext uri="{FF2B5EF4-FFF2-40B4-BE49-F238E27FC236}">
                      <a16:creationId xmlns:a16="http://schemas.microsoft.com/office/drawing/2014/main" id="{559CCD2D-EC70-4CD1-ACB4-CC50A9C63BF7}"/>
                    </a:ext>
                  </a:extLst>
                </p:cNvPr>
                <p:cNvSpPr/>
                <p:nvPr/>
              </p:nvSpPr>
              <p:spPr>
                <a:xfrm>
                  <a:off x="5134239" y="1145561"/>
                  <a:ext cx="39809" cy="1237"/>
                </a:xfrm>
                <a:custGeom>
                  <a:avLst/>
                  <a:gdLst>
                    <a:gd name="connsiteX0" fmla="*/ 39809 w 39809"/>
                    <a:gd name="connsiteY0" fmla="*/ 1236 h 1237"/>
                    <a:gd name="connsiteX1" fmla="*/ 0 w 39809"/>
                    <a:gd name="connsiteY1" fmla="*/ 970 h 1237"/>
                    <a:gd name="connsiteX2" fmla="*/ 39809 w 39809"/>
                    <a:gd name="connsiteY2" fmla="*/ 1236 h 1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809" h="1237">
                      <a:moveTo>
                        <a:pt x="39809" y="1236"/>
                      </a:moveTo>
                      <a:cubicBezTo>
                        <a:pt x="25623" y="-714"/>
                        <a:pt x="11615" y="-5"/>
                        <a:pt x="0" y="970"/>
                      </a:cubicBezTo>
                      <a:cubicBezTo>
                        <a:pt x="10595" y="-271"/>
                        <a:pt x="27441" y="1281"/>
                        <a:pt x="39809" y="12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13" name="Forme libre : forme 23512">
                  <a:extLst>
                    <a:ext uri="{FF2B5EF4-FFF2-40B4-BE49-F238E27FC236}">
                      <a16:creationId xmlns:a16="http://schemas.microsoft.com/office/drawing/2014/main" id="{1F60B4BE-8268-43B6-908F-CC8793DB7D1B}"/>
                    </a:ext>
                  </a:extLst>
                </p:cNvPr>
                <p:cNvSpPr/>
                <p:nvPr/>
              </p:nvSpPr>
              <p:spPr>
                <a:xfrm>
                  <a:off x="5192842" y="1161510"/>
                  <a:ext cx="20965" cy="3729"/>
                </a:xfrm>
                <a:custGeom>
                  <a:avLst/>
                  <a:gdLst>
                    <a:gd name="connsiteX0" fmla="*/ 20882 w 20965"/>
                    <a:gd name="connsiteY0" fmla="*/ 1513 h 3729"/>
                    <a:gd name="connsiteX1" fmla="*/ 15341 w 20965"/>
                    <a:gd name="connsiteY1" fmla="*/ 3463 h 3729"/>
                    <a:gd name="connsiteX2" fmla="*/ 8603 w 20965"/>
                    <a:gd name="connsiteY2" fmla="*/ 3729 h 3729"/>
                    <a:gd name="connsiteX3" fmla="*/ 224 w 20965"/>
                    <a:gd name="connsiteY3" fmla="*/ 1025 h 3729"/>
                    <a:gd name="connsiteX4" fmla="*/ 5633 w 20965"/>
                    <a:gd name="connsiteY4" fmla="*/ 5 h 3729"/>
                    <a:gd name="connsiteX5" fmla="*/ 11662 w 20965"/>
                    <a:gd name="connsiteY5" fmla="*/ 50 h 3729"/>
                    <a:gd name="connsiteX6" fmla="*/ 17558 w 20965"/>
                    <a:gd name="connsiteY6" fmla="*/ 271 h 3729"/>
                    <a:gd name="connsiteX7" fmla="*/ 20882 w 20965"/>
                    <a:gd name="connsiteY7" fmla="*/ 1513 h 3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965" h="3729">
                      <a:moveTo>
                        <a:pt x="20882" y="1513"/>
                      </a:moveTo>
                      <a:cubicBezTo>
                        <a:pt x="20350" y="2355"/>
                        <a:pt x="18001" y="3330"/>
                        <a:pt x="15341" y="3463"/>
                      </a:cubicBezTo>
                      <a:cubicBezTo>
                        <a:pt x="12726" y="3685"/>
                        <a:pt x="9888" y="3685"/>
                        <a:pt x="8603" y="3729"/>
                      </a:cubicBezTo>
                      <a:cubicBezTo>
                        <a:pt x="5987" y="3729"/>
                        <a:pt x="-1372" y="2665"/>
                        <a:pt x="224" y="1025"/>
                      </a:cubicBezTo>
                      <a:cubicBezTo>
                        <a:pt x="1022" y="183"/>
                        <a:pt x="3283" y="-39"/>
                        <a:pt x="5633" y="5"/>
                      </a:cubicBezTo>
                      <a:cubicBezTo>
                        <a:pt x="7982" y="94"/>
                        <a:pt x="10465" y="-39"/>
                        <a:pt x="11662" y="50"/>
                      </a:cubicBezTo>
                      <a:cubicBezTo>
                        <a:pt x="12859" y="50"/>
                        <a:pt x="15430" y="183"/>
                        <a:pt x="17558" y="271"/>
                      </a:cubicBezTo>
                      <a:cubicBezTo>
                        <a:pt x="19641" y="316"/>
                        <a:pt x="21370" y="582"/>
                        <a:pt x="20882" y="151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14" name="Forme libre : forme 23513">
                  <a:extLst>
                    <a:ext uri="{FF2B5EF4-FFF2-40B4-BE49-F238E27FC236}">
                      <a16:creationId xmlns:a16="http://schemas.microsoft.com/office/drawing/2014/main" id="{78B98856-02B7-4F83-ACC2-648390FB8D3B}"/>
                    </a:ext>
                  </a:extLst>
                </p:cNvPr>
                <p:cNvSpPr/>
                <p:nvPr/>
              </p:nvSpPr>
              <p:spPr>
                <a:xfrm>
                  <a:off x="5210994" y="1161607"/>
                  <a:ext cx="5877" cy="1873"/>
                </a:xfrm>
                <a:custGeom>
                  <a:avLst/>
                  <a:gdLst>
                    <a:gd name="connsiteX0" fmla="*/ 5834 w 5877"/>
                    <a:gd name="connsiteY0" fmla="*/ 351 h 1873"/>
                    <a:gd name="connsiteX1" fmla="*/ 3307 w 5877"/>
                    <a:gd name="connsiteY1" fmla="*/ 1637 h 1873"/>
                    <a:gd name="connsiteX2" fmla="*/ 27 w 5877"/>
                    <a:gd name="connsiteY2" fmla="*/ 1504 h 1873"/>
                    <a:gd name="connsiteX3" fmla="*/ 2509 w 5877"/>
                    <a:gd name="connsiteY3" fmla="*/ 218 h 1873"/>
                    <a:gd name="connsiteX4" fmla="*/ 5834 w 5877"/>
                    <a:gd name="connsiteY4" fmla="*/ 351 h 1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77" h="1873">
                      <a:moveTo>
                        <a:pt x="5834" y="351"/>
                      </a:moveTo>
                      <a:cubicBezTo>
                        <a:pt x="6189" y="927"/>
                        <a:pt x="4283" y="1459"/>
                        <a:pt x="3307" y="1637"/>
                      </a:cubicBezTo>
                      <a:cubicBezTo>
                        <a:pt x="2332" y="1814"/>
                        <a:pt x="293" y="2124"/>
                        <a:pt x="27" y="1504"/>
                      </a:cubicBezTo>
                      <a:cubicBezTo>
                        <a:pt x="-239" y="883"/>
                        <a:pt x="1534" y="440"/>
                        <a:pt x="2509" y="218"/>
                      </a:cubicBezTo>
                      <a:cubicBezTo>
                        <a:pt x="3440" y="41"/>
                        <a:pt x="5480" y="-225"/>
                        <a:pt x="5834" y="3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515" name="Forme libre : forme 23514">
                  <a:extLst>
                    <a:ext uri="{FF2B5EF4-FFF2-40B4-BE49-F238E27FC236}">
                      <a16:creationId xmlns:a16="http://schemas.microsoft.com/office/drawing/2014/main" id="{ECFEBBD9-3527-47D4-9FBB-EA2231783122}"/>
                    </a:ext>
                  </a:extLst>
                </p:cNvPr>
                <p:cNvSpPr/>
                <p:nvPr/>
              </p:nvSpPr>
              <p:spPr>
                <a:xfrm>
                  <a:off x="5192999" y="1150032"/>
                  <a:ext cx="49495" cy="7848"/>
                </a:xfrm>
                <a:custGeom>
                  <a:avLst/>
                  <a:gdLst>
                    <a:gd name="connsiteX0" fmla="*/ 34911 w 49495"/>
                    <a:gd name="connsiteY0" fmla="*/ 1509 h 7848"/>
                    <a:gd name="connsiteX1" fmla="*/ 42226 w 49495"/>
                    <a:gd name="connsiteY1" fmla="*/ 1376 h 7848"/>
                    <a:gd name="connsiteX2" fmla="*/ 48654 w 49495"/>
                    <a:gd name="connsiteY2" fmla="*/ 1731 h 7848"/>
                    <a:gd name="connsiteX3" fmla="*/ 47102 w 49495"/>
                    <a:gd name="connsiteY3" fmla="*/ 6075 h 7848"/>
                    <a:gd name="connsiteX4" fmla="*/ 40675 w 49495"/>
                    <a:gd name="connsiteY4" fmla="*/ 7582 h 7848"/>
                    <a:gd name="connsiteX5" fmla="*/ 36108 w 49495"/>
                    <a:gd name="connsiteY5" fmla="*/ 7848 h 7848"/>
                    <a:gd name="connsiteX6" fmla="*/ 31409 w 49495"/>
                    <a:gd name="connsiteY6" fmla="*/ 7804 h 7848"/>
                    <a:gd name="connsiteX7" fmla="*/ 21834 w 49495"/>
                    <a:gd name="connsiteY7" fmla="*/ 7538 h 7848"/>
                    <a:gd name="connsiteX8" fmla="*/ 16248 w 49495"/>
                    <a:gd name="connsiteY8" fmla="*/ 7582 h 7848"/>
                    <a:gd name="connsiteX9" fmla="*/ 8136 w 49495"/>
                    <a:gd name="connsiteY9" fmla="*/ 6829 h 7848"/>
                    <a:gd name="connsiteX10" fmla="*/ 466 w 49495"/>
                    <a:gd name="connsiteY10" fmla="*/ 2573 h 7848"/>
                    <a:gd name="connsiteX11" fmla="*/ 11549 w 49495"/>
                    <a:gd name="connsiteY11" fmla="*/ 223 h 7848"/>
                    <a:gd name="connsiteX12" fmla="*/ 15051 w 49495"/>
                    <a:gd name="connsiteY12" fmla="*/ 223 h 7848"/>
                    <a:gd name="connsiteX13" fmla="*/ 18287 w 49495"/>
                    <a:gd name="connsiteY13" fmla="*/ 46 h 7848"/>
                    <a:gd name="connsiteX14" fmla="*/ 23474 w 49495"/>
                    <a:gd name="connsiteY14" fmla="*/ 135 h 7848"/>
                    <a:gd name="connsiteX15" fmla="*/ 34911 w 49495"/>
                    <a:gd name="connsiteY15" fmla="*/ 1509 h 7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9495" h="7848">
                      <a:moveTo>
                        <a:pt x="34911" y="1509"/>
                      </a:moveTo>
                      <a:cubicBezTo>
                        <a:pt x="37527" y="1420"/>
                        <a:pt x="39921" y="1287"/>
                        <a:pt x="42226" y="1376"/>
                      </a:cubicBezTo>
                      <a:cubicBezTo>
                        <a:pt x="44531" y="1465"/>
                        <a:pt x="46437" y="1287"/>
                        <a:pt x="48654" y="1731"/>
                      </a:cubicBezTo>
                      <a:cubicBezTo>
                        <a:pt x="50294" y="1997"/>
                        <a:pt x="49408" y="4435"/>
                        <a:pt x="47102" y="6075"/>
                      </a:cubicBezTo>
                      <a:cubicBezTo>
                        <a:pt x="44709" y="7582"/>
                        <a:pt x="42669" y="7449"/>
                        <a:pt x="40675" y="7582"/>
                      </a:cubicBezTo>
                      <a:cubicBezTo>
                        <a:pt x="39123" y="7627"/>
                        <a:pt x="37616" y="7715"/>
                        <a:pt x="36108" y="7848"/>
                      </a:cubicBezTo>
                      <a:cubicBezTo>
                        <a:pt x="34512" y="7804"/>
                        <a:pt x="32961" y="7804"/>
                        <a:pt x="31409" y="7804"/>
                      </a:cubicBezTo>
                      <a:cubicBezTo>
                        <a:pt x="28262" y="7804"/>
                        <a:pt x="25203" y="7981"/>
                        <a:pt x="21834" y="7538"/>
                      </a:cubicBezTo>
                      <a:cubicBezTo>
                        <a:pt x="20814" y="7449"/>
                        <a:pt x="18686" y="7494"/>
                        <a:pt x="16248" y="7582"/>
                      </a:cubicBezTo>
                      <a:cubicBezTo>
                        <a:pt x="13721" y="7405"/>
                        <a:pt x="10795" y="7139"/>
                        <a:pt x="8136" y="6829"/>
                      </a:cubicBezTo>
                      <a:cubicBezTo>
                        <a:pt x="2771" y="5898"/>
                        <a:pt x="-1440" y="4302"/>
                        <a:pt x="466" y="2573"/>
                      </a:cubicBezTo>
                      <a:cubicBezTo>
                        <a:pt x="2328" y="755"/>
                        <a:pt x="6939" y="578"/>
                        <a:pt x="11549" y="223"/>
                      </a:cubicBezTo>
                      <a:cubicBezTo>
                        <a:pt x="12702" y="179"/>
                        <a:pt x="13899" y="179"/>
                        <a:pt x="15051" y="223"/>
                      </a:cubicBezTo>
                      <a:cubicBezTo>
                        <a:pt x="16159" y="135"/>
                        <a:pt x="17268" y="90"/>
                        <a:pt x="18287" y="46"/>
                      </a:cubicBezTo>
                      <a:cubicBezTo>
                        <a:pt x="20371" y="-43"/>
                        <a:pt x="22233" y="2"/>
                        <a:pt x="23474" y="135"/>
                      </a:cubicBezTo>
                      <a:cubicBezTo>
                        <a:pt x="28262" y="-131"/>
                        <a:pt x="30877" y="1509"/>
                        <a:pt x="34911" y="1509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448" name="Graphique 2">
                <a:extLst>
                  <a:ext uri="{FF2B5EF4-FFF2-40B4-BE49-F238E27FC236}">
                    <a16:creationId xmlns:a16="http://schemas.microsoft.com/office/drawing/2014/main" id="{C8522590-A634-4049-8654-BF7080CACAD1}"/>
                  </a:ext>
                </a:extLst>
              </p:cNvPr>
              <p:cNvGrpSpPr/>
              <p:nvPr/>
            </p:nvGrpSpPr>
            <p:grpSpPr>
              <a:xfrm>
                <a:off x="5544522" y="1110173"/>
                <a:ext cx="1426610" cy="66420"/>
                <a:chOff x="5544522" y="1110173"/>
                <a:chExt cx="1426610" cy="66420"/>
              </a:xfrm>
              <a:solidFill>
                <a:schemeClr val="accent1"/>
              </a:solidFill>
            </p:grpSpPr>
            <p:grpSp>
              <p:nvGrpSpPr>
                <p:cNvPr id="23309" name="Graphique 2">
                  <a:extLst>
                    <a:ext uri="{FF2B5EF4-FFF2-40B4-BE49-F238E27FC236}">
                      <a16:creationId xmlns:a16="http://schemas.microsoft.com/office/drawing/2014/main" id="{DE15FE0D-C77C-4841-9EE4-9B1BB05F7802}"/>
                    </a:ext>
                  </a:extLst>
                </p:cNvPr>
                <p:cNvGrpSpPr/>
                <p:nvPr/>
              </p:nvGrpSpPr>
              <p:grpSpPr>
                <a:xfrm>
                  <a:off x="5544522" y="1110173"/>
                  <a:ext cx="95883" cy="36895"/>
                  <a:chOff x="5544522" y="1110173"/>
                  <a:chExt cx="95883" cy="36895"/>
                </a:xfrm>
                <a:solidFill>
                  <a:schemeClr val="accent1"/>
                </a:solidFill>
              </p:grpSpPr>
              <p:sp>
                <p:nvSpPr>
                  <p:cNvPr id="23492" name="Forme libre : forme 23491">
                    <a:extLst>
                      <a:ext uri="{FF2B5EF4-FFF2-40B4-BE49-F238E27FC236}">
                        <a16:creationId xmlns:a16="http://schemas.microsoft.com/office/drawing/2014/main" id="{A7BEED06-CFB5-4D1E-AF81-1CC0ED8BC7B6}"/>
                      </a:ext>
                    </a:extLst>
                  </p:cNvPr>
                  <p:cNvSpPr/>
                  <p:nvPr/>
                </p:nvSpPr>
                <p:spPr>
                  <a:xfrm>
                    <a:off x="5544541" y="1110173"/>
                    <a:ext cx="95864" cy="36895"/>
                  </a:xfrm>
                  <a:custGeom>
                    <a:avLst/>
                    <a:gdLst>
                      <a:gd name="connsiteX0" fmla="*/ 63685 w 95864"/>
                      <a:gd name="connsiteY0" fmla="*/ 36890 h 36895"/>
                      <a:gd name="connsiteX1" fmla="*/ 31102 w 95864"/>
                      <a:gd name="connsiteY1" fmla="*/ 34984 h 36895"/>
                      <a:gd name="connsiteX2" fmla="*/ 1489 w 95864"/>
                      <a:gd name="connsiteY2" fmla="*/ 19335 h 36895"/>
                      <a:gd name="connsiteX3" fmla="*/ 2774 w 95864"/>
                      <a:gd name="connsiteY3" fmla="*/ 9405 h 36895"/>
                      <a:gd name="connsiteX4" fmla="*/ 34338 w 95864"/>
                      <a:gd name="connsiteY4" fmla="*/ 6 h 36895"/>
                      <a:gd name="connsiteX5" fmla="*/ 64217 w 95864"/>
                      <a:gd name="connsiteY5" fmla="*/ 1780 h 36895"/>
                      <a:gd name="connsiteX6" fmla="*/ 93387 w 95864"/>
                      <a:gd name="connsiteY6" fmla="*/ 15788 h 36895"/>
                      <a:gd name="connsiteX7" fmla="*/ 94362 w 95864"/>
                      <a:gd name="connsiteY7" fmla="*/ 25585 h 36895"/>
                      <a:gd name="connsiteX8" fmla="*/ 63685 w 95864"/>
                      <a:gd name="connsiteY8" fmla="*/ 36890 h 36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864" h="36895">
                        <a:moveTo>
                          <a:pt x="63685" y="36890"/>
                        </a:moveTo>
                        <a:cubicBezTo>
                          <a:pt x="55972" y="36978"/>
                          <a:pt x="39126" y="36003"/>
                          <a:pt x="31102" y="34984"/>
                        </a:cubicBezTo>
                        <a:cubicBezTo>
                          <a:pt x="16074" y="33077"/>
                          <a:pt x="8670" y="27492"/>
                          <a:pt x="1489" y="19335"/>
                        </a:cubicBezTo>
                        <a:cubicBezTo>
                          <a:pt x="-994" y="16542"/>
                          <a:pt x="-240" y="11488"/>
                          <a:pt x="2774" y="9405"/>
                        </a:cubicBezTo>
                        <a:cubicBezTo>
                          <a:pt x="11463" y="3331"/>
                          <a:pt x="20418" y="-171"/>
                          <a:pt x="34338" y="6"/>
                        </a:cubicBezTo>
                        <a:cubicBezTo>
                          <a:pt x="41786" y="139"/>
                          <a:pt x="56636" y="1070"/>
                          <a:pt x="64217" y="1780"/>
                        </a:cubicBezTo>
                        <a:cubicBezTo>
                          <a:pt x="78447" y="3154"/>
                          <a:pt x="85851" y="8518"/>
                          <a:pt x="93387" y="15788"/>
                        </a:cubicBezTo>
                        <a:cubicBezTo>
                          <a:pt x="96002" y="18315"/>
                          <a:pt x="96889" y="23192"/>
                          <a:pt x="94362" y="25585"/>
                        </a:cubicBezTo>
                        <a:cubicBezTo>
                          <a:pt x="87003" y="32590"/>
                          <a:pt x="78137" y="36757"/>
                          <a:pt x="63685" y="3689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93" name="Forme libre : forme 23492">
                    <a:extLst>
                      <a:ext uri="{FF2B5EF4-FFF2-40B4-BE49-F238E27FC236}">
                        <a16:creationId xmlns:a16="http://schemas.microsoft.com/office/drawing/2014/main" id="{C865C913-3AA3-4EAA-B786-F3E95B94AC58}"/>
                      </a:ext>
                    </a:extLst>
                  </p:cNvPr>
                  <p:cNvSpPr/>
                  <p:nvPr/>
                </p:nvSpPr>
                <p:spPr>
                  <a:xfrm>
                    <a:off x="5544522" y="1125252"/>
                    <a:ext cx="94424" cy="21722"/>
                  </a:xfrm>
                  <a:custGeom>
                    <a:avLst/>
                    <a:gdLst>
                      <a:gd name="connsiteX0" fmla="*/ 36928 w 94424"/>
                      <a:gd name="connsiteY0" fmla="*/ 7714 h 21722"/>
                      <a:gd name="connsiteX1" fmla="*/ 0 w 94424"/>
                      <a:gd name="connsiteY1" fmla="*/ 0 h 21722"/>
                      <a:gd name="connsiteX2" fmla="*/ 1463 w 94424"/>
                      <a:gd name="connsiteY2" fmla="*/ 4211 h 21722"/>
                      <a:gd name="connsiteX3" fmla="*/ 5231 w 94424"/>
                      <a:gd name="connsiteY3" fmla="*/ 8201 h 21722"/>
                      <a:gd name="connsiteX4" fmla="*/ 18575 w 94424"/>
                      <a:gd name="connsiteY4" fmla="*/ 16846 h 21722"/>
                      <a:gd name="connsiteX5" fmla="*/ 31076 w 94424"/>
                      <a:gd name="connsiteY5" fmla="*/ 19860 h 21722"/>
                      <a:gd name="connsiteX6" fmla="*/ 36307 w 94424"/>
                      <a:gd name="connsiteY6" fmla="*/ 20392 h 21722"/>
                      <a:gd name="connsiteX7" fmla="*/ 61221 w 94424"/>
                      <a:gd name="connsiteY7" fmla="*/ 21722 h 21722"/>
                      <a:gd name="connsiteX8" fmla="*/ 63615 w 94424"/>
                      <a:gd name="connsiteY8" fmla="*/ 21722 h 21722"/>
                      <a:gd name="connsiteX9" fmla="*/ 77091 w 94424"/>
                      <a:gd name="connsiteY9" fmla="*/ 20082 h 21722"/>
                      <a:gd name="connsiteX10" fmla="*/ 90701 w 94424"/>
                      <a:gd name="connsiteY10" fmla="*/ 13521 h 21722"/>
                      <a:gd name="connsiteX11" fmla="*/ 94336 w 94424"/>
                      <a:gd name="connsiteY11" fmla="*/ 10462 h 21722"/>
                      <a:gd name="connsiteX12" fmla="*/ 94425 w 94424"/>
                      <a:gd name="connsiteY12" fmla="*/ 10329 h 21722"/>
                      <a:gd name="connsiteX13" fmla="*/ 36928 w 94424"/>
                      <a:gd name="connsiteY13" fmla="*/ 7714 h 21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424" h="21722">
                        <a:moveTo>
                          <a:pt x="36928" y="7714"/>
                        </a:moveTo>
                        <a:cubicBezTo>
                          <a:pt x="23806" y="7581"/>
                          <a:pt x="9664" y="6073"/>
                          <a:pt x="0" y="0"/>
                        </a:cubicBezTo>
                        <a:cubicBezTo>
                          <a:pt x="0" y="1552"/>
                          <a:pt x="443" y="3059"/>
                          <a:pt x="1463" y="4211"/>
                        </a:cubicBezTo>
                        <a:cubicBezTo>
                          <a:pt x="2704" y="5630"/>
                          <a:pt x="3945" y="6916"/>
                          <a:pt x="5231" y="8201"/>
                        </a:cubicBezTo>
                        <a:cubicBezTo>
                          <a:pt x="8955" y="11748"/>
                          <a:pt x="13122" y="14762"/>
                          <a:pt x="18575" y="16846"/>
                        </a:cubicBezTo>
                        <a:cubicBezTo>
                          <a:pt x="22121" y="18220"/>
                          <a:pt x="26200" y="19240"/>
                          <a:pt x="31076" y="19860"/>
                        </a:cubicBezTo>
                        <a:cubicBezTo>
                          <a:pt x="32583" y="20038"/>
                          <a:pt x="34356" y="20215"/>
                          <a:pt x="36307" y="20392"/>
                        </a:cubicBezTo>
                        <a:cubicBezTo>
                          <a:pt x="44021" y="21057"/>
                          <a:pt x="54527" y="21633"/>
                          <a:pt x="61221" y="21722"/>
                        </a:cubicBezTo>
                        <a:cubicBezTo>
                          <a:pt x="62063" y="21722"/>
                          <a:pt x="62906" y="21722"/>
                          <a:pt x="63615" y="21722"/>
                        </a:cubicBezTo>
                        <a:cubicBezTo>
                          <a:pt x="68757" y="21678"/>
                          <a:pt x="73190" y="21102"/>
                          <a:pt x="77091" y="20082"/>
                        </a:cubicBezTo>
                        <a:cubicBezTo>
                          <a:pt x="82411" y="18619"/>
                          <a:pt x="86800" y="16358"/>
                          <a:pt x="90701" y="13521"/>
                        </a:cubicBezTo>
                        <a:cubicBezTo>
                          <a:pt x="91942" y="12546"/>
                          <a:pt x="93139" y="11526"/>
                          <a:pt x="94336" y="10462"/>
                        </a:cubicBezTo>
                        <a:lnTo>
                          <a:pt x="94425" y="10329"/>
                        </a:lnTo>
                        <a:cubicBezTo>
                          <a:pt x="75407" y="9309"/>
                          <a:pt x="55724" y="7891"/>
                          <a:pt x="36928" y="771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94" name="Forme libre : forme 23493">
                    <a:extLst>
                      <a:ext uri="{FF2B5EF4-FFF2-40B4-BE49-F238E27FC236}">
                        <a16:creationId xmlns:a16="http://schemas.microsoft.com/office/drawing/2014/main" id="{9EEB096D-1CEB-466B-9B2F-6CDF57C0727B}"/>
                      </a:ext>
                    </a:extLst>
                  </p:cNvPr>
                  <p:cNvSpPr/>
                  <p:nvPr/>
                </p:nvSpPr>
                <p:spPr>
                  <a:xfrm>
                    <a:off x="5577725" y="1123827"/>
                    <a:ext cx="44332" cy="11923"/>
                  </a:xfrm>
                  <a:custGeom>
                    <a:avLst/>
                    <a:gdLst>
                      <a:gd name="connsiteX0" fmla="*/ 44333 w 44332"/>
                      <a:gd name="connsiteY0" fmla="*/ 7233 h 11923"/>
                      <a:gd name="connsiteX1" fmla="*/ 20926 w 44332"/>
                      <a:gd name="connsiteY1" fmla="*/ 11844 h 11923"/>
                      <a:gd name="connsiteX2" fmla="*/ 2 w 44332"/>
                      <a:gd name="connsiteY2" fmla="*/ 4307 h 11923"/>
                      <a:gd name="connsiteX3" fmla="*/ 21458 w 44332"/>
                      <a:gd name="connsiteY3" fmla="*/ 318 h 11923"/>
                      <a:gd name="connsiteX4" fmla="*/ 44333 w 44332"/>
                      <a:gd name="connsiteY4" fmla="*/ 7233 h 11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32" h="11923">
                        <a:moveTo>
                          <a:pt x="44333" y="7233"/>
                        </a:moveTo>
                        <a:cubicBezTo>
                          <a:pt x="44288" y="11977"/>
                          <a:pt x="26822" y="12110"/>
                          <a:pt x="20926" y="11844"/>
                        </a:cubicBezTo>
                        <a:cubicBezTo>
                          <a:pt x="15030" y="11578"/>
                          <a:pt x="-176" y="9450"/>
                          <a:pt x="2" y="4307"/>
                        </a:cubicBezTo>
                        <a:cubicBezTo>
                          <a:pt x="179" y="-791"/>
                          <a:pt x="16005" y="-170"/>
                          <a:pt x="21458" y="318"/>
                        </a:cubicBezTo>
                        <a:cubicBezTo>
                          <a:pt x="26910" y="805"/>
                          <a:pt x="44377" y="2534"/>
                          <a:pt x="44333" y="723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95" name="Forme libre : forme 23494">
                    <a:extLst>
                      <a:ext uri="{FF2B5EF4-FFF2-40B4-BE49-F238E27FC236}">
                        <a16:creationId xmlns:a16="http://schemas.microsoft.com/office/drawing/2014/main" id="{184B5A6E-DB47-4DD7-8A02-68F7F4D58448}"/>
                      </a:ext>
                    </a:extLst>
                  </p:cNvPr>
                  <p:cNvSpPr/>
                  <p:nvPr/>
                </p:nvSpPr>
                <p:spPr>
                  <a:xfrm>
                    <a:off x="5577441" y="1124100"/>
                    <a:ext cx="30961" cy="11674"/>
                  </a:xfrm>
                  <a:custGeom>
                    <a:avLst/>
                    <a:gdLst>
                      <a:gd name="connsiteX0" fmla="*/ 9860 w 30961"/>
                      <a:gd name="connsiteY0" fmla="*/ 0 h 11674"/>
                      <a:gd name="connsiteX1" fmla="*/ 63 w 30961"/>
                      <a:gd name="connsiteY1" fmla="*/ 4034 h 11674"/>
                      <a:gd name="connsiteX2" fmla="*/ 21475 w 30961"/>
                      <a:gd name="connsiteY2" fmla="*/ 11615 h 11674"/>
                      <a:gd name="connsiteX3" fmla="*/ 30962 w 30961"/>
                      <a:gd name="connsiteY3" fmla="*/ 11349 h 11674"/>
                      <a:gd name="connsiteX4" fmla="*/ 25908 w 30961"/>
                      <a:gd name="connsiteY4" fmla="*/ 10728 h 11674"/>
                      <a:gd name="connsiteX5" fmla="*/ 9860 w 30961"/>
                      <a:gd name="connsiteY5" fmla="*/ 0 h 11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961" h="11674">
                        <a:moveTo>
                          <a:pt x="9860" y="0"/>
                        </a:moveTo>
                        <a:cubicBezTo>
                          <a:pt x="7023" y="709"/>
                          <a:pt x="-779" y="754"/>
                          <a:pt x="63" y="4034"/>
                        </a:cubicBezTo>
                        <a:cubicBezTo>
                          <a:pt x="1393" y="9265"/>
                          <a:pt x="14072" y="11127"/>
                          <a:pt x="21475" y="11615"/>
                        </a:cubicBezTo>
                        <a:cubicBezTo>
                          <a:pt x="23647" y="11748"/>
                          <a:pt x="28524" y="11659"/>
                          <a:pt x="30962" y="11349"/>
                        </a:cubicBezTo>
                        <a:cubicBezTo>
                          <a:pt x="29543" y="11216"/>
                          <a:pt x="27194" y="11127"/>
                          <a:pt x="25908" y="10728"/>
                        </a:cubicBezTo>
                        <a:cubicBezTo>
                          <a:pt x="18549" y="8689"/>
                          <a:pt x="9949" y="5630"/>
                          <a:pt x="9860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96" name="Forme libre : forme 23495">
                    <a:extLst>
                      <a:ext uri="{FF2B5EF4-FFF2-40B4-BE49-F238E27FC236}">
                        <a16:creationId xmlns:a16="http://schemas.microsoft.com/office/drawing/2014/main" id="{6D1F2856-C8D8-4D3B-A246-51E95C0DA78A}"/>
                      </a:ext>
                    </a:extLst>
                  </p:cNvPr>
                  <p:cNvSpPr/>
                  <p:nvPr/>
                </p:nvSpPr>
                <p:spPr>
                  <a:xfrm>
                    <a:off x="5579941" y="1125321"/>
                    <a:ext cx="44558" cy="11879"/>
                  </a:xfrm>
                  <a:custGeom>
                    <a:avLst/>
                    <a:gdLst>
                      <a:gd name="connsiteX0" fmla="*/ 44466 w 44558"/>
                      <a:gd name="connsiteY0" fmla="*/ 7024 h 11879"/>
                      <a:gd name="connsiteX1" fmla="*/ 20749 w 44558"/>
                      <a:gd name="connsiteY1" fmla="*/ 11856 h 11879"/>
                      <a:gd name="connsiteX2" fmla="*/ 2 w 44558"/>
                      <a:gd name="connsiteY2" fmla="*/ 4276 h 11879"/>
                      <a:gd name="connsiteX3" fmla="*/ 21370 w 44558"/>
                      <a:gd name="connsiteY3" fmla="*/ 286 h 11879"/>
                      <a:gd name="connsiteX4" fmla="*/ 44466 w 44558"/>
                      <a:gd name="connsiteY4" fmla="*/ 7024 h 11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558" h="11879">
                        <a:moveTo>
                          <a:pt x="44466" y="7024"/>
                        </a:moveTo>
                        <a:cubicBezTo>
                          <a:pt x="42915" y="11679"/>
                          <a:pt x="27089" y="11989"/>
                          <a:pt x="20749" y="11856"/>
                        </a:cubicBezTo>
                        <a:cubicBezTo>
                          <a:pt x="14410" y="11723"/>
                          <a:pt x="224" y="9551"/>
                          <a:pt x="2" y="4276"/>
                        </a:cubicBezTo>
                        <a:cubicBezTo>
                          <a:pt x="-219" y="-955"/>
                          <a:pt x="16272" y="-69"/>
                          <a:pt x="21370" y="286"/>
                        </a:cubicBezTo>
                        <a:cubicBezTo>
                          <a:pt x="26468" y="596"/>
                          <a:pt x="46062" y="2370"/>
                          <a:pt x="44466" y="702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97" name="Forme libre : forme 23496">
                    <a:extLst>
                      <a:ext uri="{FF2B5EF4-FFF2-40B4-BE49-F238E27FC236}">
                        <a16:creationId xmlns:a16="http://schemas.microsoft.com/office/drawing/2014/main" id="{1F6C3988-82A7-4D47-A710-192C329F4EC3}"/>
                      </a:ext>
                    </a:extLst>
                  </p:cNvPr>
                  <p:cNvSpPr/>
                  <p:nvPr/>
                </p:nvSpPr>
                <p:spPr>
                  <a:xfrm>
                    <a:off x="5556899" y="1118285"/>
                    <a:ext cx="54757" cy="25052"/>
                  </a:xfrm>
                  <a:custGeom>
                    <a:avLst/>
                    <a:gdLst>
                      <a:gd name="connsiteX0" fmla="*/ 213 w 54757"/>
                      <a:gd name="connsiteY0" fmla="*/ 8652 h 25052"/>
                      <a:gd name="connsiteX1" fmla="*/ 5355 w 54757"/>
                      <a:gd name="connsiteY1" fmla="*/ 14770 h 25052"/>
                      <a:gd name="connsiteX2" fmla="*/ 25127 w 54757"/>
                      <a:gd name="connsiteY2" fmla="*/ 23858 h 25052"/>
                      <a:gd name="connsiteX3" fmla="*/ 46716 w 54757"/>
                      <a:gd name="connsiteY3" fmla="*/ 24080 h 25052"/>
                      <a:gd name="connsiteX4" fmla="*/ 54607 w 54757"/>
                      <a:gd name="connsiteY4" fmla="*/ 18095 h 25052"/>
                      <a:gd name="connsiteX5" fmla="*/ 47869 w 54757"/>
                      <a:gd name="connsiteY5" fmla="*/ 15036 h 25052"/>
                      <a:gd name="connsiteX6" fmla="*/ 29471 w 54757"/>
                      <a:gd name="connsiteY6" fmla="*/ 7367 h 25052"/>
                      <a:gd name="connsiteX7" fmla="*/ 11030 w 54757"/>
                      <a:gd name="connsiteY7" fmla="*/ 8 h 25052"/>
                      <a:gd name="connsiteX8" fmla="*/ 213 w 54757"/>
                      <a:gd name="connsiteY8" fmla="*/ 8652 h 2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757" h="25052">
                        <a:moveTo>
                          <a:pt x="213" y="8652"/>
                        </a:moveTo>
                        <a:cubicBezTo>
                          <a:pt x="1144" y="11667"/>
                          <a:pt x="2208" y="12642"/>
                          <a:pt x="5355" y="14770"/>
                        </a:cubicBezTo>
                        <a:cubicBezTo>
                          <a:pt x="11429" y="18760"/>
                          <a:pt x="16482" y="22040"/>
                          <a:pt x="25127" y="23858"/>
                        </a:cubicBezTo>
                        <a:cubicBezTo>
                          <a:pt x="32309" y="25365"/>
                          <a:pt x="40554" y="25454"/>
                          <a:pt x="46716" y="24080"/>
                        </a:cubicBezTo>
                        <a:cubicBezTo>
                          <a:pt x="51282" y="23060"/>
                          <a:pt x="55627" y="20976"/>
                          <a:pt x="54607" y="18095"/>
                        </a:cubicBezTo>
                        <a:cubicBezTo>
                          <a:pt x="53986" y="16322"/>
                          <a:pt x="50529" y="15967"/>
                          <a:pt x="47869" y="15036"/>
                        </a:cubicBezTo>
                        <a:cubicBezTo>
                          <a:pt x="41529" y="12819"/>
                          <a:pt x="35456" y="10913"/>
                          <a:pt x="29471" y="7367"/>
                        </a:cubicBezTo>
                        <a:cubicBezTo>
                          <a:pt x="24373" y="4308"/>
                          <a:pt x="19009" y="-214"/>
                          <a:pt x="11030" y="8"/>
                        </a:cubicBezTo>
                        <a:cubicBezTo>
                          <a:pt x="3937" y="185"/>
                          <a:pt x="-1117" y="4485"/>
                          <a:pt x="213" y="865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98" name="Forme libre : forme 23497">
                    <a:extLst>
                      <a:ext uri="{FF2B5EF4-FFF2-40B4-BE49-F238E27FC236}">
                        <a16:creationId xmlns:a16="http://schemas.microsoft.com/office/drawing/2014/main" id="{DEE5B295-3F82-4AD4-9FE0-BAD3999CA32F}"/>
                      </a:ext>
                    </a:extLst>
                  </p:cNvPr>
                  <p:cNvSpPr/>
                  <p:nvPr/>
                </p:nvSpPr>
                <p:spPr>
                  <a:xfrm>
                    <a:off x="5568206" y="1119133"/>
                    <a:ext cx="18261" cy="5010"/>
                  </a:xfrm>
                  <a:custGeom>
                    <a:avLst/>
                    <a:gdLst>
                      <a:gd name="connsiteX0" fmla="*/ 1851 w 18261"/>
                      <a:gd name="connsiteY0" fmla="*/ 2439 h 5010"/>
                      <a:gd name="connsiteX1" fmla="*/ 77 w 18261"/>
                      <a:gd name="connsiteY1" fmla="*/ 3503 h 5010"/>
                      <a:gd name="connsiteX2" fmla="*/ 1319 w 18261"/>
                      <a:gd name="connsiteY2" fmla="*/ 4700 h 5010"/>
                      <a:gd name="connsiteX3" fmla="*/ 4599 w 18261"/>
                      <a:gd name="connsiteY3" fmla="*/ 5011 h 5010"/>
                      <a:gd name="connsiteX4" fmla="*/ 12756 w 18261"/>
                      <a:gd name="connsiteY4" fmla="*/ 4567 h 5010"/>
                      <a:gd name="connsiteX5" fmla="*/ 15682 w 18261"/>
                      <a:gd name="connsiteY5" fmla="*/ 4035 h 5010"/>
                      <a:gd name="connsiteX6" fmla="*/ 14219 w 18261"/>
                      <a:gd name="connsiteY6" fmla="*/ 1 h 5010"/>
                      <a:gd name="connsiteX7" fmla="*/ 1851 w 18261"/>
                      <a:gd name="connsiteY7" fmla="*/ 2439 h 5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261" h="5010">
                        <a:moveTo>
                          <a:pt x="1851" y="2439"/>
                        </a:moveTo>
                        <a:cubicBezTo>
                          <a:pt x="1008" y="2750"/>
                          <a:pt x="388" y="2971"/>
                          <a:pt x="77" y="3503"/>
                        </a:cubicBezTo>
                        <a:cubicBezTo>
                          <a:pt x="-233" y="4035"/>
                          <a:pt x="432" y="4479"/>
                          <a:pt x="1319" y="4700"/>
                        </a:cubicBezTo>
                        <a:cubicBezTo>
                          <a:pt x="2205" y="4966"/>
                          <a:pt x="3580" y="5011"/>
                          <a:pt x="4599" y="5011"/>
                        </a:cubicBezTo>
                        <a:cubicBezTo>
                          <a:pt x="7303" y="4966"/>
                          <a:pt x="10141" y="4878"/>
                          <a:pt x="12756" y="4567"/>
                        </a:cubicBezTo>
                        <a:cubicBezTo>
                          <a:pt x="13820" y="4434"/>
                          <a:pt x="14840" y="4346"/>
                          <a:pt x="15682" y="4035"/>
                        </a:cubicBezTo>
                        <a:cubicBezTo>
                          <a:pt x="19273" y="2705"/>
                          <a:pt x="19406" y="46"/>
                          <a:pt x="14219" y="1"/>
                        </a:cubicBezTo>
                        <a:cubicBezTo>
                          <a:pt x="10185" y="-43"/>
                          <a:pt x="5309" y="1198"/>
                          <a:pt x="1851" y="243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99" name="Forme libre : forme 23498">
                    <a:extLst>
                      <a:ext uri="{FF2B5EF4-FFF2-40B4-BE49-F238E27FC236}">
                        <a16:creationId xmlns:a16="http://schemas.microsoft.com/office/drawing/2014/main" id="{52FBD332-061D-4490-B30E-6D9388C7DE13}"/>
                      </a:ext>
                    </a:extLst>
                  </p:cNvPr>
                  <p:cNvSpPr/>
                  <p:nvPr/>
                </p:nvSpPr>
                <p:spPr>
                  <a:xfrm>
                    <a:off x="5609334" y="1134429"/>
                    <a:ext cx="28327" cy="11925"/>
                  </a:xfrm>
                  <a:custGeom>
                    <a:avLst/>
                    <a:gdLst>
                      <a:gd name="connsiteX0" fmla="*/ 28327 w 28327"/>
                      <a:gd name="connsiteY0" fmla="*/ 0 h 11925"/>
                      <a:gd name="connsiteX1" fmla="*/ 0 w 28327"/>
                      <a:gd name="connsiteY1" fmla="*/ 11925 h 11925"/>
                      <a:gd name="connsiteX2" fmla="*/ 28327 w 28327"/>
                      <a:gd name="connsiteY2" fmla="*/ 0 h 11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327" h="11925">
                        <a:moveTo>
                          <a:pt x="28327" y="0"/>
                        </a:moveTo>
                        <a:cubicBezTo>
                          <a:pt x="24160" y="6428"/>
                          <a:pt x="9354" y="9930"/>
                          <a:pt x="0" y="11925"/>
                        </a:cubicBezTo>
                        <a:cubicBezTo>
                          <a:pt x="10152" y="9753"/>
                          <a:pt x="21013" y="4699"/>
                          <a:pt x="2832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00" name="Forme libre : forme 23499">
                    <a:extLst>
                      <a:ext uri="{FF2B5EF4-FFF2-40B4-BE49-F238E27FC236}">
                        <a16:creationId xmlns:a16="http://schemas.microsoft.com/office/drawing/2014/main" id="{BFD061CF-CF27-40AE-B171-D190B77F9207}"/>
                      </a:ext>
                    </a:extLst>
                  </p:cNvPr>
                  <p:cNvSpPr/>
                  <p:nvPr/>
                </p:nvSpPr>
                <p:spPr>
                  <a:xfrm>
                    <a:off x="5547847" y="1111376"/>
                    <a:ext cx="32006" cy="9132"/>
                  </a:xfrm>
                  <a:custGeom>
                    <a:avLst/>
                    <a:gdLst>
                      <a:gd name="connsiteX0" fmla="*/ 32007 w 32006"/>
                      <a:gd name="connsiteY0" fmla="*/ 0 h 9132"/>
                      <a:gd name="connsiteX1" fmla="*/ 0 w 32006"/>
                      <a:gd name="connsiteY1" fmla="*/ 9133 h 9132"/>
                      <a:gd name="connsiteX2" fmla="*/ 32007 w 32006"/>
                      <a:gd name="connsiteY2" fmla="*/ 0 h 9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006" h="9132">
                        <a:moveTo>
                          <a:pt x="32007" y="0"/>
                        </a:moveTo>
                        <a:cubicBezTo>
                          <a:pt x="19683" y="-44"/>
                          <a:pt x="8556" y="4300"/>
                          <a:pt x="0" y="9133"/>
                        </a:cubicBezTo>
                        <a:cubicBezTo>
                          <a:pt x="7758" y="4212"/>
                          <a:pt x="21501" y="1463"/>
                          <a:pt x="3200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01" name="Forme libre : forme 23500">
                    <a:extLst>
                      <a:ext uri="{FF2B5EF4-FFF2-40B4-BE49-F238E27FC236}">
                        <a16:creationId xmlns:a16="http://schemas.microsoft.com/office/drawing/2014/main" id="{768D3DD3-8441-4B68-905D-30E4389BBEE4}"/>
                      </a:ext>
                    </a:extLst>
                  </p:cNvPr>
                  <p:cNvSpPr/>
                  <p:nvPr/>
                </p:nvSpPr>
                <p:spPr>
                  <a:xfrm>
                    <a:off x="5595713" y="1125252"/>
                    <a:ext cx="16388" cy="4635"/>
                  </a:xfrm>
                  <a:custGeom>
                    <a:avLst/>
                    <a:gdLst>
                      <a:gd name="connsiteX0" fmla="*/ 16237 w 16388"/>
                      <a:gd name="connsiteY0" fmla="*/ 3813 h 4635"/>
                      <a:gd name="connsiteX1" fmla="*/ 6528 w 16388"/>
                      <a:gd name="connsiteY1" fmla="*/ 3990 h 4635"/>
                      <a:gd name="connsiteX2" fmla="*/ 189 w 16388"/>
                      <a:gd name="connsiteY2" fmla="*/ 843 h 4635"/>
                      <a:gd name="connsiteX3" fmla="*/ 9321 w 16388"/>
                      <a:gd name="connsiteY3" fmla="*/ 754 h 4635"/>
                      <a:gd name="connsiteX4" fmla="*/ 16237 w 16388"/>
                      <a:gd name="connsiteY4" fmla="*/ 3813 h 4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88" h="4635">
                        <a:moveTo>
                          <a:pt x="16237" y="3813"/>
                        </a:moveTo>
                        <a:cubicBezTo>
                          <a:pt x="15084" y="5365"/>
                          <a:pt x="8523" y="4301"/>
                          <a:pt x="6528" y="3990"/>
                        </a:cubicBezTo>
                        <a:cubicBezTo>
                          <a:pt x="4533" y="3680"/>
                          <a:pt x="-1097" y="2483"/>
                          <a:pt x="189" y="843"/>
                        </a:cubicBezTo>
                        <a:cubicBezTo>
                          <a:pt x="1519" y="-797"/>
                          <a:pt x="7459" y="400"/>
                          <a:pt x="9321" y="754"/>
                        </a:cubicBezTo>
                        <a:cubicBezTo>
                          <a:pt x="11227" y="1109"/>
                          <a:pt x="17433" y="2261"/>
                          <a:pt x="16237" y="381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02" name="Forme libre : forme 23501">
                    <a:extLst>
                      <a:ext uri="{FF2B5EF4-FFF2-40B4-BE49-F238E27FC236}">
                        <a16:creationId xmlns:a16="http://schemas.microsoft.com/office/drawing/2014/main" id="{9D805848-0AD6-4D8B-A31D-7708EE051638}"/>
                      </a:ext>
                    </a:extLst>
                  </p:cNvPr>
                  <p:cNvSpPr/>
                  <p:nvPr/>
                </p:nvSpPr>
                <p:spPr>
                  <a:xfrm>
                    <a:off x="5609907" y="1127900"/>
                    <a:ext cx="4666" cy="1576"/>
                  </a:xfrm>
                  <a:custGeom>
                    <a:avLst/>
                    <a:gdLst>
                      <a:gd name="connsiteX0" fmla="*/ 4659 w 4666"/>
                      <a:gd name="connsiteY0" fmla="*/ 899 h 1576"/>
                      <a:gd name="connsiteX1" fmla="*/ 2486 w 4666"/>
                      <a:gd name="connsiteY1" fmla="*/ 1564 h 1576"/>
                      <a:gd name="connsiteX2" fmla="*/ 4 w 4666"/>
                      <a:gd name="connsiteY2" fmla="*/ 677 h 1576"/>
                      <a:gd name="connsiteX3" fmla="*/ 2132 w 4666"/>
                      <a:gd name="connsiteY3" fmla="*/ 12 h 1576"/>
                      <a:gd name="connsiteX4" fmla="*/ 4659 w 4666"/>
                      <a:gd name="connsiteY4" fmla="*/ 899 h 1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66" h="1576">
                        <a:moveTo>
                          <a:pt x="4659" y="899"/>
                        </a:moveTo>
                        <a:cubicBezTo>
                          <a:pt x="4792" y="1564"/>
                          <a:pt x="3240" y="1608"/>
                          <a:pt x="2486" y="1564"/>
                        </a:cubicBezTo>
                        <a:cubicBezTo>
                          <a:pt x="1689" y="1520"/>
                          <a:pt x="137" y="1298"/>
                          <a:pt x="4" y="677"/>
                        </a:cubicBezTo>
                        <a:cubicBezTo>
                          <a:pt x="-85" y="12"/>
                          <a:pt x="1334" y="-32"/>
                          <a:pt x="2132" y="12"/>
                        </a:cubicBezTo>
                        <a:cubicBezTo>
                          <a:pt x="2885" y="12"/>
                          <a:pt x="4526" y="234"/>
                          <a:pt x="4659" y="8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503" name="Forme libre : forme 23502">
                    <a:extLst>
                      <a:ext uri="{FF2B5EF4-FFF2-40B4-BE49-F238E27FC236}">
                        <a16:creationId xmlns:a16="http://schemas.microsoft.com/office/drawing/2014/main" id="{3C2129B7-195B-4156-A458-37A0B2183E60}"/>
                      </a:ext>
                    </a:extLst>
                  </p:cNvPr>
                  <p:cNvSpPr/>
                  <p:nvPr/>
                </p:nvSpPr>
                <p:spPr>
                  <a:xfrm>
                    <a:off x="5596225" y="1114508"/>
                    <a:ext cx="39767" cy="18195"/>
                  </a:xfrm>
                  <a:custGeom>
                    <a:avLst/>
                    <a:gdLst>
                      <a:gd name="connsiteX0" fmla="*/ 29999 w 39767"/>
                      <a:gd name="connsiteY0" fmla="*/ 8261 h 18195"/>
                      <a:gd name="connsiteX1" fmla="*/ 39530 w 39767"/>
                      <a:gd name="connsiteY1" fmla="*/ 15665 h 18195"/>
                      <a:gd name="connsiteX2" fmla="*/ 36560 w 39767"/>
                      <a:gd name="connsiteY2" fmla="*/ 18191 h 18195"/>
                      <a:gd name="connsiteX3" fmla="*/ 31772 w 39767"/>
                      <a:gd name="connsiteY3" fmla="*/ 16330 h 18195"/>
                      <a:gd name="connsiteX4" fmla="*/ 17719 w 39767"/>
                      <a:gd name="connsiteY4" fmla="*/ 9458 h 18195"/>
                      <a:gd name="connsiteX5" fmla="*/ 430 w 39767"/>
                      <a:gd name="connsiteY5" fmla="*/ 1612 h 18195"/>
                      <a:gd name="connsiteX6" fmla="*/ 21000 w 39767"/>
                      <a:gd name="connsiteY6" fmla="*/ 2587 h 18195"/>
                      <a:gd name="connsiteX7" fmla="*/ 29999 w 39767"/>
                      <a:gd name="connsiteY7" fmla="*/ 8261 h 18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767" h="18195">
                        <a:moveTo>
                          <a:pt x="29999" y="8261"/>
                        </a:moveTo>
                        <a:cubicBezTo>
                          <a:pt x="34166" y="10655"/>
                          <a:pt x="37181" y="12428"/>
                          <a:pt x="39530" y="15665"/>
                        </a:cubicBezTo>
                        <a:cubicBezTo>
                          <a:pt x="40417" y="16862"/>
                          <a:pt x="38688" y="18280"/>
                          <a:pt x="36560" y="18191"/>
                        </a:cubicBezTo>
                        <a:cubicBezTo>
                          <a:pt x="34432" y="18147"/>
                          <a:pt x="33147" y="17216"/>
                          <a:pt x="31772" y="16330"/>
                        </a:cubicBezTo>
                        <a:cubicBezTo>
                          <a:pt x="27517" y="13581"/>
                          <a:pt x="22906" y="11542"/>
                          <a:pt x="17719" y="9458"/>
                        </a:cubicBezTo>
                        <a:cubicBezTo>
                          <a:pt x="14483" y="8173"/>
                          <a:pt x="-2939" y="4981"/>
                          <a:pt x="430" y="1612"/>
                        </a:cubicBezTo>
                        <a:cubicBezTo>
                          <a:pt x="3755" y="-1757"/>
                          <a:pt x="16700" y="947"/>
                          <a:pt x="21000" y="2587"/>
                        </a:cubicBezTo>
                        <a:cubicBezTo>
                          <a:pt x="25300" y="4316"/>
                          <a:pt x="26896" y="6444"/>
                          <a:pt x="29999" y="826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10" name="Graphique 2">
                  <a:extLst>
                    <a:ext uri="{FF2B5EF4-FFF2-40B4-BE49-F238E27FC236}">
                      <a16:creationId xmlns:a16="http://schemas.microsoft.com/office/drawing/2014/main" id="{93C38D66-0F4B-4B8B-AD36-03197F14EC23}"/>
                    </a:ext>
                  </a:extLst>
                </p:cNvPr>
                <p:cNvGrpSpPr/>
                <p:nvPr/>
              </p:nvGrpSpPr>
              <p:grpSpPr>
                <a:xfrm>
                  <a:off x="5640401" y="1116430"/>
                  <a:ext cx="95970" cy="36467"/>
                  <a:chOff x="5640401" y="1116430"/>
                  <a:chExt cx="95970" cy="36467"/>
                </a:xfrm>
                <a:solidFill>
                  <a:schemeClr val="accent1"/>
                </a:solidFill>
              </p:grpSpPr>
              <p:sp>
                <p:nvSpPr>
                  <p:cNvPr id="23480" name="Forme libre : forme 23479">
                    <a:extLst>
                      <a:ext uri="{FF2B5EF4-FFF2-40B4-BE49-F238E27FC236}">
                        <a16:creationId xmlns:a16="http://schemas.microsoft.com/office/drawing/2014/main" id="{347F2B0B-04E6-415F-B6AE-32CE6282D81D}"/>
                      </a:ext>
                    </a:extLst>
                  </p:cNvPr>
                  <p:cNvSpPr/>
                  <p:nvPr/>
                </p:nvSpPr>
                <p:spPr>
                  <a:xfrm>
                    <a:off x="5640401" y="1116430"/>
                    <a:ext cx="95970" cy="36467"/>
                  </a:xfrm>
                  <a:custGeom>
                    <a:avLst/>
                    <a:gdLst>
                      <a:gd name="connsiteX0" fmla="*/ 63978 w 95970"/>
                      <a:gd name="connsiteY0" fmla="*/ 36440 h 36467"/>
                      <a:gd name="connsiteX1" fmla="*/ 31395 w 95970"/>
                      <a:gd name="connsiteY1" fmla="*/ 35021 h 36467"/>
                      <a:gd name="connsiteX2" fmla="*/ 1560 w 95970"/>
                      <a:gd name="connsiteY2" fmla="*/ 19860 h 36467"/>
                      <a:gd name="connsiteX3" fmla="*/ 2669 w 95970"/>
                      <a:gd name="connsiteY3" fmla="*/ 9886 h 36467"/>
                      <a:gd name="connsiteX4" fmla="*/ 34099 w 95970"/>
                      <a:gd name="connsiteY4" fmla="*/ 0 h 36467"/>
                      <a:gd name="connsiteX5" fmla="*/ 64023 w 95970"/>
                      <a:gd name="connsiteY5" fmla="*/ 1374 h 36467"/>
                      <a:gd name="connsiteX6" fmla="*/ 93414 w 95970"/>
                      <a:gd name="connsiteY6" fmla="*/ 14984 h 36467"/>
                      <a:gd name="connsiteX7" fmla="*/ 94522 w 95970"/>
                      <a:gd name="connsiteY7" fmla="*/ 24737 h 36467"/>
                      <a:gd name="connsiteX8" fmla="*/ 63978 w 95970"/>
                      <a:gd name="connsiteY8" fmla="*/ 36440 h 36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970" h="36467">
                        <a:moveTo>
                          <a:pt x="63978" y="36440"/>
                        </a:moveTo>
                        <a:cubicBezTo>
                          <a:pt x="56265" y="36617"/>
                          <a:pt x="39419" y="35908"/>
                          <a:pt x="31395" y="35021"/>
                        </a:cubicBezTo>
                        <a:cubicBezTo>
                          <a:pt x="16367" y="33337"/>
                          <a:pt x="8875" y="27884"/>
                          <a:pt x="1560" y="19860"/>
                        </a:cubicBezTo>
                        <a:cubicBezTo>
                          <a:pt x="-966" y="17112"/>
                          <a:pt x="-301" y="12058"/>
                          <a:pt x="2669" y="9886"/>
                        </a:cubicBezTo>
                        <a:cubicBezTo>
                          <a:pt x="11269" y="3679"/>
                          <a:pt x="20179" y="0"/>
                          <a:pt x="34099" y="0"/>
                        </a:cubicBezTo>
                        <a:cubicBezTo>
                          <a:pt x="41547" y="0"/>
                          <a:pt x="56398" y="754"/>
                          <a:pt x="64023" y="1374"/>
                        </a:cubicBezTo>
                        <a:cubicBezTo>
                          <a:pt x="78253" y="2527"/>
                          <a:pt x="85745" y="7802"/>
                          <a:pt x="93414" y="14984"/>
                        </a:cubicBezTo>
                        <a:cubicBezTo>
                          <a:pt x="96074" y="17466"/>
                          <a:pt x="97005" y="22298"/>
                          <a:pt x="94522" y="24737"/>
                        </a:cubicBezTo>
                        <a:cubicBezTo>
                          <a:pt x="87297" y="31785"/>
                          <a:pt x="78475" y="36085"/>
                          <a:pt x="63978" y="3644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81" name="Forme libre : forme 23480">
                    <a:extLst>
                      <a:ext uri="{FF2B5EF4-FFF2-40B4-BE49-F238E27FC236}">
                        <a16:creationId xmlns:a16="http://schemas.microsoft.com/office/drawing/2014/main" id="{BDBCB4B7-60D2-4FA1-A90F-96356352E11C}"/>
                      </a:ext>
                    </a:extLst>
                  </p:cNvPr>
                  <p:cNvSpPr/>
                  <p:nvPr/>
                </p:nvSpPr>
                <p:spPr>
                  <a:xfrm>
                    <a:off x="5640455" y="1132035"/>
                    <a:ext cx="94513" cy="20835"/>
                  </a:xfrm>
                  <a:custGeom>
                    <a:avLst/>
                    <a:gdLst>
                      <a:gd name="connsiteX0" fmla="*/ 37016 w 94513"/>
                      <a:gd name="connsiteY0" fmla="*/ 7137 h 20835"/>
                      <a:gd name="connsiteX1" fmla="*/ 0 w 94513"/>
                      <a:gd name="connsiteY1" fmla="*/ 0 h 20835"/>
                      <a:gd name="connsiteX2" fmla="*/ 1507 w 94513"/>
                      <a:gd name="connsiteY2" fmla="*/ 4211 h 20835"/>
                      <a:gd name="connsiteX3" fmla="*/ 5320 w 94513"/>
                      <a:gd name="connsiteY3" fmla="*/ 8113 h 20835"/>
                      <a:gd name="connsiteX4" fmla="*/ 18752 w 94513"/>
                      <a:gd name="connsiteY4" fmla="*/ 16580 h 20835"/>
                      <a:gd name="connsiteX5" fmla="*/ 31298 w 94513"/>
                      <a:gd name="connsiteY5" fmla="*/ 19373 h 20835"/>
                      <a:gd name="connsiteX6" fmla="*/ 36529 w 94513"/>
                      <a:gd name="connsiteY6" fmla="*/ 19860 h 20835"/>
                      <a:gd name="connsiteX7" fmla="*/ 61487 w 94513"/>
                      <a:gd name="connsiteY7" fmla="*/ 20836 h 20835"/>
                      <a:gd name="connsiteX8" fmla="*/ 63881 w 94513"/>
                      <a:gd name="connsiteY8" fmla="*/ 20791 h 20835"/>
                      <a:gd name="connsiteX9" fmla="*/ 77313 w 94513"/>
                      <a:gd name="connsiteY9" fmla="*/ 18974 h 20835"/>
                      <a:gd name="connsiteX10" fmla="*/ 90834 w 94513"/>
                      <a:gd name="connsiteY10" fmla="*/ 12235 h 20835"/>
                      <a:gd name="connsiteX11" fmla="*/ 94425 w 94513"/>
                      <a:gd name="connsiteY11" fmla="*/ 9088 h 20835"/>
                      <a:gd name="connsiteX12" fmla="*/ 94514 w 94513"/>
                      <a:gd name="connsiteY12" fmla="*/ 8955 h 20835"/>
                      <a:gd name="connsiteX13" fmla="*/ 37016 w 94513"/>
                      <a:gd name="connsiteY13" fmla="*/ 7137 h 20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513" h="20835">
                        <a:moveTo>
                          <a:pt x="37016" y="7137"/>
                        </a:moveTo>
                        <a:cubicBezTo>
                          <a:pt x="23894" y="7182"/>
                          <a:pt x="9753" y="5896"/>
                          <a:pt x="0" y="0"/>
                        </a:cubicBezTo>
                        <a:cubicBezTo>
                          <a:pt x="44" y="1552"/>
                          <a:pt x="488" y="3059"/>
                          <a:pt x="1507" y="4211"/>
                        </a:cubicBezTo>
                        <a:cubicBezTo>
                          <a:pt x="2748" y="5586"/>
                          <a:pt x="4034" y="6871"/>
                          <a:pt x="5320" y="8113"/>
                        </a:cubicBezTo>
                        <a:cubicBezTo>
                          <a:pt x="9088" y="11615"/>
                          <a:pt x="13299" y="14541"/>
                          <a:pt x="18752" y="16580"/>
                        </a:cubicBezTo>
                        <a:cubicBezTo>
                          <a:pt x="22298" y="17910"/>
                          <a:pt x="26377" y="18841"/>
                          <a:pt x="31298" y="19373"/>
                        </a:cubicBezTo>
                        <a:cubicBezTo>
                          <a:pt x="32805" y="19506"/>
                          <a:pt x="34578" y="19683"/>
                          <a:pt x="36529" y="19860"/>
                        </a:cubicBezTo>
                        <a:cubicBezTo>
                          <a:pt x="44242" y="20392"/>
                          <a:pt x="54749" y="20791"/>
                          <a:pt x="61487" y="20836"/>
                        </a:cubicBezTo>
                        <a:cubicBezTo>
                          <a:pt x="62329" y="20836"/>
                          <a:pt x="63172" y="20836"/>
                          <a:pt x="63881" y="20791"/>
                        </a:cubicBezTo>
                        <a:cubicBezTo>
                          <a:pt x="69023" y="20658"/>
                          <a:pt x="73412" y="20038"/>
                          <a:pt x="77313" y="18974"/>
                        </a:cubicBezTo>
                        <a:cubicBezTo>
                          <a:pt x="82633" y="17466"/>
                          <a:pt x="86933" y="15117"/>
                          <a:pt x="90834" y="12235"/>
                        </a:cubicBezTo>
                        <a:cubicBezTo>
                          <a:pt x="92075" y="11260"/>
                          <a:pt x="93272" y="10241"/>
                          <a:pt x="94425" y="9088"/>
                        </a:cubicBezTo>
                        <a:lnTo>
                          <a:pt x="94514" y="8955"/>
                        </a:lnTo>
                        <a:cubicBezTo>
                          <a:pt x="75496" y="8201"/>
                          <a:pt x="55813" y="7004"/>
                          <a:pt x="37016" y="713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82" name="Forme libre : forme 23481">
                    <a:extLst>
                      <a:ext uri="{FF2B5EF4-FFF2-40B4-BE49-F238E27FC236}">
                        <a16:creationId xmlns:a16="http://schemas.microsoft.com/office/drawing/2014/main" id="{2E06EA3B-D549-4B38-B365-A41D1081C6F0}"/>
                      </a:ext>
                    </a:extLst>
                  </p:cNvPr>
                  <p:cNvSpPr/>
                  <p:nvPr/>
                </p:nvSpPr>
                <p:spPr>
                  <a:xfrm>
                    <a:off x="5673658" y="1129806"/>
                    <a:ext cx="44375" cy="11818"/>
                  </a:xfrm>
                  <a:custGeom>
                    <a:avLst/>
                    <a:gdLst>
                      <a:gd name="connsiteX0" fmla="*/ 44376 w 44375"/>
                      <a:gd name="connsiteY0" fmla="*/ 6839 h 11818"/>
                      <a:gd name="connsiteX1" fmla="*/ 21058 w 44375"/>
                      <a:gd name="connsiteY1" fmla="*/ 11760 h 11818"/>
                      <a:gd name="connsiteX2" fmla="*/ 0 w 44375"/>
                      <a:gd name="connsiteY2" fmla="*/ 4534 h 11818"/>
                      <a:gd name="connsiteX3" fmla="*/ 21412 w 44375"/>
                      <a:gd name="connsiteY3" fmla="*/ 234 h 11818"/>
                      <a:gd name="connsiteX4" fmla="*/ 44376 w 44375"/>
                      <a:gd name="connsiteY4" fmla="*/ 6839 h 1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75" h="11818">
                        <a:moveTo>
                          <a:pt x="44376" y="6839"/>
                        </a:moveTo>
                        <a:cubicBezTo>
                          <a:pt x="44420" y="11538"/>
                          <a:pt x="26909" y="12026"/>
                          <a:pt x="21058" y="11760"/>
                        </a:cubicBezTo>
                        <a:cubicBezTo>
                          <a:pt x="15161" y="11538"/>
                          <a:pt x="-88" y="9677"/>
                          <a:pt x="0" y="4534"/>
                        </a:cubicBezTo>
                        <a:cubicBezTo>
                          <a:pt x="89" y="-564"/>
                          <a:pt x="15915" y="-209"/>
                          <a:pt x="21412" y="234"/>
                        </a:cubicBezTo>
                        <a:cubicBezTo>
                          <a:pt x="26865" y="677"/>
                          <a:pt x="44331" y="2096"/>
                          <a:pt x="44376" y="683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83" name="Forme libre : forme 23482">
                    <a:extLst>
                      <a:ext uri="{FF2B5EF4-FFF2-40B4-BE49-F238E27FC236}">
                        <a16:creationId xmlns:a16="http://schemas.microsoft.com/office/drawing/2014/main" id="{1D824559-7782-4900-A460-814A92234B8F}"/>
                      </a:ext>
                    </a:extLst>
                  </p:cNvPr>
                  <p:cNvSpPr/>
                  <p:nvPr/>
                </p:nvSpPr>
                <p:spPr>
                  <a:xfrm>
                    <a:off x="5673367" y="1130217"/>
                    <a:ext cx="31101" cy="11419"/>
                  </a:xfrm>
                  <a:custGeom>
                    <a:avLst/>
                    <a:gdLst>
                      <a:gd name="connsiteX0" fmla="*/ 9823 w 31101"/>
                      <a:gd name="connsiteY0" fmla="*/ 0 h 11419"/>
                      <a:gd name="connsiteX1" fmla="*/ 70 w 31101"/>
                      <a:gd name="connsiteY1" fmla="*/ 4167 h 11419"/>
                      <a:gd name="connsiteX2" fmla="*/ 21615 w 31101"/>
                      <a:gd name="connsiteY2" fmla="*/ 11393 h 11419"/>
                      <a:gd name="connsiteX3" fmla="*/ 31101 w 31101"/>
                      <a:gd name="connsiteY3" fmla="*/ 10994 h 11419"/>
                      <a:gd name="connsiteX4" fmla="*/ 26048 w 31101"/>
                      <a:gd name="connsiteY4" fmla="*/ 10462 h 11419"/>
                      <a:gd name="connsiteX5" fmla="*/ 9823 w 31101"/>
                      <a:gd name="connsiteY5" fmla="*/ 0 h 11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101" h="11419">
                        <a:moveTo>
                          <a:pt x="9823" y="0"/>
                        </a:moveTo>
                        <a:cubicBezTo>
                          <a:pt x="6985" y="754"/>
                          <a:pt x="-817" y="931"/>
                          <a:pt x="70" y="4167"/>
                        </a:cubicBezTo>
                        <a:cubicBezTo>
                          <a:pt x="1488" y="9398"/>
                          <a:pt x="14211" y="11038"/>
                          <a:pt x="21615" y="11393"/>
                        </a:cubicBezTo>
                        <a:cubicBezTo>
                          <a:pt x="23787" y="11482"/>
                          <a:pt x="28663" y="11349"/>
                          <a:pt x="31101" y="10994"/>
                        </a:cubicBezTo>
                        <a:cubicBezTo>
                          <a:pt x="29683" y="10905"/>
                          <a:pt x="27333" y="10817"/>
                          <a:pt x="26048" y="10462"/>
                        </a:cubicBezTo>
                        <a:cubicBezTo>
                          <a:pt x="18644" y="8556"/>
                          <a:pt x="9956" y="5630"/>
                          <a:pt x="9823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84" name="Forme libre : forme 23483">
                    <a:extLst>
                      <a:ext uri="{FF2B5EF4-FFF2-40B4-BE49-F238E27FC236}">
                        <a16:creationId xmlns:a16="http://schemas.microsoft.com/office/drawing/2014/main" id="{4EAA6CA4-D3DE-4F4D-B5E1-11B6C32C0409}"/>
                      </a:ext>
                    </a:extLst>
                  </p:cNvPr>
                  <p:cNvSpPr/>
                  <p:nvPr/>
                </p:nvSpPr>
                <p:spPr>
                  <a:xfrm>
                    <a:off x="5675872" y="1131305"/>
                    <a:ext cx="44593" cy="11776"/>
                  </a:xfrm>
                  <a:custGeom>
                    <a:avLst/>
                    <a:gdLst>
                      <a:gd name="connsiteX0" fmla="*/ 44511 w 44593"/>
                      <a:gd name="connsiteY0" fmla="*/ 6626 h 11776"/>
                      <a:gd name="connsiteX1" fmla="*/ 20839 w 44593"/>
                      <a:gd name="connsiteY1" fmla="*/ 11769 h 11776"/>
                      <a:gd name="connsiteX2" fmla="*/ 3 w 44593"/>
                      <a:gd name="connsiteY2" fmla="*/ 4498 h 11776"/>
                      <a:gd name="connsiteX3" fmla="*/ 21326 w 44593"/>
                      <a:gd name="connsiteY3" fmla="*/ 198 h 11776"/>
                      <a:gd name="connsiteX4" fmla="*/ 44511 w 44593"/>
                      <a:gd name="connsiteY4" fmla="*/ 6626 h 11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593" h="11776">
                        <a:moveTo>
                          <a:pt x="44511" y="6626"/>
                        </a:moveTo>
                        <a:cubicBezTo>
                          <a:pt x="43004" y="11281"/>
                          <a:pt x="27222" y="11857"/>
                          <a:pt x="20839" y="11769"/>
                        </a:cubicBezTo>
                        <a:cubicBezTo>
                          <a:pt x="14499" y="11680"/>
                          <a:pt x="269" y="9730"/>
                          <a:pt x="3" y="4498"/>
                        </a:cubicBezTo>
                        <a:cubicBezTo>
                          <a:pt x="-263" y="-733"/>
                          <a:pt x="16228" y="-112"/>
                          <a:pt x="21326" y="198"/>
                        </a:cubicBezTo>
                        <a:cubicBezTo>
                          <a:pt x="26424" y="464"/>
                          <a:pt x="46019" y="1927"/>
                          <a:pt x="44511" y="662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85" name="Forme libre : forme 23484">
                    <a:extLst>
                      <a:ext uri="{FF2B5EF4-FFF2-40B4-BE49-F238E27FC236}">
                        <a16:creationId xmlns:a16="http://schemas.microsoft.com/office/drawing/2014/main" id="{6EDB708B-3E05-4A4A-8D6F-1588734A044E}"/>
                      </a:ext>
                    </a:extLst>
                  </p:cNvPr>
                  <p:cNvSpPr/>
                  <p:nvPr/>
                </p:nvSpPr>
                <p:spPr>
                  <a:xfrm>
                    <a:off x="5652771" y="1124656"/>
                    <a:ext cx="54964" cy="24729"/>
                  </a:xfrm>
                  <a:custGeom>
                    <a:avLst/>
                    <a:gdLst>
                      <a:gd name="connsiteX0" fmla="*/ 229 w 54964"/>
                      <a:gd name="connsiteY0" fmla="*/ 8842 h 24729"/>
                      <a:gd name="connsiteX1" fmla="*/ 5504 w 54964"/>
                      <a:gd name="connsiteY1" fmla="*/ 14871 h 24729"/>
                      <a:gd name="connsiteX2" fmla="*/ 25409 w 54964"/>
                      <a:gd name="connsiteY2" fmla="*/ 23693 h 24729"/>
                      <a:gd name="connsiteX3" fmla="*/ 46998 w 54964"/>
                      <a:gd name="connsiteY3" fmla="*/ 23604 h 24729"/>
                      <a:gd name="connsiteX4" fmla="*/ 54800 w 54964"/>
                      <a:gd name="connsiteY4" fmla="*/ 17486 h 24729"/>
                      <a:gd name="connsiteX5" fmla="*/ 48018 w 54964"/>
                      <a:gd name="connsiteY5" fmla="*/ 14560 h 24729"/>
                      <a:gd name="connsiteX6" fmla="*/ 29532 w 54964"/>
                      <a:gd name="connsiteY6" fmla="*/ 7113 h 24729"/>
                      <a:gd name="connsiteX7" fmla="*/ 11001 w 54964"/>
                      <a:gd name="connsiteY7" fmla="*/ 20 h 24729"/>
                      <a:gd name="connsiteX8" fmla="*/ 229 w 54964"/>
                      <a:gd name="connsiteY8" fmla="*/ 8842 h 24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964" h="24729">
                        <a:moveTo>
                          <a:pt x="229" y="8842"/>
                        </a:moveTo>
                        <a:cubicBezTo>
                          <a:pt x="1204" y="11812"/>
                          <a:pt x="2268" y="12831"/>
                          <a:pt x="5504" y="14871"/>
                        </a:cubicBezTo>
                        <a:cubicBezTo>
                          <a:pt x="11622" y="18772"/>
                          <a:pt x="16720" y="21964"/>
                          <a:pt x="25409" y="23693"/>
                        </a:cubicBezTo>
                        <a:cubicBezTo>
                          <a:pt x="32635" y="25111"/>
                          <a:pt x="40836" y="25067"/>
                          <a:pt x="46998" y="23604"/>
                        </a:cubicBezTo>
                        <a:cubicBezTo>
                          <a:pt x="51564" y="22540"/>
                          <a:pt x="55864" y="20368"/>
                          <a:pt x="54800" y="17486"/>
                        </a:cubicBezTo>
                        <a:cubicBezTo>
                          <a:pt x="54135" y="15713"/>
                          <a:pt x="50722" y="15447"/>
                          <a:pt x="48018" y="14560"/>
                        </a:cubicBezTo>
                        <a:cubicBezTo>
                          <a:pt x="41678" y="12433"/>
                          <a:pt x="35516" y="10615"/>
                          <a:pt x="29532" y="7113"/>
                        </a:cubicBezTo>
                        <a:cubicBezTo>
                          <a:pt x="24389" y="4143"/>
                          <a:pt x="18937" y="-335"/>
                          <a:pt x="11001" y="20"/>
                        </a:cubicBezTo>
                        <a:cubicBezTo>
                          <a:pt x="3820" y="330"/>
                          <a:pt x="-1145" y="4675"/>
                          <a:pt x="229" y="884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86" name="Forme libre : forme 23485">
                    <a:extLst>
                      <a:ext uri="{FF2B5EF4-FFF2-40B4-BE49-F238E27FC236}">
                        <a16:creationId xmlns:a16="http://schemas.microsoft.com/office/drawing/2014/main" id="{3F949414-3EC3-48E5-A1CA-337DA13337EF}"/>
                      </a:ext>
                    </a:extLst>
                  </p:cNvPr>
                  <p:cNvSpPr/>
                  <p:nvPr/>
                </p:nvSpPr>
                <p:spPr>
                  <a:xfrm>
                    <a:off x="5664006" y="1125384"/>
                    <a:ext cx="18236" cy="5099"/>
                  </a:xfrm>
                  <a:custGeom>
                    <a:avLst/>
                    <a:gdLst>
                      <a:gd name="connsiteX0" fmla="*/ 1850 w 18236"/>
                      <a:gd name="connsiteY0" fmla="*/ 2528 h 5099"/>
                      <a:gd name="connsiteX1" fmla="*/ 77 w 18236"/>
                      <a:gd name="connsiteY1" fmla="*/ 3636 h 5099"/>
                      <a:gd name="connsiteX2" fmla="*/ 1363 w 18236"/>
                      <a:gd name="connsiteY2" fmla="*/ 4833 h 5099"/>
                      <a:gd name="connsiteX3" fmla="*/ 4643 w 18236"/>
                      <a:gd name="connsiteY3" fmla="*/ 5099 h 5099"/>
                      <a:gd name="connsiteX4" fmla="*/ 12756 w 18236"/>
                      <a:gd name="connsiteY4" fmla="*/ 4567 h 5099"/>
                      <a:gd name="connsiteX5" fmla="*/ 15682 w 18236"/>
                      <a:gd name="connsiteY5" fmla="*/ 3991 h 5099"/>
                      <a:gd name="connsiteX6" fmla="*/ 14130 w 18236"/>
                      <a:gd name="connsiteY6" fmla="*/ 1 h 5099"/>
                      <a:gd name="connsiteX7" fmla="*/ 1850 w 18236"/>
                      <a:gd name="connsiteY7" fmla="*/ 2528 h 5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236" h="5099">
                        <a:moveTo>
                          <a:pt x="1850" y="2528"/>
                        </a:moveTo>
                        <a:cubicBezTo>
                          <a:pt x="1008" y="2838"/>
                          <a:pt x="388" y="3060"/>
                          <a:pt x="77" y="3636"/>
                        </a:cubicBezTo>
                        <a:cubicBezTo>
                          <a:pt x="-233" y="4168"/>
                          <a:pt x="432" y="4612"/>
                          <a:pt x="1363" y="4833"/>
                        </a:cubicBezTo>
                        <a:cubicBezTo>
                          <a:pt x="2249" y="5055"/>
                          <a:pt x="3624" y="5099"/>
                          <a:pt x="4643" y="5099"/>
                        </a:cubicBezTo>
                        <a:cubicBezTo>
                          <a:pt x="7347" y="5055"/>
                          <a:pt x="10185" y="4922"/>
                          <a:pt x="12756" y="4567"/>
                        </a:cubicBezTo>
                        <a:cubicBezTo>
                          <a:pt x="13820" y="4434"/>
                          <a:pt x="14839" y="4346"/>
                          <a:pt x="15682" y="3991"/>
                        </a:cubicBezTo>
                        <a:cubicBezTo>
                          <a:pt x="19272" y="2617"/>
                          <a:pt x="19361" y="-43"/>
                          <a:pt x="14130" y="1"/>
                        </a:cubicBezTo>
                        <a:cubicBezTo>
                          <a:pt x="10140" y="-43"/>
                          <a:pt x="5308" y="1242"/>
                          <a:pt x="1850" y="252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87" name="Forme libre : forme 23486">
                    <a:extLst>
                      <a:ext uri="{FF2B5EF4-FFF2-40B4-BE49-F238E27FC236}">
                        <a16:creationId xmlns:a16="http://schemas.microsoft.com/office/drawing/2014/main" id="{90094621-462C-46FB-AFFB-86BEC9643396}"/>
                      </a:ext>
                    </a:extLst>
                  </p:cNvPr>
                  <p:cNvSpPr/>
                  <p:nvPr/>
                </p:nvSpPr>
                <p:spPr>
                  <a:xfrm>
                    <a:off x="5705532" y="1139793"/>
                    <a:ext cx="28150" cy="12324"/>
                  </a:xfrm>
                  <a:custGeom>
                    <a:avLst/>
                    <a:gdLst>
                      <a:gd name="connsiteX0" fmla="*/ 28150 w 28150"/>
                      <a:gd name="connsiteY0" fmla="*/ 0 h 12324"/>
                      <a:gd name="connsiteX1" fmla="*/ 0 w 28150"/>
                      <a:gd name="connsiteY1" fmla="*/ 12324 h 12324"/>
                      <a:gd name="connsiteX2" fmla="*/ 28150 w 28150"/>
                      <a:gd name="connsiteY2" fmla="*/ 0 h 12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150" h="12324">
                        <a:moveTo>
                          <a:pt x="28150" y="0"/>
                        </a:moveTo>
                        <a:cubicBezTo>
                          <a:pt x="24072" y="6472"/>
                          <a:pt x="9309" y="10196"/>
                          <a:pt x="0" y="12324"/>
                        </a:cubicBezTo>
                        <a:cubicBezTo>
                          <a:pt x="10107" y="10019"/>
                          <a:pt x="20880" y="4832"/>
                          <a:pt x="281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88" name="Forme libre : forme 23487">
                    <a:extLst>
                      <a:ext uri="{FF2B5EF4-FFF2-40B4-BE49-F238E27FC236}">
                        <a16:creationId xmlns:a16="http://schemas.microsoft.com/office/drawing/2014/main" id="{BA58777C-78E7-4C86-9503-6D128BB9D60C}"/>
                      </a:ext>
                    </a:extLst>
                  </p:cNvPr>
                  <p:cNvSpPr/>
                  <p:nvPr/>
                </p:nvSpPr>
                <p:spPr>
                  <a:xfrm>
                    <a:off x="5643602" y="1117583"/>
                    <a:ext cx="31918" cy="9619"/>
                  </a:xfrm>
                  <a:custGeom>
                    <a:avLst/>
                    <a:gdLst>
                      <a:gd name="connsiteX0" fmla="*/ 31918 w 31918"/>
                      <a:gd name="connsiteY0" fmla="*/ 0 h 9619"/>
                      <a:gd name="connsiteX1" fmla="*/ 0 w 31918"/>
                      <a:gd name="connsiteY1" fmla="*/ 9620 h 9619"/>
                      <a:gd name="connsiteX2" fmla="*/ 31918 w 31918"/>
                      <a:gd name="connsiteY2" fmla="*/ 0 h 9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918" h="9619">
                        <a:moveTo>
                          <a:pt x="31918" y="0"/>
                        </a:moveTo>
                        <a:cubicBezTo>
                          <a:pt x="19594" y="89"/>
                          <a:pt x="8511" y="4655"/>
                          <a:pt x="0" y="9620"/>
                        </a:cubicBezTo>
                        <a:cubicBezTo>
                          <a:pt x="7714" y="4566"/>
                          <a:pt x="21456" y="1596"/>
                          <a:pt x="3191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89" name="Forme libre : forme 23488">
                    <a:extLst>
                      <a:ext uri="{FF2B5EF4-FFF2-40B4-BE49-F238E27FC236}">
                        <a16:creationId xmlns:a16="http://schemas.microsoft.com/office/drawing/2014/main" id="{F21ECECE-4E91-4547-97D1-DA6EB8D484C0}"/>
                      </a:ext>
                    </a:extLst>
                  </p:cNvPr>
                  <p:cNvSpPr/>
                  <p:nvPr/>
                </p:nvSpPr>
                <p:spPr>
                  <a:xfrm>
                    <a:off x="5691602" y="1131203"/>
                    <a:ext cx="16421" cy="4514"/>
                  </a:xfrm>
                  <a:custGeom>
                    <a:avLst/>
                    <a:gdLst>
                      <a:gd name="connsiteX0" fmla="*/ 16280 w 16421"/>
                      <a:gd name="connsiteY0" fmla="*/ 3625 h 4514"/>
                      <a:gd name="connsiteX1" fmla="*/ 6571 w 16421"/>
                      <a:gd name="connsiteY1" fmla="*/ 3935 h 4514"/>
                      <a:gd name="connsiteX2" fmla="*/ 188 w 16421"/>
                      <a:gd name="connsiteY2" fmla="*/ 876 h 4514"/>
                      <a:gd name="connsiteX3" fmla="*/ 9320 w 16421"/>
                      <a:gd name="connsiteY3" fmla="*/ 654 h 4514"/>
                      <a:gd name="connsiteX4" fmla="*/ 16280 w 16421"/>
                      <a:gd name="connsiteY4" fmla="*/ 3625 h 4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21" h="4514">
                        <a:moveTo>
                          <a:pt x="16280" y="3625"/>
                        </a:moveTo>
                        <a:cubicBezTo>
                          <a:pt x="15127" y="5220"/>
                          <a:pt x="8566" y="4245"/>
                          <a:pt x="6571" y="3935"/>
                        </a:cubicBezTo>
                        <a:cubicBezTo>
                          <a:pt x="4576" y="3625"/>
                          <a:pt x="-1098" y="2516"/>
                          <a:pt x="188" y="876"/>
                        </a:cubicBezTo>
                        <a:cubicBezTo>
                          <a:pt x="1473" y="-764"/>
                          <a:pt x="7458" y="344"/>
                          <a:pt x="9320" y="654"/>
                        </a:cubicBezTo>
                        <a:cubicBezTo>
                          <a:pt x="11226" y="1009"/>
                          <a:pt x="17432" y="2029"/>
                          <a:pt x="16280" y="362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90" name="Forme libre : forme 23489">
                    <a:extLst>
                      <a:ext uri="{FF2B5EF4-FFF2-40B4-BE49-F238E27FC236}">
                        <a16:creationId xmlns:a16="http://schemas.microsoft.com/office/drawing/2014/main" id="{D2F61773-89BC-4B5E-BA4D-C48507BCFAD7}"/>
                      </a:ext>
                    </a:extLst>
                  </p:cNvPr>
                  <p:cNvSpPr/>
                  <p:nvPr/>
                </p:nvSpPr>
                <p:spPr>
                  <a:xfrm>
                    <a:off x="5705834" y="1133631"/>
                    <a:ext cx="4671" cy="1551"/>
                  </a:xfrm>
                  <a:custGeom>
                    <a:avLst/>
                    <a:gdLst>
                      <a:gd name="connsiteX0" fmla="*/ 4663 w 4671"/>
                      <a:gd name="connsiteY0" fmla="*/ 842 h 1551"/>
                      <a:gd name="connsiteX1" fmla="*/ 2491 w 4671"/>
                      <a:gd name="connsiteY1" fmla="*/ 1552 h 1551"/>
                      <a:gd name="connsiteX2" fmla="*/ 8 w 4671"/>
                      <a:gd name="connsiteY2" fmla="*/ 709 h 1551"/>
                      <a:gd name="connsiteX3" fmla="*/ 2136 w 4671"/>
                      <a:gd name="connsiteY3" fmla="*/ 0 h 1551"/>
                      <a:gd name="connsiteX4" fmla="*/ 4663 w 4671"/>
                      <a:gd name="connsiteY4" fmla="*/ 842 h 1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1" h="1551">
                        <a:moveTo>
                          <a:pt x="4663" y="842"/>
                        </a:moveTo>
                        <a:cubicBezTo>
                          <a:pt x="4796" y="1507"/>
                          <a:pt x="3289" y="1552"/>
                          <a:pt x="2491" y="1552"/>
                        </a:cubicBezTo>
                        <a:cubicBezTo>
                          <a:pt x="1693" y="1507"/>
                          <a:pt x="141" y="1330"/>
                          <a:pt x="8" y="709"/>
                        </a:cubicBezTo>
                        <a:cubicBezTo>
                          <a:pt x="-125" y="44"/>
                          <a:pt x="1338" y="0"/>
                          <a:pt x="2136" y="0"/>
                        </a:cubicBezTo>
                        <a:cubicBezTo>
                          <a:pt x="2890" y="44"/>
                          <a:pt x="4486" y="222"/>
                          <a:pt x="4663" y="84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91" name="Forme libre : forme 23490">
                    <a:extLst>
                      <a:ext uri="{FF2B5EF4-FFF2-40B4-BE49-F238E27FC236}">
                        <a16:creationId xmlns:a16="http://schemas.microsoft.com/office/drawing/2014/main" id="{3EB0D867-A4E1-4414-BC0C-702D6B359B4B}"/>
                      </a:ext>
                    </a:extLst>
                  </p:cNvPr>
                  <p:cNvSpPr/>
                  <p:nvPr/>
                </p:nvSpPr>
                <p:spPr>
                  <a:xfrm>
                    <a:off x="5692002" y="1120407"/>
                    <a:ext cx="39927" cy="17746"/>
                  </a:xfrm>
                  <a:custGeom>
                    <a:avLst/>
                    <a:gdLst>
                      <a:gd name="connsiteX0" fmla="*/ 30066 w 39927"/>
                      <a:gd name="connsiteY0" fmla="*/ 7904 h 17746"/>
                      <a:gd name="connsiteX1" fmla="*/ 39686 w 39927"/>
                      <a:gd name="connsiteY1" fmla="*/ 15174 h 17746"/>
                      <a:gd name="connsiteX2" fmla="*/ 36760 w 39927"/>
                      <a:gd name="connsiteY2" fmla="*/ 17745 h 17746"/>
                      <a:gd name="connsiteX3" fmla="*/ 31972 w 39927"/>
                      <a:gd name="connsiteY3" fmla="*/ 15972 h 17746"/>
                      <a:gd name="connsiteX4" fmla="*/ 17830 w 39927"/>
                      <a:gd name="connsiteY4" fmla="*/ 9278 h 17746"/>
                      <a:gd name="connsiteX5" fmla="*/ 408 w 39927"/>
                      <a:gd name="connsiteY5" fmla="*/ 1698 h 17746"/>
                      <a:gd name="connsiteX6" fmla="*/ 20978 w 39927"/>
                      <a:gd name="connsiteY6" fmla="*/ 2407 h 17746"/>
                      <a:gd name="connsiteX7" fmla="*/ 30066 w 39927"/>
                      <a:gd name="connsiteY7" fmla="*/ 7904 h 17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927" h="17746">
                        <a:moveTo>
                          <a:pt x="30066" y="7904"/>
                        </a:moveTo>
                        <a:cubicBezTo>
                          <a:pt x="34277" y="10254"/>
                          <a:pt x="37292" y="11938"/>
                          <a:pt x="39686" y="15174"/>
                        </a:cubicBezTo>
                        <a:cubicBezTo>
                          <a:pt x="40572" y="16371"/>
                          <a:pt x="38888" y="17790"/>
                          <a:pt x="36760" y="17745"/>
                        </a:cubicBezTo>
                        <a:cubicBezTo>
                          <a:pt x="34632" y="17701"/>
                          <a:pt x="33346" y="16815"/>
                          <a:pt x="31972" y="15972"/>
                        </a:cubicBezTo>
                        <a:cubicBezTo>
                          <a:pt x="27672" y="13268"/>
                          <a:pt x="23062" y="11317"/>
                          <a:pt x="17830" y="9278"/>
                        </a:cubicBezTo>
                        <a:cubicBezTo>
                          <a:pt x="14594" y="8037"/>
                          <a:pt x="-2872" y="5111"/>
                          <a:pt x="408" y="1698"/>
                        </a:cubicBezTo>
                        <a:cubicBezTo>
                          <a:pt x="3689" y="-1716"/>
                          <a:pt x="16678" y="811"/>
                          <a:pt x="20978" y="2407"/>
                        </a:cubicBezTo>
                        <a:cubicBezTo>
                          <a:pt x="25322" y="4003"/>
                          <a:pt x="26918" y="6131"/>
                          <a:pt x="30066" y="790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11" name="Graphique 2">
                  <a:extLst>
                    <a:ext uri="{FF2B5EF4-FFF2-40B4-BE49-F238E27FC236}">
                      <a16:creationId xmlns:a16="http://schemas.microsoft.com/office/drawing/2014/main" id="{A74EB30C-906A-4A67-BEAC-E4966CF52062}"/>
                    </a:ext>
                  </a:extLst>
                </p:cNvPr>
                <p:cNvGrpSpPr/>
                <p:nvPr/>
              </p:nvGrpSpPr>
              <p:grpSpPr>
                <a:xfrm>
                  <a:off x="5736387" y="1121252"/>
                  <a:ext cx="96071" cy="36062"/>
                  <a:chOff x="5736387" y="1121252"/>
                  <a:chExt cx="96071" cy="36062"/>
                </a:xfrm>
                <a:solidFill>
                  <a:schemeClr val="accent1"/>
                </a:solidFill>
              </p:grpSpPr>
              <p:sp>
                <p:nvSpPr>
                  <p:cNvPr id="23468" name="Forme libre : forme 23467">
                    <a:extLst>
                      <a:ext uri="{FF2B5EF4-FFF2-40B4-BE49-F238E27FC236}">
                        <a16:creationId xmlns:a16="http://schemas.microsoft.com/office/drawing/2014/main" id="{565DFDE1-204A-443F-9FA7-891CC4E55D39}"/>
                      </a:ext>
                    </a:extLst>
                  </p:cNvPr>
                  <p:cNvSpPr/>
                  <p:nvPr/>
                </p:nvSpPr>
                <p:spPr>
                  <a:xfrm>
                    <a:off x="5736396" y="1121252"/>
                    <a:ext cx="96061" cy="36062"/>
                  </a:xfrm>
                  <a:custGeom>
                    <a:avLst/>
                    <a:gdLst>
                      <a:gd name="connsiteX0" fmla="*/ 64315 w 96061"/>
                      <a:gd name="connsiteY0" fmla="*/ 35963 h 36062"/>
                      <a:gd name="connsiteX1" fmla="*/ 31687 w 96061"/>
                      <a:gd name="connsiteY1" fmla="*/ 35032 h 36062"/>
                      <a:gd name="connsiteX2" fmla="*/ 1631 w 96061"/>
                      <a:gd name="connsiteY2" fmla="*/ 20314 h 36062"/>
                      <a:gd name="connsiteX3" fmla="*/ 2606 w 96061"/>
                      <a:gd name="connsiteY3" fmla="*/ 10340 h 36062"/>
                      <a:gd name="connsiteX4" fmla="*/ 33904 w 96061"/>
                      <a:gd name="connsiteY4" fmla="*/ 10 h 36062"/>
                      <a:gd name="connsiteX5" fmla="*/ 63827 w 96061"/>
                      <a:gd name="connsiteY5" fmla="*/ 897 h 36062"/>
                      <a:gd name="connsiteX6" fmla="*/ 93396 w 96061"/>
                      <a:gd name="connsiteY6" fmla="*/ 14019 h 36062"/>
                      <a:gd name="connsiteX7" fmla="*/ 94681 w 96061"/>
                      <a:gd name="connsiteY7" fmla="*/ 23772 h 36062"/>
                      <a:gd name="connsiteX8" fmla="*/ 64315 w 96061"/>
                      <a:gd name="connsiteY8" fmla="*/ 35963 h 36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6061" h="36062">
                        <a:moveTo>
                          <a:pt x="64315" y="35963"/>
                        </a:moveTo>
                        <a:cubicBezTo>
                          <a:pt x="56601" y="36273"/>
                          <a:pt x="39755" y="35830"/>
                          <a:pt x="31687" y="35032"/>
                        </a:cubicBezTo>
                        <a:cubicBezTo>
                          <a:pt x="16615" y="33613"/>
                          <a:pt x="9034" y="28205"/>
                          <a:pt x="1631" y="20314"/>
                        </a:cubicBezTo>
                        <a:cubicBezTo>
                          <a:pt x="-940" y="17566"/>
                          <a:pt x="-364" y="12512"/>
                          <a:pt x="2606" y="10340"/>
                        </a:cubicBezTo>
                        <a:cubicBezTo>
                          <a:pt x="11118" y="4000"/>
                          <a:pt x="19984" y="232"/>
                          <a:pt x="33904" y="10"/>
                        </a:cubicBezTo>
                        <a:cubicBezTo>
                          <a:pt x="41351" y="-78"/>
                          <a:pt x="56202" y="410"/>
                          <a:pt x="63827" y="897"/>
                        </a:cubicBezTo>
                        <a:cubicBezTo>
                          <a:pt x="78057" y="1872"/>
                          <a:pt x="85638" y="6926"/>
                          <a:pt x="93396" y="14019"/>
                        </a:cubicBezTo>
                        <a:cubicBezTo>
                          <a:pt x="96100" y="16457"/>
                          <a:pt x="97120" y="21289"/>
                          <a:pt x="94681" y="23772"/>
                        </a:cubicBezTo>
                        <a:cubicBezTo>
                          <a:pt x="87544" y="30909"/>
                          <a:pt x="78767" y="35431"/>
                          <a:pt x="64315" y="3596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69" name="Forme libre : forme 23468">
                    <a:extLst>
                      <a:ext uri="{FF2B5EF4-FFF2-40B4-BE49-F238E27FC236}">
                        <a16:creationId xmlns:a16="http://schemas.microsoft.com/office/drawing/2014/main" id="{1F54C67F-058A-485C-993D-7517B03BD749}"/>
                      </a:ext>
                    </a:extLst>
                  </p:cNvPr>
                  <p:cNvSpPr/>
                  <p:nvPr/>
                </p:nvSpPr>
                <p:spPr>
                  <a:xfrm>
                    <a:off x="5736387" y="1137310"/>
                    <a:ext cx="94646" cy="19882"/>
                  </a:xfrm>
                  <a:custGeom>
                    <a:avLst/>
                    <a:gdLst>
                      <a:gd name="connsiteX0" fmla="*/ 37149 w 94646"/>
                      <a:gd name="connsiteY0" fmla="*/ 6605 h 19882"/>
                      <a:gd name="connsiteX1" fmla="*/ 0 w 94646"/>
                      <a:gd name="connsiteY1" fmla="*/ 0 h 19882"/>
                      <a:gd name="connsiteX2" fmla="*/ 1596 w 94646"/>
                      <a:gd name="connsiteY2" fmla="*/ 4167 h 19882"/>
                      <a:gd name="connsiteX3" fmla="*/ 5497 w 94646"/>
                      <a:gd name="connsiteY3" fmla="*/ 8024 h 19882"/>
                      <a:gd name="connsiteX4" fmla="*/ 19062 w 94646"/>
                      <a:gd name="connsiteY4" fmla="*/ 16270 h 19882"/>
                      <a:gd name="connsiteX5" fmla="*/ 31652 w 94646"/>
                      <a:gd name="connsiteY5" fmla="*/ 18885 h 19882"/>
                      <a:gd name="connsiteX6" fmla="*/ 36883 w 94646"/>
                      <a:gd name="connsiteY6" fmla="*/ 19284 h 19882"/>
                      <a:gd name="connsiteX7" fmla="*/ 61842 w 94646"/>
                      <a:gd name="connsiteY7" fmla="*/ 19860 h 19882"/>
                      <a:gd name="connsiteX8" fmla="*/ 64236 w 94646"/>
                      <a:gd name="connsiteY8" fmla="*/ 19816 h 19882"/>
                      <a:gd name="connsiteX9" fmla="*/ 77668 w 94646"/>
                      <a:gd name="connsiteY9" fmla="*/ 17777 h 19882"/>
                      <a:gd name="connsiteX10" fmla="*/ 91056 w 94646"/>
                      <a:gd name="connsiteY10" fmla="*/ 10773 h 19882"/>
                      <a:gd name="connsiteX11" fmla="*/ 94558 w 94646"/>
                      <a:gd name="connsiteY11" fmla="*/ 7581 h 19882"/>
                      <a:gd name="connsiteX12" fmla="*/ 94647 w 94646"/>
                      <a:gd name="connsiteY12" fmla="*/ 7448 h 19882"/>
                      <a:gd name="connsiteX13" fmla="*/ 37149 w 94646"/>
                      <a:gd name="connsiteY13" fmla="*/ 6605 h 198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46" h="19882">
                        <a:moveTo>
                          <a:pt x="37149" y="6605"/>
                        </a:moveTo>
                        <a:cubicBezTo>
                          <a:pt x="24027" y="6871"/>
                          <a:pt x="9886" y="5807"/>
                          <a:pt x="0" y="0"/>
                        </a:cubicBezTo>
                        <a:cubicBezTo>
                          <a:pt x="44" y="1552"/>
                          <a:pt x="532" y="3059"/>
                          <a:pt x="1596" y="4167"/>
                        </a:cubicBezTo>
                        <a:cubicBezTo>
                          <a:pt x="2881" y="5541"/>
                          <a:pt x="4167" y="6827"/>
                          <a:pt x="5497" y="8024"/>
                        </a:cubicBezTo>
                        <a:cubicBezTo>
                          <a:pt x="9310" y="11482"/>
                          <a:pt x="13565" y="14319"/>
                          <a:pt x="19062" y="16270"/>
                        </a:cubicBezTo>
                        <a:cubicBezTo>
                          <a:pt x="22653" y="17511"/>
                          <a:pt x="26732" y="18397"/>
                          <a:pt x="31652" y="18885"/>
                        </a:cubicBezTo>
                        <a:cubicBezTo>
                          <a:pt x="33159" y="19018"/>
                          <a:pt x="34933" y="19151"/>
                          <a:pt x="36883" y="19284"/>
                        </a:cubicBezTo>
                        <a:cubicBezTo>
                          <a:pt x="44597" y="19772"/>
                          <a:pt x="55148" y="19949"/>
                          <a:pt x="61842" y="19860"/>
                        </a:cubicBezTo>
                        <a:cubicBezTo>
                          <a:pt x="62684" y="19816"/>
                          <a:pt x="63526" y="19816"/>
                          <a:pt x="64236" y="19816"/>
                        </a:cubicBezTo>
                        <a:cubicBezTo>
                          <a:pt x="69378" y="19639"/>
                          <a:pt x="73767" y="18929"/>
                          <a:pt x="77668" y="17777"/>
                        </a:cubicBezTo>
                        <a:cubicBezTo>
                          <a:pt x="82943" y="16181"/>
                          <a:pt x="87243" y="13743"/>
                          <a:pt x="91056" y="10773"/>
                        </a:cubicBezTo>
                        <a:cubicBezTo>
                          <a:pt x="92297" y="9797"/>
                          <a:pt x="93450" y="8733"/>
                          <a:pt x="94558" y="7581"/>
                        </a:cubicBezTo>
                        <a:lnTo>
                          <a:pt x="94647" y="7448"/>
                        </a:lnTo>
                        <a:cubicBezTo>
                          <a:pt x="75673" y="7093"/>
                          <a:pt x="55946" y="6251"/>
                          <a:pt x="37149" y="660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70" name="Forme libre : forme 23469">
                    <a:extLst>
                      <a:ext uri="{FF2B5EF4-FFF2-40B4-BE49-F238E27FC236}">
                        <a16:creationId xmlns:a16="http://schemas.microsoft.com/office/drawing/2014/main" id="{2698A8B8-6B7E-4328-A109-771143605CBD}"/>
                      </a:ext>
                    </a:extLst>
                  </p:cNvPr>
                  <p:cNvSpPr/>
                  <p:nvPr/>
                </p:nvSpPr>
                <p:spPr>
                  <a:xfrm>
                    <a:off x="5769635" y="1134432"/>
                    <a:ext cx="44420" cy="11707"/>
                  </a:xfrm>
                  <a:custGeom>
                    <a:avLst/>
                    <a:gdLst>
                      <a:gd name="connsiteX0" fmla="*/ 44420 w 44420"/>
                      <a:gd name="connsiteY0" fmla="*/ 6381 h 11707"/>
                      <a:gd name="connsiteX1" fmla="*/ 21146 w 44420"/>
                      <a:gd name="connsiteY1" fmla="*/ 11701 h 11707"/>
                      <a:gd name="connsiteX2" fmla="*/ 0 w 44420"/>
                      <a:gd name="connsiteY2" fmla="*/ 4785 h 11707"/>
                      <a:gd name="connsiteX3" fmla="*/ 21323 w 44420"/>
                      <a:gd name="connsiteY3" fmla="*/ 130 h 11707"/>
                      <a:gd name="connsiteX4" fmla="*/ 44420 w 44420"/>
                      <a:gd name="connsiteY4" fmla="*/ 6381 h 11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420" h="11707">
                        <a:moveTo>
                          <a:pt x="44420" y="6381"/>
                        </a:moveTo>
                        <a:cubicBezTo>
                          <a:pt x="44508" y="11124"/>
                          <a:pt x="27042" y="11789"/>
                          <a:pt x="21146" y="11701"/>
                        </a:cubicBezTo>
                        <a:cubicBezTo>
                          <a:pt x="15250" y="11612"/>
                          <a:pt x="-44" y="9927"/>
                          <a:pt x="0" y="4785"/>
                        </a:cubicBezTo>
                        <a:cubicBezTo>
                          <a:pt x="0" y="-357"/>
                          <a:pt x="15826" y="-180"/>
                          <a:pt x="21323" y="130"/>
                        </a:cubicBezTo>
                        <a:cubicBezTo>
                          <a:pt x="26820" y="441"/>
                          <a:pt x="44331" y="1682"/>
                          <a:pt x="44420" y="638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71" name="Forme libre : forme 23470">
                    <a:extLst>
                      <a:ext uri="{FF2B5EF4-FFF2-40B4-BE49-F238E27FC236}">
                        <a16:creationId xmlns:a16="http://schemas.microsoft.com/office/drawing/2014/main" id="{5C1E84BA-5207-4F9D-81E9-798E261C8B03}"/>
                      </a:ext>
                    </a:extLst>
                  </p:cNvPr>
                  <p:cNvSpPr/>
                  <p:nvPr/>
                </p:nvSpPr>
                <p:spPr>
                  <a:xfrm>
                    <a:off x="5769343" y="1134917"/>
                    <a:ext cx="31190" cy="11232"/>
                  </a:xfrm>
                  <a:custGeom>
                    <a:avLst/>
                    <a:gdLst>
                      <a:gd name="connsiteX0" fmla="*/ 9778 w 31190"/>
                      <a:gd name="connsiteY0" fmla="*/ 0 h 11232"/>
                      <a:gd name="connsiteX1" fmla="*/ 70 w 31190"/>
                      <a:gd name="connsiteY1" fmla="*/ 4300 h 11232"/>
                      <a:gd name="connsiteX2" fmla="*/ 21703 w 31190"/>
                      <a:gd name="connsiteY2" fmla="*/ 11216 h 11232"/>
                      <a:gd name="connsiteX3" fmla="*/ 31190 w 31190"/>
                      <a:gd name="connsiteY3" fmla="*/ 10684 h 11232"/>
                      <a:gd name="connsiteX4" fmla="*/ 26136 w 31190"/>
                      <a:gd name="connsiteY4" fmla="*/ 10240 h 11232"/>
                      <a:gd name="connsiteX5" fmla="*/ 9778 w 31190"/>
                      <a:gd name="connsiteY5" fmla="*/ 0 h 11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190" h="11232">
                        <a:moveTo>
                          <a:pt x="9778" y="0"/>
                        </a:moveTo>
                        <a:cubicBezTo>
                          <a:pt x="6986" y="798"/>
                          <a:pt x="-817" y="1064"/>
                          <a:pt x="70" y="4300"/>
                        </a:cubicBezTo>
                        <a:cubicBezTo>
                          <a:pt x="1533" y="9487"/>
                          <a:pt x="14300" y="10994"/>
                          <a:pt x="21703" y="11216"/>
                        </a:cubicBezTo>
                        <a:cubicBezTo>
                          <a:pt x="23876" y="11304"/>
                          <a:pt x="28752" y="11038"/>
                          <a:pt x="31190" y="10684"/>
                        </a:cubicBezTo>
                        <a:cubicBezTo>
                          <a:pt x="29772" y="10595"/>
                          <a:pt x="27422" y="10551"/>
                          <a:pt x="26136" y="10240"/>
                        </a:cubicBezTo>
                        <a:cubicBezTo>
                          <a:pt x="18733" y="8423"/>
                          <a:pt x="10044" y="5630"/>
                          <a:pt x="9778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72" name="Forme libre : forme 23471">
                    <a:extLst>
                      <a:ext uri="{FF2B5EF4-FFF2-40B4-BE49-F238E27FC236}">
                        <a16:creationId xmlns:a16="http://schemas.microsoft.com/office/drawing/2014/main" id="{13701E0B-3D54-4931-865C-CC4F6258C1AE}"/>
                      </a:ext>
                    </a:extLst>
                  </p:cNvPr>
                  <p:cNvSpPr/>
                  <p:nvPr/>
                </p:nvSpPr>
                <p:spPr>
                  <a:xfrm>
                    <a:off x="5771890" y="1135867"/>
                    <a:ext cx="44631" cy="11684"/>
                  </a:xfrm>
                  <a:custGeom>
                    <a:avLst/>
                    <a:gdLst>
                      <a:gd name="connsiteX0" fmla="*/ 44558 w 44631"/>
                      <a:gd name="connsiteY0" fmla="*/ 6143 h 11684"/>
                      <a:gd name="connsiteX1" fmla="*/ 20974 w 44631"/>
                      <a:gd name="connsiteY1" fmla="*/ 11684 h 11684"/>
                      <a:gd name="connsiteX2" fmla="*/ 6 w 44631"/>
                      <a:gd name="connsiteY2" fmla="*/ 4724 h 11684"/>
                      <a:gd name="connsiteX3" fmla="*/ 21240 w 44631"/>
                      <a:gd name="connsiteY3" fmla="*/ 69 h 11684"/>
                      <a:gd name="connsiteX4" fmla="*/ 44558 w 44631"/>
                      <a:gd name="connsiteY4" fmla="*/ 6143 h 11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31" h="11684">
                        <a:moveTo>
                          <a:pt x="44558" y="6143"/>
                        </a:moveTo>
                        <a:cubicBezTo>
                          <a:pt x="43140" y="10886"/>
                          <a:pt x="27358" y="11640"/>
                          <a:pt x="20974" y="11684"/>
                        </a:cubicBezTo>
                        <a:cubicBezTo>
                          <a:pt x="14635" y="11728"/>
                          <a:pt x="360" y="10000"/>
                          <a:pt x="6" y="4724"/>
                        </a:cubicBezTo>
                        <a:cubicBezTo>
                          <a:pt x="-349" y="-507"/>
                          <a:pt x="16142" y="-64"/>
                          <a:pt x="21240" y="69"/>
                        </a:cubicBezTo>
                        <a:cubicBezTo>
                          <a:pt x="26382" y="291"/>
                          <a:pt x="45977" y="1488"/>
                          <a:pt x="44558" y="614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73" name="Forme libre : forme 23472">
                    <a:extLst>
                      <a:ext uri="{FF2B5EF4-FFF2-40B4-BE49-F238E27FC236}">
                        <a16:creationId xmlns:a16="http://schemas.microsoft.com/office/drawing/2014/main" id="{E3646BD6-FBA7-4177-AC36-712E26F5D5D6}"/>
                      </a:ext>
                    </a:extLst>
                  </p:cNvPr>
                  <p:cNvSpPr/>
                  <p:nvPr/>
                </p:nvSpPr>
                <p:spPr>
                  <a:xfrm>
                    <a:off x="5748763" y="1129610"/>
                    <a:ext cx="55140" cy="24359"/>
                  </a:xfrm>
                  <a:custGeom>
                    <a:avLst/>
                    <a:gdLst>
                      <a:gd name="connsiteX0" fmla="*/ 258 w 55140"/>
                      <a:gd name="connsiteY0" fmla="*/ 9031 h 24359"/>
                      <a:gd name="connsiteX1" fmla="*/ 5622 w 55140"/>
                      <a:gd name="connsiteY1" fmla="*/ 14971 h 24359"/>
                      <a:gd name="connsiteX2" fmla="*/ 25660 w 55140"/>
                      <a:gd name="connsiteY2" fmla="*/ 23482 h 24359"/>
                      <a:gd name="connsiteX3" fmla="*/ 47249 w 55140"/>
                      <a:gd name="connsiteY3" fmla="*/ 23083 h 24359"/>
                      <a:gd name="connsiteX4" fmla="*/ 54962 w 55140"/>
                      <a:gd name="connsiteY4" fmla="*/ 16833 h 24359"/>
                      <a:gd name="connsiteX5" fmla="*/ 48135 w 55140"/>
                      <a:gd name="connsiteY5" fmla="*/ 13996 h 24359"/>
                      <a:gd name="connsiteX6" fmla="*/ 29516 w 55140"/>
                      <a:gd name="connsiteY6" fmla="*/ 6858 h 24359"/>
                      <a:gd name="connsiteX7" fmla="*/ 10897 w 55140"/>
                      <a:gd name="connsiteY7" fmla="*/ 31 h 24359"/>
                      <a:gd name="connsiteX8" fmla="*/ 258 w 55140"/>
                      <a:gd name="connsiteY8" fmla="*/ 9031 h 24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140" h="24359">
                        <a:moveTo>
                          <a:pt x="258" y="9031"/>
                        </a:moveTo>
                        <a:cubicBezTo>
                          <a:pt x="1278" y="12001"/>
                          <a:pt x="2342" y="12976"/>
                          <a:pt x="5622" y="14971"/>
                        </a:cubicBezTo>
                        <a:cubicBezTo>
                          <a:pt x="11784" y="18783"/>
                          <a:pt x="16971" y="21887"/>
                          <a:pt x="25660" y="23482"/>
                        </a:cubicBezTo>
                        <a:cubicBezTo>
                          <a:pt x="32886" y="24812"/>
                          <a:pt x="41131" y="24591"/>
                          <a:pt x="47249" y="23083"/>
                        </a:cubicBezTo>
                        <a:cubicBezTo>
                          <a:pt x="51815" y="21931"/>
                          <a:pt x="56071" y="19714"/>
                          <a:pt x="54962" y="16833"/>
                        </a:cubicBezTo>
                        <a:cubicBezTo>
                          <a:pt x="54297" y="15060"/>
                          <a:pt x="50840" y="14838"/>
                          <a:pt x="48135" y="13996"/>
                        </a:cubicBezTo>
                        <a:cubicBezTo>
                          <a:pt x="41752" y="11956"/>
                          <a:pt x="35590" y="10272"/>
                          <a:pt x="29516" y="6858"/>
                        </a:cubicBezTo>
                        <a:cubicBezTo>
                          <a:pt x="24330" y="3933"/>
                          <a:pt x="18833" y="-412"/>
                          <a:pt x="10897" y="31"/>
                        </a:cubicBezTo>
                        <a:cubicBezTo>
                          <a:pt x="3716" y="475"/>
                          <a:pt x="-1205" y="4908"/>
                          <a:pt x="258" y="903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74" name="Forme libre : forme 23473">
                    <a:extLst>
                      <a:ext uri="{FF2B5EF4-FFF2-40B4-BE49-F238E27FC236}">
                        <a16:creationId xmlns:a16="http://schemas.microsoft.com/office/drawing/2014/main" id="{0899C1A3-5485-452A-8403-FFDB9AFA36B7}"/>
                      </a:ext>
                    </a:extLst>
                  </p:cNvPr>
                  <p:cNvSpPr/>
                  <p:nvPr/>
                </p:nvSpPr>
                <p:spPr>
                  <a:xfrm>
                    <a:off x="5759985" y="1130082"/>
                    <a:ext cx="18181" cy="5300"/>
                  </a:xfrm>
                  <a:custGeom>
                    <a:avLst/>
                    <a:gdLst>
                      <a:gd name="connsiteX0" fmla="*/ 1803 w 18181"/>
                      <a:gd name="connsiteY0" fmla="*/ 2795 h 5300"/>
                      <a:gd name="connsiteX1" fmla="*/ 74 w 18181"/>
                      <a:gd name="connsiteY1" fmla="*/ 3903 h 5300"/>
                      <a:gd name="connsiteX2" fmla="*/ 1360 w 18181"/>
                      <a:gd name="connsiteY2" fmla="*/ 5100 h 5300"/>
                      <a:gd name="connsiteX3" fmla="*/ 4640 w 18181"/>
                      <a:gd name="connsiteY3" fmla="*/ 5277 h 5300"/>
                      <a:gd name="connsiteX4" fmla="*/ 12753 w 18181"/>
                      <a:gd name="connsiteY4" fmla="*/ 4613 h 5300"/>
                      <a:gd name="connsiteX5" fmla="*/ 15679 w 18181"/>
                      <a:gd name="connsiteY5" fmla="*/ 3992 h 5300"/>
                      <a:gd name="connsiteX6" fmla="*/ 14083 w 18181"/>
                      <a:gd name="connsiteY6" fmla="*/ 2 h 5300"/>
                      <a:gd name="connsiteX7" fmla="*/ 1803 w 18181"/>
                      <a:gd name="connsiteY7" fmla="*/ 2795 h 5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181" h="5300">
                        <a:moveTo>
                          <a:pt x="1803" y="2795"/>
                        </a:moveTo>
                        <a:cubicBezTo>
                          <a:pt x="961" y="3105"/>
                          <a:pt x="340" y="3371"/>
                          <a:pt x="74" y="3903"/>
                        </a:cubicBezTo>
                        <a:cubicBezTo>
                          <a:pt x="-236" y="4435"/>
                          <a:pt x="473" y="4879"/>
                          <a:pt x="1360" y="5100"/>
                        </a:cubicBezTo>
                        <a:cubicBezTo>
                          <a:pt x="2246" y="5322"/>
                          <a:pt x="3621" y="5322"/>
                          <a:pt x="4640" y="5277"/>
                        </a:cubicBezTo>
                        <a:cubicBezTo>
                          <a:pt x="7344" y="5189"/>
                          <a:pt x="10182" y="5012"/>
                          <a:pt x="12753" y="4613"/>
                        </a:cubicBezTo>
                        <a:cubicBezTo>
                          <a:pt x="13817" y="4435"/>
                          <a:pt x="14792" y="4347"/>
                          <a:pt x="15679" y="3992"/>
                        </a:cubicBezTo>
                        <a:cubicBezTo>
                          <a:pt x="19225" y="2573"/>
                          <a:pt x="19269" y="-87"/>
                          <a:pt x="14083" y="2"/>
                        </a:cubicBezTo>
                        <a:cubicBezTo>
                          <a:pt x="10049" y="91"/>
                          <a:pt x="5217" y="1465"/>
                          <a:pt x="1803" y="279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75" name="Forme libre : forme 23474">
                    <a:extLst>
                      <a:ext uri="{FF2B5EF4-FFF2-40B4-BE49-F238E27FC236}">
                        <a16:creationId xmlns:a16="http://schemas.microsoft.com/office/drawing/2014/main" id="{09807FC8-9893-44A6-8D90-508C27050AE5}"/>
                      </a:ext>
                    </a:extLst>
                  </p:cNvPr>
                  <p:cNvSpPr/>
                  <p:nvPr/>
                </p:nvSpPr>
                <p:spPr>
                  <a:xfrm>
                    <a:off x="5801819" y="1143694"/>
                    <a:ext cx="27928" cy="12767"/>
                  </a:xfrm>
                  <a:custGeom>
                    <a:avLst/>
                    <a:gdLst>
                      <a:gd name="connsiteX0" fmla="*/ 27928 w 27928"/>
                      <a:gd name="connsiteY0" fmla="*/ 0 h 12767"/>
                      <a:gd name="connsiteX1" fmla="*/ 0 w 27928"/>
                      <a:gd name="connsiteY1" fmla="*/ 12767 h 12767"/>
                      <a:gd name="connsiteX2" fmla="*/ 27928 w 27928"/>
                      <a:gd name="connsiteY2" fmla="*/ 0 h 12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928" h="12767">
                        <a:moveTo>
                          <a:pt x="27928" y="0"/>
                        </a:moveTo>
                        <a:cubicBezTo>
                          <a:pt x="23939" y="6517"/>
                          <a:pt x="9265" y="10551"/>
                          <a:pt x="0" y="12767"/>
                        </a:cubicBezTo>
                        <a:cubicBezTo>
                          <a:pt x="10063" y="10329"/>
                          <a:pt x="20747" y="4876"/>
                          <a:pt x="2792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76" name="Forme libre : forme 23475">
                    <a:extLst>
                      <a:ext uri="{FF2B5EF4-FFF2-40B4-BE49-F238E27FC236}">
                        <a16:creationId xmlns:a16="http://schemas.microsoft.com/office/drawing/2014/main" id="{24A466BC-2B58-4244-A27C-85262B9814A4}"/>
                      </a:ext>
                    </a:extLst>
                  </p:cNvPr>
                  <p:cNvSpPr/>
                  <p:nvPr/>
                </p:nvSpPr>
                <p:spPr>
                  <a:xfrm>
                    <a:off x="5739534" y="1122371"/>
                    <a:ext cx="31740" cy="10107"/>
                  </a:xfrm>
                  <a:custGeom>
                    <a:avLst/>
                    <a:gdLst>
                      <a:gd name="connsiteX0" fmla="*/ 31741 w 31740"/>
                      <a:gd name="connsiteY0" fmla="*/ 0 h 10107"/>
                      <a:gd name="connsiteX1" fmla="*/ 0 w 31740"/>
                      <a:gd name="connsiteY1" fmla="*/ 10108 h 10107"/>
                      <a:gd name="connsiteX2" fmla="*/ 31741 w 31740"/>
                      <a:gd name="connsiteY2" fmla="*/ 0 h 10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740" h="10107">
                        <a:moveTo>
                          <a:pt x="31741" y="0"/>
                        </a:moveTo>
                        <a:cubicBezTo>
                          <a:pt x="19417" y="310"/>
                          <a:pt x="8423" y="5009"/>
                          <a:pt x="0" y="10108"/>
                        </a:cubicBezTo>
                        <a:cubicBezTo>
                          <a:pt x="7625" y="4965"/>
                          <a:pt x="21279" y="1818"/>
                          <a:pt x="317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77" name="Forme libre : forme 23476">
                    <a:extLst>
                      <a:ext uri="{FF2B5EF4-FFF2-40B4-BE49-F238E27FC236}">
                        <a16:creationId xmlns:a16="http://schemas.microsoft.com/office/drawing/2014/main" id="{69F8AAA7-CBE8-474E-A0D8-7FBBBB1B552B}"/>
                      </a:ext>
                    </a:extLst>
                  </p:cNvPr>
                  <p:cNvSpPr/>
                  <p:nvPr/>
                </p:nvSpPr>
                <p:spPr>
                  <a:xfrm>
                    <a:off x="5787591" y="1135701"/>
                    <a:ext cx="16443" cy="4375"/>
                  </a:xfrm>
                  <a:custGeom>
                    <a:avLst/>
                    <a:gdLst>
                      <a:gd name="connsiteX0" fmla="*/ 16312 w 16443"/>
                      <a:gd name="connsiteY0" fmla="*/ 3427 h 4375"/>
                      <a:gd name="connsiteX1" fmla="*/ 6604 w 16443"/>
                      <a:gd name="connsiteY1" fmla="*/ 3915 h 4375"/>
                      <a:gd name="connsiteX2" fmla="*/ 176 w 16443"/>
                      <a:gd name="connsiteY2" fmla="*/ 945 h 4375"/>
                      <a:gd name="connsiteX3" fmla="*/ 9308 w 16443"/>
                      <a:gd name="connsiteY3" fmla="*/ 590 h 4375"/>
                      <a:gd name="connsiteX4" fmla="*/ 16312 w 16443"/>
                      <a:gd name="connsiteY4" fmla="*/ 3427 h 4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43" h="4375">
                        <a:moveTo>
                          <a:pt x="16312" y="3427"/>
                        </a:moveTo>
                        <a:cubicBezTo>
                          <a:pt x="15204" y="5023"/>
                          <a:pt x="8643" y="4181"/>
                          <a:pt x="6604" y="3915"/>
                        </a:cubicBezTo>
                        <a:cubicBezTo>
                          <a:pt x="4609" y="3649"/>
                          <a:pt x="-1066" y="2629"/>
                          <a:pt x="176" y="945"/>
                        </a:cubicBezTo>
                        <a:cubicBezTo>
                          <a:pt x="1417" y="-740"/>
                          <a:pt x="7402" y="280"/>
                          <a:pt x="9308" y="590"/>
                        </a:cubicBezTo>
                        <a:cubicBezTo>
                          <a:pt x="11214" y="900"/>
                          <a:pt x="17420" y="1831"/>
                          <a:pt x="16312" y="342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78" name="Forme libre : forme 23477">
                    <a:extLst>
                      <a:ext uri="{FF2B5EF4-FFF2-40B4-BE49-F238E27FC236}">
                        <a16:creationId xmlns:a16="http://schemas.microsoft.com/office/drawing/2014/main" id="{7D797A48-A9AE-43DD-9341-E366E87ED1F5}"/>
                      </a:ext>
                    </a:extLst>
                  </p:cNvPr>
                  <p:cNvSpPr/>
                  <p:nvPr/>
                </p:nvSpPr>
                <p:spPr>
                  <a:xfrm>
                    <a:off x="5801811" y="1137921"/>
                    <a:ext cx="4671" cy="1570"/>
                  </a:xfrm>
                  <a:custGeom>
                    <a:avLst/>
                    <a:gdLst>
                      <a:gd name="connsiteX0" fmla="*/ 4663 w 4671"/>
                      <a:gd name="connsiteY0" fmla="*/ 852 h 1570"/>
                      <a:gd name="connsiteX1" fmla="*/ 2491 w 4671"/>
                      <a:gd name="connsiteY1" fmla="*/ 1561 h 1570"/>
                      <a:gd name="connsiteX2" fmla="*/ 9 w 4671"/>
                      <a:gd name="connsiteY2" fmla="*/ 719 h 1570"/>
                      <a:gd name="connsiteX3" fmla="*/ 2092 w 4671"/>
                      <a:gd name="connsiteY3" fmla="*/ 10 h 1570"/>
                      <a:gd name="connsiteX4" fmla="*/ 4663 w 4671"/>
                      <a:gd name="connsiteY4" fmla="*/ 852 h 1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1" h="1570">
                        <a:moveTo>
                          <a:pt x="4663" y="852"/>
                        </a:moveTo>
                        <a:cubicBezTo>
                          <a:pt x="4796" y="1517"/>
                          <a:pt x="3289" y="1605"/>
                          <a:pt x="2491" y="1561"/>
                        </a:cubicBezTo>
                        <a:cubicBezTo>
                          <a:pt x="1693" y="1517"/>
                          <a:pt x="141" y="1384"/>
                          <a:pt x="9" y="719"/>
                        </a:cubicBezTo>
                        <a:cubicBezTo>
                          <a:pt x="-125" y="54"/>
                          <a:pt x="1338" y="-35"/>
                          <a:pt x="2092" y="10"/>
                        </a:cubicBezTo>
                        <a:cubicBezTo>
                          <a:pt x="2890" y="54"/>
                          <a:pt x="4530" y="187"/>
                          <a:pt x="4663" y="8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79" name="Forme libre : forme 23478">
                    <a:extLst>
                      <a:ext uri="{FF2B5EF4-FFF2-40B4-BE49-F238E27FC236}">
                        <a16:creationId xmlns:a16="http://schemas.microsoft.com/office/drawing/2014/main" id="{747D07C2-3D8D-41FA-B43D-7E5EDD665A39}"/>
                      </a:ext>
                    </a:extLst>
                  </p:cNvPr>
                  <p:cNvSpPr/>
                  <p:nvPr/>
                </p:nvSpPr>
                <p:spPr>
                  <a:xfrm>
                    <a:off x="5787813" y="1124868"/>
                    <a:ext cx="40141" cy="17230"/>
                  </a:xfrm>
                  <a:custGeom>
                    <a:avLst/>
                    <a:gdLst>
                      <a:gd name="connsiteX0" fmla="*/ 30143 w 40141"/>
                      <a:gd name="connsiteY0" fmla="*/ 7522 h 17230"/>
                      <a:gd name="connsiteX1" fmla="*/ 39896 w 40141"/>
                      <a:gd name="connsiteY1" fmla="*/ 14615 h 17230"/>
                      <a:gd name="connsiteX2" fmla="*/ 37014 w 40141"/>
                      <a:gd name="connsiteY2" fmla="*/ 17230 h 17230"/>
                      <a:gd name="connsiteX3" fmla="*/ 32182 w 40141"/>
                      <a:gd name="connsiteY3" fmla="*/ 15546 h 17230"/>
                      <a:gd name="connsiteX4" fmla="*/ 17952 w 40141"/>
                      <a:gd name="connsiteY4" fmla="*/ 9118 h 17230"/>
                      <a:gd name="connsiteX5" fmla="*/ 397 w 40141"/>
                      <a:gd name="connsiteY5" fmla="*/ 1803 h 17230"/>
                      <a:gd name="connsiteX6" fmla="*/ 20967 w 40141"/>
                      <a:gd name="connsiteY6" fmla="*/ 2202 h 17230"/>
                      <a:gd name="connsiteX7" fmla="*/ 30143 w 40141"/>
                      <a:gd name="connsiteY7" fmla="*/ 7522 h 17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141" h="17230">
                        <a:moveTo>
                          <a:pt x="30143" y="7522"/>
                        </a:moveTo>
                        <a:cubicBezTo>
                          <a:pt x="34355" y="9783"/>
                          <a:pt x="37458" y="11423"/>
                          <a:pt x="39896" y="14615"/>
                        </a:cubicBezTo>
                        <a:cubicBezTo>
                          <a:pt x="40783" y="15812"/>
                          <a:pt x="39142" y="17230"/>
                          <a:pt x="37014" y="17230"/>
                        </a:cubicBezTo>
                        <a:cubicBezTo>
                          <a:pt x="34887" y="17230"/>
                          <a:pt x="33557" y="16388"/>
                          <a:pt x="32182" y="15546"/>
                        </a:cubicBezTo>
                        <a:cubicBezTo>
                          <a:pt x="27838" y="12930"/>
                          <a:pt x="23183" y="11068"/>
                          <a:pt x="17952" y="9118"/>
                        </a:cubicBezTo>
                        <a:cubicBezTo>
                          <a:pt x="14672" y="7921"/>
                          <a:pt x="-2839" y="5261"/>
                          <a:pt x="397" y="1803"/>
                        </a:cubicBezTo>
                        <a:cubicBezTo>
                          <a:pt x="3633" y="-1655"/>
                          <a:pt x="16622" y="650"/>
                          <a:pt x="20967" y="2202"/>
                        </a:cubicBezTo>
                        <a:cubicBezTo>
                          <a:pt x="25311" y="3709"/>
                          <a:pt x="26996" y="5837"/>
                          <a:pt x="30143" y="752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12" name="Graphique 2">
                  <a:extLst>
                    <a:ext uri="{FF2B5EF4-FFF2-40B4-BE49-F238E27FC236}">
                      <a16:creationId xmlns:a16="http://schemas.microsoft.com/office/drawing/2014/main" id="{6DC9B841-76DB-4C07-8A19-0B8EEE6DF0A8}"/>
                    </a:ext>
                  </a:extLst>
                </p:cNvPr>
                <p:cNvGrpSpPr/>
                <p:nvPr/>
              </p:nvGrpSpPr>
              <p:grpSpPr>
                <a:xfrm>
                  <a:off x="5832430" y="1126647"/>
                  <a:ext cx="93661" cy="44805"/>
                  <a:chOff x="5832430" y="1126647"/>
                  <a:chExt cx="93661" cy="44805"/>
                </a:xfrm>
                <a:solidFill>
                  <a:schemeClr val="accent1"/>
                </a:solidFill>
              </p:grpSpPr>
              <p:sp>
                <p:nvSpPr>
                  <p:cNvPr id="23456" name="Forme libre : forme 23455">
                    <a:extLst>
                      <a:ext uri="{FF2B5EF4-FFF2-40B4-BE49-F238E27FC236}">
                        <a16:creationId xmlns:a16="http://schemas.microsoft.com/office/drawing/2014/main" id="{C0D92BA1-1756-4E34-9BF5-6A756A63D37E}"/>
                      </a:ext>
                    </a:extLst>
                  </p:cNvPr>
                  <p:cNvSpPr/>
                  <p:nvPr/>
                </p:nvSpPr>
                <p:spPr>
                  <a:xfrm>
                    <a:off x="5832430" y="1126647"/>
                    <a:ext cx="93661" cy="44805"/>
                  </a:xfrm>
                  <a:custGeom>
                    <a:avLst/>
                    <a:gdLst>
                      <a:gd name="connsiteX0" fmla="*/ 57874 w 93661"/>
                      <a:gd name="connsiteY0" fmla="*/ 42804 h 44805"/>
                      <a:gd name="connsiteX1" fmla="*/ 43112 w 93661"/>
                      <a:gd name="connsiteY1" fmla="*/ 38592 h 44805"/>
                      <a:gd name="connsiteX2" fmla="*/ 28882 w 93661"/>
                      <a:gd name="connsiteY2" fmla="*/ 34913 h 44805"/>
                      <a:gd name="connsiteX3" fmla="*/ 1707 w 93661"/>
                      <a:gd name="connsiteY3" fmla="*/ 18821 h 44805"/>
                      <a:gd name="connsiteX4" fmla="*/ 2505 w 93661"/>
                      <a:gd name="connsiteY4" fmla="*/ 8802 h 44805"/>
                      <a:gd name="connsiteX5" fmla="*/ 36374 w 93661"/>
                      <a:gd name="connsiteY5" fmla="*/ 601 h 44805"/>
                      <a:gd name="connsiteX6" fmla="*/ 52466 w 93661"/>
                      <a:gd name="connsiteY6" fmla="*/ 4147 h 44805"/>
                      <a:gd name="connsiteX7" fmla="*/ 67627 w 93661"/>
                      <a:gd name="connsiteY7" fmla="*/ 9156 h 44805"/>
                      <a:gd name="connsiteX8" fmla="*/ 91211 w 93661"/>
                      <a:gd name="connsiteY8" fmla="*/ 27820 h 44805"/>
                      <a:gd name="connsiteX9" fmla="*/ 92231 w 93661"/>
                      <a:gd name="connsiteY9" fmla="*/ 37617 h 44805"/>
                      <a:gd name="connsiteX10" fmla="*/ 77380 w 93661"/>
                      <a:gd name="connsiteY10" fmla="*/ 44444 h 44805"/>
                      <a:gd name="connsiteX11" fmla="*/ 57874 w 93661"/>
                      <a:gd name="connsiteY11" fmla="*/ 42804 h 44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3661" h="44805">
                        <a:moveTo>
                          <a:pt x="57874" y="42804"/>
                        </a:moveTo>
                        <a:cubicBezTo>
                          <a:pt x="54106" y="41828"/>
                          <a:pt x="48520" y="40055"/>
                          <a:pt x="43112" y="38592"/>
                        </a:cubicBezTo>
                        <a:cubicBezTo>
                          <a:pt x="37704" y="37085"/>
                          <a:pt x="32340" y="35711"/>
                          <a:pt x="28882" y="34913"/>
                        </a:cubicBezTo>
                        <a:cubicBezTo>
                          <a:pt x="15893" y="31632"/>
                          <a:pt x="9421" y="26712"/>
                          <a:pt x="1707" y="18821"/>
                        </a:cubicBezTo>
                        <a:cubicBezTo>
                          <a:pt x="-909" y="16116"/>
                          <a:pt x="-421" y="11063"/>
                          <a:pt x="2505" y="8802"/>
                        </a:cubicBezTo>
                        <a:cubicBezTo>
                          <a:pt x="10795" y="2374"/>
                          <a:pt x="21035" y="-1572"/>
                          <a:pt x="36374" y="601"/>
                        </a:cubicBezTo>
                        <a:cubicBezTo>
                          <a:pt x="40452" y="1177"/>
                          <a:pt x="46570" y="2507"/>
                          <a:pt x="52466" y="4147"/>
                        </a:cubicBezTo>
                        <a:cubicBezTo>
                          <a:pt x="58406" y="5832"/>
                          <a:pt x="63948" y="7782"/>
                          <a:pt x="67627" y="9156"/>
                        </a:cubicBezTo>
                        <a:cubicBezTo>
                          <a:pt x="81237" y="14299"/>
                          <a:pt x="84561" y="20461"/>
                          <a:pt x="91211" y="27820"/>
                        </a:cubicBezTo>
                        <a:cubicBezTo>
                          <a:pt x="93428" y="30391"/>
                          <a:pt x="94891" y="35046"/>
                          <a:pt x="92231" y="37617"/>
                        </a:cubicBezTo>
                        <a:cubicBezTo>
                          <a:pt x="88418" y="41075"/>
                          <a:pt x="83276" y="43602"/>
                          <a:pt x="77380" y="44444"/>
                        </a:cubicBezTo>
                        <a:cubicBezTo>
                          <a:pt x="71439" y="45286"/>
                          <a:pt x="64834" y="44621"/>
                          <a:pt x="57874" y="4280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57" name="Forme libre : forme 23456">
                    <a:extLst>
                      <a:ext uri="{FF2B5EF4-FFF2-40B4-BE49-F238E27FC236}">
                        <a16:creationId xmlns:a16="http://schemas.microsoft.com/office/drawing/2014/main" id="{D88CE0B0-6046-47DF-8709-B846198E5134}"/>
                      </a:ext>
                    </a:extLst>
                  </p:cNvPr>
                  <p:cNvSpPr/>
                  <p:nvPr/>
                </p:nvSpPr>
                <p:spPr>
                  <a:xfrm>
                    <a:off x="5832452" y="1141167"/>
                    <a:ext cx="92341" cy="30233"/>
                  </a:xfrm>
                  <a:custGeom>
                    <a:avLst/>
                    <a:gdLst>
                      <a:gd name="connsiteX0" fmla="*/ 35952 w 92341"/>
                      <a:gd name="connsiteY0" fmla="*/ 8955 h 30233"/>
                      <a:gd name="connsiteX1" fmla="*/ 0 w 92341"/>
                      <a:gd name="connsiteY1" fmla="*/ 0 h 30233"/>
                      <a:gd name="connsiteX2" fmla="*/ 1640 w 92341"/>
                      <a:gd name="connsiteY2" fmla="*/ 4167 h 30233"/>
                      <a:gd name="connsiteX3" fmla="*/ 5586 w 92341"/>
                      <a:gd name="connsiteY3" fmla="*/ 7980 h 30233"/>
                      <a:gd name="connsiteX4" fmla="*/ 17954 w 92341"/>
                      <a:gd name="connsiteY4" fmla="*/ 16535 h 30233"/>
                      <a:gd name="connsiteX5" fmla="*/ 28859 w 92341"/>
                      <a:gd name="connsiteY5" fmla="*/ 20304 h 30233"/>
                      <a:gd name="connsiteX6" fmla="*/ 33381 w 92341"/>
                      <a:gd name="connsiteY6" fmla="*/ 21456 h 30233"/>
                      <a:gd name="connsiteX7" fmla="*/ 55547 w 92341"/>
                      <a:gd name="connsiteY7" fmla="*/ 27618 h 30233"/>
                      <a:gd name="connsiteX8" fmla="*/ 57852 w 92341"/>
                      <a:gd name="connsiteY8" fmla="*/ 28239 h 30233"/>
                      <a:gd name="connsiteX9" fmla="*/ 71994 w 92341"/>
                      <a:gd name="connsiteY9" fmla="*/ 30234 h 30233"/>
                      <a:gd name="connsiteX10" fmla="*/ 88174 w 92341"/>
                      <a:gd name="connsiteY10" fmla="*/ 26022 h 30233"/>
                      <a:gd name="connsiteX11" fmla="*/ 92208 w 92341"/>
                      <a:gd name="connsiteY11" fmla="*/ 23008 h 30233"/>
                      <a:gd name="connsiteX12" fmla="*/ 92341 w 92341"/>
                      <a:gd name="connsiteY12" fmla="*/ 22875 h 30233"/>
                      <a:gd name="connsiteX13" fmla="*/ 63172 w 92341"/>
                      <a:gd name="connsiteY13" fmla="*/ 16181 h 30233"/>
                      <a:gd name="connsiteX14" fmla="*/ 35952 w 92341"/>
                      <a:gd name="connsiteY14" fmla="*/ 8955 h 30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2341" h="30233">
                        <a:moveTo>
                          <a:pt x="35952" y="8955"/>
                        </a:moveTo>
                        <a:cubicBezTo>
                          <a:pt x="23407" y="6738"/>
                          <a:pt x="10107" y="5541"/>
                          <a:pt x="0" y="0"/>
                        </a:cubicBezTo>
                        <a:cubicBezTo>
                          <a:pt x="89" y="1551"/>
                          <a:pt x="576" y="3059"/>
                          <a:pt x="1640" y="4167"/>
                        </a:cubicBezTo>
                        <a:cubicBezTo>
                          <a:pt x="2926" y="5497"/>
                          <a:pt x="4256" y="6783"/>
                          <a:pt x="5586" y="7980"/>
                        </a:cubicBezTo>
                        <a:cubicBezTo>
                          <a:pt x="9265" y="11437"/>
                          <a:pt x="13122" y="14230"/>
                          <a:pt x="17954" y="16535"/>
                        </a:cubicBezTo>
                        <a:cubicBezTo>
                          <a:pt x="21057" y="17998"/>
                          <a:pt x="24604" y="19195"/>
                          <a:pt x="28859" y="20304"/>
                        </a:cubicBezTo>
                        <a:cubicBezTo>
                          <a:pt x="30145" y="20614"/>
                          <a:pt x="31697" y="20968"/>
                          <a:pt x="33381" y="21456"/>
                        </a:cubicBezTo>
                        <a:cubicBezTo>
                          <a:pt x="40031" y="23052"/>
                          <a:pt x="49207" y="25756"/>
                          <a:pt x="55547" y="27618"/>
                        </a:cubicBezTo>
                        <a:cubicBezTo>
                          <a:pt x="56389" y="27840"/>
                          <a:pt x="57143" y="28061"/>
                          <a:pt x="57852" y="28239"/>
                        </a:cubicBezTo>
                        <a:cubicBezTo>
                          <a:pt x="62728" y="29524"/>
                          <a:pt x="67560" y="30234"/>
                          <a:pt x="71994" y="30234"/>
                        </a:cubicBezTo>
                        <a:cubicBezTo>
                          <a:pt x="78111" y="30189"/>
                          <a:pt x="83697" y="28593"/>
                          <a:pt x="88174" y="26022"/>
                        </a:cubicBezTo>
                        <a:cubicBezTo>
                          <a:pt x="89637" y="25091"/>
                          <a:pt x="90967" y="24116"/>
                          <a:pt x="92208" y="23008"/>
                        </a:cubicBezTo>
                        <a:lnTo>
                          <a:pt x="92341" y="22875"/>
                        </a:lnTo>
                        <a:cubicBezTo>
                          <a:pt x="82012" y="22520"/>
                          <a:pt x="72304" y="19151"/>
                          <a:pt x="63172" y="16181"/>
                        </a:cubicBezTo>
                        <a:cubicBezTo>
                          <a:pt x="53995" y="13078"/>
                          <a:pt x="44952" y="10373"/>
                          <a:pt x="35952" y="895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58" name="Forme libre : forme 23457">
                    <a:extLst>
                      <a:ext uri="{FF2B5EF4-FFF2-40B4-BE49-F238E27FC236}">
                        <a16:creationId xmlns:a16="http://schemas.microsoft.com/office/drawing/2014/main" id="{D51843AB-7EA8-4D62-817C-2A64E893BA51}"/>
                      </a:ext>
                    </a:extLst>
                  </p:cNvPr>
                  <p:cNvSpPr/>
                  <p:nvPr/>
                </p:nvSpPr>
                <p:spPr>
                  <a:xfrm>
                    <a:off x="5865402" y="1141962"/>
                    <a:ext cx="42595" cy="17633"/>
                  </a:xfrm>
                  <a:custGeom>
                    <a:avLst/>
                    <a:gdLst>
                      <a:gd name="connsiteX0" fmla="*/ 42545 w 42595"/>
                      <a:gd name="connsiteY0" fmla="*/ 15519 h 17633"/>
                      <a:gd name="connsiteX1" fmla="*/ 32216 w 42595"/>
                      <a:gd name="connsiteY1" fmla="*/ 17203 h 17633"/>
                      <a:gd name="connsiteX2" fmla="*/ 18784 w 42595"/>
                      <a:gd name="connsiteY2" fmla="*/ 14100 h 17633"/>
                      <a:gd name="connsiteX3" fmla="*/ 7125 w 42595"/>
                      <a:gd name="connsiteY3" fmla="*/ 9578 h 17633"/>
                      <a:gd name="connsiteX4" fmla="*/ 32 w 42595"/>
                      <a:gd name="connsiteY4" fmla="*/ 2840 h 17633"/>
                      <a:gd name="connsiteX5" fmla="*/ 9386 w 42595"/>
                      <a:gd name="connsiteY5" fmla="*/ 136 h 17633"/>
                      <a:gd name="connsiteX6" fmla="*/ 22064 w 42595"/>
                      <a:gd name="connsiteY6" fmla="*/ 3017 h 17633"/>
                      <a:gd name="connsiteX7" fmla="*/ 34743 w 42595"/>
                      <a:gd name="connsiteY7" fmla="*/ 8337 h 17633"/>
                      <a:gd name="connsiteX8" fmla="*/ 42545 w 42595"/>
                      <a:gd name="connsiteY8" fmla="*/ 15519 h 17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595" h="17633">
                        <a:moveTo>
                          <a:pt x="42545" y="15519"/>
                        </a:moveTo>
                        <a:cubicBezTo>
                          <a:pt x="42058" y="17824"/>
                          <a:pt x="37359" y="18001"/>
                          <a:pt x="32216" y="17203"/>
                        </a:cubicBezTo>
                        <a:cubicBezTo>
                          <a:pt x="27074" y="16405"/>
                          <a:pt x="21532" y="14898"/>
                          <a:pt x="18784" y="14100"/>
                        </a:cubicBezTo>
                        <a:cubicBezTo>
                          <a:pt x="16035" y="13258"/>
                          <a:pt x="11203" y="11573"/>
                          <a:pt x="7125" y="9578"/>
                        </a:cubicBezTo>
                        <a:cubicBezTo>
                          <a:pt x="3046" y="7672"/>
                          <a:pt x="-367" y="5367"/>
                          <a:pt x="32" y="2840"/>
                        </a:cubicBezTo>
                        <a:cubicBezTo>
                          <a:pt x="431" y="269"/>
                          <a:pt x="4598" y="-307"/>
                          <a:pt x="9386" y="136"/>
                        </a:cubicBezTo>
                        <a:cubicBezTo>
                          <a:pt x="14173" y="579"/>
                          <a:pt x="19449" y="2086"/>
                          <a:pt x="22064" y="3017"/>
                        </a:cubicBezTo>
                        <a:cubicBezTo>
                          <a:pt x="24724" y="3904"/>
                          <a:pt x="30177" y="5988"/>
                          <a:pt x="34743" y="8337"/>
                        </a:cubicBezTo>
                        <a:cubicBezTo>
                          <a:pt x="39309" y="10687"/>
                          <a:pt x="43077" y="13213"/>
                          <a:pt x="42545" y="1551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59" name="Forme libre : forme 23458">
                    <a:extLst>
                      <a:ext uri="{FF2B5EF4-FFF2-40B4-BE49-F238E27FC236}">
                        <a16:creationId xmlns:a16="http://schemas.microsoft.com/office/drawing/2014/main" id="{720CFC64-5E93-41E8-BDBD-CED689132182}"/>
                      </a:ext>
                    </a:extLst>
                  </p:cNvPr>
                  <p:cNvSpPr/>
                  <p:nvPr/>
                </p:nvSpPr>
                <p:spPr>
                  <a:xfrm>
                    <a:off x="5865195" y="1142305"/>
                    <a:ext cx="28389" cy="15973"/>
                  </a:xfrm>
                  <a:custGeom>
                    <a:avLst/>
                    <a:gdLst>
                      <a:gd name="connsiteX0" fmla="*/ 10436 w 28389"/>
                      <a:gd name="connsiteY0" fmla="*/ 59 h 15973"/>
                      <a:gd name="connsiteX1" fmla="*/ 18 w 28389"/>
                      <a:gd name="connsiteY1" fmla="*/ 2497 h 15973"/>
                      <a:gd name="connsiteX2" fmla="*/ 19258 w 28389"/>
                      <a:gd name="connsiteY2" fmla="*/ 13846 h 15973"/>
                      <a:gd name="connsiteX3" fmla="*/ 28390 w 28389"/>
                      <a:gd name="connsiteY3" fmla="*/ 15974 h 15973"/>
                      <a:gd name="connsiteX4" fmla="*/ 23691 w 28389"/>
                      <a:gd name="connsiteY4" fmla="*/ 14112 h 15973"/>
                      <a:gd name="connsiteX5" fmla="*/ 10436 w 28389"/>
                      <a:gd name="connsiteY5" fmla="*/ 59 h 1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389" h="15973">
                        <a:moveTo>
                          <a:pt x="10436" y="59"/>
                        </a:moveTo>
                        <a:cubicBezTo>
                          <a:pt x="7466" y="192"/>
                          <a:pt x="-425" y="-872"/>
                          <a:pt x="18" y="2497"/>
                        </a:cubicBezTo>
                        <a:cubicBezTo>
                          <a:pt x="771" y="7728"/>
                          <a:pt x="12386" y="11496"/>
                          <a:pt x="19258" y="13846"/>
                        </a:cubicBezTo>
                        <a:cubicBezTo>
                          <a:pt x="21253" y="14467"/>
                          <a:pt x="25952" y="15619"/>
                          <a:pt x="28390" y="15974"/>
                        </a:cubicBezTo>
                        <a:cubicBezTo>
                          <a:pt x="27060" y="15486"/>
                          <a:pt x="24843" y="14777"/>
                          <a:pt x="23691" y="14112"/>
                        </a:cubicBezTo>
                        <a:cubicBezTo>
                          <a:pt x="17263" y="10211"/>
                          <a:pt x="9593" y="5600"/>
                          <a:pt x="10436" y="5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60" name="Forme libre : forme 23459">
                    <a:extLst>
                      <a:ext uri="{FF2B5EF4-FFF2-40B4-BE49-F238E27FC236}">
                        <a16:creationId xmlns:a16="http://schemas.microsoft.com/office/drawing/2014/main" id="{414B589F-7A04-4046-A3A2-70D236E8679C}"/>
                      </a:ext>
                    </a:extLst>
                  </p:cNvPr>
                  <p:cNvSpPr/>
                  <p:nvPr/>
                </p:nvSpPr>
                <p:spPr>
                  <a:xfrm>
                    <a:off x="5867414" y="1143800"/>
                    <a:ext cx="42787" cy="17491"/>
                  </a:xfrm>
                  <a:custGeom>
                    <a:avLst/>
                    <a:gdLst>
                      <a:gd name="connsiteX0" fmla="*/ 42573 w 42787"/>
                      <a:gd name="connsiteY0" fmla="*/ 15454 h 17491"/>
                      <a:gd name="connsiteX1" fmla="*/ 31624 w 42787"/>
                      <a:gd name="connsiteY1" fmla="*/ 17139 h 17491"/>
                      <a:gd name="connsiteX2" fmla="*/ 18324 w 42787"/>
                      <a:gd name="connsiteY2" fmla="*/ 14213 h 17491"/>
                      <a:gd name="connsiteX3" fmla="*/ 6798 w 42787"/>
                      <a:gd name="connsiteY3" fmla="*/ 9691 h 17491"/>
                      <a:gd name="connsiteX4" fmla="*/ 16 w 42787"/>
                      <a:gd name="connsiteY4" fmla="*/ 2776 h 17491"/>
                      <a:gd name="connsiteX5" fmla="*/ 9281 w 42787"/>
                      <a:gd name="connsiteY5" fmla="*/ 204 h 17491"/>
                      <a:gd name="connsiteX6" fmla="*/ 21826 w 42787"/>
                      <a:gd name="connsiteY6" fmla="*/ 3130 h 17491"/>
                      <a:gd name="connsiteX7" fmla="*/ 34948 w 42787"/>
                      <a:gd name="connsiteY7" fmla="*/ 8494 h 17491"/>
                      <a:gd name="connsiteX8" fmla="*/ 42573 w 42787"/>
                      <a:gd name="connsiteY8" fmla="*/ 15454 h 17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787" h="17491">
                        <a:moveTo>
                          <a:pt x="42573" y="15454"/>
                        </a:moveTo>
                        <a:cubicBezTo>
                          <a:pt x="41332" y="17582"/>
                          <a:pt x="36633" y="17848"/>
                          <a:pt x="31624" y="17139"/>
                        </a:cubicBezTo>
                        <a:cubicBezTo>
                          <a:pt x="26570" y="16474"/>
                          <a:pt x="21294" y="15011"/>
                          <a:pt x="18324" y="14213"/>
                        </a:cubicBezTo>
                        <a:cubicBezTo>
                          <a:pt x="15354" y="13371"/>
                          <a:pt x="10699" y="11642"/>
                          <a:pt x="6798" y="9691"/>
                        </a:cubicBezTo>
                        <a:cubicBezTo>
                          <a:pt x="2941" y="7652"/>
                          <a:pt x="-250" y="5436"/>
                          <a:pt x="16" y="2776"/>
                        </a:cubicBezTo>
                        <a:cubicBezTo>
                          <a:pt x="237" y="204"/>
                          <a:pt x="4493" y="-372"/>
                          <a:pt x="9281" y="204"/>
                        </a:cubicBezTo>
                        <a:cubicBezTo>
                          <a:pt x="14113" y="692"/>
                          <a:pt x="19344" y="2332"/>
                          <a:pt x="21826" y="3130"/>
                        </a:cubicBezTo>
                        <a:cubicBezTo>
                          <a:pt x="24309" y="3928"/>
                          <a:pt x="30116" y="6101"/>
                          <a:pt x="34948" y="8494"/>
                        </a:cubicBezTo>
                        <a:cubicBezTo>
                          <a:pt x="39780" y="10888"/>
                          <a:pt x="43770" y="13326"/>
                          <a:pt x="42573" y="1545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61" name="Forme libre : forme 23460">
                    <a:extLst>
                      <a:ext uri="{FF2B5EF4-FFF2-40B4-BE49-F238E27FC236}">
                        <a16:creationId xmlns:a16="http://schemas.microsoft.com/office/drawing/2014/main" id="{A5AFC892-1377-44F4-BAD4-028FBF0CD904}"/>
                      </a:ext>
                    </a:extLst>
                  </p:cNvPr>
                  <p:cNvSpPr/>
                  <p:nvPr/>
                </p:nvSpPr>
                <p:spPr>
                  <a:xfrm>
                    <a:off x="5844817" y="1134066"/>
                    <a:ext cx="51482" cy="29679"/>
                  </a:xfrm>
                  <a:custGeom>
                    <a:avLst/>
                    <a:gdLst>
                      <a:gd name="connsiteX0" fmla="*/ 225 w 51482"/>
                      <a:gd name="connsiteY0" fmla="*/ 8386 h 29679"/>
                      <a:gd name="connsiteX1" fmla="*/ 5190 w 51482"/>
                      <a:gd name="connsiteY1" fmla="*/ 14549 h 29679"/>
                      <a:gd name="connsiteX2" fmla="*/ 22657 w 51482"/>
                      <a:gd name="connsiteY2" fmla="*/ 25188 h 29679"/>
                      <a:gd name="connsiteX3" fmla="*/ 42340 w 51482"/>
                      <a:gd name="connsiteY3" fmla="*/ 29665 h 29679"/>
                      <a:gd name="connsiteX4" fmla="*/ 51472 w 51482"/>
                      <a:gd name="connsiteY4" fmla="*/ 25897 h 29679"/>
                      <a:gd name="connsiteX5" fmla="*/ 45798 w 51482"/>
                      <a:gd name="connsiteY5" fmla="*/ 21198 h 29679"/>
                      <a:gd name="connsiteX6" fmla="*/ 29617 w 51482"/>
                      <a:gd name="connsiteY6" fmla="*/ 9583 h 29679"/>
                      <a:gd name="connsiteX7" fmla="*/ 11530 w 51482"/>
                      <a:gd name="connsiteY7" fmla="*/ 8 h 29679"/>
                      <a:gd name="connsiteX8" fmla="*/ 225 w 51482"/>
                      <a:gd name="connsiteY8" fmla="*/ 8386 h 29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482" h="29679">
                        <a:moveTo>
                          <a:pt x="225" y="8386"/>
                        </a:moveTo>
                        <a:cubicBezTo>
                          <a:pt x="1156" y="11312"/>
                          <a:pt x="2176" y="12421"/>
                          <a:pt x="5190" y="14549"/>
                        </a:cubicBezTo>
                        <a:cubicBezTo>
                          <a:pt x="10865" y="18671"/>
                          <a:pt x="15165" y="22262"/>
                          <a:pt x="22657" y="25188"/>
                        </a:cubicBezTo>
                        <a:cubicBezTo>
                          <a:pt x="28863" y="27670"/>
                          <a:pt x="36178" y="29444"/>
                          <a:pt x="42340" y="29665"/>
                        </a:cubicBezTo>
                        <a:cubicBezTo>
                          <a:pt x="46906" y="29798"/>
                          <a:pt x="51738" y="29000"/>
                          <a:pt x="51472" y="25897"/>
                        </a:cubicBezTo>
                        <a:cubicBezTo>
                          <a:pt x="51339" y="24035"/>
                          <a:pt x="48103" y="22794"/>
                          <a:pt x="45798" y="21198"/>
                        </a:cubicBezTo>
                        <a:cubicBezTo>
                          <a:pt x="40300" y="17430"/>
                          <a:pt x="34936" y="14194"/>
                          <a:pt x="29617" y="9583"/>
                        </a:cubicBezTo>
                        <a:cubicBezTo>
                          <a:pt x="25139" y="5771"/>
                          <a:pt x="19997" y="230"/>
                          <a:pt x="11530" y="8"/>
                        </a:cubicBezTo>
                        <a:cubicBezTo>
                          <a:pt x="3905" y="-214"/>
                          <a:pt x="-1149" y="4219"/>
                          <a:pt x="225" y="838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62" name="Forme libre : forme 23461">
                    <a:extLst>
                      <a:ext uri="{FF2B5EF4-FFF2-40B4-BE49-F238E27FC236}">
                        <a16:creationId xmlns:a16="http://schemas.microsoft.com/office/drawing/2014/main" id="{2620F223-13B3-4977-8C67-11AFBE71E8B8}"/>
                      </a:ext>
                    </a:extLst>
                  </p:cNvPr>
                  <p:cNvSpPr/>
                  <p:nvPr/>
                </p:nvSpPr>
                <p:spPr>
                  <a:xfrm>
                    <a:off x="5856338" y="1136312"/>
                    <a:ext cx="19016" cy="4651"/>
                  </a:xfrm>
                  <a:custGeom>
                    <a:avLst/>
                    <a:gdLst>
                      <a:gd name="connsiteX0" fmla="*/ 2004 w 19016"/>
                      <a:gd name="connsiteY0" fmla="*/ 1220 h 4651"/>
                      <a:gd name="connsiteX1" fmla="*/ 97 w 19016"/>
                      <a:gd name="connsiteY1" fmla="*/ 2151 h 4651"/>
                      <a:gd name="connsiteX2" fmla="*/ 1294 w 19016"/>
                      <a:gd name="connsiteY2" fmla="*/ 3481 h 4651"/>
                      <a:gd name="connsiteX3" fmla="*/ 4619 w 19016"/>
                      <a:gd name="connsiteY3" fmla="*/ 4013 h 4651"/>
                      <a:gd name="connsiteX4" fmla="*/ 12909 w 19016"/>
                      <a:gd name="connsiteY4" fmla="*/ 4589 h 4651"/>
                      <a:gd name="connsiteX5" fmla="*/ 15968 w 19016"/>
                      <a:gd name="connsiteY5" fmla="*/ 4545 h 4651"/>
                      <a:gd name="connsiteX6" fmla="*/ 15081 w 19016"/>
                      <a:gd name="connsiteY6" fmla="*/ 334 h 4651"/>
                      <a:gd name="connsiteX7" fmla="*/ 2004 w 19016"/>
                      <a:gd name="connsiteY7" fmla="*/ 1220 h 4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16" h="4651">
                        <a:moveTo>
                          <a:pt x="2004" y="1220"/>
                        </a:moveTo>
                        <a:cubicBezTo>
                          <a:pt x="1117" y="1442"/>
                          <a:pt x="452" y="1619"/>
                          <a:pt x="97" y="2151"/>
                        </a:cubicBezTo>
                        <a:cubicBezTo>
                          <a:pt x="-257" y="2683"/>
                          <a:pt x="408" y="3127"/>
                          <a:pt x="1294" y="3481"/>
                        </a:cubicBezTo>
                        <a:cubicBezTo>
                          <a:pt x="2181" y="3792"/>
                          <a:pt x="3555" y="3969"/>
                          <a:pt x="4619" y="4013"/>
                        </a:cubicBezTo>
                        <a:cubicBezTo>
                          <a:pt x="7323" y="4323"/>
                          <a:pt x="10293" y="4501"/>
                          <a:pt x="12909" y="4589"/>
                        </a:cubicBezTo>
                        <a:cubicBezTo>
                          <a:pt x="14017" y="4634"/>
                          <a:pt x="15037" y="4723"/>
                          <a:pt x="15968" y="4545"/>
                        </a:cubicBezTo>
                        <a:cubicBezTo>
                          <a:pt x="19869" y="3836"/>
                          <a:pt x="20489" y="1265"/>
                          <a:pt x="15081" y="334"/>
                        </a:cubicBezTo>
                        <a:cubicBezTo>
                          <a:pt x="10870" y="-420"/>
                          <a:pt x="5639" y="201"/>
                          <a:pt x="2004" y="122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63" name="Forme libre : forme 23462">
                    <a:extLst>
                      <a:ext uri="{FF2B5EF4-FFF2-40B4-BE49-F238E27FC236}">
                        <a16:creationId xmlns:a16="http://schemas.microsoft.com/office/drawing/2014/main" id="{43EDA561-297B-46C1-8F86-FECC5D75DDC7}"/>
                      </a:ext>
                    </a:extLst>
                  </p:cNvPr>
                  <p:cNvSpPr/>
                  <p:nvPr/>
                </p:nvSpPr>
                <p:spPr>
                  <a:xfrm>
                    <a:off x="5891590" y="1162845"/>
                    <a:ext cx="31740" cy="6535"/>
                  </a:xfrm>
                  <a:custGeom>
                    <a:avLst/>
                    <a:gdLst>
                      <a:gd name="connsiteX0" fmla="*/ 31741 w 31740"/>
                      <a:gd name="connsiteY0" fmla="*/ 0 h 6535"/>
                      <a:gd name="connsiteX1" fmla="*/ 17644 w 31740"/>
                      <a:gd name="connsiteY1" fmla="*/ 6118 h 6535"/>
                      <a:gd name="connsiteX2" fmla="*/ 0 w 31740"/>
                      <a:gd name="connsiteY2" fmla="*/ 6162 h 6535"/>
                      <a:gd name="connsiteX3" fmla="*/ 31741 w 31740"/>
                      <a:gd name="connsiteY3" fmla="*/ 0 h 6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740" h="6535">
                        <a:moveTo>
                          <a:pt x="31741" y="0"/>
                        </a:moveTo>
                        <a:cubicBezTo>
                          <a:pt x="29613" y="3236"/>
                          <a:pt x="23983" y="5408"/>
                          <a:pt x="17644" y="6118"/>
                        </a:cubicBezTo>
                        <a:cubicBezTo>
                          <a:pt x="11304" y="6871"/>
                          <a:pt x="4788" y="6428"/>
                          <a:pt x="0" y="6162"/>
                        </a:cubicBezTo>
                        <a:cubicBezTo>
                          <a:pt x="10240" y="6916"/>
                          <a:pt x="24072" y="4921"/>
                          <a:pt x="317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64" name="Forme libre : forme 23463">
                    <a:extLst>
                      <a:ext uri="{FF2B5EF4-FFF2-40B4-BE49-F238E27FC236}">
                        <a16:creationId xmlns:a16="http://schemas.microsoft.com/office/drawing/2014/main" id="{F12E0458-50AB-4DF2-A414-E3F03496110E}"/>
                      </a:ext>
                    </a:extLst>
                  </p:cNvPr>
                  <p:cNvSpPr/>
                  <p:nvPr/>
                </p:nvSpPr>
                <p:spPr>
                  <a:xfrm>
                    <a:off x="5835511" y="1128023"/>
                    <a:ext cx="34267" cy="8268"/>
                  </a:xfrm>
                  <a:custGeom>
                    <a:avLst/>
                    <a:gdLst>
                      <a:gd name="connsiteX0" fmla="*/ 34268 w 34267"/>
                      <a:gd name="connsiteY0" fmla="*/ 466 h 8268"/>
                      <a:gd name="connsiteX1" fmla="*/ 0 w 34267"/>
                      <a:gd name="connsiteY1" fmla="*/ 8268 h 8268"/>
                      <a:gd name="connsiteX2" fmla="*/ 15516 w 34267"/>
                      <a:gd name="connsiteY2" fmla="*/ 2195 h 8268"/>
                      <a:gd name="connsiteX3" fmla="*/ 34268 w 34267"/>
                      <a:gd name="connsiteY3" fmla="*/ 466 h 8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267" h="8268">
                        <a:moveTo>
                          <a:pt x="34268" y="466"/>
                        </a:moveTo>
                        <a:cubicBezTo>
                          <a:pt x="20703" y="-1485"/>
                          <a:pt x="8201" y="2993"/>
                          <a:pt x="0" y="8268"/>
                        </a:cubicBezTo>
                        <a:cubicBezTo>
                          <a:pt x="3680" y="5653"/>
                          <a:pt x="9354" y="3436"/>
                          <a:pt x="15516" y="2195"/>
                        </a:cubicBezTo>
                        <a:cubicBezTo>
                          <a:pt x="21678" y="821"/>
                          <a:pt x="28416" y="422"/>
                          <a:pt x="34268" y="46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65" name="Forme libre : forme 23464">
                    <a:extLst>
                      <a:ext uri="{FF2B5EF4-FFF2-40B4-BE49-F238E27FC236}">
                        <a16:creationId xmlns:a16="http://schemas.microsoft.com/office/drawing/2014/main" id="{A115300B-C148-4274-9FCE-A5144519E195}"/>
                      </a:ext>
                    </a:extLst>
                  </p:cNvPr>
                  <p:cNvSpPr/>
                  <p:nvPr/>
                </p:nvSpPr>
                <p:spPr>
                  <a:xfrm>
                    <a:off x="5883515" y="1145811"/>
                    <a:ext cx="15388" cy="7582"/>
                  </a:xfrm>
                  <a:custGeom>
                    <a:avLst/>
                    <a:gdLst>
                      <a:gd name="connsiteX0" fmla="*/ 15123 w 15388"/>
                      <a:gd name="connsiteY0" fmla="*/ 7282 h 7582"/>
                      <a:gd name="connsiteX1" fmla="*/ 5724 w 15388"/>
                      <a:gd name="connsiteY1" fmla="*/ 4932 h 7582"/>
                      <a:gd name="connsiteX2" fmla="*/ 316 w 15388"/>
                      <a:gd name="connsiteY2" fmla="*/ 366 h 7582"/>
                      <a:gd name="connsiteX3" fmla="*/ 9271 w 15388"/>
                      <a:gd name="connsiteY3" fmla="*/ 2538 h 7582"/>
                      <a:gd name="connsiteX4" fmla="*/ 15123 w 15388"/>
                      <a:gd name="connsiteY4" fmla="*/ 7282 h 7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88" h="7582">
                        <a:moveTo>
                          <a:pt x="15123" y="7282"/>
                        </a:moveTo>
                        <a:cubicBezTo>
                          <a:pt x="13571" y="8479"/>
                          <a:pt x="7542" y="5774"/>
                          <a:pt x="5724" y="4932"/>
                        </a:cubicBezTo>
                        <a:cubicBezTo>
                          <a:pt x="3863" y="4090"/>
                          <a:pt x="-1324" y="1607"/>
                          <a:pt x="316" y="366"/>
                        </a:cubicBezTo>
                        <a:cubicBezTo>
                          <a:pt x="2001" y="-964"/>
                          <a:pt x="7586" y="1696"/>
                          <a:pt x="9271" y="2538"/>
                        </a:cubicBezTo>
                        <a:cubicBezTo>
                          <a:pt x="11000" y="3336"/>
                          <a:pt x="16674" y="6040"/>
                          <a:pt x="15123" y="728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66" name="Forme libre : forme 23465">
                    <a:extLst>
                      <a:ext uri="{FF2B5EF4-FFF2-40B4-BE49-F238E27FC236}">
                        <a16:creationId xmlns:a16="http://schemas.microsoft.com/office/drawing/2014/main" id="{877DEED0-5B0D-478B-8AC5-82A4EAF2B47C}"/>
                      </a:ext>
                    </a:extLst>
                  </p:cNvPr>
                  <p:cNvSpPr/>
                  <p:nvPr/>
                </p:nvSpPr>
                <p:spPr>
                  <a:xfrm>
                    <a:off x="5896817" y="1151644"/>
                    <a:ext cx="4393" cy="2186"/>
                  </a:xfrm>
                  <a:custGeom>
                    <a:avLst/>
                    <a:gdLst>
                      <a:gd name="connsiteX0" fmla="*/ 4393 w 4393"/>
                      <a:gd name="connsiteY0" fmla="*/ 1802 h 2186"/>
                      <a:gd name="connsiteX1" fmla="*/ 2132 w 4393"/>
                      <a:gd name="connsiteY1" fmla="*/ 1891 h 2186"/>
                      <a:gd name="connsiteX2" fmla="*/ 4 w 4393"/>
                      <a:gd name="connsiteY2" fmla="*/ 384 h 2186"/>
                      <a:gd name="connsiteX3" fmla="*/ 2220 w 4393"/>
                      <a:gd name="connsiteY3" fmla="*/ 295 h 2186"/>
                      <a:gd name="connsiteX4" fmla="*/ 4393 w 4393"/>
                      <a:gd name="connsiteY4" fmla="*/ 1802 h 2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3" h="2186">
                        <a:moveTo>
                          <a:pt x="4393" y="1802"/>
                        </a:moveTo>
                        <a:cubicBezTo>
                          <a:pt x="4348" y="2467"/>
                          <a:pt x="2841" y="2113"/>
                          <a:pt x="2132" y="1891"/>
                        </a:cubicBezTo>
                        <a:cubicBezTo>
                          <a:pt x="1378" y="1625"/>
                          <a:pt x="-85" y="1049"/>
                          <a:pt x="4" y="384"/>
                        </a:cubicBezTo>
                        <a:cubicBezTo>
                          <a:pt x="48" y="-281"/>
                          <a:pt x="1467" y="74"/>
                          <a:pt x="2220" y="295"/>
                        </a:cubicBezTo>
                        <a:cubicBezTo>
                          <a:pt x="2930" y="561"/>
                          <a:pt x="4437" y="1138"/>
                          <a:pt x="4393" y="18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67" name="Forme libre : forme 23466">
                    <a:extLst>
                      <a:ext uri="{FF2B5EF4-FFF2-40B4-BE49-F238E27FC236}">
                        <a16:creationId xmlns:a16="http://schemas.microsoft.com/office/drawing/2014/main" id="{33331DC9-50A6-4C1D-9014-0E7D67864FB7}"/>
                      </a:ext>
                    </a:extLst>
                  </p:cNvPr>
                  <p:cNvSpPr/>
                  <p:nvPr/>
                </p:nvSpPr>
                <p:spPr>
                  <a:xfrm>
                    <a:off x="5886066" y="1136052"/>
                    <a:ext cx="35600" cy="24886"/>
                  </a:xfrm>
                  <a:custGeom>
                    <a:avLst/>
                    <a:gdLst>
                      <a:gd name="connsiteX0" fmla="*/ 27511 w 35600"/>
                      <a:gd name="connsiteY0" fmla="*/ 14158 h 24886"/>
                      <a:gd name="connsiteX1" fmla="*/ 35402 w 35600"/>
                      <a:gd name="connsiteY1" fmla="*/ 22537 h 24886"/>
                      <a:gd name="connsiteX2" fmla="*/ 32255 w 35600"/>
                      <a:gd name="connsiteY2" fmla="*/ 24842 h 24886"/>
                      <a:gd name="connsiteX3" fmla="*/ 27689 w 35600"/>
                      <a:gd name="connsiteY3" fmla="*/ 22404 h 24886"/>
                      <a:gd name="connsiteX4" fmla="*/ 15764 w 35600"/>
                      <a:gd name="connsiteY4" fmla="*/ 12651 h 24886"/>
                      <a:gd name="connsiteX5" fmla="*/ 5789 w 35600"/>
                      <a:gd name="connsiteY5" fmla="*/ 6711 h 24886"/>
                      <a:gd name="connsiteX6" fmla="*/ 647 w 35600"/>
                      <a:gd name="connsiteY6" fmla="*/ 593 h 24886"/>
                      <a:gd name="connsiteX7" fmla="*/ 20596 w 35600"/>
                      <a:gd name="connsiteY7" fmla="*/ 6844 h 24886"/>
                      <a:gd name="connsiteX8" fmla="*/ 27511 w 35600"/>
                      <a:gd name="connsiteY8" fmla="*/ 14158 h 24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600" h="24886">
                        <a:moveTo>
                          <a:pt x="27511" y="14158"/>
                        </a:moveTo>
                        <a:cubicBezTo>
                          <a:pt x="30792" y="17217"/>
                          <a:pt x="33274" y="19168"/>
                          <a:pt x="35402" y="22537"/>
                        </a:cubicBezTo>
                        <a:cubicBezTo>
                          <a:pt x="36200" y="23778"/>
                          <a:pt x="34471" y="25152"/>
                          <a:pt x="32255" y="24842"/>
                        </a:cubicBezTo>
                        <a:cubicBezTo>
                          <a:pt x="30082" y="24621"/>
                          <a:pt x="28930" y="23468"/>
                          <a:pt x="27689" y="22404"/>
                        </a:cubicBezTo>
                        <a:cubicBezTo>
                          <a:pt x="23965" y="18990"/>
                          <a:pt x="20197" y="16020"/>
                          <a:pt x="15764" y="12651"/>
                        </a:cubicBezTo>
                        <a:cubicBezTo>
                          <a:pt x="14389" y="11632"/>
                          <a:pt x="9735" y="9193"/>
                          <a:pt x="5789" y="6711"/>
                        </a:cubicBezTo>
                        <a:cubicBezTo>
                          <a:pt x="1844" y="4228"/>
                          <a:pt x="-1437" y="1834"/>
                          <a:pt x="647" y="593"/>
                        </a:cubicBezTo>
                        <a:cubicBezTo>
                          <a:pt x="4991" y="-1934"/>
                          <a:pt x="17271" y="4273"/>
                          <a:pt x="20596" y="6844"/>
                        </a:cubicBezTo>
                        <a:cubicBezTo>
                          <a:pt x="24186" y="9415"/>
                          <a:pt x="25073" y="11809"/>
                          <a:pt x="27511" y="1415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13" name="Graphique 2">
                  <a:extLst>
                    <a:ext uri="{FF2B5EF4-FFF2-40B4-BE49-F238E27FC236}">
                      <a16:creationId xmlns:a16="http://schemas.microsoft.com/office/drawing/2014/main" id="{4D2F7893-35BD-4243-8227-120CFE04017F}"/>
                    </a:ext>
                  </a:extLst>
                </p:cNvPr>
                <p:cNvGrpSpPr/>
                <p:nvPr/>
              </p:nvGrpSpPr>
              <p:grpSpPr>
                <a:xfrm>
                  <a:off x="5926123" y="1127868"/>
                  <a:ext cx="93685" cy="43944"/>
                  <a:chOff x="5926123" y="1127868"/>
                  <a:chExt cx="93685" cy="43944"/>
                </a:xfrm>
                <a:solidFill>
                  <a:schemeClr val="accent1"/>
                </a:solidFill>
              </p:grpSpPr>
              <p:sp>
                <p:nvSpPr>
                  <p:cNvPr id="23444" name="Forme libre : forme 23443">
                    <a:extLst>
                      <a:ext uri="{FF2B5EF4-FFF2-40B4-BE49-F238E27FC236}">
                        <a16:creationId xmlns:a16="http://schemas.microsoft.com/office/drawing/2014/main" id="{74D2FA3B-60A9-4DB9-AF1A-A51B36D17A43}"/>
                      </a:ext>
                    </a:extLst>
                  </p:cNvPr>
                  <p:cNvSpPr/>
                  <p:nvPr/>
                </p:nvSpPr>
                <p:spPr>
                  <a:xfrm>
                    <a:off x="5926177" y="1127868"/>
                    <a:ext cx="93631" cy="43944"/>
                  </a:xfrm>
                  <a:custGeom>
                    <a:avLst/>
                    <a:gdLst>
                      <a:gd name="connsiteX0" fmla="*/ 62187 w 93631"/>
                      <a:gd name="connsiteY0" fmla="*/ 35199 h 43944"/>
                      <a:gd name="connsiteX1" fmla="*/ 58906 w 93631"/>
                      <a:gd name="connsiteY1" fmla="*/ 35332 h 43944"/>
                      <a:gd name="connsiteX2" fmla="*/ 55493 w 93631"/>
                      <a:gd name="connsiteY2" fmla="*/ 35509 h 43944"/>
                      <a:gd name="connsiteX3" fmla="*/ 49730 w 93631"/>
                      <a:gd name="connsiteY3" fmla="*/ 36263 h 43944"/>
                      <a:gd name="connsiteX4" fmla="*/ 38292 w 93631"/>
                      <a:gd name="connsiteY4" fmla="*/ 40075 h 43944"/>
                      <a:gd name="connsiteX5" fmla="*/ 17678 w 93631"/>
                      <a:gd name="connsiteY5" fmla="*/ 43755 h 43944"/>
                      <a:gd name="connsiteX6" fmla="*/ 1896 w 93631"/>
                      <a:gd name="connsiteY6" fmla="*/ 36662 h 43944"/>
                      <a:gd name="connsiteX7" fmla="*/ 2162 w 93631"/>
                      <a:gd name="connsiteY7" fmla="*/ 26643 h 43944"/>
                      <a:gd name="connsiteX8" fmla="*/ 11561 w 93631"/>
                      <a:gd name="connsiteY8" fmla="*/ 17112 h 43944"/>
                      <a:gd name="connsiteX9" fmla="*/ 24417 w 93631"/>
                      <a:gd name="connsiteY9" fmla="*/ 7802 h 43944"/>
                      <a:gd name="connsiteX10" fmla="*/ 42149 w 93631"/>
                      <a:gd name="connsiteY10" fmla="*/ 1374 h 43944"/>
                      <a:gd name="connsiteX11" fmla="*/ 53187 w 93631"/>
                      <a:gd name="connsiteY11" fmla="*/ 44 h 43944"/>
                      <a:gd name="connsiteX12" fmla="*/ 57887 w 93631"/>
                      <a:gd name="connsiteY12" fmla="*/ 0 h 43944"/>
                      <a:gd name="connsiteX13" fmla="*/ 61034 w 93631"/>
                      <a:gd name="connsiteY13" fmla="*/ 133 h 43944"/>
                      <a:gd name="connsiteX14" fmla="*/ 90824 w 93631"/>
                      <a:gd name="connsiteY14" fmla="*/ 12590 h 43944"/>
                      <a:gd name="connsiteX15" fmla="*/ 92332 w 93631"/>
                      <a:gd name="connsiteY15" fmla="*/ 22299 h 43944"/>
                      <a:gd name="connsiteX16" fmla="*/ 62187 w 93631"/>
                      <a:gd name="connsiteY16" fmla="*/ 35199 h 43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3631" h="43944">
                        <a:moveTo>
                          <a:pt x="62187" y="35199"/>
                        </a:moveTo>
                        <a:cubicBezTo>
                          <a:pt x="61211" y="35243"/>
                          <a:pt x="60103" y="35287"/>
                          <a:pt x="58906" y="35332"/>
                        </a:cubicBezTo>
                        <a:cubicBezTo>
                          <a:pt x="57665" y="35376"/>
                          <a:pt x="56246" y="35420"/>
                          <a:pt x="55493" y="35509"/>
                        </a:cubicBezTo>
                        <a:cubicBezTo>
                          <a:pt x="53586" y="35598"/>
                          <a:pt x="51636" y="35819"/>
                          <a:pt x="49730" y="36263"/>
                        </a:cubicBezTo>
                        <a:cubicBezTo>
                          <a:pt x="45961" y="36972"/>
                          <a:pt x="41883" y="38612"/>
                          <a:pt x="38292" y="40075"/>
                        </a:cubicBezTo>
                        <a:cubicBezTo>
                          <a:pt x="31776" y="42735"/>
                          <a:pt x="24062" y="44553"/>
                          <a:pt x="17678" y="43755"/>
                        </a:cubicBezTo>
                        <a:cubicBezTo>
                          <a:pt x="11206" y="43090"/>
                          <a:pt x="6064" y="40386"/>
                          <a:pt x="1896" y="36662"/>
                        </a:cubicBezTo>
                        <a:cubicBezTo>
                          <a:pt x="-1029" y="34090"/>
                          <a:pt x="-276" y="28992"/>
                          <a:pt x="2162" y="26643"/>
                        </a:cubicBezTo>
                        <a:cubicBezTo>
                          <a:pt x="5798" y="23141"/>
                          <a:pt x="8635" y="20038"/>
                          <a:pt x="11561" y="17112"/>
                        </a:cubicBezTo>
                        <a:cubicBezTo>
                          <a:pt x="14575" y="14186"/>
                          <a:pt x="17723" y="11349"/>
                          <a:pt x="24417" y="7802"/>
                        </a:cubicBezTo>
                        <a:cubicBezTo>
                          <a:pt x="27919" y="5985"/>
                          <a:pt x="34524" y="2926"/>
                          <a:pt x="42149" y="1374"/>
                        </a:cubicBezTo>
                        <a:cubicBezTo>
                          <a:pt x="45873" y="576"/>
                          <a:pt x="49774" y="133"/>
                          <a:pt x="53187" y="44"/>
                        </a:cubicBezTo>
                        <a:cubicBezTo>
                          <a:pt x="54828" y="0"/>
                          <a:pt x="56734" y="0"/>
                          <a:pt x="57887" y="0"/>
                        </a:cubicBezTo>
                        <a:cubicBezTo>
                          <a:pt x="59039" y="44"/>
                          <a:pt x="60103" y="89"/>
                          <a:pt x="61034" y="133"/>
                        </a:cubicBezTo>
                        <a:cubicBezTo>
                          <a:pt x="75264" y="754"/>
                          <a:pt x="82889" y="5719"/>
                          <a:pt x="90824" y="12590"/>
                        </a:cubicBezTo>
                        <a:cubicBezTo>
                          <a:pt x="93573" y="14984"/>
                          <a:pt x="94726" y="19772"/>
                          <a:pt x="92332" y="22299"/>
                        </a:cubicBezTo>
                        <a:cubicBezTo>
                          <a:pt x="85372" y="29702"/>
                          <a:pt x="76683" y="34357"/>
                          <a:pt x="62187" y="3519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45" name="Forme libre : forme 23444">
                    <a:extLst>
                      <a:ext uri="{FF2B5EF4-FFF2-40B4-BE49-F238E27FC236}">
                        <a16:creationId xmlns:a16="http://schemas.microsoft.com/office/drawing/2014/main" id="{309DFB68-AFD5-40B0-9E69-84AADF5EE5DE}"/>
                      </a:ext>
                    </a:extLst>
                  </p:cNvPr>
                  <p:cNvSpPr/>
                  <p:nvPr/>
                </p:nvSpPr>
                <p:spPr>
                  <a:xfrm>
                    <a:off x="5926123" y="1149856"/>
                    <a:ext cx="92474" cy="21858"/>
                  </a:xfrm>
                  <a:custGeom>
                    <a:avLst/>
                    <a:gdLst>
                      <a:gd name="connsiteX0" fmla="*/ 37415 w 92474"/>
                      <a:gd name="connsiteY0" fmla="*/ 4743 h 21858"/>
                      <a:gd name="connsiteX1" fmla="*/ 18796 w 92474"/>
                      <a:gd name="connsiteY1" fmla="*/ 12413 h 21858"/>
                      <a:gd name="connsiteX2" fmla="*/ 0 w 92474"/>
                      <a:gd name="connsiteY2" fmla="*/ 10506 h 21858"/>
                      <a:gd name="connsiteX3" fmla="*/ 1862 w 92474"/>
                      <a:gd name="connsiteY3" fmla="*/ 14585 h 21858"/>
                      <a:gd name="connsiteX4" fmla="*/ 6561 w 92474"/>
                      <a:gd name="connsiteY4" fmla="*/ 17998 h 21858"/>
                      <a:gd name="connsiteX5" fmla="*/ 24692 w 92474"/>
                      <a:gd name="connsiteY5" fmla="*/ 21634 h 21858"/>
                      <a:gd name="connsiteX6" fmla="*/ 38258 w 92474"/>
                      <a:gd name="connsiteY6" fmla="*/ 17998 h 21858"/>
                      <a:gd name="connsiteX7" fmla="*/ 42425 w 92474"/>
                      <a:gd name="connsiteY7" fmla="*/ 16402 h 21858"/>
                      <a:gd name="connsiteX8" fmla="*/ 50803 w 92474"/>
                      <a:gd name="connsiteY8" fmla="*/ 13964 h 21858"/>
                      <a:gd name="connsiteX9" fmla="*/ 55015 w 92474"/>
                      <a:gd name="connsiteY9" fmla="*/ 13477 h 21858"/>
                      <a:gd name="connsiteX10" fmla="*/ 57187 w 92474"/>
                      <a:gd name="connsiteY10" fmla="*/ 13344 h 21858"/>
                      <a:gd name="connsiteX11" fmla="*/ 59891 w 92474"/>
                      <a:gd name="connsiteY11" fmla="*/ 13255 h 21858"/>
                      <a:gd name="connsiteX12" fmla="*/ 62285 w 92474"/>
                      <a:gd name="connsiteY12" fmla="*/ 13122 h 21858"/>
                      <a:gd name="connsiteX13" fmla="*/ 75673 w 92474"/>
                      <a:gd name="connsiteY13" fmla="*/ 10817 h 21858"/>
                      <a:gd name="connsiteX14" fmla="*/ 88928 w 92474"/>
                      <a:gd name="connsiteY14" fmla="*/ 3502 h 21858"/>
                      <a:gd name="connsiteX15" fmla="*/ 92386 w 92474"/>
                      <a:gd name="connsiteY15" fmla="*/ 222 h 21858"/>
                      <a:gd name="connsiteX16" fmla="*/ 92474 w 92474"/>
                      <a:gd name="connsiteY16" fmla="*/ 89 h 21858"/>
                      <a:gd name="connsiteX17" fmla="*/ 63571 w 92474"/>
                      <a:gd name="connsiteY17" fmla="*/ 0 h 21858"/>
                      <a:gd name="connsiteX18" fmla="*/ 56389 w 92474"/>
                      <a:gd name="connsiteY18" fmla="*/ 44 h 21858"/>
                      <a:gd name="connsiteX19" fmla="*/ 49828 w 92474"/>
                      <a:gd name="connsiteY19" fmla="*/ 621 h 21858"/>
                      <a:gd name="connsiteX20" fmla="*/ 37415 w 92474"/>
                      <a:gd name="connsiteY20" fmla="*/ 4743 h 21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92474" h="21858">
                        <a:moveTo>
                          <a:pt x="37415" y="4743"/>
                        </a:moveTo>
                        <a:cubicBezTo>
                          <a:pt x="31918" y="7359"/>
                          <a:pt x="25756" y="10905"/>
                          <a:pt x="18796" y="12413"/>
                        </a:cubicBezTo>
                        <a:cubicBezTo>
                          <a:pt x="11925" y="14009"/>
                          <a:pt x="4965" y="13299"/>
                          <a:pt x="0" y="10506"/>
                        </a:cubicBezTo>
                        <a:cubicBezTo>
                          <a:pt x="89" y="12058"/>
                          <a:pt x="665" y="13521"/>
                          <a:pt x="1862" y="14585"/>
                        </a:cubicBezTo>
                        <a:cubicBezTo>
                          <a:pt x="3325" y="15915"/>
                          <a:pt x="4876" y="17023"/>
                          <a:pt x="6561" y="17998"/>
                        </a:cubicBezTo>
                        <a:cubicBezTo>
                          <a:pt x="11349" y="20880"/>
                          <a:pt x="17599" y="22476"/>
                          <a:pt x="24692" y="21634"/>
                        </a:cubicBezTo>
                        <a:cubicBezTo>
                          <a:pt x="29303" y="21146"/>
                          <a:pt x="34002" y="19683"/>
                          <a:pt x="38258" y="17998"/>
                        </a:cubicBezTo>
                        <a:cubicBezTo>
                          <a:pt x="39499" y="17555"/>
                          <a:pt x="41006" y="16890"/>
                          <a:pt x="42425" y="16402"/>
                        </a:cubicBezTo>
                        <a:cubicBezTo>
                          <a:pt x="45262" y="15338"/>
                          <a:pt x="48011" y="14408"/>
                          <a:pt x="50803" y="13964"/>
                        </a:cubicBezTo>
                        <a:cubicBezTo>
                          <a:pt x="52222" y="13787"/>
                          <a:pt x="53596" y="13521"/>
                          <a:pt x="55015" y="13477"/>
                        </a:cubicBezTo>
                        <a:cubicBezTo>
                          <a:pt x="55768" y="13432"/>
                          <a:pt x="56212" y="13344"/>
                          <a:pt x="57187" y="13344"/>
                        </a:cubicBezTo>
                        <a:cubicBezTo>
                          <a:pt x="58118" y="13299"/>
                          <a:pt x="59049" y="13299"/>
                          <a:pt x="59891" y="13255"/>
                        </a:cubicBezTo>
                        <a:cubicBezTo>
                          <a:pt x="60778" y="13211"/>
                          <a:pt x="61576" y="13166"/>
                          <a:pt x="62285" y="13122"/>
                        </a:cubicBezTo>
                        <a:cubicBezTo>
                          <a:pt x="67427" y="12812"/>
                          <a:pt x="71816" y="12014"/>
                          <a:pt x="75673" y="10817"/>
                        </a:cubicBezTo>
                        <a:cubicBezTo>
                          <a:pt x="80948" y="9132"/>
                          <a:pt x="85160" y="6561"/>
                          <a:pt x="88928" y="3502"/>
                        </a:cubicBezTo>
                        <a:cubicBezTo>
                          <a:pt x="90125" y="2483"/>
                          <a:pt x="91277" y="1374"/>
                          <a:pt x="92386" y="222"/>
                        </a:cubicBezTo>
                        <a:lnTo>
                          <a:pt x="92474" y="89"/>
                        </a:lnTo>
                        <a:cubicBezTo>
                          <a:pt x="82943" y="44"/>
                          <a:pt x="73235" y="44"/>
                          <a:pt x="63571" y="0"/>
                        </a:cubicBezTo>
                        <a:lnTo>
                          <a:pt x="56389" y="44"/>
                        </a:lnTo>
                        <a:cubicBezTo>
                          <a:pt x="54172" y="89"/>
                          <a:pt x="51956" y="266"/>
                          <a:pt x="49828" y="621"/>
                        </a:cubicBezTo>
                        <a:cubicBezTo>
                          <a:pt x="45439" y="1419"/>
                          <a:pt x="41361" y="2837"/>
                          <a:pt x="37415" y="474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46" name="Forme libre : forme 23445">
                    <a:extLst>
                      <a:ext uri="{FF2B5EF4-FFF2-40B4-BE49-F238E27FC236}">
                        <a16:creationId xmlns:a16="http://schemas.microsoft.com/office/drawing/2014/main" id="{68AAD709-03D9-487F-81E8-26E18B1A07EB}"/>
                      </a:ext>
                    </a:extLst>
                  </p:cNvPr>
                  <p:cNvSpPr/>
                  <p:nvPr/>
                </p:nvSpPr>
                <p:spPr>
                  <a:xfrm>
                    <a:off x="5957837" y="1140811"/>
                    <a:ext cx="43606" cy="13034"/>
                  </a:xfrm>
                  <a:custGeom>
                    <a:avLst/>
                    <a:gdLst>
                      <a:gd name="connsiteX0" fmla="*/ 43605 w 43606"/>
                      <a:gd name="connsiteY0" fmla="*/ 5543 h 13034"/>
                      <a:gd name="connsiteX1" fmla="*/ 34296 w 43606"/>
                      <a:gd name="connsiteY1" fmla="*/ 10198 h 13034"/>
                      <a:gd name="connsiteX2" fmla="*/ 26538 w 43606"/>
                      <a:gd name="connsiteY2" fmla="*/ 11085 h 13034"/>
                      <a:gd name="connsiteX3" fmla="*/ 20996 w 43606"/>
                      <a:gd name="connsiteY3" fmla="*/ 11528 h 13034"/>
                      <a:gd name="connsiteX4" fmla="*/ 9736 w 43606"/>
                      <a:gd name="connsiteY4" fmla="*/ 12725 h 13034"/>
                      <a:gd name="connsiteX5" fmla="*/ 249 w 43606"/>
                      <a:gd name="connsiteY5" fmla="*/ 11129 h 13034"/>
                      <a:gd name="connsiteX6" fmla="*/ 6544 w 43606"/>
                      <a:gd name="connsiteY6" fmla="*/ 3548 h 13034"/>
                      <a:gd name="connsiteX7" fmla="*/ 19932 w 43606"/>
                      <a:gd name="connsiteY7" fmla="*/ 46 h 13034"/>
                      <a:gd name="connsiteX8" fmla="*/ 26316 w 43606"/>
                      <a:gd name="connsiteY8" fmla="*/ 135 h 13034"/>
                      <a:gd name="connsiteX9" fmla="*/ 33985 w 43606"/>
                      <a:gd name="connsiteY9" fmla="*/ 977 h 13034"/>
                      <a:gd name="connsiteX10" fmla="*/ 43605 w 43606"/>
                      <a:gd name="connsiteY10" fmla="*/ 5543 h 13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3606" h="13034">
                        <a:moveTo>
                          <a:pt x="43605" y="5543"/>
                        </a:moveTo>
                        <a:cubicBezTo>
                          <a:pt x="43694" y="7893"/>
                          <a:pt x="39394" y="9356"/>
                          <a:pt x="34296" y="10198"/>
                        </a:cubicBezTo>
                        <a:cubicBezTo>
                          <a:pt x="31769" y="10641"/>
                          <a:pt x="29020" y="10907"/>
                          <a:pt x="26538" y="11085"/>
                        </a:cubicBezTo>
                        <a:cubicBezTo>
                          <a:pt x="24277" y="11262"/>
                          <a:pt x="22282" y="11395"/>
                          <a:pt x="20996" y="11528"/>
                        </a:cubicBezTo>
                        <a:cubicBezTo>
                          <a:pt x="18425" y="11794"/>
                          <a:pt x="13948" y="12193"/>
                          <a:pt x="9736" y="12725"/>
                        </a:cubicBezTo>
                        <a:cubicBezTo>
                          <a:pt x="5525" y="13168"/>
                          <a:pt x="1402" y="13478"/>
                          <a:pt x="249" y="11129"/>
                        </a:cubicBezTo>
                        <a:cubicBezTo>
                          <a:pt x="-903" y="8868"/>
                          <a:pt x="2067" y="5854"/>
                          <a:pt x="6544" y="3548"/>
                        </a:cubicBezTo>
                        <a:cubicBezTo>
                          <a:pt x="10977" y="1199"/>
                          <a:pt x="16918" y="135"/>
                          <a:pt x="19932" y="46"/>
                        </a:cubicBezTo>
                        <a:cubicBezTo>
                          <a:pt x="21395" y="-43"/>
                          <a:pt x="23833" y="2"/>
                          <a:pt x="26316" y="135"/>
                        </a:cubicBezTo>
                        <a:cubicBezTo>
                          <a:pt x="28710" y="312"/>
                          <a:pt x="31458" y="578"/>
                          <a:pt x="33985" y="977"/>
                        </a:cubicBezTo>
                        <a:cubicBezTo>
                          <a:pt x="39039" y="1819"/>
                          <a:pt x="43472" y="3194"/>
                          <a:pt x="43605" y="554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47" name="Forme libre : forme 23446">
                    <a:extLst>
                      <a:ext uri="{FF2B5EF4-FFF2-40B4-BE49-F238E27FC236}">
                        <a16:creationId xmlns:a16="http://schemas.microsoft.com/office/drawing/2014/main" id="{E212917C-D764-4E5B-A8DA-71439FB1BEE2}"/>
                      </a:ext>
                    </a:extLst>
                  </p:cNvPr>
                  <p:cNvSpPr/>
                  <p:nvPr/>
                </p:nvSpPr>
                <p:spPr>
                  <a:xfrm>
                    <a:off x="5957404" y="1144137"/>
                    <a:ext cx="30516" cy="9664"/>
                  </a:xfrm>
                  <a:custGeom>
                    <a:avLst/>
                    <a:gdLst>
                      <a:gd name="connsiteX0" fmla="*/ 7819 w 30516"/>
                      <a:gd name="connsiteY0" fmla="*/ 0 h 9664"/>
                      <a:gd name="connsiteX1" fmla="*/ 461 w 30516"/>
                      <a:gd name="connsiteY1" fmla="*/ 7980 h 9664"/>
                      <a:gd name="connsiteX2" fmla="*/ 10125 w 30516"/>
                      <a:gd name="connsiteY2" fmla="*/ 9443 h 9664"/>
                      <a:gd name="connsiteX3" fmla="*/ 21606 w 30516"/>
                      <a:gd name="connsiteY3" fmla="*/ 8246 h 9664"/>
                      <a:gd name="connsiteX4" fmla="*/ 25685 w 30516"/>
                      <a:gd name="connsiteY4" fmla="*/ 7891 h 9664"/>
                      <a:gd name="connsiteX5" fmla="*/ 30517 w 30516"/>
                      <a:gd name="connsiteY5" fmla="*/ 7359 h 9664"/>
                      <a:gd name="connsiteX6" fmla="*/ 25463 w 30516"/>
                      <a:gd name="connsiteY6" fmla="*/ 7049 h 9664"/>
                      <a:gd name="connsiteX7" fmla="*/ 15045 w 30516"/>
                      <a:gd name="connsiteY7" fmla="*/ 4699 h 9664"/>
                      <a:gd name="connsiteX8" fmla="*/ 7819 w 30516"/>
                      <a:gd name="connsiteY8" fmla="*/ 0 h 9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516" h="9664">
                        <a:moveTo>
                          <a:pt x="7819" y="0"/>
                        </a:moveTo>
                        <a:cubicBezTo>
                          <a:pt x="5115" y="1640"/>
                          <a:pt x="-1845" y="5497"/>
                          <a:pt x="461" y="7980"/>
                        </a:cubicBezTo>
                        <a:cubicBezTo>
                          <a:pt x="2278" y="9974"/>
                          <a:pt x="6135" y="9797"/>
                          <a:pt x="10125" y="9443"/>
                        </a:cubicBezTo>
                        <a:cubicBezTo>
                          <a:pt x="14115" y="8999"/>
                          <a:pt x="18370" y="8512"/>
                          <a:pt x="21606" y="8246"/>
                        </a:cubicBezTo>
                        <a:cubicBezTo>
                          <a:pt x="22582" y="8246"/>
                          <a:pt x="24089" y="8068"/>
                          <a:pt x="25685" y="7891"/>
                        </a:cubicBezTo>
                        <a:cubicBezTo>
                          <a:pt x="27458" y="7758"/>
                          <a:pt x="29320" y="7536"/>
                          <a:pt x="30517" y="7359"/>
                        </a:cubicBezTo>
                        <a:cubicBezTo>
                          <a:pt x="29098" y="7315"/>
                          <a:pt x="26749" y="7315"/>
                          <a:pt x="25463" y="7049"/>
                        </a:cubicBezTo>
                        <a:cubicBezTo>
                          <a:pt x="22271" y="6339"/>
                          <a:pt x="18769" y="5541"/>
                          <a:pt x="15045" y="4699"/>
                        </a:cubicBezTo>
                        <a:cubicBezTo>
                          <a:pt x="11809" y="3768"/>
                          <a:pt x="8928" y="2571"/>
                          <a:pt x="781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48" name="Forme libre : forme 23447">
                    <a:extLst>
                      <a:ext uri="{FF2B5EF4-FFF2-40B4-BE49-F238E27FC236}">
                        <a16:creationId xmlns:a16="http://schemas.microsoft.com/office/drawing/2014/main" id="{EBD81AB8-E69F-44AF-A941-F8F1E3FC758C}"/>
                      </a:ext>
                    </a:extLst>
                  </p:cNvPr>
                  <p:cNvSpPr/>
                  <p:nvPr/>
                </p:nvSpPr>
                <p:spPr>
                  <a:xfrm>
                    <a:off x="5960406" y="1142122"/>
                    <a:ext cx="43486" cy="12343"/>
                  </a:xfrm>
                  <a:custGeom>
                    <a:avLst/>
                    <a:gdLst>
                      <a:gd name="connsiteX0" fmla="*/ 43429 w 43486"/>
                      <a:gd name="connsiteY0" fmla="*/ 5429 h 12343"/>
                      <a:gd name="connsiteX1" fmla="*/ 33588 w 43486"/>
                      <a:gd name="connsiteY1" fmla="*/ 10172 h 12343"/>
                      <a:gd name="connsiteX2" fmla="*/ 26140 w 43486"/>
                      <a:gd name="connsiteY2" fmla="*/ 11148 h 12343"/>
                      <a:gd name="connsiteX3" fmla="*/ 20333 w 43486"/>
                      <a:gd name="connsiteY3" fmla="*/ 11591 h 12343"/>
                      <a:gd name="connsiteX4" fmla="*/ 9427 w 43486"/>
                      <a:gd name="connsiteY4" fmla="*/ 12256 h 12343"/>
                      <a:gd name="connsiteX5" fmla="*/ 295 w 43486"/>
                      <a:gd name="connsiteY5" fmla="*/ 10172 h 12343"/>
                      <a:gd name="connsiteX6" fmla="*/ 6635 w 43486"/>
                      <a:gd name="connsiteY6" fmla="*/ 2858 h 12343"/>
                      <a:gd name="connsiteX7" fmla="*/ 19801 w 43486"/>
                      <a:gd name="connsiteY7" fmla="*/ 21 h 12343"/>
                      <a:gd name="connsiteX8" fmla="*/ 43429 w 43486"/>
                      <a:gd name="connsiteY8" fmla="*/ 5429 h 12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486" h="12343">
                        <a:moveTo>
                          <a:pt x="43429" y="5429"/>
                        </a:moveTo>
                        <a:cubicBezTo>
                          <a:pt x="42764" y="7779"/>
                          <a:pt x="38509" y="9242"/>
                          <a:pt x="33588" y="10172"/>
                        </a:cubicBezTo>
                        <a:cubicBezTo>
                          <a:pt x="31150" y="10616"/>
                          <a:pt x="28534" y="10926"/>
                          <a:pt x="26140" y="11148"/>
                        </a:cubicBezTo>
                        <a:cubicBezTo>
                          <a:pt x="23879" y="11325"/>
                          <a:pt x="21840" y="11503"/>
                          <a:pt x="20333" y="11591"/>
                        </a:cubicBezTo>
                        <a:cubicBezTo>
                          <a:pt x="17673" y="11768"/>
                          <a:pt x="13550" y="11990"/>
                          <a:pt x="9427" y="12256"/>
                        </a:cubicBezTo>
                        <a:cubicBezTo>
                          <a:pt x="5482" y="12478"/>
                          <a:pt x="1625" y="12433"/>
                          <a:pt x="295" y="10172"/>
                        </a:cubicBezTo>
                        <a:cubicBezTo>
                          <a:pt x="-990" y="7912"/>
                          <a:pt x="2068" y="4986"/>
                          <a:pt x="6635" y="2858"/>
                        </a:cubicBezTo>
                        <a:cubicBezTo>
                          <a:pt x="11201" y="686"/>
                          <a:pt x="17097" y="-24"/>
                          <a:pt x="19801" y="21"/>
                        </a:cubicBezTo>
                        <a:cubicBezTo>
                          <a:pt x="25298" y="-157"/>
                          <a:pt x="44670" y="730"/>
                          <a:pt x="43429" y="542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49" name="Forme libre : forme 23448">
                    <a:extLst>
                      <a:ext uri="{FF2B5EF4-FFF2-40B4-BE49-F238E27FC236}">
                        <a16:creationId xmlns:a16="http://schemas.microsoft.com/office/drawing/2014/main" id="{A8560A99-22F8-4E17-B01C-F51408DE183B}"/>
                      </a:ext>
                    </a:extLst>
                  </p:cNvPr>
                  <p:cNvSpPr/>
                  <p:nvPr/>
                </p:nvSpPr>
                <p:spPr>
                  <a:xfrm>
                    <a:off x="5938070" y="1145145"/>
                    <a:ext cx="53277" cy="19052"/>
                  </a:xfrm>
                  <a:custGeom>
                    <a:avLst/>
                    <a:gdLst>
                      <a:gd name="connsiteX0" fmla="*/ 776 w 53277"/>
                      <a:gd name="connsiteY0" fmla="*/ 14641 h 19052"/>
                      <a:gd name="connsiteX1" fmla="*/ 8091 w 53277"/>
                      <a:gd name="connsiteY1" fmla="*/ 18454 h 19052"/>
                      <a:gd name="connsiteX2" fmla="*/ 29813 w 53277"/>
                      <a:gd name="connsiteY2" fmla="*/ 17523 h 19052"/>
                      <a:gd name="connsiteX3" fmla="*/ 45462 w 53277"/>
                      <a:gd name="connsiteY3" fmla="*/ 13489 h 19052"/>
                      <a:gd name="connsiteX4" fmla="*/ 53087 w 53277"/>
                      <a:gd name="connsiteY4" fmla="*/ 7061 h 19052"/>
                      <a:gd name="connsiteX5" fmla="*/ 46215 w 53277"/>
                      <a:gd name="connsiteY5" fmla="*/ 4356 h 19052"/>
                      <a:gd name="connsiteX6" fmla="*/ 26887 w 53277"/>
                      <a:gd name="connsiteY6" fmla="*/ 721 h 19052"/>
                      <a:gd name="connsiteX7" fmla="*/ 7027 w 53277"/>
                      <a:gd name="connsiteY7" fmla="*/ 2672 h 19052"/>
                      <a:gd name="connsiteX8" fmla="*/ 1086 w 53277"/>
                      <a:gd name="connsiteY8" fmla="*/ 8390 h 19052"/>
                      <a:gd name="connsiteX9" fmla="*/ 776 w 53277"/>
                      <a:gd name="connsiteY9" fmla="*/ 14641 h 19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277" h="19052">
                        <a:moveTo>
                          <a:pt x="776" y="14641"/>
                        </a:moveTo>
                        <a:cubicBezTo>
                          <a:pt x="2593" y="17168"/>
                          <a:pt x="4012" y="17877"/>
                          <a:pt x="8091" y="18454"/>
                        </a:cubicBezTo>
                        <a:cubicBezTo>
                          <a:pt x="15849" y="19606"/>
                          <a:pt x="22808" y="18986"/>
                          <a:pt x="29813" y="17523"/>
                        </a:cubicBezTo>
                        <a:cubicBezTo>
                          <a:pt x="35664" y="16326"/>
                          <a:pt x="40231" y="15129"/>
                          <a:pt x="45462" y="13489"/>
                        </a:cubicBezTo>
                        <a:cubicBezTo>
                          <a:pt x="49983" y="12247"/>
                          <a:pt x="54239" y="9898"/>
                          <a:pt x="53087" y="7061"/>
                        </a:cubicBezTo>
                        <a:cubicBezTo>
                          <a:pt x="52377" y="5332"/>
                          <a:pt x="48919" y="5154"/>
                          <a:pt x="46215" y="4356"/>
                        </a:cubicBezTo>
                        <a:cubicBezTo>
                          <a:pt x="40053" y="2406"/>
                          <a:pt x="34024" y="1608"/>
                          <a:pt x="26887" y="721"/>
                        </a:cubicBezTo>
                        <a:cubicBezTo>
                          <a:pt x="20814" y="-165"/>
                          <a:pt x="13233" y="-875"/>
                          <a:pt x="7027" y="2672"/>
                        </a:cubicBezTo>
                        <a:cubicBezTo>
                          <a:pt x="4234" y="4179"/>
                          <a:pt x="2283" y="6263"/>
                          <a:pt x="1086" y="8390"/>
                        </a:cubicBezTo>
                        <a:cubicBezTo>
                          <a:pt x="-111" y="10518"/>
                          <a:pt x="-465" y="12868"/>
                          <a:pt x="776" y="1464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50" name="Forme libre : forme 23449">
                    <a:extLst>
                      <a:ext uri="{FF2B5EF4-FFF2-40B4-BE49-F238E27FC236}">
                        <a16:creationId xmlns:a16="http://schemas.microsoft.com/office/drawing/2014/main" id="{08B35000-B3C2-4365-909A-FE3D34874F0D}"/>
                      </a:ext>
                    </a:extLst>
                  </p:cNvPr>
                  <p:cNvSpPr/>
                  <p:nvPr/>
                </p:nvSpPr>
                <p:spPr>
                  <a:xfrm>
                    <a:off x="5947267" y="1140872"/>
                    <a:ext cx="15966" cy="11369"/>
                  </a:xfrm>
                  <a:custGeom>
                    <a:avLst/>
                    <a:gdLst>
                      <a:gd name="connsiteX0" fmla="*/ 1021 w 15966"/>
                      <a:gd name="connsiteY0" fmla="*/ 9028 h 11369"/>
                      <a:gd name="connsiteX1" fmla="*/ 2 w 15966"/>
                      <a:gd name="connsiteY1" fmla="*/ 10757 h 11369"/>
                      <a:gd name="connsiteX2" fmla="*/ 1642 w 15966"/>
                      <a:gd name="connsiteY2" fmla="*/ 11289 h 11369"/>
                      <a:gd name="connsiteX3" fmla="*/ 4612 w 15966"/>
                      <a:gd name="connsiteY3" fmla="*/ 10004 h 11369"/>
                      <a:gd name="connsiteX4" fmla="*/ 11661 w 15966"/>
                      <a:gd name="connsiteY4" fmla="*/ 5704 h 11369"/>
                      <a:gd name="connsiteX5" fmla="*/ 14232 w 15966"/>
                      <a:gd name="connsiteY5" fmla="*/ 3886 h 11369"/>
                      <a:gd name="connsiteX6" fmla="*/ 10996 w 15966"/>
                      <a:gd name="connsiteY6" fmla="*/ 960 h 11369"/>
                      <a:gd name="connsiteX7" fmla="*/ 1021 w 15966"/>
                      <a:gd name="connsiteY7" fmla="*/ 9028 h 11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966" h="11369">
                        <a:moveTo>
                          <a:pt x="1021" y="9028"/>
                        </a:moveTo>
                        <a:cubicBezTo>
                          <a:pt x="445" y="9693"/>
                          <a:pt x="46" y="10137"/>
                          <a:pt x="2" y="10757"/>
                        </a:cubicBezTo>
                        <a:cubicBezTo>
                          <a:pt x="-43" y="11378"/>
                          <a:pt x="755" y="11467"/>
                          <a:pt x="1642" y="11289"/>
                        </a:cubicBezTo>
                        <a:cubicBezTo>
                          <a:pt x="2529" y="11112"/>
                          <a:pt x="3726" y="10536"/>
                          <a:pt x="4612" y="10004"/>
                        </a:cubicBezTo>
                        <a:cubicBezTo>
                          <a:pt x="6917" y="8718"/>
                          <a:pt x="9444" y="7211"/>
                          <a:pt x="11661" y="5704"/>
                        </a:cubicBezTo>
                        <a:cubicBezTo>
                          <a:pt x="12592" y="5083"/>
                          <a:pt x="13523" y="4551"/>
                          <a:pt x="14232" y="3886"/>
                        </a:cubicBezTo>
                        <a:cubicBezTo>
                          <a:pt x="17291" y="1182"/>
                          <a:pt x="16360" y="-1478"/>
                          <a:pt x="10996" y="960"/>
                        </a:cubicBezTo>
                        <a:cubicBezTo>
                          <a:pt x="6917" y="2866"/>
                          <a:pt x="3327" y="6368"/>
                          <a:pt x="1021" y="902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51" name="Forme libre : forme 23450">
                    <a:extLst>
                      <a:ext uri="{FF2B5EF4-FFF2-40B4-BE49-F238E27FC236}">
                        <a16:creationId xmlns:a16="http://schemas.microsoft.com/office/drawing/2014/main" id="{F242196A-AAE1-4602-92D2-E53A10730205}"/>
                      </a:ext>
                    </a:extLst>
                  </p:cNvPr>
                  <p:cNvSpPr/>
                  <p:nvPr/>
                </p:nvSpPr>
                <p:spPr>
                  <a:xfrm>
                    <a:off x="5989472" y="1148881"/>
                    <a:ext cx="27706" cy="13387"/>
                  </a:xfrm>
                  <a:custGeom>
                    <a:avLst/>
                    <a:gdLst>
                      <a:gd name="connsiteX0" fmla="*/ 27707 w 27706"/>
                      <a:gd name="connsiteY0" fmla="*/ 0 h 13387"/>
                      <a:gd name="connsiteX1" fmla="*/ 0 w 27706"/>
                      <a:gd name="connsiteY1" fmla="*/ 13388 h 13387"/>
                      <a:gd name="connsiteX2" fmla="*/ 27707 w 27706"/>
                      <a:gd name="connsiteY2" fmla="*/ 0 h 133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706" h="13387">
                        <a:moveTo>
                          <a:pt x="27707" y="0"/>
                        </a:moveTo>
                        <a:cubicBezTo>
                          <a:pt x="23894" y="6650"/>
                          <a:pt x="9265" y="10950"/>
                          <a:pt x="0" y="13388"/>
                        </a:cubicBezTo>
                        <a:cubicBezTo>
                          <a:pt x="10063" y="10772"/>
                          <a:pt x="20658" y="5142"/>
                          <a:pt x="2770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52" name="Forme libre : forme 23451">
                    <a:extLst>
                      <a:ext uri="{FF2B5EF4-FFF2-40B4-BE49-F238E27FC236}">
                        <a16:creationId xmlns:a16="http://schemas.microsoft.com/office/drawing/2014/main" id="{98A5B4F2-DF87-461F-84B0-83900B637AB8}"/>
                      </a:ext>
                    </a:extLst>
                  </p:cNvPr>
                  <p:cNvSpPr/>
                  <p:nvPr/>
                </p:nvSpPr>
                <p:spPr>
                  <a:xfrm>
                    <a:off x="5928872" y="1136202"/>
                    <a:ext cx="23229" cy="19195"/>
                  </a:xfrm>
                  <a:custGeom>
                    <a:avLst/>
                    <a:gdLst>
                      <a:gd name="connsiteX0" fmla="*/ 23230 w 23229"/>
                      <a:gd name="connsiteY0" fmla="*/ 0 h 19195"/>
                      <a:gd name="connsiteX1" fmla="*/ 10285 w 23229"/>
                      <a:gd name="connsiteY1" fmla="*/ 9841 h 19195"/>
                      <a:gd name="connsiteX2" fmla="*/ 0 w 23229"/>
                      <a:gd name="connsiteY2" fmla="*/ 19195 h 19195"/>
                      <a:gd name="connsiteX3" fmla="*/ 10773 w 23229"/>
                      <a:gd name="connsiteY3" fmla="*/ 10240 h 19195"/>
                      <a:gd name="connsiteX4" fmla="*/ 23230 w 23229"/>
                      <a:gd name="connsiteY4" fmla="*/ 0 h 19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229" h="19195">
                        <a:moveTo>
                          <a:pt x="23230" y="0"/>
                        </a:moveTo>
                        <a:cubicBezTo>
                          <a:pt x="16979" y="3281"/>
                          <a:pt x="13610" y="6650"/>
                          <a:pt x="10285" y="9841"/>
                        </a:cubicBezTo>
                        <a:cubicBezTo>
                          <a:pt x="7049" y="13078"/>
                          <a:pt x="3635" y="16270"/>
                          <a:pt x="0" y="19195"/>
                        </a:cubicBezTo>
                        <a:cubicBezTo>
                          <a:pt x="3325" y="16270"/>
                          <a:pt x="7182" y="13477"/>
                          <a:pt x="10773" y="10240"/>
                        </a:cubicBezTo>
                        <a:cubicBezTo>
                          <a:pt x="14363" y="7093"/>
                          <a:pt x="18264" y="3414"/>
                          <a:pt x="2323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53" name="Forme libre : forme 23452">
                    <a:extLst>
                      <a:ext uri="{FF2B5EF4-FFF2-40B4-BE49-F238E27FC236}">
                        <a16:creationId xmlns:a16="http://schemas.microsoft.com/office/drawing/2014/main" id="{5AE45F8A-2AA8-4068-97D4-21BB74CB5631}"/>
                      </a:ext>
                    </a:extLst>
                  </p:cNvPr>
                  <p:cNvSpPr/>
                  <p:nvPr/>
                </p:nvSpPr>
                <p:spPr>
                  <a:xfrm>
                    <a:off x="5974601" y="1141914"/>
                    <a:ext cx="16765" cy="4046"/>
                  </a:xfrm>
                  <a:custGeom>
                    <a:avLst/>
                    <a:gdLst>
                      <a:gd name="connsiteX0" fmla="*/ 16644 w 16765"/>
                      <a:gd name="connsiteY0" fmla="*/ 3021 h 4046"/>
                      <a:gd name="connsiteX1" fmla="*/ 6980 w 16765"/>
                      <a:gd name="connsiteY1" fmla="*/ 3775 h 4046"/>
                      <a:gd name="connsiteX2" fmla="*/ 109 w 16765"/>
                      <a:gd name="connsiteY2" fmla="*/ 1514 h 4046"/>
                      <a:gd name="connsiteX3" fmla="*/ 4542 w 16765"/>
                      <a:gd name="connsiteY3" fmla="*/ 7 h 4046"/>
                      <a:gd name="connsiteX4" fmla="*/ 9596 w 16765"/>
                      <a:gd name="connsiteY4" fmla="*/ 317 h 4046"/>
                      <a:gd name="connsiteX5" fmla="*/ 16644 w 16765"/>
                      <a:gd name="connsiteY5" fmla="*/ 3021 h 40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765" h="4046">
                        <a:moveTo>
                          <a:pt x="16644" y="3021"/>
                        </a:moveTo>
                        <a:cubicBezTo>
                          <a:pt x="15580" y="4662"/>
                          <a:pt x="8975" y="3864"/>
                          <a:pt x="6980" y="3775"/>
                        </a:cubicBezTo>
                        <a:cubicBezTo>
                          <a:pt x="4985" y="3465"/>
                          <a:pt x="-867" y="3376"/>
                          <a:pt x="109" y="1514"/>
                        </a:cubicBezTo>
                        <a:cubicBezTo>
                          <a:pt x="596" y="628"/>
                          <a:pt x="2547" y="96"/>
                          <a:pt x="4542" y="7"/>
                        </a:cubicBezTo>
                        <a:cubicBezTo>
                          <a:pt x="6537" y="-37"/>
                          <a:pt x="8709" y="140"/>
                          <a:pt x="9596" y="317"/>
                        </a:cubicBezTo>
                        <a:cubicBezTo>
                          <a:pt x="11457" y="583"/>
                          <a:pt x="17708" y="1381"/>
                          <a:pt x="16644" y="302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54" name="Forme libre : forme 23453">
                    <a:extLst>
                      <a:ext uri="{FF2B5EF4-FFF2-40B4-BE49-F238E27FC236}">
                        <a16:creationId xmlns:a16="http://schemas.microsoft.com/office/drawing/2014/main" id="{B168830E-0993-4F63-A4F6-1DD199432424}"/>
                      </a:ext>
                    </a:extLst>
                  </p:cNvPr>
                  <p:cNvSpPr/>
                  <p:nvPr/>
                </p:nvSpPr>
                <p:spPr>
                  <a:xfrm>
                    <a:off x="5989109" y="1143738"/>
                    <a:ext cx="4677" cy="1514"/>
                  </a:xfrm>
                  <a:custGeom>
                    <a:avLst/>
                    <a:gdLst>
                      <a:gd name="connsiteX0" fmla="*/ 4663 w 4677"/>
                      <a:gd name="connsiteY0" fmla="*/ 754 h 1514"/>
                      <a:gd name="connsiteX1" fmla="*/ 2536 w 4677"/>
                      <a:gd name="connsiteY1" fmla="*/ 1507 h 1514"/>
                      <a:gd name="connsiteX2" fmla="*/ 9 w 4677"/>
                      <a:gd name="connsiteY2" fmla="*/ 754 h 1514"/>
                      <a:gd name="connsiteX3" fmla="*/ 2092 w 4677"/>
                      <a:gd name="connsiteY3" fmla="*/ 0 h 1514"/>
                      <a:gd name="connsiteX4" fmla="*/ 4663 w 4677"/>
                      <a:gd name="connsiteY4" fmla="*/ 754 h 1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7" h="1514">
                        <a:moveTo>
                          <a:pt x="4663" y="754"/>
                        </a:moveTo>
                        <a:cubicBezTo>
                          <a:pt x="4841" y="1419"/>
                          <a:pt x="3289" y="1552"/>
                          <a:pt x="2536" y="1507"/>
                        </a:cubicBezTo>
                        <a:cubicBezTo>
                          <a:pt x="1738" y="1507"/>
                          <a:pt x="186" y="1374"/>
                          <a:pt x="9" y="754"/>
                        </a:cubicBezTo>
                        <a:cubicBezTo>
                          <a:pt x="-124" y="89"/>
                          <a:pt x="1294" y="0"/>
                          <a:pt x="2092" y="0"/>
                        </a:cubicBezTo>
                        <a:cubicBezTo>
                          <a:pt x="2890" y="0"/>
                          <a:pt x="4530" y="133"/>
                          <a:pt x="4663" y="7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55" name="Forme libre : forme 23454">
                    <a:extLst>
                      <a:ext uri="{FF2B5EF4-FFF2-40B4-BE49-F238E27FC236}">
                        <a16:creationId xmlns:a16="http://schemas.microsoft.com/office/drawing/2014/main" id="{BFF480D0-7812-4226-A074-78E42CBD6C24}"/>
                      </a:ext>
                    </a:extLst>
                  </p:cNvPr>
                  <p:cNvSpPr/>
                  <p:nvPr/>
                </p:nvSpPr>
                <p:spPr>
                  <a:xfrm>
                    <a:off x="5972987" y="1130838"/>
                    <a:ext cx="42286" cy="16625"/>
                  </a:xfrm>
                  <a:custGeom>
                    <a:avLst/>
                    <a:gdLst>
                      <a:gd name="connsiteX0" fmla="*/ 32134 w 42286"/>
                      <a:gd name="connsiteY0" fmla="*/ 7049 h 16625"/>
                      <a:gd name="connsiteX1" fmla="*/ 42020 w 42286"/>
                      <a:gd name="connsiteY1" fmla="*/ 13920 h 16625"/>
                      <a:gd name="connsiteX2" fmla="*/ 39183 w 42286"/>
                      <a:gd name="connsiteY2" fmla="*/ 16624 h 16625"/>
                      <a:gd name="connsiteX3" fmla="*/ 34306 w 42286"/>
                      <a:gd name="connsiteY3" fmla="*/ 15073 h 16625"/>
                      <a:gd name="connsiteX4" fmla="*/ 19943 w 42286"/>
                      <a:gd name="connsiteY4" fmla="*/ 8911 h 16625"/>
                      <a:gd name="connsiteX5" fmla="*/ 8461 w 42286"/>
                      <a:gd name="connsiteY5" fmla="*/ 6428 h 16625"/>
                      <a:gd name="connsiteX6" fmla="*/ 349 w 42286"/>
                      <a:gd name="connsiteY6" fmla="*/ 2704 h 16625"/>
                      <a:gd name="connsiteX7" fmla="*/ 5136 w 42286"/>
                      <a:gd name="connsiteY7" fmla="*/ 443 h 16625"/>
                      <a:gd name="connsiteX8" fmla="*/ 8683 w 42286"/>
                      <a:gd name="connsiteY8" fmla="*/ 44 h 16625"/>
                      <a:gd name="connsiteX9" fmla="*/ 10589 w 42286"/>
                      <a:gd name="connsiteY9" fmla="*/ 0 h 16625"/>
                      <a:gd name="connsiteX10" fmla="*/ 12141 w 42286"/>
                      <a:gd name="connsiteY10" fmla="*/ 44 h 16625"/>
                      <a:gd name="connsiteX11" fmla="*/ 22869 w 42286"/>
                      <a:gd name="connsiteY11" fmla="*/ 1862 h 16625"/>
                      <a:gd name="connsiteX12" fmla="*/ 32134 w 42286"/>
                      <a:gd name="connsiteY12" fmla="*/ 7049 h 1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2286" h="16625">
                        <a:moveTo>
                          <a:pt x="32134" y="7049"/>
                        </a:moveTo>
                        <a:cubicBezTo>
                          <a:pt x="36390" y="9221"/>
                          <a:pt x="39537" y="10772"/>
                          <a:pt x="42020" y="13920"/>
                        </a:cubicBezTo>
                        <a:cubicBezTo>
                          <a:pt x="42951" y="15073"/>
                          <a:pt x="41310" y="16535"/>
                          <a:pt x="39183" y="16624"/>
                        </a:cubicBezTo>
                        <a:cubicBezTo>
                          <a:pt x="37055" y="16668"/>
                          <a:pt x="35725" y="15871"/>
                          <a:pt x="34306" y="15073"/>
                        </a:cubicBezTo>
                        <a:cubicBezTo>
                          <a:pt x="29917" y="12546"/>
                          <a:pt x="25218" y="10728"/>
                          <a:pt x="19943" y="8911"/>
                        </a:cubicBezTo>
                        <a:cubicBezTo>
                          <a:pt x="18170" y="8379"/>
                          <a:pt x="13338" y="7448"/>
                          <a:pt x="8461" y="6428"/>
                        </a:cubicBezTo>
                        <a:cubicBezTo>
                          <a:pt x="3363" y="5320"/>
                          <a:pt x="-1336" y="4788"/>
                          <a:pt x="349" y="2704"/>
                        </a:cubicBezTo>
                        <a:cubicBezTo>
                          <a:pt x="1191" y="1729"/>
                          <a:pt x="2920" y="931"/>
                          <a:pt x="5136" y="443"/>
                        </a:cubicBezTo>
                        <a:cubicBezTo>
                          <a:pt x="6245" y="266"/>
                          <a:pt x="7442" y="133"/>
                          <a:pt x="8683" y="44"/>
                        </a:cubicBezTo>
                        <a:cubicBezTo>
                          <a:pt x="9304" y="44"/>
                          <a:pt x="9924" y="0"/>
                          <a:pt x="10589" y="0"/>
                        </a:cubicBezTo>
                        <a:lnTo>
                          <a:pt x="12141" y="44"/>
                        </a:lnTo>
                        <a:cubicBezTo>
                          <a:pt x="16352" y="266"/>
                          <a:pt x="20697" y="1153"/>
                          <a:pt x="22869" y="1862"/>
                        </a:cubicBezTo>
                        <a:cubicBezTo>
                          <a:pt x="27257" y="3369"/>
                          <a:pt x="28942" y="5408"/>
                          <a:pt x="32134" y="704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14" name="Graphique 2">
                  <a:extLst>
                    <a:ext uri="{FF2B5EF4-FFF2-40B4-BE49-F238E27FC236}">
                      <a16:creationId xmlns:a16="http://schemas.microsoft.com/office/drawing/2014/main" id="{426AB92B-7DD0-46C4-A8EC-71E551197E22}"/>
                    </a:ext>
                  </a:extLst>
                </p:cNvPr>
                <p:cNvGrpSpPr/>
                <p:nvPr/>
              </p:nvGrpSpPr>
              <p:grpSpPr>
                <a:xfrm>
                  <a:off x="6019759" y="1128201"/>
                  <a:ext cx="96114" cy="35875"/>
                  <a:chOff x="6019759" y="1128201"/>
                  <a:chExt cx="96114" cy="35875"/>
                </a:xfrm>
                <a:solidFill>
                  <a:schemeClr val="accent1"/>
                </a:solidFill>
              </p:grpSpPr>
              <p:sp>
                <p:nvSpPr>
                  <p:cNvPr id="23432" name="Forme libre : forme 23431">
                    <a:extLst>
                      <a:ext uri="{FF2B5EF4-FFF2-40B4-BE49-F238E27FC236}">
                        <a16:creationId xmlns:a16="http://schemas.microsoft.com/office/drawing/2014/main" id="{7CD8177B-BE51-4F4C-94BB-D89207F4FA93}"/>
                      </a:ext>
                    </a:extLst>
                  </p:cNvPr>
                  <p:cNvSpPr/>
                  <p:nvPr/>
                </p:nvSpPr>
                <p:spPr>
                  <a:xfrm>
                    <a:off x="6019759" y="1128201"/>
                    <a:ext cx="96114" cy="35875"/>
                  </a:xfrm>
                  <a:custGeom>
                    <a:avLst/>
                    <a:gdLst>
                      <a:gd name="connsiteX0" fmla="*/ 65246 w 96114"/>
                      <a:gd name="connsiteY0" fmla="*/ 35043 h 35875"/>
                      <a:gd name="connsiteX1" fmla="*/ 32530 w 96114"/>
                      <a:gd name="connsiteY1" fmla="*/ 35708 h 35875"/>
                      <a:gd name="connsiteX2" fmla="*/ 1809 w 96114"/>
                      <a:gd name="connsiteY2" fmla="*/ 22320 h 35875"/>
                      <a:gd name="connsiteX3" fmla="*/ 2341 w 96114"/>
                      <a:gd name="connsiteY3" fmla="*/ 12302 h 35875"/>
                      <a:gd name="connsiteX4" fmla="*/ 33062 w 96114"/>
                      <a:gd name="connsiteY4" fmla="*/ 598 h 35875"/>
                      <a:gd name="connsiteX5" fmla="*/ 62941 w 96114"/>
                      <a:gd name="connsiteY5" fmla="*/ 22 h 35875"/>
                      <a:gd name="connsiteX6" fmla="*/ 93131 w 96114"/>
                      <a:gd name="connsiteY6" fmla="*/ 11592 h 35875"/>
                      <a:gd name="connsiteX7" fmla="*/ 94904 w 96114"/>
                      <a:gd name="connsiteY7" fmla="*/ 21257 h 35875"/>
                      <a:gd name="connsiteX8" fmla="*/ 65246 w 96114"/>
                      <a:gd name="connsiteY8" fmla="*/ 35043 h 35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6114" h="35875">
                        <a:moveTo>
                          <a:pt x="65246" y="35043"/>
                        </a:moveTo>
                        <a:cubicBezTo>
                          <a:pt x="57533" y="35753"/>
                          <a:pt x="40643" y="36107"/>
                          <a:pt x="32530" y="35708"/>
                        </a:cubicBezTo>
                        <a:cubicBezTo>
                          <a:pt x="17369" y="34910"/>
                          <a:pt x="9522" y="29945"/>
                          <a:pt x="1809" y="22320"/>
                        </a:cubicBezTo>
                        <a:cubicBezTo>
                          <a:pt x="-851" y="19705"/>
                          <a:pt x="-496" y="14607"/>
                          <a:pt x="2341" y="12302"/>
                        </a:cubicBezTo>
                        <a:cubicBezTo>
                          <a:pt x="10586" y="5608"/>
                          <a:pt x="19231" y="1396"/>
                          <a:pt x="33062" y="598"/>
                        </a:cubicBezTo>
                        <a:cubicBezTo>
                          <a:pt x="40465" y="111"/>
                          <a:pt x="55316" y="-67"/>
                          <a:pt x="62941" y="22"/>
                        </a:cubicBezTo>
                        <a:cubicBezTo>
                          <a:pt x="77171" y="244"/>
                          <a:pt x="84974" y="4943"/>
                          <a:pt x="93131" y="11592"/>
                        </a:cubicBezTo>
                        <a:cubicBezTo>
                          <a:pt x="95923" y="13898"/>
                          <a:pt x="97253" y="18641"/>
                          <a:pt x="94904" y="21257"/>
                        </a:cubicBezTo>
                        <a:cubicBezTo>
                          <a:pt x="88210" y="28793"/>
                          <a:pt x="79698" y="33714"/>
                          <a:pt x="65246" y="3504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33" name="Forme libre : forme 23432">
                    <a:extLst>
                      <a:ext uri="{FF2B5EF4-FFF2-40B4-BE49-F238E27FC236}">
                        <a16:creationId xmlns:a16="http://schemas.microsoft.com/office/drawing/2014/main" id="{17CC8455-F548-4B23-9400-B6EE815297AD}"/>
                      </a:ext>
                    </a:extLst>
                  </p:cNvPr>
                  <p:cNvSpPr/>
                  <p:nvPr/>
                </p:nvSpPr>
                <p:spPr>
                  <a:xfrm>
                    <a:off x="6019795" y="1146309"/>
                    <a:ext cx="94912" cy="17660"/>
                  </a:xfrm>
                  <a:custGeom>
                    <a:avLst/>
                    <a:gdLst>
                      <a:gd name="connsiteX0" fmla="*/ 37415 w 94912"/>
                      <a:gd name="connsiteY0" fmla="*/ 4965 h 17660"/>
                      <a:gd name="connsiteX1" fmla="*/ 0 w 94912"/>
                      <a:gd name="connsiteY1" fmla="*/ 0 h 17660"/>
                      <a:gd name="connsiteX2" fmla="*/ 1773 w 94912"/>
                      <a:gd name="connsiteY2" fmla="*/ 4123 h 17660"/>
                      <a:gd name="connsiteX3" fmla="*/ 5807 w 94912"/>
                      <a:gd name="connsiteY3" fmla="*/ 7802 h 17660"/>
                      <a:gd name="connsiteX4" fmla="*/ 19727 w 94912"/>
                      <a:gd name="connsiteY4" fmla="*/ 15427 h 17660"/>
                      <a:gd name="connsiteX5" fmla="*/ 32450 w 94912"/>
                      <a:gd name="connsiteY5" fmla="*/ 17511 h 17660"/>
                      <a:gd name="connsiteX6" fmla="*/ 37726 w 94912"/>
                      <a:gd name="connsiteY6" fmla="*/ 17644 h 17660"/>
                      <a:gd name="connsiteX7" fmla="*/ 62728 w 94912"/>
                      <a:gd name="connsiteY7" fmla="*/ 17023 h 17660"/>
                      <a:gd name="connsiteX8" fmla="*/ 65122 w 94912"/>
                      <a:gd name="connsiteY8" fmla="*/ 16846 h 17660"/>
                      <a:gd name="connsiteX9" fmla="*/ 78421 w 94912"/>
                      <a:gd name="connsiteY9" fmla="*/ 14142 h 17660"/>
                      <a:gd name="connsiteX10" fmla="*/ 91455 w 94912"/>
                      <a:gd name="connsiteY10" fmla="*/ 6472 h 17660"/>
                      <a:gd name="connsiteX11" fmla="*/ 94824 w 94912"/>
                      <a:gd name="connsiteY11" fmla="*/ 3103 h 17660"/>
                      <a:gd name="connsiteX12" fmla="*/ 94913 w 94912"/>
                      <a:gd name="connsiteY12" fmla="*/ 2970 h 17660"/>
                      <a:gd name="connsiteX13" fmla="*/ 37415 w 94912"/>
                      <a:gd name="connsiteY13" fmla="*/ 4965 h 1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912" h="17660">
                        <a:moveTo>
                          <a:pt x="37415" y="4965"/>
                        </a:moveTo>
                        <a:cubicBezTo>
                          <a:pt x="24338" y="5852"/>
                          <a:pt x="10107" y="5408"/>
                          <a:pt x="0" y="0"/>
                        </a:cubicBezTo>
                        <a:cubicBezTo>
                          <a:pt x="133" y="1552"/>
                          <a:pt x="665" y="3015"/>
                          <a:pt x="1773" y="4123"/>
                        </a:cubicBezTo>
                        <a:cubicBezTo>
                          <a:pt x="3103" y="5453"/>
                          <a:pt x="4433" y="6650"/>
                          <a:pt x="5807" y="7802"/>
                        </a:cubicBezTo>
                        <a:cubicBezTo>
                          <a:pt x="9797" y="11127"/>
                          <a:pt x="14142" y="13743"/>
                          <a:pt x="19727" y="15427"/>
                        </a:cubicBezTo>
                        <a:cubicBezTo>
                          <a:pt x="23362" y="16535"/>
                          <a:pt x="27529" y="17245"/>
                          <a:pt x="32450" y="17511"/>
                        </a:cubicBezTo>
                        <a:cubicBezTo>
                          <a:pt x="33958" y="17555"/>
                          <a:pt x="35731" y="17599"/>
                          <a:pt x="37726" y="17644"/>
                        </a:cubicBezTo>
                        <a:cubicBezTo>
                          <a:pt x="45484" y="17732"/>
                          <a:pt x="56034" y="17466"/>
                          <a:pt x="62728" y="17023"/>
                        </a:cubicBezTo>
                        <a:cubicBezTo>
                          <a:pt x="63571" y="16979"/>
                          <a:pt x="64413" y="16890"/>
                          <a:pt x="65122" y="16846"/>
                        </a:cubicBezTo>
                        <a:cubicBezTo>
                          <a:pt x="70265" y="16403"/>
                          <a:pt x="74609" y="15472"/>
                          <a:pt x="78421" y="14142"/>
                        </a:cubicBezTo>
                        <a:cubicBezTo>
                          <a:pt x="83653" y="12280"/>
                          <a:pt x="87775" y="9620"/>
                          <a:pt x="91455" y="6472"/>
                        </a:cubicBezTo>
                        <a:cubicBezTo>
                          <a:pt x="92607" y="5408"/>
                          <a:pt x="93760" y="4300"/>
                          <a:pt x="94824" y="3103"/>
                        </a:cubicBezTo>
                        <a:lnTo>
                          <a:pt x="94913" y="2970"/>
                        </a:lnTo>
                        <a:cubicBezTo>
                          <a:pt x="75895" y="3547"/>
                          <a:pt x="56167" y="3724"/>
                          <a:pt x="37415" y="496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34" name="Forme libre : forme 23433">
                    <a:extLst>
                      <a:ext uri="{FF2B5EF4-FFF2-40B4-BE49-F238E27FC236}">
                        <a16:creationId xmlns:a16="http://schemas.microsoft.com/office/drawing/2014/main" id="{5AD43A38-38EF-4176-B5F4-7AFA8C42A5C7}"/>
                      </a:ext>
                    </a:extLst>
                  </p:cNvPr>
                  <p:cNvSpPr/>
                  <p:nvPr/>
                </p:nvSpPr>
                <p:spPr>
                  <a:xfrm>
                    <a:off x="6053129" y="1141032"/>
                    <a:ext cx="44427" cy="11592"/>
                  </a:xfrm>
                  <a:custGeom>
                    <a:avLst/>
                    <a:gdLst>
                      <a:gd name="connsiteX0" fmla="*/ 44422 w 44427"/>
                      <a:gd name="connsiteY0" fmla="*/ 5100 h 11592"/>
                      <a:gd name="connsiteX1" fmla="*/ 21459 w 44427"/>
                      <a:gd name="connsiteY1" fmla="*/ 11573 h 11592"/>
                      <a:gd name="connsiteX2" fmla="*/ 2 w 44427"/>
                      <a:gd name="connsiteY2" fmla="*/ 5677 h 11592"/>
                      <a:gd name="connsiteX3" fmla="*/ 21060 w 44427"/>
                      <a:gd name="connsiteY3" fmla="*/ 2 h 11592"/>
                      <a:gd name="connsiteX4" fmla="*/ 44422 w 44427"/>
                      <a:gd name="connsiteY4" fmla="*/ 5100 h 11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427" h="11592">
                        <a:moveTo>
                          <a:pt x="44422" y="5100"/>
                        </a:moveTo>
                        <a:cubicBezTo>
                          <a:pt x="44777" y="9844"/>
                          <a:pt x="27355" y="11395"/>
                          <a:pt x="21459" y="11573"/>
                        </a:cubicBezTo>
                        <a:cubicBezTo>
                          <a:pt x="15563" y="11750"/>
                          <a:pt x="224" y="10819"/>
                          <a:pt x="2" y="5677"/>
                        </a:cubicBezTo>
                        <a:cubicBezTo>
                          <a:pt x="-219" y="534"/>
                          <a:pt x="15607" y="-42"/>
                          <a:pt x="21060" y="2"/>
                        </a:cubicBezTo>
                        <a:cubicBezTo>
                          <a:pt x="26512" y="91"/>
                          <a:pt x="44067" y="445"/>
                          <a:pt x="44422" y="510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35" name="Forme libre : forme 23434">
                    <a:extLst>
                      <a:ext uri="{FF2B5EF4-FFF2-40B4-BE49-F238E27FC236}">
                        <a16:creationId xmlns:a16="http://schemas.microsoft.com/office/drawing/2014/main" id="{1EF6A921-4272-4546-A68D-F39557EF4B09}"/>
                      </a:ext>
                    </a:extLst>
                  </p:cNvPr>
                  <p:cNvSpPr/>
                  <p:nvPr/>
                </p:nvSpPr>
                <p:spPr>
                  <a:xfrm>
                    <a:off x="6052766" y="1141965"/>
                    <a:ext cx="31485" cy="10651"/>
                  </a:xfrm>
                  <a:custGeom>
                    <a:avLst/>
                    <a:gdLst>
                      <a:gd name="connsiteX0" fmla="*/ 9586 w 31485"/>
                      <a:gd name="connsiteY0" fmla="*/ 0 h 10651"/>
                      <a:gd name="connsiteX1" fmla="*/ 99 w 31485"/>
                      <a:gd name="connsiteY1" fmla="*/ 4788 h 10651"/>
                      <a:gd name="connsiteX2" fmla="*/ 22043 w 31485"/>
                      <a:gd name="connsiteY2" fmla="*/ 10639 h 10651"/>
                      <a:gd name="connsiteX3" fmla="*/ 31485 w 31485"/>
                      <a:gd name="connsiteY3" fmla="*/ 9620 h 10651"/>
                      <a:gd name="connsiteX4" fmla="*/ 26387 w 31485"/>
                      <a:gd name="connsiteY4" fmla="*/ 9443 h 10651"/>
                      <a:gd name="connsiteX5" fmla="*/ 9586 w 31485"/>
                      <a:gd name="connsiteY5" fmla="*/ 0 h 10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485" h="10651">
                        <a:moveTo>
                          <a:pt x="9586" y="0"/>
                        </a:moveTo>
                        <a:cubicBezTo>
                          <a:pt x="6837" y="931"/>
                          <a:pt x="-965" y="1596"/>
                          <a:pt x="99" y="4788"/>
                        </a:cubicBezTo>
                        <a:cubicBezTo>
                          <a:pt x="1828" y="9886"/>
                          <a:pt x="14640" y="10772"/>
                          <a:pt x="22043" y="10639"/>
                        </a:cubicBezTo>
                        <a:cubicBezTo>
                          <a:pt x="24215" y="10595"/>
                          <a:pt x="29091" y="10107"/>
                          <a:pt x="31485" y="9620"/>
                        </a:cubicBezTo>
                        <a:cubicBezTo>
                          <a:pt x="30067" y="9620"/>
                          <a:pt x="27717" y="9664"/>
                          <a:pt x="26387" y="9443"/>
                        </a:cubicBezTo>
                        <a:cubicBezTo>
                          <a:pt x="18940" y="8024"/>
                          <a:pt x="10118" y="5630"/>
                          <a:pt x="958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36" name="Forme libre : forme 23435">
                    <a:extLst>
                      <a:ext uri="{FF2B5EF4-FFF2-40B4-BE49-F238E27FC236}">
                        <a16:creationId xmlns:a16="http://schemas.microsoft.com/office/drawing/2014/main" id="{7E6AADC6-F807-461E-AD4F-694F836B3CC3}"/>
                      </a:ext>
                    </a:extLst>
                  </p:cNvPr>
                  <p:cNvSpPr/>
                  <p:nvPr/>
                </p:nvSpPr>
                <p:spPr>
                  <a:xfrm>
                    <a:off x="6055420" y="1142359"/>
                    <a:ext cx="44622" cy="11691"/>
                  </a:xfrm>
                  <a:custGeom>
                    <a:avLst/>
                    <a:gdLst>
                      <a:gd name="connsiteX0" fmla="*/ 44570 w 44622"/>
                      <a:gd name="connsiteY0" fmla="*/ 4881 h 11691"/>
                      <a:gd name="connsiteX1" fmla="*/ 21296 w 44622"/>
                      <a:gd name="connsiteY1" fmla="*/ 11619 h 11691"/>
                      <a:gd name="connsiteX2" fmla="*/ 17 w 44622"/>
                      <a:gd name="connsiteY2" fmla="*/ 5679 h 11691"/>
                      <a:gd name="connsiteX3" fmla="*/ 21030 w 44622"/>
                      <a:gd name="connsiteY3" fmla="*/ 5 h 11691"/>
                      <a:gd name="connsiteX4" fmla="*/ 44570 w 44622"/>
                      <a:gd name="connsiteY4" fmla="*/ 4881 h 11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2" h="11691">
                        <a:moveTo>
                          <a:pt x="44570" y="4881"/>
                        </a:moveTo>
                        <a:cubicBezTo>
                          <a:pt x="43417" y="9669"/>
                          <a:pt x="27635" y="11265"/>
                          <a:pt x="21296" y="11619"/>
                        </a:cubicBezTo>
                        <a:cubicBezTo>
                          <a:pt x="14957" y="12018"/>
                          <a:pt x="638" y="10866"/>
                          <a:pt x="17" y="5679"/>
                        </a:cubicBezTo>
                        <a:cubicBezTo>
                          <a:pt x="-604" y="448"/>
                          <a:pt x="15932" y="138"/>
                          <a:pt x="21030" y="5"/>
                        </a:cubicBezTo>
                        <a:cubicBezTo>
                          <a:pt x="26128" y="-40"/>
                          <a:pt x="45767" y="138"/>
                          <a:pt x="44570" y="488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37" name="Forme libre : forme 23436">
                    <a:extLst>
                      <a:ext uri="{FF2B5EF4-FFF2-40B4-BE49-F238E27FC236}">
                        <a16:creationId xmlns:a16="http://schemas.microsoft.com/office/drawing/2014/main" id="{33ADEC8E-1BE4-4085-8826-E7C7C80B9C4A}"/>
                      </a:ext>
                    </a:extLst>
                  </p:cNvPr>
                  <p:cNvSpPr/>
                  <p:nvPr/>
                </p:nvSpPr>
                <p:spPr>
                  <a:xfrm>
                    <a:off x="6032146" y="1137563"/>
                    <a:ext cx="55564" cy="23267"/>
                  </a:xfrm>
                  <a:custGeom>
                    <a:avLst/>
                    <a:gdLst>
                      <a:gd name="connsiteX0" fmla="*/ 327 w 55564"/>
                      <a:gd name="connsiteY0" fmla="*/ 9544 h 23267"/>
                      <a:gd name="connsiteX1" fmla="*/ 5913 w 55564"/>
                      <a:gd name="connsiteY1" fmla="*/ 15219 h 23267"/>
                      <a:gd name="connsiteX2" fmla="*/ 26350 w 55564"/>
                      <a:gd name="connsiteY2" fmla="*/ 22799 h 23267"/>
                      <a:gd name="connsiteX3" fmla="*/ 47939 w 55564"/>
                      <a:gd name="connsiteY3" fmla="*/ 21336 h 23267"/>
                      <a:gd name="connsiteX4" fmla="*/ 55342 w 55564"/>
                      <a:gd name="connsiteY4" fmla="*/ 14731 h 23267"/>
                      <a:gd name="connsiteX5" fmla="*/ 48382 w 55564"/>
                      <a:gd name="connsiteY5" fmla="*/ 12248 h 23267"/>
                      <a:gd name="connsiteX6" fmla="*/ 29453 w 55564"/>
                      <a:gd name="connsiteY6" fmla="*/ 6042 h 23267"/>
                      <a:gd name="connsiteX7" fmla="*/ 10523 w 55564"/>
                      <a:gd name="connsiteY7" fmla="*/ 102 h 23267"/>
                      <a:gd name="connsiteX8" fmla="*/ 327 w 55564"/>
                      <a:gd name="connsiteY8" fmla="*/ 9544 h 23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564" h="23267">
                        <a:moveTo>
                          <a:pt x="327" y="9544"/>
                        </a:moveTo>
                        <a:cubicBezTo>
                          <a:pt x="1480" y="12470"/>
                          <a:pt x="2588" y="13401"/>
                          <a:pt x="5913" y="15219"/>
                        </a:cubicBezTo>
                        <a:cubicBezTo>
                          <a:pt x="12252" y="18765"/>
                          <a:pt x="17572" y="21646"/>
                          <a:pt x="26350" y="22799"/>
                        </a:cubicBezTo>
                        <a:cubicBezTo>
                          <a:pt x="33664" y="23774"/>
                          <a:pt x="41910" y="23198"/>
                          <a:pt x="47939" y="21336"/>
                        </a:cubicBezTo>
                        <a:cubicBezTo>
                          <a:pt x="52416" y="19962"/>
                          <a:pt x="56583" y="17524"/>
                          <a:pt x="55342" y="14731"/>
                        </a:cubicBezTo>
                        <a:cubicBezTo>
                          <a:pt x="54588" y="13002"/>
                          <a:pt x="51131" y="12958"/>
                          <a:pt x="48382" y="12248"/>
                        </a:cubicBezTo>
                        <a:cubicBezTo>
                          <a:pt x="41910" y="10564"/>
                          <a:pt x="35659" y="9145"/>
                          <a:pt x="29453" y="6042"/>
                        </a:cubicBezTo>
                        <a:cubicBezTo>
                          <a:pt x="24133" y="3382"/>
                          <a:pt x="18459" y="-696"/>
                          <a:pt x="10523" y="102"/>
                        </a:cubicBezTo>
                        <a:cubicBezTo>
                          <a:pt x="3386" y="811"/>
                          <a:pt x="-1313" y="5466"/>
                          <a:pt x="327" y="954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38" name="Forme libre : forme 23437">
                    <a:extLst>
                      <a:ext uri="{FF2B5EF4-FFF2-40B4-BE49-F238E27FC236}">
                        <a16:creationId xmlns:a16="http://schemas.microsoft.com/office/drawing/2014/main" id="{31BC6DE2-05B2-49D7-8DFF-8A0B7ED6B11E}"/>
                      </a:ext>
                    </a:extLst>
                  </p:cNvPr>
                  <p:cNvSpPr/>
                  <p:nvPr/>
                </p:nvSpPr>
                <p:spPr>
                  <a:xfrm>
                    <a:off x="6043233" y="1137367"/>
                    <a:ext cx="18070" cy="5828"/>
                  </a:xfrm>
                  <a:custGeom>
                    <a:avLst/>
                    <a:gdLst>
                      <a:gd name="connsiteX0" fmla="*/ 1741 w 18070"/>
                      <a:gd name="connsiteY0" fmla="*/ 3401 h 5828"/>
                      <a:gd name="connsiteX1" fmla="*/ 57 w 18070"/>
                      <a:gd name="connsiteY1" fmla="*/ 4598 h 5828"/>
                      <a:gd name="connsiteX2" fmla="*/ 1387 w 18070"/>
                      <a:gd name="connsiteY2" fmla="*/ 5707 h 5828"/>
                      <a:gd name="connsiteX3" fmla="*/ 4711 w 18070"/>
                      <a:gd name="connsiteY3" fmla="*/ 5751 h 5828"/>
                      <a:gd name="connsiteX4" fmla="*/ 12780 w 18070"/>
                      <a:gd name="connsiteY4" fmla="*/ 4687 h 5828"/>
                      <a:gd name="connsiteX5" fmla="*/ 15661 w 18070"/>
                      <a:gd name="connsiteY5" fmla="*/ 3933 h 5828"/>
                      <a:gd name="connsiteX6" fmla="*/ 13888 w 18070"/>
                      <a:gd name="connsiteY6" fmla="*/ 32 h 5828"/>
                      <a:gd name="connsiteX7" fmla="*/ 1741 w 18070"/>
                      <a:gd name="connsiteY7" fmla="*/ 3401 h 5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070" h="5828">
                        <a:moveTo>
                          <a:pt x="1741" y="3401"/>
                        </a:moveTo>
                        <a:cubicBezTo>
                          <a:pt x="899" y="3756"/>
                          <a:pt x="323" y="4022"/>
                          <a:pt x="57" y="4598"/>
                        </a:cubicBezTo>
                        <a:cubicBezTo>
                          <a:pt x="-209" y="5175"/>
                          <a:pt x="500" y="5529"/>
                          <a:pt x="1387" y="5707"/>
                        </a:cubicBezTo>
                        <a:cubicBezTo>
                          <a:pt x="2318" y="5884"/>
                          <a:pt x="3648" y="5840"/>
                          <a:pt x="4711" y="5751"/>
                        </a:cubicBezTo>
                        <a:cubicBezTo>
                          <a:pt x="7371" y="5529"/>
                          <a:pt x="10253" y="5219"/>
                          <a:pt x="12780" y="4687"/>
                        </a:cubicBezTo>
                        <a:cubicBezTo>
                          <a:pt x="13844" y="4465"/>
                          <a:pt x="14819" y="4332"/>
                          <a:pt x="15661" y="3933"/>
                        </a:cubicBezTo>
                        <a:cubicBezTo>
                          <a:pt x="19163" y="2337"/>
                          <a:pt x="19075" y="-323"/>
                          <a:pt x="13888" y="32"/>
                        </a:cubicBezTo>
                        <a:cubicBezTo>
                          <a:pt x="9854" y="343"/>
                          <a:pt x="5110" y="1938"/>
                          <a:pt x="1741" y="340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39" name="Forme libre : forme 23438">
                    <a:extLst>
                      <a:ext uri="{FF2B5EF4-FFF2-40B4-BE49-F238E27FC236}">
                        <a16:creationId xmlns:a16="http://schemas.microsoft.com/office/drawing/2014/main" id="{F4E365B7-B8B3-47F2-BAA4-7048F7DCD024}"/>
                      </a:ext>
                    </a:extLst>
                  </p:cNvPr>
                  <p:cNvSpPr/>
                  <p:nvPr/>
                </p:nvSpPr>
                <p:spPr>
                  <a:xfrm>
                    <a:off x="6086114" y="1148216"/>
                    <a:ext cx="27263" cy="14185"/>
                  </a:xfrm>
                  <a:custGeom>
                    <a:avLst/>
                    <a:gdLst>
                      <a:gd name="connsiteX0" fmla="*/ 27264 w 27263"/>
                      <a:gd name="connsiteY0" fmla="*/ 0 h 14185"/>
                      <a:gd name="connsiteX1" fmla="*/ 0 w 27263"/>
                      <a:gd name="connsiteY1" fmla="*/ 14186 h 14185"/>
                      <a:gd name="connsiteX2" fmla="*/ 27264 w 27263"/>
                      <a:gd name="connsiteY2" fmla="*/ 0 h 14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263" h="14185">
                        <a:moveTo>
                          <a:pt x="27264" y="0"/>
                        </a:moveTo>
                        <a:cubicBezTo>
                          <a:pt x="23628" y="6738"/>
                          <a:pt x="9177" y="11482"/>
                          <a:pt x="0" y="14186"/>
                        </a:cubicBezTo>
                        <a:cubicBezTo>
                          <a:pt x="9974" y="11260"/>
                          <a:pt x="20348" y="5275"/>
                          <a:pt x="2726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40" name="Forme libre : forme 23439">
                    <a:extLst>
                      <a:ext uri="{FF2B5EF4-FFF2-40B4-BE49-F238E27FC236}">
                        <a16:creationId xmlns:a16="http://schemas.microsoft.com/office/drawing/2014/main" id="{C2A0AADF-0185-4A45-912E-B037F8401BB7}"/>
                      </a:ext>
                    </a:extLst>
                  </p:cNvPr>
                  <p:cNvSpPr/>
                  <p:nvPr/>
                </p:nvSpPr>
                <p:spPr>
                  <a:xfrm>
                    <a:off x="6022765" y="1129863"/>
                    <a:ext cx="31208" cy="11526"/>
                  </a:xfrm>
                  <a:custGeom>
                    <a:avLst/>
                    <a:gdLst>
                      <a:gd name="connsiteX0" fmla="*/ 31209 w 31208"/>
                      <a:gd name="connsiteY0" fmla="*/ 0 h 11526"/>
                      <a:gd name="connsiteX1" fmla="*/ 0 w 31208"/>
                      <a:gd name="connsiteY1" fmla="*/ 11526 h 11526"/>
                      <a:gd name="connsiteX2" fmla="*/ 31209 w 31208"/>
                      <a:gd name="connsiteY2" fmla="*/ 0 h 11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208" h="11526">
                        <a:moveTo>
                          <a:pt x="31209" y="0"/>
                        </a:moveTo>
                        <a:cubicBezTo>
                          <a:pt x="18974" y="842"/>
                          <a:pt x="8157" y="6073"/>
                          <a:pt x="0" y="11526"/>
                        </a:cubicBezTo>
                        <a:cubicBezTo>
                          <a:pt x="7359" y="6029"/>
                          <a:pt x="20835" y="2261"/>
                          <a:pt x="312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41" name="Forme libre : forme 23440">
                    <a:extLst>
                      <a:ext uri="{FF2B5EF4-FFF2-40B4-BE49-F238E27FC236}">
                        <a16:creationId xmlns:a16="http://schemas.microsoft.com/office/drawing/2014/main" id="{E88B0621-6132-4412-8507-E1F847B64848}"/>
                      </a:ext>
                    </a:extLst>
                  </p:cNvPr>
                  <p:cNvSpPr/>
                  <p:nvPr/>
                </p:nvSpPr>
                <p:spPr>
                  <a:xfrm>
                    <a:off x="6070933" y="1142209"/>
                    <a:ext cx="16489" cy="3934"/>
                  </a:xfrm>
                  <a:custGeom>
                    <a:avLst/>
                    <a:gdLst>
                      <a:gd name="connsiteX0" fmla="*/ 16378 w 16489"/>
                      <a:gd name="connsiteY0" fmla="*/ 2771 h 3934"/>
                      <a:gd name="connsiteX1" fmla="*/ 6714 w 16489"/>
                      <a:gd name="connsiteY1" fmla="*/ 3746 h 3934"/>
                      <a:gd name="connsiteX2" fmla="*/ 153 w 16489"/>
                      <a:gd name="connsiteY2" fmla="*/ 1131 h 3934"/>
                      <a:gd name="connsiteX3" fmla="*/ 9241 w 16489"/>
                      <a:gd name="connsiteY3" fmla="*/ 333 h 3934"/>
                      <a:gd name="connsiteX4" fmla="*/ 16378 w 16489"/>
                      <a:gd name="connsiteY4" fmla="*/ 2771 h 39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89" h="3934">
                        <a:moveTo>
                          <a:pt x="16378" y="2771"/>
                        </a:moveTo>
                        <a:cubicBezTo>
                          <a:pt x="15358" y="4411"/>
                          <a:pt x="8753" y="3879"/>
                          <a:pt x="6714" y="3746"/>
                        </a:cubicBezTo>
                        <a:cubicBezTo>
                          <a:pt x="4675" y="3569"/>
                          <a:pt x="-1000" y="2860"/>
                          <a:pt x="153" y="1131"/>
                        </a:cubicBezTo>
                        <a:cubicBezTo>
                          <a:pt x="1350" y="-598"/>
                          <a:pt x="7335" y="111"/>
                          <a:pt x="9241" y="333"/>
                        </a:cubicBezTo>
                        <a:cubicBezTo>
                          <a:pt x="11147" y="510"/>
                          <a:pt x="17398" y="1131"/>
                          <a:pt x="16378" y="277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42" name="Forme libre : forme 23441">
                    <a:extLst>
                      <a:ext uri="{FF2B5EF4-FFF2-40B4-BE49-F238E27FC236}">
                        <a16:creationId xmlns:a16="http://schemas.microsoft.com/office/drawing/2014/main" id="{72E1F97F-05DE-44F5-8957-FEDB326DE36C}"/>
                      </a:ext>
                    </a:extLst>
                  </p:cNvPr>
                  <p:cNvSpPr/>
                  <p:nvPr/>
                </p:nvSpPr>
                <p:spPr>
                  <a:xfrm>
                    <a:off x="6085212" y="1143783"/>
                    <a:ext cx="4683" cy="1551"/>
                  </a:xfrm>
                  <a:custGeom>
                    <a:avLst/>
                    <a:gdLst>
                      <a:gd name="connsiteX0" fmla="*/ 4669 w 4683"/>
                      <a:gd name="connsiteY0" fmla="*/ 709 h 1551"/>
                      <a:gd name="connsiteX1" fmla="*/ 2542 w 4683"/>
                      <a:gd name="connsiteY1" fmla="*/ 1551 h 1551"/>
                      <a:gd name="connsiteX2" fmla="*/ 15 w 4683"/>
                      <a:gd name="connsiteY2" fmla="*/ 842 h 1551"/>
                      <a:gd name="connsiteX3" fmla="*/ 2054 w 4683"/>
                      <a:gd name="connsiteY3" fmla="*/ 0 h 1551"/>
                      <a:gd name="connsiteX4" fmla="*/ 4669 w 4683"/>
                      <a:gd name="connsiteY4" fmla="*/ 709 h 1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83" h="1551">
                        <a:moveTo>
                          <a:pt x="4669" y="709"/>
                        </a:moveTo>
                        <a:cubicBezTo>
                          <a:pt x="4847" y="1330"/>
                          <a:pt x="3340" y="1507"/>
                          <a:pt x="2542" y="1551"/>
                        </a:cubicBezTo>
                        <a:cubicBezTo>
                          <a:pt x="1744" y="1551"/>
                          <a:pt x="148" y="1507"/>
                          <a:pt x="15" y="842"/>
                        </a:cubicBezTo>
                        <a:cubicBezTo>
                          <a:pt x="-163" y="177"/>
                          <a:pt x="1300" y="44"/>
                          <a:pt x="2054" y="0"/>
                        </a:cubicBezTo>
                        <a:cubicBezTo>
                          <a:pt x="2852" y="0"/>
                          <a:pt x="4448" y="89"/>
                          <a:pt x="4669" y="7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43" name="Forme libre : forme 23442">
                    <a:extLst>
                      <a:ext uri="{FF2B5EF4-FFF2-40B4-BE49-F238E27FC236}">
                        <a16:creationId xmlns:a16="http://schemas.microsoft.com/office/drawing/2014/main" id="{358697BD-B9CE-47AE-846E-8247D5B2771A}"/>
                      </a:ext>
                    </a:extLst>
                  </p:cNvPr>
                  <p:cNvSpPr/>
                  <p:nvPr/>
                </p:nvSpPr>
                <p:spPr>
                  <a:xfrm>
                    <a:off x="6070686" y="1131109"/>
                    <a:ext cx="40723" cy="15791"/>
                  </a:xfrm>
                  <a:custGeom>
                    <a:avLst/>
                    <a:gdLst>
                      <a:gd name="connsiteX0" fmla="*/ 30323 w 40723"/>
                      <a:gd name="connsiteY0" fmla="*/ 6423 h 15791"/>
                      <a:gd name="connsiteX1" fmla="*/ 40431 w 40723"/>
                      <a:gd name="connsiteY1" fmla="*/ 13028 h 15791"/>
                      <a:gd name="connsiteX2" fmla="*/ 37682 w 40723"/>
                      <a:gd name="connsiteY2" fmla="*/ 15777 h 15791"/>
                      <a:gd name="connsiteX3" fmla="*/ 32761 w 40723"/>
                      <a:gd name="connsiteY3" fmla="*/ 14314 h 15791"/>
                      <a:gd name="connsiteX4" fmla="*/ 18221 w 40723"/>
                      <a:gd name="connsiteY4" fmla="*/ 8640 h 15791"/>
                      <a:gd name="connsiteX5" fmla="*/ 355 w 40723"/>
                      <a:gd name="connsiteY5" fmla="*/ 2212 h 15791"/>
                      <a:gd name="connsiteX6" fmla="*/ 20925 w 40723"/>
                      <a:gd name="connsiteY6" fmla="*/ 1547 h 15791"/>
                      <a:gd name="connsiteX7" fmla="*/ 30323 w 40723"/>
                      <a:gd name="connsiteY7" fmla="*/ 6423 h 1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723" h="15791">
                        <a:moveTo>
                          <a:pt x="30323" y="6423"/>
                        </a:moveTo>
                        <a:cubicBezTo>
                          <a:pt x="34668" y="8462"/>
                          <a:pt x="37815" y="9970"/>
                          <a:pt x="40431" y="13028"/>
                        </a:cubicBezTo>
                        <a:cubicBezTo>
                          <a:pt x="41406" y="14181"/>
                          <a:pt x="39810" y="15688"/>
                          <a:pt x="37682" y="15777"/>
                        </a:cubicBezTo>
                        <a:cubicBezTo>
                          <a:pt x="35554" y="15910"/>
                          <a:pt x="34180" y="15112"/>
                          <a:pt x="32761" y="14314"/>
                        </a:cubicBezTo>
                        <a:cubicBezTo>
                          <a:pt x="28284" y="11920"/>
                          <a:pt x="23541" y="10280"/>
                          <a:pt x="18221" y="8640"/>
                        </a:cubicBezTo>
                        <a:cubicBezTo>
                          <a:pt x="14896" y="7620"/>
                          <a:pt x="-2703" y="5847"/>
                          <a:pt x="355" y="2212"/>
                        </a:cubicBezTo>
                        <a:cubicBezTo>
                          <a:pt x="3414" y="-1423"/>
                          <a:pt x="16492" y="217"/>
                          <a:pt x="20925" y="1547"/>
                        </a:cubicBezTo>
                        <a:cubicBezTo>
                          <a:pt x="25314" y="2877"/>
                          <a:pt x="27087" y="4872"/>
                          <a:pt x="30323" y="642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15" name="Graphique 2">
                  <a:extLst>
                    <a:ext uri="{FF2B5EF4-FFF2-40B4-BE49-F238E27FC236}">
                      <a16:creationId xmlns:a16="http://schemas.microsoft.com/office/drawing/2014/main" id="{776AD58F-154B-4A12-9DEC-46E9454434A2}"/>
                    </a:ext>
                  </a:extLst>
                </p:cNvPr>
                <p:cNvGrpSpPr/>
                <p:nvPr/>
              </p:nvGrpSpPr>
              <p:grpSpPr>
                <a:xfrm>
                  <a:off x="6115861" y="1125781"/>
                  <a:ext cx="96129" cy="36467"/>
                  <a:chOff x="6115861" y="1125781"/>
                  <a:chExt cx="96129" cy="36467"/>
                </a:xfrm>
                <a:solidFill>
                  <a:schemeClr val="accent1"/>
                </a:solidFill>
              </p:grpSpPr>
              <p:sp>
                <p:nvSpPr>
                  <p:cNvPr id="23420" name="Forme libre : forme 23419">
                    <a:extLst>
                      <a:ext uri="{FF2B5EF4-FFF2-40B4-BE49-F238E27FC236}">
                        <a16:creationId xmlns:a16="http://schemas.microsoft.com/office/drawing/2014/main" id="{EB04D1AB-B88A-435F-8B1B-836E46464E07}"/>
                      </a:ext>
                    </a:extLst>
                  </p:cNvPr>
                  <p:cNvSpPr/>
                  <p:nvPr/>
                </p:nvSpPr>
                <p:spPr>
                  <a:xfrm>
                    <a:off x="6115861" y="1125781"/>
                    <a:ext cx="96129" cy="36467"/>
                  </a:xfrm>
                  <a:custGeom>
                    <a:avLst/>
                    <a:gdLst>
                      <a:gd name="connsiteX0" fmla="*/ 65697 w 96129"/>
                      <a:gd name="connsiteY0" fmla="*/ 34891 h 36467"/>
                      <a:gd name="connsiteX1" fmla="*/ 33025 w 96129"/>
                      <a:gd name="connsiteY1" fmla="*/ 36443 h 36467"/>
                      <a:gd name="connsiteX2" fmla="*/ 1949 w 96129"/>
                      <a:gd name="connsiteY2" fmla="*/ 23897 h 36467"/>
                      <a:gd name="connsiteX3" fmla="*/ 2215 w 96129"/>
                      <a:gd name="connsiteY3" fmla="*/ 13878 h 36467"/>
                      <a:gd name="connsiteX4" fmla="*/ 32626 w 96129"/>
                      <a:gd name="connsiteY4" fmla="*/ 1333 h 36467"/>
                      <a:gd name="connsiteX5" fmla="*/ 62505 w 96129"/>
                      <a:gd name="connsiteY5" fmla="*/ 3 h 36467"/>
                      <a:gd name="connsiteX6" fmla="*/ 93005 w 96129"/>
                      <a:gd name="connsiteY6" fmla="*/ 10820 h 36467"/>
                      <a:gd name="connsiteX7" fmla="*/ 95000 w 96129"/>
                      <a:gd name="connsiteY7" fmla="*/ 20439 h 36467"/>
                      <a:gd name="connsiteX8" fmla="*/ 65697 w 96129"/>
                      <a:gd name="connsiteY8" fmla="*/ 34891 h 36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6129" h="36467">
                        <a:moveTo>
                          <a:pt x="65697" y="34891"/>
                        </a:moveTo>
                        <a:cubicBezTo>
                          <a:pt x="58028" y="35822"/>
                          <a:pt x="41138" y="36620"/>
                          <a:pt x="33025" y="36443"/>
                        </a:cubicBezTo>
                        <a:cubicBezTo>
                          <a:pt x="17864" y="36088"/>
                          <a:pt x="9884" y="31301"/>
                          <a:pt x="1949" y="23897"/>
                        </a:cubicBezTo>
                        <a:cubicBezTo>
                          <a:pt x="-800" y="21370"/>
                          <a:pt x="-578" y="16272"/>
                          <a:pt x="2215" y="13878"/>
                        </a:cubicBezTo>
                        <a:cubicBezTo>
                          <a:pt x="10283" y="6963"/>
                          <a:pt x="18795" y="2530"/>
                          <a:pt x="32626" y="1333"/>
                        </a:cubicBezTo>
                        <a:cubicBezTo>
                          <a:pt x="40029" y="668"/>
                          <a:pt x="54880" y="92"/>
                          <a:pt x="62505" y="3"/>
                        </a:cubicBezTo>
                        <a:cubicBezTo>
                          <a:pt x="76780" y="-130"/>
                          <a:pt x="84715" y="4347"/>
                          <a:pt x="93005" y="10820"/>
                        </a:cubicBezTo>
                        <a:cubicBezTo>
                          <a:pt x="95886" y="13036"/>
                          <a:pt x="97261" y="17780"/>
                          <a:pt x="95000" y="20439"/>
                        </a:cubicBezTo>
                        <a:cubicBezTo>
                          <a:pt x="88483" y="28064"/>
                          <a:pt x="80104" y="33207"/>
                          <a:pt x="65697" y="3489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21" name="Forme libre : forme 23420">
                    <a:extLst>
                      <a:ext uri="{FF2B5EF4-FFF2-40B4-BE49-F238E27FC236}">
                        <a16:creationId xmlns:a16="http://schemas.microsoft.com/office/drawing/2014/main" id="{72841B58-443D-4756-967E-116096ECF5B0}"/>
                      </a:ext>
                    </a:extLst>
                  </p:cNvPr>
                  <p:cNvSpPr/>
                  <p:nvPr/>
                </p:nvSpPr>
                <p:spPr>
                  <a:xfrm>
                    <a:off x="6115948" y="1145556"/>
                    <a:ext cx="94956" cy="16535"/>
                  </a:xfrm>
                  <a:custGeom>
                    <a:avLst/>
                    <a:gdLst>
                      <a:gd name="connsiteX0" fmla="*/ 37504 w 94956"/>
                      <a:gd name="connsiteY0" fmla="*/ 3901 h 16535"/>
                      <a:gd name="connsiteX1" fmla="*/ 0 w 94956"/>
                      <a:gd name="connsiteY1" fmla="*/ 0 h 16535"/>
                      <a:gd name="connsiteX2" fmla="*/ 1862 w 94956"/>
                      <a:gd name="connsiteY2" fmla="*/ 4034 h 16535"/>
                      <a:gd name="connsiteX3" fmla="*/ 6029 w 94956"/>
                      <a:gd name="connsiteY3" fmla="*/ 7581 h 16535"/>
                      <a:gd name="connsiteX4" fmla="*/ 20171 w 94956"/>
                      <a:gd name="connsiteY4" fmla="*/ 14851 h 16535"/>
                      <a:gd name="connsiteX5" fmla="*/ 32938 w 94956"/>
                      <a:gd name="connsiteY5" fmla="*/ 16535 h 16535"/>
                      <a:gd name="connsiteX6" fmla="*/ 38213 w 94956"/>
                      <a:gd name="connsiteY6" fmla="*/ 16535 h 16535"/>
                      <a:gd name="connsiteX7" fmla="*/ 63172 w 94956"/>
                      <a:gd name="connsiteY7" fmla="*/ 15250 h 16535"/>
                      <a:gd name="connsiteX8" fmla="*/ 65565 w 94956"/>
                      <a:gd name="connsiteY8" fmla="*/ 14984 h 16535"/>
                      <a:gd name="connsiteX9" fmla="*/ 78776 w 94956"/>
                      <a:gd name="connsiteY9" fmla="*/ 11925 h 16535"/>
                      <a:gd name="connsiteX10" fmla="*/ 91588 w 94956"/>
                      <a:gd name="connsiteY10" fmla="*/ 3945 h 16535"/>
                      <a:gd name="connsiteX11" fmla="*/ 94868 w 94956"/>
                      <a:gd name="connsiteY11" fmla="*/ 488 h 16535"/>
                      <a:gd name="connsiteX12" fmla="*/ 94957 w 94956"/>
                      <a:gd name="connsiteY12" fmla="*/ 355 h 16535"/>
                      <a:gd name="connsiteX13" fmla="*/ 37504 w 94956"/>
                      <a:gd name="connsiteY13" fmla="*/ 3901 h 16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956" h="16535">
                        <a:moveTo>
                          <a:pt x="37504" y="3901"/>
                        </a:moveTo>
                        <a:cubicBezTo>
                          <a:pt x="24426" y="5142"/>
                          <a:pt x="10196" y="5054"/>
                          <a:pt x="0" y="0"/>
                        </a:cubicBezTo>
                        <a:cubicBezTo>
                          <a:pt x="177" y="1552"/>
                          <a:pt x="754" y="3014"/>
                          <a:pt x="1862" y="4034"/>
                        </a:cubicBezTo>
                        <a:cubicBezTo>
                          <a:pt x="3236" y="5320"/>
                          <a:pt x="4610" y="6472"/>
                          <a:pt x="6029" y="7581"/>
                        </a:cubicBezTo>
                        <a:cubicBezTo>
                          <a:pt x="10107" y="10772"/>
                          <a:pt x="14541" y="13299"/>
                          <a:pt x="20171" y="14851"/>
                        </a:cubicBezTo>
                        <a:cubicBezTo>
                          <a:pt x="23850" y="15826"/>
                          <a:pt x="28017" y="16447"/>
                          <a:pt x="32938" y="16535"/>
                        </a:cubicBezTo>
                        <a:cubicBezTo>
                          <a:pt x="34445" y="16535"/>
                          <a:pt x="36218" y="16535"/>
                          <a:pt x="38213" y="16535"/>
                        </a:cubicBezTo>
                        <a:cubicBezTo>
                          <a:pt x="45971" y="16402"/>
                          <a:pt x="56478" y="15826"/>
                          <a:pt x="63172" y="15250"/>
                        </a:cubicBezTo>
                        <a:cubicBezTo>
                          <a:pt x="64014" y="15161"/>
                          <a:pt x="64856" y="15073"/>
                          <a:pt x="65565" y="14984"/>
                        </a:cubicBezTo>
                        <a:cubicBezTo>
                          <a:pt x="70664" y="14408"/>
                          <a:pt x="75008" y="13344"/>
                          <a:pt x="78776" y="11925"/>
                        </a:cubicBezTo>
                        <a:cubicBezTo>
                          <a:pt x="83918" y="9930"/>
                          <a:pt x="87997" y="7182"/>
                          <a:pt x="91588" y="3945"/>
                        </a:cubicBezTo>
                        <a:cubicBezTo>
                          <a:pt x="92740" y="2881"/>
                          <a:pt x="93804" y="1729"/>
                          <a:pt x="94868" y="488"/>
                        </a:cubicBezTo>
                        <a:lnTo>
                          <a:pt x="94957" y="355"/>
                        </a:lnTo>
                        <a:cubicBezTo>
                          <a:pt x="75939" y="1463"/>
                          <a:pt x="56212" y="2128"/>
                          <a:pt x="37504" y="390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22" name="Forme libre : forme 23421">
                    <a:extLst>
                      <a:ext uri="{FF2B5EF4-FFF2-40B4-BE49-F238E27FC236}">
                        <a16:creationId xmlns:a16="http://schemas.microsoft.com/office/drawing/2014/main" id="{A005108A-38A6-4895-ACB4-3F246B34CAFB}"/>
                      </a:ext>
                    </a:extLst>
                  </p:cNvPr>
                  <p:cNvSpPr/>
                  <p:nvPr/>
                </p:nvSpPr>
                <p:spPr>
                  <a:xfrm>
                    <a:off x="6149191" y="1138789"/>
                    <a:ext cx="44435" cy="11598"/>
                  </a:xfrm>
                  <a:custGeom>
                    <a:avLst/>
                    <a:gdLst>
                      <a:gd name="connsiteX0" fmla="*/ 44426 w 44435"/>
                      <a:gd name="connsiteY0" fmla="*/ 4462 h 11598"/>
                      <a:gd name="connsiteX1" fmla="*/ 21639 w 44435"/>
                      <a:gd name="connsiteY1" fmla="*/ 11511 h 11598"/>
                      <a:gd name="connsiteX2" fmla="*/ 6 w 44435"/>
                      <a:gd name="connsiteY2" fmla="*/ 6235 h 11598"/>
                      <a:gd name="connsiteX3" fmla="*/ 20930 w 44435"/>
                      <a:gd name="connsiteY3" fmla="*/ 29 h 11598"/>
                      <a:gd name="connsiteX4" fmla="*/ 44426 w 44435"/>
                      <a:gd name="connsiteY4" fmla="*/ 4462 h 11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435" h="11598">
                        <a:moveTo>
                          <a:pt x="44426" y="4462"/>
                        </a:moveTo>
                        <a:cubicBezTo>
                          <a:pt x="44913" y="9161"/>
                          <a:pt x="27491" y="11201"/>
                          <a:pt x="21639" y="11511"/>
                        </a:cubicBezTo>
                        <a:cubicBezTo>
                          <a:pt x="15743" y="11865"/>
                          <a:pt x="360" y="11334"/>
                          <a:pt x="6" y="6235"/>
                        </a:cubicBezTo>
                        <a:cubicBezTo>
                          <a:pt x="-349" y="1137"/>
                          <a:pt x="15433" y="118"/>
                          <a:pt x="20930" y="29"/>
                        </a:cubicBezTo>
                        <a:cubicBezTo>
                          <a:pt x="26427" y="-60"/>
                          <a:pt x="43982" y="-237"/>
                          <a:pt x="44426" y="446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23" name="Forme libre : forme 23422">
                    <a:extLst>
                      <a:ext uri="{FF2B5EF4-FFF2-40B4-BE49-F238E27FC236}">
                        <a16:creationId xmlns:a16="http://schemas.microsoft.com/office/drawing/2014/main" id="{B3343A44-D3DA-4F8A-8EB2-A81C6CA397E8}"/>
                      </a:ext>
                    </a:extLst>
                  </p:cNvPr>
                  <p:cNvSpPr/>
                  <p:nvPr/>
                </p:nvSpPr>
                <p:spPr>
                  <a:xfrm>
                    <a:off x="6148859" y="1140015"/>
                    <a:ext cx="31635" cy="10355"/>
                  </a:xfrm>
                  <a:custGeom>
                    <a:avLst/>
                    <a:gdLst>
                      <a:gd name="connsiteX0" fmla="*/ 9470 w 31635"/>
                      <a:gd name="connsiteY0" fmla="*/ 0 h 10355"/>
                      <a:gd name="connsiteX1" fmla="*/ 116 w 31635"/>
                      <a:gd name="connsiteY1" fmla="*/ 5009 h 10355"/>
                      <a:gd name="connsiteX2" fmla="*/ 22193 w 31635"/>
                      <a:gd name="connsiteY2" fmla="*/ 10285 h 10355"/>
                      <a:gd name="connsiteX3" fmla="*/ 31635 w 31635"/>
                      <a:gd name="connsiteY3" fmla="*/ 9044 h 10355"/>
                      <a:gd name="connsiteX4" fmla="*/ 26537 w 31635"/>
                      <a:gd name="connsiteY4" fmla="*/ 8999 h 10355"/>
                      <a:gd name="connsiteX5" fmla="*/ 9470 w 31635"/>
                      <a:gd name="connsiteY5" fmla="*/ 0 h 10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635" h="10355">
                        <a:moveTo>
                          <a:pt x="9470" y="0"/>
                        </a:moveTo>
                        <a:cubicBezTo>
                          <a:pt x="6721" y="1020"/>
                          <a:pt x="-1037" y="1862"/>
                          <a:pt x="116" y="5009"/>
                        </a:cubicBezTo>
                        <a:cubicBezTo>
                          <a:pt x="1978" y="10063"/>
                          <a:pt x="14789" y="10595"/>
                          <a:pt x="22193" y="10285"/>
                        </a:cubicBezTo>
                        <a:cubicBezTo>
                          <a:pt x="24365" y="10196"/>
                          <a:pt x="29197" y="9576"/>
                          <a:pt x="31635" y="9044"/>
                        </a:cubicBezTo>
                        <a:cubicBezTo>
                          <a:pt x="30217" y="9088"/>
                          <a:pt x="27867" y="9221"/>
                          <a:pt x="26537" y="8999"/>
                        </a:cubicBezTo>
                        <a:cubicBezTo>
                          <a:pt x="19045" y="7758"/>
                          <a:pt x="10135" y="5630"/>
                          <a:pt x="9470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24" name="Forme libre : forme 23423">
                    <a:extLst>
                      <a:ext uri="{FF2B5EF4-FFF2-40B4-BE49-F238E27FC236}">
                        <a16:creationId xmlns:a16="http://schemas.microsoft.com/office/drawing/2014/main" id="{A4038B86-6859-4E64-BFF6-EF92206B0D83}"/>
                      </a:ext>
                    </a:extLst>
                  </p:cNvPr>
                  <p:cNvSpPr/>
                  <p:nvPr/>
                </p:nvSpPr>
                <p:spPr>
                  <a:xfrm>
                    <a:off x="6151566" y="1139955"/>
                    <a:ext cx="44574" cy="11822"/>
                  </a:xfrm>
                  <a:custGeom>
                    <a:avLst/>
                    <a:gdLst>
                      <a:gd name="connsiteX0" fmla="*/ 44533 w 44574"/>
                      <a:gd name="connsiteY0" fmla="*/ 4360 h 11822"/>
                      <a:gd name="connsiteX1" fmla="*/ 21437 w 44574"/>
                      <a:gd name="connsiteY1" fmla="*/ 11674 h 11822"/>
                      <a:gd name="connsiteX2" fmla="*/ 25 w 44574"/>
                      <a:gd name="connsiteY2" fmla="*/ 6310 h 11822"/>
                      <a:gd name="connsiteX3" fmla="*/ 20860 w 44574"/>
                      <a:gd name="connsiteY3" fmla="*/ 104 h 11822"/>
                      <a:gd name="connsiteX4" fmla="*/ 44533 w 44574"/>
                      <a:gd name="connsiteY4" fmla="*/ 4360 h 11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574" h="11822">
                        <a:moveTo>
                          <a:pt x="44533" y="4360"/>
                        </a:moveTo>
                        <a:cubicBezTo>
                          <a:pt x="43469" y="9147"/>
                          <a:pt x="27776" y="11187"/>
                          <a:pt x="21437" y="11674"/>
                        </a:cubicBezTo>
                        <a:cubicBezTo>
                          <a:pt x="15098" y="12206"/>
                          <a:pt x="734" y="11497"/>
                          <a:pt x="25" y="6310"/>
                        </a:cubicBezTo>
                        <a:cubicBezTo>
                          <a:pt x="-729" y="1124"/>
                          <a:pt x="15762" y="326"/>
                          <a:pt x="20860" y="104"/>
                        </a:cubicBezTo>
                        <a:cubicBezTo>
                          <a:pt x="25959" y="-118"/>
                          <a:pt x="45597" y="-428"/>
                          <a:pt x="44533" y="436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25" name="Forme libre : forme 23424">
                    <a:extLst>
                      <a:ext uri="{FF2B5EF4-FFF2-40B4-BE49-F238E27FC236}">
                        <a16:creationId xmlns:a16="http://schemas.microsoft.com/office/drawing/2014/main" id="{791768AA-8773-44BE-B995-23CDD81C1CFB}"/>
                      </a:ext>
                    </a:extLst>
                  </p:cNvPr>
                  <p:cNvSpPr/>
                  <p:nvPr/>
                </p:nvSpPr>
                <p:spPr>
                  <a:xfrm>
                    <a:off x="6128216" y="1136036"/>
                    <a:ext cx="55712" cy="22763"/>
                  </a:xfrm>
                  <a:custGeom>
                    <a:avLst/>
                    <a:gdLst>
                      <a:gd name="connsiteX0" fmla="*/ 367 w 55712"/>
                      <a:gd name="connsiteY0" fmla="*/ 9919 h 22763"/>
                      <a:gd name="connsiteX1" fmla="*/ 6130 w 55712"/>
                      <a:gd name="connsiteY1" fmla="*/ 15460 h 22763"/>
                      <a:gd name="connsiteX2" fmla="*/ 26743 w 55712"/>
                      <a:gd name="connsiteY2" fmla="*/ 22465 h 22763"/>
                      <a:gd name="connsiteX3" fmla="*/ 48244 w 55712"/>
                      <a:gd name="connsiteY3" fmla="*/ 20426 h 22763"/>
                      <a:gd name="connsiteX4" fmla="*/ 55470 w 55712"/>
                      <a:gd name="connsiteY4" fmla="*/ 13599 h 22763"/>
                      <a:gd name="connsiteX5" fmla="*/ 48466 w 55712"/>
                      <a:gd name="connsiteY5" fmla="*/ 11293 h 22763"/>
                      <a:gd name="connsiteX6" fmla="*/ 29359 w 55712"/>
                      <a:gd name="connsiteY6" fmla="*/ 5575 h 22763"/>
                      <a:gd name="connsiteX7" fmla="*/ 10297 w 55712"/>
                      <a:gd name="connsiteY7" fmla="*/ 166 h 22763"/>
                      <a:gd name="connsiteX8" fmla="*/ 367 w 55712"/>
                      <a:gd name="connsiteY8" fmla="*/ 9919 h 22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712" h="22763">
                        <a:moveTo>
                          <a:pt x="367" y="9919"/>
                        </a:moveTo>
                        <a:cubicBezTo>
                          <a:pt x="1608" y="12801"/>
                          <a:pt x="2760" y="13687"/>
                          <a:pt x="6130" y="15460"/>
                        </a:cubicBezTo>
                        <a:cubicBezTo>
                          <a:pt x="12558" y="18830"/>
                          <a:pt x="17966" y="21578"/>
                          <a:pt x="26743" y="22465"/>
                        </a:cubicBezTo>
                        <a:cubicBezTo>
                          <a:pt x="34058" y="23263"/>
                          <a:pt x="42259" y="22420"/>
                          <a:pt x="48244" y="20426"/>
                        </a:cubicBezTo>
                        <a:cubicBezTo>
                          <a:pt x="52721" y="18918"/>
                          <a:pt x="56756" y="16391"/>
                          <a:pt x="55470" y="13599"/>
                        </a:cubicBezTo>
                        <a:cubicBezTo>
                          <a:pt x="54672" y="11870"/>
                          <a:pt x="51214" y="11914"/>
                          <a:pt x="48466" y="11293"/>
                        </a:cubicBezTo>
                        <a:cubicBezTo>
                          <a:pt x="41949" y="9742"/>
                          <a:pt x="35654" y="8545"/>
                          <a:pt x="29359" y="5575"/>
                        </a:cubicBezTo>
                        <a:cubicBezTo>
                          <a:pt x="23995" y="3048"/>
                          <a:pt x="18143" y="-853"/>
                          <a:pt x="10297" y="166"/>
                        </a:cubicBezTo>
                        <a:cubicBezTo>
                          <a:pt x="3204" y="1142"/>
                          <a:pt x="-1362" y="5929"/>
                          <a:pt x="367" y="991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26" name="Forme libre : forme 23425">
                    <a:extLst>
                      <a:ext uri="{FF2B5EF4-FFF2-40B4-BE49-F238E27FC236}">
                        <a16:creationId xmlns:a16="http://schemas.microsoft.com/office/drawing/2014/main" id="{3B71FA9E-40A5-4562-8AD5-3E44940F5630}"/>
                      </a:ext>
                    </a:extLst>
                  </p:cNvPr>
                  <p:cNvSpPr/>
                  <p:nvPr/>
                </p:nvSpPr>
                <p:spPr>
                  <a:xfrm>
                    <a:off x="6139210" y="1135523"/>
                    <a:ext cx="17952" cy="6187"/>
                  </a:xfrm>
                  <a:custGeom>
                    <a:avLst/>
                    <a:gdLst>
                      <a:gd name="connsiteX0" fmla="*/ 1697 w 17952"/>
                      <a:gd name="connsiteY0" fmla="*/ 3783 h 6187"/>
                      <a:gd name="connsiteX1" fmla="*/ 56 w 17952"/>
                      <a:gd name="connsiteY1" fmla="*/ 5024 h 6187"/>
                      <a:gd name="connsiteX2" fmla="*/ 1431 w 17952"/>
                      <a:gd name="connsiteY2" fmla="*/ 6088 h 6187"/>
                      <a:gd name="connsiteX3" fmla="*/ 4756 w 17952"/>
                      <a:gd name="connsiteY3" fmla="*/ 6043 h 6187"/>
                      <a:gd name="connsiteX4" fmla="*/ 12779 w 17952"/>
                      <a:gd name="connsiteY4" fmla="*/ 4758 h 6187"/>
                      <a:gd name="connsiteX5" fmla="*/ 15617 w 17952"/>
                      <a:gd name="connsiteY5" fmla="*/ 3916 h 6187"/>
                      <a:gd name="connsiteX6" fmla="*/ 13710 w 17952"/>
                      <a:gd name="connsiteY6" fmla="*/ 59 h 6187"/>
                      <a:gd name="connsiteX7" fmla="*/ 1697 w 17952"/>
                      <a:gd name="connsiteY7" fmla="*/ 3783 h 6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952" h="6187">
                        <a:moveTo>
                          <a:pt x="1697" y="3783"/>
                        </a:moveTo>
                        <a:cubicBezTo>
                          <a:pt x="854" y="4182"/>
                          <a:pt x="278" y="4447"/>
                          <a:pt x="56" y="5024"/>
                        </a:cubicBezTo>
                        <a:cubicBezTo>
                          <a:pt x="-209" y="5600"/>
                          <a:pt x="500" y="5955"/>
                          <a:pt x="1431" y="6088"/>
                        </a:cubicBezTo>
                        <a:cubicBezTo>
                          <a:pt x="2362" y="6265"/>
                          <a:pt x="3692" y="6176"/>
                          <a:pt x="4756" y="6043"/>
                        </a:cubicBezTo>
                        <a:cubicBezTo>
                          <a:pt x="7415" y="5733"/>
                          <a:pt x="10253" y="5334"/>
                          <a:pt x="12779" y="4758"/>
                        </a:cubicBezTo>
                        <a:cubicBezTo>
                          <a:pt x="13843" y="4536"/>
                          <a:pt x="14819" y="4314"/>
                          <a:pt x="15617" y="3916"/>
                        </a:cubicBezTo>
                        <a:cubicBezTo>
                          <a:pt x="19074" y="2231"/>
                          <a:pt x="18897" y="-429"/>
                          <a:pt x="13710" y="59"/>
                        </a:cubicBezTo>
                        <a:cubicBezTo>
                          <a:pt x="9721" y="458"/>
                          <a:pt x="5022" y="2187"/>
                          <a:pt x="1697" y="378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27" name="Forme libre : forme 23426">
                    <a:extLst>
                      <a:ext uri="{FF2B5EF4-FFF2-40B4-BE49-F238E27FC236}">
                        <a16:creationId xmlns:a16="http://schemas.microsoft.com/office/drawing/2014/main" id="{EA8B23C6-8A43-47B3-BE1E-BC133B633B67}"/>
                      </a:ext>
                    </a:extLst>
                  </p:cNvPr>
                  <p:cNvSpPr/>
                  <p:nvPr/>
                </p:nvSpPr>
                <p:spPr>
                  <a:xfrm>
                    <a:off x="6182622" y="1144935"/>
                    <a:ext cx="26864" cy="14895"/>
                  </a:xfrm>
                  <a:custGeom>
                    <a:avLst/>
                    <a:gdLst>
                      <a:gd name="connsiteX0" fmla="*/ 26865 w 26864"/>
                      <a:gd name="connsiteY0" fmla="*/ 0 h 14895"/>
                      <a:gd name="connsiteX1" fmla="*/ 0 w 26864"/>
                      <a:gd name="connsiteY1" fmla="*/ 14895 h 14895"/>
                      <a:gd name="connsiteX2" fmla="*/ 26865 w 26864"/>
                      <a:gd name="connsiteY2" fmla="*/ 0 h 14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864" h="14895">
                        <a:moveTo>
                          <a:pt x="26865" y="0"/>
                        </a:moveTo>
                        <a:cubicBezTo>
                          <a:pt x="23407" y="6827"/>
                          <a:pt x="9044" y="11925"/>
                          <a:pt x="0" y="14895"/>
                        </a:cubicBezTo>
                        <a:cubicBezTo>
                          <a:pt x="9886" y="11659"/>
                          <a:pt x="20082" y="5453"/>
                          <a:pt x="2686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28" name="Forme libre : forme 23427">
                    <a:extLst>
                      <a:ext uri="{FF2B5EF4-FFF2-40B4-BE49-F238E27FC236}">
                        <a16:creationId xmlns:a16="http://schemas.microsoft.com/office/drawing/2014/main" id="{4F32201C-1D45-47F7-B75A-5DE70391CB3B}"/>
                      </a:ext>
                    </a:extLst>
                  </p:cNvPr>
                  <p:cNvSpPr/>
                  <p:nvPr/>
                </p:nvSpPr>
                <p:spPr>
                  <a:xfrm>
                    <a:off x="6118697" y="1128134"/>
                    <a:ext cx="30898" cy="12368"/>
                  </a:xfrm>
                  <a:custGeom>
                    <a:avLst/>
                    <a:gdLst>
                      <a:gd name="connsiteX0" fmla="*/ 30899 w 30898"/>
                      <a:gd name="connsiteY0" fmla="*/ 0 h 12368"/>
                      <a:gd name="connsiteX1" fmla="*/ 0 w 30898"/>
                      <a:gd name="connsiteY1" fmla="*/ 12368 h 12368"/>
                      <a:gd name="connsiteX2" fmla="*/ 30899 w 30898"/>
                      <a:gd name="connsiteY2" fmla="*/ 0 h 12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898" h="12368">
                        <a:moveTo>
                          <a:pt x="30899" y="0"/>
                        </a:moveTo>
                        <a:cubicBezTo>
                          <a:pt x="18663" y="1197"/>
                          <a:pt x="8024" y="6650"/>
                          <a:pt x="0" y="12368"/>
                        </a:cubicBezTo>
                        <a:cubicBezTo>
                          <a:pt x="7226" y="6694"/>
                          <a:pt x="20614" y="2571"/>
                          <a:pt x="3089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29" name="Forme libre : forme 23428">
                    <a:extLst>
                      <a:ext uri="{FF2B5EF4-FFF2-40B4-BE49-F238E27FC236}">
                        <a16:creationId xmlns:a16="http://schemas.microsoft.com/office/drawing/2014/main" id="{CE586A87-E385-4A45-8718-46F3A283A373}"/>
                      </a:ext>
                    </a:extLst>
                  </p:cNvPr>
                  <p:cNvSpPr/>
                  <p:nvPr/>
                </p:nvSpPr>
                <p:spPr>
                  <a:xfrm>
                    <a:off x="6166999" y="1139827"/>
                    <a:ext cx="16479" cy="3858"/>
                  </a:xfrm>
                  <a:custGeom>
                    <a:avLst/>
                    <a:gdLst>
                      <a:gd name="connsiteX0" fmla="*/ 16377 w 16479"/>
                      <a:gd name="connsiteY0" fmla="*/ 2537 h 3858"/>
                      <a:gd name="connsiteX1" fmla="*/ 6757 w 16479"/>
                      <a:gd name="connsiteY1" fmla="*/ 3734 h 3858"/>
                      <a:gd name="connsiteX2" fmla="*/ 152 w 16479"/>
                      <a:gd name="connsiteY2" fmla="*/ 1251 h 3858"/>
                      <a:gd name="connsiteX3" fmla="*/ 9240 w 16479"/>
                      <a:gd name="connsiteY3" fmla="*/ 232 h 3858"/>
                      <a:gd name="connsiteX4" fmla="*/ 16377 w 16479"/>
                      <a:gd name="connsiteY4" fmla="*/ 2537 h 3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79" h="3858">
                        <a:moveTo>
                          <a:pt x="16377" y="2537"/>
                        </a:moveTo>
                        <a:cubicBezTo>
                          <a:pt x="15402" y="4221"/>
                          <a:pt x="8752" y="3867"/>
                          <a:pt x="6757" y="3734"/>
                        </a:cubicBezTo>
                        <a:cubicBezTo>
                          <a:pt x="4718" y="3601"/>
                          <a:pt x="-1001" y="3024"/>
                          <a:pt x="152" y="1251"/>
                        </a:cubicBezTo>
                        <a:cubicBezTo>
                          <a:pt x="1305" y="-522"/>
                          <a:pt x="7333" y="54"/>
                          <a:pt x="9240" y="232"/>
                        </a:cubicBezTo>
                        <a:cubicBezTo>
                          <a:pt x="11102" y="409"/>
                          <a:pt x="17352" y="852"/>
                          <a:pt x="16377" y="253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30" name="Forme libre : forme 23429">
                    <a:extLst>
                      <a:ext uri="{FF2B5EF4-FFF2-40B4-BE49-F238E27FC236}">
                        <a16:creationId xmlns:a16="http://schemas.microsoft.com/office/drawing/2014/main" id="{9F77A8C3-26FB-4046-9FE1-0EBC795AE35C}"/>
                      </a:ext>
                    </a:extLst>
                  </p:cNvPr>
                  <p:cNvSpPr/>
                  <p:nvPr/>
                </p:nvSpPr>
                <p:spPr>
                  <a:xfrm>
                    <a:off x="6181233" y="1141195"/>
                    <a:ext cx="4691" cy="1536"/>
                  </a:xfrm>
                  <a:custGeom>
                    <a:avLst/>
                    <a:gdLst>
                      <a:gd name="connsiteX0" fmla="*/ 4670 w 4691"/>
                      <a:gd name="connsiteY0" fmla="*/ 637 h 1536"/>
                      <a:gd name="connsiteX1" fmla="*/ 2586 w 4691"/>
                      <a:gd name="connsiteY1" fmla="*/ 1524 h 1536"/>
                      <a:gd name="connsiteX2" fmla="*/ 15 w 4691"/>
                      <a:gd name="connsiteY2" fmla="*/ 903 h 1536"/>
                      <a:gd name="connsiteX3" fmla="*/ 2054 w 4691"/>
                      <a:gd name="connsiteY3" fmla="*/ 16 h 1536"/>
                      <a:gd name="connsiteX4" fmla="*/ 4670 w 4691"/>
                      <a:gd name="connsiteY4" fmla="*/ 637 h 1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1" h="1536">
                        <a:moveTo>
                          <a:pt x="4670" y="637"/>
                        </a:moveTo>
                        <a:cubicBezTo>
                          <a:pt x="4892" y="1258"/>
                          <a:pt x="3340" y="1479"/>
                          <a:pt x="2586" y="1524"/>
                        </a:cubicBezTo>
                        <a:cubicBezTo>
                          <a:pt x="1833" y="1568"/>
                          <a:pt x="193" y="1524"/>
                          <a:pt x="15" y="903"/>
                        </a:cubicBezTo>
                        <a:cubicBezTo>
                          <a:pt x="-162" y="282"/>
                          <a:pt x="1257" y="61"/>
                          <a:pt x="2054" y="16"/>
                        </a:cubicBezTo>
                        <a:cubicBezTo>
                          <a:pt x="2852" y="-28"/>
                          <a:pt x="4493" y="-28"/>
                          <a:pt x="4670" y="6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31" name="Forme libre : forme 23430">
                    <a:extLst>
                      <a:ext uri="{FF2B5EF4-FFF2-40B4-BE49-F238E27FC236}">
                        <a16:creationId xmlns:a16="http://schemas.microsoft.com/office/drawing/2014/main" id="{45A9A16C-14AE-42A6-994D-C1A306045D90}"/>
                      </a:ext>
                    </a:extLst>
                  </p:cNvPr>
                  <p:cNvSpPr/>
                  <p:nvPr/>
                </p:nvSpPr>
                <p:spPr>
                  <a:xfrm>
                    <a:off x="6166461" y="1128721"/>
                    <a:ext cx="41018" cy="15087"/>
                  </a:xfrm>
                  <a:custGeom>
                    <a:avLst/>
                    <a:gdLst>
                      <a:gd name="connsiteX0" fmla="*/ 30435 w 41018"/>
                      <a:gd name="connsiteY0" fmla="*/ 5885 h 15087"/>
                      <a:gd name="connsiteX1" fmla="*/ 40720 w 41018"/>
                      <a:gd name="connsiteY1" fmla="*/ 12224 h 15087"/>
                      <a:gd name="connsiteX2" fmla="*/ 38016 w 41018"/>
                      <a:gd name="connsiteY2" fmla="*/ 15062 h 15087"/>
                      <a:gd name="connsiteX3" fmla="*/ 33051 w 41018"/>
                      <a:gd name="connsiteY3" fmla="*/ 13732 h 15087"/>
                      <a:gd name="connsiteX4" fmla="*/ 18377 w 41018"/>
                      <a:gd name="connsiteY4" fmla="*/ 8412 h 15087"/>
                      <a:gd name="connsiteX5" fmla="*/ 335 w 41018"/>
                      <a:gd name="connsiteY5" fmla="*/ 2427 h 15087"/>
                      <a:gd name="connsiteX6" fmla="*/ 20860 w 41018"/>
                      <a:gd name="connsiteY6" fmla="*/ 1230 h 15087"/>
                      <a:gd name="connsiteX7" fmla="*/ 30435 w 41018"/>
                      <a:gd name="connsiteY7" fmla="*/ 5885 h 15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1018" h="15087">
                        <a:moveTo>
                          <a:pt x="30435" y="5885"/>
                        </a:moveTo>
                        <a:cubicBezTo>
                          <a:pt x="34824" y="7836"/>
                          <a:pt x="38016" y="9210"/>
                          <a:pt x="40720" y="12224"/>
                        </a:cubicBezTo>
                        <a:cubicBezTo>
                          <a:pt x="41695" y="13333"/>
                          <a:pt x="40144" y="14884"/>
                          <a:pt x="38016" y="15062"/>
                        </a:cubicBezTo>
                        <a:cubicBezTo>
                          <a:pt x="35888" y="15239"/>
                          <a:pt x="34514" y="14485"/>
                          <a:pt x="33051" y="13732"/>
                        </a:cubicBezTo>
                        <a:cubicBezTo>
                          <a:pt x="28529" y="11426"/>
                          <a:pt x="23741" y="9919"/>
                          <a:pt x="18377" y="8412"/>
                        </a:cubicBezTo>
                        <a:cubicBezTo>
                          <a:pt x="15052" y="7481"/>
                          <a:pt x="-2636" y="6151"/>
                          <a:pt x="335" y="2427"/>
                        </a:cubicBezTo>
                        <a:cubicBezTo>
                          <a:pt x="3305" y="-1252"/>
                          <a:pt x="16427" y="33"/>
                          <a:pt x="20860" y="1230"/>
                        </a:cubicBezTo>
                        <a:cubicBezTo>
                          <a:pt x="25293" y="2427"/>
                          <a:pt x="27111" y="4422"/>
                          <a:pt x="30435" y="588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16" name="Graphique 2">
                  <a:extLst>
                    <a:ext uri="{FF2B5EF4-FFF2-40B4-BE49-F238E27FC236}">
                      <a16:creationId xmlns:a16="http://schemas.microsoft.com/office/drawing/2014/main" id="{B58B9435-FDCE-43D8-9E96-750AB6E642A8}"/>
                    </a:ext>
                  </a:extLst>
                </p:cNvPr>
                <p:cNvGrpSpPr/>
                <p:nvPr/>
              </p:nvGrpSpPr>
              <p:grpSpPr>
                <a:xfrm>
                  <a:off x="6211952" y="1117447"/>
                  <a:ext cx="95658" cy="40139"/>
                  <a:chOff x="6211952" y="1117447"/>
                  <a:chExt cx="95658" cy="40139"/>
                </a:xfrm>
                <a:solidFill>
                  <a:schemeClr val="accent1"/>
                </a:solidFill>
              </p:grpSpPr>
              <p:sp>
                <p:nvSpPr>
                  <p:cNvPr id="23408" name="Forme libre : forme 23407">
                    <a:extLst>
                      <a:ext uri="{FF2B5EF4-FFF2-40B4-BE49-F238E27FC236}">
                        <a16:creationId xmlns:a16="http://schemas.microsoft.com/office/drawing/2014/main" id="{307F84E1-D394-4EAD-9F71-4B3CB58C9C0B}"/>
                      </a:ext>
                    </a:extLst>
                  </p:cNvPr>
                  <p:cNvSpPr/>
                  <p:nvPr/>
                </p:nvSpPr>
                <p:spPr>
                  <a:xfrm>
                    <a:off x="6211952" y="1117447"/>
                    <a:ext cx="95658" cy="40139"/>
                  </a:xfrm>
                  <a:custGeom>
                    <a:avLst/>
                    <a:gdLst>
                      <a:gd name="connsiteX0" fmla="*/ 66646 w 95658"/>
                      <a:gd name="connsiteY0" fmla="*/ 34803 h 40139"/>
                      <a:gd name="connsiteX1" fmla="*/ 34950 w 95658"/>
                      <a:gd name="connsiteY1" fmla="*/ 39857 h 40139"/>
                      <a:gd name="connsiteX2" fmla="*/ 23823 w 95658"/>
                      <a:gd name="connsiteY2" fmla="*/ 39857 h 40139"/>
                      <a:gd name="connsiteX3" fmla="*/ 18680 w 95658"/>
                      <a:gd name="connsiteY3" fmla="*/ 38926 h 40139"/>
                      <a:gd name="connsiteX4" fmla="*/ 14957 w 95658"/>
                      <a:gd name="connsiteY4" fmla="*/ 37507 h 40139"/>
                      <a:gd name="connsiteX5" fmla="*/ 2056 w 95658"/>
                      <a:gd name="connsiteY5" fmla="*/ 28863 h 40139"/>
                      <a:gd name="connsiteX6" fmla="*/ 2101 w 95658"/>
                      <a:gd name="connsiteY6" fmla="*/ 18844 h 40139"/>
                      <a:gd name="connsiteX7" fmla="*/ 15134 w 95658"/>
                      <a:gd name="connsiteY7" fmla="*/ 10155 h 40139"/>
                      <a:gd name="connsiteX8" fmla="*/ 22094 w 95658"/>
                      <a:gd name="connsiteY8" fmla="*/ 7318 h 40139"/>
                      <a:gd name="connsiteX9" fmla="*/ 30561 w 95658"/>
                      <a:gd name="connsiteY9" fmla="*/ 5013 h 40139"/>
                      <a:gd name="connsiteX10" fmla="*/ 60617 w 95658"/>
                      <a:gd name="connsiteY10" fmla="*/ 269 h 40139"/>
                      <a:gd name="connsiteX11" fmla="*/ 92447 w 95658"/>
                      <a:gd name="connsiteY11" fmla="*/ 9490 h 40139"/>
                      <a:gd name="connsiteX12" fmla="*/ 94575 w 95658"/>
                      <a:gd name="connsiteY12" fmla="*/ 19110 h 40139"/>
                      <a:gd name="connsiteX13" fmla="*/ 66646 w 95658"/>
                      <a:gd name="connsiteY13" fmla="*/ 34803 h 40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5658" h="40139">
                        <a:moveTo>
                          <a:pt x="66646" y="34803"/>
                        </a:moveTo>
                        <a:cubicBezTo>
                          <a:pt x="59376" y="36178"/>
                          <a:pt x="43461" y="38970"/>
                          <a:pt x="34950" y="39857"/>
                        </a:cubicBezTo>
                        <a:cubicBezTo>
                          <a:pt x="31004" y="40256"/>
                          <a:pt x="27280" y="40212"/>
                          <a:pt x="23823" y="39857"/>
                        </a:cubicBezTo>
                        <a:cubicBezTo>
                          <a:pt x="22005" y="39635"/>
                          <a:pt x="20276" y="39325"/>
                          <a:pt x="18680" y="38926"/>
                        </a:cubicBezTo>
                        <a:cubicBezTo>
                          <a:pt x="17350" y="38527"/>
                          <a:pt x="16153" y="38039"/>
                          <a:pt x="14957" y="37507"/>
                        </a:cubicBezTo>
                        <a:cubicBezTo>
                          <a:pt x="10169" y="35424"/>
                          <a:pt x="6090" y="32454"/>
                          <a:pt x="2056" y="28863"/>
                        </a:cubicBezTo>
                        <a:cubicBezTo>
                          <a:pt x="-737" y="26380"/>
                          <a:pt x="-648" y="21282"/>
                          <a:pt x="2101" y="18844"/>
                        </a:cubicBezTo>
                        <a:cubicBezTo>
                          <a:pt x="6090" y="15298"/>
                          <a:pt x="10124" y="12372"/>
                          <a:pt x="15134" y="10155"/>
                        </a:cubicBezTo>
                        <a:cubicBezTo>
                          <a:pt x="17971" y="9047"/>
                          <a:pt x="19611" y="8160"/>
                          <a:pt x="22094" y="7318"/>
                        </a:cubicBezTo>
                        <a:cubicBezTo>
                          <a:pt x="24488" y="6476"/>
                          <a:pt x="27280" y="5678"/>
                          <a:pt x="30561" y="5013"/>
                        </a:cubicBezTo>
                        <a:cubicBezTo>
                          <a:pt x="37432" y="3550"/>
                          <a:pt x="52638" y="979"/>
                          <a:pt x="60617" y="269"/>
                        </a:cubicBezTo>
                        <a:cubicBezTo>
                          <a:pt x="75468" y="-1149"/>
                          <a:pt x="84024" y="3195"/>
                          <a:pt x="92447" y="9490"/>
                        </a:cubicBezTo>
                        <a:cubicBezTo>
                          <a:pt x="95373" y="11707"/>
                          <a:pt x="96791" y="16406"/>
                          <a:pt x="94575" y="19110"/>
                        </a:cubicBezTo>
                        <a:cubicBezTo>
                          <a:pt x="88103" y="26824"/>
                          <a:pt x="80256" y="32099"/>
                          <a:pt x="66646" y="3480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09" name="Forme libre : forme 23408">
                    <a:extLst>
                      <a:ext uri="{FF2B5EF4-FFF2-40B4-BE49-F238E27FC236}">
                        <a16:creationId xmlns:a16="http://schemas.microsoft.com/office/drawing/2014/main" id="{539FDF5C-8D9A-4374-B945-DE751BC088FD}"/>
                      </a:ext>
                    </a:extLst>
                  </p:cNvPr>
                  <p:cNvSpPr/>
                  <p:nvPr/>
                </p:nvSpPr>
                <p:spPr>
                  <a:xfrm>
                    <a:off x="6211969" y="1136291"/>
                    <a:ext cx="94469" cy="21184"/>
                  </a:xfrm>
                  <a:custGeom>
                    <a:avLst/>
                    <a:gdLst>
                      <a:gd name="connsiteX0" fmla="*/ 38036 w 94469"/>
                      <a:gd name="connsiteY0" fmla="*/ 7802 h 21184"/>
                      <a:gd name="connsiteX1" fmla="*/ 17732 w 94469"/>
                      <a:gd name="connsiteY1" fmla="*/ 9930 h 21184"/>
                      <a:gd name="connsiteX2" fmla="*/ 0 w 94469"/>
                      <a:gd name="connsiteY2" fmla="*/ 5940 h 21184"/>
                      <a:gd name="connsiteX3" fmla="*/ 1951 w 94469"/>
                      <a:gd name="connsiteY3" fmla="*/ 9930 h 21184"/>
                      <a:gd name="connsiteX4" fmla="*/ 6162 w 94469"/>
                      <a:gd name="connsiteY4" fmla="*/ 13388 h 21184"/>
                      <a:gd name="connsiteX5" fmla="*/ 12679 w 94469"/>
                      <a:gd name="connsiteY5" fmla="*/ 17511 h 21184"/>
                      <a:gd name="connsiteX6" fmla="*/ 16225 w 94469"/>
                      <a:gd name="connsiteY6" fmla="*/ 19151 h 21184"/>
                      <a:gd name="connsiteX7" fmla="*/ 20481 w 94469"/>
                      <a:gd name="connsiteY7" fmla="*/ 20392 h 21184"/>
                      <a:gd name="connsiteX8" fmla="*/ 34800 w 94469"/>
                      <a:gd name="connsiteY8" fmla="*/ 20924 h 21184"/>
                      <a:gd name="connsiteX9" fmla="*/ 40164 w 94469"/>
                      <a:gd name="connsiteY9" fmla="*/ 20259 h 21184"/>
                      <a:gd name="connsiteX10" fmla="*/ 64236 w 94469"/>
                      <a:gd name="connsiteY10" fmla="*/ 16269 h 21184"/>
                      <a:gd name="connsiteX11" fmla="*/ 66496 w 94469"/>
                      <a:gd name="connsiteY11" fmla="*/ 15826 h 21184"/>
                      <a:gd name="connsiteX12" fmla="*/ 78998 w 94469"/>
                      <a:gd name="connsiteY12" fmla="*/ 11969 h 21184"/>
                      <a:gd name="connsiteX13" fmla="*/ 91189 w 94469"/>
                      <a:gd name="connsiteY13" fmla="*/ 3591 h 21184"/>
                      <a:gd name="connsiteX14" fmla="*/ 94381 w 94469"/>
                      <a:gd name="connsiteY14" fmla="*/ 133 h 21184"/>
                      <a:gd name="connsiteX15" fmla="*/ 94469 w 94469"/>
                      <a:gd name="connsiteY15" fmla="*/ 0 h 21184"/>
                      <a:gd name="connsiteX16" fmla="*/ 38036 w 94469"/>
                      <a:gd name="connsiteY16" fmla="*/ 7802 h 21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4469" h="21184">
                        <a:moveTo>
                          <a:pt x="38036" y="7802"/>
                        </a:moveTo>
                        <a:cubicBezTo>
                          <a:pt x="31652" y="9177"/>
                          <a:pt x="24648" y="10418"/>
                          <a:pt x="17732" y="9930"/>
                        </a:cubicBezTo>
                        <a:cubicBezTo>
                          <a:pt x="11349" y="9487"/>
                          <a:pt x="5187" y="8378"/>
                          <a:pt x="0" y="5940"/>
                        </a:cubicBezTo>
                        <a:cubicBezTo>
                          <a:pt x="177" y="7492"/>
                          <a:pt x="842" y="8910"/>
                          <a:pt x="1951" y="9930"/>
                        </a:cubicBezTo>
                        <a:cubicBezTo>
                          <a:pt x="3325" y="11171"/>
                          <a:pt x="4743" y="12324"/>
                          <a:pt x="6162" y="13388"/>
                        </a:cubicBezTo>
                        <a:cubicBezTo>
                          <a:pt x="8246" y="14940"/>
                          <a:pt x="10374" y="16314"/>
                          <a:pt x="12679" y="17511"/>
                        </a:cubicBezTo>
                        <a:cubicBezTo>
                          <a:pt x="13832" y="18087"/>
                          <a:pt x="15028" y="18663"/>
                          <a:pt x="16225" y="19151"/>
                        </a:cubicBezTo>
                        <a:cubicBezTo>
                          <a:pt x="17422" y="19639"/>
                          <a:pt x="18663" y="20082"/>
                          <a:pt x="20481" y="20392"/>
                        </a:cubicBezTo>
                        <a:cubicBezTo>
                          <a:pt x="25003" y="21279"/>
                          <a:pt x="29613" y="21368"/>
                          <a:pt x="34800" y="20924"/>
                        </a:cubicBezTo>
                        <a:cubicBezTo>
                          <a:pt x="36351" y="20747"/>
                          <a:pt x="38169" y="20525"/>
                          <a:pt x="40164" y="20259"/>
                        </a:cubicBezTo>
                        <a:cubicBezTo>
                          <a:pt x="47922" y="19151"/>
                          <a:pt x="57896" y="17422"/>
                          <a:pt x="64236" y="16269"/>
                        </a:cubicBezTo>
                        <a:cubicBezTo>
                          <a:pt x="65034" y="16092"/>
                          <a:pt x="65832" y="15959"/>
                          <a:pt x="66496" y="15826"/>
                        </a:cubicBezTo>
                        <a:cubicBezTo>
                          <a:pt x="71329" y="14851"/>
                          <a:pt x="75407" y="13565"/>
                          <a:pt x="78998" y="11969"/>
                        </a:cubicBezTo>
                        <a:cubicBezTo>
                          <a:pt x="83874" y="9753"/>
                          <a:pt x="87731" y="6916"/>
                          <a:pt x="91189" y="3591"/>
                        </a:cubicBezTo>
                        <a:cubicBezTo>
                          <a:pt x="92297" y="2483"/>
                          <a:pt x="93361" y="1330"/>
                          <a:pt x="94381" y="133"/>
                        </a:cubicBezTo>
                        <a:lnTo>
                          <a:pt x="94469" y="0"/>
                        </a:lnTo>
                        <a:cubicBezTo>
                          <a:pt x="75629" y="1108"/>
                          <a:pt x="56345" y="3591"/>
                          <a:pt x="38036" y="780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10" name="Forme libre : forme 23409">
                    <a:extLst>
                      <a:ext uri="{FF2B5EF4-FFF2-40B4-BE49-F238E27FC236}">
                        <a16:creationId xmlns:a16="http://schemas.microsoft.com/office/drawing/2014/main" id="{4AA4719B-43F0-4D72-868C-F73381F15992}"/>
                      </a:ext>
                    </a:extLst>
                  </p:cNvPr>
                  <p:cNvSpPr/>
                  <p:nvPr/>
                </p:nvSpPr>
                <p:spPr>
                  <a:xfrm>
                    <a:off x="6245218" y="1130722"/>
                    <a:ext cx="44039" cy="13071"/>
                  </a:xfrm>
                  <a:custGeom>
                    <a:avLst/>
                    <a:gdLst>
                      <a:gd name="connsiteX0" fmla="*/ 44020 w 44039"/>
                      <a:gd name="connsiteY0" fmla="*/ 3397 h 13071"/>
                      <a:gd name="connsiteX1" fmla="*/ 22032 w 44039"/>
                      <a:gd name="connsiteY1" fmla="*/ 12174 h 13071"/>
                      <a:gd name="connsiteX2" fmla="*/ 44 w 44039"/>
                      <a:gd name="connsiteY2" fmla="*/ 9426 h 13071"/>
                      <a:gd name="connsiteX3" fmla="*/ 20126 w 44039"/>
                      <a:gd name="connsiteY3" fmla="*/ 781 h 13071"/>
                      <a:gd name="connsiteX4" fmla="*/ 44020 w 44039"/>
                      <a:gd name="connsiteY4" fmla="*/ 3397 h 13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39" h="13071">
                        <a:moveTo>
                          <a:pt x="44020" y="3397"/>
                        </a:moveTo>
                        <a:cubicBezTo>
                          <a:pt x="44685" y="8007"/>
                          <a:pt x="27751" y="11155"/>
                          <a:pt x="22032" y="12174"/>
                        </a:cubicBezTo>
                        <a:cubicBezTo>
                          <a:pt x="16358" y="13061"/>
                          <a:pt x="1019" y="14524"/>
                          <a:pt x="44" y="9426"/>
                        </a:cubicBezTo>
                        <a:cubicBezTo>
                          <a:pt x="-931" y="4416"/>
                          <a:pt x="14585" y="1402"/>
                          <a:pt x="20126" y="781"/>
                        </a:cubicBezTo>
                        <a:cubicBezTo>
                          <a:pt x="25623" y="28"/>
                          <a:pt x="43355" y="-1347"/>
                          <a:pt x="44020" y="339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11" name="Forme libre : forme 23410">
                    <a:extLst>
                      <a:ext uri="{FF2B5EF4-FFF2-40B4-BE49-F238E27FC236}">
                        <a16:creationId xmlns:a16="http://schemas.microsoft.com/office/drawing/2014/main" id="{849EFD1B-5B35-4A4D-A646-ED594B0997CF}"/>
                      </a:ext>
                    </a:extLst>
                  </p:cNvPr>
                  <p:cNvSpPr/>
                  <p:nvPr/>
                </p:nvSpPr>
                <p:spPr>
                  <a:xfrm>
                    <a:off x="6244843" y="1134119"/>
                    <a:ext cx="31805" cy="9680"/>
                  </a:xfrm>
                  <a:custGeom>
                    <a:avLst/>
                    <a:gdLst>
                      <a:gd name="connsiteX0" fmla="*/ 8842 w 31805"/>
                      <a:gd name="connsiteY0" fmla="*/ 0 h 9680"/>
                      <a:gd name="connsiteX1" fmla="*/ 197 w 31805"/>
                      <a:gd name="connsiteY1" fmla="*/ 6118 h 9680"/>
                      <a:gd name="connsiteX2" fmla="*/ 22673 w 31805"/>
                      <a:gd name="connsiteY2" fmla="*/ 8778 h 9680"/>
                      <a:gd name="connsiteX3" fmla="*/ 31805 w 31805"/>
                      <a:gd name="connsiteY3" fmla="*/ 6650 h 9680"/>
                      <a:gd name="connsiteX4" fmla="*/ 26796 w 31805"/>
                      <a:gd name="connsiteY4" fmla="*/ 7049 h 9680"/>
                      <a:gd name="connsiteX5" fmla="*/ 8842 w 31805"/>
                      <a:gd name="connsiteY5" fmla="*/ 0 h 96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805" h="9680">
                        <a:moveTo>
                          <a:pt x="8842" y="0"/>
                        </a:moveTo>
                        <a:cubicBezTo>
                          <a:pt x="6226" y="1330"/>
                          <a:pt x="-1310" y="3148"/>
                          <a:pt x="197" y="6118"/>
                        </a:cubicBezTo>
                        <a:cubicBezTo>
                          <a:pt x="2680" y="10950"/>
                          <a:pt x="15492" y="9797"/>
                          <a:pt x="22673" y="8778"/>
                        </a:cubicBezTo>
                        <a:cubicBezTo>
                          <a:pt x="24801" y="8467"/>
                          <a:pt x="29500" y="7403"/>
                          <a:pt x="31805" y="6650"/>
                        </a:cubicBezTo>
                        <a:cubicBezTo>
                          <a:pt x="30431" y="6783"/>
                          <a:pt x="28126" y="7137"/>
                          <a:pt x="26796" y="7049"/>
                        </a:cubicBezTo>
                        <a:cubicBezTo>
                          <a:pt x="19260" y="6472"/>
                          <a:pt x="10216" y="5453"/>
                          <a:pt x="8842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12" name="Forme libre : forme 23411">
                    <a:extLst>
                      <a:ext uri="{FF2B5EF4-FFF2-40B4-BE49-F238E27FC236}">
                        <a16:creationId xmlns:a16="http://schemas.microsoft.com/office/drawing/2014/main" id="{7E6C7D2D-10B7-4760-9789-AD5681844850}"/>
                      </a:ext>
                    </a:extLst>
                  </p:cNvPr>
                  <p:cNvSpPr/>
                  <p:nvPr/>
                </p:nvSpPr>
                <p:spPr>
                  <a:xfrm>
                    <a:off x="6247707" y="1131572"/>
                    <a:ext cx="44084" cy="13328"/>
                  </a:xfrm>
                  <a:custGeom>
                    <a:avLst/>
                    <a:gdLst>
                      <a:gd name="connsiteX0" fmla="*/ 44058 w 44084"/>
                      <a:gd name="connsiteY0" fmla="*/ 3434 h 13328"/>
                      <a:gd name="connsiteX1" fmla="*/ 21849 w 44084"/>
                      <a:gd name="connsiteY1" fmla="*/ 12388 h 13328"/>
                      <a:gd name="connsiteX2" fmla="*/ 82 w 44084"/>
                      <a:gd name="connsiteY2" fmla="*/ 9551 h 13328"/>
                      <a:gd name="connsiteX3" fmla="*/ 20120 w 44084"/>
                      <a:gd name="connsiteY3" fmla="*/ 951 h 13328"/>
                      <a:gd name="connsiteX4" fmla="*/ 44058 w 44084"/>
                      <a:gd name="connsiteY4" fmla="*/ 3434 h 13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84" h="13328">
                        <a:moveTo>
                          <a:pt x="44058" y="3434"/>
                        </a:moveTo>
                        <a:cubicBezTo>
                          <a:pt x="43172" y="8266"/>
                          <a:pt x="27966" y="11147"/>
                          <a:pt x="21849" y="12388"/>
                        </a:cubicBezTo>
                        <a:cubicBezTo>
                          <a:pt x="15731" y="13497"/>
                          <a:pt x="1501" y="14605"/>
                          <a:pt x="82" y="9551"/>
                        </a:cubicBezTo>
                        <a:cubicBezTo>
                          <a:pt x="-1292" y="4497"/>
                          <a:pt x="14977" y="1616"/>
                          <a:pt x="20120" y="951"/>
                        </a:cubicBezTo>
                        <a:cubicBezTo>
                          <a:pt x="25129" y="64"/>
                          <a:pt x="44901" y="-1487"/>
                          <a:pt x="44058" y="343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13" name="Forme libre : forme 23412">
                    <a:extLst>
                      <a:ext uri="{FF2B5EF4-FFF2-40B4-BE49-F238E27FC236}">
                        <a16:creationId xmlns:a16="http://schemas.microsoft.com/office/drawing/2014/main" id="{54D4680A-AA76-44C8-96BC-480DCF4E6A04}"/>
                      </a:ext>
                    </a:extLst>
                  </p:cNvPr>
                  <p:cNvSpPr/>
                  <p:nvPr/>
                </p:nvSpPr>
                <p:spPr>
                  <a:xfrm>
                    <a:off x="6224258" y="1132009"/>
                    <a:ext cx="55859" cy="20867"/>
                  </a:xfrm>
                  <a:custGeom>
                    <a:avLst/>
                    <a:gdLst>
                      <a:gd name="connsiteX0" fmla="*/ 390 w 55859"/>
                      <a:gd name="connsiteY0" fmla="*/ 10355 h 20867"/>
                      <a:gd name="connsiteX1" fmla="*/ 6153 w 55859"/>
                      <a:gd name="connsiteY1" fmla="*/ 15808 h 20867"/>
                      <a:gd name="connsiteX2" fmla="*/ 28318 w 55859"/>
                      <a:gd name="connsiteY2" fmla="*/ 20862 h 20867"/>
                      <a:gd name="connsiteX3" fmla="*/ 49065 w 55859"/>
                      <a:gd name="connsiteY3" fmla="*/ 16473 h 20867"/>
                      <a:gd name="connsiteX4" fmla="*/ 55538 w 55859"/>
                      <a:gd name="connsiteY4" fmla="*/ 9114 h 20867"/>
                      <a:gd name="connsiteX5" fmla="*/ 48445 w 55859"/>
                      <a:gd name="connsiteY5" fmla="*/ 7385 h 20867"/>
                      <a:gd name="connsiteX6" fmla="*/ 28850 w 55859"/>
                      <a:gd name="connsiteY6" fmla="*/ 3794 h 20867"/>
                      <a:gd name="connsiteX7" fmla="*/ 9744 w 55859"/>
                      <a:gd name="connsiteY7" fmla="*/ 425 h 20867"/>
                      <a:gd name="connsiteX8" fmla="*/ 5488 w 55859"/>
                      <a:gd name="connsiteY8" fmla="*/ 1932 h 20867"/>
                      <a:gd name="connsiteX9" fmla="*/ 1986 w 55859"/>
                      <a:gd name="connsiteY9" fmla="*/ 4326 h 20867"/>
                      <a:gd name="connsiteX10" fmla="*/ 390 w 55859"/>
                      <a:gd name="connsiteY10" fmla="*/ 10355 h 20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5859" h="20867">
                        <a:moveTo>
                          <a:pt x="390" y="10355"/>
                        </a:moveTo>
                        <a:cubicBezTo>
                          <a:pt x="1675" y="13237"/>
                          <a:pt x="2784" y="14123"/>
                          <a:pt x="6153" y="15808"/>
                        </a:cubicBezTo>
                        <a:cubicBezTo>
                          <a:pt x="13246" y="19044"/>
                          <a:pt x="19452" y="20994"/>
                          <a:pt x="28318" y="20862"/>
                        </a:cubicBezTo>
                        <a:cubicBezTo>
                          <a:pt x="35722" y="20729"/>
                          <a:pt x="43479" y="19000"/>
                          <a:pt x="49065" y="16473"/>
                        </a:cubicBezTo>
                        <a:cubicBezTo>
                          <a:pt x="53232" y="14567"/>
                          <a:pt x="57000" y="11774"/>
                          <a:pt x="55538" y="9114"/>
                        </a:cubicBezTo>
                        <a:cubicBezTo>
                          <a:pt x="54607" y="7474"/>
                          <a:pt x="51193" y="7740"/>
                          <a:pt x="48445" y="7385"/>
                        </a:cubicBezTo>
                        <a:cubicBezTo>
                          <a:pt x="41839" y="6410"/>
                          <a:pt x="35500" y="5966"/>
                          <a:pt x="28850" y="3794"/>
                        </a:cubicBezTo>
                        <a:cubicBezTo>
                          <a:pt x="23220" y="1932"/>
                          <a:pt x="16881" y="-1127"/>
                          <a:pt x="9744" y="425"/>
                        </a:cubicBezTo>
                        <a:cubicBezTo>
                          <a:pt x="8148" y="735"/>
                          <a:pt x="6774" y="1223"/>
                          <a:pt x="5488" y="1932"/>
                        </a:cubicBezTo>
                        <a:cubicBezTo>
                          <a:pt x="4069" y="2597"/>
                          <a:pt x="2872" y="3395"/>
                          <a:pt x="1986" y="4326"/>
                        </a:cubicBezTo>
                        <a:cubicBezTo>
                          <a:pt x="168" y="6144"/>
                          <a:pt x="-497" y="8360"/>
                          <a:pt x="390" y="1035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14" name="Forme libre : forme 23413">
                    <a:extLst>
                      <a:ext uri="{FF2B5EF4-FFF2-40B4-BE49-F238E27FC236}">
                        <a16:creationId xmlns:a16="http://schemas.microsoft.com/office/drawing/2014/main" id="{353BDE32-9529-4C3B-A14D-4311BD1A1D3B}"/>
                      </a:ext>
                    </a:extLst>
                  </p:cNvPr>
                  <p:cNvSpPr/>
                  <p:nvPr/>
                </p:nvSpPr>
                <p:spPr>
                  <a:xfrm>
                    <a:off x="6234936" y="1130172"/>
                    <a:ext cx="17180" cy="7515"/>
                  </a:xfrm>
                  <a:custGeom>
                    <a:avLst/>
                    <a:gdLst>
                      <a:gd name="connsiteX0" fmla="*/ 1548 w 17180"/>
                      <a:gd name="connsiteY0" fmla="*/ 5143 h 7515"/>
                      <a:gd name="connsiteX1" fmla="*/ 41 w 17180"/>
                      <a:gd name="connsiteY1" fmla="*/ 6517 h 7515"/>
                      <a:gd name="connsiteX2" fmla="*/ 1459 w 17180"/>
                      <a:gd name="connsiteY2" fmla="*/ 7493 h 7515"/>
                      <a:gd name="connsiteX3" fmla="*/ 4696 w 17180"/>
                      <a:gd name="connsiteY3" fmla="*/ 7182 h 7515"/>
                      <a:gd name="connsiteX4" fmla="*/ 12454 w 17180"/>
                      <a:gd name="connsiteY4" fmla="*/ 5010 h 7515"/>
                      <a:gd name="connsiteX5" fmla="*/ 15158 w 17180"/>
                      <a:gd name="connsiteY5" fmla="*/ 3857 h 7515"/>
                      <a:gd name="connsiteX6" fmla="*/ 12808 w 17180"/>
                      <a:gd name="connsiteY6" fmla="*/ 267 h 7515"/>
                      <a:gd name="connsiteX7" fmla="*/ 1548 w 17180"/>
                      <a:gd name="connsiteY7" fmla="*/ 5143 h 7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180" h="7515">
                        <a:moveTo>
                          <a:pt x="1548" y="5143"/>
                        </a:moveTo>
                        <a:cubicBezTo>
                          <a:pt x="795" y="5586"/>
                          <a:pt x="263" y="5897"/>
                          <a:pt x="41" y="6517"/>
                        </a:cubicBezTo>
                        <a:cubicBezTo>
                          <a:pt x="-181" y="7094"/>
                          <a:pt x="529" y="7404"/>
                          <a:pt x="1459" y="7493"/>
                        </a:cubicBezTo>
                        <a:cubicBezTo>
                          <a:pt x="2346" y="7581"/>
                          <a:pt x="3676" y="7404"/>
                          <a:pt x="4696" y="7182"/>
                        </a:cubicBezTo>
                        <a:cubicBezTo>
                          <a:pt x="7267" y="6650"/>
                          <a:pt x="10060" y="5897"/>
                          <a:pt x="12454" y="5010"/>
                        </a:cubicBezTo>
                        <a:cubicBezTo>
                          <a:pt x="13429" y="4655"/>
                          <a:pt x="14404" y="4345"/>
                          <a:pt x="15158" y="3857"/>
                        </a:cubicBezTo>
                        <a:cubicBezTo>
                          <a:pt x="18350" y="1730"/>
                          <a:pt x="17906" y="-842"/>
                          <a:pt x="12808" y="267"/>
                        </a:cubicBezTo>
                        <a:cubicBezTo>
                          <a:pt x="8951" y="1065"/>
                          <a:pt x="4607" y="3325"/>
                          <a:pt x="1548" y="514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15" name="Forme libre : forme 23414">
                    <a:extLst>
                      <a:ext uri="{FF2B5EF4-FFF2-40B4-BE49-F238E27FC236}">
                        <a16:creationId xmlns:a16="http://schemas.microsoft.com/office/drawing/2014/main" id="{CC8D1D97-B1ED-45DC-8D58-BAABFAAA15D2}"/>
                      </a:ext>
                    </a:extLst>
                  </p:cNvPr>
                  <p:cNvSpPr/>
                  <p:nvPr/>
                </p:nvSpPr>
                <p:spPr>
                  <a:xfrm>
                    <a:off x="6279530" y="1135315"/>
                    <a:ext cx="25534" cy="16003"/>
                  </a:xfrm>
                  <a:custGeom>
                    <a:avLst/>
                    <a:gdLst>
                      <a:gd name="connsiteX0" fmla="*/ 25534 w 25534"/>
                      <a:gd name="connsiteY0" fmla="*/ 0 h 16003"/>
                      <a:gd name="connsiteX1" fmla="*/ 0 w 25534"/>
                      <a:gd name="connsiteY1" fmla="*/ 16003 h 16003"/>
                      <a:gd name="connsiteX2" fmla="*/ 25534 w 25534"/>
                      <a:gd name="connsiteY2" fmla="*/ 0 h 16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534" h="16003">
                        <a:moveTo>
                          <a:pt x="25534" y="0"/>
                        </a:moveTo>
                        <a:cubicBezTo>
                          <a:pt x="22121" y="6783"/>
                          <a:pt x="8378" y="12324"/>
                          <a:pt x="0" y="16003"/>
                        </a:cubicBezTo>
                        <a:cubicBezTo>
                          <a:pt x="9176" y="12014"/>
                          <a:pt x="18841" y="5497"/>
                          <a:pt x="2553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16" name="Forme libre : forme 23415">
                    <a:extLst>
                      <a:ext uri="{FF2B5EF4-FFF2-40B4-BE49-F238E27FC236}">
                        <a16:creationId xmlns:a16="http://schemas.microsoft.com/office/drawing/2014/main" id="{0DD49816-DE66-4333-A3FB-FC6366397BF0}"/>
                      </a:ext>
                    </a:extLst>
                  </p:cNvPr>
                  <p:cNvSpPr/>
                  <p:nvPr/>
                </p:nvSpPr>
                <p:spPr>
                  <a:xfrm>
                    <a:off x="6214629" y="1123346"/>
                    <a:ext cx="28992" cy="13742"/>
                  </a:xfrm>
                  <a:custGeom>
                    <a:avLst/>
                    <a:gdLst>
                      <a:gd name="connsiteX0" fmla="*/ 28992 w 28992"/>
                      <a:gd name="connsiteY0" fmla="*/ 0 h 13742"/>
                      <a:gd name="connsiteX1" fmla="*/ 20924 w 28992"/>
                      <a:gd name="connsiteY1" fmla="*/ 2483 h 13742"/>
                      <a:gd name="connsiteX2" fmla="*/ 13920 w 28992"/>
                      <a:gd name="connsiteY2" fmla="*/ 5630 h 13742"/>
                      <a:gd name="connsiteX3" fmla="*/ 0 w 28992"/>
                      <a:gd name="connsiteY3" fmla="*/ 13743 h 13742"/>
                      <a:gd name="connsiteX4" fmla="*/ 14319 w 28992"/>
                      <a:gd name="connsiteY4" fmla="*/ 6118 h 13742"/>
                      <a:gd name="connsiteX5" fmla="*/ 28992 w 28992"/>
                      <a:gd name="connsiteY5" fmla="*/ 0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992" h="13742">
                        <a:moveTo>
                          <a:pt x="28992" y="0"/>
                        </a:moveTo>
                        <a:cubicBezTo>
                          <a:pt x="26067" y="665"/>
                          <a:pt x="23407" y="1507"/>
                          <a:pt x="20924" y="2483"/>
                        </a:cubicBezTo>
                        <a:cubicBezTo>
                          <a:pt x="18309" y="3458"/>
                          <a:pt x="16535" y="4477"/>
                          <a:pt x="13920" y="5630"/>
                        </a:cubicBezTo>
                        <a:cubicBezTo>
                          <a:pt x="8511" y="7935"/>
                          <a:pt x="3990" y="10817"/>
                          <a:pt x="0" y="13743"/>
                        </a:cubicBezTo>
                        <a:cubicBezTo>
                          <a:pt x="3591" y="10817"/>
                          <a:pt x="8600" y="8246"/>
                          <a:pt x="14319" y="6118"/>
                        </a:cubicBezTo>
                        <a:cubicBezTo>
                          <a:pt x="19107" y="4123"/>
                          <a:pt x="24116" y="1862"/>
                          <a:pt x="2899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17" name="Forme libre : forme 23416">
                    <a:extLst>
                      <a:ext uri="{FF2B5EF4-FFF2-40B4-BE49-F238E27FC236}">
                        <a16:creationId xmlns:a16="http://schemas.microsoft.com/office/drawing/2014/main" id="{9067E691-7131-4D0D-9CCD-F9E8D8BC3107}"/>
                      </a:ext>
                    </a:extLst>
                  </p:cNvPr>
                  <p:cNvSpPr/>
                  <p:nvPr/>
                </p:nvSpPr>
                <p:spPr>
                  <a:xfrm>
                    <a:off x="6262494" y="1132183"/>
                    <a:ext cx="16535" cy="3769"/>
                  </a:xfrm>
                  <a:custGeom>
                    <a:avLst/>
                    <a:gdLst>
                      <a:gd name="connsiteX0" fmla="*/ 16459 w 16535"/>
                      <a:gd name="connsiteY0" fmla="*/ 1714 h 3769"/>
                      <a:gd name="connsiteX1" fmla="*/ 6972 w 16535"/>
                      <a:gd name="connsiteY1" fmla="*/ 3753 h 3769"/>
                      <a:gd name="connsiteX2" fmla="*/ 101 w 16535"/>
                      <a:gd name="connsiteY2" fmla="*/ 2024 h 3769"/>
                      <a:gd name="connsiteX3" fmla="*/ 9056 w 16535"/>
                      <a:gd name="connsiteY3" fmla="*/ 29 h 3769"/>
                      <a:gd name="connsiteX4" fmla="*/ 16459 w 16535"/>
                      <a:gd name="connsiteY4" fmla="*/ 1714 h 3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35" h="3769">
                        <a:moveTo>
                          <a:pt x="16459" y="1714"/>
                        </a:moveTo>
                        <a:cubicBezTo>
                          <a:pt x="15572" y="3443"/>
                          <a:pt x="9012" y="3665"/>
                          <a:pt x="6972" y="3753"/>
                        </a:cubicBezTo>
                        <a:cubicBezTo>
                          <a:pt x="4933" y="3798"/>
                          <a:pt x="-830" y="3886"/>
                          <a:pt x="101" y="2024"/>
                        </a:cubicBezTo>
                        <a:cubicBezTo>
                          <a:pt x="1032" y="118"/>
                          <a:pt x="7149" y="74"/>
                          <a:pt x="9056" y="29"/>
                        </a:cubicBezTo>
                        <a:cubicBezTo>
                          <a:pt x="10962" y="-59"/>
                          <a:pt x="17301" y="-59"/>
                          <a:pt x="16459" y="171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18" name="Forme libre : forme 23417">
                    <a:extLst>
                      <a:ext uri="{FF2B5EF4-FFF2-40B4-BE49-F238E27FC236}">
                        <a16:creationId xmlns:a16="http://schemas.microsoft.com/office/drawing/2014/main" id="{70140C04-1252-4896-9910-30A8AE7C54DD}"/>
                      </a:ext>
                    </a:extLst>
                  </p:cNvPr>
                  <p:cNvSpPr/>
                  <p:nvPr/>
                </p:nvSpPr>
                <p:spPr>
                  <a:xfrm>
                    <a:off x="6276758" y="1132648"/>
                    <a:ext cx="4700" cy="1621"/>
                  </a:xfrm>
                  <a:custGeom>
                    <a:avLst/>
                    <a:gdLst>
                      <a:gd name="connsiteX0" fmla="*/ 4678 w 4700"/>
                      <a:gd name="connsiteY0" fmla="*/ 495 h 1621"/>
                      <a:gd name="connsiteX1" fmla="*/ 2639 w 4700"/>
                      <a:gd name="connsiteY1" fmla="*/ 1559 h 1621"/>
                      <a:gd name="connsiteX2" fmla="*/ 23 w 4700"/>
                      <a:gd name="connsiteY2" fmla="*/ 1116 h 1621"/>
                      <a:gd name="connsiteX3" fmla="*/ 1974 w 4700"/>
                      <a:gd name="connsiteY3" fmla="*/ 96 h 1621"/>
                      <a:gd name="connsiteX4" fmla="*/ 4678 w 4700"/>
                      <a:gd name="connsiteY4" fmla="*/ 495 h 1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00" h="1621">
                        <a:moveTo>
                          <a:pt x="4678" y="495"/>
                        </a:moveTo>
                        <a:cubicBezTo>
                          <a:pt x="4900" y="1116"/>
                          <a:pt x="3437" y="1426"/>
                          <a:pt x="2639" y="1559"/>
                        </a:cubicBezTo>
                        <a:cubicBezTo>
                          <a:pt x="1841" y="1647"/>
                          <a:pt x="289" y="1736"/>
                          <a:pt x="23" y="1116"/>
                        </a:cubicBezTo>
                        <a:cubicBezTo>
                          <a:pt x="-199" y="495"/>
                          <a:pt x="1220" y="185"/>
                          <a:pt x="1974" y="96"/>
                        </a:cubicBezTo>
                        <a:cubicBezTo>
                          <a:pt x="2772" y="-37"/>
                          <a:pt x="4412" y="-126"/>
                          <a:pt x="4678" y="4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19" name="Forme libre : forme 23418">
                    <a:extLst>
                      <a:ext uri="{FF2B5EF4-FFF2-40B4-BE49-F238E27FC236}">
                        <a16:creationId xmlns:a16="http://schemas.microsoft.com/office/drawing/2014/main" id="{B1678E98-B51E-4223-A8A9-5B82F8A80B8C}"/>
                      </a:ext>
                    </a:extLst>
                  </p:cNvPr>
                  <p:cNvSpPr/>
                  <p:nvPr/>
                </p:nvSpPr>
                <p:spPr>
                  <a:xfrm>
                    <a:off x="6260882" y="1120658"/>
                    <a:ext cx="42109" cy="13590"/>
                  </a:xfrm>
                  <a:custGeom>
                    <a:avLst/>
                    <a:gdLst>
                      <a:gd name="connsiteX0" fmla="*/ 31238 w 42109"/>
                      <a:gd name="connsiteY0" fmla="*/ 4638 h 13590"/>
                      <a:gd name="connsiteX1" fmla="*/ 41788 w 42109"/>
                      <a:gd name="connsiteY1" fmla="*/ 10667 h 13590"/>
                      <a:gd name="connsiteX2" fmla="*/ 39173 w 42109"/>
                      <a:gd name="connsiteY2" fmla="*/ 13549 h 13590"/>
                      <a:gd name="connsiteX3" fmla="*/ 34208 w 42109"/>
                      <a:gd name="connsiteY3" fmla="*/ 12396 h 13590"/>
                      <a:gd name="connsiteX4" fmla="*/ 19135 w 42109"/>
                      <a:gd name="connsiteY4" fmla="*/ 7875 h 13590"/>
                      <a:gd name="connsiteX5" fmla="*/ 250 w 42109"/>
                      <a:gd name="connsiteY5" fmla="*/ 3619 h 13590"/>
                      <a:gd name="connsiteX6" fmla="*/ 21219 w 42109"/>
                      <a:gd name="connsiteY6" fmla="*/ 516 h 13590"/>
                      <a:gd name="connsiteX7" fmla="*/ 31238 w 42109"/>
                      <a:gd name="connsiteY7" fmla="*/ 4638 h 1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109" h="13590">
                        <a:moveTo>
                          <a:pt x="31238" y="4638"/>
                        </a:moveTo>
                        <a:cubicBezTo>
                          <a:pt x="35804" y="6456"/>
                          <a:pt x="39040" y="7697"/>
                          <a:pt x="41788" y="10667"/>
                        </a:cubicBezTo>
                        <a:cubicBezTo>
                          <a:pt x="42808" y="11776"/>
                          <a:pt x="41257" y="13327"/>
                          <a:pt x="39173" y="13549"/>
                        </a:cubicBezTo>
                        <a:cubicBezTo>
                          <a:pt x="37045" y="13771"/>
                          <a:pt x="35671" y="13061"/>
                          <a:pt x="34208" y="12396"/>
                        </a:cubicBezTo>
                        <a:cubicBezTo>
                          <a:pt x="29597" y="10269"/>
                          <a:pt x="24677" y="9027"/>
                          <a:pt x="19135" y="7875"/>
                        </a:cubicBezTo>
                        <a:cubicBezTo>
                          <a:pt x="15677" y="7032"/>
                          <a:pt x="-2321" y="7609"/>
                          <a:pt x="250" y="3619"/>
                        </a:cubicBezTo>
                        <a:cubicBezTo>
                          <a:pt x="2822" y="-460"/>
                          <a:pt x="16564" y="-415"/>
                          <a:pt x="21219" y="516"/>
                        </a:cubicBezTo>
                        <a:cubicBezTo>
                          <a:pt x="25874" y="1491"/>
                          <a:pt x="27824" y="3309"/>
                          <a:pt x="31238" y="463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17" name="Graphique 2">
                  <a:extLst>
                    <a:ext uri="{FF2B5EF4-FFF2-40B4-BE49-F238E27FC236}">
                      <a16:creationId xmlns:a16="http://schemas.microsoft.com/office/drawing/2014/main" id="{99766A28-E1D6-45D7-8BB6-3D81A1CDF755}"/>
                    </a:ext>
                  </a:extLst>
                </p:cNvPr>
                <p:cNvGrpSpPr/>
                <p:nvPr/>
              </p:nvGrpSpPr>
              <p:grpSpPr>
                <a:xfrm>
                  <a:off x="6307464" y="1114286"/>
                  <a:ext cx="94901" cy="37093"/>
                  <a:chOff x="6307464" y="1114286"/>
                  <a:chExt cx="94901" cy="37093"/>
                </a:xfrm>
                <a:solidFill>
                  <a:schemeClr val="accent1"/>
                </a:solidFill>
              </p:grpSpPr>
              <p:sp>
                <p:nvSpPr>
                  <p:cNvPr id="23396" name="Forme libre : forme 23395">
                    <a:extLst>
                      <a:ext uri="{FF2B5EF4-FFF2-40B4-BE49-F238E27FC236}">
                        <a16:creationId xmlns:a16="http://schemas.microsoft.com/office/drawing/2014/main" id="{E502888D-16BA-430C-9259-7B6B22447EE8}"/>
                      </a:ext>
                    </a:extLst>
                  </p:cNvPr>
                  <p:cNvSpPr/>
                  <p:nvPr/>
                </p:nvSpPr>
                <p:spPr>
                  <a:xfrm>
                    <a:off x="6307464" y="1114286"/>
                    <a:ext cx="94901" cy="37093"/>
                  </a:xfrm>
                  <a:custGeom>
                    <a:avLst/>
                    <a:gdLst>
                      <a:gd name="connsiteX0" fmla="*/ 61393 w 94901"/>
                      <a:gd name="connsiteY0" fmla="*/ 36413 h 37093"/>
                      <a:gd name="connsiteX1" fmla="*/ 48227 w 94901"/>
                      <a:gd name="connsiteY1" fmla="*/ 35792 h 37093"/>
                      <a:gd name="connsiteX2" fmla="*/ 32312 w 94901"/>
                      <a:gd name="connsiteY2" fmla="*/ 35216 h 37093"/>
                      <a:gd name="connsiteX3" fmla="*/ 2078 w 94901"/>
                      <a:gd name="connsiteY3" fmla="*/ 22404 h 37093"/>
                      <a:gd name="connsiteX4" fmla="*/ 2078 w 94901"/>
                      <a:gd name="connsiteY4" fmla="*/ 12385 h 37093"/>
                      <a:gd name="connsiteX5" fmla="*/ 33376 w 94901"/>
                      <a:gd name="connsiteY5" fmla="*/ 150 h 37093"/>
                      <a:gd name="connsiteX6" fmla="*/ 48759 w 94901"/>
                      <a:gd name="connsiteY6" fmla="*/ 150 h 37093"/>
                      <a:gd name="connsiteX7" fmla="*/ 53059 w 94901"/>
                      <a:gd name="connsiteY7" fmla="*/ 283 h 37093"/>
                      <a:gd name="connsiteX8" fmla="*/ 57536 w 94901"/>
                      <a:gd name="connsiteY8" fmla="*/ 505 h 37093"/>
                      <a:gd name="connsiteX9" fmla="*/ 66358 w 94901"/>
                      <a:gd name="connsiteY9" fmla="*/ 1746 h 37093"/>
                      <a:gd name="connsiteX10" fmla="*/ 84223 w 94901"/>
                      <a:gd name="connsiteY10" fmla="*/ 10302 h 37093"/>
                      <a:gd name="connsiteX11" fmla="*/ 93400 w 94901"/>
                      <a:gd name="connsiteY11" fmla="*/ 21828 h 37093"/>
                      <a:gd name="connsiteX12" fmla="*/ 92779 w 94901"/>
                      <a:gd name="connsiteY12" fmla="*/ 31625 h 37093"/>
                      <a:gd name="connsiteX13" fmla="*/ 61393 w 94901"/>
                      <a:gd name="connsiteY13" fmla="*/ 36413 h 37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901" h="37093">
                        <a:moveTo>
                          <a:pt x="61393" y="36413"/>
                        </a:moveTo>
                        <a:cubicBezTo>
                          <a:pt x="58068" y="35969"/>
                          <a:pt x="55009" y="35881"/>
                          <a:pt x="48227" y="35792"/>
                        </a:cubicBezTo>
                        <a:cubicBezTo>
                          <a:pt x="42242" y="35615"/>
                          <a:pt x="36213" y="35482"/>
                          <a:pt x="32312" y="35216"/>
                        </a:cubicBezTo>
                        <a:cubicBezTo>
                          <a:pt x="17727" y="34285"/>
                          <a:pt x="10146" y="29586"/>
                          <a:pt x="2078" y="22404"/>
                        </a:cubicBezTo>
                        <a:cubicBezTo>
                          <a:pt x="-715" y="19966"/>
                          <a:pt x="-670" y="14868"/>
                          <a:pt x="2078" y="12385"/>
                        </a:cubicBezTo>
                        <a:cubicBezTo>
                          <a:pt x="10058" y="5248"/>
                          <a:pt x="19013" y="771"/>
                          <a:pt x="33376" y="150"/>
                        </a:cubicBezTo>
                        <a:cubicBezTo>
                          <a:pt x="37232" y="-27"/>
                          <a:pt x="42996" y="-72"/>
                          <a:pt x="48759" y="150"/>
                        </a:cubicBezTo>
                        <a:cubicBezTo>
                          <a:pt x="50222" y="194"/>
                          <a:pt x="51640" y="239"/>
                          <a:pt x="53059" y="283"/>
                        </a:cubicBezTo>
                        <a:cubicBezTo>
                          <a:pt x="54566" y="372"/>
                          <a:pt x="55586" y="327"/>
                          <a:pt x="57536" y="505"/>
                        </a:cubicBezTo>
                        <a:cubicBezTo>
                          <a:pt x="61038" y="726"/>
                          <a:pt x="64009" y="1258"/>
                          <a:pt x="66358" y="1746"/>
                        </a:cubicBezTo>
                        <a:cubicBezTo>
                          <a:pt x="75047" y="3652"/>
                          <a:pt x="80278" y="6844"/>
                          <a:pt x="84223" y="10302"/>
                        </a:cubicBezTo>
                        <a:cubicBezTo>
                          <a:pt x="88169" y="13760"/>
                          <a:pt x="90651" y="17661"/>
                          <a:pt x="93400" y="21828"/>
                        </a:cubicBezTo>
                        <a:cubicBezTo>
                          <a:pt x="95217" y="24665"/>
                          <a:pt x="95794" y="29630"/>
                          <a:pt x="92779" y="31625"/>
                        </a:cubicBezTo>
                        <a:cubicBezTo>
                          <a:pt x="83913" y="37388"/>
                          <a:pt x="72786" y="37831"/>
                          <a:pt x="61393" y="3641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97" name="Forme libre : forme 23396">
                    <a:extLst>
                      <a:ext uri="{FF2B5EF4-FFF2-40B4-BE49-F238E27FC236}">
                        <a16:creationId xmlns:a16="http://schemas.microsoft.com/office/drawing/2014/main" id="{8AB19FBB-9284-487D-A6CB-D878D3E27FD6}"/>
                      </a:ext>
                    </a:extLst>
                  </p:cNvPr>
                  <p:cNvSpPr/>
                  <p:nvPr/>
                </p:nvSpPr>
                <p:spPr>
                  <a:xfrm>
                    <a:off x="6307547" y="1132567"/>
                    <a:ext cx="92873" cy="18634"/>
                  </a:xfrm>
                  <a:custGeom>
                    <a:avLst/>
                    <a:gdLst>
                      <a:gd name="connsiteX0" fmla="*/ 37238 w 92873"/>
                      <a:gd name="connsiteY0" fmla="*/ 4389 h 18634"/>
                      <a:gd name="connsiteX1" fmla="*/ 0 w 92873"/>
                      <a:gd name="connsiteY1" fmla="*/ 0 h 18634"/>
                      <a:gd name="connsiteX2" fmla="*/ 1995 w 92873"/>
                      <a:gd name="connsiteY2" fmla="*/ 3990 h 18634"/>
                      <a:gd name="connsiteX3" fmla="*/ 6162 w 92873"/>
                      <a:gd name="connsiteY3" fmla="*/ 7448 h 18634"/>
                      <a:gd name="connsiteX4" fmla="*/ 19949 w 92873"/>
                      <a:gd name="connsiteY4" fmla="*/ 14718 h 18634"/>
                      <a:gd name="connsiteX5" fmla="*/ 32229 w 92873"/>
                      <a:gd name="connsiteY5" fmla="*/ 16801 h 18634"/>
                      <a:gd name="connsiteX6" fmla="*/ 37327 w 92873"/>
                      <a:gd name="connsiteY6" fmla="*/ 17023 h 18634"/>
                      <a:gd name="connsiteX7" fmla="*/ 49784 w 92873"/>
                      <a:gd name="connsiteY7" fmla="*/ 17378 h 18634"/>
                      <a:gd name="connsiteX8" fmla="*/ 59492 w 92873"/>
                      <a:gd name="connsiteY8" fmla="*/ 17777 h 18634"/>
                      <a:gd name="connsiteX9" fmla="*/ 61354 w 92873"/>
                      <a:gd name="connsiteY9" fmla="*/ 17954 h 18634"/>
                      <a:gd name="connsiteX10" fmla="*/ 73279 w 92873"/>
                      <a:gd name="connsiteY10" fmla="*/ 18619 h 18634"/>
                      <a:gd name="connsiteX11" fmla="*/ 88352 w 92873"/>
                      <a:gd name="connsiteY11" fmla="*/ 15472 h 18634"/>
                      <a:gd name="connsiteX12" fmla="*/ 92741 w 92873"/>
                      <a:gd name="connsiteY12" fmla="*/ 13122 h 18634"/>
                      <a:gd name="connsiteX13" fmla="*/ 92873 w 92873"/>
                      <a:gd name="connsiteY13" fmla="*/ 12989 h 18634"/>
                      <a:gd name="connsiteX14" fmla="*/ 65034 w 92873"/>
                      <a:gd name="connsiteY14" fmla="*/ 5320 h 18634"/>
                      <a:gd name="connsiteX15" fmla="*/ 58295 w 92873"/>
                      <a:gd name="connsiteY15" fmla="*/ 4300 h 18634"/>
                      <a:gd name="connsiteX16" fmla="*/ 54971 w 92873"/>
                      <a:gd name="connsiteY16" fmla="*/ 4123 h 18634"/>
                      <a:gd name="connsiteX17" fmla="*/ 51380 w 92873"/>
                      <a:gd name="connsiteY17" fmla="*/ 4078 h 18634"/>
                      <a:gd name="connsiteX18" fmla="*/ 37238 w 92873"/>
                      <a:gd name="connsiteY18" fmla="*/ 4389 h 18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2873" h="18634">
                        <a:moveTo>
                          <a:pt x="37238" y="4389"/>
                        </a:moveTo>
                        <a:cubicBezTo>
                          <a:pt x="24249" y="4876"/>
                          <a:pt x="10329" y="4788"/>
                          <a:pt x="0" y="0"/>
                        </a:cubicBezTo>
                        <a:cubicBezTo>
                          <a:pt x="222" y="1552"/>
                          <a:pt x="842" y="2970"/>
                          <a:pt x="1995" y="3990"/>
                        </a:cubicBezTo>
                        <a:cubicBezTo>
                          <a:pt x="3369" y="5231"/>
                          <a:pt x="4743" y="6339"/>
                          <a:pt x="6162" y="7448"/>
                        </a:cubicBezTo>
                        <a:cubicBezTo>
                          <a:pt x="10196" y="10639"/>
                          <a:pt x="14496" y="13033"/>
                          <a:pt x="19949" y="14718"/>
                        </a:cubicBezTo>
                        <a:cubicBezTo>
                          <a:pt x="23496" y="15782"/>
                          <a:pt x="27485" y="16402"/>
                          <a:pt x="32229" y="16801"/>
                        </a:cubicBezTo>
                        <a:cubicBezTo>
                          <a:pt x="33692" y="16890"/>
                          <a:pt x="35421" y="16934"/>
                          <a:pt x="37327" y="17023"/>
                        </a:cubicBezTo>
                        <a:cubicBezTo>
                          <a:pt x="41051" y="17112"/>
                          <a:pt x="45484" y="17245"/>
                          <a:pt x="49784" y="17378"/>
                        </a:cubicBezTo>
                        <a:cubicBezTo>
                          <a:pt x="54660" y="17422"/>
                          <a:pt x="56877" y="17466"/>
                          <a:pt x="59492" y="17777"/>
                        </a:cubicBezTo>
                        <a:cubicBezTo>
                          <a:pt x="60113" y="17821"/>
                          <a:pt x="60778" y="17910"/>
                          <a:pt x="61354" y="17954"/>
                        </a:cubicBezTo>
                        <a:cubicBezTo>
                          <a:pt x="65388" y="18397"/>
                          <a:pt x="69422" y="18708"/>
                          <a:pt x="73279" y="18619"/>
                        </a:cubicBezTo>
                        <a:cubicBezTo>
                          <a:pt x="78599" y="18442"/>
                          <a:pt x="83697" y="17422"/>
                          <a:pt x="88352" y="15472"/>
                        </a:cubicBezTo>
                        <a:cubicBezTo>
                          <a:pt x="89903" y="14807"/>
                          <a:pt x="91322" y="14053"/>
                          <a:pt x="92741" y="13122"/>
                        </a:cubicBezTo>
                        <a:lnTo>
                          <a:pt x="92873" y="12989"/>
                        </a:lnTo>
                        <a:cubicBezTo>
                          <a:pt x="82943" y="10861"/>
                          <a:pt x="74122" y="7137"/>
                          <a:pt x="65034" y="5320"/>
                        </a:cubicBezTo>
                        <a:cubicBezTo>
                          <a:pt x="62773" y="4832"/>
                          <a:pt x="60512" y="4477"/>
                          <a:pt x="58295" y="4300"/>
                        </a:cubicBezTo>
                        <a:cubicBezTo>
                          <a:pt x="57187" y="4167"/>
                          <a:pt x="56079" y="4167"/>
                          <a:pt x="54971" y="4123"/>
                        </a:cubicBezTo>
                        <a:lnTo>
                          <a:pt x="51380" y="4078"/>
                        </a:lnTo>
                        <a:cubicBezTo>
                          <a:pt x="46636" y="4167"/>
                          <a:pt x="41893" y="4123"/>
                          <a:pt x="37238" y="438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98" name="Forme libre : forme 23397">
                    <a:extLst>
                      <a:ext uri="{FF2B5EF4-FFF2-40B4-BE49-F238E27FC236}">
                        <a16:creationId xmlns:a16="http://schemas.microsoft.com/office/drawing/2014/main" id="{598CF21F-0A8A-4D9E-9393-B59A775EB070}"/>
                      </a:ext>
                    </a:extLst>
                  </p:cNvPr>
                  <p:cNvSpPr/>
                  <p:nvPr/>
                </p:nvSpPr>
                <p:spPr>
                  <a:xfrm>
                    <a:off x="6340793" y="1127291"/>
                    <a:ext cx="43857" cy="12385"/>
                  </a:xfrm>
                  <a:custGeom>
                    <a:avLst/>
                    <a:gdLst>
                      <a:gd name="connsiteX0" fmla="*/ 43800 w 43857"/>
                      <a:gd name="connsiteY0" fmla="*/ 10153 h 12385"/>
                      <a:gd name="connsiteX1" fmla="*/ 33782 w 43857"/>
                      <a:gd name="connsiteY1" fmla="*/ 12280 h 12385"/>
                      <a:gd name="connsiteX2" fmla="*/ 21103 w 43857"/>
                      <a:gd name="connsiteY2" fmla="*/ 11660 h 12385"/>
                      <a:gd name="connsiteX3" fmla="*/ 8424 w 43857"/>
                      <a:gd name="connsiteY3" fmla="*/ 10153 h 12385"/>
                      <a:gd name="connsiteX4" fmla="*/ 1 w 43857"/>
                      <a:gd name="connsiteY4" fmla="*/ 5010 h 12385"/>
                      <a:gd name="connsiteX5" fmla="*/ 8558 w 43857"/>
                      <a:gd name="connsiteY5" fmla="*/ 444 h 12385"/>
                      <a:gd name="connsiteX6" fmla="*/ 21369 w 43857"/>
                      <a:gd name="connsiteY6" fmla="*/ 134 h 12385"/>
                      <a:gd name="connsiteX7" fmla="*/ 35555 w 43857"/>
                      <a:gd name="connsiteY7" fmla="*/ 3237 h 12385"/>
                      <a:gd name="connsiteX8" fmla="*/ 43800 w 43857"/>
                      <a:gd name="connsiteY8" fmla="*/ 10153 h 1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857" h="12385">
                        <a:moveTo>
                          <a:pt x="43800" y="10153"/>
                        </a:moveTo>
                        <a:cubicBezTo>
                          <a:pt x="43224" y="12458"/>
                          <a:pt x="38703" y="12546"/>
                          <a:pt x="33782" y="12280"/>
                        </a:cubicBezTo>
                        <a:cubicBezTo>
                          <a:pt x="28861" y="11926"/>
                          <a:pt x="23763" y="11660"/>
                          <a:pt x="21103" y="11660"/>
                        </a:cubicBezTo>
                        <a:cubicBezTo>
                          <a:pt x="18177" y="11616"/>
                          <a:pt x="12946" y="11217"/>
                          <a:pt x="8424" y="10153"/>
                        </a:cubicBezTo>
                        <a:cubicBezTo>
                          <a:pt x="3903" y="9177"/>
                          <a:pt x="46" y="7581"/>
                          <a:pt x="1" y="5010"/>
                        </a:cubicBezTo>
                        <a:cubicBezTo>
                          <a:pt x="-87" y="2439"/>
                          <a:pt x="3859" y="1065"/>
                          <a:pt x="8558" y="444"/>
                        </a:cubicBezTo>
                        <a:cubicBezTo>
                          <a:pt x="13212" y="-132"/>
                          <a:pt x="18621" y="-44"/>
                          <a:pt x="21369" y="134"/>
                        </a:cubicBezTo>
                        <a:cubicBezTo>
                          <a:pt x="24251" y="267"/>
                          <a:pt x="30634" y="1153"/>
                          <a:pt x="35555" y="3237"/>
                        </a:cubicBezTo>
                        <a:cubicBezTo>
                          <a:pt x="40520" y="5232"/>
                          <a:pt x="44377" y="7892"/>
                          <a:pt x="43800" y="1015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99" name="Forme libre : forme 23398">
                    <a:extLst>
                      <a:ext uri="{FF2B5EF4-FFF2-40B4-BE49-F238E27FC236}">
                        <a16:creationId xmlns:a16="http://schemas.microsoft.com/office/drawing/2014/main" id="{F64ED38D-65B7-4D44-AD70-0CE32EEB6E26}"/>
                      </a:ext>
                    </a:extLst>
                  </p:cNvPr>
                  <p:cNvSpPr/>
                  <p:nvPr/>
                </p:nvSpPr>
                <p:spPr>
                  <a:xfrm>
                    <a:off x="6340526" y="1127824"/>
                    <a:ext cx="30236" cy="11393"/>
                  </a:xfrm>
                  <a:custGeom>
                    <a:avLst/>
                    <a:gdLst>
                      <a:gd name="connsiteX0" fmla="*/ 9711 w 30236"/>
                      <a:gd name="connsiteY0" fmla="*/ 0 h 11393"/>
                      <a:gd name="connsiteX1" fmla="*/ 91 w 30236"/>
                      <a:gd name="connsiteY1" fmla="*/ 4566 h 11393"/>
                      <a:gd name="connsiteX2" fmla="*/ 21680 w 30236"/>
                      <a:gd name="connsiteY2" fmla="*/ 11216 h 11393"/>
                      <a:gd name="connsiteX3" fmla="*/ 30236 w 30236"/>
                      <a:gd name="connsiteY3" fmla="*/ 11393 h 11393"/>
                      <a:gd name="connsiteX4" fmla="*/ 25670 w 30236"/>
                      <a:gd name="connsiteY4" fmla="*/ 10373 h 11393"/>
                      <a:gd name="connsiteX5" fmla="*/ 15297 w 30236"/>
                      <a:gd name="connsiteY5" fmla="*/ 6517 h 11393"/>
                      <a:gd name="connsiteX6" fmla="*/ 9711 w 30236"/>
                      <a:gd name="connsiteY6" fmla="*/ 0 h 11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236" h="11393">
                        <a:moveTo>
                          <a:pt x="9711" y="0"/>
                        </a:moveTo>
                        <a:cubicBezTo>
                          <a:pt x="6874" y="798"/>
                          <a:pt x="-928" y="1374"/>
                          <a:pt x="91" y="4566"/>
                        </a:cubicBezTo>
                        <a:cubicBezTo>
                          <a:pt x="1731" y="9620"/>
                          <a:pt x="14322" y="10905"/>
                          <a:pt x="21680" y="11216"/>
                        </a:cubicBezTo>
                        <a:cubicBezTo>
                          <a:pt x="23587" y="11260"/>
                          <a:pt x="27887" y="11349"/>
                          <a:pt x="30236" y="11393"/>
                        </a:cubicBezTo>
                        <a:cubicBezTo>
                          <a:pt x="28951" y="11127"/>
                          <a:pt x="26823" y="10772"/>
                          <a:pt x="25670" y="10373"/>
                        </a:cubicBezTo>
                        <a:cubicBezTo>
                          <a:pt x="22567" y="9177"/>
                          <a:pt x="18400" y="8157"/>
                          <a:pt x="15297" y="6517"/>
                        </a:cubicBezTo>
                        <a:cubicBezTo>
                          <a:pt x="12105" y="4876"/>
                          <a:pt x="9844" y="2793"/>
                          <a:pt x="9711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00" name="Forme libre : forme 23399">
                    <a:extLst>
                      <a:ext uri="{FF2B5EF4-FFF2-40B4-BE49-F238E27FC236}">
                        <a16:creationId xmlns:a16="http://schemas.microsoft.com/office/drawing/2014/main" id="{811752D8-4AFC-48E8-A431-3E0DBF23D82E}"/>
                      </a:ext>
                    </a:extLst>
                  </p:cNvPr>
                  <p:cNvSpPr/>
                  <p:nvPr/>
                </p:nvSpPr>
                <p:spPr>
                  <a:xfrm>
                    <a:off x="6343090" y="1128696"/>
                    <a:ext cx="43715" cy="12596"/>
                  </a:xfrm>
                  <a:custGeom>
                    <a:avLst/>
                    <a:gdLst>
                      <a:gd name="connsiteX0" fmla="*/ 43455 w 43715"/>
                      <a:gd name="connsiteY0" fmla="*/ 10564 h 12596"/>
                      <a:gd name="connsiteX1" fmla="*/ 32904 w 43715"/>
                      <a:gd name="connsiteY1" fmla="*/ 12471 h 12596"/>
                      <a:gd name="connsiteX2" fmla="*/ 20625 w 43715"/>
                      <a:gd name="connsiteY2" fmla="*/ 11717 h 12596"/>
                      <a:gd name="connsiteX3" fmla="*/ 11 w 43715"/>
                      <a:gd name="connsiteY3" fmla="*/ 4934 h 12596"/>
                      <a:gd name="connsiteX4" fmla="*/ 21334 w 43715"/>
                      <a:gd name="connsiteY4" fmla="*/ 147 h 12596"/>
                      <a:gd name="connsiteX5" fmla="*/ 35697 w 43715"/>
                      <a:gd name="connsiteY5" fmla="*/ 3649 h 12596"/>
                      <a:gd name="connsiteX6" fmla="*/ 43455 w 43715"/>
                      <a:gd name="connsiteY6" fmla="*/ 10564 h 12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715" h="12596">
                        <a:moveTo>
                          <a:pt x="43455" y="10564"/>
                        </a:moveTo>
                        <a:cubicBezTo>
                          <a:pt x="42125" y="12648"/>
                          <a:pt x="37603" y="12781"/>
                          <a:pt x="32904" y="12471"/>
                        </a:cubicBezTo>
                        <a:cubicBezTo>
                          <a:pt x="28161" y="12160"/>
                          <a:pt x="23284" y="11761"/>
                          <a:pt x="20625" y="11717"/>
                        </a:cubicBezTo>
                        <a:cubicBezTo>
                          <a:pt x="14817" y="11628"/>
                          <a:pt x="454" y="10077"/>
                          <a:pt x="11" y="4934"/>
                        </a:cubicBezTo>
                        <a:cubicBezTo>
                          <a:pt x="-477" y="-341"/>
                          <a:pt x="16014" y="-208"/>
                          <a:pt x="21334" y="147"/>
                        </a:cubicBezTo>
                        <a:cubicBezTo>
                          <a:pt x="24082" y="280"/>
                          <a:pt x="30599" y="1388"/>
                          <a:pt x="35697" y="3649"/>
                        </a:cubicBezTo>
                        <a:cubicBezTo>
                          <a:pt x="40840" y="5821"/>
                          <a:pt x="44785" y="8525"/>
                          <a:pt x="43455" y="1056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01" name="Forme libre : forme 23400">
                    <a:extLst>
                      <a:ext uri="{FF2B5EF4-FFF2-40B4-BE49-F238E27FC236}">
                        <a16:creationId xmlns:a16="http://schemas.microsoft.com/office/drawing/2014/main" id="{9D370D56-21ED-4C75-BE0D-499FCC43B54F}"/>
                      </a:ext>
                    </a:extLst>
                  </p:cNvPr>
                  <p:cNvSpPr/>
                  <p:nvPr/>
                </p:nvSpPr>
                <p:spPr>
                  <a:xfrm>
                    <a:off x="6319845" y="1123129"/>
                    <a:ext cx="53652" cy="23784"/>
                  </a:xfrm>
                  <a:custGeom>
                    <a:avLst/>
                    <a:gdLst>
                      <a:gd name="connsiteX0" fmla="*/ 380 w 53652"/>
                      <a:gd name="connsiteY0" fmla="*/ 9704 h 23784"/>
                      <a:gd name="connsiteX1" fmla="*/ 6054 w 53652"/>
                      <a:gd name="connsiteY1" fmla="*/ 15290 h 23784"/>
                      <a:gd name="connsiteX2" fmla="*/ 26003 w 53652"/>
                      <a:gd name="connsiteY2" fmla="*/ 23003 h 23784"/>
                      <a:gd name="connsiteX3" fmla="*/ 36953 w 53652"/>
                      <a:gd name="connsiteY3" fmla="*/ 23757 h 23784"/>
                      <a:gd name="connsiteX4" fmla="*/ 42273 w 53652"/>
                      <a:gd name="connsiteY4" fmla="*/ 23358 h 23784"/>
                      <a:gd name="connsiteX5" fmla="*/ 46041 w 53652"/>
                      <a:gd name="connsiteY5" fmla="*/ 22648 h 23784"/>
                      <a:gd name="connsiteX6" fmla="*/ 53622 w 53652"/>
                      <a:gd name="connsiteY6" fmla="*/ 17462 h 23784"/>
                      <a:gd name="connsiteX7" fmla="*/ 47770 w 53652"/>
                      <a:gd name="connsiteY7" fmla="*/ 13649 h 23784"/>
                      <a:gd name="connsiteX8" fmla="*/ 38771 w 53652"/>
                      <a:gd name="connsiteY8" fmla="*/ 10324 h 23784"/>
                      <a:gd name="connsiteX9" fmla="*/ 29550 w 53652"/>
                      <a:gd name="connsiteY9" fmla="*/ 6290 h 23784"/>
                      <a:gd name="connsiteX10" fmla="*/ 10487 w 53652"/>
                      <a:gd name="connsiteY10" fmla="*/ 128 h 23784"/>
                      <a:gd name="connsiteX11" fmla="*/ 380 w 53652"/>
                      <a:gd name="connsiteY11" fmla="*/ 9704 h 237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3652" h="23784">
                        <a:moveTo>
                          <a:pt x="380" y="9704"/>
                        </a:moveTo>
                        <a:cubicBezTo>
                          <a:pt x="1621" y="12585"/>
                          <a:pt x="2730" y="13428"/>
                          <a:pt x="6054" y="15290"/>
                        </a:cubicBezTo>
                        <a:cubicBezTo>
                          <a:pt x="12350" y="18747"/>
                          <a:pt x="17492" y="21585"/>
                          <a:pt x="26003" y="23003"/>
                        </a:cubicBezTo>
                        <a:cubicBezTo>
                          <a:pt x="29550" y="23535"/>
                          <a:pt x="33318" y="23890"/>
                          <a:pt x="36953" y="23757"/>
                        </a:cubicBezTo>
                        <a:cubicBezTo>
                          <a:pt x="38771" y="23713"/>
                          <a:pt x="40544" y="23580"/>
                          <a:pt x="42273" y="23358"/>
                        </a:cubicBezTo>
                        <a:cubicBezTo>
                          <a:pt x="43514" y="23180"/>
                          <a:pt x="44800" y="22914"/>
                          <a:pt x="46041" y="22648"/>
                        </a:cubicBezTo>
                        <a:cubicBezTo>
                          <a:pt x="49720" y="21806"/>
                          <a:pt x="54065" y="20476"/>
                          <a:pt x="53622" y="17462"/>
                        </a:cubicBezTo>
                        <a:cubicBezTo>
                          <a:pt x="53356" y="15600"/>
                          <a:pt x="50208" y="14802"/>
                          <a:pt x="47770" y="13649"/>
                        </a:cubicBezTo>
                        <a:cubicBezTo>
                          <a:pt x="44933" y="12275"/>
                          <a:pt x="41918" y="11388"/>
                          <a:pt x="38771" y="10324"/>
                        </a:cubicBezTo>
                        <a:cubicBezTo>
                          <a:pt x="35667" y="9216"/>
                          <a:pt x="32609" y="7975"/>
                          <a:pt x="29550" y="6290"/>
                        </a:cubicBezTo>
                        <a:cubicBezTo>
                          <a:pt x="24319" y="3542"/>
                          <a:pt x="18556" y="-803"/>
                          <a:pt x="10487" y="128"/>
                        </a:cubicBezTo>
                        <a:cubicBezTo>
                          <a:pt x="3217" y="793"/>
                          <a:pt x="-1393" y="5670"/>
                          <a:pt x="380" y="970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02" name="Forme libre : forme 23401">
                    <a:extLst>
                      <a:ext uri="{FF2B5EF4-FFF2-40B4-BE49-F238E27FC236}">
                        <a16:creationId xmlns:a16="http://schemas.microsoft.com/office/drawing/2014/main" id="{81DFF687-03DF-4D28-8CAB-0AD72F7B55DE}"/>
                      </a:ext>
                    </a:extLst>
                  </p:cNvPr>
                  <p:cNvSpPr/>
                  <p:nvPr/>
                </p:nvSpPr>
                <p:spPr>
                  <a:xfrm>
                    <a:off x="6330897" y="1123111"/>
                    <a:ext cx="18332" cy="5632"/>
                  </a:xfrm>
                  <a:custGeom>
                    <a:avLst/>
                    <a:gdLst>
                      <a:gd name="connsiteX0" fmla="*/ 1785 w 18332"/>
                      <a:gd name="connsiteY0" fmla="*/ 3205 h 5632"/>
                      <a:gd name="connsiteX1" fmla="*/ 56 w 18332"/>
                      <a:gd name="connsiteY1" fmla="*/ 4402 h 5632"/>
                      <a:gd name="connsiteX2" fmla="*/ 1431 w 18332"/>
                      <a:gd name="connsiteY2" fmla="*/ 5510 h 5632"/>
                      <a:gd name="connsiteX3" fmla="*/ 4756 w 18332"/>
                      <a:gd name="connsiteY3" fmla="*/ 5555 h 5632"/>
                      <a:gd name="connsiteX4" fmla="*/ 12913 w 18332"/>
                      <a:gd name="connsiteY4" fmla="*/ 4668 h 5632"/>
                      <a:gd name="connsiteX5" fmla="*/ 15838 w 18332"/>
                      <a:gd name="connsiteY5" fmla="*/ 3959 h 5632"/>
                      <a:gd name="connsiteX6" fmla="*/ 14154 w 18332"/>
                      <a:gd name="connsiteY6" fmla="*/ 13 h 5632"/>
                      <a:gd name="connsiteX7" fmla="*/ 1785 w 18332"/>
                      <a:gd name="connsiteY7" fmla="*/ 3205 h 5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332" h="5632">
                        <a:moveTo>
                          <a:pt x="1785" y="3205"/>
                        </a:moveTo>
                        <a:cubicBezTo>
                          <a:pt x="943" y="3560"/>
                          <a:pt x="367" y="3870"/>
                          <a:pt x="56" y="4402"/>
                        </a:cubicBezTo>
                        <a:cubicBezTo>
                          <a:pt x="-209" y="4978"/>
                          <a:pt x="500" y="5333"/>
                          <a:pt x="1431" y="5510"/>
                        </a:cubicBezTo>
                        <a:cubicBezTo>
                          <a:pt x="2362" y="5688"/>
                          <a:pt x="3692" y="5643"/>
                          <a:pt x="4756" y="5555"/>
                        </a:cubicBezTo>
                        <a:cubicBezTo>
                          <a:pt x="7460" y="5377"/>
                          <a:pt x="10341" y="5111"/>
                          <a:pt x="12913" y="4668"/>
                        </a:cubicBezTo>
                        <a:cubicBezTo>
                          <a:pt x="13976" y="4491"/>
                          <a:pt x="14996" y="4358"/>
                          <a:pt x="15838" y="3959"/>
                        </a:cubicBezTo>
                        <a:cubicBezTo>
                          <a:pt x="19385" y="2407"/>
                          <a:pt x="19429" y="-208"/>
                          <a:pt x="14154" y="13"/>
                        </a:cubicBezTo>
                        <a:cubicBezTo>
                          <a:pt x="10031" y="191"/>
                          <a:pt x="5199" y="1609"/>
                          <a:pt x="1785" y="320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03" name="Forme libre : forme 23402">
                    <a:extLst>
                      <a:ext uri="{FF2B5EF4-FFF2-40B4-BE49-F238E27FC236}">
                        <a16:creationId xmlns:a16="http://schemas.microsoft.com/office/drawing/2014/main" id="{E7EEDD26-4B57-4BD7-8859-10FB7DDC0F55}"/>
                      </a:ext>
                    </a:extLst>
                  </p:cNvPr>
                  <p:cNvSpPr/>
                  <p:nvPr/>
                </p:nvSpPr>
                <p:spPr>
                  <a:xfrm>
                    <a:off x="6369876" y="1144270"/>
                    <a:ext cx="29302" cy="5807"/>
                  </a:xfrm>
                  <a:custGeom>
                    <a:avLst/>
                    <a:gdLst>
                      <a:gd name="connsiteX0" fmla="*/ 29303 w 29302"/>
                      <a:gd name="connsiteY0" fmla="*/ 0 h 5807"/>
                      <a:gd name="connsiteX1" fmla="*/ 15338 w 29302"/>
                      <a:gd name="connsiteY1" fmla="*/ 4655 h 5807"/>
                      <a:gd name="connsiteX2" fmla="*/ 0 w 29302"/>
                      <a:gd name="connsiteY2" fmla="*/ 5807 h 5807"/>
                      <a:gd name="connsiteX3" fmla="*/ 29303 w 29302"/>
                      <a:gd name="connsiteY3" fmla="*/ 0 h 5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302" h="5807">
                        <a:moveTo>
                          <a:pt x="29303" y="0"/>
                        </a:moveTo>
                        <a:cubicBezTo>
                          <a:pt x="26643" y="2837"/>
                          <a:pt x="21013" y="4079"/>
                          <a:pt x="15338" y="4655"/>
                        </a:cubicBezTo>
                        <a:cubicBezTo>
                          <a:pt x="9620" y="5187"/>
                          <a:pt x="3901" y="5275"/>
                          <a:pt x="0" y="5807"/>
                        </a:cubicBezTo>
                        <a:cubicBezTo>
                          <a:pt x="8423" y="4743"/>
                          <a:pt x="20924" y="3369"/>
                          <a:pt x="2930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04" name="Forme libre : forme 23403">
                    <a:extLst>
                      <a:ext uri="{FF2B5EF4-FFF2-40B4-BE49-F238E27FC236}">
                        <a16:creationId xmlns:a16="http://schemas.microsoft.com/office/drawing/2014/main" id="{E5369036-3647-42A6-8433-6996A87E64F2}"/>
                      </a:ext>
                    </a:extLst>
                  </p:cNvPr>
                  <p:cNvSpPr/>
                  <p:nvPr/>
                </p:nvSpPr>
                <p:spPr>
                  <a:xfrm>
                    <a:off x="6310207" y="1115500"/>
                    <a:ext cx="31740" cy="11969"/>
                  </a:xfrm>
                  <a:custGeom>
                    <a:avLst/>
                    <a:gdLst>
                      <a:gd name="connsiteX0" fmla="*/ 31741 w 31740"/>
                      <a:gd name="connsiteY0" fmla="*/ 0 h 11969"/>
                      <a:gd name="connsiteX1" fmla="*/ 0 w 31740"/>
                      <a:gd name="connsiteY1" fmla="*/ 11969 h 11969"/>
                      <a:gd name="connsiteX2" fmla="*/ 31741 w 31740"/>
                      <a:gd name="connsiteY2" fmla="*/ 0 h 11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740" h="11969">
                        <a:moveTo>
                          <a:pt x="31741" y="0"/>
                        </a:moveTo>
                        <a:cubicBezTo>
                          <a:pt x="19062" y="576"/>
                          <a:pt x="7935" y="6118"/>
                          <a:pt x="0" y="11969"/>
                        </a:cubicBezTo>
                        <a:cubicBezTo>
                          <a:pt x="7182" y="6073"/>
                          <a:pt x="21013" y="1951"/>
                          <a:pt x="317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05" name="Forme libre : forme 23404">
                    <a:extLst>
                      <a:ext uri="{FF2B5EF4-FFF2-40B4-BE49-F238E27FC236}">
                        <a16:creationId xmlns:a16="http://schemas.microsoft.com/office/drawing/2014/main" id="{601CD23B-ED23-4DCB-B682-90E1A998F5A4}"/>
                      </a:ext>
                    </a:extLst>
                  </p:cNvPr>
                  <p:cNvSpPr/>
                  <p:nvPr/>
                </p:nvSpPr>
                <p:spPr>
                  <a:xfrm>
                    <a:off x="6358795" y="1128626"/>
                    <a:ext cx="16534" cy="5282"/>
                  </a:xfrm>
                  <a:custGeom>
                    <a:avLst/>
                    <a:gdLst>
                      <a:gd name="connsiteX0" fmla="*/ 16312 w 16534"/>
                      <a:gd name="connsiteY0" fmla="*/ 4827 h 5282"/>
                      <a:gd name="connsiteX1" fmla="*/ 6604 w 16534"/>
                      <a:gd name="connsiteY1" fmla="*/ 3985 h 5282"/>
                      <a:gd name="connsiteX2" fmla="*/ 176 w 16534"/>
                      <a:gd name="connsiteY2" fmla="*/ 926 h 5282"/>
                      <a:gd name="connsiteX3" fmla="*/ 4564 w 16534"/>
                      <a:gd name="connsiteY3" fmla="*/ 40 h 5282"/>
                      <a:gd name="connsiteX4" fmla="*/ 9618 w 16534"/>
                      <a:gd name="connsiteY4" fmla="*/ 926 h 5282"/>
                      <a:gd name="connsiteX5" fmla="*/ 16312 w 16534"/>
                      <a:gd name="connsiteY5" fmla="*/ 4827 h 5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534" h="5282">
                        <a:moveTo>
                          <a:pt x="16312" y="4827"/>
                        </a:moveTo>
                        <a:cubicBezTo>
                          <a:pt x="14894" y="6113"/>
                          <a:pt x="8598" y="4296"/>
                          <a:pt x="6604" y="3985"/>
                        </a:cubicBezTo>
                        <a:cubicBezTo>
                          <a:pt x="4609" y="3542"/>
                          <a:pt x="-1066" y="2611"/>
                          <a:pt x="176" y="926"/>
                        </a:cubicBezTo>
                        <a:cubicBezTo>
                          <a:pt x="841" y="84"/>
                          <a:pt x="2614" y="-93"/>
                          <a:pt x="4564" y="40"/>
                        </a:cubicBezTo>
                        <a:cubicBezTo>
                          <a:pt x="6604" y="173"/>
                          <a:pt x="8687" y="660"/>
                          <a:pt x="9618" y="926"/>
                        </a:cubicBezTo>
                        <a:cubicBezTo>
                          <a:pt x="11613" y="1325"/>
                          <a:pt x="17775" y="3409"/>
                          <a:pt x="16312" y="482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06" name="Forme libre : forme 23405">
                    <a:extLst>
                      <a:ext uri="{FF2B5EF4-FFF2-40B4-BE49-F238E27FC236}">
                        <a16:creationId xmlns:a16="http://schemas.microsoft.com/office/drawing/2014/main" id="{534AA717-6AA0-4219-B963-51E704C761B2}"/>
                      </a:ext>
                    </a:extLst>
                  </p:cNvPr>
                  <p:cNvSpPr/>
                  <p:nvPr/>
                </p:nvSpPr>
                <p:spPr>
                  <a:xfrm>
                    <a:off x="6373111" y="1132076"/>
                    <a:ext cx="4611" cy="1959"/>
                  </a:xfrm>
                  <a:custGeom>
                    <a:avLst/>
                    <a:gdLst>
                      <a:gd name="connsiteX0" fmla="*/ 4611 w 4611"/>
                      <a:gd name="connsiteY0" fmla="*/ 1511 h 1959"/>
                      <a:gd name="connsiteX1" fmla="*/ 2306 w 4611"/>
                      <a:gd name="connsiteY1" fmla="*/ 1777 h 1959"/>
                      <a:gd name="connsiteX2" fmla="*/ 1 w 4611"/>
                      <a:gd name="connsiteY2" fmla="*/ 491 h 1959"/>
                      <a:gd name="connsiteX3" fmla="*/ 2218 w 4611"/>
                      <a:gd name="connsiteY3" fmla="*/ 181 h 1959"/>
                      <a:gd name="connsiteX4" fmla="*/ 4611 w 4611"/>
                      <a:gd name="connsiteY4" fmla="*/ 1511 h 1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11" h="1959">
                        <a:moveTo>
                          <a:pt x="4611" y="1511"/>
                        </a:moveTo>
                        <a:cubicBezTo>
                          <a:pt x="4611" y="2176"/>
                          <a:pt x="3104" y="1954"/>
                          <a:pt x="2306" y="1777"/>
                        </a:cubicBezTo>
                        <a:cubicBezTo>
                          <a:pt x="1552" y="1599"/>
                          <a:pt x="1" y="1156"/>
                          <a:pt x="1" y="491"/>
                        </a:cubicBezTo>
                        <a:cubicBezTo>
                          <a:pt x="-43" y="-174"/>
                          <a:pt x="1464" y="-41"/>
                          <a:pt x="2218" y="181"/>
                        </a:cubicBezTo>
                        <a:cubicBezTo>
                          <a:pt x="3015" y="358"/>
                          <a:pt x="4611" y="846"/>
                          <a:pt x="4611" y="15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407" name="Forme libre : forme 23406">
                    <a:extLst>
                      <a:ext uri="{FF2B5EF4-FFF2-40B4-BE49-F238E27FC236}">
                        <a16:creationId xmlns:a16="http://schemas.microsoft.com/office/drawing/2014/main" id="{8DAC46C1-1349-499B-8643-6F78A866C1BD}"/>
                      </a:ext>
                    </a:extLst>
                  </p:cNvPr>
                  <p:cNvSpPr/>
                  <p:nvPr/>
                </p:nvSpPr>
                <p:spPr>
                  <a:xfrm>
                    <a:off x="6358961" y="1117826"/>
                    <a:ext cx="39226" cy="23972"/>
                  </a:xfrm>
                  <a:custGeom>
                    <a:avLst/>
                    <a:gdLst>
                      <a:gd name="connsiteX0" fmla="*/ 31662 w 39226"/>
                      <a:gd name="connsiteY0" fmla="*/ 12613 h 23972"/>
                      <a:gd name="connsiteX1" fmla="*/ 39110 w 39226"/>
                      <a:gd name="connsiteY1" fmla="*/ 21967 h 23972"/>
                      <a:gd name="connsiteX2" fmla="*/ 35696 w 39226"/>
                      <a:gd name="connsiteY2" fmla="*/ 23829 h 23972"/>
                      <a:gd name="connsiteX3" fmla="*/ 31440 w 39226"/>
                      <a:gd name="connsiteY3" fmla="*/ 20903 h 23972"/>
                      <a:gd name="connsiteX4" fmla="*/ 19028 w 39226"/>
                      <a:gd name="connsiteY4" fmla="*/ 10973 h 23972"/>
                      <a:gd name="connsiteX5" fmla="*/ 7236 w 39226"/>
                      <a:gd name="connsiteY5" fmla="*/ 6362 h 23972"/>
                      <a:gd name="connsiteX6" fmla="*/ 1340 w 39226"/>
                      <a:gd name="connsiteY6" fmla="*/ 4146 h 23972"/>
                      <a:gd name="connsiteX7" fmla="*/ 409 w 39226"/>
                      <a:gd name="connsiteY7" fmla="*/ 1707 h 23972"/>
                      <a:gd name="connsiteX8" fmla="*/ 4487 w 39226"/>
                      <a:gd name="connsiteY8" fmla="*/ 67 h 23972"/>
                      <a:gd name="connsiteX9" fmla="*/ 11935 w 39226"/>
                      <a:gd name="connsiteY9" fmla="*/ 555 h 23972"/>
                      <a:gd name="connsiteX10" fmla="*/ 23771 w 39226"/>
                      <a:gd name="connsiteY10" fmla="*/ 4899 h 23972"/>
                      <a:gd name="connsiteX11" fmla="*/ 31662 w 39226"/>
                      <a:gd name="connsiteY11" fmla="*/ 12613 h 23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9226" h="23972">
                        <a:moveTo>
                          <a:pt x="31662" y="12613"/>
                        </a:moveTo>
                        <a:cubicBezTo>
                          <a:pt x="35120" y="15982"/>
                          <a:pt x="37470" y="18287"/>
                          <a:pt x="39110" y="21967"/>
                        </a:cubicBezTo>
                        <a:cubicBezTo>
                          <a:pt x="39731" y="23341"/>
                          <a:pt x="37780" y="24361"/>
                          <a:pt x="35696" y="23829"/>
                        </a:cubicBezTo>
                        <a:cubicBezTo>
                          <a:pt x="33613" y="23297"/>
                          <a:pt x="32593" y="22100"/>
                          <a:pt x="31440" y="20903"/>
                        </a:cubicBezTo>
                        <a:cubicBezTo>
                          <a:pt x="27983" y="17223"/>
                          <a:pt x="24037" y="14076"/>
                          <a:pt x="19028" y="10973"/>
                        </a:cubicBezTo>
                        <a:cubicBezTo>
                          <a:pt x="17476" y="9997"/>
                          <a:pt x="12245" y="7914"/>
                          <a:pt x="7236" y="6362"/>
                        </a:cubicBezTo>
                        <a:cubicBezTo>
                          <a:pt x="4576" y="5564"/>
                          <a:pt x="2581" y="4899"/>
                          <a:pt x="1340" y="4146"/>
                        </a:cubicBezTo>
                        <a:cubicBezTo>
                          <a:pt x="99" y="3392"/>
                          <a:pt x="-434" y="2594"/>
                          <a:pt x="409" y="1707"/>
                        </a:cubicBezTo>
                        <a:cubicBezTo>
                          <a:pt x="1251" y="821"/>
                          <a:pt x="2670" y="333"/>
                          <a:pt x="4487" y="67"/>
                        </a:cubicBezTo>
                        <a:cubicBezTo>
                          <a:pt x="6748" y="-110"/>
                          <a:pt x="9408" y="67"/>
                          <a:pt x="11935" y="555"/>
                        </a:cubicBezTo>
                        <a:cubicBezTo>
                          <a:pt x="17033" y="1530"/>
                          <a:pt x="21643" y="3614"/>
                          <a:pt x="23771" y="4899"/>
                        </a:cubicBezTo>
                        <a:cubicBezTo>
                          <a:pt x="28027" y="7603"/>
                          <a:pt x="29047" y="10086"/>
                          <a:pt x="31662" y="1261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18" name="Graphique 2">
                  <a:extLst>
                    <a:ext uri="{FF2B5EF4-FFF2-40B4-BE49-F238E27FC236}">
                      <a16:creationId xmlns:a16="http://schemas.microsoft.com/office/drawing/2014/main" id="{65B9F154-426C-4DFC-B9EE-6FF65F3E60FE}"/>
                    </a:ext>
                  </a:extLst>
                </p:cNvPr>
                <p:cNvGrpSpPr/>
                <p:nvPr/>
              </p:nvGrpSpPr>
              <p:grpSpPr>
                <a:xfrm>
                  <a:off x="6402280" y="1126355"/>
                  <a:ext cx="96000" cy="37279"/>
                  <a:chOff x="6402280" y="1126355"/>
                  <a:chExt cx="96000" cy="37279"/>
                </a:xfrm>
                <a:solidFill>
                  <a:schemeClr val="accent1"/>
                </a:solidFill>
              </p:grpSpPr>
              <p:sp>
                <p:nvSpPr>
                  <p:cNvPr id="23384" name="Forme libre : forme 23383">
                    <a:extLst>
                      <a:ext uri="{FF2B5EF4-FFF2-40B4-BE49-F238E27FC236}">
                        <a16:creationId xmlns:a16="http://schemas.microsoft.com/office/drawing/2014/main" id="{1EAF4C1B-BD2A-4E04-B2FB-097A86A1582A}"/>
                      </a:ext>
                    </a:extLst>
                  </p:cNvPr>
                  <p:cNvSpPr/>
                  <p:nvPr/>
                </p:nvSpPr>
                <p:spPr>
                  <a:xfrm>
                    <a:off x="6402282" y="1126355"/>
                    <a:ext cx="95998" cy="37279"/>
                  </a:xfrm>
                  <a:custGeom>
                    <a:avLst/>
                    <a:gdLst>
                      <a:gd name="connsiteX0" fmla="*/ 62773 w 95998"/>
                      <a:gd name="connsiteY0" fmla="*/ 37200 h 37279"/>
                      <a:gd name="connsiteX1" fmla="*/ 47168 w 95998"/>
                      <a:gd name="connsiteY1" fmla="*/ 35958 h 37279"/>
                      <a:gd name="connsiteX2" fmla="*/ 32184 w 95998"/>
                      <a:gd name="connsiteY2" fmla="*/ 35249 h 37279"/>
                      <a:gd name="connsiteX3" fmla="*/ 1286 w 95998"/>
                      <a:gd name="connsiteY3" fmla="*/ 20354 h 37279"/>
                      <a:gd name="connsiteX4" fmla="*/ 3059 w 95998"/>
                      <a:gd name="connsiteY4" fmla="*/ 10468 h 37279"/>
                      <a:gd name="connsiteX5" fmla="*/ 33426 w 95998"/>
                      <a:gd name="connsiteY5" fmla="*/ 139 h 37279"/>
                      <a:gd name="connsiteX6" fmla="*/ 49695 w 95998"/>
                      <a:gd name="connsiteY6" fmla="*/ 360 h 37279"/>
                      <a:gd name="connsiteX7" fmla="*/ 65300 w 95998"/>
                      <a:gd name="connsiteY7" fmla="*/ 2222 h 37279"/>
                      <a:gd name="connsiteX8" fmla="*/ 79707 w 95998"/>
                      <a:gd name="connsiteY8" fmla="*/ 6700 h 37279"/>
                      <a:gd name="connsiteX9" fmla="*/ 92253 w 95998"/>
                      <a:gd name="connsiteY9" fmla="*/ 13793 h 37279"/>
                      <a:gd name="connsiteX10" fmla="*/ 95179 w 95998"/>
                      <a:gd name="connsiteY10" fmla="*/ 23191 h 37279"/>
                      <a:gd name="connsiteX11" fmla="*/ 83608 w 95998"/>
                      <a:gd name="connsiteY11" fmla="*/ 33609 h 37279"/>
                      <a:gd name="connsiteX12" fmla="*/ 74210 w 95998"/>
                      <a:gd name="connsiteY12" fmla="*/ 36623 h 37279"/>
                      <a:gd name="connsiteX13" fmla="*/ 62773 w 95998"/>
                      <a:gd name="connsiteY13" fmla="*/ 37200 h 37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5998" h="37279">
                        <a:moveTo>
                          <a:pt x="62773" y="37200"/>
                        </a:moveTo>
                        <a:cubicBezTo>
                          <a:pt x="58694" y="36978"/>
                          <a:pt x="52931" y="36446"/>
                          <a:pt x="47168" y="35958"/>
                        </a:cubicBezTo>
                        <a:cubicBezTo>
                          <a:pt x="42425" y="35604"/>
                          <a:pt x="36130" y="35515"/>
                          <a:pt x="32184" y="35249"/>
                        </a:cubicBezTo>
                        <a:cubicBezTo>
                          <a:pt x="17067" y="34274"/>
                          <a:pt x="8423" y="28865"/>
                          <a:pt x="1286" y="20354"/>
                        </a:cubicBezTo>
                        <a:cubicBezTo>
                          <a:pt x="-1330" y="17295"/>
                          <a:pt x="443" y="12463"/>
                          <a:pt x="3059" y="10468"/>
                        </a:cubicBezTo>
                        <a:cubicBezTo>
                          <a:pt x="11615" y="4661"/>
                          <a:pt x="19461" y="759"/>
                          <a:pt x="33426" y="139"/>
                        </a:cubicBezTo>
                        <a:cubicBezTo>
                          <a:pt x="37282" y="6"/>
                          <a:pt x="42691" y="-172"/>
                          <a:pt x="49695" y="360"/>
                        </a:cubicBezTo>
                        <a:cubicBezTo>
                          <a:pt x="55635" y="848"/>
                          <a:pt x="61620" y="1646"/>
                          <a:pt x="65300" y="2222"/>
                        </a:cubicBezTo>
                        <a:cubicBezTo>
                          <a:pt x="72260" y="3331"/>
                          <a:pt x="75584" y="4794"/>
                          <a:pt x="79707" y="6700"/>
                        </a:cubicBezTo>
                        <a:cubicBezTo>
                          <a:pt x="83697" y="8606"/>
                          <a:pt x="87820" y="10956"/>
                          <a:pt x="92253" y="13793"/>
                        </a:cubicBezTo>
                        <a:cubicBezTo>
                          <a:pt x="95267" y="15743"/>
                          <a:pt x="97174" y="20309"/>
                          <a:pt x="95179" y="23191"/>
                        </a:cubicBezTo>
                        <a:cubicBezTo>
                          <a:pt x="92209" y="27314"/>
                          <a:pt x="88928" y="30904"/>
                          <a:pt x="83608" y="33609"/>
                        </a:cubicBezTo>
                        <a:cubicBezTo>
                          <a:pt x="80948" y="34939"/>
                          <a:pt x="77801" y="36003"/>
                          <a:pt x="74210" y="36623"/>
                        </a:cubicBezTo>
                        <a:cubicBezTo>
                          <a:pt x="70531" y="37288"/>
                          <a:pt x="66585" y="37377"/>
                          <a:pt x="62773" y="3720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85" name="Forme libre : forme 23384">
                    <a:extLst>
                      <a:ext uri="{FF2B5EF4-FFF2-40B4-BE49-F238E27FC236}">
                        <a16:creationId xmlns:a16="http://schemas.microsoft.com/office/drawing/2014/main" id="{CC227918-A683-4DBE-8F3F-C6512EE78CF4}"/>
                      </a:ext>
                    </a:extLst>
                  </p:cNvPr>
                  <p:cNvSpPr/>
                  <p:nvPr/>
                </p:nvSpPr>
                <p:spPr>
                  <a:xfrm>
                    <a:off x="6402280" y="1142320"/>
                    <a:ext cx="95181" cy="21307"/>
                  </a:xfrm>
                  <a:custGeom>
                    <a:avLst/>
                    <a:gdLst>
                      <a:gd name="connsiteX0" fmla="*/ 37285 w 95181"/>
                      <a:gd name="connsiteY0" fmla="*/ 6783 h 21307"/>
                      <a:gd name="connsiteX1" fmla="*/ 47 w 95181"/>
                      <a:gd name="connsiteY1" fmla="*/ 0 h 21307"/>
                      <a:gd name="connsiteX2" fmla="*/ 1244 w 95181"/>
                      <a:gd name="connsiteY2" fmla="*/ 4344 h 21307"/>
                      <a:gd name="connsiteX3" fmla="*/ 5101 w 95181"/>
                      <a:gd name="connsiteY3" fmla="*/ 8467 h 21307"/>
                      <a:gd name="connsiteX4" fmla="*/ 19242 w 95181"/>
                      <a:gd name="connsiteY4" fmla="*/ 16934 h 21307"/>
                      <a:gd name="connsiteX5" fmla="*/ 32143 w 95181"/>
                      <a:gd name="connsiteY5" fmla="*/ 19284 h 21307"/>
                      <a:gd name="connsiteX6" fmla="*/ 37285 w 95181"/>
                      <a:gd name="connsiteY6" fmla="*/ 19550 h 21307"/>
                      <a:gd name="connsiteX7" fmla="*/ 43048 w 95181"/>
                      <a:gd name="connsiteY7" fmla="*/ 19772 h 21307"/>
                      <a:gd name="connsiteX8" fmla="*/ 48722 w 95181"/>
                      <a:gd name="connsiteY8" fmla="*/ 20126 h 21307"/>
                      <a:gd name="connsiteX9" fmla="*/ 60293 w 95181"/>
                      <a:gd name="connsiteY9" fmla="*/ 21102 h 21307"/>
                      <a:gd name="connsiteX10" fmla="*/ 62775 w 95181"/>
                      <a:gd name="connsiteY10" fmla="*/ 21235 h 21307"/>
                      <a:gd name="connsiteX11" fmla="*/ 78424 w 95181"/>
                      <a:gd name="connsiteY11" fmla="*/ 19683 h 21307"/>
                      <a:gd name="connsiteX12" fmla="*/ 92122 w 95181"/>
                      <a:gd name="connsiteY12" fmla="*/ 10994 h 21307"/>
                      <a:gd name="connsiteX13" fmla="*/ 95092 w 95181"/>
                      <a:gd name="connsiteY13" fmla="*/ 7270 h 21307"/>
                      <a:gd name="connsiteX14" fmla="*/ 95181 w 95181"/>
                      <a:gd name="connsiteY14" fmla="*/ 7093 h 21307"/>
                      <a:gd name="connsiteX15" fmla="*/ 80552 w 95181"/>
                      <a:gd name="connsiteY15" fmla="*/ 8866 h 21307"/>
                      <a:gd name="connsiteX16" fmla="*/ 65435 w 95181"/>
                      <a:gd name="connsiteY16" fmla="*/ 8379 h 21307"/>
                      <a:gd name="connsiteX17" fmla="*/ 51116 w 95181"/>
                      <a:gd name="connsiteY17" fmla="*/ 7004 h 21307"/>
                      <a:gd name="connsiteX18" fmla="*/ 37285 w 95181"/>
                      <a:gd name="connsiteY18" fmla="*/ 6783 h 21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5181" h="21307">
                        <a:moveTo>
                          <a:pt x="37285" y="6783"/>
                        </a:moveTo>
                        <a:cubicBezTo>
                          <a:pt x="24429" y="7403"/>
                          <a:pt x="9489" y="6871"/>
                          <a:pt x="47" y="0"/>
                        </a:cubicBezTo>
                        <a:cubicBezTo>
                          <a:pt x="-130" y="1552"/>
                          <a:pt x="180" y="3103"/>
                          <a:pt x="1244" y="4344"/>
                        </a:cubicBezTo>
                        <a:cubicBezTo>
                          <a:pt x="2529" y="5852"/>
                          <a:pt x="3771" y="7182"/>
                          <a:pt x="5101" y="8467"/>
                        </a:cubicBezTo>
                        <a:cubicBezTo>
                          <a:pt x="9002" y="12102"/>
                          <a:pt x="13479" y="15028"/>
                          <a:pt x="19242" y="16934"/>
                        </a:cubicBezTo>
                        <a:cubicBezTo>
                          <a:pt x="22966" y="18131"/>
                          <a:pt x="27222" y="18929"/>
                          <a:pt x="32143" y="19284"/>
                        </a:cubicBezTo>
                        <a:cubicBezTo>
                          <a:pt x="33605" y="19373"/>
                          <a:pt x="35379" y="19461"/>
                          <a:pt x="37285" y="19550"/>
                        </a:cubicBezTo>
                        <a:cubicBezTo>
                          <a:pt x="39058" y="19594"/>
                          <a:pt x="41009" y="19683"/>
                          <a:pt x="43048" y="19772"/>
                        </a:cubicBezTo>
                        <a:cubicBezTo>
                          <a:pt x="44998" y="19860"/>
                          <a:pt x="46461" y="19949"/>
                          <a:pt x="48722" y="20126"/>
                        </a:cubicBezTo>
                        <a:cubicBezTo>
                          <a:pt x="52934" y="20481"/>
                          <a:pt x="57057" y="20836"/>
                          <a:pt x="60293" y="21102"/>
                        </a:cubicBezTo>
                        <a:cubicBezTo>
                          <a:pt x="61179" y="21146"/>
                          <a:pt x="62022" y="21190"/>
                          <a:pt x="62775" y="21235"/>
                        </a:cubicBezTo>
                        <a:cubicBezTo>
                          <a:pt x="68139" y="21501"/>
                          <a:pt x="73858" y="21057"/>
                          <a:pt x="78424" y="19683"/>
                        </a:cubicBezTo>
                        <a:cubicBezTo>
                          <a:pt x="84630" y="17732"/>
                          <a:pt x="88931" y="14541"/>
                          <a:pt x="92122" y="10994"/>
                        </a:cubicBezTo>
                        <a:cubicBezTo>
                          <a:pt x="93186" y="9797"/>
                          <a:pt x="94162" y="8600"/>
                          <a:pt x="95092" y="7270"/>
                        </a:cubicBezTo>
                        <a:lnTo>
                          <a:pt x="95181" y="7093"/>
                        </a:lnTo>
                        <a:cubicBezTo>
                          <a:pt x="90438" y="7802"/>
                          <a:pt x="85650" y="8556"/>
                          <a:pt x="80552" y="8866"/>
                        </a:cubicBezTo>
                        <a:cubicBezTo>
                          <a:pt x="75498" y="9177"/>
                          <a:pt x="70312" y="8911"/>
                          <a:pt x="65435" y="8379"/>
                        </a:cubicBezTo>
                        <a:cubicBezTo>
                          <a:pt x="60559" y="7847"/>
                          <a:pt x="55860" y="7315"/>
                          <a:pt x="51116" y="7004"/>
                        </a:cubicBezTo>
                        <a:cubicBezTo>
                          <a:pt x="46373" y="6517"/>
                          <a:pt x="42028" y="6561"/>
                          <a:pt x="37285" y="678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86" name="Forme libre : forme 23385">
                    <a:extLst>
                      <a:ext uri="{FF2B5EF4-FFF2-40B4-BE49-F238E27FC236}">
                        <a16:creationId xmlns:a16="http://schemas.microsoft.com/office/drawing/2014/main" id="{B1C9221B-DB68-4CF8-A5B4-F4AA62C3F66C}"/>
                      </a:ext>
                    </a:extLst>
                  </p:cNvPr>
                  <p:cNvSpPr/>
                  <p:nvPr/>
                </p:nvSpPr>
                <p:spPr>
                  <a:xfrm>
                    <a:off x="6435619" y="1139644"/>
                    <a:ext cx="44250" cy="12472"/>
                  </a:xfrm>
                  <a:custGeom>
                    <a:avLst/>
                    <a:gdLst>
                      <a:gd name="connsiteX0" fmla="*/ 44243 w 44250"/>
                      <a:gd name="connsiteY0" fmla="*/ 7995 h 12472"/>
                      <a:gd name="connsiteX1" fmla="*/ 34534 w 44250"/>
                      <a:gd name="connsiteY1" fmla="*/ 12339 h 12472"/>
                      <a:gd name="connsiteX2" fmla="*/ 20614 w 44250"/>
                      <a:gd name="connsiteY2" fmla="*/ 12029 h 12472"/>
                      <a:gd name="connsiteX3" fmla="*/ 14984 w 44250"/>
                      <a:gd name="connsiteY3" fmla="*/ 11276 h 12472"/>
                      <a:gd name="connsiteX4" fmla="*/ 8379 w 44250"/>
                      <a:gd name="connsiteY4" fmla="*/ 9990 h 12472"/>
                      <a:gd name="connsiteX5" fmla="*/ 0 w 44250"/>
                      <a:gd name="connsiteY5" fmla="*/ 4848 h 12472"/>
                      <a:gd name="connsiteX6" fmla="*/ 8556 w 44250"/>
                      <a:gd name="connsiteY6" fmla="*/ 326 h 12472"/>
                      <a:gd name="connsiteX7" fmla="*/ 15915 w 44250"/>
                      <a:gd name="connsiteY7" fmla="*/ 60 h 12472"/>
                      <a:gd name="connsiteX8" fmla="*/ 21634 w 44250"/>
                      <a:gd name="connsiteY8" fmla="*/ 548 h 12472"/>
                      <a:gd name="connsiteX9" fmla="*/ 35022 w 44250"/>
                      <a:gd name="connsiteY9" fmla="*/ 3119 h 12472"/>
                      <a:gd name="connsiteX10" fmla="*/ 44243 w 44250"/>
                      <a:gd name="connsiteY10" fmla="*/ 7995 h 12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4250" h="12472">
                        <a:moveTo>
                          <a:pt x="44243" y="7995"/>
                        </a:moveTo>
                        <a:cubicBezTo>
                          <a:pt x="44464" y="10345"/>
                          <a:pt x="39898" y="11985"/>
                          <a:pt x="34534" y="12339"/>
                        </a:cubicBezTo>
                        <a:cubicBezTo>
                          <a:pt x="29170" y="12694"/>
                          <a:pt x="23452" y="12251"/>
                          <a:pt x="20614" y="12029"/>
                        </a:cubicBezTo>
                        <a:cubicBezTo>
                          <a:pt x="19196" y="11896"/>
                          <a:pt x="17201" y="11630"/>
                          <a:pt x="14984" y="11276"/>
                        </a:cubicBezTo>
                        <a:cubicBezTo>
                          <a:pt x="12856" y="10921"/>
                          <a:pt x="10640" y="10522"/>
                          <a:pt x="8379" y="9990"/>
                        </a:cubicBezTo>
                        <a:cubicBezTo>
                          <a:pt x="3946" y="8970"/>
                          <a:pt x="45" y="7419"/>
                          <a:pt x="0" y="4848"/>
                        </a:cubicBezTo>
                        <a:cubicBezTo>
                          <a:pt x="-44" y="2276"/>
                          <a:pt x="3857" y="902"/>
                          <a:pt x="8556" y="326"/>
                        </a:cubicBezTo>
                        <a:cubicBezTo>
                          <a:pt x="10906" y="15"/>
                          <a:pt x="13566" y="-73"/>
                          <a:pt x="15915" y="60"/>
                        </a:cubicBezTo>
                        <a:cubicBezTo>
                          <a:pt x="18220" y="148"/>
                          <a:pt x="20260" y="370"/>
                          <a:pt x="21634" y="548"/>
                        </a:cubicBezTo>
                        <a:cubicBezTo>
                          <a:pt x="24382" y="902"/>
                          <a:pt x="30190" y="1833"/>
                          <a:pt x="35022" y="3119"/>
                        </a:cubicBezTo>
                        <a:cubicBezTo>
                          <a:pt x="39810" y="4404"/>
                          <a:pt x="44021" y="5601"/>
                          <a:pt x="44243" y="799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87" name="Forme libre : forme 23386">
                    <a:extLst>
                      <a:ext uri="{FF2B5EF4-FFF2-40B4-BE49-F238E27FC236}">
                        <a16:creationId xmlns:a16="http://schemas.microsoft.com/office/drawing/2014/main" id="{6389BC1D-C934-4161-A7D9-1E45C7A2E56E}"/>
                      </a:ext>
                    </a:extLst>
                  </p:cNvPr>
                  <p:cNvSpPr/>
                  <p:nvPr/>
                </p:nvSpPr>
                <p:spPr>
                  <a:xfrm>
                    <a:off x="6435262" y="1139970"/>
                    <a:ext cx="30679" cy="12059"/>
                  </a:xfrm>
                  <a:custGeom>
                    <a:avLst/>
                    <a:gdLst>
                      <a:gd name="connsiteX0" fmla="*/ 9755 w 30679"/>
                      <a:gd name="connsiteY0" fmla="*/ 0 h 12059"/>
                      <a:gd name="connsiteX1" fmla="*/ 91 w 30679"/>
                      <a:gd name="connsiteY1" fmla="*/ 4522 h 12059"/>
                      <a:gd name="connsiteX2" fmla="*/ 8736 w 30679"/>
                      <a:gd name="connsiteY2" fmla="*/ 9664 h 12059"/>
                      <a:gd name="connsiteX3" fmla="*/ 15119 w 30679"/>
                      <a:gd name="connsiteY3" fmla="*/ 10905 h 12059"/>
                      <a:gd name="connsiteX4" fmla="*/ 21237 w 30679"/>
                      <a:gd name="connsiteY4" fmla="*/ 11748 h 12059"/>
                      <a:gd name="connsiteX5" fmla="*/ 30680 w 30679"/>
                      <a:gd name="connsiteY5" fmla="*/ 12014 h 12059"/>
                      <a:gd name="connsiteX6" fmla="*/ 25670 w 30679"/>
                      <a:gd name="connsiteY6" fmla="*/ 11127 h 12059"/>
                      <a:gd name="connsiteX7" fmla="*/ 9755 w 30679"/>
                      <a:gd name="connsiteY7" fmla="*/ 0 h 12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0679" h="12059">
                        <a:moveTo>
                          <a:pt x="9755" y="0"/>
                        </a:moveTo>
                        <a:cubicBezTo>
                          <a:pt x="6874" y="798"/>
                          <a:pt x="-928" y="1286"/>
                          <a:pt x="91" y="4522"/>
                        </a:cubicBezTo>
                        <a:cubicBezTo>
                          <a:pt x="889" y="7093"/>
                          <a:pt x="4524" y="8645"/>
                          <a:pt x="8736" y="9664"/>
                        </a:cubicBezTo>
                        <a:cubicBezTo>
                          <a:pt x="10864" y="10152"/>
                          <a:pt x="12992" y="10551"/>
                          <a:pt x="15119" y="10905"/>
                        </a:cubicBezTo>
                        <a:cubicBezTo>
                          <a:pt x="17292" y="11260"/>
                          <a:pt x="19419" y="11570"/>
                          <a:pt x="21237" y="11748"/>
                        </a:cubicBezTo>
                        <a:cubicBezTo>
                          <a:pt x="23321" y="11969"/>
                          <a:pt x="28153" y="12147"/>
                          <a:pt x="30680" y="12014"/>
                        </a:cubicBezTo>
                        <a:cubicBezTo>
                          <a:pt x="29261" y="11792"/>
                          <a:pt x="26911" y="11570"/>
                          <a:pt x="25670" y="11127"/>
                        </a:cubicBezTo>
                        <a:cubicBezTo>
                          <a:pt x="18489" y="8600"/>
                          <a:pt x="10154" y="5541"/>
                          <a:pt x="9755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88" name="Forme libre : forme 23387">
                    <a:extLst>
                      <a:ext uri="{FF2B5EF4-FFF2-40B4-BE49-F238E27FC236}">
                        <a16:creationId xmlns:a16="http://schemas.microsoft.com/office/drawing/2014/main" id="{78EB25D8-B02D-4F54-84FE-CC59A8BD7258}"/>
                      </a:ext>
                    </a:extLst>
                  </p:cNvPr>
                  <p:cNvSpPr/>
                  <p:nvPr/>
                </p:nvSpPr>
                <p:spPr>
                  <a:xfrm>
                    <a:off x="6437827" y="1141156"/>
                    <a:ext cx="44553" cy="12436"/>
                  </a:xfrm>
                  <a:custGeom>
                    <a:avLst/>
                    <a:gdLst>
                      <a:gd name="connsiteX0" fmla="*/ 44517 w 44553"/>
                      <a:gd name="connsiteY0" fmla="*/ 7548 h 12436"/>
                      <a:gd name="connsiteX1" fmla="*/ 34144 w 44553"/>
                      <a:gd name="connsiteY1" fmla="*/ 12202 h 12436"/>
                      <a:gd name="connsiteX2" fmla="*/ 20268 w 44553"/>
                      <a:gd name="connsiteY2" fmla="*/ 12114 h 12436"/>
                      <a:gd name="connsiteX3" fmla="*/ 8166 w 44553"/>
                      <a:gd name="connsiteY3" fmla="*/ 9986 h 12436"/>
                      <a:gd name="connsiteX4" fmla="*/ 9 w 44553"/>
                      <a:gd name="connsiteY4" fmla="*/ 4666 h 12436"/>
                      <a:gd name="connsiteX5" fmla="*/ 8565 w 44553"/>
                      <a:gd name="connsiteY5" fmla="*/ 189 h 12436"/>
                      <a:gd name="connsiteX6" fmla="*/ 21465 w 44553"/>
                      <a:gd name="connsiteY6" fmla="*/ 588 h 12436"/>
                      <a:gd name="connsiteX7" fmla="*/ 35296 w 44553"/>
                      <a:gd name="connsiteY7" fmla="*/ 3026 h 12436"/>
                      <a:gd name="connsiteX8" fmla="*/ 44517 w 44553"/>
                      <a:gd name="connsiteY8" fmla="*/ 7548 h 12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553" h="12436">
                        <a:moveTo>
                          <a:pt x="44517" y="7548"/>
                        </a:moveTo>
                        <a:cubicBezTo>
                          <a:pt x="44030" y="9941"/>
                          <a:pt x="39508" y="11715"/>
                          <a:pt x="34144" y="12202"/>
                        </a:cubicBezTo>
                        <a:cubicBezTo>
                          <a:pt x="28824" y="12690"/>
                          <a:pt x="23371" y="12291"/>
                          <a:pt x="20268" y="12114"/>
                        </a:cubicBezTo>
                        <a:cubicBezTo>
                          <a:pt x="17209" y="11892"/>
                          <a:pt x="12111" y="11094"/>
                          <a:pt x="8166" y="9986"/>
                        </a:cubicBezTo>
                        <a:cubicBezTo>
                          <a:pt x="3954" y="8878"/>
                          <a:pt x="231" y="7282"/>
                          <a:pt x="9" y="4666"/>
                        </a:cubicBezTo>
                        <a:cubicBezTo>
                          <a:pt x="-213" y="2051"/>
                          <a:pt x="3733" y="720"/>
                          <a:pt x="8565" y="189"/>
                        </a:cubicBezTo>
                        <a:cubicBezTo>
                          <a:pt x="13486" y="-299"/>
                          <a:pt x="18894" y="277"/>
                          <a:pt x="21465" y="588"/>
                        </a:cubicBezTo>
                        <a:cubicBezTo>
                          <a:pt x="24036" y="853"/>
                          <a:pt x="30198" y="1873"/>
                          <a:pt x="35296" y="3026"/>
                        </a:cubicBezTo>
                        <a:cubicBezTo>
                          <a:pt x="40439" y="4134"/>
                          <a:pt x="45005" y="5109"/>
                          <a:pt x="44517" y="754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89" name="Forme libre : forme 23388">
                    <a:extLst>
                      <a:ext uri="{FF2B5EF4-FFF2-40B4-BE49-F238E27FC236}">
                        <a16:creationId xmlns:a16="http://schemas.microsoft.com/office/drawing/2014/main" id="{9AAB4996-E6D2-4EBE-B8AD-DFA938566D6D}"/>
                      </a:ext>
                    </a:extLst>
                  </p:cNvPr>
                  <p:cNvSpPr/>
                  <p:nvPr/>
                </p:nvSpPr>
                <p:spPr>
                  <a:xfrm>
                    <a:off x="6414682" y="1135165"/>
                    <a:ext cx="54490" cy="24087"/>
                  </a:xfrm>
                  <a:custGeom>
                    <a:avLst/>
                    <a:gdLst>
                      <a:gd name="connsiteX0" fmla="*/ 234 w 54490"/>
                      <a:gd name="connsiteY0" fmla="*/ 9106 h 24087"/>
                      <a:gd name="connsiteX1" fmla="*/ 5642 w 54490"/>
                      <a:gd name="connsiteY1" fmla="*/ 15046 h 24087"/>
                      <a:gd name="connsiteX2" fmla="*/ 25902 w 54490"/>
                      <a:gd name="connsiteY2" fmla="*/ 23070 h 24087"/>
                      <a:gd name="connsiteX3" fmla="*/ 31088 w 54490"/>
                      <a:gd name="connsiteY3" fmla="*/ 23735 h 24087"/>
                      <a:gd name="connsiteX4" fmla="*/ 36009 w 54490"/>
                      <a:gd name="connsiteY4" fmla="*/ 24045 h 24087"/>
                      <a:gd name="connsiteX5" fmla="*/ 46028 w 54490"/>
                      <a:gd name="connsiteY5" fmla="*/ 23469 h 24087"/>
                      <a:gd name="connsiteX6" fmla="*/ 54362 w 54490"/>
                      <a:gd name="connsiteY6" fmla="*/ 17927 h 24087"/>
                      <a:gd name="connsiteX7" fmla="*/ 47713 w 54490"/>
                      <a:gd name="connsiteY7" fmla="*/ 14514 h 24087"/>
                      <a:gd name="connsiteX8" fmla="*/ 29492 w 54490"/>
                      <a:gd name="connsiteY8" fmla="*/ 6446 h 24087"/>
                      <a:gd name="connsiteX9" fmla="*/ 10696 w 54490"/>
                      <a:gd name="connsiteY9" fmla="*/ 62 h 24087"/>
                      <a:gd name="connsiteX10" fmla="*/ 234 w 54490"/>
                      <a:gd name="connsiteY10" fmla="*/ 9106 h 24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4490" h="24087">
                        <a:moveTo>
                          <a:pt x="234" y="9106"/>
                        </a:moveTo>
                        <a:cubicBezTo>
                          <a:pt x="1254" y="12076"/>
                          <a:pt x="2317" y="13051"/>
                          <a:pt x="5642" y="15046"/>
                        </a:cubicBezTo>
                        <a:cubicBezTo>
                          <a:pt x="11937" y="18814"/>
                          <a:pt x="17434" y="21696"/>
                          <a:pt x="25902" y="23070"/>
                        </a:cubicBezTo>
                        <a:cubicBezTo>
                          <a:pt x="27631" y="23380"/>
                          <a:pt x="29404" y="23558"/>
                          <a:pt x="31088" y="23735"/>
                        </a:cubicBezTo>
                        <a:cubicBezTo>
                          <a:pt x="32862" y="23912"/>
                          <a:pt x="34103" y="23957"/>
                          <a:pt x="36009" y="24045"/>
                        </a:cubicBezTo>
                        <a:cubicBezTo>
                          <a:pt x="39556" y="24178"/>
                          <a:pt x="42969" y="24001"/>
                          <a:pt x="46028" y="23469"/>
                        </a:cubicBezTo>
                        <a:cubicBezTo>
                          <a:pt x="50594" y="22715"/>
                          <a:pt x="55337" y="20853"/>
                          <a:pt x="54362" y="17927"/>
                        </a:cubicBezTo>
                        <a:cubicBezTo>
                          <a:pt x="53786" y="16110"/>
                          <a:pt x="50284" y="15622"/>
                          <a:pt x="47713" y="14514"/>
                        </a:cubicBezTo>
                        <a:cubicBezTo>
                          <a:pt x="41551" y="11987"/>
                          <a:pt x="35699" y="9726"/>
                          <a:pt x="29492" y="6446"/>
                        </a:cubicBezTo>
                        <a:cubicBezTo>
                          <a:pt x="24217" y="3609"/>
                          <a:pt x="18498" y="-558"/>
                          <a:pt x="10696" y="62"/>
                        </a:cubicBezTo>
                        <a:cubicBezTo>
                          <a:pt x="3692" y="594"/>
                          <a:pt x="-1140" y="4939"/>
                          <a:pt x="234" y="910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90" name="Forme libre : forme 23389">
                    <a:extLst>
                      <a:ext uri="{FF2B5EF4-FFF2-40B4-BE49-F238E27FC236}">
                        <a16:creationId xmlns:a16="http://schemas.microsoft.com/office/drawing/2014/main" id="{C154DC6D-FB66-4029-95F0-1CDD641B9992}"/>
                      </a:ext>
                    </a:extLst>
                  </p:cNvPr>
                  <p:cNvSpPr/>
                  <p:nvPr/>
                </p:nvSpPr>
                <p:spPr>
                  <a:xfrm>
                    <a:off x="6425763" y="1135263"/>
                    <a:ext cx="18235" cy="5563"/>
                  </a:xfrm>
                  <a:custGeom>
                    <a:avLst/>
                    <a:gdLst>
                      <a:gd name="connsiteX0" fmla="*/ 1788 w 18235"/>
                      <a:gd name="connsiteY0" fmla="*/ 3112 h 5563"/>
                      <a:gd name="connsiteX1" fmla="*/ 59 w 18235"/>
                      <a:gd name="connsiteY1" fmla="*/ 4264 h 5563"/>
                      <a:gd name="connsiteX2" fmla="*/ 1389 w 18235"/>
                      <a:gd name="connsiteY2" fmla="*/ 5417 h 5563"/>
                      <a:gd name="connsiteX3" fmla="*/ 4669 w 18235"/>
                      <a:gd name="connsiteY3" fmla="*/ 5506 h 5563"/>
                      <a:gd name="connsiteX4" fmla="*/ 12782 w 18235"/>
                      <a:gd name="connsiteY4" fmla="*/ 4619 h 5563"/>
                      <a:gd name="connsiteX5" fmla="*/ 15708 w 18235"/>
                      <a:gd name="connsiteY5" fmla="*/ 3954 h 5563"/>
                      <a:gd name="connsiteX6" fmla="*/ 14023 w 18235"/>
                      <a:gd name="connsiteY6" fmla="*/ 9 h 5563"/>
                      <a:gd name="connsiteX7" fmla="*/ 1788 w 18235"/>
                      <a:gd name="connsiteY7" fmla="*/ 3112 h 5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235" h="5563">
                        <a:moveTo>
                          <a:pt x="1788" y="3112"/>
                        </a:moveTo>
                        <a:cubicBezTo>
                          <a:pt x="946" y="3466"/>
                          <a:pt x="369" y="3732"/>
                          <a:pt x="59" y="4264"/>
                        </a:cubicBezTo>
                        <a:cubicBezTo>
                          <a:pt x="-207" y="4796"/>
                          <a:pt x="458" y="5240"/>
                          <a:pt x="1389" y="5417"/>
                        </a:cubicBezTo>
                        <a:cubicBezTo>
                          <a:pt x="2276" y="5594"/>
                          <a:pt x="3650" y="5594"/>
                          <a:pt x="4669" y="5506"/>
                        </a:cubicBezTo>
                        <a:cubicBezTo>
                          <a:pt x="7329" y="5328"/>
                          <a:pt x="10211" y="5062"/>
                          <a:pt x="12782" y="4619"/>
                        </a:cubicBezTo>
                        <a:cubicBezTo>
                          <a:pt x="13846" y="4442"/>
                          <a:pt x="14865" y="4309"/>
                          <a:pt x="15708" y="3954"/>
                        </a:cubicBezTo>
                        <a:cubicBezTo>
                          <a:pt x="19299" y="2447"/>
                          <a:pt x="19343" y="-169"/>
                          <a:pt x="14023" y="9"/>
                        </a:cubicBezTo>
                        <a:cubicBezTo>
                          <a:pt x="9900" y="142"/>
                          <a:pt x="5157" y="1693"/>
                          <a:pt x="1788" y="311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91" name="Forme libre : forme 23390">
                    <a:extLst>
                      <a:ext uri="{FF2B5EF4-FFF2-40B4-BE49-F238E27FC236}">
                        <a16:creationId xmlns:a16="http://schemas.microsoft.com/office/drawing/2014/main" id="{BDAC4640-921D-403B-BA99-869873B4C851}"/>
                      </a:ext>
                    </a:extLst>
                  </p:cNvPr>
                  <p:cNvSpPr/>
                  <p:nvPr/>
                </p:nvSpPr>
                <p:spPr>
                  <a:xfrm>
                    <a:off x="6466296" y="1148482"/>
                    <a:ext cx="29613" cy="14407"/>
                  </a:xfrm>
                  <a:custGeom>
                    <a:avLst/>
                    <a:gdLst>
                      <a:gd name="connsiteX0" fmla="*/ 29613 w 29613"/>
                      <a:gd name="connsiteY0" fmla="*/ 0 h 14407"/>
                      <a:gd name="connsiteX1" fmla="*/ 18353 w 29613"/>
                      <a:gd name="connsiteY1" fmla="*/ 9708 h 14407"/>
                      <a:gd name="connsiteX2" fmla="*/ 0 w 29613"/>
                      <a:gd name="connsiteY2" fmla="*/ 14408 h 14407"/>
                      <a:gd name="connsiteX3" fmla="*/ 17289 w 29613"/>
                      <a:gd name="connsiteY3" fmla="*/ 9088 h 14407"/>
                      <a:gd name="connsiteX4" fmla="*/ 29613 w 29613"/>
                      <a:gd name="connsiteY4" fmla="*/ 0 h 14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613" h="14407">
                        <a:moveTo>
                          <a:pt x="29613" y="0"/>
                        </a:moveTo>
                        <a:cubicBezTo>
                          <a:pt x="28150" y="3502"/>
                          <a:pt x="24160" y="7004"/>
                          <a:pt x="18353" y="9708"/>
                        </a:cubicBezTo>
                        <a:cubicBezTo>
                          <a:pt x="12679" y="12501"/>
                          <a:pt x="4965" y="13743"/>
                          <a:pt x="0" y="14408"/>
                        </a:cubicBezTo>
                        <a:cubicBezTo>
                          <a:pt x="5453" y="13698"/>
                          <a:pt x="12147" y="11881"/>
                          <a:pt x="17289" y="9088"/>
                        </a:cubicBezTo>
                        <a:cubicBezTo>
                          <a:pt x="22520" y="6384"/>
                          <a:pt x="26510" y="2970"/>
                          <a:pt x="2961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92" name="Forme libre : forme 23391">
                    <a:extLst>
                      <a:ext uri="{FF2B5EF4-FFF2-40B4-BE49-F238E27FC236}">
                        <a16:creationId xmlns:a16="http://schemas.microsoft.com/office/drawing/2014/main" id="{E9755002-B147-4394-9C5A-3D35CD7988ED}"/>
                      </a:ext>
                    </a:extLst>
                  </p:cNvPr>
                  <p:cNvSpPr/>
                  <p:nvPr/>
                </p:nvSpPr>
                <p:spPr>
                  <a:xfrm>
                    <a:off x="6405829" y="1127602"/>
                    <a:ext cx="30942" cy="10151"/>
                  </a:xfrm>
                  <a:custGeom>
                    <a:avLst/>
                    <a:gdLst>
                      <a:gd name="connsiteX0" fmla="*/ 30943 w 30942"/>
                      <a:gd name="connsiteY0" fmla="*/ 0 h 10151"/>
                      <a:gd name="connsiteX1" fmla="*/ 0 w 30942"/>
                      <a:gd name="connsiteY1" fmla="*/ 10152 h 10151"/>
                      <a:gd name="connsiteX2" fmla="*/ 30943 w 30942"/>
                      <a:gd name="connsiteY2" fmla="*/ 0 h 10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942" h="10151">
                        <a:moveTo>
                          <a:pt x="30943" y="0"/>
                        </a:moveTo>
                        <a:cubicBezTo>
                          <a:pt x="18530" y="665"/>
                          <a:pt x="8423" y="5630"/>
                          <a:pt x="0" y="10152"/>
                        </a:cubicBezTo>
                        <a:cubicBezTo>
                          <a:pt x="7580" y="5586"/>
                          <a:pt x="20348" y="2128"/>
                          <a:pt x="309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93" name="Forme libre : forme 23392">
                    <a:extLst>
                      <a:ext uri="{FF2B5EF4-FFF2-40B4-BE49-F238E27FC236}">
                        <a16:creationId xmlns:a16="http://schemas.microsoft.com/office/drawing/2014/main" id="{C77363D7-7036-4ED5-9592-1ED9C6CEB31C}"/>
                      </a:ext>
                    </a:extLst>
                  </p:cNvPr>
                  <p:cNvSpPr/>
                  <p:nvPr/>
                </p:nvSpPr>
                <p:spPr>
                  <a:xfrm>
                    <a:off x="6453624" y="1141284"/>
                    <a:ext cx="16296" cy="5190"/>
                  </a:xfrm>
                  <a:custGeom>
                    <a:avLst/>
                    <a:gdLst>
                      <a:gd name="connsiteX0" fmla="*/ 16130 w 16296"/>
                      <a:gd name="connsiteY0" fmla="*/ 4494 h 5190"/>
                      <a:gd name="connsiteX1" fmla="*/ 6421 w 16296"/>
                      <a:gd name="connsiteY1" fmla="*/ 4139 h 5190"/>
                      <a:gd name="connsiteX2" fmla="*/ 215 w 16296"/>
                      <a:gd name="connsiteY2" fmla="*/ 726 h 5190"/>
                      <a:gd name="connsiteX3" fmla="*/ 9436 w 16296"/>
                      <a:gd name="connsiteY3" fmla="*/ 1080 h 5190"/>
                      <a:gd name="connsiteX4" fmla="*/ 16130 w 16296"/>
                      <a:gd name="connsiteY4" fmla="*/ 4494 h 5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96" h="5190">
                        <a:moveTo>
                          <a:pt x="16130" y="4494"/>
                        </a:moveTo>
                        <a:cubicBezTo>
                          <a:pt x="14889" y="6045"/>
                          <a:pt x="8416" y="4583"/>
                          <a:pt x="6421" y="4139"/>
                        </a:cubicBezTo>
                        <a:cubicBezTo>
                          <a:pt x="4427" y="3696"/>
                          <a:pt x="-1159" y="2277"/>
                          <a:pt x="215" y="726"/>
                        </a:cubicBezTo>
                        <a:cubicBezTo>
                          <a:pt x="1590" y="-870"/>
                          <a:pt x="7574" y="593"/>
                          <a:pt x="9436" y="1080"/>
                        </a:cubicBezTo>
                        <a:cubicBezTo>
                          <a:pt x="11342" y="1568"/>
                          <a:pt x="17371" y="2987"/>
                          <a:pt x="16130" y="449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94" name="Forme libre : forme 23393">
                    <a:extLst>
                      <a:ext uri="{FF2B5EF4-FFF2-40B4-BE49-F238E27FC236}">
                        <a16:creationId xmlns:a16="http://schemas.microsoft.com/office/drawing/2014/main" id="{4A17315A-A0B2-411B-8565-8487F18E5ADB}"/>
                      </a:ext>
                    </a:extLst>
                  </p:cNvPr>
                  <p:cNvSpPr/>
                  <p:nvPr/>
                </p:nvSpPr>
                <p:spPr>
                  <a:xfrm>
                    <a:off x="6467755" y="1144514"/>
                    <a:ext cx="4578" cy="1659"/>
                  </a:xfrm>
                  <a:custGeom>
                    <a:avLst/>
                    <a:gdLst>
                      <a:gd name="connsiteX0" fmla="*/ 4570 w 4578"/>
                      <a:gd name="connsiteY0" fmla="*/ 1042 h 1659"/>
                      <a:gd name="connsiteX1" fmla="*/ 2398 w 4578"/>
                      <a:gd name="connsiteY1" fmla="*/ 1618 h 1659"/>
                      <a:gd name="connsiteX2" fmla="*/ 4 w 4578"/>
                      <a:gd name="connsiteY2" fmla="*/ 598 h 1659"/>
                      <a:gd name="connsiteX3" fmla="*/ 2132 w 4578"/>
                      <a:gd name="connsiteY3" fmla="*/ 22 h 1659"/>
                      <a:gd name="connsiteX4" fmla="*/ 4570 w 4578"/>
                      <a:gd name="connsiteY4" fmla="*/ 1042 h 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8" h="1659">
                        <a:moveTo>
                          <a:pt x="4570" y="1042"/>
                        </a:moveTo>
                        <a:cubicBezTo>
                          <a:pt x="4703" y="1707"/>
                          <a:pt x="3151" y="1707"/>
                          <a:pt x="2398" y="1618"/>
                        </a:cubicBezTo>
                        <a:cubicBezTo>
                          <a:pt x="1600" y="1574"/>
                          <a:pt x="48" y="1263"/>
                          <a:pt x="4" y="598"/>
                        </a:cubicBezTo>
                        <a:cubicBezTo>
                          <a:pt x="-85" y="-66"/>
                          <a:pt x="1378" y="-22"/>
                          <a:pt x="2132" y="22"/>
                        </a:cubicBezTo>
                        <a:cubicBezTo>
                          <a:pt x="2885" y="155"/>
                          <a:pt x="4481" y="421"/>
                          <a:pt x="4570" y="104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95" name="Forme libre : forme 23394">
                    <a:extLst>
                      <a:ext uri="{FF2B5EF4-FFF2-40B4-BE49-F238E27FC236}">
                        <a16:creationId xmlns:a16="http://schemas.microsoft.com/office/drawing/2014/main" id="{F33FF1D6-D6C7-4175-B60E-5266A42C3E13}"/>
                      </a:ext>
                    </a:extLst>
                  </p:cNvPr>
                  <p:cNvSpPr/>
                  <p:nvPr/>
                </p:nvSpPr>
                <p:spPr>
                  <a:xfrm>
                    <a:off x="6454399" y="1130726"/>
                    <a:ext cx="39173" cy="17145"/>
                  </a:xfrm>
                  <a:custGeom>
                    <a:avLst/>
                    <a:gdLst>
                      <a:gd name="connsiteX0" fmla="*/ 28565 w 39173"/>
                      <a:gd name="connsiteY0" fmla="*/ 8269 h 17145"/>
                      <a:gd name="connsiteX1" fmla="*/ 38806 w 39173"/>
                      <a:gd name="connsiteY1" fmla="*/ 13988 h 17145"/>
                      <a:gd name="connsiteX2" fmla="*/ 36367 w 39173"/>
                      <a:gd name="connsiteY2" fmla="*/ 17047 h 17145"/>
                      <a:gd name="connsiteX3" fmla="*/ 31314 w 39173"/>
                      <a:gd name="connsiteY3" fmla="*/ 16027 h 17145"/>
                      <a:gd name="connsiteX4" fmla="*/ 17482 w 39173"/>
                      <a:gd name="connsiteY4" fmla="*/ 10042 h 17145"/>
                      <a:gd name="connsiteX5" fmla="*/ 6666 w 39173"/>
                      <a:gd name="connsiteY5" fmla="*/ 6363 h 17145"/>
                      <a:gd name="connsiteX6" fmla="*/ 459 w 39173"/>
                      <a:gd name="connsiteY6" fmla="*/ 1353 h 17145"/>
                      <a:gd name="connsiteX7" fmla="*/ 10789 w 39173"/>
                      <a:gd name="connsiteY7" fmla="*/ 467 h 17145"/>
                      <a:gd name="connsiteX8" fmla="*/ 20541 w 39173"/>
                      <a:gd name="connsiteY8" fmla="*/ 3215 h 17145"/>
                      <a:gd name="connsiteX9" fmla="*/ 28565 w 39173"/>
                      <a:gd name="connsiteY9" fmla="*/ 8269 h 17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173" h="17145">
                        <a:moveTo>
                          <a:pt x="28565" y="8269"/>
                        </a:moveTo>
                        <a:cubicBezTo>
                          <a:pt x="32599" y="10175"/>
                          <a:pt x="35880" y="11239"/>
                          <a:pt x="38806" y="13988"/>
                        </a:cubicBezTo>
                        <a:cubicBezTo>
                          <a:pt x="39870" y="15007"/>
                          <a:pt x="38495" y="16692"/>
                          <a:pt x="36367" y="17047"/>
                        </a:cubicBezTo>
                        <a:cubicBezTo>
                          <a:pt x="34240" y="17401"/>
                          <a:pt x="32821" y="16736"/>
                          <a:pt x="31314" y="16027"/>
                        </a:cubicBezTo>
                        <a:cubicBezTo>
                          <a:pt x="26659" y="13988"/>
                          <a:pt x="22270" y="12259"/>
                          <a:pt x="17482" y="10042"/>
                        </a:cubicBezTo>
                        <a:cubicBezTo>
                          <a:pt x="16020" y="9377"/>
                          <a:pt x="11055" y="8003"/>
                          <a:pt x="6666" y="6363"/>
                        </a:cubicBezTo>
                        <a:cubicBezTo>
                          <a:pt x="2321" y="4723"/>
                          <a:pt x="-1314" y="2994"/>
                          <a:pt x="459" y="1353"/>
                        </a:cubicBezTo>
                        <a:cubicBezTo>
                          <a:pt x="2232" y="-287"/>
                          <a:pt x="6577" y="-242"/>
                          <a:pt x="10789" y="467"/>
                        </a:cubicBezTo>
                        <a:cubicBezTo>
                          <a:pt x="15044" y="1220"/>
                          <a:pt x="18768" y="2417"/>
                          <a:pt x="20541" y="3215"/>
                        </a:cubicBezTo>
                        <a:cubicBezTo>
                          <a:pt x="24132" y="4811"/>
                          <a:pt x="25551" y="6806"/>
                          <a:pt x="28565" y="826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19" name="Graphique 2">
                  <a:extLst>
                    <a:ext uri="{FF2B5EF4-FFF2-40B4-BE49-F238E27FC236}">
                      <a16:creationId xmlns:a16="http://schemas.microsoft.com/office/drawing/2014/main" id="{CCE7B128-F418-461C-AB2A-EDEEBADF15D6}"/>
                    </a:ext>
                  </a:extLst>
                </p:cNvPr>
                <p:cNvGrpSpPr/>
                <p:nvPr/>
              </p:nvGrpSpPr>
              <p:grpSpPr>
                <a:xfrm>
                  <a:off x="6497985" y="1118369"/>
                  <a:ext cx="94891" cy="39539"/>
                  <a:chOff x="6497985" y="1118369"/>
                  <a:chExt cx="94891" cy="39539"/>
                </a:xfrm>
                <a:solidFill>
                  <a:schemeClr val="accent1"/>
                </a:solidFill>
              </p:grpSpPr>
              <p:sp>
                <p:nvSpPr>
                  <p:cNvPr id="23372" name="Forme libre : forme 23371">
                    <a:extLst>
                      <a:ext uri="{FF2B5EF4-FFF2-40B4-BE49-F238E27FC236}">
                        <a16:creationId xmlns:a16="http://schemas.microsoft.com/office/drawing/2014/main" id="{3CEB865E-2ECF-4E8D-BD8C-8E07BC33D6AB}"/>
                      </a:ext>
                    </a:extLst>
                  </p:cNvPr>
                  <p:cNvSpPr/>
                  <p:nvPr/>
                </p:nvSpPr>
                <p:spPr>
                  <a:xfrm>
                    <a:off x="6497985" y="1118369"/>
                    <a:ext cx="94891" cy="39539"/>
                  </a:xfrm>
                  <a:custGeom>
                    <a:avLst/>
                    <a:gdLst>
                      <a:gd name="connsiteX0" fmla="*/ 64465 w 94891"/>
                      <a:gd name="connsiteY0" fmla="*/ 35034 h 39539"/>
                      <a:gd name="connsiteX1" fmla="*/ 50767 w 94891"/>
                      <a:gd name="connsiteY1" fmla="*/ 36762 h 39539"/>
                      <a:gd name="connsiteX2" fmla="*/ 35162 w 94891"/>
                      <a:gd name="connsiteY2" fmla="*/ 39068 h 39539"/>
                      <a:gd name="connsiteX3" fmla="*/ 2579 w 94891"/>
                      <a:gd name="connsiteY3" fmla="*/ 30999 h 39539"/>
                      <a:gd name="connsiteX4" fmla="*/ 1604 w 94891"/>
                      <a:gd name="connsiteY4" fmla="*/ 21025 h 39539"/>
                      <a:gd name="connsiteX5" fmla="*/ 29887 w 94891"/>
                      <a:gd name="connsiteY5" fmla="*/ 4356 h 39539"/>
                      <a:gd name="connsiteX6" fmla="*/ 62160 w 94891"/>
                      <a:gd name="connsiteY6" fmla="*/ 12 h 39539"/>
                      <a:gd name="connsiteX7" fmla="*/ 65441 w 94891"/>
                      <a:gd name="connsiteY7" fmla="*/ 101 h 39539"/>
                      <a:gd name="connsiteX8" fmla="*/ 68765 w 94891"/>
                      <a:gd name="connsiteY8" fmla="*/ 455 h 39539"/>
                      <a:gd name="connsiteX9" fmla="*/ 74927 w 94891"/>
                      <a:gd name="connsiteY9" fmla="*/ 1918 h 39539"/>
                      <a:gd name="connsiteX10" fmla="*/ 83660 w 94891"/>
                      <a:gd name="connsiteY10" fmla="*/ 6484 h 39539"/>
                      <a:gd name="connsiteX11" fmla="*/ 93945 w 94891"/>
                      <a:gd name="connsiteY11" fmla="*/ 18897 h 39539"/>
                      <a:gd name="connsiteX12" fmla="*/ 91773 w 94891"/>
                      <a:gd name="connsiteY12" fmla="*/ 28473 h 39539"/>
                      <a:gd name="connsiteX13" fmla="*/ 78119 w 94891"/>
                      <a:gd name="connsiteY13" fmla="*/ 33083 h 39539"/>
                      <a:gd name="connsiteX14" fmla="*/ 71115 w 94891"/>
                      <a:gd name="connsiteY14" fmla="*/ 34147 h 39539"/>
                      <a:gd name="connsiteX15" fmla="*/ 67790 w 94891"/>
                      <a:gd name="connsiteY15" fmla="*/ 34546 h 39539"/>
                      <a:gd name="connsiteX16" fmla="*/ 64465 w 94891"/>
                      <a:gd name="connsiteY16" fmla="*/ 35034 h 39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4891" h="39539">
                        <a:moveTo>
                          <a:pt x="64465" y="35034"/>
                        </a:moveTo>
                        <a:cubicBezTo>
                          <a:pt x="61628" y="35299"/>
                          <a:pt x="56441" y="35920"/>
                          <a:pt x="50767" y="36762"/>
                        </a:cubicBezTo>
                        <a:cubicBezTo>
                          <a:pt x="45137" y="37605"/>
                          <a:pt x="39108" y="38624"/>
                          <a:pt x="35162" y="39068"/>
                        </a:cubicBezTo>
                        <a:cubicBezTo>
                          <a:pt x="20312" y="40885"/>
                          <a:pt x="11401" y="37294"/>
                          <a:pt x="2579" y="30999"/>
                        </a:cubicBezTo>
                        <a:cubicBezTo>
                          <a:pt x="-480" y="28827"/>
                          <a:pt x="-834" y="23729"/>
                          <a:pt x="1604" y="21025"/>
                        </a:cubicBezTo>
                        <a:cubicBezTo>
                          <a:pt x="8653" y="13134"/>
                          <a:pt x="16145" y="7593"/>
                          <a:pt x="29887" y="4356"/>
                        </a:cubicBezTo>
                        <a:cubicBezTo>
                          <a:pt x="37157" y="2628"/>
                          <a:pt x="52540" y="-77"/>
                          <a:pt x="62160" y="12"/>
                        </a:cubicBezTo>
                        <a:cubicBezTo>
                          <a:pt x="63224" y="-32"/>
                          <a:pt x="64377" y="56"/>
                          <a:pt x="65441" y="101"/>
                        </a:cubicBezTo>
                        <a:cubicBezTo>
                          <a:pt x="66460" y="145"/>
                          <a:pt x="67568" y="278"/>
                          <a:pt x="68765" y="455"/>
                        </a:cubicBezTo>
                        <a:cubicBezTo>
                          <a:pt x="71159" y="766"/>
                          <a:pt x="73110" y="1298"/>
                          <a:pt x="74927" y="1918"/>
                        </a:cubicBezTo>
                        <a:cubicBezTo>
                          <a:pt x="78518" y="3115"/>
                          <a:pt x="81267" y="4711"/>
                          <a:pt x="83660" y="6484"/>
                        </a:cubicBezTo>
                        <a:cubicBezTo>
                          <a:pt x="88315" y="10031"/>
                          <a:pt x="91330" y="14242"/>
                          <a:pt x="93945" y="18897"/>
                        </a:cubicBezTo>
                        <a:cubicBezTo>
                          <a:pt x="95763" y="22178"/>
                          <a:pt x="94921" y="27010"/>
                          <a:pt x="91773" y="28473"/>
                        </a:cubicBezTo>
                        <a:cubicBezTo>
                          <a:pt x="87296" y="30600"/>
                          <a:pt x="82818" y="32152"/>
                          <a:pt x="78119" y="33083"/>
                        </a:cubicBezTo>
                        <a:cubicBezTo>
                          <a:pt x="75770" y="33526"/>
                          <a:pt x="73420" y="33881"/>
                          <a:pt x="71115" y="34147"/>
                        </a:cubicBezTo>
                        <a:cubicBezTo>
                          <a:pt x="70006" y="34280"/>
                          <a:pt x="68898" y="34413"/>
                          <a:pt x="67790" y="34546"/>
                        </a:cubicBezTo>
                        <a:cubicBezTo>
                          <a:pt x="66770" y="34812"/>
                          <a:pt x="65928" y="34856"/>
                          <a:pt x="64465" y="3503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73" name="Forme libre : forme 23372">
                    <a:extLst>
                      <a:ext uri="{FF2B5EF4-FFF2-40B4-BE49-F238E27FC236}">
                        <a16:creationId xmlns:a16="http://schemas.microsoft.com/office/drawing/2014/main" id="{290558F0-1A83-491F-B702-9D80D9B9B178}"/>
                      </a:ext>
                    </a:extLst>
                  </p:cNvPr>
                  <p:cNvSpPr/>
                  <p:nvPr/>
                </p:nvSpPr>
                <p:spPr>
                  <a:xfrm>
                    <a:off x="6498170" y="1140236"/>
                    <a:ext cx="91632" cy="17606"/>
                  </a:xfrm>
                  <a:custGeom>
                    <a:avLst/>
                    <a:gdLst>
                      <a:gd name="connsiteX0" fmla="*/ 37681 w 91632"/>
                      <a:gd name="connsiteY0" fmla="*/ 3990 h 17606"/>
                      <a:gd name="connsiteX1" fmla="*/ 0 w 91632"/>
                      <a:gd name="connsiteY1" fmla="*/ 5275 h 17606"/>
                      <a:gd name="connsiteX2" fmla="*/ 2350 w 91632"/>
                      <a:gd name="connsiteY2" fmla="*/ 9044 h 17606"/>
                      <a:gd name="connsiteX3" fmla="*/ 6960 w 91632"/>
                      <a:gd name="connsiteY3" fmla="*/ 12058 h 17606"/>
                      <a:gd name="connsiteX4" fmla="*/ 22121 w 91632"/>
                      <a:gd name="connsiteY4" fmla="*/ 17289 h 17606"/>
                      <a:gd name="connsiteX5" fmla="*/ 34933 w 91632"/>
                      <a:gd name="connsiteY5" fmla="*/ 17156 h 17606"/>
                      <a:gd name="connsiteX6" fmla="*/ 40031 w 91632"/>
                      <a:gd name="connsiteY6" fmla="*/ 16447 h 17606"/>
                      <a:gd name="connsiteX7" fmla="*/ 62374 w 91632"/>
                      <a:gd name="connsiteY7" fmla="*/ 13299 h 17606"/>
                      <a:gd name="connsiteX8" fmla="*/ 64236 w 91632"/>
                      <a:gd name="connsiteY8" fmla="*/ 13122 h 17606"/>
                      <a:gd name="connsiteX9" fmla="*/ 73767 w 91632"/>
                      <a:gd name="connsiteY9" fmla="*/ 11881 h 17606"/>
                      <a:gd name="connsiteX10" fmla="*/ 87244 w 91632"/>
                      <a:gd name="connsiteY10" fmla="*/ 8467 h 17606"/>
                      <a:gd name="connsiteX11" fmla="*/ 91499 w 91632"/>
                      <a:gd name="connsiteY11" fmla="*/ 6605 h 17606"/>
                      <a:gd name="connsiteX12" fmla="*/ 91632 w 91632"/>
                      <a:gd name="connsiteY12" fmla="*/ 6517 h 17606"/>
                      <a:gd name="connsiteX13" fmla="*/ 65167 w 91632"/>
                      <a:gd name="connsiteY13" fmla="*/ 0 h 17606"/>
                      <a:gd name="connsiteX14" fmla="*/ 37681 w 91632"/>
                      <a:gd name="connsiteY14" fmla="*/ 3990 h 17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1632" h="17606">
                        <a:moveTo>
                          <a:pt x="37681" y="3990"/>
                        </a:moveTo>
                        <a:cubicBezTo>
                          <a:pt x="25047" y="6960"/>
                          <a:pt x="10817" y="9132"/>
                          <a:pt x="0" y="5275"/>
                        </a:cubicBezTo>
                        <a:cubicBezTo>
                          <a:pt x="355" y="6783"/>
                          <a:pt x="1108" y="8157"/>
                          <a:pt x="2350" y="9044"/>
                        </a:cubicBezTo>
                        <a:cubicBezTo>
                          <a:pt x="3857" y="10152"/>
                          <a:pt x="5409" y="11127"/>
                          <a:pt x="6960" y="12058"/>
                        </a:cubicBezTo>
                        <a:cubicBezTo>
                          <a:pt x="11482" y="14674"/>
                          <a:pt x="16270" y="16535"/>
                          <a:pt x="22121" y="17289"/>
                        </a:cubicBezTo>
                        <a:cubicBezTo>
                          <a:pt x="25889" y="17732"/>
                          <a:pt x="30145" y="17732"/>
                          <a:pt x="34933" y="17156"/>
                        </a:cubicBezTo>
                        <a:cubicBezTo>
                          <a:pt x="36396" y="16979"/>
                          <a:pt x="38125" y="16713"/>
                          <a:pt x="40031" y="16447"/>
                        </a:cubicBezTo>
                        <a:cubicBezTo>
                          <a:pt x="47479" y="15294"/>
                          <a:pt x="57187" y="13743"/>
                          <a:pt x="62374" y="13299"/>
                        </a:cubicBezTo>
                        <a:cubicBezTo>
                          <a:pt x="63039" y="13211"/>
                          <a:pt x="63659" y="13166"/>
                          <a:pt x="64236" y="13122"/>
                        </a:cubicBezTo>
                        <a:cubicBezTo>
                          <a:pt x="67561" y="12679"/>
                          <a:pt x="70575" y="12324"/>
                          <a:pt x="73767" y="11881"/>
                        </a:cubicBezTo>
                        <a:cubicBezTo>
                          <a:pt x="78333" y="11216"/>
                          <a:pt x="82855" y="10063"/>
                          <a:pt x="87244" y="8467"/>
                        </a:cubicBezTo>
                        <a:cubicBezTo>
                          <a:pt x="88662" y="7891"/>
                          <a:pt x="90081" y="7315"/>
                          <a:pt x="91499" y="6605"/>
                        </a:cubicBezTo>
                        <a:lnTo>
                          <a:pt x="91632" y="6517"/>
                        </a:lnTo>
                        <a:cubicBezTo>
                          <a:pt x="83032" y="3192"/>
                          <a:pt x="73856" y="0"/>
                          <a:pt x="65167" y="0"/>
                        </a:cubicBezTo>
                        <a:cubicBezTo>
                          <a:pt x="56123" y="89"/>
                          <a:pt x="46725" y="1906"/>
                          <a:pt x="37681" y="399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74" name="Forme libre : forme 23373">
                    <a:extLst>
                      <a:ext uri="{FF2B5EF4-FFF2-40B4-BE49-F238E27FC236}">
                        <a16:creationId xmlns:a16="http://schemas.microsoft.com/office/drawing/2014/main" id="{1B746BC0-C14F-4234-B5BE-75D11BAD426F}"/>
                      </a:ext>
                    </a:extLst>
                  </p:cNvPr>
                  <p:cNvSpPr/>
                  <p:nvPr/>
                </p:nvSpPr>
                <p:spPr>
                  <a:xfrm>
                    <a:off x="6531008" y="1131514"/>
                    <a:ext cx="43976" cy="12426"/>
                  </a:xfrm>
                  <a:custGeom>
                    <a:avLst/>
                    <a:gdLst>
                      <a:gd name="connsiteX0" fmla="*/ 43943 w 43976"/>
                      <a:gd name="connsiteY0" fmla="*/ 6595 h 12426"/>
                      <a:gd name="connsiteX1" fmla="*/ 34590 w 43976"/>
                      <a:gd name="connsiteY1" fmla="*/ 9920 h 12426"/>
                      <a:gd name="connsiteX2" fmla="*/ 21822 w 43976"/>
                      <a:gd name="connsiteY2" fmla="*/ 11737 h 12426"/>
                      <a:gd name="connsiteX3" fmla="*/ 56 w 43976"/>
                      <a:gd name="connsiteY3" fmla="*/ 8900 h 12426"/>
                      <a:gd name="connsiteX4" fmla="*/ 20315 w 43976"/>
                      <a:gd name="connsiteY4" fmla="*/ 300 h 12426"/>
                      <a:gd name="connsiteX5" fmla="*/ 34678 w 43976"/>
                      <a:gd name="connsiteY5" fmla="*/ 699 h 12426"/>
                      <a:gd name="connsiteX6" fmla="*/ 43943 w 43976"/>
                      <a:gd name="connsiteY6" fmla="*/ 6595 h 12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976" h="12426">
                        <a:moveTo>
                          <a:pt x="43943" y="6595"/>
                        </a:moveTo>
                        <a:cubicBezTo>
                          <a:pt x="43500" y="8944"/>
                          <a:pt x="39023" y="9299"/>
                          <a:pt x="34590" y="9920"/>
                        </a:cubicBezTo>
                        <a:cubicBezTo>
                          <a:pt x="29625" y="10629"/>
                          <a:pt x="24438" y="11383"/>
                          <a:pt x="21822" y="11737"/>
                        </a:cubicBezTo>
                        <a:cubicBezTo>
                          <a:pt x="16325" y="12313"/>
                          <a:pt x="1164" y="13865"/>
                          <a:pt x="56" y="8900"/>
                        </a:cubicBezTo>
                        <a:cubicBezTo>
                          <a:pt x="-1052" y="3891"/>
                          <a:pt x="14596" y="654"/>
                          <a:pt x="20315" y="300"/>
                        </a:cubicBezTo>
                        <a:cubicBezTo>
                          <a:pt x="23108" y="78"/>
                          <a:pt x="29137" y="-410"/>
                          <a:pt x="34678" y="699"/>
                        </a:cubicBezTo>
                        <a:cubicBezTo>
                          <a:pt x="40308" y="1807"/>
                          <a:pt x="44387" y="4334"/>
                          <a:pt x="43943" y="659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75" name="Forme libre : forme 23374">
                    <a:extLst>
                      <a:ext uri="{FF2B5EF4-FFF2-40B4-BE49-F238E27FC236}">
                        <a16:creationId xmlns:a16="http://schemas.microsoft.com/office/drawing/2014/main" id="{51AB481B-F81B-4748-B914-14A494669614}"/>
                      </a:ext>
                    </a:extLst>
                  </p:cNvPr>
                  <p:cNvSpPr/>
                  <p:nvPr/>
                </p:nvSpPr>
                <p:spPr>
                  <a:xfrm>
                    <a:off x="6530623" y="1134252"/>
                    <a:ext cx="31250" cy="9672"/>
                  </a:xfrm>
                  <a:custGeom>
                    <a:avLst/>
                    <a:gdLst>
                      <a:gd name="connsiteX0" fmla="*/ 8863 w 31250"/>
                      <a:gd name="connsiteY0" fmla="*/ 0 h 9672"/>
                      <a:gd name="connsiteX1" fmla="*/ 219 w 31250"/>
                      <a:gd name="connsiteY1" fmla="*/ 6206 h 9672"/>
                      <a:gd name="connsiteX2" fmla="*/ 22428 w 31250"/>
                      <a:gd name="connsiteY2" fmla="*/ 8999 h 9672"/>
                      <a:gd name="connsiteX3" fmla="*/ 31250 w 31250"/>
                      <a:gd name="connsiteY3" fmla="*/ 7536 h 9672"/>
                      <a:gd name="connsiteX4" fmla="*/ 26507 w 31250"/>
                      <a:gd name="connsiteY4" fmla="*/ 7492 h 9672"/>
                      <a:gd name="connsiteX5" fmla="*/ 8863 w 31250"/>
                      <a:gd name="connsiteY5" fmla="*/ 0 h 9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250" h="9672">
                        <a:moveTo>
                          <a:pt x="8863" y="0"/>
                        </a:moveTo>
                        <a:cubicBezTo>
                          <a:pt x="6203" y="1330"/>
                          <a:pt x="-1378" y="3236"/>
                          <a:pt x="219" y="6206"/>
                        </a:cubicBezTo>
                        <a:cubicBezTo>
                          <a:pt x="2790" y="10950"/>
                          <a:pt x="15468" y="9664"/>
                          <a:pt x="22428" y="8999"/>
                        </a:cubicBezTo>
                        <a:cubicBezTo>
                          <a:pt x="24512" y="8733"/>
                          <a:pt x="29034" y="7980"/>
                          <a:pt x="31250" y="7536"/>
                        </a:cubicBezTo>
                        <a:cubicBezTo>
                          <a:pt x="29964" y="7536"/>
                          <a:pt x="27748" y="7669"/>
                          <a:pt x="26507" y="7492"/>
                        </a:cubicBezTo>
                        <a:cubicBezTo>
                          <a:pt x="19325" y="6428"/>
                          <a:pt x="10193" y="5453"/>
                          <a:pt x="8863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76" name="Forme libre : forme 23375">
                    <a:extLst>
                      <a:ext uri="{FF2B5EF4-FFF2-40B4-BE49-F238E27FC236}">
                        <a16:creationId xmlns:a16="http://schemas.microsoft.com/office/drawing/2014/main" id="{AF20DFA7-3558-443C-97CD-B3154F8EFCCA}"/>
                      </a:ext>
                    </a:extLst>
                  </p:cNvPr>
                  <p:cNvSpPr/>
                  <p:nvPr/>
                </p:nvSpPr>
                <p:spPr>
                  <a:xfrm>
                    <a:off x="6533493" y="1132660"/>
                    <a:ext cx="43722" cy="12444"/>
                  </a:xfrm>
                  <a:custGeom>
                    <a:avLst/>
                    <a:gdLst>
                      <a:gd name="connsiteX0" fmla="*/ 43497 w 43722"/>
                      <a:gd name="connsiteY0" fmla="*/ 7177 h 12444"/>
                      <a:gd name="connsiteX1" fmla="*/ 33612 w 43722"/>
                      <a:gd name="connsiteY1" fmla="*/ 10103 h 12444"/>
                      <a:gd name="connsiteX2" fmla="*/ 21509 w 43722"/>
                      <a:gd name="connsiteY2" fmla="*/ 11788 h 12444"/>
                      <a:gd name="connsiteX3" fmla="*/ 97 w 43722"/>
                      <a:gd name="connsiteY3" fmla="*/ 8684 h 12444"/>
                      <a:gd name="connsiteX4" fmla="*/ 20312 w 43722"/>
                      <a:gd name="connsiteY4" fmla="*/ 261 h 12444"/>
                      <a:gd name="connsiteX5" fmla="*/ 35119 w 43722"/>
                      <a:gd name="connsiteY5" fmla="*/ 971 h 12444"/>
                      <a:gd name="connsiteX6" fmla="*/ 43497 w 43722"/>
                      <a:gd name="connsiteY6" fmla="*/ 7177 h 124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722" h="12444">
                        <a:moveTo>
                          <a:pt x="43497" y="7177"/>
                        </a:moveTo>
                        <a:cubicBezTo>
                          <a:pt x="42256" y="9349"/>
                          <a:pt x="37912" y="9615"/>
                          <a:pt x="33612" y="10103"/>
                        </a:cubicBezTo>
                        <a:cubicBezTo>
                          <a:pt x="28957" y="10768"/>
                          <a:pt x="24258" y="11389"/>
                          <a:pt x="21509" y="11788"/>
                        </a:cubicBezTo>
                        <a:cubicBezTo>
                          <a:pt x="15702" y="12497"/>
                          <a:pt x="1605" y="13694"/>
                          <a:pt x="97" y="8684"/>
                        </a:cubicBezTo>
                        <a:cubicBezTo>
                          <a:pt x="-1410" y="3586"/>
                          <a:pt x="14993" y="616"/>
                          <a:pt x="20312" y="261"/>
                        </a:cubicBezTo>
                        <a:cubicBezTo>
                          <a:pt x="22928" y="84"/>
                          <a:pt x="29311" y="-492"/>
                          <a:pt x="35119" y="971"/>
                        </a:cubicBezTo>
                        <a:cubicBezTo>
                          <a:pt x="40704" y="2389"/>
                          <a:pt x="44739" y="5094"/>
                          <a:pt x="43497" y="717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77" name="Forme libre : forme 23376">
                    <a:extLst>
                      <a:ext uri="{FF2B5EF4-FFF2-40B4-BE49-F238E27FC236}">
                        <a16:creationId xmlns:a16="http://schemas.microsoft.com/office/drawing/2014/main" id="{044CBF71-17AB-48DC-BB8D-4057EAB1A6F7}"/>
                      </a:ext>
                    </a:extLst>
                  </p:cNvPr>
                  <p:cNvSpPr/>
                  <p:nvPr/>
                </p:nvSpPr>
                <p:spPr>
                  <a:xfrm>
                    <a:off x="6510152" y="1132438"/>
                    <a:ext cx="54687" cy="20539"/>
                  </a:xfrm>
                  <a:custGeom>
                    <a:avLst/>
                    <a:gdLst>
                      <a:gd name="connsiteX0" fmla="*/ 653 w 54687"/>
                      <a:gd name="connsiteY0" fmla="*/ 11832 h 20539"/>
                      <a:gd name="connsiteX1" fmla="*/ 7169 w 54687"/>
                      <a:gd name="connsiteY1" fmla="*/ 16487 h 20539"/>
                      <a:gd name="connsiteX2" fmla="*/ 28404 w 54687"/>
                      <a:gd name="connsiteY2" fmla="*/ 20521 h 20539"/>
                      <a:gd name="connsiteX3" fmla="*/ 48175 w 54687"/>
                      <a:gd name="connsiteY3" fmla="*/ 16709 h 20539"/>
                      <a:gd name="connsiteX4" fmla="*/ 54559 w 54687"/>
                      <a:gd name="connsiteY4" fmla="*/ 10104 h 20539"/>
                      <a:gd name="connsiteX5" fmla="*/ 48131 w 54687"/>
                      <a:gd name="connsiteY5" fmla="*/ 7577 h 20539"/>
                      <a:gd name="connsiteX6" fmla="*/ 28758 w 54687"/>
                      <a:gd name="connsiteY6" fmla="*/ 3454 h 20539"/>
                      <a:gd name="connsiteX7" fmla="*/ 9031 w 54687"/>
                      <a:gd name="connsiteY7" fmla="*/ 750 h 20539"/>
                      <a:gd name="connsiteX8" fmla="*/ 653 w 54687"/>
                      <a:gd name="connsiteY8" fmla="*/ 11832 h 20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687" h="20539">
                        <a:moveTo>
                          <a:pt x="653" y="11832"/>
                        </a:moveTo>
                        <a:cubicBezTo>
                          <a:pt x="2293" y="14537"/>
                          <a:pt x="3534" y="15246"/>
                          <a:pt x="7169" y="16487"/>
                        </a:cubicBezTo>
                        <a:cubicBezTo>
                          <a:pt x="14041" y="18881"/>
                          <a:pt x="19804" y="20743"/>
                          <a:pt x="28404" y="20521"/>
                        </a:cubicBezTo>
                        <a:cubicBezTo>
                          <a:pt x="35585" y="20300"/>
                          <a:pt x="43033" y="18792"/>
                          <a:pt x="48175" y="16709"/>
                        </a:cubicBezTo>
                        <a:cubicBezTo>
                          <a:pt x="51988" y="15113"/>
                          <a:pt x="55401" y="12941"/>
                          <a:pt x="54559" y="10104"/>
                        </a:cubicBezTo>
                        <a:cubicBezTo>
                          <a:pt x="54027" y="8286"/>
                          <a:pt x="50791" y="8197"/>
                          <a:pt x="48131" y="7577"/>
                        </a:cubicBezTo>
                        <a:cubicBezTo>
                          <a:pt x="41792" y="6158"/>
                          <a:pt x="35408" y="5626"/>
                          <a:pt x="28758" y="3454"/>
                        </a:cubicBezTo>
                        <a:cubicBezTo>
                          <a:pt x="23084" y="1636"/>
                          <a:pt x="16656" y="-1422"/>
                          <a:pt x="9031" y="750"/>
                        </a:cubicBezTo>
                        <a:cubicBezTo>
                          <a:pt x="2204" y="2745"/>
                          <a:pt x="-1608" y="8109"/>
                          <a:pt x="653" y="1183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78" name="Forme libre : forme 23377">
                    <a:extLst>
                      <a:ext uri="{FF2B5EF4-FFF2-40B4-BE49-F238E27FC236}">
                        <a16:creationId xmlns:a16="http://schemas.microsoft.com/office/drawing/2014/main" id="{F7A7048B-8230-4B3F-9C63-2BD9C4F0EBF1}"/>
                      </a:ext>
                    </a:extLst>
                  </p:cNvPr>
                  <p:cNvSpPr/>
                  <p:nvPr/>
                </p:nvSpPr>
                <p:spPr>
                  <a:xfrm>
                    <a:off x="6520531" y="1130290"/>
                    <a:ext cx="17403" cy="7995"/>
                  </a:xfrm>
                  <a:custGeom>
                    <a:avLst/>
                    <a:gdLst>
                      <a:gd name="connsiteX0" fmla="*/ 1489 w 17403"/>
                      <a:gd name="connsiteY0" fmla="*/ 5646 h 7995"/>
                      <a:gd name="connsiteX1" fmla="*/ 26 w 17403"/>
                      <a:gd name="connsiteY1" fmla="*/ 7109 h 7995"/>
                      <a:gd name="connsiteX2" fmla="*/ 1533 w 17403"/>
                      <a:gd name="connsiteY2" fmla="*/ 7996 h 7995"/>
                      <a:gd name="connsiteX3" fmla="*/ 4814 w 17403"/>
                      <a:gd name="connsiteY3" fmla="*/ 7464 h 7995"/>
                      <a:gd name="connsiteX4" fmla="*/ 12616 w 17403"/>
                      <a:gd name="connsiteY4" fmla="*/ 5070 h 7995"/>
                      <a:gd name="connsiteX5" fmla="*/ 15364 w 17403"/>
                      <a:gd name="connsiteY5" fmla="*/ 3873 h 7995"/>
                      <a:gd name="connsiteX6" fmla="*/ 12971 w 17403"/>
                      <a:gd name="connsiteY6" fmla="*/ 282 h 7995"/>
                      <a:gd name="connsiteX7" fmla="*/ 1489 w 17403"/>
                      <a:gd name="connsiteY7" fmla="*/ 5646 h 7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403" h="7995">
                        <a:moveTo>
                          <a:pt x="1489" y="5646"/>
                        </a:moveTo>
                        <a:cubicBezTo>
                          <a:pt x="735" y="6134"/>
                          <a:pt x="203" y="6533"/>
                          <a:pt x="26" y="7109"/>
                        </a:cubicBezTo>
                        <a:cubicBezTo>
                          <a:pt x="-151" y="7730"/>
                          <a:pt x="602" y="7951"/>
                          <a:pt x="1533" y="7996"/>
                        </a:cubicBezTo>
                        <a:cubicBezTo>
                          <a:pt x="2464" y="7996"/>
                          <a:pt x="3794" y="7730"/>
                          <a:pt x="4814" y="7464"/>
                        </a:cubicBezTo>
                        <a:cubicBezTo>
                          <a:pt x="7429" y="6799"/>
                          <a:pt x="10178" y="6001"/>
                          <a:pt x="12616" y="5070"/>
                        </a:cubicBezTo>
                        <a:cubicBezTo>
                          <a:pt x="13636" y="4671"/>
                          <a:pt x="14566" y="4360"/>
                          <a:pt x="15364" y="3873"/>
                        </a:cubicBezTo>
                        <a:cubicBezTo>
                          <a:pt x="18601" y="1745"/>
                          <a:pt x="18113" y="-871"/>
                          <a:pt x="12971" y="282"/>
                        </a:cubicBezTo>
                        <a:cubicBezTo>
                          <a:pt x="8981" y="1169"/>
                          <a:pt x="4548" y="3563"/>
                          <a:pt x="1489" y="564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79" name="Forme libre : forme 23378">
                    <a:extLst>
                      <a:ext uri="{FF2B5EF4-FFF2-40B4-BE49-F238E27FC236}">
                        <a16:creationId xmlns:a16="http://schemas.microsoft.com/office/drawing/2014/main" id="{F100DF5E-11CB-42C7-BBE7-697F0CB6F7F7}"/>
                      </a:ext>
                    </a:extLst>
                  </p:cNvPr>
                  <p:cNvSpPr/>
                  <p:nvPr/>
                </p:nvSpPr>
                <p:spPr>
                  <a:xfrm>
                    <a:off x="6563248" y="1145246"/>
                    <a:ext cx="25711" cy="7358"/>
                  </a:xfrm>
                  <a:custGeom>
                    <a:avLst/>
                    <a:gdLst>
                      <a:gd name="connsiteX0" fmla="*/ 25712 w 25711"/>
                      <a:gd name="connsiteY0" fmla="*/ 0 h 7358"/>
                      <a:gd name="connsiteX1" fmla="*/ 12545 w 25711"/>
                      <a:gd name="connsiteY1" fmla="*/ 4256 h 7358"/>
                      <a:gd name="connsiteX2" fmla="*/ 5275 w 25711"/>
                      <a:gd name="connsiteY2" fmla="*/ 5586 h 7358"/>
                      <a:gd name="connsiteX3" fmla="*/ 2349 w 25711"/>
                      <a:gd name="connsiteY3" fmla="*/ 6428 h 7358"/>
                      <a:gd name="connsiteX4" fmla="*/ 0 w 25711"/>
                      <a:gd name="connsiteY4" fmla="*/ 7359 h 7358"/>
                      <a:gd name="connsiteX5" fmla="*/ 25712 w 25711"/>
                      <a:gd name="connsiteY5" fmla="*/ 0 h 7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711" h="7358">
                        <a:moveTo>
                          <a:pt x="25712" y="0"/>
                        </a:moveTo>
                        <a:cubicBezTo>
                          <a:pt x="22742" y="2394"/>
                          <a:pt x="17644" y="3369"/>
                          <a:pt x="12545" y="4256"/>
                        </a:cubicBezTo>
                        <a:cubicBezTo>
                          <a:pt x="9974" y="4699"/>
                          <a:pt x="7492" y="5142"/>
                          <a:pt x="5275" y="5586"/>
                        </a:cubicBezTo>
                        <a:cubicBezTo>
                          <a:pt x="4256" y="5896"/>
                          <a:pt x="3147" y="6118"/>
                          <a:pt x="2349" y="6428"/>
                        </a:cubicBezTo>
                        <a:cubicBezTo>
                          <a:pt x="1507" y="6783"/>
                          <a:pt x="709" y="7093"/>
                          <a:pt x="0" y="7359"/>
                        </a:cubicBezTo>
                        <a:cubicBezTo>
                          <a:pt x="5674" y="4389"/>
                          <a:pt x="17599" y="2217"/>
                          <a:pt x="2571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80" name="Forme libre : forme 23379">
                    <a:extLst>
                      <a:ext uri="{FF2B5EF4-FFF2-40B4-BE49-F238E27FC236}">
                        <a16:creationId xmlns:a16="http://schemas.microsoft.com/office/drawing/2014/main" id="{A279C855-05A3-49B9-A33B-85664F548C50}"/>
                      </a:ext>
                    </a:extLst>
                  </p:cNvPr>
                  <p:cNvSpPr/>
                  <p:nvPr/>
                </p:nvSpPr>
                <p:spPr>
                  <a:xfrm>
                    <a:off x="6500298" y="1123612"/>
                    <a:ext cx="28815" cy="16579"/>
                  </a:xfrm>
                  <a:custGeom>
                    <a:avLst/>
                    <a:gdLst>
                      <a:gd name="connsiteX0" fmla="*/ 28815 w 28815"/>
                      <a:gd name="connsiteY0" fmla="*/ 0 h 16579"/>
                      <a:gd name="connsiteX1" fmla="*/ 0 w 28815"/>
                      <a:gd name="connsiteY1" fmla="*/ 16580 h 16579"/>
                      <a:gd name="connsiteX2" fmla="*/ 28815 w 28815"/>
                      <a:gd name="connsiteY2" fmla="*/ 0 h 16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815" h="16579">
                        <a:moveTo>
                          <a:pt x="28815" y="0"/>
                        </a:moveTo>
                        <a:cubicBezTo>
                          <a:pt x="16668" y="2970"/>
                          <a:pt x="7182" y="9886"/>
                          <a:pt x="0" y="16580"/>
                        </a:cubicBezTo>
                        <a:cubicBezTo>
                          <a:pt x="6384" y="10063"/>
                          <a:pt x="18752" y="4034"/>
                          <a:pt x="2881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81" name="Forme libre : forme 23380">
                    <a:extLst>
                      <a:ext uri="{FF2B5EF4-FFF2-40B4-BE49-F238E27FC236}">
                        <a16:creationId xmlns:a16="http://schemas.microsoft.com/office/drawing/2014/main" id="{D6BFAEA6-1A08-437F-A718-A2181923F5FE}"/>
                      </a:ext>
                    </a:extLst>
                  </p:cNvPr>
                  <p:cNvSpPr/>
                  <p:nvPr/>
                </p:nvSpPr>
                <p:spPr>
                  <a:xfrm>
                    <a:off x="6548331" y="1132713"/>
                    <a:ext cx="16790" cy="3674"/>
                  </a:xfrm>
                  <a:custGeom>
                    <a:avLst/>
                    <a:gdLst>
                      <a:gd name="connsiteX0" fmla="*/ 16646 w 16790"/>
                      <a:gd name="connsiteY0" fmla="*/ 2558 h 3674"/>
                      <a:gd name="connsiteX1" fmla="*/ 6937 w 16790"/>
                      <a:gd name="connsiteY1" fmla="*/ 3666 h 3674"/>
                      <a:gd name="connsiteX2" fmla="*/ 110 w 16790"/>
                      <a:gd name="connsiteY2" fmla="*/ 1671 h 3674"/>
                      <a:gd name="connsiteX3" fmla="*/ 9331 w 16790"/>
                      <a:gd name="connsiteY3" fmla="*/ 76 h 3674"/>
                      <a:gd name="connsiteX4" fmla="*/ 16646 w 16790"/>
                      <a:gd name="connsiteY4" fmla="*/ 2558 h 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90" h="3674">
                        <a:moveTo>
                          <a:pt x="16646" y="2558"/>
                        </a:moveTo>
                        <a:cubicBezTo>
                          <a:pt x="15493" y="4065"/>
                          <a:pt x="8976" y="3578"/>
                          <a:pt x="6937" y="3666"/>
                        </a:cubicBezTo>
                        <a:cubicBezTo>
                          <a:pt x="4898" y="3578"/>
                          <a:pt x="-865" y="3489"/>
                          <a:pt x="110" y="1671"/>
                        </a:cubicBezTo>
                        <a:cubicBezTo>
                          <a:pt x="1086" y="-235"/>
                          <a:pt x="7336" y="-57"/>
                          <a:pt x="9331" y="76"/>
                        </a:cubicBezTo>
                        <a:cubicBezTo>
                          <a:pt x="11282" y="120"/>
                          <a:pt x="17843" y="829"/>
                          <a:pt x="16646" y="255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82" name="Forme libre : forme 23381">
                    <a:extLst>
                      <a:ext uri="{FF2B5EF4-FFF2-40B4-BE49-F238E27FC236}">
                        <a16:creationId xmlns:a16="http://schemas.microsoft.com/office/drawing/2014/main" id="{BB386775-E7A7-4C70-A382-BE4E9AE36BE2}"/>
                      </a:ext>
                    </a:extLst>
                  </p:cNvPr>
                  <p:cNvSpPr/>
                  <p:nvPr/>
                </p:nvSpPr>
                <p:spPr>
                  <a:xfrm>
                    <a:off x="6562796" y="1134068"/>
                    <a:ext cx="4844" cy="1592"/>
                  </a:xfrm>
                  <a:custGeom>
                    <a:avLst/>
                    <a:gdLst>
                      <a:gd name="connsiteX0" fmla="*/ 4841 w 4844"/>
                      <a:gd name="connsiteY0" fmla="*/ 937 h 1592"/>
                      <a:gd name="connsiteX1" fmla="*/ 2580 w 4844"/>
                      <a:gd name="connsiteY1" fmla="*/ 1558 h 1592"/>
                      <a:gd name="connsiteX2" fmla="*/ 8 w 4844"/>
                      <a:gd name="connsiteY2" fmla="*/ 760 h 1592"/>
                      <a:gd name="connsiteX3" fmla="*/ 2181 w 4844"/>
                      <a:gd name="connsiteY3" fmla="*/ 6 h 1592"/>
                      <a:gd name="connsiteX4" fmla="*/ 4841 w 4844"/>
                      <a:gd name="connsiteY4" fmla="*/ 937 h 1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44" h="1592">
                        <a:moveTo>
                          <a:pt x="4841" y="937"/>
                        </a:moveTo>
                        <a:cubicBezTo>
                          <a:pt x="4929" y="1602"/>
                          <a:pt x="3378" y="1647"/>
                          <a:pt x="2580" y="1558"/>
                        </a:cubicBezTo>
                        <a:cubicBezTo>
                          <a:pt x="1782" y="1469"/>
                          <a:pt x="186" y="1425"/>
                          <a:pt x="8" y="760"/>
                        </a:cubicBezTo>
                        <a:cubicBezTo>
                          <a:pt x="-124" y="139"/>
                          <a:pt x="1338" y="-38"/>
                          <a:pt x="2181" y="6"/>
                        </a:cubicBezTo>
                        <a:cubicBezTo>
                          <a:pt x="3023" y="51"/>
                          <a:pt x="4752" y="272"/>
                          <a:pt x="4841" y="9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83" name="Forme libre : forme 23382">
                    <a:extLst>
                      <a:ext uri="{FF2B5EF4-FFF2-40B4-BE49-F238E27FC236}">
                        <a16:creationId xmlns:a16="http://schemas.microsoft.com/office/drawing/2014/main" id="{CE890C81-7783-4FB9-919C-3E72A9E4139C}"/>
                      </a:ext>
                    </a:extLst>
                  </p:cNvPr>
                  <p:cNvSpPr/>
                  <p:nvPr/>
                </p:nvSpPr>
                <p:spPr>
                  <a:xfrm>
                    <a:off x="6546952" y="1121346"/>
                    <a:ext cx="41592" cy="21034"/>
                  </a:xfrm>
                  <a:custGeom>
                    <a:avLst/>
                    <a:gdLst>
                      <a:gd name="connsiteX0" fmla="*/ 33851 w 41592"/>
                      <a:gd name="connsiteY0" fmla="*/ 9492 h 21034"/>
                      <a:gd name="connsiteX1" fmla="*/ 41521 w 41592"/>
                      <a:gd name="connsiteY1" fmla="*/ 19245 h 21034"/>
                      <a:gd name="connsiteX2" fmla="*/ 37930 w 41592"/>
                      <a:gd name="connsiteY2" fmla="*/ 20797 h 21034"/>
                      <a:gd name="connsiteX3" fmla="*/ 33807 w 41592"/>
                      <a:gd name="connsiteY3" fmla="*/ 17782 h 21034"/>
                      <a:gd name="connsiteX4" fmla="*/ 20153 w 41592"/>
                      <a:gd name="connsiteY4" fmla="*/ 8827 h 21034"/>
                      <a:gd name="connsiteX5" fmla="*/ 7652 w 41592"/>
                      <a:gd name="connsiteY5" fmla="*/ 6611 h 21034"/>
                      <a:gd name="connsiteX6" fmla="*/ 293 w 41592"/>
                      <a:gd name="connsiteY6" fmla="*/ 3064 h 21034"/>
                      <a:gd name="connsiteX7" fmla="*/ 10932 w 41592"/>
                      <a:gd name="connsiteY7" fmla="*/ 6 h 21034"/>
                      <a:gd name="connsiteX8" fmla="*/ 18335 w 41592"/>
                      <a:gd name="connsiteY8" fmla="*/ 582 h 21034"/>
                      <a:gd name="connsiteX9" fmla="*/ 24364 w 41592"/>
                      <a:gd name="connsiteY9" fmla="*/ 2222 h 21034"/>
                      <a:gd name="connsiteX10" fmla="*/ 33851 w 41592"/>
                      <a:gd name="connsiteY10" fmla="*/ 9492 h 21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1592" h="21034">
                        <a:moveTo>
                          <a:pt x="33851" y="9492"/>
                        </a:moveTo>
                        <a:cubicBezTo>
                          <a:pt x="37708" y="12862"/>
                          <a:pt x="40235" y="15433"/>
                          <a:pt x="41521" y="19245"/>
                        </a:cubicBezTo>
                        <a:cubicBezTo>
                          <a:pt x="42008" y="20664"/>
                          <a:pt x="39925" y="21462"/>
                          <a:pt x="37930" y="20797"/>
                        </a:cubicBezTo>
                        <a:cubicBezTo>
                          <a:pt x="35935" y="20176"/>
                          <a:pt x="34960" y="18935"/>
                          <a:pt x="33807" y="17782"/>
                        </a:cubicBezTo>
                        <a:cubicBezTo>
                          <a:pt x="30260" y="14103"/>
                          <a:pt x="26049" y="11088"/>
                          <a:pt x="20153" y="8827"/>
                        </a:cubicBezTo>
                        <a:cubicBezTo>
                          <a:pt x="18158" y="7985"/>
                          <a:pt x="12440" y="7276"/>
                          <a:pt x="7652" y="6611"/>
                        </a:cubicBezTo>
                        <a:cubicBezTo>
                          <a:pt x="2820" y="5902"/>
                          <a:pt x="-1126" y="5104"/>
                          <a:pt x="293" y="3064"/>
                        </a:cubicBezTo>
                        <a:cubicBezTo>
                          <a:pt x="1711" y="1070"/>
                          <a:pt x="6012" y="94"/>
                          <a:pt x="10932" y="6"/>
                        </a:cubicBezTo>
                        <a:cubicBezTo>
                          <a:pt x="13370" y="-39"/>
                          <a:pt x="15942" y="183"/>
                          <a:pt x="18335" y="582"/>
                        </a:cubicBezTo>
                        <a:cubicBezTo>
                          <a:pt x="20951" y="1025"/>
                          <a:pt x="23123" y="1646"/>
                          <a:pt x="24364" y="2222"/>
                        </a:cubicBezTo>
                        <a:cubicBezTo>
                          <a:pt x="29596" y="4483"/>
                          <a:pt x="30837" y="7054"/>
                          <a:pt x="33851" y="949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20" name="Graphique 2">
                  <a:extLst>
                    <a:ext uri="{FF2B5EF4-FFF2-40B4-BE49-F238E27FC236}">
                      <a16:creationId xmlns:a16="http://schemas.microsoft.com/office/drawing/2014/main" id="{3C477416-5A08-4B0B-9404-9EDC73DBE0BD}"/>
                    </a:ext>
                  </a:extLst>
                </p:cNvPr>
                <p:cNvGrpSpPr/>
                <p:nvPr/>
              </p:nvGrpSpPr>
              <p:grpSpPr>
                <a:xfrm>
                  <a:off x="6591996" y="1137785"/>
                  <a:ext cx="92835" cy="37837"/>
                  <a:chOff x="6591996" y="1137785"/>
                  <a:chExt cx="92835" cy="37837"/>
                </a:xfrm>
                <a:solidFill>
                  <a:schemeClr val="accent1"/>
                </a:solidFill>
              </p:grpSpPr>
              <p:sp>
                <p:nvSpPr>
                  <p:cNvPr id="23360" name="Forme libre : forme 23359">
                    <a:extLst>
                      <a:ext uri="{FF2B5EF4-FFF2-40B4-BE49-F238E27FC236}">
                        <a16:creationId xmlns:a16="http://schemas.microsoft.com/office/drawing/2014/main" id="{F3DAFE9C-34DD-47EC-8987-B7AE64D093A9}"/>
                      </a:ext>
                    </a:extLst>
                  </p:cNvPr>
                  <p:cNvSpPr/>
                  <p:nvPr/>
                </p:nvSpPr>
                <p:spPr>
                  <a:xfrm>
                    <a:off x="6592001" y="1137785"/>
                    <a:ext cx="92830" cy="37837"/>
                  </a:xfrm>
                  <a:custGeom>
                    <a:avLst/>
                    <a:gdLst>
                      <a:gd name="connsiteX0" fmla="*/ 65937 w 92830"/>
                      <a:gd name="connsiteY0" fmla="*/ 35256 h 37837"/>
                      <a:gd name="connsiteX1" fmla="*/ 46698 w 92830"/>
                      <a:gd name="connsiteY1" fmla="*/ 37827 h 37837"/>
                      <a:gd name="connsiteX2" fmla="*/ 26571 w 92830"/>
                      <a:gd name="connsiteY2" fmla="*/ 35566 h 37837"/>
                      <a:gd name="connsiteX3" fmla="*/ 14735 w 92830"/>
                      <a:gd name="connsiteY3" fmla="*/ 30645 h 37837"/>
                      <a:gd name="connsiteX4" fmla="*/ 10036 w 92830"/>
                      <a:gd name="connsiteY4" fmla="*/ 27232 h 37837"/>
                      <a:gd name="connsiteX5" fmla="*/ 8839 w 92830"/>
                      <a:gd name="connsiteY5" fmla="*/ 26168 h 37837"/>
                      <a:gd name="connsiteX6" fmla="*/ 8396 w 92830"/>
                      <a:gd name="connsiteY6" fmla="*/ 25503 h 37837"/>
                      <a:gd name="connsiteX7" fmla="*/ 7332 w 92830"/>
                      <a:gd name="connsiteY7" fmla="*/ 23996 h 37837"/>
                      <a:gd name="connsiteX8" fmla="*/ 416 w 92830"/>
                      <a:gd name="connsiteY8" fmla="*/ 10608 h 37837"/>
                      <a:gd name="connsiteX9" fmla="*/ 4849 w 92830"/>
                      <a:gd name="connsiteY9" fmla="*/ 1609 h 37837"/>
                      <a:gd name="connsiteX10" fmla="*/ 20986 w 92830"/>
                      <a:gd name="connsiteY10" fmla="*/ 323 h 37837"/>
                      <a:gd name="connsiteX11" fmla="*/ 22094 w 92830"/>
                      <a:gd name="connsiteY11" fmla="*/ 500 h 37837"/>
                      <a:gd name="connsiteX12" fmla="*/ 22892 w 92830"/>
                      <a:gd name="connsiteY12" fmla="*/ 722 h 37837"/>
                      <a:gd name="connsiteX13" fmla="*/ 23158 w 92830"/>
                      <a:gd name="connsiteY13" fmla="*/ 678 h 37837"/>
                      <a:gd name="connsiteX14" fmla="*/ 24399 w 92830"/>
                      <a:gd name="connsiteY14" fmla="*/ 589 h 37837"/>
                      <a:gd name="connsiteX15" fmla="*/ 27458 w 92830"/>
                      <a:gd name="connsiteY15" fmla="*/ 678 h 37837"/>
                      <a:gd name="connsiteX16" fmla="*/ 34595 w 92830"/>
                      <a:gd name="connsiteY16" fmla="*/ 1387 h 37837"/>
                      <a:gd name="connsiteX17" fmla="*/ 45988 w 92830"/>
                      <a:gd name="connsiteY17" fmla="*/ 2141 h 37837"/>
                      <a:gd name="connsiteX18" fmla="*/ 57825 w 92830"/>
                      <a:gd name="connsiteY18" fmla="*/ 1165 h 37837"/>
                      <a:gd name="connsiteX19" fmla="*/ 72809 w 92830"/>
                      <a:gd name="connsiteY19" fmla="*/ 899 h 37837"/>
                      <a:gd name="connsiteX20" fmla="*/ 81364 w 92830"/>
                      <a:gd name="connsiteY20" fmla="*/ 2141 h 37837"/>
                      <a:gd name="connsiteX21" fmla="*/ 88989 w 92830"/>
                      <a:gd name="connsiteY21" fmla="*/ 5332 h 37837"/>
                      <a:gd name="connsiteX22" fmla="*/ 92004 w 92830"/>
                      <a:gd name="connsiteY22" fmla="*/ 14642 h 37837"/>
                      <a:gd name="connsiteX23" fmla="*/ 83803 w 92830"/>
                      <a:gd name="connsiteY23" fmla="*/ 25858 h 37837"/>
                      <a:gd name="connsiteX24" fmla="*/ 82650 w 92830"/>
                      <a:gd name="connsiteY24" fmla="*/ 27055 h 37837"/>
                      <a:gd name="connsiteX25" fmla="*/ 80877 w 92830"/>
                      <a:gd name="connsiteY25" fmla="*/ 28384 h 37837"/>
                      <a:gd name="connsiteX26" fmla="*/ 76710 w 92830"/>
                      <a:gd name="connsiteY26" fmla="*/ 31044 h 37837"/>
                      <a:gd name="connsiteX27" fmla="*/ 65937 w 92830"/>
                      <a:gd name="connsiteY27" fmla="*/ 35256 h 37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92830" h="37837">
                        <a:moveTo>
                          <a:pt x="65937" y="35256"/>
                        </a:moveTo>
                        <a:cubicBezTo>
                          <a:pt x="61504" y="36453"/>
                          <a:pt x="54234" y="37694"/>
                          <a:pt x="46698" y="37827"/>
                        </a:cubicBezTo>
                        <a:cubicBezTo>
                          <a:pt x="39161" y="37960"/>
                          <a:pt x="31448" y="36852"/>
                          <a:pt x="26571" y="35566"/>
                        </a:cubicBezTo>
                        <a:cubicBezTo>
                          <a:pt x="22005" y="34369"/>
                          <a:pt x="18104" y="32685"/>
                          <a:pt x="14735" y="30645"/>
                        </a:cubicBezTo>
                        <a:cubicBezTo>
                          <a:pt x="13050" y="29626"/>
                          <a:pt x="11499" y="28473"/>
                          <a:pt x="10036" y="27232"/>
                        </a:cubicBezTo>
                        <a:lnTo>
                          <a:pt x="8839" y="26168"/>
                        </a:lnTo>
                        <a:cubicBezTo>
                          <a:pt x="8174" y="25636"/>
                          <a:pt x="8795" y="25858"/>
                          <a:pt x="8396" y="25503"/>
                        </a:cubicBezTo>
                        <a:cubicBezTo>
                          <a:pt x="8041" y="25015"/>
                          <a:pt x="7686" y="24528"/>
                          <a:pt x="7332" y="23996"/>
                        </a:cubicBezTo>
                        <a:cubicBezTo>
                          <a:pt x="4450" y="19962"/>
                          <a:pt x="2411" y="15529"/>
                          <a:pt x="416" y="10608"/>
                        </a:cubicBezTo>
                        <a:cubicBezTo>
                          <a:pt x="-958" y="7194"/>
                          <a:pt x="1214" y="2584"/>
                          <a:pt x="4849" y="1609"/>
                        </a:cubicBezTo>
                        <a:cubicBezTo>
                          <a:pt x="10080" y="190"/>
                          <a:pt x="15267" y="-431"/>
                          <a:pt x="20986" y="323"/>
                        </a:cubicBezTo>
                        <a:lnTo>
                          <a:pt x="22094" y="500"/>
                        </a:lnTo>
                        <a:cubicBezTo>
                          <a:pt x="22271" y="545"/>
                          <a:pt x="22892" y="811"/>
                          <a:pt x="22892" y="722"/>
                        </a:cubicBezTo>
                        <a:cubicBezTo>
                          <a:pt x="22981" y="678"/>
                          <a:pt x="23025" y="678"/>
                          <a:pt x="23158" y="678"/>
                        </a:cubicBezTo>
                        <a:cubicBezTo>
                          <a:pt x="23468" y="589"/>
                          <a:pt x="23956" y="589"/>
                          <a:pt x="24399" y="589"/>
                        </a:cubicBezTo>
                        <a:cubicBezTo>
                          <a:pt x="25330" y="589"/>
                          <a:pt x="26394" y="633"/>
                          <a:pt x="27458" y="678"/>
                        </a:cubicBezTo>
                        <a:cubicBezTo>
                          <a:pt x="29630" y="811"/>
                          <a:pt x="31936" y="1121"/>
                          <a:pt x="34595" y="1387"/>
                        </a:cubicBezTo>
                        <a:cubicBezTo>
                          <a:pt x="37388" y="1742"/>
                          <a:pt x="41600" y="2274"/>
                          <a:pt x="45988" y="2141"/>
                        </a:cubicBezTo>
                        <a:cubicBezTo>
                          <a:pt x="50333" y="2052"/>
                          <a:pt x="54810" y="1697"/>
                          <a:pt x="57825" y="1165"/>
                        </a:cubicBezTo>
                        <a:cubicBezTo>
                          <a:pt x="63499" y="456"/>
                          <a:pt x="68198" y="190"/>
                          <a:pt x="72809" y="899"/>
                        </a:cubicBezTo>
                        <a:cubicBezTo>
                          <a:pt x="75912" y="1032"/>
                          <a:pt x="78705" y="1476"/>
                          <a:pt x="81364" y="2141"/>
                        </a:cubicBezTo>
                        <a:cubicBezTo>
                          <a:pt x="84024" y="2894"/>
                          <a:pt x="86595" y="4091"/>
                          <a:pt x="88989" y="5332"/>
                        </a:cubicBezTo>
                        <a:cubicBezTo>
                          <a:pt x="92358" y="7061"/>
                          <a:pt x="93910" y="11982"/>
                          <a:pt x="92004" y="14642"/>
                        </a:cubicBezTo>
                        <a:cubicBezTo>
                          <a:pt x="89344" y="18898"/>
                          <a:pt x="86773" y="22400"/>
                          <a:pt x="83803" y="25858"/>
                        </a:cubicBezTo>
                        <a:lnTo>
                          <a:pt x="82650" y="27055"/>
                        </a:lnTo>
                        <a:cubicBezTo>
                          <a:pt x="82251" y="27454"/>
                          <a:pt x="81498" y="27941"/>
                          <a:pt x="80877" y="28384"/>
                        </a:cubicBezTo>
                        <a:cubicBezTo>
                          <a:pt x="79591" y="29315"/>
                          <a:pt x="78217" y="30202"/>
                          <a:pt x="76710" y="31044"/>
                        </a:cubicBezTo>
                        <a:cubicBezTo>
                          <a:pt x="73606" y="32685"/>
                          <a:pt x="70060" y="34147"/>
                          <a:pt x="65937" y="3525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61" name="Forme libre : forme 23360">
                    <a:extLst>
                      <a:ext uri="{FF2B5EF4-FFF2-40B4-BE49-F238E27FC236}">
                        <a16:creationId xmlns:a16="http://schemas.microsoft.com/office/drawing/2014/main" id="{D34477CE-8F9F-48E9-9277-E01FAD10DB46}"/>
                      </a:ext>
                    </a:extLst>
                  </p:cNvPr>
                  <p:cNvSpPr/>
                  <p:nvPr/>
                </p:nvSpPr>
                <p:spPr>
                  <a:xfrm>
                    <a:off x="6591996" y="1143783"/>
                    <a:ext cx="92141" cy="31698"/>
                  </a:xfrm>
                  <a:custGeom>
                    <a:avLst/>
                    <a:gdLst>
                      <a:gd name="connsiteX0" fmla="*/ 34423 w 92141"/>
                      <a:gd name="connsiteY0" fmla="*/ 18131 h 31698"/>
                      <a:gd name="connsiteX1" fmla="*/ 13986 w 92141"/>
                      <a:gd name="connsiteY1" fmla="*/ 11748 h 31698"/>
                      <a:gd name="connsiteX2" fmla="*/ 377 w 92141"/>
                      <a:gd name="connsiteY2" fmla="*/ 0 h 31698"/>
                      <a:gd name="connsiteX3" fmla="*/ 421 w 92141"/>
                      <a:gd name="connsiteY3" fmla="*/ 4477 h 31698"/>
                      <a:gd name="connsiteX4" fmla="*/ 2549 w 92141"/>
                      <a:gd name="connsiteY4" fmla="*/ 9398 h 31698"/>
                      <a:gd name="connsiteX5" fmla="*/ 6096 w 92141"/>
                      <a:gd name="connsiteY5" fmla="*/ 15959 h 31698"/>
                      <a:gd name="connsiteX6" fmla="*/ 8223 w 92141"/>
                      <a:gd name="connsiteY6" fmla="*/ 19018 h 31698"/>
                      <a:gd name="connsiteX7" fmla="*/ 8578 w 92141"/>
                      <a:gd name="connsiteY7" fmla="*/ 19639 h 31698"/>
                      <a:gd name="connsiteX8" fmla="*/ 8933 w 92141"/>
                      <a:gd name="connsiteY8" fmla="*/ 20082 h 31698"/>
                      <a:gd name="connsiteX9" fmla="*/ 9553 w 92141"/>
                      <a:gd name="connsiteY9" fmla="*/ 20614 h 31698"/>
                      <a:gd name="connsiteX10" fmla="*/ 11903 w 92141"/>
                      <a:gd name="connsiteY10" fmla="*/ 22520 h 31698"/>
                      <a:gd name="connsiteX11" fmla="*/ 26621 w 92141"/>
                      <a:gd name="connsiteY11" fmla="*/ 29436 h 31698"/>
                      <a:gd name="connsiteX12" fmla="*/ 33049 w 92141"/>
                      <a:gd name="connsiteY12" fmla="*/ 30766 h 31698"/>
                      <a:gd name="connsiteX13" fmla="*/ 63194 w 92141"/>
                      <a:gd name="connsiteY13" fmla="*/ 29835 h 31698"/>
                      <a:gd name="connsiteX14" fmla="*/ 65987 w 92141"/>
                      <a:gd name="connsiteY14" fmla="*/ 29170 h 31698"/>
                      <a:gd name="connsiteX15" fmla="*/ 80261 w 92141"/>
                      <a:gd name="connsiteY15" fmla="*/ 22697 h 31698"/>
                      <a:gd name="connsiteX16" fmla="*/ 83364 w 92141"/>
                      <a:gd name="connsiteY16" fmla="*/ 20126 h 31698"/>
                      <a:gd name="connsiteX17" fmla="*/ 85492 w 92141"/>
                      <a:gd name="connsiteY17" fmla="*/ 17644 h 31698"/>
                      <a:gd name="connsiteX18" fmla="*/ 89527 w 92141"/>
                      <a:gd name="connsiteY18" fmla="*/ 12368 h 31698"/>
                      <a:gd name="connsiteX19" fmla="*/ 92053 w 92141"/>
                      <a:gd name="connsiteY19" fmla="*/ 8511 h 31698"/>
                      <a:gd name="connsiteX20" fmla="*/ 92142 w 92141"/>
                      <a:gd name="connsiteY20" fmla="*/ 8378 h 31698"/>
                      <a:gd name="connsiteX21" fmla="*/ 85537 w 92141"/>
                      <a:gd name="connsiteY21" fmla="*/ 9753 h 31698"/>
                      <a:gd name="connsiteX22" fmla="*/ 79064 w 92141"/>
                      <a:gd name="connsiteY22" fmla="*/ 11836 h 31698"/>
                      <a:gd name="connsiteX23" fmla="*/ 71927 w 92141"/>
                      <a:gd name="connsiteY23" fmla="*/ 14230 h 31698"/>
                      <a:gd name="connsiteX24" fmla="*/ 64613 w 92141"/>
                      <a:gd name="connsiteY24" fmla="*/ 16136 h 31698"/>
                      <a:gd name="connsiteX25" fmla="*/ 34423 w 92141"/>
                      <a:gd name="connsiteY25" fmla="*/ 18131 h 3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92141" h="31698">
                        <a:moveTo>
                          <a:pt x="34423" y="18131"/>
                        </a:moveTo>
                        <a:cubicBezTo>
                          <a:pt x="27419" y="17511"/>
                          <a:pt x="20237" y="15693"/>
                          <a:pt x="13986" y="11748"/>
                        </a:cubicBezTo>
                        <a:cubicBezTo>
                          <a:pt x="8800" y="8157"/>
                          <a:pt x="4012" y="4433"/>
                          <a:pt x="377" y="0"/>
                        </a:cubicBezTo>
                        <a:cubicBezTo>
                          <a:pt x="-111" y="1463"/>
                          <a:pt x="-155" y="3059"/>
                          <a:pt x="421" y="4477"/>
                        </a:cubicBezTo>
                        <a:cubicBezTo>
                          <a:pt x="1131" y="6162"/>
                          <a:pt x="1795" y="7847"/>
                          <a:pt x="2549" y="9398"/>
                        </a:cubicBezTo>
                        <a:cubicBezTo>
                          <a:pt x="3613" y="11659"/>
                          <a:pt x="4766" y="13876"/>
                          <a:pt x="6096" y="15959"/>
                        </a:cubicBezTo>
                        <a:cubicBezTo>
                          <a:pt x="6760" y="17023"/>
                          <a:pt x="7470" y="18043"/>
                          <a:pt x="8223" y="19018"/>
                        </a:cubicBezTo>
                        <a:cubicBezTo>
                          <a:pt x="8312" y="19240"/>
                          <a:pt x="8755" y="19594"/>
                          <a:pt x="8578" y="19639"/>
                        </a:cubicBezTo>
                        <a:cubicBezTo>
                          <a:pt x="8401" y="19594"/>
                          <a:pt x="8800" y="19905"/>
                          <a:pt x="8933" y="20082"/>
                        </a:cubicBezTo>
                        <a:lnTo>
                          <a:pt x="9553" y="20614"/>
                        </a:lnTo>
                        <a:cubicBezTo>
                          <a:pt x="10396" y="21323"/>
                          <a:pt x="11061" y="21900"/>
                          <a:pt x="11903" y="22520"/>
                        </a:cubicBezTo>
                        <a:cubicBezTo>
                          <a:pt x="15849" y="25490"/>
                          <a:pt x="20636" y="27884"/>
                          <a:pt x="26621" y="29436"/>
                        </a:cubicBezTo>
                        <a:cubicBezTo>
                          <a:pt x="28438" y="29923"/>
                          <a:pt x="30611" y="30411"/>
                          <a:pt x="33049" y="30766"/>
                        </a:cubicBezTo>
                        <a:cubicBezTo>
                          <a:pt x="42536" y="32495"/>
                          <a:pt x="55436" y="31608"/>
                          <a:pt x="63194" y="29835"/>
                        </a:cubicBezTo>
                        <a:cubicBezTo>
                          <a:pt x="64213" y="29613"/>
                          <a:pt x="65145" y="29391"/>
                          <a:pt x="65987" y="29170"/>
                        </a:cubicBezTo>
                        <a:cubicBezTo>
                          <a:pt x="71883" y="27618"/>
                          <a:pt x="76538" y="25313"/>
                          <a:pt x="80261" y="22697"/>
                        </a:cubicBezTo>
                        <a:cubicBezTo>
                          <a:pt x="81547" y="21811"/>
                          <a:pt x="82788" y="20880"/>
                          <a:pt x="83364" y="20126"/>
                        </a:cubicBezTo>
                        <a:cubicBezTo>
                          <a:pt x="84118" y="19328"/>
                          <a:pt x="84827" y="18486"/>
                          <a:pt x="85492" y="17644"/>
                        </a:cubicBezTo>
                        <a:cubicBezTo>
                          <a:pt x="86778" y="15959"/>
                          <a:pt x="88108" y="14230"/>
                          <a:pt x="89527" y="12368"/>
                        </a:cubicBezTo>
                        <a:cubicBezTo>
                          <a:pt x="90369" y="11171"/>
                          <a:pt x="91211" y="9841"/>
                          <a:pt x="92053" y="8511"/>
                        </a:cubicBezTo>
                        <a:lnTo>
                          <a:pt x="92142" y="8378"/>
                        </a:lnTo>
                        <a:cubicBezTo>
                          <a:pt x="89925" y="8822"/>
                          <a:pt x="87753" y="9265"/>
                          <a:pt x="85537" y="9753"/>
                        </a:cubicBezTo>
                        <a:lnTo>
                          <a:pt x="79064" y="11836"/>
                        </a:lnTo>
                        <a:lnTo>
                          <a:pt x="71927" y="14230"/>
                        </a:lnTo>
                        <a:cubicBezTo>
                          <a:pt x="69489" y="14851"/>
                          <a:pt x="67051" y="15560"/>
                          <a:pt x="64613" y="16136"/>
                        </a:cubicBezTo>
                        <a:cubicBezTo>
                          <a:pt x="54594" y="18220"/>
                          <a:pt x="44398" y="19062"/>
                          <a:pt x="34423" y="1813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62" name="Forme libre : forme 23361">
                    <a:extLst>
                      <a:ext uri="{FF2B5EF4-FFF2-40B4-BE49-F238E27FC236}">
                        <a16:creationId xmlns:a16="http://schemas.microsoft.com/office/drawing/2014/main" id="{FD58BA7F-D4A4-435C-827C-FE82BB7170E6}"/>
                      </a:ext>
                    </a:extLst>
                  </p:cNvPr>
                  <p:cNvSpPr/>
                  <p:nvPr/>
                </p:nvSpPr>
                <p:spPr>
                  <a:xfrm>
                    <a:off x="6623014" y="1151270"/>
                    <a:ext cx="44146" cy="12862"/>
                  </a:xfrm>
                  <a:custGeom>
                    <a:avLst/>
                    <a:gdLst>
                      <a:gd name="connsiteX0" fmla="*/ 44012 w 44146"/>
                      <a:gd name="connsiteY0" fmla="*/ 1823 h 12862"/>
                      <a:gd name="connsiteX1" fmla="*/ 36255 w 44146"/>
                      <a:gd name="connsiteY1" fmla="*/ 9049 h 12862"/>
                      <a:gd name="connsiteX2" fmla="*/ 28408 w 44146"/>
                      <a:gd name="connsiteY2" fmla="*/ 11620 h 12862"/>
                      <a:gd name="connsiteX3" fmla="*/ 21936 w 44146"/>
                      <a:gd name="connsiteY3" fmla="*/ 12728 h 12862"/>
                      <a:gd name="connsiteX4" fmla="*/ 15685 w 44146"/>
                      <a:gd name="connsiteY4" fmla="*/ 12817 h 12862"/>
                      <a:gd name="connsiteX5" fmla="*/ 8149 w 44146"/>
                      <a:gd name="connsiteY5" fmla="*/ 11620 h 12862"/>
                      <a:gd name="connsiteX6" fmla="*/ 36 w 44146"/>
                      <a:gd name="connsiteY6" fmla="*/ 5458 h 12862"/>
                      <a:gd name="connsiteX7" fmla="*/ 8814 w 44146"/>
                      <a:gd name="connsiteY7" fmla="*/ 1956 h 12862"/>
                      <a:gd name="connsiteX8" fmla="*/ 15463 w 44146"/>
                      <a:gd name="connsiteY8" fmla="*/ 1557 h 12862"/>
                      <a:gd name="connsiteX9" fmla="*/ 20739 w 44146"/>
                      <a:gd name="connsiteY9" fmla="*/ 1246 h 12862"/>
                      <a:gd name="connsiteX10" fmla="*/ 26324 w 44146"/>
                      <a:gd name="connsiteY10" fmla="*/ 892 h 12862"/>
                      <a:gd name="connsiteX11" fmla="*/ 33639 w 44146"/>
                      <a:gd name="connsiteY11" fmla="*/ 227 h 12862"/>
                      <a:gd name="connsiteX12" fmla="*/ 44012 w 44146"/>
                      <a:gd name="connsiteY12" fmla="*/ 1823 h 12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4146" h="12862">
                        <a:moveTo>
                          <a:pt x="44012" y="1823"/>
                        </a:moveTo>
                        <a:cubicBezTo>
                          <a:pt x="44899" y="3951"/>
                          <a:pt x="41264" y="6965"/>
                          <a:pt x="36255" y="9049"/>
                        </a:cubicBezTo>
                        <a:cubicBezTo>
                          <a:pt x="33816" y="10246"/>
                          <a:pt x="30935" y="10911"/>
                          <a:pt x="28408" y="11620"/>
                        </a:cubicBezTo>
                        <a:cubicBezTo>
                          <a:pt x="25837" y="12196"/>
                          <a:pt x="23487" y="12506"/>
                          <a:pt x="21936" y="12728"/>
                        </a:cubicBezTo>
                        <a:cubicBezTo>
                          <a:pt x="20340" y="12861"/>
                          <a:pt x="18123" y="12905"/>
                          <a:pt x="15685" y="12817"/>
                        </a:cubicBezTo>
                        <a:cubicBezTo>
                          <a:pt x="13247" y="12551"/>
                          <a:pt x="10587" y="12329"/>
                          <a:pt x="8149" y="11620"/>
                        </a:cubicBezTo>
                        <a:cubicBezTo>
                          <a:pt x="3272" y="10379"/>
                          <a:pt x="-407" y="7940"/>
                          <a:pt x="36" y="5458"/>
                        </a:cubicBezTo>
                        <a:cubicBezTo>
                          <a:pt x="479" y="2931"/>
                          <a:pt x="4425" y="2399"/>
                          <a:pt x="8814" y="1956"/>
                        </a:cubicBezTo>
                        <a:cubicBezTo>
                          <a:pt x="11030" y="1867"/>
                          <a:pt x="13380" y="1601"/>
                          <a:pt x="15463" y="1557"/>
                        </a:cubicBezTo>
                        <a:cubicBezTo>
                          <a:pt x="17591" y="1379"/>
                          <a:pt x="19453" y="1291"/>
                          <a:pt x="20739" y="1246"/>
                        </a:cubicBezTo>
                        <a:cubicBezTo>
                          <a:pt x="22024" y="1113"/>
                          <a:pt x="24019" y="980"/>
                          <a:pt x="26324" y="892"/>
                        </a:cubicBezTo>
                        <a:cubicBezTo>
                          <a:pt x="28585" y="581"/>
                          <a:pt x="31201" y="493"/>
                          <a:pt x="33639" y="227"/>
                        </a:cubicBezTo>
                        <a:cubicBezTo>
                          <a:pt x="38560" y="-128"/>
                          <a:pt x="43081" y="-350"/>
                          <a:pt x="44012" y="182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63" name="Forme libre : forme 23362">
                    <a:extLst>
                      <a:ext uri="{FF2B5EF4-FFF2-40B4-BE49-F238E27FC236}">
                        <a16:creationId xmlns:a16="http://schemas.microsoft.com/office/drawing/2014/main" id="{156B7911-2B3D-43F3-A6DB-8D78A61A1377}"/>
                      </a:ext>
                    </a:extLst>
                  </p:cNvPr>
                  <p:cNvSpPr/>
                  <p:nvPr/>
                </p:nvSpPr>
                <p:spPr>
                  <a:xfrm>
                    <a:off x="6622775" y="1153314"/>
                    <a:ext cx="32282" cy="10832"/>
                  </a:xfrm>
                  <a:custGeom>
                    <a:avLst/>
                    <a:gdLst>
                      <a:gd name="connsiteX0" fmla="*/ 9851 w 32282"/>
                      <a:gd name="connsiteY0" fmla="*/ 0 h 10832"/>
                      <a:gd name="connsiteX1" fmla="*/ 9 w 32282"/>
                      <a:gd name="connsiteY1" fmla="*/ 3369 h 10832"/>
                      <a:gd name="connsiteX2" fmla="*/ 8344 w 32282"/>
                      <a:gd name="connsiteY2" fmla="*/ 9576 h 10832"/>
                      <a:gd name="connsiteX3" fmla="*/ 22396 w 32282"/>
                      <a:gd name="connsiteY3" fmla="*/ 10684 h 10832"/>
                      <a:gd name="connsiteX4" fmla="*/ 32282 w 32282"/>
                      <a:gd name="connsiteY4" fmla="*/ 8423 h 10832"/>
                      <a:gd name="connsiteX5" fmla="*/ 26918 w 32282"/>
                      <a:gd name="connsiteY5" fmla="*/ 9044 h 10832"/>
                      <a:gd name="connsiteX6" fmla="*/ 9851 w 32282"/>
                      <a:gd name="connsiteY6" fmla="*/ 0 h 10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282" h="10832">
                        <a:moveTo>
                          <a:pt x="9851" y="0"/>
                        </a:moveTo>
                        <a:cubicBezTo>
                          <a:pt x="7147" y="887"/>
                          <a:pt x="-301" y="133"/>
                          <a:pt x="9" y="3369"/>
                        </a:cubicBezTo>
                        <a:cubicBezTo>
                          <a:pt x="320" y="6029"/>
                          <a:pt x="3777" y="8334"/>
                          <a:pt x="8344" y="9576"/>
                        </a:cubicBezTo>
                        <a:cubicBezTo>
                          <a:pt x="12910" y="10905"/>
                          <a:pt x="18407" y="10994"/>
                          <a:pt x="22396" y="10684"/>
                        </a:cubicBezTo>
                        <a:cubicBezTo>
                          <a:pt x="24746" y="10462"/>
                          <a:pt x="29844" y="9398"/>
                          <a:pt x="32282" y="8423"/>
                        </a:cubicBezTo>
                        <a:cubicBezTo>
                          <a:pt x="30819" y="8644"/>
                          <a:pt x="28381" y="9221"/>
                          <a:pt x="26918" y="9044"/>
                        </a:cubicBezTo>
                        <a:cubicBezTo>
                          <a:pt x="18806" y="8689"/>
                          <a:pt x="9718" y="5719"/>
                          <a:pt x="9851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64" name="Forme libre : forme 23363">
                    <a:extLst>
                      <a:ext uri="{FF2B5EF4-FFF2-40B4-BE49-F238E27FC236}">
                        <a16:creationId xmlns:a16="http://schemas.microsoft.com/office/drawing/2014/main" id="{F1D6BDD7-6768-4EBC-A5CF-26C86FEB19E3}"/>
                      </a:ext>
                    </a:extLst>
                  </p:cNvPr>
                  <p:cNvSpPr/>
                  <p:nvPr/>
                </p:nvSpPr>
                <p:spPr>
                  <a:xfrm>
                    <a:off x="6625128" y="1151499"/>
                    <a:ext cx="44609" cy="14020"/>
                  </a:xfrm>
                  <a:custGeom>
                    <a:avLst/>
                    <a:gdLst>
                      <a:gd name="connsiteX0" fmla="*/ 44603 w 44609"/>
                      <a:gd name="connsiteY0" fmla="*/ 1903 h 14020"/>
                      <a:gd name="connsiteX1" fmla="*/ 36358 w 44609"/>
                      <a:gd name="connsiteY1" fmla="*/ 9528 h 14020"/>
                      <a:gd name="connsiteX2" fmla="*/ 28777 w 44609"/>
                      <a:gd name="connsiteY2" fmla="*/ 12277 h 14020"/>
                      <a:gd name="connsiteX3" fmla="*/ 22216 w 44609"/>
                      <a:gd name="connsiteY3" fmla="*/ 13651 h 14020"/>
                      <a:gd name="connsiteX4" fmla="*/ 8296 w 44609"/>
                      <a:gd name="connsiteY4" fmla="*/ 13030 h 14020"/>
                      <a:gd name="connsiteX5" fmla="*/ 6 w 44609"/>
                      <a:gd name="connsiteY5" fmla="*/ 6957 h 14020"/>
                      <a:gd name="connsiteX6" fmla="*/ 8784 w 44609"/>
                      <a:gd name="connsiteY6" fmla="*/ 3233 h 14020"/>
                      <a:gd name="connsiteX7" fmla="*/ 20886 w 44609"/>
                      <a:gd name="connsiteY7" fmla="*/ 2125 h 14020"/>
                      <a:gd name="connsiteX8" fmla="*/ 34407 w 44609"/>
                      <a:gd name="connsiteY8" fmla="*/ 485 h 14020"/>
                      <a:gd name="connsiteX9" fmla="*/ 44603 w 44609"/>
                      <a:gd name="connsiteY9" fmla="*/ 1903 h 14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4609" h="14020">
                        <a:moveTo>
                          <a:pt x="44603" y="1903"/>
                        </a:moveTo>
                        <a:cubicBezTo>
                          <a:pt x="44781" y="4253"/>
                          <a:pt x="41190" y="7356"/>
                          <a:pt x="36358" y="9528"/>
                        </a:cubicBezTo>
                        <a:cubicBezTo>
                          <a:pt x="33964" y="10681"/>
                          <a:pt x="31304" y="11612"/>
                          <a:pt x="28777" y="12277"/>
                        </a:cubicBezTo>
                        <a:cubicBezTo>
                          <a:pt x="26294" y="13030"/>
                          <a:pt x="23945" y="13385"/>
                          <a:pt x="22216" y="13651"/>
                        </a:cubicBezTo>
                        <a:cubicBezTo>
                          <a:pt x="18802" y="14272"/>
                          <a:pt x="13084" y="14139"/>
                          <a:pt x="8296" y="13030"/>
                        </a:cubicBezTo>
                        <a:cubicBezTo>
                          <a:pt x="3508" y="11833"/>
                          <a:pt x="-171" y="9573"/>
                          <a:pt x="6" y="6957"/>
                        </a:cubicBezTo>
                        <a:cubicBezTo>
                          <a:pt x="184" y="4341"/>
                          <a:pt x="4262" y="3676"/>
                          <a:pt x="8784" y="3233"/>
                        </a:cubicBezTo>
                        <a:cubicBezTo>
                          <a:pt x="13350" y="2701"/>
                          <a:pt x="18448" y="2480"/>
                          <a:pt x="20886" y="2125"/>
                        </a:cubicBezTo>
                        <a:cubicBezTo>
                          <a:pt x="23324" y="1903"/>
                          <a:pt x="29220" y="1283"/>
                          <a:pt x="34407" y="485"/>
                        </a:cubicBezTo>
                        <a:cubicBezTo>
                          <a:pt x="39638" y="-136"/>
                          <a:pt x="44337" y="-579"/>
                          <a:pt x="44603" y="190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65" name="Forme libre : forme 23364">
                    <a:extLst>
                      <a:ext uri="{FF2B5EF4-FFF2-40B4-BE49-F238E27FC236}">
                        <a16:creationId xmlns:a16="http://schemas.microsoft.com/office/drawing/2014/main" id="{D2EBB94C-379E-4808-A228-1A17BC830554}"/>
                      </a:ext>
                    </a:extLst>
                  </p:cNvPr>
                  <p:cNvSpPr/>
                  <p:nvPr/>
                </p:nvSpPr>
                <p:spPr>
                  <a:xfrm>
                    <a:off x="6603500" y="1144796"/>
                    <a:ext cx="55596" cy="27620"/>
                  </a:xfrm>
                  <a:custGeom>
                    <a:avLst/>
                    <a:gdLst>
                      <a:gd name="connsiteX0" fmla="*/ 44 w 55596"/>
                      <a:gd name="connsiteY0" fmla="*/ 4927 h 27620"/>
                      <a:gd name="connsiteX1" fmla="*/ 2483 w 55596"/>
                      <a:gd name="connsiteY1" fmla="*/ 12597 h 27620"/>
                      <a:gd name="connsiteX2" fmla="*/ 23097 w 55596"/>
                      <a:gd name="connsiteY2" fmla="*/ 26384 h 27620"/>
                      <a:gd name="connsiteX3" fmla="*/ 48144 w 55596"/>
                      <a:gd name="connsiteY3" fmla="*/ 24921 h 27620"/>
                      <a:gd name="connsiteX4" fmla="*/ 55103 w 55596"/>
                      <a:gd name="connsiteY4" fmla="*/ 16986 h 27620"/>
                      <a:gd name="connsiteX5" fmla="*/ 47479 w 55596"/>
                      <a:gd name="connsiteY5" fmla="*/ 15788 h 27620"/>
                      <a:gd name="connsiteX6" fmla="*/ 28328 w 55596"/>
                      <a:gd name="connsiteY6" fmla="*/ 10026 h 27620"/>
                      <a:gd name="connsiteX7" fmla="*/ 12767 w 55596"/>
                      <a:gd name="connsiteY7" fmla="*/ 494 h 27620"/>
                      <a:gd name="connsiteX8" fmla="*/ 8645 w 55596"/>
                      <a:gd name="connsiteY8" fmla="*/ 7 h 27620"/>
                      <a:gd name="connsiteX9" fmla="*/ 7758 w 55596"/>
                      <a:gd name="connsiteY9" fmla="*/ 95 h 27620"/>
                      <a:gd name="connsiteX10" fmla="*/ 6517 w 55596"/>
                      <a:gd name="connsiteY10" fmla="*/ 51 h 27620"/>
                      <a:gd name="connsiteX11" fmla="*/ 4477 w 55596"/>
                      <a:gd name="connsiteY11" fmla="*/ 361 h 27620"/>
                      <a:gd name="connsiteX12" fmla="*/ 44 w 55596"/>
                      <a:gd name="connsiteY12" fmla="*/ 4927 h 2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5596" h="27620">
                        <a:moveTo>
                          <a:pt x="44" y="4927"/>
                        </a:moveTo>
                        <a:cubicBezTo>
                          <a:pt x="-133" y="8119"/>
                          <a:pt x="133" y="9228"/>
                          <a:pt x="2483" y="12597"/>
                        </a:cubicBezTo>
                        <a:cubicBezTo>
                          <a:pt x="7625" y="18936"/>
                          <a:pt x="12900" y="23679"/>
                          <a:pt x="23097" y="26384"/>
                        </a:cubicBezTo>
                        <a:cubicBezTo>
                          <a:pt x="31564" y="28600"/>
                          <a:pt x="41538" y="27669"/>
                          <a:pt x="48144" y="24921"/>
                        </a:cubicBezTo>
                        <a:cubicBezTo>
                          <a:pt x="53109" y="22793"/>
                          <a:pt x="57010" y="19468"/>
                          <a:pt x="55103" y="16986"/>
                        </a:cubicBezTo>
                        <a:cubicBezTo>
                          <a:pt x="53995" y="15567"/>
                          <a:pt x="50360" y="16010"/>
                          <a:pt x="47479" y="15788"/>
                        </a:cubicBezTo>
                        <a:cubicBezTo>
                          <a:pt x="40607" y="14946"/>
                          <a:pt x="34046" y="13705"/>
                          <a:pt x="28328" y="10026"/>
                        </a:cubicBezTo>
                        <a:cubicBezTo>
                          <a:pt x="23407" y="6878"/>
                          <a:pt x="19240" y="2046"/>
                          <a:pt x="12767" y="494"/>
                        </a:cubicBezTo>
                        <a:cubicBezTo>
                          <a:pt x="11305" y="140"/>
                          <a:pt x="9886" y="-38"/>
                          <a:pt x="8645" y="7"/>
                        </a:cubicBezTo>
                        <a:lnTo>
                          <a:pt x="7758" y="95"/>
                        </a:lnTo>
                        <a:cubicBezTo>
                          <a:pt x="7315" y="51"/>
                          <a:pt x="6827" y="-38"/>
                          <a:pt x="6517" y="51"/>
                        </a:cubicBezTo>
                        <a:cubicBezTo>
                          <a:pt x="5763" y="95"/>
                          <a:pt x="5098" y="228"/>
                          <a:pt x="4477" y="361"/>
                        </a:cubicBezTo>
                        <a:cubicBezTo>
                          <a:pt x="1862" y="1115"/>
                          <a:pt x="222" y="2755"/>
                          <a:pt x="44" y="492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66" name="Forme libre : forme 23365">
                    <a:extLst>
                      <a:ext uri="{FF2B5EF4-FFF2-40B4-BE49-F238E27FC236}">
                        <a16:creationId xmlns:a16="http://schemas.microsoft.com/office/drawing/2014/main" id="{397914CF-9CCF-4965-8236-F12BA9791546}"/>
                      </a:ext>
                    </a:extLst>
                  </p:cNvPr>
                  <p:cNvSpPr/>
                  <p:nvPr/>
                </p:nvSpPr>
                <p:spPr>
                  <a:xfrm>
                    <a:off x="6614991" y="1148164"/>
                    <a:ext cx="16916" cy="4516"/>
                  </a:xfrm>
                  <a:custGeom>
                    <a:avLst/>
                    <a:gdLst>
                      <a:gd name="connsiteX0" fmla="*/ 2031 w 16916"/>
                      <a:gd name="connsiteY0" fmla="*/ 762 h 4516"/>
                      <a:gd name="connsiteX1" fmla="*/ 169 w 16916"/>
                      <a:gd name="connsiteY1" fmla="*/ 1382 h 4516"/>
                      <a:gd name="connsiteX2" fmla="*/ 967 w 16916"/>
                      <a:gd name="connsiteY2" fmla="*/ 2845 h 4516"/>
                      <a:gd name="connsiteX3" fmla="*/ 3937 w 16916"/>
                      <a:gd name="connsiteY3" fmla="*/ 3820 h 4516"/>
                      <a:gd name="connsiteX4" fmla="*/ 11650 w 16916"/>
                      <a:gd name="connsiteY4" fmla="*/ 4485 h 4516"/>
                      <a:gd name="connsiteX5" fmla="*/ 14443 w 16916"/>
                      <a:gd name="connsiteY5" fmla="*/ 4175 h 4516"/>
                      <a:gd name="connsiteX6" fmla="*/ 13379 w 16916"/>
                      <a:gd name="connsiteY6" fmla="*/ 52 h 4516"/>
                      <a:gd name="connsiteX7" fmla="*/ 2031 w 16916"/>
                      <a:gd name="connsiteY7" fmla="*/ 762 h 4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916" h="4516">
                        <a:moveTo>
                          <a:pt x="2031" y="762"/>
                        </a:moveTo>
                        <a:cubicBezTo>
                          <a:pt x="1188" y="894"/>
                          <a:pt x="612" y="939"/>
                          <a:pt x="169" y="1382"/>
                        </a:cubicBezTo>
                        <a:cubicBezTo>
                          <a:pt x="-275" y="1825"/>
                          <a:pt x="213" y="2446"/>
                          <a:pt x="967" y="2845"/>
                        </a:cubicBezTo>
                        <a:cubicBezTo>
                          <a:pt x="1720" y="3288"/>
                          <a:pt x="2962" y="3687"/>
                          <a:pt x="3937" y="3820"/>
                        </a:cubicBezTo>
                        <a:cubicBezTo>
                          <a:pt x="6464" y="4308"/>
                          <a:pt x="9168" y="4618"/>
                          <a:pt x="11650" y="4485"/>
                        </a:cubicBezTo>
                        <a:cubicBezTo>
                          <a:pt x="12670" y="4441"/>
                          <a:pt x="13601" y="4441"/>
                          <a:pt x="14443" y="4175"/>
                        </a:cubicBezTo>
                        <a:cubicBezTo>
                          <a:pt x="17901" y="2845"/>
                          <a:pt x="17901" y="362"/>
                          <a:pt x="13379" y="52"/>
                        </a:cubicBezTo>
                        <a:cubicBezTo>
                          <a:pt x="9833" y="-170"/>
                          <a:pt x="5444" y="362"/>
                          <a:pt x="2031" y="76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67" name="Forme libre : forme 23366">
                    <a:extLst>
                      <a:ext uri="{FF2B5EF4-FFF2-40B4-BE49-F238E27FC236}">
                        <a16:creationId xmlns:a16="http://schemas.microsoft.com/office/drawing/2014/main" id="{7D19FA1C-CB9F-4AC9-9A20-78446D302918}"/>
                      </a:ext>
                    </a:extLst>
                  </p:cNvPr>
                  <p:cNvSpPr/>
                  <p:nvPr/>
                </p:nvSpPr>
                <p:spPr>
                  <a:xfrm>
                    <a:off x="6659003" y="1151319"/>
                    <a:ext cx="23539" cy="20658"/>
                  </a:xfrm>
                  <a:custGeom>
                    <a:avLst/>
                    <a:gdLst>
                      <a:gd name="connsiteX0" fmla="*/ 23540 w 23539"/>
                      <a:gd name="connsiteY0" fmla="*/ 0 h 20658"/>
                      <a:gd name="connsiteX1" fmla="*/ 20259 w 23539"/>
                      <a:gd name="connsiteY1" fmla="*/ 5320 h 20658"/>
                      <a:gd name="connsiteX2" fmla="*/ 15427 w 23539"/>
                      <a:gd name="connsiteY2" fmla="*/ 10684 h 20658"/>
                      <a:gd name="connsiteX3" fmla="*/ 12014 w 23539"/>
                      <a:gd name="connsiteY3" fmla="*/ 13477 h 20658"/>
                      <a:gd name="connsiteX4" fmla="*/ 8024 w 23539"/>
                      <a:gd name="connsiteY4" fmla="*/ 16270 h 20658"/>
                      <a:gd name="connsiteX5" fmla="*/ 0 w 23539"/>
                      <a:gd name="connsiteY5" fmla="*/ 20658 h 20658"/>
                      <a:gd name="connsiteX6" fmla="*/ 7802 w 23539"/>
                      <a:gd name="connsiteY6" fmla="*/ 16004 h 20658"/>
                      <a:gd name="connsiteX7" fmla="*/ 14452 w 23539"/>
                      <a:gd name="connsiteY7" fmla="*/ 10240 h 20658"/>
                      <a:gd name="connsiteX8" fmla="*/ 18974 w 23539"/>
                      <a:gd name="connsiteY8" fmla="*/ 4832 h 20658"/>
                      <a:gd name="connsiteX9" fmla="*/ 23540 w 23539"/>
                      <a:gd name="connsiteY9" fmla="*/ 0 h 20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539" h="20658">
                        <a:moveTo>
                          <a:pt x="23540" y="0"/>
                        </a:moveTo>
                        <a:cubicBezTo>
                          <a:pt x="22919" y="1818"/>
                          <a:pt x="21722" y="3635"/>
                          <a:pt x="20259" y="5320"/>
                        </a:cubicBezTo>
                        <a:cubicBezTo>
                          <a:pt x="18796" y="7004"/>
                          <a:pt x="17156" y="9044"/>
                          <a:pt x="15427" y="10684"/>
                        </a:cubicBezTo>
                        <a:cubicBezTo>
                          <a:pt x="14718" y="11482"/>
                          <a:pt x="13255" y="12546"/>
                          <a:pt x="12014" y="13477"/>
                        </a:cubicBezTo>
                        <a:cubicBezTo>
                          <a:pt x="10728" y="14452"/>
                          <a:pt x="9398" y="15383"/>
                          <a:pt x="8024" y="16270"/>
                        </a:cubicBezTo>
                        <a:cubicBezTo>
                          <a:pt x="5275" y="17910"/>
                          <a:pt x="2527" y="19461"/>
                          <a:pt x="0" y="20658"/>
                        </a:cubicBezTo>
                        <a:cubicBezTo>
                          <a:pt x="2704" y="19328"/>
                          <a:pt x="5320" y="17732"/>
                          <a:pt x="7802" y="16004"/>
                        </a:cubicBezTo>
                        <a:cubicBezTo>
                          <a:pt x="10152" y="14186"/>
                          <a:pt x="12546" y="12147"/>
                          <a:pt x="14452" y="10240"/>
                        </a:cubicBezTo>
                        <a:cubicBezTo>
                          <a:pt x="15959" y="8512"/>
                          <a:pt x="17466" y="6694"/>
                          <a:pt x="18974" y="4832"/>
                        </a:cubicBezTo>
                        <a:cubicBezTo>
                          <a:pt x="20525" y="3236"/>
                          <a:pt x="22077" y="1596"/>
                          <a:pt x="2354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68" name="Forme libre : forme 23367">
                    <a:extLst>
                      <a:ext uri="{FF2B5EF4-FFF2-40B4-BE49-F238E27FC236}">
                        <a16:creationId xmlns:a16="http://schemas.microsoft.com/office/drawing/2014/main" id="{2C651E74-85D2-4DFE-A331-E9311E17DA3B}"/>
                      </a:ext>
                    </a:extLst>
                  </p:cNvPr>
                  <p:cNvSpPr/>
                  <p:nvPr/>
                </p:nvSpPr>
                <p:spPr>
                  <a:xfrm>
                    <a:off x="6596984" y="1139498"/>
                    <a:ext cx="30100" cy="1181"/>
                  </a:xfrm>
                  <a:custGeom>
                    <a:avLst/>
                    <a:gdLst>
                      <a:gd name="connsiteX0" fmla="*/ 30101 w 30100"/>
                      <a:gd name="connsiteY0" fmla="*/ 827 h 1181"/>
                      <a:gd name="connsiteX1" fmla="*/ 23141 w 30100"/>
                      <a:gd name="connsiteY1" fmla="*/ 428 h 1181"/>
                      <a:gd name="connsiteX2" fmla="*/ 16846 w 30100"/>
                      <a:gd name="connsiteY2" fmla="*/ 650 h 1181"/>
                      <a:gd name="connsiteX3" fmla="*/ 12147 w 30100"/>
                      <a:gd name="connsiteY3" fmla="*/ 73 h 1181"/>
                      <a:gd name="connsiteX4" fmla="*/ 7891 w 30100"/>
                      <a:gd name="connsiteY4" fmla="*/ 29 h 1181"/>
                      <a:gd name="connsiteX5" fmla="*/ 0 w 30100"/>
                      <a:gd name="connsiteY5" fmla="*/ 827 h 1181"/>
                      <a:gd name="connsiteX6" fmla="*/ 16757 w 30100"/>
                      <a:gd name="connsiteY6" fmla="*/ 1182 h 1181"/>
                      <a:gd name="connsiteX7" fmla="*/ 23407 w 30100"/>
                      <a:gd name="connsiteY7" fmla="*/ 1093 h 1181"/>
                      <a:gd name="connsiteX8" fmla="*/ 30101 w 30100"/>
                      <a:gd name="connsiteY8" fmla="*/ 827 h 1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100" h="1181">
                        <a:moveTo>
                          <a:pt x="30101" y="827"/>
                        </a:moveTo>
                        <a:cubicBezTo>
                          <a:pt x="27751" y="561"/>
                          <a:pt x="25402" y="517"/>
                          <a:pt x="23141" y="428"/>
                        </a:cubicBezTo>
                        <a:cubicBezTo>
                          <a:pt x="20924" y="428"/>
                          <a:pt x="18486" y="384"/>
                          <a:pt x="16846" y="650"/>
                        </a:cubicBezTo>
                        <a:cubicBezTo>
                          <a:pt x="14895" y="162"/>
                          <a:pt x="13698" y="206"/>
                          <a:pt x="12147" y="73"/>
                        </a:cubicBezTo>
                        <a:cubicBezTo>
                          <a:pt x="10684" y="-15"/>
                          <a:pt x="9265" y="-15"/>
                          <a:pt x="7891" y="29"/>
                        </a:cubicBezTo>
                        <a:cubicBezTo>
                          <a:pt x="5098" y="118"/>
                          <a:pt x="2483" y="428"/>
                          <a:pt x="0" y="827"/>
                        </a:cubicBezTo>
                        <a:cubicBezTo>
                          <a:pt x="4610" y="-193"/>
                          <a:pt x="10462" y="-60"/>
                          <a:pt x="16757" y="1182"/>
                        </a:cubicBezTo>
                        <a:cubicBezTo>
                          <a:pt x="18619" y="1093"/>
                          <a:pt x="21146" y="1226"/>
                          <a:pt x="23407" y="1093"/>
                        </a:cubicBezTo>
                        <a:cubicBezTo>
                          <a:pt x="25756" y="1137"/>
                          <a:pt x="28062" y="1004"/>
                          <a:pt x="30101" y="82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69" name="Forme libre : forme 23368">
                    <a:extLst>
                      <a:ext uri="{FF2B5EF4-FFF2-40B4-BE49-F238E27FC236}">
                        <a16:creationId xmlns:a16="http://schemas.microsoft.com/office/drawing/2014/main" id="{CEDE6181-0E30-43C5-9B05-D3797BB18714}"/>
                      </a:ext>
                    </a:extLst>
                  </p:cNvPr>
                  <p:cNvSpPr/>
                  <p:nvPr/>
                </p:nvSpPr>
                <p:spPr>
                  <a:xfrm>
                    <a:off x="6640773" y="1153288"/>
                    <a:ext cx="16145" cy="3768"/>
                  </a:xfrm>
                  <a:custGeom>
                    <a:avLst/>
                    <a:gdLst>
                      <a:gd name="connsiteX0" fmla="*/ 16101 w 16145"/>
                      <a:gd name="connsiteY0" fmla="*/ 1356 h 3768"/>
                      <a:gd name="connsiteX1" fmla="*/ 6747 w 16145"/>
                      <a:gd name="connsiteY1" fmla="*/ 3750 h 3768"/>
                      <a:gd name="connsiteX2" fmla="*/ 142 w 16145"/>
                      <a:gd name="connsiteY2" fmla="*/ 1534 h 3768"/>
                      <a:gd name="connsiteX3" fmla="*/ 8787 w 16145"/>
                      <a:gd name="connsiteY3" fmla="*/ 71 h 3768"/>
                      <a:gd name="connsiteX4" fmla="*/ 16101 w 16145"/>
                      <a:gd name="connsiteY4" fmla="*/ 1356 h 3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45" h="3768">
                        <a:moveTo>
                          <a:pt x="16101" y="1356"/>
                        </a:moveTo>
                        <a:cubicBezTo>
                          <a:pt x="15436" y="3218"/>
                          <a:pt x="8787" y="3883"/>
                          <a:pt x="6747" y="3750"/>
                        </a:cubicBezTo>
                        <a:cubicBezTo>
                          <a:pt x="4708" y="3883"/>
                          <a:pt x="-966" y="3307"/>
                          <a:pt x="142" y="1534"/>
                        </a:cubicBezTo>
                        <a:cubicBezTo>
                          <a:pt x="1250" y="-107"/>
                          <a:pt x="6969" y="115"/>
                          <a:pt x="8787" y="71"/>
                        </a:cubicBezTo>
                        <a:cubicBezTo>
                          <a:pt x="10649" y="26"/>
                          <a:pt x="16722" y="-373"/>
                          <a:pt x="16101" y="135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70" name="Forme libre : forme 23369">
                    <a:extLst>
                      <a:ext uri="{FF2B5EF4-FFF2-40B4-BE49-F238E27FC236}">
                        <a16:creationId xmlns:a16="http://schemas.microsoft.com/office/drawing/2014/main" id="{0161841A-5346-4A52-A590-813A634B4ACA}"/>
                      </a:ext>
                    </a:extLst>
                  </p:cNvPr>
                  <p:cNvSpPr/>
                  <p:nvPr/>
                </p:nvSpPr>
                <p:spPr>
                  <a:xfrm>
                    <a:off x="6654712" y="1153247"/>
                    <a:ext cx="4555" cy="1845"/>
                  </a:xfrm>
                  <a:custGeom>
                    <a:avLst/>
                    <a:gdLst>
                      <a:gd name="connsiteX0" fmla="*/ 4512 w 4555"/>
                      <a:gd name="connsiteY0" fmla="*/ 333 h 1845"/>
                      <a:gd name="connsiteX1" fmla="*/ 2650 w 4555"/>
                      <a:gd name="connsiteY1" fmla="*/ 1618 h 1845"/>
                      <a:gd name="connsiteX2" fmla="*/ 35 w 4555"/>
                      <a:gd name="connsiteY2" fmla="*/ 1441 h 1845"/>
                      <a:gd name="connsiteX3" fmla="*/ 1852 w 4555"/>
                      <a:gd name="connsiteY3" fmla="*/ 244 h 1845"/>
                      <a:gd name="connsiteX4" fmla="*/ 4512 w 4555"/>
                      <a:gd name="connsiteY4" fmla="*/ 333 h 1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55" h="1845">
                        <a:moveTo>
                          <a:pt x="4512" y="333"/>
                        </a:moveTo>
                        <a:cubicBezTo>
                          <a:pt x="4822" y="909"/>
                          <a:pt x="3404" y="1441"/>
                          <a:pt x="2650" y="1618"/>
                        </a:cubicBezTo>
                        <a:cubicBezTo>
                          <a:pt x="1897" y="1840"/>
                          <a:pt x="345" y="2062"/>
                          <a:pt x="35" y="1441"/>
                        </a:cubicBezTo>
                        <a:cubicBezTo>
                          <a:pt x="-231" y="820"/>
                          <a:pt x="1099" y="466"/>
                          <a:pt x="1852" y="244"/>
                        </a:cubicBezTo>
                        <a:cubicBezTo>
                          <a:pt x="2606" y="67"/>
                          <a:pt x="4157" y="-244"/>
                          <a:pt x="4512" y="33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71" name="Forme libre : forme 23370">
                    <a:extLst>
                      <a:ext uri="{FF2B5EF4-FFF2-40B4-BE49-F238E27FC236}">
                        <a16:creationId xmlns:a16="http://schemas.microsoft.com/office/drawing/2014/main" id="{AD6ACBBE-3C4C-4633-838A-DFE95AB806A7}"/>
                      </a:ext>
                    </a:extLst>
                  </p:cNvPr>
                  <p:cNvSpPr/>
                  <p:nvPr/>
                </p:nvSpPr>
                <p:spPr>
                  <a:xfrm>
                    <a:off x="6640314" y="1141665"/>
                    <a:ext cx="39818" cy="9508"/>
                  </a:xfrm>
                  <a:custGeom>
                    <a:avLst/>
                    <a:gdLst>
                      <a:gd name="connsiteX0" fmla="*/ 27289 w 39818"/>
                      <a:gd name="connsiteY0" fmla="*/ 2295 h 9508"/>
                      <a:gd name="connsiteX1" fmla="*/ 39391 w 39818"/>
                      <a:gd name="connsiteY1" fmla="*/ 6019 h 9508"/>
                      <a:gd name="connsiteX2" fmla="*/ 37219 w 39818"/>
                      <a:gd name="connsiteY2" fmla="*/ 9210 h 9508"/>
                      <a:gd name="connsiteX3" fmla="*/ 32165 w 39818"/>
                      <a:gd name="connsiteY3" fmla="*/ 9077 h 9508"/>
                      <a:gd name="connsiteX4" fmla="*/ 16915 w 39818"/>
                      <a:gd name="connsiteY4" fmla="*/ 7481 h 9508"/>
                      <a:gd name="connsiteX5" fmla="*/ 6276 w 39818"/>
                      <a:gd name="connsiteY5" fmla="*/ 6994 h 9508"/>
                      <a:gd name="connsiteX6" fmla="*/ 291 w 39818"/>
                      <a:gd name="connsiteY6" fmla="*/ 3181 h 9508"/>
                      <a:gd name="connsiteX7" fmla="*/ 8271 w 39818"/>
                      <a:gd name="connsiteY7" fmla="*/ 388 h 9508"/>
                      <a:gd name="connsiteX8" fmla="*/ 17580 w 39818"/>
                      <a:gd name="connsiteY8" fmla="*/ 78 h 9508"/>
                      <a:gd name="connsiteX9" fmla="*/ 27289 w 39818"/>
                      <a:gd name="connsiteY9" fmla="*/ 2295 h 9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818" h="9508">
                        <a:moveTo>
                          <a:pt x="27289" y="2295"/>
                        </a:moveTo>
                        <a:cubicBezTo>
                          <a:pt x="32564" y="2827"/>
                          <a:pt x="36199" y="3359"/>
                          <a:pt x="39391" y="6019"/>
                        </a:cubicBezTo>
                        <a:cubicBezTo>
                          <a:pt x="40544" y="6950"/>
                          <a:pt x="39214" y="8723"/>
                          <a:pt x="37219" y="9210"/>
                        </a:cubicBezTo>
                        <a:cubicBezTo>
                          <a:pt x="35224" y="9742"/>
                          <a:pt x="33761" y="9476"/>
                          <a:pt x="32165" y="9077"/>
                        </a:cubicBezTo>
                        <a:cubicBezTo>
                          <a:pt x="26978" y="7969"/>
                          <a:pt x="22235" y="8146"/>
                          <a:pt x="16915" y="7481"/>
                        </a:cubicBezTo>
                        <a:cubicBezTo>
                          <a:pt x="15319" y="7393"/>
                          <a:pt x="10354" y="7659"/>
                          <a:pt x="6276" y="6994"/>
                        </a:cubicBezTo>
                        <a:cubicBezTo>
                          <a:pt x="2153" y="6462"/>
                          <a:pt x="-994" y="4955"/>
                          <a:pt x="291" y="3181"/>
                        </a:cubicBezTo>
                        <a:cubicBezTo>
                          <a:pt x="1533" y="1408"/>
                          <a:pt x="4769" y="699"/>
                          <a:pt x="8271" y="388"/>
                        </a:cubicBezTo>
                        <a:cubicBezTo>
                          <a:pt x="11773" y="34"/>
                          <a:pt x="15541" y="-99"/>
                          <a:pt x="17580" y="78"/>
                        </a:cubicBezTo>
                        <a:cubicBezTo>
                          <a:pt x="21703" y="388"/>
                          <a:pt x="23565" y="1763"/>
                          <a:pt x="27289" y="229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21" name="Graphique 2">
                  <a:extLst>
                    <a:ext uri="{FF2B5EF4-FFF2-40B4-BE49-F238E27FC236}">
                      <a16:creationId xmlns:a16="http://schemas.microsoft.com/office/drawing/2014/main" id="{7A06CBC7-5308-4758-80C3-1985E6EE25F3}"/>
                    </a:ext>
                  </a:extLst>
                </p:cNvPr>
                <p:cNvGrpSpPr/>
                <p:nvPr/>
              </p:nvGrpSpPr>
              <p:grpSpPr>
                <a:xfrm>
                  <a:off x="6684544" y="1133057"/>
                  <a:ext cx="95036" cy="42071"/>
                  <a:chOff x="6684544" y="1133057"/>
                  <a:chExt cx="95036" cy="42071"/>
                </a:xfrm>
                <a:solidFill>
                  <a:schemeClr val="accent1"/>
                </a:solidFill>
              </p:grpSpPr>
              <p:sp>
                <p:nvSpPr>
                  <p:cNvPr id="23348" name="Forme libre : forme 23347">
                    <a:extLst>
                      <a:ext uri="{FF2B5EF4-FFF2-40B4-BE49-F238E27FC236}">
                        <a16:creationId xmlns:a16="http://schemas.microsoft.com/office/drawing/2014/main" id="{16DE9FE3-28C3-4E20-97BC-6D3832F571BE}"/>
                      </a:ext>
                    </a:extLst>
                  </p:cNvPr>
                  <p:cNvSpPr/>
                  <p:nvPr/>
                </p:nvSpPr>
                <p:spPr>
                  <a:xfrm>
                    <a:off x="6684544" y="1133057"/>
                    <a:ext cx="95036" cy="42071"/>
                  </a:xfrm>
                  <a:custGeom>
                    <a:avLst/>
                    <a:gdLst>
                      <a:gd name="connsiteX0" fmla="*/ 61081 w 95036"/>
                      <a:gd name="connsiteY0" fmla="*/ 41713 h 42071"/>
                      <a:gd name="connsiteX1" fmla="*/ 28631 w 95036"/>
                      <a:gd name="connsiteY1" fmla="*/ 34975 h 42071"/>
                      <a:gd name="connsiteX2" fmla="*/ 2343 w 95036"/>
                      <a:gd name="connsiteY2" fmla="*/ 19326 h 42071"/>
                      <a:gd name="connsiteX3" fmla="*/ 1944 w 95036"/>
                      <a:gd name="connsiteY3" fmla="*/ 9308 h 42071"/>
                      <a:gd name="connsiteX4" fmla="*/ 36699 w 95036"/>
                      <a:gd name="connsiteY4" fmla="*/ 796 h 42071"/>
                      <a:gd name="connsiteX5" fmla="*/ 65559 w 95036"/>
                      <a:gd name="connsiteY5" fmla="*/ 6914 h 42071"/>
                      <a:gd name="connsiteX6" fmla="*/ 92202 w 95036"/>
                      <a:gd name="connsiteY6" fmla="*/ 21720 h 42071"/>
                      <a:gd name="connsiteX7" fmla="*/ 93798 w 95036"/>
                      <a:gd name="connsiteY7" fmla="*/ 31384 h 42071"/>
                      <a:gd name="connsiteX8" fmla="*/ 61081 w 95036"/>
                      <a:gd name="connsiteY8" fmla="*/ 41713 h 42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036" h="42071">
                        <a:moveTo>
                          <a:pt x="61081" y="41713"/>
                        </a:moveTo>
                        <a:cubicBezTo>
                          <a:pt x="52570" y="40960"/>
                          <a:pt x="35636" y="36881"/>
                          <a:pt x="28631" y="34975"/>
                        </a:cubicBezTo>
                        <a:cubicBezTo>
                          <a:pt x="15243" y="31384"/>
                          <a:pt x="10411" y="26286"/>
                          <a:pt x="2343" y="19326"/>
                        </a:cubicBezTo>
                        <a:cubicBezTo>
                          <a:pt x="-406" y="16977"/>
                          <a:pt x="-982" y="11923"/>
                          <a:pt x="1944" y="9308"/>
                        </a:cubicBezTo>
                        <a:cubicBezTo>
                          <a:pt x="10145" y="1771"/>
                          <a:pt x="22070" y="-1687"/>
                          <a:pt x="36699" y="796"/>
                        </a:cubicBezTo>
                        <a:cubicBezTo>
                          <a:pt x="44723" y="2082"/>
                          <a:pt x="58776" y="5539"/>
                          <a:pt x="65559" y="6914"/>
                        </a:cubicBezTo>
                        <a:cubicBezTo>
                          <a:pt x="78326" y="9662"/>
                          <a:pt x="84488" y="14672"/>
                          <a:pt x="92202" y="21720"/>
                        </a:cubicBezTo>
                        <a:cubicBezTo>
                          <a:pt x="94818" y="23981"/>
                          <a:pt x="96192" y="28769"/>
                          <a:pt x="93798" y="31384"/>
                        </a:cubicBezTo>
                        <a:cubicBezTo>
                          <a:pt x="86882" y="38743"/>
                          <a:pt x="76686" y="43442"/>
                          <a:pt x="61081" y="4171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49" name="Forme libre : forme 23348">
                    <a:extLst>
                      <a:ext uri="{FF2B5EF4-FFF2-40B4-BE49-F238E27FC236}">
                        <a16:creationId xmlns:a16="http://schemas.microsoft.com/office/drawing/2014/main" id="{7E1EC1A5-A94A-4E93-A5C6-38C0AF8D66F1}"/>
                      </a:ext>
                    </a:extLst>
                  </p:cNvPr>
                  <p:cNvSpPr/>
                  <p:nvPr/>
                </p:nvSpPr>
                <p:spPr>
                  <a:xfrm>
                    <a:off x="6684715" y="1148393"/>
                    <a:ext cx="93715" cy="26589"/>
                  </a:xfrm>
                  <a:custGeom>
                    <a:avLst/>
                    <a:gdLst>
                      <a:gd name="connsiteX0" fmla="*/ 35819 w 93715"/>
                      <a:gd name="connsiteY0" fmla="*/ 8379 h 26589"/>
                      <a:gd name="connsiteX1" fmla="*/ 16979 w 93715"/>
                      <a:gd name="connsiteY1" fmla="*/ 4743 h 26589"/>
                      <a:gd name="connsiteX2" fmla="*/ 0 w 93715"/>
                      <a:gd name="connsiteY2" fmla="*/ 0 h 26589"/>
                      <a:gd name="connsiteX3" fmla="*/ 2172 w 93715"/>
                      <a:gd name="connsiteY3" fmla="*/ 3901 h 26589"/>
                      <a:gd name="connsiteX4" fmla="*/ 6073 w 93715"/>
                      <a:gd name="connsiteY4" fmla="*/ 7270 h 26589"/>
                      <a:gd name="connsiteX5" fmla="*/ 11570 w 93715"/>
                      <a:gd name="connsiteY5" fmla="*/ 11703 h 26589"/>
                      <a:gd name="connsiteX6" fmla="*/ 17688 w 93715"/>
                      <a:gd name="connsiteY6" fmla="*/ 15516 h 26589"/>
                      <a:gd name="connsiteX7" fmla="*/ 28460 w 93715"/>
                      <a:gd name="connsiteY7" fmla="*/ 19506 h 26589"/>
                      <a:gd name="connsiteX8" fmla="*/ 33293 w 93715"/>
                      <a:gd name="connsiteY8" fmla="*/ 20747 h 26589"/>
                      <a:gd name="connsiteX9" fmla="*/ 58340 w 93715"/>
                      <a:gd name="connsiteY9" fmla="*/ 25934 h 26589"/>
                      <a:gd name="connsiteX10" fmla="*/ 60911 w 93715"/>
                      <a:gd name="connsiteY10" fmla="*/ 26244 h 26589"/>
                      <a:gd name="connsiteX11" fmla="*/ 75584 w 93715"/>
                      <a:gd name="connsiteY11" fmla="*/ 25756 h 26589"/>
                      <a:gd name="connsiteX12" fmla="*/ 90081 w 93715"/>
                      <a:gd name="connsiteY12" fmla="*/ 19195 h 26589"/>
                      <a:gd name="connsiteX13" fmla="*/ 93627 w 93715"/>
                      <a:gd name="connsiteY13" fmla="*/ 15915 h 26589"/>
                      <a:gd name="connsiteX14" fmla="*/ 93716 w 93715"/>
                      <a:gd name="connsiteY14" fmla="*/ 15782 h 26589"/>
                      <a:gd name="connsiteX15" fmla="*/ 64280 w 93715"/>
                      <a:gd name="connsiteY15" fmla="*/ 13521 h 26589"/>
                      <a:gd name="connsiteX16" fmla="*/ 35819 w 93715"/>
                      <a:gd name="connsiteY16" fmla="*/ 8379 h 26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3715" h="26589">
                        <a:moveTo>
                          <a:pt x="35819" y="8379"/>
                        </a:moveTo>
                        <a:cubicBezTo>
                          <a:pt x="29436" y="7315"/>
                          <a:pt x="22963" y="6118"/>
                          <a:pt x="16979" y="4743"/>
                        </a:cubicBezTo>
                        <a:cubicBezTo>
                          <a:pt x="10950" y="3458"/>
                          <a:pt x="5320" y="2039"/>
                          <a:pt x="0" y="0"/>
                        </a:cubicBezTo>
                        <a:cubicBezTo>
                          <a:pt x="310" y="1507"/>
                          <a:pt x="1020" y="2926"/>
                          <a:pt x="2172" y="3901"/>
                        </a:cubicBezTo>
                        <a:cubicBezTo>
                          <a:pt x="3546" y="5098"/>
                          <a:pt x="4832" y="6206"/>
                          <a:pt x="6073" y="7270"/>
                        </a:cubicBezTo>
                        <a:cubicBezTo>
                          <a:pt x="7935" y="8911"/>
                          <a:pt x="9664" y="10329"/>
                          <a:pt x="11570" y="11703"/>
                        </a:cubicBezTo>
                        <a:cubicBezTo>
                          <a:pt x="13477" y="13211"/>
                          <a:pt x="15383" y="14275"/>
                          <a:pt x="17688" y="15516"/>
                        </a:cubicBezTo>
                        <a:cubicBezTo>
                          <a:pt x="20614" y="16979"/>
                          <a:pt x="24072" y="18309"/>
                          <a:pt x="28460" y="19506"/>
                        </a:cubicBezTo>
                        <a:cubicBezTo>
                          <a:pt x="29835" y="19860"/>
                          <a:pt x="31475" y="20304"/>
                          <a:pt x="33293" y="20747"/>
                        </a:cubicBezTo>
                        <a:cubicBezTo>
                          <a:pt x="40474" y="22565"/>
                          <a:pt x="51158" y="24958"/>
                          <a:pt x="58340" y="25934"/>
                        </a:cubicBezTo>
                        <a:cubicBezTo>
                          <a:pt x="59270" y="26067"/>
                          <a:pt x="60157" y="26155"/>
                          <a:pt x="60911" y="26244"/>
                        </a:cubicBezTo>
                        <a:cubicBezTo>
                          <a:pt x="66408" y="26820"/>
                          <a:pt x="71284" y="26687"/>
                          <a:pt x="75584" y="25756"/>
                        </a:cubicBezTo>
                        <a:cubicBezTo>
                          <a:pt x="81436" y="24604"/>
                          <a:pt x="86135" y="22121"/>
                          <a:pt x="90081" y="19195"/>
                        </a:cubicBezTo>
                        <a:cubicBezTo>
                          <a:pt x="91322" y="18220"/>
                          <a:pt x="92519" y="17112"/>
                          <a:pt x="93627" y="15915"/>
                        </a:cubicBezTo>
                        <a:lnTo>
                          <a:pt x="93716" y="15782"/>
                        </a:lnTo>
                        <a:cubicBezTo>
                          <a:pt x="83918" y="15959"/>
                          <a:pt x="73988" y="15073"/>
                          <a:pt x="64280" y="13521"/>
                        </a:cubicBezTo>
                        <a:cubicBezTo>
                          <a:pt x="54527" y="12058"/>
                          <a:pt x="44996" y="9886"/>
                          <a:pt x="35819" y="837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50" name="Forme libre : forme 23349">
                    <a:extLst>
                      <a:ext uri="{FF2B5EF4-FFF2-40B4-BE49-F238E27FC236}">
                        <a16:creationId xmlns:a16="http://schemas.microsoft.com/office/drawing/2014/main" id="{81318D37-7EF7-4A61-B41D-D8AC44F19311}"/>
                      </a:ext>
                    </a:extLst>
                  </p:cNvPr>
                  <p:cNvSpPr/>
                  <p:nvPr/>
                </p:nvSpPr>
                <p:spPr>
                  <a:xfrm>
                    <a:off x="6717569" y="1148685"/>
                    <a:ext cx="43662" cy="14831"/>
                  </a:xfrm>
                  <a:custGeom>
                    <a:avLst/>
                    <a:gdLst>
                      <a:gd name="connsiteX0" fmla="*/ 43661 w 43662"/>
                      <a:gd name="connsiteY0" fmla="*/ 11279 h 14831"/>
                      <a:gd name="connsiteX1" fmla="*/ 33731 w 43662"/>
                      <a:gd name="connsiteY1" fmla="*/ 14825 h 14831"/>
                      <a:gd name="connsiteX2" fmla="*/ 19589 w 43662"/>
                      <a:gd name="connsiteY2" fmla="*/ 13496 h 14831"/>
                      <a:gd name="connsiteX3" fmla="*/ 39 w 43662"/>
                      <a:gd name="connsiteY3" fmla="*/ 2812 h 14831"/>
                      <a:gd name="connsiteX4" fmla="*/ 21806 w 43662"/>
                      <a:gd name="connsiteY4" fmla="*/ 2191 h 14831"/>
                      <a:gd name="connsiteX5" fmla="*/ 34750 w 43662"/>
                      <a:gd name="connsiteY5" fmla="*/ 5693 h 14831"/>
                      <a:gd name="connsiteX6" fmla="*/ 43661 w 43662"/>
                      <a:gd name="connsiteY6" fmla="*/ 11279 h 14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662" h="14831">
                        <a:moveTo>
                          <a:pt x="43661" y="11279"/>
                        </a:moveTo>
                        <a:cubicBezTo>
                          <a:pt x="43572" y="13673"/>
                          <a:pt x="39050" y="14692"/>
                          <a:pt x="33731" y="14825"/>
                        </a:cubicBezTo>
                        <a:cubicBezTo>
                          <a:pt x="28455" y="14914"/>
                          <a:pt x="22515" y="14072"/>
                          <a:pt x="19589" y="13496"/>
                        </a:cubicBezTo>
                        <a:cubicBezTo>
                          <a:pt x="13649" y="12299"/>
                          <a:pt x="-848" y="7777"/>
                          <a:pt x="39" y="2812"/>
                        </a:cubicBezTo>
                        <a:cubicBezTo>
                          <a:pt x="970" y="-2331"/>
                          <a:pt x="16619" y="906"/>
                          <a:pt x="21806" y="2191"/>
                        </a:cubicBezTo>
                        <a:cubicBezTo>
                          <a:pt x="24421" y="2856"/>
                          <a:pt x="29918" y="4142"/>
                          <a:pt x="34750" y="5693"/>
                        </a:cubicBezTo>
                        <a:cubicBezTo>
                          <a:pt x="39538" y="7112"/>
                          <a:pt x="43749" y="8974"/>
                          <a:pt x="43661" y="1127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51" name="Forme libre : forme 23350">
                    <a:extLst>
                      <a:ext uri="{FF2B5EF4-FFF2-40B4-BE49-F238E27FC236}">
                        <a16:creationId xmlns:a16="http://schemas.microsoft.com/office/drawing/2014/main" id="{EE4D0DFC-A679-4DEF-88DA-30F9BCCE2F26}"/>
                      </a:ext>
                    </a:extLst>
                  </p:cNvPr>
                  <p:cNvSpPr/>
                  <p:nvPr/>
                </p:nvSpPr>
                <p:spPr>
                  <a:xfrm>
                    <a:off x="6717372" y="1148918"/>
                    <a:ext cx="29716" cy="14328"/>
                  </a:xfrm>
                  <a:custGeom>
                    <a:avLst/>
                    <a:gdLst>
                      <a:gd name="connsiteX0" fmla="*/ 10344 w 29716"/>
                      <a:gd name="connsiteY0" fmla="*/ 7 h 14328"/>
                      <a:gd name="connsiteX1" fmla="*/ 15 w 29716"/>
                      <a:gd name="connsiteY1" fmla="*/ 2490 h 14328"/>
                      <a:gd name="connsiteX2" fmla="*/ 20052 w 29716"/>
                      <a:gd name="connsiteY2" fmla="*/ 13306 h 14328"/>
                      <a:gd name="connsiteX3" fmla="*/ 29716 w 29716"/>
                      <a:gd name="connsiteY3" fmla="*/ 14326 h 14328"/>
                      <a:gd name="connsiteX4" fmla="*/ 24663 w 29716"/>
                      <a:gd name="connsiteY4" fmla="*/ 13129 h 14328"/>
                      <a:gd name="connsiteX5" fmla="*/ 10344 w 29716"/>
                      <a:gd name="connsiteY5" fmla="*/ 7 h 1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716" h="14328">
                        <a:moveTo>
                          <a:pt x="10344" y="7"/>
                        </a:moveTo>
                        <a:cubicBezTo>
                          <a:pt x="7462" y="229"/>
                          <a:pt x="-384" y="-880"/>
                          <a:pt x="15" y="2490"/>
                        </a:cubicBezTo>
                        <a:cubicBezTo>
                          <a:pt x="591" y="7809"/>
                          <a:pt x="12605" y="11666"/>
                          <a:pt x="20052" y="13306"/>
                        </a:cubicBezTo>
                        <a:cubicBezTo>
                          <a:pt x="22180" y="13794"/>
                          <a:pt x="27145" y="14370"/>
                          <a:pt x="29716" y="14326"/>
                        </a:cubicBezTo>
                        <a:cubicBezTo>
                          <a:pt x="28298" y="14016"/>
                          <a:pt x="25904" y="13661"/>
                          <a:pt x="24663" y="13129"/>
                        </a:cubicBezTo>
                        <a:cubicBezTo>
                          <a:pt x="17481" y="10026"/>
                          <a:pt x="9546" y="5593"/>
                          <a:pt x="10344" y="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52" name="Forme libre : forme 23351">
                    <a:extLst>
                      <a:ext uri="{FF2B5EF4-FFF2-40B4-BE49-F238E27FC236}">
                        <a16:creationId xmlns:a16="http://schemas.microsoft.com/office/drawing/2014/main" id="{324A8ACD-4E26-4AB5-8E9B-872BDC77AE2F}"/>
                      </a:ext>
                    </a:extLst>
                  </p:cNvPr>
                  <p:cNvSpPr/>
                  <p:nvPr/>
                </p:nvSpPr>
                <p:spPr>
                  <a:xfrm>
                    <a:off x="6719538" y="1150368"/>
                    <a:ext cx="44100" cy="14586"/>
                  </a:xfrm>
                  <a:custGeom>
                    <a:avLst/>
                    <a:gdLst>
                      <a:gd name="connsiteX0" fmla="*/ 43997 w 44100"/>
                      <a:gd name="connsiteY0" fmla="*/ 10926 h 14586"/>
                      <a:gd name="connsiteX1" fmla="*/ 19438 w 44100"/>
                      <a:gd name="connsiteY1" fmla="*/ 13541 h 14586"/>
                      <a:gd name="connsiteX2" fmla="*/ 21 w 44100"/>
                      <a:gd name="connsiteY2" fmla="*/ 2813 h 14586"/>
                      <a:gd name="connsiteX3" fmla="*/ 21699 w 44100"/>
                      <a:gd name="connsiteY3" fmla="*/ 2148 h 14586"/>
                      <a:gd name="connsiteX4" fmla="*/ 35264 w 44100"/>
                      <a:gd name="connsiteY4" fmla="*/ 5429 h 14586"/>
                      <a:gd name="connsiteX5" fmla="*/ 43997 w 44100"/>
                      <a:gd name="connsiteY5" fmla="*/ 10926 h 14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4100" h="14586">
                        <a:moveTo>
                          <a:pt x="43997" y="10926"/>
                        </a:moveTo>
                        <a:cubicBezTo>
                          <a:pt x="42357" y="15802"/>
                          <a:pt x="25821" y="14827"/>
                          <a:pt x="19438" y="13541"/>
                        </a:cubicBezTo>
                        <a:cubicBezTo>
                          <a:pt x="12921" y="12477"/>
                          <a:pt x="-600" y="7955"/>
                          <a:pt x="21" y="2813"/>
                        </a:cubicBezTo>
                        <a:cubicBezTo>
                          <a:pt x="597" y="-2507"/>
                          <a:pt x="16822" y="1173"/>
                          <a:pt x="21699" y="2148"/>
                        </a:cubicBezTo>
                        <a:cubicBezTo>
                          <a:pt x="24181" y="2680"/>
                          <a:pt x="30122" y="4010"/>
                          <a:pt x="35264" y="5429"/>
                        </a:cubicBezTo>
                        <a:cubicBezTo>
                          <a:pt x="40406" y="7024"/>
                          <a:pt x="44839" y="8576"/>
                          <a:pt x="43997" y="1092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53" name="Forme libre : forme 23352">
                    <a:extLst>
                      <a:ext uri="{FF2B5EF4-FFF2-40B4-BE49-F238E27FC236}">
                        <a16:creationId xmlns:a16="http://schemas.microsoft.com/office/drawing/2014/main" id="{D6581AD4-C28B-4C6F-AF9A-4DB64BC1E1BD}"/>
                      </a:ext>
                    </a:extLst>
                  </p:cNvPr>
                  <p:cNvSpPr/>
                  <p:nvPr/>
                </p:nvSpPr>
                <p:spPr>
                  <a:xfrm>
                    <a:off x="6697014" y="1140505"/>
                    <a:ext cx="53178" cy="29157"/>
                  </a:xfrm>
                  <a:custGeom>
                    <a:avLst/>
                    <a:gdLst>
                      <a:gd name="connsiteX0" fmla="*/ 247 w 53178"/>
                      <a:gd name="connsiteY0" fmla="*/ 8243 h 29157"/>
                      <a:gd name="connsiteX1" fmla="*/ 5123 w 53178"/>
                      <a:gd name="connsiteY1" fmla="*/ 14361 h 29157"/>
                      <a:gd name="connsiteX2" fmla="*/ 22634 w 53178"/>
                      <a:gd name="connsiteY2" fmla="*/ 25444 h 29157"/>
                      <a:gd name="connsiteX3" fmla="*/ 44267 w 53178"/>
                      <a:gd name="connsiteY3" fmla="*/ 29079 h 29157"/>
                      <a:gd name="connsiteX4" fmla="*/ 53089 w 53178"/>
                      <a:gd name="connsiteY4" fmla="*/ 24069 h 29157"/>
                      <a:gd name="connsiteX5" fmla="*/ 46617 w 53178"/>
                      <a:gd name="connsiteY5" fmla="*/ 20257 h 29157"/>
                      <a:gd name="connsiteX6" fmla="*/ 29549 w 53178"/>
                      <a:gd name="connsiteY6" fmla="*/ 9839 h 29157"/>
                      <a:gd name="connsiteX7" fmla="*/ 11772 w 53178"/>
                      <a:gd name="connsiteY7" fmla="*/ 42 h 29157"/>
                      <a:gd name="connsiteX8" fmla="*/ 2507 w 53178"/>
                      <a:gd name="connsiteY8" fmla="*/ 2480 h 29157"/>
                      <a:gd name="connsiteX9" fmla="*/ 247 w 53178"/>
                      <a:gd name="connsiteY9" fmla="*/ 8243 h 29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178" h="29157">
                        <a:moveTo>
                          <a:pt x="247" y="8243"/>
                        </a:moveTo>
                        <a:cubicBezTo>
                          <a:pt x="1222" y="11258"/>
                          <a:pt x="2241" y="12233"/>
                          <a:pt x="5123" y="14361"/>
                        </a:cubicBezTo>
                        <a:cubicBezTo>
                          <a:pt x="10620" y="18661"/>
                          <a:pt x="14654" y="22340"/>
                          <a:pt x="22634" y="25444"/>
                        </a:cubicBezTo>
                        <a:cubicBezTo>
                          <a:pt x="29283" y="28059"/>
                          <a:pt x="37706" y="29522"/>
                          <a:pt x="44267" y="29079"/>
                        </a:cubicBezTo>
                        <a:cubicBezTo>
                          <a:pt x="49232" y="28680"/>
                          <a:pt x="53887" y="27084"/>
                          <a:pt x="53089" y="24069"/>
                        </a:cubicBezTo>
                        <a:cubicBezTo>
                          <a:pt x="52646" y="22207"/>
                          <a:pt x="49188" y="21498"/>
                          <a:pt x="46617" y="20257"/>
                        </a:cubicBezTo>
                        <a:cubicBezTo>
                          <a:pt x="40543" y="17198"/>
                          <a:pt x="34869" y="14361"/>
                          <a:pt x="29549" y="9839"/>
                        </a:cubicBezTo>
                        <a:cubicBezTo>
                          <a:pt x="25072" y="6027"/>
                          <a:pt x="20284" y="618"/>
                          <a:pt x="11772" y="42"/>
                        </a:cubicBezTo>
                        <a:cubicBezTo>
                          <a:pt x="7960" y="-224"/>
                          <a:pt x="4591" y="796"/>
                          <a:pt x="2507" y="2480"/>
                        </a:cubicBezTo>
                        <a:cubicBezTo>
                          <a:pt x="379" y="4032"/>
                          <a:pt x="-463" y="6115"/>
                          <a:pt x="247" y="824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54" name="Forme libre : forme 23353">
                    <a:extLst>
                      <a:ext uri="{FF2B5EF4-FFF2-40B4-BE49-F238E27FC236}">
                        <a16:creationId xmlns:a16="http://schemas.microsoft.com/office/drawing/2014/main" id="{2D6F0F55-2772-47F5-B768-33F3607287DB}"/>
                      </a:ext>
                    </a:extLst>
                  </p:cNvPr>
                  <p:cNvSpPr/>
                  <p:nvPr/>
                </p:nvSpPr>
                <p:spPr>
                  <a:xfrm>
                    <a:off x="6708601" y="1142931"/>
                    <a:ext cx="18772" cy="4659"/>
                  </a:xfrm>
                  <a:custGeom>
                    <a:avLst/>
                    <a:gdLst>
                      <a:gd name="connsiteX0" fmla="*/ 2048 w 18772"/>
                      <a:gd name="connsiteY0" fmla="*/ 1029 h 4659"/>
                      <a:gd name="connsiteX1" fmla="*/ 97 w 18772"/>
                      <a:gd name="connsiteY1" fmla="*/ 1915 h 4659"/>
                      <a:gd name="connsiteX2" fmla="*/ 1294 w 18772"/>
                      <a:gd name="connsiteY2" fmla="*/ 3245 h 4659"/>
                      <a:gd name="connsiteX3" fmla="*/ 4574 w 18772"/>
                      <a:gd name="connsiteY3" fmla="*/ 3910 h 4659"/>
                      <a:gd name="connsiteX4" fmla="*/ 12820 w 18772"/>
                      <a:gd name="connsiteY4" fmla="*/ 4619 h 4659"/>
                      <a:gd name="connsiteX5" fmla="*/ 15835 w 18772"/>
                      <a:gd name="connsiteY5" fmla="*/ 4531 h 4659"/>
                      <a:gd name="connsiteX6" fmla="*/ 14992 w 18772"/>
                      <a:gd name="connsiteY6" fmla="*/ 320 h 4659"/>
                      <a:gd name="connsiteX7" fmla="*/ 2048 w 18772"/>
                      <a:gd name="connsiteY7" fmla="*/ 1029 h 4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772" h="4659">
                        <a:moveTo>
                          <a:pt x="2048" y="1029"/>
                        </a:moveTo>
                        <a:cubicBezTo>
                          <a:pt x="1161" y="1206"/>
                          <a:pt x="496" y="1428"/>
                          <a:pt x="97" y="1915"/>
                        </a:cubicBezTo>
                        <a:cubicBezTo>
                          <a:pt x="-257" y="2447"/>
                          <a:pt x="408" y="2891"/>
                          <a:pt x="1294" y="3245"/>
                        </a:cubicBezTo>
                        <a:cubicBezTo>
                          <a:pt x="2181" y="3600"/>
                          <a:pt x="3555" y="3822"/>
                          <a:pt x="4574" y="3910"/>
                        </a:cubicBezTo>
                        <a:cubicBezTo>
                          <a:pt x="7323" y="4176"/>
                          <a:pt x="10205" y="4531"/>
                          <a:pt x="12820" y="4619"/>
                        </a:cubicBezTo>
                        <a:cubicBezTo>
                          <a:pt x="13884" y="4664"/>
                          <a:pt x="14948" y="4708"/>
                          <a:pt x="15835" y="4531"/>
                        </a:cubicBezTo>
                        <a:cubicBezTo>
                          <a:pt x="19603" y="3777"/>
                          <a:pt x="20179" y="1206"/>
                          <a:pt x="14992" y="320"/>
                        </a:cubicBezTo>
                        <a:cubicBezTo>
                          <a:pt x="10958" y="-390"/>
                          <a:pt x="5771" y="186"/>
                          <a:pt x="2048" y="102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55" name="Forme libre : forme 23354">
                    <a:extLst>
                      <a:ext uri="{FF2B5EF4-FFF2-40B4-BE49-F238E27FC236}">
                        <a16:creationId xmlns:a16="http://schemas.microsoft.com/office/drawing/2014/main" id="{A49396A9-8D72-426B-9729-42D8937BB6FE}"/>
                      </a:ext>
                    </a:extLst>
                  </p:cNvPr>
                  <p:cNvSpPr/>
                  <p:nvPr/>
                </p:nvSpPr>
                <p:spPr>
                  <a:xfrm>
                    <a:off x="6746911" y="1163200"/>
                    <a:ext cx="30056" cy="10993"/>
                  </a:xfrm>
                  <a:custGeom>
                    <a:avLst/>
                    <a:gdLst>
                      <a:gd name="connsiteX0" fmla="*/ 30056 w 30056"/>
                      <a:gd name="connsiteY0" fmla="*/ 0 h 10993"/>
                      <a:gd name="connsiteX1" fmla="*/ 17511 w 30056"/>
                      <a:gd name="connsiteY1" fmla="*/ 7847 h 10993"/>
                      <a:gd name="connsiteX2" fmla="*/ 0 w 30056"/>
                      <a:gd name="connsiteY2" fmla="*/ 10994 h 10993"/>
                      <a:gd name="connsiteX3" fmla="*/ 30056 w 30056"/>
                      <a:gd name="connsiteY3" fmla="*/ 0 h 1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056" h="10993">
                        <a:moveTo>
                          <a:pt x="30056" y="0"/>
                        </a:moveTo>
                        <a:cubicBezTo>
                          <a:pt x="28150" y="3280"/>
                          <a:pt x="23274" y="6029"/>
                          <a:pt x="17511" y="7847"/>
                        </a:cubicBezTo>
                        <a:cubicBezTo>
                          <a:pt x="11703" y="9708"/>
                          <a:pt x="5098" y="10551"/>
                          <a:pt x="0" y="10994"/>
                        </a:cubicBezTo>
                        <a:cubicBezTo>
                          <a:pt x="11171" y="10152"/>
                          <a:pt x="23052" y="5098"/>
                          <a:pt x="3005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56" name="Forme libre : forme 23355">
                    <a:extLst>
                      <a:ext uri="{FF2B5EF4-FFF2-40B4-BE49-F238E27FC236}">
                        <a16:creationId xmlns:a16="http://schemas.microsoft.com/office/drawing/2014/main" id="{99CCD8AE-9166-4562-AA2F-E3F04C479CC8}"/>
                      </a:ext>
                    </a:extLst>
                  </p:cNvPr>
                  <p:cNvSpPr/>
                  <p:nvPr/>
                </p:nvSpPr>
                <p:spPr>
                  <a:xfrm>
                    <a:off x="6687197" y="1134541"/>
                    <a:ext cx="34932" cy="8620"/>
                  </a:xfrm>
                  <a:custGeom>
                    <a:avLst/>
                    <a:gdLst>
                      <a:gd name="connsiteX0" fmla="*/ 34933 w 34932"/>
                      <a:gd name="connsiteY0" fmla="*/ 597 h 8620"/>
                      <a:gd name="connsiteX1" fmla="*/ 15737 w 34932"/>
                      <a:gd name="connsiteY1" fmla="*/ 1350 h 8620"/>
                      <a:gd name="connsiteX2" fmla="*/ 0 w 34932"/>
                      <a:gd name="connsiteY2" fmla="*/ 8621 h 8620"/>
                      <a:gd name="connsiteX3" fmla="*/ 16137 w 34932"/>
                      <a:gd name="connsiteY3" fmla="*/ 1927 h 8620"/>
                      <a:gd name="connsiteX4" fmla="*/ 34933 w 34932"/>
                      <a:gd name="connsiteY4" fmla="*/ 597 h 8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32" h="8620">
                        <a:moveTo>
                          <a:pt x="34933" y="597"/>
                        </a:moveTo>
                        <a:cubicBezTo>
                          <a:pt x="28549" y="-423"/>
                          <a:pt x="21811" y="-113"/>
                          <a:pt x="15737" y="1350"/>
                        </a:cubicBezTo>
                        <a:cubicBezTo>
                          <a:pt x="9576" y="2858"/>
                          <a:pt x="4167" y="5429"/>
                          <a:pt x="0" y="8621"/>
                        </a:cubicBezTo>
                        <a:cubicBezTo>
                          <a:pt x="3680" y="5473"/>
                          <a:pt x="9620" y="3212"/>
                          <a:pt x="16137" y="1927"/>
                        </a:cubicBezTo>
                        <a:cubicBezTo>
                          <a:pt x="22520" y="730"/>
                          <a:pt x="29391" y="508"/>
                          <a:pt x="34933" y="5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57" name="Forme libre : forme 23356">
                    <a:extLst>
                      <a:ext uri="{FF2B5EF4-FFF2-40B4-BE49-F238E27FC236}">
                        <a16:creationId xmlns:a16="http://schemas.microsoft.com/office/drawing/2014/main" id="{4DA9169B-09A4-49DD-B4C3-BAE35DADB8FF}"/>
                      </a:ext>
                    </a:extLst>
                  </p:cNvPr>
                  <p:cNvSpPr/>
                  <p:nvPr/>
                </p:nvSpPr>
                <p:spPr>
                  <a:xfrm>
                    <a:off x="6735639" y="1151820"/>
                    <a:ext cx="15841" cy="6027"/>
                  </a:xfrm>
                  <a:custGeom>
                    <a:avLst/>
                    <a:gdLst>
                      <a:gd name="connsiteX0" fmla="*/ 15661 w 15841"/>
                      <a:gd name="connsiteY0" fmla="*/ 5483 h 6027"/>
                      <a:gd name="connsiteX1" fmla="*/ 6041 w 15841"/>
                      <a:gd name="connsiteY1" fmla="*/ 4508 h 6027"/>
                      <a:gd name="connsiteX2" fmla="*/ 278 w 15841"/>
                      <a:gd name="connsiteY2" fmla="*/ 474 h 6027"/>
                      <a:gd name="connsiteX3" fmla="*/ 9233 w 15841"/>
                      <a:gd name="connsiteY3" fmla="*/ 1671 h 6027"/>
                      <a:gd name="connsiteX4" fmla="*/ 15661 w 15841"/>
                      <a:gd name="connsiteY4" fmla="*/ 5483 h 6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1" h="6027">
                        <a:moveTo>
                          <a:pt x="15661" y="5483"/>
                        </a:moveTo>
                        <a:cubicBezTo>
                          <a:pt x="14375" y="6902"/>
                          <a:pt x="7947" y="5173"/>
                          <a:pt x="6041" y="4508"/>
                        </a:cubicBezTo>
                        <a:cubicBezTo>
                          <a:pt x="4091" y="3887"/>
                          <a:pt x="-1274" y="1892"/>
                          <a:pt x="278" y="474"/>
                        </a:cubicBezTo>
                        <a:cubicBezTo>
                          <a:pt x="1830" y="-900"/>
                          <a:pt x="7459" y="1095"/>
                          <a:pt x="9233" y="1671"/>
                        </a:cubicBezTo>
                        <a:cubicBezTo>
                          <a:pt x="11006" y="2247"/>
                          <a:pt x="16946" y="4065"/>
                          <a:pt x="15661" y="548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58" name="Forme libre : forme 23357">
                    <a:extLst>
                      <a:ext uri="{FF2B5EF4-FFF2-40B4-BE49-F238E27FC236}">
                        <a16:creationId xmlns:a16="http://schemas.microsoft.com/office/drawing/2014/main" id="{A43F565C-D3AC-4039-A4ED-5708BF201FA7}"/>
                      </a:ext>
                    </a:extLst>
                  </p:cNvPr>
                  <p:cNvSpPr/>
                  <p:nvPr/>
                </p:nvSpPr>
                <p:spPr>
                  <a:xfrm>
                    <a:off x="6749304" y="1156042"/>
                    <a:ext cx="4570" cy="1721"/>
                  </a:xfrm>
                  <a:custGeom>
                    <a:avLst/>
                    <a:gdLst>
                      <a:gd name="connsiteX0" fmla="*/ 4567 w 4570"/>
                      <a:gd name="connsiteY0" fmla="*/ 1173 h 1721"/>
                      <a:gd name="connsiteX1" fmla="*/ 2351 w 4570"/>
                      <a:gd name="connsiteY1" fmla="*/ 1660 h 1721"/>
                      <a:gd name="connsiteX2" fmla="*/ 1 w 4570"/>
                      <a:gd name="connsiteY2" fmla="*/ 508 h 1721"/>
                      <a:gd name="connsiteX3" fmla="*/ 2173 w 4570"/>
                      <a:gd name="connsiteY3" fmla="*/ 109 h 1721"/>
                      <a:gd name="connsiteX4" fmla="*/ 4567 w 4570"/>
                      <a:gd name="connsiteY4" fmla="*/ 1173 h 1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0" h="1721">
                        <a:moveTo>
                          <a:pt x="4567" y="1173"/>
                        </a:moveTo>
                        <a:cubicBezTo>
                          <a:pt x="4656" y="1838"/>
                          <a:pt x="3104" y="1749"/>
                          <a:pt x="2351" y="1660"/>
                        </a:cubicBezTo>
                        <a:cubicBezTo>
                          <a:pt x="1597" y="1572"/>
                          <a:pt x="45" y="1173"/>
                          <a:pt x="1" y="508"/>
                        </a:cubicBezTo>
                        <a:cubicBezTo>
                          <a:pt x="-43" y="-157"/>
                          <a:pt x="1375" y="-24"/>
                          <a:pt x="2173" y="109"/>
                        </a:cubicBezTo>
                        <a:cubicBezTo>
                          <a:pt x="2927" y="197"/>
                          <a:pt x="4478" y="508"/>
                          <a:pt x="4567" y="11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59" name="Forme libre : forme 23358">
                    <a:extLst>
                      <a:ext uri="{FF2B5EF4-FFF2-40B4-BE49-F238E27FC236}">
                        <a16:creationId xmlns:a16="http://schemas.microsoft.com/office/drawing/2014/main" id="{B2FBF775-14E7-4E81-8303-70EE01B24E0F}"/>
                      </a:ext>
                    </a:extLst>
                  </p:cNvPr>
                  <p:cNvSpPr/>
                  <p:nvPr/>
                </p:nvSpPr>
                <p:spPr>
                  <a:xfrm>
                    <a:off x="6737540" y="1141672"/>
                    <a:ext cx="37566" cy="20020"/>
                  </a:xfrm>
                  <a:custGeom>
                    <a:avLst/>
                    <a:gdLst>
                      <a:gd name="connsiteX0" fmla="*/ 27990 w 37566"/>
                      <a:gd name="connsiteY0" fmla="*/ 10135 h 20020"/>
                      <a:gd name="connsiteX1" fmla="*/ 37300 w 37566"/>
                      <a:gd name="connsiteY1" fmla="*/ 17405 h 20020"/>
                      <a:gd name="connsiteX2" fmla="*/ 34418 w 37566"/>
                      <a:gd name="connsiteY2" fmla="*/ 20020 h 20020"/>
                      <a:gd name="connsiteX3" fmla="*/ 29586 w 37566"/>
                      <a:gd name="connsiteY3" fmla="*/ 18292 h 20020"/>
                      <a:gd name="connsiteX4" fmla="*/ 16154 w 37566"/>
                      <a:gd name="connsiteY4" fmla="*/ 10755 h 20020"/>
                      <a:gd name="connsiteX5" fmla="*/ 549 w 37566"/>
                      <a:gd name="connsiteY5" fmla="*/ 914 h 20020"/>
                      <a:gd name="connsiteX6" fmla="*/ 19789 w 37566"/>
                      <a:gd name="connsiteY6" fmla="*/ 4150 h 20020"/>
                      <a:gd name="connsiteX7" fmla="*/ 27990 w 37566"/>
                      <a:gd name="connsiteY7" fmla="*/ 10135 h 20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566" h="20020">
                        <a:moveTo>
                          <a:pt x="27990" y="10135"/>
                        </a:moveTo>
                        <a:cubicBezTo>
                          <a:pt x="31891" y="12706"/>
                          <a:pt x="34862" y="14124"/>
                          <a:pt x="37300" y="17405"/>
                        </a:cubicBezTo>
                        <a:cubicBezTo>
                          <a:pt x="38231" y="18602"/>
                          <a:pt x="36590" y="20020"/>
                          <a:pt x="34418" y="20020"/>
                        </a:cubicBezTo>
                        <a:cubicBezTo>
                          <a:pt x="32246" y="20020"/>
                          <a:pt x="30960" y="19178"/>
                          <a:pt x="29586" y="18292"/>
                        </a:cubicBezTo>
                        <a:cubicBezTo>
                          <a:pt x="25375" y="15454"/>
                          <a:pt x="20942" y="13326"/>
                          <a:pt x="16154" y="10755"/>
                        </a:cubicBezTo>
                        <a:cubicBezTo>
                          <a:pt x="13139" y="9381"/>
                          <a:pt x="-3174" y="3840"/>
                          <a:pt x="549" y="914"/>
                        </a:cubicBezTo>
                        <a:cubicBezTo>
                          <a:pt x="4362" y="-1879"/>
                          <a:pt x="15977" y="2465"/>
                          <a:pt x="19789" y="4150"/>
                        </a:cubicBezTo>
                        <a:cubicBezTo>
                          <a:pt x="23690" y="6145"/>
                          <a:pt x="25064" y="8184"/>
                          <a:pt x="27990" y="1013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22" name="Graphique 2">
                  <a:extLst>
                    <a:ext uri="{FF2B5EF4-FFF2-40B4-BE49-F238E27FC236}">
                      <a16:creationId xmlns:a16="http://schemas.microsoft.com/office/drawing/2014/main" id="{A4BE1F41-421C-4D30-827C-5409440BF620}"/>
                    </a:ext>
                  </a:extLst>
                </p:cNvPr>
                <p:cNvGrpSpPr/>
                <p:nvPr/>
              </p:nvGrpSpPr>
              <p:grpSpPr>
                <a:xfrm>
                  <a:off x="6779512" y="1139915"/>
                  <a:ext cx="96057" cy="36678"/>
                  <a:chOff x="6779512" y="1139915"/>
                  <a:chExt cx="96057" cy="36678"/>
                </a:xfrm>
                <a:solidFill>
                  <a:schemeClr val="accent1"/>
                </a:solidFill>
              </p:grpSpPr>
              <p:sp>
                <p:nvSpPr>
                  <p:cNvPr id="23336" name="Forme libre : forme 23335">
                    <a:extLst>
                      <a:ext uri="{FF2B5EF4-FFF2-40B4-BE49-F238E27FC236}">
                        <a16:creationId xmlns:a16="http://schemas.microsoft.com/office/drawing/2014/main" id="{9B2718DF-5836-4C02-9ED5-A9DD1EC13836}"/>
                      </a:ext>
                    </a:extLst>
                  </p:cNvPr>
                  <p:cNvSpPr/>
                  <p:nvPr/>
                </p:nvSpPr>
                <p:spPr>
                  <a:xfrm>
                    <a:off x="6779512" y="1139915"/>
                    <a:ext cx="96057" cy="36678"/>
                  </a:xfrm>
                  <a:custGeom>
                    <a:avLst/>
                    <a:gdLst>
                      <a:gd name="connsiteX0" fmla="*/ 65770 w 96057"/>
                      <a:gd name="connsiteY0" fmla="*/ 34900 h 36678"/>
                      <a:gd name="connsiteX1" fmla="*/ 33231 w 96057"/>
                      <a:gd name="connsiteY1" fmla="*/ 36673 h 36678"/>
                      <a:gd name="connsiteX2" fmla="*/ 1978 w 96057"/>
                      <a:gd name="connsiteY2" fmla="*/ 24748 h 36678"/>
                      <a:gd name="connsiteX3" fmla="*/ 2155 w 96057"/>
                      <a:gd name="connsiteY3" fmla="*/ 14729 h 36678"/>
                      <a:gd name="connsiteX4" fmla="*/ 32389 w 96057"/>
                      <a:gd name="connsiteY4" fmla="*/ 1607 h 36678"/>
                      <a:gd name="connsiteX5" fmla="*/ 62356 w 96057"/>
                      <a:gd name="connsiteY5" fmla="*/ 11 h 36678"/>
                      <a:gd name="connsiteX6" fmla="*/ 92856 w 96057"/>
                      <a:gd name="connsiteY6" fmla="*/ 10562 h 36678"/>
                      <a:gd name="connsiteX7" fmla="*/ 94984 w 96057"/>
                      <a:gd name="connsiteY7" fmla="*/ 20137 h 36678"/>
                      <a:gd name="connsiteX8" fmla="*/ 65770 w 96057"/>
                      <a:gd name="connsiteY8" fmla="*/ 34900 h 36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6057" h="36678">
                        <a:moveTo>
                          <a:pt x="65770" y="34900"/>
                        </a:moveTo>
                        <a:cubicBezTo>
                          <a:pt x="58100" y="35831"/>
                          <a:pt x="41255" y="36762"/>
                          <a:pt x="33231" y="36673"/>
                        </a:cubicBezTo>
                        <a:cubicBezTo>
                          <a:pt x="18114" y="36496"/>
                          <a:pt x="10489" y="32062"/>
                          <a:pt x="1978" y="24748"/>
                        </a:cubicBezTo>
                        <a:cubicBezTo>
                          <a:pt x="-860" y="22221"/>
                          <a:pt x="-505" y="17123"/>
                          <a:pt x="2155" y="14729"/>
                        </a:cubicBezTo>
                        <a:cubicBezTo>
                          <a:pt x="9691" y="7769"/>
                          <a:pt x="18557" y="2937"/>
                          <a:pt x="32389" y="1607"/>
                        </a:cubicBezTo>
                        <a:cubicBezTo>
                          <a:pt x="39836" y="853"/>
                          <a:pt x="54732" y="144"/>
                          <a:pt x="62356" y="11"/>
                        </a:cubicBezTo>
                        <a:cubicBezTo>
                          <a:pt x="76587" y="-255"/>
                          <a:pt x="84522" y="4223"/>
                          <a:pt x="92856" y="10562"/>
                        </a:cubicBezTo>
                        <a:cubicBezTo>
                          <a:pt x="95738" y="12734"/>
                          <a:pt x="97200" y="17478"/>
                          <a:pt x="94984" y="20137"/>
                        </a:cubicBezTo>
                        <a:cubicBezTo>
                          <a:pt x="88600" y="27940"/>
                          <a:pt x="80177" y="33126"/>
                          <a:pt x="65770" y="3490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37" name="Forme libre : forme 23336">
                    <a:extLst>
                      <a:ext uri="{FF2B5EF4-FFF2-40B4-BE49-F238E27FC236}">
                        <a16:creationId xmlns:a16="http://schemas.microsoft.com/office/drawing/2014/main" id="{EF6BCF43-E89B-4D35-A7FA-DF5BA48E030B}"/>
                      </a:ext>
                    </a:extLst>
                  </p:cNvPr>
                  <p:cNvSpPr/>
                  <p:nvPr/>
                </p:nvSpPr>
                <p:spPr>
                  <a:xfrm>
                    <a:off x="6779627" y="1159831"/>
                    <a:ext cx="95001" cy="16668"/>
                  </a:xfrm>
                  <a:custGeom>
                    <a:avLst/>
                    <a:gdLst>
                      <a:gd name="connsiteX0" fmla="*/ 37548 w 95001"/>
                      <a:gd name="connsiteY0" fmla="*/ 3945 h 16668"/>
                      <a:gd name="connsiteX1" fmla="*/ 0 w 95001"/>
                      <a:gd name="connsiteY1" fmla="*/ 665 h 16668"/>
                      <a:gd name="connsiteX2" fmla="*/ 1906 w 95001"/>
                      <a:gd name="connsiteY2" fmla="*/ 4699 h 16668"/>
                      <a:gd name="connsiteX3" fmla="*/ 6295 w 95001"/>
                      <a:gd name="connsiteY3" fmla="*/ 8245 h 16668"/>
                      <a:gd name="connsiteX4" fmla="*/ 20481 w 95001"/>
                      <a:gd name="connsiteY4" fmla="*/ 15161 h 16668"/>
                      <a:gd name="connsiteX5" fmla="*/ 33159 w 95001"/>
                      <a:gd name="connsiteY5" fmla="*/ 16668 h 16668"/>
                      <a:gd name="connsiteX6" fmla="*/ 38390 w 95001"/>
                      <a:gd name="connsiteY6" fmla="*/ 16624 h 16668"/>
                      <a:gd name="connsiteX7" fmla="*/ 63260 w 95001"/>
                      <a:gd name="connsiteY7" fmla="*/ 15161 h 16668"/>
                      <a:gd name="connsiteX8" fmla="*/ 65654 w 95001"/>
                      <a:gd name="connsiteY8" fmla="*/ 14895 h 16668"/>
                      <a:gd name="connsiteX9" fmla="*/ 78909 w 95001"/>
                      <a:gd name="connsiteY9" fmla="*/ 11748 h 16668"/>
                      <a:gd name="connsiteX10" fmla="*/ 91676 w 95001"/>
                      <a:gd name="connsiteY10" fmla="*/ 3635 h 16668"/>
                      <a:gd name="connsiteX11" fmla="*/ 94912 w 95001"/>
                      <a:gd name="connsiteY11" fmla="*/ 133 h 16668"/>
                      <a:gd name="connsiteX12" fmla="*/ 95001 w 95001"/>
                      <a:gd name="connsiteY12" fmla="*/ 0 h 16668"/>
                      <a:gd name="connsiteX13" fmla="*/ 37548 w 95001"/>
                      <a:gd name="connsiteY13" fmla="*/ 3945 h 16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5001" h="16668">
                        <a:moveTo>
                          <a:pt x="37548" y="3945"/>
                        </a:moveTo>
                        <a:cubicBezTo>
                          <a:pt x="24515" y="5187"/>
                          <a:pt x="10462" y="5719"/>
                          <a:pt x="0" y="665"/>
                        </a:cubicBezTo>
                        <a:cubicBezTo>
                          <a:pt x="133" y="2217"/>
                          <a:pt x="754" y="3679"/>
                          <a:pt x="1906" y="4699"/>
                        </a:cubicBezTo>
                        <a:cubicBezTo>
                          <a:pt x="3325" y="5940"/>
                          <a:pt x="4788" y="7137"/>
                          <a:pt x="6295" y="8245"/>
                        </a:cubicBezTo>
                        <a:cubicBezTo>
                          <a:pt x="10462" y="11304"/>
                          <a:pt x="14851" y="13698"/>
                          <a:pt x="20481" y="15161"/>
                        </a:cubicBezTo>
                        <a:cubicBezTo>
                          <a:pt x="24116" y="16092"/>
                          <a:pt x="28239" y="16624"/>
                          <a:pt x="33159" y="16668"/>
                        </a:cubicBezTo>
                        <a:cubicBezTo>
                          <a:pt x="34667" y="16668"/>
                          <a:pt x="36440" y="16624"/>
                          <a:pt x="38390" y="16624"/>
                        </a:cubicBezTo>
                        <a:cubicBezTo>
                          <a:pt x="46060" y="16402"/>
                          <a:pt x="56566" y="15782"/>
                          <a:pt x="63260" y="15161"/>
                        </a:cubicBezTo>
                        <a:cubicBezTo>
                          <a:pt x="64102" y="15073"/>
                          <a:pt x="64945" y="14984"/>
                          <a:pt x="65654" y="14895"/>
                        </a:cubicBezTo>
                        <a:cubicBezTo>
                          <a:pt x="70752" y="14275"/>
                          <a:pt x="75097" y="13211"/>
                          <a:pt x="78909" y="11748"/>
                        </a:cubicBezTo>
                        <a:cubicBezTo>
                          <a:pt x="84051" y="9708"/>
                          <a:pt x="88130" y="6916"/>
                          <a:pt x="91676" y="3635"/>
                        </a:cubicBezTo>
                        <a:cubicBezTo>
                          <a:pt x="92829" y="2527"/>
                          <a:pt x="93893" y="1374"/>
                          <a:pt x="94912" y="133"/>
                        </a:cubicBezTo>
                        <a:lnTo>
                          <a:pt x="95001" y="0"/>
                        </a:lnTo>
                        <a:cubicBezTo>
                          <a:pt x="75939" y="1330"/>
                          <a:pt x="56212" y="1995"/>
                          <a:pt x="37548" y="394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38" name="Forme libre : forme 23337">
                    <a:extLst>
                      <a:ext uri="{FF2B5EF4-FFF2-40B4-BE49-F238E27FC236}">
                        <a16:creationId xmlns:a16="http://schemas.microsoft.com/office/drawing/2014/main" id="{1CB35A3A-7256-4B4A-87AB-85073920798C}"/>
                      </a:ext>
                    </a:extLst>
                  </p:cNvPr>
                  <p:cNvSpPr/>
                  <p:nvPr/>
                </p:nvSpPr>
                <p:spPr>
                  <a:xfrm>
                    <a:off x="6812911" y="1152968"/>
                    <a:ext cx="44394" cy="11661"/>
                  </a:xfrm>
                  <a:custGeom>
                    <a:avLst/>
                    <a:gdLst>
                      <a:gd name="connsiteX0" fmla="*/ 44384 w 44394"/>
                      <a:gd name="connsiteY0" fmla="*/ 4336 h 11661"/>
                      <a:gd name="connsiteX1" fmla="*/ 21643 w 44394"/>
                      <a:gd name="connsiteY1" fmla="*/ 11562 h 11661"/>
                      <a:gd name="connsiteX2" fmla="*/ 9 w 44394"/>
                      <a:gd name="connsiteY2" fmla="*/ 6464 h 11661"/>
                      <a:gd name="connsiteX3" fmla="*/ 20889 w 44394"/>
                      <a:gd name="connsiteY3" fmla="*/ 36 h 11661"/>
                      <a:gd name="connsiteX4" fmla="*/ 44384 w 44394"/>
                      <a:gd name="connsiteY4" fmla="*/ 4336 h 11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94" h="11661">
                        <a:moveTo>
                          <a:pt x="44384" y="4336"/>
                        </a:moveTo>
                        <a:cubicBezTo>
                          <a:pt x="44872" y="9035"/>
                          <a:pt x="27494" y="11163"/>
                          <a:pt x="21643" y="11562"/>
                        </a:cubicBezTo>
                        <a:cubicBezTo>
                          <a:pt x="15747" y="11916"/>
                          <a:pt x="408" y="11562"/>
                          <a:pt x="9" y="6464"/>
                        </a:cubicBezTo>
                        <a:cubicBezTo>
                          <a:pt x="-434" y="1366"/>
                          <a:pt x="15392" y="169"/>
                          <a:pt x="20889" y="36"/>
                        </a:cubicBezTo>
                        <a:cubicBezTo>
                          <a:pt x="26342" y="-53"/>
                          <a:pt x="43853" y="-319"/>
                          <a:pt x="44384" y="433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39" name="Forme libre : forme 23338">
                    <a:extLst>
                      <a:ext uri="{FF2B5EF4-FFF2-40B4-BE49-F238E27FC236}">
                        <a16:creationId xmlns:a16="http://schemas.microsoft.com/office/drawing/2014/main" id="{496F892F-4DDB-4303-89AE-5132673A5F41}"/>
                      </a:ext>
                    </a:extLst>
                  </p:cNvPr>
                  <p:cNvSpPr/>
                  <p:nvPr/>
                </p:nvSpPr>
                <p:spPr>
                  <a:xfrm>
                    <a:off x="6812529" y="1154334"/>
                    <a:ext cx="31644" cy="10333"/>
                  </a:xfrm>
                  <a:custGeom>
                    <a:avLst/>
                    <a:gdLst>
                      <a:gd name="connsiteX0" fmla="*/ 9434 w 31644"/>
                      <a:gd name="connsiteY0" fmla="*/ 0 h 10333"/>
                      <a:gd name="connsiteX1" fmla="*/ 124 w 31644"/>
                      <a:gd name="connsiteY1" fmla="*/ 5142 h 10333"/>
                      <a:gd name="connsiteX2" fmla="*/ 22246 w 31644"/>
                      <a:gd name="connsiteY2" fmla="*/ 10240 h 10333"/>
                      <a:gd name="connsiteX3" fmla="*/ 31644 w 31644"/>
                      <a:gd name="connsiteY3" fmla="*/ 8910 h 10333"/>
                      <a:gd name="connsiteX4" fmla="*/ 26546 w 31644"/>
                      <a:gd name="connsiteY4" fmla="*/ 8866 h 10333"/>
                      <a:gd name="connsiteX5" fmla="*/ 9434 w 31644"/>
                      <a:gd name="connsiteY5" fmla="*/ 0 h 10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644" h="10333">
                        <a:moveTo>
                          <a:pt x="9434" y="0"/>
                        </a:moveTo>
                        <a:cubicBezTo>
                          <a:pt x="6686" y="1020"/>
                          <a:pt x="-1072" y="1995"/>
                          <a:pt x="124" y="5142"/>
                        </a:cubicBezTo>
                        <a:cubicBezTo>
                          <a:pt x="2031" y="10152"/>
                          <a:pt x="14842" y="10595"/>
                          <a:pt x="22246" y="10240"/>
                        </a:cubicBezTo>
                        <a:cubicBezTo>
                          <a:pt x="24418" y="10152"/>
                          <a:pt x="29250" y="9487"/>
                          <a:pt x="31644" y="8910"/>
                        </a:cubicBezTo>
                        <a:cubicBezTo>
                          <a:pt x="30225" y="8955"/>
                          <a:pt x="27876" y="9088"/>
                          <a:pt x="26546" y="8866"/>
                        </a:cubicBezTo>
                        <a:cubicBezTo>
                          <a:pt x="19054" y="7625"/>
                          <a:pt x="10143" y="5586"/>
                          <a:pt x="9434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40" name="Forme libre : forme 23339">
                    <a:extLst>
                      <a:ext uri="{FF2B5EF4-FFF2-40B4-BE49-F238E27FC236}">
                        <a16:creationId xmlns:a16="http://schemas.microsoft.com/office/drawing/2014/main" id="{65706B72-3994-4E9B-B41D-A5257F8C0CE1}"/>
                      </a:ext>
                    </a:extLst>
                  </p:cNvPr>
                  <p:cNvSpPr/>
                  <p:nvPr/>
                </p:nvSpPr>
                <p:spPr>
                  <a:xfrm>
                    <a:off x="6815241" y="1154096"/>
                    <a:ext cx="44574" cy="11854"/>
                  </a:xfrm>
                  <a:custGeom>
                    <a:avLst/>
                    <a:gdLst>
                      <a:gd name="connsiteX0" fmla="*/ 44536 w 44574"/>
                      <a:gd name="connsiteY0" fmla="*/ 4227 h 11854"/>
                      <a:gd name="connsiteX1" fmla="*/ 21484 w 44574"/>
                      <a:gd name="connsiteY1" fmla="*/ 11675 h 11854"/>
                      <a:gd name="connsiteX2" fmla="*/ 28 w 44574"/>
                      <a:gd name="connsiteY2" fmla="*/ 6488 h 11854"/>
                      <a:gd name="connsiteX3" fmla="*/ 20819 w 44574"/>
                      <a:gd name="connsiteY3" fmla="*/ 104 h 11854"/>
                      <a:gd name="connsiteX4" fmla="*/ 44536 w 44574"/>
                      <a:gd name="connsiteY4" fmla="*/ 4227 h 11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574" h="11854">
                        <a:moveTo>
                          <a:pt x="44536" y="4227"/>
                        </a:moveTo>
                        <a:cubicBezTo>
                          <a:pt x="43517" y="9059"/>
                          <a:pt x="27824" y="11143"/>
                          <a:pt x="21484" y="11675"/>
                        </a:cubicBezTo>
                        <a:cubicBezTo>
                          <a:pt x="15145" y="12251"/>
                          <a:pt x="826" y="11675"/>
                          <a:pt x="28" y="6488"/>
                        </a:cubicBezTo>
                        <a:cubicBezTo>
                          <a:pt x="-770" y="1301"/>
                          <a:pt x="15721" y="326"/>
                          <a:pt x="20819" y="104"/>
                        </a:cubicBezTo>
                        <a:cubicBezTo>
                          <a:pt x="25917" y="-73"/>
                          <a:pt x="45556" y="-561"/>
                          <a:pt x="44536" y="422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41" name="Forme libre : forme 23340">
                    <a:extLst>
                      <a:ext uri="{FF2B5EF4-FFF2-40B4-BE49-F238E27FC236}">
                        <a16:creationId xmlns:a16="http://schemas.microsoft.com/office/drawing/2014/main" id="{23AB2F8B-3A69-4629-BB80-9D10E0B1B4AF}"/>
                      </a:ext>
                    </a:extLst>
                  </p:cNvPr>
                  <p:cNvSpPr/>
                  <p:nvPr/>
                </p:nvSpPr>
                <p:spPr>
                  <a:xfrm>
                    <a:off x="6791881" y="1150535"/>
                    <a:ext cx="55784" cy="22532"/>
                  </a:xfrm>
                  <a:custGeom>
                    <a:avLst/>
                    <a:gdLst>
                      <a:gd name="connsiteX0" fmla="*/ 425 w 55784"/>
                      <a:gd name="connsiteY0" fmla="*/ 10183 h 22532"/>
                      <a:gd name="connsiteX1" fmla="*/ 6277 w 55784"/>
                      <a:gd name="connsiteY1" fmla="*/ 15591 h 22532"/>
                      <a:gd name="connsiteX2" fmla="*/ 26891 w 55784"/>
                      <a:gd name="connsiteY2" fmla="*/ 22285 h 22532"/>
                      <a:gd name="connsiteX3" fmla="*/ 48347 w 55784"/>
                      <a:gd name="connsiteY3" fmla="*/ 20113 h 22532"/>
                      <a:gd name="connsiteX4" fmla="*/ 55529 w 55784"/>
                      <a:gd name="connsiteY4" fmla="*/ 13241 h 22532"/>
                      <a:gd name="connsiteX5" fmla="*/ 48480 w 55784"/>
                      <a:gd name="connsiteY5" fmla="*/ 10981 h 22532"/>
                      <a:gd name="connsiteX6" fmla="*/ 29329 w 55784"/>
                      <a:gd name="connsiteY6" fmla="*/ 5395 h 22532"/>
                      <a:gd name="connsiteX7" fmla="*/ 10134 w 55784"/>
                      <a:gd name="connsiteY7" fmla="*/ 208 h 22532"/>
                      <a:gd name="connsiteX8" fmla="*/ 425 w 55784"/>
                      <a:gd name="connsiteY8" fmla="*/ 10183 h 22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784" h="22532">
                        <a:moveTo>
                          <a:pt x="425" y="10183"/>
                        </a:moveTo>
                        <a:cubicBezTo>
                          <a:pt x="1755" y="13064"/>
                          <a:pt x="2908" y="13862"/>
                          <a:pt x="6277" y="15591"/>
                        </a:cubicBezTo>
                        <a:cubicBezTo>
                          <a:pt x="12749" y="18827"/>
                          <a:pt x="18113" y="21443"/>
                          <a:pt x="26891" y="22285"/>
                        </a:cubicBezTo>
                        <a:cubicBezTo>
                          <a:pt x="34206" y="22994"/>
                          <a:pt x="42363" y="22152"/>
                          <a:pt x="48347" y="20113"/>
                        </a:cubicBezTo>
                        <a:cubicBezTo>
                          <a:pt x="52780" y="18606"/>
                          <a:pt x="56859" y="15990"/>
                          <a:pt x="55529" y="13241"/>
                        </a:cubicBezTo>
                        <a:cubicBezTo>
                          <a:pt x="54731" y="11557"/>
                          <a:pt x="51273" y="11601"/>
                          <a:pt x="48480" y="10981"/>
                        </a:cubicBezTo>
                        <a:cubicBezTo>
                          <a:pt x="41964" y="9473"/>
                          <a:pt x="35669" y="8276"/>
                          <a:pt x="29329" y="5395"/>
                        </a:cubicBezTo>
                        <a:cubicBezTo>
                          <a:pt x="23921" y="2957"/>
                          <a:pt x="18069" y="-944"/>
                          <a:pt x="10134" y="208"/>
                        </a:cubicBezTo>
                        <a:cubicBezTo>
                          <a:pt x="2997" y="1272"/>
                          <a:pt x="-1436" y="6237"/>
                          <a:pt x="425" y="101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42" name="Forme libre : forme 23341">
                    <a:extLst>
                      <a:ext uri="{FF2B5EF4-FFF2-40B4-BE49-F238E27FC236}">
                        <a16:creationId xmlns:a16="http://schemas.microsoft.com/office/drawing/2014/main" id="{C3B5A226-FB1A-4E8D-837C-B3270DC220BC}"/>
                      </a:ext>
                    </a:extLst>
                  </p:cNvPr>
                  <p:cNvSpPr/>
                  <p:nvPr/>
                </p:nvSpPr>
                <p:spPr>
                  <a:xfrm>
                    <a:off x="6802803" y="1149929"/>
                    <a:ext cx="17928" cy="6287"/>
                  </a:xfrm>
                  <a:custGeom>
                    <a:avLst/>
                    <a:gdLst>
                      <a:gd name="connsiteX0" fmla="*/ 1694 w 17928"/>
                      <a:gd name="connsiteY0" fmla="*/ 3872 h 6287"/>
                      <a:gd name="connsiteX1" fmla="*/ 54 w 17928"/>
                      <a:gd name="connsiteY1" fmla="*/ 5158 h 6287"/>
                      <a:gd name="connsiteX2" fmla="*/ 1428 w 17928"/>
                      <a:gd name="connsiteY2" fmla="*/ 6222 h 6287"/>
                      <a:gd name="connsiteX3" fmla="*/ 4753 w 17928"/>
                      <a:gd name="connsiteY3" fmla="*/ 6133 h 6287"/>
                      <a:gd name="connsiteX4" fmla="*/ 12777 w 17928"/>
                      <a:gd name="connsiteY4" fmla="*/ 4759 h 6287"/>
                      <a:gd name="connsiteX5" fmla="*/ 15614 w 17928"/>
                      <a:gd name="connsiteY5" fmla="*/ 3916 h 6287"/>
                      <a:gd name="connsiteX6" fmla="*/ 13664 w 17928"/>
                      <a:gd name="connsiteY6" fmla="*/ 60 h 6287"/>
                      <a:gd name="connsiteX7" fmla="*/ 1694 w 17928"/>
                      <a:gd name="connsiteY7" fmla="*/ 3872 h 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928" h="6287">
                        <a:moveTo>
                          <a:pt x="1694" y="3872"/>
                        </a:moveTo>
                        <a:cubicBezTo>
                          <a:pt x="896" y="4271"/>
                          <a:pt x="276" y="4581"/>
                          <a:pt x="54" y="5158"/>
                        </a:cubicBezTo>
                        <a:cubicBezTo>
                          <a:pt x="-212" y="5734"/>
                          <a:pt x="542" y="6089"/>
                          <a:pt x="1428" y="6222"/>
                        </a:cubicBezTo>
                        <a:cubicBezTo>
                          <a:pt x="2315" y="6355"/>
                          <a:pt x="3689" y="6266"/>
                          <a:pt x="4753" y="6133"/>
                        </a:cubicBezTo>
                        <a:cubicBezTo>
                          <a:pt x="7413" y="5778"/>
                          <a:pt x="10250" y="5379"/>
                          <a:pt x="12777" y="4759"/>
                        </a:cubicBezTo>
                        <a:cubicBezTo>
                          <a:pt x="13797" y="4493"/>
                          <a:pt x="14816" y="4315"/>
                          <a:pt x="15614" y="3916"/>
                        </a:cubicBezTo>
                        <a:cubicBezTo>
                          <a:pt x="19028" y="2188"/>
                          <a:pt x="18895" y="-428"/>
                          <a:pt x="13664" y="60"/>
                        </a:cubicBezTo>
                        <a:cubicBezTo>
                          <a:pt x="9674" y="459"/>
                          <a:pt x="5019" y="2232"/>
                          <a:pt x="1694" y="387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43" name="Forme libre : forme 23342">
                    <a:extLst>
                      <a:ext uri="{FF2B5EF4-FFF2-40B4-BE49-F238E27FC236}">
                        <a16:creationId xmlns:a16="http://schemas.microsoft.com/office/drawing/2014/main" id="{A34358CC-5BD3-49D1-AAB7-093FBD574A7E}"/>
                      </a:ext>
                    </a:extLst>
                  </p:cNvPr>
                  <p:cNvSpPr/>
                  <p:nvPr/>
                </p:nvSpPr>
                <p:spPr>
                  <a:xfrm>
                    <a:off x="6846345" y="1158855"/>
                    <a:ext cx="26820" cy="15116"/>
                  </a:xfrm>
                  <a:custGeom>
                    <a:avLst/>
                    <a:gdLst>
                      <a:gd name="connsiteX0" fmla="*/ 26820 w 26820"/>
                      <a:gd name="connsiteY0" fmla="*/ 0 h 15116"/>
                      <a:gd name="connsiteX1" fmla="*/ 0 w 26820"/>
                      <a:gd name="connsiteY1" fmla="*/ 15117 h 15116"/>
                      <a:gd name="connsiteX2" fmla="*/ 26820 w 26820"/>
                      <a:gd name="connsiteY2" fmla="*/ 0 h 15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820" h="15116">
                        <a:moveTo>
                          <a:pt x="26820" y="0"/>
                        </a:moveTo>
                        <a:cubicBezTo>
                          <a:pt x="23451" y="6871"/>
                          <a:pt x="9088" y="12058"/>
                          <a:pt x="0" y="15117"/>
                        </a:cubicBezTo>
                        <a:cubicBezTo>
                          <a:pt x="9886" y="11792"/>
                          <a:pt x="20082" y="5541"/>
                          <a:pt x="268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44" name="Forme libre : forme 23343">
                    <a:extLst>
                      <a:ext uri="{FF2B5EF4-FFF2-40B4-BE49-F238E27FC236}">
                        <a16:creationId xmlns:a16="http://schemas.microsoft.com/office/drawing/2014/main" id="{88C832E2-46E7-40B2-ABA4-DDFA8DBED409}"/>
                      </a:ext>
                    </a:extLst>
                  </p:cNvPr>
                  <p:cNvSpPr/>
                  <p:nvPr/>
                </p:nvSpPr>
                <p:spPr>
                  <a:xfrm>
                    <a:off x="6782331" y="1142497"/>
                    <a:ext cx="30765" cy="12944"/>
                  </a:xfrm>
                  <a:custGeom>
                    <a:avLst/>
                    <a:gdLst>
                      <a:gd name="connsiteX0" fmla="*/ 30766 w 30765"/>
                      <a:gd name="connsiteY0" fmla="*/ 0 h 12944"/>
                      <a:gd name="connsiteX1" fmla="*/ 0 w 30765"/>
                      <a:gd name="connsiteY1" fmla="*/ 12945 h 12944"/>
                      <a:gd name="connsiteX2" fmla="*/ 30766 w 30765"/>
                      <a:gd name="connsiteY2" fmla="*/ 0 h 12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765" h="12944">
                        <a:moveTo>
                          <a:pt x="30766" y="0"/>
                        </a:moveTo>
                        <a:cubicBezTo>
                          <a:pt x="18530" y="1286"/>
                          <a:pt x="7625" y="7182"/>
                          <a:pt x="0" y="12945"/>
                        </a:cubicBezTo>
                        <a:cubicBezTo>
                          <a:pt x="6827" y="7226"/>
                          <a:pt x="20481" y="2616"/>
                          <a:pt x="3076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45" name="Forme libre : forme 23344">
                    <a:extLst>
                      <a:ext uri="{FF2B5EF4-FFF2-40B4-BE49-F238E27FC236}">
                        <a16:creationId xmlns:a16="http://schemas.microsoft.com/office/drawing/2014/main" id="{77AC644F-BA17-4223-B328-D43F2870EF7B}"/>
                      </a:ext>
                    </a:extLst>
                  </p:cNvPr>
                  <p:cNvSpPr/>
                  <p:nvPr/>
                </p:nvSpPr>
                <p:spPr>
                  <a:xfrm>
                    <a:off x="6830600" y="1154066"/>
                    <a:ext cx="16513" cy="3805"/>
                  </a:xfrm>
                  <a:custGeom>
                    <a:avLst/>
                    <a:gdLst>
                      <a:gd name="connsiteX0" fmla="*/ 16411 w 16513"/>
                      <a:gd name="connsiteY0" fmla="*/ 2439 h 3805"/>
                      <a:gd name="connsiteX1" fmla="*/ 6791 w 16513"/>
                      <a:gd name="connsiteY1" fmla="*/ 3725 h 3805"/>
                      <a:gd name="connsiteX2" fmla="*/ 141 w 16513"/>
                      <a:gd name="connsiteY2" fmla="*/ 1287 h 3805"/>
                      <a:gd name="connsiteX3" fmla="*/ 9185 w 16513"/>
                      <a:gd name="connsiteY3" fmla="*/ 178 h 3805"/>
                      <a:gd name="connsiteX4" fmla="*/ 16411 w 16513"/>
                      <a:gd name="connsiteY4" fmla="*/ 2439 h 3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13" h="3805">
                        <a:moveTo>
                          <a:pt x="16411" y="2439"/>
                        </a:moveTo>
                        <a:cubicBezTo>
                          <a:pt x="15435" y="4124"/>
                          <a:pt x="8830" y="3814"/>
                          <a:pt x="6791" y="3725"/>
                        </a:cubicBezTo>
                        <a:cubicBezTo>
                          <a:pt x="4752" y="3636"/>
                          <a:pt x="-967" y="3060"/>
                          <a:pt x="141" y="1287"/>
                        </a:cubicBezTo>
                        <a:cubicBezTo>
                          <a:pt x="1249" y="-487"/>
                          <a:pt x="7323" y="45"/>
                          <a:pt x="9185" y="178"/>
                        </a:cubicBezTo>
                        <a:cubicBezTo>
                          <a:pt x="11135" y="311"/>
                          <a:pt x="17386" y="755"/>
                          <a:pt x="16411" y="243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46" name="Forme libre : forme 23345">
                    <a:extLst>
                      <a:ext uri="{FF2B5EF4-FFF2-40B4-BE49-F238E27FC236}">
                        <a16:creationId xmlns:a16="http://schemas.microsoft.com/office/drawing/2014/main" id="{81E137D8-1FF5-461E-A430-221F3B320762}"/>
                      </a:ext>
                    </a:extLst>
                  </p:cNvPr>
                  <p:cNvSpPr/>
                  <p:nvPr/>
                </p:nvSpPr>
                <p:spPr>
                  <a:xfrm>
                    <a:off x="6844867" y="1155292"/>
                    <a:ext cx="4691" cy="1539"/>
                  </a:xfrm>
                  <a:custGeom>
                    <a:avLst/>
                    <a:gdLst>
                      <a:gd name="connsiteX0" fmla="*/ 4670 w 4691"/>
                      <a:gd name="connsiteY0" fmla="*/ 637 h 1539"/>
                      <a:gd name="connsiteX1" fmla="*/ 2586 w 4691"/>
                      <a:gd name="connsiteY1" fmla="*/ 1524 h 1539"/>
                      <a:gd name="connsiteX2" fmla="*/ 15 w 4691"/>
                      <a:gd name="connsiteY2" fmla="*/ 903 h 1539"/>
                      <a:gd name="connsiteX3" fmla="*/ 2054 w 4691"/>
                      <a:gd name="connsiteY3" fmla="*/ 16 h 1539"/>
                      <a:gd name="connsiteX4" fmla="*/ 4670 w 4691"/>
                      <a:gd name="connsiteY4" fmla="*/ 637 h 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1" h="1539">
                        <a:moveTo>
                          <a:pt x="4670" y="637"/>
                        </a:moveTo>
                        <a:cubicBezTo>
                          <a:pt x="4892" y="1258"/>
                          <a:pt x="3340" y="1479"/>
                          <a:pt x="2586" y="1524"/>
                        </a:cubicBezTo>
                        <a:cubicBezTo>
                          <a:pt x="1789" y="1568"/>
                          <a:pt x="192" y="1568"/>
                          <a:pt x="15" y="903"/>
                        </a:cubicBezTo>
                        <a:cubicBezTo>
                          <a:pt x="-162" y="282"/>
                          <a:pt x="1257" y="61"/>
                          <a:pt x="2054" y="16"/>
                        </a:cubicBezTo>
                        <a:cubicBezTo>
                          <a:pt x="2852" y="-28"/>
                          <a:pt x="4493" y="-28"/>
                          <a:pt x="4670" y="6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47" name="Forme libre : forme 23346">
                    <a:extLst>
                      <a:ext uri="{FF2B5EF4-FFF2-40B4-BE49-F238E27FC236}">
                        <a16:creationId xmlns:a16="http://schemas.microsoft.com/office/drawing/2014/main" id="{9027CD5F-5E35-41F9-A905-4F1EAE8DDCE3}"/>
                      </a:ext>
                    </a:extLst>
                  </p:cNvPr>
                  <p:cNvSpPr/>
                  <p:nvPr/>
                </p:nvSpPr>
                <p:spPr>
                  <a:xfrm>
                    <a:off x="6830017" y="1142885"/>
                    <a:ext cx="41075" cy="14888"/>
                  </a:xfrm>
                  <a:custGeom>
                    <a:avLst/>
                    <a:gdLst>
                      <a:gd name="connsiteX0" fmla="*/ 30426 w 41075"/>
                      <a:gd name="connsiteY0" fmla="*/ 5730 h 14888"/>
                      <a:gd name="connsiteX1" fmla="*/ 40755 w 41075"/>
                      <a:gd name="connsiteY1" fmla="*/ 11981 h 14888"/>
                      <a:gd name="connsiteX2" fmla="*/ 38095 w 41075"/>
                      <a:gd name="connsiteY2" fmla="*/ 14862 h 14888"/>
                      <a:gd name="connsiteX3" fmla="*/ 33130 w 41075"/>
                      <a:gd name="connsiteY3" fmla="*/ 13576 h 14888"/>
                      <a:gd name="connsiteX4" fmla="*/ 18412 w 41075"/>
                      <a:gd name="connsiteY4" fmla="*/ 8345 h 14888"/>
                      <a:gd name="connsiteX5" fmla="*/ 325 w 41075"/>
                      <a:gd name="connsiteY5" fmla="*/ 2494 h 14888"/>
                      <a:gd name="connsiteX6" fmla="*/ 20851 w 41075"/>
                      <a:gd name="connsiteY6" fmla="*/ 1164 h 14888"/>
                      <a:gd name="connsiteX7" fmla="*/ 30426 w 41075"/>
                      <a:gd name="connsiteY7" fmla="*/ 5730 h 14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1075" h="14888">
                        <a:moveTo>
                          <a:pt x="30426" y="5730"/>
                        </a:moveTo>
                        <a:cubicBezTo>
                          <a:pt x="34815" y="7636"/>
                          <a:pt x="38007" y="9010"/>
                          <a:pt x="40755" y="11981"/>
                        </a:cubicBezTo>
                        <a:cubicBezTo>
                          <a:pt x="41775" y="13089"/>
                          <a:pt x="40223" y="14640"/>
                          <a:pt x="38095" y="14862"/>
                        </a:cubicBezTo>
                        <a:cubicBezTo>
                          <a:pt x="35967" y="15039"/>
                          <a:pt x="34593" y="14286"/>
                          <a:pt x="33130" y="13576"/>
                        </a:cubicBezTo>
                        <a:cubicBezTo>
                          <a:pt x="28564" y="11316"/>
                          <a:pt x="23776" y="9853"/>
                          <a:pt x="18412" y="8345"/>
                        </a:cubicBezTo>
                        <a:cubicBezTo>
                          <a:pt x="15087" y="7459"/>
                          <a:pt x="-2601" y="6218"/>
                          <a:pt x="325" y="2494"/>
                        </a:cubicBezTo>
                        <a:cubicBezTo>
                          <a:pt x="3251" y="-1230"/>
                          <a:pt x="16417" y="11"/>
                          <a:pt x="20851" y="1164"/>
                        </a:cubicBezTo>
                        <a:cubicBezTo>
                          <a:pt x="25328" y="2361"/>
                          <a:pt x="27145" y="4311"/>
                          <a:pt x="30426" y="573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323" name="Graphique 2">
                  <a:extLst>
                    <a:ext uri="{FF2B5EF4-FFF2-40B4-BE49-F238E27FC236}">
                      <a16:creationId xmlns:a16="http://schemas.microsoft.com/office/drawing/2014/main" id="{1AF26498-A31C-466D-9495-8ED3ACC1A83A}"/>
                    </a:ext>
                  </a:extLst>
                </p:cNvPr>
                <p:cNvGrpSpPr/>
                <p:nvPr/>
              </p:nvGrpSpPr>
              <p:grpSpPr>
                <a:xfrm>
                  <a:off x="6875559" y="1132311"/>
                  <a:ext cx="95573" cy="38992"/>
                  <a:chOff x="6875559" y="1132311"/>
                  <a:chExt cx="95573" cy="38992"/>
                </a:xfrm>
                <a:solidFill>
                  <a:schemeClr val="accent1"/>
                </a:solidFill>
              </p:grpSpPr>
              <p:sp>
                <p:nvSpPr>
                  <p:cNvPr id="23324" name="Forme libre : forme 23323">
                    <a:extLst>
                      <a:ext uri="{FF2B5EF4-FFF2-40B4-BE49-F238E27FC236}">
                        <a16:creationId xmlns:a16="http://schemas.microsoft.com/office/drawing/2014/main" id="{A6C5FAED-240F-4100-B167-815F49545F41}"/>
                      </a:ext>
                    </a:extLst>
                  </p:cNvPr>
                  <p:cNvSpPr/>
                  <p:nvPr/>
                </p:nvSpPr>
                <p:spPr>
                  <a:xfrm>
                    <a:off x="6875559" y="1132311"/>
                    <a:ext cx="95573" cy="38992"/>
                  </a:xfrm>
                  <a:custGeom>
                    <a:avLst/>
                    <a:gdLst>
                      <a:gd name="connsiteX0" fmla="*/ 67206 w 95573"/>
                      <a:gd name="connsiteY0" fmla="*/ 34878 h 38992"/>
                      <a:gd name="connsiteX1" fmla="*/ 33958 w 95573"/>
                      <a:gd name="connsiteY1" fmla="*/ 38956 h 38992"/>
                      <a:gd name="connsiteX2" fmla="*/ 2128 w 95573"/>
                      <a:gd name="connsiteY2" fmla="*/ 27829 h 38992"/>
                      <a:gd name="connsiteX3" fmla="*/ 1995 w 95573"/>
                      <a:gd name="connsiteY3" fmla="*/ 17811 h 38992"/>
                      <a:gd name="connsiteX4" fmla="*/ 31564 w 95573"/>
                      <a:gd name="connsiteY4" fmla="*/ 3891 h 38992"/>
                      <a:gd name="connsiteX5" fmla="*/ 60467 w 95573"/>
                      <a:gd name="connsiteY5" fmla="*/ 389 h 38992"/>
                      <a:gd name="connsiteX6" fmla="*/ 90967 w 95573"/>
                      <a:gd name="connsiteY6" fmla="*/ 6905 h 38992"/>
                      <a:gd name="connsiteX7" fmla="*/ 95046 w 95573"/>
                      <a:gd name="connsiteY7" fmla="*/ 15860 h 38992"/>
                      <a:gd name="connsiteX8" fmla="*/ 67206 w 95573"/>
                      <a:gd name="connsiteY8" fmla="*/ 34878 h 38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573" h="38992">
                        <a:moveTo>
                          <a:pt x="67206" y="34878"/>
                        </a:moveTo>
                        <a:cubicBezTo>
                          <a:pt x="59315" y="36696"/>
                          <a:pt x="42159" y="38690"/>
                          <a:pt x="33958" y="38956"/>
                        </a:cubicBezTo>
                        <a:cubicBezTo>
                          <a:pt x="18575" y="39444"/>
                          <a:pt x="10374" y="34878"/>
                          <a:pt x="2128" y="27829"/>
                        </a:cubicBezTo>
                        <a:cubicBezTo>
                          <a:pt x="-709" y="25391"/>
                          <a:pt x="-665" y="20293"/>
                          <a:pt x="1995" y="17811"/>
                        </a:cubicBezTo>
                        <a:cubicBezTo>
                          <a:pt x="9753" y="10585"/>
                          <a:pt x="18043" y="5841"/>
                          <a:pt x="31564" y="3891"/>
                        </a:cubicBezTo>
                        <a:cubicBezTo>
                          <a:pt x="38790" y="2827"/>
                          <a:pt x="53242" y="1319"/>
                          <a:pt x="60467" y="389"/>
                        </a:cubicBezTo>
                        <a:cubicBezTo>
                          <a:pt x="74033" y="-1207"/>
                          <a:pt x="81879" y="2339"/>
                          <a:pt x="90967" y="6905"/>
                        </a:cubicBezTo>
                        <a:cubicBezTo>
                          <a:pt x="94115" y="8545"/>
                          <a:pt x="96730" y="12801"/>
                          <a:pt x="95046" y="15860"/>
                        </a:cubicBezTo>
                        <a:cubicBezTo>
                          <a:pt x="90258" y="24859"/>
                          <a:pt x="81924" y="31642"/>
                          <a:pt x="67206" y="3487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25" name="Forme libre : forme 23324">
                    <a:extLst>
                      <a:ext uri="{FF2B5EF4-FFF2-40B4-BE49-F238E27FC236}">
                        <a16:creationId xmlns:a16="http://schemas.microsoft.com/office/drawing/2014/main" id="{B0D826BF-8C7F-40FD-9C97-63DB2CDA6C72}"/>
                      </a:ext>
                    </a:extLst>
                  </p:cNvPr>
                  <p:cNvSpPr/>
                  <p:nvPr/>
                </p:nvSpPr>
                <p:spPr>
                  <a:xfrm>
                    <a:off x="6875648" y="1147994"/>
                    <a:ext cx="95045" cy="23254"/>
                  </a:xfrm>
                  <a:custGeom>
                    <a:avLst/>
                    <a:gdLst>
                      <a:gd name="connsiteX0" fmla="*/ 37726 w 95045"/>
                      <a:gd name="connsiteY0" fmla="*/ 10285 h 23254"/>
                      <a:gd name="connsiteX1" fmla="*/ 0 w 95045"/>
                      <a:gd name="connsiteY1" fmla="*/ 8113 h 23254"/>
                      <a:gd name="connsiteX2" fmla="*/ 2039 w 95045"/>
                      <a:gd name="connsiteY2" fmla="*/ 12102 h 23254"/>
                      <a:gd name="connsiteX3" fmla="*/ 6339 w 95045"/>
                      <a:gd name="connsiteY3" fmla="*/ 15516 h 23254"/>
                      <a:gd name="connsiteX4" fmla="*/ 20880 w 95045"/>
                      <a:gd name="connsiteY4" fmla="*/ 22165 h 23254"/>
                      <a:gd name="connsiteX5" fmla="*/ 33869 w 95045"/>
                      <a:gd name="connsiteY5" fmla="*/ 23230 h 23254"/>
                      <a:gd name="connsiteX6" fmla="*/ 39233 w 95045"/>
                      <a:gd name="connsiteY6" fmla="*/ 22919 h 23254"/>
                      <a:gd name="connsiteX7" fmla="*/ 64679 w 95045"/>
                      <a:gd name="connsiteY7" fmla="*/ 19639 h 23254"/>
                      <a:gd name="connsiteX8" fmla="*/ 67117 w 95045"/>
                      <a:gd name="connsiteY8" fmla="*/ 19151 h 23254"/>
                      <a:gd name="connsiteX9" fmla="*/ 80461 w 95045"/>
                      <a:gd name="connsiteY9" fmla="*/ 14452 h 23254"/>
                      <a:gd name="connsiteX10" fmla="*/ 92430 w 95045"/>
                      <a:gd name="connsiteY10" fmla="*/ 4256 h 23254"/>
                      <a:gd name="connsiteX11" fmla="*/ 95001 w 95045"/>
                      <a:gd name="connsiteY11" fmla="*/ 177 h 23254"/>
                      <a:gd name="connsiteX12" fmla="*/ 95046 w 95045"/>
                      <a:gd name="connsiteY12" fmla="*/ 0 h 23254"/>
                      <a:gd name="connsiteX13" fmla="*/ 37726 w 95045"/>
                      <a:gd name="connsiteY13" fmla="*/ 10285 h 23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5045" h="23254">
                        <a:moveTo>
                          <a:pt x="37726" y="10285"/>
                        </a:moveTo>
                        <a:cubicBezTo>
                          <a:pt x="24692" y="12324"/>
                          <a:pt x="10418" y="12856"/>
                          <a:pt x="0" y="8113"/>
                        </a:cubicBezTo>
                        <a:cubicBezTo>
                          <a:pt x="222" y="9664"/>
                          <a:pt x="887" y="11083"/>
                          <a:pt x="2039" y="12102"/>
                        </a:cubicBezTo>
                        <a:cubicBezTo>
                          <a:pt x="3458" y="13344"/>
                          <a:pt x="4876" y="14452"/>
                          <a:pt x="6339" y="15516"/>
                        </a:cubicBezTo>
                        <a:cubicBezTo>
                          <a:pt x="10551" y="18486"/>
                          <a:pt x="15117" y="20880"/>
                          <a:pt x="20880" y="22165"/>
                        </a:cubicBezTo>
                        <a:cubicBezTo>
                          <a:pt x="24604" y="22964"/>
                          <a:pt x="28859" y="23363"/>
                          <a:pt x="33869" y="23230"/>
                        </a:cubicBezTo>
                        <a:cubicBezTo>
                          <a:pt x="35376" y="23141"/>
                          <a:pt x="37238" y="23008"/>
                          <a:pt x="39233" y="22919"/>
                        </a:cubicBezTo>
                        <a:cubicBezTo>
                          <a:pt x="47079" y="22343"/>
                          <a:pt x="57807" y="20969"/>
                          <a:pt x="64679" y="19639"/>
                        </a:cubicBezTo>
                        <a:cubicBezTo>
                          <a:pt x="65565" y="19461"/>
                          <a:pt x="66408" y="19284"/>
                          <a:pt x="67117" y="19151"/>
                        </a:cubicBezTo>
                        <a:cubicBezTo>
                          <a:pt x="72348" y="17998"/>
                          <a:pt x="76737" y="16358"/>
                          <a:pt x="80461" y="14452"/>
                        </a:cubicBezTo>
                        <a:cubicBezTo>
                          <a:pt x="85603" y="11570"/>
                          <a:pt x="89371" y="8290"/>
                          <a:pt x="92430" y="4256"/>
                        </a:cubicBezTo>
                        <a:cubicBezTo>
                          <a:pt x="93405" y="2926"/>
                          <a:pt x="94248" y="1596"/>
                          <a:pt x="95001" y="177"/>
                        </a:cubicBezTo>
                        <a:lnTo>
                          <a:pt x="95046" y="0"/>
                        </a:lnTo>
                        <a:cubicBezTo>
                          <a:pt x="76116" y="5275"/>
                          <a:pt x="56389" y="7315"/>
                          <a:pt x="37726" y="1028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26" name="Forme libre : forme 23325">
                    <a:extLst>
                      <a:ext uri="{FF2B5EF4-FFF2-40B4-BE49-F238E27FC236}">
                        <a16:creationId xmlns:a16="http://schemas.microsoft.com/office/drawing/2014/main" id="{FA14EE5A-F935-41F3-80BE-9CD17E9F4B46}"/>
                      </a:ext>
                    </a:extLst>
                  </p:cNvPr>
                  <p:cNvSpPr/>
                  <p:nvPr/>
                </p:nvSpPr>
                <p:spPr>
                  <a:xfrm>
                    <a:off x="6908834" y="1145642"/>
                    <a:ext cx="44182" cy="12800"/>
                  </a:xfrm>
                  <a:custGeom>
                    <a:avLst/>
                    <a:gdLst>
                      <a:gd name="connsiteX0" fmla="*/ 44127 w 44182"/>
                      <a:gd name="connsiteY0" fmla="*/ 2795 h 12800"/>
                      <a:gd name="connsiteX1" fmla="*/ 35749 w 44182"/>
                      <a:gd name="connsiteY1" fmla="*/ 9046 h 12800"/>
                      <a:gd name="connsiteX2" fmla="*/ 22051 w 44182"/>
                      <a:gd name="connsiteY2" fmla="*/ 12282 h 12800"/>
                      <a:gd name="connsiteX3" fmla="*/ 18 w 44182"/>
                      <a:gd name="connsiteY3" fmla="*/ 8470 h 12800"/>
                      <a:gd name="connsiteX4" fmla="*/ 20410 w 44182"/>
                      <a:gd name="connsiteY4" fmla="*/ 845 h 12800"/>
                      <a:gd name="connsiteX5" fmla="*/ 33887 w 44182"/>
                      <a:gd name="connsiteY5" fmla="*/ 2 h 12800"/>
                      <a:gd name="connsiteX6" fmla="*/ 44127 w 44182"/>
                      <a:gd name="connsiteY6" fmla="*/ 2795 h 12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182" h="12800">
                        <a:moveTo>
                          <a:pt x="44127" y="2795"/>
                        </a:moveTo>
                        <a:cubicBezTo>
                          <a:pt x="44704" y="5100"/>
                          <a:pt x="40670" y="7273"/>
                          <a:pt x="35749" y="9046"/>
                        </a:cubicBezTo>
                        <a:cubicBezTo>
                          <a:pt x="30828" y="10730"/>
                          <a:pt x="24976" y="11839"/>
                          <a:pt x="22051" y="12282"/>
                        </a:cubicBezTo>
                        <a:cubicBezTo>
                          <a:pt x="16155" y="13124"/>
                          <a:pt x="639" y="13568"/>
                          <a:pt x="18" y="8470"/>
                        </a:cubicBezTo>
                        <a:cubicBezTo>
                          <a:pt x="-603" y="3416"/>
                          <a:pt x="15002" y="1421"/>
                          <a:pt x="20410" y="845"/>
                        </a:cubicBezTo>
                        <a:cubicBezTo>
                          <a:pt x="23115" y="579"/>
                          <a:pt x="28789" y="2"/>
                          <a:pt x="33887" y="2"/>
                        </a:cubicBezTo>
                        <a:cubicBezTo>
                          <a:pt x="38985" y="-42"/>
                          <a:pt x="43595" y="534"/>
                          <a:pt x="44127" y="279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27" name="Forme libre : forme 23326">
                    <a:extLst>
                      <a:ext uri="{FF2B5EF4-FFF2-40B4-BE49-F238E27FC236}">
                        <a16:creationId xmlns:a16="http://schemas.microsoft.com/office/drawing/2014/main" id="{EA919F20-2DFC-4CFF-A949-A3D65B417283}"/>
                      </a:ext>
                    </a:extLst>
                  </p:cNvPr>
                  <p:cNvSpPr/>
                  <p:nvPr/>
                </p:nvSpPr>
                <p:spPr>
                  <a:xfrm>
                    <a:off x="6908521" y="1148570"/>
                    <a:ext cx="32071" cy="9894"/>
                  </a:xfrm>
                  <a:custGeom>
                    <a:avLst/>
                    <a:gdLst>
                      <a:gd name="connsiteX0" fmla="*/ 9153 w 32071"/>
                      <a:gd name="connsiteY0" fmla="*/ 0 h 9894"/>
                      <a:gd name="connsiteX1" fmla="*/ 154 w 32071"/>
                      <a:gd name="connsiteY1" fmla="*/ 5586 h 9894"/>
                      <a:gd name="connsiteX2" fmla="*/ 22674 w 32071"/>
                      <a:gd name="connsiteY2" fmla="*/ 9354 h 9894"/>
                      <a:gd name="connsiteX3" fmla="*/ 32072 w 32071"/>
                      <a:gd name="connsiteY3" fmla="*/ 7226 h 9894"/>
                      <a:gd name="connsiteX4" fmla="*/ 26929 w 32071"/>
                      <a:gd name="connsiteY4" fmla="*/ 7669 h 9894"/>
                      <a:gd name="connsiteX5" fmla="*/ 9153 w 32071"/>
                      <a:gd name="connsiteY5" fmla="*/ 0 h 9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071" h="9894">
                        <a:moveTo>
                          <a:pt x="9153" y="0"/>
                        </a:moveTo>
                        <a:cubicBezTo>
                          <a:pt x="6493" y="1153"/>
                          <a:pt x="-1176" y="2483"/>
                          <a:pt x="154" y="5586"/>
                        </a:cubicBezTo>
                        <a:cubicBezTo>
                          <a:pt x="2281" y="10551"/>
                          <a:pt x="15226" y="10285"/>
                          <a:pt x="22674" y="9354"/>
                        </a:cubicBezTo>
                        <a:cubicBezTo>
                          <a:pt x="24846" y="9088"/>
                          <a:pt x="29678" y="7980"/>
                          <a:pt x="32072" y="7226"/>
                        </a:cubicBezTo>
                        <a:cubicBezTo>
                          <a:pt x="30653" y="7403"/>
                          <a:pt x="28304" y="7758"/>
                          <a:pt x="26929" y="7669"/>
                        </a:cubicBezTo>
                        <a:cubicBezTo>
                          <a:pt x="19171" y="7093"/>
                          <a:pt x="10172" y="5541"/>
                          <a:pt x="9153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28" name="Forme libre : forme 23327">
                    <a:extLst>
                      <a:ext uri="{FF2B5EF4-FFF2-40B4-BE49-F238E27FC236}">
                        <a16:creationId xmlns:a16="http://schemas.microsoft.com/office/drawing/2014/main" id="{D9BDE9D3-95E5-437B-9561-2A9EC6BA3B5E}"/>
                      </a:ext>
                    </a:extLst>
                  </p:cNvPr>
                  <p:cNvSpPr/>
                  <p:nvPr/>
                </p:nvSpPr>
                <p:spPr>
                  <a:xfrm>
                    <a:off x="6911244" y="1146349"/>
                    <a:ext cx="44336" cy="13340"/>
                  </a:xfrm>
                  <a:custGeom>
                    <a:avLst/>
                    <a:gdLst>
                      <a:gd name="connsiteX0" fmla="*/ 44333 w 44336"/>
                      <a:gd name="connsiteY0" fmla="*/ 2754 h 13340"/>
                      <a:gd name="connsiteX1" fmla="*/ 21945 w 44336"/>
                      <a:gd name="connsiteY1" fmla="*/ 12684 h 13340"/>
                      <a:gd name="connsiteX2" fmla="*/ 46 w 44336"/>
                      <a:gd name="connsiteY2" fmla="*/ 8871 h 13340"/>
                      <a:gd name="connsiteX3" fmla="*/ 20349 w 44336"/>
                      <a:gd name="connsiteY3" fmla="*/ 1202 h 13340"/>
                      <a:gd name="connsiteX4" fmla="*/ 44333 w 44336"/>
                      <a:gd name="connsiteY4" fmla="*/ 2754 h 13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36" h="13340">
                        <a:moveTo>
                          <a:pt x="44333" y="2754"/>
                        </a:moveTo>
                        <a:cubicBezTo>
                          <a:pt x="44022" y="7852"/>
                          <a:pt x="28329" y="11664"/>
                          <a:pt x="21945" y="12684"/>
                        </a:cubicBezTo>
                        <a:cubicBezTo>
                          <a:pt x="15562" y="13792"/>
                          <a:pt x="1066" y="14058"/>
                          <a:pt x="46" y="8871"/>
                        </a:cubicBezTo>
                        <a:cubicBezTo>
                          <a:pt x="-974" y="3773"/>
                          <a:pt x="15340" y="1911"/>
                          <a:pt x="20349" y="1202"/>
                        </a:cubicBezTo>
                        <a:cubicBezTo>
                          <a:pt x="25448" y="626"/>
                          <a:pt x="44643" y="-1901"/>
                          <a:pt x="44333" y="275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29" name="Forme libre : forme 23328">
                    <a:extLst>
                      <a:ext uri="{FF2B5EF4-FFF2-40B4-BE49-F238E27FC236}">
                        <a16:creationId xmlns:a16="http://schemas.microsoft.com/office/drawing/2014/main" id="{95845E28-BE97-4EC2-AD4E-A572A5AF9FC6}"/>
                      </a:ext>
                    </a:extLst>
                  </p:cNvPr>
                  <p:cNvSpPr/>
                  <p:nvPr/>
                </p:nvSpPr>
                <p:spPr>
                  <a:xfrm>
                    <a:off x="6887877" y="1145517"/>
                    <a:ext cx="56337" cy="21769"/>
                  </a:xfrm>
                  <a:custGeom>
                    <a:avLst/>
                    <a:gdLst>
                      <a:gd name="connsiteX0" fmla="*/ 450 w 56337"/>
                      <a:gd name="connsiteY0" fmla="*/ 10501 h 21769"/>
                      <a:gd name="connsiteX1" fmla="*/ 6434 w 56337"/>
                      <a:gd name="connsiteY1" fmla="*/ 15821 h 21769"/>
                      <a:gd name="connsiteX2" fmla="*/ 27580 w 56337"/>
                      <a:gd name="connsiteY2" fmla="*/ 21717 h 21769"/>
                      <a:gd name="connsiteX3" fmla="*/ 49302 w 56337"/>
                      <a:gd name="connsiteY3" fmla="*/ 18037 h 21769"/>
                      <a:gd name="connsiteX4" fmla="*/ 55952 w 56337"/>
                      <a:gd name="connsiteY4" fmla="*/ 10545 h 21769"/>
                      <a:gd name="connsiteX5" fmla="*/ 48637 w 56337"/>
                      <a:gd name="connsiteY5" fmla="*/ 8905 h 21769"/>
                      <a:gd name="connsiteX6" fmla="*/ 29132 w 56337"/>
                      <a:gd name="connsiteY6" fmla="*/ 4694 h 21769"/>
                      <a:gd name="connsiteX7" fmla="*/ 9892 w 56337"/>
                      <a:gd name="connsiteY7" fmla="*/ 305 h 21769"/>
                      <a:gd name="connsiteX8" fmla="*/ 450 w 56337"/>
                      <a:gd name="connsiteY8" fmla="*/ 10501 h 21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6337" h="21769">
                        <a:moveTo>
                          <a:pt x="450" y="10501"/>
                        </a:moveTo>
                        <a:cubicBezTo>
                          <a:pt x="1824" y="13338"/>
                          <a:pt x="2977" y="14181"/>
                          <a:pt x="6434" y="15821"/>
                        </a:cubicBezTo>
                        <a:cubicBezTo>
                          <a:pt x="13040" y="18835"/>
                          <a:pt x="18581" y="21362"/>
                          <a:pt x="27580" y="21717"/>
                        </a:cubicBezTo>
                        <a:cubicBezTo>
                          <a:pt x="35028" y="22071"/>
                          <a:pt x="43362" y="20608"/>
                          <a:pt x="49302" y="18037"/>
                        </a:cubicBezTo>
                        <a:cubicBezTo>
                          <a:pt x="53736" y="16131"/>
                          <a:pt x="57592" y="13161"/>
                          <a:pt x="55952" y="10545"/>
                        </a:cubicBezTo>
                        <a:cubicBezTo>
                          <a:pt x="54933" y="8950"/>
                          <a:pt x="51475" y="9304"/>
                          <a:pt x="48637" y="8905"/>
                        </a:cubicBezTo>
                        <a:cubicBezTo>
                          <a:pt x="41944" y="8063"/>
                          <a:pt x="35604" y="7176"/>
                          <a:pt x="29132" y="4694"/>
                        </a:cubicBezTo>
                        <a:cubicBezTo>
                          <a:pt x="23635" y="2522"/>
                          <a:pt x="17650" y="-1069"/>
                          <a:pt x="9892" y="305"/>
                        </a:cubicBezTo>
                        <a:cubicBezTo>
                          <a:pt x="2888" y="1635"/>
                          <a:pt x="-1457" y="6556"/>
                          <a:pt x="450" y="1050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30" name="Forme libre : forme 23329">
                    <a:extLst>
                      <a:ext uri="{FF2B5EF4-FFF2-40B4-BE49-F238E27FC236}">
                        <a16:creationId xmlns:a16="http://schemas.microsoft.com/office/drawing/2014/main" id="{2D434D94-D67E-4E0E-9512-2E035761C633}"/>
                      </a:ext>
                    </a:extLst>
                  </p:cNvPr>
                  <p:cNvSpPr/>
                  <p:nvPr/>
                </p:nvSpPr>
                <p:spPr>
                  <a:xfrm>
                    <a:off x="6898659" y="1144300"/>
                    <a:ext cx="17635" cy="6869"/>
                  </a:xfrm>
                  <a:custGeom>
                    <a:avLst/>
                    <a:gdLst>
                      <a:gd name="connsiteX0" fmla="*/ 1637 w 17635"/>
                      <a:gd name="connsiteY0" fmla="*/ 4492 h 6869"/>
                      <a:gd name="connsiteX1" fmla="*/ 41 w 17635"/>
                      <a:gd name="connsiteY1" fmla="*/ 5822 h 6869"/>
                      <a:gd name="connsiteX2" fmla="*/ 1459 w 17635"/>
                      <a:gd name="connsiteY2" fmla="*/ 6841 h 6869"/>
                      <a:gd name="connsiteX3" fmla="*/ 4740 w 17635"/>
                      <a:gd name="connsiteY3" fmla="*/ 6620 h 6869"/>
                      <a:gd name="connsiteX4" fmla="*/ 12675 w 17635"/>
                      <a:gd name="connsiteY4" fmla="*/ 4891 h 6869"/>
                      <a:gd name="connsiteX5" fmla="*/ 15468 w 17635"/>
                      <a:gd name="connsiteY5" fmla="*/ 3871 h 6869"/>
                      <a:gd name="connsiteX6" fmla="*/ 13385 w 17635"/>
                      <a:gd name="connsiteY6" fmla="*/ 147 h 6869"/>
                      <a:gd name="connsiteX7" fmla="*/ 1637 w 17635"/>
                      <a:gd name="connsiteY7" fmla="*/ 4492 h 6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35" h="6869">
                        <a:moveTo>
                          <a:pt x="1637" y="4492"/>
                        </a:moveTo>
                        <a:cubicBezTo>
                          <a:pt x="839" y="4935"/>
                          <a:pt x="262" y="5245"/>
                          <a:pt x="41" y="5822"/>
                        </a:cubicBezTo>
                        <a:cubicBezTo>
                          <a:pt x="-181" y="6398"/>
                          <a:pt x="528" y="6708"/>
                          <a:pt x="1459" y="6841"/>
                        </a:cubicBezTo>
                        <a:cubicBezTo>
                          <a:pt x="2390" y="6930"/>
                          <a:pt x="3720" y="6797"/>
                          <a:pt x="4740" y="6620"/>
                        </a:cubicBezTo>
                        <a:cubicBezTo>
                          <a:pt x="7400" y="6221"/>
                          <a:pt x="10193" y="5644"/>
                          <a:pt x="12675" y="4891"/>
                        </a:cubicBezTo>
                        <a:cubicBezTo>
                          <a:pt x="13695" y="4580"/>
                          <a:pt x="14670" y="4359"/>
                          <a:pt x="15468" y="3871"/>
                        </a:cubicBezTo>
                        <a:cubicBezTo>
                          <a:pt x="18793" y="1965"/>
                          <a:pt x="18438" y="-651"/>
                          <a:pt x="13385" y="147"/>
                        </a:cubicBezTo>
                        <a:cubicBezTo>
                          <a:pt x="9439" y="812"/>
                          <a:pt x="4873" y="2763"/>
                          <a:pt x="1637" y="449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31" name="Forme libre : forme 23330">
                    <a:extLst>
                      <a:ext uri="{FF2B5EF4-FFF2-40B4-BE49-F238E27FC236}">
                        <a16:creationId xmlns:a16="http://schemas.microsoft.com/office/drawing/2014/main" id="{377045F1-2428-4D9D-880C-DCB31A5FF3A2}"/>
                      </a:ext>
                    </a:extLst>
                  </p:cNvPr>
                  <p:cNvSpPr/>
                  <p:nvPr/>
                </p:nvSpPr>
                <p:spPr>
                  <a:xfrm>
                    <a:off x="6943740" y="1147285"/>
                    <a:ext cx="25268" cy="18929"/>
                  </a:xfrm>
                  <a:custGeom>
                    <a:avLst/>
                    <a:gdLst>
                      <a:gd name="connsiteX0" fmla="*/ 25269 w 25268"/>
                      <a:gd name="connsiteY0" fmla="*/ 0 h 18929"/>
                      <a:gd name="connsiteX1" fmla="*/ 0 w 25268"/>
                      <a:gd name="connsiteY1" fmla="*/ 18929 h 18929"/>
                      <a:gd name="connsiteX2" fmla="*/ 25269 w 25268"/>
                      <a:gd name="connsiteY2" fmla="*/ 0 h 18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268" h="18929">
                        <a:moveTo>
                          <a:pt x="25269" y="0"/>
                        </a:moveTo>
                        <a:cubicBezTo>
                          <a:pt x="23363" y="7625"/>
                          <a:pt x="9088" y="15073"/>
                          <a:pt x="0" y="18929"/>
                        </a:cubicBezTo>
                        <a:cubicBezTo>
                          <a:pt x="9930" y="14585"/>
                          <a:pt x="19727" y="6960"/>
                          <a:pt x="2526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32" name="Forme libre : forme 23331">
                    <a:extLst>
                      <a:ext uri="{FF2B5EF4-FFF2-40B4-BE49-F238E27FC236}">
                        <a16:creationId xmlns:a16="http://schemas.microsoft.com/office/drawing/2014/main" id="{57730FEB-3E75-42F4-906D-A05C0D3479C7}"/>
                      </a:ext>
                    </a:extLst>
                  </p:cNvPr>
                  <p:cNvSpPr/>
                  <p:nvPr/>
                </p:nvSpPr>
                <p:spPr>
                  <a:xfrm>
                    <a:off x="6878219" y="1137222"/>
                    <a:ext cx="30100" cy="13742"/>
                  </a:xfrm>
                  <a:custGeom>
                    <a:avLst/>
                    <a:gdLst>
                      <a:gd name="connsiteX0" fmla="*/ 30101 w 30100"/>
                      <a:gd name="connsiteY0" fmla="*/ 0 h 13742"/>
                      <a:gd name="connsiteX1" fmla="*/ 0 w 30100"/>
                      <a:gd name="connsiteY1" fmla="*/ 13743 h 13742"/>
                      <a:gd name="connsiteX2" fmla="*/ 30101 w 30100"/>
                      <a:gd name="connsiteY2" fmla="*/ 0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100" h="13742">
                        <a:moveTo>
                          <a:pt x="30101" y="0"/>
                        </a:moveTo>
                        <a:cubicBezTo>
                          <a:pt x="18176" y="1862"/>
                          <a:pt x="7846" y="7758"/>
                          <a:pt x="0" y="13743"/>
                        </a:cubicBezTo>
                        <a:cubicBezTo>
                          <a:pt x="7004" y="7802"/>
                          <a:pt x="20126" y="3103"/>
                          <a:pt x="3010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33" name="Forme libre : forme 23332">
                    <a:extLst>
                      <a:ext uri="{FF2B5EF4-FFF2-40B4-BE49-F238E27FC236}">
                        <a16:creationId xmlns:a16="http://schemas.microsoft.com/office/drawing/2014/main" id="{8666A184-AAD4-4F44-ABE0-51813BD6EA19}"/>
                      </a:ext>
                    </a:extLst>
                  </p:cNvPr>
                  <p:cNvSpPr/>
                  <p:nvPr/>
                </p:nvSpPr>
                <p:spPr>
                  <a:xfrm>
                    <a:off x="6926332" y="1147219"/>
                    <a:ext cx="16422" cy="3776"/>
                  </a:xfrm>
                  <a:custGeom>
                    <a:avLst/>
                    <a:gdLst>
                      <a:gd name="connsiteX0" fmla="*/ 16345 w 16422"/>
                      <a:gd name="connsiteY0" fmla="*/ 1617 h 3776"/>
                      <a:gd name="connsiteX1" fmla="*/ 6902 w 16422"/>
                      <a:gd name="connsiteY1" fmla="*/ 3745 h 3776"/>
                      <a:gd name="connsiteX2" fmla="*/ 120 w 16422"/>
                      <a:gd name="connsiteY2" fmla="*/ 1839 h 3776"/>
                      <a:gd name="connsiteX3" fmla="*/ 9030 w 16422"/>
                      <a:gd name="connsiteY3" fmla="*/ 21 h 3776"/>
                      <a:gd name="connsiteX4" fmla="*/ 16345 w 16422"/>
                      <a:gd name="connsiteY4" fmla="*/ 1617 h 3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22" h="3776">
                        <a:moveTo>
                          <a:pt x="16345" y="1617"/>
                        </a:moveTo>
                        <a:cubicBezTo>
                          <a:pt x="15547" y="3435"/>
                          <a:pt x="8897" y="3656"/>
                          <a:pt x="6902" y="3745"/>
                        </a:cubicBezTo>
                        <a:cubicBezTo>
                          <a:pt x="4863" y="3878"/>
                          <a:pt x="-900" y="3656"/>
                          <a:pt x="120" y="1839"/>
                        </a:cubicBezTo>
                        <a:cubicBezTo>
                          <a:pt x="1095" y="21"/>
                          <a:pt x="7124" y="110"/>
                          <a:pt x="9030" y="21"/>
                        </a:cubicBezTo>
                        <a:cubicBezTo>
                          <a:pt x="10892" y="-23"/>
                          <a:pt x="17187" y="-156"/>
                          <a:pt x="16345" y="161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34" name="Forme libre : forme 23333">
                    <a:extLst>
                      <a:ext uri="{FF2B5EF4-FFF2-40B4-BE49-F238E27FC236}">
                        <a16:creationId xmlns:a16="http://schemas.microsoft.com/office/drawing/2014/main" id="{7002E015-A093-4318-BC98-A658AA71B418}"/>
                      </a:ext>
                    </a:extLst>
                  </p:cNvPr>
                  <p:cNvSpPr/>
                  <p:nvPr/>
                </p:nvSpPr>
                <p:spPr>
                  <a:xfrm>
                    <a:off x="6940516" y="1147517"/>
                    <a:ext cx="4674" cy="1697"/>
                  </a:xfrm>
                  <a:custGeom>
                    <a:avLst/>
                    <a:gdLst>
                      <a:gd name="connsiteX0" fmla="*/ 4643 w 4674"/>
                      <a:gd name="connsiteY0" fmla="*/ 433 h 1697"/>
                      <a:gd name="connsiteX1" fmla="*/ 2648 w 4674"/>
                      <a:gd name="connsiteY1" fmla="*/ 1586 h 1697"/>
                      <a:gd name="connsiteX2" fmla="*/ 33 w 4674"/>
                      <a:gd name="connsiteY2" fmla="*/ 1231 h 1697"/>
                      <a:gd name="connsiteX3" fmla="*/ 1939 w 4674"/>
                      <a:gd name="connsiteY3" fmla="*/ 167 h 1697"/>
                      <a:gd name="connsiteX4" fmla="*/ 4643 w 4674"/>
                      <a:gd name="connsiteY4" fmla="*/ 433 h 1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4" h="1697">
                        <a:moveTo>
                          <a:pt x="4643" y="433"/>
                        </a:moveTo>
                        <a:cubicBezTo>
                          <a:pt x="4909" y="1054"/>
                          <a:pt x="3446" y="1453"/>
                          <a:pt x="2648" y="1586"/>
                        </a:cubicBezTo>
                        <a:cubicBezTo>
                          <a:pt x="1895" y="1719"/>
                          <a:pt x="299" y="1852"/>
                          <a:pt x="33" y="1231"/>
                        </a:cubicBezTo>
                        <a:cubicBezTo>
                          <a:pt x="-233" y="610"/>
                          <a:pt x="1185" y="300"/>
                          <a:pt x="1939" y="167"/>
                        </a:cubicBezTo>
                        <a:cubicBezTo>
                          <a:pt x="2737" y="-10"/>
                          <a:pt x="4333" y="-187"/>
                          <a:pt x="4643" y="43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35" name="Forme libre : forme 23334">
                    <a:extLst>
                      <a:ext uri="{FF2B5EF4-FFF2-40B4-BE49-F238E27FC236}">
                        <a16:creationId xmlns:a16="http://schemas.microsoft.com/office/drawing/2014/main" id="{6A2B1A07-5FB9-4F2A-85CE-9EE09B771BA1}"/>
                      </a:ext>
                    </a:extLst>
                  </p:cNvPr>
                  <p:cNvSpPr/>
                  <p:nvPr/>
                </p:nvSpPr>
                <p:spPr>
                  <a:xfrm>
                    <a:off x="6925077" y="1135668"/>
                    <a:ext cx="41260" cy="11789"/>
                  </a:xfrm>
                  <a:custGeom>
                    <a:avLst/>
                    <a:gdLst>
                      <a:gd name="connsiteX0" fmla="*/ 29791 w 41260"/>
                      <a:gd name="connsiteY0" fmla="*/ 3726 h 11789"/>
                      <a:gd name="connsiteX1" fmla="*/ 40785 w 41260"/>
                      <a:gd name="connsiteY1" fmla="*/ 8204 h 11789"/>
                      <a:gd name="connsiteX2" fmla="*/ 38701 w 41260"/>
                      <a:gd name="connsiteY2" fmla="*/ 11529 h 11789"/>
                      <a:gd name="connsiteX3" fmla="*/ 33559 w 41260"/>
                      <a:gd name="connsiteY3" fmla="*/ 11041 h 11789"/>
                      <a:gd name="connsiteX4" fmla="*/ 18442 w 41260"/>
                      <a:gd name="connsiteY4" fmla="*/ 7716 h 11789"/>
                      <a:gd name="connsiteX5" fmla="*/ 266 w 41260"/>
                      <a:gd name="connsiteY5" fmla="*/ 3416 h 11789"/>
                      <a:gd name="connsiteX6" fmla="*/ 20038 w 41260"/>
                      <a:gd name="connsiteY6" fmla="*/ 313 h 11789"/>
                      <a:gd name="connsiteX7" fmla="*/ 29791 w 41260"/>
                      <a:gd name="connsiteY7" fmla="*/ 3726 h 11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1260" h="11789">
                        <a:moveTo>
                          <a:pt x="29791" y="3726"/>
                        </a:moveTo>
                        <a:cubicBezTo>
                          <a:pt x="34313" y="5012"/>
                          <a:pt x="37593" y="5854"/>
                          <a:pt x="40785" y="8204"/>
                        </a:cubicBezTo>
                        <a:cubicBezTo>
                          <a:pt x="41982" y="9090"/>
                          <a:pt x="40785" y="10908"/>
                          <a:pt x="38701" y="11529"/>
                        </a:cubicBezTo>
                        <a:cubicBezTo>
                          <a:pt x="36618" y="12149"/>
                          <a:pt x="35111" y="11529"/>
                          <a:pt x="33559" y="11041"/>
                        </a:cubicBezTo>
                        <a:cubicBezTo>
                          <a:pt x="28727" y="9578"/>
                          <a:pt x="23851" y="8647"/>
                          <a:pt x="18442" y="7716"/>
                        </a:cubicBezTo>
                        <a:cubicBezTo>
                          <a:pt x="15073" y="7273"/>
                          <a:pt x="-2349" y="7361"/>
                          <a:pt x="266" y="3416"/>
                        </a:cubicBezTo>
                        <a:cubicBezTo>
                          <a:pt x="2882" y="-441"/>
                          <a:pt x="15694" y="-263"/>
                          <a:pt x="20038" y="313"/>
                        </a:cubicBezTo>
                        <a:cubicBezTo>
                          <a:pt x="24427" y="1022"/>
                          <a:pt x="26422" y="2795"/>
                          <a:pt x="29791" y="372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49" name="Graphique 2">
                <a:extLst>
                  <a:ext uri="{FF2B5EF4-FFF2-40B4-BE49-F238E27FC236}">
                    <a16:creationId xmlns:a16="http://schemas.microsoft.com/office/drawing/2014/main" id="{8E556DE3-0BDE-443B-A340-7DC0E42E2FA8}"/>
                  </a:ext>
                </a:extLst>
              </p:cNvPr>
              <p:cNvGrpSpPr/>
              <p:nvPr/>
            </p:nvGrpSpPr>
            <p:grpSpPr>
              <a:xfrm>
                <a:off x="5609370" y="1142803"/>
                <a:ext cx="728503" cy="73494"/>
                <a:chOff x="5609370" y="1142803"/>
                <a:chExt cx="728503" cy="73494"/>
              </a:xfrm>
              <a:solidFill>
                <a:schemeClr val="accent1"/>
              </a:solidFill>
            </p:grpSpPr>
            <p:grpSp>
              <p:nvGrpSpPr>
                <p:cNvPr id="23205" name="Graphique 2">
                  <a:extLst>
                    <a:ext uri="{FF2B5EF4-FFF2-40B4-BE49-F238E27FC236}">
                      <a16:creationId xmlns:a16="http://schemas.microsoft.com/office/drawing/2014/main" id="{F0BDC518-261D-4469-9345-C1525548A69C}"/>
                    </a:ext>
                  </a:extLst>
                </p:cNvPr>
                <p:cNvGrpSpPr/>
                <p:nvPr/>
              </p:nvGrpSpPr>
              <p:grpSpPr>
                <a:xfrm>
                  <a:off x="5609370" y="1142803"/>
                  <a:ext cx="91949" cy="38516"/>
                  <a:chOff x="5609370" y="1142803"/>
                  <a:chExt cx="91949" cy="38516"/>
                </a:xfrm>
                <a:solidFill>
                  <a:schemeClr val="accent1"/>
                </a:solidFill>
              </p:grpSpPr>
              <p:sp>
                <p:nvSpPr>
                  <p:cNvPr id="23297" name="Forme libre : forme 23296">
                    <a:extLst>
                      <a:ext uri="{FF2B5EF4-FFF2-40B4-BE49-F238E27FC236}">
                        <a16:creationId xmlns:a16="http://schemas.microsoft.com/office/drawing/2014/main" id="{8118F53D-F2E0-48DF-9730-B9AA4534960E}"/>
                      </a:ext>
                    </a:extLst>
                  </p:cNvPr>
                  <p:cNvSpPr/>
                  <p:nvPr/>
                </p:nvSpPr>
                <p:spPr>
                  <a:xfrm>
                    <a:off x="5609370" y="1142803"/>
                    <a:ext cx="91949" cy="38516"/>
                  </a:xfrm>
                  <a:custGeom>
                    <a:avLst/>
                    <a:gdLst>
                      <a:gd name="connsiteX0" fmla="*/ 60255 w 91949"/>
                      <a:gd name="connsiteY0" fmla="*/ 38484 h 38516"/>
                      <a:gd name="connsiteX1" fmla="*/ 28469 w 91949"/>
                      <a:gd name="connsiteY1" fmla="*/ 34938 h 38516"/>
                      <a:gd name="connsiteX2" fmla="*/ 1028 w 91949"/>
                      <a:gd name="connsiteY2" fmla="*/ 17028 h 38516"/>
                      <a:gd name="connsiteX3" fmla="*/ 186 w 91949"/>
                      <a:gd name="connsiteY3" fmla="*/ 14501 h 38516"/>
                      <a:gd name="connsiteX4" fmla="*/ 9 w 91949"/>
                      <a:gd name="connsiteY4" fmla="*/ 11664 h 38516"/>
                      <a:gd name="connsiteX5" fmla="*/ 1161 w 91949"/>
                      <a:gd name="connsiteY5" fmla="*/ 9048 h 38516"/>
                      <a:gd name="connsiteX6" fmla="*/ 3201 w 91949"/>
                      <a:gd name="connsiteY6" fmla="*/ 7186 h 38516"/>
                      <a:gd name="connsiteX7" fmla="*/ 34011 w 91949"/>
                      <a:gd name="connsiteY7" fmla="*/ 226 h 38516"/>
                      <a:gd name="connsiteX8" fmla="*/ 62249 w 91949"/>
                      <a:gd name="connsiteY8" fmla="*/ 3463 h 38516"/>
                      <a:gd name="connsiteX9" fmla="*/ 89690 w 91949"/>
                      <a:gd name="connsiteY9" fmla="*/ 18225 h 38516"/>
                      <a:gd name="connsiteX10" fmla="*/ 90400 w 91949"/>
                      <a:gd name="connsiteY10" fmla="*/ 28022 h 38516"/>
                      <a:gd name="connsiteX11" fmla="*/ 60255 w 91949"/>
                      <a:gd name="connsiteY11" fmla="*/ 38484 h 38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1949" h="38516">
                        <a:moveTo>
                          <a:pt x="60255" y="38484"/>
                        </a:moveTo>
                        <a:cubicBezTo>
                          <a:pt x="52674" y="38307"/>
                          <a:pt x="36272" y="36489"/>
                          <a:pt x="28469" y="34938"/>
                        </a:cubicBezTo>
                        <a:cubicBezTo>
                          <a:pt x="13884" y="32056"/>
                          <a:pt x="7013" y="25717"/>
                          <a:pt x="1028" y="17028"/>
                        </a:cubicBezTo>
                        <a:cubicBezTo>
                          <a:pt x="541" y="16274"/>
                          <a:pt x="142" y="15388"/>
                          <a:pt x="186" y="14501"/>
                        </a:cubicBezTo>
                        <a:cubicBezTo>
                          <a:pt x="97" y="13614"/>
                          <a:pt x="-36" y="12639"/>
                          <a:pt x="9" y="11664"/>
                        </a:cubicBezTo>
                        <a:cubicBezTo>
                          <a:pt x="53" y="10733"/>
                          <a:pt x="363" y="9802"/>
                          <a:pt x="1161" y="9048"/>
                        </a:cubicBezTo>
                        <a:cubicBezTo>
                          <a:pt x="1738" y="8295"/>
                          <a:pt x="2358" y="7630"/>
                          <a:pt x="3201" y="7186"/>
                        </a:cubicBezTo>
                        <a:cubicBezTo>
                          <a:pt x="12200" y="1911"/>
                          <a:pt x="20889" y="-838"/>
                          <a:pt x="34011" y="226"/>
                        </a:cubicBezTo>
                        <a:cubicBezTo>
                          <a:pt x="41015" y="803"/>
                          <a:pt x="55068" y="2443"/>
                          <a:pt x="62249" y="3463"/>
                        </a:cubicBezTo>
                        <a:cubicBezTo>
                          <a:pt x="75682" y="5324"/>
                          <a:pt x="82597" y="10777"/>
                          <a:pt x="89690" y="18225"/>
                        </a:cubicBezTo>
                        <a:cubicBezTo>
                          <a:pt x="92129" y="20796"/>
                          <a:pt x="92926" y="25672"/>
                          <a:pt x="90400" y="28022"/>
                        </a:cubicBezTo>
                        <a:cubicBezTo>
                          <a:pt x="83218" y="34849"/>
                          <a:pt x="74440" y="38927"/>
                          <a:pt x="60255" y="3848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98" name="Forme libre : forme 23297">
                    <a:extLst>
                      <a:ext uri="{FF2B5EF4-FFF2-40B4-BE49-F238E27FC236}">
                        <a16:creationId xmlns:a16="http://schemas.microsoft.com/office/drawing/2014/main" id="{A35F3B81-548C-407D-B0CD-0CFD9D8C9DE5}"/>
                      </a:ext>
                    </a:extLst>
                  </p:cNvPr>
                  <p:cNvSpPr/>
                  <p:nvPr/>
                </p:nvSpPr>
                <p:spPr>
                  <a:xfrm>
                    <a:off x="5609423" y="1155486"/>
                    <a:ext cx="90435" cy="25825"/>
                  </a:xfrm>
                  <a:custGeom>
                    <a:avLst/>
                    <a:gdLst>
                      <a:gd name="connsiteX0" fmla="*/ 34933 w 90435"/>
                      <a:gd name="connsiteY0" fmla="*/ 10462 h 25825"/>
                      <a:gd name="connsiteX1" fmla="*/ 0 w 90435"/>
                      <a:gd name="connsiteY1" fmla="*/ 0 h 25825"/>
                      <a:gd name="connsiteX2" fmla="*/ 975 w 90435"/>
                      <a:gd name="connsiteY2" fmla="*/ 4300 h 25825"/>
                      <a:gd name="connsiteX3" fmla="*/ 4167 w 90435"/>
                      <a:gd name="connsiteY3" fmla="*/ 8600 h 25825"/>
                      <a:gd name="connsiteX4" fmla="*/ 16358 w 90435"/>
                      <a:gd name="connsiteY4" fmla="*/ 18353 h 25825"/>
                      <a:gd name="connsiteX5" fmla="*/ 28372 w 90435"/>
                      <a:gd name="connsiteY5" fmla="*/ 22254 h 25825"/>
                      <a:gd name="connsiteX6" fmla="*/ 33470 w 90435"/>
                      <a:gd name="connsiteY6" fmla="*/ 23141 h 25825"/>
                      <a:gd name="connsiteX7" fmla="*/ 57808 w 90435"/>
                      <a:gd name="connsiteY7" fmla="*/ 25712 h 25825"/>
                      <a:gd name="connsiteX8" fmla="*/ 60157 w 90435"/>
                      <a:gd name="connsiteY8" fmla="*/ 25801 h 25825"/>
                      <a:gd name="connsiteX9" fmla="*/ 73368 w 90435"/>
                      <a:gd name="connsiteY9" fmla="*/ 24604 h 25825"/>
                      <a:gd name="connsiteX10" fmla="*/ 86756 w 90435"/>
                      <a:gd name="connsiteY10" fmla="*/ 18353 h 25825"/>
                      <a:gd name="connsiteX11" fmla="*/ 90347 w 90435"/>
                      <a:gd name="connsiteY11" fmla="*/ 15338 h 25825"/>
                      <a:gd name="connsiteX12" fmla="*/ 90435 w 90435"/>
                      <a:gd name="connsiteY12" fmla="*/ 15205 h 25825"/>
                      <a:gd name="connsiteX13" fmla="*/ 34933 w 90435"/>
                      <a:gd name="connsiteY13" fmla="*/ 10462 h 2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0435" h="25825">
                        <a:moveTo>
                          <a:pt x="34933" y="10462"/>
                        </a:moveTo>
                        <a:cubicBezTo>
                          <a:pt x="22254" y="9576"/>
                          <a:pt x="8600" y="6871"/>
                          <a:pt x="0" y="0"/>
                        </a:cubicBezTo>
                        <a:cubicBezTo>
                          <a:pt x="222" y="1552"/>
                          <a:pt x="44" y="3059"/>
                          <a:pt x="975" y="4300"/>
                        </a:cubicBezTo>
                        <a:cubicBezTo>
                          <a:pt x="1995" y="5807"/>
                          <a:pt x="3059" y="7226"/>
                          <a:pt x="4167" y="8600"/>
                        </a:cubicBezTo>
                        <a:cubicBezTo>
                          <a:pt x="7403" y="12501"/>
                          <a:pt x="11216" y="15826"/>
                          <a:pt x="16358" y="18353"/>
                        </a:cubicBezTo>
                        <a:cubicBezTo>
                          <a:pt x="19727" y="19993"/>
                          <a:pt x="23628" y="21323"/>
                          <a:pt x="28372" y="22254"/>
                        </a:cubicBezTo>
                        <a:cubicBezTo>
                          <a:pt x="29790" y="22520"/>
                          <a:pt x="31564" y="22830"/>
                          <a:pt x="33470" y="23141"/>
                        </a:cubicBezTo>
                        <a:cubicBezTo>
                          <a:pt x="40962" y="24293"/>
                          <a:pt x="51247" y="25313"/>
                          <a:pt x="57808" y="25712"/>
                        </a:cubicBezTo>
                        <a:cubicBezTo>
                          <a:pt x="58650" y="25756"/>
                          <a:pt x="59448" y="25801"/>
                          <a:pt x="60157" y="25801"/>
                        </a:cubicBezTo>
                        <a:cubicBezTo>
                          <a:pt x="65167" y="25934"/>
                          <a:pt x="69511" y="25535"/>
                          <a:pt x="73368" y="24604"/>
                        </a:cubicBezTo>
                        <a:cubicBezTo>
                          <a:pt x="78643" y="23318"/>
                          <a:pt x="82899" y="21102"/>
                          <a:pt x="86756" y="18353"/>
                        </a:cubicBezTo>
                        <a:cubicBezTo>
                          <a:pt x="87997" y="17422"/>
                          <a:pt x="89194" y="16447"/>
                          <a:pt x="90347" y="15338"/>
                        </a:cubicBezTo>
                        <a:lnTo>
                          <a:pt x="90435" y="15205"/>
                        </a:lnTo>
                        <a:cubicBezTo>
                          <a:pt x="72082" y="13876"/>
                          <a:pt x="53109" y="11748"/>
                          <a:pt x="34933" y="1046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99" name="Forme libre : forme 23298">
                    <a:extLst>
                      <a:ext uri="{FF2B5EF4-FFF2-40B4-BE49-F238E27FC236}">
                        <a16:creationId xmlns:a16="http://schemas.microsoft.com/office/drawing/2014/main" id="{FCCB8C32-DFAC-4F53-BBA5-4870C0BFC7E1}"/>
                      </a:ext>
                    </a:extLst>
                  </p:cNvPr>
                  <p:cNvSpPr/>
                  <p:nvPr/>
                </p:nvSpPr>
                <p:spPr>
                  <a:xfrm>
                    <a:off x="5641103" y="1157214"/>
                    <a:ext cx="42619" cy="12618"/>
                  </a:xfrm>
                  <a:custGeom>
                    <a:avLst/>
                    <a:gdLst>
                      <a:gd name="connsiteX0" fmla="*/ 42618 w 42619"/>
                      <a:gd name="connsiteY0" fmla="*/ 8513 h 12618"/>
                      <a:gd name="connsiteX1" fmla="*/ 19788 w 42619"/>
                      <a:gd name="connsiteY1" fmla="*/ 12281 h 12618"/>
                      <a:gd name="connsiteX2" fmla="*/ 17 w 42619"/>
                      <a:gd name="connsiteY2" fmla="*/ 3637 h 12618"/>
                      <a:gd name="connsiteX3" fmla="*/ 20896 w 42619"/>
                      <a:gd name="connsiteY3" fmla="*/ 755 h 12618"/>
                      <a:gd name="connsiteX4" fmla="*/ 42618 w 42619"/>
                      <a:gd name="connsiteY4" fmla="*/ 8513 h 12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19" h="12618">
                        <a:moveTo>
                          <a:pt x="42618" y="8513"/>
                        </a:moveTo>
                        <a:cubicBezTo>
                          <a:pt x="42441" y="13256"/>
                          <a:pt x="25462" y="12857"/>
                          <a:pt x="19788" y="12281"/>
                        </a:cubicBezTo>
                        <a:cubicBezTo>
                          <a:pt x="14114" y="11749"/>
                          <a:pt x="-560" y="8779"/>
                          <a:pt x="17" y="3637"/>
                        </a:cubicBezTo>
                        <a:cubicBezTo>
                          <a:pt x="548" y="-1417"/>
                          <a:pt x="15665" y="46"/>
                          <a:pt x="20896" y="755"/>
                        </a:cubicBezTo>
                        <a:cubicBezTo>
                          <a:pt x="26083" y="1553"/>
                          <a:pt x="42796" y="3858"/>
                          <a:pt x="42618" y="851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00" name="Forme libre : forme 23299">
                    <a:extLst>
                      <a:ext uri="{FF2B5EF4-FFF2-40B4-BE49-F238E27FC236}">
                        <a16:creationId xmlns:a16="http://schemas.microsoft.com/office/drawing/2014/main" id="{CACC1B24-CB60-41E6-957C-3EB921857D57}"/>
                      </a:ext>
                    </a:extLst>
                  </p:cNvPr>
                  <p:cNvSpPr/>
                  <p:nvPr/>
                </p:nvSpPr>
                <p:spPr>
                  <a:xfrm>
                    <a:off x="5640822" y="1157437"/>
                    <a:ext cx="29511" cy="12393"/>
                  </a:xfrm>
                  <a:custGeom>
                    <a:avLst/>
                    <a:gdLst>
                      <a:gd name="connsiteX0" fmla="*/ 9740 w 29511"/>
                      <a:gd name="connsiteY0" fmla="*/ 0 h 12393"/>
                      <a:gd name="connsiteX1" fmla="*/ 31 w 29511"/>
                      <a:gd name="connsiteY1" fmla="*/ 3458 h 12393"/>
                      <a:gd name="connsiteX2" fmla="*/ 20291 w 29511"/>
                      <a:gd name="connsiteY2" fmla="*/ 12147 h 12393"/>
                      <a:gd name="connsiteX3" fmla="*/ 29511 w 29511"/>
                      <a:gd name="connsiteY3" fmla="*/ 12280 h 12393"/>
                      <a:gd name="connsiteX4" fmla="*/ 24635 w 29511"/>
                      <a:gd name="connsiteY4" fmla="*/ 11482 h 12393"/>
                      <a:gd name="connsiteX5" fmla="*/ 9740 w 29511"/>
                      <a:gd name="connsiteY5" fmla="*/ 0 h 12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11" h="12393">
                        <a:moveTo>
                          <a:pt x="9740" y="0"/>
                        </a:moveTo>
                        <a:cubicBezTo>
                          <a:pt x="6991" y="576"/>
                          <a:pt x="-545" y="177"/>
                          <a:pt x="31" y="3458"/>
                        </a:cubicBezTo>
                        <a:cubicBezTo>
                          <a:pt x="918" y="8778"/>
                          <a:pt x="13153" y="11349"/>
                          <a:pt x="20291" y="12147"/>
                        </a:cubicBezTo>
                        <a:cubicBezTo>
                          <a:pt x="22374" y="12368"/>
                          <a:pt x="27118" y="12501"/>
                          <a:pt x="29511" y="12280"/>
                        </a:cubicBezTo>
                        <a:cubicBezTo>
                          <a:pt x="28181" y="12102"/>
                          <a:pt x="25876" y="11881"/>
                          <a:pt x="24635" y="11482"/>
                        </a:cubicBezTo>
                        <a:cubicBezTo>
                          <a:pt x="17631" y="9132"/>
                          <a:pt x="9474" y="5586"/>
                          <a:pt x="9740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01" name="Forme libre : forme 23300">
                    <a:extLst>
                      <a:ext uri="{FF2B5EF4-FFF2-40B4-BE49-F238E27FC236}">
                        <a16:creationId xmlns:a16="http://schemas.microsoft.com/office/drawing/2014/main" id="{FF083F5D-FC6F-4406-8EC2-1B662297A142}"/>
                      </a:ext>
                    </a:extLst>
                  </p:cNvPr>
                  <p:cNvSpPr/>
                  <p:nvPr/>
                </p:nvSpPr>
                <p:spPr>
                  <a:xfrm>
                    <a:off x="5643157" y="1158876"/>
                    <a:ext cx="42882" cy="12452"/>
                  </a:xfrm>
                  <a:custGeom>
                    <a:avLst/>
                    <a:gdLst>
                      <a:gd name="connsiteX0" fmla="*/ 42781 w 42882"/>
                      <a:gd name="connsiteY0" fmla="*/ 8224 h 12452"/>
                      <a:gd name="connsiteX1" fmla="*/ 19640 w 42882"/>
                      <a:gd name="connsiteY1" fmla="*/ 12214 h 12452"/>
                      <a:gd name="connsiteX2" fmla="*/ 2 w 42882"/>
                      <a:gd name="connsiteY2" fmla="*/ 3614 h 12452"/>
                      <a:gd name="connsiteX3" fmla="*/ 20837 w 42882"/>
                      <a:gd name="connsiteY3" fmla="*/ 688 h 12452"/>
                      <a:gd name="connsiteX4" fmla="*/ 42781 w 42882"/>
                      <a:gd name="connsiteY4" fmla="*/ 8224 h 12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82" h="12452">
                        <a:moveTo>
                          <a:pt x="42781" y="8224"/>
                        </a:moveTo>
                        <a:cubicBezTo>
                          <a:pt x="41141" y="12879"/>
                          <a:pt x="25758" y="12702"/>
                          <a:pt x="19640" y="12214"/>
                        </a:cubicBezTo>
                        <a:cubicBezTo>
                          <a:pt x="13478" y="11815"/>
                          <a:pt x="-176" y="8845"/>
                          <a:pt x="2" y="3614"/>
                        </a:cubicBezTo>
                        <a:cubicBezTo>
                          <a:pt x="179" y="-1573"/>
                          <a:pt x="15917" y="200"/>
                          <a:pt x="20837" y="688"/>
                        </a:cubicBezTo>
                        <a:cubicBezTo>
                          <a:pt x="25669" y="1309"/>
                          <a:pt x="44421" y="3658"/>
                          <a:pt x="42781" y="822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02" name="Forme libre : forme 23301">
                    <a:extLst>
                      <a:ext uri="{FF2B5EF4-FFF2-40B4-BE49-F238E27FC236}">
                        <a16:creationId xmlns:a16="http://schemas.microsoft.com/office/drawing/2014/main" id="{27927B71-8ADC-412C-9F3F-406C1DF9E80D}"/>
                      </a:ext>
                    </a:extLst>
                  </p:cNvPr>
                  <p:cNvSpPr/>
                  <p:nvPr/>
                </p:nvSpPr>
                <p:spPr>
                  <a:xfrm>
                    <a:off x="5621214" y="1150415"/>
                    <a:ext cx="52162" cy="26622"/>
                  </a:xfrm>
                  <a:custGeom>
                    <a:avLst/>
                    <a:gdLst>
                      <a:gd name="connsiteX0" fmla="*/ 90 w 52162"/>
                      <a:gd name="connsiteY0" fmla="*/ 7820 h 26622"/>
                      <a:gd name="connsiteX1" fmla="*/ 4523 w 52162"/>
                      <a:gd name="connsiteY1" fmla="*/ 14292 h 26622"/>
                      <a:gd name="connsiteX2" fmla="*/ 23097 w 52162"/>
                      <a:gd name="connsiteY2" fmla="*/ 24710 h 26622"/>
                      <a:gd name="connsiteX3" fmla="*/ 44110 w 52162"/>
                      <a:gd name="connsiteY3" fmla="*/ 26040 h 26622"/>
                      <a:gd name="connsiteX4" fmla="*/ 52046 w 52162"/>
                      <a:gd name="connsiteY4" fmla="*/ 20321 h 26622"/>
                      <a:gd name="connsiteX5" fmla="*/ 45662 w 52162"/>
                      <a:gd name="connsiteY5" fmla="*/ 17041 h 26622"/>
                      <a:gd name="connsiteX6" fmla="*/ 28329 w 52162"/>
                      <a:gd name="connsiteY6" fmla="*/ 8485 h 26622"/>
                      <a:gd name="connsiteX7" fmla="*/ 11217 w 52162"/>
                      <a:gd name="connsiteY7" fmla="*/ 18 h 26622"/>
                      <a:gd name="connsiteX8" fmla="*/ 90 w 52162"/>
                      <a:gd name="connsiteY8" fmla="*/ 7820 h 26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162" h="26622">
                        <a:moveTo>
                          <a:pt x="90" y="7820"/>
                        </a:moveTo>
                        <a:cubicBezTo>
                          <a:pt x="710" y="10879"/>
                          <a:pt x="1641" y="11987"/>
                          <a:pt x="4523" y="14292"/>
                        </a:cubicBezTo>
                        <a:cubicBezTo>
                          <a:pt x="10064" y="18770"/>
                          <a:pt x="14763" y="22360"/>
                          <a:pt x="23097" y="24710"/>
                        </a:cubicBezTo>
                        <a:cubicBezTo>
                          <a:pt x="30013" y="26661"/>
                          <a:pt x="38081" y="27148"/>
                          <a:pt x="44110" y="26040"/>
                        </a:cubicBezTo>
                        <a:cubicBezTo>
                          <a:pt x="48632" y="25242"/>
                          <a:pt x="52932" y="23247"/>
                          <a:pt x="52046" y="20321"/>
                        </a:cubicBezTo>
                        <a:cubicBezTo>
                          <a:pt x="51514" y="18504"/>
                          <a:pt x="48189" y="18105"/>
                          <a:pt x="45662" y="17041"/>
                        </a:cubicBezTo>
                        <a:cubicBezTo>
                          <a:pt x="39633" y="14558"/>
                          <a:pt x="33870" y="12386"/>
                          <a:pt x="28329" y="8485"/>
                        </a:cubicBezTo>
                        <a:cubicBezTo>
                          <a:pt x="23630" y="5160"/>
                          <a:pt x="18798" y="328"/>
                          <a:pt x="11217" y="18"/>
                        </a:cubicBezTo>
                        <a:cubicBezTo>
                          <a:pt x="4434" y="-293"/>
                          <a:pt x="-752" y="3520"/>
                          <a:pt x="90" y="782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03" name="Forme libre : forme 23302">
                    <a:extLst>
                      <a:ext uri="{FF2B5EF4-FFF2-40B4-BE49-F238E27FC236}">
                        <a16:creationId xmlns:a16="http://schemas.microsoft.com/office/drawing/2014/main" id="{232F75B5-0C65-49E0-9E06-72B5C9F99959}"/>
                      </a:ext>
                    </a:extLst>
                  </p:cNvPr>
                  <p:cNvSpPr/>
                  <p:nvPr/>
                </p:nvSpPr>
                <p:spPr>
                  <a:xfrm>
                    <a:off x="5632329" y="1152147"/>
                    <a:ext cx="17665" cy="4613"/>
                  </a:xfrm>
                  <a:custGeom>
                    <a:avLst/>
                    <a:gdLst>
                      <a:gd name="connsiteX0" fmla="*/ 1875 w 17665"/>
                      <a:gd name="connsiteY0" fmla="*/ 1699 h 4613"/>
                      <a:gd name="connsiteX1" fmla="*/ 102 w 17665"/>
                      <a:gd name="connsiteY1" fmla="*/ 2630 h 4613"/>
                      <a:gd name="connsiteX2" fmla="*/ 1210 w 17665"/>
                      <a:gd name="connsiteY2" fmla="*/ 3915 h 4613"/>
                      <a:gd name="connsiteX3" fmla="*/ 4358 w 17665"/>
                      <a:gd name="connsiteY3" fmla="*/ 4447 h 4613"/>
                      <a:gd name="connsiteX4" fmla="*/ 12204 w 17665"/>
                      <a:gd name="connsiteY4" fmla="*/ 4536 h 4613"/>
                      <a:gd name="connsiteX5" fmla="*/ 15041 w 17665"/>
                      <a:gd name="connsiteY5" fmla="*/ 4181 h 4613"/>
                      <a:gd name="connsiteX6" fmla="*/ 13889 w 17665"/>
                      <a:gd name="connsiteY6" fmla="*/ 59 h 4613"/>
                      <a:gd name="connsiteX7" fmla="*/ 1875 w 17665"/>
                      <a:gd name="connsiteY7" fmla="*/ 1699 h 4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65" h="4613">
                        <a:moveTo>
                          <a:pt x="1875" y="1699"/>
                        </a:moveTo>
                        <a:cubicBezTo>
                          <a:pt x="1033" y="1965"/>
                          <a:pt x="412" y="2142"/>
                          <a:pt x="102" y="2630"/>
                        </a:cubicBezTo>
                        <a:cubicBezTo>
                          <a:pt x="-253" y="3162"/>
                          <a:pt x="368" y="3605"/>
                          <a:pt x="1210" y="3915"/>
                        </a:cubicBezTo>
                        <a:cubicBezTo>
                          <a:pt x="2052" y="4226"/>
                          <a:pt x="3338" y="4359"/>
                          <a:pt x="4358" y="4447"/>
                        </a:cubicBezTo>
                        <a:cubicBezTo>
                          <a:pt x="6929" y="4625"/>
                          <a:pt x="9722" y="4669"/>
                          <a:pt x="12204" y="4536"/>
                        </a:cubicBezTo>
                        <a:cubicBezTo>
                          <a:pt x="13224" y="4492"/>
                          <a:pt x="14199" y="4447"/>
                          <a:pt x="15041" y="4181"/>
                        </a:cubicBezTo>
                        <a:cubicBezTo>
                          <a:pt x="18588" y="3029"/>
                          <a:pt x="18854" y="413"/>
                          <a:pt x="13889" y="59"/>
                        </a:cubicBezTo>
                        <a:cubicBezTo>
                          <a:pt x="9988" y="-252"/>
                          <a:pt x="5289" y="724"/>
                          <a:pt x="1875" y="169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04" name="Forme libre : forme 23303">
                    <a:extLst>
                      <a:ext uri="{FF2B5EF4-FFF2-40B4-BE49-F238E27FC236}">
                        <a16:creationId xmlns:a16="http://schemas.microsoft.com/office/drawing/2014/main" id="{6DDF6113-E2C7-4D6A-9650-36919E3A94AD}"/>
                      </a:ext>
                    </a:extLst>
                  </p:cNvPr>
                  <p:cNvSpPr/>
                  <p:nvPr/>
                </p:nvSpPr>
                <p:spPr>
                  <a:xfrm>
                    <a:off x="5670777" y="1169450"/>
                    <a:ext cx="27884" cy="11171"/>
                  </a:xfrm>
                  <a:custGeom>
                    <a:avLst/>
                    <a:gdLst>
                      <a:gd name="connsiteX0" fmla="*/ 27884 w 27884"/>
                      <a:gd name="connsiteY0" fmla="*/ 0 h 11171"/>
                      <a:gd name="connsiteX1" fmla="*/ 0 w 27884"/>
                      <a:gd name="connsiteY1" fmla="*/ 11171 h 11171"/>
                      <a:gd name="connsiteX2" fmla="*/ 27884 w 27884"/>
                      <a:gd name="connsiteY2" fmla="*/ 0 h 11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884" h="11171">
                        <a:moveTo>
                          <a:pt x="27884" y="0"/>
                        </a:moveTo>
                        <a:cubicBezTo>
                          <a:pt x="23717" y="6339"/>
                          <a:pt x="9221" y="9576"/>
                          <a:pt x="0" y="11171"/>
                        </a:cubicBezTo>
                        <a:cubicBezTo>
                          <a:pt x="10019" y="9398"/>
                          <a:pt x="20703" y="4566"/>
                          <a:pt x="278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05" name="Forme libre : forme 23304">
                    <a:extLst>
                      <a:ext uri="{FF2B5EF4-FFF2-40B4-BE49-F238E27FC236}">
                        <a16:creationId xmlns:a16="http://schemas.microsoft.com/office/drawing/2014/main" id="{22FA1EBE-88AE-4FFE-B65A-A670FCB9AF8D}"/>
                      </a:ext>
                    </a:extLst>
                  </p:cNvPr>
                  <p:cNvSpPr/>
                  <p:nvPr/>
                </p:nvSpPr>
                <p:spPr>
                  <a:xfrm>
                    <a:off x="5613058" y="1144155"/>
                    <a:ext cx="31253" cy="6853"/>
                  </a:xfrm>
                  <a:custGeom>
                    <a:avLst/>
                    <a:gdLst>
                      <a:gd name="connsiteX0" fmla="*/ 31253 w 31253"/>
                      <a:gd name="connsiteY0" fmla="*/ 115 h 6853"/>
                      <a:gd name="connsiteX1" fmla="*/ 0 w 31253"/>
                      <a:gd name="connsiteY1" fmla="*/ 6854 h 6853"/>
                      <a:gd name="connsiteX2" fmla="*/ 31253 w 31253"/>
                      <a:gd name="connsiteY2" fmla="*/ 115 h 6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253" h="6853">
                        <a:moveTo>
                          <a:pt x="31253" y="115"/>
                        </a:moveTo>
                        <a:cubicBezTo>
                          <a:pt x="19594" y="-683"/>
                          <a:pt x="8733" y="2775"/>
                          <a:pt x="0" y="6854"/>
                        </a:cubicBezTo>
                        <a:cubicBezTo>
                          <a:pt x="7935" y="2687"/>
                          <a:pt x="21146" y="1002"/>
                          <a:pt x="31253" y="1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06" name="Forme libre : forme 23305">
                    <a:extLst>
                      <a:ext uri="{FF2B5EF4-FFF2-40B4-BE49-F238E27FC236}">
                        <a16:creationId xmlns:a16="http://schemas.microsoft.com/office/drawing/2014/main" id="{772104AD-9A5F-460E-A4AC-176D8EFB77A4}"/>
                      </a:ext>
                    </a:extLst>
                  </p:cNvPr>
                  <p:cNvSpPr/>
                  <p:nvPr/>
                </p:nvSpPr>
                <p:spPr>
                  <a:xfrm>
                    <a:off x="5658509" y="1159167"/>
                    <a:ext cx="15662" cy="5032"/>
                  </a:xfrm>
                  <a:custGeom>
                    <a:avLst/>
                    <a:gdLst>
                      <a:gd name="connsiteX0" fmla="*/ 15504 w 15662"/>
                      <a:gd name="connsiteY0" fmla="*/ 4299 h 5032"/>
                      <a:gd name="connsiteX1" fmla="*/ 6150 w 15662"/>
                      <a:gd name="connsiteY1" fmla="*/ 4121 h 5032"/>
                      <a:gd name="connsiteX2" fmla="*/ 209 w 15662"/>
                      <a:gd name="connsiteY2" fmla="*/ 708 h 5032"/>
                      <a:gd name="connsiteX3" fmla="*/ 8987 w 15662"/>
                      <a:gd name="connsiteY3" fmla="*/ 1018 h 5032"/>
                      <a:gd name="connsiteX4" fmla="*/ 15504 w 15662"/>
                      <a:gd name="connsiteY4" fmla="*/ 4299 h 5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62" h="5032">
                        <a:moveTo>
                          <a:pt x="15504" y="4299"/>
                        </a:moveTo>
                        <a:cubicBezTo>
                          <a:pt x="14307" y="5850"/>
                          <a:pt x="8056" y="4520"/>
                          <a:pt x="6150" y="4121"/>
                        </a:cubicBezTo>
                        <a:cubicBezTo>
                          <a:pt x="4244" y="3722"/>
                          <a:pt x="-1120" y="2259"/>
                          <a:pt x="209" y="708"/>
                        </a:cubicBezTo>
                        <a:cubicBezTo>
                          <a:pt x="1539" y="-844"/>
                          <a:pt x="7214" y="575"/>
                          <a:pt x="8987" y="1018"/>
                        </a:cubicBezTo>
                        <a:cubicBezTo>
                          <a:pt x="10805" y="1461"/>
                          <a:pt x="16701" y="2747"/>
                          <a:pt x="15504" y="429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07" name="Forme libre : forme 23306">
                    <a:extLst>
                      <a:ext uri="{FF2B5EF4-FFF2-40B4-BE49-F238E27FC236}">
                        <a16:creationId xmlns:a16="http://schemas.microsoft.com/office/drawing/2014/main" id="{B66DEF55-6268-4696-8E91-2E1B4012F455}"/>
                      </a:ext>
                    </a:extLst>
                  </p:cNvPr>
                  <p:cNvSpPr/>
                  <p:nvPr/>
                </p:nvSpPr>
                <p:spPr>
                  <a:xfrm>
                    <a:off x="5672059" y="1162228"/>
                    <a:ext cx="4485" cy="1633"/>
                  </a:xfrm>
                  <a:custGeom>
                    <a:avLst/>
                    <a:gdLst>
                      <a:gd name="connsiteX0" fmla="*/ 4481 w 4485"/>
                      <a:gd name="connsiteY0" fmla="*/ 1016 h 1633"/>
                      <a:gd name="connsiteX1" fmla="*/ 2353 w 4485"/>
                      <a:gd name="connsiteY1" fmla="*/ 1593 h 1633"/>
                      <a:gd name="connsiteX2" fmla="*/ 4 w 4485"/>
                      <a:gd name="connsiteY2" fmla="*/ 617 h 1633"/>
                      <a:gd name="connsiteX3" fmla="*/ 2088 w 4485"/>
                      <a:gd name="connsiteY3" fmla="*/ 41 h 1633"/>
                      <a:gd name="connsiteX4" fmla="*/ 4481 w 4485"/>
                      <a:gd name="connsiteY4" fmla="*/ 1016 h 1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85" h="1633">
                        <a:moveTo>
                          <a:pt x="4481" y="1016"/>
                        </a:moveTo>
                        <a:cubicBezTo>
                          <a:pt x="4570" y="1681"/>
                          <a:pt x="3107" y="1681"/>
                          <a:pt x="2353" y="1593"/>
                        </a:cubicBezTo>
                        <a:cubicBezTo>
                          <a:pt x="1600" y="1504"/>
                          <a:pt x="93" y="1282"/>
                          <a:pt x="4" y="617"/>
                        </a:cubicBezTo>
                        <a:cubicBezTo>
                          <a:pt x="-85" y="-48"/>
                          <a:pt x="1334" y="-48"/>
                          <a:pt x="2088" y="41"/>
                        </a:cubicBezTo>
                        <a:cubicBezTo>
                          <a:pt x="2797" y="130"/>
                          <a:pt x="4348" y="396"/>
                          <a:pt x="4481" y="10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308" name="Forme libre : forme 23307">
                    <a:extLst>
                      <a:ext uri="{FF2B5EF4-FFF2-40B4-BE49-F238E27FC236}">
                        <a16:creationId xmlns:a16="http://schemas.microsoft.com/office/drawing/2014/main" id="{2F1DE698-87E0-4368-A343-15F67D0377BD}"/>
                      </a:ext>
                    </a:extLst>
                  </p:cNvPr>
                  <p:cNvSpPr/>
                  <p:nvPr/>
                </p:nvSpPr>
                <p:spPr>
                  <a:xfrm>
                    <a:off x="5659499" y="1148540"/>
                    <a:ext cx="37635" cy="19097"/>
                  </a:xfrm>
                  <a:custGeom>
                    <a:avLst/>
                    <a:gdLst>
                      <a:gd name="connsiteX0" fmla="*/ 28479 w 37635"/>
                      <a:gd name="connsiteY0" fmla="*/ 9030 h 19097"/>
                      <a:gd name="connsiteX1" fmla="*/ 37434 w 37635"/>
                      <a:gd name="connsiteY1" fmla="*/ 16610 h 19097"/>
                      <a:gd name="connsiteX2" fmla="*/ 34508 w 37635"/>
                      <a:gd name="connsiteY2" fmla="*/ 19093 h 19097"/>
                      <a:gd name="connsiteX3" fmla="*/ 29942 w 37635"/>
                      <a:gd name="connsiteY3" fmla="*/ 17142 h 19097"/>
                      <a:gd name="connsiteX4" fmla="*/ 16642 w 37635"/>
                      <a:gd name="connsiteY4" fmla="*/ 9872 h 19097"/>
                      <a:gd name="connsiteX5" fmla="*/ 462 w 37635"/>
                      <a:gd name="connsiteY5" fmla="*/ 1360 h 19097"/>
                      <a:gd name="connsiteX6" fmla="*/ 20056 w 37635"/>
                      <a:gd name="connsiteY6" fmla="*/ 3134 h 19097"/>
                      <a:gd name="connsiteX7" fmla="*/ 28479 w 37635"/>
                      <a:gd name="connsiteY7" fmla="*/ 9030 h 19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635" h="19097">
                        <a:moveTo>
                          <a:pt x="28479" y="9030"/>
                        </a:moveTo>
                        <a:cubicBezTo>
                          <a:pt x="32380" y="11557"/>
                          <a:pt x="35261" y="13285"/>
                          <a:pt x="37434" y="16610"/>
                        </a:cubicBezTo>
                        <a:cubicBezTo>
                          <a:pt x="38232" y="17851"/>
                          <a:pt x="36547" y="19181"/>
                          <a:pt x="34508" y="19093"/>
                        </a:cubicBezTo>
                        <a:cubicBezTo>
                          <a:pt x="32468" y="19004"/>
                          <a:pt x="31227" y="18073"/>
                          <a:pt x="29942" y="17142"/>
                        </a:cubicBezTo>
                        <a:cubicBezTo>
                          <a:pt x="25908" y="14261"/>
                          <a:pt x="21563" y="12133"/>
                          <a:pt x="16642" y="9872"/>
                        </a:cubicBezTo>
                        <a:cubicBezTo>
                          <a:pt x="13584" y="8542"/>
                          <a:pt x="-2952" y="4597"/>
                          <a:pt x="462" y="1360"/>
                        </a:cubicBezTo>
                        <a:cubicBezTo>
                          <a:pt x="3831" y="-1831"/>
                          <a:pt x="15977" y="1360"/>
                          <a:pt x="20056" y="3134"/>
                        </a:cubicBezTo>
                        <a:cubicBezTo>
                          <a:pt x="24090" y="4996"/>
                          <a:pt x="25553" y="7168"/>
                          <a:pt x="28479" y="903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206" name="Graphique 2">
                  <a:extLst>
                    <a:ext uri="{FF2B5EF4-FFF2-40B4-BE49-F238E27FC236}">
                      <a16:creationId xmlns:a16="http://schemas.microsoft.com/office/drawing/2014/main" id="{23BF8DCD-D96B-4F3A-8214-D49584B51E68}"/>
                    </a:ext>
                  </a:extLst>
                </p:cNvPr>
                <p:cNvGrpSpPr/>
                <p:nvPr/>
              </p:nvGrpSpPr>
              <p:grpSpPr>
                <a:xfrm>
                  <a:off x="5701356" y="1152283"/>
                  <a:ext cx="92540" cy="36406"/>
                  <a:chOff x="5701356" y="1152283"/>
                  <a:chExt cx="92540" cy="36406"/>
                </a:xfrm>
                <a:solidFill>
                  <a:schemeClr val="accent1"/>
                </a:solidFill>
              </p:grpSpPr>
              <p:sp>
                <p:nvSpPr>
                  <p:cNvPr id="23285" name="Forme libre : forme 23284">
                    <a:extLst>
                      <a:ext uri="{FF2B5EF4-FFF2-40B4-BE49-F238E27FC236}">
                        <a16:creationId xmlns:a16="http://schemas.microsoft.com/office/drawing/2014/main" id="{36A1D9EC-F872-4CEE-B552-01CF0245414A}"/>
                      </a:ext>
                    </a:extLst>
                  </p:cNvPr>
                  <p:cNvSpPr/>
                  <p:nvPr/>
                </p:nvSpPr>
                <p:spPr>
                  <a:xfrm>
                    <a:off x="5701356" y="1152283"/>
                    <a:ext cx="92540" cy="36406"/>
                  </a:xfrm>
                  <a:custGeom>
                    <a:avLst/>
                    <a:gdLst>
                      <a:gd name="connsiteX0" fmla="*/ 61851 w 92540"/>
                      <a:gd name="connsiteY0" fmla="*/ 36318 h 36406"/>
                      <a:gd name="connsiteX1" fmla="*/ 46601 w 92540"/>
                      <a:gd name="connsiteY1" fmla="*/ 36362 h 36406"/>
                      <a:gd name="connsiteX2" fmla="*/ 29533 w 92540"/>
                      <a:gd name="connsiteY2" fmla="*/ 34988 h 36406"/>
                      <a:gd name="connsiteX3" fmla="*/ 12732 w 92540"/>
                      <a:gd name="connsiteY3" fmla="*/ 29181 h 36406"/>
                      <a:gd name="connsiteX4" fmla="*/ 1427 w 92540"/>
                      <a:gd name="connsiteY4" fmla="*/ 19073 h 36406"/>
                      <a:gd name="connsiteX5" fmla="*/ 2669 w 92540"/>
                      <a:gd name="connsiteY5" fmla="*/ 9099 h 36406"/>
                      <a:gd name="connsiteX6" fmla="*/ 33523 w 92540"/>
                      <a:gd name="connsiteY6" fmla="*/ 55 h 36406"/>
                      <a:gd name="connsiteX7" fmla="*/ 46645 w 92540"/>
                      <a:gd name="connsiteY7" fmla="*/ 632 h 36406"/>
                      <a:gd name="connsiteX8" fmla="*/ 61540 w 92540"/>
                      <a:gd name="connsiteY8" fmla="*/ 1208 h 36406"/>
                      <a:gd name="connsiteX9" fmla="*/ 90089 w 92540"/>
                      <a:gd name="connsiteY9" fmla="*/ 14640 h 36406"/>
                      <a:gd name="connsiteX10" fmla="*/ 91153 w 92540"/>
                      <a:gd name="connsiteY10" fmla="*/ 24393 h 36406"/>
                      <a:gd name="connsiteX11" fmla="*/ 61851 w 92540"/>
                      <a:gd name="connsiteY11" fmla="*/ 36318 h 36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2540" h="36406">
                        <a:moveTo>
                          <a:pt x="61851" y="36318"/>
                        </a:moveTo>
                        <a:cubicBezTo>
                          <a:pt x="58171" y="36451"/>
                          <a:pt x="52364" y="36407"/>
                          <a:pt x="46601" y="36362"/>
                        </a:cubicBezTo>
                        <a:cubicBezTo>
                          <a:pt x="39508" y="36274"/>
                          <a:pt x="33479" y="35520"/>
                          <a:pt x="29533" y="34988"/>
                        </a:cubicBezTo>
                        <a:cubicBezTo>
                          <a:pt x="22219" y="33880"/>
                          <a:pt x="16899" y="31841"/>
                          <a:pt x="12732" y="29181"/>
                        </a:cubicBezTo>
                        <a:cubicBezTo>
                          <a:pt x="8653" y="26565"/>
                          <a:pt x="4797" y="23152"/>
                          <a:pt x="1427" y="19073"/>
                        </a:cubicBezTo>
                        <a:cubicBezTo>
                          <a:pt x="-966" y="16280"/>
                          <a:pt x="-213" y="11227"/>
                          <a:pt x="2669" y="9099"/>
                        </a:cubicBezTo>
                        <a:cubicBezTo>
                          <a:pt x="10737" y="2848"/>
                          <a:pt x="20445" y="-477"/>
                          <a:pt x="33523" y="55"/>
                        </a:cubicBezTo>
                        <a:cubicBezTo>
                          <a:pt x="36937" y="144"/>
                          <a:pt x="42478" y="587"/>
                          <a:pt x="46645" y="632"/>
                        </a:cubicBezTo>
                        <a:cubicBezTo>
                          <a:pt x="52231" y="720"/>
                          <a:pt x="57772" y="942"/>
                          <a:pt x="61540" y="1208"/>
                        </a:cubicBezTo>
                        <a:cubicBezTo>
                          <a:pt x="75549" y="2228"/>
                          <a:pt x="82686" y="7503"/>
                          <a:pt x="90089" y="14640"/>
                        </a:cubicBezTo>
                        <a:cubicBezTo>
                          <a:pt x="92616" y="17123"/>
                          <a:pt x="93547" y="21955"/>
                          <a:pt x="91153" y="24393"/>
                        </a:cubicBezTo>
                        <a:cubicBezTo>
                          <a:pt x="84193" y="31575"/>
                          <a:pt x="75593" y="35830"/>
                          <a:pt x="61851" y="3631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86" name="Forme libre : forme 23285">
                    <a:extLst>
                      <a:ext uri="{FF2B5EF4-FFF2-40B4-BE49-F238E27FC236}">
                        <a16:creationId xmlns:a16="http://schemas.microsoft.com/office/drawing/2014/main" id="{891C7A6C-D46D-4989-BC73-D024B3EA2A03}"/>
                      </a:ext>
                    </a:extLst>
                  </p:cNvPr>
                  <p:cNvSpPr/>
                  <p:nvPr/>
                </p:nvSpPr>
                <p:spPr>
                  <a:xfrm>
                    <a:off x="5701410" y="1167056"/>
                    <a:ext cx="91144" cy="21500"/>
                  </a:xfrm>
                  <a:custGeom>
                    <a:avLst/>
                    <a:gdLst>
                      <a:gd name="connsiteX0" fmla="*/ 35465 w 91144"/>
                      <a:gd name="connsiteY0" fmla="*/ 8113 h 21500"/>
                      <a:gd name="connsiteX1" fmla="*/ 16447 w 91144"/>
                      <a:gd name="connsiteY1" fmla="*/ 6073 h 21500"/>
                      <a:gd name="connsiteX2" fmla="*/ 0 w 91144"/>
                      <a:gd name="connsiteY2" fmla="*/ 0 h 21500"/>
                      <a:gd name="connsiteX3" fmla="*/ 1419 w 91144"/>
                      <a:gd name="connsiteY3" fmla="*/ 4211 h 21500"/>
                      <a:gd name="connsiteX4" fmla="*/ 5054 w 91144"/>
                      <a:gd name="connsiteY4" fmla="*/ 8157 h 21500"/>
                      <a:gd name="connsiteX5" fmla="*/ 10906 w 91144"/>
                      <a:gd name="connsiteY5" fmla="*/ 12989 h 21500"/>
                      <a:gd name="connsiteX6" fmla="*/ 17511 w 91144"/>
                      <a:gd name="connsiteY6" fmla="*/ 16801 h 21500"/>
                      <a:gd name="connsiteX7" fmla="*/ 29480 w 91144"/>
                      <a:gd name="connsiteY7" fmla="*/ 20082 h 21500"/>
                      <a:gd name="connsiteX8" fmla="*/ 34667 w 91144"/>
                      <a:gd name="connsiteY8" fmla="*/ 20747 h 21500"/>
                      <a:gd name="connsiteX9" fmla="*/ 41051 w 91144"/>
                      <a:gd name="connsiteY9" fmla="*/ 21279 h 21500"/>
                      <a:gd name="connsiteX10" fmla="*/ 44819 w 91144"/>
                      <a:gd name="connsiteY10" fmla="*/ 21456 h 21500"/>
                      <a:gd name="connsiteX11" fmla="*/ 48099 w 91144"/>
                      <a:gd name="connsiteY11" fmla="*/ 21500 h 21500"/>
                      <a:gd name="connsiteX12" fmla="*/ 59492 w 91144"/>
                      <a:gd name="connsiteY12" fmla="*/ 21500 h 21500"/>
                      <a:gd name="connsiteX13" fmla="*/ 61753 w 91144"/>
                      <a:gd name="connsiteY13" fmla="*/ 21456 h 21500"/>
                      <a:gd name="connsiteX14" fmla="*/ 74565 w 91144"/>
                      <a:gd name="connsiteY14" fmla="*/ 19550 h 21500"/>
                      <a:gd name="connsiteX15" fmla="*/ 87598 w 91144"/>
                      <a:gd name="connsiteY15" fmla="*/ 12767 h 21500"/>
                      <a:gd name="connsiteX16" fmla="*/ 91056 w 91144"/>
                      <a:gd name="connsiteY16" fmla="*/ 9620 h 21500"/>
                      <a:gd name="connsiteX17" fmla="*/ 91144 w 91144"/>
                      <a:gd name="connsiteY17" fmla="*/ 9487 h 21500"/>
                      <a:gd name="connsiteX18" fmla="*/ 63305 w 91144"/>
                      <a:gd name="connsiteY18" fmla="*/ 8423 h 21500"/>
                      <a:gd name="connsiteX19" fmla="*/ 49429 w 91144"/>
                      <a:gd name="connsiteY19" fmla="*/ 8245 h 21500"/>
                      <a:gd name="connsiteX20" fmla="*/ 42380 w 91144"/>
                      <a:gd name="connsiteY20" fmla="*/ 8290 h 21500"/>
                      <a:gd name="connsiteX21" fmla="*/ 35465 w 91144"/>
                      <a:gd name="connsiteY21" fmla="*/ 8113 h 21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1144" h="21500">
                        <a:moveTo>
                          <a:pt x="35465" y="8113"/>
                        </a:moveTo>
                        <a:cubicBezTo>
                          <a:pt x="29081" y="7935"/>
                          <a:pt x="22520" y="7359"/>
                          <a:pt x="16447" y="6073"/>
                        </a:cubicBezTo>
                        <a:cubicBezTo>
                          <a:pt x="10506" y="4832"/>
                          <a:pt x="4610" y="3059"/>
                          <a:pt x="0" y="0"/>
                        </a:cubicBezTo>
                        <a:cubicBezTo>
                          <a:pt x="0" y="1551"/>
                          <a:pt x="443" y="3059"/>
                          <a:pt x="1419" y="4211"/>
                        </a:cubicBezTo>
                        <a:cubicBezTo>
                          <a:pt x="2616" y="5586"/>
                          <a:pt x="3813" y="6916"/>
                          <a:pt x="5054" y="8157"/>
                        </a:cubicBezTo>
                        <a:cubicBezTo>
                          <a:pt x="6871" y="9930"/>
                          <a:pt x="8778" y="11570"/>
                          <a:pt x="10906" y="12989"/>
                        </a:cubicBezTo>
                        <a:cubicBezTo>
                          <a:pt x="12767" y="14408"/>
                          <a:pt x="14940" y="15693"/>
                          <a:pt x="17511" y="16801"/>
                        </a:cubicBezTo>
                        <a:cubicBezTo>
                          <a:pt x="20836" y="18220"/>
                          <a:pt x="24692" y="19328"/>
                          <a:pt x="29480" y="20082"/>
                        </a:cubicBezTo>
                        <a:cubicBezTo>
                          <a:pt x="30943" y="20304"/>
                          <a:pt x="32672" y="20525"/>
                          <a:pt x="34667" y="20747"/>
                        </a:cubicBezTo>
                        <a:cubicBezTo>
                          <a:pt x="36617" y="20924"/>
                          <a:pt x="38701" y="21146"/>
                          <a:pt x="41051" y="21279"/>
                        </a:cubicBezTo>
                        <a:cubicBezTo>
                          <a:pt x="42292" y="21323"/>
                          <a:pt x="43577" y="21367"/>
                          <a:pt x="44819" y="21456"/>
                        </a:cubicBezTo>
                        <a:lnTo>
                          <a:pt x="48099" y="21500"/>
                        </a:lnTo>
                        <a:cubicBezTo>
                          <a:pt x="52266" y="21500"/>
                          <a:pt x="56345" y="21500"/>
                          <a:pt x="59492" y="21500"/>
                        </a:cubicBezTo>
                        <a:cubicBezTo>
                          <a:pt x="60290" y="21456"/>
                          <a:pt x="61088" y="21456"/>
                          <a:pt x="61753" y="21456"/>
                        </a:cubicBezTo>
                        <a:cubicBezTo>
                          <a:pt x="66629" y="21279"/>
                          <a:pt x="70841" y="20614"/>
                          <a:pt x="74565" y="19550"/>
                        </a:cubicBezTo>
                        <a:cubicBezTo>
                          <a:pt x="79663" y="17998"/>
                          <a:pt x="83830" y="15649"/>
                          <a:pt x="87598" y="12767"/>
                        </a:cubicBezTo>
                        <a:cubicBezTo>
                          <a:pt x="88795" y="11792"/>
                          <a:pt x="89948" y="10772"/>
                          <a:pt x="91056" y="9620"/>
                        </a:cubicBezTo>
                        <a:lnTo>
                          <a:pt x="91144" y="9487"/>
                        </a:lnTo>
                        <a:cubicBezTo>
                          <a:pt x="81968" y="9132"/>
                          <a:pt x="72614" y="8777"/>
                          <a:pt x="63305" y="8423"/>
                        </a:cubicBezTo>
                        <a:cubicBezTo>
                          <a:pt x="58650" y="8290"/>
                          <a:pt x="54039" y="8201"/>
                          <a:pt x="49429" y="8245"/>
                        </a:cubicBezTo>
                        <a:lnTo>
                          <a:pt x="42380" y="8290"/>
                        </a:lnTo>
                        <a:lnTo>
                          <a:pt x="35465" y="8113"/>
                        </a:ln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87" name="Forme libre : forme 23286">
                    <a:extLst>
                      <a:ext uri="{FF2B5EF4-FFF2-40B4-BE49-F238E27FC236}">
                        <a16:creationId xmlns:a16="http://schemas.microsoft.com/office/drawing/2014/main" id="{42687011-738C-48B9-AA4B-CB48FBC6DDC2}"/>
                      </a:ext>
                    </a:extLst>
                  </p:cNvPr>
                  <p:cNvSpPr/>
                  <p:nvPr/>
                </p:nvSpPr>
                <p:spPr>
                  <a:xfrm>
                    <a:off x="5733324" y="1165930"/>
                    <a:ext cx="42871" cy="11588"/>
                  </a:xfrm>
                  <a:custGeom>
                    <a:avLst/>
                    <a:gdLst>
                      <a:gd name="connsiteX0" fmla="*/ 42872 w 42871"/>
                      <a:gd name="connsiteY0" fmla="*/ 6358 h 11588"/>
                      <a:gd name="connsiteX1" fmla="*/ 20484 w 42871"/>
                      <a:gd name="connsiteY1" fmla="*/ 11589 h 11588"/>
                      <a:gd name="connsiteX2" fmla="*/ 14943 w 42871"/>
                      <a:gd name="connsiteY2" fmla="*/ 11278 h 11588"/>
                      <a:gd name="connsiteX3" fmla="*/ 7894 w 42871"/>
                      <a:gd name="connsiteY3" fmla="*/ 10037 h 11588"/>
                      <a:gd name="connsiteX4" fmla="*/ 4 w 42871"/>
                      <a:gd name="connsiteY4" fmla="*/ 4363 h 11588"/>
                      <a:gd name="connsiteX5" fmla="*/ 8471 w 42871"/>
                      <a:gd name="connsiteY5" fmla="*/ 373 h 11588"/>
                      <a:gd name="connsiteX6" fmla="*/ 15076 w 42871"/>
                      <a:gd name="connsiteY6" fmla="*/ 18 h 11588"/>
                      <a:gd name="connsiteX7" fmla="*/ 20573 w 42871"/>
                      <a:gd name="connsiteY7" fmla="*/ 63 h 11588"/>
                      <a:gd name="connsiteX8" fmla="*/ 42872 w 42871"/>
                      <a:gd name="connsiteY8" fmla="*/ 6358 h 11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871" h="11588">
                        <a:moveTo>
                          <a:pt x="42872" y="6358"/>
                        </a:moveTo>
                        <a:cubicBezTo>
                          <a:pt x="42872" y="11057"/>
                          <a:pt x="26070" y="11589"/>
                          <a:pt x="20484" y="11589"/>
                        </a:cubicBezTo>
                        <a:cubicBezTo>
                          <a:pt x="19066" y="11544"/>
                          <a:pt x="17115" y="11500"/>
                          <a:pt x="14943" y="11278"/>
                        </a:cubicBezTo>
                        <a:cubicBezTo>
                          <a:pt x="12771" y="11057"/>
                          <a:pt x="10067" y="10658"/>
                          <a:pt x="7894" y="10037"/>
                        </a:cubicBezTo>
                        <a:cubicBezTo>
                          <a:pt x="3461" y="8796"/>
                          <a:pt x="-129" y="6890"/>
                          <a:pt x="4" y="4363"/>
                        </a:cubicBezTo>
                        <a:cubicBezTo>
                          <a:pt x="137" y="1792"/>
                          <a:pt x="4038" y="772"/>
                          <a:pt x="8471" y="373"/>
                        </a:cubicBezTo>
                        <a:cubicBezTo>
                          <a:pt x="10732" y="151"/>
                          <a:pt x="12904" y="63"/>
                          <a:pt x="15076" y="18"/>
                        </a:cubicBezTo>
                        <a:cubicBezTo>
                          <a:pt x="17248" y="-26"/>
                          <a:pt x="19243" y="18"/>
                          <a:pt x="20573" y="63"/>
                        </a:cubicBezTo>
                        <a:cubicBezTo>
                          <a:pt x="25937" y="284"/>
                          <a:pt x="42872" y="1659"/>
                          <a:pt x="42872" y="635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88" name="Forme libre : forme 23287">
                    <a:extLst>
                      <a:ext uri="{FF2B5EF4-FFF2-40B4-BE49-F238E27FC236}">
                        <a16:creationId xmlns:a16="http://schemas.microsoft.com/office/drawing/2014/main" id="{2EF798F1-C58F-47D1-A425-1D999D92A295}"/>
                      </a:ext>
                    </a:extLst>
                  </p:cNvPr>
                  <p:cNvSpPr/>
                  <p:nvPr/>
                </p:nvSpPr>
                <p:spPr>
                  <a:xfrm>
                    <a:off x="5733104" y="1166347"/>
                    <a:ext cx="30059" cy="11220"/>
                  </a:xfrm>
                  <a:custGeom>
                    <a:avLst/>
                    <a:gdLst>
                      <a:gd name="connsiteX0" fmla="*/ 9534 w 30059"/>
                      <a:gd name="connsiteY0" fmla="*/ 0 h 11220"/>
                      <a:gd name="connsiteX1" fmla="*/ 47 w 30059"/>
                      <a:gd name="connsiteY1" fmla="*/ 3901 h 11220"/>
                      <a:gd name="connsiteX2" fmla="*/ 8160 w 30059"/>
                      <a:gd name="connsiteY2" fmla="*/ 9576 h 11220"/>
                      <a:gd name="connsiteX3" fmla="*/ 14942 w 30059"/>
                      <a:gd name="connsiteY3" fmla="*/ 10817 h 11220"/>
                      <a:gd name="connsiteX4" fmla="*/ 20971 w 30059"/>
                      <a:gd name="connsiteY4" fmla="*/ 11216 h 11220"/>
                      <a:gd name="connsiteX5" fmla="*/ 30059 w 30059"/>
                      <a:gd name="connsiteY5" fmla="*/ 10639 h 11220"/>
                      <a:gd name="connsiteX6" fmla="*/ 25183 w 30059"/>
                      <a:gd name="connsiteY6" fmla="*/ 10196 h 11220"/>
                      <a:gd name="connsiteX7" fmla="*/ 9534 w 30059"/>
                      <a:gd name="connsiteY7" fmla="*/ 0 h 11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0059" h="11220">
                        <a:moveTo>
                          <a:pt x="9534" y="0"/>
                        </a:moveTo>
                        <a:cubicBezTo>
                          <a:pt x="6874" y="754"/>
                          <a:pt x="-662" y="665"/>
                          <a:pt x="47" y="3901"/>
                        </a:cubicBezTo>
                        <a:cubicBezTo>
                          <a:pt x="623" y="6517"/>
                          <a:pt x="3948" y="8378"/>
                          <a:pt x="8160" y="9576"/>
                        </a:cubicBezTo>
                        <a:cubicBezTo>
                          <a:pt x="10199" y="10152"/>
                          <a:pt x="12726" y="10595"/>
                          <a:pt x="14942" y="10817"/>
                        </a:cubicBezTo>
                        <a:cubicBezTo>
                          <a:pt x="17114" y="11038"/>
                          <a:pt x="19198" y="11127"/>
                          <a:pt x="20971" y="11216"/>
                        </a:cubicBezTo>
                        <a:cubicBezTo>
                          <a:pt x="23055" y="11260"/>
                          <a:pt x="27709" y="10994"/>
                          <a:pt x="30059" y="10639"/>
                        </a:cubicBezTo>
                        <a:cubicBezTo>
                          <a:pt x="28729" y="10551"/>
                          <a:pt x="26468" y="10506"/>
                          <a:pt x="25183" y="10196"/>
                        </a:cubicBezTo>
                        <a:cubicBezTo>
                          <a:pt x="18178" y="8378"/>
                          <a:pt x="9489" y="5763"/>
                          <a:pt x="9534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89" name="Forme libre : forme 23288">
                    <a:extLst>
                      <a:ext uri="{FF2B5EF4-FFF2-40B4-BE49-F238E27FC236}">
                        <a16:creationId xmlns:a16="http://schemas.microsoft.com/office/drawing/2014/main" id="{B3803375-339F-4FEE-9C17-63D7594CBF86}"/>
                      </a:ext>
                    </a:extLst>
                  </p:cNvPr>
                  <p:cNvSpPr/>
                  <p:nvPr/>
                </p:nvSpPr>
                <p:spPr>
                  <a:xfrm>
                    <a:off x="5735500" y="1167322"/>
                    <a:ext cx="43081" cy="11659"/>
                  </a:xfrm>
                  <a:custGeom>
                    <a:avLst/>
                    <a:gdLst>
                      <a:gd name="connsiteX0" fmla="*/ 43001 w 43081"/>
                      <a:gd name="connsiteY0" fmla="*/ 6251 h 11659"/>
                      <a:gd name="connsiteX1" fmla="*/ 20304 w 43081"/>
                      <a:gd name="connsiteY1" fmla="*/ 11660 h 11659"/>
                      <a:gd name="connsiteX2" fmla="*/ 7847 w 43081"/>
                      <a:gd name="connsiteY2" fmla="*/ 10241 h 11659"/>
                      <a:gd name="connsiteX3" fmla="*/ 0 w 43081"/>
                      <a:gd name="connsiteY3" fmla="*/ 4478 h 11659"/>
                      <a:gd name="connsiteX4" fmla="*/ 8423 w 43081"/>
                      <a:gd name="connsiteY4" fmla="*/ 444 h 11659"/>
                      <a:gd name="connsiteX5" fmla="*/ 20570 w 43081"/>
                      <a:gd name="connsiteY5" fmla="*/ 45 h 11659"/>
                      <a:gd name="connsiteX6" fmla="*/ 43001 w 43081"/>
                      <a:gd name="connsiteY6" fmla="*/ 6251 h 1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081" h="11659">
                        <a:moveTo>
                          <a:pt x="43001" y="6251"/>
                        </a:moveTo>
                        <a:cubicBezTo>
                          <a:pt x="41538" y="10906"/>
                          <a:pt x="26333" y="11527"/>
                          <a:pt x="20304" y="11660"/>
                        </a:cubicBezTo>
                        <a:cubicBezTo>
                          <a:pt x="17156" y="11660"/>
                          <a:pt x="12635" y="11438"/>
                          <a:pt x="7847" y="10241"/>
                        </a:cubicBezTo>
                        <a:cubicBezTo>
                          <a:pt x="3458" y="9044"/>
                          <a:pt x="45" y="7094"/>
                          <a:pt x="0" y="4478"/>
                        </a:cubicBezTo>
                        <a:cubicBezTo>
                          <a:pt x="-44" y="1863"/>
                          <a:pt x="3946" y="887"/>
                          <a:pt x="8423" y="444"/>
                        </a:cubicBezTo>
                        <a:cubicBezTo>
                          <a:pt x="12723" y="-44"/>
                          <a:pt x="18176" y="-44"/>
                          <a:pt x="20570" y="45"/>
                        </a:cubicBezTo>
                        <a:cubicBezTo>
                          <a:pt x="25491" y="134"/>
                          <a:pt x="44464" y="1552"/>
                          <a:pt x="43001" y="625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90" name="Forme libre : forme 23289">
                    <a:extLst>
                      <a:ext uri="{FF2B5EF4-FFF2-40B4-BE49-F238E27FC236}">
                        <a16:creationId xmlns:a16="http://schemas.microsoft.com/office/drawing/2014/main" id="{C6461B71-CB86-40F4-91B3-E1CDC3E68DC8}"/>
                      </a:ext>
                    </a:extLst>
                  </p:cNvPr>
                  <p:cNvSpPr/>
                  <p:nvPr/>
                </p:nvSpPr>
                <p:spPr>
                  <a:xfrm>
                    <a:off x="5713300" y="1160185"/>
                    <a:ext cx="53034" cy="25240"/>
                  </a:xfrm>
                  <a:custGeom>
                    <a:avLst/>
                    <a:gdLst>
                      <a:gd name="connsiteX0" fmla="*/ 212 w 53034"/>
                      <a:gd name="connsiteY0" fmla="*/ 8556 h 25240"/>
                      <a:gd name="connsiteX1" fmla="*/ 5044 w 53034"/>
                      <a:gd name="connsiteY1" fmla="*/ 14674 h 25240"/>
                      <a:gd name="connsiteX2" fmla="*/ 24017 w 53034"/>
                      <a:gd name="connsiteY2" fmla="*/ 24161 h 25240"/>
                      <a:gd name="connsiteX3" fmla="*/ 29692 w 53034"/>
                      <a:gd name="connsiteY3" fmla="*/ 25047 h 25240"/>
                      <a:gd name="connsiteX4" fmla="*/ 35676 w 53034"/>
                      <a:gd name="connsiteY4" fmla="*/ 25225 h 25240"/>
                      <a:gd name="connsiteX5" fmla="*/ 45474 w 53034"/>
                      <a:gd name="connsiteY5" fmla="*/ 23850 h 25240"/>
                      <a:gd name="connsiteX6" fmla="*/ 52877 w 53034"/>
                      <a:gd name="connsiteY6" fmla="*/ 17644 h 25240"/>
                      <a:gd name="connsiteX7" fmla="*/ 46360 w 53034"/>
                      <a:gd name="connsiteY7" fmla="*/ 14763 h 25240"/>
                      <a:gd name="connsiteX8" fmla="*/ 28495 w 53034"/>
                      <a:gd name="connsiteY8" fmla="*/ 7670 h 25240"/>
                      <a:gd name="connsiteX9" fmla="*/ 10984 w 53034"/>
                      <a:gd name="connsiteY9" fmla="*/ 0 h 25240"/>
                      <a:gd name="connsiteX10" fmla="*/ 212 w 53034"/>
                      <a:gd name="connsiteY10" fmla="*/ 8556 h 25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3034" h="25240">
                        <a:moveTo>
                          <a:pt x="212" y="8556"/>
                        </a:moveTo>
                        <a:cubicBezTo>
                          <a:pt x="1098" y="11571"/>
                          <a:pt x="2029" y="12546"/>
                          <a:pt x="5044" y="14674"/>
                        </a:cubicBezTo>
                        <a:cubicBezTo>
                          <a:pt x="10762" y="18752"/>
                          <a:pt x="15462" y="22210"/>
                          <a:pt x="24017" y="24161"/>
                        </a:cubicBezTo>
                        <a:cubicBezTo>
                          <a:pt x="25791" y="24560"/>
                          <a:pt x="27697" y="24870"/>
                          <a:pt x="29692" y="25047"/>
                        </a:cubicBezTo>
                        <a:cubicBezTo>
                          <a:pt x="31687" y="25225"/>
                          <a:pt x="34125" y="25269"/>
                          <a:pt x="35676" y="25225"/>
                        </a:cubicBezTo>
                        <a:cubicBezTo>
                          <a:pt x="39179" y="25092"/>
                          <a:pt x="42592" y="24648"/>
                          <a:pt x="45474" y="23850"/>
                        </a:cubicBezTo>
                        <a:cubicBezTo>
                          <a:pt x="49818" y="22698"/>
                          <a:pt x="53896" y="20481"/>
                          <a:pt x="52877" y="17644"/>
                        </a:cubicBezTo>
                        <a:cubicBezTo>
                          <a:pt x="52256" y="15871"/>
                          <a:pt x="48931" y="15649"/>
                          <a:pt x="46360" y="14763"/>
                        </a:cubicBezTo>
                        <a:cubicBezTo>
                          <a:pt x="40287" y="12679"/>
                          <a:pt x="34169" y="11260"/>
                          <a:pt x="28495" y="7670"/>
                        </a:cubicBezTo>
                        <a:cubicBezTo>
                          <a:pt x="23663" y="4611"/>
                          <a:pt x="18698" y="-44"/>
                          <a:pt x="10984" y="0"/>
                        </a:cubicBezTo>
                        <a:cubicBezTo>
                          <a:pt x="3980" y="45"/>
                          <a:pt x="-1118" y="4345"/>
                          <a:pt x="212" y="855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91" name="Forme libre : forme 23290">
                    <a:extLst>
                      <a:ext uri="{FF2B5EF4-FFF2-40B4-BE49-F238E27FC236}">
                        <a16:creationId xmlns:a16="http://schemas.microsoft.com/office/drawing/2014/main" id="{9EB9C368-9C79-4204-BF13-6312BD68FCA5}"/>
                      </a:ext>
                    </a:extLst>
                  </p:cNvPr>
                  <p:cNvSpPr/>
                  <p:nvPr/>
                </p:nvSpPr>
                <p:spPr>
                  <a:xfrm>
                    <a:off x="5724336" y="1161372"/>
                    <a:ext cx="17524" cy="4813"/>
                  </a:xfrm>
                  <a:custGeom>
                    <a:avLst/>
                    <a:gdLst>
                      <a:gd name="connsiteX0" fmla="*/ 1810 w 17524"/>
                      <a:gd name="connsiteY0" fmla="*/ 2183 h 4813"/>
                      <a:gd name="connsiteX1" fmla="*/ 81 w 17524"/>
                      <a:gd name="connsiteY1" fmla="*/ 3202 h 4813"/>
                      <a:gd name="connsiteX2" fmla="*/ 1278 w 17524"/>
                      <a:gd name="connsiteY2" fmla="*/ 4444 h 4813"/>
                      <a:gd name="connsiteX3" fmla="*/ 4425 w 17524"/>
                      <a:gd name="connsiteY3" fmla="*/ 4798 h 4813"/>
                      <a:gd name="connsiteX4" fmla="*/ 12272 w 17524"/>
                      <a:gd name="connsiteY4" fmla="*/ 4532 h 4813"/>
                      <a:gd name="connsiteX5" fmla="*/ 15065 w 17524"/>
                      <a:gd name="connsiteY5" fmla="*/ 4045 h 4813"/>
                      <a:gd name="connsiteX6" fmla="*/ 13735 w 17524"/>
                      <a:gd name="connsiteY6" fmla="*/ 11 h 4813"/>
                      <a:gd name="connsiteX7" fmla="*/ 1810 w 17524"/>
                      <a:gd name="connsiteY7" fmla="*/ 2183 h 4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524" h="4813">
                        <a:moveTo>
                          <a:pt x="1810" y="2183"/>
                        </a:moveTo>
                        <a:cubicBezTo>
                          <a:pt x="968" y="2449"/>
                          <a:pt x="391" y="2670"/>
                          <a:pt x="81" y="3202"/>
                        </a:cubicBezTo>
                        <a:cubicBezTo>
                          <a:pt x="-229" y="3734"/>
                          <a:pt x="391" y="4178"/>
                          <a:pt x="1278" y="4444"/>
                        </a:cubicBezTo>
                        <a:cubicBezTo>
                          <a:pt x="2120" y="4710"/>
                          <a:pt x="3450" y="4798"/>
                          <a:pt x="4425" y="4798"/>
                        </a:cubicBezTo>
                        <a:cubicBezTo>
                          <a:pt x="7041" y="4843"/>
                          <a:pt x="9789" y="4798"/>
                          <a:pt x="12272" y="4532"/>
                        </a:cubicBezTo>
                        <a:cubicBezTo>
                          <a:pt x="13292" y="4444"/>
                          <a:pt x="14267" y="4355"/>
                          <a:pt x="15065" y="4045"/>
                        </a:cubicBezTo>
                        <a:cubicBezTo>
                          <a:pt x="18478" y="2715"/>
                          <a:pt x="18611" y="99"/>
                          <a:pt x="13735" y="11"/>
                        </a:cubicBezTo>
                        <a:cubicBezTo>
                          <a:pt x="9922" y="-122"/>
                          <a:pt x="5223" y="1030"/>
                          <a:pt x="1810" y="218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92" name="Forme libre : forme 23291">
                    <a:extLst>
                      <a:ext uri="{FF2B5EF4-FFF2-40B4-BE49-F238E27FC236}">
                        <a16:creationId xmlns:a16="http://schemas.microsoft.com/office/drawing/2014/main" id="{876C21AF-77EF-4361-A6B6-8E6CD8823AC6}"/>
                      </a:ext>
                    </a:extLst>
                  </p:cNvPr>
                  <p:cNvSpPr/>
                  <p:nvPr/>
                </p:nvSpPr>
                <p:spPr>
                  <a:xfrm>
                    <a:off x="5764271" y="1175435"/>
                    <a:ext cx="27041" cy="12456"/>
                  </a:xfrm>
                  <a:custGeom>
                    <a:avLst/>
                    <a:gdLst>
                      <a:gd name="connsiteX0" fmla="*/ 27042 w 27041"/>
                      <a:gd name="connsiteY0" fmla="*/ 0 h 12456"/>
                      <a:gd name="connsiteX1" fmla="*/ 0 w 27041"/>
                      <a:gd name="connsiteY1" fmla="*/ 12457 h 12456"/>
                      <a:gd name="connsiteX2" fmla="*/ 27042 w 27041"/>
                      <a:gd name="connsiteY2" fmla="*/ 0 h 12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041" h="12456">
                        <a:moveTo>
                          <a:pt x="27042" y="0"/>
                        </a:moveTo>
                        <a:cubicBezTo>
                          <a:pt x="23096" y="6472"/>
                          <a:pt x="8822" y="10196"/>
                          <a:pt x="0" y="12457"/>
                        </a:cubicBezTo>
                        <a:cubicBezTo>
                          <a:pt x="9620" y="10019"/>
                          <a:pt x="20038" y="4788"/>
                          <a:pt x="270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93" name="Forme libre : forme 23292">
                    <a:extLst>
                      <a:ext uri="{FF2B5EF4-FFF2-40B4-BE49-F238E27FC236}">
                        <a16:creationId xmlns:a16="http://schemas.microsoft.com/office/drawing/2014/main" id="{E1A12111-7580-4C45-9FB8-F32F73451850}"/>
                      </a:ext>
                    </a:extLst>
                  </p:cNvPr>
                  <p:cNvSpPr/>
                  <p:nvPr/>
                </p:nvSpPr>
                <p:spPr>
                  <a:xfrm>
                    <a:off x="5704601" y="1153522"/>
                    <a:ext cx="31253" cy="8790"/>
                  </a:xfrm>
                  <a:custGeom>
                    <a:avLst/>
                    <a:gdLst>
                      <a:gd name="connsiteX0" fmla="*/ 31253 w 31253"/>
                      <a:gd name="connsiteY0" fmla="*/ 13 h 8790"/>
                      <a:gd name="connsiteX1" fmla="*/ 14319 w 31253"/>
                      <a:gd name="connsiteY1" fmla="*/ 2363 h 8790"/>
                      <a:gd name="connsiteX2" fmla="*/ 0 w 31253"/>
                      <a:gd name="connsiteY2" fmla="*/ 8791 h 8790"/>
                      <a:gd name="connsiteX3" fmla="*/ 14718 w 31253"/>
                      <a:gd name="connsiteY3" fmla="*/ 2939 h 8790"/>
                      <a:gd name="connsiteX4" fmla="*/ 31253 w 31253"/>
                      <a:gd name="connsiteY4" fmla="*/ 13 h 8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253" h="8790">
                        <a:moveTo>
                          <a:pt x="31253" y="13"/>
                        </a:moveTo>
                        <a:cubicBezTo>
                          <a:pt x="25446" y="-120"/>
                          <a:pt x="19727" y="767"/>
                          <a:pt x="14319" y="2363"/>
                        </a:cubicBezTo>
                        <a:cubicBezTo>
                          <a:pt x="8645" y="3959"/>
                          <a:pt x="4167" y="6353"/>
                          <a:pt x="0" y="8791"/>
                        </a:cubicBezTo>
                        <a:cubicBezTo>
                          <a:pt x="3768" y="6308"/>
                          <a:pt x="8733" y="4313"/>
                          <a:pt x="14718" y="2939"/>
                        </a:cubicBezTo>
                        <a:cubicBezTo>
                          <a:pt x="20348" y="1565"/>
                          <a:pt x="26244" y="678"/>
                          <a:pt x="31253" y="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94" name="Forme libre : forme 23293">
                    <a:extLst>
                      <a:ext uri="{FF2B5EF4-FFF2-40B4-BE49-F238E27FC236}">
                        <a16:creationId xmlns:a16="http://schemas.microsoft.com/office/drawing/2014/main" id="{BDAB1623-3B63-4D0C-8CEF-066D29A04DE8}"/>
                      </a:ext>
                    </a:extLst>
                  </p:cNvPr>
                  <p:cNvSpPr/>
                  <p:nvPr/>
                </p:nvSpPr>
                <p:spPr>
                  <a:xfrm>
                    <a:off x="5750713" y="1167158"/>
                    <a:ext cx="15855" cy="4329"/>
                  </a:xfrm>
                  <a:custGeom>
                    <a:avLst/>
                    <a:gdLst>
                      <a:gd name="connsiteX0" fmla="*/ 15730 w 15855"/>
                      <a:gd name="connsiteY0" fmla="*/ 3400 h 4329"/>
                      <a:gd name="connsiteX1" fmla="*/ 6376 w 15855"/>
                      <a:gd name="connsiteY1" fmla="*/ 3844 h 4329"/>
                      <a:gd name="connsiteX2" fmla="*/ 170 w 15855"/>
                      <a:gd name="connsiteY2" fmla="*/ 962 h 4329"/>
                      <a:gd name="connsiteX3" fmla="*/ 8992 w 15855"/>
                      <a:gd name="connsiteY3" fmla="*/ 563 h 4329"/>
                      <a:gd name="connsiteX4" fmla="*/ 15730 w 15855"/>
                      <a:gd name="connsiteY4" fmla="*/ 3400 h 4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55" h="4329">
                        <a:moveTo>
                          <a:pt x="15730" y="3400"/>
                        </a:moveTo>
                        <a:cubicBezTo>
                          <a:pt x="14622" y="4996"/>
                          <a:pt x="8327" y="4110"/>
                          <a:pt x="6376" y="3844"/>
                        </a:cubicBezTo>
                        <a:cubicBezTo>
                          <a:pt x="4426" y="3578"/>
                          <a:pt x="-1027" y="2602"/>
                          <a:pt x="170" y="962"/>
                        </a:cubicBezTo>
                        <a:cubicBezTo>
                          <a:pt x="1367" y="-722"/>
                          <a:pt x="7174" y="253"/>
                          <a:pt x="8992" y="563"/>
                        </a:cubicBezTo>
                        <a:cubicBezTo>
                          <a:pt x="10809" y="785"/>
                          <a:pt x="16794" y="1760"/>
                          <a:pt x="15730" y="340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95" name="Forme libre : forme 23294">
                    <a:extLst>
                      <a:ext uri="{FF2B5EF4-FFF2-40B4-BE49-F238E27FC236}">
                        <a16:creationId xmlns:a16="http://schemas.microsoft.com/office/drawing/2014/main" id="{7CC43D73-423A-4936-ABC4-7A43FEB5C4AB}"/>
                      </a:ext>
                    </a:extLst>
                  </p:cNvPr>
                  <p:cNvSpPr/>
                  <p:nvPr/>
                </p:nvSpPr>
                <p:spPr>
                  <a:xfrm>
                    <a:off x="5764439" y="1169308"/>
                    <a:ext cx="4494" cy="1570"/>
                  </a:xfrm>
                  <a:custGeom>
                    <a:avLst/>
                    <a:gdLst>
                      <a:gd name="connsiteX0" fmla="*/ 4486 w 4494"/>
                      <a:gd name="connsiteY0" fmla="*/ 852 h 1570"/>
                      <a:gd name="connsiteX1" fmla="*/ 2403 w 4494"/>
                      <a:gd name="connsiteY1" fmla="*/ 1561 h 1570"/>
                      <a:gd name="connsiteX2" fmla="*/ 9 w 4494"/>
                      <a:gd name="connsiteY2" fmla="*/ 719 h 1570"/>
                      <a:gd name="connsiteX3" fmla="*/ 2048 w 4494"/>
                      <a:gd name="connsiteY3" fmla="*/ 10 h 1570"/>
                      <a:gd name="connsiteX4" fmla="*/ 4486 w 4494"/>
                      <a:gd name="connsiteY4" fmla="*/ 852 h 1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4" h="1570">
                        <a:moveTo>
                          <a:pt x="4486" y="852"/>
                        </a:moveTo>
                        <a:cubicBezTo>
                          <a:pt x="4619" y="1517"/>
                          <a:pt x="3156" y="1606"/>
                          <a:pt x="2403" y="1561"/>
                        </a:cubicBezTo>
                        <a:cubicBezTo>
                          <a:pt x="1649" y="1517"/>
                          <a:pt x="97" y="1384"/>
                          <a:pt x="9" y="719"/>
                        </a:cubicBezTo>
                        <a:cubicBezTo>
                          <a:pt x="-124" y="54"/>
                          <a:pt x="1294" y="-35"/>
                          <a:pt x="2048" y="10"/>
                        </a:cubicBezTo>
                        <a:cubicBezTo>
                          <a:pt x="2757" y="54"/>
                          <a:pt x="4353" y="231"/>
                          <a:pt x="4486" y="8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96" name="Forme libre : forme 23295">
                    <a:extLst>
                      <a:ext uri="{FF2B5EF4-FFF2-40B4-BE49-F238E27FC236}">
                        <a16:creationId xmlns:a16="http://schemas.microsoft.com/office/drawing/2014/main" id="{35F1821C-DB4A-4ED9-A805-9C04E63C66AC}"/>
                      </a:ext>
                    </a:extLst>
                  </p:cNvPr>
                  <p:cNvSpPr/>
                  <p:nvPr/>
                </p:nvSpPr>
                <p:spPr>
                  <a:xfrm>
                    <a:off x="5750730" y="1156191"/>
                    <a:ext cx="38902" cy="17560"/>
                  </a:xfrm>
                  <a:custGeom>
                    <a:avLst/>
                    <a:gdLst>
                      <a:gd name="connsiteX0" fmla="*/ 29411 w 38902"/>
                      <a:gd name="connsiteY0" fmla="*/ 7762 h 17560"/>
                      <a:gd name="connsiteX1" fmla="*/ 38676 w 38902"/>
                      <a:gd name="connsiteY1" fmla="*/ 14988 h 17560"/>
                      <a:gd name="connsiteX2" fmla="*/ 35839 w 38902"/>
                      <a:gd name="connsiteY2" fmla="*/ 17559 h 17560"/>
                      <a:gd name="connsiteX3" fmla="*/ 31184 w 38902"/>
                      <a:gd name="connsiteY3" fmla="*/ 15786 h 17560"/>
                      <a:gd name="connsiteX4" fmla="*/ 17486 w 38902"/>
                      <a:gd name="connsiteY4" fmla="*/ 9181 h 17560"/>
                      <a:gd name="connsiteX5" fmla="*/ 375 w 38902"/>
                      <a:gd name="connsiteY5" fmla="*/ 1866 h 17560"/>
                      <a:gd name="connsiteX6" fmla="*/ 20545 w 38902"/>
                      <a:gd name="connsiteY6" fmla="*/ 2265 h 17560"/>
                      <a:gd name="connsiteX7" fmla="*/ 29411 w 38902"/>
                      <a:gd name="connsiteY7" fmla="*/ 7762 h 17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902" h="17560">
                        <a:moveTo>
                          <a:pt x="29411" y="7762"/>
                        </a:moveTo>
                        <a:cubicBezTo>
                          <a:pt x="33445" y="10112"/>
                          <a:pt x="36415" y="11796"/>
                          <a:pt x="38676" y="14988"/>
                        </a:cubicBezTo>
                        <a:cubicBezTo>
                          <a:pt x="39519" y="16185"/>
                          <a:pt x="37878" y="17603"/>
                          <a:pt x="35839" y="17559"/>
                        </a:cubicBezTo>
                        <a:cubicBezTo>
                          <a:pt x="33800" y="17515"/>
                          <a:pt x="32514" y="16673"/>
                          <a:pt x="31184" y="15786"/>
                        </a:cubicBezTo>
                        <a:cubicBezTo>
                          <a:pt x="27062" y="13082"/>
                          <a:pt x="22584" y="11131"/>
                          <a:pt x="17486" y="9181"/>
                        </a:cubicBezTo>
                        <a:cubicBezTo>
                          <a:pt x="14383" y="7895"/>
                          <a:pt x="-2729" y="5368"/>
                          <a:pt x="375" y="1866"/>
                        </a:cubicBezTo>
                        <a:cubicBezTo>
                          <a:pt x="3566" y="-1681"/>
                          <a:pt x="16378" y="625"/>
                          <a:pt x="20545" y="2265"/>
                        </a:cubicBezTo>
                        <a:cubicBezTo>
                          <a:pt x="24801" y="3905"/>
                          <a:pt x="26352" y="5989"/>
                          <a:pt x="29411" y="776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207" name="Graphique 2">
                  <a:extLst>
                    <a:ext uri="{FF2B5EF4-FFF2-40B4-BE49-F238E27FC236}">
                      <a16:creationId xmlns:a16="http://schemas.microsoft.com/office/drawing/2014/main" id="{A7F5248E-FCDE-4164-B025-C83565F134A1}"/>
                    </a:ext>
                  </a:extLst>
                </p:cNvPr>
                <p:cNvGrpSpPr/>
                <p:nvPr/>
              </p:nvGrpSpPr>
              <p:grpSpPr>
                <a:xfrm>
                  <a:off x="5793928" y="1156020"/>
                  <a:ext cx="90675" cy="39549"/>
                  <a:chOff x="5793928" y="1156020"/>
                  <a:chExt cx="90675" cy="39549"/>
                </a:xfrm>
                <a:solidFill>
                  <a:schemeClr val="accent1"/>
                </a:solidFill>
              </p:grpSpPr>
              <p:sp>
                <p:nvSpPr>
                  <p:cNvPr id="23273" name="Forme libre : forme 23272">
                    <a:extLst>
                      <a:ext uri="{FF2B5EF4-FFF2-40B4-BE49-F238E27FC236}">
                        <a16:creationId xmlns:a16="http://schemas.microsoft.com/office/drawing/2014/main" id="{226B0BD1-D9BE-4B26-A5FD-EBD317326242}"/>
                      </a:ext>
                    </a:extLst>
                  </p:cNvPr>
                  <p:cNvSpPr/>
                  <p:nvPr/>
                </p:nvSpPr>
                <p:spPr>
                  <a:xfrm>
                    <a:off x="5793955" y="1156020"/>
                    <a:ext cx="90648" cy="39549"/>
                  </a:xfrm>
                  <a:custGeom>
                    <a:avLst/>
                    <a:gdLst>
                      <a:gd name="connsiteX0" fmla="*/ 57116 w 90648"/>
                      <a:gd name="connsiteY0" fmla="*/ 37946 h 39549"/>
                      <a:gd name="connsiteX1" fmla="*/ 45146 w 90648"/>
                      <a:gd name="connsiteY1" fmla="*/ 35818 h 39549"/>
                      <a:gd name="connsiteX2" fmla="*/ 38586 w 90648"/>
                      <a:gd name="connsiteY2" fmla="*/ 35596 h 39549"/>
                      <a:gd name="connsiteX3" fmla="*/ 31182 w 90648"/>
                      <a:gd name="connsiteY3" fmla="*/ 35375 h 39549"/>
                      <a:gd name="connsiteX4" fmla="*/ 1569 w 90648"/>
                      <a:gd name="connsiteY4" fmla="*/ 21144 h 39549"/>
                      <a:gd name="connsiteX5" fmla="*/ 2500 w 90648"/>
                      <a:gd name="connsiteY5" fmla="*/ 11170 h 39549"/>
                      <a:gd name="connsiteX6" fmla="*/ 32113 w 90648"/>
                      <a:gd name="connsiteY6" fmla="*/ 309 h 39549"/>
                      <a:gd name="connsiteX7" fmla="*/ 48161 w 90648"/>
                      <a:gd name="connsiteY7" fmla="*/ 264 h 39549"/>
                      <a:gd name="connsiteX8" fmla="*/ 65672 w 90648"/>
                      <a:gd name="connsiteY8" fmla="*/ 3988 h 39549"/>
                      <a:gd name="connsiteX9" fmla="*/ 89921 w 90648"/>
                      <a:gd name="connsiteY9" fmla="*/ 26242 h 39549"/>
                      <a:gd name="connsiteX10" fmla="*/ 87483 w 90648"/>
                      <a:gd name="connsiteY10" fmla="*/ 35774 h 39549"/>
                      <a:gd name="connsiteX11" fmla="*/ 57116 w 90648"/>
                      <a:gd name="connsiteY11" fmla="*/ 37946 h 39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0648" h="39549">
                        <a:moveTo>
                          <a:pt x="57116" y="37946"/>
                        </a:moveTo>
                        <a:cubicBezTo>
                          <a:pt x="54057" y="37370"/>
                          <a:pt x="49136" y="36084"/>
                          <a:pt x="45146" y="35818"/>
                        </a:cubicBezTo>
                        <a:cubicBezTo>
                          <a:pt x="42886" y="35685"/>
                          <a:pt x="42043" y="35596"/>
                          <a:pt x="38586" y="35596"/>
                        </a:cubicBezTo>
                        <a:cubicBezTo>
                          <a:pt x="35748" y="35596"/>
                          <a:pt x="33177" y="35508"/>
                          <a:pt x="31182" y="35375"/>
                        </a:cubicBezTo>
                        <a:cubicBezTo>
                          <a:pt x="16154" y="34399"/>
                          <a:pt x="8751" y="28991"/>
                          <a:pt x="1569" y="21144"/>
                        </a:cubicBezTo>
                        <a:cubicBezTo>
                          <a:pt x="-913" y="18440"/>
                          <a:pt x="-337" y="13342"/>
                          <a:pt x="2500" y="11170"/>
                        </a:cubicBezTo>
                        <a:cubicBezTo>
                          <a:pt x="10701" y="4742"/>
                          <a:pt x="19124" y="974"/>
                          <a:pt x="32113" y="309"/>
                        </a:cubicBezTo>
                        <a:cubicBezTo>
                          <a:pt x="35837" y="220"/>
                          <a:pt x="39782" y="-312"/>
                          <a:pt x="48161" y="264"/>
                        </a:cubicBezTo>
                        <a:cubicBezTo>
                          <a:pt x="55298" y="974"/>
                          <a:pt x="61593" y="2703"/>
                          <a:pt x="65672" y="3988"/>
                        </a:cubicBezTo>
                        <a:cubicBezTo>
                          <a:pt x="80700" y="9175"/>
                          <a:pt x="85443" y="17021"/>
                          <a:pt x="89921" y="26242"/>
                        </a:cubicBezTo>
                        <a:cubicBezTo>
                          <a:pt x="91428" y="29434"/>
                          <a:pt x="90586" y="34311"/>
                          <a:pt x="87483" y="35774"/>
                        </a:cubicBezTo>
                        <a:cubicBezTo>
                          <a:pt x="78483" y="39941"/>
                          <a:pt x="68908" y="40650"/>
                          <a:pt x="57116" y="3794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74" name="Forme libre : forme 23273">
                    <a:extLst>
                      <a:ext uri="{FF2B5EF4-FFF2-40B4-BE49-F238E27FC236}">
                        <a16:creationId xmlns:a16="http://schemas.microsoft.com/office/drawing/2014/main" id="{B9628ABC-C2FF-48D9-9925-300497898F8D}"/>
                      </a:ext>
                    </a:extLst>
                  </p:cNvPr>
                  <p:cNvSpPr/>
                  <p:nvPr/>
                </p:nvSpPr>
                <p:spPr>
                  <a:xfrm>
                    <a:off x="5793928" y="1172952"/>
                    <a:ext cx="87598" cy="22526"/>
                  </a:xfrm>
                  <a:custGeom>
                    <a:avLst/>
                    <a:gdLst>
                      <a:gd name="connsiteX0" fmla="*/ 36085 w 87598"/>
                      <a:gd name="connsiteY0" fmla="*/ 5896 h 22526"/>
                      <a:gd name="connsiteX1" fmla="*/ 0 w 87598"/>
                      <a:gd name="connsiteY1" fmla="*/ 0 h 22526"/>
                      <a:gd name="connsiteX2" fmla="*/ 1552 w 87598"/>
                      <a:gd name="connsiteY2" fmla="*/ 4167 h 22526"/>
                      <a:gd name="connsiteX3" fmla="*/ 5320 w 87598"/>
                      <a:gd name="connsiteY3" fmla="*/ 7980 h 22526"/>
                      <a:gd name="connsiteX4" fmla="*/ 18619 w 87598"/>
                      <a:gd name="connsiteY4" fmla="*/ 16092 h 22526"/>
                      <a:gd name="connsiteX5" fmla="*/ 31120 w 87598"/>
                      <a:gd name="connsiteY5" fmla="*/ 18397 h 22526"/>
                      <a:gd name="connsiteX6" fmla="*/ 36351 w 87598"/>
                      <a:gd name="connsiteY6" fmla="*/ 18575 h 22526"/>
                      <a:gd name="connsiteX7" fmla="*/ 39366 w 87598"/>
                      <a:gd name="connsiteY7" fmla="*/ 18575 h 22526"/>
                      <a:gd name="connsiteX8" fmla="*/ 40962 w 87598"/>
                      <a:gd name="connsiteY8" fmla="*/ 18575 h 22526"/>
                      <a:gd name="connsiteX9" fmla="*/ 42026 w 87598"/>
                      <a:gd name="connsiteY9" fmla="*/ 18619 h 22526"/>
                      <a:gd name="connsiteX10" fmla="*/ 46237 w 87598"/>
                      <a:gd name="connsiteY10" fmla="*/ 18929 h 22526"/>
                      <a:gd name="connsiteX11" fmla="*/ 55192 w 87598"/>
                      <a:gd name="connsiteY11" fmla="*/ 20525 h 22526"/>
                      <a:gd name="connsiteX12" fmla="*/ 57098 w 87598"/>
                      <a:gd name="connsiteY12" fmla="*/ 20924 h 22526"/>
                      <a:gd name="connsiteX13" fmla="*/ 68890 w 87598"/>
                      <a:gd name="connsiteY13" fmla="*/ 22520 h 22526"/>
                      <a:gd name="connsiteX14" fmla="*/ 83121 w 87598"/>
                      <a:gd name="connsiteY14" fmla="*/ 20437 h 22526"/>
                      <a:gd name="connsiteX15" fmla="*/ 87465 w 87598"/>
                      <a:gd name="connsiteY15" fmla="*/ 18708 h 22526"/>
                      <a:gd name="connsiteX16" fmla="*/ 87598 w 87598"/>
                      <a:gd name="connsiteY16" fmla="*/ 18619 h 22526"/>
                      <a:gd name="connsiteX17" fmla="*/ 36085 w 87598"/>
                      <a:gd name="connsiteY17" fmla="*/ 5896 h 22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7598" h="22526">
                        <a:moveTo>
                          <a:pt x="36085" y="5896"/>
                        </a:moveTo>
                        <a:cubicBezTo>
                          <a:pt x="23318" y="6738"/>
                          <a:pt x="9531" y="5763"/>
                          <a:pt x="0" y="0"/>
                        </a:cubicBezTo>
                        <a:cubicBezTo>
                          <a:pt x="44" y="1552"/>
                          <a:pt x="532" y="3059"/>
                          <a:pt x="1552" y="4167"/>
                        </a:cubicBezTo>
                        <a:cubicBezTo>
                          <a:pt x="2793" y="5541"/>
                          <a:pt x="4034" y="6783"/>
                          <a:pt x="5320" y="7980"/>
                        </a:cubicBezTo>
                        <a:cubicBezTo>
                          <a:pt x="9044" y="11393"/>
                          <a:pt x="13211" y="14186"/>
                          <a:pt x="18619" y="16092"/>
                        </a:cubicBezTo>
                        <a:cubicBezTo>
                          <a:pt x="22165" y="17289"/>
                          <a:pt x="26244" y="18087"/>
                          <a:pt x="31120" y="18397"/>
                        </a:cubicBezTo>
                        <a:cubicBezTo>
                          <a:pt x="32628" y="18486"/>
                          <a:pt x="34401" y="18575"/>
                          <a:pt x="36351" y="18575"/>
                        </a:cubicBezTo>
                        <a:cubicBezTo>
                          <a:pt x="37327" y="18575"/>
                          <a:pt x="38346" y="18575"/>
                          <a:pt x="39366" y="18575"/>
                        </a:cubicBezTo>
                        <a:lnTo>
                          <a:pt x="40962" y="18575"/>
                        </a:lnTo>
                        <a:cubicBezTo>
                          <a:pt x="41494" y="18575"/>
                          <a:pt x="41671" y="18619"/>
                          <a:pt x="42026" y="18619"/>
                        </a:cubicBezTo>
                        <a:cubicBezTo>
                          <a:pt x="43311" y="18663"/>
                          <a:pt x="44686" y="18663"/>
                          <a:pt x="46237" y="18929"/>
                        </a:cubicBezTo>
                        <a:cubicBezTo>
                          <a:pt x="49207" y="19195"/>
                          <a:pt x="52532" y="19949"/>
                          <a:pt x="55192" y="20525"/>
                        </a:cubicBezTo>
                        <a:cubicBezTo>
                          <a:pt x="55857" y="20658"/>
                          <a:pt x="56522" y="20747"/>
                          <a:pt x="57098" y="20924"/>
                        </a:cubicBezTo>
                        <a:cubicBezTo>
                          <a:pt x="61265" y="21855"/>
                          <a:pt x="65167" y="22387"/>
                          <a:pt x="68890" y="22520"/>
                        </a:cubicBezTo>
                        <a:cubicBezTo>
                          <a:pt x="73988" y="22609"/>
                          <a:pt x="78643" y="21811"/>
                          <a:pt x="83121" y="20437"/>
                        </a:cubicBezTo>
                        <a:cubicBezTo>
                          <a:pt x="84584" y="19949"/>
                          <a:pt x="86002" y="19373"/>
                          <a:pt x="87465" y="18708"/>
                        </a:cubicBezTo>
                        <a:lnTo>
                          <a:pt x="87598" y="18619"/>
                        </a:lnTo>
                        <a:cubicBezTo>
                          <a:pt x="70708" y="11659"/>
                          <a:pt x="53419" y="3458"/>
                          <a:pt x="36085" y="589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75" name="Forme libre : forme 23274">
                    <a:extLst>
                      <a:ext uri="{FF2B5EF4-FFF2-40B4-BE49-F238E27FC236}">
                        <a16:creationId xmlns:a16="http://schemas.microsoft.com/office/drawing/2014/main" id="{C035F6A3-0E4B-471A-908B-83911F9A8900}"/>
                      </a:ext>
                    </a:extLst>
                  </p:cNvPr>
                  <p:cNvSpPr/>
                  <p:nvPr/>
                </p:nvSpPr>
                <p:spPr>
                  <a:xfrm>
                    <a:off x="5826067" y="1169119"/>
                    <a:ext cx="41729" cy="14754"/>
                  </a:xfrm>
                  <a:custGeom>
                    <a:avLst/>
                    <a:gdLst>
                      <a:gd name="connsiteX0" fmla="*/ 41628 w 41729"/>
                      <a:gd name="connsiteY0" fmla="*/ 12877 h 14754"/>
                      <a:gd name="connsiteX1" fmla="*/ 31743 w 41729"/>
                      <a:gd name="connsiteY1" fmla="*/ 14340 h 14754"/>
                      <a:gd name="connsiteX2" fmla="*/ 19286 w 41729"/>
                      <a:gd name="connsiteY2" fmla="*/ 12257 h 14754"/>
                      <a:gd name="connsiteX3" fmla="*/ 8336 w 41729"/>
                      <a:gd name="connsiteY3" fmla="*/ 10084 h 14754"/>
                      <a:gd name="connsiteX4" fmla="*/ 2 w 41729"/>
                      <a:gd name="connsiteY4" fmla="*/ 5119 h 14754"/>
                      <a:gd name="connsiteX5" fmla="*/ 8070 w 41729"/>
                      <a:gd name="connsiteY5" fmla="*/ 376 h 14754"/>
                      <a:gd name="connsiteX6" fmla="*/ 21280 w 41729"/>
                      <a:gd name="connsiteY6" fmla="*/ 864 h 14754"/>
                      <a:gd name="connsiteX7" fmla="*/ 34269 w 41729"/>
                      <a:gd name="connsiteY7" fmla="*/ 5430 h 14754"/>
                      <a:gd name="connsiteX8" fmla="*/ 41628 w 41729"/>
                      <a:gd name="connsiteY8" fmla="*/ 12877 h 14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729" h="14754">
                        <a:moveTo>
                          <a:pt x="41628" y="12877"/>
                        </a:moveTo>
                        <a:cubicBezTo>
                          <a:pt x="40875" y="15094"/>
                          <a:pt x="36530" y="15005"/>
                          <a:pt x="31743" y="14340"/>
                        </a:cubicBezTo>
                        <a:cubicBezTo>
                          <a:pt x="26999" y="13631"/>
                          <a:pt x="21812" y="12700"/>
                          <a:pt x="19286" y="12257"/>
                        </a:cubicBezTo>
                        <a:cubicBezTo>
                          <a:pt x="16670" y="11725"/>
                          <a:pt x="12414" y="10971"/>
                          <a:pt x="8336" y="10084"/>
                        </a:cubicBezTo>
                        <a:cubicBezTo>
                          <a:pt x="3814" y="9242"/>
                          <a:pt x="90" y="7691"/>
                          <a:pt x="2" y="5119"/>
                        </a:cubicBezTo>
                        <a:cubicBezTo>
                          <a:pt x="-87" y="2548"/>
                          <a:pt x="3681" y="1174"/>
                          <a:pt x="8070" y="376"/>
                        </a:cubicBezTo>
                        <a:cubicBezTo>
                          <a:pt x="12813" y="-422"/>
                          <a:pt x="18576" y="199"/>
                          <a:pt x="21280" y="864"/>
                        </a:cubicBezTo>
                        <a:cubicBezTo>
                          <a:pt x="24029" y="1484"/>
                          <a:pt x="29748" y="3036"/>
                          <a:pt x="34269" y="5430"/>
                        </a:cubicBezTo>
                        <a:cubicBezTo>
                          <a:pt x="38835" y="7779"/>
                          <a:pt x="42382" y="10661"/>
                          <a:pt x="41628" y="1287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76" name="Forme libre : forme 23275">
                    <a:extLst>
                      <a:ext uri="{FF2B5EF4-FFF2-40B4-BE49-F238E27FC236}">
                        <a16:creationId xmlns:a16="http://schemas.microsoft.com/office/drawing/2014/main" id="{A3864FF4-A83B-4561-A9F4-4E8FCAE12AED}"/>
                      </a:ext>
                    </a:extLst>
                  </p:cNvPr>
                  <p:cNvSpPr/>
                  <p:nvPr/>
                </p:nvSpPr>
                <p:spPr>
                  <a:xfrm>
                    <a:off x="5825759" y="1169539"/>
                    <a:ext cx="28282" cy="13166"/>
                  </a:xfrm>
                  <a:custGeom>
                    <a:avLst/>
                    <a:gdLst>
                      <a:gd name="connsiteX0" fmla="*/ 9220 w 28282"/>
                      <a:gd name="connsiteY0" fmla="*/ 0 h 13166"/>
                      <a:gd name="connsiteX1" fmla="*/ 87 w 28282"/>
                      <a:gd name="connsiteY1" fmla="*/ 4743 h 13166"/>
                      <a:gd name="connsiteX2" fmla="*/ 8643 w 28282"/>
                      <a:gd name="connsiteY2" fmla="*/ 9664 h 13166"/>
                      <a:gd name="connsiteX3" fmla="*/ 19815 w 28282"/>
                      <a:gd name="connsiteY3" fmla="*/ 11925 h 13166"/>
                      <a:gd name="connsiteX4" fmla="*/ 28282 w 28282"/>
                      <a:gd name="connsiteY4" fmla="*/ 13166 h 13166"/>
                      <a:gd name="connsiteX5" fmla="*/ 23893 w 28282"/>
                      <a:gd name="connsiteY5" fmla="*/ 11659 h 13166"/>
                      <a:gd name="connsiteX6" fmla="*/ 14584 w 28282"/>
                      <a:gd name="connsiteY6" fmla="*/ 6605 h 13166"/>
                      <a:gd name="connsiteX7" fmla="*/ 9220 w 28282"/>
                      <a:gd name="connsiteY7" fmla="*/ 0 h 13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282" h="13166">
                        <a:moveTo>
                          <a:pt x="9220" y="0"/>
                        </a:moveTo>
                        <a:cubicBezTo>
                          <a:pt x="6560" y="931"/>
                          <a:pt x="-888" y="1552"/>
                          <a:pt x="87" y="4743"/>
                        </a:cubicBezTo>
                        <a:cubicBezTo>
                          <a:pt x="885" y="7315"/>
                          <a:pt x="4388" y="8866"/>
                          <a:pt x="8643" y="9664"/>
                        </a:cubicBezTo>
                        <a:cubicBezTo>
                          <a:pt x="12500" y="10551"/>
                          <a:pt x="16534" y="11171"/>
                          <a:pt x="19815" y="11925"/>
                        </a:cubicBezTo>
                        <a:cubicBezTo>
                          <a:pt x="21677" y="12235"/>
                          <a:pt x="26021" y="12989"/>
                          <a:pt x="28282" y="13166"/>
                        </a:cubicBezTo>
                        <a:cubicBezTo>
                          <a:pt x="27041" y="12812"/>
                          <a:pt x="25001" y="12235"/>
                          <a:pt x="23893" y="11659"/>
                        </a:cubicBezTo>
                        <a:cubicBezTo>
                          <a:pt x="20790" y="10063"/>
                          <a:pt x="17377" y="8423"/>
                          <a:pt x="14584" y="6605"/>
                        </a:cubicBezTo>
                        <a:cubicBezTo>
                          <a:pt x="11835" y="4876"/>
                          <a:pt x="9530" y="2837"/>
                          <a:pt x="9220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77" name="Forme libre : forme 23276">
                    <a:extLst>
                      <a:ext uri="{FF2B5EF4-FFF2-40B4-BE49-F238E27FC236}">
                        <a16:creationId xmlns:a16="http://schemas.microsoft.com/office/drawing/2014/main" id="{1D932AC6-D7FD-4DE9-8BBE-86FEE2DC6C4A}"/>
                      </a:ext>
                    </a:extLst>
                  </p:cNvPr>
                  <p:cNvSpPr/>
                  <p:nvPr/>
                </p:nvSpPr>
                <p:spPr>
                  <a:xfrm>
                    <a:off x="5828275" y="1170659"/>
                    <a:ext cx="41476" cy="14923"/>
                  </a:xfrm>
                  <a:custGeom>
                    <a:avLst/>
                    <a:gdLst>
                      <a:gd name="connsiteX0" fmla="*/ 41149 w 41476"/>
                      <a:gd name="connsiteY0" fmla="*/ 13288 h 14923"/>
                      <a:gd name="connsiteX1" fmla="*/ 30775 w 41476"/>
                      <a:gd name="connsiteY1" fmla="*/ 14529 h 14923"/>
                      <a:gd name="connsiteX2" fmla="*/ 18584 w 41476"/>
                      <a:gd name="connsiteY2" fmla="*/ 12490 h 14923"/>
                      <a:gd name="connsiteX3" fmla="*/ 8034 w 41476"/>
                      <a:gd name="connsiteY3" fmla="*/ 10052 h 14923"/>
                      <a:gd name="connsiteX4" fmla="*/ 10 w 41476"/>
                      <a:gd name="connsiteY4" fmla="*/ 4909 h 14923"/>
                      <a:gd name="connsiteX5" fmla="*/ 8167 w 41476"/>
                      <a:gd name="connsiteY5" fmla="*/ 255 h 14923"/>
                      <a:gd name="connsiteX6" fmla="*/ 21022 w 41476"/>
                      <a:gd name="connsiteY6" fmla="*/ 1141 h 14923"/>
                      <a:gd name="connsiteX7" fmla="*/ 34233 w 41476"/>
                      <a:gd name="connsiteY7" fmla="*/ 5929 h 14923"/>
                      <a:gd name="connsiteX8" fmla="*/ 41149 w 41476"/>
                      <a:gd name="connsiteY8" fmla="*/ 13288 h 1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476" h="14923">
                        <a:moveTo>
                          <a:pt x="41149" y="13288"/>
                        </a:moveTo>
                        <a:cubicBezTo>
                          <a:pt x="39686" y="15239"/>
                          <a:pt x="35386" y="15150"/>
                          <a:pt x="30775" y="14529"/>
                        </a:cubicBezTo>
                        <a:cubicBezTo>
                          <a:pt x="26165" y="13953"/>
                          <a:pt x="21333" y="12889"/>
                          <a:pt x="18584" y="12490"/>
                        </a:cubicBezTo>
                        <a:cubicBezTo>
                          <a:pt x="15836" y="12002"/>
                          <a:pt x="11580" y="10938"/>
                          <a:pt x="8034" y="10052"/>
                        </a:cubicBezTo>
                        <a:cubicBezTo>
                          <a:pt x="4177" y="9032"/>
                          <a:pt x="187" y="7569"/>
                          <a:pt x="10" y="4909"/>
                        </a:cubicBezTo>
                        <a:cubicBezTo>
                          <a:pt x="-212" y="2338"/>
                          <a:pt x="3467" y="875"/>
                          <a:pt x="8167" y="255"/>
                        </a:cubicBezTo>
                        <a:cubicBezTo>
                          <a:pt x="13043" y="-499"/>
                          <a:pt x="18540" y="609"/>
                          <a:pt x="21022" y="1141"/>
                        </a:cubicBezTo>
                        <a:cubicBezTo>
                          <a:pt x="23594" y="1584"/>
                          <a:pt x="29490" y="3491"/>
                          <a:pt x="34233" y="5929"/>
                        </a:cubicBezTo>
                        <a:cubicBezTo>
                          <a:pt x="38976" y="8411"/>
                          <a:pt x="42612" y="11293"/>
                          <a:pt x="41149" y="1328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78" name="Forme libre : forme 23277">
                    <a:extLst>
                      <a:ext uri="{FF2B5EF4-FFF2-40B4-BE49-F238E27FC236}">
                        <a16:creationId xmlns:a16="http://schemas.microsoft.com/office/drawing/2014/main" id="{B2A101D1-0B09-495F-9354-435BD6A4480D}"/>
                      </a:ext>
                    </a:extLst>
                  </p:cNvPr>
                  <p:cNvSpPr/>
                  <p:nvPr/>
                </p:nvSpPr>
                <p:spPr>
                  <a:xfrm>
                    <a:off x="5805866" y="1164822"/>
                    <a:ext cx="50749" cy="23903"/>
                  </a:xfrm>
                  <a:custGeom>
                    <a:avLst/>
                    <a:gdLst>
                      <a:gd name="connsiteX0" fmla="*/ 253 w 50749"/>
                      <a:gd name="connsiteY0" fmla="*/ 9327 h 23903"/>
                      <a:gd name="connsiteX1" fmla="*/ 5485 w 50749"/>
                      <a:gd name="connsiteY1" fmla="*/ 15179 h 23903"/>
                      <a:gd name="connsiteX2" fmla="*/ 25389 w 50749"/>
                      <a:gd name="connsiteY2" fmla="*/ 23070 h 23903"/>
                      <a:gd name="connsiteX3" fmla="*/ 30398 w 50749"/>
                      <a:gd name="connsiteY3" fmla="*/ 23602 h 23903"/>
                      <a:gd name="connsiteX4" fmla="*/ 34300 w 50749"/>
                      <a:gd name="connsiteY4" fmla="*/ 23824 h 23903"/>
                      <a:gd name="connsiteX5" fmla="*/ 42545 w 50749"/>
                      <a:gd name="connsiteY5" fmla="*/ 23779 h 23903"/>
                      <a:gd name="connsiteX6" fmla="*/ 50746 w 50749"/>
                      <a:gd name="connsiteY6" fmla="*/ 19435 h 23903"/>
                      <a:gd name="connsiteX7" fmla="*/ 45382 w 50749"/>
                      <a:gd name="connsiteY7" fmla="*/ 15090 h 23903"/>
                      <a:gd name="connsiteX8" fmla="*/ 28359 w 50749"/>
                      <a:gd name="connsiteY8" fmla="*/ 6224 h 23903"/>
                      <a:gd name="connsiteX9" fmla="*/ 10317 w 50749"/>
                      <a:gd name="connsiteY9" fmla="*/ 62 h 23903"/>
                      <a:gd name="connsiteX10" fmla="*/ 253 w 50749"/>
                      <a:gd name="connsiteY10" fmla="*/ 9327 h 23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749" h="23903">
                        <a:moveTo>
                          <a:pt x="253" y="9327"/>
                        </a:moveTo>
                        <a:cubicBezTo>
                          <a:pt x="1273" y="12298"/>
                          <a:pt x="2337" y="13228"/>
                          <a:pt x="5485" y="15179"/>
                        </a:cubicBezTo>
                        <a:cubicBezTo>
                          <a:pt x="11558" y="18859"/>
                          <a:pt x="16700" y="21917"/>
                          <a:pt x="25389" y="23070"/>
                        </a:cubicBezTo>
                        <a:cubicBezTo>
                          <a:pt x="27074" y="23336"/>
                          <a:pt x="29423" y="23425"/>
                          <a:pt x="30398" y="23602"/>
                        </a:cubicBezTo>
                        <a:cubicBezTo>
                          <a:pt x="31684" y="23691"/>
                          <a:pt x="32970" y="23779"/>
                          <a:pt x="34300" y="23824"/>
                        </a:cubicBezTo>
                        <a:cubicBezTo>
                          <a:pt x="36960" y="23868"/>
                          <a:pt x="39885" y="24001"/>
                          <a:pt x="42545" y="23779"/>
                        </a:cubicBezTo>
                        <a:cubicBezTo>
                          <a:pt x="46491" y="23425"/>
                          <a:pt x="50879" y="22494"/>
                          <a:pt x="50746" y="19435"/>
                        </a:cubicBezTo>
                        <a:cubicBezTo>
                          <a:pt x="50658" y="17529"/>
                          <a:pt x="47643" y="16465"/>
                          <a:pt x="45382" y="15090"/>
                        </a:cubicBezTo>
                        <a:cubicBezTo>
                          <a:pt x="40018" y="11810"/>
                          <a:pt x="34654" y="9372"/>
                          <a:pt x="28359" y="6224"/>
                        </a:cubicBezTo>
                        <a:cubicBezTo>
                          <a:pt x="23261" y="3609"/>
                          <a:pt x="17897" y="-558"/>
                          <a:pt x="10317" y="62"/>
                        </a:cubicBezTo>
                        <a:cubicBezTo>
                          <a:pt x="3534" y="727"/>
                          <a:pt x="-1165" y="5205"/>
                          <a:pt x="253" y="932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79" name="Forme libre : forme 23278">
                    <a:extLst>
                      <a:ext uri="{FF2B5EF4-FFF2-40B4-BE49-F238E27FC236}">
                        <a16:creationId xmlns:a16="http://schemas.microsoft.com/office/drawing/2014/main" id="{EFE7E369-B7A5-431D-B7A1-E779EF82C254}"/>
                      </a:ext>
                    </a:extLst>
                  </p:cNvPr>
                  <p:cNvSpPr/>
                  <p:nvPr/>
                </p:nvSpPr>
                <p:spPr>
                  <a:xfrm>
                    <a:off x="5816611" y="1164941"/>
                    <a:ext cx="17328" cy="5690"/>
                  </a:xfrm>
                  <a:custGeom>
                    <a:avLst/>
                    <a:gdLst>
                      <a:gd name="connsiteX0" fmla="*/ 1699 w 17328"/>
                      <a:gd name="connsiteY0" fmla="*/ 3224 h 5690"/>
                      <a:gd name="connsiteX1" fmla="*/ 59 w 17328"/>
                      <a:gd name="connsiteY1" fmla="*/ 4377 h 5690"/>
                      <a:gd name="connsiteX2" fmla="*/ 1345 w 17328"/>
                      <a:gd name="connsiteY2" fmla="*/ 5529 h 5690"/>
                      <a:gd name="connsiteX3" fmla="*/ 4537 w 17328"/>
                      <a:gd name="connsiteY3" fmla="*/ 5618 h 5690"/>
                      <a:gd name="connsiteX4" fmla="*/ 12295 w 17328"/>
                      <a:gd name="connsiteY4" fmla="*/ 4687 h 5690"/>
                      <a:gd name="connsiteX5" fmla="*/ 15043 w 17328"/>
                      <a:gd name="connsiteY5" fmla="*/ 3933 h 5690"/>
                      <a:gd name="connsiteX6" fmla="*/ 13359 w 17328"/>
                      <a:gd name="connsiteY6" fmla="*/ 32 h 5690"/>
                      <a:gd name="connsiteX7" fmla="*/ 1699 w 17328"/>
                      <a:gd name="connsiteY7" fmla="*/ 3224 h 5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328" h="5690">
                        <a:moveTo>
                          <a:pt x="1699" y="3224"/>
                        </a:moveTo>
                        <a:cubicBezTo>
                          <a:pt x="902" y="3579"/>
                          <a:pt x="325" y="3845"/>
                          <a:pt x="59" y="4377"/>
                        </a:cubicBezTo>
                        <a:cubicBezTo>
                          <a:pt x="-207" y="4953"/>
                          <a:pt x="458" y="5308"/>
                          <a:pt x="1345" y="5529"/>
                        </a:cubicBezTo>
                        <a:cubicBezTo>
                          <a:pt x="2232" y="5751"/>
                          <a:pt x="3517" y="5707"/>
                          <a:pt x="4537" y="5618"/>
                        </a:cubicBezTo>
                        <a:cubicBezTo>
                          <a:pt x="7108" y="5441"/>
                          <a:pt x="9856" y="5175"/>
                          <a:pt x="12295" y="4687"/>
                        </a:cubicBezTo>
                        <a:cubicBezTo>
                          <a:pt x="13314" y="4510"/>
                          <a:pt x="14245" y="4332"/>
                          <a:pt x="15043" y="3933"/>
                        </a:cubicBezTo>
                        <a:cubicBezTo>
                          <a:pt x="18368" y="2337"/>
                          <a:pt x="18279" y="-323"/>
                          <a:pt x="13359" y="32"/>
                        </a:cubicBezTo>
                        <a:cubicBezTo>
                          <a:pt x="9502" y="298"/>
                          <a:pt x="4980" y="1805"/>
                          <a:pt x="1699" y="322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80" name="Forme libre : forme 23279">
                    <a:extLst>
                      <a:ext uri="{FF2B5EF4-FFF2-40B4-BE49-F238E27FC236}">
                        <a16:creationId xmlns:a16="http://schemas.microsoft.com/office/drawing/2014/main" id="{12F58D4E-E0D0-49BA-A99F-8A20DB22E1B2}"/>
                      </a:ext>
                    </a:extLst>
                  </p:cNvPr>
                  <p:cNvSpPr/>
                  <p:nvPr/>
                </p:nvSpPr>
                <p:spPr>
                  <a:xfrm>
                    <a:off x="5852179" y="1190064"/>
                    <a:ext cx="28593" cy="3467"/>
                  </a:xfrm>
                  <a:custGeom>
                    <a:avLst/>
                    <a:gdLst>
                      <a:gd name="connsiteX0" fmla="*/ 28594 w 28593"/>
                      <a:gd name="connsiteY0" fmla="*/ 0 h 3467"/>
                      <a:gd name="connsiteX1" fmla="*/ 0 w 28593"/>
                      <a:gd name="connsiteY1" fmla="*/ 3458 h 3467"/>
                      <a:gd name="connsiteX2" fmla="*/ 28594 w 28593"/>
                      <a:gd name="connsiteY2" fmla="*/ 0 h 3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593" h="3467">
                        <a:moveTo>
                          <a:pt x="28594" y="0"/>
                        </a:moveTo>
                        <a:cubicBezTo>
                          <a:pt x="22564" y="4610"/>
                          <a:pt x="8068" y="3192"/>
                          <a:pt x="0" y="3458"/>
                        </a:cubicBezTo>
                        <a:cubicBezTo>
                          <a:pt x="8822" y="3325"/>
                          <a:pt x="20348" y="1995"/>
                          <a:pt x="2859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81" name="Forme libre : forme 23280">
                    <a:extLst>
                      <a:ext uri="{FF2B5EF4-FFF2-40B4-BE49-F238E27FC236}">
                        <a16:creationId xmlns:a16="http://schemas.microsoft.com/office/drawing/2014/main" id="{2D9CD6B4-B917-44CE-8CBF-B89AFFA7C535}"/>
                      </a:ext>
                    </a:extLst>
                  </p:cNvPr>
                  <p:cNvSpPr/>
                  <p:nvPr/>
                </p:nvSpPr>
                <p:spPr>
                  <a:xfrm>
                    <a:off x="5796987" y="1157392"/>
                    <a:ext cx="30056" cy="10683"/>
                  </a:xfrm>
                  <a:custGeom>
                    <a:avLst/>
                    <a:gdLst>
                      <a:gd name="connsiteX0" fmla="*/ 30056 w 30056"/>
                      <a:gd name="connsiteY0" fmla="*/ 0 h 10683"/>
                      <a:gd name="connsiteX1" fmla="*/ 0 w 30056"/>
                      <a:gd name="connsiteY1" fmla="*/ 10684 h 10683"/>
                      <a:gd name="connsiteX2" fmla="*/ 30056 w 30056"/>
                      <a:gd name="connsiteY2" fmla="*/ 0 h 10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056" h="10683">
                        <a:moveTo>
                          <a:pt x="30056" y="0"/>
                        </a:moveTo>
                        <a:cubicBezTo>
                          <a:pt x="18575" y="798"/>
                          <a:pt x="8113" y="5497"/>
                          <a:pt x="0" y="10684"/>
                        </a:cubicBezTo>
                        <a:cubicBezTo>
                          <a:pt x="7315" y="5497"/>
                          <a:pt x="20348" y="2217"/>
                          <a:pt x="3005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82" name="Forme libre : forme 23281">
                    <a:extLst>
                      <a:ext uri="{FF2B5EF4-FFF2-40B4-BE49-F238E27FC236}">
                        <a16:creationId xmlns:a16="http://schemas.microsoft.com/office/drawing/2014/main" id="{B00C9E8B-65CD-41D7-9D9F-E22F8FFB881F}"/>
                      </a:ext>
                    </a:extLst>
                  </p:cNvPr>
                  <p:cNvSpPr/>
                  <p:nvPr/>
                </p:nvSpPr>
                <p:spPr>
                  <a:xfrm>
                    <a:off x="5843639" y="1171053"/>
                    <a:ext cx="15487" cy="6642"/>
                  </a:xfrm>
                  <a:custGeom>
                    <a:avLst/>
                    <a:gdLst>
                      <a:gd name="connsiteX0" fmla="*/ 15234 w 15487"/>
                      <a:gd name="connsiteY0" fmla="*/ 6332 h 6642"/>
                      <a:gd name="connsiteX1" fmla="*/ 6013 w 15487"/>
                      <a:gd name="connsiteY1" fmla="*/ 4515 h 6642"/>
                      <a:gd name="connsiteX2" fmla="*/ 1935 w 15487"/>
                      <a:gd name="connsiteY2" fmla="*/ 2830 h 6642"/>
                      <a:gd name="connsiteX3" fmla="*/ 250 w 15487"/>
                      <a:gd name="connsiteY3" fmla="*/ 614 h 6642"/>
                      <a:gd name="connsiteX4" fmla="*/ 9338 w 15487"/>
                      <a:gd name="connsiteY4" fmla="*/ 1811 h 6642"/>
                      <a:gd name="connsiteX5" fmla="*/ 15234 w 15487"/>
                      <a:gd name="connsiteY5" fmla="*/ 6332 h 6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487" h="6642">
                        <a:moveTo>
                          <a:pt x="15234" y="6332"/>
                        </a:moveTo>
                        <a:cubicBezTo>
                          <a:pt x="13771" y="7485"/>
                          <a:pt x="7875" y="5091"/>
                          <a:pt x="6013" y="4515"/>
                        </a:cubicBezTo>
                        <a:cubicBezTo>
                          <a:pt x="5082" y="4204"/>
                          <a:pt x="3309" y="3584"/>
                          <a:pt x="1935" y="2830"/>
                        </a:cubicBezTo>
                        <a:cubicBezTo>
                          <a:pt x="560" y="2165"/>
                          <a:pt x="-504" y="1412"/>
                          <a:pt x="250" y="614"/>
                        </a:cubicBezTo>
                        <a:cubicBezTo>
                          <a:pt x="1757" y="-1027"/>
                          <a:pt x="7609" y="1057"/>
                          <a:pt x="9338" y="1811"/>
                        </a:cubicBezTo>
                        <a:cubicBezTo>
                          <a:pt x="11111" y="2476"/>
                          <a:pt x="16741" y="5047"/>
                          <a:pt x="15234" y="633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83" name="Forme libre : forme 23282">
                    <a:extLst>
                      <a:ext uri="{FF2B5EF4-FFF2-40B4-BE49-F238E27FC236}">
                        <a16:creationId xmlns:a16="http://schemas.microsoft.com/office/drawing/2014/main" id="{A1FE9D29-6E6D-4407-B994-0B310D4CAC89}"/>
                      </a:ext>
                    </a:extLst>
                  </p:cNvPr>
                  <p:cNvSpPr/>
                  <p:nvPr/>
                </p:nvSpPr>
                <p:spPr>
                  <a:xfrm>
                    <a:off x="5857052" y="1175964"/>
                    <a:ext cx="4304" cy="2174"/>
                  </a:xfrm>
                  <a:custGeom>
                    <a:avLst/>
                    <a:gdLst>
                      <a:gd name="connsiteX0" fmla="*/ 4304 w 4304"/>
                      <a:gd name="connsiteY0" fmla="*/ 1777 h 2174"/>
                      <a:gd name="connsiteX1" fmla="*/ 2087 w 4304"/>
                      <a:gd name="connsiteY1" fmla="*/ 1865 h 2174"/>
                      <a:gd name="connsiteX2" fmla="*/ 4 w 4304"/>
                      <a:gd name="connsiteY2" fmla="*/ 402 h 2174"/>
                      <a:gd name="connsiteX3" fmla="*/ 2176 w 4304"/>
                      <a:gd name="connsiteY3" fmla="*/ 269 h 2174"/>
                      <a:gd name="connsiteX4" fmla="*/ 4304 w 4304"/>
                      <a:gd name="connsiteY4" fmla="*/ 1777 h 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04" h="2174">
                        <a:moveTo>
                          <a:pt x="4304" y="1777"/>
                        </a:moveTo>
                        <a:cubicBezTo>
                          <a:pt x="4260" y="2441"/>
                          <a:pt x="2797" y="2131"/>
                          <a:pt x="2087" y="1865"/>
                        </a:cubicBezTo>
                        <a:cubicBezTo>
                          <a:pt x="1378" y="1644"/>
                          <a:pt x="-85" y="1067"/>
                          <a:pt x="4" y="402"/>
                        </a:cubicBezTo>
                        <a:cubicBezTo>
                          <a:pt x="48" y="-263"/>
                          <a:pt x="1422" y="48"/>
                          <a:pt x="2176" y="269"/>
                        </a:cubicBezTo>
                        <a:cubicBezTo>
                          <a:pt x="2885" y="535"/>
                          <a:pt x="4348" y="1111"/>
                          <a:pt x="4304" y="17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84" name="Forme libre : forme 23283">
                    <a:extLst>
                      <a:ext uri="{FF2B5EF4-FFF2-40B4-BE49-F238E27FC236}">
                        <a16:creationId xmlns:a16="http://schemas.microsoft.com/office/drawing/2014/main" id="{B3D23C96-48A7-471E-AD22-CAAF23BC0DE7}"/>
                      </a:ext>
                    </a:extLst>
                  </p:cNvPr>
                  <p:cNvSpPr/>
                  <p:nvPr/>
                </p:nvSpPr>
                <p:spPr>
                  <a:xfrm>
                    <a:off x="5844868" y="1160817"/>
                    <a:ext cx="35645" cy="26308"/>
                  </a:xfrm>
                  <a:custGeom>
                    <a:avLst/>
                    <a:gdLst>
                      <a:gd name="connsiteX0" fmla="*/ 29256 w 35645"/>
                      <a:gd name="connsiteY0" fmla="*/ 14573 h 26308"/>
                      <a:gd name="connsiteX1" fmla="*/ 35595 w 35645"/>
                      <a:gd name="connsiteY1" fmla="*/ 24592 h 26308"/>
                      <a:gd name="connsiteX2" fmla="*/ 32048 w 35645"/>
                      <a:gd name="connsiteY2" fmla="*/ 26011 h 26308"/>
                      <a:gd name="connsiteX3" fmla="*/ 28324 w 35645"/>
                      <a:gd name="connsiteY3" fmla="*/ 22774 h 26308"/>
                      <a:gd name="connsiteX4" fmla="*/ 17242 w 35645"/>
                      <a:gd name="connsiteY4" fmla="*/ 12135 h 26308"/>
                      <a:gd name="connsiteX5" fmla="*/ 6780 w 35645"/>
                      <a:gd name="connsiteY5" fmla="*/ 6549 h 26308"/>
                      <a:gd name="connsiteX6" fmla="*/ 529 w 35645"/>
                      <a:gd name="connsiteY6" fmla="*/ 964 h 26308"/>
                      <a:gd name="connsiteX7" fmla="*/ 5272 w 35645"/>
                      <a:gd name="connsiteY7" fmla="*/ 33 h 26308"/>
                      <a:gd name="connsiteX8" fmla="*/ 11833 w 35645"/>
                      <a:gd name="connsiteY8" fmla="*/ 1318 h 26308"/>
                      <a:gd name="connsiteX9" fmla="*/ 22296 w 35645"/>
                      <a:gd name="connsiteY9" fmla="*/ 6461 h 26308"/>
                      <a:gd name="connsiteX10" fmla="*/ 29256 w 35645"/>
                      <a:gd name="connsiteY10" fmla="*/ 14573 h 26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5645" h="26308">
                        <a:moveTo>
                          <a:pt x="29256" y="14573"/>
                        </a:moveTo>
                        <a:cubicBezTo>
                          <a:pt x="32359" y="18164"/>
                          <a:pt x="34575" y="20780"/>
                          <a:pt x="35595" y="24592"/>
                        </a:cubicBezTo>
                        <a:cubicBezTo>
                          <a:pt x="35994" y="26011"/>
                          <a:pt x="33955" y="26764"/>
                          <a:pt x="32048" y="26011"/>
                        </a:cubicBezTo>
                        <a:cubicBezTo>
                          <a:pt x="30142" y="25301"/>
                          <a:pt x="29256" y="24016"/>
                          <a:pt x="28324" y="22774"/>
                        </a:cubicBezTo>
                        <a:cubicBezTo>
                          <a:pt x="25310" y="18829"/>
                          <a:pt x="21675" y="15504"/>
                          <a:pt x="17242" y="12135"/>
                        </a:cubicBezTo>
                        <a:cubicBezTo>
                          <a:pt x="15867" y="11071"/>
                          <a:pt x="11080" y="8677"/>
                          <a:pt x="6780" y="6549"/>
                        </a:cubicBezTo>
                        <a:cubicBezTo>
                          <a:pt x="2524" y="4377"/>
                          <a:pt x="-1466" y="2515"/>
                          <a:pt x="529" y="964"/>
                        </a:cubicBezTo>
                        <a:cubicBezTo>
                          <a:pt x="1593" y="166"/>
                          <a:pt x="3322" y="-100"/>
                          <a:pt x="5272" y="33"/>
                        </a:cubicBezTo>
                        <a:cubicBezTo>
                          <a:pt x="7267" y="121"/>
                          <a:pt x="9661" y="565"/>
                          <a:pt x="11833" y="1318"/>
                        </a:cubicBezTo>
                        <a:cubicBezTo>
                          <a:pt x="16355" y="2693"/>
                          <a:pt x="20389" y="5042"/>
                          <a:pt x="22296" y="6461"/>
                        </a:cubicBezTo>
                        <a:cubicBezTo>
                          <a:pt x="26064" y="9342"/>
                          <a:pt x="26906" y="11913"/>
                          <a:pt x="29256" y="1457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208" name="Graphique 2">
                  <a:extLst>
                    <a:ext uri="{FF2B5EF4-FFF2-40B4-BE49-F238E27FC236}">
                      <a16:creationId xmlns:a16="http://schemas.microsoft.com/office/drawing/2014/main" id="{086E31D6-B0F7-4646-A372-8BB4C8831CD4}"/>
                    </a:ext>
                  </a:extLst>
                </p:cNvPr>
                <p:cNvGrpSpPr/>
                <p:nvPr/>
              </p:nvGrpSpPr>
              <p:grpSpPr>
                <a:xfrm>
                  <a:off x="5883694" y="1167160"/>
                  <a:ext cx="85458" cy="49136"/>
                  <a:chOff x="5883694" y="1167160"/>
                  <a:chExt cx="85458" cy="49136"/>
                </a:xfrm>
                <a:solidFill>
                  <a:schemeClr val="accent1"/>
                </a:solidFill>
              </p:grpSpPr>
              <p:sp>
                <p:nvSpPr>
                  <p:cNvPr id="23261" name="Forme libre : forme 23260">
                    <a:extLst>
                      <a:ext uri="{FF2B5EF4-FFF2-40B4-BE49-F238E27FC236}">
                        <a16:creationId xmlns:a16="http://schemas.microsoft.com/office/drawing/2014/main" id="{78894EB7-DD67-40A2-A513-83E656578786}"/>
                      </a:ext>
                    </a:extLst>
                  </p:cNvPr>
                  <p:cNvSpPr/>
                  <p:nvPr/>
                </p:nvSpPr>
                <p:spPr>
                  <a:xfrm>
                    <a:off x="5883694" y="1167160"/>
                    <a:ext cx="85458" cy="49136"/>
                  </a:xfrm>
                  <a:custGeom>
                    <a:avLst/>
                    <a:gdLst>
                      <a:gd name="connsiteX0" fmla="*/ 68008 w 85458"/>
                      <a:gd name="connsiteY0" fmla="*/ 35139 h 49136"/>
                      <a:gd name="connsiteX1" fmla="*/ 52714 w 85458"/>
                      <a:gd name="connsiteY1" fmla="*/ 44183 h 49136"/>
                      <a:gd name="connsiteX2" fmla="*/ 41099 w 85458"/>
                      <a:gd name="connsiteY2" fmla="*/ 48217 h 49136"/>
                      <a:gd name="connsiteX3" fmla="*/ 34183 w 85458"/>
                      <a:gd name="connsiteY3" fmla="*/ 49103 h 49136"/>
                      <a:gd name="connsiteX4" fmla="*/ 30681 w 85458"/>
                      <a:gd name="connsiteY4" fmla="*/ 49103 h 49136"/>
                      <a:gd name="connsiteX5" fmla="*/ 28332 w 85458"/>
                      <a:gd name="connsiteY5" fmla="*/ 48793 h 49136"/>
                      <a:gd name="connsiteX6" fmla="*/ 24386 w 85458"/>
                      <a:gd name="connsiteY6" fmla="*/ 48084 h 49136"/>
                      <a:gd name="connsiteX7" fmla="*/ 21194 w 85458"/>
                      <a:gd name="connsiteY7" fmla="*/ 47109 h 49136"/>
                      <a:gd name="connsiteX8" fmla="*/ 15875 w 85458"/>
                      <a:gd name="connsiteY8" fmla="*/ 44803 h 49136"/>
                      <a:gd name="connsiteX9" fmla="*/ 8516 w 85458"/>
                      <a:gd name="connsiteY9" fmla="*/ 39306 h 49136"/>
                      <a:gd name="connsiteX10" fmla="*/ 403 w 85458"/>
                      <a:gd name="connsiteY10" fmla="*/ 26051 h 49136"/>
                      <a:gd name="connsiteX11" fmla="*/ 4792 w 85458"/>
                      <a:gd name="connsiteY11" fmla="*/ 17008 h 49136"/>
                      <a:gd name="connsiteX12" fmla="*/ 19244 w 85458"/>
                      <a:gd name="connsiteY12" fmla="*/ 14126 h 49136"/>
                      <a:gd name="connsiteX13" fmla="*/ 32188 w 85458"/>
                      <a:gd name="connsiteY13" fmla="*/ 13905 h 49136"/>
                      <a:gd name="connsiteX14" fmla="*/ 32587 w 85458"/>
                      <a:gd name="connsiteY14" fmla="*/ 13772 h 49136"/>
                      <a:gd name="connsiteX15" fmla="*/ 33341 w 85458"/>
                      <a:gd name="connsiteY15" fmla="*/ 13506 h 49136"/>
                      <a:gd name="connsiteX16" fmla="*/ 37552 w 85458"/>
                      <a:gd name="connsiteY16" fmla="*/ 11865 h 49136"/>
                      <a:gd name="connsiteX17" fmla="*/ 48325 w 85458"/>
                      <a:gd name="connsiteY17" fmla="*/ 6147 h 49136"/>
                      <a:gd name="connsiteX18" fmla="*/ 64417 w 85458"/>
                      <a:gd name="connsiteY18" fmla="*/ 384 h 49136"/>
                      <a:gd name="connsiteX19" fmla="*/ 68407 w 85458"/>
                      <a:gd name="connsiteY19" fmla="*/ 29 h 49136"/>
                      <a:gd name="connsiteX20" fmla="*/ 72485 w 85458"/>
                      <a:gd name="connsiteY20" fmla="*/ 73 h 49136"/>
                      <a:gd name="connsiteX21" fmla="*/ 74658 w 85458"/>
                      <a:gd name="connsiteY21" fmla="*/ 206 h 49136"/>
                      <a:gd name="connsiteX22" fmla="*/ 77096 w 85458"/>
                      <a:gd name="connsiteY22" fmla="*/ 339 h 49136"/>
                      <a:gd name="connsiteX23" fmla="*/ 81573 w 85458"/>
                      <a:gd name="connsiteY23" fmla="*/ 1492 h 49136"/>
                      <a:gd name="connsiteX24" fmla="*/ 85253 w 85458"/>
                      <a:gd name="connsiteY24" fmla="*/ 5925 h 49136"/>
                      <a:gd name="connsiteX25" fmla="*/ 84676 w 85458"/>
                      <a:gd name="connsiteY25" fmla="*/ 10846 h 49136"/>
                      <a:gd name="connsiteX26" fmla="*/ 82770 w 85458"/>
                      <a:gd name="connsiteY26" fmla="*/ 16653 h 49136"/>
                      <a:gd name="connsiteX27" fmla="*/ 81750 w 85458"/>
                      <a:gd name="connsiteY27" fmla="*/ 19535 h 49136"/>
                      <a:gd name="connsiteX28" fmla="*/ 80155 w 85458"/>
                      <a:gd name="connsiteY28" fmla="*/ 22549 h 49136"/>
                      <a:gd name="connsiteX29" fmla="*/ 68008 w 85458"/>
                      <a:gd name="connsiteY29" fmla="*/ 35139 h 49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85458" h="49136">
                        <a:moveTo>
                          <a:pt x="68008" y="35139"/>
                        </a:moveTo>
                        <a:cubicBezTo>
                          <a:pt x="64816" y="37445"/>
                          <a:pt x="59496" y="40991"/>
                          <a:pt x="52714" y="44183"/>
                        </a:cubicBezTo>
                        <a:cubicBezTo>
                          <a:pt x="49212" y="45734"/>
                          <a:pt x="45488" y="47242"/>
                          <a:pt x="41099" y="48217"/>
                        </a:cubicBezTo>
                        <a:cubicBezTo>
                          <a:pt x="38838" y="48660"/>
                          <a:pt x="36799" y="49103"/>
                          <a:pt x="34183" y="49103"/>
                        </a:cubicBezTo>
                        <a:cubicBezTo>
                          <a:pt x="32986" y="49148"/>
                          <a:pt x="31789" y="49148"/>
                          <a:pt x="30681" y="49103"/>
                        </a:cubicBezTo>
                        <a:cubicBezTo>
                          <a:pt x="29839" y="49015"/>
                          <a:pt x="29085" y="48882"/>
                          <a:pt x="28332" y="48793"/>
                        </a:cubicBezTo>
                        <a:cubicBezTo>
                          <a:pt x="26957" y="48571"/>
                          <a:pt x="25583" y="48394"/>
                          <a:pt x="24386" y="48084"/>
                        </a:cubicBezTo>
                        <a:cubicBezTo>
                          <a:pt x="23278" y="47774"/>
                          <a:pt x="22214" y="47419"/>
                          <a:pt x="21194" y="47109"/>
                        </a:cubicBezTo>
                        <a:cubicBezTo>
                          <a:pt x="19067" y="46444"/>
                          <a:pt x="17471" y="45601"/>
                          <a:pt x="15875" y="44803"/>
                        </a:cubicBezTo>
                        <a:cubicBezTo>
                          <a:pt x="12727" y="43163"/>
                          <a:pt x="10466" y="41257"/>
                          <a:pt x="8516" y="39306"/>
                        </a:cubicBezTo>
                        <a:cubicBezTo>
                          <a:pt x="4659" y="35361"/>
                          <a:pt x="2398" y="30972"/>
                          <a:pt x="403" y="26051"/>
                        </a:cubicBezTo>
                        <a:cubicBezTo>
                          <a:pt x="-971" y="22638"/>
                          <a:pt x="1334" y="18116"/>
                          <a:pt x="4792" y="17008"/>
                        </a:cubicBezTo>
                        <a:cubicBezTo>
                          <a:pt x="9757" y="15456"/>
                          <a:pt x="14456" y="14437"/>
                          <a:pt x="19244" y="14126"/>
                        </a:cubicBezTo>
                        <a:cubicBezTo>
                          <a:pt x="23854" y="13727"/>
                          <a:pt x="29041" y="14038"/>
                          <a:pt x="32188" y="13905"/>
                        </a:cubicBezTo>
                        <a:cubicBezTo>
                          <a:pt x="32853" y="13993"/>
                          <a:pt x="32543" y="13727"/>
                          <a:pt x="32587" y="13772"/>
                        </a:cubicBezTo>
                        <a:cubicBezTo>
                          <a:pt x="32410" y="13860"/>
                          <a:pt x="33031" y="13594"/>
                          <a:pt x="33341" y="13506"/>
                        </a:cubicBezTo>
                        <a:cubicBezTo>
                          <a:pt x="34228" y="13240"/>
                          <a:pt x="35824" y="12664"/>
                          <a:pt x="37552" y="11865"/>
                        </a:cubicBezTo>
                        <a:cubicBezTo>
                          <a:pt x="41143" y="10270"/>
                          <a:pt x="45399" y="7787"/>
                          <a:pt x="48325" y="6147"/>
                        </a:cubicBezTo>
                        <a:cubicBezTo>
                          <a:pt x="53911" y="2999"/>
                          <a:pt x="59142" y="1137"/>
                          <a:pt x="64417" y="384"/>
                        </a:cubicBezTo>
                        <a:cubicBezTo>
                          <a:pt x="65747" y="206"/>
                          <a:pt x="67077" y="73"/>
                          <a:pt x="68407" y="29"/>
                        </a:cubicBezTo>
                        <a:cubicBezTo>
                          <a:pt x="69825" y="-15"/>
                          <a:pt x="71155" y="-15"/>
                          <a:pt x="72485" y="73"/>
                        </a:cubicBezTo>
                        <a:cubicBezTo>
                          <a:pt x="73195" y="118"/>
                          <a:pt x="73904" y="162"/>
                          <a:pt x="74658" y="206"/>
                        </a:cubicBezTo>
                        <a:cubicBezTo>
                          <a:pt x="75500" y="206"/>
                          <a:pt x="76298" y="251"/>
                          <a:pt x="77096" y="339"/>
                        </a:cubicBezTo>
                        <a:cubicBezTo>
                          <a:pt x="78692" y="650"/>
                          <a:pt x="80199" y="916"/>
                          <a:pt x="81573" y="1492"/>
                        </a:cubicBezTo>
                        <a:cubicBezTo>
                          <a:pt x="83568" y="2334"/>
                          <a:pt x="84809" y="4063"/>
                          <a:pt x="85253" y="5925"/>
                        </a:cubicBezTo>
                        <a:cubicBezTo>
                          <a:pt x="85696" y="7743"/>
                          <a:pt x="85386" y="9560"/>
                          <a:pt x="84676" y="10846"/>
                        </a:cubicBezTo>
                        <a:cubicBezTo>
                          <a:pt x="83612" y="12796"/>
                          <a:pt x="82992" y="14836"/>
                          <a:pt x="82770" y="16653"/>
                        </a:cubicBezTo>
                        <a:cubicBezTo>
                          <a:pt x="82726" y="17496"/>
                          <a:pt x="82194" y="18515"/>
                          <a:pt x="81750" y="19535"/>
                        </a:cubicBezTo>
                        <a:cubicBezTo>
                          <a:pt x="81263" y="20554"/>
                          <a:pt x="80820" y="21485"/>
                          <a:pt x="80155" y="22549"/>
                        </a:cubicBezTo>
                        <a:cubicBezTo>
                          <a:pt x="77672" y="26628"/>
                          <a:pt x="73993" y="30839"/>
                          <a:pt x="68008" y="3513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62" name="Forme libre : forme 23261">
                    <a:extLst>
                      <a:ext uri="{FF2B5EF4-FFF2-40B4-BE49-F238E27FC236}">
                        <a16:creationId xmlns:a16="http://schemas.microsoft.com/office/drawing/2014/main" id="{216FE0CD-5AE4-4ABB-8D56-9786228EA910}"/>
                      </a:ext>
                    </a:extLst>
                  </p:cNvPr>
                  <p:cNvSpPr/>
                  <p:nvPr/>
                </p:nvSpPr>
                <p:spPr>
                  <a:xfrm>
                    <a:off x="5883698" y="1177829"/>
                    <a:ext cx="84672" cy="38420"/>
                  </a:xfrm>
                  <a:custGeom>
                    <a:avLst/>
                    <a:gdLst>
                      <a:gd name="connsiteX0" fmla="*/ 35465 w 84672"/>
                      <a:gd name="connsiteY0" fmla="*/ 25623 h 38420"/>
                      <a:gd name="connsiteX1" fmla="*/ 29525 w 84672"/>
                      <a:gd name="connsiteY1" fmla="*/ 25845 h 38420"/>
                      <a:gd name="connsiteX2" fmla="*/ 26732 w 84672"/>
                      <a:gd name="connsiteY2" fmla="*/ 25579 h 38420"/>
                      <a:gd name="connsiteX3" fmla="*/ 24117 w 84672"/>
                      <a:gd name="connsiteY3" fmla="*/ 25047 h 38420"/>
                      <a:gd name="connsiteX4" fmla="*/ 14541 w 84672"/>
                      <a:gd name="connsiteY4" fmla="*/ 21678 h 38420"/>
                      <a:gd name="connsiteX5" fmla="*/ 400 w 84672"/>
                      <a:gd name="connsiteY5" fmla="*/ 10861 h 38420"/>
                      <a:gd name="connsiteX6" fmla="*/ 400 w 84672"/>
                      <a:gd name="connsiteY6" fmla="*/ 15294 h 38420"/>
                      <a:gd name="connsiteX7" fmla="*/ 2616 w 84672"/>
                      <a:gd name="connsiteY7" fmla="*/ 20215 h 38420"/>
                      <a:gd name="connsiteX8" fmla="*/ 13256 w 84672"/>
                      <a:gd name="connsiteY8" fmla="*/ 32495 h 38420"/>
                      <a:gd name="connsiteX9" fmla="*/ 28284 w 84672"/>
                      <a:gd name="connsiteY9" fmla="*/ 38080 h 38420"/>
                      <a:gd name="connsiteX10" fmla="*/ 37593 w 84672"/>
                      <a:gd name="connsiteY10" fmla="*/ 38125 h 38420"/>
                      <a:gd name="connsiteX11" fmla="*/ 54395 w 84672"/>
                      <a:gd name="connsiteY11" fmla="*/ 32583 h 38420"/>
                      <a:gd name="connsiteX12" fmla="*/ 65921 w 84672"/>
                      <a:gd name="connsiteY12" fmla="*/ 25889 h 38420"/>
                      <a:gd name="connsiteX13" fmla="*/ 67960 w 84672"/>
                      <a:gd name="connsiteY13" fmla="*/ 24471 h 38420"/>
                      <a:gd name="connsiteX14" fmla="*/ 77580 w 84672"/>
                      <a:gd name="connsiteY14" fmla="*/ 15427 h 38420"/>
                      <a:gd name="connsiteX15" fmla="*/ 81304 w 84672"/>
                      <a:gd name="connsiteY15" fmla="*/ 9443 h 38420"/>
                      <a:gd name="connsiteX16" fmla="*/ 82545 w 84672"/>
                      <a:gd name="connsiteY16" fmla="*/ 6561 h 38420"/>
                      <a:gd name="connsiteX17" fmla="*/ 83121 w 84672"/>
                      <a:gd name="connsiteY17" fmla="*/ 3901 h 38420"/>
                      <a:gd name="connsiteX18" fmla="*/ 84629 w 84672"/>
                      <a:gd name="connsiteY18" fmla="*/ 133 h 38420"/>
                      <a:gd name="connsiteX19" fmla="*/ 84673 w 84672"/>
                      <a:gd name="connsiteY19" fmla="*/ 0 h 38420"/>
                      <a:gd name="connsiteX20" fmla="*/ 79486 w 84672"/>
                      <a:gd name="connsiteY20" fmla="*/ 1818 h 38420"/>
                      <a:gd name="connsiteX21" fmla="*/ 73723 w 84672"/>
                      <a:gd name="connsiteY21" fmla="*/ 5187 h 38420"/>
                      <a:gd name="connsiteX22" fmla="*/ 61975 w 84672"/>
                      <a:gd name="connsiteY22" fmla="*/ 12723 h 38420"/>
                      <a:gd name="connsiteX23" fmla="*/ 49696 w 84672"/>
                      <a:gd name="connsiteY23" fmla="*/ 20082 h 38420"/>
                      <a:gd name="connsiteX24" fmla="*/ 35465 w 84672"/>
                      <a:gd name="connsiteY24" fmla="*/ 25623 h 38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84672" h="38420">
                        <a:moveTo>
                          <a:pt x="35465" y="25623"/>
                        </a:moveTo>
                        <a:cubicBezTo>
                          <a:pt x="33515" y="25845"/>
                          <a:pt x="31254" y="26111"/>
                          <a:pt x="29525" y="25845"/>
                        </a:cubicBezTo>
                        <a:lnTo>
                          <a:pt x="26732" y="25579"/>
                        </a:lnTo>
                        <a:lnTo>
                          <a:pt x="24117" y="25047"/>
                        </a:lnTo>
                        <a:cubicBezTo>
                          <a:pt x="20659" y="24293"/>
                          <a:pt x="17467" y="23096"/>
                          <a:pt x="14541" y="21678"/>
                        </a:cubicBezTo>
                        <a:cubicBezTo>
                          <a:pt x="8690" y="18885"/>
                          <a:pt x="3813" y="15205"/>
                          <a:pt x="400" y="10861"/>
                        </a:cubicBezTo>
                        <a:cubicBezTo>
                          <a:pt x="-88" y="12324"/>
                          <a:pt x="-177" y="13920"/>
                          <a:pt x="400" y="15294"/>
                        </a:cubicBezTo>
                        <a:cubicBezTo>
                          <a:pt x="1065" y="17023"/>
                          <a:pt x="1818" y="18619"/>
                          <a:pt x="2616" y="20215"/>
                        </a:cubicBezTo>
                        <a:cubicBezTo>
                          <a:pt x="5010" y="24737"/>
                          <a:pt x="7980" y="28860"/>
                          <a:pt x="13256" y="32495"/>
                        </a:cubicBezTo>
                        <a:cubicBezTo>
                          <a:pt x="16802" y="34755"/>
                          <a:pt x="20969" y="37016"/>
                          <a:pt x="28284" y="38080"/>
                        </a:cubicBezTo>
                        <a:cubicBezTo>
                          <a:pt x="30013" y="38479"/>
                          <a:pt x="34047" y="38568"/>
                          <a:pt x="37593" y="38125"/>
                        </a:cubicBezTo>
                        <a:cubicBezTo>
                          <a:pt x="44287" y="37194"/>
                          <a:pt x="49651" y="34888"/>
                          <a:pt x="54395" y="32583"/>
                        </a:cubicBezTo>
                        <a:cubicBezTo>
                          <a:pt x="59138" y="30278"/>
                          <a:pt x="62951" y="27795"/>
                          <a:pt x="65921" y="25889"/>
                        </a:cubicBezTo>
                        <a:cubicBezTo>
                          <a:pt x="66630" y="25402"/>
                          <a:pt x="67339" y="24914"/>
                          <a:pt x="67960" y="24471"/>
                        </a:cubicBezTo>
                        <a:cubicBezTo>
                          <a:pt x="72216" y="21412"/>
                          <a:pt x="75275" y="18353"/>
                          <a:pt x="77580" y="15427"/>
                        </a:cubicBezTo>
                        <a:cubicBezTo>
                          <a:pt x="79176" y="13388"/>
                          <a:pt x="80373" y="11393"/>
                          <a:pt x="81304" y="9443"/>
                        </a:cubicBezTo>
                        <a:cubicBezTo>
                          <a:pt x="81747" y="8467"/>
                          <a:pt x="82235" y="7448"/>
                          <a:pt x="82545" y="6561"/>
                        </a:cubicBezTo>
                        <a:cubicBezTo>
                          <a:pt x="82722" y="5719"/>
                          <a:pt x="82811" y="4788"/>
                          <a:pt x="83121" y="3901"/>
                        </a:cubicBezTo>
                        <a:cubicBezTo>
                          <a:pt x="83432" y="2616"/>
                          <a:pt x="83963" y="1419"/>
                          <a:pt x="84629" y="133"/>
                        </a:cubicBezTo>
                        <a:lnTo>
                          <a:pt x="84673" y="0"/>
                        </a:lnTo>
                        <a:cubicBezTo>
                          <a:pt x="82811" y="133"/>
                          <a:pt x="81304" y="975"/>
                          <a:pt x="79486" y="1818"/>
                        </a:cubicBezTo>
                        <a:cubicBezTo>
                          <a:pt x="77580" y="2837"/>
                          <a:pt x="75674" y="3990"/>
                          <a:pt x="73723" y="5187"/>
                        </a:cubicBezTo>
                        <a:lnTo>
                          <a:pt x="61975" y="12723"/>
                        </a:lnTo>
                        <a:cubicBezTo>
                          <a:pt x="58030" y="15294"/>
                          <a:pt x="53951" y="17777"/>
                          <a:pt x="49696" y="20082"/>
                        </a:cubicBezTo>
                        <a:cubicBezTo>
                          <a:pt x="45351" y="22298"/>
                          <a:pt x="40963" y="24559"/>
                          <a:pt x="35465" y="2562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63" name="Forme libre : forme 23262">
                    <a:extLst>
                      <a:ext uri="{FF2B5EF4-FFF2-40B4-BE49-F238E27FC236}">
                        <a16:creationId xmlns:a16="http://schemas.microsoft.com/office/drawing/2014/main" id="{B56E3B43-F252-4B38-8136-4D0BB1EF8A74}"/>
                      </a:ext>
                    </a:extLst>
                  </p:cNvPr>
                  <p:cNvSpPr/>
                  <p:nvPr/>
                </p:nvSpPr>
                <p:spPr>
                  <a:xfrm>
                    <a:off x="5914481" y="1180400"/>
                    <a:ext cx="39140" cy="22485"/>
                  </a:xfrm>
                  <a:custGeom>
                    <a:avLst/>
                    <a:gdLst>
                      <a:gd name="connsiteX0" fmla="*/ 38773 w 39140"/>
                      <a:gd name="connsiteY0" fmla="*/ 975 h 22485"/>
                      <a:gd name="connsiteX1" fmla="*/ 22637 w 39140"/>
                      <a:gd name="connsiteY1" fmla="*/ 17954 h 22485"/>
                      <a:gd name="connsiteX2" fmla="*/ 9736 w 39140"/>
                      <a:gd name="connsiteY2" fmla="*/ 22343 h 22485"/>
                      <a:gd name="connsiteX3" fmla="*/ 28 w 39140"/>
                      <a:gd name="connsiteY3" fmla="*/ 18619 h 22485"/>
                      <a:gd name="connsiteX4" fmla="*/ 2333 w 39140"/>
                      <a:gd name="connsiteY4" fmla="*/ 15604 h 22485"/>
                      <a:gd name="connsiteX5" fmla="*/ 6943 w 39140"/>
                      <a:gd name="connsiteY5" fmla="*/ 13077 h 22485"/>
                      <a:gd name="connsiteX6" fmla="*/ 17007 w 39140"/>
                      <a:gd name="connsiteY6" fmla="*/ 7891 h 22485"/>
                      <a:gd name="connsiteX7" fmla="*/ 38773 w 39140"/>
                      <a:gd name="connsiteY7" fmla="*/ 975 h 22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140" h="22485">
                        <a:moveTo>
                          <a:pt x="38773" y="975"/>
                        </a:moveTo>
                        <a:cubicBezTo>
                          <a:pt x="41522" y="4743"/>
                          <a:pt x="28134" y="15072"/>
                          <a:pt x="22637" y="17954"/>
                        </a:cubicBezTo>
                        <a:cubicBezTo>
                          <a:pt x="20021" y="19417"/>
                          <a:pt x="15012" y="21766"/>
                          <a:pt x="9736" y="22343"/>
                        </a:cubicBezTo>
                        <a:cubicBezTo>
                          <a:pt x="4505" y="23008"/>
                          <a:pt x="-415" y="21279"/>
                          <a:pt x="28" y="18619"/>
                        </a:cubicBezTo>
                        <a:cubicBezTo>
                          <a:pt x="72" y="17378"/>
                          <a:pt x="1092" y="16491"/>
                          <a:pt x="2333" y="15604"/>
                        </a:cubicBezTo>
                        <a:cubicBezTo>
                          <a:pt x="3530" y="14895"/>
                          <a:pt x="5170" y="13964"/>
                          <a:pt x="6943" y="13077"/>
                        </a:cubicBezTo>
                        <a:cubicBezTo>
                          <a:pt x="10845" y="11082"/>
                          <a:pt x="14879" y="8999"/>
                          <a:pt x="17007" y="7891"/>
                        </a:cubicBezTo>
                        <a:cubicBezTo>
                          <a:pt x="21484" y="5807"/>
                          <a:pt x="36025" y="-2882"/>
                          <a:pt x="38773" y="97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64" name="Forme libre : forme 23263">
                    <a:extLst>
                      <a:ext uri="{FF2B5EF4-FFF2-40B4-BE49-F238E27FC236}">
                        <a16:creationId xmlns:a16="http://schemas.microsoft.com/office/drawing/2014/main" id="{3282AFA7-7E8E-4DA4-B6CA-6822E5889A1D}"/>
                      </a:ext>
                    </a:extLst>
                  </p:cNvPr>
                  <p:cNvSpPr/>
                  <p:nvPr/>
                </p:nvSpPr>
                <p:spPr>
                  <a:xfrm>
                    <a:off x="5914274" y="1192724"/>
                    <a:ext cx="30866" cy="10093"/>
                  </a:xfrm>
                  <a:custGeom>
                    <a:avLst/>
                    <a:gdLst>
                      <a:gd name="connsiteX0" fmla="*/ 7859 w 30866"/>
                      <a:gd name="connsiteY0" fmla="*/ 532 h 10093"/>
                      <a:gd name="connsiteX1" fmla="*/ 3071 w 30866"/>
                      <a:gd name="connsiteY1" fmla="*/ 3059 h 10093"/>
                      <a:gd name="connsiteX2" fmla="*/ 57 w 30866"/>
                      <a:gd name="connsiteY2" fmla="*/ 6251 h 10093"/>
                      <a:gd name="connsiteX3" fmla="*/ 9987 w 30866"/>
                      <a:gd name="connsiteY3" fmla="*/ 9974 h 10093"/>
                      <a:gd name="connsiteX4" fmla="*/ 23109 w 30866"/>
                      <a:gd name="connsiteY4" fmla="*/ 5497 h 10093"/>
                      <a:gd name="connsiteX5" fmla="*/ 30867 w 30866"/>
                      <a:gd name="connsiteY5" fmla="*/ 0 h 10093"/>
                      <a:gd name="connsiteX6" fmla="*/ 26434 w 30866"/>
                      <a:gd name="connsiteY6" fmla="*/ 2350 h 10093"/>
                      <a:gd name="connsiteX7" fmla="*/ 15174 w 30866"/>
                      <a:gd name="connsiteY7" fmla="*/ 4522 h 10093"/>
                      <a:gd name="connsiteX8" fmla="*/ 7859 w 30866"/>
                      <a:gd name="connsiteY8" fmla="*/ 532 h 10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866" h="10093">
                        <a:moveTo>
                          <a:pt x="7859" y="532"/>
                        </a:moveTo>
                        <a:cubicBezTo>
                          <a:pt x="6840" y="1374"/>
                          <a:pt x="4800" y="2261"/>
                          <a:pt x="3071" y="3059"/>
                        </a:cubicBezTo>
                        <a:cubicBezTo>
                          <a:pt x="1431" y="3901"/>
                          <a:pt x="-342" y="4610"/>
                          <a:pt x="57" y="6251"/>
                        </a:cubicBezTo>
                        <a:cubicBezTo>
                          <a:pt x="412" y="8999"/>
                          <a:pt x="5066" y="10551"/>
                          <a:pt x="9987" y="9974"/>
                        </a:cubicBezTo>
                        <a:cubicBezTo>
                          <a:pt x="14952" y="9487"/>
                          <a:pt x="19784" y="7270"/>
                          <a:pt x="23109" y="5497"/>
                        </a:cubicBezTo>
                        <a:cubicBezTo>
                          <a:pt x="25060" y="4477"/>
                          <a:pt x="29094" y="1640"/>
                          <a:pt x="30867" y="0"/>
                        </a:cubicBezTo>
                        <a:cubicBezTo>
                          <a:pt x="29714" y="709"/>
                          <a:pt x="27675" y="1951"/>
                          <a:pt x="26434" y="2350"/>
                        </a:cubicBezTo>
                        <a:cubicBezTo>
                          <a:pt x="22843" y="3547"/>
                          <a:pt x="18676" y="4566"/>
                          <a:pt x="15174" y="4522"/>
                        </a:cubicBezTo>
                        <a:cubicBezTo>
                          <a:pt x="11583" y="4433"/>
                          <a:pt x="8834" y="3148"/>
                          <a:pt x="7859" y="53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65" name="Forme libre : forme 23264">
                    <a:extLst>
                      <a:ext uri="{FF2B5EF4-FFF2-40B4-BE49-F238E27FC236}">
                        <a16:creationId xmlns:a16="http://schemas.microsoft.com/office/drawing/2014/main" id="{5DCF2DB8-642B-45BC-907B-D1409E2833EF}"/>
                      </a:ext>
                    </a:extLst>
                  </p:cNvPr>
                  <p:cNvSpPr/>
                  <p:nvPr/>
                </p:nvSpPr>
                <p:spPr>
                  <a:xfrm>
                    <a:off x="5916892" y="1179841"/>
                    <a:ext cx="39100" cy="23798"/>
                  </a:xfrm>
                  <a:custGeom>
                    <a:avLst/>
                    <a:gdLst>
                      <a:gd name="connsiteX0" fmla="*/ 38977 w 39100"/>
                      <a:gd name="connsiteY0" fmla="*/ 1269 h 23798"/>
                      <a:gd name="connsiteX1" fmla="*/ 22841 w 39100"/>
                      <a:gd name="connsiteY1" fmla="*/ 18647 h 23798"/>
                      <a:gd name="connsiteX2" fmla="*/ 10162 w 39100"/>
                      <a:gd name="connsiteY2" fmla="*/ 23479 h 23798"/>
                      <a:gd name="connsiteX3" fmla="*/ 10 w 39100"/>
                      <a:gd name="connsiteY3" fmla="*/ 20464 h 23798"/>
                      <a:gd name="connsiteX4" fmla="*/ 6881 w 39100"/>
                      <a:gd name="connsiteY4" fmla="*/ 14258 h 23798"/>
                      <a:gd name="connsiteX5" fmla="*/ 17078 w 39100"/>
                      <a:gd name="connsiteY5" fmla="*/ 8583 h 23798"/>
                      <a:gd name="connsiteX6" fmla="*/ 38977 w 39100"/>
                      <a:gd name="connsiteY6" fmla="*/ 1269 h 23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100" h="23798">
                        <a:moveTo>
                          <a:pt x="38977" y="1269"/>
                        </a:moveTo>
                        <a:cubicBezTo>
                          <a:pt x="40440" y="5835"/>
                          <a:pt x="28559" y="15233"/>
                          <a:pt x="22841" y="18647"/>
                        </a:cubicBezTo>
                        <a:cubicBezTo>
                          <a:pt x="20092" y="20331"/>
                          <a:pt x="15127" y="22681"/>
                          <a:pt x="10162" y="23479"/>
                        </a:cubicBezTo>
                        <a:cubicBezTo>
                          <a:pt x="5241" y="24454"/>
                          <a:pt x="232" y="23124"/>
                          <a:pt x="10" y="20464"/>
                        </a:cubicBezTo>
                        <a:cubicBezTo>
                          <a:pt x="-211" y="17893"/>
                          <a:pt x="3202" y="16474"/>
                          <a:pt x="6881" y="14258"/>
                        </a:cubicBezTo>
                        <a:cubicBezTo>
                          <a:pt x="10871" y="12041"/>
                          <a:pt x="15083" y="9736"/>
                          <a:pt x="17078" y="8583"/>
                        </a:cubicBezTo>
                        <a:cubicBezTo>
                          <a:pt x="21200" y="6456"/>
                          <a:pt x="37470" y="-3475"/>
                          <a:pt x="38977" y="126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66" name="Forme libre : forme 23265">
                    <a:extLst>
                      <a:ext uri="{FF2B5EF4-FFF2-40B4-BE49-F238E27FC236}">
                        <a16:creationId xmlns:a16="http://schemas.microsoft.com/office/drawing/2014/main" id="{19E20A34-CA91-4025-B95C-AE5D3620275E}"/>
                      </a:ext>
                    </a:extLst>
                  </p:cNvPr>
                  <p:cNvSpPr/>
                  <p:nvPr/>
                </p:nvSpPr>
                <p:spPr>
                  <a:xfrm>
                    <a:off x="5895136" y="1187916"/>
                    <a:ext cx="54071" cy="24316"/>
                  </a:xfrm>
                  <a:custGeom>
                    <a:avLst/>
                    <a:gdLst>
                      <a:gd name="connsiteX0" fmla="*/ 0 w 54071"/>
                      <a:gd name="connsiteY0" fmla="*/ 6094 h 24316"/>
                      <a:gd name="connsiteX1" fmla="*/ 3236 w 54071"/>
                      <a:gd name="connsiteY1" fmla="*/ 13364 h 24316"/>
                      <a:gd name="connsiteX2" fmla="*/ 7049 w 54071"/>
                      <a:gd name="connsiteY2" fmla="*/ 17221 h 24316"/>
                      <a:gd name="connsiteX3" fmla="*/ 11526 w 54071"/>
                      <a:gd name="connsiteY3" fmla="*/ 20635 h 24316"/>
                      <a:gd name="connsiteX4" fmla="*/ 14230 w 54071"/>
                      <a:gd name="connsiteY4" fmla="*/ 22142 h 24316"/>
                      <a:gd name="connsiteX5" fmla="*/ 17599 w 54071"/>
                      <a:gd name="connsiteY5" fmla="*/ 23383 h 24316"/>
                      <a:gd name="connsiteX6" fmla="*/ 19417 w 54071"/>
                      <a:gd name="connsiteY6" fmla="*/ 23915 h 24316"/>
                      <a:gd name="connsiteX7" fmla="*/ 21900 w 54071"/>
                      <a:gd name="connsiteY7" fmla="*/ 24181 h 24316"/>
                      <a:gd name="connsiteX8" fmla="*/ 26998 w 54071"/>
                      <a:gd name="connsiteY8" fmla="*/ 24181 h 24316"/>
                      <a:gd name="connsiteX9" fmla="*/ 49961 w 54071"/>
                      <a:gd name="connsiteY9" fmla="*/ 13231 h 24316"/>
                      <a:gd name="connsiteX10" fmla="*/ 53020 w 54071"/>
                      <a:gd name="connsiteY10" fmla="*/ 3745 h 24316"/>
                      <a:gd name="connsiteX11" fmla="*/ 45838 w 54071"/>
                      <a:gd name="connsiteY11" fmla="*/ 5074 h 24316"/>
                      <a:gd name="connsiteX12" fmla="*/ 26732 w 54071"/>
                      <a:gd name="connsiteY12" fmla="*/ 7025 h 24316"/>
                      <a:gd name="connsiteX13" fmla="*/ 22963 w 54071"/>
                      <a:gd name="connsiteY13" fmla="*/ 5651 h 24316"/>
                      <a:gd name="connsiteX14" fmla="*/ 19949 w 54071"/>
                      <a:gd name="connsiteY14" fmla="*/ 3612 h 24316"/>
                      <a:gd name="connsiteX15" fmla="*/ 12014 w 54071"/>
                      <a:gd name="connsiteY15" fmla="*/ 242 h 24316"/>
                      <a:gd name="connsiteX16" fmla="*/ 0 w 54071"/>
                      <a:gd name="connsiteY16" fmla="*/ 6094 h 24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4071" h="24316">
                        <a:moveTo>
                          <a:pt x="0" y="6094"/>
                        </a:moveTo>
                        <a:cubicBezTo>
                          <a:pt x="0" y="9242"/>
                          <a:pt x="621" y="10527"/>
                          <a:pt x="3236" y="13364"/>
                        </a:cubicBezTo>
                        <a:cubicBezTo>
                          <a:pt x="4433" y="14739"/>
                          <a:pt x="5674" y="16024"/>
                          <a:pt x="7049" y="17221"/>
                        </a:cubicBezTo>
                        <a:cubicBezTo>
                          <a:pt x="8378" y="18462"/>
                          <a:pt x="9797" y="19615"/>
                          <a:pt x="11526" y="20635"/>
                        </a:cubicBezTo>
                        <a:cubicBezTo>
                          <a:pt x="12368" y="21167"/>
                          <a:pt x="13255" y="21654"/>
                          <a:pt x="14230" y="22142"/>
                        </a:cubicBezTo>
                        <a:cubicBezTo>
                          <a:pt x="15294" y="22585"/>
                          <a:pt x="16403" y="22984"/>
                          <a:pt x="17599" y="23383"/>
                        </a:cubicBezTo>
                        <a:lnTo>
                          <a:pt x="19417" y="23915"/>
                        </a:lnTo>
                        <a:cubicBezTo>
                          <a:pt x="20215" y="24048"/>
                          <a:pt x="21057" y="24137"/>
                          <a:pt x="21900" y="24181"/>
                        </a:cubicBezTo>
                        <a:cubicBezTo>
                          <a:pt x="23628" y="24314"/>
                          <a:pt x="25490" y="24403"/>
                          <a:pt x="26998" y="24181"/>
                        </a:cubicBezTo>
                        <a:cubicBezTo>
                          <a:pt x="38080" y="22984"/>
                          <a:pt x="45351" y="17753"/>
                          <a:pt x="49961" y="13231"/>
                        </a:cubicBezTo>
                        <a:cubicBezTo>
                          <a:pt x="53330" y="9729"/>
                          <a:pt x="55458" y="5518"/>
                          <a:pt x="53020" y="3745"/>
                        </a:cubicBezTo>
                        <a:cubicBezTo>
                          <a:pt x="51468" y="2636"/>
                          <a:pt x="48587" y="4365"/>
                          <a:pt x="45838" y="5074"/>
                        </a:cubicBezTo>
                        <a:cubicBezTo>
                          <a:pt x="39543" y="6715"/>
                          <a:pt x="33115" y="8444"/>
                          <a:pt x="26732" y="7025"/>
                        </a:cubicBezTo>
                        <a:cubicBezTo>
                          <a:pt x="25402" y="6803"/>
                          <a:pt x="24160" y="6138"/>
                          <a:pt x="22963" y="5651"/>
                        </a:cubicBezTo>
                        <a:cubicBezTo>
                          <a:pt x="21767" y="4986"/>
                          <a:pt x="21057" y="4365"/>
                          <a:pt x="19949" y="3612"/>
                        </a:cubicBezTo>
                        <a:cubicBezTo>
                          <a:pt x="17732" y="2104"/>
                          <a:pt x="15427" y="907"/>
                          <a:pt x="12014" y="242"/>
                        </a:cubicBezTo>
                        <a:cubicBezTo>
                          <a:pt x="5985" y="-822"/>
                          <a:pt x="0" y="1705"/>
                          <a:pt x="0" y="609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67" name="Forme libre : forme 23266">
                    <a:extLst>
                      <a:ext uri="{FF2B5EF4-FFF2-40B4-BE49-F238E27FC236}">
                        <a16:creationId xmlns:a16="http://schemas.microsoft.com/office/drawing/2014/main" id="{E7509721-4956-4537-B036-F6141F875010}"/>
                      </a:ext>
                    </a:extLst>
                  </p:cNvPr>
                  <p:cNvSpPr/>
                  <p:nvPr/>
                </p:nvSpPr>
                <p:spPr>
                  <a:xfrm>
                    <a:off x="5906348" y="1189483"/>
                    <a:ext cx="14132" cy="5391"/>
                  </a:xfrm>
                  <a:custGeom>
                    <a:avLst/>
                    <a:gdLst>
                      <a:gd name="connsiteX0" fmla="*/ 1909 w 14132"/>
                      <a:gd name="connsiteY0" fmla="*/ 2310 h 5391"/>
                      <a:gd name="connsiteX1" fmla="*/ 136 w 14132"/>
                      <a:gd name="connsiteY1" fmla="*/ 3019 h 5391"/>
                      <a:gd name="connsiteX2" fmla="*/ 1023 w 14132"/>
                      <a:gd name="connsiteY2" fmla="*/ 4438 h 5391"/>
                      <a:gd name="connsiteX3" fmla="*/ 3949 w 14132"/>
                      <a:gd name="connsiteY3" fmla="*/ 5191 h 5391"/>
                      <a:gd name="connsiteX4" fmla="*/ 7584 w 14132"/>
                      <a:gd name="connsiteY4" fmla="*/ 5369 h 5391"/>
                      <a:gd name="connsiteX5" fmla="*/ 10776 w 14132"/>
                      <a:gd name="connsiteY5" fmla="*/ 4881 h 5391"/>
                      <a:gd name="connsiteX6" fmla="*/ 12859 w 14132"/>
                      <a:gd name="connsiteY6" fmla="*/ 3861 h 5391"/>
                      <a:gd name="connsiteX7" fmla="*/ 13967 w 14132"/>
                      <a:gd name="connsiteY7" fmla="*/ 847 h 5391"/>
                      <a:gd name="connsiteX8" fmla="*/ 10997 w 14132"/>
                      <a:gd name="connsiteY8" fmla="*/ 226 h 5391"/>
                      <a:gd name="connsiteX9" fmla="*/ 9490 w 14132"/>
                      <a:gd name="connsiteY9" fmla="*/ 714 h 5391"/>
                      <a:gd name="connsiteX10" fmla="*/ 7096 w 14132"/>
                      <a:gd name="connsiteY10" fmla="*/ 1202 h 5391"/>
                      <a:gd name="connsiteX11" fmla="*/ 1909 w 14132"/>
                      <a:gd name="connsiteY11" fmla="*/ 2310 h 5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132" h="5391">
                        <a:moveTo>
                          <a:pt x="1909" y="2310"/>
                        </a:moveTo>
                        <a:cubicBezTo>
                          <a:pt x="1112" y="2443"/>
                          <a:pt x="535" y="2576"/>
                          <a:pt x="136" y="3019"/>
                        </a:cubicBezTo>
                        <a:cubicBezTo>
                          <a:pt x="-263" y="3507"/>
                          <a:pt x="269" y="4039"/>
                          <a:pt x="1023" y="4438"/>
                        </a:cubicBezTo>
                        <a:cubicBezTo>
                          <a:pt x="1776" y="4881"/>
                          <a:pt x="3018" y="5014"/>
                          <a:pt x="3949" y="5191"/>
                        </a:cubicBezTo>
                        <a:cubicBezTo>
                          <a:pt x="5146" y="5413"/>
                          <a:pt x="6387" y="5413"/>
                          <a:pt x="7584" y="5369"/>
                        </a:cubicBezTo>
                        <a:cubicBezTo>
                          <a:pt x="8825" y="5413"/>
                          <a:pt x="9889" y="5191"/>
                          <a:pt x="10776" y="4881"/>
                        </a:cubicBezTo>
                        <a:cubicBezTo>
                          <a:pt x="11485" y="4704"/>
                          <a:pt x="12283" y="4349"/>
                          <a:pt x="12859" y="3861"/>
                        </a:cubicBezTo>
                        <a:cubicBezTo>
                          <a:pt x="14056" y="2842"/>
                          <a:pt x="14366" y="1600"/>
                          <a:pt x="13967" y="847"/>
                        </a:cubicBezTo>
                        <a:cubicBezTo>
                          <a:pt x="13524" y="182"/>
                          <a:pt x="12549" y="-306"/>
                          <a:pt x="10997" y="226"/>
                        </a:cubicBezTo>
                        <a:cubicBezTo>
                          <a:pt x="10510" y="271"/>
                          <a:pt x="10022" y="448"/>
                          <a:pt x="9490" y="714"/>
                        </a:cubicBezTo>
                        <a:cubicBezTo>
                          <a:pt x="8781" y="847"/>
                          <a:pt x="7939" y="980"/>
                          <a:pt x="7096" y="1202"/>
                        </a:cubicBezTo>
                        <a:cubicBezTo>
                          <a:pt x="5412" y="1645"/>
                          <a:pt x="3505" y="1866"/>
                          <a:pt x="1909" y="231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68" name="Forme libre : forme 23267">
                    <a:extLst>
                      <a:ext uri="{FF2B5EF4-FFF2-40B4-BE49-F238E27FC236}">
                        <a16:creationId xmlns:a16="http://schemas.microsoft.com/office/drawing/2014/main" id="{4C1DD09C-F10D-4430-B2C1-9F1A5AB8F9F2}"/>
                      </a:ext>
                    </a:extLst>
                  </p:cNvPr>
                  <p:cNvSpPr/>
                  <p:nvPr/>
                </p:nvSpPr>
                <p:spPr>
                  <a:xfrm>
                    <a:off x="5952190" y="1176898"/>
                    <a:ext cx="14895" cy="24116"/>
                  </a:xfrm>
                  <a:custGeom>
                    <a:avLst/>
                    <a:gdLst>
                      <a:gd name="connsiteX0" fmla="*/ 14895 w 14895"/>
                      <a:gd name="connsiteY0" fmla="*/ 0 h 24116"/>
                      <a:gd name="connsiteX1" fmla="*/ 13299 w 14895"/>
                      <a:gd name="connsiteY1" fmla="*/ 5453 h 24116"/>
                      <a:gd name="connsiteX2" fmla="*/ 11881 w 14895"/>
                      <a:gd name="connsiteY2" fmla="*/ 8423 h 24116"/>
                      <a:gd name="connsiteX3" fmla="*/ 9930 w 14895"/>
                      <a:gd name="connsiteY3" fmla="*/ 11615 h 24116"/>
                      <a:gd name="connsiteX4" fmla="*/ 0 w 14895"/>
                      <a:gd name="connsiteY4" fmla="*/ 24116 h 24116"/>
                      <a:gd name="connsiteX5" fmla="*/ 14895 w 14895"/>
                      <a:gd name="connsiteY5" fmla="*/ 0 h 24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95" h="24116">
                        <a:moveTo>
                          <a:pt x="14895" y="0"/>
                        </a:moveTo>
                        <a:cubicBezTo>
                          <a:pt x="14452" y="1773"/>
                          <a:pt x="13743" y="3679"/>
                          <a:pt x="13299" y="5453"/>
                        </a:cubicBezTo>
                        <a:cubicBezTo>
                          <a:pt x="12989" y="6339"/>
                          <a:pt x="12457" y="7403"/>
                          <a:pt x="11881" y="8423"/>
                        </a:cubicBezTo>
                        <a:cubicBezTo>
                          <a:pt x="11304" y="9442"/>
                          <a:pt x="10684" y="10506"/>
                          <a:pt x="9930" y="11615"/>
                        </a:cubicBezTo>
                        <a:cubicBezTo>
                          <a:pt x="7093" y="15959"/>
                          <a:pt x="3280" y="20569"/>
                          <a:pt x="0" y="24116"/>
                        </a:cubicBezTo>
                        <a:cubicBezTo>
                          <a:pt x="7182" y="16535"/>
                          <a:pt x="11615" y="6029"/>
                          <a:pt x="1489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69" name="Forme libre : forme 23268">
                    <a:extLst>
                      <a:ext uri="{FF2B5EF4-FFF2-40B4-BE49-F238E27FC236}">
                        <a16:creationId xmlns:a16="http://schemas.microsoft.com/office/drawing/2014/main" id="{16C5D5F3-77F4-4009-A7F2-256F48C2E1C3}"/>
                      </a:ext>
                    </a:extLst>
                  </p:cNvPr>
                  <p:cNvSpPr/>
                  <p:nvPr/>
                </p:nvSpPr>
                <p:spPr>
                  <a:xfrm>
                    <a:off x="5888619" y="1182218"/>
                    <a:ext cx="27573" cy="2970"/>
                  </a:xfrm>
                  <a:custGeom>
                    <a:avLst/>
                    <a:gdLst>
                      <a:gd name="connsiteX0" fmla="*/ 27574 w 27573"/>
                      <a:gd name="connsiteY0" fmla="*/ 0 h 2970"/>
                      <a:gd name="connsiteX1" fmla="*/ 14940 w 27573"/>
                      <a:gd name="connsiteY1" fmla="*/ 842 h 2970"/>
                      <a:gd name="connsiteX2" fmla="*/ 0 w 27573"/>
                      <a:gd name="connsiteY2" fmla="*/ 2970 h 2970"/>
                      <a:gd name="connsiteX3" fmla="*/ 15073 w 27573"/>
                      <a:gd name="connsiteY3" fmla="*/ 1463 h 2970"/>
                      <a:gd name="connsiteX4" fmla="*/ 27574 w 27573"/>
                      <a:gd name="connsiteY4" fmla="*/ 0 h 2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73" h="2970">
                        <a:moveTo>
                          <a:pt x="27574" y="0"/>
                        </a:moveTo>
                        <a:cubicBezTo>
                          <a:pt x="25136" y="355"/>
                          <a:pt x="19905" y="488"/>
                          <a:pt x="14940" y="842"/>
                        </a:cubicBezTo>
                        <a:cubicBezTo>
                          <a:pt x="9886" y="1241"/>
                          <a:pt x="4699" y="1951"/>
                          <a:pt x="0" y="2970"/>
                        </a:cubicBezTo>
                        <a:cubicBezTo>
                          <a:pt x="4300" y="1818"/>
                          <a:pt x="9797" y="1596"/>
                          <a:pt x="15073" y="1463"/>
                        </a:cubicBezTo>
                        <a:cubicBezTo>
                          <a:pt x="20259" y="1330"/>
                          <a:pt x="25579" y="1064"/>
                          <a:pt x="275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70" name="Forme libre : forme 23269">
                    <a:extLst>
                      <a:ext uri="{FF2B5EF4-FFF2-40B4-BE49-F238E27FC236}">
                        <a16:creationId xmlns:a16="http://schemas.microsoft.com/office/drawing/2014/main" id="{85493056-A4F5-4CD1-AE2B-38EDAECE12ED}"/>
                      </a:ext>
                    </a:extLst>
                  </p:cNvPr>
                  <p:cNvSpPr/>
                  <p:nvPr/>
                </p:nvSpPr>
                <p:spPr>
                  <a:xfrm>
                    <a:off x="5929970" y="1184825"/>
                    <a:ext cx="14284" cy="7710"/>
                  </a:xfrm>
                  <a:custGeom>
                    <a:avLst/>
                    <a:gdLst>
                      <a:gd name="connsiteX0" fmla="*/ 14284 w 14284"/>
                      <a:gd name="connsiteY0" fmla="*/ 718 h 7710"/>
                      <a:gd name="connsiteX1" fmla="*/ 6748 w 14284"/>
                      <a:gd name="connsiteY1" fmla="*/ 6215 h 7710"/>
                      <a:gd name="connsiteX2" fmla="*/ 10 w 14284"/>
                      <a:gd name="connsiteY2" fmla="*/ 6702 h 7710"/>
                      <a:gd name="connsiteX3" fmla="*/ 7192 w 14284"/>
                      <a:gd name="connsiteY3" fmla="*/ 2003 h 7710"/>
                      <a:gd name="connsiteX4" fmla="*/ 14284 w 14284"/>
                      <a:gd name="connsiteY4" fmla="*/ 718 h 7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84" h="7710">
                        <a:moveTo>
                          <a:pt x="14284" y="718"/>
                        </a:moveTo>
                        <a:cubicBezTo>
                          <a:pt x="14329" y="2668"/>
                          <a:pt x="8521" y="5461"/>
                          <a:pt x="6748" y="6215"/>
                        </a:cubicBezTo>
                        <a:cubicBezTo>
                          <a:pt x="4931" y="7057"/>
                          <a:pt x="-256" y="8830"/>
                          <a:pt x="10" y="6702"/>
                        </a:cubicBezTo>
                        <a:cubicBezTo>
                          <a:pt x="276" y="4752"/>
                          <a:pt x="5507" y="2757"/>
                          <a:pt x="7192" y="2003"/>
                        </a:cubicBezTo>
                        <a:cubicBezTo>
                          <a:pt x="8787" y="1338"/>
                          <a:pt x="14284" y="-1233"/>
                          <a:pt x="14284" y="71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71" name="Forme libre : forme 23270">
                    <a:extLst>
                      <a:ext uri="{FF2B5EF4-FFF2-40B4-BE49-F238E27FC236}">
                        <a16:creationId xmlns:a16="http://schemas.microsoft.com/office/drawing/2014/main" id="{30925420-1645-4568-BDA3-ECA4E261B8CC}"/>
                      </a:ext>
                    </a:extLst>
                  </p:cNvPr>
                  <p:cNvSpPr/>
                  <p:nvPr/>
                </p:nvSpPr>
                <p:spPr>
                  <a:xfrm>
                    <a:off x="5942184" y="1183678"/>
                    <a:ext cx="4005" cy="2714"/>
                  </a:xfrm>
                  <a:custGeom>
                    <a:avLst/>
                    <a:gdLst>
                      <a:gd name="connsiteX0" fmla="*/ 3888 w 4005"/>
                      <a:gd name="connsiteY0" fmla="*/ 135 h 2714"/>
                      <a:gd name="connsiteX1" fmla="*/ 2559 w 4005"/>
                      <a:gd name="connsiteY1" fmla="*/ 1909 h 2714"/>
                      <a:gd name="connsiteX2" fmla="*/ 120 w 4005"/>
                      <a:gd name="connsiteY2" fmla="*/ 2574 h 2714"/>
                      <a:gd name="connsiteX3" fmla="*/ 1406 w 4005"/>
                      <a:gd name="connsiteY3" fmla="*/ 845 h 2714"/>
                      <a:gd name="connsiteX4" fmla="*/ 3888 w 4005"/>
                      <a:gd name="connsiteY4" fmla="*/ 135 h 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5" h="2714">
                        <a:moveTo>
                          <a:pt x="3888" y="135"/>
                        </a:moveTo>
                        <a:cubicBezTo>
                          <a:pt x="4376" y="579"/>
                          <a:pt x="3224" y="1510"/>
                          <a:pt x="2559" y="1909"/>
                        </a:cubicBezTo>
                        <a:cubicBezTo>
                          <a:pt x="1938" y="2308"/>
                          <a:pt x="564" y="3017"/>
                          <a:pt x="120" y="2574"/>
                        </a:cubicBezTo>
                        <a:cubicBezTo>
                          <a:pt x="-367" y="2086"/>
                          <a:pt x="741" y="1244"/>
                          <a:pt x="1406" y="845"/>
                        </a:cubicBezTo>
                        <a:cubicBezTo>
                          <a:pt x="2027" y="446"/>
                          <a:pt x="3401" y="-308"/>
                          <a:pt x="3888" y="13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72" name="Forme libre : forme 23271">
                    <a:extLst>
                      <a:ext uri="{FF2B5EF4-FFF2-40B4-BE49-F238E27FC236}">
                        <a16:creationId xmlns:a16="http://schemas.microsoft.com/office/drawing/2014/main" id="{B741D76F-28E2-4719-A3A6-83C3367851B6}"/>
                      </a:ext>
                    </a:extLst>
                  </p:cNvPr>
                  <p:cNvSpPr/>
                  <p:nvPr/>
                </p:nvSpPr>
                <p:spPr>
                  <a:xfrm>
                    <a:off x="5925514" y="1171931"/>
                    <a:ext cx="39149" cy="12409"/>
                  </a:xfrm>
                  <a:custGeom>
                    <a:avLst/>
                    <a:gdLst>
                      <a:gd name="connsiteX0" fmla="*/ 26321 w 39149"/>
                      <a:gd name="connsiteY0" fmla="*/ 312 h 12409"/>
                      <a:gd name="connsiteX1" fmla="*/ 32882 w 39149"/>
                      <a:gd name="connsiteY1" fmla="*/ 46 h 12409"/>
                      <a:gd name="connsiteX2" fmla="*/ 38645 w 39149"/>
                      <a:gd name="connsiteY2" fmla="*/ 1553 h 12409"/>
                      <a:gd name="connsiteX3" fmla="*/ 37138 w 39149"/>
                      <a:gd name="connsiteY3" fmla="*/ 5144 h 12409"/>
                      <a:gd name="connsiteX4" fmla="*/ 32306 w 39149"/>
                      <a:gd name="connsiteY4" fmla="*/ 5986 h 12409"/>
                      <a:gd name="connsiteX5" fmla="*/ 17278 w 39149"/>
                      <a:gd name="connsiteY5" fmla="*/ 8336 h 12409"/>
                      <a:gd name="connsiteX6" fmla="*/ 6993 w 39149"/>
                      <a:gd name="connsiteY6" fmla="*/ 11749 h 12409"/>
                      <a:gd name="connsiteX7" fmla="*/ 33 w 39149"/>
                      <a:gd name="connsiteY7" fmla="*/ 10597 h 12409"/>
                      <a:gd name="connsiteX8" fmla="*/ 6417 w 39149"/>
                      <a:gd name="connsiteY8" fmla="*/ 4745 h 12409"/>
                      <a:gd name="connsiteX9" fmla="*/ 15770 w 39149"/>
                      <a:gd name="connsiteY9" fmla="*/ 932 h 12409"/>
                      <a:gd name="connsiteX10" fmla="*/ 26321 w 39149"/>
                      <a:gd name="connsiteY10" fmla="*/ 312 h 12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9149" h="12409">
                        <a:moveTo>
                          <a:pt x="26321" y="312"/>
                        </a:moveTo>
                        <a:cubicBezTo>
                          <a:pt x="28715" y="90"/>
                          <a:pt x="30887" y="-87"/>
                          <a:pt x="32882" y="46"/>
                        </a:cubicBezTo>
                        <a:cubicBezTo>
                          <a:pt x="34877" y="223"/>
                          <a:pt x="36961" y="401"/>
                          <a:pt x="38645" y="1553"/>
                        </a:cubicBezTo>
                        <a:cubicBezTo>
                          <a:pt x="39842" y="2351"/>
                          <a:pt x="38734" y="4213"/>
                          <a:pt x="37138" y="5144"/>
                        </a:cubicBezTo>
                        <a:cubicBezTo>
                          <a:pt x="35409" y="6075"/>
                          <a:pt x="33902" y="6031"/>
                          <a:pt x="32306" y="5986"/>
                        </a:cubicBezTo>
                        <a:cubicBezTo>
                          <a:pt x="27341" y="6031"/>
                          <a:pt x="22509" y="7139"/>
                          <a:pt x="17278" y="8336"/>
                        </a:cubicBezTo>
                        <a:cubicBezTo>
                          <a:pt x="15638" y="8735"/>
                          <a:pt x="11027" y="10685"/>
                          <a:pt x="6993" y="11749"/>
                        </a:cubicBezTo>
                        <a:cubicBezTo>
                          <a:pt x="2915" y="12769"/>
                          <a:pt x="-366" y="12769"/>
                          <a:pt x="33" y="10597"/>
                        </a:cubicBezTo>
                        <a:cubicBezTo>
                          <a:pt x="343" y="8469"/>
                          <a:pt x="3092" y="6518"/>
                          <a:pt x="6417" y="4745"/>
                        </a:cubicBezTo>
                        <a:cubicBezTo>
                          <a:pt x="9741" y="3016"/>
                          <a:pt x="13643" y="1464"/>
                          <a:pt x="15770" y="932"/>
                        </a:cubicBezTo>
                        <a:cubicBezTo>
                          <a:pt x="20159" y="-176"/>
                          <a:pt x="22686" y="622"/>
                          <a:pt x="26321" y="31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209" name="Graphique 2">
                  <a:extLst>
                    <a:ext uri="{FF2B5EF4-FFF2-40B4-BE49-F238E27FC236}">
                      <a16:creationId xmlns:a16="http://schemas.microsoft.com/office/drawing/2014/main" id="{A5B251AE-44E7-4673-8345-E6B29140F918}"/>
                    </a:ext>
                  </a:extLst>
                </p:cNvPr>
                <p:cNvGrpSpPr/>
                <p:nvPr/>
              </p:nvGrpSpPr>
              <p:grpSpPr>
                <a:xfrm>
                  <a:off x="5969045" y="1158364"/>
                  <a:ext cx="92622" cy="36699"/>
                  <a:chOff x="5969045" y="1158364"/>
                  <a:chExt cx="92622" cy="36699"/>
                </a:xfrm>
                <a:solidFill>
                  <a:schemeClr val="accent1"/>
                </a:solidFill>
              </p:grpSpPr>
              <p:sp>
                <p:nvSpPr>
                  <p:cNvPr id="23249" name="Forme libre : forme 23248">
                    <a:extLst>
                      <a:ext uri="{FF2B5EF4-FFF2-40B4-BE49-F238E27FC236}">
                        <a16:creationId xmlns:a16="http://schemas.microsoft.com/office/drawing/2014/main" id="{2B3D5E91-7B76-44E3-809B-68D05533397E}"/>
                      </a:ext>
                    </a:extLst>
                  </p:cNvPr>
                  <p:cNvSpPr/>
                  <p:nvPr/>
                </p:nvSpPr>
                <p:spPr>
                  <a:xfrm>
                    <a:off x="5969045" y="1158364"/>
                    <a:ext cx="92622" cy="36699"/>
                  </a:xfrm>
                  <a:custGeom>
                    <a:avLst/>
                    <a:gdLst>
                      <a:gd name="connsiteX0" fmla="*/ 61655 w 92622"/>
                      <a:gd name="connsiteY0" fmla="*/ 36665 h 36699"/>
                      <a:gd name="connsiteX1" fmla="*/ 30048 w 92622"/>
                      <a:gd name="connsiteY1" fmla="*/ 34981 h 36699"/>
                      <a:gd name="connsiteX2" fmla="*/ 1676 w 92622"/>
                      <a:gd name="connsiteY2" fmla="*/ 19997 h 36699"/>
                      <a:gd name="connsiteX3" fmla="*/ 2385 w 92622"/>
                      <a:gd name="connsiteY3" fmla="*/ 9978 h 36699"/>
                      <a:gd name="connsiteX4" fmla="*/ 33195 w 92622"/>
                      <a:gd name="connsiteY4" fmla="*/ 4 h 36699"/>
                      <a:gd name="connsiteX5" fmla="*/ 61877 w 92622"/>
                      <a:gd name="connsiteY5" fmla="*/ 1600 h 36699"/>
                      <a:gd name="connsiteX6" fmla="*/ 90072 w 92622"/>
                      <a:gd name="connsiteY6" fmla="*/ 14987 h 36699"/>
                      <a:gd name="connsiteX7" fmla="*/ 91269 w 92622"/>
                      <a:gd name="connsiteY7" fmla="*/ 24740 h 36699"/>
                      <a:gd name="connsiteX8" fmla="*/ 61655 w 92622"/>
                      <a:gd name="connsiteY8" fmla="*/ 36665 h 36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2622" h="36699">
                        <a:moveTo>
                          <a:pt x="61655" y="36665"/>
                        </a:moveTo>
                        <a:cubicBezTo>
                          <a:pt x="54119" y="36887"/>
                          <a:pt x="37717" y="36000"/>
                          <a:pt x="30048" y="34981"/>
                        </a:cubicBezTo>
                        <a:cubicBezTo>
                          <a:pt x="15596" y="33163"/>
                          <a:pt x="8857" y="27710"/>
                          <a:pt x="1676" y="19997"/>
                        </a:cubicBezTo>
                        <a:cubicBezTo>
                          <a:pt x="-497" y="17337"/>
                          <a:pt x="-851" y="12239"/>
                          <a:pt x="2385" y="9978"/>
                        </a:cubicBezTo>
                        <a:cubicBezTo>
                          <a:pt x="10719" y="3417"/>
                          <a:pt x="19718" y="-129"/>
                          <a:pt x="33195" y="4"/>
                        </a:cubicBezTo>
                        <a:cubicBezTo>
                          <a:pt x="40421" y="92"/>
                          <a:pt x="54607" y="979"/>
                          <a:pt x="61877" y="1600"/>
                        </a:cubicBezTo>
                        <a:cubicBezTo>
                          <a:pt x="75442" y="2752"/>
                          <a:pt x="82580" y="7895"/>
                          <a:pt x="90072" y="14987"/>
                        </a:cubicBezTo>
                        <a:cubicBezTo>
                          <a:pt x="92643" y="17426"/>
                          <a:pt x="93662" y="22258"/>
                          <a:pt x="91269" y="24740"/>
                        </a:cubicBezTo>
                        <a:cubicBezTo>
                          <a:pt x="84397" y="31922"/>
                          <a:pt x="75797" y="36311"/>
                          <a:pt x="61655" y="3666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50" name="Forme libre : forme 23249">
                    <a:extLst>
                      <a:ext uri="{FF2B5EF4-FFF2-40B4-BE49-F238E27FC236}">
                        <a16:creationId xmlns:a16="http://schemas.microsoft.com/office/drawing/2014/main" id="{C27C6ED1-20BF-46C6-816D-2821FA985357}"/>
                      </a:ext>
                    </a:extLst>
                  </p:cNvPr>
                  <p:cNvSpPr/>
                  <p:nvPr/>
                </p:nvSpPr>
                <p:spPr>
                  <a:xfrm>
                    <a:off x="5969080" y="1174149"/>
                    <a:ext cx="91321" cy="20746"/>
                  </a:xfrm>
                  <a:custGeom>
                    <a:avLst/>
                    <a:gdLst>
                      <a:gd name="connsiteX0" fmla="*/ 35642 w 91321"/>
                      <a:gd name="connsiteY0" fmla="*/ 6960 h 20746"/>
                      <a:gd name="connsiteX1" fmla="*/ 0 w 91321"/>
                      <a:gd name="connsiteY1" fmla="*/ 0 h 20746"/>
                      <a:gd name="connsiteX2" fmla="*/ 1640 w 91321"/>
                      <a:gd name="connsiteY2" fmla="*/ 4123 h 20746"/>
                      <a:gd name="connsiteX3" fmla="*/ 5364 w 91321"/>
                      <a:gd name="connsiteY3" fmla="*/ 7891 h 20746"/>
                      <a:gd name="connsiteX4" fmla="*/ 18043 w 91321"/>
                      <a:gd name="connsiteY4" fmla="*/ 16181 h 20746"/>
                      <a:gd name="connsiteX5" fmla="*/ 30012 w 91321"/>
                      <a:gd name="connsiteY5" fmla="*/ 19062 h 20746"/>
                      <a:gd name="connsiteX6" fmla="*/ 35066 w 91321"/>
                      <a:gd name="connsiteY6" fmla="*/ 19594 h 20746"/>
                      <a:gd name="connsiteX7" fmla="*/ 59270 w 91321"/>
                      <a:gd name="connsiteY7" fmla="*/ 20747 h 20746"/>
                      <a:gd name="connsiteX8" fmla="*/ 61620 w 91321"/>
                      <a:gd name="connsiteY8" fmla="*/ 20703 h 20746"/>
                      <a:gd name="connsiteX9" fmla="*/ 74742 w 91321"/>
                      <a:gd name="connsiteY9" fmla="*/ 18841 h 20746"/>
                      <a:gd name="connsiteX10" fmla="*/ 87820 w 91321"/>
                      <a:gd name="connsiteY10" fmla="*/ 11925 h 20746"/>
                      <a:gd name="connsiteX11" fmla="*/ 91233 w 91321"/>
                      <a:gd name="connsiteY11" fmla="*/ 8733 h 20746"/>
                      <a:gd name="connsiteX12" fmla="*/ 91322 w 91321"/>
                      <a:gd name="connsiteY12" fmla="*/ 8600 h 20746"/>
                      <a:gd name="connsiteX13" fmla="*/ 35642 w 91321"/>
                      <a:gd name="connsiteY13" fmla="*/ 6960 h 20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1321" h="20746">
                        <a:moveTo>
                          <a:pt x="35642" y="6960"/>
                        </a:moveTo>
                        <a:cubicBezTo>
                          <a:pt x="22919" y="6871"/>
                          <a:pt x="9576" y="5408"/>
                          <a:pt x="0" y="0"/>
                        </a:cubicBezTo>
                        <a:cubicBezTo>
                          <a:pt x="222" y="1552"/>
                          <a:pt x="621" y="3059"/>
                          <a:pt x="1640" y="4123"/>
                        </a:cubicBezTo>
                        <a:cubicBezTo>
                          <a:pt x="2881" y="5453"/>
                          <a:pt x="4123" y="6694"/>
                          <a:pt x="5364" y="7891"/>
                        </a:cubicBezTo>
                        <a:cubicBezTo>
                          <a:pt x="8999" y="11260"/>
                          <a:pt x="12900" y="14142"/>
                          <a:pt x="18043" y="16181"/>
                        </a:cubicBezTo>
                        <a:cubicBezTo>
                          <a:pt x="21412" y="17511"/>
                          <a:pt x="25269" y="18486"/>
                          <a:pt x="30012" y="19062"/>
                        </a:cubicBezTo>
                        <a:cubicBezTo>
                          <a:pt x="31431" y="19195"/>
                          <a:pt x="33160" y="19373"/>
                          <a:pt x="35066" y="19594"/>
                        </a:cubicBezTo>
                        <a:cubicBezTo>
                          <a:pt x="42513" y="20259"/>
                          <a:pt x="52754" y="20747"/>
                          <a:pt x="59270" y="20747"/>
                        </a:cubicBezTo>
                        <a:cubicBezTo>
                          <a:pt x="60113" y="20747"/>
                          <a:pt x="60911" y="20747"/>
                          <a:pt x="61620" y="20703"/>
                        </a:cubicBezTo>
                        <a:cubicBezTo>
                          <a:pt x="66629" y="20614"/>
                          <a:pt x="70930" y="19949"/>
                          <a:pt x="74742" y="18841"/>
                        </a:cubicBezTo>
                        <a:cubicBezTo>
                          <a:pt x="79929" y="17289"/>
                          <a:pt x="84096" y="14895"/>
                          <a:pt x="87820" y="11925"/>
                        </a:cubicBezTo>
                        <a:cubicBezTo>
                          <a:pt x="89017" y="10950"/>
                          <a:pt x="90169" y="9886"/>
                          <a:pt x="91233" y="8733"/>
                        </a:cubicBezTo>
                        <a:lnTo>
                          <a:pt x="91322" y="8600"/>
                        </a:lnTo>
                        <a:cubicBezTo>
                          <a:pt x="72880" y="8334"/>
                          <a:pt x="53818" y="7137"/>
                          <a:pt x="35642" y="696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51" name="Forme libre : forme 23250">
                    <a:extLst>
                      <a:ext uri="{FF2B5EF4-FFF2-40B4-BE49-F238E27FC236}">
                        <a16:creationId xmlns:a16="http://schemas.microsoft.com/office/drawing/2014/main" id="{63F8D211-367D-4FAD-AB80-6B5C65480407}"/>
                      </a:ext>
                    </a:extLst>
                  </p:cNvPr>
                  <p:cNvSpPr/>
                  <p:nvPr/>
                </p:nvSpPr>
                <p:spPr>
                  <a:xfrm>
                    <a:off x="6001130" y="1171922"/>
                    <a:ext cx="42825" cy="11877"/>
                  </a:xfrm>
                  <a:custGeom>
                    <a:avLst/>
                    <a:gdLst>
                      <a:gd name="connsiteX0" fmla="*/ 42825 w 42825"/>
                      <a:gd name="connsiteY0" fmla="*/ 6882 h 11877"/>
                      <a:gd name="connsiteX1" fmla="*/ 20217 w 42825"/>
                      <a:gd name="connsiteY1" fmla="*/ 11803 h 11877"/>
                      <a:gd name="connsiteX2" fmla="*/ 2 w 42825"/>
                      <a:gd name="connsiteY2" fmla="*/ 4400 h 11877"/>
                      <a:gd name="connsiteX3" fmla="*/ 20704 w 42825"/>
                      <a:gd name="connsiteY3" fmla="*/ 277 h 11877"/>
                      <a:gd name="connsiteX4" fmla="*/ 42825 w 42825"/>
                      <a:gd name="connsiteY4" fmla="*/ 6882 h 11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25" h="11877">
                        <a:moveTo>
                          <a:pt x="42825" y="6882"/>
                        </a:moveTo>
                        <a:cubicBezTo>
                          <a:pt x="42870" y="11626"/>
                          <a:pt x="25935" y="12113"/>
                          <a:pt x="20217" y="11803"/>
                        </a:cubicBezTo>
                        <a:cubicBezTo>
                          <a:pt x="14498" y="11581"/>
                          <a:pt x="-176" y="9498"/>
                          <a:pt x="2" y="4400"/>
                        </a:cubicBezTo>
                        <a:cubicBezTo>
                          <a:pt x="179" y="-743"/>
                          <a:pt x="15429" y="-166"/>
                          <a:pt x="20704" y="277"/>
                        </a:cubicBezTo>
                        <a:cubicBezTo>
                          <a:pt x="25935" y="764"/>
                          <a:pt x="42781" y="2183"/>
                          <a:pt x="42825" y="688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52" name="Forme libre : forme 23251">
                    <a:extLst>
                      <a:ext uri="{FF2B5EF4-FFF2-40B4-BE49-F238E27FC236}">
                        <a16:creationId xmlns:a16="http://schemas.microsoft.com/office/drawing/2014/main" id="{43EBB314-B61A-43A6-BA19-7A9CDF9221F3}"/>
                      </a:ext>
                    </a:extLst>
                  </p:cNvPr>
                  <p:cNvSpPr/>
                  <p:nvPr/>
                </p:nvSpPr>
                <p:spPr>
                  <a:xfrm>
                    <a:off x="6000851" y="1172243"/>
                    <a:ext cx="29937" cy="11576"/>
                  </a:xfrm>
                  <a:custGeom>
                    <a:avLst/>
                    <a:gdLst>
                      <a:gd name="connsiteX0" fmla="*/ 9546 w 29937"/>
                      <a:gd name="connsiteY0" fmla="*/ 0 h 11576"/>
                      <a:gd name="connsiteX1" fmla="*/ 59 w 29937"/>
                      <a:gd name="connsiteY1" fmla="*/ 4079 h 11576"/>
                      <a:gd name="connsiteX2" fmla="*/ 20761 w 29937"/>
                      <a:gd name="connsiteY2" fmla="*/ 11526 h 11576"/>
                      <a:gd name="connsiteX3" fmla="*/ 29938 w 29937"/>
                      <a:gd name="connsiteY3" fmla="*/ 11171 h 11576"/>
                      <a:gd name="connsiteX4" fmla="*/ 25062 w 29937"/>
                      <a:gd name="connsiteY4" fmla="*/ 10639 h 11576"/>
                      <a:gd name="connsiteX5" fmla="*/ 9546 w 29937"/>
                      <a:gd name="connsiteY5" fmla="*/ 0 h 11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37" h="11576">
                        <a:moveTo>
                          <a:pt x="9546" y="0"/>
                        </a:moveTo>
                        <a:cubicBezTo>
                          <a:pt x="6797" y="709"/>
                          <a:pt x="-739" y="798"/>
                          <a:pt x="59" y="4079"/>
                        </a:cubicBezTo>
                        <a:cubicBezTo>
                          <a:pt x="1344" y="9310"/>
                          <a:pt x="13580" y="11127"/>
                          <a:pt x="20761" y="11526"/>
                        </a:cubicBezTo>
                        <a:cubicBezTo>
                          <a:pt x="22845" y="11659"/>
                          <a:pt x="27588" y="11526"/>
                          <a:pt x="29938" y="11171"/>
                        </a:cubicBezTo>
                        <a:cubicBezTo>
                          <a:pt x="28564" y="11083"/>
                          <a:pt x="26303" y="10994"/>
                          <a:pt x="25062" y="10639"/>
                        </a:cubicBezTo>
                        <a:cubicBezTo>
                          <a:pt x="17924" y="8645"/>
                          <a:pt x="9634" y="5630"/>
                          <a:pt x="954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53" name="Forme libre : forme 23252">
                    <a:extLst>
                      <a:ext uri="{FF2B5EF4-FFF2-40B4-BE49-F238E27FC236}">
                        <a16:creationId xmlns:a16="http://schemas.microsoft.com/office/drawing/2014/main" id="{49A1DDEC-D67B-4768-A265-F93BE65D327E}"/>
                      </a:ext>
                    </a:extLst>
                  </p:cNvPr>
                  <p:cNvSpPr/>
                  <p:nvPr/>
                </p:nvSpPr>
                <p:spPr>
                  <a:xfrm>
                    <a:off x="6003302" y="1173446"/>
                    <a:ext cx="43029" cy="11801"/>
                  </a:xfrm>
                  <a:custGeom>
                    <a:avLst/>
                    <a:gdLst>
                      <a:gd name="connsiteX0" fmla="*/ 42958 w 43029"/>
                      <a:gd name="connsiteY0" fmla="*/ 6599 h 11801"/>
                      <a:gd name="connsiteX1" fmla="*/ 20039 w 43029"/>
                      <a:gd name="connsiteY1" fmla="*/ 11786 h 11801"/>
                      <a:gd name="connsiteX2" fmla="*/ 1 w 43029"/>
                      <a:gd name="connsiteY2" fmla="*/ 4338 h 11801"/>
                      <a:gd name="connsiteX3" fmla="*/ 20615 w 43029"/>
                      <a:gd name="connsiteY3" fmla="*/ 216 h 11801"/>
                      <a:gd name="connsiteX4" fmla="*/ 42958 w 43029"/>
                      <a:gd name="connsiteY4" fmla="*/ 6599 h 11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029" h="11801">
                        <a:moveTo>
                          <a:pt x="42958" y="6599"/>
                        </a:moveTo>
                        <a:cubicBezTo>
                          <a:pt x="41540" y="11298"/>
                          <a:pt x="26201" y="11919"/>
                          <a:pt x="20039" y="11786"/>
                        </a:cubicBezTo>
                        <a:cubicBezTo>
                          <a:pt x="13877" y="11697"/>
                          <a:pt x="179" y="9569"/>
                          <a:pt x="1" y="4338"/>
                        </a:cubicBezTo>
                        <a:cubicBezTo>
                          <a:pt x="-176" y="-893"/>
                          <a:pt x="15739" y="-50"/>
                          <a:pt x="20615" y="216"/>
                        </a:cubicBezTo>
                        <a:cubicBezTo>
                          <a:pt x="25492" y="526"/>
                          <a:pt x="44332" y="1945"/>
                          <a:pt x="42958" y="659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54" name="Forme libre : forme 23253">
                    <a:extLst>
                      <a:ext uri="{FF2B5EF4-FFF2-40B4-BE49-F238E27FC236}">
                        <a16:creationId xmlns:a16="http://schemas.microsoft.com/office/drawing/2014/main" id="{823559ED-0273-4E6E-A19D-31DBF6E77028}"/>
                      </a:ext>
                    </a:extLst>
                  </p:cNvPr>
                  <p:cNvSpPr/>
                  <p:nvPr/>
                </p:nvSpPr>
                <p:spPr>
                  <a:xfrm>
                    <a:off x="5981035" y="1166425"/>
                    <a:ext cx="53010" cy="25003"/>
                  </a:xfrm>
                  <a:custGeom>
                    <a:avLst/>
                    <a:gdLst>
                      <a:gd name="connsiteX0" fmla="*/ 236 w 53010"/>
                      <a:gd name="connsiteY0" fmla="*/ 8922 h 25003"/>
                      <a:gd name="connsiteX1" fmla="*/ 5289 w 53010"/>
                      <a:gd name="connsiteY1" fmla="*/ 14906 h 25003"/>
                      <a:gd name="connsiteX2" fmla="*/ 24307 w 53010"/>
                      <a:gd name="connsiteY2" fmla="*/ 23861 h 25003"/>
                      <a:gd name="connsiteX3" fmla="*/ 45231 w 53010"/>
                      <a:gd name="connsiteY3" fmla="*/ 23950 h 25003"/>
                      <a:gd name="connsiteX4" fmla="*/ 52856 w 53010"/>
                      <a:gd name="connsiteY4" fmla="*/ 17832 h 25003"/>
                      <a:gd name="connsiteX5" fmla="*/ 46296 w 53010"/>
                      <a:gd name="connsiteY5" fmla="*/ 14862 h 25003"/>
                      <a:gd name="connsiteX6" fmla="*/ 28519 w 53010"/>
                      <a:gd name="connsiteY6" fmla="*/ 7282 h 25003"/>
                      <a:gd name="connsiteX7" fmla="*/ 10698 w 53010"/>
                      <a:gd name="connsiteY7" fmla="*/ 11 h 25003"/>
                      <a:gd name="connsiteX8" fmla="*/ 236 w 53010"/>
                      <a:gd name="connsiteY8" fmla="*/ 8922 h 25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3010" h="25003">
                        <a:moveTo>
                          <a:pt x="236" y="8922"/>
                        </a:moveTo>
                        <a:cubicBezTo>
                          <a:pt x="1211" y="11892"/>
                          <a:pt x="2186" y="12867"/>
                          <a:pt x="5289" y="14906"/>
                        </a:cubicBezTo>
                        <a:cubicBezTo>
                          <a:pt x="11141" y="18808"/>
                          <a:pt x="15929" y="22044"/>
                          <a:pt x="24307" y="23861"/>
                        </a:cubicBezTo>
                        <a:cubicBezTo>
                          <a:pt x="31267" y="25369"/>
                          <a:pt x="39291" y="25369"/>
                          <a:pt x="45231" y="23950"/>
                        </a:cubicBezTo>
                        <a:cubicBezTo>
                          <a:pt x="49665" y="22886"/>
                          <a:pt x="53876" y="20714"/>
                          <a:pt x="52856" y="17832"/>
                        </a:cubicBezTo>
                        <a:cubicBezTo>
                          <a:pt x="52236" y="16059"/>
                          <a:pt x="48911" y="15793"/>
                          <a:pt x="46296" y="14862"/>
                        </a:cubicBezTo>
                        <a:cubicBezTo>
                          <a:pt x="40178" y="12690"/>
                          <a:pt x="34282" y="10872"/>
                          <a:pt x="28519" y="7282"/>
                        </a:cubicBezTo>
                        <a:cubicBezTo>
                          <a:pt x="23642" y="4267"/>
                          <a:pt x="18456" y="-255"/>
                          <a:pt x="10698" y="11"/>
                        </a:cubicBezTo>
                        <a:cubicBezTo>
                          <a:pt x="3649" y="322"/>
                          <a:pt x="-1139" y="4755"/>
                          <a:pt x="236" y="892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55" name="Forme libre : forme 23254">
                    <a:extLst>
                      <a:ext uri="{FF2B5EF4-FFF2-40B4-BE49-F238E27FC236}">
                        <a16:creationId xmlns:a16="http://schemas.microsoft.com/office/drawing/2014/main" id="{0EB89B6C-E78C-4CDC-8A19-BBF44B0F026E}"/>
                      </a:ext>
                    </a:extLst>
                  </p:cNvPr>
                  <p:cNvSpPr/>
                  <p:nvPr/>
                </p:nvSpPr>
                <p:spPr>
                  <a:xfrm>
                    <a:off x="5991922" y="1167278"/>
                    <a:ext cx="17678" cy="5009"/>
                  </a:xfrm>
                  <a:custGeom>
                    <a:avLst/>
                    <a:gdLst>
                      <a:gd name="connsiteX0" fmla="*/ 1806 w 17678"/>
                      <a:gd name="connsiteY0" fmla="*/ 2483 h 5009"/>
                      <a:gd name="connsiteX1" fmla="*/ 77 w 17678"/>
                      <a:gd name="connsiteY1" fmla="*/ 3546 h 5009"/>
                      <a:gd name="connsiteX2" fmla="*/ 1319 w 17678"/>
                      <a:gd name="connsiteY2" fmla="*/ 4743 h 5009"/>
                      <a:gd name="connsiteX3" fmla="*/ 4511 w 17678"/>
                      <a:gd name="connsiteY3" fmla="*/ 5009 h 5009"/>
                      <a:gd name="connsiteX4" fmla="*/ 12357 w 17678"/>
                      <a:gd name="connsiteY4" fmla="*/ 4566 h 5009"/>
                      <a:gd name="connsiteX5" fmla="*/ 15194 w 17678"/>
                      <a:gd name="connsiteY5" fmla="*/ 4034 h 5009"/>
                      <a:gd name="connsiteX6" fmla="*/ 13776 w 17678"/>
                      <a:gd name="connsiteY6" fmla="*/ 0 h 5009"/>
                      <a:gd name="connsiteX7" fmla="*/ 1806 w 17678"/>
                      <a:gd name="connsiteY7" fmla="*/ 2483 h 5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78" h="5009">
                        <a:moveTo>
                          <a:pt x="1806" y="2483"/>
                        </a:moveTo>
                        <a:cubicBezTo>
                          <a:pt x="964" y="2793"/>
                          <a:pt x="388" y="3014"/>
                          <a:pt x="77" y="3546"/>
                        </a:cubicBezTo>
                        <a:cubicBezTo>
                          <a:pt x="-233" y="4079"/>
                          <a:pt x="432" y="4522"/>
                          <a:pt x="1319" y="4743"/>
                        </a:cubicBezTo>
                        <a:cubicBezTo>
                          <a:pt x="2205" y="4965"/>
                          <a:pt x="3491" y="5009"/>
                          <a:pt x="4511" y="5009"/>
                        </a:cubicBezTo>
                        <a:cubicBezTo>
                          <a:pt x="7126" y="4965"/>
                          <a:pt x="9875" y="4876"/>
                          <a:pt x="12357" y="4566"/>
                        </a:cubicBezTo>
                        <a:cubicBezTo>
                          <a:pt x="13377" y="4433"/>
                          <a:pt x="14352" y="4344"/>
                          <a:pt x="15194" y="4034"/>
                        </a:cubicBezTo>
                        <a:cubicBezTo>
                          <a:pt x="18652" y="2660"/>
                          <a:pt x="18785" y="44"/>
                          <a:pt x="13776" y="0"/>
                        </a:cubicBezTo>
                        <a:cubicBezTo>
                          <a:pt x="9875" y="0"/>
                          <a:pt x="5175" y="1241"/>
                          <a:pt x="1806" y="248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56" name="Forme libre : forme 23255">
                    <a:extLst>
                      <a:ext uri="{FF2B5EF4-FFF2-40B4-BE49-F238E27FC236}">
                        <a16:creationId xmlns:a16="http://schemas.microsoft.com/office/drawing/2014/main" id="{7B016BEB-4382-45AB-90B7-E5B387EEBF6E}"/>
                      </a:ext>
                    </a:extLst>
                  </p:cNvPr>
                  <p:cNvSpPr/>
                  <p:nvPr/>
                </p:nvSpPr>
                <p:spPr>
                  <a:xfrm>
                    <a:off x="6031808" y="1181774"/>
                    <a:ext cx="27263" cy="12545"/>
                  </a:xfrm>
                  <a:custGeom>
                    <a:avLst/>
                    <a:gdLst>
                      <a:gd name="connsiteX0" fmla="*/ 27264 w 27263"/>
                      <a:gd name="connsiteY0" fmla="*/ 0 h 12545"/>
                      <a:gd name="connsiteX1" fmla="*/ 0 w 27263"/>
                      <a:gd name="connsiteY1" fmla="*/ 12546 h 12545"/>
                      <a:gd name="connsiteX2" fmla="*/ 27264 w 27263"/>
                      <a:gd name="connsiteY2" fmla="*/ 0 h 12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263" h="12545">
                        <a:moveTo>
                          <a:pt x="27264" y="0"/>
                        </a:moveTo>
                        <a:cubicBezTo>
                          <a:pt x="23407" y="6561"/>
                          <a:pt x="9088" y="10418"/>
                          <a:pt x="0" y="12546"/>
                        </a:cubicBezTo>
                        <a:cubicBezTo>
                          <a:pt x="9886" y="10241"/>
                          <a:pt x="20348" y="4921"/>
                          <a:pt x="2726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57" name="Forme libre : forme 23256">
                    <a:extLst>
                      <a:ext uri="{FF2B5EF4-FFF2-40B4-BE49-F238E27FC236}">
                        <a16:creationId xmlns:a16="http://schemas.microsoft.com/office/drawing/2014/main" id="{FEBFD898-9B60-4D6B-8D9E-A3C24CCBE538}"/>
                      </a:ext>
                    </a:extLst>
                  </p:cNvPr>
                  <p:cNvSpPr/>
                  <p:nvPr/>
                </p:nvSpPr>
                <p:spPr>
                  <a:xfrm>
                    <a:off x="5972006" y="1159520"/>
                    <a:ext cx="31209" cy="9708"/>
                  </a:xfrm>
                  <a:custGeom>
                    <a:avLst/>
                    <a:gdLst>
                      <a:gd name="connsiteX0" fmla="*/ 31209 w 31209"/>
                      <a:gd name="connsiteY0" fmla="*/ 0 h 9708"/>
                      <a:gd name="connsiteX1" fmla="*/ 0 w 31209"/>
                      <a:gd name="connsiteY1" fmla="*/ 9709 h 9708"/>
                      <a:gd name="connsiteX2" fmla="*/ 31209 w 31209"/>
                      <a:gd name="connsiteY2" fmla="*/ 0 h 9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209" h="9708">
                        <a:moveTo>
                          <a:pt x="31209" y="0"/>
                        </a:moveTo>
                        <a:cubicBezTo>
                          <a:pt x="19328" y="-44"/>
                          <a:pt x="8201" y="4389"/>
                          <a:pt x="0" y="9709"/>
                        </a:cubicBezTo>
                        <a:cubicBezTo>
                          <a:pt x="7448" y="4345"/>
                          <a:pt x="21102" y="1508"/>
                          <a:pt x="312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58" name="Forme libre : forme 23257">
                    <a:extLst>
                      <a:ext uri="{FF2B5EF4-FFF2-40B4-BE49-F238E27FC236}">
                        <a16:creationId xmlns:a16="http://schemas.microsoft.com/office/drawing/2014/main" id="{7797ABBE-761C-42D9-B956-6A6DF6DDF678}"/>
                      </a:ext>
                    </a:extLst>
                  </p:cNvPr>
                  <p:cNvSpPr/>
                  <p:nvPr/>
                </p:nvSpPr>
                <p:spPr>
                  <a:xfrm>
                    <a:off x="6018503" y="1173333"/>
                    <a:ext cx="15791" cy="4543"/>
                  </a:xfrm>
                  <a:custGeom>
                    <a:avLst/>
                    <a:gdLst>
                      <a:gd name="connsiteX0" fmla="*/ 15654 w 15791"/>
                      <a:gd name="connsiteY0" fmla="*/ 3653 h 4543"/>
                      <a:gd name="connsiteX1" fmla="*/ 6301 w 15791"/>
                      <a:gd name="connsiteY1" fmla="*/ 3964 h 4543"/>
                      <a:gd name="connsiteX2" fmla="*/ 183 w 15791"/>
                      <a:gd name="connsiteY2" fmla="*/ 860 h 4543"/>
                      <a:gd name="connsiteX3" fmla="*/ 8961 w 15791"/>
                      <a:gd name="connsiteY3" fmla="*/ 683 h 4543"/>
                      <a:gd name="connsiteX4" fmla="*/ 15654 w 15791"/>
                      <a:gd name="connsiteY4" fmla="*/ 3653 h 4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91" h="4543">
                        <a:moveTo>
                          <a:pt x="15654" y="3653"/>
                        </a:moveTo>
                        <a:cubicBezTo>
                          <a:pt x="14546" y="5249"/>
                          <a:pt x="8207" y="4274"/>
                          <a:pt x="6301" y="3964"/>
                        </a:cubicBezTo>
                        <a:cubicBezTo>
                          <a:pt x="4350" y="3653"/>
                          <a:pt x="-1058" y="2501"/>
                          <a:pt x="183" y="860"/>
                        </a:cubicBezTo>
                        <a:cubicBezTo>
                          <a:pt x="1424" y="-780"/>
                          <a:pt x="7187" y="373"/>
                          <a:pt x="8961" y="683"/>
                        </a:cubicBezTo>
                        <a:cubicBezTo>
                          <a:pt x="10822" y="1038"/>
                          <a:pt x="16763" y="2057"/>
                          <a:pt x="15654" y="365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59" name="Forme libre : forme 23258">
                    <a:extLst>
                      <a:ext uri="{FF2B5EF4-FFF2-40B4-BE49-F238E27FC236}">
                        <a16:creationId xmlns:a16="http://schemas.microsoft.com/office/drawing/2014/main" id="{9A132970-CDCE-4BDE-B249-1762CC9DCE84}"/>
                      </a:ext>
                    </a:extLst>
                  </p:cNvPr>
                  <p:cNvSpPr/>
                  <p:nvPr/>
                </p:nvSpPr>
                <p:spPr>
                  <a:xfrm>
                    <a:off x="6032198" y="1175822"/>
                    <a:ext cx="4494" cy="1563"/>
                  </a:xfrm>
                  <a:custGeom>
                    <a:avLst/>
                    <a:gdLst>
                      <a:gd name="connsiteX0" fmla="*/ 4486 w 4494"/>
                      <a:gd name="connsiteY0" fmla="*/ 855 h 1563"/>
                      <a:gd name="connsiteX1" fmla="*/ 2403 w 4494"/>
                      <a:gd name="connsiteY1" fmla="*/ 1564 h 1563"/>
                      <a:gd name="connsiteX2" fmla="*/ 9 w 4494"/>
                      <a:gd name="connsiteY2" fmla="*/ 677 h 1563"/>
                      <a:gd name="connsiteX3" fmla="*/ 2048 w 4494"/>
                      <a:gd name="connsiteY3" fmla="*/ 12 h 1563"/>
                      <a:gd name="connsiteX4" fmla="*/ 4486 w 4494"/>
                      <a:gd name="connsiteY4" fmla="*/ 855 h 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4" h="1563">
                        <a:moveTo>
                          <a:pt x="4486" y="855"/>
                        </a:moveTo>
                        <a:cubicBezTo>
                          <a:pt x="4619" y="1520"/>
                          <a:pt x="3156" y="1564"/>
                          <a:pt x="2403" y="1564"/>
                        </a:cubicBezTo>
                        <a:cubicBezTo>
                          <a:pt x="1649" y="1520"/>
                          <a:pt x="142" y="1342"/>
                          <a:pt x="9" y="677"/>
                        </a:cubicBezTo>
                        <a:cubicBezTo>
                          <a:pt x="-124" y="12"/>
                          <a:pt x="1294" y="-32"/>
                          <a:pt x="2048" y="12"/>
                        </a:cubicBezTo>
                        <a:cubicBezTo>
                          <a:pt x="2757" y="12"/>
                          <a:pt x="4309" y="190"/>
                          <a:pt x="4486" y="8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60" name="Forme libre : forme 23259">
                    <a:extLst>
                      <a:ext uri="{FF2B5EF4-FFF2-40B4-BE49-F238E27FC236}">
                        <a16:creationId xmlns:a16="http://schemas.microsoft.com/office/drawing/2014/main" id="{2EDB68FA-7D04-4733-8DD8-B2729DD12122}"/>
                      </a:ext>
                    </a:extLst>
                  </p:cNvPr>
                  <p:cNvSpPr/>
                  <p:nvPr/>
                </p:nvSpPr>
                <p:spPr>
                  <a:xfrm>
                    <a:off x="6018949" y="1162554"/>
                    <a:ext cx="38418" cy="17624"/>
                  </a:xfrm>
                  <a:custGeom>
                    <a:avLst/>
                    <a:gdLst>
                      <a:gd name="connsiteX0" fmla="*/ 28863 w 38418"/>
                      <a:gd name="connsiteY0" fmla="*/ 7871 h 17624"/>
                      <a:gd name="connsiteX1" fmla="*/ 38172 w 38418"/>
                      <a:gd name="connsiteY1" fmla="*/ 15009 h 17624"/>
                      <a:gd name="connsiteX2" fmla="*/ 35379 w 38418"/>
                      <a:gd name="connsiteY2" fmla="*/ 17624 h 17624"/>
                      <a:gd name="connsiteX3" fmla="*/ 30725 w 38418"/>
                      <a:gd name="connsiteY3" fmla="*/ 15895 h 17624"/>
                      <a:gd name="connsiteX4" fmla="*/ 17071 w 38418"/>
                      <a:gd name="connsiteY4" fmla="*/ 9334 h 17624"/>
                      <a:gd name="connsiteX5" fmla="*/ 402 w 38418"/>
                      <a:gd name="connsiteY5" fmla="*/ 1665 h 17624"/>
                      <a:gd name="connsiteX6" fmla="*/ 20130 w 38418"/>
                      <a:gd name="connsiteY6" fmla="*/ 2419 h 17624"/>
                      <a:gd name="connsiteX7" fmla="*/ 28863 w 38418"/>
                      <a:gd name="connsiteY7" fmla="*/ 7871 h 17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418" h="17624">
                        <a:moveTo>
                          <a:pt x="28863" y="7871"/>
                        </a:moveTo>
                        <a:cubicBezTo>
                          <a:pt x="32897" y="10176"/>
                          <a:pt x="35823" y="11817"/>
                          <a:pt x="38172" y="15009"/>
                        </a:cubicBezTo>
                        <a:cubicBezTo>
                          <a:pt x="39059" y="16205"/>
                          <a:pt x="37419" y="17624"/>
                          <a:pt x="35379" y="17624"/>
                        </a:cubicBezTo>
                        <a:cubicBezTo>
                          <a:pt x="33340" y="17624"/>
                          <a:pt x="32055" y="16737"/>
                          <a:pt x="30725" y="15895"/>
                        </a:cubicBezTo>
                        <a:cubicBezTo>
                          <a:pt x="26557" y="13280"/>
                          <a:pt x="22080" y="11285"/>
                          <a:pt x="17071" y="9334"/>
                        </a:cubicBezTo>
                        <a:cubicBezTo>
                          <a:pt x="13968" y="8093"/>
                          <a:pt x="-2790" y="5123"/>
                          <a:pt x="402" y="1665"/>
                        </a:cubicBezTo>
                        <a:cubicBezTo>
                          <a:pt x="3594" y="-1704"/>
                          <a:pt x="15962" y="823"/>
                          <a:pt x="20130" y="2419"/>
                        </a:cubicBezTo>
                        <a:cubicBezTo>
                          <a:pt x="24252" y="4014"/>
                          <a:pt x="25848" y="6142"/>
                          <a:pt x="28863" y="787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210" name="Graphique 2">
                  <a:extLst>
                    <a:ext uri="{FF2B5EF4-FFF2-40B4-BE49-F238E27FC236}">
                      <a16:creationId xmlns:a16="http://schemas.microsoft.com/office/drawing/2014/main" id="{FB2EF23D-FE71-4076-98CA-2EA2909E91BC}"/>
                    </a:ext>
                  </a:extLst>
                </p:cNvPr>
                <p:cNvGrpSpPr/>
                <p:nvPr/>
              </p:nvGrpSpPr>
              <p:grpSpPr>
                <a:xfrm>
                  <a:off x="6061683" y="1162338"/>
                  <a:ext cx="92703" cy="36038"/>
                  <a:chOff x="6061683" y="1162338"/>
                  <a:chExt cx="92703" cy="36038"/>
                </a:xfrm>
                <a:solidFill>
                  <a:schemeClr val="accent1"/>
                </a:solidFill>
              </p:grpSpPr>
              <p:sp>
                <p:nvSpPr>
                  <p:cNvPr id="23237" name="Forme libre : forme 23236">
                    <a:extLst>
                      <a:ext uri="{FF2B5EF4-FFF2-40B4-BE49-F238E27FC236}">
                        <a16:creationId xmlns:a16="http://schemas.microsoft.com/office/drawing/2014/main" id="{C012F8D6-9AEF-4E60-898B-BC2E800B5129}"/>
                      </a:ext>
                    </a:extLst>
                  </p:cNvPr>
                  <p:cNvSpPr/>
                  <p:nvPr/>
                </p:nvSpPr>
                <p:spPr>
                  <a:xfrm>
                    <a:off x="6061683" y="1162338"/>
                    <a:ext cx="92703" cy="36038"/>
                  </a:xfrm>
                  <a:custGeom>
                    <a:avLst/>
                    <a:gdLst>
                      <a:gd name="connsiteX0" fmla="*/ 61979 w 92703"/>
                      <a:gd name="connsiteY0" fmla="*/ 35972 h 36038"/>
                      <a:gd name="connsiteX1" fmla="*/ 30859 w 92703"/>
                      <a:gd name="connsiteY1" fmla="*/ 35129 h 36038"/>
                      <a:gd name="connsiteX2" fmla="*/ 13614 w 92703"/>
                      <a:gd name="connsiteY2" fmla="*/ 30696 h 36038"/>
                      <a:gd name="connsiteX3" fmla="*/ 1645 w 92703"/>
                      <a:gd name="connsiteY3" fmla="*/ 21210 h 36038"/>
                      <a:gd name="connsiteX4" fmla="*/ 2399 w 92703"/>
                      <a:gd name="connsiteY4" fmla="*/ 11191 h 36038"/>
                      <a:gd name="connsiteX5" fmla="*/ 15299 w 92703"/>
                      <a:gd name="connsiteY5" fmla="*/ 3388 h 36038"/>
                      <a:gd name="connsiteX6" fmla="*/ 32455 w 92703"/>
                      <a:gd name="connsiteY6" fmla="*/ 64 h 36038"/>
                      <a:gd name="connsiteX7" fmla="*/ 61714 w 92703"/>
                      <a:gd name="connsiteY7" fmla="*/ 950 h 36038"/>
                      <a:gd name="connsiteX8" fmla="*/ 89908 w 92703"/>
                      <a:gd name="connsiteY8" fmla="*/ 13718 h 36038"/>
                      <a:gd name="connsiteX9" fmla="*/ 91504 w 92703"/>
                      <a:gd name="connsiteY9" fmla="*/ 23426 h 36038"/>
                      <a:gd name="connsiteX10" fmla="*/ 61979 w 92703"/>
                      <a:gd name="connsiteY10" fmla="*/ 35972 h 36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2703" h="36038">
                        <a:moveTo>
                          <a:pt x="61979" y="35972"/>
                        </a:moveTo>
                        <a:cubicBezTo>
                          <a:pt x="54399" y="36238"/>
                          <a:pt x="38351" y="35661"/>
                          <a:pt x="30859" y="35129"/>
                        </a:cubicBezTo>
                        <a:cubicBezTo>
                          <a:pt x="23988" y="34597"/>
                          <a:pt x="18225" y="33046"/>
                          <a:pt x="13614" y="30696"/>
                        </a:cubicBezTo>
                        <a:cubicBezTo>
                          <a:pt x="8960" y="28302"/>
                          <a:pt x="5280" y="25066"/>
                          <a:pt x="1645" y="21210"/>
                        </a:cubicBezTo>
                        <a:cubicBezTo>
                          <a:pt x="-882" y="18505"/>
                          <a:pt x="-394" y="13452"/>
                          <a:pt x="2399" y="11191"/>
                        </a:cubicBezTo>
                        <a:cubicBezTo>
                          <a:pt x="6433" y="7910"/>
                          <a:pt x="10556" y="5295"/>
                          <a:pt x="15299" y="3388"/>
                        </a:cubicBezTo>
                        <a:cubicBezTo>
                          <a:pt x="20042" y="1482"/>
                          <a:pt x="25362" y="285"/>
                          <a:pt x="32455" y="64"/>
                        </a:cubicBezTo>
                        <a:cubicBezTo>
                          <a:pt x="39903" y="-202"/>
                          <a:pt x="54443" y="418"/>
                          <a:pt x="61714" y="950"/>
                        </a:cubicBezTo>
                        <a:cubicBezTo>
                          <a:pt x="75323" y="1926"/>
                          <a:pt x="82283" y="6935"/>
                          <a:pt x="89908" y="13718"/>
                        </a:cubicBezTo>
                        <a:cubicBezTo>
                          <a:pt x="92524" y="16067"/>
                          <a:pt x="93809" y="20811"/>
                          <a:pt x="91504" y="23426"/>
                        </a:cubicBezTo>
                        <a:cubicBezTo>
                          <a:pt x="84899" y="30785"/>
                          <a:pt x="76077" y="35440"/>
                          <a:pt x="61979" y="3597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38" name="Forme libre : forme 23237">
                    <a:extLst>
                      <a:ext uri="{FF2B5EF4-FFF2-40B4-BE49-F238E27FC236}">
                        <a16:creationId xmlns:a16="http://schemas.microsoft.com/office/drawing/2014/main" id="{26A1CC41-C400-48AB-8C76-D723A7AF1676}"/>
                      </a:ext>
                    </a:extLst>
                  </p:cNvPr>
                  <p:cNvSpPr/>
                  <p:nvPr/>
                </p:nvSpPr>
                <p:spPr>
                  <a:xfrm>
                    <a:off x="6061687" y="1179247"/>
                    <a:ext cx="91587" cy="19066"/>
                  </a:xfrm>
                  <a:custGeom>
                    <a:avLst/>
                    <a:gdLst>
                      <a:gd name="connsiteX0" fmla="*/ 35908 w 91587"/>
                      <a:gd name="connsiteY0" fmla="*/ 5719 h 19066"/>
                      <a:gd name="connsiteX1" fmla="*/ 0 w 91587"/>
                      <a:gd name="connsiteY1" fmla="*/ 0 h 19066"/>
                      <a:gd name="connsiteX2" fmla="*/ 1596 w 91587"/>
                      <a:gd name="connsiteY2" fmla="*/ 4167 h 19066"/>
                      <a:gd name="connsiteX3" fmla="*/ 5408 w 91587"/>
                      <a:gd name="connsiteY3" fmla="*/ 7935 h 19066"/>
                      <a:gd name="connsiteX4" fmla="*/ 18796 w 91587"/>
                      <a:gd name="connsiteY4" fmla="*/ 15826 h 19066"/>
                      <a:gd name="connsiteX5" fmla="*/ 24471 w 91587"/>
                      <a:gd name="connsiteY5" fmla="*/ 17289 h 19066"/>
                      <a:gd name="connsiteX6" fmla="*/ 30810 w 91587"/>
                      <a:gd name="connsiteY6" fmla="*/ 18131 h 19066"/>
                      <a:gd name="connsiteX7" fmla="*/ 35731 w 91587"/>
                      <a:gd name="connsiteY7" fmla="*/ 18442 h 19066"/>
                      <a:gd name="connsiteX8" fmla="*/ 59581 w 91587"/>
                      <a:gd name="connsiteY8" fmla="*/ 19062 h 19066"/>
                      <a:gd name="connsiteX9" fmla="*/ 61930 w 91587"/>
                      <a:gd name="connsiteY9" fmla="*/ 19018 h 19066"/>
                      <a:gd name="connsiteX10" fmla="*/ 75097 w 91587"/>
                      <a:gd name="connsiteY10" fmla="*/ 16979 h 19066"/>
                      <a:gd name="connsiteX11" fmla="*/ 88174 w 91587"/>
                      <a:gd name="connsiteY11" fmla="*/ 9708 h 19066"/>
                      <a:gd name="connsiteX12" fmla="*/ 91499 w 91587"/>
                      <a:gd name="connsiteY12" fmla="*/ 6384 h 19066"/>
                      <a:gd name="connsiteX13" fmla="*/ 91588 w 91587"/>
                      <a:gd name="connsiteY13" fmla="*/ 6251 h 19066"/>
                      <a:gd name="connsiteX14" fmla="*/ 35908 w 91587"/>
                      <a:gd name="connsiteY14" fmla="*/ 5719 h 19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1587" h="19066">
                        <a:moveTo>
                          <a:pt x="35908" y="5719"/>
                        </a:moveTo>
                        <a:cubicBezTo>
                          <a:pt x="23495" y="6162"/>
                          <a:pt x="9576" y="5630"/>
                          <a:pt x="0" y="0"/>
                        </a:cubicBezTo>
                        <a:cubicBezTo>
                          <a:pt x="89" y="1551"/>
                          <a:pt x="576" y="3059"/>
                          <a:pt x="1596" y="4167"/>
                        </a:cubicBezTo>
                        <a:cubicBezTo>
                          <a:pt x="2837" y="5497"/>
                          <a:pt x="4123" y="6738"/>
                          <a:pt x="5408" y="7935"/>
                        </a:cubicBezTo>
                        <a:cubicBezTo>
                          <a:pt x="9176" y="11304"/>
                          <a:pt x="13388" y="14053"/>
                          <a:pt x="18796" y="15826"/>
                        </a:cubicBezTo>
                        <a:cubicBezTo>
                          <a:pt x="20569" y="16402"/>
                          <a:pt x="22431" y="16890"/>
                          <a:pt x="24471" y="17289"/>
                        </a:cubicBezTo>
                        <a:cubicBezTo>
                          <a:pt x="26421" y="17688"/>
                          <a:pt x="28505" y="17954"/>
                          <a:pt x="30810" y="18131"/>
                        </a:cubicBezTo>
                        <a:cubicBezTo>
                          <a:pt x="32229" y="18220"/>
                          <a:pt x="33869" y="18309"/>
                          <a:pt x="35731" y="18442"/>
                        </a:cubicBezTo>
                        <a:cubicBezTo>
                          <a:pt x="42957" y="18796"/>
                          <a:pt x="53020" y="19107"/>
                          <a:pt x="59581" y="19062"/>
                        </a:cubicBezTo>
                        <a:cubicBezTo>
                          <a:pt x="60423" y="19062"/>
                          <a:pt x="61221" y="19018"/>
                          <a:pt x="61930" y="19018"/>
                        </a:cubicBezTo>
                        <a:cubicBezTo>
                          <a:pt x="66940" y="18841"/>
                          <a:pt x="71284" y="18131"/>
                          <a:pt x="75097" y="16979"/>
                        </a:cubicBezTo>
                        <a:cubicBezTo>
                          <a:pt x="80328" y="15294"/>
                          <a:pt x="84495" y="12812"/>
                          <a:pt x="88174" y="9708"/>
                        </a:cubicBezTo>
                        <a:cubicBezTo>
                          <a:pt x="89327" y="8689"/>
                          <a:pt x="90435" y="7581"/>
                          <a:pt x="91499" y="6384"/>
                        </a:cubicBezTo>
                        <a:lnTo>
                          <a:pt x="91588" y="6251"/>
                        </a:lnTo>
                        <a:cubicBezTo>
                          <a:pt x="72969" y="6605"/>
                          <a:pt x="53906" y="5142"/>
                          <a:pt x="35908" y="571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39" name="Forme libre : forme 23238">
                    <a:extLst>
                      <a:ext uri="{FF2B5EF4-FFF2-40B4-BE49-F238E27FC236}">
                        <a16:creationId xmlns:a16="http://schemas.microsoft.com/office/drawing/2014/main" id="{D69854FC-85A3-417F-87A8-341DB87D23DB}"/>
                      </a:ext>
                    </a:extLst>
                  </p:cNvPr>
                  <p:cNvSpPr/>
                  <p:nvPr/>
                </p:nvSpPr>
                <p:spPr>
                  <a:xfrm>
                    <a:off x="6093827" y="1175447"/>
                    <a:ext cx="42824" cy="11715"/>
                  </a:xfrm>
                  <a:custGeom>
                    <a:avLst/>
                    <a:gdLst>
                      <a:gd name="connsiteX0" fmla="*/ 42824 w 42824"/>
                      <a:gd name="connsiteY0" fmla="*/ 6416 h 11715"/>
                      <a:gd name="connsiteX1" fmla="*/ 20348 w 42824"/>
                      <a:gd name="connsiteY1" fmla="*/ 11692 h 11715"/>
                      <a:gd name="connsiteX2" fmla="*/ 0 w 42824"/>
                      <a:gd name="connsiteY2" fmla="*/ 4865 h 11715"/>
                      <a:gd name="connsiteX3" fmla="*/ 20614 w 42824"/>
                      <a:gd name="connsiteY3" fmla="*/ 166 h 11715"/>
                      <a:gd name="connsiteX4" fmla="*/ 42824 w 42824"/>
                      <a:gd name="connsiteY4" fmla="*/ 6416 h 11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24" h="11715">
                        <a:moveTo>
                          <a:pt x="42824" y="6416"/>
                        </a:moveTo>
                        <a:cubicBezTo>
                          <a:pt x="42957" y="11160"/>
                          <a:pt x="25978" y="11869"/>
                          <a:pt x="20348" y="11692"/>
                        </a:cubicBezTo>
                        <a:cubicBezTo>
                          <a:pt x="14674" y="11514"/>
                          <a:pt x="45" y="9919"/>
                          <a:pt x="0" y="4865"/>
                        </a:cubicBezTo>
                        <a:cubicBezTo>
                          <a:pt x="-88" y="-322"/>
                          <a:pt x="15339" y="-233"/>
                          <a:pt x="20614" y="166"/>
                        </a:cubicBezTo>
                        <a:cubicBezTo>
                          <a:pt x="25890" y="520"/>
                          <a:pt x="42691" y="1717"/>
                          <a:pt x="42824" y="641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40" name="Forme libre : forme 23239">
                    <a:extLst>
                      <a:ext uri="{FF2B5EF4-FFF2-40B4-BE49-F238E27FC236}">
                        <a16:creationId xmlns:a16="http://schemas.microsoft.com/office/drawing/2014/main" id="{AE79AEE4-0163-4ED6-B133-26F85612CDB3}"/>
                      </a:ext>
                    </a:extLst>
                  </p:cNvPr>
                  <p:cNvSpPr/>
                  <p:nvPr/>
                </p:nvSpPr>
                <p:spPr>
                  <a:xfrm>
                    <a:off x="6093527" y="1175923"/>
                    <a:ext cx="30090" cy="11279"/>
                  </a:xfrm>
                  <a:custGeom>
                    <a:avLst/>
                    <a:gdLst>
                      <a:gd name="connsiteX0" fmla="*/ 9433 w 30090"/>
                      <a:gd name="connsiteY0" fmla="*/ 0 h 11279"/>
                      <a:gd name="connsiteX1" fmla="*/ 79 w 30090"/>
                      <a:gd name="connsiteY1" fmla="*/ 4433 h 11279"/>
                      <a:gd name="connsiteX2" fmla="*/ 20914 w 30090"/>
                      <a:gd name="connsiteY2" fmla="*/ 11260 h 11279"/>
                      <a:gd name="connsiteX3" fmla="*/ 30091 w 30090"/>
                      <a:gd name="connsiteY3" fmla="*/ 10772 h 11279"/>
                      <a:gd name="connsiteX4" fmla="*/ 25214 w 30090"/>
                      <a:gd name="connsiteY4" fmla="*/ 10285 h 11279"/>
                      <a:gd name="connsiteX5" fmla="*/ 9433 w 30090"/>
                      <a:gd name="connsiteY5" fmla="*/ 0 h 1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090" h="11279">
                        <a:moveTo>
                          <a:pt x="9433" y="0"/>
                        </a:moveTo>
                        <a:cubicBezTo>
                          <a:pt x="6728" y="798"/>
                          <a:pt x="-852" y="1197"/>
                          <a:pt x="79" y="4433"/>
                        </a:cubicBezTo>
                        <a:cubicBezTo>
                          <a:pt x="1586" y="9531"/>
                          <a:pt x="13733" y="10950"/>
                          <a:pt x="20914" y="11260"/>
                        </a:cubicBezTo>
                        <a:cubicBezTo>
                          <a:pt x="22998" y="11349"/>
                          <a:pt x="27697" y="11127"/>
                          <a:pt x="30091" y="10772"/>
                        </a:cubicBezTo>
                        <a:cubicBezTo>
                          <a:pt x="28717" y="10684"/>
                          <a:pt x="26456" y="10639"/>
                          <a:pt x="25214" y="10285"/>
                        </a:cubicBezTo>
                        <a:cubicBezTo>
                          <a:pt x="18033" y="8378"/>
                          <a:pt x="9654" y="5586"/>
                          <a:pt x="9433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41" name="Forme libre : forme 23240">
                    <a:extLst>
                      <a:ext uri="{FF2B5EF4-FFF2-40B4-BE49-F238E27FC236}">
                        <a16:creationId xmlns:a16="http://schemas.microsoft.com/office/drawing/2014/main" id="{A70B9385-8C12-4499-A5E3-E12426A0E326}"/>
                      </a:ext>
                    </a:extLst>
                  </p:cNvPr>
                  <p:cNvSpPr/>
                  <p:nvPr/>
                </p:nvSpPr>
                <p:spPr>
                  <a:xfrm>
                    <a:off x="6095992" y="1176903"/>
                    <a:ext cx="43031" cy="11700"/>
                  </a:xfrm>
                  <a:custGeom>
                    <a:avLst/>
                    <a:gdLst>
                      <a:gd name="connsiteX0" fmla="*/ 42964 w 43031"/>
                      <a:gd name="connsiteY0" fmla="*/ 6157 h 11700"/>
                      <a:gd name="connsiteX1" fmla="*/ 20134 w 43031"/>
                      <a:gd name="connsiteY1" fmla="*/ 11698 h 11700"/>
                      <a:gd name="connsiteX2" fmla="*/ 7 w 43031"/>
                      <a:gd name="connsiteY2" fmla="*/ 4783 h 11700"/>
                      <a:gd name="connsiteX3" fmla="*/ 20533 w 43031"/>
                      <a:gd name="connsiteY3" fmla="*/ 128 h 11700"/>
                      <a:gd name="connsiteX4" fmla="*/ 42964 w 43031"/>
                      <a:gd name="connsiteY4" fmla="*/ 6157 h 11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031" h="11700">
                        <a:moveTo>
                          <a:pt x="42964" y="6157"/>
                        </a:moveTo>
                        <a:cubicBezTo>
                          <a:pt x="41634" y="10945"/>
                          <a:pt x="26251" y="11743"/>
                          <a:pt x="20134" y="11698"/>
                        </a:cubicBezTo>
                        <a:cubicBezTo>
                          <a:pt x="13972" y="11654"/>
                          <a:pt x="406" y="9970"/>
                          <a:pt x="7" y="4783"/>
                        </a:cubicBezTo>
                        <a:cubicBezTo>
                          <a:pt x="-392" y="-493"/>
                          <a:pt x="15612" y="-138"/>
                          <a:pt x="20533" y="128"/>
                        </a:cubicBezTo>
                        <a:cubicBezTo>
                          <a:pt x="25453" y="350"/>
                          <a:pt x="44294" y="1502"/>
                          <a:pt x="42964" y="615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42" name="Forme libre : forme 23241">
                    <a:extLst>
                      <a:ext uri="{FF2B5EF4-FFF2-40B4-BE49-F238E27FC236}">
                        <a16:creationId xmlns:a16="http://schemas.microsoft.com/office/drawing/2014/main" id="{DA7ABC0B-3865-4B05-B65A-02B40B456CD9}"/>
                      </a:ext>
                    </a:extLst>
                  </p:cNvPr>
                  <p:cNvSpPr/>
                  <p:nvPr/>
                </p:nvSpPr>
                <p:spPr>
                  <a:xfrm>
                    <a:off x="6073607" y="1170880"/>
                    <a:ext cx="53181" cy="24059"/>
                  </a:xfrm>
                  <a:custGeom>
                    <a:avLst/>
                    <a:gdLst>
                      <a:gd name="connsiteX0" fmla="*/ 271 w 53181"/>
                      <a:gd name="connsiteY0" fmla="*/ 9387 h 24059"/>
                      <a:gd name="connsiteX1" fmla="*/ 5591 w 53181"/>
                      <a:gd name="connsiteY1" fmla="*/ 15195 h 24059"/>
                      <a:gd name="connsiteX2" fmla="*/ 24831 w 53181"/>
                      <a:gd name="connsiteY2" fmla="*/ 23218 h 24059"/>
                      <a:gd name="connsiteX3" fmla="*/ 45489 w 53181"/>
                      <a:gd name="connsiteY3" fmla="*/ 22819 h 24059"/>
                      <a:gd name="connsiteX4" fmla="*/ 53025 w 53181"/>
                      <a:gd name="connsiteY4" fmla="*/ 16613 h 24059"/>
                      <a:gd name="connsiteX5" fmla="*/ 46464 w 53181"/>
                      <a:gd name="connsiteY5" fmla="*/ 13732 h 24059"/>
                      <a:gd name="connsiteX6" fmla="*/ 28510 w 53181"/>
                      <a:gd name="connsiteY6" fmla="*/ 6550 h 24059"/>
                      <a:gd name="connsiteX7" fmla="*/ 10290 w 53181"/>
                      <a:gd name="connsiteY7" fmla="*/ 78 h 24059"/>
                      <a:gd name="connsiteX8" fmla="*/ 271 w 53181"/>
                      <a:gd name="connsiteY8" fmla="*/ 9387 h 24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3181" h="24059">
                        <a:moveTo>
                          <a:pt x="271" y="9387"/>
                        </a:moveTo>
                        <a:cubicBezTo>
                          <a:pt x="1335" y="12357"/>
                          <a:pt x="2399" y="13288"/>
                          <a:pt x="5591" y="15195"/>
                        </a:cubicBezTo>
                        <a:cubicBezTo>
                          <a:pt x="11753" y="18830"/>
                          <a:pt x="16674" y="21756"/>
                          <a:pt x="24831" y="23218"/>
                        </a:cubicBezTo>
                        <a:cubicBezTo>
                          <a:pt x="31658" y="24460"/>
                          <a:pt x="39549" y="24327"/>
                          <a:pt x="45489" y="22819"/>
                        </a:cubicBezTo>
                        <a:cubicBezTo>
                          <a:pt x="49922" y="21711"/>
                          <a:pt x="54045" y="19450"/>
                          <a:pt x="53025" y="16613"/>
                        </a:cubicBezTo>
                        <a:cubicBezTo>
                          <a:pt x="52360" y="14840"/>
                          <a:pt x="49035" y="14618"/>
                          <a:pt x="46464" y="13732"/>
                        </a:cubicBezTo>
                        <a:cubicBezTo>
                          <a:pt x="40302" y="11692"/>
                          <a:pt x="34406" y="9919"/>
                          <a:pt x="28510" y="6550"/>
                        </a:cubicBezTo>
                        <a:cubicBezTo>
                          <a:pt x="23545" y="3669"/>
                          <a:pt x="17959" y="-632"/>
                          <a:pt x="10290" y="78"/>
                        </a:cubicBezTo>
                        <a:cubicBezTo>
                          <a:pt x="3419" y="743"/>
                          <a:pt x="-1192" y="5309"/>
                          <a:pt x="271" y="938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43" name="Forme libre : forme 23242">
                    <a:extLst>
                      <a:ext uri="{FF2B5EF4-FFF2-40B4-BE49-F238E27FC236}">
                        <a16:creationId xmlns:a16="http://schemas.microsoft.com/office/drawing/2014/main" id="{9590F408-17AA-4ED8-8A05-76AF95E05490}"/>
                      </a:ext>
                    </a:extLst>
                  </p:cNvPr>
                  <p:cNvSpPr/>
                  <p:nvPr/>
                </p:nvSpPr>
                <p:spPr>
                  <a:xfrm>
                    <a:off x="6084326" y="1171086"/>
                    <a:ext cx="17701" cy="5515"/>
                  </a:xfrm>
                  <a:custGeom>
                    <a:avLst/>
                    <a:gdLst>
                      <a:gd name="connsiteX0" fmla="*/ 1699 w 17701"/>
                      <a:gd name="connsiteY0" fmla="*/ 3064 h 5515"/>
                      <a:gd name="connsiteX1" fmla="*/ 59 w 17701"/>
                      <a:gd name="connsiteY1" fmla="*/ 4216 h 5515"/>
                      <a:gd name="connsiteX2" fmla="*/ 1345 w 17701"/>
                      <a:gd name="connsiteY2" fmla="*/ 5369 h 5515"/>
                      <a:gd name="connsiteX3" fmla="*/ 4537 w 17701"/>
                      <a:gd name="connsiteY3" fmla="*/ 5457 h 5515"/>
                      <a:gd name="connsiteX4" fmla="*/ 12428 w 17701"/>
                      <a:gd name="connsiteY4" fmla="*/ 4615 h 5515"/>
                      <a:gd name="connsiteX5" fmla="*/ 15265 w 17701"/>
                      <a:gd name="connsiteY5" fmla="*/ 3995 h 5515"/>
                      <a:gd name="connsiteX6" fmla="*/ 13669 w 17701"/>
                      <a:gd name="connsiteY6" fmla="*/ 5 h 5515"/>
                      <a:gd name="connsiteX7" fmla="*/ 1699 w 17701"/>
                      <a:gd name="connsiteY7" fmla="*/ 3064 h 5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701" h="5515">
                        <a:moveTo>
                          <a:pt x="1699" y="3064"/>
                        </a:moveTo>
                        <a:cubicBezTo>
                          <a:pt x="902" y="3418"/>
                          <a:pt x="325" y="3684"/>
                          <a:pt x="59" y="4216"/>
                        </a:cubicBezTo>
                        <a:cubicBezTo>
                          <a:pt x="-207" y="4792"/>
                          <a:pt x="458" y="5147"/>
                          <a:pt x="1345" y="5369"/>
                        </a:cubicBezTo>
                        <a:cubicBezTo>
                          <a:pt x="2231" y="5546"/>
                          <a:pt x="3561" y="5546"/>
                          <a:pt x="4537" y="5457"/>
                        </a:cubicBezTo>
                        <a:cubicBezTo>
                          <a:pt x="7152" y="5280"/>
                          <a:pt x="9945" y="5058"/>
                          <a:pt x="12428" y="4615"/>
                        </a:cubicBezTo>
                        <a:cubicBezTo>
                          <a:pt x="13447" y="4438"/>
                          <a:pt x="14422" y="4349"/>
                          <a:pt x="15265" y="3995"/>
                        </a:cubicBezTo>
                        <a:cubicBezTo>
                          <a:pt x="18723" y="2532"/>
                          <a:pt x="18767" y="-128"/>
                          <a:pt x="13669" y="5"/>
                        </a:cubicBezTo>
                        <a:cubicBezTo>
                          <a:pt x="9723" y="138"/>
                          <a:pt x="5024" y="1645"/>
                          <a:pt x="1699" y="306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44" name="Forme libre : forme 23243">
                    <a:extLst>
                      <a:ext uri="{FF2B5EF4-FFF2-40B4-BE49-F238E27FC236}">
                        <a16:creationId xmlns:a16="http://schemas.microsoft.com/office/drawing/2014/main" id="{42BD9E2A-C2E2-421F-9C9C-5301B3CF1FD2}"/>
                      </a:ext>
                    </a:extLst>
                  </p:cNvPr>
                  <p:cNvSpPr/>
                  <p:nvPr/>
                </p:nvSpPr>
                <p:spPr>
                  <a:xfrm>
                    <a:off x="6124726" y="1184390"/>
                    <a:ext cx="27174" cy="13121"/>
                  </a:xfrm>
                  <a:custGeom>
                    <a:avLst/>
                    <a:gdLst>
                      <a:gd name="connsiteX0" fmla="*/ 27175 w 27174"/>
                      <a:gd name="connsiteY0" fmla="*/ 0 h 13121"/>
                      <a:gd name="connsiteX1" fmla="*/ 0 w 27174"/>
                      <a:gd name="connsiteY1" fmla="*/ 13122 h 13121"/>
                      <a:gd name="connsiteX2" fmla="*/ 27175 w 27174"/>
                      <a:gd name="connsiteY2" fmla="*/ 0 h 13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174" h="13121">
                        <a:moveTo>
                          <a:pt x="27175" y="0"/>
                        </a:moveTo>
                        <a:cubicBezTo>
                          <a:pt x="23584" y="6738"/>
                          <a:pt x="9043" y="10950"/>
                          <a:pt x="0" y="13122"/>
                        </a:cubicBezTo>
                        <a:cubicBezTo>
                          <a:pt x="9886" y="10728"/>
                          <a:pt x="20437" y="5187"/>
                          <a:pt x="2717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45" name="Forme libre : forme 23244">
                    <a:extLst>
                      <a:ext uri="{FF2B5EF4-FFF2-40B4-BE49-F238E27FC236}">
                        <a16:creationId xmlns:a16="http://schemas.microsoft.com/office/drawing/2014/main" id="{6264DF88-DEA0-411D-A8C9-FA5A6E2883D1}"/>
                      </a:ext>
                    </a:extLst>
                  </p:cNvPr>
                  <p:cNvSpPr/>
                  <p:nvPr/>
                </p:nvSpPr>
                <p:spPr>
                  <a:xfrm>
                    <a:off x="6064657" y="1163466"/>
                    <a:ext cx="30544" cy="10905"/>
                  </a:xfrm>
                  <a:custGeom>
                    <a:avLst/>
                    <a:gdLst>
                      <a:gd name="connsiteX0" fmla="*/ 30544 w 30544"/>
                      <a:gd name="connsiteY0" fmla="*/ 0 h 10905"/>
                      <a:gd name="connsiteX1" fmla="*/ 21634 w 30544"/>
                      <a:gd name="connsiteY1" fmla="*/ 1197 h 10905"/>
                      <a:gd name="connsiteX2" fmla="*/ 13698 w 30544"/>
                      <a:gd name="connsiteY2" fmla="*/ 3679 h 10905"/>
                      <a:gd name="connsiteX3" fmla="*/ 0 w 30544"/>
                      <a:gd name="connsiteY3" fmla="*/ 10905 h 10905"/>
                      <a:gd name="connsiteX4" fmla="*/ 14053 w 30544"/>
                      <a:gd name="connsiteY4" fmla="*/ 4211 h 10905"/>
                      <a:gd name="connsiteX5" fmla="*/ 22298 w 30544"/>
                      <a:gd name="connsiteY5" fmla="*/ 1773 h 10905"/>
                      <a:gd name="connsiteX6" fmla="*/ 30544 w 30544"/>
                      <a:gd name="connsiteY6" fmla="*/ 0 h 10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544" h="10905">
                        <a:moveTo>
                          <a:pt x="30544" y="0"/>
                        </a:moveTo>
                        <a:cubicBezTo>
                          <a:pt x="27485" y="133"/>
                          <a:pt x="24471" y="532"/>
                          <a:pt x="21634" y="1197"/>
                        </a:cubicBezTo>
                        <a:cubicBezTo>
                          <a:pt x="18885" y="1862"/>
                          <a:pt x="16225" y="2704"/>
                          <a:pt x="13698" y="3679"/>
                        </a:cubicBezTo>
                        <a:cubicBezTo>
                          <a:pt x="8645" y="5674"/>
                          <a:pt x="4034" y="8201"/>
                          <a:pt x="0" y="10905"/>
                        </a:cubicBezTo>
                        <a:cubicBezTo>
                          <a:pt x="3635" y="8201"/>
                          <a:pt x="8689" y="6073"/>
                          <a:pt x="14053" y="4211"/>
                        </a:cubicBezTo>
                        <a:cubicBezTo>
                          <a:pt x="16757" y="3280"/>
                          <a:pt x="19506" y="2483"/>
                          <a:pt x="22298" y="1773"/>
                        </a:cubicBezTo>
                        <a:cubicBezTo>
                          <a:pt x="25136" y="1064"/>
                          <a:pt x="27929" y="488"/>
                          <a:pt x="305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46" name="Forme libre : forme 23245">
                    <a:extLst>
                      <a:ext uri="{FF2B5EF4-FFF2-40B4-BE49-F238E27FC236}">
                        <a16:creationId xmlns:a16="http://schemas.microsoft.com/office/drawing/2014/main" id="{48C3394B-164D-4B92-97DE-657370DDDE6F}"/>
                      </a:ext>
                    </a:extLst>
                  </p:cNvPr>
                  <p:cNvSpPr/>
                  <p:nvPr/>
                </p:nvSpPr>
                <p:spPr>
                  <a:xfrm>
                    <a:off x="6111156" y="1176787"/>
                    <a:ext cx="15832" cy="4364"/>
                  </a:xfrm>
                  <a:custGeom>
                    <a:avLst/>
                    <a:gdLst>
                      <a:gd name="connsiteX0" fmla="*/ 15698 w 15832"/>
                      <a:gd name="connsiteY0" fmla="*/ 3436 h 4364"/>
                      <a:gd name="connsiteX1" fmla="*/ 6344 w 15832"/>
                      <a:gd name="connsiteY1" fmla="*/ 3879 h 4364"/>
                      <a:gd name="connsiteX2" fmla="*/ 182 w 15832"/>
                      <a:gd name="connsiteY2" fmla="*/ 909 h 4364"/>
                      <a:gd name="connsiteX3" fmla="*/ 9004 w 15832"/>
                      <a:gd name="connsiteY3" fmla="*/ 598 h 4364"/>
                      <a:gd name="connsiteX4" fmla="*/ 15698 w 15832"/>
                      <a:gd name="connsiteY4" fmla="*/ 3436 h 4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32" h="4364">
                        <a:moveTo>
                          <a:pt x="15698" y="3436"/>
                        </a:moveTo>
                        <a:cubicBezTo>
                          <a:pt x="14634" y="5031"/>
                          <a:pt x="8294" y="4145"/>
                          <a:pt x="6344" y="3879"/>
                        </a:cubicBezTo>
                        <a:cubicBezTo>
                          <a:pt x="4393" y="3613"/>
                          <a:pt x="-1060" y="2549"/>
                          <a:pt x="182" y="909"/>
                        </a:cubicBezTo>
                        <a:cubicBezTo>
                          <a:pt x="1423" y="-731"/>
                          <a:pt x="7186" y="288"/>
                          <a:pt x="9004" y="598"/>
                        </a:cubicBezTo>
                        <a:cubicBezTo>
                          <a:pt x="10777" y="864"/>
                          <a:pt x="16806" y="1840"/>
                          <a:pt x="15698" y="343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47" name="Forme libre : forme 23246">
                    <a:extLst>
                      <a:ext uri="{FF2B5EF4-FFF2-40B4-BE49-F238E27FC236}">
                        <a16:creationId xmlns:a16="http://schemas.microsoft.com/office/drawing/2014/main" id="{3E241735-0B21-4599-8C48-3AB744259B25}"/>
                      </a:ext>
                    </a:extLst>
                  </p:cNvPr>
                  <p:cNvSpPr/>
                  <p:nvPr/>
                </p:nvSpPr>
                <p:spPr>
                  <a:xfrm>
                    <a:off x="6124850" y="1178972"/>
                    <a:ext cx="4494" cy="1570"/>
                  </a:xfrm>
                  <a:custGeom>
                    <a:avLst/>
                    <a:gdLst>
                      <a:gd name="connsiteX0" fmla="*/ 4486 w 4494"/>
                      <a:gd name="connsiteY0" fmla="*/ 852 h 1570"/>
                      <a:gd name="connsiteX1" fmla="*/ 2403 w 4494"/>
                      <a:gd name="connsiteY1" fmla="*/ 1561 h 1570"/>
                      <a:gd name="connsiteX2" fmla="*/ 9 w 4494"/>
                      <a:gd name="connsiteY2" fmla="*/ 719 h 1570"/>
                      <a:gd name="connsiteX3" fmla="*/ 2048 w 4494"/>
                      <a:gd name="connsiteY3" fmla="*/ 10 h 1570"/>
                      <a:gd name="connsiteX4" fmla="*/ 4486 w 4494"/>
                      <a:gd name="connsiteY4" fmla="*/ 852 h 1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4" h="1570">
                        <a:moveTo>
                          <a:pt x="4486" y="852"/>
                        </a:moveTo>
                        <a:cubicBezTo>
                          <a:pt x="4619" y="1517"/>
                          <a:pt x="3156" y="1605"/>
                          <a:pt x="2403" y="1561"/>
                        </a:cubicBezTo>
                        <a:cubicBezTo>
                          <a:pt x="1649" y="1517"/>
                          <a:pt x="142" y="1384"/>
                          <a:pt x="9" y="719"/>
                        </a:cubicBezTo>
                        <a:cubicBezTo>
                          <a:pt x="-124" y="54"/>
                          <a:pt x="1294" y="-35"/>
                          <a:pt x="2048" y="10"/>
                        </a:cubicBezTo>
                        <a:cubicBezTo>
                          <a:pt x="2802" y="54"/>
                          <a:pt x="4353" y="231"/>
                          <a:pt x="4486" y="8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48" name="Forme libre : forme 23247">
                    <a:extLst>
                      <a:ext uri="{FF2B5EF4-FFF2-40B4-BE49-F238E27FC236}">
                        <a16:creationId xmlns:a16="http://schemas.microsoft.com/office/drawing/2014/main" id="{C6AC7347-4D2F-4E7D-B92F-C9298CAE96C6}"/>
                      </a:ext>
                    </a:extLst>
                  </p:cNvPr>
                  <p:cNvSpPr/>
                  <p:nvPr/>
                </p:nvSpPr>
                <p:spPr>
                  <a:xfrm>
                    <a:off x="6111392" y="1165856"/>
                    <a:ext cx="38652" cy="17116"/>
                  </a:xfrm>
                  <a:custGeom>
                    <a:avLst/>
                    <a:gdLst>
                      <a:gd name="connsiteX0" fmla="*/ 28938 w 38652"/>
                      <a:gd name="connsiteY0" fmla="*/ 7540 h 17116"/>
                      <a:gd name="connsiteX1" fmla="*/ 38381 w 38652"/>
                      <a:gd name="connsiteY1" fmla="*/ 14411 h 17116"/>
                      <a:gd name="connsiteX2" fmla="*/ 35676 w 38652"/>
                      <a:gd name="connsiteY2" fmla="*/ 17115 h 17116"/>
                      <a:gd name="connsiteX3" fmla="*/ 30977 w 38652"/>
                      <a:gd name="connsiteY3" fmla="*/ 15519 h 17116"/>
                      <a:gd name="connsiteX4" fmla="*/ 17235 w 38652"/>
                      <a:gd name="connsiteY4" fmla="*/ 9180 h 17116"/>
                      <a:gd name="connsiteX5" fmla="*/ 389 w 38652"/>
                      <a:gd name="connsiteY5" fmla="*/ 1777 h 17116"/>
                      <a:gd name="connsiteX6" fmla="*/ 20161 w 38652"/>
                      <a:gd name="connsiteY6" fmla="*/ 2220 h 17116"/>
                      <a:gd name="connsiteX7" fmla="*/ 28938 w 38652"/>
                      <a:gd name="connsiteY7" fmla="*/ 7540 h 17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652" h="17116">
                        <a:moveTo>
                          <a:pt x="28938" y="7540"/>
                        </a:moveTo>
                        <a:cubicBezTo>
                          <a:pt x="32972" y="9756"/>
                          <a:pt x="35942" y="11308"/>
                          <a:pt x="38381" y="14411"/>
                        </a:cubicBezTo>
                        <a:cubicBezTo>
                          <a:pt x="39312" y="15564"/>
                          <a:pt x="37716" y="17071"/>
                          <a:pt x="35676" y="17115"/>
                        </a:cubicBezTo>
                        <a:cubicBezTo>
                          <a:pt x="33593" y="17160"/>
                          <a:pt x="32307" y="16317"/>
                          <a:pt x="30977" y="15519"/>
                        </a:cubicBezTo>
                        <a:cubicBezTo>
                          <a:pt x="26766" y="12948"/>
                          <a:pt x="22289" y="11131"/>
                          <a:pt x="17235" y="9180"/>
                        </a:cubicBezTo>
                        <a:cubicBezTo>
                          <a:pt x="14132" y="7983"/>
                          <a:pt x="-2758" y="5235"/>
                          <a:pt x="389" y="1777"/>
                        </a:cubicBezTo>
                        <a:cubicBezTo>
                          <a:pt x="3581" y="-1681"/>
                          <a:pt x="16082" y="713"/>
                          <a:pt x="20161" y="2220"/>
                        </a:cubicBezTo>
                        <a:cubicBezTo>
                          <a:pt x="24328" y="3772"/>
                          <a:pt x="25879" y="5900"/>
                          <a:pt x="28938" y="754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211" name="Graphique 2">
                  <a:extLst>
                    <a:ext uri="{FF2B5EF4-FFF2-40B4-BE49-F238E27FC236}">
                      <a16:creationId xmlns:a16="http://schemas.microsoft.com/office/drawing/2014/main" id="{63B489F5-F790-4C44-9387-9D244EEA963E}"/>
                    </a:ext>
                  </a:extLst>
                </p:cNvPr>
                <p:cNvGrpSpPr/>
                <p:nvPr/>
              </p:nvGrpSpPr>
              <p:grpSpPr>
                <a:xfrm>
                  <a:off x="6154334" y="1158734"/>
                  <a:ext cx="92357" cy="38651"/>
                  <a:chOff x="6154334" y="1158734"/>
                  <a:chExt cx="92357" cy="38651"/>
                </a:xfrm>
                <a:solidFill>
                  <a:schemeClr val="accent1"/>
                </a:solidFill>
              </p:grpSpPr>
              <p:sp>
                <p:nvSpPr>
                  <p:cNvPr id="23225" name="Forme libre : forme 23224">
                    <a:extLst>
                      <a:ext uri="{FF2B5EF4-FFF2-40B4-BE49-F238E27FC236}">
                        <a16:creationId xmlns:a16="http://schemas.microsoft.com/office/drawing/2014/main" id="{83C6E7AD-C40F-43DD-B360-39502BA4943C}"/>
                      </a:ext>
                    </a:extLst>
                  </p:cNvPr>
                  <p:cNvSpPr/>
                  <p:nvPr/>
                </p:nvSpPr>
                <p:spPr>
                  <a:xfrm>
                    <a:off x="6154334" y="1158734"/>
                    <a:ext cx="92357" cy="38651"/>
                  </a:xfrm>
                  <a:custGeom>
                    <a:avLst/>
                    <a:gdLst>
                      <a:gd name="connsiteX0" fmla="*/ 64684 w 92357"/>
                      <a:gd name="connsiteY0" fmla="*/ 34788 h 38651"/>
                      <a:gd name="connsiteX1" fmla="*/ 32854 w 92357"/>
                      <a:gd name="connsiteY1" fmla="*/ 38601 h 38651"/>
                      <a:gd name="connsiteX2" fmla="*/ 14767 w 92357"/>
                      <a:gd name="connsiteY2" fmla="*/ 35852 h 38651"/>
                      <a:gd name="connsiteX3" fmla="*/ 1867 w 92357"/>
                      <a:gd name="connsiteY3" fmla="*/ 27163 h 38651"/>
                      <a:gd name="connsiteX4" fmla="*/ 2133 w 92357"/>
                      <a:gd name="connsiteY4" fmla="*/ 17145 h 38651"/>
                      <a:gd name="connsiteX5" fmla="*/ 14147 w 92357"/>
                      <a:gd name="connsiteY5" fmla="*/ 8500 h 38651"/>
                      <a:gd name="connsiteX6" fmla="*/ 30372 w 92357"/>
                      <a:gd name="connsiteY6" fmla="*/ 3579 h 38651"/>
                      <a:gd name="connsiteX7" fmla="*/ 58566 w 92357"/>
                      <a:gd name="connsiteY7" fmla="*/ 255 h 38651"/>
                      <a:gd name="connsiteX8" fmla="*/ 88623 w 92357"/>
                      <a:gd name="connsiteY8" fmla="*/ 8278 h 38651"/>
                      <a:gd name="connsiteX9" fmla="*/ 91593 w 92357"/>
                      <a:gd name="connsiteY9" fmla="*/ 17632 h 38651"/>
                      <a:gd name="connsiteX10" fmla="*/ 64684 w 92357"/>
                      <a:gd name="connsiteY10" fmla="*/ 34788 h 3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2357" h="38651">
                        <a:moveTo>
                          <a:pt x="64684" y="34788"/>
                        </a:moveTo>
                        <a:cubicBezTo>
                          <a:pt x="57281" y="36384"/>
                          <a:pt x="40834" y="38379"/>
                          <a:pt x="32854" y="38601"/>
                        </a:cubicBezTo>
                        <a:cubicBezTo>
                          <a:pt x="25407" y="38911"/>
                          <a:pt x="19644" y="37759"/>
                          <a:pt x="14767" y="35852"/>
                        </a:cubicBezTo>
                        <a:cubicBezTo>
                          <a:pt x="9758" y="33857"/>
                          <a:pt x="5724" y="30843"/>
                          <a:pt x="1867" y="27163"/>
                        </a:cubicBezTo>
                        <a:cubicBezTo>
                          <a:pt x="-793" y="24592"/>
                          <a:pt x="-527" y="19494"/>
                          <a:pt x="2133" y="17145"/>
                        </a:cubicBezTo>
                        <a:cubicBezTo>
                          <a:pt x="5990" y="13687"/>
                          <a:pt x="9713" y="10805"/>
                          <a:pt x="14147" y="8500"/>
                        </a:cubicBezTo>
                        <a:cubicBezTo>
                          <a:pt x="18668" y="6151"/>
                          <a:pt x="23899" y="4599"/>
                          <a:pt x="30372" y="3579"/>
                        </a:cubicBezTo>
                        <a:cubicBezTo>
                          <a:pt x="37332" y="2560"/>
                          <a:pt x="51340" y="1008"/>
                          <a:pt x="58566" y="255"/>
                        </a:cubicBezTo>
                        <a:cubicBezTo>
                          <a:pt x="72043" y="-1031"/>
                          <a:pt x="80022" y="2693"/>
                          <a:pt x="88623" y="8278"/>
                        </a:cubicBezTo>
                        <a:cubicBezTo>
                          <a:pt x="91593" y="10185"/>
                          <a:pt x="93499" y="14751"/>
                          <a:pt x="91593" y="17632"/>
                        </a:cubicBezTo>
                        <a:cubicBezTo>
                          <a:pt x="86229" y="25922"/>
                          <a:pt x="78604" y="31907"/>
                          <a:pt x="64684" y="3478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26" name="Forme libre : forme 23225">
                    <a:extLst>
                      <a:ext uri="{FF2B5EF4-FFF2-40B4-BE49-F238E27FC236}">
                        <a16:creationId xmlns:a16="http://schemas.microsoft.com/office/drawing/2014/main" id="{8A9C1F77-F5E9-4546-BB39-2BC42DD818B2}"/>
                      </a:ext>
                    </a:extLst>
                  </p:cNvPr>
                  <p:cNvSpPr/>
                  <p:nvPr/>
                </p:nvSpPr>
                <p:spPr>
                  <a:xfrm>
                    <a:off x="6154428" y="1176144"/>
                    <a:ext cx="91676" cy="21199"/>
                  </a:xfrm>
                  <a:custGeom>
                    <a:avLst/>
                    <a:gdLst>
                      <a:gd name="connsiteX0" fmla="*/ 36440 w 91676"/>
                      <a:gd name="connsiteY0" fmla="*/ 8201 h 21199"/>
                      <a:gd name="connsiteX1" fmla="*/ 0 w 91676"/>
                      <a:gd name="connsiteY1" fmla="*/ 5630 h 21199"/>
                      <a:gd name="connsiteX2" fmla="*/ 1818 w 91676"/>
                      <a:gd name="connsiteY2" fmla="*/ 9708 h 21199"/>
                      <a:gd name="connsiteX3" fmla="*/ 5896 w 91676"/>
                      <a:gd name="connsiteY3" fmla="*/ 13255 h 21199"/>
                      <a:gd name="connsiteX4" fmla="*/ 20126 w 91676"/>
                      <a:gd name="connsiteY4" fmla="*/ 20082 h 21199"/>
                      <a:gd name="connsiteX5" fmla="*/ 32761 w 91676"/>
                      <a:gd name="connsiteY5" fmla="*/ 21146 h 21199"/>
                      <a:gd name="connsiteX6" fmla="*/ 37947 w 91676"/>
                      <a:gd name="connsiteY6" fmla="*/ 20836 h 21199"/>
                      <a:gd name="connsiteX7" fmla="*/ 62285 w 91676"/>
                      <a:gd name="connsiteY7" fmla="*/ 17777 h 21199"/>
                      <a:gd name="connsiteX8" fmla="*/ 64590 w 91676"/>
                      <a:gd name="connsiteY8" fmla="*/ 17333 h 21199"/>
                      <a:gd name="connsiteX9" fmla="*/ 77180 w 91676"/>
                      <a:gd name="connsiteY9" fmla="*/ 13122 h 21199"/>
                      <a:gd name="connsiteX10" fmla="*/ 88795 w 91676"/>
                      <a:gd name="connsiteY10" fmla="*/ 3946 h 21199"/>
                      <a:gd name="connsiteX11" fmla="*/ 91588 w 91676"/>
                      <a:gd name="connsiteY11" fmla="*/ 177 h 21199"/>
                      <a:gd name="connsiteX12" fmla="*/ 91676 w 91676"/>
                      <a:gd name="connsiteY12" fmla="*/ 0 h 21199"/>
                      <a:gd name="connsiteX13" fmla="*/ 36440 w 91676"/>
                      <a:gd name="connsiteY13" fmla="*/ 8201 h 21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1676" h="21199">
                        <a:moveTo>
                          <a:pt x="36440" y="8201"/>
                        </a:moveTo>
                        <a:cubicBezTo>
                          <a:pt x="23939" y="10196"/>
                          <a:pt x="9886" y="10817"/>
                          <a:pt x="0" y="5630"/>
                        </a:cubicBezTo>
                        <a:cubicBezTo>
                          <a:pt x="133" y="7182"/>
                          <a:pt x="709" y="8645"/>
                          <a:pt x="1818" y="9708"/>
                        </a:cubicBezTo>
                        <a:cubicBezTo>
                          <a:pt x="3148" y="10994"/>
                          <a:pt x="4522" y="12191"/>
                          <a:pt x="5896" y="13255"/>
                        </a:cubicBezTo>
                        <a:cubicBezTo>
                          <a:pt x="9930" y="16403"/>
                          <a:pt x="14585" y="18796"/>
                          <a:pt x="20126" y="20082"/>
                        </a:cubicBezTo>
                        <a:cubicBezTo>
                          <a:pt x="23761" y="20880"/>
                          <a:pt x="27928" y="21368"/>
                          <a:pt x="32761" y="21146"/>
                        </a:cubicBezTo>
                        <a:cubicBezTo>
                          <a:pt x="34224" y="21057"/>
                          <a:pt x="35997" y="20969"/>
                          <a:pt x="37947" y="20836"/>
                        </a:cubicBezTo>
                        <a:cubicBezTo>
                          <a:pt x="45528" y="20259"/>
                          <a:pt x="55813" y="18929"/>
                          <a:pt x="62285" y="17777"/>
                        </a:cubicBezTo>
                        <a:cubicBezTo>
                          <a:pt x="63127" y="17599"/>
                          <a:pt x="63925" y="17466"/>
                          <a:pt x="64590" y="17333"/>
                        </a:cubicBezTo>
                        <a:cubicBezTo>
                          <a:pt x="69511" y="16358"/>
                          <a:pt x="73634" y="14895"/>
                          <a:pt x="77180" y="13122"/>
                        </a:cubicBezTo>
                        <a:cubicBezTo>
                          <a:pt x="82012" y="10684"/>
                          <a:pt x="85692" y="7536"/>
                          <a:pt x="88795" y="3946"/>
                        </a:cubicBezTo>
                        <a:cubicBezTo>
                          <a:pt x="89770" y="2748"/>
                          <a:pt x="90701" y="1507"/>
                          <a:pt x="91588" y="177"/>
                        </a:cubicBezTo>
                        <a:lnTo>
                          <a:pt x="91676" y="0"/>
                        </a:lnTo>
                        <a:cubicBezTo>
                          <a:pt x="73412" y="3014"/>
                          <a:pt x="54439" y="5320"/>
                          <a:pt x="36440" y="820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27" name="Forme libre : forme 23226">
                    <a:extLst>
                      <a:ext uri="{FF2B5EF4-FFF2-40B4-BE49-F238E27FC236}">
                        <a16:creationId xmlns:a16="http://schemas.microsoft.com/office/drawing/2014/main" id="{0DB46959-459E-441D-BE87-846586663C4C}"/>
                      </a:ext>
                    </a:extLst>
                  </p:cNvPr>
                  <p:cNvSpPr/>
                  <p:nvPr/>
                </p:nvSpPr>
                <p:spPr>
                  <a:xfrm>
                    <a:off x="6186505" y="1171984"/>
                    <a:ext cx="42658" cy="12537"/>
                  </a:xfrm>
                  <a:custGeom>
                    <a:avLst/>
                    <a:gdLst>
                      <a:gd name="connsiteX0" fmla="*/ 42621 w 42658"/>
                      <a:gd name="connsiteY0" fmla="*/ 3141 h 12537"/>
                      <a:gd name="connsiteX1" fmla="*/ 21253 w 42658"/>
                      <a:gd name="connsiteY1" fmla="*/ 12051 h 12537"/>
                      <a:gd name="connsiteX2" fmla="*/ 19 w 42658"/>
                      <a:gd name="connsiteY2" fmla="*/ 8150 h 12537"/>
                      <a:gd name="connsiteX3" fmla="*/ 19702 w 42658"/>
                      <a:gd name="connsiteY3" fmla="*/ 614 h 12537"/>
                      <a:gd name="connsiteX4" fmla="*/ 42621 w 42658"/>
                      <a:gd name="connsiteY4" fmla="*/ 3141 h 12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58" h="12537">
                        <a:moveTo>
                          <a:pt x="42621" y="3141"/>
                        </a:moveTo>
                        <a:cubicBezTo>
                          <a:pt x="43552" y="7796"/>
                          <a:pt x="26928" y="11342"/>
                          <a:pt x="21253" y="12051"/>
                        </a:cubicBezTo>
                        <a:cubicBezTo>
                          <a:pt x="15579" y="12849"/>
                          <a:pt x="639" y="13293"/>
                          <a:pt x="19" y="8150"/>
                        </a:cubicBezTo>
                        <a:cubicBezTo>
                          <a:pt x="-602" y="3097"/>
                          <a:pt x="14426" y="1146"/>
                          <a:pt x="19702" y="614"/>
                        </a:cubicBezTo>
                        <a:cubicBezTo>
                          <a:pt x="24933" y="215"/>
                          <a:pt x="41690" y="-1425"/>
                          <a:pt x="42621" y="314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28" name="Forme libre : forme 23227">
                    <a:extLst>
                      <a:ext uri="{FF2B5EF4-FFF2-40B4-BE49-F238E27FC236}">
                        <a16:creationId xmlns:a16="http://schemas.microsoft.com/office/drawing/2014/main" id="{AC33D537-2B8D-4296-BBE1-4C93DE4DBF60}"/>
                      </a:ext>
                    </a:extLst>
                  </p:cNvPr>
                  <p:cNvSpPr/>
                  <p:nvPr/>
                </p:nvSpPr>
                <p:spPr>
                  <a:xfrm>
                    <a:off x="6186188" y="1174681"/>
                    <a:ext cx="30879" cy="9896"/>
                  </a:xfrm>
                  <a:custGeom>
                    <a:avLst/>
                    <a:gdLst>
                      <a:gd name="connsiteX0" fmla="*/ 8803 w 30879"/>
                      <a:gd name="connsiteY0" fmla="*/ 0 h 9896"/>
                      <a:gd name="connsiteX1" fmla="*/ 158 w 30879"/>
                      <a:gd name="connsiteY1" fmla="*/ 5541 h 9896"/>
                      <a:gd name="connsiteX2" fmla="*/ 21881 w 30879"/>
                      <a:gd name="connsiteY2" fmla="*/ 9398 h 9896"/>
                      <a:gd name="connsiteX3" fmla="*/ 30880 w 30879"/>
                      <a:gd name="connsiteY3" fmla="*/ 7403 h 9896"/>
                      <a:gd name="connsiteX4" fmla="*/ 25959 w 30879"/>
                      <a:gd name="connsiteY4" fmla="*/ 7758 h 9896"/>
                      <a:gd name="connsiteX5" fmla="*/ 8803 w 30879"/>
                      <a:gd name="connsiteY5" fmla="*/ 0 h 9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879" h="9896">
                        <a:moveTo>
                          <a:pt x="8803" y="0"/>
                        </a:moveTo>
                        <a:cubicBezTo>
                          <a:pt x="6232" y="1153"/>
                          <a:pt x="-1171" y="2438"/>
                          <a:pt x="158" y="5541"/>
                        </a:cubicBezTo>
                        <a:cubicBezTo>
                          <a:pt x="2242" y="10506"/>
                          <a:pt x="14743" y="10285"/>
                          <a:pt x="21881" y="9398"/>
                        </a:cubicBezTo>
                        <a:cubicBezTo>
                          <a:pt x="23964" y="9176"/>
                          <a:pt x="28619" y="8157"/>
                          <a:pt x="30880" y="7403"/>
                        </a:cubicBezTo>
                        <a:cubicBezTo>
                          <a:pt x="29506" y="7536"/>
                          <a:pt x="27245" y="7891"/>
                          <a:pt x="25959" y="7758"/>
                        </a:cubicBezTo>
                        <a:cubicBezTo>
                          <a:pt x="18512" y="7049"/>
                          <a:pt x="9778" y="5541"/>
                          <a:pt x="8803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29" name="Forme libre : forme 23228">
                    <a:extLst>
                      <a:ext uri="{FF2B5EF4-FFF2-40B4-BE49-F238E27FC236}">
                        <a16:creationId xmlns:a16="http://schemas.microsoft.com/office/drawing/2014/main" id="{F3EC1EDF-B3DF-44FC-8948-938C58801251}"/>
                      </a:ext>
                    </a:extLst>
                  </p:cNvPr>
                  <p:cNvSpPr/>
                  <p:nvPr/>
                </p:nvSpPr>
                <p:spPr>
                  <a:xfrm>
                    <a:off x="6188826" y="1172813"/>
                    <a:ext cx="42793" cy="12967"/>
                  </a:xfrm>
                  <a:custGeom>
                    <a:avLst/>
                    <a:gdLst>
                      <a:gd name="connsiteX0" fmla="*/ 42782 w 42793"/>
                      <a:gd name="connsiteY0" fmla="*/ 3110 h 12967"/>
                      <a:gd name="connsiteX1" fmla="*/ 21149 w 42793"/>
                      <a:gd name="connsiteY1" fmla="*/ 12375 h 12967"/>
                      <a:gd name="connsiteX2" fmla="*/ 47 w 42793"/>
                      <a:gd name="connsiteY2" fmla="*/ 8429 h 12967"/>
                      <a:gd name="connsiteX3" fmla="*/ 19642 w 42793"/>
                      <a:gd name="connsiteY3" fmla="*/ 849 h 12967"/>
                      <a:gd name="connsiteX4" fmla="*/ 42782 w 42793"/>
                      <a:gd name="connsiteY4" fmla="*/ 3110 h 12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793" h="12967">
                        <a:moveTo>
                          <a:pt x="42782" y="3110"/>
                        </a:moveTo>
                        <a:cubicBezTo>
                          <a:pt x="42250" y="8030"/>
                          <a:pt x="27267" y="11355"/>
                          <a:pt x="21149" y="12375"/>
                        </a:cubicBezTo>
                        <a:cubicBezTo>
                          <a:pt x="15031" y="13394"/>
                          <a:pt x="1067" y="13660"/>
                          <a:pt x="47" y="8429"/>
                        </a:cubicBezTo>
                        <a:cubicBezTo>
                          <a:pt x="-972" y="3376"/>
                          <a:pt x="14765" y="1469"/>
                          <a:pt x="19642" y="849"/>
                        </a:cubicBezTo>
                        <a:cubicBezTo>
                          <a:pt x="24518" y="361"/>
                          <a:pt x="43314" y="-1678"/>
                          <a:pt x="42782" y="311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30" name="Forme libre : forme 23229">
                    <a:extLst>
                      <a:ext uri="{FF2B5EF4-FFF2-40B4-BE49-F238E27FC236}">
                        <a16:creationId xmlns:a16="http://schemas.microsoft.com/office/drawing/2014/main" id="{DFC35DE6-822C-4D62-97F6-8417FC4D66B6}"/>
                      </a:ext>
                    </a:extLst>
                  </p:cNvPr>
                  <p:cNvSpPr/>
                  <p:nvPr/>
                </p:nvSpPr>
                <p:spPr>
                  <a:xfrm>
                    <a:off x="6166254" y="1171637"/>
                    <a:ext cx="54257" cy="21717"/>
                  </a:xfrm>
                  <a:custGeom>
                    <a:avLst/>
                    <a:gdLst>
                      <a:gd name="connsiteX0" fmla="*/ 409 w 54257"/>
                      <a:gd name="connsiteY0" fmla="*/ 10403 h 21717"/>
                      <a:gd name="connsiteX1" fmla="*/ 6216 w 54257"/>
                      <a:gd name="connsiteY1" fmla="*/ 15723 h 21717"/>
                      <a:gd name="connsiteX2" fmla="*/ 26697 w 54257"/>
                      <a:gd name="connsiteY2" fmla="*/ 21663 h 21717"/>
                      <a:gd name="connsiteX3" fmla="*/ 47488 w 54257"/>
                      <a:gd name="connsiteY3" fmla="*/ 18117 h 21717"/>
                      <a:gd name="connsiteX4" fmla="*/ 53916 w 54257"/>
                      <a:gd name="connsiteY4" fmla="*/ 10758 h 21717"/>
                      <a:gd name="connsiteX5" fmla="*/ 46956 w 54257"/>
                      <a:gd name="connsiteY5" fmla="*/ 9029 h 21717"/>
                      <a:gd name="connsiteX6" fmla="*/ 28116 w 54257"/>
                      <a:gd name="connsiteY6" fmla="*/ 4684 h 21717"/>
                      <a:gd name="connsiteX7" fmla="*/ 9541 w 54257"/>
                      <a:gd name="connsiteY7" fmla="*/ 296 h 21717"/>
                      <a:gd name="connsiteX8" fmla="*/ 409 w 54257"/>
                      <a:gd name="connsiteY8" fmla="*/ 10403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257" h="21717">
                        <a:moveTo>
                          <a:pt x="409" y="10403"/>
                        </a:moveTo>
                        <a:cubicBezTo>
                          <a:pt x="1739" y="13285"/>
                          <a:pt x="2847" y="14127"/>
                          <a:pt x="6216" y="15723"/>
                        </a:cubicBezTo>
                        <a:cubicBezTo>
                          <a:pt x="12644" y="18826"/>
                          <a:pt x="18053" y="21309"/>
                          <a:pt x="26697" y="21663"/>
                        </a:cubicBezTo>
                        <a:cubicBezTo>
                          <a:pt x="33923" y="22018"/>
                          <a:pt x="41858" y="20599"/>
                          <a:pt x="47488" y="18117"/>
                        </a:cubicBezTo>
                        <a:cubicBezTo>
                          <a:pt x="51700" y="16255"/>
                          <a:pt x="55424" y="13373"/>
                          <a:pt x="53916" y="10758"/>
                        </a:cubicBezTo>
                        <a:cubicBezTo>
                          <a:pt x="52985" y="9118"/>
                          <a:pt x="49661" y="9428"/>
                          <a:pt x="46956" y="9029"/>
                        </a:cubicBezTo>
                        <a:cubicBezTo>
                          <a:pt x="40528" y="8009"/>
                          <a:pt x="34366" y="7211"/>
                          <a:pt x="28116" y="4684"/>
                        </a:cubicBezTo>
                        <a:cubicBezTo>
                          <a:pt x="22796" y="2424"/>
                          <a:pt x="16989" y="-1034"/>
                          <a:pt x="9541" y="296"/>
                        </a:cubicBezTo>
                        <a:cubicBezTo>
                          <a:pt x="2803" y="1537"/>
                          <a:pt x="-1364" y="6458"/>
                          <a:pt x="409" y="1040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31" name="Forme libre : forme 23230">
                    <a:extLst>
                      <a:ext uri="{FF2B5EF4-FFF2-40B4-BE49-F238E27FC236}">
                        <a16:creationId xmlns:a16="http://schemas.microsoft.com/office/drawing/2014/main" id="{6AA67FF2-60C9-4176-8707-3C4CBA607D3F}"/>
                      </a:ext>
                    </a:extLst>
                  </p:cNvPr>
                  <p:cNvSpPr/>
                  <p:nvPr/>
                </p:nvSpPr>
                <p:spPr>
                  <a:xfrm>
                    <a:off x="6176685" y="1170426"/>
                    <a:ext cx="17009" cy="6829"/>
                  </a:xfrm>
                  <a:custGeom>
                    <a:avLst/>
                    <a:gdLst>
                      <a:gd name="connsiteX0" fmla="*/ 1548 w 17009"/>
                      <a:gd name="connsiteY0" fmla="*/ 4433 h 6829"/>
                      <a:gd name="connsiteX1" fmla="*/ 41 w 17009"/>
                      <a:gd name="connsiteY1" fmla="*/ 5763 h 6829"/>
                      <a:gd name="connsiteX2" fmla="*/ 1415 w 17009"/>
                      <a:gd name="connsiteY2" fmla="*/ 6782 h 6829"/>
                      <a:gd name="connsiteX3" fmla="*/ 4607 w 17009"/>
                      <a:gd name="connsiteY3" fmla="*/ 6605 h 6829"/>
                      <a:gd name="connsiteX4" fmla="*/ 12232 w 17009"/>
                      <a:gd name="connsiteY4" fmla="*/ 4876 h 6829"/>
                      <a:gd name="connsiteX5" fmla="*/ 14936 w 17009"/>
                      <a:gd name="connsiteY5" fmla="*/ 3901 h 6829"/>
                      <a:gd name="connsiteX6" fmla="*/ 12897 w 17009"/>
                      <a:gd name="connsiteY6" fmla="*/ 133 h 6829"/>
                      <a:gd name="connsiteX7" fmla="*/ 1548 w 17009"/>
                      <a:gd name="connsiteY7" fmla="*/ 4433 h 6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009" h="6829">
                        <a:moveTo>
                          <a:pt x="1548" y="4433"/>
                        </a:moveTo>
                        <a:cubicBezTo>
                          <a:pt x="795" y="4876"/>
                          <a:pt x="218" y="5187"/>
                          <a:pt x="41" y="5763"/>
                        </a:cubicBezTo>
                        <a:cubicBezTo>
                          <a:pt x="-181" y="6339"/>
                          <a:pt x="529" y="6649"/>
                          <a:pt x="1415" y="6782"/>
                        </a:cubicBezTo>
                        <a:cubicBezTo>
                          <a:pt x="2302" y="6915"/>
                          <a:pt x="3587" y="6738"/>
                          <a:pt x="4607" y="6605"/>
                        </a:cubicBezTo>
                        <a:cubicBezTo>
                          <a:pt x="7178" y="6162"/>
                          <a:pt x="9882" y="5586"/>
                          <a:pt x="12232" y="4876"/>
                        </a:cubicBezTo>
                        <a:cubicBezTo>
                          <a:pt x="13207" y="4566"/>
                          <a:pt x="14138" y="4344"/>
                          <a:pt x="14936" y="3901"/>
                        </a:cubicBezTo>
                        <a:cubicBezTo>
                          <a:pt x="18128" y="1995"/>
                          <a:pt x="17773" y="-621"/>
                          <a:pt x="12897" y="133"/>
                        </a:cubicBezTo>
                        <a:cubicBezTo>
                          <a:pt x="9040" y="709"/>
                          <a:pt x="4651" y="2748"/>
                          <a:pt x="1548" y="443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32" name="Forme libre : forme 23231">
                    <a:extLst>
                      <a:ext uri="{FF2B5EF4-FFF2-40B4-BE49-F238E27FC236}">
                        <a16:creationId xmlns:a16="http://schemas.microsoft.com/office/drawing/2014/main" id="{AD6FDBB6-27F1-44C5-A59F-B58031CBCA88}"/>
                      </a:ext>
                    </a:extLst>
                  </p:cNvPr>
                  <p:cNvSpPr/>
                  <p:nvPr/>
                </p:nvSpPr>
                <p:spPr>
                  <a:xfrm>
                    <a:off x="6219993" y="1175302"/>
                    <a:ext cx="24559" cy="17289"/>
                  </a:xfrm>
                  <a:custGeom>
                    <a:avLst/>
                    <a:gdLst>
                      <a:gd name="connsiteX0" fmla="*/ 24560 w 24559"/>
                      <a:gd name="connsiteY0" fmla="*/ 0 h 17289"/>
                      <a:gd name="connsiteX1" fmla="*/ 0 w 24559"/>
                      <a:gd name="connsiteY1" fmla="*/ 17289 h 17289"/>
                      <a:gd name="connsiteX2" fmla="*/ 24560 w 24559"/>
                      <a:gd name="connsiteY2" fmla="*/ 0 h 17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4559" h="17289">
                        <a:moveTo>
                          <a:pt x="24560" y="0"/>
                        </a:moveTo>
                        <a:cubicBezTo>
                          <a:pt x="21988" y="7137"/>
                          <a:pt x="8600" y="13610"/>
                          <a:pt x="0" y="17289"/>
                        </a:cubicBezTo>
                        <a:cubicBezTo>
                          <a:pt x="9354" y="13255"/>
                          <a:pt x="18619" y="6073"/>
                          <a:pt x="2456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33" name="Forme libre : forme 23232">
                    <a:extLst>
                      <a:ext uri="{FF2B5EF4-FFF2-40B4-BE49-F238E27FC236}">
                        <a16:creationId xmlns:a16="http://schemas.microsoft.com/office/drawing/2014/main" id="{5869CCE5-D285-45E9-A526-325BF773A7AA}"/>
                      </a:ext>
                    </a:extLst>
                  </p:cNvPr>
                  <p:cNvSpPr/>
                  <p:nvPr/>
                </p:nvSpPr>
                <p:spPr>
                  <a:xfrm>
                    <a:off x="6157132" y="1163288"/>
                    <a:ext cx="28770" cy="13432"/>
                  </a:xfrm>
                  <a:custGeom>
                    <a:avLst/>
                    <a:gdLst>
                      <a:gd name="connsiteX0" fmla="*/ 28771 w 28770"/>
                      <a:gd name="connsiteY0" fmla="*/ 0 h 13432"/>
                      <a:gd name="connsiteX1" fmla="*/ 0 w 28770"/>
                      <a:gd name="connsiteY1" fmla="*/ 13432 h 13432"/>
                      <a:gd name="connsiteX2" fmla="*/ 28771 w 28770"/>
                      <a:gd name="connsiteY2" fmla="*/ 0 h 13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770" h="13432">
                        <a:moveTo>
                          <a:pt x="28771" y="0"/>
                        </a:moveTo>
                        <a:cubicBezTo>
                          <a:pt x="17200" y="1862"/>
                          <a:pt x="7536" y="7802"/>
                          <a:pt x="0" y="13432"/>
                        </a:cubicBezTo>
                        <a:cubicBezTo>
                          <a:pt x="6783" y="7847"/>
                          <a:pt x="19106" y="3103"/>
                          <a:pt x="2877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34" name="Forme libre : forme 23233">
                    <a:extLst>
                      <a:ext uri="{FF2B5EF4-FFF2-40B4-BE49-F238E27FC236}">
                        <a16:creationId xmlns:a16="http://schemas.microsoft.com/office/drawing/2014/main" id="{7098E52E-D544-4340-BF96-077F1BC6BAAF}"/>
                      </a:ext>
                    </a:extLst>
                  </p:cNvPr>
                  <p:cNvSpPr/>
                  <p:nvPr/>
                </p:nvSpPr>
                <p:spPr>
                  <a:xfrm>
                    <a:off x="6203389" y="1173440"/>
                    <a:ext cx="15878" cy="3728"/>
                  </a:xfrm>
                  <a:custGeom>
                    <a:avLst/>
                    <a:gdLst>
                      <a:gd name="connsiteX0" fmla="*/ 15806 w 15878"/>
                      <a:gd name="connsiteY0" fmla="*/ 1729 h 3728"/>
                      <a:gd name="connsiteX1" fmla="*/ 6674 w 15878"/>
                      <a:gd name="connsiteY1" fmla="*/ 3724 h 3728"/>
                      <a:gd name="connsiteX2" fmla="*/ 113 w 15878"/>
                      <a:gd name="connsiteY2" fmla="*/ 1729 h 3728"/>
                      <a:gd name="connsiteX3" fmla="*/ 8714 w 15878"/>
                      <a:gd name="connsiteY3" fmla="*/ 0 h 3728"/>
                      <a:gd name="connsiteX4" fmla="*/ 15806 w 15878"/>
                      <a:gd name="connsiteY4" fmla="*/ 1729 h 3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78" h="3728">
                        <a:moveTo>
                          <a:pt x="15806" y="1729"/>
                        </a:moveTo>
                        <a:cubicBezTo>
                          <a:pt x="15008" y="3502"/>
                          <a:pt x="8625" y="3680"/>
                          <a:pt x="6674" y="3724"/>
                        </a:cubicBezTo>
                        <a:cubicBezTo>
                          <a:pt x="4724" y="3768"/>
                          <a:pt x="-862" y="3547"/>
                          <a:pt x="113" y="1729"/>
                        </a:cubicBezTo>
                        <a:cubicBezTo>
                          <a:pt x="1044" y="-89"/>
                          <a:pt x="6896" y="44"/>
                          <a:pt x="8714" y="0"/>
                        </a:cubicBezTo>
                        <a:cubicBezTo>
                          <a:pt x="10531" y="0"/>
                          <a:pt x="16604" y="-44"/>
                          <a:pt x="15806" y="172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35" name="Forme libre : forme 23234">
                    <a:extLst>
                      <a:ext uri="{FF2B5EF4-FFF2-40B4-BE49-F238E27FC236}">
                        <a16:creationId xmlns:a16="http://schemas.microsoft.com/office/drawing/2014/main" id="{4736CC0B-233E-4166-8ED2-E75DD04840AD}"/>
                      </a:ext>
                    </a:extLst>
                  </p:cNvPr>
                  <p:cNvSpPr/>
                  <p:nvPr/>
                </p:nvSpPr>
                <p:spPr>
                  <a:xfrm>
                    <a:off x="6217034" y="1173895"/>
                    <a:ext cx="4543" cy="1613"/>
                  </a:xfrm>
                  <a:custGeom>
                    <a:avLst/>
                    <a:gdLst>
                      <a:gd name="connsiteX0" fmla="*/ 4511 w 4543"/>
                      <a:gd name="connsiteY0" fmla="*/ 476 h 1613"/>
                      <a:gd name="connsiteX1" fmla="*/ 2561 w 4543"/>
                      <a:gd name="connsiteY1" fmla="*/ 1540 h 1613"/>
                      <a:gd name="connsiteX2" fmla="*/ 34 w 4543"/>
                      <a:gd name="connsiteY2" fmla="*/ 1096 h 1613"/>
                      <a:gd name="connsiteX3" fmla="*/ 1895 w 4543"/>
                      <a:gd name="connsiteY3" fmla="*/ 77 h 1613"/>
                      <a:gd name="connsiteX4" fmla="*/ 4511 w 4543"/>
                      <a:gd name="connsiteY4" fmla="*/ 476 h 1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43" h="1613">
                        <a:moveTo>
                          <a:pt x="4511" y="476"/>
                        </a:moveTo>
                        <a:cubicBezTo>
                          <a:pt x="4777" y="1096"/>
                          <a:pt x="3314" y="1407"/>
                          <a:pt x="2561" y="1540"/>
                        </a:cubicBezTo>
                        <a:cubicBezTo>
                          <a:pt x="1807" y="1628"/>
                          <a:pt x="300" y="1761"/>
                          <a:pt x="34" y="1096"/>
                        </a:cubicBezTo>
                        <a:cubicBezTo>
                          <a:pt x="-232" y="431"/>
                          <a:pt x="1142" y="165"/>
                          <a:pt x="1895" y="77"/>
                        </a:cubicBezTo>
                        <a:cubicBezTo>
                          <a:pt x="2738" y="-12"/>
                          <a:pt x="4290" y="-145"/>
                          <a:pt x="4511" y="4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36" name="Forme libre : forme 23235">
                    <a:extLst>
                      <a:ext uri="{FF2B5EF4-FFF2-40B4-BE49-F238E27FC236}">
                        <a16:creationId xmlns:a16="http://schemas.microsoft.com/office/drawing/2014/main" id="{4B7E1FBD-FD62-4184-92BE-DF13CA2136A4}"/>
                      </a:ext>
                    </a:extLst>
                  </p:cNvPr>
                  <p:cNvSpPr/>
                  <p:nvPr/>
                </p:nvSpPr>
                <p:spPr>
                  <a:xfrm>
                    <a:off x="6202174" y="1161970"/>
                    <a:ext cx="40050" cy="12793"/>
                  </a:xfrm>
                  <a:custGeom>
                    <a:avLst/>
                    <a:gdLst>
                      <a:gd name="connsiteX0" fmla="*/ 29212 w 40050"/>
                      <a:gd name="connsiteY0" fmla="*/ 4244 h 12793"/>
                      <a:gd name="connsiteX1" fmla="*/ 39674 w 40050"/>
                      <a:gd name="connsiteY1" fmla="*/ 9564 h 12793"/>
                      <a:gd name="connsiteX2" fmla="*/ 37413 w 40050"/>
                      <a:gd name="connsiteY2" fmla="*/ 12667 h 12793"/>
                      <a:gd name="connsiteX3" fmla="*/ 32537 w 40050"/>
                      <a:gd name="connsiteY3" fmla="*/ 11825 h 12793"/>
                      <a:gd name="connsiteX4" fmla="*/ 17952 w 40050"/>
                      <a:gd name="connsiteY4" fmla="*/ 7835 h 12793"/>
                      <a:gd name="connsiteX5" fmla="*/ 264 w 40050"/>
                      <a:gd name="connsiteY5" fmla="*/ 3269 h 12793"/>
                      <a:gd name="connsiteX6" fmla="*/ 19725 w 40050"/>
                      <a:gd name="connsiteY6" fmla="*/ 521 h 12793"/>
                      <a:gd name="connsiteX7" fmla="*/ 29212 w 40050"/>
                      <a:gd name="connsiteY7" fmla="*/ 4244 h 12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050" h="12793">
                        <a:moveTo>
                          <a:pt x="29212" y="4244"/>
                        </a:moveTo>
                        <a:cubicBezTo>
                          <a:pt x="33601" y="5796"/>
                          <a:pt x="36793" y="6860"/>
                          <a:pt x="39674" y="9564"/>
                        </a:cubicBezTo>
                        <a:cubicBezTo>
                          <a:pt x="40738" y="10584"/>
                          <a:pt x="39408" y="12268"/>
                          <a:pt x="37413" y="12667"/>
                        </a:cubicBezTo>
                        <a:cubicBezTo>
                          <a:pt x="35374" y="13066"/>
                          <a:pt x="34000" y="12446"/>
                          <a:pt x="32537" y="11825"/>
                        </a:cubicBezTo>
                        <a:cubicBezTo>
                          <a:pt x="27971" y="9963"/>
                          <a:pt x="23227" y="8899"/>
                          <a:pt x="17952" y="7835"/>
                        </a:cubicBezTo>
                        <a:cubicBezTo>
                          <a:pt x="14672" y="7214"/>
                          <a:pt x="-2307" y="7214"/>
                          <a:pt x="264" y="3269"/>
                        </a:cubicBezTo>
                        <a:cubicBezTo>
                          <a:pt x="2791" y="-588"/>
                          <a:pt x="15336" y="-322"/>
                          <a:pt x="19725" y="521"/>
                        </a:cubicBezTo>
                        <a:cubicBezTo>
                          <a:pt x="23981" y="1274"/>
                          <a:pt x="25932" y="3092"/>
                          <a:pt x="29212" y="424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212" name="Graphique 2">
                  <a:extLst>
                    <a:ext uri="{FF2B5EF4-FFF2-40B4-BE49-F238E27FC236}">
                      <a16:creationId xmlns:a16="http://schemas.microsoft.com/office/drawing/2014/main" id="{3FD079AB-D236-4E59-9A65-FCE1D13D42CB}"/>
                    </a:ext>
                  </a:extLst>
                </p:cNvPr>
                <p:cNvGrpSpPr/>
                <p:nvPr/>
              </p:nvGrpSpPr>
              <p:grpSpPr>
                <a:xfrm>
                  <a:off x="6246411" y="1143116"/>
                  <a:ext cx="91462" cy="41706"/>
                  <a:chOff x="6246411" y="1143116"/>
                  <a:chExt cx="91462" cy="41706"/>
                </a:xfrm>
                <a:solidFill>
                  <a:schemeClr val="accent1"/>
                </a:solidFill>
              </p:grpSpPr>
              <p:sp>
                <p:nvSpPr>
                  <p:cNvPr id="23213" name="Forme libre : forme 23212">
                    <a:extLst>
                      <a:ext uri="{FF2B5EF4-FFF2-40B4-BE49-F238E27FC236}">
                        <a16:creationId xmlns:a16="http://schemas.microsoft.com/office/drawing/2014/main" id="{70FCCF38-C63A-4F4D-9772-1C6A9ED6FBC0}"/>
                      </a:ext>
                    </a:extLst>
                  </p:cNvPr>
                  <p:cNvSpPr/>
                  <p:nvPr/>
                </p:nvSpPr>
                <p:spPr>
                  <a:xfrm>
                    <a:off x="6246411" y="1143116"/>
                    <a:ext cx="91462" cy="41706"/>
                  </a:xfrm>
                  <a:custGeom>
                    <a:avLst/>
                    <a:gdLst>
                      <a:gd name="connsiteX0" fmla="*/ 65392 w 91462"/>
                      <a:gd name="connsiteY0" fmla="*/ 34757 h 41706"/>
                      <a:gd name="connsiteX1" fmla="*/ 34227 w 91462"/>
                      <a:gd name="connsiteY1" fmla="*/ 41230 h 41706"/>
                      <a:gd name="connsiteX2" fmla="*/ 2575 w 91462"/>
                      <a:gd name="connsiteY2" fmla="*/ 33073 h 41706"/>
                      <a:gd name="connsiteX3" fmla="*/ 1467 w 91462"/>
                      <a:gd name="connsiteY3" fmla="*/ 23098 h 41706"/>
                      <a:gd name="connsiteX4" fmla="*/ 28553 w 91462"/>
                      <a:gd name="connsiteY4" fmla="*/ 6563 h 41706"/>
                      <a:gd name="connsiteX5" fmla="*/ 56570 w 91462"/>
                      <a:gd name="connsiteY5" fmla="*/ 800 h 41706"/>
                      <a:gd name="connsiteX6" fmla="*/ 87247 w 91462"/>
                      <a:gd name="connsiteY6" fmla="*/ 6518 h 41706"/>
                      <a:gd name="connsiteX7" fmla="*/ 90882 w 91462"/>
                      <a:gd name="connsiteY7" fmla="*/ 15651 h 41706"/>
                      <a:gd name="connsiteX8" fmla="*/ 65392 w 91462"/>
                      <a:gd name="connsiteY8" fmla="*/ 34757 h 41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462" h="41706">
                        <a:moveTo>
                          <a:pt x="65392" y="34757"/>
                        </a:moveTo>
                        <a:cubicBezTo>
                          <a:pt x="58166" y="36885"/>
                          <a:pt x="42074" y="40254"/>
                          <a:pt x="34227" y="41230"/>
                        </a:cubicBezTo>
                        <a:cubicBezTo>
                          <a:pt x="19554" y="43091"/>
                          <a:pt x="11175" y="39323"/>
                          <a:pt x="2575" y="33073"/>
                        </a:cubicBezTo>
                        <a:cubicBezTo>
                          <a:pt x="-395" y="30900"/>
                          <a:pt x="-838" y="25802"/>
                          <a:pt x="1467" y="23098"/>
                        </a:cubicBezTo>
                        <a:cubicBezTo>
                          <a:pt x="8205" y="15163"/>
                          <a:pt x="15653" y="9755"/>
                          <a:pt x="28553" y="6563"/>
                        </a:cubicBezTo>
                        <a:cubicBezTo>
                          <a:pt x="35469" y="4922"/>
                          <a:pt x="49389" y="2085"/>
                          <a:pt x="56570" y="800"/>
                        </a:cubicBezTo>
                        <a:cubicBezTo>
                          <a:pt x="70002" y="-1550"/>
                          <a:pt x="78248" y="1553"/>
                          <a:pt x="87247" y="6518"/>
                        </a:cubicBezTo>
                        <a:cubicBezTo>
                          <a:pt x="90350" y="8203"/>
                          <a:pt x="92567" y="12636"/>
                          <a:pt x="90882" y="15651"/>
                        </a:cubicBezTo>
                        <a:cubicBezTo>
                          <a:pt x="86094" y="24339"/>
                          <a:pt x="78957" y="30812"/>
                          <a:pt x="65392" y="3475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14" name="Forme libre : forme 23213">
                    <a:extLst>
                      <a:ext uri="{FF2B5EF4-FFF2-40B4-BE49-F238E27FC236}">
                        <a16:creationId xmlns:a16="http://schemas.microsoft.com/office/drawing/2014/main" id="{1652FF9B-A13A-4F67-97F8-C62C13812995}"/>
                      </a:ext>
                    </a:extLst>
                  </p:cNvPr>
                  <p:cNvSpPr/>
                  <p:nvPr/>
                </p:nvSpPr>
                <p:spPr>
                  <a:xfrm>
                    <a:off x="6246680" y="1158501"/>
                    <a:ext cx="90745" cy="26211"/>
                  </a:xfrm>
                  <a:custGeom>
                    <a:avLst/>
                    <a:gdLst>
                      <a:gd name="connsiteX0" fmla="*/ 36440 w 90745"/>
                      <a:gd name="connsiteY0" fmla="*/ 12590 h 26211"/>
                      <a:gd name="connsiteX1" fmla="*/ 0 w 90745"/>
                      <a:gd name="connsiteY1" fmla="*/ 13831 h 26211"/>
                      <a:gd name="connsiteX2" fmla="*/ 2350 w 90745"/>
                      <a:gd name="connsiteY2" fmla="*/ 17599 h 26211"/>
                      <a:gd name="connsiteX3" fmla="*/ 6827 w 90745"/>
                      <a:gd name="connsiteY3" fmla="*/ 20570 h 26211"/>
                      <a:gd name="connsiteX4" fmla="*/ 21456 w 90745"/>
                      <a:gd name="connsiteY4" fmla="*/ 25845 h 26211"/>
                      <a:gd name="connsiteX5" fmla="*/ 34002 w 90745"/>
                      <a:gd name="connsiteY5" fmla="*/ 25712 h 26211"/>
                      <a:gd name="connsiteX6" fmla="*/ 39100 w 90745"/>
                      <a:gd name="connsiteY6" fmla="*/ 24958 h 26211"/>
                      <a:gd name="connsiteX7" fmla="*/ 62906 w 90745"/>
                      <a:gd name="connsiteY7" fmla="*/ 19905 h 26211"/>
                      <a:gd name="connsiteX8" fmla="*/ 65167 w 90745"/>
                      <a:gd name="connsiteY8" fmla="*/ 19284 h 26211"/>
                      <a:gd name="connsiteX9" fmla="*/ 77358 w 90745"/>
                      <a:gd name="connsiteY9" fmla="*/ 14142 h 26211"/>
                      <a:gd name="connsiteX10" fmla="*/ 88219 w 90745"/>
                      <a:gd name="connsiteY10" fmla="*/ 4123 h 26211"/>
                      <a:gd name="connsiteX11" fmla="*/ 90701 w 90745"/>
                      <a:gd name="connsiteY11" fmla="*/ 177 h 26211"/>
                      <a:gd name="connsiteX12" fmla="*/ 90746 w 90745"/>
                      <a:gd name="connsiteY12" fmla="*/ 0 h 26211"/>
                      <a:gd name="connsiteX13" fmla="*/ 36440 w 90745"/>
                      <a:gd name="connsiteY13" fmla="*/ 12590 h 26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0745" h="26211">
                        <a:moveTo>
                          <a:pt x="36440" y="12590"/>
                        </a:moveTo>
                        <a:cubicBezTo>
                          <a:pt x="24160" y="15738"/>
                          <a:pt x="10462" y="17555"/>
                          <a:pt x="0" y="13831"/>
                        </a:cubicBezTo>
                        <a:cubicBezTo>
                          <a:pt x="355" y="15339"/>
                          <a:pt x="1108" y="16713"/>
                          <a:pt x="2350" y="17599"/>
                        </a:cubicBezTo>
                        <a:cubicBezTo>
                          <a:pt x="3812" y="18708"/>
                          <a:pt x="5320" y="19683"/>
                          <a:pt x="6827" y="20570"/>
                        </a:cubicBezTo>
                        <a:cubicBezTo>
                          <a:pt x="11171" y="23141"/>
                          <a:pt x="15782" y="25136"/>
                          <a:pt x="21456" y="25845"/>
                        </a:cubicBezTo>
                        <a:cubicBezTo>
                          <a:pt x="25136" y="26333"/>
                          <a:pt x="29259" y="26377"/>
                          <a:pt x="34002" y="25712"/>
                        </a:cubicBezTo>
                        <a:cubicBezTo>
                          <a:pt x="35465" y="25490"/>
                          <a:pt x="37194" y="25224"/>
                          <a:pt x="39100" y="24958"/>
                        </a:cubicBezTo>
                        <a:cubicBezTo>
                          <a:pt x="46548" y="23717"/>
                          <a:pt x="56566" y="21545"/>
                          <a:pt x="62906" y="19905"/>
                        </a:cubicBezTo>
                        <a:cubicBezTo>
                          <a:pt x="63704" y="19683"/>
                          <a:pt x="64501" y="19461"/>
                          <a:pt x="65167" y="19284"/>
                        </a:cubicBezTo>
                        <a:cubicBezTo>
                          <a:pt x="69999" y="17910"/>
                          <a:pt x="73944" y="16137"/>
                          <a:pt x="77358" y="14142"/>
                        </a:cubicBezTo>
                        <a:cubicBezTo>
                          <a:pt x="81968" y="11304"/>
                          <a:pt x="85381" y="7935"/>
                          <a:pt x="88219" y="4123"/>
                        </a:cubicBezTo>
                        <a:cubicBezTo>
                          <a:pt x="89105" y="2882"/>
                          <a:pt x="89948" y="1552"/>
                          <a:pt x="90701" y="177"/>
                        </a:cubicBezTo>
                        <a:lnTo>
                          <a:pt x="90746" y="0"/>
                        </a:lnTo>
                        <a:cubicBezTo>
                          <a:pt x="72747" y="4344"/>
                          <a:pt x="54039" y="8157"/>
                          <a:pt x="36440" y="1259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15" name="Forme libre : forme 23214">
                    <a:extLst>
                      <a:ext uri="{FF2B5EF4-FFF2-40B4-BE49-F238E27FC236}">
                        <a16:creationId xmlns:a16="http://schemas.microsoft.com/office/drawing/2014/main" id="{B09D0E64-7E08-4F52-8A63-D295F944A5E1}"/>
                      </a:ext>
                    </a:extLst>
                  </p:cNvPr>
                  <p:cNvSpPr/>
                  <p:nvPr/>
                </p:nvSpPr>
                <p:spPr>
                  <a:xfrm>
                    <a:off x="6278363" y="1156332"/>
                    <a:ext cx="42156" cy="14388"/>
                  </a:xfrm>
                  <a:custGeom>
                    <a:avLst/>
                    <a:gdLst>
                      <a:gd name="connsiteX0" fmla="*/ 42085 w 42156"/>
                      <a:gd name="connsiteY0" fmla="*/ 2479 h 14388"/>
                      <a:gd name="connsiteX1" fmla="*/ 21515 w 42156"/>
                      <a:gd name="connsiteY1" fmla="*/ 13030 h 14388"/>
                      <a:gd name="connsiteX2" fmla="*/ 59 w 42156"/>
                      <a:gd name="connsiteY2" fmla="*/ 10990 h 14388"/>
                      <a:gd name="connsiteX3" fmla="*/ 19032 w 42156"/>
                      <a:gd name="connsiteY3" fmla="*/ 1769 h 14388"/>
                      <a:gd name="connsiteX4" fmla="*/ 42085 w 42156"/>
                      <a:gd name="connsiteY4" fmla="*/ 2479 h 1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56" h="14388">
                        <a:moveTo>
                          <a:pt x="42085" y="2479"/>
                        </a:moveTo>
                        <a:cubicBezTo>
                          <a:pt x="43370" y="7045"/>
                          <a:pt x="27101" y="11877"/>
                          <a:pt x="21515" y="13030"/>
                        </a:cubicBezTo>
                        <a:cubicBezTo>
                          <a:pt x="15974" y="14315"/>
                          <a:pt x="1167" y="16044"/>
                          <a:pt x="59" y="10990"/>
                        </a:cubicBezTo>
                        <a:cubicBezTo>
                          <a:pt x="-1049" y="6025"/>
                          <a:pt x="13801" y="2700"/>
                          <a:pt x="19032" y="1769"/>
                        </a:cubicBezTo>
                        <a:cubicBezTo>
                          <a:pt x="24175" y="883"/>
                          <a:pt x="40799" y="-2087"/>
                          <a:pt x="42085" y="247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16" name="Forme libre : forme 23215">
                    <a:extLst>
                      <a:ext uri="{FF2B5EF4-FFF2-40B4-BE49-F238E27FC236}">
                        <a16:creationId xmlns:a16="http://schemas.microsoft.com/office/drawing/2014/main" id="{0411E85A-7FF7-4111-95C6-F9BA9B452193}"/>
                      </a:ext>
                    </a:extLst>
                  </p:cNvPr>
                  <p:cNvSpPr/>
                  <p:nvPr/>
                </p:nvSpPr>
                <p:spPr>
                  <a:xfrm>
                    <a:off x="6277940" y="1161072"/>
                    <a:ext cx="30936" cy="9603"/>
                  </a:xfrm>
                  <a:custGeom>
                    <a:avLst/>
                    <a:gdLst>
                      <a:gd name="connsiteX0" fmla="*/ 8372 w 30936"/>
                      <a:gd name="connsiteY0" fmla="*/ 0 h 9603"/>
                      <a:gd name="connsiteX1" fmla="*/ 215 w 30936"/>
                      <a:gd name="connsiteY1" fmla="*/ 6295 h 9603"/>
                      <a:gd name="connsiteX2" fmla="*/ 22159 w 30936"/>
                      <a:gd name="connsiteY2" fmla="*/ 8245 h 9603"/>
                      <a:gd name="connsiteX3" fmla="*/ 30936 w 30936"/>
                      <a:gd name="connsiteY3" fmla="*/ 5541 h 9603"/>
                      <a:gd name="connsiteX4" fmla="*/ 26060 w 30936"/>
                      <a:gd name="connsiteY4" fmla="*/ 6295 h 9603"/>
                      <a:gd name="connsiteX5" fmla="*/ 8372 w 30936"/>
                      <a:gd name="connsiteY5" fmla="*/ 0 h 9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936" h="9603">
                        <a:moveTo>
                          <a:pt x="8372" y="0"/>
                        </a:moveTo>
                        <a:cubicBezTo>
                          <a:pt x="5934" y="1419"/>
                          <a:pt x="-1337" y="3369"/>
                          <a:pt x="215" y="6295"/>
                        </a:cubicBezTo>
                        <a:cubicBezTo>
                          <a:pt x="2742" y="11038"/>
                          <a:pt x="15110" y="9708"/>
                          <a:pt x="22159" y="8245"/>
                        </a:cubicBezTo>
                        <a:cubicBezTo>
                          <a:pt x="24198" y="7802"/>
                          <a:pt x="28764" y="6472"/>
                          <a:pt x="30936" y="5541"/>
                        </a:cubicBezTo>
                        <a:cubicBezTo>
                          <a:pt x="29606" y="5807"/>
                          <a:pt x="27390" y="6295"/>
                          <a:pt x="26060" y="6295"/>
                        </a:cubicBezTo>
                        <a:cubicBezTo>
                          <a:pt x="18701" y="6251"/>
                          <a:pt x="9879" y="5408"/>
                          <a:pt x="8372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17" name="Forme libre : forme 23216">
                    <a:extLst>
                      <a:ext uri="{FF2B5EF4-FFF2-40B4-BE49-F238E27FC236}">
                        <a16:creationId xmlns:a16="http://schemas.microsoft.com/office/drawing/2014/main" id="{961D2405-C20B-4EE8-86D0-96083114F591}"/>
                      </a:ext>
                    </a:extLst>
                  </p:cNvPr>
                  <p:cNvSpPr/>
                  <p:nvPr/>
                </p:nvSpPr>
                <p:spPr>
                  <a:xfrm>
                    <a:off x="6280758" y="1156900"/>
                    <a:ext cx="42217" cy="14801"/>
                  </a:xfrm>
                  <a:custGeom>
                    <a:avLst/>
                    <a:gdLst>
                      <a:gd name="connsiteX0" fmla="*/ 42217 w 42217"/>
                      <a:gd name="connsiteY0" fmla="*/ 2532 h 14801"/>
                      <a:gd name="connsiteX1" fmla="*/ 21425 w 42217"/>
                      <a:gd name="connsiteY1" fmla="*/ 13393 h 14801"/>
                      <a:gd name="connsiteX2" fmla="*/ 102 w 42217"/>
                      <a:gd name="connsiteY2" fmla="*/ 11309 h 14801"/>
                      <a:gd name="connsiteX3" fmla="*/ 18987 w 42217"/>
                      <a:gd name="connsiteY3" fmla="*/ 2088 h 14801"/>
                      <a:gd name="connsiteX4" fmla="*/ 42217 w 42217"/>
                      <a:gd name="connsiteY4" fmla="*/ 2532 h 14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17" h="14801">
                        <a:moveTo>
                          <a:pt x="42217" y="2532"/>
                        </a:moveTo>
                        <a:cubicBezTo>
                          <a:pt x="42039" y="7452"/>
                          <a:pt x="27410" y="11974"/>
                          <a:pt x="21425" y="13393"/>
                        </a:cubicBezTo>
                        <a:cubicBezTo>
                          <a:pt x="15440" y="14900"/>
                          <a:pt x="1609" y="16319"/>
                          <a:pt x="102" y="11309"/>
                        </a:cubicBezTo>
                        <a:cubicBezTo>
                          <a:pt x="-1405" y="6300"/>
                          <a:pt x="14199" y="3108"/>
                          <a:pt x="18987" y="2088"/>
                        </a:cubicBezTo>
                        <a:cubicBezTo>
                          <a:pt x="23775" y="1158"/>
                          <a:pt x="42394" y="-2345"/>
                          <a:pt x="42217" y="253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18" name="Forme libre : forme 23217">
                    <a:extLst>
                      <a:ext uri="{FF2B5EF4-FFF2-40B4-BE49-F238E27FC236}">
                        <a16:creationId xmlns:a16="http://schemas.microsoft.com/office/drawing/2014/main" id="{A7CAED01-2D46-4691-A3A7-40D378C95F21}"/>
                      </a:ext>
                    </a:extLst>
                  </p:cNvPr>
                  <p:cNvSpPr/>
                  <p:nvPr/>
                </p:nvSpPr>
                <p:spPr>
                  <a:xfrm>
                    <a:off x="6258181" y="1159389"/>
                    <a:ext cx="54324" cy="20476"/>
                  </a:xfrm>
                  <a:custGeom>
                    <a:avLst/>
                    <a:gdLst>
                      <a:gd name="connsiteX0" fmla="*/ 646 w 54324"/>
                      <a:gd name="connsiteY0" fmla="*/ 11702 h 20476"/>
                      <a:gd name="connsiteX1" fmla="*/ 6941 w 54324"/>
                      <a:gd name="connsiteY1" fmla="*/ 16401 h 20476"/>
                      <a:gd name="connsiteX2" fmla="*/ 27777 w 54324"/>
                      <a:gd name="connsiteY2" fmla="*/ 20435 h 20476"/>
                      <a:gd name="connsiteX3" fmla="*/ 48080 w 54324"/>
                      <a:gd name="connsiteY3" fmla="*/ 15159 h 20476"/>
                      <a:gd name="connsiteX4" fmla="*/ 53888 w 54324"/>
                      <a:gd name="connsiteY4" fmla="*/ 7313 h 20476"/>
                      <a:gd name="connsiteX5" fmla="*/ 46795 w 54324"/>
                      <a:gd name="connsiteY5" fmla="*/ 6116 h 20476"/>
                      <a:gd name="connsiteX6" fmla="*/ 27688 w 54324"/>
                      <a:gd name="connsiteY6" fmla="*/ 3367 h 20476"/>
                      <a:gd name="connsiteX7" fmla="*/ 8715 w 54324"/>
                      <a:gd name="connsiteY7" fmla="*/ 707 h 20476"/>
                      <a:gd name="connsiteX8" fmla="*/ 646 w 54324"/>
                      <a:gd name="connsiteY8" fmla="*/ 11702 h 20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324" h="20476">
                        <a:moveTo>
                          <a:pt x="646" y="11702"/>
                        </a:moveTo>
                        <a:cubicBezTo>
                          <a:pt x="2242" y="14406"/>
                          <a:pt x="3439" y="15159"/>
                          <a:pt x="6941" y="16401"/>
                        </a:cubicBezTo>
                        <a:cubicBezTo>
                          <a:pt x="13591" y="18839"/>
                          <a:pt x="19177" y="20789"/>
                          <a:pt x="27777" y="20435"/>
                        </a:cubicBezTo>
                        <a:cubicBezTo>
                          <a:pt x="34914" y="20124"/>
                          <a:pt x="42716" y="18085"/>
                          <a:pt x="48080" y="15159"/>
                        </a:cubicBezTo>
                        <a:cubicBezTo>
                          <a:pt x="52115" y="12987"/>
                          <a:pt x="55572" y="9795"/>
                          <a:pt x="53888" y="7313"/>
                        </a:cubicBezTo>
                        <a:cubicBezTo>
                          <a:pt x="52824" y="5761"/>
                          <a:pt x="49543" y="6337"/>
                          <a:pt x="46795" y="6116"/>
                        </a:cubicBezTo>
                        <a:cubicBezTo>
                          <a:pt x="40323" y="5628"/>
                          <a:pt x="34116" y="5362"/>
                          <a:pt x="27688" y="3367"/>
                        </a:cubicBezTo>
                        <a:cubicBezTo>
                          <a:pt x="22191" y="1638"/>
                          <a:pt x="16074" y="-1376"/>
                          <a:pt x="8715" y="707"/>
                        </a:cubicBezTo>
                        <a:cubicBezTo>
                          <a:pt x="2109" y="2658"/>
                          <a:pt x="-1570" y="7978"/>
                          <a:pt x="646" y="1170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19" name="Forme libre : forme 23218">
                    <a:extLst>
                      <a:ext uri="{FF2B5EF4-FFF2-40B4-BE49-F238E27FC236}">
                        <a16:creationId xmlns:a16="http://schemas.microsoft.com/office/drawing/2014/main" id="{FB2D08A4-5CF9-43A7-BF1B-55CDCA02CCDA}"/>
                      </a:ext>
                    </a:extLst>
                  </p:cNvPr>
                  <p:cNvSpPr/>
                  <p:nvPr/>
                </p:nvSpPr>
                <p:spPr>
                  <a:xfrm>
                    <a:off x="6268155" y="1157221"/>
                    <a:ext cx="16564" cy="7978"/>
                  </a:xfrm>
                  <a:custGeom>
                    <a:avLst/>
                    <a:gdLst>
                      <a:gd name="connsiteX0" fmla="*/ 1444 w 16564"/>
                      <a:gd name="connsiteY0" fmla="*/ 5624 h 7978"/>
                      <a:gd name="connsiteX1" fmla="*/ 26 w 16564"/>
                      <a:gd name="connsiteY1" fmla="*/ 7087 h 7978"/>
                      <a:gd name="connsiteX2" fmla="*/ 1489 w 16564"/>
                      <a:gd name="connsiteY2" fmla="*/ 7974 h 7978"/>
                      <a:gd name="connsiteX3" fmla="*/ 4636 w 16564"/>
                      <a:gd name="connsiteY3" fmla="*/ 7486 h 7978"/>
                      <a:gd name="connsiteX4" fmla="*/ 12128 w 16564"/>
                      <a:gd name="connsiteY4" fmla="*/ 5092 h 7978"/>
                      <a:gd name="connsiteX5" fmla="*/ 14700 w 16564"/>
                      <a:gd name="connsiteY5" fmla="*/ 3851 h 7978"/>
                      <a:gd name="connsiteX6" fmla="*/ 12306 w 16564"/>
                      <a:gd name="connsiteY6" fmla="*/ 305 h 7978"/>
                      <a:gd name="connsiteX7" fmla="*/ 1444 w 16564"/>
                      <a:gd name="connsiteY7" fmla="*/ 5624 h 7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564" h="7978">
                        <a:moveTo>
                          <a:pt x="1444" y="5624"/>
                        </a:moveTo>
                        <a:cubicBezTo>
                          <a:pt x="735" y="6112"/>
                          <a:pt x="203" y="6467"/>
                          <a:pt x="26" y="7087"/>
                        </a:cubicBezTo>
                        <a:cubicBezTo>
                          <a:pt x="-151" y="7663"/>
                          <a:pt x="602" y="7929"/>
                          <a:pt x="1489" y="7974"/>
                        </a:cubicBezTo>
                        <a:cubicBezTo>
                          <a:pt x="2376" y="8018"/>
                          <a:pt x="3661" y="7752"/>
                          <a:pt x="4636" y="7486"/>
                        </a:cubicBezTo>
                        <a:cubicBezTo>
                          <a:pt x="7119" y="6821"/>
                          <a:pt x="9779" y="6023"/>
                          <a:pt x="12128" y="5092"/>
                        </a:cubicBezTo>
                        <a:cubicBezTo>
                          <a:pt x="13104" y="4693"/>
                          <a:pt x="13990" y="4383"/>
                          <a:pt x="14700" y="3851"/>
                        </a:cubicBezTo>
                        <a:cubicBezTo>
                          <a:pt x="17714" y="1679"/>
                          <a:pt x="17182" y="-892"/>
                          <a:pt x="12306" y="305"/>
                        </a:cubicBezTo>
                        <a:cubicBezTo>
                          <a:pt x="8582" y="1191"/>
                          <a:pt x="4415" y="3585"/>
                          <a:pt x="1444" y="562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20" name="Forme libre : forme 23219">
                    <a:extLst>
                      <a:ext uri="{FF2B5EF4-FFF2-40B4-BE49-F238E27FC236}">
                        <a16:creationId xmlns:a16="http://schemas.microsoft.com/office/drawing/2014/main" id="{642BF153-FE29-4315-A002-21D92D030F2A}"/>
                      </a:ext>
                    </a:extLst>
                  </p:cNvPr>
                  <p:cNvSpPr/>
                  <p:nvPr/>
                </p:nvSpPr>
                <p:spPr>
                  <a:xfrm>
                    <a:off x="6312689" y="1157791"/>
                    <a:ext cx="23140" cy="19062"/>
                  </a:xfrm>
                  <a:custGeom>
                    <a:avLst/>
                    <a:gdLst>
                      <a:gd name="connsiteX0" fmla="*/ 23141 w 23140"/>
                      <a:gd name="connsiteY0" fmla="*/ 0 h 19062"/>
                      <a:gd name="connsiteX1" fmla="*/ 0 w 23140"/>
                      <a:gd name="connsiteY1" fmla="*/ 19062 h 19062"/>
                      <a:gd name="connsiteX2" fmla="*/ 23141 w 23140"/>
                      <a:gd name="connsiteY2" fmla="*/ 0 h 19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140" h="19062">
                        <a:moveTo>
                          <a:pt x="23141" y="0"/>
                        </a:moveTo>
                        <a:cubicBezTo>
                          <a:pt x="21102" y="7315"/>
                          <a:pt x="8245" y="14718"/>
                          <a:pt x="0" y="19062"/>
                        </a:cubicBezTo>
                        <a:cubicBezTo>
                          <a:pt x="8955" y="14363"/>
                          <a:pt x="17644" y="6517"/>
                          <a:pt x="231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21" name="Forme libre : forme 23220">
                    <a:extLst>
                      <a:ext uri="{FF2B5EF4-FFF2-40B4-BE49-F238E27FC236}">
                        <a16:creationId xmlns:a16="http://schemas.microsoft.com/office/drawing/2014/main" id="{FA14C228-B81B-471A-BCC6-7AF3F32B3FB4}"/>
                      </a:ext>
                    </a:extLst>
                  </p:cNvPr>
                  <p:cNvSpPr/>
                  <p:nvPr/>
                </p:nvSpPr>
                <p:spPr>
                  <a:xfrm>
                    <a:off x="6248631" y="1150565"/>
                    <a:ext cx="27573" cy="16446"/>
                  </a:xfrm>
                  <a:custGeom>
                    <a:avLst/>
                    <a:gdLst>
                      <a:gd name="connsiteX0" fmla="*/ 27574 w 27573"/>
                      <a:gd name="connsiteY0" fmla="*/ 0 h 16446"/>
                      <a:gd name="connsiteX1" fmla="*/ 0 w 27573"/>
                      <a:gd name="connsiteY1" fmla="*/ 16447 h 16446"/>
                      <a:gd name="connsiteX2" fmla="*/ 27574 w 27573"/>
                      <a:gd name="connsiteY2" fmla="*/ 0 h 16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573" h="16446">
                        <a:moveTo>
                          <a:pt x="27574" y="0"/>
                        </a:moveTo>
                        <a:cubicBezTo>
                          <a:pt x="16181" y="2970"/>
                          <a:pt x="6871" y="9708"/>
                          <a:pt x="0" y="16447"/>
                        </a:cubicBezTo>
                        <a:cubicBezTo>
                          <a:pt x="6118" y="9841"/>
                          <a:pt x="18220" y="4034"/>
                          <a:pt x="275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22" name="Forme libre : forme 23221">
                    <a:extLst>
                      <a:ext uri="{FF2B5EF4-FFF2-40B4-BE49-F238E27FC236}">
                        <a16:creationId xmlns:a16="http://schemas.microsoft.com/office/drawing/2014/main" id="{635257A2-5575-47EC-B674-48123117DA53}"/>
                      </a:ext>
                    </a:extLst>
                  </p:cNvPr>
                  <p:cNvSpPr/>
                  <p:nvPr/>
                </p:nvSpPr>
                <p:spPr>
                  <a:xfrm>
                    <a:off x="6294790" y="1158237"/>
                    <a:ext cx="15777" cy="4166"/>
                  </a:xfrm>
                  <a:custGeom>
                    <a:avLst/>
                    <a:gdLst>
                      <a:gd name="connsiteX0" fmla="*/ 15727 w 15777"/>
                      <a:gd name="connsiteY0" fmla="*/ 1328 h 4166"/>
                      <a:gd name="connsiteX1" fmla="*/ 6772 w 15777"/>
                      <a:gd name="connsiteY1" fmla="*/ 4032 h 4166"/>
                      <a:gd name="connsiteX2" fmla="*/ 78 w 15777"/>
                      <a:gd name="connsiteY2" fmla="*/ 2613 h 4166"/>
                      <a:gd name="connsiteX3" fmla="*/ 8545 w 15777"/>
                      <a:gd name="connsiteY3" fmla="*/ 175 h 4166"/>
                      <a:gd name="connsiteX4" fmla="*/ 15727 w 15777"/>
                      <a:gd name="connsiteY4" fmla="*/ 1328 h 4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77" h="4166">
                        <a:moveTo>
                          <a:pt x="15727" y="1328"/>
                        </a:moveTo>
                        <a:cubicBezTo>
                          <a:pt x="15062" y="3146"/>
                          <a:pt x="8723" y="3855"/>
                          <a:pt x="6772" y="4032"/>
                        </a:cubicBezTo>
                        <a:cubicBezTo>
                          <a:pt x="4821" y="4209"/>
                          <a:pt x="-720" y="4520"/>
                          <a:pt x="78" y="2613"/>
                        </a:cubicBezTo>
                        <a:cubicBezTo>
                          <a:pt x="876" y="707"/>
                          <a:pt x="6683" y="353"/>
                          <a:pt x="8545" y="175"/>
                        </a:cubicBezTo>
                        <a:cubicBezTo>
                          <a:pt x="10363" y="42"/>
                          <a:pt x="16392" y="-490"/>
                          <a:pt x="15727" y="132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23" name="Forme libre : forme 23222">
                    <a:extLst>
                      <a:ext uri="{FF2B5EF4-FFF2-40B4-BE49-F238E27FC236}">
                        <a16:creationId xmlns:a16="http://schemas.microsoft.com/office/drawing/2014/main" id="{ACCEF353-1538-4544-808B-E25032BB1A2D}"/>
                      </a:ext>
                    </a:extLst>
                  </p:cNvPr>
                  <p:cNvSpPr/>
                  <p:nvPr/>
                </p:nvSpPr>
                <p:spPr>
                  <a:xfrm>
                    <a:off x="6308399" y="1158223"/>
                    <a:ext cx="4467" cy="1795"/>
                  </a:xfrm>
                  <a:custGeom>
                    <a:avLst/>
                    <a:gdLst>
                      <a:gd name="connsiteX0" fmla="*/ 4423 w 4467"/>
                      <a:gd name="connsiteY0" fmla="*/ 410 h 1795"/>
                      <a:gd name="connsiteX1" fmla="*/ 2562 w 4467"/>
                      <a:gd name="connsiteY1" fmla="*/ 1607 h 1795"/>
                      <a:gd name="connsiteX2" fmla="*/ 35 w 4467"/>
                      <a:gd name="connsiteY2" fmla="*/ 1385 h 1795"/>
                      <a:gd name="connsiteX3" fmla="*/ 1808 w 4467"/>
                      <a:gd name="connsiteY3" fmla="*/ 188 h 1795"/>
                      <a:gd name="connsiteX4" fmla="*/ 4423 w 4467"/>
                      <a:gd name="connsiteY4" fmla="*/ 410 h 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7" h="1795">
                        <a:moveTo>
                          <a:pt x="4423" y="410"/>
                        </a:moveTo>
                        <a:cubicBezTo>
                          <a:pt x="4734" y="986"/>
                          <a:pt x="3315" y="1474"/>
                          <a:pt x="2562" y="1607"/>
                        </a:cubicBezTo>
                        <a:cubicBezTo>
                          <a:pt x="1808" y="1784"/>
                          <a:pt x="301" y="2006"/>
                          <a:pt x="35" y="1385"/>
                        </a:cubicBezTo>
                        <a:cubicBezTo>
                          <a:pt x="-231" y="765"/>
                          <a:pt x="1099" y="366"/>
                          <a:pt x="1808" y="188"/>
                        </a:cubicBezTo>
                        <a:cubicBezTo>
                          <a:pt x="2606" y="11"/>
                          <a:pt x="4157" y="-211"/>
                          <a:pt x="4423" y="41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24" name="Forme libre : forme 23223">
                    <a:extLst>
                      <a:ext uri="{FF2B5EF4-FFF2-40B4-BE49-F238E27FC236}">
                        <a16:creationId xmlns:a16="http://schemas.microsoft.com/office/drawing/2014/main" id="{AB7DC8F4-2060-4F45-9493-31299FFF965C}"/>
                      </a:ext>
                    </a:extLst>
                  </p:cNvPr>
                  <p:cNvSpPr/>
                  <p:nvPr/>
                </p:nvSpPr>
                <p:spPr>
                  <a:xfrm>
                    <a:off x="6292763" y="1146549"/>
                    <a:ext cx="40546" cy="11153"/>
                  </a:xfrm>
                  <a:custGeom>
                    <a:avLst/>
                    <a:gdLst>
                      <a:gd name="connsiteX0" fmla="*/ 29236 w 40546"/>
                      <a:gd name="connsiteY0" fmla="*/ 3174 h 11153"/>
                      <a:gd name="connsiteX1" fmla="*/ 40097 w 40546"/>
                      <a:gd name="connsiteY1" fmla="*/ 7696 h 11153"/>
                      <a:gd name="connsiteX2" fmla="*/ 38057 w 40546"/>
                      <a:gd name="connsiteY2" fmla="*/ 10932 h 11153"/>
                      <a:gd name="connsiteX3" fmla="*/ 33137 w 40546"/>
                      <a:gd name="connsiteY3" fmla="*/ 10444 h 11153"/>
                      <a:gd name="connsiteX4" fmla="*/ 18286 w 40546"/>
                      <a:gd name="connsiteY4" fmla="*/ 7563 h 11153"/>
                      <a:gd name="connsiteX5" fmla="*/ 199 w 40546"/>
                      <a:gd name="connsiteY5" fmla="*/ 4460 h 11153"/>
                      <a:gd name="connsiteX6" fmla="*/ 19439 w 40546"/>
                      <a:gd name="connsiteY6" fmla="*/ 115 h 11153"/>
                      <a:gd name="connsiteX7" fmla="*/ 29236 w 40546"/>
                      <a:gd name="connsiteY7" fmla="*/ 3174 h 11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546" h="11153">
                        <a:moveTo>
                          <a:pt x="29236" y="3174"/>
                        </a:moveTo>
                        <a:cubicBezTo>
                          <a:pt x="33713" y="4371"/>
                          <a:pt x="36993" y="5213"/>
                          <a:pt x="40097" y="7696"/>
                        </a:cubicBezTo>
                        <a:cubicBezTo>
                          <a:pt x="41249" y="8627"/>
                          <a:pt x="40052" y="10400"/>
                          <a:pt x="38057" y="10932"/>
                        </a:cubicBezTo>
                        <a:cubicBezTo>
                          <a:pt x="36063" y="11464"/>
                          <a:pt x="34644" y="10932"/>
                          <a:pt x="33137" y="10444"/>
                        </a:cubicBezTo>
                        <a:cubicBezTo>
                          <a:pt x="28438" y="8937"/>
                          <a:pt x="23606" y="8228"/>
                          <a:pt x="18286" y="7563"/>
                        </a:cubicBezTo>
                        <a:cubicBezTo>
                          <a:pt x="14961" y="7208"/>
                          <a:pt x="-2018" y="8583"/>
                          <a:pt x="199" y="4460"/>
                        </a:cubicBezTo>
                        <a:cubicBezTo>
                          <a:pt x="2415" y="381"/>
                          <a:pt x="15050" y="-328"/>
                          <a:pt x="19439" y="115"/>
                        </a:cubicBezTo>
                        <a:cubicBezTo>
                          <a:pt x="23827" y="603"/>
                          <a:pt x="25866" y="2288"/>
                          <a:pt x="29236" y="317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50" name="Graphique 2">
                <a:extLst>
                  <a:ext uri="{FF2B5EF4-FFF2-40B4-BE49-F238E27FC236}">
                    <a16:creationId xmlns:a16="http://schemas.microsoft.com/office/drawing/2014/main" id="{5A3860CA-DD56-4719-ABE2-CCBBA194344D}"/>
                  </a:ext>
                </a:extLst>
              </p:cNvPr>
              <p:cNvGrpSpPr/>
              <p:nvPr/>
            </p:nvGrpSpPr>
            <p:grpSpPr>
              <a:xfrm>
                <a:off x="5625243" y="1177145"/>
                <a:ext cx="193351" cy="46085"/>
                <a:chOff x="5625243" y="1177145"/>
                <a:chExt cx="193351" cy="46085"/>
              </a:xfrm>
              <a:solidFill>
                <a:schemeClr val="accent1"/>
              </a:solidFill>
            </p:grpSpPr>
            <p:grpSp>
              <p:nvGrpSpPr>
                <p:cNvPr id="23179" name="Graphique 2">
                  <a:extLst>
                    <a:ext uri="{FF2B5EF4-FFF2-40B4-BE49-F238E27FC236}">
                      <a16:creationId xmlns:a16="http://schemas.microsoft.com/office/drawing/2014/main" id="{78885489-077C-4A2C-AD7E-41B626920D62}"/>
                    </a:ext>
                  </a:extLst>
                </p:cNvPr>
                <p:cNvGrpSpPr/>
                <p:nvPr/>
              </p:nvGrpSpPr>
              <p:grpSpPr>
                <a:xfrm>
                  <a:off x="5625243" y="1177145"/>
                  <a:ext cx="96773" cy="38365"/>
                  <a:chOff x="5625243" y="1177145"/>
                  <a:chExt cx="96773" cy="38365"/>
                </a:xfrm>
                <a:solidFill>
                  <a:schemeClr val="accent1"/>
                </a:solidFill>
              </p:grpSpPr>
              <p:sp>
                <p:nvSpPr>
                  <p:cNvPr id="23193" name="Forme libre : forme 23192">
                    <a:extLst>
                      <a:ext uri="{FF2B5EF4-FFF2-40B4-BE49-F238E27FC236}">
                        <a16:creationId xmlns:a16="http://schemas.microsoft.com/office/drawing/2014/main" id="{9FA82399-D225-4BA4-94E2-B42B3B3326B1}"/>
                      </a:ext>
                    </a:extLst>
                  </p:cNvPr>
                  <p:cNvSpPr/>
                  <p:nvPr/>
                </p:nvSpPr>
                <p:spPr>
                  <a:xfrm>
                    <a:off x="5625243" y="1177145"/>
                    <a:ext cx="96773" cy="38322"/>
                  </a:xfrm>
                  <a:custGeom>
                    <a:avLst/>
                    <a:gdLst>
                      <a:gd name="connsiteX0" fmla="*/ 64020 w 96773"/>
                      <a:gd name="connsiteY0" fmla="*/ 38321 h 38322"/>
                      <a:gd name="connsiteX1" fmla="*/ 29797 w 96773"/>
                      <a:gd name="connsiteY1" fmla="*/ 34952 h 38322"/>
                      <a:gd name="connsiteX2" fmla="*/ 11089 w 96773"/>
                      <a:gd name="connsiteY2" fmla="*/ 26973 h 38322"/>
                      <a:gd name="connsiteX3" fmla="*/ 405 w 96773"/>
                      <a:gd name="connsiteY3" fmla="*/ 13186 h 38322"/>
                      <a:gd name="connsiteX4" fmla="*/ 1647 w 96773"/>
                      <a:gd name="connsiteY4" fmla="*/ 7777 h 38322"/>
                      <a:gd name="connsiteX5" fmla="*/ 3775 w 96773"/>
                      <a:gd name="connsiteY5" fmla="*/ 6048 h 38322"/>
                      <a:gd name="connsiteX6" fmla="*/ 5858 w 96773"/>
                      <a:gd name="connsiteY6" fmla="*/ 4763 h 38322"/>
                      <a:gd name="connsiteX7" fmla="*/ 35870 w 96773"/>
                      <a:gd name="connsiteY7" fmla="*/ 374 h 38322"/>
                      <a:gd name="connsiteX8" fmla="*/ 64951 w 96773"/>
                      <a:gd name="connsiteY8" fmla="*/ 3300 h 38322"/>
                      <a:gd name="connsiteX9" fmla="*/ 74438 w 96773"/>
                      <a:gd name="connsiteY9" fmla="*/ 5117 h 38322"/>
                      <a:gd name="connsiteX10" fmla="*/ 82728 w 96773"/>
                      <a:gd name="connsiteY10" fmla="*/ 8442 h 38322"/>
                      <a:gd name="connsiteX11" fmla="*/ 94786 w 96773"/>
                      <a:gd name="connsiteY11" fmla="*/ 18638 h 38322"/>
                      <a:gd name="connsiteX12" fmla="*/ 94830 w 96773"/>
                      <a:gd name="connsiteY12" fmla="*/ 28480 h 38322"/>
                      <a:gd name="connsiteX13" fmla="*/ 81708 w 96773"/>
                      <a:gd name="connsiteY13" fmla="*/ 35661 h 38322"/>
                      <a:gd name="connsiteX14" fmla="*/ 64020 w 96773"/>
                      <a:gd name="connsiteY14" fmla="*/ 38321 h 38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6773" h="38322">
                        <a:moveTo>
                          <a:pt x="64020" y="38321"/>
                        </a:moveTo>
                        <a:cubicBezTo>
                          <a:pt x="55996" y="38366"/>
                          <a:pt x="38353" y="36814"/>
                          <a:pt x="29797" y="34952"/>
                        </a:cubicBezTo>
                        <a:cubicBezTo>
                          <a:pt x="21817" y="33356"/>
                          <a:pt x="15788" y="30563"/>
                          <a:pt x="11089" y="26973"/>
                        </a:cubicBezTo>
                        <a:cubicBezTo>
                          <a:pt x="6390" y="23293"/>
                          <a:pt x="2888" y="18949"/>
                          <a:pt x="405" y="13186"/>
                        </a:cubicBezTo>
                        <a:cubicBezTo>
                          <a:pt x="-570" y="11102"/>
                          <a:pt x="361" y="9152"/>
                          <a:pt x="1647" y="7777"/>
                        </a:cubicBezTo>
                        <a:cubicBezTo>
                          <a:pt x="2267" y="7068"/>
                          <a:pt x="3065" y="6536"/>
                          <a:pt x="3775" y="6048"/>
                        </a:cubicBezTo>
                        <a:cubicBezTo>
                          <a:pt x="4440" y="5516"/>
                          <a:pt x="5104" y="5029"/>
                          <a:pt x="5858" y="4763"/>
                        </a:cubicBezTo>
                        <a:cubicBezTo>
                          <a:pt x="14414" y="1438"/>
                          <a:pt x="22704" y="-956"/>
                          <a:pt x="35870" y="374"/>
                        </a:cubicBezTo>
                        <a:cubicBezTo>
                          <a:pt x="43140" y="1083"/>
                          <a:pt x="57504" y="2546"/>
                          <a:pt x="64951" y="3300"/>
                        </a:cubicBezTo>
                        <a:cubicBezTo>
                          <a:pt x="68498" y="3654"/>
                          <a:pt x="71468" y="4275"/>
                          <a:pt x="74438" y="5117"/>
                        </a:cubicBezTo>
                        <a:cubicBezTo>
                          <a:pt x="77586" y="5960"/>
                          <a:pt x="80290" y="7112"/>
                          <a:pt x="82728" y="8442"/>
                        </a:cubicBezTo>
                        <a:cubicBezTo>
                          <a:pt x="87604" y="11146"/>
                          <a:pt x="91240" y="14649"/>
                          <a:pt x="94786" y="18638"/>
                        </a:cubicBezTo>
                        <a:cubicBezTo>
                          <a:pt x="97224" y="21387"/>
                          <a:pt x="97623" y="26352"/>
                          <a:pt x="94830" y="28480"/>
                        </a:cubicBezTo>
                        <a:cubicBezTo>
                          <a:pt x="90796" y="31583"/>
                          <a:pt x="86540" y="33977"/>
                          <a:pt x="81708" y="35661"/>
                        </a:cubicBezTo>
                        <a:cubicBezTo>
                          <a:pt x="76788" y="37213"/>
                          <a:pt x="71867" y="38366"/>
                          <a:pt x="64020" y="3832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94" name="Forme libre : forme 23193">
                    <a:extLst>
                      <a:ext uri="{FF2B5EF4-FFF2-40B4-BE49-F238E27FC236}">
                        <a16:creationId xmlns:a16="http://schemas.microsoft.com/office/drawing/2014/main" id="{1D9CB600-C373-4EFC-AB9E-D6CBFAF5058C}"/>
                      </a:ext>
                    </a:extLst>
                  </p:cNvPr>
                  <p:cNvSpPr/>
                  <p:nvPr/>
                </p:nvSpPr>
                <p:spPr>
                  <a:xfrm>
                    <a:off x="5625246" y="1185720"/>
                    <a:ext cx="94870" cy="29790"/>
                  </a:xfrm>
                  <a:custGeom>
                    <a:avLst/>
                    <a:gdLst>
                      <a:gd name="connsiteX0" fmla="*/ 36797 w 94870"/>
                      <a:gd name="connsiteY0" fmla="*/ 14674 h 29790"/>
                      <a:gd name="connsiteX1" fmla="*/ 16582 w 94870"/>
                      <a:gd name="connsiteY1" fmla="*/ 10905 h 29790"/>
                      <a:gd name="connsiteX2" fmla="*/ 7539 w 94870"/>
                      <a:gd name="connsiteY2" fmla="*/ 6650 h 29790"/>
                      <a:gd name="connsiteX3" fmla="*/ 1022 w 94870"/>
                      <a:gd name="connsiteY3" fmla="*/ 0 h 29790"/>
                      <a:gd name="connsiteX4" fmla="*/ 402 w 94870"/>
                      <a:gd name="connsiteY4" fmla="*/ 4566 h 29790"/>
                      <a:gd name="connsiteX5" fmla="*/ 3327 w 94870"/>
                      <a:gd name="connsiteY5" fmla="*/ 10063 h 29790"/>
                      <a:gd name="connsiteX6" fmla="*/ 16494 w 94870"/>
                      <a:gd name="connsiteY6" fmla="*/ 21811 h 29790"/>
                      <a:gd name="connsiteX7" fmla="*/ 29749 w 94870"/>
                      <a:gd name="connsiteY7" fmla="*/ 26377 h 29790"/>
                      <a:gd name="connsiteX8" fmla="*/ 35290 w 94870"/>
                      <a:gd name="connsiteY8" fmla="*/ 27352 h 29790"/>
                      <a:gd name="connsiteX9" fmla="*/ 61445 w 94870"/>
                      <a:gd name="connsiteY9" fmla="*/ 29746 h 29790"/>
                      <a:gd name="connsiteX10" fmla="*/ 63928 w 94870"/>
                      <a:gd name="connsiteY10" fmla="*/ 29790 h 29790"/>
                      <a:gd name="connsiteX11" fmla="*/ 71420 w 94870"/>
                      <a:gd name="connsiteY11" fmla="*/ 29391 h 29790"/>
                      <a:gd name="connsiteX12" fmla="*/ 77271 w 94870"/>
                      <a:gd name="connsiteY12" fmla="*/ 28283 h 29790"/>
                      <a:gd name="connsiteX13" fmla="*/ 90837 w 94870"/>
                      <a:gd name="connsiteY13" fmla="*/ 22564 h 29790"/>
                      <a:gd name="connsiteX14" fmla="*/ 94738 w 94870"/>
                      <a:gd name="connsiteY14" fmla="*/ 19860 h 29790"/>
                      <a:gd name="connsiteX15" fmla="*/ 94871 w 94870"/>
                      <a:gd name="connsiteY15" fmla="*/ 19727 h 29790"/>
                      <a:gd name="connsiteX16" fmla="*/ 80552 w 94870"/>
                      <a:gd name="connsiteY16" fmla="*/ 17821 h 29790"/>
                      <a:gd name="connsiteX17" fmla="*/ 66011 w 94870"/>
                      <a:gd name="connsiteY17" fmla="*/ 16757 h 29790"/>
                      <a:gd name="connsiteX18" fmla="*/ 36797 w 94870"/>
                      <a:gd name="connsiteY18" fmla="*/ 14674 h 29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4870" h="29790">
                        <a:moveTo>
                          <a:pt x="36797" y="14674"/>
                        </a:moveTo>
                        <a:cubicBezTo>
                          <a:pt x="30059" y="14142"/>
                          <a:pt x="23055" y="13122"/>
                          <a:pt x="16582" y="10905"/>
                        </a:cubicBezTo>
                        <a:cubicBezTo>
                          <a:pt x="13346" y="9797"/>
                          <a:pt x="10287" y="8423"/>
                          <a:pt x="7539" y="6650"/>
                        </a:cubicBezTo>
                        <a:cubicBezTo>
                          <a:pt x="4879" y="4876"/>
                          <a:pt x="2263" y="2748"/>
                          <a:pt x="1022" y="0"/>
                        </a:cubicBezTo>
                        <a:cubicBezTo>
                          <a:pt x="91" y="1241"/>
                          <a:pt x="-396" y="2881"/>
                          <a:pt x="402" y="4566"/>
                        </a:cubicBezTo>
                        <a:cubicBezTo>
                          <a:pt x="1244" y="6605"/>
                          <a:pt x="2219" y="8334"/>
                          <a:pt x="3327" y="10063"/>
                        </a:cubicBezTo>
                        <a:cubicBezTo>
                          <a:pt x="6608" y="14895"/>
                          <a:pt x="10775" y="18796"/>
                          <a:pt x="16494" y="21811"/>
                        </a:cubicBezTo>
                        <a:cubicBezTo>
                          <a:pt x="20217" y="23761"/>
                          <a:pt x="24562" y="25269"/>
                          <a:pt x="29749" y="26377"/>
                        </a:cubicBezTo>
                        <a:cubicBezTo>
                          <a:pt x="31345" y="26732"/>
                          <a:pt x="33206" y="27042"/>
                          <a:pt x="35290" y="27352"/>
                        </a:cubicBezTo>
                        <a:cubicBezTo>
                          <a:pt x="43447" y="28638"/>
                          <a:pt x="54441" y="29524"/>
                          <a:pt x="61445" y="29746"/>
                        </a:cubicBezTo>
                        <a:cubicBezTo>
                          <a:pt x="62332" y="29746"/>
                          <a:pt x="63174" y="29746"/>
                          <a:pt x="63928" y="29790"/>
                        </a:cubicBezTo>
                        <a:cubicBezTo>
                          <a:pt x="66588" y="29790"/>
                          <a:pt x="69070" y="29657"/>
                          <a:pt x="71420" y="29391"/>
                        </a:cubicBezTo>
                        <a:cubicBezTo>
                          <a:pt x="73503" y="29125"/>
                          <a:pt x="75410" y="28727"/>
                          <a:pt x="77271" y="28283"/>
                        </a:cubicBezTo>
                        <a:cubicBezTo>
                          <a:pt x="82325" y="26998"/>
                          <a:pt x="86714" y="25047"/>
                          <a:pt x="90837" y="22564"/>
                        </a:cubicBezTo>
                        <a:cubicBezTo>
                          <a:pt x="92167" y="21722"/>
                          <a:pt x="93452" y="20836"/>
                          <a:pt x="94738" y="19860"/>
                        </a:cubicBezTo>
                        <a:lnTo>
                          <a:pt x="94871" y="19727"/>
                        </a:lnTo>
                        <a:cubicBezTo>
                          <a:pt x="90127" y="19018"/>
                          <a:pt x="85340" y="18309"/>
                          <a:pt x="80552" y="17821"/>
                        </a:cubicBezTo>
                        <a:cubicBezTo>
                          <a:pt x="75809" y="17333"/>
                          <a:pt x="71021" y="17067"/>
                          <a:pt x="66011" y="16757"/>
                        </a:cubicBezTo>
                        <a:cubicBezTo>
                          <a:pt x="56259" y="16092"/>
                          <a:pt x="46417" y="15427"/>
                          <a:pt x="36797" y="1467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95" name="Forme libre : forme 23194">
                    <a:extLst>
                      <a:ext uri="{FF2B5EF4-FFF2-40B4-BE49-F238E27FC236}">
                        <a16:creationId xmlns:a16="http://schemas.microsoft.com/office/drawing/2014/main" id="{D30D8BCE-BAEC-4FAF-A0FF-32FF9F1ECF78}"/>
                      </a:ext>
                    </a:extLst>
                  </p:cNvPr>
                  <p:cNvSpPr/>
                  <p:nvPr/>
                </p:nvSpPr>
                <p:spPr>
                  <a:xfrm>
                    <a:off x="5658568" y="1191694"/>
                    <a:ext cx="44925" cy="12384"/>
                  </a:xfrm>
                  <a:custGeom>
                    <a:avLst/>
                    <a:gdLst>
                      <a:gd name="connsiteX0" fmla="*/ 44925 w 44925"/>
                      <a:gd name="connsiteY0" fmla="*/ 7945 h 12384"/>
                      <a:gd name="connsiteX1" fmla="*/ 35261 w 44925"/>
                      <a:gd name="connsiteY1" fmla="*/ 11979 h 12384"/>
                      <a:gd name="connsiteX2" fmla="*/ 21031 w 44925"/>
                      <a:gd name="connsiteY2" fmla="*/ 12157 h 12384"/>
                      <a:gd name="connsiteX3" fmla="*/ 18 w 44925"/>
                      <a:gd name="connsiteY3" fmla="*/ 3556 h 12384"/>
                      <a:gd name="connsiteX4" fmla="*/ 21873 w 44925"/>
                      <a:gd name="connsiteY4" fmla="*/ 631 h 12384"/>
                      <a:gd name="connsiteX5" fmla="*/ 44925 w 44925"/>
                      <a:gd name="connsiteY5" fmla="*/ 7945 h 12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4925" h="12384">
                        <a:moveTo>
                          <a:pt x="44925" y="7945"/>
                        </a:moveTo>
                        <a:cubicBezTo>
                          <a:pt x="44748" y="10295"/>
                          <a:pt x="40537" y="11403"/>
                          <a:pt x="35261" y="11979"/>
                        </a:cubicBezTo>
                        <a:cubicBezTo>
                          <a:pt x="30030" y="12556"/>
                          <a:pt x="24045" y="12423"/>
                          <a:pt x="21031" y="12157"/>
                        </a:cubicBezTo>
                        <a:cubicBezTo>
                          <a:pt x="15002" y="11846"/>
                          <a:pt x="-603" y="8743"/>
                          <a:pt x="18" y="3556"/>
                        </a:cubicBezTo>
                        <a:cubicBezTo>
                          <a:pt x="594" y="-1453"/>
                          <a:pt x="16332" y="143"/>
                          <a:pt x="21873" y="631"/>
                        </a:cubicBezTo>
                        <a:cubicBezTo>
                          <a:pt x="27237" y="1429"/>
                          <a:pt x="45014" y="3113"/>
                          <a:pt x="44925" y="794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96" name="Forme libre : forme 23195">
                    <a:extLst>
                      <a:ext uri="{FF2B5EF4-FFF2-40B4-BE49-F238E27FC236}">
                        <a16:creationId xmlns:a16="http://schemas.microsoft.com/office/drawing/2014/main" id="{727615B1-6874-45AE-B3DE-377744744AB2}"/>
                      </a:ext>
                    </a:extLst>
                  </p:cNvPr>
                  <p:cNvSpPr/>
                  <p:nvPr/>
                </p:nvSpPr>
                <p:spPr>
                  <a:xfrm>
                    <a:off x="5658290" y="1191882"/>
                    <a:ext cx="31283" cy="12152"/>
                  </a:xfrm>
                  <a:custGeom>
                    <a:avLst/>
                    <a:gdLst>
                      <a:gd name="connsiteX0" fmla="*/ 10182 w 31283"/>
                      <a:gd name="connsiteY0" fmla="*/ 0 h 12152"/>
                      <a:gd name="connsiteX1" fmla="*/ 30 w 31283"/>
                      <a:gd name="connsiteY1" fmla="*/ 3369 h 12152"/>
                      <a:gd name="connsiteX2" fmla="*/ 21531 w 31283"/>
                      <a:gd name="connsiteY2" fmla="*/ 12014 h 12152"/>
                      <a:gd name="connsiteX3" fmla="*/ 31284 w 31283"/>
                      <a:gd name="connsiteY3" fmla="*/ 11925 h 12152"/>
                      <a:gd name="connsiteX4" fmla="*/ 26141 w 31283"/>
                      <a:gd name="connsiteY4" fmla="*/ 11260 h 12152"/>
                      <a:gd name="connsiteX5" fmla="*/ 10182 w 31283"/>
                      <a:gd name="connsiteY5" fmla="*/ 0 h 12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283" h="12152">
                        <a:moveTo>
                          <a:pt x="10182" y="0"/>
                        </a:moveTo>
                        <a:cubicBezTo>
                          <a:pt x="7300" y="576"/>
                          <a:pt x="-546" y="89"/>
                          <a:pt x="30" y="3369"/>
                        </a:cubicBezTo>
                        <a:cubicBezTo>
                          <a:pt x="917" y="8733"/>
                          <a:pt x="13950" y="11437"/>
                          <a:pt x="21531" y="12014"/>
                        </a:cubicBezTo>
                        <a:cubicBezTo>
                          <a:pt x="23747" y="12191"/>
                          <a:pt x="28757" y="12235"/>
                          <a:pt x="31284" y="11925"/>
                        </a:cubicBezTo>
                        <a:cubicBezTo>
                          <a:pt x="29865" y="11792"/>
                          <a:pt x="27427" y="11659"/>
                          <a:pt x="26141" y="11260"/>
                        </a:cubicBezTo>
                        <a:cubicBezTo>
                          <a:pt x="18605" y="9132"/>
                          <a:pt x="9960" y="5630"/>
                          <a:pt x="10182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97" name="Forme libre : forme 23196">
                    <a:extLst>
                      <a:ext uri="{FF2B5EF4-FFF2-40B4-BE49-F238E27FC236}">
                        <a16:creationId xmlns:a16="http://schemas.microsoft.com/office/drawing/2014/main" id="{F1D278C2-778A-4FED-91E2-D0C2C1BBD9BE}"/>
                      </a:ext>
                    </a:extLst>
                  </p:cNvPr>
                  <p:cNvSpPr/>
                  <p:nvPr/>
                </p:nvSpPr>
                <p:spPr>
                  <a:xfrm>
                    <a:off x="5660711" y="1193298"/>
                    <a:ext cx="45208" cy="12227"/>
                  </a:xfrm>
                  <a:custGeom>
                    <a:avLst/>
                    <a:gdLst>
                      <a:gd name="connsiteX0" fmla="*/ 45087 w 45208"/>
                      <a:gd name="connsiteY0" fmla="*/ 7716 h 12227"/>
                      <a:gd name="connsiteX1" fmla="*/ 34935 w 45208"/>
                      <a:gd name="connsiteY1" fmla="*/ 11705 h 12227"/>
                      <a:gd name="connsiteX2" fmla="*/ 20927 w 45208"/>
                      <a:gd name="connsiteY2" fmla="*/ 12104 h 12227"/>
                      <a:gd name="connsiteX3" fmla="*/ 2 w 45208"/>
                      <a:gd name="connsiteY3" fmla="*/ 3593 h 12227"/>
                      <a:gd name="connsiteX4" fmla="*/ 21813 w 45208"/>
                      <a:gd name="connsiteY4" fmla="*/ 578 h 12227"/>
                      <a:gd name="connsiteX5" fmla="*/ 35999 w 45208"/>
                      <a:gd name="connsiteY5" fmla="*/ 2529 h 12227"/>
                      <a:gd name="connsiteX6" fmla="*/ 45087 w 45208"/>
                      <a:gd name="connsiteY6" fmla="*/ 7716 h 12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208" h="12227">
                        <a:moveTo>
                          <a:pt x="45087" y="7716"/>
                        </a:moveTo>
                        <a:cubicBezTo>
                          <a:pt x="44156" y="10021"/>
                          <a:pt x="39900" y="11085"/>
                          <a:pt x="34935" y="11705"/>
                        </a:cubicBezTo>
                        <a:cubicBezTo>
                          <a:pt x="29882" y="12282"/>
                          <a:pt x="24163" y="12326"/>
                          <a:pt x="20927" y="12104"/>
                        </a:cubicBezTo>
                        <a:cubicBezTo>
                          <a:pt x="14410" y="11927"/>
                          <a:pt x="-219" y="8868"/>
                          <a:pt x="2" y="3593"/>
                        </a:cubicBezTo>
                        <a:cubicBezTo>
                          <a:pt x="180" y="-1594"/>
                          <a:pt x="16671" y="268"/>
                          <a:pt x="21813" y="578"/>
                        </a:cubicBezTo>
                        <a:cubicBezTo>
                          <a:pt x="24385" y="844"/>
                          <a:pt x="30591" y="1421"/>
                          <a:pt x="35999" y="2529"/>
                        </a:cubicBezTo>
                        <a:cubicBezTo>
                          <a:pt x="41452" y="3637"/>
                          <a:pt x="46018" y="5455"/>
                          <a:pt x="45087" y="771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98" name="Forme libre : forme 23197">
                    <a:extLst>
                      <a:ext uri="{FF2B5EF4-FFF2-40B4-BE49-F238E27FC236}">
                        <a16:creationId xmlns:a16="http://schemas.microsoft.com/office/drawing/2014/main" id="{C169A7D1-1FFA-4FB7-929C-CA6A967EBAE3}"/>
                      </a:ext>
                    </a:extLst>
                  </p:cNvPr>
                  <p:cNvSpPr/>
                  <p:nvPr/>
                </p:nvSpPr>
                <p:spPr>
                  <a:xfrm>
                    <a:off x="5637863" y="1184478"/>
                    <a:ext cx="55048" cy="26988"/>
                  </a:xfrm>
                  <a:custGeom>
                    <a:avLst/>
                    <a:gdLst>
                      <a:gd name="connsiteX0" fmla="*/ 20 w 55048"/>
                      <a:gd name="connsiteY0" fmla="*/ 6960 h 26988"/>
                      <a:gd name="connsiteX1" fmla="*/ 4276 w 55048"/>
                      <a:gd name="connsiteY1" fmla="*/ 13920 h 26988"/>
                      <a:gd name="connsiteX2" fmla="*/ 24180 w 55048"/>
                      <a:gd name="connsiteY2" fmla="*/ 25136 h 26988"/>
                      <a:gd name="connsiteX3" fmla="*/ 46701 w 55048"/>
                      <a:gd name="connsiteY3" fmla="*/ 26288 h 26988"/>
                      <a:gd name="connsiteX4" fmla="*/ 54902 w 55048"/>
                      <a:gd name="connsiteY4" fmla="*/ 20392 h 26988"/>
                      <a:gd name="connsiteX5" fmla="*/ 48031 w 55048"/>
                      <a:gd name="connsiteY5" fmla="*/ 17289 h 26988"/>
                      <a:gd name="connsiteX6" fmla="*/ 29589 w 55048"/>
                      <a:gd name="connsiteY6" fmla="*/ 8955 h 26988"/>
                      <a:gd name="connsiteX7" fmla="*/ 11989 w 55048"/>
                      <a:gd name="connsiteY7" fmla="*/ 89 h 26988"/>
                      <a:gd name="connsiteX8" fmla="*/ 20 w 55048"/>
                      <a:gd name="connsiteY8" fmla="*/ 6960 h 26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048" h="26988">
                        <a:moveTo>
                          <a:pt x="20" y="6960"/>
                        </a:moveTo>
                        <a:cubicBezTo>
                          <a:pt x="375" y="10063"/>
                          <a:pt x="1261" y="11304"/>
                          <a:pt x="4276" y="13920"/>
                        </a:cubicBezTo>
                        <a:cubicBezTo>
                          <a:pt x="10083" y="18841"/>
                          <a:pt x="15226" y="22698"/>
                          <a:pt x="24180" y="25136"/>
                        </a:cubicBezTo>
                        <a:cubicBezTo>
                          <a:pt x="31672" y="27175"/>
                          <a:pt x="40273" y="27485"/>
                          <a:pt x="46701" y="26288"/>
                        </a:cubicBezTo>
                        <a:cubicBezTo>
                          <a:pt x="51444" y="25357"/>
                          <a:pt x="55921" y="23274"/>
                          <a:pt x="54902" y="20392"/>
                        </a:cubicBezTo>
                        <a:cubicBezTo>
                          <a:pt x="54281" y="18619"/>
                          <a:pt x="50779" y="18264"/>
                          <a:pt x="48031" y="17289"/>
                        </a:cubicBezTo>
                        <a:cubicBezTo>
                          <a:pt x="41603" y="14940"/>
                          <a:pt x="35441" y="12856"/>
                          <a:pt x="29589" y="8955"/>
                        </a:cubicBezTo>
                        <a:cubicBezTo>
                          <a:pt x="24624" y="5586"/>
                          <a:pt x="19614" y="798"/>
                          <a:pt x="11989" y="89"/>
                        </a:cubicBezTo>
                        <a:cubicBezTo>
                          <a:pt x="5207" y="-576"/>
                          <a:pt x="-379" y="2571"/>
                          <a:pt x="20" y="696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99" name="Forme libre : forme 23198">
                    <a:extLst>
                      <a:ext uri="{FF2B5EF4-FFF2-40B4-BE49-F238E27FC236}">
                        <a16:creationId xmlns:a16="http://schemas.microsoft.com/office/drawing/2014/main" id="{EE71C1AA-5DC3-4110-A62E-D5922D705371}"/>
                      </a:ext>
                    </a:extLst>
                  </p:cNvPr>
                  <p:cNvSpPr/>
                  <p:nvPr/>
                </p:nvSpPr>
                <p:spPr>
                  <a:xfrm>
                    <a:off x="5649525" y="1186569"/>
                    <a:ext cx="18280" cy="4580"/>
                  </a:xfrm>
                  <a:custGeom>
                    <a:avLst/>
                    <a:gdLst>
                      <a:gd name="connsiteX0" fmla="*/ 1968 w 18280"/>
                      <a:gd name="connsiteY0" fmla="*/ 1456 h 4580"/>
                      <a:gd name="connsiteX1" fmla="*/ 106 w 18280"/>
                      <a:gd name="connsiteY1" fmla="*/ 2298 h 4580"/>
                      <a:gd name="connsiteX2" fmla="*/ 1214 w 18280"/>
                      <a:gd name="connsiteY2" fmla="*/ 3628 h 4580"/>
                      <a:gd name="connsiteX3" fmla="*/ 4451 w 18280"/>
                      <a:gd name="connsiteY3" fmla="*/ 4293 h 4580"/>
                      <a:gd name="connsiteX4" fmla="*/ 12607 w 18280"/>
                      <a:gd name="connsiteY4" fmla="*/ 4515 h 4580"/>
                      <a:gd name="connsiteX5" fmla="*/ 15578 w 18280"/>
                      <a:gd name="connsiteY5" fmla="*/ 4160 h 4580"/>
                      <a:gd name="connsiteX6" fmla="*/ 14381 w 18280"/>
                      <a:gd name="connsiteY6" fmla="*/ 38 h 4580"/>
                      <a:gd name="connsiteX7" fmla="*/ 1968 w 18280"/>
                      <a:gd name="connsiteY7" fmla="*/ 1456 h 4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280" h="4580">
                        <a:moveTo>
                          <a:pt x="1968" y="1456"/>
                        </a:moveTo>
                        <a:cubicBezTo>
                          <a:pt x="1081" y="1678"/>
                          <a:pt x="461" y="1811"/>
                          <a:pt x="106" y="2298"/>
                        </a:cubicBezTo>
                        <a:cubicBezTo>
                          <a:pt x="-249" y="2786"/>
                          <a:pt x="328" y="3318"/>
                          <a:pt x="1214" y="3628"/>
                        </a:cubicBezTo>
                        <a:cubicBezTo>
                          <a:pt x="2057" y="3983"/>
                          <a:pt x="3431" y="4205"/>
                          <a:pt x="4451" y="4293"/>
                        </a:cubicBezTo>
                        <a:cubicBezTo>
                          <a:pt x="7155" y="4471"/>
                          <a:pt x="9992" y="4692"/>
                          <a:pt x="12607" y="4515"/>
                        </a:cubicBezTo>
                        <a:cubicBezTo>
                          <a:pt x="13671" y="4471"/>
                          <a:pt x="14691" y="4426"/>
                          <a:pt x="15578" y="4160"/>
                        </a:cubicBezTo>
                        <a:cubicBezTo>
                          <a:pt x="19257" y="3052"/>
                          <a:pt x="19479" y="436"/>
                          <a:pt x="14381" y="38"/>
                        </a:cubicBezTo>
                        <a:cubicBezTo>
                          <a:pt x="10391" y="-184"/>
                          <a:pt x="5514" y="614"/>
                          <a:pt x="1968" y="145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00" name="Forme libre : forme 23199">
                    <a:extLst>
                      <a:ext uri="{FF2B5EF4-FFF2-40B4-BE49-F238E27FC236}">
                        <a16:creationId xmlns:a16="http://schemas.microsoft.com/office/drawing/2014/main" id="{70D15EA5-2B51-4255-B7CB-5F7D7EB64A08}"/>
                      </a:ext>
                    </a:extLst>
                  </p:cNvPr>
                  <p:cNvSpPr/>
                  <p:nvPr/>
                </p:nvSpPr>
                <p:spPr>
                  <a:xfrm>
                    <a:off x="5690504" y="1204117"/>
                    <a:ext cx="28460" cy="10639"/>
                  </a:xfrm>
                  <a:custGeom>
                    <a:avLst/>
                    <a:gdLst>
                      <a:gd name="connsiteX0" fmla="*/ 28461 w 28460"/>
                      <a:gd name="connsiteY0" fmla="*/ 0 h 10639"/>
                      <a:gd name="connsiteX1" fmla="*/ 15826 w 28460"/>
                      <a:gd name="connsiteY1" fmla="*/ 6650 h 10639"/>
                      <a:gd name="connsiteX2" fmla="*/ 7891 w 28460"/>
                      <a:gd name="connsiteY2" fmla="*/ 8911 h 10639"/>
                      <a:gd name="connsiteX3" fmla="*/ 0 w 28460"/>
                      <a:gd name="connsiteY3" fmla="*/ 10639 h 10639"/>
                      <a:gd name="connsiteX4" fmla="*/ 7802 w 28460"/>
                      <a:gd name="connsiteY4" fmla="*/ 8600 h 10639"/>
                      <a:gd name="connsiteX5" fmla="*/ 15028 w 28460"/>
                      <a:gd name="connsiteY5" fmla="*/ 5896 h 10639"/>
                      <a:gd name="connsiteX6" fmla="*/ 28461 w 28460"/>
                      <a:gd name="connsiteY6" fmla="*/ 0 h 10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460" h="10639">
                        <a:moveTo>
                          <a:pt x="28461" y="0"/>
                        </a:moveTo>
                        <a:cubicBezTo>
                          <a:pt x="26067" y="2970"/>
                          <a:pt x="21102" y="5009"/>
                          <a:pt x="15826" y="6650"/>
                        </a:cubicBezTo>
                        <a:cubicBezTo>
                          <a:pt x="13166" y="7492"/>
                          <a:pt x="10462" y="8201"/>
                          <a:pt x="7891" y="8911"/>
                        </a:cubicBezTo>
                        <a:cubicBezTo>
                          <a:pt x="5364" y="9620"/>
                          <a:pt x="2350" y="10152"/>
                          <a:pt x="0" y="10639"/>
                        </a:cubicBezTo>
                        <a:cubicBezTo>
                          <a:pt x="2571" y="10107"/>
                          <a:pt x="5453" y="9443"/>
                          <a:pt x="7802" y="8600"/>
                        </a:cubicBezTo>
                        <a:cubicBezTo>
                          <a:pt x="10196" y="7758"/>
                          <a:pt x="12634" y="6827"/>
                          <a:pt x="15028" y="5896"/>
                        </a:cubicBezTo>
                        <a:cubicBezTo>
                          <a:pt x="19816" y="3990"/>
                          <a:pt x="24559" y="1951"/>
                          <a:pt x="2846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01" name="Forme libre : forme 23200">
                    <a:extLst>
                      <a:ext uri="{FF2B5EF4-FFF2-40B4-BE49-F238E27FC236}">
                        <a16:creationId xmlns:a16="http://schemas.microsoft.com/office/drawing/2014/main" id="{A3719F4B-42DC-4FE4-895B-A99EE362308E}"/>
                      </a:ext>
                    </a:extLst>
                  </p:cNvPr>
                  <p:cNvSpPr/>
                  <p:nvPr/>
                </p:nvSpPr>
                <p:spPr>
                  <a:xfrm>
                    <a:off x="5631056" y="1178562"/>
                    <a:ext cx="30898" cy="4320"/>
                  </a:xfrm>
                  <a:custGeom>
                    <a:avLst/>
                    <a:gdLst>
                      <a:gd name="connsiteX0" fmla="*/ 30899 w 30898"/>
                      <a:gd name="connsiteY0" fmla="*/ 198 h 4320"/>
                      <a:gd name="connsiteX1" fmla="*/ 0 w 30898"/>
                      <a:gd name="connsiteY1" fmla="*/ 4321 h 4320"/>
                      <a:gd name="connsiteX2" fmla="*/ 30899 w 30898"/>
                      <a:gd name="connsiteY2" fmla="*/ 198 h 4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898" h="4320">
                        <a:moveTo>
                          <a:pt x="30899" y="198"/>
                        </a:moveTo>
                        <a:cubicBezTo>
                          <a:pt x="19151" y="-821"/>
                          <a:pt x="8423" y="2326"/>
                          <a:pt x="0" y="4321"/>
                        </a:cubicBezTo>
                        <a:cubicBezTo>
                          <a:pt x="7625" y="2149"/>
                          <a:pt x="20658" y="907"/>
                          <a:pt x="30899" y="1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02" name="Forme libre : forme 23201">
                    <a:extLst>
                      <a:ext uri="{FF2B5EF4-FFF2-40B4-BE49-F238E27FC236}">
                        <a16:creationId xmlns:a16="http://schemas.microsoft.com/office/drawing/2014/main" id="{BD10F64B-D423-475A-85CD-D9A12C3DBDD1}"/>
                      </a:ext>
                    </a:extLst>
                  </p:cNvPr>
                  <p:cNvSpPr/>
                  <p:nvPr/>
                </p:nvSpPr>
                <p:spPr>
                  <a:xfrm>
                    <a:off x="5676860" y="1193510"/>
                    <a:ext cx="16533" cy="4816"/>
                  </a:xfrm>
                  <a:custGeom>
                    <a:avLst/>
                    <a:gdLst>
                      <a:gd name="connsiteX0" fmla="*/ 16393 w 16533"/>
                      <a:gd name="connsiteY0" fmla="*/ 4002 h 4816"/>
                      <a:gd name="connsiteX1" fmla="*/ 6551 w 16533"/>
                      <a:gd name="connsiteY1" fmla="*/ 4047 h 4816"/>
                      <a:gd name="connsiteX2" fmla="*/ 212 w 16533"/>
                      <a:gd name="connsiteY2" fmla="*/ 766 h 4816"/>
                      <a:gd name="connsiteX3" fmla="*/ 9433 w 16533"/>
                      <a:gd name="connsiteY3" fmla="*/ 899 h 4816"/>
                      <a:gd name="connsiteX4" fmla="*/ 16393 w 16533"/>
                      <a:gd name="connsiteY4" fmla="*/ 4002 h 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33" h="4816">
                        <a:moveTo>
                          <a:pt x="16393" y="4002"/>
                        </a:moveTo>
                        <a:cubicBezTo>
                          <a:pt x="15196" y="5554"/>
                          <a:pt x="8546" y="4490"/>
                          <a:pt x="6551" y="4047"/>
                        </a:cubicBezTo>
                        <a:cubicBezTo>
                          <a:pt x="4512" y="3647"/>
                          <a:pt x="-1162" y="2318"/>
                          <a:pt x="212" y="766"/>
                        </a:cubicBezTo>
                        <a:cubicBezTo>
                          <a:pt x="1586" y="-830"/>
                          <a:pt x="7527" y="500"/>
                          <a:pt x="9433" y="899"/>
                        </a:cubicBezTo>
                        <a:cubicBezTo>
                          <a:pt x="11295" y="1298"/>
                          <a:pt x="17546" y="2451"/>
                          <a:pt x="16393" y="400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03" name="Forme libre : forme 23202">
                    <a:extLst>
                      <a:ext uri="{FF2B5EF4-FFF2-40B4-BE49-F238E27FC236}">
                        <a16:creationId xmlns:a16="http://schemas.microsoft.com/office/drawing/2014/main" id="{645EB54F-EF30-464F-8CBB-9C0B06CE0DFA}"/>
                      </a:ext>
                    </a:extLst>
                  </p:cNvPr>
                  <p:cNvSpPr/>
                  <p:nvPr/>
                </p:nvSpPr>
                <p:spPr>
                  <a:xfrm>
                    <a:off x="5691165" y="1196325"/>
                    <a:ext cx="4710" cy="1598"/>
                  </a:xfrm>
                  <a:custGeom>
                    <a:avLst/>
                    <a:gdLst>
                      <a:gd name="connsiteX0" fmla="*/ 4703 w 4710"/>
                      <a:gd name="connsiteY0" fmla="*/ 921 h 1598"/>
                      <a:gd name="connsiteX1" fmla="*/ 2486 w 4710"/>
                      <a:gd name="connsiteY1" fmla="*/ 1586 h 1598"/>
                      <a:gd name="connsiteX2" fmla="*/ 4 w 4710"/>
                      <a:gd name="connsiteY2" fmla="*/ 655 h 1598"/>
                      <a:gd name="connsiteX3" fmla="*/ 2176 w 4710"/>
                      <a:gd name="connsiteY3" fmla="*/ 34 h 1598"/>
                      <a:gd name="connsiteX4" fmla="*/ 4703 w 4710"/>
                      <a:gd name="connsiteY4" fmla="*/ 921 h 1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10" h="1598">
                        <a:moveTo>
                          <a:pt x="4703" y="921"/>
                        </a:moveTo>
                        <a:cubicBezTo>
                          <a:pt x="4836" y="1586"/>
                          <a:pt x="3284" y="1630"/>
                          <a:pt x="2486" y="1586"/>
                        </a:cubicBezTo>
                        <a:cubicBezTo>
                          <a:pt x="1688" y="1541"/>
                          <a:pt x="93" y="1320"/>
                          <a:pt x="4" y="655"/>
                        </a:cubicBezTo>
                        <a:cubicBezTo>
                          <a:pt x="-85" y="-10"/>
                          <a:pt x="1378" y="-54"/>
                          <a:pt x="2176" y="34"/>
                        </a:cubicBezTo>
                        <a:cubicBezTo>
                          <a:pt x="2930" y="79"/>
                          <a:pt x="4570" y="256"/>
                          <a:pt x="4703" y="92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204" name="Forme libre : forme 23203">
                    <a:extLst>
                      <a:ext uri="{FF2B5EF4-FFF2-40B4-BE49-F238E27FC236}">
                        <a16:creationId xmlns:a16="http://schemas.microsoft.com/office/drawing/2014/main" id="{8ACD6A50-BE57-4041-B96F-CEA458B31780}"/>
                      </a:ext>
                    </a:extLst>
                  </p:cNvPr>
                  <p:cNvSpPr/>
                  <p:nvPr/>
                </p:nvSpPr>
                <p:spPr>
                  <a:xfrm>
                    <a:off x="5677628" y="1182876"/>
                    <a:ext cx="39958" cy="19105"/>
                  </a:xfrm>
                  <a:custGeom>
                    <a:avLst/>
                    <a:gdLst>
                      <a:gd name="connsiteX0" fmla="*/ 30476 w 39958"/>
                      <a:gd name="connsiteY0" fmla="*/ 8696 h 19105"/>
                      <a:gd name="connsiteX1" fmla="*/ 39785 w 39958"/>
                      <a:gd name="connsiteY1" fmla="*/ 16808 h 19105"/>
                      <a:gd name="connsiteX2" fmla="*/ 36549 w 39958"/>
                      <a:gd name="connsiteY2" fmla="*/ 19069 h 19105"/>
                      <a:gd name="connsiteX3" fmla="*/ 31850 w 39958"/>
                      <a:gd name="connsiteY3" fmla="*/ 16853 h 19105"/>
                      <a:gd name="connsiteX4" fmla="*/ 17620 w 39958"/>
                      <a:gd name="connsiteY4" fmla="*/ 9582 h 19105"/>
                      <a:gd name="connsiteX5" fmla="*/ 464 w 39958"/>
                      <a:gd name="connsiteY5" fmla="*/ 1470 h 19105"/>
                      <a:gd name="connsiteX6" fmla="*/ 20900 w 39958"/>
                      <a:gd name="connsiteY6" fmla="*/ 2755 h 19105"/>
                      <a:gd name="connsiteX7" fmla="*/ 30476 w 39958"/>
                      <a:gd name="connsiteY7" fmla="*/ 8696 h 19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958" h="19105">
                        <a:moveTo>
                          <a:pt x="30476" y="8696"/>
                        </a:moveTo>
                        <a:cubicBezTo>
                          <a:pt x="34731" y="11356"/>
                          <a:pt x="37702" y="13350"/>
                          <a:pt x="39785" y="16808"/>
                        </a:cubicBezTo>
                        <a:cubicBezTo>
                          <a:pt x="40539" y="18094"/>
                          <a:pt x="38721" y="19335"/>
                          <a:pt x="36549" y="19069"/>
                        </a:cubicBezTo>
                        <a:cubicBezTo>
                          <a:pt x="34421" y="18847"/>
                          <a:pt x="33180" y="17828"/>
                          <a:pt x="31850" y="16853"/>
                        </a:cubicBezTo>
                        <a:cubicBezTo>
                          <a:pt x="27772" y="13794"/>
                          <a:pt x="22851" y="11666"/>
                          <a:pt x="17620" y="9582"/>
                        </a:cubicBezTo>
                        <a:cubicBezTo>
                          <a:pt x="14339" y="8341"/>
                          <a:pt x="-3038" y="4750"/>
                          <a:pt x="464" y="1470"/>
                        </a:cubicBezTo>
                        <a:cubicBezTo>
                          <a:pt x="3877" y="-1767"/>
                          <a:pt x="16600" y="1115"/>
                          <a:pt x="20900" y="2755"/>
                        </a:cubicBezTo>
                        <a:cubicBezTo>
                          <a:pt x="25599" y="4484"/>
                          <a:pt x="27284" y="6701"/>
                          <a:pt x="30476" y="869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180" name="Graphique 2">
                  <a:extLst>
                    <a:ext uri="{FF2B5EF4-FFF2-40B4-BE49-F238E27FC236}">
                      <a16:creationId xmlns:a16="http://schemas.microsoft.com/office/drawing/2014/main" id="{FA6BBB11-56DB-4E3C-B6A1-37B63DB4332E}"/>
                    </a:ext>
                  </a:extLst>
                </p:cNvPr>
                <p:cNvGrpSpPr/>
                <p:nvPr/>
              </p:nvGrpSpPr>
              <p:grpSpPr>
                <a:xfrm>
                  <a:off x="5721898" y="1183689"/>
                  <a:ext cx="96696" cy="39540"/>
                  <a:chOff x="5721898" y="1183689"/>
                  <a:chExt cx="96696" cy="39540"/>
                </a:xfrm>
                <a:solidFill>
                  <a:schemeClr val="accent1"/>
                </a:solidFill>
              </p:grpSpPr>
              <p:sp>
                <p:nvSpPr>
                  <p:cNvPr id="23181" name="Forme libre : forme 23180">
                    <a:extLst>
                      <a:ext uri="{FF2B5EF4-FFF2-40B4-BE49-F238E27FC236}">
                        <a16:creationId xmlns:a16="http://schemas.microsoft.com/office/drawing/2014/main" id="{25321DA0-E4F6-440C-9F67-89A0BE0C9850}"/>
                      </a:ext>
                    </a:extLst>
                  </p:cNvPr>
                  <p:cNvSpPr/>
                  <p:nvPr/>
                </p:nvSpPr>
                <p:spPr>
                  <a:xfrm>
                    <a:off x="5721898" y="1183689"/>
                    <a:ext cx="96696" cy="39540"/>
                  </a:xfrm>
                  <a:custGeom>
                    <a:avLst/>
                    <a:gdLst>
                      <a:gd name="connsiteX0" fmla="*/ 68839 w 96696"/>
                      <a:gd name="connsiteY0" fmla="*/ 34791 h 39540"/>
                      <a:gd name="connsiteX1" fmla="*/ 51860 w 96696"/>
                      <a:gd name="connsiteY1" fmla="*/ 38293 h 39540"/>
                      <a:gd name="connsiteX2" fmla="*/ 41442 w 96696"/>
                      <a:gd name="connsiteY2" fmla="*/ 39401 h 39540"/>
                      <a:gd name="connsiteX3" fmla="*/ 32620 w 96696"/>
                      <a:gd name="connsiteY3" fmla="*/ 39446 h 39540"/>
                      <a:gd name="connsiteX4" fmla="*/ 12716 w 96696"/>
                      <a:gd name="connsiteY4" fmla="*/ 33772 h 39540"/>
                      <a:gd name="connsiteX5" fmla="*/ 1190 w 96696"/>
                      <a:gd name="connsiteY5" fmla="*/ 22689 h 39540"/>
                      <a:gd name="connsiteX6" fmla="*/ 3273 w 96696"/>
                      <a:gd name="connsiteY6" fmla="*/ 12892 h 39540"/>
                      <a:gd name="connsiteX7" fmla="*/ 33551 w 96696"/>
                      <a:gd name="connsiteY7" fmla="*/ 4336 h 39540"/>
                      <a:gd name="connsiteX8" fmla="*/ 39181 w 96696"/>
                      <a:gd name="connsiteY8" fmla="*/ 3937 h 39540"/>
                      <a:gd name="connsiteX9" fmla="*/ 46186 w 96696"/>
                      <a:gd name="connsiteY9" fmla="*/ 3094 h 39540"/>
                      <a:gd name="connsiteX10" fmla="*/ 60327 w 96696"/>
                      <a:gd name="connsiteY10" fmla="*/ 789 h 39540"/>
                      <a:gd name="connsiteX11" fmla="*/ 92689 w 96696"/>
                      <a:gd name="connsiteY11" fmla="*/ 6907 h 39540"/>
                      <a:gd name="connsiteX12" fmla="*/ 95925 w 96696"/>
                      <a:gd name="connsiteY12" fmla="*/ 16172 h 39540"/>
                      <a:gd name="connsiteX13" fmla="*/ 68839 w 96696"/>
                      <a:gd name="connsiteY13" fmla="*/ 34791 h 39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6696" h="39540">
                        <a:moveTo>
                          <a:pt x="68839" y="34791"/>
                        </a:moveTo>
                        <a:cubicBezTo>
                          <a:pt x="64982" y="35855"/>
                          <a:pt x="58731" y="37274"/>
                          <a:pt x="51860" y="38293"/>
                        </a:cubicBezTo>
                        <a:cubicBezTo>
                          <a:pt x="48402" y="38781"/>
                          <a:pt x="44900" y="39224"/>
                          <a:pt x="41442" y="39401"/>
                        </a:cubicBezTo>
                        <a:cubicBezTo>
                          <a:pt x="37940" y="39623"/>
                          <a:pt x="34926" y="39534"/>
                          <a:pt x="32620" y="39446"/>
                        </a:cubicBezTo>
                        <a:cubicBezTo>
                          <a:pt x="23843" y="38914"/>
                          <a:pt x="17548" y="36697"/>
                          <a:pt x="12716" y="33772"/>
                        </a:cubicBezTo>
                        <a:cubicBezTo>
                          <a:pt x="7884" y="30801"/>
                          <a:pt x="4470" y="27033"/>
                          <a:pt x="1190" y="22689"/>
                        </a:cubicBezTo>
                        <a:cubicBezTo>
                          <a:pt x="-1071" y="19674"/>
                          <a:pt x="37" y="14709"/>
                          <a:pt x="3273" y="12892"/>
                        </a:cubicBezTo>
                        <a:cubicBezTo>
                          <a:pt x="12671" y="7483"/>
                          <a:pt x="21582" y="5001"/>
                          <a:pt x="33551" y="4336"/>
                        </a:cubicBezTo>
                        <a:cubicBezTo>
                          <a:pt x="35236" y="4247"/>
                          <a:pt x="37142" y="4114"/>
                          <a:pt x="39181" y="3937"/>
                        </a:cubicBezTo>
                        <a:cubicBezTo>
                          <a:pt x="41265" y="3759"/>
                          <a:pt x="43703" y="3449"/>
                          <a:pt x="46186" y="3094"/>
                        </a:cubicBezTo>
                        <a:cubicBezTo>
                          <a:pt x="51195" y="2385"/>
                          <a:pt x="56603" y="1366"/>
                          <a:pt x="60327" y="789"/>
                        </a:cubicBezTo>
                        <a:cubicBezTo>
                          <a:pt x="74380" y="-1560"/>
                          <a:pt x="83468" y="1587"/>
                          <a:pt x="92689" y="6907"/>
                        </a:cubicBezTo>
                        <a:cubicBezTo>
                          <a:pt x="95881" y="8725"/>
                          <a:pt x="97876" y="13246"/>
                          <a:pt x="95925" y="16172"/>
                        </a:cubicBezTo>
                        <a:cubicBezTo>
                          <a:pt x="90384" y="24551"/>
                          <a:pt x="83158" y="30801"/>
                          <a:pt x="68839" y="3479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82" name="Forme libre : forme 23181">
                    <a:extLst>
                      <a:ext uri="{FF2B5EF4-FFF2-40B4-BE49-F238E27FC236}">
                        <a16:creationId xmlns:a16="http://schemas.microsoft.com/office/drawing/2014/main" id="{D9C5010D-FB34-4857-9F66-DC3D6114271F}"/>
                      </a:ext>
                    </a:extLst>
                  </p:cNvPr>
                  <p:cNvSpPr/>
                  <p:nvPr/>
                </p:nvSpPr>
                <p:spPr>
                  <a:xfrm>
                    <a:off x="5721952" y="1199551"/>
                    <a:ext cx="96003" cy="23613"/>
                  </a:xfrm>
                  <a:custGeom>
                    <a:avLst/>
                    <a:gdLst>
                      <a:gd name="connsiteX0" fmla="*/ 37930 w 96003"/>
                      <a:gd name="connsiteY0" fmla="*/ 10905 h 23613"/>
                      <a:gd name="connsiteX1" fmla="*/ 17139 w 96003"/>
                      <a:gd name="connsiteY1" fmla="*/ 9753 h 23613"/>
                      <a:gd name="connsiteX2" fmla="*/ 27 w 96003"/>
                      <a:gd name="connsiteY2" fmla="*/ 2394 h 23613"/>
                      <a:gd name="connsiteX3" fmla="*/ 1180 w 96003"/>
                      <a:gd name="connsiteY3" fmla="*/ 6738 h 23613"/>
                      <a:gd name="connsiteX4" fmla="*/ 4682 w 96003"/>
                      <a:gd name="connsiteY4" fmla="*/ 10994 h 23613"/>
                      <a:gd name="connsiteX5" fmla="*/ 18291 w 96003"/>
                      <a:gd name="connsiteY5" fmla="*/ 20570 h 23613"/>
                      <a:gd name="connsiteX6" fmla="*/ 32566 w 96003"/>
                      <a:gd name="connsiteY6" fmla="*/ 23495 h 23613"/>
                      <a:gd name="connsiteX7" fmla="*/ 38772 w 96003"/>
                      <a:gd name="connsiteY7" fmla="*/ 23584 h 23613"/>
                      <a:gd name="connsiteX8" fmla="*/ 66346 w 96003"/>
                      <a:gd name="connsiteY8" fmla="*/ 19506 h 23613"/>
                      <a:gd name="connsiteX9" fmla="*/ 68740 w 96003"/>
                      <a:gd name="connsiteY9" fmla="*/ 18885 h 23613"/>
                      <a:gd name="connsiteX10" fmla="*/ 81552 w 96003"/>
                      <a:gd name="connsiteY10" fmla="*/ 13787 h 23613"/>
                      <a:gd name="connsiteX11" fmla="*/ 93122 w 96003"/>
                      <a:gd name="connsiteY11" fmla="*/ 4034 h 23613"/>
                      <a:gd name="connsiteX12" fmla="*/ 95915 w 96003"/>
                      <a:gd name="connsiteY12" fmla="*/ 177 h 23613"/>
                      <a:gd name="connsiteX13" fmla="*/ 96003 w 96003"/>
                      <a:gd name="connsiteY13" fmla="*/ 0 h 23613"/>
                      <a:gd name="connsiteX14" fmla="*/ 67321 w 96003"/>
                      <a:gd name="connsiteY14" fmla="*/ 5719 h 23613"/>
                      <a:gd name="connsiteX15" fmla="*/ 37930 w 96003"/>
                      <a:gd name="connsiteY15" fmla="*/ 10905 h 2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6003" h="23613">
                        <a:moveTo>
                          <a:pt x="37930" y="10905"/>
                        </a:moveTo>
                        <a:cubicBezTo>
                          <a:pt x="30970" y="11570"/>
                          <a:pt x="23744" y="11216"/>
                          <a:pt x="17139" y="9753"/>
                        </a:cubicBezTo>
                        <a:cubicBezTo>
                          <a:pt x="10533" y="8290"/>
                          <a:pt x="4682" y="5807"/>
                          <a:pt x="27" y="2394"/>
                        </a:cubicBezTo>
                        <a:cubicBezTo>
                          <a:pt x="-106" y="3946"/>
                          <a:pt x="249" y="5497"/>
                          <a:pt x="1180" y="6738"/>
                        </a:cubicBezTo>
                        <a:cubicBezTo>
                          <a:pt x="2288" y="8246"/>
                          <a:pt x="3485" y="9664"/>
                          <a:pt x="4682" y="10994"/>
                        </a:cubicBezTo>
                        <a:cubicBezTo>
                          <a:pt x="8228" y="14851"/>
                          <a:pt x="12307" y="18176"/>
                          <a:pt x="18291" y="20570"/>
                        </a:cubicBezTo>
                        <a:cubicBezTo>
                          <a:pt x="22192" y="22077"/>
                          <a:pt x="26847" y="23185"/>
                          <a:pt x="32566" y="23495"/>
                        </a:cubicBezTo>
                        <a:cubicBezTo>
                          <a:pt x="34339" y="23540"/>
                          <a:pt x="36290" y="23673"/>
                          <a:pt x="38772" y="23584"/>
                        </a:cubicBezTo>
                        <a:cubicBezTo>
                          <a:pt x="48348" y="23362"/>
                          <a:pt x="59608" y="21102"/>
                          <a:pt x="66346" y="19506"/>
                        </a:cubicBezTo>
                        <a:cubicBezTo>
                          <a:pt x="67233" y="19284"/>
                          <a:pt x="68031" y="19062"/>
                          <a:pt x="68740" y="18885"/>
                        </a:cubicBezTo>
                        <a:cubicBezTo>
                          <a:pt x="73838" y="17466"/>
                          <a:pt x="78005" y="15782"/>
                          <a:pt x="81552" y="13787"/>
                        </a:cubicBezTo>
                        <a:cubicBezTo>
                          <a:pt x="86339" y="11038"/>
                          <a:pt x="89975" y="7758"/>
                          <a:pt x="93122" y="4034"/>
                        </a:cubicBezTo>
                        <a:cubicBezTo>
                          <a:pt x="94097" y="2793"/>
                          <a:pt x="95073" y="1552"/>
                          <a:pt x="95915" y="177"/>
                        </a:cubicBezTo>
                        <a:lnTo>
                          <a:pt x="96003" y="0"/>
                        </a:lnTo>
                        <a:cubicBezTo>
                          <a:pt x="86561" y="1729"/>
                          <a:pt x="76941" y="3680"/>
                          <a:pt x="67321" y="5719"/>
                        </a:cubicBezTo>
                        <a:cubicBezTo>
                          <a:pt x="57657" y="7758"/>
                          <a:pt x="47993" y="9930"/>
                          <a:pt x="37930" y="1090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83" name="Forme libre : forme 23182">
                    <a:extLst>
                      <a:ext uri="{FF2B5EF4-FFF2-40B4-BE49-F238E27FC236}">
                        <a16:creationId xmlns:a16="http://schemas.microsoft.com/office/drawing/2014/main" id="{8E01EEC7-5FB0-4E13-BA6E-7786938C92F5}"/>
                      </a:ext>
                    </a:extLst>
                  </p:cNvPr>
                  <p:cNvSpPr/>
                  <p:nvPr/>
                </p:nvSpPr>
                <p:spPr>
                  <a:xfrm>
                    <a:off x="5755582" y="1196867"/>
                    <a:ext cx="44701" cy="13873"/>
                  </a:xfrm>
                  <a:custGeom>
                    <a:avLst/>
                    <a:gdLst>
                      <a:gd name="connsiteX0" fmla="*/ 44642 w 44701"/>
                      <a:gd name="connsiteY0" fmla="*/ 2507 h 13873"/>
                      <a:gd name="connsiteX1" fmla="*/ 22698 w 44701"/>
                      <a:gd name="connsiteY1" fmla="*/ 12969 h 13873"/>
                      <a:gd name="connsiteX2" fmla="*/ 9177 w 44701"/>
                      <a:gd name="connsiteY2" fmla="*/ 13723 h 13873"/>
                      <a:gd name="connsiteX3" fmla="*/ 0 w 44701"/>
                      <a:gd name="connsiteY3" fmla="*/ 9112 h 13873"/>
                      <a:gd name="connsiteX4" fmla="*/ 8202 w 44701"/>
                      <a:gd name="connsiteY4" fmla="*/ 4103 h 13873"/>
                      <a:gd name="connsiteX5" fmla="*/ 20481 w 44701"/>
                      <a:gd name="connsiteY5" fmla="*/ 1665 h 13873"/>
                      <a:gd name="connsiteX6" fmla="*/ 44642 w 44701"/>
                      <a:gd name="connsiteY6" fmla="*/ 2507 h 13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701" h="13873">
                        <a:moveTo>
                          <a:pt x="44642" y="2507"/>
                        </a:moveTo>
                        <a:cubicBezTo>
                          <a:pt x="45839" y="7073"/>
                          <a:pt x="28771" y="11861"/>
                          <a:pt x="22698" y="12969"/>
                        </a:cubicBezTo>
                        <a:cubicBezTo>
                          <a:pt x="19728" y="13545"/>
                          <a:pt x="14142" y="14166"/>
                          <a:pt x="9177" y="13723"/>
                        </a:cubicBezTo>
                        <a:cubicBezTo>
                          <a:pt x="4167" y="13279"/>
                          <a:pt x="89" y="11639"/>
                          <a:pt x="0" y="9112"/>
                        </a:cubicBezTo>
                        <a:cubicBezTo>
                          <a:pt x="-44" y="6541"/>
                          <a:pt x="3813" y="5211"/>
                          <a:pt x="8202" y="4103"/>
                        </a:cubicBezTo>
                        <a:cubicBezTo>
                          <a:pt x="12635" y="2995"/>
                          <a:pt x="17777" y="2108"/>
                          <a:pt x="20481" y="1665"/>
                        </a:cubicBezTo>
                        <a:cubicBezTo>
                          <a:pt x="25845" y="911"/>
                          <a:pt x="43445" y="-2103"/>
                          <a:pt x="44642" y="250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84" name="Forme libre : forme 23183">
                    <a:extLst>
                      <a:ext uri="{FF2B5EF4-FFF2-40B4-BE49-F238E27FC236}">
                        <a16:creationId xmlns:a16="http://schemas.microsoft.com/office/drawing/2014/main" id="{B6101ADA-7348-426F-890D-C91753EFAE25}"/>
                      </a:ext>
                    </a:extLst>
                  </p:cNvPr>
                  <p:cNvSpPr/>
                  <p:nvPr/>
                </p:nvSpPr>
                <p:spPr>
                  <a:xfrm>
                    <a:off x="5755231" y="1200881"/>
                    <a:ext cx="32668" cy="9890"/>
                  </a:xfrm>
                  <a:custGeom>
                    <a:avLst/>
                    <a:gdLst>
                      <a:gd name="connsiteX0" fmla="*/ 9350 w 32668"/>
                      <a:gd name="connsiteY0" fmla="*/ 0 h 9890"/>
                      <a:gd name="connsiteX1" fmla="*/ 85 w 32668"/>
                      <a:gd name="connsiteY1" fmla="*/ 5098 h 9890"/>
                      <a:gd name="connsiteX2" fmla="*/ 9483 w 32668"/>
                      <a:gd name="connsiteY2" fmla="*/ 9708 h 9890"/>
                      <a:gd name="connsiteX3" fmla="*/ 23270 w 32668"/>
                      <a:gd name="connsiteY3" fmla="*/ 8955 h 9890"/>
                      <a:gd name="connsiteX4" fmla="*/ 32668 w 32668"/>
                      <a:gd name="connsiteY4" fmla="*/ 6295 h 9890"/>
                      <a:gd name="connsiteX5" fmla="*/ 27526 w 32668"/>
                      <a:gd name="connsiteY5" fmla="*/ 7004 h 9890"/>
                      <a:gd name="connsiteX6" fmla="*/ 9350 w 32668"/>
                      <a:gd name="connsiteY6" fmla="*/ 0 h 9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668" h="9890">
                        <a:moveTo>
                          <a:pt x="9350" y="0"/>
                        </a:moveTo>
                        <a:cubicBezTo>
                          <a:pt x="6779" y="1286"/>
                          <a:pt x="-890" y="1950"/>
                          <a:pt x="85" y="5098"/>
                        </a:cubicBezTo>
                        <a:cubicBezTo>
                          <a:pt x="883" y="7625"/>
                          <a:pt x="4740" y="9265"/>
                          <a:pt x="9483" y="9708"/>
                        </a:cubicBezTo>
                        <a:cubicBezTo>
                          <a:pt x="14182" y="10196"/>
                          <a:pt x="19502" y="9620"/>
                          <a:pt x="23270" y="8955"/>
                        </a:cubicBezTo>
                        <a:cubicBezTo>
                          <a:pt x="25487" y="8556"/>
                          <a:pt x="30363" y="7226"/>
                          <a:pt x="32668" y="6295"/>
                        </a:cubicBezTo>
                        <a:cubicBezTo>
                          <a:pt x="31250" y="6561"/>
                          <a:pt x="28900" y="7049"/>
                          <a:pt x="27526" y="7004"/>
                        </a:cubicBezTo>
                        <a:cubicBezTo>
                          <a:pt x="19724" y="6960"/>
                          <a:pt x="10237" y="5630"/>
                          <a:pt x="9350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85" name="Forme libre : forme 23184">
                    <a:extLst>
                      <a:ext uri="{FF2B5EF4-FFF2-40B4-BE49-F238E27FC236}">
                        <a16:creationId xmlns:a16="http://schemas.microsoft.com/office/drawing/2014/main" id="{40FCD039-A56E-4183-A029-A88EF2C5D037}"/>
                      </a:ext>
                    </a:extLst>
                  </p:cNvPr>
                  <p:cNvSpPr/>
                  <p:nvPr/>
                </p:nvSpPr>
                <p:spPr>
                  <a:xfrm>
                    <a:off x="5757959" y="1197433"/>
                    <a:ext cx="44884" cy="14473"/>
                  </a:xfrm>
                  <a:custGeom>
                    <a:avLst/>
                    <a:gdLst>
                      <a:gd name="connsiteX0" fmla="*/ 44880 w 44884"/>
                      <a:gd name="connsiteY0" fmla="*/ 2606 h 14473"/>
                      <a:gd name="connsiteX1" fmla="*/ 22715 w 44884"/>
                      <a:gd name="connsiteY1" fmla="*/ 13379 h 14473"/>
                      <a:gd name="connsiteX2" fmla="*/ 9238 w 44884"/>
                      <a:gd name="connsiteY2" fmla="*/ 14354 h 14473"/>
                      <a:gd name="connsiteX3" fmla="*/ 17 w 44884"/>
                      <a:gd name="connsiteY3" fmla="*/ 9832 h 14473"/>
                      <a:gd name="connsiteX4" fmla="*/ 8174 w 44884"/>
                      <a:gd name="connsiteY4" fmla="*/ 4601 h 14473"/>
                      <a:gd name="connsiteX5" fmla="*/ 20542 w 44884"/>
                      <a:gd name="connsiteY5" fmla="*/ 1985 h 14473"/>
                      <a:gd name="connsiteX6" fmla="*/ 44880 w 44884"/>
                      <a:gd name="connsiteY6" fmla="*/ 2606 h 14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884" h="14473">
                        <a:moveTo>
                          <a:pt x="44880" y="2606"/>
                        </a:moveTo>
                        <a:cubicBezTo>
                          <a:pt x="44525" y="7482"/>
                          <a:pt x="29231" y="12004"/>
                          <a:pt x="22715" y="13379"/>
                        </a:cubicBezTo>
                        <a:cubicBezTo>
                          <a:pt x="19523" y="14088"/>
                          <a:pt x="14070" y="14753"/>
                          <a:pt x="9238" y="14354"/>
                        </a:cubicBezTo>
                        <a:cubicBezTo>
                          <a:pt x="4406" y="13955"/>
                          <a:pt x="283" y="12448"/>
                          <a:pt x="17" y="9832"/>
                        </a:cubicBezTo>
                        <a:cubicBezTo>
                          <a:pt x="-293" y="7261"/>
                          <a:pt x="3652" y="5842"/>
                          <a:pt x="8174" y="4601"/>
                        </a:cubicBezTo>
                        <a:cubicBezTo>
                          <a:pt x="12740" y="3404"/>
                          <a:pt x="18016" y="2429"/>
                          <a:pt x="20542" y="1985"/>
                        </a:cubicBezTo>
                        <a:cubicBezTo>
                          <a:pt x="25552" y="1143"/>
                          <a:pt x="45235" y="-2359"/>
                          <a:pt x="44880" y="260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86" name="Forme libre : forme 23185">
                    <a:extLst>
                      <a:ext uri="{FF2B5EF4-FFF2-40B4-BE49-F238E27FC236}">
                        <a16:creationId xmlns:a16="http://schemas.microsoft.com/office/drawing/2014/main" id="{83FF6F1F-B0DD-4FDF-8CAF-B39F7E2BCC83}"/>
                      </a:ext>
                    </a:extLst>
                  </p:cNvPr>
                  <p:cNvSpPr/>
                  <p:nvPr/>
                </p:nvSpPr>
                <p:spPr>
                  <a:xfrm>
                    <a:off x="5734435" y="1196442"/>
                    <a:ext cx="57269" cy="23155"/>
                  </a:xfrm>
                  <a:custGeom>
                    <a:avLst/>
                    <a:gdLst>
                      <a:gd name="connsiteX0" fmla="*/ 134 w 57269"/>
                      <a:gd name="connsiteY0" fmla="*/ 8207 h 23155"/>
                      <a:gd name="connsiteX1" fmla="*/ 5144 w 57269"/>
                      <a:gd name="connsiteY1" fmla="*/ 14590 h 23155"/>
                      <a:gd name="connsiteX2" fmla="*/ 27220 w 57269"/>
                      <a:gd name="connsiteY2" fmla="*/ 23058 h 23155"/>
                      <a:gd name="connsiteX3" fmla="*/ 50494 w 57269"/>
                      <a:gd name="connsiteY3" fmla="*/ 18713 h 23155"/>
                      <a:gd name="connsiteX4" fmla="*/ 56833 w 57269"/>
                      <a:gd name="connsiteY4" fmla="*/ 10867 h 23155"/>
                      <a:gd name="connsiteX5" fmla="*/ 49386 w 57269"/>
                      <a:gd name="connsiteY5" fmla="*/ 9670 h 23155"/>
                      <a:gd name="connsiteX6" fmla="*/ 29526 w 57269"/>
                      <a:gd name="connsiteY6" fmla="*/ 6123 h 23155"/>
                      <a:gd name="connsiteX7" fmla="*/ 11261 w 57269"/>
                      <a:gd name="connsiteY7" fmla="*/ 6 h 23155"/>
                      <a:gd name="connsiteX8" fmla="*/ 134 w 57269"/>
                      <a:gd name="connsiteY8" fmla="*/ 8207 h 23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269" h="23155">
                        <a:moveTo>
                          <a:pt x="134" y="8207"/>
                        </a:moveTo>
                        <a:cubicBezTo>
                          <a:pt x="932" y="11266"/>
                          <a:pt x="1907" y="12330"/>
                          <a:pt x="5144" y="14590"/>
                        </a:cubicBezTo>
                        <a:cubicBezTo>
                          <a:pt x="11438" y="18802"/>
                          <a:pt x="16980" y="22260"/>
                          <a:pt x="27220" y="23058"/>
                        </a:cubicBezTo>
                        <a:cubicBezTo>
                          <a:pt x="35865" y="23634"/>
                          <a:pt x="44642" y="21595"/>
                          <a:pt x="50494" y="18713"/>
                        </a:cubicBezTo>
                        <a:cubicBezTo>
                          <a:pt x="54883" y="16541"/>
                          <a:pt x="58562" y="13394"/>
                          <a:pt x="56833" y="10867"/>
                        </a:cubicBezTo>
                        <a:cubicBezTo>
                          <a:pt x="55769" y="9315"/>
                          <a:pt x="52312" y="9891"/>
                          <a:pt x="49386" y="9670"/>
                        </a:cubicBezTo>
                        <a:cubicBezTo>
                          <a:pt x="42603" y="9138"/>
                          <a:pt x="35953" y="8739"/>
                          <a:pt x="29526" y="6123"/>
                        </a:cubicBezTo>
                        <a:cubicBezTo>
                          <a:pt x="24073" y="3862"/>
                          <a:pt x="18797" y="-172"/>
                          <a:pt x="11261" y="6"/>
                        </a:cubicBezTo>
                        <a:cubicBezTo>
                          <a:pt x="4479" y="94"/>
                          <a:pt x="-930" y="3907"/>
                          <a:pt x="134" y="820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87" name="Forme libre : forme 23186">
                    <a:extLst>
                      <a:ext uri="{FF2B5EF4-FFF2-40B4-BE49-F238E27FC236}">
                        <a16:creationId xmlns:a16="http://schemas.microsoft.com/office/drawing/2014/main" id="{E6783C03-9A14-4463-B647-2104AEE56B03}"/>
                      </a:ext>
                    </a:extLst>
                  </p:cNvPr>
                  <p:cNvSpPr/>
                  <p:nvPr/>
                </p:nvSpPr>
                <p:spPr>
                  <a:xfrm>
                    <a:off x="5745885" y="1196509"/>
                    <a:ext cx="17468" cy="5717"/>
                  </a:xfrm>
                  <a:custGeom>
                    <a:avLst/>
                    <a:gdLst>
                      <a:gd name="connsiteX0" fmla="*/ 1806 w 17468"/>
                      <a:gd name="connsiteY0" fmla="*/ 3175 h 5717"/>
                      <a:gd name="connsiteX1" fmla="*/ 77 w 17468"/>
                      <a:gd name="connsiteY1" fmla="*/ 4239 h 5717"/>
                      <a:gd name="connsiteX2" fmla="*/ 1319 w 17468"/>
                      <a:gd name="connsiteY2" fmla="*/ 5480 h 5717"/>
                      <a:gd name="connsiteX3" fmla="*/ 4599 w 17468"/>
                      <a:gd name="connsiteY3" fmla="*/ 5702 h 5717"/>
                      <a:gd name="connsiteX4" fmla="*/ 12579 w 17468"/>
                      <a:gd name="connsiteY4" fmla="*/ 4771 h 5717"/>
                      <a:gd name="connsiteX5" fmla="*/ 15327 w 17468"/>
                      <a:gd name="connsiteY5" fmla="*/ 3929 h 5717"/>
                      <a:gd name="connsiteX6" fmla="*/ 13510 w 17468"/>
                      <a:gd name="connsiteY6" fmla="*/ 72 h 5717"/>
                      <a:gd name="connsiteX7" fmla="*/ 1806 w 17468"/>
                      <a:gd name="connsiteY7" fmla="*/ 3175 h 5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468" h="5717">
                        <a:moveTo>
                          <a:pt x="1806" y="3175"/>
                        </a:moveTo>
                        <a:cubicBezTo>
                          <a:pt x="964" y="3486"/>
                          <a:pt x="388" y="3707"/>
                          <a:pt x="77" y="4239"/>
                        </a:cubicBezTo>
                        <a:cubicBezTo>
                          <a:pt x="-233" y="4771"/>
                          <a:pt x="432" y="5214"/>
                          <a:pt x="1319" y="5480"/>
                        </a:cubicBezTo>
                        <a:cubicBezTo>
                          <a:pt x="2205" y="5702"/>
                          <a:pt x="3535" y="5746"/>
                          <a:pt x="4599" y="5702"/>
                        </a:cubicBezTo>
                        <a:cubicBezTo>
                          <a:pt x="7259" y="5613"/>
                          <a:pt x="10096" y="5303"/>
                          <a:pt x="12579" y="4771"/>
                        </a:cubicBezTo>
                        <a:cubicBezTo>
                          <a:pt x="13598" y="4505"/>
                          <a:pt x="14529" y="4328"/>
                          <a:pt x="15327" y="3929"/>
                        </a:cubicBezTo>
                        <a:cubicBezTo>
                          <a:pt x="18608" y="2067"/>
                          <a:pt x="18209" y="-460"/>
                          <a:pt x="13510" y="72"/>
                        </a:cubicBezTo>
                        <a:cubicBezTo>
                          <a:pt x="9786" y="471"/>
                          <a:pt x="5175" y="1934"/>
                          <a:pt x="1806" y="317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88" name="Forme libre : forme 23187">
                    <a:extLst>
                      <a:ext uri="{FF2B5EF4-FFF2-40B4-BE49-F238E27FC236}">
                        <a16:creationId xmlns:a16="http://schemas.microsoft.com/office/drawing/2014/main" id="{B45CB2E9-1208-4484-AFB4-CB0BBF5BA781}"/>
                      </a:ext>
                    </a:extLst>
                  </p:cNvPr>
                  <p:cNvSpPr/>
                  <p:nvPr/>
                </p:nvSpPr>
                <p:spPr>
                  <a:xfrm>
                    <a:off x="5791667" y="1198753"/>
                    <a:ext cx="24692" cy="18707"/>
                  </a:xfrm>
                  <a:custGeom>
                    <a:avLst/>
                    <a:gdLst>
                      <a:gd name="connsiteX0" fmla="*/ 24692 w 24692"/>
                      <a:gd name="connsiteY0" fmla="*/ 0 h 18707"/>
                      <a:gd name="connsiteX1" fmla="*/ 0 w 24692"/>
                      <a:gd name="connsiteY1" fmla="*/ 18708 h 18707"/>
                      <a:gd name="connsiteX2" fmla="*/ 24692 w 24692"/>
                      <a:gd name="connsiteY2" fmla="*/ 0 h 18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4692" h="18707">
                        <a:moveTo>
                          <a:pt x="24692" y="0"/>
                        </a:moveTo>
                        <a:cubicBezTo>
                          <a:pt x="22032" y="7182"/>
                          <a:pt x="8777" y="14275"/>
                          <a:pt x="0" y="18708"/>
                        </a:cubicBezTo>
                        <a:cubicBezTo>
                          <a:pt x="9531" y="13964"/>
                          <a:pt x="18575" y="6251"/>
                          <a:pt x="2469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89" name="Forme libre : forme 23188">
                    <a:extLst>
                      <a:ext uri="{FF2B5EF4-FFF2-40B4-BE49-F238E27FC236}">
                        <a16:creationId xmlns:a16="http://schemas.microsoft.com/office/drawing/2014/main" id="{3D276835-3BCB-453F-8389-21CDFCD156BB}"/>
                      </a:ext>
                    </a:extLst>
                  </p:cNvPr>
                  <p:cNvSpPr/>
                  <p:nvPr/>
                </p:nvSpPr>
                <p:spPr>
                  <a:xfrm>
                    <a:off x="5725703" y="1189089"/>
                    <a:ext cx="30721" cy="8422"/>
                  </a:xfrm>
                  <a:custGeom>
                    <a:avLst/>
                    <a:gdLst>
                      <a:gd name="connsiteX0" fmla="*/ 30721 w 30721"/>
                      <a:gd name="connsiteY0" fmla="*/ 0 h 8422"/>
                      <a:gd name="connsiteX1" fmla="*/ 0 w 30721"/>
                      <a:gd name="connsiteY1" fmla="*/ 8423 h 8422"/>
                      <a:gd name="connsiteX2" fmla="*/ 15205 w 30721"/>
                      <a:gd name="connsiteY2" fmla="*/ 3591 h 8422"/>
                      <a:gd name="connsiteX3" fmla="*/ 30721 w 30721"/>
                      <a:gd name="connsiteY3" fmla="*/ 0 h 8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721" h="8422">
                        <a:moveTo>
                          <a:pt x="30721" y="0"/>
                        </a:moveTo>
                        <a:cubicBezTo>
                          <a:pt x="20126" y="931"/>
                          <a:pt x="9177" y="4300"/>
                          <a:pt x="0" y="8423"/>
                        </a:cubicBezTo>
                        <a:cubicBezTo>
                          <a:pt x="4123" y="6295"/>
                          <a:pt x="9664" y="4832"/>
                          <a:pt x="15205" y="3591"/>
                        </a:cubicBezTo>
                        <a:cubicBezTo>
                          <a:pt x="20703" y="2305"/>
                          <a:pt x="26155" y="1153"/>
                          <a:pt x="3072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90" name="Forme libre : forme 23189">
                    <a:extLst>
                      <a:ext uri="{FF2B5EF4-FFF2-40B4-BE49-F238E27FC236}">
                        <a16:creationId xmlns:a16="http://schemas.microsoft.com/office/drawing/2014/main" id="{557402E0-1B5C-4689-B66D-042C146A429F}"/>
                      </a:ext>
                    </a:extLst>
                  </p:cNvPr>
                  <p:cNvSpPr/>
                  <p:nvPr/>
                </p:nvSpPr>
                <p:spPr>
                  <a:xfrm>
                    <a:off x="5773259" y="1198758"/>
                    <a:ext cx="16601" cy="4123"/>
                  </a:xfrm>
                  <a:custGeom>
                    <a:avLst/>
                    <a:gdLst>
                      <a:gd name="connsiteX0" fmla="*/ 16546 w 16601"/>
                      <a:gd name="connsiteY0" fmla="*/ 1369 h 4123"/>
                      <a:gd name="connsiteX1" fmla="*/ 7060 w 16601"/>
                      <a:gd name="connsiteY1" fmla="*/ 4029 h 4123"/>
                      <a:gd name="connsiteX2" fmla="*/ 100 w 16601"/>
                      <a:gd name="connsiteY2" fmla="*/ 2433 h 4123"/>
                      <a:gd name="connsiteX3" fmla="*/ 9010 w 16601"/>
                      <a:gd name="connsiteY3" fmla="*/ 172 h 4123"/>
                      <a:gd name="connsiteX4" fmla="*/ 16546 w 16601"/>
                      <a:gd name="connsiteY4" fmla="*/ 1369 h 4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601" h="4123">
                        <a:moveTo>
                          <a:pt x="16546" y="1369"/>
                        </a:moveTo>
                        <a:cubicBezTo>
                          <a:pt x="15793" y="3187"/>
                          <a:pt x="9099" y="3852"/>
                          <a:pt x="7060" y="4029"/>
                        </a:cubicBezTo>
                        <a:cubicBezTo>
                          <a:pt x="5020" y="4206"/>
                          <a:pt x="-831" y="4340"/>
                          <a:pt x="100" y="2433"/>
                        </a:cubicBezTo>
                        <a:cubicBezTo>
                          <a:pt x="1030" y="571"/>
                          <a:pt x="7060" y="350"/>
                          <a:pt x="9010" y="172"/>
                        </a:cubicBezTo>
                        <a:cubicBezTo>
                          <a:pt x="10916" y="39"/>
                          <a:pt x="17256" y="-493"/>
                          <a:pt x="16546" y="136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91" name="Forme libre : forme 23190">
                    <a:extLst>
                      <a:ext uri="{FF2B5EF4-FFF2-40B4-BE49-F238E27FC236}">
                        <a16:creationId xmlns:a16="http://schemas.microsoft.com/office/drawing/2014/main" id="{3308ACB7-893D-4900-B8D6-4387B17A8658}"/>
                      </a:ext>
                    </a:extLst>
                  </p:cNvPr>
                  <p:cNvSpPr/>
                  <p:nvPr/>
                </p:nvSpPr>
                <p:spPr>
                  <a:xfrm>
                    <a:off x="5787600" y="1198758"/>
                    <a:ext cx="4685" cy="1762"/>
                  </a:xfrm>
                  <a:custGeom>
                    <a:avLst/>
                    <a:gdLst>
                      <a:gd name="connsiteX0" fmla="*/ 4644 w 4685"/>
                      <a:gd name="connsiteY0" fmla="*/ 394 h 1762"/>
                      <a:gd name="connsiteX1" fmla="*/ 2694 w 4685"/>
                      <a:gd name="connsiteY1" fmla="*/ 1591 h 1762"/>
                      <a:gd name="connsiteX2" fmla="*/ 34 w 4685"/>
                      <a:gd name="connsiteY2" fmla="*/ 1369 h 1762"/>
                      <a:gd name="connsiteX3" fmla="*/ 1940 w 4685"/>
                      <a:gd name="connsiteY3" fmla="*/ 172 h 1762"/>
                      <a:gd name="connsiteX4" fmla="*/ 4644 w 4685"/>
                      <a:gd name="connsiteY4" fmla="*/ 394 h 1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85" h="1762">
                        <a:moveTo>
                          <a:pt x="4644" y="394"/>
                        </a:moveTo>
                        <a:cubicBezTo>
                          <a:pt x="4954" y="970"/>
                          <a:pt x="3447" y="1458"/>
                          <a:pt x="2694" y="1591"/>
                        </a:cubicBezTo>
                        <a:cubicBezTo>
                          <a:pt x="1940" y="1724"/>
                          <a:pt x="300" y="1990"/>
                          <a:pt x="34" y="1369"/>
                        </a:cubicBezTo>
                        <a:cubicBezTo>
                          <a:pt x="-232" y="748"/>
                          <a:pt x="1142" y="349"/>
                          <a:pt x="1940" y="172"/>
                        </a:cubicBezTo>
                        <a:cubicBezTo>
                          <a:pt x="2738" y="39"/>
                          <a:pt x="4334" y="-227"/>
                          <a:pt x="4644" y="39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92" name="Forme libre : forme 23191">
                    <a:extLst>
                      <a:ext uri="{FF2B5EF4-FFF2-40B4-BE49-F238E27FC236}">
                        <a16:creationId xmlns:a16="http://schemas.microsoft.com/office/drawing/2014/main" id="{4162334B-7126-4790-AAF4-12EE329FFA8A}"/>
                      </a:ext>
                    </a:extLst>
                  </p:cNvPr>
                  <p:cNvSpPr/>
                  <p:nvPr/>
                </p:nvSpPr>
                <p:spPr>
                  <a:xfrm>
                    <a:off x="5771665" y="1187034"/>
                    <a:ext cx="42231" cy="11396"/>
                  </a:xfrm>
                  <a:custGeom>
                    <a:avLst/>
                    <a:gdLst>
                      <a:gd name="connsiteX0" fmla="*/ 30553 w 42231"/>
                      <a:gd name="connsiteY0" fmla="*/ 3252 h 11396"/>
                      <a:gd name="connsiteX1" fmla="*/ 41813 w 42231"/>
                      <a:gd name="connsiteY1" fmla="*/ 8039 h 11396"/>
                      <a:gd name="connsiteX2" fmla="*/ 39508 w 42231"/>
                      <a:gd name="connsiteY2" fmla="*/ 11231 h 11396"/>
                      <a:gd name="connsiteX3" fmla="*/ 34365 w 42231"/>
                      <a:gd name="connsiteY3" fmla="*/ 10610 h 11396"/>
                      <a:gd name="connsiteX4" fmla="*/ 18805 w 42231"/>
                      <a:gd name="connsiteY4" fmla="*/ 7596 h 11396"/>
                      <a:gd name="connsiteX5" fmla="*/ 7190 w 42231"/>
                      <a:gd name="connsiteY5" fmla="*/ 7374 h 11396"/>
                      <a:gd name="connsiteX6" fmla="*/ 231 w 42231"/>
                      <a:gd name="connsiteY6" fmla="*/ 4227 h 11396"/>
                      <a:gd name="connsiteX7" fmla="*/ 20224 w 42231"/>
                      <a:gd name="connsiteY7" fmla="*/ 104 h 11396"/>
                      <a:gd name="connsiteX8" fmla="*/ 30553 w 42231"/>
                      <a:gd name="connsiteY8" fmla="*/ 3252 h 11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231" h="11396">
                        <a:moveTo>
                          <a:pt x="30553" y="3252"/>
                        </a:moveTo>
                        <a:cubicBezTo>
                          <a:pt x="35296" y="4493"/>
                          <a:pt x="38710" y="5424"/>
                          <a:pt x="41813" y="8039"/>
                        </a:cubicBezTo>
                        <a:cubicBezTo>
                          <a:pt x="42966" y="9014"/>
                          <a:pt x="41591" y="10743"/>
                          <a:pt x="39508" y="11231"/>
                        </a:cubicBezTo>
                        <a:cubicBezTo>
                          <a:pt x="37380" y="11674"/>
                          <a:pt x="35917" y="11142"/>
                          <a:pt x="34365" y="10610"/>
                        </a:cubicBezTo>
                        <a:cubicBezTo>
                          <a:pt x="29489" y="9014"/>
                          <a:pt x="24391" y="8261"/>
                          <a:pt x="18805" y="7596"/>
                        </a:cubicBezTo>
                        <a:cubicBezTo>
                          <a:pt x="17076" y="7374"/>
                          <a:pt x="11712" y="7685"/>
                          <a:pt x="7190" y="7374"/>
                        </a:cubicBezTo>
                        <a:cubicBezTo>
                          <a:pt x="2669" y="7108"/>
                          <a:pt x="-966" y="6222"/>
                          <a:pt x="231" y="4227"/>
                        </a:cubicBezTo>
                        <a:cubicBezTo>
                          <a:pt x="2491" y="326"/>
                          <a:pt x="15436" y="-295"/>
                          <a:pt x="20224" y="104"/>
                        </a:cubicBezTo>
                        <a:cubicBezTo>
                          <a:pt x="24834" y="680"/>
                          <a:pt x="27006" y="2321"/>
                          <a:pt x="30553" y="325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51" name="Graphique 2">
                <a:extLst>
                  <a:ext uri="{FF2B5EF4-FFF2-40B4-BE49-F238E27FC236}">
                    <a16:creationId xmlns:a16="http://schemas.microsoft.com/office/drawing/2014/main" id="{657A0D60-B9C3-4F1C-918C-AF5B3BCEC9D8}"/>
                  </a:ext>
                </a:extLst>
              </p:cNvPr>
              <p:cNvGrpSpPr/>
              <p:nvPr/>
            </p:nvGrpSpPr>
            <p:grpSpPr>
              <a:xfrm>
                <a:off x="5662381" y="1215890"/>
                <a:ext cx="95183" cy="37491"/>
                <a:chOff x="5662381" y="1215890"/>
                <a:chExt cx="95183" cy="37491"/>
              </a:xfrm>
              <a:solidFill>
                <a:schemeClr val="accent1"/>
              </a:solidFill>
            </p:grpSpPr>
            <p:sp>
              <p:nvSpPr>
                <p:cNvPr id="23167" name="Forme libre : forme 23166">
                  <a:extLst>
                    <a:ext uri="{FF2B5EF4-FFF2-40B4-BE49-F238E27FC236}">
                      <a16:creationId xmlns:a16="http://schemas.microsoft.com/office/drawing/2014/main" id="{D7108271-7378-488A-ACB8-BC735A8B19B9}"/>
                    </a:ext>
                  </a:extLst>
                </p:cNvPr>
                <p:cNvSpPr/>
                <p:nvPr/>
              </p:nvSpPr>
              <p:spPr>
                <a:xfrm>
                  <a:off x="5662381" y="1215890"/>
                  <a:ext cx="95183" cy="37491"/>
                </a:xfrm>
                <a:custGeom>
                  <a:avLst/>
                  <a:gdLst>
                    <a:gd name="connsiteX0" fmla="*/ 67401 w 95183"/>
                    <a:gd name="connsiteY0" fmla="*/ 34952 h 37491"/>
                    <a:gd name="connsiteX1" fmla="*/ 47895 w 95183"/>
                    <a:gd name="connsiteY1" fmla="*/ 37435 h 37491"/>
                    <a:gd name="connsiteX2" fmla="*/ 36635 w 95183"/>
                    <a:gd name="connsiteY2" fmla="*/ 36947 h 37491"/>
                    <a:gd name="connsiteX3" fmla="*/ 27414 w 95183"/>
                    <a:gd name="connsiteY3" fmla="*/ 35307 h 37491"/>
                    <a:gd name="connsiteX4" fmla="*/ 7421 w 95183"/>
                    <a:gd name="connsiteY4" fmla="*/ 23870 h 37491"/>
                    <a:gd name="connsiteX5" fmla="*/ 62 w 95183"/>
                    <a:gd name="connsiteY5" fmla="*/ 8043 h 37491"/>
                    <a:gd name="connsiteX6" fmla="*/ 2101 w 95183"/>
                    <a:gd name="connsiteY6" fmla="*/ 2945 h 37491"/>
                    <a:gd name="connsiteX7" fmla="*/ 6977 w 95183"/>
                    <a:gd name="connsiteY7" fmla="*/ 729 h 37491"/>
                    <a:gd name="connsiteX8" fmla="*/ 35172 w 95183"/>
                    <a:gd name="connsiteY8" fmla="*/ 995 h 37491"/>
                    <a:gd name="connsiteX9" fmla="*/ 40447 w 95183"/>
                    <a:gd name="connsiteY9" fmla="*/ 1527 h 37491"/>
                    <a:gd name="connsiteX10" fmla="*/ 47008 w 95183"/>
                    <a:gd name="connsiteY10" fmla="*/ 1704 h 37491"/>
                    <a:gd name="connsiteX11" fmla="*/ 53702 w 95183"/>
                    <a:gd name="connsiteY11" fmla="*/ 1349 h 37491"/>
                    <a:gd name="connsiteX12" fmla="*/ 59421 w 95183"/>
                    <a:gd name="connsiteY12" fmla="*/ 729 h 37491"/>
                    <a:gd name="connsiteX13" fmla="*/ 67755 w 95183"/>
                    <a:gd name="connsiteY13" fmla="*/ 19 h 37491"/>
                    <a:gd name="connsiteX14" fmla="*/ 75158 w 95183"/>
                    <a:gd name="connsiteY14" fmla="*/ 374 h 37491"/>
                    <a:gd name="connsiteX15" fmla="*/ 89433 w 95183"/>
                    <a:gd name="connsiteY15" fmla="*/ 3832 h 37491"/>
                    <a:gd name="connsiteX16" fmla="*/ 94930 w 95183"/>
                    <a:gd name="connsiteY16" fmla="*/ 12033 h 37491"/>
                    <a:gd name="connsiteX17" fmla="*/ 67401 w 95183"/>
                    <a:gd name="connsiteY17" fmla="*/ 34952 h 37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95183" h="37491">
                      <a:moveTo>
                        <a:pt x="67401" y="34952"/>
                      </a:moveTo>
                      <a:cubicBezTo>
                        <a:pt x="62923" y="36016"/>
                        <a:pt x="55608" y="37346"/>
                        <a:pt x="47895" y="37435"/>
                      </a:cubicBezTo>
                      <a:cubicBezTo>
                        <a:pt x="44082" y="37656"/>
                        <a:pt x="40181" y="37169"/>
                        <a:pt x="36635" y="36947"/>
                      </a:cubicBezTo>
                      <a:cubicBezTo>
                        <a:pt x="33088" y="36459"/>
                        <a:pt x="29896" y="35839"/>
                        <a:pt x="27414" y="35307"/>
                      </a:cubicBezTo>
                      <a:cubicBezTo>
                        <a:pt x="18060" y="32913"/>
                        <a:pt x="11676" y="28569"/>
                        <a:pt x="7421" y="23870"/>
                      </a:cubicBezTo>
                      <a:cubicBezTo>
                        <a:pt x="3165" y="19126"/>
                        <a:pt x="993" y="13718"/>
                        <a:pt x="62" y="8043"/>
                      </a:cubicBezTo>
                      <a:cubicBezTo>
                        <a:pt x="-249" y="6004"/>
                        <a:pt x="638" y="4187"/>
                        <a:pt x="2101" y="2945"/>
                      </a:cubicBezTo>
                      <a:cubicBezTo>
                        <a:pt x="3520" y="1704"/>
                        <a:pt x="5293" y="817"/>
                        <a:pt x="6977" y="729"/>
                      </a:cubicBezTo>
                      <a:cubicBezTo>
                        <a:pt x="16996" y="64"/>
                        <a:pt x="24444" y="-557"/>
                        <a:pt x="35172" y="995"/>
                      </a:cubicBezTo>
                      <a:cubicBezTo>
                        <a:pt x="36635" y="1083"/>
                        <a:pt x="38452" y="1349"/>
                        <a:pt x="40447" y="1527"/>
                      </a:cubicBezTo>
                      <a:cubicBezTo>
                        <a:pt x="42531" y="1527"/>
                        <a:pt x="44703" y="1793"/>
                        <a:pt x="47008" y="1704"/>
                      </a:cubicBezTo>
                      <a:cubicBezTo>
                        <a:pt x="49313" y="1527"/>
                        <a:pt x="51574" y="1660"/>
                        <a:pt x="53702" y="1349"/>
                      </a:cubicBezTo>
                      <a:cubicBezTo>
                        <a:pt x="55830" y="1083"/>
                        <a:pt x="57825" y="862"/>
                        <a:pt x="59421" y="729"/>
                      </a:cubicBezTo>
                      <a:cubicBezTo>
                        <a:pt x="62435" y="241"/>
                        <a:pt x="65140" y="-69"/>
                        <a:pt x="67755" y="19"/>
                      </a:cubicBezTo>
                      <a:cubicBezTo>
                        <a:pt x="70326" y="-25"/>
                        <a:pt x="72765" y="-25"/>
                        <a:pt x="75158" y="374"/>
                      </a:cubicBezTo>
                      <a:cubicBezTo>
                        <a:pt x="79946" y="1261"/>
                        <a:pt x="84424" y="2147"/>
                        <a:pt x="89433" y="3832"/>
                      </a:cubicBezTo>
                      <a:cubicBezTo>
                        <a:pt x="92891" y="4940"/>
                        <a:pt x="96127" y="8753"/>
                        <a:pt x="94930" y="12033"/>
                      </a:cubicBezTo>
                      <a:cubicBezTo>
                        <a:pt x="91295" y="21564"/>
                        <a:pt x="84202" y="30519"/>
                        <a:pt x="67401" y="34952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168" name="Forme libre : forme 23167">
                  <a:extLst>
                    <a:ext uri="{FF2B5EF4-FFF2-40B4-BE49-F238E27FC236}">
                      <a16:creationId xmlns:a16="http://schemas.microsoft.com/office/drawing/2014/main" id="{02521C56-87FD-4626-BEAB-34A7B8C053F0}"/>
                    </a:ext>
                  </a:extLst>
                </p:cNvPr>
                <p:cNvSpPr/>
                <p:nvPr/>
              </p:nvSpPr>
              <p:spPr>
                <a:xfrm>
                  <a:off x="5662511" y="1219589"/>
                  <a:ext cx="94844" cy="33734"/>
                </a:xfrm>
                <a:custGeom>
                  <a:avLst/>
                  <a:gdLst>
                    <a:gd name="connsiteX0" fmla="*/ 35263 w 94844"/>
                    <a:gd name="connsiteY0" fmla="*/ 20215 h 33734"/>
                    <a:gd name="connsiteX1" fmla="*/ 14516 w 94844"/>
                    <a:gd name="connsiteY1" fmla="*/ 14097 h 33734"/>
                    <a:gd name="connsiteX2" fmla="*/ 1395 w 94844"/>
                    <a:gd name="connsiteY2" fmla="*/ 0 h 33734"/>
                    <a:gd name="connsiteX3" fmla="*/ 65 w 94844"/>
                    <a:gd name="connsiteY3" fmla="*/ 4344 h 33734"/>
                    <a:gd name="connsiteX4" fmla="*/ 1528 w 94844"/>
                    <a:gd name="connsiteY4" fmla="*/ 10108 h 33734"/>
                    <a:gd name="connsiteX5" fmla="*/ 12699 w 94844"/>
                    <a:gd name="connsiteY5" fmla="*/ 24914 h 33734"/>
                    <a:gd name="connsiteX6" fmla="*/ 19216 w 94844"/>
                    <a:gd name="connsiteY6" fmla="*/ 28727 h 33734"/>
                    <a:gd name="connsiteX7" fmla="*/ 27417 w 94844"/>
                    <a:gd name="connsiteY7" fmla="*/ 31652 h 33734"/>
                    <a:gd name="connsiteX8" fmla="*/ 33933 w 94844"/>
                    <a:gd name="connsiteY8" fmla="*/ 32894 h 33734"/>
                    <a:gd name="connsiteX9" fmla="*/ 64522 w 94844"/>
                    <a:gd name="connsiteY9" fmla="*/ 31918 h 33734"/>
                    <a:gd name="connsiteX10" fmla="*/ 67315 w 94844"/>
                    <a:gd name="connsiteY10" fmla="*/ 31298 h 33734"/>
                    <a:gd name="connsiteX11" fmla="*/ 81767 w 94844"/>
                    <a:gd name="connsiteY11" fmla="*/ 24958 h 33734"/>
                    <a:gd name="connsiteX12" fmla="*/ 88328 w 94844"/>
                    <a:gd name="connsiteY12" fmla="*/ 19328 h 33734"/>
                    <a:gd name="connsiteX13" fmla="*/ 92805 w 94844"/>
                    <a:gd name="connsiteY13" fmla="*/ 12900 h 33734"/>
                    <a:gd name="connsiteX14" fmla="*/ 94800 w 94844"/>
                    <a:gd name="connsiteY14" fmla="*/ 8467 h 33734"/>
                    <a:gd name="connsiteX15" fmla="*/ 94844 w 94844"/>
                    <a:gd name="connsiteY15" fmla="*/ 8290 h 33734"/>
                    <a:gd name="connsiteX16" fmla="*/ 80791 w 94844"/>
                    <a:gd name="connsiteY16" fmla="*/ 13964 h 33734"/>
                    <a:gd name="connsiteX17" fmla="*/ 73521 w 94844"/>
                    <a:gd name="connsiteY17" fmla="*/ 16358 h 33734"/>
                    <a:gd name="connsiteX18" fmla="*/ 66029 w 94844"/>
                    <a:gd name="connsiteY18" fmla="*/ 18131 h 33734"/>
                    <a:gd name="connsiteX19" fmla="*/ 35263 w 94844"/>
                    <a:gd name="connsiteY19" fmla="*/ 20215 h 3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94844" h="33734">
                      <a:moveTo>
                        <a:pt x="35263" y="20215"/>
                      </a:moveTo>
                      <a:cubicBezTo>
                        <a:pt x="28126" y="19772"/>
                        <a:pt x="20723" y="17599"/>
                        <a:pt x="14516" y="14097"/>
                      </a:cubicBezTo>
                      <a:cubicBezTo>
                        <a:pt x="8355" y="10595"/>
                        <a:pt x="3345" y="5586"/>
                        <a:pt x="1395" y="0"/>
                      </a:cubicBezTo>
                      <a:cubicBezTo>
                        <a:pt x="375" y="1153"/>
                        <a:pt x="-201" y="2704"/>
                        <a:pt x="65" y="4344"/>
                      </a:cubicBezTo>
                      <a:cubicBezTo>
                        <a:pt x="375" y="6295"/>
                        <a:pt x="863" y="8246"/>
                        <a:pt x="1528" y="10108"/>
                      </a:cubicBezTo>
                      <a:cubicBezTo>
                        <a:pt x="3478" y="15427"/>
                        <a:pt x="6803" y="20658"/>
                        <a:pt x="12699" y="24914"/>
                      </a:cubicBezTo>
                      <a:cubicBezTo>
                        <a:pt x="14605" y="26333"/>
                        <a:pt x="16777" y="27485"/>
                        <a:pt x="19216" y="28727"/>
                      </a:cubicBezTo>
                      <a:cubicBezTo>
                        <a:pt x="21654" y="29879"/>
                        <a:pt x="24402" y="30721"/>
                        <a:pt x="27417" y="31652"/>
                      </a:cubicBezTo>
                      <a:cubicBezTo>
                        <a:pt x="29234" y="32096"/>
                        <a:pt x="31495" y="32450"/>
                        <a:pt x="33933" y="32894"/>
                      </a:cubicBezTo>
                      <a:cubicBezTo>
                        <a:pt x="43598" y="34445"/>
                        <a:pt x="56675" y="33692"/>
                        <a:pt x="64522" y="31918"/>
                      </a:cubicBezTo>
                      <a:cubicBezTo>
                        <a:pt x="65541" y="31741"/>
                        <a:pt x="66517" y="31564"/>
                        <a:pt x="67315" y="31298"/>
                      </a:cubicBezTo>
                      <a:cubicBezTo>
                        <a:pt x="73166" y="29613"/>
                        <a:pt x="78043" y="27663"/>
                        <a:pt x="81767" y="24958"/>
                      </a:cubicBezTo>
                      <a:cubicBezTo>
                        <a:pt x="84338" y="23141"/>
                        <a:pt x="86554" y="21412"/>
                        <a:pt x="88328" y="19328"/>
                      </a:cubicBezTo>
                      <a:cubicBezTo>
                        <a:pt x="90101" y="17245"/>
                        <a:pt x="91564" y="15073"/>
                        <a:pt x="92805" y="12900"/>
                      </a:cubicBezTo>
                      <a:cubicBezTo>
                        <a:pt x="93559" y="11437"/>
                        <a:pt x="94268" y="9974"/>
                        <a:pt x="94800" y="8467"/>
                      </a:cubicBezTo>
                      <a:lnTo>
                        <a:pt x="94844" y="8290"/>
                      </a:lnTo>
                      <a:cubicBezTo>
                        <a:pt x="90189" y="10152"/>
                        <a:pt x="85712" y="12546"/>
                        <a:pt x="80791" y="13964"/>
                      </a:cubicBezTo>
                      <a:cubicBezTo>
                        <a:pt x="78353" y="14762"/>
                        <a:pt x="75959" y="15605"/>
                        <a:pt x="73521" y="16358"/>
                      </a:cubicBezTo>
                      <a:lnTo>
                        <a:pt x="66029" y="18131"/>
                      </a:lnTo>
                      <a:cubicBezTo>
                        <a:pt x="55877" y="20171"/>
                        <a:pt x="45460" y="21057"/>
                        <a:pt x="35263" y="20215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169" name="Forme libre : forme 23168">
                  <a:extLst>
                    <a:ext uri="{FF2B5EF4-FFF2-40B4-BE49-F238E27FC236}">
                      <a16:creationId xmlns:a16="http://schemas.microsoft.com/office/drawing/2014/main" id="{5CF9EF11-E581-4BE8-9719-7EB4B96E2E7A}"/>
                    </a:ext>
                  </a:extLst>
                </p:cNvPr>
                <p:cNvSpPr/>
                <p:nvPr/>
              </p:nvSpPr>
              <p:spPr>
                <a:xfrm>
                  <a:off x="5694155" y="1229118"/>
                  <a:ext cx="45319" cy="12787"/>
                </a:xfrm>
                <a:custGeom>
                  <a:avLst/>
                  <a:gdLst>
                    <a:gd name="connsiteX0" fmla="*/ 45202 w 45319"/>
                    <a:gd name="connsiteY0" fmla="*/ 1864 h 12787"/>
                    <a:gd name="connsiteX1" fmla="*/ 37089 w 45319"/>
                    <a:gd name="connsiteY1" fmla="*/ 9001 h 12787"/>
                    <a:gd name="connsiteX2" fmla="*/ 22505 w 45319"/>
                    <a:gd name="connsiteY2" fmla="*/ 12681 h 12787"/>
                    <a:gd name="connsiteX3" fmla="*/ 8407 w 45319"/>
                    <a:gd name="connsiteY3" fmla="*/ 11572 h 12787"/>
                    <a:gd name="connsiteX4" fmla="*/ 29 w 45319"/>
                    <a:gd name="connsiteY4" fmla="*/ 5455 h 12787"/>
                    <a:gd name="connsiteX5" fmla="*/ 9028 w 45319"/>
                    <a:gd name="connsiteY5" fmla="*/ 1908 h 12787"/>
                    <a:gd name="connsiteX6" fmla="*/ 21308 w 45319"/>
                    <a:gd name="connsiteY6" fmla="*/ 1199 h 12787"/>
                    <a:gd name="connsiteX7" fmla="*/ 27026 w 45319"/>
                    <a:gd name="connsiteY7" fmla="*/ 756 h 12787"/>
                    <a:gd name="connsiteX8" fmla="*/ 30750 w 45319"/>
                    <a:gd name="connsiteY8" fmla="*/ 534 h 12787"/>
                    <a:gd name="connsiteX9" fmla="*/ 34563 w 45319"/>
                    <a:gd name="connsiteY9" fmla="*/ 135 h 12787"/>
                    <a:gd name="connsiteX10" fmla="*/ 45202 w 45319"/>
                    <a:gd name="connsiteY10" fmla="*/ 1864 h 12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319" h="12787">
                      <a:moveTo>
                        <a:pt x="45202" y="1864"/>
                      </a:moveTo>
                      <a:cubicBezTo>
                        <a:pt x="46044" y="4036"/>
                        <a:pt x="42276" y="7051"/>
                        <a:pt x="37089" y="9001"/>
                      </a:cubicBezTo>
                      <a:cubicBezTo>
                        <a:pt x="32036" y="11351"/>
                        <a:pt x="25652" y="12193"/>
                        <a:pt x="22505" y="12681"/>
                      </a:cubicBezTo>
                      <a:cubicBezTo>
                        <a:pt x="19268" y="12858"/>
                        <a:pt x="13372" y="12991"/>
                        <a:pt x="8407" y="11572"/>
                      </a:cubicBezTo>
                      <a:cubicBezTo>
                        <a:pt x="3442" y="10375"/>
                        <a:pt x="-370" y="7893"/>
                        <a:pt x="29" y="5455"/>
                      </a:cubicBezTo>
                      <a:cubicBezTo>
                        <a:pt x="472" y="2839"/>
                        <a:pt x="4506" y="2351"/>
                        <a:pt x="9028" y="1908"/>
                      </a:cubicBezTo>
                      <a:cubicBezTo>
                        <a:pt x="13550" y="1642"/>
                        <a:pt x="18648" y="1199"/>
                        <a:pt x="21308" y="1199"/>
                      </a:cubicBezTo>
                      <a:cubicBezTo>
                        <a:pt x="22637" y="1154"/>
                        <a:pt x="24677" y="888"/>
                        <a:pt x="27026" y="756"/>
                      </a:cubicBezTo>
                      <a:cubicBezTo>
                        <a:pt x="28223" y="667"/>
                        <a:pt x="29465" y="623"/>
                        <a:pt x="30750" y="534"/>
                      </a:cubicBezTo>
                      <a:cubicBezTo>
                        <a:pt x="32036" y="357"/>
                        <a:pt x="33321" y="224"/>
                        <a:pt x="34563" y="135"/>
                      </a:cubicBezTo>
                      <a:cubicBezTo>
                        <a:pt x="39749" y="-87"/>
                        <a:pt x="44360" y="-308"/>
                        <a:pt x="45202" y="186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170" name="Forme libre : forme 23169">
                  <a:extLst>
                    <a:ext uri="{FF2B5EF4-FFF2-40B4-BE49-F238E27FC236}">
                      <a16:creationId xmlns:a16="http://schemas.microsoft.com/office/drawing/2014/main" id="{D53B6623-5FC0-4B5E-86AF-B5A188B769F9}"/>
                    </a:ext>
                  </a:extLst>
                </p:cNvPr>
                <p:cNvSpPr/>
                <p:nvPr/>
              </p:nvSpPr>
              <p:spPr>
                <a:xfrm>
                  <a:off x="5693994" y="1231115"/>
                  <a:ext cx="33082" cy="10782"/>
                </a:xfrm>
                <a:custGeom>
                  <a:avLst/>
                  <a:gdLst>
                    <a:gd name="connsiteX0" fmla="*/ 10075 w 33082"/>
                    <a:gd name="connsiteY0" fmla="*/ 0 h 10782"/>
                    <a:gd name="connsiteX1" fmla="*/ 12 w 33082"/>
                    <a:gd name="connsiteY1" fmla="*/ 3458 h 10782"/>
                    <a:gd name="connsiteX2" fmla="*/ 8612 w 33082"/>
                    <a:gd name="connsiteY2" fmla="*/ 9576 h 10782"/>
                    <a:gd name="connsiteX3" fmla="*/ 22975 w 33082"/>
                    <a:gd name="connsiteY3" fmla="*/ 10684 h 10782"/>
                    <a:gd name="connsiteX4" fmla="*/ 33083 w 33082"/>
                    <a:gd name="connsiteY4" fmla="*/ 8423 h 10782"/>
                    <a:gd name="connsiteX5" fmla="*/ 27586 w 33082"/>
                    <a:gd name="connsiteY5" fmla="*/ 8955 h 10782"/>
                    <a:gd name="connsiteX6" fmla="*/ 10075 w 33082"/>
                    <a:gd name="connsiteY6" fmla="*/ 0 h 10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082" h="10782">
                      <a:moveTo>
                        <a:pt x="10075" y="0"/>
                      </a:moveTo>
                      <a:cubicBezTo>
                        <a:pt x="7326" y="1020"/>
                        <a:pt x="-343" y="89"/>
                        <a:pt x="12" y="3458"/>
                      </a:cubicBezTo>
                      <a:cubicBezTo>
                        <a:pt x="366" y="5985"/>
                        <a:pt x="3913" y="8467"/>
                        <a:pt x="8612" y="9576"/>
                      </a:cubicBezTo>
                      <a:cubicBezTo>
                        <a:pt x="13311" y="10950"/>
                        <a:pt x="18897" y="10861"/>
                        <a:pt x="22975" y="10684"/>
                      </a:cubicBezTo>
                      <a:cubicBezTo>
                        <a:pt x="25325" y="10373"/>
                        <a:pt x="30556" y="9310"/>
                        <a:pt x="33083" y="8423"/>
                      </a:cubicBezTo>
                      <a:cubicBezTo>
                        <a:pt x="31576" y="8689"/>
                        <a:pt x="29049" y="8999"/>
                        <a:pt x="27586" y="8955"/>
                      </a:cubicBezTo>
                      <a:cubicBezTo>
                        <a:pt x="19296" y="8733"/>
                        <a:pt x="9942" y="5674"/>
                        <a:pt x="10075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171" name="Forme libre : forme 23170">
                  <a:extLst>
                    <a:ext uri="{FF2B5EF4-FFF2-40B4-BE49-F238E27FC236}">
                      <a16:creationId xmlns:a16="http://schemas.microsoft.com/office/drawing/2014/main" id="{0D3D91E9-AA89-42F5-A2B1-BDB12609DB00}"/>
                    </a:ext>
                  </a:extLst>
                </p:cNvPr>
                <p:cNvSpPr/>
                <p:nvPr/>
              </p:nvSpPr>
              <p:spPr>
                <a:xfrm>
                  <a:off x="5696353" y="1229372"/>
                  <a:ext cx="45754" cy="13909"/>
                </a:xfrm>
                <a:custGeom>
                  <a:avLst/>
                  <a:gdLst>
                    <a:gd name="connsiteX0" fmla="*/ 45753 w 45754"/>
                    <a:gd name="connsiteY0" fmla="*/ 1920 h 13909"/>
                    <a:gd name="connsiteX1" fmla="*/ 43359 w 45754"/>
                    <a:gd name="connsiteY1" fmla="*/ 5821 h 13909"/>
                    <a:gd name="connsiteX2" fmla="*/ 37153 w 45754"/>
                    <a:gd name="connsiteY2" fmla="*/ 9501 h 13909"/>
                    <a:gd name="connsiteX3" fmla="*/ 29439 w 45754"/>
                    <a:gd name="connsiteY3" fmla="*/ 12249 h 13909"/>
                    <a:gd name="connsiteX4" fmla="*/ 22745 w 45754"/>
                    <a:gd name="connsiteY4" fmla="*/ 13579 h 13909"/>
                    <a:gd name="connsiteX5" fmla="*/ 16184 w 45754"/>
                    <a:gd name="connsiteY5" fmla="*/ 13890 h 13909"/>
                    <a:gd name="connsiteX6" fmla="*/ 8559 w 45754"/>
                    <a:gd name="connsiteY6" fmla="*/ 12959 h 13909"/>
                    <a:gd name="connsiteX7" fmla="*/ 3 w 45754"/>
                    <a:gd name="connsiteY7" fmla="*/ 6930 h 13909"/>
                    <a:gd name="connsiteX8" fmla="*/ 9003 w 45754"/>
                    <a:gd name="connsiteY8" fmla="*/ 3161 h 13909"/>
                    <a:gd name="connsiteX9" fmla="*/ 16051 w 45754"/>
                    <a:gd name="connsiteY9" fmla="*/ 2541 h 13909"/>
                    <a:gd name="connsiteX10" fmla="*/ 21460 w 45754"/>
                    <a:gd name="connsiteY10" fmla="*/ 2098 h 13909"/>
                    <a:gd name="connsiteX11" fmla="*/ 27356 w 45754"/>
                    <a:gd name="connsiteY11" fmla="*/ 1477 h 13909"/>
                    <a:gd name="connsiteX12" fmla="*/ 35379 w 45754"/>
                    <a:gd name="connsiteY12" fmla="*/ 457 h 13909"/>
                    <a:gd name="connsiteX13" fmla="*/ 45753 w 45754"/>
                    <a:gd name="connsiteY13" fmla="*/ 1920 h 13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754" h="13909">
                      <a:moveTo>
                        <a:pt x="45753" y="1920"/>
                      </a:moveTo>
                      <a:cubicBezTo>
                        <a:pt x="45797" y="3161"/>
                        <a:pt x="44911" y="4447"/>
                        <a:pt x="43359" y="5821"/>
                      </a:cubicBezTo>
                      <a:cubicBezTo>
                        <a:pt x="41852" y="7196"/>
                        <a:pt x="39680" y="8525"/>
                        <a:pt x="37153" y="9501"/>
                      </a:cubicBezTo>
                      <a:cubicBezTo>
                        <a:pt x="34670" y="10520"/>
                        <a:pt x="32010" y="11629"/>
                        <a:pt x="29439" y="12249"/>
                      </a:cubicBezTo>
                      <a:cubicBezTo>
                        <a:pt x="26868" y="12826"/>
                        <a:pt x="24474" y="13269"/>
                        <a:pt x="22745" y="13579"/>
                      </a:cubicBezTo>
                      <a:cubicBezTo>
                        <a:pt x="21016" y="13934"/>
                        <a:pt x="18667" y="13934"/>
                        <a:pt x="16184" y="13890"/>
                      </a:cubicBezTo>
                      <a:cubicBezTo>
                        <a:pt x="13702" y="13845"/>
                        <a:pt x="10997" y="13668"/>
                        <a:pt x="8559" y="12959"/>
                      </a:cubicBezTo>
                      <a:cubicBezTo>
                        <a:pt x="3639" y="11895"/>
                        <a:pt x="-130" y="9545"/>
                        <a:pt x="3" y="6930"/>
                      </a:cubicBezTo>
                      <a:cubicBezTo>
                        <a:pt x="181" y="4270"/>
                        <a:pt x="4348" y="3738"/>
                        <a:pt x="9003" y="3161"/>
                      </a:cubicBezTo>
                      <a:cubicBezTo>
                        <a:pt x="11352" y="3028"/>
                        <a:pt x="13835" y="2718"/>
                        <a:pt x="16051" y="2541"/>
                      </a:cubicBezTo>
                      <a:cubicBezTo>
                        <a:pt x="18268" y="2364"/>
                        <a:pt x="20218" y="2319"/>
                        <a:pt x="21460" y="2098"/>
                      </a:cubicBezTo>
                      <a:cubicBezTo>
                        <a:pt x="22701" y="1920"/>
                        <a:pt x="24829" y="1699"/>
                        <a:pt x="27356" y="1477"/>
                      </a:cubicBezTo>
                      <a:cubicBezTo>
                        <a:pt x="29882" y="1255"/>
                        <a:pt x="32675" y="679"/>
                        <a:pt x="35379" y="457"/>
                      </a:cubicBezTo>
                      <a:cubicBezTo>
                        <a:pt x="40788" y="-75"/>
                        <a:pt x="45576" y="-651"/>
                        <a:pt x="45753" y="192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172" name="Forme libre : forme 23171">
                  <a:extLst>
                    <a:ext uri="{FF2B5EF4-FFF2-40B4-BE49-F238E27FC236}">
                      <a16:creationId xmlns:a16="http://schemas.microsoft.com/office/drawing/2014/main" id="{047B7E28-A72E-4860-A0B8-6AC08F6E7E31}"/>
                    </a:ext>
                  </a:extLst>
                </p:cNvPr>
                <p:cNvSpPr/>
                <p:nvPr/>
              </p:nvSpPr>
              <p:spPr>
                <a:xfrm>
                  <a:off x="5674026" y="1222662"/>
                  <a:ext cx="57026" cy="27499"/>
                </a:xfrm>
                <a:custGeom>
                  <a:avLst/>
                  <a:gdLst>
                    <a:gd name="connsiteX0" fmla="*/ 76 w 57026"/>
                    <a:gd name="connsiteY0" fmla="*/ 5084 h 27499"/>
                    <a:gd name="connsiteX1" fmla="*/ 3002 w 57026"/>
                    <a:gd name="connsiteY1" fmla="*/ 12842 h 27499"/>
                    <a:gd name="connsiteX2" fmla="*/ 23970 w 57026"/>
                    <a:gd name="connsiteY2" fmla="*/ 26363 h 27499"/>
                    <a:gd name="connsiteX3" fmla="*/ 49416 w 57026"/>
                    <a:gd name="connsiteY3" fmla="*/ 24767 h 27499"/>
                    <a:gd name="connsiteX4" fmla="*/ 56554 w 57026"/>
                    <a:gd name="connsiteY4" fmla="*/ 16876 h 27499"/>
                    <a:gd name="connsiteX5" fmla="*/ 48796 w 57026"/>
                    <a:gd name="connsiteY5" fmla="*/ 15635 h 27499"/>
                    <a:gd name="connsiteX6" fmla="*/ 38600 w 57026"/>
                    <a:gd name="connsiteY6" fmla="*/ 13862 h 27499"/>
                    <a:gd name="connsiteX7" fmla="*/ 33767 w 57026"/>
                    <a:gd name="connsiteY7" fmla="*/ 12354 h 27499"/>
                    <a:gd name="connsiteX8" fmla="*/ 29201 w 57026"/>
                    <a:gd name="connsiteY8" fmla="*/ 10005 h 27499"/>
                    <a:gd name="connsiteX9" fmla="*/ 12976 w 57026"/>
                    <a:gd name="connsiteY9" fmla="*/ 474 h 27499"/>
                    <a:gd name="connsiteX10" fmla="*/ 76 w 57026"/>
                    <a:gd name="connsiteY10" fmla="*/ 5084 h 27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7026" h="27499">
                      <a:moveTo>
                        <a:pt x="76" y="5084"/>
                      </a:moveTo>
                      <a:cubicBezTo>
                        <a:pt x="-234" y="8187"/>
                        <a:pt x="342" y="9694"/>
                        <a:pt x="3002" y="12842"/>
                      </a:cubicBezTo>
                      <a:cubicBezTo>
                        <a:pt x="8144" y="18782"/>
                        <a:pt x="13553" y="23880"/>
                        <a:pt x="23970" y="26363"/>
                      </a:cubicBezTo>
                      <a:cubicBezTo>
                        <a:pt x="32615" y="28313"/>
                        <a:pt x="42811" y="27737"/>
                        <a:pt x="49416" y="24767"/>
                      </a:cubicBezTo>
                      <a:cubicBezTo>
                        <a:pt x="54514" y="22949"/>
                        <a:pt x="58415" y="19270"/>
                        <a:pt x="56554" y="16876"/>
                      </a:cubicBezTo>
                      <a:cubicBezTo>
                        <a:pt x="55401" y="15369"/>
                        <a:pt x="51810" y="16122"/>
                        <a:pt x="48796" y="15635"/>
                      </a:cubicBezTo>
                      <a:cubicBezTo>
                        <a:pt x="45249" y="15236"/>
                        <a:pt x="41880" y="14837"/>
                        <a:pt x="38600" y="13862"/>
                      </a:cubicBezTo>
                      <a:cubicBezTo>
                        <a:pt x="36959" y="13418"/>
                        <a:pt x="35363" y="12975"/>
                        <a:pt x="33767" y="12354"/>
                      </a:cubicBezTo>
                      <a:cubicBezTo>
                        <a:pt x="32216" y="11645"/>
                        <a:pt x="30664" y="10847"/>
                        <a:pt x="29201" y="10005"/>
                      </a:cubicBezTo>
                      <a:cubicBezTo>
                        <a:pt x="24103" y="6902"/>
                        <a:pt x="19803" y="2069"/>
                        <a:pt x="12976" y="474"/>
                      </a:cubicBezTo>
                      <a:cubicBezTo>
                        <a:pt x="6814" y="-901"/>
                        <a:pt x="697" y="740"/>
                        <a:pt x="76" y="508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173" name="Forme libre : forme 23172">
                  <a:extLst>
                    <a:ext uri="{FF2B5EF4-FFF2-40B4-BE49-F238E27FC236}">
                      <a16:creationId xmlns:a16="http://schemas.microsoft.com/office/drawing/2014/main" id="{755E5697-6CAB-4365-941F-4A8FE693D239}"/>
                    </a:ext>
                  </a:extLst>
                </p:cNvPr>
                <p:cNvSpPr/>
                <p:nvPr/>
              </p:nvSpPr>
              <p:spPr>
                <a:xfrm>
                  <a:off x="5685866" y="1226009"/>
                  <a:ext cx="17458" cy="4596"/>
                </a:xfrm>
                <a:custGeom>
                  <a:avLst/>
                  <a:gdLst>
                    <a:gd name="connsiteX0" fmla="*/ 2067 w 17458"/>
                    <a:gd name="connsiteY0" fmla="*/ 806 h 4596"/>
                    <a:gd name="connsiteX1" fmla="*/ 161 w 17458"/>
                    <a:gd name="connsiteY1" fmla="*/ 1426 h 4596"/>
                    <a:gd name="connsiteX2" fmla="*/ 1047 w 17458"/>
                    <a:gd name="connsiteY2" fmla="*/ 2933 h 4596"/>
                    <a:gd name="connsiteX3" fmla="*/ 4151 w 17458"/>
                    <a:gd name="connsiteY3" fmla="*/ 3909 h 4596"/>
                    <a:gd name="connsiteX4" fmla="*/ 12086 w 17458"/>
                    <a:gd name="connsiteY4" fmla="*/ 4529 h 4596"/>
                    <a:gd name="connsiteX5" fmla="*/ 14923 w 17458"/>
                    <a:gd name="connsiteY5" fmla="*/ 4219 h 4596"/>
                    <a:gd name="connsiteX6" fmla="*/ 13815 w 17458"/>
                    <a:gd name="connsiteY6" fmla="*/ 52 h 4596"/>
                    <a:gd name="connsiteX7" fmla="*/ 2067 w 17458"/>
                    <a:gd name="connsiteY7" fmla="*/ 806 h 4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458" h="4596">
                      <a:moveTo>
                        <a:pt x="2067" y="806"/>
                      </a:moveTo>
                      <a:cubicBezTo>
                        <a:pt x="1225" y="894"/>
                        <a:pt x="604" y="983"/>
                        <a:pt x="161" y="1426"/>
                      </a:cubicBezTo>
                      <a:cubicBezTo>
                        <a:pt x="-283" y="1870"/>
                        <a:pt x="249" y="2446"/>
                        <a:pt x="1047" y="2933"/>
                      </a:cubicBezTo>
                      <a:cubicBezTo>
                        <a:pt x="1801" y="3421"/>
                        <a:pt x="3131" y="3776"/>
                        <a:pt x="4151" y="3909"/>
                      </a:cubicBezTo>
                      <a:cubicBezTo>
                        <a:pt x="6766" y="4396"/>
                        <a:pt x="9515" y="4751"/>
                        <a:pt x="12086" y="4529"/>
                      </a:cubicBezTo>
                      <a:cubicBezTo>
                        <a:pt x="13105" y="4485"/>
                        <a:pt x="14081" y="4485"/>
                        <a:pt x="14923" y="4219"/>
                      </a:cubicBezTo>
                      <a:cubicBezTo>
                        <a:pt x="18469" y="2800"/>
                        <a:pt x="18469" y="407"/>
                        <a:pt x="13815" y="52"/>
                      </a:cubicBezTo>
                      <a:cubicBezTo>
                        <a:pt x="10135" y="-170"/>
                        <a:pt x="5569" y="362"/>
                        <a:pt x="2067" y="806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174" name="Forme libre : forme 23173">
                  <a:extLst>
                    <a:ext uri="{FF2B5EF4-FFF2-40B4-BE49-F238E27FC236}">
                      <a16:creationId xmlns:a16="http://schemas.microsoft.com/office/drawing/2014/main" id="{FE652830-71BC-4E08-B72E-0C452FB322FE}"/>
                    </a:ext>
                  </a:extLst>
                </p:cNvPr>
                <p:cNvSpPr/>
                <p:nvPr/>
              </p:nvSpPr>
              <p:spPr>
                <a:xfrm>
                  <a:off x="5730890" y="1227391"/>
                  <a:ext cx="24603" cy="22387"/>
                </a:xfrm>
                <a:custGeom>
                  <a:avLst/>
                  <a:gdLst>
                    <a:gd name="connsiteX0" fmla="*/ 24604 w 24603"/>
                    <a:gd name="connsiteY0" fmla="*/ 0 h 22387"/>
                    <a:gd name="connsiteX1" fmla="*/ 0 w 24603"/>
                    <a:gd name="connsiteY1" fmla="*/ 22387 h 22387"/>
                    <a:gd name="connsiteX2" fmla="*/ 7935 w 24603"/>
                    <a:gd name="connsiteY2" fmla="*/ 17910 h 22387"/>
                    <a:gd name="connsiteX3" fmla="*/ 14807 w 24603"/>
                    <a:gd name="connsiteY3" fmla="*/ 12147 h 22387"/>
                    <a:gd name="connsiteX4" fmla="*/ 17821 w 24603"/>
                    <a:gd name="connsiteY4" fmla="*/ 9177 h 22387"/>
                    <a:gd name="connsiteX5" fmla="*/ 20392 w 24603"/>
                    <a:gd name="connsiteY5" fmla="*/ 5985 h 22387"/>
                    <a:gd name="connsiteX6" fmla="*/ 24604 w 24603"/>
                    <a:gd name="connsiteY6" fmla="*/ 0 h 22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603" h="22387">
                      <a:moveTo>
                        <a:pt x="24604" y="0"/>
                      </a:moveTo>
                      <a:cubicBezTo>
                        <a:pt x="23894" y="7581"/>
                        <a:pt x="10551" y="18131"/>
                        <a:pt x="0" y="22387"/>
                      </a:cubicBezTo>
                      <a:cubicBezTo>
                        <a:pt x="2748" y="21057"/>
                        <a:pt x="5408" y="19506"/>
                        <a:pt x="7935" y="17910"/>
                      </a:cubicBezTo>
                      <a:cubicBezTo>
                        <a:pt x="10373" y="16092"/>
                        <a:pt x="12679" y="14097"/>
                        <a:pt x="14807" y="12147"/>
                      </a:cubicBezTo>
                      <a:cubicBezTo>
                        <a:pt x="15870" y="11171"/>
                        <a:pt x="16890" y="10196"/>
                        <a:pt x="17821" y="9177"/>
                      </a:cubicBezTo>
                      <a:cubicBezTo>
                        <a:pt x="18752" y="8113"/>
                        <a:pt x="19594" y="7049"/>
                        <a:pt x="20392" y="5985"/>
                      </a:cubicBezTo>
                      <a:cubicBezTo>
                        <a:pt x="22032" y="3901"/>
                        <a:pt x="23407" y="1906"/>
                        <a:pt x="246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175" name="Forme libre : forme 23174">
                  <a:extLst>
                    <a:ext uri="{FF2B5EF4-FFF2-40B4-BE49-F238E27FC236}">
                      <a16:creationId xmlns:a16="http://schemas.microsoft.com/office/drawing/2014/main" id="{FF7834F8-FD93-4376-85A4-137BB5253785}"/>
                    </a:ext>
                  </a:extLst>
                </p:cNvPr>
                <p:cNvSpPr/>
                <p:nvPr/>
              </p:nvSpPr>
              <p:spPr>
                <a:xfrm>
                  <a:off x="5669270" y="1217727"/>
                  <a:ext cx="28948" cy="825"/>
                </a:xfrm>
                <a:custGeom>
                  <a:avLst/>
                  <a:gdLst>
                    <a:gd name="connsiteX0" fmla="*/ 28948 w 28948"/>
                    <a:gd name="connsiteY0" fmla="*/ 443 h 825"/>
                    <a:gd name="connsiteX1" fmla="*/ 0 w 28948"/>
                    <a:gd name="connsiteY1" fmla="*/ 0 h 825"/>
                    <a:gd name="connsiteX2" fmla="*/ 28948 w 28948"/>
                    <a:gd name="connsiteY2" fmla="*/ 443 h 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8948" h="825">
                      <a:moveTo>
                        <a:pt x="28948" y="443"/>
                      </a:moveTo>
                      <a:cubicBezTo>
                        <a:pt x="19284" y="-443"/>
                        <a:pt x="9443" y="443"/>
                        <a:pt x="0" y="0"/>
                      </a:cubicBezTo>
                      <a:cubicBezTo>
                        <a:pt x="8689" y="133"/>
                        <a:pt x="20348" y="1463"/>
                        <a:pt x="28948" y="4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176" name="Forme libre : forme 23175">
                  <a:extLst>
                    <a:ext uri="{FF2B5EF4-FFF2-40B4-BE49-F238E27FC236}">
                      <a16:creationId xmlns:a16="http://schemas.microsoft.com/office/drawing/2014/main" id="{4F05073C-F7C1-4C51-86A6-096291E722AB}"/>
                    </a:ext>
                  </a:extLst>
                </p:cNvPr>
                <p:cNvSpPr/>
                <p:nvPr/>
              </p:nvSpPr>
              <p:spPr>
                <a:xfrm>
                  <a:off x="5712466" y="1231070"/>
                  <a:ext cx="16529" cy="3820"/>
                </a:xfrm>
                <a:custGeom>
                  <a:avLst/>
                  <a:gdLst>
                    <a:gd name="connsiteX0" fmla="*/ 16474 w 16529"/>
                    <a:gd name="connsiteY0" fmla="*/ 1330 h 3820"/>
                    <a:gd name="connsiteX1" fmla="*/ 12218 w 16529"/>
                    <a:gd name="connsiteY1" fmla="*/ 3369 h 3820"/>
                    <a:gd name="connsiteX2" fmla="*/ 6898 w 16529"/>
                    <a:gd name="connsiteY2" fmla="*/ 3768 h 3820"/>
                    <a:gd name="connsiteX3" fmla="*/ 160 w 16529"/>
                    <a:gd name="connsiteY3" fmla="*/ 1551 h 3820"/>
                    <a:gd name="connsiteX4" fmla="*/ 4327 w 16529"/>
                    <a:gd name="connsiteY4" fmla="*/ 266 h 3820"/>
                    <a:gd name="connsiteX5" fmla="*/ 9070 w 16529"/>
                    <a:gd name="connsiteY5" fmla="*/ 0 h 3820"/>
                    <a:gd name="connsiteX6" fmla="*/ 16474 w 16529"/>
                    <a:gd name="connsiteY6" fmla="*/ 1330 h 3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529" h="3820">
                      <a:moveTo>
                        <a:pt x="16474" y="1330"/>
                      </a:moveTo>
                      <a:cubicBezTo>
                        <a:pt x="16119" y="2217"/>
                        <a:pt x="14257" y="3014"/>
                        <a:pt x="12218" y="3369"/>
                      </a:cubicBezTo>
                      <a:cubicBezTo>
                        <a:pt x="10134" y="3679"/>
                        <a:pt x="7918" y="3768"/>
                        <a:pt x="6898" y="3768"/>
                      </a:cubicBezTo>
                      <a:cubicBezTo>
                        <a:pt x="4815" y="4034"/>
                        <a:pt x="-1037" y="3280"/>
                        <a:pt x="160" y="1551"/>
                      </a:cubicBezTo>
                      <a:cubicBezTo>
                        <a:pt x="736" y="665"/>
                        <a:pt x="2465" y="443"/>
                        <a:pt x="4327" y="266"/>
                      </a:cubicBezTo>
                      <a:cubicBezTo>
                        <a:pt x="6189" y="44"/>
                        <a:pt x="8139" y="44"/>
                        <a:pt x="9070" y="0"/>
                      </a:cubicBezTo>
                      <a:cubicBezTo>
                        <a:pt x="10932" y="222"/>
                        <a:pt x="17183" y="-488"/>
                        <a:pt x="16474" y="1330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177" name="Forme libre : forme 23176">
                  <a:extLst>
                    <a:ext uri="{FF2B5EF4-FFF2-40B4-BE49-F238E27FC236}">
                      <a16:creationId xmlns:a16="http://schemas.microsoft.com/office/drawing/2014/main" id="{EF037E95-6F7B-4872-9258-CB31047EA427}"/>
                    </a:ext>
                  </a:extLst>
                </p:cNvPr>
                <p:cNvSpPr/>
                <p:nvPr/>
              </p:nvSpPr>
              <p:spPr>
                <a:xfrm>
                  <a:off x="5726733" y="1231034"/>
                  <a:ext cx="4686" cy="1850"/>
                </a:xfrm>
                <a:custGeom>
                  <a:avLst/>
                  <a:gdLst>
                    <a:gd name="connsiteX0" fmla="*/ 4644 w 4686"/>
                    <a:gd name="connsiteY0" fmla="*/ 347 h 1850"/>
                    <a:gd name="connsiteX1" fmla="*/ 2694 w 4686"/>
                    <a:gd name="connsiteY1" fmla="*/ 1633 h 1850"/>
                    <a:gd name="connsiteX2" fmla="*/ 34 w 4686"/>
                    <a:gd name="connsiteY2" fmla="*/ 1500 h 1850"/>
                    <a:gd name="connsiteX3" fmla="*/ 1896 w 4686"/>
                    <a:gd name="connsiteY3" fmla="*/ 258 h 1850"/>
                    <a:gd name="connsiteX4" fmla="*/ 4644 w 4686"/>
                    <a:gd name="connsiteY4" fmla="*/ 347 h 1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86" h="1850">
                      <a:moveTo>
                        <a:pt x="4644" y="347"/>
                      </a:moveTo>
                      <a:cubicBezTo>
                        <a:pt x="4954" y="923"/>
                        <a:pt x="3491" y="1411"/>
                        <a:pt x="2694" y="1633"/>
                      </a:cubicBezTo>
                      <a:cubicBezTo>
                        <a:pt x="1896" y="1810"/>
                        <a:pt x="300" y="2076"/>
                        <a:pt x="34" y="1500"/>
                      </a:cubicBezTo>
                      <a:cubicBezTo>
                        <a:pt x="-232" y="879"/>
                        <a:pt x="1142" y="436"/>
                        <a:pt x="1896" y="258"/>
                      </a:cubicBezTo>
                      <a:cubicBezTo>
                        <a:pt x="2694" y="37"/>
                        <a:pt x="4334" y="-229"/>
                        <a:pt x="4644" y="3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178" name="Forme libre : forme 23177">
                  <a:extLst>
                    <a:ext uri="{FF2B5EF4-FFF2-40B4-BE49-F238E27FC236}">
                      <a16:creationId xmlns:a16="http://schemas.microsoft.com/office/drawing/2014/main" id="{2D261E55-CAB5-4294-834A-958C65A56AA6}"/>
                    </a:ext>
                  </a:extLst>
                </p:cNvPr>
                <p:cNvSpPr/>
                <p:nvPr/>
              </p:nvSpPr>
              <p:spPr>
                <a:xfrm>
                  <a:off x="5711947" y="1219321"/>
                  <a:ext cx="40444" cy="9457"/>
                </a:xfrm>
                <a:custGeom>
                  <a:avLst/>
                  <a:gdLst>
                    <a:gd name="connsiteX0" fmla="*/ 28208 w 40444"/>
                    <a:gd name="connsiteY0" fmla="*/ 2440 h 9457"/>
                    <a:gd name="connsiteX1" fmla="*/ 39823 w 40444"/>
                    <a:gd name="connsiteY1" fmla="*/ 5144 h 9457"/>
                    <a:gd name="connsiteX2" fmla="*/ 38227 w 40444"/>
                    <a:gd name="connsiteY2" fmla="*/ 8779 h 9457"/>
                    <a:gd name="connsiteX3" fmla="*/ 32996 w 40444"/>
                    <a:gd name="connsiteY3" fmla="*/ 9222 h 9457"/>
                    <a:gd name="connsiteX4" fmla="*/ 17480 w 40444"/>
                    <a:gd name="connsiteY4" fmla="*/ 7582 h 9457"/>
                    <a:gd name="connsiteX5" fmla="*/ 12958 w 40444"/>
                    <a:gd name="connsiteY5" fmla="*/ 7582 h 9457"/>
                    <a:gd name="connsiteX6" fmla="*/ 6486 w 40444"/>
                    <a:gd name="connsiteY6" fmla="*/ 7050 h 9457"/>
                    <a:gd name="connsiteX7" fmla="*/ 1299 w 40444"/>
                    <a:gd name="connsiteY7" fmla="*/ 5587 h 9457"/>
                    <a:gd name="connsiteX8" fmla="*/ 280 w 40444"/>
                    <a:gd name="connsiteY8" fmla="*/ 3193 h 9457"/>
                    <a:gd name="connsiteX9" fmla="*/ 18322 w 40444"/>
                    <a:gd name="connsiteY9" fmla="*/ 90 h 9457"/>
                    <a:gd name="connsiteX10" fmla="*/ 28208 w 40444"/>
                    <a:gd name="connsiteY10" fmla="*/ 2440 h 9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444" h="9457">
                      <a:moveTo>
                        <a:pt x="28208" y="2440"/>
                      </a:moveTo>
                      <a:cubicBezTo>
                        <a:pt x="32907" y="3326"/>
                        <a:pt x="36232" y="3193"/>
                        <a:pt x="39823" y="5144"/>
                      </a:cubicBezTo>
                      <a:cubicBezTo>
                        <a:pt x="41153" y="5809"/>
                        <a:pt x="40222" y="7848"/>
                        <a:pt x="38227" y="8779"/>
                      </a:cubicBezTo>
                      <a:cubicBezTo>
                        <a:pt x="36232" y="9666"/>
                        <a:pt x="34681" y="9533"/>
                        <a:pt x="32996" y="9222"/>
                      </a:cubicBezTo>
                      <a:cubicBezTo>
                        <a:pt x="27809" y="8158"/>
                        <a:pt x="22933" y="8380"/>
                        <a:pt x="17480" y="7582"/>
                      </a:cubicBezTo>
                      <a:cubicBezTo>
                        <a:pt x="16638" y="7493"/>
                        <a:pt x="14953" y="7538"/>
                        <a:pt x="12958" y="7582"/>
                      </a:cubicBezTo>
                      <a:cubicBezTo>
                        <a:pt x="10963" y="7582"/>
                        <a:pt x="8614" y="7316"/>
                        <a:pt x="6486" y="7050"/>
                      </a:cubicBezTo>
                      <a:cubicBezTo>
                        <a:pt x="4358" y="6873"/>
                        <a:pt x="2496" y="6296"/>
                        <a:pt x="1299" y="5587"/>
                      </a:cubicBezTo>
                      <a:cubicBezTo>
                        <a:pt x="102" y="4922"/>
                        <a:pt x="-341" y="4124"/>
                        <a:pt x="280" y="3193"/>
                      </a:cubicBezTo>
                      <a:cubicBezTo>
                        <a:pt x="2762" y="-43"/>
                        <a:pt x="14022" y="-176"/>
                        <a:pt x="18322" y="90"/>
                      </a:cubicBezTo>
                      <a:cubicBezTo>
                        <a:pt x="22578" y="578"/>
                        <a:pt x="24706" y="1819"/>
                        <a:pt x="28208" y="2440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452" name="Graphique 2">
                <a:extLst>
                  <a:ext uri="{FF2B5EF4-FFF2-40B4-BE49-F238E27FC236}">
                    <a16:creationId xmlns:a16="http://schemas.microsoft.com/office/drawing/2014/main" id="{79B2D819-AF6C-4B72-B812-4D42EA29BCEA}"/>
                  </a:ext>
                </a:extLst>
              </p:cNvPr>
              <p:cNvGrpSpPr/>
              <p:nvPr/>
            </p:nvGrpSpPr>
            <p:grpSpPr>
              <a:xfrm>
                <a:off x="5820216" y="1192396"/>
                <a:ext cx="401650" cy="54186"/>
                <a:chOff x="5820216" y="1192396"/>
                <a:chExt cx="401650" cy="54186"/>
              </a:xfrm>
              <a:solidFill>
                <a:schemeClr val="accent1"/>
              </a:solidFill>
            </p:grpSpPr>
            <p:grpSp>
              <p:nvGrpSpPr>
                <p:cNvPr id="23115" name="Graphique 2">
                  <a:extLst>
                    <a:ext uri="{FF2B5EF4-FFF2-40B4-BE49-F238E27FC236}">
                      <a16:creationId xmlns:a16="http://schemas.microsoft.com/office/drawing/2014/main" id="{810F0ECD-FE8D-444A-B79A-A318F2976174}"/>
                    </a:ext>
                  </a:extLst>
                </p:cNvPr>
                <p:cNvGrpSpPr/>
                <p:nvPr/>
              </p:nvGrpSpPr>
              <p:grpSpPr>
                <a:xfrm>
                  <a:off x="5820216" y="1192396"/>
                  <a:ext cx="96882" cy="51941"/>
                  <a:chOff x="5820216" y="1192396"/>
                  <a:chExt cx="96882" cy="51941"/>
                </a:xfrm>
                <a:solidFill>
                  <a:schemeClr val="accent1"/>
                </a:solidFill>
              </p:grpSpPr>
              <p:sp>
                <p:nvSpPr>
                  <p:cNvPr id="23155" name="Forme libre : forme 23154">
                    <a:extLst>
                      <a:ext uri="{FF2B5EF4-FFF2-40B4-BE49-F238E27FC236}">
                        <a16:creationId xmlns:a16="http://schemas.microsoft.com/office/drawing/2014/main" id="{38CC41A0-066A-4DB2-A25D-1784BF2476A9}"/>
                      </a:ext>
                    </a:extLst>
                  </p:cNvPr>
                  <p:cNvSpPr/>
                  <p:nvPr/>
                </p:nvSpPr>
                <p:spPr>
                  <a:xfrm>
                    <a:off x="5820266" y="1192396"/>
                    <a:ext cx="96832" cy="51941"/>
                  </a:xfrm>
                  <a:custGeom>
                    <a:avLst/>
                    <a:gdLst>
                      <a:gd name="connsiteX0" fmla="*/ 58822 w 96832"/>
                      <a:gd name="connsiteY0" fmla="*/ 49801 h 51941"/>
                      <a:gd name="connsiteX1" fmla="*/ 24643 w 96832"/>
                      <a:gd name="connsiteY1" fmla="*/ 36458 h 51941"/>
                      <a:gd name="connsiteX2" fmla="*/ 394 w 96832"/>
                      <a:gd name="connsiteY2" fmla="*/ 10214 h 51941"/>
                      <a:gd name="connsiteX3" fmla="*/ 438 w 96832"/>
                      <a:gd name="connsiteY3" fmla="*/ 4938 h 51941"/>
                      <a:gd name="connsiteX4" fmla="*/ 2034 w 96832"/>
                      <a:gd name="connsiteY4" fmla="*/ 2456 h 51941"/>
                      <a:gd name="connsiteX5" fmla="*/ 4827 w 96832"/>
                      <a:gd name="connsiteY5" fmla="*/ 1215 h 51941"/>
                      <a:gd name="connsiteX6" fmla="*/ 39715 w 96832"/>
                      <a:gd name="connsiteY6" fmla="*/ 4761 h 51941"/>
                      <a:gd name="connsiteX7" fmla="*/ 68397 w 96832"/>
                      <a:gd name="connsiteY7" fmla="*/ 16066 h 51941"/>
                      <a:gd name="connsiteX8" fmla="*/ 94641 w 96832"/>
                      <a:gd name="connsiteY8" fmla="*/ 35483 h 51941"/>
                      <a:gd name="connsiteX9" fmla="*/ 94952 w 96832"/>
                      <a:gd name="connsiteY9" fmla="*/ 45324 h 51941"/>
                      <a:gd name="connsiteX10" fmla="*/ 58822 w 96832"/>
                      <a:gd name="connsiteY10" fmla="*/ 49801 h 51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6832" h="51941">
                        <a:moveTo>
                          <a:pt x="58822" y="49801"/>
                        </a:moveTo>
                        <a:cubicBezTo>
                          <a:pt x="50177" y="47629"/>
                          <a:pt x="32534" y="40625"/>
                          <a:pt x="24643" y="36458"/>
                        </a:cubicBezTo>
                        <a:cubicBezTo>
                          <a:pt x="9703" y="28833"/>
                          <a:pt x="4339" y="20277"/>
                          <a:pt x="394" y="10214"/>
                        </a:cubicBezTo>
                        <a:cubicBezTo>
                          <a:pt x="-94" y="8529"/>
                          <a:pt x="-183" y="6667"/>
                          <a:pt x="438" y="4938"/>
                        </a:cubicBezTo>
                        <a:cubicBezTo>
                          <a:pt x="748" y="3963"/>
                          <a:pt x="1280" y="3121"/>
                          <a:pt x="2034" y="2456"/>
                        </a:cubicBezTo>
                        <a:cubicBezTo>
                          <a:pt x="2832" y="1835"/>
                          <a:pt x="3851" y="1436"/>
                          <a:pt x="4827" y="1215"/>
                        </a:cubicBezTo>
                        <a:cubicBezTo>
                          <a:pt x="16220" y="-958"/>
                          <a:pt x="26106" y="-470"/>
                          <a:pt x="39715" y="4761"/>
                        </a:cubicBezTo>
                        <a:cubicBezTo>
                          <a:pt x="46941" y="7643"/>
                          <a:pt x="61216" y="13406"/>
                          <a:pt x="68397" y="16066"/>
                        </a:cubicBezTo>
                        <a:cubicBezTo>
                          <a:pt x="81874" y="21164"/>
                          <a:pt x="87637" y="27414"/>
                          <a:pt x="94641" y="35483"/>
                        </a:cubicBezTo>
                        <a:cubicBezTo>
                          <a:pt x="97035" y="38187"/>
                          <a:pt x="97922" y="43107"/>
                          <a:pt x="94952" y="45324"/>
                        </a:cubicBezTo>
                        <a:cubicBezTo>
                          <a:pt x="86396" y="51575"/>
                          <a:pt x="74825" y="54101"/>
                          <a:pt x="58822" y="4980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56" name="Forme libre : forme 23155">
                    <a:extLst>
                      <a:ext uri="{FF2B5EF4-FFF2-40B4-BE49-F238E27FC236}">
                        <a16:creationId xmlns:a16="http://schemas.microsoft.com/office/drawing/2014/main" id="{90ED4407-26D4-4363-85DB-8D5578576A69}"/>
                      </a:ext>
                    </a:extLst>
                  </p:cNvPr>
                  <p:cNvSpPr/>
                  <p:nvPr/>
                </p:nvSpPr>
                <p:spPr>
                  <a:xfrm>
                    <a:off x="5820216" y="1198221"/>
                    <a:ext cx="95179" cy="46017"/>
                  </a:xfrm>
                  <a:custGeom>
                    <a:avLst/>
                    <a:gdLst>
                      <a:gd name="connsiteX0" fmla="*/ 34756 w 95179"/>
                      <a:gd name="connsiteY0" fmla="*/ 21323 h 46017"/>
                      <a:gd name="connsiteX1" fmla="*/ 15295 w 95179"/>
                      <a:gd name="connsiteY1" fmla="*/ 12147 h 46017"/>
                      <a:gd name="connsiteX2" fmla="*/ 6961 w 95179"/>
                      <a:gd name="connsiteY2" fmla="*/ 6295 h 46017"/>
                      <a:gd name="connsiteX3" fmla="*/ 178 w 95179"/>
                      <a:gd name="connsiteY3" fmla="*/ 0 h 46017"/>
                      <a:gd name="connsiteX4" fmla="*/ 400 w 95179"/>
                      <a:gd name="connsiteY4" fmla="*/ 4300 h 46017"/>
                      <a:gd name="connsiteX5" fmla="*/ 2616 w 95179"/>
                      <a:gd name="connsiteY5" fmla="*/ 9354 h 46017"/>
                      <a:gd name="connsiteX6" fmla="*/ 12812 w 95179"/>
                      <a:gd name="connsiteY6" fmla="*/ 22742 h 46017"/>
                      <a:gd name="connsiteX7" fmla="*/ 24649 w 95179"/>
                      <a:gd name="connsiteY7" fmla="*/ 30544 h 46017"/>
                      <a:gd name="connsiteX8" fmla="*/ 29924 w 95179"/>
                      <a:gd name="connsiteY8" fmla="*/ 33071 h 46017"/>
                      <a:gd name="connsiteX9" fmla="*/ 56168 w 95179"/>
                      <a:gd name="connsiteY9" fmla="*/ 43134 h 46017"/>
                      <a:gd name="connsiteX10" fmla="*/ 58828 w 95179"/>
                      <a:gd name="connsiteY10" fmla="*/ 43888 h 46017"/>
                      <a:gd name="connsiteX11" fmla="*/ 74255 w 95179"/>
                      <a:gd name="connsiteY11" fmla="*/ 46016 h 46017"/>
                      <a:gd name="connsiteX12" fmla="*/ 90702 w 95179"/>
                      <a:gd name="connsiteY12" fmla="*/ 42070 h 46017"/>
                      <a:gd name="connsiteX13" fmla="*/ 95046 w 95179"/>
                      <a:gd name="connsiteY13" fmla="*/ 39410 h 46017"/>
                      <a:gd name="connsiteX14" fmla="*/ 95179 w 95179"/>
                      <a:gd name="connsiteY14" fmla="*/ 39277 h 46017"/>
                      <a:gd name="connsiteX15" fmla="*/ 34756 w 95179"/>
                      <a:gd name="connsiteY15" fmla="*/ 21323 h 46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5179" h="46017">
                        <a:moveTo>
                          <a:pt x="34756" y="21323"/>
                        </a:moveTo>
                        <a:cubicBezTo>
                          <a:pt x="28062" y="18841"/>
                          <a:pt x="21324" y="15782"/>
                          <a:pt x="15295" y="12147"/>
                        </a:cubicBezTo>
                        <a:cubicBezTo>
                          <a:pt x="12280" y="10329"/>
                          <a:pt x="9488" y="8378"/>
                          <a:pt x="6961" y="6295"/>
                        </a:cubicBezTo>
                        <a:cubicBezTo>
                          <a:pt x="4389" y="4300"/>
                          <a:pt x="2306" y="1818"/>
                          <a:pt x="178" y="0"/>
                        </a:cubicBezTo>
                        <a:cubicBezTo>
                          <a:pt x="-88" y="1374"/>
                          <a:pt x="-88" y="2970"/>
                          <a:pt x="400" y="4300"/>
                        </a:cubicBezTo>
                        <a:cubicBezTo>
                          <a:pt x="1065" y="5985"/>
                          <a:pt x="1818" y="7714"/>
                          <a:pt x="2616" y="9354"/>
                        </a:cubicBezTo>
                        <a:cubicBezTo>
                          <a:pt x="5010" y="14097"/>
                          <a:pt x="8069" y="18575"/>
                          <a:pt x="12812" y="22742"/>
                        </a:cubicBezTo>
                        <a:cubicBezTo>
                          <a:pt x="15916" y="25446"/>
                          <a:pt x="19772" y="28061"/>
                          <a:pt x="24649" y="30544"/>
                        </a:cubicBezTo>
                        <a:cubicBezTo>
                          <a:pt x="26112" y="31298"/>
                          <a:pt x="27929" y="32184"/>
                          <a:pt x="29924" y="33071"/>
                        </a:cubicBezTo>
                        <a:cubicBezTo>
                          <a:pt x="37726" y="36662"/>
                          <a:pt x="48809" y="40917"/>
                          <a:pt x="56168" y="43134"/>
                        </a:cubicBezTo>
                        <a:cubicBezTo>
                          <a:pt x="57099" y="43400"/>
                          <a:pt x="58030" y="43666"/>
                          <a:pt x="58828" y="43888"/>
                        </a:cubicBezTo>
                        <a:cubicBezTo>
                          <a:pt x="64502" y="45439"/>
                          <a:pt x="69645" y="46060"/>
                          <a:pt x="74255" y="46016"/>
                        </a:cubicBezTo>
                        <a:cubicBezTo>
                          <a:pt x="80594" y="45883"/>
                          <a:pt x="86003" y="44375"/>
                          <a:pt x="90702" y="42070"/>
                        </a:cubicBezTo>
                        <a:cubicBezTo>
                          <a:pt x="92209" y="41272"/>
                          <a:pt x="93672" y="40385"/>
                          <a:pt x="95046" y="39410"/>
                        </a:cubicBezTo>
                        <a:lnTo>
                          <a:pt x="95179" y="39277"/>
                        </a:lnTo>
                        <a:cubicBezTo>
                          <a:pt x="73989" y="36440"/>
                          <a:pt x="53951" y="28327"/>
                          <a:pt x="34756" y="2132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57" name="Forme libre : forme 23156">
                    <a:extLst>
                      <a:ext uri="{FF2B5EF4-FFF2-40B4-BE49-F238E27FC236}">
                        <a16:creationId xmlns:a16="http://schemas.microsoft.com/office/drawing/2014/main" id="{695DE353-F958-4E8F-AE93-75BBD62501B6}"/>
                      </a:ext>
                    </a:extLst>
                  </p:cNvPr>
                  <p:cNvSpPr/>
                  <p:nvPr/>
                </p:nvSpPr>
                <p:spPr>
                  <a:xfrm>
                    <a:off x="5852626" y="1211857"/>
                    <a:ext cx="45119" cy="20550"/>
                  </a:xfrm>
                  <a:custGeom>
                    <a:avLst/>
                    <a:gdLst>
                      <a:gd name="connsiteX0" fmla="*/ 45081 w 45119"/>
                      <a:gd name="connsiteY0" fmla="*/ 18416 h 20550"/>
                      <a:gd name="connsiteX1" fmla="*/ 34087 w 45119"/>
                      <a:gd name="connsiteY1" fmla="*/ 20100 h 20550"/>
                      <a:gd name="connsiteX2" fmla="*/ 19325 w 45119"/>
                      <a:gd name="connsiteY2" fmla="*/ 16288 h 20550"/>
                      <a:gd name="connsiteX3" fmla="*/ 174 w 45119"/>
                      <a:gd name="connsiteY3" fmla="*/ 1703 h 20550"/>
                      <a:gd name="connsiteX4" fmla="*/ 23181 w 45119"/>
                      <a:gd name="connsiteY4" fmla="*/ 5382 h 20550"/>
                      <a:gd name="connsiteX5" fmla="*/ 36436 w 45119"/>
                      <a:gd name="connsiteY5" fmla="*/ 11190 h 20550"/>
                      <a:gd name="connsiteX6" fmla="*/ 45081 w 45119"/>
                      <a:gd name="connsiteY6" fmla="*/ 18416 h 205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119" h="20550">
                        <a:moveTo>
                          <a:pt x="45081" y="18416"/>
                        </a:moveTo>
                        <a:cubicBezTo>
                          <a:pt x="44593" y="20721"/>
                          <a:pt x="39673" y="20943"/>
                          <a:pt x="34087" y="20100"/>
                        </a:cubicBezTo>
                        <a:cubicBezTo>
                          <a:pt x="28501" y="19258"/>
                          <a:pt x="22339" y="17396"/>
                          <a:pt x="19325" y="16288"/>
                        </a:cubicBezTo>
                        <a:cubicBezTo>
                          <a:pt x="13207" y="14160"/>
                          <a:pt x="-1777" y="6535"/>
                          <a:pt x="174" y="1703"/>
                        </a:cubicBezTo>
                        <a:cubicBezTo>
                          <a:pt x="2080" y="-2996"/>
                          <a:pt x="17729" y="3299"/>
                          <a:pt x="23181" y="5382"/>
                        </a:cubicBezTo>
                        <a:cubicBezTo>
                          <a:pt x="25886" y="6491"/>
                          <a:pt x="31560" y="8796"/>
                          <a:pt x="36436" y="11190"/>
                        </a:cubicBezTo>
                        <a:cubicBezTo>
                          <a:pt x="41357" y="13584"/>
                          <a:pt x="45569" y="16111"/>
                          <a:pt x="45081" y="1841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58" name="Forme libre : forme 23157">
                    <a:extLst>
                      <a:ext uri="{FF2B5EF4-FFF2-40B4-BE49-F238E27FC236}">
                        <a16:creationId xmlns:a16="http://schemas.microsoft.com/office/drawing/2014/main" id="{5E336273-A779-4290-9800-6FD9D61A9916}"/>
                      </a:ext>
                    </a:extLst>
                  </p:cNvPr>
                  <p:cNvSpPr/>
                  <p:nvPr/>
                </p:nvSpPr>
                <p:spPr>
                  <a:xfrm>
                    <a:off x="5852520" y="1211882"/>
                    <a:ext cx="29671" cy="19099"/>
                  </a:xfrm>
                  <a:custGeom>
                    <a:avLst/>
                    <a:gdLst>
                      <a:gd name="connsiteX0" fmla="*/ 11274 w 29671"/>
                      <a:gd name="connsiteY0" fmla="*/ 1412 h 19099"/>
                      <a:gd name="connsiteX1" fmla="*/ 14 w 29671"/>
                      <a:gd name="connsiteY1" fmla="*/ 1633 h 19099"/>
                      <a:gd name="connsiteX2" fmla="*/ 19608 w 29671"/>
                      <a:gd name="connsiteY2" fmla="*/ 16396 h 19099"/>
                      <a:gd name="connsiteX3" fmla="*/ 29671 w 29671"/>
                      <a:gd name="connsiteY3" fmla="*/ 19100 h 19099"/>
                      <a:gd name="connsiteX4" fmla="*/ 24485 w 29671"/>
                      <a:gd name="connsiteY4" fmla="*/ 16972 h 19099"/>
                      <a:gd name="connsiteX5" fmla="*/ 11274 w 29671"/>
                      <a:gd name="connsiteY5" fmla="*/ 1412 h 19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671" h="19099">
                        <a:moveTo>
                          <a:pt x="11274" y="1412"/>
                        </a:moveTo>
                        <a:cubicBezTo>
                          <a:pt x="8171" y="1101"/>
                          <a:pt x="324" y="-1736"/>
                          <a:pt x="14" y="1633"/>
                        </a:cubicBezTo>
                        <a:cubicBezTo>
                          <a:pt x="-474" y="7086"/>
                          <a:pt x="11983" y="13558"/>
                          <a:pt x="19608" y="16396"/>
                        </a:cubicBezTo>
                        <a:cubicBezTo>
                          <a:pt x="21825" y="17238"/>
                          <a:pt x="27012" y="18701"/>
                          <a:pt x="29671" y="19100"/>
                        </a:cubicBezTo>
                        <a:cubicBezTo>
                          <a:pt x="28208" y="18568"/>
                          <a:pt x="25770" y="17725"/>
                          <a:pt x="24485" y="16972"/>
                        </a:cubicBezTo>
                        <a:cubicBezTo>
                          <a:pt x="17392" y="12760"/>
                          <a:pt x="9545" y="6776"/>
                          <a:pt x="11274" y="141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59" name="Forme libre : forme 23158">
                    <a:extLst>
                      <a:ext uri="{FF2B5EF4-FFF2-40B4-BE49-F238E27FC236}">
                        <a16:creationId xmlns:a16="http://schemas.microsoft.com/office/drawing/2014/main" id="{4E20836B-EF35-4B04-9970-A3F1A1C17CA8}"/>
                      </a:ext>
                    </a:extLst>
                  </p:cNvPr>
                  <p:cNvSpPr/>
                  <p:nvPr/>
                </p:nvSpPr>
                <p:spPr>
                  <a:xfrm>
                    <a:off x="5854447" y="1214003"/>
                    <a:ext cx="45729" cy="20099"/>
                  </a:xfrm>
                  <a:custGeom>
                    <a:avLst/>
                    <a:gdLst>
                      <a:gd name="connsiteX0" fmla="*/ 45521 w 45729"/>
                      <a:gd name="connsiteY0" fmla="*/ 18043 h 20099"/>
                      <a:gd name="connsiteX1" fmla="*/ 33862 w 45729"/>
                      <a:gd name="connsiteY1" fmla="*/ 19727 h 20099"/>
                      <a:gd name="connsiteX2" fmla="*/ 19188 w 45729"/>
                      <a:gd name="connsiteY2" fmla="*/ 16225 h 20099"/>
                      <a:gd name="connsiteX3" fmla="*/ 126 w 45729"/>
                      <a:gd name="connsiteY3" fmla="*/ 1773 h 20099"/>
                      <a:gd name="connsiteX4" fmla="*/ 23134 w 45729"/>
                      <a:gd name="connsiteY4" fmla="*/ 5320 h 20099"/>
                      <a:gd name="connsiteX5" fmla="*/ 37098 w 45729"/>
                      <a:gd name="connsiteY5" fmla="*/ 11038 h 20099"/>
                      <a:gd name="connsiteX6" fmla="*/ 45521 w 45729"/>
                      <a:gd name="connsiteY6" fmla="*/ 18043 h 20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729" h="20099">
                        <a:moveTo>
                          <a:pt x="45521" y="18043"/>
                        </a:moveTo>
                        <a:cubicBezTo>
                          <a:pt x="44280" y="20171"/>
                          <a:pt x="39315" y="20481"/>
                          <a:pt x="33862" y="19727"/>
                        </a:cubicBezTo>
                        <a:cubicBezTo>
                          <a:pt x="28409" y="19018"/>
                          <a:pt x="22513" y="17334"/>
                          <a:pt x="19188" y="16225"/>
                        </a:cubicBezTo>
                        <a:cubicBezTo>
                          <a:pt x="12494" y="14097"/>
                          <a:pt x="-1470" y="6827"/>
                          <a:pt x="126" y="1773"/>
                        </a:cubicBezTo>
                        <a:cubicBezTo>
                          <a:pt x="1678" y="-3147"/>
                          <a:pt x="17991" y="3547"/>
                          <a:pt x="23134" y="5320"/>
                        </a:cubicBezTo>
                        <a:cubicBezTo>
                          <a:pt x="25661" y="6295"/>
                          <a:pt x="31823" y="8645"/>
                          <a:pt x="37098" y="11038"/>
                        </a:cubicBezTo>
                        <a:cubicBezTo>
                          <a:pt x="42285" y="13477"/>
                          <a:pt x="46762" y="15915"/>
                          <a:pt x="45521" y="1804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60" name="Forme libre : forme 23159">
                    <a:extLst>
                      <a:ext uri="{FF2B5EF4-FFF2-40B4-BE49-F238E27FC236}">
                        <a16:creationId xmlns:a16="http://schemas.microsoft.com/office/drawing/2014/main" id="{ECA8D948-1DEC-40DB-B4F4-BFF280CCB5DC}"/>
                      </a:ext>
                    </a:extLst>
                  </p:cNvPr>
                  <p:cNvSpPr/>
                  <p:nvPr/>
                </p:nvSpPr>
                <p:spPr>
                  <a:xfrm>
                    <a:off x="5832480" y="1199481"/>
                    <a:ext cx="52835" cy="36905"/>
                  </a:xfrm>
                  <a:custGeom>
                    <a:avLst/>
                    <a:gdLst>
                      <a:gd name="connsiteX0" fmla="*/ 16 w 52835"/>
                      <a:gd name="connsiteY0" fmla="*/ 4946 h 36905"/>
                      <a:gd name="connsiteX1" fmla="*/ 2986 w 52835"/>
                      <a:gd name="connsiteY1" fmla="*/ 12704 h 36905"/>
                      <a:gd name="connsiteX2" fmla="*/ 20054 w 52835"/>
                      <a:gd name="connsiteY2" fmla="*/ 28974 h 36905"/>
                      <a:gd name="connsiteX3" fmla="*/ 42795 w 52835"/>
                      <a:gd name="connsiteY3" fmla="*/ 36776 h 36905"/>
                      <a:gd name="connsiteX4" fmla="*/ 52814 w 52835"/>
                      <a:gd name="connsiteY4" fmla="*/ 33362 h 36905"/>
                      <a:gd name="connsiteX5" fmla="*/ 46475 w 52835"/>
                      <a:gd name="connsiteY5" fmla="*/ 28442 h 36905"/>
                      <a:gd name="connsiteX6" fmla="*/ 29851 w 52835"/>
                      <a:gd name="connsiteY6" fmla="*/ 14965 h 36905"/>
                      <a:gd name="connsiteX7" fmla="*/ 13892 w 52835"/>
                      <a:gd name="connsiteY7" fmla="*/ 1178 h 36905"/>
                      <a:gd name="connsiteX8" fmla="*/ 16 w 52835"/>
                      <a:gd name="connsiteY8" fmla="*/ 4946 h 36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835" h="36905">
                        <a:moveTo>
                          <a:pt x="16" y="4946"/>
                        </a:moveTo>
                        <a:cubicBezTo>
                          <a:pt x="-117" y="8138"/>
                          <a:pt x="548" y="9468"/>
                          <a:pt x="2986" y="12704"/>
                        </a:cubicBezTo>
                        <a:cubicBezTo>
                          <a:pt x="7685" y="18866"/>
                          <a:pt x="11675" y="23964"/>
                          <a:pt x="20054" y="28974"/>
                        </a:cubicBezTo>
                        <a:cubicBezTo>
                          <a:pt x="27014" y="33141"/>
                          <a:pt x="35791" y="36111"/>
                          <a:pt x="42795" y="36776"/>
                        </a:cubicBezTo>
                        <a:cubicBezTo>
                          <a:pt x="48027" y="37264"/>
                          <a:pt x="53213" y="36421"/>
                          <a:pt x="52814" y="33362"/>
                        </a:cubicBezTo>
                        <a:cubicBezTo>
                          <a:pt x="52593" y="31456"/>
                          <a:pt x="49046" y="30171"/>
                          <a:pt x="46475" y="28442"/>
                        </a:cubicBezTo>
                        <a:cubicBezTo>
                          <a:pt x="40446" y="24363"/>
                          <a:pt x="34772" y="20507"/>
                          <a:pt x="29851" y="14965"/>
                        </a:cubicBezTo>
                        <a:cubicBezTo>
                          <a:pt x="25684" y="10266"/>
                          <a:pt x="21871" y="4060"/>
                          <a:pt x="13892" y="1178"/>
                        </a:cubicBezTo>
                        <a:cubicBezTo>
                          <a:pt x="6799" y="-1437"/>
                          <a:pt x="238" y="513"/>
                          <a:pt x="16" y="494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61" name="Forme libre : forme 23160">
                    <a:extLst>
                      <a:ext uri="{FF2B5EF4-FFF2-40B4-BE49-F238E27FC236}">
                        <a16:creationId xmlns:a16="http://schemas.microsoft.com/office/drawing/2014/main" id="{8AD4F9F4-A8ED-4353-82C8-C566C8A6B2ED}"/>
                      </a:ext>
                    </a:extLst>
                  </p:cNvPr>
                  <p:cNvSpPr/>
                  <p:nvPr/>
                </p:nvSpPr>
                <p:spPr>
                  <a:xfrm>
                    <a:off x="5844981" y="1204488"/>
                    <a:ext cx="19018" cy="6766"/>
                  </a:xfrm>
                  <a:custGeom>
                    <a:avLst/>
                    <a:gdLst>
                      <a:gd name="connsiteX0" fmla="*/ 2366 w 19018"/>
                      <a:gd name="connsiteY0" fmla="*/ 28 h 6766"/>
                      <a:gd name="connsiteX1" fmla="*/ 194 w 19018"/>
                      <a:gd name="connsiteY1" fmla="*/ 338 h 6766"/>
                      <a:gd name="connsiteX2" fmla="*/ 1036 w 19018"/>
                      <a:gd name="connsiteY2" fmla="*/ 1979 h 6766"/>
                      <a:gd name="connsiteX3" fmla="*/ 4228 w 19018"/>
                      <a:gd name="connsiteY3" fmla="*/ 3530 h 6766"/>
                      <a:gd name="connsiteX4" fmla="*/ 12518 w 19018"/>
                      <a:gd name="connsiteY4" fmla="*/ 6190 h 6766"/>
                      <a:gd name="connsiteX5" fmla="*/ 15621 w 19018"/>
                      <a:gd name="connsiteY5" fmla="*/ 6766 h 6766"/>
                      <a:gd name="connsiteX6" fmla="*/ 15488 w 19018"/>
                      <a:gd name="connsiteY6" fmla="*/ 2422 h 6766"/>
                      <a:gd name="connsiteX7" fmla="*/ 2366 w 19018"/>
                      <a:gd name="connsiteY7" fmla="*/ 28 h 6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18" h="6766">
                        <a:moveTo>
                          <a:pt x="2366" y="28"/>
                        </a:moveTo>
                        <a:cubicBezTo>
                          <a:pt x="1391" y="-16"/>
                          <a:pt x="726" y="-61"/>
                          <a:pt x="194" y="338"/>
                        </a:cubicBezTo>
                        <a:cubicBezTo>
                          <a:pt x="-294" y="737"/>
                          <a:pt x="194" y="1402"/>
                          <a:pt x="1036" y="1979"/>
                        </a:cubicBezTo>
                        <a:cubicBezTo>
                          <a:pt x="1834" y="2555"/>
                          <a:pt x="3164" y="3131"/>
                          <a:pt x="4228" y="3530"/>
                        </a:cubicBezTo>
                        <a:cubicBezTo>
                          <a:pt x="6932" y="4550"/>
                          <a:pt x="9858" y="5525"/>
                          <a:pt x="12518" y="6190"/>
                        </a:cubicBezTo>
                        <a:cubicBezTo>
                          <a:pt x="13626" y="6456"/>
                          <a:pt x="14646" y="6766"/>
                          <a:pt x="15621" y="6766"/>
                        </a:cubicBezTo>
                        <a:cubicBezTo>
                          <a:pt x="19700" y="6766"/>
                          <a:pt x="20630" y="4328"/>
                          <a:pt x="15488" y="2422"/>
                        </a:cubicBezTo>
                        <a:cubicBezTo>
                          <a:pt x="11543" y="870"/>
                          <a:pt x="6267" y="205"/>
                          <a:pt x="2366" y="2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62" name="Forme libre : forme 23161">
                    <a:extLst>
                      <a:ext uri="{FF2B5EF4-FFF2-40B4-BE49-F238E27FC236}">
                        <a16:creationId xmlns:a16="http://schemas.microsoft.com/office/drawing/2014/main" id="{85131868-E7F2-42D4-A730-4B440F4EC426}"/>
                      </a:ext>
                    </a:extLst>
                  </p:cNvPr>
                  <p:cNvSpPr/>
                  <p:nvPr/>
                </p:nvSpPr>
                <p:spPr>
                  <a:xfrm>
                    <a:off x="5880551" y="1236213"/>
                    <a:ext cx="33469" cy="6041"/>
                  </a:xfrm>
                  <a:custGeom>
                    <a:avLst/>
                    <a:gdLst>
                      <a:gd name="connsiteX0" fmla="*/ 33470 w 33469"/>
                      <a:gd name="connsiteY0" fmla="*/ 0 h 6041"/>
                      <a:gd name="connsiteX1" fmla="*/ 18841 w 33469"/>
                      <a:gd name="connsiteY1" fmla="*/ 5586 h 6041"/>
                      <a:gd name="connsiteX2" fmla="*/ 0 w 33469"/>
                      <a:gd name="connsiteY2" fmla="*/ 5586 h 6041"/>
                      <a:gd name="connsiteX3" fmla="*/ 33470 w 33469"/>
                      <a:gd name="connsiteY3" fmla="*/ 0 h 6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469" h="6041">
                        <a:moveTo>
                          <a:pt x="33470" y="0"/>
                        </a:moveTo>
                        <a:cubicBezTo>
                          <a:pt x="30943" y="3015"/>
                          <a:pt x="25269" y="4876"/>
                          <a:pt x="18841" y="5586"/>
                        </a:cubicBezTo>
                        <a:cubicBezTo>
                          <a:pt x="12413" y="6339"/>
                          <a:pt x="5364" y="6029"/>
                          <a:pt x="0" y="5586"/>
                        </a:cubicBezTo>
                        <a:cubicBezTo>
                          <a:pt x="11703" y="6650"/>
                          <a:pt x="25047" y="4034"/>
                          <a:pt x="334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63" name="Forme libre : forme 23162">
                    <a:extLst>
                      <a:ext uri="{FF2B5EF4-FFF2-40B4-BE49-F238E27FC236}">
                        <a16:creationId xmlns:a16="http://schemas.microsoft.com/office/drawing/2014/main" id="{5CD2C8C3-D299-4B3B-B036-0AE646138F5F}"/>
                      </a:ext>
                    </a:extLst>
                  </p:cNvPr>
                  <p:cNvSpPr/>
                  <p:nvPr/>
                </p:nvSpPr>
                <p:spPr>
                  <a:xfrm>
                    <a:off x="5825403" y="1194180"/>
                    <a:ext cx="35198" cy="4395"/>
                  </a:xfrm>
                  <a:custGeom>
                    <a:avLst/>
                    <a:gdLst>
                      <a:gd name="connsiteX0" fmla="*/ 35199 w 35198"/>
                      <a:gd name="connsiteY0" fmla="*/ 4396 h 4395"/>
                      <a:gd name="connsiteX1" fmla="*/ 0 w 35198"/>
                      <a:gd name="connsiteY1" fmla="*/ 495 h 4395"/>
                      <a:gd name="connsiteX2" fmla="*/ 35199 w 35198"/>
                      <a:gd name="connsiteY2" fmla="*/ 4396 h 4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5198" h="4395">
                        <a:moveTo>
                          <a:pt x="35199" y="4396"/>
                        </a:moveTo>
                        <a:cubicBezTo>
                          <a:pt x="23141" y="-82"/>
                          <a:pt x="10639" y="-614"/>
                          <a:pt x="0" y="495"/>
                        </a:cubicBezTo>
                        <a:cubicBezTo>
                          <a:pt x="9886" y="-968"/>
                          <a:pt x="24338" y="2046"/>
                          <a:pt x="35199" y="439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64" name="Forme libre : forme 23163">
                    <a:extLst>
                      <a:ext uri="{FF2B5EF4-FFF2-40B4-BE49-F238E27FC236}">
                        <a16:creationId xmlns:a16="http://schemas.microsoft.com/office/drawing/2014/main" id="{9F21C438-6B44-424F-8F3D-E1F6FF0C1319}"/>
                      </a:ext>
                    </a:extLst>
                  </p:cNvPr>
                  <p:cNvSpPr/>
                  <p:nvPr/>
                </p:nvSpPr>
                <p:spPr>
                  <a:xfrm>
                    <a:off x="5871494" y="1217884"/>
                    <a:ext cx="16325" cy="8256"/>
                  </a:xfrm>
                  <a:custGeom>
                    <a:avLst/>
                    <a:gdLst>
                      <a:gd name="connsiteX0" fmla="*/ 16061 w 16325"/>
                      <a:gd name="connsiteY0" fmla="*/ 7955 h 8256"/>
                      <a:gd name="connsiteX1" fmla="*/ 5953 w 16325"/>
                      <a:gd name="connsiteY1" fmla="*/ 5295 h 8256"/>
                      <a:gd name="connsiteX2" fmla="*/ 368 w 16325"/>
                      <a:gd name="connsiteY2" fmla="*/ 242 h 8256"/>
                      <a:gd name="connsiteX3" fmla="*/ 9721 w 16325"/>
                      <a:gd name="connsiteY3" fmla="*/ 3034 h 8256"/>
                      <a:gd name="connsiteX4" fmla="*/ 16061 w 16325"/>
                      <a:gd name="connsiteY4" fmla="*/ 7955 h 8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25" h="8256">
                        <a:moveTo>
                          <a:pt x="16061" y="7955"/>
                        </a:moveTo>
                        <a:cubicBezTo>
                          <a:pt x="14465" y="9196"/>
                          <a:pt x="7904" y="6271"/>
                          <a:pt x="5953" y="5295"/>
                        </a:cubicBezTo>
                        <a:cubicBezTo>
                          <a:pt x="3958" y="4364"/>
                          <a:pt x="-1450" y="1394"/>
                          <a:pt x="368" y="242"/>
                        </a:cubicBezTo>
                        <a:cubicBezTo>
                          <a:pt x="2185" y="-867"/>
                          <a:pt x="7860" y="2148"/>
                          <a:pt x="9721" y="3034"/>
                        </a:cubicBezTo>
                        <a:cubicBezTo>
                          <a:pt x="11583" y="3965"/>
                          <a:pt x="17657" y="6758"/>
                          <a:pt x="16061" y="795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65" name="Forme libre : forme 23164">
                    <a:extLst>
                      <a:ext uri="{FF2B5EF4-FFF2-40B4-BE49-F238E27FC236}">
                        <a16:creationId xmlns:a16="http://schemas.microsoft.com/office/drawing/2014/main" id="{6AF2603B-8B64-4329-9FA3-7E724D5EB844}"/>
                      </a:ext>
                    </a:extLst>
                  </p:cNvPr>
                  <p:cNvSpPr/>
                  <p:nvPr/>
                </p:nvSpPr>
                <p:spPr>
                  <a:xfrm>
                    <a:off x="5885515" y="1224351"/>
                    <a:ext cx="4789" cy="2268"/>
                  </a:xfrm>
                  <a:custGeom>
                    <a:avLst/>
                    <a:gdLst>
                      <a:gd name="connsiteX0" fmla="*/ 4789 w 4789"/>
                      <a:gd name="connsiteY0" fmla="*/ 1888 h 2268"/>
                      <a:gd name="connsiteX1" fmla="*/ 2350 w 4789"/>
                      <a:gd name="connsiteY1" fmla="*/ 1932 h 2268"/>
                      <a:gd name="connsiteX2" fmla="*/ 1 w 4789"/>
                      <a:gd name="connsiteY2" fmla="*/ 380 h 2268"/>
                      <a:gd name="connsiteX3" fmla="*/ 2350 w 4789"/>
                      <a:gd name="connsiteY3" fmla="*/ 336 h 2268"/>
                      <a:gd name="connsiteX4" fmla="*/ 4789 w 4789"/>
                      <a:gd name="connsiteY4" fmla="*/ 1888 h 2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89" h="2268">
                        <a:moveTo>
                          <a:pt x="4789" y="1888"/>
                        </a:moveTo>
                        <a:cubicBezTo>
                          <a:pt x="4789" y="2553"/>
                          <a:pt x="3148" y="2198"/>
                          <a:pt x="2350" y="1932"/>
                        </a:cubicBezTo>
                        <a:cubicBezTo>
                          <a:pt x="1553" y="1666"/>
                          <a:pt x="-43" y="1045"/>
                          <a:pt x="1" y="380"/>
                        </a:cubicBezTo>
                        <a:cubicBezTo>
                          <a:pt x="45" y="-285"/>
                          <a:pt x="1553" y="70"/>
                          <a:pt x="2350" y="336"/>
                        </a:cubicBezTo>
                        <a:cubicBezTo>
                          <a:pt x="3193" y="602"/>
                          <a:pt x="4833" y="1223"/>
                          <a:pt x="4789" y="188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66" name="Forme libre : forme 23165">
                    <a:extLst>
                      <a:ext uri="{FF2B5EF4-FFF2-40B4-BE49-F238E27FC236}">
                        <a16:creationId xmlns:a16="http://schemas.microsoft.com/office/drawing/2014/main" id="{1258BDD4-6AAA-484F-8303-58CAE7F0709A}"/>
                      </a:ext>
                    </a:extLst>
                  </p:cNvPr>
                  <p:cNvSpPr/>
                  <p:nvPr/>
                </p:nvSpPr>
                <p:spPr>
                  <a:xfrm>
                    <a:off x="5874896" y="1208414"/>
                    <a:ext cx="37622" cy="25556"/>
                  </a:xfrm>
                  <a:custGeom>
                    <a:avLst/>
                    <a:gdLst>
                      <a:gd name="connsiteX0" fmla="*/ 28663 w 37622"/>
                      <a:gd name="connsiteY0" fmla="*/ 14588 h 25556"/>
                      <a:gd name="connsiteX1" fmla="*/ 37441 w 37622"/>
                      <a:gd name="connsiteY1" fmla="*/ 23366 h 25556"/>
                      <a:gd name="connsiteX2" fmla="*/ 33983 w 37622"/>
                      <a:gd name="connsiteY2" fmla="*/ 25494 h 25556"/>
                      <a:gd name="connsiteX3" fmla="*/ 29151 w 37622"/>
                      <a:gd name="connsiteY3" fmla="*/ 22878 h 25556"/>
                      <a:gd name="connsiteX4" fmla="*/ 15985 w 37622"/>
                      <a:gd name="connsiteY4" fmla="*/ 12992 h 25556"/>
                      <a:gd name="connsiteX5" fmla="*/ 735 w 37622"/>
                      <a:gd name="connsiteY5" fmla="*/ 402 h 25556"/>
                      <a:gd name="connsiteX6" fmla="*/ 20861 w 37622"/>
                      <a:gd name="connsiteY6" fmla="*/ 7141 h 25556"/>
                      <a:gd name="connsiteX7" fmla="*/ 28663 w 37622"/>
                      <a:gd name="connsiteY7" fmla="*/ 14588 h 25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622" h="25556">
                        <a:moveTo>
                          <a:pt x="28663" y="14588"/>
                        </a:moveTo>
                        <a:cubicBezTo>
                          <a:pt x="32431" y="17736"/>
                          <a:pt x="35268" y="19864"/>
                          <a:pt x="37441" y="23366"/>
                        </a:cubicBezTo>
                        <a:cubicBezTo>
                          <a:pt x="38239" y="24651"/>
                          <a:pt x="36288" y="25848"/>
                          <a:pt x="33983" y="25494"/>
                        </a:cubicBezTo>
                        <a:cubicBezTo>
                          <a:pt x="31678" y="25139"/>
                          <a:pt x="30436" y="23986"/>
                          <a:pt x="29151" y="22878"/>
                        </a:cubicBezTo>
                        <a:cubicBezTo>
                          <a:pt x="25072" y="19376"/>
                          <a:pt x="20772" y="16361"/>
                          <a:pt x="15985" y="12992"/>
                        </a:cubicBezTo>
                        <a:cubicBezTo>
                          <a:pt x="12926" y="11086"/>
                          <a:pt x="-3654" y="2619"/>
                          <a:pt x="735" y="402"/>
                        </a:cubicBezTo>
                        <a:cubicBezTo>
                          <a:pt x="5035" y="-1637"/>
                          <a:pt x="16960" y="4614"/>
                          <a:pt x="20861" y="7141"/>
                        </a:cubicBezTo>
                        <a:cubicBezTo>
                          <a:pt x="24718" y="9800"/>
                          <a:pt x="25826" y="12194"/>
                          <a:pt x="28663" y="1458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116" name="Graphique 2">
                  <a:extLst>
                    <a:ext uri="{FF2B5EF4-FFF2-40B4-BE49-F238E27FC236}">
                      <a16:creationId xmlns:a16="http://schemas.microsoft.com/office/drawing/2014/main" id="{4B72578B-D7CC-480D-9AE9-617D37B20AD3}"/>
                    </a:ext>
                  </a:extLst>
                </p:cNvPr>
                <p:cNvGrpSpPr/>
                <p:nvPr/>
              </p:nvGrpSpPr>
              <p:grpSpPr>
                <a:xfrm>
                  <a:off x="5917135" y="1194497"/>
                  <a:ext cx="97583" cy="52085"/>
                  <a:chOff x="5917135" y="1194497"/>
                  <a:chExt cx="97583" cy="52085"/>
                </a:xfrm>
                <a:solidFill>
                  <a:schemeClr val="accent1"/>
                </a:solidFill>
              </p:grpSpPr>
              <p:sp>
                <p:nvSpPr>
                  <p:cNvPr id="23143" name="Forme libre : forme 23142">
                    <a:extLst>
                      <a:ext uri="{FF2B5EF4-FFF2-40B4-BE49-F238E27FC236}">
                        <a16:creationId xmlns:a16="http://schemas.microsoft.com/office/drawing/2014/main" id="{408788A6-FADF-4493-9E16-A660AA06C134}"/>
                      </a:ext>
                    </a:extLst>
                  </p:cNvPr>
                  <p:cNvSpPr/>
                  <p:nvPr/>
                </p:nvSpPr>
                <p:spPr>
                  <a:xfrm>
                    <a:off x="5917135" y="1194497"/>
                    <a:ext cx="97583" cy="52085"/>
                  </a:xfrm>
                  <a:custGeom>
                    <a:avLst/>
                    <a:gdLst>
                      <a:gd name="connsiteX0" fmla="*/ 63693 w 97583"/>
                      <a:gd name="connsiteY0" fmla="*/ 35110 h 52085"/>
                      <a:gd name="connsiteX1" fmla="*/ 55891 w 97583"/>
                      <a:gd name="connsiteY1" fmla="*/ 35465 h 52085"/>
                      <a:gd name="connsiteX2" fmla="*/ 55935 w 97583"/>
                      <a:gd name="connsiteY2" fmla="*/ 35686 h 52085"/>
                      <a:gd name="connsiteX3" fmla="*/ 55891 w 97583"/>
                      <a:gd name="connsiteY3" fmla="*/ 35775 h 52085"/>
                      <a:gd name="connsiteX4" fmla="*/ 54383 w 97583"/>
                      <a:gd name="connsiteY4" fmla="*/ 36972 h 52085"/>
                      <a:gd name="connsiteX5" fmla="*/ 50659 w 97583"/>
                      <a:gd name="connsiteY5" fmla="*/ 39942 h 52085"/>
                      <a:gd name="connsiteX6" fmla="*/ 43034 w 97583"/>
                      <a:gd name="connsiteY6" fmla="*/ 45350 h 52085"/>
                      <a:gd name="connsiteX7" fmla="*/ 18386 w 97583"/>
                      <a:gd name="connsiteY7" fmla="*/ 51912 h 52085"/>
                      <a:gd name="connsiteX8" fmla="*/ 1629 w 97583"/>
                      <a:gd name="connsiteY8" fmla="*/ 43843 h 52085"/>
                      <a:gd name="connsiteX9" fmla="*/ 2915 w 97583"/>
                      <a:gd name="connsiteY9" fmla="*/ 33869 h 52085"/>
                      <a:gd name="connsiteX10" fmla="*/ 13333 w 97583"/>
                      <a:gd name="connsiteY10" fmla="*/ 25003 h 52085"/>
                      <a:gd name="connsiteX11" fmla="*/ 23751 w 97583"/>
                      <a:gd name="connsiteY11" fmla="*/ 16003 h 52085"/>
                      <a:gd name="connsiteX12" fmla="*/ 28494 w 97583"/>
                      <a:gd name="connsiteY12" fmla="*/ 12102 h 52085"/>
                      <a:gd name="connsiteX13" fmla="*/ 31775 w 97583"/>
                      <a:gd name="connsiteY13" fmla="*/ 9354 h 52085"/>
                      <a:gd name="connsiteX14" fmla="*/ 33769 w 97583"/>
                      <a:gd name="connsiteY14" fmla="*/ 7714 h 52085"/>
                      <a:gd name="connsiteX15" fmla="*/ 35277 w 97583"/>
                      <a:gd name="connsiteY15" fmla="*/ 6605 h 52085"/>
                      <a:gd name="connsiteX16" fmla="*/ 37094 w 97583"/>
                      <a:gd name="connsiteY16" fmla="*/ 5320 h 52085"/>
                      <a:gd name="connsiteX17" fmla="*/ 45029 w 97583"/>
                      <a:gd name="connsiteY17" fmla="*/ 1286 h 52085"/>
                      <a:gd name="connsiteX18" fmla="*/ 49285 w 97583"/>
                      <a:gd name="connsiteY18" fmla="*/ 488 h 52085"/>
                      <a:gd name="connsiteX19" fmla="*/ 53497 w 97583"/>
                      <a:gd name="connsiteY19" fmla="*/ 0 h 52085"/>
                      <a:gd name="connsiteX20" fmla="*/ 62496 w 97583"/>
                      <a:gd name="connsiteY20" fmla="*/ 133 h 52085"/>
                      <a:gd name="connsiteX21" fmla="*/ 94591 w 97583"/>
                      <a:gd name="connsiteY21" fmla="*/ 12324 h 52085"/>
                      <a:gd name="connsiteX22" fmla="*/ 96187 w 97583"/>
                      <a:gd name="connsiteY22" fmla="*/ 22032 h 52085"/>
                      <a:gd name="connsiteX23" fmla="*/ 63693 w 97583"/>
                      <a:gd name="connsiteY23" fmla="*/ 35110 h 52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97583" h="52085">
                        <a:moveTo>
                          <a:pt x="63693" y="35110"/>
                        </a:moveTo>
                        <a:cubicBezTo>
                          <a:pt x="61609" y="35243"/>
                          <a:pt x="58905" y="35376"/>
                          <a:pt x="55891" y="35465"/>
                        </a:cubicBezTo>
                        <a:cubicBezTo>
                          <a:pt x="55979" y="35553"/>
                          <a:pt x="55891" y="35642"/>
                          <a:pt x="55935" y="35686"/>
                        </a:cubicBezTo>
                        <a:lnTo>
                          <a:pt x="55891" y="35775"/>
                        </a:lnTo>
                        <a:lnTo>
                          <a:pt x="54383" y="36972"/>
                        </a:lnTo>
                        <a:cubicBezTo>
                          <a:pt x="53098" y="37992"/>
                          <a:pt x="51856" y="38967"/>
                          <a:pt x="50659" y="39942"/>
                        </a:cubicBezTo>
                        <a:cubicBezTo>
                          <a:pt x="48044" y="41981"/>
                          <a:pt x="45384" y="43932"/>
                          <a:pt x="43034" y="45350"/>
                        </a:cubicBezTo>
                        <a:cubicBezTo>
                          <a:pt x="34479" y="50803"/>
                          <a:pt x="25435" y="52709"/>
                          <a:pt x="18386" y="51912"/>
                        </a:cubicBezTo>
                        <a:cubicBezTo>
                          <a:pt x="11205" y="51025"/>
                          <a:pt x="5841" y="47966"/>
                          <a:pt x="1629" y="43843"/>
                        </a:cubicBezTo>
                        <a:cubicBezTo>
                          <a:pt x="-1296" y="41006"/>
                          <a:pt x="78" y="36085"/>
                          <a:pt x="2915" y="33869"/>
                        </a:cubicBezTo>
                        <a:cubicBezTo>
                          <a:pt x="7082" y="30899"/>
                          <a:pt x="10274" y="27662"/>
                          <a:pt x="13333" y="25003"/>
                        </a:cubicBezTo>
                        <a:cubicBezTo>
                          <a:pt x="16392" y="22165"/>
                          <a:pt x="19229" y="19594"/>
                          <a:pt x="23751" y="16003"/>
                        </a:cubicBezTo>
                        <a:cubicBezTo>
                          <a:pt x="25036" y="14940"/>
                          <a:pt x="26676" y="13610"/>
                          <a:pt x="28494" y="12102"/>
                        </a:cubicBezTo>
                        <a:cubicBezTo>
                          <a:pt x="29558" y="11216"/>
                          <a:pt x="30622" y="10285"/>
                          <a:pt x="31775" y="9354"/>
                        </a:cubicBezTo>
                        <a:lnTo>
                          <a:pt x="33769" y="7714"/>
                        </a:lnTo>
                        <a:lnTo>
                          <a:pt x="35277" y="6605"/>
                        </a:lnTo>
                        <a:lnTo>
                          <a:pt x="37094" y="5320"/>
                        </a:lnTo>
                        <a:cubicBezTo>
                          <a:pt x="39532" y="3679"/>
                          <a:pt x="42237" y="2217"/>
                          <a:pt x="45029" y="1286"/>
                        </a:cubicBezTo>
                        <a:cubicBezTo>
                          <a:pt x="46359" y="665"/>
                          <a:pt x="47867" y="754"/>
                          <a:pt x="49285" y="488"/>
                        </a:cubicBezTo>
                        <a:cubicBezTo>
                          <a:pt x="50659" y="-44"/>
                          <a:pt x="52078" y="133"/>
                          <a:pt x="53497" y="0"/>
                        </a:cubicBezTo>
                        <a:cubicBezTo>
                          <a:pt x="56910" y="44"/>
                          <a:pt x="60013" y="89"/>
                          <a:pt x="62496" y="133"/>
                        </a:cubicBezTo>
                        <a:cubicBezTo>
                          <a:pt x="77834" y="576"/>
                          <a:pt x="86080" y="5497"/>
                          <a:pt x="94591" y="12324"/>
                        </a:cubicBezTo>
                        <a:cubicBezTo>
                          <a:pt x="97517" y="14674"/>
                          <a:pt x="98759" y="19506"/>
                          <a:pt x="96187" y="22032"/>
                        </a:cubicBezTo>
                        <a:cubicBezTo>
                          <a:pt x="88651" y="29347"/>
                          <a:pt x="79297" y="34091"/>
                          <a:pt x="63693" y="3511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44" name="Forme libre : forme 23143">
                    <a:extLst>
                      <a:ext uri="{FF2B5EF4-FFF2-40B4-BE49-F238E27FC236}">
                        <a16:creationId xmlns:a16="http://schemas.microsoft.com/office/drawing/2014/main" id="{2D2FF8A6-1609-4B0C-BCD8-C7CA2DEB3AAD}"/>
                      </a:ext>
                    </a:extLst>
                  </p:cNvPr>
                  <p:cNvSpPr/>
                  <p:nvPr/>
                </p:nvSpPr>
                <p:spPr>
                  <a:xfrm>
                    <a:off x="5917165" y="1216220"/>
                    <a:ext cx="96289" cy="30184"/>
                  </a:xfrm>
                  <a:custGeom>
                    <a:avLst/>
                    <a:gdLst>
                      <a:gd name="connsiteX0" fmla="*/ 40477 w 96289"/>
                      <a:gd name="connsiteY0" fmla="*/ 9930 h 30184"/>
                      <a:gd name="connsiteX1" fmla="*/ 20174 w 96289"/>
                      <a:gd name="connsiteY1" fmla="*/ 20747 h 30184"/>
                      <a:gd name="connsiteX2" fmla="*/ 3 w 96289"/>
                      <a:gd name="connsiteY2" fmla="*/ 17777 h 30184"/>
                      <a:gd name="connsiteX3" fmla="*/ 1599 w 96289"/>
                      <a:gd name="connsiteY3" fmla="*/ 21988 h 30184"/>
                      <a:gd name="connsiteX4" fmla="*/ 6387 w 96289"/>
                      <a:gd name="connsiteY4" fmla="*/ 25845 h 30184"/>
                      <a:gd name="connsiteX5" fmla="*/ 26291 w 96289"/>
                      <a:gd name="connsiteY5" fmla="*/ 29879 h 30184"/>
                      <a:gd name="connsiteX6" fmla="*/ 42960 w 96289"/>
                      <a:gd name="connsiteY6" fmla="*/ 23540 h 30184"/>
                      <a:gd name="connsiteX7" fmla="*/ 48545 w 96289"/>
                      <a:gd name="connsiteY7" fmla="*/ 19683 h 30184"/>
                      <a:gd name="connsiteX8" fmla="*/ 51383 w 96289"/>
                      <a:gd name="connsiteY8" fmla="*/ 17466 h 30184"/>
                      <a:gd name="connsiteX9" fmla="*/ 54042 w 96289"/>
                      <a:gd name="connsiteY9" fmla="*/ 15338 h 30184"/>
                      <a:gd name="connsiteX10" fmla="*/ 55860 w 96289"/>
                      <a:gd name="connsiteY10" fmla="*/ 13876 h 30184"/>
                      <a:gd name="connsiteX11" fmla="*/ 55904 w 96289"/>
                      <a:gd name="connsiteY11" fmla="*/ 13787 h 30184"/>
                      <a:gd name="connsiteX12" fmla="*/ 55771 w 96289"/>
                      <a:gd name="connsiteY12" fmla="*/ 13610 h 30184"/>
                      <a:gd name="connsiteX13" fmla="*/ 61091 w 96289"/>
                      <a:gd name="connsiteY13" fmla="*/ 13388 h 30184"/>
                      <a:gd name="connsiteX14" fmla="*/ 63707 w 96289"/>
                      <a:gd name="connsiteY14" fmla="*/ 13255 h 30184"/>
                      <a:gd name="connsiteX15" fmla="*/ 78159 w 96289"/>
                      <a:gd name="connsiteY15" fmla="*/ 10772 h 30184"/>
                      <a:gd name="connsiteX16" fmla="*/ 92477 w 96289"/>
                      <a:gd name="connsiteY16" fmla="*/ 3413 h 30184"/>
                      <a:gd name="connsiteX17" fmla="*/ 96201 w 96289"/>
                      <a:gd name="connsiteY17" fmla="*/ 133 h 30184"/>
                      <a:gd name="connsiteX18" fmla="*/ 96290 w 96289"/>
                      <a:gd name="connsiteY18" fmla="*/ 0 h 30184"/>
                      <a:gd name="connsiteX19" fmla="*/ 65125 w 96289"/>
                      <a:gd name="connsiteY19" fmla="*/ 177 h 30184"/>
                      <a:gd name="connsiteX20" fmla="*/ 57323 w 96289"/>
                      <a:gd name="connsiteY20" fmla="*/ 266 h 30184"/>
                      <a:gd name="connsiteX21" fmla="*/ 54131 w 96289"/>
                      <a:gd name="connsiteY21" fmla="*/ 355 h 30184"/>
                      <a:gd name="connsiteX22" fmla="*/ 51294 w 96289"/>
                      <a:gd name="connsiteY22" fmla="*/ 1020 h 30184"/>
                      <a:gd name="connsiteX23" fmla="*/ 48856 w 96289"/>
                      <a:gd name="connsiteY23" fmla="*/ 2616 h 30184"/>
                      <a:gd name="connsiteX24" fmla="*/ 47703 w 96289"/>
                      <a:gd name="connsiteY24" fmla="*/ 3546 h 30184"/>
                      <a:gd name="connsiteX25" fmla="*/ 46285 w 96289"/>
                      <a:gd name="connsiteY25" fmla="*/ 4743 h 30184"/>
                      <a:gd name="connsiteX26" fmla="*/ 40477 w 96289"/>
                      <a:gd name="connsiteY26" fmla="*/ 9930 h 30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96289" h="30184">
                        <a:moveTo>
                          <a:pt x="40477" y="9930"/>
                        </a:moveTo>
                        <a:cubicBezTo>
                          <a:pt x="34936" y="14718"/>
                          <a:pt x="27887" y="19284"/>
                          <a:pt x="20174" y="20747"/>
                        </a:cubicBezTo>
                        <a:cubicBezTo>
                          <a:pt x="12549" y="22387"/>
                          <a:pt x="5057" y="21013"/>
                          <a:pt x="3" y="17777"/>
                        </a:cubicBezTo>
                        <a:cubicBezTo>
                          <a:pt x="-41" y="19328"/>
                          <a:pt x="402" y="20880"/>
                          <a:pt x="1599" y="21988"/>
                        </a:cubicBezTo>
                        <a:cubicBezTo>
                          <a:pt x="3062" y="23362"/>
                          <a:pt x="4658" y="24737"/>
                          <a:pt x="6387" y="25845"/>
                        </a:cubicBezTo>
                        <a:cubicBezTo>
                          <a:pt x="11396" y="28948"/>
                          <a:pt x="18046" y="30987"/>
                          <a:pt x="26291" y="29879"/>
                        </a:cubicBezTo>
                        <a:cubicBezTo>
                          <a:pt x="31611" y="29170"/>
                          <a:pt x="37330" y="26998"/>
                          <a:pt x="42960" y="23540"/>
                        </a:cubicBezTo>
                        <a:cubicBezTo>
                          <a:pt x="44689" y="22476"/>
                          <a:pt x="46551" y="21146"/>
                          <a:pt x="48545" y="19683"/>
                        </a:cubicBezTo>
                        <a:cubicBezTo>
                          <a:pt x="49432" y="18974"/>
                          <a:pt x="50407" y="18264"/>
                          <a:pt x="51383" y="17466"/>
                        </a:cubicBezTo>
                        <a:cubicBezTo>
                          <a:pt x="52225" y="16757"/>
                          <a:pt x="53156" y="16048"/>
                          <a:pt x="54042" y="15338"/>
                        </a:cubicBezTo>
                        <a:cubicBezTo>
                          <a:pt x="54663" y="14851"/>
                          <a:pt x="55239" y="14363"/>
                          <a:pt x="55860" y="13876"/>
                        </a:cubicBezTo>
                        <a:cubicBezTo>
                          <a:pt x="55904" y="13831"/>
                          <a:pt x="55904" y="13787"/>
                          <a:pt x="55904" y="13787"/>
                        </a:cubicBezTo>
                        <a:cubicBezTo>
                          <a:pt x="55816" y="13743"/>
                          <a:pt x="56126" y="13698"/>
                          <a:pt x="55771" y="13610"/>
                        </a:cubicBezTo>
                        <a:cubicBezTo>
                          <a:pt x="57722" y="13521"/>
                          <a:pt x="59495" y="13477"/>
                          <a:pt x="61091" y="13388"/>
                        </a:cubicBezTo>
                        <a:cubicBezTo>
                          <a:pt x="62022" y="13344"/>
                          <a:pt x="62909" y="13299"/>
                          <a:pt x="63707" y="13255"/>
                        </a:cubicBezTo>
                        <a:cubicBezTo>
                          <a:pt x="69248" y="12900"/>
                          <a:pt x="73991" y="12058"/>
                          <a:pt x="78159" y="10772"/>
                        </a:cubicBezTo>
                        <a:cubicBezTo>
                          <a:pt x="83833" y="8999"/>
                          <a:pt x="88399" y="6472"/>
                          <a:pt x="92477" y="3413"/>
                        </a:cubicBezTo>
                        <a:cubicBezTo>
                          <a:pt x="93763" y="2394"/>
                          <a:pt x="95004" y="1286"/>
                          <a:pt x="96201" y="133"/>
                        </a:cubicBezTo>
                        <a:lnTo>
                          <a:pt x="96290" y="0"/>
                        </a:lnTo>
                        <a:cubicBezTo>
                          <a:pt x="86005" y="44"/>
                          <a:pt x="75543" y="89"/>
                          <a:pt x="65125" y="177"/>
                        </a:cubicBezTo>
                        <a:lnTo>
                          <a:pt x="57323" y="266"/>
                        </a:lnTo>
                        <a:lnTo>
                          <a:pt x="54131" y="355"/>
                        </a:lnTo>
                        <a:cubicBezTo>
                          <a:pt x="53156" y="355"/>
                          <a:pt x="52180" y="576"/>
                          <a:pt x="51294" y="1020"/>
                        </a:cubicBezTo>
                        <a:cubicBezTo>
                          <a:pt x="50407" y="1463"/>
                          <a:pt x="49609" y="1995"/>
                          <a:pt x="48856" y="2616"/>
                        </a:cubicBezTo>
                        <a:lnTo>
                          <a:pt x="47703" y="3546"/>
                        </a:lnTo>
                        <a:lnTo>
                          <a:pt x="46285" y="4743"/>
                        </a:lnTo>
                        <a:lnTo>
                          <a:pt x="40477" y="9930"/>
                        </a:ln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45" name="Forme libre : forme 23144">
                    <a:extLst>
                      <a:ext uri="{FF2B5EF4-FFF2-40B4-BE49-F238E27FC236}">
                        <a16:creationId xmlns:a16="http://schemas.microsoft.com/office/drawing/2014/main" id="{86C2286F-340A-4907-A8D8-4BD8E5FD77F3}"/>
                      </a:ext>
                    </a:extLst>
                  </p:cNvPr>
                  <p:cNvSpPr/>
                  <p:nvPr/>
                </p:nvSpPr>
                <p:spPr>
                  <a:xfrm>
                    <a:off x="5950847" y="1207425"/>
                    <a:ext cx="44078" cy="18767"/>
                  </a:xfrm>
                  <a:custGeom>
                    <a:avLst/>
                    <a:gdLst>
                      <a:gd name="connsiteX0" fmla="*/ 44078 w 44078"/>
                      <a:gd name="connsiteY0" fmla="*/ 5337 h 18767"/>
                      <a:gd name="connsiteX1" fmla="*/ 34059 w 44078"/>
                      <a:gd name="connsiteY1" fmla="*/ 10124 h 18767"/>
                      <a:gd name="connsiteX2" fmla="*/ 25725 w 44078"/>
                      <a:gd name="connsiteY2" fmla="*/ 11100 h 18767"/>
                      <a:gd name="connsiteX3" fmla="*/ 20361 w 44078"/>
                      <a:gd name="connsiteY3" fmla="*/ 11454 h 18767"/>
                      <a:gd name="connsiteX4" fmla="*/ 10962 w 44078"/>
                      <a:gd name="connsiteY4" fmla="*/ 15976 h 18767"/>
                      <a:gd name="connsiteX5" fmla="*/ 456 w 44078"/>
                      <a:gd name="connsiteY5" fmla="*/ 17749 h 18767"/>
                      <a:gd name="connsiteX6" fmla="*/ 4712 w 44078"/>
                      <a:gd name="connsiteY6" fmla="*/ 8529 h 18767"/>
                      <a:gd name="connsiteX7" fmla="*/ 10962 w 44078"/>
                      <a:gd name="connsiteY7" fmla="*/ 2898 h 18767"/>
                      <a:gd name="connsiteX8" fmla="*/ 18055 w 44078"/>
                      <a:gd name="connsiteY8" fmla="*/ 61 h 18767"/>
                      <a:gd name="connsiteX9" fmla="*/ 33704 w 44078"/>
                      <a:gd name="connsiteY9" fmla="*/ 948 h 18767"/>
                      <a:gd name="connsiteX10" fmla="*/ 44078 w 44078"/>
                      <a:gd name="connsiteY10" fmla="*/ 5337 h 18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4078" h="18767">
                        <a:moveTo>
                          <a:pt x="44078" y="5337"/>
                        </a:moveTo>
                        <a:cubicBezTo>
                          <a:pt x="44166" y="7686"/>
                          <a:pt x="39512" y="9193"/>
                          <a:pt x="34059" y="10124"/>
                        </a:cubicBezTo>
                        <a:cubicBezTo>
                          <a:pt x="31310" y="10568"/>
                          <a:pt x="28385" y="10878"/>
                          <a:pt x="25725" y="11100"/>
                        </a:cubicBezTo>
                        <a:cubicBezTo>
                          <a:pt x="23552" y="11233"/>
                          <a:pt x="21646" y="11366"/>
                          <a:pt x="20361" y="11454"/>
                        </a:cubicBezTo>
                        <a:cubicBezTo>
                          <a:pt x="18055" y="11499"/>
                          <a:pt x="15883" y="13139"/>
                          <a:pt x="10962" y="15976"/>
                        </a:cubicBezTo>
                        <a:cubicBezTo>
                          <a:pt x="6529" y="18459"/>
                          <a:pt x="2008" y="19833"/>
                          <a:pt x="456" y="17749"/>
                        </a:cubicBezTo>
                        <a:cubicBezTo>
                          <a:pt x="-1051" y="15710"/>
                          <a:pt x="1387" y="12208"/>
                          <a:pt x="4712" y="8529"/>
                        </a:cubicBezTo>
                        <a:cubicBezTo>
                          <a:pt x="6396" y="6667"/>
                          <a:pt x="8258" y="4849"/>
                          <a:pt x="10962" y="2898"/>
                        </a:cubicBezTo>
                        <a:cubicBezTo>
                          <a:pt x="13489" y="1125"/>
                          <a:pt x="16149" y="106"/>
                          <a:pt x="18055" y="61"/>
                        </a:cubicBezTo>
                        <a:cubicBezTo>
                          <a:pt x="22621" y="-160"/>
                          <a:pt x="28030" y="239"/>
                          <a:pt x="33704" y="948"/>
                        </a:cubicBezTo>
                        <a:cubicBezTo>
                          <a:pt x="39201" y="1657"/>
                          <a:pt x="43989" y="2987"/>
                          <a:pt x="44078" y="533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46" name="Forme libre : forme 23145">
                    <a:extLst>
                      <a:ext uri="{FF2B5EF4-FFF2-40B4-BE49-F238E27FC236}">
                        <a16:creationId xmlns:a16="http://schemas.microsoft.com/office/drawing/2014/main" id="{D0B1FCAD-977E-49C6-AEF3-0F2E16FEC83D}"/>
                      </a:ext>
                    </a:extLst>
                  </p:cNvPr>
                  <p:cNvSpPr/>
                  <p:nvPr/>
                </p:nvSpPr>
                <p:spPr>
                  <a:xfrm>
                    <a:off x="5950465" y="1215377"/>
                    <a:ext cx="30052" cy="10670"/>
                  </a:xfrm>
                  <a:custGeom>
                    <a:avLst/>
                    <a:gdLst>
                      <a:gd name="connsiteX0" fmla="*/ 5847 w 30052"/>
                      <a:gd name="connsiteY0" fmla="*/ 0 h 10670"/>
                      <a:gd name="connsiteX1" fmla="*/ 661 w 30052"/>
                      <a:gd name="connsiteY1" fmla="*/ 9930 h 10670"/>
                      <a:gd name="connsiteX2" fmla="*/ 11344 w 30052"/>
                      <a:gd name="connsiteY2" fmla="*/ 8024 h 10670"/>
                      <a:gd name="connsiteX3" fmla="*/ 20964 w 30052"/>
                      <a:gd name="connsiteY3" fmla="*/ 3546 h 10670"/>
                      <a:gd name="connsiteX4" fmla="*/ 30052 w 30052"/>
                      <a:gd name="connsiteY4" fmla="*/ 2660 h 10670"/>
                      <a:gd name="connsiteX5" fmla="*/ 24599 w 30052"/>
                      <a:gd name="connsiteY5" fmla="*/ 2394 h 10670"/>
                      <a:gd name="connsiteX6" fmla="*/ 21895 w 30052"/>
                      <a:gd name="connsiteY6" fmla="*/ 1773 h 10670"/>
                      <a:gd name="connsiteX7" fmla="*/ 19501 w 30052"/>
                      <a:gd name="connsiteY7" fmla="*/ 1108 h 10670"/>
                      <a:gd name="connsiteX8" fmla="*/ 14536 w 30052"/>
                      <a:gd name="connsiteY8" fmla="*/ 1330 h 10670"/>
                      <a:gd name="connsiteX9" fmla="*/ 5847 w 30052"/>
                      <a:gd name="connsiteY9" fmla="*/ 0 h 10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0052" h="10670">
                        <a:moveTo>
                          <a:pt x="5847" y="0"/>
                        </a:moveTo>
                        <a:cubicBezTo>
                          <a:pt x="4118" y="2704"/>
                          <a:pt x="-1999" y="7980"/>
                          <a:pt x="661" y="9930"/>
                        </a:cubicBezTo>
                        <a:cubicBezTo>
                          <a:pt x="2877" y="11570"/>
                          <a:pt x="7133" y="10285"/>
                          <a:pt x="11344" y="8024"/>
                        </a:cubicBezTo>
                        <a:cubicBezTo>
                          <a:pt x="16043" y="5453"/>
                          <a:pt x="18171" y="3546"/>
                          <a:pt x="20964" y="3546"/>
                        </a:cubicBezTo>
                        <a:cubicBezTo>
                          <a:pt x="21585" y="3546"/>
                          <a:pt x="27569" y="3103"/>
                          <a:pt x="30052" y="2660"/>
                        </a:cubicBezTo>
                        <a:cubicBezTo>
                          <a:pt x="28545" y="2616"/>
                          <a:pt x="26018" y="2660"/>
                          <a:pt x="24599" y="2394"/>
                        </a:cubicBezTo>
                        <a:cubicBezTo>
                          <a:pt x="23624" y="2217"/>
                          <a:pt x="22471" y="1995"/>
                          <a:pt x="21895" y="1773"/>
                        </a:cubicBezTo>
                        <a:cubicBezTo>
                          <a:pt x="21186" y="1552"/>
                          <a:pt x="20299" y="1241"/>
                          <a:pt x="19501" y="1108"/>
                        </a:cubicBezTo>
                        <a:cubicBezTo>
                          <a:pt x="17817" y="798"/>
                          <a:pt x="16176" y="1108"/>
                          <a:pt x="14536" y="1330"/>
                        </a:cubicBezTo>
                        <a:cubicBezTo>
                          <a:pt x="11167" y="1773"/>
                          <a:pt x="7754" y="2084"/>
                          <a:pt x="5847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47" name="Forme libre : forme 23146">
                    <a:extLst>
                      <a:ext uri="{FF2B5EF4-FFF2-40B4-BE49-F238E27FC236}">
                        <a16:creationId xmlns:a16="http://schemas.microsoft.com/office/drawing/2014/main" id="{B7F3CF31-DF54-4C9C-93F5-08E747509FBD}"/>
                      </a:ext>
                    </a:extLst>
                  </p:cNvPr>
                  <p:cNvSpPr/>
                  <p:nvPr/>
                </p:nvSpPr>
                <p:spPr>
                  <a:xfrm>
                    <a:off x="5953602" y="1208590"/>
                    <a:ext cx="43998" cy="16985"/>
                  </a:xfrm>
                  <a:custGeom>
                    <a:avLst/>
                    <a:gdLst>
                      <a:gd name="connsiteX0" fmla="*/ 43938 w 43998"/>
                      <a:gd name="connsiteY0" fmla="*/ 5325 h 16985"/>
                      <a:gd name="connsiteX1" fmla="*/ 33299 w 43998"/>
                      <a:gd name="connsiteY1" fmla="*/ 10157 h 16985"/>
                      <a:gd name="connsiteX2" fmla="*/ 25275 w 43998"/>
                      <a:gd name="connsiteY2" fmla="*/ 11176 h 16985"/>
                      <a:gd name="connsiteX3" fmla="*/ 21640 w 43998"/>
                      <a:gd name="connsiteY3" fmla="*/ 11442 h 16985"/>
                      <a:gd name="connsiteX4" fmla="*/ 19068 w 43998"/>
                      <a:gd name="connsiteY4" fmla="*/ 11575 h 16985"/>
                      <a:gd name="connsiteX5" fmla="*/ 15655 w 43998"/>
                      <a:gd name="connsiteY5" fmla="*/ 12063 h 16985"/>
                      <a:gd name="connsiteX6" fmla="*/ 10956 w 43998"/>
                      <a:gd name="connsiteY6" fmla="*/ 14368 h 16985"/>
                      <a:gd name="connsiteX7" fmla="*/ 582 w 43998"/>
                      <a:gd name="connsiteY7" fmla="*/ 16053 h 16985"/>
                      <a:gd name="connsiteX8" fmla="*/ 4794 w 43998"/>
                      <a:gd name="connsiteY8" fmla="*/ 6743 h 16985"/>
                      <a:gd name="connsiteX9" fmla="*/ 11576 w 43998"/>
                      <a:gd name="connsiteY9" fmla="*/ 1291 h 16985"/>
                      <a:gd name="connsiteX10" fmla="*/ 13527 w 43998"/>
                      <a:gd name="connsiteY10" fmla="*/ 448 h 16985"/>
                      <a:gd name="connsiteX11" fmla="*/ 15433 w 43998"/>
                      <a:gd name="connsiteY11" fmla="*/ 138 h 16985"/>
                      <a:gd name="connsiteX12" fmla="*/ 18536 w 43998"/>
                      <a:gd name="connsiteY12" fmla="*/ 5 h 16985"/>
                      <a:gd name="connsiteX13" fmla="*/ 43938 w 43998"/>
                      <a:gd name="connsiteY13" fmla="*/ 5325 h 1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3998" h="16985">
                        <a:moveTo>
                          <a:pt x="43938" y="5325"/>
                        </a:moveTo>
                        <a:cubicBezTo>
                          <a:pt x="43229" y="7718"/>
                          <a:pt x="38618" y="9226"/>
                          <a:pt x="33299" y="10157"/>
                        </a:cubicBezTo>
                        <a:cubicBezTo>
                          <a:pt x="30639" y="10644"/>
                          <a:pt x="27846" y="10955"/>
                          <a:pt x="25275" y="11176"/>
                        </a:cubicBezTo>
                        <a:cubicBezTo>
                          <a:pt x="23989" y="11265"/>
                          <a:pt x="22748" y="11354"/>
                          <a:pt x="21640" y="11442"/>
                        </a:cubicBezTo>
                        <a:cubicBezTo>
                          <a:pt x="20664" y="11487"/>
                          <a:pt x="19778" y="11531"/>
                          <a:pt x="19068" y="11575"/>
                        </a:cubicBezTo>
                        <a:cubicBezTo>
                          <a:pt x="18270" y="11664"/>
                          <a:pt x="16896" y="11487"/>
                          <a:pt x="15655" y="12063"/>
                        </a:cubicBezTo>
                        <a:cubicBezTo>
                          <a:pt x="14369" y="12595"/>
                          <a:pt x="13261" y="13082"/>
                          <a:pt x="10956" y="14368"/>
                        </a:cubicBezTo>
                        <a:cubicBezTo>
                          <a:pt x="6789" y="16629"/>
                          <a:pt x="2356" y="18003"/>
                          <a:pt x="582" y="16053"/>
                        </a:cubicBezTo>
                        <a:cubicBezTo>
                          <a:pt x="-1191" y="14147"/>
                          <a:pt x="1336" y="10556"/>
                          <a:pt x="4794" y="6743"/>
                        </a:cubicBezTo>
                        <a:cubicBezTo>
                          <a:pt x="6434" y="4970"/>
                          <a:pt x="9050" y="2665"/>
                          <a:pt x="11576" y="1291"/>
                        </a:cubicBezTo>
                        <a:cubicBezTo>
                          <a:pt x="12241" y="980"/>
                          <a:pt x="12906" y="714"/>
                          <a:pt x="13527" y="448"/>
                        </a:cubicBezTo>
                        <a:cubicBezTo>
                          <a:pt x="14192" y="315"/>
                          <a:pt x="14813" y="227"/>
                          <a:pt x="15433" y="138"/>
                        </a:cubicBezTo>
                        <a:cubicBezTo>
                          <a:pt x="16630" y="-39"/>
                          <a:pt x="17650" y="5"/>
                          <a:pt x="18536" y="5"/>
                        </a:cubicBezTo>
                        <a:cubicBezTo>
                          <a:pt x="24477" y="49"/>
                          <a:pt x="45268" y="581"/>
                          <a:pt x="43938" y="532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48" name="Forme libre : forme 23147">
                    <a:extLst>
                      <a:ext uri="{FF2B5EF4-FFF2-40B4-BE49-F238E27FC236}">
                        <a16:creationId xmlns:a16="http://schemas.microsoft.com/office/drawing/2014/main" id="{5F203250-7BA6-4B33-8173-BA9577E88662}"/>
                      </a:ext>
                    </a:extLst>
                  </p:cNvPr>
                  <p:cNvSpPr/>
                  <p:nvPr/>
                </p:nvSpPr>
                <p:spPr>
                  <a:xfrm>
                    <a:off x="5930260" y="1214245"/>
                    <a:ext cx="53833" cy="24341"/>
                  </a:xfrm>
                  <a:custGeom>
                    <a:avLst/>
                    <a:gdLst>
                      <a:gd name="connsiteX0" fmla="*/ 696 w 53833"/>
                      <a:gd name="connsiteY0" fmla="*/ 20106 h 24341"/>
                      <a:gd name="connsiteX1" fmla="*/ 8409 w 53833"/>
                      <a:gd name="connsiteY1" fmla="*/ 24051 h 24341"/>
                      <a:gd name="connsiteX2" fmla="*/ 34077 w 53833"/>
                      <a:gd name="connsiteY2" fmla="*/ 18200 h 24341"/>
                      <a:gd name="connsiteX3" fmla="*/ 39175 w 53833"/>
                      <a:gd name="connsiteY3" fmla="*/ 14742 h 24341"/>
                      <a:gd name="connsiteX4" fmla="*/ 40948 w 53833"/>
                      <a:gd name="connsiteY4" fmla="*/ 13412 h 24341"/>
                      <a:gd name="connsiteX5" fmla="*/ 41392 w 53833"/>
                      <a:gd name="connsiteY5" fmla="*/ 12969 h 24341"/>
                      <a:gd name="connsiteX6" fmla="*/ 42323 w 53833"/>
                      <a:gd name="connsiteY6" fmla="*/ 12082 h 24341"/>
                      <a:gd name="connsiteX7" fmla="*/ 42855 w 53833"/>
                      <a:gd name="connsiteY7" fmla="*/ 11594 h 24341"/>
                      <a:gd name="connsiteX8" fmla="*/ 45426 w 53833"/>
                      <a:gd name="connsiteY8" fmla="*/ 11018 h 24341"/>
                      <a:gd name="connsiteX9" fmla="*/ 53627 w 53833"/>
                      <a:gd name="connsiteY9" fmla="*/ 4546 h 24341"/>
                      <a:gd name="connsiteX10" fmla="*/ 46224 w 53833"/>
                      <a:gd name="connsiteY10" fmla="*/ 1930 h 24341"/>
                      <a:gd name="connsiteX11" fmla="*/ 41392 w 53833"/>
                      <a:gd name="connsiteY11" fmla="*/ 600 h 24341"/>
                      <a:gd name="connsiteX12" fmla="*/ 36604 w 53833"/>
                      <a:gd name="connsiteY12" fmla="*/ 113 h 24341"/>
                      <a:gd name="connsiteX13" fmla="*/ 26408 w 53833"/>
                      <a:gd name="connsiteY13" fmla="*/ 2950 h 24341"/>
                      <a:gd name="connsiteX14" fmla="*/ 7567 w 53833"/>
                      <a:gd name="connsiteY14" fmla="*/ 8270 h 24341"/>
                      <a:gd name="connsiteX15" fmla="*/ 1405 w 53833"/>
                      <a:gd name="connsiteY15" fmla="*/ 13988 h 24341"/>
                      <a:gd name="connsiteX16" fmla="*/ 696 w 53833"/>
                      <a:gd name="connsiteY16" fmla="*/ 20106 h 24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3833" h="24341">
                        <a:moveTo>
                          <a:pt x="696" y="20106"/>
                        </a:moveTo>
                        <a:cubicBezTo>
                          <a:pt x="2513" y="22810"/>
                          <a:pt x="3932" y="23475"/>
                          <a:pt x="8409" y="24051"/>
                        </a:cubicBezTo>
                        <a:cubicBezTo>
                          <a:pt x="16877" y="25027"/>
                          <a:pt x="25078" y="23652"/>
                          <a:pt x="34077" y="18200"/>
                        </a:cubicBezTo>
                        <a:cubicBezTo>
                          <a:pt x="35939" y="17047"/>
                          <a:pt x="37624" y="15850"/>
                          <a:pt x="39175" y="14742"/>
                        </a:cubicBezTo>
                        <a:lnTo>
                          <a:pt x="40948" y="13412"/>
                        </a:lnTo>
                        <a:cubicBezTo>
                          <a:pt x="41126" y="13279"/>
                          <a:pt x="41259" y="13102"/>
                          <a:pt x="41392" y="12969"/>
                        </a:cubicBezTo>
                        <a:cubicBezTo>
                          <a:pt x="41658" y="12658"/>
                          <a:pt x="41968" y="12348"/>
                          <a:pt x="42323" y="12082"/>
                        </a:cubicBezTo>
                        <a:cubicBezTo>
                          <a:pt x="42677" y="11949"/>
                          <a:pt x="42323" y="11772"/>
                          <a:pt x="42855" y="11594"/>
                        </a:cubicBezTo>
                        <a:cubicBezTo>
                          <a:pt x="43741" y="11417"/>
                          <a:pt x="44584" y="11195"/>
                          <a:pt x="45426" y="11018"/>
                        </a:cubicBezTo>
                        <a:cubicBezTo>
                          <a:pt x="50302" y="9733"/>
                          <a:pt x="54868" y="7339"/>
                          <a:pt x="53627" y="4546"/>
                        </a:cubicBezTo>
                        <a:cubicBezTo>
                          <a:pt x="52873" y="2817"/>
                          <a:pt x="49150" y="2684"/>
                          <a:pt x="46224" y="1930"/>
                        </a:cubicBezTo>
                        <a:cubicBezTo>
                          <a:pt x="44495" y="1487"/>
                          <a:pt x="42722" y="1044"/>
                          <a:pt x="41392" y="600"/>
                        </a:cubicBezTo>
                        <a:cubicBezTo>
                          <a:pt x="39884" y="68"/>
                          <a:pt x="38244" y="-153"/>
                          <a:pt x="36604" y="113"/>
                        </a:cubicBezTo>
                        <a:cubicBezTo>
                          <a:pt x="33456" y="600"/>
                          <a:pt x="29954" y="2152"/>
                          <a:pt x="26408" y="2950"/>
                        </a:cubicBezTo>
                        <a:cubicBezTo>
                          <a:pt x="20202" y="4502"/>
                          <a:pt x="13419" y="4635"/>
                          <a:pt x="7567" y="8270"/>
                        </a:cubicBezTo>
                        <a:cubicBezTo>
                          <a:pt x="4819" y="9821"/>
                          <a:pt x="2735" y="11816"/>
                          <a:pt x="1405" y="13988"/>
                        </a:cubicBezTo>
                        <a:cubicBezTo>
                          <a:pt x="-14" y="15939"/>
                          <a:pt x="-545" y="18244"/>
                          <a:pt x="696" y="2010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49" name="Forme libre : forme 23148">
                    <a:extLst>
                      <a:ext uri="{FF2B5EF4-FFF2-40B4-BE49-F238E27FC236}">
                        <a16:creationId xmlns:a16="http://schemas.microsoft.com/office/drawing/2014/main" id="{10A3B859-4065-4FEF-93F3-6FFBB69A5327}"/>
                      </a:ext>
                    </a:extLst>
                  </p:cNvPr>
                  <p:cNvSpPr/>
                  <p:nvPr/>
                </p:nvSpPr>
                <p:spPr>
                  <a:xfrm>
                    <a:off x="5940043" y="1213323"/>
                    <a:ext cx="13668" cy="13379"/>
                  </a:xfrm>
                  <a:custGeom>
                    <a:avLst/>
                    <a:gdLst>
                      <a:gd name="connsiteX0" fmla="*/ 975 w 13668"/>
                      <a:gd name="connsiteY0" fmla="*/ 11009 h 13379"/>
                      <a:gd name="connsiteX1" fmla="*/ 0 w 13668"/>
                      <a:gd name="connsiteY1" fmla="*/ 12826 h 13379"/>
                      <a:gd name="connsiteX2" fmla="*/ 1685 w 13668"/>
                      <a:gd name="connsiteY2" fmla="*/ 13225 h 13379"/>
                      <a:gd name="connsiteX3" fmla="*/ 4655 w 13668"/>
                      <a:gd name="connsiteY3" fmla="*/ 11674 h 13379"/>
                      <a:gd name="connsiteX4" fmla="*/ 10994 w 13668"/>
                      <a:gd name="connsiteY4" fmla="*/ 6221 h 13379"/>
                      <a:gd name="connsiteX5" fmla="*/ 12900 w 13668"/>
                      <a:gd name="connsiteY5" fmla="*/ 3827 h 13379"/>
                      <a:gd name="connsiteX6" fmla="*/ 9043 w 13668"/>
                      <a:gd name="connsiteY6" fmla="*/ 1877 h 13379"/>
                      <a:gd name="connsiteX7" fmla="*/ 975 w 13668"/>
                      <a:gd name="connsiteY7" fmla="*/ 11009 h 13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668" h="13379">
                        <a:moveTo>
                          <a:pt x="975" y="11009"/>
                        </a:moveTo>
                        <a:cubicBezTo>
                          <a:pt x="399" y="11674"/>
                          <a:pt x="0" y="12206"/>
                          <a:pt x="0" y="12826"/>
                        </a:cubicBezTo>
                        <a:cubicBezTo>
                          <a:pt x="0" y="13447"/>
                          <a:pt x="798" y="13491"/>
                          <a:pt x="1685" y="13225"/>
                        </a:cubicBezTo>
                        <a:cubicBezTo>
                          <a:pt x="2616" y="13004"/>
                          <a:pt x="3812" y="12339"/>
                          <a:pt x="4655" y="11674"/>
                        </a:cubicBezTo>
                        <a:cubicBezTo>
                          <a:pt x="6916" y="10122"/>
                          <a:pt x="9177" y="8216"/>
                          <a:pt x="10994" y="6221"/>
                        </a:cubicBezTo>
                        <a:cubicBezTo>
                          <a:pt x="11748" y="5423"/>
                          <a:pt x="12457" y="4669"/>
                          <a:pt x="12900" y="3827"/>
                        </a:cubicBezTo>
                        <a:cubicBezTo>
                          <a:pt x="14807" y="281"/>
                          <a:pt x="13033" y="-1670"/>
                          <a:pt x="9043" y="1877"/>
                        </a:cubicBezTo>
                        <a:cubicBezTo>
                          <a:pt x="6073" y="4536"/>
                          <a:pt x="3280" y="8260"/>
                          <a:pt x="975" y="1100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50" name="Forme libre : forme 23149">
                    <a:extLst>
                      <a:ext uri="{FF2B5EF4-FFF2-40B4-BE49-F238E27FC236}">
                        <a16:creationId xmlns:a16="http://schemas.microsoft.com/office/drawing/2014/main" id="{ED9F257D-5CE3-43C1-A9A0-BD676D77A5D5}"/>
                      </a:ext>
                    </a:extLst>
                  </p:cNvPr>
                  <p:cNvSpPr/>
                  <p:nvPr/>
                </p:nvSpPr>
                <p:spPr>
                  <a:xfrm>
                    <a:off x="5982025" y="1215200"/>
                    <a:ext cx="29879" cy="13609"/>
                  </a:xfrm>
                  <a:custGeom>
                    <a:avLst/>
                    <a:gdLst>
                      <a:gd name="connsiteX0" fmla="*/ 29879 w 29879"/>
                      <a:gd name="connsiteY0" fmla="*/ 0 h 13609"/>
                      <a:gd name="connsiteX1" fmla="*/ 0 w 29879"/>
                      <a:gd name="connsiteY1" fmla="*/ 13610 h 13609"/>
                      <a:gd name="connsiteX2" fmla="*/ 29879 w 29879"/>
                      <a:gd name="connsiteY2" fmla="*/ 0 h 1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879" h="13609">
                        <a:moveTo>
                          <a:pt x="29879" y="0"/>
                        </a:moveTo>
                        <a:cubicBezTo>
                          <a:pt x="25712" y="6650"/>
                          <a:pt x="9974" y="11038"/>
                          <a:pt x="0" y="13610"/>
                        </a:cubicBezTo>
                        <a:cubicBezTo>
                          <a:pt x="10861" y="10817"/>
                          <a:pt x="22254" y="5098"/>
                          <a:pt x="2987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51" name="Forme libre : forme 23150">
                    <a:extLst>
                      <a:ext uri="{FF2B5EF4-FFF2-40B4-BE49-F238E27FC236}">
                        <a16:creationId xmlns:a16="http://schemas.microsoft.com/office/drawing/2014/main" id="{C8CC9006-F234-414A-A9A0-98415B86626D}"/>
                      </a:ext>
                    </a:extLst>
                  </p:cNvPr>
                  <p:cNvSpPr/>
                  <p:nvPr/>
                </p:nvSpPr>
                <p:spPr>
                  <a:xfrm>
                    <a:off x="5920626" y="1210855"/>
                    <a:ext cx="21677" cy="18397"/>
                  </a:xfrm>
                  <a:custGeom>
                    <a:avLst/>
                    <a:gdLst>
                      <a:gd name="connsiteX0" fmla="*/ 21678 w 21677"/>
                      <a:gd name="connsiteY0" fmla="*/ 0 h 18397"/>
                      <a:gd name="connsiteX1" fmla="*/ 11304 w 21677"/>
                      <a:gd name="connsiteY1" fmla="*/ 9708 h 18397"/>
                      <a:gd name="connsiteX2" fmla="*/ 0 w 21677"/>
                      <a:gd name="connsiteY2" fmla="*/ 18397 h 18397"/>
                      <a:gd name="connsiteX3" fmla="*/ 11748 w 21677"/>
                      <a:gd name="connsiteY3" fmla="*/ 10152 h 18397"/>
                      <a:gd name="connsiteX4" fmla="*/ 21678 w 21677"/>
                      <a:gd name="connsiteY4" fmla="*/ 0 h 18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77" h="18397">
                        <a:moveTo>
                          <a:pt x="21678" y="0"/>
                        </a:moveTo>
                        <a:cubicBezTo>
                          <a:pt x="17599" y="3413"/>
                          <a:pt x="14674" y="6561"/>
                          <a:pt x="11304" y="9708"/>
                        </a:cubicBezTo>
                        <a:cubicBezTo>
                          <a:pt x="7980" y="12812"/>
                          <a:pt x="4167" y="15959"/>
                          <a:pt x="0" y="18397"/>
                        </a:cubicBezTo>
                        <a:cubicBezTo>
                          <a:pt x="3768" y="16003"/>
                          <a:pt x="8113" y="13211"/>
                          <a:pt x="11748" y="10152"/>
                        </a:cubicBezTo>
                        <a:cubicBezTo>
                          <a:pt x="15427" y="7049"/>
                          <a:pt x="18619" y="3546"/>
                          <a:pt x="2167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52" name="Forme libre : forme 23151">
                    <a:extLst>
                      <a:ext uri="{FF2B5EF4-FFF2-40B4-BE49-F238E27FC236}">
                        <a16:creationId xmlns:a16="http://schemas.microsoft.com/office/drawing/2014/main" id="{0E0B1B4D-71A8-45C7-AFC3-B803180E0D73}"/>
                      </a:ext>
                    </a:extLst>
                  </p:cNvPr>
                  <p:cNvSpPr/>
                  <p:nvPr/>
                </p:nvSpPr>
                <p:spPr>
                  <a:xfrm>
                    <a:off x="5965569" y="1208457"/>
                    <a:ext cx="18538" cy="4073"/>
                  </a:xfrm>
                  <a:custGeom>
                    <a:avLst/>
                    <a:gdLst>
                      <a:gd name="connsiteX0" fmla="*/ 18406 w 18538"/>
                      <a:gd name="connsiteY0" fmla="*/ 2974 h 4073"/>
                      <a:gd name="connsiteX1" fmla="*/ 7944 w 18538"/>
                      <a:gd name="connsiteY1" fmla="*/ 3772 h 4073"/>
                      <a:gd name="connsiteX2" fmla="*/ 2935 w 18538"/>
                      <a:gd name="connsiteY2" fmla="*/ 3152 h 4073"/>
                      <a:gd name="connsiteX3" fmla="*/ 53 w 18538"/>
                      <a:gd name="connsiteY3" fmla="*/ 2088 h 4073"/>
                      <a:gd name="connsiteX4" fmla="*/ 1738 w 18538"/>
                      <a:gd name="connsiteY4" fmla="*/ 536 h 4073"/>
                      <a:gd name="connsiteX5" fmla="*/ 5107 w 18538"/>
                      <a:gd name="connsiteY5" fmla="*/ 4 h 4073"/>
                      <a:gd name="connsiteX6" fmla="*/ 10826 w 18538"/>
                      <a:gd name="connsiteY6" fmla="*/ 359 h 4073"/>
                      <a:gd name="connsiteX7" fmla="*/ 18406 w 18538"/>
                      <a:gd name="connsiteY7" fmla="*/ 2974 h 4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538" h="4073">
                        <a:moveTo>
                          <a:pt x="18406" y="2974"/>
                        </a:moveTo>
                        <a:cubicBezTo>
                          <a:pt x="17254" y="4615"/>
                          <a:pt x="10116" y="3994"/>
                          <a:pt x="7944" y="3772"/>
                        </a:cubicBezTo>
                        <a:cubicBezTo>
                          <a:pt x="6880" y="3728"/>
                          <a:pt x="4708" y="3240"/>
                          <a:pt x="2935" y="3152"/>
                        </a:cubicBezTo>
                        <a:cubicBezTo>
                          <a:pt x="1162" y="3063"/>
                          <a:pt x="-301" y="3240"/>
                          <a:pt x="53" y="2088"/>
                        </a:cubicBezTo>
                        <a:cubicBezTo>
                          <a:pt x="231" y="1556"/>
                          <a:pt x="851" y="980"/>
                          <a:pt x="1738" y="536"/>
                        </a:cubicBezTo>
                        <a:cubicBezTo>
                          <a:pt x="2669" y="270"/>
                          <a:pt x="3866" y="-40"/>
                          <a:pt x="5107" y="4"/>
                        </a:cubicBezTo>
                        <a:cubicBezTo>
                          <a:pt x="7856" y="4"/>
                          <a:pt x="9762" y="270"/>
                          <a:pt x="10826" y="359"/>
                        </a:cubicBezTo>
                        <a:cubicBezTo>
                          <a:pt x="12821" y="581"/>
                          <a:pt x="19559" y="1334"/>
                          <a:pt x="18406" y="297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53" name="Forme libre : forme 23152">
                    <a:extLst>
                      <a:ext uri="{FF2B5EF4-FFF2-40B4-BE49-F238E27FC236}">
                        <a16:creationId xmlns:a16="http://schemas.microsoft.com/office/drawing/2014/main" id="{2FAD6DF4-937C-4939-B749-819F3983D0D1}"/>
                      </a:ext>
                    </a:extLst>
                  </p:cNvPr>
                  <p:cNvSpPr/>
                  <p:nvPr/>
                </p:nvSpPr>
                <p:spPr>
                  <a:xfrm>
                    <a:off x="5981706" y="1210235"/>
                    <a:ext cx="5030" cy="1551"/>
                  </a:xfrm>
                  <a:custGeom>
                    <a:avLst/>
                    <a:gdLst>
                      <a:gd name="connsiteX0" fmla="*/ 5017 w 5030"/>
                      <a:gd name="connsiteY0" fmla="*/ 754 h 1551"/>
                      <a:gd name="connsiteX1" fmla="*/ 2712 w 5030"/>
                      <a:gd name="connsiteY1" fmla="*/ 1552 h 1551"/>
                      <a:gd name="connsiteX2" fmla="*/ 8 w 5030"/>
                      <a:gd name="connsiteY2" fmla="*/ 798 h 1551"/>
                      <a:gd name="connsiteX3" fmla="*/ 2269 w 5030"/>
                      <a:gd name="connsiteY3" fmla="*/ 0 h 1551"/>
                      <a:gd name="connsiteX4" fmla="*/ 5017 w 5030"/>
                      <a:gd name="connsiteY4" fmla="*/ 754 h 1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30" h="1551">
                        <a:moveTo>
                          <a:pt x="5017" y="754"/>
                        </a:moveTo>
                        <a:cubicBezTo>
                          <a:pt x="5195" y="1374"/>
                          <a:pt x="3554" y="1552"/>
                          <a:pt x="2712" y="1552"/>
                        </a:cubicBezTo>
                        <a:cubicBezTo>
                          <a:pt x="1870" y="1552"/>
                          <a:pt x="141" y="1463"/>
                          <a:pt x="8" y="798"/>
                        </a:cubicBezTo>
                        <a:cubicBezTo>
                          <a:pt x="-125" y="133"/>
                          <a:pt x="1427" y="0"/>
                          <a:pt x="2269" y="0"/>
                        </a:cubicBezTo>
                        <a:cubicBezTo>
                          <a:pt x="3067" y="0"/>
                          <a:pt x="4840" y="89"/>
                          <a:pt x="5017" y="7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54" name="Forme libre : forme 23153">
                    <a:extLst>
                      <a:ext uri="{FF2B5EF4-FFF2-40B4-BE49-F238E27FC236}">
                        <a16:creationId xmlns:a16="http://schemas.microsoft.com/office/drawing/2014/main" id="{9D991B19-7C18-4415-BD95-2B0B12335B20}"/>
                      </a:ext>
                    </a:extLst>
                  </p:cNvPr>
                  <p:cNvSpPr/>
                  <p:nvPr/>
                </p:nvSpPr>
                <p:spPr>
                  <a:xfrm>
                    <a:off x="5961714" y="1197434"/>
                    <a:ext cx="48178" cy="16353"/>
                  </a:xfrm>
                  <a:custGeom>
                    <a:avLst/>
                    <a:gdLst>
                      <a:gd name="connsiteX0" fmla="*/ 37245 w 48178"/>
                      <a:gd name="connsiteY0" fmla="*/ 6816 h 16353"/>
                      <a:gd name="connsiteX1" fmla="*/ 47884 w 48178"/>
                      <a:gd name="connsiteY1" fmla="*/ 13643 h 16353"/>
                      <a:gd name="connsiteX2" fmla="*/ 44825 w 48178"/>
                      <a:gd name="connsiteY2" fmla="*/ 16347 h 16353"/>
                      <a:gd name="connsiteX3" fmla="*/ 39594 w 48178"/>
                      <a:gd name="connsiteY3" fmla="*/ 14796 h 16353"/>
                      <a:gd name="connsiteX4" fmla="*/ 24123 w 48178"/>
                      <a:gd name="connsiteY4" fmla="*/ 8811 h 16353"/>
                      <a:gd name="connsiteX5" fmla="*/ 11976 w 48178"/>
                      <a:gd name="connsiteY5" fmla="*/ 6373 h 16353"/>
                      <a:gd name="connsiteX6" fmla="*/ 9405 w 48178"/>
                      <a:gd name="connsiteY6" fmla="*/ 5929 h 16353"/>
                      <a:gd name="connsiteX7" fmla="*/ 6922 w 48178"/>
                      <a:gd name="connsiteY7" fmla="*/ 5575 h 16353"/>
                      <a:gd name="connsiteX8" fmla="*/ 2799 w 48178"/>
                      <a:gd name="connsiteY8" fmla="*/ 5397 h 16353"/>
                      <a:gd name="connsiteX9" fmla="*/ 361 w 48178"/>
                      <a:gd name="connsiteY9" fmla="*/ 3757 h 16353"/>
                      <a:gd name="connsiteX10" fmla="*/ 2799 w 48178"/>
                      <a:gd name="connsiteY10" fmla="*/ 1718 h 16353"/>
                      <a:gd name="connsiteX11" fmla="*/ 4750 w 48178"/>
                      <a:gd name="connsiteY11" fmla="*/ 1053 h 16353"/>
                      <a:gd name="connsiteX12" fmla="*/ 5282 w 48178"/>
                      <a:gd name="connsiteY12" fmla="*/ 920 h 16353"/>
                      <a:gd name="connsiteX13" fmla="*/ 5548 w 48178"/>
                      <a:gd name="connsiteY13" fmla="*/ 698 h 16353"/>
                      <a:gd name="connsiteX14" fmla="*/ 5858 w 48178"/>
                      <a:gd name="connsiteY14" fmla="*/ 654 h 16353"/>
                      <a:gd name="connsiteX15" fmla="*/ 7055 w 48178"/>
                      <a:gd name="connsiteY15" fmla="*/ 432 h 16353"/>
                      <a:gd name="connsiteX16" fmla="*/ 9804 w 48178"/>
                      <a:gd name="connsiteY16" fmla="*/ 122 h 16353"/>
                      <a:gd name="connsiteX17" fmla="*/ 12375 w 48178"/>
                      <a:gd name="connsiteY17" fmla="*/ 33 h 16353"/>
                      <a:gd name="connsiteX18" fmla="*/ 15700 w 48178"/>
                      <a:gd name="connsiteY18" fmla="*/ 33 h 16353"/>
                      <a:gd name="connsiteX19" fmla="*/ 27270 w 48178"/>
                      <a:gd name="connsiteY19" fmla="*/ 1718 h 16353"/>
                      <a:gd name="connsiteX20" fmla="*/ 37245 w 48178"/>
                      <a:gd name="connsiteY20" fmla="*/ 6816 h 16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8178" h="16353">
                        <a:moveTo>
                          <a:pt x="37245" y="6816"/>
                        </a:moveTo>
                        <a:cubicBezTo>
                          <a:pt x="41855" y="8988"/>
                          <a:pt x="45180" y="10495"/>
                          <a:pt x="47884" y="13643"/>
                        </a:cubicBezTo>
                        <a:cubicBezTo>
                          <a:pt x="48904" y="14796"/>
                          <a:pt x="47130" y="16258"/>
                          <a:pt x="44825" y="16347"/>
                        </a:cubicBezTo>
                        <a:cubicBezTo>
                          <a:pt x="42520" y="16436"/>
                          <a:pt x="41101" y="15593"/>
                          <a:pt x="39594" y="14796"/>
                        </a:cubicBezTo>
                        <a:cubicBezTo>
                          <a:pt x="34851" y="12313"/>
                          <a:pt x="29797" y="10540"/>
                          <a:pt x="24123" y="8811"/>
                        </a:cubicBezTo>
                        <a:cubicBezTo>
                          <a:pt x="22349" y="8279"/>
                          <a:pt x="16719" y="7481"/>
                          <a:pt x="11976" y="6373"/>
                        </a:cubicBezTo>
                        <a:cubicBezTo>
                          <a:pt x="11444" y="6240"/>
                          <a:pt x="10203" y="6107"/>
                          <a:pt x="9405" y="5929"/>
                        </a:cubicBezTo>
                        <a:cubicBezTo>
                          <a:pt x="8563" y="5796"/>
                          <a:pt x="7720" y="5708"/>
                          <a:pt x="6922" y="5575"/>
                        </a:cubicBezTo>
                        <a:cubicBezTo>
                          <a:pt x="5415" y="5663"/>
                          <a:pt x="3908" y="5220"/>
                          <a:pt x="2799" y="5397"/>
                        </a:cubicBezTo>
                        <a:cubicBezTo>
                          <a:pt x="583" y="5486"/>
                          <a:pt x="-658" y="5131"/>
                          <a:pt x="361" y="3757"/>
                        </a:cubicBezTo>
                        <a:cubicBezTo>
                          <a:pt x="849" y="3092"/>
                          <a:pt x="1691" y="2339"/>
                          <a:pt x="2799" y="1718"/>
                        </a:cubicBezTo>
                        <a:cubicBezTo>
                          <a:pt x="3376" y="1496"/>
                          <a:pt x="4041" y="1275"/>
                          <a:pt x="4750" y="1053"/>
                        </a:cubicBezTo>
                        <a:lnTo>
                          <a:pt x="5282" y="920"/>
                        </a:lnTo>
                        <a:cubicBezTo>
                          <a:pt x="5371" y="831"/>
                          <a:pt x="5504" y="1053"/>
                          <a:pt x="5548" y="698"/>
                        </a:cubicBezTo>
                        <a:lnTo>
                          <a:pt x="5858" y="654"/>
                        </a:lnTo>
                        <a:lnTo>
                          <a:pt x="7055" y="432"/>
                        </a:lnTo>
                        <a:cubicBezTo>
                          <a:pt x="7897" y="299"/>
                          <a:pt x="8696" y="166"/>
                          <a:pt x="9804" y="122"/>
                        </a:cubicBezTo>
                        <a:cubicBezTo>
                          <a:pt x="10646" y="78"/>
                          <a:pt x="11488" y="78"/>
                          <a:pt x="12375" y="33"/>
                        </a:cubicBezTo>
                        <a:cubicBezTo>
                          <a:pt x="13439" y="-11"/>
                          <a:pt x="14547" y="-11"/>
                          <a:pt x="15700" y="33"/>
                        </a:cubicBezTo>
                        <a:cubicBezTo>
                          <a:pt x="20221" y="211"/>
                          <a:pt x="24921" y="1053"/>
                          <a:pt x="27270" y="1718"/>
                        </a:cubicBezTo>
                        <a:cubicBezTo>
                          <a:pt x="31969" y="3181"/>
                          <a:pt x="33787" y="5220"/>
                          <a:pt x="37245" y="681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117" name="Graphique 2">
                  <a:extLst>
                    <a:ext uri="{FF2B5EF4-FFF2-40B4-BE49-F238E27FC236}">
                      <a16:creationId xmlns:a16="http://schemas.microsoft.com/office/drawing/2014/main" id="{988707FE-5D88-4551-83B6-6AF68F26FF5D}"/>
                    </a:ext>
                  </a:extLst>
                </p:cNvPr>
                <p:cNvGrpSpPr/>
                <p:nvPr/>
              </p:nvGrpSpPr>
              <p:grpSpPr>
                <a:xfrm>
                  <a:off x="6014741" y="1194773"/>
                  <a:ext cx="103583" cy="35718"/>
                  <a:chOff x="6014741" y="1194773"/>
                  <a:chExt cx="103583" cy="35718"/>
                </a:xfrm>
                <a:solidFill>
                  <a:schemeClr val="accent1"/>
                </a:solidFill>
              </p:grpSpPr>
              <p:sp>
                <p:nvSpPr>
                  <p:cNvPr id="23131" name="Forme libre : forme 23130">
                    <a:extLst>
                      <a:ext uri="{FF2B5EF4-FFF2-40B4-BE49-F238E27FC236}">
                        <a16:creationId xmlns:a16="http://schemas.microsoft.com/office/drawing/2014/main" id="{492928C9-F824-4C71-BCD4-59D6CACB391F}"/>
                      </a:ext>
                    </a:extLst>
                  </p:cNvPr>
                  <p:cNvSpPr/>
                  <p:nvPr/>
                </p:nvSpPr>
                <p:spPr>
                  <a:xfrm>
                    <a:off x="6014756" y="1194773"/>
                    <a:ext cx="103568" cy="35718"/>
                  </a:xfrm>
                  <a:custGeom>
                    <a:avLst/>
                    <a:gdLst>
                      <a:gd name="connsiteX0" fmla="*/ 70205 w 103568"/>
                      <a:gd name="connsiteY0" fmla="*/ 35189 h 35718"/>
                      <a:gd name="connsiteX1" fmla="*/ 34962 w 103568"/>
                      <a:gd name="connsiteY1" fmla="*/ 35455 h 35718"/>
                      <a:gd name="connsiteX2" fmla="*/ 1935 w 103568"/>
                      <a:gd name="connsiteY2" fmla="*/ 21979 h 35718"/>
                      <a:gd name="connsiteX3" fmla="*/ 2556 w 103568"/>
                      <a:gd name="connsiteY3" fmla="*/ 11960 h 35718"/>
                      <a:gd name="connsiteX4" fmla="*/ 35760 w 103568"/>
                      <a:gd name="connsiteY4" fmla="*/ 345 h 35718"/>
                      <a:gd name="connsiteX5" fmla="*/ 67944 w 103568"/>
                      <a:gd name="connsiteY5" fmla="*/ 168 h 35718"/>
                      <a:gd name="connsiteX6" fmla="*/ 100483 w 103568"/>
                      <a:gd name="connsiteY6" fmla="*/ 12359 h 35718"/>
                      <a:gd name="connsiteX7" fmla="*/ 102167 w 103568"/>
                      <a:gd name="connsiteY7" fmla="*/ 22067 h 35718"/>
                      <a:gd name="connsiteX8" fmla="*/ 70205 w 103568"/>
                      <a:gd name="connsiteY8" fmla="*/ 35189 h 35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3568" h="35718">
                        <a:moveTo>
                          <a:pt x="70205" y="35189"/>
                        </a:moveTo>
                        <a:cubicBezTo>
                          <a:pt x="61871" y="35765"/>
                          <a:pt x="43695" y="35898"/>
                          <a:pt x="34962" y="35455"/>
                        </a:cubicBezTo>
                        <a:cubicBezTo>
                          <a:pt x="18648" y="34613"/>
                          <a:pt x="10225" y="29559"/>
                          <a:pt x="1935" y="21979"/>
                        </a:cubicBezTo>
                        <a:cubicBezTo>
                          <a:pt x="-946" y="19363"/>
                          <a:pt x="-503" y="14265"/>
                          <a:pt x="2556" y="11960"/>
                        </a:cubicBezTo>
                        <a:cubicBezTo>
                          <a:pt x="11466" y="5221"/>
                          <a:pt x="20820" y="1099"/>
                          <a:pt x="35760" y="345"/>
                        </a:cubicBezTo>
                        <a:cubicBezTo>
                          <a:pt x="43739" y="-54"/>
                          <a:pt x="59743" y="-98"/>
                          <a:pt x="67944" y="168"/>
                        </a:cubicBezTo>
                        <a:cubicBezTo>
                          <a:pt x="83327" y="611"/>
                          <a:pt x="91617" y="5532"/>
                          <a:pt x="100483" y="12359"/>
                        </a:cubicBezTo>
                        <a:cubicBezTo>
                          <a:pt x="103675" y="14708"/>
                          <a:pt x="104650" y="19585"/>
                          <a:pt x="102167" y="22067"/>
                        </a:cubicBezTo>
                        <a:cubicBezTo>
                          <a:pt x="95119" y="29426"/>
                          <a:pt x="85721" y="34170"/>
                          <a:pt x="70205" y="3518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32" name="Forme libre : forme 23131">
                    <a:extLst>
                      <a:ext uri="{FF2B5EF4-FFF2-40B4-BE49-F238E27FC236}">
                        <a16:creationId xmlns:a16="http://schemas.microsoft.com/office/drawing/2014/main" id="{E5DE0D99-53FC-4E28-B984-F09683042497}"/>
                      </a:ext>
                    </a:extLst>
                  </p:cNvPr>
                  <p:cNvSpPr/>
                  <p:nvPr/>
                </p:nvSpPr>
                <p:spPr>
                  <a:xfrm>
                    <a:off x="6014741" y="1212629"/>
                    <a:ext cx="102182" cy="17783"/>
                  </a:xfrm>
                  <a:custGeom>
                    <a:avLst/>
                    <a:gdLst>
                      <a:gd name="connsiteX0" fmla="*/ 40297 w 102182"/>
                      <a:gd name="connsiteY0" fmla="*/ 5054 h 17783"/>
                      <a:gd name="connsiteX1" fmla="*/ 0 w 102182"/>
                      <a:gd name="connsiteY1" fmla="*/ 0 h 17783"/>
                      <a:gd name="connsiteX2" fmla="*/ 1862 w 102182"/>
                      <a:gd name="connsiteY2" fmla="*/ 4078 h 17783"/>
                      <a:gd name="connsiteX3" fmla="*/ 6206 w 102182"/>
                      <a:gd name="connsiteY3" fmla="*/ 7758 h 17783"/>
                      <a:gd name="connsiteX4" fmla="*/ 21190 w 102182"/>
                      <a:gd name="connsiteY4" fmla="*/ 15427 h 17783"/>
                      <a:gd name="connsiteX5" fmla="*/ 34888 w 102182"/>
                      <a:gd name="connsiteY5" fmla="*/ 17555 h 17783"/>
                      <a:gd name="connsiteX6" fmla="*/ 40563 w 102182"/>
                      <a:gd name="connsiteY6" fmla="*/ 17732 h 17783"/>
                      <a:gd name="connsiteX7" fmla="*/ 67516 w 102182"/>
                      <a:gd name="connsiteY7" fmla="*/ 17422 h 17783"/>
                      <a:gd name="connsiteX8" fmla="*/ 70131 w 102182"/>
                      <a:gd name="connsiteY8" fmla="*/ 17289 h 17783"/>
                      <a:gd name="connsiteX9" fmla="*/ 84495 w 102182"/>
                      <a:gd name="connsiteY9" fmla="*/ 14807 h 17783"/>
                      <a:gd name="connsiteX10" fmla="*/ 98592 w 102182"/>
                      <a:gd name="connsiteY10" fmla="*/ 7448 h 17783"/>
                      <a:gd name="connsiteX11" fmla="*/ 102094 w 102182"/>
                      <a:gd name="connsiteY11" fmla="*/ 4167 h 17783"/>
                      <a:gd name="connsiteX12" fmla="*/ 102183 w 102182"/>
                      <a:gd name="connsiteY12" fmla="*/ 4034 h 17783"/>
                      <a:gd name="connsiteX13" fmla="*/ 40297 w 102182"/>
                      <a:gd name="connsiteY13" fmla="*/ 5054 h 17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2182" h="17783">
                        <a:moveTo>
                          <a:pt x="40297" y="5054"/>
                        </a:moveTo>
                        <a:cubicBezTo>
                          <a:pt x="26199" y="5807"/>
                          <a:pt x="10861" y="5320"/>
                          <a:pt x="0" y="0"/>
                        </a:cubicBezTo>
                        <a:cubicBezTo>
                          <a:pt x="133" y="1552"/>
                          <a:pt x="709" y="3014"/>
                          <a:pt x="1862" y="4078"/>
                        </a:cubicBezTo>
                        <a:cubicBezTo>
                          <a:pt x="3280" y="5364"/>
                          <a:pt x="4743" y="6605"/>
                          <a:pt x="6206" y="7758"/>
                        </a:cubicBezTo>
                        <a:cubicBezTo>
                          <a:pt x="10462" y="11038"/>
                          <a:pt x="15161" y="13698"/>
                          <a:pt x="21190" y="15427"/>
                        </a:cubicBezTo>
                        <a:cubicBezTo>
                          <a:pt x="25091" y="16535"/>
                          <a:pt x="29569" y="17289"/>
                          <a:pt x="34888" y="17555"/>
                        </a:cubicBezTo>
                        <a:cubicBezTo>
                          <a:pt x="36529" y="17599"/>
                          <a:pt x="38435" y="17688"/>
                          <a:pt x="40563" y="17732"/>
                        </a:cubicBezTo>
                        <a:cubicBezTo>
                          <a:pt x="48897" y="17865"/>
                          <a:pt x="60290" y="17732"/>
                          <a:pt x="67516" y="17422"/>
                        </a:cubicBezTo>
                        <a:cubicBezTo>
                          <a:pt x="68447" y="17378"/>
                          <a:pt x="69334" y="17333"/>
                          <a:pt x="70131" y="17289"/>
                        </a:cubicBezTo>
                        <a:cubicBezTo>
                          <a:pt x="75673" y="16934"/>
                          <a:pt x="80372" y="16048"/>
                          <a:pt x="84495" y="14807"/>
                        </a:cubicBezTo>
                        <a:cubicBezTo>
                          <a:pt x="90125" y="13033"/>
                          <a:pt x="94602" y="10506"/>
                          <a:pt x="98592" y="7448"/>
                        </a:cubicBezTo>
                        <a:cubicBezTo>
                          <a:pt x="99922" y="6428"/>
                          <a:pt x="100942" y="5320"/>
                          <a:pt x="102094" y="4167"/>
                        </a:cubicBezTo>
                        <a:lnTo>
                          <a:pt x="102183" y="4034"/>
                        </a:lnTo>
                        <a:cubicBezTo>
                          <a:pt x="81924" y="4123"/>
                          <a:pt x="60467" y="3945"/>
                          <a:pt x="40297" y="505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33" name="Forme libre : forme 23132">
                    <a:extLst>
                      <a:ext uri="{FF2B5EF4-FFF2-40B4-BE49-F238E27FC236}">
                        <a16:creationId xmlns:a16="http://schemas.microsoft.com/office/drawing/2014/main" id="{0CEACDB9-7F10-40C6-A572-8C8C6A4602F0}"/>
                      </a:ext>
                    </a:extLst>
                  </p:cNvPr>
                  <p:cNvSpPr/>
                  <p:nvPr/>
                </p:nvSpPr>
                <p:spPr>
                  <a:xfrm>
                    <a:off x="6050691" y="1207600"/>
                    <a:ext cx="47884" cy="11594"/>
                  </a:xfrm>
                  <a:custGeom>
                    <a:avLst/>
                    <a:gdLst>
                      <a:gd name="connsiteX0" fmla="*/ 47880 w 47884"/>
                      <a:gd name="connsiteY0" fmla="*/ 5516 h 11594"/>
                      <a:gd name="connsiteX1" fmla="*/ 23099 w 47884"/>
                      <a:gd name="connsiteY1" fmla="*/ 11589 h 11594"/>
                      <a:gd name="connsiteX2" fmla="*/ 2 w 47884"/>
                      <a:gd name="connsiteY2" fmla="*/ 5472 h 11594"/>
                      <a:gd name="connsiteX3" fmla="*/ 22744 w 47884"/>
                      <a:gd name="connsiteY3" fmla="*/ 19 h 11594"/>
                      <a:gd name="connsiteX4" fmla="*/ 47880 w 47884"/>
                      <a:gd name="connsiteY4" fmla="*/ 5516 h 11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884" h="11594">
                        <a:moveTo>
                          <a:pt x="47880" y="5516"/>
                        </a:moveTo>
                        <a:cubicBezTo>
                          <a:pt x="48234" y="10215"/>
                          <a:pt x="29438" y="11501"/>
                          <a:pt x="23099" y="11589"/>
                        </a:cubicBezTo>
                        <a:cubicBezTo>
                          <a:pt x="16759" y="11678"/>
                          <a:pt x="179" y="10614"/>
                          <a:pt x="2" y="5472"/>
                        </a:cubicBezTo>
                        <a:cubicBezTo>
                          <a:pt x="-219" y="329"/>
                          <a:pt x="16848" y="-114"/>
                          <a:pt x="22744" y="19"/>
                        </a:cubicBezTo>
                        <a:cubicBezTo>
                          <a:pt x="28640" y="152"/>
                          <a:pt x="47525" y="817"/>
                          <a:pt x="47880" y="551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34" name="Forme libre : forme 23133">
                    <a:extLst>
                      <a:ext uri="{FF2B5EF4-FFF2-40B4-BE49-F238E27FC236}">
                        <a16:creationId xmlns:a16="http://schemas.microsoft.com/office/drawing/2014/main" id="{F369AABE-2598-441C-8F5C-F93A04FE20A4}"/>
                      </a:ext>
                    </a:extLst>
                  </p:cNvPr>
                  <p:cNvSpPr/>
                  <p:nvPr/>
                </p:nvSpPr>
                <p:spPr>
                  <a:xfrm>
                    <a:off x="6050320" y="1208417"/>
                    <a:ext cx="33932" cy="10816"/>
                  </a:xfrm>
                  <a:custGeom>
                    <a:avLst/>
                    <a:gdLst>
                      <a:gd name="connsiteX0" fmla="*/ 10348 w 33932"/>
                      <a:gd name="connsiteY0" fmla="*/ 0 h 10816"/>
                      <a:gd name="connsiteX1" fmla="*/ 108 w 33932"/>
                      <a:gd name="connsiteY1" fmla="*/ 4699 h 10816"/>
                      <a:gd name="connsiteX2" fmla="*/ 23736 w 33932"/>
                      <a:gd name="connsiteY2" fmla="*/ 10817 h 10816"/>
                      <a:gd name="connsiteX3" fmla="*/ 33932 w 33932"/>
                      <a:gd name="connsiteY3" fmla="*/ 9930 h 10816"/>
                      <a:gd name="connsiteX4" fmla="*/ 28435 w 33932"/>
                      <a:gd name="connsiteY4" fmla="*/ 9664 h 10816"/>
                      <a:gd name="connsiteX5" fmla="*/ 10348 w 33932"/>
                      <a:gd name="connsiteY5" fmla="*/ 0 h 10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932" h="10816">
                        <a:moveTo>
                          <a:pt x="10348" y="0"/>
                        </a:moveTo>
                        <a:cubicBezTo>
                          <a:pt x="7378" y="887"/>
                          <a:pt x="-1045" y="1507"/>
                          <a:pt x="108" y="4699"/>
                        </a:cubicBezTo>
                        <a:cubicBezTo>
                          <a:pt x="1925" y="9841"/>
                          <a:pt x="15712" y="10817"/>
                          <a:pt x="23736" y="10817"/>
                        </a:cubicBezTo>
                        <a:cubicBezTo>
                          <a:pt x="26085" y="10817"/>
                          <a:pt x="31317" y="10418"/>
                          <a:pt x="33932" y="9930"/>
                        </a:cubicBezTo>
                        <a:cubicBezTo>
                          <a:pt x="32425" y="9886"/>
                          <a:pt x="29898" y="9930"/>
                          <a:pt x="28435" y="9664"/>
                        </a:cubicBezTo>
                        <a:cubicBezTo>
                          <a:pt x="20367" y="8113"/>
                          <a:pt x="10836" y="5630"/>
                          <a:pt x="10348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35" name="Forme libre : forme 23134">
                    <a:extLst>
                      <a:ext uri="{FF2B5EF4-FFF2-40B4-BE49-F238E27FC236}">
                        <a16:creationId xmlns:a16="http://schemas.microsoft.com/office/drawing/2014/main" id="{A61A421F-6BC3-4AA0-B04A-E33C6B288F0C}"/>
                      </a:ext>
                    </a:extLst>
                  </p:cNvPr>
                  <p:cNvSpPr/>
                  <p:nvPr/>
                </p:nvSpPr>
                <p:spPr>
                  <a:xfrm>
                    <a:off x="6053116" y="1208989"/>
                    <a:ext cx="48126" cy="11608"/>
                  </a:xfrm>
                  <a:custGeom>
                    <a:avLst/>
                    <a:gdLst>
                      <a:gd name="connsiteX0" fmla="*/ 48071 w 48126"/>
                      <a:gd name="connsiteY0" fmla="*/ 5280 h 11608"/>
                      <a:gd name="connsiteX1" fmla="*/ 22935 w 48126"/>
                      <a:gd name="connsiteY1" fmla="*/ 11574 h 11608"/>
                      <a:gd name="connsiteX2" fmla="*/ 16 w 48126"/>
                      <a:gd name="connsiteY2" fmla="*/ 5413 h 11608"/>
                      <a:gd name="connsiteX3" fmla="*/ 22669 w 48126"/>
                      <a:gd name="connsiteY3" fmla="*/ 4 h 11608"/>
                      <a:gd name="connsiteX4" fmla="*/ 48071 w 48126"/>
                      <a:gd name="connsiteY4" fmla="*/ 5280 h 11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126" h="11608">
                        <a:moveTo>
                          <a:pt x="48071" y="5280"/>
                        </a:moveTo>
                        <a:cubicBezTo>
                          <a:pt x="46785" y="10023"/>
                          <a:pt x="29806" y="11308"/>
                          <a:pt x="22935" y="11574"/>
                        </a:cubicBezTo>
                        <a:cubicBezTo>
                          <a:pt x="16108" y="11841"/>
                          <a:pt x="637" y="10599"/>
                          <a:pt x="16" y="5413"/>
                        </a:cubicBezTo>
                        <a:cubicBezTo>
                          <a:pt x="-605" y="181"/>
                          <a:pt x="17172" y="-40"/>
                          <a:pt x="22669" y="4"/>
                        </a:cubicBezTo>
                        <a:cubicBezTo>
                          <a:pt x="28210" y="4"/>
                          <a:pt x="49356" y="536"/>
                          <a:pt x="48071" y="528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36" name="Forme libre : forme 23135">
                    <a:extLst>
                      <a:ext uri="{FF2B5EF4-FFF2-40B4-BE49-F238E27FC236}">
                        <a16:creationId xmlns:a16="http://schemas.microsoft.com/office/drawing/2014/main" id="{CE2FC104-B149-4BE0-A88B-6C24C26385DF}"/>
                      </a:ext>
                    </a:extLst>
                  </p:cNvPr>
                  <p:cNvSpPr/>
                  <p:nvPr/>
                </p:nvSpPr>
                <p:spPr>
                  <a:xfrm>
                    <a:off x="6028057" y="1203840"/>
                    <a:ext cx="59843" cy="23513"/>
                  </a:xfrm>
                  <a:custGeom>
                    <a:avLst/>
                    <a:gdLst>
                      <a:gd name="connsiteX0" fmla="*/ 338 w 59843"/>
                      <a:gd name="connsiteY0" fmla="*/ 9542 h 23513"/>
                      <a:gd name="connsiteX1" fmla="*/ 6367 w 59843"/>
                      <a:gd name="connsiteY1" fmla="*/ 15261 h 23513"/>
                      <a:gd name="connsiteX2" fmla="*/ 28355 w 59843"/>
                      <a:gd name="connsiteY2" fmla="*/ 22975 h 23513"/>
                      <a:gd name="connsiteX3" fmla="*/ 51584 w 59843"/>
                      <a:gd name="connsiteY3" fmla="*/ 21778 h 23513"/>
                      <a:gd name="connsiteX4" fmla="*/ 59608 w 59843"/>
                      <a:gd name="connsiteY4" fmla="*/ 15261 h 23513"/>
                      <a:gd name="connsiteX5" fmla="*/ 52116 w 59843"/>
                      <a:gd name="connsiteY5" fmla="*/ 12646 h 23513"/>
                      <a:gd name="connsiteX6" fmla="*/ 31724 w 59843"/>
                      <a:gd name="connsiteY6" fmla="*/ 6173 h 23513"/>
                      <a:gd name="connsiteX7" fmla="*/ 11376 w 59843"/>
                      <a:gd name="connsiteY7" fmla="*/ 100 h 23513"/>
                      <a:gd name="connsiteX8" fmla="*/ 338 w 59843"/>
                      <a:gd name="connsiteY8" fmla="*/ 9542 h 23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843" h="23513">
                        <a:moveTo>
                          <a:pt x="338" y="9542"/>
                        </a:moveTo>
                        <a:cubicBezTo>
                          <a:pt x="1579" y="12468"/>
                          <a:pt x="2776" y="13399"/>
                          <a:pt x="6367" y="15261"/>
                        </a:cubicBezTo>
                        <a:cubicBezTo>
                          <a:pt x="13194" y="18807"/>
                          <a:pt x="18912" y="21733"/>
                          <a:pt x="28355" y="22975"/>
                        </a:cubicBezTo>
                        <a:cubicBezTo>
                          <a:pt x="36201" y="23994"/>
                          <a:pt x="45112" y="23551"/>
                          <a:pt x="51584" y="21778"/>
                        </a:cubicBezTo>
                        <a:cubicBezTo>
                          <a:pt x="56416" y="20492"/>
                          <a:pt x="60938" y="18098"/>
                          <a:pt x="59608" y="15261"/>
                        </a:cubicBezTo>
                        <a:cubicBezTo>
                          <a:pt x="58810" y="13532"/>
                          <a:pt x="55086" y="13399"/>
                          <a:pt x="52116" y="12646"/>
                        </a:cubicBezTo>
                        <a:cubicBezTo>
                          <a:pt x="45156" y="10828"/>
                          <a:pt x="38418" y="9365"/>
                          <a:pt x="31724" y="6173"/>
                        </a:cubicBezTo>
                        <a:cubicBezTo>
                          <a:pt x="26005" y="3469"/>
                          <a:pt x="19888" y="-698"/>
                          <a:pt x="11376" y="100"/>
                        </a:cubicBezTo>
                        <a:cubicBezTo>
                          <a:pt x="3707" y="809"/>
                          <a:pt x="-1391" y="5464"/>
                          <a:pt x="338" y="954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37" name="Forme libre : forme 23136">
                    <a:extLst>
                      <a:ext uri="{FF2B5EF4-FFF2-40B4-BE49-F238E27FC236}">
                        <a16:creationId xmlns:a16="http://schemas.microsoft.com/office/drawing/2014/main" id="{D7C0B4EB-A798-4162-B19F-F31E21DB7F7A}"/>
                      </a:ext>
                    </a:extLst>
                  </p:cNvPr>
                  <p:cNvSpPr/>
                  <p:nvPr/>
                </p:nvSpPr>
                <p:spPr>
                  <a:xfrm>
                    <a:off x="6040042" y="1203788"/>
                    <a:ext cx="19496" cy="5726"/>
                  </a:xfrm>
                  <a:custGeom>
                    <a:avLst/>
                    <a:gdLst>
                      <a:gd name="connsiteX0" fmla="*/ 1874 w 19496"/>
                      <a:gd name="connsiteY0" fmla="*/ 3299 h 5726"/>
                      <a:gd name="connsiteX1" fmla="*/ 56 w 19496"/>
                      <a:gd name="connsiteY1" fmla="*/ 4496 h 5726"/>
                      <a:gd name="connsiteX2" fmla="*/ 1519 w 19496"/>
                      <a:gd name="connsiteY2" fmla="*/ 5605 h 5726"/>
                      <a:gd name="connsiteX3" fmla="*/ 5066 w 19496"/>
                      <a:gd name="connsiteY3" fmla="*/ 5649 h 5726"/>
                      <a:gd name="connsiteX4" fmla="*/ 13799 w 19496"/>
                      <a:gd name="connsiteY4" fmla="*/ 4674 h 5726"/>
                      <a:gd name="connsiteX5" fmla="*/ 16902 w 19496"/>
                      <a:gd name="connsiteY5" fmla="*/ 3964 h 5726"/>
                      <a:gd name="connsiteX6" fmla="*/ 14996 w 19496"/>
                      <a:gd name="connsiteY6" fmla="*/ 19 h 5726"/>
                      <a:gd name="connsiteX7" fmla="*/ 1874 w 19496"/>
                      <a:gd name="connsiteY7" fmla="*/ 3299 h 5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496" h="5726">
                        <a:moveTo>
                          <a:pt x="1874" y="3299"/>
                        </a:moveTo>
                        <a:cubicBezTo>
                          <a:pt x="987" y="3654"/>
                          <a:pt x="322" y="3920"/>
                          <a:pt x="56" y="4496"/>
                        </a:cubicBezTo>
                        <a:cubicBezTo>
                          <a:pt x="-210" y="5073"/>
                          <a:pt x="499" y="5427"/>
                          <a:pt x="1519" y="5605"/>
                        </a:cubicBezTo>
                        <a:cubicBezTo>
                          <a:pt x="2494" y="5782"/>
                          <a:pt x="3957" y="5738"/>
                          <a:pt x="5066" y="5649"/>
                        </a:cubicBezTo>
                        <a:cubicBezTo>
                          <a:pt x="7947" y="5427"/>
                          <a:pt x="11050" y="5161"/>
                          <a:pt x="13799" y="4674"/>
                        </a:cubicBezTo>
                        <a:cubicBezTo>
                          <a:pt x="14951" y="4452"/>
                          <a:pt x="16015" y="4319"/>
                          <a:pt x="16902" y="3964"/>
                        </a:cubicBezTo>
                        <a:cubicBezTo>
                          <a:pt x="20670" y="2368"/>
                          <a:pt x="20581" y="-247"/>
                          <a:pt x="14996" y="19"/>
                        </a:cubicBezTo>
                        <a:cubicBezTo>
                          <a:pt x="10607" y="241"/>
                          <a:pt x="5509" y="1836"/>
                          <a:pt x="1874" y="329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38" name="Forme libre : forme 23137">
                    <a:extLst>
                      <a:ext uri="{FF2B5EF4-FFF2-40B4-BE49-F238E27FC236}">
                        <a16:creationId xmlns:a16="http://schemas.microsoft.com/office/drawing/2014/main" id="{718B660E-F36F-4754-9341-947904033299}"/>
                      </a:ext>
                    </a:extLst>
                  </p:cNvPr>
                  <p:cNvSpPr/>
                  <p:nvPr/>
                </p:nvSpPr>
                <p:spPr>
                  <a:xfrm>
                    <a:off x="6086114" y="1215555"/>
                    <a:ext cx="29435" cy="13609"/>
                  </a:xfrm>
                  <a:custGeom>
                    <a:avLst/>
                    <a:gdLst>
                      <a:gd name="connsiteX0" fmla="*/ 29436 w 29435"/>
                      <a:gd name="connsiteY0" fmla="*/ 0 h 13609"/>
                      <a:gd name="connsiteX1" fmla="*/ 0 w 29435"/>
                      <a:gd name="connsiteY1" fmla="*/ 13610 h 13609"/>
                      <a:gd name="connsiteX2" fmla="*/ 29436 w 29435"/>
                      <a:gd name="connsiteY2" fmla="*/ 0 h 1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435" h="13609">
                        <a:moveTo>
                          <a:pt x="29436" y="0"/>
                        </a:moveTo>
                        <a:cubicBezTo>
                          <a:pt x="25579" y="6650"/>
                          <a:pt x="9886" y="11038"/>
                          <a:pt x="0" y="13610"/>
                        </a:cubicBezTo>
                        <a:cubicBezTo>
                          <a:pt x="10728" y="10817"/>
                          <a:pt x="22032" y="5098"/>
                          <a:pt x="2943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39" name="Forme libre : forme 23138">
                    <a:extLst>
                      <a:ext uri="{FF2B5EF4-FFF2-40B4-BE49-F238E27FC236}">
                        <a16:creationId xmlns:a16="http://schemas.microsoft.com/office/drawing/2014/main" id="{CA60E3F6-E25A-429A-A45D-5FA5231FD08B}"/>
                      </a:ext>
                    </a:extLst>
                  </p:cNvPr>
                  <p:cNvSpPr/>
                  <p:nvPr/>
                </p:nvSpPr>
                <p:spPr>
                  <a:xfrm>
                    <a:off x="6017933" y="1196226"/>
                    <a:ext cx="33735" cy="11437"/>
                  </a:xfrm>
                  <a:custGeom>
                    <a:avLst/>
                    <a:gdLst>
                      <a:gd name="connsiteX0" fmla="*/ 33736 w 33735"/>
                      <a:gd name="connsiteY0" fmla="*/ 0 h 11437"/>
                      <a:gd name="connsiteX1" fmla="*/ 0 w 33735"/>
                      <a:gd name="connsiteY1" fmla="*/ 11437 h 11437"/>
                      <a:gd name="connsiteX2" fmla="*/ 33736 w 33735"/>
                      <a:gd name="connsiteY2" fmla="*/ 0 h 11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735" h="11437">
                        <a:moveTo>
                          <a:pt x="33736" y="0"/>
                        </a:moveTo>
                        <a:cubicBezTo>
                          <a:pt x="20525" y="798"/>
                          <a:pt x="8866" y="5940"/>
                          <a:pt x="0" y="11437"/>
                        </a:cubicBezTo>
                        <a:cubicBezTo>
                          <a:pt x="7980" y="5896"/>
                          <a:pt x="22564" y="2172"/>
                          <a:pt x="3373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40" name="Forme libre : forme 23139">
                    <a:extLst>
                      <a:ext uri="{FF2B5EF4-FFF2-40B4-BE49-F238E27FC236}">
                        <a16:creationId xmlns:a16="http://schemas.microsoft.com/office/drawing/2014/main" id="{54B4CE55-A483-4C88-B97A-D7C6E918E2BD}"/>
                      </a:ext>
                    </a:extLst>
                  </p:cNvPr>
                  <p:cNvSpPr/>
                  <p:nvPr/>
                </p:nvSpPr>
                <p:spPr>
                  <a:xfrm>
                    <a:off x="6069891" y="1208770"/>
                    <a:ext cx="17763" cy="4114"/>
                  </a:xfrm>
                  <a:custGeom>
                    <a:avLst/>
                    <a:gdLst>
                      <a:gd name="connsiteX0" fmla="*/ 17641 w 17763"/>
                      <a:gd name="connsiteY0" fmla="*/ 3016 h 4114"/>
                      <a:gd name="connsiteX1" fmla="*/ 7223 w 17763"/>
                      <a:gd name="connsiteY1" fmla="*/ 3814 h 4114"/>
                      <a:gd name="connsiteX2" fmla="*/ 175 w 17763"/>
                      <a:gd name="connsiteY2" fmla="*/ 1065 h 4114"/>
                      <a:gd name="connsiteX3" fmla="*/ 9972 w 17763"/>
                      <a:gd name="connsiteY3" fmla="*/ 401 h 4114"/>
                      <a:gd name="connsiteX4" fmla="*/ 17641 w 17763"/>
                      <a:gd name="connsiteY4" fmla="*/ 3016 h 4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63" h="4114">
                        <a:moveTo>
                          <a:pt x="17641" y="3016"/>
                        </a:moveTo>
                        <a:cubicBezTo>
                          <a:pt x="16533" y="4656"/>
                          <a:pt x="9396" y="4036"/>
                          <a:pt x="7223" y="3814"/>
                        </a:cubicBezTo>
                        <a:cubicBezTo>
                          <a:pt x="5051" y="3592"/>
                          <a:pt x="-1111" y="2794"/>
                          <a:pt x="175" y="1065"/>
                        </a:cubicBezTo>
                        <a:cubicBezTo>
                          <a:pt x="1460" y="-664"/>
                          <a:pt x="7933" y="179"/>
                          <a:pt x="9972" y="401"/>
                        </a:cubicBezTo>
                        <a:cubicBezTo>
                          <a:pt x="12011" y="622"/>
                          <a:pt x="18749" y="1376"/>
                          <a:pt x="17641" y="301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41" name="Forme libre : forme 23140">
                    <a:extLst>
                      <a:ext uri="{FF2B5EF4-FFF2-40B4-BE49-F238E27FC236}">
                        <a16:creationId xmlns:a16="http://schemas.microsoft.com/office/drawing/2014/main" id="{F968C472-EA57-4100-BCFE-455342F4083C}"/>
                      </a:ext>
                    </a:extLst>
                  </p:cNvPr>
                  <p:cNvSpPr/>
                  <p:nvPr/>
                </p:nvSpPr>
                <p:spPr>
                  <a:xfrm>
                    <a:off x="6085213" y="1210589"/>
                    <a:ext cx="5080" cy="1551"/>
                  </a:xfrm>
                  <a:custGeom>
                    <a:avLst/>
                    <a:gdLst>
                      <a:gd name="connsiteX0" fmla="*/ 5068 w 5080"/>
                      <a:gd name="connsiteY0" fmla="*/ 754 h 1551"/>
                      <a:gd name="connsiteX1" fmla="*/ 2762 w 5080"/>
                      <a:gd name="connsiteY1" fmla="*/ 1552 h 1551"/>
                      <a:gd name="connsiteX2" fmla="*/ 14 w 5080"/>
                      <a:gd name="connsiteY2" fmla="*/ 798 h 1551"/>
                      <a:gd name="connsiteX3" fmla="*/ 2231 w 5080"/>
                      <a:gd name="connsiteY3" fmla="*/ 0 h 1551"/>
                      <a:gd name="connsiteX4" fmla="*/ 5068 w 5080"/>
                      <a:gd name="connsiteY4" fmla="*/ 754 h 1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80" h="1551">
                        <a:moveTo>
                          <a:pt x="5068" y="754"/>
                        </a:moveTo>
                        <a:cubicBezTo>
                          <a:pt x="5245" y="1374"/>
                          <a:pt x="3605" y="1552"/>
                          <a:pt x="2762" y="1552"/>
                        </a:cubicBezTo>
                        <a:cubicBezTo>
                          <a:pt x="1920" y="1552"/>
                          <a:pt x="191" y="1463"/>
                          <a:pt x="14" y="798"/>
                        </a:cubicBezTo>
                        <a:cubicBezTo>
                          <a:pt x="-163" y="133"/>
                          <a:pt x="1388" y="0"/>
                          <a:pt x="2231" y="0"/>
                        </a:cubicBezTo>
                        <a:cubicBezTo>
                          <a:pt x="3117" y="0"/>
                          <a:pt x="4890" y="89"/>
                          <a:pt x="5068" y="7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42" name="Forme libre : forme 23141">
                    <a:extLst>
                      <a:ext uri="{FF2B5EF4-FFF2-40B4-BE49-F238E27FC236}">
                        <a16:creationId xmlns:a16="http://schemas.microsoft.com/office/drawing/2014/main" id="{76C2C9EC-110D-4B44-BFD1-80CACA16171B}"/>
                      </a:ext>
                    </a:extLst>
                  </p:cNvPr>
                  <p:cNvSpPr/>
                  <p:nvPr/>
                </p:nvSpPr>
                <p:spPr>
                  <a:xfrm>
                    <a:off x="6069720" y="1197785"/>
                    <a:ext cx="43783" cy="16357"/>
                  </a:xfrm>
                  <a:custGeom>
                    <a:avLst/>
                    <a:gdLst>
                      <a:gd name="connsiteX0" fmla="*/ 32618 w 43783"/>
                      <a:gd name="connsiteY0" fmla="*/ 6820 h 16357"/>
                      <a:gd name="connsiteX1" fmla="*/ 43480 w 43783"/>
                      <a:gd name="connsiteY1" fmla="*/ 13647 h 16357"/>
                      <a:gd name="connsiteX2" fmla="*/ 40509 w 43783"/>
                      <a:gd name="connsiteY2" fmla="*/ 16351 h 16357"/>
                      <a:gd name="connsiteX3" fmla="*/ 35234 w 43783"/>
                      <a:gd name="connsiteY3" fmla="*/ 14799 h 16357"/>
                      <a:gd name="connsiteX4" fmla="*/ 19585 w 43783"/>
                      <a:gd name="connsiteY4" fmla="*/ 8815 h 16357"/>
                      <a:gd name="connsiteX5" fmla="*/ 390 w 43783"/>
                      <a:gd name="connsiteY5" fmla="*/ 2076 h 16357"/>
                      <a:gd name="connsiteX6" fmla="*/ 22555 w 43783"/>
                      <a:gd name="connsiteY6" fmla="*/ 1766 h 16357"/>
                      <a:gd name="connsiteX7" fmla="*/ 32618 w 43783"/>
                      <a:gd name="connsiteY7" fmla="*/ 6820 h 16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783" h="16357">
                        <a:moveTo>
                          <a:pt x="32618" y="6820"/>
                        </a:moveTo>
                        <a:cubicBezTo>
                          <a:pt x="37273" y="8992"/>
                          <a:pt x="40687" y="10499"/>
                          <a:pt x="43480" y="13647"/>
                        </a:cubicBezTo>
                        <a:cubicBezTo>
                          <a:pt x="44499" y="14799"/>
                          <a:pt x="42815" y="16262"/>
                          <a:pt x="40509" y="16351"/>
                        </a:cubicBezTo>
                        <a:cubicBezTo>
                          <a:pt x="38204" y="16440"/>
                          <a:pt x="36741" y="15597"/>
                          <a:pt x="35234" y="14799"/>
                        </a:cubicBezTo>
                        <a:cubicBezTo>
                          <a:pt x="30446" y="12317"/>
                          <a:pt x="25304" y="10544"/>
                          <a:pt x="19585" y="8815"/>
                        </a:cubicBezTo>
                        <a:cubicBezTo>
                          <a:pt x="15994" y="7706"/>
                          <a:pt x="-2935" y="5667"/>
                          <a:pt x="390" y="2076"/>
                        </a:cubicBezTo>
                        <a:cubicBezTo>
                          <a:pt x="3715" y="-1514"/>
                          <a:pt x="17812" y="347"/>
                          <a:pt x="22555" y="1766"/>
                        </a:cubicBezTo>
                        <a:cubicBezTo>
                          <a:pt x="27254" y="3185"/>
                          <a:pt x="29116" y="5224"/>
                          <a:pt x="32618" y="682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118" name="Graphique 2">
                  <a:extLst>
                    <a:ext uri="{FF2B5EF4-FFF2-40B4-BE49-F238E27FC236}">
                      <a16:creationId xmlns:a16="http://schemas.microsoft.com/office/drawing/2014/main" id="{829C5DEC-FAD7-4924-AD03-16A6A25149C0}"/>
                    </a:ext>
                  </a:extLst>
                </p:cNvPr>
                <p:cNvGrpSpPr/>
                <p:nvPr/>
              </p:nvGrpSpPr>
              <p:grpSpPr>
                <a:xfrm>
                  <a:off x="6118355" y="1194029"/>
                  <a:ext cx="103511" cy="38289"/>
                  <a:chOff x="6118355" y="1194029"/>
                  <a:chExt cx="103511" cy="38289"/>
                </a:xfrm>
                <a:solidFill>
                  <a:schemeClr val="accent1"/>
                </a:solidFill>
              </p:grpSpPr>
              <p:sp>
                <p:nvSpPr>
                  <p:cNvPr id="23119" name="Forme libre : forme 23118">
                    <a:extLst>
                      <a:ext uri="{FF2B5EF4-FFF2-40B4-BE49-F238E27FC236}">
                        <a16:creationId xmlns:a16="http://schemas.microsoft.com/office/drawing/2014/main" id="{7F01A801-427C-4CCA-9872-0FDAE6DE92C0}"/>
                      </a:ext>
                    </a:extLst>
                  </p:cNvPr>
                  <p:cNvSpPr/>
                  <p:nvPr/>
                </p:nvSpPr>
                <p:spPr>
                  <a:xfrm>
                    <a:off x="6118355" y="1194029"/>
                    <a:ext cx="103511" cy="38289"/>
                  </a:xfrm>
                  <a:custGeom>
                    <a:avLst/>
                    <a:gdLst>
                      <a:gd name="connsiteX0" fmla="*/ 71981 w 103511"/>
                      <a:gd name="connsiteY0" fmla="*/ 34781 h 38289"/>
                      <a:gd name="connsiteX1" fmla="*/ 54558 w 103511"/>
                      <a:gd name="connsiteY1" fmla="*/ 37396 h 38289"/>
                      <a:gd name="connsiteX2" fmla="*/ 34787 w 103511"/>
                      <a:gd name="connsiteY2" fmla="*/ 38150 h 38289"/>
                      <a:gd name="connsiteX3" fmla="*/ 1805 w 103511"/>
                      <a:gd name="connsiteY3" fmla="*/ 23210 h 38289"/>
                      <a:gd name="connsiteX4" fmla="*/ 2736 w 103511"/>
                      <a:gd name="connsiteY4" fmla="*/ 13236 h 38289"/>
                      <a:gd name="connsiteX5" fmla="*/ 35806 w 103511"/>
                      <a:gd name="connsiteY5" fmla="*/ 3084 h 38289"/>
                      <a:gd name="connsiteX6" fmla="*/ 49815 w 103511"/>
                      <a:gd name="connsiteY6" fmla="*/ 2064 h 38289"/>
                      <a:gd name="connsiteX7" fmla="*/ 65819 w 103511"/>
                      <a:gd name="connsiteY7" fmla="*/ 336 h 38289"/>
                      <a:gd name="connsiteX8" fmla="*/ 97870 w 103511"/>
                      <a:gd name="connsiteY8" fmla="*/ 6941 h 38289"/>
                      <a:gd name="connsiteX9" fmla="*/ 101993 w 103511"/>
                      <a:gd name="connsiteY9" fmla="*/ 10266 h 38289"/>
                      <a:gd name="connsiteX10" fmla="*/ 103056 w 103511"/>
                      <a:gd name="connsiteY10" fmla="*/ 15275 h 38289"/>
                      <a:gd name="connsiteX11" fmla="*/ 91087 w 103511"/>
                      <a:gd name="connsiteY11" fmla="*/ 27732 h 38289"/>
                      <a:gd name="connsiteX12" fmla="*/ 71981 w 103511"/>
                      <a:gd name="connsiteY12" fmla="*/ 34781 h 38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3511" h="38289">
                        <a:moveTo>
                          <a:pt x="71981" y="34781"/>
                        </a:moveTo>
                        <a:cubicBezTo>
                          <a:pt x="67814" y="35579"/>
                          <a:pt x="61208" y="36554"/>
                          <a:pt x="54558" y="37396"/>
                        </a:cubicBezTo>
                        <a:cubicBezTo>
                          <a:pt x="47111" y="38372"/>
                          <a:pt x="39397" y="38416"/>
                          <a:pt x="34787" y="38150"/>
                        </a:cubicBezTo>
                        <a:cubicBezTo>
                          <a:pt x="17188" y="37042"/>
                          <a:pt x="9651" y="30968"/>
                          <a:pt x="1805" y="23210"/>
                        </a:cubicBezTo>
                        <a:cubicBezTo>
                          <a:pt x="-900" y="20506"/>
                          <a:pt x="-545" y="15452"/>
                          <a:pt x="2736" y="13236"/>
                        </a:cubicBezTo>
                        <a:cubicBezTo>
                          <a:pt x="12134" y="6808"/>
                          <a:pt x="22064" y="3705"/>
                          <a:pt x="35806" y="3084"/>
                        </a:cubicBezTo>
                        <a:cubicBezTo>
                          <a:pt x="39486" y="2862"/>
                          <a:pt x="44806" y="2685"/>
                          <a:pt x="49815" y="2064"/>
                        </a:cubicBezTo>
                        <a:cubicBezTo>
                          <a:pt x="55755" y="1399"/>
                          <a:pt x="61740" y="779"/>
                          <a:pt x="65819" y="336"/>
                        </a:cubicBezTo>
                        <a:cubicBezTo>
                          <a:pt x="80847" y="-1172"/>
                          <a:pt x="89092" y="2641"/>
                          <a:pt x="97870" y="6941"/>
                        </a:cubicBezTo>
                        <a:cubicBezTo>
                          <a:pt x="99333" y="7650"/>
                          <a:pt x="100751" y="8936"/>
                          <a:pt x="101993" y="10266"/>
                        </a:cubicBezTo>
                        <a:cubicBezTo>
                          <a:pt x="103234" y="11640"/>
                          <a:pt x="104076" y="13280"/>
                          <a:pt x="103056" y="15275"/>
                        </a:cubicBezTo>
                        <a:cubicBezTo>
                          <a:pt x="100264" y="20506"/>
                          <a:pt x="96141" y="24540"/>
                          <a:pt x="91087" y="27732"/>
                        </a:cubicBezTo>
                        <a:cubicBezTo>
                          <a:pt x="85989" y="30924"/>
                          <a:pt x="79783" y="33273"/>
                          <a:pt x="71981" y="3478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20" name="Forme libre : forme 23119">
                    <a:extLst>
                      <a:ext uri="{FF2B5EF4-FFF2-40B4-BE49-F238E27FC236}">
                        <a16:creationId xmlns:a16="http://schemas.microsoft.com/office/drawing/2014/main" id="{4BBD6503-5F96-446C-B86B-2785FF1A5924}"/>
                      </a:ext>
                    </a:extLst>
                  </p:cNvPr>
                  <p:cNvSpPr/>
                  <p:nvPr/>
                </p:nvSpPr>
                <p:spPr>
                  <a:xfrm>
                    <a:off x="6118387" y="1208994"/>
                    <a:ext cx="103113" cy="23229"/>
                  </a:xfrm>
                  <a:custGeom>
                    <a:avLst/>
                    <a:gdLst>
                      <a:gd name="connsiteX0" fmla="*/ 40341 w 103113"/>
                      <a:gd name="connsiteY0" fmla="*/ 10551 h 23229"/>
                      <a:gd name="connsiteX1" fmla="*/ 0 w 103113"/>
                      <a:gd name="connsiteY1" fmla="*/ 3990 h 23229"/>
                      <a:gd name="connsiteX2" fmla="*/ 1773 w 103113"/>
                      <a:gd name="connsiteY2" fmla="*/ 8157 h 23229"/>
                      <a:gd name="connsiteX3" fmla="*/ 5852 w 103113"/>
                      <a:gd name="connsiteY3" fmla="*/ 12014 h 23229"/>
                      <a:gd name="connsiteX4" fmla="*/ 20392 w 103113"/>
                      <a:gd name="connsiteY4" fmla="*/ 20525 h 23229"/>
                      <a:gd name="connsiteX5" fmla="*/ 34756 w 103113"/>
                      <a:gd name="connsiteY5" fmla="*/ 23096 h 23229"/>
                      <a:gd name="connsiteX6" fmla="*/ 40962 w 103113"/>
                      <a:gd name="connsiteY6" fmla="*/ 23229 h 23229"/>
                      <a:gd name="connsiteX7" fmla="*/ 48498 w 103113"/>
                      <a:gd name="connsiteY7" fmla="*/ 22919 h 23229"/>
                      <a:gd name="connsiteX8" fmla="*/ 56300 w 103113"/>
                      <a:gd name="connsiteY8" fmla="*/ 22077 h 23229"/>
                      <a:gd name="connsiteX9" fmla="*/ 69334 w 103113"/>
                      <a:gd name="connsiteY9" fmla="*/ 20215 h 23229"/>
                      <a:gd name="connsiteX10" fmla="*/ 71949 w 103113"/>
                      <a:gd name="connsiteY10" fmla="*/ 19727 h 23229"/>
                      <a:gd name="connsiteX11" fmla="*/ 86313 w 103113"/>
                      <a:gd name="connsiteY11" fmla="*/ 15205 h 23229"/>
                      <a:gd name="connsiteX12" fmla="*/ 99966 w 103113"/>
                      <a:gd name="connsiteY12" fmla="*/ 4788 h 23229"/>
                      <a:gd name="connsiteX13" fmla="*/ 103025 w 103113"/>
                      <a:gd name="connsiteY13" fmla="*/ 177 h 23229"/>
                      <a:gd name="connsiteX14" fmla="*/ 103114 w 103113"/>
                      <a:gd name="connsiteY14" fmla="*/ 0 h 23229"/>
                      <a:gd name="connsiteX15" fmla="*/ 95001 w 103113"/>
                      <a:gd name="connsiteY15" fmla="*/ 2616 h 23229"/>
                      <a:gd name="connsiteX16" fmla="*/ 87155 w 103113"/>
                      <a:gd name="connsiteY16" fmla="*/ 4211 h 23229"/>
                      <a:gd name="connsiteX17" fmla="*/ 71550 w 103113"/>
                      <a:gd name="connsiteY17" fmla="*/ 6561 h 23229"/>
                      <a:gd name="connsiteX18" fmla="*/ 56079 w 103113"/>
                      <a:gd name="connsiteY18" fmla="*/ 8689 h 23229"/>
                      <a:gd name="connsiteX19" fmla="*/ 40341 w 103113"/>
                      <a:gd name="connsiteY19" fmla="*/ 10551 h 2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03113" h="23229">
                        <a:moveTo>
                          <a:pt x="40341" y="10551"/>
                        </a:moveTo>
                        <a:cubicBezTo>
                          <a:pt x="25712" y="11659"/>
                          <a:pt x="10551" y="9576"/>
                          <a:pt x="0" y="3990"/>
                        </a:cubicBezTo>
                        <a:cubicBezTo>
                          <a:pt x="89" y="5541"/>
                          <a:pt x="665" y="7004"/>
                          <a:pt x="1773" y="8157"/>
                        </a:cubicBezTo>
                        <a:cubicBezTo>
                          <a:pt x="3148" y="9531"/>
                          <a:pt x="4477" y="10772"/>
                          <a:pt x="5852" y="12014"/>
                        </a:cubicBezTo>
                        <a:cubicBezTo>
                          <a:pt x="9886" y="15516"/>
                          <a:pt x="14319" y="18486"/>
                          <a:pt x="20392" y="20525"/>
                        </a:cubicBezTo>
                        <a:cubicBezTo>
                          <a:pt x="24338" y="21855"/>
                          <a:pt x="28992" y="22786"/>
                          <a:pt x="34756" y="23096"/>
                        </a:cubicBezTo>
                        <a:cubicBezTo>
                          <a:pt x="36484" y="23185"/>
                          <a:pt x="38612" y="23229"/>
                          <a:pt x="40962" y="23229"/>
                        </a:cubicBezTo>
                        <a:cubicBezTo>
                          <a:pt x="43267" y="23185"/>
                          <a:pt x="45838" y="23096"/>
                          <a:pt x="48498" y="22919"/>
                        </a:cubicBezTo>
                        <a:cubicBezTo>
                          <a:pt x="51202" y="22697"/>
                          <a:pt x="54084" y="22387"/>
                          <a:pt x="56300" y="22077"/>
                        </a:cubicBezTo>
                        <a:cubicBezTo>
                          <a:pt x="61044" y="21456"/>
                          <a:pt x="65699" y="20791"/>
                          <a:pt x="69334" y="20215"/>
                        </a:cubicBezTo>
                        <a:cubicBezTo>
                          <a:pt x="70265" y="20038"/>
                          <a:pt x="71151" y="19905"/>
                          <a:pt x="71949" y="19727"/>
                        </a:cubicBezTo>
                        <a:cubicBezTo>
                          <a:pt x="77491" y="18663"/>
                          <a:pt x="82190" y="17156"/>
                          <a:pt x="86313" y="15205"/>
                        </a:cubicBezTo>
                        <a:cubicBezTo>
                          <a:pt x="91898" y="12501"/>
                          <a:pt x="96375" y="9044"/>
                          <a:pt x="99966" y="4788"/>
                        </a:cubicBezTo>
                        <a:cubicBezTo>
                          <a:pt x="101119" y="3369"/>
                          <a:pt x="102183" y="1818"/>
                          <a:pt x="103025" y="177"/>
                        </a:cubicBezTo>
                        <a:lnTo>
                          <a:pt x="103114" y="0"/>
                        </a:lnTo>
                        <a:cubicBezTo>
                          <a:pt x="100232" y="1330"/>
                          <a:pt x="97617" y="1995"/>
                          <a:pt x="95001" y="2616"/>
                        </a:cubicBezTo>
                        <a:cubicBezTo>
                          <a:pt x="92386" y="3236"/>
                          <a:pt x="89770" y="3724"/>
                          <a:pt x="87155" y="4211"/>
                        </a:cubicBezTo>
                        <a:cubicBezTo>
                          <a:pt x="81924" y="5142"/>
                          <a:pt x="76737" y="5852"/>
                          <a:pt x="71550" y="6561"/>
                        </a:cubicBezTo>
                        <a:cubicBezTo>
                          <a:pt x="66364" y="7270"/>
                          <a:pt x="61221" y="7980"/>
                          <a:pt x="56079" y="8689"/>
                        </a:cubicBezTo>
                        <a:cubicBezTo>
                          <a:pt x="50981" y="9487"/>
                          <a:pt x="45484" y="10196"/>
                          <a:pt x="40341" y="1055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21" name="Forme libre : forme 23120">
                    <a:extLst>
                      <a:ext uri="{FF2B5EF4-FFF2-40B4-BE49-F238E27FC236}">
                        <a16:creationId xmlns:a16="http://schemas.microsoft.com/office/drawing/2014/main" id="{D6B90FCA-A0DC-4A02-A8D1-9E2ADB671873}"/>
                      </a:ext>
                    </a:extLst>
                  </p:cNvPr>
                  <p:cNvSpPr/>
                  <p:nvPr/>
                </p:nvSpPr>
                <p:spPr>
                  <a:xfrm>
                    <a:off x="6154205" y="1207224"/>
                    <a:ext cx="47745" cy="12814"/>
                  </a:xfrm>
                  <a:custGeom>
                    <a:avLst/>
                    <a:gdLst>
                      <a:gd name="connsiteX0" fmla="*/ 47702 w 47745"/>
                      <a:gd name="connsiteY0" fmla="*/ 2966 h 12814"/>
                      <a:gd name="connsiteX1" fmla="*/ 23763 w 47745"/>
                      <a:gd name="connsiteY1" fmla="*/ 12232 h 12814"/>
                      <a:gd name="connsiteX2" fmla="*/ 17512 w 47745"/>
                      <a:gd name="connsiteY2" fmla="*/ 12764 h 12814"/>
                      <a:gd name="connsiteX3" fmla="*/ 9533 w 47745"/>
                      <a:gd name="connsiteY3" fmla="*/ 12542 h 12814"/>
                      <a:gd name="connsiteX4" fmla="*/ 1 w 47745"/>
                      <a:gd name="connsiteY4" fmla="*/ 7798 h 12814"/>
                      <a:gd name="connsiteX5" fmla="*/ 8868 w 47745"/>
                      <a:gd name="connsiteY5" fmla="*/ 2878 h 12814"/>
                      <a:gd name="connsiteX6" fmla="*/ 22167 w 47745"/>
                      <a:gd name="connsiteY6" fmla="*/ 794 h 12814"/>
                      <a:gd name="connsiteX7" fmla="*/ 47702 w 47745"/>
                      <a:gd name="connsiteY7" fmla="*/ 2966 h 128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745" h="12814">
                        <a:moveTo>
                          <a:pt x="47702" y="2966"/>
                        </a:moveTo>
                        <a:cubicBezTo>
                          <a:pt x="48765" y="7710"/>
                          <a:pt x="30014" y="11522"/>
                          <a:pt x="23763" y="12232"/>
                        </a:cubicBezTo>
                        <a:cubicBezTo>
                          <a:pt x="22167" y="12453"/>
                          <a:pt x="19950" y="12631"/>
                          <a:pt x="17512" y="12764"/>
                        </a:cubicBezTo>
                        <a:cubicBezTo>
                          <a:pt x="15074" y="12852"/>
                          <a:pt x="12104" y="12852"/>
                          <a:pt x="9533" y="12542"/>
                        </a:cubicBezTo>
                        <a:cubicBezTo>
                          <a:pt x="4346" y="11921"/>
                          <a:pt x="90" y="10325"/>
                          <a:pt x="1" y="7798"/>
                        </a:cubicBezTo>
                        <a:cubicBezTo>
                          <a:pt x="-87" y="5227"/>
                          <a:pt x="4080" y="3853"/>
                          <a:pt x="8868" y="2878"/>
                        </a:cubicBezTo>
                        <a:cubicBezTo>
                          <a:pt x="13522" y="1903"/>
                          <a:pt x="19152" y="1060"/>
                          <a:pt x="22167" y="794"/>
                        </a:cubicBezTo>
                        <a:cubicBezTo>
                          <a:pt x="28063" y="307"/>
                          <a:pt x="46682" y="-1555"/>
                          <a:pt x="47702" y="296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22" name="Forme libre : forme 23121">
                    <a:extLst>
                      <a:ext uri="{FF2B5EF4-FFF2-40B4-BE49-F238E27FC236}">
                        <a16:creationId xmlns:a16="http://schemas.microsoft.com/office/drawing/2014/main" id="{CA593D82-F826-4430-9E69-B623D431BDBE}"/>
                      </a:ext>
                    </a:extLst>
                  </p:cNvPr>
                  <p:cNvSpPr/>
                  <p:nvPr/>
                </p:nvSpPr>
                <p:spPr>
                  <a:xfrm>
                    <a:off x="6153883" y="1210057"/>
                    <a:ext cx="34413" cy="10000"/>
                  </a:xfrm>
                  <a:custGeom>
                    <a:avLst/>
                    <a:gdLst>
                      <a:gd name="connsiteX0" fmla="*/ 10076 w 34413"/>
                      <a:gd name="connsiteY0" fmla="*/ 0 h 10000"/>
                      <a:gd name="connsiteX1" fmla="*/ 101 w 34413"/>
                      <a:gd name="connsiteY1" fmla="*/ 4965 h 10000"/>
                      <a:gd name="connsiteX2" fmla="*/ 9899 w 34413"/>
                      <a:gd name="connsiteY2" fmla="*/ 9708 h 10000"/>
                      <a:gd name="connsiteX3" fmla="*/ 17568 w 34413"/>
                      <a:gd name="connsiteY3" fmla="*/ 9930 h 10000"/>
                      <a:gd name="connsiteX4" fmla="*/ 24350 w 34413"/>
                      <a:gd name="connsiteY4" fmla="*/ 9398 h 10000"/>
                      <a:gd name="connsiteX5" fmla="*/ 34414 w 34413"/>
                      <a:gd name="connsiteY5" fmla="*/ 7315 h 10000"/>
                      <a:gd name="connsiteX6" fmla="*/ 28917 w 34413"/>
                      <a:gd name="connsiteY6" fmla="*/ 7714 h 10000"/>
                      <a:gd name="connsiteX7" fmla="*/ 10076 w 34413"/>
                      <a:gd name="connsiteY7" fmla="*/ 0 h 10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413" h="10000">
                        <a:moveTo>
                          <a:pt x="10076" y="0"/>
                        </a:moveTo>
                        <a:cubicBezTo>
                          <a:pt x="7283" y="1153"/>
                          <a:pt x="-1007" y="1818"/>
                          <a:pt x="101" y="4965"/>
                        </a:cubicBezTo>
                        <a:cubicBezTo>
                          <a:pt x="988" y="7536"/>
                          <a:pt x="4978" y="9088"/>
                          <a:pt x="9899" y="9708"/>
                        </a:cubicBezTo>
                        <a:cubicBezTo>
                          <a:pt x="12337" y="10019"/>
                          <a:pt x="15085" y="10063"/>
                          <a:pt x="17568" y="9930"/>
                        </a:cubicBezTo>
                        <a:cubicBezTo>
                          <a:pt x="20006" y="9841"/>
                          <a:pt x="22355" y="9620"/>
                          <a:pt x="24350" y="9398"/>
                        </a:cubicBezTo>
                        <a:cubicBezTo>
                          <a:pt x="26656" y="9132"/>
                          <a:pt x="31842" y="8068"/>
                          <a:pt x="34414" y="7315"/>
                        </a:cubicBezTo>
                        <a:cubicBezTo>
                          <a:pt x="32906" y="7448"/>
                          <a:pt x="30379" y="7802"/>
                          <a:pt x="28917" y="7714"/>
                        </a:cubicBezTo>
                        <a:cubicBezTo>
                          <a:pt x="20760" y="7137"/>
                          <a:pt x="10874" y="5719"/>
                          <a:pt x="1007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23" name="Forme libre : forme 23122">
                    <a:extLst>
                      <a:ext uri="{FF2B5EF4-FFF2-40B4-BE49-F238E27FC236}">
                        <a16:creationId xmlns:a16="http://schemas.microsoft.com/office/drawing/2014/main" id="{B3285CBB-3213-4D99-B1B7-0F07E98318BF}"/>
                      </a:ext>
                    </a:extLst>
                  </p:cNvPr>
                  <p:cNvSpPr/>
                  <p:nvPr/>
                </p:nvSpPr>
                <p:spPr>
                  <a:xfrm>
                    <a:off x="6156717" y="1208002"/>
                    <a:ext cx="47949" cy="13251"/>
                  </a:xfrm>
                  <a:custGeom>
                    <a:avLst/>
                    <a:gdLst>
                      <a:gd name="connsiteX0" fmla="*/ 47938 w 47949"/>
                      <a:gd name="connsiteY0" fmla="*/ 2898 h 13251"/>
                      <a:gd name="connsiteX1" fmla="*/ 23644 w 47949"/>
                      <a:gd name="connsiteY1" fmla="*/ 12562 h 13251"/>
                      <a:gd name="connsiteX2" fmla="*/ 9591 w 47949"/>
                      <a:gd name="connsiteY2" fmla="*/ 13049 h 13251"/>
                      <a:gd name="connsiteX3" fmla="*/ 16 w 47949"/>
                      <a:gd name="connsiteY3" fmla="*/ 8306 h 13251"/>
                      <a:gd name="connsiteX4" fmla="*/ 8838 w 47949"/>
                      <a:gd name="connsiteY4" fmla="*/ 3252 h 13251"/>
                      <a:gd name="connsiteX5" fmla="*/ 22181 w 47949"/>
                      <a:gd name="connsiteY5" fmla="*/ 1036 h 13251"/>
                      <a:gd name="connsiteX6" fmla="*/ 47938 w 47949"/>
                      <a:gd name="connsiteY6" fmla="*/ 2898 h 13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949" h="13251">
                        <a:moveTo>
                          <a:pt x="47938" y="2898"/>
                        </a:moveTo>
                        <a:cubicBezTo>
                          <a:pt x="47361" y="7951"/>
                          <a:pt x="30427" y="11586"/>
                          <a:pt x="23644" y="12562"/>
                        </a:cubicBezTo>
                        <a:cubicBezTo>
                          <a:pt x="20187" y="13049"/>
                          <a:pt x="14867" y="13537"/>
                          <a:pt x="9591" y="13049"/>
                        </a:cubicBezTo>
                        <a:cubicBezTo>
                          <a:pt x="4449" y="12517"/>
                          <a:pt x="326" y="10921"/>
                          <a:pt x="16" y="8306"/>
                        </a:cubicBezTo>
                        <a:cubicBezTo>
                          <a:pt x="-294" y="5690"/>
                          <a:pt x="3961" y="4361"/>
                          <a:pt x="8838" y="3252"/>
                        </a:cubicBezTo>
                        <a:cubicBezTo>
                          <a:pt x="13625" y="2144"/>
                          <a:pt x="19521" y="1302"/>
                          <a:pt x="22181" y="1036"/>
                        </a:cubicBezTo>
                        <a:cubicBezTo>
                          <a:pt x="27678" y="548"/>
                          <a:pt x="48514" y="-1846"/>
                          <a:pt x="47938" y="289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24" name="Forme libre : forme 23123">
                    <a:extLst>
                      <a:ext uri="{FF2B5EF4-FFF2-40B4-BE49-F238E27FC236}">
                        <a16:creationId xmlns:a16="http://schemas.microsoft.com/office/drawing/2014/main" id="{B50B15E8-867A-4316-BECE-CD3648312345}"/>
                      </a:ext>
                    </a:extLst>
                  </p:cNvPr>
                  <p:cNvSpPr/>
                  <p:nvPr/>
                </p:nvSpPr>
                <p:spPr>
                  <a:xfrm>
                    <a:off x="6131697" y="1205553"/>
                    <a:ext cx="60432" cy="23223"/>
                  </a:xfrm>
                  <a:custGeom>
                    <a:avLst/>
                    <a:gdLst>
                      <a:gd name="connsiteX0" fmla="*/ 255 w 60432"/>
                      <a:gd name="connsiteY0" fmla="*/ 8849 h 23223"/>
                      <a:gd name="connsiteX1" fmla="*/ 5973 w 60432"/>
                      <a:gd name="connsiteY1" fmla="*/ 14922 h 23223"/>
                      <a:gd name="connsiteX2" fmla="*/ 28671 w 60432"/>
                      <a:gd name="connsiteY2" fmla="*/ 23035 h 23223"/>
                      <a:gd name="connsiteX3" fmla="*/ 35320 w 60432"/>
                      <a:gd name="connsiteY3" fmla="*/ 23168 h 23223"/>
                      <a:gd name="connsiteX4" fmla="*/ 41881 w 60432"/>
                      <a:gd name="connsiteY4" fmla="*/ 22458 h 23223"/>
                      <a:gd name="connsiteX5" fmla="*/ 52787 w 60432"/>
                      <a:gd name="connsiteY5" fmla="*/ 19533 h 23223"/>
                      <a:gd name="connsiteX6" fmla="*/ 60057 w 60432"/>
                      <a:gd name="connsiteY6" fmla="*/ 12085 h 23223"/>
                      <a:gd name="connsiteX7" fmla="*/ 52299 w 60432"/>
                      <a:gd name="connsiteY7" fmla="*/ 10445 h 23223"/>
                      <a:gd name="connsiteX8" fmla="*/ 31464 w 60432"/>
                      <a:gd name="connsiteY8" fmla="*/ 6145 h 23223"/>
                      <a:gd name="connsiteX9" fmla="*/ 11603 w 60432"/>
                      <a:gd name="connsiteY9" fmla="*/ 27 h 23223"/>
                      <a:gd name="connsiteX10" fmla="*/ 255 w 60432"/>
                      <a:gd name="connsiteY10" fmla="*/ 8849 h 23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0432" h="23223">
                        <a:moveTo>
                          <a:pt x="255" y="8849"/>
                        </a:moveTo>
                        <a:cubicBezTo>
                          <a:pt x="1319" y="11819"/>
                          <a:pt x="2471" y="12839"/>
                          <a:pt x="5973" y="14922"/>
                        </a:cubicBezTo>
                        <a:cubicBezTo>
                          <a:pt x="12667" y="18823"/>
                          <a:pt x="18386" y="22059"/>
                          <a:pt x="28671" y="23035"/>
                        </a:cubicBezTo>
                        <a:cubicBezTo>
                          <a:pt x="30799" y="23256"/>
                          <a:pt x="33060" y="23256"/>
                          <a:pt x="35320" y="23168"/>
                        </a:cubicBezTo>
                        <a:cubicBezTo>
                          <a:pt x="37626" y="23035"/>
                          <a:pt x="40019" y="22769"/>
                          <a:pt x="41881" y="22458"/>
                        </a:cubicBezTo>
                        <a:cubicBezTo>
                          <a:pt x="45827" y="21793"/>
                          <a:pt x="49639" y="20774"/>
                          <a:pt x="52787" y="19533"/>
                        </a:cubicBezTo>
                        <a:cubicBezTo>
                          <a:pt x="57486" y="17671"/>
                          <a:pt x="61742" y="14701"/>
                          <a:pt x="60057" y="12085"/>
                        </a:cubicBezTo>
                        <a:cubicBezTo>
                          <a:pt x="59038" y="10445"/>
                          <a:pt x="55314" y="10844"/>
                          <a:pt x="52299" y="10445"/>
                        </a:cubicBezTo>
                        <a:cubicBezTo>
                          <a:pt x="45206" y="9425"/>
                          <a:pt x="38202" y="8937"/>
                          <a:pt x="31464" y="6145"/>
                        </a:cubicBezTo>
                        <a:cubicBezTo>
                          <a:pt x="25701" y="3751"/>
                          <a:pt x="19938" y="-372"/>
                          <a:pt x="11603" y="27"/>
                        </a:cubicBezTo>
                        <a:cubicBezTo>
                          <a:pt x="4112" y="382"/>
                          <a:pt x="-1253" y="4682"/>
                          <a:pt x="255" y="884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25" name="Forme libre : forme 23124">
                    <a:extLst>
                      <a:ext uri="{FF2B5EF4-FFF2-40B4-BE49-F238E27FC236}">
                        <a16:creationId xmlns:a16="http://schemas.microsoft.com/office/drawing/2014/main" id="{97C31F73-F175-4B6E-B8C3-D65E0C87336C}"/>
                      </a:ext>
                    </a:extLst>
                  </p:cNvPr>
                  <p:cNvSpPr/>
                  <p:nvPr/>
                </p:nvSpPr>
                <p:spPr>
                  <a:xfrm>
                    <a:off x="6143715" y="1205653"/>
                    <a:ext cx="18925" cy="5668"/>
                  </a:xfrm>
                  <a:custGeom>
                    <a:avLst/>
                    <a:gdLst>
                      <a:gd name="connsiteX0" fmla="*/ 1936 w 18925"/>
                      <a:gd name="connsiteY0" fmla="*/ 3163 h 5668"/>
                      <a:gd name="connsiteX1" fmla="*/ 74 w 18925"/>
                      <a:gd name="connsiteY1" fmla="*/ 4271 h 5668"/>
                      <a:gd name="connsiteX2" fmla="*/ 1448 w 18925"/>
                      <a:gd name="connsiteY2" fmla="*/ 5468 h 5668"/>
                      <a:gd name="connsiteX3" fmla="*/ 4950 w 18925"/>
                      <a:gd name="connsiteY3" fmla="*/ 5645 h 5668"/>
                      <a:gd name="connsiteX4" fmla="*/ 13506 w 18925"/>
                      <a:gd name="connsiteY4" fmla="*/ 4714 h 5668"/>
                      <a:gd name="connsiteX5" fmla="*/ 16521 w 18925"/>
                      <a:gd name="connsiteY5" fmla="*/ 3916 h 5668"/>
                      <a:gd name="connsiteX6" fmla="*/ 14614 w 18925"/>
                      <a:gd name="connsiteY6" fmla="*/ 60 h 5668"/>
                      <a:gd name="connsiteX7" fmla="*/ 1936 w 18925"/>
                      <a:gd name="connsiteY7" fmla="*/ 3163 h 5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925" h="5668">
                        <a:moveTo>
                          <a:pt x="1936" y="3163"/>
                        </a:moveTo>
                        <a:cubicBezTo>
                          <a:pt x="1049" y="3473"/>
                          <a:pt x="384" y="3739"/>
                          <a:pt x="74" y="4271"/>
                        </a:cubicBezTo>
                        <a:cubicBezTo>
                          <a:pt x="-237" y="4803"/>
                          <a:pt x="473" y="5246"/>
                          <a:pt x="1448" y="5468"/>
                        </a:cubicBezTo>
                        <a:cubicBezTo>
                          <a:pt x="2423" y="5690"/>
                          <a:pt x="3842" y="5690"/>
                          <a:pt x="4950" y="5645"/>
                        </a:cubicBezTo>
                        <a:cubicBezTo>
                          <a:pt x="7832" y="5512"/>
                          <a:pt x="10846" y="5246"/>
                          <a:pt x="13506" y="4714"/>
                        </a:cubicBezTo>
                        <a:cubicBezTo>
                          <a:pt x="14614" y="4493"/>
                          <a:pt x="15634" y="4315"/>
                          <a:pt x="16521" y="3916"/>
                        </a:cubicBezTo>
                        <a:cubicBezTo>
                          <a:pt x="20111" y="2187"/>
                          <a:pt x="19845" y="-428"/>
                          <a:pt x="14614" y="60"/>
                        </a:cubicBezTo>
                        <a:cubicBezTo>
                          <a:pt x="10580" y="370"/>
                          <a:pt x="5615" y="1833"/>
                          <a:pt x="1936" y="316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26" name="Forme libre : forme 23125">
                    <a:extLst>
                      <a:ext uri="{FF2B5EF4-FFF2-40B4-BE49-F238E27FC236}">
                        <a16:creationId xmlns:a16="http://schemas.microsoft.com/office/drawing/2014/main" id="{E8293622-3E01-405C-A6E5-3272E81EC12F}"/>
                      </a:ext>
                    </a:extLst>
                  </p:cNvPr>
                  <p:cNvSpPr/>
                  <p:nvPr/>
                </p:nvSpPr>
                <p:spPr>
                  <a:xfrm>
                    <a:off x="6191400" y="1208683"/>
                    <a:ext cx="27972" cy="19151"/>
                  </a:xfrm>
                  <a:custGeom>
                    <a:avLst/>
                    <a:gdLst>
                      <a:gd name="connsiteX0" fmla="*/ 27973 w 27972"/>
                      <a:gd name="connsiteY0" fmla="*/ 0 h 19151"/>
                      <a:gd name="connsiteX1" fmla="*/ 16668 w 27972"/>
                      <a:gd name="connsiteY1" fmla="*/ 11349 h 19151"/>
                      <a:gd name="connsiteX2" fmla="*/ 0 w 27972"/>
                      <a:gd name="connsiteY2" fmla="*/ 19151 h 19151"/>
                      <a:gd name="connsiteX3" fmla="*/ 27973 w 27972"/>
                      <a:gd name="connsiteY3" fmla="*/ 0 h 19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972" h="19151">
                        <a:moveTo>
                          <a:pt x="27973" y="0"/>
                        </a:moveTo>
                        <a:cubicBezTo>
                          <a:pt x="26997" y="3990"/>
                          <a:pt x="22165" y="8113"/>
                          <a:pt x="16668" y="11349"/>
                        </a:cubicBezTo>
                        <a:cubicBezTo>
                          <a:pt x="11171" y="14629"/>
                          <a:pt x="4832" y="17245"/>
                          <a:pt x="0" y="19151"/>
                        </a:cubicBezTo>
                        <a:cubicBezTo>
                          <a:pt x="10506" y="14984"/>
                          <a:pt x="21678" y="7714"/>
                          <a:pt x="279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27" name="Forme libre : forme 23126">
                    <a:extLst>
                      <a:ext uri="{FF2B5EF4-FFF2-40B4-BE49-F238E27FC236}">
                        <a16:creationId xmlns:a16="http://schemas.microsoft.com/office/drawing/2014/main" id="{B9DCF3D0-7456-4A0A-9AB2-66D54011E504}"/>
                      </a:ext>
                    </a:extLst>
                  </p:cNvPr>
                  <p:cNvSpPr/>
                  <p:nvPr/>
                </p:nvSpPr>
                <p:spPr>
                  <a:xfrm>
                    <a:off x="6121711" y="1198132"/>
                    <a:ext cx="33469" cy="9974"/>
                  </a:xfrm>
                  <a:custGeom>
                    <a:avLst/>
                    <a:gdLst>
                      <a:gd name="connsiteX0" fmla="*/ 33470 w 33469"/>
                      <a:gd name="connsiteY0" fmla="*/ 0 h 9974"/>
                      <a:gd name="connsiteX1" fmla="*/ 0 w 33469"/>
                      <a:gd name="connsiteY1" fmla="*/ 9974 h 9974"/>
                      <a:gd name="connsiteX2" fmla="*/ 33470 w 33469"/>
                      <a:gd name="connsiteY2" fmla="*/ 0 h 9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469" h="9974">
                        <a:moveTo>
                          <a:pt x="33470" y="0"/>
                        </a:moveTo>
                        <a:cubicBezTo>
                          <a:pt x="21412" y="798"/>
                          <a:pt x="9265" y="4832"/>
                          <a:pt x="0" y="9974"/>
                        </a:cubicBezTo>
                        <a:cubicBezTo>
                          <a:pt x="8423" y="4832"/>
                          <a:pt x="23318" y="2305"/>
                          <a:pt x="334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28" name="Forme libre : forme 23127">
                    <a:extLst>
                      <a:ext uri="{FF2B5EF4-FFF2-40B4-BE49-F238E27FC236}">
                        <a16:creationId xmlns:a16="http://schemas.microsoft.com/office/drawing/2014/main" id="{B0697335-FB8D-401C-BF60-5261C13D38F8}"/>
                      </a:ext>
                    </a:extLst>
                  </p:cNvPr>
                  <p:cNvSpPr/>
                  <p:nvPr/>
                </p:nvSpPr>
                <p:spPr>
                  <a:xfrm>
                    <a:off x="6173181" y="1208770"/>
                    <a:ext cx="17729" cy="3733"/>
                  </a:xfrm>
                  <a:custGeom>
                    <a:avLst/>
                    <a:gdLst>
                      <a:gd name="connsiteX0" fmla="*/ 17642 w 17729"/>
                      <a:gd name="connsiteY0" fmla="*/ 1642 h 3733"/>
                      <a:gd name="connsiteX1" fmla="*/ 7402 w 17729"/>
                      <a:gd name="connsiteY1" fmla="*/ 3726 h 3733"/>
                      <a:gd name="connsiteX2" fmla="*/ 131 w 17729"/>
                      <a:gd name="connsiteY2" fmla="*/ 1820 h 3733"/>
                      <a:gd name="connsiteX3" fmla="*/ 9795 w 17729"/>
                      <a:gd name="connsiteY3" fmla="*/ 2 h 3733"/>
                      <a:gd name="connsiteX4" fmla="*/ 17642 w 17729"/>
                      <a:gd name="connsiteY4" fmla="*/ 1642 h 3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29" h="3733">
                        <a:moveTo>
                          <a:pt x="17642" y="1642"/>
                        </a:moveTo>
                        <a:cubicBezTo>
                          <a:pt x="16711" y="3416"/>
                          <a:pt x="9574" y="3682"/>
                          <a:pt x="7402" y="3726"/>
                        </a:cubicBezTo>
                        <a:cubicBezTo>
                          <a:pt x="5230" y="3770"/>
                          <a:pt x="-977" y="3682"/>
                          <a:pt x="131" y="1820"/>
                        </a:cubicBezTo>
                        <a:cubicBezTo>
                          <a:pt x="1240" y="-42"/>
                          <a:pt x="7756" y="47"/>
                          <a:pt x="9795" y="2"/>
                        </a:cubicBezTo>
                        <a:cubicBezTo>
                          <a:pt x="11790" y="2"/>
                          <a:pt x="18573" y="-131"/>
                          <a:pt x="17642" y="164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29" name="Forme libre : forme 23128">
                    <a:extLst>
                      <a:ext uri="{FF2B5EF4-FFF2-40B4-BE49-F238E27FC236}">
                        <a16:creationId xmlns:a16="http://schemas.microsoft.com/office/drawing/2014/main" id="{BB9DB064-1AFD-4CCE-88CF-7597BE114175}"/>
                      </a:ext>
                    </a:extLst>
                  </p:cNvPr>
                  <p:cNvSpPr/>
                  <p:nvPr/>
                </p:nvSpPr>
                <p:spPr>
                  <a:xfrm>
                    <a:off x="6188488" y="1209136"/>
                    <a:ext cx="5024" cy="1638"/>
                  </a:xfrm>
                  <a:custGeom>
                    <a:avLst/>
                    <a:gdLst>
                      <a:gd name="connsiteX0" fmla="*/ 4995 w 5024"/>
                      <a:gd name="connsiteY0" fmla="*/ 434 h 1638"/>
                      <a:gd name="connsiteX1" fmla="*/ 2823 w 5024"/>
                      <a:gd name="connsiteY1" fmla="*/ 1542 h 1638"/>
                      <a:gd name="connsiteX2" fmla="*/ 30 w 5024"/>
                      <a:gd name="connsiteY2" fmla="*/ 1143 h 1638"/>
                      <a:gd name="connsiteX3" fmla="*/ 2158 w 5024"/>
                      <a:gd name="connsiteY3" fmla="*/ 79 h 1638"/>
                      <a:gd name="connsiteX4" fmla="*/ 4995 w 5024"/>
                      <a:gd name="connsiteY4" fmla="*/ 434 h 1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4" h="1638">
                        <a:moveTo>
                          <a:pt x="4995" y="434"/>
                        </a:moveTo>
                        <a:cubicBezTo>
                          <a:pt x="5261" y="1055"/>
                          <a:pt x="3665" y="1409"/>
                          <a:pt x="2823" y="1542"/>
                        </a:cubicBezTo>
                        <a:cubicBezTo>
                          <a:pt x="1981" y="1675"/>
                          <a:pt x="296" y="1764"/>
                          <a:pt x="30" y="1143"/>
                        </a:cubicBezTo>
                        <a:cubicBezTo>
                          <a:pt x="-236" y="523"/>
                          <a:pt x="1316" y="168"/>
                          <a:pt x="2158" y="79"/>
                        </a:cubicBezTo>
                        <a:cubicBezTo>
                          <a:pt x="3000" y="-9"/>
                          <a:pt x="4729" y="-142"/>
                          <a:pt x="4995" y="4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30" name="Forme libre : forme 23129">
                    <a:extLst>
                      <a:ext uri="{FF2B5EF4-FFF2-40B4-BE49-F238E27FC236}">
                        <a16:creationId xmlns:a16="http://schemas.microsoft.com/office/drawing/2014/main" id="{90D73378-88A9-4FFD-ACB1-193E2FF7EA59}"/>
                      </a:ext>
                    </a:extLst>
                  </p:cNvPr>
                  <p:cNvSpPr/>
                  <p:nvPr/>
                </p:nvSpPr>
                <p:spPr>
                  <a:xfrm>
                    <a:off x="6171864" y="1197234"/>
                    <a:ext cx="44443" cy="11996"/>
                  </a:xfrm>
                  <a:custGeom>
                    <a:avLst/>
                    <a:gdLst>
                      <a:gd name="connsiteX0" fmla="*/ 32436 w 44443"/>
                      <a:gd name="connsiteY0" fmla="*/ 3913 h 11996"/>
                      <a:gd name="connsiteX1" fmla="*/ 43918 w 44443"/>
                      <a:gd name="connsiteY1" fmla="*/ 8346 h 11996"/>
                      <a:gd name="connsiteX2" fmla="*/ 41701 w 44443"/>
                      <a:gd name="connsiteY2" fmla="*/ 11715 h 11996"/>
                      <a:gd name="connsiteX3" fmla="*/ 36204 w 44443"/>
                      <a:gd name="connsiteY3" fmla="*/ 11316 h 11996"/>
                      <a:gd name="connsiteX4" fmla="*/ 20023 w 44443"/>
                      <a:gd name="connsiteY4" fmla="*/ 7770 h 11996"/>
                      <a:gd name="connsiteX5" fmla="*/ 296 w 44443"/>
                      <a:gd name="connsiteY5" fmla="*/ 3425 h 11996"/>
                      <a:gd name="connsiteX6" fmla="*/ 22018 w 44443"/>
                      <a:gd name="connsiteY6" fmla="*/ 411 h 11996"/>
                      <a:gd name="connsiteX7" fmla="*/ 32436 w 44443"/>
                      <a:gd name="connsiteY7" fmla="*/ 3913 h 11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443" h="11996">
                        <a:moveTo>
                          <a:pt x="32436" y="3913"/>
                        </a:moveTo>
                        <a:cubicBezTo>
                          <a:pt x="37224" y="5243"/>
                          <a:pt x="40549" y="6085"/>
                          <a:pt x="43918" y="8346"/>
                        </a:cubicBezTo>
                        <a:cubicBezTo>
                          <a:pt x="45203" y="9144"/>
                          <a:pt x="44006" y="11095"/>
                          <a:pt x="41701" y="11715"/>
                        </a:cubicBezTo>
                        <a:cubicBezTo>
                          <a:pt x="39440" y="12336"/>
                          <a:pt x="37844" y="11804"/>
                          <a:pt x="36204" y="11316"/>
                        </a:cubicBezTo>
                        <a:cubicBezTo>
                          <a:pt x="31062" y="9765"/>
                          <a:pt x="25875" y="8789"/>
                          <a:pt x="20023" y="7770"/>
                        </a:cubicBezTo>
                        <a:cubicBezTo>
                          <a:pt x="16433" y="7193"/>
                          <a:pt x="-2585" y="7371"/>
                          <a:pt x="296" y="3425"/>
                        </a:cubicBezTo>
                        <a:cubicBezTo>
                          <a:pt x="3222" y="-520"/>
                          <a:pt x="17319" y="-299"/>
                          <a:pt x="22018" y="411"/>
                        </a:cubicBezTo>
                        <a:cubicBezTo>
                          <a:pt x="26806" y="1120"/>
                          <a:pt x="28845" y="2893"/>
                          <a:pt x="32436" y="391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53" name="Graphique 2">
                <a:extLst>
                  <a:ext uri="{FF2B5EF4-FFF2-40B4-BE49-F238E27FC236}">
                    <a16:creationId xmlns:a16="http://schemas.microsoft.com/office/drawing/2014/main" id="{DCAEAAD5-117D-4441-9F46-C85697220A7E}"/>
                  </a:ext>
                </a:extLst>
              </p:cNvPr>
              <p:cNvGrpSpPr/>
              <p:nvPr/>
            </p:nvGrpSpPr>
            <p:grpSpPr>
              <a:xfrm>
                <a:off x="6730864" y="1171238"/>
                <a:ext cx="207673" cy="42049"/>
                <a:chOff x="6730864" y="1171238"/>
                <a:chExt cx="207673" cy="42049"/>
              </a:xfrm>
              <a:solidFill>
                <a:schemeClr val="accent1"/>
              </a:solidFill>
            </p:grpSpPr>
            <p:grpSp>
              <p:nvGrpSpPr>
                <p:cNvPr id="23089" name="Graphique 2">
                  <a:extLst>
                    <a:ext uri="{FF2B5EF4-FFF2-40B4-BE49-F238E27FC236}">
                      <a16:creationId xmlns:a16="http://schemas.microsoft.com/office/drawing/2014/main" id="{E660973A-81BD-4792-BA83-8D09C2BE2AE0}"/>
                    </a:ext>
                  </a:extLst>
                </p:cNvPr>
                <p:cNvGrpSpPr/>
                <p:nvPr/>
              </p:nvGrpSpPr>
              <p:grpSpPr>
                <a:xfrm>
                  <a:off x="6730864" y="1173955"/>
                  <a:ext cx="104224" cy="39252"/>
                  <a:chOff x="6730864" y="1173955"/>
                  <a:chExt cx="104224" cy="39252"/>
                </a:xfrm>
                <a:solidFill>
                  <a:schemeClr val="accent1"/>
                </a:solidFill>
              </p:grpSpPr>
              <p:sp>
                <p:nvSpPr>
                  <p:cNvPr id="23103" name="Forme libre : forme 23102">
                    <a:extLst>
                      <a:ext uri="{FF2B5EF4-FFF2-40B4-BE49-F238E27FC236}">
                        <a16:creationId xmlns:a16="http://schemas.microsoft.com/office/drawing/2014/main" id="{67A83513-8B61-47C0-A738-9B5FE393DBDC}"/>
                      </a:ext>
                    </a:extLst>
                  </p:cNvPr>
                  <p:cNvSpPr/>
                  <p:nvPr/>
                </p:nvSpPr>
                <p:spPr>
                  <a:xfrm>
                    <a:off x="6730864" y="1173955"/>
                    <a:ext cx="104224" cy="39252"/>
                  </a:xfrm>
                  <a:custGeom>
                    <a:avLst/>
                    <a:gdLst>
                      <a:gd name="connsiteX0" fmla="*/ 68757 w 104224"/>
                      <a:gd name="connsiteY0" fmla="*/ 39250 h 39252"/>
                      <a:gd name="connsiteX1" fmla="*/ 32051 w 104224"/>
                      <a:gd name="connsiteY1" fmla="*/ 35038 h 39252"/>
                      <a:gd name="connsiteX2" fmla="*/ 1019 w 104224"/>
                      <a:gd name="connsiteY2" fmla="*/ 15089 h 39252"/>
                      <a:gd name="connsiteX3" fmla="*/ 4034 w 104224"/>
                      <a:gd name="connsiteY3" fmla="*/ 5514 h 39252"/>
                      <a:gd name="connsiteX4" fmla="*/ 38479 w 104224"/>
                      <a:gd name="connsiteY4" fmla="*/ 504 h 39252"/>
                      <a:gd name="connsiteX5" fmla="*/ 69821 w 104224"/>
                      <a:gd name="connsiteY5" fmla="*/ 4184 h 39252"/>
                      <a:gd name="connsiteX6" fmla="*/ 87864 w 104224"/>
                      <a:gd name="connsiteY6" fmla="*/ 9060 h 39252"/>
                      <a:gd name="connsiteX7" fmla="*/ 101163 w 104224"/>
                      <a:gd name="connsiteY7" fmla="*/ 17838 h 39252"/>
                      <a:gd name="connsiteX8" fmla="*/ 102803 w 104224"/>
                      <a:gd name="connsiteY8" fmla="*/ 27591 h 39252"/>
                      <a:gd name="connsiteX9" fmla="*/ 68757 w 104224"/>
                      <a:gd name="connsiteY9" fmla="*/ 39250 h 39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4224" h="39252">
                        <a:moveTo>
                          <a:pt x="68757" y="39250"/>
                        </a:moveTo>
                        <a:cubicBezTo>
                          <a:pt x="60024" y="39072"/>
                          <a:pt x="40962" y="37166"/>
                          <a:pt x="32051" y="35038"/>
                        </a:cubicBezTo>
                        <a:cubicBezTo>
                          <a:pt x="15294" y="31403"/>
                          <a:pt x="7580" y="24443"/>
                          <a:pt x="1019" y="15089"/>
                        </a:cubicBezTo>
                        <a:cubicBezTo>
                          <a:pt x="-1286" y="11809"/>
                          <a:pt x="576" y="7021"/>
                          <a:pt x="4034" y="5514"/>
                        </a:cubicBezTo>
                        <a:cubicBezTo>
                          <a:pt x="14185" y="1081"/>
                          <a:pt x="23894" y="-1047"/>
                          <a:pt x="38479" y="504"/>
                        </a:cubicBezTo>
                        <a:cubicBezTo>
                          <a:pt x="46325" y="1435"/>
                          <a:pt x="61841" y="3253"/>
                          <a:pt x="69821" y="4184"/>
                        </a:cubicBezTo>
                        <a:cubicBezTo>
                          <a:pt x="77269" y="4982"/>
                          <a:pt x="82987" y="6666"/>
                          <a:pt x="87864" y="9060"/>
                        </a:cubicBezTo>
                        <a:cubicBezTo>
                          <a:pt x="92740" y="11321"/>
                          <a:pt x="96863" y="14336"/>
                          <a:pt x="101163" y="17838"/>
                        </a:cubicBezTo>
                        <a:cubicBezTo>
                          <a:pt x="104089" y="20276"/>
                          <a:pt x="105463" y="24931"/>
                          <a:pt x="102803" y="27591"/>
                        </a:cubicBezTo>
                        <a:cubicBezTo>
                          <a:pt x="95178" y="34728"/>
                          <a:pt x="85204" y="39383"/>
                          <a:pt x="68757" y="3925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04" name="Forme libre : forme 23103">
                    <a:extLst>
                      <a:ext uri="{FF2B5EF4-FFF2-40B4-BE49-F238E27FC236}">
                        <a16:creationId xmlns:a16="http://schemas.microsoft.com/office/drawing/2014/main" id="{1FA6BB7A-41EF-48E7-97C9-66B97FD39077}"/>
                      </a:ext>
                    </a:extLst>
                  </p:cNvPr>
                  <p:cNvSpPr/>
                  <p:nvPr/>
                </p:nvSpPr>
                <p:spPr>
                  <a:xfrm>
                    <a:off x="6730872" y="1184434"/>
                    <a:ext cx="102927" cy="28726"/>
                  </a:xfrm>
                  <a:custGeom>
                    <a:avLst/>
                    <a:gdLst>
                      <a:gd name="connsiteX0" fmla="*/ 39445 w 102927"/>
                      <a:gd name="connsiteY0" fmla="*/ 12945 h 28726"/>
                      <a:gd name="connsiteX1" fmla="*/ 124 w 102927"/>
                      <a:gd name="connsiteY1" fmla="*/ 0 h 28726"/>
                      <a:gd name="connsiteX2" fmla="*/ 1010 w 102927"/>
                      <a:gd name="connsiteY2" fmla="*/ 4477 h 28726"/>
                      <a:gd name="connsiteX3" fmla="*/ 4557 w 102927"/>
                      <a:gd name="connsiteY3" fmla="*/ 9132 h 28726"/>
                      <a:gd name="connsiteX4" fmla="*/ 18255 w 102927"/>
                      <a:gd name="connsiteY4" fmla="*/ 19905 h 28726"/>
                      <a:gd name="connsiteX5" fmla="*/ 32042 w 102927"/>
                      <a:gd name="connsiteY5" fmla="*/ 24471 h 28726"/>
                      <a:gd name="connsiteX6" fmla="*/ 37894 w 102927"/>
                      <a:gd name="connsiteY6" fmla="*/ 25579 h 28726"/>
                      <a:gd name="connsiteX7" fmla="*/ 52346 w 102927"/>
                      <a:gd name="connsiteY7" fmla="*/ 27530 h 28726"/>
                      <a:gd name="connsiteX8" fmla="*/ 66044 w 102927"/>
                      <a:gd name="connsiteY8" fmla="*/ 28594 h 28726"/>
                      <a:gd name="connsiteX9" fmla="*/ 68748 w 102927"/>
                      <a:gd name="connsiteY9" fmla="*/ 28727 h 28726"/>
                      <a:gd name="connsiteX10" fmla="*/ 83998 w 102927"/>
                      <a:gd name="connsiteY10" fmla="*/ 27219 h 28726"/>
                      <a:gd name="connsiteX11" fmla="*/ 98982 w 102927"/>
                      <a:gd name="connsiteY11" fmla="*/ 20259 h 28726"/>
                      <a:gd name="connsiteX12" fmla="*/ 102794 w 102927"/>
                      <a:gd name="connsiteY12" fmla="*/ 17067 h 28726"/>
                      <a:gd name="connsiteX13" fmla="*/ 102927 w 102927"/>
                      <a:gd name="connsiteY13" fmla="*/ 16934 h 28726"/>
                      <a:gd name="connsiteX14" fmla="*/ 39445 w 102927"/>
                      <a:gd name="connsiteY14" fmla="*/ 12945 h 28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2927" h="28726">
                        <a:moveTo>
                          <a:pt x="39445" y="12945"/>
                        </a:moveTo>
                        <a:cubicBezTo>
                          <a:pt x="25038" y="11615"/>
                          <a:pt x="9522" y="7980"/>
                          <a:pt x="124" y="0"/>
                        </a:cubicBezTo>
                        <a:cubicBezTo>
                          <a:pt x="-187" y="1507"/>
                          <a:pt x="79" y="3148"/>
                          <a:pt x="1010" y="4477"/>
                        </a:cubicBezTo>
                        <a:cubicBezTo>
                          <a:pt x="2119" y="6073"/>
                          <a:pt x="3316" y="7669"/>
                          <a:pt x="4557" y="9132"/>
                        </a:cubicBezTo>
                        <a:cubicBezTo>
                          <a:pt x="8148" y="13344"/>
                          <a:pt x="12403" y="16979"/>
                          <a:pt x="18255" y="19905"/>
                        </a:cubicBezTo>
                        <a:cubicBezTo>
                          <a:pt x="22068" y="21722"/>
                          <a:pt x="26545" y="23363"/>
                          <a:pt x="32042" y="24471"/>
                        </a:cubicBezTo>
                        <a:cubicBezTo>
                          <a:pt x="33727" y="24781"/>
                          <a:pt x="35722" y="25180"/>
                          <a:pt x="37894" y="25579"/>
                        </a:cubicBezTo>
                        <a:cubicBezTo>
                          <a:pt x="42194" y="26288"/>
                          <a:pt x="47336" y="26909"/>
                          <a:pt x="52346" y="27530"/>
                        </a:cubicBezTo>
                        <a:cubicBezTo>
                          <a:pt x="57355" y="28017"/>
                          <a:pt x="62231" y="28328"/>
                          <a:pt x="66044" y="28594"/>
                        </a:cubicBezTo>
                        <a:cubicBezTo>
                          <a:pt x="67019" y="28638"/>
                          <a:pt x="67950" y="28682"/>
                          <a:pt x="68748" y="28727"/>
                        </a:cubicBezTo>
                        <a:cubicBezTo>
                          <a:pt x="74600" y="28727"/>
                          <a:pt x="79609" y="28195"/>
                          <a:pt x="83998" y="27219"/>
                        </a:cubicBezTo>
                        <a:cubicBezTo>
                          <a:pt x="89983" y="25712"/>
                          <a:pt x="94815" y="23185"/>
                          <a:pt x="98982" y="20259"/>
                        </a:cubicBezTo>
                        <a:cubicBezTo>
                          <a:pt x="100312" y="19240"/>
                          <a:pt x="101597" y="18220"/>
                          <a:pt x="102794" y="17067"/>
                        </a:cubicBezTo>
                        <a:lnTo>
                          <a:pt x="102927" y="16934"/>
                        </a:lnTo>
                        <a:cubicBezTo>
                          <a:pt x="81781" y="16890"/>
                          <a:pt x="60104" y="14984"/>
                          <a:pt x="39445" y="1294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05" name="Forme libre : forme 23104">
                    <a:extLst>
                      <a:ext uri="{FF2B5EF4-FFF2-40B4-BE49-F238E27FC236}">
                        <a16:creationId xmlns:a16="http://schemas.microsoft.com/office/drawing/2014/main" id="{A70621EF-4463-48E3-A9CD-D366BA00FB04}"/>
                      </a:ext>
                    </a:extLst>
                  </p:cNvPr>
                  <p:cNvSpPr/>
                  <p:nvPr/>
                </p:nvSpPr>
                <p:spPr>
                  <a:xfrm>
                    <a:off x="6766619" y="1188843"/>
                    <a:ext cx="48384" cy="12840"/>
                  </a:xfrm>
                  <a:custGeom>
                    <a:avLst/>
                    <a:gdLst>
                      <a:gd name="connsiteX0" fmla="*/ 48384 w 48384"/>
                      <a:gd name="connsiteY0" fmla="*/ 8403 h 12840"/>
                      <a:gd name="connsiteX1" fmla="*/ 22584 w 48384"/>
                      <a:gd name="connsiteY1" fmla="*/ 12481 h 12840"/>
                      <a:gd name="connsiteX2" fmla="*/ 19 w 48384"/>
                      <a:gd name="connsiteY2" fmla="*/ 3305 h 12840"/>
                      <a:gd name="connsiteX3" fmla="*/ 23559 w 48384"/>
                      <a:gd name="connsiteY3" fmla="*/ 955 h 12840"/>
                      <a:gd name="connsiteX4" fmla="*/ 38144 w 48384"/>
                      <a:gd name="connsiteY4" fmla="*/ 3305 h 12840"/>
                      <a:gd name="connsiteX5" fmla="*/ 48384 w 48384"/>
                      <a:gd name="connsiteY5" fmla="*/ 8403 h 128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384" h="12840">
                        <a:moveTo>
                          <a:pt x="48384" y="8403"/>
                        </a:moveTo>
                        <a:cubicBezTo>
                          <a:pt x="48473" y="13191"/>
                          <a:pt x="29056" y="13235"/>
                          <a:pt x="22584" y="12481"/>
                        </a:cubicBezTo>
                        <a:cubicBezTo>
                          <a:pt x="16067" y="11994"/>
                          <a:pt x="-646" y="8491"/>
                          <a:pt x="19" y="3305"/>
                        </a:cubicBezTo>
                        <a:cubicBezTo>
                          <a:pt x="640" y="-1705"/>
                          <a:pt x="17663" y="290"/>
                          <a:pt x="23559" y="955"/>
                        </a:cubicBezTo>
                        <a:cubicBezTo>
                          <a:pt x="26529" y="1265"/>
                          <a:pt x="32691" y="2241"/>
                          <a:pt x="38144" y="3305"/>
                        </a:cubicBezTo>
                        <a:cubicBezTo>
                          <a:pt x="43552" y="4413"/>
                          <a:pt x="48340" y="6053"/>
                          <a:pt x="48384" y="840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06" name="Forme libre : forme 23105">
                    <a:extLst>
                      <a:ext uri="{FF2B5EF4-FFF2-40B4-BE49-F238E27FC236}">
                        <a16:creationId xmlns:a16="http://schemas.microsoft.com/office/drawing/2014/main" id="{C11888ED-1484-4A9F-A66F-00EB9FE32EE3}"/>
                      </a:ext>
                    </a:extLst>
                  </p:cNvPr>
                  <p:cNvSpPr/>
                  <p:nvPr/>
                </p:nvSpPr>
                <p:spPr>
                  <a:xfrm>
                    <a:off x="6766340" y="1189045"/>
                    <a:ext cx="33635" cy="12583"/>
                  </a:xfrm>
                  <a:custGeom>
                    <a:avLst/>
                    <a:gdLst>
                      <a:gd name="connsiteX0" fmla="*/ 10982 w 33635"/>
                      <a:gd name="connsiteY0" fmla="*/ 0 h 12583"/>
                      <a:gd name="connsiteX1" fmla="*/ 32 w 33635"/>
                      <a:gd name="connsiteY1" fmla="*/ 3103 h 12583"/>
                      <a:gd name="connsiteX2" fmla="*/ 23129 w 33635"/>
                      <a:gd name="connsiteY2" fmla="*/ 12324 h 12583"/>
                      <a:gd name="connsiteX3" fmla="*/ 33635 w 33635"/>
                      <a:gd name="connsiteY3" fmla="*/ 12501 h 12583"/>
                      <a:gd name="connsiteX4" fmla="*/ 28050 w 33635"/>
                      <a:gd name="connsiteY4" fmla="*/ 11659 h 12583"/>
                      <a:gd name="connsiteX5" fmla="*/ 10982 w 33635"/>
                      <a:gd name="connsiteY5" fmla="*/ 0 h 12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635" h="12583">
                        <a:moveTo>
                          <a:pt x="10982" y="0"/>
                        </a:moveTo>
                        <a:cubicBezTo>
                          <a:pt x="7879" y="576"/>
                          <a:pt x="-588" y="-222"/>
                          <a:pt x="32" y="3103"/>
                        </a:cubicBezTo>
                        <a:cubicBezTo>
                          <a:pt x="1008" y="8512"/>
                          <a:pt x="14928" y="11570"/>
                          <a:pt x="23129" y="12324"/>
                        </a:cubicBezTo>
                        <a:cubicBezTo>
                          <a:pt x="25523" y="12546"/>
                          <a:pt x="30931" y="12679"/>
                          <a:pt x="33635" y="12501"/>
                        </a:cubicBezTo>
                        <a:cubicBezTo>
                          <a:pt x="32084" y="12324"/>
                          <a:pt x="29513" y="12102"/>
                          <a:pt x="28050" y="11659"/>
                        </a:cubicBezTo>
                        <a:cubicBezTo>
                          <a:pt x="19981" y="9443"/>
                          <a:pt x="10672" y="5586"/>
                          <a:pt x="10982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07" name="Forme libre : forme 23106">
                    <a:extLst>
                      <a:ext uri="{FF2B5EF4-FFF2-40B4-BE49-F238E27FC236}">
                        <a16:creationId xmlns:a16="http://schemas.microsoft.com/office/drawing/2014/main" id="{196B295D-B408-4483-BE18-CB44559BC2B8}"/>
                      </a:ext>
                    </a:extLst>
                  </p:cNvPr>
                  <p:cNvSpPr/>
                  <p:nvPr/>
                </p:nvSpPr>
                <p:spPr>
                  <a:xfrm>
                    <a:off x="6768897" y="1190540"/>
                    <a:ext cx="48758" cy="12618"/>
                  </a:xfrm>
                  <a:custGeom>
                    <a:avLst/>
                    <a:gdLst>
                      <a:gd name="connsiteX0" fmla="*/ 48678 w 48758"/>
                      <a:gd name="connsiteY0" fmla="*/ 7991 h 12618"/>
                      <a:gd name="connsiteX1" fmla="*/ 22478 w 48758"/>
                      <a:gd name="connsiteY1" fmla="*/ 12380 h 12618"/>
                      <a:gd name="connsiteX2" fmla="*/ 2 w 48758"/>
                      <a:gd name="connsiteY2" fmla="*/ 3336 h 12618"/>
                      <a:gd name="connsiteX3" fmla="*/ 23498 w 48758"/>
                      <a:gd name="connsiteY3" fmla="*/ 854 h 12618"/>
                      <a:gd name="connsiteX4" fmla="*/ 48678 w 48758"/>
                      <a:gd name="connsiteY4" fmla="*/ 7991 h 12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758" h="12618">
                        <a:moveTo>
                          <a:pt x="48678" y="7991"/>
                        </a:moveTo>
                        <a:cubicBezTo>
                          <a:pt x="47126" y="12690"/>
                          <a:pt x="29527" y="13001"/>
                          <a:pt x="22478" y="12380"/>
                        </a:cubicBezTo>
                        <a:cubicBezTo>
                          <a:pt x="15385" y="12070"/>
                          <a:pt x="-219" y="8612"/>
                          <a:pt x="2" y="3336"/>
                        </a:cubicBezTo>
                        <a:cubicBezTo>
                          <a:pt x="224" y="-1850"/>
                          <a:pt x="17957" y="455"/>
                          <a:pt x="23498" y="854"/>
                        </a:cubicBezTo>
                        <a:cubicBezTo>
                          <a:pt x="28995" y="1608"/>
                          <a:pt x="50229" y="3381"/>
                          <a:pt x="48678" y="799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08" name="Forme libre : forme 23107">
                    <a:extLst>
                      <a:ext uri="{FF2B5EF4-FFF2-40B4-BE49-F238E27FC236}">
                        <a16:creationId xmlns:a16="http://schemas.microsoft.com/office/drawing/2014/main" id="{A21C7B0F-1488-4152-846A-2A423F2F4E40}"/>
                      </a:ext>
                    </a:extLst>
                  </p:cNvPr>
                  <p:cNvSpPr/>
                  <p:nvPr/>
                </p:nvSpPr>
                <p:spPr>
                  <a:xfrm>
                    <a:off x="6744252" y="1181203"/>
                    <a:ext cx="59307" cy="27670"/>
                  </a:xfrm>
                  <a:custGeom>
                    <a:avLst/>
                    <a:gdLst>
                      <a:gd name="connsiteX0" fmla="*/ 88 w 59307"/>
                      <a:gd name="connsiteY0" fmla="*/ 7177 h 27670"/>
                      <a:gd name="connsiteX1" fmla="*/ 4964 w 59307"/>
                      <a:gd name="connsiteY1" fmla="*/ 14004 h 27670"/>
                      <a:gd name="connsiteX2" fmla="*/ 26066 w 59307"/>
                      <a:gd name="connsiteY2" fmla="*/ 25441 h 27670"/>
                      <a:gd name="connsiteX3" fmla="*/ 50271 w 59307"/>
                      <a:gd name="connsiteY3" fmla="*/ 27082 h 27670"/>
                      <a:gd name="connsiteX4" fmla="*/ 59137 w 59307"/>
                      <a:gd name="connsiteY4" fmla="*/ 21319 h 27670"/>
                      <a:gd name="connsiteX5" fmla="*/ 51734 w 59307"/>
                      <a:gd name="connsiteY5" fmla="*/ 18082 h 27670"/>
                      <a:gd name="connsiteX6" fmla="*/ 41582 w 59307"/>
                      <a:gd name="connsiteY6" fmla="*/ 14359 h 27670"/>
                      <a:gd name="connsiteX7" fmla="*/ 31917 w 59307"/>
                      <a:gd name="connsiteY7" fmla="*/ 9349 h 27670"/>
                      <a:gd name="connsiteX8" fmla="*/ 12722 w 59307"/>
                      <a:gd name="connsiteY8" fmla="*/ 84 h 27670"/>
                      <a:gd name="connsiteX9" fmla="*/ 88 w 59307"/>
                      <a:gd name="connsiteY9" fmla="*/ 7177 h 27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9307" h="27670">
                        <a:moveTo>
                          <a:pt x="88" y="7177"/>
                        </a:moveTo>
                        <a:cubicBezTo>
                          <a:pt x="709" y="10280"/>
                          <a:pt x="1728" y="11433"/>
                          <a:pt x="4964" y="14004"/>
                        </a:cubicBezTo>
                        <a:cubicBezTo>
                          <a:pt x="11171" y="18836"/>
                          <a:pt x="16535" y="22693"/>
                          <a:pt x="26066" y="25441"/>
                        </a:cubicBezTo>
                        <a:cubicBezTo>
                          <a:pt x="34045" y="27613"/>
                          <a:pt x="43311" y="28278"/>
                          <a:pt x="50271" y="27082"/>
                        </a:cubicBezTo>
                        <a:cubicBezTo>
                          <a:pt x="55413" y="26328"/>
                          <a:pt x="60289" y="24200"/>
                          <a:pt x="59137" y="21319"/>
                        </a:cubicBezTo>
                        <a:cubicBezTo>
                          <a:pt x="58427" y="19545"/>
                          <a:pt x="54659" y="19146"/>
                          <a:pt x="51734" y="18082"/>
                        </a:cubicBezTo>
                        <a:cubicBezTo>
                          <a:pt x="48276" y="16841"/>
                          <a:pt x="44906" y="15688"/>
                          <a:pt x="41582" y="14359"/>
                        </a:cubicBezTo>
                        <a:cubicBezTo>
                          <a:pt x="38301" y="12940"/>
                          <a:pt x="35065" y="11344"/>
                          <a:pt x="31917" y="9349"/>
                        </a:cubicBezTo>
                        <a:cubicBezTo>
                          <a:pt x="26598" y="5847"/>
                          <a:pt x="21189" y="882"/>
                          <a:pt x="12722" y="84"/>
                        </a:cubicBezTo>
                        <a:cubicBezTo>
                          <a:pt x="5142" y="-581"/>
                          <a:pt x="-799" y="2788"/>
                          <a:pt x="88" y="717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09" name="Forme libre : forme 23108">
                    <a:extLst>
                      <a:ext uri="{FF2B5EF4-FFF2-40B4-BE49-F238E27FC236}">
                        <a16:creationId xmlns:a16="http://schemas.microsoft.com/office/drawing/2014/main" id="{65F5A945-136C-435D-B30D-965B728B55F3}"/>
                      </a:ext>
                    </a:extLst>
                  </p:cNvPr>
                  <p:cNvSpPr/>
                  <p:nvPr/>
                </p:nvSpPr>
                <p:spPr>
                  <a:xfrm>
                    <a:off x="6756768" y="1183558"/>
                    <a:ext cx="19816" cy="4562"/>
                  </a:xfrm>
                  <a:custGeom>
                    <a:avLst/>
                    <a:gdLst>
                      <a:gd name="connsiteX0" fmla="*/ 2157 w 19816"/>
                      <a:gd name="connsiteY0" fmla="*/ 1231 h 4562"/>
                      <a:gd name="connsiteX1" fmla="*/ 118 w 19816"/>
                      <a:gd name="connsiteY1" fmla="*/ 2073 h 4562"/>
                      <a:gd name="connsiteX2" fmla="*/ 1359 w 19816"/>
                      <a:gd name="connsiteY2" fmla="*/ 3448 h 4562"/>
                      <a:gd name="connsiteX3" fmla="*/ 4861 w 19816"/>
                      <a:gd name="connsiteY3" fmla="*/ 4157 h 4562"/>
                      <a:gd name="connsiteX4" fmla="*/ 13683 w 19816"/>
                      <a:gd name="connsiteY4" fmla="*/ 4556 h 4562"/>
                      <a:gd name="connsiteX5" fmla="*/ 16875 w 19816"/>
                      <a:gd name="connsiteY5" fmla="*/ 4334 h 4562"/>
                      <a:gd name="connsiteX6" fmla="*/ 15589 w 19816"/>
                      <a:gd name="connsiteY6" fmla="*/ 167 h 4562"/>
                      <a:gd name="connsiteX7" fmla="*/ 2157 w 19816"/>
                      <a:gd name="connsiteY7" fmla="*/ 1231 h 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816" h="4562">
                        <a:moveTo>
                          <a:pt x="2157" y="1231"/>
                        </a:moveTo>
                        <a:cubicBezTo>
                          <a:pt x="1226" y="1408"/>
                          <a:pt x="517" y="1586"/>
                          <a:pt x="118" y="2073"/>
                        </a:cubicBezTo>
                        <a:cubicBezTo>
                          <a:pt x="-281" y="2561"/>
                          <a:pt x="384" y="3093"/>
                          <a:pt x="1359" y="3448"/>
                        </a:cubicBezTo>
                        <a:cubicBezTo>
                          <a:pt x="2334" y="3802"/>
                          <a:pt x="3753" y="4024"/>
                          <a:pt x="4861" y="4157"/>
                        </a:cubicBezTo>
                        <a:cubicBezTo>
                          <a:pt x="7787" y="4423"/>
                          <a:pt x="10890" y="4600"/>
                          <a:pt x="13683" y="4556"/>
                        </a:cubicBezTo>
                        <a:cubicBezTo>
                          <a:pt x="14836" y="4556"/>
                          <a:pt x="15944" y="4556"/>
                          <a:pt x="16875" y="4334"/>
                        </a:cubicBezTo>
                        <a:cubicBezTo>
                          <a:pt x="20865" y="3226"/>
                          <a:pt x="21131" y="699"/>
                          <a:pt x="15589" y="167"/>
                        </a:cubicBezTo>
                        <a:cubicBezTo>
                          <a:pt x="11289" y="-365"/>
                          <a:pt x="5970" y="477"/>
                          <a:pt x="2157" y="123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10" name="Forme libre : forme 23109">
                    <a:extLst>
                      <a:ext uri="{FF2B5EF4-FFF2-40B4-BE49-F238E27FC236}">
                        <a16:creationId xmlns:a16="http://schemas.microsoft.com/office/drawing/2014/main" id="{5BFCCEC3-7216-4983-A113-F4164972065D}"/>
                      </a:ext>
                    </a:extLst>
                  </p:cNvPr>
                  <p:cNvSpPr/>
                  <p:nvPr/>
                </p:nvSpPr>
                <p:spPr>
                  <a:xfrm>
                    <a:off x="6800906" y="1200172"/>
                    <a:ext cx="31297" cy="12279"/>
                  </a:xfrm>
                  <a:custGeom>
                    <a:avLst/>
                    <a:gdLst>
                      <a:gd name="connsiteX0" fmla="*/ 31298 w 31297"/>
                      <a:gd name="connsiteY0" fmla="*/ 0 h 12279"/>
                      <a:gd name="connsiteX1" fmla="*/ 18087 w 31297"/>
                      <a:gd name="connsiteY1" fmla="*/ 8024 h 12279"/>
                      <a:gd name="connsiteX2" fmla="*/ 0 w 31297"/>
                      <a:gd name="connsiteY2" fmla="*/ 12280 h 12279"/>
                      <a:gd name="connsiteX3" fmla="*/ 17067 w 31297"/>
                      <a:gd name="connsiteY3" fmla="*/ 7315 h 12279"/>
                      <a:gd name="connsiteX4" fmla="*/ 31298 w 31297"/>
                      <a:gd name="connsiteY4" fmla="*/ 0 h 12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297" h="12279">
                        <a:moveTo>
                          <a:pt x="31298" y="0"/>
                        </a:moveTo>
                        <a:cubicBezTo>
                          <a:pt x="29214" y="3280"/>
                          <a:pt x="24072" y="5896"/>
                          <a:pt x="18087" y="8024"/>
                        </a:cubicBezTo>
                        <a:cubicBezTo>
                          <a:pt x="12102" y="10107"/>
                          <a:pt x="5320" y="11304"/>
                          <a:pt x="0" y="12280"/>
                        </a:cubicBezTo>
                        <a:cubicBezTo>
                          <a:pt x="5763" y="11216"/>
                          <a:pt x="11659" y="9531"/>
                          <a:pt x="17067" y="7315"/>
                        </a:cubicBezTo>
                        <a:cubicBezTo>
                          <a:pt x="22520" y="5054"/>
                          <a:pt x="27441" y="2438"/>
                          <a:pt x="3129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11" name="Forme libre : forme 23110">
                    <a:extLst>
                      <a:ext uri="{FF2B5EF4-FFF2-40B4-BE49-F238E27FC236}">
                        <a16:creationId xmlns:a16="http://schemas.microsoft.com/office/drawing/2014/main" id="{7035F299-6038-4DC9-A9E8-D469F87612FF}"/>
                      </a:ext>
                    </a:extLst>
                  </p:cNvPr>
                  <p:cNvSpPr/>
                  <p:nvPr/>
                </p:nvSpPr>
                <p:spPr>
                  <a:xfrm>
                    <a:off x="6735296" y="1175368"/>
                    <a:ext cx="34976" cy="5032"/>
                  </a:xfrm>
                  <a:custGeom>
                    <a:avLst/>
                    <a:gdLst>
                      <a:gd name="connsiteX0" fmla="*/ 34977 w 34976"/>
                      <a:gd name="connsiteY0" fmla="*/ 289 h 5032"/>
                      <a:gd name="connsiteX1" fmla="*/ 0 w 34976"/>
                      <a:gd name="connsiteY1" fmla="*/ 5032 h 5032"/>
                      <a:gd name="connsiteX2" fmla="*/ 34977 w 34976"/>
                      <a:gd name="connsiteY2" fmla="*/ 289 h 5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976" h="5032">
                        <a:moveTo>
                          <a:pt x="34977" y="289"/>
                        </a:moveTo>
                        <a:cubicBezTo>
                          <a:pt x="22032" y="-908"/>
                          <a:pt x="9841" y="1796"/>
                          <a:pt x="0" y="5032"/>
                        </a:cubicBezTo>
                        <a:cubicBezTo>
                          <a:pt x="8999" y="1663"/>
                          <a:pt x="23761" y="865"/>
                          <a:pt x="34977" y="2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12" name="Forme libre : forme 23111">
                    <a:extLst>
                      <a:ext uri="{FF2B5EF4-FFF2-40B4-BE49-F238E27FC236}">
                        <a16:creationId xmlns:a16="http://schemas.microsoft.com/office/drawing/2014/main" id="{0C4971D6-9D62-425C-A066-BF2E6A90ECDA}"/>
                      </a:ext>
                    </a:extLst>
                  </p:cNvPr>
                  <p:cNvSpPr/>
                  <p:nvPr/>
                </p:nvSpPr>
                <p:spPr>
                  <a:xfrm>
                    <a:off x="6786307" y="1190997"/>
                    <a:ext cx="17775" cy="5039"/>
                  </a:xfrm>
                  <a:custGeom>
                    <a:avLst/>
                    <a:gdLst>
                      <a:gd name="connsiteX0" fmla="*/ 17614 w 17775"/>
                      <a:gd name="connsiteY0" fmla="*/ 4254 h 5039"/>
                      <a:gd name="connsiteX1" fmla="*/ 7019 w 17775"/>
                      <a:gd name="connsiteY1" fmla="*/ 4121 h 5039"/>
                      <a:gd name="connsiteX2" fmla="*/ 236 w 17775"/>
                      <a:gd name="connsiteY2" fmla="*/ 708 h 5039"/>
                      <a:gd name="connsiteX3" fmla="*/ 10166 w 17775"/>
                      <a:gd name="connsiteY3" fmla="*/ 1018 h 5039"/>
                      <a:gd name="connsiteX4" fmla="*/ 17614 w 17775"/>
                      <a:gd name="connsiteY4" fmla="*/ 4254 h 5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75" h="5039">
                        <a:moveTo>
                          <a:pt x="17614" y="4254"/>
                        </a:moveTo>
                        <a:cubicBezTo>
                          <a:pt x="16328" y="5894"/>
                          <a:pt x="9191" y="4520"/>
                          <a:pt x="7019" y="4121"/>
                        </a:cubicBezTo>
                        <a:cubicBezTo>
                          <a:pt x="4846" y="3678"/>
                          <a:pt x="-1271" y="2304"/>
                          <a:pt x="236" y="708"/>
                        </a:cubicBezTo>
                        <a:cubicBezTo>
                          <a:pt x="1743" y="-844"/>
                          <a:pt x="8127" y="575"/>
                          <a:pt x="10166" y="1018"/>
                        </a:cubicBezTo>
                        <a:cubicBezTo>
                          <a:pt x="12161" y="1461"/>
                          <a:pt x="18899" y="2703"/>
                          <a:pt x="17614" y="425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13" name="Forme libre : forme 23112">
                    <a:extLst>
                      <a:ext uri="{FF2B5EF4-FFF2-40B4-BE49-F238E27FC236}">
                        <a16:creationId xmlns:a16="http://schemas.microsoft.com/office/drawing/2014/main" id="{F681C3EB-4B42-4787-94B9-77622B197FFA}"/>
                      </a:ext>
                    </a:extLst>
                  </p:cNvPr>
                  <p:cNvSpPr/>
                  <p:nvPr/>
                </p:nvSpPr>
                <p:spPr>
                  <a:xfrm>
                    <a:off x="6801652" y="1193997"/>
                    <a:ext cx="5113" cy="1620"/>
                  </a:xfrm>
                  <a:custGeom>
                    <a:avLst/>
                    <a:gdLst>
                      <a:gd name="connsiteX0" fmla="*/ 5106 w 5113"/>
                      <a:gd name="connsiteY0" fmla="*/ 943 h 1620"/>
                      <a:gd name="connsiteX1" fmla="*/ 2712 w 5113"/>
                      <a:gd name="connsiteY1" fmla="*/ 1608 h 1620"/>
                      <a:gd name="connsiteX2" fmla="*/ 8 w 5113"/>
                      <a:gd name="connsiteY2" fmla="*/ 677 h 1620"/>
                      <a:gd name="connsiteX3" fmla="*/ 2313 w 5113"/>
                      <a:gd name="connsiteY3" fmla="*/ 12 h 1620"/>
                      <a:gd name="connsiteX4" fmla="*/ 5106 w 5113"/>
                      <a:gd name="connsiteY4" fmla="*/ 943 h 1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13" h="1620">
                        <a:moveTo>
                          <a:pt x="5106" y="943"/>
                        </a:moveTo>
                        <a:cubicBezTo>
                          <a:pt x="5239" y="1608"/>
                          <a:pt x="3599" y="1653"/>
                          <a:pt x="2712" y="1608"/>
                        </a:cubicBezTo>
                        <a:cubicBezTo>
                          <a:pt x="1870" y="1564"/>
                          <a:pt x="141" y="1342"/>
                          <a:pt x="8" y="677"/>
                        </a:cubicBezTo>
                        <a:cubicBezTo>
                          <a:pt x="-125" y="12"/>
                          <a:pt x="1471" y="-32"/>
                          <a:pt x="2313" y="12"/>
                        </a:cubicBezTo>
                        <a:cubicBezTo>
                          <a:pt x="3155" y="57"/>
                          <a:pt x="4928" y="323"/>
                          <a:pt x="5106" y="94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14" name="Forme libre : forme 23113">
                    <a:extLst>
                      <a:ext uri="{FF2B5EF4-FFF2-40B4-BE49-F238E27FC236}">
                        <a16:creationId xmlns:a16="http://schemas.microsoft.com/office/drawing/2014/main" id="{19136FD2-C27B-45BB-B32B-25891070B06C}"/>
                      </a:ext>
                    </a:extLst>
                  </p:cNvPr>
                  <p:cNvSpPr/>
                  <p:nvPr/>
                </p:nvSpPr>
                <p:spPr>
                  <a:xfrm>
                    <a:off x="6787283" y="1180352"/>
                    <a:ext cx="42909" cy="18223"/>
                  </a:xfrm>
                  <a:custGeom>
                    <a:avLst/>
                    <a:gdLst>
                      <a:gd name="connsiteX0" fmla="*/ 32020 w 42909"/>
                      <a:gd name="connsiteY0" fmla="*/ 8559 h 18223"/>
                      <a:gd name="connsiteX1" fmla="*/ 42615 w 42909"/>
                      <a:gd name="connsiteY1" fmla="*/ 15608 h 18223"/>
                      <a:gd name="connsiteX2" fmla="*/ 39512 w 42909"/>
                      <a:gd name="connsiteY2" fmla="*/ 18224 h 18223"/>
                      <a:gd name="connsiteX3" fmla="*/ 34192 w 42909"/>
                      <a:gd name="connsiteY3" fmla="*/ 16539 h 18223"/>
                      <a:gd name="connsiteX4" fmla="*/ 18854 w 42909"/>
                      <a:gd name="connsiteY4" fmla="*/ 9756 h 18223"/>
                      <a:gd name="connsiteX5" fmla="*/ 501 w 42909"/>
                      <a:gd name="connsiteY5" fmla="*/ 1378 h 18223"/>
                      <a:gd name="connsiteX6" fmla="*/ 22356 w 42909"/>
                      <a:gd name="connsiteY6" fmla="*/ 2930 h 18223"/>
                      <a:gd name="connsiteX7" fmla="*/ 32020 w 42909"/>
                      <a:gd name="connsiteY7" fmla="*/ 8559 h 18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909" h="18223">
                        <a:moveTo>
                          <a:pt x="32020" y="8559"/>
                        </a:moveTo>
                        <a:cubicBezTo>
                          <a:pt x="36542" y="10820"/>
                          <a:pt x="39911" y="12416"/>
                          <a:pt x="42615" y="15608"/>
                        </a:cubicBezTo>
                        <a:cubicBezTo>
                          <a:pt x="43635" y="16805"/>
                          <a:pt x="41862" y="18224"/>
                          <a:pt x="39512" y="18224"/>
                        </a:cubicBezTo>
                        <a:cubicBezTo>
                          <a:pt x="37163" y="18224"/>
                          <a:pt x="35744" y="17381"/>
                          <a:pt x="34192" y="16539"/>
                        </a:cubicBezTo>
                        <a:cubicBezTo>
                          <a:pt x="29449" y="14012"/>
                          <a:pt x="24440" y="11840"/>
                          <a:pt x="18854" y="9756"/>
                        </a:cubicBezTo>
                        <a:cubicBezTo>
                          <a:pt x="15352" y="8648"/>
                          <a:pt x="-3267" y="4525"/>
                          <a:pt x="501" y="1378"/>
                        </a:cubicBezTo>
                        <a:cubicBezTo>
                          <a:pt x="4180" y="-1858"/>
                          <a:pt x="17746" y="1422"/>
                          <a:pt x="22356" y="2930"/>
                        </a:cubicBezTo>
                        <a:cubicBezTo>
                          <a:pt x="26878" y="4614"/>
                          <a:pt x="28607" y="6919"/>
                          <a:pt x="32020" y="855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3090" name="Graphique 2">
                  <a:extLst>
                    <a:ext uri="{FF2B5EF4-FFF2-40B4-BE49-F238E27FC236}">
                      <a16:creationId xmlns:a16="http://schemas.microsoft.com/office/drawing/2014/main" id="{05F56E96-E2A6-491D-B724-8131DA7BE933}"/>
                    </a:ext>
                  </a:extLst>
                </p:cNvPr>
                <p:cNvGrpSpPr/>
                <p:nvPr/>
              </p:nvGrpSpPr>
              <p:grpSpPr>
                <a:xfrm>
                  <a:off x="6835095" y="1171238"/>
                  <a:ext cx="103441" cy="42049"/>
                  <a:chOff x="6835095" y="1171238"/>
                  <a:chExt cx="103441" cy="42049"/>
                </a:xfrm>
                <a:solidFill>
                  <a:schemeClr val="accent1"/>
                </a:solidFill>
              </p:grpSpPr>
              <p:sp>
                <p:nvSpPr>
                  <p:cNvPr id="23091" name="Forme libre : forme 23090">
                    <a:extLst>
                      <a:ext uri="{FF2B5EF4-FFF2-40B4-BE49-F238E27FC236}">
                        <a16:creationId xmlns:a16="http://schemas.microsoft.com/office/drawing/2014/main" id="{F6FCC1D2-82D4-4FB5-B877-A486680C7720}"/>
                      </a:ext>
                    </a:extLst>
                  </p:cNvPr>
                  <p:cNvSpPr/>
                  <p:nvPr/>
                </p:nvSpPr>
                <p:spPr>
                  <a:xfrm>
                    <a:off x="6835095" y="1171238"/>
                    <a:ext cx="103441" cy="42049"/>
                  </a:xfrm>
                  <a:custGeom>
                    <a:avLst/>
                    <a:gdLst>
                      <a:gd name="connsiteX0" fmla="*/ 74643 w 103441"/>
                      <a:gd name="connsiteY0" fmla="*/ 35096 h 42049"/>
                      <a:gd name="connsiteX1" fmla="*/ 56246 w 103441"/>
                      <a:gd name="connsiteY1" fmla="*/ 39484 h 42049"/>
                      <a:gd name="connsiteX2" fmla="*/ 37317 w 103441"/>
                      <a:gd name="connsiteY2" fmla="*/ 41923 h 42049"/>
                      <a:gd name="connsiteX3" fmla="*/ 16348 w 103441"/>
                      <a:gd name="connsiteY3" fmla="*/ 39396 h 42049"/>
                      <a:gd name="connsiteX4" fmla="*/ 2029 w 103441"/>
                      <a:gd name="connsiteY4" fmla="*/ 30485 h 42049"/>
                      <a:gd name="connsiteX5" fmla="*/ 2517 w 103441"/>
                      <a:gd name="connsiteY5" fmla="*/ 20466 h 42049"/>
                      <a:gd name="connsiteX6" fmla="*/ 16437 w 103441"/>
                      <a:gd name="connsiteY6" fmla="*/ 12043 h 42049"/>
                      <a:gd name="connsiteX7" fmla="*/ 34346 w 103441"/>
                      <a:gd name="connsiteY7" fmla="*/ 6945 h 42049"/>
                      <a:gd name="connsiteX8" fmla="*/ 49463 w 103441"/>
                      <a:gd name="connsiteY8" fmla="*/ 4507 h 42049"/>
                      <a:gd name="connsiteX9" fmla="*/ 64536 w 103441"/>
                      <a:gd name="connsiteY9" fmla="*/ 1626 h 42049"/>
                      <a:gd name="connsiteX10" fmla="*/ 82490 w 103441"/>
                      <a:gd name="connsiteY10" fmla="*/ 296 h 42049"/>
                      <a:gd name="connsiteX11" fmla="*/ 97740 w 103441"/>
                      <a:gd name="connsiteY11" fmla="*/ 3576 h 42049"/>
                      <a:gd name="connsiteX12" fmla="*/ 103059 w 103441"/>
                      <a:gd name="connsiteY12" fmla="*/ 11911 h 42049"/>
                      <a:gd name="connsiteX13" fmla="*/ 93307 w 103441"/>
                      <a:gd name="connsiteY13" fmla="*/ 25165 h 42049"/>
                      <a:gd name="connsiteX14" fmla="*/ 85283 w 103441"/>
                      <a:gd name="connsiteY14" fmla="*/ 30618 h 42049"/>
                      <a:gd name="connsiteX15" fmla="*/ 74643 w 103441"/>
                      <a:gd name="connsiteY15" fmla="*/ 35096 h 42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3441" h="42049">
                        <a:moveTo>
                          <a:pt x="74643" y="35096"/>
                        </a:moveTo>
                        <a:cubicBezTo>
                          <a:pt x="70343" y="36603"/>
                          <a:pt x="63339" y="37977"/>
                          <a:pt x="56246" y="39484"/>
                        </a:cubicBezTo>
                        <a:cubicBezTo>
                          <a:pt x="49153" y="40859"/>
                          <a:pt x="41971" y="41479"/>
                          <a:pt x="37317" y="41923"/>
                        </a:cubicBezTo>
                        <a:cubicBezTo>
                          <a:pt x="28583" y="42454"/>
                          <a:pt x="21889" y="41258"/>
                          <a:pt x="16348" y="39396"/>
                        </a:cubicBezTo>
                        <a:cubicBezTo>
                          <a:pt x="10807" y="37223"/>
                          <a:pt x="6329" y="34165"/>
                          <a:pt x="2029" y="30485"/>
                        </a:cubicBezTo>
                        <a:cubicBezTo>
                          <a:pt x="-941" y="27914"/>
                          <a:pt x="-542" y="22860"/>
                          <a:pt x="2517" y="20466"/>
                        </a:cubicBezTo>
                        <a:cubicBezTo>
                          <a:pt x="6906" y="16964"/>
                          <a:pt x="11339" y="14260"/>
                          <a:pt x="16437" y="12043"/>
                        </a:cubicBezTo>
                        <a:cubicBezTo>
                          <a:pt x="21491" y="9605"/>
                          <a:pt x="27298" y="8231"/>
                          <a:pt x="34346" y="6945"/>
                        </a:cubicBezTo>
                        <a:cubicBezTo>
                          <a:pt x="38115" y="6192"/>
                          <a:pt x="43833" y="5482"/>
                          <a:pt x="49463" y="4507"/>
                        </a:cubicBezTo>
                        <a:cubicBezTo>
                          <a:pt x="55049" y="3310"/>
                          <a:pt x="60679" y="2291"/>
                          <a:pt x="64536" y="1626"/>
                        </a:cubicBezTo>
                        <a:cubicBezTo>
                          <a:pt x="71496" y="-192"/>
                          <a:pt x="77259" y="-236"/>
                          <a:pt x="82490" y="296"/>
                        </a:cubicBezTo>
                        <a:cubicBezTo>
                          <a:pt x="87632" y="606"/>
                          <a:pt x="92465" y="1936"/>
                          <a:pt x="97740" y="3576"/>
                        </a:cubicBezTo>
                        <a:cubicBezTo>
                          <a:pt x="101375" y="4729"/>
                          <a:pt x="104567" y="8630"/>
                          <a:pt x="103059" y="11911"/>
                        </a:cubicBezTo>
                        <a:cubicBezTo>
                          <a:pt x="100887" y="16654"/>
                          <a:pt x="97828" y="21043"/>
                          <a:pt x="93307" y="25165"/>
                        </a:cubicBezTo>
                        <a:cubicBezTo>
                          <a:pt x="91090" y="27293"/>
                          <a:pt x="88386" y="29022"/>
                          <a:pt x="85283" y="30618"/>
                        </a:cubicBezTo>
                        <a:cubicBezTo>
                          <a:pt x="82180" y="32170"/>
                          <a:pt x="78633" y="33677"/>
                          <a:pt x="74643" y="3509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92" name="Forme libre : forme 23091">
                    <a:extLst>
                      <a:ext uri="{FF2B5EF4-FFF2-40B4-BE49-F238E27FC236}">
                        <a16:creationId xmlns:a16="http://schemas.microsoft.com/office/drawing/2014/main" id="{8C1BB5FF-3EF5-48FA-9829-736560F40023}"/>
                      </a:ext>
                    </a:extLst>
                  </p:cNvPr>
                  <p:cNvSpPr/>
                  <p:nvPr/>
                </p:nvSpPr>
                <p:spPr>
                  <a:xfrm>
                    <a:off x="6835130" y="1182883"/>
                    <a:ext cx="103069" cy="30388"/>
                  </a:xfrm>
                  <a:custGeom>
                    <a:avLst/>
                    <a:gdLst>
                      <a:gd name="connsiteX0" fmla="*/ 41405 w 103069"/>
                      <a:gd name="connsiteY0" fmla="*/ 17067 h 30388"/>
                      <a:gd name="connsiteX1" fmla="*/ 0 w 103069"/>
                      <a:gd name="connsiteY1" fmla="*/ 14718 h 30388"/>
                      <a:gd name="connsiteX2" fmla="*/ 1995 w 103069"/>
                      <a:gd name="connsiteY2" fmla="*/ 18752 h 30388"/>
                      <a:gd name="connsiteX3" fmla="*/ 6561 w 103069"/>
                      <a:gd name="connsiteY3" fmla="*/ 22343 h 30388"/>
                      <a:gd name="connsiteX4" fmla="*/ 22565 w 103069"/>
                      <a:gd name="connsiteY4" fmla="*/ 29347 h 30388"/>
                      <a:gd name="connsiteX5" fmla="*/ 37282 w 103069"/>
                      <a:gd name="connsiteY5" fmla="*/ 30234 h 30388"/>
                      <a:gd name="connsiteX6" fmla="*/ 43356 w 103069"/>
                      <a:gd name="connsiteY6" fmla="*/ 29613 h 30388"/>
                      <a:gd name="connsiteX7" fmla="*/ 71905 w 103069"/>
                      <a:gd name="connsiteY7" fmla="*/ 24249 h 30388"/>
                      <a:gd name="connsiteX8" fmla="*/ 74609 w 103069"/>
                      <a:gd name="connsiteY8" fmla="*/ 23363 h 30388"/>
                      <a:gd name="connsiteX9" fmla="*/ 88928 w 103069"/>
                      <a:gd name="connsiteY9" fmla="*/ 16757 h 30388"/>
                      <a:gd name="connsiteX10" fmla="*/ 100676 w 103069"/>
                      <a:gd name="connsiteY10" fmla="*/ 4566 h 30388"/>
                      <a:gd name="connsiteX11" fmla="*/ 103025 w 103069"/>
                      <a:gd name="connsiteY11" fmla="*/ 177 h 30388"/>
                      <a:gd name="connsiteX12" fmla="*/ 103069 w 103069"/>
                      <a:gd name="connsiteY12" fmla="*/ 0 h 30388"/>
                      <a:gd name="connsiteX13" fmla="*/ 41405 w 103069"/>
                      <a:gd name="connsiteY13" fmla="*/ 17067 h 30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3069" h="30388">
                        <a:moveTo>
                          <a:pt x="41405" y="17067"/>
                        </a:moveTo>
                        <a:cubicBezTo>
                          <a:pt x="27086" y="19905"/>
                          <a:pt x="11083" y="19860"/>
                          <a:pt x="0" y="14718"/>
                        </a:cubicBezTo>
                        <a:cubicBezTo>
                          <a:pt x="133" y="16270"/>
                          <a:pt x="754" y="17732"/>
                          <a:pt x="1995" y="18752"/>
                        </a:cubicBezTo>
                        <a:cubicBezTo>
                          <a:pt x="3502" y="20038"/>
                          <a:pt x="5009" y="21235"/>
                          <a:pt x="6561" y="22343"/>
                        </a:cubicBezTo>
                        <a:cubicBezTo>
                          <a:pt x="11083" y="25535"/>
                          <a:pt x="16092" y="28195"/>
                          <a:pt x="22565" y="29347"/>
                        </a:cubicBezTo>
                        <a:cubicBezTo>
                          <a:pt x="26776" y="30101"/>
                          <a:pt x="31564" y="30677"/>
                          <a:pt x="37282" y="30234"/>
                        </a:cubicBezTo>
                        <a:cubicBezTo>
                          <a:pt x="39011" y="30056"/>
                          <a:pt x="41095" y="29835"/>
                          <a:pt x="43356" y="29613"/>
                        </a:cubicBezTo>
                        <a:cubicBezTo>
                          <a:pt x="52266" y="28904"/>
                          <a:pt x="64324" y="26067"/>
                          <a:pt x="71905" y="24249"/>
                        </a:cubicBezTo>
                        <a:cubicBezTo>
                          <a:pt x="72880" y="23983"/>
                          <a:pt x="73811" y="23628"/>
                          <a:pt x="74609" y="23363"/>
                        </a:cubicBezTo>
                        <a:cubicBezTo>
                          <a:pt x="80328" y="21368"/>
                          <a:pt x="85027" y="19151"/>
                          <a:pt x="88928" y="16757"/>
                        </a:cubicBezTo>
                        <a:cubicBezTo>
                          <a:pt x="94203" y="13166"/>
                          <a:pt x="97838" y="8866"/>
                          <a:pt x="100676" y="4566"/>
                        </a:cubicBezTo>
                        <a:cubicBezTo>
                          <a:pt x="101562" y="3148"/>
                          <a:pt x="102360" y="1685"/>
                          <a:pt x="103025" y="177"/>
                        </a:cubicBezTo>
                        <a:lnTo>
                          <a:pt x="103069" y="0"/>
                        </a:lnTo>
                        <a:cubicBezTo>
                          <a:pt x="83431" y="8556"/>
                          <a:pt x="61886" y="13255"/>
                          <a:pt x="41405" y="1706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93" name="Forme libre : forme 23092">
                    <a:extLst>
                      <a:ext uri="{FF2B5EF4-FFF2-40B4-BE49-F238E27FC236}">
                        <a16:creationId xmlns:a16="http://schemas.microsoft.com/office/drawing/2014/main" id="{E072BF66-C2DA-4471-8A44-56F2A41229AD}"/>
                      </a:ext>
                    </a:extLst>
                  </p:cNvPr>
                  <p:cNvSpPr/>
                  <p:nvPr/>
                </p:nvSpPr>
                <p:spPr>
                  <a:xfrm>
                    <a:off x="6871504" y="1184288"/>
                    <a:ext cx="47752" cy="15439"/>
                  </a:xfrm>
                  <a:custGeom>
                    <a:avLst/>
                    <a:gdLst>
                      <a:gd name="connsiteX0" fmla="*/ 47633 w 47752"/>
                      <a:gd name="connsiteY0" fmla="*/ 1875 h 15439"/>
                      <a:gd name="connsiteX1" fmla="*/ 24359 w 47752"/>
                      <a:gd name="connsiteY1" fmla="*/ 14021 h 15439"/>
                      <a:gd name="connsiteX2" fmla="*/ 22 w 47752"/>
                      <a:gd name="connsiteY2" fmla="*/ 11716 h 15439"/>
                      <a:gd name="connsiteX3" fmla="*/ 21833 w 47752"/>
                      <a:gd name="connsiteY3" fmla="*/ 2761 h 15439"/>
                      <a:gd name="connsiteX4" fmla="*/ 47633 w 47752"/>
                      <a:gd name="connsiteY4" fmla="*/ 1875 h 15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752" h="15439">
                        <a:moveTo>
                          <a:pt x="47633" y="1875"/>
                        </a:moveTo>
                        <a:cubicBezTo>
                          <a:pt x="49407" y="6219"/>
                          <a:pt x="30920" y="13091"/>
                          <a:pt x="24359" y="14021"/>
                        </a:cubicBezTo>
                        <a:cubicBezTo>
                          <a:pt x="17931" y="15795"/>
                          <a:pt x="731" y="16726"/>
                          <a:pt x="22" y="11716"/>
                        </a:cubicBezTo>
                        <a:cubicBezTo>
                          <a:pt x="-687" y="6618"/>
                          <a:pt x="16114" y="4180"/>
                          <a:pt x="21833" y="2761"/>
                        </a:cubicBezTo>
                        <a:cubicBezTo>
                          <a:pt x="27729" y="2185"/>
                          <a:pt x="45860" y="-2558"/>
                          <a:pt x="47633" y="187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94" name="Forme libre : forme 23093">
                    <a:extLst>
                      <a:ext uri="{FF2B5EF4-FFF2-40B4-BE49-F238E27FC236}">
                        <a16:creationId xmlns:a16="http://schemas.microsoft.com/office/drawing/2014/main" id="{E881872C-B389-46DC-91E6-501E6C1266FA}"/>
                      </a:ext>
                    </a:extLst>
                  </p:cNvPr>
                  <p:cNvSpPr/>
                  <p:nvPr/>
                </p:nvSpPr>
                <p:spPr>
                  <a:xfrm>
                    <a:off x="6871088" y="1190020"/>
                    <a:ext cx="35193" cy="9674"/>
                  </a:xfrm>
                  <a:custGeom>
                    <a:avLst/>
                    <a:gdLst>
                      <a:gd name="connsiteX0" fmla="*/ 9836 w 35193"/>
                      <a:gd name="connsiteY0" fmla="*/ 0 h 9674"/>
                      <a:gd name="connsiteX1" fmla="*/ 172 w 35193"/>
                      <a:gd name="connsiteY1" fmla="*/ 5985 h 9674"/>
                      <a:gd name="connsiteX2" fmla="*/ 25041 w 35193"/>
                      <a:gd name="connsiteY2" fmla="*/ 8201 h 9674"/>
                      <a:gd name="connsiteX3" fmla="*/ 35193 w 35193"/>
                      <a:gd name="connsiteY3" fmla="*/ 5142 h 9674"/>
                      <a:gd name="connsiteX4" fmla="*/ 29607 w 35193"/>
                      <a:gd name="connsiteY4" fmla="*/ 6118 h 9674"/>
                      <a:gd name="connsiteX5" fmla="*/ 17017 w 35193"/>
                      <a:gd name="connsiteY5" fmla="*/ 5275 h 9674"/>
                      <a:gd name="connsiteX6" fmla="*/ 9836 w 35193"/>
                      <a:gd name="connsiteY6" fmla="*/ 0 h 9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193" h="9674">
                        <a:moveTo>
                          <a:pt x="9836" y="0"/>
                        </a:moveTo>
                        <a:cubicBezTo>
                          <a:pt x="6999" y="1286"/>
                          <a:pt x="-1291" y="2970"/>
                          <a:pt x="172" y="5985"/>
                        </a:cubicBezTo>
                        <a:cubicBezTo>
                          <a:pt x="2521" y="10772"/>
                          <a:pt x="16929" y="10196"/>
                          <a:pt x="25041" y="8201"/>
                        </a:cubicBezTo>
                        <a:cubicBezTo>
                          <a:pt x="27435" y="7669"/>
                          <a:pt x="32710" y="6339"/>
                          <a:pt x="35193" y="5142"/>
                        </a:cubicBezTo>
                        <a:cubicBezTo>
                          <a:pt x="33686" y="5630"/>
                          <a:pt x="31115" y="6073"/>
                          <a:pt x="29607" y="6118"/>
                        </a:cubicBezTo>
                        <a:cubicBezTo>
                          <a:pt x="25352" y="6162"/>
                          <a:pt x="20697" y="6073"/>
                          <a:pt x="17017" y="5275"/>
                        </a:cubicBezTo>
                        <a:cubicBezTo>
                          <a:pt x="13338" y="4566"/>
                          <a:pt x="10501" y="2704"/>
                          <a:pt x="983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95" name="Forme libre : forme 23094">
                    <a:extLst>
                      <a:ext uri="{FF2B5EF4-FFF2-40B4-BE49-F238E27FC236}">
                        <a16:creationId xmlns:a16="http://schemas.microsoft.com/office/drawing/2014/main" id="{81E3BFAC-8C3E-4408-A140-074B1B56C202}"/>
                      </a:ext>
                    </a:extLst>
                  </p:cNvPr>
                  <p:cNvSpPr/>
                  <p:nvPr/>
                </p:nvSpPr>
                <p:spPr>
                  <a:xfrm>
                    <a:off x="6874168" y="1184494"/>
                    <a:ext cx="47853" cy="16337"/>
                  </a:xfrm>
                  <a:custGeom>
                    <a:avLst/>
                    <a:gdLst>
                      <a:gd name="connsiteX0" fmla="*/ 47850 w 47853"/>
                      <a:gd name="connsiteY0" fmla="*/ 1980 h 16337"/>
                      <a:gd name="connsiteX1" fmla="*/ 38807 w 47853"/>
                      <a:gd name="connsiteY1" fmla="*/ 9604 h 16337"/>
                      <a:gd name="connsiteX2" fmla="*/ 31005 w 47853"/>
                      <a:gd name="connsiteY2" fmla="*/ 12885 h 16337"/>
                      <a:gd name="connsiteX3" fmla="*/ 24311 w 47853"/>
                      <a:gd name="connsiteY3" fmla="*/ 14658 h 16337"/>
                      <a:gd name="connsiteX4" fmla="*/ 10036 w 47853"/>
                      <a:gd name="connsiteY4" fmla="*/ 16298 h 16337"/>
                      <a:gd name="connsiteX5" fmla="*/ 61 w 47853"/>
                      <a:gd name="connsiteY5" fmla="*/ 12442 h 16337"/>
                      <a:gd name="connsiteX6" fmla="*/ 8529 w 47853"/>
                      <a:gd name="connsiteY6" fmla="*/ 6634 h 16337"/>
                      <a:gd name="connsiteX7" fmla="*/ 21828 w 47853"/>
                      <a:gd name="connsiteY7" fmla="*/ 3354 h 16337"/>
                      <a:gd name="connsiteX8" fmla="*/ 28212 w 47853"/>
                      <a:gd name="connsiteY8" fmla="*/ 2246 h 16337"/>
                      <a:gd name="connsiteX9" fmla="*/ 36812 w 47853"/>
                      <a:gd name="connsiteY9" fmla="*/ 561 h 16337"/>
                      <a:gd name="connsiteX10" fmla="*/ 47850 w 47853"/>
                      <a:gd name="connsiteY10" fmla="*/ 1980 h 1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7853" h="16337">
                        <a:moveTo>
                          <a:pt x="47850" y="1980"/>
                        </a:moveTo>
                        <a:cubicBezTo>
                          <a:pt x="47983" y="4551"/>
                          <a:pt x="43816" y="7166"/>
                          <a:pt x="38807" y="9604"/>
                        </a:cubicBezTo>
                        <a:cubicBezTo>
                          <a:pt x="36280" y="10801"/>
                          <a:pt x="33531" y="11910"/>
                          <a:pt x="31005" y="12885"/>
                        </a:cubicBezTo>
                        <a:cubicBezTo>
                          <a:pt x="28433" y="13639"/>
                          <a:pt x="26039" y="14259"/>
                          <a:pt x="24311" y="14658"/>
                        </a:cubicBezTo>
                        <a:cubicBezTo>
                          <a:pt x="20808" y="15412"/>
                          <a:pt x="15090" y="16564"/>
                          <a:pt x="10036" y="16298"/>
                        </a:cubicBezTo>
                        <a:cubicBezTo>
                          <a:pt x="4982" y="16033"/>
                          <a:pt x="682" y="14969"/>
                          <a:pt x="61" y="12442"/>
                        </a:cubicBezTo>
                        <a:cubicBezTo>
                          <a:pt x="-559" y="9915"/>
                          <a:pt x="3608" y="7964"/>
                          <a:pt x="8529" y="6634"/>
                        </a:cubicBezTo>
                        <a:cubicBezTo>
                          <a:pt x="13450" y="5304"/>
                          <a:pt x="19124" y="3841"/>
                          <a:pt x="21828" y="3354"/>
                        </a:cubicBezTo>
                        <a:cubicBezTo>
                          <a:pt x="23158" y="3088"/>
                          <a:pt x="25507" y="2645"/>
                          <a:pt x="28212" y="2246"/>
                        </a:cubicBezTo>
                        <a:cubicBezTo>
                          <a:pt x="30872" y="1669"/>
                          <a:pt x="33930" y="1004"/>
                          <a:pt x="36812" y="561"/>
                        </a:cubicBezTo>
                        <a:cubicBezTo>
                          <a:pt x="42575" y="-326"/>
                          <a:pt x="47806" y="-370"/>
                          <a:pt x="47850" y="198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96" name="Forme libre : forme 23095">
                    <a:extLst>
                      <a:ext uri="{FF2B5EF4-FFF2-40B4-BE49-F238E27FC236}">
                        <a16:creationId xmlns:a16="http://schemas.microsoft.com/office/drawing/2014/main" id="{81BEC2C1-6CEF-4FB6-B85E-9DA9A446B491}"/>
                      </a:ext>
                    </a:extLst>
                  </p:cNvPr>
                  <p:cNvSpPr/>
                  <p:nvPr/>
                </p:nvSpPr>
                <p:spPr>
                  <a:xfrm>
                    <a:off x="6848577" y="1187604"/>
                    <a:ext cx="61916" cy="21185"/>
                  </a:xfrm>
                  <a:custGeom>
                    <a:avLst/>
                    <a:gdLst>
                      <a:gd name="connsiteX0" fmla="*/ 428 w 61916"/>
                      <a:gd name="connsiteY0" fmla="*/ 10439 h 21185"/>
                      <a:gd name="connsiteX1" fmla="*/ 6901 w 61916"/>
                      <a:gd name="connsiteY1" fmla="*/ 15759 h 21185"/>
                      <a:gd name="connsiteX2" fmla="*/ 30529 w 61916"/>
                      <a:gd name="connsiteY2" fmla="*/ 21168 h 21185"/>
                      <a:gd name="connsiteX3" fmla="*/ 54645 w 61916"/>
                      <a:gd name="connsiteY3" fmla="*/ 15715 h 21185"/>
                      <a:gd name="connsiteX4" fmla="*/ 61384 w 61916"/>
                      <a:gd name="connsiteY4" fmla="*/ 7336 h 21185"/>
                      <a:gd name="connsiteX5" fmla="*/ 53271 w 61916"/>
                      <a:gd name="connsiteY5" fmla="*/ 6716 h 21185"/>
                      <a:gd name="connsiteX6" fmla="*/ 42410 w 61916"/>
                      <a:gd name="connsiteY6" fmla="*/ 6139 h 21185"/>
                      <a:gd name="connsiteX7" fmla="*/ 37090 w 61916"/>
                      <a:gd name="connsiteY7" fmla="*/ 5519 h 21185"/>
                      <a:gd name="connsiteX8" fmla="*/ 31726 w 61916"/>
                      <a:gd name="connsiteY8" fmla="*/ 4100 h 21185"/>
                      <a:gd name="connsiteX9" fmla="*/ 10891 w 61916"/>
                      <a:gd name="connsiteY9" fmla="*/ 288 h 21185"/>
                      <a:gd name="connsiteX10" fmla="*/ 428 w 61916"/>
                      <a:gd name="connsiteY10" fmla="*/ 10439 h 2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1916" h="21185">
                        <a:moveTo>
                          <a:pt x="428" y="10439"/>
                        </a:moveTo>
                        <a:cubicBezTo>
                          <a:pt x="1847" y="13365"/>
                          <a:pt x="3088" y="14163"/>
                          <a:pt x="6901" y="15759"/>
                        </a:cubicBezTo>
                        <a:cubicBezTo>
                          <a:pt x="14171" y="18774"/>
                          <a:pt x="20422" y="21433"/>
                          <a:pt x="30529" y="21168"/>
                        </a:cubicBezTo>
                        <a:cubicBezTo>
                          <a:pt x="38952" y="21345"/>
                          <a:pt x="48262" y="18774"/>
                          <a:pt x="54645" y="15715"/>
                        </a:cubicBezTo>
                        <a:cubicBezTo>
                          <a:pt x="59477" y="13498"/>
                          <a:pt x="63378" y="9597"/>
                          <a:pt x="61384" y="7336"/>
                        </a:cubicBezTo>
                        <a:cubicBezTo>
                          <a:pt x="60142" y="5829"/>
                          <a:pt x="56463" y="6982"/>
                          <a:pt x="53271" y="6716"/>
                        </a:cubicBezTo>
                        <a:cubicBezTo>
                          <a:pt x="49547" y="6538"/>
                          <a:pt x="45956" y="6405"/>
                          <a:pt x="42410" y="6139"/>
                        </a:cubicBezTo>
                        <a:cubicBezTo>
                          <a:pt x="40637" y="6006"/>
                          <a:pt x="38864" y="5785"/>
                          <a:pt x="37090" y="5519"/>
                        </a:cubicBezTo>
                        <a:cubicBezTo>
                          <a:pt x="35317" y="5120"/>
                          <a:pt x="33544" y="4676"/>
                          <a:pt x="31726" y="4100"/>
                        </a:cubicBezTo>
                        <a:cubicBezTo>
                          <a:pt x="25608" y="2105"/>
                          <a:pt x="19225" y="-954"/>
                          <a:pt x="10891" y="288"/>
                        </a:cubicBezTo>
                        <a:cubicBezTo>
                          <a:pt x="3399" y="1618"/>
                          <a:pt x="-1522" y="6450"/>
                          <a:pt x="428" y="1043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97" name="Forme libre : forme 23096">
                    <a:extLst>
                      <a:ext uri="{FF2B5EF4-FFF2-40B4-BE49-F238E27FC236}">
                        <a16:creationId xmlns:a16="http://schemas.microsoft.com/office/drawing/2014/main" id="{25D18AB6-F50E-412D-B779-FDBEB80B428F}"/>
                      </a:ext>
                    </a:extLst>
                  </p:cNvPr>
                  <p:cNvSpPr/>
                  <p:nvPr/>
                </p:nvSpPr>
                <p:spPr>
                  <a:xfrm>
                    <a:off x="6860391" y="1186024"/>
                    <a:ext cx="18969" cy="7190"/>
                  </a:xfrm>
                  <a:custGeom>
                    <a:avLst/>
                    <a:gdLst>
                      <a:gd name="connsiteX0" fmla="*/ 1781 w 18969"/>
                      <a:gd name="connsiteY0" fmla="*/ 4794 h 7190"/>
                      <a:gd name="connsiteX1" fmla="*/ 52 w 18969"/>
                      <a:gd name="connsiteY1" fmla="*/ 6124 h 7190"/>
                      <a:gd name="connsiteX2" fmla="*/ 1603 w 18969"/>
                      <a:gd name="connsiteY2" fmla="*/ 7143 h 7190"/>
                      <a:gd name="connsiteX3" fmla="*/ 5194 w 18969"/>
                      <a:gd name="connsiteY3" fmla="*/ 6966 h 7190"/>
                      <a:gd name="connsiteX4" fmla="*/ 13750 w 18969"/>
                      <a:gd name="connsiteY4" fmla="*/ 4971 h 7190"/>
                      <a:gd name="connsiteX5" fmla="*/ 16720 w 18969"/>
                      <a:gd name="connsiteY5" fmla="*/ 3863 h 7190"/>
                      <a:gd name="connsiteX6" fmla="*/ 14370 w 18969"/>
                      <a:gd name="connsiteY6" fmla="*/ 228 h 7190"/>
                      <a:gd name="connsiteX7" fmla="*/ 1781 w 18969"/>
                      <a:gd name="connsiteY7" fmla="*/ 4794 h 7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969" h="7190">
                        <a:moveTo>
                          <a:pt x="1781" y="4794"/>
                        </a:moveTo>
                        <a:cubicBezTo>
                          <a:pt x="894" y="5237"/>
                          <a:pt x="318" y="5548"/>
                          <a:pt x="52" y="6124"/>
                        </a:cubicBezTo>
                        <a:cubicBezTo>
                          <a:pt x="-214" y="6700"/>
                          <a:pt x="584" y="7010"/>
                          <a:pt x="1603" y="7143"/>
                        </a:cubicBezTo>
                        <a:cubicBezTo>
                          <a:pt x="2623" y="7276"/>
                          <a:pt x="4086" y="7099"/>
                          <a:pt x="5194" y="6966"/>
                        </a:cubicBezTo>
                        <a:cubicBezTo>
                          <a:pt x="8076" y="6611"/>
                          <a:pt x="11090" y="5769"/>
                          <a:pt x="13750" y="4971"/>
                        </a:cubicBezTo>
                        <a:cubicBezTo>
                          <a:pt x="14858" y="4617"/>
                          <a:pt x="15878" y="4351"/>
                          <a:pt x="16720" y="3863"/>
                        </a:cubicBezTo>
                        <a:cubicBezTo>
                          <a:pt x="20222" y="1824"/>
                          <a:pt x="19779" y="-792"/>
                          <a:pt x="14370" y="228"/>
                        </a:cubicBezTo>
                        <a:cubicBezTo>
                          <a:pt x="10159" y="982"/>
                          <a:pt x="5283" y="3198"/>
                          <a:pt x="1781" y="479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98" name="Forme libre : forme 23097">
                    <a:extLst>
                      <a:ext uri="{FF2B5EF4-FFF2-40B4-BE49-F238E27FC236}">
                        <a16:creationId xmlns:a16="http://schemas.microsoft.com/office/drawing/2014/main" id="{7FA17666-C889-44B9-99FE-63BCD84C7D90}"/>
                      </a:ext>
                    </a:extLst>
                  </p:cNvPr>
                  <p:cNvSpPr/>
                  <p:nvPr/>
                </p:nvSpPr>
                <p:spPr>
                  <a:xfrm>
                    <a:off x="6910758" y="1182439"/>
                    <a:ext cx="25534" cy="22786"/>
                  </a:xfrm>
                  <a:custGeom>
                    <a:avLst/>
                    <a:gdLst>
                      <a:gd name="connsiteX0" fmla="*/ 25535 w 25534"/>
                      <a:gd name="connsiteY0" fmla="*/ 0 h 22786"/>
                      <a:gd name="connsiteX1" fmla="*/ 16048 w 25534"/>
                      <a:gd name="connsiteY1" fmla="*/ 12501 h 22786"/>
                      <a:gd name="connsiteX2" fmla="*/ 0 w 25534"/>
                      <a:gd name="connsiteY2" fmla="*/ 22786 h 22786"/>
                      <a:gd name="connsiteX3" fmla="*/ 14851 w 25534"/>
                      <a:gd name="connsiteY3" fmla="*/ 12280 h 22786"/>
                      <a:gd name="connsiteX4" fmla="*/ 25535 w 25534"/>
                      <a:gd name="connsiteY4" fmla="*/ 0 h 22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34" h="22786">
                        <a:moveTo>
                          <a:pt x="25535" y="0"/>
                        </a:moveTo>
                        <a:cubicBezTo>
                          <a:pt x="24870" y="3812"/>
                          <a:pt x="21013" y="8201"/>
                          <a:pt x="16048" y="12501"/>
                        </a:cubicBezTo>
                        <a:cubicBezTo>
                          <a:pt x="11083" y="16713"/>
                          <a:pt x="4832" y="19949"/>
                          <a:pt x="0" y="22786"/>
                        </a:cubicBezTo>
                        <a:cubicBezTo>
                          <a:pt x="5275" y="19816"/>
                          <a:pt x="10462" y="16314"/>
                          <a:pt x="14851" y="12280"/>
                        </a:cubicBezTo>
                        <a:cubicBezTo>
                          <a:pt x="19195" y="8024"/>
                          <a:pt x="22875" y="3724"/>
                          <a:pt x="2553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99" name="Forme libre : forme 23098">
                    <a:extLst>
                      <a:ext uri="{FF2B5EF4-FFF2-40B4-BE49-F238E27FC236}">
                        <a16:creationId xmlns:a16="http://schemas.microsoft.com/office/drawing/2014/main" id="{F84AD720-EAB3-422F-9BB3-56CE4F7212CE}"/>
                      </a:ext>
                    </a:extLst>
                  </p:cNvPr>
                  <p:cNvSpPr/>
                  <p:nvPr/>
                </p:nvSpPr>
                <p:spPr>
                  <a:xfrm>
                    <a:off x="6838233" y="1179070"/>
                    <a:ext cx="32361" cy="13432"/>
                  </a:xfrm>
                  <a:custGeom>
                    <a:avLst/>
                    <a:gdLst>
                      <a:gd name="connsiteX0" fmla="*/ 32362 w 32361"/>
                      <a:gd name="connsiteY0" fmla="*/ 0 h 13432"/>
                      <a:gd name="connsiteX1" fmla="*/ 0 w 32361"/>
                      <a:gd name="connsiteY1" fmla="*/ 13432 h 13432"/>
                      <a:gd name="connsiteX2" fmla="*/ 32362 w 32361"/>
                      <a:gd name="connsiteY2" fmla="*/ 0 h 13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361" h="13432">
                        <a:moveTo>
                          <a:pt x="32362" y="0"/>
                        </a:moveTo>
                        <a:cubicBezTo>
                          <a:pt x="19860" y="2261"/>
                          <a:pt x="8777" y="7847"/>
                          <a:pt x="0" y="13432"/>
                        </a:cubicBezTo>
                        <a:cubicBezTo>
                          <a:pt x="7935" y="7935"/>
                          <a:pt x="21988" y="3546"/>
                          <a:pt x="3236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00" name="Forme libre : forme 23099">
                    <a:extLst>
                      <a:ext uri="{FF2B5EF4-FFF2-40B4-BE49-F238E27FC236}">
                        <a16:creationId xmlns:a16="http://schemas.microsoft.com/office/drawing/2014/main" id="{C98B8FE4-8997-46F8-B656-FDA142B4ECAD}"/>
                      </a:ext>
                    </a:extLst>
                  </p:cNvPr>
                  <p:cNvSpPr/>
                  <p:nvPr/>
                </p:nvSpPr>
                <p:spPr>
                  <a:xfrm>
                    <a:off x="6890352" y="1186830"/>
                    <a:ext cx="17710" cy="4503"/>
                  </a:xfrm>
                  <a:custGeom>
                    <a:avLst/>
                    <a:gdLst>
                      <a:gd name="connsiteX0" fmla="*/ 17657 w 17710"/>
                      <a:gd name="connsiteY0" fmla="*/ 1062 h 4503"/>
                      <a:gd name="connsiteX1" fmla="*/ 13224 w 17710"/>
                      <a:gd name="connsiteY1" fmla="*/ 3456 h 4503"/>
                      <a:gd name="connsiteX2" fmla="*/ 7594 w 17710"/>
                      <a:gd name="connsiteY2" fmla="*/ 4298 h 4503"/>
                      <a:gd name="connsiteX3" fmla="*/ 103 w 17710"/>
                      <a:gd name="connsiteY3" fmla="*/ 3013 h 4503"/>
                      <a:gd name="connsiteX4" fmla="*/ 9634 w 17710"/>
                      <a:gd name="connsiteY4" fmla="*/ 397 h 4503"/>
                      <a:gd name="connsiteX5" fmla="*/ 17657 w 17710"/>
                      <a:gd name="connsiteY5" fmla="*/ 1062 h 4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710" h="4503">
                        <a:moveTo>
                          <a:pt x="17657" y="1062"/>
                        </a:moveTo>
                        <a:cubicBezTo>
                          <a:pt x="17303" y="1993"/>
                          <a:pt x="15352" y="2835"/>
                          <a:pt x="13224" y="3456"/>
                        </a:cubicBezTo>
                        <a:cubicBezTo>
                          <a:pt x="11052" y="3944"/>
                          <a:pt x="8703" y="4165"/>
                          <a:pt x="7594" y="4298"/>
                        </a:cubicBezTo>
                        <a:cubicBezTo>
                          <a:pt x="5378" y="4520"/>
                          <a:pt x="-873" y="4963"/>
                          <a:pt x="103" y="3013"/>
                        </a:cubicBezTo>
                        <a:cubicBezTo>
                          <a:pt x="1078" y="1062"/>
                          <a:pt x="7550" y="575"/>
                          <a:pt x="9634" y="397"/>
                        </a:cubicBezTo>
                        <a:cubicBezTo>
                          <a:pt x="11717" y="397"/>
                          <a:pt x="18367" y="-844"/>
                          <a:pt x="17657" y="106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01" name="Forme libre : forme 23100">
                    <a:extLst>
                      <a:ext uri="{FF2B5EF4-FFF2-40B4-BE49-F238E27FC236}">
                        <a16:creationId xmlns:a16="http://schemas.microsoft.com/office/drawing/2014/main" id="{3895014F-B3A0-4098-984B-91F13CFC3E82}"/>
                      </a:ext>
                    </a:extLst>
                  </p:cNvPr>
                  <p:cNvSpPr/>
                  <p:nvPr/>
                </p:nvSpPr>
                <p:spPr>
                  <a:xfrm>
                    <a:off x="6905662" y="1186400"/>
                    <a:ext cx="4970" cy="2055"/>
                  </a:xfrm>
                  <a:custGeom>
                    <a:avLst/>
                    <a:gdLst>
                      <a:gd name="connsiteX0" fmla="*/ 4919 w 4970"/>
                      <a:gd name="connsiteY0" fmla="*/ 295 h 2055"/>
                      <a:gd name="connsiteX1" fmla="*/ 2880 w 4970"/>
                      <a:gd name="connsiteY1" fmla="*/ 1714 h 2055"/>
                      <a:gd name="connsiteX2" fmla="*/ 43 w 4970"/>
                      <a:gd name="connsiteY2" fmla="*/ 1758 h 2055"/>
                      <a:gd name="connsiteX3" fmla="*/ 1993 w 4970"/>
                      <a:gd name="connsiteY3" fmla="*/ 384 h 2055"/>
                      <a:gd name="connsiteX4" fmla="*/ 4919 w 4970"/>
                      <a:gd name="connsiteY4" fmla="*/ 295 h 2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70" h="2055">
                        <a:moveTo>
                          <a:pt x="4919" y="295"/>
                        </a:moveTo>
                        <a:cubicBezTo>
                          <a:pt x="5274" y="872"/>
                          <a:pt x="3722" y="1448"/>
                          <a:pt x="2880" y="1714"/>
                        </a:cubicBezTo>
                        <a:cubicBezTo>
                          <a:pt x="2037" y="1936"/>
                          <a:pt x="353" y="2335"/>
                          <a:pt x="43" y="1758"/>
                        </a:cubicBezTo>
                        <a:cubicBezTo>
                          <a:pt x="-268" y="1182"/>
                          <a:pt x="1195" y="606"/>
                          <a:pt x="1993" y="384"/>
                        </a:cubicBezTo>
                        <a:cubicBezTo>
                          <a:pt x="2835" y="118"/>
                          <a:pt x="4564" y="-281"/>
                          <a:pt x="4919" y="2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102" name="Forme libre : forme 23101">
                    <a:extLst>
                      <a:ext uri="{FF2B5EF4-FFF2-40B4-BE49-F238E27FC236}">
                        <a16:creationId xmlns:a16="http://schemas.microsoft.com/office/drawing/2014/main" id="{AF75E214-12CF-4B37-877F-EE244F44600F}"/>
                      </a:ext>
                    </a:extLst>
                  </p:cNvPr>
                  <p:cNvSpPr/>
                  <p:nvPr/>
                </p:nvSpPr>
                <p:spPr>
                  <a:xfrm>
                    <a:off x="6888432" y="1174806"/>
                    <a:ext cx="44706" cy="8895"/>
                  </a:xfrm>
                  <a:custGeom>
                    <a:avLst/>
                    <a:gdLst>
                      <a:gd name="connsiteX0" fmla="*/ 31768 w 44706"/>
                      <a:gd name="connsiteY0" fmla="*/ 2048 h 8895"/>
                      <a:gd name="connsiteX1" fmla="*/ 44093 w 44706"/>
                      <a:gd name="connsiteY1" fmla="*/ 4663 h 8895"/>
                      <a:gd name="connsiteX2" fmla="*/ 42186 w 44706"/>
                      <a:gd name="connsiteY2" fmla="*/ 8254 h 8895"/>
                      <a:gd name="connsiteX3" fmla="*/ 36645 w 44706"/>
                      <a:gd name="connsiteY3" fmla="*/ 8697 h 8895"/>
                      <a:gd name="connsiteX4" fmla="*/ 19977 w 44706"/>
                      <a:gd name="connsiteY4" fmla="*/ 7589 h 8895"/>
                      <a:gd name="connsiteX5" fmla="*/ 249 w 44706"/>
                      <a:gd name="connsiteY5" fmla="*/ 5240 h 8895"/>
                      <a:gd name="connsiteX6" fmla="*/ 9825 w 44706"/>
                      <a:gd name="connsiteY6" fmla="*/ 1250 h 8895"/>
                      <a:gd name="connsiteX7" fmla="*/ 20952 w 44706"/>
                      <a:gd name="connsiteY7" fmla="*/ 8 h 8895"/>
                      <a:gd name="connsiteX8" fmla="*/ 31768 w 44706"/>
                      <a:gd name="connsiteY8" fmla="*/ 2048 h 8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706" h="8895">
                        <a:moveTo>
                          <a:pt x="31768" y="2048"/>
                        </a:moveTo>
                        <a:cubicBezTo>
                          <a:pt x="36689" y="2491"/>
                          <a:pt x="40324" y="2757"/>
                          <a:pt x="44093" y="4663"/>
                        </a:cubicBezTo>
                        <a:cubicBezTo>
                          <a:pt x="45467" y="5372"/>
                          <a:pt x="44403" y="7367"/>
                          <a:pt x="42186" y="8254"/>
                        </a:cubicBezTo>
                        <a:cubicBezTo>
                          <a:pt x="40014" y="9141"/>
                          <a:pt x="38374" y="8919"/>
                          <a:pt x="36645" y="8697"/>
                        </a:cubicBezTo>
                        <a:cubicBezTo>
                          <a:pt x="31370" y="8254"/>
                          <a:pt x="25873" y="7678"/>
                          <a:pt x="19977" y="7589"/>
                        </a:cubicBezTo>
                        <a:cubicBezTo>
                          <a:pt x="16386" y="7944"/>
                          <a:pt x="-2366" y="9362"/>
                          <a:pt x="249" y="5240"/>
                        </a:cubicBezTo>
                        <a:cubicBezTo>
                          <a:pt x="1491" y="3156"/>
                          <a:pt x="5525" y="1915"/>
                          <a:pt x="9825" y="1250"/>
                        </a:cubicBezTo>
                        <a:cubicBezTo>
                          <a:pt x="14125" y="540"/>
                          <a:pt x="18558" y="-80"/>
                          <a:pt x="20952" y="8"/>
                        </a:cubicBezTo>
                        <a:cubicBezTo>
                          <a:pt x="25651" y="53"/>
                          <a:pt x="28089" y="1737"/>
                          <a:pt x="31768" y="204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54" name="Graphique 2">
                <a:extLst>
                  <a:ext uri="{FF2B5EF4-FFF2-40B4-BE49-F238E27FC236}">
                    <a16:creationId xmlns:a16="http://schemas.microsoft.com/office/drawing/2014/main" id="{1557FD20-36DA-4DED-B8B0-CCD79288693E}"/>
                  </a:ext>
                </a:extLst>
              </p:cNvPr>
              <p:cNvGrpSpPr/>
              <p:nvPr/>
            </p:nvGrpSpPr>
            <p:grpSpPr>
              <a:xfrm>
                <a:off x="6765189" y="1213999"/>
                <a:ext cx="131337" cy="37775"/>
                <a:chOff x="6765189" y="1213999"/>
                <a:chExt cx="131337" cy="37775"/>
              </a:xfrm>
              <a:solidFill>
                <a:schemeClr val="accent1"/>
              </a:solidFill>
            </p:grpSpPr>
            <p:sp>
              <p:nvSpPr>
                <p:cNvPr id="23077" name="Forme libre : forme 23076">
                  <a:extLst>
                    <a:ext uri="{FF2B5EF4-FFF2-40B4-BE49-F238E27FC236}">
                      <a16:creationId xmlns:a16="http://schemas.microsoft.com/office/drawing/2014/main" id="{F6CB5628-0CE4-43A6-A681-D7866E9A84E7}"/>
                    </a:ext>
                  </a:extLst>
                </p:cNvPr>
                <p:cNvSpPr/>
                <p:nvPr/>
              </p:nvSpPr>
              <p:spPr>
                <a:xfrm>
                  <a:off x="6765189" y="1213999"/>
                  <a:ext cx="131337" cy="37775"/>
                </a:xfrm>
                <a:custGeom>
                  <a:avLst/>
                  <a:gdLst>
                    <a:gd name="connsiteX0" fmla="*/ 91884 w 131337"/>
                    <a:gd name="connsiteY0" fmla="*/ 35779 h 37775"/>
                    <a:gd name="connsiteX1" fmla="*/ 66749 w 131337"/>
                    <a:gd name="connsiteY1" fmla="*/ 37774 h 37775"/>
                    <a:gd name="connsiteX2" fmla="*/ 52918 w 131337"/>
                    <a:gd name="connsiteY2" fmla="*/ 37064 h 37775"/>
                    <a:gd name="connsiteX3" fmla="*/ 41746 w 131337"/>
                    <a:gd name="connsiteY3" fmla="*/ 35557 h 37775"/>
                    <a:gd name="connsiteX4" fmla="*/ 1183 w 131337"/>
                    <a:gd name="connsiteY4" fmla="*/ 12106 h 37775"/>
                    <a:gd name="connsiteX5" fmla="*/ 5173 w 131337"/>
                    <a:gd name="connsiteY5" fmla="*/ 2885 h 37775"/>
                    <a:gd name="connsiteX6" fmla="*/ 47553 w 131337"/>
                    <a:gd name="connsiteY6" fmla="*/ 935 h 37775"/>
                    <a:gd name="connsiteX7" fmla="*/ 56154 w 131337"/>
                    <a:gd name="connsiteY7" fmla="*/ 1644 h 37775"/>
                    <a:gd name="connsiteX8" fmla="*/ 66438 w 131337"/>
                    <a:gd name="connsiteY8" fmla="*/ 2131 h 37775"/>
                    <a:gd name="connsiteX9" fmla="*/ 76634 w 131337"/>
                    <a:gd name="connsiteY9" fmla="*/ 1998 h 37775"/>
                    <a:gd name="connsiteX10" fmla="*/ 85013 w 131337"/>
                    <a:gd name="connsiteY10" fmla="*/ 1422 h 37775"/>
                    <a:gd name="connsiteX11" fmla="*/ 96583 w 131337"/>
                    <a:gd name="connsiteY11" fmla="*/ 536 h 37775"/>
                    <a:gd name="connsiteX12" fmla="*/ 106292 w 131337"/>
                    <a:gd name="connsiteY12" fmla="*/ 447 h 37775"/>
                    <a:gd name="connsiteX13" fmla="*/ 115202 w 131337"/>
                    <a:gd name="connsiteY13" fmla="*/ 1023 h 37775"/>
                    <a:gd name="connsiteX14" fmla="*/ 124157 w 131337"/>
                    <a:gd name="connsiteY14" fmla="*/ 1644 h 37775"/>
                    <a:gd name="connsiteX15" fmla="*/ 130940 w 131337"/>
                    <a:gd name="connsiteY15" fmla="*/ 9003 h 37775"/>
                    <a:gd name="connsiteX16" fmla="*/ 125975 w 131337"/>
                    <a:gd name="connsiteY16" fmla="*/ 17337 h 37775"/>
                    <a:gd name="connsiteX17" fmla="*/ 118084 w 131337"/>
                    <a:gd name="connsiteY17" fmla="*/ 24918 h 37775"/>
                    <a:gd name="connsiteX18" fmla="*/ 106824 w 131337"/>
                    <a:gd name="connsiteY18" fmla="*/ 31301 h 37775"/>
                    <a:gd name="connsiteX19" fmla="*/ 91884 w 131337"/>
                    <a:gd name="connsiteY19" fmla="*/ 35779 h 37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31337" h="37775">
                      <a:moveTo>
                        <a:pt x="91884" y="35779"/>
                      </a:moveTo>
                      <a:cubicBezTo>
                        <a:pt x="85900" y="36931"/>
                        <a:pt x="76280" y="37818"/>
                        <a:pt x="66749" y="37774"/>
                      </a:cubicBezTo>
                      <a:cubicBezTo>
                        <a:pt x="62005" y="37685"/>
                        <a:pt x="57217" y="37419"/>
                        <a:pt x="52918" y="37064"/>
                      </a:cubicBezTo>
                      <a:cubicBezTo>
                        <a:pt x="48662" y="36532"/>
                        <a:pt x="44760" y="36133"/>
                        <a:pt x="41746" y="35557"/>
                      </a:cubicBezTo>
                      <a:cubicBezTo>
                        <a:pt x="19270" y="31301"/>
                        <a:pt x="9296" y="22745"/>
                        <a:pt x="1183" y="12106"/>
                      </a:cubicBezTo>
                      <a:cubicBezTo>
                        <a:pt x="-1610" y="8293"/>
                        <a:pt x="873" y="3816"/>
                        <a:pt x="5173" y="2885"/>
                      </a:cubicBezTo>
                      <a:cubicBezTo>
                        <a:pt x="17852" y="48"/>
                        <a:pt x="29777" y="-883"/>
                        <a:pt x="47553" y="935"/>
                      </a:cubicBezTo>
                      <a:cubicBezTo>
                        <a:pt x="49947" y="1112"/>
                        <a:pt x="52873" y="1378"/>
                        <a:pt x="56154" y="1644"/>
                      </a:cubicBezTo>
                      <a:cubicBezTo>
                        <a:pt x="59390" y="1777"/>
                        <a:pt x="62936" y="1954"/>
                        <a:pt x="66438" y="2131"/>
                      </a:cubicBezTo>
                      <a:cubicBezTo>
                        <a:pt x="69940" y="2087"/>
                        <a:pt x="73443" y="2043"/>
                        <a:pt x="76634" y="1998"/>
                      </a:cubicBezTo>
                      <a:cubicBezTo>
                        <a:pt x="79782" y="1777"/>
                        <a:pt x="82663" y="1599"/>
                        <a:pt x="85013" y="1422"/>
                      </a:cubicBezTo>
                      <a:cubicBezTo>
                        <a:pt x="89269" y="846"/>
                        <a:pt x="93126" y="713"/>
                        <a:pt x="96583" y="536"/>
                      </a:cubicBezTo>
                      <a:cubicBezTo>
                        <a:pt x="99997" y="181"/>
                        <a:pt x="103277" y="403"/>
                        <a:pt x="106292" y="447"/>
                      </a:cubicBezTo>
                      <a:cubicBezTo>
                        <a:pt x="109262" y="403"/>
                        <a:pt x="112188" y="624"/>
                        <a:pt x="115202" y="1023"/>
                      </a:cubicBezTo>
                      <a:cubicBezTo>
                        <a:pt x="118040" y="1245"/>
                        <a:pt x="121010" y="1422"/>
                        <a:pt x="124157" y="1644"/>
                      </a:cubicBezTo>
                      <a:cubicBezTo>
                        <a:pt x="128457" y="2043"/>
                        <a:pt x="132669" y="5190"/>
                        <a:pt x="130940" y="9003"/>
                      </a:cubicBezTo>
                      <a:cubicBezTo>
                        <a:pt x="129654" y="11796"/>
                        <a:pt x="128059" y="14544"/>
                        <a:pt x="125975" y="17337"/>
                      </a:cubicBezTo>
                      <a:cubicBezTo>
                        <a:pt x="123980" y="20263"/>
                        <a:pt x="121231" y="22391"/>
                        <a:pt x="118084" y="24918"/>
                      </a:cubicBezTo>
                      <a:cubicBezTo>
                        <a:pt x="114936" y="27489"/>
                        <a:pt x="111213" y="29439"/>
                        <a:pt x="106824" y="31301"/>
                      </a:cubicBezTo>
                      <a:cubicBezTo>
                        <a:pt x="102479" y="33385"/>
                        <a:pt x="97514" y="34582"/>
                        <a:pt x="91884" y="35779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078" name="Forme libre : forme 23077">
                  <a:extLst>
                    <a:ext uri="{FF2B5EF4-FFF2-40B4-BE49-F238E27FC236}">
                      <a16:creationId xmlns:a16="http://schemas.microsoft.com/office/drawing/2014/main" id="{BBB27B28-AB5E-45A3-8944-FDC72DB6B14D}"/>
                    </a:ext>
                  </a:extLst>
                </p:cNvPr>
                <p:cNvSpPr/>
                <p:nvPr/>
              </p:nvSpPr>
              <p:spPr>
                <a:xfrm>
                  <a:off x="6765214" y="1221318"/>
                  <a:ext cx="130826" cy="30335"/>
                </a:xfrm>
                <a:custGeom>
                  <a:avLst/>
                  <a:gdLst>
                    <a:gd name="connsiteX0" fmla="*/ 50499 w 130826"/>
                    <a:gd name="connsiteY0" fmla="*/ 16624 h 30335"/>
                    <a:gd name="connsiteX1" fmla="*/ 183 w 130826"/>
                    <a:gd name="connsiteY1" fmla="*/ 0 h 30335"/>
                    <a:gd name="connsiteX2" fmla="*/ 1158 w 130826"/>
                    <a:gd name="connsiteY2" fmla="*/ 4699 h 30335"/>
                    <a:gd name="connsiteX3" fmla="*/ 5547 w 130826"/>
                    <a:gd name="connsiteY3" fmla="*/ 10063 h 30335"/>
                    <a:gd name="connsiteX4" fmla="*/ 23324 w 130826"/>
                    <a:gd name="connsiteY4" fmla="*/ 22742 h 30335"/>
                    <a:gd name="connsiteX5" fmla="*/ 41677 w 130826"/>
                    <a:gd name="connsiteY5" fmla="*/ 28194 h 30335"/>
                    <a:gd name="connsiteX6" fmla="*/ 49568 w 130826"/>
                    <a:gd name="connsiteY6" fmla="*/ 29303 h 30335"/>
                    <a:gd name="connsiteX7" fmla="*/ 88047 w 130826"/>
                    <a:gd name="connsiteY7" fmla="*/ 29037 h 30335"/>
                    <a:gd name="connsiteX8" fmla="*/ 91771 w 130826"/>
                    <a:gd name="connsiteY8" fmla="*/ 28416 h 30335"/>
                    <a:gd name="connsiteX9" fmla="*/ 102765 w 130826"/>
                    <a:gd name="connsiteY9" fmla="*/ 25579 h 30335"/>
                    <a:gd name="connsiteX10" fmla="*/ 111853 w 130826"/>
                    <a:gd name="connsiteY10" fmla="*/ 21545 h 30335"/>
                    <a:gd name="connsiteX11" fmla="*/ 121340 w 130826"/>
                    <a:gd name="connsiteY11" fmla="*/ 14674 h 30335"/>
                    <a:gd name="connsiteX12" fmla="*/ 127901 w 130826"/>
                    <a:gd name="connsiteY12" fmla="*/ 6960 h 30335"/>
                    <a:gd name="connsiteX13" fmla="*/ 130782 w 130826"/>
                    <a:gd name="connsiteY13" fmla="*/ 1685 h 30335"/>
                    <a:gd name="connsiteX14" fmla="*/ 130826 w 130826"/>
                    <a:gd name="connsiteY14" fmla="*/ 1507 h 30335"/>
                    <a:gd name="connsiteX15" fmla="*/ 91505 w 130826"/>
                    <a:gd name="connsiteY15" fmla="*/ 15205 h 30335"/>
                    <a:gd name="connsiteX16" fmla="*/ 50499 w 130826"/>
                    <a:gd name="connsiteY16" fmla="*/ 16624 h 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0826" h="30335">
                      <a:moveTo>
                        <a:pt x="50499" y="16624"/>
                      </a:moveTo>
                      <a:cubicBezTo>
                        <a:pt x="31791" y="15604"/>
                        <a:pt x="11709" y="9930"/>
                        <a:pt x="183" y="0"/>
                      </a:cubicBezTo>
                      <a:cubicBezTo>
                        <a:pt x="-216" y="1507"/>
                        <a:pt x="6" y="3192"/>
                        <a:pt x="1158" y="4699"/>
                      </a:cubicBezTo>
                      <a:cubicBezTo>
                        <a:pt x="2533" y="6561"/>
                        <a:pt x="3996" y="8334"/>
                        <a:pt x="5547" y="10063"/>
                      </a:cubicBezTo>
                      <a:cubicBezTo>
                        <a:pt x="10069" y="14895"/>
                        <a:pt x="15566" y="19195"/>
                        <a:pt x="23324" y="22742"/>
                      </a:cubicBezTo>
                      <a:cubicBezTo>
                        <a:pt x="28378" y="24958"/>
                        <a:pt x="34362" y="26865"/>
                        <a:pt x="41677" y="28194"/>
                      </a:cubicBezTo>
                      <a:cubicBezTo>
                        <a:pt x="43893" y="28638"/>
                        <a:pt x="46598" y="28904"/>
                        <a:pt x="49568" y="29303"/>
                      </a:cubicBezTo>
                      <a:cubicBezTo>
                        <a:pt x="61227" y="30721"/>
                        <a:pt x="77541" y="30721"/>
                        <a:pt x="88047" y="29037"/>
                      </a:cubicBezTo>
                      <a:cubicBezTo>
                        <a:pt x="89377" y="28904"/>
                        <a:pt x="90663" y="28638"/>
                        <a:pt x="91771" y="28416"/>
                      </a:cubicBezTo>
                      <a:cubicBezTo>
                        <a:pt x="95761" y="27529"/>
                        <a:pt x="99396" y="26687"/>
                        <a:pt x="102765" y="25579"/>
                      </a:cubicBezTo>
                      <a:cubicBezTo>
                        <a:pt x="106090" y="24293"/>
                        <a:pt x="109149" y="22919"/>
                        <a:pt x="111853" y="21545"/>
                      </a:cubicBezTo>
                      <a:cubicBezTo>
                        <a:pt x="115577" y="19639"/>
                        <a:pt x="118680" y="16979"/>
                        <a:pt x="121340" y="14674"/>
                      </a:cubicBezTo>
                      <a:cubicBezTo>
                        <a:pt x="124044" y="12413"/>
                        <a:pt x="126127" y="9620"/>
                        <a:pt x="127901" y="6960"/>
                      </a:cubicBezTo>
                      <a:cubicBezTo>
                        <a:pt x="129009" y="5187"/>
                        <a:pt x="129984" y="3458"/>
                        <a:pt x="130782" y="1685"/>
                      </a:cubicBezTo>
                      <a:lnTo>
                        <a:pt x="130826" y="1507"/>
                      </a:lnTo>
                      <a:cubicBezTo>
                        <a:pt x="118990" y="8911"/>
                        <a:pt x="105203" y="12989"/>
                        <a:pt x="91505" y="15205"/>
                      </a:cubicBezTo>
                      <a:cubicBezTo>
                        <a:pt x="77807" y="17289"/>
                        <a:pt x="63931" y="17422"/>
                        <a:pt x="50499" y="1662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079" name="Forme libre : forme 23078">
                  <a:extLst>
                    <a:ext uri="{FF2B5EF4-FFF2-40B4-BE49-F238E27FC236}">
                      <a16:creationId xmlns:a16="http://schemas.microsoft.com/office/drawing/2014/main" id="{55FFF334-0BB7-49F8-A62A-C7C210369ADE}"/>
                    </a:ext>
                  </a:extLst>
                </p:cNvPr>
                <p:cNvSpPr/>
                <p:nvPr/>
              </p:nvSpPr>
              <p:spPr>
                <a:xfrm>
                  <a:off x="6810522" y="1227823"/>
                  <a:ext cx="61851" cy="12628"/>
                </a:xfrm>
                <a:custGeom>
                  <a:avLst/>
                  <a:gdLst>
                    <a:gd name="connsiteX0" fmla="*/ 61757 w 61851"/>
                    <a:gd name="connsiteY0" fmla="*/ 1474 h 12628"/>
                    <a:gd name="connsiteX1" fmla="*/ 58876 w 61851"/>
                    <a:gd name="connsiteY1" fmla="*/ 5287 h 12628"/>
                    <a:gd name="connsiteX2" fmla="*/ 50010 w 61851"/>
                    <a:gd name="connsiteY2" fmla="*/ 9144 h 12628"/>
                    <a:gd name="connsiteX3" fmla="*/ 30149 w 61851"/>
                    <a:gd name="connsiteY3" fmla="*/ 12602 h 12628"/>
                    <a:gd name="connsiteX4" fmla="*/ 21727 w 61851"/>
                    <a:gd name="connsiteY4" fmla="*/ 12513 h 12628"/>
                    <a:gd name="connsiteX5" fmla="*/ 11619 w 61851"/>
                    <a:gd name="connsiteY5" fmla="*/ 11183 h 12628"/>
                    <a:gd name="connsiteX6" fmla="*/ 4 w 61851"/>
                    <a:gd name="connsiteY6" fmla="*/ 5021 h 12628"/>
                    <a:gd name="connsiteX7" fmla="*/ 12107 w 61851"/>
                    <a:gd name="connsiteY7" fmla="*/ 1519 h 12628"/>
                    <a:gd name="connsiteX8" fmla="*/ 21727 w 61851"/>
                    <a:gd name="connsiteY8" fmla="*/ 1297 h 12628"/>
                    <a:gd name="connsiteX9" fmla="*/ 29396 w 61851"/>
                    <a:gd name="connsiteY9" fmla="*/ 1164 h 12628"/>
                    <a:gd name="connsiteX10" fmla="*/ 37375 w 61851"/>
                    <a:gd name="connsiteY10" fmla="*/ 898 h 12628"/>
                    <a:gd name="connsiteX11" fmla="*/ 42518 w 61851"/>
                    <a:gd name="connsiteY11" fmla="*/ 721 h 12628"/>
                    <a:gd name="connsiteX12" fmla="*/ 47793 w 61851"/>
                    <a:gd name="connsiteY12" fmla="*/ 322 h 12628"/>
                    <a:gd name="connsiteX13" fmla="*/ 52803 w 61851"/>
                    <a:gd name="connsiteY13" fmla="*/ 189 h 12628"/>
                    <a:gd name="connsiteX14" fmla="*/ 57058 w 61851"/>
                    <a:gd name="connsiteY14" fmla="*/ 12 h 12628"/>
                    <a:gd name="connsiteX15" fmla="*/ 61757 w 61851"/>
                    <a:gd name="connsiteY15" fmla="*/ 1474 h 12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1851" h="12628">
                      <a:moveTo>
                        <a:pt x="61757" y="1474"/>
                      </a:moveTo>
                      <a:cubicBezTo>
                        <a:pt x="62201" y="2583"/>
                        <a:pt x="61048" y="3868"/>
                        <a:pt x="58876" y="5287"/>
                      </a:cubicBezTo>
                      <a:cubicBezTo>
                        <a:pt x="56748" y="6706"/>
                        <a:pt x="53556" y="8168"/>
                        <a:pt x="50010" y="9144"/>
                      </a:cubicBezTo>
                      <a:cubicBezTo>
                        <a:pt x="42917" y="11538"/>
                        <a:pt x="34405" y="12291"/>
                        <a:pt x="30149" y="12602"/>
                      </a:cubicBezTo>
                      <a:cubicBezTo>
                        <a:pt x="28022" y="12646"/>
                        <a:pt x="25007" y="12646"/>
                        <a:pt x="21727" y="12513"/>
                      </a:cubicBezTo>
                      <a:cubicBezTo>
                        <a:pt x="18446" y="12336"/>
                        <a:pt x="14899" y="11759"/>
                        <a:pt x="11619" y="11183"/>
                      </a:cubicBezTo>
                      <a:cubicBezTo>
                        <a:pt x="5103" y="9809"/>
                        <a:pt x="-173" y="7503"/>
                        <a:pt x="4" y="5021"/>
                      </a:cubicBezTo>
                      <a:cubicBezTo>
                        <a:pt x="226" y="2450"/>
                        <a:pt x="5767" y="1740"/>
                        <a:pt x="12107" y="1519"/>
                      </a:cubicBezTo>
                      <a:cubicBezTo>
                        <a:pt x="15299" y="1297"/>
                        <a:pt x="18668" y="1341"/>
                        <a:pt x="21727" y="1297"/>
                      </a:cubicBezTo>
                      <a:cubicBezTo>
                        <a:pt x="24785" y="1164"/>
                        <a:pt x="27534" y="1120"/>
                        <a:pt x="29396" y="1164"/>
                      </a:cubicBezTo>
                      <a:cubicBezTo>
                        <a:pt x="31258" y="1253"/>
                        <a:pt x="34095" y="942"/>
                        <a:pt x="37375" y="898"/>
                      </a:cubicBezTo>
                      <a:cubicBezTo>
                        <a:pt x="39016" y="809"/>
                        <a:pt x="40745" y="854"/>
                        <a:pt x="42518" y="721"/>
                      </a:cubicBezTo>
                      <a:cubicBezTo>
                        <a:pt x="44247" y="543"/>
                        <a:pt x="46020" y="411"/>
                        <a:pt x="47793" y="322"/>
                      </a:cubicBezTo>
                      <a:cubicBezTo>
                        <a:pt x="49522" y="233"/>
                        <a:pt x="51207" y="189"/>
                        <a:pt x="52803" y="189"/>
                      </a:cubicBezTo>
                      <a:cubicBezTo>
                        <a:pt x="54354" y="56"/>
                        <a:pt x="55773" y="-33"/>
                        <a:pt x="57058" y="12"/>
                      </a:cubicBezTo>
                      <a:cubicBezTo>
                        <a:pt x="59541" y="-77"/>
                        <a:pt x="61314" y="366"/>
                        <a:pt x="61757" y="1474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080" name="Forme libre : forme 23079">
                  <a:extLst>
                    <a:ext uri="{FF2B5EF4-FFF2-40B4-BE49-F238E27FC236}">
                      <a16:creationId xmlns:a16="http://schemas.microsoft.com/office/drawing/2014/main" id="{4565B764-B2D7-47FF-8230-1268A883FAE0}"/>
                    </a:ext>
                  </a:extLst>
                </p:cNvPr>
                <p:cNvSpPr/>
                <p:nvPr/>
              </p:nvSpPr>
              <p:spPr>
                <a:xfrm>
                  <a:off x="6810148" y="1229341"/>
                  <a:ext cx="44576" cy="11143"/>
                </a:xfrm>
                <a:custGeom>
                  <a:avLst/>
                  <a:gdLst>
                    <a:gd name="connsiteX0" fmla="*/ 13633 w 44576"/>
                    <a:gd name="connsiteY0" fmla="*/ 0 h 11143"/>
                    <a:gd name="connsiteX1" fmla="*/ 68 w 44576"/>
                    <a:gd name="connsiteY1" fmla="*/ 3413 h 11143"/>
                    <a:gd name="connsiteX2" fmla="*/ 11993 w 44576"/>
                    <a:gd name="connsiteY2" fmla="*/ 9620 h 11143"/>
                    <a:gd name="connsiteX3" fmla="*/ 21746 w 44576"/>
                    <a:gd name="connsiteY3" fmla="*/ 10994 h 11143"/>
                    <a:gd name="connsiteX4" fmla="*/ 30922 w 44576"/>
                    <a:gd name="connsiteY4" fmla="*/ 11127 h 11143"/>
                    <a:gd name="connsiteX5" fmla="*/ 44576 w 44576"/>
                    <a:gd name="connsiteY5" fmla="*/ 9132 h 11143"/>
                    <a:gd name="connsiteX6" fmla="*/ 37217 w 44576"/>
                    <a:gd name="connsiteY6" fmla="*/ 9576 h 11143"/>
                    <a:gd name="connsiteX7" fmla="*/ 21391 w 44576"/>
                    <a:gd name="connsiteY7" fmla="*/ 6827 h 11143"/>
                    <a:gd name="connsiteX8" fmla="*/ 13633 w 44576"/>
                    <a:gd name="connsiteY8" fmla="*/ 0 h 11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576" h="11143">
                      <a:moveTo>
                        <a:pt x="13633" y="0"/>
                      </a:moveTo>
                      <a:cubicBezTo>
                        <a:pt x="9776" y="798"/>
                        <a:pt x="-952" y="44"/>
                        <a:pt x="68" y="3413"/>
                      </a:cubicBezTo>
                      <a:cubicBezTo>
                        <a:pt x="910" y="6073"/>
                        <a:pt x="5831" y="8246"/>
                        <a:pt x="11993" y="9620"/>
                      </a:cubicBezTo>
                      <a:cubicBezTo>
                        <a:pt x="15096" y="10196"/>
                        <a:pt x="18465" y="10728"/>
                        <a:pt x="21746" y="10994"/>
                      </a:cubicBezTo>
                      <a:cubicBezTo>
                        <a:pt x="25026" y="11127"/>
                        <a:pt x="28218" y="11171"/>
                        <a:pt x="30922" y="11127"/>
                      </a:cubicBezTo>
                      <a:cubicBezTo>
                        <a:pt x="34070" y="10994"/>
                        <a:pt x="41118" y="10019"/>
                        <a:pt x="44576" y="9132"/>
                      </a:cubicBezTo>
                      <a:cubicBezTo>
                        <a:pt x="42537" y="9443"/>
                        <a:pt x="39124" y="9664"/>
                        <a:pt x="37217" y="9576"/>
                      </a:cubicBezTo>
                      <a:cubicBezTo>
                        <a:pt x="31765" y="9443"/>
                        <a:pt x="25869" y="8201"/>
                        <a:pt x="21391" y="6827"/>
                      </a:cubicBezTo>
                      <a:cubicBezTo>
                        <a:pt x="16825" y="5054"/>
                        <a:pt x="13766" y="2793"/>
                        <a:pt x="13633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081" name="Forme libre : forme 23080">
                  <a:extLst>
                    <a:ext uri="{FF2B5EF4-FFF2-40B4-BE49-F238E27FC236}">
                      <a16:creationId xmlns:a16="http://schemas.microsoft.com/office/drawing/2014/main" id="{9D72C7B6-3CF3-42BB-B39B-B0CEA25A4B7E}"/>
                    </a:ext>
                  </a:extLst>
                </p:cNvPr>
                <p:cNvSpPr/>
                <p:nvPr/>
              </p:nvSpPr>
              <p:spPr>
                <a:xfrm>
                  <a:off x="6813628" y="1227722"/>
                  <a:ext cx="62286" cy="14066"/>
                </a:xfrm>
                <a:custGeom>
                  <a:avLst/>
                  <a:gdLst>
                    <a:gd name="connsiteX0" fmla="*/ 62286 w 62286"/>
                    <a:gd name="connsiteY0" fmla="*/ 1752 h 14066"/>
                    <a:gd name="connsiteX1" fmla="*/ 49829 w 62286"/>
                    <a:gd name="connsiteY1" fmla="*/ 9998 h 14066"/>
                    <a:gd name="connsiteX2" fmla="*/ 39189 w 62286"/>
                    <a:gd name="connsiteY2" fmla="*/ 12746 h 14066"/>
                    <a:gd name="connsiteX3" fmla="*/ 30190 w 62286"/>
                    <a:gd name="connsiteY3" fmla="*/ 13899 h 14066"/>
                    <a:gd name="connsiteX4" fmla="*/ 11571 w 62286"/>
                    <a:gd name="connsiteY4" fmla="*/ 12835 h 14066"/>
                    <a:gd name="connsiteX5" fmla="*/ 1 w 62286"/>
                    <a:gd name="connsiteY5" fmla="*/ 6717 h 14066"/>
                    <a:gd name="connsiteX6" fmla="*/ 12059 w 62286"/>
                    <a:gd name="connsiteY6" fmla="*/ 3038 h 14066"/>
                    <a:gd name="connsiteX7" fmla="*/ 29392 w 62286"/>
                    <a:gd name="connsiteY7" fmla="*/ 2373 h 14066"/>
                    <a:gd name="connsiteX8" fmla="*/ 37549 w 62286"/>
                    <a:gd name="connsiteY8" fmla="*/ 1841 h 14066"/>
                    <a:gd name="connsiteX9" fmla="*/ 48588 w 62286"/>
                    <a:gd name="connsiteY9" fmla="*/ 821 h 14066"/>
                    <a:gd name="connsiteX10" fmla="*/ 62286 w 62286"/>
                    <a:gd name="connsiteY10" fmla="*/ 1752 h 14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2286" h="14066">
                      <a:moveTo>
                        <a:pt x="62286" y="1752"/>
                      </a:moveTo>
                      <a:cubicBezTo>
                        <a:pt x="62242" y="4279"/>
                        <a:pt x="56700" y="7515"/>
                        <a:pt x="49829" y="9998"/>
                      </a:cubicBezTo>
                      <a:cubicBezTo>
                        <a:pt x="46371" y="11017"/>
                        <a:pt x="42647" y="12126"/>
                        <a:pt x="39189" y="12746"/>
                      </a:cubicBezTo>
                      <a:cubicBezTo>
                        <a:pt x="35732" y="13278"/>
                        <a:pt x="32540" y="13677"/>
                        <a:pt x="30190" y="13899"/>
                      </a:cubicBezTo>
                      <a:cubicBezTo>
                        <a:pt x="25536" y="14209"/>
                        <a:pt x="17911" y="14209"/>
                        <a:pt x="11571" y="12835"/>
                      </a:cubicBezTo>
                      <a:cubicBezTo>
                        <a:pt x="5143" y="11727"/>
                        <a:pt x="90" y="9244"/>
                        <a:pt x="1" y="6717"/>
                      </a:cubicBezTo>
                      <a:cubicBezTo>
                        <a:pt x="-88" y="3969"/>
                        <a:pt x="5587" y="3570"/>
                        <a:pt x="12059" y="3038"/>
                      </a:cubicBezTo>
                      <a:cubicBezTo>
                        <a:pt x="18664" y="2772"/>
                        <a:pt x="25935" y="2506"/>
                        <a:pt x="29392" y="2373"/>
                      </a:cubicBezTo>
                      <a:cubicBezTo>
                        <a:pt x="31121" y="2240"/>
                        <a:pt x="34092" y="2018"/>
                        <a:pt x="37549" y="1841"/>
                      </a:cubicBezTo>
                      <a:cubicBezTo>
                        <a:pt x="41007" y="1619"/>
                        <a:pt x="44908" y="999"/>
                        <a:pt x="48588" y="821"/>
                      </a:cubicBezTo>
                      <a:cubicBezTo>
                        <a:pt x="55814" y="-198"/>
                        <a:pt x="62375" y="-642"/>
                        <a:pt x="62286" y="175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082" name="Forme libre : forme 23081">
                  <a:extLst>
                    <a:ext uri="{FF2B5EF4-FFF2-40B4-BE49-F238E27FC236}">
                      <a16:creationId xmlns:a16="http://schemas.microsoft.com/office/drawing/2014/main" id="{568A034B-F890-45B6-BAA7-02E8B18548A1}"/>
                    </a:ext>
                  </a:extLst>
                </p:cNvPr>
                <p:cNvSpPr/>
                <p:nvPr/>
              </p:nvSpPr>
              <p:spPr>
                <a:xfrm>
                  <a:off x="6781964" y="1221049"/>
                  <a:ext cx="77853" cy="27506"/>
                </a:xfrm>
                <a:custGeom>
                  <a:avLst/>
                  <a:gdLst>
                    <a:gd name="connsiteX0" fmla="*/ 102 w 77853"/>
                    <a:gd name="connsiteY0" fmla="*/ 6297 h 27506"/>
                    <a:gd name="connsiteX1" fmla="*/ 6441 w 77853"/>
                    <a:gd name="connsiteY1" fmla="*/ 13745 h 27506"/>
                    <a:gd name="connsiteX2" fmla="*/ 34591 w 77853"/>
                    <a:gd name="connsiteY2" fmla="*/ 26158 h 27506"/>
                    <a:gd name="connsiteX3" fmla="*/ 67086 w 77853"/>
                    <a:gd name="connsiteY3" fmla="*/ 25183 h 27506"/>
                    <a:gd name="connsiteX4" fmla="*/ 75597 w 77853"/>
                    <a:gd name="connsiteY4" fmla="*/ 21503 h 27506"/>
                    <a:gd name="connsiteX5" fmla="*/ 77371 w 77853"/>
                    <a:gd name="connsiteY5" fmla="*/ 17336 h 27506"/>
                    <a:gd name="connsiteX6" fmla="*/ 67086 w 77853"/>
                    <a:gd name="connsiteY6" fmla="*/ 16050 h 27506"/>
                    <a:gd name="connsiteX7" fmla="*/ 60170 w 77853"/>
                    <a:gd name="connsiteY7" fmla="*/ 15297 h 27506"/>
                    <a:gd name="connsiteX8" fmla="*/ 53432 w 77853"/>
                    <a:gd name="connsiteY8" fmla="*/ 13967 h 27506"/>
                    <a:gd name="connsiteX9" fmla="*/ 40576 w 77853"/>
                    <a:gd name="connsiteY9" fmla="*/ 9800 h 27506"/>
                    <a:gd name="connsiteX10" fmla="*/ 29538 w 77853"/>
                    <a:gd name="connsiteY10" fmla="*/ 4347 h 27506"/>
                    <a:gd name="connsiteX11" fmla="*/ 15928 w 77853"/>
                    <a:gd name="connsiteY11" fmla="*/ 269 h 27506"/>
                    <a:gd name="connsiteX12" fmla="*/ 102 w 77853"/>
                    <a:gd name="connsiteY12" fmla="*/ 6297 h 27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7853" h="27506">
                      <a:moveTo>
                        <a:pt x="102" y="6297"/>
                      </a:moveTo>
                      <a:cubicBezTo>
                        <a:pt x="944" y="9578"/>
                        <a:pt x="2230" y="10864"/>
                        <a:pt x="6441" y="13745"/>
                      </a:cubicBezTo>
                      <a:cubicBezTo>
                        <a:pt x="14554" y="19154"/>
                        <a:pt x="21691" y="23675"/>
                        <a:pt x="34591" y="26158"/>
                      </a:cubicBezTo>
                      <a:cubicBezTo>
                        <a:pt x="45364" y="28153"/>
                        <a:pt x="58043" y="28020"/>
                        <a:pt x="67086" y="25183"/>
                      </a:cubicBezTo>
                      <a:cubicBezTo>
                        <a:pt x="70455" y="24296"/>
                        <a:pt x="73603" y="23055"/>
                        <a:pt x="75597" y="21503"/>
                      </a:cubicBezTo>
                      <a:cubicBezTo>
                        <a:pt x="77592" y="20040"/>
                        <a:pt x="78479" y="18577"/>
                        <a:pt x="77371" y="17336"/>
                      </a:cubicBezTo>
                      <a:cubicBezTo>
                        <a:pt x="75996" y="15784"/>
                        <a:pt x="71076" y="16627"/>
                        <a:pt x="67086" y="16050"/>
                      </a:cubicBezTo>
                      <a:cubicBezTo>
                        <a:pt x="64737" y="15784"/>
                        <a:pt x="62476" y="15563"/>
                        <a:pt x="60170" y="15297"/>
                      </a:cubicBezTo>
                      <a:cubicBezTo>
                        <a:pt x="57909" y="14898"/>
                        <a:pt x="55648" y="14454"/>
                        <a:pt x="53432" y="13967"/>
                      </a:cubicBezTo>
                      <a:cubicBezTo>
                        <a:pt x="48999" y="13124"/>
                        <a:pt x="44699" y="11573"/>
                        <a:pt x="40576" y="9800"/>
                      </a:cubicBezTo>
                      <a:cubicBezTo>
                        <a:pt x="37030" y="8248"/>
                        <a:pt x="33483" y="6031"/>
                        <a:pt x="29538" y="4347"/>
                      </a:cubicBezTo>
                      <a:cubicBezTo>
                        <a:pt x="25592" y="2396"/>
                        <a:pt x="21203" y="1022"/>
                        <a:pt x="15928" y="269"/>
                      </a:cubicBezTo>
                      <a:cubicBezTo>
                        <a:pt x="6441" y="-884"/>
                        <a:pt x="-962" y="1776"/>
                        <a:pt x="102" y="6297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083" name="Forme libre : forme 23082">
                  <a:extLst>
                    <a:ext uri="{FF2B5EF4-FFF2-40B4-BE49-F238E27FC236}">
                      <a16:creationId xmlns:a16="http://schemas.microsoft.com/office/drawing/2014/main" id="{22AC977D-C7CC-4548-A6F1-D7665B21047D}"/>
                    </a:ext>
                  </a:extLst>
                </p:cNvPr>
                <p:cNvSpPr/>
                <p:nvPr/>
              </p:nvSpPr>
              <p:spPr>
                <a:xfrm>
                  <a:off x="6797711" y="1224059"/>
                  <a:ext cx="24775" cy="4575"/>
                </a:xfrm>
                <a:custGeom>
                  <a:avLst/>
                  <a:gdLst>
                    <a:gd name="connsiteX0" fmla="*/ 2663 w 24775"/>
                    <a:gd name="connsiteY0" fmla="*/ 982 h 4575"/>
                    <a:gd name="connsiteX1" fmla="*/ 136 w 24775"/>
                    <a:gd name="connsiteY1" fmla="*/ 1691 h 4575"/>
                    <a:gd name="connsiteX2" fmla="*/ 1732 w 24775"/>
                    <a:gd name="connsiteY2" fmla="*/ 3154 h 4575"/>
                    <a:gd name="connsiteX3" fmla="*/ 6210 w 24775"/>
                    <a:gd name="connsiteY3" fmla="*/ 3997 h 4575"/>
                    <a:gd name="connsiteX4" fmla="*/ 17337 w 24775"/>
                    <a:gd name="connsiteY4" fmla="*/ 4529 h 4575"/>
                    <a:gd name="connsiteX5" fmla="*/ 21326 w 24775"/>
                    <a:gd name="connsiteY5" fmla="*/ 4218 h 4575"/>
                    <a:gd name="connsiteX6" fmla="*/ 24740 w 24775"/>
                    <a:gd name="connsiteY6" fmla="*/ 1824 h 4575"/>
                    <a:gd name="connsiteX7" fmla="*/ 19332 w 24775"/>
                    <a:gd name="connsiteY7" fmla="*/ 51 h 4575"/>
                    <a:gd name="connsiteX8" fmla="*/ 2663 w 24775"/>
                    <a:gd name="connsiteY8" fmla="*/ 982 h 4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775" h="4575">
                      <a:moveTo>
                        <a:pt x="2663" y="982"/>
                      </a:moveTo>
                      <a:cubicBezTo>
                        <a:pt x="1466" y="1115"/>
                        <a:pt x="624" y="1204"/>
                        <a:pt x="136" y="1691"/>
                      </a:cubicBezTo>
                      <a:cubicBezTo>
                        <a:pt x="-351" y="2179"/>
                        <a:pt x="535" y="2711"/>
                        <a:pt x="1732" y="3154"/>
                      </a:cubicBezTo>
                      <a:cubicBezTo>
                        <a:pt x="2929" y="3598"/>
                        <a:pt x="4791" y="3908"/>
                        <a:pt x="6210" y="3997"/>
                      </a:cubicBezTo>
                      <a:cubicBezTo>
                        <a:pt x="9889" y="4351"/>
                        <a:pt x="13835" y="4706"/>
                        <a:pt x="17337" y="4529"/>
                      </a:cubicBezTo>
                      <a:cubicBezTo>
                        <a:pt x="18800" y="4484"/>
                        <a:pt x="20174" y="4484"/>
                        <a:pt x="21326" y="4218"/>
                      </a:cubicBezTo>
                      <a:cubicBezTo>
                        <a:pt x="23765" y="3731"/>
                        <a:pt x="25006" y="2667"/>
                        <a:pt x="24740" y="1824"/>
                      </a:cubicBezTo>
                      <a:cubicBezTo>
                        <a:pt x="24474" y="1027"/>
                        <a:pt x="22789" y="317"/>
                        <a:pt x="19332" y="51"/>
                      </a:cubicBezTo>
                      <a:cubicBezTo>
                        <a:pt x="14012" y="-170"/>
                        <a:pt x="7451" y="362"/>
                        <a:pt x="2663" y="98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084" name="Forme libre : forme 23083">
                  <a:extLst>
                    <a:ext uri="{FF2B5EF4-FFF2-40B4-BE49-F238E27FC236}">
                      <a16:creationId xmlns:a16="http://schemas.microsoft.com/office/drawing/2014/main" id="{8F99B45C-FF80-4271-A25D-48B1AE6241C7}"/>
                    </a:ext>
                  </a:extLst>
                </p:cNvPr>
                <p:cNvSpPr/>
                <p:nvPr/>
              </p:nvSpPr>
              <p:spPr>
                <a:xfrm>
                  <a:off x="6858669" y="1222825"/>
                  <a:ext cx="35110" cy="25933"/>
                </a:xfrm>
                <a:custGeom>
                  <a:avLst/>
                  <a:gdLst>
                    <a:gd name="connsiteX0" fmla="*/ 35110 w 35110"/>
                    <a:gd name="connsiteY0" fmla="*/ 0 h 25933"/>
                    <a:gd name="connsiteX1" fmla="*/ 31254 w 35110"/>
                    <a:gd name="connsiteY1" fmla="*/ 7270 h 25933"/>
                    <a:gd name="connsiteX2" fmla="*/ 22653 w 35110"/>
                    <a:gd name="connsiteY2" fmla="*/ 14895 h 25933"/>
                    <a:gd name="connsiteX3" fmla="*/ 0 w 35110"/>
                    <a:gd name="connsiteY3" fmla="*/ 25934 h 25933"/>
                    <a:gd name="connsiteX4" fmla="*/ 35110 w 35110"/>
                    <a:gd name="connsiteY4" fmla="*/ 0 h 25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0" h="25933">
                      <a:moveTo>
                        <a:pt x="35110" y="0"/>
                      </a:moveTo>
                      <a:cubicBezTo>
                        <a:pt x="34711" y="2084"/>
                        <a:pt x="33381" y="4566"/>
                        <a:pt x="31254" y="7270"/>
                      </a:cubicBezTo>
                      <a:cubicBezTo>
                        <a:pt x="29125" y="9974"/>
                        <a:pt x="26022" y="12280"/>
                        <a:pt x="22653" y="14895"/>
                      </a:cubicBezTo>
                      <a:cubicBezTo>
                        <a:pt x="15782" y="19816"/>
                        <a:pt x="6960" y="23673"/>
                        <a:pt x="0" y="25934"/>
                      </a:cubicBezTo>
                      <a:cubicBezTo>
                        <a:pt x="15250" y="20836"/>
                        <a:pt x="29214" y="9841"/>
                        <a:pt x="351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085" name="Forme libre : forme 23084">
                  <a:extLst>
                    <a:ext uri="{FF2B5EF4-FFF2-40B4-BE49-F238E27FC236}">
                      <a16:creationId xmlns:a16="http://schemas.microsoft.com/office/drawing/2014/main" id="{D3341B29-150A-41F1-B3FE-397D95336652}"/>
                    </a:ext>
                  </a:extLst>
                </p:cNvPr>
                <p:cNvSpPr/>
                <p:nvPr/>
              </p:nvSpPr>
              <p:spPr>
                <a:xfrm>
                  <a:off x="6770850" y="1215703"/>
                  <a:ext cx="43089" cy="2289"/>
                </a:xfrm>
                <a:custGeom>
                  <a:avLst/>
                  <a:gdLst>
                    <a:gd name="connsiteX0" fmla="*/ 43090 w 43089"/>
                    <a:gd name="connsiteY0" fmla="*/ 472 h 2289"/>
                    <a:gd name="connsiteX1" fmla="*/ 0 w 43089"/>
                    <a:gd name="connsiteY1" fmla="*/ 2289 h 2289"/>
                    <a:gd name="connsiteX2" fmla="*/ 43090 w 43089"/>
                    <a:gd name="connsiteY2" fmla="*/ 472 h 2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089" h="2289">
                      <a:moveTo>
                        <a:pt x="43090" y="472"/>
                      </a:moveTo>
                      <a:cubicBezTo>
                        <a:pt x="27352" y="-769"/>
                        <a:pt x="12280" y="649"/>
                        <a:pt x="0" y="2289"/>
                      </a:cubicBezTo>
                      <a:cubicBezTo>
                        <a:pt x="11216" y="383"/>
                        <a:pt x="29525" y="1137"/>
                        <a:pt x="43090" y="4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086" name="Forme libre : forme 23085">
                  <a:extLst>
                    <a:ext uri="{FF2B5EF4-FFF2-40B4-BE49-F238E27FC236}">
                      <a16:creationId xmlns:a16="http://schemas.microsoft.com/office/drawing/2014/main" id="{61062D59-40D1-4B10-9C9A-D8D879773D9B}"/>
                    </a:ext>
                  </a:extLst>
                </p:cNvPr>
                <p:cNvSpPr/>
                <p:nvPr/>
              </p:nvSpPr>
              <p:spPr>
                <a:xfrm>
                  <a:off x="6835440" y="1229804"/>
                  <a:ext cx="22759" cy="3734"/>
                </a:xfrm>
                <a:custGeom>
                  <a:avLst/>
                  <a:gdLst>
                    <a:gd name="connsiteX0" fmla="*/ 22652 w 22759"/>
                    <a:gd name="connsiteY0" fmla="*/ 1355 h 3734"/>
                    <a:gd name="connsiteX1" fmla="*/ 16623 w 22759"/>
                    <a:gd name="connsiteY1" fmla="*/ 3394 h 3734"/>
                    <a:gd name="connsiteX2" fmla="*/ 9353 w 22759"/>
                    <a:gd name="connsiteY2" fmla="*/ 3704 h 3734"/>
                    <a:gd name="connsiteX3" fmla="*/ 221 w 22759"/>
                    <a:gd name="connsiteY3" fmla="*/ 1266 h 3734"/>
                    <a:gd name="connsiteX4" fmla="*/ 6073 w 22759"/>
                    <a:gd name="connsiteY4" fmla="*/ 158 h 3734"/>
                    <a:gd name="connsiteX5" fmla="*/ 12634 w 22759"/>
                    <a:gd name="connsiteY5" fmla="*/ 25 h 3734"/>
                    <a:gd name="connsiteX6" fmla="*/ 22652 w 22759"/>
                    <a:gd name="connsiteY6" fmla="*/ 1355 h 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759" h="3734">
                      <a:moveTo>
                        <a:pt x="22652" y="1355"/>
                      </a:moveTo>
                      <a:cubicBezTo>
                        <a:pt x="22076" y="2241"/>
                        <a:pt x="19461" y="3039"/>
                        <a:pt x="16623" y="3394"/>
                      </a:cubicBezTo>
                      <a:cubicBezTo>
                        <a:pt x="13786" y="3660"/>
                        <a:pt x="10772" y="3704"/>
                        <a:pt x="9353" y="3704"/>
                      </a:cubicBezTo>
                      <a:cubicBezTo>
                        <a:pt x="6516" y="3926"/>
                        <a:pt x="-1419" y="2906"/>
                        <a:pt x="221" y="1266"/>
                      </a:cubicBezTo>
                      <a:cubicBezTo>
                        <a:pt x="1019" y="424"/>
                        <a:pt x="3502" y="158"/>
                        <a:pt x="6073" y="158"/>
                      </a:cubicBezTo>
                      <a:cubicBezTo>
                        <a:pt x="8644" y="-20"/>
                        <a:pt x="11348" y="-20"/>
                        <a:pt x="12634" y="25"/>
                      </a:cubicBezTo>
                      <a:cubicBezTo>
                        <a:pt x="15294" y="291"/>
                        <a:pt x="23805" y="-463"/>
                        <a:pt x="22652" y="135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087" name="Forme libre : forme 23086">
                  <a:extLst>
                    <a:ext uri="{FF2B5EF4-FFF2-40B4-BE49-F238E27FC236}">
                      <a16:creationId xmlns:a16="http://schemas.microsoft.com/office/drawing/2014/main" id="{2134DED9-AFAC-4EF7-8B48-68A9B20FE511}"/>
                    </a:ext>
                  </a:extLst>
                </p:cNvPr>
                <p:cNvSpPr/>
                <p:nvPr/>
              </p:nvSpPr>
              <p:spPr>
                <a:xfrm>
                  <a:off x="6855090" y="1229792"/>
                  <a:ext cx="6457" cy="1850"/>
                </a:xfrm>
                <a:custGeom>
                  <a:avLst/>
                  <a:gdLst>
                    <a:gd name="connsiteX0" fmla="*/ 6417 w 6457"/>
                    <a:gd name="connsiteY0" fmla="*/ 347 h 1850"/>
                    <a:gd name="connsiteX1" fmla="*/ 3624 w 6457"/>
                    <a:gd name="connsiteY1" fmla="*/ 1633 h 1850"/>
                    <a:gd name="connsiteX2" fmla="*/ 33 w 6457"/>
                    <a:gd name="connsiteY2" fmla="*/ 1500 h 1850"/>
                    <a:gd name="connsiteX3" fmla="*/ 2737 w 6457"/>
                    <a:gd name="connsiteY3" fmla="*/ 258 h 1850"/>
                    <a:gd name="connsiteX4" fmla="*/ 6417 w 6457"/>
                    <a:gd name="connsiteY4" fmla="*/ 347 h 1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57" h="1850">
                      <a:moveTo>
                        <a:pt x="6417" y="347"/>
                      </a:moveTo>
                      <a:cubicBezTo>
                        <a:pt x="6771" y="923"/>
                        <a:pt x="4732" y="1455"/>
                        <a:pt x="3624" y="1633"/>
                      </a:cubicBezTo>
                      <a:cubicBezTo>
                        <a:pt x="2560" y="1810"/>
                        <a:pt x="343" y="2076"/>
                        <a:pt x="33" y="1500"/>
                      </a:cubicBezTo>
                      <a:cubicBezTo>
                        <a:pt x="-277" y="879"/>
                        <a:pt x="1673" y="436"/>
                        <a:pt x="2737" y="258"/>
                      </a:cubicBezTo>
                      <a:cubicBezTo>
                        <a:pt x="3845" y="37"/>
                        <a:pt x="6062" y="-229"/>
                        <a:pt x="6417" y="3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088" name="Forme libre : forme 23087">
                  <a:extLst>
                    <a:ext uri="{FF2B5EF4-FFF2-40B4-BE49-F238E27FC236}">
                      <a16:creationId xmlns:a16="http://schemas.microsoft.com/office/drawing/2014/main" id="{BA0E6924-C62F-45A5-BC7D-54988256B3BE}"/>
                    </a:ext>
                  </a:extLst>
                </p:cNvPr>
                <p:cNvSpPr/>
                <p:nvPr/>
              </p:nvSpPr>
              <p:spPr>
                <a:xfrm>
                  <a:off x="6835136" y="1218176"/>
                  <a:ext cx="54702" cy="8012"/>
                </a:xfrm>
                <a:custGeom>
                  <a:avLst/>
                  <a:gdLst>
                    <a:gd name="connsiteX0" fmla="*/ 39138 w 54702"/>
                    <a:gd name="connsiteY0" fmla="*/ 1545 h 8012"/>
                    <a:gd name="connsiteX1" fmla="*/ 47117 w 54702"/>
                    <a:gd name="connsiteY1" fmla="*/ 1723 h 8012"/>
                    <a:gd name="connsiteX2" fmla="*/ 53944 w 54702"/>
                    <a:gd name="connsiteY2" fmla="*/ 2476 h 8012"/>
                    <a:gd name="connsiteX3" fmla="*/ 51683 w 54702"/>
                    <a:gd name="connsiteY3" fmla="*/ 6776 h 8012"/>
                    <a:gd name="connsiteX4" fmla="*/ 44723 w 54702"/>
                    <a:gd name="connsiteY4" fmla="*/ 7973 h 8012"/>
                    <a:gd name="connsiteX5" fmla="*/ 34704 w 54702"/>
                    <a:gd name="connsiteY5" fmla="*/ 7885 h 8012"/>
                    <a:gd name="connsiteX6" fmla="*/ 24242 w 54702"/>
                    <a:gd name="connsiteY6" fmla="*/ 7574 h 8012"/>
                    <a:gd name="connsiteX7" fmla="*/ 18036 w 54702"/>
                    <a:gd name="connsiteY7" fmla="*/ 7619 h 8012"/>
                    <a:gd name="connsiteX8" fmla="*/ 9081 w 54702"/>
                    <a:gd name="connsiteY8" fmla="*/ 7042 h 8012"/>
                    <a:gd name="connsiteX9" fmla="*/ 481 w 54702"/>
                    <a:gd name="connsiteY9" fmla="*/ 3053 h 8012"/>
                    <a:gd name="connsiteX10" fmla="*/ 5446 w 54702"/>
                    <a:gd name="connsiteY10" fmla="*/ 1235 h 8012"/>
                    <a:gd name="connsiteX11" fmla="*/ 12805 w 54702"/>
                    <a:gd name="connsiteY11" fmla="*/ 393 h 8012"/>
                    <a:gd name="connsiteX12" fmla="*/ 20474 w 54702"/>
                    <a:gd name="connsiteY12" fmla="*/ 38 h 8012"/>
                    <a:gd name="connsiteX13" fmla="*/ 26370 w 54702"/>
                    <a:gd name="connsiteY13" fmla="*/ 82 h 8012"/>
                    <a:gd name="connsiteX14" fmla="*/ 39138 w 54702"/>
                    <a:gd name="connsiteY14" fmla="*/ 1545 h 8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4702" h="8012">
                      <a:moveTo>
                        <a:pt x="39138" y="1545"/>
                      </a:moveTo>
                      <a:cubicBezTo>
                        <a:pt x="42063" y="1545"/>
                        <a:pt x="44679" y="1545"/>
                        <a:pt x="47117" y="1723"/>
                      </a:cubicBezTo>
                      <a:cubicBezTo>
                        <a:pt x="49555" y="1900"/>
                        <a:pt x="51639" y="1855"/>
                        <a:pt x="53944" y="2476"/>
                      </a:cubicBezTo>
                      <a:cubicBezTo>
                        <a:pt x="55629" y="2875"/>
                        <a:pt x="54343" y="5269"/>
                        <a:pt x="51683" y="6776"/>
                      </a:cubicBezTo>
                      <a:cubicBezTo>
                        <a:pt x="48979" y="8151"/>
                        <a:pt x="46851" y="7929"/>
                        <a:pt x="44723" y="7973"/>
                      </a:cubicBezTo>
                      <a:cubicBezTo>
                        <a:pt x="41398" y="7973"/>
                        <a:pt x="38162" y="8106"/>
                        <a:pt x="34704" y="7885"/>
                      </a:cubicBezTo>
                      <a:cubicBezTo>
                        <a:pt x="31291" y="7752"/>
                        <a:pt x="27922" y="8018"/>
                        <a:pt x="24242" y="7574"/>
                      </a:cubicBezTo>
                      <a:cubicBezTo>
                        <a:pt x="23090" y="7486"/>
                        <a:pt x="20784" y="7530"/>
                        <a:pt x="18036" y="7619"/>
                      </a:cubicBezTo>
                      <a:cubicBezTo>
                        <a:pt x="15287" y="7663"/>
                        <a:pt x="12007" y="7308"/>
                        <a:pt x="9081" y="7042"/>
                      </a:cubicBezTo>
                      <a:cubicBezTo>
                        <a:pt x="3185" y="6422"/>
                        <a:pt x="-1558" y="4781"/>
                        <a:pt x="481" y="3053"/>
                      </a:cubicBezTo>
                      <a:cubicBezTo>
                        <a:pt x="1456" y="2166"/>
                        <a:pt x="3274" y="1590"/>
                        <a:pt x="5446" y="1235"/>
                      </a:cubicBezTo>
                      <a:cubicBezTo>
                        <a:pt x="7618" y="836"/>
                        <a:pt x="10190" y="481"/>
                        <a:pt x="12805" y="393"/>
                      </a:cubicBezTo>
                      <a:cubicBezTo>
                        <a:pt x="15465" y="393"/>
                        <a:pt x="18125" y="127"/>
                        <a:pt x="20474" y="38"/>
                      </a:cubicBezTo>
                      <a:cubicBezTo>
                        <a:pt x="22824" y="-51"/>
                        <a:pt x="24952" y="38"/>
                        <a:pt x="26370" y="82"/>
                      </a:cubicBezTo>
                      <a:cubicBezTo>
                        <a:pt x="31956" y="-228"/>
                        <a:pt x="34793" y="1545"/>
                        <a:pt x="39138" y="1545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455" name="Graphique 2">
                <a:extLst>
                  <a:ext uri="{FF2B5EF4-FFF2-40B4-BE49-F238E27FC236}">
                    <a16:creationId xmlns:a16="http://schemas.microsoft.com/office/drawing/2014/main" id="{03A58670-17F4-4F53-ADFF-21782D4D318C}"/>
                  </a:ext>
                </a:extLst>
              </p:cNvPr>
              <p:cNvGrpSpPr/>
              <p:nvPr/>
            </p:nvGrpSpPr>
            <p:grpSpPr>
              <a:xfrm>
                <a:off x="4212687" y="712086"/>
                <a:ext cx="3666453" cy="778676"/>
                <a:chOff x="4212687" y="712086"/>
                <a:chExt cx="3666453" cy="778676"/>
              </a:xfrm>
              <a:solidFill>
                <a:schemeClr val="accent1"/>
              </a:solidFill>
            </p:grpSpPr>
            <p:grpSp>
              <p:nvGrpSpPr>
                <p:cNvPr id="22362" name="Graphique 2">
                  <a:extLst>
                    <a:ext uri="{FF2B5EF4-FFF2-40B4-BE49-F238E27FC236}">
                      <a16:creationId xmlns:a16="http://schemas.microsoft.com/office/drawing/2014/main" id="{FE6E4BF2-86A9-449D-8125-073DA20CCCEA}"/>
                    </a:ext>
                  </a:extLst>
                </p:cNvPr>
                <p:cNvGrpSpPr/>
                <p:nvPr/>
              </p:nvGrpSpPr>
              <p:grpSpPr>
                <a:xfrm>
                  <a:off x="4212687" y="1290599"/>
                  <a:ext cx="65362" cy="74699"/>
                  <a:chOff x="4212687" y="1290599"/>
                  <a:chExt cx="65362" cy="74699"/>
                </a:xfrm>
                <a:solidFill>
                  <a:schemeClr val="accent1"/>
                </a:solidFill>
              </p:grpSpPr>
              <p:sp>
                <p:nvSpPr>
                  <p:cNvPr id="23065" name="Forme libre : forme 23064">
                    <a:extLst>
                      <a:ext uri="{FF2B5EF4-FFF2-40B4-BE49-F238E27FC236}">
                        <a16:creationId xmlns:a16="http://schemas.microsoft.com/office/drawing/2014/main" id="{A03947A1-0EB0-4D36-A4B6-0E04C417A5BF}"/>
                      </a:ext>
                    </a:extLst>
                  </p:cNvPr>
                  <p:cNvSpPr/>
                  <p:nvPr/>
                </p:nvSpPr>
                <p:spPr>
                  <a:xfrm>
                    <a:off x="4212687" y="1290599"/>
                    <a:ext cx="65362" cy="74699"/>
                  </a:xfrm>
                  <a:custGeom>
                    <a:avLst/>
                    <a:gdLst>
                      <a:gd name="connsiteX0" fmla="*/ 58295 w 65362"/>
                      <a:gd name="connsiteY0" fmla="*/ 52 h 74699"/>
                      <a:gd name="connsiteX1" fmla="*/ 42602 w 65362"/>
                      <a:gd name="connsiteY1" fmla="*/ 1603 h 74699"/>
                      <a:gd name="connsiteX2" fmla="*/ 26288 w 65362"/>
                      <a:gd name="connsiteY2" fmla="*/ 11401 h 74699"/>
                      <a:gd name="connsiteX3" fmla="*/ 4610 w 65362"/>
                      <a:gd name="connsiteY3" fmla="*/ 35561 h 74699"/>
                      <a:gd name="connsiteX4" fmla="*/ 133 w 65362"/>
                      <a:gd name="connsiteY4" fmla="*/ 42831 h 74699"/>
                      <a:gd name="connsiteX5" fmla="*/ 0 w 65362"/>
                      <a:gd name="connsiteY5" fmla="*/ 74262 h 74699"/>
                      <a:gd name="connsiteX6" fmla="*/ 4078 w 65362"/>
                      <a:gd name="connsiteY6" fmla="*/ 74483 h 74699"/>
                      <a:gd name="connsiteX7" fmla="*/ 31564 w 65362"/>
                      <a:gd name="connsiteY7" fmla="*/ 58037 h 74699"/>
                      <a:gd name="connsiteX8" fmla="*/ 36085 w 65362"/>
                      <a:gd name="connsiteY8" fmla="*/ 52850 h 74699"/>
                      <a:gd name="connsiteX9" fmla="*/ 41671 w 65362"/>
                      <a:gd name="connsiteY9" fmla="*/ 46599 h 74699"/>
                      <a:gd name="connsiteX10" fmla="*/ 51779 w 65362"/>
                      <a:gd name="connsiteY10" fmla="*/ 35428 h 74699"/>
                      <a:gd name="connsiteX11" fmla="*/ 61576 w 65362"/>
                      <a:gd name="connsiteY11" fmla="*/ 21198 h 74699"/>
                      <a:gd name="connsiteX12" fmla="*/ 65344 w 65362"/>
                      <a:gd name="connsiteY12" fmla="*/ 6879 h 74699"/>
                      <a:gd name="connsiteX13" fmla="*/ 58295 w 65362"/>
                      <a:gd name="connsiteY13" fmla="*/ 52 h 74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5362" h="74699">
                        <a:moveTo>
                          <a:pt x="58295" y="52"/>
                        </a:moveTo>
                        <a:cubicBezTo>
                          <a:pt x="53020" y="-126"/>
                          <a:pt x="47922" y="96"/>
                          <a:pt x="42602" y="1603"/>
                        </a:cubicBezTo>
                        <a:cubicBezTo>
                          <a:pt x="37460" y="3332"/>
                          <a:pt x="32051" y="6214"/>
                          <a:pt x="26288" y="11401"/>
                        </a:cubicBezTo>
                        <a:cubicBezTo>
                          <a:pt x="20171" y="16986"/>
                          <a:pt x="9132" y="28823"/>
                          <a:pt x="4610" y="35561"/>
                        </a:cubicBezTo>
                        <a:cubicBezTo>
                          <a:pt x="2837" y="38043"/>
                          <a:pt x="1374" y="40482"/>
                          <a:pt x="133" y="42831"/>
                        </a:cubicBezTo>
                        <a:lnTo>
                          <a:pt x="0" y="74262"/>
                        </a:lnTo>
                        <a:cubicBezTo>
                          <a:pt x="1330" y="74749"/>
                          <a:pt x="2793" y="74838"/>
                          <a:pt x="4078" y="74483"/>
                        </a:cubicBezTo>
                        <a:cubicBezTo>
                          <a:pt x="14408" y="71691"/>
                          <a:pt x="22254" y="68499"/>
                          <a:pt x="31564" y="58037"/>
                        </a:cubicBezTo>
                        <a:cubicBezTo>
                          <a:pt x="32805" y="56618"/>
                          <a:pt x="34356" y="54800"/>
                          <a:pt x="36085" y="52850"/>
                        </a:cubicBezTo>
                        <a:cubicBezTo>
                          <a:pt x="37814" y="50899"/>
                          <a:pt x="39765" y="48727"/>
                          <a:pt x="41671" y="46599"/>
                        </a:cubicBezTo>
                        <a:cubicBezTo>
                          <a:pt x="45484" y="42299"/>
                          <a:pt x="49518" y="38221"/>
                          <a:pt x="51779" y="35428"/>
                        </a:cubicBezTo>
                        <a:cubicBezTo>
                          <a:pt x="56478" y="30596"/>
                          <a:pt x="59359" y="25764"/>
                          <a:pt x="61576" y="21198"/>
                        </a:cubicBezTo>
                        <a:cubicBezTo>
                          <a:pt x="63748" y="16632"/>
                          <a:pt x="64856" y="11933"/>
                          <a:pt x="65344" y="6879"/>
                        </a:cubicBezTo>
                        <a:cubicBezTo>
                          <a:pt x="65654" y="3377"/>
                          <a:pt x="61930" y="185"/>
                          <a:pt x="58295" y="5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66" name="Forme libre : forme 23065">
                    <a:extLst>
                      <a:ext uri="{FF2B5EF4-FFF2-40B4-BE49-F238E27FC236}">
                        <a16:creationId xmlns:a16="http://schemas.microsoft.com/office/drawing/2014/main" id="{FF4948B1-EAAA-49D1-906D-58E572B7FCEA}"/>
                      </a:ext>
                    </a:extLst>
                  </p:cNvPr>
                  <p:cNvSpPr/>
                  <p:nvPr/>
                </p:nvSpPr>
                <p:spPr>
                  <a:xfrm>
                    <a:off x="4212732" y="1297256"/>
                    <a:ext cx="65210" cy="68015"/>
                  </a:xfrm>
                  <a:custGeom>
                    <a:avLst/>
                    <a:gdLst>
                      <a:gd name="connsiteX0" fmla="*/ 65211 w 65210"/>
                      <a:gd name="connsiteY0" fmla="*/ 0 h 68015"/>
                      <a:gd name="connsiteX1" fmla="*/ 24737 w 65210"/>
                      <a:gd name="connsiteY1" fmla="*/ 39765 h 68015"/>
                      <a:gd name="connsiteX2" fmla="*/ 0 w 65210"/>
                      <a:gd name="connsiteY2" fmla="*/ 67117 h 68015"/>
                      <a:gd name="connsiteX3" fmla="*/ 0 w 65210"/>
                      <a:gd name="connsiteY3" fmla="*/ 67560 h 68015"/>
                      <a:gd name="connsiteX4" fmla="*/ 3990 w 65210"/>
                      <a:gd name="connsiteY4" fmla="*/ 67826 h 68015"/>
                      <a:gd name="connsiteX5" fmla="*/ 9088 w 65210"/>
                      <a:gd name="connsiteY5" fmla="*/ 66275 h 68015"/>
                      <a:gd name="connsiteX6" fmla="*/ 22653 w 65210"/>
                      <a:gd name="connsiteY6" fmla="*/ 59492 h 68015"/>
                      <a:gd name="connsiteX7" fmla="*/ 31431 w 65210"/>
                      <a:gd name="connsiteY7" fmla="*/ 51335 h 68015"/>
                      <a:gd name="connsiteX8" fmla="*/ 34622 w 65210"/>
                      <a:gd name="connsiteY8" fmla="*/ 47656 h 68015"/>
                      <a:gd name="connsiteX9" fmla="*/ 42513 w 65210"/>
                      <a:gd name="connsiteY9" fmla="*/ 38701 h 68015"/>
                      <a:gd name="connsiteX10" fmla="*/ 50183 w 65210"/>
                      <a:gd name="connsiteY10" fmla="*/ 30411 h 68015"/>
                      <a:gd name="connsiteX11" fmla="*/ 51646 w 65210"/>
                      <a:gd name="connsiteY11" fmla="*/ 28726 h 68015"/>
                      <a:gd name="connsiteX12" fmla="*/ 59315 w 65210"/>
                      <a:gd name="connsiteY12" fmla="*/ 18530 h 68015"/>
                      <a:gd name="connsiteX13" fmla="*/ 64546 w 65210"/>
                      <a:gd name="connsiteY13" fmla="*/ 4876 h 68015"/>
                      <a:gd name="connsiteX14" fmla="*/ 65211 w 65210"/>
                      <a:gd name="connsiteY14" fmla="*/ 177 h 68015"/>
                      <a:gd name="connsiteX15" fmla="*/ 65211 w 65210"/>
                      <a:gd name="connsiteY15" fmla="*/ 0 h 680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5210" h="68015">
                        <a:moveTo>
                          <a:pt x="65211" y="0"/>
                        </a:moveTo>
                        <a:cubicBezTo>
                          <a:pt x="50094" y="11304"/>
                          <a:pt x="35642" y="24781"/>
                          <a:pt x="24737" y="39765"/>
                        </a:cubicBezTo>
                        <a:cubicBezTo>
                          <a:pt x="17112" y="50005"/>
                          <a:pt x="9221" y="60733"/>
                          <a:pt x="0" y="67117"/>
                        </a:cubicBezTo>
                        <a:lnTo>
                          <a:pt x="0" y="67560"/>
                        </a:lnTo>
                        <a:cubicBezTo>
                          <a:pt x="1330" y="68004"/>
                          <a:pt x="2660" y="68181"/>
                          <a:pt x="3990" y="67826"/>
                        </a:cubicBezTo>
                        <a:cubicBezTo>
                          <a:pt x="5807" y="67294"/>
                          <a:pt x="7492" y="66762"/>
                          <a:pt x="9088" y="66275"/>
                        </a:cubicBezTo>
                        <a:cubicBezTo>
                          <a:pt x="13831" y="64679"/>
                          <a:pt x="18264" y="62728"/>
                          <a:pt x="22653" y="59492"/>
                        </a:cubicBezTo>
                        <a:cubicBezTo>
                          <a:pt x="25579" y="57409"/>
                          <a:pt x="28283" y="54704"/>
                          <a:pt x="31431" y="51335"/>
                        </a:cubicBezTo>
                        <a:cubicBezTo>
                          <a:pt x="32362" y="50271"/>
                          <a:pt x="33426" y="49030"/>
                          <a:pt x="34622" y="47656"/>
                        </a:cubicBezTo>
                        <a:cubicBezTo>
                          <a:pt x="36972" y="44952"/>
                          <a:pt x="39809" y="41760"/>
                          <a:pt x="42513" y="38701"/>
                        </a:cubicBezTo>
                        <a:cubicBezTo>
                          <a:pt x="45306" y="35686"/>
                          <a:pt x="48099" y="32761"/>
                          <a:pt x="50183" y="30411"/>
                        </a:cubicBezTo>
                        <a:cubicBezTo>
                          <a:pt x="50715" y="29790"/>
                          <a:pt x="51202" y="29214"/>
                          <a:pt x="51646" y="28726"/>
                        </a:cubicBezTo>
                        <a:cubicBezTo>
                          <a:pt x="54926" y="25269"/>
                          <a:pt x="57409" y="21900"/>
                          <a:pt x="59315" y="18530"/>
                        </a:cubicBezTo>
                        <a:cubicBezTo>
                          <a:pt x="61886" y="13964"/>
                          <a:pt x="63571" y="9620"/>
                          <a:pt x="64546" y="4876"/>
                        </a:cubicBezTo>
                        <a:cubicBezTo>
                          <a:pt x="64856" y="3325"/>
                          <a:pt x="65078" y="1773"/>
                          <a:pt x="65211" y="177"/>
                        </a:cubicBezTo>
                        <a:lnTo>
                          <a:pt x="65211" y="0"/>
                        </a:ln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67" name="Forme libre : forme 23066">
                    <a:extLst>
                      <a:ext uri="{FF2B5EF4-FFF2-40B4-BE49-F238E27FC236}">
                        <a16:creationId xmlns:a16="http://schemas.microsoft.com/office/drawing/2014/main" id="{92CA94F4-79A7-4B14-9DCB-5D49D2427364}"/>
                      </a:ext>
                    </a:extLst>
                  </p:cNvPr>
                  <p:cNvSpPr/>
                  <p:nvPr/>
                </p:nvSpPr>
                <p:spPr>
                  <a:xfrm>
                    <a:off x="4230313" y="1304595"/>
                    <a:ext cx="32624" cy="33221"/>
                  </a:xfrm>
                  <a:custGeom>
                    <a:avLst/>
                    <a:gdLst>
                      <a:gd name="connsiteX0" fmla="*/ 32069 w 32624"/>
                      <a:gd name="connsiteY0" fmla="*/ 641 h 33221"/>
                      <a:gd name="connsiteX1" fmla="*/ 28389 w 32624"/>
                      <a:gd name="connsiteY1" fmla="*/ 10350 h 33221"/>
                      <a:gd name="connsiteX2" fmla="*/ 19612 w 32624"/>
                      <a:gd name="connsiteY2" fmla="*/ 20812 h 33221"/>
                      <a:gd name="connsiteX3" fmla="*/ 1037 w 32624"/>
                      <a:gd name="connsiteY3" fmla="*/ 32737 h 33221"/>
                      <a:gd name="connsiteX4" fmla="*/ 11100 w 32624"/>
                      <a:gd name="connsiteY4" fmla="*/ 13009 h 33221"/>
                      <a:gd name="connsiteX5" fmla="*/ 21740 w 32624"/>
                      <a:gd name="connsiteY5" fmla="*/ 3922 h 33221"/>
                      <a:gd name="connsiteX6" fmla="*/ 32069 w 32624"/>
                      <a:gd name="connsiteY6" fmla="*/ 641 h 33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624" h="33221">
                        <a:moveTo>
                          <a:pt x="32069" y="641"/>
                        </a:moveTo>
                        <a:cubicBezTo>
                          <a:pt x="33709" y="2370"/>
                          <a:pt x="31493" y="6360"/>
                          <a:pt x="28389" y="10350"/>
                        </a:cubicBezTo>
                        <a:cubicBezTo>
                          <a:pt x="25242" y="14295"/>
                          <a:pt x="21651" y="18772"/>
                          <a:pt x="19612" y="20812"/>
                        </a:cubicBezTo>
                        <a:cubicBezTo>
                          <a:pt x="15578" y="24890"/>
                          <a:pt x="5116" y="35618"/>
                          <a:pt x="1037" y="32737"/>
                        </a:cubicBezTo>
                        <a:cubicBezTo>
                          <a:pt x="-3263" y="29633"/>
                          <a:pt x="6933" y="16822"/>
                          <a:pt x="11100" y="13009"/>
                        </a:cubicBezTo>
                        <a:cubicBezTo>
                          <a:pt x="13184" y="11103"/>
                          <a:pt x="17307" y="6847"/>
                          <a:pt x="21740" y="3922"/>
                        </a:cubicBezTo>
                        <a:cubicBezTo>
                          <a:pt x="26217" y="907"/>
                          <a:pt x="30429" y="-1088"/>
                          <a:pt x="32069" y="64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68" name="Forme libre : forme 23067">
                    <a:extLst>
                      <a:ext uri="{FF2B5EF4-FFF2-40B4-BE49-F238E27FC236}">
                        <a16:creationId xmlns:a16="http://schemas.microsoft.com/office/drawing/2014/main" id="{D93E20C2-BCA7-4DFA-B734-A02CCC450B7A}"/>
                      </a:ext>
                    </a:extLst>
                  </p:cNvPr>
                  <p:cNvSpPr/>
                  <p:nvPr/>
                </p:nvSpPr>
                <p:spPr>
                  <a:xfrm>
                    <a:off x="4230130" y="1317959"/>
                    <a:ext cx="25913" cy="19735"/>
                  </a:xfrm>
                  <a:custGeom>
                    <a:avLst/>
                    <a:gdLst>
                      <a:gd name="connsiteX0" fmla="*/ 3703 w 25913"/>
                      <a:gd name="connsiteY0" fmla="*/ 9088 h 19735"/>
                      <a:gd name="connsiteX1" fmla="*/ 1132 w 25913"/>
                      <a:gd name="connsiteY1" fmla="*/ 19506 h 19735"/>
                      <a:gd name="connsiteX2" fmla="*/ 20017 w 25913"/>
                      <a:gd name="connsiteY2" fmla="*/ 7226 h 19735"/>
                      <a:gd name="connsiteX3" fmla="*/ 25913 w 25913"/>
                      <a:gd name="connsiteY3" fmla="*/ 0 h 19735"/>
                      <a:gd name="connsiteX4" fmla="*/ 22234 w 25913"/>
                      <a:gd name="connsiteY4" fmla="*/ 3369 h 19735"/>
                      <a:gd name="connsiteX5" fmla="*/ 3703 w 25913"/>
                      <a:gd name="connsiteY5" fmla="*/ 9088 h 19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913" h="19735">
                        <a:moveTo>
                          <a:pt x="3703" y="9088"/>
                        </a:moveTo>
                        <a:cubicBezTo>
                          <a:pt x="2373" y="11748"/>
                          <a:pt x="-2060" y="18353"/>
                          <a:pt x="1132" y="19506"/>
                        </a:cubicBezTo>
                        <a:cubicBezTo>
                          <a:pt x="6142" y="21279"/>
                          <a:pt x="14919" y="12368"/>
                          <a:pt x="20017" y="7226"/>
                        </a:cubicBezTo>
                        <a:cubicBezTo>
                          <a:pt x="21524" y="5719"/>
                          <a:pt x="24539" y="2039"/>
                          <a:pt x="25913" y="0"/>
                        </a:cubicBezTo>
                        <a:cubicBezTo>
                          <a:pt x="24938" y="975"/>
                          <a:pt x="23342" y="2616"/>
                          <a:pt x="22234" y="3369"/>
                        </a:cubicBezTo>
                        <a:cubicBezTo>
                          <a:pt x="15806" y="7359"/>
                          <a:pt x="8314" y="12368"/>
                          <a:pt x="3703" y="908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69" name="Forme libre : forme 23068">
                    <a:extLst>
                      <a:ext uri="{FF2B5EF4-FFF2-40B4-BE49-F238E27FC236}">
                        <a16:creationId xmlns:a16="http://schemas.microsoft.com/office/drawing/2014/main" id="{5B8A6A98-0920-4421-B790-EE4D77B43C65}"/>
                      </a:ext>
                    </a:extLst>
                  </p:cNvPr>
                  <p:cNvSpPr/>
                  <p:nvPr/>
                </p:nvSpPr>
                <p:spPr>
                  <a:xfrm>
                    <a:off x="4232797" y="1303532"/>
                    <a:ext cx="32422" cy="33270"/>
                  </a:xfrm>
                  <a:custGeom>
                    <a:avLst/>
                    <a:gdLst>
                      <a:gd name="connsiteX0" fmla="*/ 32157 w 32422"/>
                      <a:gd name="connsiteY0" fmla="*/ 951 h 33270"/>
                      <a:gd name="connsiteX1" fmla="*/ 19611 w 32422"/>
                      <a:gd name="connsiteY1" fmla="*/ 21343 h 33270"/>
                      <a:gd name="connsiteX2" fmla="*/ 15488 w 32422"/>
                      <a:gd name="connsiteY2" fmla="*/ 25377 h 33270"/>
                      <a:gd name="connsiteX3" fmla="*/ 10390 w 32422"/>
                      <a:gd name="connsiteY3" fmla="*/ 29766 h 33270"/>
                      <a:gd name="connsiteX4" fmla="*/ 1081 w 32422"/>
                      <a:gd name="connsiteY4" fmla="*/ 32780 h 33270"/>
                      <a:gd name="connsiteX5" fmla="*/ 3031 w 32422"/>
                      <a:gd name="connsiteY5" fmla="*/ 23294 h 33270"/>
                      <a:gd name="connsiteX6" fmla="*/ 7376 w 32422"/>
                      <a:gd name="connsiteY6" fmla="*/ 17398 h 33270"/>
                      <a:gd name="connsiteX7" fmla="*/ 11277 w 32422"/>
                      <a:gd name="connsiteY7" fmla="*/ 13319 h 33270"/>
                      <a:gd name="connsiteX8" fmla="*/ 32157 w 32422"/>
                      <a:gd name="connsiteY8" fmla="*/ 951 h 33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422" h="33270">
                        <a:moveTo>
                          <a:pt x="32157" y="951"/>
                        </a:moveTo>
                        <a:cubicBezTo>
                          <a:pt x="34240" y="5517"/>
                          <a:pt x="23512" y="16555"/>
                          <a:pt x="19611" y="21343"/>
                        </a:cubicBezTo>
                        <a:cubicBezTo>
                          <a:pt x="18591" y="22496"/>
                          <a:pt x="17128" y="23914"/>
                          <a:pt x="15488" y="25377"/>
                        </a:cubicBezTo>
                        <a:cubicBezTo>
                          <a:pt x="13937" y="26884"/>
                          <a:pt x="12163" y="28480"/>
                          <a:pt x="10390" y="29766"/>
                        </a:cubicBezTo>
                        <a:cubicBezTo>
                          <a:pt x="6755" y="32337"/>
                          <a:pt x="3253" y="34199"/>
                          <a:pt x="1081" y="32780"/>
                        </a:cubicBezTo>
                        <a:cubicBezTo>
                          <a:pt x="-1136" y="31362"/>
                          <a:pt x="327" y="27328"/>
                          <a:pt x="3031" y="23294"/>
                        </a:cubicBezTo>
                        <a:cubicBezTo>
                          <a:pt x="4361" y="21254"/>
                          <a:pt x="5913" y="19215"/>
                          <a:pt x="7376" y="17398"/>
                        </a:cubicBezTo>
                        <a:cubicBezTo>
                          <a:pt x="8927" y="15669"/>
                          <a:pt x="10346" y="14206"/>
                          <a:pt x="11277" y="13319"/>
                        </a:cubicBezTo>
                        <a:cubicBezTo>
                          <a:pt x="14646" y="9285"/>
                          <a:pt x="30117" y="-3571"/>
                          <a:pt x="32157" y="95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70" name="Forme libre : forme 23069">
                    <a:extLst>
                      <a:ext uri="{FF2B5EF4-FFF2-40B4-BE49-F238E27FC236}">
                        <a16:creationId xmlns:a16="http://schemas.microsoft.com/office/drawing/2014/main" id="{2B80EC0D-8291-403B-B64F-E41CB635A3F7}"/>
                      </a:ext>
                    </a:extLst>
                  </p:cNvPr>
                  <p:cNvSpPr/>
                  <p:nvPr/>
                </p:nvSpPr>
                <p:spPr>
                  <a:xfrm>
                    <a:off x="4215323" y="1316180"/>
                    <a:ext cx="45103" cy="38274"/>
                  </a:xfrm>
                  <a:custGeom>
                    <a:avLst/>
                    <a:gdLst>
                      <a:gd name="connsiteX0" fmla="*/ 4102 w 45103"/>
                      <a:gd name="connsiteY0" fmla="*/ 37997 h 38274"/>
                      <a:gd name="connsiteX1" fmla="*/ 11904 w 45103"/>
                      <a:gd name="connsiteY1" fmla="*/ 36579 h 38274"/>
                      <a:gd name="connsiteX2" fmla="*/ 20992 w 45103"/>
                      <a:gd name="connsiteY2" fmla="*/ 32101 h 38274"/>
                      <a:gd name="connsiteX3" fmla="*/ 29903 w 45103"/>
                      <a:gd name="connsiteY3" fmla="*/ 25718 h 38274"/>
                      <a:gd name="connsiteX4" fmla="*/ 37262 w 45103"/>
                      <a:gd name="connsiteY4" fmla="*/ 18048 h 38274"/>
                      <a:gd name="connsiteX5" fmla="*/ 42892 w 45103"/>
                      <a:gd name="connsiteY5" fmla="*/ 9891 h 38274"/>
                      <a:gd name="connsiteX6" fmla="*/ 43557 w 45103"/>
                      <a:gd name="connsiteY6" fmla="*/ 183 h 38274"/>
                      <a:gd name="connsiteX7" fmla="*/ 36863 w 45103"/>
                      <a:gd name="connsiteY7" fmla="*/ 3020 h 38274"/>
                      <a:gd name="connsiteX8" fmla="*/ 28263 w 45103"/>
                      <a:gd name="connsiteY8" fmla="*/ 7896 h 38274"/>
                      <a:gd name="connsiteX9" fmla="*/ 19219 w 45103"/>
                      <a:gd name="connsiteY9" fmla="*/ 12463 h 38274"/>
                      <a:gd name="connsiteX10" fmla="*/ 10353 w 45103"/>
                      <a:gd name="connsiteY10" fmla="*/ 16364 h 38274"/>
                      <a:gd name="connsiteX11" fmla="*/ 2373 w 45103"/>
                      <a:gd name="connsiteY11" fmla="*/ 23944 h 38274"/>
                      <a:gd name="connsiteX12" fmla="*/ 4102 w 45103"/>
                      <a:gd name="connsiteY12" fmla="*/ 37997 h 38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5103" h="38274">
                        <a:moveTo>
                          <a:pt x="4102" y="37997"/>
                        </a:moveTo>
                        <a:cubicBezTo>
                          <a:pt x="7205" y="38618"/>
                          <a:pt x="8580" y="38219"/>
                          <a:pt x="11904" y="36579"/>
                        </a:cubicBezTo>
                        <a:cubicBezTo>
                          <a:pt x="15185" y="35071"/>
                          <a:pt x="18111" y="33786"/>
                          <a:pt x="20992" y="32101"/>
                        </a:cubicBezTo>
                        <a:cubicBezTo>
                          <a:pt x="23962" y="30505"/>
                          <a:pt x="26844" y="28555"/>
                          <a:pt x="29903" y="25718"/>
                        </a:cubicBezTo>
                        <a:cubicBezTo>
                          <a:pt x="32563" y="23457"/>
                          <a:pt x="35089" y="20841"/>
                          <a:pt x="37262" y="18048"/>
                        </a:cubicBezTo>
                        <a:cubicBezTo>
                          <a:pt x="39478" y="15300"/>
                          <a:pt x="41517" y="12595"/>
                          <a:pt x="42892" y="9891"/>
                        </a:cubicBezTo>
                        <a:cubicBezTo>
                          <a:pt x="44887" y="5857"/>
                          <a:pt x="46350" y="1469"/>
                          <a:pt x="43557" y="183"/>
                        </a:cubicBezTo>
                        <a:cubicBezTo>
                          <a:pt x="41783" y="-659"/>
                          <a:pt x="39257" y="1602"/>
                          <a:pt x="36863" y="3020"/>
                        </a:cubicBezTo>
                        <a:cubicBezTo>
                          <a:pt x="33981" y="4660"/>
                          <a:pt x="31144" y="6301"/>
                          <a:pt x="28263" y="7896"/>
                        </a:cubicBezTo>
                        <a:cubicBezTo>
                          <a:pt x="25470" y="9581"/>
                          <a:pt x="22499" y="11133"/>
                          <a:pt x="19219" y="12463"/>
                        </a:cubicBezTo>
                        <a:cubicBezTo>
                          <a:pt x="16382" y="13571"/>
                          <a:pt x="13323" y="14679"/>
                          <a:pt x="10353" y="16364"/>
                        </a:cubicBezTo>
                        <a:cubicBezTo>
                          <a:pt x="7338" y="18048"/>
                          <a:pt x="4457" y="20309"/>
                          <a:pt x="2373" y="23944"/>
                        </a:cubicBezTo>
                        <a:cubicBezTo>
                          <a:pt x="-1661" y="30505"/>
                          <a:pt x="-198" y="37244"/>
                          <a:pt x="4102" y="3799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71" name="Forme libre : forme 23070">
                    <a:extLst>
                      <a:ext uri="{FF2B5EF4-FFF2-40B4-BE49-F238E27FC236}">
                        <a16:creationId xmlns:a16="http://schemas.microsoft.com/office/drawing/2014/main" id="{96C9D271-C0E8-4CFB-9E97-D2B3207FCEBA}"/>
                      </a:ext>
                    </a:extLst>
                  </p:cNvPr>
                  <p:cNvSpPr/>
                  <p:nvPr/>
                </p:nvSpPr>
                <p:spPr>
                  <a:xfrm>
                    <a:off x="4221317" y="1325587"/>
                    <a:ext cx="9931" cy="16944"/>
                  </a:xfrm>
                  <a:custGeom>
                    <a:avLst/>
                    <a:gdLst>
                      <a:gd name="connsiteX0" fmla="*/ 236 w 9931"/>
                      <a:gd name="connsiteY0" fmla="*/ 14537 h 16944"/>
                      <a:gd name="connsiteX1" fmla="*/ 148 w 9931"/>
                      <a:gd name="connsiteY1" fmla="*/ 16665 h 16944"/>
                      <a:gd name="connsiteX2" fmla="*/ 1876 w 9931"/>
                      <a:gd name="connsiteY2" fmla="*/ 16222 h 16944"/>
                      <a:gd name="connsiteX3" fmla="*/ 3916 w 9931"/>
                      <a:gd name="connsiteY3" fmla="*/ 13518 h 16944"/>
                      <a:gd name="connsiteX4" fmla="*/ 8304 w 9931"/>
                      <a:gd name="connsiteY4" fmla="*/ 6425 h 16944"/>
                      <a:gd name="connsiteX5" fmla="*/ 9590 w 9931"/>
                      <a:gd name="connsiteY5" fmla="*/ 3676 h 16944"/>
                      <a:gd name="connsiteX6" fmla="*/ 5423 w 9931"/>
                      <a:gd name="connsiteY6" fmla="*/ 2568 h 16944"/>
                      <a:gd name="connsiteX7" fmla="*/ 236 w 9931"/>
                      <a:gd name="connsiteY7" fmla="*/ 14537 h 16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931" h="16944">
                        <a:moveTo>
                          <a:pt x="236" y="14537"/>
                        </a:moveTo>
                        <a:cubicBezTo>
                          <a:pt x="15" y="15468"/>
                          <a:pt x="-118" y="16089"/>
                          <a:pt x="148" y="16665"/>
                        </a:cubicBezTo>
                        <a:cubicBezTo>
                          <a:pt x="414" y="17242"/>
                          <a:pt x="1167" y="16843"/>
                          <a:pt x="1876" y="16222"/>
                        </a:cubicBezTo>
                        <a:cubicBezTo>
                          <a:pt x="2586" y="15601"/>
                          <a:pt x="3339" y="14404"/>
                          <a:pt x="3916" y="13518"/>
                        </a:cubicBezTo>
                        <a:cubicBezTo>
                          <a:pt x="5467" y="11257"/>
                          <a:pt x="7063" y="8774"/>
                          <a:pt x="8304" y="6425"/>
                        </a:cubicBezTo>
                        <a:cubicBezTo>
                          <a:pt x="8836" y="5449"/>
                          <a:pt x="9324" y="4563"/>
                          <a:pt x="9590" y="3676"/>
                        </a:cubicBezTo>
                        <a:cubicBezTo>
                          <a:pt x="10787" y="-3"/>
                          <a:pt x="8703" y="-1821"/>
                          <a:pt x="5423" y="2568"/>
                        </a:cubicBezTo>
                        <a:cubicBezTo>
                          <a:pt x="3029" y="6070"/>
                          <a:pt x="1034" y="10813"/>
                          <a:pt x="236" y="1453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72" name="Forme libre : forme 23071">
                    <a:extLst>
                      <a:ext uri="{FF2B5EF4-FFF2-40B4-BE49-F238E27FC236}">
                        <a16:creationId xmlns:a16="http://schemas.microsoft.com/office/drawing/2014/main" id="{A1CB3CBC-B306-46EC-A287-434812A319D1}"/>
                      </a:ext>
                    </a:extLst>
                  </p:cNvPr>
                  <p:cNvSpPr/>
                  <p:nvPr/>
                </p:nvSpPr>
                <p:spPr>
                  <a:xfrm>
                    <a:off x="4264643" y="1297256"/>
                    <a:ext cx="11649" cy="27485"/>
                  </a:xfrm>
                  <a:custGeom>
                    <a:avLst/>
                    <a:gdLst>
                      <a:gd name="connsiteX0" fmla="*/ 11570 w 11649"/>
                      <a:gd name="connsiteY0" fmla="*/ 0 h 27485"/>
                      <a:gd name="connsiteX1" fmla="*/ 7714 w 11649"/>
                      <a:gd name="connsiteY1" fmla="*/ 13610 h 27485"/>
                      <a:gd name="connsiteX2" fmla="*/ 0 w 11649"/>
                      <a:gd name="connsiteY2" fmla="*/ 27485 h 27485"/>
                      <a:gd name="connsiteX3" fmla="*/ 6605 w 11649"/>
                      <a:gd name="connsiteY3" fmla="*/ 13654 h 27485"/>
                      <a:gd name="connsiteX4" fmla="*/ 11570 w 11649"/>
                      <a:gd name="connsiteY4" fmla="*/ 0 h 27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49" h="27485">
                        <a:moveTo>
                          <a:pt x="11570" y="0"/>
                        </a:moveTo>
                        <a:cubicBezTo>
                          <a:pt x="12058" y="3812"/>
                          <a:pt x="10240" y="8777"/>
                          <a:pt x="7714" y="13610"/>
                        </a:cubicBezTo>
                        <a:cubicBezTo>
                          <a:pt x="5275" y="18575"/>
                          <a:pt x="2350" y="23717"/>
                          <a:pt x="0" y="27485"/>
                        </a:cubicBezTo>
                        <a:cubicBezTo>
                          <a:pt x="2527" y="23362"/>
                          <a:pt x="4655" y="18486"/>
                          <a:pt x="6605" y="13654"/>
                        </a:cubicBezTo>
                        <a:cubicBezTo>
                          <a:pt x="8645" y="8999"/>
                          <a:pt x="10329" y="4211"/>
                          <a:pt x="115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73" name="Forme libre : forme 23072">
                    <a:extLst>
                      <a:ext uri="{FF2B5EF4-FFF2-40B4-BE49-F238E27FC236}">
                        <a16:creationId xmlns:a16="http://schemas.microsoft.com/office/drawing/2014/main" id="{4666AFCD-373F-46E1-8483-DBCB9B75F48E}"/>
                      </a:ext>
                    </a:extLst>
                  </p:cNvPr>
                  <p:cNvSpPr/>
                  <p:nvPr/>
                </p:nvSpPr>
                <p:spPr>
                  <a:xfrm>
                    <a:off x="4212820" y="1325939"/>
                    <a:ext cx="6029" cy="13565"/>
                  </a:xfrm>
                  <a:custGeom>
                    <a:avLst/>
                    <a:gdLst>
                      <a:gd name="connsiteX0" fmla="*/ 0 w 6029"/>
                      <a:gd name="connsiteY0" fmla="*/ 11349 h 13565"/>
                      <a:gd name="connsiteX1" fmla="*/ 0 w 6029"/>
                      <a:gd name="connsiteY1" fmla="*/ 13565 h 13565"/>
                      <a:gd name="connsiteX2" fmla="*/ 6029 w 6029"/>
                      <a:gd name="connsiteY2" fmla="*/ 0 h 13565"/>
                      <a:gd name="connsiteX3" fmla="*/ 0 w 6029"/>
                      <a:gd name="connsiteY3" fmla="*/ 11349 h 1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29" h="13565">
                        <a:moveTo>
                          <a:pt x="0" y="11349"/>
                        </a:moveTo>
                        <a:lnTo>
                          <a:pt x="0" y="13565"/>
                        </a:lnTo>
                        <a:cubicBezTo>
                          <a:pt x="1729" y="8733"/>
                          <a:pt x="3857" y="4034"/>
                          <a:pt x="6029" y="0"/>
                        </a:cubicBezTo>
                        <a:cubicBezTo>
                          <a:pt x="3414" y="3591"/>
                          <a:pt x="1463" y="7448"/>
                          <a:pt x="0" y="113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74" name="Forme libre : forme 23073">
                    <a:extLst>
                      <a:ext uri="{FF2B5EF4-FFF2-40B4-BE49-F238E27FC236}">
                        <a16:creationId xmlns:a16="http://schemas.microsoft.com/office/drawing/2014/main" id="{329B0C1E-5F3B-486D-9F4A-7B52A3F9E700}"/>
                      </a:ext>
                    </a:extLst>
                  </p:cNvPr>
                  <p:cNvSpPr/>
                  <p:nvPr/>
                </p:nvSpPr>
                <p:spPr>
                  <a:xfrm>
                    <a:off x="4240770" y="1310562"/>
                    <a:ext cx="13063" cy="11340"/>
                  </a:xfrm>
                  <a:custGeom>
                    <a:avLst/>
                    <a:gdLst>
                      <a:gd name="connsiteX0" fmla="*/ 13056 w 13063"/>
                      <a:gd name="connsiteY0" fmla="*/ 526 h 11340"/>
                      <a:gd name="connsiteX1" fmla="*/ 6628 w 13063"/>
                      <a:gd name="connsiteY1" fmla="*/ 7929 h 11340"/>
                      <a:gd name="connsiteX2" fmla="*/ 23 w 13063"/>
                      <a:gd name="connsiteY2" fmla="*/ 10722 h 11340"/>
                      <a:gd name="connsiteX3" fmla="*/ 6052 w 13063"/>
                      <a:gd name="connsiteY3" fmla="*/ 3629 h 11340"/>
                      <a:gd name="connsiteX4" fmla="*/ 9909 w 13063"/>
                      <a:gd name="connsiteY4" fmla="*/ 792 h 11340"/>
                      <a:gd name="connsiteX5" fmla="*/ 13056 w 13063"/>
                      <a:gd name="connsiteY5" fmla="*/ 526 h 11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063" h="11340">
                        <a:moveTo>
                          <a:pt x="13056" y="526"/>
                        </a:moveTo>
                        <a:cubicBezTo>
                          <a:pt x="13278" y="2343"/>
                          <a:pt x="8224" y="6643"/>
                          <a:pt x="6628" y="7929"/>
                        </a:cubicBezTo>
                        <a:cubicBezTo>
                          <a:pt x="5077" y="9214"/>
                          <a:pt x="422" y="12761"/>
                          <a:pt x="23" y="10722"/>
                        </a:cubicBezTo>
                        <a:cubicBezTo>
                          <a:pt x="-376" y="8682"/>
                          <a:pt x="4545" y="4870"/>
                          <a:pt x="6052" y="3629"/>
                        </a:cubicBezTo>
                        <a:cubicBezTo>
                          <a:pt x="6806" y="3008"/>
                          <a:pt x="8446" y="1722"/>
                          <a:pt x="9909" y="792"/>
                        </a:cubicBezTo>
                        <a:cubicBezTo>
                          <a:pt x="11505" y="38"/>
                          <a:pt x="12879" y="-405"/>
                          <a:pt x="13056" y="52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75" name="Forme libre : forme 23074">
                    <a:extLst>
                      <a:ext uri="{FF2B5EF4-FFF2-40B4-BE49-F238E27FC236}">
                        <a16:creationId xmlns:a16="http://schemas.microsoft.com/office/drawing/2014/main" id="{DE93486A-85B8-463A-AE82-36202AFCC2D7}"/>
                      </a:ext>
                    </a:extLst>
                  </p:cNvPr>
                  <p:cNvSpPr/>
                  <p:nvPr/>
                </p:nvSpPr>
                <p:spPr>
                  <a:xfrm>
                    <a:off x="4251794" y="1308975"/>
                    <a:ext cx="3794" cy="3340"/>
                  </a:xfrm>
                  <a:custGeom>
                    <a:avLst/>
                    <a:gdLst>
                      <a:gd name="connsiteX0" fmla="*/ 3629 w 3794"/>
                      <a:gd name="connsiteY0" fmla="*/ 73 h 3340"/>
                      <a:gd name="connsiteX1" fmla="*/ 2565 w 3794"/>
                      <a:gd name="connsiteY1" fmla="*/ 2112 h 3340"/>
                      <a:gd name="connsiteX2" fmla="*/ 171 w 3794"/>
                      <a:gd name="connsiteY2" fmla="*/ 3265 h 3340"/>
                      <a:gd name="connsiteX3" fmla="*/ 1190 w 3794"/>
                      <a:gd name="connsiteY3" fmla="*/ 1270 h 3340"/>
                      <a:gd name="connsiteX4" fmla="*/ 3629 w 3794"/>
                      <a:gd name="connsiteY4" fmla="*/ 73 h 3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4" h="3340">
                        <a:moveTo>
                          <a:pt x="3629" y="73"/>
                        </a:moveTo>
                        <a:cubicBezTo>
                          <a:pt x="4205" y="428"/>
                          <a:pt x="3141" y="1581"/>
                          <a:pt x="2565" y="2112"/>
                        </a:cubicBezTo>
                        <a:cubicBezTo>
                          <a:pt x="1988" y="2644"/>
                          <a:pt x="703" y="3620"/>
                          <a:pt x="171" y="3265"/>
                        </a:cubicBezTo>
                        <a:cubicBezTo>
                          <a:pt x="-405" y="2910"/>
                          <a:pt x="614" y="1847"/>
                          <a:pt x="1190" y="1270"/>
                        </a:cubicBezTo>
                        <a:cubicBezTo>
                          <a:pt x="1811" y="738"/>
                          <a:pt x="3097" y="-281"/>
                          <a:pt x="3629" y="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76" name="Forme libre : forme 23075">
                    <a:extLst>
                      <a:ext uri="{FF2B5EF4-FFF2-40B4-BE49-F238E27FC236}">
                        <a16:creationId xmlns:a16="http://schemas.microsoft.com/office/drawing/2014/main" id="{984D4C93-E393-4C00-9FA1-A56216894C1C}"/>
                      </a:ext>
                    </a:extLst>
                  </p:cNvPr>
                  <p:cNvSpPr/>
                  <p:nvPr/>
                </p:nvSpPr>
                <p:spPr>
                  <a:xfrm>
                    <a:off x="4233561" y="1294896"/>
                    <a:ext cx="39345" cy="20707"/>
                  </a:xfrm>
                  <a:custGeom>
                    <a:avLst/>
                    <a:gdLst>
                      <a:gd name="connsiteX0" fmla="*/ 26162 w 39345"/>
                      <a:gd name="connsiteY0" fmla="*/ 1385 h 20707"/>
                      <a:gd name="connsiteX1" fmla="*/ 38441 w 39345"/>
                      <a:gd name="connsiteY1" fmla="*/ 410 h 20707"/>
                      <a:gd name="connsiteX2" fmla="*/ 37865 w 39345"/>
                      <a:gd name="connsiteY2" fmla="*/ 4311 h 20707"/>
                      <a:gd name="connsiteX3" fmla="*/ 33033 w 39345"/>
                      <a:gd name="connsiteY3" fmla="*/ 6128 h 20707"/>
                      <a:gd name="connsiteX4" fmla="*/ 18005 w 39345"/>
                      <a:gd name="connsiteY4" fmla="*/ 11271 h 20707"/>
                      <a:gd name="connsiteX5" fmla="*/ 6 w 39345"/>
                      <a:gd name="connsiteY5" fmla="*/ 19561 h 20707"/>
                      <a:gd name="connsiteX6" fmla="*/ 15478 w 39345"/>
                      <a:gd name="connsiteY6" fmla="*/ 4089 h 20707"/>
                      <a:gd name="connsiteX7" fmla="*/ 26162 w 39345"/>
                      <a:gd name="connsiteY7" fmla="*/ 1385 h 20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345" h="20707">
                        <a:moveTo>
                          <a:pt x="26162" y="1385"/>
                        </a:moveTo>
                        <a:cubicBezTo>
                          <a:pt x="31038" y="277"/>
                          <a:pt x="34540" y="-521"/>
                          <a:pt x="38441" y="410"/>
                        </a:cubicBezTo>
                        <a:cubicBezTo>
                          <a:pt x="39904" y="764"/>
                          <a:pt x="39505" y="2936"/>
                          <a:pt x="37865" y="4311"/>
                        </a:cubicBezTo>
                        <a:cubicBezTo>
                          <a:pt x="36225" y="5685"/>
                          <a:pt x="34673" y="5862"/>
                          <a:pt x="33033" y="6128"/>
                        </a:cubicBezTo>
                        <a:cubicBezTo>
                          <a:pt x="27846" y="6838"/>
                          <a:pt x="23324" y="8965"/>
                          <a:pt x="18005" y="11271"/>
                        </a:cubicBezTo>
                        <a:cubicBezTo>
                          <a:pt x="14547" y="12468"/>
                          <a:pt x="450" y="24393"/>
                          <a:pt x="6" y="19561"/>
                        </a:cubicBezTo>
                        <a:cubicBezTo>
                          <a:pt x="-304" y="14773"/>
                          <a:pt x="10912" y="5907"/>
                          <a:pt x="15478" y="4089"/>
                        </a:cubicBezTo>
                        <a:cubicBezTo>
                          <a:pt x="19911" y="2005"/>
                          <a:pt x="22526" y="2271"/>
                          <a:pt x="26162" y="138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63" name="Graphique 2">
                  <a:extLst>
                    <a:ext uri="{FF2B5EF4-FFF2-40B4-BE49-F238E27FC236}">
                      <a16:creationId xmlns:a16="http://schemas.microsoft.com/office/drawing/2014/main" id="{F27BF3DB-8590-4CB5-93C4-C022119E5257}"/>
                    </a:ext>
                  </a:extLst>
                </p:cNvPr>
                <p:cNvGrpSpPr/>
                <p:nvPr/>
              </p:nvGrpSpPr>
              <p:grpSpPr>
                <a:xfrm>
                  <a:off x="4274993" y="1243962"/>
                  <a:ext cx="89491" cy="52987"/>
                  <a:chOff x="4274993" y="1243962"/>
                  <a:chExt cx="89491" cy="52987"/>
                </a:xfrm>
                <a:solidFill>
                  <a:schemeClr val="accent1"/>
                </a:solidFill>
              </p:grpSpPr>
              <p:sp>
                <p:nvSpPr>
                  <p:cNvPr id="23053" name="Forme libre : forme 23052">
                    <a:extLst>
                      <a:ext uri="{FF2B5EF4-FFF2-40B4-BE49-F238E27FC236}">
                        <a16:creationId xmlns:a16="http://schemas.microsoft.com/office/drawing/2014/main" id="{E42C6497-7B8C-43A5-B9A5-5D2572B46671}"/>
                      </a:ext>
                    </a:extLst>
                  </p:cNvPr>
                  <p:cNvSpPr/>
                  <p:nvPr/>
                </p:nvSpPr>
                <p:spPr>
                  <a:xfrm>
                    <a:off x="4274993" y="1243962"/>
                    <a:ext cx="89491" cy="52987"/>
                  </a:xfrm>
                  <a:custGeom>
                    <a:avLst/>
                    <a:gdLst>
                      <a:gd name="connsiteX0" fmla="*/ 65235 w 89491"/>
                      <a:gd name="connsiteY0" fmla="*/ 34986 h 52987"/>
                      <a:gd name="connsiteX1" fmla="*/ 37705 w 89491"/>
                      <a:gd name="connsiteY1" fmla="*/ 47709 h 52987"/>
                      <a:gd name="connsiteX2" fmla="*/ 20948 w 89491"/>
                      <a:gd name="connsiteY2" fmla="*/ 52718 h 52987"/>
                      <a:gd name="connsiteX3" fmla="*/ 5654 w 89491"/>
                      <a:gd name="connsiteY3" fmla="*/ 51920 h 52987"/>
                      <a:gd name="connsiteX4" fmla="*/ 245 w 89491"/>
                      <a:gd name="connsiteY4" fmla="*/ 43498 h 52987"/>
                      <a:gd name="connsiteX5" fmla="*/ 7294 w 89491"/>
                      <a:gd name="connsiteY5" fmla="*/ 29001 h 52987"/>
                      <a:gd name="connsiteX6" fmla="*/ 21790 w 89491"/>
                      <a:gd name="connsiteY6" fmla="*/ 16411 h 52987"/>
                      <a:gd name="connsiteX7" fmla="*/ 36153 w 89491"/>
                      <a:gd name="connsiteY7" fmla="*/ 9008 h 52987"/>
                      <a:gd name="connsiteX8" fmla="*/ 44266 w 89491"/>
                      <a:gd name="connsiteY8" fmla="*/ 5329 h 52987"/>
                      <a:gd name="connsiteX9" fmla="*/ 51270 w 89491"/>
                      <a:gd name="connsiteY9" fmla="*/ 2846 h 52987"/>
                      <a:gd name="connsiteX10" fmla="*/ 85095 w 89491"/>
                      <a:gd name="connsiteY10" fmla="*/ 4885 h 52987"/>
                      <a:gd name="connsiteX11" fmla="*/ 88907 w 89491"/>
                      <a:gd name="connsiteY11" fmla="*/ 13884 h 52987"/>
                      <a:gd name="connsiteX12" fmla="*/ 79864 w 89491"/>
                      <a:gd name="connsiteY12" fmla="*/ 25676 h 52987"/>
                      <a:gd name="connsiteX13" fmla="*/ 73392 w 89491"/>
                      <a:gd name="connsiteY13" fmla="*/ 30375 h 52987"/>
                      <a:gd name="connsiteX14" fmla="*/ 65235 w 89491"/>
                      <a:gd name="connsiteY14" fmla="*/ 34986 h 52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9491" h="52987">
                        <a:moveTo>
                          <a:pt x="65235" y="34986"/>
                        </a:moveTo>
                        <a:cubicBezTo>
                          <a:pt x="58541" y="37690"/>
                          <a:pt x="44488" y="44561"/>
                          <a:pt x="37705" y="47709"/>
                        </a:cubicBezTo>
                        <a:cubicBezTo>
                          <a:pt x="31454" y="50945"/>
                          <a:pt x="25913" y="52009"/>
                          <a:pt x="20948" y="52718"/>
                        </a:cubicBezTo>
                        <a:cubicBezTo>
                          <a:pt x="15939" y="53339"/>
                          <a:pt x="11062" y="52807"/>
                          <a:pt x="5654" y="51920"/>
                        </a:cubicBezTo>
                        <a:cubicBezTo>
                          <a:pt x="1930" y="51300"/>
                          <a:pt x="-863" y="47044"/>
                          <a:pt x="245" y="43498"/>
                        </a:cubicBezTo>
                        <a:cubicBezTo>
                          <a:pt x="1797" y="38399"/>
                          <a:pt x="3969" y="33612"/>
                          <a:pt x="7294" y="29001"/>
                        </a:cubicBezTo>
                        <a:cubicBezTo>
                          <a:pt x="10663" y="24480"/>
                          <a:pt x="15451" y="20534"/>
                          <a:pt x="21790" y="16411"/>
                        </a:cubicBezTo>
                        <a:cubicBezTo>
                          <a:pt x="25159" y="14150"/>
                          <a:pt x="30701" y="11712"/>
                          <a:pt x="36153" y="9008"/>
                        </a:cubicBezTo>
                        <a:cubicBezTo>
                          <a:pt x="38902" y="7722"/>
                          <a:pt x="41606" y="6304"/>
                          <a:pt x="44266" y="5329"/>
                        </a:cubicBezTo>
                        <a:cubicBezTo>
                          <a:pt x="46926" y="4398"/>
                          <a:pt x="49320" y="3511"/>
                          <a:pt x="51270" y="2846"/>
                        </a:cubicBezTo>
                        <a:cubicBezTo>
                          <a:pt x="65855" y="-2518"/>
                          <a:pt x="75608" y="585"/>
                          <a:pt x="85095" y="4885"/>
                        </a:cubicBezTo>
                        <a:cubicBezTo>
                          <a:pt x="88420" y="6437"/>
                          <a:pt x="90592" y="10781"/>
                          <a:pt x="88907" y="13884"/>
                        </a:cubicBezTo>
                        <a:cubicBezTo>
                          <a:pt x="86469" y="18362"/>
                          <a:pt x="83632" y="22307"/>
                          <a:pt x="79864" y="25676"/>
                        </a:cubicBezTo>
                        <a:cubicBezTo>
                          <a:pt x="77958" y="27405"/>
                          <a:pt x="75830" y="28824"/>
                          <a:pt x="73392" y="30375"/>
                        </a:cubicBezTo>
                        <a:cubicBezTo>
                          <a:pt x="70998" y="32060"/>
                          <a:pt x="68293" y="33567"/>
                          <a:pt x="65235" y="3498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54" name="Forme libre : forme 23053">
                    <a:extLst>
                      <a:ext uri="{FF2B5EF4-FFF2-40B4-BE49-F238E27FC236}">
                        <a16:creationId xmlns:a16="http://schemas.microsoft.com/office/drawing/2014/main" id="{42694029-93E6-4BFD-B7F0-100CA43CDCB3}"/>
                      </a:ext>
                    </a:extLst>
                  </p:cNvPr>
                  <p:cNvSpPr/>
                  <p:nvPr/>
                </p:nvSpPr>
                <p:spPr>
                  <a:xfrm>
                    <a:off x="4276701" y="1257625"/>
                    <a:ext cx="87110" cy="39292"/>
                  </a:xfrm>
                  <a:custGeom>
                    <a:avLst/>
                    <a:gdLst>
                      <a:gd name="connsiteX0" fmla="*/ 34312 w 87110"/>
                      <a:gd name="connsiteY0" fmla="*/ 20702 h 39292"/>
                      <a:gd name="connsiteX1" fmla="*/ 17200 w 87110"/>
                      <a:gd name="connsiteY1" fmla="*/ 30101 h 39292"/>
                      <a:gd name="connsiteX2" fmla="*/ 0 w 87110"/>
                      <a:gd name="connsiteY2" fmla="*/ 35952 h 39292"/>
                      <a:gd name="connsiteX3" fmla="*/ 3857 w 87110"/>
                      <a:gd name="connsiteY3" fmla="*/ 38258 h 39292"/>
                      <a:gd name="connsiteX4" fmla="*/ 9265 w 87110"/>
                      <a:gd name="connsiteY4" fmla="*/ 39011 h 39292"/>
                      <a:gd name="connsiteX5" fmla="*/ 24559 w 87110"/>
                      <a:gd name="connsiteY5" fmla="*/ 38080 h 39292"/>
                      <a:gd name="connsiteX6" fmla="*/ 35908 w 87110"/>
                      <a:gd name="connsiteY6" fmla="*/ 34002 h 39292"/>
                      <a:gd name="connsiteX7" fmla="*/ 40297 w 87110"/>
                      <a:gd name="connsiteY7" fmla="*/ 31874 h 39292"/>
                      <a:gd name="connsiteX8" fmla="*/ 61398 w 87110"/>
                      <a:gd name="connsiteY8" fmla="*/ 22210 h 39292"/>
                      <a:gd name="connsiteX9" fmla="*/ 63438 w 87110"/>
                      <a:gd name="connsiteY9" fmla="*/ 21279 h 39292"/>
                      <a:gd name="connsiteX10" fmla="*/ 74432 w 87110"/>
                      <a:gd name="connsiteY10" fmla="*/ 14762 h 39292"/>
                      <a:gd name="connsiteX11" fmla="*/ 84628 w 87110"/>
                      <a:gd name="connsiteY11" fmla="*/ 4256 h 39292"/>
                      <a:gd name="connsiteX12" fmla="*/ 87066 w 87110"/>
                      <a:gd name="connsiteY12" fmla="*/ 177 h 39292"/>
                      <a:gd name="connsiteX13" fmla="*/ 87110 w 87110"/>
                      <a:gd name="connsiteY13" fmla="*/ 0 h 39292"/>
                      <a:gd name="connsiteX14" fmla="*/ 59847 w 87110"/>
                      <a:gd name="connsiteY14" fmla="*/ 8600 h 39292"/>
                      <a:gd name="connsiteX15" fmla="*/ 53197 w 87110"/>
                      <a:gd name="connsiteY15" fmla="*/ 11216 h 39292"/>
                      <a:gd name="connsiteX16" fmla="*/ 46725 w 87110"/>
                      <a:gd name="connsiteY16" fmla="*/ 14142 h 39292"/>
                      <a:gd name="connsiteX17" fmla="*/ 34312 w 87110"/>
                      <a:gd name="connsiteY17" fmla="*/ 20702 h 39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7110" h="39292">
                        <a:moveTo>
                          <a:pt x="34312" y="20702"/>
                        </a:moveTo>
                        <a:cubicBezTo>
                          <a:pt x="28771" y="24027"/>
                          <a:pt x="23096" y="27574"/>
                          <a:pt x="17200" y="30101"/>
                        </a:cubicBezTo>
                        <a:cubicBezTo>
                          <a:pt x="11570" y="33071"/>
                          <a:pt x="5807" y="35243"/>
                          <a:pt x="0" y="35952"/>
                        </a:cubicBezTo>
                        <a:cubicBezTo>
                          <a:pt x="975" y="37105"/>
                          <a:pt x="2350" y="37992"/>
                          <a:pt x="3857" y="38258"/>
                        </a:cubicBezTo>
                        <a:cubicBezTo>
                          <a:pt x="5719" y="38568"/>
                          <a:pt x="7492" y="38834"/>
                          <a:pt x="9265" y="39011"/>
                        </a:cubicBezTo>
                        <a:cubicBezTo>
                          <a:pt x="14408" y="39588"/>
                          <a:pt x="19107" y="39277"/>
                          <a:pt x="24559" y="38080"/>
                        </a:cubicBezTo>
                        <a:cubicBezTo>
                          <a:pt x="28106" y="37327"/>
                          <a:pt x="31785" y="36041"/>
                          <a:pt x="35908" y="34002"/>
                        </a:cubicBezTo>
                        <a:cubicBezTo>
                          <a:pt x="37149" y="33381"/>
                          <a:pt x="38612" y="32539"/>
                          <a:pt x="40297" y="31874"/>
                        </a:cubicBezTo>
                        <a:cubicBezTo>
                          <a:pt x="46902" y="29037"/>
                          <a:pt x="55502" y="24382"/>
                          <a:pt x="61398" y="22210"/>
                        </a:cubicBezTo>
                        <a:cubicBezTo>
                          <a:pt x="62152" y="21900"/>
                          <a:pt x="62817" y="21545"/>
                          <a:pt x="63438" y="21279"/>
                        </a:cubicBezTo>
                        <a:cubicBezTo>
                          <a:pt x="67826" y="19373"/>
                          <a:pt x="71240" y="16801"/>
                          <a:pt x="74432" y="14762"/>
                        </a:cubicBezTo>
                        <a:cubicBezTo>
                          <a:pt x="78687" y="11748"/>
                          <a:pt x="81835" y="8201"/>
                          <a:pt x="84628" y="4256"/>
                        </a:cubicBezTo>
                        <a:cubicBezTo>
                          <a:pt x="85514" y="2926"/>
                          <a:pt x="86312" y="1596"/>
                          <a:pt x="87066" y="177"/>
                        </a:cubicBezTo>
                        <a:lnTo>
                          <a:pt x="87110" y="0"/>
                        </a:lnTo>
                        <a:cubicBezTo>
                          <a:pt x="78067" y="2704"/>
                          <a:pt x="68624" y="4788"/>
                          <a:pt x="59847" y="8600"/>
                        </a:cubicBezTo>
                        <a:lnTo>
                          <a:pt x="53197" y="11216"/>
                        </a:lnTo>
                        <a:cubicBezTo>
                          <a:pt x="50981" y="12058"/>
                          <a:pt x="48808" y="12989"/>
                          <a:pt x="46725" y="14142"/>
                        </a:cubicBezTo>
                        <a:cubicBezTo>
                          <a:pt x="42513" y="16269"/>
                          <a:pt x="38391" y="18486"/>
                          <a:pt x="34312" y="2070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55" name="Forme libre : forme 23054">
                    <a:extLst>
                      <a:ext uri="{FF2B5EF4-FFF2-40B4-BE49-F238E27FC236}">
                        <a16:creationId xmlns:a16="http://schemas.microsoft.com/office/drawing/2014/main" id="{6516401C-6571-461A-A501-C873EC2E2729}"/>
                      </a:ext>
                    </a:extLst>
                  </p:cNvPr>
                  <p:cNvSpPr/>
                  <p:nvPr/>
                </p:nvSpPr>
                <p:spPr>
                  <a:xfrm>
                    <a:off x="4304979" y="1257043"/>
                    <a:ext cx="41551" cy="20622"/>
                  </a:xfrm>
                  <a:custGeom>
                    <a:avLst/>
                    <a:gdLst>
                      <a:gd name="connsiteX0" fmla="*/ 41455 w 41551"/>
                      <a:gd name="connsiteY0" fmla="*/ 1823 h 20622"/>
                      <a:gd name="connsiteX1" fmla="*/ 22082 w 41551"/>
                      <a:gd name="connsiteY1" fmla="*/ 15388 h 20622"/>
                      <a:gd name="connsiteX2" fmla="*/ 360 w 41551"/>
                      <a:gd name="connsiteY2" fmla="*/ 19112 h 20622"/>
                      <a:gd name="connsiteX3" fmla="*/ 17339 w 41551"/>
                      <a:gd name="connsiteY3" fmla="*/ 4882 h 20622"/>
                      <a:gd name="connsiteX4" fmla="*/ 41455 w 41551"/>
                      <a:gd name="connsiteY4" fmla="*/ 1823 h 20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551" h="20622">
                        <a:moveTo>
                          <a:pt x="41455" y="1823"/>
                        </a:moveTo>
                        <a:cubicBezTo>
                          <a:pt x="42917" y="5901"/>
                          <a:pt x="27402" y="13305"/>
                          <a:pt x="22082" y="15388"/>
                        </a:cubicBezTo>
                        <a:cubicBezTo>
                          <a:pt x="16984" y="18004"/>
                          <a:pt x="2842" y="23190"/>
                          <a:pt x="360" y="19112"/>
                        </a:cubicBezTo>
                        <a:cubicBezTo>
                          <a:pt x="-2477" y="14369"/>
                          <a:pt x="12240" y="7231"/>
                          <a:pt x="17339" y="4882"/>
                        </a:cubicBezTo>
                        <a:cubicBezTo>
                          <a:pt x="22658" y="2976"/>
                          <a:pt x="39770" y="-2965"/>
                          <a:pt x="41455" y="182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56" name="Forme libre : forme 23055">
                    <a:extLst>
                      <a:ext uri="{FF2B5EF4-FFF2-40B4-BE49-F238E27FC236}">
                        <a16:creationId xmlns:a16="http://schemas.microsoft.com/office/drawing/2014/main" id="{AE49DB6A-FB31-4FB4-AE3D-923C4DBEC14D}"/>
                      </a:ext>
                    </a:extLst>
                  </p:cNvPr>
                  <p:cNvSpPr/>
                  <p:nvPr/>
                </p:nvSpPr>
                <p:spPr>
                  <a:xfrm>
                    <a:off x="4304595" y="1267776"/>
                    <a:ext cx="31065" cy="9787"/>
                  </a:xfrm>
                  <a:custGeom>
                    <a:avLst/>
                    <a:gdLst>
                      <a:gd name="connsiteX0" fmla="*/ 7039 w 31065"/>
                      <a:gd name="connsiteY0" fmla="*/ 0 h 9787"/>
                      <a:gd name="connsiteX1" fmla="*/ 1985 w 31065"/>
                      <a:gd name="connsiteY1" fmla="*/ 4034 h 9787"/>
                      <a:gd name="connsiteX2" fmla="*/ 522 w 31065"/>
                      <a:gd name="connsiteY2" fmla="*/ 8511 h 9787"/>
                      <a:gd name="connsiteX3" fmla="*/ 22687 w 31065"/>
                      <a:gd name="connsiteY3" fmla="*/ 4566 h 9787"/>
                      <a:gd name="connsiteX4" fmla="*/ 31066 w 31065"/>
                      <a:gd name="connsiteY4" fmla="*/ 488 h 9787"/>
                      <a:gd name="connsiteX5" fmla="*/ 26278 w 31065"/>
                      <a:gd name="connsiteY5" fmla="*/ 1995 h 9787"/>
                      <a:gd name="connsiteX6" fmla="*/ 14974 w 31065"/>
                      <a:gd name="connsiteY6" fmla="*/ 3280 h 9787"/>
                      <a:gd name="connsiteX7" fmla="*/ 7039 w 31065"/>
                      <a:gd name="connsiteY7" fmla="*/ 0 h 9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065" h="9787">
                        <a:moveTo>
                          <a:pt x="7039" y="0"/>
                        </a:moveTo>
                        <a:cubicBezTo>
                          <a:pt x="5930" y="1020"/>
                          <a:pt x="3669" y="2527"/>
                          <a:pt x="1985" y="4034"/>
                        </a:cubicBezTo>
                        <a:cubicBezTo>
                          <a:pt x="345" y="5630"/>
                          <a:pt x="-675" y="7359"/>
                          <a:pt x="522" y="8511"/>
                        </a:cubicBezTo>
                        <a:cubicBezTo>
                          <a:pt x="4334" y="11925"/>
                          <a:pt x="16171" y="7758"/>
                          <a:pt x="22687" y="4566"/>
                        </a:cubicBezTo>
                        <a:cubicBezTo>
                          <a:pt x="24682" y="3812"/>
                          <a:pt x="28982" y="1773"/>
                          <a:pt x="31066" y="488"/>
                        </a:cubicBezTo>
                        <a:cubicBezTo>
                          <a:pt x="29780" y="931"/>
                          <a:pt x="27608" y="1773"/>
                          <a:pt x="26278" y="1995"/>
                        </a:cubicBezTo>
                        <a:cubicBezTo>
                          <a:pt x="22510" y="2438"/>
                          <a:pt x="18476" y="3280"/>
                          <a:pt x="14974" y="3280"/>
                        </a:cubicBezTo>
                        <a:cubicBezTo>
                          <a:pt x="11472" y="3236"/>
                          <a:pt x="8501" y="2438"/>
                          <a:pt x="703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57" name="Forme libre : forme 23056">
                    <a:extLst>
                      <a:ext uri="{FF2B5EF4-FFF2-40B4-BE49-F238E27FC236}">
                        <a16:creationId xmlns:a16="http://schemas.microsoft.com/office/drawing/2014/main" id="{1AF069F1-16E9-4145-826A-27E0ADF8381F}"/>
                      </a:ext>
                    </a:extLst>
                  </p:cNvPr>
                  <p:cNvSpPr/>
                  <p:nvPr/>
                </p:nvSpPr>
                <p:spPr>
                  <a:xfrm>
                    <a:off x="4307617" y="1257174"/>
                    <a:ext cx="41521" cy="20716"/>
                  </a:xfrm>
                  <a:custGeom>
                    <a:avLst/>
                    <a:gdLst>
                      <a:gd name="connsiteX0" fmla="*/ 41521 w 41521"/>
                      <a:gd name="connsiteY0" fmla="*/ 2136 h 20716"/>
                      <a:gd name="connsiteX1" fmla="*/ 21927 w 41521"/>
                      <a:gd name="connsiteY1" fmla="*/ 15745 h 20716"/>
                      <a:gd name="connsiteX2" fmla="*/ 382 w 41521"/>
                      <a:gd name="connsiteY2" fmla="*/ 18981 h 20716"/>
                      <a:gd name="connsiteX3" fmla="*/ 17405 w 41521"/>
                      <a:gd name="connsiteY3" fmla="*/ 5106 h 20716"/>
                      <a:gd name="connsiteX4" fmla="*/ 31237 w 41521"/>
                      <a:gd name="connsiteY4" fmla="*/ 850 h 20716"/>
                      <a:gd name="connsiteX5" fmla="*/ 41521 w 41521"/>
                      <a:gd name="connsiteY5" fmla="*/ 2136 h 20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521" h="20716">
                        <a:moveTo>
                          <a:pt x="41521" y="2136"/>
                        </a:moveTo>
                        <a:cubicBezTo>
                          <a:pt x="41477" y="6613"/>
                          <a:pt x="27601" y="13396"/>
                          <a:pt x="21927" y="15745"/>
                        </a:cubicBezTo>
                        <a:cubicBezTo>
                          <a:pt x="16341" y="18361"/>
                          <a:pt x="3397" y="23370"/>
                          <a:pt x="382" y="18981"/>
                        </a:cubicBezTo>
                        <a:cubicBezTo>
                          <a:pt x="-2588" y="14681"/>
                          <a:pt x="12573" y="7056"/>
                          <a:pt x="17405" y="5106"/>
                        </a:cubicBezTo>
                        <a:cubicBezTo>
                          <a:pt x="19844" y="4175"/>
                          <a:pt x="25828" y="2091"/>
                          <a:pt x="31237" y="850"/>
                        </a:cubicBezTo>
                        <a:cubicBezTo>
                          <a:pt x="36512" y="-569"/>
                          <a:pt x="41477" y="-258"/>
                          <a:pt x="41521" y="213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58" name="Forme libre : forme 23057">
                    <a:extLst>
                      <a:ext uri="{FF2B5EF4-FFF2-40B4-BE49-F238E27FC236}">
                        <a16:creationId xmlns:a16="http://schemas.microsoft.com/office/drawing/2014/main" id="{2A03FA70-A1E6-4E9E-B730-0A4A036BEE94}"/>
                      </a:ext>
                    </a:extLst>
                  </p:cNvPr>
                  <p:cNvSpPr/>
                  <p:nvPr/>
                </p:nvSpPr>
                <p:spPr>
                  <a:xfrm>
                    <a:off x="4285707" y="1267221"/>
                    <a:ext cx="53763" cy="21609"/>
                  </a:xfrm>
                  <a:custGeom>
                    <a:avLst/>
                    <a:gdLst>
                      <a:gd name="connsiteX0" fmla="*/ 1989 w 53763"/>
                      <a:gd name="connsiteY0" fmla="*/ 19795 h 21609"/>
                      <a:gd name="connsiteX1" fmla="*/ 9658 w 53763"/>
                      <a:gd name="connsiteY1" fmla="*/ 21568 h 21609"/>
                      <a:gd name="connsiteX2" fmla="*/ 30494 w 53763"/>
                      <a:gd name="connsiteY2" fmla="*/ 18731 h 21609"/>
                      <a:gd name="connsiteX3" fmla="*/ 40291 w 53763"/>
                      <a:gd name="connsiteY3" fmla="*/ 14608 h 21609"/>
                      <a:gd name="connsiteX4" fmla="*/ 44680 w 53763"/>
                      <a:gd name="connsiteY4" fmla="*/ 11904 h 21609"/>
                      <a:gd name="connsiteX5" fmla="*/ 48625 w 53763"/>
                      <a:gd name="connsiteY5" fmla="*/ 9288 h 21609"/>
                      <a:gd name="connsiteX6" fmla="*/ 53102 w 53763"/>
                      <a:gd name="connsiteY6" fmla="*/ 688 h 21609"/>
                      <a:gd name="connsiteX7" fmla="*/ 45788 w 53763"/>
                      <a:gd name="connsiteY7" fmla="*/ 644 h 21609"/>
                      <a:gd name="connsiteX8" fmla="*/ 25839 w 53763"/>
                      <a:gd name="connsiteY8" fmla="*/ 2417 h 21609"/>
                      <a:gd name="connsiteX9" fmla="*/ 5801 w 53763"/>
                      <a:gd name="connsiteY9" fmla="*/ 6362 h 21609"/>
                      <a:gd name="connsiteX10" fmla="*/ 1989 w 53763"/>
                      <a:gd name="connsiteY10" fmla="*/ 19795 h 21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3763" h="21609">
                        <a:moveTo>
                          <a:pt x="1989" y="19795"/>
                        </a:moveTo>
                        <a:cubicBezTo>
                          <a:pt x="4560" y="21612"/>
                          <a:pt x="5934" y="21701"/>
                          <a:pt x="9658" y="21568"/>
                        </a:cubicBezTo>
                        <a:cubicBezTo>
                          <a:pt x="16973" y="21612"/>
                          <a:pt x="22558" y="21346"/>
                          <a:pt x="30494" y="18731"/>
                        </a:cubicBezTo>
                        <a:cubicBezTo>
                          <a:pt x="33818" y="17711"/>
                          <a:pt x="37188" y="16293"/>
                          <a:pt x="40291" y="14608"/>
                        </a:cubicBezTo>
                        <a:cubicBezTo>
                          <a:pt x="41842" y="13766"/>
                          <a:pt x="43305" y="12835"/>
                          <a:pt x="44680" y="11904"/>
                        </a:cubicBezTo>
                        <a:cubicBezTo>
                          <a:pt x="46098" y="11062"/>
                          <a:pt x="47428" y="10219"/>
                          <a:pt x="48625" y="9288"/>
                        </a:cubicBezTo>
                        <a:cubicBezTo>
                          <a:pt x="52127" y="6584"/>
                          <a:pt x="55142" y="2949"/>
                          <a:pt x="53102" y="688"/>
                        </a:cubicBezTo>
                        <a:cubicBezTo>
                          <a:pt x="51817" y="-686"/>
                          <a:pt x="48625" y="378"/>
                          <a:pt x="45788" y="644"/>
                        </a:cubicBezTo>
                        <a:cubicBezTo>
                          <a:pt x="39005" y="954"/>
                          <a:pt x="33020" y="2683"/>
                          <a:pt x="25839" y="2417"/>
                        </a:cubicBezTo>
                        <a:cubicBezTo>
                          <a:pt x="19721" y="2107"/>
                          <a:pt x="12628" y="1530"/>
                          <a:pt x="5801" y="6362"/>
                        </a:cubicBezTo>
                        <a:cubicBezTo>
                          <a:pt x="-405" y="10485"/>
                          <a:pt x="-1558" y="17445"/>
                          <a:pt x="1989" y="1979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59" name="Forme libre : forme 23058">
                    <a:extLst>
                      <a:ext uri="{FF2B5EF4-FFF2-40B4-BE49-F238E27FC236}">
                        <a16:creationId xmlns:a16="http://schemas.microsoft.com/office/drawing/2014/main" id="{7D34C8C4-09F1-41F1-AA65-CEDBDC030776}"/>
                      </a:ext>
                    </a:extLst>
                  </p:cNvPr>
                  <p:cNvSpPr/>
                  <p:nvPr/>
                </p:nvSpPr>
                <p:spPr>
                  <a:xfrm>
                    <a:off x="4294297" y="1264872"/>
                    <a:ext cx="15137" cy="12531"/>
                  </a:xfrm>
                  <a:custGeom>
                    <a:avLst/>
                    <a:gdLst>
                      <a:gd name="connsiteX0" fmla="*/ 934 w 15137"/>
                      <a:gd name="connsiteY0" fmla="*/ 10130 h 12531"/>
                      <a:gd name="connsiteX1" fmla="*/ 3 w 15137"/>
                      <a:gd name="connsiteY1" fmla="*/ 12036 h 12531"/>
                      <a:gd name="connsiteX2" fmla="*/ 1777 w 15137"/>
                      <a:gd name="connsiteY2" fmla="*/ 12347 h 12531"/>
                      <a:gd name="connsiteX3" fmla="*/ 4747 w 15137"/>
                      <a:gd name="connsiteY3" fmla="*/ 10706 h 12531"/>
                      <a:gd name="connsiteX4" fmla="*/ 11485 w 15137"/>
                      <a:gd name="connsiteY4" fmla="*/ 5741 h 12531"/>
                      <a:gd name="connsiteX5" fmla="*/ 13835 w 15137"/>
                      <a:gd name="connsiteY5" fmla="*/ 3835 h 12531"/>
                      <a:gd name="connsiteX6" fmla="*/ 10421 w 15137"/>
                      <a:gd name="connsiteY6" fmla="*/ 1131 h 12531"/>
                      <a:gd name="connsiteX7" fmla="*/ 934 w 15137"/>
                      <a:gd name="connsiteY7" fmla="*/ 10130 h 12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137" h="12531">
                        <a:moveTo>
                          <a:pt x="934" y="10130"/>
                        </a:moveTo>
                        <a:cubicBezTo>
                          <a:pt x="358" y="10884"/>
                          <a:pt x="-41" y="11416"/>
                          <a:pt x="3" y="12036"/>
                        </a:cubicBezTo>
                        <a:cubicBezTo>
                          <a:pt x="48" y="12657"/>
                          <a:pt x="846" y="12613"/>
                          <a:pt x="1777" y="12347"/>
                        </a:cubicBezTo>
                        <a:cubicBezTo>
                          <a:pt x="2663" y="12036"/>
                          <a:pt x="3860" y="11327"/>
                          <a:pt x="4747" y="10706"/>
                        </a:cubicBezTo>
                        <a:cubicBezTo>
                          <a:pt x="7008" y="9155"/>
                          <a:pt x="9402" y="7426"/>
                          <a:pt x="11485" y="5741"/>
                        </a:cubicBezTo>
                        <a:cubicBezTo>
                          <a:pt x="12372" y="5121"/>
                          <a:pt x="13214" y="4544"/>
                          <a:pt x="13835" y="3835"/>
                        </a:cubicBezTo>
                        <a:cubicBezTo>
                          <a:pt x="16361" y="865"/>
                          <a:pt x="15209" y="-1485"/>
                          <a:pt x="10421" y="1131"/>
                        </a:cubicBezTo>
                        <a:cubicBezTo>
                          <a:pt x="6697" y="3170"/>
                          <a:pt x="3240" y="7204"/>
                          <a:pt x="934" y="1013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60" name="Forme libre : forme 23059">
                    <a:extLst>
                      <a:ext uri="{FF2B5EF4-FFF2-40B4-BE49-F238E27FC236}">
                        <a16:creationId xmlns:a16="http://schemas.microsoft.com/office/drawing/2014/main" id="{380FEB30-C03F-4E60-981E-7E8991D1613D}"/>
                      </a:ext>
                    </a:extLst>
                  </p:cNvPr>
                  <p:cNvSpPr/>
                  <p:nvPr/>
                </p:nvSpPr>
                <p:spPr>
                  <a:xfrm>
                    <a:off x="4340937" y="1256960"/>
                    <a:ext cx="21367" cy="20879"/>
                  </a:xfrm>
                  <a:custGeom>
                    <a:avLst/>
                    <a:gdLst>
                      <a:gd name="connsiteX0" fmla="*/ 21368 w 21367"/>
                      <a:gd name="connsiteY0" fmla="*/ 0 h 20879"/>
                      <a:gd name="connsiteX1" fmla="*/ 0 w 21367"/>
                      <a:gd name="connsiteY1" fmla="*/ 20880 h 20879"/>
                      <a:gd name="connsiteX2" fmla="*/ 21368 w 21367"/>
                      <a:gd name="connsiteY2" fmla="*/ 0 h 20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367" h="20879">
                        <a:moveTo>
                          <a:pt x="21368" y="0"/>
                        </a:moveTo>
                        <a:cubicBezTo>
                          <a:pt x="19284" y="7625"/>
                          <a:pt x="6916" y="15028"/>
                          <a:pt x="0" y="20880"/>
                        </a:cubicBezTo>
                        <a:cubicBezTo>
                          <a:pt x="7581" y="14629"/>
                          <a:pt x="15826" y="6960"/>
                          <a:pt x="2136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61" name="Forme libre : forme 23060">
                    <a:extLst>
                      <a:ext uri="{FF2B5EF4-FFF2-40B4-BE49-F238E27FC236}">
                        <a16:creationId xmlns:a16="http://schemas.microsoft.com/office/drawing/2014/main" id="{B59755DB-C2F2-4442-A02E-9EA80B5FF588}"/>
                      </a:ext>
                    </a:extLst>
                  </p:cNvPr>
                  <p:cNvSpPr/>
                  <p:nvPr/>
                </p:nvSpPr>
                <p:spPr>
                  <a:xfrm>
                    <a:off x="4276258" y="1260772"/>
                    <a:ext cx="21988" cy="27086"/>
                  </a:xfrm>
                  <a:custGeom>
                    <a:avLst/>
                    <a:gdLst>
                      <a:gd name="connsiteX0" fmla="*/ 21988 w 21988"/>
                      <a:gd name="connsiteY0" fmla="*/ 0 h 27086"/>
                      <a:gd name="connsiteX1" fmla="*/ 8024 w 21988"/>
                      <a:gd name="connsiteY1" fmla="*/ 12590 h 27086"/>
                      <a:gd name="connsiteX2" fmla="*/ 0 w 21988"/>
                      <a:gd name="connsiteY2" fmla="*/ 27086 h 27086"/>
                      <a:gd name="connsiteX3" fmla="*/ 8689 w 21988"/>
                      <a:gd name="connsiteY3" fmla="*/ 12812 h 27086"/>
                      <a:gd name="connsiteX4" fmla="*/ 21988 w 21988"/>
                      <a:gd name="connsiteY4" fmla="*/ 0 h 27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88" h="27086">
                        <a:moveTo>
                          <a:pt x="21988" y="0"/>
                        </a:moveTo>
                        <a:cubicBezTo>
                          <a:pt x="16402" y="3635"/>
                          <a:pt x="11703" y="7980"/>
                          <a:pt x="8024" y="12590"/>
                        </a:cubicBezTo>
                        <a:cubicBezTo>
                          <a:pt x="4477" y="17466"/>
                          <a:pt x="1862" y="22476"/>
                          <a:pt x="0" y="27086"/>
                        </a:cubicBezTo>
                        <a:cubicBezTo>
                          <a:pt x="1552" y="22697"/>
                          <a:pt x="4743" y="17732"/>
                          <a:pt x="8689" y="12812"/>
                        </a:cubicBezTo>
                        <a:cubicBezTo>
                          <a:pt x="12812" y="8201"/>
                          <a:pt x="17644" y="3724"/>
                          <a:pt x="2198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62" name="Forme libre : forme 23061">
                    <a:extLst>
                      <a:ext uri="{FF2B5EF4-FFF2-40B4-BE49-F238E27FC236}">
                        <a16:creationId xmlns:a16="http://schemas.microsoft.com/office/drawing/2014/main" id="{3630386E-1F0B-44F7-95AC-7569B1B1E0DA}"/>
                      </a:ext>
                    </a:extLst>
                  </p:cNvPr>
                  <p:cNvSpPr/>
                  <p:nvPr/>
                </p:nvSpPr>
                <p:spPr>
                  <a:xfrm>
                    <a:off x="4320302" y="1260080"/>
                    <a:ext cx="16046" cy="6198"/>
                  </a:xfrm>
                  <a:custGeom>
                    <a:avLst/>
                    <a:gdLst>
                      <a:gd name="connsiteX0" fmla="*/ 16024 w 16046"/>
                      <a:gd name="connsiteY0" fmla="*/ 958 h 6198"/>
                      <a:gd name="connsiteX1" fmla="*/ 7158 w 16046"/>
                      <a:gd name="connsiteY1" fmla="*/ 5125 h 6198"/>
                      <a:gd name="connsiteX2" fmla="*/ 21 w 16046"/>
                      <a:gd name="connsiteY2" fmla="*/ 5214 h 6198"/>
                      <a:gd name="connsiteX3" fmla="*/ 3567 w 16046"/>
                      <a:gd name="connsiteY3" fmla="*/ 2421 h 6198"/>
                      <a:gd name="connsiteX4" fmla="*/ 8311 w 16046"/>
                      <a:gd name="connsiteY4" fmla="*/ 1047 h 6198"/>
                      <a:gd name="connsiteX5" fmla="*/ 16024 w 16046"/>
                      <a:gd name="connsiteY5" fmla="*/ 958 h 6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46" h="6198">
                        <a:moveTo>
                          <a:pt x="16024" y="958"/>
                        </a:moveTo>
                        <a:cubicBezTo>
                          <a:pt x="15581" y="2865"/>
                          <a:pt x="9153" y="4593"/>
                          <a:pt x="7158" y="5125"/>
                        </a:cubicBezTo>
                        <a:cubicBezTo>
                          <a:pt x="5119" y="5480"/>
                          <a:pt x="-378" y="7298"/>
                          <a:pt x="21" y="5214"/>
                        </a:cubicBezTo>
                        <a:cubicBezTo>
                          <a:pt x="242" y="4194"/>
                          <a:pt x="1794" y="3130"/>
                          <a:pt x="3567" y="2421"/>
                        </a:cubicBezTo>
                        <a:cubicBezTo>
                          <a:pt x="5385" y="1756"/>
                          <a:pt x="7380" y="1269"/>
                          <a:pt x="8311" y="1047"/>
                        </a:cubicBezTo>
                        <a:cubicBezTo>
                          <a:pt x="10261" y="559"/>
                          <a:pt x="16467" y="-992"/>
                          <a:pt x="16024" y="95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63" name="Forme libre : forme 23062">
                    <a:extLst>
                      <a:ext uri="{FF2B5EF4-FFF2-40B4-BE49-F238E27FC236}">
                        <a16:creationId xmlns:a16="http://schemas.microsoft.com/office/drawing/2014/main" id="{41B7E206-5CE1-485D-A554-48D4C8D9039E}"/>
                      </a:ext>
                    </a:extLst>
                  </p:cNvPr>
                  <p:cNvSpPr/>
                  <p:nvPr/>
                </p:nvSpPr>
                <p:spPr>
                  <a:xfrm>
                    <a:off x="4334094" y="1259426"/>
                    <a:ext cx="4551" cy="2192"/>
                  </a:xfrm>
                  <a:custGeom>
                    <a:avLst/>
                    <a:gdLst>
                      <a:gd name="connsiteX0" fmla="*/ 4494 w 4551"/>
                      <a:gd name="connsiteY0" fmla="*/ 238 h 2192"/>
                      <a:gd name="connsiteX1" fmla="*/ 2720 w 4551"/>
                      <a:gd name="connsiteY1" fmla="*/ 1745 h 2192"/>
                      <a:gd name="connsiteX2" fmla="*/ 61 w 4551"/>
                      <a:gd name="connsiteY2" fmla="*/ 1923 h 2192"/>
                      <a:gd name="connsiteX3" fmla="*/ 1745 w 4551"/>
                      <a:gd name="connsiteY3" fmla="*/ 460 h 2192"/>
                      <a:gd name="connsiteX4" fmla="*/ 4494 w 4551"/>
                      <a:gd name="connsiteY4" fmla="*/ 238 h 2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51" h="2192">
                        <a:moveTo>
                          <a:pt x="4494" y="238"/>
                        </a:moveTo>
                        <a:cubicBezTo>
                          <a:pt x="4848" y="770"/>
                          <a:pt x="3474" y="1479"/>
                          <a:pt x="2720" y="1745"/>
                        </a:cubicBezTo>
                        <a:cubicBezTo>
                          <a:pt x="1967" y="2011"/>
                          <a:pt x="460" y="2499"/>
                          <a:pt x="61" y="1923"/>
                        </a:cubicBezTo>
                        <a:cubicBezTo>
                          <a:pt x="-294" y="1391"/>
                          <a:pt x="992" y="726"/>
                          <a:pt x="1745" y="460"/>
                        </a:cubicBezTo>
                        <a:cubicBezTo>
                          <a:pt x="2543" y="194"/>
                          <a:pt x="4095" y="-294"/>
                          <a:pt x="4494" y="23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64" name="Forme libre : forme 23063">
                    <a:extLst>
                      <a:ext uri="{FF2B5EF4-FFF2-40B4-BE49-F238E27FC236}">
                        <a16:creationId xmlns:a16="http://schemas.microsoft.com/office/drawing/2014/main" id="{1EDA50FA-EBA6-4713-97F4-D0BA1FB20EF7}"/>
                      </a:ext>
                    </a:extLst>
                  </p:cNvPr>
                  <p:cNvSpPr/>
                  <p:nvPr/>
                </p:nvSpPr>
                <p:spPr>
                  <a:xfrm>
                    <a:off x="4316294" y="1247798"/>
                    <a:ext cx="43383" cy="10108"/>
                  </a:xfrm>
                  <a:custGeom>
                    <a:avLst/>
                    <a:gdLst>
                      <a:gd name="connsiteX0" fmla="*/ 31248 w 43383"/>
                      <a:gd name="connsiteY0" fmla="*/ 1935 h 10108"/>
                      <a:gd name="connsiteX1" fmla="*/ 42907 w 43383"/>
                      <a:gd name="connsiteY1" fmla="*/ 5748 h 10108"/>
                      <a:gd name="connsiteX2" fmla="*/ 40868 w 43383"/>
                      <a:gd name="connsiteY2" fmla="*/ 9117 h 10108"/>
                      <a:gd name="connsiteX3" fmla="*/ 35726 w 43383"/>
                      <a:gd name="connsiteY3" fmla="*/ 8940 h 10108"/>
                      <a:gd name="connsiteX4" fmla="*/ 28056 w 43383"/>
                      <a:gd name="connsiteY4" fmla="*/ 7698 h 10108"/>
                      <a:gd name="connsiteX5" fmla="*/ 19900 w 43383"/>
                      <a:gd name="connsiteY5" fmla="*/ 7743 h 10108"/>
                      <a:gd name="connsiteX6" fmla="*/ 8063 w 43383"/>
                      <a:gd name="connsiteY6" fmla="*/ 9605 h 10108"/>
                      <a:gd name="connsiteX7" fmla="*/ 84 w 43383"/>
                      <a:gd name="connsiteY7" fmla="*/ 8363 h 10108"/>
                      <a:gd name="connsiteX8" fmla="*/ 3187 w 43383"/>
                      <a:gd name="connsiteY8" fmla="*/ 4994 h 10108"/>
                      <a:gd name="connsiteX9" fmla="*/ 8994 w 43383"/>
                      <a:gd name="connsiteY9" fmla="*/ 2512 h 10108"/>
                      <a:gd name="connsiteX10" fmla="*/ 20343 w 43383"/>
                      <a:gd name="connsiteY10" fmla="*/ 73 h 10108"/>
                      <a:gd name="connsiteX11" fmla="*/ 31248 w 43383"/>
                      <a:gd name="connsiteY11" fmla="*/ 1935 h 10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3383" h="10108">
                        <a:moveTo>
                          <a:pt x="31248" y="1935"/>
                        </a:moveTo>
                        <a:cubicBezTo>
                          <a:pt x="36169" y="2778"/>
                          <a:pt x="39671" y="3443"/>
                          <a:pt x="42907" y="5748"/>
                        </a:cubicBezTo>
                        <a:cubicBezTo>
                          <a:pt x="44104" y="6634"/>
                          <a:pt x="42907" y="8496"/>
                          <a:pt x="40868" y="9117"/>
                        </a:cubicBezTo>
                        <a:cubicBezTo>
                          <a:pt x="38829" y="9738"/>
                          <a:pt x="37322" y="9339"/>
                          <a:pt x="35726" y="8940"/>
                        </a:cubicBezTo>
                        <a:cubicBezTo>
                          <a:pt x="33243" y="8319"/>
                          <a:pt x="30672" y="7964"/>
                          <a:pt x="28056" y="7698"/>
                        </a:cubicBezTo>
                        <a:cubicBezTo>
                          <a:pt x="25397" y="7432"/>
                          <a:pt x="22737" y="7654"/>
                          <a:pt x="19900" y="7743"/>
                        </a:cubicBezTo>
                        <a:cubicBezTo>
                          <a:pt x="18126" y="7831"/>
                          <a:pt x="12762" y="8984"/>
                          <a:pt x="8063" y="9605"/>
                        </a:cubicBezTo>
                        <a:cubicBezTo>
                          <a:pt x="3275" y="10137"/>
                          <a:pt x="-626" y="10802"/>
                          <a:pt x="84" y="8363"/>
                        </a:cubicBezTo>
                        <a:cubicBezTo>
                          <a:pt x="483" y="7211"/>
                          <a:pt x="1591" y="6014"/>
                          <a:pt x="3187" y="4994"/>
                        </a:cubicBezTo>
                        <a:cubicBezTo>
                          <a:pt x="4783" y="4063"/>
                          <a:pt x="6866" y="3221"/>
                          <a:pt x="8994" y="2512"/>
                        </a:cubicBezTo>
                        <a:cubicBezTo>
                          <a:pt x="13294" y="1093"/>
                          <a:pt x="17949" y="251"/>
                          <a:pt x="20343" y="73"/>
                        </a:cubicBezTo>
                        <a:cubicBezTo>
                          <a:pt x="25131" y="-370"/>
                          <a:pt x="27524" y="1315"/>
                          <a:pt x="31248" y="193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64" name="Graphique 2">
                  <a:extLst>
                    <a:ext uri="{FF2B5EF4-FFF2-40B4-BE49-F238E27FC236}">
                      <a16:creationId xmlns:a16="http://schemas.microsoft.com/office/drawing/2014/main" id="{A195E1EC-36D7-4479-AF95-8FD9DFC2364C}"/>
                    </a:ext>
                  </a:extLst>
                </p:cNvPr>
                <p:cNvGrpSpPr/>
                <p:nvPr/>
              </p:nvGrpSpPr>
              <p:grpSpPr>
                <a:xfrm>
                  <a:off x="4363870" y="1229361"/>
                  <a:ext cx="96257" cy="36623"/>
                  <a:chOff x="4363870" y="1229361"/>
                  <a:chExt cx="96257" cy="36623"/>
                </a:xfrm>
                <a:solidFill>
                  <a:schemeClr val="accent1"/>
                </a:solidFill>
              </p:grpSpPr>
              <p:sp>
                <p:nvSpPr>
                  <p:cNvPr id="23041" name="Forme libre : forme 23040">
                    <a:extLst>
                      <a:ext uri="{FF2B5EF4-FFF2-40B4-BE49-F238E27FC236}">
                        <a16:creationId xmlns:a16="http://schemas.microsoft.com/office/drawing/2014/main" id="{0DE36169-D51F-4AFC-A117-9EB1509CC6FA}"/>
                      </a:ext>
                    </a:extLst>
                  </p:cNvPr>
                  <p:cNvSpPr/>
                  <p:nvPr/>
                </p:nvSpPr>
                <p:spPr>
                  <a:xfrm>
                    <a:off x="4363870" y="1229361"/>
                    <a:ext cx="96257" cy="36623"/>
                  </a:xfrm>
                  <a:custGeom>
                    <a:avLst/>
                    <a:gdLst>
                      <a:gd name="connsiteX0" fmla="*/ 64044 w 96257"/>
                      <a:gd name="connsiteY0" fmla="*/ 35622 h 36623"/>
                      <a:gd name="connsiteX1" fmla="*/ 49326 w 96257"/>
                      <a:gd name="connsiteY1" fmla="*/ 35844 h 36623"/>
                      <a:gd name="connsiteX2" fmla="*/ 41081 w 96257"/>
                      <a:gd name="connsiteY2" fmla="*/ 36066 h 36623"/>
                      <a:gd name="connsiteX3" fmla="*/ 34254 w 96257"/>
                      <a:gd name="connsiteY3" fmla="*/ 36553 h 36623"/>
                      <a:gd name="connsiteX4" fmla="*/ 24811 w 96257"/>
                      <a:gd name="connsiteY4" fmla="*/ 36243 h 36623"/>
                      <a:gd name="connsiteX5" fmla="*/ 16876 w 96257"/>
                      <a:gd name="connsiteY5" fmla="*/ 34869 h 36623"/>
                      <a:gd name="connsiteX6" fmla="*/ 3045 w 96257"/>
                      <a:gd name="connsiteY6" fmla="*/ 28042 h 36623"/>
                      <a:gd name="connsiteX7" fmla="*/ 1316 w 96257"/>
                      <a:gd name="connsiteY7" fmla="*/ 18156 h 36623"/>
                      <a:gd name="connsiteX8" fmla="*/ 13418 w 96257"/>
                      <a:gd name="connsiteY8" fmla="*/ 7738 h 36623"/>
                      <a:gd name="connsiteX9" fmla="*/ 21442 w 96257"/>
                      <a:gd name="connsiteY9" fmla="*/ 3837 h 36623"/>
                      <a:gd name="connsiteX10" fmla="*/ 31594 w 96257"/>
                      <a:gd name="connsiteY10" fmla="*/ 1532 h 36623"/>
                      <a:gd name="connsiteX11" fmla="*/ 38908 w 96257"/>
                      <a:gd name="connsiteY11" fmla="*/ 556 h 36623"/>
                      <a:gd name="connsiteX12" fmla="*/ 47863 w 96257"/>
                      <a:gd name="connsiteY12" fmla="*/ 157 h 36623"/>
                      <a:gd name="connsiteX13" fmla="*/ 64487 w 96257"/>
                      <a:gd name="connsiteY13" fmla="*/ 556 h 36623"/>
                      <a:gd name="connsiteX14" fmla="*/ 94677 w 96257"/>
                      <a:gd name="connsiteY14" fmla="*/ 17136 h 36623"/>
                      <a:gd name="connsiteX15" fmla="*/ 93923 w 96257"/>
                      <a:gd name="connsiteY15" fmla="*/ 26889 h 36623"/>
                      <a:gd name="connsiteX16" fmla="*/ 80757 w 96257"/>
                      <a:gd name="connsiteY16" fmla="*/ 33228 h 36623"/>
                      <a:gd name="connsiteX17" fmla="*/ 73043 w 96257"/>
                      <a:gd name="connsiteY17" fmla="*/ 35002 h 36623"/>
                      <a:gd name="connsiteX18" fmla="*/ 64044 w 96257"/>
                      <a:gd name="connsiteY18" fmla="*/ 35622 h 36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6257" h="36623">
                        <a:moveTo>
                          <a:pt x="64044" y="35622"/>
                        </a:moveTo>
                        <a:cubicBezTo>
                          <a:pt x="60498" y="35844"/>
                          <a:pt x="55001" y="35401"/>
                          <a:pt x="49326" y="35844"/>
                        </a:cubicBezTo>
                        <a:cubicBezTo>
                          <a:pt x="46489" y="35933"/>
                          <a:pt x="43652" y="35977"/>
                          <a:pt x="41081" y="36066"/>
                        </a:cubicBezTo>
                        <a:cubicBezTo>
                          <a:pt x="38465" y="36287"/>
                          <a:pt x="36116" y="36465"/>
                          <a:pt x="34254" y="36553"/>
                        </a:cubicBezTo>
                        <a:cubicBezTo>
                          <a:pt x="30752" y="36775"/>
                          <a:pt x="27648" y="36420"/>
                          <a:pt x="24811" y="36243"/>
                        </a:cubicBezTo>
                        <a:cubicBezTo>
                          <a:pt x="21930" y="36066"/>
                          <a:pt x="19358" y="35578"/>
                          <a:pt x="16876" y="34869"/>
                        </a:cubicBezTo>
                        <a:cubicBezTo>
                          <a:pt x="11955" y="33450"/>
                          <a:pt x="7655" y="31012"/>
                          <a:pt x="3045" y="28042"/>
                        </a:cubicBezTo>
                        <a:cubicBezTo>
                          <a:pt x="-103" y="26135"/>
                          <a:pt x="-1034" y="21037"/>
                          <a:pt x="1316" y="18156"/>
                        </a:cubicBezTo>
                        <a:cubicBezTo>
                          <a:pt x="4729" y="14077"/>
                          <a:pt x="8586" y="10620"/>
                          <a:pt x="13418" y="7738"/>
                        </a:cubicBezTo>
                        <a:cubicBezTo>
                          <a:pt x="15812" y="6275"/>
                          <a:pt x="18472" y="4990"/>
                          <a:pt x="21442" y="3837"/>
                        </a:cubicBezTo>
                        <a:cubicBezTo>
                          <a:pt x="24457" y="2817"/>
                          <a:pt x="27826" y="2108"/>
                          <a:pt x="31594" y="1532"/>
                        </a:cubicBezTo>
                        <a:cubicBezTo>
                          <a:pt x="33589" y="1221"/>
                          <a:pt x="36116" y="867"/>
                          <a:pt x="38908" y="556"/>
                        </a:cubicBezTo>
                        <a:cubicBezTo>
                          <a:pt x="41746" y="423"/>
                          <a:pt x="44804" y="290"/>
                          <a:pt x="47863" y="157"/>
                        </a:cubicBezTo>
                        <a:cubicBezTo>
                          <a:pt x="54025" y="-241"/>
                          <a:pt x="60276" y="202"/>
                          <a:pt x="64487" y="556"/>
                        </a:cubicBezTo>
                        <a:cubicBezTo>
                          <a:pt x="80314" y="1931"/>
                          <a:pt x="88204" y="8713"/>
                          <a:pt x="94677" y="17136"/>
                        </a:cubicBezTo>
                        <a:cubicBezTo>
                          <a:pt x="96938" y="20018"/>
                          <a:pt x="96849" y="24894"/>
                          <a:pt x="93923" y="26889"/>
                        </a:cubicBezTo>
                        <a:cubicBezTo>
                          <a:pt x="89712" y="29771"/>
                          <a:pt x="85500" y="31943"/>
                          <a:pt x="80757" y="33228"/>
                        </a:cubicBezTo>
                        <a:cubicBezTo>
                          <a:pt x="78363" y="34026"/>
                          <a:pt x="75792" y="34647"/>
                          <a:pt x="73043" y="35002"/>
                        </a:cubicBezTo>
                        <a:cubicBezTo>
                          <a:pt x="70295" y="35356"/>
                          <a:pt x="67369" y="35356"/>
                          <a:pt x="64044" y="3562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42" name="Forme libre : forme 23041">
                    <a:extLst>
                      <a:ext uri="{FF2B5EF4-FFF2-40B4-BE49-F238E27FC236}">
                        <a16:creationId xmlns:a16="http://schemas.microsoft.com/office/drawing/2014/main" id="{43ECA2AF-69EA-4064-9E82-DDAB76E6DAA3}"/>
                      </a:ext>
                    </a:extLst>
                  </p:cNvPr>
                  <p:cNvSpPr/>
                  <p:nvPr/>
                </p:nvSpPr>
                <p:spPr>
                  <a:xfrm>
                    <a:off x="4364211" y="1251582"/>
                    <a:ext cx="93759" cy="14348"/>
                  </a:xfrm>
                  <a:custGeom>
                    <a:avLst/>
                    <a:gdLst>
                      <a:gd name="connsiteX0" fmla="*/ 37504 w 93759"/>
                      <a:gd name="connsiteY0" fmla="*/ 1299 h 14348"/>
                      <a:gd name="connsiteX1" fmla="*/ 0 w 93759"/>
                      <a:gd name="connsiteY1" fmla="*/ 2186 h 14348"/>
                      <a:gd name="connsiteX2" fmla="*/ 2660 w 93759"/>
                      <a:gd name="connsiteY2" fmla="*/ 5777 h 14348"/>
                      <a:gd name="connsiteX3" fmla="*/ 7359 w 93759"/>
                      <a:gd name="connsiteY3" fmla="*/ 8658 h 14348"/>
                      <a:gd name="connsiteX4" fmla="*/ 21900 w 93759"/>
                      <a:gd name="connsiteY4" fmla="*/ 13756 h 14348"/>
                      <a:gd name="connsiteX5" fmla="*/ 33913 w 93759"/>
                      <a:gd name="connsiteY5" fmla="*/ 14288 h 14348"/>
                      <a:gd name="connsiteX6" fmla="*/ 38745 w 93759"/>
                      <a:gd name="connsiteY6" fmla="*/ 13978 h 14348"/>
                      <a:gd name="connsiteX7" fmla="*/ 61531 w 93759"/>
                      <a:gd name="connsiteY7" fmla="*/ 13402 h 14348"/>
                      <a:gd name="connsiteX8" fmla="*/ 63704 w 93759"/>
                      <a:gd name="connsiteY8" fmla="*/ 13357 h 14348"/>
                      <a:gd name="connsiteX9" fmla="*/ 76072 w 93759"/>
                      <a:gd name="connsiteY9" fmla="*/ 12160 h 14348"/>
                      <a:gd name="connsiteX10" fmla="*/ 89593 w 93759"/>
                      <a:gd name="connsiteY10" fmla="*/ 7151 h 14348"/>
                      <a:gd name="connsiteX11" fmla="*/ 93627 w 93759"/>
                      <a:gd name="connsiteY11" fmla="*/ 4669 h 14348"/>
                      <a:gd name="connsiteX12" fmla="*/ 93760 w 93759"/>
                      <a:gd name="connsiteY12" fmla="*/ 4536 h 14348"/>
                      <a:gd name="connsiteX13" fmla="*/ 37504 w 93759"/>
                      <a:gd name="connsiteY13" fmla="*/ 1299 h 14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3759" h="14348">
                        <a:moveTo>
                          <a:pt x="37504" y="1299"/>
                        </a:moveTo>
                        <a:cubicBezTo>
                          <a:pt x="24692" y="2984"/>
                          <a:pt x="11171" y="5422"/>
                          <a:pt x="0" y="2186"/>
                        </a:cubicBezTo>
                        <a:cubicBezTo>
                          <a:pt x="488" y="3693"/>
                          <a:pt x="1330" y="4890"/>
                          <a:pt x="2660" y="5777"/>
                        </a:cubicBezTo>
                        <a:cubicBezTo>
                          <a:pt x="4256" y="6796"/>
                          <a:pt x="5807" y="7772"/>
                          <a:pt x="7359" y="8658"/>
                        </a:cubicBezTo>
                        <a:cubicBezTo>
                          <a:pt x="11881" y="11141"/>
                          <a:pt x="16447" y="13003"/>
                          <a:pt x="21900" y="13756"/>
                        </a:cubicBezTo>
                        <a:cubicBezTo>
                          <a:pt x="25446" y="14067"/>
                          <a:pt x="29347" y="14510"/>
                          <a:pt x="33913" y="14288"/>
                        </a:cubicBezTo>
                        <a:cubicBezTo>
                          <a:pt x="35287" y="14200"/>
                          <a:pt x="36928" y="14067"/>
                          <a:pt x="38745" y="13978"/>
                        </a:cubicBezTo>
                        <a:cubicBezTo>
                          <a:pt x="45838" y="13668"/>
                          <a:pt x="55458" y="13180"/>
                          <a:pt x="61531" y="13402"/>
                        </a:cubicBezTo>
                        <a:cubicBezTo>
                          <a:pt x="62329" y="13402"/>
                          <a:pt x="63083" y="13357"/>
                          <a:pt x="63704" y="13357"/>
                        </a:cubicBezTo>
                        <a:cubicBezTo>
                          <a:pt x="68403" y="13003"/>
                          <a:pt x="72348" y="13091"/>
                          <a:pt x="76072" y="12160"/>
                        </a:cubicBezTo>
                        <a:cubicBezTo>
                          <a:pt x="81126" y="10830"/>
                          <a:pt x="85381" y="9456"/>
                          <a:pt x="89593" y="7151"/>
                        </a:cubicBezTo>
                        <a:cubicBezTo>
                          <a:pt x="90923" y="6397"/>
                          <a:pt x="92297" y="5555"/>
                          <a:pt x="93627" y="4669"/>
                        </a:cubicBezTo>
                        <a:lnTo>
                          <a:pt x="93760" y="4536"/>
                        </a:lnTo>
                        <a:cubicBezTo>
                          <a:pt x="75496" y="58"/>
                          <a:pt x="55813" y="-1272"/>
                          <a:pt x="37504" y="129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43" name="Forme libre : forme 23042">
                    <a:extLst>
                      <a:ext uri="{FF2B5EF4-FFF2-40B4-BE49-F238E27FC236}">
                        <a16:creationId xmlns:a16="http://schemas.microsoft.com/office/drawing/2014/main" id="{B60C1A09-2734-4239-90F2-FC18F5DBE5D8}"/>
                      </a:ext>
                    </a:extLst>
                  </p:cNvPr>
                  <p:cNvSpPr/>
                  <p:nvPr/>
                </p:nvSpPr>
                <p:spPr>
                  <a:xfrm>
                    <a:off x="4397259" y="1242197"/>
                    <a:ext cx="44583" cy="11577"/>
                  </a:xfrm>
                  <a:custGeom>
                    <a:avLst/>
                    <a:gdLst>
                      <a:gd name="connsiteX0" fmla="*/ 44576 w 44583"/>
                      <a:gd name="connsiteY0" fmla="*/ 7270 h 11577"/>
                      <a:gd name="connsiteX1" fmla="*/ 34956 w 44583"/>
                      <a:gd name="connsiteY1" fmla="*/ 10861 h 11577"/>
                      <a:gd name="connsiteX2" fmla="*/ 21435 w 44583"/>
                      <a:gd name="connsiteY2" fmla="*/ 11526 h 11577"/>
                      <a:gd name="connsiteX3" fmla="*/ 8889 w 44583"/>
                      <a:gd name="connsiteY3" fmla="*/ 10817 h 11577"/>
                      <a:gd name="connsiteX4" fmla="*/ 23 w 44583"/>
                      <a:gd name="connsiteY4" fmla="*/ 6561 h 11577"/>
                      <a:gd name="connsiteX5" fmla="*/ 8224 w 44583"/>
                      <a:gd name="connsiteY5" fmla="*/ 1153 h 11577"/>
                      <a:gd name="connsiteX6" fmla="*/ 21302 w 44583"/>
                      <a:gd name="connsiteY6" fmla="*/ 0 h 11577"/>
                      <a:gd name="connsiteX7" fmla="*/ 35310 w 44583"/>
                      <a:gd name="connsiteY7" fmla="*/ 1685 h 11577"/>
                      <a:gd name="connsiteX8" fmla="*/ 44576 w 44583"/>
                      <a:gd name="connsiteY8" fmla="*/ 7270 h 11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583" h="11577">
                        <a:moveTo>
                          <a:pt x="44576" y="7270"/>
                        </a:moveTo>
                        <a:cubicBezTo>
                          <a:pt x="44354" y="9620"/>
                          <a:pt x="39921" y="10551"/>
                          <a:pt x="34956" y="10861"/>
                        </a:cubicBezTo>
                        <a:cubicBezTo>
                          <a:pt x="29946" y="11570"/>
                          <a:pt x="24272" y="11615"/>
                          <a:pt x="21435" y="11526"/>
                        </a:cubicBezTo>
                        <a:cubicBezTo>
                          <a:pt x="18553" y="11659"/>
                          <a:pt x="13411" y="11570"/>
                          <a:pt x="8889" y="10817"/>
                        </a:cubicBezTo>
                        <a:cubicBezTo>
                          <a:pt x="4367" y="10063"/>
                          <a:pt x="378" y="9177"/>
                          <a:pt x="23" y="6561"/>
                        </a:cubicBezTo>
                        <a:cubicBezTo>
                          <a:pt x="-332" y="4079"/>
                          <a:pt x="3481" y="2084"/>
                          <a:pt x="8224" y="1153"/>
                        </a:cubicBezTo>
                        <a:cubicBezTo>
                          <a:pt x="12923" y="266"/>
                          <a:pt x="18465" y="44"/>
                          <a:pt x="21302" y="0"/>
                        </a:cubicBezTo>
                        <a:cubicBezTo>
                          <a:pt x="24139" y="177"/>
                          <a:pt x="30124" y="665"/>
                          <a:pt x="35310" y="1685"/>
                        </a:cubicBezTo>
                        <a:cubicBezTo>
                          <a:pt x="40453" y="2970"/>
                          <a:pt x="44797" y="4965"/>
                          <a:pt x="44576" y="727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44" name="Forme libre : forme 23043">
                    <a:extLst>
                      <a:ext uri="{FF2B5EF4-FFF2-40B4-BE49-F238E27FC236}">
                        <a16:creationId xmlns:a16="http://schemas.microsoft.com/office/drawing/2014/main" id="{1E124355-42FD-4B36-8EB2-43F6F66F8C3F}"/>
                      </a:ext>
                    </a:extLst>
                  </p:cNvPr>
                  <p:cNvSpPr/>
                  <p:nvPr/>
                </p:nvSpPr>
                <p:spPr>
                  <a:xfrm>
                    <a:off x="4396934" y="1243306"/>
                    <a:ext cx="31290" cy="10450"/>
                  </a:xfrm>
                  <a:custGeom>
                    <a:avLst/>
                    <a:gdLst>
                      <a:gd name="connsiteX0" fmla="*/ 9435 w 31290"/>
                      <a:gd name="connsiteY0" fmla="*/ 0 h 10450"/>
                      <a:gd name="connsiteX1" fmla="*/ 170 w 31290"/>
                      <a:gd name="connsiteY1" fmla="*/ 5453 h 10450"/>
                      <a:gd name="connsiteX2" fmla="*/ 9258 w 31290"/>
                      <a:gd name="connsiteY2" fmla="*/ 9664 h 10450"/>
                      <a:gd name="connsiteX3" fmla="*/ 22069 w 31290"/>
                      <a:gd name="connsiteY3" fmla="*/ 10418 h 10450"/>
                      <a:gd name="connsiteX4" fmla="*/ 31290 w 31290"/>
                      <a:gd name="connsiteY4" fmla="*/ 9974 h 10450"/>
                      <a:gd name="connsiteX5" fmla="*/ 26370 w 31290"/>
                      <a:gd name="connsiteY5" fmla="*/ 9487 h 10450"/>
                      <a:gd name="connsiteX6" fmla="*/ 15553 w 31290"/>
                      <a:gd name="connsiteY6" fmla="*/ 6118 h 10450"/>
                      <a:gd name="connsiteX7" fmla="*/ 9435 w 31290"/>
                      <a:gd name="connsiteY7" fmla="*/ 0 h 10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290" h="10450">
                        <a:moveTo>
                          <a:pt x="9435" y="0"/>
                        </a:moveTo>
                        <a:cubicBezTo>
                          <a:pt x="6598" y="798"/>
                          <a:pt x="-1249" y="2483"/>
                          <a:pt x="170" y="5453"/>
                        </a:cubicBezTo>
                        <a:cubicBezTo>
                          <a:pt x="1278" y="7980"/>
                          <a:pt x="4958" y="8911"/>
                          <a:pt x="9258" y="9664"/>
                        </a:cubicBezTo>
                        <a:cubicBezTo>
                          <a:pt x="13558" y="10462"/>
                          <a:pt x="18434" y="10506"/>
                          <a:pt x="22069" y="10418"/>
                        </a:cubicBezTo>
                        <a:cubicBezTo>
                          <a:pt x="24153" y="10506"/>
                          <a:pt x="28896" y="10329"/>
                          <a:pt x="31290" y="9974"/>
                        </a:cubicBezTo>
                        <a:cubicBezTo>
                          <a:pt x="29916" y="9886"/>
                          <a:pt x="27611" y="9797"/>
                          <a:pt x="26370" y="9487"/>
                        </a:cubicBezTo>
                        <a:cubicBezTo>
                          <a:pt x="22779" y="8423"/>
                          <a:pt x="18745" y="7536"/>
                          <a:pt x="15553" y="6118"/>
                        </a:cubicBezTo>
                        <a:cubicBezTo>
                          <a:pt x="12272" y="4743"/>
                          <a:pt x="9834" y="2793"/>
                          <a:pt x="9435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45" name="Forme libre : forme 23044">
                    <a:extLst>
                      <a:ext uri="{FF2B5EF4-FFF2-40B4-BE49-F238E27FC236}">
                        <a16:creationId xmlns:a16="http://schemas.microsoft.com/office/drawing/2014/main" id="{3300862E-9116-4FE9-8829-77461A878919}"/>
                      </a:ext>
                    </a:extLst>
                  </p:cNvPr>
                  <p:cNvSpPr/>
                  <p:nvPr/>
                </p:nvSpPr>
                <p:spPr>
                  <a:xfrm>
                    <a:off x="4399712" y="1243588"/>
                    <a:ext cx="44529" cy="11657"/>
                  </a:xfrm>
                  <a:custGeom>
                    <a:avLst/>
                    <a:gdLst>
                      <a:gd name="connsiteX0" fmla="*/ 44383 w 44529"/>
                      <a:gd name="connsiteY0" fmla="*/ 7342 h 11657"/>
                      <a:gd name="connsiteX1" fmla="*/ 34231 w 44529"/>
                      <a:gd name="connsiteY1" fmla="*/ 10933 h 11657"/>
                      <a:gd name="connsiteX2" fmla="*/ 21020 w 44529"/>
                      <a:gd name="connsiteY2" fmla="*/ 11642 h 11657"/>
                      <a:gd name="connsiteX3" fmla="*/ 52 w 44529"/>
                      <a:gd name="connsiteY3" fmla="*/ 6234 h 11657"/>
                      <a:gd name="connsiteX4" fmla="*/ 21153 w 44529"/>
                      <a:gd name="connsiteY4" fmla="*/ 28 h 11657"/>
                      <a:gd name="connsiteX5" fmla="*/ 35561 w 44529"/>
                      <a:gd name="connsiteY5" fmla="*/ 1757 h 11657"/>
                      <a:gd name="connsiteX6" fmla="*/ 44383 w 44529"/>
                      <a:gd name="connsiteY6" fmla="*/ 7342 h 11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529" h="11657">
                        <a:moveTo>
                          <a:pt x="44383" y="7342"/>
                        </a:moveTo>
                        <a:cubicBezTo>
                          <a:pt x="43363" y="9603"/>
                          <a:pt x="39019" y="10579"/>
                          <a:pt x="34231" y="10933"/>
                        </a:cubicBezTo>
                        <a:cubicBezTo>
                          <a:pt x="29443" y="11421"/>
                          <a:pt x="24079" y="11731"/>
                          <a:pt x="21020" y="11642"/>
                        </a:cubicBezTo>
                        <a:cubicBezTo>
                          <a:pt x="14947" y="11731"/>
                          <a:pt x="1116" y="11110"/>
                          <a:pt x="52" y="6234"/>
                        </a:cubicBezTo>
                        <a:cubicBezTo>
                          <a:pt x="-1056" y="826"/>
                          <a:pt x="15922" y="-194"/>
                          <a:pt x="21153" y="28"/>
                        </a:cubicBezTo>
                        <a:cubicBezTo>
                          <a:pt x="23769" y="205"/>
                          <a:pt x="30153" y="427"/>
                          <a:pt x="35561" y="1757"/>
                        </a:cubicBezTo>
                        <a:cubicBezTo>
                          <a:pt x="40969" y="3175"/>
                          <a:pt x="45402" y="5082"/>
                          <a:pt x="44383" y="734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46" name="Forme libre : forme 23045">
                    <a:extLst>
                      <a:ext uri="{FF2B5EF4-FFF2-40B4-BE49-F238E27FC236}">
                        <a16:creationId xmlns:a16="http://schemas.microsoft.com/office/drawing/2014/main" id="{E4357B01-DF35-457D-993B-15379B20C18B}"/>
                      </a:ext>
                    </a:extLst>
                  </p:cNvPr>
                  <p:cNvSpPr/>
                  <p:nvPr/>
                </p:nvSpPr>
                <p:spPr>
                  <a:xfrm>
                    <a:off x="4376157" y="1240380"/>
                    <a:ext cx="55113" cy="21715"/>
                  </a:xfrm>
                  <a:custGeom>
                    <a:avLst/>
                    <a:gdLst>
                      <a:gd name="connsiteX0" fmla="*/ 688 w 55113"/>
                      <a:gd name="connsiteY0" fmla="*/ 11703 h 21715"/>
                      <a:gd name="connsiteX1" fmla="*/ 7116 w 55113"/>
                      <a:gd name="connsiteY1" fmla="*/ 16314 h 21715"/>
                      <a:gd name="connsiteX2" fmla="*/ 27375 w 55113"/>
                      <a:gd name="connsiteY2" fmla="*/ 21456 h 21715"/>
                      <a:gd name="connsiteX3" fmla="*/ 37837 w 55113"/>
                      <a:gd name="connsiteY3" fmla="*/ 21500 h 21715"/>
                      <a:gd name="connsiteX4" fmla="*/ 47457 w 55113"/>
                      <a:gd name="connsiteY4" fmla="*/ 19993 h 21715"/>
                      <a:gd name="connsiteX5" fmla="*/ 54993 w 55113"/>
                      <a:gd name="connsiteY5" fmla="*/ 13831 h 21715"/>
                      <a:gd name="connsiteX6" fmla="*/ 48388 w 55113"/>
                      <a:gd name="connsiteY6" fmla="*/ 10905 h 21715"/>
                      <a:gd name="connsiteX7" fmla="*/ 29415 w 55113"/>
                      <a:gd name="connsiteY7" fmla="*/ 4566 h 21715"/>
                      <a:gd name="connsiteX8" fmla="*/ 9377 w 55113"/>
                      <a:gd name="connsiteY8" fmla="*/ 487 h 21715"/>
                      <a:gd name="connsiteX9" fmla="*/ 688 w 55113"/>
                      <a:gd name="connsiteY9" fmla="*/ 11703 h 21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5113" h="21715">
                        <a:moveTo>
                          <a:pt x="688" y="11703"/>
                        </a:moveTo>
                        <a:cubicBezTo>
                          <a:pt x="2373" y="14363"/>
                          <a:pt x="3614" y="15072"/>
                          <a:pt x="7116" y="16314"/>
                        </a:cubicBezTo>
                        <a:cubicBezTo>
                          <a:pt x="13810" y="18486"/>
                          <a:pt x="19130" y="21190"/>
                          <a:pt x="27375" y="21456"/>
                        </a:cubicBezTo>
                        <a:cubicBezTo>
                          <a:pt x="30789" y="21722"/>
                          <a:pt x="34380" y="21855"/>
                          <a:pt x="37837" y="21500"/>
                        </a:cubicBezTo>
                        <a:cubicBezTo>
                          <a:pt x="41295" y="21057"/>
                          <a:pt x="44620" y="20658"/>
                          <a:pt x="47457" y="19993"/>
                        </a:cubicBezTo>
                        <a:cubicBezTo>
                          <a:pt x="51713" y="18885"/>
                          <a:pt x="55880" y="16713"/>
                          <a:pt x="54993" y="13831"/>
                        </a:cubicBezTo>
                        <a:cubicBezTo>
                          <a:pt x="54417" y="12058"/>
                          <a:pt x="51048" y="11792"/>
                          <a:pt x="48388" y="10905"/>
                        </a:cubicBezTo>
                        <a:cubicBezTo>
                          <a:pt x="42093" y="8556"/>
                          <a:pt x="35887" y="7625"/>
                          <a:pt x="29415" y="4566"/>
                        </a:cubicBezTo>
                        <a:cubicBezTo>
                          <a:pt x="23918" y="2172"/>
                          <a:pt x="17534" y="-1286"/>
                          <a:pt x="9377" y="487"/>
                        </a:cubicBezTo>
                        <a:cubicBezTo>
                          <a:pt x="2195" y="2527"/>
                          <a:pt x="-1661" y="7979"/>
                          <a:pt x="688" y="1170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47" name="Forme libre : forme 23046">
                    <a:extLst>
                      <a:ext uri="{FF2B5EF4-FFF2-40B4-BE49-F238E27FC236}">
                        <a16:creationId xmlns:a16="http://schemas.microsoft.com/office/drawing/2014/main" id="{539CD021-0F7A-4119-9637-4639F4ED3A99}"/>
                      </a:ext>
                    </a:extLst>
                  </p:cNvPr>
                  <p:cNvSpPr/>
                  <p:nvPr/>
                </p:nvSpPr>
                <p:spPr>
                  <a:xfrm>
                    <a:off x="4386793" y="1238911"/>
                    <a:ext cx="18294" cy="7077"/>
                  </a:xfrm>
                  <a:custGeom>
                    <a:avLst/>
                    <a:gdLst>
                      <a:gd name="connsiteX0" fmla="*/ 1578 w 18294"/>
                      <a:gd name="connsiteY0" fmla="*/ 4705 h 7077"/>
                      <a:gd name="connsiteX1" fmla="*/ 26 w 18294"/>
                      <a:gd name="connsiteY1" fmla="*/ 6123 h 7077"/>
                      <a:gd name="connsiteX2" fmla="*/ 1533 w 18294"/>
                      <a:gd name="connsiteY2" fmla="*/ 7054 h 7077"/>
                      <a:gd name="connsiteX3" fmla="*/ 4902 w 18294"/>
                      <a:gd name="connsiteY3" fmla="*/ 6744 h 7077"/>
                      <a:gd name="connsiteX4" fmla="*/ 13059 w 18294"/>
                      <a:gd name="connsiteY4" fmla="*/ 4882 h 7077"/>
                      <a:gd name="connsiteX5" fmla="*/ 15941 w 18294"/>
                      <a:gd name="connsiteY5" fmla="*/ 3862 h 7077"/>
                      <a:gd name="connsiteX6" fmla="*/ 13857 w 18294"/>
                      <a:gd name="connsiteY6" fmla="*/ 138 h 7077"/>
                      <a:gd name="connsiteX7" fmla="*/ 1578 w 18294"/>
                      <a:gd name="connsiteY7" fmla="*/ 4705 h 7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294" h="7077">
                        <a:moveTo>
                          <a:pt x="1578" y="4705"/>
                        </a:moveTo>
                        <a:cubicBezTo>
                          <a:pt x="780" y="5148"/>
                          <a:pt x="203" y="5503"/>
                          <a:pt x="26" y="6123"/>
                        </a:cubicBezTo>
                        <a:cubicBezTo>
                          <a:pt x="-151" y="6744"/>
                          <a:pt x="602" y="6921"/>
                          <a:pt x="1533" y="7054"/>
                        </a:cubicBezTo>
                        <a:cubicBezTo>
                          <a:pt x="2464" y="7143"/>
                          <a:pt x="3838" y="6966"/>
                          <a:pt x="4902" y="6744"/>
                        </a:cubicBezTo>
                        <a:cubicBezTo>
                          <a:pt x="7607" y="6256"/>
                          <a:pt x="10488" y="5635"/>
                          <a:pt x="13059" y="4882"/>
                        </a:cubicBezTo>
                        <a:cubicBezTo>
                          <a:pt x="14123" y="4572"/>
                          <a:pt x="15143" y="4306"/>
                          <a:pt x="15941" y="3862"/>
                        </a:cubicBezTo>
                        <a:cubicBezTo>
                          <a:pt x="19443" y="2178"/>
                          <a:pt x="19266" y="-659"/>
                          <a:pt x="13857" y="138"/>
                        </a:cubicBezTo>
                        <a:cubicBezTo>
                          <a:pt x="9646" y="803"/>
                          <a:pt x="4858" y="2887"/>
                          <a:pt x="1578" y="470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48" name="Forme libre : forme 23047">
                    <a:extLst>
                      <a:ext uri="{FF2B5EF4-FFF2-40B4-BE49-F238E27FC236}">
                        <a16:creationId xmlns:a16="http://schemas.microsoft.com/office/drawing/2014/main" id="{6B9276D3-2F1D-49F3-B878-F7CE156F5D7D}"/>
                      </a:ext>
                    </a:extLst>
                  </p:cNvPr>
                  <p:cNvSpPr/>
                  <p:nvPr/>
                </p:nvSpPr>
                <p:spPr>
                  <a:xfrm>
                    <a:off x="4428978" y="1254699"/>
                    <a:ext cx="27839" cy="9486"/>
                  </a:xfrm>
                  <a:custGeom>
                    <a:avLst/>
                    <a:gdLst>
                      <a:gd name="connsiteX0" fmla="*/ 27840 w 27839"/>
                      <a:gd name="connsiteY0" fmla="*/ 0 h 9486"/>
                      <a:gd name="connsiteX1" fmla="*/ 15117 w 27839"/>
                      <a:gd name="connsiteY1" fmla="*/ 5896 h 9486"/>
                      <a:gd name="connsiteX2" fmla="*/ 0 w 27839"/>
                      <a:gd name="connsiteY2" fmla="*/ 9487 h 9486"/>
                      <a:gd name="connsiteX3" fmla="*/ 14363 w 27839"/>
                      <a:gd name="connsiteY3" fmla="*/ 5142 h 9486"/>
                      <a:gd name="connsiteX4" fmla="*/ 27840 w 27839"/>
                      <a:gd name="connsiteY4" fmla="*/ 0 h 9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39" h="9486">
                        <a:moveTo>
                          <a:pt x="27840" y="0"/>
                        </a:moveTo>
                        <a:cubicBezTo>
                          <a:pt x="25224" y="2881"/>
                          <a:pt x="20304" y="4566"/>
                          <a:pt x="15117" y="5896"/>
                        </a:cubicBezTo>
                        <a:cubicBezTo>
                          <a:pt x="9841" y="7625"/>
                          <a:pt x="4300" y="8334"/>
                          <a:pt x="0" y="9487"/>
                        </a:cubicBezTo>
                        <a:cubicBezTo>
                          <a:pt x="4655" y="8246"/>
                          <a:pt x="9531" y="7049"/>
                          <a:pt x="14363" y="5142"/>
                        </a:cubicBezTo>
                        <a:cubicBezTo>
                          <a:pt x="19195" y="3413"/>
                          <a:pt x="23850" y="1818"/>
                          <a:pt x="2784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49" name="Forme libre : forme 23048">
                    <a:extLst>
                      <a:ext uri="{FF2B5EF4-FFF2-40B4-BE49-F238E27FC236}">
                        <a16:creationId xmlns:a16="http://schemas.microsoft.com/office/drawing/2014/main" id="{BBC08A75-2608-4363-84A6-D4405559592F}"/>
                      </a:ext>
                    </a:extLst>
                  </p:cNvPr>
                  <p:cNvSpPr/>
                  <p:nvPr/>
                </p:nvSpPr>
                <p:spPr>
                  <a:xfrm>
                    <a:off x="4366028" y="1231824"/>
                    <a:ext cx="30721" cy="16446"/>
                  </a:xfrm>
                  <a:custGeom>
                    <a:avLst/>
                    <a:gdLst>
                      <a:gd name="connsiteX0" fmla="*/ 30721 w 30721"/>
                      <a:gd name="connsiteY0" fmla="*/ 0 h 16446"/>
                      <a:gd name="connsiteX1" fmla="*/ 21279 w 30721"/>
                      <a:gd name="connsiteY1" fmla="*/ 2350 h 16446"/>
                      <a:gd name="connsiteX2" fmla="*/ 12989 w 30721"/>
                      <a:gd name="connsiteY2" fmla="*/ 6428 h 16446"/>
                      <a:gd name="connsiteX3" fmla="*/ 0 w 30721"/>
                      <a:gd name="connsiteY3" fmla="*/ 16447 h 16446"/>
                      <a:gd name="connsiteX4" fmla="*/ 30721 w 30721"/>
                      <a:gd name="connsiteY4" fmla="*/ 0 h 16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21" h="16446">
                        <a:moveTo>
                          <a:pt x="30721" y="0"/>
                        </a:moveTo>
                        <a:cubicBezTo>
                          <a:pt x="27441" y="532"/>
                          <a:pt x="24249" y="1330"/>
                          <a:pt x="21279" y="2350"/>
                        </a:cubicBezTo>
                        <a:cubicBezTo>
                          <a:pt x="18309" y="3369"/>
                          <a:pt x="15604" y="4921"/>
                          <a:pt x="12989" y="6428"/>
                        </a:cubicBezTo>
                        <a:cubicBezTo>
                          <a:pt x="7847" y="9487"/>
                          <a:pt x="3502" y="12989"/>
                          <a:pt x="0" y="16447"/>
                        </a:cubicBezTo>
                        <a:cubicBezTo>
                          <a:pt x="6206" y="9841"/>
                          <a:pt x="19550" y="2926"/>
                          <a:pt x="3072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50" name="Forme libre : forme 23049">
                    <a:extLst>
                      <a:ext uri="{FF2B5EF4-FFF2-40B4-BE49-F238E27FC236}">
                        <a16:creationId xmlns:a16="http://schemas.microsoft.com/office/drawing/2014/main" id="{F92F145B-FCC6-46E8-9CC7-81121DB89B87}"/>
                      </a:ext>
                    </a:extLst>
                  </p:cNvPr>
                  <p:cNvSpPr/>
                  <p:nvPr/>
                </p:nvSpPr>
                <p:spPr>
                  <a:xfrm>
                    <a:off x="4415218" y="1243398"/>
                    <a:ext cx="16702" cy="4436"/>
                  </a:xfrm>
                  <a:custGeom>
                    <a:avLst/>
                    <a:gdLst>
                      <a:gd name="connsiteX0" fmla="*/ 16553 w 16702"/>
                      <a:gd name="connsiteY0" fmla="*/ 3543 h 4436"/>
                      <a:gd name="connsiteX1" fmla="*/ 6756 w 16702"/>
                      <a:gd name="connsiteY1" fmla="*/ 3897 h 4436"/>
                      <a:gd name="connsiteX2" fmla="*/ 151 w 16702"/>
                      <a:gd name="connsiteY2" fmla="*/ 1105 h 4436"/>
                      <a:gd name="connsiteX3" fmla="*/ 9505 w 16702"/>
                      <a:gd name="connsiteY3" fmla="*/ 617 h 4436"/>
                      <a:gd name="connsiteX4" fmla="*/ 16553 w 16702"/>
                      <a:gd name="connsiteY4" fmla="*/ 3543 h 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02" h="4436">
                        <a:moveTo>
                          <a:pt x="16553" y="3543"/>
                        </a:moveTo>
                        <a:cubicBezTo>
                          <a:pt x="15356" y="5139"/>
                          <a:pt x="8795" y="4163"/>
                          <a:pt x="6756" y="3897"/>
                        </a:cubicBezTo>
                        <a:cubicBezTo>
                          <a:pt x="4761" y="3454"/>
                          <a:pt x="-1002" y="2833"/>
                          <a:pt x="151" y="1105"/>
                        </a:cubicBezTo>
                        <a:cubicBezTo>
                          <a:pt x="1348" y="-802"/>
                          <a:pt x="7554" y="262"/>
                          <a:pt x="9505" y="617"/>
                        </a:cubicBezTo>
                        <a:cubicBezTo>
                          <a:pt x="11411" y="927"/>
                          <a:pt x="17750" y="1947"/>
                          <a:pt x="16553" y="354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51" name="Forme libre : forme 23050">
                    <a:extLst>
                      <a:ext uri="{FF2B5EF4-FFF2-40B4-BE49-F238E27FC236}">
                        <a16:creationId xmlns:a16="http://schemas.microsoft.com/office/drawing/2014/main" id="{6C34B1F9-B054-4027-8224-8C380F6F6104}"/>
                      </a:ext>
                    </a:extLst>
                  </p:cNvPr>
                  <p:cNvSpPr/>
                  <p:nvPr/>
                </p:nvSpPr>
                <p:spPr>
                  <a:xfrm>
                    <a:off x="4429679" y="1245776"/>
                    <a:ext cx="4711" cy="1523"/>
                  </a:xfrm>
                  <a:custGeom>
                    <a:avLst/>
                    <a:gdLst>
                      <a:gd name="connsiteX0" fmla="*/ 4707 w 4711"/>
                      <a:gd name="connsiteY0" fmla="*/ 943 h 1523"/>
                      <a:gd name="connsiteX1" fmla="*/ 2491 w 4711"/>
                      <a:gd name="connsiteY1" fmla="*/ 1520 h 1523"/>
                      <a:gd name="connsiteX2" fmla="*/ 8 w 4711"/>
                      <a:gd name="connsiteY2" fmla="*/ 677 h 1523"/>
                      <a:gd name="connsiteX3" fmla="*/ 2180 w 4711"/>
                      <a:gd name="connsiteY3" fmla="*/ 12 h 1523"/>
                      <a:gd name="connsiteX4" fmla="*/ 4707 w 4711"/>
                      <a:gd name="connsiteY4" fmla="*/ 943 h 1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11" h="1523">
                        <a:moveTo>
                          <a:pt x="4707" y="943"/>
                        </a:moveTo>
                        <a:cubicBezTo>
                          <a:pt x="4796" y="1608"/>
                          <a:pt x="3289" y="1520"/>
                          <a:pt x="2491" y="1520"/>
                        </a:cubicBezTo>
                        <a:cubicBezTo>
                          <a:pt x="1693" y="1475"/>
                          <a:pt x="97" y="1298"/>
                          <a:pt x="8" y="677"/>
                        </a:cubicBezTo>
                        <a:cubicBezTo>
                          <a:pt x="-125" y="12"/>
                          <a:pt x="1383" y="-32"/>
                          <a:pt x="2180" y="12"/>
                        </a:cubicBezTo>
                        <a:cubicBezTo>
                          <a:pt x="2934" y="-32"/>
                          <a:pt x="4574" y="234"/>
                          <a:pt x="4707" y="94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52" name="Forme libre : forme 23051">
                    <a:extLst>
                      <a:ext uri="{FF2B5EF4-FFF2-40B4-BE49-F238E27FC236}">
                        <a16:creationId xmlns:a16="http://schemas.microsoft.com/office/drawing/2014/main" id="{868765DF-3C17-4A23-915F-E8B3B6A7BE60}"/>
                      </a:ext>
                    </a:extLst>
                  </p:cNvPr>
                  <p:cNvSpPr/>
                  <p:nvPr/>
                </p:nvSpPr>
                <p:spPr>
                  <a:xfrm>
                    <a:off x="4414943" y="1232533"/>
                    <a:ext cx="40857" cy="19854"/>
                  </a:xfrm>
                  <a:custGeom>
                    <a:avLst/>
                    <a:gdLst>
                      <a:gd name="connsiteX0" fmla="*/ 31901 w 40857"/>
                      <a:gd name="connsiteY0" fmla="*/ 8999 h 19854"/>
                      <a:gd name="connsiteX1" fmla="*/ 40723 w 40857"/>
                      <a:gd name="connsiteY1" fmla="*/ 17732 h 19854"/>
                      <a:gd name="connsiteX2" fmla="*/ 37398 w 40857"/>
                      <a:gd name="connsiteY2" fmla="*/ 19772 h 19854"/>
                      <a:gd name="connsiteX3" fmla="*/ 32876 w 40857"/>
                      <a:gd name="connsiteY3" fmla="*/ 17245 h 19854"/>
                      <a:gd name="connsiteX4" fmla="*/ 18956 w 40857"/>
                      <a:gd name="connsiteY4" fmla="*/ 9354 h 19854"/>
                      <a:gd name="connsiteX5" fmla="*/ 7253 w 40857"/>
                      <a:gd name="connsiteY5" fmla="*/ 6339 h 19854"/>
                      <a:gd name="connsiteX6" fmla="*/ 382 w 40857"/>
                      <a:gd name="connsiteY6" fmla="*/ 1995 h 19854"/>
                      <a:gd name="connsiteX7" fmla="*/ 11065 w 40857"/>
                      <a:gd name="connsiteY7" fmla="*/ 177 h 19854"/>
                      <a:gd name="connsiteX8" fmla="*/ 22636 w 40857"/>
                      <a:gd name="connsiteY8" fmla="*/ 2704 h 19854"/>
                      <a:gd name="connsiteX9" fmla="*/ 31901 w 40857"/>
                      <a:gd name="connsiteY9" fmla="*/ 8999 h 19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0857" h="19854">
                        <a:moveTo>
                          <a:pt x="31901" y="8999"/>
                        </a:moveTo>
                        <a:cubicBezTo>
                          <a:pt x="36024" y="11836"/>
                          <a:pt x="38861" y="14186"/>
                          <a:pt x="40723" y="17732"/>
                        </a:cubicBezTo>
                        <a:cubicBezTo>
                          <a:pt x="41388" y="19062"/>
                          <a:pt x="39481" y="20171"/>
                          <a:pt x="37398" y="19772"/>
                        </a:cubicBezTo>
                        <a:cubicBezTo>
                          <a:pt x="35314" y="19417"/>
                          <a:pt x="34162" y="18309"/>
                          <a:pt x="32876" y="17245"/>
                        </a:cubicBezTo>
                        <a:cubicBezTo>
                          <a:pt x="28931" y="14053"/>
                          <a:pt x="24276" y="11836"/>
                          <a:pt x="18956" y="9354"/>
                        </a:cubicBezTo>
                        <a:cubicBezTo>
                          <a:pt x="17272" y="8689"/>
                          <a:pt x="11908" y="7669"/>
                          <a:pt x="7253" y="6339"/>
                        </a:cubicBezTo>
                        <a:cubicBezTo>
                          <a:pt x="2642" y="4877"/>
                          <a:pt x="-1259" y="3901"/>
                          <a:pt x="382" y="1995"/>
                        </a:cubicBezTo>
                        <a:cubicBezTo>
                          <a:pt x="2022" y="44"/>
                          <a:pt x="6455" y="-266"/>
                          <a:pt x="11065" y="177"/>
                        </a:cubicBezTo>
                        <a:cubicBezTo>
                          <a:pt x="15676" y="576"/>
                          <a:pt x="20330" y="1596"/>
                          <a:pt x="22636" y="2704"/>
                        </a:cubicBezTo>
                        <a:cubicBezTo>
                          <a:pt x="27246" y="4699"/>
                          <a:pt x="28753" y="6960"/>
                          <a:pt x="31901" y="899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65" name="Graphique 2">
                  <a:extLst>
                    <a:ext uri="{FF2B5EF4-FFF2-40B4-BE49-F238E27FC236}">
                      <a16:creationId xmlns:a16="http://schemas.microsoft.com/office/drawing/2014/main" id="{47D48582-8855-4900-AAA3-DAF11DDC6619}"/>
                    </a:ext>
                  </a:extLst>
                </p:cNvPr>
                <p:cNvGrpSpPr/>
                <p:nvPr/>
              </p:nvGrpSpPr>
              <p:grpSpPr>
                <a:xfrm>
                  <a:off x="4459890" y="1244352"/>
                  <a:ext cx="85087" cy="58193"/>
                  <a:chOff x="4459890" y="1244352"/>
                  <a:chExt cx="85087" cy="58193"/>
                </a:xfrm>
                <a:solidFill>
                  <a:schemeClr val="accent1"/>
                </a:solidFill>
              </p:grpSpPr>
              <p:sp>
                <p:nvSpPr>
                  <p:cNvPr id="23029" name="Forme libre : forme 23028">
                    <a:extLst>
                      <a:ext uri="{FF2B5EF4-FFF2-40B4-BE49-F238E27FC236}">
                        <a16:creationId xmlns:a16="http://schemas.microsoft.com/office/drawing/2014/main" id="{5C442CEB-80E2-4F9F-80B0-DDC521CB7109}"/>
                      </a:ext>
                    </a:extLst>
                  </p:cNvPr>
                  <p:cNvSpPr/>
                  <p:nvPr/>
                </p:nvSpPr>
                <p:spPr>
                  <a:xfrm>
                    <a:off x="4459890" y="1244352"/>
                    <a:ext cx="85087" cy="58193"/>
                  </a:xfrm>
                  <a:custGeom>
                    <a:avLst/>
                    <a:gdLst>
                      <a:gd name="connsiteX0" fmla="*/ 49062 w 85087"/>
                      <a:gd name="connsiteY0" fmla="*/ 50245 h 58193"/>
                      <a:gd name="connsiteX1" fmla="*/ 23128 w 85087"/>
                      <a:gd name="connsiteY1" fmla="*/ 35527 h 58193"/>
                      <a:gd name="connsiteX2" fmla="*/ 9474 w 85087"/>
                      <a:gd name="connsiteY2" fmla="*/ 25287 h 58193"/>
                      <a:gd name="connsiteX3" fmla="*/ 785 w 85087"/>
                      <a:gd name="connsiteY3" fmla="*/ 12963 h 58193"/>
                      <a:gd name="connsiteX4" fmla="*/ 3888 w 85087"/>
                      <a:gd name="connsiteY4" fmla="*/ 3432 h 58193"/>
                      <a:gd name="connsiteX5" fmla="*/ 38954 w 85087"/>
                      <a:gd name="connsiteY5" fmla="*/ 4185 h 58193"/>
                      <a:gd name="connsiteX6" fmla="*/ 67548 w 85087"/>
                      <a:gd name="connsiteY6" fmla="*/ 20543 h 58193"/>
                      <a:gd name="connsiteX7" fmla="*/ 80359 w 85087"/>
                      <a:gd name="connsiteY7" fmla="*/ 34641 h 58193"/>
                      <a:gd name="connsiteX8" fmla="*/ 85014 w 85087"/>
                      <a:gd name="connsiteY8" fmla="*/ 49624 h 58193"/>
                      <a:gd name="connsiteX9" fmla="*/ 79694 w 85087"/>
                      <a:gd name="connsiteY9" fmla="*/ 57959 h 58193"/>
                      <a:gd name="connsiteX10" fmla="*/ 49062 w 85087"/>
                      <a:gd name="connsiteY10" fmla="*/ 50245 h 58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5087" h="58193">
                        <a:moveTo>
                          <a:pt x="49062" y="50245"/>
                        </a:moveTo>
                        <a:cubicBezTo>
                          <a:pt x="42855" y="46699"/>
                          <a:pt x="29733" y="38586"/>
                          <a:pt x="23128" y="35527"/>
                        </a:cubicBezTo>
                        <a:cubicBezTo>
                          <a:pt x="17232" y="31981"/>
                          <a:pt x="12799" y="29188"/>
                          <a:pt x="9474" y="25287"/>
                        </a:cubicBezTo>
                        <a:cubicBezTo>
                          <a:pt x="6016" y="21696"/>
                          <a:pt x="3401" y="17751"/>
                          <a:pt x="785" y="12963"/>
                        </a:cubicBezTo>
                        <a:cubicBezTo>
                          <a:pt x="-1032" y="9682"/>
                          <a:pt x="430" y="4850"/>
                          <a:pt x="3888" y="3432"/>
                        </a:cubicBezTo>
                        <a:cubicBezTo>
                          <a:pt x="13863" y="-691"/>
                          <a:pt x="24724" y="-1844"/>
                          <a:pt x="38954" y="4185"/>
                        </a:cubicBezTo>
                        <a:cubicBezTo>
                          <a:pt x="46756" y="7022"/>
                          <a:pt x="60854" y="15578"/>
                          <a:pt x="67548" y="20543"/>
                        </a:cubicBezTo>
                        <a:cubicBezTo>
                          <a:pt x="73843" y="25154"/>
                          <a:pt x="77744" y="29942"/>
                          <a:pt x="80359" y="34641"/>
                        </a:cubicBezTo>
                        <a:cubicBezTo>
                          <a:pt x="82842" y="39517"/>
                          <a:pt x="84127" y="44393"/>
                          <a:pt x="85014" y="49624"/>
                        </a:cubicBezTo>
                        <a:cubicBezTo>
                          <a:pt x="85546" y="53304"/>
                          <a:pt x="83152" y="57648"/>
                          <a:pt x="79694" y="57959"/>
                        </a:cubicBezTo>
                        <a:cubicBezTo>
                          <a:pt x="69675" y="58890"/>
                          <a:pt x="60543" y="57205"/>
                          <a:pt x="49062" y="5024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30" name="Forme libre : forme 23029">
                    <a:extLst>
                      <a:ext uri="{FF2B5EF4-FFF2-40B4-BE49-F238E27FC236}">
                        <a16:creationId xmlns:a16="http://schemas.microsoft.com/office/drawing/2014/main" id="{3D4D2569-5AD6-4012-BB02-8B1530B2BDA7}"/>
                      </a:ext>
                    </a:extLst>
                  </p:cNvPr>
                  <p:cNvSpPr/>
                  <p:nvPr/>
                </p:nvSpPr>
                <p:spPr>
                  <a:xfrm>
                    <a:off x="4459893" y="1252748"/>
                    <a:ext cx="79912" cy="49694"/>
                  </a:xfrm>
                  <a:custGeom>
                    <a:avLst/>
                    <a:gdLst>
                      <a:gd name="connsiteX0" fmla="*/ 32921 w 79912"/>
                      <a:gd name="connsiteY0" fmla="*/ 17865 h 49694"/>
                      <a:gd name="connsiteX1" fmla="*/ 116 w 79912"/>
                      <a:gd name="connsiteY1" fmla="*/ 0 h 49694"/>
                      <a:gd name="connsiteX2" fmla="*/ 781 w 79912"/>
                      <a:gd name="connsiteY2" fmla="*/ 4477 h 49694"/>
                      <a:gd name="connsiteX3" fmla="*/ 3530 w 79912"/>
                      <a:gd name="connsiteY3" fmla="*/ 9132 h 49694"/>
                      <a:gd name="connsiteX4" fmla="*/ 7963 w 79912"/>
                      <a:gd name="connsiteY4" fmla="*/ 15073 h 49694"/>
                      <a:gd name="connsiteX5" fmla="*/ 13371 w 79912"/>
                      <a:gd name="connsiteY5" fmla="*/ 20570 h 49694"/>
                      <a:gd name="connsiteX6" fmla="*/ 17804 w 79912"/>
                      <a:gd name="connsiteY6" fmla="*/ 23761 h 49694"/>
                      <a:gd name="connsiteX7" fmla="*/ 23124 w 79912"/>
                      <a:gd name="connsiteY7" fmla="*/ 27086 h 49694"/>
                      <a:gd name="connsiteX8" fmla="*/ 27336 w 79912"/>
                      <a:gd name="connsiteY8" fmla="*/ 29303 h 49694"/>
                      <a:gd name="connsiteX9" fmla="*/ 37576 w 79912"/>
                      <a:gd name="connsiteY9" fmla="*/ 34977 h 49694"/>
                      <a:gd name="connsiteX10" fmla="*/ 47107 w 79912"/>
                      <a:gd name="connsiteY10" fmla="*/ 40696 h 49694"/>
                      <a:gd name="connsiteX11" fmla="*/ 49058 w 79912"/>
                      <a:gd name="connsiteY11" fmla="*/ 41804 h 49694"/>
                      <a:gd name="connsiteX12" fmla="*/ 60539 w 79912"/>
                      <a:gd name="connsiteY12" fmla="*/ 47257 h 49694"/>
                      <a:gd name="connsiteX13" fmla="*/ 75036 w 79912"/>
                      <a:gd name="connsiteY13" fmla="*/ 49695 h 49694"/>
                      <a:gd name="connsiteX14" fmla="*/ 79735 w 79912"/>
                      <a:gd name="connsiteY14" fmla="*/ 49473 h 49694"/>
                      <a:gd name="connsiteX15" fmla="*/ 79912 w 79912"/>
                      <a:gd name="connsiteY15" fmla="*/ 49429 h 49694"/>
                      <a:gd name="connsiteX16" fmla="*/ 32921 w 79912"/>
                      <a:gd name="connsiteY16" fmla="*/ 17865 h 49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9912" h="49694">
                        <a:moveTo>
                          <a:pt x="32921" y="17865"/>
                        </a:moveTo>
                        <a:cubicBezTo>
                          <a:pt x="21174" y="12546"/>
                          <a:pt x="8539" y="7935"/>
                          <a:pt x="116" y="0"/>
                        </a:cubicBezTo>
                        <a:cubicBezTo>
                          <a:pt x="-150" y="1507"/>
                          <a:pt x="28" y="3147"/>
                          <a:pt x="781" y="4477"/>
                        </a:cubicBezTo>
                        <a:cubicBezTo>
                          <a:pt x="1712" y="6118"/>
                          <a:pt x="2599" y="7669"/>
                          <a:pt x="3530" y="9132"/>
                        </a:cubicBezTo>
                        <a:cubicBezTo>
                          <a:pt x="4904" y="11260"/>
                          <a:pt x="6323" y="13211"/>
                          <a:pt x="7963" y="15073"/>
                        </a:cubicBezTo>
                        <a:cubicBezTo>
                          <a:pt x="9603" y="16934"/>
                          <a:pt x="11288" y="18885"/>
                          <a:pt x="13371" y="20570"/>
                        </a:cubicBezTo>
                        <a:cubicBezTo>
                          <a:pt x="14701" y="21678"/>
                          <a:pt x="16164" y="22742"/>
                          <a:pt x="17804" y="23761"/>
                        </a:cubicBezTo>
                        <a:cubicBezTo>
                          <a:pt x="19445" y="24825"/>
                          <a:pt x="21129" y="26022"/>
                          <a:pt x="23124" y="27086"/>
                        </a:cubicBezTo>
                        <a:cubicBezTo>
                          <a:pt x="24321" y="27751"/>
                          <a:pt x="25740" y="28505"/>
                          <a:pt x="27336" y="29303"/>
                        </a:cubicBezTo>
                        <a:cubicBezTo>
                          <a:pt x="30439" y="30899"/>
                          <a:pt x="33985" y="33115"/>
                          <a:pt x="37576" y="34977"/>
                        </a:cubicBezTo>
                        <a:cubicBezTo>
                          <a:pt x="41122" y="36928"/>
                          <a:pt x="44403" y="39189"/>
                          <a:pt x="47107" y="40696"/>
                        </a:cubicBezTo>
                        <a:cubicBezTo>
                          <a:pt x="47816" y="41095"/>
                          <a:pt x="48481" y="41449"/>
                          <a:pt x="49058" y="41804"/>
                        </a:cubicBezTo>
                        <a:cubicBezTo>
                          <a:pt x="53136" y="44287"/>
                          <a:pt x="56860" y="46104"/>
                          <a:pt x="60539" y="47257"/>
                        </a:cubicBezTo>
                        <a:cubicBezTo>
                          <a:pt x="65505" y="48986"/>
                          <a:pt x="70204" y="49651"/>
                          <a:pt x="75036" y="49695"/>
                        </a:cubicBezTo>
                        <a:cubicBezTo>
                          <a:pt x="76632" y="49651"/>
                          <a:pt x="78183" y="49606"/>
                          <a:pt x="79735" y="49473"/>
                        </a:cubicBezTo>
                        <a:lnTo>
                          <a:pt x="79912" y="49429"/>
                        </a:lnTo>
                        <a:cubicBezTo>
                          <a:pt x="65815" y="36883"/>
                          <a:pt x="49900" y="25091"/>
                          <a:pt x="32921" y="1786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31" name="Forme libre : forme 23030">
                    <a:extLst>
                      <a:ext uri="{FF2B5EF4-FFF2-40B4-BE49-F238E27FC236}">
                        <a16:creationId xmlns:a16="http://schemas.microsoft.com/office/drawing/2014/main" id="{137A3BF4-958E-420E-A851-3CEC7E5E8E6A}"/>
                      </a:ext>
                    </a:extLst>
                  </p:cNvPr>
                  <p:cNvSpPr/>
                  <p:nvPr/>
                </p:nvSpPr>
                <p:spPr>
                  <a:xfrm>
                    <a:off x="4490922" y="1263133"/>
                    <a:ext cx="38377" cy="26249"/>
                  </a:xfrm>
                  <a:custGeom>
                    <a:avLst/>
                    <a:gdLst>
                      <a:gd name="connsiteX0" fmla="*/ 38022 w 38377"/>
                      <a:gd name="connsiteY0" fmla="*/ 25346 h 26249"/>
                      <a:gd name="connsiteX1" fmla="*/ 27782 w 38377"/>
                      <a:gd name="connsiteY1" fmla="*/ 23662 h 26249"/>
                      <a:gd name="connsiteX2" fmla="*/ 15812 w 38377"/>
                      <a:gd name="connsiteY2" fmla="*/ 17145 h 26249"/>
                      <a:gd name="connsiteX3" fmla="*/ 5528 w 38377"/>
                      <a:gd name="connsiteY3" fmla="*/ 9919 h 26249"/>
                      <a:gd name="connsiteX4" fmla="*/ 208 w 38377"/>
                      <a:gd name="connsiteY4" fmla="*/ 1674 h 26249"/>
                      <a:gd name="connsiteX5" fmla="*/ 10005 w 38377"/>
                      <a:gd name="connsiteY5" fmla="*/ 1319 h 26249"/>
                      <a:gd name="connsiteX6" fmla="*/ 21709 w 38377"/>
                      <a:gd name="connsiteY6" fmla="*/ 7259 h 26249"/>
                      <a:gd name="connsiteX7" fmla="*/ 32747 w 38377"/>
                      <a:gd name="connsiteY7" fmla="*/ 15904 h 26249"/>
                      <a:gd name="connsiteX8" fmla="*/ 38022 w 38377"/>
                      <a:gd name="connsiteY8" fmla="*/ 25346 h 26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377" h="26249">
                        <a:moveTo>
                          <a:pt x="38022" y="25346"/>
                        </a:moveTo>
                        <a:cubicBezTo>
                          <a:pt x="36648" y="27253"/>
                          <a:pt x="32304" y="25878"/>
                          <a:pt x="27782" y="23662"/>
                        </a:cubicBezTo>
                        <a:cubicBezTo>
                          <a:pt x="23260" y="21401"/>
                          <a:pt x="18206" y="18785"/>
                          <a:pt x="15812" y="17145"/>
                        </a:cubicBezTo>
                        <a:cubicBezTo>
                          <a:pt x="13419" y="15549"/>
                          <a:pt x="8986" y="12978"/>
                          <a:pt x="5528" y="9919"/>
                        </a:cubicBezTo>
                        <a:cubicBezTo>
                          <a:pt x="2070" y="6905"/>
                          <a:pt x="-812" y="4068"/>
                          <a:pt x="208" y="1674"/>
                        </a:cubicBezTo>
                        <a:cubicBezTo>
                          <a:pt x="1183" y="-632"/>
                          <a:pt x="5528" y="-366"/>
                          <a:pt x="10005" y="1319"/>
                        </a:cubicBezTo>
                        <a:cubicBezTo>
                          <a:pt x="14483" y="3048"/>
                          <a:pt x="19403" y="5575"/>
                          <a:pt x="21709" y="7259"/>
                        </a:cubicBezTo>
                        <a:cubicBezTo>
                          <a:pt x="24014" y="8900"/>
                          <a:pt x="28979" y="12224"/>
                          <a:pt x="32747" y="15904"/>
                        </a:cubicBezTo>
                        <a:cubicBezTo>
                          <a:pt x="36604" y="19628"/>
                          <a:pt x="39397" y="23396"/>
                          <a:pt x="38022" y="2534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32" name="Forme libre : forme 23031">
                    <a:extLst>
                      <a:ext uri="{FF2B5EF4-FFF2-40B4-BE49-F238E27FC236}">
                        <a16:creationId xmlns:a16="http://schemas.microsoft.com/office/drawing/2014/main" id="{D535A668-A3E5-492F-89D2-1FE96CCD2DC5}"/>
                      </a:ext>
                    </a:extLst>
                  </p:cNvPr>
                  <p:cNvSpPr/>
                  <p:nvPr/>
                </p:nvSpPr>
                <p:spPr>
                  <a:xfrm>
                    <a:off x="4490965" y="1263101"/>
                    <a:ext cx="24236" cy="21698"/>
                  </a:xfrm>
                  <a:custGeom>
                    <a:avLst/>
                    <a:gdLst>
                      <a:gd name="connsiteX0" fmla="*/ 10804 w 24236"/>
                      <a:gd name="connsiteY0" fmla="*/ 1794 h 21698"/>
                      <a:gd name="connsiteX1" fmla="*/ 32 w 24236"/>
                      <a:gd name="connsiteY1" fmla="*/ 1617 h 21698"/>
                      <a:gd name="connsiteX2" fmla="*/ 5573 w 24236"/>
                      <a:gd name="connsiteY2" fmla="*/ 9951 h 21698"/>
                      <a:gd name="connsiteX3" fmla="*/ 16035 w 24236"/>
                      <a:gd name="connsiteY3" fmla="*/ 17354 h 21698"/>
                      <a:gd name="connsiteX4" fmla="*/ 24237 w 24236"/>
                      <a:gd name="connsiteY4" fmla="*/ 21699 h 21698"/>
                      <a:gd name="connsiteX5" fmla="*/ 20247 w 24236"/>
                      <a:gd name="connsiteY5" fmla="*/ 18729 h 21698"/>
                      <a:gd name="connsiteX6" fmla="*/ 10804 w 24236"/>
                      <a:gd name="connsiteY6" fmla="*/ 1794 h 2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236" h="21698">
                        <a:moveTo>
                          <a:pt x="10804" y="1794"/>
                        </a:moveTo>
                        <a:cubicBezTo>
                          <a:pt x="7967" y="996"/>
                          <a:pt x="386" y="-1708"/>
                          <a:pt x="32" y="1617"/>
                        </a:cubicBezTo>
                        <a:cubicBezTo>
                          <a:pt x="-323" y="4366"/>
                          <a:pt x="2337" y="7025"/>
                          <a:pt x="5573" y="9951"/>
                        </a:cubicBezTo>
                        <a:cubicBezTo>
                          <a:pt x="8809" y="12877"/>
                          <a:pt x="13021" y="15315"/>
                          <a:pt x="16035" y="17354"/>
                        </a:cubicBezTo>
                        <a:cubicBezTo>
                          <a:pt x="17809" y="18507"/>
                          <a:pt x="21976" y="20768"/>
                          <a:pt x="24237" y="21699"/>
                        </a:cubicBezTo>
                        <a:cubicBezTo>
                          <a:pt x="23084" y="20901"/>
                          <a:pt x="21178" y="19660"/>
                          <a:pt x="20247" y="18729"/>
                        </a:cubicBezTo>
                        <a:cubicBezTo>
                          <a:pt x="15104" y="13187"/>
                          <a:pt x="8543" y="7070"/>
                          <a:pt x="10804" y="179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33" name="Forme libre : forme 23032">
                    <a:extLst>
                      <a:ext uri="{FF2B5EF4-FFF2-40B4-BE49-F238E27FC236}">
                        <a16:creationId xmlns:a16="http://schemas.microsoft.com/office/drawing/2014/main" id="{9AA96014-BEA9-4748-A37D-B046087177BB}"/>
                      </a:ext>
                    </a:extLst>
                  </p:cNvPr>
                  <p:cNvSpPr/>
                  <p:nvPr/>
                </p:nvSpPr>
                <p:spPr>
                  <a:xfrm>
                    <a:off x="4492567" y="1265212"/>
                    <a:ext cx="38255" cy="26245"/>
                  </a:xfrm>
                  <a:custGeom>
                    <a:avLst/>
                    <a:gdLst>
                      <a:gd name="connsiteX0" fmla="*/ 37574 w 38255"/>
                      <a:gd name="connsiteY0" fmla="*/ 25661 h 26245"/>
                      <a:gd name="connsiteX1" fmla="*/ 15187 w 38255"/>
                      <a:gd name="connsiteY1" fmla="*/ 17371 h 26245"/>
                      <a:gd name="connsiteX2" fmla="*/ 159 w 38255"/>
                      <a:gd name="connsiteY2" fmla="*/ 1722 h 26245"/>
                      <a:gd name="connsiteX3" fmla="*/ 21349 w 38255"/>
                      <a:gd name="connsiteY3" fmla="*/ 7529 h 26245"/>
                      <a:gd name="connsiteX4" fmla="*/ 37574 w 38255"/>
                      <a:gd name="connsiteY4" fmla="*/ 25661 h 26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255" h="26245">
                        <a:moveTo>
                          <a:pt x="37574" y="25661"/>
                        </a:moveTo>
                        <a:cubicBezTo>
                          <a:pt x="33584" y="28498"/>
                          <a:pt x="20595" y="20252"/>
                          <a:pt x="15187" y="17371"/>
                        </a:cubicBezTo>
                        <a:cubicBezTo>
                          <a:pt x="10000" y="14090"/>
                          <a:pt x="-1481" y="6510"/>
                          <a:pt x="159" y="1722"/>
                        </a:cubicBezTo>
                        <a:cubicBezTo>
                          <a:pt x="1976" y="-3465"/>
                          <a:pt x="17093" y="4426"/>
                          <a:pt x="21349" y="7529"/>
                        </a:cubicBezTo>
                        <a:cubicBezTo>
                          <a:pt x="25960" y="10145"/>
                          <a:pt x="41697" y="22690"/>
                          <a:pt x="37574" y="2566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34" name="Forme libre : forme 23033">
                    <a:extLst>
                      <a:ext uri="{FF2B5EF4-FFF2-40B4-BE49-F238E27FC236}">
                        <a16:creationId xmlns:a16="http://schemas.microsoft.com/office/drawing/2014/main" id="{F16536AB-10B1-46D5-9ED5-EE6925B23677}"/>
                      </a:ext>
                    </a:extLst>
                  </p:cNvPr>
                  <p:cNvSpPr/>
                  <p:nvPr/>
                </p:nvSpPr>
                <p:spPr>
                  <a:xfrm>
                    <a:off x="4471971" y="1251253"/>
                    <a:ext cx="45370" cy="38126"/>
                  </a:xfrm>
                  <a:custGeom>
                    <a:avLst/>
                    <a:gdLst>
                      <a:gd name="connsiteX0" fmla="*/ 8 w 45370"/>
                      <a:gd name="connsiteY0" fmla="*/ 5840 h 38126"/>
                      <a:gd name="connsiteX1" fmla="*/ 3245 w 45370"/>
                      <a:gd name="connsiteY1" fmla="*/ 13155 h 38126"/>
                      <a:gd name="connsiteX2" fmla="*/ 9673 w 45370"/>
                      <a:gd name="connsiteY2" fmla="*/ 20780 h 38126"/>
                      <a:gd name="connsiteX3" fmla="*/ 17741 w 45370"/>
                      <a:gd name="connsiteY3" fmla="*/ 27917 h 38126"/>
                      <a:gd name="connsiteX4" fmla="*/ 35651 w 45370"/>
                      <a:gd name="connsiteY4" fmla="*/ 37226 h 38126"/>
                      <a:gd name="connsiteX5" fmla="*/ 41857 w 45370"/>
                      <a:gd name="connsiteY5" fmla="*/ 38113 h 38126"/>
                      <a:gd name="connsiteX6" fmla="*/ 45315 w 45370"/>
                      <a:gd name="connsiteY6" fmla="*/ 35941 h 38126"/>
                      <a:gd name="connsiteX7" fmla="*/ 41192 w 45370"/>
                      <a:gd name="connsiteY7" fmla="*/ 29956 h 38126"/>
                      <a:gd name="connsiteX8" fmla="*/ 34675 w 45370"/>
                      <a:gd name="connsiteY8" fmla="*/ 22508 h 38126"/>
                      <a:gd name="connsiteX9" fmla="*/ 28336 w 45370"/>
                      <a:gd name="connsiteY9" fmla="*/ 14573 h 38126"/>
                      <a:gd name="connsiteX10" fmla="*/ 22484 w 45370"/>
                      <a:gd name="connsiteY10" fmla="*/ 6771 h 38126"/>
                      <a:gd name="connsiteX11" fmla="*/ 13175 w 45370"/>
                      <a:gd name="connsiteY11" fmla="*/ 698 h 38126"/>
                      <a:gd name="connsiteX12" fmla="*/ 8 w 45370"/>
                      <a:gd name="connsiteY12" fmla="*/ 5840 h 38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5370" h="38126">
                        <a:moveTo>
                          <a:pt x="8" y="5840"/>
                        </a:moveTo>
                        <a:cubicBezTo>
                          <a:pt x="186" y="8943"/>
                          <a:pt x="851" y="10273"/>
                          <a:pt x="3245" y="13155"/>
                        </a:cubicBezTo>
                        <a:cubicBezTo>
                          <a:pt x="5461" y="15948"/>
                          <a:pt x="7456" y="18342"/>
                          <a:pt x="9673" y="20780"/>
                        </a:cubicBezTo>
                        <a:cubicBezTo>
                          <a:pt x="11845" y="23307"/>
                          <a:pt x="14372" y="25656"/>
                          <a:pt x="17741" y="27917"/>
                        </a:cubicBezTo>
                        <a:cubicBezTo>
                          <a:pt x="23194" y="32084"/>
                          <a:pt x="30020" y="35365"/>
                          <a:pt x="35651" y="37226"/>
                        </a:cubicBezTo>
                        <a:cubicBezTo>
                          <a:pt x="37778" y="37847"/>
                          <a:pt x="40039" y="38202"/>
                          <a:pt x="41857" y="38113"/>
                        </a:cubicBezTo>
                        <a:cubicBezTo>
                          <a:pt x="43630" y="38069"/>
                          <a:pt x="44960" y="37448"/>
                          <a:pt x="45315" y="35941"/>
                        </a:cubicBezTo>
                        <a:cubicBezTo>
                          <a:pt x="45802" y="34035"/>
                          <a:pt x="43009" y="32084"/>
                          <a:pt x="41192" y="29956"/>
                        </a:cubicBezTo>
                        <a:cubicBezTo>
                          <a:pt x="39020" y="27474"/>
                          <a:pt x="36892" y="24947"/>
                          <a:pt x="34675" y="22508"/>
                        </a:cubicBezTo>
                        <a:cubicBezTo>
                          <a:pt x="32459" y="20115"/>
                          <a:pt x="30331" y="17543"/>
                          <a:pt x="28336" y="14573"/>
                        </a:cubicBezTo>
                        <a:cubicBezTo>
                          <a:pt x="26696" y="11958"/>
                          <a:pt x="24834" y="9387"/>
                          <a:pt x="22484" y="6771"/>
                        </a:cubicBezTo>
                        <a:cubicBezTo>
                          <a:pt x="20135" y="4289"/>
                          <a:pt x="17253" y="1762"/>
                          <a:pt x="13175" y="698"/>
                        </a:cubicBezTo>
                        <a:cubicBezTo>
                          <a:pt x="5772" y="-1386"/>
                          <a:pt x="-257" y="1451"/>
                          <a:pt x="8" y="584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35" name="Forme libre : forme 23034">
                    <a:extLst>
                      <a:ext uri="{FF2B5EF4-FFF2-40B4-BE49-F238E27FC236}">
                        <a16:creationId xmlns:a16="http://schemas.microsoft.com/office/drawing/2014/main" id="{AE64CEB2-4C8E-4264-9968-471D6E9B1EC3}"/>
                      </a:ext>
                    </a:extLst>
                  </p:cNvPr>
                  <p:cNvSpPr/>
                  <p:nvPr/>
                </p:nvSpPr>
                <p:spPr>
                  <a:xfrm>
                    <a:off x="4483895" y="1255805"/>
                    <a:ext cx="18530" cy="6782"/>
                  </a:xfrm>
                  <a:custGeom>
                    <a:avLst/>
                    <a:gdLst>
                      <a:gd name="connsiteX0" fmla="*/ 2270 w 18530"/>
                      <a:gd name="connsiteY0" fmla="*/ 2 h 6782"/>
                      <a:gd name="connsiteX1" fmla="*/ 187 w 18530"/>
                      <a:gd name="connsiteY1" fmla="*/ 445 h 6782"/>
                      <a:gd name="connsiteX2" fmla="*/ 1029 w 18530"/>
                      <a:gd name="connsiteY2" fmla="*/ 1997 h 6782"/>
                      <a:gd name="connsiteX3" fmla="*/ 4132 w 18530"/>
                      <a:gd name="connsiteY3" fmla="*/ 3415 h 6782"/>
                      <a:gd name="connsiteX4" fmla="*/ 12068 w 18530"/>
                      <a:gd name="connsiteY4" fmla="*/ 6119 h 6782"/>
                      <a:gd name="connsiteX5" fmla="*/ 15082 w 18530"/>
                      <a:gd name="connsiteY5" fmla="*/ 6740 h 6782"/>
                      <a:gd name="connsiteX6" fmla="*/ 15215 w 18530"/>
                      <a:gd name="connsiteY6" fmla="*/ 2440 h 6782"/>
                      <a:gd name="connsiteX7" fmla="*/ 2270 w 18530"/>
                      <a:gd name="connsiteY7" fmla="*/ 2 h 6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530" h="6782">
                        <a:moveTo>
                          <a:pt x="2270" y="2"/>
                        </a:moveTo>
                        <a:cubicBezTo>
                          <a:pt x="1339" y="2"/>
                          <a:pt x="630" y="46"/>
                          <a:pt x="187" y="445"/>
                        </a:cubicBezTo>
                        <a:cubicBezTo>
                          <a:pt x="-301" y="844"/>
                          <a:pt x="231" y="1464"/>
                          <a:pt x="1029" y="1997"/>
                        </a:cubicBezTo>
                        <a:cubicBezTo>
                          <a:pt x="1827" y="2484"/>
                          <a:pt x="3113" y="2972"/>
                          <a:pt x="4132" y="3415"/>
                        </a:cubicBezTo>
                        <a:cubicBezTo>
                          <a:pt x="6704" y="4390"/>
                          <a:pt x="9452" y="5410"/>
                          <a:pt x="12068" y="6119"/>
                        </a:cubicBezTo>
                        <a:cubicBezTo>
                          <a:pt x="13132" y="6385"/>
                          <a:pt x="14151" y="6740"/>
                          <a:pt x="15082" y="6740"/>
                        </a:cubicBezTo>
                        <a:cubicBezTo>
                          <a:pt x="18939" y="7139"/>
                          <a:pt x="20313" y="4656"/>
                          <a:pt x="15215" y="2440"/>
                        </a:cubicBezTo>
                        <a:cubicBezTo>
                          <a:pt x="11225" y="844"/>
                          <a:pt x="6083" y="-43"/>
                          <a:pt x="2270" y="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36" name="Forme libre : forme 23035">
                    <a:extLst>
                      <a:ext uri="{FF2B5EF4-FFF2-40B4-BE49-F238E27FC236}">
                        <a16:creationId xmlns:a16="http://schemas.microsoft.com/office/drawing/2014/main" id="{C58E8F66-711F-4BEA-8077-1CF13357727E}"/>
                      </a:ext>
                    </a:extLst>
                  </p:cNvPr>
                  <p:cNvSpPr/>
                  <p:nvPr/>
                </p:nvSpPr>
                <p:spPr>
                  <a:xfrm>
                    <a:off x="4510281" y="1294508"/>
                    <a:ext cx="29258" cy="6507"/>
                  </a:xfrm>
                  <a:custGeom>
                    <a:avLst/>
                    <a:gdLst>
                      <a:gd name="connsiteX0" fmla="*/ 29258 w 29258"/>
                      <a:gd name="connsiteY0" fmla="*/ 5896 h 6507"/>
                      <a:gd name="connsiteX1" fmla="*/ 15073 w 29258"/>
                      <a:gd name="connsiteY1" fmla="*/ 4832 h 6507"/>
                      <a:gd name="connsiteX2" fmla="*/ 0 w 29258"/>
                      <a:gd name="connsiteY2" fmla="*/ 0 h 6507"/>
                      <a:gd name="connsiteX3" fmla="*/ 14807 w 29258"/>
                      <a:gd name="connsiteY3" fmla="*/ 3768 h 6507"/>
                      <a:gd name="connsiteX4" fmla="*/ 29258 w 29258"/>
                      <a:gd name="connsiteY4" fmla="*/ 5896 h 6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258" h="6507">
                        <a:moveTo>
                          <a:pt x="29258" y="5896"/>
                        </a:moveTo>
                        <a:cubicBezTo>
                          <a:pt x="25623" y="7137"/>
                          <a:pt x="20348" y="6339"/>
                          <a:pt x="15073" y="4832"/>
                        </a:cubicBezTo>
                        <a:cubicBezTo>
                          <a:pt x="9753" y="3325"/>
                          <a:pt x="4123" y="1551"/>
                          <a:pt x="0" y="0"/>
                        </a:cubicBezTo>
                        <a:cubicBezTo>
                          <a:pt x="4522" y="1685"/>
                          <a:pt x="9753" y="2793"/>
                          <a:pt x="14807" y="3768"/>
                        </a:cubicBezTo>
                        <a:cubicBezTo>
                          <a:pt x="19816" y="4876"/>
                          <a:pt x="24914" y="5541"/>
                          <a:pt x="29258" y="589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37" name="Forme libre : forme 23036">
                    <a:extLst>
                      <a:ext uri="{FF2B5EF4-FFF2-40B4-BE49-F238E27FC236}">
                        <a16:creationId xmlns:a16="http://schemas.microsoft.com/office/drawing/2014/main" id="{1B61B37B-6F5B-4497-82DA-78290BBE15D7}"/>
                      </a:ext>
                    </a:extLst>
                  </p:cNvPr>
                  <p:cNvSpPr/>
                  <p:nvPr/>
                </p:nvSpPr>
                <p:spPr>
                  <a:xfrm>
                    <a:off x="4464133" y="1246214"/>
                    <a:ext cx="35331" cy="3785"/>
                  </a:xfrm>
                  <a:custGeom>
                    <a:avLst/>
                    <a:gdLst>
                      <a:gd name="connsiteX0" fmla="*/ 35332 w 35331"/>
                      <a:gd name="connsiteY0" fmla="*/ 3786 h 3785"/>
                      <a:gd name="connsiteX1" fmla="*/ 25889 w 35331"/>
                      <a:gd name="connsiteY1" fmla="*/ 860 h 3785"/>
                      <a:gd name="connsiteX2" fmla="*/ 16535 w 35331"/>
                      <a:gd name="connsiteY2" fmla="*/ 17 h 3785"/>
                      <a:gd name="connsiteX3" fmla="*/ 12102 w 35331"/>
                      <a:gd name="connsiteY3" fmla="*/ 106 h 3785"/>
                      <a:gd name="connsiteX4" fmla="*/ 7802 w 35331"/>
                      <a:gd name="connsiteY4" fmla="*/ 727 h 3785"/>
                      <a:gd name="connsiteX5" fmla="*/ 0 w 35331"/>
                      <a:gd name="connsiteY5" fmla="*/ 2589 h 3785"/>
                      <a:gd name="connsiteX6" fmla="*/ 35332 w 35331"/>
                      <a:gd name="connsiteY6" fmla="*/ 3786 h 3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331" h="3785">
                        <a:moveTo>
                          <a:pt x="35332" y="3786"/>
                        </a:moveTo>
                        <a:cubicBezTo>
                          <a:pt x="32184" y="2544"/>
                          <a:pt x="29081" y="1436"/>
                          <a:pt x="25889" y="860"/>
                        </a:cubicBezTo>
                        <a:cubicBezTo>
                          <a:pt x="22697" y="328"/>
                          <a:pt x="19550" y="62"/>
                          <a:pt x="16535" y="17"/>
                        </a:cubicBezTo>
                        <a:cubicBezTo>
                          <a:pt x="15028" y="-27"/>
                          <a:pt x="13565" y="17"/>
                          <a:pt x="12102" y="106"/>
                        </a:cubicBezTo>
                        <a:cubicBezTo>
                          <a:pt x="10639" y="283"/>
                          <a:pt x="9177" y="461"/>
                          <a:pt x="7802" y="727"/>
                        </a:cubicBezTo>
                        <a:cubicBezTo>
                          <a:pt x="5009" y="1214"/>
                          <a:pt x="2394" y="1835"/>
                          <a:pt x="0" y="2589"/>
                        </a:cubicBezTo>
                        <a:cubicBezTo>
                          <a:pt x="8778" y="-692"/>
                          <a:pt x="24205" y="416"/>
                          <a:pt x="35332" y="37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38" name="Forme libre : forme 23037">
                    <a:extLst>
                      <a:ext uri="{FF2B5EF4-FFF2-40B4-BE49-F238E27FC236}">
                        <a16:creationId xmlns:a16="http://schemas.microsoft.com/office/drawing/2014/main" id="{4D052035-75D7-45C8-A4D3-3D05DB6B8E53}"/>
                      </a:ext>
                    </a:extLst>
                  </p:cNvPr>
                  <p:cNvSpPr/>
                  <p:nvPr/>
                </p:nvSpPr>
                <p:spPr>
                  <a:xfrm>
                    <a:off x="4508369" y="1270392"/>
                    <a:ext cx="13566" cy="10872"/>
                  </a:xfrm>
                  <a:custGeom>
                    <a:avLst/>
                    <a:gdLst>
                      <a:gd name="connsiteX0" fmla="*/ 13128 w 13566"/>
                      <a:gd name="connsiteY0" fmla="*/ 10817 h 10872"/>
                      <a:gd name="connsiteX1" fmla="*/ 4572 w 13566"/>
                      <a:gd name="connsiteY1" fmla="*/ 6029 h 10872"/>
                      <a:gd name="connsiteX2" fmla="*/ 449 w 13566"/>
                      <a:gd name="connsiteY2" fmla="*/ 133 h 10872"/>
                      <a:gd name="connsiteX3" fmla="*/ 8650 w 13566"/>
                      <a:gd name="connsiteY3" fmla="*/ 4611 h 10872"/>
                      <a:gd name="connsiteX4" fmla="*/ 13128 w 13566"/>
                      <a:gd name="connsiteY4" fmla="*/ 10817 h 10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66" h="10872">
                        <a:moveTo>
                          <a:pt x="13128" y="10817"/>
                        </a:moveTo>
                        <a:cubicBezTo>
                          <a:pt x="11399" y="11393"/>
                          <a:pt x="6168" y="7359"/>
                          <a:pt x="4572" y="6029"/>
                        </a:cubicBezTo>
                        <a:cubicBezTo>
                          <a:pt x="3020" y="4699"/>
                          <a:pt x="-1413" y="931"/>
                          <a:pt x="449" y="133"/>
                        </a:cubicBezTo>
                        <a:cubicBezTo>
                          <a:pt x="2444" y="-798"/>
                          <a:pt x="7143" y="3414"/>
                          <a:pt x="8650" y="4611"/>
                        </a:cubicBezTo>
                        <a:cubicBezTo>
                          <a:pt x="10202" y="5852"/>
                          <a:pt x="15034" y="10063"/>
                          <a:pt x="13128" y="1081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39" name="Forme libre : forme 23038">
                    <a:extLst>
                      <a:ext uri="{FF2B5EF4-FFF2-40B4-BE49-F238E27FC236}">
                        <a16:creationId xmlns:a16="http://schemas.microsoft.com/office/drawing/2014/main" id="{D3B94B0C-642C-4ED7-BF09-FE87E48634C1}"/>
                      </a:ext>
                    </a:extLst>
                  </p:cNvPr>
                  <p:cNvSpPr/>
                  <p:nvPr/>
                </p:nvSpPr>
                <p:spPr>
                  <a:xfrm>
                    <a:off x="4519963" y="1279370"/>
                    <a:ext cx="3918" cy="3262"/>
                  </a:xfrm>
                  <a:custGeom>
                    <a:avLst/>
                    <a:gdLst>
                      <a:gd name="connsiteX0" fmla="*/ 3883 w 3918"/>
                      <a:gd name="connsiteY0" fmla="*/ 3035 h 3262"/>
                      <a:gd name="connsiteX1" fmla="*/ 1666 w 3918"/>
                      <a:gd name="connsiteY1" fmla="*/ 2370 h 3262"/>
                      <a:gd name="connsiteX2" fmla="*/ 26 w 3918"/>
                      <a:gd name="connsiteY2" fmla="*/ 243 h 3262"/>
                      <a:gd name="connsiteX3" fmla="*/ 2198 w 3918"/>
                      <a:gd name="connsiteY3" fmla="*/ 819 h 3262"/>
                      <a:gd name="connsiteX4" fmla="*/ 3883 w 3918"/>
                      <a:gd name="connsiteY4" fmla="*/ 3035 h 3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8" h="3262">
                        <a:moveTo>
                          <a:pt x="3883" y="3035"/>
                        </a:moveTo>
                        <a:cubicBezTo>
                          <a:pt x="3661" y="3656"/>
                          <a:pt x="2331" y="2858"/>
                          <a:pt x="1666" y="2370"/>
                        </a:cubicBezTo>
                        <a:cubicBezTo>
                          <a:pt x="1046" y="1883"/>
                          <a:pt x="-195" y="863"/>
                          <a:pt x="26" y="243"/>
                        </a:cubicBezTo>
                        <a:cubicBezTo>
                          <a:pt x="292" y="-378"/>
                          <a:pt x="1533" y="331"/>
                          <a:pt x="2198" y="819"/>
                        </a:cubicBezTo>
                        <a:cubicBezTo>
                          <a:pt x="2863" y="1351"/>
                          <a:pt x="4149" y="2415"/>
                          <a:pt x="3883" y="303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40" name="Forme libre : forme 23039">
                    <a:extLst>
                      <a:ext uri="{FF2B5EF4-FFF2-40B4-BE49-F238E27FC236}">
                        <a16:creationId xmlns:a16="http://schemas.microsoft.com/office/drawing/2014/main" id="{B5973BB1-20A5-48EC-BE9C-6057AEAB3E74}"/>
                      </a:ext>
                    </a:extLst>
                  </p:cNvPr>
                  <p:cNvSpPr/>
                  <p:nvPr/>
                </p:nvSpPr>
                <p:spPr>
                  <a:xfrm>
                    <a:off x="4513222" y="1261929"/>
                    <a:ext cx="27385" cy="35158"/>
                  </a:xfrm>
                  <a:custGeom>
                    <a:avLst/>
                    <a:gdLst>
                      <a:gd name="connsiteX0" fmla="*/ 23924 w 27385"/>
                      <a:gd name="connsiteY0" fmla="*/ 22205 h 35158"/>
                      <a:gd name="connsiteX1" fmla="*/ 27381 w 27385"/>
                      <a:gd name="connsiteY1" fmla="*/ 33997 h 35158"/>
                      <a:gd name="connsiteX2" fmla="*/ 23436 w 27385"/>
                      <a:gd name="connsiteY2" fmla="*/ 34219 h 35158"/>
                      <a:gd name="connsiteX3" fmla="*/ 20687 w 27385"/>
                      <a:gd name="connsiteY3" fmla="*/ 29874 h 35158"/>
                      <a:gd name="connsiteX4" fmla="*/ 12708 w 27385"/>
                      <a:gd name="connsiteY4" fmla="*/ 16132 h 35158"/>
                      <a:gd name="connsiteX5" fmla="*/ 872 w 27385"/>
                      <a:gd name="connsiteY5" fmla="*/ 128 h 35158"/>
                      <a:gd name="connsiteX6" fmla="*/ 19269 w 27385"/>
                      <a:gd name="connsiteY6" fmla="*/ 12231 h 35158"/>
                      <a:gd name="connsiteX7" fmla="*/ 23924 w 27385"/>
                      <a:gd name="connsiteY7" fmla="*/ 22205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385" h="35158">
                        <a:moveTo>
                          <a:pt x="23924" y="22205"/>
                        </a:moveTo>
                        <a:cubicBezTo>
                          <a:pt x="26007" y="26727"/>
                          <a:pt x="27470" y="29963"/>
                          <a:pt x="27381" y="33997"/>
                        </a:cubicBezTo>
                        <a:cubicBezTo>
                          <a:pt x="27337" y="35460"/>
                          <a:pt x="25121" y="35549"/>
                          <a:pt x="23436" y="34219"/>
                        </a:cubicBezTo>
                        <a:cubicBezTo>
                          <a:pt x="21751" y="32889"/>
                          <a:pt x="21264" y="31426"/>
                          <a:pt x="20687" y="29874"/>
                        </a:cubicBezTo>
                        <a:cubicBezTo>
                          <a:pt x="18914" y="24998"/>
                          <a:pt x="16033" y="20831"/>
                          <a:pt x="12708" y="16132"/>
                        </a:cubicBezTo>
                        <a:cubicBezTo>
                          <a:pt x="10802" y="13073"/>
                          <a:pt x="-3650" y="1414"/>
                          <a:pt x="872" y="128"/>
                        </a:cubicBezTo>
                        <a:cubicBezTo>
                          <a:pt x="5615" y="-1202"/>
                          <a:pt x="16565" y="8152"/>
                          <a:pt x="19269" y="12231"/>
                        </a:cubicBezTo>
                        <a:cubicBezTo>
                          <a:pt x="22106" y="16176"/>
                          <a:pt x="22416" y="18747"/>
                          <a:pt x="23924" y="2220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66" name="Graphique 2">
                  <a:extLst>
                    <a:ext uri="{FF2B5EF4-FFF2-40B4-BE49-F238E27FC236}">
                      <a16:creationId xmlns:a16="http://schemas.microsoft.com/office/drawing/2014/main" id="{7DBC68AE-E230-48D5-AC47-43111CD0D379}"/>
                    </a:ext>
                  </a:extLst>
                </p:cNvPr>
                <p:cNvGrpSpPr/>
                <p:nvPr/>
              </p:nvGrpSpPr>
              <p:grpSpPr>
                <a:xfrm>
                  <a:off x="4541705" y="1297553"/>
                  <a:ext cx="67588" cy="77467"/>
                  <a:chOff x="4541705" y="1297553"/>
                  <a:chExt cx="67588" cy="77467"/>
                </a:xfrm>
                <a:solidFill>
                  <a:schemeClr val="accent1"/>
                </a:solidFill>
              </p:grpSpPr>
              <p:sp>
                <p:nvSpPr>
                  <p:cNvPr id="23017" name="Forme libre : forme 23016">
                    <a:extLst>
                      <a:ext uri="{FF2B5EF4-FFF2-40B4-BE49-F238E27FC236}">
                        <a16:creationId xmlns:a16="http://schemas.microsoft.com/office/drawing/2014/main" id="{D3977F78-A168-4A82-A387-961E8FAA0EBA}"/>
                      </a:ext>
                    </a:extLst>
                  </p:cNvPr>
                  <p:cNvSpPr/>
                  <p:nvPr/>
                </p:nvSpPr>
                <p:spPr>
                  <a:xfrm>
                    <a:off x="4541705" y="1297553"/>
                    <a:ext cx="67588" cy="77467"/>
                  </a:xfrm>
                  <a:custGeom>
                    <a:avLst/>
                    <a:gdLst>
                      <a:gd name="connsiteX0" fmla="*/ 32279 w 67588"/>
                      <a:gd name="connsiteY0" fmla="*/ 61191 h 77467"/>
                      <a:gd name="connsiteX1" fmla="*/ 22083 w 67588"/>
                      <a:gd name="connsiteY1" fmla="*/ 49709 h 77467"/>
                      <a:gd name="connsiteX2" fmla="*/ 11665 w 67588"/>
                      <a:gd name="connsiteY2" fmla="*/ 37695 h 77467"/>
                      <a:gd name="connsiteX3" fmla="*/ 6 w 67588"/>
                      <a:gd name="connsiteY3" fmla="*/ 7063 h 77467"/>
                      <a:gd name="connsiteX4" fmla="*/ 7144 w 67588"/>
                      <a:gd name="connsiteY4" fmla="*/ 14 h 77467"/>
                      <a:gd name="connsiteX5" fmla="*/ 22704 w 67588"/>
                      <a:gd name="connsiteY5" fmla="*/ 3693 h 77467"/>
                      <a:gd name="connsiteX6" fmla="*/ 38042 w 67588"/>
                      <a:gd name="connsiteY6" fmla="*/ 14466 h 77467"/>
                      <a:gd name="connsiteX7" fmla="*/ 48682 w 67588"/>
                      <a:gd name="connsiteY7" fmla="*/ 25859 h 77467"/>
                      <a:gd name="connsiteX8" fmla="*/ 58834 w 67588"/>
                      <a:gd name="connsiteY8" fmla="*/ 38271 h 77467"/>
                      <a:gd name="connsiteX9" fmla="*/ 67168 w 67588"/>
                      <a:gd name="connsiteY9" fmla="*/ 70677 h 77467"/>
                      <a:gd name="connsiteX10" fmla="*/ 59986 w 67588"/>
                      <a:gd name="connsiteY10" fmla="*/ 77416 h 77467"/>
                      <a:gd name="connsiteX11" fmla="*/ 32279 w 67588"/>
                      <a:gd name="connsiteY11" fmla="*/ 61191 h 7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7588" h="77467">
                        <a:moveTo>
                          <a:pt x="32279" y="61191"/>
                        </a:moveTo>
                        <a:cubicBezTo>
                          <a:pt x="29841" y="58398"/>
                          <a:pt x="25984" y="54053"/>
                          <a:pt x="22083" y="49709"/>
                        </a:cubicBezTo>
                        <a:cubicBezTo>
                          <a:pt x="18182" y="45187"/>
                          <a:pt x="14237" y="40665"/>
                          <a:pt x="11665" y="37695"/>
                        </a:cubicBezTo>
                        <a:cubicBezTo>
                          <a:pt x="2400" y="26435"/>
                          <a:pt x="583" y="17879"/>
                          <a:pt x="6" y="7063"/>
                        </a:cubicBezTo>
                        <a:cubicBezTo>
                          <a:pt x="-171" y="3339"/>
                          <a:pt x="3420" y="-252"/>
                          <a:pt x="7144" y="14"/>
                        </a:cubicBezTo>
                        <a:cubicBezTo>
                          <a:pt x="12508" y="413"/>
                          <a:pt x="17739" y="1388"/>
                          <a:pt x="22704" y="3693"/>
                        </a:cubicBezTo>
                        <a:cubicBezTo>
                          <a:pt x="27757" y="5954"/>
                          <a:pt x="32856" y="9323"/>
                          <a:pt x="38042" y="14466"/>
                        </a:cubicBezTo>
                        <a:cubicBezTo>
                          <a:pt x="40879" y="17170"/>
                          <a:pt x="44869" y="21426"/>
                          <a:pt x="48682" y="25859"/>
                        </a:cubicBezTo>
                        <a:cubicBezTo>
                          <a:pt x="52539" y="30159"/>
                          <a:pt x="56395" y="34947"/>
                          <a:pt x="58834" y="38271"/>
                        </a:cubicBezTo>
                        <a:cubicBezTo>
                          <a:pt x="67877" y="50684"/>
                          <a:pt x="68232" y="60171"/>
                          <a:pt x="67168" y="70677"/>
                        </a:cubicBezTo>
                        <a:cubicBezTo>
                          <a:pt x="66769" y="74313"/>
                          <a:pt x="63444" y="77948"/>
                          <a:pt x="59986" y="77416"/>
                        </a:cubicBezTo>
                        <a:cubicBezTo>
                          <a:pt x="49967" y="75820"/>
                          <a:pt x="41411" y="71342"/>
                          <a:pt x="32279" y="6119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18" name="Forme libre : forme 23017">
                    <a:extLst>
                      <a:ext uri="{FF2B5EF4-FFF2-40B4-BE49-F238E27FC236}">
                        <a16:creationId xmlns:a16="http://schemas.microsoft.com/office/drawing/2014/main" id="{E54B26BC-6986-4B9A-9D1C-CCC5E9F013D2}"/>
                      </a:ext>
                    </a:extLst>
                  </p:cNvPr>
                  <p:cNvSpPr/>
                  <p:nvPr/>
                </p:nvSpPr>
                <p:spPr>
                  <a:xfrm>
                    <a:off x="4541709" y="1300271"/>
                    <a:ext cx="60203" cy="74609"/>
                  </a:xfrm>
                  <a:custGeom>
                    <a:avLst/>
                    <a:gdLst>
                      <a:gd name="connsiteX0" fmla="*/ 24251 w 60203"/>
                      <a:gd name="connsiteY0" fmla="*/ 30056 h 74609"/>
                      <a:gd name="connsiteX1" fmla="*/ 1465 w 60203"/>
                      <a:gd name="connsiteY1" fmla="*/ 0 h 74609"/>
                      <a:gd name="connsiteX2" fmla="*/ 2 w 60203"/>
                      <a:gd name="connsiteY2" fmla="*/ 4256 h 74609"/>
                      <a:gd name="connsiteX3" fmla="*/ 446 w 60203"/>
                      <a:gd name="connsiteY3" fmla="*/ 9664 h 74609"/>
                      <a:gd name="connsiteX4" fmla="*/ 4746 w 60203"/>
                      <a:gd name="connsiteY4" fmla="*/ 24604 h 74609"/>
                      <a:gd name="connsiteX5" fmla="*/ 11661 w 60203"/>
                      <a:gd name="connsiteY5" fmla="*/ 34888 h 74609"/>
                      <a:gd name="connsiteX6" fmla="*/ 14986 w 60203"/>
                      <a:gd name="connsiteY6" fmla="*/ 38745 h 74609"/>
                      <a:gd name="connsiteX7" fmla="*/ 30768 w 60203"/>
                      <a:gd name="connsiteY7" fmla="*/ 56699 h 74609"/>
                      <a:gd name="connsiteX8" fmla="*/ 32275 w 60203"/>
                      <a:gd name="connsiteY8" fmla="*/ 58384 h 74609"/>
                      <a:gd name="connsiteX9" fmla="*/ 41895 w 60203"/>
                      <a:gd name="connsiteY9" fmla="*/ 67161 h 74609"/>
                      <a:gd name="connsiteX10" fmla="*/ 55372 w 60203"/>
                      <a:gd name="connsiteY10" fmla="*/ 73589 h 74609"/>
                      <a:gd name="connsiteX11" fmla="*/ 60026 w 60203"/>
                      <a:gd name="connsiteY11" fmla="*/ 74609 h 74609"/>
                      <a:gd name="connsiteX12" fmla="*/ 60204 w 60203"/>
                      <a:gd name="connsiteY12" fmla="*/ 74609 h 74609"/>
                      <a:gd name="connsiteX13" fmla="*/ 43314 w 60203"/>
                      <a:gd name="connsiteY13" fmla="*/ 51247 h 74609"/>
                      <a:gd name="connsiteX14" fmla="*/ 24251 w 60203"/>
                      <a:gd name="connsiteY14" fmla="*/ 30056 h 74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0203" h="74609">
                        <a:moveTo>
                          <a:pt x="24251" y="30056"/>
                        </a:moveTo>
                        <a:cubicBezTo>
                          <a:pt x="14942" y="20880"/>
                          <a:pt x="5455" y="10728"/>
                          <a:pt x="1465" y="0"/>
                        </a:cubicBezTo>
                        <a:cubicBezTo>
                          <a:pt x="534" y="1241"/>
                          <a:pt x="-42" y="2704"/>
                          <a:pt x="2" y="4256"/>
                        </a:cubicBezTo>
                        <a:cubicBezTo>
                          <a:pt x="91" y="6118"/>
                          <a:pt x="224" y="7935"/>
                          <a:pt x="446" y="9664"/>
                        </a:cubicBezTo>
                        <a:cubicBezTo>
                          <a:pt x="1111" y="14629"/>
                          <a:pt x="2219" y="19550"/>
                          <a:pt x="4746" y="24604"/>
                        </a:cubicBezTo>
                        <a:cubicBezTo>
                          <a:pt x="6430" y="27795"/>
                          <a:pt x="8647" y="31209"/>
                          <a:pt x="11661" y="34888"/>
                        </a:cubicBezTo>
                        <a:cubicBezTo>
                          <a:pt x="12592" y="35997"/>
                          <a:pt x="13745" y="37282"/>
                          <a:pt x="14986" y="38745"/>
                        </a:cubicBezTo>
                        <a:cubicBezTo>
                          <a:pt x="19863" y="44287"/>
                          <a:pt x="26512" y="51867"/>
                          <a:pt x="30768" y="56699"/>
                        </a:cubicBezTo>
                        <a:cubicBezTo>
                          <a:pt x="31300" y="57320"/>
                          <a:pt x="31832" y="57896"/>
                          <a:pt x="32275" y="58384"/>
                        </a:cubicBezTo>
                        <a:cubicBezTo>
                          <a:pt x="35556" y="61930"/>
                          <a:pt x="38703" y="64856"/>
                          <a:pt x="41895" y="67161"/>
                        </a:cubicBezTo>
                        <a:cubicBezTo>
                          <a:pt x="46284" y="70265"/>
                          <a:pt x="50761" y="72259"/>
                          <a:pt x="55372" y="73589"/>
                        </a:cubicBezTo>
                        <a:cubicBezTo>
                          <a:pt x="56879" y="73988"/>
                          <a:pt x="58431" y="74343"/>
                          <a:pt x="60026" y="74609"/>
                        </a:cubicBezTo>
                        <a:lnTo>
                          <a:pt x="60204" y="74609"/>
                        </a:lnTo>
                        <a:cubicBezTo>
                          <a:pt x="54795" y="66718"/>
                          <a:pt x="49254" y="58739"/>
                          <a:pt x="43314" y="51247"/>
                        </a:cubicBezTo>
                        <a:cubicBezTo>
                          <a:pt x="37418" y="43710"/>
                          <a:pt x="30857" y="36662"/>
                          <a:pt x="24251" y="3005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19" name="Forme libre : forme 23018">
                    <a:extLst>
                      <a:ext uri="{FF2B5EF4-FFF2-40B4-BE49-F238E27FC236}">
                        <a16:creationId xmlns:a16="http://schemas.microsoft.com/office/drawing/2014/main" id="{5FD380CC-A900-47E3-917F-6D187F8B43FD}"/>
                      </a:ext>
                    </a:extLst>
                  </p:cNvPr>
                  <p:cNvSpPr/>
                  <p:nvPr/>
                </p:nvSpPr>
                <p:spPr>
                  <a:xfrm>
                    <a:off x="4565800" y="1323527"/>
                    <a:ext cx="30031" cy="35615"/>
                  </a:xfrm>
                  <a:custGeom>
                    <a:avLst/>
                    <a:gdLst>
                      <a:gd name="connsiteX0" fmla="*/ 29197 w 30031"/>
                      <a:gd name="connsiteY0" fmla="*/ 35216 h 35615"/>
                      <a:gd name="connsiteX1" fmla="*/ 10401 w 30031"/>
                      <a:gd name="connsiteY1" fmla="*/ 20764 h 35615"/>
                      <a:gd name="connsiteX2" fmla="*/ 2865 w 30031"/>
                      <a:gd name="connsiteY2" fmla="*/ 10391 h 35615"/>
                      <a:gd name="connsiteX3" fmla="*/ 825 w 30031"/>
                      <a:gd name="connsiteY3" fmla="*/ 682 h 35615"/>
                      <a:gd name="connsiteX4" fmla="*/ 10046 w 30031"/>
                      <a:gd name="connsiteY4" fmla="*/ 3830 h 35615"/>
                      <a:gd name="connsiteX5" fmla="*/ 19045 w 30031"/>
                      <a:gd name="connsiteY5" fmla="*/ 13095 h 35615"/>
                      <a:gd name="connsiteX6" fmla="*/ 29197 w 30031"/>
                      <a:gd name="connsiteY6" fmla="*/ 35216 h 35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031" h="35615">
                        <a:moveTo>
                          <a:pt x="29197" y="35216"/>
                        </a:moveTo>
                        <a:cubicBezTo>
                          <a:pt x="25562" y="38053"/>
                          <a:pt x="14258" y="24976"/>
                          <a:pt x="10401" y="20764"/>
                        </a:cubicBezTo>
                        <a:cubicBezTo>
                          <a:pt x="8450" y="18592"/>
                          <a:pt x="5170" y="14469"/>
                          <a:pt x="2865" y="10391"/>
                        </a:cubicBezTo>
                        <a:cubicBezTo>
                          <a:pt x="515" y="6357"/>
                          <a:pt x="-1037" y="2544"/>
                          <a:pt x="825" y="682"/>
                        </a:cubicBezTo>
                        <a:cubicBezTo>
                          <a:pt x="2643" y="-1091"/>
                          <a:pt x="6411" y="815"/>
                          <a:pt x="10046" y="3830"/>
                        </a:cubicBezTo>
                        <a:cubicBezTo>
                          <a:pt x="13681" y="6889"/>
                          <a:pt x="17272" y="10923"/>
                          <a:pt x="19045" y="13095"/>
                        </a:cubicBezTo>
                        <a:cubicBezTo>
                          <a:pt x="22725" y="17439"/>
                          <a:pt x="33010" y="32246"/>
                          <a:pt x="29197" y="3521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20" name="Forme libre : forme 23019">
                    <a:extLst>
                      <a:ext uri="{FF2B5EF4-FFF2-40B4-BE49-F238E27FC236}">
                        <a16:creationId xmlns:a16="http://schemas.microsoft.com/office/drawing/2014/main" id="{A74C41C1-C680-48FC-983D-0EB13D73C914}"/>
                      </a:ext>
                    </a:extLst>
                  </p:cNvPr>
                  <p:cNvSpPr/>
                  <p:nvPr/>
                </p:nvSpPr>
                <p:spPr>
                  <a:xfrm>
                    <a:off x="4565948" y="1323213"/>
                    <a:ext cx="16902" cy="27949"/>
                  </a:xfrm>
                  <a:custGeom>
                    <a:avLst/>
                    <a:gdLst>
                      <a:gd name="connsiteX0" fmla="*/ 10431 w 16902"/>
                      <a:gd name="connsiteY0" fmla="*/ 4853 h 27949"/>
                      <a:gd name="connsiteX1" fmla="*/ 500 w 16902"/>
                      <a:gd name="connsiteY1" fmla="*/ 863 h 27949"/>
                      <a:gd name="connsiteX2" fmla="*/ 10386 w 16902"/>
                      <a:gd name="connsiteY2" fmla="*/ 21256 h 27949"/>
                      <a:gd name="connsiteX3" fmla="*/ 16903 w 16902"/>
                      <a:gd name="connsiteY3" fmla="*/ 27950 h 27949"/>
                      <a:gd name="connsiteX4" fmla="*/ 14021 w 16902"/>
                      <a:gd name="connsiteY4" fmla="*/ 23871 h 27949"/>
                      <a:gd name="connsiteX5" fmla="*/ 10431 w 16902"/>
                      <a:gd name="connsiteY5" fmla="*/ 4853 h 27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902" h="27949">
                        <a:moveTo>
                          <a:pt x="10431" y="4853"/>
                        </a:moveTo>
                        <a:cubicBezTo>
                          <a:pt x="7948" y="3257"/>
                          <a:pt x="2096" y="-2063"/>
                          <a:pt x="500" y="863"/>
                        </a:cubicBezTo>
                        <a:cubicBezTo>
                          <a:pt x="-2027" y="5518"/>
                          <a:pt x="5598" y="15670"/>
                          <a:pt x="10386" y="21256"/>
                        </a:cubicBezTo>
                        <a:cubicBezTo>
                          <a:pt x="11716" y="22896"/>
                          <a:pt x="15085" y="26265"/>
                          <a:pt x="16903" y="27950"/>
                        </a:cubicBezTo>
                        <a:cubicBezTo>
                          <a:pt x="16105" y="26841"/>
                          <a:pt x="14642" y="25024"/>
                          <a:pt x="14021" y="23871"/>
                        </a:cubicBezTo>
                        <a:cubicBezTo>
                          <a:pt x="10563" y="17177"/>
                          <a:pt x="6485" y="8976"/>
                          <a:pt x="10431" y="485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21" name="Forme libre : forme 23020">
                    <a:extLst>
                      <a:ext uri="{FF2B5EF4-FFF2-40B4-BE49-F238E27FC236}">
                        <a16:creationId xmlns:a16="http://schemas.microsoft.com/office/drawing/2014/main" id="{BFF4C316-F006-4133-AE24-4350F20AB5B7}"/>
                      </a:ext>
                    </a:extLst>
                  </p:cNvPr>
                  <p:cNvSpPr/>
                  <p:nvPr/>
                </p:nvSpPr>
                <p:spPr>
                  <a:xfrm>
                    <a:off x="4566425" y="1326032"/>
                    <a:ext cx="30157" cy="35475"/>
                  </a:xfrm>
                  <a:custGeom>
                    <a:avLst/>
                    <a:gdLst>
                      <a:gd name="connsiteX0" fmla="*/ 29016 w 30157"/>
                      <a:gd name="connsiteY0" fmla="*/ 35327 h 35475"/>
                      <a:gd name="connsiteX1" fmla="*/ 9998 w 30157"/>
                      <a:gd name="connsiteY1" fmla="*/ 20742 h 35475"/>
                      <a:gd name="connsiteX2" fmla="*/ 777 w 30157"/>
                      <a:gd name="connsiteY2" fmla="*/ 793 h 35475"/>
                      <a:gd name="connsiteX3" fmla="*/ 18864 w 30157"/>
                      <a:gd name="connsiteY3" fmla="*/ 13250 h 35475"/>
                      <a:gd name="connsiteX4" fmla="*/ 29016 w 30157"/>
                      <a:gd name="connsiteY4" fmla="*/ 35327 h 35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57" h="35475">
                        <a:moveTo>
                          <a:pt x="29016" y="35327"/>
                        </a:moveTo>
                        <a:cubicBezTo>
                          <a:pt x="24450" y="36923"/>
                          <a:pt x="14210" y="25176"/>
                          <a:pt x="9998" y="20742"/>
                        </a:cubicBezTo>
                        <a:cubicBezTo>
                          <a:pt x="5831" y="16132"/>
                          <a:pt x="-2592" y="4650"/>
                          <a:pt x="777" y="793"/>
                        </a:cubicBezTo>
                        <a:cubicBezTo>
                          <a:pt x="4324" y="-3241"/>
                          <a:pt x="15540" y="9216"/>
                          <a:pt x="18864" y="13250"/>
                        </a:cubicBezTo>
                        <a:cubicBezTo>
                          <a:pt x="22411" y="17152"/>
                          <a:pt x="33760" y="33643"/>
                          <a:pt x="29016" y="3532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22" name="Forme libre : forme 23021">
                    <a:extLst>
                      <a:ext uri="{FF2B5EF4-FFF2-40B4-BE49-F238E27FC236}">
                        <a16:creationId xmlns:a16="http://schemas.microsoft.com/office/drawing/2014/main" id="{BBB1E792-6EFD-4F84-B69C-8DEC0E31F848}"/>
                      </a:ext>
                    </a:extLst>
                  </p:cNvPr>
                  <p:cNvSpPr/>
                  <p:nvPr/>
                </p:nvSpPr>
                <p:spPr>
                  <a:xfrm>
                    <a:off x="4551060" y="1306566"/>
                    <a:ext cx="33320" cy="48888"/>
                  </a:xfrm>
                  <a:custGeom>
                    <a:avLst/>
                    <a:gdLst>
                      <a:gd name="connsiteX0" fmla="*/ 892 w 33320"/>
                      <a:gd name="connsiteY0" fmla="*/ 2971 h 48888"/>
                      <a:gd name="connsiteX1" fmla="*/ 804 w 33320"/>
                      <a:gd name="connsiteY1" fmla="*/ 10994 h 48888"/>
                      <a:gd name="connsiteX2" fmla="*/ 8916 w 33320"/>
                      <a:gd name="connsiteY2" fmla="*/ 30766 h 48888"/>
                      <a:gd name="connsiteX3" fmla="*/ 23457 w 33320"/>
                      <a:gd name="connsiteY3" fmla="*/ 45883 h 48888"/>
                      <a:gd name="connsiteX4" fmla="*/ 33077 w 33320"/>
                      <a:gd name="connsiteY4" fmla="*/ 47612 h 48888"/>
                      <a:gd name="connsiteX5" fmla="*/ 30949 w 33320"/>
                      <a:gd name="connsiteY5" fmla="*/ 40608 h 48888"/>
                      <a:gd name="connsiteX6" fmla="*/ 23590 w 33320"/>
                      <a:gd name="connsiteY6" fmla="*/ 21989 h 48888"/>
                      <a:gd name="connsiteX7" fmla="*/ 14945 w 33320"/>
                      <a:gd name="connsiteY7" fmla="*/ 3724 h 48888"/>
                      <a:gd name="connsiteX8" fmla="*/ 892 w 33320"/>
                      <a:gd name="connsiteY8" fmla="*/ 2971 h 48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320" h="48888">
                        <a:moveTo>
                          <a:pt x="892" y="2971"/>
                        </a:moveTo>
                        <a:cubicBezTo>
                          <a:pt x="-349" y="5896"/>
                          <a:pt x="-216" y="7315"/>
                          <a:pt x="804" y="10994"/>
                        </a:cubicBezTo>
                        <a:cubicBezTo>
                          <a:pt x="2754" y="17866"/>
                          <a:pt x="4084" y="23673"/>
                          <a:pt x="8916" y="30766"/>
                        </a:cubicBezTo>
                        <a:cubicBezTo>
                          <a:pt x="12773" y="36751"/>
                          <a:pt x="18580" y="42558"/>
                          <a:pt x="23457" y="45883"/>
                        </a:cubicBezTo>
                        <a:cubicBezTo>
                          <a:pt x="27181" y="48410"/>
                          <a:pt x="31525" y="50227"/>
                          <a:pt x="33077" y="47612"/>
                        </a:cubicBezTo>
                        <a:cubicBezTo>
                          <a:pt x="34007" y="46016"/>
                          <a:pt x="32057" y="43179"/>
                          <a:pt x="30949" y="40608"/>
                        </a:cubicBezTo>
                        <a:cubicBezTo>
                          <a:pt x="28377" y="34490"/>
                          <a:pt x="25274" y="28860"/>
                          <a:pt x="23590" y="21989"/>
                        </a:cubicBezTo>
                        <a:cubicBezTo>
                          <a:pt x="22082" y="16226"/>
                          <a:pt x="21152" y="9088"/>
                          <a:pt x="14945" y="3724"/>
                        </a:cubicBezTo>
                        <a:cubicBezTo>
                          <a:pt x="9182" y="-1108"/>
                          <a:pt x="2577" y="-1108"/>
                          <a:pt x="892" y="297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23" name="Forme libre : forme 23022">
                    <a:extLst>
                      <a:ext uri="{FF2B5EF4-FFF2-40B4-BE49-F238E27FC236}">
                        <a16:creationId xmlns:a16="http://schemas.microsoft.com/office/drawing/2014/main" id="{97969C6A-2E5E-4872-95E6-C97EB1EA5D14}"/>
                      </a:ext>
                    </a:extLst>
                  </p:cNvPr>
                  <p:cNvSpPr/>
                  <p:nvPr/>
                </p:nvSpPr>
                <p:spPr>
                  <a:xfrm>
                    <a:off x="4562939" y="1313641"/>
                    <a:ext cx="15348" cy="11927"/>
                  </a:xfrm>
                  <a:custGeom>
                    <a:avLst/>
                    <a:gdLst>
                      <a:gd name="connsiteX0" fmla="*/ 2446 w 15348"/>
                      <a:gd name="connsiteY0" fmla="*/ 461 h 11927"/>
                      <a:gd name="connsiteX1" fmla="*/ 362 w 15348"/>
                      <a:gd name="connsiteY1" fmla="*/ 62 h 11927"/>
                      <a:gd name="connsiteX2" fmla="*/ 495 w 15348"/>
                      <a:gd name="connsiteY2" fmla="*/ 1791 h 11927"/>
                      <a:gd name="connsiteX3" fmla="*/ 2756 w 15348"/>
                      <a:gd name="connsiteY3" fmla="*/ 4274 h 11927"/>
                      <a:gd name="connsiteX4" fmla="*/ 9051 w 15348"/>
                      <a:gd name="connsiteY4" fmla="*/ 9638 h 11927"/>
                      <a:gd name="connsiteX5" fmla="*/ 11578 w 15348"/>
                      <a:gd name="connsiteY5" fmla="*/ 11323 h 11927"/>
                      <a:gd name="connsiteX6" fmla="*/ 13262 w 15348"/>
                      <a:gd name="connsiteY6" fmla="*/ 7377 h 11927"/>
                      <a:gd name="connsiteX7" fmla="*/ 2446 w 15348"/>
                      <a:gd name="connsiteY7" fmla="*/ 461 h 119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348" h="11927">
                        <a:moveTo>
                          <a:pt x="2446" y="461"/>
                        </a:moveTo>
                        <a:cubicBezTo>
                          <a:pt x="1559" y="107"/>
                          <a:pt x="983" y="-115"/>
                          <a:pt x="362" y="62"/>
                        </a:cubicBezTo>
                        <a:cubicBezTo>
                          <a:pt x="-259" y="240"/>
                          <a:pt x="7" y="1038"/>
                          <a:pt x="495" y="1791"/>
                        </a:cubicBezTo>
                        <a:cubicBezTo>
                          <a:pt x="1027" y="2589"/>
                          <a:pt x="1958" y="3565"/>
                          <a:pt x="2756" y="4274"/>
                        </a:cubicBezTo>
                        <a:cubicBezTo>
                          <a:pt x="4751" y="6136"/>
                          <a:pt x="6923" y="8042"/>
                          <a:pt x="9051" y="9638"/>
                        </a:cubicBezTo>
                        <a:cubicBezTo>
                          <a:pt x="9938" y="10303"/>
                          <a:pt x="10736" y="10924"/>
                          <a:pt x="11578" y="11323"/>
                        </a:cubicBezTo>
                        <a:cubicBezTo>
                          <a:pt x="15080" y="12963"/>
                          <a:pt x="17119" y="11145"/>
                          <a:pt x="13262" y="7377"/>
                        </a:cubicBezTo>
                        <a:cubicBezTo>
                          <a:pt x="10337" y="4496"/>
                          <a:pt x="5859" y="1969"/>
                          <a:pt x="2446" y="46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24" name="Forme libre : forme 23023">
                    <a:extLst>
                      <a:ext uri="{FF2B5EF4-FFF2-40B4-BE49-F238E27FC236}">
                        <a16:creationId xmlns:a16="http://schemas.microsoft.com/office/drawing/2014/main" id="{02C981BC-8EB3-4E59-863F-2CAE543AB131}"/>
                      </a:ext>
                    </a:extLst>
                  </p:cNvPr>
                  <p:cNvSpPr/>
                  <p:nvPr/>
                </p:nvSpPr>
                <p:spPr>
                  <a:xfrm>
                    <a:off x="4575182" y="1359054"/>
                    <a:ext cx="26820" cy="14074"/>
                  </a:xfrm>
                  <a:custGeom>
                    <a:avLst/>
                    <a:gdLst>
                      <a:gd name="connsiteX0" fmla="*/ 26820 w 26820"/>
                      <a:gd name="connsiteY0" fmla="*/ 14053 h 14074"/>
                      <a:gd name="connsiteX1" fmla="*/ 0 w 26820"/>
                      <a:gd name="connsiteY1" fmla="*/ 0 h 14074"/>
                      <a:gd name="connsiteX2" fmla="*/ 26820 w 26820"/>
                      <a:gd name="connsiteY2" fmla="*/ 14053 h 14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820" h="14074">
                        <a:moveTo>
                          <a:pt x="26820" y="14053"/>
                        </a:moveTo>
                        <a:cubicBezTo>
                          <a:pt x="19195" y="14585"/>
                          <a:pt x="7403" y="5231"/>
                          <a:pt x="0" y="0"/>
                        </a:cubicBezTo>
                        <a:cubicBezTo>
                          <a:pt x="8024" y="5763"/>
                          <a:pt x="18663" y="11083"/>
                          <a:pt x="26820" y="1405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25" name="Forme libre : forme 23024">
                    <a:extLst>
                      <a:ext uri="{FF2B5EF4-FFF2-40B4-BE49-F238E27FC236}">
                        <a16:creationId xmlns:a16="http://schemas.microsoft.com/office/drawing/2014/main" id="{FED40134-C56F-463F-A1B3-C76116DEF6F6}"/>
                      </a:ext>
                    </a:extLst>
                  </p:cNvPr>
                  <p:cNvSpPr/>
                  <p:nvPr/>
                </p:nvSpPr>
                <p:spPr>
                  <a:xfrm>
                    <a:off x="4548760" y="1298586"/>
                    <a:ext cx="30943" cy="14983"/>
                  </a:xfrm>
                  <a:custGeom>
                    <a:avLst/>
                    <a:gdLst>
                      <a:gd name="connsiteX0" fmla="*/ 30943 w 30943"/>
                      <a:gd name="connsiteY0" fmla="*/ 14984 h 14983"/>
                      <a:gd name="connsiteX1" fmla="*/ 23628 w 30943"/>
                      <a:gd name="connsiteY1" fmla="*/ 9044 h 14983"/>
                      <a:gd name="connsiteX2" fmla="*/ 15693 w 30943"/>
                      <a:gd name="connsiteY2" fmla="*/ 4699 h 14983"/>
                      <a:gd name="connsiteX3" fmla="*/ 0 w 30943"/>
                      <a:gd name="connsiteY3" fmla="*/ 0 h 14983"/>
                      <a:gd name="connsiteX4" fmla="*/ 15649 w 30943"/>
                      <a:gd name="connsiteY4" fmla="*/ 5364 h 14983"/>
                      <a:gd name="connsiteX5" fmla="*/ 30943 w 30943"/>
                      <a:gd name="connsiteY5" fmla="*/ 14984 h 14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943" h="14983">
                        <a:moveTo>
                          <a:pt x="30943" y="14984"/>
                        </a:moveTo>
                        <a:cubicBezTo>
                          <a:pt x="28593" y="12767"/>
                          <a:pt x="26155" y="10772"/>
                          <a:pt x="23628" y="9044"/>
                        </a:cubicBezTo>
                        <a:cubicBezTo>
                          <a:pt x="21013" y="7359"/>
                          <a:pt x="18353" y="5940"/>
                          <a:pt x="15693" y="4699"/>
                        </a:cubicBezTo>
                        <a:cubicBezTo>
                          <a:pt x="10418" y="2217"/>
                          <a:pt x="4921" y="798"/>
                          <a:pt x="0" y="0"/>
                        </a:cubicBezTo>
                        <a:cubicBezTo>
                          <a:pt x="4655" y="532"/>
                          <a:pt x="10240" y="2527"/>
                          <a:pt x="15649" y="5364"/>
                        </a:cubicBezTo>
                        <a:cubicBezTo>
                          <a:pt x="21102" y="8157"/>
                          <a:pt x="26466" y="11703"/>
                          <a:pt x="30943" y="149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26" name="Forme libre : forme 23025">
                    <a:extLst>
                      <a:ext uri="{FF2B5EF4-FFF2-40B4-BE49-F238E27FC236}">
                        <a16:creationId xmlns:a16="http://schemas.microsoft.com/office/drawing/2014/main" id="{6A82B152-4C86-4FBF-8D9E-B925D751653A}"/>
                      </a:ext>
                    </a:extLst>
                  </p:cNvPr>
                  <p:cNvSpPr/>
                  <p:nvPr/>
                </p:nvSpPr>
                <p:spPr>
                  <a:xfrm>
                    <a:off x="4580381" y="1335729"/>
                    <a:ext cx="10170" cy="13929"/>
                  </a:xfrm>
                  <a:custGeom>
                    <a:avLst/>
                    <a:gdLst>
                      <a:gd name="connsiteX0" fmla="*/ 9563 w 10170"/>
                      <a:gd name="connsiteY0" fmla="*/ 13927 h 13929"/>
                      <a:gd name="connsiteX1" fmla="*/ 2869 w 10170"/>
                      <a:gd name="connsiteY1" fmla="*/ 6789 h 13929"/>
                      <a:gd name="connsiteX2" fmla="*/ 697 w 10170"/>
                      <a:gd name="connsiteY2" fmla="*/ 7 h 13929"/>
                      <a:gd name="connsiteX3" fmla="*/ 7169 w 10170"/>
                      <a:gd name="connsiteY3" fmla="*/ 6701 h 13929"/>
                      <a:gd name="connsiteX4" fmla="*/ 9563 w 10170"/>
                      <a:gd name="connsiteY4" fmla="*/ 13927 h 13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70" h="13929">
                        <a:moveTo>
                          <a:pt x="9563" y="13927"/>
                        </a:moveTo>
                        <a:cubicBezTo>
                          <a:pt x="7612" y="14060"/>
                          <a:pt x="4066" y="8430"/>
                          <a:pt x="2869" y="6789"/>
                        </a:cubicBezTo>
                        <a:cubicBezTo>
                          <a:pt x="1761" y="5061"/>
                          <a:pt x="-1387" y="184"/>
                          <a:pt x="697" y="7"/>
                        </a:cubicBezTo>
                        <a:cubicBezTo>
                          <a:pt x="2825" y="-215"/>
                          <a:pt x="6149" y="5016"/>
                          <a:pt x="7169" y="6701"/>
                        </a:cubicBezTo>
                        <a:cubicBezTo>
                          <a:pt x="8233" y="8297"/>
                          <a:pt x="11514" y="13794"/>
                          <a:pt x="9563" y="1392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27" name="Forme libre : forme 23026">
                    <a:extLst>
                      <a:ext uri="{FF2B5EF4-FFF2-40B4-BE49-F238E27FC236}">
                        <a16:creationId xmlns:a16="http://schemas.microsoft.com/office/drawing/2014/main" id="{ECA56AC3-CBB3-4D4C-938E-26F47A1C8620}"/>
                      </a:ext>
                    </a:extLst>
                  </p:cNvPr>
                  <p:cNvSpPr/>
                  <p:nvPr/>
                </p:nvSpPr>
                <p:spPr>
                  <a:xfrm>
                    <a:off x="4588824" y="1347561"/>
                    <a:ext cx="3142" cy="4004"/>
                  </a:xfrm>
                  <a:custGeom>
                    <a:avLst/>
                    <a:gdLst>
                      <a:gd name="connsiteX0" fmla="*/ 3026 w 3142"/>
                      <a:gd name="connsiteY0" fmla="*/ 3868 h 4004"/>
                      <a:gd name="connsiteX1" fmla="*/ 1076 w 3142"/>
                      <a:gd name="connsiteY1" fmla="*/ 2627 h 4004"/>
                      <a:gd name="connsiteX2" fmla="*/ 100 w 3142"/>
                      <a:gd name="connsiteY2" fmla="*/ 144 h 4004"/>
                      <a:gd name="connsiteX3" fmla="*/ 2007 w 3142"/>
                      <a:gd name="connsiteY3" fmla="*/ 1341 h 4004"/>
                      <a:gd name="connsiteX4" fmla="*/ 3026 w 3142"/>
                      <a:gd name="connsiteY4" fmla="*/ 3868 h 4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2" h="4004">
                        <a:moveTo>
                          <a:pt x="3026" y="3868"/>
                        </a:moveTo>
                        <a:cubicBezTo>
                          <a:pt x="2627" y="4400"/>
                          <a:pt x="1563" y="3247"/>
                          <a:pt x="1076" y="2627"/>
                        </a:cubicBezTo>
                        <a:cubicBezTo>
                          <a:pt x="588" y="2006"/>
                          <a:pt x="-299" y="676"/>
                          <a:pt x="100" y="144"/>
                        </a:cubicBezTo>
                        <a:cubicBezTo>
                          <a:pt x="499" y="-388"/>
                          <a:pt x="1519" y="676"/>
                          <a:pt x="2007" y="1341"/>
                        </a:cubicBezTo>
                        <a:cubicBezTo>
                          <a:pt x="2539" y="1962"/>
                          <a:pt x="3470" y="3336"/>
                          <a:pt x="3026" y="38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28" name="Forme libre : forme 23027">
                    <a:extLst>
                      <a:ext uri="{FF2B5EF4-FFF2-40B4-BE49-F238E27FC236}">
                        <a16:creationId xmlns:a16="http://schemas.microsoft.com/office/drawing/2014/main" id="{E9C38BA5-89A5-4A0D-8BF5-2C1F4E6A498E}"/>
                      </a:ext>
                    </a:extLst>
                  </p:cNvPr>
                  <p:cNvSpPr/>
                  <p:nvPr/>
                </p:nvSpPr>
                <p:spPr>
                  <a:xfrm>
                    <a:off x="4587430" y="1329263"/>
                    <a:ext cx="17435" cy="40550"/>
                  </a:xfrm>
                  <a:custGeom>
                    <a:avLst/>
                    <a:gdLst>
                      <a:gd name="connsiteX0" fmla="*/ 16611 w 17435"/>
                      <a:gd name="connsiteY0" fmla="*/ 27529 h 40550"/>
                      <a:gd name="connsiteX1" fmla="*/ 16788 w 17435"/>
                      <a:gd name="connsiteY1" fmla="*/ 39721 h 40550"/>
                      <a:gd name="connsiteX2" fmla="*/ 12932 w 17435"/>
                      <a:gd name="connsiteY2" fmla="*/ 38923 h 40550"/>
                      <a:gd name="connsiteX3" fmla="*/ 11424 w 17435"/>
                      <a:gd name="connsiteY3" fmla="*/ 34002 h 40550"/>
                      <a:gd name="connsiteX4" fmla="*/ 7656 w 17435"/>
                      <a:gd name="connsiteY4" fmla="*/ 18619 h 40550"/>
                      <a:gd name="connsiteX5" fmla="*/ 2337 w 17435"/>
                      <a:gd name="connsiteY5" fmla="*/ 7935 h 40550"/>
                      <a:gd name="connsiteX6" fmla="*/ 1273 w 17435"/>
                      <a:gd name="connsiteY6" fmla="*/ 0 h 40550"/>
                      <a:gd name="connsiteX7" fmla="*/ 9474 w 17435"/>
                      <a:gd name="connsiteY7" fmla="*/ 6650 h 40550"/>
                      <a:gd name="connsiteX8" fmla="*/ 15060 w 17435"/>
                      <a:gd name="connsiteY8" fmla="*/ 16713 h 40550"/>
                      <a:gd name="connsiteX9" fmla="*/ 16611 w 17435"/>
                      <a:gd name="connsiteY9" fmla="*/ 27529 h 405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435" h="40550">
                        <a:moveTo>
                          <a:pt x="16611" y="27529"/>
                        </a:moveTo>
                        <a:cubicBezTo>
                          <a:pt x="17409" y="32362"/>
                          <a:pt x="17897" y="35864"/>
                          <a:pt x="16788" y="39721"/>
                        </a:cubicBezTo>
                        <a:cubicBezTo>
                          <a:pt x="16345" y="41139"/>
                          <a:pt x="14217" y="40651"/>
                          <a:pt x="12932" y="38923"/>
                        </a:cubicBezTo>
                        <a:cubicBezTo>
                          <a:pt x="11646" y="37194"/>
                          <a:pt x="11557" y="35642"/>
                          <a:pt x="11424" y="34002"/>
                        </a:cubicBezTo>
                        <a:cubicBezTo>
                          <a:pt x="10892" y="28948"/>
                          <a:pt x="9518" y="24027"/>
                          <a:pt x="7656" y="18619"/>
                        </a:cubicBezTo>
                        <a:cubicBezTo>
                          <a:pt x="7036" y="16979"/>
                          <a:pt x="4464" y="12191"/>
                          <a:pt x="2337" y="7935"/>
                        </a:cubicBezTo>
                        <a:cubicBezTo>
                          <a:pt x="297" y="3591"/>
                          <a:pt x="-1166" y="0"/>
                          <a:pt x="1273" y="0"/>
                        </a:cubicBezTo>
                        <a:cubicBezTo>
                          <a:pt x="3711" y="0"/>
                          <a:pt x="6770" y="3014"/>
                          <a:pt x="9474" y="6650"/>
                        </a:cubicBezTo>
                        <a:cubicBezTo>
                          <a:pt x="12089" y="10285"/>
                          <a:pt x="14262" y="14452"/>
                          <a:pt x="15060" y="16713"/>
                        </a:cubicBezTo>
                        <a:cubicBezTo>
                          <a:pt x="16700" y="21279"/>
                          <a:pt x="16035" y="23894"/>
                          <a:pt x="16611" y="2752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67" name="Graphique 2">
                  <a:extLst>
                    <a:ext uri="{FF2B5EF4-FFF2-40B4-BE49-F238E27FC236}">
                      <a16:creationId xmlns:a16="http://schemas.microsoft.com/office/drawing/2014/main" id="{11CD6E62-B14B-4447-8705-51B34D33D414}"/>
                    </a:ext>
                  </a:extLst>
                </p:cNvPr>
                <p:cNvGrpSpPr/>
                <p:nvPr/>
              </p:nvGrpSpPr>
              <p:grpSpPr>
                <a:xfrm>
                  <a:off x="4602157" y="1372270"/>
                  <a:ext cx="63949" cy="80543"/>
                  <a:chOff x="4602157" y="1372270"/>
                  <a:chExt cx="63949" cy="80543"/>
                </a:xfrm>
                <a:solidFill>
                  <a:schemeClr val="accent1"/>
                </a:solidFill>
              </p:grpSpPr>
              <p:sp>
                <p:nvSpPr>
                  <p:cNvPr id="23005" name="Forme libre : forme 23004">
                    <a:extLst>
                      <a:ext uri="{FF2B5EF4-FFF2-40B4-BE49-F238E27FC236}">
                        <a16:creationId xmlns:a16="http://schemas.microsoft.com/office/drawing/2014/main" id="{B99A282D-53F7-4C2C-8DD8-6AD8D4A910AD}"/>
                      </a:ext>
                    </a:extLst>
                  </p:cNvPr>
                  <p:cNvSpPr/>
                  <p:nvPr/>
                </p:nvSpPr>
                <p:spPr>
                  <a:xfrm>
                    <a:off x="4602157" y="1372270"/>
                    <a:ext cx="63949" cy="80543"/>
                  </a:xfrm>
                  <a:custGeom>
                    <a:avLst/>
                    <a:gdLst>
                      <a:gd name="connsiteX0" fmla="*/ 27773 w 63949"/>
                      <a:gd name="connsiteY0" fmla="*/ 65825 h 80543"/>
                      <a:gd name="connsiteX1" fmla="*/ 7248 w 63949"/>
                      <a:gd name="connsiteY1" fmla="*/ 38651 h 80543"/>
                      <a:gd name="connsiteX2" fmla="*/ 1041 w 63949"/>
                      <a:gd name="connsiteY2" fmla="*/ 5402 h 80543"/>
                      <a:gd name="connsiteX3" fmla="*/ 9642 w 63949"/>
                      <a:gd name="connsiteY3" fmla="*/ 260 h 80543"/>
                      <a:gd name="connsiteX4" fmla="*/ 36551 w 63949"/>
                      <a:gd name="connsiteY4" fmla="*/ 19322 h 80543"/>
                      <a:gd name="connsiteX5" fmla="*/ 54017 w 63949"/>
                      <a:gd name="connsiteY5" fmla="*/ 42552 h 80543"/>
                      <a:gd name="connsiteX6" fmla="*/ 61952 w 63949"/>
                      <a:gd name="connsiteY6" fmla="*/ 57669 h 80543"/>
                      <a:gd name="connsiteX7" fmla="*/ 62440 w 63949"/>
                      <a:gd name="connsiteY7" fmla="*/ 59486 h 80543"/>
                      <a:gd name="connsiteX8" fmla="*/ 62617 w 63949"/>
                      <a:gd name="connsiteY8" fmla="*/ 60949 h 80543"/>
                      <a:gd name="connsiteX9" fmla="*/ 62839 w 63949"/>
                      <a:gd name="connsiteY9" fmla="*/ 64008 h 80543"/>
                      <a:gd name="connsiteX10" fmla="*/ 63592 w 63949"/>
                      <a:gd name="connsiteY10" fmla="*/ 70126 h 80543"/>
                      <a:gd name="connsiteX11" fmla="*/ 60977 w 63949"/>
                      <a:gd name="connsiteY11" fmla="*/ 79612 h 80543"/>
                      <a:gd name="connsiteX12" fmla="*/ 43156 w 63949"/>
                      <a:gd name="connsiteY12" fmla="*/ 77352 h 80543"/>
                      <a:gd name="connsiteX13" fmla="*/ 27773 w 63949"/>
                      <a:gd name="connsiteY13" fmla="*/ 65825 h 80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3949" h="80543">
                        <a:moveTo>
                          <a:pt x="27773" y="65825"/>
                        </a:moveTo>
                        <a:cubicBezTo>
                          <a:pt x="22143" y="59885"/>
                          <a:pt x="11504" y="45788"/>
                          <a:pt x="7248" y="38651"/>
                        </a:cubicBezTo>
                        <a:cubicBezTo>
                          <a:pt x="-865" y="25351"/>
                          <a:pt x="-865" y="16086"/>
                          <a:pt x="1041" y="5402"/>
                        </a:cubicBezTo>
                        <a:cubicBezTo>
                          <a:pt x="1706" y="1723"/>
                          <a:pt x="6095" y="-848"/>
                          <a:pt x="9642" y="260"/>
                        </a:cubicBezTo>
                        <a:cubicBezTo>
                          <a:pt x="19882" y="3408"/>
                          <a:pt x="28172" y="8506"/>
                          <a:pt x="36551" y="19322"/>
                        </a:cubicBezTo>
                        <a:cubicBezTo>
                          <a:pt x="40939" y="25130"/>
                          <a:pt x="49540" y="36611"/>
                          <a:pt x="54017" y="42552"/>
                        </a:cubicBezTo>
                        <a:cubicBezTo>
                          <a:pt x="58140" y="48049"/>
                          <a:pt x="60534" y="52881"/>
                          <a:pt x="61952" y="57669"/>
                        </a:cubicBezTo>
                        <a:cubicBezTo>
                          <a:pt x="62130" y="58245"/>
                          <a:pt x="62263" y="58865"/>
                          <a:pt x="62440" y="59486"/>
                        </a:cubicBezTo>
                        <a:cubicBezTo>
                          <a:pt x="62573" y="60107"/>
                          <a:pt x="62573" y="60417"/>
                          <a:pt x="62617" y="60949"/>
                        </a:cubicBezTo>
                        <a:cubicBezTo>
                          <a:pt x="62706" y="61924"/>
                          <a:pt x="62750" y="62944"/>
                          <a:pt x="62839" y="64008"/>
                        </a:cubicBezTo>
                        <a:cubicBezTo>
                          <a:pt x="62972" y="65737"/>
                          <a:pt x="63061" y="68175"/>
                          <a:pt x="63592" y="70126"/>
                        </a:cubicBezTo>
                        <a:cubicBezTo>
                          <a:pt x="64124" y="73096"/>
                          <a:pt x="64568" y="78238"/>
                          <a:pt x="60977" y="79612"/>
                        </a:cubicBezTo>
                        <a:cubicBezTo>
                          <a:pt x="55569" y="81474"/>
                          <a:pt x="49096" y="80455"/>
                          <a:pt x="43156" y="77352"/>
                        </a:cubicBezTo>
                        <a:cubicBezTo>
                          <a:pt x="38102" y="75046"/>
                          <a:pt x="33004" y="71411"/>
                          <a:pt x="27773" y="6582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06" name="Forme libre : forme 23005">
                    <a:extLst>
                      <a:ext uri="{FF2B5EF4-FFF2-40B4-BE49-F238E27FC236}">
                        <a16:creationId xmlns:a16="http://schemas.microsoft.com/office/drawing/2014/main" id="{56D06C07-9F39-46D5-8FC5-75A3468A4717}"/>
                      </a:ext>
                    </a:extLst>
                  </p:cNvPr>
                  <p:cNvSpPr/>
                  <p:nvPr/>
                </p:nvSpPr>
                <p:spPr>
                  <a:xfrm>
                    <a:off x="4602254" y="1373860"/>
                    <a:ext cx="61013" cy="78953"/>
                  </a:xfrm>
                  <a:custGeom>
                    <a:avLst/>
                    <a:gdLst>
                      <a:gd name="connsiteX0" fmla="*/ 20406 w 61013"/>
                      <a:gd name="connsiteY0" fmla="*/ 34046 h 78953"/>
                      <a:gd name="connsiteX1" fmla="*/ 3427 w 61013"/>
                      <a:gd name="connsiteY1" fmla="*/ 0 h 78953"/>
                      <a:gd name="connsiteX2" fmla="*/ 1033 w 61013"/>
                      <a:gd name="connsiteY2" fmla="*/ 3768 h 78953"/>
                      <a:gd name="connsiteX3" fmla="*/ 235 w 61013"/>
                      <a:gd name="connsiteY3" fmla="*/ 9177 h 78953"/>
                      <a:gd name="connsiteX4" fmla="*/ 1654 w 61013"/>
                      <a:gd name="connsiteY4" fmla="*/ 25091 h 78953"/>
                      <a:gd name="connsiteX5" fmla="*/ 7195 w 61013"/>
                      <a:gd name="connsiteY5" fmla="*/ 37016 h 78953"/>
                      <a:gd name="connsiteX6" fmla="*/ 10166 w 61013"/>
                      <a:gd name="connsiteY6" fmla="*/ 41582 h 78953"/>
                      <a:gd name="connsiteX7" fmla="*/ 26036 w 61013"/>
                      <a:gd name="connsiteY7" fmla="*/ 62285 h 78953"/>
                      <a:gd name="connsiteX8" fmla="*/ 27721 w 61013"/>
                      <a:gd name="connsiteY8" fmla="*/ 64191 h 78953"/>
                      <a:gd name="connsiteX9" fmla="*/ 38670 w 61013"/>
                      <a:gd name="connsiteY9" fmla="*/ 73323 h 78953"/>
                      <a:gd name="connsiteX10" fmla="*/ 42350 w 61013"/>
                      <a:gd name="connsiteY10" fmla="*/ 75318 h 78953"/>
                      <a:gd name="connsiteX11" fmla="*/ 46650 w 61013"/>
                      <a:gd name="connsiteY11" fmla="*/ 77224 h 78953"/>
                      <a:gd name="connsiteX12" fmla="*/ 55428 w 61013"/>
                      <a:gd name="connsiteY12" fmla="*/ 78953 h 78953"/>
                      <a:gd name="connsiteX13" fmla="*/ 60836 w 61013"/>
                      <a:gd name="connsiteY13" fmla="*/ 78023 h 78953"/>
                      <a:gd name="connsiteX14" fmla="*/ 61013 w 61013"/>
                      <a:gd name="connsiteY14" fmla="*/ 77934 h 78953"/>
                      <a:gd name="connsiteX15" fmla="*/ 48290 w 61013"/>
                      <a:gd name="connsiteY15" fmla="*/ 68048 h 78953"/>
                      <a:gd name="connsiteX16" fmla="*/ 38626 w 61013"/>
                      <a:gd name="connsiteY16" fmla="*/ 56877 h 78953"/>
                      <a:gd name="connsiteX17" fmla="*/ 20406 w 61013"/>
                      <a:gd name="connsiteY17" fmla="*/ 34046 h 78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1013" h="78953">
                        <a:moveTo>
                          <a:pt x="20406" y="34046"/>
                        </a:moveTo>
                        <a:cubicBezTo>
                          <a:pt x="12116" y="23628"/>
                          <a:pt x="4669" y="11393"/>
                          <a:pt x="3427" y="0"/>
                        </a:cubicBezTo>
                        <a:cubicBezTo>
                          <a:pt x="2230" y="975"/>
                          <a:pt x="1299" y="2261"/>
                          <a:pt x="1033" y="3768"/>
                        </a:cubicBezTo>
                        <a:cubicBezTo>
                          <a:pt x="679" y="5586"/>
                          <a:pt x="413" y="7403"/>
                          <a:pt x="235" y="9177"/>
                        </a:cubicBezTo>
                        <a:cubicBezTo>
                          <a:pt x="-252" y="14319"/>
                          <a:pt x="-75" y="19417"/>
                          <a:pt x="1654" y="25091"/>
                        </a:cubicBezTo>
                        <a:cubicBezTo>
                          <a:pt x="2762" y="28771"/>
                          <a:pt x="4580" y="32672"/>
                          <a:pt x="7195" y="37016"/>
                        </a:cubicBezTo>
                        <a:cubicBezTo>
                          <a:pt x="8038" y="38302"/>
                          <a:pt x="9057" y="39853"/>
                          <a:pt x="10166" y="41582"/>
                        </a:cubicBezTo>
                        <a:cubicBezTo>
                          <a:pt x="14643" y="48188"/>
                          <a:pt x="21337" y="57010"/>
                          <a:pt x="26036" y="62285"/>
                        </a:cubicBezTo>
                        <a:cubicBezTo>
                          <a:pt x="26657" y="62950"/>
                          <a:pt x="27233" y="63615"/>
                          <a:pt x="27721" y="64191"/>
                        </a:cubicBezTo>
                        <a:cubicBezTo>
                          <a:pt x="31444" y="68137"/>
                          <a:pt x="35035" y="71151"/>
                          <a:pt x="38670" y="73323"/>
                        </a:cubicBezTo>
                        <a:cubicBezTo>
                          <a:pt x="39912" y="74077"/>
                          <a:pt x="41153" y="74742"/>
                          <a:pt x="42350" y="75318"/>
                        </a:cubicBezTo>
                        <a:cubicBezTo>
                          <a:pt x="43547" y="75895"/>
                          <a:pt x="45276" y="76737"/>
                          <a:pt x="46650" y="77224"/>
                        </a:cubicBezTo>
                        <a:cubicBezTo>
                          <a:pt x="49354" y="78333"/>
                          <a:pt x="52723" y="78865"/>
                          <a:pt x="55428" y="78953"/>
                        </a:cubicBezTo>
                        <a:cubicBezTo>
                          <a:pt x="57378" y="78865"/>
                          <a:pt x="59240" y="78510"/>
                          <a:pt x="60836" y="78023"/>
                        </a:cubicBezTo>
                        <a:lnTo>
                          <a:pt x="61013" y="77934"/>
                        </a:lnTo>
                        <a:cubicBezTo>
                          <a:pt x="55472" y="75895"/>
                          <a:pt x="51571" y="71683"/>
                          <a:pt x="48290" y="68048"/>
                        </a:cubicBezTo>
                        <a:cubicBezTo>
                          <a:pt x="45010" y="64413"/>
                          <a:pt x="41818" y="60645"/>
                          <a:pt x="38626" y="56877"/>
                        </a:cubicBezTo>
                        <a:cubicBezTo>
                          <a:pt x="32375" y="49207"/>
                          <a:pt x="26346" y="41494"/>
                          <a:pt x="20406" y="3404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07" name="Forme libre : forme 23006">
                    <a:extLst>
                      <a:ext uri="{FF2B5EF4-FFF2-40B4-BE49-F238E27FC236}">
                        <a16:creationId xmlns:a16="http://schemas.microsoft.com/office/drawing/2014/main" id="{2773BC4D-D801-445E-B05A-A226855B05E3}"/>
                      </a:ext>
                    </a:extLst>
                  </p:cNvPr>
                  <p:cNvSpPr/>
                  <p:nvPr/>
                </p:nvSpPr>
                <p:spPr>
                  <a:xfrm>
                    <a:off x="4622875" y="1401451"/>
                    <a:ext cx="29104" cy="36515"/>
                  </a:xfrm>
                  <a:custGeom>
                    <a:avLst/>
                    <a:gdLst>
                      <a:gd name="connsiteX0" fmla="*/ 28512 w 29104"/>
                      <a:gd name="connsiteY0" fmla="*/ 35936 h 36515"/>
                      <a:gd name="connsiteX1" fmla="*/ 8962 w 29104"/>
                      <a:gd name="connsiteY1" fmla="*/ 21617 h 36515"/>
                      <a:gd name="connsiteX2" fmla="*/ 1160 w 29104"/>
                      <a:gd name="connsiteY2" fmla="*/ 471 h 36515"/>
                      <a:gd name="connsiteX3" fmla="*/ 18005 w 29104"/>
                      <a:gd name="connsiteY3" fmla="*/ 14435 h 36515"/>
                      <a:gd name="connsiteX4" fmla="*/ 28512 w 29104"/>
                      <a:gd name="connsiteY4" fmla="*/ 35936 h 36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04" h="36515">
                        <a:moveTo>
                          <a:pt x="28512" y="35936"/>
                        </a:moveTo>
                        <a:cubicBezTo>
                          <a:pt x="25054" y="39393"/>
                          <a:pt x="12597" y="26449"/>
                          <a:pt x="8962" y="21617"/>
                        </a:cubicBezTo>
                        <a:cubicBezTo>
                          <a:pt x="5105" y="16962"/>
                          <a:pt x="-3008" y="3530"/>
                          <a:pt x="1160" y="471"/>
                        </a:cubicBezTo>
                        <a:cubicBezTo>
                          <a:pt x="5282" y="-2588"/>
                          <a:pt x="14725" y="10091"/>
                          <a:pt x="18005" y="14435"/>
                        </a:cubicBezTo>
                        <a:cubicBezTo>
                          <a:pt x="21109" y="18913"/>
                          <a:pt x="31704" y="32700"/>
                          <a:pt x="28512" y="3593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08" name="Forme libre : forme 23007">
                    <a:extLst>
                      <a:ext uri="{FF2B5EF4-FFF2-40B4-BE49-F238E27FC236}">
                        <a16:creationId xmlns:a16="http://schemas.microsoft.com/office/drawing/2014/main" id="{706C236B-82D2-4D7F-96B1-E1F65454CE83}"/>
                      </a:ext>
                    </a:extLst>
                  </p:cNvPr>
                  <p:cNvSpPr/>
                  <p:nvPr/>
                </p:nvSpPr>
                <p:spPr>
                  <a:xfrm>
                    <a:off x="4623001" y="1401064"/>
                    <a:ext cx="15618" cy="29318"/>
                  </a:xfrm>
                  <a:custGeom>
                    <a:avLst/>
                    <a:gdLst>
                      <a:gd name="connsiteX0" fmla="*/ 10210 w 15618"/>
                      <a:gd name="connsiteY0" fmla="*/ 5778 h 29318"/>
                      <a:gd name="connsiteX1" fmla="*/ 856 w 15618"/>
                      <a:gd name="connsiteY1" fmla="*/ 680 h 29318"/>
                      <a:gd name="connsiteX2" fmla="*/ 8969 w 15618"/>
                      <a:gd name="connsiteY2" fmla="*/ 22225 h 29318"/>
                      <a:gd name="connsiteX3" fmla="*/ 15618 w 15618"/>
                      <a:gd name="connsiteY3" fmla="*/ 29318 h 29318"/>
                      <a:gd name="connsiteX4" fmla="*/ 12604 w 15618"/>
                      <a:gd name="connsiteY4" fmla="*/ 25062 h 29318"/>
                      <a:gd name="connsiteX5" fmla="*/ 10210 w 15618"/>
                      <a:gd name="connsiteY5" fmla="*/ 5778 h 29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618" h="29318">
                        <a:moveTo>
                          <a:pt x="10210" y="5778"/>
                        </a:moveTo>
                        <a:cubicBezTo>
                          <a:pt x="7816" y="4094"/>
                          <a:pt x="2895" y="-2024"/>
                          <a:pt x="856" y="680"/>
                        </a:cubicBezTo>
                        <a:cubicBezTo>
                          <a:pt x="-2380" y="4980"/>
                          <a:pt x="4270" y="16240"/>
                          <a:pt x="8969" y="22225"/>
                        </a:cubicBezTo>
                        <a:cubicBezTo>
                          <a:pt x="10254" y="23998"/>
                          <a:pt x="13756" y="27633"/>
                          <a:pt x="15618" y="29318"/>
                        </a:cubicBezTo>
                        <a:cubicBezTo>
                          <a:pt x="14732" y="28165"/>
                          <a:pt x="13224" y="26304"/>
                          <a:pt x="12604" y="25062"/>
                        </a:cubicBezTo>
                        <a:cubicBezTo>
                          <a:pt x="9146" y="18102"/>
                          <a:pt x="5910" y="9414"/>
                          <a:pt x="10210" y="577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09" name="Forme libre : forme 23008">
                    <a:extLst>
                      <a:ext uri="{FF2B5EF4-FFF2-40B4-BE49-F238E27FC236}">
                        <a16:creationId xmlns:a16="http://schemas.microsoft.com/office/drawing/2014/main" id="{2176C133-0DFB-4CAB-BD61-5C98ADBE5BF1}"/>
                      </a:ext>
                    </a:extLst>
                  </p:cNvPr>
                  <p:cNvSpPr/>
                  <p:nvPr/>
                </p:nvSpPr>
                <p:spPr>
                  <a:xfrm>
                    <a:off x="4623149" y="1403983"/>
                    <a:ext cx="29910" cy="36275"/>
                  </a:xfrm>
                  <a:custGeom>
                    <a:avLst/>
                    <a:gdLst>
                      <a:gd name="connsiteX0" fmla="*/ 28991 w 29910"/>
                      <a:gd name="connsiteY0" fmla="*/ 35975 h 36275"/>
                      <a:gd name="connsiteX1" fmla="*/ 8909 w 29910"/>
                      <a:gd name="connsiteY1" fmla="*/ 21612 h 36275"/>
                      <a:gd name="connsiteX2" fmla="*/ 1151 w 29910"/>
                      <a:gd name="connsiteY2" fmla="*/ 555 h 36275"/>
                      <a:gd name="connsiteX3" fmla="*/ 18041 w 29910"/>
                      <a:gd name="connsiteY3" fmla="*/ 14430 h 36275"/>
                      <a:gd name="connsiteX4" fmla="*/ 26198 w 29910"/>
                      <a:gd name="connsiteY4" fmla="*/ 25956 h 36275"/>
                      <a:gd name="connsiteX5" fmla="*/ 28991 w 29910"/>
                      <a:gd name="connsiteY5" fmla="*/ 35975 h 36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10" h="36275">
                        <a:moveTo>
                          <a:pt x="28991" y="35975"/>
                        </a:moveTo>
                        <a:cubicBezTo>
                          <a:pt x="24558" y="38280"/>
                          <a:pt x="13032" y="26710"/>
                          <a:pt x="8909" y="21612"/>
                        </a:cubicBezTo>
                        <a:cubicBezTo>
                          <a:pt x="4653" y="16602"/>
                          <a:pt x="-2883" y="4012"/>
                          <a:pt x="1151" y="555"/>
                        </a:cubicBezTo>
                        <a:cubicBezTo>
                          <a:pt x="5052" y="-2859"/>
                          <a:pt x="14849" y="10440"/>
                          <a:pt x="18041" y="14430"/>
                        </a:cubicBezTo>
                        <a:cubicBezTo>
                          <a:pt x="19637" y="16425"/>
                          <a:pt x="23272" y="21390"/>
                          <a:pt x="26198" y="25956"/>
                        </a:cubicBezTo>
                        <a:cubicBezTo>
                          <a:pt x="29079" y="30611"/>
                          <a:pt x="31207" y="34867"/>
                          <a:pt x="28991" y="3597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10" name="Forme libre : forme 23009">
                    <a:extLst>
                      <a:ext uri="{FF2B5EF4-FFF2-40B4-BE49-F238E27FC236}">
                        <a16:creationId xmlns:a16="http://schemas.microsoft.com/office/drawing/2014/main" id="{28AF5F28-3EDB-4CF9-A7D4-0249F43F8835}"/>
                      </a:ext>
                    </a:extLst>
                  </p:cNvPr>
                  <p:cNvSpPr/>
                  <p:nvPr/>
                </p:nvSpPr>
                <p:spPr>
                  <a:xfrm>
                    <a:off x="4610363" y="1382851"/>
                    <a:ext cx="29955" cy="51825"/>
                  </a:xfrm>
                  <a:custGeom>
                    <a:avLst/>
                    <a:gdLst>
                      <a:gd name="connsiteX0" fmla="*/ 1746 w 29955"/>
                      <a:gd name="connsiteY0" fmla="*/ 2004 h 51825"/>
                      <a:gd name="connsiteX1" fmla="*/ 150 w 29955"/>
                      <a:gd name="connsiteY1" fmla="*/ 9850 h 51825"/>
                      <a:gd name="connsiteX2" fmla="*/ 5558 w 29955"/>
                      <a:gd name="connsiteY2" fmla="*/ 31306 h 51825"/>
                      <a:gd name="connsiteX3" fmla="*/ 19833 w 29955"/>
                      <a:gd name="connsiteY3" fmla="*/ 48507 h 51825"/>
                      <a:gd name="connsiteX4" fmla="*/ 29763 w 29955"/>
                      <a:gd name="connsiteY4" fmla="*/ 50457 h 51825"/>
                      <a:gd name="connsiteX5" fmla="*/ 27369 w 29955"/>
                      <a:gd name="connsiteY5" fmla="*/ 43320 h 51825"/>
                      <a:gd name="connsiteX6" fmla="*/ 21119 w 29955"/>
                      <a:gd name="connsiteY6" fmla="*/ 24213 h 51825"/>
                      <a:gd name="connsiteX7" fmla="*/ 15311 w 29955"/>
                      <a:gd name="connsiteY7" fmla="*/ 5240 h 51825"/>
                      <a:gd name="connsiteX8" fmla="*/ 1746 w 29955"/>
                      <a:gd name="connsiteY8" fmla="*/ 2004 h 51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955" h="51825">
                        <a:moveTo>
                          <a:pt x="1746" y="2004"/>
                        </a:moveTo>
                        <a:cubicBezTo>
                          <a:pt x="-27" y="4619"/>
                          <a:pt x="-205" y="6038"/>
                          <a:pt x="150" y="9850"/>
                        </a:cubicBezTo>
                        <a:cubicBezTo>
                          <a:pt x="815" y="17120"/>
                          <a:pt x="1347" y="23238"/>
                          <a:pt x="5558" y="31306"/>
                        </a:cubicBezTo>
                        <a:cubicBezTo>
                          <a:pt x="9061" y="38000"/>
                          <a:pt x="14558" y="44650"/>
                          <a:pt x="19833" y="48507"/>
                        </a:cubicBezTo>
                        <a:cubicBezTo>
                          <a:pt x="23734" y="51433"/>
                          <a:pt x="28345" y="53206"/>
                          <a:pt x="29763" y="50457"/>
                        </a:cubicBezTo>
                        <a:cubicBezTo>
                          <a:pt x="30605" y="48773"/>
                          <a:pt x="28478" y="45980"/>
                          <a:pt x="27369" y="43320"/>
                        </a:cubicBezTo>
                        <a:cubicBezTo>
                          <a:pt x="24709" y="37069"/>
                          <a:pt x="22183" y="31129"/>
                          <a:pt x="21119" y="24213"/>
                        </a:cubicBezTo>
                        <a:cubicBezTo>
                          <a:pt x="20232" y="18317"/>
                          <a:pt x="20409" y="11357"/>
                          <a:pt x="15311" y="5240"/>
                        </a:cubicBezTo>
                        <a:cubicBezTo>
                          <a:pt x="10745" y="-257"/>
                          <a:pt x="4229" y="-1587"/>
                          <a:pt x="1746" y="200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11" name="Forme libre : forme 23010">
                    <a:extLst>
                      <a:ext uri="{FF2B5EF4-FFF2-40B4-BE49-F238E27FC236}">
                        <a16:creationId xmlns:a16="http://schemas.microsoft.com/office/drawing/2014/main" id="{8AA986BC-836A-4A73-A7B3-772DD3C2CD41}"/>
                      </a:ext>
                    </a:extLst>
                  </p:cNvPr>
                  <p:cNvSpPr/>
                  <p:nvPr/>
                </p:nvSpPr>
                <p:spPr>
                  <a:xfrm>
                    <a:off x="4621939" y="1391047"/>
                    <a:ext cx="13611" cy="13432"/>
                  </a:xfrm>
                  <a:custGeom>
                    <a:avLst/>
                    <a:gdLst>
                      <a:gd name="connsiteX0" fmla="*/ 2406 w 13611"/>
                      <a:gd name="connsiteY0" fmla="*/ 767 h 13432"/>
                      <a:gd name="connsiteX1" fmla="*/ 455 w 13611"/>
                      <a:gd name="connsiteY1" fmla="*/ 14 h 13432"/>
                      <a:gd name="connsiteX2" fmla="*/ 278 w 13611"/>
                      <a:gd name="connsiteY2" fmla="*/ 1742 h 13432"/>
                      <a:gd name="connsiteX3" fmla="*/ 2095 w 13611"/>
                      <a:gd name="connsiteY3" fmla="*/ 4535 h 13432"/>
                      <a:gd name="connsiteX4" fmla="*/ 7548 w 13611"/>
                      <a:gd name="connsiteY4" fmla="*/ 10653 h 13432"/>
                      <a:gd name="connsiteX5" fmla="*/ 9809 w 13611"/>
                      <a:gd name="connsiteY5" fmla="*/ 12604 h 13432"/>
                      <a:gd name="connsiteX6" fmla="*/ 12026 w 13611"/>
                      <a:gd name="connsiteY6" fmla="*/ 8924 h 13432"/>
                      <a:gd name="connsiteX7" fmla="*/ 2406 w 13611"/>
                      <a:gd name="connsiteY7" fmla="*/ 767 h 13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611" h="13432">
                        <a:moveTo>
                          <a:pt x="2406" y="767"/>
                        </a:moveTo>
                        <a:cubicBezTo>
                          <a:pt x="1652" y="280"/>
                          <a:pt x="1076" y="-75"/>
                          <a:pt x="455" y="14"/>
                        </a:cubicBezTo>
                        <a:cubicBezTo>
                          <a:pt x="-165" y="102"/>
                          <a:pt x="-77" y="900"/>
                          <a:pt x="278" y="1742"/>
                        </a:cubicBezTo>
                        <a:cubicBezTo>
                          <a:pt x="633" y="2585"/>
                          <a:pt x="1430" y="3693"/>
                          <a:pt x="2095" y="4535"/>
                        </a:cubicBezTo>
                        <a:cubicBezTo>
                          <a:pt x="3780" y="6619"/>
                          <a:pt x="5642" y="8835"/>
                          <a:pt x="7548" y="10653"/>
                        </a:cubicBezTo>
                        <a:cubicBezTo>
                          <a:pt x="8302" y="11407"/>
                          <a:pt x="9011" y="12116"/>
                          <a:pt x="9809" y="12604"/>
                        </a:cubicBezTo>
                        <a:cubicBezTo>
                          <a:pt x="13134" y="14554"/>
                          <a:pt x="15217" y="12958"/>
                          <a:pt x="12026" y="8924"/>
                        </a:cubicBezTo>
                        <a:cubicBezTo>
                          <a:pt x="9543" y="5732"/>
                          <a:pt x="5553" y="2718"/>
                          <a:pt x="2406" y="76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12" name="Forme libre : forme 23011">
                    <a:extLst>
                      <a:ext uri="{FF2B5EF4-FFF2-40B4-BE49-F238E27FC236}">
                        <a16:creationId xmlns:a16="http://schemas.microsoft.com/office/drawing/2014/main" id="{810040CF-551D-4DF2-B8EE-2F53802D5A98}"/>
                      </a:ext>
                    </a:extLst>
                  </p:cNvPr>
                  <p:cNvSpPr/>
                  <p:nvPr/>
                </p:nvSpPr>
                <p:spPr>
                  <a:xfrm>
                    <a:off x="4631349" y="1438406"/>
                    <a:ext cx="30898" cy="12741"/>
                  </a:xfrm>
                  <a:custGeom>
                    <a:avLst/>
                    <a:gdLst>
                      <a:gd name="connsiteX0" fmla="*/ 30899 w 30898"/>
                      <a:gd name="connsiteY0" fmla="*/ 11615 h 12741"/>
                      <a:gd name="connsiteX1" fmla="*/ 27707 w 30898"/>
                      <a:gd name="connsiteY1" fmla="*/ 12679 h 12741"/>
                      <a:gd name="connsiteX2" fmla="*/ 23761 w 30898"/>
                      <a:gd name="connsiteY2" fmla="*/ 12501 h 12741"/>
                      <a:gd name="connsiteX3" fmla="*/ 21456 w 30898"/>
                      <a:gd name="connsiteY3" fmla="*/ 12014 h 12741"/>
                      <a:gd name="connsiteX4" fmla="*/ 19284 w 30898"/>
                      <a:gd name="connsiteY4" fmla="*/ 11216 h 12741"/>
                      <a:gd name="connsiteX5" fmla="*/ 14762 w 30898"/>
                      <a:gd name="connsiteY5" fmla="*/ 9132 h 12741"/>
                      <a:gd name="connsiteX6" fmla="*/ 0 w 30898"/>
                      <a:gd name="connsiteY6" fmla="*/ 0 h 12741"/>
                      <a:gd name="connsiteX7" fmla="*/ 14629 w 30898"/>
                      <a:gd name="connsiteY7" fmla="*/ 7980 h 12741"/>
                      <a:gd name="connsiteX8" fmla="*/ 18752 w 30898"/>
                      <a:gd name="connsiteY8" fmla="*/ 9620 h 12741"/>
                      <a:gd name="connsiteX9" fmla="*/ 22963 w 30898"/>
                      <a:gd name="connsiteY9" fmla="*/ 10950 h 12741"/>
                      <a:gd name="connsiteX10" fmla="*/ 30899 w 30898"/>
                      <a:gd name="connsiteY10" fmla="*/ 11615 h 12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0898" h="12741">
                        <a:moveTo>
                          <a:pt x="30899" y="11615"/>
                        </a:moveTo>
                        <a:cubicBezTo>
                          <a:pt x="30056" y="12147"/>
                          <a:pt x="28992" y="12501"/>
                          <a:pt x="27707" y="12679"/>
                        </a:cubicBezTo>
                        <a:cubicBezTo>
                          <a:pt x="26554" y="12812"/>
                          <a:pt x="25224" y="12723"/>
                          <a:pt x="23761" y="12501"/>
                        </a:cubicBezTo>
                        <a:cubicBezTo>
                          <a:pt x="23008" y="12368"/>
                          <a:pt x="22254" y="12235"/>
                          <a:pt x="21456" y="12014"/>
                        </a:cubicBezTo>
                        <a:cubicBezTo>
                          <a:pt x="20747" y="11792"/>
                          <a:pt x="19993" y="11526"/>
                          <a:pt x="19284" y="11216"/>
                        </a:cubicBezTo>
                        <a:cubicBezTo>
                          <a:pt x="17865" y="10684"/>
                          <a:pt x="16003" y="9753"/>
                          <a:pt x="14762" y="9132"/>
                        </a:cubicBezTo>
                        <a:cubicBezTo>
                          <a:pt x="9443" y="6561"/>
                          <a:pt x="4034" y="2926"/>
                          <a:pt x="0" y="0"/>
                        </a:cubicBezTo>
                        <a:cubicBezTo>
                          <a:pt x="4433" y="3192"/>
                          <a:pt x="9531" y="5896"/>
                          <a:pt x="14629" y="7980"/>
                        </a:cubicBezTo>
                        <a:cubicBezTo>
                          <a:pt x="16003" y="8512"/>
                          <a:pt x="17378" y="9088"/>
                          <a:pt x="18752" y="9620"/>
                        </a:cubicBezTo>
                        <a:cubicBezTo>
                          <a:pt x="20215" y="10152"/>
                          <a:pt x="21545" y="10639"/>
                          <a:pt x="22963" y="10950"/>
                        </a:cubicBezTo>
                        <a:cubicBezTo>
                          <a:pt x="25845" y="11659"/>
                          <a:pt x="28416" y="12014"/>
                          <a:pt x="30899" y="116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13" name="Forme libre : forme 23012">
                    <a:extLst>
                      <a:ext uri="{FF2B5EF4-FFF2-40B4-BE49-F238E27FC236}">
                        <a16:creationId xmlns:a16="http://schemas.microsoft.com/office/drawing/2014/main" id="{1A55473A-AE14-40B5-AC64-376C5E4C060E}"/>
                      </a:ext>
                    </a:extLst>
                  </p:cNvPr>
                  <p:cNvSpPr/>
                  <p:nvPr/>
                </p:nvSpPr>
                <p:spPr>
                  <a:xfrm>
                    <a:off x="4611444" y="1373506"/>
                    <a:ext cx="26997" cy="19549"/>
                  </a:xfrm>
                  <a:custGeom>
                    <a:avLst/>
                    <a:gdLst>
                      <a:gd name="connsiteX0" fmla="*/ 26998 w 26997"/>
                      <a:gd name="connsiteY0" fmla="*/ 19550 h 19549"/>
                      <a:gd name="connsiteX1" fmla="*/ 0 w 26997"/>
                      <a:gd name="connsiteY1" fmla="*/ 0 h 19549"/>
                      <a:gd name="connsiteX2" fmla="*/ 26998 w 26997"/>
                      <a:gd name="connsiteY2" fmla="*/ 19550 h 19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997" h="19549">
                        <a:moveTo>
                          <a:pt x="26998" y="19550"/>
                        </a:moveTo>
                        <a:cubicBezTo>
                          <a:pt x="19461" y="10107"/>
                          <a:pt x="9177" y="3813"/>
                          <a:pt x="0" y="0"/>
                        </a:cubicBezTo>
                        <a:cubicBezTo>
                          <a:pt x="8733" y="3148"/>
                          <a:pt x="19328" y="12457"/>
                          <a:pt x="26998" y="1955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14" name="Forme libre : forme 23013">
                    <a:extLst>
                      <a:ext uri="{FF2B5EF4-FFF2-40B4-BE49-F238E27FC236}">
                        <a16:creationId xmlns:a16="http://schemas.microsoft.com/office/drawing/2014/main" id="{2868CBBA-0685-42E3-9579-35CA36738122}"/>
                      </a:ext>
                    </a:extLst>
                  </p:cNvPr>
                  <p:cNvSpPr/>
                  <p:nvPr/>
                </p:nvSpPr>
                <p:spPr>
                  <a:xfrm>
                    <a:off x="4636511" y="1414733"/>
                    <a:ext cx="9819" cy="13973"/>
                  </a:xfrm>
                  <a:custGeom>
                    <a:avLst/>
                    <a:gdLst>
                      <a:gd name="connsiteX0" fmla="*/ 9245 w 9819"/>
                      <a:gd name="connsiteY0" fmla="*/ 13965 h 13973"/>
                      <a:gd name="connsiteX1" fmla="*/ 2551 w 9819"/>
                      <a:gd name="connsiteY1" fmla="*/ 6872 h 13973"/>
                      <a:gd name="connsiteX2" fmla="*/ 778 w 9819"/>
                      <a:gd name="connsiteY2" fmla="*/ 0 h 13973"/>
                      <a:gd name="connsiteX3" fmla="*/ 6851 w 9819"/>
                      <a:gd name="connsiteY3" fmla="*/ 6783 h 13973"/>
                      <a:gd name="connsiteX4" fmla="*/ 9245 w 9819"/>
                      <a:gd name="connsiteY4" fmla="*/ 13965 h 13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19" h="13973">
                        <a:moveTo>
                          <a:pt x="9245" y="13965"/>
                        </a:moveTo>
                        <a:cubicBezTo>
                          <a:pt x="7250" y="14230"/>
                          <a:pt x="3660" y="8600"/>
                          <a:pt x="2551" y="6872"/>
                        </a:cubicBezTo>
                        <a:cubicBezTo>
                          <a:pt x="1443" y="5143"/>
                          <a:pt x="-1350" y="89"/>
                          <a:pt x="778" y="0"/>
                        </a:cubicBezTo>
                        <a:cubicBezTo>
                          <a:pt x="2862" y="-44"/>
                          <a:pt x="5832" y="5187"/>
                          <a:pt x="6851" y="6783"/>
                        </a:cubicBezTo>
                        <a:cubicBezTo>
                          <a:pt x="7782" y="8423"/>
                          <a:pt x="11151" y="13743"/>
                          <a:pt x="9245" y="1396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15" name="Forme libre : forme 23014">
                    <a:extLst>
                      <a:ext uri="{FF2B5EF4-FFF2-40B4-BE49-F238E27FC236}">
                        <a16:creationId xmlns:a16="http://schemas.microsoft.com/office/drawing/2014/main" id="{566E40AF-CF56-4FD2-B4A1-5FCC17C4D26E}"/>
                      </a:ext>
                    </a:extLst>
                  </p:cNvPr>
                  <p:cNvSpPr/>
                  <p:nvPr/>
                </p:nvSpPr>
                <p:spPr>
                  <a:xfrm>
                    <a:off x="4644599" y="1426599"/>
                    <a:ext cx="3231" cy="3883"/>
                  </a:xfrm>
                  <a:custGeom>
                    <a:avLst/>
                    <a:gdLst>
                      <a:gd name="connsiteX0" fmla="*/ 3152 w 3231"/>
                      <a:gd name="connsiteY0" fmla="*/ 3739 h 3883"/>
                      <a:gd name="connsiteX1" fmla="*/ 1158 w 3231"/>
                      <a:gd name="connsiteY1" fmla="*/ 2587 h 3883"/>
                      <a:gd name="connsiteX2" fmla="*/ 94 w 3231"/>
                      <a:gd name="connsiteY2" fmla="*/ 149 h 3883"/>
                      <a:gd name="connsiteX3" fmla="*/ 2044 w 3231"/>
                      <a:gd name="connsiteY3" fmla="*/ 1257 h 3883"/>
                      <a:gd name="connsiteX4" fmla="*/ 3152 w 3231"/>
                      <a:gd name="connsiteY4" fmla="*/ 3739 h 3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1" h="3883">
                        <a:moveTo>
                          <a:pt x="3152" y="3739"/>
                        </a:moveTo>
                        <a:cubicBezTo>
                          <a:pt x="2754" y="4271"/>
                          <a:pt x="1690" y="3208"/>
                          <a:pt x="1158" y="2587"/>
                        </a:cubicBezTo>
                        <a:cubicBezTo>
                          <a:pt x="670" y="1966"/>
                          <a:pt x="-305" y="681"/>
                          <a:pt x="94" y="149"/>
                        </a:cubicBezTo>
                        <a:cubicBezTo>
                          <a:pt x="493" y="-383"/>
                          <a:pt x="1512" y="636"/>
                          <a:pt x="2044" y="1257"/>
                        </a:cubicBezTo>
                        <a:cubicBezTo>
                          <a:pt x="2576" y="1922"/>
                          <a:pt x="3507" y="3208"/>
                          <a:pt x="3152" y="37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16" name="Forme libre : forme 23015">
                    <a:extLst>
                      <a:ext uri="{FF2B5EF4-FFF2-40B4-BE49-F238E27FC236}">
                        <a16:creationId xmlns:a16="http://schemas.microsoft.com/office/drawing/2014/main" id="{98E9DF06-E084-48FB-B014-55A9E77686F2}"/>
                      </a:ext>
                    </a:extLst>
                  </p:cNvPr>
                  <p:cNvSpPr/>
                  <p:nvPr/>
                </p:nvSpPr>
                <p:spPr>
                  <a:xfrm>
                    <a:off x="4643913" y="1408788"/>
                    <a:ext cx="18340" cy="37977"/>
                  </a:xfrm>
                  <a:custGeom>
                    <a:avLst/>
                    <a:gdLst>
                      <a:gd name="connsiteX0" fmla="*/ 16251 w 18340"/>
                      <a:gd name="connsiteY0" fmla="*/ 25672 h 37977"/>
                      <a:gd name="connsiteX1" fmla="*/ 17537 w 18340"/>
                      <a:gd name="connsiteY1" fmla="*/ 31302 h 37977"/>
                      <a:gd name="connsiteX2" fmla="*/ 18335 w 18340"/>
                      <a:gd name="connsiteY2" fmla="*/ 36622 h 37977"/>
                      <a:gd name="connsiteX3" fmla="*/ 14522 w 18340"/>
                      <a:gd name="connsiteY3" fmla="*/ 37154 h 37977"/>
                      <a:gd name="connsiteX4" fmla="*/ 11907 w 18340"/>
                      <a:gd name="connsiteY4" fmla="*/ 32632 h 37977"/>
                      <a:gd name="connsiteX5" fmla="*/ 6942 w 18340"/>
                      <a:gd name="connsiteY5" fmla="*/ 17870 h 37977"/>
                      <a:gd name="connsiteX6" fmla="*/ 1400 w 18340"/>
                      <a:gd name="connsiteY6" fmla="*/ 5 h 37977"/>
                      <a:gd name="connsiteX7" fmla="*/ 14123 w 18340"/>
                      <a:gd name="connsiteY7" fmla="*/ 15476 h 37977"/>
                      <a:gd name="connsiteX8" fmla="*/ 16251 w 18340"/>
                      <a:gd name="connsiteY8" fmla="*/ 25672 h 37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340" h="37977">
                        <a:moveTo>
                          <a:pt x="16251" y="25672"/>
                        </a:moveTo>
                        <a:cubicBezTo>
                          <a:pt x="16872" y="28022"/>
                          <a:pt x="17182" y="29440"/>
                          <a:pt x="17537" y="31302"/>
                        </a:cubicBezTo>
                        <a:cubicBezTo>
                          <a:pt x="17891" y="32943"/>
                          <a:pt x="18202" y="34538"/>
                          <a:pt x="18335" y="36622"/>
                        </a:cubicBezTo>
                        <a:cubicBezTo>
                          <a:pt x="18468" y="38129"/>
                          <a:pt x="16384" y="38484"/>
                          <a:pt x="14522" y="37154"/>
                        </a:cubicBezTo>
                        <a:cubicBezTo>
                          <a:pt x="12616" y="35913"/>
                          <a:pt x="12394" y="34139"/>
                          <a:pt x="11907" y="32632"/>
                        </a:cubicBezTo>
                        <a:cubicBezTo>
                          <a:pt x="10754" y="27712"/>
                          <a:pt x="8937" y="23013"/>
                          <a:pt x="6942" y="17870"/>
                        </a:cubicBezTo>
                        <a:cubicBezTo>
                          <a:pt x="5523" y="14767"/>
                          <a:pt x="-3387" y="-306"/>
                          <a:pt x="1400" y="5"/>
                        </a:cubicBezTo>
                        <a:cubicBezTo>
                          <a:pt x="6055" y="359"/>
                          <a:pt x="12394" y="11353"/>
                          <a:pt x="14123" y="15476"/>
                        </a:cubicBezTo>
                        <a:cubicBezTo>
                          <a:pt x="15764" y="19643"/>
                          <a:pt x="15365" y="22170"/>
                          <a:pt x="16251" y="2567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68" name="Graphique 2">
                  <a:extLst>
                    <a:ext uri="{FF2B5EF4-FFF2-40B4-BE49-F238E27FC236}">
                      <a16:creationId xmlns:a16="http://schemas.microsoft.com/office/drawing/2014/main" id="{76E7D452-E70D-4BC0-8637-87CDFDCC460E}"/>
                    </a:ext>
                  </a:extLst>
                </p:cNvPr>
                <p:cNvGrpSpPr/>
                <p:nvPr/>
              </p:nvGrpSpPr>
              <p:grpSpPr>
                <a:xfrm>
                  <a:off x="4665574" y="1391849"/>
                  <a:ext cx="77886" cy="68540"/>
                  <a:chOff x="4665574" y="1391849"/>
                  <a:chExt cx="77886" cy="68540"/>
                </a:xfrm>
                <a:solidFill>
                  <a:schemeClr val="accent1"/>
                </a:solidFill>
              </p:grpSpPr>
              <p:sp>
                <p:nvSpPr>
                  <p:cNvPr id="22993" name="Forme libre : forme 22992">
                    <a:extLst>
                      <a:ext uri="{FF2B5EF4-FFF2-40B4-BE49-F238E27FC236}">
                        <a16:creationId xmlns:a16="http://schemas.microsoft.com/office/drawing/2014/main" id="{4CC78FE1-3B7F-4115-9E46-3389B1F26CD7}"/>
                      </a:ext>
                    </a:extLst>
                  </p:cNvPr>
                  <p:cNvSpPr/>
                  <p:nvPr/>
                </p:nvSpPr>
                <p:spPr>
                  <a:xfrm>
                    <a:off x="4665574" y="1391849"/>
                    <a:ext cx="77886" cy="68540"/>
                  </a:xfrm>
                  <a:custGeom>
                    <a:avLst/>
                    <a:gdLst>
                      <a:gd name="connsiteX0" fmla="*/ 66495 w 77886"/>
                      <a:gd name="connsiteY0" fmla="*/ 36672 h 68540"/>
                      <a:gd name="connsiteX1" fmla="*/ 40694 w 77886"/>
                      <a:gd name="connsiteY1" fmla="*/ 60655 h 68540"/>
                      <a:gd name="connsiteX2" fmla="*/ 38078 w 77886"/>
                      <a:gd name="connsiteY2" fmla="*/ 62428 h 68540"/>
                      <a:gd name="connsiteX3" fmla="*/ 35285 w 77886"/>
                      <a:gd name="connsiteY3" fmla="*/ 63935 h 68540"/>
                      <a:gd name="connsiteX4" fmla="*/ 29966 w 77886"/>
                      <a:gd name="connsiteY4" fmla="*/ 66374 h 68540"/>
                      <a:gd name="connsiteX5" fmla="*/ 19105 w 77886"/>
                      <a:gd name="connsiteY5" fmla="*/ 68501 h 68540"/>
                      <a:gd name="connsiteX6" fmla="*/ 8997 w 77886"/>
                      <a:gd name="connsiteY6" fmla="*/ 66950 h 68540"/>
                      <a:gd name="connsiteX7" fmla="*/ 4564 w 77886"/>
                      <a:gd name="connsiteY7" fmla="*/ 64600 h 68540"/>
                      <a:gd name="connsiteX8" fmla="*/ 2702 w 77886"/>
                      <a:gd name="connsiteY8" fmla="*/ 63226 h 68540"/>
                      <a:gd name="connsiteX9" fmla="*/ 1106 w 77886"/>
                      <a:gd name="connsiteY9" fmla="*/ 61453 h 68540"/>
                      <a:gd name="connsiteX10" fmla="*/ 3545 w 77886"/>
                      <a:gd name="connsiteY10" fmla="*/ 51744 h 68540"/>
                      <a:gd name="connsiteX11" fmla="*/ 5717 w 77886"/>
                      <a:gd name="connsiteY11" fmla="*/ 49483 h 68540"/>
                      <a:gd name="connsiteX12" fmla="*/ 7313 w 77886"/>
                      <a:gd name="connsiteY12" fmla="*/ 47223 h 68540"/>
                      <a:gd name="connsiteX13" fmla="*/ 8687 w 77886"/>
                      <a:gd name="connsiteY13" fmla="*/ 45050 h 68540"/>
                      <a:gd name="connsiteX14" fmla="*/ 10239 w 77886"/>
                      <a:gd name="connsiteY14" fmla="*/ 42701 h 68540"/>
                      <a:gd name="connsiteX15" fmla="*/ 12012 w 77886"/>
                      <a:gd name="connsiteY15" fmla="*/ 40351 h 68540"/>
                      <a:gd name="connsiteX16" fmla="*/ 14140 w 77886"/>
                      <a:gd name="connsiteY16" fmla="*/ 37957 h 68540"/>
                      <a:gd name="connsiteX17" fmla="*/ 19858 w 77886"/>
                      <a:gd name="connsiteY17" fmla="*/ 32372 h 68540"/>
                      <a:gd name="connsiteX18" fmla="*/ 40295 w 77886"/>
                      <a:gd name="connsiteY18" fmla="*/ 13354 h 68540"/>
                      <a:gd name="connsiteX19" fmla="*/ 69509 w 77886"/>
                      <a:gd name="connsiteY19" fmla="*/ 54 h 68540"/>
                      <a:gd name="connsiteX20" fmla="*/ 77755 w 77886"/>
                      <a:gd name="connsiteY20" fmla="*/ 5418 h 68540"/>
                      <a:gd name="connsiteX21" fmla="*/ 66495 w 77886"/>
                      <a:gd name="connsiteY21" fmla="*/ 36672 h 68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77886" h="68540">
                        <a:moveTo>
                          <a:pt x="66495" y="36672"/>
                        </a:moveTo>
                        <a:cubicBezTo>
                          <a:pt x="61441" y="42834"/>
                          <a:pt x="48585" y="55335"/>
                          <a:pt x="40694" y="60655"/>
                        </a:cubicBezTo>
                        <a:cubicBezTo>
                          <a:pt x="39807" y="61276"/>
                          <a:pt x="38921" y="61852"/>
                          <a:pt x="38078" y="62428"/>
                        </a:cubicBezTo>
                        <a:cubicBezTo>
                          <a:pt x="37147" y="62960"/>
                          <a:pt x="36216" y="63448"/>
                          <a:pt x="35285" y="63935"/>
                        </a:cubicBezTo>
                        <a:cubicBezTo>
                          <a:pt x="33424" y="64866"/>
                          <a:pt x="31783" y="65709"/>
                          <a:pt x="29966" y="66374"/>
                        </a:cubicBezTo>
                        <a:cubicBezTo>
                          <a:pt x="26153" y="67659"/>
                          <a:pt x="22873" y="68457"/>
                          <a:pt x="19105" y="68501"/>
                        </a:cubicBezTo>
                        <a:cubicBezTo>
                          <a:pt x="15736" y="68723"/>
                          <a:pt x="11967" y="67969"/>
                          <a:pt x="8997" y="66950"/>
                        </a:cubicBezTo>
                        <a:cubicBezTo>
                          <a:pt x="7446" y="66374"/>
                          <a:pt x="5894" y="65443"/>
                          <a:pt x="4564" y="64600"/>
                        </a:cubicBezTo>
                        <a:cubicBezTo>
                          <a:pt x="3899" y="64157"/>
                          <a:pt x="3279" y="63714"/>
                          <a:pt x="2702" y="63226"/>
                        </a:cubicBezTo>
                        <a:cubicBezTo>
                          <a:pt x="2126" y="62650"/>
                          <a:pt x="1594" y="62073"/>
                          <a:pt x="1106" y="61453"/>
                        </a:cubicBezTo>
                        <a:cubicBezTo>
                          <a:pt x="-1642" y="58128"/>
                          <a:pt x="1328" y="53606"/>
                          <a:pt x="3545" y="51744"/>
                        </a:cubicBezTo>
                        <a:cubicBezTo>
                          <a:pt x="4342" y="51212"/>
                          <a:pt x="5096" y="50237"/>
                          <a:pt x="5717" y="49483"/>
                        </a:cubicBezTo>
                        <a:cubicBezTo>
                          <a:pt x="6337" y="48730"/>
                          <a:pt x="6781" y="48109"/>
                          <a:pt x="7313" y="47223"/>
                        </a:cubicBezTo>
                        <a:cubicBezTo>
                          <a:pt x="7800" y="46469"/>
                          <a:pt x="8244" y="45760"/>
                          <a:pt x="8687" y="45050"/>
                        </a:cubicBezTo>
                        <a:cubicBezTo>
                          <a:pt x="9219" y="44208"/>
                          <a:pt x="9707" y="43410"/>
                          <a:pt x="10239" y="42701"/>
                        </a:cubicBezTo>
                        <a:cubicBezTo>
                          <a:pt x="10859" y="41903"/>
                          <a:pt x="11435" y="41105"/>
                          <a:pt x="12012" y="40351"/>
                        </a:cubicBezTo>
                        <a:cubicBezTo>
                          <a:pt x="12677" y="39509"/>
                          <a:pt x="13342" y="38888"/>
                          <a:pt x="14140" y="37957"/>
                        </a:cubicBezTo>
                        <a:cubicBezTo>
                          <a:pt x="15780" y="36095"/>
                          <a:pt x="17597" y="34544"/>
                          <a:pt x="19858" y="32372"/>
                        </a:cubicBezTo>
                        <a:cubicBezTo>
                          <a:pt x="24690" y="28293"/>
                          <a:pt x="34975" y="18629"/>
                          <a:pt x="40295" y="13354"/>
                        </a:cubicBezTo>
                        <a:cubicBezTo>
                          <a:pt x="50314" y="3778"/>
                          <a:pt x="59047" y="1340"/>
                          <a:pt x="69509" y="54"/>
                        </a:cubicBezTo>
                        <a:cubicBezTo>
                          <a:pt x="73100" y="-389"/>
                          <a:pt x="77489" y="1916"/>
                          <a:pt x="77755" y="5418"/>
                        </a:cubicBezTo>
                        <a:cubicBezTo>
                          <a:pt x="78508" y="15437"/>
                          <a:pt x="76203" y="25190"/>
                          <a:pt x="66495" y="3667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94" name="Forme libre : forme 22993">
                    <a:extLst>
                      <a:ext uri="{FF2B5EF4-FFF2-40B4-BE49-F238E27FC236}">
                        <a16:creationId xmlns:a16="http://schemas.microsoft.com/office/drawing/2014/main" id="{5655DB62-0916-43F0-B22A-5A72ECCC00BB}"/>
                      </a:ext>
                    </a:extLst>
                  </p:cNvPr>
                  <p:cNvSpPr/>
                  <p:nvPr/>
                </p:nvSpPr>
                <p:spPr>
                  <a:xfrm>
                    <a:off x="4665619" y="1396912"/>
                    <a:ext cx="77603" cy="63360"/>
                  </a:xfrm>
                  <a:custGeom>
                    <a:avLst/>
                    <a:gdLst>
                      <a:gd name="connsiteX0" fmla="*/ 37058 w 77603"/>
                      <a:gd name="connsiteY0" fmla="*/ 42381 h 63360"/>
                      <a:gd name="connsiteX1" fmla="*/ 19414 w 77603"/>
                      <a:gd name="connsiteY1" fmla="*/ 53995 h 63360"/>
                      <a:gd name="connsiteX2" fmla="*/ 8864 w 77603"/>
                      <a:gd name="connsiteY2" fmla="*/ 55591 h 63360"/>
                      <a:gd name="connsiteX3" fmla="*/ 3943 w 77603"/>
                      <a:gd name="connsiteY3" fmla="*/ 54394 h 63360"/>
                      <a:gd name="connsiteX4" fmla="*/ 175 w 77603"/>
                      <a:gd name="connsiteY4" fmla="*/ 51823 h 63360"/>
                      <a:gd name="connsiteX5" fmla="*/ 1061 w 77603"/>
                      <a:gd name="connsiteY5" fmla="*/ 56256 h 63360"/>
                      <a:gd name="connsiteX6" fmla="*/ 6071 w 77603"/>
                      <a:gd name="connsiteY6" fmla="*/ 60423 h 63360"/>
                      <a:gd name="connsiteX7" fmla="*/ 8332 w 77603"/>
                      <a:gd name="connsiteY7" fmla="*/ 61576 h 63360"/>
                      <a:gd name="connsiteX8" fmla="*/ 10637 w 77603"/>
                      <a:gd name="connsiteY8" fmla="*/ 62329 h 63360"/>
                      <a:gd name="connsiteX9" fmla="*/ 15779 w 77603"/>
                      <a:gd name="connsiteY9" fmla="*/ 63305 h 63360"/>
                      <a:gd name="connsiteX10" fmla="*/ 26419 w 77603"/>
                      <a:gd name="connsiteY10" fmla="*/ 62241 h 63360"/>
                      <a:gd name="connsiteX11" fmla="*/ 30009 w 77603"/>
                      <a:gd name="connsiteY11" fmla="*/ 61132 h 63360"/>
                      <a:gd name="connsiteX12" fmla="*/ 33423 w 77603"/>
                      <a:gd name="connsiteY12" fmla="*/ 59625 h 63360"/>
                      <a:gd name="connsiteX13" fmla="*/ 40427 w 77603"/>
                      <a:gd name="connsiteY13" fmla="*/ 55502 h 63360"/>
                      <a:gd name="connsiteX14" fmla="*/ 45259 w 77603"/>
                      <a:gd name="connsiteY14" fmla="*/ 51912 h 63360"/>
                      <a:gd name="connsiteX15" fmla="*/ 64588 w 77603"/>
                      <a:gd name="connsiteY15" fmla="*/ 33426 h 63360"/>
                      <a:gd name="connsiteX16" fmla="*/ 66228 w 77603"/>
                      <a:gd name="connsiteY16" fmla="*/ 31519 h 63360"/>
                      <a:gd name="connsiteX17" fmla="*/ 73941 w 77603"/>
                      <a:gd name="connsiteY17" fmla="*/ 19860 h 63360"/>
                      <a:gd name="connsiteX18" fmla="*/ 77577 w 77603"/>
                      <a:gd name="connsiteY18" fmla="*/ 4965 h 63360"/>
                      <a:gd name="connsiteX19" fmla="*/ 77488 w 77603"/>
                      <a:gd name="connsiteY19" fmla="*/ 177 h 63360"/>
                      <a:gd name="connsiteX20" fmla="*/ 77444 w 77603"/>
                      <a:gd name="connsiteY20" fmla="*/ 0 h 63360"/>
                      <a:gd name="connsiteX21" fmla="*/ 37058 w 77603"/>
                      <a:gd name="connsiteY21" fmla="*/ 42381 h 63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77603" h="63360">
                        <a:moveTo>
                          <a:pt x="37058" y="42381"/>
                        </a:moveTo>
                        <a:cubicBezTo>
                          <a:pt x="31960" y="46902"/>
                          <a:pt x="26286" y="51468"/>
                          <a:pt x="19414" y="53995"/>
                        </a:cubicBezTo>
                        <a:cubicBezTo>
                          <a:pt x="15957" y="55192"/>
                          <a:pt x="12366" y="55901"/>
                          <a:pt x="8864" y="55591"/>
                        </a:cubicBezTo>
                        <a:cubicBezTo>
                          <a:pt x="7179" y="55547"/>
                          <a:pt x="5406" y="54838"/>
                          <a:pt x="3943" y="54394"/>
                        </a:cubicBezTo>
                        <a:cubicBezTo>
                          <a:pt x="2480" y="53818"/>
                          <a:pt x="1194" y="52710"/>
                          <a:pt x="175" y="51823"/>
                        </a:cubicBezTo>
                        <a:cubicBezTo>
                          <a:pt x="-180" y="53330"/>
                          <a:pt x="-47" y="54882"/>
                          <a:pt x="1061" y="56256"/>
                        </a:cubicBezTo>
                        <a:cubicBezTo>
                          <a:pt x="2391" y="58029"/>
                          <a:pt x="4076" y="59271"/>
                          <a:pt x="6071" y="60423"/>
                        </a:cubicBezTo>
                        <a:cubicBezTo>
                          <a:pt x="6780" y="60822"/>
                          <a:pt x="7534" y="61221"/>
                          <a:pt x="8332" y="61576"/>
                        </a:cubicBezTo>
                        <a:cubicBezTo>
                          <a:pt x="9085" y="61886"/>
                          <a:pt x="9839" y="62108"/>
                          <a:pt x="10637" y="62329"/>
                        </a:cubicBezTo>
                        <a:cubicBezTo>
                          <a:pt x="12233" y="62773"/>
                          <a:pt x="14050" y="63172"/>
                          <a:pt x="15779" y="63305"/>
                        </a:cubicBezTo>
                        <a:cubicBezTo>
                          <a:pt x="19015" y="63482"/>
                          <a:pt x="23049" y="63260"/>
                          <a:pt x="26419" y="62241"/>
                        </a:cubicBezTo>
                        <a:cubicBezTo>
                          <a:pt x="27571" y="61930"/>
                          <a:pt x="28768" y="61576"/>
                          <a:pt x="30009" y="61132"/>
                        </a:cubicBezTo>
                        <a:cubicBezTo>
                          <a:pt x="31206" y="60689"/>
                          <a:pt x="32270" y="60202"/>
                          <a:pt x="33423" y="59625"/>
                        </a:cubicBezTo>
                        <a:cubicBezTo>
                          <a:pt x="35728" y="58517"/>
                          <a:pt x="38255" y="57143"/>
                          <a:pt x="40427" y="55502"/>
                        </a:cubicBezTo>
                        <a:cubicBezTo>
                          <a:pt x="41802" y="54527"/>
                          <a:pt x="43486" y="53286"/>
                          <a:pt x="45259" y="51912"/>
                        </a:cubicBezTo>
                        <a:cubicBezTo>
                          <a:pt x="51865" y="46459"/>
                          <a:pt x="60022" y="38657"/>
                          <a:pt x="64588" y="33426"/>
                        </a:cubicBezTo>
                        <a:cubicBezTo>
                          <a:pt x="65164" y="32761"/>
                          <a:pt x="65740" y="32096"/>
                          <a:pt x="66228" y="31519"/>
                        </a:cubicBezTo>
                        <a:cubicBezTo>
                          <a:pt x="69774" y="27485"/>
                          <a:pt x="72124" y="23584"/>
                          <a:pt x="73941" y="19860"/>
                        </a:cubicBezTo>
                        <a:cubicBezTo>
                          <a:pt x="76380" y="14762"/>
                          <a:pt x="77266" y="9841"/>
                          <a:pt x="77577" y="4965"/>
                        </a:cubicBezTo>
                        <a:cubicBezTo>
                          <a:pt x="77621" y="3369"/>
                          <a:pt x="77621" y="1773"/>
                          <a:pt x="77488" y="177"/>
                        </a:cubicBezTo>
                        <a:lnTo>
                          <a:pt x="77444" y="0"/>
                        </a:lnTo>
                        <a:cubicBezTo>
                          <a:pt x="64765" y="14496"/>
                          <a:pt x="51155" y="28948"/>
                          <a:pt x="37058" y="4238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95" name="Forme libre : forme 22994">
                    <a:extLst>
                      <a:ext uri="{FF2B5EF4-FFF2-40B4-BE49-F238E27FC236}">
                        <a16:creationId xmlns:a16="http://schemas.microsoft.com/office/drawing/2014/main" id="{53D02854-E427-4842-9367-18EA5D22D25F}"/>
                      </a:ext>
                    </a:extLst>
                  </p:cNvPr>
                  <p:cNvSpPr/>
                  <p:nvPr/>
                </p:nvSpPr>
                <p:spPr>
                  <a:xfrm>
                    <a:off x="4695986" y="1406907"/>
                    <a:ext cx="33647" cy="32367"/>
                  </a:xfrm>
                  <a:custGeom>
                    <a:avLst/>
                    <a:gdLst>
                      <a:gd name="connsiteX0" fmla="*/ 32935 w 33647"/>
                      <a:gd name="connsiteY0" fmla="*/ 468 h 32367"/>
                      <a:gd name="connsiteX1" fmla="*/ 29965 w 33647"/>
                      <a:gd name="connsiteY1" fmla="*/ 10531 h 32367"/>
                      <a:gd name="connsiteX2" fmla="*/ 20921 w 33647"/>
                      <a:gd name="connsiteY2" fmla="*/ 21436 h 32367"/>
                      <a:gd name="connsiteX3" fmla="*/ 529 w 33647"/>
                      <a:gd name="connsiteY3" fmla="*/ 31366 h 32367"/>
                      <a:gd name="connsiteX4" fmla="*/ 12720 w 33647"/>
                      <a:gd name="connsiteY4" fmla="*/ 13324 h 32367"/>
                      <a:gd name="connsiteX5" fmla="*/ 23005 w 33647"/>
                      <a:gd name="connsiteY5" fmla="*/ 4458 h 32367"/>
                      <a:gd name="connsiteX6" fmla="*/ 32935 w 33647"/>
                      <a:gd name="connsiteY6" fmla="*/ 468 h 32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647" h="32367">
                        <a:moveTo>
                          <a:pt x="32935" y="468"/>
                        </a:moveTo>
                        <a:cubicBezTo>
                          <a:pt x="34753" y="1975"/>
                          <a:pt x="32846" y="6186"/>
                          <a:pt x="29965" y="10531"/>
                        </a:cubicBezTo>
                        <a:cubicBezTo>
                          <a:pt x="26995" y="14831"/>
                          <a:pt x="23094" y="19353"/>
                          <a:pt x="20921" y="21436"/>
                        </a:cubicBezTo>
                        <a:cubicBezTo>
                          <a:pt x="16799" y="25825"/>
                          <a:pt x="3898" y="35489"/>
                          <a:pt x="529" y="31366"/>
                        </a:cubicBezTo>
                        <a:cubicBezTo>
                          <a:pt x="-2574" y="27554"/>
                          <a:pt x="8819" y="17180"/>
                          <a:pt x="12720" y="13324"/>
                        </a:cubicBezTo>
                        <a:cubicBezTo>
                          <a:pt x="14759" y="11550"/>
                          <a:pt x="18882" y="7516"/>
                          <a:pt x="23005" y="4458"/>
                        </a:cubicBezTo>
                        <a:cubicBezTo>
                          <a:pt x="27128" y="1310"/>
                          <a:pt x="31162" y="-1039"/>
                          <a:pt x="32935" y="46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96" name="Forme libre : forme 22995">
                    <a:extLst>
                      <a:ext uri="{FF2B5EF4-FFF2-40B4-BE49-F238E27FC236}">
                        <a16:creationId xmlns:a16="http://schemas.microsoft.com/office/drawing/2014/main" id="{42D5C8ED-01F2-460B-A352-1499C91BDEFE}"/>
                      </a:ext>
                    </a:extLst>
                  </p:cNvPr>
                  <p:cNvSpPr/>
                  <p:nvPr/>
                </p:nvSpPr>
                <p:spPr>
                  <a:xfrm>
                    <a:off x="4695641" y="1420762"/>
                    <a:ext cx="27739" cy="18412"/>
                  </a:xfrm>
                  <a:custGeom>
                    <a:avLst/>
                    <a:gdLst>
                      <a:gd name="connsiteX0" fmla="*/ 5042 w 27739"/>
                      <a:gd name="connsiteY0" fmla="*/ 8024 h 18412"/>
                      <a:gd name="connsiteX1" fmla="*/ 742 w 27739"/>
                      <a:gd name="connsiteY1" fmla="*/ 17688 h 18412"/>
                      <a:gd name="connsiteX2" fmla="*/ 21533 w 27739"/>
                      <a:gd name="connsiteY2" fmla="*/ 7448 h 18412"/>
                      <a:gd name="connsiteX3" fmla="*/ 27739 w 27739"/>
                      <a:gd name="connsiteY3" fmla="*/ 0 h 18412"/>
                      <a:gd name="connsiteX4" fmla="*/ 23927 w 27739"/>
                      <a:gd name="connsiteY4" fmla="*/ 3502 h 18412"/>
                      <a:gd name="connsiteX5" fmla="*/ 5042 w 27739"/>
                      <a:gd name="connsiteY5" fmla="*/ 8024 h 18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739" h="18412">
                        <a:moveTo>
                          <a:pt x="5042" y="8024"/>
                        </a:moveTo>
                        <a:cubicBezTo>
                          <a:pt x="3668" y="10595"/>
                          <a:pt x="-2007" y="15826"/>
                          <a:pt x="742" y="17688"/>
                        </a:cubicBezTo>
                        <a:cubicBezTo>
                          <a:pt x="5308" y="20880"/>
                          <a:pt x="16169" y="12812"/>
                          <a:pt x="21533" y="7448"/>
                        </a:cubicBezTo>
                        <a:cubicBezTo>
                          <a:pt x="23173" y="5940"/>
                          <a:pt x="26321" y="2039"/>
                          <a:pt x="27739" y="0"/>
                        </a:cubicBezTo>
                        <a:cubicBezTo>
                          <a:pt x="26720" y="975"/>
                          <a:pt x="25035" y="2748"/>
                          <a:pt x="23927" y="3502"/>
                        </a:cubicBezTo>
                        <a:cubicBezTo>
                          <a:pt x="17410" y="7802"/>
                          <a:pt x="9076" y="12014"/>
                          <a:pt x="5042" y="802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97" name="Forme libre : forme 22996">
                    <a:extLst>
                      <a:ext uri="{FF2B5EF4-FFF2-40B4-BE49-F238E27FC236}">
                        <a16:creationId xmlns:a16="http://schemas.microsoft.com/office/drawing/2014/main" id="{7A5DD006-C5A3-4532-9D44-262951B216A7}"/>
                      </a:ext>
                    </a:extLst>
                  </p:cNvPr>
                  <p:cNvSpPr/>
                  <p:nvPr/>
                </p:nvSpPr>
                <p:spPr>
                  <a:xfrm>
                    <a:off x="4698553" y="1405641"/>
                    <a:ext cx="33332" cy="33177"/>
                  </a:xfrm>
                  <a:custGeom>
                    <a:avLst/>
                    <a:gdLst>
                      <a:gd name="connsiteX0" fmla="*/ 32895 w 33332"/>
                      <a:gd name="connsiteY0" fmla="*/ 758 h 33177"/>
                      <a:gd name="connsiteX1" fmla="*/ 20926 w 33332"/>
                      <a:gd name="connsiteY1" fmla="*/ 22214 h 33177"/>
                      <a:gd name="connsiteX2" fmla="*/ 622 w 33332"/>
                      <a:gd name="connsiteY2" fmla="*/ 32233 h 33177"/>
                      <a:gd name="connsiteX3" fmla="*/ 12680 w 33332"/>
                      <a:gd name="connsiteY3" fmla="*/ 14057 h 33177"/>
                      <a:gd name="connsiteX4" fmla="*/ 32895 w 33332"/>
                      <a:gd name="connsiteY4" fmla="*/ 758 h 33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332" h="33177">
                        <a:moveTo>
                          <a:pt x="32895" y="758"/>
                        </a:moveTo>
                        <a:cubicBezTo>
                          <a:pt x="35555" y="4925"/>
                          <a:pt x="25403" y="17471"/>
                          <a:pt x="20926" y="22214"/>
                        </a:cubicBezTo>
                        <a:cubicBezTo>
                          <a:pt x="16492" y="27002"/>
                          <a:pt x="4523" y="36134"/>
                          <a:pt x="622" y="32233"/>
                        </a:cubicBezTo>
                        <a:cubicBezTo>
                          <a:pt x="-2836" y="28731"/>
                          <a:pt x="9089" y="17648"/>
                          <a:pt x="12680" y="14057"/>
                        </a:cubicBezTo>
                        <a:cubicBezTo>
                          <a:pt x="16404" y="10511"/>
                          <a:pt x="30324" y="-3365"/>
                          <a:pt x="32895" y="75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98" name="Forme libre : forme 22997">
                    <a:extLst>
                      <a:ext uri="{FF2B5EF4-FFF2-40B4-BE49-F238E27FC236}">
                        <a16:creationId xmlns:a16="http://schemas.microsoft.com/office/drawing/2014/main" id="{715F537F-0895-4EDD-9A49-32613155544E}"/>
                      </a:ext>
                    </a:extLst>
                  </p:cNvPr>
                  <p:cNvSpPr/>
                  <p:nvPr/>
                </p:nvSpPr>
                <p:spPr>
                  <a:xfrm>
                    <a:off x="4677589" y="1418964"/>
                    <a:ext cx="50179" cy="33096"/>
                  </a:xfrm>
                  <a:custGeom>
                    <a:avLst/>
                    <a:gdLst>
                      <a:gd name="connsiteX0" fmla="*/ 1016 w 50179"/>
                      <a:gd name="connsiteY0" fmla="*/ 30171 h 33096"/>
                      <a:gd name="connsiteX1" fmla="*/ 8863 w 50179"/>
                      <a:gd name="connsiteY1" fmla="*/ 33096 h 33096"/>
                      <a:gd name="connsiteX2" fmla="*/ 14759 w 50179"/>
                      <a:gd name="connsiteY2" fmla="*/ 32786 h 33096"/>
                      <a:gd name="connsiteX3" fmla="*/ 20300 w 50179"/>
                      <a:gd name="connsiteY3" fmla="*/ 31678 h 33096"/>
                      <a:gd name="connsiteX4" fmla="*/ 31871 w 50179"/>
                      <a:gd name="connsiteY4" fmla="*/ 26536 h 33096"/>
                      <a:gd name="connsiteX5" fmla="*/ 47741 w 50179"/>
                      <a:gd name="connsiteY5" fmla="*/ 10133 h 33096"/>
                      <a:gd name="connsiteX6" fmla="*/ 48539 w 50179"/>
                      <a:gd name="connsiteY6" fmla="*/ 114 h 33096"/>
                      <a:gd name="connsiteX7" fmla="*/ 41712 w 50179"/>
                      <a:gd name="connsiteY7" fmla="*/ 3306 h 33096"/>
                      <a:gd name="connsiteX8" fmla="*/ 32890 w 50179"/>
                      <a:gd name="connsiteY8" fmla="*/ 8094 h 33096"/>
                      <a:gd name="connsiteX9" fmla="*/ 23448 w 50179"/>
                      <a:gd name="connsiteY9" fmla="*/ 11640 h 33096"/>
                      <a:gd name="connsiteX10" fmla="*/ 14360 w 50179"/>
                      <a:gd name="connsiteY10" fmla="*/ 13547 h 33096"/>
                      <a:gd name="connsiteX11" fmla="*/ 5538 w 50179"/>
                      <a:gd name="connsiteY11" fmla="*/ 17714 h 33096"/>
                      <a:gd name="connsiteX12" fmla="*/ 617 w 50179"/>
                      <a:gd name="connsiteY12" fmla="*/ 23964 h 33096"/>
                      <a:gd name="connsiteX13" fmla="*/ 1016 w 50179"/>
                      <a:gd name="connsiteY13" fmla="*/ 30171 h 3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0179" h="33096">
                        <a:moveTo>
                          <a:pt x="1016" y="30171"/>
                        </a:moveTo>
                        <a:cubicBezTo>
                          <a:pt x="3011" y="32476"/>
                          <a:pt x="4651" y="33096"/>
                          <a:pt x="8863" y="33096"/>
                        </a:cubicBezTo>
                        <a:cubicBezTo>
                          <a:pt x="10858" y="33052"/>
                          <a:pt x="12808" y="32963"/>
                          <a:pt x="14759" y="32786"/>
                        </a:cubicBezTo>
                        <a:cubicBezTo>
                          <a:pt x="16576" y="32520"/>
                          <a:pt x="18438" y="32166"/>
                          <a:pt x="20300" y="31678"/>
                        </a:cubicBezTo>
                        <a:cubicBezTo>
                          <a:pt x="24157" y="30747"/>
                          <a:pt x="27703" y="29107"/>
                          <a:pt x="31871" y="26536"/>
                        </a:cubicBezTo>
                        <a:cubicBezTo>
                          <a:pt x="38565" y="22191"/>
                          <a:pt x="44594" y="15807"/>
                          <a:pt x="47741" y="10133"/>
                        </a:cubicBezTo>
                        <a:cubicBezTo>
                          <a:pt x="50091" y="5877"/>
                          <a:pt x="51421" y="1178"/>
                          <a:pt x="48539" y="114"/>
                        </a:cubicBezTo>
                        <a:cubicBezTo>
                          <a:pt x="46766" y="-551"/>
                          <a:pt x="44239" y="1843"/>
                          <a:pt x="41712" y="3306"/>
                        </a:cubicBezTo>
                        <a:cubicBezTo>
                          <a:pt x="38786" y="5035"/>
                          <a:pt x="35860" y="6631"/>
                          <a:pt x="32890" y="8094"/>
                        </a:cubicBezTo>
                        <a:cubicBezTo>
                          <a:pt x="29964" y="9601"/>
                          <a:pt x="26817" y="10842"/>
                          <a:pt x="23448" y="11640"/>
                        </a:cubicBezTo>
                        <a:cubicBezTo>
                          <a:pt x="20610" y="12394"/>
                          <a:pt x="17463" y="12793"/>
                          <a:pt x="14360" y="13547"/>
                        </a:cubicBezTo>
                        <a:cubicBezTo>
                          <a:pt x="11301" y="14477"/>
                          <a:pt x="8286" y="15408"/>
                          <a:pt x="5538" y="17714"/>
                        </a:cubicBezTo>
                        <a:cubicBezTo>
                          <a:pt x="3055" y="19443"/>
                          <a:pt x="1504" y="21881"/>
                          <a:pt x="617" y="23964"/>
                        </a:cubicBezTo>
                        <a:cubicBezTo>
                          <a:pt x="-181" y="26092"/>
                          <a:pt x="-358" y="28530"/>
                          <a:pt x="1016" y="3017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99" name="Forme libre : forme 22998">
                    <a:extLst>
                      <a:ext uri="{FF2B5EF4-FFF2-40B4-BE49-F238E27FC236}">
                        <a16:creationId xmlns:a16="http://schemas.microsoft.com/office/drawing/2014/main" id="{DC75A479-6B12-4175-AF2C-7D16F6B9F6EE}"/>
                      </a:ext>
                    </a:extLst>
                  </p:cNvPr>
                  <p:cNvSpPr/>
                  <p:nvPr/>
                </p:nvSpPr>
                <p:spPr>
                  <a:xfrm>
                    <a:off x="4685872" y="1426781"/>
                    <a:ext cx="12315" cy="13656"/>
                  </a:xfrm>
                  <a:custGeom>
                    <a:avLst/>
                    <a:gdLst>
                      <a:gd name="connsiteX0" fmla="*/ 714 w 12315"/>
                      <a:gd name="connsiteY0" fmla="*/ 11271 h 13656"/>
                      <a:gd name="connsiteX1" fmla="*/ 4 w 12315"/>
                      <a:gd name="connsiteY1" fmla="*/ 13177 h 13656"/>
                      <a:gd name="connsiteX2" fmla="*/ 1689 w 12315"/>
                      <a:gd name="connsiteY2" fmla="*/ 13399 h 13656"/>
                      <a:gd name="connsiteX3" fmla="*/ 4393 w 12315"/>
                      <a:gd name="connsiteY3" fmla="*/ 11670 h 13656"/>
                      <a:gd name="connsiteX4" fmla="*/ 10067 w 12315"/>
                      <a:gd name="connsiteY4" fmla="*/ 6084 h 13656"/>
                      <a:gd name="connsiteX5" fmla="*/ 11752 w 12315"/>
                      <a:gd name="connsiteY5" fmla="*/ 3734 h 13656"/>
                      <a:gd name="connsiteX6" fmla="*/ 7939 w 12315"/>
                      <a:gd name="connsiteY6" fmla="*/ 1828 h 13656"/>
                      <a:gd name="connsiteX7" fmla="*/ 714 w 12315"/>
                      <a:gd name="connsiteY7" fmla="*/ 11271 h 13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15" h="13656">
                        <a:moveTo>
                          <a:pt x="714" y="11271"/>
                        </a:moveTo>
                        <a:cubicBezTo>
                          <a:pt x="270" y="12024"/>
                          <a:pt x="-40" y="12556"/>
                          <a:pt x="4" y="13177"/>
                        </a:cubicBezTo>
                        <a:cubicBezTo>
                          <a:pt x="93" y="13798"/>
                          <a:pt x="847" y="13753"/>
                          <a:pt x="1689" y="13399"/>
                        </a:cubicBezTo>
                        <a:cubicBezTo>
                          <a:pt x="2531" y="13044"/>
                          <a:pt x="3595" y="12290"/>
                          <a:pt x="4393" y="11670"/>
                        </a:cubicBezTo>
                        <a:cubicBezTo>
                          <a:pt x="6432" y="10074"/>
                          <a:pt x="8383" y="7946"/>
                          <a:pt x="10067" y="6084"/>
                        </a:cubicBezTo>
                        <a:cubicBezTo>
                          <a:pt x="10777" y="5330"/>
                          <a:pt x="11397" y="4577"/>
                          <a:pt x="11752" y="3734"/>
                        </a:cubicBezTo>
                        <a:cubicBezTo>
                          <a:pt x="13304" y="277"/>
                          <a:pt x="11530" y="-1630"/>
                          <a:pt x="7939" y="1828"/>
                        </a:cubicBezTo>
                        <a:cubicBezTo>
                          <a:pt x="5147" y="4355"/>
                          <a:pt x="2620" y="8389"/>
                          <a:pt x="714" y="1127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00" name="Forme libre : forme 22999">
                    <a:extLst>
                      <a:ext uri="{FF2B5EF4-FFF2-40B4-BE49-F238E27FC236}">
                        <a16:creationId xmlns:a16="http://schemas.microsoft.com/office/drawing/2014/main" id="{9B165173-EF2D-46E6-8D29-DFC01EB67185}"/>
                      </a:ext>
                    </a:extLst>
                  </p:cNvPr>
                  <p:cNvSpPr/>
                  <p:nvPr/>
                </p:nvSpPr>
                <p:spPr>
                  <a:xfrm>
                    <a:off x="4732291" y="1397312"/>
                    <a:ext cx="9675" cy="29834"/>
                  </a:xfrm>
                  <a:custGeom>
                    <a:avLst/>
                    <a:gdLst>
                      <a:gd name="connsiteX0" fmla="*/ 9176 w 9675"/>
                      <a:gd name="connsiteY0" fmla="*/ 0 h 29834"/>
                      <a:gd name="connsiteX1" fmla="*/ 0 w 9675"/>
                      <a:gd name="connsiteY1" fmla="*/ 29835 h 29834"/>
                      <a:gd name="connsiteX2" fmla="*/ 9176 w 9675"/>
                      <a:gd name="connsiteY2" fmla="*/ 0 h 29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675" h="29834">
                        <a:moveTo>
                          <a:pt x="9176" y="0"/>
                        </a:moveTo>
                        <a:cubicBezTo>
                          <a:pt x="11570" y="7270"/>
                          <a:pt x="4832" y="21190"/>
                          <a:pt x="0" y="29835"/>
                        </a:cubicBezTo>
                        <a:cubicBezTo>
                          <a:pt x="5231" y="20437"/>
                          <a:pt x="8246" y="8689"/>
                          <a:pt x="917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01" name="Forme libre : forme 23000">
                    <a:extLst>
                      <a:ext uri="{FF2B5EF4-FFF2-40B4-BE49-F238E27FC236}">
                        <a16:creationId xmlns:a16="http://schemas.microsoft.com/office/drawing/2014/main" id="{C47B753E-9086-460B-BCAC-F106F27531C2}"/>
                      </a:ext>
                    </a:extLst>
                  </p:cNvPr>
                  <p:cNvSpPr/>
                  <p:nvPr/>
                </p:nvSpPr>
                <p:spPr>
                  <a:xfrm>
                    <a:off x="4669385" y="1424442"/>
                    <a:ext cx="17466" cy="20081"/>
                  </a:xfrm>
                  <a:custGeom>
                    <a:avLst/>
                    <a:gdLst>
                      <a:gd name="connsiteX0" fmla="*/ 17466 w 17466"/>
                      <a:gd name="connsiteY0" fmla="*/ 0 h 20081"/>
                      <a:gd name="connsiteX1" fmla="*/ 7847 w 17466"/>
                      <a:gd name="connsiteY1" fmla="*/ 11083 h 20081"/>
                      <a:gd name="connsiteX2" fmla="*/ 0 w 17466"/>
                      <a:gd name="connsiteY2" fmla="*/ 20082 h 20081"/>
                      <a:gd name="connsiteX3" fmla="*/ 8379 w 17466"/>
                      <a:gd name="connsiteY3" fmla="*/ 11393 h 20081"/>
                      <a:gd name="connsiteX4" fmla="*/ 12945 w 17466"/>
                      <a:gd name="connsiteY4" fmla="*/ 5763 h 20081"/>
                      <a:gd name="connsiteX5" fmla="*/ 15250 w 17466"/>
                      <a:gd name="connsiteY5" fmla="*/ 2926 h 20081"/>
                      <a:gd name="connsiteX6" fmla="*/ 17466 w 17466"/>
                      <a:gd name="connsiteY6" fmla="*/ 0 h 20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466" h="20081">
                        <a:moveTo>
                          <a:pt x="17466" y="0"/>
                        </a:moveTo>
                        <a:cubicBezTo>
                          <a:pt x="13432" y="3901"/>
                          <a:pt x="10462" y="7315"/>
                          <a:pt x="7847" y="11083"/>
                        </a:cubicBezTo>
                        <a:cubicBezTo>
                          <a:pt x="5320" y="14363"/>
                          <a:pt x="3369" y="17644"/>
                          <a:pt x="0" y="20082"/>
                        </a:cubicBezTo>
                        <a:cubicBezTo>
                          <a:pt x="3103" y="17644"/>
                          <a:pt x="5453" y="14807"/>
                          <a:pt x="8379" y="11393"/>
                        </a:cubicBezTo>
                        <a:cubicBezTo>
                          <a:pt x="9886" y="9443"/>
                          <a:pt x="11349" y="7847"/>
                          <a:pt x="12945" y="5763"/>
                        </a:cubicBezTo>
                        <a:cubicBezTo>
                          <a:pt x="13743" y="4788"/>
                          <a:pt x="14496" y="3857"/>
                          <a:pt x="15250" y="2926"/>
                        </a:cubicBezTo>
                        <a:cubicBezTo>
                          <a:pt x="16003" y="1906"/>
                          <a:pt x="16757" y="931"/>
                          <a:pt x="1746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02" name="Forme libre : forme 23001">
                    <a:extLst>
                      <a:ext uri="{FF2B5EF4-FFF2-40B4-BE49-F238E27FC236}">
                        <a16:creationId xmlns:a16="http://schemas.microsoft.com/office/drawing/2014/main" id="{9BEEDCE7-8829-488A-A9E7-F0E8E8B45690}"/>
                      </a:ext>
                    </a:extLst>
                  </p:cNvPr>
                  <p:cNvSpPr/>
                  <p:nvPr/>
                </p:nvSpPr>
                <p:spPr>
                  <a:xfrm>
                    <a:off x="4708027" y="1413424"/>
                    <a:ext cx="12897" cy="11221"/>
                  </a:xfrm>
                  <a:custGeom>
                    <a:avLst/>
                    <a:gdLst>
                      <a:gd name="connsiteX0" fmla="*/ 12870 w 12897"/>
                      <a:gd name="connsiteY0" fmla="*/ 512 h 11221"/>
                      <a:gd name="connsiteX1" fmla="*/ 6619 w 12897"/>
                      <a:gd name="connsiteY1" fmla="*/ 8004 h 11221"/>
                      <a:gd name="connsiteX2" fmla="*/ 14 w 12897"/>
                      <a:gd name="connsiteY2" fmla="*/ 10575 h 11221"/>
                      <a:gd name="connsiteX3" fmla="*/ 6043 w 12897"/>
                      <a:gd name="connsiteY3" fmla="*/ 3748 h 11221"/>
                      <a:gd name="connsiteX4" fmla="*/ 12870 w 12897"/>
                      <a:gd name="connsiteY4" fmla="*/ 512 h 11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97" h="11221">
                        <a:moveTo>
                          <a:pt x="12870" y="512"/>
                        </a:moveTo>
                        <a:cubicBezTo>
                          <a:pt x="13313" y="2418"/>
                          <a:pt x="8171" y="6718"/>
                          <a:pt x="6619" y="8004"/>
                        </a:cubicBezTo>
                        <a:cubicBezTo>
                          <a:pt x="5024" y="9289"/>
                          <a:pt x="280" y="12614"/>
                          <a:pt x="14" y="10575"/>
                        </a:cubicBezTo>
                        <a:cubicBezTo>
                          <a:pt x="-296" y="8536"/>
                          <a:pt x="4580" y="4989"/>
                          <a:pt x="6043" y="3748"/>
                        </a:cubicBezTo>
                        <a:cubicBezTo>
                          <a:pt x="7506" y="2551"/>
                          <a:pt x="12427" y="-1394"/>
                          <a:pt x="12870" y="51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03" name="Forme libre : forme 23002">
                    <a:extLst>
                      <a:ext uri="{FF2B5EF4-FFF2-40B4-BE49-F238E27FC236}">
                        <a16:creationId xmlns:a16="http://schemas.microsoft.com/office/drawing/2014/main" id="{1420BB18-E739-41A7-B1A9-046BF5C3F95C}"/>
                      </a:ext>
                    </a:extLst>
                  </p:cNvPr>
                  <p:cNvSpPr/>
                  <p:nvPr/>
                </p:nvSpPr>
                <p:spPr>
                  <a:xfrm>
                    <a:off x="4718987" y="1411710"/>
                    <a:ext cx="3555" cy="3538"/>
                  </a:xfrm>
                  <a:custGeom>
                    <a:avLst/>
                    <a:gdLst>
                      <a:gd name="connsiteX0" fmla="*/ 3374 w 3555"/>
                      <a:gd name="connsiteY0" fmla="*/ 54 h 3538"/>
                      <a:gd name="connsiteX1" fmla="*/ 2487 w 3555"/>
                      <a:gd name="connsiteY1" fmla="*/ 2182 h 3538"/>
                      <a:gd name="connsiteX2" fmla="*/ 182 w 3555"/>
                      <a:gd name="connsiteY2" fmla="*/ 3467 h 3538"/>
                      <a:gd name="connsiteX3" fmla="*/ 1068 w 3555"/>
                      <a:gd name="connsiteY3" fmla="*/ 1428 h 3538"/>
                      <a:gd name="connsiteX4" fmla="*/ 3374 w 3555"/>
                      <a:gd name="connsiteY4" fmla="*/ 54 h 3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55" h="3538">
                        <a:moveTo>
                          <a:pt x="3374" y="54"/>
                        </a:moveTo>
                        <a:cubicBezTo>
                          <a:pt x="3950" y="364"/>
                          <a:pt x="3019" y="1605"/>
                          <a:pt x="2487" y="2182"/>
                        </a:cubicBezTo>
                        <a:cubicBezTo>
                          <a:pt x="1955" y="2758"/>
                          <a:pt x="758" y="3822"/>
                          <a:pt x="182" y="3467"/>
                        </a:cubicBezTo>
                        <a:cubicBezTo>
                          <a:pt x="-394" y="3113"/>
                          <a:pt x="536" y="2004"/>
                          <a:pt x="1068" y="1428"/>
                        </a:cubicBezTo>
                        <a:cubicBezTo>
                          <a:pt x="1600" y="852"/>
                          <a:pt x="2797" y="-256"/>
                          <a:pt x="3374" y="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004" name="Forme libre : forme 23003">
                    <a:extLst>
                      <a:ext uri="{FF2B5EF4-FFF2-40B4-BE49-F238E27FC236}">
                        <a16:creationId xmlns:a16="http://schemas.microsoft.com/office/drawing/2014/main" id="{B1DB1EE0-7704-41ED-BB29-4E40A975F9C8}"/>
                      </a:ext>
                    </a:extLst>
                  </p:cNvPr>
                  <p:cNvSpPr/>
                  <p:nvPr/>
                </p:nvSpPr>
                <p:spPr>
                  <a:xfrm>
                    <a:off x="4701209" y="1396142"/>
                    <a:ext cx="36921" cy="21764"/>
                  </a:xfrm>
                  <a:custGeom>
                    <a:avLst/>
                    <a:gdLst>
                      <a:gd name="connsiteX0" fmla="*/ 24032 w 36921"/>
                      <a:gd name="connsiteY0" fmla="*/ 2810 h 21764"/>
                      <a:gd name="connsiteX1" fmla="*/ 35780 w 36921"/>
                      <a:gd name="connsiteY1" fmla="*/ 17 h 21764"/>
                      <a:gd name="connsiteX2" fmla="*/ 35869 w 36921"/>
                      <a:gd name="connsiteY2" fmla="*/ 3918 h 21764"/>
                      <a:gd name="connsiteX3" fmla="*/ 31391 w 36921"/>
                      <a:gd name="connsiteY3" fmla="*/ 6489 h 21764"/>
                      <a:gd name="connsiteX4" fmla="*/ 17117 w 36921"/>
                      <a:gd name="connsiteY4" fmla="*/ 12961 h 21764"/>
                      <a:gd name="connsiteX5" fmla="*/ 7541 w 36921"/>
                      <a:gd name="connsiteY5" fmla="*/ 19256 h 21764"/>
                      <a:gd name="connsiteX6" fmla="*/ 5 w 36921"/>
                      <a:gd name="connsiteY6" fmla="*/ 20542 h 21764"/>
                      <a:gd name="connsiteX7" fmla="*/ 13969 w 36921"/>
                      <a:gd name="connsiteY7" fmla="*/ 6046 h 21764"/>
                      <a:gd name="connsiteX8" fmla="*/ 24032 w 36921"/>
                      <a:gd name="connsiteY8" fmla="*/ 2810 h 21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6921" h="21764">
                        <a:moveTo>
                          <a:pt x="24032" y="2810"/>
                        </a:moveTo>
                        <a:cubicBezTo>
                          <a:pt x="28510" y="1081"/>
                          <a:pt x="31746" y="-160"/>
                          <a:pt x="35780" y="17"/>
                        </a:cubicBezTo>
                        <a:cubicBezTo>
                          <a:pt x="37287" y="105"/>
                          <a:pt x="37287" y="2278"/>
                          <a:pt x="35869" y="3918"/>
                        </a:cubicBezTo>
                        <a:cubicBezTo>
                          <a:pt x="34450" y="5558"/>
                          <a:pt x="32943" y="6002"/>
                          <a:pt x="31391" y="6489"/>
                        </a:cubicBezTo>
                        <a:cubicBezTo>
                          <a:pt x="26559" y="8085"/>
                          <a:pt x="21993" y="10302"/>
                          <a:pt x="17117" y="12961"/>
                        </a:cubicBezTo>
                        <a:cubicBezTo>
                          <a:pt x="15610" y="13759"/>
                          <a:pt x="11354" y="16907"/>
                          <a:pt x="7541" y="19256"/>
                        </a:cubicBezTo>
                        <a:cubicBezTo>
                          <a:pt x="3640" y="21517"/>
                          <a:pt x="138" y="22892"/>
                          <a:pt x="5" y="20542"/>
                        </a:cubicBezTo>
                        <a:cubicBezTo>
                          <a:pt x="-261" y="15976"/>
                          <a:pt x="9980" y="8307"/>
                          <a:pt x="13969" y="6046"/>
                        </a:cubicBezTo>
                        <a:cubicBezTo>
                          <a:pt x="17959" y="3874"/>
                          <a:pt x="20619" y="4051"/>
                          <a:pt x="24032" y="281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69" name="Graphique 2">
                  <a:extLst>
                    <a:ext uri="{FF2B5EF4-FFF2-40B4-BE49-F238E27FC236}">
                      <a16:creationId xmlns:a16="http://schemas.microsoft.com/office/drawing/2014/main" id="{FDEB240B-CF44-4373-B9F8-7206985BBD6E}"/>
                    </a:ext>
                  </a:extLst>
                </p:cNvPr>
                <p:cNvGrpSpPr/>
                <p:nvPr/>
              </p:nvGrpSpPr>
              <p:grpSpPr>
                <a:xfrm>
                  <a:off x="4738582" y="1313337"/>
                  <a:ext cx="60737" cy="81727"/>
                  <a:chOff x="4738582" y="1313337"/>
                  <a:chExt cx="60737" cy="81727"/>
                </a:xfrm>
                <a:solidFill>
                  <a:schemeClr val="accent1"/>
                </a:solidFill>
              </p:grpSpPr>
              <p:sp>
                <p:nvSpPr>
                  <p:cNvPr id="22981" name="Forme libre : forme 22980">
                    <a:extLst>
                      <a:ext uri="{FF2B5EF4-FFF2-40B4-BE49-F238E27FC236}">
                        <a16:creationId xmlns:a16="http://schemas.microsoft.com/office/drawing/2014/main" id="{D92C6BA9-A08B-48A2-8633-5B444843225A}"/>
                      </a:ext>
                    </a:extLst>
                  </p:cNvPr>
                  <p:cNvSpPr/>
                  <p:nvPr/>
                </p:nvSpPr>
                <p:spPr>
                  <a:xfrm>
                    <a:off x="4738582" y="1313337"/>
                    <a:ext cx="60737" cy="81727"/>
                  </a:xfrm>
                  <a:custGeom>
                    <a:avLst/>
                    <a:gdLst>
                      <a:gd name="connsiteX0" fmla="*/ 52757 w 60737"/>
                      <a:gd name="connsiteY0" fmla="*/ 35255 h 81727"/>
                      <a:gd name="connsiteX1" fmla="*/ 46063 w 60737"/>
                      <a:gd name="connsiteY1" fmla="*/ 48022 h 81727"/>
                      <a:gd name="connsiteX2" fmla="*/ 38128 w 60737"/>
                      <a:gd name="connsiteY2" fmla="*/ 63006 h 81727"/>
                      <a:gd name="connsiteX3" fmla="*/ 22479 w 60737"/>
                      <a:gd name="connsiteY3" fmla="*/ 78345 h 81727"/>
                      <a:gd name="connsiteX4" fmla="*/ 7141 w 60737"/>
                      <a:gd name="connsiteY4" fmla="*/ 81714 h 81727"/>
                      <a:gd name="connsiteX5" fmla="*/ 4 w 60737"/>
                      <a:gd name="connsiteY5" fmla="*/ 74621 h 81727"/>
                      <a:gd name="connsiteX6" fmla="*/ 2796 w 60737"/>
                      <a:gd name="connsiteY6" fmla="*/ 59327 h 81727"/>
                      <a:gd name="connsiteX7" fmla="*/ 7673 w 60737"/>
                      <a:gd name="connsiteY7" fmla="*/ 45495 h 81727"/>
                      <a:gd name="connsiteX8" fmla="*/ 14012 w 60737"/>
                      <a:gd name="connsiteY8" fmla="*/ 32285 h 81727"/>
                      <a:gd name="connsiteX9" fmla="*/ 22391 w 60737"/>
                      <a:gd name="connsiteY9" fmla="*/ 17700 h 81727"/>
                      <a:gd name="connsiteX10" fmla="*/ 37375 w 60737"/>
                      <a:gd name="connsiteY10" fmla="*/ 3913 h 81727"/>
                      <a:gd name="connsiteX11" fmla="*/ 53023 w 60737"/>
                      <a:gd name="connsiteY11" fmla="*/ 12 h 81727"/>
                      <a:gd name="connsiteX12" fmla="*/ 60737 w 60737"/>
                      <a:gd name="connsiteY12" fmla="*/ 6130 h 81727"/>
                      <a:gd name="connsiteX13" fmla="*/ 58875 w 60737"/>
                      <a:gd name="connsiteY13" fmla="*/ 20493 h 81727"/>
                      <a:gd name="connsiteX14" fmla="*/ 52757 w 60737"/>
                      <a:gd name="connsiteY14" fmla="*/ 35255 h 81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0737" h="81727">
                        <a:moveTo>
                          <a:pt x="52757" y="35255"/>
                        </a:moveTo>
                        <a:cubicBezTo>
                          <a:pt x="51162" y="38181"/>
                          <a:pt x="48635" y="42791"/>
                          <a:pt x="46063" y="48022"/>
                        </a:cubicBezTo>
                        <a:cubicBezTo>
                          <a:pt x="43492" y="53209"/>
                          <a:pt x="40566" y="59061"/>
                          <a:pt x="38128" y="63006"/>
                        </a:cubicBezTo>
                        <a:cubicBezTo>
                          <a:pt x="33828" y="70276"/>
                          <a:pt x="27755" y="75951"/>
                          <a:pt x="22479" y="78345"/>
                        </a:cubicBezTo>
                        <a:cubicBezTo>
                          <a:pt x="17514" y="80473"/>
                          <a:pt x="12549" y="81315"/>
                          <a:pt x="7141" y="81714"/>
                        </a:cubicBezTo>
                        <a:cubicBezTo>
                          <a:pt x="3417" y="81980"/>
                          <a:pt x="-129" y="78345"/>
                          <a:pt x="4" y="74621"/>
                        </a:cubicBezTo>
                        <a:cubicBezTo>
                          <a:pt x="225" y="69301"/>
                          <a:pt x="1023" y="64292"/>
                          <a:pt x="2796" y="59327"/>
                        </a:cubicBezTo>
                        <a:cubicBezTo>
                          <a:pt x="3816" y="55160"/>
                          <a:pt x="5057" y="51126"/>
                          <a:pt x="7673" y="45495"/>
                        </a:cubicBezTo>
                        <a:cubicBezTo>
                          <a:pt x="9091" y="42525"/>
                          <a:pt x="11308" y="37649"/>
                          <a:pt x="14012" y="32285"/>
                        </a:cubicBezTo>
                        <a:cubicBezTo>
                          <a:pt x="16672" y="26965"/>
                          <a:pt x="19908" y="21335"/>
                          <a:pt x="22391" y="17700"/>
                        </a:cubicBezTo>
                        <a:cubicBezTo>
                          <a:pt x="27001" y="10829"/>
                          <a:pt x="32232" y="6484"/>
                          <a:pt x="37375" y="3913"/>
                        </a:cubicBezTo>
                        <a:cubicBezTo>
                          <a:pt x="42517" y="1253"/>
                          <a:pt x="47659" y="411"/>
                          <a:pt x="53023" y="12"/>
                        </a:cubicBezTo>
                        <a:cubicBezTo>
                          <a:pt x="56792" y="-210"/>
                          <a:pt x="60781" y="2672"/>
                          <a:pt x="60737" y="6130"/>
                        </a:cubicBezTo>
                        <a:cubicBezTo>
                          <a:pt x="60693" y="11095"/>
                          <a:pt x="60205" y="15838"/>
                          <a:pt x="58875" y="20493"/>
                        </a:cubicBezTo>
                        <a:cubicBezTo>
                          <a:pt x="57634" y="25192"/>
                          <a:pt x="55683" y="29847"/>
                          <a:pt x="52757" y="3525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82" name="Forme libre : forme 22981">
                    <a:extLst>
                      <a:ext uri="{FF2B5EF4-FFF2-40B4-BE49-F238E27FC236}">
                        <a16:creationId xmlns:a16="http://schemas.microsoft.com/office/drawing/2014/main" id="{8C7F3856-37D3-4C65-92AA-98AB1C879E4E}"/>
                      </a:ext>
                    </a:extLst>
                  </p:cNvPr>
                  <p:cNvSpPr/>
                  <p:nvPr/>
                </p:nvSpPr>
                <p:spPr>
                  <a:xfrm>
                    <a:off x="4741334" y="1319289"/>
                    <a:ext cx="57851" cy="75770"/>
                  </a:xfrm>
                  <a:custGeom>
                    <a:avLst/>
                    <a:gdLst>
                      <a:gd name="connsiteX0" fmla="*/ 26687 w 57851"/>
                      <a:gd name="connsiteY0" fmla="*/ 46459 h 75770"/>
                      <a:gd name="connsiteX1" fmla="*/ 15383 w 57851"/>
                      <a:gd name="connsiteY1" fmla="*/ 64103 h 75770"/>
                      <a:gd name="connsiteX2" fmla="*/ 0 w 57851"/>
                      <a:gd name="connsiteY2" fmla="*/ 74343 h 75770"/>
                      <a:gd name="connsiteX3" fmla="*/ 4256 w 57851"/>
                      <a:gd name="connsiteY3" fmla="*/ 75762 h 75770"/>
                      <a:gd name="connsiteX4" fmla="*/ 9708 w 57851"/>
                      <a:gd name="connsiteY4" fmla="*/ 75141 h 75770"/>
                      <a:gd name="connsiteX5" fmla="*/ 17289 w 57851"/>
                      <a:gd name="connsiteY5" fmla="*/ 73235 h 75770"/>
                      <a:gd name="connsiteX6" fmla="*/ 21057 w 57851"/>
                      <a:gd name="connsiteY6" fmla="*/ 71639 h 75770"/>
                      <a:gd name="connsiteX7" fmla="*/ 25313 w 57851"/>
                      <a:gd name="connsiteY7" fmla="*/ 68713 h 75770"/>
                      <a:gd name="connsiteX8" fmla="*/ 35243 w 57851"/>
                      <a:gd name="connsiteY8" fmla="*/ 57054 h 75770"/>
                      <a:gd name="connsiteX9" fmla="*/ 38125 w 57851"/>
                      <a:gd name="connsiteY9" fmla="*/ 52045 h 75770"/>
                      <a:gd name="connsiteX10" fmla="*/ 43888 w 57851"/>
                      <a:gd name="connsiteY10" fmla="*/ 40651 h 75770"/>
                      <a:gd name="connsiteX11" fmla="*/ 48897 w 57851"/>
                      <a:gd name="connsiteY11" fmla="*/ 31120 h 75770"/>
                      <a:gd name="connsiteX12" fmla="*/ 49872 w 57851"/>
                      <a:gd name="connsiteY12" fmla="*/ 29303 h 75770"/>
                      <a:gd name="connsiteX13" fmla="*/ 54704 w 57851"/>
                      <a:gd name="connsiteY13" fmla="*/ 18619 h 75770"/>
                      <a:gd name="connsiteX14" fmla="*/ 57675 w 57851"/>
                      <a:gd name="connsiteY14" fmla="*/ 4832 h 75770"/>
                      <a:gd name="connsiteX15" fmla="*/ 57852 w 57851"/>
                      <a:gd name="connsiteY15" fmla="*/ 177 h 75770"/>
                      <a:gd name="connsiteX16" fmla="*/ 57808 w 57851"/>
                      <a:gd name="connsiteY16" fmla="*/ 0 h 75770"/>
                      <a:gd name="connsiteX17" fmla="*/ 39455 w 57851"/>
                      <a:gd name="connsiteY17" fmla="*/ 21190 h 75770"/>
                      <a:gd name="connsiteX18" fmla="*/ 26687 w 57851"/>
                      <a:gd name="connsiteY18" fmla="*/ 46459 h 75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7851" h="75770">
                        <a:moveTo>
                          <a:pt x="26687" y="46459"/>
                        </a:moveTo>
                        <a:cubicBezTo>
                          <a:pt x="23983" y="52576"/>
                          <a:pt x="20437" y="59093"/>
                          <a:pt x="15383" y="64103"/>
                        </a:cubicBezTo>
                        <a:cubicBezTo>
                          <a:pt x="10462" y="68846"/>
                          <a:pt x="5364" y="72259"/>
                          <a:pt x="0" y="74343"/>
                        </a:cubicBezTo>
                        <a:cubicBezTo>
                          <a:pt x="1241" y="75274"/>
                          <a:pt x="2704" y="75850"/>
                          <a:pt x="4256" y="75762"/>
                        </a:cubicBezTo>
                        <a:cubicBezTo>
                          <a:pt x="6118" y="75629"/>
                          <a:pt x="7935" y="75407"/>
                          <a:pt x="9708" y="75141"/>
                        </a:cubicBezTo>
                        <a:cubicBezTo>
                          <a:pt x="12280" y="74742"/>
                          <a:pt x="14762" y="74121"/>
                          <a:pt x="17289" y="73235"/>
                        </a:cubicBezTo>
                        <a:cubicBezTo>
                          <a:pt x="18575" y="72791"/>
                          <a:pt x="19772" y="72348"/>
                          <a:pt x="21057" y="71639"/>
                        </a:cubicBezTo>
                        <a:cubicBezTo>
                          <a:pt x="22431" y="70797"/>
                          <a:pt x="23939" y="69821"/>
                          <a:pt x="25313" y="68713"/>
                        </a:cubicBezTo>
                        <a:cubicBezTo>
                          <a:pt x="28948" y="65787"/>
                          <a:pt x="32317" y="61797"/>
                          <a:pt x="35243" y="57054"/>
                        </a:cubicBezTo>
                        <a:cubicBezTo>
                          <a:pt x="36130" y="55591"/>
                          <a:pt x="37105" y="53906"/>
                          <a:pt x="38125" y="52045"/>
                        </a:cubicBezTo>
                        <a:cubicBezTo>
                          <a:pt x="40031" y="48409"/>
                          <a:pt x="42026" y="44375"/>
                          <a:pt x="43888" y="40651"/>
                        </a:cubicBezTo>
                        <a:cubicBezTo>
                          <a:pt x="45750" y="37016"/>
                          <a:pt x="47523" y="33647"/>
                          <a:pt x="48897" y="31120"/>
                        </a:cubicBezTo>
                        <a:cubicBezTo>
                          <a:pt x="49252" y="30455"/>
                          <a:pt x="49606" y="29835"/>
                          <a:pt x="49872" y="29303"/>
                        </a:cubicBezTo>
                        <a:cubicBezTo>
                          <a:pt x="51912" y="25402"/>
                          <a:pt x="53596" y="22032"/>
                          <a:pt x="54704" y="18619"/>
                        </a:cubicBezTo>
                        <a:cubicBezTo>
                          <a:pt x="56345" y="14097"/>
                          <a:pt x="57143" y="9443"/>
                          <a:pt x="57675" y="4832"/>
                        </a:cubicBezTo>
                        <a:cubicBezTo>
                          <a:pt x="57808" y="3280"/>
                          <a:pt x="57852" y="1729"/>
                          <a:pt x="57852" y="177"/>
                        </a:cubicBezTo>
                        <a:lnTo>
                          <a:pt x="57808" y="0"/>
                        </a:lnTo>
                        <a:cubicBezTo>
                          <a:pt x="50936" y="6339"/>
                          <a:pt x="44553" y="13299"/>
                          <a:pt x="39455" y="21190"/>
                        </a:cubicBezTo>
                        <a:cubicBezTo>
                          <a:pt x="34356" y="29037"/>
                          <a:pt x="30544" y="37681"/>
                          <a:pt x="26687" y="4645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83" name="Forme libre : forme 22982">
                    <a:extLst>
                      <a:ext uri="{FF2B5EF4-FFF2-40B4-BE49-F238E27FC236}">
                        <a16:creationId xmlns:a16="http://schemas.microsoft.com/office/drawing/2014/main" id="{E3F127F5-1503-4369-B4FE-6DFABF2258B5}"/>
                      </a:ext>
                    </a:extLst>
                  </p:cNvPr>
                  <p:cNvSpPr/>
                  <p:nvPr/>
                </p:nvSpPr>
                <p:spPr>
                  <a:xfrm>
                    <a:off x="4760511" y="1328611"/>
                    <a:ext cx="25210" cy="38947"/>
                  </a:xfrm>
                  <a:custGeom>
                    <a:avLst/>
                    <a:gdLst>
                      <a:gd name="connsiteX0" fmla="*/ 24356 w 25210"/>
                      <a:gd name="connsiteY0" fmla="*/ 386 h 38947"/>
                      <a:gd name="connsiteX1" fmla="*/ 22627 w 25210"/>
                      <a:gd name="connsiteY1" fmla="*/ 10494 h 38947"/>
                      <a:gd name="connsiteX2" fmla="*/ 16731 w 25210"/>
                      <a:gd name="connsiteY2" fmla="*/ 22463 h 38947"/>
                      <a:gd name="connsiteX3" fmla="*/ 9949 w 25210"/>
                      <a:gd name="connsiteY3" fmla="*/ 33236 h 38947"/>
                      <a:gd name="connsiteX4" fmla="*/ 1526 w 25210"/>
                      <a:gd name="connsiteY4" fmla="*/ 38688 h 38947"/>
                      <a:gd name="connsiteX5" fmla="*/ 6491 w 25210"/>
                      <a:gd name="connsiteY5" fmla="*/ 17143 h 38947"/>
                      <a:gd name="connsiteX6" fmla="*/ 14781 w 25210"/>
                      <a:gd name="connsiteY6" fmla="*/ 5573 h 38947"/>
                      <a:gd name="connsiteX7" fmla="*/ 24356 w 25210"/>
                      <a:gd name="connsiteY7" fmla="*/ 386 h 38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210" h="38947">
                        <a:moveTo>
                          <a:pt x="24356" y="386"/>
                        </a:moveTo>
                        <a:cubicBezTo>
                          <a:pt x="26262" y="1849"/>
                          <a:pt x="24667" y="5972"/>
                          <a:pt x="22627" y="10494"/>
                        </a:cubicBezTo>
                        <a:cubicBezTo>
                          <a:pt x="20588" y="14971"/>
                          <a:pt x="18106" y="19980"/>
                          <a:pt x="16731" y="22463"/>
                        </a:cubicBezTo>
                        <a:cubicBezTo>
                          <a:pt x="15401" y="24990"/>
                          <a:pt x="12830" y="29467"/>
                          <a:pt x="9949" y="33236"/>
                        </a:cubicBezTo>
                        <a:cubicBezTo>
                          <a:pt x="7067" y="37004"/>
                          <a:pt x="3831" y="39841"/>
                          <a:pt x="1526" y="38688"/>
                        </a:cubicBezTo>
                        <a:cubicBezTo>
                          <a:pt x="-2952" y="36516"/>
                          <a:pt x="3565" y="22197"/>
                          <a:pt x="6491" y="17143"/>
                        </a:cubicBezTo>
                        <a:cubicBezTo>
                          <a:pt x="7909" y="14705"/>
                          <a:pt x="11101" y="9518"/>
                          <a:pt x="14781" y="5573"/>
                        </a:cubicBezTo>
                        <a:cubicBezTo>
                          <a:pt x="18505" y="1628"/>
                          <a:pt x="22494" y="-1032"/>
                          <a:pt x="24356" y="38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84" name="Forme libre : forme 22983">
                    <a:extLst>
                      <a:ext uri="{FF2B5EF4-FFF2-40B4-BE49-F238E27FC236}">
                        <a16:creationId xmlns:a16="http://schemas.microsoft.com/office/drawing/2014/main" id="{E4AD11F3-FE6C-49F5-B35F-7EAB1DCB2038}"/>
                      </a:ext>
                    </a:extLst>
                  </p:cNvPr>
                  <p:cNvSpPr/>
                  <p:nvPr/>
                </p:nvSpPr>
                <p:spPr>
                  <a:xfrm>
                    <a:off x="4760491" y="1342651"/>
                    <a:ext cx="20829" cy="24923"/>
                  </a:xfrm>
                  <a:custGeom>
                    <a:avLst/>
                    <a:gdLst>
                      <a:gd name="connsiteX0" fmla="*/ 1679 w 20829"/>
                      <a:gd name="connsiteY0" fmla="*/ 14230 h 24923"/>
                      <a:gd name="connsiteX1" fmla="*/ 1501 w 20829"/>
                      <a:gd name="connsiteY1" fmla="*/ 24870 h 24923"/>
                      <a:gd name="connsiteX2" fmla="*/ 16929 w 20829"/>
                      <a:gd name="connsiteY2" fmla="*/ 8246 h 24923"/>
                      <a:gd name="connsiteX3" fmla="*/ 20830 w 20829"/>
                      <a:gd name="connsiteY3" fmla="*/ 0 h 24923"/>
                      <a:gd name="connsiteX4" fmla="*/ 18037 w 20829"/>
                      <a:gd name="connsiteY4" fmla="*/ 3990 h 24923"/>
                      <a:gd name="connsiteX5" fmla="*/ 1679 w 20829"/>
                      <a:gd name="connsiteY5" fmla="*/ 14230 h 2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829" h="24923">
                        <a:moveTo>
                          <a:pt x="1679" y="14230"/>
                        </a:moveTo>
                        <a:cubicBezTo>
                          <a:pt x="1280" y="17156"/>
                          <a:pt x="-1779" y="24293"/>
                          <a:pt x="1501" y="24870"/>
                        </a:cubicBezTo>
                        <a:cubicBezTo>
                          <a:pt x="6954" y="25801"/>
                          <a:pt x="13559" y="14408"/>
                          <a:pt x="16929" y="8246"/>
                        </a:cubicBezTo>
                        <a:cubicBezTo>
                          <a:pt x="17948" y="6428"/>
                          <a:pt x="19943" y="2172"/>
                          <a:pt x="20830" y="0"/>
                        </a:cubicBezTo>
                        <a:cubicBezTo>
                          <a:pt x="20032" y="1108"/>
                          <a:pt x="18923" y="3059"/>
                          <a:pt x="18037" y="3990"/>
                        </a:cubicBezTo>
                        <a:cubicBezTo>
                          <a:pt x="13027" y="9398"/>
                          <a:pt x="6910" y="16314"/>
                          <a:pt x="1679" y="1423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85" name="Forme libre : forme 22984">
                    <a:extLst>
                      <a:ext uri="{FF2B5EF4-FFF2-40B4-BE49-F238E27FC236}">
                        <a16:creationId xmlns:a16="http://schemas.microsoft.com/office/drawing/2014/main" id="{086FC2D3-6A25-4383-B126-23885345B2B9}"/>
                      </a:ext>
                    </a:extLst>
                  </p:cNvPr>
                  <p:cNvSpPr/>
                  <p:nvPr/>
                </p:nvSpPr>
                <p:spPr>
                  <a:xfrm>
                    <a:off x="4762666" y="1327219"/>
                    <a:ext cx="25179" cy="38759"/>
                  </a:xfrm>
                  <a:custGeom>
                    <a:avLst/>
                    <a:gdLst>
                      <a:gd name="connsiteX0" fmla="*/ 24683 w 25179"/>
                      <a:gd name="connsiteY0" fmla="*/ 714 h 38759"/>
                      <a:gd name="connsiteX1" fmla="*/ 22511 w 25179"/>
                      <a:gd name="connsiteY1" fmla="*/ 11132 h 38759"/>
                      <a:gd name="connsiteX2" fmla="*/ 16792 w 25179"/>
                      <a:gd name="connsiteY2" fmla="*/ 22747 h 38759"/>
                      <a:gd name="connsiteX3" fmla="*/ 1631 w 25179"/>
                      <a:gd name="connsiteY3" fmla="*/ 38573 h 38759"/>
                      <a:gd name="connsiteX4" fmla="*/ 6640 w 25179"/>
                      <a:gd name="connsiteY4" fmla="*/ 17117 h 38759"/>
                      <a:gd name="connsiteX5" fmla="*/ 15285 w 25179"/>
                      <a:gd name="connsiteY5" fmla="*/ 5325 h 38759"/>
                      <a:gd name="connsiteX6" fmla="*/ 24683 w 25179"/>
                      <a:gd name="connsiteY6" fmla="*/ 714 h 38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179" h="38759">
                        <a:moveTo>
                          <a:pt x="24683" y="714"/>
                        </a:moveTo>
                        <a:cubicBezTo>
                          <a:pt x="26013" y="2754"/>
                          <a:pt x="24461" y="6832"/>
                          <a:pt x="22511" y="11132"/>
                        </a:cubicBezTo>
                        <a:cubicBezTo>
                          <a:pt x="20516" y="15432"/>
                          <a:pt x="18166" y="20043"/>
                          <a:pt x="16792" y="22747"/>
                        </a:cubicBezTo>
                        <a:cubicBezTo>
                          <a:pt x="14044" y="27889"/>
                          <a:pt x="6640" y="40435"/>
                          <a:pt x="1631" y="38573"/>
                        </a:cubicBezTo>
                        <a:cubicBezTo>
                          <a:pt x="-3157" y="36711"/>
                          <a:pt x="3848" y="21727"/>
                          <a:pt x="6640" y="17117"/>
                        </a:cubicBezTo>
                        <a:cubicBezTo>
                          <a:pt x="7882" y="14812"/>
                          <a:pt x="11339" y="9359"/>
                          <a:pt x="15285" y="5325"/>
                        </a:cubicBezTo>
                        <a:cubicBezTo>
                          <a:pt x="19186" y="1247"/>
                          <a:pt x="23309" y="-1325"/>
                          <a:pt x="24683" y="71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86" name="Forme libre : forme 22985">
                    <a:extLst>
                      <a:ext uri="{FF2B5EF4-FFF2-40B4-BE49-F238E27FC236}">
                        <a16:creationId xmlns:a16="http://schemas.microsoft.com/office/drawing/2014/main" id="{E0FA8BF9-8C32-4B7E-AA1A-B41DD6EC23BF}"/>
                      </a:ext>
                    </a:extLst>
                  </p:cNvPr>
                  <p:cNvSpPr/>
                  <p:nvPr/>
                </p:nvSpPr>
                <p:spPr>
                  <a:xfrm>
                    <a:off x="4747072" y="1340483"/>
                    <a:ext cx="38931" cy="44794"/>
                  </a:xfrm>
                  <a:custGeom>
                    <a:avLst/>
                    <a:gdLst>
                      <a:gd name="connsiteX0" fmla="*/ 3305 w 38931"/>
                      <a:gd name="connsiteY0" fmla="*/ 44105 h 44794"/>
                      <a:gd name="connsiteX1" fmla="*/ 11462 w 38931"/>
                      <a:gd name="connsiteY1" fmla="*/ 43351 h 44794"/>
                      <a:gd name="connsiteX2" fmla="*/ 29682 w 38931"/>
                      <a:gd name="connsiteY2" fmla="*/ 28279 h 44794"/>
                      <a:gd name="connsiteX3" fmla="*/ 38282 w 38931"/>
                      <a:gd name="connsiteY3" fmla="*/ 9394 h 44794"/>
                      <a:gd name="connsiteX4" fmla="*/ 36553 w 38931"/>
                      <a:gd name="connsiteY4" fmla="*/ 40 h 44794"/>
                      <a:gd name="connsiteX5" fmla="*/ 30746 w 38931"/>
                      <a:gd name="connsiteY5" fmla="*/ 4207 h 44794"/>
                      <a:gd name="connsiteX6" fmla="*/ 16161 w 38931"/>
                      <a:gd name="connsiteY6" fmla="*/ 17773 h 44794"/>
                      <a:gd name="connsiteX7" fmla="*/ 2020 w 38931"/>
                      <a:gd name="connsiteY7" fmla="*/ 30629 h 44794"/>
                      <a:gd name="connsiteX8" fmla="*/ 3305 w 38931"/>
                      <a:gd name="connsiteY8" fmla="*/ 44105 h 44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931" h="44794">
                        <a:moveTo>
                          <a:pt x="3305" y="44105"/>
                        </a:moveTo>
                        <a:cubicBezTo>
                          <a:pt x="6320" y="45125"/>
                          <a:pt x="7650" y="45125"/>
                          <a:pt x="11462" y="43351"/>
                        </a:cubicBezTo>
                        <a:cubicBezTo>
                          <a:pt x="18644" y="40071"/>
                          <a:pt x="24407" y="35904"/>
                          <a:pt x="29682" y="28279"/>
                        </a:cubicBezTo>
                        <a:cubicBezTo>
                          <a:pt x="34027" y="21940"/>
                          <a:pt x="36952" y="14935"/>
                          <a:pt x="38282" y="9394"/>
                        </a:cubicBezTo>
                        <a:cubicBezTo>
                          <a:pt x="39213" y="5227"/>
                          <a:pt x="39524" y="749"/>
                          <a:pt x="36553" y="40"/>
                        </a:cubicBezTo>
                        <a:cubicBezTo>
                          <a:pt x="34736" y="-359"/>
                          <a:pt x="32741" y="2301"/>
                          <a:pt x="30746" y="4207"/>
                        </a:cubicBezTo>
                        <a:cubicBezTo>
                          <a:pt x="25914" y="8640"/>
                          <a:pt x="21791" y="13605"/>
                          <a:pt x="16161" y="17773"/>
                        </a:cubicBezTo>
                        <a:cubicBezTo>
                          <a:pt x="11329" y="21319"/>
                          <a:pt x="5256" y="24466"/>
                          <a:pt x="2020" y="30629"/>
                        </a:cubicBezTo>
                        <a:cubicBezTo>
                          <a:pt x="-818" y="35948"/>
                          <a:pt x="-906" y="42598"/>
                          <a:pt x="3305" y="4410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87" name="Forme libre : forme 22986">
                    <a:extLst>
                      <a:ext uri="{FF2B5EF4-FFF2-40B4-BE49-F238E27FC236}">
                        <a16:creationId xmlns:a16="http://schemas.microsoft.com/office/drawing/2014/main" id="{EEC34F24-B5A4-46DF-B013-B80141513A9A}"/>
                      </a:ext>
                    </a:extLst>
                  </p:cNvPr>
                  <p:cNvSpPr/>
                  <p:nvPr/>
                </p:nvSpPr>
                <p:spPr>
                  <a:xfrm>
                    <a:off x="4752743" y="1356286"/>
                    <a:ext cx="7263" cy="17080"/>
                  </a:xfrm>
                  <a:custGeom>
                    <a:avLst/>
                    <a:gdLst>
                      <a:gd name="connsiteX0" fmla="*/ 117 w 7263"/>
                      <a:gd name="connsiteY0" fmla="*/ 14826 h 17080"/>
                      <a:gd name="connsiteX1" fmla="*/ 250 w 7263"/>
                      <a:gd name="connsiteY1" fmla="*/ 16821 h 17080"/>
                      <a:gd name="connsiteX2" fmla="*/ 1890 w 7263"/>
                      <a:gd name="connsiteY2" fmla="*/ 16378 h 17080"/>
                      <a:gd name="connsiteX3" fmla="*/ 3619 w 7263"/>
                      <a:gd name="connsiteY3" fmla="*/ 13673 h 17080"/>
                      <a:gd name="connsiteX4" fmla="*/ 6589 w 7263"/>
                      <a:gd name="connsiteY4" fmla="*/ 6226 h 17080"/>
                      <a:gd name="connsiteX5" fmla="*/ 7254 w 7263"/>
                      <a:gd name="connsiteY5" fmla="*/ 3344 h 17080"/>
                      <a:gd name="connsiteX6" fmla="*/ 2954 w 7263"/>
                      <a:gd name="connsiteY6" fmla="*/ 3078 h 17080"/>
                      <a:gd name="connsiteX7" fmla="*/ 117 w 7263"/>
                      <a:gd name="connsiteY7" fmla="*/ 14826 h 17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63" h="17080">
                        <a:moveTo>
                          <a:pt x="117" y="14826"/>
                        </a:moveTo>
                        <a:cubicBezTo>
                          <a:pt x="-16" y="15668"/>
                          <a:pt x="-105" y="16289"/>
                          <a:pt x="250" y="16821"/>
                        </a:cubicBezTo>
                        <a:cubicBezTo>
                          <a:pt x="560" y="17353"/>
                          <a:pt x="1269" y="16998"/>
                          <a:pt x="1890" y="16378"/>
                        </a:cubicBezTo>
                        <a:cubicBezTo>
                          <a:pt x="2511" y="15757"/>
                          <a:pt x="3220" y="14604"/>
                          <a:pt x="3619" y="13673"/>
                        </a:cubicBezTo>
                        <a:cubicBezTo>
                          <a:pt x="4772" y="11324"/>
                          <a:pt x="5880" y="8708"/>
                          <a:pt x="6589" y="6226"/>
                        </a:cubicBezTo>
                        <a:cubicBezTo>
                          <a:pt x="6899" y="5206"/>
                          <a:pt x="7210" y="4275"/>
                          <a:pt x="7254" y="3344"/>
                        </a:cubicBezTo>
                        <a:cubicBezTo>
                          <a:pt x="7431" y="-513"/>
                          <a:pt x="5037" y="-1577"/>
                          <a:pt x="2954" y="3078"/>
                        </a:cubicBezTo>
                        <a:cubicBezTo>
                          <a:pt x="1358" y="6802"/>
                          <a:pt x="604" y="11368"/>
                          <a:pt x="117" y="1482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88" name="Forme libre : forme 22987">
                    <a:extLst>
                      <a:ext uri="{FF2B5EF4-FFF2-40B4-BE49-F238E27FC236}">
                        <a16:creationId xmlns:a16="http://schemas.microsoft.com/office/drawing/2014/main" id="{D2727C32-78AA-439E-853F-415F9DE7B54B}"/>
                      </a:ext>
                    </a:extLst>
                  </p:cNvPr>
                  <p:cNvSpPr/>
                  <p:nvPr/>
                </p:nvSpPr>
                <p:spPr>
                  <a:xfrm>
                    <a:off x="4791162" y="1319378"/>
                    <a:ext cx="6580" cy="27972"/>
                  </a:xfrm>
                  <a:custGeom>
                    <a:avLst/>
                    <a:gdLst>
                      <a:gd name="connsiteX0" fmla="*/ 6295 w 6580"/>
                      <a:gd name="connsiteY0" fmla="*/ 0 h 27972"/>
                      <a:gd name="connsiteX1" fmla="*/ 4344 w 6580"/>
                      <a:gd name="connsiteY1" fmla="*/ 13787 h 27972"/>
                      <a:gd name="connsiteX2" fmla="*/ 0 w 6580"/>
                      <a:gd name="connsiteY2" fmla="*/ 27973 h 27972"/>
                      <a:gd name="connsiteX3" fmla="*/ 3325 w 6580"/>
                      <a:gd name="connsiteY3" fmla="*/ 13964 h 27972"/>
                      <a:gd name="connsiteX4" fmla="*/ 6295 w 6580"/>
                      <a:gd name="connsiteY4" fmla="*/ 0 h 2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80" h="27972">
                        <a:moveTo>
                          <a:pt x="6295" y="0"/>
                        </a:moveTo>
                        <a:cubicBezTo>
                          <a:pt x="7182" y="3724"/>
                          <a:pt x="5852" y="8733"/>
                          <a:pt x="4344" y="13787"/>
                        </a:cubicBezTo>
                        <a:cubicBezTo>
                          <a:pt x="2748" y="18796"/>
                          <a:pt x="1108" y="23983"/>
                          <a:pt x="0" y="27973"/>
                        </a:cubicBezTo>
                        <a:cubicBezTo>
                          <a:pt x="1241" y="23628"/>
                          <a:pt x="2217" y="18796"/>
                          <a:pt x="3325" y="13964"/>
                        </a:cubicBezTo>
                        <a:cubicBezTo>
                          <a:pt x="4344" y="9132"/>
                          <a:pt x="5541" y="4256"/>
                          <a:pt x="629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89" name="Forme libre : forme 22988">
                    <a:extLst>
                      <a:ext uri="{FF2B5EF4-FFF2-40B4-BE49-F238E27FC236}">
                        <a16:creationId xmlns:a16="http://schemas.microsoft.com/office/drawing/2014/main" id="{B03EE421-DEFF-4401-B1B8-6D70CA55CF88}"/>
                      </a:ext>
                    </a:extLst>
                  </p:cNvPr>
                  <p:cNvSpPr/>
                  <p:nvPr/>
                </p:nvSpPr>
                <p:spPr>
                  <a:xfrm>
                    <a:off x="4739605" y="1358522"/>
                    <a:ext cx="8023" cy="29568"/>
                  </a:xfrm>
                  <a:custGeom>
                    <a:avLst/>
                    <a:gdLst>
                      <a:gd name="connsiteX0" fmla="*/ 8024 w 8023"/>
                      <a:gd name="connsiteY0" fmla="*/ 0 h 29568"/>
                      <a:gd name="connsiteX1" fmla="*/ 3546 w 8023"/>
                      <a:gd name="connsiteY1" fmla="*/ 14230 h 29568"/>
                      <a:gd name="connsiteX2" fmla="*/ 2483 w 8023"/>
                      <a:gd name="connsiteY2" fmla="*/ 17998 h 29568"/>
                      <a:gd name="connsiteX3" fmla="*/ 1419 w 8023"/>
                      <a:gd name="connsiteY3" fmla="*/ 21944 h 29568"/>
                      <a:gd name="connsiteX4" fmla="*/ 0 w 8023"/>
                      <a:gd name="connsiteY4" fmla="*/ 29569 h 29568"/>
                      <a:gd name="connsiteX5" fmla="*/ 1507 w 8023"/>
                      <a:gd name="connsiteY5" fmla="*/ 22121 h 29568"/>
                      <a:gd name="connsiteX6" fmla="*/ 2837 w 8023"/>
                      <a:gd name="connsiteY6" fmla="*/ 18131 h 29568"/>
                      <a:gd name="connsiteX7" fmla="*/ 4167 w 8023"/>
                      <a:gd name="connsiteY7" fmla="*/ 14275 h 29568"/>
                      <a:gd name="connsiteX8" fmla="*/ 8024 w 8023"/>
                      <a:gd name="connsiteY8" fmla="*/ 0 h 29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23" h="29568">
                        <a:moveTo>
                          <a:pt x="8024" y="0"/>
                        </a:moveTo>
                        <a:cubicBezTo>
                          <a:pt x="5719" y="5142"/>
                          <a:pt x="4610" y="9708"/>
                          <a:pt x="3546" y="14230"/>
                        </a:cubicBezTo>
                        <a:cubicBezTo>
                          <a:pt x="3369" y="15294"/>
                          <a:pt x="2837" y="16713"/>
                          <a:pt x="2483" y="17998"/>
                        </a:cubicBezTo>
                        <a:cubicBezTo>
                          <a:pt x="2084" y="19328"/>
                          <a:pt x="1729" y="20658"/>
                          <a:pt x="1419" y="21944"/>
                        </a:cubicBezTo>
                        <a:cubicBezTo>
                          <a:pt x="798" y="24559"/>
                          <a:pt x="355" y="27131"/>
                          <a:pt x="0" y="29569"/>
                        </a:cubicBezTo>
                        <a:cubicBezTo>
                          <a:pt x="222" y="27264"/>
                          <a:pt x="754" y="24737"/>
                          <a:pt x="1507" y="22121"/>
                        </a:cubicBezTo>
                        <a:cubicBezTo>
                          <a:pt x="1906" y="20791"/>
                          <a:pt x="2350" y="19461"/>
                          <a:pt x="2837" y="18131"/>
                        </a:cubicBezTo>
                        <a:cubicBezTo>
                          <a:pt x="3369" y="16757"/>
                          <a:pt x="3901" y="15427"/>
                          <a:pt x="4167" y="14275"/>
                        </a:cubicBezTo>
                        <a:cubicBezTo>
                          <a:pt x="5541" y="9664"/>
                          <a:pt x="6738" y="4743"/>
                          <a:pt x="802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90" name="Forme libre : forme 22989">
                    <a:extLst>
                      <a:ext uri="{FF2B5EF4-FFF2-40B4-BE49-F238E27FC236}">
                        <a16:creationId xmlns:a16="http://schemas.microsoft.com/office/drawing/2014/main" id="{3AFEC45D-33B5-4EAC-AF8C-BCEA00BC51D8}"/>
                      </a:ext>
                    </a:extLst>
                  </p:cNvPr>
                  <p:cNvSpPr/>
                  <p:nvPr/>
                </p:nvSpPr>
                <p:spPr>
                  <a:xfrm>
                    <a:off x="4767328" y="1336004"/>
                    <a:ext cx="10349" cy="13992"/>
                  </a:xfrm>
                  <a:custGeom>
                    <a:avLst/>
                    <a:gdLst>
                      <a:gd name="connsiteX0" fmla="*/ 10268 w 10349"/>
                      <a:gd name="connsiteY0" fmla="*/ 397 h 13992"/>
                      <a:gd name="connsiteX1" fmla="*/ 5747 w 10349"/>
                      <a:gd name="connsiteY1" fmla="*/ 9086 h 13992"/>
                      <a:gd name="connsiteX2" fmla="*/ 161 w 10349"/>
                      <a:gd name="connsiteY2" fmla="*/ 13563 h 13992"/>
                      <a:gd name="connsiteX3" fmla="*/ 4151 w 10349"/>
                      <a:gd name="connsiteY3" fmla="*/ 5096 h 13992"/>
                      <a:gd name="connsiteX4" fmla="*/ 10268 w 10349"/>
                      <a:gd name="connsiteY4" fmla="*/ 397 h 13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9" h="13992">
                        <a:moveTo>
                          <a:pt x="10268" y="397"/>
                        </a:moveTo>
                        <a:cubicBezTo>
                          <a:pt x="10978" y="2215"/>
                          <a:pt x="6855" y="7401"/>
                          <a:pt x="5747" y="9086"/>
                        </a:cubicBezTo>
                        <a:cubicBezTo>
                          <a:pt x="4550" y="10726"/>
                          <a:pt x="1092" y="15425"/>
                          <a:pt x="161" y="13563"/>
                        </a:cubicBezTo>
                        <a:cubicBezTo>
                          <a:pt x="-814" y="11657"/>
                          <a:pt x="2909" y="6603"/>
                          <a:pt x="4151" y="5096"/>
                        </a:cubicBezTo>
                        <a:cubicBezTo>
                          <a:pt x="5303" y="3500"/>
                          <a:pt x="9515" y="-1420"/>
                          <a:pt x="10268" y="39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91" name="Forme libre : forme 22990">
                    <a:extLst>
                      <a:ext uri="{FF2B5EF4-FFF2-40B4-BE49-F238E27FC236}">
                        <a16:creationId xmlns:a16="http://schemas.microsoft.com/office/drawing/2014/main" id="{662F84B2-F2DD-44A9-965D-54D1D1C700ED}"/>
                      </a:ext>
                    </a:extLst>
                  </p:cNvPr>
                  <p:cNvSpPr/>
                  <p:nvPr/>
                </p:nvSpPr>
                <p:spPr>
                  <a:xfrm>
                    <a:off x="4775802" y="1334025"/>
                    <a:ext cx="3131" cy="3996"/>
                  </a:xfrm>
                  <a:custGeom>
                    <a:avLst/>
                    <a:gdLst>
                      <a:gd name="connsiteX0" fmla="*/ 2903 w 3131"/>
                      <a:gd name="connsiteY0" fmla="*/ 26 h 3996"/>
                      <a:gd name="connsiteX1" fmla="*/ 2283 w 3131"/>
                      <a:gd name="connsiteY1" fmla="*/ 2243 h 3996"/>
                      <a:gd name="connsiteX2" fmla="*/ 244 w 3131"/>
                      <a:gd name="connsiteY2" fmla="*/ 3972 h 3996"/>
                      <a:gd name="connsiteX3" fmla="*/ 776 w 3131"/>
                      <a:gd name="connsiteY3" fmla="*/ 1755 h 3996"/>
                      <a:gd name="connsiteX4" fmla="*/ 2903 w 3131"/>
                      <a:gd name="connsiteY4" fmla="*/ 26 h 3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1" h="3996">
                        <a:moveTo>
                          <a:pt x="2903" y="26"/>
                        </a:moveTo>
                        <a:cubicBezTo>
                          <a:pt x="3524" y="248"/>
                          <a:pt x="2726" y="1578"/>
                          <a:pt x="2283" y="2243"/>
                        </a:cubicBezTo>
                        <a:cubicBezTo>
                          <a:pt x="1839" y="2908"/>
                          <a:pt x="864" y="4193"/>
                          <a:pt x="244" y="3972"/>
                        </a:cubicBezTo>
                        <a:cubicBezTo>
                          <a:pt x="-377" y="3750"/>
                          <a:pt x="332" y="2420"/>
                          <a:pt x="776" y="1755"/>
                        </a:cubicBezTo>
                        <a:cubicBezTo>
                          <a:pt x="1219" y="1046"/>
                          <a:pt x="2327" y="-195"/>
                          <a:pt x="2903" y="2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92" name="Forme libre : forme 22991">
                    <a:extLst>
                      <a:ext uri="{FF2B5EF4-FFF2-40B4-BE49-F238E27FC236}">
                        <a16:creationId xmlns:a16="http://schemas.microsoft.com/office/drawing/2014/main" id="{A83522A3-4C77-4E50-8A63-54683A131AC5}"/>
                      </a:ext>
                    </a:extLst>
                  </p:cNvPr>
                  <p:cNvSpPr/>
                  <p:nvPr/>
                </p:nvSpPr>
                <p:spPr>
                  <a:xfrm>
                    <a:off x="4758424" y="1317759"/>
                    <a:ext cx="35716" cy="28019"/>
                  </a:xfrm>
                  <a:custGeom>
                    <a:avLst/>
                    <a:gdLst>
                      <a:gd name="connsiteX0" fmla="*/ 22542 w 35716"/>
                      <a:gd name="connsiteY0" fmla="*/ 2816 h 28019"/>
                      <a:gd name="connsiteX1" fmla="*/ 34689 w 35716"/>
                      <a:gd name="connsiteY1" fmla="*/ 111 h 28019"/>
                      <a:gd name="connsiteX2" fmla="*/ 34511 w 35716"/>
                      <a:gd name="connsiteY2" fmla="*/ 4012 h 28019"/>
                      <a:gd name="connsiteX3" fmla="*/ 29989 w 35716"/>
                      <a:gd name="connsiteY3" fmla="*/ 6451 h 28019"/>
                      <a:gd name="connsiteX4" fmla="*/ 15892 w 35716"/>
                      <a:gd name="connsiteY4" fmla="*/ 14297 h 28019"/>
                      <a:gd name="connsiteX5" fmla="*/ 7336 w 35716"/>
                      <a:gd name="connsiteY5" fmla="*/ 23163 h 28019"/>
                      <a:gd name="connsiteX6" fmla="*/ 199 w 35716"/>
                      <a:gd name="connsiteY6" fmla="*/ 27198 h 28019"/>
                      <a:gd name="connsiteX7" fmla="*/ 3746 w 35716"/>
                      <a:gd name="connsiteY7" fmla="*/ 16824 h 28019"/>
                      <a:gd name="connsiteX8" fmla="*/ 11991 w 35716"/>
                      <a:gd name="connsiteY8" fmla="*/ 7692 h 28019"/>
                      <a:gd name="connsiteX9" fmla="*/ 22542 w 35716"/>
                      <a:gd name="connsiteY9" fmla="*/ 2816 h 28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5716" h="28019">
                        <a:moveTo>
                          <a:pt x="22542" y="2816"/>
                        </a:moveTo>
                        <a:cubicBezTo>
                          <a:pt x="27241" y="776"/>
                          <a:pt x="30654" y="-376"/>
                          <a:pt x="34689" y="111"/>
                        </a:cubicBezTo>
                        <a:cubicBezTo>
                          <a:pt x="36151" y="289"/>
                          <a:pt x="36019" y="2505"/>
                          <a:pt x="34511" y="4012"/>
                        </a:cubicBezTo>
                        <a:cubicBezTo>
                          <a:pt x="33093" y="5564"/>
                          <a:pt x="31585" y="5963"/>
                          <a:pt x="29989" y="6451"/>
                        </a:cubicBezTo>
                        <a:cubicBezTo>
                          <a:pt x="25202" y="8091"/>
                          <a:pt x="20547" y="10662"/>
                          <a:pt x="15892" y="14297"/>
                        </a:cubicBezTo>
                        <a:cubicBezTo>
                          <a:pt x="14385" y="15406"/>
                          <a:pt x="10661" y="19617"/>
                          <a:pt x="7336" y="23163"/>
                        </a:cubicBezTo>
                        <a:cubicBezTo>
                          <a:pt x="4012" y="26710"/>
                          <a:pt x="1041" y="29458"/>
                          <a:pt x="199" y="27198"/>
                        </a:cubicBezTo>
                        <a:cubicBezTo>
                          <a:pt x="-599" y="24892"/>
                          <a:pt x="1086" y="20770"/>
                          <a:pt x="3746" y="16824"/>
                        </a:cubicBezTo>
                        <a:cubicBezTo>
                          <a:pt x="6361" y="12834"/>
                          <a:pt x="9952" y="9243"/>
                          <a:pt x="11991" y="7692"/>
                        </a:cubicBezTo>
                        <a:cubicBezTo>
                          <a:pt x="16203" y="4500"/>
                          <a:pt x="18995" y="4367"/>
                          <a:pt x="22542" y="281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70" name="Graphique 2">
                  <a:extLst>
                    <a:ext uri="{FF2B5EF4-FFF2-40B4-BE49-F238E27FC236}">
                      <a16:creationId xmlns:a16="http://schemas.microsoft.com/office/drawing/2014/main" id="{87D25537-09B4-437A-B89F-75401BB3B690}"/>
                    </a:ext>
                  </a:extLst>
                </p:cNvPr>
                <p:cNvGrpSpPr/>
                <p:nvPr/>
              </p:nvGrpSpPr>
              <p:grpSpPr>
                <a:xfrm>
                  <a:off x="4795497" y="1260561"/>
                  <a:ext cx="86231" cy="57441"/>
                  <a:chOff x="4795497" y="1260561"/>
                  <a:chExt cx="86231" cy="57441"/>
                </a:xfrm>
                <a:solidFill>
                  <a:schemeClr val="accent1"/>
                </a:solidFill>
              </p:grpSpPr>
              <p:sp>
                <p:nvSpPr>
                  <p:cNvPr id="22969" name="Forme libre : forme 22968">
                    <a:extLst>
                      <a:ext uri="{FF2B5EF4-FFF2-40B4-BE49-F238E27FC236}">
                        <a16:creationId xmlns:a16="http://schemas.microsoft.com/office/drawing/2014/main" id="{83A9619C-41B7-48F5-96D3-2A95B68D5CDA}"/>
                      </a:ext>
                    </a:extLst>
                  </p:cNvPr>
                  <p:cNvSpPr/>
                  <p:nvPr/>
                </p:nvSpPr>
                <p:spPr>
                  <a:xfrm>
                    <a:off x="4795497" y="1260561"/>
                    <a:ext cx="86231" cy="57441"/>
                  </a:xfrm>
                  <a:custGeom>
                    <a:avLst/>
                    <a:gdLst>
                      <a:gd name="connsiteX0" fmla="*/ 65132 w 86231"/>
                      <a:gd name="connsiteY0" fmla="*/ 35144 h 57441"/>
                      <a:gd name="connsiteX1" fmla="*/ 51478 w 86231"/>
                      <a:gd name="connsiteY1" fmla="*/ 43213 h 57441"/>
                      <a:gd name="connsiteX2" fmla="*/ 37735 w 86231"/>
                      <a:gd name="connsiteY2" fmla="*/ 50970 h 57441"/>
                      <a:gd name="connsiteX3" fmla="*/ 6260 w 86231"/>
                      <a:gd name="connsiteY3" fmla="*/ 57088 h 57441"/>
                      <a:gd name="connsiteX4" fmla="*/ 98 w 86231"/>
                      <a:gd name="connsiteY4" fmla="*/ 49153 h 57441"/>
                      <a:gd name="connsiteX5" fmla="*/ 20003 w 86231"/>
                      <a:gd name="connsiteY5" fmla="*/ 20604 h 57441"/>
                      <a:gd name="connsiteX6" fmla="*/ 33391 w 86231"/>
                      <a:gd name="connsiteY6" fmla="*/ 12358 h 57441"/>
                      <a:gd name="connsiteX7" fmla="*/ 40750 w 86231"/>
                      <a:gd name="connsiteY7" fmla="*/ 8280 h 57441"/>
                      <a:gd name="connsiteX8" fmla="*/ 47045 w 86231"/>
                      <a:gd name="connsiteY8" fmla="*/ 4999 h 57441"/>
                      <a:gd name="connsiteX9" fmla="*/ 81047 w 86231"/>
                      <a:gd name="connsiteY9" fmla="*/ 2827 h 57441"/>
                      <a:gd name="connsiteX10" fmla="*/ 85879 w 86231"/>
                      <a:gd name="connsiteY10" fmla="*/ 11427 h 57441"/>
                      <a:gd name="connsiteX11" fmla="*/ 65132 w 86231"/>
                      <a:gd name="connsiteY11" fmla="*/ 35144 h 57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6231" h="57441">
                        <a:moveTo>
                          <a:pt x="65132" y="35144"/>
                        </a:moveTo>
                        <a:cubicBezTo>
                          <a:pt x="62250" y="36917"/>
                          <a:pt x="56709" y="40242"/>
                          <a:pt x="51478" y="43213"/>
                        </a:cubicBezTo>
                        <a:cubicBezTo>
                          <a:pt x="46291" y="46138"/>
                          <a:pt x="41149" y="49064"/>
                          <a:pt x="37735" y="50970"/>
                        </a:cubicBezTo>
                        <a:cubicBezTo>
                          <a:pt x="25278" y="57753"/>
                          <a:pt x="17033" y="57930"/>
                          <a:pt x="6260" y="57088"/>
                        </a:cubicBezTo>
                        <a:cubicBezTo>
                          <a:pt x="2625" y="56866"/>
                          <a:pt x="-611" y="52877"/>
                          <a:pt x="98" y="49153"/>
                        </a:cubicBezTo>
                        <a:cubicBezTo>
                          <a:pt x="2271" y="38513"/>
                          <a:pt x="7723" y="29071"/>
                          <a:pt x="20003" y="20604"/>
                        </a:cubicBezTo>
                        <a:cubicBezTo>
                          <a:pt x="23283" y="18343"/>
                          <a:pt x="28337" y="15240"/>
                          <a:pt x="33391" y="12358"/>
                        </a:cubicBezTo>
                        <a:cubicBezTo>
                          <a:pt x="35918" y="10984"/>
                          <a:pt x="38400" y="9565"/>
                          <a:pt x="40750" y="8280"/>
                        </a:cubicBezTo>
                        <a:cubicBezTo>
                          <a:pt x="43011" y="7038"/>
                          <a:pt x="45139" y="5930"/>
                          <a:pt x="47045" y="4999"/>
                        </a:cubicBezTo>
                        <a:cubicBezTo>
                          <a:pt x="60920" y="-1961"/>
                          <a:pt x="70984" y="-631"/>
                          <a:pt x="81047" y="2827"/>
                        </a:cubicBezTo>
                        <a:cubicBezTo>
                          <a:pt x="84593" y="4068"/>
                          <a:pt x="87209" y="8235"/>
                          <a:pt x="85879" y="11427"/>
                        </a:cubicBezTo>
                        <a:cubicBezTo>
                          <a:pt x="81978" y="20692"/>
                          <a:pt x="76525" y="28007"/>
                          <a:pt x="65132" y="3514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70" name="Forme libre : forme 22969">
                    <a:extLst>
                      <a:ext uri="{FF2B5EF4-FFF2-40B4-BE49-F238E27FC236}">
                        <a16:creationId xmlns:a16="http://schemas.microsoft.com/office/drawing/2014/main" id="{8B3D5776-5205-4BBC-A1C3-61CAAE9097A0}"/>
                      </a:ext>
                    </a:extLst>
                  </p:cNvPr>
                  <p:cNvSpPr/>
                  <p:nvPr/>
                </p:nvSpPr>
                <p:spPr>
                  <a:xfrm>
                    <a:off x="4797723" y="1271811"/>
                    <a:ext cx="83652" cy="46174"/>
                  </a:xfrm>
                  <a:custGeom>
                    <a:avLst/>
                    <a:gdLst>
                      <a:gd name="connsiteX0" fmla="*/ 33160 w 83652"/>
                      <a:gd name="connsiteY0" fmla="*/ 26465 h 46174"/>
                      <a:gd name="connsiteX1" fmla="*/ 0 w 83652"/>
                      <a:gd name="connsiteY1" fmla="*/ 43932 h 46174"/>
                      <a:gd name="connsiteX2" fmla="*/ 4034 w 83652"/>
                      <a:gd name="connsiteY2" fmla="*/ 45838 h 46174"/>
                      <a:gd name="connsiteX3" fmla="*/ 9398 w 83652"/>
                      <a:gd name="connsiteY3" fmla="*/ 46148 h 46174"/>
                      <a:gd name="connsiteX4" fmla="*/ 24426 w 83652"/>
                      <a:gd name="connsiteY4" fmla="*/ 44420 h 46174"/>
                      <a:gd name="connsiteX5" fmla="*/ 35509 w 83652"/>
                      <a:gd name="connsiteY5" fmla="*/ 39721 h 46174"/>
                      <a:gd name="connsiteX6" fmla="*/ 39854 w 83652"/>
                      <a:gd name="connsiteY6" fmla="*/ 37282 h 46174"/>
                      <a:gd name="connsiteX7" fmla="*/ 60955 w 83652"/>
                      <a:gd name="connsiteY7" fmla="*/ 25047 h 46174"/>
                      <a:gd name="connsiteX8" fmla="*/ 62861 w 83652"/>
                      <a:gd name="connsiteY8" fmla="*/ 23850 h 46174"/>
                      <a:gd name="connsiteX9" fmla="*/ 72924 w 83652"/>
                      <a:gd name="connsiteY9" fmla="*/ 16092 h 46174"/>
                      <a:gd name="connsiteX10" fmla="*/ 81613 w 83652"/>
                      <a:gd name="connsiteY10" fmla="*/ 4389 h 46174"/>
                      <a:gd name="connsiteX11" fmla="*/ 83608 w 83652"/>
                      <a:gd name="connsiteY11" fmla="*/ 177 h 46174"/>
                      <a:gd name="connsiteX12" fmla="*/ 83653 w 83652"/>
                      <a:gd name="connsiteY12" fmla="*/ 0 h 46174"/>
                      <a:gd name="connsiteX13" fmla="*/ 57675 w 83652"/>
                      <a:gd name="connsiteY13" fmla="*/ 11748 h 46174"/>
                      <a:gd name="connsiteX14" fmla="*/ 33160 w 83652"/>
                      <a:gd name="connsiteY14" fmla="*/ 26465 h 46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652" h="46174">
                        <a:moveTo>
                          <a:pt x="33160" y="26465"/>
                        </a:moveTo>
                        <a:cubicBezTo>
                          <a:pt x="22298" y="33736"/>
                          <a:pt x="11038" y="41095"/>
                          <a:pt x="0" y="43932"/>
                        </a:cubicBezTo>
                        <a:cubicBezTo>
                          <a:pt x="1108" y="44996"/>
                          <a:pt x="2527" y="45749"/>
                          <a:pt x="4034" y="45838"/>
                        </a:cubicBezTo>
                        <a:cubicBezTo>
                          <a:pt x="5896" y="45971"/>
                          <a:pt x="7669" y="46104"/>
                          <a:pt x="9398" y="46148"/>
                        </a:cubicBezTo>
                        <a:cubicBezTo>
                          <a:pt x="14452" y="46281"/>
                          <a:pt x="19195" y="45927"/>
                          <a:pt x="24426" y="44420"/>
                        </a:cubicBezTo>
                        <a:cubicBezTo>
                          <a:pt x="27796" y="43400"/>
                          <a:pt x="31386" y="41893"/>
                          <a:pt x="35509" y="39721"/>
                        </a:cubicBezTo>
                        <a:cubicBezTo>
                          <a:pt x="36750" y="39011"/>
                          <a:pt x="38258" y="38213"/>
                          <a:pt x="39854" y="37282"/>
                        </a:cubicBezTo>
                        <a:cubicBezTo>
                          <a:pt x="46149" y="33691"/>
                          <a:pt x="55414" y="28416"/>
                          <a:pt x="60955" y="25047"/>
                        </a:cubicBezTo>
                        <a:cubicBezTo>
                          <a:pt x="61620" y="24648"/>
                          <a:pt x="62285" y="24205"/>
                          <a:pt x="62861" y="23850"/>
                        </a:cubicBezTo>
                        <a:cubicBezTo>
                          <a:pt x="66895" y="21190"/>
                          <a:pt x="70176" y="18752"/>
                          <a:pt x="72924" y="16092"/>
                        </a:cubicBezTo>
                        <a:cubicBezTo>
                          <a:pt x="76648" y="12413"/>
                          <a:pt x="79352" y="8600"/>
                          <a:pt x="81613" y="4389"/>
                        </a:cubicBezTo>
                        <a:cubicBezTo>
                          <a:pt x="82323" y="3014"/>
                          <a:pt x="82988" y="1640"/>
                          <a:pt x="83608" y="177"/>
                        </a:cubicBezTo>
                        <a:lnTo>
                          <a:pt x="83653" y="0"/>
                        </a:lnTo>
                        <a:cubicBezTo>
                          <a:pt x="74831" y="3236"/>
                          <a:pt x="66053" y="7137"/>
                          <a:pt x="57675" y="11748"/>
                        </a:cubicBezTo>
                        <a:cubicBezTo>
                          <a:pt x="49296" y="16269"/>
                          <a:pt x="40829" y="21323"/>
                          <a:pt x="33160" y="2646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71" name="Forme libre : forme 22970">
                    <a:extLst>
                      <a:ext uri="{FF2B5EF4-FFF2-40B4-BE49-F238E27FC236}">
                        <a16:creationId xmlns:a16="http://schemas.microsoft.com/office/drawing/2014/main" id="{90FF6FBC-4BD5-4232-8EF7-E21297D54F60}"/>
                      </a:ext>
                    </a:extLst>
                  </p:cNvPr>
                  <p:cNvSpPr/>
                  <p:nvPr/>
                </p:nvSpPr>
                <p:spPr>
                  <a:xfrm>
                    <a:off x="4824628" y="1273797"/>
                    <a:ext cx="39854" cy="23991"/>
                  </a:xfrm>
                  <a:custGeom>
                    <a:avLst/>
                    <a:gdLst>
                      <a:gd name="connsiteX0" fmla="*/ 39636 w 39854"/>
                      <a:gd name="connsiteY0" fmla="*/ 1294 h 23991"/>
                      <a:gd name="connsiteX1" fmla="*/ 33474 w 39854"/>
                      <a:gd name="connsiteY1" fmla="*/ 9583 h 23991"/>
                      <a:gd name="connsiteX2" fmla="*/ 21992 w 39854"/>
                      <a:gd name="connsiteY2" fmla="*/ 17253 h 23991"/>
                      <a:gd name="connsiteX3" fmla="*/ 403 w 39854"/>
                      <a:gd name="connsiteY3" fmla="*/ 22661 h 23991"/>
                      <a:gd name="connsiteX4" fmla="*/ 16185 w 39854"/>
                      <a:gd name="connsiteY4" fmla="*/ 7278 h 23991"/>
                      <a:gd name="connsiteX5" fmla="*/ 28864 w 39854"/>
                      <a:gd name="connsiteY5" fmla="*/ 1604 h 23991"/>
                      <a:gd name="connsiteX6" fmla="*/ 39636 w 39854"/>
                      <a:gd name="connsiteY6" fmla="*/ 1294 h 23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854" h="23991">
                        <a:moveTo>
                          <a:pt x="39636" y="1294"/>
                        </a:moveTo>
                        <a:cubicBezTo>
                          <a:pt x="40744" y="3421"/>
                          <a:pt x="37464" y="6480"/>
                          <a:pt x="33474" y="9583"/>
                        </a:cubicBezTo>
                        <a:cubicBezTo>
                          <a:pt x="29529" y="12687"/>
                          <a:pt x="24608" y="15701"/>
                          <a:pt x="21992" y="17253"/>
                        </a:cubicBezTo>
                        <a:cubicBezTo>
                          <a:pt x="16806" y="20134"/>
                          <a:pt x="3196" y="26828"/>
                          <a:pt x="403" y="22661"/>
                        </a:cubicBezTo>
                        <a:cubicBezTo>
                          <a:pt x="-2523" y="18317"/>
                          <a:pt x="11264" y="9761"/>
                          <a:pt x="16185" y="7278"/>
                        </a:cubicBezTo>
                        <a:cubicBezTo>
                          <a:pt x="18579" y="5993"/>
                          <a:pt x="23810" y="3333"/>
                          <a:pt x="28864" y="1604"/>
                        </a:cubicBezTo>
                        <a:cubicBezTo>
                          <a:pt x="33829" y="-169"/>
                          <a:pt x="38572" y="-746"/>
                          <a:pt x="39636" y="129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72" name="Forme libre : forme 22971">
                    <a:extLst>
                      <a:ext uri="{FF2B5EF4-FFF2-40B4-BE49-F238E27FC236}">
                        <a16:creationId xmlns:a16="http://schemas.microsoft.com/office/drawing/2014/main" id="{C11577B0-3EE3-410C-AB80-91945579665E}"/>
                      </a:ext>
                    </a:extLst>
                  </p:cNvPr>
                  <p:cNvSpPr/>
                  <p:nvPr/>
                </p:nvSpPr>
                <p:spPr>
                  <a:xfrm>
                    <a:off x="4824240" y="1285686"/>
                    <a:ext cx="30492" cy="11980"/>
                  </a:xfrm>
                  <a:custGeom>
                    <a:avLst/>
                    <a:gdLst>
                      <a:gd name="connsiteX0" fmla="*/ 6509 w 30492"/>
                      <a:gd name="connsiteY0" fmla="*/ 1951 h 11980"/>
                      <a:gd name="connsiteX1" fmla="*/ 613 w 30492"/>
                      <a:gd name="connsiteY1" fmla="*/ 10906 h 11980"/>
                      <a:gd name="connsiteX2" fmla="*/ 22646 w 30492"/>
                      <a:gd name="connsiteY2" fmla="*/ 5275 h 11980"/>
                      <a:gd name="connsiteX3" fmla="*/ 30492 w 30492"/>
                      <a:gd name="connsiteY3" fmla="*/ 0 h 11980"/>
                      <a:gd name="connsiteX4" fmla="*/ 25926 w 30492"/>
                      <a:gd name="connsiteY4" fmla="*/ 2128 h 11980"/>
                      <a:gd name="connsiteX5" fmla="*/ 6509 w 30492"/>
                      <a:gd name="connsiteY5" fmla="*/ 1951 h 11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492" h="11980">
                        <a:moveTo>
                          <a:pt x="6509" y="1951"/>
                        </a:moveTo>
                        <a:cubicBezTo>
                          <a:pt x="4470" y="4123"/>
                          <a:pt x="-2002" y="8733"/>
                          <a:pt x="613" y="10906"/>
                        </a:cubicBezTo>
                        <a:cubicBezTo>
                          <a:pt x="4736" y="14319"/>
                          <a:pt x="16085" y="8822"/>
                          <a:pt x="22646" y="5275"/>
                        </a:cubicBezTo>
                        <a:cubicBezTo>
                          <a:pt x="24552" y="4211"/>
                          <a:pt x="28630" y="1463"/>
                          <a:pt x="30492" y="0"/>
                        </a:cubicBezTo>
                        <a:cubicBezTo>
                          <a:pt x="29251" y="621"/>
                          <a:pt x="27256" y="1685"/>
                          <a:pt x="25926" y="2128"/>
                        </a:cubicBezTo>
                        <a:cubicBezTo>
                          <a:pt x="18567" y="4389"/>
                          <a:pt x="9701" y="6561"/>
                          <a:pt x="6509" y="195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73" name="Forme libre : forme 22972">
                    <a:extLst>
                      <a:ext uri="{FF2B5EF4-FFF2-40B4-BE49-F238E27FC236}">
                        <a16:creationId xmlns:a16="http://schemas.microsoft.com/office/drawing/2014/main" id="{313A0D3E-3A87-4E72-B774-1F813A35714F}"/>
                      </a:ext>
                    </a:extLst>
                  </p:cNvPr>
                  <p:cNvSpPr/>
                  <p:nvPr/>
                </p:nvSpPr>
                <p:spPr>
                  <a:xfrm>
                    <a:off x="4827179" y="1273536"/>
                    <a:ext cx="39778" cy="24213"/>
                  </a:xfrm>
                  <a:custGeom>
                    <a:avLst/>
                    <a:gdLst>
                      <a:gd name="connsiteX0" fmla="*/ 39745 w 39778"/>
                      <a:gd name="connsiteY0" fmla="*/ 1555 h 24213"/>
                      <a:gd name="connsiteX1" fmla="*/ 33051 w 39778"/>
                      <a:gd name="connsiteY1" fmla="*/ 10066 h 24213"/>
                      <a:gd name="connsiteX2" fmla="*/ 21924 w 39778"/>
                      <a:gd name="connsiteY2" fmla="*/ 17691 h 24213"/>
                      <a:gd name="connsiteX3" fmla="*/ 468 w 39778"/>
                      <a:gd name="connsiteY3" fmla="*/ 22833 h 24213"/>
                      <a:gd name="connsiteX4" fmla="*/ 16205 w 39778"/>
                      <a:gd name="connsiteY4" fmla="*/ 7628 h 24213"/>
                      <a:gd name="connsiteX5" fmla="*/ 29283 w 39778"/>
                      <a:gd name="connsiteY5" fmla="*/ 1599 h 24213"/>
                      <a:gd name="connsiteX6" fmla="*/ 39745 w 39778"/>
                      <a:gd name="connsiteY6" fmla="*/ 1555 h 24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778" h="24213">
                        <a:moveTo>
                          <a:pt x="39745" y="1555"/>
                        </a:moveTo>
                        <a:cubicBezTo>
                          <a:pt x="40144" y="3993"/>
                          <a:pt x="36952" y="7140"/>
                          <a:pt x="33051" y="10066"/>
                        </a:cubicBezTo>
                        <a:cubicBezTo>
                          <a:pt x="29239" y="13169"/>
                          <a:pt x="24717" y="15918"/>
                          <a:pt x="21924" y="17691"/>
                        </a:cubicBezTo>
                        <a:cubicBezTo>
                          <a:pt x="16383" y="20972"/>
                          <a:pt x="3615" y="26912"/>
                          <a:pt x="468" y="22833"/>
                        </a:cubicBezTo>
                        <a:cubicBezTo>
                          <a:pt x="-2768" y="18578"/>
                          <a:pt x="11684" y="10022"/>
                          <a:pt x="16205" y="7628"/>
                        </a:cubicBezTo>
                        <a:cubicBezTo>
                          <a:pt x="18378" y="6387"/>
                          <a:pt x="24096" y="3505"/>
                          <a:pt x="29283" y="1599"/>
                        </a:cubicBezTo>
                        <a:cubicBezTo>
                          <a:pt x="34647" y="-130"/>
                          <a:pt x="39390" y="-884"/>
                          <a:pt x="39745" y="155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74" name="Forme libre : forme 22973">
                    <a:extLst>
                      <a:ext uri="{FF2B5EF4-FFF2-40B4-BE49-F238E27FC236}">
                        <a16:creationId xmlns:a16="http://schemas.microsoft.com/office/drawing/2014/main" id="{254C157D-02D9-42C2-820C-F6EA68E19F27}"/>
                      </a:ext>
                    </a:extLst>
                  </p:cNvPr>
                  <p:cNvSpPr/>
                  <p:nvPr/>
                </p:nvSpPr>
                <p:spPr>
                  <a:xfrm>
                    <a:off x="4805768" y="1284431"/>
                    <a:ext cx="52880" cy="25396"/>
                  </a:xfrm>
                  <a:custGeom>
                    <a:avLst/>
                    <a:gdLst>
                      <a:gd name="connsiteX0" fmla="*/ 2240 w 52880"/>
                      <a:gd name="connsiteY0" fmla="*/ 23864 h 25396"/>
                      <a:gd name="connsiteX1" fmla="*/ 10042 w 52880"/>
                      <a:gd name="connsiteY1" fmla="*/ 25238 h 25396"/>
                      <a:gd name="connsiteX2" fmla="*/ 30700 w 52880"/>
                      <a:gd name="connsiteY2" fmla="*/ 21115 h 25396"/>
                      <a:gd name="connsiteX3" fmla="*/ 48654 w 52880"/>
                      <a:gd name="connsiteY3" fmla="*/ 9589 h 25396"/>
                      <a:gd name="connsiteX4" fmla="*/ 51979 w 52880"/>
                      <a:gd name="connsiteY4" fmla="*/ 457 h 25396"/>
                      <a:gd name="connsiteX5" fmla="*/ 44709 w 52880"/>
                      <a:gd name="connsiteY5" fmla="*/ 1344 h 25396"/>
                      <a:gd name="connsiteX6" fmla="*/ 24981 w 52880"/>
                      <a:gd name="connsiteY6" fmla="*/ 5023 h 25396"/>
                      <a:gd name="connsiteX7" fmla="*/ 5254 w 52880"/>
                      <a:gd name="connsiteY7" fmla="*/ 10121 h 25396"/>
                      <a:gd name="connsiteX8" fmla="*/ 2240 w 52880"/>
                      <a:gd name="connsiteY8" fmla="*/ 23864 h 25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880" h="25396">
                        <a:moveTo>
                          <a:pt x="2240" y="23864"/>
                        </a:moveTo>
                        <a:cubicBezTo>
                          <a:pt x="4944" y="25548"/>
                          <a:pt x="6318" y="25548"/>
                          <a:pt x="10042" y="25238"/>
                        </a:cubicBezTo>
                        <a:cubicBezTo>
                          <a:pt x="17135" y="24617"/>
                          <a:pt x="22853" y="24351"/>
                          <a:pt x="30700" y="21115"/>
                        </a:cubicBezTo>
                        <a:cubicBezTo>
                          <a:pt x="37261" y="18455"/>
                          <a:pt x="44132" y="14111"/>
                          <a:pt x="48654" y="9589"/>
                        </a:cubicBezTo>
                        <a:cubicBezTo>
                          <a:pt x="51802" y="6442"/>
                          <a:pt x="54284" y="2452"/>
                          <a:pt x="51979" y="457"/>
                        </a:cubicBezTo>
                        <a:cubicBezTo>
                          <a:pt x="50560" y="-740"/>
                          <a:pt x="47501" y="723"/>
                          <a:pt x="44709" y="1344"/>
                        </a:cubicBezTo>
                        <a:cubicBezTo>
                          <a:pt x="38148" y="2895"/>
                          <a:pt x="31986" y="4624"/>
                          <a:pt x="24981" y="5023"/>
                        </a:cubicBezTo>
                        <a:cubicBezTo>
                          <a:pt x="19041" y="5378"/>
                          <a:pt x="11771" y="4801"/>
                          <a:pt x="5254" y="10121"/>
                        </a:cubicBezTo>
                        <a:cubicBezTo>
                          <a:pt x="-553" y="14909"/>
                          <a:pt x="-1529" y="21647"/>
                          <a:pt x="2240" y="2386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75" name="Forme libre : forme 22974">
                    <a:extLst>
                      <a:ext uri="{FF2B5EF4-FFF2-40B4-BE49-F238E27FC236}">
                        <a16:creationId xmlns:a16="http://schemas.microsoft.com/office/drawing/2014/main" id="{76E0538A-B10F-4274-A557-10885AC846F1}"/>
                      </a:ext>
                    </a:extLst>
                  </p:cNvPr>
                  <p:cNvSpPr/>
                  <p:nvPr/>
                </p:nvSpPr>
                <p:spPr>
                  <a:xfrm>
                    <a:off x="4814023" y="1284988"/>
                    <a:ext cx="14458" cy="13211"/>
                  </a:xfrm>
                  <a:custGeom>
                    <a:avLst/>
                    <a:gdLst>
                      <a:gd name="connsiteX0" fmla="*/ 812 w 14458"/>
                      <a:gd name="connsiteY0" fmla="*/ 10805 h 13211"/>
                      <a:gd name="connsiteX1" fmla="*/ 14 w 14458"/>
                      <a:gd name="connsiteY1" fmla="*/ 12756 h 13211"/>
                      <a:gd name="connsiteX2" fmla="*/ 1787 w 14458"/>
                      <a:gd name="connsiteY2" fmla="*/ 12933 h 13211"/>
                      <a:gd name="connsiteX3" fmla="*/ 4668 w 14458"/>
                      <a:gd name="connsiteY3" fmla="*/ 11160 h 13211"/>
                      <a:gd name="connsiteX4" fmla="*/ 11185 w 14458"/>
                      <a:gd name="connsiteY4" fmla="*/ 5973 h 13211"/>
                      <a:gd name="connsiteX5" fmla="*/ 13357 w 14458"/>
                      <a:gd name="connsiteY5" fmla="*/ 3846 h 13211"/>
                      <a:gd name="connsiteX6" fmla="*/ 9811 w 14458"/>
                      <a:gd name="connsiteY6" fmla="*/ 1407 h 13211"/>
                      <a:gd name="connsiteX7" fmla="*/ 812 w 14458"/>
                      <a:gd name="connsiteY7" fmla="*/ 10805 h 13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458" h="13211">
                        <a:moveTo>
                          <a:pt x="812" y="10805"/>
                        </a:moveTo>
                        <a:cubicBezTo>
                          <a:pt x="280" y="11604"/>
                          <a:pt x="-75" y="12135"/>
                          <a:pt x="14" y="12756"/>
                        </a:cubicBezTo>
                        <a:cubicBezTo>
                          <a:pt x="102" y="13377"/>
                          <a:pt x="900" y="13288"/>
                          <a:pt x="1787" y="12933"/>
                        </a:cubicBezTo>
                        <a:cubicBezTo>
                          <a:pt x="2673" y="12579"/>
                          <a:pt x="3782" y="11781"/>
                          <a:pt x="4668" y="11160"/>
                        </a:cubicBezTo>
                        <a:cubicBezTo>
                          <a:pt x="6841" y="9476"/>
                          <a:pt x="9190" y="7747"/>
                          <a:pt x="11185" y="5973"/>
                        </a:cubicBezTo>
                        <a:cubicBezTo>
                          <a:pt x="11983" y="5264"/>
                          <a:pt x="12781" y="4599"/>
                          <a:pt x="13357" y="3846"/>
                        </a:cubicBezTo>
                        <a:cubicBezTo>
                          <a:pt x="15662" y="698"/>
                          <a:pt x="14288" y="-1607"/>
                          <a:pt x="9811" y="1407"/>
                        </a:cubicBezTo>
                        <a:cubicBezTo>
                          <a:pt x="6264" y="3713"/>
                          <a:pt x="2895" y="7658"/>
                          <a:pt x="812" y="1080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76" name="Forme libre : forme 22975">
                    <a:extLst>
                      <a:ext uri="{FF2B5EF4-FFF2-40B4-BE49-F238E27FC236}">
                        <a16:creationId xmlns:a16="http://schemas.microsoft.com/office/drawing/2014/main" id="{E8465336-5798-443C-B7EA-D94E2E9B68E9}"/>
                      </a:ext>
                    </a:extLst>
                  </p:cNvPr>
                  <p:cNvSpPr/>
                  <p:nvPr/>
                </p:nvSpPr>
                <p:spPr>
                  <a:xfrm>
                    <a:off x="4861161" y="1271278"/>
                    <a:ext cx="18574" cy="23229"/>
                  </a:xfrm>
                  <a:custGeom>
                    <a:avLst/>
                    <a:gdLst>
                      <a:gd name="connsiteX0" fmla="*/ 18575 w 18574"/>
                      <a:gd name="connsiteY0" fmla="*/ 0 h 23229"/>
                      <a:gd name="connsiteX1" fmla="*/ 0 w 18574"/>
                      <a:gd name="connsiteY1" fmla="*/ 23230 h 23229"/>
                      <a:gd name="connsiteX2" fmla="*/ 10019 w 18574"/>
                      <a:gd name="connsiteY2" fmla="*/ 11703 h 23229"/>
                      <a:gd name="connsiteX3" fmla="*/ 18575 w 18574"/>
                      <a:gd name="connsiteY3" fmla="*/ 0 h 2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574" h="23229">
                        <a:moveTo>
                          <a:pt x="18575" y="0"/>
                        </a:moveTo>
                        <a:cubicBezTo>
                          <a:pt x="17200" y="7403"/>
                          <a:pt x="6295" y="16846"/>
                          <a:pt x="0" y="23230"/>
                        </a:cubicBezTo>
                        <a:cubicBezTo>
                          <a:pt x="3458" y="19727"/>
                          <a:pt x="6916" y="15871"/>
                          <a:pt x="10019" y="11703"/>
                        </a:cubicBezTo>
                        <a:cubicBezTo>
                          <a:pt x="13255" y="7802"/>
                          <a:pt x="16136" y="3502"/>
                          <a:pt x="1857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77" name="Forme libre : forme 22976">
                    <a:extLst>
                      <a:ext uri="{FF2B5EF4-FFF2-40B4-BE49-F238E27FC236}">
                        <a16:creationId xmlns:a16="http://schemas.microsoft.com/office/drawing/2014/main" id="{15B17AA4-56ED-494C-985D-40C5118C3E69}"/>
                      </a:ext>
                    </a:extLst>
                  </p:cNvPr>
                  <p:cNvSpPr/>
                  <p:nvPr/>
                </p:nvSpPr>
                <p:spPr>
                  <a:xfrm>
                    <a:off x="4796659" y="1281519"/>
                    <a:ext cx="20436" cy="28460"/>
                  </a:xfrm>
                  <a:custGeom>
                    <a:avLst/>
                    <a:gdLst>
                      <a:gd name="connsiteX0" fmla="*/ 20437 w 20436"/>
                      <a:gd name="connsiteY0" fmla="*/ 0 h 28460"/>
                      <a:gd name="connsiteX1" fmla="*/ 0 w 20436"/>
                      <a:gd name="connsiteY1" fmla="*/ 28461 h 28460"/>
                      <a:gd name="connsiteX2" fmla="*/ 20437 w 20436"/>
                      <a:gd name="connsiteY2" fmla="*/ 0 h 2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436" h="28460">
                        <a:moveTo>
                          <a:pt x="20437" y="0"/>
                        </a:moveTo>
                        <a:cubicBezTo>
                          <a:pt x="9576" y="7448"/>
                          <a:pt x="2837" y="18796"/>
                          <a:pt x="0" y="28461"/>
                        </a:cubicBezTo>
                        <a:cubicBezTo>
                          <a:pt x="2172" y="19240"/>
                          <a:pt x="12014" y="7492"/>
                          <a:pt x="2043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78" name="Forme libre : forme 22977">
                    <a:extLst>
                      <a:ext uri="{FF2B5EF4-FFF2-40B4-BE49-F238E27FC236}">
                        <a16:creationId xmlns:a16="http://schemas.microsoft.com/office/drawing/2014/main" id="{327BA5D4-1461-4FC1-BA9C-5C9493D240EF}"/>
                      </a:ext>
                    </a:extLst>
                  </p:cNvPr>
                  <p:cNvSpPr/>
                  <p:nvPr/>
                </p:nvSpPr>
                <p:spPr>
                  <a:xfrm>
                    <a:off x="4839121" y="1277650"/>
                    <a:ext cx="15306" cy="7782"/>
                  </a:xfrm>
                  <a:custGeom>
                    <a:avLst/>
                    <a:gdLst>
                      <a:gd name="connsiteX0" fmla="*/ 15301 w 15306"/>
                      <a:gd name="connsiteY0" fmla="*/ 766 h 7782"/>
                      <a:gd name="connsiteX1" fmla="*/ 7055 w 15306"/>
                      <a:gd name="connsiteY1" fmla="*/ 6086 h 7782"/>
                      <a:gd name="connsiteX2" fmla="*/ 7 w 15306"/>
                      <a:gd name="connsiteY2" fmla="*/ 6884 h 7782"/>
                      <a:gd name="connsiteX3" fmla="*/ 7720 w 15306"/>
                      <a:gd name="connsiteY3" fmla="*/ 1830 h 7782"/>
                      <a:gd name="connsiteX4" fmla="*/ 15301 w 15306"/>
                      <a:gd name="connsiteY4" fmla="*/ 766 h 7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06" h="7782">
                        <a:moveTo>
                          <a:pt x="15301" y="766"/>
                        </a:moveTo>
                        <a:cubicBezTo>
                          <a:pt x="15123" y="2761"/>
                          <a:pt x="8917" y="5244"/>
                          <a:pt x="7055" y="6086"/>
                        </a:cubicBezTo>
                        <a:cubicBezTo>
                          <a:pt x="5193" y="6884"/>
                          <a:pt x="-215" y="8967"/>
                          <a:pt x="7" y="6884"/>
                        </a:cubicBezTo>
                        <a:cubicBezTo>
                          <a:pt x="228" y="4800"/>
                          <a:pt x="5947" y="2539"/>
                          <a:pt x="7720" y="1830"/>
                        </a:cubicBezTo>
                        <a:cubicBezTo>
                          <a:pt x="9538" y="1121"/>
                          <a:pt x="15522" y="-1184"/>
                          <a:pt x="15301" y="76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79" name="Forme libre : forme 22978">
                    <a:extLst>
                      <a:ext uri="{FF2B5EF4-FFF2-40B4-BE49-F238E27FC236}">
                        <a16:creationId xmlns:a16="http://schemas.microsoft.com/office/drawing/2014/main" id="{D7064C85-48CA-4D30-B516-AC9BC31A3086}"/>
                      </a:ext>
                    </a:extLst>
                  </p:cNvPr>
                  <p:cNvSpPr/>
                  <p:nvPr/>
                </p:nvSpPr>
                <p:spPr>
                  <a:xfrm>
                    <a:off x="4852245" y="1276610"/>
                    <a:ext cx="4351" cy="2599"/>
                  </a:xfrm>
                  <a:custGeom>
                    <a:avLst/>
                    <a:gdLst>
                      <a:gd name="connsiteX0" fmla="*/ 4260 w 4351"/>
                      <a:gd name="connsiteY0" fmla="*/ 166 h 2599"/>
                      <a:gd name="connsiteX1" fmla="*/ 2709 w 4351"/>
                      <a:gd name="connsiteY1" fmla="*/ 1895 h 2599"/>
                      <a:gd name="connsiteX2" fmla="*/ 93 w 4351"/>
                      <a:gd name="connsiteY2" fmla="*/ 2427 h 2599"/>
                      <a:gd name="connsiteX3" fmla="*/ 1601 w 4351"/>
                      <a:gd name="connsiteY3" fmla="*/ 742 h 2599"/>
                      <a:gd name="connsiteX4" fmla="*/ 4260 w 4351"/>
                      <a:gd name="connsiteY4" fmla="*/ 166 h 2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1" h="2599">
                        <a:moveTo>
                          <a:pt x="4260" y="166"/>
                        </a:moveTo>
                        <a:cubicBezTo>
                          <a:pt x="4704" y="653"/>
                          <a:pt x="3418" y="1496"/>
                          <a:pt x="2709" y="1895"/>
                        </a:cubicBezTo>
                        <a:cubicBezTo>
                          <a:pt x="2000" y="2249"/>
                          <a:pt x="537" y="2914"/>
                          <a:pt x="93" y="2427"/>
                        </a:cubicBezTo>
                        <a:cubicBezTo>
                          <a:pt x="-350" y="1939"/>
                          <a:pt x="891" y="1141"/>
                          <a:pt x="1601" y="742"/>
                        </a:cubicBezTo>
                        <a:cubicBezTo>
                          <a:pt x="2310" y="387"/>
                          <a:pt x="3817" y="-322"/>
                          <a:pt x="4260" y="16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80" name="Forme libre : forme 22979">
                    <a:extLst>
                      <a:ext uri="{FF2B5EF4-FFF2-40B4-BE49-F238E27FC236}">
                        <a16:creationId xmlns:a16="http://schemas.microsoft.com/office/drawing/2014/main" id="{3D6441FB-92EA-4E00-BB24-6A4548D924A3}"/>
                      </a:ext>
                    </a:extLst>
                  </p:cNvPr>
                  <p:cNvSpPr/>
                  <p:nvPr/>
                </p:nvSpPr>
                <p:spPr>
                  <a:xfrm>
                    <a:off x="4834299" y="1265089"/>
                    <a:ext cx="42551" cy="12284"/>
                  </a:xfrm>
                  <a:custGeom>
                    <a:avLst/>
                    <a:gdLst>
                      <a:gd name="connsiteX0" fmla="*/ 29876 w 42551"/>
                      <a:gd name="connsiteY0" fmla="*/ 692 h 12284"/>
                      <a:gd name="connsiteX1" fmla="*/ 41978 w 42551"/>
                      <a:gd name="connsiteY1" fmla="*/ 3086 h 12284"/>
                      <a:gd name="connsiteX2" fmla="*/ 40338 w 42551"/>
                      <a:gd name="connsiteY2" fmla="*/ 6632 h 12284"/>
                      <a:gd name="connsiteX3" fmla="*/ 35240 w 42551"/>
                      <a:gd name="connsiteY3" fmla="*/ 7076 h 12284"/>
                      <a:gd name="connsiteX4" fmla="*/ 19325 w 42551"/>
                      <a:gd name="connsiteY4" fmla="*/ 7874 h 12284"/>
                      <a:gd name="connsiteX5" fmla="*/ 7888 w 42551"/>
                      <a:gd name="connsiteY5" fmla="*/ 11243 h 12284"/>
                      <a:gd name="connsiteX6" fmla="*/ 41 w 42551"/>
                      <a:gd name="connsiteY6" fmla="*/ 10667 h 12284"/>
                      <a:gd name="connsiteX7" fmla="*/ 7799 w 42551"/>
                      <a:gd name="connsiteY7" fmla="*/ 4061 h 12284"/>
                      <a:gd name="connsiteX8" fmla="*/ 18793 w 42551"/>
                      <a:gd name="connsiteY8" fmla="*/ 249 h 12284"/>
                      <a:gd name="connsiteX9" fmla="*/ 29876 w 42551"/>
                      <a:gd name="connsiteY9" fmla="*/ 692 h 12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551" h="12284">
                        <a:moveTo>
                          <a:pt x="29876" y="692"/>
                        </a:moveTo>
                        <a:cubicBezTo>
                          <a:pt x="34885" y="958"/>
                          <a:pt x="38432" y="1091"/>
                          <a:pt x="41978" y="3086"/>
                        </a:cubicBezTo>
                        <a:cubicBezTo>
                          <a:pt x="43264" y="3840"/>
                          <a:pt x="42244" y="5746"/>
                          <a:pt x="40338" y="6632"/>
                        </a:cubicBezTo>
                        <a:cubicBezTo>
                          <a:pt x="38388" y="7519"/>
                          <a:pt x="36836" y="7253"/>
                          <a:pt x="35240" y="7076"/>
                        </a:cubicBezTo>
                        <a:cubicBezTo>
                          <a:pt x="30142" y="6455"/>
                          <a:pt x="25044" y="7031"/>
                          <a:pt x="19325" y="7874"/>
                        </a:cubicBezTo>
                        <a:cubicBezTo>
                          <a:pt x="17641" y="8184"/>
                          <a:pt x="12321" y="10002"/>
                          <a:pt x="7888" y="11243"/>
                        </a:cubicBezTo>
                        <a:cubicBezTo>
                          <a:pt x="3455" y="12440"/>
                          <a:pt x="-446" y="13016"/>
                          <a:pt x="41" y="10667"/>
                        </a:cubicBezTo>
                        <a:cubicBezTo>
                          <a:pt x="573" y="8317"/>
                          <a:pt x="3898" y="5967"/>
                          <a:pt x="7799" y="4061"/>
                        </a:cubicBezTo>
                        <a:cubicBezTo>
                          <a:pt x="11878" y="2155"/>
                          <a:pt x="16355" y="603"/>
                          <a:pt x="18793" y="249"/>
                        </a:cubicBezTo>
                        <a:cubicBezTo>
                          <a:pt x="23625" y="-461"/>
                          <a:pt x="26108" y="559"/>
                          <a:pt x="29876" y="69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71" name="Graphique 2">
                  <a:extLst>
                    <a:ext uri="{FF2B5EF4-FFF2-40B4-BE49-F238E27FC236}">
                      <a16:creationId xmlns:a16="http://schemas.microsoft.com/office/drawing/2014/main" id="{F818D650-1690-4041-88B1-7D1EF41F0963}"/>
                    </a:ext>
                  </a:extLst>
                </p:cNvPr>
                <p:cNvGrpSpPr/>
                <p:nvPr/>
              </p:nvGrpSpPr>
              <p:grpSpPr>
                <a:xfrm>
                  <a:off x="4880706" y="1240336"/>
                  <a:ext cx="95814" cy="37336"/>
                  <a:chOff x="4880706" y="1240336"/>
                  <a:chExt cx="95814" cy="37336"/>
                </a:xfrm>
                <a:solidFill>
                  <a:schemeClr val="accent1"/>
                </a:solidFill>
              </p:grpSpPr>
              <p:sp>
                <p:nvSpPr>
                  <p:cNvPr id="22957" name="Forme libre : forme 22956">
                    <a:extLst>
                      <a:ext uri="{FF2B5EF4-FFF2-40B4-BE49-F238E27FC236}">
                        <a16:creationId xmlns:a16="http://schemas.microsoft.com/office/drawing/2014/main" id="{B4738479-AD9C-4B4D-ABAB-9C1414A462E2}"/>
                      </a:ext>
                    </a:extLst>
                  </p:cNvPr>
                  <p:cNvSpPr/>
                  <p:nvPr/>
                </p:nvSpPr>
                <p:spPr>
                  <a:xfrm>
                    <a:off x="4880706" y="1240336"/>
                    <a:ext cx="95814" cy="37336"/>
                  </a:xfrm>
                  <a:custGeom>
                    <a:avLst/>
                    <a:gdLst>
                      <a:gd name="connsiteX0" fmla="*/ 63664 w 95814"/>
                      <a:gd name="connsiteY0" fmla="*/ 35376 h 37336"/>
                      <a:gd name="connsiteX1" fmla="*/ 49345 w 95814"/>
                      <a:gd name="connsiteY1" fmla="*/ 35775 h 37336"/>
                      <a:gd name="connsiteX2" fmla="*/ 41366 w 95814"/>
                      <a:gd name="connsiteY2" fmla="*/ 36351 h 37336"/>
                      <a:gd name="connsiteX3" fmla="*/ 34805 w 95814"/>
                      <a:gd name="connsiteY3" fmla="*/ 37016 h 37336"/>
                      <a:gd name="connsiteX4" fmla="*/ 3684 w 95814"/>
                      <a:gd name="connsiteY4" fmla="*/ 30987 h 37336"/>
                      <a:gd name="connsiteX5" fmla="*/ 936 w 95814"/>
                      <a:gd name="connsiteY5" fmla="*/ 21323 h 37336"/>
                      <a:gd name="connsiteX6" fmla="*/ 30416 w 95814"/>
                      <a:gd name="connsiteY6" fmla="*/ 2172 h 37336"/>
                      <a:gd name="connsiteX7" fmla="*/ 37908 w 95814"/>
                      <a:gd name="connsiteY7" fmla="*/ 975 h 37336"/>
                      <a:gd name="connsiteX8" fmla="*/ 47084 w 95814"/>
                      <a:gd name="connsiteY8" fmla="*/ 177 h 37336"/>
                      <a:gd name="connsiteX9" fmla="*/ 56350 w 95814"/>
                      <a:gd name="connsiteY9" fmla="*/ 0 h 37336"/>
                      <a:gd name="connsiteX10" fmla="*/ 64107 w 95814"/>
                      <a:gd name="connsiteY10" fmla="*/ 399 h 37336"/>
                      <a:gd name="connsiteX11" fmla="*/ 94385 w 95814"/>
                      <a:gd name="connsiteY11" fmla="*/ 17511 h 37336"/>
                      <a:gd name="connsiteX12" fmla="*/ 93322 w 95814"/>
                      <a:gd name="connsiteY12" fmla="*/ 27308 h 37336"/>
                      <a:gd name="connsiteX13" fmla="*/ 63664 w 95814"/>
                      <a:gd name="connsiteY13" fmla="*/ 35376 h 37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5814" h="37336">
                        <a:moveTo>
                          <a:pt x="63664" y="35376"/>
                        </a:moveTo>
                        <a:cubicBezTo>
                          <a:pt x="60251" y="35509"/>
                          <a:pt x="54842" y="35465"/>
                          <a:pt x="49345" y="35775"/>
                        </a:cubicBezTo>
                        <a:cubicBezTo>
                          <a:pt x="46597" y="35952"/>
                          <a:pt x="43893" y="36174"/>
                          <a:pt x="41366" y="36351"/>
                        </a:cubicBezTo>
                        <a:cubicBezTo>
                          <a:pt x="38883" y="36617"/>
                          <a:pt x="36578" y="36883"/>
                          <a:pt x="34805" y="37016"/>
                        </a:cubicBezTo>
                        <a:cubicBezTo>
                          <a:pt x="21372" y="38258"/>
                          <a:pt x="13348" y="35819"/>
                          <a:pt x="3684" y="30987"/>
                        </a:cubicBezTo>
                        <a:cubicBezTo>
                          <a:pt x="360" y="29391"/>
                          <a:pt x="-1103" y="24515"/>
                          <a:pt x="936" y="21323"/>
                        </a:cubicBezTo>
                        <a:cubicBezTo>
                          <a:pt x="6876" y="12368"/>
                          <a:pt x="15077" y="5275"/>
                          <a:pt x="30416" y="2172"/>
                        </a:cubicBezTo>
                        <a:cubicBezTo>
                          <a:pt x="32455" y="1818"/>
                          <a:pt x="35026" y="1330"/>
                          <a:pt x="37908" y="975"/>
                        </a:cubicBezTo>
                        <a:cubicBezTo>
                          <a:pt x="40789" y="709"/>
                          <a:pt x="43937" y="443"/>
                          <a:pt x="47084" y="177"/>
                        </a:cubicBezTo>
                        <a:cubicBezTo>
                          <a:pt x="50276" y="133"/>
                          <a:pt x="53424" y="44"/>
                          <a:pt x="56350" y="0"/>
                        </a:cubicBezTo>
                        <a:cubicBezTo>
                          <a:pt x="59275" y="133"/>
                          <a:pt x="61935" y="310"/>
                          <a:pt x="64107" y="399"/>
                        </a:cubicBezTo>
                        <a:cubicBezTo>
                          <a:pt x="80333" y="1818"/>
                          <a:pt x="88135" y="8910"/>
                          <a:pt x="94385" y="17511"/>
                        </a:cubicBezTo>
                        <a:cubicBezTo>
                          <a:pt x="96558" y="20569"/>
                          <a:pt x="96292" y="25446"/>
                          <a:pt x="93322" y="27308"/>
                        </a:cubicBezTo>
                        <a:cubicBezTo>
                          <a:pt x="84810" y="32495"/>
                          <a:pt x="76431" y="35332"/>
                          <a:pt x="63664" y="3537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58" name="Forme libre : forme 22957">
                    <a:extLst>
                      <a:ext uri="{FF2B5EF4-FFF2-40B4-BE49-F238E27FC236}">
                        <a16:creationId xmlns:a16="http://schemas.microsoft.com/office/drawing/2014/main" id="{C0BCF44F-DC26-493F-B320-911374E1126F}"/>
                      </a:ext>
                    </a:extLst>
                  </p:cNvPr>
                  <p:cNvSpPr/>
                  <p:nvPr/>
                </p:nvSpPr>
                <p:spPr>
                  <a:xfrm>
                    <a:off x="4881331" y="1262431"/>
                    <a:ext cx="92829" cy="15165"/>
                  </a:xfrm>
                  <a:custGeom>
                    <a:avLst/>
                    <a:gdLst>
                      <a:gd name="connsiteX0" fmla="*/ 37105 w 92829"/>
                      <a:gd name="connsiteY0" fmla="*/ 1799 h 15165"/>
                      <a:gd name="connsiteX1" fmla="*/ 0 w 92829"/>
                      <a:gd name="connsiteY1" fmla="*/ 5523 h 15165"/>
                      <a:gd name="connsiteX2" fmla="*/ 3014 w 92829"/>
                      <a:gd name="connsiteY2" fmla="*/ 8803 h 15165"/>
                      <a:gd name="connsiteX3" fmla="*/ 7891 w 92829"/>
                      <a:gd name="connsiteY3" fmla="*/ 11064 h 15165"/>
                      <a:gd name="connsiteX4" fmla="*/ 22520 w 92829"/>
                      <a:gd name="connsiteY4" fmla="*/ 14965 h 15165"/>
                      <a:gd name="connsiteX5" fmla="*/ 34179 w 92829"/>
                      <a:gd name="connsiteY5" fmla="*/ 14832 h 15165"/>
                      <a:gd name="connsiteX6" fmla="*/ 38834 w 92829"/>
                      <a:gd name="connsiteY6" fmla="*/ 14389 h 15165"/>
                      <a:gd name="connsiteX7" fmla="*/ 60911 w 92829"/>
                      <a:gd name="connsiteY7" fmla="*/ 13280 h 15165"/>
                      <a:gd name="connsiteX8" fmla="*/ 63039 w 92829"/>
                      <a:gd name="connsiteY8" fmla="*/ 13192 h 15165"/>
                      <a:gd name="connsiteX9" fmla="*/ 75185 w 92829"/>
                      <a:gd name="connsiteY9" fmla="*/ 12128 h 15165"/>
                      <a:gd name="connsiteX10" fmla="*/ 82190 w 92829"/>
                      <a:gd name="connsiteY10" fmla="*/ 10177 h 15165"/>
                      <a:gd name="connsiteX11" fmla="*/ 88662 w 92829"/>
                      <a:gd name="connsiteY11" fmla="*/ 7384 h 15165"/>
                      <a:gd name="connsiteX12" fmla="*/ 92696 w 92829"/>
                      <a:gd name="connsiteY12" fmla="*/ 5079 h 15165"/>
                      <a:gd name="connsiteX13" fmla="*/ 92829 w 92829"/>
                      <a:gd name="connsiteY13" fmla="*/ 4946 h 15165"/>
                      <a:gd name="connsiteX14" fmla="*/ 37105 w 92829"/>
                      <a:gd name="connsiteY14" fmla="*/ 1799 h 1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2829" h="15165">
                        <a:moveTo>
                          <a:pt x="37105" y="1799"/>
                        </a:moveTo>
                        <a:cubicBezTo>
                          <a:pt x="24515" y="4060"/>
                          <a:pt x="11349" y="7119"/>
                          <a:pt x="0" y="5523"/>
                        </a:cubicBezTo>
                        <a:cubicBezTo>
                          <a:pt x="621" y="6941"/>
                          <a:pt x="1640" y="8138"/>
                          <a:pt x="3014" y="8803"/>
                        </a:cubicBezTo>
                        <a:cubicBezTo>
                          <a:pt x="4743" y="9601"/>
                          <a:pt x="6384" y="10355"/>
                          <a:pt x="7891" y="11064"/>
                        </a:cubicBezTo>
                        <a:cubicBezTo>
                          <a:pt x="12546" y="13014"/>
                          <a:pt x="17156" y="14433"/>
                          <a:pt x="22520" y="14965"/>
                        </a:cubicBezTo>
                        <a:cubicBezTo>
                          <a:pt x="25978" y="15231"/>
                          <a:pt x="29790" y="15275"/>
                          <a:pt x="34179" y="14832"/>
                        </a:cubicBezTo>
                        <a:cubicBezTo>
                          <a:pt x="35509" y="14743"/>
                          <a:pt x="37105" y="14566"/>
                          <a:pt x="38834" y="14389"/>
                        </a:cubicBezTo>
                        <a:cubicBezTo>
                          <a:pt x="45661" y="13724"/>
                          <a:pt x="54970" y="13147"/>
                          <a:pt x="60911" y="13280"/>
                        </a:cubicBezTo>
                        <a:cubicBezTo>
                          <a:pt x="61664" y="13236"/>
                          <a:pt x="62418" y="13236"/>
                          <a:pt x="63039" y="13192"/>
                        </a:cubicBezTo>
                        <a:cubicBezTo>
                          <a:pt x="67560" y="13236"/>
                          <a:pt x="71550" y="12749"/>
                          <a:pt x="75185" y="12128"/>
                        </a:cubicBezTo>
                        <a:cubicBezTo>
                          <a:pt x="77668" y="11552"/>
                          <a:pt x="79973" y="10931"/>
                          <a:pt x="82190" y="10177"/>
                        </a:cubicBezTo>
                        <a:cubicBezTo>
                          <a:pt x="84406" y="9424"/>
                          <a:pt x="86578" y="8315"/>
                          <a:pt x="88662" y="7384"/>
                        </a:cubicBezTo>
                        <a:cubicBezTo>
                          <a:pt x="90036" y="6675"/>
                          <a:pt x="91366" y="5921"/>
                          <a:pt x="92696" y="5079"/>
                        </a:cubicBezTo>
                        <a:lnTo>
                          <a:pt x="92829" y="4946"/>
                        </a:lnTo>
                        <a:cubicBezTo>
                          <a:pt x="74831" y="-107"/>
                          <a:pt x="55103" y="-1526"/>
                          <a:pt x="37105" y="179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59" name="Forme libre : forme 22958">
                    <a:extLst>
                      <a:ext uri="{FF2B5EF4-FFF2-40B4-BE49-F238E27FC236}">
                        <a16:creationId xmlns:a16="http://schemas.microsoft.com/office/drawing/2014/main" id="{6E9C4D55-D348-47AF-836D-48AC34916B14}"/>
                      </a:ext>
                    </a:extLst>
                  </p:cNvPr>
                  <p:cNvSpPr/>
                  <p:nvPr/>
                </p:nvSpPr>
                <p:spPr>
                  <a:xfrm>
                    <a:off x="4913828" y="1253132"/>
                    <a:ext cx="44473" cy="11567"/>
                  </a:xfrm>
                  <a:custGeom>
                    <a:avLst/>
                    <a:gdLst>
                      <a:gd name="connsiteX0" fmla="*/ 44462 w 44473"/>
                      <a:gd name="connsiteY0" fmla="*/ 7242 h 11567"/>
                      <a:gd name="connsiteX1" fmla="*/ 34842 w 44473"/>
                      <a:gd name="connsiteY1" fmla="*/ 10832 h 11567"/>
                      <a:gd name="connsiteX2" fmla="*/ 27350 w 44473"/>
                      <a:gd name="connsiteY2" fmla="*/ 11320 h 11567"/>
                      <a:gd name="connsiteX3" fmla="*/ 21454 w 44473"/>
                      <a:gd name="connsiteY3" fmla="*/ 11542 h 11567"/>
                      <a:gd name="connsiteX4" fmla="*/ 9042 w 44473"/>
                      <a:gd name="connsiteY4" fmla="*/ 11054 h 11567"/>
                      <a:gd name="connsiteX5" fmla="*/ 43 w 44473"/>
                      <a:gd name="connsiteY5" fmla="*/ 7064 h 11567"/>
                      <a:gd name="connsiteX6" fmla="*/ 8022 w 44473"/>
                      <a:gd name="connsiteY6" fmla="*/ 1390 h 11567"/>
                      <a:gd name="connsiteX7" fmla="*/ 21144 w 44473"/>
                      <a:gd name="connsiteY7" fmla="*/ 16 h 11567"/>
                      <a:gd name="connsiteX8" fmla="*/ 27306 w 44473"/>
                      <a:gd name="connsiteY8" fmla="*/ 370 h 11567"/>
                      <a:gd name="connsiteX9" fmla="*/ 35241 w 44473"/>
                      <a:gd name="connsiteY9" fmla="*/ 1612 h 11567"/>
                      <a:gd name="connsiteX10" fmla="*/ 44462 w 44473"/>
                      <a:gd name="connsiteY10" fmla="*/ 7242 h 11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4473" h="11567">
                        <a:moveTo>
                          <a:pt x="44462" y="7242"/>
                        </a:moveTo>
                        <a:cubicBezTo>
                          <a:pt x="44196" y="9636"/>
                          <a:pt x="39807" y="10300"/>
                          <a:pt x="34842" y="10832"/>
                        </a:cubicBezTo>
                        <a:cubicBezTo>
                          <a:pt x="32271" y="11010"/>
                          <a:pt x="29656" y="11187"/>
                          <a:pt x="27350" y="11320"/>
                        </a:cubicBezTo>
                        <a:cubicBezTo>
                          <a:pt x="24957" y="11409"/>
                          <a:pt x="22873" y="11497"/>
                          <a:pt x="21454" y="11542"/>
                        </a:cubicBezTo>
                        <a:cubicBezTo>
                          <a:pt x="18617" y="11630"/>
                          <a:pt x="13519" y="11497"/>
                          <a:pt x="9042" y="11054"/>
                        </a:cubicBezTo>
                        <a:cubicBezTo>
                          <a:pt x="4520" y="10478"/>
                          <a:pt x="530" y="9680"/>
                          <a:pt x="43" y="7064"/>
                        </a:cubicBezTo>
                        <a:cubicBezTo>
                          <a:pt x="-445" y="4582"/>
                          <a:pt x="3323" y="2498"/>
                          <a:pt x="8022" y="1390"/>
                        </a:cubicBezTo>
                        <a:cubicBezTo>
                          <a:pt x="12721" y="193"/>
                          <a:pt x="18307" y="-73"/>
                          <a:pt x="21144" y="16"/>
                        </a:cubicBezTo>
                        <a:cubicBezTo>
                          <a:pt x="22563" y="-29"/>
                          <a:pt x="24779" y="104"/>
                          <a:pt x="27306" y="370"/>
                        </a:cubicBezTo>
                        <a:cubicBezTo>
                          <a:pt x="29833" y="592"/>
                          <a:pt x="32626" y="947"/>
                          <a:pt x="35241" y="1612"/>
                        </a:cubicBezTo>
                        <a:cubicBezTo>
                          <a:pt x="40428" y="2764"/>
                          <a:pt x="44728" y="4892"/>
                          <a:pt x="44462" y="724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60" name="Forme libre : forme 22959">
                    <a:extLst>
                      <a:ext uri="{FF2B5EF4-FFF2-40B4-BE49-F238E27FC236}">
                        <a16:creationId xmlns:a16="http://schemas.microsoft.com/office/drawing/2014/main" id="{E438B659-14DB-47CF-8912-C47901546D86}"/>
                      </a:ext>
                    </a:extLst>
                  </p:cNvPr>
                  <p:cNvSpPr/>
                  <p:nvPr/>
                </p:nvSpPr>
                <p:spPr>
                  <a:xfrm>
                    <a:off x="4913402" y="1254521"/>
                    <a:ext cx="31233" cy="10196"/>
                  </a:xfrm>
                  <a:custGeom>
                    <a:avLst/>
                    <a:gdLst>
                      <a:gd name="connsiteX0" fmla="*/ 9290 w 31233"/>
                      <a:gd name="connsiteY0" fmla="*/ 0 h 10196"/>
                      <a:gd name="connsiteX1" fmla="*/ 202 w 31233"/>
                      <a:gd name="connsiteY1" fmla="*/ 5763 h 10196"/>
                      <a:gd name="connsiteX2" fmla="*/ 22102 w 31233"/>
                      <a:gd name="connsiteY2" fmla="*/ 10196 h 10196"/>
                      <a:gd name="connsiteX3" fmla="*/ 31234 w 31233"/>
                      <a:gd name="connsiteY3" fmla="*/ 9576 h 10196"/>
                      <a:gd name="connsiteX4" fmla="*/ 26313 w 31233"/>
                      <a:gd name="connsiteY4" fmla="*/ 9132 h 10196"/>
                      <a:gd name="connsiteX5" fmla="*/ 15496 w 31233"/>
                      <a:gd name="connsiteY5" fmla="*/ 5896 h 10196"/>
                      <a:gd name="connsiteX6" fmla="*/ 9290 w 31233"/>
                      <a:gd name="connsiteY6" fmla="*/ 0 h 101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33" h="10196">
                        <a:moveTo>
                          <a:pt x="9290" y="0"/>
                        </a:moveTo>
                        <a:cubicBezTo>
                          <a:pt x="6453" y="975"/>
                          <a:pt x="-1350" y="2837"/>
                          <a:pt x="202" y="5763"/>
                        </a:cubicBezTo>
                        <a:cubicBezTo>
                          <a:pt x="2685" y="10506"/>
                          <a:pt x="14964" y="9974"/>
                          <a:pt x="22102" y="10196"/>
                        </a:cubicBezTo>
                        <a:cubicBezTo>
                          <a:pt x="24185" y="10107"/>
                          <a:pt x="28884" y="9974"/>
                          <a:pt x="31234" y="9576"/>
                        </a:cubicBezTo>
                        <a:cubicBezTo>
                          <a:pt x="29860" y="9487"/>
                          <a:pt x="27599" y="9443"/>
                          <a:pt x="26313" y="9132"/>
                        </a:cubicBezTo>
                        <a:cubicBezTo>
                          <a:pt x="22722" y="8113"/>
                          <a:pt x="18732" y="7403"/>
                          <a:pt x="15496" y="5896"/>
                        </a:cubicBezTo>
                        <a:cubicBezTo>
                          <a:pt x="12304" y="4566"/>
                          <a:pt x="9778" y="2793"/>
                          <a:pt x="9290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61" name="Forme libre : forme 22960">
                    <a:extLst>
                      <a:ext uri="{FF2B5EF4-FFF2-40B4-BE49-F238E27FC236}">
                        <a16:creationId xmlns:a16="http://schemas.microsoft.com/office/drawing/2014/main" id="{F5C273C0-B2C8-46B7-86AD-F61CB4047518}"/>
                      </a:ext>
                    </a:extLst>
                  </p:cNvPr>
                  <p:cNvSpPr/>
                  <p:nvPr/>
                </p:nvSpPr>
                <p:spPr>
                  <a:xfrm>
                    <a:off x="4916242" y="1254433"/>
                    <a:ext cx="44413" cy="11631"/>
                  </a:xfrm>
                  <a:custGeom>
                    <a:avLst/>
                    <a:gdLst>
                      <a:gd name="connsiteX0" fmla="*/ 44264 w 44413"/>
                      <a:gd name="connsiteY0" fmla="*/ 7448 h 11631"/>
                      <a:gd name="connsiteX1" fmla="*/ 34113 w 44413"/>
                      <a:gd name="connsiteY1" fmla="*/ 10950 h 11631"/>
                      <a:gd name="connsiteX2" fmla="*/ 21035 w 44413"/>
                      <a:gd name="connsiteY2" fmla="*/ 11615 h 11631"/>
                      <a:gd name="connsiteX3" fmla="*/ 66 w 44413"/>
                      <a:gd name="connsiteY3" fmla="*/ 6783 h 11631"/>
                      <a:gd name="connsiteX4" fmla="*/ 8046 w 44413"/>
                      <a:gd name="connsiteY4" fmla="*/ 1241 h 11631"/>
                      <a:gd name="connsiteX5" fmla="*/ 21035 w 44413"/>
                      <a:gd name="connsiteY5" fmla="*/ 0 h 11631"/>
                      <a:gd name="connsiteX6" fmla="*/ 35531 w 44413"/>
                      <a:gd name="connsiteY6" fmla="*/ 1773 h 11631"/>
                      <a:gd name="connsiteX7" fmla="*/ 44264 w 44413"/>
                      <a:gd name="connsiteY7" fmla="*/ 7448 h 1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413" h="11631">
                        <a:moveTo>
                          <a:pt x="44264" y="7448"/>
                        </a:moveTo>
                        <a:cubicBezTo>
                          <a:pt x="43200" y="9753"/>
                          <a:pt x="38900" y="10373"/>
                          <a:pt x="34113" y="10950"/>
                        </a:cubicBezTo>
                        <a:cubicBezTo>
                          <a:pt x="29325" y="11304"/>
                          <a:pt x="24094" y="11615"/>
                          <a:pt x="21035" y="11615"/>
                        </a:cubicBezTo>
                        <a:cubicBezTo>
                          <a:pt x="15006" y="11703"/>
                          <a:pt x="1396" y="11615"/>
                          <a:pt x="66" y="6783"/>
                        </a:cubicBezTo>
                        <a:cubicBezTo>
                          <a:pt x="-554" y="4256"/>
                          <a:pt x="3258" y="2261"/>
                          <a:pt x="8046" y="1241"/>
                        </a:cubicBezTo>
                        <a:cubicBezTo>
                          <a:pt x="12789" y="44"/>
                          <a:pt x="18419" y="89"/>
                          <a:pt x="21035" y="0"/>
                        </a:cubicBezTo>
                        <a:cubicBezTo>
                          <a:pt x="23651" y="133"/>
                          <a:pt x="30078" y="355"/>
                          <a:pt x="35531" y="1773"/>
                        </a:cubicBezTo>
                        <a:cubicBezTo>
                          <a:pt x="40940" y="3059"/>
                          <a:pt x="45284" y="5275"/>
                          <a:pt x="44264" y="744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62" name="Forme libre : forme 22961">
                    <a:extLst>
                      <a:ext uri="{FF2B5EF4-FFF2-40B4-BE49-F238E27FC236}">
                        <a16:creationId xmlns:a16="http://schemas.microsoft.com/office/drawing/2014/main" id="{698C0CC6-414A-4E20-A91C-D485CA382AC9}"/>
                      </a:ext>
                    </a:extLst>
                  </p:cNvPr>
                  <p:cNvSpPr/>
                  <p:nvPr/>
                </p:nvSpPr>
                <p:spPr>
                  <a:xfrm>
                    <a:off x="4892727" y="1252259"/>
                    <a:ext cx="55000" cy="20962"/>
                  </a:xfrm>
                  <a:custGeom>
                    <a:avLst/>
                    <a:gdLst>
                      <a:gd name="connsiteX0" fmla="*/ 929 w 55000"/>
                      <a:gd name="connsiteY0" fmla="*/ 12547 h 20962"/>
                      <a:gd name="connsiteX1" fmla="*/ 7711 w 55000"/>
                      <a:gd name="connsiteY1" fmla="*/ 16714 h 20962"/>
                      <a:gd name="connsiteX2" fmla="*/ 27882 w 55000"/>
                      <a:gd name="connsiteY2" fmla="*/ 20881 h 20962"/>
                      <a:gd name="connsiteX3" fmla="*/ 47476 w 55000"/>
                      <a:gd name="connsiteY3" fmla="*/ 18931 h 20962"/>
                      <a:gd name="connsiteX4" fmla="*/ 54879 w 55000"/>
                      <a:gd name="connsiteY4" fmla="*/ 12858 h 20962"/>
                      <a:gd name="connsiteX5" fmla="*/ 48318 w 55000"/>
                      <a:gd name="connsiteY5" fmla="*/ 9843 h 20962"/>
                      <a:gd name="connsiteX6" fmla="*/ 29256 w 55000"/>
                      <a:gd name="connsiteY6" fmla="*/ 3903 h 20962"/>
                      <a:gd name="connsiteX7" fmla="*/ 8864 w 55000"/>
                      <a:gd name="connsiteY7" fmla="*/ 888 h 20962"/>
                      <a:gd name="connsiteX8" fmla="*/ 929 w 55000"/>
                      <a:gd name="connsiteY8" fmla="*/ 12547 h 209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000" h="20962">
                        <a:moveTo>
                          <a:pt x="929" y="12547"/>
                        </a:moveTo>
                        <a:cubicBezTo>
                          <a:pt x="2835" y="15074"/>
                          <a:pt x="4120" y="15695"/>
                          <a:pt x="7711" y="16714"/>
                        </a:cubicBezTo>
                        <a:cubicBezTo>
                          <a:pt x="14494" y="18665"/>
                          <a:pt x="19814" y="20660"/>
                          <a:pt x="27882" y="20881"/>
                        </a:cubicBezTo>
                        <a:cubicBezTo>
                          <a:pt x="34576" y="21236"/>
                          <a:pt x="41890" y="20394"/>
                          <a:pt x="47476" y="18931"/>
                        </a:cubicBezTo>
                        <a:cubicBezTo>
                          <a:pt x="51643" y="17690"/>
                          <a:pt x="55766" y="15783"/>
                          <a:pt x="54879" y="12858"/>
                        </a:cubicBezTo>
                        <a:cubicBezTo>
                          <a:pt x="54347" y="10996"/>
                          <a:pt x="50978" y="10641"/>
                          <a:pt x="48318" y="9843"/>
                        </a:cubicBezTo>
                        <a:cubicBezTo>
                          <a:pt x="42068" y="7715"/>
                          <a:pt x="35817" y="6518"/>
                          <a:pt x="29256" y="3903"/>
                        </a:cubicBezTo>
                        <a:cubicBezTo>
                          <a:pt x="23670" y="1686"/>
                          <a:pt x="16976" y="-1594"/>
                          <a:pt x="8864" y="888"/>
                        </a:cubicBezTo>
                        <a:cubicBezTo>
                          <a:pt x="1594" y="3282"/>
                          <a:pt x="-1776" y="9045"/>
                          <a:pt x="929" y="1254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63" name="Forme libre : forme 22962">
                    <a:extLst>
                      <a:ext uri="{FF2B5EF4-FFF2-40B4-BE49-F238E27FC236}">
                        <a16:creationId xmlns:a16="http://schemas.microsoft.com/office/drawing/2014/main" id="{B78E05E6-0846-43E6-86E7-1B994DDB5E34}"/>
                      </a:ext>
                    </a:extLst>
                  </p:cNvPr>
                  <p:cNvSpPr/>
                  <p:nvPr/>
                </p:nvSpPr>
                <p:spPr>
                  <a:xfrm>
                    <a:off x="4903117" y="1250328"/>
                    <a:ext cx="18187" cy="7783"/>
                  </a:xfrm>
                  <a:custGeom>
                    <a:avLst/>
                    <a:gdLst>
                      <a:gd name="connsiteX0" fmla="*/ 1532 w 18187"/>
                      <a:gd name="connsiteY0" fmla="*/ 5434 h 7783"/>
                      <a:gd name="connsiteX1" fmla="*/ 25 w 18187"/>
                      <a:gd name="connsiteY1" fmla="*/ 6942 h 7783"/>
                      <a:gd name="connsiteX2" fmla="*/ 1621 w 18187"/>
                      <a:gd name="connsiteY2" fmla="*/ 7784 h 7783"/>
                      <a:gd name="connsiteX3" fmla="*/ 4946 w 18187"/>
                      <a:gd name="connsiteY3" fmla="*/ 7208 h 7783"/>
                      <a:gd name="connsiteX4" fmla="*/ 13014 w 18187"/>
                      <a:gd name="connsiteY4" fmla="*/ 4947 h 7783"/>
                      <a:gd name="connsiteX5" fmla="*/ 15895 w 18187"/>
                      <a:gd name="connsiteY5" fmla="*/ 3839 h 7783"/>
                      <a:gd name="connsiteX6" fmla="*/ 13634 w 18187"/>
                      <a:gd name="connsiteY6" fmla="*/ 203 h 7783"/>
                      <a:gd name="connsiteX7" fmla="*/ 7162 w 18187"/>
                      <a:gd name="connsiteY7" fmla="*/ 2243 h 7783"/>
                      <a:gd name="connsiteX8" fmla="*/ 1532 w 18187"/>
                      <a:gd name="connsiteY8" fmla="*/ 5434 h 7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187" h="7783">
                        <a:moveTo>
                          <a:pt x="1532" y="5434"/>
                        </a:moveTo>
                        <a:cubicBezTo>
                          <a:pt x="734" y="5967"/>
                          <a:pt x="202" y="6321"/>
                          <a:pt x="25" y="6942"/>
                        </a:cubicBezTo>
                        <a:cubicBezTo>
                          <a:pt x="-152" y="7562"/>
                          <a:pt x="645" y="7784"/>
                          <a:pt x="1621" y="7784"/>
                        </a:cubicBezTo>
                        <a:cubicBezTo>
                          <a:pt x="2596" y="7784"/>
                          <a:pt x="3926" y="7474"/>
                          <a:pt x="4946" y="7208"/>
                        </a:cubicBezTo>
                        <a:cubicBezTo>
                          <a:pt x="7605" y="6410"/>
                          <a:pt x="10487" y="5833"/>
                          <a:pt x="13014" y="4947"/>
                        </a:cubicBezTo>
                        <a:cubicBezTo>
                          <a:pt x="14078" y="4592"/>
                          <a:pt x="15053" y="4326"/>
                          <a:pt x="15895" y="3839"/>
                        </a:cubicBezTo>
                        <a:cubicBezTo>
                          <a:pt x="19353" y="1977"/>
                          <a:pt x="19131" y="-772"/>
                          <a:pt x="13634" y="203"/>
                        </a:cubicBezTo>
                        <a:cubicBezTo>
                          <a:pt x="11507" y="602"/>
                          <a:pt x="9246" y="1356"/>
                          <a:pt x="7162" y="2243"/>
                        </a:cubicBezTo>
                        <a:cubicBezTo>
                          <a:pt x="5034" y="3174"/>
                          <a:pt x="3084" y="4371"/>
                          <a:pt x="1532" y="543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64" name="Forme libre : forme 22963">
                    <a:extLst>
                      <a:ext uri="{FF2B5EF4-FFF2-40B4-BE49-F238E27FC236}">
                        <a16:creationId xmlns:a16="http://schemas.microsoft.com/office/drawing/2014/main" id="{83EF6F41-7C3B-470A-A4D2-D92267BFF56C}"/>
                      </a:ext>
                    </a:extLst>
                  </p:cNvPr>
                  <p:cNvSpPr/>
                  <p:nvPr/>
                </p:nvSpPr>
                <p:spPr>
                  <a:xfrm>
                    <a:off x="4945434" y="1266003"/>
                    <a:ext cx="27706" cy="8999"/>
                  </a:xfrm>
                  <a:custGeom>
                    <a:avLst/>
                    <a:gdLst>
                      <a:gd name="connsiteX0" fmla="*/ 27707 w 27706"/>
                      <a:gd name="connsiteY0" fmla="*/ 0 h 8999"/>
                      <a:gd name="connsiteX1" fmla="*/ 14895 w 27706"/>
                      <a:gd name="connsiteY1" fmla="*/ 5586 h 8999"/>
                      <a:gd name="connsiteX2" fmla="*/ 7049 w 27706"/>
                      <a:gd name="connsiteY2" fmla="*/ 7403 h 8999"/>
                      <a:gd name="connsiteX3" fmla="*/ 0 w 27706"/>
                      <a:gd name="connsiteY3" fmla="*/ 8999 h 8999"/>
                      <a:gd name="connsiteX4" fmla="*/ 27707 w 27706"/>
                      <a:gd name="connsiteY4" fmla="*/ 0 h 8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06" h="8999">
                        <a:moveTo>
                          <a:pt x="27707" y="0"/>
                        </a:moveTo>
                        <a:cubicBezTo>
                          <a:pt x="25047" y="2616"/>
                          <a:pt x="20082" y="4344"/>
                          <a:pt x="14895" y="5586"/>
                        </a:cubicBezTo>
                        <a:cubicBezTo>
                          <a:pt x="12280" y="6295"/>
                          <a:pt x="9575" y="6916"/>
                          <a:pt x="7049" y="7403"/>
                        </a:cubicBezTo>
                        <a:cubicBezTo>
                          <a:pt x="4477" y="7980"/>
                          <a:pt x="2039" y="8556"/>
                          <a:pt x="0" y="8999"/>
                        </a:cubicBezTo>
                        <a:cubicBezTo>
                          <a:pt x="8999" y="6738"/>
                          <a:pt x="19594" y="3059"/>
                          <a:pt x="2770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65" name="Forme libre : forme 22964">
                    <a:extLst>
                      <a:ext uri="{FF2B5EF4-FFF2-40B4-BE49-F238E27FC236}">
                        <a16:creationId xmlns:a16="http://schemas.microsoft.com/office/drawing/2014/main" id="{BA7F2CDB-D179-45B2-ADDE-F2A341BFF636}"/>
                      </a:ext>
                    </a:extLst>
                  </p:cNvPr>
                  <p:cNvSpPr/>
                  <p:nvPr/>
                </p:nvSpPr>
                <p:spPr>
                  <a:xfrm>
                    <a:off x="4882484" y="1243394"/>
                    <a:ext cx="29967" cy="18840"/>
                  </a:xfrm>
                  <a:custGeom>
                    <a:avLst/>
                    <a:gdLst>
                      <a:gd name="connsiteX0" fmla="*/ 29968 w 29967"/>
                      <a:gd name="connsiteY0" fmla="*/ 0 h 18840"/>
                      <a:gd name="connsiteX1" fmla="*/ 0 w 29967"/>
                      <a:gd name="connsiteY1" fmla="*/ 18841 h 18840"/>
                      <a:gd name="connsiteX2" fmla="*/ 29968 w 29967"/>
                      <a:gd name="connsiteY2" fmla="*/ 0 h 188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967" h="18840">
                        <a:moveTo>
                          <a:pt x="29968" y="0"/>
                        </a:moveTo>
                        <a:cubicBezTo>
                          <a:pt x="16403" y="2704"/>
                          <a:pt x="6206" y="11038"/>
                          <a:pt x="0" y="18841"/>
                        </a:cubicBezTo>
                        <a:cubicBezTo>
                          <a:pt x="5408" y="11171"/>
                          <a:pt x="18708" y="3679"/>
                          <a:pt x="2996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66" name="Forme libre : forme 22965">
                    <a:extLst>
                      <a:ext uri="{FF2B5EF4-FFF2-40B4-BE49-F238E27FC236}">
                        <a16:creationId xmlns:a16="http://schemas.microsoft.com/office/drawing/2014/main" id="{37B7C4BB-4808-4EEB-B846-EE09C6AC455F}"/>
                      </a:ext>
                    </a:extLst>
                  </p:cNvPr>
                  <p:cNvSpPr/>
                  <p:nvPr/>
                </p:nvSpPr>
                <p:spPr>
                  <a:xfrm>
                    <a:off x="4931630" y="1254282"/>
                    <a:ext cx="16755" cy="4317"/>
                  </a:xfrm>
                  <a:custGeom>
                    <a:avLst/>
                    <a:gdLst>
                      <a:gd name="connsiteX0" fmla="*/ 16597 w 16755"/>
                      <a:gd name="connsiteY0" fmla="*/ 3520 h 4317"/>
                      <a:gd name="connsiteX1" fmla="*/ 6800 w 16755"/>
                      <a:gd name="connsiteY1" fmla="*/ 3786 h 4317"/>
                      <a:gd name="connsiteX2" fmla="*/ 150 w 16755"/>
                      <a:gd name="connsiteY2" fmla="*/ 1126 h 4317"/>
                      <a:gd name="connsiteX3" fmla="*/ 9504 w 16755"/>
                      <a:gd name="connsiteY3" fmla="*/ 505 h 4317"/>
                      <a:gd name="connsiteX4" fmla="*/ 14247 w 16755"/>
                      <a:gd name="connsiteY4" fmla="*/ 1480 h 4317"/>
                      <a:gd name="connsiteX5" fmla="*/ 16597 w 16755"/>
                      <a:gd name="connsiteY5" fmla="*/ 3520 h 4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755" h="4317">
                        <a:moveTo>
                          <a:pt x="16597" y="3520"/>
                        </a:moveTo>
                        <a:cubicBezTo>
                          <a:pt x="15400" y="4938"/>
                          <a:pt x="8839" y="4096"/>
                          <a:pt x="6800" y="3786"/>
                        </a:cubicBezTo>
                        <a:cubicBezTo>
                          <a:pt x="4805" y="3475"/>
                          <a:pt x="-1003" y="2899"/>
                          <a:pt x="150" y="1126"/>
                        </a:cubicBezTo>
                        <a:cubicBezTo>
                          <a:pt x="1347" y="-648"/>
                          <a:pt x="7598" y="106"/>
                          <a:pt x="9504" y="505"/>
                        </a:cubicBezTo>
                        <a:cubicBezTo>
                          <a:pt x="10479" y="638"/>
                          <a:pt x="12563" y="948"/>
                          <a:pt x="14247" y="1480"/>
                        </a:cubicBezTo>
                        <a:cubicBezTo>
                          <a:pt x="15932" y="2057"/>
                          <a:pt x="17217" y="2766"/>
                          <a:pt x="16597" y="352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67" name="Forme libre : forme 22966">
                    <a:extLst>
                      <a:ext uri="{FF2B5EF4-FFF2-40B4-BE49-F238E27FC236}">
                        <a16:creationId xmlns:a16="http://schemas.microsoft.com/office/drawing/2014/main" id="{EE5F50F4-3A93-4AA5-B433-23B4AFE25E28}"/>
                      </a:ext>
                    </a:extLst>
                  </p:cNvPr>
                  <p:cNvSpPr/>
                  <p:nvPr/>
                </p:nvSpPr>
                <p:spPr>
                  <a:xfrm>
                    <a:off x="4946139" y="1256564"/>
                    <a:ext cx="4706" cy="1633"/>
                  </a:xfrm>
                  <a:custGeom>
                    <a:avLst/>
                    <a:gdLst>
                      <a:gd name="connsiteX0" fmla="*/ 4703 w 4706"/>
                      <a:gd name="connsiteY0" fmla="*/ 1016 h 1633"/>
                      <a:gd name="connsiteX1" fmla="*/ 2486 w 4706"/>
                      <a:gd name="connsiteY1" fmla="*/ 1593 h 1633"/>
                      <a:gd name="connsiteX2" fmla="*/ 4 w 4706"/>
                      <a:gd name="connsiteY2" fmla="*/ 617 h 1633"/>
                      <a:gd name="connsiteX3" fmla="*/ 2176 w 4706"/>
                      <a:gd name="connsiteY3" fmla="*/ 41 h 1633"/>
                      <a:gd name="connsiteX4" fmla="*/ 4703 w 4706"/>
                      <a:gd name="connsiteY4" fmla="*/ 1016 h 1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06" h="1633">
                        <a:moveTo>
                          <a:pt x="4703" y="1016"/>
                        </a:moveTo>
                        <a:cubicBezTo>
                          <a:pt x="4792" y="1681"/>
                          <a:pt x="3240" y="1681"/>
                          <a:pt x="2486" y="1593"/>
                        </a:cubicBezTo>
                        <a:cubicBezTo>
                          <a:pt x="1688" y="1504"/>
                          <a:pt x="93" y="1282"/>
                          <a:pt x="4" y="617"/>
                        </a:cubicBezTo>
                        <a:cubicBezTo>
                          <a:pt x="-85" y="-48"/>
                          <a:pt x="1378" y="-48"/>
                          <a:pt x="2176" y="41"/>
                        </a:cubicBezTo>
                        <a:cubicBezTo>
                          <a:pt x="2974" y="130"/>
                          <a:pt x="4614" y="396"/>
                          <a:pt x="4703" y="10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68" name="Forme libre : forme 22967">
                    <a:extLst>
                      <a:ext uri="{FF2B5EF4-FFF2-40B4-BE49-F238E27FC236}">
                        <a16:creationId xmlns:a16="http://schemas.microsoft.com/office/drawing/2014/main" id="{830697C7-D210-4089-8C62-9342BC74CAF4}"/>
                      </a:ext>
                    </a:extLst>
                  </p:cNvPr>
                  <p:cNvSpPr/>
                  <p:nvPr/>
                </p:nvSpPr>
                <p:spPr>
                  <a:xfrm>
                    <a:off x="4931094" y="1243345"/>
                    <a:ext cx="41101" cy="20120"/>
                  </a:xfrm>
                  <a:custGeom>
                    <a:avLst/>
                    <a:gdLst>
                      <a:gd name="connsiteX0" fmla="*/ 32338 w 41101"/>
                      <a:gd name="connsiteY0" fmla="*/ 9226 h 20120"/>
                      <a:gd name="connsiteX1" fmla="*/ 40982 w 41101"/>
                      <a:gd name="connsiteY1" fmla="*/ 18092 h 20120"/>
                      <a:gd name="connsiteX2" fmla="*/ 37569 w 41101"/>
                      <a:gd name="connsiteY2" fmla="*/ 20042 h 20120"/>
                      <a:gd name="connsiteX3" fmla="*/ 33092 w 41101"/>
                      <a:gd name="connsiteY3" fmla="*/ 17516 h 20120"/>
                      <a:gd name="connsiteX4" fmla="*/ 26708 w 41101"/>
                      <a:gd name="connsiteY4" fmla="*/ 13127 h 20120"/>
                      <a:gd name="connsiteX5" fmla="*/ 19216 w 41101"/>
                      <a:gd name="connsiteY5" fmla="*/ 9491 h 20120"/>
                      <a:gd name="connsiteX6" fmla="*/ 14473 w 41101"/>
                      <a:gd name="connsiteY6" fmla="*/ 8029 h 20120"/>
                      <a:gd name="connsiteX7" fmla="*/ 7424 w 41101"/>
                      <a:gd name="connsiteY7" fmla="*/ 6344 h 20120"/>
                      <a:gd name="connsiteX8" fmla="*/ 375 w 41101"/>
                      <a:gd name="connsiteY8" fmla="*/ 2088 h 20120"/>
                      <a:gd name="connsiteX9" fmla="*/ 22984 w 41101"/>
                      <a:gd name="connsiteY9" fmla="*/ 2709 h 20120"/>
                      <a:gd name="connsiteX10" fmla="*/ 32338 w 41101"/>
                      <a:gd name="connsiteY10" fmla="*/ 9226 h 20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1101" h="20120">
                        <a:moveTo>
                          <a:pt x="32338" y="9226"/>
                        </a:moveTo>
                        <a:cubicBezTo>
                          <a:pt x="36416" y="12284"/>
                          <a:pt x="39298" y="14368"/>
                          <a:pt x="40982" y="18092"/>
                        </a:cubicBezTo>
                        <a:cubicBezTo>
                          <a:pt x="41603" y="19510"/>
                          <a:pt x="39697" y="20397"/>
                          <a:pt x="37569" y="20042"/>
                        </a:cubicBezTo>
                        <a:cubicBezTo>
                          <a:pt x="35485" y="19688"/>
                          <a:pt x="34333" y="18579"/>
                          <a:pt x="33092" y="17516"/>
                        </a:cubicBezTo>
                        <a:cubicBezTo>
                          <a:pt x="31185" y="15787"/>
                          <a:pt x="29013" y="14457"/>
                          <a:pt x="26708" y="13127"/>
                        </a:cubicBezTo>
                        <a:cubicBezTo>
                          <a:pt x="24403" y="11752"/>
                          <a:pt x="21920" y="10556"/>
                          <a:pt x="19216" y="9491"/>
                        </a:cubicBezTo>
                        <a:cubicBezTo>
                          <a:pt x="18374" y="9137"/>
                          <a:pt x="16600" y="8605"/>
                          <a:pt x="14473" y="8029"/>
                        </a:cubicBezTo>
                        <a:cubicBezTo>
                          <a:pt x="12300" y="7541"/>
                          <a:pt x="9773" y="6965"/>
                          <a:pt x="7424" y="6344"/>
                        </a:cubicBezTo>
                        <a:cubicBezTo>
                          <a:pt x="2725" y="5192"/>
                          <a:pt x="-1265" y="3994"/>
                          <a:pt x="375" y="2088"/>
                        </a:cubicBezTo>
                        <a:cubicBezTo>
                          <a:pt x="3700" y="-1857"/>
                          <a:pt x="18418" y="625"/>
                          <a:pt x="22984" y="2709"/>
                        </a:cubicBezTo>
                        <a:cubicBezTo>
                          <a:pt x="27727" y="4704"/>
                          <a:pt x="29235" y="7142"/>
                          <a:pt x="32338" y="922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72" name="Graphique 2">
                  <a:extLst>
                    <a:ext uri="{FF2B5EF4-FFF2-40B4-BE49-F238E27FC236}">
                      <a16:creationId xmlns:a16="http://schemas.microsoft.com/office/drawing/2014/main" id="{125E97A0-D65A-4DF0-A302-92083065FD36}"/>
                    </a:ext>
                  </a:extLst>
                </p:cNvPr>
                <p:cNvGrpSpPr/>
                <p:nvPr/>
              </p:nvGrpSpPr>
              <p:grpSpPr>
                <a:xfrm>
                  <a:off x="4976175" y="1256369"/>
                  <a:ext cx="84832" cy="58816"/>
                  <a:chOff x="4976175" y="1256369"/>
                  <a:chExt cx="84832" cy="58816"/>
                </a:xfrm>
                <a:solidFill>
                  <a:schemeClr val="accent1"/>
                </a:solidFill>
              </p:grpSpPr>
              <p:sp>
                <p:nvSpPr>
                  <p:cNvPr id="22945" name="Forme libre : forme 22944">
                    <a:extLst>
                      <a:ext uri="{FF2B5EF4-FFF2-40B4-BE49-F238E27FC236}">
                        <a16:creationId xmlns:a16="http://schemas.microsoft.com/office/drawing/2014/main" id="{9EFAA9CB-1228-42F4-9783-6DB832CFDBCC}"/>
                      </a:ext>
                    </a:extLst>
                  </p:cNvPr>
                  <p:cNvSpPr/>
                  <p:nvPr/>
                </p:nvSpPr>
                <p:spPr>
                  <a:xfrm>
                    <a:off x="4976233" y="1256369"/>
                    <a:ext cx="84774" cy="58816"/>
                  </a:xfrm>
                  <a:custGeom>
                    <a:avLst/>
                    <a:gdLst>
                      <a:gd name="connsiteX0" fmla="*/ 48420 w 84774"/>
                      <a:gd name="connsiteY0" fmla="*/ 51217 h 58816"/>
                      <a:gd name="connsiteX1" fmla="*/ 35387 w 84774"/>
                      <a:gd name="connsiteY1" fmla="*/ 43281 h 58816"/>
                      <a:gd name="connsiteX2" fmla="*/ 22265 w 84774"/>
                      <a:gd name="connsiteY2" fmla="*/ 35612 h 58816"/>
                      <a:gd name="connsiteX3" fmla="*/ 720 w 84774"/>
                      <a:gd name="connsiteY3" fmla="*/ 12294 h 58816"/>
                      <a:gd name="connsiteX4" fmla="*/ 4133 w 84774"/>
                      <a:gd name="connsiteY4" fmla="*/ 2852 h 58816"/>
                      <a:gd name="connsiteX5" fmla="*/ 39199 w 84774"/>
                      <a:gd name="connsiteY5" fmla="*/ 4802 h 58816"/>
                      <a:gd name="connsiteX6" fmla="*/ 66950 w 84774"/>
                      <a:gd name="connsiteY6" fmla="*/ 21382 h 58816"/>
                      <a:gd name="connsiteX7" fmla="*/ 84638 w 84774"/>
                      <a:gd name="connsiteY7" fmla="*/ 49798 h 58816"/>
                      <a:gd name="connsiteX8" fmla="*/ 79762 w 84774"/>
                      <a:gd name="connsiteY8" fmla="*/ 58310 h 58816"/>
                      <a:gd name="connsiteX9" fmla="*/ 48420 w 84774"/>
                      <a:gd name="connsiteY9" fmla="*/ 51217 h 58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4774" h="58816">
                        <a:moveTo>
                          <a:pt x="48420" y="51217"/>
                        </a:moveTo>
                        <a:cubicBezTo>
                          <a:pt x="45228" y="49355"/>
                          <a:pt x="40307" y="46296"/>
                          <a:pt x="35387" y="43281"/>
                        </a:cubicBezTo>
                        <a:cubicBezTo>
                          <a:pt x="30466" y="40400"/>
                          <a:pt x="25501" y="37474"/>
                          <a:pt x="22265" y="35612"/>
                        </a:cubicBezTo>
                        <a:cubicBezTo>
                          <a:pt x="10340" y="28652"/>
                          <a:pt x="5774" y="21914"/>
                          <a:pt x="720" y="12294"/>
                        </a:cubicBezTo>
                        <a:cubicBezTo>
                          <a:pt x="-1053" y="9102"/>
                          <a:pt x="587" y="4270"/>
                          <a:pt x="4133" y="2852"/>
                        </a:cubicBezTo>
                        <a:cubicBezTo>
                          <a:pt x="14241" y="-1005"/>
                          <a:pt x="25235" y="-1493"/>
                          <a:pt x="39199" y="4802"/>
                        </a:cubicBezTo>
                        <a:cubicBezTo>
                          <a:pt x="46691" y="8127"/>
                          <a:pt x="60478" y="16506"/>
                          <a:pt x="66950" y="21382"/>
                        </a:cubicBezTo>
                        <a:cubicBezTo>
                          <a:pt x="79230" y="30425"/>
                          <a:pt x="82555" y="39425"/>
                          <a:pt x="84638" y="49798"/>
                        </a:cubicBezTo>
                        <a:cubicBezTo>
                          <a:pt x="85348" y="53389"/>
                          <a:pt x="83220" y="57822"/>
                          <a:pt x="79762" y="58310"/>
                        </a:cubicBezTo>
                        <a:cubicBezTo>
                          <a:pt x="69699" y="59773"/>
                          <a:pt x="60256" y="58265"/>
                          <a:pt x="48420" y="5121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46" name="Forme libre : forme 22945">
                    <a:extLst>
                      <a:ext uri="{FF2B5EF4-FFF2-40B4-BE49-F238E27FC236}">
                        <a16:creationId xmlns:a16="http://schemas.microsoft.com/office/drawing/2014/main" id="{1281DEE5-4BA0-48BE-9242-02D1E5A429C8}"/>
                      </a:ext>
                    </a:extLst>
                  </p:cNvPr>
                  <p:cNvSpPr/>
                  <p:nvPr/>
                </p:nvSpPr>
                <p:spPr>
                  <a:xfrm>
                    <a:off x="4976175" y="1264186"/>
                    <a:ext cx="79864" cy="50894"/>
                  </a:xfrm>
                  <a:custGeom>
                    <a:avLst/>
                    <a:gdLst>
                      <a:gd name="connsiteX0" fmla="*/ 32386 w 79864"/>
                      <a:gd name="connsiteY0" fmla="*/ 18929 h 50894"/>
                      <a:gd name="connsiteX1" fmla="*/ 15008 w 79864"/>
                      <a:gd name="connsiteY1" fmla="*/ 10240 h 50894"/>
                      <a:gd name="connsiteX2" fmla="*/ 158 w 79864"/>
                      <a:gd name="connsiteY2" fmla="*/ 0 h 50894"/>
                      <a:gd name="connsiteX3" fmla="*/ 690 w 79864"/>
                      <a:gd name="connsiteY3" fmla="*/ 4389 h 50894"/>
                      <a:gd name="connsiteX4" fmla="*/ 3305 w 79864"/>
                      <a:gd name="connsiteY4" fmla="*/ 9132 h 50894"/>
                      <a:gd name="connsiteX5" fmla="*/ 12703 w 79864"/>
                      <a:gd name="connsiteY5" fmla="*/ 20880 h 50894"/>
                      <a:gd name="connsiteX6" fmla="*/ 22279 w 79864"/>
                      <a:gd name="connsiteY6" fmla="*/ 27751 h 50894"/>
                      <a:gd name="connsiteX7" fmla="*/ 26446 w 79864"/>
                      <a:gd name="connsiteY7" fmla="*/ 30189 h 50894"/>
                      <a:gd name="connsiteX8" fmla="*/ 46484 w 79864"/>
                      <a:gd name="connsiteY8" fmla="*/ 42159 h 50894"/>
                      <a:gd name="connsiteX9" fmla="*/ 48434 w 79864"/>
                      <a:gd name="connsiteY9" fmla="*/ 43311 h 50894"/>
                      <a:gd name="connsiteX10" fmla="*/ 60270 w 79864"/>
                      <a:gd name="connsiteY10" fmla="*/ 48808 h 50894"/>
                      <a:gd name="connsiteX11" fmla="*/ 74988 w 79864"/>
                      <a:gd name="connsiteY11" fmla="*/ 50892 h 50894"/>
                      <a:gd name="connsiteX12" fmla="*/ 79687 w 79864"/>
                      <a:gd name="connsiteY12" fmla="*/ 50449 h 50894"/>
                      <a:gd name="connsiteX13" fmla="*/ 79865 w 79864"/>
                      <a:gd name="connsiteY13" fmla="*/ 50404 h 50894"/>
                      <a:gd name="connsiteX14" fmla="*/ 32386 w 79864"/>
                      <a:gd name="connsiteY14" fmla="*/ 18929 h 50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9864" h="50894">
                        <a:moveTo>
                          <a:pt x="32386" y="18929"/>
                        </a:moveTo>
                        <a:cubicBezTo>
                          <a:pt x="26579" y="16092"/>
                          <a:pt x="20550" y="13388"/>
                          <a:pt x="15008" y="10240"/>
                        </a:cubicBezTo>
                        <a:cubicBezTo>
                          <a:pt x="9467" y="7226"/>
                          <a:pt x="4325" y="3945"/>
                          <a:pt x="158" y="0"/>
                        </a:cubicBezTo>
                        <a:cubicBezTo>
                          <a:pt x="-153" y="1507"/>
                          <a:pt x="-20" y="3103"/>
                          <a:pt x="690" y="4389"/>
                        </a:cubicBezTo>
                        <a:cubicBezTo>
                          <a:pt x="1576" y="6029"/>
                          <a:pt x="2419" y="7625"/>
                          <a:pt x="3305" y="9132"/>
                        </a:cubicBezTo>
                        <a:cubicBezTo>
                          <a:pt x="5921" y="13388"/>
                          <a:pt x="8714" y="17289"/>
                          <a:pt x="12703" y="20880"/>
                        </a:cubicBezTo>
                        <a:cubicBezTo>
                          <a:pt x="15319" y="23185"/>
                          <a:pt x="18378" y="25446"/>
                          <a:pt x="22279" y="27751"/>
                        </a:cubicBezTo>
                        <a:cubicBezTo>
                          <a:pt x="23476" y="28460"/>
                          <a:pt x="24894" y="29303"/>
                          <a:pt x="26446" y="30189"/>
                        </a:cubicBezTo>
                        <a:cubicBezTo>
                          <a:pt x="32608" y="33691"/>
                          <a:pt x="41075" y="38790"/>
                          <a:pt x="46484" y="42159"/>
                        </a:cubicBezTo>
                        <a:cubicBezTo>
                          <a:pt x="47193" y="42558"/>
                          <a:pt x="47858" y="42957"/>
                          <a:pt x="48434" y="43311"/>
                        </a:cubicBezTo>
                        <a:cubicBezTo>
                          <a:pt x="52646" y="45794"/>
                          <a:pt x="56547" y="47567"/>
                          <a:pt x="60270" y="48808"/>
                        </a:cubicBezTo>
                        <a:cubicBezTo>
                          <a:pt x="65369" y="50449"/>
                          <a:pt x="70201" y="50936"/>
                          <a:pt x="74988" y="50892"/>
                        </a:cubicBezTo>
                        <a:cubicBezTo>
                          <a:pt x="76540" y="50848"/>
                          <a:pt x="78136" y="50670"/>
                          <a:pt x="79687" y="50449"/>
                        </a:cubicBezTo>
                        <a:lnTo>
                          <a:pt x="79865" y="50404"/>
                        </a:lnTo>
                        <a:cubicBezTo>
                          <a:pt x="65102" y="38523"/>
                          <a:pt x="49143" y="26820"/>
                          <a:pt x="32386" y="1892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47" name="Forme libre : forme 22946">
                    <a:extLst>
                      <a:ext uri="{FF2B5EF4-FFF2-40B4-BE49-F238E27FC236}">
                        <a16:creationId xmlns:a16="http://schemas.microsoft.com/office/drawing/2014/main" id="{5462794F-DF13-4647-B0D4-3D9548FC2FCA}"/>
                      </a:ext>
                    </a:extLst>
                  </p:cNvPr>
                  <p:cNvSpPr/>
                  <p:nvPr/>
                </p:nvSpPr>
                <p:spPr>
                  <a:xfrm>
                    <a:off x="5006911" y="1275625"/>
                    <a:ext cx="38128" cy="26588"/>
                  </a:xfrm>
                  <a:custGeom>
                    <a:avLst/>
                    <a:gdLst>
                      <a:gd name="connsiteX0" fmla="*/ 37780 w 38128"/>
                      <a:gd name="connsiteY0" fmla="*/ 25666 h 26588"/>
                      <a:gd name="connsiteX1" fmla="*/ 15481 w 38128"/>
                      <a:gd name="connsiteY1" fmla="*/ 17509 h 26588"/>
                      <a:gd name="connsiteX2" fmla="*/ 231 w 38128"/>
                      <a:gd name="connsiteY2" fmla="*/ 1505 h 26588"/>
                      <a:gd name="connsiteX3" fmla="*/ 9984 w 38128"/>
                      <a:gd name="connsiteY3" fmla="*/ 1505 h 26588"/>
                      <a:gd name="connsiteX4" fmla="*/ 21510 w 38128"/>
                      <a:gd name="connsiteY4" fmla="*/ 7667 h 26588"/>
                      <a:gd name="connsiteX5" fmla="*/ 37780 w 38128"/>
                      <a:gd name="connsiteY5" fmla="*/ 25666 h 26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128" h="26588">
                        <a:moveTo>
                          <a:pt x="37780" y="25666"/>
                        </a:moveTo>
                        <a:cubicBezTo>
                          <a:pt x="35164" y="29478"/>
                          <a:pt x="20446" y="20434"/>
                          <a:pt x="15481" y="17509"/>
                        </a:cubicBezTo>
                        <a:cubicBezTo>
                          <a:pt x="10694" y="14228"/>
                          <a:pt x="-1852" y="6116"/>
                          <a:pt x="231" y="1505"/>
                        </a:cubicBezTo>
                        <a:cubicBezTo>
                          <a:pt x="1340" y="-800"/>
                          <a:pt x="5462" y="-179"/>
                          <a:pt x="9984" y="1505"/>
                        </a:cubicBezTo>
                        <a:cubicBezTo>
                          <a:pt x="14462" y="3234"/>
                          <a:pt x="19161" y="6027"/>
                          <a:pt x="21510" y="7667"/>
                        </a:cubicBezTo>
                        <a:cubicBezTo>
                          <a:pt x="26298" y="10726"/>
                          <a:pt x="40528" y="21676"/>
                          <a:pt x="37780" y="2566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48" name="Forme libre : forme 22947">
                    <a:extLst>
                      <a:ext uri="{FF2B5EF4-FFF2-40B4-BE49-F238E27FC236}">
                        <a16:creationId xmlns:a16="http://schemas.microsoft.com/office/drawing/2014/main" id="{F4599B1E-DAD8-4462-96F2-D7800541D17D}"/>
                      </a:ext>
                    </a:extLst>
                  </p:cNvPr>
                  <p:cNvSpPr/>
                  <p:nvPr/>
                </p:nvSpPr>
                <p:spPr>
                  <a:xfrm>
                    <a:off x="5006877" y="1275565"/>
                    <a:ext cx="23937" cy="22134"/>
                  </a:xfrm>
                  <a:custGeom>
                    <a:avLst/>
                    <a:gdLst>
                      <a:gd name="connsiteX0" fmla="*/ 10771 w 23937"/>
                      <a:gd name="connsiteY0" fmla="*/ 2053 h 22134"/>
                      <a:gd name="connsiteX1" fmla="*/ 43 w 23937"/>
                      <a:gd name="connsiteY1" fmla="*/ 1476 h 22134"/>
                      <a:gd name="connsiteX2" fmla="*/ 15692 w 23937"/>
                      <a:gd name="connsiteY2" fmla="*/ 17701 h 22134"/>
                      <a:gd name="connsiteX3" fmla="*/ 23938 w 23937"/>
                      <a:gd name="connsiteY3" fmla="*/ 22135 h 22134"/>
                      <a:gd name="connsiteX4" fmla="*/ 19948 w 23937"/>
                      <a:gd name="connsiteY4" fmla="*/ 19120 h 22134"/>
                      <a:gd name="connsiteX5" fmla="*/ 10771 w 23937"/>
                      <a:gd name="connsiteY5" fmla="*/ 2053 h 22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937" h="22134">
                        <a:moveTo>
                          <a:pt x="10771" y="2053"/>
                        </a:moveTo>
                        <a:cubicBezTo>
                          <a:pt x="7846" y="1388"/>
                          <a:pt x="575" y="-1848"/>
                          <a:pt x="43" y="1476"/>
                        </a:cubicBezTo>
                        <a:cubicBezTo>
                          <a:pt x="-755" y="6796"/>
                          <a:pt x="9663" y="13623"/>
                          <a:pt x="15692" y="17701"/>
                        </a:cubicBezTo>
                        <a:cubicBezTo>
                          <a:pt x="17510" y="18810"/>
                          <a:pt x="21677" y="21204"/>
                          <a:pt x="23938" y="22135"/>
                        </a:cubicBezTo>
                        <a:cubicBezTo>
                          <a:pt x="22785" y="21337"/>
                          <a:pt x="20879" y="20051"/>
                          <a:pt x="19948" y="19120"/>
                        </a:cubicBezTo>
                        <a:cubicBezTo>
                          <a:pt x="14717" y="13712"/>
                          <a:pt x="8422" y="7151"/>
                          <a:pt x="10771" y="205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49" name="Forme libre : forme 22948">
                    <a:extLst>
                      <a:ext uri="{FF2B5EF4-FFF2-40B4-BE49-F238E27FC236}">
                        <a16:creationId xmlns:a16="http://schemas.microsoft.com/office/drawing/2014/main" id="{918058C8-3374-431A-AF09-4970C01BE4E7}"/>
                      </a:ext>
                    </a:extLst>
                  </p:cNvPr>
                  <p:cNvSpPr/>
                  <p:nvPr/>
                </p:nvSpPr>
                <p:spPr>
                  <a:xfrm>
                    <a:off x="5008402" y="1277829"/>
                    <a:ext cx="38199" cy="26437"/>
                  </a:xfrm>
                  <a:custGeom>
                    <a:avLst/>
                    <a:gdLst>
                      <a:gd name="connsiteX0" fmla="*/ 37574 w 38199"/>
                      <a:gd name="connsiteY0" fmla="*/ 25812 h 26437"/>
                      <a:gd name="connsiteX1" fmla="*/ 15010 w 38199"/>
                      <a:gd name="connsiteY1" fmla="*/ 17566 h 26437"/>
                      <a:gd name="connsiteX2" fmla="*/ 203 w 38199"/>
                      <a:gd name="connsiteY2" fmla="*/ 1563 h 26437"/>
                      <a:gd name="connsiteX3" fmla="*/ 9868 w 38199"/>
                      <a:gd name="connsiteY3" fmla="*/ 1651 h 26437"/>
                      <a:gd name="connsiteX4" fmla="*/ 21261 w 38199"/>
                      <a:gd name="connsiteY4" fmla="*/ 7813 h 26437"/>
                      <a:gd name="connsiteX5" fmla="*/ 32609 w 38199"/>
                      <a:gd name="connsiteY5" fmla="*/ 16679 h 26437"/>
                      <a:gd name="connsiteX6" fmla="*/ 37574 w 38199"/>
                      <a:gd name="connsiteY6" fmla="*/ 25812 h 26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199" h="26437">
                        <a:moveTo>
                          <a:pt x="37574" y="25812"/>
                        </a:moveTo>
                        <a:cubicBezTo>
                          <a:pt x="33673" y="28737"/>
                          <a:pt x="20374" y="20625"/>
                          <a:pt x="15010" y="17566"/>
                        </a:cubicBezTo>
                        <a:cubicBezTo>
                          <a:pt x="9735" y="14286"/>
                          <a:pt x="-1659" y="6395"/>
                          <a:pt x="203" y="1563"/>
                        </a:cubicBezTo>
                        <a:cubicBezTo>
                          <a:pt x="1134" y="-831"/>
                          <a:pt x="5434" y="-211"/>
                          <a:pt x="9868" y="1651"/>
                        </a:cubicBezTo>
                        <a:cubicBezTo>
                          <a:pt x="14389" y="3424"/>
                          <a:pt x="19044" y="6395"/>
                          <a:pt x="21261" y="7813"/>
                        </a:cubicBezTo>
                        <a:cubicBezTo>
                          <a:pt x="23433" y="9276"/>
                          <a:pt x="28620" y="12867"/>
                          <a:pt x="32609" y="16679"/>
                        </a:cubicBezTo>
                        <a:cubicBezTo>
                          <a:pt x="36643" y="20492"/>
                          <a:pt x="39525" y="24349"/>
                          <a:pt x="37574" y="2581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50" name="Forme libre : forme 22949">
                    <a:extLst>
                      <a:ext uri="{FF2B5EF4-FFF2-40B4-BE49-F238E27FC236}">
                        <a16:creationId xmlns:a16="http://schemas.microsoft.com/office/drawing/2014/main" id="{E19B6FA6-9DC0-43D5-A38C-C3EFF996B268}"/>
                      </a:ext>
                    </a:extLst>
                  </p:cNvPr>
                  <p:cNvSpPr/>
                  <p:nvPr/>
                </p:nvSpPr>
                <p:spPr>
                  <a:xfrm>
                    <a:off x="4988165" y="1263322"/>
                    <a:ext cx="44869" cy="39065"/>
                  </a:xfrm>
                  <a:custGeom>
                    <a:avLst/>
                    <a:gdLst>
                      <a:gd name="connsiteX0" fmla="*/ 4 w 44869"/>
                      <a:gd name="connsiteY0" fmla="*/ 5607 h 39065"/>
                      <a:gd name="connsiteX1" fmla="*/ 3018 w 44869"/>
                      <a:gd name="connsiteY1" fmla="*/ 12921 h 39065"/>
                      <a:gd name="connsiteX2" fmla="*/ 17027 w 44869"/>
                      <a:gd name="connsiteY2" fmla="*/ 28349 h 39065"/>
                      <a:gd name="connsiteX3" fmla="*/ 35114 w 44869"/>
                      <a:gd name="connsiteY3" fmla="*/ 38057 h 39065"/>
                      <a:gd name="connsiteX4" fmla="*/ 44822 w 44869"/>
                      <a:gd name="connsiteY4" fmla="*/ 36860 h 39065"/>
                      <a:gd name="connsiteX5" fmla="*/ 40655 w 44869"/>
                      <a:gd name="connsiteY5" fmla="*/ 30831 h 39065"/>
                      <a:gd name="connsiteX6" fmla="*/ 27976 w 44869"/>
                      <a:gd name="connsiteY6" fmla="*/ 15315 h 39065"/>
                      <a:gd name="connsiteX7" fmla="*/ 13303 w 44869"/>
                      <a:gd name="connsiteY7" fmla="*/ 996 h 39065"/>
                      <a:gd name="connsiteX8" fmla="*/ 4 w 44869"/>
                      <a:gd name="connsiteY8" fmla="*/ 5607 h 39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869" h="39065">
                        <a:moveTo>
                          <a:pt x="4" y="5607"/>
                        </a:moveTo>
                        <a:cubicBezTo>
                          <a:pt x="48" y="8754"/>
                          <a:pt x="713" y="9996"/>
                          <a:pt x="3018" y="12921"/>
                        </a:cubicBezTo>
                        <a:cubicBezTo>
                          <a:pt x="7230" y="18684"/>
                          <a:pt x="10466" y="23251"/>
                          <a:pt x="17027" y="28349"/>
                        </a:cubicBezTo>
                        <a:cubicBezTo>
                          <a:pt x="22524" y="32560"/>
                          <a:pt x="29306" y="36239"/>
                          <a:pt x="35114" y="38057"/>
                        </a:cubicBezTo>
                        <a:cubicBezTo>
                          <a:pt x="39458" y="39343"/>
                          <a:pt x="44157" y="39830"/>
                          <a:pt x="44822" y="36860"/>
                        </a:cubicBezTo>
                        <a:cubicBezTo>
                          <a:pt x="45266" y="34998"/>
                          <a:pt x="42517" y="32959"/>
                          <a:pt x="40655" y="30831"/>
                        </a:cubicBezTo>
                        <a:cubicBezTo>
                          <a:pt x="36355" y="25689"/>
                          <a:pt x="31878" y="21256"/>
                          <a:pt x="27976" y="15315"/>
                        </a:cubicBezTo>
                        <a:cubicBezTo>
                          <a:pt x="24652" y="10350"/>
                          <a:pt x="21327" y="3745"/>
                          <a:pt x="13303" y="996"/>
                        </a:cubicBezTo>
                        <a:cubicBezTo>
                          <a:pt x="6121" y="-1619"/>
                          <a:pt x="-174" y="1262"/>
                          <a:pt x="4" y="560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51" name="Forme libre : forme 22950">
                    <a:extLst>
                      <a:ext uri="{FF2B5EF4-FFF2-40B4-BE49-F238E27FC236}">
                        <a16:creationId xmlns:a16="http://schemas.microsoft.com/office/drawing/2014/main" id="{BB5FD576-4C51-4225-856F-0D82720CB667}"/>
                      </a:ext>
                    </a:extLst>
                  </p:cNvPr>
                  <p:cNvSpPr/>
                  <p:nvPr/>
                </p:nvSpPr>
                <p:spPr>
                  <a:xfrm>
                    <a:off x="5000076" y="1268067"/>
                    <a:ext cx="18330" cy="7237"/>
                  </a:xfrm>
                  <a:custGeom>
                    <a:avLst/>
                    <a:gdLst>
                      <a:gd name="connsiteX0" fmla="*/ 2323 w 18330"/>
                      <a:gd name="connsiteY0" fmla="*/ 19 h 7237"/>
                      <a:gd name="connsiteX1" fmla="*/ 195 w 18330"/>
                      <a:gd name="connsiteY1" fmla="*/ 374 h 7237"/>
                      <a:gd name="connsiteX2" fmla="*/ 993 w 18330"/>
                      <a:gd name="connsiteY2" fmla="*/ 1970 h 7237"/>
                      <a:gd name="connsiteX3" fmla="*/ 4007 w 18330"/>
                      <a:gd name="connsiteY3" fmla="*/ 3477 h 7237"/>
                      <a:gd name="connsiteX4" fmla="*/ 11854 w 18330"/>
                      <a:gd name="connsiteY4" fmla="*/ 6403 h 7237"/>
                      <a:gd name="connsiteX5" fmla="*/ 14824 w 18330"/>
                      <a:gd name="connsiteY5" fmla="*/ 7201 h 7237"/>
                      <a:gd name="connsiteX6" fmla="*/ 15134 w 18330"/>
                      <a:gd name="connsiteY6" fmla="*/ 2901 h 7237"/>
                      <a:gd name="connsiteX7" fmla="*/ 2323 w 18330"/>
                      <a:gd name="connsiteY7" fmla="*/ 19 h 7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330" h="7237">
                        <a:moveTo>
                          <a:pt x="2323" y="19"/>
                        </a:moveTo>
                        <a:cubicBezTo>
                          <a:pt x="1392" y="-25"/>
                          <a:pt x="727" y="-25"/>
                          <a:pt x="195" y="374"/>
                        </a:cubicBezTo>
                        <a:cubicBezTo>
                          <a:pt x="-293" y="773"/>
                          <a:pt x="195" y="1394"/>
                          <a:pt x="993" y="1970"/>
                        </a:cubicBezTo>
                        <a:cubicBezTo>
                          <a:pt x="1791" y="2502"/>
                          <a:pt x="3032" y="3123"/>
                          <a:pt x="4007" y="3477"/>
                        </a:cubicBezTo>
                        <a:cubicBezTo>
                          <a:pt x="6579" y="4497"/>
                          <a:pt x="9327" y="5516"/>
                          <a:pt x="11854" y="6403"/>
                        </a:cubicBezTo>
                        <a:cubicBezTo>
                          <a:pt x="12918" y="6758"/>
                          <a:pt x="13849" y="7112"/>
                          <a:pt x="14824" y="7201"/>
                        </a:cubicBezTo>
                        <a:cubicBezTo>
                          <a:pt x="18770" y="7556"/>
                          <a:pt x="20055" y="5295"/>
                          <a:pt x="15134" y="2901"/>
                        </a:cubicBezTo>
                        <a:cubicBezTo>
                          <a:pt x="11322" y="995"/>
                          <a:pt x="6091" y="241"/>
                          <a:pt x="2323" y="1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52" name="Forme libre : forme 22951">
                    <a:extLst>
                      <a:ext uri="{FF2B5EF4-FFF2-40B4-BE49-F238E27FC236}">
                        <a16:creationId xmlns:a16="http://schemas.microsoft.com/office/drawing/2014/main" id="{7975C9BD-5499-4B2B-A99E-326BA7E92F7C}"/>
                      </a:ext>
                    </a:extLst>
                  </p:cNvPr>
                  <p:cNvSpPr/>
                  <p:nvPr/>
                </p:nvSpPr>
                <p:spPr>
                  <a:xfrm>
                    <a:off x="5025983" y="1307541"/>
                    <a:ext cx="29746" cy="6113"/>
                  </a:xfrm>
                  <a:custGeom>
                    <a:avLst/>
                    <a:gdLst>
                      <a:gd name="connsiteX0" fmla="*/ 29746 w 29746"/>
                      <a:gd name="connsiteY0" fmla="*/ 5364 h 6113"/>
                      <a:gd name="connsiteX1" fmla="*/ 0 w 29746"/>
                      <a:gd name="connsiteY1" fmla="*/ 0 h 6113"/>
                      <a:gd name="connsiteX2" fmla="*/ 29746 w 29746"/>
                      <a:gd name="connsiteY2" fmla="*/ 5364 h 6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746" h="6113">
                        <a:moveTo>
                          <a:pt x="29746" y="5364"/>
                        </a:moveTo>
                        <a:cubicBezTo>
                          <a:pt x="22609" y="8068"/>
                          <a:pt x="8645" y="2793"/>
                          <a:pt x="0" y="0"/>
                        </a:cubicBezTo>
                        <a:cubicBezTo>
                          <a:pt x="9398" y="3147"/>
                          <a:pt x="21057" y="4876"/>
                          <a:pt x="29746" y="53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53" name="Forme libre : forme 22952">
                    <a:extLst>
                      <a:ext uri="{FF2B5EF4-FFF2-40B4-BE49-F238E27FC236}">
                        <a16:creationId xmlns:a16="http://schemas.microsoft.com/office/drawing/2014/main" id="{2B9BA339-CE08-408C-A861-BCB7EBCA1C3F}"/>
                      </a:ext>
                    </a:extLst>
                  </p:cNvPr>
                  <p:cNvSpPr/>
                  <p:nvPr/>
                </p:nvSpPr>
                <p:spPr>
                  <a:xfrm>
                    <a:off x="4980633" y="1258253"/>
                    <a:ext cx="35243" cy="4424"/>
                  </a:xfrm>
                  <a:custGeom>
                    <a:avLst/>
                    <a:gdLst>
                      <a:gd name="connsiteX0" fmla="*/ 35243 w 35243"/>
                      <a:gd name="connsiteY0" fmla="*/ 4425 h 4424"/>
                      <a:gd name="connsiteX1" fmla="*/ 0 w 35243"/>
                      <a:gd name="connsiteY1" fmla="*/ 1987 h 4424"/>
                      <a:gd name="connsiteX2" fmla="*/ 35243 w 35243"/>
                      <a:gd name="connsiteY2" fmla="*/ 4425 h 4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5243" h="4424">
                        <a:moveTo>
                          <a:pt x="35243" y="4425"/>
                        </a:moveTo>
                        <a:cubicBezTo>
                          <a:pt x="23008" y="-1205"/>
                          <a:pt x="9620" y="-806"/>
                          <a:pt x="0" y="1987"/>
                        </a:cubicBezTo>
                        <a:cubicBezTo>
                          <a:pt x="8911" y="-1161"/>
                          <a:pt x="24293" y="923"/>
                          <a:pt x="35243" y="44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54" name="Forme libre : forme 22953">
                    <a:extLst>
                      <a:ext uri="{FF2B5EF4-FFF2-40B4-BE49-F238E27FC236}">
                        <a16:creationId xmlns:a16="http://schemas.microsoft.com/office/drawing/2014/main" id="{0C7DB1C8-DBF9-412E-AA79-16098352AC5F}"/>
                      </a:ext>
                    </a:extLst>
                  </p:cNvPr>
                  <p:cNvSpPr/>
                  <p:nvPr/>
                </p:nvSpPr>
                <p:spPr>
                  <a:xfrm>
                    <a:off x="5024081" y="1283365"/>
                    <a:ext cx="13497" cy="10859"/>
                  </a:xfrm>
                  <a:custGeom>
                    <a:avLst/>
                    <a:gdLst>
                      <a:gd name="connsiteX0" fmla="*/ 13074 w 13497"/>
                      <a:gd name="connsiteY0" fmla="*/ 10788 h 10859"/>
                      <a:gd name="connsiteX1" fmla="*/ 4562 w 13497"/>
                      <a:gd name="connsiteY1" fmla="*/ 5956 h 10859"/>
                      <a:gd name="connsiteX2" fmla="*/ 484 w 13497"/>
                      <a:gd name="connsiteY2" fmla="*/ 105 h 10859"/>
                      <a:gd name="connsiteX3" fmla="*/ 8641 w 13497"/>
                      <a:gd name="connsiteY3" fmla="*/ 4582 h 10859"/>
                      <a:gd name="connsiteX4" fmla="*/ 13074 w 13497"/>
                      <a:gd name="connsiteY4" fmla="*/ 10788 h 10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97" h="10859">
                        <a:moveTo>
                          <a:pt x="13074" y="10788"/>
                        </a:moveTo>
                        <a:cubicBezTo>
                          <a:pt x="11300" y="11453"/>
                          <a:pt x="6158" y="7242"/>
                          <a:pt x="4562" y="5956"/>
                        </a:cubicBezTo>
                        <a:cubicBezTo>
                          <a:pt x="3011" y="4671"/>
                          <a:pt x="-1467" y="903"/>
                          <a:pt x="484" y="105"/>
                        </a:cubicBezTo>
                        <a:cubicBezTo>
                          <a:pt x="2434" y="-693"/>
                          <a:pt x="7178" y="3296"/>
                          <a:pt x="8641" y="4582"/>
                        </a:cubicBezTo>
                        <a:cubicBezTo>
                          <a:pt x="10148" y="5823"/>
                          <a:pt x="14936" y="10079"/>
                          <a:pt x="13074" y="1078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55" name="Forme libre : forme 22954">
                    <a:extLst>
                      <a:ext uri="{FF2B5EF4-FFF2-40B4-BE49-F238E27FC236}">
                        <a16:creationId xmlns:a16="http://schemas.microsoft.com/office/drawing/2014/main" id="{E6327D63-565A-4D00-98E3-32984A57E11C}"/>
                      </a:ext>
                    </a:extLst>
                  </p:cNvPr>
                  <p:cNvSpPr/>
                  <p:nvPr/>
                </p:nvSpPr>
                <p:spPr>
                  <a:xfrm>
                    <a:off x="5035655" y="1292322"/>
                    <a:ext cx="3918" cy="3173"/>
                  </a:xfrm>
                  <a:custGeom>
                    <a:avLst/>
                    <a:gdLst>
                      <a:gd name="connsiteX0" fmla="*/ 3894 w 3918"/>
                      <a:gd name="connsiteY0" fmla="*/ 2939 h 3173"/>
                      <a:gd name="connsiteX1" fmla="*/ 1677 w 3918"/>
                      <a:gd name="connsiteY1" fmla="*/ 2319 h 3173"/>
                      <a:gd name="connsiteX2" fmla="*/ 37 w 3918"/>
                      <a:gd name="connsiteY2" fmla="*/ 235 h 3173"/>
                      <a:gd name="connsiteX3" fmla="*/ 2209 w 3918"/>
                      <a:gd name="connsiteY3" fmla="*/ 812 h 3173"/>
                      <a:gd name="connsiteX4" fmla="*/ 3894 w 3918"/>
                      <a:gd name="connsiteY4" fmla="*/ 2939 h 3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8" h="3173">
                        <a:moveTo>
                          <a:pt x="3894" y="2939"/>
                        </a:moveTo>
                        <a:cubicBezTo>
                          <a:pt x="3672" y="3560"/>
                          <a:pt x="2298" y="2806"/>
                          <a:pt x="1677" y="2319"/>
                        </a:cubicBezTo>
                        <a:cubicBezTo>
                          <a:pt x="1012" y="1876"/>
                          <a:pt x="-229" y="856"/>
                          <a:pt x="37" y="235"/>
                        </a:cubicBezTo>
                        <a:cubicBezTo>
                          <a:pt x="303" y="-385"/>
                          <a:pt x="1544" y="368"/>
                          <a:pt x="2209" y="812"/>
                        </a:cubicBezTo>
                        <a:cubicBezTo>
                          <a:pt x="2830" y="1299"/>
                          <a:pt x="4115" y="2319"/>
                          <a:pt x="3894" y="29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56" name="Forme libre : forme 22955">
                    <a:extLst>
                      <a:ext uri="{FF2B5EF4-FFF2-40B4-BE49-F238E27FC236}">
                        <a16:creationId xmlns:a16="http://schemas.microsoft.com/office/drawing/2014/main" id="{A6E5E82C-9908-40D6-988B-9048C3ABE794}"/>
                      </a:ext>
                    </a:extLst>
                  </p:cNvPr>
                  <p:cNvSpPr/>
                  <p:nvPr/>
                </p:nvSpPr>
                <p:spPr>
                  <a:xfrm>
                    <a:off x="5029030" y="1274911"/>
                    <a:ext cx="27585" cy="34661"/>
                  </a:xfrm>
                  <a:custGeom>
                    <a:avLst/>
                    <a:gdLst>
                      <a:gd name="connsiteX0" fmla="*/ 23773 w 27585"/>
                      <a:gd name="connsiteY0" fmla="*/ 21814 h 34661"/>
                      <a:gd name="connsiteX1" fmla="*/ 27585 w 27585"/>
                      <a:gd name="connsiteY1" fmla="*/ 33429 h 34661"/>
                      <a:gd name="connsiteX2" fmla="*/ 23684 w 27585"/>
                      <a:gd name="connsiteY2" fmla="*/ 33783 h 34661"/>
                      <a:gd name="connsiteX3" fmla="*/ 20758 w 27585"/>
                      <a:gd name="connsiteY3" fmla="*/ 29572 h 34661"/>
                      <a:gd name="connsiteX4" fmla="*/ 12513 w 27585"/>
                      <a:gd name="connsiteY4" fmla="*/ 16007 h 34661"/>
                      <a:gd name="connsiteX5" fmla="*/ 898 w 27585"/>
                      <a:gd name="connsiteY5" fmla="*/ 136 h 34661"/>
                      <a:gd name="connsiteX6" fmla="*/ 19029 w 27585"/>
                      <a:gd name="connsiteY6" fmla="*/ 11973 h 34661"/>
                      <a:gd name="connsiteX7" fmla="*/ 23773 w 27585"/>
                      <a:gd name="connsiteY7" fmla="*/ 21814 h 34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585" h="34661">
                        <a:moveTo>
                          <a:pt x="23773" y="21814"/>
                        </a:moveTo>
                        <a:cubicBezTo>
                          <a:pt x="25945" y="26203"/>
                          <a:pt x="27541" y="29350"/>
                          <a:pt x="27585" y="33429"/>
                        </a:cubicBezTo>
                        <a:cubicBezTo>
                          <a:pt x="27585" y="34936"/>
                          <a:pt x="25413" y="35069"/>
                          <a:pt x="23684" y="33783"/>
                        </a:cubicBezTo>
                        <a:cubicBezTo>
                          <a:pt x="21955" y="32542"/>
                          <a:pt x="21379" y="31079"/>
                          <a:pt x="20758" y="29572"/>
                        </a:cubicBezTo>
                        <a:cubicBezTo>
                          <a:pt x="18764" y="24873"/>
                          <a:pt x="15971" y="20573"/>
                          <a:pt x="12513" y="16007"/>
                        </a:cubicBezTo>
                        <a:cubicBezTo>
                          <a:pt x="10562" y="12992"/>
                          <a:pt x="-3668" y="1422"/>
                          <a:pt x="898" y="136"/>
                        </a:cubicBezTo>
                        <a:cubicBezTo>
                          <a:pt x="5686" y="-1238"/>
                          <a:pt x="16192" y="8160"/>
                          <a:pt x="19029" y="11973"/>
                        </a:cubicBezTo>
                        <a:cubicBezTo>
                          <a:pt x="21911" y="15829"/>
                          <a:pt x="22088" y="18533"/>
                          <a:pt x="23773" y="2181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73" name="Graphique 2">
                  <a:extLst>
                    <a:ext uri="{FF2B5EF4-FFF2-40B4-BE49-F238E27FC236}">
                      <a16:creationId xmlns:a16="http://schemas.microsoft.com/office/drawing/2014/main" id="{D7A1A6FF-39C2-4D2D-9657-FFA9FEE83999}"/>
                    </a:ext>
                  </a:extLst>
                </p:cNvPr>
                <p:cNvGrpSpPr/>
                <p:nvPr/>
              </p:nvGrpSpPr>
              <p:grpSpPr>
                <a:xfrm>
                  <a:off x="5058092" y="1309536"/>
                  <a:ext cx="73532" cy="71398"/>
                  <a:chOff x="5058092" y="1309536"/>
                  <a:chExt cx="73532" cy="71398"/>
                </a:xfrm>
                <a:solidFill>
                  <a:schemeClr val="accent1"/>
                </a:solidFill>
              </p:grpSpPr>
              <p:sp>
                <p:nvSpPr>
                  <p:cNvPr id="22933" name="Forme libre : forme 22932">
                    <a:extLst>
                      <a:ext uri="{FF2B5EF4-FFF2-40B4-BE49-F238E27FC236}">
                        <a16:creationId xmlns:a16="http://schemas.microsoft.com/office/drawing/2014/main" id="{92A8BCE1-CAA9-48AA-AF2C-AD00CAADE525}"/>
                      </a:ext>
                    </a:extLst>
                  </p:cNvPr>
                  <p:cNvSpPr/>
                  <p:nvPr/>
                </p:nvSpPr>
                <p:spPr>
                  <a:xfrm>
                    <a:off x="5058092" y="1309536"/>
                    <a:ext cx="73532" cy="71398"/>
                  </a:xfrm>
                  <a:custGeom>
                    <a:avLst/>
                    <a:gdLst>
                      <a:gd name="connsiteX0" fmla="*/ 37003 w 73532"/>
                      <a:gd name="connsiteY0" fmla="*/ 59271 h 71398"/>
                      <a:gd name="connsiteX1" fmla="*/ 25300 w 73532"/>
                      <a:gd name="connsiteY1" fmla="*/ 47922 h 71398"/>
                      <a:gd name="connsiteX2" fmla="*/ 19581 w 73532"/>
                      <a:gd name="connsiteY2" fmla="*/ 42204 h 71398"/>
                      <a:gd name="connsiteX3" fmla="*/ 14483 w 73532"/>
                      <a:gd name="connsiteY3" fmla="*/ 37371 h 71398"/>
                      <a:gd name="connsiteX4" fmla="*/ 31 w 73532"/>
                      <a:gd name="connsiteY4" fmla="*/ 7404 h 71398"/>
                      <a:gd name="connsiteX5" fmla="*/ 6770 w 73532"/>
                      <a:gd name="connsiteY5" fmla="*/ 0 h 71398"/>
                      <a:gd name="connsiteX6" fmla="*/ 38245 w 73532"/>
                      <a:gd name="connsiteY6" fmla="*/ 11571 h 71398"/>
                      <a:gd name="connsiteX7" fmla="*/ 40727 w 73532"/>
                      <a:gd name="connsiteY7" fmla="*/ 13566 h 71398"/>
                      <a:gd name="connsiteX8" fmla="*/ 43830 w 73532"/>
                      <a:gd name="connsiteY8" fmla="*/ 16226 h 71398"/>
                      <a:gd name="connsiteX9" fmla="*/ 50391 w 73532"/>
                      <a:gd name="connsiteY9" fmla="*/ 22609 h 71398"/>
                      <a:gd name="connsiteX10" fmla="*/ 60854 w 73532"/>
                      <a:gd name="connsiteY10" fmla="*/ 33648 h 71398"/>
                      <a:gd name="connsiteX11" fmla="*/ 73488 w 73532"/>
                      <a:gd name="connsiteY11" fmla="*/ 63039 h 71398"/>
                      <a:gd name="connsiteX12" fmla="*/ 68124 w 73532"/>
                      <a:gd name="connsiteY12" fmla="*/ 71285 h 71398"/>
                      <a:gd name="connsiteX13" fmla="*/ 37003 w 73532"/>
                      <a:gd name="connsiteY13" fmla="*/ 59271 h 71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3532" h="71398">
                        <a:moveTo>
                          <a:pt x="37003" y="59271"/>
                        </a:moveTo>
                        <a:cubicBezTo>
                          <a:pt x="34033" y="56655"/>
                          <a:pt x="29556" y="52222"/>
                          <a:pt x="25300" y="47922"/>
                        </a:cubicBezTo>
                        <a:cubicBezTo>
                          <a:pt x="23350" y="45972"/>
                          <a:pt x="21355" y="43977"/>
                          <a:pt x="19581" y="42204"/>
                        </a:cubicBezTo>
                        <a:cubicBezTo>
                          <a:pt x="17631" y="40386"/>
                          <a:pt x="15902" y="38701"/>
                          <a:pt x="14483" y="37371"/>
                        </a:cubicBezTo>
                        <a:cubicBezTo>
                          <a:pt x="3755" y="26865"/>
                          <a:pt x="1228" y="18132"/>
                          <a:pt x="31" y="7404"/>
                        </a:cubicBezTo>
                        <a:cubicBezTo>
                          <a:pt x="-367" y="3680"/>
                          <a:pt x="3090" y="-44"/>
                          <a:pt x="6770" y="0"/>
                        </a:cubicBezTo>
                        <a:cubicBezTo>
                          <a:pt x="17498" y="89"/>
                          <a:pt x="27118" y="2793"/>
                          <a:pt x="38245" y="11571"/>
                        </a:cubicBezTo>
                        <a:cubicBezTo>
                          <a:pt x="38998" y="12147"/>
                          <a:pt x="39796" y="12856"/>
                          <a:pt x="40727" y="13566"/>
                        </a:cubicBezTo>
                        <a:cubicBezTo>
                          <a:pt x="41614" y="14275"/>
                          <a:pt x="42545" y="15029"/>
                          <a:pt x="43830" y="16226"/>
                        </a:cubicBezTo>
                        <a:cubicBezTo>
                          <a:pt x="46313" y="18442"/>
                          <a:pt x="48308" y="20481"/>
                          <a:pt x="50391" y="22609"/>
                        </a:cubicBezTo>
                        <a:cubicBezTo>
                          <a:pt x="54470" y="26776"/>
                          <a:pt x="58282" y="30855"/>
                          <a:pt x="60854" y="33648"/>
                        </a:cubicBezTo>
                        <a:cubicBezTo>
                          <a:pt x="70385" y="44065"/>
                          <a:pt x="72247" y="52666"/>
                          <a:pt x="73488" y="63039"/>
                        </a:cubicBezTo>
                        <a:cubicBezTo>
                          <a:pt x="73887" y="66630"/>
                          <a:pt x="71582" y="71019"/>
                          <a:pt x="68124" y="71285"/>
                        </a:cubicBezTo>
                        <a:cubicBezTo>
                          <a:pt x="58061" y="72038"/>
                          <a:pt x="48131" y="69157"/>
                          <a:pt x="37003" y="5927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34" name="Forme libre : forme 22933">
                    <a:extLst>
                      <a:ext uri="{FF2B5EF4-FFF2-40B4-BE49-F238E27FC236}">
                        <a16:creationId xmlns:a16="http://schemas.microsoft.com/office/drawing/2014/main" id="{24620D8B-755F-46CC-8C4A-43C0A468087E}"/>
                      </a:ext>
                    </a:extLst>
                  </p:cNvPr>
                  <p:cNvSpPr/>
                  <p:nvPr/>
                </p:nvSpPr>
                <p:spPr>
                  <a:xfrm>
                    <a:off x="5058176" y="1312551"/>
                    <a:ext cx="68350" cy="68273"/>
                  </a:xfrm>
                  <a:custGeom>
                    <a:avLst/>
                    <a:gdLst>
                      <a:gd name="connsiteX0" fmla="*/ 26502 w 68350"/>
                      <a:gd name="connsiteY0" fmla="*/ 28195 h 68273"/>
                      <a:gd name="connsiteX1" fmla="*/ 1233 w 68350"/>
                      <a:gd name="connsiteY1" fmla="*/ 0 h 68273"/>
                      <a:gd name="connsiteX2" fmla="*/ 36 w 68350"/>
                      <a:gd name="connsiteY2" fmla="*/ 4300 h 68273"/>
                      <a:gd name="connsiteX3" fmla="*/ 834 w 68350"/>
                      <a:gd name="connsiteY3" fmla="*/ 9708 h 68273"/>
                      <a:gd name="connsiteX4" fmla="*/ 6420 w 68350"/>
                      <a:gd name="connsiteY4" fmla="*/ 24471 h 68273"/>
                      <a:gd name="connsiteX5" fmla="*/ 14532 w 68350"/>
                      <a:gd name="connsiteY5" fmla="*/ 34312 h 68273"/>
                      <a:gd name="connsiteX6" fmla="*/ 18345 w 68350"/>
                      <a:gd name="connsiteY6" fmla="*/ 37903 h 68273"/>
                      <a:gd name="connsiteX7" fmla="*/ 26502 w 68350"/>
                      <a:gd name="connsiteY7" fmla="*/ 46016 h 68273"/>
                      <a:gd name="connsiteX8" fmla="*/ 35191 w 68350"/>
                      <a:gd name="connsiteY8" fmla="*/ 54572 h 68273"/>
                      <a:gd name="connsiteX9" fmla="*/ 37008 w 68350"/>
                      <a:gd name="connsiteY9" fmla="*/ 56212 h 68273"/>
                      <a:gd name="connsiteX10" fmla="*/ 48446 w 68350"/>
                      <a:gd name="connsiteY10" fmla="*/ 64191 h 68273"/>
                      <a:gd name="connsiteX11" fmla="*/ 63385 w 68350"/>
                      <a:gd name="connsiteY11" fmla="*/ 68225 h 68273"/>
                      <a:gd name="connsiteX12" fmla="*/ 68173 w 68350"/>
                      <a:gd name="connsiteY12" fmla="*/ 68181 h 68273"/>
                      <a:gd name="connsiteX13" fmla="*/ 68350 w 68350"/>
                      <a:gd name="connsiteY13" fmla="*/ 68137 h 68273"/>
                      <a:gd name="connsiteX14" fmla="*/ 47160 w 68350"/>
                      <a:gd name="connsiteY14" fmla="*/ 47833 h 68273"/>
                      <a:gd name="connsiteX15" fmla="*/ 26502 w 68350"/>
                      <a:gd name="connsiteY15" fmla="*/ 28195 h 6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8350" h="68273">
                        <a:moveTo>
                          <a:pt x="26502" y="28195"/>
                        </a:moveTo>
                        <a:cubicBezTo>
                          <a:pt x="16128" y="20038"/>
                          <a:pt x="5755" y="10507"/>
                          <a:pt x="1233" y="0"/>
                        </a:cubicBezTo>
                        <a:cubicBezTo>
                          <a:pt x="346" y="1286"/>
                          <a:pt x="-141" y="2793"/>
                          <a:pt x="36" y="4300"/>
                        </a:cubicBezTo>
                        <a:cubicBezTo>
                          <a:pt x="258" y="6162"/>
                          <a:pt x="479" y="7935"/>
                          <a:pt x="834" y="9708"/>
                        </a:cubicBezTo>
                        <a:cubicBezTo>
                          <a:pt x="1809" y="14762"/>
                          <a:pt x="3361" y="19550"/>
                          <a:pt x="6420" y="24471"/>
                        </a:cubicBezTo>
                        <a:cubicBezTo>
                          <a:pt x="8415" y="27618"/>
                          <a:pt x="11030" y="30899"/>
                          <a:pt x="14532" y="34312"/>
                        </a:cubicBezTo>
                        <a:cubicBezTo>
                          <a:pt x="15641" y="35332"/>
                          <a:pt x="16926" y="36573"/>
                          <a:pt x="18345" y="37903"/>
                        </a:cubicBezTo>
                        <a:cubicBezTo>
                          <a:pt x="20428" y="39809"/>
                          <a:pt x="23399" y="42868"/>
                          <a:pt x="26502" y="46016"/>
                        </a:cubicBezTo>
                        <a:cubicBezTo>
                          <a:pt x="29561" y="49119"/>
                          <a:pt x="32708" y="52222"/>
                          <a:pt x="35191" y="54572"/>
                        </a:cubicBezTo>
                        <a:cubicBezTo>
                          <a:pt x="35856" y="55148"/>
                          <a:pt x="36476" y="55724"/>
                          <a:pt x="37008" y="56212"/>
                        </a:cubicBezTo>
                        <a:cubicBezTo>
                          <a:pt x="40954" y="59714"/>
                          <a:pt x="44722" y="62329"/>
                          <a:pt x="48446" y="64191"/>
                        </a:cubicBezTo>
                        <a:cubicBezTo>
                          <a:pt x="53544" y="66718"/>
                          <a:pt x="58464" y="67871"/>
                          <a:pt x="63385" y="68225"/>
                        </a:cubicBezTo>
                        <a:cubicBezTo>
                          <a:pt x="64981" y="68314"/>
                          <a:pt x="66577" y="68270"/>
                          <a:pt x="68173" y="68181"/>
                        </a:cubicBezTo>
                        <a:lnTo>
                          <a:pt x="68350" y="68137"/>
                        </a:lnTo>
                        <a:cubicBezTo>
                          <a:pt x="61080" y="61664"/>
                          <a:pt x="54076" y="54749"/>
                          <a:pt x="47160" y="47833"/>
                        </a:cubicBezTo>
                        <a:cubicBezTo>
                          <a:pt x="40244" y="41051"/>
                          <a:pt x="33417" y="33736"/>
                          <a:pt x="26502" y="2819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35" name="Forme libre : forme 22934">
                    <a:extLst>
                      <a:ext uri="{FF2B5EF4-FFF2-40B4-BE49-F238E27FC236}">
                        <a16:creationId xmlns:a16="http://schemas.microsoft.com/office/drawing/2014/main" id="{FCCA4B66-9069-4202-95F9-D4EA6A3FC2BC}"/>
                      </a:ext>
                    </a:extLst>
                  </p:cNvPr>
                  <p:cNvSpPr/>
                  <p:nvPr/>
                </p:nvSpPr>
                <p:spPr>
                  <a:xfrm>
                    <a:off x="5084017" y="1333727"/>
                    <a:ext cx="32767" cy="33152"/>
                  </a:xfrm>
                  <a:custGeom>
                    <a:avLst/>
                    <a:gdLst>
                      <a:gd name="connsiteX0" fmla="*/ 32268 w 32767"/>
                      <a:gd name="connsiteY0" fmla="*/ 32464 h 33152"/>
                      <a:gd name="connsiteX1" fmla="*/ 11610 w 32767"/>
                      <a:gd name="connsiteY1" fmla="*/ 20096 h 33152"/>
                      <a:gd name="connsiteX2" fmla="*/ 3497 w 32767"/>
                      <a:gd name="connsiteY2" fmla="*/ 10254 h 33152"/>
                      <a:gd name="connsiteX3" fmla="*/ 616 w 32767"/>
                      <a:gd name="connsiteY3" fmla="*/ 900 h 33152"/>
                      <a:gd name="connsiteX4" fmla="*/ 10191 w 32767"/>
                      <a:gd name="connsiteY4" fmla="*/ 3206 h 33152"/>
                      <a:gd name="connsiteX5" fmla="*/ 19767 w 32767"/>
                      <a:gd name="connsiteY5" fmla="*/ 11939 h 33152"/>
                      <a:gd name="connsiteX6" fmla="*/ 32268 w 32767"/>
                      <a:gd name="connsiteY6" fmla="*/ 32464 h 33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767" h="33152">
                        <a:moveTo>
                          <a:pt x="32268" y="32464"/>
                        </a:moveTo>
                        <a:cubicBezTo>
                          <a:pt x="29121" y="36099"/>
                          <a:pt x="15733" y="24352"/>
                          <a:pt x="11610" y="20096"/>
                        </a:cubicBezTo>
                        <a:cubicBezTo>
                          <a:pt x="9526" y="18012"/>
                          <a:pt x="6024" y="13978"/>
                          <a:pt x="3497" y="10254"/>
                        </a:cubicBezTo>
                        <a:cubicBezTo>
                          <a:pt x="1103" y="6708"/>
                          <a:pt x="-1113" y="2851"/>
                          <a:pt x="616" y="900"/>
                        </a:cubicBezTo>
                        <a:cubicBezTo>
                          <a:pt x="2256" y="-1006"/>
                          <a:pt x="6069" y="280"/>
                          <a:pt x="10191" y="3206"/>
                        </a:cubicBezTo>
                        <a:cubicBezTo>
                          <a:pt x="14137" y="6043"/>
                          <a:pt x="17905" y="9900"/>
                          <a:pt x="19767" y="11939"/>
                        </a:cubicBezTo>
                        <a:cubicBezTo>
                          <a:pt x="23491" y="16062"/>
                          <a:pt x="35327" y="28962"/>
                          <a:pt x="32268" y="3246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36" name="Forme libre : forme 22935">
                    <a:extLst>
                      <a:ext uri="{FF2B5EF4-FFF2-40B4-BE49-F238E27FC236}">
                        <a16:creationId xmlns:a16="http://schemas.microsoft.com/office/drawing/2014/main" id="{6D4E2960-4A5A-4B08-ABB2-95423C25FE36}"/>
                      </a:ext>
                    </a:extLst>
                  </p:cNvPr>
                  <p:cNvSpPr/>
                  <p:nvPr/>
                </p:nvSpPr>
                <p:spPr>
                  <a:xfrm>
                    <a:off x="5084074" y="1333475"/>
                    <a:ext cx="18956" cy="26820"/>
                  </a:xfrm>
                  <a:custGeom>
                    <a:avLst/>
                    <a:gdLst>
                      <a:gd name="connsiteX0" fmla="*/ 10711 w 18956"/>
                      <a:gd name="connsiteY0" fmla="*/ 4123 h 26820"/>
                      <a:gd name="connsiteX1" fmla="*/ 337 w 18956"/>
                      <a:gd name="connsiteY1" fmla="*/ 1020 h 26820"/>
                      <a:gd name="connsiteX2" fmla="*/ 3396 w 18956"/>
                      <a:gd name="connsiteY2" fmla="*/ 10507 h 26820"/>
                      <a:gd name="connsiteX3" fmla="*/ 11686 w 18956"/>
                      <a:gd name="connsiteY3" fmla="*/ 20570 h 26820"/>
                      <a:gd name="connsiteX4" fmla="*/ 18956 w 18956"/>
                      <a:gd name="connsiteY4" fmla="*/ 26820 h 26820"/>
                      <a:gd name="connsiteX5" fmla="*/ 15587 w 18956"/>
                      <a:gd name="connsiteY5" fmla="*/ 22964 h 26820"/>
                      <a:gd name="connsiteX6" fmla="*/ 10711 w 18956"/>
                      <a:gd name="connsiteY6" fmla="*/ 4123 h 26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956" h="26820">
                        <a:moveTo>
                          <a:pt x="10711" y="4123"/>
                        </a:moveTo>
                        <a:cubicBezTo>
                          <a:pt x="7962" y="2616"/>
                          <a:pt x="1667" y="-2039"/>
                          <a:pt x="337" y="1020"/>
                        </a:cubicBezTo>
                        <a:cubicBezTo>
                          <a:pt x="-815" y="3502"/>
                          <a:pt x="1180" y="7093"/>
                          <a:pt x="3396" y="10507"/>
                        </a:cubicBezTo>
                        <a:cubicBezTo>
                          <a:pt x="5746" y="14053"/>
                          <a:pt x="9071" y="17910"/>
                          <a:pt x="11686" y="20570"/>
                        </a:cubicBezTo>
                        <a:cubicBezTo>
                          <a:pt x="13193" y="22121"/>
                          <a:pt x="16917" y="25402"/>
                          <a:pt x="18956" y="26820"/>
                        </a:cubicBezTo>
                        <a:cubicBezTo>
                          <a:pt x="17981" y="25801"/>
                          <a:pt x="16296" y="24116"/>
                          <a:pt x="15587" y="22964"/>
                        </a:cubicBezTo>
                        <a:cubicBezTo>
                          <a:pt x="11509" y="16402"/>
                          <a:pt x="7209" y="8423"/>
                          <a:pt x="10711" y="412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37" name="Forme libre : forme 22936">
                    <a:extLst>
                      <a:ext uri="{FF2B5EF4-FFF2-40B4-BE49-F238E27FC236}">
                        <a16:creationId xmlns:a16="http://schemas.microsoft.com/office/drawing/2014/main" id="{0EB8C021-47BF-4270-AF00-28AE5BD57486}"/>
                      </a:ext>
                    </a:extLst>
                  </p:cNvPr>
                  <p:cNvSpPr/>
                  <p:nvPr/>
                </p:nvSpPr>
                <p:spPr>
                  <a:xfrm>
                    <a:off x="5084932" y="1336123"/>
                    <a:ext cx="33075" cy="32994"/>
                  </a:xfrm>
                  <a:custGeom>
                    <a:avLst/>
                    <a:gdLst>
                      <a:gd name="connsiteX0" fmla="*/ 32284 w 33075"/>
                      <a:gd name="connsiteY0" fmla="*/ 32594 h 32994"/>
                      <a:gd name="connsiteX1" fmla="*/ 11183 w 33075"/>
                      <a:gd name="connsiteY1" fmla="*/ 20182 h 32994"/>
                      <a:gd name="connsiteX2" fmla="*/ 3070 w 33075"/>
                      <a:gd name="connsiteY2" fmla="*/ 10340 h 32994"/>
                      <a:gd name="connsiteX3" fmla="*/ 454 w 33075"/>
                      <a:gd name="connsiteY3" fmla="*/ 5154 h 32994"/>
                      <a:gd name="connsiteX4" fmla="*/ 543 w 33075"/>
                      <a:gd name="connsiteY4" fmla="*/ 986 h 32994"/>
                      <a:gd name="connsiteX5" fmla="*/ 9941 w 33075"/>
                      <a:gd name="connsiteY5" fmla="*/ 3380 h 32994"/>
                      <a:gd name="connsiteX6" fmla="*/ 19428 w 33075"/>
                      <a:gd name="connsiteY6" fmla="*/ 12025 h 32994"/>
                      <a:gd name="connsiteX7" fmla="*/ 32284 w 33075"/>
                      <a:gd name="connsiteY7" fmla="*/ 32594 h 32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3075" h="32994">
                        <a:moveTo>
                          <a:pt x="32284" y="32594"/>
                        </a:moveTo>
                        <a:cubicBezTo>
                          <a:pt x="27984" y="35166"/>
                          <a:pt x="15749" y="24659"/>
                          <a:pt x="11183" y="20182"/>
                        </a:cubicBezTo>
                        <a:cubicBezTo>
                          <a:pt x="8877" y="17965"/>
                          <a:pt x="5464" y="14064"/>
                          <a:pt x="3070" y="10340"/>
                        </a:cubicBezTo>
                        <a:cubicBezTo>
                          <a:pt x="1873" y="8478"/>
                          <a:pt x="942" y="6750"/>
                          <a:pt x="454" y="5154"/>
                        </a:cubicBezTo>
                        <a:cubicBezTo>
                          <a:pt x="-122" y="3513"/>
                          <a:pt x="-211" y="2050"/>
                          <a:pt x="543" y="986"/>
                        </a:cubicBezTo>
                        <a:cubicBezTo>
                          <a:pt x="2006" y="-1141"/>
                          <a:pt x="6040" y="410"/>
                          <a:pt x="9941" y="3380"/>
                        </a:cubicBezTo>
                        <a:cubicBezTo>
                          <a:pt x="13842" y="6306"/>
                          <a:pt x="17610" y="10207"/>
                          <a:pt x="19428" y="12025"/>
                        </a:cubicBezTo>
                        <a:cubicBezTo>
                          <a:pt x="22974" y="15882"/>
                          <a:pt x="36451" y="30156"/>
                          <a:pt x="32284" y="3259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38" name="Forme libre : forme 22937">
                    <a:extLst>
                      <a:ext uri="{FF2B5EF4-FFF2-40B4-BE49-F238E27FC236}">
                        <a16:creationId xmlns:a16="http://schemas.microsoft.com/office/drawing/2014/main" id="{07594FA8-15F4-41A8-9D38-561B1103B0BB}"/>
                      </a:ext>
                    </a:extLst>
                  </p:cNvPr>
                  <p:cNvSpPr/>
                  <p:nvPr/>
                </p:nvSpPr>
                <p:spPr>
                  <a:xfrm>
                    <a:off x="5068097" y="1317875"/>
                    <a:ext cx="36792" cy="46800"/>
                  </a:xfrm>
                  <a:custGeom>
                    <a:avLst/>
                    <a:gdLst>
                      <a:gd name="connsiteX0" fmla="*/ 621 w 36792"/>
                      <a:gd name="connsiteY0" fmla="*/ 3364 h 46800"/>
                      <a:gd name="connsiteX1" fmla="*/ 1197 w 36792"/>
                      <a:gd name="connsiteY1" fmla="*/ 11344 h 46800"/>
                      <a:gd name="connsiteX2" fmla="*/ 11394 w 36792"/>
                      <a:gd name="connsiteY2" fmla="*/ 30450 h 46800"/>
                      <a:gd name="connsiteX3" fmla="*/ 18309 w 36792"/>
                      <a:gd name="connsiteY3" fmla="*/ 37987 h 46800"/>
                      <a:gd name="connsiteX4" fmla="*/ 26688 w 36792"/>
                      <a:gd name="connsiteY4" fmla="*/ 44282 h 46800"/>
                      <a:gd name="connsiteX5" fmla="*/ 36662 w 36792"/>
                      <a:gd name="connsiteY5" fmla="*/ 45213 h 46800"/>
                      <a:gd name="connsiteX6" fmla="*/ 33648 w 36792"/>
                      <a:gd name="connsiteY6" fmla="*/ 38386 h 46800"/>
                      <a:gd name="connsiteX7" fmla="*/ 24959 w 36792"/>
                      <a:gd name="connsiteY7" fmla="*/ 20210 h 46800"/>
                      <a:gd name="connsiteX8" fmla="*/ 14585 w 36792"/>
                      <a:gd name="connsiteY8" fmla="*/ 2877 h 46800"/>
                      <a:gd name="connsiteX9" fmla="*/ 621 w 36792"/>
                      <a:gd name="connsiteY9" fmla="*/ 3364 h 46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6792" h="46800">
                        <a:moveTo>
                          <a:pt x="621" y="3364"/>
                        </a:moveTo>
                        <a:cubicBezTo>
                          <a:pt x="-399" y="6334"/>
                          <a:pt x="-133" y="7753"/>
                          <a:pt x="1197" y="11344"/>
                        </a:cubicBezTo>
                        <a:cubicBezTo>
                          <a:pt x="3680" y="18126"/>
                          <a:pt x="5763" y="23801"/>
                          <a:pt x="11394" y="30450"/>
                        </a:cubicBezTo>
                        <a:cubicBezTo>
                          <a:pt x="12989" y="32578"/>
                          <a:pt x="15694" y="35549"/>
                          <a:pt x="18309" y="37987"/>
                        </a:cubicBezTo>
                        <a:cubicBezTo>
                          <a:pt x="21013" y="40469"/>
                          <a:pt x="23895" y="42686"/>
                          <a:pt x="26688" y="44282"/>
                        </a:cubicBezTo>
                        <a:cubicBezTo>
                          <a:pt x="30810" y="46676"/>
                          <a:pt x="35510" y="48050"/>
                          <a:pt x="36662" y="45213"/>
                        </a:cubicBezTo>
                        <a:cubicBezTo>
                          <a:pt x="37371" y="43484"/>
                          <a:pt x="35022" y="40913"/>
                          <a:pt x="33648" y="38386"/>
                        </a:cubicBezTo>
                        <a:cubicBezTo>
                          <a:pt x="30411" y="32445"/>
                          <a:pt x="27264" y="26948"/>
                          <a:pt x="24959" y="20210"/>
                        </a:cubicBezTo>
                        <a:cubicBezTo>
                          <a:pt x="22742" y="14358"/>
                          <a:pt x="21191" y="7664"/>
                          <a:pt x="14585" y="2877"/>
                        </a:cubicBezTo>
                        <a:cubicBezTo>
                          <a:pt x="8645" y="-1290"/>
                          <a:pt x="1995" y="-759"/>
                          <a:pt x="621" y="336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39" name="Forme libre : forme 22938">
                    <a:extLst>
                      <a:ext uri="{FF2B5EF4-FFF2-40B4-BE49-F238E27FC236}">
                        <a16:creationId xmlns:a16="http://schemas.microsoft.com/office/drawing/2014/main" id="{A5FE2221-2DB1-4D7B-80D8-FAE329BD0F77}"/>
                      </a:ext>
                    </a:extLst>
                  </p:cNvPr>
                  <p:cNvSpPr/>
                  <p:nvPr/>
                </p:nvSpPr>
                <p:spPr>
                  <a:xfrm>
                    <a:off x="5080011" y="1324356"/>
                    <a:ext cx="16388" cy="10666"/>
                  </a:xfrm>
                  <a:custGeom>
                    <a:avLst/>
                    <a:gdLst>
                      <a:gd name="connsiteX0" fmla="*/ 2405 w 16388"/>
                      <a:gd name="connsiteY0" fmla="*/ 342 h 10666"/>
                      <a:gd name="connsiteX1" fmla="*/ 322 w 16388"/>
                      <a:gd name="connsiteY1" fmla="*/ 120 h 10666"/>
                      <a:gd name="connsiteX2" fmla="*/ 587 w 16388"/>
                      <a:gd name="connsiteY2" fmla="*/ 1849 h 10666"/>
                      <a:gd name="connsiteX3" fmla="*/ 3070 w 16388"/>
                      <a:gd name="connsiteY3" fmla="*/ 4110 h 10666"/>
                      <a:gd name="connsiteX4" fmla="*/ 9853 w 16388"/>
                      <a:gd name="connsiteY4" fmla="*/ 8765 h 10666"/>
                      <a:gd name="connsiteX5" fmla="*/ 12557 w 16388"/>
                      <a:gd name="connsiteY5" fmla="*/ 10183 h 10666"/>
                      <a:gd name="connsiteX6" fmla="*/ 13798 w 16388"/>
                      <a:gd name="connsiteY6" fmla="*/ 6016 h 10666"/>
                      <a:gd name="connsiteX7" fmla="*/ 2405 w 16388"/>
                      <a:gd name="connsiteY7" fmla="*/ 342 h 10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388" h="10666">
                        <a:moveTo>
                          <a:pt x="2405" y="342"/>
                        </a:moveTo>
                        <a:cubicBezTo>
                          <a:pt x="1518" y="76"/>
                          <a:pt x="898" y="-146"/>
                          <a:pt x="322" y="120"/>
                        </a:cubicBezTo>
                        <a:cubicBezTo>
                          <a:pt x="-255" y="342"/>
                          <a:pt x="11" y="1095"/>
                          <a:pt x="587" y="1849"/>
                        </a:cubicBezTo>
                        <a:cubicBezTo>
                          <a:pt x="1164" y="2603"/>
                          <a:pt x="2228" y="3445"/>
                          <a:pt x="3070" y="4110"/>
                        </a:cubicBezTo>
                        <a:cubicBezTo>
                          <a:pt x="5242" y="5750"/>
                          <a:pt x="7592" y="7435"/>
                          <a:pt x="9853" y="8765"/>
                        </a:cubicBezTo>
                        <a:cubicBezTo>
                          <a:pt x="10784" y="9341"/>
                          <a:pt x="11626" y="9829"/>
                          <a:pt x="12557" y="10183"/>
                        </a:cubicBezTo>
                        <a:cubicBezTo>
                          <a:pt x="16414" y="11646"/>
                          <a:pt x="18231" y="9651"/>
                          <a:pt x="13798" y="6016"/>
                        </a:cubicBezTo>
                        <a:cubicBezTo>
                          <a:pt x="10606" y="3489"/>
                          <a:pt x="5951" y="1494"/>
                          <a:pt x="2405" y="34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40" name="Forme libre : forme 22939">
                    <a:extLst>
                      <a:ext uri="{FF2B5EF4-FFF2-40B4-BE49-F238E27FC236}">
                        <a16:creationId xmlns:a16="http://schemas.microsoft.com/office/drawing/2014/main" id="{3DA56E53-669D-47FE-8098-402FA07C0634}"/>
                      </a:ext>
                    </a:extLst>
                  </p:cNvPr>
                  <p:cNvSpPr/>
                  <p:nvPr/>
                </p:nvSpPr>
                <p:spPr>
                  <a:xfrm>
                    <a:off x="5096469" y="1369028"/>
                    <a:ext cx="29701" cy="10369"/>
                  </a:xfrm>
                  <a:custGeom>
                    <a:avLst/>
                    <a:gdLst>
                      <a:gd name="connsiteX0" fmla="*/ 29702 w 29701"/>
                      <a:gd name="connsiteY0" fmla="*/ 9886 h 10369"/>
                      <a:gd name="connsiteX1" fmla="*/ 0 w 29701"/>
                      <a:gd name="connsiteY1" fmla="*/ 0 h 10369"/>
                      <a:gd name="connsiteX2" fmla="*/ 29702 w 29701"/>
                      <a:gd name="connsiteY2" fmla="*/ 9886 h 10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701" h="10369">
                        <a:moveTo>
                          <a:pt x="29702" y="9886"/>
                        </a:moveTo>
                        <a:cubicBezTo>
                          <a:pt x="22343" y="12324"/>
                          <a:pt x="8379" y="5009"/>
                          <a:pt x="0" y="0"/>
                        </a:cubicBezTo>
                        <a:cubicBezTo>
                          <a:pt x="9177" y="5408"/>
                          <a:pt x="21013" y="8910"/>
                          <a:pt x="29702" y="98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41" name="Forme libre : forme 22940">
                    <a:extLst>
                      <a:ext uri="{FF2B5EF4-FFF2-40B4-BE49-F238E27FC236}">
                        <a16:creationId xmlns:a16="http://schemas.microsoft.com/office/drawing/2014/main" id="{9F373C0B-671B-45A8-A882-DD1BB6F88084}"/>
                      </a:ext>
                    </a:extLst>
                  </p:cNvPr>
                  <p:cNvSpPr/>
                  <p:nvPr/>
                </p:nvSpPr>
                <p:spPr>
                  <a:xfrm>
                    <a:off x="5064817" y="1310556"/>
                    <a:ext cx="31696" cy="12058"/>
                  </a:xfrm>
                  <a:custGeom>
                    <a:avLst/>
                    <a:gdLst>
                      <a:gd name="connsiteX0" fmla="*/ 31697 w 31696"/>
                      <a:gd name="connsiteY0" fmla="*/ 12058 h 12058"/>
                      <a:gd name="connsiteX1" fmla="*/ 0 w 31696"/>
                      <a:gd name="connsiteY1" fmla="*/ 0 h 12058"/>
                      <a:gd name="connsiteX2" fmla="*/ 31697 w 31696"/>
                      <a:gd name="connsiteY2" fmla="*/ 12058 h 12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696" h="12058">
                        <a:moveTo>
                          <a:pt x="31697" y="12058"/>
                        </a:moveTo>
                        <a:cubicBezTo>
                          <a:pt x="21811" y="4389"/>
                          <a:pt x="9930" y="1020"/>
                          <a:pt x="0" y="0"/>
                        </a:cubicBezTo>
                        <a:cubicBezTo>
                          <a:pt x="9309" y="443"/>
                          <a:pt x="22298" y="6694"/>
                          <a:pt x="31697" y="120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42" name="Forme libre : forme 22941">
                    <a:extLst>
                      <a:ext uri="{FF2B5EF4-FFF2-40B4-BE49-F238E27FC236}">
                        <a16:creationId xmlns:a16="http://schemas.microsoft.com/office/drawing/2014/main" id="{61898908-4B6C-4D63-8D74-405772CD06F0}"/>
                      </a:ext>
                    </a:extLst>
                  </p:cNvPr>
                  <p:cNvSpPr/>
                  <p:nvPr/>
                </p:nvSpPr>
                <p:spPr>
                  <a:xfrm>
                    <a:off x="5099401" y="1344943"/>
                    <a:ext cx="11109" cy="13068"/>
                  </a:xfrm>
                  <a:custGeom>
                    <a:avLst/>
                    <a:gdLst>
                      <a:gd name="connsiteX0" fmla="*/ 10589 w 11109"/>
                      <a:gd name="connsiteY0" fmla="*/ 13047 h 13068"/>
                      <a:gd name="connsiteX1" fmla="*/ 3230 w 11109"/>
                      <a:gd name="connsiteY1" fmla="*/ 6619 h 13068"/>
                      <a:gd name="connsiteX2" fmla="*/ 659 w 11109"/>
                      <a:gd name="connsiteY2" fmla="*/ 14 h 13068"/>
                      <a:gd name="connsiteX3" fmla="*/ 7530 w 11109"/>
                      <a:gd name="connsiteY3" fmla="*/ 6132 h 13068"/>
                      <a:gd name="connsiteX4" fmla="*/ 10589 w 11109"/>
                      <a:gd name="connsiteY4" fmla="*/ 13047 h 130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09" h="13068">
                        <a:moveTo>
                          <a:pt x="10589" y="13047"/>
                        </a:moveTo>
                        <a:cubicBezTo>
                          <a:pt x="8639" y="13446"/>
                          <a:pt x="4471" y="8215"/>
                          <a:pt x="3230" y="6619"/>
                        </a:cubicBezTo>
                        <a:cubicBezTo>
                          <a:pt x="1989" y="5023"/>
                          <a:pt x="-1425" y="324"/>
                          <a:pt x="659" y="14"/>
                        </a:cubicBezTo>
                        <a:cubicBezTo>
                          <a:pt x="2742" y="-296"/>
                          <a:pt x="6333" y="4624"/>
                          <a:pt x="7530" y="6132"/>
                        </a:cubicBezTo>
                        <a:cubicBezTo>
                          <a:pt x="8639" y="7639"/>
                          <a:pt x="12495" y="12648"/>
                          <a:pt x="10589" y="1304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43" name="Forme libre : forme 22942">
                    <a:extLst>
                      <a:ext uri="{FF2B5EF4-FFF2-40B4-BE49-F238E27FC236}">
                        <a16:creationId xmlns:a16="http://schemas.microsoft.com/office/drawing/2014/main" id="{99E22420-994F-4DD5-9EE8-32E118C69FC8}"/>
                      </a:ext>
                    </a:extLst>
                  </p:cNvPr>
                  <p:cNvSpPr/>
                  <p:nvPr/>
                </p:nvSpPr>
                <p:spPr>
                  <a:xfrm>
                    <a:off x="5108720" y="1355991"/>
                    <a:ext cx="3453" cy="3682"/>
                  </a:xfrm>
                  <a:custGeom>
                    <a:avLst/>
                    <a:gdLst>
                      <a:gd name="connsiteX0" fmla="*/ 3398 w 3453"/>
                      <a:gd name="connsiteY0" fmla="*/ 3506 h 3682"/>
                      <a:gd name="connsiteX1" fmla="*/ 1314 w 3453"/>
                      <a:gd name="connsiteY1" fmla="*/ 2531 h 3682"/>
                      <a:gd name="connsiteX2" fmla="*/ 73 w 3453"/>
                      <a:gd name="connsiteY2" fmla="*/ 181 h 3682"/>
                      <a:gd name="connsiteX3" fmla="*/ 2112 w 3453"/>
                      <a:gd name="connsiteY3" fmla="*/ 1112 h 3682"/>
                      <a:gd name="connsiteX4" fmla="*/ 3398 w 3453"/>
                      <a:gd name="connsiteY4" fmla="*/ 3506 h 3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3" h="3682">
                        <a:moveTo>
                          <a:pt x="3398" y="3506"/>
                        </a:moveTo>
                        <a:cubicBezTo>
                          <a:pt x="3043" y="4082"/>
                          <a:pt x="1891" y="3107"/>
                          <a:pt x="1314" y="2531"/>
                        </a:cubicBezTo>
                        <a:cubicBezTo>
                          <a:pt x="738" y="1955"/>
                          <a:pt x="-281" y="758"/>
                          <a:pt x="73" y="181"/>
                        </a:cubicBezTo>
                        <a:cubicBezTo>
                          <a:pt x="428" y="-395"/>
                          <a:pt x="1536" y="536"/>
                          <a:pt x="2112" y="1112"/>
                        </a:cubicBezTo>
                        <a:cubicBezTo>
                          <a:pt x="2644" y="1689"/>
                          <a:pt x="3708" y="2930"/>
                          <a:pt x="3398" y="35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44" name="Forme libre : forme 22943">
                    <a:extLst>
                      <a:ext uri="{FF2B5EF4-FFF2-40B4-BE49-F238E27FC236}">
                        <a16:creationId xmlns:a16="http://schemas.microsoft.com/office/drawing/2014/main" id="{B81AB77D-CD5B-4D09-857B-0EBCF67AD4AE}"/>
                      </a:ext>
                    </a:extLst>
                  </p:cNvPr>
                  <p:cNvSpPr/>
                  <p:nvPr/>
                </p:nvSpPr>
                <p:spPr>
                  <a:xfrm>
                    <a:off x="5106064" y="1337994"/>
                    <a:ext cx="21331" cy="37500"/>
                  </a:xfrm>
                  <a:custGeom>
                    <a:avLst/>
                    <a:gdLst>
                      <a:gd name="connsiteX0" fmla="*/ 18777 w 21331"/>
                      <a:gd name="connsiteY0" fmla="*/ 24650 h 37500"/>
                      <a:gd name="connsiteX1" fmla="*/ 21304 w 21331"/>
                      <a:gd name="connsiteY1" fmla="*/ 36398 h 37500"/>
                      <a:gd name="connsiteX2" fmla="*/ 17359 w 21331"/>
                      <a:gd name="connsiteY2" fmla="*/ 36442 h 37500"/>
                      <a:gd name="connsiteX3" fmla="*/ 14876 w 21331"/>
                      <a:gd name="connsiteY3" fmla="*/ 31920 h 37500"/>
                      <a:gd name="connsiteX4" fmla="*/ 8803 w 21331"/>
                      <a:gd name="connsiteY4" fmla="*/ 17513 h 37500"/>
                      <a:gd name="connsiteX5" fmla="*/ 1178 w 21331"/>
                      <a:gd name="connsiteY5" fmla="*/ 2 h 37500"/>
                      <a:gd name="connsiteX6" fmla="*/ 15763 w 21331"/>
                      <a:gd name="connsiteY6" fmla="*/ 14543 h 37500"/>
                      <a:gd name="connsiteX7" fmla="*/ 18777 w 21331"/>
                      <a:gd name="connsiteY7" fmla="*/ 24650 h 37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31" h="37500">
                        <a:moveTo>
                          <a:pt x="18777" y="24650"/>
                        </a:moveTo>
                        <a:cubicBezTo>
                          <a:pt x="20373" y="29128"/>
                          <a:pt x="21526" y="32408"/>
                          <a:pt x="21304" y="36398"/>
                        </a:cubicBezTo>
                        <a:cubicBezTo>
                          <a:pt x="21216" y="37861"/>
                          <a:pt x="18999" y="37861"/>
                          <a:pt x="17359" y="36442"/>
                        </a:cubicBezTo>
                        <a:cubicBezTo>
                          <a:pt x="15763" y="35024"/>
                          <a:pt x="15320" y="33472"/>
                          <a:pt x="14876" y="31920"/>
                        </a:cubicBezTo>
                        <a:cubicBezTo>
                          <a:pt x="13413" y="27044"/>
                          <a:pt x="11285" y="22478"/>
                          <a:pt x="8803" y="17513"/>
                        </a:cubicBezTo>
                        <a:cubicBezTo>
                          <a:pt x="7251" y="14454"/>
                          <a:pt x="-3521" y="268"/>
                          <a:pt x="1178" y="2"/>
                        </a:cubicBezTo>
                        <a:cubicBezTo>
                          <a:pt x="6010" y="-175"/>
                          <a:pt x="13679" y="10509"/>
                          <a:pt x="15763" y="14543"/>
                        </a:cubicBezTo>
                        <a:cubicBezTo>
                          <a:pt x="17847" y="18621"/>
                          <a:pt x="17625" y="21281"/>
                          <a:pt x="18777" y="2465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74" name="Graphique 2">
                  <a:extLst>
                    <a:ext uri="{FF2B5EF4-FFF2-40B4-BE49-F238E27FC236}">
                      <a16:creationId xmlns:a16="http://schemas.microsoft.com/office/drawing/2014/main" id="{7EABAFAA-E661-47EB-B3DA-B2D5E86A98D2}"/>
                    </a:ext>
                  </a:extLst>
                </p:cNvPr>
                <p:cNvGrpSpPr/>
                <p:nvPr/>
              </p:nvGrpSpPr>
              <p:grpSpPr>
                <a:xfrm>
                  <a:off x="5128457" y="1375942"/>
                  <a:ext cx="88437" cy="53110"/>
                  <a:chOff x="5128457" y="1375942"/>
                  <a:chExt cx="88437" cy="53110"/>
                </a:xfrm>
                <a:solidFill>
                  <a:schemeClr val="accent1"/>
                </a:solidFill>
              </p:grpSpPr>
              <p:sp>
                <p:nvSpPr>
                  <p:cNvPr id="22921" name="Forme libre : forme 22920">
                    <a:extLst>
                      <a:ext uri="{FF2B5EF4-FFF2-40B4-BE49-F238E27FC236}">
                        <a16:creationId xmlns:a16="http://schemas.microsoft.com/office/drawing/2014/main" id="{E78072B4-1FDE-4BA9-9801-A13B4BFEF1EB}"/>
                      </a:ext>
                    </a:extLst>
                  </p:cNvPr>
                  <p:cNvSpPr/>
                  <p:nvPr/>
                </p:nvSpPr>
                <p:spPr>
                  <a:xfrm>
                    <a:off x="5128502" y="1375942"/>
                    <a:ext cx="88392" cy="53110"/>
                  </a:xfrm>
                  <a:custGeom>
                    <a:avLst/>
                    <a:gdLst>
                      <a:gd name="connsiteX0" fmla="*/ 53880 w 88392"/>
                      <a:gd name="connsiteY0" fmla="*/ 52711 h 53110"/>
                      <a:gd name="connsiteX1" fmla="*/ 34419 w 88392"/>
                      <a:gd name="connsiteY1" fmla="*/ 47258 h 53110"/>
                      <a:gd name="connsiteX2" fmla="*/ 17485 w 88392"/>
                      <a:gd name="connsiteY2" fmla="*/ 37727 h 53110"/>
                      <a:gd name="connsiteX3" fmla="*/ 18 w 88392"/>
                      <a:gd name="connsiteY3" fmla="*/ 7183 h 53110"/>
                      <a:gd name="connsiteX4" fmla="*/ 7067 w 88392"/>
                      <a:gd name="connsiteY4" fmla="*/ 2 h 53110"/>
                      <a:gd name="connsiteX5" fmla="*/ 37256 w 88392"/>
                      <a:gd name="connsiteY5" fmla="*/ 8690 h 53110"/>
                      <a:gd name="connsiteX6" fmla="*/ 48250 w 88392"/>
                      <a:gd name="connsiteY6" fmla="*/ 14276 h 53110"/>
                      <a:gd name="connsiteX7" fmla="*/ 54191 w 88392"/>
                      <a:gd name="connsiteY7" fmla="*/ 16626 h 53110"/>
                      <a:gd name="connsiteX8" fmla="*/ 59067 w 88392"/>
                      <a:gd name="connsiteY8" fmla="*/ 18089 h 53110"/>
                      <a:gd name="connsiteX9" fmla="*/ 71524 w 88392"/>
                      <a:gd name="connsiteY9" fmla="*/ 22477 h 53110"/>
                      <a:gd name="connsiteX10" fmla="*/ 77199 w 88392"/>
                      <a:gd name="connsiteY10" fmla="*/ 25448 h 53110"/>
                      <a:gd name="connsiteX11" fmla="*/ 83493 w 88392"/>
                      <a:gd name="connsiteY11" fmla="*/ 28728 h 53110"/>
                      <a:gd name="connsiteX12" fmla="*/ 87971 w 88392"/>
                      <a:gd name="connsiteY12" fmla="*/ 37417 h 53110"/>
                      <a:gd name="connsiteX13" fmla="*/ 83449 w 88392"/>
                      <a:gd name="connsiteY13" fmla="*/ 43978 h 53110"/>
                      <a:gd name="connsiteX14" fmla="*/ 76401 w 88392"/>
                      <a:gd name="connsiteY14" fmla="*/ 49253 h 53110"/>
                      <a:gd name="connsiteX15" fmla="*/ 66515 w 88392"/>
                      <a:gd name="connsiteY15" fmla="*/ 52489 h 53110"/>
                      <a:gd name="connsiteX16" fmla="*/ 60486 w 88392"/>
                      <a:gd name="connsiteY16" fmla="*/ 53110 h 53110"/>
                      <a:gd name="connsiteX17" fmla="*/ 53880 w 88392"/>
                      <a:gd name="connsiteY17" fmla="*/ 52711 h 53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8392" h="53110">
                        <a:moveTo>
                          <a:pt x="53880" y="52711"/>
                        </a:moveTo>
                        <a:cubicBezTo>
                          <a:pt x="48915" y="52179"/>
                          <a:pt x="41423" y="50140"/>
                          <a:pt x="34419" y="47258"/>
                        </a:cubicBezTo>
                        <a:cubicBezTo>
                          <a:pt x="27548" y="44200"/>
                          <a:pt x="21209" y="40431"/>
                          <a:pt x="17485" y="37727"/>
                        </a:cubicBezTo>
                        <a:cubicBezTo>
                          <a:pt x="3831" y="27531"/>
                          <a:pt x="994" y="18000"/>
                          <a:pt x="18" y="7183"/>
                        </a:cubicBezTo>
                        <a:cubicBezTo>
                          <a:pt x="-292" y="3415"/>
                          <a:pt x="3387" y="-87"/>
                          <a:pt x="7067" y="2"/>
                        </a:cubicBezTo>
                        <a:cubicBezTo>
                          <a:pt x="17618" y="268"/>
                          <a:pt x="26573" y="2484"/>
                          <a:pt x="37256" y="8690"/>
                        </a:cubicBezTo>
                        <a:cubicBezTo>
                          <a:pt x="40093" y="10198"/>
                          <a:pt x="44172" y="12459"/>
                          <a:pt x="48250" y="14276"/>
                        </a:cubicBezTo>
                        <a:cubicBezTo>
                          <a:pt x="50290" y="15163"/>
                          <a:pt x="52329" y="15828"/>
                          <a:pt x="54191" y="16626"/>
                        </a:cubicBezTo>
                        <a:cubicBezTo>
                          <a:pt x="56053" y="17113"/>
                          <a:pt x="57737" y="17601"/>
                          <a:pt x="59067" y="18089"/>
                        </a:cubicBezTo>
                        <a:cubicBezTo>
                          <a:pt x="64077" y="19108"/>
                          <a:pt x="67800" y="20837"/>
                          <a:pt x="71524" y="22477"/>
                        </a:cubicBezTo>
                        <a:cubicBezTo>
                          <a:pt x="73386" y="23408"/>
                          <a:pt x="75292" y="24517"/>
                          <a:pt x="77199" y="25448"/>
                        </a:cubicBezTo>
                        <a:cubicBezTo>
                          <a:pt x="79149" y="26378"/>
                          <a:pt x="81277" y="27797"/>
                          <a:pt x="83493" y="28728"/>
                        </a:cubicBezTo>
                        <a:cubicBezTo>
                          <a:pt x="86508" y="30147"/>
                          <a:pt x="89523" y="34136"/>
                          <a:pt x="87971" y="37417"/>
                        </a:cubicBezTo>
                        <a:cubicBezTo>
                          <a:pt x="86863" y="39811"/>
                          <a:pt x="85400" y="42072"/>
                          <a:pt x="83449" y="43978"/>
                        </a:cubicBezTo>
                        <a:cubicBezTo>
                          <a:pt x="81499" y="45840"/>
                          <a:pt x="79282" y="48012"/>
                          <a:pt x="76401" y="49253"/>
                        </a:cubicBezTo>
                        <a:cubicBezTo>
                          <a:pt x="73563" y="50583"/>
                          <a:pt x="70283" y="52046"/>
                          <a:pt x="66515" y="52489"/>
                        </a:cubicBezTo>
                        <a:cubicBezTo>
                          <a:pt x="64608" y="52755"/>
                          <a:pt x="62614" y="53066"/>
                          <a:pt x="60486" y="53110"/>
                        </a:cubicBezTo>
                        <a:cubicBezTo>
                          <a:pt x="58402" y="53066"/>
                          <a:pt x="56186" y="52933"/>
                          <a:pt x="53880" y="5271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22" name="Forme libre : forme 22921">
                    <a:extLst>
                      <a:ext uri="{FF2B5EF4-FFF2-40B4-BE49-F238E27FC236}">
                        <a16:creationId xmlns:a16="http://schemas.microsoft.com/office/drawing/2014/main" id="{6729802F-3592-4972-A329-6088C20D332D}"/>
                      </a:ext>
                    </a:extLst>
                  </p:cNvPr>
                  <p:cNvSpPr/>
                  <p:nvPr/>
                </p:nvSpPr>
                <p:spPr>
                  <a:xfrm>
                    <a:off x="5128457" y="1378781"/>
                    <a:ext cx="87971" cy="50103"/>
                  </a:xfrm>
                  <a:custGeom>
                    <a:avLst/>
                    <a:gdLst>
                      <a:gd name="connsiteX0" fmla="*/ 28790 w 87971"/>
                      <a:gd name="connsiteY0" fmla="*/ 27042 h 50103"/>
                      <a:gd name="connsiteX1" fmla="*/ 1393 w 87971"/>
                      <a:gd name="connsiteY1" fmla="*/ 0 h 50103"/>
                      <a:gd name="connsiteX2" fmla="*/ 19 w 87971"/>
                      <a:gd name="connsiteY2" fmla="*/ 4256 h 50103"/>
                      <a:gd name="connsiteX3" fmla="*/ 728 w 87971"/>
                      <a:gd name="connsiteY3" fmla="*/ 9753 h 50103"/>
                      <a:gd name="connsiteX4" fmla="*/ 7289 w 87971"/>
                      <a:gd name="connsiteY4" fmla="*/ 24958 h 50103"/>
                      <a:gd name="connsiteX5" fmla="*/ 17485 w 87971"/>
                      <a:gd name="connsiteY5" fmla="*/ 34755 h 50103"/>
                      <a:gd name="connsiteX6" fmla="*/ 22583 w 87971"/>
                      <a:gd name="connsiteY6" fmla="*/ 38080 h 50103"/>
                      <a:gd name="connsiteX7" fmla="*/ 50822 w 87971"/>
                      <a:gd name="connsiteY7" fmla="*/ 49296 h 50103"/>
                      <a:gd name="connsiteX8" fmla="*/ 53881 w 87971"/>
                      <a:gd name="connsiteY8" fmla="*/ 49739 h 50103"/>
                      <a:gd name="connsiteX9" fmla="*/ 70993 w 87971"/>
                      <a:gd name="connsiteY9" fmla="*/ 48542 h 50103"/>
                      <a:gd name="connsiteX10" fmla="*/ 79416 w 87971"/>
                      <a:gd name="connsiteY10" fmla="*/ 44420 h 50103"/>
                      <a:gd name="connsiteX11" fmla="*/ 85356 w 87971"/>
                      <a:gd name="connsiteY11" fmla="*/ 38790 h 50103"/>
                      <a:gd name="connsiteX12" fmla="*/ 87927 w 87971"/>
                      <a:gd name="connsiteY12" fmla="*/ 34445 h 50103"/>
                      <a:gd name="connsiteX13" fmla="*/ 87972 w 87971"/>
                      <a:gd name="connsiteY13" fmla="*/ 34268 h 50103"/>
                      <a:gd name="connsiteX14" fmla="*/ 57428 w 87971"/>
                      <a:gd name="connsiteY14" fmla="*/ 37016 h 50103"/>
                      <a:gd name="connsiteX15" fmla="*/ 28790 w 87971"/>
                      <a:gd name="connsiteY15" fmla="*/ 27042 h 50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7971" h="50103">
                        <a:moveTo>
                          <a:pt x="28790" y="27042"/>
                        </a:moveTo>
                        <a:cubicBezTo>
                          <a:pt x="16466" y="20747"/>
                          <a:pt x="5472" y="10684"/>
                          <a:pt x="1393" y="0"/>
                        </a:cubicBezTo>
                        <a:cubicBezTo>
                          <a:pt x="462" y="1241"/>
                          <a:pt x="-114" y="2704"/>
                          <a:pt x="19" y="4256"/>
                        </a:cubicBezTo>
                        <a:cubicBezTo>
                          <a:pt x="196" y="6118"/>
                          <a:pt x="418" y="7980"/>
                          <a:pt x="728" y="9753"/>
                        </a:cubicBezTo>
                        <a:cubicBezTo>
                          <a:pt x="1704" y="14895"/>
                          <a:pt x="3565" y="19905"/>
                          <a:pt x="7289" y="24958"/>
                        </a:cubicBezTo>
                        <a:cubicBezTo>
                          <a:pt x="9772" y="28195"/>
                          <a:pt x="13008" y="31519"/>
                          <a:pt x="17485" y="34755"/>
                        </a:cubicBezTo>
                        <a:cubicBezTo>
                          <a:pt x="18771" y="35775"/>
                          <a:pt x="20677" y="36883"/>
                          <a:pt x="22583" y="38080"/>
                        </a:cubicBezTo>
                        <a:cubicBezTo>
                          <a:pt x="30208" y="42912"/>
                          <a:pt x="42266" y="47922"/>
                          <a:pt x="50822" y="49296"/>
                        </a:cubicBezTo>
                        <a:cubicBezTo>
                          <a:pt x="51886" y="49562"/>
                          <a:pt x="52950" y="49606"/>
                          <a:pt x="53881" y="49739"/>
                        </a:cubicBezTo>
                        <a:cubicBezTo>
                          <a:pt x="60398" y="50582"/>
                          <a:pt x="66205" y="49872"/>
                          <a:pt x="70993" y="48542"/>
                        </a:cubicBezTo>
                        <a:cubicBezTo>
                          <a:pt x="74229" y="47346"/>
                          <a:pt x="77066" y="46104"/>
                          <a:pt x="79416" y="44420"/>
                        </a:cubicBezTo>
                        <a:cubicBezTo>
                          <a:pt x="81765" y="42647"/>
                          <a:pt x="83716" y="40740"/>
                          <a:pt x="85356" y="38790"/>
                        </a:cubicBezTo>
                        <a:cubicBezTo>
                          <a:pt x="86376" y="37504"/>
                          <a:pt x="87218" y="35908"/>
                          <a:pt x="87927" y="34445"/>
                        </a:cubicBezTo>
                        <a:lnTo>
                          <a:pt x="87972" y="34268"/>
                        </a:lnTo>
                        <a:cubicBezTo>
                          <a:pt x="78396" y="37726"/>
                          <a:pt x="67624" y="38657"/>
                          <a:pt x="57428" y="37016"/>
                        </a:cubicBezTo>
                        <a:cubicBezTo>
                          <a:pt x="47187" y="35465"/>
                          <a:pt x="37567" y="31608"/>
                          <a:pt x="28790" y="2704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23" name="Forme libre : forme 22922">
                    <a:extLst>
                      <a:ext uri="{FF2B5EF4-FFF2-40B4-BE49-F238E27FC236}">
                        <a16:creationId xmlns:a16="http://schemas.microsoft.com/office/drawing/2014/main" id="{92DBCD73-4F4F-41FD-9846-4188482E3CEE}"/>
                      </a:ext>
                    </a:extLst>
                  </p:cNvPr>
                  <p:cNvSpPr/>
                  <p:nvPr/>
                </p:nvSpPr>
                <p:spPr>
                  <a:xfrm>
                    <a:off x="5155699" y="1398419"/>
                    <a:ext cx="42647" cy="18972"/>
                  </a:xfrm>
                  <a:custGeom>
                    <a:avLst/>
                    <a:gdLst>
                      <a:gd name="connsiteX0" fmla="*/ 42642 w 42647"/>
                      <a:gd name="connsiteY0" fmla="*/ 14675 h 18972"/>
                      <a:gd name="connsiteX1" fmla="*/ 39894 w 42647"/>
                      <a:gd name="connsiteY1" fmla="*/ 17556 h 18972"/>
                      <a:gd name="connsiteX2" fmla="*/ 32712 w 42647"/>
                      <a:gd name="connsiteY2" fmla="*/ 18930 h 18972"/>
                      <a:gd name="connsiteX3" fmla="*/ 17684 w 42647"/>
                      <a:gd name="connsiteY3" fmla="*/ 16714 h 18972"/>
                      <a:gd name="connsiteX4" fmla="*/ 11832 w 42647"/>
                      <a:gd name="connsiteY4" fmla="*/ 14276 h 18972"/>
                      <a:gd name="connsiteX5" fmla="*/ 5449 w 42647"/>
                      <a:gd name="connsiteY5" fmla="*/ 10153 h 18972"/>
                      <a:gd name="connsiteX6" fmla="*/ 351 w 42647"/>
                      <a:gd name="connsiteY6" fmla="*/ 1331 h 18972"/>
                      <a:gd name="connsiteX7" fmla="*/ 9926 w 42647"/>
                      <a:gd name="connsiteY7" fmla="*/ 1508 h 18972"/>
                      <a:gd name="connsiteX8" fmla="*/ 16265 w 42647"/>
                      <a:gd name="connsiteY8" fmla="*/ 3858 h 18972"/>
                      <a:gd name="connsiteX9" fmla="*/ 21275 w 42647"/>
                      <a:gd name="connsiteY9" fmla="*/ 5676 h 18972"/>
                      <a:gd name="connsiteX10" fmla="*/ 26506 w 42647"/>
                      <a:gd name="connsiteY10" fmla="*/ 7493 h 18972"/>
                      <a:gd name="connsiteX11" fmla="*/ 33422 w 42647"/>
                      <a:gd name="connsiteY11" fmla="*/ 9621 h 18972"/>
                      <a:gd name="connsiteX12" fmla="*/ 39672 w 42647"/>
                      <a:gd name="connsiteY12" fmla="*/ 11705 h 18972"/>
                      <a:gd name="connsiteX13" fmla="*/ 42642 w 42647"/>
                      <a:gd name="connsiteY13" fmla="*/ 14675 h 18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2647" h="18972">
                        <a:moveTo>
                          <a:pt x="42642" y="14675"/>
                        </a:moveTo>
                        <a:cubicBezTo>
                          <a:pt x="42731" y="15872"/>
                          <a:pt x="41711" y="16847"/>
                          <a:pt x="39894" y="17556"/>
                        </a:cubicBezTo>
                        <a:cubicBezTo>
                          <a:pt x="38121" y="18177"/>
                          <a:pt x="35505" y="19019"/>
                          <a:pt x="32712" y="18930"/>
                        </a:cubicBezTo>
                        <a:cubicBezTo>
                          <a:pt x="27082" y="19241"/>
                          <a:pt x="20743" y="17778"/>
                          <a:pt x="17684" y="16714"/>
                        </a:cubicBezTo>
                        <a:cubicBezTo>
                          <a:pt x="16177" y="16182"/>
                          <a:pt x="14093" y="15340"/>
                          <a:pt x="11832" y="14276"/>
                        </a:cubicBezTo>
                        <a:cubicBezTo>
                          <a:pt x="9704" y="13079"/>
                          <a:pt x="7444" y="11616"/>
                          <a:pt x="5449" y="10153"/>
                        </a:cubicBezTo>
                        <a:cubicBezTo>
                          <a:pt x="1636" y="6961"/>
                          <a:pt x="-979" y="3548"/>
                          <a:pt x="351" y="1331"/>
                        </a:cubicBezTo>
                        <a:cubicBezTo>
                          <a:pt x="1681" y="-841"/>
                          <a:pt x="5715" y="-43"/>
                          <a:pt x="9926" y="1508"/>
                        </a:cubicBezTo>
                        <a:cubicBezTo>
                          <a:pt x="12098" y="2173"/>
                          <a:pt x="14315" y="3016"/>
                          <a:pt x="16265" y="3858"/>
                        </a:cubicBezTo>
                        <a:cubicBezTo>
                          <a:pt x="18305" y="4523"/>
                          <a:pt x="20078" y="5188"/>
                          <a:pt x="21275" y="5676"/>
                        </a:cubicBezTo>
                        <a:cubicBezTo>
                          <a:pt x="22472" y="6252"/>
                          <a:pt x="24378" y="6784"/>
                          <a:pt x="26506" y="7493"/>
                        </a:cubicBezTo>
                        <a:cubicBezTo>
                          <a:pt x="28634" y="8335"/>
                          <a:pt x="31116" y="8912"/>
                          <a:pt x="33422" y="9621"/>
                        </a:cubicBezTo>
                        <a:cubicBezTo>
                          <a:pt x="35727" y="10508"/>
                          <a:pt x="37988" y="10862"/>
                          <a:pt x="39672" y="11705"/>
                        </a:cubicBezTo>
                        <a:cubicBezTo>
                          <a:pt x="41357" y="12547"/>
                          <a:pt x="42509" y="13566"/>
                          <a:pt x="42642" y="1467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24" name="Forme libre : forme 22923">
                    <a:extLst>
                      <a:ext uri="{FF2B5EF4-FFF2-40B4-BE49-F238E27FC236}">
                        <a16:creationId xmlns:a16="http://schemas.microsoft.com/office/drawing/2014/main" id="{9870B997-5058-49B5-90B6-8E524350F385}"/>
                      </a:ext>
                    </a:extLst>
                  </p:cNvPr>
                  <p:cNvSpPr/>
                  <p:nvPr/>
                </p:nvSpPr>
                <p:spPr>
                  <a:xfrm>
                    <a:off x="5155706" y="1398365"/>
                    <a:ext cx="28184" cy="18806"/>
                  </a:xfrm>
                  <a:custGeom>
                    <a:avLst/>
                    <a:gdLst>
                      <a:gd name="connsiteX0" fmla="*/ 10629 w 28184"/>
                      <a:gd name="connsiteY0" fmla="*/ 2006 h 18806"/>
                      <a:gd name="connsiteX1" fmla="*/ 123 w 28184"/>
                      <a:gd name="connsiteY1" fmla="*/ 1341 h 18806"/>
                      <a:gd name="connsiteX2" fmla="*/ 5443 w 28184"/>
                      <a:gd name="connsiteY2" fmla="*/ 10251 h 18806"/>
                      <a:gd name="connsiteX3" fmla="*/ 11605 w 28184"/>
                      <a:gd name="connsiteY3" fmla="*/ 14241 h 18806"/>
                      <a:gd name="connsiteX4" fmla="*/ 17944 w 28184"/>
                      <a:gd name="connsiteY4" fmla="*/ 16945 h 18806"/>
                      <a:gd name="connsiteX5" fmla="*/ 28184 w 28184"/>
                      <a:gd name="connsiteY5" fmla="*/ 18807 h 18806"/>
                      <a:gd name="connsiteX6" fmla="*/ 22865 w 28184"/>
                      <a:gd name="connsiteY6" fmla="*/ 17255 h 18806"/>
                      <a:gd name="connsiteX7" fmla="*/ 13023 w 28184"/>
                      <a:gd name="connsiteY7" fmla="*/ 10295 h 18806"/>
                      <a:gd name="connsiteX8" fmla="*/ 10629 w 28184"/>
                      <a:gd name="connsiteY8" fmla="*/ 2006 h 18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184" h="18806">
                        <a:moveTo>
                          <a:pt x="10629" y="2006"/>
                        </a:moveTo>
                        <a:cubicBezTo>
                          <a:pt x="7836" y="1607"/>
                          <a:pt x="965" y="-1851"/>
                          <a:pt x="123" y="1341"/>
                        </a:cubicBezTo>
                        <a:cubicBezTo>
                          <a:pt x="-586" y="3956"/>
                          <a:pt x="1852" y="7192"/>
                          <a:pt x="5443" y="10251"/>
                        </a:cubicBezTo>
                        <a:cubicBezTo>
                          <a:pt x="7305" y="11670"/>
                          <a:pt x="9477" y="13044"/>
                          <a:pt x="11605" y="14241"/>
                        </a:cubicBezTo>
                        <a:cubicBezTo>
                          <a:pt x="13821" y="15305"/>
                          <a:pt x="16038" y="16191"/>
                          <a:pt x="17944" y="16945"/>
                        </a:cubicBezTo>
                        <a:cubicBezTo>
                          <a:pt x="20160" y="17743"/>
                          <a:pt x="25480" y="18763"/>
                          <a:pt x="28184" y="18807"/>
                        </a:cubicBezTo>
                        <a:cubicBezTo>
                          <a:pt x="26633" y="18630"/>
                          <a:pt x="24195" y="17832"/>
                          <a:pt x="22865" y="17255"/>
                        </a:cubicBezTo>
                        <a:cubicBezTo>
                          <a:pt x="19097" y="15615"/>
                          <a:pt x="15506" y="12822"/>
                          <a:pt x="13023" y="10295"/>
                        </a:cubicBezTo>
                        <a:cubicBezTo>
                          <a:pt x="10674" y="7370"/>
                          <a:pt x="9521" y="4577"/>
                          <a:pt x="10629" y="200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25" name="Forme libre : forme 22924">
                    <a:extLst>
                      <a:ext uri="{FF2B5EF4-FFF2-40B4-BE49-F238E27FC236}">
                        <a16:creationId xmlns:a16="http://schemas.microsoft.com/office/drawing/2014/main" id="{0EDA89AC-9053-4494-96EA-DDDFCB8D3BB9}"/>
                      </a:ext>
                    </a:extLst>
                  </p:cNvPr>
                  <p:cNvSpPr/>
                  <p:nvPr/>
                </p:nvSpPr>
                <p:spPr>
                  <a:xfrm>
                    <a:off x="5157153" y="1400701"/>
                    <a:ext cx="43743" cy="18170"/>
                  </a:xfrm>
                  <a:custGeom>
                    <a:avLst/>
                    <a:gdLst>
                      <a:gd name="connsiteX0" fmla="*/ 43716 w 43743"/>
                      <a:gd name="connsiteY0" fmla="*/ 13323 h 18170"/>
                      <a:gd name="connsiteX1" fmla="*/ 40391 w 43743"/>
                      <a:gd name="connsiteY1" fmla="*/ 16515 h 18170"/>
                      <a:gd name="connsiteX2" fmla="*/ 33165 w 43743"/>
                      <a:gd name="connsiteY2" fmla="*/ 18155 h 18170"/>
                      <a:gd name="connsiteX3" fmla="*/ 24786 w 43743"/>
                      <a:gd name="connsiteY3" fmla="*/ 17889 h 18170"/>
                      <a:gd name="connsiteX4" fmla="*/ 18048 w 43743"/>
                      <a:gd name="connsiteY4" fmla="*/ 16515 h 18170"/>
                      <a:gd name="connsiteX5" fmla="*/ 5502 w 43743"/>
                      <a:gd name="connsiteY5" fmla="*/ 10220 h 18170"/>
                      <a:gd name="connsiteX6" fmla="*/ 271 w 43743"/>
                      <a:gd name="connsiteY6" fmla="*/ 1442 h 18170"/>
                      <a:gd name="connsiteX7" fmla="*/ 9891 w 43743"/>
                      <a:gd name="connsiteY7" fmla="*/ 1442 h 18170"/>
                      <a:gd name="connsiteX8" fmla="*/ 21462 w 43743"/>
                      <a:gd name="connsiteY8" fmla="*/ 5432 h 18170"/>
                      <a:gd name="connsiteX9" fmla="*/ 26959 w 43743"/>
                      <a:gd name="connsiteY9" fmla="*/ 7072 h 18170"/>
                      <a:gd name="connsiteX10" fmla="*/ 34495 w 43743"/>
                      <a:gd name="connsiteY10" fmla="*/ 8979 h 18170"/>
                      <a:gd name="connsiteX11" fmla="*/ 41189 w 43743"/>
                      <a:gd name="connsiteY11" fmla="*/ 10752 h 18170"/>
                      <a:gd name="connsiteX12" fmla="*/ 43716 w 43743"/>
                      <a:gd name="connsiteY12" fmla="*/ 13323 h 18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743" h="18170">
                        <a:moveTo>
                          <a:pt x="43716" y="13323"/>
                        </a:moveTo>
                        <a:cubicBezTo>
                          <a:pt x="43494" y="14520"/>
                          <a:pt x="42253" y="15717"/>
                          <a:pt x="40391" y="16515"/>
                        </a:cubicBezTo>
                        <a:cubicBezTo>
                          <a:pt x="38485" y="17269"/>
                          <a:pt x="35958" y="17801"/>
                          <a:pt x="33165" y="18155"/>
                        </a:cubicBezTo>
                        <a:cubicBezTo>
                          <a:pt x="30461" y="18200"/>
                          <a:pt x="27491" y="18155"/>
                          <a:pt x="24786" y="17889"/>
                        </a:cubicBezTo>
                        <a:cubicBezTo>
                          <a:pt x="22171" y="17446"/>
                          <a:pt x="19777" y="16914"/>
                          <a:pt x="18048" y="16515"/>
                        </a:cubicBezTo>
                        <a:cubicBezTo>
                          <a:pt x="14679" y="15495"/>
                          <a:pt x="9315" y="13279"/>
                          <a:pt x="5502" y="10220"/>
                        </a:cubicBezTo>
                        <a:cubicBezTo>
                          <a:pt x="1557" y="7338"/>
                          <a:pt x="-837" y="3703"/>
                          <a:pt x="271" y="1442"/>
                        </a:cubicBezTo>
                        <a:cubicBezTo>
                          <a:pt x="1424" y="-996"/>
                          <a:pt x="5458" y="112"/>
                          <a:pt x="9891" y="1442"/>
                        </a:cubicBezTo>
                        <a:cubicBezTo>
                          <a:pt x="14413" y="2994"/>
                          <a:pt x="19156" y="4634"/>
                          <a:pt x="21462" y="5432"/>
                        </a:cubicBezTo>
                        <a:cubicBezTo>
                          <a:pt x="22658" y="5743"/>
                          <a:pt x="24653" y="6319"/>
                          <a:pt x="26959" y="7072"/>
                        </a:cubicBezTo>
                        <a:cubicBezTo>
                          <a:pt x="29264" y="7649"/>
                          <a:pt x="31924" y="8314"/>
                          <a:pt x="34495" y="8979"/>
                        </a:cubicBezTo>
                        <a:cubicBezTo>
                          <a:pt x="37022" y="9378"/>
                          <a:pt x="39460" y="10043"/>
                          <a:pt x="41189" y="10752"/>
                        </a:cubicBezTo>
                        <a:cubicBezTo>
                          <a:pt x="42829" y="11284"/>
                          <a:pt x="43937" y="12082"/>
                          <a:pt x="43716" y="1332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26" name="Forme libre : forme 22925">
                    <a:extLst>
                      <a:ext uri="{FF2B5EF4-FFF2-40B4-BE49-F238E27FC236}">
                        <a16:creationId xmlns:a16="http://schemas.microsoft.com/office/drawing/2014/main" id="{12B27FEE-A63D-45AD-A979-428994D9B6D2}"/>
                      </a:ext>
                    </a:extLst>
                  </p:cNvPr>
                  <p:cNvSpPr/>
                  <p:nvPr/>
                </p:nvSpPr>
                <p:spPr>
                  <a:xfrm>
                    <a:off x="5138528" y="1384140"/>
                    <a:ext cx="48807" cy="38899"/>
                  </a:xfrm>
                  <a:custGeom>
                    <a:avLst/>
                    <a:gdLst>
                      <a:gd name="connsiteX0" fmla="*/ 543 w 48807"/>
                      <a:gd name="connsiteY0" fmla="*/ 3551 h 38899"/>
                      <a:gd name="connsiteX1" fmla="*/ 1474 w 48807"/>
                      <a:gd name="connsiteY1" fmla="*/ 11575 h 38899"/>
                      <a:gd name="connsiteX2" fmla="*/ 15305 w 48807"/>
                      <a:gd name="connsiteY2" fmla="*/ 30239 h 38899"/>
                      <a:gd name="connsiteX3" fmla="*/ 38934 w 48807"/>
                      <a:gd name="connsiteY3" fmla="*/ 38883 h 38899"/>
                      <a:gd name="connsiteX4" fmla="*/ 42924 w 48807"/>
                      <a:gd name="connsiteY4" fmla="*/ 38750 h 38899"/>
                      <a:gd name="connsiteX5" fmla="*/ 46293 w 48807"/>
                      <a:gd name="connsiteY5" fmla="*/ 37775 h 38899"/>
                      <a:gd name="connsiteX6" fmla="*/ 48687 w 48807"/>
                      <a:gd name="connsiteY6" fmla="*/ 34273 h 38899"/>
                      <a:gd name="connsiteX7" fmla="*/ 41815 w 48807"/>
                      <a:gd name="connsiteY7" fmla="*/ 30239 h 38899"/>
                      <a:gd name="connsiteX8" fmla="*/ 26344 w 48807"/>
                      <a:gd name="connsiteY8" fmla="*/ 17294 h 38899"/>
                      <a:gd name="connsiteX9" fmla="*/ 21512 w 48807"/>
                      <a:gd name="connsiteY9" fmla="*/ 9447 h 38899"/>
                      <a:gd name="connsiteX10" fmla="*/ 14286 w 48807"/>
                      <a:gd name="connsiteY10" fmla="*/ 2310 h 38899"/>
                      <a:gd name="connsiteX11" fmla="*/ 543 w 48807"/>
                      <a:gd name="connsiteY11" fmla="*/ 3551 h 38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8807" h="38899">
                        <a:moveTo>
                          <a:pt x="543" y="3551"/>
                        </a:moveTo>
                        <a:cubicBezTo>
                          <a:pt x="-432" y="6566"/>
                          <a:pt x="-78" y="7985"/>
                          <a:pt x="1474" y="11575"/>
                        </a:cubicBezTo>
                        <a:cubicBezTo>
                          <a:pt x="4622" y="18358"/>
                          <a:pt x="7193" y="24165"/>
                          <a:pt x="15305" y="30239"/>
                        </a:cubicBezTo>
                        <a:cubicBezTo>
                          <a:pt x="21955" y="35292"/>
                          <a:pt x="31353" y="38928"/>
                          <a:pt x="38934" y="38883"/>
                        </a:cubicBezTo>
                        <a:cubicBezTo>
                          <a:pt x="40308" y="38928"/>
                          <a:pt x="41682" y="38883"/>
                          <a:pt x="42924" y="38750"/>
                        </a:cubicBezTo>
                        <a:cubicBezTo>
                          <a:pt x="44209" y="38484"/>
                          <a:pt x="45362" y="38174"/>
                          <a:pt x="46293" y="37775"/>
                        </a:cubicBezTo>
                        <a:cubicBezTo>
                          <a:pt x="48155" y="36933"/>
                          <a:pt x="49174" y="35780"/>
                          <a:pt x="48687" y="34273"/>
                        </a:cubicBezTo>
                        <a:cubicBezTo>
                          <a:pt x="48110" y="32367"/>
                          <a:pt x="44431" y="31923"/>
                          <a:pt x="41815" y="30239"/>
                        </a:cubicBezTo>
                        <a:cubicBezTo>
                          <a:pt x="35565" y="26958"/>
                          <a:pt x="30333" y="22791"/>
                          <a:pt x="26344" y="17294"/>
                        </a:cubicBezTo>
                        <a:cubicBezTo>
                          <a:pt x="24703" y="14812"/>
                          <a:pt x="23329" y="11974"/>
                          <a:pt x="21512" y="9447"/>
                        </a:cubicBezTo>
                        <a:cubicBezTo>
                          <a:pt x="19738" y="6699"/>
                          <a:pt x="17522" y="4305"/>
                          <a:pt x="14286" y="2310"/>
                        </a:cubicBezTo>
                        <a:cubicBezTo>
                          <a:pt x="8434" y="-1192"/>
                          <a:pt x="1873" y="-660"/>
                          <a:pt x="543" y="355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27" name="Forme libre : forme 22926">
                    <a:extLst>
                      <a:ext uri="{FF2B5EF4-FFF2-40B4-BE49-F238E27FC236}">
                        <a16:creationId xmlns:a16="http://schemas.microsoft.com/office/drawing/2014/main" id="{2C54825B-6DF3-4965-8001-E88EAE257120}"/>
                      </a:ext>
                    </a:extLst>
                  </p:cNvPr>
                  <p:cNvSpPr/>
                  <p:nvPr/>
                </p:nvSpPr>
                <p:spPr>
                  <a:xfrm>
                    <a:off x="5150458" y="1390077"/>
                    <a:ext cx="16489" cy="8104"/>
                  </a:xfrm>
                  <a:custGeom>
                    <a:avLst/>
                    <a:gdLst>
                      <a:gd name="connsiteX0" fmla="*/ 2311 w 16489"/>
                      <a:gd name="connsiteY0" fmla="*/ 186 h 8104"/>
                      <a:gd name="connsiteX1" fmla="*/ 272 w 16489"/>
                      <a:gd name="connsiteY1" fmla="*/ 186 h 8104"/>
                      <a:gd name="connsiteX2" fmla="*/ 671 w 16489"/>
                      <a:gd name="connsiteY2" fmla="*/ 1871 h 8104"/>
                      <a:gd name="connsiteX3" fmla="*/ 3286 w 16489"/>
                      <a:gd name="connsiteY3" fmla="*/ 3821 h 8104"/>
                      <a:gd name="connsiteX4" fmla="*/ 10468 w 16489"/>
                      <a:gd name="connsiteY4" fmla="*/ 7279 h 8104"/>
                      <a:gd name="connsiteX5" fmla="*/ 13217 w 16489"/>
                      <a:gd name="connsiteY5" fmla="*/ 8077 h 8104"/>
                      <a:gd name="connsiteX6" fmla="*/ 13749 w 16489"/>
                      <a:gd name="connsiteY6" fmla="*/ 3821 h 8104"/>
                      <a:gd name="connsiteX7" fmla="*/ 2311 w 16489"/>
                      <a:gd name="connsiteY7" fmla="*/ 186 h 8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489" h="8104">
                        <a:moveTo>
                          <a:pt x="2311" y="186"/>
                        </a:moveTo>
                        <a:cubicBezTo>
                          <a:pt x="1425" y="9"/>
                          <a:pt x="804" y="-124"/>
                          <a:pt x="272" y="186"/>
                        </a:cubicBezTo>
                        <a:cubicBezTo>
                          <a:pt x="-260" y="496"/>
                          <a:pt x="50" y="1206"/>
                          <a:pt x="671" y="1871"/>
                        </a:cubicBezTo>
                        <a:cubicBezTo>
                          <a:pt x="1292" y="2536"/>
                          <a:pt x="2400" y="3334"/>
                          <a:pt x="3286" y="3821"/>
                        </a:cubicBezTo>
                        <a:cubicBezTo>
                          <a:pt x="5592" y="5107"/>
                          <a:pt x="8074" y="6526"/>
                          <a:pt x="10468" y="7279"/>
                        </a:cubicBezTo>
                        <a:cubicBezTo>
                          <a:pt x="11443" y="7634"/>
                          <a:pt x="12374" y="7988"/>
                          <a:pt x="13217" y="8077"/>
                        </a:cubicBezTo>
                        <a:cubicBezTo>
                          <a:pt x="16896" y="8387"/>
                          <a:pt x="18004" y="5994"/>
                          <a:pt x="13749" y="3821"/>
                        </a:cubicBezTo>
                        <a:cubicBezTo>
                          <a:pt x="10512" y="2225"/>
                          <a:pt x="5858" y="895"/>
                          <a:pt x="2311" y="18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28" name="Forme libre : forme 22927">
                    <a:extLst>
                      <a:ext uri="{FF2B5EF4-FFF2-40B4-BE49-F238E27FC236}">
                        <a16:creationId xmlns:a16="http://schemas.microsoft.com/office/drawing/2014/main" id="{601910E7-65A2-4A8B-8089-3A9AE51C1B05}"/>
                      </a:ext>
                    </a:extLst>
                  </p:cNvPr>
                  <p:cNvSpPr/>
                  <p:nvPr/>
                </p:nvSpPr>
                <p:spPr>
                  <a:xfrm>
                    <a:off x="5183846" y="1412561"/>
                    <a:ext cx="30854" cy="15515"/>
                  </a:xfrm>
                  <a:custGeom>
                    <a:avLst/>
                    <a:gdLst>
                      <a:gd name="connsiteX0" fmla="*/ 30854 w 30854"/>
                      <a:gd name="connsiteY0" fmla="*/ 0 h 15515"/>
                      <a:gd name="connsiteX1" fmla="*/ 27219 w 30854"/>
                      <a:gd name="connsiteY1" fmla="*/ 5719 h 15515"/>
                      <a:gd name="connsiteX2" fmla="*/ 19683 w 30854"/>
                      <a:gd name="connsiteY2" fmla="*/ 10861 h 15515"/>
                      <a:gd name="connsiteX3" fmla="*/ 14895 w 30854"/>
                      <a:gd name="connsiteY3" fmla="*/ 12900 h 15515"/>
                      <a:gd name="connsiteX4" fmla="*/ 9797 w 30854"/>
                      <a:gd name="connsiteY4" fmla="*/ 14230 h 15515"/>
                      <a:gd name="connsiteX5" fmla="*/ 0 w 30854"/>
                      <a:gd name="connsiteY5" fmla="*/ 15516 h 15515"/>
                      <a:gd name="connsiteX6" fmla="*/ 9664 w 30854"/>
                      <a:gd name="connsiteY6" fmla="*/ 13920 h 15515"/>
                      <a:gd name="connsiteX7" fmla="*/ 14275 w 30854"/>
                      <a:gd name="connsiteY7" fmla="*/ 12457 h 15515"/>
                      <a:gd name="connsiteX8" fmla="*/ 18530 w 30854"/>
                      <a:gd name="connsiteY8" fmla="*/ 10329 h 15515"/>
                      <a:gd name="connsiteX9" fmla="*/ 22387 w 30854"/>
                      <a:gd name="connsiteY9" fmla="*/ 8068 h 15515"/>
                      <a:gd name="connsiteX10" fmla="*/ 25712 w 30854"/>
                      <a:gd name="connsiteY10" fmla="*/ 5408 h 15515"/>
                      <a:gd name="connsiteX11" fmla="*/ 30854 w 30854"/>
                      <a:gd name="connsiteY11" fmla="*/ 0 h 15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0854" h="15515">
                        <a:moveTo>
                          <a:pt x="30854" y="0"/>
                        </a:moveTo>
                        <a:cubicBezTo>
                          <a:pt x="30455" y="1995"/>
                          <a:pt x="29170" y="3901"/>
                          <a:pt x="27219" y="5719"/>
                        </a:cubicBezTo>
                        <a:cubicBezTo>
                          <a:pt x="25269" y="7581"/>
                          <a:pt x="22742" y="9531"/>
                          <a:pt x="19683" y="10861"/>
                        </a:cubicBezTo>
                        <a:cubicBezTo>
                          <a:pt x="18176" y="11570"/>
                          <a:pt x="16580" y="12235"/>
                          <a:pt x="14895" y="12900"/>
                        </a:cubicBezTo>
                        <a:cubicBezTo>
                          <a:pt x="13255" y="13432"/>
                          <a:pt x="11526" y="13831"/>
                          <a:pt x="9797" y="14230"/>
                        </a:cubicBezTo>
                        <a:cubicBezTo>
                          <a:pt x="6339" y="15117"/>
                          <a:pt x="2970" y="15383"/>
                          <a:pt x="0" y="15516"/>
                        </a:cubicBezTo>
                        <a:cubicBezTo>
                          <a:pt x="3236" y="15338"/>
                          <a:pt x="6517" y="14940"/>
                          <a:pt x="9664" y="13920"/>
                        </a:cubicBezTo>
                        <a:cubicBezTo>
                          <a:pt x="11260" y="13477"/>
                          <a:pt x="12767" y="12989"/>
                          <a:pt x="14275" y="12457"/>
                        </a:cubicBezTo>
                        <a:cubicBezTo>
                          <a:pt x="15738" y="11836"/>
                          <a:pt x="17156" y="11083"/>
                          <a:pt x="18530" y="10329"/>
                        </a:cubicBezTo>
                        <a:cubicBezTo>
                          <a:pt x="19905" y="9575"/>
                          <a:pt x="21190" y="8822"/>
                          <a:pt x="22387" y="8068"/>
                        </a:cubicBezTo>
                        <a:cubicBezTo>
                          <a:pt x="23584" y="7226"/>
                          <a:pt x="24692" y="6295"/>
                          <a:pt x="25712" y="5408"/>
                        </a:cubicBezTo>
                        <a:cubicBezTo>
                          <a:pt x="27751" y="3546"/>
                          <a:pt x="29569" y="1950"/>
                          <a:pt x="3085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29" name="Forme libre : forme 22928">
                    <a:extLst>
                      <a:ext uri="{FF2B5EF4-FFF2-40B4-BE49-F238E27FC236}">
                        <a16:creationId xmlns:a16="http://schemas.microsoft.com/office/drawing/2014/main" id="{3CD049B3-F938-4DC7-B1C5-D2560BA7C61E}"/>
                      </a:ext>
                    </a:extLst>
                  </p:cNvPr>
                  <p:cNvSpPr/>
                  <p:nvPr/>
                </p:nvSpPr>
                <p:spPr>
                  <a:xfrm>
                    <a:off x="5135348" y="1377008"/>
                    <a:ext cx="30544" cy="9043"/>
                  </a:xfrm>
                  <a:custGeom>
                    <a:avLst/>
                    <a:gdLst>
                      <a:gd name="connsiteX0" fmla="*/ 30544 w 30544"/>
                      <a:gd name="connsiteY0" fmla="*/ 9044 h 9043"/>
                      <a:gd name="connsiteX1" fmla="*/ 0 w 30544"/>
                      <a:gd name="connsiteY1" fmla="*/ 0 h 9043"/>
                      <a:gd name="connsiteX2" fmla="*/ 30544 w 30544"/>
                      <a:gd name="connsiteY2" fmla="*/ 9044 h 9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544" h="9043">
                        <a:moveTo>
                          <a:pt x="30544" y="9044"/>
                        </a:moveTo>
                        <a:cubicBezTo>
                          <a:pt x="20969" y="3901"/>
                          <a:pt x="9753" y="1241"/>
                          <a:pt x="0" y="0"/>
                        </a:cubicBezTo>
                        <a:cubicBezTo>
                          <a:pt x="9132" y="754"/>
                          <a:pt x="21589" y="6073"/>
                          <a:pt x="30544" y="90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30" name="Forme libre : forme 22929">
                    <a:extLst>
                      <a:ext uri="{FF2B5EF4-FFF2-40B4-BE49-F238E27FC236}">
                        <a16:creationId xmlns:a16="http://schemas.microsoft.com/office/drawing/2014/main" id="{2331A90F-606C-462B-B9C1-3760D3B1ED9E}"/>
                      </a:ext>
                    </a:extLst>
                  </p:cNvPr>
                  <p:cNvSpPr/>
                  <p:nvPr/>
                </p:nvSpPr>
                <p:spPr>
                  <a:xfrm>
                    <a:off x="5173068" y="1404881"/>
                    <a:ext cx="15293" cy="6849"/>
                  </a:xfrm>
                  <a:custGeom>
                    <a:avLst/>
                    <a:gdLst>
                      <a:gd name="connsiteX0" fmla="*/ 15122 w 15293"/>
                      <a:gd name="connsiteY0" fmla="*/ 6262 h 6849"/>
                      <a:gd name="connsiteX1" fmla="*/ 10511 w 15293"/>
                      <a:gd name="connsiteY1" fmla="*/ 6617 h 6849"/>
                      <a:gd name="connsiteX2" fmla="*/ 5546 w 15293"/>
                      <a:gd name="connsiteY2" fmla="*/ 4977 h 6849"/>
                      <a:gd name="connsiteX3" fmla="*/ 359 w 15293"/>
                      <a:gd name="connsiteY3" fmla="*/ 278 h 6849"/>
                      <a:gd name="connsiteX4" fmla="*/ 4571 w 15293"/>
                      <a:gd name="connsiteY4" fmla="*/ 765 h 6849"/>
                      <a:gd name="connsiteX5" fmla="*/ 8871 w 15293"/>
                      <a:gd name="connsiteY5" fmla="*/ 2361 h 6849"/>
                      <a:gd name="connsiteX6" fmla="*/ 15122 w 15293"/>
                      <a:gd name="connsiteY6" fmla="*/ 6262 h 6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293" h="6849">
                        <a:moveTo>
                          <a:pt x="15122" y="6262"/>
                        </a:moveTo>
                        <a:cubicBezTo>
                          <a:pt x="14501" y="6972"/>
                          <a:pt x="12506" y="6972"/>
                          <a:pt x="10511" y="6617"/>
                        </a:cubicBezTo>
                        <a:cubicBezTo>
                          <a:pt x="8516" y="6085"/>
                          <a:pt x="6477" y="5331"/>
                          <a:pt x="5546" y="4977"/>
                        </a:cubicBezTo>
                        <a:cubicBezTo>
                          <a:pt x="3596" y="4356"/>
                          <a:pt x="-1369" y="1341"/>
                          <a:pt x="359" y="278"/>
                        </a:cubicBezTo>
                        <a:cubicBezTo>
                          <a:pt x="1202" y="-299"/>
                          <a:pt x="2931" y="100"/>
                          <a:pt x="4571" y="765"/>
                        </a:cubicBezTo>
                        <a:cubicBezTo>
                          <a:pt x="6255" y="1341"/>
                          <a:pt x="8029" y="2006"/>
                          <a:pt x="8871" y="2361"/>
                        </a:cubicBezTo>
                        <a:cubicBezTo>
                          <a:pt x="10511" y="3248"/>
                          <a:pt x="16363" y="4755"/>
                          <a:pt x="15122" y="626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31" name="Forme libre : forme 22930">
                    <a:extLst>
                      <a:ext uri="{FF2B5EF4-FFF2-40B4-BE49-F238E27FC236}">
                        <a16:creationId xmlns:a16="http://schemas.microsoft.com/office/drawing/2014/main" id="{C9AD08C4-9125-4590-84F1-C51A5CA1FC10}"/>
                      </a:ext>
                    </a:extLst>
                  </p:cNvPr>
                  <p:cNvSpPr/>
                  <p:nvPr/>
                </p:nvSpPr>
                <p:spPr>
                  <a:xfrm>
                    <a:off x="5186239" y="1409885"/>
                    <a:ext cx="4526" cy="1717"/>
                  </a:xfrm>
                  <a:custGeom>
                    <a:avLst/>
                    <a:gdLst>
                      <a:gd name="connsiteX0" fmla="*/ 4523 w 4526"/>
                      <a:gd name="connsiteY0" fmla="*/ 1169 h 1717"/>
                      <a:gd name="connsiteX1" fmla="*/ 2351 w 4526"/>
                      <a:gd name="connsiteY1" fmla="*/ 1657 h 1717"/>
                      <a:gd name="connsiteX2" fmla="*/ 1 w 4526"/>
                      <a:gd name="connsiteY2" fmla="*/ 548 h 1717"/>
                      <a:gd name="connsiteX3" fmla="*/ 2129 w 4526"/>
                      <a:gd name="connsiteY3" fmla="*/ 61 h 1717"/>
                      <a:gd name="connsiteX4" fmla="*/ 4523 w 4526"/>
                      <a:gd name="connsiteY4" fmla="*/ 1169 h 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6" h="1717">
                        <a:moveTo>
                          <a:pt x="4523" y="1169"/>
                        </a:moveTo>
                        <a:cubicBezTo>
                          <a:pt x="4611" y="1834"/>
                          <a:pt x="3104" y="1745"/>
                          <a:pt x="2351" y="1657"/>
                        </a:cubicBezTo>
                        <a:cubicBezTo>
                          <a:pt x="1597" y="1524"/>
                          <a:pt x="45" y="1213"/>
                          <a:pt x="1" y="548"/>
                        </a:cubicBezTo>
                        <a:cubicBezTo>
                          <a:pt x="-43" y="-116"/>
                          <a:pt x="1375" y="-28"/>
                          <a:pt x="2129" y="61"/>
                        </a:cubicBezTo>
                        <a:cubicBezTo>
                          <a:pt x="2838" y="194"/>
                          <a:pt x="4390" y="504"/>
                          <a:pt x="4523" y="11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32" name="Forme libre : forme 22931">
                    <a:extLst>
                      <a:ext uri="{FF2B5EF4-FFF2-40B4-BE49-F238E27FC236}">
                        <a16:creationId xmlns:a16="http://schemas.microsoft.com/office/drawing/2014/main" id="{5F816312-C52A-418F-A001-BA85F5ADD5A7}"/>
                      </a:ext>
                    </a:extLst>
                  </p:cNvPr>
                  <p:cNvSpPr/>
                  <p:nvPr/>
                </p:nvSpPr>
                <p:spPr>
                  <a:xfrm>
                    <a:off x="5176464" y="1395295"/>
                    <a:ext cx="35457" cy="17456"/>
                  </a:xfrm>
                  <a:custGeom>
                    <a:avLst/>
                    <a:gdLst>
                      <a:gd name="connsiteX0" fmla="*/ 24671 w 35457"/>
                      <a:gd name="connsiteY0" fmla="*/ 8976 h 17456"/>
                      <a:gd name="connsiteX1" fmla="*/ 27508 w 35457"/>
                      <a:gd name="connsiteY1" fmla="*/ 10262 h 17456"/>
                      <a:gd name="connsiteX2" fmla="*/ 30079 w 35457"/>
                      <a:gd name="connsiteY2" fmla="*/ 11237 h 17456"/>
                      <a:gd name="connsiteX3" fmla="*/ 34956 w 35457"/>
                      <a:gd name="connsiteY3" fmla="*/ 13986 h 17456"/>
                      <a:gd name="connsiteX4" fmla="*/ 32872 w 35457"/>
                      <a:gd name="connsiteY4" fmla="*/ 17222 h 17456"/>
                      <a:gd name="connsiteX5" fmla="*/ 27730 w 35457"/>
                      <a:gd name="connsiteY5" fmla="*/ 16646 h 17456"/>
                      <a:gd name="connsiteX6" fmla="*/ 20770 w 35457"/>
                      <a:gd name="connsiteY6" fmla="*/ 13942 h 17456"/>
                      <a:gd name="connsiteX7" fmla="*/ 13943 w 35457"/>
                      <a:gd name="connsiteY7" fmla="*/ 10883 h 17456"/>
                      <a:gd name="connsiteX8" fmla="*/ 9997 w 35457"/>
                      <a:gd name="connsiteY8" fmla="*/ 9287 h 17456"/>
                      <a:gd name="connsiteX9" fmla="*/ 4545 w 35457"/>
                      <a:gd name="connsiteY9" fmla="*/ 6494 h 17456"/>
                      <a:gd name="connsiteX10" fmla="*/ 688 w 35457"/>
                      <a:gd name="connsiteY10" fmla="*/ 598 h 17456"/>
                      <a:gd name="connsiteX11" fmla="*/ 4323 w 35457"/>
                      <a:gd name="connsiteY11" fmla="*/ 110 h 17456"/>
                      <a:gd name="connsiteX12" fmla="*/ 8889 w 35457"/>
                      <a:gd name="connsiteY12" fmla="*/ 1130 h 17456"/>
                      <a:gd name="connsiteX13" fmla="*/ 13455 w 35457"/>
                      <a:gd name="connsiteY13" fmla="*/ 2681 h 17456"/>
                      <a:gd name="connsiteX14" fmla="*/ 16913 w 35457"/>
                      <a:gd name="connsiteY14" fmla="*/ 4100 h 17456"/>
                      <a:gd name="connsiteX15" fmla="*/ 20947 w 35457"/>
                      <a:gd name="connsiteY15" fmla="*/ 6671 h 17456"/>
                      <a:gd name="connsiteX16" fmla="*/ 24671 w 35457"/>
                      <a:gd name="connsiteY16" fmla="*/ 8976 h 17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5457" h="17456">
                        <a:moveTo>
                          <a:pt x="24671" y="8976"/>
                        </a:moveTo>
                        <a:cubicBezTo>
                          <a:pt x="25646" y="9420"/>
                          <a:pt x="26577" y="9863"/>
                          <a:pt x="27508" y="10262"/>
                        </a:cubicBezTo>
                        <a:cubicBezTo>
                          <a:pt x="28395" y="10572"/>
                          <a:pt x="29237" y="10927"/>
                          <a:pt x="30079" y="11237"/>
                        </a:cubicBezTo>
                        <a:cubicBezTo>
                          <a:pt x="31764" y="11947"/>
                          <a:pt x="33315" y="12789"/>
                          <a:pt x="34956" y="13986"/>
                        </a:cubicBezTo>
                        <a:cubicBezTo>
                          <a:pt x="36197" y="14872"/>
                          <a:pt x="35000" y="16690"/>
                          <a:pt x="32872" y="17222"/>
                        </a:cubicBezTo>
                        <a:cubicBezTo>
                          <a:pt x="30744" y="17710"/>
                          <a:pt x="29281" y="17399"/>
                          <a:pt x="27730" y="16646"/>
                        </a:cubicBezTo>
                        <a:cubicBezTo>
                          <a:pt x="25336" y="15582"/>
                          <a:pt x="23075" y="14872"/>
                          <a:pt x="20770" y="13942"/>
                        </a:cubicBezTo>
                        <a:cubicBezTo>
                          <a:pt x="18509" y="12833"/>
                          <a:pt x="16204" y="12080"/>
                          <a:pt x="13943" y="10883"/>
                        </a:cubicBezTo>
                        <a:cubicBezTo>
                          <a:pt x="13233" y="10484"/>
                          <a:pt x="11726" y="9907"/>
                          <a:pt x="9997" y="9287"/>
                        </a:cubicBezTo>
                        <a:cubicBezTo>
                          <a:pt x="8268" y="8666"/>
                          <a:pt x="6318" y="7425"/>
                          <a:pt x="4545" y="6494"/>
                        </a:cubicBezTo>
                        <a:cubicBezTo>
                          <a:pt x="1087" y="4322"/>
                          <a:pt x="-1218" y="1706"/>
                          <a:pt x="688" y="598"/>
                        </a:cubicBezTo>
                        <a:cubicBezTo>
                          <a:pt x="1619" y="-23"/>
                          <a:pt x="2904" y="-111"/>
                          <a:pt x="4323" y="110"/>
                        </a:cubicBezTo>
                        <a:cubicBezTo>
                          <a:pt x="5742" y="332"/>
                          <a:pt x="7338" y="554"/>
                          <a:pt x="8889" y="1130"/>
                        </a:cubicBezTo>
                        <a:cubicBezTo>
                          <a:pt x="10485" y="1751"/>
                          <a:pt x="12037" y="2105"/>
                          <a:pt x="13455" y="2681"/>
                        </a:cubicBezTo>
                        <a:cubicBezTo>
                          <a:pt x="14785" y="3213"/>
                          <a:pt x="16026" y="3745"/>
                          <a:pt x="16913" y="4100"/>
                        </a:cubicBezTo>
                        <a:cubicBezTo>
                          <a:pt x="18553" y="4854"/>
                          <a:pt x="19795" y="5740"/>
                          <a:pt x="20947" y="6671"/>
                        </a:cubicBezTo>
                        <a:cubicBezTo>
                          <a:pt x="22144" y="7558"/>
                          <a:pt x="23208" y="8267"/>
                          <a:pt x="24671" y="897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75" name="Graphique 2">
                  <a:extLst>
                    <a:ext uri="{FF2B5EF4-FFF2-40B4-BE49-F238E27FC236}">
                      <a16:creationId xmlns:a16="http://schemas.microsoft.com/office/drawing/2014/main" id="{19706686-A9DC-4E0F-BB0E-AE99688555F9}"/>
                    </a:ext>
                  </a:extLst>
                </p:cNvPr>
                <p:cNvGrpSpPr/>
                <p:nvPr/>
              </p:nvGrpSpPr>
              <p:grpSpPr>
                <a:xfrm>
                  <a:off x="5215713" y="1339980"/>
                  <a:ext cx="70819" cy="74670"/>
                  <a:chOff x="5215713" y="1339980"/>
                  <a:chExt cx="70819" cy="74670"/>
                </a:xfrm>
                <a:solidFill>
                  <a:schemeClr val="accent1"/>
                </a:solidFill>
              </p:grpSpPr>
              <p:sp>
                <p:nvSpPr>
                  <p:cNvPr id="22909" name="Forme libre : forme 22908">
                    <a:extLst>
                      <a:ext uri="{FF2B5EF4-FFF2-40B4-BE49-F238E27FC236}">
                        <a16:creationId xmlns:a16="http://schemas.microsoft.com/office/drawing/2014/main" id="{5B94CEFF-65C2-4A78-B61C-D17F53864C8F}"/>
                      </a:ext>
                    </a:extLst>
                  </p:cNvPr>
                  <p:cNvSpPr/>
                  <p:nvPr/>
                </p:nvSpPr>
                <p:spPr>
                  <a:xfrm>
                    <a:off x="5215713" y="1339980"/>
                    <a:ext cx="70819" cy="74670"/>
                  </a:xfrm>
                  <a:custGeom>
                    <a:avLst/>
                    <a:gdLst>
                      <a:gd name="connsiteX0" fmla="*/ 63578 w 70819"/>
                      <a:gd name="connsiteY0" fmla="*/ 37205 h 74670"/>
                      <a:gd name="connsiteX1" fmla="*/ 59100 w 70819"/>
                      <a:gd name="connsiteY1" fmla="*/ 43721 h 74670"/>
                      <a:gd name="connsiteX2" fmla="*/ 53027 w 70819"/>
                      <a:gd name="connsiteY2" fmla="*/ 51524 h 74670"/>
                      <a:gd name="connsiteX3" fmla="*/ 46244 w 70819"/>
                      <a:gd name="connsiteY3" fmla="*/ 59060 h 74670"/>
                      <a:gd name="connsiteX4" fmla="*/ 39949 w 70819"/>
                      <a:gd name="connsiteY4" fmla="*/ 64779 h 74670"/>
                      <a:gd name="connsiteX5" fmla="*/ 3952 w 70819"/>
                      <a:gd name="connsiteY5" fmla="*/ 72492 h 74670"/>
                      <a:gd name="connsiteX6" fmla="*/ 672 w 70819"/>
                      <a:gd name="connsiteY6" fmla="*/ 63005 h 74670"/>
                      <a:gd name="connsiteX7" fmla="*/ 16720 w 70819"/>
                      <a:gd name="connsiteY7" fmla="*/ 38402 h 74670"/>
                      <a:gd name="connsiteX8" fmla="*/ 34186 w 70819"/>
                      <a:gd name="connsiteY8" fmla="*/ 18098 h 74670"/>
                      <a:gd name="connsiteX9" fmla="*/ 60563 w 70819"/>
                      <a:gd name="connsiteY9" fmla="*/ 321 h 74670"/>
                      <a:gd name="connsiteX10" fmla="*/ 69562 w 70819"/>
                      <a:gd name="connsiteY10" fmla="*/ 4311 h 74670"/>
                      <a:gd name="connsiteX11" fmla="*/ 70449 w 70819"/>
                      <a:gd name="connsiteY11" fmla="*/ 19384 h 74670"/>
                      <a:gd name="connsiteX12" fmla="*/ 63578 w 70819"/>
                      <a:gd name="connsiteY12" fmla="*/ 37205 h 74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0819" h="74670">
                        <a:moveTo>
                          <a:pt x="63578" y="37205"/>
                        </a:moveTo>
                        <a:cubicBezTo>
                          <a:pt x="62602" y="39022"/>
                          <a:pt x="60873" y="41195"/>
                          <a:pt x="59100" y="43721"/>
                        </a:cubicBezTo>
                        <a:cubicBezTo>
                          <a:pt x="57238" y="46160"/>
                          <a:pt x="55421" y="48952"/>
                          <a:pt x="53027" y="51524"/>
                        </a:cubicBezTo>
                        <a:cubicBezTo>
                          <a:pt x="50722" y="54139"/>
                          <a:pt x="48461" y="56755"/>
                          <a:pt x="46244" y="59060"/>
                        </a:cubicBezTo>
                        <a:cubicBezTo>
                          <a:pt x="43895" y="61276"/>
                          <a:pt x="41678" y="63271"/>
                          <a:pt x="39949" y="64779"/>
                        </a:cubicBezTo>
                        <a:cubicBezTo>
                          <a:pt x="26384" y="75994"/>
                          <a:pt x="14282" y="76260"/>
                          <a:pt x="3952" y="72492"/>
                        </a:cubicBezTo>
                        <a:cubicBezTo>
                          <a:pt x="273" y="71029"/>
                          <a:pt x="-880" y="66064"/>
                          <a:pt x="672" y="63005"/>
                        </a:cubicBezTo>
                        <a:cubicBezTo>
                          <a:pt x="5061" y="53696"/>
                          <a:pt x="8430" y="47002"/>
                          <a:pt x="16720" y="38402"/>
                        </a:cubicBezTo>
                        <a:cubicBezTo>
                          <a:pt x="21330" y="34146"/>
                          <a:pt x="29797" y="23551"/>
                          <a:pt x="34186" y="18098"/>
                        </a:cubicBezTo>
                        <a:cubicBezTo>
                          <a:pt x="41988" y="7725"/>
                          <a:pt x="50500" y="3292"/>
                          <a:pt x="60563" y="321"/>
                        </a:cubicBezTo>
                        <a:cubicBezTo>
                          <a:pt x="64065" y="-742"/>
                          <a:pt x="68720" y="898"/>
                          <a:pt x="69562" y="4311"/>
                        </a:cubicBezTo>
                        <a:cubicBezTo>
                          <a:pt x="70759" y="9232"/>
                          <a:pt x="71202" y="14108"/>
                          <a:pt x="70449" y="19384"/>
                        </a:cubicBezTo>
                        <a:cubicBezTo>
                          <a:pt x="69873" y="24570"/>
                          <a:pt x="67567" y="30467"/>
                          <a:pt x="63578" y="3720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10" name="Forme libre : forme 22909">
                    <a:extLst>
                      <a:ext uri="{FF2B5EF4-FFF2-40B4-BE49-F238E27FC236}">
                        <a16:creationId xmlns:a16="http://schemas.microsoft.com/office/drawing/2014/main" id="{2F3C69AF-154C-4438-B9BC-83BA917F1F6B}"/>
                      </a:ext>
                    </a:extLst>
                  </p:cNvPr>
                  <p:cNvSpPr/>
                  <p:nvPr/>
                </p:nvSpPr>
                <p:spPr>
                  <a:xfrm>
                    <a:off x="5216385" y="1344114"/>
                    <a:ext cx="69977" cy="70496"/>
                  </a:xfrm>
                  <a:custGeom>
                    <a:avLst/>
                    <a:gdLst>
                      <a:gd name="connsiteX0" fmla="*/ 34534 w 69977"/>
                      <a:gd name="connsiteY0" fmla="*/ 47789 h 70496"/>
                      <a:gd name="connsiteX1" fmla="*/ 18397 w 69977"/>
                      <a:gd name="connsiteY1" fmla="*/ 60955 h 70496"/>
                      <a:gd name="connsiteX2" fmla="*/ 9088 w 69977"/>
                      <a:gd name="connsiteY2" fmla="*/ 64546 h 70496"/>
                      <a:gd name="connsiteX3" fmla="*/ 4477 w 69977"/>
                      <a:gd name="connsiteY3" fmla="*/ 65299 h 70496"/>
                      <a:gd name="connsiteX4" fmla="*/ 0 w 69977"/>
                      <a:gd name="connsiteY4" fmla="*/ 65078 h 70496"/>
                      <a:gd name="connsiteX5" fmla="*/ 3192 w 69977"/>
                      <a:gd name="connsiteY5" fmla="*/ 68270 h 70496"/>
                      <a:gd name="connsiteX6" fmla="*/ 8733 w 69977"/>
                      <a:gd name="connsiteY6" fmla="*/ 69866 h 70496"/>
                      <a:gd name="connsiteX7" fmla="*/ 17245 w 69977"/>
                      <a:gd name="connsiteY7" fmla="*/ 70442 h 70496"/>
                      <a:gd name="connsiteX8" fmla="*/ 26421 w 69977"/>
                      <a:gd name="connsiteY8" fmla="*/ 68358 h 70496"/>
                      <a:gd name="connsiteX9" fmla="*/ 32628 w 69977"/>
                      <a:gd name="connsiteY9" fmla="*/ 65255 h 70496"/>
                      <a:gd name="connsiteX10" fmla="*/ 39144 w 69977"/>
                      <a:gd name="connsiteY10" fmla="*/ 60645 h 70496"/>
                      <a:gd name="connsiteX11" fmla="*/ 43622 w 69977"/>
                      <a:gd name="connsiteY11" fmla="*/ 56611 h 70496"/>
                      <a:gd name="connsiteX12" fmla="*/ 53419 w 69977"/>
                      <a:gd name="connsiteY12" fmla="*/ 45971 h 70496"/>
                      <a:gd name="connsiteX13" fmla="*/ 61354 w 69977"/>
                      <a:gd name="connsiteY13" fmla="*/ 35287 h 70496"/>
                      <a:gd name="connsiteX14" fmla="*/ 62773 w 69977"/>
                      <a:gd name="connsiteY14" fmla="*/ 33071 h 70496"/>
                      <a:gd name="connsiteX15" fmla="*/ 68713 w 69977"/>
                      <a:gd name="connsiteY15" fmla="*/ 19949 h 70496"/>
                      <a:gd name="connsiteX16" fmla="*/ 69688 w 69977"/>
                      <a:gd name="connsiteY16" fmla="*/ 4832 h 70496"/>
                      <a:gd name="connsiteX17" fmla="*/ 68802 w 69977"/>
                      <a:gd name="connsiteY17" fmla="*/ 177 h 70496"/>
                      <a:gd name="connsiteX18" fmla="*/ 68757 w 69977"/>
                      <a:gd name="connsiteY18" fmla="*/ 0 h 70496"/>
                      <a:gd name="connsiteX19" fmla="*/ 34534 w 69977"/>
                      <a:gd name="connsiteY19" fmla="*/ 47789 h 70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977" h="70496">
                        <a:moveTo>
                          <a:pt x="34534" y="47789"/>
                        </a:moveTo>
                        <a:cubicBezTo>
                          <a:pt x="29968" y="52887"/>
                          <a:pt x="24471" y="57719"/>
                          <a:pt x="18397" y="60955"/>
                        </a:cubicBezTo>
                        <a:cubicBezTo>
                          <a:pt x="15339" y="62551"/>
                          <a:pt x="12324" y="63970"/>
                          <a:pt x="9088" y="64546"/>
                        </a:cubicBezTo>
                        <a:cubicBezTo>
                          <a:pt x="7536" y="64900"/>
                          <a:pt x="5985" y="65166"/>
                          <a:pt x="4477" y="65299"/>
                        </a:cubicBezTo>
                        <a:cubicBezTo>
                          <a:pt x="2970" y="65432"/>
                          <a:pt x="1419" y="65255"/>
                          <a:pt x="0" y="65078"/>
                        </a:cubicBezTo>
                        <a:cubicBezTo>
                          <a:pt x="621" y="66496"/>
                          <a:pt x="1685" y="67693"/>
                          <a:pt x="3192" y="68270"/>
                        </a:cubicBezTo>
                        <a:cubicBezTo>
                          <a:pt x="5054" y="69023"/>
                          <a:pt x="6871" y="69511"/>
                          <a:pt x="8733" y="69866"/>
                        </a:cubicBezTo>
                        <a:cubicBezTo>
                          <a:pt x="11393" y="70353"/>
                          <a:pt x="14319" y="70619"/>
                          <a:pt x="17245" y="70442"/>
                        </a:cubicBezTo>
                        <a:cubicBezTo>
                          <a:pt x="20126" y="70131"/>
                          <a:pt x="23141" y="69467"/>
                          <a:pt x="26421" y="68358"/>
                        </a:cubicBezTo>
                        <a:cubicBezTo>
                          <a:pt x="28505" y="67605"/>
                          <a:pt x="30455" y="66496"/>
                          <a:pt x="32628" y="65255"/>
                        </a:cubicBezTo>
                        <a:cubicBezTo>
                          <a:pt x="34756" y="63970"/>
                          <a:pt x="37105" y="62551"/>
                          <a:pt x="39144" y="60645"/>
                        </a:cubicBezTo>
                        <a:cubicBezTo>
                          <a:pt x="40430" y="59492"/>
                          <a:pt x="41937" y="58118"/>
                          <a:pt x="43622" y="56611"/>
                        </a:cubicBezTo>
                        <a:cubicBezTo>
                          <a:pt x="46947" y="53640"/>
                          <a:pt x="50094" y="49695"/>
                          <a:pt x="53419" y="45971"/>
                        </a:cubicBezTo>
                        <a:cubicBezTo>
                          <a:pt x="56478" y="42114"/>
                          <a:pt x="59226" y="38302"/>
                          <a:pt x="61354" y="35287"/>
                        </a:cubicBezTo>
                        <a:cubicBezTo>
                          <a:pt x="61930" y="34534"/>
                          <a:pt x="62374" y="33736"/>
                          <a:pt x="62773" y="33071"/>
                        </a:cubicBezTo>
                        <a:cubicBezTo>
                          <a:pt x="65566" y="28327"/>
                          <a:pt x="67605" y="23894"/>
                          <a:pt x="68713" y="19949"/>
                        </a:cubicBezTo>
                        <a:cubicBezTo>
                          <a:pt x="70087" y="14585"/>
                          <a:pt x="70220" y="9620"/>
                          <a:pt x="69688" y="4832"/>
                        </a:cubicBezTo>
                        <a:cubicBezTo>
                          <a:pt x="69467" y="3280"/>
                          <a:pt x="69201" y="1729"/>
                          <a:pt x="68802" y="177"/>
                        </a:cubicBezTo>
                        <a:lnTo>
                          <a:pt x="68757" y="0"/>
                        </a:lnTo>
                        <a:cubicBezTo>
                          <a:pt x="58561" y="16003"/>
                          <a:pt x="47878" y="33381"/>
                          <a:pt x="34534" y="4778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11" name="Forme libre : forme 22910">
                    <a:extLst>
                      <a:ext uri="{FF2B5EF4-FFF2-40B4-BE49-F238E27FC236}">
                        <a16:creationId xmlns:a16="http://schemas.microsoft.com/office/drawing/2014/main" id="{85AAE914-D99D-4F36-BDB0-693D66848D82}"/>
                      </a:ext>
                    </a:extLst>
                  </p:cNvPr>
                  <p:cNvSpPr/>
                  <p:nvPr/>
                </p:nvSpPr>
                <p:spPr>
                  <a:xfrm>
                    <a:off x="5244045" y="1356459"/>
                    <a:ext cx="29913" cy="35805"/>
                  </a:xfrm>
                  <a:custGeom>
                    <a:avLst/>
                    <a:gdLst>
                      <a:gd name="connsiteX0" fmla="*/ 28817 w 29913"/>
                      <a:gd name="connsiteY0" fmla="*/ 245 h 35805"/>
                      <a:gd name="connsiteX1" fmla="*/ 20039 w 29913"/>
                      <a:gd name="connsiteY1" fmla="*/ 22943 h 35805"/>
                      <a:gd name="connsiteX2" fmla="*/ 10508 w 29913"/>
                      <a:gd name="connsiteY2" fmla="*/ 32385 h 35805"/>
                      <a:gd name="connsiteX3" fmla="*/ 711 w 29913"/>
                      <a:gd name="connsiteY3" fmla="*/ 35045 h 35805"/>
                      <a:gd name="connsiteX4" fmla="*/ 3371 w 29913"/>
                      <a:gd name="connsiteY4" fmla="*/ 25824 h 35805"/>
                      <a:gd name="connsiteX5" fmla="*/ 10907 w 29913"/>
                      <a:gd name="connsiteY5" fmla="*/ 15938 h 35805"/>
                      <a:gd name="connsiteX6" fmla="*/ 28817 w 29913"/>
                      <a:gd name="connsiteY6" fmla="*/ 245 h 35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913" h="35805">
                        <a:moveTo>
                          <a:pt x="28817" y="245"/>
                        </a:moveTo>
                        <a:cubicBezTo>
                          <a:pt x="33028" y="2506"/>
                          <a:pt x="24029" y="18199"/>
                          <a:pt x="20039" y="22943"/>
                        </a:cubicBezTo>
                        <a:cubicBezTo>
                          <a:pt x="18310" y="25470"/>
                          <a:pt x="14321" y="29415"/>
                          <a:pt x="10508" y="32385"/>
                        </a:cubicBezTo>
                        <a:cubicBezTo>
                          <a:pt x="6607" y="35311"/>
                          <a:pt x="2440" y="36818"/>
                          <a:pt x="711" y="35045"/>
                        </a:cubicBezTo>
                        <a:cubicBezTo>
                          <a:pt x="-1107" y="33183"/>
                          <a:pt x="844" y="29637"/>
                          <a:pt x="3371" y="25824"/>
                        </a:cubicBezTo>
                        <a:cubicBezTo>
                          <a:pt x="5809" y="21923"/>
                          <a:pt x="9311" y="18111"/>
                          <a:pt x="10907" y="15938"/>
                        </a:cubicBezTo>
                        <a:cubicBezTo>
                          <a:pt x="14542" y="11993"/>
                          <a:pt x="24738" y="-2016"/>
                          <a:pt x="28817" y="24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12" name="Forme libre : forme 22911">
                    <a:extLst>
                      <a:ext uri="{FF2B5EF4-FFF2-40B4-BE49-F238E27FC236}">
                        <a16:creationId xmlns:a16="http://schemas.microsoft.com/office/drawing/2014/main" id="{70F4EB9D-00EA-4130-A1B4-E57E6F730750}"/>
                      </a:ext>
                    </a:extLst>
                  </p:cNvPr>
                  <p:cNvSpPr/>
                  <p:nvPr/>
                </p:nvSpPr>
                <p:spPr>
                  <a:xfrm>
                    <a:off x="5243732" y="1370846"/>
                    <a:ext cx="25849" cy="21258"/>
                  </a:xfrm>
                  <a:custGeom>
                    <a:avLst/>
                    <a:gdLst>
                      <a:gd name="connsiteX0" fmla="*/ 4260 w 25849"/>
                      <a:gd name="connsiteY0" fmla="*/ 10817 h 21258"/>
                      <a:gd name="connsiteX1" fmla="*/ 891 w 25849"/>
                      <a:gd name="connsiteY1" fmla="*/ 20791 h 21258"/>
                      <a:gd name="connsiteX2" fmla="*/ 10821 w 25849"/>
                      <a:gd name="connsiteY2" fmla="*/ 17954 h 21258"/>
                      <a:gd name="connsiteX3" fmla="*/ 20574 w 25849"/>
                      <a:gd name="connsiteY3" fmla="*/ 8334 h 21258"/>
                      <a:gd name="connsiteX4" fmla="*/ 25850 w 25849"/>
                      <a:gd name="connsiteY4" fmla="*/ 0 h 21258"/>
                      <a:gd name="connsiteX5" fmla="*/ 22480 w 25849"/>
                      <a:gd name="connsiteY5" fmla="*/ 4034 h 21258"/>
                      <a:gd name="connsiteX6" fmla="*/ 4260 w 25849"/>
                      <a:gd name="connsiteY6" fmla="*/ 10817 h 21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849" h="21258">
                        <a:moveTo>
                          <a:pt x="4260" y="10817"/>
                        </a:moveTo>
                        <a:cubicBezTo>
                          <a:pt x="3241" y="13565"/>
                          <a:pt x="-2079" y="19107"/>
                          <a:pt x="891" y="20791"/>
                        </a:cubicBezTo>
                        <a:cubicBezTo>
                          <a:pt x="3196" y="22032"/>
                          <a:pt x="7098" y="20702"/>
                          <a:pt x="10821" y="17954"/>
                        </a:cubicBezTo>
                        <a:cubicBezTo>
                          <a:pt x="14457" y="15161"/>
                          <a:pt x="18313" y="11482"/>
                          <a:pt x="20574" y="8334"/>
                        </a:cubicBezTo>
                        <a:cubicBezTo>
                          <a:pt x="21949" y="6517"/>
                          <a:pt x="24786" y="2305"/>
                          <a:pt x="25850" y="0"/>
                        </a:cubicBezTo>
                        <a:cubicBezTo>
                          <a:pt x="25052" y="1197"/>
                          <a:pt x="23500" y="3103"/>
                          <a:pt x="22480" y="4034"/>
                        </a:cubicBezTo>
                        <a:cubicBezTo>
                          <a:pt x="16629" y="9398"/>
                          <a:pt x="8561" y="14363"/>
                          <a:pt x="4260" y="1081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13" name="Forme libre : forme 22912">
                    <a:extLst>
                      <a:ext uri="{FF2B5EF4-FFF2-40B4-BE49-F238E27FC236}">
                        <a16:creationId xmlns:a16="http://schemas.microsoft.com/office/drawing/2014/main" id="{76106933-DDBF-4416-8E83-240D656C1C98}"/>
                      </a:ext>
                    </a:extLst>
                  </p:cNvPr>
                  <p:cNvSpPr/>
                  <p:nvPr/>
                </p:nvSpPr>
                <p:spPr>
                  <a:xfrm>
                    <a:off x="5246577" y="1354766"/>
                    <a:ext cx="29421" cy="36847"/>
                  </a:xfrm>
                  <a:custGeom>
                    <a:avLst/>
                    <a:gdLst>
                      <a:gd name="connsiteX0" fmla="*/ 28590 w 29421"/>
                      <a:gd name="connsiteY0" fmla="*/ 520 h 36847"/>
                      <a:gd name="connsiteX1" fmla="*/ 27083 w 29421"/>
                      <a:gd name="connsiteY1" fmla="*/ 11470 h 36847"/>
                      <a:gd name="connsiteX2" fmla="*/ 23581 w 29421"/>
                      <a:gd name="connsiteY2" fmla="*/ 18430 h 36847"/>
                      <a:gd name="connsiteX3" fmla="*/ 19990 w 29421"/>
                      <a:gd name="connsiteY3" fmla="*/ 23794 h 36847"/>
                      <a:gd name="connsiteX4" fmla="*/ 795 w 29421"/>
                      <a:gd name="connsiteY4" fmla="*/ 36118 h 36847"/>
                      <a:gd name="connsiteX5" fmla="*/ 10769 w 29421"/>
                      <a:gd name="connsiteY5" fmla="*/ 16745 h 36847"/>
                      <a:gd name="connsiteX6" fmla="*/ 28590 w 29421"/>
                      <a:gd name="connsiteY6" fmla="*/ 520 h 3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421" h="36847">
                        <a:moveTo>
                          <a:pt x="28590" y="520"/>
                        </a:moveTo>
                        <a:cubicBezTo>
                          <a:pt x="30275" y="2338"/>
                          <a:pt x="29211" y="6726"/>
                          <a:pt x="27083" y="11470"/>
                        </a:cubicBezTo>
                        <a:cubicBezTo>
                          <a:pt x="26019" y="13819"/>
                          <a:pt x="24822" y="16257"/>
                          <a:pt x="23581" y="18430"/>
                        </a:cubicBezTo>
                        <a:cubicBezTo>
                          <a:pt x="22251" y="20558"/>
                          <a:pt x="20965" y="22420"/>
                          <a:pt x="19990" y="23794"/>
                        </a:cubicBezTo>
                        <a:cubicBezTo>
                          <a:pt x="16443" y="29424"/>
                          <a:pt x="4917" y="39664"/>
                          <a:pt x="795" y="36118"/>
                        </a:cubicBezTo>
                        <a:cubicBezTo>
                          <a:pt x="-3018" y="32837"/>
                          <a:pt x="7976" y="21045"/>
                          <a:pt x="10769" y="16745"/>
                        </a:cubicBezTo>
                        <a:cubicBezTo>
                          <a:pt x="14138" y="12977"/>
                          <a:pt x="25265" y="-3071"/>
                          <a:pt x="28590" y="52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14" name="Forme libre : forme 22913">
                    <a:extLst>
                      <a:ext uri="{FF2B5EF4-FFF2-40B4-BE49-F238E27FC236}">
                        <a16:creationId xmlns:a16="http://schemas.microsoft.com/office/drawing/2014/main" id="{E88912F1-D974-40C4-9024-90230698EE49}"/>
                      </a:ext>
                    </a:extLst>
                  </p:cNvPr>
                  <p:cNvSpPr/>
                  <p:nvPr/>
                </p:nvSpPr>
                <p:spPr>
                  <a:xfrm>
                    <a:off x="5226464" y="1368548"/>
                    <a:ext cx="47641" cy="37655"/>
                  </a:xfrm>
                  <a:custGeom>
                    <a:avLst/>
                    <a:gdLst>
                      <a:gd name="connsiteX0" fmla="*/ 1846 w 47641"/>
                      <a:gd name="connsiteY0" fmla="*/ 35856 h 37655"/>
                      <a:gd name="connsiteX1" fmla="*/ 9825 w 47641"/>
                      <a:gd name="connsiteY1" fmla="*/ 37452 h 37655"/>
                      <a:gd name="connsiteX2" fmla="*/ 31813 w 47641"/>
                      <a:gd name="connsiteY2" fmla="*/ 28852 h 37655"/>
                      <a:gd name="connsiteX3" fmla="*/ 40458 w 47641"/>
                      <a:gd name="connsiteY3" fmla="*/ 19986 h 37655"/>
                      <a:gd name="connsiteX4" fmla="*/ 46088 w 47641"/>
                      <a:gd name="connsiteY4" fmla="*/ 10233 h 37655"/>
                      <a:gd name="connsiteX5" fmla="*/ 45467 w 47641"/>
                      <a:gd name="connsiteY5" fmla="*/ 37 h 37655"/>
                      <a:gd name="connsiteX6" fmla="*/ 39172 w 47641"/>
                      <a:gd name="connsiteY6" fmla="*/ 4293 h 37655"/>
                      <a:gd name="connsiteX7" fmla="*/ 31060 w 47641"/>
                      <a:gd name="connsiteY7" fmla="*/ 10277 h 37655"/>
                      <a:gd name="connsiteX8" fmla="*/ 22016 w 47641"/>
                      <a:gd name="connsiteY8" fmla="*/ 14799 h 37655"/>
                      <a:gd name="connsiteX9" fmla="*/ 4594 w 47641"/>
                      <a:gd name="connsiteY9" fmla="*/ 22513 h 37655"/>
                      <a:gd name="connsiteX10" fmla="*/ 161 w 47641"/>
                      <a:gd name="connsiteY10" fmla="*/ 29783 h 37655"/>
                      <a:gd name="connsiteX11" fmla="*/ 1846 w 47641"/>
                      <a:gd name="connsiteY11" fmla="*/ 35856 h 37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7641" h="37655">
                        <a:moveTo>
                          <a:pt x="1846" y="35856"/>
                        </a:moveTo>
                        <a:cubicBezTo>
                          <a:pt x="4328" y="37718"/>
                          <a:pt x="5791" y="37896"/>
                          <a:pt x="9825" y="37452"/>
                        </a:cubicBezTo>
                        <a:cubicBezTo>
                          <a:pt x="17450" y="36477"/>
                          <a:pt x="24011" y="34837"/>
                          <a:pt x="31813" y="28852"/>
                        </a:cubicBezTo>
                        <a:cubicBezTo>
                          <a:pt x="35050" y="26370"/>
                          <a:pt x="37887" y="23178"/>
                          <a:pt x="40458" y="19986"/>
                        </a:cubicBezTo>
                        <a:cubicBezTo>
                          <a:pt x="42985" y="16750"/>
                          <a:pt x="44758" y="13292"/>
                          <a:pt x="46088" y="10233"/>
                        </a:cubicBezTo>
                        <a:cubicBezTo>
                          <a:pt x="48127" y="5667"/>
                          <a:pt x="48393" y="569"/>
                          <a:pt x="45467" y="37"/>
                        </a:cubicBezTo>
                        <a:cubicBezTo>
                          <a:pt x="43605" y="-362"/>
                          <a:pt x="41610" y="2564"/>
                          <a:pt x="39172" y="4293"/>
                        </a:cubicBezTo>
                        <a:cubicBezTo>
                          <a:pt x="36424" y="6376"/>
                          <a:pt x="33808" y="8415"/>
                          <a:pt x="31060" y="10277"/>
                        </a:cubicBezTo>
                        <a:cubicBezTo>
                          <a:pt x="28178" y="12006"/>
                          <a:pt x="25208" y="13558"/>
                          <a:pt x="22016" y="14799"/>
                        </a:cubicBezTo>
                        <a:cubicBezTo>
                          <a:pt x="16342" y="16705"/>
                          <a:pt x="9825" y="17548"/>
                          <a:pt x="4594" y="22513"/>
                        </a:cubicBezTo>
                        <a:cubicBezTo>
                          <a:pt x="2333" y="24951"/>
                          <a:pt x="649" y="27212"/>
                          <a:pt x="161" y="29783"/>
                        </a:cubicBezTo>
                        <a:cubicBezTo>
                          <a:pt x="-282" y="32221"/>
                          <a:pt x="161" y="34571"/>
                          <a:pt x="1846" y="3585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15" name="Forme libre : forme 22914">
                    <a:extLst>
                      <a:ext uri="{FF2B5EF4-FFF2-40B4-BE49-F238E27FC236}">
                        <a16:creationId xmlns:a16="http://schemas.microsoft.com/office/drawing/2014/main" id="{61498029-DD13-488D-9840-2D4B6C2D9050}"/>
                      </a:ext>
                    </a:extLst>
                  </p:cNvPr>
                  <p:cNvSpPr/>
                  <p:nvPr/>
                </p:nvSpPr>
                <p:spPr>
                  <a:xfrm>
                    <a:off x="5234215" y="1380119"/>
                    <a:ext cx="11363" cy="14427"/>
                  </a:xfrm>
                  <a:custGeom>
                    <a:avLst/>
                    <a:gdLst>
                      <a:gd name="connsiteX0" fmla="*/ 567 w 11363"/>
                      <a:gd name="connsiteY0" fmla="*/ 12050 h 14427"/>
                      <a:gd name="connsiteX1" fmla="*/ 35 w 11363"/>
                      <a:gd name="connsiteY1" fmla="*/ 14001 h 14427"/>
                      <a:gd name="connsiteX2" fmla="*/ 1764 w 11363"/>
                      <a:gd name="connsiteY2" fmla="*/ 14090 h 14427"/>
                      <a:gd name="connsiteX3" fmla="*/ 4335 w 11363"/>
                      <a:gd name="connsiteY3" fmla="*/ 12139 h 14427"/>
                      <a:gd name="connsiteX4" fmla="*/ 9477 w 11363"/>
                      <a:gd name="connsiteY4" fmla="*/ 6066 h 14427"/>
                      <a:gd name="connsiteX5" fmla="*/ 10984 w 11363"/>
                      <a:gd name="connsiteY5" fmla="*/ 3628 h 14427"/>
                      <a:gd name="connsiteX6" fmla="*/ 10630 w 11363"/>
                      <a:gd name="connsiteY6" fmla="*/ 125 h 14427"/>
                      <a:gd name="connsiteX7" fmla="*/ 6995 w 11363"/>
                      <a:gd name="connsiteY7" fmla="*/ 2032 h 14427"/>
                      <a:gd name="connsiteX8" fmla="*/ 567 w 11363"/>
                      <a:gd name="connsiteY8" fmla="*/ 12050 h 14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63" h="14427">
                        <a:moveTo>
                          <a:pt x="567" y="12050"/>
                        </a:moveTo>
                        <a:cubicBezTo>
                          <a:pt x="168" y="12848"/>
                          <a:pt x="-98" y="13380"/>
                          <a:pt x="35" y="14001"/>
                        </a:cubicBezTo>
                        <a:cubicBezTo>
                          <a:pt x="168" y="14622"/>
                          <a:pt x="921" y="14489"/>
                          <a:pt x="1764" y="14090"/>
                        </a:cubicBezTo>
                        <a:cubicBezTo>
                          <a:pt x="2561" y="13691"/>
                          <a:pt x="3581" y="12804"/>
                          <a:pt x="4335" y="12139"/>
                        </a:cubicBezTo>
                        <a:cubicBezTo>
                          <a:pt x="6285" y="10410"/>
                          <a:pt x="7970" y="8061"/>
                          <a:pt x="9477" y="6066"/>
                        </a:cubicBezTo>
                        <a:cubicBezTo>
                          <a:pt x="10053" y="5223"/>
                          <a:pt x="10674" y="4425"/>
                          <a:pt x="10984" y="3628"/>
                        </a:cubicBezTo>
                        <a:cubicBezTo>
                          <a:pt x="11649" y="1899"/>
                          <a:pt x="11383" y="480"/>
                          <a:pt x="10630" y="125"/>
                        </a:cubicBezTo>
                        <a:cubicBezTo>
                          <a:pt x="9876" y="-274"/>
                          <a:pt x="8679" y="258"/>
                          <a:pt x="6995" y="2032"/>
                        </a:cubicBezTo>
                        <a:cubicBezTo>
                          <a:pt x="4423" y="4736"/>
                          <a:pt x="2251" y="8992"/>
                          <a:pt x="567" y="1205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16" name="Forme libre : forme 22915">
                    <a:extLst>
                      <a:ext uri="{FF2B5EF4-FFF2-40B4-BE49-F238E27FC236}">
                        <a16:creationId xmlns:a16="http://schemas.microsoft.com/office/drawing/2014/main" id="{36383745-A17F-4244-A51D-9F6F4F4B62CE}"/>
                      </a:ext>
                    </a:extLst>
                  </p:cNvPr>
                  <p:cNvSpPr/>
                  <p:nvPr/>
                </p:nvSpPr>
                <p:spPr>
                  <a:xfrm>
                    <a:off x="5279335" y="1344691"/>
                    <a:ext cx="5495" cy="31076"/>
                  </a:xfrm>
                  <a:custGeom>
                    <a:avLst/>
                    <a:gdLst>
                      <a:gd name="connsiteX0" fmla="*/ 4167 w 5495"/>
                      <a:gd name="connsiteY0" fmla="*/ 0 h 31076"/>
                      <a:gd name="connsiteX1" fmla="*/ 0 w 5495"/>
                      <a:gd name="connsiteY1" fmla="*/ 31076 h 31076"/>
                      <a:gd name="connsiteX2" fmla="*/ 4167 w 5495"/>
                      <a:gd name="connsiteY2" fmla="*/ 0 h 31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495" h="31076">
                        <a:moveTo>
                          <a:pt x="4167" y="0"/>
                        </a:moveTo>
                        <a:cubicBezTo>
                          <a:pt x="7581" y="6871"/>
                          <a:pt x="3768" y="21279"/>
                          <a:pt x="0" y="31076"/>
                        </a:cubicBezTo>
                        <a:cubicBezTo>
                          <a:pt x="3990" y="20437"/>
                          <a:pt x="4566" y="8733"/>
                          <a:pt x="416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17" name="Forme libre : forme 22916">
                    <a:extLst>
                      <a:ext uri="{FF2B5EF4-FFF2-40B4-BE49-F238E27FC236}">
                        <a16:creationId xmlns:a16="http://schemas.microsoft.com/office/drawing/2014/main" id="{C2865FB9-1F90-40AD-89D0-3212F5306AEF}"/>
                      </a:ext>
                    </a:extLst>
                  </p:cNvPr>
                  <p:cNvSpPr/>
                  <p:nvPr/>
                </p:nvSpPr>
                <p:spPr>
                  <a:xfrm>
                    <a:off x="5217271" y="1378559"/>
                    <a:ext cx="16624" cy="25091"/>
                  </a:xfrm>
                  <a:custGeom>
                    <a:avLst/>
                    <a:gdLst>
                      <a:gd name="connsiteX0" fmla="*/ 16624 w 16624"/>
                      <a:gd name="connsiteY0" fmla="*/ 0 h 25091"/>
                      <a:gd name="connsiteX1" fmla="*/ 0 w 16624"/>
                      <a:gd name="connsiteY1" fmla="*/ 25091 h 25091"/>
                      <a:gd name="connsiteX2" fmla="*/ 8068 w 16624"/>
                      <a:gd name="connsiteY2" fmla="*/ 12679 h 25091"/>
                      <a:gd name="connsiteX3" fmla="*/ 12501 w 16624"/>
                      <a:gd name="connsiteY3" fmla="*/ 6206 h 25091"/>
                      <a:gd name="connsiteX4" fmla="*/ 14674 w 16624"/>
                      <a:gd name="connsiteY4" fmla="*/ 3147 h 25091"/>
                      <a:gd name="connsiteX5" fmla="*/ 16624 w 16624"/>
                      <a:gd name="connsiteY5" fmla="*/ 0 h 25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624" h="25091">
                        <a:moveTo>
                          <a:pt x="16624" y="0"/>
                        </a:moveTo>
                        <a:cubicBezTo>
                          <a:pt x="9443" y="7935"/>
                          <a:pt x="5009" y="16890"/>
                          <a:pt x="0" y="25091"/>
                        </a:cubicBezTo>
                        <a:cubicBezTo>
                          <a:pt x="2084" y="21057"/>
                          <a:pt x="5142" y="17112"/>
                          <a:pt x="8068" y="12679"/>
                        </a:cubicBezTo>
                        <a:cubicBezTo>
                          <a:pt x="9620" y="10684"/>
                          <a:pt x="11038" y="8290"/>
                          <a:pt x="12501" y="6206"/>
                        </a:cubicBezTo>
                        <a:cubicBezTo>
                          <a:pt x="13255" y="5142"/>
                          <a:pt x="13964" y="4123"/>
                          <a:pt x="14674" y="3147"/>
                        </a:cubicBezTo>
                        <a:cubicBezTo>
                          <a:pt x="15338" y="2039"/>
                          <a:pt x="16004" y="975"/>
                          <a:pt x="1662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18" name="Forme libre : forme 22917">
                    <a:extLst>
                      <a:ext uri="{FF2B5EF4-FFF2-40B4-BE49-F238E27FC236}">
                        <a16:creationId xmlns:a16="http://schemas.microsoft.com/office/drawing/2014/main" id="{6C3A07E9-B015-40A2-9549-BF0953698158}"/>
                      </a:ext>
                    </a:extLst>
                  </p:cNvPr>
                  <p:cNvSpPr/>
                  <p:nvPr/>
                </p:nvSpPr>
                <p:spPr>
                  <a:xfrm>
                    <a:off x="5254678" y="1364053"/>
                    <a:ext cx="11395" cy="12725"/>
                  </a:xfrm>
                  <a:custGeom>
                    <a:avLst/>
                    <a:gdLst>
                      <a:gd name="connsiteX0" fmla="*/ 11313 w 11395"/>
                      <a:gd name="connsiteY0" fmla="*/ 410 h 12725"/>
                      <a:gd name="connsiteX1" fmla="*/ 9629 w 11395"/>
                      <a:gd name="connsiteY1" fmla="*/ 4754 h 12725"/>
                      <a:gd name="connsiteX2" fmla="*/ 6171 w 11395"/>
                      <a:gd name="connsiteY2" fmla="*/ 8700 h 12725"/>
                      <a:gd name="connsiteX3" fmla="*/ 53 w 11395"/>
                      <a:gd name="connsiteY3" fmla="*/ 12157 h 12725"/>
                      <a:gd name="connsiteX4" fmla="*/ 5063 w 11395"/>
                      <a:gd name="connsiteY4" fmla="*/ 4621 h 12725"/>
                      <a:gd name="connsiteX5" fmla="*/ 11313 w 11395"/>
                      <a:gd name="connsiteY5" fmla="*/ 410 h 12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395" h="12725">
                        <a:moveTo>
                          <a:pt x="11313" y="410"/>
                        </a:moveTo>
                        <a:cubicBezTo>
                          <a:pt x="11668" y="1296"/>
                          <a:pt x="10826" y="3070"/>
                          <a:pt x="9629" y="4754"/>
                        </a:cubicBezTo>
                        <a:cubicBezTo>
                          <a:pt x="8387" y="6394"/>
                          <a:pt x="6880" y="7990"/>
                          <a:pt x="6171" y="8700"/>
                        </a:cubicBezTo>
                        <a:cubicBezTo>
                          <a:pt x="4752" y="10207"/>
                          <a:pt x="630" y="14197"/>
                          <a:pt x="53" y="12157"/>
                        </a:cubicBezTo>
                        <a:cubicBezTo>
                          <a:pt x="-523" y="10118"/>
                          <a:pt x="3733" y="5951"/>
                          <a:pt x="5063" y="4621"/>
                        </a:cubicBezTo>
                        <a:cubicBezTo>
                          <a:pt x="6481" y="3336"/>
                          <a:pt x="10560" y="-1408"/>
                          <a:pt x="11313" y="41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19" name="Forme libre : forme 22918">
                    <a:extLst>
                      <a:ext uri="{FF2B5EF4-FFF2-40B4-BE49-F238E27FC236}">
                        <a16:creationId xmlns:a16="http://schemas.microsoft.com/office/drawing/2014/main" id="{6504650B-760C-4381-97D8-925885B6675C}"/>
                      </a:ext>
                    </a:extLst>
                  </p:cNvPr>
                  <p:cNvSpPr/>
                  <p:nvPr/>
                </p:nvSpPr>
                <p:spPr>
                  <a:xfrm>
                    <a:off x="5264240" y="1362043"/>
                    <a:ext cx="3058" cy="3918"/>
                  </a:xfrm>
                  <a:custGeom>
                    <a:avLst/>
                    <a:gdLst>
                      <a:gd name="connsiteX0" fmla="*/ 2815 w 3058"/>
                      <a:gd name="connsiteY0" fmla="*/ 25 h 3918"/>
                      <a:gd name="connsiteX1" fmla="*/ 2283 w 3058"/>
                      <a:gd name="connsiteY1" fmla="*/ 2242 h 3918"/>
                      <a:gd name="connsiteX2" fmla="*/ 244 w 3058"/>
                      <a:gd name="connsiteY2" fmla="*/ 3882 h 3918"/>
                      <a:gd name="connsiteX3" fmla="*/ 775 w 3058"/>
                      <a:gd name="connsiteY3" fmla="*/ 1710 h 3918"/>
                      <a:gd name="connsiteX4" fmla="*/ 2815 w 3058"/>
                      <a:gd name="connsiteY4" fmla="*/ 25 h 3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58" h="3918">
                        <a:moveTo>
                          <a:pt x="2815" y="25"/>
                        </a:moveTo>
                        <a:cubicBezTo>
                          <a:pt x="3435" y="247"/>
                          <a:pt x="2726" y="1577"/>
                          <a:pt x="2283" y="2242"/>
                        </a:cubicBezTo>
                        <a:cubicBezTo>
                          <a:pt x="1840" y="2907"/>
                          <a:pt x="864" y="4148"/>
                          <a:pt x="244" y="3882"/>
                        </a:cubicBezTo>
                        <a:cubicBezTo>
                          <a:pt x="-377" y="3616"/>
                          <a:pt x="332" y="2375"/>
                          <a:pt x="775" y="1710"/>
                        </a:cubicBezTo>
                        <a:cubicBezTo>
                          <a:pt x="1219" y="1089"/>
                          <a:pt x="2194" y="-196"/>
                          <a:pt x="2815" y="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20" name="Forme libre : forme 22919">
                    <a:extLst>
                      <a:ext uri="{FF2B5EF4-FFF2-40B4-BE49-F238E27FC236}">
                        <a16:creationId xmlns:a16="http://schemas.microsoft.com/office/drawing/2014/main" id="{E2633A1B-4E04-4193-89BB-AC118179651A}"/>
                      </a:ext>
                    </a:extLst>
                  </p:cNvPr>
                  <p:cNvSpPr/>
                  <p:nvPr/>
                </p:nvSpPr>
                <p:spPr>
                  <a:xfrm>
                    <a:off x="5247031" y="1344237"/>
                    <a:ext cx="33249" cy="26609"/>
                  </a:xfrm>
                  <a:custGeom>
                    <a:avLst/>
                    <a:gdLst>
                      <a:gd name="connsiteX0" fmla="*/ 20689 w 33249"/>
                      <a:gd name="connsiteY0" fmla="*/ 4753 h 26609"/>
                      <a:gd name="connsiteX1" fmla="*/ 31860 w 33249"/>
                      <a:gd name="connsiteY1" fmla="*/ 10 h 26609"/>
                      <a:gd name="connsiteX2" fmla="*/ 32614 w 33249"/>
                      <a:gd name="connsiteY2" fmla="*/ 3867 h 26609"/>
                      <a:gd name="connsiteX3" fmla="*/ 28624 w 33249"/>
                      <a:gd name="connsiteY3" fmla="*/ 7147 h 26609"/>
                      <a:gd name="connsiteX4" fmla="*/ 15635 w 33249"/>
                      <a:gd name="connsiteY4" fmla="*/ 15881 h 26609"/>
                      <a:gd name="connsiteX5" fmla="*/ 75 w 33249"/>
                      <a:gd name="connsiteY5" fmla="*/ 25545 h 26609"/>
                      <a:gd name="connsiteX6" fmla="*/ 4109 w 33249"/>
                      <a:gd name="connsiteY6" fmla="*/ 17033 h 26609"/>
                      <a:gd name="connsiteX7" fmla="*/ 11335 w 33249"/>
                      <a:gd name="connsiteY7" fmla="*/ 9674 h 26609"/>
                      <a:gd name="connsiteX8" fmla="*/ 20689 w 33249"/>
                      <a:gd name="connsiteY8" fmla="*/ 4753 h 26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249" h="26609">
                        <a:moveTo>
                          <a:pt x="20689" y="4753"/>
                        </a:moveTo>
                        <a:cubicBezTo>
                          <a:pt x="24856" y="2271"/>
                          <a:pt x="27871" y="453"/>
                          <a:pt x="31860" y="10"/>
                        </a:cubicBezTo>
                        <a:cubicBezTo>
                          <a:pt x="33323" y="-167"/>
                          <a:pt x="33722" y="2005"/>
                          <a:pt x="32614" y="3867"/>
                        </a:cubicBezTo>
                        <a:cubicBezTo>
                          <a:pt x="31506" y="5685"/>
                          <a:pt x="30087" y="6394"/>
                          <a:pt x="28624" y="7147"/>
                        </a:cubicBezTo>
                        <a:cubicBezTo>
                          <a:pt x="24147" y="9586"/>
                          <a:pt x="20024" y="12600"/>
                          <a:pt x="15635" y="15881"/>
                        </a:cubicBezTo>
                        <a:cubicBezTo>
                          <a:pt x="13108" y="18230"/>
                          <a:pt x="917" y="30200"/>
                          <a:pt x="75" y="25545"/>
                        </a:cubicBezTo>
                        <a:cubicBezTo>
                          <a:pt x="-413" y="23240"/>
                          <a:pt x="1538" y="20003"/>
                          <a:pt x="4109" y="17033"/>
                        </a:cubicBezTo>
                        <a:cubicBezTo>
                          <a:pt x="6680" y="14063"/>
                          <a:pt x="9562" y="10960"/>
                          <a:pt x="11335" y="9674"/>
                        </a:cubicBezTo>
                        <a:cubicBezTo>
                          <a:pt x="14882" y="7014"/>
                          <a:pt x="17542" y="6660"/>
                          <a:pt x="20689" y="475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76" name="Graphique 2">
                  <a:extLst>
                    <a:ext uri="{FF2B5EF4-FFF2-40B4-BE49-F238E27FC236}">
                      <a16:creationId xmlns:a16="http://schemas.microsoft.com/office/drawing/2014/main" id="{E065FB40-1CD1-47CD-A84D-BF55CA72612E}"/>
                    </a:ext>
                  </a:extLst>
                </p:cNvPr>
                <p:cNvGrpSpPr/>
                <p:nvPr/>
              </p:nvGrpSpPr>
              <p:grpSpPr>
                <a:xfrm>
                  <a:off x="5278850" y="1268253"/>
                  <a:ext cx="71506" cy="73674"/>
                  <a:chOff x="5278850" y="1268253"/>
                  <a:chExt cx="71506" cy="73674"/>
                </a:xfrm>
                <a:solidFill>
                  <a:schemeClr val="accent1"/>
                </a:solidFill>
              </p:grpSpPr>
              <p:sp>
                <p:nvSpPr>
                  <p:cNvPr id="22897" name="Forme libre : forme 22896">
                    <a:extLst>
                      <a:ext uri="{FF2B5EF4-FFF2-40B4-BE49-F238E27FC236}">
                        <a16:creationId xmlns:a16="http://schemas.microsoft.com/office/drawing/2014/main" id="{2E0504E2-C9C7-48BE-8E75-B9643E966244}"/>
                      </a:ext>
                    </a:extLst>
                  </p:cNvPr>
                  <p:cNvSpPr/>
                  <p:nvPr/>
                </p:nvSpPr>
                <p:spPr>
                  <a:xfrm>
                    <a:off x="5278850" y="1268253"/>
                    <a:ext cx="71506" cy="73652"/>
                  </a:xfrm>
                  <a:custGeom>
                    <a:avLst/>
                    <a:gdLst>
                      <a:gd name="connsiteX0" fmla="*/ 55632 w 71506"/>
                      <a:gd name="connsiteY0" fmla="*/ 35121 h 73652"/>
                      <a:gd name="connsiteX1" fmla="*/ 45924 w 71506"/>
                      <a:gd name="connsiteY1" fmla="*/ 45139 h 73652"/>
                      <a:gd name="connsiteX2" fmla="*/ 36437 w 71506"/>
                      <a:gd name="connsiteY2" fmla="*/ 56355 h 73652"/>
                      <a:gd name="connsiteX3" fmla="*/ 8420 w 71506"/>
                      <a:gd name="connsiteY3" fmla="*/ 73511 h 73652"/>
                      <a:gd name="connsiteX4" fmla="*/ 307 w 71506"/>
                      <a:gd name="connsiteY4" fmla="*/ 67615 h 73652"/>
                      <a:gd name="connsiteX5" fmla="*/ 8819 w 71506"/>
                      <a:gd name="connsiteY5" fmla="*/ 34677 h 73652"/>
                      <a:gd name="connsiteX6" fmla="*/ 19104 w 71506"/>
                      <a:gd name="connsiteY6" fmla="*/ 21555 h 73652"/>
                      <a:gd name="connsiteX7" fmla="*/ 31649 w 71506"/>
                      <a:gd name="connsiteY7" fmla="*/ 9542 h 73652"/>
                      <a:gd name="connsiteX8" fmla="*/ 65341 w 71506"/>
                      <a:gd name="connsiteY8" fmla="*/ 853 h 73652"/>
                      <a:gd name="connsiteX9" fmla="*/ 71370 w 71506"/>
                      <a:gd name="connsiteY9" fmla="*/ 8611 h 73652"/>
                      <a:gd name="connsiteX10" fmla="*/ 55632 w 71506"/>
                      <a:gd name="connsiteY10" fmla="*/ 35121 h 73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1506" h="73652">
                        <a:moveTo>
                          <a:pt x="55632" y="35121"/>
                        </a:moveTo>
                        <a:cubicBezTo>
                          <a:pt x="53194" y="37515"/>
                          <a:pt x="49470" y="41150"/>
                          <a:pt x="45924" y="45139"/>
                        </a:cubicBezTo>
                        <a:cubicBezTo>
                          <a:pt x="42378" y="49129"/>
                          <a:pt x="38831" y="53474"/>
                          <a:pt x="36437" y="56355"/>
                        </a:cubicBezTo>
                        <a:cubicBezTo>
                          <a:pt x="27438" y="67261"/>
                          <a:pt x="19015" y="71206"/>
                          <a:pt x="8420" y="73511"/>
                        </a:cubicBezTo>
                        <a:cubicBezTo>
                          <a:pt x="4785" y="74354"/>
                          <a:pt x="706" y="71295"/>
                          <a:pt x="307" y="67615"/>
                        </a:cubicBezTo>
                        <a:cubicBezTo>
                          <a:pt x="-712" y="56976"/>
                          <a:pt x="485" y="47267"/>
                          <a:pt x="8819" y="34677"/>
                        </a:cubicBezTo>
                        <a:cubicBezTo>
                          <a:pt x="11035" y="31353"/>
                          <a:pt x="14804" y="26343"/>
                          <a:pt x="19104" y="21555"/>
                        </a:cubicBezTo>
                        <a:cubicBezTo>
                          <a:pt x="23404" y="16768"/>
                          <a:pt x="28236" y="12246"/>
                          <a:pt x="31649" y="9542"/>
                        </a:cubicBezTo>
                        <a:cubicBezTo>
                          <a:pt x="44239" y="-521"/>
                          <a:pt x="54835" y="-1009"/>
                          <a:pt x="65341" y="853"/>
                        </a:cubicBezTo>
                        <a:cubicBezTo>
                          <a:pt x="69020" y="1518"/>
                          <a:pt x="72212" y="5286"/>
                          <a:pt x="71370" y="8611"/>
                        </a:cubicBezTo>
                        <a:cubicBezTo>
                          <a:pt x="68843" y="18364"/>
                          <a:pt x="64942" y="26122"/>
                          <a:pt x="55632" y="3512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98" name="Forme libre : forme 22897">
                    <a:extLst>
                      <a:ext uri="{FF2B5EF4-FFF2-40B4-BE49-F238E27FC236}">
                        <a16:creationId xmlns:a16="http://schemas.microsoft.com/office/drawing/2014/main" id="{E8E17890-8D7A-4E03-B183-659928F809CA}"/>
                      </a:ext>
                    </a:extLst>
                  </p:cNvPr>
                  <p:cNvSpPr/>
                  <p:nvPr/>
                </p:nvSpPr>
                <p:spPr>
                  <a:xfrm>
                    <a:off x="5282792" y="1276776"/>
                    <a:ext cx="67338" cy="65152"/>
                  </a:xfrm>
                  <a:custGeom>
                    <a:avLst/>
                    <a:gdLst>
                      <a:gd name="connsiteX0" fmla="*/ 25357 w 67338"/>
                      <a:gd name="connsiteY0" fmla="*/ 36484 h 65152"/>
                      <a:gd name="connsiteX1" fmla="*/ 0 w 67338"/>
                      <a:gd name="connsiteY1" fmla="*/ 64280 h 65152"/>
                      <a:gd name="connsiteX2" fmla="*/ 4389 w 67338"/>
                      <a:gd name="connsiteY2" fmla="*/ 65033 h 65152"/>
                      <a:gd name="connsiteX3" fmla="*/ 9664 w 67338"/>
                      <a:gd name="connsiteY3" fmla="*/ 63659 h 65152"/>
                      <a:gd name="connsiteX4" fmla="*/ 23673 w 67338"/>
                      <a:gd name="connsiteY4" fmla="*/ 56478 h 65152"/>
                      <a:gd name="connsiteX5" fmla="*/ 32406 w 67338"/>
                      <a:gd name="connsiteY5" fmla="*/ 47877 h 65152"/>
                      <a:gd name="connsiteX6" fmla="*/ 35465 w 67338"/>
                      <a:gd name="connsiteY6" fmla="*/ 44154 h 65152"/>
                      <a:gd name="connsiteX7" fmla="*/ 50094 w 67338"/>
                      <a:gd name="connsiteY7" fmla="*/ 28106 h 65152"/>
                      <a:gd name="connsiteX8" fmla="*/ 51601 w 67338"/>
                      <a:gd name="connsiteY8" fmla="*/ 26643 h 65152"/>
                      <a:gd name="connsiteX9" fmla="*/ 59669 w 67338"/>
                      <a:gd name="connsiteY9" fmla="*/ 17422 h 65152"/>
                      <a:gd name="connsiteX10" fmla="*/ 66009 w 67338"/>
                      <a:gd name="connsiteY10" fmla="*/ 4610 h 65152"/>
                      <a:gd name="connsiteX11" fmla="*/ 67339 w 67338"/>
                      <a:gd name="connsiteY11" fmla="*/ 177 h 65152"/>
                      <a:gd name="connsiteX12" fmla="*/ 67339 w 67338"/>
                      <a:gd name="connsiteY12" fmla="*/ 0 h 65152"/>
                      <a:gd name="connsiteX13" fmla="*/ 25357 w 67338"/>
                      <a:gd name="connsiteY13" fmla="*/ 36484 h 65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7338" h="65152">
                        <a:moveTo>
                          <a:pt x="25357" y="36484"/>
                        </a:moveTo>
                        <a:cubicBezTo>
                          <a:pt x="18087" y="47035"/>
                          <a:pt x="10019" y="58694"/>
                          <a:pt x="0" y="64280"/>
                        </a:cubicBezTo>
                        <a:cubicBezTo>
                          <a:pt x="1374" y="65033"/>
                          <a:pt x="2926" y="65344"/>
                          <a:pt x="4389" y="65033"/>
                        </a:cubicBezTo>
                        <a:cubicBezTo>
                          <a:pt x="6206" y="64634"/>
                          <a:pt x="7980" y="64147"/>
                          <a:pt x="9664" y="63659"/>
                        </a:cubicBezTo>
                        <a:cubicBezTo>
                          <a:pt x="14585" y="62152"/>
                          <a:pt x="19195" y="60024"/>
                          <a:pt x="23673" y="56478"/>
                        </a:cubicBezTo>
                        <a:cubicBezTo>
                          <a:pt x="26599" y="54217"/>
                          <a:pt x="29436" y="51380"/>
                          <a:pt x="32406" y="47877"/>
                        </a:cubicBezTo>
                        <a:cubicBezTo>
                          <a:pt x="33293" y="46813"/>
                          <a:pt x="34312" y="45528"/>
                          <a:pt x="35465" y="44154"/>
                        </a:cubicBezTo>
                        <a:cubicBezTo>
                          <a:pt x="39853" y="38657"/>
                          <a:pt x="45838" y="32096"/>
                          <a:pt x="50094" y="28106"/>
                        </a:cubicBezTo>
                        <a:cubicBezTo>
                          <a:pt x="50626" y="27574"/>
                          <a:pt x="51158" y="27086"/>
                          <a:pt x="51601" y="26643"/>
                        </a:cubicBezTo>
                        <a:cubicBezTo>
                          <a:pt x="54793" y="23451"/>
                          <a:pt x="57586" y="20348"/>
                          <a:pt x="59669" y="17422"/>
                        </a:cubicBezTo>
                        <a:cubicBezTo>
                          <a:pt x="62462" y="13166"/>
                          <a:pt x="64501" y="9132"/>
                          <a:pt x="66009" y="4610"/>
                        </a:cubicBezTo>
                        <a:cubicBezTo>
                          <a:pt x="66496" y="3192"/>
                          <a:pt x="66940" y="1685"/>
                          <a:pt x="67339" y="177"/>
                        </a:cubicBezTo>
                        <a:lnTo>
                          <a:pt x="67339" y="0"/>
                        </a:lnTo>
                        <a:cubicBezTo>
                          <a:pt x="51025" y="8866"/>
                          <a:pt x="35553" y="21234"/>
                          <a:pt x="25357" y="3648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99" name="Forme libre : forme 22898">
                    <a:extLst>
                      <a:ext uri="{FF2B5EF4-FFF2-40B4-BE49-F238E27FC236}">
                        <a16:creationId xmlns:a16="http://schemas.microsoft.com/office/drawing/2014/main" id="{6641FFB8-1E1A-46C0-BFE7-8E06969A03BA}"/>
                      </a:ext>
                    </a:extLst>
                  </p:cNvPr>
                  <p:cNvSpPr/>
                  <p:nvPr/>
                </p:nvSpPr>
                <p:spPr>
                  <a:xfrm>
                    <a:off x="5300955" y="1281839"/>
                    <a:ext cx="33317" cy="32315"/>
                  </a:xfrm>
                  <a:custGeom>
                    <a:avLst/>
                    <a:gdLst>
                      <a:gd name="connsiteX0" fmla="*/ 32906 w 33317"/>
                      <a:gd name="connsiteY0" fmla="*/ 832 h 32315"/>
                      <a:gd name="connsiteX1" fmla="*/ 28429 w 33317"/>
                      <a:gd name="connsiteY1" fmla="*/ 10098 h 32315"/>
                      <a:gd name="connsiteX2" fmla="*/ 19341 w 33317"/>
                      <a:gd name="connsiteY2" fmla="*/ 19895 h 32315"/>
                      <a:gd name="connsiteX3" fmla="*/ 10253 w 33317"/>
                      <a:gd name="connsiteY3" fmla="*/ 28273 h 32315"/>
                      <a:gd name="connsiteX4" fmla="*/ 1077 w 33317"/>
                      <a:gd name="connsiteY4" fmla="*/ 31864 h 32315"/>
                      <a:gd name="connsiteX5" fmla="*/ 2673 w 33317"/>
                      <a:gd name="connsiteY5" fmla="*/ 22200 h 32315"/>
                      <a:gd name="connsiteX6" fmla="*/ 11007 w 33317"/>
                      <a:gd name="connsiteY6" fmla="*/ 11915 h 32315"/>
                      <a:gd name="connsiteX7" fmla="*/ 22267 w 33317"/>
                      <a:gd name="connsiteY7" fmla="*/ 3226 h 32315"/>
                      <a:gd name="connsiteX8" fmla="*/ 32906 w 33317"/>
                      <a:gd name="connsiteY8" fmla="*/ 832 h 32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317" h="32315">
                        <a:moveTo>
                          <a:pt x="32906" y="832"/>
                        </a:moveTo>
                        <a:cubicBezTo>
                          <a:pt x="34369" y="2694"/>
                          <a:pt x="31710" y="6285"/>
                          <a:pt x="28429" y="10098"/>
                        </a:cubicBezTo>
                        <a:cubicBezTo>
                          <a:pt x="25104" y="13866"/>
                          <a:pt x="21292" y="17900"/>
                          <a:pt x="19341" y="19895"/>
                        </a:cubicBezTo>
                        <a:cubicBezTo>
                          <a:pt x="17391" y="21890"/>
                          <a:pt x="13756" y="25392"/>
                          <a:pt x="10253" y="28273"/>
                        </a:cubicBezTo>
                        <a:cubicBezTo>
                          <a:pt x="6751" y="31155"/>
                          <a:pt x="3205" y="33283"/>
                          <a:pt x="1077" y="31864"/>
                        </a:cubicBezTo>
                        <a:cubicBezTo>
                          <a:pt x="-1051" y="30401"/>
                          <a:pt x="234" y="26367"/>
                          <a:pt x="2673" y="22200"/>
                        </a:cubicBezTo>
                        <a:cubicBezTo>
                          <a:pt x="5155" y="18033"/>
                          <a:pt x="8923" y="13866"/>
                          <a:pt x="11007" y="11915"/>
                        </a:cubicBezTo>
                        <a:cubicBezTo>
                          <a:pt x="13090" y="9920"/>
                          <a:pt x="17657" y="5886"/>
                          <a:pt x="22267" y="3226"/>
                        </a:cubicBezTo>
                        <a:cubicBezTo>
                          <a:pt x="26922" y="433"/>
                          <a:pt x="31488" y="-1029"/>
                          <a:pt x="32906" y="83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00" name="Forme libre : forme 22899">
                    <a:extLst>
                      <a:ext uri="{FF2B5EF4-FFF2-40B4-BE49-F238E27FC236}">
                        <a16:creationId xmlns:a16="http://schemas.microsoft.com/office/drawing/2014/main" id="{A0A8AD83-94BA-4DB4-9044-909131971285}"/>
                      </a:ext>
                    </a:extLst>
                  </p:cNvPr>
                  <p:cNvSpPr/>
                  <p:nvPr/>
                </p:nvSpPr>
                <p:spPr>
                  <a:xfrm>
                    <a:off x="5300805" y="1294818"/>
                    <a:ext cx="25874" cy="19194"/>
                  </a:xfrm>
                  <a:custGeom>
                    <a:avLst/>
                    <a:gdLst>
                      <a:gd name="connsiteX0" fmla="*/ 3487 w 25874"/>
                      <a:gd name="connsiteY0" fmla="*/ 8512 h 19194"/>
                      <a:gd name="connsiteX1" fmla="*/ 1182 w 25874"/>
                      <a:gd name="connsiteY1" fmla="*/ 19018 h 19194"/>
                      <a:gd name="connsiteX2" fmla="*/ 19757 w 25874"/>
                      <a:gd name="connsiteY2" fmla="*/ 6738 h 19194"/>
                      <a:gd name="connsiteX3" fmla="*/ 25875 w 25874"/>
                      <a:gd name="connsiteY3" fmla="*/ 0 h 19194"/>
                      <a:gd name="connsiteX4" fmla="*/ 22018 w 25874"/>
                      <a:gd name="connsiteY4" fmla="*/ 3015 h 19194"/>
                      <a:gd name="connsiteX5" fmla="*/ 3487 w 25874"/>
                      <a:gd name="connsiteY5" fmla="*/ 8512 h 19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874" h="19194">
                        <a:moveTo>
                          <a:pt x="3487" y="8512"/>
                        </a:moveTo>
                        <a:cubicBezTo>
                          <a:pt x="2246" y="11260"/>
                          <a:pt x="-2054" y="17954"/>
                          <a:pt x="1182" y="19018"/>
                        </a:cubicBezTo>
                        <a:cubicBezTo>
                          <a:pt x="6236" y="20570"/>
                          <a:pt x="14659" y="11526"/>
                          <a:pt x="19757" y="6738"/>
                        </a:cubicBezTo>
                        <a:cubicBezTo>
                          <a:pt x="21220" y="5275"/>
                          <a:pt x="24367" y="1862"/>
                          <a:pt x="25875" y="0"/>
                        </a:cubicBezTo>
                        <a:cubicBezTo>
                          <a:pt x="24855" y="887"/>
                          <a:pt x="23170" y="2394"/>
                          <a:pt x="22018" y="3015"/>
                        </a:cubicBezTo>
                        <a:cubicBezTo>
                          <a:pt x="15590" y="6650"/>
                          <a:pt x="8098" y="11659"/>
                          <a:pt x="3487" y="851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01" name="Forme libre : forme 22900">
                    <a:extLst>
                      <a:ext uri="{FF2B5EF4-FFF2-40B4-BE49-F238E27FC236}">
                        <a16:creationId xmlns:a16="http://schemas.microsoft.com/office/drawing/2014/main" id="{FE1FADE6-7365-48EC-97A3-5AB19B15C944}"/>
                      </a:ext>
                    </a:extLst>
                  </p:cNvPr>
                  <p:cNvSpPr/>
                  <p:nvPr/>
                </p:nvSpPr>
                <p:spPr>
                  <a:xfrm>
                    <a:off x="5303374" y="1281077"/>
                    <a:ext cx="33305" cy="31970"/>
                  </a:xfrm>
                  <a:custGeom>
                    <a:avLst/>
                    <a:gdLst>
                      <a:gd name="connsiteX0" fmla="*/ 33148 w 33305"/>
                      <a:gd name="connsiteY0" fmla="*/ 1151 h 31970"/>
                      <a:gd name="connsiteX1" fmla="*/ 28227 w 33305"/>
                      <a:gd name="connsiteY1" fmla="*/ 10682 h 31970"/>
                      <a:gd name="connsiteX2" fmla="*/ 19361 w 33305"/>
                      <a:gd name="connsiteY2" fmla="*/ 20213 h 31970"/>
                      <a:gd name="connsiteX3" fmla="*/ 10317 w 33305"/>
                      <a:gd name="connsiteY3" fmla="*/ 28326 h 31970"/>
                      <a:gd name="connsiteX4" fmla="*/ 1141 w 33305"/>
                      <a:gd name="connsiteY4" fmla="*/ 31518 h 31970"/>
                      <a:gd name="connsiteX5" fmla="*/ 2870 w 33305"/>
                      <a:gd name="connsiteY5" fmla="*/ 21986 h 31970"/>
                      <a:gd name="connsiteX6" fmla="*/ 11292 w 33305"/>
                      <a:gd name="connsiteY6" fmla="*/ 11923 h 31970"/>
                      <a:gd name="connsiteX7" fmla="*/ 22907 w 33305"/>
                      <a:gd name="connsiteY7" fmla="*/ 3101 h 31970"/>
                      <a:gd name="connsiteX8" fmla="*/ 33148 w 33305"/>
                      <a:gd name="connsiteY8" fmla="*/ 1151 h 31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305" h="31970">
                        <a:moveTo>
                          <a:pt x="33148" y="1151"/>
                        </a:moveTo>
                        <a:cubicBezTo>
                          <a:pt x="33990" y="3545"/>
                          <a:pt x="31330" y="7003"/>
                          <a:pt x="28227" y="10682"/>
                        </a:cubicBezTo>
                        <a:cubicBezTo>
                          <a:pt x="25079" y="14362"/>
                          <a:pt x="21400" y="18041"/>
                          <a:pt x="19361" y="20213"/>
                        </a:cubicBezTo>
                        <a:cubicBezTo>
                          <a:pt x="17277" y="22341"/>
                          <a:pt x="13775" y="25666"/>
                          <a:pt x="10317" y="28326"/>
                        </a:cubicBezTo>
                        <a:cubicBezTo>
                          <a:pt x="6859" y="30941"/>
                          <a:pt x="3357" y="32892"/>
                          <a:pt x="1141" y="31518"/>
                        </a:cubicBezTo>
                        <a:cubicBezTo>
                          <a:pt x="-1120" y="30188"/>
                          <a:pt x="254" y="26109"/>
                          <a:pt x="2870" y="21986"/>
                        </a:cubicBezTo>
                        <a:cubicBezTo>
                          <a:pt x="5441" y="17819"/>
                          <a:pt x="9342" y="13741"/>
                          <a:pt x="11292" y="11923"/>
                        </a:cubicBezTo>
                        <a:cubicBezTo>
                          <a:pt x="13154" y="10061"/>
                          <a:pt x="18075" y="5894"/>
                          <a:pt x="22907" y="3101"/>
                        </a:cubicBezTo>
                        <a:cubicBezTo>
                          <a:pt x="27695" y="264"/>
                          <a:pt x="32394" y="-1154"/>
                          <a:pt x="33148" y="115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02" name="Forme libre : forme 22901">
                    <a:extLst>
                      <a:ext uri="{FF2B5EF4-FFF2-40B4-BE49-F238E27FC236}">
                        <a16:creationId xmlns:a16="http://schemas.microsoft.com/office/drawing/2014/main" id="{244782D5-3E9D-490F-9C15-23A6DD32A149}"/>
                      </a:ext>
                    </a:extLst>
                  </p:cNvPr>
                  <p:cNvSpPr/>
                  <p:nvPr/>
                </p:nvSpPr>
                <p:spPr>
                  <a:xfrm>
                    <a:off x="5286335" y="1293167"/>
                    <a:ext cx="44473" cy="37952"/>
                  </a:xfrm>
                  <a:custGeom>
                    <a:avLst/>
                    <a:gdLst>
                      <a:gd name="connsiteX0" fmla="*/ 4082 w 44473"/>
                      <a:gd name="connsiteY0" fmla="*/ 37648 h 37952"/>
                      <a:gd name="connsiteX1" fmla="*/ 11929 w 44473"/>
                      <a:gd name="connsiteY1" fmla="*/ 36185 h 37952"/>
                      <a:gd name="connsiteX2" fmla="*/ 29661 w 44473"/>
                      <a:gd name="connsiteY2" fmla="*/ 24792 h 37952"/>
                      <a:gd name="connsiteX3" fmla="*/ 41985 w 44473"/>
                      <a:gd name="connsiteY3" fmla="*/ 9720 h 37952"/>
                      <a:gd name="connsiteX4" fmla="*/ 43094 w 44473"/>
                      <a:gd name="connsiteY4" fmla="*/ 233 h 37952"/>
                      <a:gd name="connsiteX5" fmla="*/ 36311 w 44473"/>
                      <a:gd name="connsiteY5" fmla="*/ 2582 h 37952"/>
                      <a:gd name="connsiteX6" fmla="*/ 18623 w 44473"/>
                      <a:gd name="connsiteY6" fmla="*/ 11759 h 37952"/>
                      <a:gd name="connsiteX7" fmla="*/ 2087 w 44473"/>
                      <a:gd name="connsiteY7" fmla="*/ 23684 h 37952"/>
                      <a:gd name="connsiteX8" fmla="*/ 4082 w 44473"/>
                      <a:gd name="connsiteY8" fmla="*/ 37648 h 37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473" h="37952">
                        <a:moveTo>
                          <a:pt x="4082" y="37648"/>
                        </a:moveTo>
                        <a:cubicBezTo>
                          <a:pt x="7186" y="38313"/>
                          <a:pt x="8560" y="37914"/>
                          <a:pt x="11929" y="36185"/>
                        </a:cubicBezTo>
                        <a:cubicBezTo>
                          <a:pt x="18401" y="33038"/>
                          <a:pt x="23721" y="30378"/>
                          <a:pt x="29661" y="24792"/>
                        </a:cubicBezTo>
                        <a:cubicBezTo>
                          <a:pt x="34627" y="20137"/>
                          <a:pt x="39060" y="14640"/>
                          <a:pt x="41985" y="9720"/>
                        </a:cubicBezTo>
                        <a:cubicBezTo>
                          <a:pt x="44113" y="6040"/>
                          <a:pt x="45753" y="1740"/>
                          <a:pt x="43094" y="233"/>
                        </a:cubicBezTo>
                        <a:cubicBezTo>
                          <a:pt x="41453" y="-698"/>
                          <a:pt x="38793" y="1385"/>
                          <a:pt x="36311" y="2582"/>
                        </a:cubicBezTo>
                        <a:cubicBezTo>
                          <a:pt x="30415" y="5464"/>
                          <a:pt x="25095" y="8922"/>
                          <a:pt x="18623" y="11759"/>
                        </a:cubicBezTo>
                        <a:cubicBezTo>
                          <a:pt x="13126" y="14197"/>
                          <a:pt x="6166" y="16547"/>
                          <a:pt x="2087" y="23684"/>
                        </a:cubicBezTo>
                        <a:cubicBezTo>
                          <a:pt x="-1503" y="30245"/>
                          <a:pt x="-218" y="36761"/>
                          <a:pt x="4082" y="3764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03" name="Forme libre : forme 22902">
                    <a:extLst>
                      <a:ext uri="{FF2B5EF4-FFF2-40B4-BE49-F238E27FC236}">
                        <a16:creationId xmlns:a16="http://schemas.microsoft.com/office/drawing/2014/main" id="{11C75AC4-868E-421D-A3D1-911CFA5A6BFA}"/>
                      </a:ext>
                    </a:extLst>
                  </p:cNvPr>
                  <p:cNvSpPr/>
                  <p:nvPr/>
                </p:nvSpPr>
                <p:spPr>
                  <a:xfrm>
                    <a:off x="5292182" y="1302025"/>
                    <a:ext cx="9541" cy="17167"/>
                  </a:xfrm>
                  <a:custGeom>
                    <a:avLst/>
                    <a:gdLst>
                      <a:gd name="connsiteX0" fmla="*/ 186 w 9541"/>
                      <a:gd name="connsiteY0" fmla="*/ 14782 h 17167"/>
                      <a:gd name="connsiteX1" fmla="*/ 186 w 9541"/>
                      <a:gd name="connsiteY1" fmla="*/ 16910 h 17167"/>
                      <a:gd name="connsiteX2" fmla="*/ 1871 w 9541"/>
                      <a:gd name="connsiteY2" fmla="*/ 16422 h 17167"/>
                      <a:gd name="connsiteX3" fmla="*/ 3866 w 9541"/>
                      <a:gd name="connsiteY3" fmla="*/ 13718 h 17167"/>
                      <a:gd name="connsiteX4" fmla="*/ 7988 w 9541"/>
                      <a:gd name="connsiteY4" fmla="*/ 6492 h 17167"/>
                      <a:gd name="connsiteX5" fmla="*/ 9274 w 9541"/>
                      <a:gd name="connsiteY5" fmla="*/ 3699 h 17167"/>
                      <a:gd name="connsiteX6" fmla="*/ 5063 w 9541"/>
                      <a:gd name="connsiteY6" fmla="*/ 2680 h 17167"/>
                      <a:gd name="connsiteX7" fmla="*/ 186 w 9541"/>
                      <a:gd name="connsiteY7" fmla="*/ 14782 h 17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541" h="17167">
                        <a:moveTo>
                          <a:pt x="186" y="14782"/>
                        </a:moveTo>
                        <a:cubicBezTo>
                          <a:pt x="9" y="15713"/>
                          <a:pt x="-124" y="16334"/>
                          <a:pt x="186" y="16910"/>
                        </a:cubicBezTo>
                        <a:cubicBezTo>
                          <a:pt x="497" y="17442"/>
                          <a:pt x="1206" y="17087"/>
                          <a:pt x="1871" y="16422"/>
                        </a:cubicBezTo>
                        <a:cubicBezTo>
                          <a:pt x="2536" y="15757"/>
                          <a:pt x="3334" y="14649"/>
                          <a:pt x="3866" y="13718"/>
                        </a:cubicBezTo>
                        <a:cubicBezTo>
                          <a:pt x="5284" y="11368"/>
                          <a:pt x="6791" y="8886"/>
                          <a:pt x="7988" y="6492"/>
                        </a:cubicBezTo>
                        <a:cubicBezTo>
                          <a:pt x="8476" y="5517"/>
                          <a:pt x="9008" y="4630"/>
                          <a:pt x="9274" y="3699"/>
                        </a:cubicBezTo>
                        <a:cubicBezTo>
                          <a:pt x="10294" y="-113"/>
                          <a:pt x="8299" y="-1798"/>
                          <a:pt x="5063" y="2680"/>
                        </a:cubicBezTo>
                        <a:cubicBezTo>
                          <a:pt x="2580" y="6182"/>
                          <a:pt x="940" y="11102"/>
                          <a:pt x="186" y="1478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04" name="Forme libre : forme 22903">
                    <a:extLst>
                      <a:ext uri="{FF2B5EF4-FFF2-40B4-BE49-F238E27FC236}">
                        <a16:creationId xmlns:a16="http://schemas.microsoft.com/office/drawing/2014/main" id="{53E40FCC-9D89-4183-8554-1CAC56747FCB}"/>
                      </a:ext>
                    </a:extLst>
                  </p:cNvPr>
                  <p:cNvSpPr/>
                  <p:nvPr/>
                </p:nvSpPr>
                <p:spPr>
                  <a:xfrm>
                    <a:off x="5334704" y="1276377"/>
                    <a:ext cx="13742" cy="25800"/>
                  </a:xfrm>
                  <a:custGeom>
                    <a:avLst/>
                    <a:gdLst>
                      <a:gd name="connsiteX0" fmla="*/ 13743 w 13742"/>
                      <a:gd name="connsiteY0" fmla="*/ 0 h 25800"/>
                      <a:gd name="connsiteX1" fmla="*/ 8423 w 13742"/>
                      <a:gd name="connsiteY1" fmla="*/ 12900 h 25800"/>
                      <a:gd name="connsiteX2" fmla="*/ 4034 w 13742"/>
                      <a:gd name="connsiteY2" fmla="*/ 19683 h 25800"/>
                      <a:gd name="connsiteX3" fmla="*/ 0 w 13742"/>
                      <a:gd name="connsiteY3" fmla="*/ 25801 h 25800"/>
                      <a:gd name="connsiteX4" fmla="*/ 13743 w 13742"/>
                      <a:gd name="connsiteY4" fmla="*/ 0 h 25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2" h="25800">
                        <a:moveTo>
                          <a:pt x="13743" y="0"/>
                        </a:moveTo>
                        <a:cubicBezTo>
                          <a:pt x="13654" y="3724"/>
                          <a:pt x="11304" y="8423"/>
                          <a:pt x="8423" y="12900"/>
                        </a:cubicBezTo>
                        <a:cubicBezTo>
                          <a:pt x="7049" y="15250"/>
                          <a:pt x="5541" y="17511"/>
                          <a:pt x="4034" y="19683"/>
                        </a:cubicBezTo>
                        <a:cubicBezTo>
                          <a:pt x="2571" y="21899"/>
                          <a:pt x="1197" y="23983"/>
                          <a:pt x="0" y="25801"/>
                        </a:cubicBezTo>
                        <a:cubicBezTo>
                          <a:pt x="5098" y="17821"/>
                          <a:pt x="10019" y="7891"/>
                          <a:pt x="137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05" name="Forme libre : forme 22904">
                    <a:extLst>
                      <a:ext uri="{FF2B5EF4-FFF2-40B4-BE49-F238E27FC236}">
                        <a16:creationId xmlns:a16="http://schemas.microsoft.com/office/drawing/2014/main" id="{FD2F975A-2D8B-4334-A0AA-4858DD0B4791}"/>
                      </a:ext>
                    </a:extLst>
                  </p:cNvPr>
                  <p:cNvSpPr/>
                  <p:nvPr/>
                </p:nvSpPr>
                <p:spPr>
                  <a:xfrm>
                    <a:off x="5280177" y="1302665"/>
                    <a:ext cx="9043" cy="33203"/>
                  </a:xfrm>
                  <a:custGeom>
                    <a:avLst/>
                    <a:gdLst>
                      <a:gd name="connsiteX0" fmla="*/ 9043 w 9043"/>
                      <a:gd name="connsiteY0" fmla="*/ 0 h 33203"/>
                      <a:gd name="connsiteX1" fmla="*/ 44 w 9043"/>
                      <a:gd name="connsiteY1" fmla="*/ 33204 h 33203"/>
                      <a:gd name="connsiteX2" fmla="*/ 9043 w 9043"/>
                      <a:gd name="connsiteY2" fmla="*/ 0 h 33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043" h="33203">
                        <a:moveTo>
                          <a:pt x="9043" y="0"/>
                        </a:moveTo>
                        <a:cubicBezTo>
                          <a:pt x="1595" y="11171"/>
                          <a:pt x="-1" y="23274"/>
                          <a:pt x="44" y="33204"/>
                        </a:cubicBezTo>
                        <a:cubicBezTo>
                          <a:pt x="-488" y="23939"/>
                          <a:pt x="3901" y="10373"/>
                          <a:pt x="90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06" name="Forme libre : forme 22905">
                    <a:extLst>
                      <a:ext uri="{FF2B5EF4-FFF2-40B4-BE49-F238E27FC236}">
                        <a16:creationId xmlns:a16="http://schemas.microsoft.com/office/drawing/2014/main" id="{E272D5F3-0119-406D-B446-32B2FE34BB71}"/>
                      </a:ext>
                    </a:extLst>
                  </p:cNvPr>
                  <p:cNvSpPr/>
                  <p:nvPr/>
                </p:nvSpPr>
                <p:spPr>
                  <a:xfrm>
                    <a:off x="5311319" y="1287172"/>
                    <a:ext cx="13547" cy="10964"/>
                  </a:xfrm>
                  <a:custGeom>
                    <a:avLst/>
                    <a:gdLst>
                      <a:gd name="connsiteX0" fmla="*/ 13543 w 13547"/>
                      <a:gd name="connsiteY0" fmla="*/ 597 h 10964"/>
                      <a:gd name="connsiteX1" fmla="*/ 6672 w 13547"/>
                      <a:gd name="connsiteY1" fmla="*/ 7602 h 10964"/>
                      <a:gd name="connsiteX2" fmla="*/ 22 w 13547"/>
                      <a:gd name="connsiteY2" fmla="*/ 10350 h 10964"/>
                      <a:gd name="connsiteX3" fmla="*/ 6317 w 13547"/>
                      <a:gd name="connsiteY3" fmla="*/ 3301 h 10964"/>
                      <a:gd name="connsiteX4" fmla="*/ 13543 w 13547"/>
                      <a:gd name="connsiteY4" fmla="*/ 597 h 10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7" h="10964">
                        <a:moveTo>
                          <a:pt x="13543" y="597"/>
                        </a:moveTo>
                        <a:cubicBezTo>
                          <a:pt x="13721" y="2548"/>
                          <a:pt x="8268" y="6316"/>
                          <a:pt x="6672" y="7602"/>
                        </a:cubicBezTo>
                        <a:cubicBezTo>
                          <a:pt x="5032" y="8798"/>
                          <a:pt x="421" y="12389"/>
                          <a:pt x="22" y="10350"/>
                        </a:cubicBezTo>
                        <a:cubicBezTo>
                          <a:pt x="-377" y="8266"/>
                          <a:pt x="4677" y="4410"/>
                          <a:pt x="6317" y="3301"/>
                        </a:cubicBezTo>
                        <a:cubicBezTo>
                          <a:pt x="7913" y="2149"/>
                          <a:pt x="13322" y="-1398"/>
                          <a:pt x="13543" y="59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07" name="Forme libre : forme 22906">
                    <a:extLst>
                      <a:ext uri="{FF2B5EF4-FFF2-40B4-BE49-F238E27FC236}">
                        <a16:creationId xmlns:a16="http://schemas.microsoft.com/office/drawing/2014/main" id="{76A8315E-F904-4B9B-8BD1-7647F05DA0DD}"/>
                      </a:ext>
                    </a:extLst>
                  </p:cNvPr>
                  <p:cNvSpPr/>
                  <p:nvPr/>
                </p:nvSpPr>
                <p:spPr>
                  <a:xfrm>
                    <a:off x="5322812" y="1285722"/>
                    <a:ext cx="3916" cy="3204"/>
                  </a:xfrm>
                  <a:custGeom>
                    <a:avLst/>
                    <a:gdLst>
                      <a:gd name="connsiteX0" fmla="*/ 3780 w 3916"/>
                      <a:gd name="connsiteY0" fmla="*/ 97 h 3204"/>
                      <a:gd name="connsiteX1" fmla="*/ 2583 w 3916"/>
                      <a:gd name="connsiteY1" fmla="*/ 2047 h 3204"/>
                      <a:gd name="connsiteX2" fmla="*/ 144 w 3916"/>
                      <a:gd name="connsiteY2" fmla="*/ 3111 h 3204"/>
                      <a:gd name="connsiteX3" fmla="*/ 1297 w 3916"/>
                      <a:gd name="connsiteY3" fmla="*/ 1161 h 3204"/>
                      <a:gd name="connsiteX4" fmla="*/ 3780 w 3916"/>
                      <a:gd name="connsiteY4" fmla="*/ 97 h 3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6" h="3204">
                        <a:moveTo>
                          <a:pt x="3780" y="97"/>
                        </a:moveTo>
                        <a:cubicBezTo>
                          <a:pt x="4311" y="496"/>
                          <a:pt x="3159" y="1560"/>
                          <a:pt x="2583" y="2047"/>
                        </a:cubicBezTo>
                        <a:cubicBezTo>
                          <a:pt x="1962" y="2535"/>
                          <a:pt x="676" y="3510"/>
                          <a:pt x="144" y="3111"/>
                        </a:cubicBezTo>
                        <a:cubicBezTo>
                          <a:pt x="-388" y="2712"/>
                          <a:pt x="676" y="1693"/>
                          <a:pt x="1297" y="1161"/>
                        </a:cubicBezTo>
                        <a:cubicBezTo>
                          <a:pt x="1873" y="629"/>
                          <a:pt x="3248" y="-302"/>
                          <a:pt x="3780" y="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908" name="Forme libre : forme 22907">
                    <a:extLst>
                      <a:ext uri="{FF2B5EF4-FFF2-40B4-BE49-F238E27FC236}">
                        <a16:creationId xmlns:a16="http://schemas.microsoft.com/office/drawing/2014/main" id="{758A409B-91AF-4FBC-9B4C-A6B3BDC08A5A}"/>
                      </a:ext>
                    </a:extLst>
                  </p:cNvPr>
                  <p:cNvSpPr/>
                  <p:nvPr/>
                </p:nvSpPr>
                <p:spPr>
                  <a:xfrm>
                    <a:off x="5304202" y="1272874"/>
                    <a:ext cx="41086" cy="18847"/>
                  </a:xfrm>
                  <a:custGeom>
                    <a:avLst/>
                    <a:gdLst>
                      <a:gd name="connsiteX0" fmla="*/ 27930 w 41086"/>
                      <a:gd name="connsiteY0" fmla="*/ 621 h 18847"/>
                      <a:gd name="connsiteX1" fmla="*/ 40343 w 41086"/>
                      <a:gd name="connsiteY1" fmla="*/ 975 h 18847"/>
                      <a:gd name="connsiteX2" fmla="*/ 39279 w 41086"/>
                      <a:gd name="connsiteY2" fmla="*/ 4743 h 18847"/>
                      <a:gd name="connsiteX3" fmla="*/ 34314 w 41086"/>
                      <a:gd name="connsiteY3" fmla="*/ 5985 h 18847"/>
                      <a:gd name="connsiteX4" fmla="*/ 18754 w 41086"/>
                      <a:gd name="connsiteY4" fmla="*/ 9753 h 18847"/>
                      <a:gd name="connsiteX5" fmla="*/ 8070 w 41086"/>
                      <a:gd name="connsiteY5" fmla="*/ 15737 h 18847"/>
                      <a:gd name="connsiteX6" fmla="*/ 2 w 41086"/>
                      <a:gd name="connsiteY6" fmla="*/ 17688 h 18847"/>
                      <a:gd name="connsiteX7" fmla="*/ 6518 w 41086"/>
                      <a:gd name="connsiteY7" fmla="*/ 8556 h 18847"/>
                      <a:gd name="connsiteX8" fmla="*/ 16803 w 41086"/>
                      <a:gd name="connsiteY8" fmla="*/ 2305 h 18847"/>
                      <a:gd name="connsiteX9" fmla="*/ 27930 w 41086"/>
                      <a:gd name="connsiteY9" fmla="*/ 621 h 18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1086" h="18847">
                        <a:moveTo>
                          <a:pt x="27930" y="621"/>
                        </a:moveTo>
                        <a:cubicBezTo>
                          <a:pt x="32984" y="-89"/>
                          <a:pt x="36531" y="-443"/>
                          <a:pt x="40343" y="975"/>
                        </a:cubicBezTo>
                        <a:cubicBezTo>
                          <a:pt x="41762" y="1552"/>
                          <a:pt x="41008" y="3546"/>
                          <a:pt x="39279" y="4743"/>
                        </a:cubicBezTo>
                        <a:cubicBezTo>
                          <a:pt x="37506" y="5940"/>
                          <a:pt x="35954" y="5940"/>
                          <a:pt x="34314" y="5985"/>
                        </a:cubicBezTo>
                        <a:cubicBezTo>
                          <a:pt x="29260" y="6339"/>
                          <a:pt x="24162" y="7714"/>
                          <a:pt x="18754" y="9753"/>
                        </a:cubicBezTo>
                        <a:cubicBezTo>
                          <a:pt x="17069" y="10418"/>
                          <a:pt x="12282" y="13255"/>
                          <a:pt x="8070" y="15737"/>
                        </a:cubicBezTo>
                        <a:cubicBezTo>
                          <a:pt x="3814" y="18176"/>
                          <a:pt x="91" y="20215"/>
                          <a:pt x="2" y="17688"/>
                        </a:cubicBezTo>
                        <a:cubicBezTo>
                          <a:pt x="-87" y="15206"/>
                          <a:pt x="2839" y="11570"/>
                          <a:pt x="6518" y="8556"/>
                        </a:cubicBezTo>
                        <a:cubicBezTo>
                          <a:pt x="10198" y="5497"/>
                          <a:pt x="14498" y="3192"/>
                          <a:pt x="16803" y="2305"/>
                        </a:cubicBezTo>
                        <a:cubicBezTo>
                          <a:pt x="21458" y="576"/>
                          <a:pt x="24251" y="1286"/>
                          <a:pt x="27930" y="62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77" name="Graphique 2">
                  <a:extLst>
                    <a:ext uri="{FF2B5EF4-FFF2-40B4-BE49-F238E27FC236}">
                      <a16:creationId xmlns:a16="http://schemas.microsoft.com/office/drawing/2014/main" id="{0430FD1D-0208-4973-8387-9C4A6898A5D8}"/>
                    </a:ext>
                  </a:extLst>
                </p:cNvPr>
                <p:cNvGrpSpPr/>
                <p:nvPr/>
              </p:nvGrpSpPr>
              <p:grpSpPr>
                <a:xfrm>
                  <a:off x="5348451" y="1238642"/>
                  <a:ext cx="95147" cy="40834"/>
                  <a:chOff x="5348451" y="1238642"/>
                  <a:chExt cx="95147" cy="40834"/>
                </a:xfrm>
                <a:solidFill>
                  <a:schemeClr val="accent1"/>
                </a:solidFill>
              </p:grpSpPr>
              <p:sp>
                <p:nvSpPr>
                  <p:cNvPr id="22885" name="Forme libre : forme 22884">
                    <a:extLst>
                      <a:ext uri="{FF2B5EF4-FFF2-40B4-BE49-F238E27FC236}">
                        <a16:creationId xmlns:a16="http://schemas.microsoft.com/office/drawing/2014/main" id="{25636739-662C-4A53-831E-C571AC3C03C7}"/>
                      </a:ext>
                    </a:extLst>
                  </p:cNvPr>
                  <p:cNvSpPr/>
                  <p:nvPr/>
                </p:nvSpPr>
                <p:spPr>
                  <a:xfrm>
                    <a:off x="5348451" y="1238642"/>
                    <a:ext cx="95147" cy="40834"/>
                  </a:xfrm>
                  <a:custGeom>
                    <a:avLst/>
                    <a:gdLst>
                      <a:gd name="connsiteX0" fmla="*/ 64541 w 95147"/>
                      <a:gd name="connsiteY0" fmla="*/ 34942 h 40834"/>
                      <a:gd name="connsiteX1" fmla="*/ 50223 w 95147"/>
                      <a:gd name="connsiteY1" fmla="*/ 36803 h 40834"/>
                      <a:gd name="connsiteX2" fmla="*/ 35904 w 95147"/>
                      <a:gd name="connsiteY2" fmla="*/ 39463 h 40834"/>
                      <a:gd name="connsiteX3" fmla="*/ 4606 w 95147"/>
                      <a:gd name="connsiteY3" fmla="*/ 37069 h 40834"/>
                      <a:gd name="connsiteX4" fmla="*/ 528 w 95147"/>
                      <a:gd name="connsiteY4" fmla="*/ 27893 h 40834"/>
                      <a:gd name="connsiteX5" fmla="*/ 27880 w 95147"/>
                      <a:gd name="connsiteY5" fmla="*/ 5284 h 40834"/>
                      <a:gd name="connsiteX6" fmla="*/ 35239 w 95147"/>
                      <a:gd name="connsiteY6" fmla="*/ 3334 h 40834"/>
                      <a:gd name="connsiteX7" fmla="*/ 44282 w 95147"/>
                      <a:gd name="connsiteY7" fmla="*/ 1605 h 40834"/>
                      <a:gd name="connsiteX8" fmla="*/ 61128 w 95147"/>
                      <a:gd name="connsiteY8" fmla="*/ 9 h 40834"/>
                      <a:gd name="connsiteX9" fmla="*/ 93046 w 95147"/>
                      <a:gd name="connsiteY9" fmla="*/ 13352 h 40834"/>
                      <a:gd name="connsiteX10" fmla="*/ 93312 w 95147"/>
                      <a:gd name="connsiteY10" fmla="*/ 23149 h 40834"/>
                      <a:gd name="connsiteX11" fmla="*/ 64541 w 95147"/>
                      <a:gd name="connsiteY11" fmla="*/ 34942 h 40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5147" h="40834">
                        <a:moveTo>
                          <a:pt x="64541" y="34942"/>
                        </a:moveTo>
                        <a:cubicBezTo>
                          <a:pt x="61084" y="35296"/>
                          <a:pt x="55675" y="36005"/>
                          <a:pt x="50223" y="36803"/>
                        </a:cubicBezTo>
                        <a:cubicBezTo>
                          <a:pt x="44814" y="37646"/>
                          <a:pt x="39406" y="38798"/>
                          <a:pt x="35904" y="39463"/>
                        </a:cubicBezTo>
                        <a:cubicBezTo>
                          <a:pt x="22870" y="42212"/>
                          <a:pt x="14846" y="40527"/>
                          <a:pt x="4606" y="37069"/>
                        </a:cubicBezTo>
                        <a:cubicBezTo>
                          <a:pt x="1148" y="36005"/>
                          <a:pt x="-1068" y="31395"/>
                          <a:pt x="528" y="27893"/>
                        </a:cubicBezTo>
                        <a:cubicBezTo>
                          <a:pt x="5227" y="18140"/>
                          <a:pt x="12852" y="10116"/>
                          <a:pt x="27880" y="5284"/>
                        </a:cubicBezTo>
                        <a:cubicBezTo>
                          <a:pt x="29875" y="4708"/>
                          <a:pt x="32446" y="4043"/>
                          <a:pt x="35239" y="3334"/>
                        </a:cubicBezTo>
                        <a:cubicBezTo>
                          <a:pt x="38076" y="2713"/>
                          <a:pt x="41179" y="2137"/>
                          <a:pt x="44282" y="1605"/>
                        </a:cubicBezTo>
                        <a:cubicBezTo>
                          <a:pt x="50533" y="674"/>
                          <a:pt x="56828" y="142"/>
                          <a:pt x="61128" y="9"/>
                        </a:cubicBezTo>
                        <a:cubicBezTo>
                          <a:pt x="77220" y="-257"/>
                          <a:pt x="85687" y="5594"/>
                          <a:pt x="93046" y="13352"/>
                        </a:cubicBezTo>
                        <a:cubicBezTo>
                          <a:pt x="95617" y="16057"/>
                          <a:pt x="95972" y="20933"/>
                          <a:pt x="93312" y="23149"/>
                        </a:cubicBezTo>
                        <a:cubicBezTo>
                          <a:pt x="85466" y="29577"/>
                          <a:pt x="77353" y="33390"/>
                          <a:pt x="64541" y="3494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86" name="Forme libre : forme 22885">
                    <a:extLst>
                      <a:ext uri="{FF2B5EF4-FFF2-40B4-BE49-F238E27FC236}">
                        <a16:creationId xmlns:a16="http://schemas.microsoft.com/office/drawing/2014/main" id="{038D8070-7075-40F5-B756-5ACEA78B4F2D}"/>
                      </a:ext>
                    </a:extLst>
                  </p:cNvPr>
                  <p:cNvSpPr/>
                  <p:nvPr/>
                </p:nvSpPr>
                <p:spPr>
                  <a:xfrm>
                    <a:off x="5349555" y="1260180"/>
                    <a:ext cx="92164" cy="19217"/>
                  </a:xfrm>
                  <a:custGeom>
                    <a:avLst/>
                    <a:gdLst>
                      <a:gd name="connsiteX0" fmla="*/ 36307 w 92164"/>
                      <a:gd name="connsiteY0" fmla="*/ 4671 h 19217"/>
                      <a:gd name="connsiteX1" fmla="*/ 17777 w 92164"/>
                      <a:gd name="connsiteY1" fmla="*/ 9946 h 19217"/>
                      <a:gd name="connsiteX2" fmla="*/ 0 w 92164"/>
                      <a:gd name="connsiteY2" fmla="*/ 12695 h 19217"/>
                      <a:gd name="connsiteX3" fmla="*/ 3414 w 92164"/>
                      <a:gd name="connsiteY3" fmla="*/ 15488 h 19217"/>
                      <a:gd name="connsiteX4" fmla="*/ 8556 w 92164"/>
                      <a:gd name="connsiteY4" fmla="*/ 17083 h 19217"/>
                      <a:gd name="connsiteX5" fmla="*/ 23318 w 92164"/>
                      <a:gd name="connsiteY5" fmla="*/ 19211 h 19217"/>
                      <a:gd name="connsiteX6" fmla="*/ 28682 w 92164"/>
                      <a:gd name="connsiteY6" fmla="*/ 18812 h 19217"/>
                      <a:gd name="connsiteX7" fmla="*/ 34711 w 92164"/>
                      <a:gd name="connsiteY7" fmla="*/ 17881 h 19217"/>
                      <a:gd name="connsiteX8" fmla="*/ 39277 w 92164"/>
                      <a:gd name="connsiteY8" fmla="*/ 16995 h 19217"/>
                      <a:gd name="connsiteX9" fmla="*/ 61221 w 92164"/>
                      <a:gd name="connsiteY9" fmla="*/ 13537 h 19217"/>
                      <a:gd name="connsiteX10" fmla="*/ 63349 w 92164"/>
                      <a:gd name="connsiteY10" fmla="*/ 13315 h 19217"/>
                      <a:gd name="connsiteX11" fmla="*/ 75407 w 92164"/>
                      <a:gd name="connsiteY11" fmla="*/ 10789 h 19217"/>
                      <a:gd name="connsiteX12" fmla="*/ 88307 w 92164"/>
                      <a:gd name="connsiteY12" fmla="*/ 4405 h 19217"/>
                      <a:gd name="connsiteX13" fmla="*/ 92031 w 92164"/>
                      <a:gd name="connsiteY13" fmla="*/ 1568 h 19217"/>
                      <a:gd name="connsiteX14" fmla="*/ 92164 w 92164"/>
                      <a:gd name="connsiteY14" fmla="*/ 1435 h 19217"/>
                      <a:gd name="connsiteX15" fmla="*/ 36307 w 92164"/>
                      <a:gd name="connsiteY15" fmla="*/ 4671 h 19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2164" h="19217">
                        <a:moveTo>
                          <a:pt x="36307" y="4671"/>
                        </a:moveTo>
                        <a:cubicBezTo>
                          <a:pt x="30145" y="6355"/>
                          <a:pt x="23939" y="8483"/>
                          <a:pt x="17777" y="9946"/>
                        </a:cubicBezTo>
                        <a:cubicBezTo>
                          <a:pt x="11703" y="11586"/>
                          <a:pt x="5719" y="12650"/>
                          <a:pt x="0" y="12695"/>
                        </a:cubicBezTo>
                        <a:cubicBezTo>
                          <a:pt x="842" y="13980"/>
                          <a:pt x="1995" y="15044"/>
                          <a:pt x="3414" y="15488"/>
                        </a:cubicBezTo>
                        <a:cubicBezTo>
                          <a:pt x="5142" y="16064"/>
                          <a:pt x="6871" y="16640"/>
                          <a:pt x="8556" y="17083"/>
                        </a:cubicBezTo>
                        <a:cubicBezTo>
                          <a:pt x="13344" y="18369"/>
                          <a:pt x="18043" y="19300"/>
                          <a:pt x="23318" y="19211"/>
                        </a:cubicBezTo>
                        <a:cubicBezTo>
                          <a:pt x="25047" y="19211"/>
                          <a:pt x="26820" y="19078"/>
                          <a:pt x="28682" y="18812"/>
                        </a:cubicBezTo>
                        <a:cubicBezTo>
                          <a:pt x="30588" y="18635"/>
                          <a:pt x="32583" y="18325"/>
                          <a:pt x="34711" y="17881"/>
                        </a:cubicBezTo>
                        <a:cubicBezTo>
                          <a:pt x="35997" y="17615"/>
                          <a:pt x="37593" y="17305"/>
                          <a:pt x="39277" y="16995"/>
                        </a:cubicBezTo>
                        <a:cubicBezTo>
                          <a:pt x="45971" y="15576"/>
                          <a:pt x="55236" y="14202"/>
                          <a:pt x="61221" y="13537"/>
                        </a:cubicBezTo>
                        <a:cubicBezTo>
                          <a:pt x="61975" y="13448"/>
                          <a:pt x="62728" y="13360"/>
                          <a:pt x="63349" y="13315"/>
                        </a:cubicBezTo>
                        <a:cubicBezTo>
                          <a:pt x="67915" y="12695"/>
                          <a:pt x="71860" y="11897"/>
                          <a:pt x="75407" y="10789"/>
                        </a:cubicBezTo>
                        <a:cubicBezTo>
                          <a:pt x="80283" y="9193"/>
                          <a:pt x="84362" y="7020"/>
                          <a:pt x="88307" y="4405"/>
                        </a:cubicBezTo>
                        <a:cubicBezTo>
                          <a:pt x="89549" y="3518"/>
                          <a:pt x="90790" y="2587"/>
                          <a:pt x="92031" y="1568"/>
                        </a:cubicBezTo>
                        <a:lnTo>
                          <a:pt x="92164" y="1435"/>
                        </a:lnTo>
                        <a:cubicBezTo>
                          <a:pt x="73678" y="-1048"/>
                          <a:pt x="53862" y="-516"/>
                          <a:pt x="36307" y="467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87" name="Forme libre : forme 22886">
                    <a:extLst>
                      <a:ext uri="{FF2B5EF4-FFF2-40B4-BE49-F238E27FC236}">
                        <a16:creationId xmlns:a16="http://schemas.microsoft.com/office/drawing/2014/main" id="{5E1DFF54-7E92-4496-BE2D-809FF81DCBEF}"/>
                      </a:ext>
                    </a:extLst>
                  </p:cNvPr>
                  <p:cNvSpPr/>
                  <p:nvPr/>
                </p:nvSpPr>
                <p:spPr>
                  <a:xfrm>
                    <a:off x="5380751" y="1251735"/>
                    <a:ext cx="44344" cy="12583"/>
                  </a:xfrm>
                  <a:custGeom>
                    <a:avLst/>
                    <a:gdLst>
                      <a:gd name="connsiteX0" fmla="*/ 44344 w 44344"/>
                      <a:gd name="connsiteY0" fmla="*/ 4914 h 12583"/>
                      <a:gd name="connsiteX1" fmla="*/ 35167 w 44344"/>
                      <a:gd name="connsiteY1" fmla="*/ 9613 h 12583"/>
                      <a:gd name="connsiteX2" fmla="*/ 21868 w 44344"/>
                      <a:gd name="connsiteY2" fmla="*/ 11785 h 12583"/>
                      <a:gd name="connsiteX3" fmla="*/ 9455 w 44344"/>
                      <a:gd name="connsiteY3" fmla="*/ 12583 h 12583"/>
                      <a:gd name="connsiteX4" fmla="*/ 101 w 44344"/>
                      <a:gd name="connsiteY4" fmla="*/ 9525 h 12583"/>
                      <a:gd name="connsiteX5" fmla="*/ 7460 w 44344"/>
                      <a:gd name="connsiteY5" fmla="*/ 3052 h 12583"/>
                      <a:gd name="connsiteX6" fmla="*/ 20361 w 44344"/>
                      <a:gd name="connsiteY6" fmla="*/ 304 h 12583"/>
                      <a:gd name="connsiteX7" fmla="*/ 34502 w 44344"/>
                      <a:gd name="connsiteY7" fmla="*/ 348 h 12583"/>
                      <a:gd name="connsiteX8" fmla="*/ 44344 w 44344"/>
                      <a:gd name="connsiteY8" fmla="*/ 4914 h 12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344" h="12583">
                        <a:moveTo>
                          <a:pt x="44344" y="4914"/>
                        </a:moveTo>
                        <a:cubicBezTo>
                          <a:pt x="44388" y="7219"/>
                          <a:pt x="40088" y="8638"/>
                          <a:pt x="35167" y="9613"/>
                        </a:cubicBezTo>
                        <a:cubicBezTo>
                          <a:pt x="30247" y="10633"/>
                          <a:pt x="24705" y="11475"/>
                          <a:pt x="21868" y="11785"/>
                        </a:cubicBezTo>
                        <a:cubicBezTo>
                          <a:pt x="19075" y="12184"/>
                          <a:pt x="13977" y="12583"/>
                          <a:pt x="9455" y="12583"/>
                        </a:cubicBezTo>
                        <a:cubicBezTo>
                          <a:pt x="4933" y="12583"/>
                          <a:pt x="855" y="12007"/>
                          <a:pt x="101" y="9525"/>
                        </a:cubicBezTo>
                        <a:cubicBezTo>
                          <a:pt x="-652" y="7086"/>
                          <a:pt x="2894" y="4737"/>
                          <a:pt x="7460" y="3052"/>
                        </a:cubicBezTo>
                        <a:cubicBezTo>
                          <a:pt x="12026" y="1368"/>
                          <a:pt x="17523" y="570"/>
                          <a:pt x="20361" y="304"/>
                        </a:cubicBezTo>
                        <a:cubicBezTo>
                          <a:pt x="23198" y="82"/>
                          <a:pt x="29182" y="-273"/>
                          <a:pt x="34502" y="348"/>
                        </a:cubicBezTo>
                        <a:cubicBezTo>
                          <a:pt x="39822" y="1102"/>
                          <a:pt x="44299" y="2520"/>
                          <a:pt x="44344" y="491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88" name="Forme libre : forme 22887">
                    <a:extLst>
                      <a:ext uri="{FF2B5EF4-FFF2-40B4-BE49-F238E27FC236}">
                        <a16:creationId xmlns:a16="http://schemas.microsoft.com/office/drawing/2014/main" id="{C52335CC-A9D7-4262-B2DE-CAD3CCEDDB04}"/>
                      </a:ext>
                    </a:extLst>
                  </p:cNvPr>
                  <p:cNvSpPr/>
                  <p:nvPr/>
                </p:nvSpPr>
                <p:spPr>
                  <a:xfrm>
                    <a:off x="5380341" y="1254699"/>
                    <a:ext cx="31587" cy="9623"/>
                  </a:xfrm>
                  <a:custGeom>
                    <a:avLst/>
                    <a:gdLst>
                      <a:gd name="connsiteX0" fmla="*/ 8757 w 31587"/>
                      <a:gd name="connsiteY0" fmla="*/ 0 h 9623"/>
                      <a:gd name="connsiteX1" fmla="*/ 289 w 31587"/>
                      <a:gd name="connsiteY1" fmla="*/ 6650 h 9623"/>
                      <a:gd name="connsiteX2" fmla="*/ 9865 w 31587"/>
                      <a:gd name="connsiteY2" fmla="*/ 9620 h 9623"/>
                      <a:gd name="connsiteX3" fmla="*/ 22544 w 31587"/>
                      <a:gd name="connsiteY3" fmla="*/ 8822 h 9623"/>
                      <a:gd name="connsiteX4" fmla="*/ 31587 w 31587"/>
                      <a:gd name="connsiteY4" fmla="*/ 7270 h 9623"/>
                      <a:gd name="connsiteX5" fmla="*/ 26666 w 31587"/>
                      <a:gd name="connsiteY5" fmla="*/ 7315 h 9623"/>
                      <a:gd name="connsiteX6" fmla="*/ 8757 w 31587"/>
                      <a:gd name="connsiteY6" fmla="*/ 0 h 9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587" h="9623">
                        <a:moveTo>
                          <a:pt x="8757" y="0"/>
                        </a:moveTo>
                        <a:cubicBezTo>
                          <a:pt x="6052" y="1330"/>
                          <a:pt x="-1572" y="3857"/>
                          <a:pt x="289" y="6650"/>
                        </a:cubicBezTo>
                        <a:cubicBezTo>
                          <a:pt x="1752" y="8955"/>
                          <a:pt x="5565" y="9576"/>
                          <a:pt x="9865" y="9620"/>
                        </a:cubicBezTo>
                        <a:cubicBezTo>
                          <a:pt x="14165" y="9664"/>
                          <a:pt x="18997" y="9265"/>
                          <a:pt x="22544" y="8822"/>
                        </a:cubicBezTo>
                        <a:cubicBezTo>
                          <a:pt x="24627" y="8689"/>
                          <a:pt x="29238" y="7714"/>
                          <a:pt x="31587" y="7270"/>
                        </a:cubicBezTo>
                        <a:cubicBezTo>
                          <a:pt x="30213" y="7270"/>
                          <a:pt x="27952" y="7448"/>
                          <a:pt x="26666" y="7315"/>
                        </a:cubicBezTo>
                        <a:cubicBezTo>
                          <a:pt x="19308" y="6206"/>
                          <a:pt x="10353" y="5408"/>
                          <a:pt x="8757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89" name="Forme libre : forme 22888">
                    <a:extLst>
                      <a:ext uri="{FF2B5EF4-FFF2-40B4-BE49-F238E27FC236}">
                        <a16:creationId xmlns:a16="http://schemas.microsoft.com/office/drawing/2014/main" id="{1185E37A-5C21-4119-9974-7298BBFA3374}"/>
                      </a:ext>
                    </a:extLst>
                  </p:cNvPr>
                  <p:cNvSpPr/>
                  <p:nvPr/>
                </p:nvSpPr>
                <p:spPr>
                  <a:xfrm>
                    <a:off x="5383333" y="1252908"/>
                    <a:ext cx="44237" cy="12517"/>
                  </a:xfrm>
                  <a:custGeom>
                    <a:avLst/>
                    <a:gdLst>
                      <a:gd name="connsiteX0" fmla="*/ 44156 w 44237"/>
                      <a:gd name="connsiteY0" fmla="*/ 5027 h 12517"/>
                      <a:gd name="connsiteX1" fmla="*/ 21503 w 44237"/>
                      <a:gd name="connsiteY1" fmla="*/ 11810 h 12517"/>
                      <a:gd name="connsiteX2" fmla="*/ 135 w 44237"/>
                      <a:gd name="connsiteY2" fmla="*/ 9150 h 12517"/>
                      <a:gd name="connsiteX3" fmla="*/ 7494 w 44237"/>
                      <a:gd name="connsiteY3" fmla="*/ 2855 h 12517"/>
                      <a:gd name="connsiteX4" fmla="*/ 20261 w 44237"/>
                      <a:gd name="connsiteY4" fmla="*/ 328 h 12517"/>
                      <a:gd name="connsiteX5" fmla="*/ 34802 w 44237"/>
                      <a:gd name="connsiteY5" fmla="*/ 417 h 12517"/>
                      <a:gd name="connsiteX6" fmla="*/ 44156 w 44237"/>
                      <a:gd name="connsiteY6" fmla="*/ 5027 h 12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237" h="12517">
                        <a:moveTo>
                          <a:pt x="44156" y="5027"/>
                        </a:moveTo>
                        <a:cubicBezTo>
                          <a:pt x="42560" y="9460"/>
                          <a:pt x="27443" y="10701"/>
                          <a:pt x="21503" y="11810"/>
                        </a:cubicBezTo>
                        <a:cubicBezTo>
                          <a:pt x="15474" y="12430"/>
                          <a:pt x="1953" y="13893"/>
                          <a:pt x="135" y="9150"/>
                        </a:cubicBezTo>
                        <a:cubicBezTo>
                          <a:pt x="-751" y="6756"/>
                          <a:pt x="2839" y="4318"/>
                          <a:pt x="7494" y="2855"/>
                        </a:cubicBezTo>
                        <a:cubicBezTo>
                          <a:pt x="12105" y="1214"/>
                          <a:pt x="17690" y="550"/>
                          <a:pt x="20261" y="328"/>
                        </a:cubicBezTo>
                        <a:cubicBezTo>
                          <a:pt x="22877" y="62"/>
                          <a:pt x="29261" y="-293"/>
                          <a:pt x="34802" y="417"/>
                        </a:cubicBezTo>
                        <a:cubicBezTo>
                          <a:pt x="40343" y="1037"/>
                          <a:pt x="44909" y="2677"/>
                          <a:pt x="44156" y="502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90" name="Forme libre : forme 22889">
                    <a:extLst>
                      <a:ext uri="{FF2B5EF4-FFF2-40B4-BE49-F238E27FC236}">
                        <a16:creationId xmlns:a16="http://schemas.microsoft.com/office/drawing/2014/main" id="{69081271-F771-4CC5-BE9A-F024B83A4301}"/>
                      </a:ext>
                    </a:extLst>
                  </p:cNvPr>
                  <p:cNvSpPr/>
                  <p:nvPr/>
                </p:nvSpPr>
                <p:spPr>
                  <a:xfrm>
                    <a:off x="5360051" y="1253939"/>
                    <a:ext cx="55199" cy="19670"/>
                  </a:xfrm>
                  <a:custGeom>
                    <a:avLst/>
                    <a:gdLst>
                      <a:gd name="connsiteX0" fmla="*/ 1295 w 55199"/>
                      <a:gd name="connsiteY0" fmla="*/ 14237 h 19670"/>
                      <a:gd name="connsiteX1" fmla="*/ 8477 w 55199"/>
                      <a:gd name="connsiteY1" fmla="*/ 17517 h 19670"/>
                      <a:gd name="connsiteX2" fmla="*/ 28869 w 55199"/>
                      <a:gd name="connsiteY2" fmla="*/ 19556 h 19670"/>
                      <a:gd name="connsiteX3" fmla="*/ 48242 w 55199"/>
                      <a:gd name="connsiteY3" fmla="*/ 15522 h 19670"/>
                      <a:gd name="connsiteX4" fmla="*/ 54980 w 55199"/>
                      <a:gd name="connsiteY4" fmla="*/ 8651 h 19670"/>
                      <a:gd name="connsiteX5" fmla="*/ 48109 w 55199"/>
                      <a:gd name="connsiteY5" fmla="*/ 6390 h 19670"/>
                      <a:gd name="connsiteX6" fmla="*/ 28515 w 55199"/>
                      <a:gd name="connsiteY6" fmla="*/ 2489 h 19670"/>
                      <a:gd name="connsiteX7" fmla="*/ 7856 w 55199"/>
                      <a:gd name="connsiteY7" fmla="*/ 1691 h 19670"/>
                      <a:gd name="connsiteX8" fmla="*/ 763 w 55199"/>
                      <a:gd name="connsiteY8" fmla="*/ 7986 h 19670"/>
                      <a:gd name="connsiteX9" fmla="*/ 1295 w 55199"/>
                      <a:gd name="connsiteY9" fmla="*/ 14237 h 19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5199" h="19670">
                        <a:moveTo>
                          <a:pt x="1295" y="14237"/>
                        </a:moveTo>
                        <a:cubicBezTo>
                          <a:pt x="3468" y="16498"/>
                          <a:pt x="4842" y="16941"/>
                          <a:pt x="8477" y="17517"/>
                        </a:cubicBezTo>
                        <a:cubicBezTo>
                          <a:pt x="15481" y="18891"/>
                          <a:pt x="20845" y="20044"/>
                          <a:pt x="28869" y="19556"/>
                        </a:cubicBezTo>
                        <a:cubicBezTo>
                          <a:pt x="35563" y="19202"/>
                          <a:pt x="42745" y="17606"/>
                          <a:pt x="48242" y="15522"/>
                        </a:cubicBezTo>
                        <a:cubicBezTo>
                          <a:pt x="52276" y="13882"/>
                          <a:pt x="56177" y="11488"/>
                          <a:pt x="54980" y="8651"/>
                        </a:cubicBezTo>
                        <a:cubicBezTo>
                          <a:pt x="54227" y="6966"/>
                          <a:pt x="50857" y="6878"/>
                          <a:pt x="48109" y="6390"/>
                        </a:cubicBezTo>
                        <a:cubicBezTo>
                          <a:pt x="41637" y="5016"/>
                          <a:pt x="35342" y="4395"/>
                          <a:pt x="28515" y="2489"/>
                        </a:cubicBezTo>
                        <a:cubicBezTo>
                          <a:pt x="22752" y="893"/>
                          <a:pt x="15703" y="-1767"/>
                          <a:pt x="7856" y="1691"/>
                        </a:cubicBezTo>
                        <a:cubicBezTo>
                          <a:pt x="4354" y="3198"/>
                          <a:pt x="1872" y="5592"/>
                          <a:pt x="763" y="7986"/>
                        </a:cubicBezTo>
                        <a:cubicBezTo>
                          <a:pt x="-389" y="10336"/>
                          <a:pt x="-256" y="12641"/>
                          <a:pt x="1295" y="1423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91" name="Forme libre : forme 22890">
                    <a:extLst>
                      <a:ext uri="{FF2B5EF4-FFF2-40B4-BE49-F238E27FC236}">
                        <a16:creationId xmlns:a16="http://schemas.microsoft.com/office/drawing/2014/main" id="{40D51B46-687B-460D-B71F-C65182754671}"/>
                      </a:ext>
                    </a:extLst>
                  </p:cNvPr>
                  <p:cNvSpPr/>
                  <p:nvPr/>
                </p:nvSpPr>
                <p:spPr>
                  <a:xfrm>
                    <a:off x="5369852" y="1250827"/>
                    <a:ext cx="17498" cy="9326"/>
                  </a:xfrm>
                  <a:custGeom>
                    <a:avLst/>
                    <a:gdLst>
                      <a:gd name="connsiteX0" fmla="*/ 1337 w 17498"/>
                      <a:gd name="connsiteY0" fmla="*/ 6975 h 9326"/>
                      <a:gd name="connsiteX1" fmla="*/ 7 w 17498"/>
                      <a:gd name="connsiteY1" fmla="*/ 8659 h 9326"/>
                      <a:gd name="connsiteX2" fmla="*/ 1647 w 17498"/>
                      <a:gd name="connsiteY2" fmla="*/ 9280 h 9326"/>
                      <a:gd name="connsiteX3" fmla="*/ 4927 w 17498"/>
                      <a:gd name="connsiteY3" fmla="*/ 8349 h 9326"/>
                      <a:gd name="connsiteX4" fmla="*/ 12730 w 17498"/>
                      <a:gd name="connsiteY4" fmla="*/ 5246 h 9326"/>
                      <a:gd name="connsiteX5" fmla="*/ 15478 w 17498"/>
                      <a:gd name="connsiteY5" fmla="*/ 3872 h 9326"/>
                      <a:gd name="connsiteX6" fmla="*/ 12818 w 17498"/>
                      <a:gd name="connsiteY6" fmla="*/ 458 h 9326"/>
                      <a:gd name="connsiteX7" fmla="*/ 1337 w 17498"/>
                      <a:gd name="connsiteY7" fmla="*/ 6975 h 9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498" h="9326">
                        <a:moveTo>
                          <a:pt x="1337" y="6975"/>
                        </a:moveTo>
                        <a:cubicBezTo>
                          <a:pt x="627" y="7595"/>
                          <a:pt x="140" y="8039"/>
                          <a:pt x="7" y="8659"/>
                        </a:cubicBezTo>
                        <a:cubicBezTo>
                          <a:pt x="-82" y="9280"/>
                          <a:pt x="716" y="9413"/>
                          <a:pt x="1647" y="9280"/>
                        </a:cubicBezTo>
                        <a:cubicBezTo>
                          <a:pt x="2578" y="9103"/>
                          <a:pt x="3908" y="8748"/>
                          <a:pt x="4927" y="8349"/>
                        </a:cubicBezTo>
                        <a:cubicBezTo>
                          <a:pt x="7499" y="7374"/>
                          <a:pt x="10291" y="6266"/>
                          <a:pt x="12730" y="5246"/>
                        </a:cubicBezTo>
                        <a:cubicBezTo>
                          <a:pt x="13749" y="4803"/>
                          <a:pt x="14725" y="4448"/>
                          <a:pt x="15478" y="3872"/>
                        </a:cubicBezTo>
                        <a:cubicBezTo>
                          <a:pt x="18714" y="1611"/>
                          <a:pt x="18227" y="-1093"/>
                          <a:pt x="12818" y="458"/>
                        </a:cubicBezTo>
                        <a:cubicBezTo>
                          <a:pt x="8740" y="1611"/>
                          <a:pt x="4307" y="4581"/>
                          <a:pt x="1337" y="697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92" name="Forme libre : forme 22891">
                    <a:extLst>
                      <a:ext uri="{FF2B5EF4-FFF2-40B4-BE49-F238E27FC236}">
                        <a16:creationId xmlns:a16="http://schemas.microsoft.com/office/drawing/2014/main" id="{CD35455D-B2AD-4ED5-A816-0E0EB1F0DAC2}"/>
                      </a:ext>
                    </a:extLst>
                  </p:cNvPr>
                  <p:cNvSpPr/>
                  <p:nvPr/>
                </p:nvSpPr>
                <p:spPr>
                  <a:xfrm>
                    <a:off x="5413923" y="1260373"/>
                    <a:ext cx="26642" cy="12368"/>
                  </a:xfrm>
                  <a:custGeom>
                    <a:avLst/>
                    <a:gdLst>
                      <a:gd name="connsiteX0" fmla="*/ 26643 w 26642"/>
                      <a:gd name="connsiteY0" fmla="*/ 0 h 12368"/>
                      <a:gd name="connsiteX1" fmla="*/ 14585 w 26642"/>
                      <a:gd name="connsiteY1" fmla="*/ 7226 h 12368"/>
                      <a:gd name="connsiteX2" fmla="*/ 0 w 26642"/>
                      <a:gd name="connsiteY2" fmla="*/ 12368 h 12368"/>
                      <a:gd name="connsiteX3" fmla="*/ 26643 w 26642"/>
                      <a:gd name="connsiteY3" fmla="*/ 0 h 12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642" h="12368">
                        <a:moveTo>
                          <a:pt x="26643" y="0"/>
                        </a:moveTo>
                        <a:cubicBezTo>
                          <a:pt x="24338" y="3014"/>
                          <a:pt x="19639" y="5275"/>
                          <a:pt x="14585" y="7226"/>
                        </a:cubicBezTo>
                        <a:cubicBezTo>
                          <a:pt x="9531" y="9221"/>
                          <a:pt x="4078" y="10861"/>
                          <a:pt x="0" y="12368"/>
                        </a:cubicBezTo>
                        <a:cubicBezTo>
                          <a:pt x="8822" y="9177"/>
                          <a:pt x="19018" y="4123"/>
                          <a:pt x="266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93" name="Forme libre : forme 22892">
                    <a:extLst>
                      <a:ext uri="{FF2B5EF4-FFF2-40B4-BE49-F238E27FC236}">
                        <a16:creationId xmlns:a16="http://schemas.microsoft.com/office/drawing/2014/main" id="{C76DF755-ABAA-4533-8C01-2241E97D9952}"/>
                      </a:ext>
                    </a:extLst>
                  </p:cNvPr>
                  <p:cNvSpPr/>
                  <p:nvPr/>
                </p:nvSpPr>
                <p:spPr>
                  <a:xfrm>
                    <a:off x="5349909" y="1244724"/>
                    <a:ext cx="27795" cy="22342"/>
                  </a:xfrm>
                  <a:custGeom>
                    <a:avLst/>
                    <a:gdLst>
                      <a:gd name="connsiteX0" fmla="*/ 27795 w 27795"/>
                      <a:gd name="connsiteY0" fmla="*/ 0 h 22342"/>
                      <a:gd name="connsiteX1" fmla="*/ 0 w 27795"/>
                      <a:gd name="connsiteY1" fmla="*/ 22343 h 22342"/>
                      <a:gd name="connsiteX2" fmla="*/ 27795 w 27795"/>
                      <a:gd name="connsiteY2" fmla="*/ 0 h 22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795" h="22342">
                        <a:moveTo>
                          <a:pt x="27795" y="0"/>
                        </a:moveTo>
                        <a:cubicBezTo>
                          <a:pt x="14496" y="4079"/>
                          <a:pt x="5054" y="13654"/>
                          <a:pt x="0" y="22343"/>
                        </a:cubicBezTo>
                        <a:cubicBezTo>
                          <a:pt x="4300" y="13876"/>
                          <a:pt x="16934" y="4743"/>
                          <a:pt x="2779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94" name="Forme libre : forme 22893">
                    <a:extLst>
                      <a:ext uri="{FF2B5EF4-FFF2-40B4-BE49-F238E27FC236}">
                        <a16:creationId xmlns:a16="http://schemas.microsoft.com/office/drawing/2014/main" id="{BEF6A98A-6666-4D62-A5F5-D927D87FEE5A}"/>
                      </a:ext>
                    </a:extLst>
                  </p:cNvPr>
                  <p:cNvSpPr/>
                  <p:nvPr/>
                </p:nvSpPr>
                <p:spPr>
                  <a:xfrm>
                    <a:off x="5398121" y="1253003"/>
                    <a:ext cx="16806" cy="3690"/>
                  </a:xfrm>
                  <a:custGeom>
                    <a:avLst/>
                    <a:gdLst>
                      <a:gd name="connsiteX0" fmla="*/ 16689 w 16806"/>
                      <a:gd name="connsiteY0" fmla="*/ 2317 h 3690"/>
                      <a:gd name="connsiteX1" fmla="*/ 6981 w 16806"/>
                      <a:gd name="connsiteY1" fmla="*/ 3691 h 3690"/>
                      <a:gd name="connsiteX2" fmla="*/ 109 w 16806"/>
                      <a:gd name="connsiteY2" fmla="*/ 1696 h 3690"/>
                      <a:gd name="connsiteX3" fmla="*/ 9330 w 16806"/>
                      <a:gd name="connsiteY3" fmla="*/ 56 h 3690"/>
                      <a:gd name="connsiteX4" fmla="*/ 16689 w 16806"/>
                      <a:gd name="connsiteY4" fmla="*/ 2317 h 3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806" h="3690">
                        <a:moveTo>
                          <a:pt x="16689" y="2317"/>
                        </a:moveTo>
                        <a:cubicBezTo>
                          <a:pt x="15670" y="3957"/>
                          <a:pt x="9020" y="3646"/>
                          <a:pt x="6981" y="3691"/>
                        </a:cubicBezTo>
                        <a:cubicBezTo>
                          <a:pt x="4942" y="3558"/>
                          <a:pt x="-866" y="3558"/>
                          <a:pt x="109" y="1696"/>
                        </a:cubicBezTo>
                        <a:cubicBezTo>
                          <a:pt x="1085" y="-255"/>
                          <a:pt x="7380" y="-33"/>
                          <a:pt x="9330" y="56"/>
                        </a:cubicBezTo>
                        <a:cubicBezTo>
                          <a:pt x="11281" y="56"/>
                          <a:pt x="17753" y="632"/>
                          <a:pt x="16689" y="231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95" name="Forme libre : forme 22894">
                    <a:extLst>
                      <a:ext uri="{FF2B5EF4-FFF2-40B4-BE49-F238E27FC236}">
                        <a16:creationId xmlns:a16="http://schemas.microsoft.com/office/drawing/2014/main" id="{732D3042-95FB-4647-A70C-F849E5AFC36A}"/>
                      </a:ext>
                    </a:extLst>
                  </p:cNvPr>
                  <p:cNvSpPr/>
                  <p:nvPr/>
                </p:nvSpPr>
                <p:spPr>
                  <a:xfrm>
                    <a:off x="5412667" y="1254110"/>
                    <a:ext cx="4727" cy="1532"/>
                  </a:xfrm>
                  <a:custGeom>
                    <a:avLst/>
                    <a:gdLst>
                      <a:gd name="connsiteX0" fmla="*/ 4714 w 4727"/>
                      <a:gd name="connsiteY0" fmla="*/ 677 h 1532"/>
                      <a:gd name="connsiteX1" fmla="*/ 2586 w 4727"/>
                      <a:gd name="connsiteY1" fmla="*/ 1520 h 1532"/>
                      <a:gd name="connsiteX2" fmla="*/ 15 w 4727"/>
                      <a:gd name="connsiteY2" fmla="*/ 899 h 1532"/>
                      <a:gd name="connsiteX3" fmla="*/ 2098 w 4727"/>
                      <a:gd name="connsiteY3" fmla="*/ 12 h 1532"/>
                      <a:gd name="connsiteX4" fmla="*/ 4714 w 4727"/>
                      <a:gd name="connsiteY4" fmla="*/ 677 h 1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27" h="1532">
                        <a:moveTo>
                          <a:pt x="4714" y="677"/>
                        </a:moveTo>
                        <a:cubicBezTo>
                          <a:pt x="4891" y="1298"/>
                          <a:pt x="3340" y="1475"/>
                          <a:pt x="2586" y="1520"/>
                        </a:cubicBezTo>
                        <a:cubicBezTo>
                          <a:pt x="1788" y="1564"/>
                          <a:pt x="192" y="1520"/>
                          <a:pt x="15" y="899"/>
                        </a:cubicBezTo>
                        <a:cubicBezTo>
                          <a:pt x="-162" y="234"/>
                          <a:pt x="1300" y="57"/>
                          <a:pt x="2098" y="12"/>
                        </a:cubicBezTo>
                        <a:cubicBezTo>
                          <a:pt x="2852" y="-32"/>
                          <a:pt x="4537" y="12"/>
                          <a:pt x="4714" y="6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96" name="Forme libre : forme 22895">
                    <a:extLst>
                      <a:ext uri="{FF2B5EF4-FFF2-40B4-BE49-F238E27FC236}">
                        <a16:creationId xmlns:a16="http://schemas.microsoft.com/office/drawing/2014/main" id="{D5056D63-0D3D-4F4A-87AE-10AB78218A91}"/>
                      </a:ext>
                    </a:extLst>
                  </p:cNvPr>
                  <p:cNvSpPr/>
                  <p:nvPr/>
                </p:nvSpPr>
                <p:spPr>
                  <a:xfrm>
                    <a:off x="5396687" y="1241675"/>
                    <a:ext cx="42433" cy="16708"/>
                  </a:xfrm>
                  <a:custGeom>
                    <a:avLst/>
                    <a:gdLst>
                      <a:gd name="connsiteX0" fmla="*/ 32575 w 42433"/>
                      <a:gd name="connsiteY0" fmla="*/ 6640 h 16708"/>
                      <a:gd name="connsiteX1" fmla="*/ 42239 w 42433"/>
                      <a:gd name="connsiteY1" fmla="*/ 14310 h 16708"/>
                      <a:gd name="connsiteX2" fmla="*/ 39136 w 42433"/>
                      <a:gd name="connsiteY2" fmla="*/ 16703 h 16708"/>
                      <a:gd name="connsiteX3" fmla="*/ 34392 w 42433"/>
                      <a:gd name="connsiteY3" fmla="*/ 14709 h 16708"/>
                      <a:gd name="connsiteX4" fmla="*/ 19719 w 42433"/>
                      <a:gd name="connsiteY4" fmla="*/ 8325 h 16708"/>
                      <a:gd name="connsiteX5" fmla="*/ 7705 w 42433"/>
                      <a:gd name="connsiteY5" fmla="*/ 6596 h 16708"/>
                      <a:gd name="connsiteX6" fmla="*/ 302 w 42433"/>
                      <a:gd name="connsiteY6" fmla="*/ 3094 h 16708"/>
                      <a:gd name="connsiteX7" fmla="*/ 22689 w 42433"/>
                      <a:gd name="connsiteY7" fmla="*/ 1321 h 16708"/>
                      <a:gd name="connsiteX8" fmla="*/ 32575 w 42433"/>
                      <a:gd name="connsiteY8" fmla="*/ 6640 h 16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433" h="16708">
                        <a:moveTo>
                          <a:pt x="32575" y="6640"/>
                        </a:moveTo>
                        <a:cubicBezTo>
                          <a:pt x="36964" y="9079"/>
                          <a:pt x="40067" y="10896"/>
                          <a:pt x="42239" y="14310"/>
                        </a:cubicBezTo>
                        <a:cubicBezTo>
                          <a:pt x="43037" y="15595"/>
                          <a:pt x="41264" y="16792"/>
                          <a:pt x="39136" y="16703"/>
                        </a:cubicBezTo>
                        <a:cubicBezTo>
                          <a:pt x="37008" y="16570"/>
                          <a:pt x="35767" y="15639"/>
                          <a:pt x="34392" y="14709"/>
                        </a:cubicBezTo>
                        <a:cubicBezTo>
                          <a:pt x="30137" y="11916"/>
                          <a:pt x="25304" y="10010"/>
                          <a:pt x="19719" y="8325"/>
                        </a:cubicBezTo>
                        <a:cubicBezTo>
                          <a:pt x="17990" y="7882"/>
                          <a:pt x="12493" y="7172"/>
                          <a:pt x="7705" y="6596"/>
                        </a:cubicBezTo>
                        <a:cubicBezTo>
                          <a:pt x="2917" y="5842"/>
                          <a:pt x="-1161" y="5133"/>
                          <a:pt x="302" y="3094"/>
                        </a:cubicBezTo>
                        <a:cubicBezTo>
                          <a:pt x="3183" y="-1162"/>
                          <a:pt x="17990" y="-275"/>
                          <a:pt x="22689" y="1321"/>
                        </a:cubicBezTo>
                        <a:cubicBezTo>
                          <a:pt x="27432" y="2695"/>
                          <a:pt x="29206" y="4911"/>
                          <a:pt x="32575" y="664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78" name="Graphique 2">
                  <a:extLst>
                    <a:ext uri="{FF2B5EF4-FFF2-40B4-BE49-F238E27FC236}">
                      <a16:creationId xmlns:a16="http://schemas.microsoft.com/office/drawing/2014/main" id="{CB525AA4-AF65-46F4-AACB-89CE31511748}"/>
                    </a:ext>
                  </a:extLst>
                </p:cNvPr>
                <p:cNvGrpSpPr/>
                <p:nvPr/>
              </p:nvGrpSpPr>
              <p:grpSpPr>
                <a:xfrm>
                  <a:off x="5443478" y="1246924"/>
                  <a:ext cx="88427" cy="52756"/>
                  <a:chOff x="5443478" y="1246924"/>
                  <a:chExt cx="88427" cy="52756"/>
                </a:xfrm>
                <a:solidFill>
                  <a:schemeClr val="accent1"/>
                </a:solidFill>
              </p:grpSpPr>
              <p:sp>
                <p:nvSpPr>
                  <p:cNvPr id="22873" name="Forme libre : forme 22872">
                    <a:extLst>
                      <a:ext uri="{FF2B5EF4-FFF2-40B4-BE49-F238E27FC236}">
                        <a16:creationId xmlns:a16="http://schemas.microsoft.com/office/drawing/2014/main" id="{A5EF936A-D38A-4B26-ADB0-46B1CA394736}"/>
                      </a:ext>
                    </a:extLst>
                  </p:cNvPr>
                  <p:cNvSpPr/>
                  <p:nvPr/>
                </p:nvSpPr>
                <p:spPr>
                  <a:xfrm>
                    <a:off x="5443508" y="1246924"/>
                    <a:ext cx="88397" cy="52756"/>
                  </a:xfrm>
                  <a:custGeom>
                    <a:avLst/>
                    <a:gdLst>
                      <a:gd name="connsiteX0" fmla="*/ 52915 w 88397"/>
                      <a:gd name="connsiteY0" fmla="*/ 46210 h 52756"/>
                      <a:gd name="connsiteX1" fmla="*/ 40193 w 88397"/>
                      <a:gd name="connsiteY1" fmla="*/ 40314 h 52756"/>
                      <a:gd name="connsiteX2" fmla="*/ 26671 w 88397"/>
                      <a:gd name="connsiteY2" fmla="*/ 35083 h 52756"/>
                      <a:gd name="connsiteX3" fmla="*/ 1181 w 88397"/>
                      <a:gd name="connsiteY3" fmla="*/ 15666 h 52756"/>
                      <a:gd name="connsiteX4" fmla="*/ 3265 w 88397"/>
                      <a:gd name="connsiteY4" fmla="*/ 5869 h 52756"/>
                      <a:gd name="connsiteX5" fmla="*/ 37887 w 88397"/>
                      <a:gd name="connsiteY5" fmla="*/ 1790 h 52756"/>
                      <a:gd name="connsiteX6" fmla="*/ 53802 w 88397"/>
                      <a:gd name="connsiteY6" fmla="*/ 7243 h 52756"/>
                      <a:gd name="connsiteX7" fmla="*/ 62314 w 88397"/>
                      <a:gd name="connsiteY7" fmla="*/ 11233 h 52756"/>
                      <a:gd name="connsiteX8" fmla="*/ 69185 w 88397"/>
                      <a:gd name="connsiteY8" fmla="*/ 15089 h 52756"/>
                      <a:gd name="connsiteX9" fmla="*/ 88336 w 88397"/>
                      <a:gd name="connsiteY9" fmla="*/ 44392 h 52756"/>
                      <a:gd name="connsiteX10" fmla="*/ 82883 w 88397"/>
                      <a:gd name="connsiteY10" fmla="*/ 52593 h 52756"/>
                      <a:gd name="connsiteX11" fmla="*/ 52915 w 88397"/>
                      <a:gd name="connsiteY11" fmla="*/ 46210 h 52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8397" h="52756">
                        <a:moveTo>
                          <a:pt x="52915" y="46210"/>
                        </a:moveTo>
                        <a:cubicBezTo>
                          <a:pt x="49857" y="44791"/>
                          <a:pt x="45158" y="42353"/>
                          <a:pt x="40193" y="40314"/>
                        </a:cubicBezTo>
                        <a:cubicBezTo>
                          <a:pt x="35227" y="38230"/>
                          <a:pt x="30085" y="36324"/>
                          <a:pt x="26671" y="35083"/>
                        </a:cubicBezTo>
                        <a:cubicBezTo>
                          <a:pt x="13949" y="30428"/>
                          <a:pt x="7565" y="24443"/>
                          <a:pt x="1181" y="15666"/>
                        </a:cubicBezTo>
                        <a:cubicBezTo>
                          <a:pt x="-1035" y="12651"/>
                          <a:pt x="-16" y="7686"/>
                          <a:pt x="3265" y="5869"/>
                        </a:cubicBezTo>
                        <a:cubicBezTo>
                          <a:pt x="12619" y="593"/>
                          <a:pt x="22770" y="-1978"/>
                          <a:pt x="37887" y="1790"/>
                        </a:cubicBezTo>
                        <a:cubicBezTo>
                          <a:pt x="41921" y="2765"/>
                          <a:pt x="47906" y="4805"/>
                          <a:pt x="53802" y="7243"/>
                        </a:cubicBezTo>
                        <a:cubicBezTo>
                          <a:pt x="56728" y="8573"/>
                          <a:pt x="59698" y="9858"/>
                          <a:pt x="62314" y="11233"/>
                        </a:cubicBezTo>
                        <a:cubicBezTo>
                          <a:pt x="64929" y="12696"/>
                          <a:pt x="67279" y="14025"/>
                          <a:pt x="69185" y="15089"/>
                        </a:cubicBezTo>
                        <a:cubicBezTo>
                          <a:pt x="83238" y="23867"/>
                          <a:pt x="86740" y="33886"/>
                          <a:pt x="88336" y="44392"/>
                        </a:cubicBezTo>
                        <a:cubicBezTo>
                          <a:pt x="88824" y="48116"/>
                          <a:pt x="86341" y="52327"/>
                          <a:pt x="82883" y="52593"/>
                        </a:cubicBezTo>
                        <a:cubicBezTo>
                          <a:pt x="72820" y="53303"/>
                          <a:pt x="64043" y="51795"/>
                          <a:pt x="52915" y="4621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74" name="Forme libre : forme 22873">
                    <a:extLst>
                      <a:ext uri="{FF2B5EF4-FFF2-40B4-BE49-F238E27FC236}">
                        <a16:creationId xmlns:a16="http://schemas.microsoft.com/office/drawing/2014/main" id="{F4C4A540-B50F-4B7E-825F-A6127225E5D4}"/>
                      </a:ext>
                    </a:extLst>
                  </p:cNvPr>
                  <p:cNvSpPr/>
                  <p:nvPr/>
                </p:nvSpPr>
                <p:spPr>
                  <a:xfrm>
                    <a:off x="5443478" y="1258157"/>
                    <a:ext cx="83002" cy="41510"/>
                  </a:xfrm>
                  <a:custGeom>
                    <a:avLst/>
                    <a:gdLst>
                      <a:gd name="connsiteX0" fmla="*/ 34992 w 83002"/>
                      <a:gd name="connsiteY0" fmla="*/ 13255 h 41510"/>
                      <a:gd name="connsiteX1" fmla="*/ 14 w 83002"/>
                      <a:gd name="connsiteY1" fmla="*/ 0 h 41510"/>
                      <a:gd name="connsiteX2" fmla="*/ 1167 w 83002"/>
                      <a:gd name="connsiteY2" fmla="*/ 4344 h 41510"/>
                      <a:gd name="connsiteX3" fmla="*/ 4492 w 83002"/>
                      <a:gd name="connsiteY3" fmla="*/ 8645 h 41510"/>
                      <a:gd name="connsiteX4" fmla="*/ 16018 w 83002"/>
                      <a:gd name="connsiteY4" fmla="*/ 18708 h 41510"/>
                      <a:gd name="connsiteX5" fmla="*/ 26613 w 83002"/>
                      <a:gd name="connsiteY5" fmla="*/ 23761 h 41510"/>
                      <a:gd name="connsiteX6" fmla="*/ 31046 w 83002"/>
                      <a:gd name="connsiteY6" fmla="*/ 25357 h 41510"/>
                      <a:gd name="connsiteX7" fmla="*/ 51039 w 83002"/>
                      <a:gd name="connsiteY7" fmla="*/ 34002 h 41510"/>
                      <a:gd name="connsiteX8" fmla="*/ 52901 w 83002"/>
                      <a:gd name="connsiteY8" fmla="*/ 34933 h 41510"/>
                      <a:gd name="connsiteX9" fmla="*/ 58664 w 83002"/>
                      <a:gd name="connsiteY9" fmla="*/ 37504 h 41510"/>
                      <a:gd name="connsiteX10" fmla="*/ 64028 w 83002"/>
                      <a:gd name="connsiteY10" fmla="*/ 39455 h 41510"/>
                      <a:gd name="connsiteX11" fmla="*/ 78170 w 83002"/>
                      <a:gd name="connsiteY11" fmla="*/ 41494 h 41510"/>
                      <a:gd name="connsiteX12" fmla="*/ 82825 w 83002"/>
                      <a:gd name="connsiteY12" fmla="*/ 41361 h 41510"/>
                      <a:gd name="connsiteX13" fmla="*/ 83002 w 83002"/>
                      <a:gd name="connsiteY13" fmla="*/ 41316 h 41510"/>
                      <a:gd name="connsiteX14" fmla="*/ 34992 w 83002"/>
                      <a:gd name="connsiteY14" fmla="*/ 13255 h 41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002" h="41510">
                        <a:moveTo>
                          <a:pt x="34992" y="13255"/>
                        </a:moveTo>
                        <a:cubicBezTo>
                          <a:pt x="22712" y="9841"/>
                          <a:pt x="9324" y="6783"/>
                          <a:pt x="14" y="0"/>
                        </a:cubicBezTo>
                        <a:cubicBezTo>
                          <a:pt x="-74" y="1552"/>
                          <a:pt x="236" y="3103"/>
                          <a:pt x="1167" y="4344"/>
                        </a:cubicBezTo>
                        <a:cubicBezTo>
                          <a:pt x="2275" y="5852"/>
                          <a:pt x="3384" y="7270"/>
                          <a:pt x="4492" y="8645"/>
                        </a:cubicBezTo>
                        <a:cubicBezTo>
                          <a:pt x="7817" y="12457"/>
                          <a:pt x="11319" y="15959"/>
                          <a:pt x="16018" y="18708"/>
                        </a:cubicBezTo>
                        <a:cubicBezTo>
                          <a:pt x="18944" y="20703"/>
                          <a:pt x="22579" y="22121"/>
                          <a:pt x="26613" y="23761"/>
                        </a:cubicBezTo>
                        <a:cubicBezTo>
                          <a:pt x="27854" y="24249"/>
                          <a:pt x="29362" y="24781"/>
                          <a:pt x="31046" y="25357"/>
                        </a:cubicBezTo>
                        <a:cubicBezTo>
                          <a:pt x="37430" y="27751"/>
                          <a:pt x="45853" y="31298"/>
                          <a:pt x="51039" y="34002"/>
                        </a:cubicBezTo>
                        <a:cubicBezTo>
                          <a:pt x="51749" y="34312"/>
                          <a:pt x="52369" y="34622"/>
                          <a:pt x="52901" y="34933"/>
                        </a:cubicBezTo>
                        <a:cubicBezTo>
                          <a:pt x="54896" y="35952"/>
                          <a:pt x="56802" y="36795"/>
                          <a:pt x="58664" y="37504"/>
                        </a:cubicBezTo>
                        <a:cubicBezTo>
                          <a:pt x="60482" y="38258"/>
                          <a:pt x="62255" y="38967"/>
                          <a:pt x="64028" y="39455"/>
                        </a:cubicBezTo>
                        <a:cubicBezTo>
                          <a:pt x="68905" y="40785"/>
                          <a:pt x="73427" y="41449"/>
                          <a:pt x="78170" y="41494"/>
                        </a:cubicBezTo>
                        <a:cubicBezTo>
                          <a:pt x="79677" y="41538"/>
                          <a:pt x="81229" y="41494"/>
                          <a:pt x="82825" y="41361"/>
                        </a:cubicBezTo>
                        <a:lnTo>
                          <a:pt x="83002" y="41316"/>
                        </a:lnTo>
                        <a:cubicBezTo>
                          <a:pt x="69525" y="28283"/>
                          <a:pt x="52680" y="18087"/>
                          <a:pt x="34992" y="1325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75" name="Forme libre : forme 22874">
                    <a:extLst>
                      <a:ext uri="{FF2B5EF4-FFF2-40B4-BE49-F238E27FC236}">
                        <a16:creationId xmlns:a16="http://schemas.microsoft.com/office/drawing/2014/main" id="{42A09C63-CD9B-4380-A2EE-8A1FD4725DC0}"/>
                      </a:ext>
                    </a:extLst>
                  </p:cNvPr>
                  <p:cNvSpPr/>
                  <p:nvPr/>
                </p:nvSpPr>
                <p:spPr>
                  <a:xfrm>
                    <a:off x="5476023" y="1263573"/>
                    <a:ext cx="40029" cy="23172"/>
                  </a:xfrm>
                  <a:custGeom>
                    <a:avLst/>
                    <a:gdLst>
                      <a:gd name="connsiteX0" fmla="*/ 39729 w 40029"/>
                      <a:gd name="connsiteY0" fmla="*/ 22201 h 23172"/>
                      <a:gd name="connsiteX1" fmla="*/ 29533 w 40029"/>
                      <a:gd name="connsiteY1" fmla="*/ 21004 h 23172"/>
                      <a:gd name="connsiteX2" fmla="*/ 17342 w 40029"/>
                      <a:gd name="connsiteY2" fmla="*/ 15596 h 23172"/>
                      <a:gd name="connsiteX3" fmla="*/ 6436 w 40029"/>
                      <a:gd name="connsiteY3" fmla="*/ 9745 h 23172"/>
                      <a:gd name="connsiteX4" fmla="*/ 97 w 40029"/>
                      <a:gd name="connsiteY4" fmla="*/ 2253 h 23172"/>
                      <a:gd name="connsiteX5" fmla="*/ 9761 w 40029"/>
                      <a:gd name="connsiteY5" fmla="*/ 612 h 23172"/>
                      <a:gd name="connsiteX6" fmla="*/ 22218 w 40029"/>
                      <a:gd name="connsiteY6" fmla="*/ 5090 h 23172"/>
                      <a:gd name="connsiteX7" fmla="*/ 27582 w 40029"/>
                      <a:gd name="connsiteY7" fmla="*/ 8193 h 23172"/>
                      <a:gd name="connsiteX8" fmla="*/ 34099 w 40029"/>
                      <a:gd name="connsiteY8" fmla="*/ 12936 h 23172"/>
                      <a:gd name="connsiteX9" fmla="*/ 39729 w 40029"/>
                      <a:gd name="connsiteY9" fmla="*/ 22201 h 23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0029" h="23172">
                        <a:moveTo>
                          <a:pt x="39729" y="22201"/>
                        </a:moveTo>
                        <a:cubicBezTo>
                          <a:pt x="38355" y="24241"/>
                          <a:pt x="34232" y="22689"/>
                          <a:pt x="29533" y="21004"/>
                        </a:cubicBezTo>
                        <a:cubicBezTo>
                          <a:pt x="24967" y="19054"/>
                          <a:pt x="19824" y="16882"/>
                          <a:pt x="17342" y="15596"/>
                        </a:cubicBezTo>
                        <a:cubicBezTo>
                          <a:pt x="14726" y="14488"/>
                          <a:pt x="10338" y="12050"/>
                          <a:pt x="6436" y="9745"/>
                        </a:cubicBezTo>
                        <a:cubicBezTo>
                          <a:pt x="2668" y="7218"/>
                          <a:pt x="-612" y="4779"/>
                          <a:pt x="97" y="2253"/>
                        </a:cubicBezTo>
                        <a:cubicBezTo>
                          <a:pt x="762" y="-186"/>
                          <a:pt x="5062" y="-496"/>
                          <a:pt x="9761" y="612"/>
                        </a:cubicBezTo>
                        <a:cubicBezTo>
                          <a:pt x="14549" y="1499"/>
                          <a:pt x="19647" y="3893"/>
                          <a:pt x="22218" y="5090"/>
                        </a:cubicBezTo>
                        <a:cubicBezTo>
                          <a:pt x="23504" y="5666"/>
                          <a:pt x="25410" y="6863"/>
                          <a:pt x="27582" y="8193"/>
                        </a:cubicBezTo>
                        <a:cubicBezTo>
                          <a:pt x="29754" y="9479"/>
                          <a:pt x="32104" y="11119"/>
                          <a:pt x="34099" y="12936"/>
                        </a:cubicBezTo>
                        <a:cubicBezTo>
                          <a:pt x="38222" y="16350"/>
                          <a:pt x="40970" y="20295"/>
                          <a:pt x="39729" y="2220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76" name="Forme libre : forme 22875">
                    <a:extLst>
                      <a:ext uri="{FF2B5EF4-FFF2-40B4-BE49-F238E27FC236}">
                        <a16:creationId xmlns:a16="http://schemas.microsoft.com/office/drawing/2014/main" id="{46AC880D-8BCE-462D-99F0-1EC411ECB6F6}"/>
                      </a:ext>
                    </a:extLst>
                  </p:cNvPr>
                  <p:cNvSpPr/>
                  <p:nvPr/>
                </p:nvSpPr>
                <p:spPr>
                  <a:xfrm>
                    <a:off x="5475853" y="1263817"/>
                    <a:ext cx="26067" cy="19031"/>
                  </a:xfrm>
                  <a:custGeom>
                    <a:avLst/>
                    <a:gdLst>
                      <a:gd name="connsiteX0" fmla="*/ 10685 w 26067"/>
                      <a:gd name="connsiteY0" fmla="*/ 767 h 19031"/>
                      <a:gd name="connsiteX1" fmla="*/ 1 w 26067"/>
                      <a:gd name="connsiteY1" fmla="*/ 2009 h 19031"/>
                      <a:gd name="connsiteX2" fmla="*/ 17689 w 26067"/>
                      <a:gd name="connsiteY2" fmla="*/ 15485 h 19031"/>
                      <a:gd name="connsiteX3" fmla="*/ 26067 w 26067"/>
                      <a:gd name="connsiteY3" fmla="*/ 19032 h 19031"/>
                      <a:gd name="connsiteX4" fmla="*/ 21900 w 26067"/>
                      <a:gd name="connsiteY4" fmla="*/ 16460 h 19031"/>
                      <a:gd name="connsiteX5" fmla="*/ 10685 w 26067"/>
                      <a:gd name="connsiteY5" fmla="*/ 767 h 19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067" h="19031">
                        <a:moveTo>
                          <a:pt x="10685" y="767"/>
                        </a:moveTo>
                        <a:cubicBezTo>
                          <a:pt x="7714" y="457"/>
                          <a:pt x="-88" y="-1361"/>
                          <a:pt x="1" y="2009"/>
                        </a:cubicBezTo>
                        <a:cubicBezTo>
                          <a:pt x="222" y="7284"/>
                          <a:pt x="11394" y="12293"/>
                          <a:pt x="17689" y="15485"/>
                        </a:cubicBezTo>
                        <a:cubicBezTo>
                          <a:pt x="19506" y="16416"/>
                          <a:pt x="23807" y="18278"/>
                          <a:pt x="26067" y="19032"/>
                        </a:cubicBezTo>
                        <a:cubicBezTo>
                          <a:pt x="24915" y="18322"/>
                          <a:pt x="22876" y="17303"/>
                          <a:pt x="21900" y="16460"/>
                        </a:cubicBezTo>
                        <a:cubicBezTo>
                          <a:pt x="16448" y="11584"/>
                          <a:pt x="9222" y="6131"/>
                          <a:pt x="10685" y="76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77" name="Forme libre : forme 22876">
                    <a:extLst>
                      <a:ext uri="{FF2B5EF4-FFF2-40B4-BE49-F238E27FC236}">
                        <a16:creationId xmlns:a16="http://schemas.microsoft.com/office/drawing/2014/main" id="{285A8A16-43AC-4F7F-8048-AB1B73D50DFD}"/>
                      </a:ext>
                    </a:extLst>
                  </p:cNvPr>
                  <p:cNvSpPr/>
                  <p:nvPr/>
                </p:nvSpPr>
                <p:spPr>
                  <a:xfrm>
                    <a:off x="5477847" y="1265554"/>
                    <a:ext cx="39769" cy="23236"/>
                  </a:xfrm>
                  <a:custGeom>
                    <a:avLst/>
                    <a:gdLst>
                      <a:gd name="connsiteX0" fmla="*/ 39146 w 39769"/>
                      <a:gd name="connsiteY0" fmla="*/ 22570 h 23236"/>
                      <a:gd name="connsiteX1" fmla="*/ 28551 w 39769"/>
                      <a:gd name="connsiteY1" fmla="*/ 20974 h 23236"/>
                      <a:gd name="connsiteX2" fmla="*/ 21990 w 39769"/>
                      <a:gd name="connsiteY2" fmla="*/ 18137 h 23236"/>
                      <a:gd name="connsiteX3" fmla="*/ 16670 w 39769"/>
                      <a:gd name="connsiteY3" fmla="*/ 15743 h 23236"/>
                      <a:gd name="connsiteX4" fmla="*/ 46 w 39769"/>
                      <a:gd name="connsiteY4" fmla="*/ 2222 h 23236"/>
                      <a:gd name="connsiteX5" fmla="*/ 3282 w 39769"/>
                      <a:gd name="connsiteY5" fmla="*/ 50 h 23236"/>
                      <a:gd name="connsiteX6" fmla="*/ 9622 w 39769"/>
                      <a:gd name="connsiteY6" fmla="*/ 715 h 23236"/>
                      <a:gd name="connsiteX7" fmla="*/ 21857 w 39769"/>
                      <a:gd name="connsiteY7" fmla="*/ 5370 h 23236"/>
                      <a:gd name="connsiteX8" fmla="*/ 27265 w 39769"/>
                      <a:gd name="connsiteY8" fmla="*/ 8473 h 23236"/>
                      <a:gd name="connsiteX9" fmla="*/ 34048 w 39769"/>
                      <a:gd name="connsiteY9" fmla="*/ 13482 h 23236"/>
                      <a:gd name="connsiteX10" fmla="*/ 39146 w 39769"/>
                      <a:gd name="connsiteY10" fmla="*/ 22570 h 23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9769" h="23236">
                        <a:moveTo>
                          <a:pt x="39146" y="22570"/>
                        </a:moveTo>
                        <a:cubicBezTo>
                          <a:pt x="37151" y="24122"/>
                          <a:pt x="32984" y="22703"/>
                          <a:pt x="28551" y="20974"/>
                        </a:cubicBezTo>
                        <a:cubicBezTo>
                          <a:pt x="26290" y="20132"/>
                          <a:pt x="24073" y="19024"/>
                          <a:pt x="21990" y="18137"/>
                        </a:cubicBezTo>
                        <a:cubicBezTo>
                          <a:pt x="19862" y="17250"/>
                          <a:pt x="18000" y="16408"/>
                          <a:pt x="16670" y="15743"/>
                        </a:cubicBezTo>
                        <a:cubicBezTo>
                          <a:pt x="11306" y="13128"/>
                          <a:pt x="-841" y="7143"/>
                          <a:pt x="46" y="2222"/>
                        </a:cubicBezTo>
                        <a:cubicBezTo>
                          <a:pt x="312" y="937"/>
                          <a:pt x="1509" y="272"/>
                          <a:pt x="3282" y="50"/>
                        </a:cubicBezTo>
                        <a:cubicBezTo>
                          <a:pt x="5011" y="-127"/>
                          <a:pt x="7272" y="183"/>
                          <a:pt x="9622" y="715"/>
                        </a:cubicBezTo>
                        <a:cubicBezTo>
                          <a:pt x="14409" y="1779"/>
                          <a:pt x="19507" y="4173"/>
                          <a:pt x="21857" y="5370"/>
                        </a:cubicBezTo>
                        <a:cubicBezTo>
                          <a:pt x="23009" y="5990"/>
                          <a:pt x="25004" y="7099"/>
                          <a:pt x="27265" y="8473"/>
                        </a:cubicBezTo>
                        <a:cubicBezTo>
                          <a:pt x="29526" y="9847"/>
                          <a:pt x="31876" y="11709"/>
                          <a:pt x="34048" y="13482"/>
                        </a:cubicBezTo>
                        <a:cubicBezTo>
                          <a:pt x="38215" y="17206"/>
                          <a:pt x="41096" y="21152"/>
                          <a:pt x="39146" y="2257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78" name="Forme libre : forme 22877">
                    <a:extLst>
                      <a:ext uri="{FF2B5EF4-FFF2-40B4-BE49-F238E27FC236}">
                        <a16:creationId xmlns:a16="http://schemas.microsoft.com/office/drawing/2014/main" id="{7307DBA9-B038-40D2-B133-0DE104D3A7E9}"/>
                      </a:ext>
                    </a:extLst>
                  </p:cNvPr>
                  <p:cNvSpPr/>
                  <p:nvPr/>
                </p:nvSpPr>
                <p:spPr>
                  <a:xfrm>
                    <a:off x="5455821" y="1253958"/>
                    <a:ext cx="48339" cy="33663"/>
                  </a:xfrm>
                  <a:custGeom>
                    <a:avLst/>
                    <a:gdLst>
                      <a:gd name="connsiteX0" fmla="*/ 83 w 48339"/>
                      <a:gd name="connsiteY0" fmla="*/ 7124 h 33663"/>
                      <a:gd name="connsiteX1" fmla="*/ 4339 w 48339"/>
                      <a:gd name="connsiteY1" fmla="*/ 13818 h 33663"/>
                      <a:gd name="connsiteX2" fmla="*/ 20742 w 48339"/>
                      <a:gd name="connsiteY2" fmla="*/ 26408 h 33663"/>
                      <a:gd name="connsiteX3" fmla="*/ 39006 w 48339"/>
                      <a:gd name="connsiteY3" fmla="*/ 33235 h 33663"/>
                      <a:gd name="connsiteX4" fmla="*/ 48316 w 48339"/>
                      <a:gd name="connsiteY4" fmla="*/ 31151 h 33663"/>
                      <a:gd name="connsiteX5" fmla="*/ 43882 w 48339"/>
                      <a:gd name="connsiteY5" fmla="*/ 25521 h 33663"/>
                      <a:gd name="connsiteX6" fmla="*/ 36701 w 48339"/>
                      <a:gd name="connsiteY6" fmla="*/ 18872 h 33663"/>
                      <a:gd name="connsiteX7" fmla="*/ 29431 w 48339"/>
                      <a:gd name="connsiteY7" fmla="*/ 11779 h 33663"/>
                      <a:gd name="connsiteX8" fmla="*/ 22559 w 48339"/>
                      <a:gd name="connsiteY8" fmla="*/ 4819 h 33663"/>
                      <a:gd name="connsiteX9" fmla="*/ 12452 w 48339"/>
                      <a:gd name="connsiteY9" fmla="*/ 208 h 33663"/>
                      <a:gd name="connsiteX10" fmla="*/ 83 w 48339"/>
                      <a:gd name="connsiteY10" fmla="*/ 7124 h 33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8339" h="33663">
                        <a:moveTo>
                          <a:pt x="83" y="7124"/>
                        </a:moveTo>
                        <a:cubicBezTo>
                          <a:pt x="660" y="10227"/>
                          <a:pt x="1546" y="11336"/>
                          <a:pt x="4339" y="13818"/>
                        </a:cubicBezTo>
                        <a:cubicBezTo>
                          <a:pt x="9570" y="18650"/>
                          <a:pt x="13605" y="22728"/>
                          <a:pt x="20742" y="26408"/>
                        </a:cubicBezTo>
                        <a:cubicBezTo>
                          <a:pt x="26593" y="29688"/>
                          <a:pt x="33465" y="31994"/>
                          <a:pt x="39006" y="33235"/>
                        </a:cubicBezTo>
                        <a:cubicBezTo>
                          <a:pt x="43262" y="33900"/>
                          <a:pt x="47695" y="34166"/>
                          <a:pt x="48316" y="31151"/>
                        </a:cubicBezTo>
                        <a:cubicBezTo>
                          <a:pt x="48626" y="29289"/>
                          <a:pt x="45877" y="27383"/>
                          <a:pt x="43882" y="25521"/>
                        </a:cubicBezTo>
                        <a:cubicBezTo>
                          <a:pt x="41577" y="23216"/>
                          <a:pt x="39183" y="21000"/>
                          <a:pt x="36701" y="18872"/>
                        </a:cubicBezTo>
                        <a:cubicBezTo>
                          <a:pt x="34307" y="16611"/>
                          <a:pt x="31824" y="14350"/>
                          <a:pt x="29431" y="11779"/>
                        </a:cubicBezTo>
                        <a:cubicBezTo>
                          <a:pt x="27391" y="9518"/>
                          <a:pt x="25264" y="6991"/>
                          <a:pt x="22559" y="4819"/>
                        </a:cubicBezTo>
                        <a:cubicBezTo>
                          <a:pt x="19855" y="2558"/>
                          <a:pt x="16575" y="829"/>
                          <a:pt x="12452" y="208"/>
                        </a:cubicBezTo>
                        <a:cubicBezTo>
                          <a:pt x="4871" y="-944"/>
                          <a:pt x="-759" y="2868"/>
                          <a:pt x="83" y="712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79" name="Forme libre : forme 22878">
                    <a:extLst>
                      <a:ext uri="{FF2B5EF4-FFF2-40B4-BE49-F238E27FC236}">
                        <a16:creationId xmlns:a16="http://schemas.microsoft.com/office/drawing/2014/main" id="{08A503BD-D795-4CB5-B74A-3DC3AEAAD68E}"/>
                      </a:ext>
                    </a:extLst>
                  </p:cNvPr>
                  <p:cNvSpPr/>
                  <p:nvPr/>
                </p:nvSpPr>
                <p:spPr>
                  <a:xfrm>
                    <a:off x="5467612" y="1257376"/>
                    <a:ext cx="19032" cy="5220"/>
                  </a:xfrm>
                  <a:custGeom>
                    <a:avLst/>
                    <a:gdLst>
                      <a:gd name="connsiteX0" fmla="*/ 2124 w 19032"/>
                      <a:gd name="connsiteY0" fmla="*/ 426 h 5220"/>
                      <a:gd name="connsiteX1" fmla="*/ 129 w 19032"/>
                      <a:gd name="connsiteY1" fmla="*/ 1135 h 5220"/>
                      <a:gd name="connsiteX2" fmla="*/ 1193 w 19032"/>
                      <a:gd name="connsiteY2" fmla="*/ 2554 h 5220"/>
                      <a:gd name="connsiteX3" fmla="*/ 4473 w 19032"/>
                      <a:gd name="connsiteY3" fmla="*/ 3440 h 5220"/>
                      <a:gd name="connsiteX4" fmla="*/ 12719 w 19032"/>
                      <a:gd name="connsiteY4" fmla="*/ 4948 h 5220"/>
                      <a:gd name="connsiteX5" fmla="*/ 15778 w 19032"/>
                      <a:gd name="connsiteY5" fmla="*/ 5214 h 5220"/>
                      <a:gd name="connsiteX6" fmla="*/ 15334 w 19032"/>
                      <a:gd name="connsiteY6" fmla="*/ 869 h 5220"/>
                      <a:gd name="connsiteX7" fmla="*/ 2124 w 19032"/>
                      <a:gd name="connsiteY7" fmla="*/ 426 h 5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32" h="5220">
                        <a:moveTo>
                          <a:pt x="2124" y="426"/>
                        </a:moveTo>
                        <a:cubicBezTo>
                          <a:pt x="1193" y="559"/>
                          <a:pt x="528" y="648"/>
                          <a:pt x="129" y="1135"/>
                        </a:cubicBezTo>
                        <a:cubicBezTo>
                          <a:pt x="-270" y="1623"/>
                          <a:pt x="306" y="2155"/>
                          <a:pt x="1193" y="2554"/>
                        </a:cubicBezTo>
                        <a:cubicBezTo>
                          <a:pt x="2035" y="2953"/>
                          <a:pt x="3409" y="3263"/>
                          <a:pt x="4473" y="3440"/>
                        </a:cubicBezTo>
                        <a:cubicBezTo>
                          <a:pt x="7177" y="3972"/>
                          <a:pt x="10059" y="4637"/>
                          <a:pt x="12719" y="4948"/>
                        </a:cubicBezTo>
                        <a:cubicBezTo>
                          <a:pt x="13827" y="5081"/>
                          <a:pt x="14847" y="5258"/>
                          <a:pt x="15778" y="5214"/>
                        </a:cubicBezTo>
                        <a:cubicBezTo>
                          <a:pt x="19723" y="5036"/>
                          <a:pt x="20654" y="2510"/>
                          <a:pt x="15334" y="869"/>
                        </a:cubicBezTo>
                        <a:cubicBezTo>
                          <a:pt x="11167" y="-150"/>
                          <a:pt x="5936" y="-239"/>
                          <a:pt x="2124" y="42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80" name="Forme libre : forme 22879">
                    <a:extLst>
                      <a:ext uri="{FF2B5EF4-FFF2-40B4-BE49-F238E27FC236}">
                        <a16:creationId xmlns:a16="http://schemas.microsoft.com/office/drawing/2014/main" id="{FB993C1F-4182-4935-A94F-8D6B4F479F19}"/>
                      </a:ext>
                    </a:extLst>
                  </p:cNvPr>
                  <p:cNvSpPr/>
                  <p:nvPr/>
                </p:nvSpPr>
                <p:spPr>
                  <a:xfrm>
                    <a:off x="5497665" y="1292956"/>
                    <a:ext cx="28593" cy="5203"/>
                  </a:xfrm>
                  <a:custGeom>
                    <a:avLst/>
                    <a:gdLst>
                      <a:gd name="connsiteX0" fmla="*/ 28594 w 28593"/>
                      <a:gd name="connsiteY0" fmla="*/ 4699 h 5203"/>
                      <a:gd name="connsiteX1" fmla="*/ 14674 w 28593"/>
                      <a:gd name="connsiteY1" fmla="*/ 3679 h 5203"/>
                      <a:gd name="connsiteX2" fmla="*/ 6916 w 28593"/>
                      <a:gd name="connsiteY2" fmla="*/ 1729 h 5203"/>
                      <a:gd name="connsiteX3" fmla="*/ 0 w 28593"/>
                      <a:gd name="connsiteY3" fmla="*/ 0 h 5203"/>
                      <a:gd name="connsiteX4" fmla="*/ 28594 w 28593"/>
                      <a:gd name="connsiteY4" fmla="*/ 4699 h 5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93" h="5203">
                        <a:moveTo>
                          <a:pt x="28594" y="4699"/>
                        </a:moveTo>
                        <a:cubicBezTo>
                          <a:pt x="25047" y="5763"/>
                          <a:pt x="19772" y="5009"/>
                          <a:pt x="14674" y="3679"/>
                        </a:cubicBezTo>
                        <a:cubicBezTo>
                          <a:pt x="12058" y="3103"/>
                          <a:pt x="9354" y="2438"/>
                          <a:pt x="6916" y="1729"/>
                        </a:cubicBezTo>
                        <a:cubicBezTo>
                          <a:pt x="4433" y="1020"/>
                          <a:pt x="1995" y="532"/>
                          <a:pt x="0" y="0"/>
                        </a:cubicBezTo>
                        <a:cubicBezTo>
                          <a:pt x="8866" y="1951"/>
                          <a:pt x="19993" y="3679"/>
                          <a:pt x="28594" y="46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81" name="Forme libre : forme 22880">
                    <a:extLst>
                      <a:ext uri="{FF2B5EF4-FFF2-40B4-BE49-F238E27FC236}">
                        <a16:creationId xmlns:a16="http://schemas.microsoft.com/office/drawing/2014/main" id="{E3AB6692-6908-4E6D-9180-6127FD23FD3E}"/>
                      </a:ext>
                    </a:extLst>
                  </p:cNvPr>
                  <p:cNvSpPr/>
                  <p:nvPr/>
                </p:nvSpPr>
                <p:spPr>
                  <a:xfrm>
                    <a:off x="5447216" y="1248599"/>
                    <a:ext cx="34932" cy="5124"/>
                  </a:xfrm>
                  <a:custGeom>
                    <a:avLst/>
                    <a:gdLst>
                      <a:gd name="connsiteX0" fmla="*/ 34933 w 34932"/>
                      <a:gd name="connsiteY0" fmla="*/ 1489 h 5124"/>
                      <a:gd name="connsiteX1" fmla="*/ 0 w 34932"/>
                      <a:gd name="connsiteY1" fmla="*/ 5124 h 5124"/>
                      <a:gd name="connsiteX2" fmla="*/ 34933 w 34932"/>
                      <a:gd name="connsiteY2" fmla="*/ 1489 h 5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932" h="5124">
                        <a:moveTo>
                          <a:pt x="34933" y="1489"/>
                        </a:moveTo>
                        <a:cubicBezTo>
                          <a:pt x="21545" y="-1880"/>
                          <a:pt x="9044" y="957"/>
                          <a:pt x="0" y="5124"/>
                        </a:cubicBezTo>
                        <a:cubicBezTo>
                          <a:pt x="8246" y="736"/>
                          <a:pt x="23185" y="-62"/>
                          <a:pt x="34933" y="14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82" name="Forme libre : forme 22881">
                    <a:extLst>
                      <a:ext uri="{FF2B5EF4-FFF2-40B4-BE49-F238E27FC236}">
                        <a16:creationId xmlns:a16="http://schemas.microsoft.com/office/drawing/2014/main" id="{A8275A2D-0ECF-41CC-B6F2-626209574DAA}"/>
                      </a:ext>
                    </a:extLst>
                  </p:cNvPr>
                  <p:cNvSpPr/>
                  <p:nvPr/>
                </p:nvSpPr>
                <p:spPr>
                  <a:xfrm>
                    <a:off x="5493884" y="1269167"/>
                    <a:ext cx="14454" cy="9853"/>
                  </a:xfrm>
                  <a:custGeom>
                    <a:avLst/>
                    <a:gdLst>
                      <a:gd name="connsiteX0" fmla="*/ 14066 w 14454"/>
                      <a:gd name="connsiteY0" fmla="*/ 9736 h 9853"/>
                      <a:gd name="connsiteX1" fmla="*/ 9632 w 14454"/>
                      <a:gd name="connsiteY1" fmla="*/ 8318 h 9853"/>
                      <a:gd name="connsiteX2" fmla="*/ 5155 w 14454"/>
                      <a:gd name="connsiteY2" fmla="*/ 5569 h 9853"/>
                      <a:gd name="connsiteX3" fmla="*/ 412 w 14454"/>
                      <a:gd name="connsiteY3" fmla="*/ 205 h 9853"/>
                      <a:gd name="connsiteX4" fmla="*/ 4889 w 14454"/>
                      <a:gd name="connsiteY4" fmla="*/ 1092 h 9853"/>
                      <a:gd name="connsiteX5" fmla="*/ 9100 w 14454"/>
                      <a:gd name="connsiteY5" fmla="*/ 3796 h 9853"/>
                      <a:gd name="connsiteX6" fmla="*/ 14066 w 14454"/>
                      <a:gd name="connsiteY6" fmla="*/ 9736 h 9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54" h="9853">
                        <a:moveTo>
                          <a:pt x="14066" y="9736"/>
                        </a:moveTo>
                        <a:cubicBezTo>
                          <a:pt x="13179" y="10180"/>
                          <a:pt x="11450" y="9293"/>
                          <a:pt x="9632" y="8318"/>
                        </a:cubicBezTo>
                        <a:cubicBezTo>
                          <a:pt x="7815" y="7342"/>
                          <a:pt x="5997" y="6145"/>
                          <a:pt x="5155" y="5569"/>
                        </a:cubicBezTo>
                        <a:cubicBezTo>
                          <a:pt x="3515" y="4328"/>
                          <a:pt x="-1450" y="1313"/>
                          <a:pt x="412" y="205"/>
                        </a:cubicBezTo>
                        <a:cubicBezTo>
                          <a:pt x="1343" y="-327"/>
                          <a:pt x="3160" y="249"/>
                          <a:pt x="4889" y="1092"/>
                        </a:cubicBezTo>
                        <a:cubicBezTo>
                          <a:pt x="6618" y="2023"/>
                          <a:pt x="8302" y="3220"/>
                          <a:pt x="9100" y="3796"/>
                        </a:cubicBezTo>
                        <a:cubicBezTo>
                          <a:pt x="10829" y="4860"/>
                          <a:pt x="15883" y="8894"/>
                          <a:pt x="14066" y="973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83" name="Forme libre : forme 22882">
                    <a:extLst>
                      <a:ext uri="{FF2B5EF4-FFF2-40B4-BE49-F238E27FC236}">
                        <a16:creationId xmlns:a16="http://schemas.microsoft.com/office/drawing/2014/main" id="{636A65EA-3C1F-4A6B-BDD8-5486FA6DDA80}"/>
                      </a:ext>
                    </a:extLst>
                  </p:cNvPr>
                  <p:cNvSpPr/>
                  <p:nvPr/>
                </p:nvSpPr>
                <p:spPr>
                  <a:xfrm>
                    <a:off x="5506329" y="1277143"/>
                    <a:ext cx="4082" cy="2980"/>
                  </a:xfrm>
                  <a:custGeom>
                    <a:avLst/>
                    <a:gdLst>
                      <a:gd name="connsiteX0" fmla="*/ 4059 w 4082"/>
                      <a:gd name="connsiteY0" fmla="*/ 2736 h 2980"/>
                      <a:gd name="connsiteX1" fmla="*/ 1798 w 4082"/>
                      <a:gd name="connsiteY1" fmla="*/ 2248 h 2980"/>
                      <a:gd name="connsiteX2" fmla="*/ 25 w 4082"/>
                      <a:gd name="connsiteY2" fmla="*/ 253 h 2980"/>
                      <a:gd name="connsiteX3" fmla="*/ 2241 w 4082"/>
                      <a:gd name="connsiteY3" fmla="*/ 697 h 2980"/>
                      <a:gd name="connsiteX4" fmla="*/ 4059 w 4082"/>
                      <a:gd name="connsiteY4" fmla="*/ 2736 h 2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82" h="2980">
                        <a:moveTo>
                          <a:pt x="4059" y="2736"/>
                        </a:moveTo>
                        <a:cubicBezTo>
                          <a:pt x="3837" y="3357"/>
                          <a:pt x="2463" y="2647"/>
                          <a:pt x="1798" y="2248"/>
                        </a:cubicBezTo>
                        <a:cubicBezTo>
                          <a:pt x="1133" y="1849"/>
                          <a:pt x="-197" y="874"/>
                          <a:pt x="25" y="253"/>
                        </a:cubicBezTo>
                        <a:cubicBezTo>
                          <a:pt x="246" y="-367"/>
                          <a:pt x="1532" y="298"/>
                          <a:pt x="2241" y="697"/>
                        </a:cubicBezTo>
                        <a:cubicBezTo>
                          <a:pt x="2906" y="1140"/>
                          <a:pt x="4280" y="2115"/>
                          <a:pt x="4059" y="27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84" name="Forme libre : forme 22883">
                    <a:extLst>
                      <a:ext uri="{FF2B5EF4-FFF2-40B4-BE49-F238E27FC236}">
                        <a16:creationId xmlns:a16="http://schemas.microsoft.com/office/drawing/2014/main" id="{5E12BF21-26BF-43B4-9ABA-D744AE1FC0A3}"/>
                      </a:ext>
                    </a:extLst>
                  </p:cNvPr>
                  <p:cNvSpPr/>
                  <p:nvPr/>
                </p:nvSpPr>
                <p:spPr>
                  <a:xfrm>
                    <a:off x="5497765" y="1259944"/>
                    <a:ext cx="29703" cy="34326"/>
                  </a:xfrm>
                  <a:custGeom>
                    <a:avLst/>
                    <a:gdLst>
                      <a:gd name="connsiteX0" fmla="*/ 26144 w 29703"/>
                      <a:gd name="connsiteY0" fmla="*/ 21309 h 34326"/>
                      <a:gd name="connsiteX1" fmla="*/ 29690 w 29703"/>
                      <a:gd name="connsiteY1" fmla="*/ 33190 h 34326"/>
                      <a:gd name="connsiteX2" fmla="*/ 25745 w 29703"/>
                      <a:gd name="connsiteY2" fmla="*/ 33367 h 34326"/>
                      <a:gd name="connsiteX3" fmla="*/ 22996 w 29703"/>
                      <a:gd name="connsiteY3" fmla="*/ 29023 h 34326"/>
                      <a:gd name="connsiteX4" fmla="*/ 19405 w 29703"/>
                      <a:gd name="connsiteY4" fmla="*/ 22151 h 34326"/>
                      <a:gd name="connsiteX5" fmla="*/ 14440 w 29703"/>
                      <a:gd name="connsiteY5" fmla="*/ 15458 h 34326"/>
                      <a:gd name="connsiteX6" fmla="*/ 10849 w 29703"/>
                      <a:gd name="connsiteY6" fmla="*/ 12000 h 34326"/>
                      <a:gd name="connsiteX7" fmla="*/ 5264 w 29703"/>
                      <a:gd name="connsiteY7" fmla="*/ 7301 h 34326"/>
                      <a:gd name="connsiteX8" fmla="*/ 786 w 29703"/>
                      <a:gd name="connsiteY8" fmla="*/ 341 h 34326"/>
                      <a:gd name="connsiteX9" fmla="*/ 20912 w 29703"/>
                      <a:gd name="connsiteY9" fmla="*/ 11202 h 34326"/>
                      <a:gd name="connsiteX10" fmla="*/ 26144 w 29703"/>
                      <a:gd name="connsiteY10" fmla="*/ 21309 h 34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703" h="34326">
                        <a:moveTo>
                          <a:pt x="26144" y="21309"/>
                        </a:moveTo>
                        <a:cubicBezTo>
                          <a:pt x="28316" y="25920"/>
                          <a:pt x="29867" y="29156"/>
                          <a:pt x="29690" y="33190"/>
                        </a:cubicBezTo>
                        <a:cubicBezTo>
                          <a:pt x="29601" y="34697"/>
                          <a:pt x="27474" y="34653"/>
                          <a:pt x="25745" y="33367"/>
                        </a:cubicBezTo>
                        <a:cubicBezTo>
                          <a:pt x="24060" y="32037"/>
                          <a:pt x="23572" y="30574"/>
                          <a:pt x="22996" y="29023"/>
                        </a:cubicBezTo>
                        <a:cubicBezTo>
                          <a:pt x="22109" y="26585"/>
                          <a:pt x="20824" y="24412"/>
                          <a:pt x="19405" y="22151"/>
                        </a:cubicBezTo>
                        <a:cubicBezTo>
                          <a:pt x="17987" y="19891"/>
                          <a:pt x="16346" y="17630"/>
                          <a:pt x="14440" y="15458"/>
                        </a:cubicBezTo>
                        <a:cubicBezTo>
                          <a:pt x="13864" y="14748"/>
                          <a:pt x="12490" y="13507"/>
                          <a:pt x="10849" y="12000"/>
                        </a:cubicBezTo>
                        <a:cubicBezTo>
                          <a:pt x="9165" y="10581"/>
                          <a:pt x="7170" y="8941"/>
                          <a:pt x="5264" y="7301"/>
                        </a:cubicBezTo>
                        <a:cubicBezTo>
                          <a:pt x="1629" y="4020"/>
                          <a:pt x="-1519" y="1316"/>
                          <a:pt x="786" y="341"/>
                        </a:cubicBezTo>
                        <a:cubicBezTo>
                          <a:pt x="5618" y="-1876"/>
                          <a:pt x="17765" y="7301"/>
                          <a:pt x="20912" y="11202"/>
                        </a:cubicBezTo>
                        <a:cubicBezTo>
                          <a:pt x="24104" y="15192"/>
                          <a:pt x="24370" y="17984"/>
                          <a:pt x="26144" y="2130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79" name="Graphique 2">
                  <a:extLst>
                    <a:ext uri="{FF2B5EF4-FFF2-40B4-BE49-F238E27FC236}">
                      <a16:creationId xmlns:a16="http://schemas.microsoft.com/office/drawing/2014/main" id="{DF93C59A-5825-4259-BE8B-9EFC0FDEE1B7}"/>
                    </a:ext>
                  </a:extLst>
                </p:cNvPr>
                <p:cNvGrpSpPr/>
                <p:nvPr/>
              </p:nvGrpSpPr>
              <p:grpSpPr>
                <a:xfrm>
                  <a:off x="5528340" y="1294926"/>
                  <a:ext cx="63379" cy="80831"/>
                  <a:chOff x="5528340" y="1294926"/>
                  <a:chExt cx="63379" cy="80831"/>
                </a:xfrm>
                <a:solidFill>
                  <a:schemeClr val="accent1"/>
                </a:solidFill>
              </p:grpSpPr>
              <p:sp>
                <p:nvSpPr>
                  <p:cNvPr id="22861" name="Forme libre : forme 22860">
                    <a:extLst>
                      <a:ext uri="{FF2B5EF4-FFF2-40B4-BE49-F238E27FC236}">
                        <a16:creationId xmlns:a16="http://schemas.microsoft.com/office/drawing/2014/main" id="{FFE31BBA-1DAE-4DB4-9913-0FCD7B5814E2}"/>
                      </a:ext>
                    </a:extLst>
                  </p:cNvPr>
                  <p:cNvSpPr/>
                  <p:nvPr/>
                </p:nvSpPr>
                <p:spPr>
                  <a:xfrm>
                    <a:off x="5528340" y="1294926"/>
                    <a:ext cx="63379" cy="80831"/>
                  </a:xfrm>
                  <a:custGeom>
                    <a:avLst/>
                    <a:gdLst>
                      <a:gd name="connsiteX0" fmla="*/ 27841 w 63379"/>
                      <a:gd name="connsiteY0" fmla="*/ 63374 h 80831"/>
                      <a:gd name="connsiteX1" fmla="*/ 18443 w 63379"/>
                      <a:gd name="connsiteY1" fmla="*/ 50518 h 80831"/>
                      <a:gd name="connsiteX2" fmla="*/ 9355 w 63379"/>
                      <a:gd name="connsiteY2" fmla="*/ 37751 h 80831"/>
                      <a:gd name="connsiteX3" fmla="*/ 2 w 63379"/>
                      <a:gd name="connsiteY3" fmla="*/ 6852 h 80831"/>
                      <a:gd name="connsiteX4" fmla="*/ 7405 w 63379"/>
                      <a:gd name="connsiteY4" fmla="*/ 25 h 80831"/>
                      <a:gd name="connsiteX5" fmla="*/ 37639 w 63379"/>
                      <a:gd name="connsiteY5" fmla="*/ 16871 h 80831"/>
                      <a:gd name="connsiteX6" fmla="*/ 47303 w 63379"/>
                      <a:gd name="connsiteY6" fmla="*/ 29416 h 80831"/>
                      <a:gd name="connsiteX7" fmla="*/ 55991 w 63379"/>
                      <a:gd name="connsiteY7" fmla="*/ 42361 h 80831"/>
                      <a:gd name="connsiteX8" fmla="*/ 63084 w 63379"/>
                      <a:gd name="connsiteY8" fmla="*/ 73792 h 80831"/>
                      <a:gd name="connsiteX9" fmla="*/ 56169 w 63379"/>
                      <a:gd name="connsiteY9" fmla="*/ 80796 h 80831"/>
                      <a:gd name="connsiteX10" fmla="*/ 27841 w 63379"/>
                      <a:gd name="connsiteY10" fmla="*/ 63374 h 80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3379" h="80831">
                        <a:moveTo>
                          <a:pt x="27841" y="63374"/>
                        </a:moveTo>
                        <a:cubicBezTo>
                          <a:pt x="25359" y="60138"/>
                          <a:pt x="21812" y="55350"/>
                          <a:pt x="18443" y="50518"/>
                        </a:cubicBezTo>
                        <a:cubicBezTo>
                          <a:pt x="15030" y="45730"/>
                          <a:pt x="11616" y="40898"/>
                          <a:pt x="9355" y="37751"/>
                        </a:cubicBezTo>
                        <a:cubicBezTo>
                          <a:pt x="1287" y="25958"/>
                          <a:pt x="135" y="17669"/>
                          <a:pt x="2" y="6852"/>
                        </a:cubicBezTo>
                        <a:cubicBezTo>
                          <a:pt x="-87" y="3172"/>
                          <a:pt x="3592" y="-330"/>
                          <a:pt x="7405" y="25"/>
                        </a:cubicBezTo>
                        <a:cubicBezTo>
                          <a:pt x="18133" y="1266"/>
                          <a:pt x="28019" y="5566"/>
                          <a:pt x="37639" y="16871"/>
                        </a:cubicBezTo>
                        <a:cubicBezTo>
                          <a:pt x="40254" y="19885"/>
                          <a:pt x="43800" y="24584"/>
                          <a:pt x="47303" y="29416"/>
                        </a:cubicBezTo>
                        <a:cubicBezTo>
                          <a:pt x="50627" y="34204"/>
                          <a:pt x="54041" y="39258"/>
                          <a:pt x="55991" y="42361"/>
                        </a:cubicBezTo>
                        <a:cubicBezTo>
                          <a:pt x="63528" y="54375"/>
                          <a:pt x="63882" y="63285"/>
                          <a:pt x="63084" y="73792"/>
                        </a:cubicBezTo>
                        <a:cubicBezTo>
                          <a:pt x="62774" y="77427"/>
                          <a:pt x="59627" y="81239"/>
                          <a:pt x="56169" y="80796"/>
                        </a:cubicBezTo>
                        <a:cubicBezTo>
                          <a:pt x="46061" y="79555"/>
                          <a:pt x="36974" y="75033"/>
                          <a:pt x="27841" y="6337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62" name="Forme libre : forme 22861">
                    <a:extLst>
                      <a:ext uri="{FF2B5EF4-FFF2-40B4-BE49-F238E27FC236}">
                        <a16:creationId xmlns:a16="http://schemas.microsoft.com/office/drawing/2014/main" id="{0C373AAA-B401-4EBE-B039-B6DDB874364A}"/>
                      </a:ext>
                    </a:extLst>
                  </p:cNvPr>
                  <p:cNvSpPr/>
                  <p:nvPr/>
                </p:nvSpPr>
                <p:spPr>
                  <a:xfrm>
                    <a:off x="5528428" y="1297567"/>
                    <a:ext cx="56258" cy="78111"/>
                  </a:xfrm>
                  <a:custGeom>
                    <a:avLst/>
                    <a:gdLst>
                      <a:gd name="connsiteX0" fmla="*/ 22212 w 56258"/>
                      <a:gd name="connsiteY0" fmla="*/ 31342 h 78111"/>
                      <a:gd name="connsiteX1" fmla="*/ 1554 w 56258"/>
                      <a:gd name="connsiteY1" fmla="*/ 0 h 78111"/>
                      <a:gd name="connsiteX2" fmla="*/ 2 w 56258"/>
                      <a:gd name="connsiteY2" fmla="*/ 4167 h 78111"/>
                      <a:gd name="connsiteX3" fmla="*/ 180 w 56258"/>
                      <a:gd name="connsiteY3" fmla="*/ 9531 h 78111"/>
                      <a:gd name="connsiteX4" fmla="*/ 3416 w 56258"/>
                      <a:gd name="connsiteY4" fmla="*/ 24471 h 78111"/>
                      <a:gd name="connsiteX5" fmla="*/ 9312 w 56258"/>
                      <a:gd name="connsiteY5" fmla="*/ 35066 h 78111"/>
                      <a:gd name="connsiteX6" fmla="*/ 12193 w 56258"/>
                      <a:gd name="connsiteY6" fmla="*/ 39144 h 78111"/>
                      <a:gd name="connsiteX7" fmla="*/ 26335 w 56258"/>
                      <a:gd name="connsiteY7" fmla="*/ 58739 h 78111"/>
                      <a:gd name="connsiteX8" fmla="*/ 27842 w 56258"/>
                      <a:gd name="connsiteY8" fmla="*/ 60689 h 78111"/>
                      <a:gd name="connsiteX9" fmla="*/ 37595 w 56258"/>
                      <a:gd name="connsiteY9" fmla="*/ 70530 h 78111"/>
                      <a:gd name="connsiteX10" fmla="*/ 51382 w 56258"/>
                      <a:gd name="connsiteY10" fmla="*/ 77224 h 78111"/>
                      <a:gd name="connsiteX11" fmla="*/ 56081 w 56258"/>
                      <a:gd name="connsiteY11" fmla="*/ 78111 h 78111"/>
                      <a:gd name="connsiteX12" fmla="*/ 56258 w 56258"/>
                      <a:gd name="connsiteY12" fmla="*/ 78111 h 78111"/>
                      <a:gd name="connsiteX13" fmla="*/ 22212 w 56258"/>
                      <a:gd name="connsiteY13" fmla="*/ 31342 h 78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6258" h="78111">
                        <a:moveTo>
                          <a:pt x="22212" y="31342"/>
                        </a:moveTo>
                        <a:cubicBezTo>
                          <a:pt x="13789" y="21367"/>
                          <a:pt x="5233" y="10817"/>
                          <a:pt x="1554" y="0"/>
                        </a:cubicBezTo>
                        <a:cubicBezTo>
                          <a:pt x="579" y="1197"/>
                          <a:pt x="-42" y="2660"/>
                          <a:pt x="2" y="4167"/>
                        </a:cubicBezTo>
                        <a:cubicBezTo>
                          <a:pt x="91" y="6073"/>
                          <a:pt x="135" y="7847"/>
                          <a:pt x="180" y="9531"/>
                        </a:cubicBezTo>
                        <a:cubicBezTo>
                          <a:pt x="490" y="14629"/>
                          <a:pt x="1376" y="19284"/>
                          <a:pt x="3416" y="24471"/>
                        </a:cubicBezTo>
                        <a:cubicBezTo>
                          <a:pt x="4834" y="27707"/>
                          <a:pt x="6652" y="31253"/>
                          <a:pt x="9312" y="35066"/>
                        </a:cubicBezTo>
                        <a:cubicBezTo>
                          <a:pt x="10110" y="36218"/>
                          <a:pt x="11129" y="37593"/>
                          <a:pt x="12193" y="39144"/>
                        </a:cubicBezTo>
                        <a:cubicBezTo>
                          <a:pt x="16538" y="45129"/>
                          <a:pt x="22212" y="53241"/>
                          <a:pt x="26335" y="58739"/>
                        </a:cubicBezTo>
                        <a:cubicBezTo>
                          <a:pt x="26867" y="59448"/>
                          <a:pt x="27399" y="60113"/>
                          <a:pt x="27842" y="60689"/>
                        </a:cubicBezTo>
                        <a:cubicBezTo>
                          <a:pt x="31078" y="64812"/>
                          <a:pt x="34314" y="68048"/>
                          <a:pt x="37595" y="70530"/>
                        </a:cubicBezTo>
                        <a:cubicBezTo>
                          <a:pt x="42072" y="73944"/>
                          <a:pt x="46683" y="75939"/>
                          <a:pt x="51382" y="77224"/>
                        </a:cubicBezTo>
                        <a:cubicBezTo>
                          <a:pt x="52933" y="77623"/>
                          <a:pt x="54485" y="77889"/>
                          <a:pt x="56081" y="78111"/>
                        </a:cubicBezTo>
                        <a:lnTo>
                          <a:pt x="56258" y="78111"/>
                        </a:lnTo>
                        <a:cubicBezTo>
                          <a:pt x="44599" y="62728"/>
                          <a:pt x="34137" y="45528"/>
                          <a:pt x="22212" y="3134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63" name="Forme libre : forme 22862">
                    <a:extLst>
                      <a:ext uri="{FF2B5EF4-FFF2-40B4-BE49-F238E27FC236}">
                        <a16:creationId xmlns:a16="http://schemas.microsoft.com/office/drawing/2014/main" id="{75C39B6A-81D1-4A63-9FD5-F9654C5754E6}"/>
                      </a:ext>
                    </a:extLst>
                  </p:cNvPr>
                  <p:cNvSpPr/>
                  <p:nvPr/>
                </p:nvSpPr>
                <p:spPr>
                  <a:xfrm>
                    <a:off x="5550791" y="1322367"/>
                    <a:ext cx="27501" cy="37593"/>
                  </a:xfrm>
                  <a:custGeom>
                    <a:avLst/>
                    <a:gdLst>
                      <a:gd name="connsiteX0" fmla="*/ 26669 w 27501"/>
                      <a:gd name="connsiteY0" fmla="*/ 37175 h 37593"/>
                      <a:gd name="connsiteX1" fmla="*/ 8538 w 27501"/>
                      <a:gd name="connsiteY1" fmla="*/ 21437 h 37593"/>
                      <a:gd name="connsiteX2" fmla="*/ 1002 w 27501"/>
                      <a:gd name="connsiteY2" fmla="*/ 557 h 37593"/>
                      <a:gd name="connsiteX3" fmla="*/ 17936 w 27501"/>
                      <a:gd name="connsiteY3" fmla="*/ 14743 h 37593"/>
                      <a:gd name="connsiteX4" fmla="*/ 26669 w 27501"/>
                      <a:gd name="connsiteY4" fmla="*/ 37175 h 37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01" h="37593">
                        <a:moveTo>
                          <a:pt x="26669" y="37175"/>
                        </a:moveTo>
                        <a:cubicBezTo>
                          <a:pt x="22901" y="40189"/>
                          <a:pt x="11907" y="26092"/>
                          <a:pt x="8538" y="21437"/>
                        </a:cubicBezTo>
                        <a:cubicBezTo>
                          <a:pt x="5257" y="16605"/>
                          <a:pt x="-2811" y="3793"/>
                          <a:pt x="1002" y="557"/>
                        </a:cubicBezTo>
                        <a:cubicBezTo>
                          <a:pt x="4991" y="-2812"/>
                          <a:pt x="15010" y="10000"/>
                          <a:pt x="17936" y="14743"/>
                        </a:cubicBezTo>
                        <a:cubicBezTo>
                          <a:pt x="21039" y="19442"/>
                          <a:pt x="30304" y="34293"/>
                          <a:pt x="26669" y="3717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64" name="Forme libre : forme 22863">
                    <a:extLst>
                      <a:ext uri="{FF2B5EF4-FFF2-40B4-BE49-F238E27FC236}">
                        <a16:creationId xmlns:a16="http://schemas.microsoft.com/office/drawing/2014/main" id="{CF1A8873-5E79-4D44-808A-BF7EEF18164F}"/>
                      </a:ext>
                    </a:extLst>
                  </p:cNvPr>
                  <p:cNvSpPr/>
                  <p:nvPr/>
                </p:nvSpPr>
                <p:spPr>
                  <a:xfrm>
                    <a:off x="5550894" y="1321995"/>
                    <a:ext cx="14597" cy="29389"/>
                  </a:xfrm>
                  <a:custGeom>
                    <a:avLst/>
                    <a:gdLst>
                      <a:gd name="connsiteX0" fmla="*/ 10253 w 14597"/>
                      <a:gd name="connsiteY0" fmla="*/ 5672 h 29389"/>
                      <a:gd name="connsiteX1" fmla="*/ 722 w 14597"/>
                      <a:gd name="connsiteY1" fmla="*/ 751 h 29389"/>
                      <a:gd name="connsiteX2" fmla="*/ 8524 w 14597"/>
                      <a:gd name="connsiteY2" fmla="*/ 22030 h 29389"/>
                      <a:gd name="connsiteX3" fmla="*/ 14597 w 14597"/>
                      <a:gd name="connsiteY3" fmla="*/ 29389 h 29389"/>
                      <a:gd name="connsiteX4" fmla="*/ 11937 w 14597"/>
                      <a:gd name="connsiteY4" fmla="*/ 25000 h 29389"/>
                      <a:gd name="connsiteX5" fmla="*/ 10253 w 14597"/>
                      <a:gd name="connsiteY5" fmla="*/ 5672 h 29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597" h="29389">
                        <a:moveTo>
                          <a:pt x="10253" y="5672"/>
                        </a:moveTo>
                        <a:cubicBezTo>
                          <a:pt x="7859" y="3899"/>
                          <a:pt x="2672" y="-2086"/>
                          <a:pt x="722" y="751"/>
                        </a:cubicBezTo>
                        <a:cubicBezTo>
                          <a:pt x="-2204" y="5185"/>
                          <a:pt x="4445" y="15913"/>
                          <a:pt x="8524" y="22030"/>
                        </a:cubicBezTo>
                        <a:cubicBezTo>
                          <a:pt x="9721" y="23759"/>
                          <a:pt x="12824" y="27572"/>
                          <a:pt x="14597" y="29389"/>
                        </a:cubicBezTo>
                        <a:cubicBezTo>
                          <a:pt x="13844" y="28192"/>
                          <a:pt x="12469" y="26242"/>
                          <a:pt x="11937" y="25000"/>
                        </a:cubicBezTo>
                        <a:cubicBezTo>
                          <a:pt x="9145" y="17952"/>
                          <a:pt x="6086" y="9307"/>
                          <a:pt x="10253" y="567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65" name="Forme libre : forme 22864">
                    <a:extLst>
                      <a:ext uri="{FF2B5EF4-FFF2-40B4-BE49-F238E27FC236}">
                        <a16:creationId xmlns:a16="http://schemas.microsoft.com/office/drawing/2014/main" id="{FFA37396-9CB0-4C7B-8BEE-C47DF906F12B}"/>
                      </a:ext>
                    </a:extLst>
                  </p:cNvPr>
                  <p:cNvSpPr/>
                  <p:nvPr/>
                </p:nvSpPr>
                <p:spPr>
                  <a:xfrm>
                    <a:off x="5551142" y="1324911"/>
                    <a:ext cx="27884" cy="37452"/>
                  </a:xfrm>
                  <a:custGeom>
                    <a:avLst/>
                    <a:gdLst>
                      <a:gd name="connsiteX0" fmla="*/ 26762 w 27884"/>
                      <a:gd name="connsiteY0" fmla="*/ 37291 h 37452"/>
                      <a:gd name="connsiteX1" fmla="*/ 8231 w 27884"/>
                      <a:gd name="connsiteY1" fmla="*/ 21376 h 37452"/>
                      <a:gd name="connsiteX2" fmla="*/ 1050 w 27884"/>
                      <a:gd name="connsiteY2" fmla="*/ 629 h 37452"/>
                      <a:gd name="connsiteX3" fmla="*/ 17762 w 27884"/>
                      <a:gd name="connsiteY3" fmla="*/ 14815 h 37452"/>
                      <a:gd name="connsiteX4" fmla="*/ 26762 w 27884"/>
                      <a:gd name="connsiteY4" fmla="*/ 37291 h 37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84" h="37452">
                        <a:moveTo>
                          <a:pt x="26762" y="37291"/>
                        </a:moveTo>
                        <a:cubicBezTo>
                          <a:pt x="22107" y="39020"/>
                          <a:pt x="11999" y="26474"/>
                          <a:pt x="8231" y="21376"/>
                        </a:cubicBezTo>
                        <a:cubicBezTo>
                          <a:pt x="4596" y="16278"/>
                          <a:pt x="-2719" y="4264"/>
                          <a:pt x="1050" y="629"/>
                        </a:cubicBezTo>
                        <a:cubicBezTo>
                          <a:pt x="4862" y="-3051"/>
                          <a:pt x="14969" y="10426"/>
                          <a:pt x="17762" y="14815"/>
                        </a:cubicBezTo>
                        <a:cubicBezTo>
                          <a:pt x="20688" y="19115"/>
                          <a:pt x="31328" y="35650"/>
                          <a:pt x="26762" y="3729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66" name="Forme libre : forme 22865">
                    <a:extLst>
                      <a:ext uri="{FF2B5EF4-FFF2-40B4-BE49-F238E27FC236}">
                        <a16:creationId xmlns:a16="http://schemas.microsoft.com/office/drawing/2014/main" id="{CBCDBEFA-C8D0-48DF-A36E-335130A6105D}"/>
                      </a:ext>
                    </a:extLst>
                  </p:cNvPr>
                  <p:cNvSpPr/>
                  <p:nvPr/>
                </p:nvSpPr>
                <p:spPr>
                  <a:xfrm>
                    <a:off x="5537223" y="1304510"/>
                    <a:ext cx="29761" cy="51070"/>
                  </a:xfrm>
                  <a:custGeom>
                    <a:avLst/>
                    <a:gdLst>
                      <a:gd name="connsiteX0" fmla="*/ 1093 w 29761"/>
                      <a:gd name="connsiteY0" fmla="*/ 2676 h 51070"/>
                      <a:gd name="connsiteX1" fmla="*/ 472 w 29761"/>
                      <a:gd name="connsiteY1" fmla="*/ 10611 h 51070"/>
                      <a:gd name="connsiteX2" fmla="*/ 6767 w 29761"/>
                      <a:gd name="connsiteY2" fmla="*/ 30782 h 51070"/>
                      <a:gd name="connsiteX3" fmla="*/ 19801 w 29761"/>
                      <a:gd name="connsiteY3" fmla="*/ 47229 h 51070"/>
                      <a:gd name="connsiteX4" fmla="*/ 29465 w 29761"/>
                      <a:gd name="connsiteY4" fmla="*/ 49933 h 51070"/>
                      <a:gd name="connsiteX5" fmla="*/ 27736 w 29761"/>
                      <a:gd name="connsiteY5" fmla="*/ 42663 h 51070"/>
                      <a:gd name="connsiteX6" fmla="*/ 22195 w 29761"/>
                      <a:gd name="connsiteY6" fmla="*/ 23423 h 51070"/>
                      <a:gd name="connsiteX7" fmla="*/ 15102 w 29761"/>
                      <a:gd name="connsiteY7" fmla="*/ 4361 h 51070"/>
                      <a:gd name="connsiteX8" fmla="*/ 1093 w 29761"/>
                      <a:gd name="connsiteY8" fmla="*/ 2676 h 51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761" h="51070">
                        <a:moveTo>
                          <a:pt x="1093" y="2676"/>
                        </a:moveTo>
                        <a:cubicBezTo>
                          <a:pt x="-237" y="5469"/>
                          <a:pt x="-237" y="6976"/>
                          <a:pt x="472" y="10611"/>
                        </a:cubicBezTo>
                        <a:cubicBezTo>
                          <a:pt x="1891" y="17571"/>
                          <a:pt x="2733" y="23334"/>
                          <a:pt x="6767" y="30782"/>
                        </a:cubicBezTo>
                        <a:cubicBezTo>
                          <a:pt x="10137" y="36988"/>
                          <a:pt x="14969" y="43283"/>
                          <a:pt x="19801" y="47229"/>
                        </a:cubicBezTo>
                        <a:cubicBezTo>
                          <a:pt x="23436" y="50332"/>
                          <a:pt x="27780" y="52504"/>
                          <a:pt x="29465" y="49933"/>
                        </a:cubicBezTo>
                        <a:cubicBezTo>
                          <a:pt x="30484" y="48337"/>
                          <a:pt x="28623" y="45367"/>
                          <a:pt x="27736" y="42663"/>
                        </a:cubicBezTo>
                        <a:cubicBezTo>
                          <a:pt x="25564" y="36323"/>
                          <a:pt x="23392" y="30294"/>
                          <a:pt x="22195" y="23423"/>
                        </a:cubicBezTo>
                        <a:cubicBezTo>
                          <a:pt x="21264" y="17483"/>
                          <a:pt x="20953" y="10257"/>
                          <a:pt x="15102" y="4361"/>
                        </a:cubicBezTo>
                        <a:cubicBezTo>
                          <a:pt x="9649" y="-915"/>
                          <a:pt x="2999" y="-1314"/>
                          <a:pt x="1093" y="267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67" name="Forme libre : forme 22866">
                    <a:extLst>
                      <a:ext uri="{FF2B5EF4-FFF2-40B4-BE49-F238E27FC236}">
                        <a16:creationId xmlns:a16="http://schemas.microsoft.com/office/drawing/2014/main" id="{890B3027-3143-4451-BA0D-D9C0B86C0FE7}"/>
                      </a:ext>
                    </a:extLst>
                  </p:cNvPr>
                  <p:cNvSpPr/>
                  <p:nvPr/>
                </p:nvSpPr>
                <p:spPr>
                  <a:xfrm>
                    <a:off x="5548968" y="1312057"/>
                    <a:ext cx="14399" cy="13156"/>
                  </a:xfrm>
                  <a:custGeom>
                    <a:avLst/>
                    <a:gdLst>
                      <a:gd name="connsiteX0" fmla="*/ 2426 w 14399"/>
                      <a:gd name="connsiteY0" fmla="*/ 627 h 13156"/>
                      <a:gd name="connsiteX1" fmla="*/ 387 w 14399"/>
                      <a:gd name="connsiteY1" fmla="*/ 51 h 13156"/>
                      <a:gd name="connsiteX2" fmla="*/ 387 w 14399"/>
                      <a:gd name="connsiteY2" fmla="*/ 1824 h 13156"/>
                      <a:gd name="connsiteX3" fmla="*/ 2426 w 14399"/>
                      <a:gd name="connsiteY3" fmla="*/ 4484 h 13156"/>
                      <a:gd name="connsiteX4" fmla="*/ 8278 w 14399"/>
                      <a:gd name="connsiteY4" fmla="*/ 10380 h 13156"/>
                      <a:gd name="connsiteX5" fmla="*/ 10583 w 14399"/>
                      <a:gd name="connsiteY5" fmla="*/ 12330 h 13156"/>
                      <a:gd name="connsiteX6" fmla="*/ 12666 w 14399"/>
                      <a:gd name="connsiteY6" fmla="*/ 8518 h 13156"/>
                      <a:gd name="connsiteX7" fmla="*/ 2426 w 14399"/>
                      <a:gd name="connsiteY7" fmla="*/ 627 h 13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399" h="13156">
                        <a:moveTo>
                          <a:pt x="2426" y="627"/>
                        </a:moveTo>
                        <a:cubicBezTo>
                          <a:pt x="1628" y="184"/>
                          <a:pt x="1007" y="-127"/>
                          <a:pt x="387" y="51"/>
                        </a:cubicBezTo>
                        <a:cubicBezTo>
                          <a:pt x="-234" y="184"/>
                          <a:pt x="-12" y="982"/>
                          <a:pt x="387" y="1824"/>
                        </a:cubicBezTo>
                        <a:cubicBezTo>
                          <a:pt x="830" y="2666"/>
                          <a:pt x="1717" y="3730"/>
                          <a:pt x="2426" y="4484"/>
                        </a:cubicBezTo>
                        <a:cubicBezTo>
                          <a:pt x="4288" y="6523"/>
                          <a:pt x="6371" y="8562"/>
                          <a:pt x="8278" y="10380"/>
                        </a:cubicBezTo>
                        <a:cubicBezTo>
                          <a:pt x="9076" y="11133"/>
                          <a:pt x="9785" y="11843"/>
                          <a:pt x="10583" y="12330"/>
                        </a:cubicBezTo>
                        <a:cubicBezTo>
                          <a:pt x="13952" y="14281"/>
                          <a:pt x="16080" y="12685"/>
                          <a:pt x="12666" y="8518"/>
                        </a:cubicBezTo>
                        <a:cubicBezTo>
                          <a:pt x="10095" y="5282"/>
                          <a:pt x="5707" y="2445"/>
                          <a:pt x="2426" y="62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68" name="Forme libre : forme 22867">
                    <a:extLst>
                      <a:ext uri="{FF2B5EF4-FFF2-40B4-BE49-F238E27FC236}">
                        <a16:creationId xmlns:a16="http://schemas.microsoft.com/office/drawing/2014/main" id="{71C29B30-3D8C-4771-8067-1D54396D02F0}"/>
                      </a:ext>
                    </a:extLst>
                  </p:cNvPr>
                  <p:cNvSpPr/>
                  <p:nvPr/>
                </p:nvSpPr>
                <p:spPr>
                  <a:xfrm>
                    <a:off x="5557511" y="1358788"/>
                    <a:ext cx="27219" cy="15168"/>
                  </a:xfrm>
                  <a:custGeom>
                    <a:avLst/>
                    <a:gdLst>
                      <a:gd name="connsiteX0" fmla="*/ 27219 w 27219"/>
                      <a:gd name="connsiteY0" fmla="*/ 15117 h 15168"/>
                      <a:gd name="connsiteX1" fmla="*/ 0 w 27219"/>
                      <a:gd name="connsiteY1" fmla="*/ 0 h 15168"/>
                      <a:gd name="connsiteX2" fmla="*/ 27219 w 27219"/>
                      <a:gd name="connsiteY2" fmla="*/ 15117 h 15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219" h="15168">
                        <a:moveTo>
                          <a:pt x="27219" y="15117"/>
                        </a:moveTo>
                        <a:cubicBezTo>
                          <a:pt x="19594" y="15959"/>
                          <a:pt x="7315" y="6384"/>
                          <a:pt x="0" y="0"/>
                        </a:cubicBezTo>
                        <a:cubicBezTo>
                          <a:pt x="7980" y="6916"/>
                          <a:pt x="18885" y="12413"/>
                          <a:pt x="27219" y="151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69" name="Forme libre : forme 22868">
                    <a:extLst>
                      <a:ext uri="{FF2B5EF4-FFF2-40B4-BE49-F238E27FC236}">
                        <a16:creationId xmlns:a16="http://schemas.microsoft.com/office/drawing/2014/main" id="{5C2DE1CD-A7CA-47F6-BB48-18BF8D063025}"/>
                      </a:ext>
                    </a:extLst>
                  </p:cNvPr>
                  <p:cNvSpPr/>
                  <p:nvPr/>
                </p:nvSpPr>
                <p:spPr>
                  <a:xfrm>
                    <a:off x="5535567" y="1296059"/>
                    <a:ext cx="30233" cy="17377"/>
                  </a:xfrm>
                  <a:custGeom>
                    <a:avLst/>
                    <a:gdLst>
                      <a:gd name="connsiteX0" fmla="*/ 30234 w 30233"/>
                      <a:gd name="connsiteY0" fmla="*/ 17378 h 17377"/>
                      <a:gd name="connsiteX1" fmla="*/ 0 w 30233"/>
                      <a:gd name="connsiteY1" fmla="*/ 0 h 17377"/>
                      <a:gd name="connsiteX2" fmla="*/ 30234 w 30233"/>
                      <a:gd name="connsiteY2" fmla="*/ 17378 h 17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233" h="17377">
                        <a:moveTo>
                          <a:pt x="30234" y="17378"/>
                        </a:moveTo>
                        <a:cubicBezTo>
                          <a:pt x="21678" y="7403"/>
                          <a:pt x="9797" y="2039"/>
                          <a:pt x="0" y="0"/>
                        </a:cubicBezTo>
                        <a:cubicBezTo>
                          <a:pt x="9310" y="1374"/>
                          <a:pt x="21855" y="9841"/>
                          <a:pt x="30234" y="1737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70" name="Forme libre : forme 22869">
                    <a:extLst>
                      <a:ext uri="{FF2B5EF4-FFF2-40B4-BE49-F238E27FC236}">
                        <a16:creationId xmlns:a16="http://schemas.microsoft.com/office/drawing/2014/main" id="{FC5AD9C9-004E-4621-9E8A-DBD0483B8A88}"/>
                      </a:ext>
                    </a:extLst>
                  </p:cNvPr>
                  <p:cNvSpPr/>
                  <p:nvPr/>
                </p:nvSpPr>
                <p:spPr>
                  <a:xfrm>
                    <a:off x="5564343" y="1335735"/>
                    <a:ext cx="9055" cy="14585"/>
                  </a:xfrm>
                  <a:custGeom>
                    <a:avLst/>
                    <a:gdLst>
                      <a:gd name="connsiteX0" fmla="*/ 8373 w 9055"/>
                      <a:gd name="connsiteY0" fmla="*/ 14585 h 14585"/>
                      <a:gd name="connsiteX1" fmla="*/ 2256 w 9055"/>
                      <a:gd name="connsiteY1" fmla="*/ 6960 h 14585"/>
                      <a:gd name="connsiteX2" fmla="*/ 793 w 9055"/>
                      <a:gd name="connsiteY2" fmla="*/ 0 h 14585"/>
                      <a:gd name="connsiteX3" fmla="*/ 6556 w 9055"/>
                      <a:gd name="connsiteY3" fmla="*/ 7226 h 14585"/>
                      <a:gd name="connsiteX4" fmla="*/ 8373 w 9055"/>
                      <a:gd name="connsiteY4" fmla="*/ 14585 h 14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5" h="14585">
                        <a:moveTo>
                          <a:pt x="8373" y="14585"/>
                        </a:moveTo>
                        <a:cubicBezTo>
                          <a:pt x="6423" y="14629"/>
                          <a:pt x="3231" y="8733"/>
                          <a:pt x="2256" y="6960"/>
                        </a:cubicBezTo>
                        <a:cubicBezTo>
                          <a:pt x="1280" y="5187"/>
                          <a:pt x="-1291" y="-44"/>
                          <a:pt x="793" y="0"/>
                        </a:cubicBezTo>
                        <a:cubicBezTo>
                          <a:pt x="2876" y="45"/>
                          <a:pt x="5714" y="5542"/>
                          <a:pt x="6556" y="7226"/>
                        </a:cubicBezTo>
                        <a:cubicBezTo>
                          <a:pt x="7443" y="8911"/>
                          <a:pt x="10368" y="14541"/>
                          <a:pt x="8373" y="1458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71" name="Forme libre : forme 22870">
                    <a:extLst>
                      <a:ext uri="{FF2B5EF4-FFF2-40B4-BE49-F238E27FC236}">
                        <a16:creationId xmlns:a16="http://schemas.microsoft.com/office/drawing/2014/main" id="{A2211844-CF97-4819-AF1B-A149AEB64E52}"/>
                      </a:ext>
                    </a:extLst>
                  </p:cNvPr>
                  <p:cNvSpPr/>
                  <p:nvPr/>
                </p:nvSpPr>
                <p:spPr>
                  <a:xfrm>
                    <a:off x="5571789" y="1348205"/>
                    <a:ext cx="2898" cy="4094"/>
                  </a:xfrm>
                  <a:custGeom>
                    <a:avLst/>
                    <a:gdLst>
                      <a:gd name="connsiteX0" fmla="*/ 2790 w 2898"/>
                      <a:gd name="connsiteY0" fmla="*/ 3977 h 4094"/>
                      <a:gd name="connsiteX1" fmla="*/ 928 w 2898"/>
                      <a:gd name="connsiteY1" fmla="*/ 2647 h 4094"/>
                      <a:gd name="connsiteX2" fmla="*/ 130 w 2898"/>
                      <a:gd name="connsiteY2" fmla="*/ 120 h 4094"/>
                      <a:gd name="connsiteX3" fmla="*/ 1947 w 2898"/>
                      <a:gd name="connsiteY3" fmla="*/ 1406 h 4094"/>
                      <a:gd name="connsiteX4" fmla="*/ 2790 w 2898"/>
                      <a:gd name="connsiteY4" fmla="*/ 3977 h 4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8" h="4094">
                        <a:moveTo>
                          <a:pt x="2790" y="3977"/>
                        </a:moveTo>
                        <a:cubicBezTo>
                          <a:pt x="2346" y="4465"/>
                          <a:pt x="1371" y="3312"/>
                          <a:pt x="928" y="2647"/>
                        </a:cubicBezTo>
                        <a:cubicBezTo>
                          <a:pt x="484" y="1982"/>
                          <a:pt x="-313" y="608"/>
                          <a:pt x="130" y="120"/>
                        </a:cubicBezTo>
                        <a:cubicBezTo>
                          <a:pt x="573" y="-367"/>
                          <a:pt x="1504" y="741"/>
                          <a:pt x="1947" y="1406"/>
                        </a:cubicBezTo>
                        <a:cubicBezTo>
                          <a:pt x="2391" y="2071"/>
                          <a:pt x="3189" y="3490"/>
                          <a:pt x="2790" y="39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72" name="Forme libre : forme 22871">
                    <a:extLst>
                      <a:ext uri="{FF2B5EF4-FFF2-40B4-BE49-F238E27FC236}">
                        <a16:creationId xmlns:a16="http://schemas.microsoft.com/office/drawing/2014/main" id="{297C9EE5-2C04-436D-B1E5-AF419ED622F2}"/>
                      </a:ext>
                    </a:extLst>
                  </p:cNvPr>
                  <p:cNvSpPr/>
                  <p:nvPr/>
                </p:nvSpPr>
                <p:spPr>
                  <a:xfrm>
                    <a:off x="5572036" y="1330088"/>
                    <a:ext cx="15317" cy="40516"/>
                  </a:xfrm>
                  <a:custGeom>
                    <a:avLst/>
                    <a:gdLst>
                      <a:gd name="connsiteX0" fmla="*/ 14512 w 15317"/>
                      <a:gd name="connsiteY0" fmla="*/ 27591 h 40516"/>
                      <a:gd name="connsiteX1" fmla="*/ 14778 w 15317"/>
                      <a:gd name="connsiteY1" fmla="*/ 39649 h 40516"/>
                      <a:gd name="connsiteX2" fmla="*/ 10921 w 15317"/>
                      <a:gd name="connsiteY2" fmla="*/ 38940 h 40516"/>
                      <a:gd name="connsiteX3" fmla="*/ 9325 w 15317"/>
                      <a:gd name="connsiteY3" fmla="*/ 34019 h 40516"/>
                      <a:gd name="connsiteX4" fmla="*/ 6000 w 15317"/>
                      <a:gd name="connsiteY4" fmla="*/ 18681 h 40516"/>
                      <a:gd name="connsiteX5" fmla="*/ 1656 w 15317"/>
                      <a:gd name="connsiteY5" fmla="*/ 7952 h 40516"/>
                      <a:gd name="connsiteX6" fmla="*/ 1434 w 15317"/>
                      <a:gd name="connsiteY6" fmla="*/ 17 h 40516"/>
                      <a:gd name="connsiteX7" fmla="*/ 8837 w 15317"/>
                      <a:gd name="connsiteY7" fmla="*/ 7243 h 40516"/>
                      <a:gd name="connsiteX8" fmla="*/ 13404 w 15317"/>
                      <a:gd name="connsiteY8" fmla="*/ 17085 h 40516"/>
                      <a:gd name="connsiteX9" fmla="*/ 14512 w 15317"/>
                      <a:gd name="connsiteY9" fmla="*/ 27591 h 40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317" h="40516">
                        <a:moveTo>
                          <a:pt x="14512" y="27591"/>
                        </a:moveTo>
                        <a:cubicBezTo>
                          <a:pt x="15177" y="32379"/>
                          <a:pt x="15797" y="35748"/>
                          <a:pt x="14778" y="39649"/>
                        </a:cubicBezTo>
                        <a:cubicBezTo>
                          <a:pt x="14379" y="41112"/>
                          <a:pt x="12251" y="40625"/>
                          <a:pt x="10921" y="38940"/>
                        </a:cubicBezTo>
                        <a:cubicBezTo>
                          <a:pt x="9591" y="37255"/>
                          <a:pt x="9458" y="35659"/>
                          <a:pt x="9325" y="34019"/>
                        </a:cubicBezTo>
                        <a:cubicBezTo>
                          <a:pt x="8837" y="28921"/>
                          <a:pt x="7508" y="24089"/>
                          <a:pt x="6000" y="18681"/>
                        </a:cubicBezTo>
                        <a:cubicBezTo>
                          <a:pt x="5513" y="16996"/>
                          <a:pt x="3296" y="12253"/>
                          <a:pt x="1656" y="7952"/>
                        </a:cubicBezTo>
                        <a:cubicBezTo>
                          <a:pt x="16" y="3608"/>
                          <a:pt x="-960" y="-293"/>
                          <a:pt x="1434" y="17"/>
                        </a:cubicBezTo>
                        <a:cubicBezTo>
                          <a:pt x="3784" y="283"/>
                          <a:pt x="6621" y="3652"/>
                          <a:pt x="8837" y="7243"/>
                        </a:cubicBezTo>
                        <a:cubicBezTo>
                          <a:pt x="11010" y="10834"/>
                          <a:pt x="12783" y="14868"/>
                          <a:pt x="13404" y="17085"/>
                        </a:cubicBezTo>
                        <a:cubicBezTo>
                          <a:pt x="14645" y="21429"/>
                          <a:pt x="13980" y="24000"/>
                          <a:pt x="14512" y="2759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80" name="Graphique 2">
                  <a:extLst>
                    <a:ext uri="{FF2B5EF4-FFF2-40B4-BE49-F238E27FC236}">
                      <a16:creationId xmlns:a16="http://schemas.microsoft.com/office/drawing/2014/main" id="{9775C443-4C3E-49B4-A55A-25873D1DACCA}"/>
                    </a:ext>
                  </a:extLst>
                </p:cNvPr>
                <p:cNvGrpSpPr/>
                <p:nvPr/>
              </p:nvGrpSpPr>
              <p:grpSpPr>
                <a:xfrm>
                  <a:off x="5585601" y="1372789"/>
                  <a:ext cx="71479" cy="73942"/>
                  <a:chOff x="5585601" y="1372789"/>
                  <a:chExt cx="71479" cy="73942"/>
                </a:xfrm>
                <a:solidFill>
                  <a:schemeClr val="accent1"/>
                </a:solidFill>
              </p:grpSpPr>
              <p:sp>
                <p:nvSpPr>
                  <p:cNvPr id="22849" name="Forme libre : forme 22848">
                    <a:extLst>
                      <a:ext uri="{FF2B5EF4-FFF2-40B4-BE49-F238E27FC236}">
                        <a16:creationId xmlns:a16="http://schemas.microsoft.com/office/drawing/2014/main" id="{B62CFE95-016F-4FCC-8E41-94008DF61F51}"/>
                      </a:ext>
                    </a:extLst>
                  </p:cNvPr>
                  <p:cNvSpPr/>
                  <p:nvPr/>
                </p:nvSpPr>
                <p:spPr>
                  <a:xfrm>
                    <a:off x="5585601" y="1372789"/>
                    <a:ext cx="71479" cy="73942"/>
                  </a:xfrm>
                  <a:custGeom>
                    <a:avLst/>
                    <a:gdLst>
                      <a:gd name="connsiteX0" fmla="*/ 33929 w 71479"/>
                      <a:gd name="connsiteY0" fmla="*/ 63800 h 73942"/>
                      <a:gd name="connsiteX1" fmla="*/ 9636 w 71479"/>
                      <a:gd name="connsiteY1" fmla="*/ 38797 h 73942"/>
                      <a:gd name="connsiteX2" fmla="*/ 503 w 71479"/>
                      <a:gd name="connsiteY2" fmla="*/ 5726 h 73942"/>
                      <a:gd name="connsiteX3" fmla="*/ 8838 w 71479"/>
                      <a:gd name="connsiteY3" fmla="*/ 185 h 73942"/>
                      <a:gd name="connsiteX4" fmla="*/ 36811 w 71479"/>
                      <a:gd name="connsiteY4" fmla="*/ 16587 h 73942"/>
                      <a:gd name="connsiteX5" fmla="*/ 56449 w 71479"/>
                      <a:gd name="connsiteY5" fmla="*/ 36935 h 73942"/>
                      <a:gd name="connsiteX6" fmla="*/ 66291 w 71479"/>
                      <a:gd name="connsiteY6" fmla="*/ 50013 h 73942"/>
                      <a:gd name="connsiteX7" fmla="*/ 68950 w 71479"/>
                      <a:gd name="connsiteY7" fmla="*/ 56707 h 73942"/>
                      <a:gd name="connsiteX8" fmla="*/ 71167 w 71479"/>
                      <a:gd name="connsiteY8" fmla="*/ 63711 h 73942"/>
                      <a:gd name="connsiteX9" fmla="*/ 67443 w 71479"/>
                      <a:gd name="connsiteY9" fmla="*/ 72843 h 73942"/>
                      <a:gd name="connsiteX10" fmla="*/ 51706 w 71479"/>
                      <a:gd name="connsiteY10" fmla="*/ 73020 h 73942"/>
                      <a:gd name="connsiteX11" fmla="*/ 43061 w 71479"/>
                      <a:gd name="connsiteY11" fmla="*/ 69829 h 73942"/>
                      <a:gd name="connsiteX12" fmla="*/ 33929 w 71479"/>
                      <a:gd name="connsiteY12" fmla="*/ 63800 h 73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1479" h="73942">
                        <a:moveTo>
                          <a:pt x="33929" y="63800"/>
                        </a:moveTo>
                        <a:cubicBezTo>
                          <a:pt x="27368" y="58569"/>
                          <a:pt x="14556" y="45668"/>
                          <a:pt x="9636" y="38797"/>
                        </a:cubicBezTo>
                        <a:cubicBezTo>
                          <a:pt x="-73" y="26118"/>
                          <a:pt x="-827" y="16454"/>
                          <a:pt x="503" y="5726"/>
                        </a:cubicBezTo>
                        <a:cubicBezTo>
                          <a:pt x="991" y="1958"/>
                          <a:pt x="5335" y="-746"/>
                          <a:pt x="8838" y="185"/>
                        </a:cubicBezTo>
                        <a:cubicBezTo>
                          <a:pt x="19211" y="2712"/>
                          <a:pt x="27545" y="6967"/>
                          <a:pt x="36811" y="16587"/>
                        </a:cubicBezTo>
                        <a:cubicBezTo>
                          <a:pt x="41643" y="21907"/>
                          <a:pt x="51440" y="31926"/>
                          <a:pt x="56449" y="36935"/>
                        </a:cubicBezTo>
                        <a:cubicBezTo>
                          <a:pt x="61193" y="41457"/>
                          <a:pt x="64074" y="45846"/>
                          <a:pt x="66291" y="50013"/>
                        </a:cubicBezTo>
                        <a:cubicBezTo>
                          <a:pt x="67354" y="52140"/>
                          <a:pt x="68197" y="54446"/>
                          <a:pt x="68950" y="56707"/>
                        </a:cubicBezTo>
                        <a:cubicBezTo>
                          <a:pt x="69748" y="58879"/>
                          <a:pt x="70458" y="61228"/>
                          <a:pt x="71167" y="63711"/>
                        </a:cubicBezTo>
                        <a:cubicBezTo>
                          <a:pt x="72142" y="67124"/>
                          <a:pt x="70812" y="71956"/>
                          <a:pt x="67443" y="72843"/>
                        </a:cubicBezTo>
                        <a:cubicBezTo>
                          <a:pt x="62567" y="74040"/>
                          <a:pt x="57114" y="74483"/>
                          <a:pt x="51706" y="73020"/>
                        </a:cubicBezTo>
                        <a:cubicBezTo>
                          <a:pt x="48957" y="72311"/>
                          <a:pt x="45987" y="71336"/>
                          <a:pt x="43061" y="69829"/>
                        </a:cubicBezTo>
                        <a:cubicBezTo>
                          <a:pt x="40091" y="68144"/>
                          <a:pt x="37076" y="66193"/>
                          <a:pt x="33929" y="6380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50" name="Forme libre : forme 22849">
                    <a:extLst>
                      <a:ext uri="{FF2B5EF4-FFF2-40B4-BE49-F238E27FC236}">
                        <a16:creationId xmlns:a16="http://schemas.microsoft.com/office/drawing/2014/main" id="{45417F2B-D2EB-489E-A532-DC8389440384}"/>
                      </a:ext>
                    </a:extLst>
                  </p:cNvPr>
                  <p:cNvSpPr/>
                  <p:nvPr/>
                </p:nvSpPr>
                <p:spPr>
                  <a:xfrm>
                    <a:off x="5585643" y="1374481"/>
                    <a:ext cx="67534" cy="71990"/>
                  </a:xfrm>
                  <a:custGeom>
                    <a:avLst/>
                    <a:gdLst>
                      <a:gd name="connsiteX0" fmla="*/ 22450 w 67534"/>
                      <a:gd name="connsiteY0" fmla="*/ 32716 h 71990"/>
                      <a:gd name="connsiteX1" fmla="*/ 2723 w 67534"/>
                      <a:gd name="connsiteY1" fmla="*/ 0 h 71990"/>
                      <a:gd name="connsiteX2" fmla="*/ 462 w 67534"/>
                      <a:gd name="connsiteY2" fmla="*/ 3901 h 71990"/>
                      <a:gd name="connsiteX3" fmla="*/ 19 w 67534"/>
                      <a:gd name="connsiteY3" fmla="*/ 9398 h 71990"/>
                      <a:gd name="connsiteX4" fmla="*/ 2767 w 67534"/>
                      <a:gd name="connsiteY4" fmla="*/ 25402 h 71990"/>
                      <a:gd name="connsiteX5" fmla="*/ 9594 w 67534"/>
                      <a:gd name="connsiteY5" fmla="*/ 36972 h 71990"/>
                      <a:gd name="connsiteX6" fmla="*/ 13096 w 67534"/>
                      <a:gd name="connsiteY6" fmla="*/ 41316 h 71990"/>
                      <a:gd name="connsiteX7" fmla="*/ 31893 w 67534"/>
                      <a:gd name="connsiteY7" fmla="*/ 60335 h 71990"/>
                      <a:gd name="connsiteX8" fmla="*/ 33888 w 67534"/>
                      <a:gd name="connsiteY8" fmla="*/ 62019 h 71990"/>
                      <a:gd name="connsiteX9" fmla="*/ 46655 w 67534"/>
                      <a:gd name="connsiteY9" fmla="*/ 69555 h 71990"/>
                      <a:gd name="connsiteX10" fmla="*/ 62570 w 67534"/>
                      <a:gd name="connsiteY10" fmla="*/ 71816 h 71990"/>
                      <a:gd name="connsiteX11" fmla="*/ 67358 w 67534"/>
                      <a:gd name="connsiteY11" fmla="*/ 70974 h 71990"/>
                      <a:gd name="connsiteX12" fmla="*/ 67535 w 67534"/>
                      <a:gd name="connsiteY12" fmla="*/ 70885 h 71990"/>
                      <a:gd name="connsiteX13" fmla="*/ 22450 w 67534"/>
                      <a:gd name="connsiteY13" fmla="*/ 32716 h 71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7534" h="71990">
                        <a:moveTo>
                          <a:pt x="22450" y="32716"/>
                        </a:moveTo>
                        <a:cubicBezTo>
                          <a:pt x="12919" y="23274"/>
                          <a:pt x="4496" y="11349"/>
                          <a:pt x="2723" y="0"/>
                        </a:cubicBezTo>
                        <a:cubicBezTo>
                          <a:pt x="1571" y="1020"/>
                          <a:pt x="684" y="2350"/>
                          <a:pt x="462" y="3901"/>
                        </a:cubicBezTo>
                        <a:cubicBezTo>
                          <a:pt x="196" y="5763"/>
                          <a:pt x="63" y="7581"/>
                          <a:pt x="19" y="9398"/>
                        </a:cubicBezTo>
                        <a:cubicBezTo>
                          <a:pt x="-114" y="14585"/>
                          <a:pt x="418" y="19816"/>
                          <a:pt x="2767" y="25402"/>
                        </a:cubicBezTo>
                        <a:cubicBezTo>
                          <a:pt x="4319" y="29037"/>
                          <a:pt x="6358" y="32894"/>
                          <a:pt x="9594" y="36972"/>
                        </a:cubicBezTo>
                        <a:cubicBezTo>
                          <a:pt x="10570" y="38213"/>
                          <a:pt x="11767" y="39676"/>
                          <a:pt x="13096" y="41316"/>
                        </a:cubicBezTo>
                        <a:cubicBezTo>
                          <a:pt x="18328" y="47567"/>
                          <a:pt x="26352" y="55591"/>
                          <a:pt x="31893" y="60335"/>
                        </a:cubicBezTo>
                        <a:cubicBezTo>
                          <a:pt x="32602" y="60955"/>
                          <a:pt x="33223" y="61531"/>
                          <a:pt x="33888" y="62019"/>
                        </a:cubicBezTo>
                        <a:cubicBezTo>
                          <a:pt x="38454" y="65388"/>
                          <a:pt x="42444" y="68004"/>
                          <a:pt x="46655" y="69555"/>
                        </a:cubicBezTo>
                        <a:cubicBezTo>
                          <a:pt x="52329" y="71683"/>
                          <a:pt x="57472" y="72348"/>
                          <a:pt x="62570" y="71816"/>
                        </a:cubicBezTo>
                        <a:cubicBezTo>
                          <a:pt x="64210" y="71639"/>
                          <a:pt x="65806" y="71329"/>
                          <a:pt x="67358" y="70974"/>
                        </a:cubicBezTo>
                        <a:lnTo>
                          <a:pt x="67535" y="70885"/>
                        </a:lnTo>
                        <a:cubicBezTo>
                          <a:pt x="50468" y="60645"/>
                          <a:pt x="35883" y="46370"/>
                          <a:pt x="22450" y="3271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51" name="Forme libre : forme 22850">
                    <a:extLst>
                      <a:ext uri="{FF2B5EF4-FFF2-40B4-BE49-F238E27FC236}">
                        <a16:creationId xmlns:a16="http://schemas.microsoft.com/office/drawing/2014/main" id="{8B732A94-0B21-49A4-8661-A01F54C001EE}"/>
                      </a:ext>
                    </a:extLst>
                  </p:cNvPr>
                  <p:cNvSpPr/>
                  <p:nvPr/>
                </p:nvSpPr>
                <p:spPr>
                  <a:xfrm>
                    <a:off x="5607984" y="1400476"/>
                    <a:ext cx="33096" cy="32957"/>
                  </a:xfrm>
                  <a:custGeom>
                    <a:avLst/>
                    <a:gdLst>
                      <a:gd name="connsiteX0" fmla="*/ 32781 w 33096"/>
                      <a:gd name="connsiteY0" fmla="*/ 32034 h 32957"/>
                      <a:gd name="connsiteX1" fmla="*/ 11192 w 33096"/>
                      <a:gd name="connsiteY1" fmla="*/ 20818 h 32957"/>
                      <a:gd name="connsiteX2" fmla="*/ 2858 w 33096"/>
                      <a:gd name="connsiteY2" fmla="*/ 10489 h 32957"/>
                      <a:gd name="connsiteX3" fmla="*/ 863 w 33096"/>
                      <a:gd name="connsiteY3" fmla="*/ 648 h 32957"/>
                      <a:gd name="connsiteX4" fmla="*/ 9951 w 33096"/>
                      <a:gd name="connsiteY4" fmla="*/ 3884 h 32957"/>
                      <a:gd name="connsiteX5" fmla="*/ 19172 w 33096"/>
                      <a:gd name="connsiteY5" fmla="*/ 12484 h 32957"/>
                      <a:gd name="connsiteX6" fmla="*/ 32781 w 33096"/>
                      <a:gd name="connsiteY6" fmla="*/ 32034 h 32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096" h="32957">
                        <a:moveTo>
                          <a:pt x="32781" y="32034"/>
                        </a:moveTo>
                        <a:cubicBezTo>
                          <a:pt x="29944" y="36201"/>
                          <a:pt x="15448" y="25163"/>
                          <a:pt x="11192" y="20818"/>
                        </a:cubicBezTo>
                        <a:cubicBezTo>
                          <a:pt x="8931" y="18779"/>
                          <a:pt x="5473" y="14523"/>
                          <a:pt x="2858" y="10489"/>
                        </a:cubicBezTo>
                        <a:cubicBezTo>
                          <a:pt x="375" y="6411"/>
                          <a:pt x="-999" y="2332"/>
                          <a:pt x="863" y="648"/>
                        </a:cubicBezTo>
                        <a:cubicBezTo>
                          <a:pt x="2769" y="-1125"/>
                          <a:pt x="6316" y="1002"/>
                          <a:pt x="9951" y="3884"/>
                        </a:cubicBezTo>
                        <a:cubicBezTo>
                          <a:pt x="13675" y="6721"/>
                          <a:pt x="17221" y="10578"/>
                          <a:pt x="19172" y="12484"/>
                        </a:cubicBezTo>
                        <a:cubicBezTo>
                          <a:pt x="22807" y="16518"/>
                          <a:pt x="35219" y="28355"/>
                          <a:pt x="32781" y="3203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52" name="Forme libre : forme 22851">
                    <a:extLst>
                      <a:ext uri="{FF2B5EF4-FFF2-40B4-BE49-F238E27FC236}">
                        <a16:creationId xmlns:a16="http://schemas.microsoft.com/office/drawing/2014/main" id="{2A29D3BF-776C-4BF4-83C0-5DBF3DFDAE50}"/>
                      </a:ext>
                    </a:extLst>
                  </p:cNvPr>
                  <p:cNvSpPr/>
                  <p:nvPr/>
                </p:nvSpPr>
                <p:spPr>
                  <a:xfrm>
                    <a:off x="5608132" y="1400111"/>
                    <a:ext cx="18845" cy="27523"/>
                  </a:xfrm>
                  <a:custGeom>
                    <a:avLst/>
                    <a:gdLst>
                      <a:gd name="connsiteX0" fmla="*/ 10379 w 18845"/>
                      <a:gd name="connsiteY0" fmla="*/ 4870 h 27523"/>
                      <a:gd name="connsiteX1" fmla="*/ 581 w 18845"/>
                      <a:gd name="connsiteY1" fmla="*/ 836 h 27523"/>
                      <a:gd name="connsiteX2" fmla="*/ 2754 w 18845"/>
                      <a:gd name="connsiteY2" fmla="*/ 10855 h 27523"/>
                      <a:gd name="connsiteX3" fmla="*/ 11221 w 18845"/>
                      <a:gd name="connsiteY3" fmla="*/ 21361 h 27523"/>
                      <a:gd name="connsiteX4" fmla="*/ 18846 w 18845"/>
                      <a:gd name="connsiteY4" fmla="*/ 27523 h 27523"/>
                      <a:gd name="connsiteX5" fmla="*/ 15255 w 18845"/>
                      <a:gd name="connsiteY5" fmla="*/ 23667 h 27523"/>
                      <a:gd name="connsiteX6" fmla="*/ 10379 w 18845"/>
                      <a:gd name="connsiteY6" fmla="*/ 4870 h 27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845" h="27523">
                        <a:moveTo>
                          <a:pt x="10379" y="4870"/>
                        </a:moveTo>
                        <a:cubicBezTo>
                          <a:pt x="7763" y="3496"/>
                          <a:pt x="2355" y="-2090"/>
                          <a:pt x="581" y="836"/>
                        </a:cubicBezTo>
                        <a:cubicBezTo>
                          <a:pt x="-793" y="3141"/>
                          <a:pt x="404" y="6954"/>
                          <a:pt x="2754" y="10855"/>
                        </a:cubicBezTo>
                        <a:cubicBezTo>
                          <a:pt x="5192" y="14667"/>
                          <a:pt x="8428" y="18746"/>
                          <a:pt x="11221" y="21361"/>
                        </a:cubicBezTo>
                        <a:cubicBezTo>
                          <a:pt x="12817" y="22913"/>
                          <a:pt x="16718" y="26105"/>
                          <a:pt x="18846" y="27523"/>
                        </a:cubicBezTo>
                        <a:cubicBezTo>
                          <a:pt x="17826" y="26504"/>
                          <a:pt x="16053" y="24819"/>
                          <a:pt x="15255" y="23667"/>
                        </a:cubicBezTo>
                        <a:cubicBezTo>
                          <a:pt x="10645" y="17283"/>
                          <a:pt x="6566" y="8904"/>
                          <a:pt x="10379" y="487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53" name="Forme libre : forme 22852">
                    <a:extLst>
                      <a:ext uri="{FF2B5EF4-FFF2-40B4-BE49-F238E27FC236}">
                        <a16:creationId xmlns:a16="http://schemas.microsoft.com/office/drawing/2014/main" id="{F7462310-44EB-459D-92AF-41F45AE9F972}"/>
                      </a:ext>
                    </a:extLst>
                  </p:cNvPr>
                  <p:cNvSpPr/>
                  <p:nvPr/>
                </p:nvSpPr>
                <p:spPr>
                  <a:xfrm>
                    <a:off x="5608533" y="1402974"/>
                    <a:ext cx="34053" cy="32533"/>
                  </a:xfrm>
                  <a:custGeom>
                    <a:avLst/>
                    <a:gdLst>
                      <a:gd name="connsiteX0" fmla="*/ 33473 w 34053"/>
                      <a:gd name="connsiteY0" fmla="*/ 31886 h 32533"/>
                      <a:gd name="connsiteX1" fmla="*/ 11219 w 34053"/>
                      <a:gd name="connsiteY1" fmla="*/ 20759 h 32533"/>
                      <a:gd name="connsiteX2" fmla="*/ 846 w 34053"/>
                      <a:gd name="connsiteY2" fmla="*/ 721 h 32533"/>
                      <a:gd name="connsiteX3" fmla="*/ 19243 w 34053"/>
                      <a:gd name="connsiteY3" fmla="*/ 12425 h 32533"/>
                      <a:gd name="connsiteX4" fmla="*/ 33473 w 34053"/>
                      <a:gd name="connsiteY4" fmla="*/ 31886 h 32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053" h="32533">
                        <a:moveTo>
                          <a:pt x="33473" y="31886"/>
                        </a:moveTo>
                        <a:cubicBezTo>
                          <a:pt x="29439" y="35122"/>
                          <a:pt x="15918" y="25413"/>
                          <a:pt x="11219" y="20759"/>
                        </a:cubicBezTo>
                        <a:cubicBezTo>
                          <a:pt x="6165" y="16414"/>
                          <a:pt x="-2790" y="4578"/>
                          <a:pt x="846" y="721"/>
                        </a:cubicBezTo>
                        <a:cubicBezTo>
                          <a:pt x="4348" y="-3047"/>
                          <a:pt x="15519" y="9011"/>
                          <a:pt x="19243" y="12425"/>
                        </a:cubicBezTo>
                        <a:cubicBezTo>
                          <a:pt x="22612" y="16281"/>
                          <a:pt x="37108" y="29093"/>
                          <a:pt x="33473" y="3188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54" name="Forme libre : forme 22853">
                    <a:extLst>
                      <a:ext uri="{FF2B5EF4-FFF2-40B4-BE49-F238E27FC236}">
                        <a16:creationId xmlns:a16="http://schemas.microsoft.com/office/drawing/2014/main" id="{C827F49B-D8DD-4826-811D-062B7566A9C1}"/>
                      </a:ext>
                    </a:extLst>
                  </p:cNvPr>
                  <p:cNvSpPr/>
                  <p:nvPr/>
                </p:nvSpPr>
                <p:spPr>
                  <a:xfrm>
                    <a:off x="5594059" y="1382837"/>
                    <a:ext cx="34950" cy="49270"/>
                  </a:xfrm>
                  <a:custGeom>
                    <a:avLst/>
                    <a:gdLst>
                      <a:gd name="connsiteX0" fmla="*/ 1399 w 34950"/>
                      <a:gd name="connsiteY0" fmla="*/ 2328 h 49270"/>
                      <a:gd name="connsiteX1" fmla="*/ 424 w 34950"/>
                      <a:gd name="connsiteY1" fmla="*/ 10307 h 49270"/>
                      <a:gd name="connsiteX2" fmla="*/ 2774 w 34950"/>
                      <a:gd name="connsiteY2" fmla="*/ 20681 h 49270"/>
                      <a:gd name="connsiteX3" fmla="*/ 8049 w 34950"/>
                      <a:gd name="connsiteY3" fmla="*/ 31364 h 49270"/>
                      <a:gd name="connsiteX4" fmla="*/ 24673 w 34950"/>
                      <a:gd name="connsiteY4" fmla="*/ 46924 h 49270"/>
                      <a:gd name="connsiteX5" fmla="*/ 34869 w 34950"/>
                      <a:gd name="connsiteY5" fmla="*/ 47501 h 49270"/>
                      <a:gd name="connsiteX6" fmla="*/ 31411 w 34950"/>
                      <a:gd name="connsiteY6" fmla="*/ 40763 h 49270"/>
                      <a:gd name="connsiteX7" fmla="*/ 22722 w 34950"/>
                      <a:gd name="connsiteY7" fmla="*/ 22631 h 49270"/>
                      <a:gd name="connsiteX8" fmla="*/ 15142 w 34950"/>
                      <a:gd name="connsiteY8" fmla="*/ 4411 h 49270"/>
                      <a:gd name="connsiteX9" fmla="*/ 1399 w 34950"/>
                      <a:gd name="connsiteY9" fmla="*/ 2328 h 49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950" h="49270">
                        <a:moveTo>
                          <a:pt x="1399" y="2328"/>
                        </a:moveTo>
                        <a:cubicBezTo>
                          <a:pt x="-197" y="5032"/>
                          <a:pt x="-285" y="6539"/>
                          <a:pt x="424" y="10307"/>
                        </a:cubicBezTo>
                        <a:cubicBezTo>
                          <a:pt x="1089" y="13942"/>
                          <a:pt x="1710" y="17267"/>
                          <a:pt x="2774" y="20681"/>
                        </a:cubicBezTo>
                        <a:cubicBezTo>
                          <a:pt x="3926" y="24050"/>
                          <a:pt x="5522" y="27508"/>
                          <a:pt x="8049" y="31364"/>
                        </a:cubicBezTo>
                        <a:cubicBezTo>
                          <a:pt x="12393" y="37748"/>
                          <a:pt x="18777" y="43777"/>
                          <a:pt x="24673" y="46924"/>
                        </a:cubicBezTo>
                        <a:cubicBezTo>
                          <a:pt x="28929" y="49363"/>
                          <a:pt x="33983" y="50427"/>
                          <a:pt x="34869" y="47501"/>
                        </a:cubicBezTo>
                        <a:cubicBezTo>
                          <a:pt x="35445" y="45728"/>
                          <a:pt x="32830" y="43289"/>
                          <a:pt x="31411" y="40763"/>
                        </a:cubicBezTo>
                        <a:cubicBezTo>
                          <a:pt x="27820" y="34955"/>
                          <a:pt x="24584" y="29325"/>
                          <a:pt x="22722" y="22631"/>
                        </a:cubicBezTo>
                        <a:cubicBezTo>
                          <a:pt x="21215" y="16824"/>
                          <a:pt x="20639" y="10041"/>
                          <a:pt x="15142" y="4411"/>
                        </a:cubicBezTo>
                        <a:cubicBezTo>
                          <a:pt x="10132" y="-554"/>
                          <a:pt x="3616" y="-1441"/>
                          <a:pt x="1399" y="232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55" name="Forme libre : forme 22854">
                    <a:extLst>
                      <a:ext uri="{FF2B5EF4-FFF2-40B4-BE49-F238E27FC236}">
                        <a16:creationId xmlns:a16="http://schemas.microsoft.com/office/drawing/2014/main" id="{4724534F-54DB-4043-8691-1836547EA936}"/>
                      </a:ext>
                    </a:extLst>
                  </p:cNvPr>
                  <p:cNvSpPr/>
                  <p:nvPr/>
                </p:nvSpPr>
                <p:spPr>
                  <a:xfrm>
                    <a:off x="5605781" y="1390409"/>
                    <a:ext cx="14592" cy="12095"/>
                  </a:xfrm>
                  <a:custGeom>
                    <a:avLst/>
                    <a:gdLst>
                      <a:gd name="connsiteX0" fmla="*/ 2401 w 14592"/>
                      <a:gd name="connsiteY0" fmla="*/ 608 h 12095"/>
                      <a:gd name="connsiteX1" fmla="*/ 406 w 14592"/>
                      <a:gd name="connsiteY1" fmla="*/ 31 h 12095"/>
                      <a:gd name="connsiteX2" fmla="*/ 362 w 14592"/>
                      <a:gd name="connsiteY2" fmla="*/ 1804 h 12095"/>
                      <a:gd name="connsiteX3" fmla="*/ 2401 w 14592"/>
                      <a:gd name="connsiteY3" fmla="*/ 4420 h 12095"/>
                      <a:gd name="connsiteX4" fmla="*/ 8430 w 14592"/>
                      <a:gd name="connsiteY4" fmla="*/ 9873 h 12095"/>
                      <a:gd name="connsiteX5" fmla="*/ 10868 w 14592"/>
                      <a:gd name="connsiteY5" fmla="*/ 11557 h 12095"/>
                      <a:gd name="connsiteX6" fmla="*/ 12686 w 14592"/>
                      <a:gd name="connsiteY6" fmla="*/ 7656 h 12095"/>
                      <a:gd name="connsiteX7" fmla="*/ 2401 w 14592"/>
                      <a:gd name="connsiteY7" fmla="*/ 608 h 12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592" h="12095">
                        <a:moveTo>
                          <a:pt x="2401" y="608"/>
                        </a:moveTo>
                        <a:cubicBezTo>
                          <a:pt x="1603" y="209"/>
                          <a:pt x="1027" y="-102"/>
                          <a:pt x="406" y="31"/>
                        </a:cubicBezTo>
                        <a:cubicBezTo>
                          <a:pt x="-215" y="164"/>
                          <a:pt x="-37" y="962"/>
                          <a:pt x="362" y="1804"/>
                        </a:cubicBezTo>
                        <a:cubicBezTo>
                          <a:pt x="805" y="2647"/>
                          <a:pt x="1692" y="3666"/>
                          <a:pt x="2401" y="4420"/>
                        </a:cubicBezTo>
                        <a:cubicBezTo>
                          <a:pt x="4307" y="6326"/>
                          <a:pt x="6391" y="8277"/>
                          <a:pt x="8430" y="9873"/>
                        </a:cubicBezTo>
                        <a:cubicBezTo>
                          <a:pt x="9272" y="10538"/>
                          <a:pt x="10026" y="11203"/>
                          <a:pt x="10868" y="11557"/>
                        </a:cubicBezTo>
                        <a:cubicBezTo>
                          <a:pt x="14370" y="13065"/>
                          <a:pt x="16232" y="11291"/>
                          <a:pt x="12686" y="7656"/>
                        </a:cubicBezTo>
                        <a:cubicBezTo>
                          <a:pt x="9982" y="4775"/>
                          <a:pt x="5637" y="2337"/>
                          <a:pt x="2401" y="60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56" name="Forme libre : forme 22855">
                    <a:extLst>
                      <a:ext uri="{FF2B5EF4-FFF2-40B4-BE49-F238E27FC236}">
                        <a16:creationId xmlns:a16="http://schemas.microsoft.com/office/drawing/2014/main" id="{5ECB6A39-6A09-40A3-87A0-EDA36155E417}"/>
                      </a:ext>
                    </a:extLst>
                  </p:cNvPr>
                  <p:cNvSpPr/>
                  <p:nvPr/>
                </p:nvSpPr>
                <p:spPr>
                  <a:xfrm>
                    <a:off x="5620949" y="1436766"/>
                    <a:ext cx="31563" cy="8189"/>
                  </a:xfrm>
                  <a:custGeom>
                    <a:avLst/>
                    <a:gdLst>
                      <a:gd name="connsiteX0" fmla="*/ 31564 w 31563"/>
                      <a:gd name="connsiteY0" fmla="*/ 6916 h 8189"/>
                      <a:gd name="connsiteX1" fmla="*/ 0 w 31563"/>
                      <a:gd name="connsiteY1" fmla="*/ 0 h 8189"/>
                      <a:gd name="connsiteX2" fmla="*/ 16225 w 31563"/>
                      <a:gd name="connsiteY2" fmla="*/ 5674 h 8189"/>
                      <a:gd name="connsiteX3" fmla="*/ 24249 w 31563"/>
                      <a:gd name="connsiteY3" fmla="*/ 6871 h 8189"/>
                      <a:gd name="connsiteX4" fmla="*/ 31564 w 31563"/>
                      <a:gd name="connsiteY4" fmla="*/ 6916 h 8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563" h="8189">
                        <a:moveTo>
                          <a:pt x="31564" y="6916"/>
                        </a:moveTo>
                        <a:cubicBezTo>
                          <a:pt x="24737" y="10817"/>
                          <a:pt x="9088" y="4965"/>
                          <a:pt x="0" y="0"/>
                        </a:cubicBezTo>
                        <a:cubicBezTo>
                          <a:pt x="5098" y="2527"/>
                          <a:pt x="10551" y="4610"/>
                          <a:pt x="16225" y="5674"/>
                        </a:cubicBezTo>
                        <a:cubicBezTo>
                          <a:pt x="19018" y="6206"/>
                          <a:pt x="21634" y="6738"/>
                          <a:pt x="24249" y="6871"/>
                        </a:cubicBezTo>
                        <a:cubicBezTo>
                          <a:pt x="26909" y="7049"/>
                          <a:pt x="29347" y="7049"/>
                          <a:pt x="31564" y="69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57" name="Forme libre : forme 22856">
                    <a:extLst>
                      <a:ext uri="{FF2B5EF4-FFF2-40B4-BE49-F238E27FC236}">
                        <a16:creationId xmlns:a16="http://schemas.microsoft.com/office/drawing/2014/main" id="{43025A72-D578-4A74-8364-9447024A8A7C}"/>
                      </a:ext>
                    </a:extLst>
                  </p:cNvPr>
                  <p:cNvSpPr/>
                  <p:nvPr/>
                </p:nvSpPr>
                <p:spPr>
                  <a:xfrm>
                    <a:off x="5594084" y="1373905"/>
                    <a:ext cx="28150" cy="16890"/>
                  </a:xfrm>
                  <a:custGeom>
                    <a:avLst/>
                    <a:gdLst>
                      <a:gd name="connsiteX0" fmla="*/ 28150 w 28150"/>
                      <a:gd name="connsiteY0" fmla="*/ 16890 h 16890"/>
                      <a:gd name="connsiteX1" fmla="*/ 0 w 28150"/>
                      <a:gd name="connsiteY1" fmla="*/ 0 h 16890"/>
                      <a:gd name="connsiteX2" fmla="*/ 28150 w 28150"/>
                      <a:gd name="connsiteY2" fmla="*/ 16890 h 16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150" h="16890">
                        <a:moveTo>
                          <a:pt x="28150" y="16890"/>
                        </a:moveTo>
                        <a:cubicBezTo>
                          <a:pt x="19816" y="8556"/>
                          <a:pt x="9354" y="3236"/>
                          <a:pt x="0" y="0"/>
                        </a:cubicBezTo>
                        <a:cubicBezTo>
                          <a:pt x="8866" y="2616"/>
                          <a:pt x="19905" y="10861"/>
                          <a:pt x="28150" y="1689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58" name="Forme libre : forme 22857">
                    <a:extLst>
                      <a:ext uri="{FF2B5EF4-FFF2-40B4-BE49-F238E27FC236}">
                        <a16:creationId xmlns:a16="http://schemas.microsoft.com/office/drawing/2014/main" id="{EFAB37EA-392D-4D6B-A40A-232FCA765F71}"/>
                      </a:ext>
                    </a:extLst>
                  </p:cNvPr>
                  <p:cNvSpPr/>
                  <p:nvPr/>
                </p:nvSpPr>
                <p:spPr>
                  <a:xfrm>
                    <a:off x="5622756" y="1412284"/>
                    <a:ext cx="11476" cy="12608"/>
                  </a:xfrm>
                  <a:custGeom>
                    <a:avLst/>
                    <a:gdLst>
                      <a:gd name="connsiteX0" fmla="*/ 11004 w 11476"/>
                      <a:gd name="connsiteY0" fmla="*/ 12557 h 12608"/>
                      <a:gd name="connsiteX1" fmla="*/ 3380 w 11476"/>
                      <a:gd name="connsiteY1" fmla="*/ 6528 h 12608"/>
                      <a:gd name="connsiteX2" fmla="*/ 675 w 11476"/>
                      <a:gd name="connsiteY2" fmla="*/ 11 h 12608"/>
                      <a:gd name="connsiteX3" fmla="*/ 7591 w 11476"/>
                      <a:gd name="connsiteY3" fmla="*/ 5863 h 12608"/>
                      <a:gd name="connsiteX4" fmla="*/ 11004 w 11476"/>
                      <a:gd name="connsiteY4" fmla="*/ 12557 h 12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76" h="12608">
                        <a:moveTo>
                          <a:pt x="11004" y="12557"/>
                        </a:moveTo>
                        <a:cubicBezTo>
                          <a:pt x="9010" y="13177"/>
                          <a:pt x="4665" y="8079"/>
                          <a:pt x="3380" y="6528"/>
                        </a:cubicBezTo>
                        <a:cubicBezTo>
                          <a:pt x="2005" y="4976"/>
                          <a:pt x="-1452" y="366"/>
                          <a:pt x="675" y="11"/>
                        </a:cubicBezTo>
                        <a:cubicBezTo>
                          <a:pt x="2670" y="-255"/>
                          <a:pt x="6438" y="4356"/>
                          <a:pt x="7591" y="5863"/>
                        </a:cubicBezTo>
                        <a:cubicBezTo>
                          <a:pt x="8699" y="7414"/>
                          <a:pt x="12866" y="12069"/>
                          <a:pt x="11004" y="1255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59" name="Forme libre : forme 22858">
                    <a:extLst>
                      <a:ext uri="{FF2B5EF4-FFF2-40B4-BE49-F238E27FC236}">
                        <a16:creationId xmlns:a16="http://schemas.microsoft.com/office/drawing/2014/main" id="{4943EA41-0F4B-46BC-81C4-397EC6F6FB68}"/>
                      </a:ext>
                    </a:extLst>
                  </p:cNvPr>
                  <p:cNvSpPr/>
                  <p:nvPr/>
                </p:nvSpPr>
                <p:spPr>
                  <a:xfrm>
                    <a:off x="5632377" y="1422962"/>
                    <a:ext cx="3652" cy="3420"/>
                  </a:xfrm>
                  <a:custGeom>
                    <a:avLst/>
                    <a:gdLst>
                      <a:gd name="connsiteX0" fmla="*/ 3600 w 3652"/>
                      <a:gd name="connsiteY0" fmla="*/ 3209 h 3420"/>
                      <a:gd name="connsiteX1" fmla="*/ 1472 w 3652"/>
                      <a:gd name="connsiteY1" fmla="*/ 2411 h 3420"/>
                      <a:gd name="connsiteX2" fmla="*/ 54 w 3652"/>
                      <a:gd name="connsiteY2" fmla="*/ 194 h 3420"/>
                      <a:gd name="connsiteX3" fmla="*/ 2137 w 3652"/>
                      <a:gd name="connsiteY3" fmla="*/ 948 h 3420"/>
                      <a:gd name="connsiteX4" fmla="*/ 3600 w 3652"/>
                      <a:gd name="connsiteY4" fmla="*/ 3209 h 3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2" h="3420">
                        <a:moveTo>
                          <a:pt x="3600" y="3209"/>
                        </a:moveTo>
                        <a:cubicBezTo>
                          <a:pt x="3334" y="3830"/>
                          <a:pt x="2049" y="2943"/>
                          <a:pt x="1472" y="2411"/>
                        </a:cubicBezTo>
                        <a:cubicBezTo>
                          <a:pt x="852" y="1879"/>
                          <a:pt x="-257" y="771"/>
                          <a:pt x="54" y="194"/>
                        </a:cubicBezTo>
                        <a:cubicBezTo>
                          <a:pt x="364" y="-382"/>
                          <a:pt x="1561" y="460"/>
                          <a:pt x="2137" y="948"/>
                        </a:cubicBezTo>
                        <a:cubicBezTo>
                          <a:pt x="2758" y="1480"/>
                          <a:pt x="3911" y="2632"/>
                          <a:pt x="3600" y="32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60" name="Forme libre : forme 22859">
                    <a:extLst>
                      <a:ext uri="{FF2B5EF4-FFF2-40B4-BE49-F238E27FC236}">
                        <a16:creationId xmlns:a16="http://schemas.microsoft.com/office/drawing/2014/main" id="{EA6D583B-DD65-4CFC-BAAA-84E619B241F9}"/>
                      </a:ext>
                    </a:extLst>
                  </p:cNvPr>
                  <p:cNvSpPr/>
                  <p:nvPr/>
                </p:nvSpPr>
                <p:spPr>
                  <a:xfrm>
                    <a:off x="5629428" y="1405417"/>
                    <a:ext cx="23449" cy="34998"/>
                  </a:xfrm>
                  <a:custGeom>
                    <a:avLst/>
                    <a:gdLst>
                      <a:gd name="connsiteX0" fmla="*/ 19361 w 23449"/>
                      <a:gd name="connsiteY0" fmla="*/ 22483 h 34998"/>
                      <a:gd name="connsiteX1" fmla="*/ 21932 w 23449"/>
                      <a:gd name="connsiteY1" fmla="*/ 28202 h 34998"/>
                      <a:gd name="connsiteX2" fmla="*/ 23439 w 23449"/>
                      <a:gd name="connsiteY2" fmla="*/ 33610 h 34998"/>
                      <a:gd name="connsiteX3" fmla="*/ 19583 w 23449"/>
                      <a:gd name="connsiteY3" fmla="*/ 34364 h 34998"/>
                      <a:gd name="connsiteX4" fmla="*/ 16435 w 23449"/>
                      <a:gd name="connsiteY4" fmla="*/ 30241 h 34998"/>
                      <a:gd name="connsiteX5" fmla="*/ 12933 w 23449"/>
                      <a:gd name="connsiteY5" fmla="*/ 23503 h 34998"/>
                      <a:gd name="connsiteX6" fmla="*/ 9032 w 23449"/>
                      <a:gd name="connsiteY6" fmla="*/ 16631 h 34998"/>
                      <a:gd name="connsiteX7" fmla="*/ 6328 w 23449"/>
                      <a:gd name="connsiteY7" fmla="*/ 12952 h 34998"/>
                      <a:gd name="connsiteX8" fmla="*/ 2604 w 23449"/>
                      <a:gd name="connsiteY8" fmla="*/ 7411 h 34998"/>
                      <a:gd name="connsiteX9" fmla="*/ 1185 w 23449"/>
                      <a:gd name="connsiteY9" fmla="*/ 7 h 34998"/>
                      <a:gd name="connsiteX10" fmla="*/ 15637 w 23449"/>
                      <a:gd name="connsiteY10" fmla="*/ 13085 h 34998"/>
                      <a:gd name="connsiteX11" fmla="*/ 19361 w 23449"/>
                      <a:gd name="connsiteY11" fmla="*/ 22483 h 34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3449" h="34998">
                        <a:moveTo>
                          <a:pt x="19361" y="22483"/>
                        </a:moveTo>
                        <a:cubicBezTo>
                          <a:pt x="20336" y="24567"/>
                          <a:pt x="21223" y="26428"/>
                          <a:pt x="21932" y="28202"/>
                        </a:cubicBezTo>
                        <a:cubicBezTo>
                          <a:pt x="22686" y="29886"/>
                          <a:pt x="23173" y="31615"/>
                          <a:pt x="23439" y="33610"/>
                        </a:cubicBezTo>
                        <a:cubicBezTo>
                          <a:pt x="23617" y="35073"/>
                          <a:pt x="21444" y="35472"/>
                          <a:pt x="19583" y="34364"/>
                        </a:cubicBezTo>
                        <a:cubicBezTo>
                          <a:pt x="17676" y="33300"/>
                          <a:pt x="17144" y="31704"/>
                          <a:pt x="16435" y="30241"/>
                        </a:cubicBezTo>
                        <a:cubicBezTo>
                          <a:pt x="15416" y="27891"/>
                          <a:pt x="14219" y="25675"/>
                          <a:pt x="12933" y="23503"/>
                        </a:cubicBezTo>
                        <a:cubicBezTo>
                          <a:pt x="11647" y="21197"/>
                          <a:pt x="10362" y="18936"/>
                          <a:pt x="9032" y="16631"/>
                        </a:cubicBezTo>
                        <a:cubicBezTo>
                          <a:pt x="8589" y="15922"/>
                          <a:pt x="7569" y="14548"/>
                          <a:pt x="6328" y="12952"/>
                        </a:cubicBezTo>
                        <a:cubicBezTo>
                          <a:pt x="5131" y="11267"/>
                          <a:pt x="3801" y="9272"/>
                          <a:pt x="2604" y="7411"/>
                        </a:cubicBezTo>
                        <a:cubicBezTo>
                          <a:pt x="254" y="3687"/>
                          <a:pt x="-1120" y="140"/>
                          <a:pt x="1185" y="7"/>
                        </a:cubicBezTo>
                        <a:cubicBezTo>
                          <a:pt x="5796" y="-303"/>
                          <a:pt x="13332" y="9494"/>
                          <a:pt x="15637" y="13085"/>
                        </a:cubicBezTo>
                        <a:cubicBezTo>
                          <a:pt x="17809" y="16853"/>
                          <a:pt x="17898" y="19291"/>
                          <a:pt x="19361" y="224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81" name="Graphique 2">
                  <a:extLst>
                    <a:ext uri="{FF2B5EF4-FFF2-40B4-BE49-F238E27FC236}">
                      <a16:creationId xmlns:a16="http://schemas.microsoft.com/office/drawing/2014/main" id="{7BB5EA4E-F325-4CD5-9E56-36EC96C7B8F0}"/>
                    </a:ext>
                  </a:extLst>
                </p:cNvPr>
                <p:cNvGrpSpPr/>
                <p:nvPr/>
              </p:nvGrpSpPr>
              <p:grpSpPr>
                <a:xfrm>
                  <a:off x="5655322" y="1429356"/>
                  <a:ext cx="91466" cy="42785"/>
                  <a:chOff x="5655322" y="1429356"/>
                  <a:chExt cx="91466" cy="42785"/>
                </a:xfrm>
                <a:solidFill>
                  <a:schemeClr val="accent1"/>
                </a:solidFill>
              </p:grpSpPr>
              <p:sp>
                <p:nvSpPr>
                  <p:cNvPr id="22837" name="Forme libre : forme 22836">
                    <a:extLst>
                      <a:ext uri="{FF2B5EF4-FFF2-40B4-BE49-F238E27FC236}">
                        <a16:creationId xmlns:a16="http://schemas.microsoft.com/office/drawing/2014/main" id="{949B16AA-C8EE-449A-95C8-C2D36EC92C9F}"/>
                      </a:ext>
                    </a:extLst>
                  </p:cNvPr>
                  <p:cNvSpPr/>
                  <p:nvPr/>
                </p:nvSpPr>
                <p:spPr>
                  <a:xfrm>
                    <a:off x="5655322" y="1429356"/>
                    <a:ext cx="91466" cy="42785"/>
                  </a:xfrm>
                  <a:custGeom>
                    <a:avLst/>
                    <a:gdLst>
                      <a:gd name="connsiteX0" fmla="*/ 70115 w 91466"/>
                      <a:gd name="connsiteY0" fmla="*/ 35471 h 42785"/>
                      <a:gd name="connsiteX1" fmla="*/ 50610 w 91466"/>
                      <a:gd name="connsiteY1" fmla="*/ 41855 h 42785"/>
                      <a:gd name="connsiteX2" fmla="*/ 38818 w 91466"/>
                      <a:gd name="connsiteY2" fmla="*/ 42786 h 42785"/>
                      <a:gd name="connsiteX3" fmla="*/ 29242 w 91466"/>
                      <a:gd name="connsiteY3" fmla="*/ 41899 h 42785"/>
                      <a:gd name="connsiteX4" fmla="*/ 8850 w 91466"/>
                      <a:gd name="connsiteY4" fmla="*/ 32324 h 42785"/>
                      <a:gd name="connsiteX5" fmla="*/ 5836 w 91466"/>
                      <a:gd name="connsiteY5" fmla="*/ 29132 h 42785"/>
                      <a:gd name="connsiteX6" fmla="*/ 3575 w 91466"/>
                      <a:gd name="connsiteY6" fmla="*/ 25541 h 42785"/>
                      <a:gd name="connsiteX7" fmla="*/ 250 w 91466"/>
                      <a:gd name="connsiteY7" fmla="*/ 18049 h 42785"/>
                      <a:gd name="connsiteX8" fmla="*/ 5614 w 91466"/>
                      <a:gd name="connsiteY8" fmla="*/ 9538 h 42785"/>
                      <a:gd name="connsiteX9" fmla="*/ 19844 w 91466"/>
                      <a:gd name="connsiteY9" fmla="*/ 7232 h 42785"/>
                      <a:gd name="connsiteX10" fmla="*/ 26715 w 91466"/>
                      <a:gd name="connsiteY10" fmla="*/ 6922 h 42785"/>
                      <a:gd name="connsiteX11" fmla="*/ 33941 w 91466"/>
                      <a:gd name="connsiteY11" fmla="*/ 7011 h 42785"/>
                      <a:gd name="connsiteX12" fmla="*/ 38773 w 91466"/>
                      <a:gd name="connsiteY12" fmla="*/ 7144 h 42785"/>
                      <a:gd name="connsiteX13" fmla="*/ 44448 w 91466"/>
                      <a:gd name="connsiteY13" fmla="*/ 6568 h 42785"/>
                      <a:gd name="connsiteX14" fmla="*/ 55043 w 91466"/>
                      <a:gd name="connsiteY14" fmla="*/ 3730 h 42785"/>
                      <a:gd name="connsiteX15" fmla="*/ 84390 w 91466"/>
                      <a:gd name="connsiteY15" fmla="*/ 494 h 42785"/>
                      <a:gd name="connsiteX16" fmla="*/ 91439 w 91466"/>
                      <a:gd name="connsiteY16" fmla="*/ 7321 h 42785"/>
                      <a:gd name="connsiteX17" fmla="*/ 86030 w 91466"/>
                      <a:gd name="connsiteY17" fmla="*/ 21995 h 42785"/>
                      <a:gd name="connsiteX18" fmla="*/ 70115 w 91466"/>
                      <a:gd name="connsiteY18" fmla="*/ 35471 h 42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1466" h="42785">
                        <a:moveTo>
                          <a:pt x="70115" y="35471"/>
                        </a:moveTo>
                        <a:cubicBezTo>
                          <a:pt x="65904" y="37511"/>
                          <a:pt x="58811" y="40481"/>
                          <a:pt x="50610" y="41855"/>
                        </a:cubicBezTo>
                        <a:cubicBezTo>
                          <a:pt x="46576" y="42298"/>
                          <a:pt x="42497" y="42609"/>
                          <a:pt x="38818" y="42786"/>
                        </a:cubicBezTo>
                        <a:cubicBezTo>
                          <a:pt x="35138" y="42653"/>
                          <a:pt x="31813" y="42210"/>
                          <a:pt x="29242" y="41899"/>
                        </a:cubicBezTo>
                        <a:cubicBezTo>
                          <a:pt x="19622" y="40259"/>
                          <a:pt x="13195" y="36580"/>
                          <a:pt x="8850" y="32324"/>
                        </a:cubicBezTo>
                        <a:cubicBezTo>
                          <a:pt x="7742" y="31304"/>
                          <a:pt x="6722" y="30240"/>
                          <a:pt x="5836" y="29132"/>
                        </a:cubicBezTo>
                        <a:cubicBezTo>
                          <a:pt x="4993" y="27935"/>
                          <a:pt x="4240" y="26782"/>
                          <a:pt x="3575" y="25541"/>
                        </a:cubicBezTo>
                        <a:cubicBezTo>
                          <a:pt x="2245" y="23103"/>
                          <a:pt x="1136" y="20620"/>
                          <a:pt x="250" y="18049"/>
                        </a:cubicBezTo>
                        <a:cubicBezTo>
                          <a:pt x="-903" y="14370"/>
                          <a:pt x="2112" y="10291"/>
                          <a:pt x="5614" y="9538"/>
                        </a:cubicBezTo>
                        <a:cubicBezTo>
                          <a:pt x="10756" y="8252"/>
                          <a:pt x="15234" y="7853"/>
                          <a:pt x="19844" y="7232"/>
                        </a:cubicBezTo>
                        <a:cubicBezTo>
                          <a:pt x="22105" y="6966"/>
                          <a:pt x="24366" y="7188"/>
                          <a:pt x="26715" y="6922"/>
                        </a:cubicBezTo>
                        <a:cubicBezTo>
                          <a:pt x="29021" y="6700"/>
                          <a:pt x="31414" y="7277"/>
                          <a:pt x="33941" y="7011"/>
                        </a:cubicBezTo>
                        <a:cubicBezTo>
                          <a:pt x="35271" y="6966"/>
                          <a:pt x="36956" y="7144"/>
                          <a:pt x="38773" y="7144"/>
                        </a:cubicBezTo>
                        <a:cubicBezTo>
                          <a:pt x="40547" y="6878"/>
                          <a:pt x="42497" y="6700"/>
                          <a:pt x="44448" y="6568"/>
                        </a:cubicBezTo>
                        <a:cubicBezTo>
                          <a:pt x="48216" y="5991"/>
                          <a:pt x="52206" y="4750"/>
                          <a:pt x="55043" y="3730"/>
                        </a:cubicBezTo>
                        <a:cubicBezTo>
                          <a:pt x="65549" y="-304"/>
                          <a:pt x="74061" y="-481"/>
                          <a:pt x="84390" y="494"/>
                        </a:cubicBezTo>
                        <a:cubicBezTo>
                          <a:pt x="87936" y="760"/>
                          <a:pt x="91838" y="3819"/>
                          <a:pt x="91439" y="7321"/>
                        </a:cubicBezTo>
                        <a:cubicBezTo>
                          <a:pt x="90818" y="12375"/>
                          <a:pt x="89266" y="17251"/>
                          <a:pt x="86030" y="21995"/>
                        </a:cubicBezTo>
                        <a:cubicBezTo>
                          <a:pt x="82794" y="26738"/>
                          <a:pt x="77962" y="31526"/>
                          <a:pt x="70115" y="3547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38" name="Forme libre : forme 22837">
                    <a:extLst>
                      <a:ext uri="{FF2B5EF4-FFF2-40B4-BE49-F238E27FC236}">
                        <a16:creationId xmlns:a16="http://schemas.microsoft.com/office/drawing/2014/main" id="{C320ECF8-0E05-4116-8139-4DBBD9693840}"/>
                      </a:ext>
                    </a:extLst>
                  </p:cNvPr>
                  <p:cNvSpPr/>
                  <p:nvPr/>
                </p:nvSpPr>
                <p:spPr>
                  <a:xfrm>
                    <a:off x="5655390" y="1436500"/>
                    <a:ext cx="91325" cy="35519"/>
                  </a:xfrm>
                  <a:custGeom>
                    <a:avLst/>
                    <a:gdLst>
                      <a:gd name="connsiteX0" fmla="*/ 36045 w 91325"/>
                      <a:gd name="connsiteY0" fmla="*/ 22697 h 35519"/>
                      <a:gd name="connsiteX1" fmla="*/ 15165 w 91325"/>
                      <a:gd name="connsiteY1" fmla="*/ 18353 h 35519"/>
                      <a:gd name="connsiteX2" fmla="*/ 713 w 91325"/>
                      <a:gd name="connsiteY2" fmla="*/ 6384 h 35519"/>
                      <a:gd name="connsiteX3" fmla="*/ 270 w 91325"/>
                      <a:gd name="connsiteY3" fmla="*/ 10861 h 35519"/>
                      <a:gd name="connsiteX4" fmla="*/ 2398 w 91325"/>
                      <a:gd name="connsiteY4" fmla="*/ 16048 h 35519"/>
                      <a:gd name="connsiteX5" fmla="*/ 6920 w 91325"/>
                      <a:gd name="connsiteY5" fmla="*/ 23096 h 35519"/>
                      <a:gd name="connsiteX6" fmla="*/ 14145 w 91325"/>
                      <a:gd name="connsiteY6" fmla="*/ 29258 h 35519"/>
                      <a:gd name="connsiteX7" fmla="*/ 20795 w 91325"/>
                      <a:gd name="connsiteY7" fmla="*/ 32406 h 35519"/>
                      <a:gd name="connsiteX8" fmla="*/ 29174 w 91325"/>
                      <a:gd name="connsiteY8" fmla="*/ 34667 h 35519"/>
                      <a:gd name="connsiteX9" fmla="*/ 35956 w 91325"/>
                      <a:gd name="connsiteY9" fmla="*/ 35376 h 35519"/>
                      <a:gd name="connsiteX10" fmla="*/ 44069 w 91325"/>
                      <a:gd name="connsiteY10" fmla="*/ 35199 h 35519"/>
                      <a:gd name="connsiteX11" fmla="*/ 52713 w 91325"/>
                      <a:gd name="connsiteY11" fmla="*/ 34135 h 35519"/>
                      <a:gd name="connsiteX12" fmla="*/ 56925 w 91325"/>
                      <a:gd name="connsiteY12" fmla="*/ 33204 h 35519"/>
                      <a:gd name="connsiteX13" fmla="*/ 60782 w 91325"/>
                      <a:gd name="connsiteY13" fmla="*/ 32007 h 35519"/>
                      <a:gd name="connsiteX14" fmla="*/ 67343 w 91325"/>
                      <a:gd name="connsiteY14" fmla="*/ 29480 h 35519"/>
                      <a:gd name="connsiteX15" fmla="*/ 70003 w 91325"/>
                      <a:gd name="connsiteY15" fmla="*/ 28239 h 35519"/>
                      <a:gd name="connsiteX16" fmla="*/ 82637 w 91325"/>
                      <a:gd name="connsiteY16" fmla="*/ 18929 h 35519"/>
                      <a:gd name="connsiteX17" fmla="*/ 90439 w 91325"/>
                      <a:gd name="connsiteY17" fmla="*/ 4921 h 35519"/>
                      <a:gd name="connsiteX18" fmla="*/ 91326 w 91325"/>
                      <a:gd name="connsiteY18" fmla="*/ 177 h 35519"/>
                      <a:gd name="connsiteX19" fmla="*/ 91326 w 91325"/>
                      <a:gd name="connsiteY19" fmla="*/ 0 h 35519"/>
                      <a:gd name="connsiteX20" fmla="*/ 65880 w 91325"/>
                      <a:gd name="connsiteY20" fmla="*/ 15737 h 35519"/>
                      <a:gd name="connsiteX21" fmla="*/ 51384 w 91325"/>
                      <a:gd name="connsiteY21" fmla="*/ 20835 h 35519"/>
                      <a:gd name="connsiteX22" fmla="*/ 43759 w 91325"/>
                      <a:gd name="connsiteY22" fmla="*/ 22077 h 35519"/>
                      <a:gd name="connsiteX23" fmla="*/ 36045 w 91325"/>
                      <a:gd name="connsiteY23" fmla="*/ 22697 h 35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91325" h="35519">
                        <a:moveTo>
                          <a:pt x="36045" y="22697"/>
                        </a:moveTo>
                        <a:cubicBezTo>
                          <a:pt x="28908" y="22786"/>
                          <a:pt x="21416" y="21412"/>
                          <a:pt x="15165" y="18353"/>
                        </a:cubicBezTo>
                        <a:cubicBezTo>
                          <a:pt x="8826" y="15516"/>
                          <a:pt x="3816" y="11127"/>
                          <a:pt x="713" y="6384"/>
                        </a:cubicBezTo>
                        <a:cubicBezTo>
                          <a:pt x="48" y="7758"/>
                          <a:pt x="-262" y="9443"/>
                          <a:pt x="270" y="10861"/>
                        </a:cubicBezTo>
                        <a:cubicBezTo>
                          <a:pt x="891" y="12634"/>
                          <a:pt x="1600" y="14363"/>
                          <a:pt x="2398" y="16048"/>
                        </a:cubicBezTo>
                        <a:cubicBezTo>
                          <a:pt x="3639" y="18442"/>
                          <a:pt x="4925" y="20968"/>
                          <a:pt x="6920" y="23096"/>
                        </a:cubicBezTo>
                        <a:cubicBezTo>
                          <a:pt x="8870" y="25224"/>
                          <a:pt x="11264" y="27308"/>
                          <a:pt x="14145" y="29258"/>
                        </a:cubicBezTo>
                        <a:cubicBezTo>
                          <a:pt x="16007" y="30544"/>
                          <a:pt x="18357" y="31386"/>
                          <a:pt x="20795" y="32406"/>
                        </a:cubicBezTo>
                        <a:cubicBezTo>
                          <a:pt x="23322" y="33292"/>
                          <a:pt x="25982" y="34401"/>
                          <a:pt x="29174" y="34667"/>
                        </a:cubicBezTo>
                        <a:cubicBezTo>
                          <a:pt x="31080" y="34933"/>
                          <a:pt x="33385" y="35154"/>
                          <a:pt x="35956" y="35376"/>
                        </a:cubicBezTo>
                        <a:cubicBezTo>
                          <a:pt x="38439" y="35731"/>
                          <a:pt x="41232" y="35332"/>
                          <a:pt x="44069" y="35199"/>
                        </a:cubicBezTo>
                        <a:cubicBezTo>
                          <a:pt x="46906" y="34888"/>
                          <a:pt x="49876" y="34888"/>
                          <a:pt x="52713" y="34135"/>
                        </a:cubicBezTo>
                        <a:cubicBezTo>
                          <a:pt x="54132" y="33825"/>
                          <a:pt x="55551" y="33514"/>
                          <a:pt x="56925" y="33204"/>
                        </a:cubicBezTo>
                        <a:cubicBezTo>
                          <a:pt x="58255" y="32805"/>
                          <a:pt x="59540" y="32406"/>
                          <a:pt x="60782" y="32007"/>
                        </a:cubicBezTo>
                        <a:cubicBezTo>
                          <a:pt x="63309" y="31253"/>
                          <a:pt x="65436" y="30278"/>
                          <a:pt x="67343" y="29480"/>
                        </a:cubicBezTo>
                        <a:cubicBezTo>
                          <a:pt x="68318" y="29037"/>
                          <a:pt x="69249" y="28682"/>
                          <a:pt x="70003" y="28239"/>
                        </a:cubicBezTo>
                        <a:cubicBezTo>
                          <a:pt x="75500" y="25402"/>
                          <a:pt x="79622" y="22254"/>
                          <a:pt x="82637" y="18929"/>
                        </a:cubicBezTo>
                        <a:cubicBezTo>
                          <a:pt x="86804" y="14408"/>
                          <a:pt x="89065" y="9664"/>
                          <a:pt x="90439" y="4921"/>
                        </a:cubicBezTo>
                        <a:cubicBezTo>
                          <a:pt x="90838" y="3369"/>
                          <a:pt x="91148" y="1773"/>
                          <a:pt x="91326" y="177"/>
                        </a:cubicBezTo>
                        <a:lnTo>
                          <a:pt x="91326" y="0"/>
                        </a:lnTo>
                        <a:cubicBezTo>
                          <a:pt x="83568" y="5985"/>
                          <a:pt x="75101" y="11437"/>
                          <a:pt x="65880" y="15737"/>
                        </a:cubicBezTo>
                        <a:cubicBezTo>
                          <a:pt x="61269" y="17865"/>
                          <a:pt x="56437" y="19683"/>
                          <a:pt x="51384" y="20835"/>
                        </a:cubicBezTo>
                        <a:cubicBezTo>
                          <a:pt x="48857" y="21545"/>
                          <a:pt x="46330" y="21811"/>
                          <a:pt x="43759" y="22077"/>
                        </a:cubicBezTo>
                        <a:cubicBezTo>
                          <a:pt x="41143" y="22298"/>
                          <a:pt x="38572" y="22919"/>
                          <a:pt x="36045" y="2269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39" name="Forme libre : forme 22838">
                    <a:extLst>
                      <a:ext uri="{FF2B5EF4-FFF2-40B4-BE49-F238E27FC236}">
                        <a16:creationId xmlns:a16="http://schemas.microsoft.com/office/drawing/2014/main" id="{28B48E07-A8AF-43C7-A5CE-5B6CC374CFE8}"/>
                      </a:ext>
                    </a:extLst>
                  </p:cNvPr>
                  <p:cNvSpPr/>
                  <p:nvPr/>
                </p:nvSpPr>
                <p:spPr>
                  <a:xfrm>
                    <a:off x="5687440" y="1442366"/>
                    <a:ext cx="43146" cy="17529"/>
                  </a:xfrm>
                  <a:custGeom>
                    <a:avLst/>
                    <a:gdLst>
                      <a:gd name="connsiteX0" fmla="*/ 42830 w 43146"/>
                      <a:gd name="connsiteY0" fmla="*/ 1050 h 17529"/>
                      <a:gd name="connsiteX1" fmla="*/ 36667 w 43146"/>
                      <a:gd name="connsiteY1" fmla="*/ 9783 h 17529"/>
                      <a:gd name="connsiteX2" fmla="*/ 23102 w 43146"/>
                      <a:gd name="connsiteY2" fmla="*/ 16299 h 17529"/>
                      <a:gd name="connsiteX3" fmla="*/ 16719 w 43146"/>
                      <a:gd name="connsiteY3" fmla="*/ 17496 h 17529"/>
                      <a:gd name="connsiteX4" fmla="*/ 8872 w 43146"/>
                      <a:gd name="connsiteY4" fmla="*/ 17230 h 17529"/>
                      <a:gd name="connsiteX5" fmla="*/ 2444 w 43146"/>
                      <a:gd name="connsiteY5" fmla="*/ 15280 h 17529"/>
                      <a:gd name="connsiteX6" fmla="*/ 6 w 43146"/>
                      <a:gd name="connsiteY6" fmla="*/ 11955 h 17529"/>
                      <a:gd name="connsiteX7" fmla="*/ 2666 w 43146"/>
                      <a:gd name="connsiteY7" fmla="*/ 9118 h 17529"/>
                      <a:gd name="connsiteX8" fmla="*/ 8340 w 43146"/>
                      <a:gd name="connsiteY8" fmla="*/ 7566 h 17529"/>
                      <a:gd name="connsiteX9" fmla="*/ 14812 w 43146"/>
                      <a:gd name="connsiteY9" fmla="*/ 6369 h 17529"/>
                      <a:gd name="connsiteX10" fmla="*/ 19866 w 43146"/>
                      <a:gd name="connsiteY10" fmla="*/ 5172 h 17529"/>
                      <a:gd name="connsiteX11" fmla="*/ 32279 w 43146"/>
                      <a:gd name="connsiteY11" fmla="*/ 1626 h 17529"/>
                      <a:gd name="connsiteX12" fmla="*/ 42830 w 43146"/>
                      <a:gd name="connsiteY12" fmla="*/ 1050 h 17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146" h="17529">
                        <a:moveTo>
                          <a:pt x="42830" y="1050"/>
                        </a:moveTo>
                        <a:cubicBezTo>
                          <a:pt x="44159" y="3000"/>
                          <a:pt x="41145" y="6591"/>
                          <a:pt x="36667" y="9783"/>
                        </a:cubicBezTo>
                        <a:cubicBezTo>
                          <a:pt x="32279" y="13019"/>
                          <a:pt x="26250" y="15413"/>
                          <a:pt x="23102" y="16299"/>
                        </a:cubicBezTo>
                        <a:cubicBezTo>
                          <a:pt x="21551" y="16831"/>
                          <a:pt x="19245" y="17142"/>
                          <a:pt x="16719" y="17496"/>
                        </a:cubicBezTo>
                        <a:cubicBezTo>
                          <a:pt x="14192" y="17585"/>
                          <a:pt x="11399" y="17496"/>
                          <a:pt x="8872" y="17230"/>
                        </a:cubicBezTo>
                        <a:cubicBezTo>
                          <a:pt x="6345" y="17097"/>
                          <a:pt x="4040" y="16211"/>
                          <a:pt x="2444" y="15280"/>
                        </a:cubicBezTo>
                        <a:cubicBezTo>
                          <a:pt x="848" y="14349"/>
                          <a:pt x="-83" y="13241"/>
                          <a:pt x="6" y="11955"/>
                        </a:cubicBezTo>
                        <a:cubicBezTo>
                          <a:pt x="94" y="10669"/>
                          <a:pt x="1158" y="9783"/>
                          <a:pt x="2666" y="9118"/>
                        </a:cubicBezTo>
                        <a:cubicBezTo>
                          <a:pt x="4217" y="8453"/>
                          <a:pt x="6212" y="8276"/>
                          <a:pt x="8340" y="7566"/>
                        </a:cubicBezTo>
                        <a:cubicBezTo>
                          <a:pt x="10468" y="7034"/>
                          <a:pt x="12729" y="6635"/>
                          <a:pt x="14812" y="6369"/>
                        </a:cubicBezTo>
                        <a:cubicBezTo>
                          <a:pt x="16807" y="5793"/>
                          <a:pt x="18625" y="5527"/>
                          <a:pt x="19866" y="5172"/>
                        </a:cubicBezTo>
                        <a:cubicBezTo>
                          <a:pt x="22349" y="4552"/>
                          <a:pt x="27535" y="3177"/>
                          <a:pt x="32279" y="1626"/>
                        </a:cubicBezTo>
                        <a:cubicBezTo>
                          <a:pt x="37067" y="207"/>
                          <a:pt x="41544" y="-901"/>
                          <a:pt x="42830" y="105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40" name="Forme libre : forme 22839">
                    <a:extLst>
                      <a:ext uri="{FF2B5EF4-FFF2-40B4-BE49-F238E27FC236}">
                        <a16:creationId xmlns:a16="http://schemas.microsoft.com/office/drawing/2014/main" id="{B378A8F5-775E-4FA3-A591-E7D4DB592AB0}"/>
                      </a:ext>
                    </a:extLst>
                  </p:cNvPr>
                  <p:cNvSpPr/>
                  <p:nvPr/>
                </p:nvSpPr>
                <p:spPr>
                  <a:xfrm>
                    <a:off x="5687233" y="1449844"/>
                    <a:ext cx="33106" cy="10029"/>
                  </a:xfrm>
                  <a:custGeom>
                    <a:avLst/>
                    <a:gdLst>
                      <a:gd name="connsiteX0" fmla="*/ 9434 w 33106"/>
                      <a:gd name="connsiteY0" fmla="*/ 0 h 10029"/>
                      <a:gd name="connsiteX1" fmla="*/ 6818 w 33106"/>
                      <a:gd name="connsiteY1" fmla="*/ 887 h 10029"/>
                      <a:gd name="connsiteX2" fmla="*/ 3582 w 33106"/>
                      <a:gd name="connsiteY2" fmla="*/ 1507 h 10029"/>
                      <a:gd name="connsiteX3" fmla="*/ 35 w 33106"/>
                      <a:gd name="connsiteY3" fmla="*/ 4433 h 10029"/>
                      <a:gd name="connsiteX4" fmla="*/ 3006 w 33106"/>
                      <a:gd name="connsiteY4" fmla="*/ 7802 h 10029"/>
                      <a:gd name="connsiteX5" fmla="*/ 9168 w 33106"/>
                      <a:gd name="connsiteY5" fmla="*/ 9708 h 10029"/>
                      <a:gd name="connsiteX6" fmla="*/ 16748 w 33106"/>
                      <a:gd name="connsiteY6" fmla="*/ 10019 h 10029"/>
                      <a:gd name="connsiteX7" fmla="*/ 23664 w 33106"/>
                      <a:gd name="connsiteY7" fmla="*/ 8733 h 10029"/>
                      <a:gd name="connsiteX8" fmla="*/ 28452 w 33106"/>
                      <a:gd name="connsiteY8" fmla="*/ 6960 h 10029"/>
                      <a:gd name="connsiteX9" fmla="*/ 33106 w 33106"/>
                      <a:gd name="connsiteY9" fmla="*/ 4522 h 10029"/>
                      <a:gd name="connsiteX10" fmla="*/ 27875 w 33106"/>
                      <a:gd name="connsiteY10" fmla="*/ 6206 h 10029"/>
                      <a:gd name="connsiteX11" fmla="*/ 21580 w 33106"/>
                      <a:gd name="connsiteY11" fmla="*/ 6650 h 10029"/>
                      <a:gd name="connsiteX12" fmla="*/ 15684 w 33106"/>
                      <a:gd name="connsiteY12" fmla="*/ 5852 h 10029"/>
                      <a:gd name="connsiteX13" fmla="*/ 9434 w 33106"/>
                      <a:gd name="connsiteY13" fmla="*/ 0 h 10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3106" h="10029">
                        <a:moveTo>
                          <a:pt x="9434" y="0"/>
                        </a:moveTo>
                        <a:cubicBezTo>
                          <a:pt x="8813" y="266"/>
                          <a:pt x="7882" y="576"/>
                          <a:pt x="6818" y="887"/>
                        </a:cubicBezTo>
                        <a:cubicBezTo>
                          <a:pt x="5754" y="1153"/>
                          <a:pt x="4646" y="1241"/>
                          <a:pt x="3582" y="1507"/>
                        </a:cubicBezTo>
                        <a:cubicBezTo>
                          <a:pt x="1498" y="1995"/>
                          <a:pt x="-275" y="2793"/>
                          <a:pt x="35" y="4433"/>
                        </a:cubicBezTo>
                        <a:cubicBezTo>
                          <a:pt x="301" y="5719"/>
                          <a:pt x="1365" y="6871"/>
                          <a:pt x="3006" y="7802"/>
                        </a:cubicBezTo>
                        <a:cubicBezTo>
                          <a:pt x="4601" y="8778"/>
                          <a:pt x="6729" y="9576"/>
                          <a:pt x="9168" y="9708"/>
                        </a:cubicBezTo>
                        <a:cubicBezTo>
                          <a:pt x="11561" y="9974"/>
                          <a:pt x="14221" y="10063"/>
                          <a:pt x="16748" y="10019"/>
                        </a:cubicBezTo>
                        <a:cubicBezTo>
                          <a:pt x="19231" y="9664"/>
                          <a:pt x="21713" y="9354"/>
                          <a:pt x="23664" y="8733"/>
                        </a:cubicBezTo>
                        <a:cubicBezTo>
                          <a:pt x="24817" y="8379"/>
                          <a:pt x="26678" y="7758"/>
                          <a:pt x="28452" y="6960"/>
                        </a:cubicBezTo>
                        <a:cubicBezTo>
                          <a:pt x="30225" y="6118"/>
                          <a:pt x="31998" y="5231"/>
                          <a:pt x="33106" y="4522"/>
                        </a:cubicBezTo>
                        <a:cubicBezTo>
                          <a:pt x="31688" y="5054"/>
                          <a:pt x="29294" y="5985"/>
                          <a:pt x="27875" y="6206"/>
                        </a:cubicBezTo>
                        <a:cubicBezTo>
                          <a:pt x="25836" y="6472"/>
                          <a:pt x="23664" y="6605"/>
                          <a:pt x="21580" y="6650"/>
                        </a:cubicBezTo>
                        <a:cubicBezTo>
                          <a:pt x="19452" y="6517"/>
                          <a:pt x="17458" y="6339"/>
                          <a:pt x="15684" y="5852"/>
                        </a:cubicBezTo>
                        <a:cubicBezTo>
                          <a:pt x="12138" y="4655"/>
                          <a:pt x="9744" y="2793"/>
                          <a:pt x="9434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41" name="Forme libre : forme 22840">
                    <a:extLst>
                      <a:ext uri="{FF2B5EF4-FFF2-40B4-BE49-F238E27FC236}">
                        <a16:creationId xmlns:a16="http://schemas.microsoft.com/office/drawing/2014/main" id="{1F8A2554-37F8-41B4-8708-A32D83A5772D}"/>
                      </a:ext>
                    </a:extLst>
                  </p:cNvPr>
                  <p:cNvSpPr/>
                  <p:nvPr/>
                </p:nvSpPr>
                <p:spPr>
                  <a:xfrm>
                    <a:off x="5689705" y="1441836"/>
                    <a:ext cx="43373" cy="19214"/>
                  </a:xfrm>
                  <a:custGeom>
                    <a:avLst/>
                    <a:gdLst>
                      <a:gd name="connsiteX0" fmla="*/ 43268 w 43373"/>
                      <a:gd name="connsiteY0" fmla="*/ 1270 h 19214"/>
                      <a:gd name="connsiteX1" fmla="*/ 36752 w 43373"/>
                      <a:gd name="connsiteY1" fmla="*/ 10490 h 19214"/>
                      <a:gd name="connsiteX2" fmla="*/ 23497 w 43373"/>
                      <a:gd name="connsiteY2" fmla="*/ 17406 h 19214"/>
                      <a:gd name="connsiteX3" fmla="*/ 9134 w 43373"/>
                      <a:gd name="connsiteY3" fmla="*/ 18958 h 19214"/>
                      <a:gd name="connsiteX4" fmla="*/ 1 w 43373"/>
                      <a:gd name="connsiteY4" fmla="*/ 13904 h 19214"/>
                      <a:gd name="connsiteX5" fmla="*/ 8336 w 43373"/>
                      <a:gd name="connsiteY5" fmla="*/ 9205 h 19214"/>
                      <a:gd name="connsiteX6" fmla="*/ 19995 w 43373"/>
                      <a:gd name="connsiteY6" fmla="*/ 6368 h 19214"/>
                      <a:gd name="connsiteX7" fmla="*/ 32939 w 43373"/>
                      <a:gd name="connsiteY7" fmla="*/ 2023 h 19214"/>
                      <a:gd name="connsiteX8" fmla="*/ 43268 w 43373"/>
                      <a:gd name="connsiteY8" fmla="*/ 1270 h 19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373" h="19214">
                        <a:moveTo>
                          <a:pt x="43268" y="1270"/>
                        </a:moveTo>
                        <a:cubicBezTo>
                          <a:pt x="43978" y="3619"/>
                          <a:pt x="41008" y="7254"/>
                          <a:pt x="36752" y="10490"/>
                        </a:cubicBezTo>
                        <a:cubicBezTo>
                          <a:pt x="32496" y="13682"/>
                          <a:pt x="26955" y="16387"/>
                          <a:pt x="23497" y="17406"/>
                        </a:cubicBezTo>
                        <a:cubicBezTo>
                          <a:pt x="20172" y="18692"/>
                          <a:pt x="14187" y="19711"/>
                          <a:pt x="9134" y="18958"/>
                        </a:cubicBezTo>
                        <a:cubicBezTo>
                          <a:pt x="4036" y="18647"/>
                          <a:pt x="90" y="16520"/>
                          <a:pt x="1" y="13904"/>
                        </a:cubicBezTo>
                        <a:cubicBezTo>
                          <a:pt x="-87" y="11244"/>
                          <a:pt x="3947" y="10490"/>
                          <a:pt x="8336" y="9205"/>
                        </a:cubicBezTo>
                        <a:cubicBezTo>
                          <a:pt x="12769" y="8363"/>
                          <a:pt x="17689" y="7166"/>
                          <a:pt x="19995" y="6368"/>
                        </a:cubicBezTo>
                        <a:cubicBezTo>
                          <a:pt x="22344" y="5836"/>
                          <a:pt x="27886" y="3752"/>
                          <a:pt x="32939" y="2023"/>
                        </a:cubicBezTo>
                        <a:cubicBezTo>
                          <a:pt x="37993" y="294"/>
                          <a:pt x="42559" y="-1124"/>
                          <a:pt x="43268" y="127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42" name="Forme libre : forme 22841">
                    <a:extLst>
                      <a:ext uri="{FF2B5EF4-FFF2-40B4-BE49-F238E27FC236}">
                        <a16:creationId xmlns:a16="http://schemas.microsoft.com/office/drawing/2014/main" id="{476911D5-BC48-4484-BB21-9FE90B45C043}"/>
                      </a:ext>
                    </a:extLst>
                  </p:cNvPr>
                  <p:cNvSpPr/>
                  <p:nvPr/>
                </p:nvSpPr>
                <p:spPr>
                  <a:xfrm>
                    <a:off x="5667186" y="1443386"/>
                    <a:ext cx="57356" cy="25209"/>
                  </a:xfrm>
                  <a:custGeom>
                    <a:avLst/>
                    <a:gdLst>
                      <a:gd name="connsiteX0" fmla="*/ 0 w 57356"/>
                      <a:gd name="connsiteY0" fmla="*/ 5881 h 25209"/>
                      <a:gd name="connsiteX1" fmla="*/ 3502 w 57356"/>
                      <a:gd name="connsiteY1" fmla="*/ 13284 h 25209"/>
                      <a:gd name="connsiteX2" fmla="*/ 25402 w 57356"/>
                      <a:gd name="connsiteY2" fmla="*/ 24988 h 25209"/>
                      <a:gd name="connsiteX3" fmla="*/ 39455 w 57356"/>
                      <a:gd name="connsiteY3" fmla="*/ 24323 h 25209"/>
                      <a:gd name="connsiteX4" fmla="*/ 51202 w 57356"/>
                      <a:gd name="connsiteY4" fmla="*/ 19446 h 25209"/>
                      <a:gd name="connsiteX5" fmla="*/ 56522 w 57356"/>
                      <a:gd name="connsiteY5" fmla="*/ 10225 h 25209"/>
                      <a:gd name="connsiteX6" fmla="*/ 48720 w 57356"/>
                      <a:gd name="connsiteY6" fmla="*/ 10669 h 25209"/>
                      <a:gd name="connsiteX7" fmla="*/ 38435 w 57356"/>
                      <a:gd name="connsiteY7" fmla="*/ 10802 h 25209"/>
                      <a:gd name="connsiteX8" fmla="*/ 35952 w 57356"/>
                      <a:gd name="connsiteY8" fmla="*/ 10536 h 25209"/>
                      <a:gd name="connsiteX9" fmla="*/ 33470 w 57356"/>
                      <a:gd name="connsiteY9" fmla="*/ 9871 h 25209"/>
                      <a:gd name="connsiteX10" fmla="*/ 28771 w 57356"/>
                      <a:gd name="connsiteY10" fmla="*/ 8142 h 25209"/>
                      <a:gd name="connsiteX11" fmla="*/ 21102 w 57356"/>
                      <a:gd name="connsiteY11" fmla="*/ 3531 h 25209"/>
                      <a:gd name="connsiteX12" fmla="*/ 12324 w 57356"/>
                      <a:gd name="connsiteY12" fmla="*/ 162 h 25209"/>
                      <a:gd name="connsiteX13" fmla="*/ 7847 w 57356"/>
                      <a:gd name="connsiteY13" fmla="*/ 29 h 25209"/>
                      <a:gd name="connsiteX14" fmla="*/ 3990 w 57356"/>
                      <a:gd name="connsiteY14" fmla="*/ 1005 h 25209"/>
                      <a:gd name="connsiteX15" fmla="*/ 0 w 57356"/>
                      <a:gd name="connsiteY15" fmla="*/ 5881 h 25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7356" h="25209">
                        <a:moveTo>
                          <a:pt x="0" y="5881"/>
                        </a:moveTo>
                        <a:cubicBezTo>
                          <a:pt x="0" y="8984"/>
                          <a:pt x="709" y="10270"/>
                          <a:pt x="3502" y="13284"/>
                        </a:cubicBezTo>
                        <a:cubicBezTo>
                          <a:pt x="8911" y="18781"/>
                          <a:pt x="14541" y="23259"/>
                          <a:pt x="25402" y="24988"/>
                        </a:cubicBezTo>
                        <a:cubicBezTo>
                          <a:pt x="29879" y="25431"/>
                          <a:pt x="34889" y="25209"/>
                          <a:pt x="39455" y="24323"/>
                        </a:cubicBezTo>
                        <a:cubicBezTo>
                          <a:pt x="44065" y="23259"/>
                          <a:pt x="48143" y="21485"/>
                          <a:pt x="51202" y="19446"/>
                        </a:cubicBezTo>
                        <a:cubicBezTo>
                          <a:pt x="55857" y="16432"/>
                          <a:pt x="58916" y="12176"/>
                          <a:pt x="56522" y="10225"/>
                        </a:cubicBezTo>
                        <a:cubicBezTo>
                          <a:pt x="55103" y="8984"/>
                          <a:pt x="51690" y="10403"/>
                          <a:pt x="48720" y="10669"/>
                        </a:cubicBezTo>
                        <a:cubicBezTo>
                          <a:pt x="45218" y="10979"/>
                          <a:pt x="41804" y="11201"/>
                          <a:pt x="38435" y="10802"/>
                        </a:cubicBezTo>
                        <a:cubicBezTo>
                          <a:pt x="37637" y="10713"/>
                          <a:pt x="36795" y="10624"/>
                          <a:pt x="35952" y="10536"/>
                        </a:cubicBezTo>
                        <a:cubicBezTo>
                          <a:pt x="35110" y="10358"/>
                          <a:pt x="34312" y="10092"/>
                          <a:pt x="33470" y="9871"/>
                        </a:cubicBezTo>
                        <a:cubicBezTo>
                          <a:pt x="31830" y="9383"/>
                          <a:pt x="30278" y="8807"/>
                          <a:pt x="28771" y="8142"/>
                        </a:cubicBezTo>
                        <a:cubicBezTo>
                          <a:pt x="26200" y="7211"/>
                          <a:pt x="23673" y="4906"/>
                          <a:pt x="21102" y="3531"/>
                        </a:cubicBezTo>
                        <a:cubicBezTo>
                          <a:pt x="18486" y="2290"/>
                          <a:pt x="15826" y="517"/>
                          <a:pt x="12324" y="162"/>
                        </a:cubicBezTo>
                        <a:cubicBezTo>
                          <a:pt x="10728" y="74"/>
                          <a:pt x="9221" y="-59"/>
                          <a:pt x="7847" y="29"/>
                        </a:cubicBezTo>
                        <a:cubicBezTo>
                          <a:pt x="6428" y="162"/>
                          <a:pt x="5142" y="473"/>
                          <a:pt x="3990" y="1005"/>
                        </a:cubicBezTo>
                        <a:cubicBezTo>
                          <a:pt x="1640" y="2024"/>
                          <a:pt x="44" y="3753"/>
                          <a:pt x="0" y="588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43" name="Forme libre : forme 22842">
                    <a:extLst>
                      <a:ext uri="{FF2B5EF4-FFF2-40B4-BE49-F238E27FC236}">
                        <a16:creationId xmlns:a16="http://schemas.microsoft.com/office/drawing/2014/main" id="{0EE7A120-5B82-4403-861E-C861CDD48FB4}"/>
                      </a:ext>
                    </a:extLst>
                  </p:cNvPr>
                  <p:cNvSpPr/>
                  <p:nvPr/>
                </p:nvSpPr>
                <p:spPr>
                  <a:xfrm>
                    <a:off x="5678804" y="1445362"/>
                    <a:ext cx="16837" cy="4880"/>
                  </a:xfrm>
                  <a:custGeom>
                    <a:avLst/>
                    <a:gdLst>
                      <a:gd name="connsiteX0" fmla="*/ 1947 w 16837"/>
                      <a:gd name="connsiteY0" fmla="*/ 1689 h 4880"/>
                      <a:gd name="connsiteX1" fmla="*/ 130 w 16837"/>
                      <a:gd name="connsiteY1" fmla="*/ 2487 h 4880"/>
                      <a:gd name="connsiteX2" fmla="*/ 1105 w 16837"/>
                      <a:gd name="connsiteY2" fmla="*/ 3861 h 4880"/>
                      <a:gd name="connsiteX3" fmla="*/ 4208 w 16837"/>
                      <a:gd name="connsiteY3" fmla="*/ 4615 h 4880"/>
                      <a:gd name="connsiteX4" fmla="*/ 6159 w 16837"/>
                      <a:gd name="connsiteY4" fmla="*/ 4881 h 4880"/>
                      <a:gd name="connsiteX5" fmla="*/ 8154 w 16837"/>
                      <a:gd name="connsiteY5" fmla="*/ 4836 h 4880"/>
                      <a:gd name="connsiteX6" fmla="*/ 11966 w 16837"/>
                      <a:gd name="connsiteY6" fmla="*/ 4526 h 4880"/>
                      <a:gd name="connsiteX7" fmla="*/ 14670 w 16837"/>
                      <a:gd name="connsiteY7" fmla="*/ 4038 h 4880"/>
                      <a:gd name="connsiteX8" fmla="*/ 16798 w 16837"/>
                      <a:gd name="connsiteY8" fmla="*/ 1245 h 4880"/>
                      <a:gd name="connsiteX9" fmla="*/ 13207 w 16837"/>
                      <a:gd name="connsiteY9" fmla="*/ 4 h 4880"/>
                      <a:gd name="connsiteX10" fmla="*/ 7622 w 16837"/>
                      <a:gd name="connsiteY10" fmla="*/ 714 h 4880"/>
                      <a:gd name="connsiteX11" fmla="*/ 1947 w 16837"/>
                      <a:gd name="connsiteY11" fmla="*/ 1689 h 4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37" h="4880">
                        <a:moveTo>
                          <a:pt x="1947" y="1689"/>
                        </a:moveTo>
                        <a:cubicBezTo>
                          <a:pt x="1105" y="1866"/>
                          <a:pt x="484" y="1999"/>
                          <a:pt x="130" y="2487"/>
                        </a:cubicBezTo>
                        <a:cubicBezTo>
                          <a:pt x="-269" y="2974"/>
                          <a:pt x="307" y="3506"/>
                          <a:pt x="1105" y="3861"/>
                        </a:cubicBezTo>
                        <a:cubicBezTo>
                          <a:pt x="1903" y="4216"/>
                          <a:pt x="3189" y="4482"/>
                          <a:pt x="4208" y="4615"/>
                        </a:cubicBezTo>
                        <a:cubicBezTo>
                          <a:pt x="4829" y="4703"/>
                          <a:pt x="5494" y="4792"/>
                          <a:pt x="6159" y="4881"/>
                        </a:cubicBezTo>
                        <a:lnTo>
                          <a:pt x="8154" y="4836"/>
                        </a:lnTo>
                        <a:cubicBezTo>
                          <a:pt x="9484" y="4792"/>
                          <a:pt x="10769" y="4703"/>
                          <a:pt x="11966" y="4526"/>
                        </a:cubicBezTo>
                        <a:cubicBezTo>
                          <a:pt x="12941" y="4393"/>
                          <a:pt x="13917" y="4349"/>
                          <a:pt x="14670" y="4038"/>
                        </a:cubicBezTo>
                        <a:cubicBezTo>
                          <a:pt x="16311" y="3196"/>
                          <a:pt x="17020" y="2043"/>
                          <a:pt x="16798" y="1245"/>
                        </a:cubicBezTo>
                        <a:cubicBezTo>
                          <a:pt x="16577" y="359"/>
                          <a:pt x="15468" y="137"/>
                          <a:pt x="13207" y="4"/>
                        </a:cubicBezTo>
                        <a:cubicBezTo>
                          <a:pt x="11479" y="-40"/>
                          <a:pt x="9572" y="270"/>
                          <a:pt x="7622" y="714"/>
                        </a:cubicBezTo>
                        <a:cubicBezTo>
                          <a:pt x="5582" y="1112"/>
                          <a:pt x="3632" y="1245"/>
                          <a:pt x="1947" y="168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44" name="Forme libre : forme 22843">
                    <a:extLst>
                      <a:ext uri="{FF2B5EF4-FFF2-40B4-BE49-F238E27FC236}">
                        <a16:creationId xmlns:a16="http://schemas.microsoft.com/office/drawing/2014/main" id="{EC7033F9-558A-4B92-BF1C-E701945B00FC}"/>
                      </a:ext>
                    </a:extLst>
                  </p:cNvPr>
                  <p:cNvSpPr/>
                  <p:nvPr/>
                </p:nvSpPr>
                <p:spPr>
                  <a:xfrm>
                    <a:off x="5726324" y="1436500"/>
                    <a:ext cx="18665" cy="27041"/>
                  </a:xfrm>
                  <a:custGeom>
                    <a:avLst/>
                    <a:gdLst>
                      <a:gd name="connsiteX0" fmla="*/ 18619 w 18665"/>
                      <a:gd name="connsiteY0" fmla="*/ 0 h 27041"/>
                      <a:gd name="connsiteX1" fmla="*/ 13211 w 18665"/>
                      <a:gd name="connsiteY1" fmla="*/ 13876 h 27041"/>
                      <a:gd name="connsiteX2" fmla="*/ 0 w 18665"/>
                      <a:gd name="connsiteY2" fmla="*/ 27042 h 27041"/>
                      <a:gd name="connsiteX3" fmla="*/ 18619 w 18665"/>
                      <a:gd name="connsiteY3" fmla="*/ 0 h 27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665" h="27041">
                        <a:moveTo>
                          <a:pt x="18619" y="0"/>
                        </a:moveTo>
                        <a:cubicBezTo>
                          <a:pt x="19018" y="3768"/>
                          <a:pt x="16801" y="8866"/>
                          <a:pt x="13211" y="13876"/>
                        </a:cubicBezTo>
                        <a:cubicBezTo>
                          <a:pt x="9531" y="18796"/>
                          <a:pt x="4566" y="23717"/>
                          <a:pt x="0" y="27042"/>
                        </a:cubicBezTo>
                        <a:cubicBezTo>
                          <a:pt x="9886" y="19550"/>
                          <a:pt x="15959" y="8334"/>
                          <a:pt x="1861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45" name="Forme libre : forme 22844">
                    <a:extLst>
                      <a:ext uri="{FF2B5EF4-FFF2-40B4-BE49-F238E27FC236}">
                        <a16:creationId xmlns:a16="http://schemas.microsoft.com/office/drawing/2014/main" id="{1E865D97-4555-48D2-B469-A3BAB47D7158}"/>
                      </a:ext>
                    </a:extLst>
                  </p:cNvPr>
                  <p:cNvSpPr/>
                  <p:nvPr/>
                </p:nvSpPr>
                <p:spPr>
                  <a:xfrm>
                    <a:off x="5661069" y="1437564"/>
                    <a:ext cx="28903" cy="2393"/>
                  </a:xfrm>
                  <a:custGeom>
                    <a:avLst/>
                    <a:gdLst>
                      <a:gd name="connsiteX0" fmla="*/ 28904 w 28903"/>
                      <a:gd name="connsiteY0" fmla="*/ 0 h 2393"/>
                      <a:gd name="connsiteX1" fmla="*/ 0 w 28903"/>
                      <a:gd name="connsiteY1" fmla="*/ 2394 h 2393"/>
                      <a:gd name="connsiteX2" fmla="*/ 7182 w 28903"/>
                      <a:gd name="connsiteY2" fmla="*/ 1773 h 2393"/>
                      <a:gd name="connsiteX3" fmla="*/ 14895 w 28903"/>
                      <a:gd name="connsiteY3" fmla="*/ 1463 h 2393"/>
                      <a:gd name="connsiteX4" fmla="*/ 22343 w 28903"/>
                      <a:gd name="connsiteY4" fmla="*/ 931 h 2393"/>
                      <a:gd name="connsiteX5" fmla="*/ 25756 w 28903"/>
                      <a:gd name="connsiteY5" fmla="*/ 665 h 2393"/>
                      <a:gd name="connsiteX6" fmla="*/ 28904 w 28903"/>
                      <a:gd name="connsiteY6" fmla="*/ 0 h 2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03" h="2393">
                        <a:moveTo>
                          <a:pt x="28904" y="0"/>
                        </a:moveTo>
                        <a:cubicBezTo>
                          <a:pt x="20038" y="0"/>
                          <a:pt x="9664" y="1463"/>
                          <a:pt x="0" y="2394"/>
                        </a:cubicBezTo>
                        <a:cubicBezTo>
                          <a:pt x="2217" y="1995"/>
                          <a:pt x="4699" y="1818"/>
                          <a:pt x="7182" y="1773"/>
                        </a:cubicBezTo>
                        <a:cubicBezTo>
                          <a:pt x="9664" y="1862"/>
                          <a:pt x="12368" y="1419"/>
                          <a:pt x="14895" y="1463"/>
                        </a:cubicBezTo>
                        <a:cubicBezTo>
                          <a:pt x="17466" y="1552"/>
                          <a:pt x="19993" y="1197"/>
                          <a:pt x="22343" y="931"/>
                        </a:cubicBezTo>
                        <a:cubicBezTo>
                          <a:pt x="23495" y="842"/>
                          <a:pt x="24648" y="754"/>
                          <a:pt x="25756" y="665"/>
                        </a:cubicBezTo>
                        <a:cubicBezTo>
                          <a:pt x="26865" y="443"/>
                          <a:pt x="27884" y="222"/>
                          <a:pt x="2890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46" name="Forme libre : forme 22845">
                    <a:extLst>
                      <a:ext uri="{FF2B5EF4-FFF2-40B4-BE49-F238E27FC236}">
                        <a16:creationId xmlns:a16="http://schemas.microsoft.com/office/drawing/2014/main" id="{77267AE6-132A-49C2-8B8F-67BE81DB4C97}"/>
                      </a:ext>
                    </a:extLst>
                  </p:cNvPr>
                  <p:cNvSpPr/>
                  <p:nvPr/>
                </p:nvSpPr>
                <p:spPr>
                  <a:xfrm>
                    <a:off x="5704923" y="1446179"/>
                    <a:ext cx="15690" cy="5619"/>
                  </a:xfrm>
                  <a:custGeom>
                    <a:avLst/>
                    <a:gdLst>
                      <a:gd name="connsiteX0" fmla="*/ 15682 w 15690"/>
                      <a:gd name="connsiteY0" fmla="*/ 828 h 5619"/>
                      <a:gd name="connsiteX1" fmla="*/ 6993 w 15690"/>
                      <a:gd name="connsiteY1" fmla="*/ 5128 h 5619"/>
                      <a:gd name="connsiteX2" fmla="*/ 2471 w 15690"/>
                      <a:gd name="connsiteY2" fmla="*/ 5615 h 5619"/>
                      <a:gd name="connsiteX3" fmla="*/ 77 w 15690"/>
                      <a:gd name="connsiteY3" fmla="*/ 4152 h 5619"/>
                      <a:gd name="connsiteX4" fmla="*/ 8279 w 15690"/>
                      <a:gd name="connsiteY4" fmla="*/ 1094 h 5619"/>
                      <a:gd name="connsiteX5" fmla="*/ 15682 w 15690"/>
                      <a:gd name="connsiteY5" fmla="*/ 828 h 5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690" h="5619">
                        <a:moveTo>
                          <a:pt x="15682" y="828"/>
                        </a:moveTo>
                        <a:cubicBezTo>
                          <a:pt x="15460" y="2867"/>
                          <a:pt x="8988" y="4817"/>
                          <a:pt x="6993" y="5128"/>
                        </a:cubicBezTo>
                        <a:cubicBezTo>
                          <a:pt x="5973" y="5305"/>
                          <a:pt x="4067" y="5660"/>
                          <a:pt x="2471" y="5615"/>
                        </a:cubicBezTo>
                        <a:cubicBezTo>
                          <a:pt x="875" y="5482"/>
                          <a:pt x="-322" y="5083"/>
                          <a:pt x="77" y="4152"/>
                        </a:cubicBezTo>
                        <a:cubicBezTo>
                          <a:pt x="875" y="2379"/>
                          <a:pt x="6461" y="1626"/>
                          <a:pt x="8279" y="1094"/>
                        </a:cubicBezTo>
                        <a:cubicBezTo>
                          <a:pt x="10096" y="783"/>
                          <a:pt x="15948" y="-1034"/>
                          <a:pt x="15682" y="82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47" name="Forme libre : forme 22846">
                    <a:extLst>
                      <a:ext uri="{FF2B5EF4-FFF2-40B4-BE49-F238E27FC236}">
                        <a16:creationId xmlns:a16="http://schemas.microsoft.com/office/drawing/2014/main" id="{011A01F5-95EB-4CE6-A268-5EAC4FE5C12D}"/>
                      </a:ext>
                    </a:extLst>
                  </p:cNvPr>
                  <p:cNvSpPr/>
                  <p:nvPr/>
                </p:nvSpPr>
                <p:spPr>
                  <a:xfrm>
                    <a:off x="5718488" y="1445355"/>
                    <a:ext cx="4332" cy="2400"/>
                  </a:xfrm>
                  <a:custGeom>
                    <a:avLst/>
                    <a:gdLst>
                      <a:gd name="connsiteX0" fmla="*/ 4244 w 4332"/>
                      <a:gd name="connsiteY0" fmla="*/ 189 h 2400"/>
                      <a:gd name="connsiteX1" fmla="*/ 2649 w 4332"/>
                      <a:gd name="connsiteY1" fmla="*/ 1829 h 2400"/>
                      <a:gd name="connsiteX2" fmla="*/ 77 w 4332"/>
                      <a:gd name="connsiteY2" fmla="*/ 2183 h 2400"/>
                      <a:gd name="connsiteX3" fmla="*/ 1629 w 4332"/>
                      <a:gd name="connsiteY3" fmla="*/ 588 h 2400"/>
                      <a:gd name="connsiteX4" fmla="*/ 4244 w 4332"/>
                      <a:gd name="connsiteY4" fmla="*/ 189 h 2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2" h="2400">
                        <a:moveTo>
                          <a:pt x="4244" y="189"/>
                        </a:moveTo>
                        <a:cubicBezTo>
                          <a:pt x="4688" y="721"/>
                          <a:pt x="3358" y="1474"/>
                          <a:pt x="2649" y="1829"/>
                        </a:cubicBezTo>
                        <a:cubicBezTo>
                          <a:pt x="1939" y="2139"/>
                          <a:pt x="432" y="2715"/>
                          <a:pt x="77" y="2183"/>
                        </a:cubicBezTo>
                        <a:cubicBezTo>
                          <a:pt x="-322" y="1652"/>
                          <a:pt x="920" y="942"/>
                          <a:pt x="1629" y="588"/>
                        </a:cubicBezTo>
                        <a:cubicBezTo>
                          <a:pt x="2294" y="277"/>
                          <a:pt x="3801" y="-299"/>
                          <a:pt x="4244" y="1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48" name="Forme libre : forme 22847">
                    <a:extLst>
                      <a:ext uri="{FF2B5EF4-FFF2-40B4-BE49-F238E27FC236}">
                        <a16:creationId xmlns:a16="http://schemas.microsoft.com/office/drawing/2014/main" id="{46FF19FD-86FB-4DF2-958D-E1F7920ACEF7}"/>
                      </a:ext>
                    </a:extLst>
                  </p:cNvPr>
                  <p:cNvSpPr/>
                  <p:nvPr/>
                </p:nvSpPr>
                <p:spPr>
                  <a:xfrm>
                    <a:off x="5702867" y="1433810"/>
                    <a:ext cx="38729" cy="9448"/>
                  </a:xfrm>
                  <a:custGeom>
                    <a:avLst/>
                    <a:gdLst>
                      <a:gd name="connsiteX0" fmla="*/ 26028 w 38729"/>
                      <a:gd name="connsiteY0" fmla="*/ 473 h 9448"/>
                      <a:gd name="connsiteX1" fmla="*/ 37864 w 38729"/>
                      <a:gd name="connsiteY1" fmla="*/ 606 h 9448"/>
                      <a:gd name="connsiteX2" fmla="*/ 37111 w 38729"/>
                      <a:gd name="connsiteY2" fmla="*/ 4463 h 9448"/>
                      <a:gd name="connsiteX3" fmla="*/ 32146 w 38729"/>
                      <a:gd name="connsiteY3" fmla="*/ 5926 h 9448"/>
                      <a:gd name="connsiteX4" fmla="*/ 16940 w 38729"/>
                      <a:gd name="connsiteY4" fmla="*/ 7788 h 9448"/>
                      <a:gd name="connsiteX5" fmla="*/ 12640 w 38729"/>
                      <a:gd name="connsiteY5" fmla="*/ 8675 h 9448"/>
                      <a:gd name="connsiteX6" fmla="*/ 6478 w 38729"/>
                      <a:gd name="connsiteY6" fmla="*/ 9428 h 9448"/>
                      <a:gd name="connsiteX7" fmla="*/ 139 w 38729"/>
                      <a:gd name="connsiteY7" fmla="*/ 6680 h 9448"/>
                      <a:gd name="connsiteX8" fmla="*/ 7054 w 38729"/>
                      <a:gd name="connsiteY8" fmla="*/ 2513 h 9448"/>
                      <a:gd name="connsiteX9" fmla="*/ 12019 w 38729"/>
                      <a:gd name="connsiteY9" fmla="*/ 1138 h 9448"/>
                      <a:gd name="connsiteX10" fmla="*/ 16054 w 38729"/>
                      <a:gd name="connsiteY10" fmla="*/ 296 h 9448"/>
                      <a:gd name="connsiteX11" fmla="*/ 26028 w 38729"/>
                      <a:gd name="connsiteY11" fmla="*/ 473 h 9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8729" h="9448">
                        <a:moveTo>
                          <a:pt x="26028" y="473"/>
                        </a:moveTo>
                        <a:cubicBezTo>
                          <a:pt x="30594" y="74"/>
                          <a:pt x="34008" y="-413"/>
                          <a:pt x="37864" y="606"/>
                        </a:cubicBezTo>
                        <a:cubicBezTo>
                          <a:pt x="39327" y="1005"/>
                          <a:pt x="38840" y="3133"/>
                          <a:pt x="37111" y="4463"/>
                        </a:cubicBezTo>
                        <a:cubicBezTo>
                          <a:pt x="35382" y="5793"/>
                          <a:pt x="33786" y="5793"/>
                          <a:pt x="32146" y="5926"/>
                        </a:cubicBezTo>
                        <a:cubicBezTo>
                          <a:pt x="27092" y="6325"/>
                          <a:pt x="22171" y="7123"/>
                          <a:pt x="16940" y="7788"/>
                        </a:cubicBezTo>
                        <a:cubicBezTo>
                          <a:pt x="16098" y="7877"/>
                          <a:pt x="14502" y="8231"/>
                          <a:pt x="12640" y="8675"/>
                        </a:cubicBezTo>
                        <a:cubicBezTo>
                          <a:pt x="10734" y="8985"/>
                          <a:pt x="8517" y="9428"/>
                          <a:pt x="6478" y="9428"/>
                        </a:cubicBezTo>
                        <a:cubicBezTo>
                          <a:pt x="2400" y="9606"/>
                          <a:pt x="-704" y="8630"/>
                          <a:pt x="139" y="6680"/>
                        </a:cubicBezTo>
                        <a:cubicBezTo>
                          <a:pt x="981" y="4729"/>
                          <a:pt x="3774" y="3577"/>
                          <a:pt x="7054" y="2513"/>
                        </a:cubicBezTo>
                        <a:cubicBezTo>
                          <a:pt x="8695" y="2025"/>
                          <a:pt x="10424" y="1582"/>
                          <a:pt x="12019" y="1138"/>
                        </a:cubicBezTo>
                        <a:cubicBezTo>
                          <a:pt x="13615" y="784"/>
                          <a:pt x="15034" y="473"/>
                          <a:pt x="16054" y="296"/>
                        </a:cubicBezTo>
                        <a:cubicBezTo>
                          <a:pt x="20176" y="-147"/>
                          <a:pt x="22570" y="651"/>
                          <a:pt x="26028" y="47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82" name="Graphique 2">
                  <a:extLst>
                    <a:ext uri="{FF2B5EF4-FFF2-40B4-BE49-F238E27FC236}">
                      <a16:creationId xmlns:a16="http://schemas.microsoft.com/office/drawing/2014/main" id="{4F257FBD-3B15-4A68-A39B-6D49E70EC06D}"/>
                    </a:ext>
                  </a:extLst>
                </p:cNvPr>
                <p:cNvGrpSpPr/>
                <p:nvPr/>
              </p:nvGrpSpPr>
              <p:grpSpPr>
                <a:xfrm>
                  <a:off x="5743621" y="1364994"/>
                  <a:ext cx="74787" cy="70282"/>
                  <a:chOff x="5743621" y="1364994"/>
                  <a:chExt cx="74787" cy="70282"/>
                </a:xfrm>
                <a:solidFill>
                  <a:schemeClr val="accent1"/>
                </a:solidFill>
              </p:grpSpPr>
              <p:sp>
                <p:nvSpPr>
                  <p:cNvPr id="22825" name="Forme libre : forme 22824">
                    <a:extLst>
                      <a:ext uri="{FF2B5EF4-FFF2-40B4-BE49-F238E27FC236}">
                        <a16:creationId xmlns:a16="http://schemas.microsoft.com/office/drawing/2014/main" id="{F7D217A7-5D56-4EFC-A307-CAD0CFEF4033}"/>
                      </a:ext>
                    </a:extLst>
                  </p:cNvPr>
                  <p:cNvSpPr/>
                  <p:nvPr/>
                </p:nvSpPr>
                <p:spPr>
                  <a:xfrm>
                    <a:off x="5743621" y="1364994"/>
                    <a:ext cx="74787" cy="70282"/>
                  </a:xfrm>
                  <a:custGeom>
                    <a:avLst/>
                    <a:gdLst>
                      <a:gd name="connsiteX0" fmla="*/ 62188 w 74787"/>
                      <a:gd name="connsiteY0" fmla="*/ 35909 h 70282"/>
                      <a:gd name="connsiteX1" fmla="*/ 38649 w 74787"/>
                      <a:gd name="connsiteY1" fmla="*/ 59315 h 70282"/>
                      <a:gd name="connsiteX2" fmla="*/ 5888 w 74787"/>
                      <a:gd name="connsiteY2" fmla="*/ 69999 h 70282"/>
                      <a:gd name="connsiteX3" fmla="*/ 125 w 74787"/>
                      <a:gd name="connsiteY3" fmla="*/ 61798 h 70282"/>
                      <a:gd name="connsiteX4" fmla="*/ 15153 w 74787"/>
                      <a:gd name="connsiteY4" fmla="*/ 33249 h 70282"/>
                      <a:gd name="connsiteX5" fmla="*/ 36299 w 74787"/>
                      <a:gd name="connsiteY5" fmla="*/ 12280 h 70282"/>
                      <a:gd name="connsiteX6" fmla="*/ 67464 w 74787"/>
                      <a:gd name="connsiteY6" fmla="*/ 1 h 70282"/>
                      <a:gd name="connsiteX7" fmla="*/ 74778 w 74787"/>
                      <a:gd name="connsiteY7" fmla="*/ 6562 h 70282"/>
                      <a:gd name="connsiteX8" fmla="*/ 62188 w 74787"/>
                      <a:gd name="connsiteY8" fmla="*/ 35909 h 70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787" h="70282">
                        <a:moveTo>
                          <a:pt x="62188" y="35909"/>
                        </a:moveTo>
                        <a:cubicBezTo>
                          <a:pt x="57223" y="41672"/>
                          <a:pt x="45076" y="53951"/>
                          <a:pt x="38649" y="59315"/>
                        </a:cubicBezTo>
                        <a:cubicBezTo>
                          <a:pt x="26635" y="69467"/>
                          <a:pt x="16749" y="71063"/>
                          <a:pt x="5888" y="69999"/>
                        </a:cubicBezTo>
                        <a:cubicBezTo>
                          <a:pt x="2120" y="69600"/>
                          <a:pt x="-629" y="65300"/>
                          <a:pt x="125" y="61798"/>
                        </a:cubicBezTo>
                        <a:cubicBezTo>
                          <a:pt x="2341" y="51469"/>
                          <a:pt x="5755" y="43135"/>
                          <a:pt x="15153" y="33249"/>
                        </a:cubicBezTo>
                        <a:cubicBezTo>
                          <a:pt x="20207" y="27973"/>
                          <a:pt x="30625" y="17644"/>
                          <a:pt x="36299" y="12280"/>
                        </a:cubicBezTo>
                        <a:cubicBezTo>
                          <a:pt x="46983" y="2306"/>
                          <a:pt x="56691" y="-44"/>
                          <a:pt x="67464" y="1"/>
                        </a:cubicBezTo>
                        <a:cubicBezTo>
                          <a:pt x="71232" y="1"/>
                          <a:pt x="75000" y="3104"/>
                          <a:pt x="74778" y="6562"/>
                        </a:cubicBezTo>
                        <a:cubicBezTo>
                          <a:pt x="74113" y="16536"/>
                          <a:pt x="71542" y="25092"/>
                          <a:pt x="62188" y="3590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26" name="Forme libre : forme 22825">
                    <a:extLst>
                      <a:ext uri="{FF2B5EF4-FFF2-40B4-BE49-F238E27FC236}">
                        <a16:creationId xmlns:a16="http://schemas.microsoft.com/office/drawing/2014/main" id="{033B2A7E-646B-403A-8D51-57A80EEEC7CA}"/>
                      </a:ext>
                    </a:extLst>
                  </p:cNvPr>
                  <p:cNvSpPr/>
                  <p:nvPr/>
                </p:nvSpPr>
                <p:spPr>
                  <a:xfrm>
                    <a:off x="5745519" y="1371289"/>
                    <a:ext cx="72880" cy="63936"/>
                  </a:xfrm>
                  <a:custGeom>
                    <a:avLst/>
                    <a:gdLst>
                      <a:gd name="connsiteX0" fmla="*/ 31785 w 72880"/>
                      <a:gd name="connsiteY0" fmla="*/ 40386 h 63936"/>
                      <a:gd name="connsiteX1" fmla="*/ 0 w 72880"/>
                      <a:gd name="connsiteY1" fmla="*/ 61531 h 63936"/>
                      <a:gd name="connsiteX2" fmla="*/ 3945 w 72880"/>
                      <a:gd name="connsiteY2" fmla="*/ 63659 h 63936"/>
                      <a:gd name="connsiteX3" fmla="*/ 9487 w 72880"/>
                      <a:gd name="connsiteY3" fmla="*/ 63925 h 63936"/>
                      <a:gd name="connsiteX4" fmla="*/ 25535 w 72880"/>
                      <a:gd name="connsiteY4" fmla="*/ 60335 h 63936"/>
                      <a:gd name="connsiteX5" fmla="*/ 36706 w 72880"/>
                      <a:gd name="connsiteY5" fmla="*/ 52976 h 63936"/>
                      <a:gd name="connsiteX6" fmla="*/ 40785 w 72880"/>
                      <a:gd name="connsiteY6" fmla="*/ 49385 h 63936"/>
                      <a:gd name="connsiteX7" fmla="*/ 58650 w 72880"/>
                      <a:gd name="connsiteY7" fmla="*/ 31342 h 63936"/>
                      <a:gd name="connsiteX8" fmla="*/ 60246 w 72880"/>
                      <a:gd name="connsiteY8" fmla="*/ 29569 h 63936"/>
                      <a:gd name="connsiteX9" fmla="*/ 67871 w 72880"/>
                      <a:gd name="connsiteY9" fmla="*/ 18752 h 63936"/>
                      <a:gd name="connsiteX10" fmla="*/ 72392 w 72880"/>
                      <a:gd name="connsiteY10" fmla="*/ 4832 h 63936"/>
                      <a:gd name="connsiteX11" fmla="*/ 72880 w 72880"/>
                      <a:gd name="connsiteY11" fmla="*/ 177 h 63936"/>
                      <a:gd name="connsiteX12" fmla="*/ 72880 w 72880"/>
                      <a:gd name="connsiteY12" fmla="*/ 0 h 63936"/>
                      <a:gd name="connsiteX13" fmla="*/ 31785 w 72880"/>
                      <a:gd name="connsiteY13" fmla="*/ 40386 h 63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2880" h="63936">
                        <a:moveTo>
                          <a:pt x="31785" y="40386"/>
                        </a:moveTo>
                        <a:cubicBezTo>
                          <a:pt x="22786" y="50094"/>
                          <a:pt x="11393" y="59581"/>
                          <a:pt x="0" y="61531"/>
                        </a:cubicBezTo>
                        <a:cubicBezTo>
                          <a:pt x="1020" y="62684"/>
                          <a:pt x="2394" y="63526"/>
                          <a:pt x="3945" y="63659"/>
                        </a:cubicBezTo>
                        <a:cubicBezTo>
                          <a:pt x="5852" y="63881"/>
                          <a:pt x="7669" y="63970"/>
                          <a:pt x="9487" y="63925"/>
                        </a:cubicBezTo>
                        <a:cubicBezTo>
                          <a:pt x="14762" y="63881"/>
                          <a:pt x="19993" y="62950"/>
                          <a:pt x="25535" y="60335"/>
                        </a:cubicBezTo>
                        <a:cubicBezTo>
                          <a:pt x="29125" y="58650"/>
                          <a:pt x="32805" y="56256"/>
                          <a:pt x="36706" y="52976"/>
                        </a:cubicBezTo>
                        <a:cubicBezTo>
                          <a:pt x="37859" y="51956"/>
                          <a:pt x="39277" y="50759"/>
                          <a:pt x="40785" y="49385"/>
                        </a:cubicBezTo>
                        <a:cubicBezTo>
                          <a:pt x="46636" y="44021"/>
                          <a:pt x="54172" y="36307"/>
                          <a:pt x="58650" y="31342"/>
                        </a:cubicBezTo>
                        <a:cubicBezTo>
                          <a:pt x="59226" y="30721"/>
                          <a:pt x="59758" y="30101"/>
                          <a:pt x="60246" y="29569"/>
                        </a:cubicBezTo>
                        <a:cubicBezTo>
                          <a:pt x="63571" y="25712"/>
                          <a:pt x="66009" y="22165"/>
                          <a:pt x="67871" y="18752"/>
                        </a:cubicBezTo>
                        <a:cubicBezTo>
                          <a:pt x="70309" y="14009"/>
                          <a:pt x="71594" y="9487"/>
                          <a:pt x="72392" y="4832"/>
                        </a:cubicBezTo>
                        <a:cubicBezTo>
                          <a:pt x="72614" y="3325"/>
                          <a:pt x="72791" y="1773"/>
                          <a:pt x="72880" y="177"/>
                        </a:cubicBezTo>
                        <a:lnTo>
                          <a:pt x="72880" y="0"/>
                        </a:lnTo>
                        <a:cubicBezTo>
                          <a:pt x="58340" y="11881"/>
                          <a:pt x="44863" y="26554"/>
                          <a:pt x="31785" y="4038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27" name="Forme libre : forme 22826">
                    <a:extLst>
                      <a:ext uri="{FF2B5EF4-FFF2-40B4-BE49-F238E27FC236}">
                        <a16:creationId xmlns:a16="http://schemas.microsoft.com/office/drawing/2014/main" id="{805952A1-159F-4435-BED9-261F5151A22D}"/>
                      </a:ext>
                    </a:extLst>
                  </p:cNvPr>
                  <p:cNvSpPr/>
                  <p:nvPr/>
                </p:nvSpPr>
                <p:spPr>
                  <a:xfrm>
                    <a:off x="5770479" y="1379362"/>
                    <a:ext cx="33310" cy="32604"/>
                  </a:xfrm>
                  <a:custGeom>
                    <a:avLst/>
                    <a:gdLst>
                      <a:gd name="connsiteX0" fmla="*/ 32715 w 33310"/>
                      <a:gd name="connsiteY0" fmla="*/ 572 h 32604"/>
                      <a:gd name="connsiteX1" fmla="*/ 20435 w 33310"/>
                      <a:gd name="connsiteY1" fmla="*/ 21141 h 32604"/>
                      <a:gd name="connsiteX2" fmla="*/ 708 w 33310"/>
                      <a:gd name="connsiteY2" fmla="*/ 31825 h 32604"/>
                      <a:gd name="connsiteX3" fmla="*/ 12145 w 33310"/>
                      <a:gd name="connsiteY3" fmla="*/ 13117 h 32604"/>
                      <a:gd name="connsiteX4" fmla="*/ 32715 w 33310"/>
                      <a:gd name="connsiteY4" fmla="*/ 572 h 32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310" h="32604">
                        <a:moveTo>
                          <a:pt x="32715" y="572"/>
                        </a:moveTo>
                        <a:cubicBezTo>
                          <a:pt x="36040" y="3763"/>
                          <a:pt x="24558" y="16797"/>
                          <a:pt x="20435" y="21141"/>
                        </a:cubicBezTo>
                        <a:cubicBezTo>
                          <a:pt x="16312" y="25441"/>
                          <a:pt x="4387" y="35460"/>
                          <a:pt x="708" y="31825"/>
                        </a:cubicBezTo>
                        <a:cubicBezTo>
                          <a:pt x="-2883" y="28278"/>
                          <a:pt x="8155" y="16930"/>
                          <a:pt x="12145" y="13117"/>
                        </a:cubicBezTo>
                        <a:cubicBezTo>
                          <a:pt x="16091" y="9349"/>
                          <a:pt x="29257" y="-2753"/>
                          <a:pt x="32715" y="57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28" name="Forme libre : forme 22827">
                    <a:extLst>
                      <a:ext uri="{FF2B5EF4-FFF2-40B4-BE49-F238E27FC236}">
                        <a16:creationId xmlns:a16="http://schemas.microsoft.com/office/drawing/2014/main" id="{4FDEDCB6-A46C-41F9-8101-D28C5C29A0AE}"/>
                      </a:ext>
                    </a:extLst>
                  </p:cNvPr>
                  <p:cNvSpPr/>
                  <p:nvPr/>
                </p:nvSpPr>
                <p:spPr>
                  <a:xfrm>
                    <a:off x="5770134" y="1393056"/>
                    <a:ext cx="27075" cy="18848"/>
                  </a:xfrm>
                  <a:custGeom>
                    <a:avLst/>
                    <a:gdLst>
                      <a:gd name="connsiteX0" fmla="*/ 4555 w 27075"/>
                      <a:gd name="connsiteY0" fmla="*/ 8334 h 18848"/>
                      <a:gd name="connsiteX1" fmla="*/ 876 w 27075"/>
                      <a:gd name="connsiteY1" fmla="*/ 18353 h 18848"/>
                      <a:gd name="connsiteX2" fmla="*/ 20957 w 27075"/>
                      <a:gd name="connsiteY2" fmla="*/ 7315 h 18848"/>
                      <a:gd name="connsiteX3" fmla="*/ 27075 w 27075"/>
                      <a:gd name="connsiteY3" fmla="*/ 0 h 18848"/>
                      <a:gd name="connsiteX4" fmla="*/ 23263 w 27075"/>
                      <a:gd name="connsiteY4" fmla="*/ 3414 h 18848"/>
                      <a:gd name="connsiteX5" fmla="*/ 4555 w 27075"/>
                      <a:gd name="connsiteY5" fmla="*/ 8334 h 18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075" h="18848">
                        <a:moveTo>
                          <a:pt x="4555" y="8334"/>
                        </a:moveTo>
                        <a:cubicBezTo>
                          <a:pt x="3181" y="10950"/>
                          <a:pt x="-2050" y="16757"/>
                          <a:pt x="876" y="18353"/>
                        </a:cubicBezTo>
                        <a:cubicBezTo>
                          <a:pt x="5663" y="20969"/>
                          <a:pt x="15682" y="12634"/>
                          <a:pt x="20957" y="7315"/>
                        </a:cubicBezTo>
                        <a:cubicBezTo>
                          <a:pt x="22509" y="5763"/>
                          <a:pt x="25701" y="1995"/>
                          <a:pt x="27075" y="0"/>
                        </a:cubicBezTo>
                        <a:cubicBezTo>
                          <a:pt x="26055" y="975"/>
                          <a:pt x="24415" y="2660"/>
                          <a:pt x="23263" y="3414"/>
                        </a:cubicBezTo>
                        <a:cubicBezTo>
                          <a:pt x="16879" y="7581"/>
                          <a:pt x="8766" y="12058"/>
                          <a:pt x="4555" y="833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29" name="Forme libre : forme 22828">
                    <a:extLst>
                      <a:ext uri="{FF2B5EF4-FFF2-40B4-BE49-F238E27FC236}">
                        <a16:creationId xmlns:a16="http://schemas.microsoft.com/office/drawing/2014/main" id="{DBD6A288-2AFA-4F61-9CBD-DEFE8B08A4A8}"/>
                      </a:ext>
                    </a:extLst>
                  </p:cNvPr>
                  <p:cNvSpPr/>
                  <p:nvPr/>
                </p:nvSpPr>
                <p:spPr>
                  <a:xfrm>
                    <a:off x="5772942" y="1378237"/>
                    <a:ext cx="33133" cy="33070"/>
                  </a:xfrm>
                  <a:custGeom>
                    <a:avLst/>
                    <a:gdLst>
                      <a:gd name="connsiteX0" fmla="*/ 32823 w 33133"/>
                      <a:gd name="connsiteY0" fmla="*/ 899 h 33070"/>
                      <a:gd name="connsiteX1" fmla="*/ 20455 w 33133"/>
                      <a:gd name="connsiteY1" fmla="*/ 21778 h 33070"/>
                      <a:gd name="connsiteX2" fmla="*/ 816 w 33133"/>
                      <a:gd name="connsiteY2" fmla="*/ 32329 h 33070"/>
                      <a:gd name="connsiteX3" fmla="*/ 12165 w 33133"/>
                      <a:gd name="connsiteY3" fmla="*/ 13622 h 33070"/>
                      <a:gd name="connsiteX4" fmla="*/ 32823 w 33133"/>
                      <a:gd name="connsiteY4" fmla="*/ 899 h 33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33" h="33070">
                        <a:moveTo>
                          <a:pt x="32823" y="899"/>
                        </a:moveTo>
                        <a:cubicBezTo>
                          <a:pt x="35040" y="5199"/>
                          <a:pt x="24799" y="16991"/>
                          <a:pt x="20455" y="21778"/>
                        </a:cubicBezTo>
                        <a:cubicBezTo>
                          <a:pt x="16110" y="26522"/>
                          <a:pt x="4850" y="35743"/>
                          <a:pt x="816" y="32329"/>
                        </a:cubicBezTo>
                        <a:cubicBezTo>
                          <a:pt x="-3174" y="28960"/>
                          <a:pt x="8574" y="17301"/>
                          <a:pt x="12165" y="13622"/>
                        </a:cubicBezTo>
                        <a:cubicBezTo>
                          <a:pt x="15756" y="9942"/>
                          <a:pt x="30473" y="-3579"/>
                          <a:pt x="32823" y="89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30" name="Forme libre : forme 22829">
                    <a:extLst>
                      <a:ext uri="{FF2B5EF4-FFF2-40B4-BE49-F238E27FC236}">
                        <a16:creationId xmlns:a16="http://schemas.microsoft.com/office/drawing/2014/main" id="{295C9CC7-A471-4F65-ABE6-4B07A21B576B}"/>
                      </a:ext>
                    </a:extLst>
                  </p:cNvPr>
                  <p:cNvSpPr/>
                  <p:nvPr/>
                </p:nvSpPr>
                <p:spPr>
                  <a:xfrm>
                    <a:off x="5753353" y="1391196"/>
                    <a:ext cx="48240" cy="35359"/>
                  </a:xfrm>
                  <a:custGeom>
                    <a:avLst/>
                    <a:gdLst>
                      <a:gd name="connsiteX0" fmla="*/ 2539 w 48240"/>
                      <a:gd name="connsiteY0" fmla="*/ 34177 h 35359"/>
                      <a:gd name="connsiteX1" fmla="*/ 10563 w 48240"/>
                      <a:gd name="connsiteY1" fmla="*/ 34753 h 35359"/>
                      <a:gd name="connsiteX2" fmla="*/ 31132 w 48240"/>
                      <a:gd name="connsiteY2" fmla="*/ 26197 h 35359"/>
                      <a:gd name="connsiteX3" fmla="*/ 45895 w 48240"/>
                      <a:gd name="connsiteY3" fmla="*/ 10016 h 35359"/>
                      <a:gd name="connsiteX4" fmla="*/ 46648 w 48240"/>
                      <a:gd name="connsiteY4" fmla="*/ 131 h 35359"/>
                      <a:gd name="connsiteX5" fmla="*/ 39910 w 48240"/>
                      <a:gd name="connsiteY5" fmla="*/ 3145 h 35359"/>
                      <a:gd name="connsiteX6" fmla="*/ 21867 w 48240"/>
                      <a:gd name="connsiteY6" fmla="*/ 11878 h 35359"/>
                      <a:gd name="connsiteX7" fmla="*/ 4002 w 48240"/>
                      <a:gd name="connsiteY7" fmla="*/ 20390 h 35359"/>
                      <a:gd name="connsiteX8" fmla="*/ 2539 w 48240"/>
                      <a:gd name="connsiteY8" fmla="*/ 34177 h 35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240" h="35359">
                        <a:moveTo>
                          <a:pt x="2539" y="34177"/>
                        </a:moveTo>
                        <a:cubicBezTo>
                          <a:pt x="5332" y="35640"/>
                          <a:pt x="6795" y="35640"/>
                          <a:pt x="10563" y="34753"/>
                        </a:cubicBezTo>
                        <a:cubicBezTo>
                          <a:pt x="17789" y="33113"/>
                          <a:pt x="23773" y="31517"/>
                          <a:pt x="31132" y="26197"/>
                        </a:cubicBezTo>
                        <a:cubicBezTo>
                          <a:pt x="37206" y="21808"/>
                          <a:pt x="42836" y="15513"/>
                          <a:pt x="45895" y="10016"/>
                        </a:cubicBezTo>
                        <a:cubicBezTo>
                          <a:pt x="48155" y="5893"/>
                          <a:pt x="49441" y="1283"/>
                          <a:pt x="46648" y="131"/>
                        </a:cubicBezTo>
                        <a:cubicBezTo>
                          <a:pt x="44919" y="-579"/>
                          <a:pt x="42392" y="1771"/>
                          <a:pt x="39910" y="3145"/>
                        </a:cubicBezTo>
                        <a:cubicBezTo>
                          <a:pt x="34058" y="6470"/>
                          <a:pt x="28517" y="9839"/>
                          <a:pt x="21867" y="11878"/>
                        </a:cubicBezTo>
                        <a:cubicBezTo>
                          <a:pt x="16193" y="13651"/>
                          <a:pt x="9233" y="14538"/>
                          <a:pt x="4002" y="20390"/>
                        </a:cubicBezTo>
                        <a:cubicBezTo>
                          <a:pt x="-742" y="25576"/>
                          <a:pt x="-1318" y="32093"/>
                          <a:pt x="2539" y="3417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31" name="Forme libre : forme 22830">
                    <a:extLst>
                      <a:ext uri="{FF2B5EF4-FFF2-40B4-BE49-F238E27FC236}">
                        <a16:creationId xmlns:a16="http://schemas.microsoft.com/office/drawing/2014/main" id="{3EDC9A9E-8302-4890-89EB-078A3F576D5A}"/>
                      </a:ext>
                    </a:extLst>
                  </p:cNvPr>
                  <p:cNvSpPr/>
                  <p:nvPr/>
                </p:nvSpPr>
                <p:spPr>
                  <a:xfrm>
                    <a:off x="5760624" y="1399580"/>
                    <a:ext cx="11572" cy="15178"/>
                  </a:xfrm>
                  <a:custGeom>
                    <a:avLst/>
                    <a:gdLst>
                      <a:gd name="connsiteX0" fmla="*/ 500 w 11572"/>
                      <a:gd name="connsiteY0" fmla="*/ 12760 h 15178"/>
                      <a:gd name="connsiteX1" fmla="*/ 56 w 11572"/>
                      <a:gd name="connsiteY1" fmla="*/ 14799 h 15178"/>
                      <a:gd name="connsiteX2" fmla="*/ 1785 w 11572"/>
                      <a:gd name="connsiteY2" fmla="*/ 14710 h 15178"/>
                      <a:gd name="connsiteX3" fmla="*/ 4268 w 11572"/>
                      <a:gd name="connsiteY3" fmla="*/ 12494 h 15178"/>
                      <a:gd name="connsiteX4" fmla="*/ 9499 w 11572"/>
                      <a:gd name="connsiteY4" fmla="*/ 6243 h 15178"/>
                      <a:gd name="connsiteX5" fmla="*/ 11095 w 11572"/>
                      <a:gd name="connsiteY5" fmla="*/ 3716 h 15178"/>
                      <a:gd name="connsiteX6" fmla="*/ 7105 w 11572"/>
                      <a:gd name="connsiteY6" fmla="*/ 2120 h 15178"/>
                      <a:gd name="connsiteX7" fmla="*/ 500 w 11572"/>
                      <a:gd name="connsiteY7" fmla="*/ 12760 h 15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572" h="15178">
                        <a:moveTo>
                          <a:pt x="500" y="12760"/>
                        </a:moveTo>
                        <a:cubicBezTo>
                          <a:pt x="145" y="13602"/>
                          <a:pt x="-121" y="14178"/>
                          <a:pt x="56" y="14799"/>
                        </a:cubicBezTo>
                        <a:cubicBezTo>
                          <a:pt x="234" y="15420"/>
                          <a:pt x="987" y="15198"/>
                          <a:pt x="1785" y="14710"/>
                        </a:cubicBezTo>
                        <a:cubicBezTo>
                          <a:pt x="2583" y="14223"/>
                          <a:pt x="3559" y="13292"/>
                          <a:pt x="4268" y="12494"/>
                        </a:cubicBezTo>
                        <a:cubicBezTo>
                          <a:pt x="6085" y="10543"/>
                          <a:pt x="7947" y="8327"/>
                          <a:pt x="9499" y="6243"/>
                        </a:cubicBezTo>
                        <a:cubicBezTo>
                          <a:pt x="10120" y="5357"/>
                          <a:pt x="10740" y="4559"/>
                          <a:pt x="11095" y="3716"/>
                        </a:cubicBezTo>
                        <a:cubicBezTo>
                          <a:pt x="12514" y="125"/>
                          <a:pt x="10652" y="-1692"/>
                          <a:pt x="7105" y="2120"/>
                        </a:cubicBezTo>
                        <a:cubicBezTo>
                          <a:pt x="4357" y="5046"/>
                          <a:pt x="2007" y="9435"/>
                          <a:pt x="500" y="1276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32" name="Forme libre : forme 22831">
                    <a:extLst>
                      <a:ext uri="{FF2B5EF4-FFF2-40B4-BE49-F238E27FC236}">
                        <a16:creationId xmlns:a16="http://schemas.microsoft.com/office/drawing/2014/main" id="{5194DF97-9477-4667-8128-961296294138}"/>
                      </a:ext>
                    </a:extLst>
                  </p:cNvPr>
                  <p:cNvSpPr/>
                  <p:nvPr/>
                </p:nvSpPr>
                <p:spPr>
                  <a:xfrm>
                    <a:off x="5805986" y="1371333"/>
                    <a:ext cx="10719" cy="28283"/>
                  </a:xfrm>
                  <a:custGeom>
                    <a:avLst/>
                    <a:gdLst>
                      <a:gd name="connsiteX0" fmla="*/ 10595 w 10719"/>
                      <a:gd name="connsiteY0" fmla="*/ 0 h 28283"/>
                      <a:gd name="connsiteX1" fmla="*/ 0 w 10719"/>
                      <a:gd name="connsiteY1" fmla="*/ 28283 h 28283"/>
                      <a:gd name="connsiteX2" fmla="*/ 10595 w 10719"/>
                      <a:gd name="connsiteY2" fmla="*/ 0 h 28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719" h="28283">
                        <a:moveTo>
                          <a:pt x="10595" y="0"/>
                        </a:moveTo>
                        <a:cubicBezTo>
                          <a:pt x="11748" y="7448"/>
                          <a:pt x="4610" y="19905"/>
                          <a:pt x="0" y="28283"/>
                        </a:cubicBezTo>
                        <a:cubicBezTo>
                          <a:pt x="5054" y="19284"/>
                          <a:pt x="8379" y="8334"/>
                          <a:pt x="1059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33" name="Forme libre : forme 22832">
                    <a:extLst>
                      <a:ext uri="{FF2B5EF4-FFF2-40B4-BE49-F238E27FC236}">
                        <a16:creationId xmlns:a16="http://schemas.microsoft.com/office/drawing/2014/main" id="{C770773B-D048-4073-A832-51C6E9DDF2CC}"/>
                      </a:ext>
                    </a:extLst>
                  </p:cNvPr>
                  <p:cNvSpPr/>
                  <p:nvPr/>
                </p:nvSpPr>
                <p:spPr>
                  <a:xfrm>
                    <a:off x="5744765" y="1398287"/>
                    <a:ext cx="15515" cy="28815"/>
                  </a:xfrm>
                  <a:custGeom>
                    <a:avLst/>
                    <a:gdLst>
                      <a:gd name="connsiteX0" fmla="*/ 15516 w 15515"/>
                      <a:gd name="connsiteY0" fmla="*/ 0 h 28815"/>
                      <a:gd name="connsiteX1" fmla="*/ 0 w 15515"/>
                      <a:gd name="connsiteY1" fmla="*/ 28815 h 28815"/>
                      <a:gd name="connsiteX2" fmla="*/ 15516 w 15515"/>
                      <a:gd name="connsiteY2" fmla="*/ 0 h 28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515" h="28815">
                        <a:moveTo>
                          <a:pt x="15516" y="0"/>
                        </a:moveTo>
                        <a:cubicBezTo>
                          <a:pt x="7315" y="8866"/>
                          <a:pt x="2970" y="19506"/>
                          <a:pt x="0" y="28815"/>
                        </a:cubicBezTo>
                        <a:cubicBezTo>
                          <a:pt x="2350" y="20082"/>
                          <a:pt x="9620" y="8689"/>
                          <a:pt x="1551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34" name="Forme libre : forme 22833">
                    <a:extLst>
                      <a:ext uri="{FF2B5EF4-FFF2-40B4-BE49-F238E27FC236}">
                        <a16:creationId xmlns:a16="http://schemas.microsoft.com/office/drawing/2014/main" id="{88CB396A-5C33-43C9-9166-034BDB5E0611}"/>
                      </a:ext>
                    </a:extLst>
                  </p:cNvPr>
                  <p:cNvSpPr/>
                  <p:nvPr/>
                </p:nvSpPr>
                <p:spPr>
                  <a:xfrm>
                    <a:off x="5781941" y="1385607"/>
                    <a:ext cx="12940" cy="11313"/>
                  </a:xfrm>
                  <a:custGeom>
                    <a:avLst/>
                    <a:gdLst>
                      <a:gd name="connsiteX0" fmla="*/ 12919 w 12940"/>
                      <a:gd name="connsiteY0" fmla="*/ 533 h 11313"/>
                      <a:gd name="connsiteX1" fmla="*/ 6579 w 12940"/>
                      <a:gd name="connsiteY1" fmla="*/ 7980 h 11313"/>
                      <a:gd name="connsiteX2" fmla="*/ 18 w 12940"/>
                      <a:gd name="connsiteY2" fmla="*/ 10684 h 11313"/>
                      <a:gd name="connsiteX3" fmla="*/ 6047 w 12940"/>
                      <a:gd name="connsiteY3" fmla="*/ 3724 h 11313"/>
                      <a:gd name="connsiteX4" fmla="*/ 12919 w 12940"/>
                      <a:gd name="connsiteY4" fmla="*/ 533 h 11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40" h="11313">
                        <a:moveTo>
                          <a:pt x="12919" y="533"/>
                        </a:moveTo>
                        <a:cubicBezTo>
                          <a:pt x="13318" y="2439"/>
                          <a:pt x="8131" y="6695"/>
                          <a:pt x="6579" y="7980"/>
                        </a:cubicBezTo>
                        <a:cubicBezTo>
                          <a:pt x="4983" y="9266"/>
                          <a:pt x="329" y="12724"/>
                          <a:pt x="18" y="10684"/>
                        </a:cubicBezTo>
                        <a:cubicBezTo>
                          <a:pt x="-336" y="8645"/>
                          <a:pt x="4540" y="4922"/>
                          <a:pt x="6047" y="3724"/>
                        </a:cubicBezTo>
                        <a:cubicBezTo>
                          <a:pt x="7555" y="2528"/>
                          <a:pt x="12564" y="-1418"/>
                          <a:pt x="12919" y="53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35" name="Forme libre : forme 22834">
                    <a:extLst>
                      <a:ext uri="{FF2B5EF4-FFF2-40B4-BE49-F238E27FC236}">
                        <a16:creationId xmlns:a16="http://schemas.microsoft.com/office/drawing/2014/main" id="{06B55A1C-A50C-4774-8A54-49F2165C9203}"/>
                      </a:ext>
                    </a:extLst>
                  </p:cNvPr>
                  <p:cNvSpPr/>
                  <p:nvPr/>
                </p:nvSpPr>
                <p:spPr>
                  <a:xfrm>
                    <a:off x="5792905" y="1383941"/>
                    <a:ext cx="3677" cy="3468"/>
                  </a:xfrm>
                  <a:custGeom>
                    <a:avLst/>
                    <a:gdLst>
                      <a:gd name="connsiteX0" fmla="*/ 3506 w 3677"/>
                      <a:gd name="connsiteY0" fmla="*/ 71 h 3468"/>
                      <a:gd name="connsiteX1" fmla="*/ 2531 w 3677"/>
                      <a:gd name="connsiteY1" fmla="*/ 2154 h 3468"/>
                      <a:gd name="connsiteX2" fmla="*/ 181 w 3677"/>
                      <a:gd name="connsiteY2" fmla="*/ 3396 h 3468"/>
                      <a:gd name="connsiteX3" fmla="*/ 1112 w 3677"/>
                      <a:gd name="connsiteY3" fmla="*/ 1356 h 3468"/>
                      <a:gd name="connsiteX4" fmla="*/ 3506 w 3677"/>
                      <a:gd name="connsiteY4" fmla="*/ 71 h 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77" h="3468">
                        <a:moveTo>
                          <a:pt x="3506" y="71"/>
                        </a:moveTo>
                        <a:cubicBezTo>
                          <a:pt x="4082" y="425"/>
                          <a:pt x="3063" y="1578"/>
                          <a:pt x="2531" y="2154"/>
                        </a:cubicBezTo>
                        <a:cubicBezTo>
                          <a:pt x="1955" y="2731"/>
                          <a:pt x="758" y="3750"/>
                          <a:pt x="181" y="3396"/>
                        </a:cubicBezTo>
                        <a:cubicBezTo>
                          <a:pt x="-395" y="3041"/>
                          <a:pt x="536" y="1933"/>
                          <a:pt x="1112" y="1356"/>
                        </a:cubicBezTo>
                        <a:cubicBezTo>
                          <a:pt x="1689" y="780"/>
                          <a:pt x="2930" y="-284"/>
                          <a:pt x="3506" y="7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36" name="Forme libre : forme 22835">
                    <a:extLst>
                      <a:ext uri="{FF2B5EF4-FFF2-40B4-BE49-F238E27FC236}">
                        <a16:creationId xmlns:a16="http://schemas.microsoft.com/office/drawing/2014/main" id="{FDEA2E75-13E0-4912-B17F-63987F70CC94}"/>
                      </a:ext>
                    </a:extLst>
                  </p:cNvPr>
                  <p:cNvSpPr/>
                  <p:nvPr/>
                </p:nvSpPr>
                <p:spPr>
                  <a:xfrm>
                    <a:off x="5774990" y="1369273"/>
                    <a:ext cx="38281" cy="20987"/>
                  </a:xfrm>
                  <a:custGeom>
                    <a:avLst/>
                    <a:gdLst>
                      <a:gd name="connsiteX0" fmla="*/ 25144 w 38281"/>
                      <a:gd name="connsiteY0" fmla="*/ 1927 h 20987"/>
                      <a:gd name="connsiteX1" fmla="*/ 37335 w 38281"/>
                      <a:gd name="connsiteY1" fmla="*/ 243 h 20987"/>
                      <a:gd name="connsiteX2" fmla="*/ 36936 w 38281"/>
                      <a:gd name="connsiteY2" fmla="*/ 4144 h 20987"/>
                      <a:gd name="connsiteX3" fmla="*/ 32237 w 38281"/>
                      <a:gd name="connsiteY3" fmla="*/ 6227 h 20987"/>
                      <a:gd name="connsiteX4" fmla="*/ 17475 w 38281"/>
                      <a:gd name="connsiteY4" fmla="*/ 11946 h 20987"/>
                      <a:gd name="connsiteX5" fmla="*/ 9 w 38281"/>
                      <a:gd name="connsiteY5" fmla="*/ 19793 h 20987"/>
                      <a:gd name="connsiteX6" fmla="*/ 14638 w 38281"/>
                      <a:gd name="connsiteY6" fmla="*/ 4853 h 20987"/>
                      <a:gd name="connsiteX7" fmla="*/ 25144 w 38281"/>
                      <a:gd name="connsiteY7" fmla="*/ 1927 h 20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281" h="20987">
                        <a:moveTo>
                          <a:pt x="25144" y="1927"/>
                        </a:moveTo>
                        <a:cubicBezTo>
                          <a:pt x="29888" y="464"/>
                          <a:pt x="33345" y="-467"/>
                          <a:pt x="37335" y="243"/>
                        </a:cubicBezTo>
                        <a:cubicBezTo>
                          <a:pt x="38798" y="509"/>
                          <a:pt x="38488" y="2725"/>
                          <a:pt x="36936" y="4144"/>
                        </a:cubicBezTo>
                        <a:cubicBezTo>
                          <a:pt x="35385" y="5562"/>
                          <a:pt x="33833" y="5828"/>
                          <a:pt x="32237" y="6227"/>
                        </a:cubicBezTo>
                        <a:cubicBezTo>
                          <a:pt x="27272" y="7380"/>
                          <a:pt x="22573" y="9464"/>
                          <a:pt x="17475" y="11946"/>
                        </a:cubicBezTo>
                        <a:cubicBezTo>
                          <a:pt x="14283" y="13542"/>
                          <a:pt x="275" y="24580"/>
                          <a:pt x="9" y="19793"/>
                        </a:cubicBezTo>
                        <a:cubicBezTo>
                          <a:pt x="-346" y="15138"/>
                          <a:pt x="10338" y="7070"/>
                          <a:pt x="14638" y="4853"/>
                        </a:cubicBezTo>
                        <a:cubicBezTo>
                          <a:pt x="18849" y="2770"/>
                          <a:pt x="21554" y="2991"/>
                          <a:pt x="25144" y="192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83" name="Graphique 2">
                  <a:extLst>
                    <a:ext uri="{FF2B5EF4-FFF2-40B4-BE49-F238E27FC236}">
                      <a16:creationId xmlns:a16="http://schemas.microsoft.com/office/drawing/2014/main" id="{35941631-36C6-4B23-9460-5805401FA3AA}"/>
                    </a:ext>
                  </a:extLst>
                </p:cNvPr>
                <p:cNvGrpSpPr/>
                <p:nvPr/>
              </p:nvGrpSpPr>
              <p:grpSpPr>
                <a:xfrm>
                  <a:off x="5815155" y="1332841"/>
                  <a:ext cx="92770" cy="38140"/>
                  <a:chOff x="5815155" y="1332841"/>
                  <a:chExt cx="92770" cy="38140"/>
                </a:xfrm>
                <a:solidFill>
                  <a:schemeClr val="accent1"/>
                </a:solidFill>
              </p:grpSpPr>
              <p:sp>
                <p:nvSpPr>
                  <p:cNvPr id="22813" name="Forme libre : forme 22812">
                    <a:extLst>
                      <a:ext uri="{FF2B5EF4-FFF2-40B4-BE49-F238E27FC236}">
                        <a16:creationId xmlns:a16="http://schemas.microsoft.com/office/drawing/2014/main" id="{480C14A7-379C-42C2-B093-1BDC889CB165}"/>
                      </a:ext>
                    </a:extLst>
                  </p:cNvPr>
                  <p:cNvSpPr/>
                  <p:nvPr/>
                </p:nvSpPr>
                <p:spPr>
                  <a:xfrm>
                    <a:off x="5815155" y="1332841"/>
                    <a:ext cx="92770" cy="38140"/>
                  </a:xfrm>
                  <a:custGeom>
                    <a:avLst/>
                    <a:gdLst>
                      <a:gd name="connsiteX0" fmla="*/ 59899 w 92770"/>
                      <a:gd name="connsiteY0" fmla="*/ 36320 h 38140"/>
                      <a:gd name="connsiteX1" fmla="*/ 46733 w 92770"/>
                      <a:gd name="connsiteY1" fmla="*/ 35744 h 38140"/>
                      <a:gd name="connsiteX2" fmla="*/ 42832 w 92770"/>
                      <a:gd name="connsiteY2" fmla="*/ 35832 h 38140"/>
                      <a:gd name="connsiteX3" fmla="*/ 39418 w 92770"/>
                      <a:gd name="connsiteY3" fmla="*/ 35965 h 38140"/>
                      <a:gd name="connsiteX4" fmla="*/ 34719 w 92770"/>
                      <a:gd name="connsiteY4" fmla="*/ 36542 h 38140"/>
                      <a:gd name="connsiteX5" fmla="*/ 20578 w 92770"/>
                      <a:gd name="connsiteY5" fmla="*/ 38138 h 38140"/>
                      <a:gd name="connsiteX6" fmla="*/ 5860 w 92770"/>
                      <a:gd name="connsiteY6" fmla="*/ 36985 h 38140"/>
                      <a:gd name="connsiteX7" fmla="*/ 185 w 92770"/>
                      <a:gd name="connsiteY7" fmla="*/ 28695 h 38140"/>
                      <a:gd name="connsiteX8" fmla="*/ 7943 w 92770"/>
                      <a:gd name="connsiteY8" fmla="*/ 13844 h 38140"/>
                      <a:gd name="connsiteX9" fmla="*/ 27094 w 92770"/>
                      <a:gd name="connsiteY9" fmla="*/ 2274 h 38140"/>
                      <a:gd name="connsiteX10" fmla="*/ 31217 w 92770"/>
                      <a:gd name="connsiteY10" fmla="*/ 1254 h 38140"/>
                      <a:gd name="connsiteX11" fmla="*/ 36182 w 92770"/>
                      <a:gd name="connsiteY11" fmla="*/ 545 h 38140"/>
                      <a:gd name="connsiteX12" fmla="*/ 41103 w 92770"/>
                      <a:gd name="connsiteY12" fmla="*/ 190 h 38140"/>
                      <a:gd name="connsiteX13" fmla="*/ 45979 w 92770"/>
                      <a:gd name="connsiteY13" fmla="*/ 57 h 38140"/>
                      <a:gd name="connsiteX14" fmla="*/ 55688 w 92770"/>
                      <a:gd name="connsiteY14" fmla="*/ 412 h 38140"/>
                      <a:gd name="connsiteX15" fmla="*/ 63933 w 92770"/>
                      <a:gd name="connsiteY15" fmla="*/ 1476 h 38140"/>
                      <a:gd name="connsiteX16" fmla="*/ 70007 w 92770"/>
                      <a:gd name="connsiteY16" fmla="*/ 2895 h 38140"/>
                      <a:gd name="connsiteX17" fmla="*/ 75282 w 92770"/>
                      <a:gd name="connsiteY17" fmla="*/ 5067 h 38140"/>
                      <a:gd name="connsiteX18" fmla="*/ 79804 w 92770"/>
                      <a:gd name="connsiteY18" fmla="*/ 7594 h 38140"/>
                      <a:gd name="connsiteX19" fmla="*/ 83528 w 92770"/>
                      <a:gd name="connsiteY19" fmla="*/ 10652 h 38140"/>
                      <a:gd name="connsiteX20" fmla="*/ 86631 w 92770"/>
                      <a:gd name="connsiteY20" fmla="*/ 13844 h 38140"/>
                      <a:gd name="connsiteX21" fmla="*/ 89069 w 92770"/>
                      <a:gd name="connsiteY21" fmla="*/ 17479 h 38140"/>
                      <a:gd name="connsiteX22" fmla="*/ 92438 w 92770"/>
                      <a:gd name="connsiteY22" fmla="*/ 25104 h 38140"/>
                      <a:gd name="connsiteX23" fmla="*/ 88094 w 92770"/>
                      <a:gd name="connsiteY23" fmla="*/ 33926 h 38140"/>
                      <a:gd name="connsiteX24" fmla="*/ 59899 w 92770"/>
                      <a:gd name="connsiteY24" fmla="*/ 36320 h 38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92770" h="38140">
                        <a:moveTo>
                          <a:pt x="59899" y="36320"/>
                        </a:moveTo>
                        <a:cubicBezTo>
                          <a:pt x="56929" y="35965"/>
                          <a:pt x="51920" y="35699"/>
                          <a:pt x="46733" y="35744"/>
                        </a:cubicBezTo>
                        <a:cubicBezTo>
                          <a:pt x="45403" y="35788"/>
                          <a:pt x="44117" y="35832"/>
                          <a:pt x="42832" y="35832"/>
                        </a:cubicBezTo>
                        <a:cubicBezTo>
                          <a:pt x="41591" y="35877"/>
                          <a:pt x="40128" y="35832"/>
                          <a:pt x="39418" y="35965"/>
                        </a:cubicBezTo>
                        <a:cubicBezTo>
                          <a:pt x="37645" y="36054"/>
                          <a:pt x="36049" y="36364"/>
                          <a:pt x="34719" y="36542"/>
                        </a:cubicBezTo>
                        <a:cubicBezTo>
                          <a:pt x="29799" y="37340"/>
                          <a:pt x="25232" y="38093"/>
                          <a:pt x="20578" y="38138"/>
                        </a:cubicBezTo>
                        <a:cubicBezTo>
                          <a:pt x="15923" y="38182"/>
                          <a:pt x="11180" y="37739"/>
                          <a:pt x="5860" y="36985"/>
                        </a:cubicBezTo>
                        <a:cubicBezTo>
                          <a:pt x="2225" y="36497"/>
                          <a:pt x="-790" y="32375"/>
                          <a:pt x="185" y="28695"/>
                        </a:cubicBezTo>
                        <a:cubicBezTo>
                          <a:pt x="1604" y="23375"/>
                          <a:pt x="3865" y="18455"/>
                          <a:pt x="7943" y="13844"/>
                        </a:cubicBezTo>
                        <a:cubicBezTo>
                          <a:pt x="12066" y="9323"/>
                          <a:pt x="18006" y="4889"/>
                          <a:pt x="27094" y="2274"/>
                        </a:cubicBezTo>
                        <a:cubicBezTo>
                          <a:pt x="28336" y="1964"/>
                          <a:pt x="29710" y="1609"/>
                          <a:pt x="31217" y="1254"/>
                        </a:cubicBezTo>
                        <a:cubicBezTo>
                          <a:pt x="32769" y="988"/>
                          <a:pt x="34453" y="767"/>
                          <a:pt x="36182" y="545"/>
                        </a:cubicBezTo>
                        <a:cubicBezTo>
                          <a:pt x="38088" y="279"/>
                          <a:pt x="39507" y="279"/>
                          <a:pt x="41103" y="190"/>
                        </a:cubicBezTo>
                        <a:cubicBezTo>
                          <a:pt x="42699" y="146"/>
                          <a:pt x="44339" y="102"/>
                          <a:pt x="45979" y="57"/>
                        </a:cubicBezTo>
                        <a:cubicBezTo>
                          <a:pt x="49216" y="-120"/>
                          <a:pt x="52585" y="146"/>
                          <a:pt x="55688" y="412"/>
                        </a:cubicBezTo>
                        <a:cubicBezTo>
                          <a:pt x="58791" y="634"/>
                          <a:pt x="61584" y="900"/>
                          <a:pt x="63933" y="1476"/>
                        </a:cubicBezTo>
                        <a:cubicBezTo>
                          <a:pt x="66106" y="1919"/>
                          <a:pt x="68101" y="2363"/>
                          <a:pt x="70007" y="2895"/>
                        </a:cubicBezTo>
                        <a:cubicBezTo>
                          <a:pt x="71869" y="3471"/>
                          <a:pt x="73642" y="4313"/>
                          <a:pt x="75282" y="5067"/>
                        </a:cubicBezTo>
                        <a:cubicBezTo>
                          <a:pt x="76922" y="5865"/>
                          <a:pt x="78430" y="6663"/>
                          <a:pt x="79804" y="7594"/>
                        </a:cubicBezTo>
                        <a:cubicBezTo>
                          <a:pt x="81178" y="8613"/>
                          <a:pt x="82419" y="9633"/>
                          <a:pt x="83528" y="10652"/>
                        </a:cubicBezTo>
                        <a:cubicBezTo>
                          <a:pt x="84680" y="11716"/>
                          <a:pt x="85700" y="12736"/>
                          <a:pt x="86631" y="13844"/>
                        </a:cubicBezTo>
                        <a:cubicBezTo>
                          <a:pt x="87518" y="15041"/>
                          <a:pt x="88315" y="16238"/>
                          <a:pt x="89069" y="17479"/>
                        </a:cubicBezTo>
                        <a:cubicBezTo>
                          <a:pt x="90532" y="19873"/>
                          <a:pt x="91685" y="22356"/>
                          <a:pt x="92438" y="25104"/>
                        </a:cubicBezTo>
                        <a:cubicBezTo>
                          <a:pt x="93635" y="28828"/>
                          <a:pt x="91463" y="33173"/>
                          <a:pt x="88094" y="33926"/>
                        </a:cubicBezTo>
                        <a:cubicBezTo>
                          <a:pt x="78341" y="36143"/>
                          <a:pt x="71159" y="37295"/>
                          <a:pt x="59899" y="3632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14" name="Forme libre : forme 22813">
                    <a:extLst>
                      <a:ext uri="{FF2B5EF4-FFF2-40B4-BE49-F238E27FC236}">
                        <a16:creationId xmlns:a16="http://schemas.microsoft.com/office/drawing/2014/main" id="{F614994B-057F-44EC-AA9C-0B382EF54429}"/>
                      </a:ext>
                    </a:extLst>
                  </p:cNvPr>
                  <p:cNvSpPr/>
                  <p:nvPr/>
                </p:nvSpPr>
                <p:spPr>
                  <a:xfrm>
                    <a:off x="5817025" y="1355140"/>
                    <a:ext cx="86445" cy="15798"/>
                  </a:xfrm>
                  <a:custGeom>
                    <a:avLst/>
                    <a:gdLst>
                      <a:gd name="connsiteX0" fmla="*/ 34135 w 86445"/>
                      <a:gd name="connsiteY0" fmla="*/ 1210 h 15798"/>
                      <a:gd name="connsiteX1" fmla="*/ 0 w 86445"/>
                      <a:gd name="connsiteY1" fmla="*/ 12514 h 15798"/>
                      <a:gd name="connsiteX2" fmla="*/ 3901 w 86445"/>
                      <a:gd name="connsiteY2" fmla="*/ 14686 h 15798"/>
                      <a:gd name="connsiteX3" fmla="*/ 9177 w 86445"/>
                      <a:gd name="connsiteY3" fmla="*/ 15307 h 15798"/>
                      <a:gd name="connsiteX4" fmla="*/ 23451 w 86445"/>
                      <a:gd name="connsiteY4" fmla="*/ 15573 h 15798"/>
                      <a:gd name="connsiteX5" fmla="*/ 32761 w 86445"/>
                      <a:gd name="connsiteY5" fmla="*/ 14243 h 15798"/>
                      <a:gd name="connsiteX6" fmla="*/ 36130 w 86445"/>
                      <a:gd name="connsiteY6" fmla="*/ 13755 h 15798"/>
                      <a:gd name="connsiteX7" fmla="*/ 46237 w 86445"/>
                      <a:gd name="connsiteY7" fmla="*/ 13312 h 15798"/>
                      <a:gd name="connsiteX8" fmla="*/ 51557 w 86445"/>
                      <a:gd name="connsiteY8" fmla="*/ 13489 h 15798"/>
                      <a:gd name="connsiteX9" fmla="*/ 56123 w 86445"/>
                      <a:gd name="connsiteY9" fmla="*/ 13755 h 15798"/>
                      <a:gd name="connsiteX10" fmla="*/ 58029 w 86445"/>
                      <a:gd name="connsiteY10" fmla="*/ 13933 h 15798"/>
                      <a:gd name="connsiteX11" fmla="*/ 60999 w 86445"/>
                      <a:gd name="connsiteY11" fmla="*/ 14066 h 15798"/>
                      <a:gd name="connsiteX12" fmla="*/ 63704 w 86445"/>
                      <a:gd name="connsiteY12" fmla="*/ 14287 h 15798"/>
                      <a:gd name="connsiteX13" fmla="*/ 68802 w 86445"/>
                      <a:gd name="connsiteY13" fmla="*/ 14243 h 15798"/>
                      <a:gd name="connsiteX14" fmla="*/ 81835 w 86445"/>
                      <a:gd name="connsiteY14" fmla="*/ 12514 h 15798"/>
                      <a:gd name="connsiteX15" fmla="*/ 86268 w 86445"/>
                      <a:gd name="connsiteY15" fmla="*/ 11627 h 15798"/>
                      <a:gd name="connsiteX16" fmla="*/ 86445 w 86445"/>
                      <a:gd name="connsiteY16" fmla="*/ 11583 h 15798"/>
                      <a:gd name="connsiteX17" fmla="*/ 34135 w 86445"/>
                      <a:gd name="connsiteY17" fmla="*/ 1210 h 15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6445" h="15798">
                        <a:moveTo>
                          <a:pt x="34135" y="1210"/>
                        </a:moveTo>
                        <a:cubicBezTo>
                          <a:pt x="22520" y="3559"/>
                          <a:pt x="11304" y="10386"/>
                          <a:pt x="0" y="12514"/>
                        </a:cubicBezTo>
                        <a:cubicBezTo>
                          <a:pt x="1064" y="13667"/>
                          <a:pt x="2394" y="14465"/>
                          <a:pt x="3901" y="14686"/>
                        </a:cubicBezTo>
                        <a:cubicBezTo>
                          <a:pt x="5719" y="14952"/>
                          <a:pt x="7492" y="15174"/>
                          <a:pt x="9177" y="15307"/>
                        </a:cubicBezTo>
                        <a:cubicBezTo>
                          <a:pt x="14142" y="15883"/>
                          <a:pt x="18752" y="15927"/>
                          <a:pt x="23451" y="15573"/>
                        </a:cubicBezTo>
                        <a:cubicBezTo>
                          <a:pt x="26510" y="15218"/>
                          <a:pt x="29524" y="14864"/>
                          <a:pt x="32761" y="14243"/>
                        </a:cubicBezTo>
                        <a:cubicBezTo>
                          <a:pt x="33736" y="14199"/>
                          <a:pt x="34888" y="13800"/>
                          <a:pt x="36130" y="13755"/>
                        </a:cubicBezTo>
                        <a:cubicBezTo>
                          <a:pt x="38080" y="13401"/>
                          <a:pt x="42646" y="13534"/>
                          <a:pt x="46237" y="13312"/>
                        </a:cubicBezTo>
                        <a:cubicBezTo>
                          <a:pt x="48099" y="13268"/>
                          <a:pt x="49872" y="13489"/>
                          <a:pt x="51557" y="13489"/>
                        </a:cubicBezTo>
                        <a:cubicBezTo>
                          <a:pt x="53241" y="13534"/>
                          <a:pt x="54837" y="13534"/>
                          <a:pt x="56123" y="13755"/>
                        </a:cubicBezTo>
                        <a:cubicBezTo>
                          <a:pt x="56788" y="13800"/>
                          <a:pt x="57453" y="13888"/>
                          <a:pt x="58029" y="13933"/>
                        </a:cubicBezTo>
                        <a:cubicBezTo>
                          <a:pt x="59049" y="14021"/>
                          <a:pt x="60024" y="14066"/>
                          <a:pt x="60999" y="14066"/>
                        </a:cubicBezTo>
                        <a:cubicBezTo>
                          <a:pt x="61930" y="14154"/>
                          <a:pt x="62817" y="14243"/>
                          <a:pt x="63704" y="14287"/>
                        </a:cubicBezTo>
                        <a:cubicBezTo>
                          <a:pt x="65432" y="14420"/>
                          <a:pt x="67250" y="14154"/>
                          <a:pt x="68802" y="14243"/>
                        </a:cubicBezTo>
                        <a:cubicBezTo>
                          <a:pt x="73235" y="14021"/>
                          <a:pt x="77357" y="13356"/>
                          <a:pt x="81835" y="12514"/>
                        </a:cubicBezTo>
                        <a:cubicBezTo>
                          <a:pt x="83254" y="12248"/>
                          <a:pt x="84716" y="11982"/>
                          <a:pt x="86268" y="11627"/>
                        </a:cubicBezTo>
                        <a:lnTo>
                          <a:pt x="86445" y="11583"/>
                        </a:lnTo>
                        <a:cubicBezTo>
                          <a:pt x="71905" y="899"/>
                          <a:pt x="51468" y="-1938"/>
                          <a:pt x="34135" y="121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15" name="Forme libre : forme 22814">
                    <a:extLst>
                      <a:ext uri="{FF2B5EF4-FFF2-40B4-BE49-F238E27FC236}">
                        <a16:creationId xmlns:a16="http://schemas.microsoft.com/office/drawing/2014/main" id="{27AB08C1-1EE4-4D55-9E08-2675AF44BBFF}"/>
                      </a:ext>
                    </a:extLst>
                  </p:cNvPr>
                  <p:cNvSpPr/>
                  <p:nvPr/>
                </p:nvSpPr>
                <p:spPr>
                  <a:xfrm>
                    <a:off x="5846453" y="1345703"/>
                    <a:ext cx="44031" cy="12222"/>
                  </a:xfrm>
                  <a:custGeom>
                    <a:avLst/>
                    <a:gdLst>
                      <a:gd name="connsiteX0" fmla="*/ 43939 w 44031"/>
                      <a:gd name="connsiteY0" fmla="*/ 10070 h 12222"/>
                      <a:gd name="connsiteX1" fmla="*/ 34054 w 44031"/>
                      <a:gd name="connsiteY1" fmla="*/ 12109 h 12222"/>
                      <a:gd name="connsiteX2" fmla="*/ 26783 w 44031"/>
                      <a:gd name="connsiteY2" fmla="*/ 11843 h 12222"/>
                      <a:gd name="connsiteX3" fmla="*/ 21020 w 44031"/>
                      <a:gd name="connsiteY3" fmla="*/ 11754 h 12222"/>
                      <a:gd name="connsiteX4" fmla="*/ 8829 w 44031"/>
                      <a:gd name="connsiteY4" fmla="*/ 10646 h 12222"/>
                      <a:gd name="connsiteX5" fmla="*/ 3199 w 44031"/>
                      <a:gd name="connsiteY5" fmla="*/ 9405 h 12222"/>
                      <a:gd name="connsiteX6" fmla="*/ 96 w 44031"/>
                      <a:gd name="connsiteY6" fmla="*/ 6878 h 12222"/>
                      <a:gd name="connsiteX7" fmla="*/ 8120 w 44031"/>
                      <a:gd name="connsiteY7" fmla="*/ 938 h 12222"/>
                      <a:gd name="connsiteX8" fmla="*/ 21419 w 44031"/>
                      <a:gd name="connsiteY8" fmla="*/ 184 h 12222"/>
                      <a:gd name="connsiteX9" fmla="*/ 27670 w 44031"/>
                      <a:gd name="connsiteY9" fmla="*/ 893 h 12222"/>
                      <a:gd name="connsiteX10" fmla="*/ 35605 w 44031"/>
                      <a:gd name="connsiteY10" fmla="*/ 3021 h 12222"/>
                      <a:gd name="connsiteX11" fmla="*/ 43939 w 44031"/>
                      <a:gd name="connsiteY11" fmla="*/ 10070 h 12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4031" h="12222">
                        <a:moveTo>
                          <a:pt x="43939" y="10070"/>
                        </a:moveTo>
                        <a:cubicBezTo>
                          <a:pt x="43275" y="12198"/>
                          <a:pt x="38797" y="12419"/>
                          <a:pt x="34054" y="12109"/>
                        </a:cubicBezTo>
                        <a:cubicBezTo>
                          <a:pt x="31615" y="12153"/>
                          <a:pt x="29044" y="12065"/>
                          <a:pt x="26783" y="11843"/>
                        </a:cubicBezTo>
                        <a:cubicBezTo>
                          <a:pt x="24478" y="11843"/>
                          <a:pt x="22395" y="11843"/>
                          <a:pt x="21020" y="11754"/>
                        </a:cubicBezTo>
                        <a:cubicBezTo>
                          <a:pt x="18272" y="11400"/>
                          <a:pt x="13263" y="11488"/>
                          <a:pt x="8829" y="10646"/>
                        </a:cubicBezTo>
                        <a:cubicBezTo>
                          <a:pt x="6701" y="10380"/>
                          <a:pt x="4795" y="9981"/>
                          <a:pt x="3199" y="9405"/>
                        </a:cubicBezTo>
                        <a:cubicBezTo>
                          <a:pt x="1648" y="8917"/>
                          <a:pt x="451" y="8119"/>
                          <a:pt x="96" y="6878"/>
                        </a:cubicBezTo>
                        <a:cubicBezTo>
                          <a:pt x="-657" y="4395"/>
                          <a:pt x="3111" y="2002"/>
                          <a:pt x="8120" y="938"/>
                        </a:cubicBezTo>
                        <a:cubicBezTo>
                          <a:pt x="12908" y="140"/>
                          <a:pt x="18538" y="-259"/>
                          <a:pt x="21419" y="184"/>
                        </a:cubicBezTo>
                        <a:cubicBezTo>
                          <a:pt x="22882" y="317"/>
                          <a:pt x="25099" y="539"/>
                          <a:pt x="27670" y="893"/>
                        </a:cubicBezTo>
                        <a:cubicBezTo>
                          <a:pt x="30197" y="1425"/>
                          <a:pt x="33034" y="2179"/>
                          <a:pt x="35605" y="3021"/>
                        </a:cubicBezTo>
                        <a:cubicBezTo>
                          <a:pt x="40703" y="5105"/>
                          <a:pt x="44693" y="7720"/>
                          <a:pt x="43939" y="1007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16" name="Forme libre : forme 22815">
                    <a:extLst>
                      <a:ext uri="{FF2B5EF4-FFF2-40B4-BE49-F238E27FC236}">
                        <a16:creationId xmlns:a16="http://schemas.microsoft.com/office/drawing/2014/main" id="{BC7F6D68-2BC7-46D3-87C2-AFAD3CF417D0}"/>
                      </a:ext>
                    </a:extLst>
                  </p:cNvPr>
                  <p:cNvSpPr/>
                  <p:nvPr/>
                </p:nvSpPr>
                <p:spPr>
                  <a:xfrm>
                    <a:off x="5846020" y="1346685"/>
                    <a:ext cx="30541" cy="10970"/>
                  </a:xfrm>
                  <a:custGeom>
                    <a:avLst/>
                    <a:gdLst>
                      <a:gd name="connsiteX0" fmla="*/ 9396 w 30541"/>
                      <a:gd name="connsiteY0" fmla="*/ 0 h 10970"/>
                      <a:gd name="connsiteX1" fmla="*/ 2968 w 30541"/>
                      <a:gd name="connsiteY1" fmla="*/ 2128 h 10970"/>
                      <a:gd name="connsiteX2" fmla="*/ 264 w 30541"/>
                      <a:gd name="connsiteY2" fmla="*/ 5985 h 10970"/>
                      <a:gd name="connsiteX3" fmla="*/ 3810 w 30541"/>
                      <a:gd name="connsiteY3" fmla="*/ 8379 h 10970"/>
                      <a:gd name="connsiteX4" fmla="*/ 9218 w 30541"/>
                      <a:gd name="connsiteY4" fmla="*/ 9664 h 10970"/>
                      <a:gd name="connsiteX5" fmla="*/ 21675 w 30541"/>
                      <a:gd name="connsiteY5" fmla="*/ 10817 h 10970"/>
                      <a:gd name="connsiteX6" fmla="*/ 26020 w 30541"/>
                      <a:gd name="connsiteY6" fmla="*/ 10861 h 10970"/>
                      <a:gd name="connsiteX7" fmla="*/ 30542 w 30541"/>
                      <a:gd name="connsiteY7" fmla="*/ 10950 h 10970"/>
                      <a:gd name="connsiteX8" fmla="*/ 25843 w 30541"/>
                      <a:gd name="connsiteY8" fmla="*/ 9974 h 10970"/>
                      <a:gd name="connsiteX9" fmla="*/ 9396 w 30541"/>
                      <a:gd name="connsiteY9" fmla="*/ 0 h 1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0541" h="10970">
                        <a:moveTo>
                          <a:pt x="9396" y="0"/>
                        </a:moveTo>
                        <a:cubicBezTo>
                          <a:pt x="8022" y="355"/>
                          <a:pt x="5096" y="1241"/>
                          <a:pt x="2968" y="2128"/>
                        </a:cubicBezTo>
                        <a:cubicBezTo>
                          <a:pt x="840" y="3280"/>
                          <a:pt x="-623" y="4566"/>
                          <a:pt x="264" y="5985"/>
                        </a:cubicBezTo>
                        <a:cubicBezTo>
                          <a:pt x="973" y="7137"/>
                          <a:pt x="2258" y="7891"/>
                          <a:pt x="3810" y="8379"/>
                        </a:cubicBezTo>
                        <a:cubicBezTo>
                          <a:pt x="5406" y="8999"/>
                          <a:pt x="7179" y="9354"/>
                          <a:pt x="9218" y="9664"/>
                        </a:cubicBezTo>
                        <a:cubicBezTo>
                          <a:pt x="13430" y="10551"/>
                          <a:pt x="18218" y="10418"/>
                          <a:pt x="21675" y="10817"/>
                        </a:cubicBezTo>
                        <a:cubicBezTo>
                          <a:pt x="22695" y="10905"/>
                          <a:pt x="24335" y="10905"/>
                          <a:pt x="26020" y="10861"/>
                        </a:cubicBezTo>
                        <a:cubicBezTo>
                          <a:pt x="27704" y="10817"/>
                          <a:pt x="29389" y="11038"/>
                          <a:pt x="30542" y="10950"/>
                        </a:cubicBezTo>
                        <a:cubicBezTo>
                          <a:pt x="29256" y="10728"/>
                          <a:pt x="27084" y="10240"/>
                          <a:pt x="25843" y="9974"/>
                        </a:cubicBezTo>
                        <a:cubicBezTo>
                          <a:pt x="19060" y="7625"/>
                          <a:pt x="10282" y="5630"/>
                          <a:pt x="939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17" name="Forme libre : forme 22816">
                    <a:extLst>
                      <a:ext uri="{FF2B5EF4-FFF2-40B4-BE49-F238E27FC236}">
                        <a16:creationId xmlns:a16="http://schemas.microsoft.com/office/drawing/2014/main" id="{F347FE5D-8553-4B2E-8AA7-962D0BE728FA}"/>
                      </a:ext>
                    </a:extLst>
                  </p:cNvPr>
                  <p:cNvSpPr/>
                  <p:nvPr/>
                </p:nvSpPr>
                <p:spPr>
                  <a:xfrm>
                    <a:off x="5848833" y="1347129"/>
                    <a:ext cx="43708" cy="12430"/>
                  </a:xfrm>
                  <a:custGeom>
                    <a:avLst/>
                    <a:gdLst>
                      <a:gd name="connsiteX0" fmla="*/ 43377 w 43708"/>
                      <a:gd name="connsiteY0" fmla="*/ 10639 h 12430"/>
                      <a:gd name="connsiteX1" fmla="*/ 39387 w 43708"/>
                      <a:gd name="connsiteY1" fmla="*/ 12191 h 12430"/>
                      <a:gd name="connsiteX2" fmla="*/ 33048 w 43708"/>
                      <a:gd name="connsiteY2" fmla="*/ 12324 h 12430"/>
                      <a:gd name="connsiteX3" fmla="*/ 20457 w 43708"/>
                      <a:gd name="connsiteY3" fmla="*/ 11836 h 12430"/>
                      <a:gd name="connsiteX4" fmla="*/ 15005 w 43708"/>
                      <a:gd name="connsiteY4" fmla="*/ 11349 h 12430"/>
                      <a:gd name="connsiteX5" fmla="*/ 8533 w 43708"/>
                      <a:gd name="connsiteY5" fmla="*/ 10595 h 12430"/>
                      <a:gd name="connsiteX6" fmla="*/ 3080 w 43708"/>
                      <a:gd name="connsiteY6" fmla="*/ 9044 h 12430"/>
                      <a:gd name="connsiteX7" fmla="*/ 110 w 43708"/>
                      <a:gd name="connsiteY7" fmla="*/ 6251 h 12430"/>
                      <a:gd name="connsiteX8" fmla="*/ 1927 w 43708"/>
                      <a:gd name="connsiteY8" fmla="*/ 2881 h 12430"/>
                      <a:gd name="connsiteX9" fmla="*/ 8089 w 43708"/>
                      <a:gd name="connsiteY9" fmla="*/ 798 h 12430"/>
                      <a:gd name="connsiteX10" fmla="*/ 15448 w 43708"/>
                      <a:gd name="connsiteY10" fmla="*/ 0 h 12430"/>
                      <a:gd name="connsiteX11" fmla="*/ 21211 w 43708"/>
                      <a:gd name="connsiteY11" fmla="*/ 266 h 12430"/>
                      <a:gd name="connsiteX12" fmla="*/ 35663 w 43708"/>
                      <a:gd name="connsiteY12" fmla="*/ 3458 h 12430"/>
                      <a:gd name="connsiteX13" fmla="*/ 43377 w 43708"/>
                      <a:gd name="connsiteY13" fmla="*/ 10639 h 12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3708" h="12430">
                        <a:moveTo>
                          <a:pt x="43377" y="10639"/>
                        </a:moveTo>
                        <a:cubicBezTo>
                          <a:pt x="42623" y="11615"/>
                          <a:pt x="41160" y="12058"/>
                          <a:pt x="39387" y="12191"/>
                        </a:cubicBezTo>
                        <a:cubicBezTo>
                          <a:pt x="37569" y="12457"/>
                          <a:pt x="35308" y="12501"/>
                          <a:pt x="33048" y="12324"/>
                        </a:cubicBezTo>
                        <a:cubicBezTo>
                          <a:pt x="28437" y="12235"/>
                          <a:pt x="23472" y="11792"/>
                          <a:pt x="20457" y="11836"/>
                        </a:cubicBezTo>
                        <a:cubicBezTo>
                          <a:pt x="18995" y="11836"/>
                          <a:pt x="17088" y="11615"/>
                          <a:pt x="15005" y="11349"/>
                        </a:cubicBezTo>
                        <a:cubicBezTo>
                          <a:pt x="12921" y="11260"/>
                          <a:pt x="10660" y="10994"/>
                          <a:pt x="8533" y="10595"/>
                        </a:cubicBezTo>
                        <a:cubicBezTo>
                          <a:pt x="6360" y="10107"/>
                          <a:pt x="4543" y="9708"/>
                          <a:pt x="3080" y="9044"/>
                        </a:cubicBezTo>
                        <a:cubicBezTo>
                          <a:pt x="1617" y="8334"/>
                          <a:pt x="509" y="7448"/>
                          <a:pt x="110" y="6251"/>
                        </a:cubicBezTo>
                        <a:cubicBezTo>
                          <a:pt x="-289" y="5009"/>
                          <a:pt x="420" y="3768"/>
                          <a:pt x="1927" y="2881"/>
                        </a:cubicBezTo>
                        <a:cubicBezTo>
                          <a:pt x="3434" y="1951"/>
                          <a:pt x="5695" y="1108"/>
                          <a:pt x="8089" y="798"/>
                        </a:cubicBezTo>
                        <a:cubicBezTo>
                          <a:pt x="10483" y="399"/>
                          <a:pt x="13143" y="133"/>
                          <a:pt x="15448" y="0"/>
                        </a:cubicBezTo>
                        <a:cubicBezTo>
                          <a:pt x="17798" y="0"/>
                          <a:pt x="19881" y="177"/>
                          <a:pt x="21211" y="266"/>
                        </a:cubicBezTo>
                        <a:cubicBezTo>
                          <a:pt x="23871" y="310"/>
                          <a:pt x="30343" y="1374"/>
                          <a:pt x="35663" y="3458"/>
                        </a:cubicBezTo>
                        <a:cubicBezTo>
                          <a:pt x="41071" y="5541"/>
                          <a:pt x="44884" y="8689"/>
                          <a:pt x="43377" y="1063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18" name="Forme libre : forme 22817">
                    <a:extLst>
                      <a:ext uri="{FF2B5EF4-FFF2-40B4-BE49-F238E27FC236}">
                        <a16:creationId xmlns:a16="http://schemas.microsoft.com/office/drawing/2014/main" id="{6A17DC5E-A619-4DBA-B418-5F4C6E453375}"/>
                      </a:ext>
                    </a:extLst>
                  </p:cNvPr>
                  <p:cNvSpPr/>
                  <p:nvPr/>
                </p:nvSpPr>
                <p:spPr>
                  <a:xfrm>
                    <a:off x="5825968" y="1345183"/>
                    <a:ext cx="53418" cy="20314"/>
                  </a:xfrm>
                  <a:custGeom>
                    <a:avLst/>
                    <a:gdLst>
                      <a:gd name="connsiteX0" fmla="*/ 1829 w 53418"/>
                      <a:gd name="connsiteY0" fmla="*/ 15777 h 20314"/>
                      <a:gd name="connsiteX1" fmla="*/ 9321 w 53418"/>
                      <a:gd name="connsiteY1" fmla="*/ 18082 h 20314"/>
                      <a:gd name="connsiteX2" fmla="*/ 27364 w 53418"/>
                      <a:gd name="connsiteY2" fmla="*/ 20077 h 20314"/>
                      <a:gd name="connsiteX3" fmla="*/ 31797 w 53418"/>
                      <a:gd name="connsiteY3" fmla="*/ 20299 h 20314"/>
                      <a:gd name="connsiteX4" fmla="*/ 36762 w 53418"/>
                      <a:gd name="connsiteY4" fmla="*/ 20121 h 20314"/>
                      <a:gd name="connsiteX5" fmla="*/ 45761 w 53418"/>
                      <a:gd name="connsiteY5" fmla="*/ 18969 h 20314"/>
                      <a:gd name="connsiteX6" fmla="*/ 53386 w 53418"/>
                      <a:gd name="connsiteY6" fmla="*/ 13649 h 20314"/>
                      <a:gd name="connsiteX7" fmla="*/ 47402 w 53418"/>
                      <a:gd name="connsiteY7" fmla="*/ 9970 h 20314"/>
                      <a:gd name="connsiteX8" fmla="*/ 38269 w 53418"/>
                      <a:gd name="connsiteY8" fmla="*/ 6600 h 20314"/>
                      <a:gd name="connsiteX9" fmla="*/ 28738 w 53418"/>
                      <a:gd name="connsiteY9" fmla="*/ 3054 h 20314"/>
                      <a:gd name="connsiteX10" fmla="*/ 7016 w 53418"/>
                      <a:gd name="connsiteY10" fmla="*/ 2345 h 20314"/>
                      <a:gd name="connsiteX11" fmla="*/ 1829 w 53418"/>
                      <a:gd name="connsiteY11" fmla="*/ 15777 h 20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3418" h="20314">
                        <a:moveTo>
                          <a:pt x="1829" y="15777"/>
                        </a:moveTo>
                        <a:cubicBezTo>
                          <a:pt x="4356" y="17728"/>
                          <a:pt x="5731" y="17816"/>
                          <a:pt x="9321" y="18082"/>
                        </a:cubicBezTo>
                        <a:cubicBezTo>
                          <a:pt x="16104" y="18614"/>
                          <a:pt x="21113" y="19678"/>
                          <a:pt x="27364" y="20077"/>
                        </a:cubicBezTo>
                        <a:cubicBezTo>
                          <a:pt x="28871" y="20166"/>
                          <a:pt x="30334" y="20210"/>
                          <a:pt x="31797" y="20299"/>
                        </a:cubicBezTo>
                        <a:cubicBezTo>
                          <a:pt x="33437" y="20343"/>
                          <a:pt x="35122" y="20299"/>
                          <a:pt x="36762" y="20121"/>
                        </a:cubicBezTo>
                        <a:cubicBezTo>
                          <a:pt x="39998" y="19900"/>
                          <a:pt x="43013" y="19722"/>
                          <a:pt x="45761" y="18969"/>
                        </a:cubicBezTo>
                        <a:cubicBezTo>
                          <a:pt x="49663" y="18259"/>
                          <a:pt x="53830" y="16575"/>
                          <a:pt x="53386" y="13649"/>
                        </a:cubicBezTo>
                        <a:cubicBezTo>
                          <a:pt x="53076" y="11831"/>
                          <a:pt x="49884" y="11167"/>
                          <a:pt x="47402" y="9970"/>
                        </a:cubicBezTo>
                        <a:cubicBezTo>
                          <a:pt x="44343" y="8861"/>
                          <a:pt x="41373" y="7753"/>
                          <a:pt x="38269" y="6600"/>
                        </a:cubicBezTo>
                        <a:cubicBezTo>
                          <a:pt x="35166" y="5670"/>
                          <a:pt x="32019" y="4561"/>
                          <a:pt x="28738" y="3054"/>
                        </a:cubicBezTo>
                        <a:cubicBezTo>
                          <a:pt x="23241" y="704"/>
                          <a:pt x="15173" y="-2088"/>
                          <a:pt x="7016" y="2345"/>
                        </a:cubicBezTo>
                        <a:cubicBezTo>
                          <a:pt x="-254" y="6467"/>
                          <a:pt x="-1673" y="13294"/>
                          <a:pt x="1829" y="1577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19" name="Forme libre : forme 22818">
                    <a:extLst>
                      <a:ext uri="{FF2B5EF4-FFF2-40B4-BE49-F238E27FC236}">
                        <a16:creationId xmlns:a16="http://schemas.microsoft.com/office/drawing/2014/main" id="{E611C7FD-517F-4615-A5CA-14F1A05775BD}"/>
                      </a:ext>
                    </a:extLst>
                  </p:cNvPr>
                  <p:cNvSpPr/>
                  <p:nvPr/>
                </p:nvSpPr>
                <p:spPr>
                  <a:xfrm>
                    <a:off x="5835332" y="1342471"/>
                    <a:ext cx="18853" cy="9403"/>
                  </a:xfrm>
                  <a:custGeom>
                    <a:avLst/>
                    <a:gdLst>
                      <a:gd name="connsiteX0" fmla="*/ 1243 w 18853"/>
                      <a:gd name="connsiteY0" fmla="*/ 7008 h 9403"/>
                      <a:gd name="connsiteX1" fmla="*/ 2 w 18853"/>
                      <a:gd name="connsiteY1" fmla="*/ 8825 h 9403"/>
                      <a:gd name="connsiteX2" fmla="*/ 1775 w 18853"/>
                      <a:gd name="connsiteY2" fmla="*/ 9313 h 9403"/>
                      <a:gd name="connsiteX3" fmla="*/ 5100 w 18853"/>
                      <a:gd name="connsiteY3" fmla="*/ 8160 h 9403"/>
                      <a:gd name="connsiteX4" fmla="*/ 13257 w 18853"/>
                      <a:gd name="connsiteY4" fmla="*/ 4969 h 9403"/>
                      <a:gd name="connsiteX5" fmla="*/ 16315 w 18853"/>
                      <a:gd name="connsiteY5" fmla="*/ 3860 h 9403"/>
                      <a:gd name="connsiteX6" fmla="*/ 13789 w 18853"/>
                      <a:gd name="connsiteY6" fmla="*/ 225 h 9403"/>
                      <a:gd name="connsiteX7" fmla="*/ 1243 w 18853"/>
                      <a:gd name="connsiteY7" fmla="*/ 7008 h 9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53" h="9403">
                        <a:moveTo>
                          <a:pt x="1243" y="7008"/>
                        </a:moveTo>
                        <a:cubicBezTo>
                          <a:pt x="534" y="7717"/>
                          <a:pt x="46" y="8205"/>
                          <a:pt x="2" y="8825"/>
                        </a:cubicBezTo>
                        <a:cubicBezTo>
                          <a:pt x="-43" y="9446"/>
                          <a:pt x="800" y="9490"/>
                          <a:pt x="1775" y="9313"/>
                        </a:cubicBezTo>
                        <a:cubicBezTo>
                          <a:pt x="2706" y="9091"/>
                          <a:pt x="4036" y="8515"/>
                          <a:pt x="5100" y="8160"/>
                        </a:cubicBezTo>
                        <a:cubicBezTo>
                          <a:pt x="7715" y="6963"/>
                          <a:pt x="10641" y="6033"/>
                          <a:pt x="13257" y="4969"/>
                        </a:cubicBezTo>
                        <a:cubicBezTo>
                          <a:pt x="14365" y="4570"/>
                          <a:pt x="15429" y="4348"/>
                          <a:pt x="16315" y="3860"/>
                        </a:cubicBezTo>
                        <a:cubicBezTo>
                          <a:pt x="20039" y="1865"/>
                          <a:pt x="20039" y="-794"/>
                          <a:pt x="13789" y="225"/>
                        </a:cubicBezTo>
                        <a:cubicBezTo>
                          <a:pt x="9001" y="1112"/>
                          <a:pt x="4080" y="4171"/>
                          <a:pt x="1243" y="700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20" name="Forme libre : forme 22819">
                    <a:extLst>
                      <a:ext uri="{FF2B5EF4-FFF2-40B4-BE49-F238E27FC236}">
                        <a16:creationId xmlns:a16="http://schemas.microsoft.com/office/drawing/2014/main" id="{831E20F4-829A-464C-B3E8-DFD8DF3D62A9}"/>
                      </a:ext>
                    </a:extLst>
                  </p:cNvPr>
                  <p:cNvSpPr/>
                  <p:nvPr/>
                </p:nvSpPr>
                <p:spPr>
                  <a:xfrm>
                    <a:off x="5876029" y="1365039"/>
                    <a:ext cx="26908" cy="3502"/>
                  </a:xfrm>
                  <a:custGeom>
                    <a:avLst/>
                    <a:gdLst>
                      <a:gd name="connsiteX0" fmla="*/ 26909 w 26908"/>
                      <a:gd name="connsiteY0" fmla="*/ 0 h 3502"/>
                      <a:gd name="connsiteX1" fmla="*/ 13743 w 26908"/>
                      <a:gd name="connsiteY1" fmla="*/ 2128 h 3502"/>
                      <a:gd name="connsiteX2" fmla="*/ 6472 w 26908"/>
                      <a:gd name="connsiteY2" fmla="*/ 2704 h 3502"/>
                      <a:gd name="connsiteX3" fmla="*/ 0 w 26908"/>
                      <a:gd name="connsiteY3" fmla="*/ 3502 h 3502"/>
                      <a:gd name="connsiteX4" fmla="*/ 6472 w 26908"/>
                      <a:gd name="connsiteY4" fmla="*/ 2394 h 3502"/>
                      <a:gd name="connsiteX5" fmla="*/ 13299 w 26908"/>
                      <a:gd name="connsiteY5" fmla="*/ 1241 h 3502"/>
                      <a:gd name="connsiteX6" fmla="*/ 20259 w 26908"/>
                      <a:gd name="connsiteY6" fmla="*/ 399 h 3502"/>
                      <a:gd name="connsiteX7" fmla="*/ 23717 w 26908"/>
                      <a:gd name="connsiteY7" fmla="*/ 89 h 3502"/>
                      <a:gd name="connsiteX8" fmla="*/ 26909 w 26908"/>
                      <a:gd name="connsiteY8" fmla="*/ 0 h 3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908" h="3502">
                        <a:moveTo>
                          <a:pt x="26909" y="0"/>
                        </a:moveTo>
                        <a:cubicBezTo>
                          <a:pt x="23540" y="1551"/>
                          <a:pt x="18619" y="1773"/>
                          <a:pt x="13743" y="2128"/>
                        </a:cubicBezTo>
                        <a:cubicBezTo>
                          <a:pt x="11260" y="2350"/>
                          <a:pt x="8911" y="2305"/>
                          <a:pt x="6472" y="2704"/>
                        </a:cubicBezTo>
                        <a:cubicBezTo>
                          <a:pt x="4123" y="2926"/>
                          <a:pt x="1995" y="3059"/>
                          <a:pt x="0" y="3502"/>
                        </a:cubicBezTo>
                        <a:cubicBezTo>
                          <a:pt x="2172" y="3059"/>
                          <a:pt x="4211" y="2837"/>
                          <a:pt x="6472" y="2394"/>
                        </a:cubicBezTo>
                        <a:cubicBezTo>
                          <a:pt x="8777" y="1862"/>
                          <a:pt x="10994" y="1596"/>
                          <a:pt x="13299" y="1241"/>
                        </a:cubicBezTo>
                        <a:cubicBezTo>
                          <a:pt x="15693" y="798"/>
                          <a:pt x="17954" y="621"/>
                          <a:pt x="20259" y="399"/>
                        </a:cubicBezTo>
                        <a:cubicBezTo>
                          <a:pt x="21412" y="310"/>
                          <a:pt x="22564" y="177"/>
                          <a:pt x="23717" y="89"/>
                        </a:cubicBezTo>
                        <a:cubicBezTo>
                          <a:pt x="24781" y="44"/>
                          <a:pt x="25889" y="44"/>
                          <a:pt x="269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21" name="Forme libre : forme 22820">
                    <a:extLst>
                      <a:ext uri="{FF2B5EF4-FFF2-40B4-BE49-F238E27FC236}">
                        <a16:creationId xmlns:a16="http://schemas.microsoft.com/office/drawing/2014/main" id="{A7BF0D9B-A0AF-470B-8F39-E9889F333433}"/>
                      </a:ext>
                    </a:extLst>
                  </p:cNvPr>
                  <p:cNvSpPr/>
                  <p:nvPr/>
                </p:nvSpPr>
                <p:spPr>
                  <a:xfrm>
                    <a:off x="5816360" y="1335913"/>
                    <a:ext cx="27529" cy="25977"/>
                  </a:xfrm>
                  <a:custGeom>
                    <a:avLst/>
                    <a:gdLst>
                      <a:gd name="connsiteX0" fmla="*/ 27529 w 27529"/>
                      <a:gd name="connsiteY0" fmla="*/ 0 h 25977"/>
                      <a:gd name="connsiteX1" fmla="*/ 8866 w 27529"/>
                      <a:gd name="connsiteY1" fmla="*/ 11260 h 25977"/>
                      <a:gd name="connsiteX2" fmla="*/ 0 w 27529"/>
                      <a:gd name="connsiteY2" fmla="*/ 25978 h 25977"/>
                      <a:gd name="connsiteX3" fmla="*/ 9575 w 27529"/>
                      <a:gd name="connsiteY3" fmla="*/ 11482 h 25977"/>
                      <a:gd name="connsiteX4" fmla="*/ 27529 w 27529"/>
                      <a:gd name="connsiteY4" fmla="*/ 0 h 2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29" h="25977">
                        <a:moveTo>
                          <a:pt x="27529" y="0"/>
                        </a:moveTo>
                        <a:cubicBezTo>
                          <a:pt x="19550" y="2128"/>
                          <a:pt x="13255" y="6517"/>
                          <a:pt x="8866" y="11260"/>
                        </a:cubicBezTo>
                        <a:cubicBezTo>
                          <a:pt x="4522" y="16092"/>
                          <a:pt x="1684" y="21190"/>
                          <a:pt x="0" y="25978"/>
                        </a:cubicBezTo>
                        <a:cubicBezTo>
                          <a:pt x="1374" y="21412"/>
                          <a:pt x="4788" y="16314"/>
                          <a:pt x="9575" y="11482"/>
                        </a:cubicBezTo>
                        <a:cubicBezTo>
                          <a:pt x="14319" y="6650"/>
                          <a:pt x="20968" y="2483"/>
                          <a:pt x="2752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22" name="Forme libre : forme 22821">
                    <a:extLst>
                      <a:ext uri="{FF2B5EF4-FFF2-40B4-BE49-F238E27FC236}">
                        <a16:creationId xmlns:a16="http://schemas.microsoft.com/office/drawing/2014/main" id="{12EE4101-E0DB-4994-BF12-A233EDFD7CD4}"/>
                      </a:ext>
                    </a:extLst>
                  </p:cNvPr>
                  <p:cNvSpPr/>
                  <p:nvPr/>
                </p:nvSpPr>
                <p:spPr>
                  <a:xfrm>
                    <a:off x="5864373" y="1347056"/>
                    <a:ext cx="16662" cy="5199"/>
                  </a:xfrm>
                  <a:custGeom>
                    <a:avLst/>
                    <a:gdLst>
                      <a:gd name="connsiteX0" fmla="*/ 16444 w 16662"/>
                      <a:gd name="connsiteY0" fmla="*/ 4639 h 5199"/>
                      <a:gd name="connsiteX1" fmla="*/ 6647 w 16662"/>
                      <a:gd name="connsiteY1" fmla="*/ 4018 h 5199"/>
                      <a:gd name="connsiteX2" fmla="*/ 175 w 16662"/>
                      <a:gd name="connsiteY2" fmla="*/ 826 h 5199"/>
                      <a:gd name="connsiteX3" fmla="*/ 9661 w 16662"/>
                      <a:gd name="connsiteY3" fmla="*/ 826 h 5199"/>
                      <a:gd name="connsiteX4" fmla="*/ 16444 w 16662"/>
                      <a:gd name="connsiteY4" fmla="*/ 4639 h 5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662" h="5199">
                        <a:moveTo>
                          <a:pt x="16444" y="4639"/>
                        </a:moveTo>
                        <a:cubicBezTo>
                          <a:pt x="15025" y="6146"/>
                          <a:pt x="8686" y="4151"/>
                          <a:pt x="6647" y="4018"/>
                        </a:cubicBezTo>
                        <a:cubicBezTo>
                          <a:pt x="4652" y="3663"/>
                          <a:pt x="-1067" y="2466"/>
                          <a:pt x="175" y="826"/>
                        </a:cubicBezTo>
                        <a:cubicBezTo>
                          <a:pt x="1460" y="-814"/>
                          <a:pt x="7755" y="427"/>
                          <a:pt x="9661" y="826"/>
                        </a:cubicBezTo>
                        <a:cubicBezTo>
                          <a:pt x="11612" y="1402"/>
                          <a:pt x="17907" y="3220"/>
                          <a:pt x="16444" y="463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23" name="Forme libre : forme 22822">
                    <a:extLst>
                      <a:ext uri="{FF2B5EF4-FFF2-40B4-BE49-F238E27FC236}">
                        <a16:creationId xmlns:a16="http://schemas.microsoft.com/office/drawing/2014/main" id="{A3028315-65F3-47AA-A067-2C5E823CA821}"/>
                      </a:ext>
                    </a:extLst>
                  </p:cNvPr>
                  <p:cNvSpPr/>
                  <p:nvPr/>
                </p:nvSpPr>
                <p:spPr>
                  <a:xfrm>
                    <a:off x="5878777" y="1350434"/>
                    <a:ext cx="4700" cy="1810"/>
                  </a:xfrm>
                  <a:custGeom>
                    <a:avLst/>
                    <a:gdLst>
                      <a:gd name="connsiteX0" fmla="*/ 4700 w 4700"/>
                      <a:gd name="connsiteY0" fmla="*/ 1394 h 1810"/>
                      <a:gd name="connsiteX1" fmla="*/ 2395 w 4700"/>
                      <a:gd name="connsiteY1" fmla="*/ 1660 h 1810"/>
                      <a:gd name="connsiteX2" fmla="*/ 1 w 4700"/>
                      <a:gd name="connsiteY2" fmla="*/ 508 h 1810"/>
                      <a:gd name="connsiteX3" fmla="*/ 2262 w 4700"/>
                      <a:gd name="connsiteY3" fmla="*/ 109 h 1810"/>
                      <a:gd name="connsiteX4" fmla="*/ 4700 w 4700"/>
                      <a:gd name="connsiteY4" fmla="*/ 1394 h 1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00" h="1810">
                        <a:moveTo>
                          <a:pt x="4700" y="1394"/>
                        </a:moveTo>
                        <a:cubicBezTo>
                          <a:pt x="4700" y="2059"/>
                          <a:pt x="3193" y="1749"/>
                          <a:pt x="2395" y="1660"/>
                        </a:cubicBezTo>
                        <a:cubicBezTo>
                          <a:pt x="1597" y="1527"/>
                          <a:pt x="45" y="1173"/>
                          <a:pt x="1" y="508"/>
                        </a:cubicBezTo>
                        <a:cubicBezTo>
                          <a:pt x="-43" y="-157"/>
                          <a:pt x="1464" y="-24"/>
                          <a:pt x="2262" y="109"/>
                        </a:cubicBezTo>
                        <a:cubicBezTo>
                          <a:pt x="3060" y="153"/>
                          <a:pt x="4700" y="685"/>
                          <a:pt x="4700" y="139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24" name="Forme libre : forme 22823">
                    <a:extLst>
                      <a:ext uri="{FF2B5EF4-FFF2-40B4-BE49-F238E27FC236}">
                        <a16:creationId xmlns:a16="http://schemas.microsoft.com/office/drawing/2014/main" id="{F49976E8-6530-4C6E-A653-18249CA4B52D}"/>
                      </a:ext>
                    </a:extLst>
                  </p:cNvPr>
                  <p:cNvSpPr/>
                  <p:nvPr/>
                </p:nvSpPr>
                <p:spPr>
                  <a:xfrm>
                    <a:off x="5864387" y="1336462"/>
                    <a:ext cx="39088" cy="25295"/>
                  </a:xfrm>
                  <a:custGeom>
                    <a:avLst/>
                    <a:gdLst>
                      <a:gd name="connsiteX0" fmla="*/ 32744 w 39088"/>
                      <a:gd name="connsiteY0" fmla="*/ 12883 h 25295"/>
                      <a:gd name="connsiteX1" fmla="*/ 37044 w 39088"/>
                      <a:gd name="connsiteY1" fmla="*/ 18380 h 25295"/>
                      <a:gd name="connsiteX2" fmla="*/ 39083 w 39088"/>
                      <a:gd name="connsiteY2" fmla="*/ 23921 h 25295"/>
                      <a:gd name="connsiteX3" fmla="*/ 35226 w 39088"/>
                      <a:gd name="connsiteY3" fmla="*/ 24808 h 25295"/>
                      <a:gd name="connsiteX4" fmla="*/ 31680 w 39088"/>
                      <a:gd name="connsiteY4" fmla="*/ 21084 h 25295"/>
                      <a:gd name="connsiteX5" fmla="*/ 26316 w 39088"/>
                      <a:gd name="connsiteY5" fmla="*/ 15366 h 25295"/>
                      <a:gd name="connsiteX6" fmla="*/ 19267 w 39088"/>
                      <a:gd name="connsiteY6" fmla="*/ 10534 h 25295"/>
                      <a:gd name="connsiteX7" fmla="*/ 14524 w 39088"/>
                      <a:gd name="connsiteY7" fmla="*/ 8672 h 25295"/>
                      <a:gd name="connsiteX8" fmla="*/ 7431 w 39088"/>
                      <a:gd name="connsiteY8" fmla="*/ 6322 h 25295"/>
                      <a:gd name="connsiteX9" fmla="*/ 426 w 39088"/>
                      <a:gd name="connsiteY9" fmla="*/ 1534 h 25295"/>
                      <a:gd name="connsiteX10" fmla="*/ 11908 w 39088"/>
                      <a:gd name="connsiteY10" fmla="*/ 382 h 25295"/>
                      <a:gd name="connsiteX11" fmla="*/ 24143 w 39088"/>
                      <a:gd name="connsiteY11" fmla="*/ 4593 h 25295"/>
                      <a:gd name="connsiteX12" fmla="*/ 32744 w 39088"/>
                      <a:gd name="connsiteY12" fmla="*/ 12883 h 25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088" h="25295">
                        <a:moveTo>
                          <a:pt x="32744" y="12883"/>
                        </a:moveTo>
                        <a:cubicBezTo>
                          <a:pt x="34605" y="14701"/>
                          <a:pt x="35980" y="16562"/>
                          <a:pt x="37044" y="18380"/>
                        </a:cubicBezTo>
                        <a:cubicBezTo>
                          <a:pt x="38108" y="20198"/>
                          <a:pt x="38861" y="21838"/>
                          <a:pt x="39083" y="23921"/>
                        </a:cubicBezTo>
                        <a:cubicBezTo>
                          <a:pt x="39216" y="25429"/>
                          <a:pt x="37132" y="25650"/>
                          <a:pt x="35226" y="24808"/>
                        </a:cubicBezTo>
                        <a:cubicBezTo>
                          <a:pt x="33364" y="23877"/>
                          <a:pt x="32611" y="22503"/>
                          <a:pt x="31680" y="21084"/>
                        </a:cubicBezTo>
                        <a:cubicBezTo>
                          <a:pt x="30172" y="19134"/>
                          <a:pt x="28355" y="17227"/>
                          <a:pt x="26316" y="15366"/>
                        </a:cubicBezTo>
                        <a:cubicBezTo>
                          <a:pt x="24188" y="13725"/>
                          <a:pt x="21838" y="12174"/>
                          <a:pt x="19267" y="10534"/>
                        </a:cubicBezTo>
                        <a:cubicBezTo>
                          <a:pt x="18469" y="10046"/>
                          <a:pt x="16696" y="9425"/>
                          <a:pt x="14524" y="8672"/>
                        </a:cubicBezTo>
                        <a:cubicBezTo>
                          <a:pt x="12351" y="7874"/>
                          <a:pt x="9780" y="6943"/>
                          <a:pt x="7431" y="6322"/>
                        </a:cubicBezTo>
                        <a:cubicBezTo>
                          <a:pt x="2687" y="4859"/>
                          <a:pt x="-1347" y="3263"/>
                          <a:pt x="426" y="1534"/>
                        </a:cubicBezTo>
                        <a:cubicBezTo>
                          <a:pt x="2244" y="-106"/>
                          <a:pt x="6987" y="-328"/>
                          <a:pt x="11908" y="382"/>
                        </a:cubicBezTo>
                        <a:cubicBezTo>
                          <a:pt x="16873" y="1401"/>
                          <a:pt x="21794" y="3042"/>
                          <a:pt x="24143" y="4593"/>
                        </a:cubicBezTo>
                        <a:cubicBezTo>
                          <a:pt x="28843" y="7209"/>
                          <a:pt x="29995" y="9957"/>
                          <a:pt x="32744" y="128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84" name="Graphique 2">
                  <a:extLst>
                    <a:ext uri="{FF2B5EF4-FFF2-40B4-BE49-F238E27FC236}">
                      <a16:creationId xmlns:a16="http://schemas.microsoft.com/office/drawing/2014/main" id="{D5B8E89C-5E49-4674-B5B4-502801D367A0}"/>
                    </a:ext>
                  </a:extLst>
                </p:cNvPr>
                <p:cNvGrpSpPr/>
                <p:nvPr/>
              </p:nvGrpSpPr>
              <p:grpSpPr>
                <a:xfrm>
                  <a:off x="5905329" y="1361439"/>
                  <a:ext cx="70219" cy="69342"/>
                  <a:chOff x="5905329" y="1361439"/>
                  <a:chExt cx="70219" cy="69342"/>
                </a:xfrm>
                <a:solidFill>
                  <a:schemeClr val="accent1"/>
                </a:solidFill>
              </p:grpSpPr>
              <p:sp>
                <p:nvSpPr>
                  <p:cNvPr id="22801" name="Forme libre : forme 22800">
                    <a:extLst>
                      <a:ext uri="{FF2B5EF4-FFF2-40B4-BE49-F238E27FC236}">
                        <a16:creationId xmlns:a16="http://schemas.microsoft.com/office/drawing/2014/main" id="{3B5E5EAE-4BB4-403C-90B2-B213C830B6DE}"/>
                      </a:ext>
                    </a:extLst>
                  </p:cNvPr>
                  <p:cNvSpPr/>
                  <p:nvPr/>
                </p:nvSpPr>
                <p:spPr>
                  <a:xfrm>
                    <a:off x="5905400" y="1361439"/>
                    <a:ext cx="70148" cy="69342"/>
                  </a:xfrm>
                  <a:custGeom>
                    <a:avLst/>
                    <a:gdLst>
                      <a:gd name="connsiteX0" fmla="*/ 36638 w 70148"/>
                      <a:gd name="connsiteY0" fmla="*/ 69342 h 69342"/>
                      <a:gd name="connsiteX1" fmla="*/ 23516 w 70148"/>
                      <a:gd name="connsiteY1" fmla="*/ 65929 h 69342"/>
                      <a:gd name="connsiteX2" fmla="*/ 12212 w 70148"/>
                      <a:gd name="connsiteY2" fmla="*/ 53605 h 69342"/>
                      <a:gd name="connsiteX3" fmla="*/ 10483 w 70148"/>
                      <a:gd name="connsiteY3" fmla="*/ 49349 h 69342"/>
                      <a:gd name="connsiteX4" fmla="*/ 9641 w 70148"/>
                      <a:gd name="connsiteY4" fmla="*/ 47221 h 69342"/>
                      <a:gd name="connsiteX5" fmla="*/ 9020 w 70148"/>
                      <a:gd name="connsiteY5" fmla="*/ 45581 h 69342"/>
                      <a:gd name="connsiteX6" fmla="*/ 7646 w 70148"/>
                      <a:gd name="connsiteY6" fmla="*/ 41946 h 69342"/>
                      <a:gd name="connsiteX7" fmla="*/ 5296 w 70148"/>
                      <a:gd name="connsiteY7" fmla="*/ 36138 h 69342"/>
                      <a:gd name="connsiteX8" fmla="*/ 1085 w 70148"/>
                      <a:gd name="connsiteY8" fmla="*/ 21554 h 69342"/>
                      <a:gd name="connsiteX9" fmla="*/ 464 w 70148"/>
                      <a:gd name="connsiteY9" fmla="*/ 14771 h 69342"/>
                      <a:gd name="connsiteX10" fmla="*/ 21 w 70148"/>
                      <a:gd name="connsiteY10" fmla="*/ 7412 h 69342"/>
                      <a:gd name="connsiteX11" fmla="*/ 6804 w 70148"/>
                      <a:gd name="connsiteY11" fmla="*/ 9 h 69342"/>
                      <a:gd name="connsiteX12" fmla="*/ 23295 w 70148"/>
                      <a:gd name="connsiteY12" fmla="*/ 5506 h 69342"/>
                      <a:gd name="connsiteX13" fmla="*/ 37347 w 70148"/>
                      <a:gd name="connsiteY13" fmla="*/ 21598 h 69342"/>
                      <a:gd name="connsiteX14" fmla="*/ 40761 w 70148"/>
                      <a:gd name="connsiteY14" fmla="*/ 28691 h 69342"/>
                      <a:gd name="connsiteX15" fmla="*/ 42446 w 70148"/>
                      <a:gd name="connsiteY15" fmla="*/ 32858 h 69342"/>
                      <a:gd name="connsiteX16" fmla="*/ 42800 w 70148"/>
                      <a:gd name="connsiteY16" fmla="*/ 33745 h 69342"/>
                      <a:gd name="connsiteX17" fmla="*/ 42800 w 70148"/>
                      <a:gd name="connsiteY17" fmla="*/ 33700 h 69342"/>
                      <a:gd name="connsiteX18" fmla="*/ 42800 w 70148"/>
                      <a:gd name="connsiteY18" fmla="*/ 33700 h 69342"/>
                      <a:gd name="connsiteX19" fmla="*/ 42800 w 70148"/>
                      <a:gd name="connsiteY19" fmla="*/ 33789 h 69342"/>
                      <a:gd name="connsiteX20" fmla="*/ 42845 w 70148"/>
                      <a:gd name="connsiteY20" fmla="*/ 34144 h 69342"/>
                      <a:gd name="connsiteX21" fmla="*/ 42933 w 70148"/>
                      <a:gd name="connsiteY21" fmla="*/ 34454 h 69342"/>
                      <a:gd name="connsiteX22" fmla="*/ 43510 w 70148"/>
                      <a:gd name="connsiteY22" fmla="*/ 34720 h 69342"/>
                      <a:gd name="connsiteX23" fmla="*/ 50425 w 70148"/>
                      <a:gd name="connsiteY23" fmla="*/ 35340 h 69342"/>
                      <a:gd name="connsiteX24" fmla="*/ 64744 w 70148"/>
                      <a:gd name="connsiteY24" fmla="*/ 38976 h 69342"/>
                      <a:gd name="connsiteX25" fmla="*/ 69842 w 70148"/>
                      <a:gd name="connsiteY25" fmla="*/ 47354 h 69342"/>
                      <a:gd name="connsiteX26" fmla="*/ 61286 w 70148"/>
                      <a:gd name="connsiteY26" fmla="*/ 60255 h 69342"/>
                      <a:gd name="connsiteX27" fmla="*/ 53484 w 70148"/>
                      <a:gd name="connsiteY27" fmla="*/ 65663 h 69342"/>
                      <a:gd name="connsiteX28" fmla="*/ 50868 w 70148"/>
                      <a:gd name="connsiteY28" fmla="*/ 66860 h 69342"/>
                      <a:gd name="connsiteX29" fmla="*/ 46613 w 70148"/>
                      <a:gd name="connsiteY29" fmla="*/ 68101 h 69342"/>
                      <a:gd name="connsiteX30" fmla="*/ 41825 w 70148"/>
                      <a:gd name="connsiteY30" fmla="*/ 68988 h 69342"/>
                      <a:gd name="connsiteX31" fmla="*/ 36638 w 70148"/>
                      <a:gd name="connsiteY31" fmla="*/ 69342 h 69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70148" h="69342">
                        <a:moveTo>
                          <a:pt x="36638" y="69342"/>
                        </a:moveTo>
                        <a:cubicBezTo>
                          <a:pt x="32959" y="69209"/>
                          <a:pt x="28171" y="68456"/>
                          <a:pt x="23516" y="65929"/>
                        </a:cubicBezTo>
                        <a:cubicBezTo>
                          <a:pt x="18862" y="63358"/>
                          <a:pt x="14606" y="59146"/>
                          <a:pt x="12212" y="53605"/>
                        </a:cubicBezTo>
                        <a:lnTo>
                          <a:pt x="10483" y="49349"/>
                        </a:lnTo>
                        <a:lnTo>
                          <a:pt x="9641" y="47221"/>
                        </a:lnTo>
                        <a:lnTo>
                          <a:pt x="9020" y="45581"/>
                        </a:lnTo>
                        <a:cubicBezTo>
                          <a:pt x="8532" y="44340"/>
                          <a:pt x="8089" y="43098"/>
                          <a:pt x="7646" y="41946"/>
                        </a:cubicBezTo>
                        <a:cubicBezTo>
                          <a:pt x="6759" y="39685"/>
                          <a:pt x="5961" y="37646"/>
                          <a:pt x="5296" y="36138"/>
                        </a:cubicBezTo>
                        <a:cubicBezTo>
                          <a:pt x="2902" y="30420"/>
                          <a:pt x="1750" y="25987"/>
                          <a:pt x="1085" y="21554"/>
                        </a:cubicBezTo>
                        <a:cubicBezTo>
                          <a:pt x="819" y="19293"/>
                          <a:pt x="508" y="17209"/>
                          <a:pt x="464" y="14771"/>
                        </a:cubicBezTo>
                        <a:cubicBezTo>
                          <a:pt x="331" y="12510"/>
                          <a:pt x="154" y="10027"/>
                          <a:pt x="21" y="7412"/>
                        </a:cubicBezTo>
                        <a:cubicBezTo>
                          <a:pt x="-289" y="3866"/>
                          <a:pt x="2902" y="-213"/>
                          <a:pt x="6804" y="9"/>
                        </a:cubicBezTo>
                        <a:cubicBezTo>
                          <a:pt x="12433" y="363"/>
                          <a:pt x="18063" y="2004"/>
                          <a:pt x="23295" y="5506"/>
                        </a:cubicBezTo>
                        <a:cubicBezTo>
                          <a:pt x="28614" y="8964"/>
                          <a:pt x="33402" y="14328"/>
                          <a:pt x="37347" y="21598"/>
                        </a:cubicBezTo>
                        <a:cubicBezTo>
                          <a:pt x="38456" y="23549"/>
                          <a:pt x="39564" y="25987"/>
                          <a:pt x="40761" y="28691"/>
                        </a:cubicBezTo>
                        <a:cubicBezTo>
                          <a:pt x="41337" y="30021"/>
                          <a:pt x="41869" y="31439"/>
                          <a:pt x="42446" y="32858"/>
                        </a:cubicBezTo>
                        <a:lnTo>
                          <a:pt x="42800" y="33745"/>
                        </a:lnTo>
                        <a:cubicBezTo>
                          <a:pt x="42800" y="33700"/>
                          <a:pt x="42800" y="33700"/>
                          <a:pt x="42800" y="33700"/>
                        </a:cubicBezTo>
                        <a:lnTo>
                          <a:pt x="42800" y="33700"/>
                        </a:lnTo>
                        <a:cubicBezTo>
                          <a:pt x="42845" y="33656"/>
                          <a:pt x="42800" y="33700"/>
                          <a:pt x="42800" y="33789"/>
                        </a:cubicBezTo>
                        <a:cubicBezTo>
                          <a:pt x="42800" y="33833"/>
                          <a:pt x="42800" y="33966"/>
                          <a:pt x="42845" y="34144"/>
                        </a:cubicBezTo>
                        <a:cubicBezTo>
                          <a:pt x="42845" y="34232"/>
                          <a:pt x="42889" y="34321"/>
                          <a:pt x="42933" y="34454"/>
                        </a:cubicBezTo>
                        <a:cubicBezTo>
                          <a:pt x="43022" y="34587"/>
                          <a:pt x="42933" y="34720"/>
                          <a:pt x="43510" y="34720"/>
                        </a:cubicBezTo>
                        <a:cubicBezTo>
                          <a:pt x="45682" y="34853"/>
                          <a:pt x="48120" y="34986"/>
                          <a:pt x="50425" y="35340"/>
                        </a:cubicBezTo>
                        <a:cubicBezTo>
                          <a:pt x="55169" y="35961"/>
                          <a:pt x="59823" y="37247"/>
                          <a:pt x="64744" y="38976"/>
                        </a:cubicBezTo>
                        <a:cubicBezTo>
                          <a:pt x="68158" y="40128"/>
                          <a:pt x="71128" y="44118"/>
                          <a:pt x="69842" y="47354"/>
                        </a:cubicBezTo>
                        <a:cubicBezTo>
                          <a:pt x="67980" y="52098"/>
                          <a:pt x="65453" y="56398"/>
                          <a:pt x="61286" y="60255"/>
                        </a:cubicBezTo>
                        <a:cubicBezTo>
                          <a:pt x="59203" y="62205"/>
                          <a:pt x="56676" y="64023"/>
                          <a:pt x="53484" y="65663"/>
                        </a:cubicBezTo>
                        <a:cubicBezTo>
                          <a:pt x="52686" y="66062"/>
                          <a:pt x="51755" y="66461"/>
                          <a:pt x="50868" y="66860"/>
                        </a:cubicBezTo>
                        <a:cubicBezTo>
                          <a:pt x="49804" y="67347"/>
                          <a:pt x="48120" y="67702"/>
                          <a:pt x="46613" y="68101"/>
                        </a:cubicBezTo>
                        <a:cubicBezTo>
                          <a:pt x="45061" y="68544"/>
                          <a:pt x="43465" y="68810"/>
                          <a:pt x="41825" y="68988"/>
                        </a:cubicBezTo>
                        <a:cubicBezTo>
                          <a:pt x="40096" y="69298"/>
                          <a:pt x="38412" y="69342"/>
                          <a:pt x="36638" y="6934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02" name="Forme libre : forme 22801">
                    <a:extLst>
                      <a:ext uri="{FF2B5EF4-FFF2-40B4-BE49-F238E27FC236}">
                        <a16:creationId xmlns:a16="http://schemas.microsoft.com/office/drawing/2014/main" id="{1E602E1A-7AAB-45D0-8644-249B0FC0EF37}"/>
                      </a:ext>
                    </a:extLst>
                  </p:cNvPr>
                  <p:cNvSpPr/>
                  <p:nvPr/>
                </p:nvSpPr>
                <p:spPr>
                  <a:xfrm>
                    <a:off x="5905329" y="1364462"/>
                    <a:ext cx="69735" cy="66240"/>
                  </a:xfrm>
                  <a:custGeom>
                    <a:avLst/>
                    <a:gdLst>
                      <a:gd name="connsiteX0" fmla="*/ 18622 w 69735"/>
                      <a:gd name="connsiteY0" fmla="*/ 31918 h 66240"/>
                      <a:gd name="connsiteX1" fmla="*/ 9623 w 69735"/>
                      <a:gd name="connsiteY1" fmla="*/ 15471 h 66240"/>
                      <a:gd name="connsiteX2" fmla="*/ 1200 w 69735"/>
                      <a:gd name="connsiteY2" fmla="*/ 0 h 66240"/>
                      <a:gd name="connsiteX3" fmla="*/ 3 w 69735"/>
                      <a:gd name="connsiteY3" fmla="*/ 4256 h 66240"/>
                      <a:gd name="connsiteX4" fmla="*/ 314 w 69735"/>
                      <a:gd name="connsiteY4" fmla="*/ 9443 h 66240"/>
                      <a:gd name="connsiteX5" fmla="*/ 1998 w 69735"/>
                      <a:gd name="connsiteY5" fmla="*/ 23096 h 66240"/>
                      <a:gd name="connsiteX6" fmla="*/ 5279 w 69735"/>
                      <a:gd name="connsiteY6" fmla="*/ 33026 h 66240"/>
                      <a:gd name="connsiteX7" fmla="*/ 6963 w 69735"/>
                      <a:gd name="connsiteY7" fmla="*/ 37105 h 66240"/>
                      <a:gd name="connsiteX8" fmla="*/ 8914 w 69735"/>
                      <a:gd name="connsiteY8" fmla="*/ 42159 h 66240"/>
                      <a:gd name="connsiteX9" fmla="*/ 9756 w 69735"/>
                      <a:gd name="connsiteY9" fmla="*/ 44331 h 66240"/>
                      <a:gd name="connsiteX10" fmla="*/ 10997 w 69735"/>
                      <a:gd name="connsiteY10" fmla="*/ 47390 h 66240"/>
                      <a:gd name="connsiteX11" fmla="*/ 13702 w 69735"/>
                      <a:gd name="connsiteY11" fmla="*/ 53330 h 66240"/>
                      <a:gd name="connsiteX12" fmla="*/ 22125 w 69735"/>
                      <a:gd name="connsiteY12" fmla="*/ 62019 h 66240"/>
                      <a:gd name="connsiteX13" fmla="*/ 32010 w 69735"/>
                      <a:gd name="connsiteY13" fmla="*/ 65787 h 66240"/>
                      <a:gd name="connsiteX14" fmla="*/ 36576 w 69735"/>
                      <a:gd name="connsiteY14" fmla="*/ 66230 h 66240"/>
                      <a:gd name="connsiteX15" fmla="*/ 50097 w 69735"/>
                      <a:gd name="connsiteY15" fmla="*/ 64014 h 66240"/>
                      <a:gd name="connsiteX16" fmla="*/ 57013 w 69735"/>
                      <a:gd name="connsiteY16" fmla="*/ 60467 h 66240"/>
                      <a:gd name="connsiteX17" fmla="*/ 67697 w 69735"/>
                      <a:gd name="connsiteY17" fmla="*/ 48675 h 66240"/>
                      <a:gd name="connsiteX18" fmla="*/ 69692 w 69735"/>
                      <a:gd name="connsiteY18" fmla="*/ 44331 h 66240"/>
                      <a:gd name="connsiteX19" fmla="*/ 69736 w 69735"/>
                      <a:gd name="connsiteY19" fmla="*/ 44154 h 66240"/>
                      <a:gd name="connsiteX20" fmla="*/ 55993 w 69735"/>
                      <a:gd name="connsiteY20" fmla="*/ 49473 h 66240"/>
                      <a:gd name="connsiteX21" fmla="*/ 48723 w 69735"/>
                      <a:gd name="connsiteY21" fmla="*/ 51690 h 66240"/>
                      <a:gd name="connsiteX22" fmla="*/ 40123 w 69735"/>
                      <a:gd name="connsiteY22" fmla="*/ 53153 h 66240"/>
                      <a:gd name="connsiteX23" fmla="*/ 31478 w 69735"/>
                      <a:gd name="connsiteY23" fmla="*/ 51912 h 66240"/>
                      <a:gd name="connsiteX24" fmla="*/ 24962 w 69735"/>
                      <a:gd name="connsiteY24" fmla="*/ 46237 h 66240"/>
                      <a:gd name="connsiteX25" fmla="*/ 21415 w 69735"/>
                      <a:gd name="connsiteY25" fmla="*/ 38169 h 66240"/>
                      <a:gd name="connsiteX26" fmla="*/ 18622 w 69735"/>
                      <a:gd name="connsiteY26" fmla="*/ 31918 h 66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9735" h="66240">
                        <a:moveTo>
                          <a:pt x="18622" y="31918"/>
                        </a:moveTo>
                        <a:cubicBezTo>
                          <a:pt x="15785" y="26288"/>
                          <a:pt x="12682" y="20702"/>
                          <a:pt x="9623" y="15471"/>
                        </a:cubicBezTo>
                        <a:cubicBezTo>
                          <a:pt x="6697" y="10107"/>
                          <a:pt x="3550" y="5275"/>
                          <a:pt x="1200" y="0"/>
                        </a:cubicBezTo>
                        <a:cubicBezTo>
                          <a:pt x="358" y="1286"/>
                          <a:pt x="-41" y="2748"/>
                          <a:pt x="3" y="4256"/>
                        </a:cubicBezTo>
                        <a:cubicBezTo>
                          <a:pt x="136" y="6073"/>
                          <a:pt x="225" y="7802"/>
                          <a:pt x="314" y="9443"/>
                        </a:cubicBezTo>
                        <a:cubicBezTo>
                          <a:pt x="624" y="14230"/>
                          <a:pt x="890" y="18575"/>
                          <a:pt x="1998" y="23096"/>
                        </a:cubicBezTo>
                        <a:cubicBezTo>
                          <a:pt x="2663" y="26111"/>
                          <a:pt x="3771" y="29214"/>
                          <a:pt x="5279" y="33026"/>
                        </a:cubicBezTo>
                        <a:cubicBezTo>
                          <a:pt x="5722" y="34179"/>
                          <a:pt x="6343" y="35509"/>
                          <a:pt x="6963" y="37105"/>
                        </a:cubicBezTo>
                        <a:cubicBezTo>
                          <a:pt x="7584" y="38612"/>
                          <a:pt x="8249" y="40341"/>
                          <a:pt x="8914" y="42159"/>
                        </a:cubicBezTo>
                        <a:lnTo>
                          <a:pt x="9756" y="44331"/>
                        </a:lnTo>
                        <a:lnTo>
                          <a:pt x="10997" y="47390"/>
                        </a:lnTo>
                        <a:cubicBezTo>
                          <a:pt x="11928" y="49340"/>
                          <a:pt x="12460" y="51646"/>
                          <a:pt x="13702" y="53330"/>
                        </a:cubicBezTo>
                        <a:cubicBezTo>
                          <a:pt x="15874" y="56965"/>
                          <a:pt x="18888" y="59847"/>
                          <a:pt x="22125" y="62019"/>
                        </a:cubicBezTo>
                        <a:cubicBezTo>
                          <a:pt x="25449" y="64058"/>
                          <a:pt x="28951" y="65122"/>
                          <a:pt x="32010" y="65787"/>
                        </a:cubicBezTo>
                        <a:cubicBezTo>
                          <a:pt x="33650" y="65964"/>
                          <a:pt x="35158" y="66275"/>
                          <a:pt x="36576" y="66230"/>
                        </a:cubicBezTo>
                        <a:cubicBezTo>
                          <a:pt x="41453" y="66363"/>
                          <a:pt x="46196" y="65166"/>
                          <a:pt x="50097" y="64014"/>
                        </a:cubicBezTo>
                        <a:cubicBezTo>
                          <a:pt x="53023" y="62906"/>
                          <a:pt x="55018" y="61753"/>
                          <a:pt x="57013" y="60467"/>
                        </a:cubicBezTo>
                        <a:cubicBezTo>
                          <a:pt x="62111" y="56965"/>
                          <a:pt x="65258" y="52931"/>
                          <a:pt x="67697" y="48675"/>
                        </a:cubicBezTo>
                        <a:cubicBezTo>
                          <a:pt x="68450" y="47257"/>
                          <a:pt x="69115" y="45794"/>
                          <a:pt x="69692" y="44331"/>
                        </a:cubicBezTo>
                        <a:lnTo>
                          <a:pt x="69736" y="44154"/>
                        </a:lnTo>
                        <a:cubicBezTo>
                          <a:pt x="65258" y="46016"/>
                          <a:pt x="60737" y="47877"/>
                          <a:pt x="55993" y="49473"/>
                        </a:cubicBezTo>
                        <a:cubicBezTo>
                          <a:pt x="53599" y="50271"/>
                          <a:pt x="51206" y="51069"/>
                          <a:pt x="48723" y="51690"/>
                        </a:cubicBezTo>
                        <a:cubicBezTo>
                          <a:pt x="46196" y="52399"/>
                          <a:pt x="43004" y="52975"/>
                          <a:pt x="40123" y="53153"/>
                        </a:cubicBezTo>
                        <a:cubicBezTo>
                          <a:pt x="37153" y="53330"/>
                          <a:pt x="34183" y="53020"/>
                          <a:pt x="31478" y="51912"/>
                        </a:cubicBezTo>
                        <a:cubicBezTo>
                          <a:pt x="28730" y="50848"/>
                          <a:pt x="26513" y="48720"/>
                          <a:pt x="24962" y="46237"/>
                        </a:cubicBezTo>
                        <a:cubicBezTo>
                          <a:pt x="23499" y="43755"/>
                          <a:pt x="22568" y="40740"/>
                          <a:pt x="21415" y="38169"/>
                        </a:cubicBezTo>
                        <a:cubicBezTo>
                          <a:pt x="20617" y="36041"/>
                          <a:pt x="19686" y="33913"/>
                          <a:pt x="18622" y="3191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03" name="Forme libre : forme 22802">
                    <a:extLst>
                      <a:ext uri="{FF2B5EF4-FFF2-40B4-BE49-F238E27FC236}">
                        <a16:creationId xmlns:a16="http://schemas.microsoft.com/office/drawing/2014/main" id="{2E38B6C9-9076-4F9F-9355-C2D672DC980A}"/>
                      </a:ext>
                    </a:extLst>
                  </p:cNvPr>
                  <p:cNvSpPr/>
                  <p:nvPr/>
                </p:nvSpPr>
                <p:spPr>
                  <a:xfrm>
                    <a:off x="5924624" y="1390607"/>
                    <a:ext cx="33128" cy="28729"/>
                  </a:xfrm>
                  <a:custGeom>
                    <a:avLst/>
                    <a:gdLst>
                      <a:gd name="connsiteX0" fmla="*/ 33019 w 33128"/>
                      <a:gd name="connsiteY0" fmla="*/ 20802 h 28729"/>
                      <a:gd name="connsiteX1" fmla="*/ 31201 w 33128"/>
                      <a:gd name="connsiteY1" fmla="*/ 24392 h 28729"/>
                      <a:gd name="connsiteX2" fmla="*/ 28364 w 33128"/>
                      <a:gd name="connsiteY2" fmla="*/ 26210 h 28729"/>
                      <a:gd name="connsiteX3" fmla="*/ 23975 w 33128"/>
                      <a:gd name="connsiteY3" fmla="*/ 27806 h 28729"/>
                      <a:gd name="connsiteX4" fmla="*/ 13824 w 33128"/>
                      <a:gd name="connsiteY4" fmla="*/ 28382 h 28729"/>
                      <a:gd name="connsiteX5" fmla="*/ 6686 w 33128"/>
                      <a:gd name="connsiteY5" fmla="*/ 24747 h 28729"/>
                      <a:gd name="connsiteX6" fmla="*/ 2697 w 33128"/>
                      <a:gd name="connsiteY6" fmla="*/ 18186 h 28729"/>
                      <a:gd name="connsiteX7" fmla="*/ 1322 w 33128"/>
                      <a:gd name="connsiteY7" fmla="*/ 13620 h 28729"/>
                      <a:gd name="connsiteX8" fmla="*/ 524 w 33128"/>
                      <a:gd name="connsiteY8" fmla="*/ 9985 h 28729"/>
                      <a:gd name="connsiteX9" fmla="*/ 1810 w 33128"/>
                      <a:gd name="connsiteY9" fmla="*/ 276 h 28729"/>
                      <a:gd name="connsiteX10" fmla="*/ 9523 w 33128"/>
                      <a:gd name="connsiteY10" fmla="*/ 6350 h 28729"/>
                      <a:gd name="connsiteX11" fmla="*/ 11164 w 33128"/>
                      <a:gd name="connsiteY11" fmla="*/ 9497 h 28729"/>
                      <a:gd name="connsiteX12" fmla="*/ 12228 w 33128"/>
                      <a:gd name="connsiteY12" fmla="*/ 11802 h 28729"/>
                      <a:gd name="connsiteX13" fmla="*/ 14178 w 33128"/>
                      <a:gd name="connsiteY13" fmla="*/ 15349 h 28729"/>
                      <a:gd name="connsiteX14" fmla="*/ 17680 w 33128"/>
                      <a:gd name="connsiteY14" fmla="*/ 17787 h 28729"/>
                      <a:gd name="connsiteX15" fmla="*/ 23310 w 33128"/>
                      <a:gd name="connsiteY15" fmla="*/ 18674 h 28729"/>
                      <a:gd name="connsiteX16" fmla="*/ 26236 w 33128"/>
                      <a:gd name="connsiteY16" fmla="*/ 18851 h 28729"/>
                      <a:gd name="connsiteX17" fmla="*/ 29251 w 33128"/>
                      <a:gd name="connsiteY17" fmla="*/ 19073 h 28729"/>
                      <a:gd name="connsiteX18" fmla="*/ 33019 w 33128"/>
                      <a:gd name="connsiteY18" fmla="*/ 20802 h 28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3128" h="28729">
                        <a:moveTo>
                          <a:pt x="33019" y="20802"/>
                        </a:moveTo>
                        <a:cubicBezTo>
                          <a:pt x="33418" y="21910"/>
                          <a:pt x="32709" y="23151"/>
                          <a:pt x="31201" y="24392"/>
                        </a:cubicBezTo>
                        <a:cubicBezTo>
                          <a:pt x="30448" y="25013"/>
                          <a:pt x="29517" y="25589"/>
                          <a:pt x="28364" y="26210"/>
                        </a:cubicBezTo>
                        <a:cubicBezTo>
                          <a:pt x="27123" y="26786"/>
                          <a:pt x="25571" y="27362"/>
                          <a:pt x="23975" y="27806"/>
                        </a:cubicBezTo>
                        <a:cubicBezTo>
                          <a:pt x="20739" y="28781"/>
                          <a:pt x="17015" y="29003"/>
                          <a:pt x="13824" y="28382"/>
                        </a:cubicBezTo>
                        <a:cubicBezTo>
                          <a:pt x="10587" y="27762"/>
                          <a:pt x="8061" y="26121"/>
                          <a:pt x="6686" y="24747"/>
                        </a:cubicBezTo>
                        <a:cubicBezTo>
                          <a:pt x="5179" y="23461"/>
                          <a:pt x="3716" y="21112"/>
                          <a:pt x="2697" y="18186"/>
                        </a:cubicBezTo>
                        <a:cubicBezTo>
                          <a:pt x="2209" y="16723"/>
                          <a:pt x="1766" y="15171"/>
                          <a:pt x="1322" y="13620"/>
                        </a:cubicBezTo>
                        <a:cubicBezTo>
                          <a:pt x="879" y="12024"/>
                          <a:pt x="746" y="11226"/>
                          <a:pt x="524" y="9985"/>
                        </a:cubicBezTo>
                        <a:cubicBezTo>
                          <a:pt x="-229" y="5507"/>
                          <a:pt x="-451" y="1473"/>
                          <a:pt x="1810" y="276"/>
                        </a:cubicBezTo>
                        <a:cubicBezTo>
                          <a:pt x="4115" y="-965"/>
                          <a:pt x="7130" y="2138"/>
                          <a:pt x="9523" y="6350"/>
                        </a:cubicBezTo>
                        <a:cubicBezTo>
                          <a:pt x="10100" y="7325"/>
                          <a:pt x="10765" y="8655"/>
                          <a:pt x="11164" y="9497"/>
                        </a:cubicBezTo>
                        <a:cubicBezTo>
                          <a:pt x="11563" y="10295"/>
                          <a:pt x="11917" y="11093"/>
                          <a:pt x="12228" y="11802"/>
                        </a:cubicBezTo>
                        <a:cubicBezTo>
                          <a:pt x="12848" y="13310"/>
                          <a:pt x="13513" y="14595"/>
                          <a:pt x="14178" y="15349"/>
                        </a:cubicBezTo>
                        <a:cubicBezTo>
                          <a:pt x="14755" y="16147"/>
                          <a:pt x="15996" y="17211"/>
                          <a:pt x="17680" y="17787"/>
                        </a:cubicBezTo>
                        <a:cubicBezTo>
                          <a:pt x="19365" y="18363"/>
                          <a:pt x="21360" y="18541"/>
                          <a:pt x="23310" y="18674"/>
                        </a:cubicBezTo>
                        <a:cubicBezTo>
                          <a:pt x="24286" y="18718"/>
                          <a:pt x="25261" y="18762"/>
                          <a:pt x="26236" y="18851"/>
                        </a:cubicBezTo>
                        <a:cubicBezTo>
                          <a:pt x="27212" y="18895"/>
                          <a:pt x="28364" y="18940"/>
                          <a:pt x="29251" y="19073"/>
                        </a:cubicBezTo>
                        <a:cubicBezTo>
                          <a:pt x="31246" y="19161"/>
                          <a:pt x="32620" y="19693"/>
                          <a:pt x="33019" y="2080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04" name="Forme libre : forme 22803">
                    <a:extLst>
                      <a:ext uri="{FF2B5EF4-FFF2-40B4-BE49-F238E27FC236}">
                        <a16:creationId xmlns:a16="http://schemas.microsoft.com/office/drawing/2014/main" id="{7448F98F-008D-41E5-86D1-8C0F17C4C794}"/>
                      </a:ext>
                    </a:extLst>
                  </p:cNvPr>
                  <p:cNvSpPr/>
                  <p:nvPr/>
                </p:nvSpPr>
                <p:spPr>
                  <a:xfrm>
                    <a:off x="5924761" y="1390175"/>
                    <a:ext cx="18473" cy="29102"/>
                  </a:xfrm>
                  <a:custGeom>
                    <a:avLst/>
                    <a:gdLst>
                      <a:gd name="connsiteX0" fmla="*/ 9740 w 18473"/>
                      <a:gd name="connsiteY0" fmla="*/ 7579 h 29102"/>
                      <a:gd name="connsiteX1" fmla="*/ 1584 w 18473"/>
                      <a:gd name="connsiteY1" fmla="*/ 487 h 29102"/>
                      <a:gd name="connsiteX2" fmla="*/ 431 w 18473"/>
                      <a:gd name="connsiteY2" fmla="*/ 10372 h 29102"/>
                      <a:gd name="connsiteX3" fmla="*/ 1140 w 18473"/>
                      <a:gd name="connsiteY3" fmla="*/ 13786 h 29102"/>
                      <a:gd name="connsiteX4" fmla="*/ 2470 w 18473"/>
                      <a:gd name="connsiteY4" fmla="*/ 18263 h 29102"/>
                      <a:gd name="connsiteX5" fmla="*/ 6770 w 18473"/>
                      <a:gd name="connsiteY5" fmla="*/ 25445 h 29102"/>
                      <a:gd name="connsiteX6" fmla="*/ 12134 w 18473"/>
                      <a:gd name="connsiteY6" fmla="*/ 28415 h 29102"/>
                      <a:gd name="connsiteX7" fmla="*/ 18474 w 18473"/>
                      <a:gd name="connsiteY7" fmla="*/ 29036 h 29102"/>
                      <a:gd name="connsiteX8" fmla="*/ 12179 w 18473"/>
                      <a:gd name="connsiteY8" fmla="*/ 27484 h 29102"/>
                      <a:gd name="connsiteX9" fmla="*/ 7258 w 18473"/>
                      <a:gd name="connsiteY9" fmla="*/ 22297 h 29102"/>
                      <a:gd name="connsiteX10" fmla="*/ 5928 w 18473"/>
                      <a:gd name="connsiteY10" fmla="*/ 15648 h 29102"/>
                      <a:gd name="connsiteX11" fmla="*/ 9740 w 18473"/>
                      <a:gd name="connsiteY11" fmla="*/ 7579 h 29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8473" h="29102">
                        <a:moveTo>
                          <a:pt x="9740" y="7579"/>
                        </a:moveTo>
                        <a:cubicBezTo>
                          <a:pt x="7967" y="5186"/>
                          <a:pt x="4066" y="-1907"/>
                          <a:pt x="1584" y="487"/>
                        </a:cubicBezTo>
                        <a:cubicBezTo>
                          <a:pt x="-323" y="2348"/>
                          <a:pt x="-234" y="6161"/>
                          <a:pt x="431" y="10372"/>
                        </a:cubicBezTo>
                        <a:cubicBezTo>
                          <a:pt x="608" y="11525"/>
                          <a:pt x="741" y="12323"/>
                          <a:pt x="1140" y="13786"/>
                        </a:cubicBezTo>
                        <a:cubicBezTo>
                          <a:pt x="1539" y="15249"/>
                          <a:pt x="1983" y="16756"/>
                          <a:pt x="2470" y="18263"/>
                        </a:cubicBezTo>
                        <a:cubicBezTo>
                          <a:pt x="3401" y="21233"/>
                          <a:pt x="4908" y="23805"/>
                          <a:pt x="6770" y="25445"/>
                        </a:cubicBezTo>
                        <a:cubicBezTo>
                          <a:pt x="7790" y="26464"/>
                          <a:pt x="9785" y="27794"/>
                          <a:pt x="12134" y="28415"/>
                        </a:cubicBezTo>
                        <a:cubicBezTo>
                          <a:pt x="14395" y="29169"/>
                          <a:pt x="16878" y="29169"/>
                          <a:pt x="18474" y="29036"/>
                        </a:cubicBezTo>
                        <a:cubicBezTo>
                          <a:pt x="16656" y="28903"/>
                          <a:pt x="13597" y="28504"/>
                          <a:pt x="12179" y="27484"/>
                        </a:cubicBezTo>
                        <a:cubicBezTo>
                          <a:pt x="10139" y="26287"/>
                          <a:pt x="8322" y="24469"/>
                          <a:pt x="7258" y="22297"/>
                        </a:cubicBezTo>
                        <a:cubicBezTo>
                          <a:pt x="6238" y="20081"/>
                          <a:pt x="5839" y="17731"/>
                          <a:pt x="5928" y="15648"/>
                        </a:cubicBezTo>
                        <a:cubicBezTo>
                          <a:pt x="6061" y="11436"/>
                          <a:pt x="7258" y="8909"/>
                          <a:pt x="9740" y="757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05" name="Forme libre : forme 22804">
                    <a:extLst>
                      <a:ext uri="{FF2B5EF4-FFF2-40B4-BE49-F238E27FC236}">
                        <a16:creationId xmlns:a16="http://schemas.microsoft.com/office/drawing/2014/main" id="{3DF1A1CA-0569-4830-A2C8-3E9BE26F6FA5}"/>
                      </a:ext>
                    </a:extLst>
                  </p:cNvPr>
                  <p:cNvSpPr/>
                  <p:nvPr/>
                </p:nvSpPr>
                <p:spPr>
                  <a:xfrm>
                    <a:off x="5924396" y="1393191"/>
                    <a:ext cx="35952" cy="27585"/>
                  </a:xfrm>
                  <a:custGeom>
                    <a:avLst/>
                    <a:gdLst>
                      <a:gd name="connsiteX0" fmla="*/ 35951 w 35952"/>
                      <a:gd name="connsiteY0" fmla="*/ 18528 h 27585"/>
                      <a:gd name="connsiteX1" fmla="*/ 33602 w 35952"/>
                      <a:gd name="connsiteY1" fmla="*/ 22385 h 27585"/>
                      <a:gd name="connsiteX2" fmla="*/ 26819 w 35952"/>
                      <a:gd name="connsiteY2" fmla="*/ 26020 h 27585"/>
                      <a:gd name="connsiteX3" fmla="*/ 16578 w 35952"/>
                      <a:gd name="connsiteY3" fmla="*/ 27527 h 27585"/>
                      <a:gd name="connsiteX4" fmla="*/ 8422 w 35952"/>
                      <a:gd name="connsiteY4" fmla="*/ 25089 h 27585"/>
                      <a:gd name="connsiteX5" fmla="*/ 3058 w 35952"/>
                      <a:gd name="connsiteY5" fmla="*/ 18927 h 27585"/>
                      <a:gd name="connsiteX6" fmla="*/ 1417 w 35952"/>
                      <a:gd name="connsiteY6" fmla="*/ 14317 h 27585"/>
                      <a:gd name="connsiteX7" fmla="*/ 797 w 35952"/>
                      <a:gd name="connsiteY7" fmla="*/ 11923 h 27585"/>
                      <a:gd name="connsiteX8" fmla="*/ 486 w 35952"/>
                      <a:gd name="connsiteY8" fmla="*/ 10682 h 27585"/>
                      <a:gd name="connsiteX9" fmla="*/ 353 w 35952"/>
                      <a:gd name="connsiteY9" fmla="*/ 9884 h 27585"/>
                      <a:gd name="connsiteX10" fmla="*/ 1994 w 35952"/>
                      <a:gd name="connsiteY10" fmla="*/ 308 h 27585"/>
                      <a:gd name="connsiteX11" fmla="*/ 9530 w 35952"/>
                      <a:gd name="connsiteY11" fmla="*/ 6426 h 27585"/>
                      <a:gd name="connsiteX12" fmla="*/ 12190 w 35952"/>
                      <a:gd name="connsiteY12" fmla="*/ 11746 h 27585"/>
                      <a:gd name="connsiteX13" fmla="*/ 15027 w 35952"/>
                      <a:gd name="connsiteY13" fmla="*/ 15070 h 27585"/>
                      <a:gd name="connsiteX14" fmla="*/ 19460 w 35952"/>
                      <a:gd name="connsiteY14" fmla="*/ 16711 h 27585"/>
                      <a:gd name="connsiteX15" fmla="*/ 26065 w 35952"/>
                      <a:gd name="connsiteY15" fmla="*/ 16844 h 27585"/>
                      <a:gd name="connsiteX16" fmla="*/ 35951 w 35952"/>
                      <a:gd name="connsiteY16" fmla="*/ 18528 h 27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5952" h="27585">
                        <a:moveTo>
                          <a:pt x="35951" y="18528"/>
                        </a:moveTo>
                        <a:cubicBezTo>
                          <a:pt x="35995" y="19725"/>
                          <a:pt x="35153" y="21099"/>
                          <a:pt x="33602" y="22385"/>
                        </a:cubicBezTo>
                        <a:cubicBezTo>
                          <a:pt x="31917" y="23671"/>
                          <a:pt x="30188" y="24912"/>
                          <a:pt x="26819" y="26020"/>
                        </a:cubicBezTo>
                        <a:cubicBezTo>
                          <a:pt x="23627" y="27128"/>
                          <a:pt x="19903" y="27793"/>
                          <a:pt x="16578" y="27527"/>
                        </a:cubicBezTo>
                        <a:cubicBezTo>
                          <a:pt x="13209" y="27350"/>
                          <a:pt x="10328" y="26242"/>
                          <a:pt x="8422" y="25089"/>
                        </a:cubicBezTo>
                        <a:cubicBezTo>
                          <a:pt x="6560" y="23892"/>
                          <a:pt x="4432" y="21764"/>
                          <a:pt x="3058" y="18927"/>
                        </a:cubicBezTo>
                        <a:cubicBezTo>
                          <a:pt x="2304" y="17553"/>
                          <a:pt x="1861" y="15913"/>
                          <a:pt x="1417" y="14317"/>
                        </a:cubicBezTo>
                        <a:lnTo>
                          <a:pt x="797" y="11923"/>
                        </a:lnTo>
                        <a:lnTo>
                          <a:pt x="486" y="10682"/>
                        </a:lnTo>
                        <a:lnTo>
                          <a:pt x="353" y="9884"/>
                        </a:lnTo>
                        <a:cubicBezTo>
                          <a:pt x="-267" y="5539"/>
                          <a:pt x="-267" y="1682"/>
                          <a:pt x="1994" y="308"/>
                        </a:cubicBezTo>
                        <a:cubicBezTo>
                          <a:pt x="4210" y="-1022"/>
                          <a:pt x="7180" y="2126"/>
                          <a:pt x="9530" y="6426"/>
                        </a:cubicBezTo>
                        <a:cubicBezTo>
                          <a:pt x="10683" y="8421"/>
                          <a:pt x="11347" y="10105"/>
                          <a:pt x="12190" y="11746"/>
                        </a:cubicBezTo>
                        <a:cubicBezTo>
                          <a:pt x="13032" y="13341"/>
                          <a:pt x="14140" y="14494"/>
                          <a:pt x="15027" y="15070"/>
                        </a:cubicBezTo>
                        <a:cubicBezTo>
                          <a:pt x="15869" y="15647"/>
                          <a:pt x="17465" y="16445"/>
                          <a:pt x="19460" y="16711"/>
                        </a:cubicBezTo>
                        <a:cubicBezTo>
                          <a:pt x="21455" y="17021"/>
                          <a:pt x="23804" y="16977"/>
                          <a:pt x="26065" y="16844"/>
                        </a:cubicBezTo>
                        <a:cubicBezTo>
                          <a:pt x="30809" y="16533"/>
                          <a:pt x="35862" y="16046"/>
                          <a:pt x="35951" y="1852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06" name="Forme libre : forme 22805">
                    <a:extLst>
                      <a:ext uri="{FF2B5EF4-FFF2-40B4-BE49-F238E27FC236}">
                        <a16:creationId xmlns:a16="http://schemas.microsoft.com/office/drawing/2014/main" id="{2279CF51-1FDD-494B-8347-C7D5DA89BFAD}"/>
                      </a:ext>
                    </a:extLst>
                  </p:cNvPr>
                  <p:cNvSpPr/>
                  <p:nvPr/>
                </p:nvSpPr>
                <p:spPr>
                  <a:xfrm>
                    <a:off x="5913827" y="1371258"/>
                    <a:ext cx="33824" cy="53969"/>
                  </a:xfrm>
                  <a:custGeom>
                    <a:avLst/>
                    <a:gdLst>
                      <a:gd name="connsiteX0" fmla="*/ 1391 w 33824"/>
                      <a:gd name="connsiteY0" fmla="*/ 2425 h 53969"/>
                      <a:gd name="connsiteX1" fmla="*/ 194 w 33824"/>
                      <a:gd name="connsiteY1" fmla="*/ 10139 h 53969"/>
                      <a:gd name="connsiteX2" fmla="*/ 2189 w 33824"/>
                      <a:gd name="connsiteY2" fmla="*/ 29733 h 53969"/>
                      <a:gd name="connsiteX3" fmla="*/ 3607 w 33824"/>
                      <a:gd name="connsiteY3" fmla="*/ 34609 h 53969"/>
                      <a:gd name="connsiteX4" fmla="*/ 3829 w 33824"/>
                      <a:gd name="connsiteY4" fmla="*/ 35230 h 53969"/>
                      <a:gd name="connsiteX5" fmla="*/ 4317 w 33824"/>
                      <a:gd name="connsiteY5" fmla="*/ 36604 h 53969"/>
                      <a:gd name="connsiteX6" fmla="*/ 5248 w 33824"/>
                      <a:gd name="connsiteY6" fmla="*/ 38998 h 53969"/>
                      <a:gd name="connsiteX7" fmla="*/ 7243 w 33824"/>
                      <a:gd name="connsiteY7" fmla="*/ 43653 h 53969"/>
                      <a:gd name="connsiteX8" fmla="*/ 13405 w 33824"/>
                      <a:gd name="connsiteY8" fmla="*/ 50524 h 53969"/>
                      <a:gd name="connsiteX9" fmla="*/ 21029 w 33824"/>
                      <a:gd name="connsiteY9" fmla="*/ 53716 h 53969"/>
                      <a:gd name="connsiteX10" fmla="*/ 30960 w 33824"/>
                      <a:gd name="connsiteY10" fmla="*/ 52608 h 53969"/>
                      <a:gd name="connsiteX11" fmla="*/ 33575 w 33824"/>
                      <a:gd name="connsiteY11" fmla="*/ 48618 h 53969"/>
                      <a:gd name="connsiteX12" fmla="*/ 25374 w 33824"/>
                      <a:gd name="connsiteY12" fmla="*/ 45559 h 53969"/>
                      <a:gd name="connsiteX13" fmla="*/ 18902 w 33824"/>
                      <a:gd name="connsiteY13" fmla="*/ 36870 h 53969"/>
                      <a:gd name="connsiteX14" fmla="*/ 18591 w 33824"/>
                      <a:gd name="connsiteY14" fmla="*/ 31506 h 53969"/>
                      <a:gd name="connsiteX15" fmla="*/ 18902 w 33824"/>
                      <a:gd name="connsiteY15" fmla="*/ 26408 h 53969"/>
                      <a:gd name="connsiteX16" fmla="*/ 15355 w 33824"/>
                      <a:gd name="connsiteY16" fmla="*/ 5706 h 53969"/>
                      <a:gd name="connsiteX17" fmla="*/ 7154 w 33824"/>
                      <a:gd name="connsiteY17" fmla="*/ 209 h 53969"/>
                      <a:gd name="connsiteX18" fmla="*/ 1391 w 33824"/>
                      <a:gd name="connsiteY18" fmla="*/ 2425 h 53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3824" h="53969">
                        <a:moveTo>
                          <a:pt x="1391" y="2425"/>
                        </a:moveTo>
                        <a:cubicBezTo>
                          <a:pt x="-72" y="5174"/>
                          <a:pt x="-205" y="6637"/>
                          <a:pt x="194" y="10139"/>
                        </a:cubicBezTo>
                        <a:cubicBezTo>
                          <a:pt x="637" y="16966"/>
                          <a:pt x="283" y="22152"/>
                          <a:pt x="2189" y="29733"/>
                        </a:cubicBezTo>
                        <a:cubicBezTo>
                          <a:pt x="2588" y="31285"/>
                          <a:pt x="3031" y="32969"/>
                          <a:pt x="3607" y="34609"/>
                        </a:cubicBezTo>
                        <a:lnTo>
                          <a:pt x="3829" y="35230"/>
                        </a:lnTo>
                        <a:lnTo>
                          <a:pt x="4317" y="36604"/>
                        </a:lnTo>
                        <a:lnTo>
                          <a:pt x="5248" y="38998"/>
                        </a:lnTo>
                        <a:cubicBezTo>
                          <a:pt x="5913" y="40550"/>
                          <a:pt x="6489" y="42190"/>
                          <a:pt x="7243" y="43653"/>
                        </a:cubicBezTo>
                        <a:cubicBezTo>
                          <a:pt x="8883" y="46446"/>
                          <a:pt x="11011" y="48751"/>
                          <a:pt x="13405" y="50524"/>
                        </a:cubicBezTo>
                        <a:cubicBezTo>
                          <a:pt x="15843" y="52253"/>
                          <a:pt x="18503" y="53273"/>
                          <a:pt x="21029" y="53716"/>
                        </a:cubicBezTo>
                        <a:cubicBezTo>
                          <a:pt x="24842" y="54337"/>
                          <a:pt x="28610" y="53760"/>
                          <a:pt x="30960" y="52608"/>
                        </a:cubicBezTo>
                        <a:cubicBezTo>
                          <a:pt x="33353" y="51455"/>
                          <a:pt x="34329" y="49903"/>
                          <a:pt x="33575" y="48618"/>
                        </a:cubicBezTo>
                        <a:cubicBezTo>
                          <a:pt x="32644" y="47066"/>
                          <a:pt x="28300" y="47155"/>
                          <a:pt x="25374" y="45559"/>
                        </a:cubicBezTo>
                        <a:cubicBezTo>
                          <a:pt x="21960" y="43786"/>
                          <a:pt x="19434" y="40594"/>
                          <a:pt x="18902" y="36870"/>
                        </a:cubicBezTo>
                        <a:cubicBezTo>
                          <a:pt x="18591" y="35053"/>
                          <a:pt x="18547" y="33191"/>
                          <a:pt x="18591" y="31506"/>
                        </a:cubicBezTo>
                        <a:cubicBezTo>
                          <a:pt x="18680" y="29866"/>
                          <a:pt x="18724" y="28181"/>
                          <a:pt x="18902" y="26408"/>
                        </a:cubicBezTo>
                        <a:cubicBezTo>
                          <a:pt x="19434" y="20512"/>
                          <a:pt x="20808" y="12931"/>
                          <a:pt x="15355" y="5706"/>
                        </a:cubicBezTo>
                        <a:cubicBezTo>
                          <a:pt x="12961" y="2469"/>
                          <a:pt x="9769" y="652"/>
                          <a:pt x="7154" y="209"/>
                        </a:cubicBezTo>
                        <a:cubicBezTo>
                          <a:pt x="4627" y="-456"/>
                          <a:pt x="2366" y="519"/>
                          <a:pt x="1391" y="242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07" name="Forme libre : forme 22806">
                    <a:extLst>
                      <a:ext uri="{FF2B5EF4-FFF2-40B4-BE49-F238E27FC236}">
                        <a16:creationId xmlns:a16="http://schemas.microsoft.com/office/drawing/2014/main" id="{8A33555A-D374-414A-99D1-9578820E1AEC}"/>
                      </a:ext>
                    </a:extLst>
                  </p:cNvPr>
                  <p:cNvSpPr/>
                  <p:nvPr/>
                </p:nvSpPr>
                <p:spPr>
                  <a:xfrm>
                    <a:off x="5925396" y="1379664"/>
                    <a:ext cx="12244" cy="16003"/>
                  </a:xfrm>
                  <a:custGeom>
                    <a:avLst/>
                    <a:gdLst>
                      <a:gd name="connsiteX0" fmla="*/ 2457 w 12244"/>
                      <a:gd name="connsiteY0" fmla="*/ 935 h 16003"/>
                      <a:gd name="connsiteX1" fmla="*/ 462 w 12244"/>
                      <a:gd name="connsiteY1" fmla="*/ 4 h 16003"/>
                      <a:gd name="connsiteX2" fmla="*/ 240 w 12244"/>
                      <a:gd name="connsiteY2" fmla="*/ 1777 h 16003"/>
                      <a:gd name="connsiteX3" fmla="*/ 1880 w 12244"/>
                      <a:gd name="connsiteY3" fmla="*/ 4836 h 16003"/>
                      <a:gd name="connsiteX4" fmla="*/ 6491 w 12244"/>
                      <a:gd name="connsiteY4" fmla="*/ 11973 h 16003"/>
                      <a:gd name="connsiteX5" fmla="*/ 8353 w 12244"/>
                      <a:gd name="connsiteY5" fmla="*/ 14456 h 16003"/>
                      <a:gd name="connsiteX6" fmla="*/ 11234 w 12244"/>
                      <a:gd name="connsiteY6" fmla="*/ 11219 h 16003"/>
                      <a:gd name="connsiteX7" fmla="*/ 2457 w 12244"/>
                      <a:gd name="connsiteY7" fmla="*/ 935 h 16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244" h="16003">
                        <a:moveTo>
                          <a:pt x="2457" y="935"/>
                        </a:moveTo>
                        <a:cubicBezTo>
                          <a:pt x="1703" y="314"/>
                          <a:pt x="1082" y="-41"/>
                          <a:pt x="462" y="4"/>
                        </a:cubicBezTo>
                        <a:cubicBezTo>
                          <a:pt x="-159" y="48"/>
                          <a:pt x="-70" y="890"/>
                          <a:pt x="240" y="1777"/>
                        </a:cubicBezTo>
                        <a:cubicBezTo>
                          <a:pt x="550" y="2708"/>
                          <a:pt x="1260" y="3905"/>
                          <a:pt x="1880" y="4836"/>
                        </a:cubicBezTo>
                        <a:cubicBezTo>
                          <a:pt x="3476" y="7141"/>
                          <a:pt x="4939" y="9757"/>
                          <a:pt x="6491" y="11973"/>
                        </a:cubicBezTo>
                        <a:cubicBezTo>
                          <a:pt x="7111" y="12904"/>
                          <a:pt x="7643" y="13791"/>
                          <a:pt x="8353" y="14456"/>
                        </a:cubicBezTo>
                        <a:cubicBezTo>
                          <a:pt x="11190" y="17248"/>
                          <a:pt x="13717" y="16317"/>
                          <a:pt x="11234" y="11219"/>
                        </a:cubicBezTo>
                        <a:cubicBezTo>
                          <a:pt x="9417" y="7274"/>
                          <a:pt x="5560" y="3284"/>
                          <a:pt x="2457" y="93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08" name="Forme libre : forme 22807">
                    <a:extLst>
                      <a:ext uri="{FF2B5EF4-FFF2-40B4-BE49-F238E27FC236}">
                        <a16:creationId xmlns:a16="http://schemas.microsoft.com/office/drawing/2014/main" id="{320DD374-A554-467D-95C6-6E51B0C9A1ED}"/>
                      </a:ext>
                    </a:extLst>
                  </p:cNvPr>
                  <p:cNvSpPr/>
                  <p:nvPr/>
                </p:nvSpPr>
                <p:spPr>
                  <a:xfrm>
                    <a:off x="5944255" y="1408128"/>
                    <a:ext cx="29214" cy="21899"/>
                  </a:xfrm>
                  <a:custGeom>
                    <a:avLst/>
                    <a:gdLst>
                      <a:gd name="connsiteX0" fmla="*/ 29214 w 29214"/>
                      <a:gd name="connsiteY0" fmla="*/ 0 h 21899"/>
                      <a:gd name="connsiteX1" fmla="*/ 20836 w 29214"/>
                      <a:gd name="connsiteY1" fmla="*/ 12147 h 21899"/>
                      <a:gd name="connsiteX2" fmla="*/ 12900 w 29214"/>
                      <a:gd name="connsiteY2" fmla="*/ 17777 h 21899"/>
                      <a:gd name="connsiteX3" fmla="*/ 10329 w 29214"/>
                      <a:gd name="connsiteY3" fmla="*/ 19062 h 21899"/>
                      <a:gd name="connsiteX4" fmla="*/ 6827 w 29214"/>
                      <a:gd name="connsiteY4" fmla="*/ 20259 h 21899"/>
                      <a:gd name="connsiteX5" fmla="*/ 0 w 29214"/>
                      <a:gd name="connsiteY5" fmla="*/ 21899 h 21899"/>
                      <a:gd name="connsiteX6" fmla="*/ 7004 w 29214"/>
                      <a:gd name="connsiteY6" fmla="*/ 20082 h 21899"/>
                      <a:gd name="connsiteX7" fmla="*/ 10329 w 29214"/>
                      <a:gd name="connsiteY7" fmla="*/ 18796 h 21899"/>
                      <a:gd name="connsiteX8" fmla="*/ 12679 w 29214"/>
                      <a:gd name="connsiteY8" fmla="*/ 17466 h 21899"/>
                      <a:gd name="connsiteX9" fmla="*/ 19683 w 29214"/>
                      <a:gd name="connsiteY9" fmla="*/ 11836 h 21899"/>
                      <a:gd name="connsiteX10" fmla="*/ 29214 w 29214"/>
                      <a:gd name="connsiteY10" fmla="*/ 0 h 21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214" h="21899">
                        <a:moveTo>
                          <a:pt x="29214" y="0"/>
                        </a:moveTo>
                        <a:cubicBezTo>
                          <a:pt x="28682" y="3812"/>
                          <a:pt x="25402" y="8113"/>
                          <a:pt x="20836" y="12147"/>
                        </a:cubicBezTo>
                        <a:cubicBezTo>
                          <a:pt x="18530" y="14141"/>
                          <a:pt x="15871" y="16092"/>
                          <a:pt x="12900" y="17777"/>
                        </a:cubicBezTo>
                        <a:cubicBezTo>
                          <a:pt x="12147" y="18176"/>
                          <a:pt x="11482" y="18575"/>
                          <a:pt x="10329" y="19062"/>
                        </a:cubicBezTo>
                        <a:cubicBezTo>
                          <a:pt x="9132" y="19461"/>
                          <a:pt x="7980" y="19860"/>
                          <a:pt x="6827" y="20259"/>
                        </a:cubicBezTo>
                        <a:cubicBezTo>
                          <a:pt x="4522" y="21057"/>
                          <a:pt x="2172" y="21545"/>
                          <a:pt x="0" y="21899"/>
                        </a:cubicBezTo>
                        <a:cubicBezTo>
                          <a:pt x="2394" y="21456"/>
                          <a:pt x="4743" y="20968"/>
                          <a:pt x="7004" y="20082"/>
                        </a:cubicBezTo>
                        <a:cubicBezTo>
                          <a:pt x="8068" y="19683"/>
                          <a:pt x="9177" y="19240"/>
                          <a:pt x="10329" y="18796"/>
                        </a:cubicBezTo>
                        <a:cubicBezTo>
                          <a:pt x="11393" y="18309"/>
                          <a:pt x="12014" y="17910"/>
                          <a:pt x="12679" y="17466"/>
                        </a:cubicBezTo>
                        <a:cubicBezTo>
                          <a:pt x="15383" y="15737"/>
                          <a:pt x="17644" y="13787"/>
                          <a:pt x="19683" y="11836"/>
                        </a:cubicBezTo>
                        <a:cubicBezTo>
                          <a:pt x="23717" y="7891"/>
                          <a:pt x="26865" y="3679"/>
                          <a:pt x="2921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09" name="Forme libre : forme 22808">
                    <a:extLst>
                      <a:ext uri="{FF2B5EF4-FFF2-40B4-BE49-F238E27FC236}">
                        <a16:creationId xmlns:a16="http://schemas.microsoft.com/office/drawing/2014/main" id="{8481219C-B736-4E18-BA10-02F375A84617}"/>
                      </a:ext>
                    </a:extLst>
                  </p:cNvPr>
                  <p:cNvSpPr/>
                  <p:nvPr/>
                </p:nvSpPr>
                <p:spPr>
                  <a:xfrm>
                    <a:off x="5912070" y="1362467"/>
                    <a:ext cx="30144" cy="22165"/>
                  </a:xfrm>
                  <a:custGeom>
                    <a:avLst/>
                    <a:gdLst>
                      <a:gd name="connsiteX0" fmla="*/ 30145 w 30144"/>
                      <a:gd name="connsiteY0" fmla="*/ 22165 h 22165"/>
                      <a:gd name="connsiteX1" fmla="*/ 16447 w 30144"/>
                      <a:gd name="connsiteY1" fmla="*/ 6694 h 22165"/>
                      <a:gd name="connsiteX2" fmla="*/ 12368 w 30144"/>
                      <a:gd name="connsiteY2" fmla="*/ 4123 h 22165"/>
                      <a:gd name="connsiteX3" fmla="*/ 8113 w 30144"/>
                      <a:gd name="connsiteY3" fmla="*/ 2217 h 22165"/>
                      <a:gd name="connsiteX4" fmla="*/ 0 w 30144"/>
                      <a:gd name="connsiteY4" fmla="*/ 0 h 22165"/>
                      <a:gd name="connsiteX5" fmla="*/ 7935 w 30144"/>
                      <a:gd name="connsiteY5" fmla="*/ 2261 h 22165"/>
                      <a:gd name="connsiteX6" fmla="*/ 12191 w 30144"/>
                      <a:gd name="connsiteY6" fmla="*/ 4477 h 22165"/>
                      <a:gd name="connsiteX7" fmla="*/ 16314 w 30144"/>
                      <a:gd name="connsiteY7" fmla="*/ 7359 h 22165"/>
                      <a:gd name="connsiteX8" fmla="*/ 30145 w 30144"/>
                      <a:gd name="connsiteY8" fmla="*/ 22165 h 22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144" h="22165">
                        <a:moveTo>
                          <a:pt x="30145" y="22165"/>
                        </a:moveTo>
                        <a:cubicBezTo>
                          <a:pt x="26820" y="15826"/>
                          <a:pt x="21855" y="10418"/>
                          <a:pt x="16447" y="6694"/>
                        </a:cubicBezTo>
                        <a:cubicBezTo>
                          <a:pt x="15073" y="5763"/>
                          <a:pt x="13698" y="4921"/>
                          <a:pt x="12368" y="4123"/>
                        </a:cubicBezTo>
                        <a:cubicBezTo>
                          <a:pt x="10950" y="3413"/>
                          <a:pt x="9531" y="2793"/>
                          <a:pt x="8113" y="2217"/>
                        </a:cubicBezTo>
                        <a:cubicBezTo>
                          <a:pt x="5408" y="1020"/>
                          <a:pt x="2527" y="443"/>
                          <a:pt x="0" y="0"/>
                        </a:cubicBezTo>
                        <a:cubicBezTo>
                          <a:pt x="2350" y="310"/>
                          <a:pt x="5231" y="931"/>
                          <a:pt x="7935" y="2261"/>
                        </a:cubicBezTo>
                        <a:cubicBezTo>
                          <a:pt x="9309" y="2881"/>
                          <a:pt x="10772" y="3635"/>
                          <a:pt x="12191" y="4477"/>
                        </a:cubicBezTo>
                        <a:cubicBezTo>
                          <a:pt x="13565" y="5364"/>
                          <a:pt x="14940" y="6339"/>
                          <a:pt x="16314" y="7359"/>
                        </a:cubicBezTo>
                        <a:cubicBezTo>
                          <a:pt x="21722" y="11570"/>
                          <a:pt x="26687" y="17112"/>
                          <a:pt x="30145" y="221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10" name="Forme libre : forme 22809">
                    <a:extLst>
                      <a:ext uri="{FF2B5EF4-FFF2-40B4-BE49-F238E27FC236}">
                        <a16:creationId xmlns:a16="http://schemas.microsoft.com/office/drawing/2014/main" id="{50824CBA-8D7C-456B-B3F3-7C7CB54A608F}"/>
                      </a:ext>
                    </a:extLst>
                  </p:cNvPr>
                  <p:cNvSpPr/>
                  <p:nvPr/>
                </p:nvSpPr>
                <p:spPr>
                  <a:xfrm>
                    <a:off x="5935034" y="1405546"/>
                    <a:ext cx="12602" cy="8188"/>
                  </a:xfrm>
                  <a:custGeom>
                    <a:avLst/>
                    <a:gdLst>
                      <a:gd name="connsiteX0" fmla="*/ 12501 w 12602"/>
                      <a:gd name="connsiteY0" fmla="*/ 6882 h 8188"/>
                      <a:gd name="connsiteX1" fmla="*/ 7935 w 12602"/>
                      <a:gd name="connsiteY1" fmla="*/ 8168 h 8188"/>
                      <a:gd name="connsiteX2" fmla="*/ 3015 w 12602"/>
                      <a:gd name="connsiteY2" fmla="*/ 6616 h 8188"/>
                      <a:gd name="connsiteX3" fmla="*/ 266 w 12602"/>
                      <a:gd name="connsiteY3" fmla="*/ 3070 h 8188"/>
                      <a:gd name="connsiteX4" fmla="*/ 842 w 12602"/>
                      <a:gd name="connsiteY4" fmla="*/ 11 h 8188"/>
                      <a:gd name="connsiteX5" fmla="*/ 3679 w 12602"/>
                      <a:gd name="connsiteY5" fmla="*/ 1961 h 8188"/>
                      <a:gd name="connsiteX6" fmla="*/ 6871 w 12602"/>
                      <a:gd name="connsiteY6" fmla="*/ 4045 h 8188"/>
                      <a:gd name="connsiteX7" fmla="*/ 12501 w 12602"/>
                      <a:gd name="connsiteY7" fmla="*/ 6882 h 8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602" h="8188">
                        <a:moveTo>
                          <a:pt x="12501" y="6882"/>
                        </a:moveTo>
                        <a:cubicBezTo>
                          <a:pt x="12014" y="7769"/>
                          <a:pt x="10019" y="8301"/>
                          <a:pt x="7935" y="8168"/>
                        </a:cubicBezTo>
                        <a:cubicBezTo>
                          <a:pt x="5852" y="8079"/>
                          <a:pt x="3812" y="7281"/>
                          <a:pt x="3015" y="6616"/>
                        </a:cubicBezTo>
                        <a:cubicBezTo>
                          <a:pt x="2084" y="6173"/>
                          <a:pt x="798" y="4577"/>
                          <a:pt x="266" y="3070"/>
                        </a:cubicBezTo>
                        <a:cubicBezTo>
                          <a:pt x="-222" y="1474"/>
                          <a:pt x="-44" y="144"/>
                          <a:pt x="842" y="11"/>
                        </a:cubicBezTo>
                        <a:cubicBezTo>
                          <a:pt x="1729" y="-122"/>
                          <a:pt x="2616" y="986"/>
                          <a:pt x="3679" y="1961"/>
                        </a:cubicBezTo>
                        <a:cubicBezTo>
                          <a:pt x="4744" y="3025"/>
                          <a:pt x="6162" y="3735"/>
                          <a:pt x="6871" y="4045"/>
                        </a:cubicBezTo>
                        <a:cubicBezTo>
                          <a:pt x="8201" y="4932"/>
                          <a:pt x="13388" y="5198"/>
                          <a:pt x="12501" y="688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11" name="Forme libre : forme 22810">
                    <a:extLst>
                      <a:ext uri="{FF2B5EF4-FFF2-40B4-BE49-F238E27FC236}">
                        <a16:creationId xmlns:a16="http://schemas.microsoft.com/office/drawing/2014/main" id="{F493A0FF-F2E7-4FD9-89A6-BACDC880F027}"/>
                      </a:ext>
                    </a:extLst>
                  </p:cNvPr>
                  <p:cNvSpPr/>
                  <p:nvPr/>
                </p:nvSpPr>
                <p:spPr>
                  <a:xfrm>
                    <a:off x="5945628" y="1411152"/>
                    <a:ext cx="4333" cy="1656"/>
                  </a:xfrm>
                  <a:custGeom>
                    <a:avLst/>
                    <a:gdLst>
                      <a:gd name="connsiteX0" fmla="*/ 4301 w 4333"/>
                      <a:gd name="connsiteY0" fmla="*/ 434 h 1656"/>
                      <a:gd name="connsiteX1" fmla="*/ 2351 w 4333"/>
                      <a:gd name="connsiteY1" fmla="*/ 1587 h 1656"/>
                      <a:gd name="connsiteX2" fmla="*/ 1 w 4333"/>
                      <a:gd name="connsiteY2" fmla="*/ 1055 h 1656"/>
                      <a:gd name="connsiteX3" fmla="*/ 1952 w 4333"/>
                      <a:gd name="connsiteY3" fmla="*/ 79 h 1656"/>
                      <a:gd name="connsiteX4" fmla="*/ 4301 w 4333"/>
                      <a:gd name="connsiteY4" fmla="*/ 434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3" h="1656">
                        <a:moveTo>
                          <a:pt x="4301" y="434"/>
                        </a:moveTo>
                        <a:cubicBezTo>
                          <a:pt x="4567" y="1055"/>
                          <a:pt x="3104" y="1498"/>
                          <a:pt x="2351" y="1587"/>
                        </a:cubicBezTo>
                        <a:cubicBezTo>
                          <a:pt x="1597" y="1720"/>
                          <a:pt x="45" y="1720"/>
                          <a:pt x="1" y="1055"/>
                        </a:cubicBezTo>
                        <a:cubicBezTo>
                          <a:pt x="-43" y="390"/>
                          <a:pt x="1287" y="212"/>
                          <a:pt x="1952" y="79"/>
                        </a:cubicBezTo>
                        <a:cubicBezTo>
                          <a:pt x="2617" y="-9"/>
                          <a:pt x="4035" y="-142"/>
                          <a:pt x="4301" y="4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12" name="Forme libre : forme 22811">
                    <a:extLst>
                      <a:ext uri="{FF2B5EF4-FFF2-40B4-BE49-F238E27FC236}">
                        <a16:creationId xmlns:a16="http://schemas.microsoft.com/office/drawing/2014/main" id="{40A6CE90-1965-41B2-89C6-BE40AEAD46FD}"/>
                      </a:ext>
                    </a:extLst>
                  </p:cNvPr>
                  <p:cNvSpPr/>
                  <p:nvPr/>
                </p:nvSpPr>
                <p:spPr>
                  <a:xfrm>
                    <a:off x="5942157" y="1398035"/>
                    <a:ext cx="28356" cy="11240"/>
                  </a:xfrm>
                  <a:custGeom>
                    <a:avLst/>
                    <a:gdLst>
                      <a:gd name="connsiteX0" fmla="*/ 16195 w 28356"/>
                      <a:gd name="connsiteY0" fmla="*/ 4198 h 11240"/>
                      <a:gd name="connsiteX1" fmla="*/ 27765 w 28356"/>
                      <a:gd name="connsiteY1" fmla="*/ 7124 h 11240"/>
                      <a:gd name="connsiteX2" fmla="*/ 26125 w 28356"/>
                      <a:gd name="connsiteY2" fmla="*/ 10670 h 11240"/>
                      <a:gd name="connsiteX3" fmla="*/ 20982 w 28356"/>
                      <a:gd name="connsiteY3" fmla="*/ 10980 h 11240"/>
                      <a:gd name="connsiteX4" fmla="*/ 13490 w 28356"/>
                      <a:gd name="connsiteY4" fmla="*/ 10049 h 11240"/>
                      <a:gd name="connsiteX5" fmla="*/ 6708 w 28356"/>
                      <a:gd name="connsiteY5" fmla="*/ 8941 h 11240"/>
                      <a:gd name="connsiteX6" fmla="*/ 723 w 28356"/>
                      <a:gd name="connsiteY6" fmla="*/ 6060 h 11240"/>
                      <a:gd name="connsiteX7" fmla="*/ 147 w 28356"/>
                      <a:gd name="connsiteY7" fmla="*/ 2690 h 11240"/>
                      <a:gd name="connsiteX8" fmla="*/ 1876 w 28356"/>
                      <a:gd name="connsiteY8" fmla="*/ 651 h 11240"/>
                      <a:gd name="connsiteX9" fmla="*/ 4801 w 28356"/>
                      <a:gd name="connsiteY9" fmla="*/ 208 h 11240"/>
                      <a:gd name="connsiteX10" fmla="*/ 7018 w 28356"/>
                      <a:gd name="connsiteY10" fmla="*/ 1715 h 11240"/>
                      <a:gd name="connsiteX11" fmla="*/ 16195 w 28356"/>
                      <a:gd name="connsiteY11" fmla="*/ 4198 h 11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8356" h="11240">
                        <a:moveTo>
                          <a:pt x="16195" y="4198"/>
                        </a:moveTo>
                        <a:cubicBezTo>
                          <a:pt x="20761" y="4863"/>
                          <a:pt x="24263" y="5129"/>
                          <a:pt x="27765" y="7124"/>
                        </a:cubicBezTo>
                        <a:cubicBezTo>
                          <a:pt x="29051" y="7833"/>
                          <a:pt x="28120" y="9828"/>
                          <a:pt x="26125" y="10670"/>
                        </a:cubicBezTo>
                        <a:cubicBezTo>
                          <a:pt x="24130" y="11512"/>
                          <a:pt x="22578" y="11246"/>
                          <a:pt x="20982" y="10980"/>
                        </a:cubicBezTo>
                        <a:cubicBezTo>
                          <a:pt x="18455" y="10581"/>
                          <a:pt x="15973" y="10315"/>
                          <a:pt x="13490" y="10049"/>
                        </a:cubicBezTo>
                        <a:cubicBezTo>
                          <a:pt x="11008" y="9828"/>
                          <a:pt x="8304" y="9562"/>
                          <a:pt x="6708" y="8941"/>
                        </a:cubicBezTo>
                        <a:cubicBezTo>
                          <a:pt x="5599" y="8586"/>
                          <a:pt x="2230" y="8276"/>
                          <a:pt x="723" y="6060"/>
                        </a:cubicBezTo>
                        <a:cubicBezTo>
                          <a:pt x="14" y="4996"/>
                          <a:pt x="-164" y="3666"/>
                          <a:pt x="147" y="2690"/>
                        </a:cubicBezTo>
                        <a:cubicBezTo>
                          <a:pt x="413" y="1715"/>
                          <a:pt x="1078" y="1050"/>
                          <a:pt x="1876" y="651"/>
                        </a:cubicBezTo>
                        <a:cubicBezTo>
                          <a:pt x="3516" y="-147"/>
                          <a:pt x="4181" y="-102"/>
                          <a:pt x="4801" y="208"/>
                        </a:cubicBezTo>
                        <a:cubicBezTo>
                          <a:pt x="5378" y="518"/>
                          <a:pt x="6176" y="1183"/>
                          <a:pt x="7018" y="1715"/>
                        </a:cubicBezTo>
                        <a:cubicBezTo>
                          <a:pt x="10387" y="2291"/>
                          <a:pt x="12870" y="3577"/>
                          <a:pt x="16195" y="419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85" name="Graphique 2">
                  <a:extLst>
                    <a:ext uri="{FF2B5EF4-FFF2-40B4-BE49-F238E27FC236}">
                      <a16:creationId xmlns:a16="http://schemas.microsoft.com/office/drawing/2014/main" id="{1B434106-BE25-4490-BE37-886B57F8F407}"/>
                    </a:ext>
                  </a:extLst>
                </p:cNvPr>
                <p:cNvGrpSpPr/>
                <p:nvPr/>
              </p:nvGrpSpPr>
              <p:grpSpPr>
                <a:xfrm>
                  <a:off x="5974125" y="1360997"/>
                  <a:ext cx="91489" cy="50400"/>
                  <a:chOff x="5974125" y="1360997"/>
                  <a:chExt cx="91489" cy="50400"/>
                </a:xfrm>
                <a:solidFill>
                  <a:schemeClr val="accent1"/>
                </a:solidFill>
              </p:grpSpPr>
              <p:sp>
                <p:nvSpPr>
                  <p:cNvPr id="22789" name="Forme libre : forme 22788">
                    <a:extLst>
                      <a:ext uri="{FF2B5EF4-FFF2-40B4-BE49-F238E27FC236}">
                        <a16:creationId xmlns:a16="http://schemas.microsoft.com/office/drawing/2014/main" id="{D735AF51-61DE-49B9-9FB8-FBE96484A672}"/>
                      </a:ext>
                    </a:extLst>
                  </p:cNvPr>
                  <p:cNvSpPr/>
                  <p:nvPr/>
                </p:nvSpPr>
                <p:spPr>
                  <a:xfrm>
                    <a:off x="5974125" y="1360997"/>
                    <a:ext cx="91489" cy="50400"/>
                  </a:xfrm>
                  <a:custGeom>
                    <a:avLst/>
                    <a:gdLst>
                      <a:gd name="connsiteX0" fmla="*/ 67304 w 91489"/>
                      <a:gd name="connsiteY0" fmla="*/ 34984 h 50400"/>
                      <a:gd name="connsiteX1" fmla="*/ 37646 w 91489"/>
                      <a:gd name="connsiteY1" fmla="*/ 47131 h 50400"/>
                      <a:gd name="connsiteX2" fmla="*/ 4088 w 91489"/>
                      <a:gd name="connsiteY2" fmla="*/ 46865 h 50400"/>
                      <a:gd name="connsiteX3" fmla="*/ 674 w 91489"/>
                      <a:gd name="connsiteY3" fmla="*/ 37422 h 50400"/>
                      <a:gd name="connsiteX4" fmla="*/ 24746 w 91489"/>
                      <a:gd name="connsiteY4" fmla="*/ 14459 h 50400"/>
                      <a:gd name="connsiteX5" fmla="*/ 53384 w 91489"/>
                      <a:gd name="connsiteY5" fmla="*/ 2756 h 50400"/>
                      <a:gd name="connsiteX6" fmla="*/ 71825 w 91489"/>
                      <a:gd name="connsiteY6" fmla="*/ 96 h 50400"/>
                      <a:gd name="connsiteX7" fmla="*/ 88050 w 91489"/>
                      <a:gd name="connsiteY7" fmla="*/ 5327 h 50400"/>
                      <a:gd name="connsiteX8" fmla="*/ 90444 w 91489"/>
                      <a:gd name="connsiteY8" fmla="*/ 14858 h 50400"/>
                      <a:gd name="connsiteX9" fmla="*/ 81711 w 91489"/>
                      <a:gd name="connsiteY9" fmla="*/ 25453 h 50400"/>
                      <a:gd name="connsiteX10" fmla="*/ 79273 w 91489"/>
                      <a:gd name="connsiteY10" fmla="*/ 27758 h 50400"/>
                      <a:gd name="connsiteX11" fmla="*/ 75815 w 91489"/>
                      <a:gd name="connsiteY11" fmla="*/ 30285 h 50400"/>
                      <a:gd name="connsiteX12" fmla="*/ 67304 w 91489"/>
                      <a:gd name="connsiteY12" fmla="*/ 34984 h 50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1489" h="50400">
                        <a:moveTo>
                          <a:pt x="67304" y="34984"/>
                        </a:moveTo>
                        <a:cubicBezTo>
                          <a:pt x="60432" y="38087"/>
                          <a:pt x="45182" y="44382"/>
                          <a:pt x="37646" y="47131"/>
                        </a:cubicBezTo>
                        <a:cubicBezTo>
                          <a:pt x="23549" y="52185"/>
                          <a:pt x="14239" y="50810"/>
                          <a:pt x="4088" y="46865"/>
                        </a:cubicBezTo>
                        <a:cubicBezTo>
                          <a:pt x="586" y="45491"/>
                          <a:pt x="-1010" y="40658"/>
                          <a:pt x="674" y="37422"/>
                        </a:cubicBezTo>
                        <a:cubicBezTo>
                          <a:pt x="5639" y="28068"/>
                          <a:pt x="11890" y="20710"/>
                          <a:pt x="24746" y="14459"/>
                        </a:cubicBezTo>
                        <a:cubicBezTo>
                          <a:pt x="31573" y="11090"/>
                          <a:pt x="45847" y="5282"/>
                          <a:pt x="53384" y="2756"/>
                        </a:cubicBezTo>
                        <a:cubicBezTo>
                          <a:pt x="60521" y="317"/>
                          <a:pt x="65974" y="-259"/>
                          <a:pt x="71825" y="96"/>
                        </a:cubicBezTo>
                        <a:cubicBezTo>
                          <a:pt x="78032" y="406"/>
                          <a:pt x="83307" y="2312"/>
                          <a:pt x="88050" y="5327"/>
                        </a:cubicBezTo>
                        <a:cubicBezTo>
                          <a:pt x="91375" y="7410"/>
                          <a:pt x="92528" y="12109"/>
                          <a:pt x="90444" y="14858"/>
                        </a:cubicBezTo>
                        <a:cubicBezTo>
                          <a:pt x="87474" y="18803"/>
                          <a:pt x="84770" y="22217"/>
                          <a:pt x="81711" y="25453"/>
                        </a:cubicBezTo>
                        <a:cubicBezTo>
                          <a:pt x="80913" y="26295"/>
                          <a:pt x="80204" y="27005"/>
                          <a:pt x="79273" y="27758"/>
                        </a:cubicBezTo>
                        <a:cubicBezTo>
                          <a:pt x="78209" y="28645"/>
                          <a:pt x="77056" y="29443"/>
                          <a:pt x="75815" y="30285"/>
                        </a:cubicBezTo>
                        <a:cubicBezTo>
                          <a:pt x="73333" y="31970"/>
                          <a:pt x="70495" y="33521"/>
                          <a:pt x="67304" y="3498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90" name="Forme libre : forme 22789">
                    <a:extLst>
                      <a:ext uri="{FF2B5EF4-FFF2-40B4-BE49-F238E27FC236}">
                        <a16:creationId xmlns:a16="http://schemas.microsoft.com/office/drawing/2014/main" id="{65D99788-7635-44F1-9DE3-007049124BF5}"/>
                      </a:ext>
                    </a:extLst>
                  </p:cNvPr>
                  <p:cNvSpPr/>
                  <p:nvPr/>
                </p:nvSpPr>
                <p:spPr>
                  <a:xfrm>
                    <a:off x="5974932" y="1375811"/>
                    <a:ext cx="89770" cy="35557"/>
                  </a:xfrm>
                  <a:custGeom>
                    <a:avLst/>
                    <a:gdLst>
                      <a:gd name="connsiteX0" fmla="*/ 36573 w 89770"/>
                      <a:gd name="connsiteY0" fmla="*/ 18841 h 35557"/>
                      <a:gd name="connsiteX1" fmla="*/ 0 w 89770"/>
                      <a:gd name="connsiteY1" fmla="*/ 28948 h 35557"/>
                      <a:gd name="connsiteX2" fmla="*/ 3236 w 89770"/>
                      <a:gd name="connsiteY2" fmla="*/ 32051 h 35557"/>
                      <a:gd name="connsiteX3" fmla="*/ 8467 w 89770"/>
                      <a:gd name="connsiteY3" fmla="*/ 33825 h 35557"/>
                      <a:gd name="connsiteX4" fmla="*/ 24382 w 89770"/>
                      <a:gd name="connsiteY4" fmla="*/ 35332 h 35557"/>
                      <a:gd name="connsiteX5" fmla="*/ 36839 w 89770"/>
                      <a:gd name="connsiteY5" fmla="*/ 32317 h 35557"/>
                      <a:gd name="connsiteX6" fmla="*/ 41715 w 89770"/>
                      <a:gd name="connsiteY6" fmla="*/ 30500 h 35557"/>
                      <a:gd name="connsiteX7" fmla="*/ 64369 w 89770"/>
                      <a:gd name="connsiteY7" fmla="*/ 21146 h 35557"/>
                      <a:gd name="connsiteX8" fmla="*/ 66496 w 89770"/>
                      <a:gd name="connsiteY8" fmla="*/ 20171 h 35557"/>
                      <a:gd name="connsiteX9" fmla="*/ 77934 w 89770"/>
                      <a:gd name="connsiteY9" fmla="*/ 13432 h 35557"/>
                      <a:gd name="connsiteX10" fmla="*/ 82633 w 89770"/>
                      <a:gd name="connsiteY10" fmla="*/ 8689 h 35557"/>
                      <a:gd name="connsiteX11" fmla="*/ 86889 w 89770"/>
                      <a:gd name="connsiteY11" fmla="*/ 3679 h 35557"/>
                      <a:gd name="connsiteX12" fmla="*/ 89682 w 89770"/>
                      <a:gd name="connsiteY12" fmla="*/ 133 h 35557"/>
                      <a:gd name="connsiteX13" fmla="*/ 89770 w 89770"/>
                      <a:gd name="connsiteY13" fmla="*/ 0 h 35557"/>
                      <a:gd name="connsiteX14" fmla="*/ 76515 w 89770"/>
                      <a:gd name="connsiteY14" fmla="*/ 2660 h 35557"/>
                      <a:gd name="connsiteX15" fmla="*/ 62950 w 89770"/>
                      <a:gd name="connsiteY15" fmla="*/ 7581 h 35557"/>
                      <a:gd name="connsiteX16" fmla="*/ 36573 w 89770"/>
                      <a:gd name="connsiteY16" fmla="*/ 18841 h 35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9770" h="35557">
                        <a:moveTo>
                          <a:pt x="36573" y="18841"/>
                        </a:moveTo>
                        <a:cubicBezTo>
                          <a:pt x="24781" y="24559"/>
                          <a:pt x="11482" y="29923"/>
                          <a:pt x="0" y="28948"/>
                        </a:cubicBezTo>
                        <a:cubicBezTo>
                          <a:pt x="709" y="30322"/>
                          <a:pt x="1773" y="31475"/>
                          <a:pt x="3236" y="32051"/>
                        </a:cubicBezTo>
                        <a:cubicBezTo>
                          <a:pt x="4965" y="32716"/>
                          <a:pt x="6738" y="33337"/>
                          <a:pt x="8467" y="33825"/>
                        </a:cubicBezTo>
                        <a:cubicBezTo>
                          <a:pt x="13477" y="35243"/>
                          <a:pt x="18575" y="35952"/>
                          <a:pt x="24382" y="35332"/>
                        </a:cubicBezTo>
                        <a:cubicBezTo>
                          <a:pt x="28150" y="34933"/>
                          <a:pt x="32229" y="33958"/>
                          <a:pt x="36839" y="32317"/>
                        </a:cubicBezTo>
                        <a:cubicBezTo>
                          <a:pt x="38213" y="31785"/>
                          <a:pt x="39898" y="31165"/>
                          <a:pt x="41715" y="30500"/>
                        </a:cubicBezTo>
                        <a:cubicBezTo>
                          <a:pt x="48808" y="27707"/>
                          <a:pt x="58340" y="23717"/>
                          <a:pt x="64369" y="21146"/>
                        </a:cubicBezTo>
                        <a:cubicBezTo>
                          <a:pt x="65122" y="20791"/>
                          <a:pt x="65876" y="20481"/>
                          <a:pt x="66496" y="20171"/>
                        </a:cubicBezTo>
                        <a:cubicBezTo>
                          <a:pt x="71063" y="18087"/>
                          <a:pt x="74786" y="15826"/>
                          <a:pt x="77934" y="13432"/>
                        </a:cubicBezTo>
                        <a:cubicBezTo>
                          <a:pt x="79929" y="11836"/>
                          <a:pt x="81170" y="10418"/>
                          <a:pt x="82633" y="8689"/>
                        </a:cubicBezTo>
                        <a:cubicBezTo>
                          <a:pt x="84096" y="7182"/>
                          <a:pt x="85470" y="5408"/>
                          <a:pt x="86889" y="3679"/>
                        </a:cubicBezTo>
                        <a:cubicBezTo>
                          <a:pt x="87820" y="2571"/>
                          <a:pt x="88706" y="1374"/>
                          <a:pt x="89682" y="133"/>
                        </a:cubicBezTo>
                        <a:lnTo>
                          <a:pt x="89770" y="0"/>
                        </a:lnTo>
                        <a:cubicBezTo>
                          <a:pt x="85293" y="310"/>
                          <a:pt x="80860" y="1286"/>
                          <a:pt x="76515" y="2660"/>
                        </a:cubicBezTo>
                        <a:cubicBezTo>
                          <a:pt x="72082" y="4123"/>
                          <a:pt x="67427" y="5852"/>
                          <a:pt x="62950" y="7581"/>
                        </a:cubicBezTo>
                        <a:cubicBezTo>
                          <a:pt x="53862" y="10905"/>
                          <a:pt x="44996" y="14718"/>
                          <a:pt x="36573" y="1884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91" name="Forme libre : forme 22790">
                    <a:extLst>
                      <a:ext uri="{FF2B5EF4-FFF2-40B4-BE49-F238E27FC236}">
                        <a16:creationId xmlns:a16="http://schemas.microsoft.com/office/drawing/2014/main" id="{A4C3F1E5-6754-43FE-AE18-ED9FFC58FAF5}"/>
                      </a:ext>
                    </a:extLst>
                  </p:cNvPr>
                  <p:cNvSpPr/>
                  <p:nvPr/>
                </p:nvSpPr>
                <p:spPr>
                  <a:xfrm>
                    <a:off x="6005693" y="1374135"/>
                    <a:ext cx="42072" cy="19773"/>
                  </a:xfrm>
                  <a:custGeom>
                    <a:avLst/>
                    <a:gdLst>
                      <a:gd name="connsiteX0" fmla="*/ 41942 w 42072"/>
                      <a:gd name="connsiteY0" fmla="*/ 1676 h 19773"/>
                      <a:gd name="connsiteX1" fmla="*/ 22392 w 42072"/>
                      <a:gd name="connsiteY1" fmla="*/ 15418 h 19773"/>
                      <a:gd name="connsiteX2" fmla="*/ 226 w 42072"/>
                      <a:gd name="connsiteY2" fmla="*/ 17856 h 19773"/>
                      <a:gd name="connsiteX3" fmla="*/ 17959 w 42072"/>
                      <a:gd name="connsiteY3" fmla="*/ 4779 h 19773"/>
                      <a:gd name="connsiteX4" fmla="*/ 41942 w 42072"/>
                      <a:gd name="connsiteY4" fmla="*/ 1676 h 19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072" h="19773">
                        <a:moveTo>
                          <a:pt x="41942" y="1676"/>
                        </a:moveTo>
                        <a:cubicBezTo>
                          <a:pt x="43671" y="6020"/>
                          <a:pt x="27800" y="13113"/>
                          <a:pt x="22392" y="15418"/>
                        </a:cubicBezTo>
                        <a:cubicBezTo>
                          <a:pt x="16983" y="17590"/>
                          <a:pt x="2399" y="22467"/>
                          <a:pt x="226" y="17856"/>
                        </a:cubicBezTo>
                        <a:cubicBezTo>
                          <a:pt x="-1990" y="13202"/>
                          <a:pt x="12683" y="6641"/>
                          <a:pt x="17959" y="4779"/>
                        </a:cubicBezTo>
                        <a:cubicBezTo>
                          <a:pt x="23190" y="2784"/>
                          <a:pt x="40168" y="-2757"/>
                          <a:pt x="41942" y="167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92" name="Forme libre : forme 22791">
                    <a:extLst>
                      <a:ext uri="{FF2B5EF4-FFF2-40B4-BE49-F238E27FC236}">
                        <a16:creationId xmlns:a16="http://schemas.microsoft.com/office/drawing/2014/main" id="{6E11C25A-9747-4259-8B1F-48540435CF3A}"/>
                      </a:ext>
                    </a:extLst>
                  </p:cNvPr>
                  <p:cNvSpPr/>
                  <p:nvPr/>
                </p:nvSpPr>
                <p:spPr>
                  <a:xfrm>
                    <a:off x="6005345" y="1384101"/>
                    <a:ext cx="31561" cy="9741"/>
                  </a:xfrm>
                  <a:custGeom>
                    <a:avLst/>
                    <a:gdLst>
                      <a:gd name="connsiteX0" fmla="*/ 7490 w 31561"/>
                      <a:gd name="connsiteY0" fmla="*/ 0 h 9741"/>
                      <a:gd name="connsiteX1" fmla="*/ 441 w 31561"/>
                      <a:gd name="connsiteY1" fmla="*/ 8024 h 9741"/>
                      <a:gd name="connsiteX2" fmla="*/ 23050 w 31561"/>
                      <a:gd name="connsiteY2" fmla="*/ 5408 h 9741"/>
                      <a:gd name="connsiteX3" fmla="*/ 31562 w 31561"/>
                      <a:gd name="connsiteY3" fmla="*/ 1241 h 9741"/>
                      <a:gd name="connsiteX4" fmla="*/ 26730 w 31561"/>
                      <a:gd name="connsiteY4" fmla="*/ 2793 h 9741"/>
                      <a:gd name="connsiteX5" fmla="*/ 7490 w 31561"/>
                      <a:gd name="connsiteY5" fmla="*/ 0 h 9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561" h="9741">
                        <a:moveTo>
                          <a:pt x="7490" y="0"/>
                        </a:moveTo>
                        <a:cubicBezTo>
                          <a:pt x="5229" y="1906"/>
                          <a:pt x="-1819" y="5497"/>
                          <a:pt x="441" y="8024"/>
                        </a:cubicBezTo>
                        <a:cubicBezTo>
                          <a:pt x="3988" y="12058"/>
                          <a:pt x="16179" y="8068"/>
                          <a:pt x="23050" y="5408"/>
                        </a:cubicBezTo>
                        <a:cubicBezTo>
                          <a:pt x="25045" y="4610"/>
                          <a:pt x="29434" y="2483"/>
                          <a:pt x="31562" y="1241"/>
                        </a:cubicBezTo>
                        <a:cubicBezTo>
                          <a:pt x="30232" y="1729"/>
                          <a:pt x="28060" y="2571"/>
                          <a:pt x="26730" y="2793"/>
                        </a:cubicBezTo>
                        <a:cubicBezTo>
                          <a:pt x="19149" y="3945"/>
                          <a:pt x="10061" y="5009"/>
                          <a:pt x="7490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93" name="Forme libre : forme 22792">
                    <a:extLst>
                      <a:ext uri="{FF2B5EF4-FFF2-40B4-BE49-F238E27FC236}">
                        <a16:creationId xmlns:a16="http://schemas.microsoft.com/office/drawing/2014/main" id="{B67F2C7A-88DF-42ED-AC35-ACDF3052A288}"/>
                      </a:ext>
                    </a:extLst>
                  </p:cNvPr>
                  <p:cNvSpPr/>
                  <p:nvPr/>
                </p:nvSpPr>
                <p:spPr>
                  <a:xfrm>
                    <a:off x="6008291" y="1374217"/>
                    <a:ext cx="42008" cy="20094"/>
                  </a:xfrm>
                  <a:custGeom>
                    <a:avLst/>
                    <a:gdLst>
                      <a:gd name="connsiteX0" fmla="*/ 42003 w 42008"/>
                      <a:gd name="connsiteY0" fmla="*/ 1948 h 20094"/>
                      <a:gd name="connsiteX1" fmla="*/ 22276 w 42008"/>
                      <a:gd name="connsiteY1" fmla="*/ 15868 h 20094"/>
                      <a:gd name="connsiteX2" fmla="*/ 288 w 42008"/>
                      <a:gd name="connsiteY2" fmla="*/ 18085 h 20094"/>
                      <a:gd name="connsiteX3" fmla="*/ 17931 w 42008"/>
                      <a:gd name="connsiteY3" fmla="*/ 5096 h 20094"/>
                      <a:gd name="connsiteX4" fmla="*/ 42003 w 42008"/>
                      <a:gd name="connsiteY4" fmla="*/ 1948 h 2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008" h="20094">
                        <a:moveTo>
                          <a:pt x="42003" y="1948"/>
                        </a:moveTo>
                        <a:cubicBezTo>
                          <a:pt x="42313" y="6736"/>
                          <a:pt x="28039" y="13297"/>
                          <a:pt x="22276" y="15868"/>
                        </a:cubicBezTo>
                        <a:cubicBezTo>
                          <a:pt x="16468" y="18351"/>
                          <a:pt x="2859" y="22651"/>
                          <a:pt x="288" y="18085"/>
                        </a:cubicBezTo>
                        <a:cubicBezTo>
                          <a:pt x="-2284" y="13474"/>
                          <a:pt x="13099" y="6913"/>
                          <a:pt x="17931" y="5096"/>
                        </a:cubicBezTo>
                        <a:cubicBezTo>
                          <a:pt x="22763" y="3145"/>
                          <a:pt x="41737" y="-3150"/>
                          <a:pt x="42003" y="194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94" name="Forme libre : forme 22793">
                    <a:extLst>
                      <a:ext uri="{FF2B5EF4-FFF2-40B4-BE49-F238E27FC236}">
                        <a16:creationId xmlns:a16="http://schemas.microsoft.com/office/drawing/2014/main" id="{D95A1347-E655-4FA8-A486-60682CA67EBB}"/>
                      </a:ext>
                    </a:extLst>
                  </p:cNvPr>
                  <p:cNvSpPr/>
                  <p:nvPr/>
                </p:nvSpPr>
                <p:spPr>
                  <a:xfrm>
                    <a:off x="5985614" y="1384222"/>
                    <a:ext cx="55161" cy="19885"/>
                  </a:xfrm>
                  <a:custGeom>
                    <a:avLst/>
                    <a:gdLst>
                      <a:gd name="connsiteX0" fmla="*/ 1332 w 55161"/>
                      <a:gd name="connsiteY0" fmla="*/ 16192 h 19885"/>
                      <a:gd name="connsiteX1" fmla="*/ 8779 w 55161"/>
                      <a:gd name="connsiteY1" fmla="*/ 19207 h 19885"/>
                      <a:gd name="connsiteX2" fmla="*/ 30501 w 55161"/>
                      <a:gd name="connsiteY2" fmla="*/ 18365 h 19885"/>
                      <a:gd name="connsiteX3" fmla="*/ 49830 w 55161"/>
                      <a:gd name="connsiteY3" fmla="*/ 9365 h 19885"/>
                      <a:gd name="connsiteX4" fmla="*/ 54484 w 55161"/>
                      <a:gd name="connsiteY4" fmla="*/ 676 h 19885"/>
                      <a:gd name="connsiteX5" fmla="*/ 47125 w 55161"/>
                      <a:gd name="connsiteY5" fmla="*/ 632 h 19885"/>
                      <a:gd name="connsiteX6" fmla="*/ 27088 w 55161"/>
                      <a:gd name="connsiteY6" fmla="*/ 1607 h 19885"/>
                      <a:gd name="connsiteX7" fmla="*/ 7095 w 55161"/>
                      <a:gd name="connsiteY7" fmla="*/ 3425 h 19885"/>
                      <a:gd name="connsiteX8" fmla="*/ 1332 w 55161"/>
                      <a:gd name="connsiteY8" fmla="*/ 16192 h 19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161" h="19885">
                        <a:moveTo>
                          <a:pt x="1332" y="16192"/>
                        </a:moveTo>
                        <a:cubicBezTo>
                          <a:pt x="3548" y="18409"/>
                          <a:pt x="4967" y="18808"/>
                          <a:pt x="8779" y="19207"/>
                        </a:cubicBezTo>
                        <a:cubicBezTo>
                          <a:pt x="16049" y="19960"/>
                          <a:pt x="22034" y="20537"/>
                          <a:pt x="30501" y="18365"/>
                        </a:cubicBezTo>
                        <a:cubicBezTo>
                          <a:pt x="37550" y="16547"/>
                          <a:pt x="44865" y="13133"/>
                          <a:pt x="49830" y="9365"/>
                        </a:cubicBezTo>
                        <a:cubicBezTo>
                          <a:pt x="53509" y="6573"/>
                          <a:pt x="56568" y="2893"/>
                          <a:pt x="54484" y="676"/>
                        </a:cubicBezTo>
                        <a:cubicBezTo>
                          <a:pt x="53199" y="-698"/>
                          <a:pt x="49918" y="411"/>
                          <a:pt x="47125" y="632"/>
                        </a:cubicBezTo>
                        <a:cubicBezTo>
                          <a:pt x="40431" y="1253"/>
                          <a:pt x="34092" y="2184"/>
                          <a:pt x="27088" y="1607"/>
                        </a:cubicBezTo>
                        <a:cubicBezTo>
                          <a:pt x="21147" y="1120"/>
                          <a:pt x="14187" y="-432"/>
                          <a:pt x="7095" y="3425"/>
                        </a:cubicBezTo>
                        <a:cubicBezTo>
                          <a:pt x="711" y="6972"/>
                          <a:pt x="-1772" y="13133"/>
                          <a:pt x="1332" y="1619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95" name="Forme libre : forme 22794">
                    <a:extLst>
                      <a:ext uri="{FF2B5EF4-FFF2-40B4-BE49-F238E27FC236}">
                        <a16:creationId xmlns:a16="http://schemas.microsoft.com/office/drawing/2014/main" id="{72477485-3301-4222-93B4-5D1287EDCF6F}"/>
                      </a:ext>
                    </a:extLst>
                  </p:cNvPr>
                  <p:cNvSpPr/>
                  <p:nvPr/>
                </p:nvSpPr>
                <p:spPr>
                  <a:xfrm>
                    <a:off x="5994967" y="1380960"/>
                    <a:ext cx="15802" cy="11053"/>
                  </a:xfrm>
                  <a:custGeom>
                    <a:avLst/>
                    <a:gdLst>
                      <a:gd name="connsiteX0" fmla="*/ 1110 w 15802"/>
                      <a:gd name="connsiteY0" fmla="*/ 8682 h 11053"/>
                      <a:gd name="connsiteX1" fmla="*/ 2 w 15802"/>
                      <a:gd name="connsiteY1" fmla="*/ 10456 h 11053"/>
                      <a:gd name="connsiteX2" fmla="*/ 1686 w 15802"/>
                      <a:gd name="connsiteY2" fmla="*/ 10943 h 11053"/>
                      <a:gd name="connsiteX3" fmla="*/ 4790 w 15802"/>
                      <a:gd name="connsiteY3" fmla="*/ 9702 h 11053"/>
                      <a:gd name="connsiteX4" fmla="*/ 11927 w 15802"/>
                      <a:gd name="connsiteY4" fmla="*/ 5624 h 11053"/>
                      <a:gd name="connsiteX5" fmla="*/ 14365 w 15802"/>
                      <a:gd name="connsiteY5" fmla="*/ 3850 h 11053"/>
                      <a:gd name="connsiteX6" fmla="*/ 11217 w 15802"/>
                      <a:gd name="connsiteY6" fmla="*/ 925 h 11053"/>
                      <a:gd name="connsiteX7" fmla="*/ 1110 w 15802"/>
                      <a:gd name="connsiteY7" fmla="*/ 8682 h 11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802" h="11053">
                        <a:moveTo>
                          <a:pt x="1110" y="8682"/>
                        </a:moveTo>
                        <a:cubicBezTo>
                          <a:pt x="489" y="9347"/>
                          <a:pt x="46" y="9835"/>
                          <a:pt x="2" y="10456"/>
                        </a:cubicBezTo>
                        <a:cubicBezTo>
                          <a:pt x="-42" y="11076"/>
                          <a:pt x="755" y="11165"/>
                          <a:pt x="1686" y="10943"/>
                        </a:cubicBezTo>
                        <a:cubicBezTo>
                          <a:pt x="2617" y="10766"/>
                          <a:pt x="3859" y="10190"/>
                          <a:pt x="4790" y="9702"/>
                        </a:cubicBezTo>
                        <a:cubicBezTo>
                          <a:pt x="7183" y="8461"/>
                          <a:pt x="9755" y="7042"/>
                          <a:pt x="11927" y="5624"/>
                        </a:cubicBezTo>
                        <a:cubicBezTo>
                          <a:pt x="12813" y="5047"/>
                          <a:pt x="13700" y="4515"/>
                          <a:pt x="14365" y="3850"/>
                        </a:cubicBezTo>
                        <a:cubicBezTo>
                          <a:pt x="17025" y="1013"/>
                          <a:pt x="16005" y="-1381"/>
                          <a:pt x="11217" y="925"/>
                        </a:cubicBezTo>
                        <a:cubicBezTo>
                          <a:pt x="7494" y="2653"/>
                          <a:pt x="3637" y="6023"/>
                          <a:pt x="1110" y="868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96" name="Forme libre : forme 22795">
                    <a:extLst>
                      <a:ext uri="{FF2B5EF4-FFF2-40B4-BE49-F238E27FC236}">
                        <a16:creationId xmlns:a16="http://schemas.microsoft.com/office/drawing/2014/main" id="{447D5AEE-FC90-42A4-BCED-A0675AD01966}"/>
                      </a:ext>
                    </a:extLst>
                  </p:cNvPr>
                  <p:cNvSpPr/>
                  <p:nvPr/>
                </p:nvSpPr>
                <p:spPr>
                  <a:xfrm>
                    <a:off x="6042137" y="1374747"/>
                    <a:ext cx="21101" cy="20170"/>
                  </a:xfrm>
                  <a:custGeom>
                    <a:avLst/>
                    <a:gdLst>
                      <a:gd name="connsiteX0" fmla="*/ 21101 w 21101"/>
                      <a:gd name="connsiteY0" fmla="*/ 0 h 20170"/>
                      <a:gd name="connsiteX1" fmla="*/ 17511 w 21101"/>
                      <a:gd name="connsiteY1" fmla="*/ 5098 h 20170"/>
                      <a:gd name="connsiteX2" fmla="*/ 12457 w 21101"/>
                      <a:gd name="connsiteY2" fmla="*/ 10196 h 20170"/>
                      <a:gd name="connsiteX3" fmla="*/ 6251 w 21101"/>
                      <a:gd name="connsiteY3" fmla="*/ 15472 h 20170"/>
                      <a:gd name="connsiteX4" fmla="*/ 0 w 21101"/>
                      <a:gd name="connsiteY4" fmla="*/ 20171 h 20170"/>
                      <a:gd name="connsiteX5" fmla="*/ 11526 w 21101"/>
                      <a:gd name="connsiteY5" fmla="*/ 9797 h 20170"/>
                      <a:gd name="connsiteX6" fmla="*/ 16269 w 21101"/>
                      <a:gd name="connsiteY6" fmla="*/ 4655 h 20170"/>
                      <a:gd name="connsiteX7" fmla="*/ 21101 w 21101"/>
                      <a:gd name="connsiteY7" fmla="*/ 0 h 20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101" h="20170">
                        <a:moveTo>
                          <a:pt x="21101" y="0"/>
                        </a:moveTo>
                        <a:cubicBezTo>
                          <a:pt x="20348" y="1773"/>
                          <a:pt x="19018" y="3281"/>
                          <a:pt x="17511" y="5098"/>
                        </a:cubicBezTo>
                        <a:cubicBezTo>
                          <a:pt x="15959" y="6783"/>
                          <a:pt x="14230" y="8423"/>
                          <a:pt x="12457" y="10196"/>
                        </a:cubicBezTo>
                        <a:cubicBezTo>
                          <a:pt x="10905" y="11748"/>
                          <a:pt x="8423" y="13787"/>
                          <a:pt x="6251" y="15472"/>
                        </a:cubicBezTo>
                        <a:cubicBezTo>
                          <a:pt x="4034" y="17200"/>
                          <a:pt x="1906" y="18796"/>
                          <a:pt x="0" y="20171"/>
                        </a:cubicBezTo>
                        <a:cubicBezTo>
                          <a:pt x="3990" y="17245"/>
                          <a:pt x="8334" y="13299"/>
                          <a:pt x="11526" y="9797"/>
                        </a:cubicBezTo>
                        <a:cubicBezTo>
                          <a:pt x="13078" y="8068"/>
                          <a:pt x="14629" y="6206"/>
                          <a:pt x="16269" y="4655"/>
                        </a:cubicBezTo>
                        <a:cubicBezTo>
                          <a:pt x="17910" y="2926"/>
                          <a:pt x="19506" y="1330"/>
                          <a:pt x="2110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97" name="Forme libre : forme 22796">
                    <a:extLst>
                      <a:ext uri="{FF2B5EF4-FFF2-40B4-BE49-F238E27FC236}">
                        <a16:creationId xmlns:a16="http://schemas.microsoft.com/office/drawing/2014/main" id="{F582B3D2-7D58-46D2-A55B-1CC5441CD446}"/>
                      </a:ext>
                    </a:extLst>
                  </p:cNvPr>
                  <p:cNvSpPr/>
                  <p:nvPr/>
                </p:nvSpPr>
                <p:spPr>
                  <a:xfrm>
                    <a:off x="5975730" y="1376033"/>
                    <a:ext cx="24603" cy="22963"/>
                  </a:xfrm>
                  <a:custGeom>
                    <a:avLst/>
                    <a:gdLst>
                      <a:gd name="connsiteX0" fmla="*/ 24604 w 24603"/>
                      <a:gd name="connsiteY0" fmla="*/ 0 h 22963"/>
                      <a:gd name="connsiteX1" fmla="*/ 0 w 24603"/>
                      <a:gd name="connsiteY1" fmla="*/ 22963 h 22963"/>
                      <a:gd name="connsiteX2" fmla="*/ 24604 w 24603"/>
                      <a:gd name="connsiteY2" fmla="*/ 0 h 22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4603" h="22963">
                        <a:moveTo>
                          <a:pt x="24604" y="0"/>
                        </a:moveTo>
                        <a:cubicBezTo>
                          <a:pt x="13299" y="5630"/>
                          <a:pt x="5364" y="14718"/>
                          <a:pt x="0" y="22963"/>
                        </a:cubicBezTo>
                        <a:cubicBezTo>
                          <a:pt x="4610" y="15073"/>
                          <a:pt x="15605" y="6162"/>
                          <a:pt x="2460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98" name="Forme libre : forme 22797">
                    <a:extLst>
                      <a:ext uri="{FF2B5EF4-FFF2-40B4-BE49-F238E27FC236}">
                        <a16:creationId xmlns:a16="http://schemas.microsoft.com/office/drawing/2014/main" id="{1DF39A19-E83C-45B0-A773-28A4C143DB8D}"/>
                      </a:ext>
                    </a:extLst>
                  </p:cNvPr>
                  <p:cNvSpPr/>
                  <p:nvPr/>
                </p:nvSpPr>
                <p:spPr>
                  <a:xfrm>
                    <a:off x="6021538" y="1377089"/>
                    <a:ext cx="16011" cy="6098"/>
                  </a:xfrm>
                  <a:custGeom>
                    <a:avLst/>
                    <a:gdLst>
                      <a:gd name="connsiteX0" fmla="*/ 15989 w 16011"/>
                      <a:gd name="connsiteY0" fmla="*/ 939 h 6098"/>
                      <a:gd name="connsiteX1" fmla="*/ 7167 w 16011"/>
                      <a:gd name="connsiteY1" fmla="*/ 5150 h 6098"/>
                      <a:gd name="connsiteX2" fmla="*/ 30 w 16011"/>
                      <a:gd name="connsiteY2" fmla="*/ 5017 h 6098"/>
                      <a:gd name="connsiteX3" fmla="*/ 8364 w 16011"/>
                      <a:gd name="connsiteY3" fmla="*/ 1027 h 6098"/>
                      <a:gd name="connsiteX4" fmla="*/ 15989 w 16011"/>
                      <a:gd name="connsiteY4" fmla="*/ 939 h 6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11" h="6098">
                        <a:moveTo>
                          <a:pt x="15989" y="939"/>
                        </a:moveTo>
                        <a:cubicBezTo>
                          <a:pt x="15545" y="2845"/>
                          <a:pt x="9118" y="4574"/>
                          <a:pt x="7167" y="5150"/>
                        </a:cubicBezTo>
                        <a:cubicBezTo>
                          <a:pt x="5216" y="5682"/>
                          <a:pt x="-458" y="7056"/>
                          <a:pt x="30" y="5017"/>
                        </a:cubicBezTo>
                        <a:cubicBezTo>
                          <a:pt x="517" y="2978"/>
                          <a:pt x="6502" y="1515"/>
                          <a:pt x="8364" y="1027"/>
                        </a:cubicBezTo>
                        <a:cubicBezTo>
                          <a:pt x="10226" y="540"/>
                          <a:pt x="16432" y="-968"/>
                          <a:pt x="15989" y="93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99" name="Forme libre : forme 22798">
                    <a:extLst>
                      <a:ext uri="{FF2B5EF4-FFF2-40B4-BE49-F238E27FC236}">
                        <a16:creationId xmlns:a16="http://schemas.microsoft.com/office/drawing/2014/main" id="{D622C9F7-3465-4858-AF2A-ED66492C9E22}"/>
                      </a:ext>
                    </a:extLst>
                  </p:cNvPr>
                  <p:cNvSpPr/>
                  <p:nvPr/>
                </p:nvSpPr>
                <p:spPr>
                  <a:xfrm>
                    <a:off x="6035338" y="1376474"/>
                    <a:ext cx="4518" cy="2201"/>
                  </a:xfrm>
                  <a:custGeom>
                    <a:avLst/>
                    <a:gdLst>
                      <a:gd name="connsiteX0" fmla="*/ 4449 w 4518"/>
                      <a:gd name="connsiteY0" fmla="*/ 268 h 2201"/>
                      <a:gd name="connsiteX1" fmla="*/ 2720 w 4518"/>
                      <a:gd name="connsiteY1" fmla="*/ 1775 h 2201"/>
                      <a:gd name="connsiteX2" fmla="*/ 61 w 4518"/>
                      <a:gd name="connsiteY2" fmla="*/ 1952 h 2201"/>
                      <a:gd name="connsiteX3" fmla="*/ 1745 w 4518"/>
                      <a:gd name="connsiteY3" fmla="*/ 489 h 2201"/>
                      <a:gd name="connsiteX4" fmla="*/ 4449 w 4518"/>
                      <a:gd name="connsiteY4" fmla="*/ 268 h 22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18" h="2201">
                        <a:moveTo>
                          <a:pt x="4449" y="268"/>
                        </a:moveTo>
                        <a:cubicBezTo>
                          <a:pt x="4848" y="800"/>
                          <a:pt x="3430" y="1465"/>
                          <a:pt x="2720" y="1775"/>
                        </a:cubicBezTo>
                        <a:cubicBezTo>
                          <a:pt x="1967" y="2041"/>
                          <a:pt x="460" y="2484"/>
                          <a:pt x="61" y="1952"/>
                        </a:cubicBezTo>
                        <a:cubicBezTo>
                          <a:pt x="-294" y="1376"/>
                          <a:pt x="992" y="755"/>
                          <a:pt x="1745" y="489"/>
                        </a:cubicBezTo>
                        <a:cubicBezTo>
                          <a:pt x="2499" y="179"/>
                          <a:pt x="4050" y="-309"/>
                          <a:pt x="4449" y="2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800" name="Forme libre : forme 22799">
                    <a:extLst>
                      <a:ext uri="{FF2B5EF4-FFF2-40B4-BE49-F238E27FC236}">
                        <a16:creationId xmlns:a16="http://schemas.microsoft.com/office/drawing/2014/main" id="{3337EE2E-54F6-4F89-9064-70CC7DE8896E}"/>
                      </a:ext>
                    </a:extLst>
                  </p:cNvPr>
                  <p:cNvSpPr/>
                  <p:nvPr/>
                </p:nvSpPr>
                <p:spPr>
                  <a:xfrm>
                    <a:off x="6017780" y="1364933"/>
                    <a:ext cx="43224" cy="9787"/>
                  </a:xfrm>
                  <a:custGeom>
                    <a:avLst/>
                    <a:gdLst>
                      <a:gd name="connsiteX0" fmla="*/ 30830 w 43224"/>
                      <a:gd name="connsiteY0" fmla="*/ 1657 h 9787"/>
                      <a:gd name="connsiteX1" fmla="*/ 42843 w 43224"/>
                      <a:gd name="connsiteY1" fmla="*/ 5913 h 9787"/>
                      <a:gd name="connsiteX2" fmla="*/ 40450 w 43224"/>
                      <a:gd name="connsiteY2" fmla="*/ 9061 h 9787"/>
                      <a:gd name="connsiteX3" fmla="*/ 35351 w 43224"/>
                      <a:gd name="connsiteY3" fmla="*/ 8617 h 9787"/>
                      <a:gd name="connsiteX4" fmla="*/ 19481 w 43224"/>
                      <a:gd name="connsiteY4" fmla="*/ 7642 h 9787"/>
                      <a:gd name="connsiteX5" fmla="*/ 108 w 43224"/>
                      <a:gd name="connsiteY5" fmla="*/ 7864 h 9787"/>
                      <a:gd name="connsiteX6" fmla="*/ 19791 w 43224"/>
                      <a:gd name="connsiteY6" fmla="*/ 17 h 9787"/>
                      <a:gd name="connsiteX7" fmla="*/ 25554 w 43224"/>
                      <a:gd name="connsiteY7" fmla="*/ 549 h 9787"/>
                      <a:gd name="connsiteX8" fmla="*/ 30830 w 43224"/>
                      <a:gd name="connsiteY8" fmla="*/ 1657 h 9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224" h="9787">
                        <a:moveTo>
                          <a:pt x="30830" y="1657"/>
                        </a:moveTo>
                        <a:cubicBezTo>
                          <a:pt x="36105" y="2189"/>
                          <a:pt x="39829" y="3298"/>
                          <a:pt x="42843" y="5913"/>
                        </a:cubicBezTo>
                        <a:cubicBezTo>
                          <a:pt x="43952" y="6977"/>
                          <a:pt x="42489" y="8529"/>
                          <a:pt x="40450" y="9061"/>
                        </a:cubicBezTo>
                        <a:cubicBezTo>
                          <a:pt x="38410" y="9548"/>
                          <a:pt x="36947" y="8928"/>
                          <a:pt x="35351" y="8617"/>
                        </a:cubicBezTo>
                        <a:cubicBezTo>
                          <a:pt x="30298" y="7420"/>
                          <a:pt x="25155" y="7465"/>
                          <a:pt x="19481" y="7642"/>
                        </a:cubicBezTo>
                        <a:cubicBezTo>
                          <a:pt x="15935" y="7686"/>
                          <a:pt x="-1532" y="12297"/>
                          <a:pt x="108" y="7864"/>
                        </a:cubicBezTo>
                        <a:cubicBezTo>
                          <a:pt x="1749" y="3298"/>
                          <a:pt x="15092" y="195"/>
                          <a:pt x="19791" y="17"/>
                        </a:cubicBezTo>
                        <a:cubicBezTo>
                          <a:pt x="22141" y="-71"/>
                          <a:pt x="23914" y="195"/>
                          <a:pt x="25554" y="549"/>
                        </a:cubicBezTo>
                        <a:cubicBezTo>
                          <a:pt x="27195" y="948"/>
                          <a:pt x="28791" y="1391"/>
                          <a:pt x="30830" y="165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86" name="Graphique 2">
                  <a:extLst>
                    <a:ext uri="{FF2B5EF4-FFF2-40B4-BE49-F238E27FC236}">
                      <a16:creationId xmlns:a16="http://schemas.microsoft.com/office/drawing/2014/main" id="{92EEBABD-5FF5-4BD3-97BB-546637B30BA1}"/>
                    </a:ext>
                  </a:extLst>
                </p:cNvPr>
                <p:cNvGrpSpPr/>
                <p:nvPr/>
              </p:nvGrpSpPr>
              <p:grpSpPr>
                <a:xfrm>
                  <a:off x="6065566" y="1359429"/>
                  <a:ext cx="85813" cy="58083"/>
                  <a:chOff x="6065566" y="1359429"/>
                  <a:chExt cx="85813" cy="58083"/>
                </a:xfrm>
                <a:solidFill>
                  <a:schemeClr val="accent1"/>
                </a:solidFill>
              </p:grpSpPr>
              <p:sp>
                <p:nvSpPr>
                  <p:cNvPr id="22777" name="Forme libre : forme 22776">
                    <a:extLst>
                      <a:ext uri="{FF2B5EF4-FFF2-40B4-BE49-F238E27FC236}">
                        <a16:creationId xmlns:a16="http://schemas.microsoft.com/office/drawing/2014/main" id="{102B68EA-C029-42D7-9009-9BA08294B8B5}"/>
                      </a:ext>
                    </a:extLst>
                  </p:cNvPr>
                  <p:cNvSpPr/>
                  <p:nvPr/>
                </p:nvSpPr>
                <p:spPr>
                  <a:xfrm>
                    <a:off x="6065566" y="1359429"/>
                    <a:ext cx="85813" cy="58083"/>
                  </a:xfrm>
                  <a:custGeom>
                    <a:avLst/>
                    <a:gdLst>
                      <a:gd name="connsiteX0" fmla="*/ 49585 w 85813"/>
                      <a:gd name="connsiteY0" fmla="*/ 50118 h 58083"/>
                      <a:gd name="connsiteX1" fmla="*/ 36773 w 85813"/>
                      <a:gd name="connsiteY1" fmla="*/ 42139 h 58083"/>
                      <a:gd name="connsiteX2" fmla="*/ 24405 w 85813"/>
                      <a:gd name="connsiteY2" fmla="*/ 35223 h 58083"/>
                      <a:gd name="connsiteX3" fmla="*/ 11859 w 85813"/>
                      <a:gd name="connsiteY3" fmla="*/ 26756 h 58083"/>
                      <a:gd name="connsiteX4" fmla="*/ 7027 w 85813"/>
                      <a:gd name="connsiteY4" fmla="*/ 22012 h 58083"/>
                      <a:gd name="connsiteX5" fmla="*/ 1929 w 85813"/>
                      <a:gd name="connsiteY5" fmla="*/ 16648 h 58083"/>
                      <a:gd name="connsiteX6" fmla="*/ 2328 w 85813"/>
                      <a:gd name="connsiteY6" fmla="*/ 6630 h 58083"/>
                      <a:gd name="connsiteX7" fmla="*/ 39610 w 85813"/>
                      <a:gd name="connsiteY7" fmla="*/ 3571 h 58083"/>
                      <a:gd name="connsiteX8" fmla="*/ 54904 w 85813"/>
                      <a:gd name="connsiteY8" fmla="*/ 11373 h 58083"/>
                      <a:gd name="connsiteX9" fmla="*/ 68470 w 85813"/>
                      <a:gd name="connsiteY9" fmla="*/ 20550 h 58083"/>
                      <a:gd name="connsiteX10" fmla="*/ 85714 w 85813"/>
                      <a:gd name="connsiteY10" fmla="*/ 49409 h 58083"/>
                      <a:gd name="connsiteX11" fmla="*/ 80572 w 85813"/>
                      <a:gd name="connsiteY11" fmla="*/ 57787 h 58083"/>
                      <a:gd name="connsiteX12" fmla="*/ 49585 w 85813"/>
                      <a:gd name="connsiteY12" fmla="*/ 50118 h 58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5813" h="58083">
                        <a:moveTo>
                          <a:pt x="49585" y="50118"/>
                        </a:moveTo>
                        <a:cubicBezTo>
                          <a:pt x="46481" y="48212"/>
                          <a:pt x="41649" y="45198"/>
                          <a:pt x="36773" y="42139"/>
                        </a:cubicBezTo>
                        <a:cubicBezTo>
                          <a:pt x="32030" y="39257"/>
                          <a:pt x="27330" y="36775"/>
                          <a:pt x="24405" y="35223"/>
                        </a:cubicBezTo>
                        <a:cubicBezTo>
                          <a:pt x="18908" y="32297"/>
                          <a:pt x="15184" y="29815"/>
                          <a:pt x="11859" y="26756"/>
                        </a:cubicBezTo>
                        <a:cubicBezTo>
                          <a:pt x="10174" y="25249"/>
                          <a:pt x="8623" y="23608"/>
                          <a:pt x="7027" y="22012"/>
                        </a:cubicBezTo>
                        <a:cubicBezTo>
                          <a:pt x="5431" y="20239"/>
                          <a:pt x="3791" y="18555"/>
                          <a:pt x="1929" y="16648"/>
                        </a:cubicBezTo>
                        <a:cubicBezTo>
                          <a:pt x="-598" y="14033"/>
                          <a:pt x="-820" y="8979"/>
                          <a:pt x="2328" y="6630"/>
                        </a:cubicBezTo>
                        <a:cubicBezTo>
                          <a:pt x="11283" y="-197"/>
                          <a:pt x="24227" y="-2636"/>
                          <a:pt x="39610" y="3571"/>
                        </a:cubicBezTo>
                        <a:cubicBezTo>
                          <a:pt x="43733" y="5167"/>
                          <a:pt x="49496" y="8137"/>
                          <a:pt x="54904" y="11373"/>
                        </a:cubicBezTo>
                        <a:cubicBezTo>
                          <a:pt x="60313" y="14609"/>
                          <a:pt x="65234" y="18111"/>
                          <a:pt x="68470" y="20550"/>
                        </a:cubicBezTo>
                        <a:cubicBezTo>
                          <a:pt x="80528" y="29682"/>
                          <a:pt x="84030" y="38991"/>
                          <a:pt x="85714" y="49409"/>
                        </a:cubicBezTo>
                        <a:cubicBezTo>
                          <a:pt x="86335" y="53044"/>
                          <a:pt x="83985" y="57433"/>
                          <a:pt x="80572" y="57787"/>
                        </a:cubicBezTo>
                        <a:cubicBezTo>
                          <a:pt x="70465" y="58851"/>
                          <a:pt x="61377" y="57211"/>
                          <a:pt x="49585" y="5011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78" name="Forme libre : forme 22777">
                    <a:extLst>
                      <a:ext uri="{FF2B5EF4-FFF2-40B4-BE49-F238E27FC236}">
                        <a16:creationId xmlns:a16="http://schemas.microsoft.com/office/drawing/2014/main" id="{3EF28195-E456-4124-8B16-6CBE334B1A41}"/>
                      </a:ext>
                    </a:extLst>
                  </p:cNvPr>
                  <p:cNvSpPr/>
                  <p:nvPr/>
                </p:nvSpPr>
                <p:spPr>
                  <a:xfrm>
                    <a:off x="6065633" y="1371910"/>
                    <a:ext cx="80726" cy="45527"/>
                  </a:xfrm>
                  <a:custGeom>
                    <a:avLst/>
                    <a:gdLst>
                      <a:gd name="connsiteX0" fmla="*/ 33825 w 80726"/>
                      <a:gd name="connsiteY0" fmla="*/ 13299 h 45527"/>
                      <a:gd name="connsiteX1" fmla="*/ 16358 w 80726"/>
                      <a:gd name="connsiteY1" fmla="*/ 6428 h 45527"/>
                      <a:gd name="connsiteX2" fmla="*/ 0 w 80726"/>
                      <a:gd name="connsiteY2" fmla="*/ 0 h 45527"/>
                      <a:gd name="connsiteX3" fmla="*/ 1862 w 80726"/>
                      <a:gd name="connsiteY3" fmla="*/ 4079 h 45527"/>
                      <a:gd name="connsiteX4" fmla="*/ 5453 w 80726"/>
                      <a:gd name="connsiteY4" fmla="*/ 7758 h 45527"/>
                      <a:gd name="connsiteX5" fmla="*/ 15516 w 80726"/>
                      <a:gd name="connsiteY5" fmla="*/ 17200 h 45527"/>
                      <a:gd name="connsiteX6" fmla="*/ 24382 w 80726"/>
                      <a:gd name="connsiteY6" fmla="*/ 22653 h 45527"/>
                      <a:gd name="connsiteX7" fmla="*/ 28283 w 80726"/>
                      <a:gd name="connsiteY7" fmla="*/ 24737 h 45527"/>
                      <a:gd name="connsiteX8" fmla="*/ 47612 w 80726"/>
                      <a:gd name="connsiteY8" fmla="*/ 36351 h 45527"/>
                      <a:gd name="connsiteX9" fmla="*/ 49562 w 80726"/>
                      <a:gd name="connsiteY9" fmla="*/ 37548 h 45527"/>
                      <a:gd name="connsiteX10" fmla="*/ 61265 w 80726"/>
                      <a:gd name="connsiteY10" fmla="*/ 43178 h 45527"/>
                      <a:gd name="connsiteX11" fmla="*/ 75850 w 80726"/>
                      <a:gd name="connsiteY11" fmla="*/ 45528 h 45527"/>
                      <a:gd name="connsiteX12" fmla="*/ 80549 w 80726"/>
                      <a:gd name="connsiteY12" fmla="*/ 45262 h 45527"/>
                      <a:gd name="connsiteX13" fmla="*/ 80727 w 80726"/>
                      <a:gd name="connsiteY13" fmla="*/ 45218 h 45527"/>
                      <a:gd name="connsiteX14" fmla="*/ 58074 w 80726"/>
                      <a:gd name="connsiteY14" fmla="*/ 27574 h 45527"/>
                      <a:gd name="connsiteX15" fmla="*/ 33825 w 80726"/>
                      <a:gd name="connsiteY15" fmla="*/ 13299 h 45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0726" h="45527">
                        <a:moveTo>
                          <a:pt x="33825" y="13299"/>
                        </a:moveTo>
                        <a:cubicBezTo>
                          <a:pt x="28017" y="10817"/>
                          <a:pt x="22077" y="8512"/>
                          <a:pt x="16358" y="6428"/>
                        </a:cubicBezTo>
                        <a:cubicBezTo>
                          <a:pt x="10639" y="4344"/>
                          <a:pt x="5187" y="2483"/>
                          <a:pt x="0" y="0"/>
                        </a:cubicBezTo>
                        <a:cubicBezTo>
                          <a:pt x="177" y="1507"/>
                          <a:pt x="798" y="3014"/>
                          <a:pt x="1862" y="4079"/>
                        </a:cubicBezTo>
                        <a:cubicBezTo>
                          <a:pt x="3103" y="5364"/>
                          <a:pt x="4300" y="6605"/>
                          <a:pt x="5453" y="7758"/>
                        </a:cubicBezTo>
                        <a:cubicBezTo>
                          <a:pt x="8778" y="11349"/>
                          <a:pt x="11703" y="14275"/>
                          <a:pt x="15516" y="17200"/>
                        </a:cubicBezTo>
                        <a:cubicBezTo>
                          <a:pt x="17998" y="19018"/>
                          <a:pt x="20791" y="20791"/>
                          <a:pt x="24382" y="22653"/>
                        </a:cubicBezTo>
                        <a:cubicBezTo>
                          <a:pt x="25490" y="23229"/>
                          <a:pt x="26820" y="23939"/>
                          <a:pt x="28283" y="24737"/>
                        </a:cubicBezTo>
                        <a:cubicBezTo>
                          <a:pt x="34046" y="27795"/>
                          <a:pt x="42203" y="32849"/>
                          <a:pt x="47612" y="36351"/>
                        </a:cubicBezTo>
                        <a:cubicBezTo>
                          <a:pt x="48321" y="36795"/>
                          <a:pt x="48986" y="37194"/>
                          <a:pt x="49562" y="37548"/>
                        </a:cubicBezTo>
                        <a:cubicBezTo>
                          <a:pt x="53862" y="40164"/>
                          <a:pt x="57586" y="41848"/>
                          <a:pt x="61265" y="43178"/>
                        </a:cubicBezTo>
                        <a:cubicBezTo>
                          <a:pt x="66319" y="44863"/>
                          <a:pt x="71063" y="45484"/>
                          <a:pt x="75850" y="45528"/>
                        </a:cubicBezTo>
                        <a:cubicBezTo>
                          <a:pt x="77402" y="45528"/>
                          <a:pt x="78998" y="45395"/>
                          <a:pt x="80549" y="45262"/>
                        </a:cubicBezTo>
                        <a:lnTo>
                          <a:pt x="80727" y="45218"/>
                        </a:lnTo>
                        <a:cubicBezTo>
                          <a:pt x="73501" y="39011"/>
                          <a:pt x="65964" y="33071"/>
                          <a:pt x="58074" y="27574"/>
                        </a:cubicBezTo>
                        <a:cubicBezTo>
                          <a:pt x="50183" y="21988"/>
                          <a:pt x="42114" y="16934"/>
                          <a:pt x="33825" y="1329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79" name="Forme libre : forme 22778">
                    <a:extLst>
                      <a:ext uri="{FF2B5EF4-FFF2-40B4-BE49-F238E27FC236}">
                        <a16:creationId xmlns:a16="http://schemas.microsoft.com/office/drawing/2014/main" id="{2F0850CB-AA9C-49EB-AA06-EE1AC44C4901}"/>
                      </a:ext>
                    </a:extLst>
                  </p:cNvPr>
                  <p:cNvSpPr/>
                  <p:nvPr/>
                </p:nvSpPr>
                <p:spPr>
                  <a:xfrm>
                    <a:off x="6097620" y="1377673"/>
                    <a:ext cx="38030" cy="26717"/>
                  </a:xfrm>
                  <a:custGeom>
                    <a:avLst/>
                    <a:gdLst>
                      <a:gd name="connsiteX0" fmla="*/ 37656 w 38030"/>
                      <a:gd name="connsiteY0" fmla="*/ 25845 h 26717"/>
                      <a:gd name="connsiteX1" fmla="*/ 15491 w 38030"/>
                      <a:gd name="connsiteY1" fmla="*/ 17378 h 26717"/>
                      <a:gd name="connsiteX2" fmla="*/ 5428 w 38030"/>
                      <a:gd name="connsiteY2" fmla="*/ 9930 h 26717"/>
                      <a:gd name="connsiteX3" fmla="*/ 197 w 38030"/>
                      <a:gd name="connsiteY3" fmla="*/ 1685 h 26717"/>
                      <a:gd name="connsiteX4" fmla="*/ 10038 w 38030"/>
                      <a:gd name="connsiteY4" fmla="*/ 1374 h 26717"/>
                      <a:gd name="connsiteX5" fmla="*/ 21653 w 38030"/>
                      <a:gd name="connsiteY5" fmla="*/ 7581 h 26717"/>
                      <a:gd name="connsiteX6" fmla="*/ 37656 w 38030"/>
                      <a:gd name="connsiteY6" fmla="*/ 25845 h 26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030" h="26717">
                        <a:moveTo>
                          <a:pt x="37656" y="25845"/>
                        </a:moveTo>
                        <a:cubicBezTo>
                          <a:pt x="35041" y="29569"/>
                          <a:pt x="20367" y="20348"/>
                          <a:pt x="15491" y="17378"/>
                        </a:cubicBezTo>
                        <a:cubicBezTo>
                          <a:pt x="13097" y="15782"/>
                          <a:pt x="8886" y="12900"/>
                          <a:pt x="5428" y="9930"/>
                        </a:cubicBezTo>
                        <a:cubicBezTo>
                          <a:pt x="2014" y="7005"/>
                          <a:pt x="-779" y="4079"/>
                          <a:pt x="197" y="1685"/>
                        </a:cubicBezTo>
                        <a:cubicBezTo>
                          <a:pt x="1172" y="-709"/>
                          <a:pt x="5428" y="-310"/>
                          <a:pt x="10038" y="1374"/>
                        </a:cubicBezTo>
                        <a:cubicBezTo>
                          <a:pt x="14604" y="3059"/>
                          <a:pt x="19348" y="5940"/>
                          <a:pt x="21653" y="7581"/>
                        </a:cubicBezTo>
                        <a:cubicBezTo>
                          <a:pt x="26396" y="10728"/>
                          <a:pt x="40494" y="21855"/>
                          <a:pt x="37656" y="2584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80" name="Forme libre : forme 22779">
                    <a:extLst>
                      <a:ext uri="{FF2B5EF4-FFF2-40B4-BE49-F238E27FC236}">
                        <a16:creationId xmlns:a16="http://schemas.microsoft.com/office/drawing/2014/main" id="{E7EA5B9C-E2D4-4DA0-945D-5A1D7BC84342}"/>
                      </a:ext>
                    </a:extLst>
                  </p:cNvPr>
                  <p:cNvSpPr/>
                  <p:nvPr/>
                </p:nvSpPr>
                <p:spPr>
                  <a:xfrm>
                    <a:off x="6097576" y="1377672"/>
                    <a:ext cx="23869" cy="22122"/>
                  </a:xfrm>
                  <a:custGeom>
                    <a:avLst/>
                    <a:gdLst>
                      <a:gd name="connsiteX0" fmla="*/ 10836 w 23869"/>
                      <a:gd name="connsiteY0" fmla="*/ 1863 h 22122"/>
                      <a:gd name="connsiteX1" fmla="*/ 20 w 23869"/>
                      <a:gd name="connsiteY1" fmla="*/ 1641 h 22122"/>
                      <a:gd name="connsiteX2" fmla="*/ 5472 w 23869"/>
                      <a:gd name="connsiteY2" fmla="*/ 9975 h 22122"/>
                      <a:gd name="connsiteX3" fmla="*/ 15713 w 23869"/>
                      <a:gd name="connsiteY3" fmla="*/ 17556 h 22122"/>
                      <a:gd name="connsiteX4" fmla="*/ 23870 w 23869"/>
                      <a:gd name="connsiteY4" fmla="*/ 22122 h 22122"/>
                      <a:gd name="connsiteX5" fmla="*/ 19924 w 23869"/>
                      <a:gd name="connsiteY5" fmla="*/ 19019 h 22122"/>
                      <a:gd name="connsiteX6" fmla="*/ 10836 w 23869"/>
                      <a:gd name="connsiteY6" fmla="*/ 1863 h 221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69" h="22122">
                        <a:moveTo>
                          <a:pt x="10836" y="1863"/>
                        </a:moveTo>
                        <a:cubicBezTo>
                          <a:pt x="7911" y="1153"/>
                          <a:pt x="374" y="-1817"/>
                          <a:pt x="20" y="1641"/>
                        </a:cubicBezTo>
                        <a:cubicBezTo>
                          <a:pt x="-246" y="4345"/>
                          <a:pt x="2236" y="7183"/>
                          <a:pt x="5472" y="9975"/>
                        </a:cubicBezTo>
                        <a:cubicBezTo>
                          <a:pt x="8664" y="12812"/>
                          <a:pt x="12698" y="15561"/>
                          <a:pt x="15713" y="17556"/>
                        </a:cubicBezTo>
                        <a:cubicBezTo>
                          <a:pt x="17486" y="18708"/>
                          <a:pt x="21653" y="21058"/>
                          <a:pt x="23870" y="22122"/>
                        </a:cubicBezTo>
                        <a:cubicBezTo>
                          <a:pt x="22761" y="21280"/>
                          <a:pt x="20811" y="19994"/>
                          <a:pt x="19924" y="19019"/>
                        </a:cubicBezTo>
                        <a:cubicBezTo>
                          <a:pt x="14826" y="13477"/>
                          <a:pt x="8576" y="7005"/>
                          <a:pt x="10836" y="186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81" name="Forme libre : forme 22780">
                    <a:extLst>
                      <a:ext uri="{FF2B5EF4-FFF2-40B4-BE49-F238E27FC236}">
                        <a16:creationId xmlns:a16="http://schemas.microsoft.com/office/drawing/2014/main" id="{129F9AF1-C47C-46E2-80CC-F3EEFBDC59C1}"/>
                      </a:ext>
                    </a:extLst>
                  </p:cNvPr>
                  <p:cNvSpPr/>
                  <p:nvPr/>
                </p:nvSpPr>
                <p:spPr>
                  <a:xfrm>
                    <a:off x="6099203" y="1379891"/>
                    <a:ext cx="37973" cy="26604"/>
                  </a:xfrm>
                  <a:custGeom>
                    <a:avLst/>
                    <a:gdLst>
                      <a:gd name="connsiteX0" fmla="*/ 37315 w 37973"/>
                      <a:gd name="connsiteY0" fmla="*/ 26020 h 26604"/>
                      <a:gd name="connsiteX1" fmla="*/ 14884 w 37973"/>
                      <a:gd name="connsiteY1" fmla="*/ 17464 h 26604"/>
                      <a:gd name="connsiteX2" fmla="*/ 4998 w 37973"/>
                      <a:gd name="connsiteY2" fmla="*/ 10061 h 26604"/>
                      <a:gd name="connsiteX3" fmla="*/ 166 w 37973"/>
                      <a:gd name="connsiteY3" fmla="*/ 1682 h 26604"/>
                      <a:gd name="connsiteX4" fmla="*/ 9874 w 37973"/>
                      <a:gd name="connsiteY4" fmla="*/ 1549 h 26604"/>
                      <a:gd name="connsiteX5" fmla="*/ 21267 w 37973"/>
                      <a:gd name="connsiteY5" fmla="*/ 7800 h 26604"/>
                      <a:gd name="connsiteX6" fmla="*/ 37315 w 37973"/>
                      <a:gd name="connsiteY6" fmla="*/ 26020 h 26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973" h="26604">
                        <a:moveTo>
                          <a:pt x="37315" y="26020"/>
                        </a:moveTo>
                        <a:cubicBezTo>
                          <a:pt x="33414" y="28857"/>
                          <a:pt x="20248" y="20612"/>
                          <a:pt x="14884" y="17464"/>
                        </a:cubicBezTo>
                        <a:cubicBezTo>
                          <a:pt x="12224" y="15868"/>
                          <a:pt x="8234" y="12898"/>
                          <a:pt x="4998" y="10061"/>
                        </a:cubicBezTo>
                        <a:cubicBezTo>
                          <a:pt x="1806" y="7135"/>
                          <a:pt x="-677" y="4121"/>
                          <a:pt x="166" y="1682"/>
                        </a:cubicBezTo>
                        <a:cubicBezTo>
                          <a:pt x="1052" y="-800"/>
                          <a:pt x="5308" y="-268"/>
                          <a:pt x="9874" y="1549"/>
                        </a:cubicBezTo>
                        <a:cubicBezTo>
                          <a:pt x="14440" y="3323"/>
                          <a:pt x="19095" y="6337"/>
                          <a:pt x="21267" y="7800"/>
                        </a:cubicBezTo>
                        <a:cubicBezTo>
                          <a:pt x="25700" y="10549"/>
                          <a:pt x="41349" y="23006"/>
                          <a:pt x="37315" y="2602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82" name="Forme libre : forme 22781">
                    <a:extLst>
                      <a:ext uri="{FF2B5EF4-FFF2-40B4-BE49-F238E27FC236}">
                        <a16:creationId xmlns:a16="http://schemas.microsoft.com/office/drawing/2014/main" id="{FDE54E4F-5BD2-4570-B83B-9B932A68F160}"/>
                      </a:ext>
                    </a:extLst>
                  </p:cNvPr>
                  <p:cNvSpPr/>
                  <p:nvPr/>
                </p:nvSpPr>
                <p:spPr>
                  <a:xfrm>
                    <a:off x="6077999" y="1366434"/>
                    <a:ext cx="45621" cy="37981"/>
                  </a:xfrm>
                  <a:custGeom>
                    <a:avLst/>
                    <a:gdLst>
                      <a:gd name="connsiteX0" fmla="*/ 135 w 45621"/>
                      <a:gd name="connsiteY0" fmla="*/ 7028 h 37981"/>
                      <a:gd name="connsiteX1" fmla="*/ 4169 w 45621"/>
                      <a:gd name="connsiteY1" fmla="*/ 13721 h 37981"/>
                      <a:gd name="connsiteX2" fmla="*/ 18222 w 45621"/>
                      <a:gd name="connsiteY2" fmla="*/ 27420 h 37981"/>
                      <a:gd name="connsiteX3" fmla="*/ 35821 w 45621"/>
                      <a:gd name="connsiteY3" fmla="*/ 36862 h 37981"/>
                      <a:gd name="connsiteX4" fmla="*/ 45574 w 45621"/>
                      <a:gd name="connsiteY4" fmla="*/ 35798 h 37981"/>
                      <a:gd name="connsiteX5" fmla="*/ 41496 w 45621"/>
                      <a:gd name="connsiteY5" fmla="*/ 29681 h 37981"/>
                      <a:gd name="connsiteX6" fmla="*/ 28906 w 45621"/>
                      <a:gd name="connsiteY6" fmla="*/ 14076 h 37981"/>
                      <a:gd name="connsiteX7" fmla="*/ 12902 w 45621"/>
                      <a:gd name="connsiteY7" fmla="*/ 422 h 37981"/>
                      <a:gd name="connsiteX8" fmla="*/ 135 w 45621"/>
                      <a:gd name="connsiteY8" fmla="*/ 7028 h 37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621" h="37981">
                        <a:moveTo>
                          <a:pt x="135" y="7028"/>
                        </a:moveTo>
                        <a:cubicBezTo>
                          <a:pt x="755" y="10175"/>
                          <a:pt x="1686" y="11062"/>
                          <a:pt x="4169" y="13721"/>
                        </a:cubicBezTo>
                        <a:cubicBezTo>
                          <a:pt x="8868" y="18642"/>
                          <a:pt x="11927" y="22809"/>
                          <a:pt x="18222" y="27420"/>
                        </a:cubicBezTo>
                        <a:cubicBezTo>
                          <a:pt x="23453" y="31277"/>
                          <a:pt x="30014" y="34956"/>
                          <a:pt x="35821" y="36862"/>
                        </a:cubicBezTo>
                        <a:cubicBezTo>
                          <a:pt x="40121" y="38236"/>
                          <a:pt x="44865" y="38813"/>
                          <a:pt x="45574" y="35798"/>
                        </a:cubicBezTo>
                        <a:cubicBezTo>
                          <a:pt x="46017" y="33981"/>
                          <a:pt x="43269" y="31853"/>
                          <a:pt x="41496" y="29681"/>
                        </a:cubicBezTo>
                        <a:cubicBezTo>
                          <a:pt x="37240" y="24538"/>
                          <a:pt x="32895" y="19972"/>
                          <a:pt x="28906" y="14076"/>
                        </a:cubicBezTo>
                        <a:cubicBezTo>
                          <a:pt x="25537" y="9155"/>
                          <a:pt x="21680" y="2506"/>
                          <a:pt x="12902" y="422"/>
                        </a:cubicBezTo>
                        <a:cubicBezTo>
                          <a:pt x="4878" y="-1351"/>
                          <a:pt x="-973" y="2772"/>
                          <a:pt x="135" y="702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83" name="Forme libre : forme 22782">
                    <a:extLst>
                      <a:ext uri="{FF2B5EF4-FFF2-40B4-BE49-F238E27FC236}">
                        <a16:creationId xmlns:a16="http://schemas.microsoft.com/office/drawing/2014/main" id="{8117B1E5-7A2A-4CCA-BAF5-B55467792DA5}"/>
                      </a:ext>
                    </a:extLst>
                  </p:cNvPr>
                  <p:cNvSpPr/>
                  <p:nvPr/>
                </p:nvSpPr>
                <p:spPr>
                  <a:xfrm>
                    <a:off x="6089994" y="1370583"/>
                    <a:ext cx="19003" cy="6630"/>
                  </a:xfrm>
                  <a:custGeom>
                    <a:avLst/>
                    <a:gdLst>
                      <a:gd name="connsiteX0" fmla="*/ 2281 w 19003"/>
                      <a:gd name="connsiteY0" fmla="*/ 41 h 6630"/>
                      <a:gd name="connsiteX1" fmla="*/ 153 w 19003"/>
                      <a:gd name="connsiteY1" fmla="*/ 573 h 6630"/>
                      <a:gd name="connsiteX2" fmla="*/ 1129 w 19003"/>
                      <a:gd name="connsiteY2" fmla="*/ 2080 h 6630"/>
                      <a:gd name="connsiteX3" fmla="*/ 4365 w 19003"/>
                      <a:gd name="connsiteY3" fmla="*/ 3322 h 6630"/>
                      <a:gd name="connsiteX4" fmla="*/ 12477 w 19003"/>
                      <a:gd name="connsiteY4" fmla="*/ 5848 h 6630"/>
                      <a:gd name="connsiteX5" fmla="*/ 15492 w 19003"/>
                      <a:gd name="connsiteY5" fmla="*/ 6602 h 6630"/>
                      <a:gd name="connsiteX6" fmla="*/ 15625 w 19003"/>
                      <a:gd name="connsiteY6" fmla="*/ 2258 h 6630"/>
                      <a:gd name="connsiteX7" fmla="*/ 2281 w 19003"/>
                      <a:gd name="connsiteY7" fmla="*/ 41 h 6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03" h="6630">
                        <a:moveTo>
                          <a:pt x="2281" y="41"/>
                        </a:moveTo>
                        <a:cubicBezTo>
                          <a:pt x="1306" y="85"/>
                          <a:pt x="641" y="130"/>
                          <a:pt x="153" y="573"/>
                        </a:cubicBezTo>
                        <a:cubicBezTo>
                          <a:pt x="-290" y="1016"/>
                          <a:pt x="286" y="1593"/>
                          <a:pt x="1129" y="2080"/>
                        </a:cubicBezTo>
                        <a:cubicBezTo>
                          <a:pt x="1971" y="2524"/>
                          <a:pt x="3301" y="2967"/>
                          <a:pt x="4365" y="3322"/>
                        </a:cubicBezTo>
                        <a:cubicBezTo>
                          <a:pt x="7069" y="4120"/>
                          <a:pt x="9862" y="5095"/>
                          <a:pt x="12477" y="5848"/>
                        </a:cubicBezTo>
                        <a:cubicBezTo>
                          <a:pt x="13586" y="6114"/>
                          <a:pt x="14517" y="6514"/>
                          <a:pt x="15492" y="6602"/>
                        </a:cubicBezTo>
                        <a:cubicBezTo>
                          <a:pt x="19482" y="6913"/>
                          <a:pt x="20767" y="4652"/>
                          <a:pt x="15625" y="2258"/>
                        </a:cubicBezTo>
                        <a:cubicBezTo>
                          <a:pt x="11635" y="484"/>
                          <a:pt x="6227" y="-180"/>
                          <a:pt x="2281" y="4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84" name="Forme libre : forme 22783">
                    <a:extLst>
                      <a:ext uri="{FF2B5EF4-FFF2-40B4-BE49-F238E27FC236}">
                        <a16:creationId xmlns:a16="http://schemas.microsoft.com/office/drawing/2014/main" id="{AD0D04AB-14AA-4BA8-8E58-6D2A3927A08A}"/>
                      </a:ext>
                    </a:extLst>
                  </p:cNvPr>
                  <p:cNvSpPr/>
                  <p:nvPr/>
                </p:nvSpPr>
                <p:spPr>
                  <a:xfrm>
                    <a:off x="6116436" y="1409547"/>
                    <a:ext cx="29524" cy="6466"/>
                  </a:xfrm>
                  <a:custGeom>
                    <a:avLst/>
                    <a:gdLst>
                      <a:gd name="connsiteX0" fmla="*/ 29524 w 29524"/>
                      <a:gd name="connsiteY0" fmla="*/ 5852 h 6466"/>
                      <a:gd name="connsiteX1" fmla="*/ 0 w 29524"/>
                      <a:gd name="connsiteY1" fmla="*/ 0 h 6466"/>
                      <a:gd name="connsiteX2" fmla="*/ 29524 w 29524"/>
                      <a:gd name="connsiteY2" fmla="*/ 5852 h 6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524" h="6466">
                        <a:moveTo>
                          <a:pt x="29524" y="5852"/>
                        </a:moveTo>
                        <a:cubicBezTo>
                          <a:pt x="22299" y="8290"/>
                          <a:pt x="8689" y="2881"/>
                          <a:pt x="0" y="0"/>
                        </a:cubicBezTo>
                        <a:cubicBezTo>
                          <a:pt x="9398" y="3192"/>
                          <a:pt x="20880" y="5054"/>
                          <a:pt x="29524" y="58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85" name="Forme libre : forme 22784">
                    <a:extLst>
                      <a:ext uri="{FF2B5EF4-FFF2-40B4-BE49-F238E27FC236}">
                        <a16:creationId xmlns:a16="http://schemas.microsoft.com/office/drawing/2014/main" id="{64A52D68-D40D-446B-8454-54E37A612802}"/>
                      </a:ext>
                    </a:extLst>
                  </p:cNvPr>
                  <p:cNvSpPr/>
                  <p:nvPr/>
                </p:nvSpPr>
                <p:spPr>
                  <a:xfrm>
                    <a:off x="6068559" y="1361215"/>
                    <a:ext cx="37326" cy="5685"/>
                  </a:xfrm>
                  <a:custGeom>
                    <a:avLst/>
                    <a:gdLst>
                      <a:gd name="connsiteX0" fmla="*/ 37327 w 37326"/>
                      <a:gd name="connsiteY0" fmla="*/ 3292 h 5685"/>
                      <a:gd name="connsiteX1" fmla="*/ 16890 w 37326"/>
                      <a:gd name="connsiteY1" fmla="*/ 188 h 5685"/>
                      <a:gd name="connsiteX2" fmla="*/ 0 w 37326"/>
                      <a:gd name="connsiteY2" fmla="*/ 5685 h 5685"/>
                      <a:gd name="connsiteX3" fmla="*/ 17245 w 37326"/>
                      <a:gd name="connsiteY3" fmla="*/ 809 h 5685"/>
                      <a:gd name="connsiteX4" fmla="*/ 37327 w 37326"/>
                      <a:gd name="connsiteY4" fmla="*/ 3292 h 5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326" h="5685">
                        <a:moveTo>
                          <a:pt x="37327" y="3292"/>
                        </a:moveTo>
                        <a:cubicBezTo>
                          <a:pt x="30633" y="632"/>
                          <a:pt x="23495" y="-476"/>
                          <a:pt x="16890" y="188"/>
                        </a:cubicBezTo>
                        <a:cubicBezTo>
                          <a:pt x="10285" y="853"/>
                          <a:pt x="4433" y="2848"/>
                          <a:pt x="0" y="5685"/>
                        </a:cubicBezTo>
                        <a:cubicBezTo>
                          <a:pt x="4034" y="2804"/>
                          <a:pt x="10329" y="1164"/>
                          <a:pt x="17245" y="809"/>
                        </a:cubicBezTo>
                        <a:cubicBezTo>
                          <a:pt x="24160" y="454"/>
                          <a:pt x="31386" y="1696"/>
                          <a:pt x="37327" y="32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86" name="Forme libre : forme 22785">
                    <a:extLst>
                      <a:ext uri="{FF2B5EF4-FFF2-40B4-BE49-F238E27FC236}">
                        <a16:creationId xmlns:a16="http://schemas.microsoft.com/office/drawing/2014/main" id="{E8E80FF2-4014-47E7-A37C-2E8F80B7539F}"/>
                      </a:ext>
                    </a:extLst>
                  </p:cNvPr>
                  <p:cNvSpPr/>
                  <p:nvPr/>
                </p:nvSpPr>
                <p:spPr>
                  <a:xfrm>
                    <a:off x="6114945" y="1385328"/>
                    <a:ext cx="13340" cy="11041"/>
                  </a:xfrm>
                  <a:custGeom>
                    <a:avLst/>
                    <a:gdLst>
                      <a:gd name="connsiteX0" fmla="*/ 12928 w 13340"/>
                      <a:gd name="connsiteY0" fmla="*/ 10964 h 11041"/>
                      <a:gd name="connsiteX1" fmla="*/ 4506 w 13340"/>
                      <a:gd name="connsiteY1" fmla="*/ 5999 h 11041"/>
                      <a:gd name="connsiteX2" fmla="*/ 471 w 13340"/>
                      <a:gd name="connsiteY2" fmla="*/ 103 h 11041"/>
                      <a:gd name="connsiteX3" fmla="*/ 8584 w 13340"/>
                      <a:gd name="connsiteY3" fmla="*/ 4713 h 11041"/>
                      <a:gd name="connsiteX4" fmla="*/ 12928 w 13340"/>
                      <a:gd name="connsiteY4" fmla="*/ 10964 h 11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40" h="11041">
                        <a:moveTo>
                          <a:pt x="12928" y="10964"/>
                        </a:moveTo>
                        <a:cubicBezTo>
                          <a:pt x="11111" y="11673"/>
                          <a:pt x="6057" y="7329"/>
                          <a:pt x="4506" y="5999"/>
                        </a:cubicBezTo>
                        <a:cubicBezTo>
                          <a:pt x="2954" y="4669"/>
                          <a:pt x="-1435" y="856"/>
                          <a:pt x="471" y="103"/>
                        </a:cubicBezTo>
                        <a:cubicBezTo>
                          <a:pt x="2466" y="-695"/>
                          <a:pt x="7165" y="3383"/>
                          <a:pt x="8584" y="4713"/>
                        </a:cubicBezTo>
                        <a:cubicBezTo>
                          <a:pt x="10047" y="5954"/>
                          <a:pt x="14746" y="10254"/>
                          <a:pt x="12928" y="1096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87" name="Forme libre : forme 22786">
                    <a:extLst>
                      <a:ext uri="{FF2B5EF4-FFF2-40B4-BE49-F238E27FC236}">
                        <a16:creationId xmlns:a16="http://schemas.microsoft.com/office/drawing/2014/main" id="{7622640C-09AC-46BB-9D14-F6EA4DDBE889}"/>
                      </a:ext>
                    </a:extLst>
                  </p:cNvPr>
                  <p:cNvSpPr/>
                  <p:nvPr/>
                </p:nvSpPr>
                <p:spPr>
                  <a:xfrm>
                    <a:off x="6126329" y="1394505"/>
                    <a:ext cx="3919" cy="3167"/>
                  </a:xfrm>
                  <a:custGeom>
                    <a:avLst/>
                    <a:gdLst>
                      <a:gd name="connsiteX0" fmla="*/ 3894 w 3919"/>
                      <a:gd name="connsiteY0" fmla="*/ 2940 h 3167"/>
                      <a:gd name="connsiteX1" fmla="*/ 1677 w 3919"/>
                      <a:gd name="connsiteY1" fmla="*/ 2319 h 3167"/>
                      <a:gd name="connsiteX2" fmla="*/ 37 w 3919"/>
                      <a:gd name="connsiteY2" fmla="*/ 235 h 3167"/>
                      <a:gd name="connsiteX3" fmla="*/ 2209 w 3919"/>
                      <a:gd name="connsiteY3" fmla="*/ 812 h 3167"/>
                      <a:gd name="connsiteX4" fmla="*/ 3894 w 3919"/>
                      <a:gd name="connsiteY4" fmla="*/ 2940 h 3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9" h="3167">
                        <a:moveTo>
                          <a:pt x="3894" y="2940"/>
                        </a:moveTo>
                        <a:cubicBezTo>
                          <a:pt x="3672" y="3560"/>
                          <a:pt x="2342" y="2762"/>
                          <a:pt x="1677" y="2319"/>
                        </a:cubicBezTo>
                        <a:cubicBezTo>
                          <a:pt x="1012" y="1876"/>
                          <a:pt x="-229" y="856"/>
                          <a:pt x="37" y="235"/>
                        </a:cubicBezTo>
                        <a:cubicBezTo>
                          <a:pt x="303" y="-385"/>
                          <a:pt x="1544" y="368"/>
                          <a:pt x="2209" y="812"/>
                        </a:cubicBezTo>
                        <a:cubicBezTo>
                          <a:pt x="2874" y="1211"/>
                          <a:pt x="4115" y="2319"/>
                          <a:pt x="3894" y="29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88" name="Forme libre : forme 22787">
                    <a:extLst>
                      <a:ext uri="{FF2B5EF4-FFF2-40B4-BE49-F238E27FC236}">
                        <a16:creationId xmlns:a16="http://schemas.microsoft.com/office/drawing/2014/main" id="{C5444D9E-4678-46C4-93FA-D10B992AEC03}"/>
                      </a:ext>
                    </a:extLst>
                  </p:cNvPr>
                  <p:cNvSpPr/>
                  <p:nvPr/>
                </p:nvSpPr>
                <p:spPr>
                  <a:xfrm>
                    <a:off x="6119886" y="1376896"/>
                    <a:ext cx="27139" cy="35113"/>
                  </a:xfrm>
                  <a:custGeom>
                    <a:avLst/>
                    <a:gdLst>
                      <a:gd name="connsiteX0" fmla="*/ 23592 w 27139"/>
                      <a:gd name="connsiteY0" fmla="*/ 22189 h 35113"/>
                      <a:gd name="connsiteX1" fmla="*/ 27138 w 27139"/>
                      <a:gd name="connsiteY1" fmla="*/ 33937 h 35113"/>
                      <a:gd name="connsiteX2" fmla="*/ 23237 w 27139"/>
                      <a:gd name="connsiteY2" fmla="*/ 34158 h 35113"/>
                      <a:gd name="connsiteX3" fmla="*/ 20444 w 27139"/>
                      <a:gd name="connsiteY3" fmla="*/ 29858 h 35113"/>
                      <a:gd name="connsiteX4" fmla="*/ 12421 w 27139"/>
                      <a:gd name="connsiteY4" fmla="*/ 16160 h 35113"/>
                      <a:gd name="connsiteX5" fmla="*/ 4308 w 27139"/>
                      <a:gd name="connsiteY5" fmla="*/ 7471 h 35113"/>
                      <a:gd name="connsiteX6" fmla="*/ 939 w 27139"/>
                      <a:gd name="connsiteY6" fmla="*/ 112 h 35113"/>
                      <a:gd name="connsiteX7" fmla="*/ 10780 w 27139"/>
                      <a:gd name="connsiteY7" fmla="*/ 4235 h 35113"/>
                      <a:gd name="connsiteX8" fmla="*/ 18937 w 27139"/>
                      <a:gd name="connsiteY8" fmla="*/ 12214 h 35113"/>
                      <a:gd name="connsiteX9" fmla="*/ 23592 w 27139"/>
                      <a:gd name="connsiteY9" fmla="*/ 22189 h 35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7139" h="35113">
                        <a:moveTo>
                          <a:pt x="23592" y="22189"/>
                        </a:moveTo>
                        <a:cubicBezTo>
                          <a:pt x="25720" y="26666"/>
                          <a:pt x="27183" y="29858"/>
                          <a:pt x="27138" y="33937"/>
                        </a:cubicBezTo>
                        <a:cubicBezTo>
                          <a:pt x="27094" y="35444"/>
                          <a:pt x="24922" y="35488"/>
                          <a:pt x="23237" y="34158"/>
                        </a:cubicBezTo>
                        <a:cubicBezTo>
                          <a:pt x="21553" y="32828"/>
                          <a:pt x="21021" y="31365"/>
                          <a:pt x="20444" y="29858"/>
                        </a:cubicBezTo>
                        <a:cubicBezTo>
                          <a:pt x="18538" y="25115"/>
                          <a:pt x="15790" y="20770"/>
                          <a:pt x="12421" y="16160"/>
                        </a:cubicBezTo>
                        <a:cubicBezTo>
                          <a:pt x="11357" y="14697"/>
                          <a:pt x="7500" y="10973"/>
                          <a:pt x="4308" y="7471"/>
                        </a:cubicBezTo>
                        <a:cubicBezTo>
                          <a:pt x="1116" y="3969"/>
                          <a:pt x="-1455" y="733"/>
                          <a:pt x="939" y="112"/>
                        </a:cubicBezTo>
                        <a:cubicBezTo>
                          <a:pt x="3333" y="-509"/>
                          <a:pt x="7278" y="1531"/>
                          <a:pt x="10780" y="4235"/>
                        </a:cubicBezTo>
                        <a:cubicBezTo>
                          <a:pt x="14327" y="6939"/>
                          <a:pt x="17474" y="10264"/>
                          <a:pt x="18937" y="12214"/>
                        </a:cubicBezTo>
                        <a:cubicBezTo>
                          <a:pt x="21863" y="16116"/>
                          <a:pt x="21952" y="18908"/>
                          <a:pt x="23592" y="2218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87" name="Graphique 2">
                  <a:extLst>
                    <a:ext uri="{FF2B5EF4-FFF2-40B4-BE49-F238E27FC236}">
                      <a16:creationId xmlns:a16="http://schemas.microsoft.com/office/drawing/2014/main" id="{83CC9AD1-20C0-4BFF-B5CD-51D2EE436D24}"/>
                    </a:ext>
                  </a:extLst>
                </p:cNvPr>
                <p:cNvGrpSpPr/>
                <p:nvPr/>
              </p:nvGrpSpPr>
              <p:grpSpPr>
                <a:xfrm>
                  <a:off x="6148207" y="1412245"/>
                  <a:ext cx="77061" cy="68817"/>
                  <a:chOff x="6148207" y="1412245"/>
                  <a:chExt cx="77061" cy="68817"/>
                </a:xfrm>
                <a:solidFill>
                  <a:schemeClr val="accent1"/>
                </a:solidFill>
              </p:grpSpPr>
              <p:sp>
                <p:nvSpPr>
                  <p:cNvPr id="22765" name="Forme libre : forme 22764">
                    <a:extLst>
                      <a:ext uri="{FF2B5EF4-FFF2-40B4-BE49-F238E27FC236}">
                        <a16:creationId xmlns:a16="http://schemas.microsoft.com/office/drawing/2014/main" id="{8DC32A0B-F63C-4C55-8A66-B32D14F0E80F}"/>
                      </a:ext>
                    </a:extLst>
                  </p:cNvPr>
                  <p:cNvSpPr/>
                  <p:nvPr/>
                </p:nvSpPr>
                <p:spPr>
                  <a:xfrm>
                    <a:off x="6148207" y="1412245"/>
                    <a:ext cx="77061" cy="68817"/>
                  </a:xfrm>
                  <a:custGeom>
                    <a:avLst/>
                    <a:gdLst>
                      <a:gd name="connsiteX0" fmla="*/ 38360 w 77061"/>
                      <a:gd name="connsiteY0" fmla="*/ 62868 h 68817"/>
                      <a:gd name="connsiteX1" fmla="*/ 34637 w 77061"/>
                      <a:gd name="connsiteY1" fmla="*/ 60341 h 68817"/>
                      <a:gd name="connsiteX2" fmla="*/ 32509 w 77061"/>
                      <a:gd name="connsiteY2" fmla="*/ 58745 h 68817"/>
                      <a:gd name="connsiteX3" fmla="*/ 30159 w 77061"/>
                      <a:gd name="connsiteY3" fmla="*/ 56617 h 68817"/>
                      <a:gd name="connsiteX4" fmla="*/ 27898 w 77061"/>
                      <a:gd name="connsiteY4" fmla="*/ 54445 h 68817"/>
                      <a:gd name="connsiteX5" fmla="*/ 26347 w 77061"/>
                      <a:gd name="connsiteY5" fmla="*/ 52804 h 68817"/>
                      <a:gd name="connsiteX6" fmla="*/ 23199 w 77061"/>
                      <a:gd name="connsiteY6" fmla="*/ 49480 h 68817"/>
                      <a:gd name="connsiteX7" fmla="*/ 12382 w 77061"/>
                      <a:gd name="connsiteY7" fmla="*/ 37643 h 68817"/>
                      <a:gd name="connsiteX8" fmla="*/ 14 w 77061"/>
                      <a:gd name="connsiteY8" fmla="*/ 7188 h 68817"/>
                      <a:gd name="connsiteX9" fmla="*/ 7063 w 77061"/>
                      <a:gd name="connsiteY9" fmla="*/ 6 h 68817"/>
                      <a:gd name="connsiteX10" fmla="*/ 38183 w 77061"/>
                      <a:gd name="connsiteY10" fmla="*/ 13749 h 68817"/>
                      <a:gd name="connsiteX11" fmla="*/ 49044 w 77061"/>
                      <a:gd name="connsiteY11" fmla="*/ 24787 h 68817"/>
                      <a:gd name="connsiteX12" fmla="*/ 54586 w 77061"/>
                      <a:gd name="connsiteY12" fmla="*/ 30816 h 68817"/>
                      <a:gd name="connsiteX13" fmla="*/ 55738 w 77061"/>
                      <a:gd name="connsiteY13" fmla="*/ 32013 h 68817"/>
                      <a:gd name="connsiteX14" fmla="*/ 57290 w 77061"/>
                      <a:gd name="connsiteY14" fmla="*/ 33254 h 68817"/>
                      <a:gd name="connsiteX15" fmla="*/ 67264 w 77061"/>
                      <a:gd name="connsiteY15" fmla="*/ 42741 h 68817"/>
                      <a:gd name="connsiteX16" fmla="*/ 75510 w 77061"/>
                      <a:gd name="connsiteY16" fmla="*/ 54134 h 68817"/>
                      <a:gd name="connsiteX17" fmla="*/ 74889 w 77061"/>
                      <a:gd name="connsiteY17" fmla="*/ 63976 h 68817"/>
                      <a:gd name="connsiteX18" fmla="*/ 59551 w 77061"/>
                      <a:gd name="connsiteY18" fmla="*/ 68808 h 68817"/>
                      <a:gd name="connsiteX19" fmla="*/ 38360 w 77061"/>
                      <a:gd name="connsiteY19" fmla="*/ 62868 h 68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77061" h="68817">
                        <a:moveTo>
                          <a:pt x="38360" y="62868"/>
                        </a:moveTo>
                        <a:cubicBezTo>
                          <a:pt x="37252" y="62247"/>
                          <a:pt x="36011" y="61316"/>
                          <a:pt x="34637" y="60341"/>
                        </a:cubicBezTo>
                        <a:cubicBezTo>
                          <a:pt x="33972" y="59853"/>
                          <a:pt x="33262" y="59365"/>
                          <a:pt x="32509" y="58745"/>
                        </a:cubicBezTo>
                        <a:cubicBezTo>
                          <a:pt x="31755" y="58080"/>
                          <a:pt x="30957" y="57371"/>
                          <a:pt x="30159" y="56617"/>
                        </a:cubicBezTo>
                        <a:cubicBezTo>
                          <a:pt x="29450" y="55952"/>
                          <a:pt x="28386" y="54977"/>
                          <a:pt x="27898" y="54445"/>
                        </a:cubicBezTo>
                        <a:cubicBezTo>
                          <a:pt x="27411" y="53913"/>
                          <a:pt x="26879" y="53381"/>
                          <a:pt x="26347" y="52804"/>
                        </a:cubicBezTo>
                        <a:cubicBezTo>
                          <a:pt x="25327" y="51696"/>
                          <a:pt x="24263" y="50588"/>
                          <a:pt x="23199" y="49480"/>
                        </a:cubicBezTo>
                        <a:cubicBezTo>
                          <a:pt x="19032" y="45047"/>
                          <a:pt x="14954" y="40613"/>
                          <a:pt x="12382" y="37643"/>
                        </a:cubicBezTo>
                        <a:cubicBezTo>
                          <a:pt x="2763" y="26605"/>
                          <a:pt x="768" y="18005"/>
                          <a:pt x="14" y="7188"/>
                        </a:cubicBezTo>
                        <a:cubicBezTo>
                          <a:pt x="-252" y="3464"/>
                          <a:pt x="3295" y="-171"/>
                          <a:pt x="7063" y="6"/>
                        </a:cubicBezTo>
                        <a:cubicBezTo>
                          <a:pt x="17835" y="583"/>
                          <a:pt x="27499" y="3819"/>
                          <a:pt x="38183" y="13749"/>
                        </a:cubicBezTo>
                        <a:cubicBezTo>
                          <a:pt x="41020" y="16409"/>
                          <a:pt x="45099" y="20576"/>
                          <a:pt x="49044" y="24787"/>
                        </a:cubicBezTo>
                        <a:cubicBezTo>
                          <a:pt x="50950" y="26871"/>
                          <a:pt x="52812" y="28910"/>
                          <a:pt x="54586" y="30816"/>
                        </a:cubicBezTo>
                        <a:cubicBezTo>
                          <a:pt x="55029" y="31215"/>
                          <a:pt x="55428" y="31570"/>
                          <a:pt x="55738" y="32013"/>
                        </a:cubicBezTo>
                        <a:cubicBezTo>
                          <a:pt x="56314" y="32457"/>
                          <a:pt x="56846" y="32855"/>
                          <a:pt x="57290" y="33254"/>
                        </a:cubicBezTo>
                        <a:cubicBezTo>
                          <a:pt x="60969" y="36225"/>
                          <a:pt x="64471" y="39283"/>
                          <a:pt x="67264" y="42741"/>
                        </a:cubicBezTo>
                        <a:cubicBezTo>
                          <a:pt x="70146" y="46110"/>
                          <a:pt x="72584" y="49967"/>
                          <a:pt x="75510" y="54134"/>
                        </a:cubicBezTo>
                        <a:cubicBezTo>
                          <a:pt x="77460" y="57105"/>
                          <a:pt x="77903" y="61892"/>
                          <a:pt x="74889" y="63976"/>
                        </a:cubicBezTo>
                        <a:cubicBezTo>
                          <a:pt x="70589" y="66680"/>
                          <a:pt x="65580" y="68630"/>
                          <a:pt x="59551" y="68808"/>
                        </a:cubicBezTo>
                        <a:cubicBezTo>
                          <a:pt x="53521" y="68941"/>
                          <a:pt x="46473" y="67744"/>
                          <a:pt x="38360" y="6286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66" name="Forme libre : forme 22765">
                    <a:extLst>
                      <a:ext uri="{FF2B5EF4-FFF2-40B4-BE49-F238E27FC236}">
                        <a16:creationId xmlns:a16="http://schemas.microsoft.com/office/drawing/2014/main" id="{0743CF1B-837B-445C-B738-4547D4FC7829}"/>
                      </a:ext>
                    </a:extLst>
                  </p:cNvPr>
                  <p:cNvSpPr/>
                  <p:nvPr/>
                </p:nvSpPr>
                <p:spPr>
                  <a:xfrm>
                    <a:off x="6148256" y="1415177"/>
                    <a:ext cx="74884" cy="65834"/>
                  </a:xfrm>
                  <a:custGeom>
                    <a:avLst/>
                    <a:gdLst>
                      <a:gd name="connsiteX0" fmla="*/ 24835 w 74884"/>
                      <a:gd name="connsiteY0" fmla="*/ 29569 h 65834"/>
                      <a:gd name="connsiteX1" fmla="*/ 1384 w 74884"/>
                      <a:gd name="connsiteY1" fmla="*/ 0 h 65834"/>
                      <a:gd name="connsiteX2" fmla="*/ 10 w 74884"/>
                      <a:gd name="connsiteY2" fmla="*/ 4256 h 65834"/>
                      <a:gd name="connsiteX3" fmla="*/ 542 w 74884"/>
                      <a:gd name="connsiteY3" fmla="*/ 9664 h 65834"/>
                      <a:gd name="connsiteX4" fmla="*/ 5196 w 74884"/>
                      <a:gd name="connsiteY4" fmla="*/ 24515 h 65834"/>
                      <a:gd name="connsiteX5" fmla="*/ 12378 w 74884"/>
                      <a:gd name="connsiteY5" fmla="*/ 34667 h 65834"/>
                      <a:gd name="connsiteX6" fmla="*/ 15791 w 74884"/>
                      <a:gd name="connsiteY6" fmla="*/ 38479 h 65834"/>
                      <a:gd name="connsiteX7" fmla="*/ 24347 w 74884"/>
                      <a:gd name="connsiteY7" fmla="*/ 47700 h 65834"/>
                      <a:gd name="connsiteX8" fmla="*/ 26608 w 74884"/>
                      <a:gd name="connsiteY8" fmla="*/ 50094 h 65834"/>
                      <a:gd name="connsiteX9" fmla="*/ 29179 w 74884"/>
                      <a:gd name="connsiteY9" fmla="*/ 52709 h 65834"/>
                      <a:gd name="connsiteX10" fmla="*/ 32549 w 74884"/>
                      <a:gd name="connsiteY10" fmla="*/ 55813 h 65834"/>
                      <a:gd name="connsiteX11" fmla="*/ 35519 w 74884"/>
                      <a:gd name="connsiteY11" fmla="*/ 58029 h 65834"/>
                      <a:gd name="connsiteX12" fmla="*/ 38223 w 74884"/>
                      <a:gd name="connsiteY12" fmla="*/ 59847 h 65834"/>
                      <a:gd name="connsiteX13" fmla="*/ 46468 w 74884"/>
                      <a:gd name="connsiteY13" fmla="*/ 63704 h 65834"/>
                      <a:gd name="connsiteX14" fmla="*/ 53916 w 74884"/>
                      <a:gd name="connsiteY14" fmla="*/ 65521 h 65834"/>
                      <a:gd name="connsiteX15" fmla="*/ 62827 w 74884"/>
                      <a:gd name="connsiteY15" fmla="*/ 65477 h 65834"/>
                      <a:gd name="connsiteX16" fmla="*/ 70451 w 74884"/>
                      <a:gd name="connsiteY16" fmla="*/ 63349 h 65834"/>
                      <a:gd name="connsiteX17" fmla="*/ 74752 w 74884"/>
                      <a:gd name="connsiteY17" fmla="*/ 61044 h 65834"/>
                      <a:gd name="connsiteX18" fmla="*/ 74885 w 74884"/>
                      <a:gd name="connsiteY18" fmla="*/ 60911 h 65834"/>
                      <a:gd name="connsiteX19" fmla="*/ 46646 w 74884"/>
                      <a:gd name="connsiteY19" fmla="*/ 49651 h 65834"/>
                      <a:gd name="connsiteX20" fmla="*/ 43410 w 74884"/>
                      <a:gd name="connsiteY20" fmla="*/ 47434 h 65834"/>
                      <a:gd name="connsiteX21" fmla="*/ 40306 w 74884"/>
                      <a:gd name="connsiteY21" fmla="*/ 44907 h 65834"/>
                      <a:gd name="connsiteX22" fmla="*/ 34898 w 74884"/>
                      <a:gd name="connsiteY22" fmla="*/ 39543 h 65834"/>
                      <a:gd name="connsiteX23" fmla="*/ 24835 w 74884"/>
                      <a:gd name="connsiteY23" fmla="*/ 29569 h 65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74884" h="65834">
                        <a:moveTo>
                          <a:pt x="24835" y="29569"/>
                        </a:moveTo>
                        <a:cubicBezTo>
                          <a:pt x="15304" y="20614"/>
                          <a:pt x="5551" y="10639"/>
                          <a:pt x="1384" y="0"/>
                        </a:cubicBezTo>
                        <a:cubicBezTo>
                          <a:pt x="453" y="1241"/>
                          <a:pt x="-79" y="2748"/>
                          <a:pt x="10" y="4256"/>
                        </a:cubicBezTo>
                        <a:cubicBezTo>
                          <a:pt x="143" y="6118"/>
                          <a:pt x="320" y="7891"/>
                          <a:pt x="542" y="9664"/>
                        </a:cubicBezTo>
                        <a:cubicBezTo>
                          <a:pt x="1251" y="14718"/>
                          <a:pt x="2536" y="19506"/>
                          <a:pt x="5196" y="24515"/>
                        </a:cubicBezTo>
                        <a:cubicBezTo>
                          <a:pt x="6925" y="27751"/>
                          <a:pt x="9230" y="31076"/>
                          <a:pt x="12378" y="34667"/>
                        </a:cubicBezTo>
                        <a:cubicBezTo>
                          <a:pt x="13353" y="35731"/>
                          <a:pt x="14506" y="37061"/>
                          <a:pt x="15791" y="38479"/>
                        </a:cubicBezTo>
                        <a:cubicBezTo>
                          <a:pt x="18363" y="41228"/>
                          <a:pt x="21421" y="44508"/>
                          <a:pt x="24347" y="47700"/>
                        </a:cubicBezTo>
                        <a:cubicBezTo>
                          <a:pt x="25101" y="48498"/>
                          <a:pt x="25854" y="49296"/>
                          <a:pt x="26608" y="50094"/>
                        </a:cubicBezTo>
                        <a:cubicBezTo>
                          <a:pt x="27450" y="50981"/>
                          <a:pt x="27849" y="51424"/>
                          <a:pt x="29179" y="52709"/>
                        </a:cubicBezTo>
                        <a:cubicBezTo>
                          <a:pt x="30332" y="53773"/>
                          <a:pt x="31485" y="54837"/>
                          <a:pt x="32549" y="55813"/>
                        </a:cubicBezTo>
                        <a:cubicBezTo>
                          <a:pt x="33612" y="56566"/>
                          <a:pt x="34588" y="57320"/>
                          <a:pt x="35519" y="58029"/>
                        </a:cubicBezTo>
                        <a:cubicBezTo>
                          <a:pt x="36494" y="58694"/>
                          <a:pt x="37425" y="59403"/>
                          <a:pt x="38223" y="59847"/>
                        </a:cubicBezTo>
                        <a:cubicBezTo>
                          <a:pt x="41104" y="61487"/>
                          <a:pt x="43853" y="62906"/>
                          <a:pt x="46468" y="63704"/>
                        </a:cubicBezTo>
                        <a:cubicBezTo>
                          <a:pt x="49084" y="64679"/>
                          <a:pt x="51566" y="65255"/>
                          <a:pt x="53916" y="65521"/>
                        </a:cubicBezTo>
                        <a:cubicBezTo>
                          <a:pt x="57108" y="66009"/>
                          <a:pt x="60078" y="65876"/>
                          <a:pt x="62827" y="65477"/>
                        </a:cubicBezTo>
                        <a:cubicBezTo>
                          <a:pt x="65531" y="65166"/>
                          <a:pt x="68102" y="64324"/>
                          <a:pt x="70451" y="63349"/>
                        </a:cubicBezTo>
                        <a:cubicBezTo>
                          <a:pt x="71959" y="62684"/>
                          <a:pt x="73422" y="61930"/>
                          <a:pt x="74752" y="61044"/>
                        </a:cubicBezTo>
                        <a:lnTo>
                          <a:pt x="74885" y="60911"/>
                        </a:lnTo>
                        <a:cubicBezTo>
                          <a:pt x="65087" y="58872"/>
                          <a:pt x="55423" y="55192"/>
                          <a:pt x="46646" y="49651"/>
                        </a:cubicBezTo>
                        <a:cubicBezTo>
                          <a:pt x="45537" y="49030"/>
                          <a:pt x="44474" y="48232"/>
                          <a:pt x="43410" y="47434"/>
                        </a:cubicBezTo>
                        <a:cubicBezTo>
                          <a:pt x="42346" y="46636"/>
                          <a:pt x="41282" y="45927"/>
                          <a:pt x="40306" y="44907"/>
                        </a:cubicBezTo>
                        <a:cubicBezTo>
                          <a:pt x="38179" y="43001"/>
                          <a:pt x="36583" y="41272"/>
                          <a:pt x="34898" y="39543"/>
                        </a:cubicBezTo>
                        <a:cubicBezTo>
                          <a:pt x="31617" y="36085"/>
                          <a:pt x="28248" y="32761"/>
                          <a:pt x="24835" y="2956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67" name="Forme libre : forme 22766">
                    <a:extLst>
                      <a:ext uri="{FF2B5EF4-FFF2-40B4-BE49-F238E27FC236}">
                        <a16:creationId xmlns:a16="http://schemas.microsoft.com/office/drawing/2014/main" id="{B66E02E4-D032-44D6-9219-6391C71B0AAA}"/>
                      </a:ext>
                    </a:extLst>
                  </p:cNvPr>
                  <p:cNvSpPr/>
                  <p:nvPr/>
                </p:nvSpPr>
                <p:spPr>
                  <a:xfrm>
                    <a:off x="6172887" y="1437922"/>
                    <a:ext cx="34709" cy="30983"/>
                  </a:xfrm>
                  <a:custGeom>
                    <a:avLst/>
                    <a:gdLst>
                      <a:gd name="connsiteX0" fmla="*/ 34605 w 34709"/>
                      <a:gd name="connsiteY0" fmla="*/ 29432 h 30983"/>
                      <a:gd name="connsiteX1" fmla="*/ 23833 w 34709"/>
                      <a:gd name="connsiteY1" fmla="*/ 29299 h 30983"/>
                      <a:gd name="connsiteX2" fmla="*/ 19932 w 34709"/>
                      <a:gd name="connsiteY2" fmla="*/ 27526 h 30983"/>
                      <a:gd name="connsiteX3" fmla="*/ 16252 w 34709"/>
                      <a:gd name="connsiteY3" fmla="*/ 25221 h 30983"/>
                      <a:gd name="connsiteX4" fmla="*/ 10932 w 34709"/>
                      <a:gd name="connsiteY4" fmla="*/ 20611 h 30983"/>
                      <a:gd name="connsiteX5" fmla="*/ 736 w 34709"/>
                      <a:gd name="connsiteY5" fmla="*/ 750 h 30983"/>
                      <a:gd name="connsiteX6" fmla="*/ 19267 w 34709"/>
                      <a:gd name="connsiteY6" fmla="*/ 12631 h 30983"/>
                      <a:gd name="connsiteX7" fmla="*/ 22902 w 34709"/>
                      <a:gd name="connsiteY7" fmla="*/ 16532 h 30983"/>
                      <a:gd name="connsiteX8" fmla="*/ 28266 w 34709"/>
                      <a:gd name="connsiteY8" fmla="*/ 21231 h 30983"/>
                      <a:gd name="connsiteX9" fmla="*/ 34605 w 34709"/>
                      <a:gd name="connsiteY9" fmla="*/ 29432 h 30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709" h="30983">
                        <a:moveTo>
                          <a:pt x="34605" y="29432"/>
                        </a:moveTo>
                        <a:cubicBezTo>
                          <a:pt x="33807" y="31693"/>
                          <a:pt x="29064" y="31339"/>
                          <a:pt x="23833" y="29299"/>
                        </a:cubicBezTo>
                        <a:cubicBezTo>
                          <a:pt x="22547" y="28767"/>
                          <a:pt x="21217" y="28147"/>
                          <a:pt x="19932" y="27526"/>
                        </a:cubicBezTo>
                        <a:cubicBezTo>
                          <a:pt x="18646" y="26772"/>
                          <a:pt x="17405" y="25975"/>
                          <a:pt x="16252" y="25221"/>
                        </a:cubicBezTo>
                        <a:cubicBezTo>
                          <a:pt x="13991" y="23625"/>
                          <a:pt x="11775" y="21541"/>
                          <a:pt x="10932" y="20611"/>
                        </a:cubicBezTo>
                        <a:cubicBezTo>
                          <a:pt x="6898" y="16266"/>
                          <a:pt x="-2721" y="4430"/>
                          <a:pt x="736" y="750"/>
                        </a:cubicBezTo>
                        <a:cubicBezTo>
                          <a:pt x="4327" y="-3018"/>
                          <a:pt x="15720" y="8420"/>
                          <a:pt x="19267" y="12631"/>
                        </a:cubicBezTo>
                        <a:cubicBezTo>
                          <a:pt x="20242" y="13784"/>
                          <a:pt x="21439" y="14980"/>
                          <a:pt x="22902" y="16532"/>
                        </a:cubicBezTo>
                        <a:cubicBezTo>
                          <a:pt x="24498" y="17995"/>
                          <a:pt x="26360" y="19680"/>
                          <a:pt x="28266" y="21231"/>
                        </a:cubicBezTo>
                        <a:cubicBezTo>
                          <a:pt x="31901" y="24334"/>
                          <a:pt x="35359" y="27260"/>
                          <a:pt x="34605" y="2943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68" name="Forme libre : forme 22767">
                    <a:extLst>
                      <a:ext uri="{FF2B5EF4-FFF2-40B4-BE49-F238E27FC236}">
                        <a16:creationId xmlns:a16="http://schemas.microsoft.com/office/drawing/2014/main" id="{DC2B6DD7-E666-45BF-9BF6-3B4F8EB9E956}"/>
                      </a:ext>
                    </a:extLst>
                  </p:cNvPr>
                  <p:cNvSpPr/>
                  <p:nvPr/>
                </p:nvSpPr>
                <p:spPr>
                  <a:xfrm>
                    <a:off x="6172947" y="1437580"/>
                    <a:ext cx="19649" cy="27646"/>
                  </a:xfrm>
                  <a:custGeom>
                    <a:avLst/>
                    <a:gdLst>
                      <a:gd name="connsiteX0" fmla="*/ 10473 w 19649"/>
                      <a:gd name="connsiteY0" fmla="*/ 4639 h 27646"/>
                      <a:gd name="connsiteX1" fmla="*/ 454 w 19649"/>
                      <a:gd name="connsiteY1" fmla="*/ 915 h 27646"/>
                      <a:gd name="connsiteX2" fmla="*/ 10961 w 19649"/>
                      <a:gd name="connsiteY2" fmla="*/ 21130 h 27646"/>
                      <a:gd name="connsiteX3" fmla="*/ 14950 w 19649"/>
                      <a:gd name="connsiteY3" fmla="*/ 24721 h 27646"/>
                      <a:gd name="connsiteX4" fmla="*/ 19650 w 19649"/>
                      <a:gd name="connsiteY4" fmla="*/ 27647 h 27646"/>
                      <a:gd name="connsiteX5" fmla="*/ 15305 w 19649"/>
                      <a:gd name="connsiteY5" fmla="*/ 23879 h 27646"/>
                      <a:gd name="connsiteX6" fmla="*/ 11892 w 19649"/>
                      <a:gd name="connsiteY6" fmla="*/ 18470 h 27646"/>
                      <a:gd name="connsiteX7" fmla="*/ 9719 w 19649"/>
                      <a:gd name="connsiteY7" fmla="*/ 13239 h 27646"/>
                      <a:gd name="connsiteX8" fmla="*/ 10473 w 19649"/>
                      <a:gd name="connsiteY8" fmla="*/ 4639 h 2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649" h="27646">
                        <a:moveTo>
                          <a:pt x="10473" y="4639"/>
                        </a:moveTo>
                        <a:cubicBezTo>
                          <a:pt x="7902" y="3176"/>
                          <a:pt x="2006" y="-2099"/>
                          <a:pt x="454" y="915"/>
                        </a:cubicBezTo>
                        <a:cubicBezTo>
                          <a:pt x="-1984" y="5658"/>
                          <a:pt x="5951" y="15589"/>
                          <a:pt x="10961" y="21130"/>
                        </a:cubicBezTo>
                        <a:cubicBezTo>
                          <a:pt x="11581" y="21839"/>
                          <a:pt x="13355" y="23391"/>
                          <a:pt x="14950" y="24721"/>
                        </a:cubicBezTo>
                        <a:cubicBezTo>
                          <a:pt x="16635" y="25962"/>
                          <a:pt x="18453" y="26982"/>
                          <a:pt x="19650" y="27647"/>
                        </a:cubicBezTo>
                        <a:cubicBezTo>
                          <a:pt x="18408" y="26627"/>
                          <a:pt x="16236" y="25164"/>
                          <a:pt x="15305" y="23879"/>
                        </a:cubicBezTo>
                        <a:cubicBezTo>
                          <a:pt x="13931" y="22061"/>
                          <a:pt x="12690" y="20199"/>
                          <a:pt x="11892" y="18470"/>
                        </a:cubicBezTo>
                        <a:cubicBezTo>
                          <a:pt x="11005" y="16697"/>
                          <a:pt x="10251" y="14924"/>
                          <a:pt x="9719" y="13239"/>
                        </a:cubicBezTo>
                        <a:cubicBezTo>
                          <a:pt x="8700" y="9781"/>
                          <a:pt x="8611" y="6722"/>
                          <a:pt x="10473" y="463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69" name="Forme libre : forme 22768">
                    <a:extLst>
                      <a:ext uri="{FF2B5EF4-FFF2-40B4-BE49-F238E27FC236}">
                        <a16:creationId xmlns:a16="http://schemas.microsoft.com/office/drawing/2014/main" id="{BA2D8EC6-6F64-4FFD-A652-331EDA02A7C8}"/>
                      </a:ext>
                    </a:extLst>
                  </p:cNvPr>
                  <p:cNvSpPr/>
                  <p:nvPr/>
                </p:nvSpPr>
                <p:spPr>
                  <a:xfrm>
                    <a:off x="6173572" y="1440361"/>
                    <a:ext cx="36053" cy="30403"/>
                  </a:xfrm>
                  <a:custGeom>
                    <a:avLst/>
                    <a:gdLst>
                      <a:gd name="connsiteX0" fmla="*/ 35737 w 36053"/>
                      <a:gd name="connsiteY0" fmla="*/ 29033 h 30403"/>
                      <a:gd name="connsiteX1" fmla="*/ 24300 w 36053"/>
                      <a:gd name="connsiteY1" fmla="*/ 28944 h 30403"/>
                      <a:gd name="connsiteX2" fmla="*/ 10823 w 36053"/>
                      <a:gd name="connsiteY2" fmla="*/ 20698 h 30403"/>
                      <a:gd name="connsiteX3" fmla="*/ 716 w 36053"/>
                      <a:gd name="connsiteY3" fmla="*/ 838 h 30403"/>
                      <a:gd name="connsiteX4" fmla="*/ 19113 w 36053"/>
                      <a:gd name="connsiteY4" fmla="*/ 12586 h 30403"/>
                      <a:gd name="connsiteX5" fmla="*/ 29221 w 36053"/>
                      <a:gd name="connsiteY5" fmla="*/ 21053 h 30403"/>
                      <a:gd name="connsiteX6" fmla="*/ 35737 w 36053"/>
                      <a:gd name="connsiteY6" fmla="*/ 29033 h 30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053" h="30403">
                        <a:moveTo>
                          <a:pt x="35737" y="29033"/>
                        </a:moveTo>
                        <a:cubicBezTo>
                          <a:pt x="34274" y="30983"/>
                          <a:pt x="29487" y="30762"/>
                          <a:pt x="24300" y="28944"/>
                        </a:cubicBezTo>
                        <a:cubicBezTo>
                          <a:pt x="19157" y="27082"/>
                          <a:pt x="13705" y="23713"/>
                          <a:pt x="10823" y="20698"/>
                        </a:cubicBezTo>
                        <a:cubicBezTo>
                          <a:pt x="5991" y="15866"/>
                          <a:pt x="-2520" y="4872"/>
                          <a:pt x="716" y="838"/>
                        </a:cubicBezTo>
                        <a:cubicBezTo>
                          <a:pt x="4085" y="-3285"/>
                          <a:pt x="15744" y="8951"/>
                          <a:pt x="19113" y="12586"/>
                        </a:cubicBezTo>
                        <a:cubicBezTo>
                          <a:pt x="20576" y="14271"/>
                          <a:pt x="25009" y="17906"/>
                          <a:pt x="29221" y="21053"/>
                        </a:cubicBezTo>
                        <a:cubicBezTo>
                          <a:pt x="33343" y="24245"/>
                          <a:pt x="37200" y="26993"/>
                          <a:pt x="35737" y="2903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70" name="Forme libre : forme 22769">
                    <a:extLst>
                      <a:ext uri="{FF2B5EF4-FFF2-40B4-BE49-F238E27FC236}">
                        <a16:creationId xmlns:a16="http://schemas.microsoft.com/office/drawing/2014/main" id="{71536B4B-54FE-4552-933B-E81FDB523DA6}"/>
                      </a:ext>
                    </a:extLst>
                  </p:cNvPr>
                  <p:cNvSpPr/>
                  <p:nvPr/>
                </p:nvSpPr>
                <p:spPr>
                  <a:xfrm>
                    <a:off x="6157805" y="1421189"/>
                    <a:ext cx="37378" cy="48709"/>
                  </a:xfrm>
                  <a:custGeom>
                    <a:avLst/>
                    <a:gdLst>
                      <a:gd name="connsiteX0" fmla="*/ 790 w 37378"/>
                      <a:gd name="connsiteY0" fmla="*/ 3076 h 48709"/>
                      <a:gd name="connsiteX1" fmla="*/ 879 w 37378"/>
                      <a:gd name="connsiteY1" fmla="*/ 11056 h 48709"/>
                      <a:gd name="connsiteX2" fmla="*/ 9479 w 37378"/>
                      <a:gd name="connsiteY2" fmla="*/ 30694 h 48709"/>
                      <a:gd name="connsiteX3" fmla="*/ 16705 w 37378"/>
                      <a:gd name="connsiteY3" fmla="*/ 39073 h 48709"/>
                      <a:gd name="connsiteX4" fmla="*/ 20783 w 37378"/>
                      <a:gd name="connsiteY4" fmla="*/ 42708 h 48709"/>
                      <a:gd name="connsiteX5" fmla="*/ 23443 w 37378"/>
                      <a:gd name="connsiteY5" fmla="*/ 44703 h 48709"/>
                      <a:gd name="connsiteX6" fmla="*/ 26280 w 37378"/>
                      <a:gd name="connsiteY6" fmla="*/ 46520 h 48709"/>
                      <a:gd name="connsiteX7" fmla="*/ 37363 w 37378"/>
                      <a:gd name="connsiteY7" fmla="*/ 46476 h 48709"/>
                      <a:gd name="connsiteX8" fmla="*/ 35767 w 37378"/>
                      <a:gd name="connsiteY8" fmla="*/ 43506 h 48709"/>
                      <a:gd name="connsiteX9" fmla="*/ 32664 w 37378"/>
                      <a:gd name="connsiteY9" fmla="*/ 39959 h 48709"/>
                      <a:gd name="connsiteX10" fmla="*/ 29738 w 37378"/>
                      <a:gd name="connsiteY10" fmla="*/ 35393 h 48709"/>
                      <a:gd name="connsiteX11" fmla="*/ 27566 w 37378"/>
                      <a:gd name="connsiteY11" fmla="*/ 30960 h 48709"/>
                      <a:gd name="connsiteX12" fmla="*/ 23931 w 37378"/>
                      <a:gd name="connsiteY12" fmla="*/ 21518 h 48709"/>
                      <a:gd name="connsiteX13" fmla="*/ 14843 w 37378"/>
                      <a:gd name="connsiteY13" fmla="*/ 3475 h 48709"/>
                      <a:gd name="connsiteX14" fmla="*/ 790 w 37378"/>
                      <a:gd name="connsiteY14" fmla="*/ 3076 h 48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7378" h="48709">
                        <a:moveTo>
                          <a:pt x="790" y="3076"/>
                        </a:moveTo>
                        <a:cubicBezTo>
                          <a:pt x="-363" y="6002"/>
                          <a:pt x="-185" y="7420"/>
                          <a:pt x="879" y="11056"/>
                        </a:cubicBezTo>
                        <a:cubicBezTo>
                          <a:pt x="2918" y="17971"/>
                          <a:pt x="4514" y="23646"/>
                          <a:pt x="9479" y="30694"/>
                        </a:cubicBezTo>
                        <a:cubicBezTo>
                          <a:pt x="11562" y="33620"/>
                          <a:pt x="14045" y="36502"/>
                          <a:pt x="16705" y="39073"/>
                        </a:cubicBezTo>
                        <a:cubicBezTo>
                          <a:pt x="18035" y="40358"/>
                          <a:pt x="19409" y="41555"/>
                          <a:pt x="20783" y="42708"/>
                        </a:cubicBezTo>
                        <a:cubicBezTo>
                          <a:pt x="21359" y="43151"/>
                          <a:pt x="22512" y="44082"/>
                          <a:pt x="23443" y="44703"/>
                        </a:cubicBezTo>
                        <a:cubicBezTo>
                          <a:pt x="24418" y="45368"/>
                          <a:pt x="25349" y="46033"/>
                          <a:pt x="26280" y="46520"/>
                        </a:cubicBezTo>
                        <a:cubicBezTo>
                          <a:pt x="31733" y="49313"/>
                          <a:pt x="37053" y="49579"/>
                          <a:pt x="37363" y="46476"/>
                        </a:cubicBezTo>
                        <a:cubicBezTo>
                          <a:pt x="37496" y="45501"/>
                          <a:pt x="36742" y="44525"/>
                          <a:pt x="35767" y="43506"/>
                        </a:cubicBezTo>
                        <a:cubicBezTo>
                          <a:pt x="34792" y="42398"/>
                          <a:pt x="33595" y="41156"/>
                          <a:pt x="32664" y="39959"/>
                        </a:cubicBezTo>
                        <a:cubicBezTo>
                          <a:pt x="31600" y="38496"/>
                          <a:pt x="30625" y="36856"/>
                          <a:pt x="29738" y="35393"/>
                        </a:cubicBezTo>
                        <a:cubicBezTo>
                          <a:pt x="29029" y="33930"/>
                          <a:pt x="28275" y="32467"/>
                          <a:pt x="27566" y="30960"/>
                        </a:cubicBezTo>
                        <a:cubicBezTo>
                          <a:pt x="26147" y="27946"/>
                          <a:pt x="24906" y="24887"/>
                          <a:pt x="23931" y="21518"/>
                        </a:cubicBezTo>
                        <a:cubicBezTo>
                          <a:pt x="22246" y="15799"/>
                          <a:pt x="21182" y="8662"/>
                          <a:pt x="14843" y="3475"/>
                        </a:cubicBezTo>
                        <a:cubicBezTo>
                          <a:pt x="9080" y="-1180"/>
                          <a:pt x="2341" y="-1003"/>
                          <a:pt x="790" y="307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71" name="Forme libre : forme 22770">
                    <a:extLst>
                      <a:ext uri="{FF2B5EF4-FFF2-40B4-BE49-F238E27FC236}">
                        <a16:creationId xmlns:a16="http://schemas.microsoft.com/office/drawing/2014/main" id="{DB89FA7B-C2D5-4B2D-BCFA-8194DAEAC736}"/>
                      </a:ext>
                    </a:extLst>
                  </p:cNvPr>
                  <p:cNvSpPr/>
                  <p:nvPr/>
                </p:nvSpPr>
                <p:spPr>
                  <a:xfrm>
                    <a:off x="6169648" y="1428121"/>
                    <a:ext cx="15542" cy="11658"/>
                  </a:xfrm>
                  <a:custGeom>
                    <a:avLst/>
                    <a:gdLst>
                      <a:gd name="connsiteX0" fmla="*/ 2424 w 15542"/>
                      <a:gd name="connsiteY0" fmla="*/ 443 h 11658"/>
                      <a:gd name="connsiteX1" fmla="*/ 340 w 15542"/>
                      <a:gd name="connsiteY1" fmla="*/ 89 h 11658"/>
                      <a:gd name="connsiteX2" fmla="*/ 517 w 15542"/>
                      <a:gd name="connsiteY2" fmla="*/ 1862 h 11658"/>
                      <a:gd name="connsiteX3" fmla="*/ 2823 w 15542"/>
                      <a:gd name="connsiteY3" fmla="*/ 4300 h 11658"/>
                      <a:gd name="connsiteX4" fmla="*/ 9251 w 15542"/>
                      <a:gd name="connsiteY4" fmla="*/ 9487 h 11658"/>
                      <a:gd name="connsiteX5" fmla="*/ 11778 w 15542"/>
                      <a:gd name="connsiteY5" fmla="*/ 11127 h 11658"/>
                      <a:gd name="connsiteX6" fmla="*/ 13418 w 15542"/>
                      <a:gd name="connsiteY6" fmla="*/ 7137 h 11658"/>
                      <a:gd name="connsiteX7" fmla="*/ 2424 w 15542"/>
                      <a:gd name="connsiteY7" fmla="*/ 443 h 11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542" h="11658">
                        <a:moveTo>
                          <a:pt x="2424" y="443"/>
                        </a:moveTo>
                        <a:cubicBezTo>
                          <a:pt x="1581" y="89"/>
                          <a:pt x="961" y="-133"/>
                          <a:pt x="340" y="89"/>
                        </a:cubicBezTo>
                        <a:cubicBezTo>
                          <a:pt x="-236" y="310"/>
                          <a:pt x="-15" y="1064"/>
                          <a:pt x="517" y="1862"/>
                        </a:cubicBezTo>
                        <a:cubicBezTo>
                          <a:pt x="1049" y="2660"/>
                          <a:pt x="2069" y="3591"/>
                          <a:pt x="2823" y="4300"/>
                        </a:cubicBezTo>
                        <a:cubicBezTo>
                          <a:pt x="4906" y="6073"/>
                          <a:pt x="7123" y="7980"/>
                          <a:pt x="9251" y="9487"/>
                        </a:cubicBezTo>
                        <a:cubicBezTo>
                          <a:pt x="10137" y="10107"/>
                          <a:pt x="10935" y="10772"/>
                          <a:pt x="11778" y="11127"/>
                        </a:cubicBezTo>
                        <a:cubicBezTo>
                          <a:pt x="15368" y="12634"/>
                          <a:pt x="17275" y="10817"/>
                          <a:pt x="13418" y="7137"/>
                        </a:cubicBezTo>
                        <a:cubicBezTo>
                          <a:pt x="10447" y="4212"/>
                          <a:pt x="5926" y="1818"/>
                          <a:pt x="2424" y="44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72" name="Forme libre : forme 22771">
                    <a:extLst>
                      <a:ext uri="{FF2B5EF4-FFF2-40B4-BE49-F238E27FC236}">
                        <a16:creationId xmlns:a16="http://schemas.microsoft.com/office/drawing/2014/main" id="{69537414-42F7-491E-A7A0-59500151DE73}"/>
                      </a:ext>
                    </a:extLst>
                  </p:cNvPr>
                  <p:cNvSpPr/>
                  <p:nvPr/>
                </p:nvSpPr>
                <p:spPr>
                  <a:xfrm>
                    <a:off x="6188163" y="1474713"/>
                    <a:ext cx="33868" cy="4344"/>
                  </a:xfrm>
                  <a:custGeom>
                    <a:avLst/>
                    <a:gdLst>
                      <a:gd name="connsiteX0" fmla="*/ 33869 w 33868"/>
                      <a:gd name="connsiteY0" fmla="*/ 0 h 4344"/>
                      <a:gd name="connsiteX1" fmla="*/ 27973 w 33868"/>
                      <a:gd name="connsiteY1" fmla="*/ 3236 h 4344"/>
                      <a:gd name="connsiteX2" fmla="*/ 19240 w 33868"/>
                      <a:gd name="connsiteY2" fmla="*/ 4344 h 4344"/>
                      <a:gd name="connsiteX3" fmla="*/ 0 w 33868"/>
                      <a:gd name="connsiteY3" fmla="*/ 532 h 4344"/>
                      <a:gd name="connsiteX4" fmla="*/ 33869 w 33868"/>
                      <a:gd name="connsiteY4" fmla="*/ 0 h 4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68" h="4344">
                        <a:moveTo>
                          <a:pt x="33869" y="0"/>
                        </a:moveTo>
                        <a:cubicBezTo>
                          <a:pt x="32539" y="1374"/>
                          <a:pt x="30500" y="2438"/>
                          <a:pt x="27973" y="3236"/>
                        </a:cubicBezTo>
                        <a:cubicBezTo>
                          <a:pt x="25446" y="3990"/>
                          <a:pt x="22476" y="4211"/>
                          <a:pt x="19240" y="4344"/>
                        </a:cubicBezTo>
                        <a:cubicBezTo>
                          <a:pt x="12856" y="4211"/>
                          <a:pt x="5630" y="2881"/>
                          <a:pt x="0" y="532"/>
                        </a:cubicBezTo>
                        <a:cubicBezTo>
                          <a:pt x="12413" y="5187"/>
                          <a:pt x="25668" y="3458"/>
                          <a:pt x="3386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73" name="Forme libre : forme 22772">
                    <a:extLst>
                      <a:ext uri="{FF2B5EF4-FFF2-40B4-BE49-F238E27FC236}">
                        <a16:creationId xmlns:a16="http://schemas.microsoft.com/office/drawing/2014/main" id="{5FAB2971-BF4B-436A-8DE8-8C3781484944}"/>
                      </a:ext>
                    </a:extLst>
                  </p:cNvPr>
                  <p:cNvSpPr/>
                  <p:nvPr/>
                </p:nvSpPr>
                <p:spPr>
                  <a:xfrm>
                    <a:off x="6155181" y="1413404"/>
                    <a:ext cx="31209" cy="14230"/>
                  </a:xfrm>
                  <a:custGeom>
                    <a:avLst/>
                    <a:gdLst>
                      <a:gd name="connsiteX0" fmla="*/ 31209 w 31209"/>
                      <a:gd name="connsiteY0" fmla="*/ 14230 h 14230"/>
                      <a:gd name="connsiteX1" fmla="*/ 0 w 31209"/>
                      <a:gd name="connsiteY1" fmla="*/ 0 h 14230"/>
                      <a:gd name="connsiteX2" fmla="*/ 31209 w 31209"/>
                      <a:gd name="connsiteY2" fmla="*/ 14230 h 14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209" h="14230">
                        <a:moveTo>
                          <a:pt x="31209" y="14230"/>
                        </a:moveTo>
                        <a:cubicBezTo>
                          <a:pt x="21722" y="5541"/>
                          <a:pt x="9886" y="1374"/>
                          <a:pt x="0" y="0"/>
                        </a:cubicBezTo>
                        <a:cubicBezTo>
                          <a:pt x="9310" y="798"/>
                          <a:pt x="22165" y="7891"/>
                          <a:pt x="31209" y="142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74" name="Forme libre : forme 22773">
                    <a:extLst>
                      <a:ext uri="{FF2B5EF4-FFF2-40B4-BE49-F238E27FC236}">
                        <a16:creationId xmlns:a16="http://schemas.microsoft.com/office/drawing/2014/main" id="{243F9CDD-74ED-4C04-A896-4A2601E3CB96}"/>
                      </a:ext>
                    </a:extLst>
                  </p:cNvPr>
                  <p:cNvSpPr/>
                  <p:nvPr/>
                </p:nvSpPr>
                <p:spPr>
                  <a:xfrm>
                    <a:off x="6187717" y="1449656"/>
                    <a:ext cx="11688" cy="11920"/>
                  </a:xfrm>
                  <a:custGeom>
                    <a:avLst/>
                    <a:gdLst>
                      <a:gd name="connsiteX0" fmla="*/ 11308 w 11688"/>
                      <a:gd name="connsiteY0" fmla="*/ 11802 h 11920"/>
                      <a:gd name="connsiteX1" fmla="*/ 3151 w 11688"/>
                      <a:gd name="connsiteY1" fmla="*/ 6615 h 11920"/>
                      <a:gd name="connsiteX2" fmla="*/ 669 w 11688"/>
                      <a:gd name="connsiteY2" fmla="*/ 10 h 11920"/>
                      <a:gd name="connsiteX3" fmla="*/ 4392 w 11688"/>
                      <a:gd name="connsiteY3" fmla="*/ 2493 h 11920"/>
                      <a:gd name="connsiteX4" fmla="*/ 7274 w 11688"/>
                      <a:gd name="connsiteY4" fmla="*/ 5773 h 11920"/>
                      <a:gd name="connsiteX5" fmla="*/ 10288 w 11688"/>
                      <a:gd name="connsiteY5" fmla="*/ 9009 h 11920"/>
                      <a:gd name="connsiteX6" fmla="*/ 11308 w 11688"/>
                      <a:gd name="connsiteY6" fmla="*/ 11802 h 11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88" h="11920">
                        <a:moveTo>
                          <a:pt x="11308" y="11802"/>
                        </a:moveTo>
                        <a:cubicBezTo>
                          <a:pt x="9491" y="12689"/>
                          <a:pt x="4304" y="8344"/>
                          <a:pt x="3151" y="6615"/>
                        </a:cubicBezTo>
                        <a:cubicBezTo>
                          <a:pt x="1777" y="5153"/>
                          <a:pt x="-1371" y="232"/>
                          <a:pt x="669" y="10"/>
                        </a:cubicBezTo>
                        <a:cubicBezTo>
                          <a:pt x="1688" y="-123"/>
                          <a:pt x="3107" y="1074"/>
                          <a:pt x="4392" y="2493"/>
                        </a:cubicBezTo>
                        <a:cubicBezTo>
                          <a:pt x="5634" y="3734"/>
                          <a:pt x="6653" y="5108"/>
                          <a:pt x="7274" y="5773"/>
                        </a:cubicBezTo>
                        <a:cubicBezTo>
                          <a:pt x="7939" y="6394"/>
                          <a:pt x="9225" y="7768"/>
                          <a:pt x="10288" y="9009"/>
                        </a:cubicBezTo>
                        <a:cubicBezTo>
                          <a:pt x="11397" y="10206"/>
                          <a:pt x="12195" y="11403"/>
                          <a:pt x="11308" y="1180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75" name="Forme libre : forme 22774">
                    <a:extLst>
                      <a:ext uri="{FF2B5EF4-FFF2-40B4-BE49-F238E27FC236}">
                        <a16:creationId xmlns:a16="http://schemas.microsoft.com/office/drawing/2014/main" id="{3B37E605-D744-4AE1-9CD4-FA976B935DF6}"/>
                      </a:ext>
                    </a:extLst>
                  </p:cNvPr>
                  <p:cNvSpPr/>
                  <p:nvPr/>
                </p:nvSpPr>
                <p:spPr>
                  <a:xfrm>
                    <a:off x="6197448" y="1459778"/>
                    <a:ext cx="3980" cy="2893"/>
                  </a:xfrm>
                  <a:custGeom>
                    <a:avLst/>
                    <a:gdLst>
                      <a:gd name="connsiteX0" fmla="*/ 3971 w 3980"/>
                      <a:gd name="connsiteY0" fmla="*/ 2611 h 2893"/>
                      <a:gd name="connsiteX1" fmla="*/ 1754 w 3980"/>
                      <a:gd name="connsiteY1" fmla="*/ 2212 h 2893"/>
                      <a:gd name="connsiteX2" fmla="*/ 25 w 3980"/>
                      <a:gd name="connsiteY2" fmla="*/ 262 h 2893"/>
                      <a:gd name="connsiteX3" fmla="*/ 2153 w 3980"/>
                      <a:gd name="connsiteY3" fmla="*/ 705 h 2893"/>
                      <a:gd name="connsiteX4" fmla="*/ 3971 w 3980"/>
                      <a:gd name="connsiteY4" fmla="*/ 2611 h 2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0" h="2893">
                        <a:moveTo>
                          <a:pt x="3971" y="2611"/>
                        </a:moveTo>
                        <a:cubicBezTo>
                          <a:pt x="3793" y="3276"/>
                          <a:pt x="2419" y="2611"/>
                          <a:pt x="1754" y="2212"/>
                        </a:cubicBezTo>
                        <a:cubicBezTo>
                          <a:pt x="1089" y="1813"/>
                          <a:pt x="-196" y="882"/>
                          <a:pt x="25" y="262"/>
                        </a:cubicBezTo>
                        <a:cubicBezTo>
                          <a:pt x="247" y="-359"/>
                          <a:pt x="1532" y="262"/>
                          <a:pt x="2153" y="705"/>
                        </a:cubicBezTo>
                        <a:cubicBezTo>
                          <a:pt x="2818" y="1060"/>
                          <a:pt x="4104" y="1991"/>
                          <a:pt x="3971" y="26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76" name="Forme libre : forme 22775">
                    <a:extLst>
                      <a:ext uri="{FF2B5EF4-FFF2-40B4-BE49-F238E27FC236}">
                        <a16:creationId xmlns:a16="http://schemas.microsoft.com/office/drawing/2014/main" id="{800BC6E4-7FF0-4387-8455-B0A4038D49FA}"/>
                      </a:ext>
                    </a:extLst>
                  </p:cNvPr>
                  <p:cNvSpPr/>
                  <p:nvPr/>
                </p:nvSpPr>
                <p:spPr>
                  <a:xfrm>
                    <a:off x="6194535" y="1442928"/>
                    <a:ext cx="26461" cy="29245"/>
                  </a:xfrm>
                  <a:custGeom>
                    <a:avLst/>
                    <a:gdLst>
                      <a:gd name="connsiteX0" fmla="*/ 19385 w 26461"/>
                      <a:gd name="connsiteY0" fmla="*/ 17954 h 29245"/>
                      <a:gd name="connsiteX1" fmla="*/ 26345 w 26461"/>
                      <a:gd name="connsiteY1" fmla="*/ 27219 h 29245"/>
                      <a:gd name="connsiteX2" fmla="*/ 22887 w 26461"/>
                      <a:gd name="connsiteY2" fmla="*/ 29125 h 29245"/>
                      <a:gd name="connsiteX3" fmla="*/ 18676 w 26461"/>
                      <a:gd name="connsiteY3" fmla="*/ 26111 h 29245"/>
                      <a:gd name="connsiteX4" fmla="*/ 8524 w 26461"/>
                      <a:gd name="connsiteY4" fmla="*/ 14940 h 29245"/>
                      <a:gd name="connsiteX5" fmla="*/ 5554 w 26461"/>
                      <a:gd name="connsiteY5" fmla="*/ 11881 h 29245"/>
                      <a:gd name="connsiteX6" fmla="*/ 2229 w 26461"/>
                      <a:gd name="connsiteY6" fmla="*/ 7315 h 29245"/>
                      <a:gd name="connsiteX7" fmla="*/ 145 w 26461"/>
                      <a:gd name="connsiteY7" fmla="*/ 2394 h 29245"/>
                      <a:gd name="connsiteX8" fmla="*/ 1254 w 26461"/>
                      <a:gd name="connsiteY8" fmla="*/ 0 h 29245"/>
                      <a:gd name="connsiteX9" fmla="*/ 5243 w 26461"/>
                      <a:gd name="connsiteY9" fmla="*/ 1729 h 29245"/>
                      <a:gd name="connsiteX10" fmla="*/ 6795 w 26461"/>
                      <a:gd name="connsiteY10" fmla="*/ 2837 h 29245"/>
                      <a:gd name="connsiteX11" fmla="*/ 8169 w 26461"/>
                      <a:gd name="connsiteY11" fmla="*/ 4079 h 29245"/>
                      <a:gd name="connsiteX12" fmla="*/ 9765 w 26461"/>
                      <a:gd name="connsiteY12" fmla="*/ 5586 h 29245"/>
                      <a:gd name="connsiteX13" fmla="*/ 11450 w 26461"/>
                      <a:gd name="connsiteY13" fmla="*/ 7137 h 29245"/>
                      <a:gd name="connsiteX14" fmla="*/ 14110 w 26461"/>
                      <a:gd name="connsiteY14" fmla="*/ 9886 h 29245"/>
                      <a:gd name="connsiteX15" fmla="*/ 19385 w 26461"/>
                      <a:gd name="connsiteY15" fmla="*/ 17954 h 29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6461" h="29245">
                        <a:moveTo>
                          <a:pt x="19385" y="17954"/>
                        </a:moveTo>
                        <a:cubicBezTo>
                          <a:pt x="22355" y="21235"/>
                          <a:pt x="24705" y="23673"/>
                          <a:pt x="26345" y="27219"/>
                        </a:cubicBezTo>
                        <a:cubicBezTo>
                          <a:pt x="26966" y="28549"/>
                          <a:pt x="25015" y="29613"/>
                          <a:pt x="22887" y="29125"/>
                        </a:cubicBezTo>
                        <a:cubicBezTo>
                          <a:pt x="20759" y="28594"/>
                          <a:pt x="19740" y="27308"/>
                          <a:pt x="18676" y="26111"/>
                        </a:cubicBezTo>
                        <a:cubicBezTo>
                          <a:pt x="15307" y="22343"/>
                          <a:pt x="11893" y="18841"/>
                          <a:pt x="8524" y="14940"/>
                        </a:cubicBezTo>
                        <a:cubicBezTo>
                          <a:pt x="8036" y="14319"/>
                          <a:pt x="6884" y="13166"/>
                          <a:pt x="5554" y="11881"/>
                        </a:cubicBezTo>
                        <a:cubicBezTo>
                          <a:pt x="4445" y="10462"/>
                          <a:pt x="2894" y="8911"/>
                          <a:pt x="2229" y="7315"/>
                        </a:cubicBezTo>
                        <a:cubicBezTo>
                          <a:pt x="1564" y="6073"/>
                          <a:pt x="411" y="3680"/>
                          <a:pt x="145" y="2394"/>
                        </a:cubicBezTo>
                        <a:cubicBezTo>
                          <a:pt x="-209" y="975"/>
                          <a:pt x="57" y="44"/>
                          <a:pt x="1254" y="0"/>
                        </a:cubicBezTo>
                        <a:cubicBezTo>
                          <a:pt x="2451" y="0"/>
                          <a:pt x="3825" y="665"/>
                          <a:pt x="5243" y="1729"/>
                        </a:cubicBezTo>
                        <a:cubicBezTo>
                          <a:pt x="6042" y="2438"/>
                          <a:pt x="6352" y="2438"/>
                          <a:pt x="6795" y="2837"/>
                        </a:cubicBezTo>
                        <a:cubicBezTo>
                          <a:pt x="7194" y="3192"/>
                          <a:pt x="7549" y="3591"/>
                          <a:pt x="8169" y="4079"/>
                        </a:cubicBezTo>
                        <a:cubicBezTo>
                          <a:pt x="8701" y="4566"/>
                          <a:pt x="9233" y="5054"/>
                          <a:pt x="9765" y="5586"/>
                        </a:cubicBezTo>
                        <a:cubicBezTo>
                          <a:pt x="10342" y="6118"/>
                          <a:pt x="10918" y="6650"/>
                          <a:pt x="11450" y="7137"/>
                        </a:cubicBezTo>
                        <a:cubicBezTo>
                          <a:pt x="12469" y="8201"/>
                          <a:pt x="13489" y="9177"/>
                          <a:pt x="14110" y="9886"/>
                        </a:cubicBezTo>
                        <a:cubicBezTo>
                          <a:pt x="16636" y="12945"/>
                          <a:pt x="17346" y="15206"/>
                          <a:pt x="19385" y="1795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88" name="Graphique 2">
                  <a:extLst>
                    <a:ext uri="{FF2B5EF4-FFF2-40B4-BE49-F238E27FC236}">
                      <a16:creationId xmlns:a16="http://schemas.microsoft.com/office/drawing/2014/main" id="{D4005586-A9C6-4777-BAF8-62E5AFBB0F9A}"/>
                    </a:ext>
                  </a:extLst>
                </p:cNvPr>
                <p:cNvGrpSpPr/>
                <p:nvPr/>
              </p:nvGrpSpPr>
              <p:grpSpPr>
                <a:xfrm>
                  <a:off x="6225149" y="1439741"/>
                  <a:ext cx="89279" cy="51022"/>
                  <a:chOff x="6225149" y="1439741"/>
                  <a:chExt cx="89279" cy="51022"/>
                </a:xfrm>
                <a:solidFill>
                  <a:schemeClr val="accent1"/>
                </a:solidFill>
              </p:grpSpPr>
              <p:sp>
                <p:nvSpPr>
                  <p:cNvPr id="22753" name="Forme libre : forme 22752">
                    <a:extLst>
                      <a:ext uri="{FF2B5EF4-FFF2-40B4-BE49-F238E27FC236}">
                        <a16:creationId xmlns:a16="http://schemas.microsoft.com/office/drawing/2014/main" id="{E2A971D0-6447-4DF0-9257-53D12D731D23}"/>
                      </a:ext>
                    </a:extLst>
                  </p:cNvPr>
                  <p:cNvSpPr/>
                  <p:nvPr/>
                </p:nvSpPr>
                <p:spPr>
                  <a:xfrm>
                    <a:off x="6225149" y="1439741"/>
                    <a:ext cx="89279" cy="51022"/>
                  </a:xfrm>
                  <a:custGeom>
                    <a:avLst/>
                    <a:gdLst>
                      <a:gd name="connsiteX0" fmla="*/ 71803 w 89279"/>
                      <a:gd name="connsiteY0" fmla="*/ 36613 h 51022"/>
                      <a:gd name="connsiteX1" fmla="*/ 64488 w 89279"/>
                      <a:gd name="connsiteY1" fmla="*/ 41002 h 51022"/>
                      <a:gd name="connsiteX2" fmla="*/ 54780 w 89279"/>
                      <a:gd name="connsiteY2" fmla="*/ 45435 h 51022"/>
                      <a:gd name="connsiteX3" fmla="*/ 35673 w 89279"/>
                      <a:gd name="connsiteY3" fmla="*/ 50533 h 51022"/>
                      <a:gd name="connsiteX4" fmla="*/ 23527 w 89279"/>
                      <a:gd name="connsiteY4" fmla="*/ 50666 h 51022"/>
                      <a:gd name="connsiteX5" fmla="*/ 14040 w 89279"/>
                      <a:gd name="connsiteY5" fmla="*/ 48006 h 51022"/>
                      <a:gd name="connsiteX6" fmla="*/ 1140 w 89279"/>
                      <a:gd name="connsiteY6" fmla="*/ 37366 h 51022"/>
                      <a:gd name="connsiteX7" fmla="*/ 3356 w 89279"/>
                      <a:gd name="connsiteY7" fmla="*/ 27569 h 51022"/>
                      <a:gd name="connsiteX8" fmla="*/ 30043 w 89279"/>
                      <a:gd name="connsiteY8" fmla="*/ 15822 h 51022"/>
                      <a:gd name="connsiteX9" fmla="*/ 41569 w 89279"/>
                      <a:gd name="connsiteY9" fmla="*/ 12275 h 51022"/>
                      <a:gd name="connsiteX10" fmla="*/ 47731 w 89279"/>
                      <a:gd name="connsiteY10" fmla="*/ 9704 h 51022"/>
                      <a:gd name="connsiteX11" fmla="*/ 52785 w 89279"/>
                      <a:gd name="connsiteY11" fmla="*/ 7088 h 51022"/>
                      <a:gd name="connsiteX12" fmla="*/ 80847 w 89279"/>
                      <a:gd name="connsiteY12" fmla="*/ 40 h 51022"/>
                      <a:gd name="connsiteX13" fmla="*/ 89181 w 89279"/>
                      <a:gd name="connsiteY13" fmla="*/ 5271 h 51022"/>
                      <a:gd name="connsiteX14" fmla="*/ 88915 w 89279"/>
                      <a:gd name="connsiteY14" fmla="*/ 13029 h 51022"/>
                      <a:gd name="connsiteX15" fmla="*/ 86255 w 89279"/>
                      <a:gd name="connsiteY15" fmla="*/ 21053 h 51022"/>
                      <a:gd name="connsiteX16" fmla="*/ 71803 w 89279"/>
                      <a:gd name="connsiteY16" fmla="*/ 36613 h 51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9279" h="51022">
                        <a:moveTo>
                          <a:pt x="71803" y="36613"/>
                        </a:moveTo>
                        <a:cubicBezTo>
                          <a:pt x="69897" y="37854"/>
                          <a:pt x="67370" y="39361"/>
                          <a:pt x="64488" y="41002"/>
                        </a:cubicBezTo>
                        <a:cubicBezTo>
                          <a:pt x="61607" y="42598"/>
                          <a:pt x="58149" y="43972"/>
                          <a:pt x="54780" y="45435"/>
                        </a:cubicBezTo>
                        <a:cubicBezTo>
                          <a:pt x="47864" y="48139"/>
                          <a:pt x="40506" y="49956"/>
                          <a:pt x="35673" y="50533"/>
                        </a:cubicBezTo>
                        <a:cubicBezTo>
                          <a:pt x="31196" y="51375"/>
                          <a:pt x="27073" y="50932"/>
                          <a:pt x="23527" y="50666"/>
                        </a:cubicBezTo>
                        <a:cubicBezTo>
                          <a:pt x="19936" y="50178"/>
                          <a:pt x="16788" y="49114"/>
                          <a:pt x="14040" y="48006"/>
                        </a:cubicBezTo>
                        <a:cubicBezTo>
                          <a:pt x="8543" y="45390"/>
                          <a:pt x="4509" y="41888"/>
                          <a:pt x="1140" y="37366"/>
                        </a:cubicBezTo>
                        <a:cubicBezTo>
                          <a:pt x="-1210" y="34308"/>
                          <a:pt x="342" y="29431"/>
                          <a:pt x="3356" y="27569"/>
                        </a:cubicBezTo>
                        <a:cubicBezTo>
                          <a:pt x="12134" y="22072"/>
                          <a:pt x="19226" y="18570"/>
                          <a:pt x="30043" y="15822"/>
                        </a:cubicBezTo>
                        <a:cubicBezTo>
                          <a:pt x="32969" y="15201"/>
                          <a:pt x="37269" y="13782"/>
                          <a:pt x="41569" y="12275"/>
                        </a:cubicBezTo>
                        <a:cubicBezTo>
                          <a:pt x="43653" y="11344"/>
                          <a:pt x="45781" y="10458"/>
                          <a:pt x="47731" y="9704"/>
                        </a:cubicBezTo>
                        <a:cubicBezTo>
                          <a:pt x="49638" y="8729"/>
                          <a:pt x="51366" y="7842"/>
                          <a:pt x="52785" y="7088"/>
                        </a:cubicBezTo>
                        <a:cubicBezTo>
                          <a:pt x="63425" y="1237"/>
                          <a:pt x="70517" y="1370"/>
                          <a:pt x="80847" y="40"/>
                        </a:cubicBezTo>
                        <a:cubicBezTo>
                          <a:pt x="84393" y="-315"/>
                          <a:pt x="88826" y="1724"/>
                          <a:pt x="89181" y="5271"/>
                        </a:cubicBezTo>
                        <a:cubicBezTo>
                          <a:pt x="89358" y="7798"/>
                          <a:pt x="89314" y="10413"/>
                          <a:pt x="88915" y="13029"/>
                        </a:cubicBezTo>
                        <a:cubicBezTo>
                          <a:pt x="88427" y="15644"/>
                          <a:pt x="87585" y="18304"/>
                          <a:pt x="86255" y="21053"/>
                        </a:cubicBezTo>
                        <a:cubicBezTo>
                          <a:pt x="83240" y="26727"/>
                          <a:pt x="78719" y="31692"/>
                          <a:pt x="71803" y="3661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54" name="Forme libre : forme 22753">
                    <a:extLst>
                      <a:ext uri="{FF2B5EF4-FFF2-40B4-BE49-F238E27FC236}">
                        <a16:creationId xmlns:a16="http://schemas.microsoft.com/office/drawing/2014/main" id="{B60FFFA3-E9EC-491A-9CD6-4C3318C8E6AF}"/>
                      </a:ext>
                    </a:extLst>
                  </p:cNvPr>
                  <p:cNvSpPr/>
                  <p:nvPr/>
                </p:nvSpPr>
                <p:spPr>
                  <a:xfrm>
                    <a:off x="6225173" y="1444790"/>
                    <a:ext cx="89178" cy="45848"/>
                  </a:xfrm>
                  <a:custGeom>
                    <a:avLst/>
                    <a:gdLst>
                      <a:gd name="connsiteX0" fmla="*/ 38575 w 89178"/>
                      <a:gd name="connsiteY0" fmla="*/ 32051 h 45848"/>
                      <a:gd name="connsiteX1" fmla="*/ 51 w 89178"/>
                      <a:gd name="connsiteY1" fmla="*/ 27928 h 45848"/>
                      <a:gd name="connsiteX2" fmla="*/ 1115 w 89178"/>
                      <a:gd name="connsiteY2" fmla="*/ 32273 h 45848"/>
                      <a:gd name="connsiteX3" fmla="*/ 4883 w 89178"/>
                      <a:gd name="connsiteY3" fmla="*/ 36617 h 45848"/>
                      <a:gd name="connsiteX4" fmla="*/ 20355 w 89178"/>
                      <a:gd name="connsiteY4" fmla="*/ 44952 h 45848"/>
                      <a:gd name="connsiteX5" fmla="*/ 27403 w 89178"/>
                      <a:gd name="connsiteY5" fmla="*/ 45794 h 45848"/>
                      <a:gd name="connsiteX6" fmla="*/ 35649 w 89178"/>
                      <a:gd name="connsiteY6" fmla="*/ 45395 h 45848"/>
                      <a:gd name="connsiteX7" fmla="*/ 41900 w 89178"/>
                      <a:gd name="connsiteY7" fmla="*/ 44331 h 45848"/>
                      <a:gd name="connsiteX8" fmla="*/ 69341 w 89178"/>
                      <a:gd name="connsiteY8" fmla="*/ 32982 h 45848"/>
                      <a:gd name="connsiteX9" fmla="*/ 71734 w 89178"/>
                      <a:gd name="connsiteY9" fmla="*/ 31475 h 45848"/>
                      <a:gd name="connsiteX10" fmla="*/ 83128 w 89178"/>
                      <a:gd name="connsiteY10" fmla="*/ 20747 h 45848"/>
                      <a:gd name="connsiteX11" fmla="*/ 89112 w 89178"/>
                      <a:gd name="connsiteY11" fmla="*/ 5054 h 45848"/>
                      <a:gd name="connsiteX12" fmla="*/ 89112 w 89178"/>
                      <a:gd name="connsiteY12" fmla="*/ 177 h 45848"/>
                      <a:gd name="connsiteX13" fmla="*/ 89068 w 89178"/>
                      <a:gd name="connsiteY13" fmla="*/ 0 h 45848"/>
                      <a:gd name="connsiteX14" fmla="*/ 38575 w 89178"/>
                      <a:gd name="connsiteY14" fmla="*/ 32051 h 45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9178" h="45848">
                        <a:moveTo>
                          <a:pt x="38575" y="32051"/>
                        </a:moveTo>
                        <a:cubicBezTo>
                          <a:pt x="25276" y="36218"/>
                          <a:pt x="9006" y="35287"/>
                          <a:pt x="51" y="27928"/>
                        </a:cubicBezTo>
                        <a:cubicBezTo>
                          <a:pt x="-126" y="29480"/>
                          <a:pt x="140" y="31032"/>
                          <a:pt x="1115" y="32273"/>
                        </a:cubicBezTo>
                        <a:cubicBezTo>
                          <a:pt x="2268" y="33780"/>
                          <a:pt x="3509" y="35243"/>
                          <a:pt x="4883" y="36617"/>
                        </a:cubicBezTo>
                        <a:cubicBezTo>
                          <a:pt x="8829" y="40297"/>
                          <a:pt x="13661" y="43444"/>
                          <a:pt x="20355" y="44952"/>
                        </a:cubicBezTo>
                        <a:cubicBezTo>
                          <a:pt x="22527" y="45572"/>
                          <a:pt x="24832" y="45705"/>
                          <a:pt x="27403" y="45794"/>
                        </a:cubicBezTo>
                        <a:cubicBezTo>
                          <a:pt x="29930" y="45883"/>
                          <a:pt x="32723" y="45927"/>
                          <a:pt x="35649" y="45395"/>
                        </a:cubicBezTo>
                        <a:cubicBezTo>
                          <a:pt x="37422" y="45129"/>
                          <a:pt x="39550" y="44774"/>
                          <a:pt x="41900" y="44331"/>
                        </a:cubicBezTo>
                        <a:cubicBezTo>
                          <a:pt x="50943" y="42159"/>
                          <a:pt x="62824" y="37504"/>
                          <a:pt x="69341" y="32982"/>
                        </a:cubicBezTo>
                        <a:cubicBezTo>
                          <a:pt x="70183" y="32450"/>
                          <a:pt x="71025" y="31918"/>
                          <a:pt x="71734" y="31475"/>
                        </a:cubicBezTo>
                        <a:cubicBezTo>
                          <a:pt x="76699" y="28061"/>
                          <a:pt x="80246" y="24426"/>
                          <a:pt x="83128" y="20747"/>
                        </a:cubicBezTo>
                        <a:cubicBezTo>
                          <a:pt x="87073" y="15338"/>
                          <a:pt x="88669" y="10107"/>
                          <a:pt x="89112" y="5054"/>
                        </a:cubicBezTo>
                        <a:cubicBezTo>
                          <a:pt x="89201" y="3413"/>
                          <a:pt x="89201" y="1773"/>
                          <a:pt x="89112" y="177"/>
                        </a:cubicBezTo>
                        <a:lnTo>
                          <a:pt x="89068" y="0"/>
                        </a:lnTo>
                        <a:cubicBezTo>
                          <a:pt x="76123" y="15649"/>
                          <a:pt x="57548" y="26022"/>
                          <a:pt x="38575" y="3205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55" name="Forme libre : forme 22754">
                    <a:extLst>
                      <a:ext uri="{FF2B5EF4-FFF2-40B4-BE49-F238E27FC236}">
                        <a16:creationId xmlns:a16="http://schemas.microsoft.com/office/drawing/2014/main" id="{6F4E2D16-6C9D-4362-9B5C-34F5A9A1165B}"/>
                      </a:ext>
                    </a:extLst>
                  </p:cNvPr>
                  <p:cNvSpPr/>
                  <p:nvPr/>
                </p:nvSpPr>
                <p:spPr>
                  <a:xfrm>
                    <a:off x="6258544" y="1453849"/>
                    <a:ext cx="41036" cy="22339"/>
                  </a:xfrm>
                  <a:custGeom>
                    <a:avLst/>
                    <a:gdLst>
                      <a:gd name="connsiteX0" fmla="*/ 40580 w 41036"/>
                      <a:gd name="connsiteY0" fmla="*/ 782 h 22339"/>
                      <a:gd name="connsiteX1" fmla="*/ 35482 w 41036"/>
                      <a:gd name="connsiteY1" fmla="*/ 10136 h 22339"/>
                      <a:gd name="connsiteX2" fmla="*/ 28876 w 41036"/>
                      <a:gd name="connsiteY2" fmla="*/ 15101 h 22339"/>
                      <a:gd name="connsiteX3" fmla="*/ 23158 w 41036"/>
                      <a:gd name="connsiteY3" fmla="*/ 18337 h 22339"/>
                      <a:gd name="connsiteX4" fmla="*/ 9903 w 41036"/>
                      <a:gd name="connsiteY4" fmla="*/ 22105 h 22339"/>
                      <a:gd name="connsiteX5" fmla="*/ 61 w 41036"/>
                      <a:gd name="connsiteY5" fmla="*/ 19357 h 22339"/>
                      <a:gd name="connsiteX6" fmla="*/ 7021 w 41036"/>
                      <a:gd name="connsiteY6" fmla="*/ 12840 h 22339"/>
                      <a:gd name="connsiteX7" fmla="*/ 18148 w 41036"/>
                      <a:gd name="connsiteY7" fmla="*/ 7919 h 22339"/>
                      <a:gd name="connsiteX8" fmla="*/ 23335 w 41036"/>
                      <a:gd name="connsiteY8" fmla="*/ 5614 h 22339"/>
                      <a:gd name="connsiteX9" fmla="*/ 30162 w 41036"/>
                      <a:gd name="connsiteY9" fmla="*/ 2600 h 22339"/>
                      <a:gd name="connsiteX10" fmla="*/ 40580 w 41036"/>
                      <a:gd name="connsiteY10" fmla="*/ 782 h 22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1036" h="22339">
                        <a:moveTo>
                          <a:pt x="40580" y="782"/>
                        </a:moveTo>
                        <a:cubicBezTo>
                          <a:pt x="42176" y="2644"/>
                          <a:pt x="39383" y="6279"/>
                          <a:pt x="35482" y="10136"/>
                        </a:cubicBezTo>
                        <a:cubicBezTo>
                          <a:pt x="33575" y="12131"/>
                          <a:pt x="31048" y="13594"/>
                          <a:pt x="28876" y="15101"/>
                        </a:cubicBezTo>
                        <a:cubicBezTo>
                          <a:pt x="26660" y="16564"/>
                          <a:pt x="24665" y="17805"/>
                          <a:pt x="23158" y="18337"/>
                        </a:cubicBezTo>
                        <a:cubicBezTo>
                          <a:pt x="20276" y="19623"/>
                          <a:pt x="14912" y="21751"/>
                          <a:pt x="9903" y="22105"/>
                        </a:cubicBezTo>
                        <a:cubicBezTo>
                          <a:pt x="4982" y="22859"/>
                          <a:pt x="593" y="21751"/>
                          <a:pt x="61" y="19357"/>
                        </a:cubicBezTo>
                        <a:cubicBezTo>
                          <a:pt x="-515" y="16741"/>
                          <a:pt x="3076" y="15012"/>
                          <a:pt x="7021" y="12840"/>
                        </a:cubicBezTo>
                        <a:cubicBezTo>
                          <a:pt x="11099" y="11023"/>
                          <a:pt x="15666" y="8895"/>
                          <a:pt x="18148" y="7919"/>
                        </a:cubicBezTo>
                        <a:cubicBezTo>
                          <a:pt x="19389" y="7520"/>
                          <a:pt x="21251" y="6634"/>
                          <a:pt x="23335" y="5614"/>
                        </a:cubicBezTo>
                        <a:cubicBezTo>
                          <a:pt x="25419" y="4595"/>
                          <a:pt x="27901" y="3708"/>
                          <a:pt x="30162" y="2600"/>
                        </a:cubicBezTo>
                        <a:cubicBezTo>
                          <a:pt x="34595" y="427"/>
                          <a:pt x="39072" y="-947"/>
                          <a:pt x="40580" y="78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56" name="Forme libre : forme 22755">
                    <a:extLst>
                      <a:ext uri="{FF2B5EF4-FFF2-40B4-BE49-F238E27FC236}">
                        <a16:creationId xmlns:a16="http://schemas.microsoft.com/office/drawing/2014/main" id="{195ED09C-2570-4166-98A4-CEC74625F242}"/>
                      </a:ext>
                    </a:extLst>
                  </p:cNvPr>
                  <p:cNvSpPr/>
                  <p:nvPr/>
                </p:nvSpPr>
                <p:spPr>
                  <a:xfrm>
                    <a:off x="6258214" y="1466468"/>
                    <a:ext cx="32354" cy="9629"/>
                  </a:xfrm>
                  <a:custGeom>
                    <a:avLst/>
                    <a:gdLst>
                      <a:gd name="connsiteX0" fmla="*/ 8194 w 32354"/>
                      <a:gd name="connsiteY0" fmla="*/ 0 h 9629"/>
                      <a:gd name="connsiteX1" fmla="*/ 214 w 32354"/>
                      <a:gd name="connsiteY1" fmla="*/ 6827 h 9629"/>
                      <a:gd name="connsiteX2" fmla="*/ 23798 w 32354"/>
                      <a:gd name="connsiteY2" fmla="*/ 5630 h 9629"/>
                      <a:gd name="connsiteX3" fmla="*/ 32354 w 32354"/>
                      <a:gd name="connsiteY3" fmla="*/ 177 h 9629"/>
                      <a:gd name="connsiteX4" fmla="*/ 27478 w 32354"/>
                      <a:gd name="connsiteY4" fmla="*/ 2527 h 9629"/>
                      <a:gd name="connsiteX5" fmla="*/ 21449 w 32354"/>
                      <a:gd name="connsiteY5" fmla="*/ 3901 h 9629"/>
                      <a:gd name="connsiteX6" fmla="*/ 15641 w 32354"/>
                      <a:gd name="connsiteY6" fmla="*/ 4256 h 9629"/>
                      <a:gd name="connsiteX7" fmla="*/ 8194 w 32354"/>
                      <a:gd name="connsiteY7" fmla="*/ 0 h 9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354" h="9629">
                        <a:moveTo>
                          <a:pt x="8194" y="0"/>
                        </a:moveTo>
                        <a:cubicBezTo>
                          <a:pt x="5977" y="1906"/>
                          <a:pt x="-1338" y="3857"/>
                          <a:pt x="214" y="6827"/>
                        </a:cubicBezTo>
                        <a:cubicBezTo>
                          <a:pt x="2741" y="11836"/>
                          <a:pt x="16617" y="9310"/>
                          <a:pt x="23798" y="5630"/>
                        </a:cubicBezTo>
                        <a:cubicBezTo>
                          <a:pt x="26015" y="4832"/>
                          <a:pt x="30270" y="1729"/>
                          <a:pt x="32354" y="177"/>
                        </a:cubicBezTo>
                        <a:cubicBezTo>
                          <a:pt x="31024" y="887"/>
                          <a:pt x="28852" y="2128"/>
                          <a:pt x="27478" y="2527"/>
                        </a:cubicBezTo>
                        <a:cubicBezTo>
                          <a:pt x="25571" y="3192"/>
                          <a:pt x="23532" y="3635"/>
                          <a:pt x="21449" y="3901"/>
                        </a:cubicBezTo>
                        <a:cubicBezTo>
                          <a:pt x="19409" y="4167"/>
                          <a:pt x="17415" y="4344"/>
                          <a:pt x="15641" y="4256"/>
                        </a:cubicBezTo>
                        <a:cubicBezTo>
                          <a:pt x="12050" y="3990"/>
                          <a:pt x="9169" y="2571"/>
                          <a:pt x="8194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57" name="Forme libre : forme 22756">
                    <a:extLst>
                      <a:ext uri="{FF2B5EF4-FFF2-40B4-BE49-F238E27FC236}">
                        <a16:creationId xmlns:a16="http://schemas.microsoft.com/office/drawing/2014/main" id="{332271D2-0267-4300-8A95-2511AD49ED1F}"/>
                      </a:ext>
                    </a:extLst>
                  </p:cNvPr>
                  <p:cNvSpPr/>
                  <p:nvPr/>
                </p:nvSpPr>
                <p:spPr>
                  <a:xfrm>
                    <a:off x="6261110" y="1452971"/>
                    <a:ext cx="40846" cy="23859"/>
                  </a:xfrm>
                  <a:custGeom>
                    <a:avLst/>
                    <a:gdLst>
                      <a:gd name="connsiteX0" fmla="*/ 40629 w 40846"/>
                      <a:gd name="connsiteY0" fmla="*/ 951 h 23859"/>
                      <a:gd name="connsiteX1" fmla="*/ 39787 w 40846"/>
                      <a:gd name="connsiteY1" fmla="*/ 5429 h 23859"/>
                      <a:gd name="connsiteX2" fmla="*/ 35221 w 40846"/>
                      <a:gd name="connsiteY2" fmla="*/ 10837 h 23859"/>
                      <a:gd name="connsiteX3" fmla="*/ 32251 w 40846"/>
                      <a:gd name="connsiteY3" fmla="*/ 13630 h 23859"/>
                      <a:gd name="connsiteX4" fmla="*/ 28971 w 40846"/>
                      <a:gd name="connsiteY4" fmla="*/ 15935 h 23859"/>
                      <a:gd name="connsiteX5" fmla="*/ 23340 w 40846"/>
                      <a:gd name="connsiteY5" fmla="*/ 19526 h 23859"/>
                      <a:gd name="connsiteX6" fmla="*/ 17356 w 40846"/>
                      <a:gd name="connsiteY6" fmla="*/ 21964 h 23859"/>
                      <a:gd name="connsiteX7" fmla="*/ 13765 w 40846"/>
                      <a:gd name="connsiteY7" fmla="*/ 23072 h 23859"/>
                      <a:gd name="connsiteX8" fmla="*/ 10041 w 40846"/>
                      <a:gd name="connsiteY8" fmla="*/ 23649 h 23859"/>
                      <a:gd name="connsiteX9" fmla="*/ 3569 w 40846"/>
                      <a:gd name="connsiteY9" fmla="*/ 23604 h 23859"/>
                      <a:gd name="connsiteX10" fmla="*/ 111 w 40846"/>
                      <a:gd name="connsiteY10" fmla="*/ 21033 h 23859"/>
                      <a:gd name="connsiteX11" fmla="*/ 1707 w 40846"/>
                      <a:gd name="connsiteY11" fmla="*/ 17620 h 23859"/>
                      <a:gd name="connsiteX12" fmla="*/ 6982 w 40846"/>
                      <a:gd name="connsiteY12" fmla="*/ 14339 h 23859"/>
                      <a:gd name="connsiteX13" fmla="*/ 13233 w 40846"/>
                      <a:gd name="connsiteY13" fmla="*/ 11325 h 23859"/>
                      <a:gd name="connsiteX14" fmla="*/ 18109 w 40846"/>
                      <a:gd name="connsiteY14" fmla="*/ 9153 h 23859"/>
                      <a:gd name="connsiteX15" fmla="*/ 23296 w 40846"/>
                      <a:gd name="connsiteY15" fmla="*/ 6493 h 23859"/>
                      <a:gd name="connsiteX16" fmla="*/ 26843 w 40846"/>
                      <a:gd name="connsiteY16" fmla="*/ 4852 h 23859"/>
                      <a:gd name="connsiteX17" fmla="*/ 30389 w 40846"/>
                      <a:gd name="connsiteY17" fmla="*/ 2946 h 23859"/>
                      <a:gd name="connsiteX18" fmla="*/ 36950 w 40846"/>
                      <a:gd name="connsiteY18" fmla="*/ 331 h 23859"/>
                      <a:gd name="connsiteX19" fmla="*/ 40629 w 40846"/>
                      <a:gd name="connsiteY19" fmla="*/ 951 h 23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0846" h="23859">
                        <a:moveTo>
                          <a:pt x="40629" y="951"/>
                        </a:moveTo>
                        <a:cubicBezTo>
                          <a:pt x="41117" y="2060"/>
                          <a:pt x="40763" y="3700"/>
                          <a:pt x="39787" y="5429"/>
                        </a:cubicBezTo>
                        <a:cubicBezTo>
                          <a:pt x="38768" y="7113"/>
                          <a:pt x="37127" y="8975"/>
                          <a:pt x="35221" y="10837"/>
                        </a:cubicBezTo>
                        <a:cubicBezTo>
                          <a:pt x="34290" y="11768"/>
                          <a:pt x="33271" y="12699"/>
                          <a:pt x="32251" y="13630"/>
                        </a:cubicBezTo>
                        <a:cubicBezTo>
                          <a:pt x="31143" y="14428"/>
                          <a:pt x="30034" y="15181"/>
                          <a:pt x="28971" y="15935"/>
                        </a:cubicBezTo>
                        <a:cubicBezTo>
                          <a:pt x="26798" y="17398"/>
                          <a:pt x="24803" y="18639"/>
                          <a:pt x="23340" y="19526"/>
                        </a:cubicBezTo>
                        <a:cubicBezTo>
                          <a:pt x="21789" y="20279"/>
                          <a:pt x="19661" y="21122"/>
                          <a:pt x="17356" y="21964"/>
                        </a:cubicBezTo>
                        <a:cubicBezTo>
                          <a:pt x="16203" y="22363"/>
                          <a:pt x="15006" y="22762"/>
                          <a:pt x="13765" y="23072"/>
                        </a:cubicBezTo>
                        <a:cubicBezTo>
                          <a:pt x="12524" y="23338"/>
                          <a:pt x="11238" y="23516"/>
                          <a:pt x="10041" y="23649"/>
                        </a:cubicBezTo>
                        <a:cubicBezTo>
                          <a:pt x="7603" y="23915"/>
                          <a:pt x="5342" y="23959"/>
                          <a:pt x="3569" y="23604"/>
                        </a:cubicBezTo>
                        <a:cubicBezTo>
                          <a:pt x="1796" y="23117"/>
                          <a:pt x="510" y="22274"/>
                          <a:pt x="111" y="21033"/>
                        </a:cubicBezTo>
                        <a:cubicBezTo>
                          <a:pt x="-288" y="19792"/>
                          <a:pt x="421" y="18639"/>
                          <a:pt x="1707" y="17620"/>
                        </a:cubicBezTo>
                        <a:cubicBezTo>
                          <a:pt x="2992" y="16511"/>
                          <a:pt x="4899" y="15314"/>
                          <a:pt x="6982" y="14339"/>
                        </a:cubicBezTo>
                        <a:cubicBezTo>
                          <a:pt x="9110" y="13408"/>
                          <a:pt x="11282" y="12344"/>
                          <a:pt x="13233" y="11325"/>
                        </a:cubicBezTo>
                        <a:cubicBezTo>
                          <a:pt x="15228" y="10394"/>
                          <a:pt x="16957" y="9640"/>
                          <a:pt x="18109" y="9153"/>
                        </a:cubicBezTo>
                        <a:cubicBezTo>
                          <a:pt x="19173" y="8576"/>
                          <a:pt x="21080" y="7557"/>
                          <a:pt x="23296" y="6493"/>
                        </a:cubicBezTo>
                        <a:cubicBezTo>
                          <a:pt x="24404" y="5961"/>
                          <a:pt x="25601" y="5429"/>
                          <a:pt x="26843" y="4852"/>
                        </a:cubicBezTo>
                        <a:cubicBezTo>
                          <a:pt x="27995" y="4187"/>
                          <a:pt x="29237" y="3522"/>
                          <a:pt x="30389" y="2946"/>
                        </a:cubicBezTo>
                        <a:cubicBezTo>
                          <a:pt x="32739" y="1749"/>
                          <a:pt x="35132" y="818"/>
                          <a:pt x="36950" y="331"/>
                        </a:cubicBezTo>
                        <a:cubicBezTo>
                          <a:pt x="38723" y="-201"/>
                          <a:pt x="40097" y="-157"/>
                          <a:pt x="40629" y="95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58" name="Forme libre : forme 22757">
                    <a:extLst>
                      <a:ext uri="{FF2B5EF4-FFF2-40B4-BE49-F238E27FC236}">
                        <a16:creationId xmlns:a16="http://schemas.microsoft.com/office/drawing/2014/main" id="{5B5162AC-335D-49E3-9053-B9AAE560B442}"/>
                      </a:ext>
                    </a:extLst>
                  </p:cNvPr>
                  <p:cNvSpPr/>
                  <p:nvPr/>
                </p:nvSpPr>
                <p:spPr>
                  <a:xfrm>
                    <a:off x="6237591" y="1465157"/>
                    <a:ext cx="57284" cy="20492"/>
                  </a:xfrm>
                  <a:custGeom>
                    <a:avLst/>
                    <a:gdLst>
                      <a:gd name="connsiteX0" fmla="*/ 223 w 57284"/>
                      <a:gd name="connsiteY0" fmla="*/ 9866 h 20492"/>
                      <a:gd name="connsiteX1" fmla="*/ 5986 w 57284"/>
                      <a:gd name="connsiteY1" fmla="*/ 15629 h 20492"/>
                      <a:gd name="connsiteX2" fmla="*/ 29659 w 57284"/>
                      <a:gd name="connsiteY2" fmla="*/ 20240 h 20492"/>
                      <a:gd name="connsiteX3" fmla="*/ 52268 w 57284"/>
                      <a:gd name="connsiteY3" fmla="*/ 10088 h 20492"/>
                      <a:gd name="connsiteX4" fmla="*/ 56213 w 57284"/>
                      <a:gd name="connsiteY4" fmla="*/ 379 h 20492"/>
                      <a:gd name="connsiteX5" fmla="*/ 48544 w 57284"/>
                      <a:gd name="connsiteY5" fmla="*/ 1709 h 20492"/>
                      <a:gd name="connsiteX6" fmla="*/ 38525 w 57284"/>
                      <a:gd name="connsiteY6" fmla="*/ 3483 h 20492"/>
                      <a:gd name="connsiteX7" fmla="*/ 28506 w 57284"/>
                      <a:gd name="connsiteY7" fmla="*/ 3084 h 20492"/>
                      <a:gd name="connsiteX8" fmla="*/ 19684 w 57284"/>
                      <a:gd name="connsiteY8" fmla="*/ 778 h 20492"/>
                      <a:gd name="connsiteX9" fmla="*/ 9976 w 57284"/>
                      <a:gd name="connsiteY9" fmla="*/ 379 h 20492"/>
                      <a:gd name="connsiteX10" fmla="*/ 223 w 57284"/>
                      <a:gd name="connsiteY10" fmla="*/ 9866 h 20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284" h="20492">
                        <a:moveTo>
                          <a:pt x="223" y="9866"/>
                        </a:moveTo>
                        <a:cubicBezTo>
                          <a:pt x="1287" y="12925"/>
                          <a:pt x="2395" y="13723"/>
                          <a:pt x="5986" y="15629"/>
                        </a:cubicBezTo>
                        <a:cubicBezTo>
                          <a:pt x="12902" y="19087"/>
                          <a:pt x="19374" y="21259"/>
                          <a:pt x="29659" y="20240"/>
                        </a:cubicBezTo>
                        <a:cubicBezTo>
                          <a:pt x="38082" y="18999"/>
                          <a:pt x="47125" y="15009"/>
                          <a:pt x="52268" y="10088"/>
                        </a:cubicBezTo>
                        <a:cubicBezTo>
                          <a:pt x="56213" y="6542"/>
                          <a:pt x="58873" y="2153"/>
                          <a:pt x="56213" y="379"/>
                        </a:cubicBezTo>
                        <a:cubicBezTo>
                          <a:pt x="54706" y="-551"/>
                          <a:pt x="51381" y="1000"/>
                          <a:pt x="48544" y="1709"/>
                        </a:cubicBezTo>
                        <a:cubicBezTo>
                          <a:pt x="45219" y="2640"/>
                          <a:pt x="41850" y="3172"/>
                          <a:pt x="38525" y="3483"/>
                        </a:cubicBezTo>
                        <a:cubicBezTo>
                          <a:pt x="35245" y="3926"/>
                          <a:pt x="31876" y="3749"/>
                          <a:pt x="28506" y="3084"/>
                        </a:cubicBezTo>
                        <a:cubicBezTo>
                          <a:pt x="25669" y="2640"/>
                          <a:pt x="22699" y="1532"/>
                          <a:pt x="19684" y="778"/>
                        </a:cubicBezTo>
                        <a:cubicBezTo>
                          <a:pt x="16670" y="202"/>
                          <a:pt x="13522" y="-418"/>
                          <a:pt x="9976" y="379"/>
                        </a:cubicBezTo>
                        <a:cubicBezTo>
                          <a:pt x="3681" y="1399"/>
                          <a:pt x="-1107" y="5743"/>
                          <a:pt x="223" y="986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59" name="Forme libre : forme 22758">
                    <a:extLst>
                      <a:ext uri="{FF2B5EF4-FFF2-40B4-BE49-F238E27FC236}">
                        <a16:creationId xmlns:a16="http://schemas.microsoft.com/office/drawing/2014/main" id="{6D6A4095-453C-472E-87A0-C3B23FF3FB9C}"/>
                      </a:ext>
                    </a:extLst>
                  </p:cNvPr>
                  <p:cNvSpPr/>
                  <p:nvPr/>
                </p:nvSpPr>
                <p:spPr>
                  <a:xfrm>
                    <a:off x="6248368" y="1462896"/>
                    <a:ext cx="16203" cy="7851"/>
                  </a:xfrm>
                  <a:custGeom>
                    <a:avLst/>
                    <a:gdLst>
                      <a:gd name="connsiteX0" fmla="*/ 1548 w 16203"/>
                      <a:gd name="connsiteY0" fmla="*/ 5522 h 7851"/>
                      <a:gd name="connsiteX1" fmla="*/ 41 w 16203"/>
                      <a:gd name="connsiteY1" fmla="*/ 6852 h 7851"/>
                      <a:gd name="connsiteX2" fmla="*/ 1415 w 16203"/>
                      <a:gd name="connsiteY2" fmla="*/ 7828 h 7851"/>
                      <a:gd name="connsiteX3" fmla="*/ 4607 w 16203"/>
                      <a:gd name="connsiteY3" fmla="*/ 7562 h 7851"/>
                      <a:gd name="connsiteX4" fmla="*/ 12099 w 16203"/>
                      <a:gd name="connsiteY4" fmla="*/ 5212 h 7851"/>
                      <a:gd name="connsiteX5" fmla="*/ 14626 w 16203"/>
                      <a:gd name="connsiteY5" fmla="*/ 3882 h 7851"/>
                      <a:gd name="connsiteX6" fmla="*/ 12099 w 16203"/>
                      <a:gd name="connsiteY6" fmla="*/ 469 h 7851"/>
                      <a:gd name="connsiteX7" fmla="*/ 1548 w 16203"/>
                      <a:gd name="connsiteY7" fmla="*/ 5522 h 7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203" h="7851">
                        <a:moveTo>
                          <a:pt x="1548" y="5522"/>
                        </a:moveTo>
                        <a:cubicBezTo>
                          <a:pt x="794" y="5966"/>
                          <a:pt x="263" y="6276"/>
                          <a:pt x="41" y="6852"/>
                        </a:cubicBezTo>
                        <a:cubicBezTo>
                          <a:pt x="-181" y="7429"/>
                          <a:pt x="529" y="7739"/>
                          <a:pt x="1415" y="7828"/>
                        </a:cubicBezTo>
                        <a:cubicBezTo>
                          <a:pt x="2302" y="7916"/>
                          <a:pt x="3632" y="7739"/>
                          <a:pt x="4607" y="7562"/>
                        </a:cubicBezTo>
                        <a:cubicBezTo>
                          <a:pt x="7178" y="7118"/>
                          <a:pt x="9794" y="6099"/>
                          <a:pt x="12099" y="5212"/>
                        </a:cubicBezTo>
                        <a:cubicBezTo>
                          <a:pt x="13030" y="4813"/>
                          <a:pt x="13961" y="4547"/>
                          <a:pt x="14626" y="3882"/>
                        </a:cubicBezTo>
                        <a:cubicBezTo>
                          <a:pt x="17374" y="1355"/>
                          <a:pt x="16532" y="-1039"/>
                          <a:pt x="12099" y="469"/>
                        </a:cubicBezTo>
                        <a:cubicBezTo>
                          <a:pt x="8597" y="1444"/>
                          <a:pt x="4651" y="3882"/>
                          <a:pt x="1548" y="552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60" name="Forme libre : forme 22759">
                    <a:extLst>
                      <a:ext uri="{FF2B5EF4-FFF2-40B4-BE49-F238E27FC236}">
                        <a16:creationId xmlns:a16="http://schemas.microsoft.com/office/drawing/2014/main" id="{8851A3DA-3E7E-4550-8885-EF7BBD95F39D}"/>
                      </a:ext>
                    </a:extLst>
                  </p:cNvPr>
                  <p:cNvSpPr/>
                  <p:nvPr/>
                </p:nvSpPr>
                <p:spPr>
                  <a:xfrm>
                    <a:off x="6297661" y="1445233"/>
                    <a:ext cx="15206" cy="29746"/>
                  </a:xfrm>
                  <a:custGeom>
                    <a:avLst/>
                    <a:gdLst>
                      <a:gd name="connsiteX0" fmla="*/ 14762 w 15206"/>
                      <a:gd name="connsiteY0" fmla="*/ 0 h 29746"/>
                      <a:gd name="connsiteX1" fmla="*/ 14851 w 15206"/>
                      <a:gd name="connsiteY1" fmla="*/ 6694 h 29746"/>
                      <a:gd name="connsiteX2" fmla="*/ 11659 w 15206"/>
                      <a:gd name="connsiteY2" fmla="*/ 14895 h 29746"/>
                      <a:gd name="connsiteX3" fmla="*/ 8999 w 15206"/>
                      <a:gd name="connsiteY3" fmla="*/ 19151 h 29746"/>
                      <a:gd name="connsiteX4" fmla="*/ 6029 w 15206"/>
                      <a:gd name="connsiteY4" fmla="*/ 22963 h 29746"/>
                      <a:gd name="connsiteX5" fmla="*/ 0 w 15206"/>
                      <a:gd name="connsiteY5" fmla="*/ 29746 h 29746"/>
                      <a:gd name="connsiteX6" fmla="*/ 5719 w 15206"/>
                      <a:gd name="connsiteY6" fmla="*/ 22786 h 29746"/>
                      <a:gd name="connsiteX7" fmla="*/ 8201 w 15206"/>
                      <a:gd name="connsiteY7" fmla="*/ 19107 h 29746"/>
                      <a:gd name="connsiteX8" fmla="*/ 10374 w 15206"/>
                      <a:gd name="connsiteY8" fmla="*/ 15028 h 29746"/>
                      <a:gd name="connsiteX9" fmla="*/ 14762 w 15206"/>
                      <a:gd name="connsiteY9" fmla="*/ 0 h 29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206" h="29746">
                        <a:moveTo>
                          <a:pt x="14762" y="0"/>
                        </a:moveTo>
                        <a:cubicBezTo>
                          <a:pt x="15339" y="1818"/>
                          <a:pt x="15339" y="4123"/>
                          <a:pt x="14851" y="6694"/>
                        </a:cubicBezTo>
                        <a:cubicBezTo>
                          <a:pt x="14230" y="9176"/>
                          <a:pt x="13255" y="12102"/>
                          <a:pt x="11659" y="14895"/>
                        </a:cubicBezTo>
                        <a:cubicBezTo>
                          <a:pt x="10861" y="16314"/>
                          <a:pt x="9974" y="17732"/>
                          <a:pt x="8999" y="19151"/>
                        </a:cubicBezTo>
                        <a:cubicBezTo>
                          <a:pt x="8024" y="20525"/>
                          <a:pt x="7049" y="21722"/>
                          <a:pt x="6029" y="22963"/>
                        </a:cubicBezTo>
                        <a:cubicBezTo>
                          <a:pt x="3990" y="25402"/>
                          <a:pt x="1951" y="27840"/>
                          <a:pt x="0" y="29746"/>
                        </a:cubicBezTo>
                        <a:cubicBezTo>
                          <a:pt x="2128" y="27618"/>
                          <a:pt x="3990" y="25180"/>
                          <a:pt x="5719" y="22786"/>
                        </a:cubicBezTo>
                        <a:cubicBezTo>
                          <a:pt x="6605" y="21589"/>
                          <a:pt x="7448" y="20348"/>
                          <a:pt x="8201" y="19107"/>
                        </a:cubicBezTo>
                        <a:cubicBezTo>
                          <a:pt x="8999" y="17732"/>
                          <a:pt x="9708" y="16358"/>
                          <a:pt x="10374" y="15028"/>
                        </a:cubicBezTo>
                        <a:cubicBezTo>
                          <a:pt x="13078" y="9708"/>
                          <a:pt x="14275" y="4389"/>
                          <a:pt x="1476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61" name="Forme libre : forme 22760">
                    <a:extLst>
                      <a:ext uri="{FF2B5EF4-FFF2-40B4-BE49-F238E27FC236}">
                        <a16:creationId xmlns:a16="http://schemas.microsoft.com/office/drawing/2014/main" id="{97E0254D-2CA5-4FD0-996C-BD883F2AEBC5}"/>
                      </a:ext>
                    </a:extLst>
                  </p:cNvPr>
                  <p:cNvSpPr/>
                  <p:nvPr/>
                </p:nvSpPr>
                <p:spPr>
                  <a:xfrm>
                    <a:off x="6228904" y="1456493"/>
                    <a:ext cx="27352" cy="11836"/>
                  </a:xfrm>
                  <a:custGeom>
                    <a:avLst/>
                    <a:gdLst>
                      <a:gd name="connsiteX0" fmla="*/ 27352 w 27352"/>
                      <a:gd name="connsiteY0" fmla="*/ 0 h 11836"/>
                      <a:gd name="connsiteX1" fmla="*/ 0 w 27352"/>
                      <a:gd name="connsiteY1" fmla="*/ 11836 h 11836"/>
                      <a:gd name="connsiteX2" fmla="*/ 6517 w 27352"/>
                      <a:gd name="connsiteY2" fmla="*/ 8822 h 11836"/>
                      <a:gd name="connsiteX3" fmla="*/ 10063 w 27352"/>
                      <a:gd name="connsiteY3" fmla="*/ 7448 h 11836"/>
                      <a:gd name="connsiteX4" fmla="*/ 13698 w 27352"/>
                      <a:gd name="connsiteY4" fmla="*/ 5940 h 11836"/>
                      <a:gd name="connsiteX5" fmla="*/ 17334 w 27352"/>
                      <a:gd name="connsiteY5" fmla="*/ 4566 h 11836"/>
                      <a:gd name="connsiteX6" fmla="*/ 20836 w 27352"/>
                      <a:gd name="connsiteY6" fmla="*/ 3015 h 11836"/>
                      <a:gd name="connsiteX7" fmla="*/ 27352 w 27352"/>
                      <a:gd name="connsiteY7" fmla="*/ 0 h 11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352" h="11836">
                        <a:moveTo>
                          <a:pt x="27352" y="0"/>
                        </a:moveTo>
                        <a:cubicBezTo>
                          <a:pt x="17777" y="2793"/>
                          <a:pt x="8733" y="7625"/>
                          <a:pt x="0" y="11836"/>
                        </a:cubicBezTo>
                        <a:cubicBezTo>
                          <a:pt x="1951" y="10817"/>
                          <a:pt x="4167" y="9841"/>
                          <a:pt x="6517" y="8822"/>
                        </a:cubicBezTo>
                        <a:cubicBezTo>
                          <a:pt x="7669" y="8334"/>
                          <a:pt x="8866" y="7891"/>
                          <a:pt x="10063" y="7448"/>
                        </a:cubicBezTo>
                        <a:cubicBezTo>
                          <a:pt x="11305" y="6916"/>
                          <a:pt x="12501" y="6428"/>
                          <a:pt x="13698" y="5940"/>
                        </a:cubicBezTo>
                        <a:cubicBezTo>
                          <a:pt x="14940" y="5453"/>
                          <a:pt x="16137" y="5009"/>
                          <a:pt x="17334" y="4566"/>
                        </a:cubicBezTo>
                        <a:cubicBezTo>
                          <a:pt x="18530" y="4034"/>
                          <a:pt x="19727" y="3502"/>
                          <a:pt x="20836" y="3015"/>
                        </a:cubicBezTo>
                        <a:cubicBezTo>
                          <a:pt x="23185" y="2084"/>
                          <a:pt x="25357" y="975"/>
                          <a:pt x="2735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62" name="Forme libre : forme 22761">
                    <a:extLst>
                      <a:ext uri="{FF2B5EF4-FFF2-40B4-BE49-F238E27FC236}">
                        <a16:creationId xmlns:a16="http://schemas.microsoft.com/office/drawing/2014/main" id="{676019AB-0C38-4DAE-AFD7-F37F6FE240B7}"/>
                      </a:ext>
                    </a:extLst>
                  </p:cNvPr>
                  <p:cNvSpPr/>
                  <p:nvPr/>
                </p:nvSpPr>
                <p:spPr>
                  <a:xfrm>
                    <a:off x="6274757" y="1458691"/>
                    <a:ext cx="15147" cy="7327"/>
                  </a:xfrm>
                  <a:custGeom>
                    <a:avLst/>
                    <a:gdLst>
                      <a:gd name="connsiteX0" fmla="*/ 15146 w 15147"/>
                      <a:gd name="connsiteY0" fmla="*/ 684 h 7327"/>
                      <a:gd name="connsiteX1" fmla="*/ 7078 w 15147"/>
                      <a:gd name="connsiteY1" fmla="*/ 6137 h 7327"/>
                      <a:gd name="connsiteX2" fmla="*/ 30 w 15147"/>
                      <a:gd name="connsiteY2" fmla="*/ 6270 h 7327"/>
                      <a:gd name="connsiteX3" fmla="*/ 3443 w 15147"/>
                      <a:gd name="connsiteY3" fmla="*/ 3654 h 7327"/>
                      <a:gd name="connsiteX4" fmla="*/ 7743 w 15147"/>
                      <a:gd name="connsiteY4" fmla="*/ 1837 h 7327"/>
                      <a:gd name="connsiteX5" fmla="*/ 15146 w 15147"/>
                      <a:gd name="connsiteY5" fmla="*/ 684 h 7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147" h="7327">
                        <a:moveTo>
                          <a:pt x="15146" y="684"/>
                        </a:moveTo>
                        <a:cubicBezTo>
                          <a:pt x="15191" y="2723"/>
                          <a:pt x="8940" y="5294"/>
                          <a:pt x="7078" y="6137"/>
                        </a:cubicBezTo>
                        <a:cubicBezTo>
                          <a:pt x="5216" y="6979"/>
                          <a:pt x="-458" y="8265"/>
                          <a:pt x="30" y="6270"/>
                        </a:cubicBezTo>
                        <a:cubicBezTo>
                          <a:pt x="251" y="5250"/>
                          <a:pt x="1758" y="4363"/>
                          <a:pt x="3443" y="3654"/>
                        </a:cubicBezTo>
                        <a:cubicBezTo>
                          <a:pt x="5083" y="2945"/>
                          <a:pt x="6901" y="2191"/>
                          <a:pt x="7743" y="1837"/>
                        </a:cubicBezTo>
                        <a:cubicBezTo>
                          <a:pt x="9516" y="1172"/>
                          <a:pt x="15235" y="-1134"/>
                          <a:pt x="15146" y="68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63" name="Forme libre : forme 22762">
                    <a:extLst>
                      <a:ext uri="{FF2B5EF4-FFF2-40B4-BE49-F238E27FC236}">
                        <a16:creationId xmlns:a16="http://schemas.microsoft.com/office/drawing/2014/main" id="{FE4FFE4E-FBC1-4E05-B9F0-695CF1ECD5A4}"/>
                      </a:ext>
                    </a:extLst>
                  </p:cNvPr>
                  <p:cNvSpPr/>
                  <p:nvPr/>
                </p:nvSpPr>
                <p:spPr>
                  <a:xfrm>
                    <a:off x="6287797" y="1457387"/>
                    <a:ext cx="4084" cy="2841"/>
                  </a:xfrm>
                  <a:custGeom>
                    <a:avLst/>
                    <a:gdLst>
                      <a:gd name="connsiteX0" fmla="*/ 3968 w 4084"/>
                      <a:gd name="connsiteY0" fmla="*/ 126 h 2841"/>
                      <a:gd name="connsiteX1" fmla="*/ 2638 w 4084"/>
                      <a:gd name="connsiteY1" fmla="*/ 1988 h 2841"/>
                      <a:gd name="connsiteX2" fmla="*/ 111 w 4084"/>
                      <a:gd name="connsiteY2" fmla="*/ 2652 h 2841"/>
                      <a:gd name="connsiteX3" fmla="*/ 1441 w 4084"/>
                      <a:gd name="connsiteY3" fmla="*/ 923 h 2841"/>
                      <a:gd name="connsiteX4" fmla="*/ 3968 w 4084"/>
                      <a:gd name="connsiteY4" fmla="*/ 126 h 2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84" h="2841">
                        <a:moveTo>
                          <a:pt x="3968" y="126"/>
                        </a:moveTo>
                        <a:cubicBezTo>
                          <a:pt x="4456" y="569"/>
                          <a:pt x="3303" y="1544"/>
                          <a:pt x="2638" y="1988"/>
                        </a:cubicBezTo>
                        <a:cubicBezTo>
                          <a:pt x="2017" y="2475"/>
                          <a:pt x="599" y="3184"/>
                          <a:pt x="111" y="2652"/>
                        </a:cubicBezTo>
                        <a:cubicBezTo>
                          <a:pt x="-377" y="2165"/>
                          <a:pt x="865" y="1411"/>
                          <a:pt x="1441" y="923"/>
                        </a:cubicBezTo>
                        <a:cubicBezTo>
                          <a:pt x="2106" y="525"/>
                          <a:pt x="3480" y="-318"/>
                          <a:pt x="3968" y="12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64" name="Forme libre : forme 22763">
                    <a:extLst>
                      <a:ext uri="{FF2B5EF4-FFF2-40B4-BE49-F238E27FC236}">
                        <a16:creationId xmlns:a16="http://schemas.microsoft.com/office/drawing/2014/main" id="{5C579082-D8F4-4480-81A5-906842F2CA49}"/>
                      </a:ext>
                    </a:extLst>
                  </p:cNvPr>
                  <p:cNvSpPr/>
                  <p:nvPr/>
                </p:nvSpPr>
                <p:spPr>
                  <a:xfrm>
                    <a:off x="6271044" y="1444050"/>
                    <a:ext cx="37976" cy="13666"/>
                  </a:xfrm>
                  <a:custGeom>
                    <a:avLst/>
                    <a:gdLst>
                      <a:gd name="connsiteX0" fmla="*/ 25375 w 37976"/>
                      <a:gd name="connsiteY0" fmla="*/ 1760 h 13666"/>
                      <a:gd name="connsiteX1" fmla="*/ 36857 w 37976"/>
                      <a:gd name="connsiteY1" fmla="*/ 31 h 13666"/>
                      <a:gd name="connsiteX2" fmla="*/ 36901 w 37976"/>
                      <a:gd name="connsiteY2" fmla="*/ 3976 h 13666"/>
                      <a:gd name="connsiteX3" fmla="*/ 32291 w 37976"/>
                      <a:gd name="connsiteY3" fmla="*/ 6326 h 13666"/>
                      <a:gd name="connsiteX4" fmla="*/ 25021 w 37976"/>
                      <a:gd name="connsiteY4" fmla="*/ 8143 h 13666"/>
                      <a:gd name="connsiteX5" fmla="*/ 17484 w 37976"/>
                      <a:gd name="connsiteY5" fmla="*/ 10050 h 13666"/>
                      <a:gd name="connsiteX6" fmla="*/ 7155 w 37976"/>
                      <a:gd name="connsiteY6" fmla="*/ 13241 h 13666"/>
                      <a:gd name="connsiteX7" fmla="*/ 62 w 37976"/>
                      <a:gd name="connsiteY7" fmla="*/ 11690 h 13666"/>
                      <a:gd name="connsiteX8" fmla="*/ 6801 w 37976"/>
                      <a:gd name="connsiteY8" fmla="*/ 6193 h 13666"/>
                      <a:gd name="connsiteX9" fmla="*/ 11766 w 37976"/>
                      <a:gd name="connsiteY9" fmla="*/ 4153 h 13666"/>
                      <a:gd name="connsiteX10" fmla="*/ 15711 w 37976"/>
                      <a:gd name="connsiteY10" fmla="*/ 2691 h 13666"/>
                      <a:gd name="connsiteX11" fmla="*/ 20942 w 37976"/>
                      <a:gd name="connsiteY11" fmla="*/ 2070 h 13666"/>
                      <a:gd name="connsiteX12" fmla="*/ 25375 w 37976"/>
                      <a:gd name="connsiteY12" fmla="*/ 1760 h 13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976" h="13666">
                        <a:moveTo>
                          <a:pt x="25375" y="1760"/>
                        </a:moveTo>
                        <a:cubicBezTo>
                          <a:pt x="29675" y="829"/>
                          <a:pt x="32911" y="-191"/>
                          <a:pt x="36857" y="31"/>
                        </a:cubicBezTo>
                        <a:cubicBezTo>
                          <a:pt x="38320" y="119"/>
                          <a:pt x="38364" y="2336"/>
                          <a:pt x="36901" y="3976"/>
                        </a:cubicBezTo>
                        <a:cubicBezTo>
                          <a:pt x="35394" y="5528"/>
                          <a:pt x="33843" y="5927"/>
                          <a:pt x="32291" y="6326"/>
                        </a:cubicBezTo>
                        <a:cubicBezTo>
                          <a:pt x="29809" y="6858"/>
                          <a:pt x="27414" y="7478"/>
                          <a:pt x="25021" y="8143"/>
                        </a:cubicBezTo>
                        <a:cubicBezTo>
                          <a:pt x="22494" y="8675"/>
                          <a:pt x="20011" y="9340"/>
                          <a:pt x="17484" y="10050"/>
                        </a:cubicBezTo>
                        <a:cubicBezTo>
                          <a:pt x="15977" y="10670"/>
                          <a:pt x="11189" y="12222"/>
                          <a:pt x="7155" y="13241"/>
                        </a:cubicBezTo>
                        <a:cubicBezTo>
                          <a:pt x="2988" y="14039"/>
                          <a:pt x="-514" y="13818"/>
                          <a:pt x="62" y="11690"/>
                        </a:cubicBezTo>
                        <a:cubicBezTo>
                          <a:pt x="639" y="9473"/>
                          <a:pt x="3609" y="7922"/>
                          <a:pt x="6801" y="6193"/>
                        </a:cubicBezTo>
                        <a:cubicBezTo>
                          <a:pt x="8397" y="5395"/>
                          <a:pt x="10214" y="4818"/>
                          <a:pt x="11766" y="4153"/>
                        </a:cubicBezTo>
                        <a:cubicBezTo>
                          <a:pt x="13273" y="3489"/>
                          <a:pt x="14692" y="2957"/>
                          <a:pt x="15711" y="2691"/>
                        </a:cubicBezTo>
                        <a:cubicBezTo>
                          <a:pt x="17706" y="2159"/>
                          <a:pt x="19346" y="2070"/>
                          <a:pt x="20942" y="2070"/>
                        </a:cubicBezTo>
                        <a:cubicBezTo>
                          <a:pt x="22361" y="2026"/>
                          <a:pt x="23735" y="2026"/>
                          <a:pt x="25375" y="176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89" name="Graphique 2">
                  <a:extLst>
                    <a:ext uri="{FF2B5EF4-FFF2-40B4-BE49-F238E27FC236}">
                      <a16:creationId xmlns:a16="http://schemas.microsoft.com/office/drawing/2014/main" id="{30D02133-07B7-4858-895D-CFDEE6DB1CB8}"/>
                    </a:ext>
                  </a:extLst>
                </p:cNvPr>
                <p:cNvGrpSpPr/>
                <p:nvPr/>
              </p:nvGrpSpPr>
              <p:grpSpPr>
                <a:xfrm>
                  <a:off x="6309150" y="1357916"/>
                  <a:ext cx="57831" cy="84886"/>
                  <a:chOff x="6309150" y="1357916"/>
                  <a:chExt cx="57831" cy="84886"/>
                </a:xfrm>
                <a:solidFill>
                  <a:schemeClr val="accent1"/>
                </a:solidFill>
              </p:grpSpPr>
              <p:sp>
                <p:nvSpPr>
                  <p:cNvPr id="22741" name="Forme libre : forme 22740">
                    <a:extLst>
                      <a:ext uri="{FF2B5EF4-FFF2-40B4-BE49-F238E27FC236}">
                        <a16:creationId xmlns:a16="http://schemas.microsoft.com/office/drawing/2014/main" id="{7BCBDAD7-AE9A-4769-9A00-F473FE1BCD82}"/>
                      </a:ext>
                    </a:extLst>
                  </p:cNvPr>
                  <p:cNvSpPr/>
                  <p:nvPr/>
                </p:nvSpPr>
                <p:spPr>
                  <a:xfrm>
                    <a:off x="6309150" y="1357916"/>
                    <a:ext cx="57831" cy="84886"/>
                  </a:xfrm>
                  <a:custGeom>
                    <a:avLst/>
                    <a:gdLst>
                      <a:gd name="connsiteX0" fmla="*/ 52969 w 57831"/>
                      <a:gd name="connsiteY0" fmla="*/ 36514 h 84886"/>
                      <a:gd name="connsiteX1" fmla="*/ 36744 w 57831"/>
                      <a:gd name="connsiteY1" fmla="*/ 65861 h 84886"/>
                      <a:gd name="connsiteX2" fmla="*/ 7485 w 57831"/>
                      <a:gd name="connsiteY2" fmla="*/ 84835 h 84886"/>
                      <a:gd name="connsiteX3" fmla="*/ 38 w 57831"/>
                      <a:gd name="connsiteY3" fmla="*/ 78096 h 84886"/>
                      <a:gd name="connsiteX4" fmla="*/ 7042 w 57831"/>
                      <a:gd name="connsiteY4" fmla="*/ 47109 h 84886"/>
                      <a:gd name="connsiteX5" fmla="*/ 21361 w 57831"/>
                      <a:gd name="connsiteY5" fmla="*/ 21308 h 84886"/>
                      <a:gd name="connsiteX6" fmla="*/ 46496 w 57831"/>
                      <a:gd name="connsiteY6" fmla="*/ 517 h 84886"/>
                      <a:gd name="connsiteX7" fmla="*/ 55761 w 57831"/>
                      <a:gd name="connsiteY7" fmla="*/ 3798 h 84886"/>
                      <a:gd name="connsiteX8" fmla="*/ 52969 w 57831"/>
                      <a:gd name="connsiteY8" fmla="*/ 36514 h 84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831" h="84886">
                        <a:moveTo>
                          <a:pt x="52969" y="36514"/>
                        </a:moveTo>
                        <a:cubicBezTo>
                          <a:pt x="49821" y="43607"/>
                          <a:pt x="41576" y="58812"/>
                          <a:pt x="36744" y="65861"/>
                        </a:cubicBezTo>
                        <a:cubicBezTo>
                          <a:pt x="27833" y="79027"/>
                          <a:pt x="18391" y="83372"/>
                          <a:pt x="7485" y="84835"/>
                        </a:cubicBezTo>
                        <a:cubicBezTo>
                          <a:pt x="3717" y="85367"/>
                          <a:pt x="126" y="81687"/>
                          <a:pt x="38" y="78096"/>
                        </a:cubicBezTo>
                        <a:cubicBezTo>
                          <a:pt x="-228" y="67678"/>
                          <a:pt x="791" y="58990"/>
                          <a:pt x="7042" y="47109"/>
                        </a:cubicBezTo>
                        <a:cubicBezTo>
                          <a:pt x="10411" y="40814"/>
                          <a:pt x="17504" y="27958"/>
                          <a:pt x="21361" y="21308"/>
                        </a:cubicBezTo>
                        <a:cubicBezTo>
                          <a:pt x="28587" y="8940"/>
                          <a:pt x="36611" y="4285"/>
                          <a:pt x="46496" y="517"/>
                        </a:cubicBezTo>
                        <a:cubicBezTo>
                          <a:pt x="49910" y="-813"/>
                          <a:pt x="54653" y="473"/>
                          <a:pt x="55761" y="3798"/>
                        </a:cubicBezTo>
                        <a:cubicBezTo>
                          <a:pt x="58820" y="13417"/>
                          <a:pt x="58953" y="23170"/>
                          <a:pt x="52969" y="3651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42" name="Forme libre : forme 22741">
                    <a:extLst>
                      <a:ext uri="{FF2B5EF4-FFF2-40B4-BE49-F238E27FC236}">
                        <a16:creationId xmlns:a16="http://schemas.microsoft.com/office/drawing/2014/main" id="{80C280C7-AE07-4BA5-910B-52A146A6C56D}"/>
                      </a:ext>
                    </a:extLst>
                  </p:cNvPr>
                  <p:cNvSpPr/>
                  <p:nvPr/>
                </p:nvSpPr>
                <p:spPr>
                  <a:xfrm>
                    <a:off x="6312202" y="1361492"/>
                    <a:ext cx="54592" cy="81264"/>
                  </a:xfrm>
                  <a:custGeom>
                    <a:avLst/>
                    <a:gdLst>
                      <a:gd name="connsiteX0" fmla="*/ 25446 w 54592"/>
                      <a:gd name="connsiteY0" fmla="*/ 51424 h 81264"/>
                      <a:gd name="connsiteX1" fmla="*/ 0 w 54592"/>
                      <a:gd name="connsiteY1" fmla="*/ 80017 h 81264"/>
                      <a:gd name="connsiteX2" fmla="*/ 4300 w 54592"/>
                      <a:gd name="connsiteY2" fmla="*/ 81214 h 81264"/>
                      <a:gd name="connsiteX3" fmla="*/ 9841 w 54592"/>
                      <a:gd name="connsiteY3" fmla="*/ 80195 h 81264"/>
                      <a:gd name="connsiteX4" fmla="*/ 24648 w 54592"/>
                      <a:gd name="connsiteY4" fmla="*/ 72526 h 81264"/>
                      <a:gd name="connsiteX5" fmla="*/ 33559 w 54592"/>
                      <a:gd name="connsiteY5" fmla="*/ 62285 h 81264"/>
                      <a:gd name="connsiteX6" fmla="*/ 36529 w 54592"/>
                      <a:gd name="connsiteY6" fmla="*/ 57630 h 81264"/>
                      <a:gd name="connsiteX7" fmla="*/ 48764 w 54592"/>
                      <a:gd name="connsiteY7" fmla="*/ 35110 h 81264"/>
                      <a:gd name="connsiteX8" fmla="*/ 49784 w 54592"/>
                      <a:gd name="connsiteY8" fmla="*/ 32894 h 81264"/>
                      <a:gd name="connsiteX9" fmla="*/ 53995 w 54592"/>
                      <a:gd name="connsiteY9" fmla="*/ 19905 h 81264"/>
                      <a:gd name="connsiteX10" fmla="*/ 53773 w 54592"/>
                      <a:gd name="connsiteY10" fmla="*/ 4788 h 81264"/>
                      <a:gd name="connsiteX11" fmla="*/ 52532 w 54592"/>
                      <a:gd name="connsiteY11" fmla="*/ 177 h 81264"/>
                      <a:gd name="connsiteX12" fmla="*/ 52443 w 54592"/>
                      <a:gd name="connsiteY12" fmla="*/ 0 h 81264"/>
                      <a:gd name="connsiteX13" fmla="*/ 25446 w 54592"/>
                      <a:gd name="connsiteY13" fmla="*/ 51424 h 81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592" h="81264">
                        <a:moveTo>
                          <a:pt x="25446" y="51424"/>
                        </a:moveTo>
                        <a:cubicBezTo>
                          <a:pt x="19550" y="63260"/>
                          <a:pt x="10728" y="75584"/>
                          <a:pt x="0" y="80017"/>
                        </a:cubicBezTo>
                        <a:cubicBezTo>
                          <a:pt x="1241" y="80904"/>
                          <a:pt x="2748" y="81436"/>
                          <a:pt x="4300" y="81214"/>
                        </a:cubicBezTo>
                        <a:cubicBezTo>
                          <a:pt x="6162" y="80948"/>
                          <a:pt x="8024" y="80638"/>
                          <a:pt x="9841" y="80195"/>
                        </a:cubicBezTo>
                        <a:cubicBezTo>
                          <a:pt x="14984" y="78820"/>
                          <a:pt x="19905" y="76560"/>
                          <a:pt x="24648" y="72526"/>
                        </a:cubicBezTo>
                        <a:cubicBezTo>
                          <a:pt x="27662" y="69910"/>
                          <a:pt x="30677" y="66585"/>
                          <a:pt x="33559" y="62285"/>
                        </a:cubicBezTo>
                        <a:cubicBezTo>
                          <a:pt x="34445" y="60999"/>
                          <a:pt x="35465" y="59403"/>
                          <a:pt x="36529" y="57630"/>
                        </a:cubicBezTo>
                        <a:cubicBezTo>
                          <a:pt x="40784" y="50759"/>
                          <a:pt x="45794" y="41228"/>
                          <a:pt x="48764" y="35110"/>
                        </a:cubicBezTo>
                        <a:cubicBezTo>
                          <a:pt x="49119" y="34312"/>
                          <a:pt x="49473" y="33559"/>
                          <a:pt x="49784" y="32894"/>
                        </a:cubicBezTo>
                        <a:cubicBezTo>
                          <a:pt x="51911" y="28150"/>
                          <a:pt x="53242" y="23894"/>
                          <a:pt x="53995" y="19905"/>
                        </a:cubicBezTo>
                        <a:cubicBezTo>
                          <a:pt x="54926" y="14452"/>
                          <a:pt x="54704" y="9531"/>
                          <a:pt x="53773" y="4788"/>
                        </a:cubicBezTo>
                        <a:cubicBezTo>
                          <a:pt x="53463" y="3236"/>
                          <a:pt x="53020" y="1729"/>
                          <a:pt x="52532" y="177"/>
                        </a:cubicBezTo>
                        <a:lnTo>
                          <a:pt x="52443" y="0"/>
                        </a:lnTo>
                        <a:cubicBezTo>
                          <a:pt x="43400" y="16890"/>
                          <a:pt x="34135" y="34401"/>
                          <a:pt x="25446" y="5142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43" name="Forme libre : forme 22742">
                    <a:extLst>
                      <a:ext uri="{FF2B5EF4-FFF2-40B4-BE49-F238E27FC236}">
                        <a16:creationId xmlns:a16="http://schemas.microsoft.com/office/drawing/2014/main" id="{2C4F4126-4D2D-4927-A85B-7ED25663D5B1}"/>
                      </a:ext>
                    </a:extLst>
                  </p:cNvPr>
                  <p:cNvSpPr/>
                  <p:nvPr/>
                </p:nvSpPr>
                <p:spPr>
                  <a:xfrm>
                    <a:off x="6330265" y="1374835"/>
                    <a:ext cx="24436" cy="39644"/>
                  </a:xfrm>
                  <a:custGeom>
                    <a:avLst/>
                    <a:gdLst>
                      <a:gd name="connsiteX0" fmla="*/ 23121 w 24436"/>
                      <a:gd name="connsiteY0" fmla="*/ 178 h 39644"/>
                      <a:gd name="connsiteX1" fmla="*/ 17358 w 24436"/>
                      <a:gd name="connsiteY1" fmla="*/ 23541 h 39644"/>
                      <a:gd name="connsiteX2" fmla="*/ 1354 w 24436"/>
                      <a:gd name="connsiteY2" fmla="*/ 39323 h 39644"/>
                      <a:gd name="connsiteX3" fmla="*/ 7161 w 24436"/>
                      <a:gd name="connsiteY3" fmla="*/ 18177 h 39644"/>
                      <a:gd name="connsiteX4" fmla="*/ 23121 w 24436"/>
                      <a:gd name="connsiteY4" fmla="*/ 178 h 39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36" h="39644">
                        <a:moveTo>
                          <a:pt x="23121" y="178"/>
                        </a:moveTo>
                        <a:cubicBezTo>
                          <a:pt x="27376" y="2173"/>
                          <a:pt x="20195" y="18265"/>
                          <a:pt x="17358" y="23541"/>
                        </a:cubicBezTo>
                        <a:cubicBezTo>
                          <a:pt x="14609" y="28816"/>
                          <a:pt x="5876" y="41849"/>
                          <a:pt x="1354" y="39323"/>
                        </a:cubicBezTo>
                        <a:cubicBezTo>
                          <a:pt x="-3035" y="36884"/>
                          <a:pt x="4413" y="22964"/>
                          <a:pt x="7161" y="18177"/>
                        </a:cubicBezTo>
                        <a:cubicBezTo>
                          <a:pt x="9954" y="13478"/>
                          <a:pt x="18865" y="-1817"/>
                          <a:pt x="23121" y="17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44" name="Forme libre : forme 22743">
                    <a:extLst>
                      <a:ext uri="{FF2B5EF4-FFF2-40B4-BE49-F238E27FC236}">
                        <a16:creationId xmlns:a16="http://schemas.microsoft.com/office/drawing/2014/main" id="{4E72CA99-13B9-4C5F-9207-53BB9C87B95A}"/>
                      </a:ext>
                    </a:extLst>
                  </p:cNvPr>
                  <p:cNvSpPr/>
                  <p:nvPr/>
                </p:nvSpPr>
                <p:spPr>
                  <a:xfrm>
                    <a:off x="6330165" y="1389332"/>
                    <a:ext cx="21446" cy="25100"/>
                  </a:xfrm>
                  <a:custGeom>
                    <a:avLst/>
                    <a:gdLst>
                      <a:gd name="connsiteX0" fmla="*/ 2163 w 21446"/>
                      <a:gd name="connsiteY0" fmla="*/ 14408 h 25100"/>
                      <a:gd name="connsiteX1" fmla="*/ 1365 w 21446"/>
                      <a:gd name="connsiteY1" fmla="*/ 25003 h 25100"/>
                      <a:gd name="connsiteX2" fmla="*/ 17634 w 21446"/>
                      <a:gd name="connsiteY2" fmla="*/ 8822 h 25100"/>
                      <a:gd name="connsiteX3" fmla="*/ 21447 w 21446"/>
                      <a:gd name="connsiteY3" fmla="*/ 0 h 25100"/>
                      <a:gd name="connsiteX4" fmla="*/ 18743 w 21446"/>
                      <a:gd name="connsiteY4" fmla="*/ 4389 h 25100"/>
                      <a:gd name="connsiteX5" fmla="*/ 2163 w 21446"/>
                      <a:gd name="connsiteY5" fmla="*/ 14408 h 25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446" h="25100">
                        <a:moveTo>
                          <a:pt x="2163" y="14408"/>
                        </a:moveTo>
                        <a:cubicBezTo>
                          <a:pt x="1587" y="17289"/>
                          <a:pt x="-1871" y="24293"/>
                          <a:pt x="1365" y="25003"/>
                        </a:cubicBezTo>
                        <a:cubicBezTo>
                          <a:pt x="6685" y="26244"/>
                          <a:pt x="14044" y="15383"/>
                          <a:pt x="17634" y="8822"/>
                        </a:cubicBezTo>
                        <a:cubicBezTo>
                          <a:pt x="18698" y="6916"/>
                          <a:pt x="20693" y="2394"/>
                          <a:pt x="21447" y="0"/>
                        </a:cubicBezTo>
                        <a:cubicBezTo>
                          <a:pt x="20738" y="1241"/>
                          <a:pt x="19674" y="3325"/>
                          <a:pt x="18743" y="4389"/>
                        </a:cubicBezTo>
                        <a:cubicBezTo>
                          <a:pt x="13778" y="10285"/>
                          <a:pt x="7261" y="16801"/>
                          <a:pt x="2163" y="1440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45" name="Forme libre : forme 22744">
                    <a:extLst>
                      <a:ext uri="{FF2B5EF4-FFF2-40B4-BE49-F238E27FC236}">
                        <a16:creationId xmlns:a16="http://schemas.microsoft.com/office/drawing/2014/main" id="{0BCC1FC1-A568-4673-82EA-C75E43939C67}"/>
                      </a:ext>
                    </a:extLst>
                  </p:cNvPr>
                  <p:cNvSpPr/>
                  <p:nvPr/>
                </p:nvSpPr>
                <p:spPr>
                  <a:xfrm>
                    <a:off x="6332501" y="1372982"/>
                    <a:ext cx="24106" cy="40069"/>
                  </a:xfrm>
                  <a:custGeom>
                    <a:avLst/>
                    <a:gdLst>
                      <a:gd name="connsiteX0" fmla="*/ 23056 w 24106"/>
                      <a:gd name="connsiteY0" fmla="*/ 435 h 40069"/>
                      <a:gd name="connsiteX1" fmla="*/ 17382 w 24106"/>
                      <a:gd name="connsiteY1" fmla="*/ 24152 h 40069"/>
                      <a:gd name="connsiteX2" fmla="*/ 1467 w 24106"/>
                      <a:gd name="connsiteY2" fmla="*/ 39801 h 40069"/>
                      <a:gd name="connsiteX3" fmla="*/ 7186 w 24106"/>
                      <a:gd name="connsiteY3" fmla="*/ 18655 h 40069"/>
                      <a:gd name="connsiteX4" fmla="*/ 23056 w 24106"/>
                      <a:gd name="connsiteY4" fmla="*/ 435 h 400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106" h="40069">
                        <a:moveTo>
                          <a:pt x="23056" y="435"/>
                        </a:moveTo>
                        <a:cubicBezTo>
                          <a:pt x="26603" y="3804"/>
                          <a:pt x="20264" y="18389"/>
                          <a:pt x="17382" y="24152"/>
                        </a:cubicBezTo>
                        <a:cubicBezTo>
                          <a:pt x="14589" y="29915"/>
                          <a:pt x="6255" y="42018"/>
                          <a:pt x="1467" y="39801"/>
                        </a:cubicBezTo>
                        <a:cubicBezTo>
                          <a:pt x="-3276" y="37629"/>
                          <a:pt x="4792" y="23221"/>
                          <a:pt x="7186" y="18655"/>
                        </a:cubicBezTo>
                        <a:cubicBezTo>
                          <a:pt x="9669" y="14222"/>
                          <a:pt x="19510" y="-2934"/>
                          <a:pt x="23056" y="43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46" name="Forme libre : forme 22745">
                    <a:extLst>
                      <a:ext uri="{FF2B5EF4-FFF2-40B4-BE49-F238E27FC236}">
                        <a16:creationId xmlns:a16="http://schemas.microsoft.com/office/drawing/2014/main" id="{9C0560FA-754E-4686-8BF5-79D48AFB2CC8}"/>
                      </a:ext>
                    </a:extLst>
                  </p:cNvPr>
                  <p:cNvSpPr/>
                  <p:nvPr/>
                </p:nvSpPr>
                <p:spPr>
                  <a:xfrm>
                    <a:off x="6316602" y="1386886"/>
                    <a:ext cx="39895" cy="45289"/>
                  </a:xfrm>
                  <a:custGeom>
                    <a:avLst/>
                    <a:gdLst>
                      <a:gd name="connsiteX0" fmla="*/ 4023 w 39895"/>
                      <a:gd name="connsiteY0" fmla="*/ 44959 h 45289"/>
                      <a:gd name="connsiteX1" fmla="*/ 11958 w 39895"/>
                      <a:gd name="connsiteY1" fmla="*/ 43452 h 45289"/>
                      <a:gd name="connsiteX2" fmla="*/ 29558 w 39895"/>
                      <a:gd name="connsiteY2" fmla="*/ 29576 h 45289"/>
                      <a:gd name="connsiteX3" fmla="*/ 39310 w 39895"/>
                      <a:gd name="connsiteY3" fmla="*/ 9760 h 45289"/>
                      <a:gd name="connsiteX4" fmla="*/ 37227 w 39895"/>
                      <a:gd name="connsiteY4" fmla="*/ 7 h 45289"/>
                      <a:gd name="connsiteX5" fmla="*/ 31597 w 39895"/>
                      <a:gd name="connsiteY5" fmla="*/ 4884 h 45289"/>
                      <a:gd name="connsiteX6" fmla="*/ 16702 w 39895"/>
                      <a:gd name="connsiteY6" fmla="*/ 18360 h 45289"/>
                      <a:gd name="connsiteX7" fmla="*/ 1806 w 39895"/>
                      <a:gd name="connsiteY7" fmla="*/ 31261 h 45289"/>
                      <a:gd name="connsiteX8" fmla="*/ 4023 w 39895"/>
                      <a:gd name="connsiteY8" fmla="*/ 44959 h 45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895" h="45289">
                        <a:moveTo>
                          <a:pt x="4023" y="44959"/>
                        </a:moveTo>
                        <a:cubicBezTo>
                          <a:pt x="7082" y="45668"/>
                          <a:pt x="8456" y="45269"/>
                          <a:pt x="11958" y="43452"/>
                        </a:cubicBezTo>
                        <a:cubicBezTo>
                          <a:pt x="18519" y="39950"/>
                          <a:pt x="23972" y="36758"/>
                          <a:pt x="29558" y="29576"/>
                        </a:cubicBezTo>
                        <a:cubicBezTo>
                          <a:pt x="34257" y="23592"/>
                          <a:pt x="37892" y="16011"/>
                          <a:pt x="39310" y="9760"/>
                        </a:cubicBezTo>
                        <a:cubicBezTo>
                          <a:pt x="40330" y="5106"/>
                          <a:pt x="40241" y="273"/>
                          <a:pt x="37227" y="7"/>
                        </a:cubicBezTo>
                        <a:cubicBezTo>
                          <a:pt x="35365" y="-170"/>
                          <a:pt x="33592" y="2845"/>
                          <a:pt x="31597" y="4884"/>
                        </a:cubicBezTo>
                        <a:cubicBezTo>
                          <a:pt x="26898" y="9716"/>
                          <a:pt x="22553" y="14504"/>
                          <a:pt x="16702" y="18360"/>
                        </a:cubicBezTo>
                        <a:cubicBezTo>
                          <a:pt x="11692" y="21597"/>
                          <a:pt x="5353" y="24390"/>
                          <a:pt x="1806" y="31261"/>
                        </a:cubicBezTo>
                        <a:cubicBezTo>
                          <a:pt x="-1341" y="37467"/>
                          <a:pt x="-233" y="43895"/>
                          <a:pt x="4023" y="4495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47" name="Forme libre : forme 22746">
                    <a:extLst>
                      <a:ext uri="{FF2B5EF4-FFF2-40B4-BE49-F238E27FC236}">
                        <a16:creationId xmlns:a16="http://schemas.microsoft.com/office/drawing/2014/main" id="{809EB528-41A5-4EA7-A81E-3B932A690625}"/>
                      </a:ext>
                    </a:extLst>
                  </p:cNvPr>
                  <p:cNvSpPr/>
                  <p:nvPr/>
                </p:nvSpPr>
                <p:spPr>
                  <a:xfrm>
                    <a:off x="6322143" y="1402936"/>
                    <a:ext cx="7880" cy="17274"/>
                  </a:xfrm>
                  <a:custGeom>
                    <a:avLst/>
                    <a:gdLst>
                      <a:gd name="connsiteX0" fmla="*/ 122 w 7880"/>
                      <a:gd name="connsiteY0" fmla="*/ 14989 h 17274"/>
                      <a:gd name="connsiteX1" fmla="*/ 211 w 7880"/>
                      <a:gd name="connsiteY1" fmla="*/ 17028 h 17274"/>
                      <a:gd name="connsiteX2" fmla="*/ 1895 w 7880"/>
                      <a:gd name="connsiteY2" fmla="*/ 16496 h 17274"/>
                      <a:gd name="connsiteX3" fmla="*/ 3713 w 7880"/>
                      <a:gd name="connsiteY3" fmla="*/ 13748 h 17274"/>
                      <a:gd name="connsiteX4" fmla="*/ 7037 w 7880"/>
                      <a:gd name="connsiteY4" fmla="*/ 6300 h 17274"/>
                      <a:gd name="connsiteX5" fmla="*/ 7836 w 7880"/>
                      <a:gd name="connsiteY5" fmla="*/ 3419 h 17274"/>
                      <a:gd name="connsiteX6" fmla="*/ 3580 w 7880"/>
                      <a:gd name="connsiteY6" fmla="*/ 2931 h 17274"/>
                      <a:gd name="connsiteX7" fmla="*/ 122 w 7880"/>
                      <a:gd name="connsiteY7" fmla="*/ 14989 h 17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880" h="17274">
                        <a:moveTo>
                          <a:pt x="122" y="14989"/>
                        </a:moveTo>
                        <a:cubicBezTo>
                          <a:pt x="-11" y="15876"/>
                          <a:pt x="-100" y="16496"/>
                          <a:pt x="211" y="17028"/>
                        </a:cubicBezTo>
                        <a:cubicBezTo>
                          <a:pt x="521" y="17560"/>
                          <a:pt x="1230" y="17161"/>
                          <a:pt x="1895" y="16496"/>
                        </a:cubicBezTo>
                        <a:cubicBezTo>
                          <a:pt x="2516" y="15831"/>
                          <a:pt x="3225" y="14679"/>
                          <a:pt x="3713" y="13748"/>
                        </a:cubicBezTo>
                        <a:cubicBezTo>
                          <a:pt x="4910" y="11354"/>
                          <a:pt x="6151" y="8739"/>
                          <a:pt x="7037" y="6300"/>
                        </a:cubicBezTo>
                        <a:cubicBezTo>
                          <a:pt x="7392" y="5281"/>
                          <a:pt x="7747" y="4350"/>
                          <a:pt x="7836" y="3419"/>
                        </a:cubicBezTo>
                        <a:cubicBezTo>
                          <a:pt x="8234" y="-394"/>
                          <a:pt x="5885" y="-1635"/>
                          <a:pt x="3580" y="2931"/>
                        </a:cubicBezTo>
                        <a:cubicBezTo>
                          <a:pt x="1762" y="6566"/>
                          <a:pt x="698" y="11398"/>
                          <a:pt x="122" y="1498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48" name="Forme libre : forme 22747">
                    <a:extLst>
                      <a:ext uri="{FF2B5EF4-FFF2-40B4-BE49-F238E27FC236}">
                        <a16:creationId xmlns:a16="http://schemas.microsoft.com/office/drawing/2014/main" id="{1540B8BD-1212-4907-A0F1-30EBEDA6A49B}"/>
                      </a:ext>
                    </a:extLst>
                  </p:cNvPr>
                  <p:cNvSpPr/>
                  <p:nvPr/>
                </p:nvSpPr>
                <p:spPr>
                  <a:xfrm>
                    <a:off x="6361897" y="1362246"/>
                    <a:ext cx="3149" cy="30809"/>
                  </a:xfrm>
                  <a:custGeom>
                    <a:avLst/>
                    <a:gdLst>
                      <a:gd name="connsiteX0" fmla="*/ 1197 w 3149"/>
                      <a:gd name="connsiteY0" fmla="*/ 0 h 30809"/>
                      <a:gd name="connsiteX1" fmla="*/ 0 w 3149"/>
                      <a:gd name="connsiteY1" fmla="*/ 30810 h 30809"/>
                      <a:gd name="connsiteX2" fmla="*/ 1197 w 3149"/>
                      <a:gd name="connsiteY2" fmla="*/ 0 h 30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49" h="30809">
                        <a:moveTo>
                          <a:pt x="1197" y="0"/>
                        </a:moveTo>
                        <a:cubicBezTo>
                          <a:pt x="5187" y="6517"/>
                          <a:pt x="2172" y="21412"/>
                          <a:pt x="0" y="30810"/>
                        </a:cubicBezTo>
                        <a:cubicBezTo>
                          <a:pt x="2350" y="20614"/>
                          <a:pt x="2261" y="8644"/>
                          <a:pt x="119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49" name="Forme libre : forme 22748">
                    <a:extLst>
                      <a:ext uri="{FF2B5EF4-FFF2-40B4-BE49-F238E27FC236}">
                        <a16:creationId xmlns:a16="http://schemas.microsoft.com/office/drawing/2014/main" id="{208D8A76-D4E8-4DA9-9D45-D37FF9879945}"/>
                      </a:ext>
                    </a:extLst>
                  </p:cNvPr>
                  <p:cNvSpPr/>
                  <p:nvPr/>
                </p:nvSpPr>
                <p:spPr>
                  <a:xfrm>
                    <a:off x="6310207" y="1404670"/>
                    <a:ext cx="7447" cy="31430"/>
                  </a:xfrm>
                  <a:custGeom>
                    <a:avLst/>
                    <a:gdLst>
                      <a:gd name="connsiteX0" fmla="*/ 7448 w 7447"/>
                      <a:gd name="connsiteY0" fmla="*/ 0 h 31430"/>
                      <a:gd name="connsiteX1" fmla="*/ 0 w 7447"/>
                      <a:gd name="connsiteY1" fmla="*/ 31431 h 31430"/>
                      <a:gd name="connsiteX2" fmla="*/ 7448 w 7447"/>
                      <a:gd name="connsiteY2" fmla="*/ 0 h 31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447" h="31430">
                        <a:moveTo>
                          <a:pt x="7448" y="0"/>
                        </a:moveTo>
                        <a:cubicBezTo>
                          <a:pt x="2039" y="10640"/>
                          <a:pt x="709" y="21767"/>
                          <a:pt x="0" y="31431"/>
                        </a:cubicBezTo>
                        <a:cubicBezTo>
                          <a:pt x="266" y="22476"/>
                          <a:pt x="4211" y="9886"/>
                          <a:pt x="74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50" name="Forme libre : forme 22749">
                    <a:extLst>
                      <a:ext uri="{FF2B5EF4-FFF2-40B4-BE49-F238E27FC236}">
                        <a16:creationId xmlns:a16="http://schemas.microsoft.com/office/drawing/2014/main" id="{9FCEC8BD-60FC-4CC0-9E7B-5DF2C4DC53FD}"/>
                      </a:ext>
                    </a:extLst>
                  </p:cNvPr>
                  <p:cNvSpPr/>
                  <p:nvPr/>
                </p:nvSpPr>
                <p:spPr>
                  <a:xfrm>
                    <a:off x="6337730" y="1383088"/>
                    <a:ext cx="9774" cy="14186"/>
                  </a:xfrm>
                  <a:custGeom>
                    <a:avLst/>
                    <a:gdLst>
                      <a:gd name="connsiteX0" fmla="*/ 9626 w 9774"/>
                      <a:gd name="connsiteY0" fmla="*/ 348 h 14186"/>
                      <a:gd name="connsiteX1" fmla="*/ 5681 w 9774"/>
                      <a:gd name="connsiteY1" fmla="*/ 9303 h 14186"/>
                      <a:gd name="connsiteX2" fmla="*/ 139 w 9774"/>
                      <a:gd name="connsiteY2" fmla="*/ 13736 h 14186"/>
                      <a:gd name="connsiteX3" fmla="*/ 3952 w 9774"/>
                      <a:gd name="connsiteY3" fmla="*/ 5402 h 14186"/>
                      <a:gd name="connsiteX4" fmla="*/ 9626 w 9774"/>
                      <a:gd name="connsiteY4" fmla="*/ 348 h 14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74" h="14186">
                        <a:moveTo>
                          <a:pt x="9626" y="348"/>
                        </a:moveTo>
                        <a:cubicBezTo>
                          <a:pt x="10557" y="2077"/>
                          <a:pt x="6833" y="7619"/>
                          <a:pt x="5681" y="9303"/>
                        </a:cubicBezTo>
                        <a:cubicBezTo>
                          <a:pt x="4528" y="10988"/>
                          <a:pt x="1070" y="15642"/>
                          <a:pt x="139" y="13736"/>
                        </a:cubicBezTo>
                        <a:cubicBezTo>
                          <a:pt x="-747" y="11874"/>
                          <a:pt x="2843" y="6954"/>
                          <a:pt x="3952" y="5402"/>
                        </a:cubicBezTo>
                        <a:cubicBezTo>
                          <a:pt x="5060" y="3806"/>
                          <a:pt x="8695" y="-1381"/>
                          <a:pt x="9626" y="34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51" name="Forme libre : forme 22750">
                    <a:extLst>
                      <a:ext uri="{FF2B5EF4-FFF2-40B4-BE49-F238E27FC236}">
                        <a16:creationId xmlns:a16="http://schemas.microsoft.com/office/drawing/2014/main" id="{4AEEE469-965E-4BDA-824F-81551377E3F1}"/>
                      </a:ext>
                    </a:extLst>
                  </p:cNvPr>
                  <p:cNvSpPr/>
                  <p:nvPr/>
                </p:nvSpPr>
                <p:spPr>
                  <a:xfrm>
                    <a:off x="6345678" y="1380944"/>
                    <a:ext cx="2770" cy="4147"/>
                  </a:xfrm>
                  <a:custGeom>
                    <a:avLst/>
                    <a:gdLst>
                      <a:gd name="connsiteX0" fmla="*/ 2476 w 2770"/>
                      <a:gd name="connsiteY0" fmla="*/ 9 h 4147"/>
                      <a:gd name="connsiteX1" fmla="*/ 2166 w 2770"/>
                      <a:gd name="connsiteY1" fmla="*/ 2270 h 4147"/>
                      <a:gd name="connsiteX2" fmla="*/ 304 w 2770"/>
                      <a:gd name="connsiteY2" fmla="*/ 4132 h 4147"/>
                      <a:gd name="connsiteX3" fmla="*/ 614 w 2770"/>
                      <a:gd name="connsiteY3" fmla="*/ 1915 h 4147"/>
                      <a:gd name="connsiteX4" fmla="*/ 2476 w 2770"/>
                      <a:gd name="connsiteY4" fmla="*/ 9 h 4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0" h="4147">
                        <a:moveTo>
                          <a:pt x="2476" y="9"/>
                        </a:moveTo>
                        <a:cubicBezTo>
                          <a:pt x="3141" y="142"/>
                          <a:pt x="2520" y="1605"/>
                          <a:pt x="2166" y="2270"/>
                        </a:cubicBezTo>
                        <a:cubicBezTo>
                          <a:pt x="1811" y="2979"/>
                          <a:pt x="925" y="4309"/>
                          <a:pt x="304" y="4132"/>
                        </a:cubicBezTo>
                        <a:cubicBezTo>
                          <a:pt x="-361" y="3954"/>
                          <a:pt x="215" y="2625"/>
                          <a:pt x="614" y="1915"/>
                        </a:cubicBezTo>
                        <a:cubicBezTo>
                          <a:pt x="969" y="1250"/>
                          <a:pt x="1855" y="-124"/>
                          <a:pt x="2476" y="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52" name="Forme libre : forme 22751">
                    <a:extLst>
                      <a:ext uri="{FF2B5EF4-FFF2-40B4-BE49-F238E27FC236}">
                        <a16:creationId xmlns:a16="http://schemas.microsoft.com/office/drawing/2014/main" id="{7A3DFCC9-47FE-447A-8EC9-ED7302687DDD}"/>
                      </a:ext>
                    </a:extLst>
                  </p:cNvPr>
                  <p:cNvSpPr/>
                  <p:nvPr/>
                </p:nvSpPr>
                <p:spPr>
                  <a:xfrm>
                    <a:off x="6328914" y="1362134"/>
                    <a:ext cx="31038" cy="30636"/>
                  </a:xfrm>
                  <a:custGeom>
                    <a:avLst/>
                    <a:gdLst>
                      <a:gd name="connsiteX0" fmla="*/ 18752 w 31038"/>
                      <a:gd name="connsiteY0" fmla="*/ 5608 h 30636"/>
                      <a:gd name="connsiteX1" fmla="*/ 29524 w 31038"/>
                      <a:gd name="connsiteY1" fmla="*/ 23 h 30636"/>
                      <a:gd name="connsiteX2" fmla="*/ 30544 w 31038"/>
                      <a:gd name="connsiteY2" fmla="*/ 3791 h 30636"/>
                      <a:gd name="connsiteX3" fmla="*/ 26820 w 31038"/>
                      <a:gd name="connsiteY3" fmla="*/ 7382 h 30636"/>
                      <a:gd name="connsiteX4" fmla="*/ 14629 w 31038"/>
                      <a:gd name="connsiteY4" fmla="*/ 17356 h 30636"/>
                      <a:gd name="connsiteX5" fmla="*/ 222 w 31038"/>
                      <a:gd name="connsiteY5" fmla="*/ 29769 h 30636"/>
                      <a:gd name="connsiteX6" fmla="*/ 9797 w 31038"/>
                      <a:gd name="connsiteY6" fmla="*/ 11504 h 30636"/>
                      <a:gd name="connsiteX7" fmla="*/ 18752 w 31038"/>
                      <a:gd name="connsiteY7" fmla="*/ 5608 h 30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038" h="30636">
                        <a:moveTo>
                          <a:pt x="18752" y="5608"/>
                        </a:moveTo>
                        <a:cubicBezTo>
                          <a:pt x="22697" y="2816"/>
                          <a:pt x="25579" y="776"/>
                          <a:pt x="29524" y="23"/>
                        </a:cubicBezTo>
                        <a:cubicBezTo>
                          <a:pt x="30987" y="-243"/>
                          <a:pt x="31519" y="1885"/>
                          <a:pt x="30544" y="3791"/>
                        </a:cubicBezTo>
                        <a:cubicBezTo>
                          <a:pt x="29569" y="5697"/>
                          <a:pt x="28239" y="6495"/>
                          <a:pt x="26820" y="7382"/>
                        </a:cubicBezTo>
                        <a:cubicBezTo>
                          <a:pt x="22520" y="10130"/>
                          <a:pt x="18708" y="13499"/>
                          <a:pt x="14629" y="17356"/>
                        </a:cubicBezTo>
                        <a:cubicBezTo>
                          <a:pt x="12102" y="19794"/>
                          <a:pt x="1862" y="34291"/>
                          <a:pt x="222" y="29769"/>
                        </a:cubicBezTo>
                        <a:cubicBezTo>
                          <a:pt x="-1419" y="25336"/>
                          <a:pt x="6472" y="14741"/>
                          <a:pt x="9797" y="11504"/>
                        </a:cubicBezTo>
                        <a:cubicBezTo>
                          <a:pt x="13166" y="8268"/>
                          <a:pt x="15782" y="7736"/>
                          <a:pt x="18752" y="560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90" name="Graphique 2">
                  <a:extLst>
                    <a:ext uri="{FF2B5EF4-FFF2-40B4-BE49-F238E27FC236}">
                      <a16:creationId xmlns:a16="http://schemas.microsoft.com/office/drawing/2014/main" id="{E8E23B85-5421-4D1F-9980-399099E140CC}"/>
                    </a:ext>
                  </a:extLst>
                </p:cNvPr>
                <p:cNvGrpSpPr/>
                <p:nvPr/>
              </p:nvGrpSpPr>
              <p:grpSpPr>
                <a:xfrm>
                  <a:off x="6357251" y="1279611"/>
                  <a:ext cx="64629" cy="79735"/>
                  <a:chOff x="6357251" y="1279611"/>
                  <a:chExt cx="64629" cy="79735"/>
                </a:xfrm>
                <a:solidFill>
                  <a:schemeClr val="accent1"/>
                </a:solidFill>
              </p:grpSpPr>
              <p:sp>
                <p:nvSpPr>
                  <p:cNvPr id="22729" name="Forme libre : forme 22728">
                    <a:extLst>
                      <a:ext uri="{FF2B5EF4-FFF2-40B4-BE49-F238E27FC236}">
                        <a16:creationId xmlns:a16="http://schemas.microsoft.com/office/drawing/2014/main" id="{54C5D92C-70C3-4B2A-A28A-B4C4C7606523}"/>
                      </a:ext>
                    </a:extLst>
                  </p:cNvPr>
                  <p:cNvSpPr/>
                  <p:nvPr/>
                </p:nvSpPr>
                <p:spPr>
                  <a:xfrm>
                    <a:off x="6357251" y="1279611"/>
                    <a:ext cx="64629" cy="79735"/>
                  </a:xfrm>
                  <a:custGeom>
                    <a:avLst/>
                    <a:gdLst>
                      <a:gd name="connsiteX0" fmla="*/ 53986 w 64629"/>
                      <a:gd name="connsiteY0" fmla="*/ 35733 h 79735"/>
                      <a:gd name="connsiteX1" fmla="*/ 36166 w 64629"/>
                      <a:gd name="connsiteY1" fmla="*/ 60558 h 79735"/>
                      <a:gd name="connsiteX2" fmla="*/ 9389 w 64629"/>
                      <a:gd name="connsiteY2" fmla="*/ 79487 h 79735"/>
                      <a:gd name="connsiteX3" fmla="*/ 878 w 64629"/>
                      <a:gd name="connsiteY3" fmla="*/ 74212 h 79735"/>
                      <a:gd name="connsiteX4" fmla="*/ 568 w 64629"/>
                      <a:gd name="connsiteY4" fmla="*/ 58430 h 79735"/>
                      <a:gd name="connsiteX5" fmla="*/ 7217 w 64629"/>
                      <a:gd name="connsiteY5" fmla="*/ 40742 h 79735"/>
                      <a:gd name="connsiteX6" fmla="*/ 26102 w 64629"/>
                      <a:gd name="connsiteY6" fmla="*/ 14587 h 79735"/>
                      <a:gd name="connsiteX7" fmla="*/ 57090 w 64629"/>
                      <a:gd name="connsiteY7" fmla="*/ 2 h 79735"/>
                      <a:gd name="connsiteX8" fmla="*/ 64626 w 64629"/>
                      <a:gd name="connsiteY8" fmla="*/ 6297 h 79735"/>
                      <a:gd name="connsiteX9" fmla="*/ 63872 w 64629"/>
                      <a:gd name="connsiteY9" fmla="*/ 13567 h 79735"/>
                      <a:gd name="connsiteX10" fmla="*/ 62143 w 64629"/>
                      <a:gd name="connsiteY10" fmla="*/ 20749 h 79735"/>
                      <a:gd name="connsiteX11" fmla="*/ 53986 w 64629"/>
                      <a:gd name="connsiteY11" fmla="*/ 35733 h 79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4629" h="79735">
                        <a:moveTo>
                          <a:pt x="53986" y="35733"/>
                        </a:moveTo>
                        <a:cubicBezTo>
                          <a:pt x="49819" y="41540"/>
                          <a:pt x="40510" y="54130"/>
                          <a:pt x="36166" y="60558"/>
                        </a:cubicBezTo>
                        <a:cubicBezTo>
                          <a:pt x="27787" y="72084"/>
                          <a:pt x="19851" y="76296"/>
                          <a:pt x="9389" y="79487"/>
                        </a:cubicBezTo>
                        <a:cubicBezTo>
                          <a:pt x="5799" y="80596"/>
                          <a:pt x="1499" y="77847"/>
                          <a:pt x="878" y="74212"/>
                        </a:cubicBezTo>
                        <a:cubicBezTo>
                          <a:pt x="-9" y="68937"/>
                          <a:pt x="-408" y="63883"/>
                          <a:pt x="568" y="58430"/>
                        </a:cubicBezTo>
                        <a:cubicBezTo>
                          <a:pt x="1499" y="52978"/>
                          <a:pt x="3360" y="47126"/>
                          <a:pt x="7217" y="40742"/>
                        </a:cubicBezTo>
                        <a:cubicBezTo>
                          <a:pt x="10985" y="33782"/>
                          <a:pt x="20517" y="20793"/>
                          <a:pt x="26102" y="14587"/>
                        </a:cubicBezTo>
                        <a:cubicBezTo>
                          <a:pt x="36564" y="2972"/>
                          <a:pt x="46362" y="312"/>
                          <a:pt x="57090" y="2"/>
                        </a:cubicBezTo>
                        <a:cubicBezTo>
                          <a:pt x="60814" y="-87"/>
                          <a:pt x="64759" y="2839"/>
                          <a:pt x="64626" y="6297"/>
                        </a:cubicBezTo>
                        <a:cubicBezTo>
                          <a:pt x="64537" y="8824"/>
                          <a:pt x="64316" y="11218"/>
                          <a:pt x="63872" y="13567"/>
                        </a:cubicBezTo>
                        <a:cubicBezTo>
                          <a:pt x="63518" y="16006"/>
                          <a:pt x="62941" y="18399"/>
                          <a:pt x="62143" y="20749"/>
                        </a:cubicBezTo>
                        <a:cubicBezTo>
                          <a:pt x="60370" y="25404"/>
                          <a:pt x="57976" y="30413"/>
                          <a:pt x="53986" y="3573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30" name="Forme libre : forme 22729">
                    <a:extLst>
                      <a:ext uri="{FF2B5EF4-FFF2-40B4-BE49-F238E27FC236}">
                        <a16:creationId xmlns:a16="http://schemas.microsoft.com/office/drawing/2014/main" id="{7D30E580-389C-4199-8F42-E7657A8DD7C1}"/>
                      </a:ext>
                    </a:extLst>
                  </p:cNvPr>
                  <p:cNvSpPr/>
                  <p:nvPr/>
                </p:nvSpPr>
                <p:spPr>
                  <a:xfrm>
                    <a:off x="6362074" y="1285642"/>
                    <a:ext cx="59713" cy="73644"/>
                  </a:xfrm>
                  <a:custGeom>
                    <a:avLst/>
                    <a:gdLst>
                      <a:gd name="connsiteX0" fmla="*/ 23451 w 59713"/>
                      <a:gd name="connsiteY0" fmla="*/ 43533 h 73644"/>
                      <a:gd name="connsiteX1" fmla="*/ 18309 w 59713"/>
                      <a:gd name="connsiteY1" fmla="*/ 51912 h 73644"/>
                      <a:gd name="connsiteX2" fmla="*/ 12856 w 59713"/>
                      <a:gd name="connsiteY2" fmla="*/ 60068 h 73644"/>
                      <a:gd name="connsiteX3" fmla="*/ 0 w 59713"/>
                      <a:gd name="connsiteY3" fmla="*/ 73013 h 73644"/>
                      <a:gd name="connsiteX4" fmla="*/ 4433 w 59713"/>
                      <a:gd name="connsiteY4" fmla="*/ 73412 h 73644"/>
                      <a:gd name="connsiteX5" fmla="*/ 9620 w 59713"/>
                      <a:gd name="connsiteY5" fmla="*/ 71639 h 73644"/>
                      <a:gd name="connsiteX6" fmla="*/ 23096 w 59713"/>
                      <a:gd name="connsiteY6" fmla="*/ 63615 h 73644"/>
                      <a:gd name="connsiteX7" fmla="*/ 31253 w 59713"/>
                      <a:gd name="connsiteY7" fmla="*/ 54438 h 73644"/>
                      <a:gd name="connsiteX8" fmla="*/ 34135 w 59713"/>
                      <a:gd name="connsiteY8" fmla="*/ 50360 h 73644"/>
                      <a:gd name="connsiteX9" fmla="*/ 47789 w 59713"/>
                      <a:gd name="connsiteY9" fmla="*/ 31431 h 73644"/>
                      <a:gd name="connsiteX10" fmla="*/ 49074 w 59713"/>
                      <a:gd name="connsiteY10" fmla="*/ 29613 h 73644"/>
                      <a:gd name="connsiteX11" fmla="*/ 55502 w 59713"/>
                      <a:gd name="connsiteY11" fmla="*/ 18752 h 73644"/>
                      <a:gd name="connsiteX12" fmla="*/ 59359 w 59713"/>
                      <a:gd name="connsiteY12" fmla="*/ 4832 h 73644"/>
                      <a:gd name="connsiteX13" fmla="*/ 59714 w 59713"/>
                      <a:gd name="connsiteY13" fmla="*/ 177 h 73644"/>
                      <a:gd name="connsiteX14" fmla="*/ 59714 w 59713"/>
                      <a:gd name="connsiteY14" fmla="*/ 0 h 73644"/>
                      <a:gd name="connsiteX15" fmla="*/ 23451 w 59713"/>
                      <a:gd name="connsiteY15" fmla="*/ 43533 h 73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713" h="73644">
                        <a:moveTo>
                          <a:pt x="23451" y="43533"/>
                        </a:moveTo>
                        <a:cubicBezTo>
                          <a:pt x="21855" y="46370"/>
                          <a:pt x="20126" y="49163"/>
                          <a:pt x="18309" y="51912"/>
                        </a:cubicBezTo>
                        <a:cubicBezTo>
                          <a:pt x="16535" y="54704"/>
                          <a:pt x="14806" y="57497"/>
                          <a:pt x="12856" y="60068"/>
                        </a:cubicBezTo>
                        <a:cubicBezTo>
                          <a:pt x="8955" y="65166"/>
                          <a:pt x="4788" y="69866"/>
                          <a:pt x="0" y="73013"/>
                        </a:cubicBezTo>
                        <a:cubicBezTo>
                          <a:pt x="1419" y="73634"/>
                          <a:pt x="2970" y="73855"/>
                          <a:pt x="4433" y="73412"/>
                        </a:cubicBezTo>
                        <a:cubicBezTo>
                          <a:pt x="6206" y="72880"/>
                          <a:pt x="7935" y="72304"/>
                          <a:pt x="9620" y="71639"/>
                        </a:cubicBezTo>
                        <a:cubicBezTo>
                          <a:pt x="14408" y="69688"/>
                          <a:pt x="18885" y="67339"/>
                          <a:pt x="23096" y="63615"/>
                        </a:cubicBezTo>
                        <a:cubicBezTo>
                          <a:pt x="25801" y="61177"/>
                          <a:pt x="28416" y="58162"/>
                          <a:pt x="31253" y="54438"/>
                        </a:cubicBezTo>
                        <a:cubicBezTo>
                          <a:pt x="32051" y="53286"/>
                          <a:pt x="33026" y="51912"/>
                          <a:pt x="34135" y="50360"/>
                        </a:cubicBezTo>
                        <a:cubicBezTo>
                          <a:pt x="38302" y="44375"/>
                          <a:pt x="44021" y="36396"/>
                          <a:pt x="47789" y="31431"/>
                        </a:cubicBezTo>
                        <a:cubicBezTo>
                          <a:pt x="48232" y="30766"/>
                          <a:pt x="48675" y="30145"/>
                          <a:pt x="49074" y="29613"/>
                        </a:cubicBezTo>
                        <a:cubicBezTo>
                          <a:pt x="51867" y="25756"/>
                          <a:pt x="53995" y="22298"/>
                          <a:pt x="55502" y="18752"/>
                        </a:cubicBezTo>
                        <a:cubicBezTo>
                          <a:pt x="57719" y="14186"/>
                          <a:pt x="58650" y="9443"/>
                          <a:pt x="59359" y="4832"/>
                        </a:cubicBezTo>
                        <a:cubicBezTo>
                          <a:pt x="59536" y="3325"/>
                          <a:pt x="59669" y="1773"/>
                          <a:pt x="59714" y="177"/>
                        </a:cubicBezTo>
                        <a:lnTo>
                          <a:pt x="59714" y="0"/>
                        </a:lnTo>
                        <a:cubicBezTo>
                          <a:pt x="45484" y="12324"/>
                          <a:pt x="32849" y="27485"/>
                          <a:pt x="23451" y="4353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31" name="Forme libre : forme 22730">
                    <a:extLst>
                      <a:ext uri="{FF2B5EF4-FFF2-40B4-BE49-F238E27FC236}">
                        <a16:creationId xmlns:a16="http://schemas.microsoft.com/office/drawing/2014/main" id="{A0979AC4-5ED1-4DB5-A365-28B357512FF1}"/>
                      </a:ext>
                    </a:extLst>
                  </p:cNvPr>
                  <p:cNvSpPr/>
                  <p:nvPr/>
                </p:nvSpPr>
                <p:spPr>
                  <a:xfrm>
                    <a:off x="6378298" y="1294385"/>
                    <a:ext cx="29352" cy="36063"/>
                  </a:xfrm>
                  <a:custGeom>
                    <a:avLst/>
                    <a:gdLst>
                      <a:gd name="connsiteX0" fmla="*/ 28639 w 29352"/>
                      <a:gd name="connsiteY0" fmla="*/ 478 h 36063"/>
                      <a:gd name="connsiteX1" fmla="*/ 25979 w 29352"/>
                      <a:gd name="connsiteY1" fmla="*/ 10496 h 36063"/>
                      <a:gd name="connsiteX2" fmla="*/ 18398 w 29352"/>
                      <a:gd name="connsiteY2" fmla="*/ 21801 h 36063"/>
                      <a:gd name="connsiteX3" fmla="*/ 10108 w 29352"/>
                      <a:gd name="connsiteY3" fmla="*/ 31376 h 36063"/>
                      <a:gd name="connsiteX4" fmla="*/ 1242 w 29352"/>
                      <a:gd name="connsiteY4" fmla="*/ 35676 h 36063"/>
                      <a:gd name="connsiteX5" fmla="*/ 2084 w 29352"/>
                      <a:gd name="connsiteY5" fmla="*/ 25924 h 36063"/>
                      <a:gd name="connsiteX6" fmla="*/ 9133 w 29352"/>
                      <a:gd name="connsiteY6" fmla="*/ 14974 h 36063"/>
                      <a:gd name="connsiteX7" fmla="*/ 18797 w 29352"/>
                      <a:gd name="connsiteY7" fmla="*/ 4778 h 36063"/>
                      <a:gd name="connsiteX8" fmla="*/ 28639 w 29352"/>
                      <a:gd name="connsiteY8" fmla="*/ 478 h 36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352" h="36063">
                        <a:moveTo>
                          <a:pt x="28639" y="478"/>
                        </a:moveTo>
                        <a:cubicBezTo>
                          <a:pt x="30412" y="2029"/>
                          <a:pt x="28639" y="6196"/>
                          <a:pt x="25979" y="10496"/>
                        </a:cubicBezTo>
                        <a:cubicBezTo>
                          <a:pt x="23363" y="14797"/>
                          <a:pt x="20171" y="19584"/>
                          <a:pt x="18398" y="21801"/>
                        </a:cubicBezTo>
                        <a:cubicBezTo>
                          <a:pt x="16669" y="24106"/>
                          <a:pt x="13477" y="28229"/>
                          <a:pt x="10108" y="31376"/>
                        </a:cubicBezTo>
                        <a:cubicBezTo>
                          <a:pt x="6783" y="34568"/>
                          <a:pt x="3459" y="37051"/>
                          <a:pt x="1242" y="35676"/>
                        </a:cubicBezTo>
                        <a:cubicBezTo>
                          <a:pt x="-930" y="34391"/>
                          <a:pt x="1" y="30224"/>
                          <a:pt x="2084" y="25924"/>
                        </a:cubicBezTo>
                        <a:cubicBezTo>
                          <a:pt x="4257" y="21668"/>
                          <a:pt x="7360" y="17146"/>
                          <a:pt x="9133" y="14974"/>
                        </a:cubicBezTo>
                        <a:cubicBezTo>
                          <a:pt x="10995" y="12846"/>
                          <a:pt x="14763" y="8236"/>
                          <a:pt x="18797" y="4778"/>
                        </a:cubicBezTo>
                        <a:cubicBezTo>
                          <a:pt x="22831" y="1364"/>
                          <a:pt x="26865" y="-1074"/>
                          <a:pt x="28639" y="47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32" name="Forme libre : forme 22731">
                    <a:extLst>
                      <a:ext uri="{FF2B5EF4-FFF2-40B4-BE49-F238E27FC236}">
                        <a16:creationId xmlns:a16="http://schemas.microsoft.com/office/drawing/2014/main" id="{9819943A-518C-4892-9B79-45169C19C685}"/>
                      </a:ext>
                    </a:extLst>
                  </p:cNvPr>
                  <p:cNvSpPr/>
                  <p:nvPr/>
                </p:nvSpPr>
                <p:spPr>
                  <a:xfrm>
                    <a:off x="6378111" y="1308250"/>
                    <a:ext cx="23905" cy="22119"/>
                  </a:xfrm>
                  <a:custGeom>
                    <a:avLst/>
                    <a:gdLst>
                      <a:gd name="connsiteX0" fmla="*/ 2759 w 23905"/>
                      <a:gd name="connsiteY0" fmla="*/ 11349 h 22119"/>
                      <a:gd name="connsiteX1" fmla="*/ 1296 w 23905"/>
                      <a:gd name="connsiteY1" fmla="*/ 21988 h 22119"/>
                      <a:gd name="connsiteX2" fmla="*/ 10251 w 23905"/>
                      <a:gd name="connsiteY2" fmla="*/ 17466 h 22119"/>
                      <a:gd name="connsiteX3" fmla="*/ 18763 w 23905"/>
                      <a:gd name="connsiteY3" fmla="*/ 7758 h 22119"/>
                      <a:gd name="connsiteX4" fmla="*/ 23905 w 23905"/>
                      <a:gd name="connsiteY4" fmla="*/ 0 h 22119"/>
                      <a:gd name="connsiteX5" fmla="*/ 20580 w 23905"/>
                      <a:gd name="connsiteY5" fmla="*/ 3724 h 22119"/>
                      <a:gd name="connsiteX6" fmla="*/ 15970 w 23905"/>
                      <a:gd name="connsiteY6" fmla="*/ 7270 h 22119"/>
                      <a:gd name="connsiteX7" fmla="*/ 11359 w 23905"/>
                      <a:gd name="connsiteY7" fmla="*/ 10374 h 22119"/>
                      <a:gd name="connsiteX8" fmla="*/ 2759 w 23905"/>
                      <a:gd name="connsiteY8" fmla="*/ 11349 h 22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905" h="22119">
                        <a:moveTo>
                          <a:pt x="2759" y="11349"/>
                        </a:moveTo>
                        <a:cubicBezTo>
                          <a:pt x="1784" y="14142"/>
                          <a:pt x="-1940" y="21190"/>
                          <a:pt x="1296" y="21988"/>
                        </a:cubicBezTo>
                        <a:cubicBezTo>
                          <a:pt x="3912" y="22698"/>
                          <a:pt x="7104" y="20437"/>
                          <a:pt x="10251" y="17466"/>
                        </a:cubicBezTo>
                        <a:cubicBezTo>
                          <a:pt x="13487" y="14541"/>
                          <a:pt x="16546" y="10595"/>
                          <a:pt x="18763" y="7758"/>
                        </a:cubicBezTo>
                        <a:cubicBezTo>
                          <a:pt x="20093" y="6118"/>
                          <a:pt x="22753" y="2172"/>
                          <a:pt x="23905" y="0"/>
                        </a:cubicBezTo>
                        <a:cubicBezTo>
                          <a:pt x="23019" y="1064"/>
                          <a:pt x="21600" y="2882"/>
                          <a:pt x="20580" y="3724"/>
                        </a:cubicBezTo>
                        <a:cubicBezTo>
                          <a:pt x="19117" y="4921"/>
                          <a:pt x="17566" y="6118"/>
                          <a:pt x="15970" y="7270"/>
                        </a:cubicBezTo>
                        <a:cubicBezTo>
                          <a:pt x="14463" y="8467"/>
                          <a:pt x="12867" y="9531"/>
                          <a:pt x="11359" y="10374"/>
                        </a:cubicBezTo>
                        <a:cubicBezTo>
                          <a:pt x="8212" y="12014"/>
                          <a:pt x="5197" y="12767"/>
                          <a:pt x="2759" y="1134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33" name="Forme libre : forme 22732">
                    <a:extLst>
                      <a:ext uri="{FF2B5EF4-FFF2-40B4-BE49-F238E27FC236}">
                        <a16:creationId xmlns:a16="http://schemas.microsoft.com/office/drawing/2014/main" id="{E0878AD0-EF8D-45EE-85C0-FD727299E420}"/>
                      </a:ext>
                    </a:extLst>
                  </p:cNvPr>
                  <p:cNvSpPr/>
                  <p:nvPr/>
                </p:nvSpPr>
                <p:spPr>
                  <a:xfrm>
                    <a:off x="6380541" y="1293076"/>
                    <a:ext cx="29288" cy="36018"/>
                  </a:xfrm>
                  <a:custGeom>
                    <a:avLst/>
                    <a:gdLst>
                      <a:gd name="connsiteX0" fmla="*/ 28923 w 29288"/>
                      <a:gd name="connsiteY0" fmla="*/ 856 h 36018"/>
                      <a:gd name="connsiteX1" fmla="*/ 18550 w 29288"/>
                      <a:gd name="connsiteY1" fmla="*/ 22312 h 36018"/>
                      <a:gd name="connsiteX2" fmla="*/ 1349 w 29288"/>
                      <a:gd name="connsiteY2" fmla="*/ 35700 h 36018"/>
                      <a:gd name="connsiteX3" fmla="*/ 9329 w 29288"/>
                      <a:gd name="connsiteY3" fmla="*/ 15219 h 36018"/>
                      <a:gd name="connsiteX4" fmla="*/ 28923 w 29288"/>
                      <a:gd name="connsiteY4" fmla="*/ 856 h 36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288" h="36018">
                        <a:moveTo>
                          <a:pt x="28923" y="856"/>
                        </a:moveTo>
                        <a:cubicBezTo>
                          <a:pt x="31228" y="5023"/>
                          <a:pt x="22008" y="17214"/>
                          <a:pt x="18550" y="22312"/>
                        </a:cubicBezTo>
                        <a:cubicBezTo>
                          <a:pt x="14870" y="27232"/>
                          <a:pt x="5916" y="38005"/>
                          <a:pt x="1349" y="35700"/>
                        </a:cubicBezTo>
                        <a:cubicBezTo>
                          <a:pt x="-3483" y="33261"/>
                          <a:pt x="5960" y="19253"/>
                          <a:pt x="9329" y="15219"/>
                        </a:cubicBezTo>
                        <a:cubicBezTo>
                          <a:pt x="12388" y="11007"/>
                          <a:pt x="26263" y="-3666"/>
                          <a:pt x="28923" y="85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34" name="Forme libre : forme 22733">
                    <a:extLst>
                      <a:ext uri="{FF2B5EF4-FFF2-40B4-BE49-F238E27FC236}">
                        <a16:creationId xmlns:a16="http://schemas.microsoft.com/office/drawing/2014/main" id="{CEEF9C3B-9BAF-470C-93BE-3D18A60918F6}"/>
                      </a:ext>
                    </a:extLst>
                  </p:cNvPr>
                  <p:cNvSpPr/>
                  <p:nvPr/>
                </p:nvSpPr>
                <p:spPr>
                  <a:xfrm>
                    <a:off x="6364449" y="1306238"/>
                    <a:ext cx="41931" cy="41840"/>
                  </a:xfrm>
                  <a:custGeom>
                    <a:avLst/>
                    <a:gdLst>
                      <a:gd name="connsiteX0" fmla="*/ 4496 w 41931"/>
                      <a:gd name="connsiteY0" fmla="*/ 41689 h 41840"/>
                      <a:gd name="connsiteX1" fmla="*/ 12254 w 41931"/>
                      <a:gd name="connsiteY1" fmla="*/ 39738 h 41840"/>
                      <a:gd name="connsiteX2" fmla="*/ 29233 w 41931"/>
                      <a:gd name="connsiteY2" fmla="*/ 27059 h 41840"/>
                      <a:gd name="connsiteX3" fmla="*/ 40449 w 41931"/>
                      <a:gd name="connsiteY3" fmla="*/ 9859 h 41840"/>
                      <a:gd name="connsiteX4" fmla="*/ 40050 w 41931"/>
                      <a:gd name="connsiteY4" fmla="*/ 106 h 41840"/>
                      <a:gd name="connsiteX5" fmla="*/ 33710 w 41931"/>
                      <a:gd name="connsiteY5" fmla="*/ 3653 h 41840"/>
                      <a:gd name="connsiteX6" fmla="*/ 17175 w 41931"/>
                      <a:gd name="connsiteY6" fmla="*/ 14913 h 41840"/>
                      <a:gd name="connsiteX7" fmla="*/ 1570 w 41931"/>
                      <a:gd name="connsiteY7" fmla="*/ 27902 h 41840"/>
                      <a:gd name="connsiteX8" fmla="*/ 4496 w 41931"/>
                      <a:gd name="connsiteY8" fmla="*/ 41689 h 418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931" h="41840">
                        <a:moveTo>
                          <a:pt x="4496" y="41689"/>
                        </a:moveTo>
                        <a:cubicBezTo>
                          <a:pt x="7644" y="42132"/>
                          <a:pt x="8974" y="41644"/>
                          <a:pt x="12254" y="39738"/>
                        </a:cubicBezTo>
                        <a:cubicBezTo>
                          <a:pt x="18416" y="36103"/>
                          <a:pt x="23647" y="33354"/>
                          <a:pt x="29233" y="27059"/>
                        </a:cubicBezTo>
                        <a:cubicBezTo>
                          <a:pt x="34065" y="21961"/>
                          <a:pt x="38143" y="15356"/>
                          <a:pt x="40449" y="9859"/>
                        </a:cubicBezTo>
                        <a:cubicBezTo>
                          <a:pt x="42089" y="5692"/>
                          <a:pt x="42887" y="1081"/>
                          <a:pt x="40050" y="106"/>
                        </a:cubicBezTo>
                        <a:cubicBezTo>
                          <a:pt x="38188" y="-559"/>
                          <a:pt x="36016" y="2057"/>
                          <a:pt x="33710" y="3653"/>
                        </a:cubicBezTo>
                        <a:cubicBezTo>
                          <a:pt x="28169" y="7421"/>
                          <a:pt x="23470" y="11632"/>
                          <a:pt x="17175" y="14913"/>
                        </a:cubicBezTo>
                        <a:cubicBezTo>
                          <a:pt x="11988" y="17794"/>
                          <a:pt x="5161" y="20454"/>
                          <a:pt x="1570" y="27902"/>
                        </a:cubicBezTo>
                        <a:cubicBezTo>
                          <a:pt x="-1488" y="34684"/>
                          <a:pt x="152" y="41112"/>
                          <a:pt x="4496" y="4168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35" name="Forme libre : forme 22734">
                    <a:extLst>
                      <a:ext uri="{FF2B5EF4-FFF2-40B4-BE49-F238E27FC236}">
                        <a16:creationId xmlns:a16="http://schemas.microsoft.com/office/drawing/2014/main" id="{9436FC56-1D29-410A-A07A-A07A9906FE21}"/>
                      </a:ext>
                    </a:extLst>
                  </p:cNvPr>
                  <p:cNvSpPr/>
                  <p:nvPr/>
                </p:nvSpPr>
                <p:spPr>
                  <a:xfrm>
                    <a:off x="6369848" y="1318579"/>
                    <a:ext cx="8540" cy="17579"/>
                  </a:xfrm>
                  <a:custGeom>
                    <a:avLst/>
                    <a:gdLst>
                      <a:gd name="connsiteX0" fmla="*/ 117 w 8540"/>
                      <a:gd name="connsiteY0" fmla="*/ 15206 h 17579"/>
                      <a:gd name="connsiteX1" fmla="*/ 250 w 8540"/>
                      <a:gd name="connsiteY1" fmla="*/ 17334 h 17579"/>
                      <a:gd name="connsiteX2" fmla="*/ 1890 w 8540"/>
                      <a:gd name="connsiteY2" fmla="*/ 16758 h 17579"/>
                      <a:gd name="connsiteX3" fmla="*/ 3707 w 8540"/>
                      <a:gd name="connsiteY3" fmla="*/ 13921 h 17579"/>
                      <a:gd name="connsiteX4" fmla="*/ 7387 w 8540"/>
                      <a:gd name="connsiteY4" fmla="*/ 6473 h 17579"/>
                      <a:gd name="connsiteX5" fmla="*/ 8407 w 8540"/>
                      <a:gd name="connsiteY5" fmla="*/ 3592 h 17579"/>
                      <a:gd name="connsiteX6" fmla="*/ 4151 w 8540"/>
                      <a:gd name="connsiteY6" fmla="*/ 2927 h 17579"/>
                      <a:gd name="connsiteX7" fmla="*/ 117 w 8540"/>
                      <a:gd name="connsiteY7" fmla="*/ 15206 h 17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40" h="17579">
                        <a:moveTo>
                          <a:pt x="117" y="15206"/>
                        </a:moveTo>
                        <a:cubicBezTo>
                          <a:pt x="-16" y="16137"/>
                          <a:pt x="-105" y="16802"/>
                          <a:pt x="250" y="17334"/>
                        </a:cubicBezTo>
                        <a:cubicBezTo>
                          <a:pt x="604" y="17866"/>
                          <a:pt x="1269" y="17467"/>
                          <a:pt x="1890" y="16758"/>
                        </a:cubicBezTo>
                        <a:cubicBezTo>
                          <a:pt x="2511" y="16049"/>
                          <a:pt x="3220" y="14852"/>
                          <a:pt x="3707" y="13921"/>
                        </a:cubicBezTo>
                        <a:cubicBezTo>
                          <a:pt x="5037" y="11527"/>
                          <a:pt x="6367" y="8911"/>
                          <a:pt x="7387" y="6473"/>
                        </a:cubicBezTo>
                        <a:cubicBezTo>
                          <a:pt x="7786" y="5454"/>
                          <a:pt x="8229" y="4523"/>
                          <a:pt x="8407" y="3592"/>
                        </a:cubicBezTo>
                        <a:cubicBezTo>
                          <a:pt x="9116" y="-265"/>
                          <a:pt x="6899" y="-1772"/>
                          <a:pt x="4151" y="2927"/>
                        </a:cubicBezTo>
                        <a:cubicBezTo>
                          <a:pt x="2112" y="6518"/>
                          <a:pt x="693" y="11483"/>
                          <a:pt x="117" y="1520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36" name="Forme libre : forme 22735">
                    <a:extLst>
                      <a:ext uri="{FF2B5EF4-FFF2-40B4-BE49-F238E27FC236}">
                        <a16:creationId xmlns:a16="http://schemas.microsoft.com/office/drawing/2014/main" id="{BE4ADB02-0284-44DE-A915-A4496F97A5C4}"/>
                      </a:ext>
                    </a:extLst>
                  </p:cNvPr>
                  <p:cNvSpPr/>
                  <p:nvPr/>
                </p:nvSpPr>
                <p:spPr>
                  <a:xfrm>
                    <a:off x="6411237" y="1285775"/>
                    <a:ext cx="8933" cy="28238"/>
                  </a:xfrm>
                  <a:custGeom>
                    <a:avLst/>
                    <a:gdLst>
                      <a:gd name="connsiteX0" fmla="*/ 8778 w 8933"/>
                      <a:gd name="connsiteY0" fmla="*/ 0 h 28238"/>
                      <a:gd name="connsiteX1" fmla="*/ 0 w 8933"/>
                      <a:gd name="connsiteY1" fmla="*/ 28239 h 28238"/>
                      <a:gd name="connsiteX2" fmla="*/ 8778 w 8933"/>
                      <a:gd name="connsiteY2" fmla="*/ 0 h 28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933" h="28238">
                        <a:moveTo>
                          <a:pt x="8778" y="0"/>
                        </a:moveTo>
                        <a:cubicBezTo>
                          <a:pt x="10019" y="7315"/>
                          <a:pt x="3546" y="20215"/>
                          <a:pt x="0" y="28239"/>
                        </a:cubicBezTo>
                        <a:cubicBezTo>
                          <a:pt x="3946" y="19550"/>
                          <a:pt x="6738" y="8378"/>
                          <a:pt x="877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37" name="Forme libre : forme 22736">
                    <a:extLst>
                      <a:ext uri="{FF2B5EF4-FFF2-40B4-BE49-F238E27FC236}">
                        <a16:creationId xmlns:a16="http://schemas.microsoft.com/office/drawing/2014/main" id="{D9DA4B10-796C-4084-81C1-16AAB0326B43}"/>
                      </a:ext>
                    </a:extLst>
                  </p:cNvPr>
                  <p:cNvSpPr/>
                  <p:nvPr/>
                </p:nvSpPr>
                <p:spPr>
                  <a:xfrm>
                    <a:off x="6358888" y="1319998"/>
                    <a:ext cx="7043" cy="33691"/>
                  </a:xfrm>
                  <a:custGeom>
                    <a:avLst/>
                    <a:gdLst>
                      <a:gd name="connsiteX0" fmla="*/ 7043 w 7043"/>
                      <a:gd name="connsiteY0" fmla="*/ 0 h 33691"/>
                      <a:gd name="connsiteX1" fmla="*/ 881 w 7043"/>
                      <a:gd name="connsiteY1" fmla="*/ 17466 h 33691"/>
                      <a:gd name="connsiteX2" fmla="*/ 260 w 7043"/>
                      <a:gd name="connsiteY2" fmla="*/ 33691 h 33691"/>
                      <a:gd name="connsiteX3" fmla="*/ 1546 w 7043"/>
                      <a:gd name="connsiteY3" fmla="*/ 17333 h 33691"/>
                      <a:gd name="connsiteX4" fmla="*/ 3895 w 7043"/>
                      <a:gd name="connsiteY4" fmla="*/ 8334 h 33691"/>
                      <a:gd name="connsiteX5" fmla="*/ 7043 w 7043"/>
                      <a:gd name="connsiteY5" fmla="*/ 0 h 33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43" h="33691">
                        <a:moveTo>
                          <a:pt x="7043" y="0"/>
                        </a:moveTo>
                        <a:cubicBezTo>
                          <a:pt x="3718" y="5674"/>
                          <a:pt x="1856" y="11703"/>
                          <a:pt x="881" y="17466"/>
                        </a:cubicBezTo>
                        <a:cubicBezTo>
                          <a:pt x="-183" y="23274"/>
                          <a:pt x="-139" y="28726"/>
                          <a:pt x="260" y="33691"/>
                        </a:cubicBezTo>
                        <a:cubicBezTo>
                          <a:pt x="-360" y="29081"/>
                          <a:pt x="172" y="23362"/>
                          <a:pt x="1546" y="17333"/>
                        </a:cubicBezTo>
                        <a:cubicBezTo>
                          <a:pt x="2211" y="14319"/>
                          <a:pt x="3009" y="11304"/>
                          <a:pt x="3895" y="8334"/>
                        </a:cubicBezTo>
                        <a:cubicBezTo>
                          <a:pt x="4915" y="5453"/>
                          <a:pt x="6023" y="2616"/>
                          <a:pt x="70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38" name="Forme libre : forme 22737">
                    <a:extLst>
                      <a:ext uri="{FF2B5EF4-FFF2-40B4-BE49-F238E27FC236}">
                        <a16:creationId xmlns:a16="http://schemas.microsoft.com/office/drawing/2014/main" id="{9A73D0B8-F991-40D6-9198-370F112E12D5}"/>
                      </a:ext>
                    </a:extLst>
                  </p:cNvPr>
                  <p:cNvSpPr/>
                  <p:nvPr/>
                </p:nvSpPr>
                <p:spPr>
                  <a:xfrm>
                    <a:off x="6387171" y="1301113"/>
                    <a:ext cx="11911" cy="12637"/>
                  </a:xfrm>
                  <a:custGeom>
                    <a:avLst/>
                    <a:gdLst>
                      <a:gd name="connsiteX0" fmla="*/ 11875 w 11911"/>
                      <a:gd name="connsiteY0" fmla="*/ 488 h 12637"/>
                      <a:gd name="connsiteX1" fmla="*/ 6290 w 11911"/>
                      <a:gd name="connsiteY1" fmla="*/ 8556 h 12637"/>
                      <a:gd name="connsiteX2" fmla="*/ 83 w 11911"/>
                      <a:gd name="connsiteY2" fmla="*/ 12103 h 12637"/>
                      <a:gd name="connsiteX3" fmla="*/ 5270 w 11911"/>
                      <a:gd name="connsiteY3" fmla="*/ 4389 h 12637"/>
                      <a:gd name="connsiteX4" fmla="*/ 11875 w 11911"/>
                      <a:gd name="connsiteY4" fmla="*/ 488 h 12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11" h="12637">
                        <a:moveTo>
                          <a:pt x="11875" y="488"/>
                        </a:moveTo>
                        <a:cubicBezTo>
                          <a:pt x="12363" y="2305"/>
                          <a:pt x="7753" y="7093"/>
                          <a:pt x="6290" y="8556"/>
                        </a:cubicBezTo>
                        <a:cubicBezTo>
                          <a:pt x="4782" y="9975"/>
                          <a:pt x="704" y="14098"/>
                          <a:pt x="83" y="12103"/>
                        </a:cubicBezTo>
                        <a:cubicBezTo>
                          <a:pt x="-670" y="10019"/>
                          <a:pt x="3896" y="5719"/>
                          <a:pt x="5270" y="4389"/>
                        </a:cubicBezTo>
                        <a:cubicBezTo>
                          <a:pt x="6644" y="2971"/>
                          <a:pt x="11255" y="-1463"/>
                          <a:pt x="11875" y="48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39" name="Forme libre : forme 22738">
                    <a:extLst>
                      <a:ext uri="{FF2B5EF4-FFF2-40B4-BE49-F238E27FC236}">
                        <a16:creationId xmlns:a16="http://schemas.microsoft.com/office/drawing/2014/main" id="{925FD6F1-4F0B-425C-B791-B8AB277445E9}"/>
                      </a:ext>
                    </a:extLst>
                  </p:cNvPr>
                  <p:cNvSpPr/>
                  <p:nvPr/>
                </p:nvSpPr>
                <p:spPr>
                  <a:xfrm>
                    <a:off x="6397161" y="1299332"/>
                    <a:ext cx="3446" cy="3682"/>
                  </a:xfrm>
                  <a:custGeom>
                    <a:avLst/>
                    <a:gdLst>
                      <a:gd name="connsiteX0" fmla="*/ 3259 w 3446"/>
                      <a:gd name="connsiteY0" fmla="*/ 52 h 3682"/>
                      <a:gd name="connsiteX1" fmla="*/ 2417 w 3446"/>
                      <a:gd name="connsiteY1" fmla="*/ 2180 h 3682"/>
                      <a:gd name="connsiteX2" fmla="*/ 200 w 3446"/>
                      <a:gd name="connsiteY2" fmla="*/ 3643 h 3682"/>
                      <a:gd name="connsiteX3" fmla="*/ 954 w 3446"/>
                      <a:gd name="connsiteY3" fmla="*/ 1515 h 3682"/>
                      <a:gd name="connsiteX4" fmla="*/ 3259 w 3446"/>
                      <a:gd name="connsiteY4" fmla="*/ 52 h 3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46" h="3682">
                        <a:moveTo>
                          <a:pt x="3259" y="52"/>
                        </a:moveTo>
                        <a:cubicBezTo>
                          <a:pt x="3835" y="362"/>
                          <a:pt x="2949" y="1604"/>
                          <a:pt x="2417" y="2180"/>
                        </a:cubicBezTo>
                        <a:cubicBezTo>
                          <a:pt x="1885" y="2756"/>
                          <a:pt x="777" y="3909"/>
                          <a:pt x="200" y="3643"/>
                        </a:cubicBezTo>
                        <a:cubicBezTo>
                          <a:pt x="-376" y="3333"/>
                          <a:pt x="422" y="2091"/>
                          <a:pt x="954" y="1515"/>
                        </a:cubicBezTo>
                        <a:cubicBezTo>
                          <a:pt x="1486" y="894"/>
                          <a:pt x="2683" y="-258"/>
                          <a:pt x="3259" y="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40" name="Forme libre : forme 22739">
                    <a:extLst>
                      <a:ext uri="{FF2B5EF4-FFF2-40B4-BE49-F238E27FC236}">
                        <a16:creationId xmlns:a16="http://schemas.microsoft.com/office/drawing/2014/main" id="{99B6D942-8BEB-431E-92E0-F28D6A66FBD8}"/>
                      </a:ext>
                    </a:extLst>
                  </p:cNvPr>
                  <p:cNvSpPr/>
                  <p:nvPr/>
                </p:nvSpPr>
                <p:spPr>
                  <a:xfrm>
                    <a:off x="6379254" y="1283890"/>
                    <a:ext cx="37362" cy="24281"/>
                  </a:xfrm>
                  <a:custGeom>
                    <a:avLst/>
                    <a:gdLst>
                      <a:gd name="connsiteX0" fmla="*/ 24225 w 37362"/>
                      <a:gd name="connsiteY0" fmla="*/ 2372 h 24281"/>
                      <a:gd name="connsiteX1" fmla="*/ 36372 w 37362"/>
                      <a:gd name="connsiteY1" fmla="*/ 200 h 24281"/>
                      <a:gd name="connsiteX2" fmla="*/ 36106 w 37362"/>
                      <a:gd name="connsiteY2" fmla="*/ 4101 h 24281"/>
                      <a:gd name="connsiteX3" fmla="*/ 31540 w 37362"/>
                      <a:gd name="connsiteY3" fmla="*/ 6406 h 24281"/>
                      <a:gd name="connsiteX4" fmla="*/ 17043 w 37362"/>
                      <a:gd name="connsiteY4" fmla="*/ 13011 h 24281"/>
                      <a:gd name="connsiteX5" fmla="*/ 65 w 37362"/>
                      <a:gd name="connsiteY5" fmla="*/ 23296 h 24281"/>
                      <a:gd name="connsiteX6" fmla="*/ 13763 w 37362"/>
                      <a:gd name="connsiteY6" fmla="*/ 6140 h 24281"/>
                      <a:gd name="connsiteX7" fmla="*/ 24225 w 37362"/>
                      <a:gd name="connsiteY7" fmla="*/ 2372 h 24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362" h="24281">
                        <a:moveTo>
                          <a:pt x="24225" y="2372"/>
                        </a:moveTo>
                        <a:cubicBezTo>
                          <a:pt x="29013" y="776"/>
                          <a:pt x="32249" y="-509"/>
                          <a:pt x="36372" y="200"/>
                        </a:cubicBezTo>
                        <a:cubicBezTo>
                          <a:pt x="37879" y="466"/>
                          <a:pt x="37569" y="2594"/>
                          <a:pt x="36106" y="4101"/>
                        </a:cubicBezTo>
                        <a:cubicBezTo>
                          <a:pt x="34643" y="5653"/>
                          <a:pt x="33091" y="5963"/>
                          <a:pt x="31540" y="6406"/>
                        </a:cubicBezTo>
                        <a:cubicBezTo>
                          <a:pt x="26530" y="7647"/>
                          <a:pt x="22008" y="10086"/>
                          <a:pt x="17043" y="13011"/>
                        </a:cubicBezTo>
                        <a:cubicBezTo>
                          <a:pt x="13807" y="14696"/>
                          <a:pt x="907" y="27951"/>
                          <a:pt x="65" y="23296"/>
                        </a:cubicBezTo>
                        <a:cubicBezTo>
                          <a:pt x="-911" y="18464"/>
                          <a:pt x="9419" y="8534"/>
                          <a:pt x="13763" y="6140"/>
                        </a:cubicBezTo>
                        <a:cubicBezTo>
                          <a:pt x="17974" y="3569"/>
                          <a:pt x="20634" y="3569"/>
                          <a:pt x="24225" y="237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91" name="Graphique 2">
                  <a:extLst>
                    <a:ext uri="{FF2B5EF4-FFF2-40B4-BE49-F238E27FC236}">
                      <a16:creationId xmlns:a16="http://schemas.microsoft.com/office/drawing/2014/main" id="{3675EEC8-2927-47CB-87DC-5CD3BED99BA6}"/>
                    </a:ext>
                  </a:extLst>
                </p:cNvPr>
                <p:cNvGrpSpPr/>
                <p:nvPr/>
              </p:nvGrpSpPr>
              <p:grpSpPr>
                <a:xfrm>
                  <a:off x="6418249" y="1232328"/>
                  <a:ext cx="89552" cy="52279"/>
                  <a:chOff x="6418249" y="1232328"/>
                  <a:chExt cx="89552" cy="52279"/>
                </a:xfrm>
                <a:solidFill>
                  <a:schemeClr val="accent1"/>
                </a:solidFill>
              </p:grpSpPr>
              <p:sp>
                <p:nvSpPr>
                  <p:cNvPr id="22717" name="Forme libre : forme 22716">
                    <a:extLst>
                      <a:ext uri="{FF2B5EF4-FFF2-40B4-BE49-F238E27FC236}">
                        <a16:creationId xmlns:a16="http://schemas.microsoft.com/office/drawing/2014/main" id="{64EF91CE-7307-4247-B2B1-6ADDF083314C}"/>
                      </a:ext>
                    </a:extLst>
                  </p:cNvPr>
                  <p:cNvSpPr/>
                  <p:nvPr/>
                </p:nvSpPr>
                <p:spPr>
                  <a:xfrm>
                    <a:off x="6418249" y="1232328"/>
                    <a:ext cx="89552" cy="52279"/>
                  </a:xfrm>
                  <a:custGeom>
                    <a:avLst/>
                    <a:gdLst>
                      <a:gd name="connsiteX0" fmla="*/ 64361 w 89552"/>
                      <a:gd name="connsiteY0" fmla="*/ 34917 h 52279"/>
                      <a:gd name="connsiteX1" fmla="*/ 58199 w 89552"/>
                      <a:gd name="connsiteY1" fmla="*/ 37444 h 52279"/>
                      <a:gd name="connsiteX2" fmla="*/ 50707 w 89552"/>
                      <a:gd name="connsiteY2" fmla="*/ 40591 h 52279"/>
                      <a:gd name="connsiteX3" fmla="*/ 37274 w 89552"/>
                      <a:gd name="connsiteY3" fmla="*/ 46753 h 52279"/>
                      <a:gd name="connsiteX4" fmla="*/ 6110 w 89552"/>
                      <a:gd name="connsiteY4" fmla="*/ 51807 h 52279"/>
                      <a:gd name="connsiteX5" fmla="*/ 125 w 89552"/>
                      <a:gd name="connsiteY5" fmla="*/ 43739 h 52279"/>
                      <a:gd name="connsiteX6" fmla="*/ 21271 w 89552"/>
                      <a:gd name="connsiteY6" fmla="*/ 15500 h 52279"/>
                      <a:gd name="connsiteX7" fmla="*/ 36122 w 89552"/>
                      <a:gd name="connsiteY7" fmla="*/ 8008 h 52279"/>
                      <a:gd name="connsiteX8" fmla="*/ 51682 w 89552"/>
                      <a:gd name="connsiteY8" fmla="*/ 2201 h 52279"/>
                      <a:gd name="connsiteX9" fmla="*/ 85418 w 89552"/>
                      <a:gd name="connsiteY9" fmla="*/ 5614 h 52279"/>
                      <a:gd name="connsiteX10" fmla="*/ 88876 w 89552"/>
                      <a:gd name="connsiteY10" fmla="*/ 14835 h 52279"/>
                      <a:gd name="connsiteX11" fmla="*/ 64361 w 89552"/>
                      <a:gd name="connsiteY11" fmla="*/ 34917 h 52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9552" h="52279">
                        <a:moveTo>
                          <a:pt x="64361" y="34917"/>
                        </a:moveTo>
                        <a:cubicBezTo>
                          <a:pt x="62676" y="35582"/>
                          <a:pt x="60548" y="36424"/>
                          <a:pt x="58199" y="37444"/>
                        </a:cubicBezTo>
                        <a:cubicBezTo>
                          <a:pt x="55849" y="38419"/>
                          <a:pt x="53189" y="39439"/>
                          <a:pt x="50707" y="40591"/>
                        </a:cubicBezTo>
                        <a:cubicBezTo>
                          <a:pt x="45520" y="42763"/>
                          <a:pt x="40599" y="45290"/>
                          <a:pt x="37274" y="46753"/>
                        </a:cubicBezTo>
                        <a:cubicBezTo>
                          <a:pt x="25128" y="52516"/>
                          <a:pt x="16838" y="52871"/>
                          <a:pt x="6110" y="51807"/>
                        </a:cubicBezTo>
                        <a:cubicBezTo>
                          <a:pt x="2475" y="51497"/>
                          <a:pt x="-673" y="47462"/>
                          <a:pt x="125" y="43739"/>
                        </a:cubicBezTo>
                        <a:cubicBezTo>
                          <a:pt x="2519" y="33232"/>
                          <a:pt x="7883" y="23612"/>
                          <a:pt x="21271" y="15500"/>
                        </a:cubicBezTo>
                        <a:cubicBezTo>
                          <a:pt x="24862" y="13461"/>
                          <a:pt x="30359" y="10402"/>
                          <a:pt x="36122" y="8008"/>
                        </a:cubicBezTo>
                        <a:cubicBezTo>
                          <a:pt x="41796" y="5392"/>
                          <a:pt x="47692" y="3486"/>
                          <a:pt x="51682" y="2201"/>
                        </a:cubicBezTo>
                        <a:cubicBezTo>
                          <a:pt x="66710" y="-2277"/>
                          <a:pt x="75754" y="693"/>
                          <a:pt x="85418" y="5614"/>
                        </a:cubicBezTo>
                        <a:cubicBezTo>
                          <a:pt x="88743" y="7343"/>
                          <a:pt x="90649" y="11865"/>
                          <a:pt x="88876" y="14835"/>
                        </a:cubicBezTo>
                        <a:cubicBezTo>
                          <a:pt x="83866" y="23258"/>
                          <a:pt x="76729" y="29863"/>
                          <a:pt x="64361" y="3491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18" name="Forme libre : forme 22717">
                    <a:extLst>
                      <a:ext uri="{FF2B5EF4-FFF2-40B4-BE49-F238E27FC236}">
                        <a16:creationId xmlns:a16="http://schemas.microsoft.com/office/drawing/2014/main" id="{3B9C8C66-7269-4351-8F8D-525BED27C7FD}"/>
                      </a:ext>
                    </a:extLst>
                  </p:cNvPr>
                  <p:cNvSpPr/>
                  <p:nvPr/>
                </p:nvSpPr>
                <p:spPr>
                  <a:xfrm>
                    <a:off x="6420281" y="1246896"/>
                    <a:ext cx="86844" cy="37693"/>
                  </a:xfrm>
                  <a:custGeom>
                    <a:avLst/>
                    <a:gdLst>
                      <a:gd name="connsiteX0" fmla="*/ 33514 w 86844"/>
                      <a:gd name="connsiteY0" fmla="*/ 18929 h 37693"/>
                      <a:gd name="connsiteX1" fmla="*/ 0 w 86844"/>
                      <a:gd name="connsiteY1" fmla="*/ 35199 h 37693"/>
                      <a:gd name="connsiteX2" fmla="*/ 3990 w 86844"/>
                      <a:gd name="connsiteY2" fmla="*/ 37194 h 37693"/>
                      <a:gd name="connsiteX3" fmla="*/ 9354 w 86844"/>
                      <a:gd name="connsiteY3" fmla="*/ 37593 h 37693"/>
                      <a:gd name="connsiteX4" fmla="*/ 24338 w 86844"/>
                      <a:gd name="connsiteY4" fmla="*/ 36263 h 37693"/>
                      <a:gd name="connsiteX5" fmla="*/ 35199 w 86844"/>
                      <a:gd name="connsiteY5" fmla="*/ 32184 h 37693"/>
                      <a:gd name="connsiteX6" fmla="*/ 39454 w 86844"/>
                      <a:gd name="connsiteY6" fmla="*/ 30189 h 37693"/>
                      <a:gd name="connsiteX7" fmla="*/ 60201 w 86844"/>
                      <a:gd name="connsiteY7" fmla="*/ 21146 h 37693"/>
                      <a:gd name="connsiteX8" fmla="*/ 62285 w 86844"/>
                      <a:gd name="connsiteY8" fmla="*/ 20304 h 37693"/>
                      <a:gd name="connsiteX9" fmla="*/ 73589 w 86844"/>
                      <a:gd name="connsiteY9" fmla="*/ 14319 h 37693"/>
                      <a:gd name="connsiteX10" fmla="*/ 84184 w 86844"/>
                      <a:gd name="connsiteY10" fmla="*/ 4079 h 37693"/>
                      <a:gd name="connsiteX11" fmla="*/ 86755 w 86844"/>
                      <a:gd name="connsiteY11" fmla="*/ 177 h 37693"/>
                      <a:gd name="connsiteX12" fmla="*/ 86844 w 86844"/>
                      <a:gd name="connsiteY12" fmla="*/ 0 h 37693"/>
                      <a:gd name="connsiteX13" fmla="*/ 33514 w 86844"/>
                      <a:gd name="connsiteY13" fmla="*/ 18929 h 37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6844" h="37693">
                        <a:moveTo>
                          <a:pt x="33514" y="18929"/>
                        </a:moveTo>
                        <a:cubicBezTo>
                          <a:pt x="22387" y="25313"/>
                          <a:pt x="11127" y="32672"/>
                          <a:pt x="0" y="35199"/>
                        </a:cubicBezTo>
                        <a:cubicBezTo>
                          <a:pt x="1064" y="36307"/>
                          <a:pt x="2483" y="37061"/>
                          <a:pt x="3990" y="37194"/>
                        </a:cubicBezTo>
                        <a:cubicBezTo>
                          <a:pt x="5851" y="37327"/>
                          <a:pt x="7669" y="37460"/>
                          <a:pt x="9354" y="37593"/>
                        </a:cubicBezTo>
                        <a:cubicBezTo>
                          <a:pt x="14452" y="37903"/>
                          <a:pt x="19107" y="37504"/>
                          <a:pt x="24338" y="36263"/>
                        </a:cubicBezTo>
                        <a:cubicBezTo>
                          <a:pt x="27618" y="35288"/>
                          <a:pt x="31253" y="34135"/>
                          <a:pt x="35199" y="32184"/>
                        </a:cubicBezTo>
                        <a:cubicBezTo>
                          <a:pt x="36351" y="31564"/>
                          <a:pt x="37859" y="30943"/>
                          <a:pt x="39454" y="30189"/>
                        </a:cubicBezTo>
                        <a:cubicBezTo>
                          <a:pt x="45572" y="27042"/>
                          <a:pt x="54483" y="23495"/>
                          <a:pt x="60201" y="21146"/>
                        </a:cubicBezTo>
                        <a:cubicBezTo>
                          <a:pt x="60955" y="20836"/>
                          <a:pt x="61664" y="20570"/>
                          <a:pt x="62285" y="20304"/>
                        </a:cubicBezTo>
                        <a:cubicBezTo>
                          <a:pt x="66674" y="18442"/>
                          <a:pt x="70398" y="16491"/>
                          <a:pt x="73589" y="14319"/>
                        </a:cubicBezTo>
                        <a:cubicBezTo>
                          <a:pt x="77934" y="11349"/>
                          <a:pt x="81392" y="7802"/>
                          <a:pt x="84184" y="4079"/>
                        </a:cubicBezTo>
                        <a:cubicBezTo>
                          <a:pt x="85071" y="2837"/>
                          <a:pt x="85958" y="1552"/>
                          <a:pt x="86755" y="177"/>
                        </a:cubicBezTo>
                        <a:lnTo>
                          <a:pt x="86844" y="0"/>
                        </a:lnTo>
                        <a:cubicBezTo>
                          <a:pt x="68447" y="3990"/>
                          <a:pt x="49340" y="9576"/>
                          <a:pt x="33514" y="1892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19" name="Forme libre : forme 22718">
                    <a:extLst>
                      <a:ext uri="{FF2B5EF4-FFF2-40B4-BE49-F238E27FC236}">
                        <a16:creationId xmlns:a16="http://schemas.microsoft.com/office/drawing/2014/main" id="{EFCF25E5-6B1A-4021-BEF9-B7CEA11EFD21}"/>
                      </a:ext>
                    </a:extLst>
                  </p:cNvPr>
                  <p:cNvSpPr/>
                  <p:nvPr/>
                </p:nvSpPr>
                <p:spPr>
                  <a:xfrm>
                    <a:off x="6447751" y="1245533"/>
                    <a:ext cx="41990" cy="19675"/>
                  </a:xfrm>
                  <a:custGeom>
                    <a:avLst/>
                    <a:gdLst>
                      <a:gd name="connsiteX0" fmla="*/ 41908 w 41990"/>
                      <a:gd name="connsiteY0" fmla="*/ 1984 h 19675"/>
                      <a:gd name="connsiteX1" fmla="*/ 22092 w 41990"/>
                      <a:gd name="connsiteY1" fmla="*/ 14840 h 19675"/>
                      <a:gd name="connsiteX2" fmla="*/ 10167 w 41990"/>
                      <a:gd name="connsiteY2" fmla="*/ 18741 h 19675"/>
                      <a:gd name="connsiteX3" fmla="*/ 325 w 41990"/>
                      <a:gd name="connsiteY3" fmla="*/ 18076 h 19675"/>
                      <a:gd name="connsiteX4" fmla="*/ 5911 w 41990"/>
                      <a:gd name="connsiteY4" fmla="*/ 10053 h 19675"/>
                      <a:gd name="connsiteX5" fmla="*/ 17659 w 41990"/>
                      <a:gd name="connsiteY5" fmla="*/ 4201 h 19675"/>
                      <a:gd name="connsiteX6" fmla="*/ 41908 w 41990"/>
                      <a:gd name="connsiteY6" fmla="*/ 1984 h 19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990" h="19675">
                        <a:moveTo>
                          <a:pt x="41908" y="1984"/>
                        </a:moveTo>
                        <a:cubicBezTo>
                          <a:pt x="43282" y="6417"/>
                          <a:pt x="27234" y="12402"/>
                          <a:pt x="22092" y="14840"/>
                        </a:cubicBezTo>
                        <a:cubicBezTo>
                          <a:pt x="19387" y="15860"/>
                          <a:pt x="14644" y="17722"/>
                          <a:pt x="10167" y="18741"/>
                        </a:cubicBezTo>
                        <a:cubicBezTo>
                          <a:pt x="5822" y="19938"/>
                          <a:pt x="1611" y="20249"/>
                          <a:pt x="325" y="18076"/>
                        </a:cubicBezTo>
                        <a:cubicBezTo>
                          <a:pt x="-1005" y="15815"/>
                          <a:pt x="1921" y="12845"/>
                          <a:pt x="5911" y="10053"/>
                        </a:cubicBezTo>
                        <a:cubicBezTo>
                          <a:pt x="9945" y="7393"/>
                          <a:pt x="14999" y="5087"/>
                          <a:pt x="17659" y="4201"/>
                        </a:cubicBezTo>
                        <a:cubicBezTo>
                          <a:pt x="22978" y="1940"/>
                          <a:pt x="40445" y="-2626"/>
                          <a:pt x="41908" y="198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20" name="Forme libre : forme 22719">
                    <a:extLst>
                      <a:ext uri="{FF2B5EF4-FFF2-40B4-BE49-F238E27FC236}">
                        <a16:creationId xmlns:a16="http://schemas.microsoft.com/office/drawing/2014/main" id="{F238DB7C-CA3E-4C4D-A800-09D298527346}"/>
                      </a:ext>
                    </a:extLst>
                  </p:cNvPr>
                  <p:cNvSpPr/>
                  <p:nvPr/>
                </p:nvSpPr>
                <p:spPr>
                  <a:xfrm>
                    <a:off x="6447348" y="1255186"/>
                    <a:ext cx="31094" cy="9923"/>
                  </a:xfrm>
                  <a:custGeom>
                    <a:avLst/>
                    <a:gdLst>
                      <a:gd name="connsiteX0" fmla="*/ 7111 w 31094"/>
                      <a:gd name="connsiteY0" fmla="*/ 0 h 9923"/>
                      <a:gd name="connsiteX1" fmla="*/ 550 w 31094"/>
                      <a:gd name="connsiteY1" fmla="*/ 8556 h 9923"/>
                      <a:gd name="connsiteX2" fmla="*/ 10569 w 31094"/>
                      <a:gd name="connsiteY2" fmla="*/ 9088 h 9923"/>
                      <a:gd name="connsiteX3" fmla="*/ 22716 w 31094"/>
                      <a:gd name="connsiteY3" fmla="*/ 5142 h 9923"/>
                      <a:gd name="connsiteX4" fmla="*/ 31094 w 31094"/>
                      <a:gd name="connsiteY4" fmla="*/ 1197 h 9923"/>
                      <a:gd name="connsiteX5" fmla="*/ 26306 w 31094"/>
                      <a:gd name="connsiteY5" fmla="*/ 2571 h 9923"/>
                      <a:gd name="connsiteX6" fmla="*/ 7111 w 31094"/>
                      <a:gd name="connsiteY6" fmla="*/ 0 h 9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094" h="9923">
                        <a:moveTo>
                          <a:pt x="7111" y="0"/>
                        </a:moveTo>
                        <a:cubicBezTo>
                          <a:pt x="4895" y="2128"/>
                          <a:pt x="-1977" y="6162"/>
                          <a:pt x="550" y="8556"/>
                        </a:cubicBezTo>
                        <a:cubicBezTo>
                          <a:pt x="2501" y="10373"/>
                          <a:pt x="6402" y="10196"/>
                          <a:pt x="10569" y="9088"/>
                        </a:cubicBezTo>
                        <a:cubicBezTo>
                          <a:pt x="14781" y="8157"/>
                          <a:pt x="19347" y="6384"/>
                          <a:pt x="22716" y="5142"/>
                        </a:cubicBezTo>
                        <a:cubicBezTo>
                          <a:pt x="24711" y="4433"/>
                          <a:pt x="28966" y="2305"/>
                          <a:pt x="31094" y="1197"/>
                        </a:cubicBezTo>
                        <a:cubicBezTo>
                          <a:pt x="29764" y="1551"/>
                          <a:pt x="27592" y="2350"/>
                          <a:pt x="26306" y="2571"/>
                        </a:cubicBezTo>
                        <a:cubicBezTo>
                          <a:pt x="18903" y="3458"/>
                          <a:pt x="9993" y="4876"/>
                          <a:pt x="7111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21" name="Forme libre : forme 22720">
                    <a:extLst>
                      <a:ext uri="{FF2B5EF4-FFF2-40B4-BE49-F238E27FC236}">
                        <a16:creationId xmlns:a16="http://schemas.microsoft.com/office/drawing/2014/main" id="{DB62470C-6523-4487-9B33-3048FDD3402A}"/>
                      </a:ext>
                    </a:extLst>
                  </p:cNvPr>
                  <p:cNvSpPr/>
                  <p:nvPr/>
                </p:nvSpPr>
                <p:spPr>
                  <a:xfrm>
                    <a:off x="6450402" y="1245814"/>
                    <a:ext cx="41916" cy="19583"/>
                  </a:xfrm>
                  <a:custGeom>
                    <a:avLst/>
                    <a:gdLst>
                      <a:gd name="connsiteX0" fmla="*/ 41917 w 41916"/>
                      <a:gd name="connsiteY0" fmla="*/ 2146 h 19583"/>
                      <a:gd name="connsiteX1" fmla="*/ 33893 w 41916"/>
                      <a:gd name="connsiteY1" fmla="*/ 9461 h 19583"/>
                      <a:gd name="connsiteX2" fmla="*/ 21835 w 41916"/>
                      <a:gd name="connsiteY2" fmla="*/ 15135 h 19583"/>
                      <a:gd name="connsiteX3" fmla="*/ 10043 w 41916"/>
                      <a:gd name="connsiteY3" fmla="*/ 18859 h 19583"/>
                      <a:gd name="connsiteX4" fmla="*/ 379 w 41916"/>
                      <a:gd name="connsiteY4" fmla="*/ 17884 h 19583"/>
                      <a:gd name="connsiteX5" fmla="*/ 5964 w 41916"/>
                      <a:gd name="connsiteY5" fmla="*/ 9948 h 19583"/>
                      <a:gd name="connsiteX6" fmla="*/ 17668 w 41916"/>
                      <a:gd name="connsiteY6" fmla="*/ 4318 h 19583"/>
                      <a:gd name="connsiteX7" fmla="*/ 31632 w 41916"/>
                      <a:gd name="connsiteY7" fmla="*/ 506 h 19583"/>
                      <a:gd name="connsiteX8" fmla="*/ 41917 w 41916"/>
                      <a:gd name="connsiteY8" fmla="*/ 2146 h 19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916" h="19583">
                        <a:moveTo>
                          <a:pt x="41917" y="2146"/>
                        </a:moveTo>
                        <a:cubicBezTo>
                          <a:pt x="41917" y="4629"/>
                          <a:pt x="38237" y="7200"/>
                          <a:pt x="33893" y="9461"/>
                        </a:cubicBezTo>
                        <a:cubicBezTo>
                          <a:pt x="29593" y="11810"/>
                          <a:pt x="24628" y="13849"/>
                          <a:pt x="21835" y="15135"/>
                        </a:cubicBezTo>
                        <a:cubicBezTo>
                          <a:pt x="18953" y="16243"/>
                          <a:pt x="14343" y="18017"/>
                          <a:pt x="10043" y="18859"/>
                        </a:cubicBezTo>
                        <a:cubicBezTo>
                          <a:pt x="5787" y="19834"/>
                          <a:pt x="1841" y="20100"/>
                          <a:pt x="379" y="17884"/>
                        </a:cubicBezTo>
                        <a:cubicBezTo>
                          <a:pt x="-1084" y="15711"/>
                          <a:pt x="1886" y="12653"/>
                          <a:pt x="5964" y="9948"/>
                        </a:cubicBezTo>
                        <a:cubicBezTo>
                          <a:pt x="10087" y="7377"/>
                          <a:pt x="15185" y="5116"/>
                          <a:pt x="17668" y="4318"/>
                        </a:cubicBezTo>
                        <a:cubicBezTo>
                          <a:pt x="20106" y="3343"/>
                          <a:pt x="26179" y="1437"/>
                          <a:pt x="31632" y="506"/>
                        </a:cubicBezTo>
                        <a:cubicBezTo>
                          <a:pt x="37129" y="-336"/>
                          <a:pt x="41917" y="-336"/>
                          <a:pt x="41917" y="214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22" name="Forme libre : forme 22721">
                    <a:extLst>
                      <a:ext uri="{FF2B5EF4-FFF2-40B4-BE49-F238E27FC236}">
                        <a16:creationId xmlns:a16="http://schemas.microsoft.com/office/drawing/2014/main" id="{7DF657BA-CFB0-4F12-860F-33DBB13D8F00}"/>
                      </a:ext>
                    </a:extLst>
                  </p:cNvPr>
                  <p:cNvSpPr/>
                  <p:nvPr/>
                </p:nvSpPr>
                <p:spPr>
                  <a:xfrm>
                    <a:off x="6428575" y="1255326"/>
                    <a:ext cx="53652" cy="21154"/>
                  </a:xfrm>
                  <a:custGeom>
                    <a:avLst/>
                    <a:gdLst>
                      <a:gd name="connsiteX0" fmla="*/ 2167 w 53652"/>
                      <a:gd name="connsiteY0" fmla="*/ 19499 h 21154"/>
                      <a:gd name="connsiteX1" fmla="*/ 9970 w 53652"/>
                      <a:gd name="connsiteY1" fmla="*/ 21095 h 21154"/>
                      <a:gd name="connsiteX2" fmla="*/ 19900 w 53652"/>
                      <a:gd name="connsiteY2" fmla="*/ 20385 h 21154"/>
                      <a:gd name="connsiteX3" fmla="*/ 30317 w 53652"/>
                      <a:gd name="connsiteY3" fmla="*/ 18124 h 21154"/>
                      <a:gd name="connsiteX4" fmla="*/ 48271 w 53652"/>
                      <a:gd name="connsiteY4" fmla="*/ 9214 h 21154"/>
                      <a:gd name="connsiteX5" fmla="*/ 53059 w 53652"/>
                      <a:gd name="connsiteY5" fmla="*/ 791 h 21154"/>
                      <a:gd name="connsiteX6" fmla="*/ 45789 w 53652"/>
                      <a:gd name="connsiteY6" fmla="*/ 436 h 21154"/>
                      <a:gd name="connsiteX7" fmla="*/ 25840 w 53652"/>
                      <a:gd name="connsiteY7" fmla="*/ 1633 h 21154"/>
                      <a:gd name="connsiteX8" fmla="*/ 16043 w 53652"/>
                      <a:gd name="connsiteY8" fmla="*/ 1678 h 21154"/>
                      <a:gd name="connsiteX9" fmla="*/ 5625 w 53652"/>
                      <a:gd name="connsiteY9" fmla="*/ 5756 h 21154"/>
                      <a:gd name="connsiteX10" fmla="*/ 172 w 53652"/>
                      <a:gd name="connsiteY10" fmla="*/ 13514 h 21154"/>
                      <a:gd name="connsiteX11" fmla="*/ 2167 w 53652"/>
                      <a:gd name="connsiteY11" fmla="*/ 19499 h 21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3652" h="21154">
                        <a:moveTo>
                          <a:pt x="2167" y="19499"/>
                        </a:moveTo>
                        <a:cubicBezTo>
                          <a:pt x="4783" y="21139"/>
                          <a:pt x="6246" y="21272"/>
                          <a:pt x="9970" y="21095"/>
                        </a:cubicBezTo>
                        <a:cubicBezTo>
                          <a:pt x="13516" y="20873"/>
                          <a:pt x="16619" y="20696"/>
                          <a:pt x="19900" y="20385"/>
                        </a:cubicBezTo>
                        <a:cubicBezTo>
                          <a:pt x="23180" y="20031"/>
                          <a:pt x="26416" y="19277"/>
                          <a:pt x="30317" y="18124"/>
                        </a:cubicBezTo>
                        <a:cubicBezTo>
                          <a:pt x="36701" y="15952"/>
                          <a:pt x="43528" y="12805"/>
                          <a:pt x="48271" y="9214"/>
                        </a:cubicBezTo>
                        <a:cubicBezTo>
                          <a:pt x="51818" y="6554"/>
                          <a:pt x="55010" y="3141"/>
                          <a:pt x="53059" y="791"/>
                        </a:cubicBezTo>
                        <a:cubicBezTo>
                          <a:pt x="51862" y="-628"/>
                          <a:pt x="48582" y="259"/>
                          <a:pt x="45789" y="436"/>
                        </a:cubicBezTo>
                        <a:cubicBezTo>
                          <a:pt x="39184" y="880"/>
                          <a:pt x="32889" y="1855"/>
                          <a:pt x="25840" y="1633"/>
                        </a:cubicBezTo>
                        <a:cubicBezTo>
                          <a:pt x="22870" y="1633"/>
                          <a:pt x="19501" y="1323"/>
                          <a:pt x="16043" y="1678"/>
                        </a:cubicBezTo>
                        <a:cubicBezTo>
                          <a:pt x="12674" y="2210"/>
                          <a:pt x="8994" y="3185"/>
                          <a:pt x="5625" y="5756"/>
                        </a:cubicBezTo>
                        <a:cubicBezTo>
                          <a:pt x="2655" y="8150"/>
                          <a:pt x="793" y="10987"/>
                          <a:pt x="172" y="13514"/>
                        </a:cubicBezTo>
                        <a:cubicBezTo>
                          <a:pt x="-360" y="16129"/>
                          <a:pt x="350" y="18346"/>
                          <a:pt x="2167" y="1949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23" name="Forme libre : forme 22722">
                    <a:extLst>
                      <a:ext uri="{FF2B5EF4-FFF2-40B4-BE49-F238E27FC236}">
                        <a16:creationId xmlns:a16="http://schemas.microsoft.com/office/drawing/2014/main" id="{C3B1828F-7025-4936-A889-E6703A7C7101}"/>
                      </a:ext>
                    </a:extLst>
                  </p:cNvPr>
                  <p:cNvSpPr/>
                  <p:nvPr/>
                </p:nvSpPr>
                <p:spPr>
                  <a:xfrm>
                    <a:off x="6437034" y="1252270"/>
                    <a:ext cx="15257" cy="12658"/>
                  </a:xfrm>
                  <a:custGeom>
                    <a:avLst/>
                    <a:gdLst>
                      <a:gd name="connsiteX0" fmla="*/ 890 w 15257"/>
                      <a:gd name="connsiteY0" fmla="*/ 10231 h 12658"/>
                      <a:gd name="connsiteX1" fmla="*/ 4 w 15257"/>
                      <a:gd name="connsiteY1" fmla="*/ 12181 h 12658"/>
                      <a:gd name="connsiteX2" fmla="*/ 1777 w 15257"/>
                      <a:gd name="connsiteY2" fmla="*/ 12403 h 12658"/>
                      <a:gd name="connsiteX3" fmla="*/ 4747 w 15257"/>
                      <a:gd name="connsiteY3" fmla="*/ 10763 h 12658"/>
                      <a:gd name="connsiteX4" fmla="*/ 11574 w 15257"/>
                      <a:gd name="connsiteY4" fmla="*/ 5886 h 12658"/>
                      <a:gd name="connsiteX5" fmla="*/ 13924 w 15257"/>
                      <a:gd name="connsiteY5" fmla="*/ 3891 h 12658"/>
                      <a:gd name="connsiteX6" fmla="*/ 10510 w 15257"/>
                      <a:gd name="connsiteY6" fmla="*/ 1187 h 12658"/>
                      <a:gd name="connsiteX7" fmla="*/ 890 w 15257"/>
                      <a:gd name="connsiteY7" fmla="*/ 10231 h 12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257" h="12658">
                        <a:moveTo>
                          <a:pt x="890" y="10231"/>
                        </a:moveTo>
                        <a:cubicBezTo>
                          <a:pt x="314" y="10984"/>
                          <a:pt x="-41" y="11516"/>
                          <a:pt x="4" y="12181"/>
                        </a:cubicBezTo>
                        <a:cubicBezTo>
                          <a:pt x="92" y="12846"/>
                          <a:pt x="846" y="12713"/>
                          <a:pt x="1777" y="12403"/>
                        </a:cubicBezTo>
                        <a:cubicBezTo>
                          <a:pt x="2664" y="12093"/>
                          <a:pt x="3861" y="11383"/>
                          <a:pt x="4747" y="10763"/>
                        </a:cubicBezTo>
                        <a:cubicBezTo>
                          <a:pt x="7052" y="9211"/>
                          <a:pt x="9402" y="7394"/>
                          <a:pt x="11574" y="5886"/>
                        </a:cubicBezTo>
                        <a:cubicBezTo>
                          <a:pt x="12461" y="5221"/>
                          <a:pt x="13303" y="4645"/>
                          <a:pt x="13924" y="3891"/>
                        </a:cubicBezTo>
                        <a:cubicBezTo>
                          <a:pt x="16495" y="833"/>
                          <a:pt x="15342" y="-1517"/>
                          <a:pt x="10510" y="1187"/>
                        </a:cubicBezTo>
                        <a:cubicBezTo>
                          <a:pt x="6698" y="3182"/>
                          <a:pt x="3196" y="7261"/>
                          <a:pt x="890" y="1023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24" name="Forme libre : forme 22723">
                    <a:extLst>
                      <a:ext uri="{FF2B5EF4-FFF2-40B4-BE49-F238E27FC236}">
                        <a16:creationId xmlns:a16="http://schemas.microsoft.com/office/drawing/2014/main" id="{D4404DA7-616C-44B6-ACE8-538CBC9FC952}"/>
                      </a:ext>
                    </a:extLst>
                  </p:cNvPr>
                  <p:cNvSpPr/>
                  <p:nvPr/>
                </p:nvSpPr>
                <p:spPr>
                  <a:xfrm>
                    <a:off x="6483319" y="1246143"/>
                    <a:ext cx="22209" cy="20037"/>
                  </a:xfrm>
                  <a:custGeom>
                    <a:avLst/>
                    <a:gdLst>
                      <a:gd name="connsiteX0" fmla="*/ 22210 w 22209"/>
                      <a:gd name="connsiteY0" fmla="*/ 0 h 20037"/>
                      <a:gd name="connsiteX1" fmla="*/ 0 w 22209"/>
                      <a:gd name="connsiteY1" fmla="*/ 20038 h 20037"/>
                      <a:gd name="connsiteX2" fmla="*/ 22210 w 22209"/>
                      <a:gd name="connsiteY2" fmla="*/ 0 h 20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2209" h="20037">
                        <a:moveTo>
                          <a:pt x="22210" y="0"/>
                        </a:moveTo>
                        <a:cubicBezTo>
                          <a:pt x="19949" y="7049"/>
                          <a:pt x="7182" y="14895"/>
                          <a:pt x="0" y="20038"/>
                        </a:cubicBezTo>
                        <a:cubicBezTo>
                          <a:pt x="7891" y="14496"/>
                          <a:pt x="16535" y="6339"/>
                          <a:pt x="2221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25" name="Forme libre : forme 22724">
                    <a:extLst>
                      <a:ext uri="{FF2B5EF4-FFF2-40B4-BE49-F238E27FC236}">
                        <a16:creationId xmlns:a16="http://schemas.microsoft.com/office/drawing/2014/main" id="{2ADB2323-39FF-4873-81BF-1369CBFF178F}"/>
                      </a:ext>
                    </a:extLst>
                  </p:cNvPr>
                  <p:cNvSpPr/>
                  <p:nvPr/>
                </p:nvSpPr>
                <p:spPr>
                  <a:xfrm>
                    <a:off x="6419350" y="1248226"/>
                    <a:ext cx="21677" cy="28105"/>
                  </a:xfrm>
                  <a:custGeom>
                    <a:avLst/>
                    <a:gdLst>
                      <a:gd name="connsiteX0" fmla="*/ 21678 w 21677"/>
                      <a:gd name="connsiteY0" fmla="*/ 0 h 28105"/>
                      <a:gd name="connsiteX1" fmla="*/ 0 w 21677"/>
                      <a:gd name="connsiteY1" fmla="*/ 28106 h 28105"/>
                      <a:gd name="connsiteX2" fmla="*/ 3103 w 21677"/>
                      <a:gd name="connsiteY2" fmla="*/ 20924 h 28105"/>
                      <a:gd name="connsiteX3" fmla="*/ 8201 w 21677"/>
                      <a:gd name="connsiteY3" fmla="*/ 13388 h 28105"/>
                      <a:gd name="connsiteX4" fmla="*/ 21678 w 21677"/>
                      <a:gd name="connsiteY4" fmla="*/ 0 h 28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77" h="28105">
                        <a:moveTo>
                          <a:pt x="21678" y="0"/>
                        </a:moveTo>
                        <a:cubicBezTo>
                          <a:pt x="9841" y="7137"/>
                          <a:pt x="3059" y="18619"/>
                          <a:pt x="0" y="28106"/>
                        </a:cubicBezTo>
                        <a:cubicBezTo>
                          <a:pt x="576" y="25756"/>
                          <a:pt x="1685" y="23451"/>
                          <a:pt x="3103" y="20924"/>
                        </a:cubicBezTo>
                        <a:cubicBezTo>
                          <a:pt x="4477" y="18397"/>
                          <a:pt x="6162" y="15782"/>
                          <a:pt x="8201" y="13388"/>
                        </a:cubicBezTo>
                        <a:cubicBezTo>
                          <a:pt x="12147" y="8334"/>
                          <a:pt x="17156" y="3768"/>
                          <a:pt x="2167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26" name="Forme libre : forme 22725">
                    <a:extLst>
                      <a:ext uri="{FF2B5EF4-FFF2-40B4-BE49-F238E27FC236}">
                        <a16:creationId xmlns:a16="http://schemas.microsoft.com/office/drawing/2014/main" id="{F1E17B5E-DC38-477E-A654-714F8D07FB46}"/>
                      </a:ext>
                    </a:extLst>
                  </p:cNvPr>
                  <p:cNvSpPr/>
                  <p:nvPr/>
                </p:nvSpPr>
                <p:spPr>
                  <a:xfrm>
                    <a:off x="6463208" y="1248134"/>
                    <a:ext cx="16242" cy="5812"/>
                  </a:xfrm>
                  <a:custGeom>
                    <a:avLst/>
                    <a:gdLst>
                      <a:gd name="connsiteX0" fmla="*/ 16210 w 16242"/>
                      <a:gd name="connsiteY0" fmla="*/ 1024 h 5812"/>
                      <a:gd name="connsiteX1" fmla="*/ 7211 w 16242"/>
                      <a:gd name="connsiteY1" fmla="*/ 4925 h 5812"/>
                      <a:gd name="connsiteX2" fmla="*/ 30 w 16242"/>
                      <a:gd name="connsiteY2" fmla="*/ 4747 h 5812"/>
                      <a:gd name="connsiteX3" fmla="*/ 8497 w 16242"/>
                      <a:gd name="connsiteY3" fmla="*/ 802 h 5812"/>
                      <a:gd name="connsiteX4" fmla="*/ 16210 w 16242"/>
                      <a:gd name="connsiteY4" fmla="*/ 1024 h 5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2" h="5812">
                        <a:moveTo>
                          <a:pt x="16210" y="1024"/>
                        </a:moveTo>
                        <a:cubicBezTo>
                          <a:pt x="15678" y="2886"/>
                          <a:pt x="9206" y="4348"/>
                          <a:pt x="7211" y="4925"/>
                        </a:cubicBezTo>
                        <a:cubicBezTo>
                          <a:pt x="5216" y="5412"/>
                          <a:pt x="-458" y="6742"/>
                          <a:pt x="30" y="4747"/>
                        </a:cubicBezTo>
                        <a:cubicBezTo>
                          <a:pt x="517" y="2620"/>
                          <a:pt x="6635" y="1290"/>
                          <a:pt x="8497" y="802"/>
                        </a:cubicBezTo>
                        <a:cubicBezTo>
                          <a:pt x="10447" y="314"/>
                          <a:pt x="16742" y="-838"/>
                          <a:pt x="16210" y="102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27" name="Forme libre : forme 22726">
                    <a:extLst>
                      <a:ext uri="{FF2B5EF4-FFF2-40B4-BE49-F238E27FC236}">
                        <a16:creationId xmlns:a16="http://schemas.microsoft.com/office/drawing/2014/main" id="{BE0FEB54-51C3-4B05-BA19-5D7105915380}"/>
                      </a:ext>
                    </a:extLst>
                  </p:cNvPr>
                  <p:cNvSpPr/>
                  <p:nvPr/>
                </p:nvSpPr>
                <p:spPr>
                  <a:xfrm>
                    <a:off x="6477188" y="1247632"/>
                    <a:ext cx="4590" cy="2086"/>
                  </a:xfrm>
                  <a:custGeom>
                    <a:avLst/>
                    <a:gdLst>
                      <a:gd name="connsiteX0" fmla="*/ 4535 w 4590"/>
                      <a:gd name="connsiteY0" fmla="*/ 284 h 2086"/>
                      <a:gd name="connsiteX1" fmla="*/ 2717 w 4590"/>
                      <a:gd name="connsiteY1" fmla="*/ 1703 h 2086"/>
                      <a:gd name="connsiteX2" fmla="*/ 57 w 4590"/>
                      <a:gd name="connsiteY2" fmla="*/ 1791 h 2086"/>
                      <a:gd name="connsiteX3" fmla="*/ 1831 w 4590"/>
                      <a:gd name="connsiteY3" fmla="*/ 373 h 2086"/>
                      <a:gd name="connsiteX4" fmla="*/ 4535 w 4590"/>
                      <a:gd name="connsiteY4" fmla="*/ 284 h 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90" h="2086">
                        <a:moveTo>
                          <a:pt x="4535" y="284"/>
                        </a:moveTo>
                        <a:cubicBezTo>
                          <a:pt x="4890" y="860"/>
                          <a:pt x="3471" y="1481"/>
                          <a:pt x="2717" y="1703"/>
                        </a:cubicBezTo>
                        <a:cubicBezTo>
                          <a:pt x="1964" y="1969"/>
                          <a:pt x="412" y="2367"/>
                          <a:pt x="57" y="1791"/>
                        </a:cubicBezTo>
                        <a:cubicBezTo>
                          <a:pt x="-297" y="1215"/>
                          <a:pt x="1077" y="639"/>
                          <a:pt x="1831" y="373"/>
                        </a:cubicBezTo>
                        <a:cubicBezTo>
                          <a:pt x="2584" y="151"/>
                          <a:pt x="4180" y="-292"/>
                          <a:pt x="4535" y="2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28" name="Forme libre : forme 22727">
                    <a:extLst>
                      <a:ext uri="{FF2B5EF4-FFF2-40B4-BE49-F238E27FC236}">
                        <a16:creationId xmlns:a16="http://schemas.microsoft.com/office/drawing/2014/main" id="{8B2CE9CF-A8AD-4C42-B95C-493992BDE552}"/>
                      </a:ext>
                    </a:extLst>
                  </p:cNvPr>
                  <p:cNvSpPr/>
                  <p:nvPr/>
                </p:nvSpPr>
                <p:spPr>
                  <a:xfrm>
                    <a:off x="6459403" y="1235989"/>
                    <a:ext cx="43608" cy="10019"/>
                  </a:xfrm>
                  <a:custGeom>
                    <a:avLst/>
                    <a:gdLst>
                      <a:gd name="connsiteX0" fmla="*/ 31630 w 43608"/>
                      <a:gd name="connsiteY0" fmla="*/ 2307 h 10019"/>
                      <a:gd name="connsiteX1" fmla="*/ 43156 w 43608"/>
                      <a:gd name="connsiteY1" fmla="*/ 6519 h 10019"/>
                      <a:gd name="connsiteX2" fmla="*/ 40983 w 43608"/>
                      <a:gd name="connsiteY2" fmla="*/ 9755 h 10019"/>
                      <a:gd name="connsiteX3" fmla="*/ 35841 w 43608"/>
                      <a:gd name="connsiteY3" fmla="*/ 9444 h 10019"/>
                      <a:gd name="connsiteX4" fmla="*/ 20059 w 43608"/>
                      <a:gd name="connsiteY4" fmla="*/ 7627 h 10019"/>
                      <a:gd name="connsiteX5" fmla="*/ 110 w 43608"/>
                      <a:gd name="connsiteY5" fmla="*/ 7583 h 10019"/>
                      <a:gd name="connsiteX6" fmla="*/ 9331 w 43608"/>
                      <a:gd name="connsiteY6" fmla="*/ 1908 h 10019"/>
                      <a:gd name="connsiteX7" fmla="*/ 20857 w 43608"/>
                      <a:gd name="connsiteY7" fmla="*/ 2 h 10019"/>
                      <a:gd name="connsiteX8" fmla="*/ 31630 w 43608"/>
                      <a:gd name="connsiteY8" fmla="*/ 2307 h 10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608" h="10019">
                        <a:moveTo>
                          <a:pt x="31630" y="2307"/>
                        </a:moveTo>
                        <a:cubicBezTo>
                          <a:pt x="36506" y="3327"/>
                          <a:pt x="39920" y="3947"/>
                          <a:pt x="43156" y="6519"/>
                        </a:cubicBezTo>
                        <a:cubicBezTo>
                          <a:pt x="44353" y="7494"/>
                          <a:pt x="43023" y="9179"/>
                          <a:pt x="40983" y="9755"/>
                        </a:cubicBezTo>
                        <a:cubicBezTo>
                          <a:pt x="38944" y="10331"/>
                          <a:pt x="37437" y="9843"/>
                          <a:pt x="35841" y="9444"/>
                        </a:cubicBezTo>
                        <a:cubicBezTo>
                          <a:pt x="30921" y="8070"/>
                          <a:pt x="25822" y="7760"/>
                          <a:pt x="20059" y="7627"/>
                        </a:cubicBezTo>
                        <a:cubicBezTo>
                          <a:pt x="16513" y="7405"/>
                          <a:pt x="-1574" y="11883"/>
                          <a:pt x="110" y="7583"/>
                        </a:cubicBezTo>
                        <a:cubicBezTo>
                          <a:pt x="953" y="5233"/>
                          <a:pt x="4987" y="3371"/>
                          <a:pt x="9331" y="1908"/>
                        </a:cubicBezTo>
                        <a:cubicBezTo>
                          <a:pt x="13720" y="667"/>
                          <a:pt x="18419" y="-42"/>
                          <a:pt x="20857" y="2"/>
                        </a:cubicBezTo>
                        <a:cubicBezTo>
                          <a:pt x="25734" y="179"/>
                          <a:pt x="27995" y="1598"/>
                          <a:pt x="31630" y="230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92" name="Graphique 2">
                  <a:extLst>
                    <a:ext uri="{FF2B5EF4-FFF2-40B4-BE49-F238E27FC236}">
                      <a16:creationId xmlns:a16="http://schemas.microsoft.com/office/drawing/2014/main" id="{9F8CAB1D-4255-4564-AA9C-95010E8695DA}"/>
                    </a:ext>
                  </a:extLst>
                </p:cNvPr>
                <p:cNvGrpSpPr/>
                <p:nvPr/>
              </p:nvGrpSpPr>
              <p:grpSpPr>
                <a:xfrm>
                  <a:off x="6507411" y="1223490"/>
                  <a:ext cx="94691" cy="40820"/>
                  <a:chOff x="6507411" y="1223490"/>
                  <a:chExt cx="94691" cy="40820"/>
                </a:xfrm>
                <a:solidFill>
                  <a:schemeClr val="accent1"/>
                </a:solidFill>
              </p:grpSpPr>
              <p:sp>
                <p:nvSpPr>
                  <p:cNvPr id="22705" name="Forme libre : forme 22704">
                    <a:extLst>
                      <a:ext uri="{FF2B5EF4-FFF2-40B4-BE49-F238E27FC236}">
                        <a16:creationId xmlns:a16="http://schemas.microsoft.com/office/drawing/2014/main" id="{8F63F395-3328-4808-8978-3105B5D7DE47}"/>
                      </a:ext>
                    </a:extLst>
                  </p:cNvPr>
                  <p:cNvSpPr/>
                  <p:nvPr/>
                </p:nvSpPr>
                <p:spPr>
                  <a:xfrm>
                    <a:off x="6507411" y="1223490"/>
                    <a:ext cx="94691" cy="40820"/>
                  </a:xfrm>
                  <a:custGeom>
                    <a:avLst/>
                    <a:gdLst>
                      <a:gd name="connsiteX0" fmla="*/ 60270 w 94691"/>
                      <a:gd name="connsiteY0" fmla="*/ 39410 h 40820"/>
                      <a:gd name="connsiteX1" fmla="*/ 46173 w 94691"/>
                      <a:gd name="connsiteY1" fmla="*/ 36795 h 40820"/>
                      <a:gd name="connsiteX2" fmla="*/ 38282 w 94691"/>
                      <a:gd name="connsiteY2" fmla="*/ 35731 h 40820"/>
                      <a:gd name="connsiteX3" fmla="*/ 31810 w 94691"/>
                      <a:gd name="connsiteY3" fmla="*/ 35022 h 40820"/>
                      <a:gd name="connsiteX4" fmla="*/ 2729 w 94691"/>
                      <a:gd name="connsiteY4" fmla="*/ 23407 h 40820"/>
                      <a:gd name="connsiteX5" fmla="*/ 1576 w 94691"/>
                      <a:gd name="connsiteY5" fmla="*/ 13432 h 40820"/>
                      <a:gd name="connsiteX6" fmla="*/ 34470 w 94691"/>
                      <a:gd name="connsiteY6" fmla="*/ 0 h 40820"/>
                      <a:gd name="connsiteX7" fmla="*/ 42094 w 94691"/>
                      <a:gd name="connsiteY7" fmla="*/ 355 h 40820"/>
                      <a:gd name="connsiteX8" fmla="*/ 51271 w 94691"/>
                      <a:gd name="connsiteY8" fmla="*/ 1463 h 40820"/>
                      <a:gd name="connsiteX9" fmla="*/ 60359 w 94691"/>
                      <a:gd name="connsiteY9" fmla="*/ 3236 h 40820"/>
                      <a:gd name="connsiteX10" fmla="*/ 67851 w 94691"/>
                      <a:gd name="connsiteY10" fmla="*/ 5187 h 40820"/>
                      <a:gd name="connsiteX11" fmla="*/ 94006 w 94691"/>
                      <a:gd name="connsiteY11" fmla="*/ 27973 h 40820"/>
                      <a:gd name="connsiteX12" fmla="*/ 91124 w 94691"/>
                      <a:gd name="connsiteY12" fmla="*/ 37327 h 40820"/>
                      <a:gd name="connsiteX13" fmla="*/ 60270 w 94691"/>
                      <a:gd name="connsiteY13" fmla="*/ 39410 h 40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91" h="40820">
                        <a:moveTo>
                          <a:pt x="60270" y="39410"/>
                        </a:moveTo>
                        <a:cubicBezTo>
                          <a:pt x="56901" y="38745"/>
                          <a:pt x="51537" y="37681"/>
                          <a:pt x="46173" y="36795"/>
                        </a:cubicBezTo>
                        <a:cubicBezTo>
                          <a:pt x="43469" y="36440"/>
                          <a:pt x="40765" y="36041"/>
                          <a:pt x="38282" y="35731"/>
                        </a:cubicBezTo>
                        <a:cubicBezTo>
                          <a:pt x="35800" y="35509"/>
                          <a:pt x="33539" y="35243"/>
                          <a:pt x="31810" y="35022"/>
                        </a:cubicBezTo>
                        <a:cubicBezTo>
                          <a:pt x="18599" y="33780"/>
                          <a:pt x="11462" y="29702"/>
                          <a:pt x="2729" y="23407"/>
                        </a:cubicBezTo>
                        <a:cubicBezTo>
                          <a:pt x="-286" y="21323"/>
                          <a:pt x="-995" y="16225"/>
                          <a:pt x="1576" y="13432"/>
                        </a:cubicBezTo>
                        <a:cubicBezTo>
                          <a:pt x="8935" y="5408"/>
                          <a:pt x="18643" y="44"/>
                          <a:pt x="34470" y="0"/>
                        </a:cubicBezTo>
                        <a:cubicBezTo>
                          <a:pt x="36553" y="44"/>
                          <a:pt x="39213" y="177"/>
                          <a:pt x="42094" y="355"/>
                        </a:cubicBezTo>
                        <a:cubicBezTo>
                          <a:pt x="44976" y="621"/>
                          <a:pt x="48123" y="1020"/>
                          <a:pt x="51271" y="1463"/>
                        </a:cubicBezTo>
                        <a:cubicBezTo>
                          <a:pt x="54374" y="2039"/>
                          <a:pt x="57522" y="2616"/>
                          <a:pt x="60359" y="3236"/>
                        </a:cubicBezTo>
                        <a:cubicBezTo>
                          <a:pt x="63196" y="3990"/>
                          <a:pt x="65767" y="4655"/>
                          <a:pt x="67851" y="5187"/>
                        </a:cubicBezTo>
                        <a:cubicBezTo>
                          <a:pt x="83278" y="10019"/>
                          <a:pt x="89529" y="18220"/>
                          <a:pt x="94006" y="27973"/>
                        </a:cubicBezTo>
                        <a:cubicBezTo>
                          <a:pt x="95602" y="31298"/>
                          <a:pt x="94316" y="36174"/>
                          <a:pt x="91124" y="37327"/>
                        </a:cubicBezTo>
                        <a:cubicBezTo>
                          <a:pt x="81682" y="40962"/>
                          <a:pt x="72860" y="41937"/>
                          <a:pt x="60270" y="3941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06" name="Forme libre : forme 22705">
                    <a:extLst>
                      <a:ext uri="{FF2B5EF4-FFF2-40B4-BE49-F238E27FC236}">
                        <a16:creationId xmlns:a16="http://schemas.microsoft.com/office/drawing/2014/main" id="{D2276BDA-5AEF-400E-BB15-59391178AD63}"/>
                      </a:ext>
                    </a:extLst>
                  </p:cNvPr>
                  <p:cNvSpPr/>
                  <p:nvPr/>
                </p:nvSpPr>
                <p:spPr>
                  <a:xfrm>
                    <a:off x="6507612" y="1243084"/>
                    <a:ext cx="90967" cy="21151"/>
                  </a:xfrm>
                  <a:custGeom>
                    <a:avLst/>
                    <a:gdLst>
                      <a:gd name="connsiteX0" fmla="*/ 37017 w 90967"/>
                      <a:gd name="connsiteY0" fmla="*/ 3192 h 21151"/>
                      <a:gd name="connsiteX1" fmla="*/ 0 w 90967"/>
                      <a:gd name="connsiteY1" fmla="*/ 0 h 21151"/>
                      <a:gd name="connsiteX2" fmla="*/ 2438 w 90967"/>
                      <a:gd name="connsiteY2" fmla="*/ 3724 h 21151"/>
                      <a:gd name="connsiteX3" fmla="*/ 6872 w 90967"/>
                      <a:gd name="connsiteY3" fmla="*/ 6783 h 21151"/>
                      <a:gd name="connsiteX4" fmla="*/ 13255 w 90967"/>
                      <a:gd name="connsiteY4" fmla="*/ 10462 h 21151"/>
                      <a:gd name="connsiteX5" fmla="*/ 20304 w 90967"/>
                      <a:gd name="connsiteY5" fmla="*/ 13255 h 21151"/>
                      <a:gd name="connsiteX6" fmla="*/ 31520 w 90967"/>
                      <a:gd name="connsiteY6" fmla="*/ 15383 h 21151"/>
                      <a:gd name="connsiteX7" fmla="*/ 36130 w 90967"/>
                      <a:gd name="connsiteY7" fmla="*/ 15915 h 21151"/>
                      <a:gd name="connsiteX8" fmla="*/ 57896 w 90967"/>
                      <a:gd name="connsiteY8" fmla="*/ 19328 h 21151"/>
                      <a:gd name="connsiteX9" fmla="*/ 59980 w 90967"/>
                      <a:gd name="connsiteY9" fmla="*/ 19772 h 21151"/>
                      <a:gd name="connsiteX10" fmla="*/ 72171 w 90967"/>
                      <a:gd name="connsiteY10" fmla="*/ 21146 h 21151"/>
                      <a:gd name="connsiteX11" fmla="*/ 86401 w 90967"/>
                      <a:gd name="connsiteY11" fmla="*/ 19195 h 21151"/>
                      <a:gd name="connsiteX12" fmla="*/ 90834 w 90967"/>
                      <a:gd name="connsiteY12" fmla="*/ 17644 h 21151"/>
                      <a:gd name="connsiteX13" fmla="*/ 90967 w 90967"/>
                      <a:gd name="connsiteY13" fmla="*/ 17555 h 21151"/>
                      <a:gd name="connsiteX14" fmla="*/ 37017 w 90967"/>
                      <a:gd name="connsiteY14" fmla="*/ 3192 h 21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0967" h="21151">
                        <a:moveTo>
                          <a:pt x="37017" y="3192"/>
                        </a:moveTo>
                        <a:cubicBezTo>
                          <a:pt x="24249" y="2793"/>
                          <a:pt x="10906" y="3236"/>
                          <a:pt x="0" y="0"/>
                        </a:cubicBezTo>
                        <a:cubicBezTo>
                          <a:pt x="399" y="1507"/>
                          <a:pt x="1197" y="2793"/>
                          <a:pt x="2438" y="3724"/>
                        </a:cubicBezTo>
                        <a:cubicBezTo>
                          <a:pt x="3946" y="4832"/>
                          <a:pt x="5409" y="5852"/>
                          <a:pt x="6872" y="6783"/>
                        </a:cubicBezTo>
                        <a:cubicBezTo>
                          <a:pt x="8955" y="8113"/>
                          <a:pt x="11083" y="9310"/>
                          <a:pt x="13255" y="10462"/>
                        </a:cubicBezTo>
                        <a:cubicBezTo>
                          <a:pt x="15472" y="11570"/>
                          <a:pt x="17777" y="12368"/>
                          <a:pt x="20304" y="13255"/>
                        </a:cubicBezTo>
                        <a:cubicBezTo>
                          <a:pt x="23584" y="14186"/>
                          <a:pt x="27219" y="14984"/>
                          <a:pt x="31520" y="15383"/>
                        </a:cubicBezTo>
                        <a:cubicBezTo>
                          <a:pt x="32849" y="15516"/>
                          <a:pt x="34401" y="15737"/>
                          <a:pt x="36130" y="15915"/>
                        </a:cubicBezTo>
                        <a:cubicBezTo>
                          <a:pt x="42868" y="16580"/>
                          <a:pt x="52089" y="18043"/>
                          <a:pt x="57896" y="19328"/>
                        </a:cubicBezTo>
                        <a:cubicBezTo>
                          <a:pt x="58650" y="19461"/>
                          <a:pt x="59359" y="19594"/>
                          <a:pt x="59980" y="19772"/>
                        </a:cubicBezTo>
                        <a:cubicBezTo>
                          <a:pt x="64457" y="20658"/>
                          <a:pt x="68447" y="21102"/>
                          <a:pt x="72171" y="21146"/>
                        </a:cubicBezTo>
                        <a:cubicBezTo>
                          <a:pt x="77225" y="21235"/>
                          <a:pt x="81879" y="20348"/>
                          <a:pt x="86401" y="19195"/>
                        </a:cubicBezTo>
                        <a:cubicBezTo>
                          <a:pt x="87864" y="18752"/>
                          <a:pt x="89371" y="18264"/>
                          <a:pt x="90834" y="17644"/>
                        </a:cubicBezTo>
                        <a:lnTo>
                          <a:pt x="90967" y="17555"/>
                        </a:lnTo>
                        <a:cubicBezTo>
                          <a:pt x="74299" y="9221"/>
                          <a:pt x="55325" y="3591"/>
                          <a:pt x="37017" y="319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07" name="Forme libre : forme 22706">
                    <a:extLst>
                      <a:ext uri="{FF2B5EF4-FFF2-40B4-BE49-F238E27FC236}">
                        <a16:creationId xmlns:a16="http://schemas.microsoft.com/office/drawing/2014/main" id="{57641420-E891-4788-A759-5B6F891DA803}"/>
                      </a:ext>
                    </a:extLst>
                  </p:cNvPr>
                  <p:cNvSpPr/>
                  <p:nvPr/>
                </p:nvSpPr>
                <p:spPr>
                  <a:xfrm>
                    <a:off x="6540905" y="1237376"/>
                    <a:ext cx="43619" cy="15157"/>
                  </a:xfrm>
                  <a:custGeom>
                    <a:avLst/>
                    <a:gdLst>
                      <a:gd name="connsiteX0" fmla="*/ 43533 w 43619"/>
                      <a:gd name="connsiteY0" fmla="*/ 13244 h 15157"/>
                      <a:gd name="connsiteX1" fmla="*/ 33337 w 43619"/>
                      <a:gd name="connsiteY1" fmla="*/ 14840 h 15157"/>
                      <a:gd name="connsiteX2" fmla="*/ 20038 w 43619"/>
                      <a:gd name="connsiteY2" fmla="*/ 12756 h 15157"/>
                      <a:gd name="connsiteX3" fmla="*/ 7980 w 43619"/>
                      <a:gd name="connsiteY3" fmla="*/ 9698 h 15157"/>
                      <a:gd name="connsiteX4" fmla="*/ 0 w 43619"/>
                      <a:gd name="connsiteY4" fmla="*/ 3979 h 15157"/>
                      <a:gd name="connsiteX5" fmla="*/ 9000 w 43619"/>
                      <a:gd name="connsiteY5" fmla="*/ 33 h 15157"/>
                      <a:gd name="connsiteX6" fmla="*/ 22121 w 43619"/>
                      <a:gd name="connsiteY6" fmla="*/ 1363 h 15157"/>
                      <a:gd name="connsiteX7" fmla="*/ 35554 w 43619"/>
                      <a:gd name="connsiteY7" fmla="*/ 5841 h 15157"/>
                      <a:gd name="connsiteX8" fmla="*/ 43533 w 43619"/>
                      <a:gd name="connsiteY8" fmla="*/ 13244 h 15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619" h="15157">
                        <a:moveTo>
                          <a:pt x="43533" y="13244"/>
                        </a:moveTo>
                        <a:cubicBezTo>
                          <a:pt x="42780" y="15549"/>
                          <a:pt x="38347" y="15328"/>
                          <a:pt x="33337" y="14840"/>
                        </a:cubicBezTo>
                        <a:cubicBezTo>
                          <a:pt x="28372" y="14219"/>
                          <a:pt x="22831" y="13333"/>
                          <a:pt x="20038" y="12756"/>
                        </a:cubicBezTo>
                        <a:cubicBezTo>
                          <a:pt x="17245" y="12224"/>
                          <a:pt x="12280" y="11116"/>
                          <a:pt x="7980" y="9698"/>
                        </a:cubicBezTo>
                        <a:cubicBezTo>
                          <a:pt x="3680" y="8279"/>
                          <a:pt x="-44" y="6594"/>
                          <a:pt x="0" y="3979"/>
                        </a:cubicBezTo>
                        <a:cubicBezTo>
                          <a:pt x="45" y="1452"/>
                          <a:pt x="4123" y="255"/>
                          <a:pt x="9000" y="33"/>
                        </a:cubicBezTo>
                        <a:cubicBezTo>
                          <a:pt x="13832" y="-188"/>
                          <a:pt x="19373" y="743"/>
                          <a:pt x="22121" y="1363"/>
                        </a:cubicBezTo>
                        <a:cubicBezTo>
                          <a:pt x="24914" y="2028"/>
                          <a:pt x="30722" y="3491"/>
                          <a:pt x="35554" y="5841"/>
                        </a:cubicBezTo>
                        <a:cubicBezTo>
                          <a:pt x="40475" y="8057"/>
                          <a:pt x="44243" y="11072"/>
                          <a:pt x="43533" y="1324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08" name="Forme libre : forme 22707">
                    <a:extLst>
                      <a:ext uri="{FF2B5EF4-FFF2-40B4-BE49-F238E27FC236}">
                        <a16:creationId xmlns:a16="http://schemas.microsoft.com/office/drawing/2014/main" id="{EEC0A8C6-8837-4953-B9ED-3FCF4130E04D}"/>
                      </a:ext>
                    </a:extLst>
                  </p:cNvPr>
                  <p:cNvSpPr/>
                  <p:nvPr/>
                </p:nvSpPr>
                <p:spPr>
                  <a:xfrm>
                    <a:off x="6540653" y="1237631"/>
                    <a:ext cx="29643" cy="13875"/>
                  </a:xfrm>
                  <a:custGeom>
                    <a:avLst/>
                    <a:gdLst>
                      <a:gd name="connsiteX0" fmla="*/ 10138 w 29643"/>
                      <a:gd name="connsiteY0" fmla="*/ 0 h 13875"/>
                      <a:gd name="connsiteX1" fmla="*/ 75 w 29643"/>
                      <a:gd name="connsiteY1" fmla="*/ 3768 h 13875"/>
                      <a:gd name="connsiteX2" fmla="*/ 20556 w 29643"/>
                      <a:gd name="connsiteY2" fmla="*/ 12590 h 13875"/>
                      <a:gd name="connsiteX3" fmla="*/ 29643 w 29643"/>
                      <a:gd name="connsiteY3" fmla="*/ 13876 h 13875"/>
                      <a:gd name="connsiteX4" fmla="*/ 24944 w 29643"/>
                      <a:gd name="connsiteY4" fmla="*/ 12413 h 13875"/>
                      <a:gd name="connsiteX5" fmla="*/ 15014 w 29643"/>
                      <a:gd name="connsiteY5" fmla="*/ 7004 h 13875"/>
                      <a:gd name="connsiteX6" fmla="*/ 10138 w 29643"/>
                      <a:gd name="connsiteY6" fmla="*/ 0 h 13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643" h="13875">
                        <a:moveTo>
                          <a:pt x="10138" y="0"/>
                        </a:moveTo>
                        <a:cubicBezTo>
                          <a:pt x="7168" y="399"/>
                          <a:pt x="-856" y="576"/>
                          <a:pt x="75" y="3768"/>
                        </a:cubicBezTo>
                        <a:cubicBezTo>
                          <a:pt x="1582" y="8955"/>
                          <a:pt x="13640" y="10906"/>
                          <a:pt x="20556" y="12590"/>
                        </a:cubicBezTo>
                        <a:cubicBezTo>
                          <a:pt x="22595" y="12989"/>
                          <a:pt x="27250" y="13698"/>
                          <a:pt x="29643" y="13876"/>
                        </a:cubicBezTo>
                        <a:cubicBezTo>
                          <a:pt x="28358" y="13432"/>
                          <a:pt x="26097" y="12989"/>
                          <a:pt x="24944" y="12413"/>
                        </a:cubicBezTo>
                        <a:cubicBezTo>
                          <a:pt x="21619" y="10684"/>
                          <a:pt x="17896" y="9132"/>
                          <a:pt x="15014" y="7004"/>
                        </a:cubicBezTo>
                        <a:cubicBezTo>
                          <a:pt x="12133" y="5098"/>
                          <a:pt x="10049" y="2837"/>
                          <a:pt x="10138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09" name="Forme libre : forme 22708">
                    <a:extLst>
                      <a:ext uri="{FF2B5EF4-FFF2-40B4-BE49-F238E27FC236}">
                        <a16:creationId xmlns:a16="http://schemas.microsoft.com/office/drawing/2014/main" id="{DC7504CF-E4F1-45D7-9294-7F8C4F5D25D7}"/>
                      </a:ext>
                    </a:extLst>
                  </p:cNvPr>
                  <p:cNvSpPr/>
                  <p:nvPr/>
                </p:nvSpPr>
                <p:spPr>
                  <a:xfrm>
                    <a:off x="6543163" y="1239120"/>
                    <a:ext cx="43464" cy="15159"/>
                  </a:xfrm>
                  <a:custGeom>
                    <a:avLst/>
                    <a:gdLst>
                      <a:gd name="connsiteX0" fmla="*/ 43137 w 43464"/>
                      <a:gd name="connsiteY0" fmla="*/ 13451 h 15159"/>
                      <a:gd name="connsiteX1" fmla="*/ 32453 w 43464"/>
                      <a:gd name="connsiteY1" fmla="*/ 14825 h 15159"/>
                      <a:gd name="connsiteX2" fmla="*/ 25316 w 43464"/>
                      <a:gd name="connsiteY2" fmla="*/ 13805 h 15159"/>
                      <a:gd name="connsiteX3" fmla="*/ 19509 w 43464"/>
                      <a:gd name="connsiteY3" fmla="*/ 12830 h 15159"/>
                      <a:gd name="connsiteX4" fmla="*/ 3 w 43464"/>
                      <a:gd name="connsiteY4" fmla="*/ 3787 h 15159"/>
                      <a:gd name="connsiteX5" fmla="*/ 8914 w 43464"/>
                      <a:gd name="connsiteY5" fmla="*/ 18 h 15159"/>
                      <a:gd name="connsiteX6" fmla="*/ 21903 w 43464"/>
                      <a:gd name="connsiteY6" fmla="*/ 1481 h 15159"/>
                      <a:gd name="connsiteX7" fmla="*/ 35734 w 43464"/>
                      <a:gd name="connsiteY7" fmla="*/ 6092 h 15159"/>
                      <a:gd name="connsiteX8" fmla="*/ 43137 w 43464"/>
                      <a:gd name="connsiteY8" fmla="*/ 13451 h 15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464" h="15159">
                        <a:moveTo>
                          <a:pt x="43137" y="13451"/>
                        </a:moveTo>
                        <a:cubicBezTo>
                          <a:pt x="41674" y="15401"/>
                          <a:pt x="37241" y="15401"/>
                          <a:pt x="32453" y="14825"/>
                        </a:cubicBezTo>
                        <a:cubicBezTo>
                          <a:pt x="30060" y="14603"/>
                          <a:pt x="27577" y="14160"/>
                          <a:pt x="25316" y="13805"/>
                        </a:cubicBezTo>
                        <a:cubicBezTo>
                          <a:pt x="23055" y="13495"/>
                          <a:pt x="20972" y="13140"/>
                          <a:pt x="19509" y="12830"/>
                        </a:cubicBezTo>
                        <a:cubicBezTo>
                          <a:pt x="13613" y="11589"/>
                          <a:pt x="313" y="8840"/>
                          <a:pt x="3" y="3787"/>
                        </a:cubicBezTo>
                        <a:cubicBezTo>
                          <a:pt x="-130" y="1215"/>
                          <a:pt x="4037" y="-26"/>
                          <a:pt x="8914" y="18"/>
                        </a:cubicBezTo>
                        <a:cubicBezTo>
                          <a:pt x="13790" y="-159"/>
                          <a:pt x="19287" y="994"/>
                          <a:pt x="21903" y="1481"/>
                        </a:cubicBezTo>
                        <a:cubicBezTo>
                          <a:pt x="24474" y="2058"/>
                          <a:pt x="30680" y="3742"/>
                          <a:pt x="35734" y="6092"/>
                        </a:cubicBezTo>
                        <a:cubicBezTo>
                          <a:pt x="40743" y="8574"/>
                          <a:pt x="44644" y="11411"/>
                          <a:pt x="43137" y="1345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10" name="Forme libre : forme 22709">
                    <a:extLst>
                      <a:ext uri="{FF2B5EF4-FFF2-40B4-BE49-F238E27FC236}">
                        <a16:creationId xmlns:a16="http://schemas.microsoft.com/office/drawing/2014/main" id="{90FAB70D-E2D9-4DB8-A5CF-ED298B3F244A}"/>
                      </a:ext>
                    </a:extLst>
                  </p:cNvPr>
                  <p:cNvSpPr/>
                  <p:nvPr/>
                </p:nvSpPr>
                <p:spPr>
                  <a:xfrm>
                    <a:off x="6519789" y="1231935"/>
                    <a:ext cx="53222" cy="25658"/>
                  </a:xfrm>
                  <a:custGeom>
                    <a:avLst/>
                    <a:gdLst>
                      <a:gd name="connsiteX0" fmla="*/ 502 w 53222"/>
                      <a:gd name="connsiteY0" fmla="*/ 10174 h 25658"/>
                      <a:gd name="connsiteX1" fmla="*/ 6354 w 53222"/>
                      <a:gd name="connsiteY1" fmla="*/ 15450 h 25658"/>
                      <a:gd name="connsiteX2" fmla="*/ 25150 w 53222"/>
                      <a:gd name="connsiteY2" fmla="*/ 23518 h 25658"/>
                      <a:gd name="connsiteX3" fmla="*/ 44700 w 53222"/>
                      <a:gd name="connsiteY3" fmla="*/ 25601 h 25658"/>
                      <a:gd name="connsiteX4" fmla="*/ 53211 w 53222"/>
                      <a:gd name="connsiteY4" fmla="*/ 21168 h 25658"/>
                      <a:gd name="connsiteX5" fmla="*/ 47404 w 53222"/>
                      <a:gd name="connsiteY5" fmla="*/ 16868 h 25658"/>
                      <a:gd name="connsiteX6" fmla="*/ 29937 w 53222"/>
                      <a:gd name="connsiteY6" fmla="*/ 7115 h 25658"/>
                      <a:gd name="connsiteX7" fmla="*/ 10476 w 53222"/>
                      <a:gd name="connsiteY7" fmla="*/ 111 h 25658"/>
                      <a:gd name="connsiteX8" fmla="*/ 502 w 53222"/>
                      <a:gd name="connsiteY8" fmla="*/ 10174 h 25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3222" h="25658">
                        <a:moveTo>
                          <a:pt x="502" y="10174"/>
                        </a:moveTo>
                        <a:cubicBezTo>
                          <a:pt x="1920" y="13011"/>
                          <a:pt x="3073" y="13721"/>
                          <a:pt x="6354" y="15450"/>
                        </a:cubicBezTo>
                        <a:cubicBezTo>
                          <a:pt x="12604" y="18819"/>
                          <a:pt x="17392" y="21523"/>
                          <a:pt x="25150" y="23518"/>
                        </a:cubicBezTo>
                        <a:cubicBezTo>
                          <a:pt x="31622" y="25202"/>
                          <a:pt x="38892" y="25867"/>
                          <a:pt x="44700" y="25601"/>
                        </a:cubicBezTo>
                        <a:cubicBezTo>
                          <a:pt x="49044" y="25202"/>
                          <a:pt x="53477" y="24271"/>
                          <a:pt x="53211" y="21168"/>
                        </a:cubicBezTo>
                        <a:cubicBezTo>
                          <a:pt x="53034" y="19306"/>
                          <a:pt x="49842" y="18198"/>
                          <a:pt x="47404" y="16868"/>
                        </a:cubicBezTo>
                        <a:cubicBezTo>
                          <a:pt x="41685" y="13499"/>
                          <a:pt x="35878" y="11061"/>
                          <a:pt x="29937" y="7115"/>
                        </a:cubicBezTo>
                        <a:cubicBezTo>
                          <a:pt x="24928" y="3835"/>
                          <a:pt x="19032" y="-776"/>
                          <a:pt x="10476" y="111"/>
                        </a:cubicBezTo>
                        <a:cubicBezTo>
                          <a:pt x="2807" y="998"/>
                          <a:pt x="-1537" y="6362"/>
                          <a:pt x="502" y="1017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11" name="Forme libre : forme 22710">
                    <a:extLst>
                      <a:ext uri="{FF2B5EF4-FFF2-40B4-BE49-F238E27FC236}">
                        <a16:creationId xmlns:a16="http://schemas.microsoft.com/office/drawing/2014/main" id="{99AF29BC-31A4-4FBF-8707-6402A98148BB}"/>
                      </a:ext>
                    </a:extLst>
                  </p:cNvPr>
                  <p:cNvSpPr/>
                  <p:nvPr/>
                </p:nvSpPr>
                <p:spPr>
                  <a:xfrm>
                    <a:off x="6530963" y="1232503"/>
                    <a:ext cx="19065" cy="5165"/>
                  </a:xfrm>
                  <a:custGeom>
                    <a:avLst/>
                    <a:gdLst>
                      <a:gd name="connsiteX0" fmla="*/ 1830 w 19065"/>
                      <a:gd name="connsiteY0" fmla="*/ 2691 h 5165"/>
                      <a:gd name="connsiteX1" fmla="*/ 56 w 19065"/>
                      <a:gd name="connsiteY1" fmla="*/ 3932 h 5165"/>
                      <a:gd name="connsiteX2" fmla="*/ 1431 w 19065"/>
                      <a:gd name="connsiteY2" fmla="*/ 4996 h 5165"/>
                      <a:gd name="connsiteX3" fmla="*/ 4844 w 19065"/>
                      <a:gd name="connsiteY3" fmla="*/ 5129 h 5165"/>
                      <a:gd name="connsiteX4" fmla="*/ 13223 w 19065"/>
                      <a:gd name="connsiteY4" fmla="*/ 4552 h 5165"/>
                      <a:gd name="connsiteX5" fmla="*/ 16282 w 19065"/>
                      <a:gd name="connsiteY5" fmla="*/ 4065 h 5165"/>
                      <a:gd name="connsiteX6" fmla="*/ 14774 w 19065"/>
                      <a:gd name="connsiteY6" fmla="*/ 31 h 5165"/>
                      <a:gd name="connsiteX7" fmla="*/ 1830 w 19065"/>
                      <a:gd name="connsiteY7" fmla="*/ 2691 h 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65" h="5165">
                        <a:moveTo>
                          <a:pt x="1830" y="2691"/>
                        </a:moveTo>
                        <a:cubicBezTo>
                          <a:pt x="943" y="3045"/>
                          <a:pt x="367" y="3356"/>
                          <a:pt x="56" y="3932"/>
                        </a:cubicBezTo>
                        <a:cubicBezTo>
                          <a:pt x="-209" y="4508"/>
                          <a:pt x="500" y="4863"/>
                          <a:pt x="1431" y="4996"/>
                        </a:cubicBezTo>
                        <a:cubicBezTo>
                          <a:pt x="2362" y="5218"/>
                          <a:pt x="3780" y="5173"/>
                          <a:pt x="4844" y="5129"/>
                        </a:cubicBezTo>
                        <a:cubicBezTo>
                          <a:pt x="7593" y="4952"/>
                          <a:pt x="10563" y="4774"/>
                          <a:pt x="13223" y="4552"/>
                        </a:cubicBezTo>
                        <a:cubicBezTo>
                          <a:pt x="14331" y="4419"/>
                          <a:pt x="15351" y="4375"/>
                          <a:pt x="16282" y="4065"/>
                        </a:cubicBezTo>
                        <a:cubicBezTo>
                          <a:pt x="20050" y="2912"/>
                          <a:pt x="20404" y="164"/>
                          <a:pt x="14774" y="31"/>
                        </a:cubicBezTo>
                        <a:cubicBezTo>
                          <a:pt x="10519" y="-235"/>
                          <a:pt x="5332" y="1272"/>
                          <a:pt x="1830" y="269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12" name="Forme libre : forme 22711">
                    <a:extLst>
                      <a:ext uri="{FF2B5EF4-FFF2-40B4-BE49-F238E27FC236}">
                        <a16:creationId xmlns:a16="http://schemas.microsoft.com/office/drawing/2014/main" id="{6DDAE443-018D-4BD9-85E3-65EDB3D49916}"/>
                      </a:ext>
                    </a:extLst>
                  </p:cNvPr>
                  <p:cNvSpPr/>
                  <p:nvPr/>
                </p:nvSpPr>
                <p:spPr>
                  <a:xfrm>
                    <a:off x="6568789" y="1259043"/>
                    <a:ext cx="29125" cy="3324"/>
                  </a:xfrm>
                  <a:custGeom>
                    <a:avLst/>
                    <a:gdLst>
                      <a:gd name="connsiteX0" fmla="*/ 29125 w 29125"/>
                      <a:gd name="connsiteY0" fmla="*/ 0 h 3324"/>
                      <a:gd name="connsiteX1" fmla="*/ 0 w 29125"/>
                      <a:gd name="connsiteY1" fmla="*/ 3325 h 3324"/>
                      <a:gd name="connsiteX2" fmla="*/ 29125 w 29125"/>
                      <a:gd name="connsiteY2" fmla="*/ 0 h 3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125" h="3324">
                        <a:moveTo>
                          <a:pt x="29125" y="0"/>
                        </a:moveTo>
                        <a:cubicBezTo>
                          <a:pt x="22786" y="4123"/>
                          <a:pt x="8600" y="2926"/>
                          <a:pt x="0" y="3325"/>
                        </a:cubicBezTo>
                        <a:cubicBezTo>
                          <a:pt x="9354" y="3103"/>
                          <a:pt x="20614" y="1418"/>
                          <a:pt x="2912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13" name="Forme libre : forme 22712">
                    <a:extLst>
                      <a:ext uri="{FF2B5EF4-FFF2-40B4-BE49-F238E27FC236}">
                        <a16:creationId xmlns:a16="http://schemas.microsoft.com/office/drawing/2014/main" id="{B8B897E6-841D-4B62-BB9D-8A6E22C05752}"/>
                      </a:ext>
                    </a:extLst>
                  </p:cNvPr>
                  <p:cNvSpPr/>
                  <p:nvPr/>
                </p:nvSpPr>
                <p:spPr>
                  <a:xfrm>
                    <a:off x="6509696" y="1224640"/>
                    <a:ext cx="33292" cy="13035"/>
                  </a:xfrm>
                  <a:custGeom>
                    <a:avLst/>
                    <a:gdLst>
                      <a:gd name="connsiteX0" fmla="*/ 33293 w 33292"/>
                      <a:gd name="connsiteY0" fmla="*/ 2 h 13035"/>
                      <a:gd name="connsiteX1" fmla="*/ 0 w 33292"/>
                      <a:gd name="connsiteY1" fmla="*/ 13035 h 13035"/>
                      <a:gd name="connsiteX2" fmla="*/ 33293 w 33292"/>
                      <a:gd name="connsiteY2" fmla="*/ 2 h 13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292" h="13035">
                        <a:moveTo>
                          <a:pt x="33293" y="2"/>
                        </a:moveTo>
                        <a:cubicBezTo>
                          <a:pt x="19328" y="-131"/>
                          <a:pt x="7403" y="6164"/>
                          <a:pt x="0" y="13035"/>
                        </a:cubicBezTo>
                        <a:cubicBezTo>
                          <a:pt x="6605" y="6120"/>
                          <a:pt x="21412" y="1288"/>
                          <a:pt x="33293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14" name="Forme libre : forme 22713">
                    <a:extLst>
                      <a:ext uri="{FF2B5EF4-FFF2-40B4-BE49-F238E27FC236}">
                        <a16:creationId xmlns:a16="http://schemas.microsoft.com/office/drawing/2014/main" id="{D1221C28-A1D0-405E-80B6-BD371CD0BC53}"/>
                      </a:ext>
                    </a:extLst>
                  </p:cNvPr>
                  <p:cNvSpPr/>
                  <p:nvPr/>
                </p:nvSpPr>
                <p:spPr>
                  <a:xfrm>
                    <a:off x="6559223" y="1239852"/>
                    <a:ext cx="16116" cy="6585"/>
                  </a:xfrm>
                  <a:custGeom>
                    <a:avLst/>
                    <a:gdLst>
                      <a:gd name="connsiteX0" fmla="*/ 15861 w 16116"/>
                      <a:gd name="connsiteY0" fmla="*/ 6247 h 6585"/>
                      <a:gd name="connsiteX1" fmla="*/ 6197 w 16116"/>
                      <a:gd name="connsiteY1" fmla="*/ 4518 h 6585"/>
                      <a:gd name="connsiteX2" fmla="*/ 257 w 16116"/>
                      <a:gd name="connsiteY2" fmla="*/ 528 h 6585"/>
                      <a:gd name="connsiteX3" fmla="*/ 4823 w 16116"/>
                      <a:gd name="connsiteY3" fmla="*/ 306 h 6585"/>
                      <a:gd name="connsiteX4" fmla="*/ 9566 w 16116"/>
                      <a:gd name="connsiteY4" fmla="*/ 1858 h 6585"/>
                      <a:gd name="connsiteX5" fmla="*/ 15861 w 16116"/>
                      <a:gd name="connsiteY5" fmla="*/ 6247 h 6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116" h="6585">
                        <a:moveTo>
                          <a:pt x="15861" y="6247"/>
                        </a:moveTo>
                        <a:cubicBezTo>
                          <a:pt x="14398" y="7443"/>
                          <a:pt x="8192" y="5138"/>
                          <a:pt x="6197" y="4518"/>
                        </a:cubicBezTo>
                        <a:cubicBezTo>
                          <a:pt x="4291" y="3720"/>
                          <a:pt x="-1250" y="2035"/>
                          <a:pt x="257" y="528"/>
                        </a:cubicBezTo>
                        <a:cubicBezTo>
                          <a:pt x="1010" y="-181"/>
                          <a:pt x="2872" y="-93"/>
                          <a:pt x="4823" y="306"/>
                        </a:cubicBezTo>
                        <a:cubicBezTo>
                          <a:pt x="6729" y="750"/>
                          <a:pt x="8635" y="1503"/>
                          <a:pt x="9566" y="1858"/>
                        </a:cubicBezTo>
                        <a:cubicBezTo>
                          <a:pt x="11473" y="2434"/>
                          <a:pt x="17413" y="5005"/>
                          <a:pt x="15861" y="624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15" name="Forme libre : forme 22714">
                    <a:extLst>
                      <a:ext uri="{FF2B5EF4-FFF2-40B4-BE49-F238E27FC236}">
                        <a16:creationId xmlns:a16="http://schemas.microsoft.com/office/drawing/2014/main" id="{EC9EFAE3-9602-4E6C-8C9E-CEFBD3926413}"/>
                      </a:ext>
                    </a:extLst>
                  </p:cNvPr>
                  <p:cNvSpPr/>
                  <p:nvPr/>
                </p:nvSpPr>
                <p:spPr>
                  <a:xfrm>
                    <a:off x="6573134" y="1244662"/>
                    <a:ext cx="4566" cy="2149"/>
                  </a:xfrm>
                  <a:custGeom>
                    <a:avLst/>
                    <a:gdLst>
                      <a:gd name="connsiteX0" fmla="*/ 4566 w 4566"/>
                      <a:gd name="connsiteY0" fmla="*/ 1747 h 2149"/>
                      <a:gd name="connsiteX1" fmla="*/ 2261 w 4566"/>
                      <a:gd name="connsiteY1" fmla="*/ 1880 h 2149"/>
                      <a:gd name="connsiteX2" fmla="*/ 0 w 4566"/>
                      <a:gd name="connsiteY2" fmla="*/ 417 h 2149"/>
                      <a:gd name="connsiteX3" fmla="*/ 2261 w 4566"/>
                      <a:gd name="connsiteY3" fmla="*/ 284 h 2149"/>
                      <a:gd name="connsiteX4" fmla="*/ 4566 w 4566"/>
                      <a:gd name="connsiteY4" fmla="*/ 1747 h 2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66" h="2149">
                        <a:moveTo>
                          <a:pt x="4566" y="1747"/>
                        </a:moveTo>
                        <a:cubicBezTo>
                          <a:pt x="4522" y="2412"/>
                          <a:pt x="3014" y="2102"/>
                          <a:pt x="2261" y="1880"/>
                        </a:cubicBezTo>
                        <a:cubicBezTo>
                          <a:pt x="1507" y="1659"/>
                          <a:pt x="0" y="1127"/>
                          <a:pt x="0" y="417"/>
                        </a:cubicBezTo>
                        <a:cubicBezTo>
                          <a:pt x="44" y="-248"/>
                          <a:pt x="1463" y="18"/>
                          <a:pt x="2261" y="284"/>
                        </a:cubicBezTo>
                        <a:cubicBezTo>
                          <a:pt x="3059" y="506"/>
                          <a:pt x="4610" y="1082"/>
                          <a:pt x="4566" y="17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16" name="Forme libre : forme 22715">
                    <a:extLst>
                      <a:ext uri="{FF2B5EF4-FFF2-40B4-BE49-F238E27FC236}">
                        <a16:creationId xmlns:a16="http://schemas.microsoft.com/office/drawing/2014/main" id="{BCFDA5DB-002E-4882-81FB-23C856939FE3}"/>
                      </a:ext>
                    </a:extLst>
                  </p:cNvPr>
                  <p:cNvSpPr/>
                  <p:nvPr/>
                </p:nvSpPr>
                <p:spPr>
                  <a:xfrm>
                    <a:off x="6560780" y="1229577"/>
                    <a:ext cx="36996" cy="26476"/>
                  </a:xfrm>
                  <a:custGeom>
                    <a:avLst/>
                    <a:gdLst>
                      <a:gd name="connsiteX0" fmla="*/ 30219 w 36996"/>
                      <a:gd name="connsiteY0" fmla="*/ 14482 h 26476"/>
                      <a:gd name="connsiteX1" fmla="*/ 36957 w 36996"/>
                      <a:gd name="connsiteY1" fmla="*/ 24856 h 26476"/>
                      <a:gd name="connsiteX2" fmla="*/ 33277 w 36996"/>
                      <a:gd name="connsiteY2" fmla="*/ 26097 h 26476"/>
                      <a:gd name="connsiteX3" fmla="*/ 29376 w 36996"/>
                      <a:gd name="connsiteY3" fmla="*/ 22728 h 26476"/>
                      <a:gd name="connsiteX4" fmla="*/ 17452 w 36996"/>
                      <a:gd name="connsiteY4" fmla="*/ 12044 h 26476"/>
                      <a:gd name="connsiteX5" fmla="*/ 6546 w 36996"/>
                      <a:gd name="connsiteY5" fmla="*/ 6591 h 26476"/>
                      <a:gd name="connsiteX6" fmla="*/ 561 w 36996"/>
                      <a:gd name="connsiteY6" fmla="*/ 961 h 26476"/>
                      <a:gd name="connsiteX7" fmla="*/ 22505 w 36996"/>
                      <a:gd name="connsiteY7" fmla="*/ 6192 h 26476"/>
                      <a:gd name="connsiteX8" fmla="*/ 30219 w 36996"/>
                      <a:gd name="connsiteY8" fmla="*/ 14482 h 26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6996" h="26476">
                        <a:moveTo>
                          <a:pt x="30219" y="14482"/>
                        </a:moveTo>
                        <a:cubicBezTo>
                          <a:pt x="33632" y="18161"/>
                          <a:pt x="35982" y="20866"/>
                          <a:pt x="36957" y="24856"/>
                        </a:cubicBezTo>
                        <a:cubicBezTo>
                          <a:pt x="37312" y="26318"/>
                          <a:pt x="35184" y="26939"/>
                          <a:pt x="33277" y="26097"/>
                        </a:cubicBezTo>
                        <a:cubicBezTo>
                          <a:pt x="31327" y="25210"/>
                          <a:pt x="30396" y="24058"/>
                          <a:pt x="29376" y="22728"/>
                        </a:cubicBezTo>
                        <a:cubicBezTo>
                          <a:pt x="26229" y="18693"/>
                          <a:pt x="22239" y="15369"/>
                          <a:pt x="17452" y="12044"/>
                        </a:cubicBezTo>
                        <a:cubicBezTo>
                          <a:pt x="15944" y="10980"/>
                          <a:pt x="10935" y="8675"/>
                          <a:pt x="6546" y="6591"/>
                        </a:cubicBezTo>
                        <a:cubicBezTo>
                          <a:pt x="2202" y="4419"/>
                          <a:pt x="-1433" y="2468"/>
                          <a:pt x="561" y="961"/>
                        </a:cubicBezTo>
                        <a:cubicBezTo>
                          <a:pt x="4640" y="-2231"/>
                          <a:pt x="18471" y="3311"/>
                          <a:pt x="22505" y="6192"/>
                        </a:cubicBezTo>
                        <a:cubicBezTo>
                          <a:pt x="26584" y="9207"/>
                          <a:pt x="27692" y="11601"/>
                          <a:pt x="30219" y="1448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93" name="Graphique 2">
                  <a:extLst>
                    <a:ext uri="{FF2B5EF4-FFF2-40B4-BE49-F238E27FC236}">
                      <a16:creationId xmlns:a16="http://schemas.microsoft.com/office/drawing/2014/main" id="{FBD617D1-5753-442E-81C8-135E99E3868E}"/>
                    </a:ext>
                  </a:extLst>
                </p:cNvPr>
                <p:cNvGrpSpPr/>
                <p:nvPr/>
              </p:nvGrpSpPr>
              <p:grpSpPr>
                <a:xfrm>
                  <a:off x="6600755" y="1253102"/>
                  <a:ext cx="74249" cy="71148"/>
                  <a:chOff x="6600755" y="1253102"/>
                  <a:chExt cx="74249" cy="71148"/>
                </a:xfrm>
                <a:solidFill>
                  <a:schemeClr val="accent1"/>
                </a:solidFill>
              </p:grpSpPr>
              <p:sp>
                <p:nvSpPr>
                  <p:cNvPr id="22693" name="Forme libre : forme 22692">
                    <a:extLst>
                      <a:ext uri="{FF2B5EF4-FFF2-40B4-BE49-F238E27FC236}">
                        <a16:creationId xmlns:a16="http://schemas.microsoft.com/office/drawing/2014/main" id="{E108FCEF-03E9-4B05-AA69-7B564B434A98}"/>
                      </a:ext>
                    </a:extLst>
                  </p:cNvPr>
                  <p:cNvSpPr/>
                  <p:nvPr/>
                </p:nvSpPr>
                <p:spPr>
                  <a:xfrm>
                    <a:off x="6600755" y="1253102"/>
                    <a:ext cx="74249" cy="71148"/>
                  </a:xfrm>
                  <a:custGeom>
                    <a:avLst/>
                    <a:gdLst>
                      <a:gd name="connsiteX0" fmla="*/ 39141 w 74249"/>
                      <a:gd name="connsiteY0" fmla="*/ 56124 h 71148"/>
                      <a:gd name="connsiteX1" fmla="*/ 28546 w 74249"/>
                      <a:gd name="connsiteY1" fmla="*/ 46149 h 71148"/>
                      <a:gd name="connsiteX2" fmla="*/ 22517 w 74249"/>
                      <a:gd name="connsiteY2" fmla="*/ 40652 h 71148"/>
                      <a:gd name="connsiteX3" fmla="*/ 17242 w 74249"/>
                      <a:gd name="connsiteY3" fmla="*/ 36396 h 71148"/>
                      <a:gd name="connsiteX4" fmla="*/ 10681 w 74249"/>
                      <a:gd name="connsiteY4" fmla="*/ 29702 h 71148"/>
                      <a:gd name="connsiteX5" fmla="*/ 6070 w 74249"/>
                      <a:gd name="connsiteY5" fmla="*/ 23319 h 71148"/>
                      <a:gd name="connsiteX6" fmla="*/ 263 w 74249"/>
                      <a:gd name="connsiteY6" fmla="*/ 9399 h 71148"/>
                      <a:gd name="connsiteX7" fmla="*/ 5405 w 74249"/>
                      <a:gd name="connsiteY7" fmla="*/ 754 h 71148"/>
                      <a:gd name="connsiteX8" fmla="*/ 39363 w 74249"/>
                      <a:gd name="connsiteY8" fmla="*/ 9133 h 71148"/>
                      <a:gd name="connsiteX9" fmla="*/ 45392 w 74249"/>
                      <a:gd name="connsiteY9" fmla="*/ 13477 h 71148"/>
                      <a:gd name="connsiteX10" fmla="*/ 52174 w 74249"/>
                      <a:gd name="connsiteY10" fmla="*/ 19506 h 71148"/>
                      <a:gd name="connsiteX11" fmla="*/ 58824 w 74249"/>
                      <a:gd name="connsiteY11" fmla="*/ 25757 h 71148"/>
                      <a:gd name="connsiteX12" fmla="*/ 63922 w 74249"/>
                      <a:gd name="connsiteY12" fmla="*/ 31520 h 71148"/>
                      <a:gd name="connsiteX13" fmla="*/ 73719 w 74249"/>
                      <a:gd name="connsiteY13" fmla="*/ 64724 h 71148"/>
                      <a:gd name="connsiteX14" fmla="*/ 66227 w 74249"/>
                      <a:gd name="connsiteY14" fmla="*/ 71063 h 71148"/>
                      <a:gd name="connsiteX15" fmla="*/ 52485 w 74249"/>
                      <a:gd name="connsiteY15" fmla="*/ 66187 h 71148"/>
                      <a:gd name="connsiteX16" fmla="*/ 45835 w 74249"/>
                      <a:gd name="connsiteY16" fmla="*/ 62020 h 71148"/>
                      <a:gd name="connsiteX17" fmla="*/ 42599 w 74249"/>
                      <a:gd name="connsiteY17" fmla="*/ 59271 h 71148"/>
                      <a:gd name="connsiteX18" fmla="*/ 39141 w 74249"/>
                      <a:gd name="connsiteY18" fmla="*/ 56124 h 71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74249" h="71148">
                        <a:moveTo>
                          <a:pt x="39141" y="56124"/>
                        </a:moveTo>
                        <a:cubicBezTo>
                          <a:pt x="36570" y="53774"/>
                          <a:pt x="32891" y="49740"/>
                          <a:pt x="28546" y="46149"/>
                        </a:cubicBezTo>
                        <a:cubicBezTo>
                          <a:pt x="26507" y="44287"/>
                          <a:pt x="24423" y="42381"/>
                          <a:pt x="22517" y="40652"/>
                        </a:cubicBezTo>
                        <a:cubicBezTo>
                          <a:pt x="20478" y="39056"/>
                          <a:pt x="18660" y="37593"/>
                          <a:pt x="17242" y="36396"/>
                        </a:cubicBezTo>
                        <a:cubicBezTo>
                          <a:pt x="14626" y="34180"/>
                          <a:pt x="12498" y="31875"/>
                          <a:pt x="10681" y="29702"/>
                        </a:cubicBezTo>
                        <a:cubicBezTo>
                          <a:pt x="8819" y="27619"/>
                          <a:pt x="7356" y="25491"/>
                          <a:pt x="6070" y="23319"/>
                        </a:cubicBezTo>
                        <a:cubicBezTo>
                          <a:pt x="3499" y="19063"/>
                          <a:pt x="1903" y="14453"/>
                          <a:pt x="263" y="9399"/>
                        </a:cubicBezTo>
                        <a:cubicBezTo>
                          <a:pt x="-845" y="5852"/>
                          <a:pt x="1681" y="1419"/>
                          <a:pt x="5405" y="754"/>
                        </a:cubicBezTo>
                        <a:cubicBezTo>
                          <a:pt x="16045" y="-1152"/>
                          <a:pt x="26994" y="178"/>
                          <a:pt x="39363" y="9133"/>
                        </a:cubicBezTo>
                        <a:cubicBezTo>
                          <a:pt x="41047" y="10285"/>
                          <a:pt x="43131" y="11793"/>
                          <a:pt x="45392" y="13477"/>
                        </a:cubicBezTo>
                        <a:cubicBezTo>
                          <a:pt x="47520" y="15384"/>
                          <a:pt x="49869" y="17423"/>
                          <a:pt x="52174" y="19506"/>
                        </a:cubicBezTo>
                        <a:cubicBezTo>
                          <a:pt x="54480" y="21634"/>
                          <a:pt x="56829" y="23674"/>
                          <a:pt x="58824" y="25757"/>
                        </a:cubicBezTo>
                        <a:cubicBezTo>
                          <a:pt x="60730" y="27929"/>
                          <a:pt x="62504" y="29924"/>
                          <a:pt x="63922" y="31520"/>
                        </a:cubicBezTo>
                        <a:cubicBezTo>
                          <a:pt x="74429" y="43711"/>
                          <a:pt x="75093" y="54173"/>
                          <a:pt x="73719" y="64724"/>
                        </a:cubicBezTo>
                        <a:cubicBezTo>
                          <a:pt x="73276" y="68403"/>
                          <a:pt x="69685" y="71728"/>
                          <a:pt x="66227" y="71063"/>
                        </a:cubicBezTo>
                        <a:cubicBezTo>
                          <a:pt x="61218" y="70088"/>
                          <a:pt x="56785" y="68581"/>
                          <a:pt x="52485" y="66187"/>
                        </a:cubicBezTo>
                        <a:cubicBezTo>
                          <a:pt x="50224" y="65079"/>
                          <a:pt x="48007" y="63704"/>
                          <a:pt x="45835" y="62020"/>
                        </a:cubicBezTo>
                        <a:cubicBezTo>
                          <a:pt x="44771" y="61177"/>
                          <a:pt x="43663" y="60247"/>
                          <a:pt x="42599" y="59271"/>
                        </a:cubicBezTo>
                        <a:cubicBezTo>
                          <a:pt x="41535" y="58207"/>
                          <a:pt x="40338" y="57232"/>
                          <a:pt x="39141" y="5612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94" name="Forme libre : forme 22693">
                    <a:extLst>
                      <a:ext uri="{FF2B5EF4-FFF2-40B4-BE49-F238E27FC236}">
                        <a16:creationId xmlns:a16="http://schemas.microsoft.com/office/drawing/2014/main" id="{90F9EA36-B960-44B2-A87C-741AEE4478D9}"/>
                      </a:ext>
                    </a:extLst>
                  </p:cNvPr>
                  <p:cNvSpPr/>
                  <p:nvPr/>
                </p:nvSpPr>
                <p:spPr>
                  <a:xfrm>
                    <a:off x="6600858" y="1257891"/>
                    <a:ext cx="66434" cy="66141"/>
                  </a:xfrm>
                  <a:custGeom>
                    <a:avLst/>
                    <a:gdLst>
                      <a:gd name="connsiteX0" fmla="*/ 28753 w 66434"/>
                      <a:gd name="connsiteY0" fmla="*/ 24559 h 66141"/>
                      <a:gd name="connsiteX1" fmla="*/ 13238 w 66434"/>
                      <a:gd name="connsiteY1" fmla="*/ 12900 h 66141"/>
                      <a:gd name="connsiteX2" fmla="*/ 559 w 66434"/>
                      <a:gd name="connsiteY2" fmla="*/ 0 h 66141"/>
                      <a:gd name="connsiteX3" fmla="*/ 249 w 66434"/>
                      <a:gd name="connsiteY3" fmla="*/ 4477 h 66141"/>
                      <a:gd name="connsiteX4" fmla="*/ 1978 w 66434"/>
                      <a:gd name="connsiteY4" fmla="*/ 9576 h 66141"/>
                      <a:gd name="connsiteX5" fmla="*/ 9070 w 66434"/>
                      <a:gd name="connsiteY5" fmla="*/ 22919 h 66141"/>
                      <a:gd name="connsiteX6" fmla="*/ 17183 w 66434"/>
                      <a:gd name="connsiteY6" fmla="*/ 31519 h 66141"/>
                      <a:gd name="connsiteX7" fmla="*/ 20907 w 66434"/>
                      <a:gd name="connsiteY7" fmla="*/ 34578 h 66141"/>
                      <a:gd name="connsiteX8" fmla="*/ 29596 w 66434"/>
                      <a:gd name="connsiteY8" fmla="*/ 42292 h 66141"/>
                      <a:gd name="connsiteX9" fmla="*/ 37487 w 66434"/>
                      <a:gd name="connsiteY9" fmla="*/ 49784 h 66141"/>
                      <a:gd name="connsiteX10" fmla="*/ 39038 w 66434"/>
                      <a:gd name="connsiteY10" fmla="*/ 51291 h 66141"/>
                      <a:gd name="connsiteX11" fmla="*/ 48570 w 66434"/>
                      <a:gd name="connsiteY11" fmla="*/ 59049 h 66141"/>
                      <a:gd name="connsiteX12" fmla="*/ 61647 w 66434"/>
                      <a:gd name="connsiteY12" fmla="*/ 65034 h 66141"/>
                      <a:gd name="connsiteX13" fmla="*/ 66258 w 66434"/>
                      <a:gd name="connsiteY13" fmla="*/ 66142 h 66141"/>
                      <a:gd name="connsiteX14" fmla="*/ 66435 w 66434"/>
                      <a:gd name="connsiteY14" fmla="*/ 66142 h 66141"/>
                      <a:gd name="connsiteX15" fmla="*/ 28753 w 66434"/>
                      <a:gd name="connsiteY15" fmla="*/ 24559 h 66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6434" h="66141">
                        <a:moveTo>
                          <a:pt x="28753" y="24559"/>
                        </a:moveTo>
                        <a:cubicBezTo>
                          <a:pt x="23345" y="21057"/>
                          <a:pt x="18247" y="16757"/>
                          <a:pt x="13238" y="12900"/>
                        </a:cubicBezTo>
                        <a:cubicBezTo>
                          <a:pt x="8361" y="8866"/>
                          <a:pt x="3884" y="4743"/>
                          <a:pt x="559" y="0"/>
                        </a:cubicBezTo>
                        <a:cubicBezTo>
                          <a:pt x="-17" y="1419"/>
                          <a:pt x="-195" y="3014"/>
                          <a:pt x="249" y="4477"/>
                        </a:cubicBezTo>
                        <a:cubicBezTo>
                          <a:pt x="781" y="6251"/>
                          <a:pt x="1357" y="7935"/>
                          <a:pt x="1978" y="9576"/>
                        </a:cubicBezTo>
                        <a:cubicBezTo>
                          <a:pt x="3706" y="14363"/>
                          <a:pt x="5834" y="18575"/>
                          <a:pt x="9070" y="22919"/>
                        </a:cubicBezTo>
                        <a:cubicBezTo>
                          <a:pt x="11287" y="25535"/>
                          <a:pt x="13770" y="28638"/>
                          <a:pt x="17183" y="31519"/>
                        </a:cubicBezTo>
                        <a:cubicBezTo>
                          <a:pt x="18203" y="32406"/>
                          <a:pt x="19488" y="33470"/>
                          <a:pt x="20907" y="34578"/>
                        </a:cubicBezTo>
                        <a:cubicBezTo>
                          <a:pt x="23744" y="36706"/>
                          <a:pt x="26537" y="39721"/>
                          <a:pt x="29596" y="42292"/>
                        </a:cubicBezTo>
                        <a:cubicBezTo>
                          <a:pt x="32743" y="44863"/>
                          <a:pt x="35314" y="47656"/>
                          <a:pt x="37487" y="49784"/>
                        </a:cubicBezTo>
                        <a:cubicBezTo>
                          <a:pt x="38063" y="50316"/>
                          <a:pt x="38595" y="50848"/>
                          <a:pt x="39038" y="51291"/>
                        </a:cubicBezTo>
                        <a:cubicBezTo>
                          <a:pt x="42585" y="54305"/>
                          <a:pt x="45422" y="57054"/>
                          <a:pt x="48570" y="59049"/>
                        </a:cubicBezTo>
                        <a:cubicBezTo>
                          <a:pt x="53003" y="61664"/>
                          <a:pt x="57081" y="63659"/>
                          <a:pt x="61647" y="65034"/>
                        </a:cubicBezTo>
                        <a:cubicBezTo>
                          <a:pt x="63154" y="65477"/>
                          <a:pt x="64661" y="65832"/>
                          <a:pt x="66258" y="66142"/>
                        </a:cubicBezTo>
                        <a:lnTo>
                          <a:pt x="66435" y="66142"/>
                        </a:lnTo>
                        <a:cubicBezTo>
                          <a:pt x="56771" y="50050"/>
                          <a:pt x="43737" y="35287"/>
                          <a:pt x="28753" y="2455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95" name="Forme libre : forme 22694">
                    <a:extLst>
                      <a:ext uri="{FF2B5EF4-FFF2-40B4-BE49-F238E27FC236}">
                        <a16:creationId xmlns:a16="http://schemas.microsoft.com/office/drawing/2014/main" id="{3AD0C634-0078-4C2F-9439-8E28AEC22566}"/>
                      </a:ext>
                    </a:extLst>
                  </p:cNvPr>
                  <p:cNvSpPr/>
                  <p:nvPr/>
                </p:nvSpPr>
                <p:spPr>
                  <a:xfrm>
                    <a:off x="6628774" y="1275377"/>
                    <a:ext cx="32630" cy="33023"/>
                  </a:xfrm>
                  <a:custGeom>
                    <a:avLst/>
                    <a:gdLst>
                      <a:gd name="connsiteX0" fmla="*/ 31869 w 32630"/>
                      <a:gd name="connsiteY0" fmla="*/ 32564 h 33023"/>
                      <a:gd name="connsiteX1" fmla="*/ 22515 w 32630"/>
                      <a:gd name="connsiteY1" fmla="*/ 28352 h 33023"/>
                      <a:gd name="connsiteX2" fmla="*/ 12452 w 32630"/>
                      <a:gd name="connsiteY2" fmla="*/ 19397 h 33023"/>
                      <a:gd name="connsiteX3" fmla="*/ 3985 w 32630"/>
                      <a:gd name="connsiteY3" fmla="*/ 10176 h 33023"/>
                      <a:gd name="connsiteX4" fmla="*/ 483 w 32630"/>
                      <a:gd name="connsiteY4" fmla="*/ 1044 h 33023"/>
                      <a:gd name="connsiteX5" fmla="*/ 10191 w 32630"/>
                      <a:gd name="connsiteY5" fmla="*/ 2729 h 33023"/>
                      <a:gd name="connsiteX6" fmla="*/ 20387 w 32630"/>
                      <a:gd name="connsiteY6" fmla="*/ 11019 h 33023"/>
                      <a:gd name="connsiteX7" fmla="*/ 29254 w 32630"/>
                      <a:gd name="connsiteY7" fmla="*/ 22013 h 33023"/>
                      <a:gd name="connsiteX8" fmla="*/ 31869 w 32630"/>
                      <a:gd name="connsiteY8" fmla="*/ 32564 h 33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630" h="33023">
                        <a:moveTo>
                          <a:pt x="31869" y="32564"/>
                        </a:moveTo>
                        <a:cubicBezTo>
                          <a:pt x="30007" y="34115"/>
                          <a:pt x="26372" y="31500"/>
                          <a:pt x="22515" y="28352"/>
                        </a:cubicBezTo>
                        <a:cubicBezTo>
                          <a:pt x="18437" y="25338"/>
                          <a:pt x="14491" y="21348"/>
                          <a:pt x="12452" y="19397"/>
                        </a:cubicBezTo>
                        <a:cubicBezTo>
                          <a:pt x="10324" y="17535"/>
                          <a:pt x="6689" y="13900"/>
                          <a:pt x="3985" y="10176"/>
                        </a:cubicBezTo>
                        <a:cubicBezTo>
                          <a:pt x="1236" y="6541"/>
                          <a:pt x="-1025" y="3172"/>
                          <a:pt x="483" y="1044"/>
                        </a:cubicBezTo>
                        <a:cubicBezTo>
                          <a:pt x="1946" y="-995"/>
                          <a:pt x="6113" y="158"/>
                          <a:pt x="10191" y="2729"/>
                        </a:cubicBezTo>
                        <a:cubicBezTo>
                          <a:pt x="14181" y="5389"/>
                          <a:pt x="18348" y="9068"/>
                          <a:pt x="20387" y="11019"/>
                        </a:cubicBezTo>
                        <a:cubicBezTo>
                          <a:pt x="22426" y="13014"/>
                          <a:pt x="26239" y="17668"/>
                          <a:pt x="29254" y="22013"/>
                        </a:cubicBezTo>
                        <a:cubicBezTo>
                          <a:pt x="32135" y="26535"/>
                          <a:pt x="33642" y="31101"/>
                          <a:pt x="31869" y="3256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96" name="Forme libre : forme 22695">
                    <a:extLst>
                      <a:ext uri="{FF2B5EF4-FFF2-40B4-BE49-F238E27FC236}">
                        <a16:creationId xmlns:a16="http://schemas.microsoft.com/office/drawing/2014/main" id="{D27DBDC7-8BE8-441A-8FA7-7F35198051B8}"/>
                      </a:ext>
                    </a:extLst>
                  </p:cNvPr>
                  <p:cNvSpPr/>
                  <p:nvPr/>
                </p:nvSpPr>
                <p:spPr>
                  <a:xfrm>
                    <a:off x="6628850" y="1275158"/>
                    <a:ext cx="19424" cy="25910"/>
                  </a:xfrm>
                  <a:custGeom>
                    <a:avLst/>
                    <a:gdLst>
                      <a:gd name="connsiteX0" fmla="*/ 10736 w 19424"/>
                      <a:gd name="connsiteY0" fmla="*/ 3568 h 25910"/>
                      <a:gd name="connsiteX1" fmla="*/ 229 w 19424"/>
                      <a:gd name="connsiteY1" fmla="*/ 1130 h 25910"/>
                      <a:gd name="connsiteX2" fmla="*/ 3909 w 19424"/>
                      <a:gd name="connsiteY2" fmla="*/ 10395 h 25910"/>
                      <a:gd name="connsiteX3" fmla="*/ 12553 w 19424"/>
                      <a:gd name="connsiteY3" fmla="*/ 19793 h 25910"/>
                      <a:gd name="connsiteX4" fmla="*/ 19425 w 19424"/>
                      <a:gd name="connsiteY4" fmla="*/ 25911 h 25910"/>
                      <a:gd name="connsiteX5" fmla="*/ 16277 w 19424"/>
                      <a:gd name="connsiteY5" fmla="*/ 22098 h 25910"/>
                      <a:gd name="connsiteX6" fmla="*/ 10824 w 19424"/>
                      <a:gd name="connsiteY6" fmla="*/ 12212 h 25910"/>
                      <a:gd name="connsiteX7" fmla="*/ 10736 w 19424"/>
                      <a:gd name="connsiteY7" fmla="*/ 3568 h 25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424" h="25910">
                        <a:moveTo>
                          <a:pt x="10736" y="3568"/>
                        </a:moveTo>
                        <a:cubicBezTo>
                          <a:pt x="8164" y="2149"/>
                          <a:pt x="1249" y="-1974"/>
                          <a:pt x="229" y="1130"/>
                        </a:cubicBezTo>
                        <a:cubicBezTo>
                          <a:pt x="-702" y="3745"/>
                          <a:pt x="1338" y="6893"/>
                          <a:pt x="3909" y="10395"/>
                        </a:cubicBezTo>
                        <a:cubicBezTo>
                          <a:pt x="6436" y="13941"/>
                          <a:pt x="9893" y="17399"/>
                          <a:pt x="12553" y="19793"/>
                        </a:cubicBezTo>
                        <a:cubicBezTo>
                          <a:pt x="14061" y="21256"/>
                          <a:pt x="17474" y="24492"/>
                          <a:pt x="19425" y="25911"/>
                        </a:cubicBezTo>
                        <a:cubicBezTo>
                          <a:pt x="18538" y="24891"/>
                          <a:pt x="16942" y="23206"/>
                          <a:pt x="16277" y="22098"/>
                        </a:cubicBezTo>
                        <a:cubicBezTo>
                          <a:pt x="14504" y="18773"/>
                          <a:pt x="12110" y="15493"/>
                          <a:pt x="10824" y="12212"/>
                        </a:cubicBezTo>
                        <a:cubicBezTo>
                          <a:pt x="9495" y="8976"/>
                          <a:pt x="9051" y="5873"/>
                          <a:pt x="10736" y="356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97" name="Forme libre : forme 22696">
                    <a:extLst>
                      <a:ext uri="{FF2B5EF4-FFF2-40B4-BE49-F238E27FC236}">
                        <a16:creationId xmlns:a16="http://schemas.microsoft.com/office/drawing/2014/main" id="{47503F75-7E18-49A8-85B9-D721535ABEC0}"/>
                      </a:ext>
                    </a:extLst>
                  </p:cNvPr>
                  <p:cNvSpPr/>
                  <p:nvPr/>
                </p:nvSpPr>
                <p:spPr>
                  <a:xfrm>
                    <a:off x="6629866" y="1277729"/>
                    <a:ext cx="32400" cy="33012"/>
                  </a:xfrm>
                  <a:custGeom>
                    <a:avLst/>
                    <a:gdLst>
                      <a:gd name="connsiteX0" fmla="*/ 31309 w 32400"/>
                      <a:gd name="connsiteY0" fmla="*/ 32827 h 33012"/>
                      <a:gd name="connsiteX1" fmla="*/ 21690 w 32400"/>
                      <a:gd name="connsiteY1" fmla="*/ 28172 h 33012"/>
                      <a:gd name="connsiteX2" fmla="*/ 11804 w 32400"/>
                      <a:gd name="connsiteY2" fmla="*/ 19483 h 33012"/>
                      <a:gd name="connsiteX3" fmla="*/ 411 w 32400"/>
                      <a:gd name="connsiteY3" fmla="*/ 1130 h 33012"/>
                      <a:gd name="connsiteX4" fmla="*/ 9942 w 32400"/>
                      <a:gd name="connsiteY4" fmla="*/ 2947 h 33012"/>
                      <a:gd name="connsiteX5" fmla="*/ 20005 w 32400"/>
                      <a:gd name="connsiteY5" fmla="*/ 11237 h 33012"/>
                      <a:gd name="connsiteX6" fmla="*/ 29093 w 32400"/>
                      <a:gd name="connsiteY6" fmla="*/ 22586 h 33012"/>
                      <a:gd name="connsiteX7" fmla="*/ 31309 w 32400"/>
                      <a:gd name="connsiteY7" fmla="*/ 32827 h 33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400" h="33012">
                        <a:moveTo>
                          <a:pt x="31309" y="32827"/>
                        </a:moveTo>
                        <a:cubicBezTo>
                          <a:pt x="29004" y="33713"/>
                          <a:pt x="25236" y="31319"/>
                          <a:pt x="21690" y="28172"/>
                        </a:cubicBezTo>
                        <a:cubicBezTo>
                          <a:pt x="17833" y="25246"/>
                          <a:pt x="13932" y="21655"/>
                          <a:pt x="11804" y="19483"/>
                        </a:cubicBezTo>
                        <a:cubicBezTo>
                          <a:pt x="7326" y="15404"/>
                          <a:pt x="-2072" y="5386"/>
                          <a:pt x="411" y="1130"/>
                        </a:cubicBezTo>
                        <a:cubicBezTo>
                          <a:pt x="1741" y="-1042"/>
                          <a:pt x="5996" y="110"/>
                          <a:pt x="9942" y="2947"/>
                        </a:cubicBezTo>
                        <a:cubicBezTo>
                          <a:pt x="13932" y="5696"/>
                          <a:pt x="18187" y="9331"/>
                          <a:pt x="20005" y="11237"/>
                        </a:cubicBezTo>
                        <a:cubicBezTo>
                          <a:pt x="21734" y="13188"/>
                          <a:pt x="26034" y="17931"/>
                          <a:pt x="29093" y="22586"/>
                        </a:cubicBezTo>
                        <a:cubicBezTo>
                          <a:pt x="31886" y="27463"/>
                          <a:pt x="33659" y="31940"/>
                          <a:pt x="31309" y="3282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98" name="Forme libre : forme 22697">
                    <a:extLst>
                      <a:ext uri="{FF2B5EF4-FFF2-40B4-BE49-F238E27FC236}">
                        <a16:creationId xmlns:a16="http://schemas.microsoft.com/office/drawing/2014/main" id="{616493F2-BE38-4BD9-BDDF-50CD6C7D001E}"/>
                      </a:ext>
                    </a:extLst>
                  </p:cNvPr>
                  <p:cNvSpPr/>
                  <p:nvPr/>
                </p:nvSpPr>
                <p:spPr>
                  <a:xfrm>
                    <a:off x="6611939" y="1260482"/>
                    <a:ext cx="37940" cy="44798"/>
                  </a:xfrm>
                  <a:custGeom>
                    <a:avLst/>
                    <a:gdLst>
                      <a:gd name="connsiteX0" fmla="*/ 206 w 37940"/>
                      <a:gd name="connsiteY0" fmla="*/ 4279 h 44798"/>
                      <a:gd name="connsiteX1" fmla="*/ 1802 w 37940"/>
                      <a:gd name="connsiteY1" fmla="*/ 12037 h 44798"/>
                      <a:gd name="connsiteX2" fmla="*/ 12796 w 37940"/>
                      <a:gd name="connsiteY2" fmla="*/ 29681 h 44798"/>
                      <a:gd name="connsiteX3" fmla="*/ 20244 w 37940"/>
                      <a:gd name="connsiteY3" fmla="*/ 36907 h 44798"/>
                      <a:gd name="connsiteX4" fmla="*/ 24322 w 37940"/>
                      <a:gd name="connsiteY4" fmla="*/ 39877 h 44798"/>
                      <a:gd name="connsiteX5" fmla="*/ 28134 w 37940"/>
                      <a:gd name="connsiteY5" fmla="*/ 42448 h 44798"/>
                      <a:gd name="connsiteX6" fmla="*/ 37754 w 37940"/>
                      <a:gd name="connsiteY6" fmla="*/ 43335 h 44798"/>
                      <a:gd name="connsiteX7" fmla="*/ 35139 w 37940"/>
                      <a:gd name="connsiteY7" fmla="*/ 36597 h 44798"/>
                      <a:gd name="connsiteX8" fmla="*/ 32878 w 37940"/>
                      <a:gd name="connsiteY8" fmla="*/ 32164 h 44798"/>
                      <a:gd name="connsiteX9" fmla="*/ 30395 w 37940"/>
                      <a:gd name="connsiteY9" fmla="*/ 27996 h 44798"/>
                      <a:gd name="connsiteX10" fmla="*/ 25918 w 37940"/>
                      <a:gd name="connsiteY10" fmla="*/ 18864 h 44798"/>
                      <a:gd name="connsiteX11" fmla="*/ 14126 w 37940"/>
                      <a:gd name="connsiteY11" fmla="*/ 2063 h 44798"/>
                      <a:gd name="connsiteX12" fmla="*/ 206 w 37940"/>
                      <a:gd name="connsiteY12" fmla="*/ 4279 h 44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940" h="44798">
                        <a:moveTo>
                          <a:pt x="206" y="4279"/>
                        </a:moveTo>
                        <a:cubicBezTo>
                          <a:pt x="-326" y="7383"/>
                          <a:pt x="161" y="8668"/>
                          <a:pt x="1802" y="12037"/>
                        </a:cubicBezTo>
                        <a:cubicBezTo>
                          <a:pt x="5038" y="18244"/>
                          <a:pt x="7033" y="23918"/>
                          <a:pt x="12796" y="29681"/>
                        </a:cubicBezTo>
                        <a:cubicBezTo>
                          <a:pt x="15145" y="32164"/>
                          <a:pt x="17495" y="34823"/>
                          <a:pt x="20244" y="36907"/>
                        </a:cubicBezTo>
                        <a:cubicBezTo>
                          <a:pt x="21573" y="37971"/>
                          <a:pt x="22948" y="38991"/>
                          <a:pt x="24322" y="39877"/>
                        </a:cubicBezTo>
                        <a:cubicBezTo>
                          <a:pt x="25652" y="40808"/>
                          <a:pt x="26893" y="41739"/>
                          <a:pt x="28134" y="42448"/>
                        </a:cubicBezTo>
                        <a:cubicBezTo>
                          <a:pt x="31858" y="44621"/>
                          <a:pt x="36380" y="45995"/>
                          <a:pt x="37754" y="43335"/>
                        </a:cubicBezTo>
                        <a:cubicBezTo>
                          <a:pt x="38597" y="41695"/>
                          <a:pt x="36380" y="39124"/>
                          <a:pt x="35139" y="36597"/>
                        </a:cubicBezTo>
                        <a:cubicBezTo>
                          <a:pt x="34385" y="35089"/>
                          <a:pt x="33631" y="33627"/>
                          <a:pt x="32878" y="32164"/>
                        </a:cubicBezTo>
                        <a:cubicBezTo>
                          <a:pt x="32035" y="30789"/>
                          <a:pt x="31238" y="29415"/>
                          <a:pt x="30395" y="27996"/>
                        </a:cubicBezTo>
                        <a:cubicBezTo>
                          <a:pt x="28755" y="25159"/>
                          <a:pt x="27248" y="22189"/>
                          <a:pt x="25918" y="18864"/>
                        </a:cubicBezTo>
                        <a:cubicBezTo>
                          <a:pt x="23613" y="13323"/>
                          <a:pt x="21219" y="6540"/>
                          <a:pt x="14126" y="2063"/>
                        </a:cubicBezTo>
                        <a:cubicBezTo>
                          <a:pt x="7476" y="-1617"/>
                          <a:pt x="871" y="-65"/>
                          <a:pt x="206" y="427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99" name="Forme libre : forme 22698">
                    <a:extLst>
                      <a:ext uri="{FF2B5EF4-FFF2-40B4-BE49-F238E27FC236}">
                        <a16:creationId xmlns:a16="http://schemas.microsoft.com/office/drawing/2014/main" id="{ED3EB774-8EE5-4BCC-8158-B503100CCA5B}"/>
                      </a:ext>
                    </a:extLst>
                  </p:cNvPr>
                  <p:cNvSpPr/>
                  <p:nvPr/>
                </p:nvSpPr>
                <p:spPr>
                  <a:xfrm>
                    <a:off x="6623899" y="1266324"/>
                    <a:ext cx="17065" cy="9817"/>
                  </a:xfrm>
                  <a:custGeom>
                    <a:avLst/>
                    <a:gdLst>
                      <a:gd name="connsiteX0" fmla="*/ 2343 w 17065"/>
                      <a:gd name="connsiteY0" fmla="*/ 256 h 9817"/>
                      <a:gd name="connsiteX1" fmla="*/ 260 w 17065"/>
                      <a:gd name="connsiteY1" fmla="*/ 167 h 9817"/>
                      <a:gd name="connsiteX2" fmla="*/ 703 w 17065"/>
                      <a:gd name="connsiteY2" fmla="*/ 1940 h 9817"/>
                      <a:gd name="connsiteX3" fmla="*/ 3363 w 17065"/>
                      <a:gd name="connsiteY3" fmla="*/ 4024 h 9817"/>
                      <a:gd name="connsiteX4" fmla="*/ 10544 w 17065"/>
                      <a:gd name="connsiteY4" fmla="*/ 8279 h 9817"/>
                      <a:gd name="connsiteX5" fmla="*/ 13381 w 17065"/>
                      <a:gd name="connsiteY5" fmla="*/ 9521 h 9817"/>
                      <a:gd name="connsiteX6" fmla="*/ 16972 w 17065"/>
                      <a:gd name="connsiteY6" fmla="*/ 9077 h 9817"/>
                      <a:gd name="connsiteX7" fmla="*/ 14401 w 17065"/>
                      <a:gd name="connsiteY7" fmla="*/ 5354 h 9817"/>
                      <a:gd name="connsiteX8" fmla="*/ 2343 w 17065"/>
                      <a:gd name="connsiteY8" fmla="*/ 256 h 9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065" h="9817">
                        <a:moveTo>
                          <a:pt x="2343" y="256"/>
                        </a:moveTo>
                        <a:cubicBezTo>
                          <a:pt x="1456" y="34"/>
                          <a:pt x="792" y="-143"/>
                          <a:pt x="260" y="167"/>
                        </a:cubicBezTo>
                        <a:cubicBezTo>
                          <a:pt x="-272" y="433"/>
                          <a:pt x="82" y="1187"/>
                          <a:pt x="703" y="1940"/>
                        </a:cubicBezTo>
                        <a:cubicBezTo>
                          <a:pt x="1323" y="2649"/>
                          <a:pt x="2476" y="3447"/>
                          <a:pt x="3363" y="4024"/>
                        </a:cubicBezTo>
                        <a:cubicBezTo>
                          <a:pt x="5668" y="5531"/>
                          <a:pt x="8195" y="7083"/>
                          <a:pt x="10544" y="8279"/>
                        </a:cubicBezTo>
                        <a:cubicBezTo>
                          <a:pt x="11520" y="8767"/>
                          <a:pt x="12451" y="9299"/>
                          <a:pt x="13381" y="9521"/>
                        </a:cubicBezTo>
                        <a:cubicBezTo>
                          <a:pt x="15332" y="10008"/>
                          <a:pt x="16618" y="9920"/>
                          <a:pt x="16972" y="9077"/>
                        </a:cubicBezTo>
                        <a:cubicBezTo>
                          <a:pt x="17327" y="8279"/>
                          <a:pt x="16706" y="6861"/>
                          <a:pt x="14401" y="5354"/>
                        </a:cubicBezTo>
                        <a:cubicBezTo>
                          <a:pt x="10899" y="2960"/>
                          <a:pt x="5978" y="1187"/>
                          <a:pt x="2343" y="25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00" name="Forme libre : forme 22699">
                    <a:extLst>
                      <a:ext uri="{FF2B5EF4-FFF2-40B4-BE49-F238E27FC236}">
                        <a16:creationId xmlns:a16="http://schemas.microsoft.com/office/drawing/2014/main" id="{A21E398D-8658-4E75-84A7-F07B6EFDAD3B}"/>
                      </a:ext>
                    </a:extLst>
                  </p:cNvPr>
                  <p:cNvSpPr/>
                  <p:nvPr/>
                </p:nvSpPr>
                <p:spPr>
                  <a:xfrm>
                    <a:off x="6641093" y="1309359"/>
                    <a:ext cx="26376" cy="12909"/>
                  </a:xfrm>
                  <a:custGeom>
                    <a:avLst/>
                    <a:gdLst>
                      <a:gd name="connsiteX0" fmla="*/ 26377 w 26376"/>
                      <a:gd name="connsiteY0" fmla="*/ 12900 h 12909"/>
                      <a:gd name="connsiteX1" fmla="*/ 13211 w 26376"/>
                      <a:gd name="connsiteY1" fmla="*/ 8024 h 12909"/>
                      <a:gd name="connsiteX2" fmla="*/ 0 w 26376"/>
                      <a:gd name="connsiteY2" fmla="*/ 0 h 12909"/>
                      <a:gd name="connsiteX3" fmla="*/ 26377 w 26376"/>
                      <a:gd name="connsiteY3" fmla="*/ 12900 h 12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376" h="12909">
                        <a:moveTo>
                          <a:pt x="26377" y="12900"/>
                        </a:moveTo>
                        <a:cubicBezTo>
                          <a:pt x="22476" y="13078"/>
                          <a:pt x="17910" y="10728"/>
                          <a:pt x="13211" y="8024"/>
                        </a:cubicBezTo>
                        <a:cubicBezTo>
                          <a:pt x="8290" y="5497"/>
                          <a:pt x="3990" y="2084"/>
                          <a:pt x="0" y="0"/>
                        </a:cubicBezTo>
                        <a:cubicBezTo>
                          <a:pt x="8157" y="4832"/>
                          <a:pt x="18397" y="9531"/>
                          <a:pt x="26377" y="129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01" name="Forme libre : forme 22700">
                    <a:extLst>
                      <a:ext uri="{FF2B5EF4-FFF2-40B4-BE49-F238E27FC236}">
                        <a16:creationId xmlns:a16="http://schemas.microsoft.com/office/drawing/2014/main" id="{7DF9C338-1B12-443E-B8C5-A8707C05DE1B}"/>
                      </a:ext>
                    </a:extLst>
                  </p:cNvPr>
                  <p:cNvSpPr/>
                  <p:nvPr/>
                </p:nvSpPr>
                <p:spPr>
                  <a:xfrm>
                    <a:off x="6606337" y="1254681"/>
                    <a:ext cx="34090" cy="9105"/>
                  </a:xfrm>
                  <a:custGeom>
                    <a:avLst/>
                    <a:gdLst>
                      <a:gd name="connsiteX0" fmla="*/ 34091 w 34090"/>
                      <a:gd name="connsiteY0" fmla="*/ 9106 h 9105"/>
                      <a:gd name="connsiteX1" fmla="*/ 0 w 34090"/>
                      <a:gd name="connsiteY1" fmla="*/ 240 h 9105"/>
                      <a:gd name="connsiteX2" fmla="*/ 16757 w 34090"/>
                      <a:gd name="connsiteY2" fmla="*/ 2057 h 9105"/>
                      <a:gd name="connsiteX3" fmla="*/ 34091 w 34090"/>
                      <a:gd name="connsiteY3" fmla="*/ 9106 h 9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090" h="9105">
                        <a:moveTo>
                          <a:pt x="34091" y="9106"/>
                        </a:moveTo>
                        <a:cubicBezTo>
                          <a:pt x="23141" y="1259"/>
                          <a:pt x="10019" y="-735"/>
                          <a:pt x="0" y="240"/>
                        </a:cubicBezTo>
                        <a:cubicBezTo>
                          <a:pt x="4699" y="-425"/>
                          <a:pt x="10640" y="329"/>
                          <a:pt x="16757" y="2057"/>
                        </a:cubicBezTo>
                        <a:cubicBezTo>
                          <a:pt x="22963" y="3653"/>
                          <a:pt x="28904" y="6535"/>
                          <a:pt x="34091" y="91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02" name="Forme libre : forme 22701">
                    <a:extLst>
                      <a:ext uri="{FF2B5EF4-FFF2-40B4-BE49-F238E27FC236}">
                        <a16:creationId xmlns:a16="http://schemas.microsoft.com/office/drawing/2014/main" id="{F53CDE1E-ADE2-4BF0-B859-E0DAE349F1C3}"/>
                      </a:ext>
                    </a:extLst>
                  </p:cNvPr>
                  <p:cNvSpPr/>
                  <p:nvPr/>
                </p:nvSpPr>
                <p:spPr>
                  <a:xfrm>
                    <a:off x="6644586" y="1285835"/>
                    <a:ext cx="11220" cy="13248"/>
                  </a:xfrm>
                  <a:custGeom>
                    <a:avLst/>
                    <a:gdLst>
                      <a:gd name="connsiteX0" fmla="*/ 10649 w 11220"/>
                      <a:gd name="connsiteY0" fmla="*/ 13239 h 13248"/>
                      <a:gd name="connsiteX1" fmla="*/ 3467 w 11220"/>
                      <a:gd name="connsiteY1" fmla="*/ 6589 h 13248"/>
                      <a:gd name="connsiteX2" fmla="*/ 630 w 11220"/>
                      <a:gd name="connsiteY2" fmla="*/ 28 h 13248"/>
                      <a:gd name="connsiteX3" fmla="*/ 4619 w 11220"/>
                      <a:gd name="connsiteY3" fmla="*/ 2245 h 13248"/>
                      <a:gd name="connsiteX4" fmla="*/ 7678 w 11220"/>
                      <a:gd name="connsiteY4" fmla="*/ 6190 h 13248"/>
                      <a:gd name="connsiteX5" fmla="*/ 10649 w 11220"/>
                      <a:gd name="connsiteY5" fmla="*/ 13239 h 13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20" h="13248">
                        <a:moveTo>
                          <a:pt x="10649" y="13239"/>
                        </a:moveTo>
                        <a:cubicBezTo>
                          <a:pt x="8654" y="13505"/>
                          <a:pt x="4708" y="8230"/>
                          <a:pt x="3467" y="6589"/>
                        </a:cubicBezTo>
                        <a:cubicBezTo>
                          <a:pt x="2359" y="4816"/>
                          <a:pt x="-1498" y="516"/>
                          <a:pt x="630" y="28"/>
                        </a:cubicBezTo>
                        <a:cubicBezTo>
                          <a:pt x="1649" y="-193"/>
                          <a:pt x="3201" y="915"/>
                          <a:pt x="4619" y="2245"/>
                        </a:cubicBezTo>
                        <a:cubicBezTo>
                          <a:pt x="5905" y="3708"/>
                          <a:pt x="7102" y="5392"/>
                          <a:pt x="7678" y="6190"/>
                        </a:cubicBezTo>
                        <a:cubicBezTo>
                          <a:pt x="8875" y="7742"/>
                          <a:pt x="12643" y="12973"/>
                          <a:pt x="10649" y="1323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03" name="Forme libre : forme 22702">
                    <a:extLst>
                      <a:ext uri="{FF2B5EF4-FFF2-40B4-BE49-F238E27FC236}">
                        <a16:creationId xmlns:a16="http://schemas.microsoft.com/office/drawing/2014/main" id="{F3960E2A-1E21-476F-9FFA-7EEFAE40111A}"/>
                      </a:ext>
                    </a:extLst>
                  </p:cNvPr>
                  <p:cNvSpPr/>
                  <p:nvPr/>
                </p:nvSpPr>
                <p:spPr>
                  <a:xfrm>
                    <a:off x="6654036" y="1297059"/>
                    <a:ext cx="3399" cy="3760"/>
                  </a:xfrm>
                  <a:custGeom>
                    <a:avLst/>
                    <a:gdLst>
                      <a:gd name="connsiteX0" fmla="*/ 3327 w 3399"/>
                      <a:gd name="connsiteY0" fmla="*/ 3611 h 3760"/>
                      <a:gd name="connsiteX1" fmla="*/ 1243 w 3399"/>
                      <a:gd name="connsiteY1" fmla="*/ 2547 h 3760"/>
                      <a:gd name="connsiteX2" fmla="*/ 90 w 3399"/>
                      <a:gd name="connsiteY2" fmla="*/ 154 h 3760"/>
                      <a:gd name="connsiteX3" fmla="*/ 2130 w 3399"/>
                      <a:gd name="connsiteY3" fmla="*/ 1173 h 3760"/>
                      <a:gd name="connsiteX4" fmla="*/ 3327 w 3399"/>
                      <a:gd name="connsiteY4" fmla="*/ 3611 h 3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99" h="3760">
                        <a:moveTo>
                          <a:pt x="3327" y="3611"/>
                        </a:moveTo>
                        <a:cubicBezTo>
                          <a:pt x="2972" y="4143"/>
                          <a:pt x="1775" y="3124"/>
                          <a:pt x="1243" y="2547"/>
                        </a:cubicBezTo>
                        <a:cubicBezTo>
                          <a:pt x="711" y="1971"/>
                          <a:pt x="-309" y="730"/>
                          <a:pt x="90" y="154"/>
                        </a:cubicBezTo>
                        <a:cubicBezTo>
                          <a:pt x="489" y="-378"/>
                          <a:pt x="1553" y="597"/>
                          <a:pt x="2130" y="1173"/>
                        </a:cubicBezTo>
                        <a:cubicBezTo>
                          <a:pt x="2661" y="1794"/>
                          <a:pt x="3681" y="3079"/>
                          <a:pt x="3327" y="36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704" name="Forme libre : forme 22703">
                    <a:extLst>
                      <a:ext uri="{FF2B5EF4-FFF2-40B4-BE49-F238E27FC236}">
                        <a16:creationId xmlns:a16="http://schemas.microsoft.com/office/drawing/2014/main" id="{6D43C520-B9FA-488A-954A-A47873C3052F}"/>
                      </a:ext>
                    </a:extLst>
                  </p:cNvPr>
                  <p:cNvSpPr/>
                  <p:nvPr/>
                </p:nvSpPr>
                <p:spPr>
                  <a:xfrm>
                    <a:off x="6651025" y="1278673"/>
                    <a:ext cx="19606" cy="40425"/>
                  </a:xfrm>
                  <a:custGeom>
                    <a:avLst/>
                    <a:gdLst>
                      <a:gd name="connsiteX0" fmla="*/ 18750 w 19606"/>
                      <a:gd name="connsiteY0" fmla="*/ 27228 h 40425"/>
                      <a:gd name="connsiteX1" fmla="*/ 18794 w 19606"/>
                      <a:gd name="connsiteY1" fmla="*/ 39640 h 40425"/>
                      <a:gd name="connsiteX2" fmla="*/ 14982 w 19606"/>
                      <a:gd name="connsiteY2" fmla="*/ 38709 h 40425"/>
                      <a:gd name="connsiteX3" fmla="*/ 13652 w 19606"/>
                      <a:gd name="connsiteY3" fmla="*/ 33700 h 40425"/>
                      <a:gd name="connsiteX4" fmla="*/ 9352 w 19606"/>
                      <a:gd name="connsiteY4" fmla="*/ 18317 h 40425"/>
                      <a:gd name="connsiteX5" fmla="*/ 3101 w 19606"/>
                      <a:gd name="connsiteY5" fmla="*/ 7899 h 40425"/>
                      <a:gd name="connsiteX6" fmla="*/ 1150 w 19606"/>
                      <a:gd name="connsiteY6" fmla="*/ 8 h 40425"/>
                      <a:gd name="connsiteX7" fmla="*/ 5495 w 19606"/>
                      <a:gd name="connsiteY7" fmla="*/ 1604 h 40425"/>
                      <a:gd name="connsiteX8" fmla="*/ 10105 w 19606"/>
                      <a:gd name="connsiteY8" fmla="*/ 6170 h 40425"/>
                      <a:gd name="connsiteX9" fmla="*/ 16666 w 19606"/>
                      <a:gd name="connsiteY9" fmla="*/ 16145 h 40425"/>
                      <a:gd name="connsiteX10" fmla="*/ 18750 w 19606"/>
                      <a:gd name="connsiteY10" fmla="*/ 27228 h 4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606" h="40425">
                        <a:moveTo>
                          <a:pt x="18750" y="27228"/>
                        </a:moveTo>
                        <a:cubicBezTo>
                          <a:pt x="19769" y="32104"/>
                          <a:pt x="19991" y="35828"/>
                          <a:pt x="18794" y="39640"/>
                        </a:cubicBezTo>
                        <a:cubicBezTo>
                          <a:pt x="18307" y="41059"/>
                          <a:pt x="16178" y="40438"/>
                          <a:pt x="14982" y="38709"/>
                        </a:cubicBezTo>
                        <a:cubicBezTo>
                          <a:pt x="13785" y="36936"/>
                          <a:pt x="13740" y="35385"/>
                          <a:pt x="13652" y="33700"/>
                        </a:cubicBezTo>
                        <a:cubicBezTo>
                          <a:pt x="12987" y="28735"/>
                          <a:pt x="11479" y="23725"/>
                          <a:pt x="9352" y="18317"/>
                        </a:cubicBezTo>
                        <a:cubicBezTo>
                          <a:pt x="8598" y="16677"/>
                          <a:pt x="5495" y="12111"/>
                          <a:pt x="3101" y="7899"/>
                        </a:cubicBezTo>
                        <a:cubicBezTo>
                          <a:pt x="707" y="3688"/>
                          <a:pt x="-1376" y="230"/>
                          <a:pt x="1150" y="8"/>
                        </a:cubicBezTo>
                        <a:cubicBezTo>
                          <a:pt x="2392" y="-80"/>
                          <a:pt x="3899" y="540"/>
                          <a:pt x="5495" y="1604"/>
                        </a:cubicBezTo>
                        <a:cubicBezTo>
                          <a:pt x="7046" y="2757"/>
                          <a:pt x="8598" y="4397"/>
                          <a:pt x="10105" y="6170"/>
                        </a:cubicBezTo>
                        <a:cubicBezTo>
                          <a:pt x="13031" y="9761"/>
                          <a:pt x="15868" y="13707"/>
                          <a:pt x="16666" y="16145"/>
                        </a:cubicBezTo>
                        <a:cubicBezTo>
                          <a:pt x="18484" y="20844"/>
                          <a:pt x="17996" y="23548"/>
                          <a:pt x="18750" y="2722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94" name="Graphique 2">
                  <a:extLst>
                    <a:ext uri="{FF2B5EF4-FFF2-40B4-BE49-F238E27FC236}">
                      <a16:creationId xmlns:a16="http://schemas.microsoft.com/office/drawing/2014/main" id="{49A772B8-5C5E-4955-B7C0-1FE6CC049CEE}"/>
                    </a:ext>
                  </a:extLst>
                </p:cNvPr>
                <p:cNvGrpSpPr/>
                <p:nvPr/>
              </p:nvGrpSpPr>
              <p:grpSpPr>
                <a:xfrm>
                  <a:off x="6665693" y="1321907"/>
                  <a:ext cx="48449" cy="91187"/>
                  <a:chOff x="6665693" y="1321907"/>
                  <a:chExt cx="48449" cy="91187"/>
                </a:xfrm>
                <a:solidFill>
                  <a:schemeClr val="accent1"/>
                </a:solidFill>
              </p:grpSpPr>
              <p:sp>
                <p:nvSpPr>
                  <p:cNvPr id="22681" name="Forme libre : forme 22680">
                    <a:extLst>
                      <a:ext uri="{FF2B5EF4-FFF2-40B4-BE49-F238E27FC236}">
                        <a16:creationId xmlns:a16="http://schemas.microsoft.com/office/drawing/2014/main" id="{62C87818-8784-43B3-B941-E987D543C837}"/>
                      </a:ext>
                    </a:extLst>
                  </p:cNvPr>
                  <p:cNvSpPr/>
                  <p:nvPr/>
                </p:nvSpPr>
                <p:spPr>
                  <a:xfrm>
                    <a:off x="6665693" y="1321907"/>
                    <a:ext cx="48449" cy="91187"/>
                  </a:xfrm>
                  <a:custGeom>
                    <a:avLst/>
                    <a:gdLst>
                      <a:gd name="connsiteX0" fmla="*/ 13569 w 48449"/>
                      <a:gd name="connsiteY0" fmla="*/ 67470 h 91187"/>
                      <a:gd name="connsiteX1" fmla="*/ 2752 w 48449"/>
                      <a:gd name="connsiteY1" fmla="*/ 37014 h 91187"/>
                      <a:gd name="connsiteX2" fmla="*/ 2663 w 48449"/>
                      <a:gd name="connsiteY2" fmla="*/ 4919 h 91187"/>
                      <a:gd name="connsiteX3" fmla="*/ 11618 w 48449"/>
                      <a:gd name="connsiteY3" fmla="*/ 441 h 91187"/>
                      <a:gd name="connsiteX4" fmla="*/ 35867 w 48449"/>
                      <a:gd name="connsiteY4" fmla="*/ 25355 h 91187"/>
                      <a:gd name="connsiteX5" fmla="*/ 46064 w 48449"/>
                      <a:gd name="connsiteY5" fmla="*/ 54303 h 91187"/>
                      <a:gd name="connsiteX6" fmla="*/ 46640 w 48449"/>
                      <a:gd name="connsiteY6" fmla="*/ 84094 h 91187"/>
                      <a:gd name="connsiteX7" fmla="*/ 39768 w 48449"/>
                      <a:gd name="connsiteY7" fmla="*/ 91142 h 91187"/>
                      <a:gd name="connsiteX8" fmla="*/ 13569 w 48449"/>
                      <a:gd name="connsiteY8" fmla="*/ 67470 h 91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449" h="91187">
                        <a:moveTo>
                          <a:pt x="13569" y="67470"/>
                        </a:moveTo>
                        <a:cubicBezTo>
                          <a:pt x="10333" y="59800"/>
                          <a:pt x="5057" y="44152"/>
                          <a:pt x="2752" y="37014"/>
                        </a:cubicBezTo>
                        <a:cubicBezTo>
                          <a:pt x="-1459" y="23493"/>
                          <a:pt x="-307" y="15425"/>
                          <a:pt x="2663" y="4919"/>
                        </a:cubicBezTo>
                        <a:cubicBezTo>
                          <a:pt x="3683" y="1328"/>
                          <a:pt x="8205" y="-1022"/>
                          <a:pt x="11618" y="441"/>
                        </a:cubicBezTo>
                        <a:cubicBezTo>
                          <a:pt x="21548" y="4608"/>
                          <a:pt x="29971" y="11613"/>
                          <a:pt x="35867" y="25355"/>
                        </a:cubicBezTo>
                        <a:cubicBezTo>
                          <a:pt x="39104" y="32670"/>
                          <a:pt x="43980" y="47432"/>
                          <a:pt x="46064" y="54303"/>
                        </a:cubicBezTo>
                        <a:cubicBezTo>
                          <a:pt x="50142" y="67470"/>
                          <a:pt x="48058" y="74164"/>
                          <a:pt x="46640" y="84094"/>
                        </a:cubicBezTo>
                        <a:cubicBezTo>
                          <a:pt x="46152" y="87419"/>
                          <a:pt x="43315" y="91674"/>
                          <a:pt x="39768" y="91142"/>
                        </a:cubicBezTo>
                        <a:cubicBezTo>
                          <a:pt x="29129" y="89857"/>
                          <a:pt x="19598" y="81611"/>
                          <a:pt x="13569" y="6747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82" name="Forme libre : forme 22681">
                    <a:extLst>
                      <a:ext uri="{FF2B5EF4-FFF2-40B4-BE49-F238E27FC236}">
                        <a16:creationId xmlns:a16="http://schemas.microsoft.com/office/drawing/2014/main" id="{B1786473-452B-4CD1-9F9C-AFF764C7F4BE}"/>
                      </a:ext>
                    </a:extLst>
                  </p:cNvPr>
                  <p:cNvSpPr/>
                  <p:nvPr/>
                </p:nvSpPr>
                <p:spPr>
                  <a:xfrm>
                    <a:off x="6665784" y="1323146"/>
                    <a:ext cx="39943" cy="89770"/>
                  </a:xfrm>
                  <a:custGeom>
                    <a:avLst/>
                    <a:gdLst>
                      <a:gd name="connsiteX0" fmla="*/ 16138 w 39943"/>
                      <a:gd name="connsiteY0" fmla="*/ 35908 h 89770"/>
                      <a:gd name="connsiteX1" fmla="*/ 5365 w 39943"/>
                      <a:gd name="connsiteY1" fmla="*/ 0 h 89770"/>
                      <a:gd name="connsiteX2" fmla="*/ 2661 w 39943"/>
                      <a:gd name="connsiteY2" fmla="*/ 3591 h 89770"/>
                      <a:gd name="connsiteX3" fmla="*/ 1287 w 39943"/>
                      <a:gd name="connsiteY3" fmla="*/ 8822 h 89770"/>
                      <a:gd name="connsiteX4" fmla="*/ 223 w 39943"/>
                      <a:gd name="connsiteY4" fmla="*/ 16136 h 89770"/>
                      <a:gd name="connsiteX5" fmla="*/ 179 w 39943"/>
                      <a:gd name="connsiteY5" fmla="*/ 23939 h 89770"/>
                      <a:gd name="connsiteX6" fmla="*/ 2750 w 39943"/>
                      <a:gd name="connsiteY6" fmla="*/ 35686 h 89770"/>
                      <a:gd name="connsiteX7" fmla="*/ 4301 w 39943"/>
                      <a:gd name="connsiteY7" fmla="*/ 40430 h 89770"/>
                      <a:gd name="connsiteX8" fmla="*/ 12591 w 39943"/>
                      <a:gd name="connsiteY8" fmla="*/ 63837 h 89770"/>
                      <a:gd name="connsiteX9" fmla="*/ 13567 w 39943"/>
                      <a:gd name="connsiteY9" fmla="*/ 66142 h 89770"/>
                      <a:gd name="connsiteX10" fmla="*/ 21236 w 39943"/>
                      <a:gd name="connsiteY10" fmla="*/ 78909 h 89770"/>
                      <a:gd name="connsiteX11" fmla="*/ 24295 w 39943"/>
                      <a:gd name="connsiteY11" fmla="*/ 82145 h 89770"/>
                      <a:gd name="connsiteX12" fmla="*/ 27752 w 39943"/>
                      <a:gd name="connsiteY12" fmla="*/ 84849 h 89770"/>
                      <a:gd name="connsiteX13" fmla="*/ 34846 w 39943"/>
                      <a:gd name="connsiteY13" fmla="*/ 88618 h 89770"/>
                      <a:gd name="connsiteX14" fmla="*/ 39766 w 39943"/>
                      <a:gd name="connsiteY14" fmla="*/ 89770 h 89770"/>
                      <a:gd name="connsiteX15" fmla="*/ 39943 w 39943"/>
                      <a:gd name="connsiteY15" fmla="*/ 89770 h 89770"/>
                      <a:gd name="connsiteX16" fmla="*/ 26334 w 39943"/>
                      <a:gd name="connsiteY16" fmla="*/ 62817 h 89770"/>
                      <a:gd name="connsiteX17" fmla="*/ 16138 w 39943"/>
                      <a:gd name="connsiteY17" fmla="*/ 35908 h 89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9943" h="89770">
                        <a:moveTo>
                          <a:pt x="16138" y="35908"/>
                        </a:moveTo>
                        <a:cubicBezTo>
                          <a:pt x="11084" y="23850"/>
                          <a:pt x="5764" y="11482"/>
                          <a:pt x="5365" y="0"/>
                        </a:cubicBezTo>
                        <a:cubicBezTo>
                          <a:pt x="4080" y="887"/>
                          <a:pt x="3060" y="2128"/>
                          <a:pt x="2661" y="3591"/>
                        </a:cubicBezTo>
                        <a:cubicBezTo>
                          <a:pt x="2129" y="5408"/>
                          <a:pt x="1686" y="7137"/>
                          <a:pt x="1287" y="8822"/>
                        </a:cubicBezTo>
                        <a:cubicBezTo>
                          <a:pt x="755" y="11304"/>
                          <a:pt x="356" y="13698"/>
                          <a:pt x="223" y="16136"/>
                        </a:cubicBezTo>
                        <a:cubicBezTo>
                          <a:pt x="-43" y="18663"/>
                          <a:pt x="-87" y="21235"/>
                          <a:pt x="179" y="23939"/>
                        </a:cubicBezTo>
                        <a:cubicBezTo>
                          <a:pt x="622" y="27352"/>
                          <a:pt x="1287" y="31298"/>
                          <a:pt x="2750" y="35686"/>
                        </a:cubicBezTo>
                        <a:cubicBezTo>
                          <a:pt x="3193" y="37061"/>
                          <a:pt x="3725" y="38657"/>
                          <a:pt x="4301" y="40430"/>
                        </a:cubicBezTo>
                        <a:cubicBezTo>
                          <a:pt x="6651" y="47345"/>
                          <a:pt x="10020" y="57276"/>
                          <a:pt x="12591" y="63837"/>
                        </a:cubicBezTo>
                        <a:cubicBezTo>
                          <a:pt x="12946" y="64679"/>
                          <a:pt x="13256" y="65477"/>
                          <a:pt x="13567" y="66142"/>
                        </a:cubicBezTo>
                        <a:cubicBezTo>
                          <a:pt x="15827" y="71240"/>
                          <a:pt x="18221" y="75363"/>
                          <a:pt x="21236" y="78909"/>
                        </a:cubicBezTo>
                        <a:cubicBezTo>
                          <a:pt x="22255" y="80106"/>
                          <a:pt x="23231" y="81170"/>
                          <a:pt x="24295" y="82145"/>
                        </a:cubicBezTo>
                        <a:cubicBezTo>
                          <a:pt x="25447" y="83165"/>
                          <a:pt x="26600" y="84051"/>
                          <a:pt x="27752" y="84849"/>
                        </a:cubicBezTo>
                        <a:cubicBezTo>
                          <a:pt x="30146" y="86445"/>
                          <a:pt x="32186" y="87775"/>
                          <a:pt x="34846" y="88618"/>
                        </a:cubicBezTo>
                        <a:cubicBezTo>
                          <a:pt x="36486" y="89150"/>
                          <a:pt x="38126" y="89549"/>
                          <a:pt x="39766" y="89770"/>
                        </a:cubicBezTo>
                        <a:lnTo>
                          <a:pt x="39943" y="89770"/>
                        </a:lnTo>
                        <a:cubicBezTo>
                          <a:pt x="33604" y="81613"/>
                          <a:pt x="29659" y="72038"/>
                          <a:pt x="26334" y="62817"/>
                        </a:cubicBezTo>
                        <a:cubicBezTo>
                          <a:pt x="22920" y="53685"/>
                          <a:pt x="19817" y="44464"/>
                          <a:pt x="16138" y="3590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83" name="Forme libre : forme 22682">
                    <a:extLst>
                      <a:ext uri="{FF2B5EF4-FFF2-40B4-BE49-F238E27FC236}">
                        <a16:creationId xmlns:a16="http://schemas.microsoft.com/office/drawing/2014/main" id="{8B89B0F4-D42B-4CEF-99ED-4B5AF5FFD3E1}"/>
                      </a:ext>
                    </a:extLst>
                  </p:cNvPr>
                  <p:cNvSpPr/>
                  <p:nvPr/>
                </p:nvSpPr>
                <p:spPr>
                  <a:xfrm>
                    <a:off x="6682676" y="1353502"/>
                    <a:ext cx="18602" cy="42553"/>
                  </a:xfrm>
                  <a:custGeom>
                    <a:avLst/>
                    <a:gdLst>
                      <a:gd name="connsiteX0" fmla="*/ 17200 w 18602"/>
                      <a:gd name="connsiteY0" fmla="*/ 42347 h 42553"/>
                      <a:gd name="connsiteX1" fmla="*/ 9264 w 18602"/>
                      <a:gd name="connsiteY1" fmla="*/ 35342 h 42553"/>
                      <a:gd name="connsiteX2" fmla="*/ 3413 w 18602"/>
                      <a:gd name="connsiteY2" fmla="*/ 22442 h 42553"/>
                      <a:gd name="connsiteX3" fmla="*/ 2172 w 18602"/>
                      <a:gd name="connsiteY3" fmla="*/ 188 h 42553"/>
                      <a:gd name="connsiteX4" fmla="*/ 14318 w 18602"/>
                      <a:gd name="connsiteY4" fmla="*/ 18585 h 42553"/>
                      <a:gd name="connsiteX5" fmla="*/ 17200 w 18602"/>
                      <a:gd name="connsiteY5" fmla="*/ 42347 h 42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602" h="42553">
                        <a:moveTo>
                          <a:pt x="17200" y="42347"/>
                        </a:moveTo>
                        <a:cubicBezTo>
                          <a:pt x="15116" y="43455"/>
                          <a:pt x="11836" y="39953"/>
                          <a:pt x="9264" y="35342"/>
                        </a:cubicBezTo>
                        <a:cubicBezTo>
                          <a:pt x="6516" y="30732"/>
                          <a:pt x="4433" y="25235"/>
                          <a:pt x="3413" y="22442"/>
                        </a:cubicBezTo>
                        <a:cubicBezTo>
                          <a:pt x="1507" y="16812"/>
                          <a:pt x="-2483" y="2138"/>
                          <a:pt x="2172" y="188"/>
                        </a:cubicBezTo>
                        <a:cubicBezTo>
                          <a:pt x="7004" y="-1851"/>
                          <a:pt x="12767" y="13266"/>
                          <a:pt x="14318" y="18585"/>
                        </a:cubicBezTo>
                        <a:cubicBezTo>
                          <a:pt x="15781" y="23949"/>
                          <a:pt x="21101" y="40307"/>
                          <a:pt x="17200" y="4234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84" name="Forme libre : forme 22683">
                    <a:extLst>
                      <a:ext uri="{FF2B5EF4-FFF2-40B4-BE49-F238E27FC236}">
                        <a16:creationId xmlns:a16="http://schemas.microsoft.com/office/drawing/2014/main" id="{C9FD2CC0-1E4E-4190-BCF3-797587D722AA}"/>
                      </a:ext>
                    </a:extLst>
                  </p:cNvPr>
                  <p:cNvSpPr/>
                  <p:nvPr/>
                </p:nvSpPr>
                <p:spPr>
                  <a:xfrm>
                    <a:off x="6682724" y="1353081"/>
                    <a:ext cx="9659" cy="31906"/>
                  </a:xfrm>
                  <a:custGeom>
                    <a:avLst/>
                    <a:gdLst>
                      <a:gd name="connsiteX0" fmla="*/ 9660 w 9659"/>
                      <a:gd name="connsiteY0" fmla="*/ 7879 h 31906"/>
                      <a:gd name="connsiteX1" fmla="*/ 1990 w 9659"/>
                      <a:gd name="connsiteY1" fmla="*/ 387 h 31906"/>
                      <a:gd name="connsiteX2" fmla="*/ 3409 w 9659"/>
                      <a:gd name="connsiteY2" fmla="*/ 23085 h 31906"/>
                      <a:gd name="connsiteX3" fmla="*/ 7310 w 9659"/>
                      <a:gd name="connsiteY3" fmla="*/ 31907 h 31906"/>
                      <a:gd name="connsiteX4" fmla="*/ 5936 w 9659"/>
                      <a:gd name="connsiteY4" fmla="*/ 26941 h 31906"/>
                      <a:gd name="connsiteX5" fmla="*/ 9660 w 9659"/>
                      <a:gd name="connsiteY5" fmla="*/ 7879 h 3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659" h="31906">
                        <a:moveTo>
                          <a:pt x="9660" y="7879"/>
                        </a:moveTo>
                        <a:cubicBezTo>
                          <a:pt x="7887" y="5485"/>
                          <a:pt x="4650" y="-1741"/>
                          <a:pt x="1990" y="387"/>
                        </a:cubicBezTo>
                        <a:cubicBezTo>
                          <a:pt x="-2132" y="3756"/>
                          <a:pt x="1060" y="15992"/>
                          <a:pt x="3409" y="23085"/>
                        </a:cubicBezTo>
                        <a:cubicBezTo>
                          <a:pt x="4119" y="25168"/>
                          <a:pt x="6113" y="29734"/>
                          <a:pt x="7310" y="31907"/>
                        </a:cubicBezTo>
                        <a:cubicBezTo>
                          <a:pt x="6867" y="30532"/>
                          <a:pt x="6069" y="28271"/>
                          <a:pt x="5936" y="26941"/>
                        </a:cubicBezTo>
                        <a:cubicBezTo>
                          <a:pt x="4961" y="19272"/>
                          <a:pt x="4562" y="10184"/>
                          <a:pt x="9660" y="787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85" name="Forme libre : forme 22684">
                    <a:extLst>
                      <a:ext uri="{FF2B5EF4-FFF2-40B4-BE49-F238E27FC236}">
                        <a16:creationId xmlns:a16="http://schemas.microsoft.com/office/drawing/2014/main" id="{1C2C7694-9C94-4047-9A00-A14D85808139}"/>
                      </a:ext>
                    </a:extLst>
                  </p:cNvPr>
                  <p:cNvSpPr/>
                  <p:nvPr/>
                </p:nvSpPr>
                <p:spPr>
                  <a:xfrm>
                    <a:off x="6682108" y="1356060"/>
                    <a:ext cx="19295" cy="42530"/>
                  </a:xfrm>
                  <a:custGeom>
                    <a:avLst/>
                    <a:gdLst>
                      <a:gd name="connsiteX0" fmla="*/ 17724 w 19295"/>
                      <a:gd name="connsiteY0" fmla="*/ 42492 h 42530"/>
                      <a:gd name="connsiteX1" fmla="*/ 9389 w 19295"/>
                      <a:gd name="connsiteY1" fmla="*/ 35000 h 42530"/>
                      <a:gd name="connsiteX2" fmla="*/ 3360 w 19295"/>
                      <a:gd name="connsiteY2" fmla="*/ 22322 h 42530"/>
                      <a:gd name="connsiteX3" fmla="*/ 2296 w 19295"/>
                      <a:gd name="connsiteY3" fmla="*/ 245 h 42530"/>
                      <a:gd name="connsiteX4" fmla="*/ 14310 w 19295"/>
                      <a:gd name="connsiteY4" fmla="*/ 18553 h 42530"/>
                      <a:gd name="connsiteX5" fmla="*/ 18167 w 19295"/>
                      <a:gd name="connsiteY5" fmla="*/ 32119 h 42530"/>
                      <a:gd name="connsiteX6" fmla="*/ 17724 w 19295"/>
                      <a:gd name="connsiteY6" fmla="*/ 42492 h 42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295" h="42530">
                        <a:moveTo>
                          <a:pt x="17724" y="42492"/>
                        </a:moveTo>
                        <a:cubicBezTo>
                          <a:pt x="15418" y="42936"/>
                          <a:pt x="11960" y="39433"/>
                          <a:pt x="9389" y="35000"/>
                        </a:cubicBezTo>
                        <a:cubicBezTo>
                          <a:pt x="6685" y="30567"/>
                          <a:pt x="4513" y="25336"/>
                          <a:pt x="3360" y="22322"/>
                        </a:cubicBezTo>
                        <a:cubicBezTo>
                          <a:pt x="1144" y="16248"/>
                          <a:pt x="-2358" y="2550"/>
                          <a:pt x="2296" y="245"/>
                        </a:cubicBezTo>
                        <a:cubicBezTo>
                          <a:pt x="7040" y="-2149"/>
                          <a:pt x="12759" y="13677"/>
                          <a:pt x="14310" y="18553"/>
                        </a:cubicBezTo>
                        <a:cubicBezTo>
                          <a:pt x="15108" y="20992"/>
                          <a:pt x="16926" y="26888"/>
                          <a:pt x="18167" y="32119"/>
                        </a:cubicBezTo>
                        <a:cubicBezTo>
                          <a:pt x="19319" y="37394"/>
                          <a:pt x="20162" y="42049"/>
                          <a:pt x="17724" y="4249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86" name="Forme libre : forme 22685">
                    <a:extLst>
                      <a:ext uri="{FF2B5EF4-FFF2-40B4-BE49-F238E27FC236}">
                        <a16:creationId xmlns:a16="http://schemas.microsoft.com/office/drawing/2014/main" id="{48F9D154-0EC0-4CC5-B383-BC20849133D4}"/>
                      </a:ext>
                    </a:extLst>
                  </p:cNvPr>
                  <p:cNvSpPr/>
                  <p:nvPr/>
                </p:nvSpPr>
                <p:spPr>
                  <a:xfrm>
                    <a:off x="6672718" y="1333236"/>
                    <a:ext cx="19057" cy="55714"/>
                  </a:xfrm>
                  <a:custGeom>
                    <a:avLst/>
                    <a:gdLst>
                      <a:gd name="connsiteX0" fmla="*/ 3707 w 19057"/>
                      <a:gd name="connsiteY0" fmla="*/ 1481 h 55714"/>
                      <a:gd name="connsiteX1" fmla="*/ 826 w 19057"/>
                      <a:gd name="connsiteY1" fmla="*/ 8928 h 55714"/>
                      <a:gd name="connsiteX2" fmla="*/ 27 w 19057"/>
                      <a:gd name="connsiteY2" fmla="*/ 18991 h 55714"/>
                      <a:gd name="connsiteX3" fmla="*/ 1003 w 19057"/>
                      <a:gd name="connsiteY3" fmla="*/ 29985 h 55714"/>
                      <a:gd name="connsiteX4" fmla="*/ 9027 w 19057"/>
                      <a:gd name="connsiteY4" fmla="*/ 49890 h 55714"/>
                      <a:gd name="connsiteX5" fmla="*/ 17716 w 19057"/>
                      <a:gd name="connsiteY5" fmla="*/ 55032 h 55714"/>
                      <a:gd name="connsiteX6" fmla="*/ 17849 w 19057"/>
                      <a:gd name="connsiteY6" fmla="*/ 47496 h 55714"/>
                      <a:gd name="connsiteX7" fmla="*/ 17893 w 19057"/>
                      <a:gd name="connsiteY7" fmla="*/ 27414 h 55714"/>
                      <a:gd name="connsiteX8" fmla="*/ 16651 w 19057"/>
                      <a:gd name="connsiteY8" fmla="*/ 7066 h 55714"/>
                      <a:gd name="connsiteX9" fmla="*/ 3707 w 19057"/>
                      <a:gd name="connsiteY9" fmla="*/ 1481 h 5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057" h="55714">
                        <a:moveTo>
                          <a:pt x="3707" y="1481"/>
                        </a:moveTo>
                        <a:cubicBezTo>
                          <a:pt x="1579" y="3830"/>
                          <a:pt x="1180" y="5204"/>
                          <a:pt x="826" y="8928"/>
                        </a:cubicBezTo>
                        <a:cubicBezTo>
                          <a:pt x="515" y="12475"/>
                          <a:pt x="161" y="15622"/>
                          <a:pt x="27" y="18991"/>
                        </a:cubicBezTo>
                        <a:cubicBezTo>
                          <a:pt x="-105" y="22361"/>
                          <a:pt x="249" y="25730"/>
                          <a:pt x="1003" y="29985"/>
                        </a:cubicBezTo>
                        <a:cubicBezTo>
                          <a:pt x="2421" y="36901"/>
                          <a:pt x="5303" y="44482"/>
                          <a:pt x="9027" y="49890"/>
                        </a:cubicBezTo>
                        <a:cubicBezTo>
                          <a:pt x="11686" y="53836"/>
                          <a:pt x="15543" y="57205"/>
                          <a:pt x="17716" y="55032"/>
                        </a:cubicBezTo>
                        <a:cubicBezTo>
                          <a:pt x="19046" y="53702"/>
                          <a:pt x="17982" y="50378"/>
                          <a:pt x="17849" y="47496"/>
                        </a:cubicBezTo>
                        <a:cubicBezTo>
                          <a:pt x="17450" y="40713"/>
                          <a:pt x="16962" y="34374"/>
                          <a:pt x="17893" y="27414"/>
                        </a:cubicBezTo>
                        <a:cubicBezTo>
                          <a:pt x="18735" y="21518"/>
                          <a:pt x="20553" y="14470"/>
                          <a:pt x="16651" y="7066"/>
                        </a:cubicBezTo>
                        <a:cubicBezTo>
                          <a:pt x="12883" y="505"/>
                          <a:pt x="6677" y="-1800"/>
                          <a:pt x="3707" y="148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87" name="Forme libre : forme 22686">
                    <a:extLst>
                      <a:ext uri="{FF2B5EF4-FFF2-40B4-BE49-F238E27FC236}">
                        <a16:creationId xmlns:a16="http://schemas.microsoft.com/office/drawing/2014/main" id="{41EB966A-4E4E-4B42-8941-C068ED5E9A31}"/>
                      </a:ext>
                    </a:extLst>
                  </p:cNvPr>
                  <p:cNvSpPr/>
                  <p:nvPr/>
                </p:nvSpPr>
                <p:spPr>
                  <a:xfrm>
                    <a:off x="6685033" y="1342650"/>
                    <a:ext cx="10672" cy="16321"/>
                  </a:xfrm>
                  <a:custGeom>
                    <a:avLst/>
                    <a:gdLst>
                      <a:gd name="connsiteX0" fmla="*/ 2342 w 10672"/>
                      <a:gd name="connsiteY0" fmla="*/ 1154 h 16321"/>
                      <a:gd name="connsiteX1" fmla="*/ 613 w 10672"/>
                      <a:gd name="connsiteY1" fmla="*/ 2 h 16321"/>
                      <a:gd name="connsiteX2" fmla="*/ 81 w 10672"/>
                      <a:gd name="connsiteY2" fmla="*/ 1686 h 16321"/>
                      <a:gd name="connsiteX3" fmla="*/ 1278 w 10672"/>
                      <a:gd name="connsiteY3" fmla="*/ 4834 h 16321"/>
                      <a:gd name="connsiteX4" fmla="*/ 5179 w 10672"/>
                      <a:gd name="connsiteY4" fmla="*/ 12193 h 16321"/>
                      <a:gd name="connsiteX5" fmla="*/ 6819 w 10672"/>
                      <a:gd name="connsiteY5" fmla="*/ 14720 h 16321"/>
                      <a:gd name="connsiteX6" fmla="*/ 9922 w 10672"/>
                      <a:gd name="connsiteY6" fmla="*/ 11705 h 16321"/>
                      <a:gd name="connsiteX7" fmla="*/ 2342 w 10672"/>
                      <a:gd name="connsiteY7" fmla="*/ 1154 h 163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672" h="16321">
                        <a:moveTo>
                          <a:pt x="2342" y="1154"/>
                        </a:moveTo>
                        <a:cubicBezTo>
                          <a:pt x="1677" y="489"/>
                          <a:pt x="1233" y="46"/>
                          <a:pt x="613" y="2"/>
                        </a:cubicBezTo>
                        <a:cubicBezTo>
                          <a:pt x="-8" y="-43"/>
                          <a:pt x="-97" y="755"/>
                          <a:pt x="81" y="1686"/>
                        </a:cubicBezTo>
                        <a:cubicBezTo>
                          <a:pt x="258" y="2617"/>
                          <a:pt x="790" y="3903"/>
                          <a:pt x="1278" y="4834"/>
                        </a:cubicBezTo>
                        <a:cubicBezTo>
                          <a:pt x="2430" y="7316"/>
                          <a:pt x="3893" y="9888"/>
                          <a:pt x="5179" y="12193"/>
                        </a:cubicBezTo>
                        <a:cubicBezTo>
                          <a:pt x="5711" y="13124"/>
                          <a:pt x="6198" y="14055"/>
                          <a:pt x="6819" y="14720"/>
                        </a:cubicBezTo>
                        <a:cubicBezTo>
                          <a:pt x="9479" y="17557"/>
                          <a:pt x="11961" y="16670"/>
                          <a:pt x="9922" y="11705"/>
                        </a:cubicBezTo>
                        <a:cubicBezTo>
                          <a:pt x="8371" y="7848"/>
                          <a:pt x="4957" y="3814"/>
                          <a:pt x="2342" y="115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88" name="Forme libre : forme 22687">
                    <a:extLst>
                      <a:ext uri="{FF2B5EF4-FFF2-40B4-BE49-F238E27FC236}">
                        <a16:creationId xmlns:a16="http://schemas.microsoft.com/office/drawing/2014/main" id="{3CB9A028-66EC-4922-A985-2FDBECCC1039}"/>
                      </a:ext>
                    </a:extLst>
                  </p:cNvPr>
                  <p:cNvSpPr/>
                  <p:nvPr/>
                </p:nvSpPr>
                <p:spPr>
                  <a:xfrm>
                    <a:off x="6680459" y="1390263"/>
                    <a:ext cx="25224" cy="20913"/>
                  </a:xfrm>
                  <a:custGeom>
                    <a:avLst/>
                    <a:gdLst>
                      <a:gd name="connsiteX0" fmla="*/ 25224 w 25224"/>
                      <a:gd name="connsiteY0" fmla="*/ 20880 h 20913"/>
                      <a:gd name="connsiteX1" fmla="*/ 18575 w 25224"/>
                      <a:gd name="connsiteY1" fmla="*/ 19284 h 20913"/>
                      <a:gd name="connsiteX2" fmla="*/ 11393 w 25224"/>
                      <a:gd name="connsiteY2" fmla="*/ 14009 h 20913"/>
                      <a:gd name="connsiteX3" fmla="*/ 5009 w 25224"/>
                      <a:gd name="connsiteY3" fmla="*/ 6916 h 20913"/>
                      <a:gd name="connsiteX4" fmla="*/ 0 w 25224"/>
                      <a:gd name="connsiteY4" fmla="*/ 0 h 20913"/>
                      <a:gd name="connsiteX5" fmla="*/ 25224 w 25224"/>
                      <a:gd name="connsiteY5" fmla="*/ 20880 h 20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224" h="20913">
                        <a:moveTo>
                          <a:pt x="25224" y="20880"/>
                        </a:moveTo>
                        <a:cubicBezTo>
                          <a:pt x="23362" y="21057"/>
                          <a:pt x="20835" y="20525"/>
                          <a:pt x="18575" y="19284"/>
                        </a:cubicBezTo>
                        <a:cubicBezTo>
                          <a:pt x="16314" y="18043"/>
                          <a:pt x="13831" y="16181"/>
                          <a:pt x="11393" y="14009"/>
                        </a:cubicBezTo>
                        <a:cubicBezTo>
                          <a:pt x="9221" y="11836"/>
                          <a:pt x="7048" y="9398"/>
                          <a:pt x="5009" y="6916"/>
                        </a:cubicBezTo>
                        <a:cubicBezTo>
                          <a:pt x="3147" y="4477"/>
                          <a:pt x="1463" y="2128"/>
                          <a:pt x="0" y="0"/>
                        </a:cubicBezTo>
                        <a:cubicBezTo>
                          <a:pt x="5896" y="8999"/>
                          <a:pt x="16580" y="18131"/>
                          <a:pt x="25224" y="2088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89" name="Forme libre : forme 22688">
                    <a:extLst>
                      <a:ext uri="{FF2B5EF4-FFF2-40B4-BE49-F238E27FC236}">
                        <a16:creationId xmlns:a16="http://schemas.microsoft.com/office/drawing/2014/main" id="{18541FB1-3AB2-4FEB-BB3F-E53167E774F3}"/>
                      </a:ext>
                    </a:extLst>
                  </p:cNvPr>
                  <p:cNvSpPr/>
                  <p:nvPr/>
                </p:nvSpPr>
                <p:spPr>
                  <a:xfrm>
                    <a:off x="6676868" y="1323323"/>
                    <a:ext cx="24115" cy="25401"/>
                  </a:xfrm>
                  <a:custGeom>
                    <a:avLst/>
                    <a:gdLst>
                      <a:gd name="connsiteX0" fmla="*/ 24116 w 24115"/>
                      <a:gd name="connsiteY0" fmla="*/ 25402 h 25401"/>
                      <a:gd name="connsiteX1" fmla="*/ 0 w 24115"/>
                      <a:gd name="connsiteY1" fmla="*/ 0 h 25401"/>
                      <a:gd name="connsiteX2" fmla="*/ 24116 w 24115"/>
                      <a:gd name="connsiteY2" fmla="*/ 25402 h 25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4115" h="25401">
                        <a:moveTo>
                          <a:pt x="24116" y="25402"/>
                        </a:moveTo>
                        <a:cubicBezTo>
                          <a:pt x="18796" y="13299"/>
                          <a:pt x="8910" y="4610"/>
                          <a:pt x="0" y="0"/>
                        </a:cubicBezTo>
                        <a:cubicBezTo>
                          <a:pt x="8600" y="3857"/>
                          <a:pt x="18264" y="15693"/>
                          <a:pt x="24116" y="254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90" name="Forme libre : forme 22689">
                    <a:extLst>
                      <a:ext uri="{FF2B5EF4-FFF2-40B4-BE49-F238E27FC236}">
                        <a16:creationId xmlns:a16="http://schemas.microsoft.com/office/drawing/2014/main" id="{A4B848FF-6DF7-45D6-9D00-4989E7446989}"/>
                      </a:ext>
                    </a:extLst>
                  </p:cNvPr>
                  <p:cNvSpPr/>
                  <p:nvPr/>
                </p:nvSpPr>
                <p:spPr>
                  <a:xfrm>
                    <a:off x="6692677" y="1369735"/>
                    <a:ext cx="5587" cy="16073"/>
                  </a:xfrm>
                  <a:custGeom>
                    <a:avLst/>
                    <a:gdLst>
                      <a:gd name="connsiteX0" fmla="*/ 4628 w 5587"/>
                      <a:gd name="connsiteY0" fmla="*/ 16050 h 16073"/>
                      <a:gd name="connsiteX1" fmla="*/ 683 w 5587"/>
                      <a:gd name="connsiteY1" fmla="*/ 7140 h 16073"/>
                      <a:gd name="connsiteX2" fmla="*/ 1170 w 5587"/>
                      <a:gd name="connsiteY2" fmla="*/ 47 h 16073"/>
                      <a:gd name="connsiteX3" fmla="*/ 4717 w 5587"/>
                      <a:gd name="connsiteY3" fmla="*/ 8514 h 16073"/>
                      <a:gd name="connsiteX4" fmla="*/ 4628 w 5587"/>
                      <a:gd name="connsiteY4" fmla="*/ 16050 h 16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7" h="16073">
                        <a:moveTo>
                          <a:pt x="4628" y="16050"/>
                        </a:moveTo>
                        <a:cubicBezTo>
                          <a:pt x="2678" y="15651"/>
                          <a:pt x="1126" y="9135"/>
                          <a:pt x="683" y="7140"/>
                        </a:cubicBezTo>
                        <a:cubicBezTo>
                          <a:pt x="239" y="5145"/>
                          <a:pt x="-825" y="-574"/>
                          <a:pt x="1170" y="47"/>
                        </a:cubicBezTo>
                        <a:cubicBezTo>
                          <a:pt x="3165" y="668"/>
                          <a:pt x="4318" y="6652"/>
                          <a:pt x="4717" y="8514"/>
                        </a:cubicBezTo>
                        <a:cubicBezTo>
                          <a:pt x="5071" y="10420"/>
                          <a:pt x="6534" y="16494"/>
                          <a:pt x="4628" y="1605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91" name="Forme libre : forme 22690">
                    <a:extLst>
                      <a:ext uri="{FF2B5EF4-FFF2-40B4-BE49-F238E27FC236}">
                        <a16:creationId xmlns:a16="http://schemas.microsoft.com/office/drawing/2014/main" id="{1C49957E-6729-4A36-9A9F-12E2ADF3153E}"/>
                      </a:ext>
                    </a:extLst>
                  </p:cNvPr>
                  <p:cNvSpPr/>
                  <p:nvPr/>
                </p:nvSpPr>
                <p:spPr>
                  <a:xfrm>
                    <a:off x="6696681" y="1383641"/>
                    <a:ext cx="2201" cy="4476"/>
                  </a:xfrm>
                  <a:custGeom>
                    <a:avLst/>
                    <a:gdLst>
                      <a:gd name="connsiteX0" fmla="*/ 1954 w 2201"/>
                      <a:gd name="connsiteY0" fmla="*/ 4405 h 4476"/>
                      <a:gd name="connsiteX1" fmla="*/ 447 w 2201"/>
                      <a:gd name="connsiteY1" fmla="*/ 2676 h 4476"/>
                      <a:gd name="connsiteX2" fmla="*/ 269 w 2201"/>
                      <a:gd name="connsiteY2" fmla="*/ 61 h 4476"/>
                      <a:gd name="connsiteX3" fmla="*/ 1732 w 2201"/>
                      <a:gd name="connsiteY3" fmla="*/ 1745 h 4476"/>
                      <a:gd name="connsiteX4" fmla="*/ 1954 w 2201"/>
                      <a:gd name="connsiteY4" fmla="*/ 4405 h 4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1" h="4476">
                        <a:moveTo>
                          <a:pt x="1954" y="4405"/>
                        </a:moveTo>
                        <a:cubicBezTo>
                          <a:pt x="1422" y="4804"/>
                          <a:pt x="757" y="3430"/>
                          <a:pt x="447" y="2676"/>
                        </a:cubicBezTo>
                        <a:cubicBezTo>
                          <a:pt x="181" y="1922"/>
                          <a:pt x="-307" y="415"/>
                          <a:pt x="269" y="61"/>
                        </a:cubicBezTo>
                        <a:cubicBezTo>
                          <a:pt x="846" y="-294"/>
                          <a:pt x="1466" y="992"/>
                          <a:pt x="1732" y="1745"/>
                        </a:cubicBezTo>
                        <a:cubicBezTo>
                          <a:pt x="2043" y="2455"/>
                          <a:pt x="2486" y="4006"/>
                          <a:pt x="1954" y="44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92" name="Forme libre : forme 22691">
                    <a:extLst>
                      <a:ext uri="{FF2B5EF4-FFF2-40B4-BE49-F238E27FC236}">
                        <a16:creationId xmlns:a16="http://schemas.microsoft.com/office/drawing/2014/main" id="{62CF47E9-4CB0-4A9A-B8F0-98A1C62436FB}"/>
                      </a:ext>
                    </a:extLst>
                  </p:cNvPr>
                  <p:cNvSpPr/>
                  <p:nvPr/>
                </p:nvSpPr>
                <p:spPr>
                  <a:xfrm>
                    <a:off x="6701184" y="1366547"/>
                    <a:ext cx="9093" cy="41301"/>
                  </a:xfrm>
                  <a:custGeom>
                    <a:avLst/>
                    <a:gdLst>
                      <a:gd name="connsiteX0" fmla="*/ 7824 w 9093"/>
                      <a:gd name="connsiteY0" fmla="*/ 28992 h 41301"/>
                      <a:gd name="connsiteX1" fmla="*/ 6539 w 9093"/>
                      <a:gd name="connsiteY1" fmla="*/ 40473 h 41301"/>
                      <a:gd name="connsiteX2" fmla="*/ 2726 w 9093"/>
                      <a:gd name="connsiteY2" fmla="*/ 39542 h 41301"/>
                      <a:gd name="connsiteX3" fmla="*/ 1707 w 9093"/>
                      <a:gd name="connsiteY3" fmla="*/ 34444 h 41301"/>
                      <a:gd name="connsiteX4" fmla="*/ 1795 w 9093"/>
                      <a:gd name="connsiteY4" fmla="*/ 26864 h 41301"/>
                      <a:gd name="connsiteX5" fmla="*/ 1574 w 9093"/>
                      <a:gd name="connsiteY5" fmla="*/ 19017 h 41301"/>
                      <a:gd name="connsiteX6" fmla="*/ 2150 w 9093"/>
                      <a:gd name="connsiteY6" fmla="*/ 132 h 41301"/>
                      <a:gd name="connsiteX7" fmla="*/ 9066 w 9093"/>
                      <a:gd name="connsiteY7" fmla="*/ 19062 h 41301"/>
                      <a:gd name="connsiteX8" fmla="*/ 7824 w 9093"/>
                      <a:gd name="connsiteY8" fmla="*/ 28992 h 41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093" h="41301">
                        <a:moveTo>
                          <a:pt x="7824" y="28992"/>
                        </a:moveTo>
                        <a:cubicBezTo>
                          <a:pt x="7780" y="33336"/>
                          <a:pt x="7647" y="36794"/>
                          <a:pt x="6539" y="40473"/>
                        </a:cubicBezTo>
                        <a:cubicBezTo>
                          <a:pt x="6228" y="41848"/>
                          <a:pt x="3790" y="41493"/>
                          <a:pt x="2726" y="39542"/>
                        </a:cubicBezTo>
                        <a:cubicBezTo>
                          <a:pt x="1618" y="37681"/>
                          <a:pt x="1662" y="36040"/>
                          <a:pt x="1707" y="34444"/>
                        </a:cubicBezTo>
                        <a:cubicBezTo>
                          <a:pt x="1662" y="32006"/>
                          <a:pt x="1884" y="29391"/>
                          <a:pt x="1795" y="26864"/>
                        </a:cubicBezTo>
                        <a:cubicBezTo>
                          <a:pt x="1707" y="24248"/>
                          <a:pt x="1662" y="21677"/>
                          <a:pt x="1574" y="19017"/>
                        </a:cubicBezTo>
                        <a:cubicBezTo>
                          <a:pt x="1352" y="15781"/>
                          <a:pt x="-2194" y="-1685"/>
                          <a:pt x="2150" y="132"/>
                        </a:cubicBezTo>
                        <a:cubicBezTo>
                          <a:pt x="6583" y="2171"/>
                          <a:pt x="8888" y="14806"/>
                          <a:pt x="9066" y="19062"/>
                        </a:cubicBezTo>
                        <a:cubicBezTo>
                          <a:pt x="9287" y="23362"/>
                          <a:pt x="8134" y="25445"/>
                          <a:pt x="7824" y="2899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95" name="Graphique 2">
                  <a:extLst>
                    <a:ext uri="{FF2B5EF4-FFF2-40B4-BE49-F238E27FC236}">
                      <a16:creationId xmlns:a16="http://schemas.microsoft.com/office/drawing/2014/main" id="{86D7EE9A-3E93-46FD-AC0F-EABF73A199C9}"/>
                    </a:ext>
                  </a:extLst>
                </p:cNvPr>
                <p:cNvGrpSpPr/>
                <p:nvPr/>
              </p:nvGrpSpPr>
              <p:grpSpPr>
                <a:xfrm>
                  <a:off x="6707279" y="1409610"/>
                  <a:ext cx="82540" cy="61984"/>
                  <a:chOff x="6707279" y="1409610"/>
                  <a:chExt cx="82540" cy="61984"/>
                </a:xfrm>
                <a:solidFill>
                  <a:schemeClr val="accent1"/>
                </a:solidFill>
              </p:grpSpPr>
              <p:sp>
                <p:nvSpPr>
                  <p:cNvPr id="22669" name="Forme libre : forme 22668">
                    <a:extLst>
                      <a:ext uri="{FF2B5EF4-FFF2-40B4-BE49-F238E27FC236}">
                        <a16:creationId xmlns:a16="http://schemas.microsoft.com/office/drawing/2014/main" id="{2CA46277-1DDD-4B6A-B698-BC05AD156657}"/>
                      </a:ext>
                    </a:extLst>
                  </p:cNvPr>
                  <p:cNvSpPr/>
                  <p:nvPr/>
                </p:nvSpPr>
                <p:spPr>
                  <a:xfrm>
                    <a:off x="6707279" y="1409610"/>
                    <a:ext cx="82540" cy="61984"/>
                  </a:xfrm>
                  <a:custGeom>
                    <a:avLst/>
                    <a:gdLst>
                      <a:gd name="connsiteX0" fmla="*/ 45129 w 82540"/>
                      <a:gd name="connsiteY0" fmla="*/ 57301 h 61984"/>
                      <a:gd name="connsiteX1" fmla="*/ 37992 w 82540"/>
                      <a:gd name="connsiteY1" fmla="*/ 53533 h 61984"/>
                      <a:gd name="connsiteX2" fmla="*/ 29613 w 82540"/>
                      <a:gd name="connsiteY2" fmla="*/ 48302 h 61984"/>
                      <a:gd name="connsiteX3" fmla="*/ 15471 w 82540"/>
                      <a:gd name="connsiteY3" fmla="*/ 37485 h 61984"/>
                      <a:gd name="connsiteX4" fmla="*/ 3812 w 82540"/>
                      <a:gd name="connsiteY4" fmla="*/ 22324 h 61984"/>
                      <a:gd name="connsiteX5" fmla="*/ 2483 w 82540"/>
                      <a:gd name="connsiteY5" fmla="*/ 18777 h 61984"/>
                      <a:gd name="connsiteX6" fmla="*/ 1330 w 82540"/>
                      <a:gd name="connsiteY6" fmla="*/ 14832 h 61984"/>
                      <a:gd name="connsiteX7" fmla="*/ 0 w 82540"/>
                      <a:gd name="connsiteY7" fmla="*/ 6320 h 61984"/>
                      <a:gd name="connsiteX8" fmla="*/ 7846 w 82540"/>
                      <a:gd name="connsiteY8" fmla="*/ 25 h 61984"/>
                      <a:gd name="connsiteX9" fmla="*/ 14718 w 82540"/>
                      <a:gd name="connsiteY9" fmla="*/ 380 h 61984"/>
                      <a:gd name="connsiteX10" fmla="*/ 22431 w 82540"/>
                      <a:gd name="connsiteY10" fmla="*/ 2286 h 61984"/>
                      <a:gd name="connsiteX11" fmla="*/ 37947 w 82540"/>
                      <a:gd name="connsiteY11" fmla="*/ 10487 h 61984"/>
                      <a:gd name="connsiteX12" fmla="*/ 60778 w 82540"/>
                      <a:gd name="connsiteY12" fmla="*/ 25870 h 61984"/>
                      <a:gd name="connsiteX13" fmla="*/ 81214 w 82540"/>
                      <a:gd name="connsiteY13" fmla="*/ 47858 h 61984"/>
                      <a:gd name="connsiteX14" fmla="*/ 80106 w 82540"/>
                      <a:gd name="connsiteY14" fmla="*/ 57567 h 61984"/>
                      <a:gd name="connsiteX15" fmla="*/ 45129 w 82540"/>
                      <a:gd name="connsiteY15" fmla="*/ 57301 h 61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2540" h="61984">
                        <a:moveTo>
                          <a:pt x="45129" y="57301"/>
                        </a:moveTo>
                        <a:cubicBezTo>
                          <a:pt x="43223" y="56370"/>
                          <a:pt x="40740" y="55040"/>
                          <a:pt x="37992" y="53533"/>
                        </a:cubicBezTo>
                        <a:cubicBezTo>
                          <a:pt x="35332" y="51937"/>
                          <a:pt x="32450" y="50164"/>
                          <a:pt x="29613" y="48302"/>
                        </a:cubicBezTo>
                        <a:cubicBezTo>
                          <a:pt x="24027" y="44489"/>
                          <a:pt x="18708" y="40366"/>
                          <a:pt x="15471" y="37485"/>
                        </a:cubicBezTo>
                        <a:cubicBezTo>
                          <a:pt x="9443" y="32121"/>
                          <a:pt x="5985" y="27156"/>
                          <a:pt x="3812" y="22324"/>
                        </a:cubicBezTo>
                        <a:cubicBezTo>
                          <a:pt x="3280" y="21127"/>
                          <a:pt x="2881" y="19974"/>
                          <a:pt x="2483" y="18777"/>
                        </a:cubicBezTo>
                        <a:cubicBezTo>
                          <a:pt x="2128" y="17492"/>
                          <a:pt x="1729" y="16206"/>
                          <a:pt x="1330" y="14832"/>
                        </a:cubicBezTo>
                        <a:cubicBezTo>
                          <a:pt x="532" y="11906"/>
                          <a:pt x="133" y="9069"/>
                          <a:pt x="0" y="6320"/>
                        </a:cubicBezTo>
                        <a:cubicBezTo>
                          <a:pt x="177" y="2286"/>
                          <a:pt x="4522" y="-285"/>
                          <a:pt x="7846" y="25"/>
                        </a:cubicBezTo>
                        <a:cubicBezTo>
                          <a:pt x="10418" y="158"/>
                          <a:pt x="12679" y="203"/>
                          <a:pt x="14718" y="380"/>
                        </a:cubicBezTo>
                        <a:cubicBezTo>
                          <a:pt x="17067" y="690"/>
                          <a:pt x="19949" y="1444"/>
                          <a:pt x="22431" y="2286"/>
                        </a:cubicBezTo>
                        <a:cubicBezTo>
                          <a:pt x="27574" y="4059"/>
                          <a:pt x="32539" y="6675"/>
                          <a:pt x="37947" y="10487"/>
                        </a:cubicBezTo>
                        <a:cubicBezTo>
                          <a:pt x="43710" y="14654"/>
                          <a:pt x="54882" y="22501"/>
                          <a:pt x="60778" y="25870"/>
                        </a:cubicBezTo>
                        <a:cubicBezTo>
                          <a:pt x="71639" y="32475"/>
                          <a:pt x="75850" y="38904"/>
                          <a:pt x="81214" y="47858"/>
                        </a:cubicBezTo>
                        <a:cubicBezTo>
                          <a:pt x="83076" y="50740"/>
                          <a:pt x="83209" y="55705"/>
                          <a:pt x="80106" y="57567"/>
                        </a:cubicBezTo>
                        <a:cubicBezTo>
                          <a:pt x="71461" y="62709"/>
                          <a:pt x="59847" y="64261"/>
                          <a:pt x="45129" y="5730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70" name="Forme libre : forme 22669">
                    <a:extLst>
                      <a:ext uri="{FF2B5EF4-FFF2-40B4-BE49-F238E27FC236}">
                        <a16:creationId xmlns:a16="http://schemas.microsoft.com/office/drawing/2014/main" id="{7FFAB3F2-9ACC-4018-96D5-763B171D1E1A}"/>
                      </a:ext>
                    </a:extLst>
                  </p:cNvPr>
                  <p:cNvSpPr/>
                  <p:nvPr/>
                </p:nvSpPr>
                <p:spPr>
                  <a:xfrm>
                    <a:off x="6707279" y="1411763"/>
                    <a:ext cx="80194" cy="59724"/>
                  </a:xfrm>
                  <a:custGeom>
                    <a:avLst/>
                    <a:gdLst>
                      <a:gd name="connsiteX0" fmla="*/ 27352 w 80194"/>
                      <a:gd name="connsiteY0" fmla="*/ 28638 h 59724"/>
                      <a:gd name="connsiteX1" fmla="*/ 11836 w 80194"/>
                      <a:gd name="connsiteY1" fmla="*/ 15693 h 59724"/>
                      <a:gd name="connsiteX2" fmla="*/ 5763 w 80194"/>
                      <a:gd name="connsiteY2" fmla="*/ 8379 h 59724"/>
                      <a:gd name="connsiteX3" fmla="*/ 1995 w 80194"/>
                      <a:gd name="connsiteY3" fmla="*/ 0 h 59724"/>
                      <a:gd name="connsiteX4" fmla="*/ 0 w 80194"/>
                      <a:gd name="connsiteY4" fmla="*/ 4123 h 59724"/>
                      <a:gd name="connsiteX5" fmla="*/ 665 w 80194"/>
                      <a:gd name="connsiteY5" fmla="*/ 9930 h 59724"/>
                      <a:gd name="connsiteX6" fmla="*/ 1817 w 80194"/>
                      <a:gd name="connsiteY6" fmla="*/ 14275 h 59724"/>
                      <a:gd name="connsiteX7" fmla="*/ 2970 w 80194"/>
                      <a:gd name="connsiteY7" fmla="*/ 17954 h 59724"/>
                      <a:gd name="connsiteX8" fmla="*/ 6605 w 80194"/>
                      <a:gd name="connsiteY8" fmla="*/ 25269 h 59724"/>
                      <a:gd name="connsiteX9" fmla="*/ 15471 w 80194"/>
                      <a:gd name="connsiteY9" fmla="*/ 35332 h 59724"/>
                      <a:gd name="connsiteX10" fmla="*/ 19816 w 80194"/>
                      <a:gd name="connsiteY10" fmla="*/ 38923 h 59724"/>
                      <a:gd name="connsiteX11" fmla="*/ 42691 w 80194"/>
                      <a:gd name="connsiteY11" fmla="*/ 53906 h 59724"/>
                      <a:gd name="connsiteX12" fmla="*/ 45085 w 80194"/>
                      <a:gd name="connsiteY12" fmla="*/ 55103 h 59724"/>
                      <a:gd name="connsiteX13" fmla="*/ 59581 w 80194"/>
                      <a:gd name="connsiteY13" fmla="*/ 59448 h 59724"/>
                      <a:gd name="connsiteX14" fmla="*/ 75673 w 80194"/>
                      <a:gd name="connsiteY14" fmla="*/ 57542 h 59724"/>
                      <a:gd name="connsiteX15" fmla="*/ 80062 w 80194"/>
                      <a:gd name="connsiteY15" fmla="*/ 55414 h 59724"/>
                      <a:gd name="connsiteX16" fmla="*/ 80195 w 80194"/>
                      <a:gd name="connsiteY16" fmla="*/ 55281 h 59724"/>
                      <a:gd name="connsiteX17" fmla="*/ 52399 w 80194"/>
                      <a:gd name="connsiteY17" fmla="*/ 44198 h 59724"/>
                      <a:gd name="connsiteX18" fmla="*/ 27352 w 80194"/>
                      <a:gd name="connsiteY18" fmla="*/ 28638 h 59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0194" h="59724">
                        <a:moveTo>
                          <a:pt x="27352" y="28638"/>
                        </a:moveTo>
                        <a:cubicBezTo>
                          <a:pt x="21766" y="24870"/>
                          <a:pt x="16358" y="20437"/>
                          <a:pt x="11836" y="15693"/>
                        </a:cubicBezTo>
                        <a:cubicBezTo>
                          <a:pt x="9575" y="13255"/>
                          <a:pt x="7580" y="11039"/>
                          <a:pt x="5763" y="8379"/>
                        </a:cubicBezTo>
                        <a:cubicBezTo>
                          <a:pt x="4034" y="5497"/>
                          <a:pt x="2394" y="2926"/>
                          <a:pt x="1995" y="0"/>
                        </a:cubicBezTo>
                        <a:cubicBezTo>
                          <a:pt x="887" y="1064"/>
                          <a:pt x="0" y="2527"/>
                          <a:pt x="0" y="4123"/>
                        </a:cubicBezTo>
                        <a:cubicBezTo>
                          <a:pt x="88" y="6029"/>
                          <a:pt x="266" y="7935"/>
                          <a:pt x="665" y="9930"/>
                        </a:cubicBezTo>
                        <a:cubicBezTo>
                          <a:pt x="975" y="11349"/>
                          <a:pt x="1330" y="12812"/>
                          <a:pt x="1817" y="14275"/>
                        </a:cubicBezTo>
                        <a:cubicBezTo>
                          <a:pt x="2172" y="15560"/>
                          <a:pt x="2527" y="16713"/>
                          <a:pt x="2970" y="17954"/>
                        </a:cubicBezTo>
                        <a:cubicBezTo>
                          <a:pt x="3768" y="20304"/>
                          <a:pt x="5054" y="22830"/>
                          <a:pt x="6605" y="25269"/>
                        </a:cubicBezTo>
                        <a:cubicBezTo>
                          <a:pt x="8733" y="28505"/>
                          <a:pt x="11570" y="31830"/>
                          <a:pt x="15471" y="35332"/>
                        </a:cubicBezTo>
                        <a:cubicBezTo>
                          <a:pt x="16624" y="36396"/>
                          <a:pt x="18176" y="37593"/>
                          <a:pt x="19816" y="38923"/>
                        </a:cubicBezTo>
                        <a:cubicBezTo>
                          <a:pt x="26288" y="44109"/>
                          <a:pt x="35908" y="50582"/>
                          <a:pt x="42691" y="53906"/>
                        </a:cubicBezTo>
                        <a:cubicBezTo>
                          <a:pt x="43533" y="54350"/>
                          <a:pt x="44375" y="54749"/>
                          <a:pt x="45085" y="55103"/>
                        </a:cubicBezTo>
                        <a:cubicBezTo>
                          <a:pt x="50360" y="57453"/>
                          <a:pt x="55059" y="59049"/>
                          <a:pt x="59581" y="59448"/>
                        </a:cubicBezTo>
                        <a:cubicBezTo>
                          <a:pt x="65654" y="60246"/>
                          <a:pt x="71018" y="59226"/>
                          <a:pt x="75673" y="57542"/>
                        </a:cubicBezTo>
                        <a:cubicBezTo>
                          <a:pt x="77180" y="56965"/>
                          <a:pt x="78643" y="56300"/>
                          <a:pt x="80062" y="55414"/>
                        </a:cubicBezTo>
                        <a:lnTo>
                          <a:pt x="80195" y="55281"/>
                        </a:lnTo>
                        <a:cubicBezTo>
                          <a:pt x="70575" y="52710"/>
                          <a:pt x="61221" y="48808"/>
                          <a:pt x="52399" y="44198"/>
                        </a:cubicBezTo>
                        <a:cubicBezTo>
                          <a:pt x="43666" y="39410"/>
                          <a:pt x="35376" y="34046"/>
                          <a:pt x="27352" y="2863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71" name="Forme libre : forme 22670">
                    <a:extLst>
                      <a:ext uri="{FF2B5EF4-FFF2-40B4-BE49-F238E27FC236}">
                        <a16:creationId xmlns:a16="http://schemas.microsoft.com/office/drawing/2014/main" id="{A3796880-5813-4D30-93E9-317D092E5D93}"/>
                      </a:ext>
                    </a:extLst>
                  </p:cNvPr>
                  <p:cNvSpPr/>
                  <p:nvPr/>
                </p:nvSpPr>
                <p:spPr>
                  <a:xfrm>
                    <a:off x="6733636" y="1433226"/>
                    <a:ext cx="38658" cy="26237"/>
                  </a:xfrm>
                  <a:custGeom>
                    <a:avLst/>
                    <a:gdLst>
                      <a:gd name="connsiteX0" fmla="*/ 38543 w 38658"/>
                      <a:gd name="connsiteY0" fmla="*/ 24641 h 26237"/>
                      <a:gd name="connsiteX1" fmla="*/ 34819 w 38658"/>
                      <a:gd name="connsiteY1" fmla="*/ 26237 h 26237"/>
                      <a:gd name="connsiteX2" fmla="*/ 27904 w 38658"/>
                      <a:gd name="connsiteY2" fmla="*/ 24819 h 26237"/>
                      <a:gd name="connsiteX3" fmla="*/ 14782 w 38658"/>
                      <a:gd name="connsiteY3" fmla="*/ 18701 h 26237"/>
                      <a:gd name="connsiteX4" fmla="*/ 507 w 38658"/>
                      <a:gd name="connsiteY4" fmla="*/ 1013 h 26237"/>
                      <a:gd name="connsiteX5" fmla="*/ 20767 w 38658"/>
                      <a:gd name="connsiteY5" fmla="*/ 8860 h 26237"/>
                      <a:gd name="connsiteX6" fmla="*/ 31761 w 38658"/>
                      <a:gd name="connsiteY6" fmla="*/ 16440 h 26237"/>
                      <a:gd name="connsiteX7" fmla="*/ 36947 w 38658"/>
                      <a:gd name="connsiteY7" fmla="*/ 20873 h 26237"/>
                      <a:gd name="connsiteX8" fmla="*/ 38543 w 38658"/>
                      <a:gd name="connsiteY8" fmla="*/ 24641 h 2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658" h="26237">
                        <a:moveTo>
                          <a:pt x="38543" y="24641"/>
                        </a:moveTo>
                        <a:cubicBezTo>
                          <a:pt x="38144" y="25750"/>
                          <a:pt x="36770" y="26237"/>
                          <a:pt x="34819" y="26237"/>
                        </a:cubicBezTo>
                        <a:cubicBezTo>
                          <a:pt x="32913" y="26149"/>
                          <a:pt x="30475" y="25617"/>
                          <a:pt x="27904" y="24819"/>
                        </a:cubicBezTo>
                        <a:cubicBezTo>
                          <a:pt x="22806" y="23179"/>
                          <a:pt x="17309" y="20386"/>
                          <a:pt x="14782" y="18701"/>
                        </a:cubicBezTo>
                        <a:cubicBezTo>
                          <a:pt x="9329" y="15687"/>
                          <a:pt x="-2596" y="5092"/>
                          <a:pt x="507" y="1013"/>
                        </a:cubicBezTo>
                        <a:cubicBezTo>
                          <a:pt x="3566" y="-3021"/>
                          <a:pt x="16200" y="6111"/>
                          <a:pt x="20767" y="8860"/>
                        </a:cubicBezTo>
                        <a:cubicBezTo>
                          <a:pt x="22939" y="10456"/>
                          <a:pt x="27682" y="13426"/>
                          <a:pt x="31761" y="16440"/>
                        </a:cubicBezTo>
                        <a:cubicBezTo>
                          <a:pt x="33800" y="17903"/>
                          <a:pt x="35662" y="19410"/>
                          <a:pt x="36947" y="20873"/>
                        </a:cubicBezTo>
                        <a:cubicBezTo>
                          <a:pt x="38277" y="22248"/>
                          <a:pt x="38942" y="23533"/>
                          <a:pt x="38543" y="2464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72" name="Forme libre : forme 22671">
                    <a:extLst>
                      <a:ext uri="{FF2B5EF4-FFF2-40B4-BE49-F238E27FC236}">
                        <a16:creationId xmlns:a16="http://schemas.microsoft.com/office/drawing/2014/main" id="{B23472E8-2C90-4AB6-A81D-F8714D7DA5D5}"/>
                      </a:ext>
                    </a:extLst>
                  </p:cNvPr>
                  <p:cNvSpPr/>
                  <p:nvPr/>
                </p:nvSpPr>
                <p:spPr>
                  <a:xfrm>
                    <a:off x="6733771" y="1432977"/>
                    <a:ext cx="23823" cy="23471"/>
                  </a:xfrm>
                  <a:custGeom>
                    <a:avLst/>
                    <a:gdLst>
                      <a:gd name="connsiteX0" fmla="*/ 10658 w 23823"/>
                      <a:gd name="connsiteY0" fmla="*/ 3168 h 23471"/>
                      <a:gd name="connsiteX1" fmla="*/ 240 w 23823"/>
                      <a:gd name="connsiteY1" fmla="*/ 1129 h 23471"/>
                      <a:gd name="connsiteX2" fmla="*/ 14913 w 23823"/>
                      <a:gd name="connsiteY2" fmla="*/ 19127 h 23471"/>
                      <a:gd name="connsiteX3" fmla="*/ 23824 w 23823"/>
                      <a:gd name="connsiteY3" fmla="*/ 23472 h 23471"/>
                      <a:gd name="connsiteX4" fmla="*/ 19391 w 23823"/>
                      <a:gd name="connsiteY4" fmla="*/ 20590 h 23471"/>
                      <a:gd name="connsiteX5" fmla="*/ 10658 w 23823"/>
                      <a:gd name="connsiteY5" fmla="*/ 3168 h 23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823" h="23471">
                        <a:moveTo>
                          <a:pt x="10658" y="3168"/>
                        </a:moveTo>
                        <a:cubicBezTo>
                          <a:pt x="7909" y="2326"/>
                          <a:pt x="1392" y="-2019"/>
                          <a:pt x="240" y="1129"/>
                        </a:cubicBezTo>
                        <a:cubicBezTo>
                          <a:pt x="-1666" y="6183"/>
                          <a:pt x="8219" y="15138"/>
                          <a:pt x="14913" y="19127"/>
                        </a:cubicBezTo>
                        <a:cubicBezTo>
                          <a:pt x="16775" y="20413"/>
                          <a:pt x="21430" y="22541"/>
                          <a:pt x="23824" y="23472"/>
                        </a:cubicBezTo>
                        <a:cubicBezTo>
                          <a:pt x="22583" y="22718"/>
                          <a:pt x="20455" y="21521"/>
                          <a:pt x="19391" y="20590"/>
                        </a:cubicBezTo>
                        <a:cubicBezTo>
                          <a:pt x="13451" y="15271"/>
                          <a:pt x="7643" y="7956"/>
                          <a:pt x="10658" y="316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73" name="Forme libre : forme 22672">
                    <a:extLst>
                      <a:ext uri="{FF2B5EF4-FFF2-40B4-BE49-F238E27FC236}">
                        <a16:creationId xmlns:a16="http://schemas.microsoft.com/office/drawing/2014/main" id="{D5DB9B66-C7AF-460E-882C-0E38433284FE}"/>
                      </a:ext>
                    </a:extLst>
                  </p:cNvPr>
                  <p:cNvSpPr/>
                  <p:nvPr/>
                </p:nvSpPr>
                <p:spPr>
                  <a:xfrm>
                    <a:off x="6734789" y="1435585"/>
                    <a:ext cx="39541" cy="25662"/>
                  </a:xfrm>
                  <a:custGeom>
                    <a:avLst/>
                    <a:gdLst>
                      <a:gd name="connsiteX0" fmla="*/ 39209 w 39541"/>
                      <a:gd name="connsiteY0" fmla="*/ 24278 h 25662"/>
                      <a:gd name="connsiteX1" fmla="*/ 27993 w 39541"/>
                      <a:gd name="connsiteY1" fmla="*/ 24455 h 25662"/>
                      <a:gd name="connsiteX2" fmla="*/ 14782 w 39541"/>
                      <a:gd name="connsiteY2" fmla="*/ 18736 h 25662"/>
                      <a:gd name="connsiteX3" fmla="*/ 463 w 39541"/>
                      <a:gd name="connsiteY3" fmla="*/ 1137 h 25662"/>
                      <a:gd name="connsiteX4" fmla="*/ 10039 w 39541"/>
                      <a:gd name="connsiteY4" fmla="*/ 2467 h 25662"/>
                      <a:gd name="connsiteX5" fmla="*/ 20856 w 39541"/>
                      <a:gd name="connsiteY5" fmla="*/ 8850 h 25662"/>
                      <a:gd name="connsiteX6" fmla="*/ 32603 w 39541"/>
                      <a:gd name="connsiteY6" fmla="*/ 16387 h 25662"/>
                      <a:gd name="connsiteX7" fmla="*/ 39209 w 39541"/>
                      <a:gd name="connsiteY7" fmla="*/ 24278 h 25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541" h="25662">
                        <a:moveTo>
                          <a:pt x="39209" y="24278"/>
                        </a:moveTo>
                        <a:cubicBezTo>
                          <a:pt x="37746" y="26184"/>
                          <a:pt x="32958" y="26007"/>
                          <a:pt x="27993" y="24455"/>
                        </a:cubicBezTo>
                        <a:cubicBezTo>
                          <a:pt x="22895" y="23081"/>
                          <a:pt x="17752" y="20332"/>
                          <a:pt x="14782" y="18736"/>
                        </a:cubicBezTo>
                        <a:cubicBezTo>
                          <a:pt x="8842" y="15500"/>
                          <a:pt x="-2418" y="5614"/>
                          <a:pt x="463" y="1137"/>
                        </a:cubicBezTo>
                        <a:cubicBezTo>
                          <a:pt x="1882" y="-1124"/>
                          <a:pt x="5783" y="339"/>
                          <a:pt x="10039" y="2467"/>
                        </a:cubicBezTo>
                        <a:cubicBezTo>
                          <a:pt x="14206" y="4683"/>
                          <a:pt x="18728" y="7476"/>
                          <a:pt x="20856" y="8850"/>
                        </a:cubicBezTo>
                        <a:cubicBezTo>
                          <a:pt x="23028" y="10136"/>
                          <a:pt x="28082" y="13505"/>
                          <a:pt x="32603" y="16387"/>
                        </a:cubicBezTo>
                        <a:cubicBezTo>
                          <a:pt x="36859" y="19534"/>
                          <a:pt x="40716" y="22238"/>
                          <a:pt x="39209" y="2427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74" name="Forme libre : forme 22673">
                    <a:extLst>
                      <a:ext uri="{FF2B5EF4-FFF2-40B4-BE49-F238E27FC236}">
                        <a16:creationId xmlns:a16="http://schemas.microsoft.com/office/drawing/2014/main" id="{FA286ADC-1D9D-4634-AEF1-E90C08F1D337}"/>
                      </a:ext>
                    </a:extLst>
                  </p:cNvPr>
                  <p:cNvSpPr/>
                  <p:nvPr/>
                </p:nvSpPr>
                <p:spPr>
                  <a:xfrm>
                    <a:off x="6717408" y="1417791"/>
                    <a:ext cx="42715" cy="43546"/>
                  </a:xfrm>
                  <a:custGeom>
                    <a:avLst/>
                    <a:gdLst>
                      <a:gd name="connsiteX0" fmla="*/ 599 w 42715"/>
                      <a:gd name="connsiteY0" fmla="*/ 3415 h 43546"/>
                      <a:gd name="connsiteX1" fmla="*/ 1220 w 42715"/>
                      <a:gd name="connsiteY1" fmla="*/ 11395 h 43546"/>
                      <a:gd name="connsiteX2" fmla="*/ 12746 w 42715"/>
                      <a:gd name="connsiteY2" fmla="*/ 30634 h 43546"/>
                      <a:gd name="connsiteX3" fmla="*/ 32562 w 42715"/>
                      <a:gd name="connsiteY3" fmla="*/ 42648 h 43546"/>
                      <a:gd name="connsiteX4" fmla="*/ 42713 w 42715"/>
                      <a:gd name="connsiteY4" fmla="*/ 40919 h 43546"/>
                      <a:gd name="connsiteX5" fmla="*/ 37748 w 42715"/>
                      <a:gd name="connsiteY5" fmla="*/ 35112 h 43546"/>
                      <a:gd name="connsiteX6" fmla="*/ 25424 w 42715"/>
                      <a:gd name="connsiteY6" fmla="*/ 19197 h 43546"/>
                      <a:gd name="connsiteX7" fmla="*/ 14519 w 42715"/>
                      <a:gd name="connsiteY7" fmla="*/ 2795 h 43546"/>
                      <a:gd name="connsiteX8" fmla="*/ 599 w 42715"/>
                      <a:gd name="connsiteY8" fmla="*/ 3415 h 43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715" h="43546">
                        <a:moveTo>
                          <a:pt x="599" y="3415"/>
                        </a:moveTo>
                        <a:cubicBezTo>
                          <a:pt x="-376" y="6385"/>
                          <a:pt x="-155" y="7804"/>
                          <a:pt x="1220" y="11395"/>
                        </a:cubicBezTo>
                        <a:cubicBezTo>
                          <a:pt x="3835" y="18222"/>
                          <a:pt x="6052" y="24029"/>
                          <a:pt x="12746" y="30634"/>
                        </a:cubicBezTo>
                        <a:cubicBezTo>
                          <a:pt x="18243" y="36131"/>
                          <a:pt x="26001" y="40831"/>
                          <a:pt x="32562" y="42648"/>
                        </a:cubicBezTo>
                        <a:cubicBezTo>
                          <a:pt x="37438" y="44067"/>
                          <a:pt x="42492" y="44022"/>
                          <a:pt x="42713" y="40919"/>
                        </a:cubicBezTo>
                        <a:cubicBezTo>
                          <a:pt x="42802" y="39102"/>
                          <a:pt x="39788" y="37195"/>
                          <a:pt x="37748" y="35112"/>
                        </a:cubicBezTo>
                        <a:cubicBezTo>
                          <a:pt x="32916" y="30236"/>
                          <a:pt x="28572" y="25403"/>
                          <a:pt x="25424" y="19197"/>
                        </a:cubicBezTo>
                        <a:cubicBezTo>
                          <a:pt x="22809" y="13877"/>
                          <a:pt x="21035" y="7272"/>
                          <a:pt x="14519" y="2795"/>
                        </a:cubicBezTo>
                        <a:cubicBezTo>
                          <a:pt x="8623" y="-1240"/>
                          <a:pt x="1929" y="-796"/>
                          <a:pt x="599" y="341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75" name="Forme libre : forme 22674">
                    <a:extLst>
                      <a:ext uri="{FF2B5EF4-FFF2-40B4-BE49-F238E27FC236}">
                        <a16:creationId xmlns:a16="http://schemas.microsoft.com/office/drawing/2014/main" id="{017ADD44-D122-4B73-A814-5F8B70F6DB9F}"/>
                      </a:ext>
                    </a:extLst>
                  </p:cNvPr>
                  <p:cNvSpPr/>
                  <p:nvPr/>
                </p:nvSpPr>
                <p:spPr>
                  <a:xfrm>
                    <a:off x="6729270" y="1424133"/>
                    <a:ext cx="16290" cy="9580"/>
                  </a:xfrm>
                  <a:custGeom>
                    <a:avLst/>
                    <a:gdLst>
                      <a:gd name="connsiteX0" fmla="*/ 2391 w 16290"/>
                      <a:gd name="connsiteY0" fmla="*/ 309 h 9580"/>
                      <a:gd name="connsiteX1" fmla="*/ 307 w 16290"/>
                      <a:gd name="connsiteY1" fmla="*/ 132 h 9580"/>
                      <a:gd name="connsiteX2" fmla="*/ 617 w 16290"/>
                      <a:gd name="connsiteY2" fmla="*/ 1861 h 9580"/>
                      <a:gd name="connsiteX3" fmla="*/ 3144 w 16290"/>
                      <a:gd name="connsiteY3" fmla="*/ 3988 h 9580"/>
                      <a:gd name="connsiteX4" fmla="*/ 10060 w 16290"/>
                      <a:gd name="connsiteY4" fmla="*/ 8244 h 9580"/>
                      <a:gd name="connsiteX5" fmla="*/ 12764 w 16290"/>
                      <a:gd name="connsiteY5" fmla="*/ 9397 h 9580"/>
                      <a:gd name="connsiteX6" fmla="*/ 13784 w 16290"/>
                      <a:gd name="connsiteY6" fmla="*/ 5230 h 9580"/>
                      <a:gd name="connsiteX7" fmla="*/ 2391 w 16290"/>
                      <a:gd name="connsiteY7" fmla="*/ 309 h 9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290" h="9580">
                        <a:moveTo>
                          <a:pt x="2391" y="309"/>
                        </a:moveTo>
                        <a:cubicBezTo>
                          <a:pt x="1504" y="43"/>
                          <a:pt x="883" y="-134"/>
                          <a:pt x="307" y="132"/>
                        </a:cubicBezTo>
                        <a:cubicBezTo>
                          <a:pt x="-269" y="398"/>
                          <a:pt x="41" y="1151"/>
                          <a:pt x="617" y="1861"/>
                        </a:cubicBezTo>
                        <a:cubicBezTo>
                          <a:pt x="1194" y="2614"/>
                          <a:pt x="2258" y="3412"/>
                          <a:pt x="3144" y="3988"/>
                        </a:cubicBezTo>
                        <a:cubicBezTo>
                          <a:pt x="5361" y="5496"/>
                          <a:pt x="7755" y="7092"/>
                          <a:pt x="10060" y="8244"/>
                        </a:cubicBezTo>
                        <a:cubicBezTo>
                          <a:pt x="10991" y="8732"/>
                          <a:pt x="11878" y="9219"/>
                          <a:pt x="12764" y="9397"/>
                        </a:cubicBezTo>
                        <a:cubicBezTo>
                          <a:pt x="16444" y="10239"/>
                          <a:pt x="17951" y="8067"/>
                          <a:pt x="13784" y="5230"/>
                        </a:cubicBezTo>
                        <a:cubicBezTo>
                          <a:pt x="10547" y="3102"/>
                          <a:pt x="5937" y="1328"/>
                          <a:pt x="2391" y="30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76" name="Forme libre : forme 22675">
                    <a:extLst>
                      <a:ext uri="{FF2B5EF4-FFF2-40B4-BE49-F238E27FC236}">
                        <a16:creationId xmlns:a16="http://schemas.microsoft.com/office/drawing/2014/main" id="{55CEA352-2C02-4AD4-97C9-106777D5E4F5}"/>
                      </a:ext>
                    </a:extLst>
                  </p:cNvPr>
                  <p:cNvSpPr/>
                  <p:nvPr/>
                </p:nvSpPr>
                <p:spPr>
                  <a:xfrm>
                    <a:off x="6753871" y="1465670"/>
                    <a:ext cx="32583" cy="3772"/>
                  </a:xfrm>
                  <a:custGeom>
                    <a:avLst/>
                    <a:gdLst>
                      <a:gd name="connsiteX0" fmla="*/ 32583 w 32583"/>
                      <a:gd name="connsiteY0" fmla="*/ 0 h 3772"/>
                      <a:gd name="connsiteX1" fmla="*/ 18087 w 32583"/>
                      <a:gd name="connsiteY1" fmla="*/ 3768 h 3772"/>
                      <a:gd name="connsiteX2" fmla="*/ 8644 w 32583"/>
                      <a:gd name="connsiteY2" fmla="*/ 2926 h 3772"/>
                      <a:gd name="connsiteX3" fmla="*/ 0 w 32583"/>
                      <a:gd name="connsiteY3" fmla="*/ 1108 h 3772"/>
                      <a:gd name="connsiteX4" fmla="*/ 32583 w 32583"/>
                      <a:gd name="connsiteY4" fmla="*/ 0 h 3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83" h="3772">
                        <a:moveTo>
                          <a:pt x="32583" y="0"/>
                        </a:moveTo>
                        <a:cubicBezTo>
                          <a:pt x="29879" y="2527"/>
                          <a:pt x="24249" y="3857"/>
                          <a:pt x="18087" y="3768"/>
                        </a:cubicBezTo>
                        <a:cubicBezTo>
                          <a:pt x="15028" y="3680"/>
                          <a:pt x="11703" y="3502"/>
                          <a:pt x="8644" y="2926"/>
                        </a:cubicBezTo>
                        <a:cubicBezTo>
                          <a:pt x="5585" y="2394"/>
                          <a:pt x="2615" y="1729"/>
                          <a:pt x="0" y="1108"/>
                        </a:cubicBezTo>
                        <a:cubicBezTo>
                          <a:pt x="11171" y="4123"/>
                          <a:pt x="24338" y="2837"/>
                          <a:pt x="325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77" name="Forme libre : forme 22676">
                    <a:extLst>
                      <a:ext uri="{FF2B5EF4-FFF2-40B4-BE49-F238E27FC236}">
                        <a16:creationId xmlns:a16="http://schemas.microsoft.com/office/drawing/2014/main" id="{8C83306B-8314-4AD7-8F0B-6956131D6EC7}"/>
                      </a:ext>
                    </a:extLst>
                  </p:cNvPr>
                  <p:cNvSpPr/>
                  <p:nvPr/>
                </p:nvSpPr>
                <p:spPr>
                  <a:xfrm>
                    <a:off x="6714904" y="1410566"/>
                    <a:ext cx="30499" cy="11038"/>
                  </a:xfrm>
                  <a:custGeom>
                    <a:avLst/>
                    <a:gdLst>
                      <a:gd name="connsiteX0" fmla="*/ 30500 w 30499"/>
                      <a:gd name="connsiteY0" fmla="*/ 11038 h 11038"/>
                      <a:gd name="connsiteX1" fmla="*/ 15028 w 30499"/>
                      <a:gd name="connsiteY1" fmla="*/ 3369 h 11038"/>
                      <a:gd name="connsiteX2" fmla="*/ 6827 w 30499"/>
                      <a:gd name="connsiteY2" fmla="*/ 1064 h 11038"/>
                      <a:gd name="connsiteX3" fmla="*/ 0 w 30499"/>
                      <a:gd name="connsiteY3" fmla="*/ 0 h 11038"/>
                      <a:gd name="connsiteX4" fmla="*/ 6650 w 30499"/>
                      <a:gd name="connsiteY4" fmla="*/ 1153 h 11038"/>
                      <a:gd name="connsiteX5" fmla="*/ 14984 w 30499"/>
                      <a:gd name="connsiteY5" fmla="*/ 4034 h 11038"/>
                      <a:gd name="connsiteX6" fmla="*/ 30500 w 30499"/>
                      <a:gd name="connsiteY6" fmla="*/ 11038 h 11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499" h="11038">
                        <a:moveTo>
                          <a:pt x="30500" y="11038"/>
                        </a:moveTo>
                        <a:cubicBezTo>
                          <a:pt x="25668" y="7714"/>
                          <a:pt x="20437" y="5275"/>
                          <a:pt x="15028" y="3369"/>
                        </a:cubicBezTo>
                        <a:cubicBezTo>
                          <a:pt x="12369" y="2438"/>
                          <a:pt x="9531" y="1640"/>
                          <a:pt x="6827" y="1064"/>
                        </a:cubicBezTo>
                        <a:cubicBezTo>
                          <a:pt x="4522" y="621"/>
                          <a:pt x="2394" y="355"/>
                          <a:pt x="0" y="0"/>
                        </a:cubicBezTo>
                        <a:cubicBezTo>
                          <a:pt x="2261" y="222"/>
                          <a:pt x="4345" y="576"/>
                          <a:pt x="6650" y="1153"/>
                        </a:cubicBezTo>
                        <a:cubicBezTo>
                          <a:pt x="9354" y="1906"/>
                          <a:pt x="12235" y="2926"/>
                          <a:pt x="14984" y="4034"/>
                        </a:cubicBezTo>
                        <a:cubicBezTo>
                          <a:pt x="20525" y="6295"/>
                          <a:pt x="25934" y="8822"/>
                          <a:pt x="30500" y="1103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78" name="Forme libre : forme 22677">
                    <a:extLst>
                      <a:ext uri="{FF2B5EF4-FFF2-40B4-BE49-F238E27FC236}">
                        <a16:creationId xmlns:a16="http://schemas.microsoft.com/office/drawing/2014/main" id="{73CC7586-862A-42EF-AD68-52FBFBF449F3}"/>
                      </a:ext>
                    </a:extLst>
                  </p:cNvPr>
                  <p:cNvSpPr/>
                  <p:nvPr/>
                </p:nvSpPr>
                <p:spPr>
                  <a:xfrm>
                    <a:off x="6750226" y="1442157"/>
                    <a:ext cx="13633" cy="10257"/>
                  </a:xfrm>
                  <a:custGeom>
                    <a:avLst/>
                    <a:gdLst>
                      <a:gd name="connsiteX0" fmla="*/ 13309 w 13633"/>
                      <a:gd name="connsiteY0" fmla="*/ 10080 h 10257"/>
                      <a:gd name="connsiteX1" fmla="*/ 4488 w 13633"/>
                      <a:gd name="connsiteY1" fmla="*/ 5957 h 10257"/>
                      <a:gd name="connsiteX2" fmla="*/ 498 w 13633"/>
                      <a:gd name="connsiteY2" fmla="*/ 106 h 10257"/>
                      <a:gd name="connsiteX3" fmla="*/ 8477 w 13633"/>
                      <a:gd name="connsiteY3" fmla="*/ 4317 h 10257"/>
                      <a:gd name="connsiteX4" fmla="*/ 13309 w 13633"/>
                      <a:gd name="connsiteY4" fmla="*/ 10080 h 10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33" h="10257">
                        <a:moveTo>
                          <a:pt x="13309" y="10080"/>
                        </a:moveTo>
                        <a:cubicBezTo>
                          <a:pt x="11536" y="11144"/>
                          <a:pt x="6128" y="7110"/>
                          <a:pt x="4488" y="5957"/>
                        </a:cubicBezTo>
                        <a:cubicBezTo>
                          <a:pt x="2847" y="4716"/>
                          <a:pt x="-1453" y="859"/>
                          <a:pt x="498" y="106"/>
                        </a:cubicBezTo>
                        <a:cubicBezTo>
                          <a:pt x="2448" y="-692"/>
                          <a:pt x="6926" y="3253"/>
                          <a:pt x="8477" y="4317"/>
                        </a:cubicBezTo>
                        <a:cubicBezTo>
                          <a:pt x="9896" y="5514"/>
                          <a:pt x="14950" y="9149"/>
                          <a:pt x="13309" y="1008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79" name="Forme libre : forme 22678">
                    <a:extLst>
                      <a:ext uri="{FF2B5EF4-FFF2-40B4-BE49-F238E27FC236}">
                        <a16:creationId xmlns:a16="http://schemas.microsoft.com/office/drawing/2014/main" id="{BB447F6B-5F83-4511-90D4-3C7975CD0B8D}"/>
                      </a:ext>
                    </a:extLst>
                  </p:cNvPr>
                  <p:cNvSpPr/>
                  <p:nvPr/>
                </p:nvSpPr>
                <p:spPr>
                  <a:xfrm>
                    <a:off x="6761871" y="1450587"/>
                    <a:ext cx="4155" cy="2664"/>
                  </a:xfrm>
                  <a:custGeom>
                    <a:avLst/>
                    <a:gdLst>
                      <a:gd name="connsiteX0" fmla="*/ 4147 w 4155"/>
                      <a:gd name="connsiteY0" fmla="*/ 2360 h 2664"/>
                      <a:gd name="connsiteX1" fmla="*/ 1886 w 4155"/>
                      <a:gd name="connsiteY1" fmla="*/ 2094 h 2664"/>
                      <a:gd name="connsiteX2" fmla="*/ 24 w 4155"/>
                      <a:gd name="connsiteY2" fmla="*/ 276 h 2664"/>
                      <a:gd name="connsiteX3" fmla="*/ 2241 w 4155"/>
                      <a:gd name="connsiteY3" fmla="*/ 542 h 2664"/>
                      <a:gd name="connsiteX4" fmla="*/ 4147 w 4155"/>
                      <a:gd name="connsiteY4" fmla="*/ 2360 h 2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55" h="2664">
                        <a:moveTo>
                          <a:pt x="4147" y="2360"/>
                        </a:moveTo>
                        <a:cubicBezTo>
                          <a:pt x="4014" y="3025"/>
                          <a:pt x="2595" y="2448"/>
                          <a:pt x="1886" y="2094"/>
                        </a:cubicBezTo>
                        <a:cubicBezTo>
                          <a:pt x="1176" y="1739"/>
                          <a:pt x="-198" y="941"/>
                          <a:pt x="24" y="276"/>
                        </a:cubicBezTo>
                        <a:cubicBezTo>
                          <a:pt x="201" y="-345"/>
                          <a:pt x="1531" y="232"/>
                          <a:pt x="2241" y="542"/>
                        </a:cubicBezTo>
                        <a:cubicBezTo>
                          <a:pt x="2861" y="897"/>
                          <a:pt x="4280" y="1739"/>
                          <a:pt x="4147" y="23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80" name="Forme libre : forme 22679">
                    <a:extLst>
                      <a:ext uri="{FF2B5EF4-FFF2-40B4-BE49-F238E27FC236}">
                        <a16:creationId xmlns:a16="http://schemas.microsoft.com/office/drawing/2014/main" id="{7112D417-95EA-4A8F-B640-65E8E09B9DC1}"/>
                      </a:ext>
                    </a:extLst>
                  </p:cNvPr>
                  <p:cNvSpPr/>
                  <p:nvPr/>
                </p:nvSpPr>
                <p:spPr>
                  <a:xfrm>
                    <a:off x="6755286" y="1433830"/>
                    <a:ext cx="30338" cy="29070"/>
                  </a:xfrm>
                  <a:custGeom>
                    <a:avLst/>
                    <a:gdLst>
                      <a:gd name="connsiteX0" fmla="*/ 23455 w 30338"/>
                      <a:gd name="connsiteY0" fmla="*/ 17565 h 29070"/>
                      <a:gd name="connsiteX1" fmla="*/ 30237 w 30338"/>
                      <a:gd name="connsiteY1" fmla="*/ 27185 h 29070"/>
                      <a:gd name="connsiteX2" fmla="*/ 26735 w 30338"/>
                      <a:gd name="connsiteY2" fmla="*/ 28870 h 29070"/>
                      <a:gd name="connsiteX3" fmla="*/ 22568 w 30338"/>
                      <a:gd name="connsiteY3" fmla="*/ 25811 h 29070"/>
                      <a:gd name="connsiteX4" fmla="*/ 12062 w 30338"/>
                      <a:gd name="connsiteY4" fmla="*/ 14506 h 29070"/>
                      <a:gd name="connsiteX5" fmla="*/ 3772 w 30338"/>
                      <a:gd name="connsiteY5" fmla="*/ 7103 h 29070"/>
                      <a:gd name="connsiteX6" fmla="*/ 935 w 30338"/>
                      <a:gd name="connsiteY6" fmla="*/ 143 h 29070"/>
                      <a:gd name="connsiteX7" fmla="*/ 17603 w 30338"/>
                      <a:gd name="connsiteY7" fmla="*/ 9408 h 29070"/>
                      <a:gd name="connsiteX8" fmla="*/ 23455 w 30338"/>
                      <a:gd name="connsiteY8" fmla="*/ 17565 h 29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338" h="29070">
                        <a:moveTo>
                          <a:pt x="23455" y="17565"/>
                        </a:moveTo>
                        <a:cubicBezTo>
                          <a:pt x="26381" y="21245"/>
                          <a:pt x="28819" y="23328"/>
                          <a:pt x="30237" y="27185"/>
                        </a:cubicBezTo>
                        <a:cubicBezTo>
                          <a:pt x="30814" y="28604"/>
                          <a:pt x="28819" y="29490"/>
                          <a:pt x="26735" y="28870"/>
                        </a:cubicBezTo>
                        <a:cubicBezTo>
                          <a:pt x="24652" y="28249"/>
                          <a:pt x="23632" y="27096"/>
                          <a:pt x="22568" y="25811"/>
                        </a:cubicBezTo>
                        <a:cubicBezTo>
                          <a:pt x="19377" y="21777"/>
                          <a:pt x="15786" y="18496"/>
                          <a:pt x="12062" y="14506"/>
                        </a:cubicBezTo>
                        <a:cubicBezTo>
                          <a:pt x="10865" y="13398"/>
                          <a:pt x="6875" y="10162"/>
                          <a:pt x="3772" y="7103"/>
                        </a:cubicBezTo>
                        <a:cubicBezTo>
                          <a:pt x="758" y="3867"/>
                          <a:pt x="-1282" y="808"/>
                          <a:pt x="935" y="143"/>
                        </a:cubicBezTo>
                        <a:cubicBezTo>
                          <a:pt x="5324" y="-1142"/>
                          <a:pt x="14500" y="6571"/>
                          <a:pt x="17603" y="9408"/>
                        </a:cubicBezTo>
                        <a:cubicBezTo>
                          <a:pt x="20573" y="12556"/>
                          <a:pt x="21283" y="14817"/>
                          <a:pt x="23455" y="1756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96" name="Graphique 2">
                  <a:extLst>
                    <a:ext uri="{FF2B5EF4-FFF2-40B4-BE49-F238E27FC236}">
                      <a16:creationId xmlns:a16="http://schemas.microsoft.com/office/drawing/2014/main" id="{D9C1D41A-3D53-422B-858B-E3F45349175C}"/>
                    </a:ext>
                  </a:extLst>
                </p:cNvPr>
                <p:cNvGrpSpPr/>
                <p:nvPr/>
              </p:nvGrpSpPr>
              <p:grpSpPr>
                <a:xfrm>
                  <a:off x="6789603" y="1437307"/>
                  <a:ext cx="91365" cy="46668"/>
                  <a:chOff x="6789603" y="1437307"/>
                  <a:chExt cx="91365" cy="46668"/>
                </a:xfrm>
                <a:solidFill>
                  <a:schemeClr val="accent1"/>
                </a:solidFill>
              </p:grpSpPr>
              <p:sp>
                <p:nvSpPr>
                  <p:cNvPr id="22657" name="Forme libre : forme 22656">
                    <a:extLst>
                      <a:ext uri="{FF2B5EF4-FFF2-40B4-BE49-F238E27FC236}">
                        <a16:creationId xmlns:a16="http://schemas.microsoft.com/office/drawing/2014/main" id="{71B4BA48-C54B-4B74-B8FC-8496E1FED3C8}"/>
                      </a:ext>
                    </a:extLst>
                  </p:cNvPr>
                  <p:cNvSpPr/>
                  <p:nvPr/>
                </p:nvSpPr>
                <p:spPr>
                  <a:xfrm>
                    <a:off x="6789603" y="1437307"/>
                    <a:ext cx="91337" cy="46668"/>
                  </a:xfrm>
                  <a:custGeom>
                    <a:avLst/>
                    <a:gdLst>
                      <a:gd name="connsiteX0" fmla="*/ 71594 w 91337"/>
                      <a:gd name="connsiteY0" fmla="*/ 35588 h 46668"/>
                      <a:gd name="connsiteX1" fmla="*/ 63924 w 91337"/>
                      <a:gd name="connsiteY1" fmla="*/ 39490 h 46668"/>
                      <a:gd name="connsiteX2" fmla="*/ 53640 w 91337"/>
                      <a:gd name="connsiteY2" fmla="*/ 43258 h 46668"/>
                      <a:gd name="connsiteX3" fmla="*/ 43044 w 91337"/>
                      <a:gd name="connsiteY3" fmla="*/ 45607 h 46668"/>
                      <a:gd name="connsiteX4" fmla="*/ 34223 w 91337"/>
                      <a:gd name="connsiteY4" fmla="*/ 46583 h 46668"/>
                      <a:gd name="connsiteX5" fmla="*/ 22165 w 91337"/>
                      <a:gd name="connsiteY5" fmla="*/ 45696 h 46668"/>
                      <a:gd name="connsiteX6" fmla="*/ 12988 w 91337"/>
                      <a:gd name="connsiteY6" fmla="*/ 42371 h 46668"/>
                      <a:gd name="connsiteX7" fmla="*/ 930 w 91337"/>
                      <a:gd name="connsiteY7" fmla="*/ 30934 h 46668"/>
                      <a:gd name="connsiteX8" fmla="*/ 3723 w 91337"/>
                      <a:gd name="connsiteY8" fmla="*/ 21314 h 46668"/>
                      <a:gd name="connsiteX9" fmla="*/ 31474 w 91337"/>
                      <a:gd name="connsiteY9" fmla="*/ 11605 h 46668"/>
                      <a:gd name="connsiteX10" fmla="*/ 34001 w 91337"/>
                      <a:gd name="connsiteY10" fmla="*/ 11295 h 46668"/>
                      <a:gd name="connsiteX11" fmla="*/ 36883 w 91337"/>
                      <a:gd name="connsiteY11" fmla="*/ 10586 h 46668"/>
                      <a:gd name="connsiteX12" fmla="*/ 43355 w 91337"/>
                      <a:gd name="connsiteY12" fmla="*/ 9123 h 46668"/>
                      <a:gd name="connsiteX13" fmla="*/ 54571 w 91337"/>
                      <a:gd name="connsiteY13" fmla="*/ 5000 h 46668"/>
                      <a:gd name="connsiteX14" fmla="*/ 83962 w 91337"/>
                      <a:gd name="connsiteY14" fmla="*/ 124 h 46668"/>
                      <a:gd name="connsiteX15" fmla="*/ 91321 w 91337"/>
                      <a:gd name="connsiteY15" fmla="*/ 6640 h 46668"/>
                      <a:gd name="connsiteX16" fmla="*/ 86577 w 91337"/>
                      <a:gd name="connsiteY16" fmla="*/ 21580 h 46668"/>
                      <a:gd name="connsiteX17" fmla="*/ 84051 w 91337"/>
                      <a:gd name="connsiteY17" fmla="*/ 25259 h 46668"/>
                      <a:gd name="connsiteX18" fmla="*/ 80681 w 91337"/>
                      <a:gd name="connsiteY18" fmla="*/ 28806 h 46668"/>
                      <a:gd name="connsiteX19" fmla="*/ 76603 w 91337"/>
                      <a:gd name="connsiteY19" fmla="*/ 32352 h 46668"/>
                      <a:gd name="connsiteX20" fmla="*/ 71594 w 91337"/>
                      <a:gd name="connsiteY20" fmla="*/ 35588 h 46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91337" h="46668">
                        <a:moveTo>
                          <a:pt x="71594" y="35588"/>
                        </a:moveTo>
                        <a:cubicBezTo>
                          <a:pt x="69687" y="36830"/>
                          <a:pt x="66983" y="38115"/>
                          <a:pt x="63924" y="39490"/>
                        </a:cubicBezTo>
                        <a:cubicBezTo>
                          <a:pt x="60910" y="40952"/>
                          <a:pt x="57275" y="42105"/>
                          <a:pt x="53640" y="43258"/>
                        </a:cubicBezTo>
                        <a:cubicBezTo>
                          <a:pt x="50004" y="44455"/>
                          <a:pt x="46369" y="44898"/>
                          <a:pt x="43044" y="45607"/>
                        </a:cubicBezTo>
                        <a:cubicBezTo>
                          <a:pt x="39720" y="46317"/>
                          <a:pt x="36661" y="46538"/>
                          <a:pt x="34223" y="46583"/>
                        </a:cubicBezTo>
                        <a:cubicBezTo>
                          <a:pt x="29701" y="46804"/>
                          <a:pt x="25711" y="46627"/>
                          <a:pt x="22165" y="45696"/>
                        </a:cubicBezTo>
                        <a:cubicBezTo>
                          <a:pt x="18662" y="44809"/>
                          <a:pt x="15604" y="44011"/>
                          <a:pt x="12988" y="42371"/>
                        </a:cubicBezTo>
                        <a:cubicBezTo>
                          <a:pt x="7757" y="39401"/>
                          <a:pt x="3989" y="35677"/>
                          <a:pt x="930" y="30934"/>
                        </a:cubicBezTo>
                        <a:cubicBezTo>
                          <a:pt x="-1198" y="27742"/>
                          <a:pt x="576" y="22954"/>
                          <a:pt x="3723" y="21314"/>
                        </a:cubicBezTo>
                        <a:cubicBezTo>
                          <a:pt x="12899" y="16482"/>
                          <a:pt x="20347" y="13467"/>
                          <a:pt x="31474" y="11605"/>
                        </a:cubicBezTo>
                        <a:cubicBezTo>
                          <a:pt x="32228" y="11517"/>
                          <a:pt x="33070" y="11384"/>
                          <a:pt x="34001" y="11295"/>
                        </a:cubicBezTo>
                        <a:cubicBezTo>
                          <a:pt x="34888" y="11073"/>
                          <a:pt x="35863" y="10852"/>
                          <a:pt x="36883" y="10586"/>
                        </a:cubicBezTo>
                        <a:cubicBezTo>
                          <a:pt x="38877" y="10054"/>
                          <a:pt x="41227" y="9743"/>
                          <a:pt x="43355" y="9123"/>
                        </a:cubicBezTo>
                        <a:cubicBezTo>
                          <a:pt x="47522" y="7926"/>
                          <a:pt x="51689" y="6197"/>
                          <a:pt x="54571" y="5000"/>
                        </a:cubicBezTo>
                        <a:cubicBezTo>
                          <a:pt x="65210" y="35"/>
                          <a:pt x="73633" y="-275"/>
                          <a:pt x="83962" y="124"/>
                        </a:cubicBezTo>
                        <a:cubicBezTo>
                          <a:pt x="87508" y="257"/>
                          <a:pt x="91631" y="3138"/>
                          <a:pt x="91321" y="6640"/>
                        </a:cubicBezTo>
                        <a:cubicBezTo>
                          <a:pt x="90922" y="11694"/>
                          <a:pt x="89636" y="16748"/>
                          <a:pt x="86577" y="21580"/>
                        </a:cubicBezTo>
                        <a:cubicBezTo>
                          <a:pt x="85824" y="22821"/>
                          <a:pt x="84982" y="24018"/>
                          <a:pt x="84051" y="25259"/>
                        </a:cubicBezTo>
                        <a:cubicBezTo>
                          <a:pt x="83031" y="26456"/>
                          <a:pt x="81923" y="27609"/>
                          <a:pt x="80681" y="28806"/>
                        </a:cubicBezTo>
                        <a:cubicBezTo>
                          <a:pt x="79440" y="30003"/>
                          <a:pt x="78110" y="31200"/>
                          <a:pt x="76603" y="32352"/>
                        </a:cubicBezTo>
                        <a:cubicBezTo>
                          <a:pt x="75096" y="33416"/>
                          <a:pt x="73411" y="34480"/>
                          <a:pt x="71594" y="3558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58" name="Forme libre : forme 22657">
                    <a:extLst>
                      <a:ext uri="{FF2B5EF4-FFF2-40B4-BE49-F238E27FC236}">
                        <a16:creationId xmlns:a16="http://schemas.microsoft.com/office/drawing/2014/main" id="{441D8C2E-137F-4D43-9C41-086112C84E5D}"/>
                      </a:ext>
                    </a:extLst>
                  </p:cNvPr>
                  <p:cNvSpPr/>
                  <p:nvPr/>
                </p:nvSpPr>
                <p:spPr>
                  <a:xfrm>
                    <a:off x="6789621" y="1443770"/>
                    <a:ext cx="91346" cy="40128"/>
                  </a:xfrm>
                  <a:custGeom>
                    <a:avLst/>
                    <a:gdLst>
                      <a:gd name="connsiteX0" fmla="*/ 38194 w 91346"/>
                      <a:gd name="connsiteY0" fmla="*/ 27042 h 40128"/>
                      <a:gd name="connsiteX1" fmla="*/ 27687 w 91346"/>
                      <a:gd name="connsiteY1" fmla="*/ 28328 h 40128"/>
                      <a:gd name="connsiteX2" fmla="*/ 17225 w 91346"/>
                      <a:gd name="connsiteY2" fmla="*/ 27663 h 40128"/>
                      <a:gd name="connsiteX3" fmla="*/ 113 w 91346"/>
                      <a:gd name="connsiteY3" fmla="*/ 19993 h 40128"/>
                      <a:gd name="connsiteX4" fmla="*/ 911 w 91346"/>
                      <a:gd name="connsiteY4" fmla="*/ 24382 h 40128"/>
                      <a:gd name="connsiteX5" fmla="*/ 4325 w 91346"/>
                      <a:gd name="connsiteY5" fmla="*/ 28948 h 40128"/>
                      <a:gd name="connsiteX6" fmla="*/ 10620 w 91346"/>
                      <a:gd name="connsiteY6" fmla="*/ 34356 h 40128"/>
                      <a:gd name="connsiteX7" fmla="*/ 19043 w 91346"/>
                      <a:gd name="connsiteY7" fmla="*/ 38346 h 40128"/>
                      <a:gd name="connsiteX8" fmla="*/ 25958 w 91346"/>
                      <a:gd name="connsiteY8" fmla="*/ 39898 h 40128"/>
                      <a:gd name="connsiteX9" fmla="*/ 34159 w 91346"/>
                      <a:gd name="connsiteY9" fmla="*/ 40075 h 40128"/>
                      <a:gd name="connsiteX10" fmla="*/ 40455 w 91346"/>
                      <a:gd name="connsiteY10" fmla="*/ 39543 h 40128"/>
                      <a:gd name="connsiteX11" fmla="*/ 47769 w 91346"/>
                      <a:gd name="connsiteY11" fmla="*/ 38169 h 40128"/>
                      <a:gd name="connsiteX12" fmla="*/ 51626 w 91346"/>
                      <a:gd name="connsiteY12" fmla="*/ 37371 h 40128"/>
                      <a:gd name="connsiteX13" fmla="*/ 55571 w 91346"/>
                      <a:gd name="connsiteY13" fmla="*/ 36130 h 40128"/>
                      <a:gd name="connsiteX14" fmla="*/ 69137 w 91346"/>
                      <a:gd name="connsiteY14" fmla="*/ 30544 h 40128"/>
                      <a:gd name="connsiteX15" fmla="*/ 71575 w 91346"/>
                      <a:gd name="connsiteY15" fmla="*/ 29125 h 40128"/>
                      <a:gd name="connsiteX16" fmla="*/ 83544 w 91346"/>
                      <a:gd name="connsiteY16" fmla="*/ 19328 h 40128"/>
                      <a:gd name="connsiteX17" fmla="*/ 90637 w 91346"/>
                      <a:gd name="connsiteY17" fmla="*/ 4965 h 40128"/>
                      <a:gd name="connsiteX18" fmla="*/ 91347 w 91346"/>
                      <a:gd name="connsiteY18" fmla="*/ 177 h 40128"/>
                      <a:gd name="connsiteX19" fmla="*/ 91347 w 91346"/>
                      <a:gd name="connsiteY19" fmla="*/ 0 h 40128"/>
                      <a:gd name="connsiteX20" fmla="*/ 66699 w 91346"/>
                      <a:gd name="connsiteY20" fmla="*/ 16890 h 40128"/>
                      <a:gd name="connsiteX21" fmla="*/ 63374 w 91346"/>
                      <a:gd name="connsiteY21" fmla="*/ 18663 h 40128"/>
                      <a:gd name="connsiteX22" fmla="*/ 59871 w 91346"/>
                      <a:gd name="connsiteY22" fmla="*/ 20215 h 40128"/>
                      <a:gd name="connsiteX23" fmla="*/ 52823 w 91346"/>
                      <a:gd name="connsiteY23" fmla="*/ 23052 h 40128"/>
                      <a:gd name="connsiteX24" fmla="*/ 38194 w 91346"/>
                      <a:gd name="connsiteY24" fmla="*/ 27042 h 40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91346" h="40128">
                        <a:moveTo>
                          <a:pt x="38194" y="27042"/>
                        </a:moveTo>
                        <a:cubicBezTo>
                          <a:pt x="34780" y="27751"/>
                          <a:pt x="31234" y="28017"/>
                          <a:pt x="27687" y="28328"/>
                        </a:cubicBezTo>
                        <a:cubicBezTo>
                          <a:pt x="24141" y="28505"/>
                          <a:pt x="20594" y="28062"/>
                          <a:pt x="17225" y="27663"/>
                        </a:cubicBezTo>
                        <a:cubicBezTo>
                          <a:pt x="10487" y="26421"/>
                          <a:pt x="4369" y="23894"/>
                          <a:pt x="113" y="19993"/>
                        </a:cubicBezTo>
                        <a:cubicBezTo>
                          <a:pt x="-153" y="21501"/>
                          <a:pt x="25" y="23097"/>
                          <a:pt x="911" y="24382"/>
                        </a:cubicBezTo>
                        <a:cubicBezTo>
                          <a:pt x="1975" y="25978"/>
                          <a:pt x="3128" y="27485"/>
                          <a:pt x="4325" y="28948"/>
                        </a:cubicBezTo>
                        <a:cubicBezTo>
                          <a:pt x="6142" y="30987"/>
                          <a:pt x="8226" y="32672"/>
                          <a:pt x="10620" y="34356"/>
                        </a:cubicBezTo>
                        <a:cubicBezTo>
                          <a:pt x="13014" y="36041"/>
                          <a:pt x="15762" y="37460"/>
                          <a:pt x="19043" y="38346"/>
                        </a:cubicBezTo>
                        <a:cubicBezTo>
                          <a:pt x="21126" y="38967"/>
                          <a:pt x="23431" y="39499"/>
                          <a:pt x="25958" y="39898"/>
                        </a:cubicBezTo>
                        <a:cubicBezTo>
                          <a:pt x="28485" y="40164"/>
                          <a:pt x="31189" y="40164"/>
                          <a:pt x="34159" y="40075"/>
                        </a:cubicBezTo>
                        <a:cubicBezTo>
                          <a:pt x="35933" y="39942"/>
                          <a:pt x="38149" y="40031"/>
                          <a:pt x="40455" y="39543"/>
                        </a:cubicBezTo>
                        <a:cubicBezTo>
                          <a:pt x="42715" y="39100"/>
                          <a:pt x="45198" y="38657"/>
                          <a:pt x="47769" y="38169"/>
                        </a:cubicBezTo>
                        <a:cubicBezTo>
                          <a:pt x="49055" y="37903"/>
                          <a:pt x="50340" y="37637"/>
                          <a:pt x="51626" y="37371"/>
                        </a:cubicBezTo>
                        <a:lnTo>
                          <a:pt x="55571" y="36130"/>
                        </a:lnTo>
                        <a:cubicBezTo>
                          <a:pt x="60891" y="34578"/>
                          <a:pt x="65457" y="32273"/>
                          <a:pt x="69137" y="30544"/>
                        </a:cubicBezTo>
                        <a:cubicBezTo>
                          <a:pt x="70023" y="30012"/>
                          <a:pt x="70866" y="29524"/>
                          <a:pt x="71575" y="29125"/>
                        </a:cubicBezTo>
                        <a:cubicBezTo>
                          <a:pt x="76850" y="26111"/>
                          <a:pt x="80574" y="22653"/>
                          <a:pt x="83544" y="19328"/>
                        </a:cubicBezTo>
                        <a:cubicBezTo>
                          <a:pt x="87312" y="14541"/>
                          <a:pt x="89573" y="9841"/>
                          <a:pt x="90637" y="4965"/>
                        </a:cubicBezTo>
                        <a:cubicBezTo>
                          <a:pt x="90947" y="3369"/>
                          <a:pt x="91213" y="1773"/>
                          <a:pt x="91347" y="177"/>
                        </a:cubicBezTo>
                        <a:lnTo>
                          <a:pt x="91347" y="0"/>
                        </a:lnTo>
                        <a:cubicBezTo>
                          <a:pt x="83943" y="6384"/>
                          <a:pt x="75609" y="12147"/>
                          <a:pt x="66699" y="16890"/>
                        </a:cubicBezTo>
                        <a:lnTo>
                          <a:pt x="63374" y="18663"/>
                        </a:lnTo>
                        <a:lnTo>
                          <a:pt x="59871" y="20215"/>
                        </a:lnTo>
                        <a:cubicBezTo>
                          <a:pt x="57566" y="21279"/>
                          <a:pt x="55261" y="22298"/>
                          <a:pt x="52823" y="23052"/>
                        </a:cubicBezTo>
                        <a:cubicBezTo>
                          <a:pt x="47947" y="24870"/>
                          <a:pt x="43026" y="25712"/>
                          <a:pt x="38194" y="2704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59" name="Forme libre : forme 22658">
                    <a:extLst>
                      <a:ext uri="{FF2B5EF4-FFF2-40B4-BE49-F238E27FC236}">
                        <a16:creationId xmlns:a16="http://schemas.microsoft.com/office/drawing/2014/main" id="{7DF3210A-3D56-4521-868B-2E076C6E7811}"/>
                      </a:ext>
                    </a:extLst>
                  </p:cNvPr>
                  <p:cNvSpPr/>
                  <p:nvPr/>
                </p:nvSpPr>
                <p:spPr>
                  <a:xfrm>
                    <a:off x="6823058" y="1450406"/>
                    <a:ext cx="42082" cy="19907"/>
                  </a:xfrm>
                  <a:custGeom>
                    <a:avLst/>
                    <a:gdLst>
                      <a:gd name="connsiteX0" fmla="*/ 41729 w 42082"/>
                      <a:gd name="connsiteY0" fmla="*/ 945 h 19907"/>
                      <a:gd name="connsiteX1" fmla="*/ 36055 w 42082"/>
                      <a:gd name="connsiteY1" fmla="*/ 9944 h 19907"/>
                      <a:gd name="connsiteX2" fmla="*/ 23199 w 42082"/>
                      <a:gd name="connsiteY2" fmla="*/ 17347 h 19907"/>
                      <a:gd name="connsiteX3" fmla="*/ 14 w 42082"/>
                      <a:gd name="connsiteY3" fmla="*/ 16328 h 19907"/>
                      <a:gd name="connsiteX4" fmla="*/ 18988 w 42082"/>
                      <a:gd name="connsiteY4" fmla="*/ 6575 h 19907"/>
                      <a:gd name="connsiteX5" fmla="*/ 31223 w 42082"/>
                      <a:gd name="connsiteY5" fmla="*/ 2053 h 19907"/>
                      <a:gd name="connsiteX6" fmla="*/ 41729 w 42082"/>
                      <a:gd name="connsiteY6" fmla="*/ 945 h 19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082" h="19907">
                        <a:moveTo>
                          <a:pt x="41729" y="945"/>
                        </a:moveTo>
                        <a:cubicBezTo>
                          <a:pt x="43104" y="2763"/>
                          <a:pt x="40311" y="6575"/>
                          <a:pt x="36055" y="9944"/>
                        </a:cubicBezTo>
                        <a:cubicBezTo>
                          <a:pt x="31844" y="13402"/>
                          <a:pt x="26125" y="16106"/>
                          <a:pt x="23199" y="17347"/>
                        </a:cubicBezTo>
                        <a:cubicBezTo>
                          <a:pt x="17170" y="19919"/>
                          <a:pt x="635" y="21914"/>
                          <a:pt x="14" y="16328"/>
                        </a:cubicBezTo>
                        <a:cubicBezTo>
                          <a:pt x="-518" y="11673"/>
                          <a:pt x="14200" y="8437"/>
                          <a:pt x="18988" y="6575"/>
                        </a:cubicBezTo>
                        <a:cubicBezTo>
                          <a:pt x="21426" y="5688"/>
                          <a:pt x="26435" y="3827"/>
                          <a:pt x="31223" y="2053"/>
                        </a:cubicBezTo>
                        <a:cubicBezTo>
                          <a:pt x="35966" y="413"/>
                          <a:pt x="40267" y="-1006"/>
                          <a:pt x="41729" y="94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60" name="Forme libre : forme 22659">
                    <a:extLst>
                      <a:ext uri="{FF2B5EF4-FFF2-40B4-BE49-F238E27FC236}">
                        <a16:creationId xmlns:a16="http://schemas.microsoft.com/office/drawing/2014/main" id="{79214CAD-9F1A-4D4E-B747-E9ABBE38D9EC}"/>
                      </a:ext>
                    </a:extLst>
                  </p:cNvPr>
                  <p:cNvSpPr/>
                  <p:nvPr/>
                </p:nvSpPr>
                <p:spPr>
                  <a:xfrm>
                    <a:off x="6822652" y="1460660"/>
                    <a:ext cx="32780" cy="9634"/>
                  </a:xfrm>
                  <a:custGeom>
                    <a:avLst/>
                    <a:gdLst>
                      <a:gd name="connsiteX0" fmla="*/ 8709 w 32780"/>
                      <a:gd name="connsiteY0" fmla="*/ 0 h 9634"/>
                      <a:gd name="connsiteX1" fmla="*/ 3079 w 32780"/>
                      <a:gd name="connsiteY1" fmla="*/ 2660 h 9634"/>
                      <a:gd name="connsiteX2" fmla="*/ 153 w 32780"/>
                      <a:gd name="connsiteY2" fmla="*/ 6118 h 9634"/>
                      <a:gd name="connsiteX3" fmla="*/ 3700 w 32780"/>
                      <a:gd name="connsiteY3" fmla="*/ 8955 h 9634"/>
                      <a:gd name="connsiteX4" fmla="*/ 9906 w 32780"/>
                      <a:gd name="connsiteY4" fmla="*/ 9620 h 9634"/>
                      <a:gd name="connsiteX5" fmla="*/ 23826 w 32780"/>
                      <a:gd name="connsiteY5" fmla="*/ 7004 h 9634"/>
                      <a:gd name="connsiteX6" fmla="*/ 32781 w 32780"/>
                      <a:gd name="connsiteY6" fmla="*/ 2128 h 9634"/>
                      <a:gd name="connsiteX7" fmla="*/ 27771 w 32780"/>
                      <a:gd name="connsiteY7" fmla="*/ 4123 h 9634"/>
                      <a:gd name="connsiteX8" fmla="*/ 21654 w 32780"/>
                      <a:gd name="connsiteY8" fmla="*/ 5098 h 9634"/>
                      <a:gd name="connsiteX9" fmla="*/ 15802 w 32780"/>
                      <a:gd name="connsiteY9" fmla="*/ 4921 h 9634"/>
                      <a:gd name="connsiteX10" fmla="*/ 8709 w 32780"/>
                      <a:gd name="connsiteY10" fmla="*/ 0 h 9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780" h="9634">
                        <a:moveTo>
                          <a:pt x="8709" y="0"/>
                        </a:moveTo>
                        <a:cubicBezTo>
                          <a:pt x="7468" y="709"/>
                          <a:pt x="5074" y="1596"/>
                          <a:pt x="3079" y="2660"/>
                        </a:cubicBezTo>
                        <a:cubicBezTo>
                          <a:pt x="1084" y="3502"/>
                          <a:pt x="-512" y="4566"/>
                          <a:pt x="153" y="6118"/>
                        </a:cubicBezTo>
                        <a:cubicBezTo>
                          <a:pt x="730" y="7359"/>
                          <a:pt x="1971" y="8290"/>
                          <a:pt x="3700" y="8955"/>
                        </a:cubicBezTo>
                        <a:cubicBezTo>
                          <a:pt x="5429" y="9487"/>
                          <a:pt x="7556" y="9664"/>
                          <a:pt x="9906" y="9620"/>
                        </a:cubicBezTo>
                        <a:cubicBezTo>
                          <a:pt x="14649" y="9797"/>
                          <a:pt x="20013" y="8334"/>
                          <a:pt x="23826" y="7004"/>
                        </a:cubicBezTo>
                        <a:cubicBezTo>
                          <a:pt x="25954" y="6029"/>
                          <a:pt x="30786" y="3813"/>
                          <a:pt x="32781" y="2128"/>
                        </a:cubicBezTo>
                        <a:cubicBezTo>
                          <a:pt x="31495" y="2837"/>
                          <a:pt x="29190" y="3857"/>
                          <a:pt x="27771" y="4123"/>
                        </a:cubicBezTo>
                        <a:cubicBezTo>
                          <a:pt x="25776" y="4477"/>
                          <a:pt x="23737" y="5009"/>
                          <a:pt x="21654" y="5098"/>
                        </a:cubicBezTo>
                        <a:cubicBezTo>
                          <a:pt x="19570" y="5187"/>
                          <a:pt x="17575" y="5142"/>
                          <a:pt x="15802" y="4921"/>
                        </a:cubicBezTo>
                        <a:cubicBezTo>
                          <a:pt x="12211" y="4389"/>
                          <a:pt x="9507" y="2660"/>
                          <a:pt x="870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61" name="Forme libre : forme 22660">
                    <a:extLst>
                      <a:ext uri="{FF2B5EF4-FFF2-40B4-BE49-F238E27FC236}">
                        <a16:creationId xmlns:a16="http://schemas.microsoft.com/office/drawing/2014/main" id="{FA90928F-BA8C-494A-9BB0-7F785A93F17E}"/>
                      </a:ext>
                    </a:extLst>
                  </p:cNvPr>
                  <p:cNvSpPr/>
                  <p:nvPr/>
                </p:nvSpPr>
                <p:spPr>
                  <a:xfrm>
                    <a:off x="6825539" y="1449800"/>
                    <a:ext cx="42109" cy="21421"/>
                  </a:xfrm>
                  <a:custGeom>
                    <a:avLst/>
                    <a:gdLst>
                      <a:gd name="connsiteX0" fmla="*/ 41953 w 42109"/>
                      <a:gd name="connsiteY0" fmla="*/ 1152 h 21421"/>
                      <a:gd name="connsiteX1" fmla="*/ 35923 w 42109"/>
                      <a:gd name="connsiteY1" fmla="*/ 10683 h 21421"/>
                      <a:gd name="connsiteX2" fmla="*/ 29318 w 42109"/>
                      <a:gd name="connsiteY2" fmla="*/ 15293 h 21421"/>
                      <a:gd name="connsiteX3" fmla="*/ 23333 w 42109"/>
                      <a:gd name="connsiteY3" fmla="*/ 18352 h 21421"/>
                      <a:gd name="connsiteX4" fmla="*/ 17171 w 42109"/>
                      <a:gd name="connsiteY4" fmla="*/ 20392 h 21421"/>
                      <a:gd name="connsiteX5" fmla="*/ 9679 w 42109"/>
                      <a:gd name="connsiteY5" fmla="*/ 21411 h 21421"/>
                      <a:gd name="connsiteX6" fmla="*/ 60 w 42109"/>
                      <a:gd name="connsiteY6" fmla="*/ 17998 h 21421"/>
                      <a:gd name="connsiteX7" fmla="*/ 7507 w 42109"/>
                      <a:gd name="connsiteY7" fmla="*/ 11836 h 21421"/>
                      <a:gd name="connsiteX8" fmla="*/ 14024 w 42109"/>
                      <a:gd name="connsiteY8" fmla="*/ 9442 h 21421"/>
                      <a:gd name="connsiteX9" fmla="*/ 18989 w 42109"/>
                      <a:gd name="connsiteY9" fmla="*/ 7580 h 21421"/>
                      <a:gd name="connsiteX10" fmla="*/ 24397 w 42109"/>
                      <a:gd name="connsiteY10" fmla="*/ 5452 h 21421"/>
                      <a:gd name="connsiteX11" fmla="*/ 31756 w 42109"/>
                      <a:gd name="connsiteY11" fmla="*/ 2393 h 21421"/>
                      <a:gd name="connsiteX12" fmla="*/ 41953 w 42109"/>
                      <a:gd name="connsiteY12" fmla="*/ 1152 h 21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2109" h="21421">
                        <a:moveTo>
                          <a:pt x="41953" y="1152"/>
                        </a:moveTo>
                        <a:cubicBezTo>
                          <a:pt x="42839" y="3546"/>
                          <a:pt x="39869" y="7092"/>
                          <a:pt x="35923" y="10683"/>
                        </a:cubicBezTo>
                        <a:cubicBezTo>
                          <a:pt x="33840" y="12323"/>
                          <a:pt x="31535" y="13919"/>
                          <a:pt x="29318" y="15293"/>
                        </a:cubicBezTo>
                        <a:cubicBezTo>
                          <a:pt x="27057" y="16623"/>
                          <a:pt x="24885" y="17599"/>
                          <a:pt x="23333" y="18352"/>
                        </a:cubicBezTo>
                        <a:cubicBezTo>
                          <a:pt x="21782" y="19150"/>
                          <a:pt x="19565" y="19859"/>
                          <a:pt x="17171" y="20392"/>
                        </a:cubicBezTo>
                        <a:cubicBezTo>
                          <a:pt x="14778" y="21012"/>
                          <a:pt x="12162" y="21500"/>
                          <a:pt x="9679" y="21411"/>
                        </a:cubicBezTo>
                        <a:cubicBezTo>
                          <a:pt x="4759" y="21411"/>
                          <a:pt x="680" y="20702"/>
                          <a:pt x="60" y="17998"/>
                        </a:cubicBezTo>
                        <a:cubicBezTo>
                          <a:pt x="-517" y="15604"/>
                          <a:pt x="3163" y="13387"/>
                          <a:pt x="7507" y="11836"/>
                        </a:cubicBezTo>
                        <a:cubicBezTo>
                          <a:pt x="9724" y="11126"/>
                          <a:pt x="11985" y="10240"/>
                          <a:pt x="14024" y="9442"/>
                        </a:cubicBezTo>
                        <a:cubicBezTo>
                          <a:pt x="16063" y="8732"/>
                          <a:pt x="17881" y="8112"/>
                          <a:pt x="18989" y="7580"/>
                        </a:cubicBezTo>
                        <a:cubicBezTo>
                          <a:pt x="20141" y="7136"/>
                          <a:pt x="22092" y="6383"/>
                          <a:pt x="24397" y="5452"/>
                        </a:cubicBezTo>
                        <a:cubicBezTo>
                          <a:pt x="26614" y="4388"/>
                          <a:pt x="29229" y="3324"/>
                          <a:pt x="31756" y="2393"/>
                        </a:cubicBezTo>
                        <a:cubicBezTo>
                          <a:pt x="36544" y="309"/>
                          <a:pt x="41154" y="-1109"/>
                          <a:pt x="41953" y="115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62" name="Forme libre : forme 22661">
                    <a:extLst>
                      <a:ext uri="{FF2B5EF4-FFF2-40B4-BE49-F238E27FC236}">
                        <a16:creationId xmlns:a16="http://schemas.microsoft.com/office/drawing/2014/main" id="{D8F1695F-EFFD-4E7B-9C66-0A7247F4FFD7}"/>
                      </a:ext>
                    </a:extLst>
                  </p:cNvPr>
                  <p:cNvSpPr/>
                  <p:nvPr/>
                </p:nvSpPr>
                <p:spPr>
                  <a:xfrm>
                    <a:off x="6802051" y="1458114"/>
                    <a:ext cx="57709" cy="21545"/>
                  </a:xfrm>
                  <a:custGeom>
                    <a:avLst/>
                    <a:gdLst>
                      <a:gd name="connsiteX0" fmla="*/ 141 w 57709"/>
                      <a:gd name="connsiteY0" fmla="*/ 8753 h 21545"/>
                      <a:gd name="connsiteX1" fmla="*/ 5461 w 57709"/>
                      <a:gd name="connsiteY1" fmla="*/ 15003 h 21545"/>
                      <a:gd name="connsiteX2" fmla="*/ 15657 w 57709"/>
                      <a:gd name="connsiteY2" fmla="*/ 19836 h 21545"/>
                      <a:gd name="connsiteX3" fmla="*/ 28557 w 57709"/>
                      <a:gd name="connsiteY3" fmla="*/ 21476 h 21545"/>
                      <a:gd name="connsiteX4" fmla="*/ 52186 w 57709"/>
                      <a:gd name="connsiteY4" fmla="*/ 13275 h 21545"/>
                      <a:gd name="connsiteX5" fmla="*/ 56796 w 57709"/>
                      <a:gd name="connsiteY5" fmla="*/ 3788 h 21545"/>
                      <a:gd name="connsiteX6" fmla="*/ 49083 w 57709"/>
                      <a:gd name="connsiteY6" fmla="*/ 4674 h 21545"/>
                      <a:gd name="connsiteX7" fmla="*/ 38886 w 57709"/>
                      <a:gd name="connsiteY7" fmla="*/ 5650 h 21545"/>
                      <a:gd name="connsiteX8" fmla="*/ 33921 w 57709"/>
                      <a:gd name="connsiteY8" fmla="*/ 5428 h 21545"/>
                      <a:gd name="connsiteX9" fmla="*/ 28956 w 57709"/>
                      <a:gd name="connsiteY9" fmla="*/ 4275 h 21545"/>
                      <a:gd name="connsiteX10" fmla="*/ 20312 w 57709"/>
                      <a:gd name="connsiteY10" fmla="*/ 1261 h 21545"/>
                      <a:gd name="connsiteX11" fmla="*/ 10647 w 57709"/>
                      <a:gd name="connsiteY11" fmla="*/ 20 h 21545"/>
                      <a:gd name="connsiteX12" fmla="*/ 141 w 57709"/>
                      <a:gd name="connsiteY12" fmla="*/ 8753 h 21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7709" h="21545">
                        <a:moveTo>
                          <a:pt x="141" y="8753"/>
                        </a:moveTo>
                        <a:cubicBezTo>
                          <a:pt x="983" y="11723"/>
                          <a:pt x="2003" y="13097"/>
                          <a:pt x="5461" y="15003"/>
                        </a:cubicBezTo>
                        <a:cubicBezTo>
                          <a:pt x="8786" y="16821"/>
                          <a:pt x="11977" y="18772"/>
                          <a:pt x="15657" y="19836"/>
                        </a:cubicBezTo>
                        <a:cubicBezTo>
                          <a:pt x="19292" y="20767"/>
                          <a:pt x="23504" y="21830"/>
                          <a:pt x="28557" y="21476"/>
                        </a:cubicBezTo>
                        <a:cubicBezTo>
                          <a:pt x="36892" y="21121"/>
                          <a:pt x="46689" y="17929"/>
                          <a:pt x="52186" y="13275"/>
                        </a:cubicBezTo>
                        <a:cubicBezTo>
                          <a:pt x="56486" y="10038"/>
                          <a:pt x="59234" y="5605"/>
                          <a:pt x="56796" y="3788"/>
                        </a:cubicBezTo>
                        <a:cubicBezTo>
                          <a:pt x="55244" y="2546"/>
                          <a:pt x="52097" y="4320"/>
                          <a:pt x="49083" y="4674"/>
                        </a:cubicBezTo>
                        <a:cubicBezTo>
                          <a:pt x="45580" y="5162"/>
                          <a:pt x="42300" y="5738"/>
                          <a:pt x="38886" y="5650"/>
                        </a:cubicBezTo>
                        <a:cubicBezTo>
                          <a:pt x="37202" y="5605"/>
                          <a:pt x="35561" y="5694"/>
                          <a:pt x="33921" y="5428"/>
                        </a:cubicBezTo>
                        <a:cubicBezTo>
                          <a:pt x="32237" y="5118"/>
                          <a:pt x="30596" y="4763"/>
                          <a:pt x="28956" y="4275"/>
                        </a:cubicBezTo>
                        <a:cubicBezTo>
                          <a:pt x="26163" y="3433"/>
                          <a:pt x="23326" y="2413"/>
                          <a:pt x="20312" y="1261"/>
                        </a:cubicBezTo>
                        <a:cubicBezTo>
                          <a:pt x="17297" y="108"/>
                          <a:pt x="14238" y="-69"/>
                          <a:pt x="10647" y="20"/>
                        </a:cubicBezTo>
                        <a:cubicBezTo>
                          <a:pt x="4175" y="729"/>
                          <a:pt x="-923" y="4453"/>
                          <a:pt x="141" y="875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63" name="Forme libre : forme 22662">
                    <a:extLst>
                      <a:ext uri="{FF2B5EF4-FFF2-40B4-BE49-F238E27FC236}">
                        <a16:creationId xmlns:a16="http://schemas.microsoft.com/office/drawing/2014/main" id="{B7E9198C-65C5-47CB-9F02-AB96DDCFDF8E}"/>
                      </a:ext>
                    </a:extLst>
                  </p:cNvPr>
                  <p:cNvSpPr/>
                  <p:nvPr/>
                </p:nvSpPr>
                <p:spPr>
                  <a:xfrm>
                    <a:off x="6813127" y="1456790"/>
                    <a:ext cx="16703" cy="6988"/>
                  </a:xfrm>
                  <a:custGeom>
                    <a:avLst/>
                    <a:gdLst>
                      <a:gd name="connsiteX0" fmla="*/ 1655 w 16703"/>
                      <a:gd name="connsiteY0" fmla="*/ 4536 h 6988"/>
                      <a:gd name="connsiteX1" fmla="*/ 59 w 16703"/>
                      <a:gd name="connsiteY1" fmla="*/ 5688 h 6988"/>
                      <a:gd name="connsiteX2" fmla="*/ 1345 w 16703"/>
                      <a:gd name="connsiteY2" fmla="*/ 6841 h 6988"/>
                      <a:gd name="connsiteX3" fmla="*/ 4537 w 16703"/>
                      <a:gd name="connsiteY3" fmla="*/ 6752 h 6988"/>
                      <a:gd name="connsiteX4" fmla="*/ 12250 w 16703"/>
                      <a:gd name="connsiteY4" fmla="*/ 5112 h 6988"/>
                      <a:gd name="connsiteX5" fmla="*/ 14866 w 16703"/>
                      <a:gd name="connsiteY5" fmla="*/ 3870 h 6988"/>
                      <a:gd name="connsiteX6" fmla="*/ 12649 w 16703"/>
                      <a:gd name="connsiteY6" fmla="*/ 324 h 6988"/>
                      <a:gd name="connsiteX7" fmla="*/ 1655 w 16703"/>
                      <a:gd name="connsiteY7" fmla="*/ 4536 h 6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703" h="6988">
                        <a:moveTo>
                          <a:pt x="1655" y="4536"/>
                        </a:moveTo>
                        <a:cubicBezTo>
                          <a:pt x="857" y="4890"/>
                          <a:pt x="325" y="5112"/>
                          <a:pt x="59" y="5688"/>
                        </a:cubicBezTo>
                        <a:cubicBezTo>
                          <a:pt x="-207" y="6220"/>
                          <a:pt x="458" y="6663"/>
                          <a:pt x="1345" y="6841"/>
                        </a:cubicBezTo>
                        <a:cubicBezTo>
                          <a:pt x="2232" y="7107"/>
                          <a:pt x="3561" y="6974"/>
                          <a:pt x="4537" y="6752"/>
                        </a:cubicBezTo>
                        <a:cubicBezTo>
                          <a:pt x="7108" y="6309"/>
                          <a:pt x="9856" y="5821"/>
                          <a:pt x="12250" y="5112"/>
                        </a:cubicBezTo>
                        <a:cubicBezTo>
                          <a:pt x="13226" y="4757"/>
                          <a:pt x="14112" y="4402"/>
                          <a:pt x="14866" y="3870"/>
                        </a:cubicBezTo>
                        <a:cubicBezTo>
                          <a:pt x="17880" y="1654"/>
                          <a:pt x="17215" y="-917"/>
                          <a:pt x="12649" y="324"/>
                        </a:cubicBezTo>
                        <a:cubicBezTo>
                          <a:pt x="9058" y="989"/>
                          <a:pt x="4847" y="2895"/>
                          <a:pt x="1655" y="453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64" name="Forme libre : forme 22663">
                    <a:extLst>
                      <a:ext uri="{FF2B5EF4-FFF2-40B4-BE49-F238E27FC236}">
                        <a16:creationId xmlns:a16="http://schemas.microsoft.com/office/drawing/2014/main" id="{AEC9D357-4BAB-4D78-9344-598E447A1F49}"/>
                      </a:ext>
                    </a:extLst>
                  </p:cNvPr>
                  <p:cNvSpPr/>
                  <p:nvPr/>
                </p:nvSpPr>
                <p:spPr>
                  <a:xfrm>
                    <a:off x="6861950" y="1443770"/>
                    <a:ext cx="17299" cy="27839"/>
                  </a:xfrm>
                  <a:custGeom>
                    <a:avLst/>
                    <a:gdLst>
                      <a:gd name="connsiteX0" fmla="*/ 17156 w 17299"/>
                      <a:gd name="connsiteY0" fmla="*/ 0 h 27839"/>
                      <a:gd name="connsiteX1" fmla="*/ 0 w 17299"/>
                      <a:gd name="connsiteY1" fmla="*/ 27840 h 27839"/>
                      <a:gd name="connsiteX2" fmla="*/ 17156 w 17299"/>
                      <a:gd name="connsiteY2" fmla="*/ 0 h 27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299" h="27839">
                        <a:moveTo>
                          <a:pt x="17156" y="0"/>
                        </a:moveTo>
                        <a:cubicBezTo>
                          <a:pt x="18619" y="7669"/>
                          <a:pt x="8600" y="20703"/>
                          <a:pt x="0" y="27840"/>
                        </a:cubicBezTo>
                        <a:cubicBezTo>
                          <a:pt x="9132" y="19905"/>
                          <a:pt x="14984" y="8556"/>
                          <a:pt x="1715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65" name="Forme libre : forme 22664">
                    <a:extLst>
                      <a:ext uri="{FF2B5EF4-FFF2-40B4-BE49-F238E27FC236}">
                        <a16:creationId xmlns:a16="http://schemas.microsoft.com/office/drawing/2014/main" id="{C202453C-D4A3-4A20-9596-D9C9FAAC9053}"/>
                      </a:ext>
                    </a:extLst>
                  </p:cNvPr>
                  <p:cNvSpPr/>
                  <p:nvPr/>
                </p:nvSpPr>
                <p:spPr>
                  <a:xfrm>
                    <a:off x="6793680" y="1449888"/>
                    <a:ext cx="28416" cy="9708"/>
                  </a:xfrm>
                  <a:custGeom>
                    <a:avLst/>
                    <a:gdLst>
                      <a:gd name="connsiteX0" fmla="*/ 28416 w 28416"/>
                      <a:gd name="connsiteY0" fmla="*/ 0 h 9708"/>
                      <a:gd name="connsiteX1" fmla="*/ 0 w 28416"/>
                      <a:gd name="connsiteY1" fmla="*/ 9708 h 9708"/>
                      <a:gd name="connsiteX2" fmla="*/ 28416 w 28416"/>
                      <a:gd name="connsiteY2" fmla="*/ 0 h 9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416" h="9708">
                        <a:moveTo>
                          <a:pt x="28416" y="0"/>
                        </a:moveTo>
                        <a:cubicBezTo>
                          <a:pt x="18575" y="2128"/>
                          <a:pt x="8999" y="6029"/>
                          <a:pt x="0" y="9708"/>
                        </a:cubicBezTo>
                        <a:cubicBezTo>
                          <a:pt x="8201" y="5985"/>
                          <a:pt x="20215" y="3635"/>
                          <a:pt x="2841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66" name="Forme libre : forme 22665">
                    <a:extLst>
                      <a:ext uri="{FF2B5EF4-FFF2-40B4-BE49-F238E27FC236}">
                        <a16:creationId xmlns:a16="http://schemas.microsoft.com/office/drawing/2014/main" id="{037981BD-93FF-4C5F-B463-4425FCB0DD83}"/>
                      </a:ext>
                    </a:extLst>
                  </p:cNvPr>
                  <p:cNvSpPr/>
                  <p:nvPr/>
                </p:nvSpPr>
                <p:spPr>
                  <a:xfrm>
                    <a:off x="6839864" y="1454688"/>
                    <a:ext cx="15437" cy="6543"/>
                  </a:xfrm>
                  <a:custGeom>
                    <a:avLst/>
                    <a:gdLst>
                      <a:gd name="connsiteX0" fmla="*/ 15436 w 15437"/>
                      <a:gd name="connsiteY0" fmla="*/ 786 h 6543"/>
                      <a:gd name="connsiteX1" fmla="*/ 11934 w 15437"/>
                      <a:gd name="connsiteY1" fmla="*/ 3845 h 6543"/>
                      <a:gd name="connsiteX2" fmla="*/ 7013 w 15437"/>
                      <a:gd name="connsiteY2" fmla="*/ 5663 h 6543"/>
                      <a:gd name="connsiteX3" fmla="*/ 54 w 15437"/>
                      <a:gd name="connsiteY3" fmla="*/ 5308 h 6543"/>
                      <a:gd name="connsiteX4" fmla="*/ 3644 w 15437"/>
                      <a:gd name="connsiteY4" fmla="*/ 2958 h 6543"/>
                      <a:gd name="connsiteX5" fmla="*/ 8077 w 15437"/>
                      <a:gd name="connsiteY5" fmla="*/ 1495 h 6543"/>
                      <a:gd name="connsiteX6" fmla="*/ 15436 w 15437"/>
                      <a:gd name="connsiteY6" fmla="*/ 786 h 6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437" h="6543">
                        <a:moveTo>
                          <a:pt x="15436" y="786"/>
                        </a:moveTo>
                        <a:cubicBezTo>
                          <a:pt x="15348" y="1761"/>
                          <a:pt x="13752" y="2870"/>
                          <a:pt x="11934" y="3845"/>
                        </a:cubicBezTo>
                        <a:cubicBezTo>
                          <a:pt x="10117" y="4776"/>
                          <a:pt x="7989" y="5352"/>
                          <a:pt x="7013" y="5663"/>
                        </a:cubicBezTo>
                        <a:cubicBezTo>
                          <a:pt x="5107" y="6416"/>
                          <a:pt x="-612" y="7347"/>
                          <a:pt x="54" y="5308"/>
                        </a:cubicBezTo>
                        <a:cubicBezTo>
                          <a:pt x="319" y="4288"/>
                          <a:pt x="1960" y="3668"/>
                          <a:pt x="3644" y="2958"/>
                        </a:cubicBezTo>
                        <a:cubicBezTo>
                          <a:pt x="5329" y="2249"/>
                          <a:pt x="7191" y="1761"/>
                          <a:pt x="8077" y="1495"/>
                        </a:cubicBezTo>
                        <a:cubicBezTo>
                          <a:pt x="9895" y="1185"/>
                          <a:pt x="15525" y="-1209"/>
                          <a:pt x="15436" y="78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67" name="Forme libre : forme 22666">
                    <a:extLst>
                      <a:ext uri="{FF2B5EF4-FFF2-40B4-BE49-F238E27FC236}">
                        <a16:creationId xmlns:a16="http://schemas.microsoft.com/office/drawing/2014/main" id="{6FCA2EAD-A7D7-408C-93F3-1FDEEF851FDA}"/>
                      </a:ext>
                    </a:extLst>
                  </p:cNvPr>
                  <p:cNvSpPr/>
                  <p:nvPr/>
                </p:nvSpPr>
                <p:spPr>
                  <a:xfrm>
                    <a:off x="6853165" y="1453705"/>
                    <a:ext cx="4282" cy="2543"/>
                  </a:xfrm>
                  <a:custGeom>
                    <a:avLst/>
                    <a:gdLst>
                      <a:gd name="connsiteX0" fmla="*/ 4174 w 4282"/>
                      <a:gd name="connsiteY0" fmla="*/ 172 h 2543"/>
                      <a:gd name="connsiteX1" fmla="*/ 2667 w 4282"/>
                      <a:gd name="connsiteY1" fmla="*/ 1857 h 2543"/>
                      <a:gd name="connsiteX2" fmla="*/ 96 w 4282"/>
                      <a:gd name="connsiteY2" fmla="*/ 2345 h 2543"/>
                      <a:gd name="connsiteX3" fmla="*/ 1559 w 4282"/>
                      <a:gd name="connsiteY3" fmla="*/ 704 h 2543"/>
                      <a:gd name="connsiteX4" fmla="*/ 4174 w 4282"/>
                      <a:gd name="connsiteY4" fmla="*/ 172 h 2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2" h="2543">
                        <a:moveTo>
                          <a:pt x="4174" y="172"/>
                        </a:moveTo>
                        <a:cubicBezTo>
                          <a:pt x="4662" y="660"/>
                          <a:pt x="3376" y="1502"/>
                          <a:pt x="2667" y="1857"/>
                        </a:cubicBezTo>
                        <a:cubicBezTo>
                          <a:pt x="1958" y="2212"/>
                          <a:pt x="539" y="2877"/>
                          <a:pt x="96" y="2345"/>
                        </a:cubicBezTo>
                        <a:cubicBezTo>
                          <a:pt x="-347" y="1813"/>
                          <a:pt x="850" y="1059"/>
                          <a:pt x="1559" y="704"/>
                        </a:cubicBezTo>
                        <a:cubicBezTo>
                          <a:pt x="2224" y="350"/>
                          <a:pt x="3687" y="-315"/>
                          <a:pt x="4174" y="1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68" name="Forme libre : forme 22667">
                    <a:extLst>
                      <a:ext uri="{FF2B5EF4-FFF2-40B4-BE49-F238E27FC236}">
                        <a16:creationId xmlns:a16="http://schemas.microsoft.com/office/drawing/2014/main" id="{6E4989E6-5ECA-4A7A-8A49-8E438E382AEA}"/>
                      </a:ext>
                    </a:extLst>
                  </p:cNvPr>
                  <p:cNvSpPr/>
                  <p:nvPr/>
                </p:nvSpPr>
                <p:spPr>
                  <a:xfrm>
                    <a:off x="6836799" y="1441550"/>
                    <a:ext cx="38928" cy="11252"/>
                  </a:xfrm>
                  <a:custGeom>
                    <a:avLst/>
                    <a:gdLst>
                      <a:gd name="connsiteX0" fmla="*/ 26170 w 38928"/>
                      <a:gd name="connsiteY0" fmla="*/ 757 h 11252"/>
                      <a:gd name="connsiteX1" fmla="*/ 38007 w 38928"/>
                      <a:gd name="connsiteY1" fmla="*/ 403 h 11252"/>
                      <a:gd name="connsiteX2" fmla="*/ 37475 w 38928"/>
                      <a:gd name="connsiteY2" fmla="*/ 4304 h 11252"/>
                      <a:gd name="connsiteX3" fmla="*/ 32554 w 38928"/>
                      <a:gd name="connsiteY3" fmla="*/ 5988 h 11252"/>
                      <a:gd name="connsiteX4" fmla="*/ 17437 w 38928"/>
                      <a:gd name="connsiteY4" fmla="*/ 8604 h 11252"/>
                      <a:gd name="connsiteX5" fmla="*/ 6931 w 38928"/>
                      <a:gd name="connsiteY5" fmla="*/ 10998 h 11252"/>
                      <a:gd name="connsiteX6" fmla="*/ 104 w 38928"/>
                      <a:gd name="connsiteY6" fmla="*/ 8914 h 11252"/>
                      <a:gd name="connsiteX7" fmla="*/ 2631 w 38928"/>
                      <a:gd name="connsiteY7" fmla="*/ 6210 h 11252"/>
                      <a:gd name="connsiteX8" fmla="*/ 7108 w 38928"/>
                      <a:gd name="connsiteY8" fmla="*/ 4038 h 11252"/>
                      <a:gd name="connsiteX9" fmla="*/ 16196 w 38928"/>
                      <a:gd name="connsiteY9" fmla="*/ 1201 h 11252"/>
                      <a:gd name="connsiteX10" fmla="*/ 26170 w 38928"/>
                      <a:gd name="connsiteY10" fmla="*/ 757 h 11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8928" h="11252">
                        <a:moveTo>
                          <a:pt x="26170" y="757"/>
                        </a:moveTo>
                        <a:cubicBezTo>
                          <a:pt x="30736" y="137"/>
                          <a:pt x="34150" y="-395"/>
                          <a:pt x="38007" y="403"/>
                        </a:cubicBezTo>
                        <a:cubicBezTo>
                          <a:pt x="39470" y="713"/>
                          <a:pt x="39115" y="2885"/>
                          <a:pt x="37475" y="4304"/>
                        </a:cubicBezTo>
                        <a:cubicBezTo>
                          <a:pt x="35790" y="5678"/>
                          <a:pt x="34194" y="5767"/>
                          <a:pt x="32554" y="5988"/>
                        </a:cubicBezTo>
                        <a:cubicBezTo>
                          <a:pt x="27545" y="6653"/>
                          <a:pt x="22668" y="7629"/>
                          <a:pt x="17437" y="8604"/>
                        </a:cubicBezTo>
                        <a:cubicBezTo>
                          <a:pt x="15753" y="8826"/>
                          <a:pt x="11098" y="10599"/>
                          <a:pt x="6931" y="10998"/>
                        </a:cubicBezTo>
                        <a:cubicBezTo>
                          <a:pt x="2808" y="11707"/>
                          <a:pt x="-650" y="10909"/>
                          <a:pt x="104" y="8914"/>
                        </a:cubicBezTo>
                        <a:cubicBezTo>
                          <a:pt x="459" y="7850"/>
                          <a:pt x="1389" y="7052"/>
                          <a:pt x="2631" y="6210"/>
                        </a:cubicBezTo>
                        <a:cubicBezTo>
                          <a:pt x="3872" y="5323"/>
                          <a:pt x="5424" y="4614"/>
                          <a:pt x="7108" y="4038"/>
                        </a:cubicBezTo>
                        <a:cubicBezTo>
                          <a:pt x="10389" y="2664"/>
                          <a:pt x="14157" y="1644"/>
                          <a:pt x="16196" y="1201"/>
                        </a:cubicBezTo>
                        <a:cubicBezTo>
                          <a:pt x="20230" y="225"/>
                          <a:pt x="22801" y="1289"/>
                          <a:pt x="26170" y="75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97" name="Graphique 2">
                  <a:extLst>
                    <a:ext uri="{FF2B5EF4-FFF2-40B4-BE49-F238E27FC236}">
                      <a16:creationId xmlns:a16="http://schemas.microsoft.com/office/drawing/2014/main" id="{449E6916-98A9-4BEC-9454-A5DB73193678}"/>
                    </a:ext>
                  </a:extLst>
                </p:cNvPr>
                <p:cNvGrpSpPr/>
                <p:nvPr/>
              </p:nvGrpSpPr>
              <p:grpSpPr>
                <a:xfrm>
                  <a:off x="6877393" y="1366409"/>
                  <a:ext cx="69122" cy="75775"/>
                  <a:chOff x="6877393" y="1366409"/>
                  <a:chExt cx="69122" cy="75775"/>
                </a:xfrm>
                <a:solidFill>
                  <a:schemeClr val="accent1"/>
                </a:solidFill>
              </p:grpSpPr>
              <p:sp>
                <p:nvSpPr>
                  <p:cNvPr id="22645" name="Forme libre : forme 22644">
                    <a:extLst>
                      <a:ext uri="{FF2B5EF4-FFF2-40B4-BE49-F238E27FC236}">
                        <a16:creationId xmlns:a16="http://schemas.microsoft.com/office/drawing/2014/main" id="{06861847-6080-460F-A237-DEB35E555AA1}"/>
                      </a:ext>
                    </a:extLst>
                  </p:cNvPr>
                  <p:cNvSpPr/>
                  <p:nvPr/>
                </p:nvSpPr>
                <p:spPr>
                  <a:xfrm>
                    <a:off x="6877393" y="1366409"/>
                    <a:ext cx="69122" cy="75775"/>
                  </a:xfrm>
                  <a:custGeom>
                    <a:avLst/>
                    <a:gdLst>
                      <a:gd name="connsiteX0" fmla="*/ 60318 w 69122"/>
                      <a:gd name="connsiteY0" fmla="*/ 36887 h 75775"/>
                      <a:gd name="connsiteX1" fmla="*/ 38508 w 69122"/>
                      <a:gd name="connsiteY1" fmla="*/ 62953 h 75775"/>
                      <a:gd name="connsiteX2" fmla="*/ 6234 w 69122"/>
                      <a:gd name="connsiteY2" fmla="*/ 75721 h 75775"/>
                      <a:gd name="connsiteX3" fmla="*/ 73 w 69122"/>
                      <a:gd name="connsiteY3" fmla="*/ 67785 h 75775"/>
                      <a:gd name="connsiteX4" fmla="*/ 13194 w 69122"/>
                      <a:gd name="connsiteY4" fmla="*/ 38616 h 75775"/>
                      <a:gd name="connsiteX5" fmla="*/ 31902 w 69122"/>
                      <a:gd name="connsiteY5" fmla="*/ 16317 h 75775"/>
                      <a:gd name="connsiteX6" fmla="*/ 59742 w 69122"/>
                      <a:gd name="connsiteY6" fmla="*/ 181 h 75775"/>
                      <a:gd name="connsiteX7" fmla="*/ 68475 w 69122"/>
                      <a:gd name="connsiteY7" fmla="*/ 4702 h 75775"/>
                      <a:gd name="connsiteX8" fmla="*/ 60318 w 69122"/>
                      <a:gd name="connsiteY8" fmla="*/ 36887 h 75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122" h="75775">
                        <a:moveTo>
                          <a:pt x="60318" y="36887"/>
                        </a:moveTo>
                        <a:cubicBezTo>
                          <a:pt x="55930" y="43492"/>
                          <a:pt x="44625" y="56969"/>
                          <a:pt x="38508" y="62953"/>
                        </a:cubicBezTo>
                        <a:cubicBezTo>
                          <a:pt x="27070" y="74125"/>
                          <a:pt x="17096" y="76164"/>
                          <a:pt x="6234" y="75721"/>
                        </a:cubicBezTo>
                        <a:cubicBezTo>
                          <a:pt x="2422" y="75499"/>
                          <a:pt x="-504" y="71376"/>
                          <a:pt x="73" y="67785"/>
                        </a:cubicBezTo>
                        <a:cubicBezTo>
                          <a:pt x="1713" y="57368"/>
                          <a:pt x="4683" y="48900"/>
                          <a:pt x="13194" y="38616"/>
                        </a:cubicBezTo>
                        <a:cubicBezTo>
                          <a:pt x="17716" y="33030"/>
                          <a:pt x="27114" y="22125"/>
                          <a:pt x="31902" y="16317"/>
                        </a:cubicBezTo>
                        <a:cubicBezTo>
                          <a:pt x="41034" y="5678"/>
                          <a:pt x="49457" y="2486"/>
                          <a:pt x="59742" y="181"/>
                        </a:cubicBezTo>
                        <a:cubicBezTo>
                          <a:pt x="63288" y="-617"/>
                          <a:pt x="67855" y="1289"/>
                          <a:pt x="68475" y="4702"/>
                        </a:cubicBezTo>
                        <a:cubicBezTo>
                          <a:pt x="70204" y="14633"/>
                          <a:pt x="68786" y="24563"/>
                          <a:pt x="60318" y="3688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46" name="Forme libre : forme 22645">
                    <a:extLst>
                      <a:ext uri="{FF2B5EF4-FFF2-40B4-BE49-F238E27FC236}">
                        <a16:creationId xmlns:a16="http://schemas.microsoft.com/office/drawing/2014/main" id="{3B1A885D-67CC-48B9-AFB7-5CA70A4464A5}"/>
                      </a:ext>
                    </a:extLst>
                  </p:cNvPr>
                  <p:cNvSpPr/>
                  <p:nvPr/>
                </p:nvSpPr>
                <p:spPr>
                  <a:xfrm>
                    <a:off x="6879505" y="1370802"/>
                    <a:ext cx="66884" cy="71301"/>
                  </a:xfrm>
                  <a:custGeom>
                    <a:avLst/>
                    <a:gdLst>
                      <a:gd name="connsiteX0" fmla="*/ 30500 w 66884"/>
                      <a:gd name="connsiteY0" fmla="*/ 46237 h 71301"/>
                      <a:gd name="connsiteX1" fmla="*/ 0 w 66884"/>
                      <a:gd name="connsiteY1" fmla="*/ 69289 h 71301"/>
                      <a:gd name="connsiteX2" fmla="*/ 4034 w 66884"/>
                      <a:gd name="connsiteY2" fmla="*/ 71240 h 71301"/>
                      <a:gd name="connsiteX3" fmla="*/ 9576 w 66884"/>
                      <a:gd name="connsiteY3" fmla="*/ 71196 h 71301"/>
                      <a:gd name="connsiteX4" fmla="*/ 25490 w 66884"/>
                      <a:gd name="connsiteY4" fmla="*/ 66674 h 71301"/>
                      <a:gd name="connsiteX5" fmla="*/ 36307 w 66884"/>
                      <a:gd name="connsiteY5" fmla="*/ 58473 h 71301"/>
                      <a:gd name="connsiteX6" fmla="*/ 40119 w 66884"/>
                      <a:gd name="connsiteY6" fmla="*/ 54483 h 71301"/>
                      <a:gd name="connsiteX7" fmla="*/ 56655 w 66884"/>
                      <a:gd name="connsiteY7" fmla="*/ 34445 h 71301"/>
                      <a:gd name="connsiteX8" fmla="*/ 58118 w 66884"/>
                      <a:gd name="connsiteY8" fmla="*/ 32406 h 71301"/>
                      <a:gd name="connsiteX9" fmla="*/ 64635 w 66884"/>
                      <a:gd name="connsiteY9" fmla="*/ 20082 h 71301"/>
                      <a:gd name="connsiteX10" fmla="*/ 66851 w 66884"/>
                      <a:gd name="connsiteY10" fmla="*/ 4921 h 71301"/>
                      <a:gd name="connsiteX11" fmla="*/ 66319 w 66884"/>
                      <a:gd name="connsiteY11" fmla="*/ 177 h 71301"/>
                      <a:gd name="connsiteX12" fmla="*/ 66275 w 66884"/>
                      <a:gd name="connsiteY12" fmla="*/ 0 h 71301"/>
                      <a:gd name="connsiteX13" fmla="*/ 30500 w 66884"/>
                      <a:gd name="connsiteY13" fmla="*/ 46237 h 71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6884" h="71301">
                        <a:moveTo>
                          <a:pt x="30500" y="46237"/>
                        </a:moveTo>
                        <a:cubicBezTo>
                          <a:pt x="22254" y="56699"/>
                          <a:pt x="11260" y="66807"/>
                          <a:pt x="0" y="69289"/>
                        </a:cubicBezTo>
                        <a:cubicBezTo>
                          <a:pt x="1064" y="70398"/>
                          <a:pt x="2527" y="71196"/>
                          <a:pt x="4034" y="71240"/>
                        </a:cubicBezTo>
                        <a:cubicBezTo>
                          <a:pt x="5896" y="71329"/>
                          <a:pt x="7758" y="71329"/>
                          <a:pt x="9576" y="71196"/>
                        </a:cubicBezTo>
                        <a:cubicBezTo>
                          <a:pt x="14895" y="70930"/>
                          <a:pt x="20038" y="69644"/>
                          <a:pt x="25490" y="66674"/>
                        </a:cubicBezTo>
                        <a:cubicBezTo>
                          <a:pt x="29037" y="64767"/>
                          <a:pt x="32495" y="62019"/>
                          <a:pt x="36307" y="58473"/>
                        </a:cubicBezTo>
                        <a:cubicBezTo>
                          <a:pt x="37415" y="57364"/>
                          <a:pt x="38701" y="55990"/>
                          <a:pt x="40119" y="54483"/>
                        </a:cubicBezTo>
                        <a:cubicBezTo>
                          <a:pt x="45705" y="48587"/>
                          <a:pt x="52576" y="40075"/>
                          <a:pt x="56655" y="34445"/>
                        </a:cubicBezTo>
                        <a:cubicBezTo>
                          <a:pt x="57187" y="33736"/>
                          <a:pt x="57675" y="33027"/>
                          <a:pt x="58118" y="32406"/>
                        </a:cubicBezTo>
                        <a:cubicBezTo>
                          <a:pt x="61177" y="28061"/>
                          <a:pt x="63216" y="23983"/>
                          <a:pt x="64635" y="20082"/>
                        </a:cubicBezTo>
                        <a:cubicBezTo>
                          <a:pt x="66541" y="14762"/>
                          <a:pt x="67028" y="9797"/>
                          <a:pt x="66851" y="4921"/>
                        </a:cubicBezTo>
                        <a:cubicBezTo>
                          <a:pt x="66762" y="3325"/>
                          <a:pt x="66585" y="1773"/>
                          <a:pt x="66319" y="177"/>
                        </a:cubicBezTo>
                        <a:lnTo>
                          <a:pt x="66275" y="0"/>
                        </a:lnTo>
                        <a:cubicBezTo>
                          <a:pt x="54837" y="15649"/>
                          <a:pt x="42425" y="31253"/>
                          <a:pt x="30500" y="4623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47" name="Forme libre : forme 22646">
                    <a:extLst>
                      <a:ext uri="{FF2B5EF4-FFF2-40B4-BE49-F238E27FC236}">
                        <a16:creationId xmlns:a16="http://schemas.microsoft.com/office/drawing/2014/main" id="{FDF3EBCA-B530-42FD-B724-40FAEB2BF9FB}"/>
                      </a:ext>
                    </a:extLst>
                  </p:cNvPr>
                  <p:cNvSpPr/>
                  <p:nvPr/>
                </p:nvSpPr>
                <p:spPr>
                  <a:xfrm>
                    <a:off x="6902979" y="1382258"/>
                    <a:ext cx="30411" cy="35380"/>
                  </a:xfrm>
                  <a:custGeom>
                    <a:avLst/>
                    <a:gdLst>
                      <a:gd name="connsiteX0" fmla="*/ 29501 w 30411"/>
                      <a:gd name="connsiteY0" fmla="*/ 336 h 35380"/>
                      <a:gd name="connsiteX1" fmla="*/ 19704 w 30411"/>
                      <a:gd name="connsiteY1" fmla="*/ 22368 h 35380"/>
                      <a:gd name="connsiteX2" fmla="*/ 863 w 30411"/>
                      <a:gd name="connsiteY2" fmla="*/ 34737 h 35380"/>
                      <a:gd name="connsiteX3" fmla="*/ 10661 w 30411"/>
                      <a:gd name="connsiteY3" fmla="*/ 15143 h 35380"/>
                      <a:gd name="connsiteX4" fmla="*/ 29501 w 30411"/>
                      <a:gd name="connsiteY4" fmla="*/ 336 h 35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11" h="35380">
                        <a:moveTo>
                          <a:pt x="29501" y="336"/>
                        </a:moveTo>
                        <a:cubicBezTo>
                          <a:pt x="33447" y="3040"/>
                          <a:pt x="23517" y="17758"/>
                          <a:pt x="19704" y="22368"/>
                        </a:cubicBezTo>
                        <a:cubicBezTo>
                          <a:pt x="16025" y="27112"/>
                          <a:pt x="4809" y="38150"/>
                          <a:pt x="863" y="34737"/>
                        </a:cubicBezTo>
                        <a:cubicBezTo>
                          <a:pt x="-2993" y="31412"/>
                          <a:pt x="7114" y="19354"/>
                          <a:pt x="10661" y="15143"/>
                        </a:cubicBezTo>
                        <a:cubicBezTo>
                          <a:pt x="14340" y="11108"/>
                          <a:pt x="25689" y="-2280"/>
                          <a:pt x="29501" y="33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48" name="Forme libre : forme 22647">
                    <a:extLst>
                      <a:ext uri="{FF2B5EF4-FFF2-40B4-BE49-F238E27FC236}">
                        <a16:creationId xmlns:a16="http://schemas.microsoft.com/office/drawing/2014/main" id="{34678071-58E0-437A-ABFC-AE367A29D3F5}"/>
                      </a:ext>
                    </a:extLst>
                  </p:cNvPr>
                  <p:cNvSpPr/>
                  <p:nvPr/>
                </p:nvSpPr>
                <p:spPr>
                  <a:xfrm>
                    <a:off x="6902742" y="1396425"/>
                    <a:ext cx="25571" cy="21131"/>
                  </a:xfrm>
                  <a:custGeom>
                    <a:avLst/>
                    <a:gdLst>
                      <a:gd name="connsiteX0" fmla="*/ 3849 w 25571"/>
                      <a:gd name="connsiteY0" fmla="*/ 10551 h 21131"/>
                      <a:gd name="connsiteX1" fmla="*/ 1012 w 25571"/>
                      <a:gd name="connsiteY1" fmla="*/ 20791 h 21131"/>
                      <a:gd name="connsiteX2" fmla="*/ 20163 w 25571"/>
                      <a:gd name="connsiteY2" fmla="*/ 8024 h 21131"/>
                      <a:gd name="connsiteX3" fmla="*/ 25571 w 25571"/>
                      <a:gd name="connsiteY3" fmla="*/ 0 h 21131"/>
                      <a:gd name="connsiteX4" fmla="*/ 22113 w 25571"/>
                      <a:gd name="connsiteY4" fmla="*/ 3857 h 21131"/>
                      <a:gd name="connsiteX5" fmla="*/ 3849 w 25571"/>
                      <a:gd name="connsiteY5" fmla="*/ 10551 h 21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71" h="21131">
                        <a:moveTo>
                          <a:pt x="3849" y="10551"/>
                        </a:moveTo>
                        <a:cubicBezTo>
                          <a:pt x="2696" y="13211"/>
                          <a:pt x="-2047" y="19417"/>
                          <a:pt x="1012" y="20791"/>
                        </a:cubicBezTo>
                        <a:cubicBezTo>
                          <a:pt x="5932" y="23008"/>
                          <a:pt x="15375" y="13876"/>
                          <a:pt x="20163" y="8024"/>
                        </a:cubicBezTo>
                        <a:cubicBezTo>
                          <a:pt x="21626" y="6339"/>
                          <a:pt x="24330" y="2217"/>
                          <a:pt x="25571" y="0"/>
                        </a:cubicBezTo>
                        <a:cubicBezTo>
                          <a:pt x="24640" y="1108"/>
                          <a:pt x="23177" y="2970"/>
                          <a:pt x="22113" y="3857"/>
                        </a:cubicBezTo>
                        <a:cubicBezTo>
                          <a:pt x="16040" y="8733"/>
                          <a:pt x="8415" y="13920"/>
                          <a:pt x="3849" y="1055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49" name="Forme libre : forme 22648">
                    <a:extLst>
                      <a:ext uri="{FF2B5EF4-FFF2-40B4-BE49-F238E27FC236}">
                        <a16:creationId xmlns:a16="http://schemas.microsoft.com/office/drawing/2014/main" id="{1E837FD8-3923-48CC-B8F2-2FD4CB6137B1}"/>
                      </a:ext>
                    </a:extLst>
                  </p:cNvPr>
                  <p:cNvSpPr/>
                  <p:nvPr/>
                </p:nvSpPr>
                <p:spPr>
                  <a:xfrm>
                    <a:off x="6905491" y="1380720"/>
                    <a:ext cx="30057" cy="36033"/>
                  </a:xfrm>
                  <a:custGeom>
                    <a:avLst/>
                    <a:gdLst>
                      <a:gd name="connsiteX0" fmla="*/ 29428 w 30057"/>
                      <a:gd name="connsiteY0" fmla="*/ 632 h 36033"/>
                      <a:gd name="connsiteX1" fmla="*/ 19675 w 30057"/>
                      <a:gd name="connsiteY1" fmla="*/ 23152 h 36033"/>
                      <a:gd name="connsiteX2" fmla="*/ 10498 w 30057"/>
                      <a:gd name="connsiteY2" fmla="*/ 32462 h 36033"/>
                      <a:gd name="connsiteX3" fmla="*/ 967 w 30057"/>
                      <a:gd name="connsiteY3" fmla="*/ 35476 h 36033"/>
                      <a:gd name="connsiteX4" fmla="*/ 3095 w 30057"/>
                      <a:gd name="connsiteY4" fmla="*/ 26078 h 36033"/>
                      <a:gd name="connsiteX5" fmla="*/ 10676 w 30057"/>
                      <a:gd name="connsiteY5" fmla="*/ 15926 h 36033"/>
                      <a:gd name="connsiteX6" fmla="*/ 20207 w 30057"/>
                      <a:gd name="connsiteY6" fmla="*/ 5420 h 36033"/>
                      <a:gd name="connsiteX7" fmla="*/ 29428 w 30057"/>
                      <a:gd name="connsiteY7" fmla="*/ 632 h 36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0057" h="36033">
                        <a:moveTo>
                          <a:pt x="29428" y="632"/>
                        </a:moveTo>
                        <a:cubicBezTo>
                          <a:pt x="32487" y="4533"/>
                          <a:pt x="23621" y="17965"/>
                          <a:pt x="19675" y="23152"/>
                        </a:cubicBezTo>
                        <a:cubicBezTo>
                          <a:pt x="17680" y="25723"/>
                          <a:pt x="14090" y="29624"/>
                          <a:pt x="10498" y="32462"/>
                        </a:cubicBezTo>
                        <a:cubicBezTo>
                          <a:pt x="6775" y="35254"/>
                          <a:pt x="3051" y="36983"/>
                          <a:pt x="967" y="35476"/>
                        </a:cubicBezTo>
                        <a:cubicBezTo>
                          <a:pt x="-1160" y="33924"/>
                          <a:pt x="524" y="30023"/>
                          <a:pt x="3095" y="26078"/>
                        </a:cubicBezTo>
                        <a:cubicBezTo>
                          <a:pt x="5622" y="22044"/>
                          <a:pt x="9036" y="17877"/>
                          <a:pt x="10676" y="15926"/>
                        </a:cubicBezTo>
                        <a:cubicBezTo>
                          <a:pt x="12272" y="13931"/>
                          <a:pt x="16306" y="9232"/>
                          <a:pt x="20207" y="5420"/>
                        </a:cubicBezTo>
                        <a:cubicBezTo>
                          <a:pt x="24064" y="1519"/>
                          <a:pt x="27921" y="-1319"/>
                          <a:pt x="29428" y="63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50" name="Forme libre : forme 22649">
                    <a:extLst>
                      <a:ext uri="{FF2B5EF4-FFF2-40B4-BE49-F238E27FC236}">
                        <a16:creationId xmlns:a16="http://schemas.microsoft.com/office/drawing/2014/main" id="{0CD89BCF-4621-498F-866F-D3DB27E729E3}"/>
                      </a:ext>
                    </a:extLst>
                  </p:cNvPr>
                  <p:cNvSpPr/>
                  <p:nvPr/>
                </p:nvSpPr>
                <p:spPr>
                  <a:xfrm>
                    <a:off x="6886681" y="1394327"/>
                    <a:ext cx="46170" cy="38726"/>
                  </a:xfrm>
                  <a:custGeom>
                    <a:avLst/>
                    <a:gdLst>
                      <a:gd name="connsiteX0" fmla="*/ 2843 w 46170"/>
                      <a:gd name="connsiteY0" fmla="*/ 37784 h 38726"/>
                      <a:gd name="connsiteX1" fmla="*/ 10911 w 46170"/>
                      <a:gd name="connsiteY1" fmla="*/ 37873 h 38726"/>
                      <a:gd name="connsiteX2" fmla="*/ 20974 w 46170"/>
                      <a:gd name="connsiteY2" fmla="*/ 34282 h 38726"/>
                      <a:gd name="connsiteX3" fmla="*/ 30949 w 46170"/>
                      <a:gd name="connsiteY3" fmla="*/ 27810 h 38726"/>
                      <a:gd name="connsiteX4" fmla="*/ 44470 w 46170"/>
                      <a:gd name="connsiteY4" fmla="*/ 10077 h 38726"/>
                      <a:gd name="connsiteX5" fmla="*/ 44204 w 46170"/>
                      <a:gd name="connsiteY5" fmla="*/ 59 h 38726"/>
                      <a:gd name="connsiteX6" fmla="*/ 37776 w 46170"/>
                      <a:gd name="connsiteY6" fmla="*/ 3871 h 38726"/>
                      <a:gd name="connsiteX7" fmla="*/ 20575 w 46170"/>
                      <a:gd name="connsiteY7" fmla="*/ 14245 h 38726"/>
                      <a:gd name="connsiteX8" fmla="*/ 3419 w 46170"/>
                      <a:gd name="connsiteY8" fmla="*/ 23909 h 38726"/>
                      <a:gd name="connsiteX9" fmla="*/ 2843 w 46170"/>
                      <a:gd name="connsiteY9" fmla="*/ 37784 h 38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6170" h="38726">
                        <a:moveTo>
                          <a:pt x="2843" y="37784"/>
                        </a:moveTo>
                        <a:cubicBezTo>
                          <a:pt x="5680" y="39070"/>
                          <a:pt x="7143" y="38981"/>
                          <a:pt x="10911" y="37873"/>
                        </a:cubicBezTo>
                        <a:cubicBezTo>
                          <a:pt x="14546" y="36898"/>
                          <a:pt x="17738" y="35790"/>
                          <a:pt x="20974" y="34282"/>
                        </a:cubicBezTo>
                        <a:cubicBezTo>
                          <a:pt x="24255" y="32775"/>
                          <a:pt x="27491" y="30824"/>
                          <a:pt x="30949" y="27810"/>
                        </a:cubicBezTo>
                        <a:cubicBezTo>
                          <a:pt x="36800" y="22889"/>
                          <a:pt x="41898" y="15974"/>
                          <a:pt x="44470" y="10077"/>
                        </a:cubicBezTo>
                        <a:cubicBezTo>
                          <a:pt x="46376" y="5644"/>
                          <a:pt x="47174" y="857"/>
                          <a:pt x="44204" y="59"/>
                        </a:cubicBezTo>
                        <a:cubicBezTo>
                          <a:pt x="42386" y="-429"/>
                          <a:pt x="40081" y="2231"/>
                          <a:pt x="37776" y="3871"/>
                        </a:cubicBezTo>
                        <a:cubicBezTo>
                          <a:pt x="32279" y="7817"/>
                          <a:pt x="27048" y="11673"/>
                          <a:pt x="20575" y="14245"/>
                        </a:cubicBezTo>
                        <a:cubicBezTo>
                          <a:pt x="15034" y="16461"/>
                          <a:pt x="8251" y="17791"/>
                          <a:pt x="3419" y="23909"/>
                        </a:cubicBezTo>
                        <a:cubicBezTo>
                          <a:pt x="-970" y="29361"/>
                          <a:pt x="-1103" y="35967"/>
                          <a:pt x="2843" y="3778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51" name="Forme libre : forme 22650">
                    <a:extLst>
                      <a:ext uri="{FF2B5EF4-FFF2-40B4-BE49-F238E27FC236}">
                        <a16:creationId xmlns:a16="http://schemas.microsoft.com/office/drawing/2014/main" id="{F733A774-CB99-42E8-805A-A0057A4CF6E8}"/>
                      </a:ext>
                    </a:extLst>
                  </p:cNvPr>
                  <p:cNvSpPr/>
                  <p:nvPr/>
                </p:nvSpPr>
                <p:spPr>
                  <a:xfrm>
                    <a:off x="6893512" y="1405471"/>
                    <a:ext cx="10566" cy="15720"/>
                  </a:xfrm>
                  <a:custGeom>
                    <a:avLst/>
                    <a:gdLst>
                      <a:gd name="connsiteX0" fmla="*/ 400 w 10566"/>
                      <a:gd name="connsiteY0" fmla="*/ 13341 h 15720"/>
                      <a:gd name="connsiteX1" fmla="*/ 90 w 10566"/>
                      <a:gd name="connsiteY1" fmla="*/ 15380 h 15720"/>
                      <a:gd name="connsiteX2" fmla="*/ 1819 w 10566"/>
                      <a:gd name="connsiteY2" fmla="*/ 15203 h 15720"/>
                      <a:gd name="connsiteX3" fmla="*/ 4124 w 10566"/>
                      <a:gd name="connsiteY3" fmla="*/ 12854 h 15720"/>
                      <a:gd name="connsiteX4" fmla="*/ 8867 w 10566"/>
                      <a:gd name="connsiteY4" fmla="*/ 6248 h 15720"/>
                      <a:gd name="connsiteX5" fmla="*/ 10242 w 10566"/>
                      <a:gd name="connsiteY5" fmla="*/ 3633 h 15720"/>
                      <a:gd name="connsiteX6" fmla="*/ 6163 w 10566"/>
                      <a:gd name="connsiteY6" fmla="*/ 2303 h 15720"/>
                      <a:gd name="connsiteX7" fmla="*/ 400 w 10566"/>
                      <a:gd name="connsiteY7" fmla="*/ 13341 h 15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566" h="15720">
                        <a:moveTo>
                          <a:pt x="400" y="13341"/>
                        </a:moveTo>
                        <a:cubicBezTo>
                          <a:pt x="90" y="14183"/>
                          <a:pt x="-132" y="14804"/>
                          <a:pt x="90" y="15380"/>
                        </a:cubicBezTo>
                        <a:cubicBezTo>
                          <a:pt x="311" y="15957"/>
                          <a:pt x="1065" y="15735"/>
                          <a:pt x="1819" y="15203"/>
                        </a:cubicBezTo>
                        <a:cubicBezTo>
                          <a:pt x="2572" y="14671"/>
                          <a:pt x="3459" y="13651"/>
                          <a:pt x="4124" y="12854"/>
                        </a:cubicBezTo>
                        <a:cubicBezTo>
                          <a:pt x="5809" y="10770"/>
                          <a:pt x="7582" y="8509"/>
                          <a:pt x="8867" y="6248"/>
                        </a:cubicBezTo>
                        <a:cubicBezTo>
                          <a:pt x="9399" y="5317"/>
                          <a:pt x="9976" y="4475"/>
                          <a:pt x="10242" y="3633"/>
                        </a:cubicBezTo>
                        <a:cubicBezTo>
                          <a:pt x="11394" y="-2"/>
                          <a:pt x="9355" y="-1687"/>
                          <a:pt x="6163" y="2303"/>
                        </a:cubicBezTo>
                        <a:cubicBezTo>
                          <a:pt x="3769" y="5450"/>
                          <a:pt x="1641" y="9883"/>
                          <a:pt x="400" y="1334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52" name="Forme libre : forme 22651">
                    <a:extLst>
                      <a:ext uri="{FF2B5EF4-FFF2-40B4-BE49-F238E27FC236}">
                        <a16:creationId xmlns:a16="http://schemas.microsoft.com/office/drawing/2014/main" id="{49018309-904C-422C-BF9A-275AA3C650E9}"/>
                      </a:ext>
                    </a:extLst>
                  </p:cNvPr>
                  <p:cNvSpPr/>
                  <p:nvPr/>
                </p:nvSpPr>
                <p:spPr>
                  <a:xfrm>
                    <a:off x="6937756" y="1371378"/>
                    <a:ext cx="7154" cy="30543"/>
                  </a:xfrm>
                  <a:custGeom>
                    <a:avLst/>
                    <a:gdLst>
                      <a:gd name="connsiteX0" fmla="*/ 6251 w 7154"/>
                      <a:gd name="connsiteY0" fmla="*/ 0 h 30543"/>
                      <a:gd name="connsiteX1" fmla="*/ 0 w 7154"/>
                      <a:gd name="connsiteY1" fmla="*/ 30544 h 30543"/>
                      <a:gd name="connsiteX2" fmla="*/ 6251 w 7154"/>
                      <a:gd name="connsiteY2" fmla="*/ 0 h 30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154" h="30543">
                        <a:moveTo>
                          <a:pt x="6251" y="0"/>
                        </a:moveTo>
                        <a:cubicBezTo>
                          <a:pt x="9309" y="7049"/>
                          <a:pt x="3946" y="21545"/>
                          <a:pt x="0" y="30544"/>
                        </a:cubicBezTo>
                        <a:cubicBezTo>
                          <a:pt x="4256" y="20747"/>
                          <a:pt x="6162" y="8733"/>
                          <a:pt x="625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53" name="Forme libre : forme 22652">
                    <a:extLst>
                      <a:ext uri="{FF2B5EF4-FFF2-40B4-BE49-F238E27FC236}">
                        <a16:creationId xmlns:a16="http://schemas.microsoft.com/office/drawing/2014/main" id="{71F5739A-FD55-42F2-AB49-AAFE8A7F9B19}"/>
                      </a:ext>
                    </a:extLst>
                  </p:cNvPr>
                  <p:cNvSpPr/>
                  <p:nvPr/>
                </p:nvSpPr>
                <p:spPr>
                  <a:xfrm>
                    <a:off x="6878485" y="1404936"/>
                    <a:ext cx="13565" cy="29480"/>
                  </a:xfrm>
                  <a:custGeom>
                    <a:avLst/>
                    <a:gdLst>
                      <a:gd name="connsiteX0" fmla="*/ 13565 w 13565"/>
                      <a:gd name="connsiteY0" fmla="*/ 0 h 29480"/>
                      <a:gd name="connsiteX1" fmla="*/ 0 w 13565"/>
                      <a:gd name="connsiteY1" fmla="*/ 29480 h 29480"/>
                      <a:gd name="connsiteX2" fmla="*/ 13565 w 13565"/>
                      <a:gd name="connsiteY2" fmla="*/ 0 h 29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565" h="29480">
                        <a:moveTo>
                          <a:pt x="13565" y="0"/>
                        </a:moveTo>
                        <a:cubicBezTo>
                          <a:pt x="6162" y="9221"/>
                          <a:pt x="2483" y="20038"/>
                          <a:pt x="0" y="29480"/>
                        </a:cubicBezTo>
                        <a:cubicBezTo>
                          <a:pt x="1951" y="20614"/>
                          <a:pt x="8467" y="8866"/>
                          <a:pt x="1356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54" name="Forme libre : forme 22653">
                    <a:extLst>
                      <a:ext uri="{FF2B5EF4-FFF2-40B4-BE49-F238E27FC236}">
                        <a16:creationId xmlns:a16="http://schemas.microsoft.com/office/drawing/2014/main" id="{0D2F53ED-1D67-40A6-9E60-79FDA100DD7E}"/>
                      </a:ext>
                    </a:extLst>
                  </p:cNvPr>
                  <p:cNvSpPr/>
                  <p:nvPr/>
                </p:nvSpPr>
                <p:spPr>
                  <a:xfrm>
                    <a:off x="6913286" y="1389414"/>
                    <a:ext cx="11892" cy="12363"/>
                  </a:xfrm>
                  <a:custGeom>
                    <a:avLst/>
                    <a:gdLst>
                      <a:gd name="connsiteX0" fmla="*/ 11836 w 11892"/>
                      <a:gd name="connsiteY0" fmla="*/ 450 h 12363"/>
                      <a:gd name="connsiteX1" fmla="*/ 6339 w 11892"/>
                      <a:gd name="connsiteY1" fmla="*/ 8518 h 12363"/>
                      <a:gd name="connsiteX2" fmla="*/ 44 w 11892"/>
                      <a:gd name="connsiteY2" fmla="*/ 11799 h 12363"/>
                      <a:gd name="connsiteX3" fmla="*/ 5319 w 11892"/>
                      <a:gd name="connsiteY3" fmla="*/ 4351 h 12363"/>
                      <a:gd name="connsiteX4" fmla="*/ 11836 w 11892"/>
                      <a:gd name="connsiteY4" fmla="*/ 450 h 12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92" h="12363">
                        <a:moveTo>
                          <a:pt x="11836" y="450"/>
                        </a:moveTo>
                        <a:cubicBezTo>
                          <a:pt x="12456" y="2312"/>
                          <a:pt x="7802" y="7100"/>
                          <a:pt x="6339" y="8518"/>
                        </a:cubicBezTo>
                        <a:cubicBezTo>
                          <a:pt x="4920" y="9981"/>
                          <a:pt x="576" y="13794"/>
                          <a:pt x="44" y="11799"/>
                        </a:cubicBezTo>
                        <a:cubicBezTo>
                          <a:pt x="-488" y="9804"/>
                          <a:pt x="3989" y="5725"/>
                          <a:pt x="5319" y="4351"/>
                        </a:cubicBezTo>
                        <a:cubicBezTo>
                          <a:pt x="6738" y="3021"/>
                          <a:pt x="11215" y="-1412"/>
                          <a:pt x="11836" y="45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55" name="Forme libre : forme 22654">
                    <a:extLst>
                      <a:ext uri="{FF2B5EF4-FFF2-40B4-BE49-F238E27FC236}">
                        <a16:creationId xmlns:a16="http://schemas.microsoft.com/office/drawing/2014/main" id="{1A89BEC4-3E41-4845-8B1C-4C7A0C2B787A}"/>
                      </a:ext>
                    </a:extLst>
                  </p:cNvPr>
                  <p:cNvSpPr/>
                  <p:nvPr/>
                </p:nvSpPr>
                <p:spPr>
                  <a:xfrm>
                    <a:off x="6923255" y="1387531"/>
                    <a:ext cx="3327" cy="3757"/>
                  </a:xfrm>
                  <a:custGeom>
                    <a:avLst/>
                    <a:gdLst>
                      <a:gd name="connsiteX0" fmla="*/ 3108 w 3327"/>
                      <a:gd name="connsiteY0" fmla="*/ 28 h 3757"/>
                      <a:gd name="connsiteX1" fmla="*/ 2398 w 3327"/>
                      <a:gd name="connsiteY1" fmla="*/ 2200 h 3757"/>
                      <a:gd name="connsiteX2" fmla="*/ 226 w 3327"/>
                      <a:gd name="connsiteY2" fmla="*/ 3707 h 3757"/>
                      <a:gd name="connsiteX3" fmla="*/ 935 w 3327"/>
                      <a:gd name="connsiteY3" fmla="*/ 1580 h 3757"/>
                      <a:gd name="connsiteX4" fmla="*/ 3108 w 3327"/>
                      <a:gd name="connsiteY4" fmla="*/ 28 h 3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27" h="3757">
                        <a:moveTo>
                          <a:pt x="3108" y="28"/>
                        </a:moveTo>
                        <a:cubicBezTo>
                          <a:pt x="3728" y="294"/>
                          <a:pt x="2886" y="1580"/>
                          <a:pt x="2398" y="2200"/>
                        </a:cubicBezTo>
                        <a:cubicBezTo>
                          <a:pt x="1911" y="2821"/>
                          <a:pt x="847" y="4018"/>
                          <a:pt x="226" y="3707"/>
                        </a:cubicBezTo>
                        <a:cubicBezTo>
                          <a:pt x="-395" y="3441"/>
                          <a:pt x="403" y="2200"/>
                          <a:pt x="935" y="1580"/>
                        </a:cubicBezTo>
                        <a:cubicBezTo>
                          <a:pt x="1467" y="959"/>
                          <a:pt x="2531" y="-194"/>
                          <a:pt x="3108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56" name="Forme libre : forme 22655">
                    <a:extLst>
                      <a:ext uri="{FF2B5EF4-FFF2-40B4-BE49-F238E27FC236}">
                        <a16:creationId xmlns:a16="http://schemas.microsoft.com/office/drawing/2014/main" id="{AE317D79-7D7F-4D9B-99E9-EDC47B4CB27A}"/>
                      </a:ext>
                    </a:extLst>
                  </p:cNvPr>
                  <p:cNvSpPr/>
                  <p:nvPr/>
                </p:nvSpPr>
                <p:spPr>
                  <a:xfrm>
                    <a:off x="6905751" y="1370668"/>
                    <a:ext cx="34962" cy="25224"/>
                  </a:xfrm>
                  <a:custGeom>
                    <a:avLst/>
                    <a:gdLst>
                      <a:gd name="connsiteX0" fmla="*/ 22252 w 34962"/>
                      <a:gd name="connsiteY0" fmla="*/ 3857 h 25224"/>
                      <a:gd name="connsiteX1" fmla="*/ 33690 w 34962"/>
                      <a:gd name="connsiteY1" fmla="*/ 1 h 25224"/>
                      <a:gd name="connsiteX2" fmla="*/ 34177 w 34962"/>
                      <a:gd name="connsiteY2" fmla="*/ 3902 h 25224"/>
                      <a:gd name="connsiteX3" fmla="*/ 30010 w 34962"/>
                      <a:gd name="connsiteY3" fmla="*/ 6916 h 25224"/>
                      <a:gd name="connsiteX4" fmla="*/ 16400 w 34962"/>
                      <a:gd name="connsiteY4" fmla="*/ 14719 h 25224"/>
                      <a:gd name="connsiteX5" fmla="*/ 7446 w 34962"/>
                      <a:gd name="connsiteY5" fmla="*/ 21989 h 25224"/>
                      <a:gd name="connsiteX6" fmla="*/ 42 w 34962"/>
                      <a:gd name="connsiteY6" fmla="*/ 24161 h 25224"/>
                      <a:gd name="connsiteX7" fmla="*/ 12588 w 34962"/>
                      <a:gd name="connsiteY7" fmla="*/ 8158 h 25224"/>
                      <a:gd name="connsiteX8" fmla="*/ 22252 w 34962"/>
                      <a:gd name="connsiteY8" fmla="*/ 3857 h 25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962" h="25224">
                        <a:moveTo>
                          <a:pt x="22252" y="3857"/>
                        </a:moveTo>
                        <a:cubicBezTo>
                          <a:pt x="26596" y="1774"/>
                          <a:pt x="29655" y="134"/>
                          <a:pt x="33690" y="1"/>
                        </a:cubicBezTo>
                        <a:cubicBezTo>
                          <a:pt x="35197" y="-44"/>
                          <a:pt x="35374" y="2129"/>
                          <a:pt x="34177" y="3902"/>
                        </a:cubicBezTo>
                        <a:cubicBezTo>
                          <a:pt x="32936" y="5675"/>
                          <a:pt x="31473" y="6251"/>
                          <a:pt x="30010" y="6916"/>
                        </a:cubicBezTo>
                        <a:cubicBezTo>
                          <a:pt x="25311" y="8955"/>
                          <a:pt x="21055" y="11615"/>
                          <a:pt x="16400" y="14719"/>
                        </a:cubicBezTo>
                        <a:cubicBezTo>
                          <a:pt x="14938" y="15649"/>
                          <a:pt x="11081" y="19240"/>
                          <a:pt x="7446" y="21989"/>
                        </a:cubicBezTo>
                        <a:cubicBezTo>
                          <a:pt x="3811" y="24693"/>
                          <a:pt x="397" y="26466"/>
                          <a:pt x="42" y="24161"/>
                        </a:cubicBezTo>
                        <a:cubicBezTo>
                          <a:pt x="-711" y="19595"/>
                          <a:pt x="8820" y="10773"/>
                          <a:pt x="12588" y="8158"/>
                        </a:cubicBezTo>
                        <a:cubicBezTo>
                          <a:pt x="16312" y="5498"/>
                          <a:pt x="18972" y="5409"/>
                          <a:pt x="22252" y="385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98" name="Graphique 2">
                  <a:extLst>
                    <a:ext uri="{FF2B5EF4-FFF2-40B4-BE49-F238E27FC236}">
                      <a16:creationId xmlns:a16="http://schemas.microsoft.com/office/drawing/2014/main" id="{573B4672-ED87-4092-AB47-F23234832260}"/>
                    </a:ext>
                  </a:extLst>
                </p:cNvPr>
                <p:cNvGrpSpPr/>
                <p:nvPr/>
              </p:nvGrpSpPr>
              <p:grpSpPr>
                <a:xfrm>
                  <a:off x="6940102" y="1288863"/>
                  <a:ext cx="64192" cy="79930"/>
                  <a:chOff x="6940102" y="1288863"/>
                  <a:chExt cx="64192" cy="79930"/>
                </a:xfrm>
                <a:solidFill>
                  <a:schemeClr val="accent1"/>
                </a:solidFill>
              </p:grpSpPr>
              <p:sp>
                <p:nvSpPr>
                  <p:cNvPr id="22633" name="Forme libre : forme 22632">
                    <a:extLst>
                      <a:ext uri="{FF2B5EF4-FFF2-40B4-BE49-F238E27FC236}">
                        <a16:creationId xmlns:a16="http://schemas.microsoft.com/office/drawing/2014/main" id="{3F6D1188-7E93-460E-82B0-5FA2DDCA6AEE}"/>
                      </a:ext>
                    </a:extLst>
                  </p:cNvPr>
                  <p:cNvSpPr/>
                  <p:nvPr/>
                </p:nvSpPr>
                <p:spPr>
                  <a:xfrm>
                    <a:off x="6940102" y="1288863"/>
                    <a:ext cx="64192" cy="79930"/>
                  </a:xfrm>
                  <a:custGeom>
                    <a:avLst/>
                    <a:gdLst>
                      <a:gd name="connsiteX0" fmla="*/ 55639 w 64192"/>
                      <a:gd name="connsiteY0" fmla="*/ 36455 h 79930"/>
                      <a:gd name="connsiteX1" fmla="*/ 46551 w 64192"/>
                      <a:gd name="connsiteY1" fmla="*/ 49489 h 79930"/>
                      <a:gd name="connsiteX2" fmla="*/ 36887 w 64192"/>
                      <a:gd name="connsiteY2" fmla="*/ 62522 h 79930"/>
                      <a:gd name="connsiteX3" fmla="*/ 7850 w 64192"/>
                      <a:gd name="connsiteY3" fmla="*/ 79855 h 79930"/>
                      <a:gd name="connsiteX4" fmla="*/ 92 w 64192"/>
                      <a:gd name="connsiteY4" fmla="*/ 73472 h 79930"/>
                      <a:gd name="connsiteX5" fmla="*/ 8648 w 64192"/>
                      <a:gd name="connsiteY5" fmla="*/ 41598 h 79930"/>
                      <a:gd name="connsiteX6" fmla="*/ 26690 w 64192"/>
                      <a:gd name="connsiteY6" fmla="*/ 16595 h 79930"/>
                      <a:gd name="connsiteX7" fmla="*/ 55417 w 64192"/>
                      <a:gd name="connsiteY7" fmla="*/ 104 h 79930"/>
                      <a:gd name="connsiteX8" fmla="*/ 63840 w 64192"/>
                      <a:gd name="connsiteY8" fmla="*/ 5158 h 79930"/>
                      <a:gd name="connsiteX9" fmla="*/ 55639 w 64192"/>
                      <a:gd name="connsiteY9" fmla="*/ 36455 h 79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4192" h="79930">
                        <a:moveTo>
                          <a:pt x="55639" y="36455"/>
                        </a:moveTo>
                        <a:cubicBezTo>
                          <a:pt x="53599" y="39647"/>
                          <a:pt x="50097" y="44568"/>
                          <a:pt x="46551" y="49489"/>
                        </a:cubicBezTo>
                        <a:cubicBezTo>
                          <a:pt x="43049" y="54454"/>
                          <a:pt x="39413" y="59419"/>
                          <a:pt x="36887" y="62522"/>
                        </a:cubicBezTo>
                        <a:cubicBezTo>
                          <a:pt x="27356" y="74491"/>
                          <a:pt x="18578" y="78038"/>
                          <a:pt x="7850" y="79855"/>
                        </a:cubicBezTo>
                        <a:cubicBezTo>
                          <a:pt x="4126" y="80476"/>
                          <a:pt x="269" y="77151"/>
                          <a:pt x="92" y="73472"/>
                        </a:cubicBezTo>
                        <a:cubicBezTo>
                          <a:pt x="-440" y="62788"/>
                          <a:pt x="1200" y="53434"/>
                          <a:pt x="8648" y="41598"/>
                        </a:cubicBezTo>
                        <a:cubicBezTo>
                          <a:pt x="12726" y="35125"/>
                          <a:pt x="21681" y="22713"/>
                          <a:pt x="26690" y="16595"/>
                        </a:cubicBezTo>
                        <a:cubicBezTo>
                          <a:pt x="36000" y="5113"/>
                          <a:pt x="44910" y="1877"/>
                          <a:pt x="55417" y="104"/>
                        </a:cubicBezTo>
                        <a:cubicBezTo>
                          <a:pt x="59052" y="-517"/>
                          <a:pt x="63441" y="1700"/>
                          <a:pt x="63840" y="5158"/>
                        </a:cubicBezTo>
                        <a:cubicBezTo>
                          <a:pt x="65037" y="15177"/>
                          <a:pt x="63397" y="24619"/>
                          <a:pt x="55639" y="3645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34" name="Forme libre : forme 22633">
                    <a:extLst>
                      <a:ext uri="{FF2B5EF4-FFF2-40B4-BE49-F238E27FC236}">
                        <a16:creationId xmlns:a16="http://schemas.microsoft.com/office/drawing/2014/main" id="{05E5EF51-E44F-4BCB-B95A-A985B3797759}"/>
                      </a:ext>
                    </a:extLst>
                  </p:cNvPr>
                  <p:cNvSpPr/>
                  <p:nvPr/>
                </p:nvSpPr>
                <p:spPr>
                  <a:xfrm>
                    <a:off x="6943563" y="1293710"/>
                    <a:ext cx="60689" cy="75041"/>
                  </a:xfrm>
                  <a:custGeom>
                    <a:avLst/>
                    <a:gdLst>
                      <a:gd name="connsiteX0" fmla="*/ 26067 w 60689"/>
                      <a:gd name="connsiteY0" fmla="*/ 46370 h 75041"/>
                      <a:gd name="connsiteX1" fmla="*/ 0 w 60689"/>
                      <a:gd name="connsiteY1" fmla="*/ 73988 h 75041"/>
                      <a:gd name="connsiteX2" fmla="*/ 4344 w 60689"/>
                      <a:gd name="connsiteY2" fmla="*/ 74964 h 75041"/>
                      <a:gd name="connsiteX3" fmla="*/ 9708 w 60689"/>
                      <a:gd name="connsiteY3" fmla="*/ 73811 h 75041"/>
                      <a:gd name="connsiteX4" fmla="*/ 24205 w 60689"/>
                      <a:gd name="connsiteY4" fmla="*/ 66851 h 75041"/>
                      <a:gd name="connsiteX5" fmla="*/ 33381 w 60689"/>
                      <a:gd name="connsiteY5" fmla="*/ 57586 h 75041"/>
                      <a:gd name="connsiteX6" fmla="*/ 36573 w 60689"/>
                      <a:gd name="connsiteY6" fmla="*/ 53463 h 75041"/>
                      <a:gd name="connsiteX7" fmla="*/ 43976 w 60689"/>
                      <a:gd name="connsiteY7" fmla="*/ 43178 h 75041"/>
                      <a:gd name="connsiteX8" fmla="*/ 50847 w 60689"/>
                      <a:gd name="connsiteY8" fmla="*/ 33470 h 75041"/>
                      <a:gd name="connsiteX9" fmla="*/ 52133 w 60689"/>
                      <a:gd name="connsiteY9" fmla="*/ 31475 h 75041"/>
                      <a:gd name="connsiteX10" fmla="*/ 58207 w 60689"/>
                      <a:gd name="connsiteY10" fmla="*/ 19639 h 75041"/>
                      <a:gd name="connsiteX11" fmla="*/ 60689 w 60689"/>
                      <a:gd name="connsiteY11" fmla="*/ 4921 h 75041"/>
                      <a:gd name="connsiteX12" fmla="*/ 60379 w 60689"/>
                      <a:gd name="connsiteY12" fmla="*/ 177 h 75041"/>
                      <a:gd name="connsiteX13" fmla="*/ 60334 w 60689"/>
                      <a:gd name="connsiteY13" fmla="*/ 0 h 75041"/>
                      <a:gd name="connsiteX14" fmla="*/ 26067 w 60689"/>
                      <a:gd name="connsiteY14" fmla="*/ 46370 h 75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0689" h="75041">
                        <a:moveTo>
                          <a:pt x="26067" y="46370"/>
                        </a:moveTo>
                        <a:cubicBezTo>
                          <a:pt x="19062" y="57453"/>
                          <a:pt x="10329" y="68979"/>
                          <a:pt x="0" y="73988"/>
                        </a:cubicBezTo>
                        <a:cubicBezTo>
                          <a:pt x="1286" y="74786"/>
                          <a:pt x="2837" y="75230"/>
                          <a:pt x="4344" y="74964"/>
                        </a:cubicBezTo>
                        <a:cubicBezTo>
                          <a:pt x="6206" y="74653"/>
                          <a:pt x="7980" y="74254"/>
                          <a:pt x="9708" y="73811"/>
                        </a:cubicBezTo>
                        <a:cubicBezTo>
                          <a:pt x="14718" y="72481"/>
                          <a:pt x="19506" y="70486"/>
                          <a:pt x="24205" y="66851"/>
                        </a:cubicBezTo>
                        <a:cubicBezTo>
                          <a:pt x="27219" y="64502"/>
                          <a:pt x="30278" y="61487"/>
                          <a:pt x="33381" y="57586"/>
                        </a:cubicBezTo>
                        <a:cubicBezTo>
                          <a:pt x="34268" y="56433"/>
                          <a:pt x="35376" y="55015"/>
                          <a:pt x="36573" y="53463"/>
                        </a:cubicBezTo>
                        <a:cubicBezTo>
                          <a:pt x="38834" y="50404"/>
                          <a:pt x="41494" y="46769"/>
                          <a:pt x="43976" y="43178"/>
                        </a:cubicBezTo>
                        <a:cubicBezTo>
                          <a:pt x="46548" y="39632"/>
                          <a:pt x="48986" y="36218"/>
                          <a:pt x="50847" y="33470"/>
                        </a:cubicBezTo>
                        <a:cubicBezTo>
                          <a:pt x="51335" y="32761"/>
                          <a:pt x="51779" y="32096"/>
                          <a:pt x="52133" y="31475"/>
                        </a:cubicBezTo>
                        <a:cubicBezTo>
                          <a:pt x="54837" y="27175"/>
                          <a:pt x="56877" y="23407"/>
                          <a:pt x="58207" y="19639"/>
                        </a:cubicBezTo>
                        <a:cubicBezTo>
                          <a:pt x="59980" y="14496"/>
                          <a:pt x="60600" y="9664"/>
                          <a:pt x="60689" y="4921"/>
                        </a:cubicBezTo>
                        <a:cubicBezTo>
                          <a:pt x="60645" y="3369"/>
                          <a:pt x="60556" y="1773"/>
                          <a:pt x="60379" y="177"/>
                        </a:cubicBezTo>
                        <a:lnTo>
                          <a:pt x="60334" y="0"/>
                        </a:lnTo>
                        <a:cubicBezTo>
                          <a:pt x="48143" y="14762"/>
                          <a:pt x="35997" y="30411"/>
                          <a:pt x="26067" y="4637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35" name="Forme libre : forme 22634">
                    <a:extLst>
                      <a:ext uri="{FF2B5EF4-FFF2-40B4-BE49-F238E27FC236}">
                        <a16:creationId xmlns:a16="http://schemas.microsoft.com/office/drawing/2014/main" id="{64FDA349-F401-44E4-8BDB-75E509C9A1CB}"/>
                      </a:ext>
                    </a:extLst>
                  </p:cNvPr>
                  <p:cNvSpPr/>
                  <p:nvPr/>
                </p:nvSpPr>
                <p:spPr>
                  <a:xfrm>
                    <a:off x="6962380" y="1304561"/>
                    <a:ext cx="28771" cy="36614"/>
                  </a:xfrm>
                  <a:custGeom>
                    <a:avLst/>
                    <a:gdLst>
                      <a:gd name="connsiteX0" fmla="*/ 27908 w 28771"/>
                      <a:gd name="connsiteY0" fmla="*/ 364 h 36614"/>
                      <a:gd name="connsiteX1" fmla="*/ 25913 w 28771"/>
                      <a:gd name="connsiteY1" fmla="*/ 10561 h 36614"/>
                      <a:gd name="connsiteX2" fmla="*/ 18643 w 28771"/>
                      <a:gd name="connsiteY2" fmla="*/ 22397 h 36614"/>
                      <a:gd name="connsiteX3" fmla="*/ 1132 w 28771"/>
                      <a:gd name="connsiteY3" fmla="*/ 36184 h 36614"/>
                      <a:gd name="connsiteX4" fmla="*/ 9244 w 28771"/>
                      <a:gd name="connsiteY4" fmla="*/ 15703 h 36614"/>
                      <a:gd name="connsiteX5" fmla="*/ 18332 w 28771"/>
                      <a:gd name="connsiteY5" fmla="*/ 5285 h 36614"/>
                      <a:gd name="connsiteX6" fmla="*/ 27908 w 28771"/>
                      <a:gd name="connsiteY6" fmla="*/ 364 h 36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771" h="36614">
                        <a:moveTo>
                          <a:pt x="27908" y="364"/>
                        </a:moveTo>
                        <a:cubicBezTo>
                          <a:pt x="29814" y="1739"/>
                          <a:pt x="28307" y="6039"/>
                          <a:pt x="25913" y="10561"/>
                        </a:cubicBezTo>
                        <a:cubicBezTo>
                          <a:pt x="23608" y="15171"/>
                          <a:pt x="20372" y="20003"/>
                          <a:pt x="18643" y="22397"/>
                        </a:cubicBezTo>
                        <a:cubicBezTo>
                          <a:pt x="15185" y="27096"/>
                          <a:pt x="5432" y="39021"/>
                          <a:pt x="1132" y="36184"/>
                        </a:cubicBezTo>
                        <a:cubicBezTo>
                          <a:pt x="-3124" y="33391"/>
                          <a:pt x="5742" y="20047"/>
                          <a:pt x="9244" y="15703"/>
                        </a:cubicBezTo>
                        <a:cubicBezTo>
                          <a:pt x="10973" y="13531"/>
                          <a:pt x="14653" y="8965"/>
                          <a:pt x="18332" y="5285"/>
                        </a:cubicBezTo>
                        <a:cubicBezTo>
                          <a:pt x="22100" y="1694"/>
                          <a:pt x="26001" y="-1010"/>
                          <a:pt x="27908" y="36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36" name="Forme libre : forme 22635">
                    <a:extLst>
                      <a:ext uri="{FF2B5EF4-FFF2-40B4-BE49-F238E27FC236}">
                        <a16:creationId xmlns:a16="http://schemas.microsoft.com/office/drawing/2014/main" id="{BAFFBF5B-B96E-4783-9237-E847D5812F2E}"/>
                      </a:ext>
                    </a:extLst>
                  </p:cNvPr>
                  <p:cNvSpPr/>
                  <p:nvPr/>
                </p:nvSpPr>
                <p:spPr>
                  <a:xfrm>
                    <a:off x="6962203" y="1318668"/>
                    <a:ext cx="24006" cy="22426"/>
                  </a:xfrm>
                  <a:custGeom>
                    <a:avLst/>
                    <a:gdLst>
                      <a:gd name="connsiteX0" fmla="*/ 2994 w 24006"/>
                      <a:gd name="connsiteY0" fmla="*/ 11748 h 22426"/>
                      <a:gd name="connsiteX1" fmla="*/ 1221 w 24006"/>
                      <a:gd name="connsiteY1" fmla="*/ 22254 h 22426"/>
                      <a:gd name="connsiteX2" fmla="*/ 19042 w 24006"/>
                      <a:gd name="connsiteY2" fmla="*/ 8068 h 22426"/>
                      <a:gd name="connsiteX3" fmla="*/ 24007 w 24006"/>
                      <a:gd name="connsiteY3" fmla="*/ 0 h 22426"/>
                      <a:gd name="connsiteX4" fmla="*/ 20726 w 24006"/>
                      <a:gd name="connsiteY4" fmla="*/ 3901 h 22426"/>
                      <a:gd name="connsiteX5" fmla="*/ 2994 w 24006"/>
                      <a:gd name="connsiteY5" fmla="*/ 11748 h 22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006" h="22426">
                        <a:moveTo>
                          <a:pt x="2994" y="11748"/>
                        </a:moveTo>
                        <a:cubicBezTo>
                          <a:pt x="2107" y="14585"/>
                          <a:pt x="-2015" y="21279"/>
                          <a:pt x="1221" y="22254"/>
                        </a:cubicBezTo>
                        <a:cubicBezTo>
                          <a:pt x="6452" y="23850"/>
                          <a:pt x="14564" y="13964"/>
                          <a:pt x="19042" y="8068"/>
                        </a:cubicBezTo>
                        <a:cubicBezTo>
                          <a:pt x="20327" y="6339"/>
                          <a:pt x="22943" y="2217"/>
                          <a:pt x="24007" y="0"/>
                        </a:cubicBezTo>
                        <a:cubicBezTo>
                          <a:pt x="23120" y="1108"/>
                          <a:pt x="21746" y="3015"/>
                          <a:pt x="20726" y="3901"/>
                        </a:cubicBezTo>
                        <a:cubicBezTo>
                          <a:pt x="14919" y="8911"/>
                          <a:pt x="7826" y="14674"/>
                          <a:pt x="2994" y="1174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37" name="Forme libre : forme 22636">
                    <a:extLst>
                      <a:ext uri="{FF2B5EF4-FFF2-40B4-BE49-F238E27FC236}">
                        <a16:creationId xmlns:a16="http://schemas.microsoft.com/office/drawing/2014/main" id="{33B918EC-9BA2-4DAE-80C6-B57EB4CBA7EF}"/>
                      </a:ext>
                    </a:extLst>
                  </p:cNvPr>
                  <p:cNvSpPr/>
                  <p:nvPr/>
                </p:nvSpPr>
                <p:spPr>
                  <a:xfrm>
                    <a:off x="6964726" y="1303073"/>
                    <a:ext cx="28543" cy="36949"/>
                  </a:xfrm>
                  <a:custGeom>
                    <a:avLst/>
                    <a:gdLst>
                      <a:gd name="connsiteX0" fmla="*/ 27956 w 28543"/>
                      <a:gd name="connsiteY0" fmla="*/ 656 h 36949"/>
                      <a:gd name="connsiteX1" fmla="*/ 25695 w 28543"/>
                      <a:gd name="connsiteY1" fmla="*/ 11340 h 36949"/>
                      <a:gd name="connsiteX2" fmla="*/ 18691 w 28543"/>
                      <a:gd name="connsiteY2" fmla="*/ 23043 h 36949"/>
                      <a:gd name="connsiteX3" fmla="*/ 1224 w 28543"/>
                      <a:gd name="connsiteY3" fmla="*/ 36564 h 36949"/>
                      <a:gd name="connsiteX4" fmla="*/ 9337 w 28543"/>
                      <a:gd name="connsiteY4" fmla="*/ 16216 h 36949"/>
                      <a:gd name="connsiteX5" fmla="*/ 18646 w 28543"/>
                      <a:gd name="connsiteY5" fmla="*/ 5355 h 36949"/>
                      <a:gd name="connsiteX6" fmla="*/ 27956 w 28543"/>
                      <a:gd name="connsiteY6" fmla="*/ 656 h 36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543" h="36949">
                        <a:moveTo>
                          <a:pt x="27956" y="656"/>
                        </a:moveTo>
                        <a:cubicBezTo>
                          <a:pt x="29419" y="2651"/>
                          <a:pt x="27956" y="6907"/>
                          <a:pt x="25695" y="11340"/>
                        </a:cubicBezTo>
                        <a:cubicBezTo>
                          <a:pt x="23434" y="15773"/>
                          <a:pt x="20508" y="20428"/>
                          <a:pt x="18691" y="23043"/>
                        </a:cubicBezTo>
                        <a:cubicBezTo>
                          <a:pt x="15011" y="28186"/>
                          <a:pt x="5835" y="39135"/>
                          <a:pt x="1224" y="36564"/>
                        </a:cubicBezTo>
                        <a:cubicBezTo>
                          <a:pt x="-3342" y="34037"/>
                          <a:pt x="6101" y="20250"/>
                          <a:pt x="9337" y="16216"/>
                        </a:cubicBezTo>
                        <a:cubicBezTo>
                          <a:pt x="10933" y="14177"/>
                          <a:pt x="14745" y="9212"/>
                          <a:pt x="18646" y="5355"/>
                        </a:cubicBezTo>
                        <a:cubicBezTo>
                          <a:pt x="22592" y="1498"/>
                          <a:pt x="26493" y="-1339"/>
                          <a:pt x="27956" y="65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38" name="Forme libre : forme 22637">
                    <a:extLst>
                      <a:ext uri="{FF2B5EF4-FFF2-40B4-BE49-F238E27FC236}">
                        <a16:creationId xmlns:a16="http://schemas.microsoft.com/office/drawing/2014/main" id="{27CCAB91-B8D1-4111-96A7-4DF76CDEFE46}"/>
                      </a:ext>
                    </a:extLst>
                  </p:cNvPr>
                  <p:cNvSpPr/>
                  <p:nvPr/>
                </p:nvSpPr>
                <p:spPr>
                  <a:xfrm>
                    <a:off x="6947796" y="1316571"/>
                    <a:ext cx="42935" cy="41663"/>
                  </a:xfrm>
                  <a:custGeom>
                    <a:avLst/>
                    <a:gdLst>
                      <a:gd name="connsiteX0" fmla="*/ 3880 w 42935"/>
                      <a:gd name="connsiteY0" fmla="*/ 41286 h 41663"/>
                      <a:gd name="connsiteX1" fmla="*/ 11815 w 42935"/>
                      <a:gd name="connsiteY1" fmla="*/ 40044 h 41663"/>
                      <a:gd name="connsiteX2" fmla="*/ 29947 w 42935"/>
                      <a:gd name="connsiteY2" fmla="*/ 27853 h 41663"/>
                      <a:gd name="connsiteX3" fmla="*/ 41562 w 42935"/>
                      <a:gd name="connsiteY3" fmla="*/ 9944 h 41663"/>
                      <a:gd name="connsiteX4" fmla="*/ 40852 w 42935"/>
                      <a:gd name="connsiteY4" fmla="*/ 58 h 41663"/>
                      <a:gd name="connsiteX5" fmla="*/ 34602 w 42935"/>
                      <a:gd name="connsiteY5" fmla="*/ 4003 h 41663"/>
                      <a:gd name="connsiteX6" fmla="*/ 18155 w 42935"/>
                      <a:gd name="connsiteY6" fmla="*/ 15485 h 41663"/>
                      <a:gd name="connsiteX7" fmla="*/ 2151 w 42935"/>
                      <a:gd name="connsiteY7" fmla="*/ 27454 h 41663"/>
                      <a:gd name="connsiteX8" fmla="*/ 3880 w 42935"/>
                      <a:gd name="connsiteY8" fmla="*/ 41286 h 41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935" h="41663">
                        <a:moveTo>
                          <a:pt x="3880" y="41286"/>
                        </a:moveTo>
                        <a:cubicBezTo>
                          <a:pt x="6939" y="42039"/>
                          <a:pt x="8358" y="41685"/>
                          <a:pt x="11815" y="40044"/>
                        </a:cubicBezTo>
                        <a:cubicBezTo>
                          <a:pt x="18376" y="36941"/>
                          <a:pt x="23918" y="34104"/>
                          <a:pt x="29947" y="27853"/>
                        </a:cubicBezTo>
                        <a:cubicBezTo>
                          <a:pt x="34956" y="22578"/>
                          <a:pt x="39345" y="15751"/>
                          <a:pt x="41562" y="9944"/>
                        </a:cubicBezTo>
                        <a:cubicBezTo>
                          <a:pt x="43202" y="5599"/>
                          <a:pt x="43822" y="812"/>
                          <a:pt x="40852" y="58"/>
                        </a:cubicBezTo>
                        <a:cubicBezTo>
                          <a:pt x="39035" y="-430"/>
                          <a:pt x="36862" y="2274"/>
                          <a:pt x="34602" y="4003"/>
                        </a:cubicBezTo>
                        <a:cubicBezTo>
                          <a:pt x="29237" y="8037"/>
                          <a:pt x="24361" y="12205"/>
                          <a:pt x="18155" y="15485"/>
                        </a:cubicBezTo>
                        <a:cubicBezTo>
                          <a:pt x="12879" y="18234"/>
                          <a:pt x="6052" y="20583"/>
                          <a:pt x="2151" y="27454"/>
                        </a:cubicBezTo>
                        <a:cubicBezTo>
                          <a:pt x="-1395" y="33705"/>
                          <a:pt x="-376" y="40222"/>
                          <a:pt x="3880" y="4128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39" name="Forme libre : forme 22638">
                    <a:extLst>
                      <a:ext uri="{FF2B5EF4-FFF2-40B4-BE49-F238E27FC236}">
                        <a16:creationId xmlns:a16="http://schemas.microsoft.com/office/drawing/2014/main" id="{AAD276D9-2885-4B66-83FD-D16C76A2713B}"/>
                      </a:ext>
                    </a:extLst>
                  </p:cNvPr>
                  <p:cNvSpPr/>
                  <p:nvPr/>
                </p:nvSpPr>
                <p:spPr>
                  <a:xfrm>
                    <a:off x="6953662" y="1329308"/>
                    <a:ext cx="9086" cy="16972"/>
                  </a:xfrm>
                  <a:custGeom>
                    <a:avLst/>
                    <a:gdLst>
                      <a:gd name="connsiteX0" fmla="*/ 186 w 9086"/>
                      <a:gd name="connsiteY0" fmla="*/ 14629 h 16972"/>
                      <a:gd name="connsiteX1" fmla="*/ 186 w 9086"/>
                      <a:gd name="connsiteY1" fmla="*/ 16713 h 16972"/>
                      <a:gd name="connsiteX2" fmla="*/ 1871 w 9086"/>
                      <a:gd name="connsiteY2" fmla="*/ 16270 h 16972"/>
                      <a:gd name="connsiteX3" fmla="*/ 3866 w 9086"/>
                      <a:gd name="connsiteY3" fmla="*/ 13610 h 16972"/>
                      <a:gd name="connsiteX4" fmla="*/ 7811 w 9086"/>
                      <a:gd name="connsiteY4" fmla="*/ 6384 h 16972"/>
                      <a:gd name="connsiteX5" fmla="*/ 8919 w 9086"/>
                      <a:gd name="connsiteY5" fmla="*/ 3591 h 16972"/>
                      <a:gd name="connsiteX6" fmla="*/ 4708 w 9086"/>
                      <a:gd name="connsiteY6" fmla="*/ 2749 h 16972"/>
                      <a:gd name="connsiteX7" fmla="*/ 186 w 9086"/>
                      <a:gd name="connsiteY7" fmla="*/ 14629 h 16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086" h="16972">
                        <a:moveTo>
                          <a:pt x="186" y="14629"/>
                        </a:moveTo>
                        <a:cubicBezTo>
                          <a:pt x="9" y="15516"/>
                          <a:pt x="-124" y="16181"/>
                          <a:pt x="186" y="16713"/>
                        </a:cubicBezTo>
                        <a:cubicBezTo>
                          <a:pt x="497" y="17245"/>
                          <a:pt x="1206" y="16890"/>
                          <a:pt x="1871" y="16270"/>
                        </a:cubicBezTo>
                        <a:cubicBezTo>
                          <a:pt x="2536" y="15649"/>
                          <a:pt x="3289" y="14496"/>
                          <a:pt x="3866" y="13610"/>
                        </a:cubicBezTo>
                        <a:cubicBezTo>
                          <a:pt x="5240" y="11305"/>
                          <a:pt x="6703" y="8778"/>
                          <a:pt x="7811" y="6384"/>
                        </a:cubicBezTo>
                        <a:cubicBezTo>
                          <a:pt x="8254" y="5409"/>
                          <a:pt x="8742" y="4478"/>
                          <a:pt x="8919" y="3591"/>
                        </a:cubicBezTo>
                        <a:cubicBezTo>
                          <a:pt x="9717" y="-221"/>
                          <a:pt x="7545" y="-1729"/>
                          <a:pt x="4708" y="2749"/>
                        </a:cubicBezTo>
                        <a:cubicBezTo>
                          <a:pt x="2447" y="6207"/>
                          <a:pt x="940" y="11039"/>
                          <a:pt x="186" y="1462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40" name="Forme libre : forme 22639">
                    <a:extLst>
                      <a:ext uri="{FF2B5EF4-FFF2-40B4-BE49-F238E27FC236}">
                        <a16:creationId xmlns:a16="http://schemas.microsoft.com/office/drawing/2014/main" id="{27A55A8E-1733-4AF1-8EA0-2DDBDB82AEA6}"/>
                      </a:ext>
                    </a:extLst>
                  </p:cNvPr>
                  <p:cNvSpPr/>
                  <p:nvPr/>
                </p:nvSpPr>
                <p:spPr>
                  <a:xfrm>
                    <a:off x="6995785" y="1294198"/>
                    <a:ext cx="7023" cy="29790"/>
                  </a:xfrm>
                  <a:custGeom>
                    <a:avLst/>
                    <a:gdLst>
                      <a:gd name="connsiteX0" fmla="*/ 6384 w 7023"/>
                      <a:gd name="connsiteY0" fmla="*/ 0 h 29790"/>
                      <a:gd name="connsiteX1" fmla="*/ 0 w 7023"/>
                      <a:gd name="connsiteY1" fmla="*/ 29790 h 29790"/>
                      <a:gd name="connsiteX2" fmla="*/ 6384 w 7023"/>
                      <a:gd name="connsiteY2" fmla="*/ 0 h 29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023" h="29790">
                        <a:moveTo>
                          <a:pt x="6384" y="0"/>
                        </a:moveTo>
                        <a:cubicBezTo>
                          <a:pt x="8911" y="7137"/>
                          <a:pt x="3369" y="21057"/>
                          <a:pt x="0" y="29790"/>
                        </a:cubicBezTo>
                        <a:cubicBezTo>
                          <a:pt x="3724" y="20348"/>
                          <a:pt x="5674" y="8645"/>
                          <a:pt x="63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41" name="Forme libre : forme 22640">
                    <a:extLst>
                      <a:ext uri="{FF2B5EF4-FFF2-40B4-BE49-F238E27FC236}">
                        <a16:creationId xmlns:a16="http://schemas.microsoft.com/office/drawing/2014/main" id="{594DAE4C-E1AA-4E49-BA47-EB83ED2F08B1}"/>
                      </a:ext>
                    </a:extLst>
                  </p:cNvPr>
                  <p:cNvSpPr/>
                  <p:nvPr/>
                </p:nvSpPr>
                <p:spPr>
                  <a:xfrm>
                    <a:off x="6941258" y="1330194"/>
                    <a:ext cx="9043" cy="32184"/>
                  </a:xfrm>
                  <a:custGeom>
                    <a:avLst/>
                    <a:gdLst>
                      <a:gd name="connsiteX0" fmla="*/ 9044 w 9043"/>
                      <a:gd name="connsiteY0" fmla="*/ 0 h 32184"/>
                      <a:gd name="connsiteX1" fmla="*/ 0 w 9043"/>
                      <a:gd name="connsiteY1" fmla="*/ 32184 h 32184"/>
                      <a:gd name="connsiteX2" fmla="*/ 9044 w 9043"/>
                      <a:gd name="connsiteY2" fmla="*/ 0 h 32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043" h="32184">
                        <a:moveTo>
                          <a:pt x="9044" y="0"/>
                        </a:moveTo>
                        <a:cubicBezTo>
                          <a:pt x="2483" y="10595"/>
                          <a:pt x="443" y="22298"/>
                          <a:pt x="0" y="32184"/>
                        </a:cubicBezTo>
                        <a:cubicBezTo>
                          <a:pt x="0" y="22963"/>
                          <a:pt x="4743" y="9886"/>
                          <a:pt x="90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42" name="Forme libre : forme 22641">
                    <a:extLst>
                      <a:ext uri="{FF2B5EF4-FFF2-40B4-BE49-F238E27FC236}">
                        <a16:creationId xmlns:a16="http://schemas.microsoft.com/office/drawing/2014/main" id="{645F48C3-3527-40D2-8F14-95119CFB75D4}"/>
                      </a:ext>
                    </a:extLst>
                  </p:cNvPr>
                  <p:cNvSpPr/>
                  <p:nvPr/>
                </p:nvSpPr>
                <p:spPr>
                  <a:xfrm>
                    <a:off x="6971423" y="1311760"/>
                    <a:ext cx="11528" cy="12896"/>
                  </a:xfrm>
                  <a:custGeom>
                    <a:avLst/>
                    <a:gdLst>
                      <a:gd name="connsiteX0" fmla="*/ 11462 w 11528"/>
                      <a:gd name="connsiteY0" fmla="*/ 436 h 12896"/>
                      <a:gd name="connsiteX1" fmla="*/ 6231 w 11528"/>
                      <a:gd name="connsiteY1" fmla="*/ 8726 h 12896"/>
                      <a:gd name="connsiteX2" fmla="*/ 69 w 11528"/>
                      <a:gd name="connsiteY2" fmla="*/ 12362 h 12896"/>
                      <a:gd name="connsiteX3" fmla="*/ 5078 w 11528"/>
                      <a:gd name="connsiteY3" fmla="*/ 4604 h 12896"/>
                      <a:gd name="connsiteX4" fmla="*/ 11462 w 11528"/>
                      <a:gd name="connsiteY4" fmla="*/ 436 h 12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28" h="12896">
                        <a:moveTo>
                          <a:pt x="11462" y="436"/>
                        </a:moveTo>
                        <a:cubicBezTo>
                          <a:pt x="12127" y="2298"/>
                          <a:pt x="7649" y="7219"/>
                          <a:pt x="6231" y="8726"/>
                        </a:cubicBezTo>
                        <a:cubicBezTo>
                          <a:pt x="4857" y="10234"/>
                          <a:pt x="734" y="14356"/>
                          <a:pt x="69" y="12362"/>
                        </a:cubicBezTo>
                        <a:cubicBezTo>
                          <a:pt x="-596" y="10367"/>
                          <a:pt x="3748" y="5978"/>
                          <a:pt x="5078" y="4604"/>
                        </a:cubicBezTo>
                        <a:cubicBezTo>
                          <a:pt x="6408" y="3185"/>
                          <a:pt x="10797" y="-1425"/>
                          <a:pt x="11462" y="43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43" name="Forme libre : forme 22642">
                    <a:extLst>
                      <a:ext uri="{FF2B5EF4-FFF2-40B4-BE49-F238E27FC236}">
                        <a16:creationId xmlns:a16="http://schemas.microsoft.com/office/drawing/2014/main" id="{EF595962-D1E0-4E8C-850E-52F9958BEFAF}"/>
                      </a:ext>
                    </a:extLst>
                  </p:cNvPr>
                  <p:cNvSpPr/>
                  <p:nvPr/>
                </p:nvSpPr>
                <p:spPr>
                  <a:xfrm>
                    <a:off x="6981017" y="1309854"/>
                    <a:ext cx="3284" cy="3841"/>
                  </a:xfrm>
                  <a:custGeom>
                    <a:avLst/>
                    <a:gdLst>
                      <a:gd name="connsiteX0" fmla="*/ 3065 w 3284"/>
                      <a:gd name="connsiteY0" fmla="*/ 37 h 3841"/>
                      <a:gd name="connsiteX1" fmla="*/ 2355 w 3284"/>
                      <a:gd name="connsiteY1" fmla="*/ 2209 h 3841"/>
                      <a:gd name="connsiteX2" fmla="*/ 228 w 3284"/>
                      <a:gd name="connsiteY2" fmla="*/ 3805 h 3841"/>
                      <a:gd name="connsiteX3" fmla="*/ 848 w 3284"/>
                      <a:gd name="connsiteY3" fmla="*/ 1633 h 3841"/>
                      <a:gd name="connsiteX4" fmla="*/ 3065 w 3284"/>
                      <a:gd name="connsiteY4" fmla="*/ 37 h 3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4" h="3841">
                        <a:moveTo>
                          <a:pt x="3065" y="37"/>
                        </a:moveTo>
                        <a:cubicBezTo>
                          <a:pt x="3685" y="303"/>
                          <a:pt x="2843" y="1588"/>
                          <a:pt x="2355" y="2209"/>
                        </a:cubicBezTo>
                        <a:cubicBezTo>
                          <a:pt x="1868" y="2830"/>
                          <a:pt x="848" y="4071"/>
                          <a:pt x="228" y="3805"/>
                        </a:cubicBezTo>
                        <a:cubicBezTo>
                          <a:pt x="-393" y="3539"/>
                          <a:pt x="405" y="2298"/>
                          <a:pt x="848" y="1633"/>
                        </a:cubicBezTo>
                        <a:cubicBezTo>
                          <a:pt x="1336" y="1012"/>
                          <a:pt x="2444" y="-229"/>
                          <a:pt x="3065" y="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44" name="Forme libre : forme 22643">
                    <a:extLst>
                      <a:ext uri="{FF2B5EF4-FFF2-40B4-BE49-F238E27FC236}">
                        <a16:creationId xmlns:a16="http://schemas.microsoft.com/office/drawing/2014/main" id="{F7339FBB-D878-4011-8D8A-2036C6F0C782}"/>
                      </a:ext>
                    </a:extLst>
                  </p:cNvPr>
                  <p:cNvSpPr/>
                  <p:nvPr/>
                </p:nvSpPr>
                <p:spPr>
                  <a:xfrm>
                    <a:off x="6963448" y="1293221"/>
                    <a:ext cx="35399" cy="25907"/>
                  </a:xfrm>
                  <a:custGeom>
                    <a:avLst/>
                    <a:gdLst>
                      <a:gd name="connsiteX0" fmla="*/ 22495 w 35399"/>
                      <a:gd name="connsiteY0" fmla="*/ 3503 h 25907"/>
                      <a:gd name="connsiteX1" fmla="*/ 34199 w 35399"/>
                      <a:gd name="connsiteY1" fmla="*/ 1 h 25907"/>
                      <a:gd name="connsiteX2" fmla="*/ 34465 w 35399"/>
                      <a:gd name="connsiteY2" fmla="*/ 3902 h 25907"/>
                      <a:gd name="connsiteX3" fmla="*/ 30120 w 35399"/>
                      <a:gd name="connsiteY3" fmla="*/ 6695 h 25907"/>
                      <a:gd name="connsiteX4" fmla="*/ 16333 w 35399"/>
                      <a:gd name="connsiteY4" fmla="*/ 14453 h 25907"/>
                      <a:gd name="connsiteX5" fmla="*/ 64 w 35399"/>
                      <a:gd name="connsiteY5" fmla="*/ 24915 h 25907"/>
                      <a:gd name="connsiteX6" fmla="*/ 12565 w 35399"/>
                      <a:gd name="connsiteY6" fmla="*/ 7848 h 25907"/>
                      <a:gd name="connsiteX7" fmla="*/ 22495 w 35399"/>
                      <a:gd name="connsiteY7" fmla="*/ 3503 h 25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399" h="25907">
                        <a:moveTo>
                          <a:pt x="22495" y="3503"/>
                        </a:moveTo>
                        <a:cubicBezTo>
                          <a:pt x="26840" y="1375"/>
                          <a:pt x="30165" y="-43"/>
                          <a:pt x="34199" y="1"/>
                        </a:cubicBezTo>
                        <a:cubicBezTo>
                          <a:pt x="35706" y="1"/>
                          <a:pt x="35795" y="2218"/>
                          <a:pt x="34465" y="3902"/>
                        </a:cubicBezTo>
                        <a:cubicBezTo>
                          <a:pt x="33135" y="5587"/>
                          <a:pt x="31628" y="6074"/>
                          <a:pt x="30120" y="6695"/>
                        </a:cubicBezTo>
                        <a:cubicBezTo>
                          <a:pt x="25421" y="8601"/>
                          <a:pt x="21077" y="11305"/>
                          <a:pt x="16333" y="14453"/>
                        </a:cubicBezTo>
                        <a:cubicBezTo>
                          <a:pt x="13452" y="16448"/>
                          <a:pt x="1039" y="29570"/>
                          <a:pt x="64" y="24915"/>
                        </a:cubicBezTo>
                        <a:cubicBezTo>
                          <a:pt x="-867" y="20260"/>
                          <a:pt x="8620" y="10507"/>
                          <a:pt x="12565" y="7848"/>
                        </a:cubicBezTo>
                        <a:cubicBezTo>
                          <a:pt x="16466" y="5188"/>
                          <a:pt x="19171" y="5055"/>
                          <a:pt x="22495" y="350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399" name="Graphique 2">
                  <a:extLst>
                    <a:ext uri="{FF2B5EF4-FFF2-40B4-BE49-F238E27FC236}">
                      <a16:creationId xmlns:a16="http://schemas.microsoft.com/office/drawing/2014/main" id="{90B6161A-07E6-434C-806D-FE27DA1268C2}"/>
                    </a:ext>
                  </a:extLst>
                </p:cNvPr>
                <p:cNvGrpSpPr/>
                <p:nvPr/>
              </p:nvGrpSpPr>
              <p:grpSpPr>
                <a:xfrm>
                  <a:off x="6998931" y="1224376"/>
                  <a:ext cx="78093" cy="67496"/>
                  <a:chOff x="6998931" y="1224376"/>
                  <a:chExt cx="78093" cy="67496"/>
                </a:xfrm>
                <a:solidFill>
                  <a:schemeClr val="accent1"/>
                </a:solidFill>
              </p:grpSpPr>
              <p:sp>
                <p:nvSpPr>
                  <p:cNvPr id="22621" name="Forme libre : forme 22620">
                    <a:extLst>
                      <a:ext uri="{FF2B5EF4-FFF2-40B4-BE49-F238E27FC236}">
                        <a16:creationId xmlns:a16="http://schemas.microsoft.com/office/drawing/2014/main" id="{80256B6D-8C11-400E-A86F-8FF432A774F9}"/>
                      </a:ext>
                    </a:extLst>
                  </p:cNvPr>
                  <p:cNvSpPr/>
                  <p:nvPr/>
                </p:nvSpPr>
                <p:spPr>
                  <a:xfrm>
                    <a:off x="6998931" y="1224376"/>
                    <a:ext cx="78093" cy="67496"/>
                  </a:xfrm>
                  <a:custGeom>
                    <a:avLst/>
                    <a:gdLst>
                      <a:gd name="connsiteX0" fmla="*/ 59981 w 78093"/>
                      <a:gd name="connsiteY0" fmla="*/ 34977 h 67496"/>
                      <a:gd name="connsiteX1" fmla="*/ 48810 w 78093"/>
                      <a:gd name="connsiteY1" fmla="*/ 44553 h 67496"/>
                      <a:gd name="connsiteX2" fmla="*/ 37373 w 78093"/>
                      <a:gd name="connsiteY2" fmla="*/ 54705 h 67496"/>
                      <a:gd name="connsiteX3" fmla="*/ 7272 w 78093"/>
                      <a:gd name="connsiteY3" fmla="*/ 67472 h 67496"/>
                      <a:gd name="connsiteX4" fmla="*/ 2 w 78093"/>
                      <a:gd name="connsiteY4" fmla="*/ 60557 h 67496"/>
                      <a:gd name="connsiteX5" fmla="*/ 13390 w 78093"/>
                      <a:gd name="connsiteY5" fmla="*/ 29126 h 67496"/>
                      <a:gd name="connsiteX6" fmla="*/ 38126 w 78093"/>
                      <a:gd name="connsiteY6" fmla="*/ 7670 h 67496"/>
                      <a:gd name="connsiteX7" fmla="*/ 72793 w 78093"/>
                      <a:gd name="connsiteY7" fmla="*/ 1951 h 67496"/>
                      <a:gd name="connsiteX8" fmla="*/ 77758 w 78093"/>
                      <a:gd name="connsiteY8" fmla="*/ 10462 h 67496"/>
                      <a:gd name="connsiteX9" fmla="*/ 59981 w 78093"/>
                      <a:gd name="connsiteY9" fmla="*/ 34977 h 67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8093" h="67496">
                        <a:moveTo>
                          <a:pt x="59981" y="34977"/>
                        </a:moveTo>
                        <a:cubicBezTo>
                          <a:pt x="57410" y="37371"/>
                          <a:pt x="53066" y="40652"/>
                          <a:pt x="48810" y="44553"/>
                        </a:cubicBezTo>
                        <a:cubicBezTo>
                          <a:pt x="44466" y="48144"/>
                          <a:pt x="40299" y="52355"/>
                          <a:pt x="37373" y="54705"/>
                        </a:cubicBezTo>
                        <a:cubicBezTo>
                          <a:pt x="26733" y="64236"/>
                          <a:pt x="18089" y="66541"/>
                          <a:pt x="7272" y="67472"/>
                        </a:cubicBezTo>
                        <a:cubicBezTo>
                          <a:pt x="3592" y="67827"/>
                          <a:pt x="-87" y="64280"/>
                          <a:pt x="2" y="60557"/>
                        </a:cubicBezTo>
                        <a:cubicBezTo>
                          <a:pt x="401" y="49828"/>
                          <a:pt x="3371" y="40164"/>
                          <a:pt x="13390" y="29126"/>
                        </a:cubicBezTo>
                        <a:cubicBezTo>
                          <a:pt x="18753" y="23274"/>
                          <a:pt x="30856" y="12369"/>
                          <a:pt x="38126" y="7670"/>
                        </a:cubicBezTo>
                        <a:cubicBezTo>
                          <a:pt x="51426" y="-1418"/>
                          <a:pt x="62508" y="-1152"/>
                          <a:pt x="72793" y="1951"/>
                        </a:cubicBezTo>
                        <a:cubicBezTo>
                          <a:pt x="76472" y="3104"/>
                          <a:pt x="79044" y="7315"/>
                          <a:pt x="77758" y="10462"/>
                        </a:cubicBezTo>
                        <a:cubicBezTo>
                          <a:pt x="74167" y="19772"/>
                          <a:pt x="69823" y="26688"/>
                          <a:pt x="59981" y="3497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22" name="Forme libre : forme 22621">
                    <a:extLst>
                      <a:ext uri="{FF2B5EF4-FFF2-40B4-BE49-F238E27FC236}">
                        <a16:creationId xmlns:a16="http://schemas.microsoft.com/office/drawing/2014/main" id="{FB10C02A-1730-4AB6-8D01-1C5F3BD18DEC}"/>
                      </a:ext>
                    </a:extLst>
                  </p:cNvPr>
                  <p:cNvSpPr/>
                  <p:nvPr/>
                </p:nvSpPr>
                <p:spPr>
                  <a:xfrm>
                    <a:off x="7001903" y="1234572"/>
                    <a:ext cx="74786" cy="57263"/>
                  </a:xfrm>
                  <a:custGeom>
                    <a:avLst/>
                    <a:gdLst>
                      <a:gd name="connsiteX0" fmla="*/ 29170 w 74786"/>
                      <a:gd name="connsiteY0" fmla="*/ 32184 h 57263"/>
                      <a:gd name="connsiteX1" fmla="*/ 0 w 74786"/>
                      <a:gd name="connsiteY1" fmla="*/ 55946 h 57263"/>
                      <a:gd name="connsiteX2" fmla="*/ 4256 w 74786"/>
                      <a:gd name="connsiteY2" fmla="*/ 57231 h 57263"/>
                      <a:gd name="connsiteX3" fmla="*/ 9664 w 74786"/>
                      <a:gd name="connsiteY3" fmla="*/ 56566 h 57263"/>
                      <a:gd name="connsiteX4" fmla="*/ 24426 w 74786"/>
                      <a:gd name="connsiteY4" fmla="*/ 51646 h 57263"/>
                      <a:gd name="connsiteX5" fmla="*/ 34356 w 74786"/>
                      <a:gd name="connsiteY5" fmla="*/ 44464 h 57263"/>
                      <a:gd name="connsiteX6" fmla="*/ 38080 w 74786"/>
                      <a:gd name="connsiteY6" fmla="*/ 41228 h 57263"/>
                      <a:gd name="connsiteX7" fmla="*/ 42336 w 74786"/>
                      <a:gd name="connsiteY7" fmla="*/ 37282 h 57263"/>
                      <a:gd name="connsiteX8" fmla="*/ 46947 w 74786"/>
                      <a:gd name="connsiteY8" fmla="*/ 33293 h 57263"/>
                      <a:gd name="connsiteX9" fmla="*/ 55325 w 74786"/>
                      <a:gd name="connsiteY9" fmla="*/ 26200 h 57263"/>
                      <a:gd name="connsiteX10" fmla="*/ 56965 w 74786"/>
                      <a:gd name="connsiteY10" fmla="*/ 24781 h 57263"/>
                      <a:gd name="connsiteX11" fmla="*/ 65566 w 74786"/>
                      <a:gd name="connsiteY11" fmla="*/ 16358 h 57263"/>
                      <a:gd name="connsiteX12" fmla="*/ 72924 w 74786"/>
                      <a:gd name="connsiteY12" fmla="*/ 4389 h 57263"/>
                      <a:gd name="connsiteX13" fmla="*/ 74742 w 74786"/>
                      <a:gd name="connsiteY13" fmla="*/ 177 h 57263"/>
                      <a:gd name="connsiteX14" fmla="*/ 74786 w 74786"/>
                      <a:gd name="connsiteY14" fmla="*/ 0 h 57263"/>
                      <a:gd name="connsiteX15" fmla="*/ 50227 w 74786"/>
                      <a:gd name="connsiteY15" fmla="*/ 13477 h 57263"/>
                      <a:gd name="connsiteX16" fmla="*/ 29170 w 74786"/>
                      <a:gd name="connsiteY16" fmla="*/ 32184 h 57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4786" h="57263">
                        <a:moveTo>
                          <a:pt x="29170" y="32184"/>
                        </a:moveTo>
                        <a:cubicBezTo>
                          <a:pt x="20304" y="41582"/>
                          <a:pt x="10595" y="51601"/>
                          <a:pt x="0" y="55946"/>
                        </a:cubicBezTo>
                        <a:cubicBezTo>
                          <a:pt x="1241" y="56832"/>
                          <a:pt x="2748" y="57409"/>
                          <a:pt x="4256" y="57231"/>
                        </a:cubicBezTo>
                        <a:cubicBezTo>
                          <a:pt x="6118" y="57054"/>
                          <a:pt x="7847" y="56832"/>
                          <a:pt x="9664" y="56566"/>
                        </a:cubicBezTo>
                        <a:cubicBezTo>
                          <a:pt x="14762" y="55813"/>
                          <a:pt x="19550" y="54394"/>
                          <a:pt x="24426" y="51646"/>
                        </a:cubicBezTo>
                        <a:cubicBezTo>
                          <a:pt x="27663" y="49917"/>
                          <a:pt x="30899" y="47567"/>
                          <a:pt x="34356" y="44464"/>
                        </a:cubicBezTo>
                        <a:cubicBezTo>
                          <a:pt x="35421" y="43533"/>
                          <a:pt x="36662" y="42425"/>
                          <a:pt x="38080" y="41228"/>
                        </a:cubicBezTo>
                        <a:cubicBezTo>
                          <a:pt x="39410" y="39987"/>
                          <a:pt x="40829" y="38657"/>
                          <a:pt x="42336" y="37282"/>
                        </a:cubicBezTo>
                        <a:cubicBezTo>
                          <a:pt x="43843" y="35952"/>
                          <a:pt x="45395" y="34622"/>
                          <a:pt x="46947" y="33293"/>
                        </a:cubicBezTo>
                        <a:cubicBezTo>
                          <a:pt x="49961" y="30500"/>
                          <a:pt x="53020" y="28195"/>
                          <a:pt x="55325" y="26200"/>
                        </a:cubicBezTo>
                        <a:cubicBezTo>
                          <a:pt x="55902" y="25668"/>
                          <a:pt x="56478" y="25180"/>
                          <a:pt x="56965" y="24781"/>
                        </a:cubicBezTo>
                        <a:cubicBezTo>
                          <a:pt x="60512" y="22032"/>
                          <a:pt x="63216" y="18974"/>
                          <a:pt x="65566" y="16358"/>
                        </a:cubicBezTo>
                        <a:cubicBezTo>
                          <a:pt x="68669" y="12413"/>
                          <a:pt x="70930" y="8733"/>
                          <a:pt x="72924" y="4389"/>
                        </a:cubicBezTo>
                        <a:cubicBezTo>
                          <a:pt x="73545" y="2970"/>
                          <a:pt x="74166" y="1685"/>
                          <a:pt x="74742" y="177"/>
                        </a:cubicBezTo>
                        <a:lnTo>
                          <a:pt x="74786" y="0"/>
                        </a:lnTo>
                        <a:cubicBezTo>
                          <a:pt x="66230" y="3325"/>
                          <a:pt x="57896" y="7935"/>
                          <a:pt x="50227" y="13477"/>
                        </a:cubicBezTo>
                        <a:cubicBezTo>
                          <a:pt x="42646" y="19151"/>
                          <a:pt x="35421" y="25269"/>
                          <a:pt x="29170" y="3218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23" name="Forme libre : forme 22622">
                    <a:extLst>
                      <a:ext uri="{FF2B5EF4-FFF2-40B4-BE49-F238E27FC236}">
                        <a16:creationId xmlns:a16="http://schemas.microsoft.com/office/drawing/2014/main" id="{626895EF-929E-4BC4-87C7-A00D65D3D6DF}"/>
                      </a:ext>
                    </a:extLst>
                  </p:cNvPr>
                  <p:cNvSpPr/>
                  <p:nvPr/>
                </p:nvSpPr>
                <p:spPr>
                  <a:xfrm>
                    <a:off x="7024262" y="1237641"/>
                    <a:ext cx="36029" cy="29303"/>
                  </a:xfrm>
                  <a:custGeom>
                    <a:avLst/>
                    <a:gdLst>
                      <a:gd name="connsiteX0" fmla="*/ 35715 w 36029"/>
                      <a:gd name="connsiteY0" fmla="*/ 1054 h 29303"/>
                      <a:gd name="connsiteX1" fmla="*/ 34917 w 36029"/>
                      <a:gd name="connsiteY1" fmla="*/ 4867 h 29303"/>
                      <a:gd name="connsiteX2" fmla="*/ 30572 w 36029"/>
                      <a:gd name="connsiteY2" fmla="*/ 9920 h 29303"/>
                      <a:gd name="connsiteX3" fmla="*/ 20553 w 36029"/>
                      <a:gd name="connsiteY3" fmla="*/ 18920 h 29303"/>
                      <a:gd name="connsiteX4" fmla="*/ 10357 w 36029"/>
                      <a:gd name="connsiteY4" fmla="*/ 26323 h 29303"/>
                      <a:gd name="connsiteX5" fmla="*/ 737 w 36029"/>
                      <a:gd name="connsiteY5" fmla="*/ 28539 h 29303"/>
                      <a:gd name="connsiteX6" fmla="*/ 3752 w 36029"/>
                      <a:gd name="connsiteY6" fmla="*/ 19230 h 29303"/>
                      <a:gd name="connsiteX7" fmla="*/ 13106 w 36029"/>
                      <a:gd name="connsiteY7" fmla="*/ 10098 h 29303"/>
                      <a:gd name="connsiteX8" fmla="*/ 25031 w 36029"/>
                      <a:gd name="connsiteY8" fmla="*/ 2517 h 29303"/>
                      <a:gd name="connsiteX9" fmla="*/ 31680 w 36029"/>
                      <a:gd name="connsiteY9" fmla="*/ 79 h 29303"/>
                      <a:gd name="connsiteX10" fmla="*/ 35715 w 36029"/>
                      <a:gd name="connsiteY10" fmla="*/ 1054 h 29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6029" h="29303">
                        <a:moveTo>
                          <a:pt x="35715" y="1054"/>
                        </a:moveTo>
                        <a:cubicBezTo>
                          <a:pt x="36379" y="2029"/>
                          <a:pt x="35936" y="3404"/>
                          <a:pt x="34917" y="4867"/>
                        </a:cubicBezTo>
                        <a:cubicBezTo>
                          <a:pt x="33897" y="6418"/>
                          <a:pt x="32345" y="8236"/>
                          <a:pt x="30572" y="9920"/>
                        </a:cubicBezTo>
                        <a:cubicBezTo>
                          <a:pt x="26937" y="13334"/>
                          <a:pt x="22814" y="17235"/>
                          <a:pt x="20553" y="18920"/>
                        </a:cubicBezTo>
                        <a:cubicBezTo>
                          <a:pt x="18425" y="20870"/>
                          <a:pt x="14258" y="23885"/>
                          <a:pt x="10357" y="26323"/>
                        </a:cubicBezTo>
                        <a:cubicBezTo>
                          <a:pt x="6456" y="28761"/>
                          <a:pt x="2599" y="30312"/>
                          <a:pt x="737" y="28539"/>
                        </a:cubicBezTo>
                        <a:cubicBezTo>
                          <a:pt x="-1124" y="26766"/>
                          <a:pt x="782" y="23042"/>
                          <a:pt x="3752" y="19230"/>
                        </a:cubicBezTo>
                        <a:cubicBezTo>
                          <a:pt x="6722" y="15462"/>
                          <a:pt x="10978" y="11915"/>
                          <a:pt x="13106" y="10098"/>
                        </a:cubicBezTo>
                        <a:cubicBezTo>
                          <a:pt x="15411" y="8457"/>
                          <a:pt x="20154" y="4778"/>
                          <a:pt x="25031" y="2517"/>
                        </a:cubicBezTo>
                        <a:cubicBezTo>
                          <a:pt x="27469" y="1364"/>
                          <a:pt x="29774" y="433"/>
                          <a:pt x="31680" y="79"/>
                        </a:cubicBezTo>
                        <a:cubicBezTo>
                          <a:pt x="33587" y="-143"/>
                          <a:pt x="35050" y="79"/>
                          <a:pt x="35715" y="105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24" name="Forme libre : forme 22623">
                    <a:extLst>
                      <a:ext uri="{FF2B5EF4-FFF2-40B4-BE49-F238E27FC236}">
                        <a16:creationId xmlns:a16="http://schemas.microsoft.com/office/drawing/2014/main" id="{F8202289-45DC-4BD4-86EA-A4580CE51F45}"/>
                      </a:ext>
                    </a:extLst>
                  </p:cNvPr>
                  <p:cNvSpPr/>
                  <p:nvPr/>
                </p:nvSpPr>
                <p:spPr>
                  <a:xfrm>
                    <a:off x="7023873" y="1250221"/>
                    <a:ext cx="27901" cy="16649"/>
                  </a:xfrm>
                  <a:custGeom>
                    <a:avLst/>
                    <a:gdLst>
                      <a:gd name="connsiteX0" fmla="*/ 4717 w 27901"/>
                      <a:gd name="connsiteY0" fmla="*/ 6162 h 16649"/>
                      <a:gd name="connsiteX1" fmla="*/ 905 w 27901"/>
                      <a:gd name="connsiteY1" fmla="*/ 16181 h 16649"/>
                      <a:gd name="connsiteX2" fmla="*/ 10702 w 27901"/>
                      <a:gd name="connsiteY2" fmla="*/ 13787 h 16649"/>
                      <a:gd name="connsiteX3" fmla="*/ 21119 w 27901"/>
                      <a:gd name="connsiteY3" fmla="*/ 6251 h 16649"/>
                      <a:gd name="connsiteX4" fmla="*/ 27902 w 27901"/>
                      <a:gd name="connsiteY4" fmla="*/ 0 h 16649"/>
                      <a:gd name="connsiteX5" fmla="*/ 23824 w 27901"/>
                      <a:gd name="connsiteY5" fmla="*/ 2793 h 16649"/>
                      <a:gd name="connsiteX6" fmla="*/ 13317 w 27901"/>
                      <a:gd name="connsiteY6" fmla="*/ 7093 h 16649"/>
                      <a:gd name="connsiteX7" fmla="*/ 4717 w 27901"/>
                      <a:gd name="connsiteY7" fmla="*/ 6162 h 16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901" h="16649">
                        <a:moveTo>
                          <a:pt x="4717" y="6162"/>
                        </a:moveTo>
                        <a:cubicBezTo>
                          <a:pt x="3254" y="8778"/>
                          <a:pt x="-2110" y="14674"/>
                          <a:pt x="905" y="16181"/>
                        </a:cubicBezTo>
                        <a:cubicBezTo>
                          <a:pt x="3298" y="17422"/>
                          <a:pt x="6978" y="16048"/>
                          <a:pt x="10702" y="13787"/>
                        </a:cubicBezTo>
                        <a:cubicBezTo>
                          <a:pt x="14425" y="11526"/>
                          <a:pt x="18371" y="8645"/>
                          <a:pt x="21119" y="6251"/>
                        </a:cubicBezTo>
                        <a:cubicBezTo>
                          <a:pt x="22804" y="4965"/>
                          <a:pt x="26262" y="1818"/>
                          <a:pt x="27902" y="0"/>
                        </a:cubicBezTo>
                        <a:cubicBezTo>
                          <a:pt x="26794" y="798"/>
                          <a:pt x="24976" y="2217"/>
                          <a:pt x="23824" y="2793"/>
                        </a:cubicBezTo>
                        <a:cubicBezTo>
                          <a:pt x="20410" y="4300"/>
                          <a:pt x="16731" y="6162"/>
                          <a:pt x="13317" y="7093"/>
                        </a:cubicBezTo>
                        <a:cubicBezTo>
                          <a:pt x="9904" y="7980"/>
                          <a:pt x="6756" y="8024"/>
                          <a:pt x="4717" y="616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25" name="Forme libre : forme 22624">
                    <a:extLst>
                      <a:ext uri="{FF2B5EF4-FFF2-40B4-BE49-F238E27FC236}">
                        <a16:creationId xmlns:a16="http://schemas.microsoft.com/office/drawing/2014/main" id="{39790DA1-F03A-4914-9270-C4B72036D2B1}"/>
                      </a:ext>
                    </a:extLst>
                  </p:cNvPr>
                  <p:cNvSpPr/>
                  <p:nvPr/>
                </p:nvSpPr>
                <p:spPr>
                  <a:xfrm>
                    <a:off x="7026696" y="1237169"/>
                    <a:ext cx="35992" cy="29149"/>
                  </a:xfrm>
                  <a:custGeom>
                    <a:avLst/>
                    <a:gdLst>
                      <a:gd name="connsiteX0" fmla="*/ 35940 w 35992"/>
                      <a:gd name="connsiteY0" fmla="*/ 1349 h 29149"/>
                      <a:gd name="connsiteX1" fmla="*/ 20558 w 35992"/>
                      <a:gd name="connsiteY1" fmla="*/ 19259 h 29149"/>
                      <a:gd name="connsiteX2" fmla="*/ 10406 w 35992"/>
                      <a:gd name="connsiteY2" fmla="*/ 26441 h 29149"/>
                      <a:gd name="connsiteX3" fmla="*/ 830 w 35992"/>
                      <a:gd name="connsiteY3" fmla="*/ 28391 h 29149"/>
                      <a:gd name="connsiteX4" fmla="*/ 3801 w 35992"/>
                      <a:gd name="connsiteY4" fmla="*/ 19126 h 29149"/>
                      <a:gd name="connsiteX5" fmla="*/ 13243 w 35992"/>
                      <a:gd name="connsiteY5" fmla="*/ 10215 h 29149"/>
                      <a:gd name="connsiteX6" fmla="*/ 25523 w 35992"/>
                      <a:gd name="connsiteY6" fmla="*/ 2413 h 29149"/>
                      <a:gd name="connsiteX7" fmla="*/ 35940 w 35992"/>
                      <a:gd name="connsiteY7" fmla="*/ 1349 h 29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992" h="29149">
                        <a:moveTo>
                          <a:pt x="35940" y="1349"/>
                        </a:moveTo>
                        <a:cubicBezTo>
                          <a:pt x="36872" y="5915"/>
                          <a:pt x="25079" y="15048"/>
                          <a:pt x="20558" y="19259"/>
                        </a:cubicBezTo>
                        <a:cubicBezTo>
                          <a:pt x="18208" y="21165"/>
                          <a:pt x="14351" y="24357"/>
                          <a:pt x="10406" y="26441"/>
                        </a:cubicBezTo>
                        <a:cubicBezTo>
                          <a:pt x="6638" y="28746"/>
                          <a:pt x="2870" y="30076"/>
                          <a:pt x="830" y="28391"/>
                        </a:cubicBezTo>
                        <a:cubicBezTo>
                          <a:pt x="-1209" y="26707"/>
                          <a:pt x="786" y="22938"/>
                          <a:pt x="3801" y="19126"/>
                        </a:cubicBezTo>
                        <a:cubicBezTo>
                          <a:pt x="6992" y="15535"/>
                          <a:pt x="11115" y="11767"/>
                          <a:pt x="13243" y="10215"/>
                        </a:cubicBezTo>
                        <a:cubicBezTo>
                          <a:pt x="15371" y="8664"/>
                          <a:pt x="20425" y="4763"/>
                          <a:pt x="25523" y="2413"/>
                        </a:cubicBezTo>
                        <a:cubicBezTo>
                          <a:pt x="30532" y="-114"/>
                          <a:pt x="35453" y="-956"/>
                          <a:pt x="35940" y="134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26" name="Forme libre : forme 22625">
                    <a:extLst>
                      <a:ext uri="{FF2B5EF4-FFF2-40B4-BE49-F238E27FC236}">
                        <a16:creationId xmlns:a16="http://schemas.microsoft.com/office/drawing/2014/main" id="{766868AF-0C41-44D1-8A06-4A69EF515269}"/>
                      </a:ext>
                    </a:extLst>
                  </p:cNvPr>
                  <p:cNvSpPr/>
                  <p:nvPr/>
                </p:nvSpPr>
                <p:spPr>
                  <a:xfrm>
                    <a:off x="7007648" y="1248733"/>
                    <a:ext cx="48233" cy="33417"/>
                  </a:xfrm>
                  <a:custGeom>
                    <a:avLst/>
                    <a:gdLst>
                      <a:gd name="connsiteX0" fmla="*/ 3209 w 48233"/>
                      <a:gd name="connsiteY0" fmla="*/ 32697 h 33417"/>
                      <a:gd name="connsiteX1" fmla="*/ 11145 w 48233"/>
                      <a:gd name="connsiteY1" fmla="*/ 32387 h 33417"/>
                      <a:gd name="connsiteX2" fmla="*/ 30517 w 48233"/>
                      <a:gd name="connsiteY2" fmla="*/ 23831 h 33417"/>
                      <a:gd name="connsiteX3" fmla="*/ 38674 w 48233"/>
                      <a:gd name="connsiteY3" fmla="*/ 17093 h 33417"/>
                      <a:gd name="connsiteX4" fmla="*/ 42176 w 48233"/>
                      <a:gd name="connsiteY4" fmla="*/ 13369 h 33417"/>
                      <a:gd name="connsiteX5" fmla="*/ 45147 w 48233"/>
                      <a:gd name="connsiteY5" fmla="*/ 9778 h 33417"/>
                      <a:gd name="connsiteX6" fmla="*/ 47053 w 48233"/>
                      <a:gd name="connsiteY6" fmla="*/ 336 h 33417"/>
                      <a:gd name="connsiteX7" fmla="*/ 40093 w 48233"/>
                      <a:gd name="connsiteY7" fmla="*/ 2153 h 33417"/>
                      <a:gd name="connsiteX8" fmla="*/ 21429 w 48233"/>
                      <a:gd name="connsiteY8" fmla="*/ 9335 h 33417"/>
                      <a:gd name="connsiteX9" fmla="*/ 3343 w 48233"/>
                      <a:gd name="connsiteY9" fmla="*/ 18644 h 33417"/>
                      <a:gd name="connsiteX10" fmla="*/ 3209 w 48233"/>
                      <a:gd name="connsiteY10" fmla="*/ 32697 h 33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8233" h="33417">
                        <a:moveTo>
                          <a:pt x="3209" y="32697"/>
                        </a:moveTo>
                        <a:cubicBezTo>
                          <a:pt x="6135" y="33805"/>
                          <a:pt x="7554" y="33584"/>
                          <a:pt x="11145" y="32387"/>
                        </a:cubicBezTo>
                        <a:cubicBezTo>
                          <a:pt x="18105" y="30348"/>
                          <a:pt x="23558" y="28486"/>
                          <a:pt x="30517" y="23831"/>
                        </a:cubicBezTo>
                        <a:cubicBezTo>
                          <a:pt x="33354" y="21792"/>
                          <a:pt x="36147" y="19486"/>
                          <a:pt x="38674" y="17093"/>
                        </a:cubicBezTo>
                        <a:cubicBezTo>
                          <a:pt x="39916" y="15896"/>
                          <a:pt x="41112" y="14610"/>
                          <a:pt x="42176" y="13369"/>
                        </a:cubicBezTo>
                        <a:cubicBezTo>
                          <a:pt x="43285" y="12172"/>
                          <a:pt x="44260" y="10975"/>
                          <a:pt x="45147" y="9778"/>
                        </a:cubicBezTo>
                        <a:cubicBezTo>
                          <a:pt x="47629" y="6143"/>
                          <a:pt x="49580" y="2020"/>
                          <a:pt x="47053" y="336"/>
                        </a:cubicBezTo>
                        <a:cubicBezTo>
                          <a:pt x="45457" y="-773"/>
                          <a:pt x="42664" y="1134"/>
                          <a:pt x="40093" y="2153"/>
                        </a:cubicBezTo>
                        <a:cubicBezTo>
                          <a:pt x="33886" y="4458"/>
                          <a:pt x="28257" y="7473"/>
                          <a:pt x="21429" y="9335"/>
                        </a:cubicBezTo>
                        <a:cubicBezTo>
                          <a:pt x="15711" y="10975"/>
                          <a:pt x="8440" y="12083"/>
                          <a:pt x="3343" y="18644"/>
                        </a:cubicBezTo>
                        <a:cubicBezTo>
                          <a:pt x="-1312" y="24452"/>
                          <a:pt x="-869" y="31234"/>
                          <a:pt x="3209" y="3269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27" name="Forme libre : forme 22626">
                    <a:extLst>
                      <a:ext uri="{FF2B5EF4-FFF2-40B4-BE49-F238E27FC236}">
                        <a16:creationId xmlns:a16="http://schemas.microsoft.com/office/drawing/2014/main" id="{000A1E06-B471-48AB-8CA1-A9B4AE7A9FBB}"/>
                      </a:ext>
                    </a:extLst>
                  </p:cNvPr>
                  <p:cNvSpPr/>
                  <p:nvPr/>
                </p:nvSpPr>
                <p:spPr>
                  <a:xfrm>
                    <a:off x="7014448" y="1254547"/>
                    <a:ext cx="11638" cy="15741"/>
                  </a:xfrm>
                  <a:custGeom>
                    <a:avLst/>
                    <a:gdLst>
                      <a:gd name="connsiteX0" fmla="*/ 443 w 11638"/>
                      <a:gd name="connsiteY0" fmla="*/ 13318 h 15741"/>
                      <a:gd name="connsiteX1" fmla="*/ 89 w 11638"/>
                      <a:gd name="connsiteY1" fmla="*/ 15401 h 15741"/>
                      <a:gd name="connsiteX2" fmla="*/ 1862 w 11638"/>
                      <a:gd name="connsiteY2" fmla="*/ 15224 h 15741"/>
                      <a:gd name="connsiteX3" fmla="*/ 4256 w 11638"/>
                      <a:gd name="connsiteY3" fmla="*/ 12830 h 15741"/>
                      <a:gd name="connsiteX4" fmla="*/ 9442 w 11638"/>
                      <a:gd name="connsiteY4" fmla="*/ 6358 h 15741"/>
                      <a:gd name="connsiteX5" fmla="*/ 11083 w 11638"/>
                      <a:gd name="connsiteY5" fmla="*/ 3787 h 15741"/>
                      <a:gd name="connsiteX6" fmla="*/ 7093 w 11638"/>
                      <a:gd name="connsiteY6" fmla="*/ 2191 h 15741"/>
                      <a:gd name="connsiteX7" fmla="*/ 443 w 11638"/>
                      <a:gd name="connsiteY7" fmla="*/ 13318 h 15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38" h="15741">
                        <a:moveTo>
                          <a:pt x="443" y="13318"/>
                        </a:moveTo>
                        <a:cubicBezTo>
                          <a:pt x="89" y="14204"/>
                          <a:pt x="-133" y="14825"/>
                          <a:pt x="89" y="15401"/>
                        </a:cubicBezTo>
                        <a:cubicBezTo>
                          <a:pt x="310" y="15978"/>
                          <a:pt x="1064" y="15756"/>
                          <a:pt x="1862" y="15224"/>
                        </a:cubicBezTo>
                        <a:cubicBezTo>
                          <a:pt x="2660" y="14692"/>
                          <a:pt x="3546" y="13672"/>
                          <a:pt x="4256" y="12830"/>
                        </a:cubicBezTo>
                        <a:cubicBezTo>
                          <a:pt x="5985" y="10702"/>
                          <a:pt x="7847" y="8441"/>
                          <a:pt x="9442" y="6358"/>
                        </a:cubicBezTo>
                        <a:cubicBezTo>
                          <a:pt x="10108" y="5471"/>
                          <a:pt x="10728" y="4673"/>
                          <a:pt x="11083" y="3787"/>
                        </a:cubicBezTo>
                        <a:cubicBezTo>
                          <a:pt x="12634" y="151"/>
                          <a:pt x="10817" y="-1755"/>
                          <a:pt x="7093" y="2191"/>
                        </a:cubicBezTo>
                        <a:cubicBezTo>
                          <a:pt x="4123" y="5161"/>
                          <a:pt x="1773" y="9771"/>
                          <a:pt x="443" y="1331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28" name="Forme libre : forme 22627">
                    <a:extLst>
                      <a:ext uri="{FF2B5EF4-FFF2-40B4-BE49-F238E27FC236}">
                        <a16:creationId xmlns:a16="http://schemas.microsoft.com/office/drawing/2014/main" id="{5E28E19B-5B06-453F-84C1-48B998BC68BD}"/>
                      </a:ext>
                    </a:extLst>
                  </p:cNvPr>
                  <p:cNvSpPr/>
                  <p:nvPr/>
                </p:nvSpPr>
                <p:spPr>
                  <a:xfrm>
                    <a:off x="7059311" y="1234040"/>
                    <a:ext cx="15737" cy="24116"/>
                  </a:xfrm>
                  <a:custGeom>
                    <a:avLst/>
                    <a:gdLst>
                      <a:gd name="connsiteX0" fmla="*/ 15737 w 15737"/>
                      <a:gd name="connsiteY0" fmla="*/ 0 h 24116"/>
                      <a:gd name="connsiteX1" fmla="*/ 13477 w 15737"/>
                      <a:gd name="connsiteY1" fmla="*/ 5940 h 24116"/>
                      <a:gd name="connsiteX2" fmla="*/ 9265 w 15737"/>
                      <a:gd name="connsiteY2" fmla="*/ 12191 h 24116"/>
                      <a:gd name="connsiteX3" fmla="*/ 4433 w 15737"/>
                      <a:gd name="connsiteY3" fmla="*/ 18442 h 24116"/>
                      <a:gd name="connsiteX4" fmla="*/ 0 w 15737"/>
                      <a:gd name="connsiteY4" fmla="*/ 24116 h 24116"/>
                      <a:gd name="connsiteX5" fmla="*/ 15737 w 15737"/>
                      <a:gd name="connsiteY5" fmla="*/ 0 h 24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37" h="24116">
                        <a:moveTo>
                          <a:pt x="15737" y="0"/>
                        </a:moveTo>
                        <a:cubicBezTo>
                          <a:pt x="15471" y="1818"/>
                          <a:pt x="14629" y="3857"/>
                          <a:pt x="13477" y="5940"/>
                        </a:cubicBezTo>
                        <a:cubicBezTo>
                          <a:pt x="12324" y="8068"/>
                          <a:pt x="10772" y="9930"/>
                          <a:pt x="9265" y="12191"/>
                        </a:cubicBezTo>
                        <a:cubicBezTo>
                          <a:pt x="7714" y="14408"/>
                          <a:pt x="6029" y="16403"/>
                          <a:pt x="4433" y="18442"/>
                        </a:cubicBezTo>
                        <a:cubicBezTo>
                          <a:pt x="2837" y="20570"/>
                          <a:pt x="1330" y="22476"/>
                          <a:pt x="0" y="24116"/>
                        </a:cubicBezTo>
                        <a:cubicBezTo>
                          <a:pt x="5586" y="16668"/>
                          <a:pt x="11127" y="7315"/>
                          <a:pt x="1573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29" name="Forme libre : forme 22628">
                    <a:extLst>
                      <a:ext uri="{FF2B5EF4-FFF2-40B4-BE49-F238E27FC236}">
                        <a16:creationId xmlns:a16="http://schemas.microsoft.com/office/drawing/2014/main" id="{DCB263E5-41BF-4BEA-97B2-68FEEDAEE853}"/>
                      </a:ext>
                    </a:extLst>
                  </p:cNvPr>
                  <p:cNvSpPr/>
                  <p:nvPr/>
                </p:nvSpPr>
                <p:spPr>
                  <a:xfrm>
                    <a:off x="6999996" y="1253457"/>
                    <a:ext cx="13919" cy="31563"/>
                  </a:xfrm>
                  <a:custGeom>
                    <a:avLst/>
                    <a:gdLst>
                      <a:gd name="connsiteX0" fmla="*/ 13920 w 13919"/>
                      <a:gd name="connsiteY0" fmla="*/ 0 h 31563"/>
                      <a:gd name="connsiteX1" fmla="*/ 0 w 13919"/>
                      <a:gd name="connsiteY1" fmla="*/ 31564 h 31563"/>
                      <a:gd name="connsiteX2" fmla="*/ 4743 w 13919"/>
                      <a:gd name="connsiteY2" fmla="*/ 15782 h 31563"/>
                      <a:gd name="connsiteX3" fmla="*/ 13920 w 13919"/>
                      <a:gd name="connsiteY3" fmla="*/ 0 h 3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19" h="31563">
                        <a:moveTo>
                          <a:pt x="13920" y="0"/>
                        </a:moveTo>
                        <a:cubicBezTo>
                          <a:pt x="5054" y="9753"/>
                          <a:pt x="1286" y="21722"/>
                          <a:pt x="0" y="31564"/>
                        </a:cubicBezTo>
                        <a:cubicBezTo>
                          <a:pt x="310" y="26909"/>
                          <a:pt x="2261" y="21412"/>
                          <a:pt x="4743" y="15782"/>
                        </a:cubicBezTo>
                        <a:cubicBezTo>
                          <a:pt x="7403" y="10240"/>
                          <a:pt x="10684" y="4655"/>
                          <a:pt x="139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30" name="Forme libre : forme 22629">
                    <a:extLst>
                      <a:ext uri="{FF2B5EF4-FFF2-40B4-BE49-F238E27FC236}">
                        <a16:creationId xmlns:a16="http://schemas.microsoft.com/office/drawing/2014/main" id="{C1B1AE32-5E35-4C04-BAD3-81F089A8A583}"/>
                      </a:ext>
                    </a:extLst>
                  </p:cNvPr>
                  <p:cNvSpPr/>
                  <p:nvPr/>
                </p:nvSpPr>
                <p:spPr>
                  <a:xfrm>
                    <a:off x="7036297" y="1242419"/>
                    <a:ext cx="14237" cy="9849"/>
                  </a:xfrm>
                  <a:custGeom>
                    <a:avLst/>
                    <a:gdLst>
                      <a:gd name="connsiteX0" fmla="*/ 14237 w 14237"/>
                      <a:gd name="connsiteY0" fmla="*/ 665 h 9849"/>
                      <a:gd name="connsiteX1" fmla="*/ 6834 w 14237"/>
                      <a:gd name="connsiteY1" fmla="*/ 7093 h 9849"/>
                      <a:gd name="connsiteX2" fmla="*/ 7 w 14237"/>
                      <a:gd name="connsiteY2" fmla="*/ 9133 h 9849"/>
                      <a:gd name="connsiteX3" fmla="*/ 6878 w 14237"/>
                      <a:gd name="connsiteY3" fmla="*/ 2793 h 9849"/>
                      <a:gd name="connsiteX4" fmla="*/ 11134 w 14237"/>
                      <a:gd name="connsiteY4" fmla="*/ 532 h 9849"/>
                      <a:gd name="connsiteX5" fmla="*/ 14237 w 14237"/>
                      <a:gd name="connsiteY5" fmla="*/ 665 h 9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237" h="9849">
                        <a:moveTo>
                          <a:pt x="14237" y="665"/>
                        </a:moveTo>
                        <a:cubicBezTo>
                          <a:pt x="14193" y="2483"/>
                          <a:pt x="8607" y="6029"/>
                          <a:pt x="6834" y="7093"/>
                        </a:cubicBezTo>
                        <a:cubicBezTo>
                          <a:pt x="5016" y="8069"/>
                          <a:pt x="184" y="11260"/>
                          <a:pt x="7" y="9133"/>
                        </a:cubicBezTo>
                        <a:cubicBezTo>
                          <a:pt x="-215" y="6960"/>
                          <a:pt x="5149" y="3724"/>
                          <a:pt x="6878" y="2793"/>
                        </a:cubicBezTo>
                        <a:cubicBezTo>
                          <a:pt x="7720" y="2306"/>
                          <a:pt x="9538" y="1242"/>
                          <a:pt x="11134" y="532"/>
                        </a:cubicBezTo>
                        <a:cubicBezTo>
                          <a:pt x="12774" y="-88"/>
                          <a:pt x="14237" y="-310"/>
                          <a:pt x="14237" y="66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31" name="Forme libre : forme 22630">
                    <a:extLst>
                      <a:ext uri="{FF2B5EF4-FFF2-40B4-BE49-F238E27FC236}">
                        <a16:creationId xmlns:a16="http://schemas.microsoft.com/office/drawing/2014/main" id="{56B91716-7D28-4A72-9F77-D617844E4CE7}"/>
                      </a:ext>
                    </a:extLst>
                  </p:cNvPr>
                  <p:cNvSpPr/>
                  <p:nvPr/>
                </p:nvSpPr>
                <p:spPr>
                  <a:xfrm>
                    <a:off x="7048374" y="1241141"/>
                    <a:ext cx="4179" cy="2914"/>
                  </a:xfrm>
                  <a:custGeom>
                    <a:avLst/>
                    <a:gdLst>
                      <a:gd name="connsiteX0" fmla="*/ 4066 w 4179"/>
                      <a:gd name="connsiteY0" fmla="*/ 125 h 2914"/>
                      <a:gd name="connsiteX1" fmla="*/ 2691 w 4179"/>
                      <a:gd name="connsiteY1" fmla="*/ 1987 h 2914"/>
                      <a:gd name="connsiteX2" fmla="*/ 120 w 4179"/>
                      <a:gd name="connsiteY2" fmla="*/ 2785 h 2914"/>
                      <a:gd name="connsiteX3" fmla="*/ 1450 w 4179"/>
                      <a:gd name="connsiteY3" fmla="*/ 968 h 2914"/>
                      <a:gd name="connsiteX4" fmla="*/ 4066 w 4179"/>
                      <a:gd name="connsiteY4" fmla="*/ 125 h 2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79" h="2914">
                        <a:moveTo>
                          <a:pt x="4066" y="125"/>
                        </a:moveTo>
                        <a:cubicBezTo>
                          <a:pt x="4553" y="569"/>
                          <a:pt x="3356" y="1544"/>
                          <a:pt x="2691" y="1987"/>
                        </a:cubicBezTo>
                        <a:cubicBezTo>
                          <a:pt x="2026" y="2430"/>
                          <a:pt x="652" y="3228"/>
                          <a:pt x="120" y="2785"/>
                        </a:cubicBezTo>
                        <a:cubicBezTo>
                          <a:pt x="-367" y="2342"/>
                          <a:pt x="741" y="1411"/>
                          <a:pt x="1450" y="968"/>
                        </a:cubicBezTo>
                        <a:cubicBezTo>
                          <a:pt x="2159" y="524"/>
                          <a:pt x="3578" y="-318"/>
                          <a:pt x="4066" y="1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32" name="Forme libre : forme 22631">
                    <a:extLst>
                      <a:ext uri="{FF2B5EF4-FFF2-40B4-BE49-F238E27FC236}">
                        <a16:creationId xmlns:a16="http://schemas.microsoft.com/office/drawing/2014/main" id="{9D1996CC-8848-42C4-8EF9-3FFCD6768B21}"/>
                      </a:ext>
                    </a:extLst>
                  </p:cNvPr>
                  <p:cNvSpPr/>
                  <p:nvPr/>
                </p:nvSpPr>
                <p:spPr>
                  <a:xfrm>
                    <a:off x="7029916" y="1229286"/>
                    <a:ext cx="42190" cy="15858"/>
                  </a:xfrm>
                  <a:custGeom>
                    <a:avLst/>
                    <a:gdLst>
                      <a:gd name="connsiteX0" fmla="*/ 29218 w 42190"/>
                      <a:gd name="connsiteY0" fmla="*/ 144 h 15858"/>
                      <a:gd name="connsiteX1" fmla="*/ 41586 w 42190"/>
                      <a:gd name="connsiteY1" fmla="*/ 1696 h 15858"/>
                      <a:gd name="connsiteX2" fmla="*/ 40079 w 42190"/>
                      <a:gd name="connsiteY2" fmla="*/ 5375 h 15858"/>
                      <a:gd name="connsiteX3" fmla="*/ 34981 w 42190"/>
                      <a:gd name="connsiteY3" fmla="*/ 6040 h 15858"/>
                      <a:gd name="connsiteX4" fmla="*/ 19154 w 42190"/>
                      <a:gd name="connsiteY4" fmla="*/ 8567 h 15858"/>
                      <a:gd name="connsiteX5" fmla="*/ 3 w 42190"/>
                      <a:gd name="connsiteY5" fmla="*/ 14596 h 15858"/>
                      <a:gd name="connsiteX6" fmla="*/ 17824 w 42190"/>
                      <a:gd name="connsiteY6" fmla="*/ 986 h 15858"/>
                      <a:gd name="connsiteX7" fmla="*/ 29218 w 42190"/>
                      <a:gd name="connsiteY7" fmla="*/ 144 h 15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190" h="15858">
                        <a:moveTo>
                          <a:pt x="29218" y="144"/>
                        </a:moveTo>
                        <a:cubicBezTo>
                          <a:pt x="34271" y="-210"/>
                          <a:pt x="38039" y="11"/>
                          <a:pt x="41586" y="1696"/>
                        </a:cubicBezTo>
                        <a:cubicBezTo>
                          <a:pt x="42872" y="2361"/>
                          <a:pt x="41985" y="4400"/>
                          <a:pt x="40079" y="5375"/>
                        </a:cubicBezTo>
                        <a:cubicBezTo>
                          <a:pt x="38173" y="6306"/>
                          <a:pt x="36621" y="6129"/>
                          <a:pt x="34981" y="6040"/>
                        </a:cubicBezTo>
                        <a:cubicBezTo>
                          <a:pt x="29971" y="5996"/>
                          <a:pt x="24696" y="6794"/>
                          <a:pt x="19154" y="8567"/>
                        </a:cubicBezTo>
                        <a:cubicBezTo>
                          <a:pt x="15431" y="9232"/>
                          <a:pt x="-263" y="19340"/>
                          <a:pt x="3" y="14596"/>
                        </a:cubicBezTo>
                        <a:cubicBezTo>
                          <a:pt x="48" y="9542"/>
                          <a:pt x="12904" y="2272"/>
                          <a:pt x="17824" y="986"/>
                        </a:cubicBezTo>
                        <a:cubicBezTo>
                          <a:pt x="22568" y="-565"/>
                          <a:pt x="25449" y="499"/>
                          <a:pt x="29218" y="14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00" name="Graphique 2">
                  <a:extLst>
                    <a:ext uri="{FF2B5EF4-FFF2-40B4-BE49-F238E27FC236}">
                      <a16:creationId xmlns:a16="http://schemas.microsoft.com/office/drawing/2014/main" id="{B6F1661E-805C-4EF5-979D-9E43DAA9DC56}"/>
                    </a:ext>
                  </a:extLst>
                </p:cNvPr>
                <p:cNvGrpSpPr/>
                <p:nvPr/>
              </p:nvGrpSpPr>
              <p:grpSpPr>
                <a:xfrm>
                  <a:off x="7075943" y="1208196"/>
                  <a:ext cx="93599" cy="42414"/>
                  <a:chOff x="7075943" y="1208196"/>
                  <a:chExt cx="93599" cy="42414"/>
                </a:xfrm>
                <a:solidFill>
                  <a:schemeClr val="accent1"/>
                </a:solidFill>
              </p:grpSpPr>
              <p:sp>
                <p:nvSpPr>
                  <p:cNvPr id="22609" name="Forme libre : forme 22608">
                    <a:extLst>
                      <a:ext uri="{FF2B5EF4-FFF2-40B4-BE49-F238E27FC236}">
                        <a16:creationId xmlns:a16="http://schemas.microsoft.com/office/drawing/2014/main" id="{D198FD58-FDE9-4C80-B96B-17C13DAC1098}"/>
                      </a:ext>
                    </a:extLst>
                  </p:cNvPr>
                  <p:cNvSpPr/>
                  <p:nvPr/>
                </p:nvSpPr>
                <p:spPr>
                  <a:xfrm>
                    <a:off x="7075943" y="1208196"/>
                    <a:ext cx="93599" cy="42414"/>
                  </a:xfrm>
                  <a:custGeom>
                    <a:avLst/>
                    <a:gdLst>
                      <a:gd name="connsiteX0" fmla="*/ 58908 w 93599"/>
                      <a:gd name="connsiteY0" fmla="*/ 39986 h 42414"/>
                      <a:gd name="connsiteX1" fmla="*/ 45520 w 93599"/>
                      <a:gd name="connsiteY1" fmla="*/ 36883 h 42414"/>
                      <a:gd name="connsiteX2" fmla="*/ 32044 w 93599"/>
                      <a:gd name="connsiteY2" fmla="*/ 35021 h 42414"/>
                      <a:gd name="connsiteX3" fmla="*/ 3672 w 93599"/>
                      <a:gd name="connsiteY3" fmla="*/ 25845 h 42414"/>
                      <a:gd name="connsiteX4" fmla="*/ 968 w 93599"/>
                      <a:gd name="connsiteY4" fmla="*/ 16181 h 42414"/>
                      <a:gd name="connsiteX5" fmla="*/ 34083 w 93599"/>
                      <a:gd name="connsiteY5" fmla="*/ 0 h 42414"/>
                      <a:gd name="connsiteX6" fmla="*/ 51682 w 93599"/>
                      <a:gd name="connsiteY6" fmla="*/ 1729 h 42414"/>
                      <a:gd name="connsiteX7" fmla="*/ 68617 w 93599"/>
                      <a:gd name="connsiteY7" fmla="*/ 6339 h 42414"/>
                      <a:gd name="connsiteX8" fmla="*/ 85418 w 93599"/>
                      <a:gd name="connsiteY8" fmla="*/ 17289 h 42414"/>
                      <a:gd name="connsiteX9" fmla="*/ 93220 w 93599"/>
                      <a:gd name="connsiteY9" fmla="*/ 31342 h 42414"/>
                      <a:gd name="connsiteX10" fmla="*/ 89364 w 93599"/>
                      <a:gd name="connsiteY10" fmla="*/ 40385 h 42414"/>
                      <a:gd name="connsiteX11" fmla="*/ 58908 w 93599"/>
                      <a:gd name="connsiteY11" fmla="*/ 39986 h 42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3599" h="42414">
                        <a:moveTo>
                          <a:pt x="58908" y="39986"/>
                        </a:moveTo>
                        <a:cubicBezTo>
                          <a:pt x="55672" y="39233"/>
                          <a:pt x="50618" y="37726"/>
                          <a:pt x="45520" y="36883"/>
                        </a:cubicBezTo>
                        <a:cubicBezTo>
                          <a:pt x="40422" y="35819"/>
                          <a:pt x="35324" y="35465"/>
                          <a:pt x="32044" y="35021"/>
                        </a:cubicBezTo>
                        <a:cubicBezTo>
                          <a:pt x="19897" y="34091"/>
                          <a:pt x="13203" y="30810"/>
                          <a:pt x="3672" y="25845"/>
                        </a:cubicBezTo>
                        <a:cubicBezTo>
                          <a:pt x="436" y="24249"/>
                          <a:pt x="-1160" y="19417"/>
                          <a:pt x="968" y="16181"/>
                        </a:cubicBezTo>
                        <a:cubicBezTo>
                          <a:pt x="7129" y="7182"/>
                          <a:pt x="17326" y="266"/>
                          <a:pt x="34083" y="0"/>
                        </a:cubicBezTo>
                        <a:cubicBezTo>
                          <a:pt x="38516" y="0"/>
                          <a:pt x="45210" y="443"/>
                          <a:pt x="51682" y="1729"/>
                        </a:cubicBezTo>
                        <a:cubicBezTo>
                          <a:pt x="58199" y="2837"/>
                          <a:pt x="64494" y="4832"/>
                          <a:pt x="68617" y="6339"/>
                        </a:cubicBezTo>
                        <a:cubicBezTo>
                          <a:pt x="76375" y="9176"/>
                          <a:pt x="81650" y="13033"/>
                          <a:pt x="85418" y="17289"/>
                        </a:cubicBezTo>
                        <a:cubicBezTo>
                          <a:pt x="89186" y="21545"/>
                          <a:pt x="91491" y="26244"/>
                          <a:pt x="93220" y="31342"/>
                        </a:cubicBezTo>
                        <a:cubicBezTo>
                          <a:pt x="94417" y="34933"/>
                          <a:pt x="92688" y="39499"/>
                          <a:pt x="89364" y="40385"/>
                        </a:cubicBezTo>
                        <a:cubicBezTo>
                          <a:pt x="79699" y="43045"/>
                          <a:pt x="70966" y="43267"/>
                          <a:pt x="58908" y="3998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10" name="Forme libre : forme 22609">
                    <a:extLst>
                      <a:ext uri="{FF2B5EF4-FFF2-40B4-BE49-F238E27FC236}">
                        <a16:creationId xmlns:a16="http://schemas.microsoft.com/office/drawing/2014/main" id="{7B968A4E-97E4-4AA1-BE02-55AAD994CD87}"/>
                      </a:ext>
                    </a:extLst>
                  </p:cNvPr>
                  <p:cNvSpPr/>
                  <p:nvPr/>
                </p:nvSpPr>
                <p:spPr>
                  <a:xfrm>
                    <a:off x="7076556" y="1230716"/>
                    <a:ext cx="88883" cy="19695"/>
                  </a:xfrm>
                  <a:custGeom>
                    <a:avLst/>
                    <a:gdLst>
                      <a:gd name="connsiteX0" fmla="*/ 36573 w 88883"/>
                      <a:gd name="connsiteY0" fmla="*/ 222 h 19695"/>
                      <a:gd name="connsiteX1" fmla="*/ 17777 w 88883"/>
                      <a:gd name="connsiteY1" fmla="*/ 443 h 19695"/>
                      <a:gd name="connsiteX2" fmla="*/ 0 w 88883"/>
                      <a:gd name="connsiteY2" fmla="*/ 0 h 19695"/>
                      <a:gd name="connsiteX3" fmla="*/ 2970 w 88883"/>
                      <a:gd name="connsiteY3" fmla="*/ 3280 h 19695"/>
                      <a:gd name="connsiteX4" fmla="*/ 7669 w 88883"/>
                      <a:gd name="connsiteY4" fmla="*/ 5674 h 19695"/>
                      <a:gd name="connsiteX5" fmla="*/ 20924 w 88883"/>
                      <a:gd name="connsiteY5" fmla="*/ 10772 h 19695"/>
                      <a:gd name="connsiteX6" fmla="*/ 25756 w 88883"/>
                      <a:gd name="connsiteY6" fmla="*/ 11703 h 19695"/>
                      <a:gd name="connsiteX7" fmla="*/ 31342 w 88883"/>
                      <a:gd name="connsiteY7" fmla="*/ 12413 h 19695"/>
                      <a:gd name="connsiteX8" fmla="*/ 35642 w 88883"/>
                      <a:gd name="connsiteY8" fmla="*/ 12856 h 19695"/>
                      <a:gd name="connsiteX9" fmla="*/ 56256 w 88883"/>
                      <a:gd name="connsiteY9" fmla="*/ 16846 h 19695"/>
                      <a:gd name="connsiteX10" fmla="*/ 58251 w 88883"/>
                      <a:gd name="connsiteY10" fmla="*/ 17333 h 19695"/>
                      <a:gd name="connsiteX11" fmla="*/ 64369 w 88883"/>
                      <a:gd name="connsiteY11" fmla="*/ 18708 h 19695"/>
                      <a:gd name="connsiteX12" fmla="*/ 69998 w 88883"/>
                      <a:gd name="connsiteY12" fmla="*/ 19506 h 19695"/>
                      <a:gd name="connsiteX13" fmla="*/ 77224 w 88883"/>
                      <a:gd name="connsiteY13" fmla="*/ 19550 h 19695"/>
                      <a:gd name="connsiteX14" fmla="*/ 84184 w 88883"/>
                      <a:gd name="connsiteY14" fmla="*/ 18752 h 19695"/>
                      <a:gd name="connsiteX15" fmla="*/ 88706 w 88883"/>
                      <a:gd name="connsiteY15" fmla="*/ 17732 h 19695"/>
                      <a:gd name="connsiteX16" fmla="*/ 88884 w 88883"/>
                      <a:gd name="connsiteY16" fmla="*/ 17644 h 19695"/>
                      <a:gd name="connsiteX17" fmla="*/ 36573 w 88883"/>
                      <a:gd name="connsiteY17" fmla="*/ 222 h 19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8883" h="19695">
                        <a:moveTo>
                          <a:pt x="36573" y="222"/>
                        </a:moveTo>
                        <a:cubicBezTo>
                          <a:pt x="30322" y="-44"/>
                          <a:pt x="23939" y="399"/>
                          <a:pt x="17777" y="443"/>
                        </a:cubicBezTo>
                        <a:cubicBezTo>
                          <a:pt x="11659" y="754"/>
                          <a:pt x="5674" y="621"/>
                          <a:pt x="0" y="0"/>
                        </a:cubicBezTo>
                        <a:cubicBezTo>
                          <a:pt x="621" y="1419"/>
                          <a:pt x="1640" y="2616"/>
                          <a:pt x="2970" y="3280"/>
                        </a:cubicBezTo>
                        <a:cubicBezTo>
                          <a:pt x="4566" y="4034"/>
                          <a:pt x="6162" y="4876"/>
                          <a:pt x="7669" y="5674"/>
                        </a:cubicBezTo>
                        <a:cubicBezTo>
                          <a:pt x="12058" y="7802"/>
                          <a:pt x="16225" y="9620"/>
                          <a:pt x="20924" y="10772"/>
                        </a:cubicBezTo>
                        <a:cubicBezTo>
                          <a:pt x="22476" y="11216"/>
                          <a:pt x="24072" y="11482"/>
                          <a:pt x="25756" y="11703"/>
                        </a:cubicBezTo>
                        <a:cubicBezTo>
                          <a:pt x="27485" y="12058"/>
                          <a:pt x="29347" y="12280"/>
                          <a:pt x="31342" y="12413"/>
                        </a:cubicBezTo>
                        <a:cubicBezTo>
                          <a:pt x="32539" y="12590"/>
                          <a:pt x="34002" y="12723"/>
                          <a:pt x="35642" y="12856"/>
                        </a:cubicBezTo>
                        <a:cubicBezTo>
                          <a:pt x="41937" y="13477"/>
                          <a:pt x="50670" y="15250"/>
                          <a:pt x="56256" y="16846"/>
                        </a:cubicBezTo>
                        <a:cubicBezTo>
                          <a:pt x="56965" y="17023"/>
                          <a:pt x="57675" y="17200"/>
                          <a:pt x="58251" y="17333"/>
                        </a:cubicBezTo>
                        <a:cubicBezTo>
                          <a:pt x="60379" y="17910"/>
                          <a:pt x="62418" y="18397"/>
                          <a:pt x="64369" y="18708"/>
                        </a:cubicBezTo>
                        <a:cubicBezTo>
                          <a:pt x="66319" y="19107"/>
                          <a:pt x="68181" y="19373"/>
                          <a:pt x="69998" y="19506"/>
                        </a:cubicBezTo>
                        <a:cubicBezTo>
                          <a:pt x="72481" y="19727"/>
                          <a:pt x="74875" y="19772"/>
                          <a:pt x="77224" y="19550"/>
                        </a:cubicBezTo>
                        <a:cubicBezTo>
                          <a:pt x="79530" y="19461"/>
                          <a:pt x="81835" y="19151"/>
                          <a:pt x="84184" y="18752"/>
                        </a:cubicBezTo>
                        <a:cubicBezTo>
                          <a:pt x="85692" y="18442"/>
                          <a:pt x="87199" y="18131"/>
                          <a:pt x="88706" y="17732"/>
                        </a:cubicBezTo>
                        <a:lnTo>
                          <a:pt x="88884" y="17644"/>
                        </a:lnTo>
                        <a:cubicBezTo>
                          <a:pt x="73279" y="7802"/>
                          <a:pt x="54616" y="576"/>
                          <a:pt x="36573" y="22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11" name="Forme libre : forme 22610">
                    <a:extLst>
                      <a:ext uri="{FF2B5EF4-FFF2-40B4-BE49-F238E27FC236}">
                        <a16:creationId xmlns:a16="http://schemas.microsoft.com/office/drawing/2014/main" id="{CAE3F221-26BB-4240-A87F-67FD328C1B72}"/>
                      </a:ext>
                    </a:extLst>
                  </p:cNvPr>
                  <p:cNvSpPr/>
                  <p:nvPr/>
                </p:nvSpPr>
                <p:spPr>
                  <a:xfrm>
                    <a:off x="7109494" y="1222140"/>
                    <a:ext cx="43004" cy="16572"/>
                  </a:xfrm>
                  <a:custGeom>
                    <a:avLst/>
                    <a:gdLst>
                      <a:gd name="connsiteX0" fmla="*/ 42868 w 43004"/>
                      <a:gd name="connsiteY0" fmla="*/ 15003 h 16572"/>
                      <a:gd name="connsiteX1" fmla="*/ 32628 w 43004"/>
                      <a:gd name="connsiteY1" fmla="*/ 15846 h 16572"/>
                      <a:gd name="connsiteX2" fmla="*/ 19639 w 43004"/>
                      <a:gd name="connsiteY2" fmla="*/ 13053 h 16572"/>
                      <a:gd name="connsiteX3" fmla="*/ 14319 w 43004"/>
                      <a:gd name="connsiteY3" fmla="*/ 11634 h 16572"/>
                      <a:gd name="connsiteX4" fmla="*/ 7891 w 43004"/>
                      <a:gd name="connsiteY4" fmla="*/ 9639 h 16572"/>
                      <a:gd name="connsiteX5" fmla="*/ 0 w 43004"/>
                      <a:gd name="connsiteY5" fmla="*/ 3921 h 16572"/>
                      <a:gd name="connsiteX6" fmla="*/ 9000 w 43004"/>
                      <a:gd name="connsiteY6" fmla="*/ 19 h 16572"/>
                      <a:gd name="connsiteX7" fmla="*/ 16403 w 43004"/>
                      <a:gd name="connsiteY7" fmla="*/ 551 h 16572"/>
                      <a:gd name="connsiteX8" fmla="*/ 22210 w 43004"/>
                      <a:gd name="connsiteY8" fmla="*/ 1793 h 16572"/>
                      <a:gd name="connsiteX9" fmla="*/ 35465 w 43004"/>
                      <a:gd name="connsiteY9" fmla="*/ 7024 h 16572"/>
                      <a:gd name="connsiteX10" fmla="*/ 42868 w 43004"/>
                      <a:gd name="connsiteY10" fmla="*/ 15003 h 16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3004" h="16572">
                        <a:moveTo>
                          <a:pt x="42868" y="15003"/>
                        </a:moveTo>
                        <a:cubicBezTo>
                          <a:pt x="41938" y="17264"/>
                          <a:pt x="37549" y="16644"/>
                          <a:pt x="32628" y="15846"/>
                        </a:cubicBezTo>
                        <a:cubicBezTo>
                          <a:pt x="27752" y="14870"/>
                          <a:pt x="22343" y="13673"/>
                          <a:pt x="19639" y="13053"/>
                        </a:cubicBezTo>
                        <a:cubicBezTo>
                          <a:pt x="18309" y="12698"/>
                          <a:pt x="16447" y="12210"/>
                          <a:pt x="14319" y="11634"/>
                        </a:cubicBezTo>
                        <a:cubicBezTo>
                          <a:pt x="12236" y="11014"/>
                          <a:pt x="9975" y="10348"/>
                          <a:pt x="7891" y="9639"/>
                        </a:cubicBezTo>
                        <a:cubicBezTo>
                          <a:pt x="3680" y="8088"/>
                          <a:pt x="0" y="6580"/>
                          <a:pt x="0" y="3921"/>
                        </a:cubicBezTo>
                        <a:cubicBezTo>
                          <a:pt x="-44" y="1438"/>
                          <a:pt x="4123" y="19"/>
                          <a:pt x="9000" y="19"/>
                        </a:cubicBezTo>
                        <a:cubicBezTo>
                          <a:pt x="11438" y="-69"/>
                          <a:pt x="14098" y="152"/>
                          <a:pt x="16403" y="551"/>
                        </a:cubicBezTo>
                        <a:cubicBezTo>
                          <a:pt x="18752" y="906"/>
                          <a:pt x="20836" y="1349"/>
                          <a:pt x="22210" y="1793"/>
                        </a:cubicBezTo>
                        <a:cubicBezTo>
                          <a:pt x="25003" y="2546"/>
                          <a:pt x="30810" y="4408"/>
                          <a:pt x="35465" y="7024"/>
                        </a:cubicBezTo>
                        <a:cubicBezTo>
                          <a:pt x="40209" y="9595"/>
                          <a:pt x="43755" y="12875"/>
                          <a:pt x="42868" y="1500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12" name="Forme libre : forme 22611">
                    <a:extLst>
                      <a:ext uri="{FF2B5EF4-FFF2-40B4-BE49-F238E27FC236}">
                        <a16:creationId xmlns:a16="http://schemas.microsoft.com/office/drawing/2014/main" id="{F24AF22E-8C26-4651-A44D-FF72D48A9863}"/>
                      </a:ext>
                    </a:extLst>
                  </p:cNvPr>
                  <p:cNvSpPr/>
                  <p:nvPr/>
                </p:nvSpPr>
                <p:spPr>
                  <a:xfrm>
                    <a:off x="7109140" y="1222381"/>
                    <a:ext cx="29080" cy="14717"/>
                  </a:xfrm>
                  <a:custGeom>
                    <a:avLst/>
                    <a:gdLst>
                      <a:gd name="connsiteX0" fmla="*/ 10196 w 29080"/>
                      <a:gd name="connsiteY0" fmla="*/ 0 h 14717"/>
                      <a:gd name="connsiteX1" fmla="*/ 88 w 29080"/>
                      <a:gd name="connsiteY1" fmla="*/ 3768 h 14717"/>
                      <a:gd name="connsiteX2" fmla="*/ 8201 w 29080"/>
                      <a:gd name="connsiteY2" fmla="*/ 9487 h 14717"/>
                      <a:gd name="connsiteX3" fmla="*/ 14407 w 29080"/>
                      <a:gd name="connsiteY3" fmla="*/ 11393 h 14717"/>
                      <a:gd name="connsiteX4" fmla="*/ 20170 w 29080"/>
                      <a:gd name="connsiteY4" fmla="*/ 12945 h 14717"/>
                      <a:gd name="connsiteX5" fmla="*/ 29080 w 29080"/>
                      <a:gd name="connsiteY5" fmla="*/ 14718 h 14717"/>
                      <a:gd name="connsiteX6" fmla="*/ 24514 w 29080"/>
                      <a:gd name="connsiteY6" fmla="*/ 12945 h 14717"/>
                      <a:gd name="connsiteX7" fmla="*/ 10196 w 29080"/>
                      <a:gd name="connsiteY7" fmla="*/ 0 h 14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9080" h="14717">
                        <a:moveTo>
                          <a:pt x="10196" y="0"/>
                        </a:moveTo>
                        <a:cubicBezTo>
                          <a:pt x="7181" y="310"/>
                          <a:pt x="-932" y="532"/>
                          <a:pt x="88" y="3768"/>
                        </a:cubicBezTo>
                        <a:cubicBezTo>
                          <a:pt x="842" y="6472"/>
                          <a:pt x="4255" y="7935"/>
                          <a:pt x="8201" y="9487"/>
                        </a:cubicBezTo>
                        <a:cubicBezTo>
                          <a:pt x="10196" y="10152"/>
                          <a:pt x="12323" y="10773"/>
                          <a:pt x="14407" y="11393"/>
                        </a:cubicBezTo>
                        <a:cubicBezTo>
                          <a:pt x="16491" y="11969"/>
                          <a:pt x="18485" y="12501"/>
                          <a:pt x="20170" y="12945"/>
                        </a:cubicBezTo>
                        <a:cubicBezTo>
                          <a:pt x="22165" y="13388"/>
                          <a:pt x="26687" y="14363"/>
                          <a:pt x="29080" y="14718"/>
                        </a:cubicBezTo>
                        <a:cubicBezTo>
                          <a:pt x="27795" y="14275"/>
                          <a:pt x="25667" y="13610"/>
                          <a:pt x="24514" y="12945"/>
                        </a:cubicBezTo>
                        <a:cubicBezTo>
                          <a:pt x="18175" y="9354"/>
                          <a:pt x="10062" y="5541"/>
                          <a:pt x="1019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13" name="Forme libre : forme 22612">
                    <a:extLst>
                      <a:ext uri="{FF2B5EF4-FFF2-40B4-BE49-F238E27FC236}">
                        <a16:creationId xmlns:a16="http://schemas.microsoft.com/office/drawing/2014/main" id="{8E8D4E3E-5E7A-4A19-97BD-D41083F5BBBF}"/>
                      </a:ext>
                    </a:extLst>
                  </p:cNvPr>
                  <p:cNvSpPr/>
                  <p:nvPr/>
                </p:nvSpPr>
                <p:spPr>
                  <a:xfrm>
                    <a:off x="7111707" y="1223884"/>
                    <a:ext cx="42741" cy="16623"/>
                  </a:xfrm>
                  <a:custGeom>
                    <a:avLst/>
                    <a:gdLst>
                      <a:gd name="connsiteX0" fmla="*/ 42339 w 42741"/>
                      <a:gd name="connsiteY0" fmla="*/ 15343 h 16623"/>
                      <a:gd name="connsiteX1" fmla="*/ 31655 w 42741"/>
                      <a:gd name="connsiteY1" fmla="*/ 15875 h 16623"/>
                      <a:gd name="connsiteX2" fmla="*/ 19021 w 42741"/>
                      <a:gd name="connsiteY2" fmla="*/ 13171 h 16623"/>
                      <a:gd name="connsiteX3" fmla="*/ 7539 w 42741"/>
                      <a:gd name="connsiteY3" fmla="*/ 9669 h 16623"/>
                      <a:gd name="connsiteX4" fmla="*/ 3 w 42741"/>
                      <a:gd name="connsiteY4" fmla="*/ 3728 h 16623"/>
                      <a:gd name="connsiteX5" fmla="*/ 8958 w 42741"/>
                      <a:gd name="connsiteY5" fmla="*/ 5 h 16623"/>
                      <a:gd name="connsiteX6" fmla="*/ 21947 w 42741"/>
                      <a:gd name="connsiteY6" fmla="*/ 2000 h 16623"/>
                      <a:gd name="connsiteX7" fmla="*/ 35512 w 42741"/>
                      <a:gd name="connsiteY7" fmla="*/ 7497 h 16623"/>
                      <a:gd name="connsiteX8" fmla="*/ 42339 w 42741"/>
                      <a:gd name="connsiteY8" fmla="*/ 15343 h 16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741" h="16623">
                        <a:moveTo>
                          <a:pt x="42339" y="15343"/>
                        </a:moveTo>
                        <a:cubicBezTo>
                          <a:pt x="40743" y="17161"/>
                          <a:pt x="36310" y="16762"/>
                          <a:pt x="31655" y="15875"/>
                        </a:cubicBezTo>
                        <a:cubicBezTo>
                          <a:pt x="26956" y="14988"/>
                          <a:pt x="21903" y="13792"/>
                          <a:pt x="19021" y="13171"/>
                        </a:cubicBezTo>
                        <a:cubicBezTo>
                          <a:pt x="16140" y="12462"/>
                          <a:pt x="11529" y="11176"/>
                          <a:pt x="7539" y="9669"/>
                        </a:cubicBezTo>
                        <a:cubicBezTo>
                          <a:pt x="3594" y="8117"/>
                          <a:pt x="180" y="6300"/>
                          <a:pt x="3" y="3728"/>
                        </a:cubicBezTo>
                        <a:cubicBezTo>
                          <a:pt x="-130" y="1113"/>
                          <a:pt x="4037" y="-84"/>
                          <a:pt x="8958" y="5"/>
                        </a:cubicBezTo>
                        <a:cubicBezTo>
                          <a:pt x="13879" y="5"/>
                          <a:pt x="19420" y="1246"/>
                          <a:pt x="21947" y="2000"/>
                        </a:cubicBezTo>
                        <a:cubicBezTo>
                          <a:pt x="24518" y="2620"/>
                          <a:pt x="30636" y="4748"/>
                          <a:pt x="35512" y="7497"/>
                        </a:cubicBezTo>
                        <a:cubicBezTo>
                          <a:pt x="40389" y="10245"/>
                          <a:pt x="43979" y="13526"/>
                          <a:pt x="42339" y="1534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14" name="Forme libre : forme 22613">
                    <a:extLst>
                      <a:ext uri="{FF2B5EF4-FFF2-40B4-BE49-F238E27FC236}">
                        <a16:creationId xmlns:a16="http://schemas.microsoft.com/office/drawing/2014/main" id="{7CF5EB81-8FFB-4546-A4EB-FE7A84D8DCD3}"/>
                      </a:ext>
                    </a:extLst>
                  </p:cNvPr>
                  <p:cNvSpPr/>
                  <p:nvPr/>
                </p:nvSpPr>
                <p:spPr>
                  <a:xfrm>
                    <a:off x="7088225" y="1217020"/>
                    <a:ext cx="52567" cy="25714"/>
                  </a:xfrm>
                  <a:custGeom>
                    <a:avLst/>
                    <a:gdLst>
                      <a:gd name="connsiteX0" fmla="*/ 744 w 52567"/>
                      <a:gd name="connsiteY0" fmla="*/ 10992 h 25714"/>
                      <a:gd name="connsiteX1" fmla="*/ 6950 w 52567"/>
                      <a:gd name="connsiteY1" fmla="*/ 15691 h 25714"/>
                      <a:gd name="connsiteX2" fmla="*/ 25170 w 52567"/>
                      <a:gd name="connsiteY2" fmla="*/ 23094 h 25714"/>
                      <a:gd name="connsiteX3" fmla="*/ 43922 w 52567"/>
                      <a:gd name="connsiteY3" fmla="*/ 25710 h 25714"/>
                      <a:gd name="connsiteX4" fmla="*/ 52567 w 52567"/>
                      <a:gd name="connsiteY4" fmla="*/ 21808 h 25714"/>
                      <a:gd name="connsiteX5" fmla="*/ 47114 w 52567"/>
                      <a:gd name="connsiteY5" fmla="*/ 17198 h 25714"/>
                      <a:gd name="connsiteX6" fmla="*/ 30047 w 52567"/>
                      <a:gd name="connsiteY6" fmla="*/ 6869 h 25714"/>
                      <a:gd name="connsiteX7" fmla="*/ 10053 w 52567"/>
                      <a:gd name="connsiteY7" fmla="*/ 264 h 25714"/>
                      <a:gd name="connsiteX8" fmla="*/ 4867 w 52567"/>
                      <a:gd name="connsiteY8" fmla="*/ 1948 h 25714"/>
                      <a:gd name="connsiteX9" fmla="*/ 1409 w 52567"/>
                      <a:gd name="connsiteY9" fmla="*/ 4830 h 25714"/>
                      <a:gd name="connsiteX10" fmla="*/ 744 w 52567"/>
                      <a:gd name="connsiteY10" fmla="*/ 10992 h 2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567" h="25714">
                        <a:moveTo>
                          <a:pt x="744" y="10992"/>
                        </a:moveTo>
                        <a:cubicBezTo>
                          <a:pt x="2428" y="13651"/>
                          <a:pt x="3670" y="14405"/>
                          <a:pt x="6950" y="15691"/>
                        </a:cubicBezTo>
                        <a:cubicBezTo>
                          <a:pt x="13245" y="18705"/>
                          <a:pt x="17767" y="21188"/>
                          <a:pt x="25170" y="23094"/>
                        </a:cubicBezTo>
                        <a:cubicBezTo>
                          <a:pt x="31288" y="24734"/>
                          <a:pt x="38248" y="25798"/>
                          <a:pt x="43922" y="25710"/>
                        </a:cubicBezTo>
                        <a:cubicBezTo>
                          <a:pt x="48134" y="25621"/>
                          <a:pt x="52611" y="24823"/>
                          <a:pt x="52567" y="21808"/>
                        </a:cubicBezTo>
                        <a:cubicBezTo>
                          <a:pt x="52522" y="19858"/>
                          <a:pt x="49419" y="18705"/>
                          <a:pt x="47114" y="17198"/>
                        </a:cubicBezTo>
                        <a:cubicBezTo>
                          <a:pt x="41617" y="13651"/>
                          <a:pt x="35987" y="10770"/>
                          <a:pt x="30047" y="6869"/>
                        </a:cubicBezTo>
                        <a:cubicBezTo>
                          <a:pt x="25081" y="3455"/>
                          <a:pt x="18875" y="-1155"/>
                          <a:pt x="10053" y="264"/>
                        </a:cubicBezTo>
                        <a:cubicBezTo>
                          <a:pt x="8103" y="618"/>
                          <a:pt x="6330" y="1150"/>
                          <a:pt x="4867" y="1948"/>
                        </a:cubicBezTo>
                        <a:cubicBezTo>
                          <a:pt x="3404" y="2790"/>
                          <a:pt x="2251" y="3810"/>
                          <a:pt x="1409" y="4830"/>
                        </a:cubicBezTo>
                        <a:cubicBezTo>
                          <a:pt x="-187" y="6869"/>
                          <a:pt x="-453" y="9130"/>
                          <a:pt x="744" y="1099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15" name="Forme libre : forme 22614">
                    <a:extLst>
                      <a:ext uri="{FF2B5EF4-FFF2-40B4-BE49-F238E27FC236}">
                        <a16:creationId xmlns:a16="http://schemas.microsoft.com/office/drawing/2014/main" id="{9D406265-C69A-4171-ACF1-8F672BB2C5B4}"/>
                      </a:ext>
                    </a:extLst>
                  </p:cNvPr>
                  <p:cNvSpPr/>
                  <p:nvPr/>
                </p:nvSpPr>
                <p:spPr>
                  <a:xfrm>
                    <a:off x="7099246" y="1217209"/>
                    <a:ext cx="19419" cy="5327"/>
                  </a:xfrm>
                  <a:custGeom>
                    <a:avLst/>
                    <a:gdLst>
                      <a:gd name="connsiteX0" fmla="*/ 1781 w 19419"/>
                      <a:gd name="connsiteY0" fmla="*/ 2912 h 5327"/>
                      <a:gd name="connsiteX1" fmla="*/ 52 w 19419"/>
                      <a:gd name="connsiteY1" fmla="*/ 4241 h 5327"/>
                      <a:gd name="connsiteX2" fmla="*/ 1515 w 19419"/>
                      <a:gd name="connsiteY2" fmla="*/ 5261 h 5327"/>
                      <a:gd name="connsiteX3" fmla="*/ 4973 w 19419"/>
                      <a:gd name="connsiteY3" fmla="*/ 5261 h 5327"/>
                      <a:gd name="connsiteX4" fmla="*/ 9273 w 19419"/>
                      <a:gd name="connsiteY4" fmla="*/ 4862 h 5327"/>
                      <a:gd name="connsiteX5" fmla="*/ 13484 w 19419"/>
                      <a:gd name="connsiteY5" fmla="*/ 4552 h 5327"/>
                      <a:gd name="connsiteX6" fmla="*/ 16587 w 19419"/>
                      <a:gd name="connsiteY6" fmla="*/ 4064 h 5327"/>
                      <a:gd name="connsiteX7" fmla="*/ 15080 w 19419"/>
                      <a:gd name="connsiteY7" fmla="*/ 30 h 5327"/>
                      <a:gd name="connsiteX8" fmla="*/ 1781 w 19419"/>
                      <a:gd name="connsiteY8" fmla="*/ 2912 h 5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19" h="5327">
                        <a:moveTo>
                          <a:pt x="1781" y="2912"/>
                        </a:moveTo>
                        <a:cubicBezTo>
                          <a:pt x="894" y="3355"/>
                          <a:pt x="318" y="3665"/>
                          <a:pt x="52" y="4241"/>
                        </a:cubicBezTo>
                        <a:cubicBezTo>
                          <a:pt x="-214" y="4818"/>
                          <a:pt x="584" y="5128"/>
                          <a:pt x="1515" y="5261"/>
                        </a:cubicBezTo>
                        <a:cubicBezTo>
                          <a:pt x="2490" y="5350"/>
                          <a:pt x="3864" y="5350"/>
                          <a:pt x="4973" y="5261"/>
                        </a:cubicBezTo>
                        <a:cubicBezTo>
                          <a:pt x="6347" y="5128"/>
                          <a:pt x="7810" y="4995"/>
                          <a:pt x="9273" y="4862"/>
                        </a:cubicBezTo>
                        <a:cubicBezTo>
                          <a:pt x="10691" y="4773"/>
                          <a:pt x="12110" y="4685"/>
                          <a:pt x="13484" y="4552"/>
                        </a:cubicBezTo>
                        <a:cubicBezTo>
                          <a:pt x="14592" y="4419"/>
                          <a:pt x="15656" y="4330"/>
                          <a:pt x="16587" y="4064"/>
                        </a:cubicBezTo>
                        <a:cubicBezTo>
                          <a:pt x="20400" y="3045"/>
                          <a:pt x="20799" y="252"/>
                          <a:pt x="15080" y="30"/>
                        </a:cubicBezTo>
                        <a:cubicBezTo>
                          <a:pt x="10603" y="-236"/>
                          <a:pt x="5283" y="1316"/>
                          <a:pt x="1781" y="291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16" name="Forme libre : forme 22615">
                    <a:extLst>
                      <a:ext uri="{FF2B5EF4-FFF2-40B4-BE49-F238E27FC236}">
                        <a16:creationId xmlns:a16="http://schemas.microsoft.com/office/drawing/2014/main" id="{0131B272-6E0F-4A30-A4C6-8A4C217D75E7}"/>
                      </a:ext>
                    </a:extLst>
                  </p:cNvPr>
                  <p:cNvSpPr/>
                  <p:nvPr/>
                </p:nvSpPr>
                <p:spPr>
                  <a:xfrm>
                    <a:off x="7136048" y="1246808"/>
                    <a:ext cx="28903" cy="1798"/>
                  </a:xfrm>
                  <a:custGeom>
                    <a:avLst/>
                    <a:gdLst>
                      <a:gd name="connsiteX0" fmla="*/ 28904 w 28903"/>
                      <a:gd name="connsiteY0" fmla="*/ 0 h 1798"/>
                      <a:gd name="connsiteX1" fmla="*/ 15073 w 28903"/>
                      <a:gd name="connsiteY1" fmla="*/ 1773 h 1798"/>
                      <a:gd name="connsiteX2" fmla="*/ 0 w 28903"/>
                      <a:gd name="connsiteY2" fmla="*/ 975 h 1798"/>
                      <a:gd name="connsiteX3" fmla="*/ 28904 w 28903"/>
                      <a:gd name="connsiteY3" fmla="*/ 0 h 1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903" h="1798">
                        <a:moveTo>
                          <a:pt x="28904" y="0"/>
                        </a:moveTo>
                        <a:cubicBezTo>
                          <a:pt x="25535" y="1818"/>
                          <a:pt x="20392" y="1862"/>
                          <a:pt x="15073" y="1773"/>
                        </a:cubicBezTo>
                        <a:cubicBezTo>
                          <a:pt x="9443" y="1463"/>
                          <a:pt x="4079" y="1197"/>
                          <a:pt x="0" y="975"/>
                        </a:cubicBezTo>
                        <a:cubicBezTo>
                          <a:pt x="9044" y="1197"/>
                          <a:pt x="20259" y="576"/>
                          <a:pt x="2890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17" name="Forme libre : forme 22616">
                    <a:extLst>
                      <a:ext uri="{FF2B5EF4-FFF2-40B4-BE49-F238E27FC236}">
                        <a16:creationId xmlns:a16="http://schemas.microsoft.com/office/drawing/2014/main" id="{89646175-C221-4608-8C88-629BB94146E9}"/>
                      </a:ext>
                    </a:extLst>
                  </p:cNvPr>
                  <p:cNvSpPr/>
                  <p:nvPr/>
                </p:nvSpPr>
                <p:spPr>
                  <a:xfrm>
                    <a:off x="7077753" y="1209340"/>
                    <a:ext cx="33514" cy="15656"/>
                  </a:xfrm>
                  <a:custGeom>
                    <a:avLst/>
                    <a:gdLst>
                      <a:gd name="connsiteX0" fmla="*/ 33514 w 33514"/>
                      <a:gd name="connsiteY0" fmla="*/ 8 h 15656"/>
                      <a:gd name="connsiteX1" fmla="*/ 22963 w 33514"/>
                      <a:gd name="connsiteY1" fmla="*/ 1294 h 15656"/>
                      <a:gd name="connsiteX2" fmla="*/ 13565 w 33514"/>
                      <a:gd name="connsiteY2" fmla="*/ 4840 h 15656"/>
                      <a:gd name="connsiteX3" fmla="*/ 0 w 33514"/>
                      <a:gd name="connsiteY3" fmla="*/ 15657 h 15656"/>
                      <a:gd name="connsiteX4" fmla="*/ 14097 w 33514"/>
                      <a:gd name="connsiteY4" fmla="*/ 5283 h 15656"/>
                      <a:gd name="connsiteX5" fmla="*/ 23761 w 33514"/>
                      <a:gd name="connsiteY5" fmla="*/ 1870 h 15656"/>
                      <a:gd name="connsiteX6" fmla="*/ 33514 w 33514"/>
                      <a:gd name="connsiteY6" fmla="*/ 8 h 15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514" h="15656">
                        <a:moveTo>
                          <a:pt x="33514" y="8"/>
                        </a:moveTo>
                        <a:cubicBezTo>
                          <a:pt x="29879" y="-81"/>
                          <a:pt x="26288" y="584"/>
                          <a:pt x="22963" y="1294"/>
                        </a:cubicBezTo>
                        <a:cubicBezTo>
                          <a:pt x="19594" y="2313"/>
                          <a:pt x="16447" y="3333"/>
                          <a:pt x="13565" y="4840"/>
                        </a:cubicBezTo>
                        <a:cubicBezTo>
                          <a:pt x="7802" y="7766"/>
                          <a:pt x="3325" y="11756"/>
                          <a:pt x="0" y="15657"/>
                        </a:cubicBezTo>
                        <a:cubicBezTo>
                          <a:pt x="2881" y="11889"/>
                          <a:pt x="7935" y="8076"/>
                          <a:pt x="14097" y="5283"/>
                        </a:cubicBezTo>
                        <a:cubicBezTo>
                          <a:pt x="17156" y="3909"/>
                          <a:pt x="20481" y="2801"/>
                          <a:pt x="23761" y="1870"/>
                        </a:cubicBezTo>
                        <a:cubicBezTo>
                          <a:pt x="27086" y="1116"/>
                          <a:pt x="30455" y="274"/>
                          <a:pt x="33514" y="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18" name="Forme libre : forme 22617">
                    <a:extLst>
                      <a:ext uri="{FF2B5EF4-FFF2-40B4-BE49-F238E27FC236}">
                        <a16:creationId xmlns:a16="http://schemas.microsoft.com/office/drawing/2014/main" id="{B831F552-3DC2-49A1-BB15-C85B2E2D9891}"/>
                      </a:ext>
                    </a:extLst>
                  </p:cNvPr>
                  <p:cNvSpPr/>
                  <p:nvPr/>
                </p:nvSpPr>
                <p:spPr>
                  <a:xfrm>
                    <a:off x="7127792" y="1224906"/>
                    <a:ext cx="15857" cy="7301"/>
                  </a:xfrm>
                  <a:custGeom>
                    <a:avLst/>
                    <a:gdLst>
                      <a:gd name="connsiteX0" fmla="*/ 15570 w 15857"/>
                      <a:gd name="connsiteY0" fmla="*/ 7051 h 7301"/>
                      <a:gd name="connsiteX1" fmla="*/ 6039 w 15857"/>
                      <a:gd name="connsiteY1" fmla="*/ 4746 h 7301"/>
                      <a:gd name="connsiteX2" fmla="*/ 276 w 15857"/>
                      <a:gd name="connsiteY2" fmla="*/ 445 h 7301"/>
                      <a:gd name="connsiteX3" fmla="*/ 9541 w 15857"/>
                      <a:gd name="connsiteY3" fmla="*/ 2219 h 7301"/>
                      <a:gd name="connsiteX4" fmla="*/ 15570 w 15857"/>
                      <a:gd name="connsiteY4" fmla="*/ 7051 h 7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57" h="7301">
                        <a:moveTo>
                          <a:pt x="15570" y="7051"/>
                        </a:moveTo>
                        <a:cubicBezTo>
                          <a:pt x="14019" y="8115"/>
                          <a:pt x="7945" y="5499"/>
                          <a:pt x="6039" y="4746"/>
                        </a:cubicBezTo>
                        <a:cubicBezTo>
                          <a:pt x="4133" y="3992"/>
                          <a:pt x="-1275" y="1820"/>
                          <a:pt x="276" y="445"/>
                        </a:cubicBezTo>
                        <a:cubicBezTo>
                          <a:pt x="1872" y="-973"/>
                          <a:pt x="7768" y="1376"/>
                          <a:pt x="9541" y="2219"/>
                        </a:cubicBezTo>
                        <a:cubicBezTo>
                          <a:pt x="11359" y="2972"/>
                          <a:pt x="17211" y="5809"/>
                          <a:pt x="15570" y="705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19" name="Forme libre : forme 22618">
                    <a:extLst>
                      <a:ext uri="{FF2B5EF4-FFF2-40B4-BE49-F238E27FC236}">
                        <a16:creationId xmlns:a16="http://schemas.microsoft.com/office/drawing/2014/main" id="{0B187D34-20A8-4EC0-8836-0261E682662C}"/>
                      </a:ext>
                    </a:extLst>
                  </p:cNvPr>
                  <p:cNvSpPr/>
                  <p:nvPr/>
                </p:nvSpPr>
                <p:spPr>
                  <a:xfrm>
                    <a:off x="7141541" y="1230440"/>
                    <a:ext cx="4437" cy="2352"/>
                  </a:xfrm>
                  <a:custGeom>
                    <a:avLst/>
                    <a:gdLst>
                      <a:gd name="connsiteX0" fmla="*/ 4437 w 4437"/>
                      <a:gd name="connsiteY0" fmla="*/ 2004 h 2352"/>
                      <a:gd name="connsiteX1" fmla="*/ 2132 w 4437"/>
                      <a:gd name="connsiteY1" fmla="*/ 1960 h 2352"/>
                      <a:gd name="connsiteX2" fmla="*/ 4 w 4437"/>
                      <a:gd name="connsiteY2" fmla="*/ 364 h 2352"/>
                      <a:gd name="connsiteX3" fmla="*/ 2265 w 4437"/>
                      <a:gd name="connsiteY3" fmla="*/ 364 h 2352"/>
                      <a:gd name="connsiteX4" fmla="*/ 4437 w 4437"/>
                      <a:gd name="connsiteY4" fmla="*/ 2004 h 2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7" h="2352">
                        <a:moveTo>
                          <a:pt x="4437" y="2004"/>
                        </a:moveTo>
                        <a:cubicBezTo>
                          <a:pt x="4348" y="2669"/>
                          <a:pt x="2885" y="2226"/>
                          <a:pt x="2132" y="1960"/>
                        </a:cubicBezTo>
                        <a:cubicBezTo>
                          <a:pt x="1378" y="1694"/>
                          <a:pt x="-85" y="985"/>
                          <a:pt x="4" y="364"/>
                        </a:cubicBezTo>
                        <a:cubicBezTo>
                          <a:pt x="93" y="-301"/>
                          <a:pt x="1511" y="98"/>
                          <a:pt x="2265" y="364"/>
                        </a:cubicBezTo>
                        <a:cubicBezTo>
                          <a:pt x="2974" y="674"/>
                          <a:pt x="4481" y="1339"/>
                          <a:pt x="4437" y="20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20" name="Forme libre : forme 22619">
                    <a:extLst>
                      <a:ext uri="{FF2B5EF4-FFF2-40B4-BE49-F238E27FC236}">
                        <a16:creationId xmlns:a16="http://schemas.microsoft.com/office/drawing/2014/main" id="{E351471C-A87E-4B69-A59C-B92F1F0BAFC2}"/>
                      </a:ext>
                    </a:extLst>
                  </p:cNvPr>
                  <p:cNvSpPr/>
                  <p:nvPr/>
                </p:nvSpPr>
                <p:spPr>
                  <a:xfrm>
                    <a:off x="7129658" y="1214857"/>
                    <a:ext cx="35620" cy="28703"/>
                  </a:xfrm>
                  <a:custGeom>
                    <a:avLst/>
                    <a:gdLst>
                      <a:gd name="connsiteX0" fmla="*/ 29797 w 35620"/>
                      <a:gd name="connsiteY0" fmla="*/ 16302 h 28703"/>
                      <a:gd name="connsiteX1" fmla="*/ 35604 w 35620"/>
                      <a:gd name="connsiteY1" fmla="*/ 27252 h 28703"/>
                      <a:gd name="connsiteX2" fmla="*/ 31792 w 35620"/>
                      <a:gd name="connsiteY2" fmla="*/ 28183 h 28703"/>
                      <a:gd name="connsiteX3" fmla="*/ 28245 w 35620"/>
                      <a:gd name="connsiteY3" fmla="*/ 24459 h 28703"/>
                      <a:gd name="connsiteX4" fmla="*/ 17163 w 35620"/>
                      <a:gd name="connsiteY4" fmla="*/ 12844 h 28703"/>
                      <a:gd name="connsiteX5" fmla="*/ 6479 w 35620"/>
                      <a:gd name="connsiteY5" fmla="*/ 6682 h 28703"/>
                      <a:gd name="connsiteX6" fmla="*/ 583 w 35620"/>
                      <a:gd name="connsiteY6" fmla="*/ 742 h 28703"/>
                      <a:gd name="connsiteX7" fmla="*/ 11799 w 35620"/>
                      <a:gd name="connsiteY7" fmla="*/ 1673 h 28703"/>
                      <a:gd name="connsiteX8" fmla="*/ 22615 w 35620"/>
                      <a:gd name="connsiteY8" fmla="*/ 7392 h 28703"/>
                      <a:gd name="connsiteX9" fmla="*/ 29797 w 35620"/>
                      <a:gd name="connsiteY9" fmla="*/ 16302 h 28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5620" h="28703">
                        <a:moveTo>
                          <a:pt x="29797" y="16302"/>
                        </a:moveTo>
                        <a:cubicBezTo>
                          <a:pt x="32944" y="20247"/>
                          <a:pt x="34984" y="23306"/>
                          <a:pt x="35604" y="27252"/>
                        </a:cubicBezTo>
                        <a:cubicBezTo>
                          <a:pt x="35826" y="28715"/>
                          <a:pt x="33654" y="29158"/>
                          <a:pt x="31792" y="28183"/>
                        </a:cubicBezTo>
                        <a:cubicBezTo>
                          <a:pt x="29930" y="27163"/>
                          <a:pt x="29176" y="25789"/>
                          <a:pt x="28245" y="24459"/>
                        </a:cubicBezTo>
                        <a:cubicBezTo>
                          <a:pt x="25452" y="20203"/>
                          <a:pt x="21773" y="16479"/>
                          <a:pt x="17163" y="12844"/>
                        </a:cubicBezTo>
                        <a:cubicBezTo>
                          <a:pt x="15744" y="11647"/>
                          <a:pt x="10823" y="9032"/>
                          <a:pt x="6479" y="6682"/>
                        </a:cubicBezTo>
                        <a:cubicBezTo>
                          <a:pt x="2179" y="4333"/>
                          <a:pt x="-1456" y="2116"/>
                          <a:pt x="583" y="742"/>
                        </a:cubicBezTo>
                        <a:cubicBezTo>
                          <a:pt x="2666" y="-632"/>
                          <a:pt x="7321" y="33"/>
                          <a:pt x="11799" y="1673"/>
                        </a:cubicBezTo>
                        <a:cubicBezTo>
                          <a:pt x="16320" y="3224"/>
                          <a:pt x="20576" y="5884"/>
                          <a:pt x="22615" y="7392"/>
                        </a:cubicBezTo>
                        <a:cubicBezTo>
                          <a:pt x="26561" y="10716"/>
                          <a:pt x="27492" y="13243"/>
                          <a:pt x="29797" y="1630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01" name="Graphique 2">
                  <a:extLst>
                    <a:ext uri="{FF2B5EF4-FFF2-40B4-BE49-F238E27FC236}">
                      <a16:creationId xmlns:a16="http://schemas.microsoft.com/office/drawing/2014/main" id="{5C8006A4-E6AA-4B26-8638-70B048697693}"/>
                    </a:ext>
                  </a:extLst>
                </p:cNvPr>
                <p:cNvGrpSpPr/>
                <p:nvPr/>
              </p:nvGrpSpPr>
              <p:grpSpPr>
                <a:xfrm>
                  <a:off x="7167594" y="1242337"/>
                  <a:ext cx="71120" cy="74260"/>
                  <a:chOff x="7167594" y="1242337"/>
                  <a:chExt cx="71120" cy="74260"/>
                </a:xfrm>
                <a:solidFill>
                  <a:schemeClr val="accent1"/>
                </a:solidFill>
              </p:grpSpPr>
              <p:sp>
                <p:nvSpPr>
                  <p:cNvPr id="22597" name="Forme libre : forme 22596">
                    <a:extLst>
                      <a:ext uri="{FF2B5EF4-FFF2-40B4-BE49-F238E27FC236}">
                        <a16:creationId xmlns:a16="http://schemas.microsoft.com/office/drawing/2014/main" id="{9CEA7BCC-46F8-4918-8A31-4AE9A1257B0E}"/>
                      </a:ext>
                    </a:extLst>
                  </p:cNvPr>
                  <p:cNvSpPr/>
                  <p:nvPr/>
                </p:nvSpPr>
                <p:spPr>
                  <a:xfrm>
                    <a:off x="7167594" y="1242337"/>
                    <a:ext cx="71120" cy="74260"/>
                  </a:xfrm>
                  <a:custGeom>
                    <a:avLst/>
                    <a:gdLst>
                      <a:gd name="connsiteX0" fmla="*/ 36990 w 71120"/>
                      <a:gd name="connsiteY0" fmla="*/ 57091 h 74260"/>
                      <a:gd name="connsiteX1" fmla="*/ 27680 w 71120"/>
                      <a:gd name="connsiteY1" fmla="*/ 49555 h 74260"/>
                      <a:gd name="connsiteX2" fmla="*/ 12475 w 71120"/>
                      <a:gd name="connsiteY2" fmla="*/ 36655 h 74260"/>
                      <a:gd name="connsiteX3" fmla="*/ 11455 w 71120"/>
                      <a:gd name="connsiteY3" fmla="*/ 35414 h 74260"/>
                      <a:gd name="connsiteX4" fmla="*/ 10790 w 71120"/>
                      <a:gd name="connsiteY4" fmla="*/ 34527 h 74260"/>
                      <a:gd name="connsiteX5" fmla="*/ 9549 w 71120"/>
                      <a:gd name="connsiteY5" fmla="*/ 32754 h 74260"/>
                      <a:gd name="connsiteX6" fmla="*/ 7332 w 71120"/>
                      <a:gd name="connsiteY6" fmla="*/ 29296 h 74260"/>
                      <a:gd name="connsiteX7" fmla="*/ 3963 w 71120"/>
                      <a:gd name="connsiteY7" fmla="*/ 22513 h 74260"/>
                      <a:gd name="connsiteX8" fmla="*/ 106 w 71120"/>
                      <a:gd name="connsiteY8" fmla="*/ 8106 h 74260"/>
                      <a:gd name="connsiteX9" fmla="*/ 6180 w 71120"/>
                      <a:gd name="connsiteY9" fmla="*/ 82 h 74260"/>
                      <a:gd name="connsiteX10" fmla="*/ 22538 w 71120"/>
                      <a:gd name="connsiteY10" fmla="*/ 2387 h 74260"/>
                      <a:gd name="connsiteX11" fmla="*/ 30917 w 71120"/>
                      <a:gd name="connsiteY11" fmla="*/ 6776 h 74260"/>
                      <a:gd name="connsiteX12" fmla="*/ 35172 w 71120"/>
                      <a:gd name="connsiteY12" fmla="*/ 10056 h 74260"/>
                      <a:gd name="connsiteX13" fmla="*/ 37300 w 71120"/>
                      <a:gd name="connsiteY13" fmla="*/ 12007 h 74260"/>
                      <a:gd name="connsiteX14" fmla="*/ 38364 w 71120"/>
                      <a:gd name="connsiteY14" fmla="*/ 13026 h 74260"/>
                      <a:gd name="connsiteX15" fmla="*/ 38763 w 71120"/>
                      <a:gd name="connsiteY15" fmla="*/ 13292 h 74260"/>
                      <a:gd name="connsiteX16" fmla="*/ 62480 w 71120"/>
                      <a:gd name="connsiteY16" fmla="*/ 32931 h 74260"/>
                      <a:gd name="connsiteX17" fmla="*/ 66869 w 71120"/>
                      <a:gd name="connsiteY17" fmla="*/ 39226 h 74260"/>
                      <a:gd name="connsiteX18" fmla="*/ 68154 w 71120"/>
                      <a:gd name="connsiteY18" fmla="*/ 41930 h 74260"/>
                      <a:gd name="connsiteX19" fmla="*/ 69041 w 71120"/>
                      <a:gd name="connsiteY19" fmla="*/ 44235 h 74260"/>
                      <a:gd name="connsiteX20" fmla="*/ 70947 w 71120"/>
                      <a:gd name="connsiteY20" fmla="*/ 52791 h 74260"/>
                      <a:gd name="connsiteX21" fmla="*/ 69484 w 71120"/>
                      <a:gd name="connsiteY21" fmla="*/ 68307 h 74260"/>
                      <a:gd name="connsiteX22" fmla="*/ 61505 w 71120"/>
                      <a:gd name="connsiteY22" fmla="*/ 74070 h 74260"/>
                      <a:gd name="connsiteX23" fmla="*/ 48073 w 71120"/>
                      <a:gd name="connsiteY23" fmla="*/ 67554 h 74260"/>
                      <a:gd name="connsiteX24" fmla="*/ 41999 w 71120"/>
                      <a:gd name="connsiteY24" fmla="*/ 62278 h 74260"/>
                      <a:gd name="connsiteX25" fmla="*/ 39029 w 71120"/>
                      <a:gd name="connsiteY25" fmla="*/ 59086 h 74260"/>
                      <a:gd name="connsiteX26" fmla="*/ 37876 w 71120"/>
                      <a:gd name="connsiteY26" fmla="*/ 57934 h 74260"/>
                      <a:gd name="connsiteX27" fmla="*/ 36990 w 71120"/>
                      <a:gd name="connsiteY27" fmla="*/ 57091 h 74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71120" h="74260">
                        <a:moveTo>
                          <a:pt x="36990" y="57091"/>
                        </a:moveTo>
                        <a:cubicBezTo>
                          <a:pt x="35616" y="55717"/>
                          <a:pt x="32291" y="52924"/>
                          <a:pt x="27680" y="49555"/>
                        </a:cubicBezTo>
                        <a:cubicBezTo>
                          <a:pt x="23114" y="46142"/>
                          <a:pt x="17307" y="42329"/>
                          <a:pt x="12475" y="36655"/>
                        </a:cubicBezTo>
                        <a:cubicBezTo>
                          <a:pt x="11810" y="35901"/>
                          <a:pt x="11721" y="35768"/>
                          <a:pt x="11455" y="35414"/>
                        </a:cubicBezTo>
                        <a:lnTo>
                          <a:pt x="10790" y="34527"/>
                        </a:lnTo>
                        <a:cubicBezTo>
                          <a:pt x="10391" y="33906"/>
                          <a:pt x="9948" y="33330"/>
                          <a:pt x="9549" y="32754"/>
                        </a:cubicBezTo>
                        <a:cubicBezTo>
                          <a:pt x="8751" y="31557"/>
                          <a:pt x="7953" y="30448"/>
                          <a:pt x="7332" y="29296"/>
                        </a:cubicBezTo>
                        <a:cubicBezTo>
                          <a:pt x="6047" y="26991"/>
                          <a:pt x="4805" y="24818"/>
                          <a:pt x="3963" y="22513"/>
                        </a:cubicBezTo>
                        <a:cubicBezTo>
                          <a:pt x="2101" y="18036"/>
                          <a:pt x="1082" y="13381"/>
                          <a:pt x="106" y="8106"/>
                        </a:cubicBezTo>
                        <a:cubicBezTo>
                          <a:pt x="-603" y="4515"/>
                          <a:pt x="2323" y="392"/>
                          <a:pt x="6180" y="82"/>
                        </a:cubicBezTo>
                        <a:cubicBezTo>
                          <a:pt x="11632" y="-229"/>
                          <a:pt x="16997" y="303"/>
                          <a:pt x="22538" y="2387"/>
                        </a:cubicBezTo>
                        <a:cubicBezTo>
                          <a:pt x="25286" y="3495"/>
                          <a:pt x="28124" y="4825"/>
                          <a:pt x="30917" y="6776"/>
                        </a:cubicBezTo>
                        <a:cubicBezTo>
                          <a:pt x="32335" y="7751"/>
                          <a:pt x="33798" y="8771"/>
                          <a:pt x="35172" y="10056"/>
                        </a:cubicBezTo>
                        <a:cubicBezTo>
                          <a:pt x="35882" y="10721"/>
                          <a:pt x="36591" y="11342"/>
                          <a:pt x="37300" y="12007"/>
                        </a:cubicBezTo>
                        <a:lnTo>
                          <a:pt x="38364" y="13026"/>
                        </a:lnTo>
                        <a:cubicBezTo>
                          <a:pt x="38630" y="13248"/>
                          <a:pt x="38630" y="13204"/>
                          <a:pt x="38763" y="13292"/>
                        </a:cubicBezTo>
                        <a:cubicBezTo>
                          <a:pt x="40270" y="14977"/>
                          <a:pt x="55343" y="24198"/>
                          <a:pt x="62480" y="32931"/>
                        </a:cubicBezTo>
                        <a:cubicBezTo>
                          <a:pt x="64165" y="34881"/>
                          <a:pt x="65628" y="37009"/>
                          <a:pt x="66869" y="39226"/>
                        </a:cubicBezTo>
                        <a:cubicBezTo>
                          <a:pt x="67578" y="40467"/>
                          <a:pt x="67844" y="41132"/>
                          <a:pt x="68154" y="41930"/>
                        </a:cubicBezTo>
                        <a:lnTo>
                          <a:pt x="69041" y="44235"/>
                        </a:lnTo>
                        <a:cubicBezTo>
                          <a:pt x="70149" y="47250"/>
                          <a:pt x="70637" y="50087"/>
                          <a:pt x="70947" y="52791"/>
                        </a:cubicBezTo>
                        <a:cubicBezTo>
                          <a:pt x="71479" y="58200"/>
                          <a:pt x="70726" y="63165"/>
                          <a:pt x="69484" y="68307"/>
                        </a:cubicBezTo>
                        <a:cubicBezTo>
                          <a:pt x="68642" y="71854"/>
                          <a:pt x="64874" y="75090"/>
                          <a:pt x="61505" y="74070"/>
                        </a:cubicBezTo>
                        <a:cubicBezTo>
                          <a:pt x="56673" y="72652"/>
                          <a:pt x="52240" y="70568"/>
                          <a:pt x="48073" y="67554"/>
                        </a:cubicBezTo>
                        <a:cubicBezTo>
                          <a:pt x="45989" y="66046"/>
                          <a:pt x="43950" y="64317"/>
                          <a:pt x="41999" y="62278"/>
                        </a:cubicBezTo>
                        <a:cubicBezTo>
                          <a:pt x="40979" y="61303"/>
                          <a:pt x="40004" y="60239"/>
                          <a:pt x="39029" y="59086"/>
                        </a:cubicBezTo>
                        <a:cubicBezTo>
                          <a:pt x="38497" y="58377"/>
                          <a:pt x="38142" y="58155"/>
                          <a:pt x="37876" y="57934"/>
                        </a:cubicBezTo>
                        <a:lnTo>
                          <a:pt x="36990" y="57091"/>
                        </a:ln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98" name="Forme libre : forme 22597">
                    <a:extLst>
                      <a:ext uri="{FF2B5EF4-FFF2-40B4-BE49-F238E27FC236}">
                        <a16:creationId xmlns:a16="http://schemas.microsoft.com/office/drawing/2014/main" id="{B0D197FB-3BFC-4EE4-A436-234AA1325575}"/>
                      </a:ext>
                    </a:extLst>
                  </p:cNvPr>
                  <p:cNvSpPr/>
                  <p:nvPr/>
                </p:nvSpPr>
                <p:spPr>
                  <a:xfrm>
                    <a:off x="7167633" y="1246010"/>
                    <a:ext cx="61776" cy="70353"/>
                  </a:xfrm>
                  <a:custGeom>
                    <a:avLst/>
                    <a:gdLst>
                      <a:gd name="connsiteX0" fmla="*/ 25957 w 61776"/>
                      <a:gd name="connsiteY0" fmla="*/ 28505 h 70353"/>
                      <a:gd name="connsiteX1" fmla="*/ 21657 w 61776"/>
                      <a:gd name="connsiteY1" fmla="*/ 24737 h 70353"/>
                      <a:gd name="connsiteX2" fmla="*/ 18288 w 61776"/>
                      <a:gd name="connsiteY2" fmla="*/ 21190 h 70353"/>
                      <a:gd name="connsiteX3" fmla="*/ 11816 w 61776"/>
                      <a:gd name="connsiteY3" fmla="*/ 14275 h 70353"/>
                      <a:gd name="connsiteX4" fmla="*/ 910 w 61776"/>
                      <a:gd name="connsiteY4" fmla="*/ 0 h 70353"/>
                      <a:gd name="connsiteX5" fmla="*/ 112 w 61776"/>
                      <a:gd name="connsiteY5" fmla="*/ 4344 h 70353"/>
                      <a:gd name="connsiteX6" fmla="*/ 1176 w 61776"/>
                      <a:gd name="connsiteY6" fmla="*/ 9620 h 70353"/>
                      <a:gd name="connsiteX7" fmla="*/ 6186 w 61776"/>
                      <a:gd name="connsiteY7" fmla="*/ 23495 h 70353"/>
                      <a:gd name="connsiteX8" fmla="*/ 8845 w 61776"/>
                      <a:gd name="connsiteY8" fmla="*/ 27928 h 70353"/>
                      <a:gd name="connsiteX9" fmla="*/ 10397 w 61776"/>
                      <a:gd name="connsiteY9" fmla="*/ 30234 h 70353"/>
                      <a:gd name="connsiteX10" fmla="*/ 11239 w 61776"/>
                      <a:gd name="connsiteY10" fmla="*/ 31386 h 70353"/>
                      <a:gd name="connsiteX11" fmla="*/ 11683 w 61776"/>
                      <a:gd name="connsiteY11" fmla="*/ 31963 h 70353"/>
                      <a:gd name="connsiteX12" fmla="*/ 12436 w 61776"/>
                      <a:gd name="connsiteY12" fmla="*/ 32849 h 70353"/>
                      <a:gd name="connsiteX13" fmla="*/ 18066 w 61776"/>
                      <a:gd name="connsiteY13" fmla="*/ 38435 h 70353"/>
                      <a:gd name="connsiteX14" fmla="*/ 35932 w 61776"/>
                      <a:gd name="connsiteY14" fmla="*/ 52355 h 70353"/>
                      <a:gd name="connsiteX15" fmla="*/ 36951 w 61776"/>
                      <a:gd name="connsiteY15" fmla="*/ 53286 h 70353"/>
                      <a:gd name="connsiteX16" fmla="*/ 38326 w 61776"/>
                      <a:gd name="connsiteY16" fmla="*/ 54483 h 70353"/>
                      <a:gd name="connsiteX17" fmla="*/ 40320 w 61776"/>
                      <a:gd name="connsiteY17" fmla="*/ 56699 h 70353"/>
                      <a:gd name="connsiteX18" fmla="*/ 44576 w 61776"/>
                      <a:gd name="connsiteY18" fmla="*/ 60911 h 70353"/>
                      <a:gd name="connsiteX19" fmla="*/ 57122 w 61776"/>
                      <a:gd name="connsiteY19" fmla="*/ 68757 h 70353"/>
                      <a:gd name="connsiteX20" fmla="*/ 61599 w 61776"/>
                      <a:gd name="connsiteY20" fmla="*/ 70309 h 70353"/>
                      <a:gd name="connsiteX21" fmla="*/ 61777 w 61776"/>
                      <a:gd name="connsiteY21" fmla="*/ 70353 h 70353"/>
                      <a:gd name="connsiteX22" fmla="*/ 55082 w 61776"/>
                      <a:gd name="connsiteY22" fmla="*/ 57630 h 70353"/>
                      <a:gd name="connsiteX23" fmla="*/ 51492 w 61776"/>
                      <a:gd name="connsiteY23" fmla="*/ 51424 h 70353"/>
                      <a:gd name="connsiteX24" fmla="*/ 47768 w 61776"/>
                      <a:gd name="connsiteY24" fmla="*/ 45705 h 70353"/>
                      <a:gd name="connsiteX25" fmla="*/ 25957 w 61776"/>
                      <a:gd name="connsiteY25" fmla="*/ 28505 h 70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1776" h="70353">
                        <a:moveTo>
                          <a:pt x="25957" y="28505"/>
                        </a:moveTo>
                        <a:cubicBezTo>
                          <a:pt x="24539" y="27397"/>
                          <a:pt x="23076" y="26244"/>
                          <a:pt x="21657" y="24737"/>
                        </a:cubicBezTo>
                        <a:cubicBezTo>
                          <a:pt x="20372" y="23407"/>
                          <a:pt x="19396" y="22387"/>
                          <a:pt x="18288" y="21190"/>
                        </a:cubicBezTo>
                        <a:lnTo>
                          <a:pt x="11816" y="14275"/>
                        </a:lnTo>
                        <a:cubicBezTo>
                          <a:pt x="7604" y="9620"/>
                          <a:pt x="3703" y="5009"/>
                          <a:pt x="910" y="0"/>
                        </a:cubicBezTo>
                        <a:cubicBezTo>
                          <a:pt x="157" y="1374"/>
                          <a:pt x="-198" y="2881"/>
                          <a:pt x="112" y="4344"/>
                        </a:cubicBezTo>
                        <a:cubicBezTo>
                          <a:pt x="467" y="6162"/>
                          <a:pt x="777" y="7935"/>
                          <a:pt x="1176" y="9620"/>
                        </a:cubicBezTo>
                        <a:cubicBezTo>
                          <a:pt x="2329" y="14452"/>
                          <a:pt x="3747" y="18974"/>
                          <a:pt x="6186" y="23495"/>
                        </a:cubicBezTo>
                        <a:cubicBezTo>
                          <a:pt x="6984" y="24958"/>
                          <a:pt x="7826" y="26466"/>
                          <a:pt x="8845" y="27928"/>
                        </a:cubicBezTo>
                        <a:cubicBezTo>
                          <a:pt x="9377" y="28638"/>
                          <a:pt x="9821" y="29480"/>
                          <a:pt x="10397" y="30234"/>
                        </a:cubicBezTo>
                        <a:lnTo>
                          <a:pt x="11239" y="31386"/>
                        </a:lnTo>
                        <a:lnTo>
                          <a:pt x="11683" y="31963"/>
                        </a:lnTo>
                        <a:lnTo>
                          <a:pt x="12436" y="32849"/>
                        </a:lnTo>
                        <a:cubicBezTo>
                          <a:pt x="14209" y="34933"/>
                          <a:pt x="16116" y="36706"/>
                          <a:pt x="18066" y="38435"/>
                        </a:cubicBezTo>
                        <a:cubicBezTo>
                          <a:pt x="25691" y="44641"/>
                          <a:pt x="33183" y="49473"/>
                          <a:pt x="35932" y="52355"/>
                        </a:cubicBezTo>
                        <a:cubicBezTo>
                          <a:pt x="36286" y="52709"/>
                          <a:pt x="36730" y="53020"/>
                          <a:pt x="36951" y="53286"/>
                        </a:cubicBezTo>
                        <a:cubicBezTo>
                          <a:pt x="37483" y="53773"/>
                          <a:pt x="37882" y="54172"/>
                          <a:pt x="38326" y="54483"/>
                        </a:cubicBezTo>
                        <a:cubicBezTo>
                          <a:pt x="38813" y="54970"/>
                          <a:pt x="39655" y="56034"/>
                          <a:pt x="40320" y="56699"/>
                        </a:cubicBezTo>
                        <a:cubicBezTo>
                          <a:pt x="41739" y="58207"/>
                          <a:pt x="43157" y="59581"/>
                          <a:pt x="44576" y="60911"/>
                        </a:cubicBezTo>
                        <a:cubicBezTo>
                          <a:pt x="48522" y="64369"/>
                          <a:pt x="52689" y="66851"/>
                          <a:pt x="57122" y="68757"/>
                        </a:cubicBezTo>
                        <a:cubicBezTo>
                          <a:pt x="58585" y="69334"/>
                          <a:pt x="60048" y="69866"/>
                          <a:pt x="61599" y="70309"/>
                        </a:cubicBezTo>
                        <a:lnTo>
                          <a:pt x="61777" y="70353"/>
                        </a:lnTo>
                        <a:cubicBezTo>
                          <a:pt x="59604" y="66097"/>
                          <a:pt x="57388" y="61842"/>
                          <a:pt x="55082" y="57630"/>
                        </a:cubicBezTo>
                        <a:cubicBezTo>
                          <a:pt x="53886" y="55547"/>
                          <a:pt x="52777" y="53419"/>
                          <a:pt x="51492" y="51424"/>
                        </a:cubicBezTo>
                        <a:cubicBezTo>
                          <a:pt x="50251" y="49340"/>
                          <a:pt x="49054" y="47301"/>
                          <a:pt x="47768" y="45705"/>
                        </a:cubicBezTo>
                        <a:cubicBezTo>
                          <a:pt x="42360" y="38967"/>
                          <a:pt x="34114" y="34401"/>
                          <a:pt x="25957" y="2850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99" name="Forme libre : forme 22598">
                    <a:extLst>
                      <a:ext uri="{FF2B5EF4-FFF2-40B4-BE49-F238E27FC236}">
                        <a16:creationId xmlns:a16="http://schemas.microsoft.com/office/drawing/2014/main" id="{48246C4E-4D93-48D3-AE51-92DA67E9193D}"/>
                      </a:ext>
                    </a:extLst>
                  </p:cNvPr>
                  <p:cNvSpPr/>
                  <p:nvPr/>
                </p:nvSpPr>
                <p:spPr>
                  <a:xfrm>
                    <a:off x="7192772" y="1267357"/>
                    <a:ext cx="32806" cy="32545"/>
                  </a:xfrm>
                  <a:custGeom>
                    <a:avLst/>
                    <a:gdLst>
                      <a:gd name="connsiteX0" fmla="*/ 31717 w 32806"/>
                      <a:gd name="connsiteY0" fmla="*/ 32249 h 32545"/>
                      <a:gd name="connsiteX1" fmla="*/ 22984 w 32806"/>
                      <a:gd name="connsiteY1" fmla="*/ 26841 h 32545"/>
                      <a:gd name="connsiteX2" fmla="*/ 13718 w 32806"/>
                      <a:gd name="connsiteY2" fmla="*/ 18906 h 32545"/>
                      <a:gd name="connsiteX3" fmla="*/ 4320 w 32806"/>
                      <a:gd name="connsiteY3" fmla="*/ 10394 h 32545"/>
                      <a:gd name="connsiteX4" fmla="*/ 685 w 32806"/>
                      <a:gd name="connsiteY4" fmla="*/ 774 h 32545"/>
                      <a:gd name="connsiteX5" fmla="*/ 10039 w 32806"/>
                      <a:gd name="connsiteY5" fmla="*/ 2548 h 32545"/>
                      <a:gd name="connsiteX6" fmla="*/ 20856 w 32806"/>
                      <a:gd name="connsiteY6" fmla="*/ 9818 h 32545"/>
                      <a:gd name="connsiteX7" fmla="*/ 30431 w 32806"/>
                      <a:gd name="connsiteY7" fmla="*/ 21388 h 32545"/>
                      <a:gd name="connsiteX8" fmla="*/ 31717 w 32806"/>
                      <a:gd name="connsiteY8" fmla="*/ 32249 h 32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806" h="32545">
                        <a:moveTo>
                          <a:pt x="31717" y="32249"/>
                        </a:moveTo>
                        <a:cubicBezTo>
                          <a:pt x="29766" y="33535"/>
                          <a:pt x="26309" y="30432"/>
                          <a:pt x="22984" y="26841"/>
                        </a:cubicBezTo>
                        <a:cubicBezTo>
                          <a:pt x="20013" y="23827"/>
                          <a:pt x="15846" y="20635"/>
                          <a:pt x="13718" y="18906"/>
                        </a:cubicBezTo>
                        <a:cubicBezTo>
                          <a:pt x="11635" y="17177"/>
                          <a:pt x="7645" y="13985"/>
                          <a:pt x="4320" y="10394"/>
                        </a:cubicBezTo>
                        <a:cubicBezTo>
                          <a:pt x="996" y="6848"/>
                          <a:pt x="-1177" y="2636"/>
                          <a:pt x="685" y="774"/>
                        </a:cubicBezTo>
                        <a:cubicBezTo>
                          <a:pt x="2503" y="-954"/>
                          <a:pt x="5961" y="464"/>
                          <a:pt x="10039" y="2548"/>
                        </a:cubicBezTo>
                        <a:cubicBezTo>
                          <a:pt x="14118" y="4676"/>
                          <a:pt x="18639" y="7867"/>
                          <a:pt x="20856" y="9818"/>
                        </a:cubicBezTo>
                        <a:cubicBezTo>
                          <a:pt x="23028" y="11680"/>
                          <a:pt x="27816" y="15980"/>
                          <a:pt x="30431" y="21388"/>
                        </a:cubicBezTo>
                        <a:cubicBezTo>
                          <a:pt x="32781" y="26486"/>
                          <a:pt x="33712" y="30964"/>
                          <a:pt x="31717" y="3224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00" name="Forme libre : forme 22599">
                    <a:extLst>
                      <a:ext uri="{FF2B5EF4-FFF2-40B4-BE49-F238E27FC236}">
                        <a16:creationId xmlns:a16="http://schemas.microsoft.com/office/drawing/2014/main" id="{4196A8E3-13C8-40D0-8CE8-43303DD3C8AB}"/>
                      </a:ext>
                    </a:extLst>
                  </p:cNvPr>
                  <p:cNvSpPr/>
                  <p:nvPr/>
                </p:nvSpPr>
                <p:spPr>
                  <a:xfrm>
                    <a:off x="7192910" y="1267167"/>
                    <a:ext cx="20451" cy="24548"/>
                  </a:xfrm>
                  <a:custGeom>
                    <a:avLst/>
                    <a:gdLst>
                      <a:gd name="connsiteX0" fmla="*/ 10610 w 20451"/>
                      <a:gd name="connsiteY0" fmla="*/ 3358 h 24548"/>
                      <a:gd name="connsiteX1" fmla="*/ 414 w 20451"/>
                      <a:gd name="connsiteY1" fmla="*/ 876 h 24548"/>
                      <a:gd name="connsiteX2" fmla="*/ 4226 w 20451"/>
                      <a:gd name="connsiteY2" fmla="*/ 10628 h 24548"/>
                      <a:gd name="connsiteX3" fmla="*/ 13757 w 20451"/>
                      <a:gd name="connsiteY3" fmla="*/ 19317 h 24548"/>
                      <a:gd name="connsiteX4" fmla="*/ 20451 w 20451"/>
                      <a:gd name="connsiteY4" fmla="*/ 24548 h 24548"/>
                      <a:gd name="connsiteX5" fmla="*/ 17570 w 20451"/>
                      <a:gd name="connsiteY5" fmla="*/ 21091 h 24548"/>
                      <a:gd name="connsiteX6" fmla="*/ 10610 w 20451"/>
                      <a:gd name="connsiteY6" fmla="*/ 3358 h 24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451" h="24548">
                        <a:moveTo>
                          <a:pt x="10610" y="3358"/>
                        </a:moveTo>
                        <a:cubicBezTo>
                          <a:pt x="7684" y="2516"/>
                          <a:pt x="1965" y="-1829"/>
                          <a:pt x="414" y="876"/>
                        </a:cubicBezTo>
                        <a:cubicBezTo>
                          <a:pt x="-917" y="3270"/>
                          <a:pt x="1123" y="7259"/>
                          <a:pt x="4226" y="10628"/>
                        </a:cubicBezTo>
                        <a:cubicBezTo>
                          <a:pt x="7285" y="14042"/>
                          <a:pt x="11142" y="17101"/>
                          <a:pt x="13757" y="19317"/>
                        </a:cubicBezTo>
                        <a:cubicBezTo>
                          <a:pt x="15220" y="20470"/>
                          <a:pt x="18589" y="23130"/>
                          <a:pt x="20451" y="24548"/>
                        </a:cubicBezTo>
                        <a:cubicBezTo>
                          <a:pt x="19697" y="23618"/>
                          <a:pt x="18234" y="22155"/>
                          <a:pt x="17570" y="21091"/>
                        </a:cubicBezTo>
                        <a:cubicBezTo>
                          <a:pt x="13669" y="15328"/>
                          <a:pt x="7462" y="8146"/>
                          <a:pt x="10610" y="335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01" name="Forme libre : forme 22600">
                    <a:extLst>
                      <a:ext uri="{FF2B5EF4-FFF2-40B4-BE49-F238E27FC236}">
                        <a16:creationId xmlns:a16="http://schemas.microsoft.com/office/drawing/2014/main" id="{4F24D609-709C-4DD1-BE71-F16995F1735C}"/>
                      </a:ext>
                    </a:extLst>
                  </p:cNvPr>
                  <p:cNvSpPr/>
                  <p:nvPr/>
                </p:nvSpPr>
                <p:spPr>
                  <a:xfrm>
                    <a:off x="7193812" y="1269884"/>
                    <a:ext cx="32208" cy="32497"/>
                  </a:xfrm>
                  <a:custGeom>
                    <a:avLst/>
                    <a:gdLst>
                      <a:gd name="connsiteX0" fmla="*/ 30854 w 32208"/>
                      <a:gd name="connsiteY0" fmla="*/ 32426 h 32497"/>
                      <a:gd name="connsiteX1" fmla="*/ 21855 w 32208"/>
                      <a:gd name="connsiteY1" fmla="*/ 26485 h 32497"/>
                      <a:gd name="connsiteX2" fmla="*/ 19638 w 32208"/>
                      <a:gd name="connsiteY2" fmla="*/ 24180 h 32497"/>
                      <a:gd name="connsiteX3" fmla="*/ 17377 w 32208"/>
                      <a:gd name="connsiteY3" fmla="*/ 22141 h 32497"/>
                      <a:gd name="connsiteX4" fmla="*/ 13299 w 32208"/>
                      <a:gd name="connsiteY4" fmla="*/ 18772 h 32497"/>
                      <a:gd name="connsiteX5" fmla="*/ 4255 w 32208"/>
                      <a:gd name="connsiteY5" fmla="*/ 10482 h 32497"/>
                      <a:gd name="connsiteX6" fmla="*/ 532 w 32208"/>
                      <a:gd name="connsiteY6" fmla="*/ 995 h 32497"/>
                      <a:gd name="connsiteX7" fmla="*/ 10063 w 32208"/>
                      <a:gd name="connsiteY7" fmla="*/ 2591 h 32497"/>
                      <a:gd name="connsiteX8" fmla="*/ 20791 w 32208"/>
                      <a:gd name="connsiteY8" fmla="*/ 9994 h 32497"/>
                      <a:gd name="connsiteX9" fmla="*/ 29968 w 32208"/>
                      <a:gd name="connsiteY9" fmla="*/ 22097 h 32497"/>
                      <a:gd name="connsiteX10" fmla="*/ 30854 w 32208"/>
                      <a:gd name="connsiteY10" fmla="*/ 32426 h 3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208" h="32497">
                        <a:moveTo>
                          <a:pt x="30854" y="32426"/>
                        </a:moveTo>
                        <a:cubicBezTo>
                          <a:pt x="28460" y="33002"/>
                          <a:pt x="25135" y="30032"/>
                          <a:pt x="21855" y="26485"/>
                        </a:cubicBezTo>
                        <a:cubicBezTo>
                          <a:pt x="21013" y="25466"/>
                          <a:pt x="20303" y="24890"/>
                          <a:pt x="19638" y="24180"/>
                        </a:cubicBezTo>
                        <a:cubicBezTo>
                          <a:pt x="18840" y="23515"/>
                          <a:pt x="18175" y="22806"/>
                          <a:pt x="17377" y="22141"/>
                        </a:cubicBezTo>
                        <a:cubicBezTo>
                          <a:pt x="15914" y="20811"/>
                          <a:pt x="14363" y="19658"/>
                          <a:pt x="13299" y="18772"/>
                        </a:cubicBezTo>
                        <a:cubicBezTo>
                          <a:pt x="11127" y="16999"/>
                          <a:pt x="7403" y="13895"/>
                          <a:pt x="4255" y="10482"/>
                        </a:cubicBezTo>
                        <a:cubicBezTo>
                          <a:pt x="1152" y="7068"/>
                          <a:pt x="-1064" y="3123"/>
                          <a:pt x="532" y="995"/>
                        </a:cubicBezTo>
                        <a:cubicBezTo>
                          <a:pt x="2083" y="-1089"/>
                          <a:pt x="5851" y="419"/>
                          <a:pt x="10063" y="2591"/>
                        </a:cubicBezTo>
                        <a:cubicBezTo>
                          <a:pt x="14274" y="4808"/>
                          <a:pt x="18796" y="8132"/>
                          <a:pt x="20791" y="9994"/>
                        </a:cubicBezTo>
                        <a:cubicBezTo>
                          <a:pt x="22742" y="11634"/>
                          <a:pt x="27839" y="16600"/>
                          <a:pt x="29968" y="22097"/>
                        </a:cubicBezTo>
                        <a:cubicBezTo>
                          <a:pt x="32228" y="27106"/>
                          <a:pt x="33204" y="31849"/>
                          <a:pt x="30854" y="3242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02" name="Forme libre : forme 22601">
                    <a:extLst>
                      <a:ext uri="{FF2B5EF4-FFF2-40B4-BE49-F238E27FC236}">
                        <a16:creationId xmlns:a16="http://schemas.microsoft.com/office/drawing/2014/main" id="{92F00EBF-02B3-4388-A769-655E9D39C409}"/>
                      </a:ext>
                    </a:extLst>
                  </p:cNvPr>
                  <p:cNvSpPr/>
                  <p:nvPr/>
                </p:nvSpPr>
                <p:spPr>
                  <a:xfrm>
                    <a:off x="7177821" y="1250631"/>
                    <a:ext cx="36905" cy="44984"/>
                  </a:xfrm>
                  <a:custGeom>
                    <a:avLst/>
                    <a:gdLst>
                      <a:gd name="connsiteX0" fmla="*/ 563 w 36905"/>
                      <a:gd name="connsiteY0" fmla="*/ 3447 h 44984"/>
                      <a:gd name="connsiteX1" fmla="*/ 1051 w 36905"/>
                      <a:gd name="connsiteY1" fmla="*/ 11338 h 44984"/>
                      <a:gd name="connsiteX2" fmla="*/ 3932 w 36905"/>
                      <a:gd name="connsiteY2" fmla="*/ 20647 h 44984"/>
                      <a:gd name="connsiteX3" fmla="*/ 4730 w 36905"/>
                      <a:gd name="connsiteY3" fmla="*/ 22908 h 44984"/>
                      <a:gd name="connsiteX4" fmla="*/ 5173 w 36905"/>
                      <a:gd name="connsiteY4" fmla="*/ 24017 h 44984"/>
                      <a:gd name="connsiteX5" fmla="*/ 5395 w 36905"/>
                      <a:gd name="connsiteY5" fmla="*/ 24593 h 44984"/>
                      <a:gd name="connsiteX6" fmla="*/ 5971 w 36905"/>
                      <a:gd name="connsiteY6" fmla="*/ 25479 h 44984"/>
                      <a:gd name="connsiteX7" fmla="*/ 11069 w 36905"/>
                      <a:gd name="connsiteY7" fmla="*/ 31819 h 44984"/>
                      <a:gd name="connsiteX8" fmla="*/ 27826 w 36905"/>
                      <a:gd name="connsiteY8" fmla="*/ 43522 h 44984"/>
                      <a:gd name="connsiteX9" fmla="*/ 36515 w 36905"/>
                      <a:gd name="connsiteY9" fmla="*/ 43655 h 44984"/>
                      <a:gd name="connsiteX10" fmla="*/ 34609 w 36905"/>
                      <a:gd name="connsiteY10" fmla="*/ 37404 h 44984"/>
                      <a:gd name="connsiteX11" fmla="*/ 24102 w 36905"/>
                      <a:gd name="connsiteY11" fmla="*/ 20692 h 44984"/>
                      <a:gd name="connsiteX12" fmla="*/ 21044 w 36905"/>
                      <a:gd name="connsiteY12" fmla="*/ 12446 h 44984"/>
                      <a:gd name="connsiteX13" fmla="*/ 18871 w 36905"/>
                      <a:gd name="connsiteY13" fmla="*/ 7924 h 44984"/>
                      <a:gd name="connsiteX14" fmla="*/ 14793 w 36905"/>
                      <a:gd name="connsiteY14" fmla="*/ 3447 h 44984"/>
                      <a:gd name="connsiteX15" fmla="*/ 563 w 36905"/>
                      <a:gd name="connsiteY15" fmla="*/ 3447 h 44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6905" h="44984">
                        <a:moveTo>
                          <a:pt x="563" y="3447"/>
                        </a:moveTo>
                        <a:cubicBezTo>
                          <a:pt x="-368" y="6417"/>
                          <a:pt x="-102" y="7836"/>
                          <a:pt x="1051" y="11338"/>
                        </a:cubicBezTo>
                        <a:cubicBezTo>
                          <a:pt x="2159" y="14618"/>
                          <a:pt x="2912" y="17721"/>
                          <a:pt x="3932" y="20647"/>
                        </a:cubicBezTo>
                        <a:cubicBezTo>
                          <a:pt x="4154" y="21401"/>
                          <a:pt x="4420" y="22155"/>
                          <a:pt x="4730" y="22908"/>
                        </a:cubicBezTo>
                        <a:lnTo>
                          <a:pt x="5173" y="24017"/>
                        </a:lnTo>
                        <a:lnTo>
                          <a:pt x="5395" y="24593"/>
                        </a:lnTo>
                        <a:lnTo>
                          <a:pt x="5971" y="25479"/>
                        </a:lnTo>
                        <a:cubicBezTo>
                          <a:pt x="7567" y="27962"/>
                          <a:pt x="9252" y="29912"/>
                          <a:pt x="11069" y="31819"/>
                        </a:cubicBezTo>
                        <a:cubicBezTo>
                          <a:pt x="17276" y="37981"/>
                          <a:pt x="23393" y="41483"/>
                          <a:pt x="27826" y="43522"/>
                        </a:cubicBezTo>
                        <a:cubicBezTo>
                          <a:pt x="31151" y="44896"/>
                          <a:pt x="34609" y="45916"/>
                          <a:pt x="36515" y="43655"/>
                        </a:cubicBezTo>
                        <a:cubicBezTo>
                          <a:pt x="37712" y="42148"/>
                          <a:pt x="35895" y="39710"/>
                          <a:pt x="34609" y="37404"/>
                        </a:cubicBezTo>
                        <a:cubicBezTo>
                          <a:pt x="31639" y="31863"/>
                          <a:pt x="27117" y="26942"/>
                          <a:pt x="24102" y="20692"/>
                        </a:cubicBezTo>
                        <a:cubicBezTo>
                          <a:pt x="22861" y="18076"/>
                          <a:pt x="21709" y="15017"/>
                          <a:pt x="21044" y="12446"/>
                        </a:cubicBezTo>
                        <a:cubicBezTo>
                          <a:pt x="20955" y="11427"/>
                          <a:pt x="19847" y="9432"/>
                          <a:pt x="18871" y="7924"/>
                        </a:cubicBezTo>
                        <a:cubicBezTo>
                          <a:pt x="17852" y="6284"/>
                          <a:pt x="16478" y="4821"/>
                          <a:pt x="14793" y="3447"/>
                        </a:cubicBezTo>
                        <a:cubicBezTo>
                          <a:pt x="8587" y="-1518"/>
                          <a:pt x="1760" y="-764"/>
                          <a:pt x="563" y="344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03" name="Forme libre : forme 22602">
                    <a:extLst>
                      <a:ext uri="{FF2B5EF4-FFF2-40B4-BE49-F238E27FC236}">
                        <a16:creationId xmlns:a16="http://schemas.microsoft.com/office/drawing/2014/main" id="{5D4869EB-793F-4029-811F-DFEE74B88741}"/>
                      </a:ext>
                    </a:extLst>
                  </p:cNvPr>
                  <p:cNvSpPr/>
                  <p:nvPr/>
                </p:nvSpPr>
                <p:spPr>
                  <a:xfrm>
                    <a:off x="7189706" y="1257499"/>
                    <a:ext cx="15047" cy="10589"/>
                  </a:xfrm>
                  <a:custGeom>
                    <a:avLst/>
                    <a:gdLst>
                      <a:gd name="connsiteX0" fmla="*/ 2465 w 15047"/>
                      <a:gd name="connsiteY0" fmla="*/ 480 h 10589"/>
                      <a:gd name="connsiteX1" fmla="*/ 337 w 15047"/>
                      <a:gd name="connsiteY1" fmla="*/ 81 h 10589"/>
                      <a:gd name="connsiteX2" fmla="*/ 559 w 15047"/>
                      <a:gd name="connsiteY2" fmla="*/ 1854 h 10589"/>
                      <a:gd name="connsiteX3" fmla="*/ 2908 w 15047"/>
                      <a:gd name="connsiteY3" fmla="*/ 4381 h 10589"/>
                      <a:gd name="connsiteX4" fmla="*/ 6056 w 15047"/>
                      <a:gd name="connsiteY4" fmla="*/ 7218 h 10589"/>
                      <a:gd name="connsiteX5" fmla="*/ 9026 w 15047"/>
                      <a:gd name="connsiteY5" fmla="*/ 9258 h 10589"/>
                      <a:gd name="connsiteX6" fmla="*/ 11553 w 15047"/>
                      <a:gd name="connsiteY6" fmla="*/ 10410 h 10589"/>
                      <a:gd name="connsiteX7" fmla="*/ 12794 w 15047"/>
                      <a:gd name="connsiteY7" fmla="*/ 6376 h 10589"/>
                      <a:gd name="connsiteX8" fmla="*/ 10666 w 15047"/>
                      <a:gd name="connsiteY8" fmla="*/ 5002 h 10589"/>
                      <a:gd name="connsiteX9" fmla="*/ 8317 w 15047"/>
                      <a:gd name="connsiteY9" fmla="*/ 3628 h 10589"/>
                      <a:gd name="connsiteX10" fmla="*/ 2465 w 15047"/>
                      <a:gd name="connsiteY10" fmla="*/ 480 h 10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047" h="10589">
                        <a:moveTo>
                          <a:pt x="2465" y="480"/>
                        </a:moveTo>
                        <a:cubicBezTo>
                          <a:pt x="1578" y="125"/>
                          <a:pt x="958" y="-141"/>
                          <a:pt x="337" y="81"/>
                        </a:cubicBezTo>
                        <a:cubicBezTo>
                          <a:pt x="-239" y="303"/>
                          <a:pt x="-18" y="1056"/>
                          <a:pt x="559" y="1854"/>
                        </a:cubicBezTo>
                        <a:cubicBezTo>
                          <a:pt x="1135" y="2608"/>
                          <a:pt x="2110" y="3583"/>
                          <a:pt x="2908" y="4381"/>
                        </a:cubicBezTo>
                        <a:cubicBezTo>
                          <a:pt x="3928" y="5312"/>
                          <a:pt x="5036" y="6332"/>
                          <a:pt x="6056" y="7218"/>
                        </a:cubicBezTo>
                        <a:cubicBezTo>
                          <a:pt x="6942" y="7972"/>
                          <a:pt x="7962" y="8681"/>
                          <a:pt x="9026" y="9258"/>
                        </a:cubicBezTo>
                        <a:cubicBezTo>
                          <a:pt x="9868" y="9745"/>
                          <a:pt x="10711" y="10233"/>
                          <a:pt x="11553" y="10410"/>
                        </a:cubicBezTo>
                        <a:cubicBezTo>
                          <a:pt x="15232" y="11253"/>
                          <a:pt x="16562" y="8992"/>
                          <a:pt x="12794" y="6376"/>
                        </a:cubicBezTo>
                        <a:cubicBezTo>
                          <a:pt x="12085" y="5844"/>
                          <a:pt x="11376" y="5401"/>
                          <a:pt x="10666" y="5002"/>
                        </a:cubicBezTo>
                        <a:cubicBezTo>
                          <a:pt x="9913" y="4558"/>
                          <a:pt x="9469" y="4470"/>
                          <a:pt x="8317" y="3628"/>
                        </a:cubicBezTo>
                        <a:cubicBezTo>
                          <a:pt x="6233" y="2342"/>
                          <a:pt x="4282" y="1189"/>
                          <a:pt x="2465" y="48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04" name="Forme libre : forme 22603">
                    <a:extLst>
                      <a:ext uri="{FF2B5EF4-FFF2-40B4-BE49-F238E27FC236}">
                        <a16:creationId xmlns:a16="http://schemas.microsoft.com/office/drawing/2014/main" id="{61B4EFD2-39A8-4BCD-ADFE-699B36F7095D}"/>
                      </a:ext>
                    </a:extLst>
                  </p:cNvPr>
                  <p:cNvSpPr/>
                  <p:nvPr/>
                </p:nvSpPr>
                <p:spPr>
                  <a:xfrm>
                    <a:off x="7205559" y="1299340"/>
                    <a:ext cx="24160" cy="15382"/>
                  </a:xfrm>
                  <a:custGeom>
                    <a:avLst/>
                    <a:gdLst>
                      <a:gd name="connsiteX0" fmla="*/ 24160 w 24160"/>
                      <a:gd name="connsiteY0" fmla="*/ 15383 h 15382"/>
                      <a:gd name="connsiteX1" fmla="*/ 11393 w 24160"/>
                      <a:gd name="connsiteY1" fmla="*/ 8910 h 15382"/>
                      <a:gd name="connsiteX2" fmla="*/ 4965 w 24160"/>
                      <a:gd name="connsiteY2" fmla="*/ 3635 h 15382"/>
                      <a:gd name="connsiteX3" fmla="*/ 2039 w 24160"/>
                      <a:gd name="connsiteY3" fmla="*/ 1108 h 15382"/>
                      <a:gd name="connsiteX4" fmla="*/ 0 w 24160"/>
                      <a:gd name="connsiteY4" fmla="*/ 0 h 15382"/>
                      <a:gd name="connsiteX5" fmla="*/ 1020 w 24160"/>
                      <a:gd name="connsiteY5" fmla="*/ 443 h 15382"/>
                      <a:gd name="connsiteX6" fmla="*/ 2217 w 24160"/>
                      <a:gd name="connsiteY6" fmla="*/ 1153 h 15382"/>
                      <a:gd name="connsiteX7" fmla="*/ 5231 w 24160"/>
                      <a:gd name="connsiteY7" fmla="*/ 3413 h 15382"/>
                      <a:gd name="connsiteX8" fmla="*/ 11615 w 24160"/>
                      <a:gd name="connsiteY8" fmla="*/ 7847 h 15382"/>
                      <a:gd name="connsiteX9" fmla="*/ 24160 w 24160"/>
                      <a:gd name="connsiteY9" fmla="*/ 15383 h 15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160" h="15382">
                        <a:moveTo>
                          <a:pt x="24160" y="15383"/>
                        </a:moveTo>
                        <a:cubicBezTo>
                          <a:pt x="20348" y="15161"/>
                          <a:pt x="15782" y="12368"/>
                          <a:pt x="11393" y="8910"/>
                        </a:cubicBezTo>
                        <a:cubicBezTo>
                          <a:pt x="9177" y="7270"/>
                          <a:pt x="7049" y="5364"/>
                          <a:pt x="4965" y="3635"/>
                        </a:cubicBezTo>
                        <a:cubicBezTo>
                          <a:pt x="3946" y="2748"/>
                          <a:pt x="2970" y="1906"/>
                          <a:pt x="2039" y="1108"/>
                        </a:cubicBezTo>
                        <a:cubicBezTo>
                          <a:pt x="1064" y="310"/>
                          <a:pt x="709" y="399"/>
                          <a:pt x="0" y="0"/>
                        </a:cubicBezTo>
                        <a:cubicBezTo>
                          <a:pt x="310" y="133"/>
                          <a:pt x="665" y="266"/>
                          <a:pt x="1020" y="443"/>
                        </a:cubicBezTo>
                        <a:cubicBezTo>
                          <a:pt x="1330" y="576"/>
                          <a:pt x="1685" y="665"/>
                          <a:pt x="2217" y="1153"/>
                        </a:cubicBezTo>
                        <a:cubicBezTo>
                          <a:pt x="3192" y="1906"/>
                          <a:pt x="4167" y="2660"/>
                          <a:pt x="5231" y="3413"/>
                        </a:cubicBezTo>
                        <a:cubicBezTo>
                          <a:pt x="7315" y="4876"/>
                          <a:pt x="9398" y="6428"/>
                          <a:pt x="11615" y="7847"/>
                        </a:cubicBezTo>
                        <a:cubicBezTo>
                          <a:pt x="15915" y="10772"/>
                          <a:pt x="20304" y="13388"/>
                          <a:pt x="24160" y="153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05" name="Forme libre : forme 22604">
                    <a:extLst>
                      <a:ext uri="{FF2B5EF4-FFF2-40B4-BE49-F238E27FC236}">
                        <a16:creationId xmlns:a16="http://schemas.microsoft.com/office/drawing/2014/main" id="{4DFBA197-4D03-4195-86F7-5B20EB70D323}"/>
                      </a:ext>
                    </a:extLst>
                  </p:cNvPr>
                  <p:cNvSpPr/>
                  <p:nvPr/>
                </p:nvSpPr>
                <p:spPr>
                  <a:xfrm>
                    <a:off x="7173818" y="1243526"/>
                    <a:ext cx="32095" cy="13255"/>
                  </a:xfrm>
                  <a:custGeom>
                    <a:avLst/>
                    <a:gdLst>
                      <a:gd name="connsiteX0" fmla="*/ 32096 w 32095"/>
                      <a:gd name="connsiteY0" fmla="*/ 13256 h 13255"/>
                      <a:gd name="connsiteX1" fmla="*/ 31342 w 32095"/>
                      <a:gd name="connsiteY1" fmla="*/ 12768 h 13255"/>
                      <a:gd name="connsiteX2" fmla="*/ 29347 w 32095"/>
                      <a:gd name="connsiteY2" fmla="*/ 10995 h 13255"/>
                      <a:gd name="connsiteX3" fmla="*/ 25224 w 32095"/>
                      <a:gd name="connsiteY3" fmla="*/ 7848 h 13255"/>
                      <a:gd name="connsiteX4" fmla="*/ 16580 w 32095"/>
                      <a:gd name="connsiteY4" fmla="*/ 3370 h 13255"/>
                      <a:gd name="connsiteX5" fmla="*/ 0 w 32095"/>
                      <a:gd name="connsiteY5" fmla="*/ 1 h 13255"/>
                      <a:gd name="connsiteX6" fmla="*/ 16580 w 32095"/>
                      <a:gd name="connsiteY6" fmla="*/ 4079 h 13255"/>
                      <a:gd name="connsiteX7" fmla="*/ 25357 w 32095"/>
                      <a:gd name="connsiteY7" fmla="*/ 8823 h 13255"/>
                      <a:gd name="connsiteX8" fmla="*/ 29436 w 32095"/>
                      <a:gd name="connsiteY8" fmla="*/ 11704 h 13255"/>
                      <a:gd name="connsiteX9" fmla="*/ 31253 w 32095"/>
                      <a:gd name="connsiteY9" fmla="*/ 12990 h 13255"/>
                      <a:gd name="connsiteX10" fmla="*/ 32096 w 32095"/>
                      <a:gd name="connsiteY10" fmla="*/ 13256 h 13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095" h="13255">
                        <a:moveTo>
                          <a:pt x="32096" y="13256"/>
                        </a:moveTo>
                        <a:cubicBezTo>
                          <a:pt x="31741" y="12990"/>
                          <a:pt x="31652" y="12946"/>
                          <a:pt x="31342" y="12768"/>
                        </a:cubicBezTo>
                        <a:lnTo>
                          <a:pt x="29347" y="10995"/>
                        </a:lnTo>
                        <a:cubicBezTo>
                          <a:pt x="27973" y="9887"/>
                          <a:pt x="26643" y="8734"/>
                          <a:pt x="25224" y="7848"/>
                        </a:cubicBezTo>
                        <a:cubicBezTo>
                          <a:pt x="22387" y="5986"/>
                          <a:pt x="19506" y="4478"/>
                          <a:pt x="16580" y="3370"/>
                        </a:cubicBezTo>
                        <a:cubicBezTo>
                          <a:pt x="10817" y="1065"/>
                          <a:pt x="5054" y="178"/>
                          <a:pt x="0" y="1"/>
                        </a:cubicBezTo>
                        <a:cubicBezTo>
                          <a:pt x="4699" y="-43"/>
                          <a:pt x="10684" y="1375"/>
                          <a:pt x="16580" y="4079"/>
                        </a:cubicBezTo>
                        <a:cubicBezTo>
                          <a:pt x="19594" y="5365"/>
                          <a:pt x="22476" y="7050"/>
                          <a:pt x="25357" y="8823"/>
                        </a:cubicBezTo>
                        <a:cubicBezTo>
                          <a:pt x="26776" y="9710"/>
                          <a:pt x="28106" y="10729"/>
                          <a:pt x="29436" y="11704"/>
                        </a:cubicBezTo>
                        <a:cubicBezTo>
                          <a:pt x="30056" y="12103"/>
                          <a:pt x="30899" y="12857"/>
                          <a:pt x="31253" y="12990"/>
                        </a:cubicBezTo>
                        <a:cubicBezTo>
                          <a:pt x="31564" y="13079"/>
                          <a:pt x="31697" y="13079"/>
                          <a:pt x="32096" y="132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06" name="Forme libre : forme 22605">
                    <a:extLst>
                      <a:ext uri="{FF2B5EF4-FFF2-40B4-BE49-F238E27FC236}">
                        <a16:creationId xmlns:a16="http://schemas.microsoft.com/office/drawing/2014/main" id="{12060426-0E7E-454A-8B9E-5F4C61FA2CB2}"/>
                      </a:ext>
                    </a:extLst>
                  </p:cNvPr>
                  <p:cNvSpPr/>
                  <p:nvPr/>
                </p:nvSpPr>
                <p:spPr>
                  <a:xfrm>
                    <a:off x="7209226" y="1276889"/>
                    <a:ext cx="11752" cy="13185"/>
                  </a:xfrm>
                  <a:custGeom>
                    <a:avLst/>
                    <a:gdLst>
                      <a:gd name="connsiteX0" fmla="*/ 11095 w 11752"/>
                      <a:gd name="connsiteY0" fmla="*/ 13186 h 13185"/>
                      <a:gd name="connsiteX1" fmla="*/ 3913 w 11752"/>
                      <a:gd name="connsiteY1" fmla="*/ 6403 h 13185"/>
                      <a:gd name="connsiteX2" fmla="*/ 544 w 11752"/>
                      <a:gd name="connsiteY2" fmla="*/ 63 h 13185"/>
                      <a:gd name="connsiteX3" fmla="*/ 8213 w 11752"/>
                      <a:gd name="connsiteY3" fmla="*/ 5782 h 13185"/>
                      <a:gd name="connsiteX4" fmla="*/ 11095 w 11752"/>
                      <a:gd name="connsiteY4" fmla="*/ 13186 h 13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52" h="13185">
                        <a:moveTo>
                          <a:pt x="11095" y="13186"/>
                        </a:moveTo>
                        <a:cubicBezTo>
                          <a:pt x="9277" y="13097"/>
                          <a:pt x="5421" y="7866"/>
                          <a:pt x="3913" y="6403"/>
                        </a:cubicBezTo>
                        <a:cubicBezTo>
                          <a:pt x="2583" y="4851"/>
                          <a:pt x="-1451" y="640"/>
                          <a:pt x="544" y="63"/>
                        </a:cubicBezTo>
                        <a:cubicBezTo>
                          <a:pt x="2583" y="-601"/>
                          <a:pt x="7017" y="4142"/>
                          <a:pt x="8213" y="5782"/>
                        </a:cubicBezTo>
                        <a:cubicBezTo>
                          <a:pt x="9632" y="7289"/>
                          <a:pt x="13223" y="13141"/>
                          <a:pt x="11095" y="1318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07" name="Forme libre : forme 22606">
                    <a:extLst>
                      <a:ext uri="{FF2B5EF4-FFF2-40B4-BE49-F238E27FC236}">
                        <a16:creationId xmlns:a16="http://schemas.microsoft.com/office/drawing/2014/main" id="{1DE4353A-4DE7-4287-8E67-4EF6F23FF5F0}"/>
                      </a:ext>
                    </a:extLst>
                  </p:cNvPr>
                  <p:cNvSpPr/>
                  <p:nvPr/>
                </p:nvSpPr>
                <p:spPr>
                  <a:xfrm>
                    <a:off x="7219245" y="1287940"/>
                    <a:ext cx="3040" cy="4195"/>
                  </a:xfrm>
                  <a:custGeom>
                    <a:avLst/>
                    <a:gdLst>
                      <a:gd name="connsiteX0" fmla="*/ 2894 w 3040"/>
                      <a:gd name="connsiteY0" fmla="*/ 4085 h 4195"/>
                      <a:gd name="connsiteX1" fmla="*/ 1031 w 3040"/>
                      <a:gd name="connsiteY1" fmla="*/ 2667 h 4195"/>
                      <a:gd name="connsiteX2" fmla="*/ 101 w 3040"/>
                      <a:gd name="connsiteY2" fmla="*/ 140 h 4195"/>
                      <a:gd name="connsiteX3" fmla="*/ 2051 w 3040"/>
                      <a:gd name="connsiteY3" fmla="*/ 1425 h 4195"/>
                      <a:gd name="connsiteX4" fmla="*/ 2894 w 3040"/>
                      <a:gd name="connsiteY4" fmla="*/ 4085 h 4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0" h="4195">
                        <a:moveTo>
                          <a:pt x="2894" y="4085"/>
                        </a:moveTo>
                        <a:cubicBezTo>
                          <a:pt x="2450" y="4573"/>
                          <a:pt x="1519" y="3332"/>
                          <a:pt x="1031" y="2667"/>
                        </a:cubicBezTo>
                        <a:cubicBezTo>
                          <a:pt x="588" y="2002"/>
                          <a:pt x="-298" y="627"/>
                          <a:pt x="101" y="140"/>
                        </a:cubicBezTo>
                        <a:cubicBezTo>
                          <a:pt x="499" y="-392"/>
                          <a:pt x="1608" y="716"/>
                          <a:pt x="2051" y="1425"/>
                        </a:cubicBezTo>
                        <a:cubicBezTo>
                          <a:pt x="2539" y="2135"/>
                          <a:pt x="3381" y="3642"/>
                          <a:pt x="2894" y="408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608" name="Forme libre : forme 22607">
                    <a:extLst>
                      <a:ext uri="{FF2B5EF4-FFF2-40B4-BE49-F238E27FC236}">
                        <a16:creationId xmlns:a16="http://schemas.microsoft.com/office/drawing/2014/main" id="{C30569CD-229E-4ED9-98DC-66A3DB963F65}"/>
                      </a:ext>
                    </a:extLst>
                  </p:cNvPr>
                  <p:cNvSpPr/>
                  <p:nvPr/>
                </p:nvSpPr>
                <p:spPr>
                  <a:xfrm>
                    <a:off x="7214838" y="1269028"/>
                    <a:ext cx="19072" cy="42574"/>
                  </a:xfrm>
                  <a:custGeom>
                    <a:avLst/>
                    <a:gdLst>
                      <a:gd name="connsiteX0" fmla="*/ 18916 w 19072"/>
                      <a:gd name="connsiteY0" fmla="*/ 29735 h 42574"/>
                      <a:gd name="connsiteX1" fmla="*/ 17586 w 19072"/>
                      <a:gd name="connsiteY1" fmla="*/ 41882 h 42574"/>
                      <a:gd name="connsiteX2" fmla="*/ 13907 w 19072"/>
                      <a:gd name="connsiteY2" fmla="*/ 40596 h 42574"/>
                      <a:gd name="connsiteX3" fmla="*/ 12976 w 19072"/>
                      <a:gd name="connsiteY3" fmla="*/ 35543 h 42574"/>
                      <a:gd name="connsiteX4" fmla="*/ 10848 w 19072"/>
                      <a:gd name="connsiteY4" fmla="*/ 19716 h 42574"/>
                      <a:gd name="connsiteX5" fmla="*/ 3932 w 19072"/>
                      <a:gd name="connsiteY5" fmla="*/ 8013 h 42574"/>
                      <a:gd name="connsiteX6" fmla="*/ 1051 w 19072"/>
                      <a:gd name="connsiteY6" fmla="*/ 34 h 42574"/>
                      <a:gd name="connsiteX7" fmla="*/ 11291 w 19072"/>
                      <a:gd name="connsiteY7" fmla="*/ 6284 h 42574"/>
                      <a:gd name="connsiteX8" fmla="*/ 16256 w 19072"/>
                      <a:gd name="connsiteY8" fmla="*/ 13244 h 42574"/>
                      <a:gd name="connsiteX9" fmla="*/ 18428 w 19072"/>
                      <a:gd name="connsiteY9" fmla="*/ 18608 h 42574"/>
                      <a:gd name="connsiteX10" fmla="*/ 18916 w 19072"/>
                      <a:gd name="connsiteY10" fmla="*/ 29735 h 4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072" h="42574">
                        <a:moveTo>
                          <a:pt x="18916" y="29735"/>
                        </a:moveTo>
                        <a:cubicBezTo>
                          <a:pt x="19138" y="34656"/>
                          <a:pt x="19226" y="38203"/>
                          <a:pt x="17586" y="41882"/>
                        </a:cubicBezTo>
                        <a:cubicBezTo>
                          <a:pt x="16966" y="43256"/>
                          <a:pt x="14926" y="42458"/>
                          <a:pt x="13907" y="40596"/>
                        </a:cubicBezTo>
                        <a:cubicBezTo>
                          <a:pt x="12843" y="38735"/>
                          <a:pt x="12976" y="37183"/>
                          <a:pt x="12976" y="35543"/>
                        </a:cubicBezTo>
                        <a:cubicBezTo>
                          <a:pt x="13109" y="30445"/>
                          <a:pt x="12222" y="25391"/>
                          <a:pt x="10848" y="19716"/>
                        </a:cubicBezTo>
                        <a:cubicBezTo>
                          <a:pt x="10360" y="17677"/>
                          <a:pt x="7035" y="12092"/>
                          <a:pt x="3932" y="8013"/>
                        </a:cubicBezTo>
                        <a:cubicBezTo>
                          <a:pt x="873" y="3802"/>
                          <a:pt x="-1432" y="432"/>
                          <a:pt x="1051" y="34"/>
                        </a:cubicBezTo>
                        <a:cubicBezTo>
                          <a:pt x="3489" y="-321"/>
                          <a:pt x="7479" y="2161"/>
                          <a:pt x="11291" y="6284"/>
                        </a:cubicBezTo>
                        <a:cubicBezTo>
                          <a:pt x="13153" y="8324"/>
                          <a:pt x="14926" y="10762"/>
                          <a:pt x="16256" y="13244"/>
                        </a:cubicBezTo>
                        <a:cubicBezTo>
                          <a:pt x="17763" y="15948"/>
                          <a:pt x="18029" y="17367"/>
                          <a:pt x="18428" y="18608"/>
                        </a:cubicBezTo>
                        <a:cubicBezTo>
                          <a:pt x="19670" y="23440"/>
                          <a:pt x="18694" y="26012"/>
                          <a:pt x="18916" y="2973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02" name="Graphique 2">
                  <a:extLst>
                    <a:ext uri="{FF2B5EF4-FFF2-40B4-BE49-F238E27FC236}">
                      <a16:creationId xmlns:a16="http://schemas.microsoft.com/office/drawing/2014/main" id="{12621B0C-9F44-4D12-A768-8FA2250587E1}"/>
                    </a:ext>
                  </a:extLst>
                </p:cNvPr>
                <p:cNvGrpSpPr/>
                <p:nvPr/>
              </p:nvGrpSpPr>
              <p:grpSpPr>
                <a:xfrm>
                  <a:off x="7227741" y="1314874"/>
                  <a:ext cx="71719" cy="65107"/>
                  <a:chOff x="7227741" y="1314874"/>
                  <a:chExt cx="71719" cy="65107"/>
                </a:xfrm>
                <a:solidFill>
                  <a:schemeClr val="accent1"/>
                </a:solidFill>
              </p:grpSpPr>
              <p:sp>
                <p:nvSpPr>
                  <p:cNvPr id="22585" name="Forme libre : forme 22584">
                    <a:extLst>
                      <a:ext uri="{FF2B5EF4-FFF2-40B4-BE49-F238E27FC236}">
                        <a16:creationId xmlns:a16="http://schemas.microsoft.com/office/drawing/2014/main" id="{A7CA7451-4D1E-4F8C-8755-C9AD4A02E44F}"/>
                      </a:ext>
                    </a:extLst>
                  </p:cNvPr>
                  <p:cNvSpPr/>
                  <p:nvPr/>
                </p:nvSpPr>
                <p:spPr>
                  <a:xfrm>
                    <a:off x="7227741" y="1314874"/>
                    <a:ext cx="71719" cy="65107"/>
                  </a:xfrm>
                  <a:custGeom>
                    <a:avLst/>
                    <a:gdLst>
                      <a:gd name="connsiteX0" fmla="*/ 49103 w 71719"/>
                      <a:gd name="connsiteY0" fmla="*/ 64261 h 65107"/>
                      <a:gd name="connsiteX1" fmla="*/ 36025 w 71719"/>
                      <a:gd name="connsiteY1" fmla="*/ 64483 h 65107"/>
                      <a:gd name="connsiteX2" fmla="*/ 30306 w 71719"/>
                      <a:gd name="connsiteY2" fmla="*/ 62665 h 65107"/>
                      <a:gd name="connsiteX3" fmla="*/ 24455 w 71719"/>
                      <a:gd name="connsiteY3" fmla="*/ 59651 h 65107"/>
                      <a:gd name="connsiteX4" fmla="*/ 19179 w 71719"/>
                      <a:gd name="connsiteY4" fmla="*/ 55794 h 65107"/>
                      <a:gd name="connsiteX5" fmla="*/ 15367 w 71719"/>
                      <a:gd name="connsiteY5" fmla="*/ 52115 h 65107"/>
                      <a:gd name="connsiteX6" fmla="*/ 5924 w 71719"/>
                      <a:gd name="connsiteY6" fmla="*/ 39259 h 65107"/>
                      <a:gd name="connsiteX7" fmla="*/ 28 w 71719"/>
                      <a:gd name="connsiteY7" fmla="*/ 20063 h 65107"/>
                      <a:gd name="connsiteX8" fmla="*/ 2555 w 71719"/>
                      <a:gd name="connsiteY8" fmla="*/ 4548 h 65107"/>
                      <a:gd name="connsiteX9" fmla="*/ 11732 w 71719"/>
                      <a:gd name="connsiteY9" fmla="*/ 513 h 65107"/>
                      <a:gd name="connsiteX10" fmla="*/ 35936 w 71719"/>
                      <a:gd name="connsiteY10" fmla="*/ 21083 h 65107"/>
                      <a:gd name="connsiteX11" fmla="*/ 38596 w 71719"/>
                      <a:gd name="connsiteY11" fmla="*/ 24585 h 65107"/>
                      <a:gd name="connsiteX12" fmla="*/ 41478 w 71719"/>
                      <a:gd name="connsiteY12" fmla="*/ 27821 h 65107"/>
                      <a:gd name="connsiteX13" fmla="*/ 42719 w 71719"/>
                      <a:gd name="connsiteY13" fmla="*/ 28974 h 65107"/>
                      <a:gd name="connsiteX14" fmla="*/ 42985 w 71719"/>
                      <a:gd name="connsiteY14" fmla="*/ 29196 h 65107"/>
                      <a:gd name="connsiteX15" fmla="*/ 42985 w 71719"/>
                      <a:gd name="connsiteY15" fmla="*/ 29240 h 65107"/>
                      <a:gd name="connsiteX16" fmla="*/ 42985 w 71719"/>
                      <a:gd name="connsiteY16" fmla="*/ 29284 h 65107"/>
                      <a:gd name="connsiteX17" fmla="*/ 42985 w 71719"/>
                      <a:gd name="connsiteY17" fmla="*/ 29373 h 65107"/>
                      <a:gd name="connsiteX18" fmla="*/ 43650 w 71719"/>
                      <a:gd name="connsiteY18" fmla="*/ 30259 h 65107"/>
                      <a:gd name="connsiteX19" fmla="*/ 44359 w 71719"/>
                      <a:gd name="connsiteY19" fmla="*/ 30348 h 65107"/>
                      <a:gd name="connsiteX20" fmla="*/ 45556 w 71719"/>
                      <a:gd name="connsiteY20" fmla="*/ 30082 h 65107"/>
                      <a:gd name="connsiteX21" fmla="*/ 48260 w 71719"/>
                      <a:gd name="connsiteY21" fmla="*/ 29329 h 65107"/>
                      <a:gd name="connsiteX22" fmla="*/ 61294 w 71719"/>
                      <a:gd name="connsiteY22" fmla="*/ 25339 h 65107"/>
                      <a:gd name="connsiteX23" fmla="*/ 70515 w 71719"/>
                      <a:gd name="connsiteY23" fmla="*/ 28797 h 65107"/>
                      <a:gd name="connsiteX24" fmla="*/ 70426 w 71719"/>
                      <a:gd name="connsiteY24" fmla="*/ 45110 h 65107"/>
                      <a:gd name="connsiteX25" fmla="*/ 64884 w 71719"/>
                      <a:gd name="connsiteY25" fmla="*/ 54863 h 65107"/>
                      <a:gd name="connsiteX26" fmla="*/ 49103 w 71719"/>
                      <a:gd name="connsiteY26" fmla="*/ 64261 h 65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1719" h="65107">
                        <a:moveTo>
                          <a:pt x="49103" y="64261"/>
                        </a:moveTo>
                        <a:cubicBezTo>
                          <a:pt x="46088" y="64971"/>
                          <a:pt x="42054" y="65636"/>
                          <a:pt x="36025" y="64483"/>
                        </a:cubicBezTo>
                        <a:cubicBezTo>
                          <a:pt x="34252" y="63907"/>
                          <a:pt x="32301" y="63286"/>
                          <a:pt x="30306" y="62665"/>
                        </a:cubicBezTo>
                        <a:cubicBezTo>
                          <a:pt x="28400" y="61734"/>
                          <a:pt x="26450" y="60715"/>
                          <a:pt x="24455" y="59651"/>
                        </a:cubicBezTo>
                        <a:cubicBezTo>
                          <a:pt x="22460" y="58720"/>
                          <a:pt x="20598" y="56858"/>
                          <a:pt x="19179" y="55794"/>
                        </a:cubicBezTo>
                        <a:cubicBezTo>
                          <a:pt x="17583" y="54553"/>
                          <a:pt x="16608" y="53356"/>
                          <a:pt x="15367" y="52115"/>
                        </a:cubicBezTo>
                        <a:cubicBezTo>
                          <a:pt x="10712" y="47150"/>
                          <a:pt x="7830" y="42495"/>
                          <a:pt x="5924" y="39259"/>
                        </a:cubicBezTo>
                        <a:cubicBezTo>
                          <a:pt x="1624" y="31589"/>
                          <a:pt x="294" y="25560"/>
                          <a:pt x="28" y="20063"/>
                        </a:cubicBezTo>
                        <a:cubicBezTo>
                          <a:pt x="-193" y="14566"/>
                          <a:pt x="915" y="9690"/>
                          <a:pt x="2555" y="4548"/>
                        </a:cubicBezTo>
                        <a:cubicBezTo>
                          <a:pt x="3708" y="957"/>
                          <a:pt x="8362" y="-994"/>
                          <a:pt x="11732" y="513"/>
                        </a:cubicBezTo>
                        <a:cubicBezTo>
                          <a:pt x="21484" y="4814"/>
                          <a:pt x="29021" y="11330"/>
                          <a:pt x="35936" y="21083"/>
                        </a:cubicBezTo>
                        <a:cubicBezTo>
                          <a:pt x="36690" y="22058"/>
                          <a:pt x="37577" y="23299"/>
                          <a:pt x="38596" y="24585"/>
                        </a:cubicBezTo>
                        <a:cubicBezTo>
                          <a:pt x="39527" y="25605"/>
                          <a:pt x="40591" y="27068"/>
                          <a:pt x="41478" y="27821"/>
                        </a:cubicBezTo>
                        <a:cubicBezTo>
                          <a:pt x="41921" y="28265"/>
                          <a:pt x="42409" y="28841"/>
                          <a:pt x="42719" y="28974"/>
                        </a:cubicBezTo>
                        <a:cubicBezTo>
                          <a:pt x="42941" y="29151"/>
                          <a:pt x="42985" y="29196"/>
                          <a:pt x="42985" y="29196"/>
                        </a:cubicBezTo>
                        <a:cubicBezTo>
                          <a:pt x="42985" y="29240"/>
                          <a:pt x="42985" y="29240"/>
                          <a:pt x="42985" y="29240"/>
                        </a:cubicBezTo>
                        <a:lnTo>
                          <a:pt x="42985" y="29284"/>
                        </a:lnTo>
                        <a:cubicBezTo>
                          <a:pt x="42985" y="29329"/>
                          <a:pt x="42985" y="29373"/>
                          <a:pt x="42985" y="29373"/>
                        </a:cubicBezTo>
                        <a:cubicBezTo>
                          <a:pt x="42985" y="29462"/>
                          <a:pt x="43162" y="29860"/>
                          <a:pt x="43650" y="30259"/>
                        </a:cubicBezTo>
                        <a:cubicBezTo>
                          <a:pt x="43650" y="30437"/>
                          <a:pt x="43960" y="30437"/>
                          <a:pt x="44359" y="30348"/>
                        </a:cubicBezTo>
                        <a:cubicBezTo>
                          <a:pt x="44758" y="30259"/>
                          <a:pt x="45113" y="30171"/>
                          <a:pt x="45556" y="30082"/>
                        </a:cubicBezTo>
                        <a:cubicBezTo>
                          <a:pt x="46398" y="29816"/>
                          <a:pt x="47285" y="29639"/>
                          <a:pt x="48260" y="29329"/>
                        </a:cubicBezTo>
                        <a:cubicBezTo>
                          <a:pt x="52029" y="28176"/>
                          <a:pt x="56329" y="26846"/>
                          <a:pt x="61294" y="25339"/>
                        </a:cubicBezTo>
                        <a:cubicBezTo>
                          <a:pt x="64663" y="24319"/>
                          <a:pt x="69451" y="25383"/>
                          <a:pt x="70515" y="28797"/>
                        </a:cubicBezTo>
                        <a:cubicBezTo>
                          <a:pt x="71933" y="33762"/>
                          <a:pt x="72332" y="38993"/>
                          <a:pt x="70426" y="45110"/>
                        </a:cubicBezTo>
                        <a:cubicBezTo>
                          <a:pt x="69362" y="48125"/>
                          <a:pt x="67854" y="51405"/>
                          <a:pt x="64884" y="54863"/>
                        </a:cubicBezTo>
                        <a:cubicBezTo>
                          <a:pt x="61604" y="58587"/>
                          <a:pt x="55885" y="62710"/>
                          <a:pt x="49103" y="6426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86" name="Forme libre : forme 22585">
                    <a:extLst>
                      <a:ext uri="{FF2B5EF4-FFF2-40B4-BE49-F238E27FC236}">
                        <a16:creationId xmlns:a16="http://schemas.microsoft.com/office/drawing/2014/main" id="{4432A39E-2F77-4E42-8447-E553F7C7CC0F}"/>
                      </a:ext>
                    </a:extLst>
                  </p:cNvPr>
                  <p:cNvSpPr/>
                  <p:nvPr/>
                </p:nvSpPr>
                <p:spPr>
                  <a:xfrm>
                    <a:off x="7227819" y="1315920"/>
                    <a:ext cx="71508" cy="64022"/>
                  </a:xfrm>
                  <a:custGeom>
                    <a:avLst/>
                    <a:gdLst>
                      <a:gd name="connsiteX0" fmla="*/ 19411 w 71508"/>
                      <a:gd name="connsiteY0" fmla="*/ 35864 h 64022"/>
                      <a:gd name="connsiteX1" fmla="*/ 5403 w 71508"/>
                      <a:gd name="connsiteY1" fmla="*/ 0 h 64022"/>
                      <a:gd name="connsiteX2" fmla="*/ 2521 w 71508"/>
                      <a:gd name="connsiteY2" fmla="*/ 3413 h 64022"/>
                      <a:gd name="connsiteX3" fmla="*/ 1058 w 71508"/>
                      <a:gd name="connsiteY3" fmla="*/ 8689 h 64022"/>
                      <a:gd name="connsiteX4" fmla="*/ 748 w 71508"/>
                      <a:gd name="connsiteY4" fmla="*/ 24914 h 64022"/>
                      <a:gd name="connsiteX5" fmla="*/ 5891 w 71508"/>
                      <a:gd name="connsiteY5" fmla="*/ 38125 h 64022"/>
                      <a:gd name="connsiteX6" fmla="*/ 9260 w 71508"/>
                      <a:gd name="connsiteY6" fmla="*/ 43489 h 64022"/>
                      <a:gd name="connsiteX7" fmla="*/ 13249 w 71508"/>
                      <a:gd name="connsiteY7" fmla="*/ 48720 h 64022"/>
                      <a:gd name="connsiteX8" fmla="*/ 18746 w 71508"/>
                      <a:gd name="connsiteY8" fmla="*/ 54350 h 64022"/>
                      <a:gd name="connsiteX9" fmla="*/ 20475 w 71508"/>
                      <a:gd name="connsiteY9" fmla="*/ 55768 h 64022"/>
                      <a:gd name="connsiteX10" fmla="*/ 22559 w 71508"/>
                      <a:gd name="connsiteY10" fmla="*/ 57409 h 64022"/>
                      <a:gd name="connsiteX11" fmla="*/ 27081 w 71508"/>
                      <a:gd name="connsiteY11" fmla="*/ 59935 h 64022"/>
                      <a:gd name="connsiteX12" fmla="*/ 35947 w 71508"/>
                      <a:gd name="connsiteY12" fmla="*/ 63393 h 64022"/>
                      <a:gd name="connsiteX13" fmla="*/ 44325 w 71508"/>
                      <a:gd name="connsiteY13" fmla="*/ 63970 h 64022"/>
                      <a:gd name="connsiteX14" fmla="*/ 48936 w 71508"/>
                      <a:gd name="connsiteY14" fmla="*/ 63216 h 64022"/>
                      <a:gd name="connsiteX15" fmla="*/ 61216 w 71508"/>
                      <a:gd name="connsiteY15" fmla="*/ 57054 h 64022"/>
                      <a:gd name="connsiteX16" fmla="*/ 63609 w 71508"/>
                      <a:gd name="connsiteY16" fmla="*/ 54926 h 64022"/>
                      <a:gd name="connsiteX17" fmla="*/ 65250 w 71508"/>
                      <a:gd name="connsiteY17" fmla="*/ 53109 h 64022"/>
                      <a:gd name="connsiteX18" fmla="*/ 67732 w 71508"/>
                      <a:gd name="connsiteY18" fmla="*/ 49562 h 64022"/>
                      <a:gd name="connsiteX19" fmla="*/ 71367 w 71508"/>
                      <a:gd name="connsiteY19" fmla="*/ 32583 h 64022"/>
                      <a:gd name="connsiteX20" fmla="*/ 70392 w 71508"/>
                      <a:gd name="connsiteY20" fmla="*/ 27795 h 64022"/>
                      <a:gd name="connsiteX21" fmla="*/ 70303 w 71508"/>
                      <a:gd name="connsiteY21" fmla="*/ 27618 h 64022"/>
                      <a:gd name="connsiteX22" fmla="*/ 58777 w 71508"/>
                      <a:gd name="connsiteY22" fmla="*/ 43400 h 64022"/>
                      <a:gd name="connsiteX23" fmla="*/ 38562 w 71508"/>
                      <a:gd name="connsiteY23" fmla="*/ 50360 h 64022"/>
                      <a:gd name="connsiteX24" fmla="*/ 27214 w 71508"/>
                      <a:gd name="connsiteY24" fmla="*/ 44287 h 64022"/>
                      <a:gd name="connsiteX25" fmla="*/ 19411 w 71508"/>
                      <a:gd name="connsiteY25" fmla="*/ 35864 h 64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71508" h="64022">
                        <a:moveTo>
                          <a:pt x="19411" y="35864"/>
                        </a:moveTo>
                        <a:cubicBezTo>
                          <a:pt x="10722" y="24737"/>
                          <a:pt x="5314" y="11349"/>
                          <a:pt x="5403" y="0"/>
                        </a:cubicBezTo>
                        <a:cubicBezTo>
                          <a:pt x="4073" y="798"/>
                          <a:pt x="3009" y="1951"/>
                          <a:pt x="2521" y="3413"/>
                        </a:cubicBezTo>
                        <a:cubicBezTo>
                          <a:pt x="1945" y="5187"/>
                          <a:pt x="1457" y="6916"/>
                          <a:pt x="1058" y="8689"/>
                        </a:cubicBezTo>
                        <a:cubicBezTo>
                          <a:pt x="-50" y="13743"/>
                          <a:pt x="-493" y="18885"/>
                          <a:pt x="748" y="24914"/>
                        </a:cubicBezTo>
                        <a:cubicBezTo>
                          <a:pt x="1546" y="28815"/>
                          <a:pt x="3053" y="33115"/>
                          <a:pt x="5891" y="38125"/>
                        </a:cubicBezTo>
                        <a:cubicBezTo>
                          <a:pt x="6644" y="39632"/>
                          <a:pt x="7974" y="41494"/>
                          <a:pt x="9260" y="43489"/>
                        </a:cubicBezTo>
                        <a:cubicBezTo>
                          <a:pt x="10324" y="45085"/>
                          <a:pt x="11831" y="46946"/>
                          <a:pt x="13249" y="48720"/>
                        </a:cubicBezTo>
                        <a:cubicBezTo>
                          <a:pt x="14934" y="50582"/>
                          <a:pt x="16619" y="52488"/>
                          <a:pt x="18746" y="54350"/>
                        </a:cubicBezTo>
                        <a:lnTo>
                          <a:pt x="20475" y="55768"/>
                        </a:lnTo>
                        <a:lnTo>
                          <a:pt x="22559" y="57409"/>
                        </a:lnTo>
                        <a:cubicBezTo>
                          <a:pt x="23977" y="58473"/>
                          <a:pt x="25618" y="59093"/>
                          <a:pt x="27081" y="59935"/>
                        </a:cubicBezTo>
                        <a:cubicBezTo>
                          <a:pt x="30007" y="61709"/>
                          <a:pt x="33198" y="62418"/>
                          <a:pt x="35947" y="63393"/>
                        </a:cubicBezTo>
                        <a:cubicBezTo>
                          <a:pt x="39582" y="64014"/>
                          <a:pt x="42064" y="64103"/>
                          <a:pt x="44325" y="63970"/>
                        </a:cubicBezTo>
                        <a:cubicBezTo>
                          <a:pt x="46010" y="63792"/>
                          <a:pt x="47606" y="63615"/>
                          <a:pt x="48936" y="63216"/>
                        </a:cubicBezTo>
                        <a:cubicBezTo>
                          <a:pt x="53768" y="62019"/>
                          <a:pt x="57935" y="59758"/>
                          <a:pt x="61216" y="57054"/>
                        </a:cubicBezTo>
                        <a:cubicBezTo>
                          <a:pt x="62058" y="56433"/>
                          <a:pt x="62856" y="55635"/>
                          <a:pt x="63609" y="54926"/>
                        </a:cubicBezTo>
                        <a:cubicBezTo>
                          <a:pt x="64186" y="54305"/>
                          <a:pt x="64762" y="53729"/>
                          <a:pt x="65250" y="53109"/>
                        </a:cubicBezTo>
                        <a:cubicBezTo>
                          <a:pt x="66225" y="51912"/>
                          <a:pt x="67067" y="50715"/>
                          <a:pt x="67732" y="49562"/>
                        </a:cubicBezTo>
                        <a:cubicBezTo>
                          <a:pt x="71367" y="43134"/>
                          <a:pt x="71811" y="37637"/>
                          <a:pt x="71367" y="32583"/>
                        </a:cubicBezTo>
                        <a:cubicBezTo>
                          <a:pt x="71146" y="30943"/>
                          <a:pt x="70791" y="29347"/>
                          <a:pt x="70392" y="27795"/>
                        </a:cubicBezTo>
                        <a:lnTo>
                          <a:pt x="70303" y="27618"/>
                        </a:lnTo>
                        <a:cubicBezTo>
                          <a:pt x="67200" y="33115"/>
                          <a:pt x="63698" y="38612"/>
                          <a:pt x="58777" y="43400"/>
                        </a:cubicBezTo>
                        <a:cubicBezTo>
                          <a:pt x="53901" y="48321"/>
                          <a:pt x="45966" y="52311"/>
                          <a:pt x="38562" y="50360"/>
                        </a:cubicBezTo>
                        <a:cubicBezTo>
                          <a:pt x="34351" y="49340"/>
                          <a:pt x="30317" y="46902"/>
                          <a:pt x="27214" y="44287"/>
                        </a:cubicBezTo>
                        <a:cubicBezTo>
                          <a:pt x="24288" y="41582"/>
                          <a:pt x="21717" y="38745"/>
                          <a:pt x="19411" y="3586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87" name="Forme libre : forme 22586">
                    <a:extLst>
                      <a:ext uri="{FF2B5EF4-FFF2-40B4-BE49-F238E27FC236}">
                        <a16:creationId xmlns:a16="http://schemas.microsoft.com/office/drawing/2014/main" id="{3B2EA6D8-F383-4F53-9845-FE079363E795}"/>
                      </a:ext>
                    </a:extLst>
                  </p:cNvPr>
                  <p:cNvSpPr/>
                  <p:nvPr/>
                </p:nvSpPr>
                <p:spPr>
                  <a:xfrm>
                    <a:off x="7247452" y="1345318"/>
                    <a:ext cx="38127" cy="23316"/>
                  </a:xfrm>
                  <a:custGeom>
                    <a:avLst/>
                    <a:gdLst>
                      <a:gd name="connsiteX0" fmla="*/ 37504 w 38127"/>
                      <a:gd name="connsiteY0" fmla="*/ 10455 h 23316"/>
                      <a:gd name="connsiteX1" fmla="*/ 34091 w 38127"/>
                      <a:gd name="connsiteY1" fmla="*/ 18657 h 23316"/>
                      <a:gd name="connsiteX2" fmla="*/ 26732 w 38127"/>
                      <a:gd name="connsiteY2" fmla="*/ 22691 h 23316"/>
                      <a:gd name="connsiteX3" fmla="*/ 18486 w 38127"/>
                      <a:gd name="connsiteY3" fmla="*/ 23001 h 23316"/>
                      <a:gd name="connsiteX4" fmla="*/ 13920 w 38127"/>
                      <a:gd name="connsiteY4" fmla="*/ 21494 h 23316"/>
                      <a:gd name="connsiteX5" fmla="*/ 7492 w 38127"/>
                      <a:gd name="connsiteY5" fmla="*/ 17105 h 23316"/>
                      <a:gd name="connsiteX6" fmla="*/ 4699 w 38127"/>
                      <a:gd name="connsiteY6" fmla="*/ 14002 h 23316"/>
                      <a:gd name="connsiteX7" fmla="*/ 2438 w 38127"/>
                      <a:gd name="connsiteY7" fmla="*/ 10633 h 23316"/>
                      <a:gd name="connsiteX8" fmla="*/ 1197 w 38127"/>
                      <a:gd name="connsiteY8" fmla="*/ 437 h 23316"/>
                      <a:gd name="connsiteX9" fmla="*/ 9842 w 38127"/>
                      <a:gd name="connsiteY9" fmla="*/ 4382 h 23316"/>
                      <a:gd name="connsiteX10" fmla="*/ 12324 w 38127"/>
                      <a:gd name="connsiteY10" fmla="*/ 6510 h 23316"/>
                      <a:gd name="connsiteX11" fmla="*/ 14674 w 38127"/>
                      <a:gd name="connsiteY11" fmla="*/ 8416 h 23316"/>
                      <a:gd name="connsiteX12" fmla="*/ 18176 w 38127"/>
                      <a:gd name="connsiteY12" fmla="*/ 10721 h 23316"/>
                      <a:gd name="connsiteX13" fmla="*/ 20747 w 38127"/>
                      <a:gd name="connsiteY13" fmla="*/ 11830 h 23316"/>
                      <a:gd name="connsiteX14" fmla="*/ 25225 w 38127"/>
                      <a:gd name="connsiteY14" fmla="*/ 12450 h 23316"/>
                      <a:gd name="connsiteX15" fmla="*/ 30057 w 38127"/>
                      <a:gd name="connsiteY15" fmla="*/ 11519 h 23316"/>
                      <a:gd name="connsiteX16" fmla="*/ 37504 w 38127"/>
                      <a:gd name="connsiteY16" fmla="*/ 10455 h 23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8127" h="23316">
                        <a:moveTo>
                          <a:pt x="37504" y="10455"/>
                        </a:moveTo>
                        <a:cubicBezTo>
                          <a:pt x="38879" y="11785"/>
                          <a:pt x="38081" y="15021"/>
                          <a:pt x="34091" y="18657"/>
                        </a:cubicBezTo>
                        <a:cubicBezTo>
                          <a:pt x="32140" y="20341"/>
                          <a:pt x="29569" y="21937"/>
                          <a:pt x="26732" y="22691"/>
                        </a:cubicBezTo>
                        <a:cubicBezTo>
                          <a:pt x="23895" y="23489"/>
                          <a:pt x="20925" y="23444"/>
                          <a:pt x="18486" y="23001"/>
                        </a:cubicBezTo>
                        <a:cubicBezTo>
                          <a:pt x="16713" y="22425"/>
                          <a:pt x="15029" y="22070"/>
                          <a:pt x="13920" y="21494"/>
                        </a:cubicBezTo>
                        <a:cubicBezTo>
                          <a:pt x="12191" y="20563"/>
                          <a:pt x="9532" y="19233"/>
                          <a:pt x="7492" y="17105"/>
                        </a:cubicBezTo>
                        <a:cubicBezTo>
                          <a:pt x="6428" y="16174"/>
                          <a:pt x="5542" y="15110"/>
                          <a:pt x="4699" y="14002"/>
                        </a:cubicBezTo>
                        <a:cubicBezTo>
                          <a:pt x="3857" y="12894"/>
                          <a:pt x="3015" y="11785"/>
                          <a:pt x="2438" y="10633"/>
                        </a:cubicBezTo>
                        <a:cubicBezTo>
                          <a:pt x="-177" y="6111"/>
                          <a:pt x="-842" y="1855"/>
                          <a:pt x="1197" y="437"/>
                        </a:cubicBezTo>
                        <a:cubicBezTo>
                          <a:pt x="3370" y="-1071"/>
                          <a:pt x="6517" y="1589"/>
                          <a:pt x="9842" y="4382"/>
                        </a:cubicBezTo>
                        <a:cubicBezTo>
                          <a:pt x="10640" y="5136"/>
                          <a:pt x="11482" y="5801"/>
                          <a:pt x="12324" y="6510"/>
                        </a:cubicBezTo>
                        <a:cubicBezTo>
                          <a:pt x="13122" y="7219"/>
                          <a:pt x="13920" y="7929"/>
                          <a:pt x="14674" y="8416"/>
                        </a:cubicBezTo>
                        <a:cubicBezTo>
                          <a:pt x="16092" y="9569"/>
                          <a:pt x="17290" y="10189"/>
                          <a:pt x="18176" y="10721"/>
                        </a:cubicBezTo>
                        <a:cubicBezTo>
                          <a:pt x="18752" y="11165"/>
                          <a:pt x="19683" y="11342"/>
                          <a:pt x="20747" y="11830"/>
                        </a:cubicBezTo>
                        <a:cubicBezTo>
                          <a:pt x="21989" y="12273"/>
                          <a:pt x="23584" y="12495"/>
                          <a:pt x="25225" y="12450"/>
                        </a:cubicBezTo>
                        <a:cubicBezTo>
                          <a:pt x="26865" y="12362"/>
                          <a:pt x="28505" y="11963"/>
                          <a:pt x="30057" y="11519"/>
                        </a:cubicBezTo>
                        <a:cubicBezTo>
                          <a:pt x="32938" y="10588"/>
                          <a:pt x="36086" y="9170"/>
                          <a:pt x="37504" y="1045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88" name="Forme libre : forme 22587">
                    <a:extLst>
                      <a:ext uri="{FF2B5EF4-FFF2-40B4-BE49-F238E27FC236}">
                        <a16:creationId xmlns:a16="http://schemas.microsoft.com/office/drawing/2014/main" id="{E40F502D-85BC-41FA-858D-E58285DAECBB}"/>
                      </a:ext>
                    </a:extLst>
                  </p:cNvPr>
                  <p:cNvSpPr/>
                  <p:nvPr/>
                </p:nvSpPr>
                <p:spPr>
                  <a:xfrm>
                    <a:off x="7247609" y="1344962"/>
                    <a:ext cx="26486" cy="23669"/>
                  </a:xfrm>
                  <a:custGeom>
                    <a:avLst/>
                    <a:gdLst>
                      <a:gd name="connsiteX0" fmla="*/ 10173 w 26486"/>
                      <a:gd name="connsiteY0" fmla="*/ 5359 h 23669"/>
                      <a:gd name="connsiteX1" fmla="*/ 907 w 26486"/>
                      <a:gd name="connsiteY1" fmla="*/ 616 h 23669"/>
                      <a:gd name="connsiteX2" fmla="*/ 14074 w 26486"/>
                      <a:gd name="connsiteY2" fmla="*/ 22072 h 23669"/>
                      <a:gd name="connsiteX3" fmla="*/ 18329 w 26486"/>
                      <a:gd name="connsiteY3" fmla="*/ 23402 h 23669"/>
                      <a:gd name="connsiteX4" fmla="*/ 26486 w 26486"/>
                      <a:gd name="connsiteY4" fmla="*/ 22914 h 23669"/>
                      <a:gd name="connsiteX5" fmla="*/ 19881 w 26486"/>
                      <a:gd name="connsiteY5" fmla="*/ 22648 h 23669"/>
                      <a:gd name="connsiteX6" fmla="*/ 18551 w 26486"/>
                      <a:gd name="connsiteY6" fmla="*/ 22161 h 23669"/>
                      <a:gd name="connsiteX7" fmla="*/ 9330 w 26486"/>
                      <a:gd name="connsiteY7" fmla="*/ 13339 h 23669"/>
                      <a:gd name="connsiteX8" fmla="*/ 10173 w 26486"/>
                      <a:gd name="connsiteY8" fmla="*/ 5359 h 23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486" h="23669">
                        <a:moveTo>
                          <a:pt x="10173" y="5359"/>
                        </a:moveTo>
                        <a:cubicBezTo>
                          <a:pt x="7779" y="4074"/>
                          <a:pt x="3035" y="-1911"/>
                          <a:pt x="907" y="616"/>
                        </a:cubicBezTo>
                        <a:cubicBezTo>
                          <a:pt x="-2373" y="4561"/>
                          <a:pt x="3523" y="17284"/>
                          <a:pt x="14074" y="22072"/>
                        </a:cubicBezTo>
                        <a:cubicBezTo>
                          <a:pt x="15049" y="22471"/>
                          <a:pt x="16512" y="22870"/>
                          <a:pt x="18329" y="23402"/>
                        </a:cubicBezTo>
                        <a:cubicBezTo>
                          <a:pt x="21034" y="23934"/>
                          <a:pt x="24536" y="23623"/>
                          <a:pt x="26486" y="22914"/>
                        </a:cubicBezTo>
                        <a:cubicBezTo>
                          <a:pt x="24669" y="23180"/>
                          <a:pt x="21521" y="23357"/>
                          <a:pt x="19881" y="22648"/>
                        </a:cubicBezTo>
                        <a:cubicBezTo>
                          <a:pt x="19438" y="22515"/>
                          <a:pt x="18994" y="22382"/>
                          <a:pt x="18551" y="22161"/>
                        </a:cubicBezTo>
                        <a:cubicBezTo>
                          <a:pt x="14162" y="20254"/>
                          <a:pt x="10616" y="16486"/>
                          <a:pt x="9330" y="13339"/>
                        </a:cubicBezTo>
                        <a:cubicBezTo>
                          <a:pt x="8089" y="10014"/>
                          <a:pt x="8222" y="7265"/>
                          <a:pt x="10173" y="535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89" name="Forme libre : forme 22588">
                    <a:extLst>
                      <a:ext uri="{FF2B5EF4-FFF2-40B4-BE49-F238E27FC236}">
                        <a16:creationId xmlns:a16="http://schemas.microsoft.com/office/drawing/2014/main" id="{85F89430-1A97-48C1-95B9-8B091C9A95F1}"/>
                      </a:ext>
                    </a:extLst>
                  </p:cNvPr>
                  <p:cNvSpPr/>
                  <p:nvPr/>
                </p:nvSpPr>
                <p:spPr>
                  <a:xfrm>
                    <a:off x="7247760" y="1347884"/>
                    <a:ext cx="40160" cy="22204"/>
                  </a:xfrm>
                  <a:custGeom>
                    <a:avLst/>
                    <a:gdLst>
                      <a:gd name="connsiteX0" fmla="*/ 39723 w 40160"/>
                      <a:gd name="connsiteY0" fmla="*/ 6870 h 22204"/>
                      <a:gd name="connsiteX1" fmla="*/ 39590 w 40160"/>
                      <a:gd name="connsiteY1" fmla="*/ 11082 h 22204"/>
                      <a:gd name="connsiteX2" fmla="*/ 35112 w 40160"/>
                      <a:gd name="connsiteY2" fmla="*/ 17022 h 22204"/>
                      <a:gd name="connsiteX3" fmla="*/ 26645 w 40160"/>
                      <a:gd name="connsiteY3" fmla="*/ 21588 h 22204"/>
                      <a:gd name="connsiteX4" fmla="*/ 17912 w 40160"/>
                      <a:gd name="connsiteY4" fmla="*/ 21854 h 22204"/>
                      <a:gd name="connsiteX5" fmla="*/ 15961 w 40160"/>
                      <a:gd name="connsiteY5" fmla="*/ 21278 h 22204"/>
                      <a:gd name="connsiteX6" fmla="*/ 8425 w 40160"/>
                      <a:gd name="connsiteY6" fmla="*/ 17377 h 22204"/>
                      <a:gd name="connsiteX7" fmla="*/ 5056 w 40160"/>
                      <a:gd name="connsiteY7" fmla="*/ 14229 h 22204"/>
                      <a:gd name="connsiteX8" fmla="*/ 2662 w 40160"/>
                      <a:gd name="connsiteY8" fmla="*/ 10904 h 22204"/>
                      <a:gd name="connsiteX9" fmla="*/ 1111 w 40160"/>
                      <a:gd name="connsiteY9" fmla="*/ 531 h 22204"/>
                      <a:gd name="connsiteX10" fmla="*/ 9888 w 40160"/>
                      <a:gd name="connsiteY10" fmla="*/ 4299 h 22204"/>
                      <a:gd name="connsiteX11" fmla="*/ 18932 w 40160"/>
                      <a:gd name="connsiteY11" fmla="*/ 10062 h 22204"/>
                      <a:gd name="connsiteX12" fmla="*/ 20128 w 40160"/>
                      <a:gd name="connsiteY12" fmla="*/ 10461 h 22204"/>
                      <a:gd name="connsiteX13" fmla="*/ 25227 w 40160"/>
                      <a:gd name="connsiteY13" fmla="*/ 10860 h 22204"/>
                      <a:gd name="connsiteX14" fmla="*/ 31167 w 40160"/>
                      <a:gd name="connsiteY14" fmla="*/ 9042 h 22204"/>
                      <a:gd name="connsiteX15" fmla="*/ 39723 w 40160"/>
                      <a:gd name="connsiteY15" fmla="*/ 6870 h 22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40160" h="22204">
                        <a:moveTo>
                          <a:pt x="39723" y="6870"/>
                        </a:moveTo>
                        <a:cubicBezTo>
                          <a:pt x="40388" y="7845"/>
                          <a:pt x="40255" y="9308"/>
                          <a:pt x="39590" y="11082"/>
                        </a:cubicBezTo>
                        <a:cubicBezTo>
                          <a:pt x="38836" y="12811"/>
                          <a:pt x="37551" y="14938"/>
                          <a:pt x="35112" y="17022"/>
                        </a:cubicBezTo>
                        <a:cubicBezTo>
                          <a:pt x="32807" y="19061"/>
                          <a:pt x="29837" y="20790"/>
                          <a:pt x="26645" y="21588"/>
                        </a:cubicBezTo>
                        <a:cubicBezTo>
                          <a:pt x="23498" y="22430"/>
                          <a:pt x="20350" y="22297"/>
                          <a:pt x="17912" y="21854"/>
                        </a:cubicBezTo>
                        <a:cubicBezTo>
                          <a:pt x="17203" y="21632"/>
                          <a:pt x="16538" y="21455"/>
                          <a:pt x="15961" y="21278"/>
                        </a:cubicBezTo>
                        <a:cubicBezTo>
                          <a:pt x="13701" y="20790"/>
                          <a:pt x="11085" y="19194"/>
                          <a:pt x="8425" y="17377"/>
                        </a:cubicBezTo>
                        <a:cubicBezTo>
                          <a:pt x="7184" y="16268"/>
                          <a:pt x="6076" y="15249"/>
                          <a:pt x="5056" y="14229"/>
                        </a:cubicBezTo>
                        <a:cubicBezTo>
                          <a:pt x="4169" y="13121"/>
                          <a:pt x="3372" y="12013"/>
                          <a:pt x="2662" y="10904"/>
                        </a:cubicBezTo>
                        <a:cubicBezTo>
                          <a:pt x="-86" y="6427"/>
                          <a:pt x="-884" y="2260"/>
                          <a:pt x="1111" y="531"/>
                        </a:cubicBezTo>
                        <a:cubicBezTo>
                          <a:pt x="3106" y="-1154"/>
                          <a:pt x="6430" y="1462"/>
                          <a:pt x="9888" y="4299"/>
                        </a:cubicBezTo>
                        <a:cubicBezTo>
                          <a:pt x="13390" y="7402"/>
                          <a:pt x="16937" y="9486"/>
                          <a:pt x="18932" y="10062"/>
                        </a:cubicBezTo>
                        <a:cubicBezTo>
                          <a:pt x="19242" y="10195"/>
                          <a:pt x="19641" y="10328"/>
                          <a:pt x="20128" y="10461"/>
                        </a:cubicBezTo>
                        <a:cubicBezTo>
                          <a:pt x="21414" y="10816"/>
                          <a:pt x="23232" y="11082"/>
                          <a:pt x="25227" y="10860"/>
                        </a:cubicBezTo>
                        <a:cubicBezTo>
                          <a:pt x="27222" y="10638"/>
                          <a:pt x="29261" y="9885"/>
                          <a:pt x="31167" y="9042"/>
                        </a:cubicBezTo>
                        <a:cubicBezTo>
                          <a:pt x="34980" y="7225"/>
                          <a:pt x="38526" y="4964"/>
                          <a:pt x="39723" y="687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90" name="Forme libre : forme 22589">
                    <a:extLst>
                      <a:ext uri="{FF2B5EF4-FFF2-40B4-BE49-F238E27FC236}">
                        <a16:creationId xmlns:a16="http://schemas.microsoft.com/office/drawing/2014/main" id="{4103DCB9-4A71-4693-A801-BD88DCBFBB57}"/>
                      </a:ext>
                    </a:extLst>
                  </p:cNvPr>
                  <p:cNvSpPr/>
                  <p:nvPr/>
                </p:nvSpPr>
                <p:spPr>
                  <a:xfrm>
                    <a:off x="7235782" y="1326099"/>
                    <a:ext cx="43141" cy="49164"/>
                  </a:xfrm>
                  <a:custGeom>
                    <a:avLst/>
                    <a:gdLst>
                      <a:gd name="connsiteX0" fmla="*/ 2493 w 43141"/>
                      <a:gd name="connsiteY0" fmla="*/ 1569 h 49164"/>
                      <a:gd name="connsiteX1" fmla="*/ 11 w 43141"/>
                      <a:gd name="connsiteY1" fmla="*/ 9238 h 49164"/>
                      <a:gd name="connsiteX2" fmla="*/ 4843 w 43141"/>
                      <a:gd name="connsiteY2" fmla="*/ 32157 h 49164"/>
                      <a:gd name="connsiteX3" fmla="*/ 8478 w 43141"/>
                      <a:gd name="connsiteY3" fmla="*/ 37432 h 49164"/>
                      <a:gd name="connsiteX4" fmla="*/ 13576 w 43141"/>
                      <a:gd name="connsiteY4" fmla="*/ 42486 h 49164"/>
                      <a:gd name="connsiteX5" fmla="*/ 17034 w 43141"/>
                      <a:gd name="connsiteY5" fmla="*/ 45013 h 49164"/>
                      <a:gd name="connsiteX6" fmla="*/ 21024 w 43141"/>
                      <a:gd name="connsiteY6" fmla="*/ 46875 h 49164"/>
                      <a:gd name="connsiteX7" fmla="*/ 28738 w 43141"/>
                      <a:gd name="connsiteY7" fmla="*/ 49091 h 49164"/>
                      <a:gd name="connsiteX8" fmla="*/ 31929 w 43141"/>
                      <a:gd name="connsiteY8" fmla="*/ 49136 h 49164"/>
                      <a:gd name="connsiteX9" fmla="*/ 41283 w 43141"/>
                      <a:gd name="connsiteY9" fmla="*/ 45722 h 49164"/>
                      <a:gd name="connsiteX10" fmla="*/ 42480 w 43141"/>
                      <a:gd name="connsiteY10" fmla="*/ 41289 h 49164"/>
                      <a:gd name="connsiteX11" fmla="*/ 33437 w 43141"/>
                      <a:gd name="connsiteY11" fmla="*/ 40136 h 49164"/>
                      <a:gd name="connsiteX12" fmla="*/ 30688 w 43141"/>
                      <a:gd name="connsiteY12" fmla="*/ 38984 h 49164"/>
                      <a:gd name="connsiteX13" fmla="*/ 23506 w 43141"/>
                      <a:gd name="connsiteY13" fmla="*/ 32645 h 49164"/>
                      <a:gd name="connsiteX14" fmla="*/ 20181 w 43141"/>
                      <a:gd name="connsiteY14" fmla="*/ 24576 h 49164"/>
                      <a:gd name="connsiteX15" fmla="*/ 15438 w 43141"/>
                      <a:gd name="connsiteY15" fmla="*/ 6090 h 49164"/>
                      <a:gd name="connsiteX16" fmla="*/ 2493 w 43141"/>
                      <a:gd name="connsiteY16" fmla="*/ 1569 h 49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43141" h="49164">
                        <a:moveTo>
                          <a:pt x="2493" y="1569"/>
                        </a:moveTo>
                        <a:cubicBezTo>
                          <a:pt x="454" y="3962"/>
                          <a:pt x="100" y="5337"/>
                          <a:pt x="11" y="9238"/>
                        </a:cubicBezTo>
                        <a:cubicBezTo>
                          <a:pt x="-33" y="16641"/>
                          <a:pt x="-166" y="22936"/>
                          <a:pt x="4843" y="32157"/>
                        </a:cubicBezTo>
                        <a:cubicBezTo>
                          <a:pt x="5951" y="33930"/>
                          <a:pt x="7060" y="35659"/>
                          <a:pt x="8478" y="37432"/>
                        </a:cubicBezTo>
                        <a:cubicBezTo>
                          <a:pt x="10118" y="39206"/>
                          <a:pt x="11404" y="40890"/>
                          <a:pt x="13576" y="42486"/>
                        </a:cubicBezTo>
                        <a:cubicBezTo>
                          <a:pt x="14507" y="43195"/>
                          <a:pt x="15837" y="44259"/>
                          <a:pt x="17034" y="45013"/>
                        </a:cubicBezTo>
                        <a:cubicBezTo>
                          <a:pt x="18364" y="45722"/>
                          <a:pt x="19738" y="46298"/>
                          <a:pt x="21024" y="46875"/>
                        </a:cubicBezTo>
                        <a:cubicBezTo>
                          <a:pt x="23551" y="48249"/>
                          <a:pt x="26343" y="48515"/>
                          <a:pt x="28738" y="49091"/>
                        </a:cubicBezTo>
                        <a:cubicBezTo>
                          <a:pt x="29934" y="49180"/>
                          <a:pt x="30954" y="49180"/>
                          <a:pt x="31929" y="49136"/>
                        </a:cubicBezTo>
                        <a:cubicBezTo>
                          <a:pt x="35830" y="48914"/>
                          <a:pt x="39332" y="47407"/>
                          <a:pt x="41283" y="45722"/>
                        </a:cubicBezTo>
                        <a:cubicBezTo>
                          <a:pt x="43234" y="43993"/>
                          <a:pt x="43677" y="42353"/>
                          <a:pt x="42480" y="41289"/>
                        </a:cubicBezTo>
                        <a:cubicBezTo>
                          <a:pt x="41061" y="40092"/>
                          <a:pt x="36761" y="41245"/>
                          <a:pt x="33437" y="40136"/>
                        </a:cubicBezTo>
                        <a:cubicBezTo>
                          <a:pt x="32506" y="39782"/>
                          <a:pt x="31530" y="39472"/>
                          <a:pt x="30688" y="38984"/>
                        </a:cubicBezTo>
                        <a:cubicBezTo>
                          <a:pt x="27673" y="37299"/>
                          <a:pt x="25147" y="35216"/>
                          <a:pt x="23506" y="32645"/>
                        </a:cubicBezTo>
                        <a:cubicBezTo>
                          <a:pt x="21778" y="30206"/>
                          <a:pt x="20758" y="27458"/>
                          <a:pt x="20181" y="24576"/>
                        </a:cubicBezTo>
                        <a:cubicBezTo>
                          <a:pt x="19029" y="18902"/>
                          <a:pt x="19827" y="12430"/>
                          <a:pt x="15438" y="6090"/>
                        </a:cubicBezTo>
                        <a:cubicBezTo>
                          <a:pt x="11670" y="416"/>
                          <a:pt x="5419" y="-1756"/>
                          <a:pt x="2493" y="156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91" name="Forme libre : forme 22590">
                    <a:extLst>
                      <a:ext uri="{FF2B5EF4-FFF2-40B4-BE49-F238E27FC236}">
                        <a16:creationId xmlns:a16="http://schemas.microsoft.com/office/drawing/2014/main" id="{0A005DB8-1C16-4AE9-BC0F-25493C1A813D}"/>
                      </a:ext>
                    </a:extLst>
                  </p:cNvPr>
                  <p:cNvSpPr/>
                  <p:nvPr/>
                </p:nvSpPr>
                <p:spPr>
                  <a:xfrm>
                    <a:off x="7247327" y="1334849"/>
                    <a:ext cx="12619" cy="13074"/>
                  </a:xfrm>
                  <a:custGeom>
                    <a:avLst/>
                    <a:gdLst>
                      <a:gd name="connsiteX0" fmla="*/ 2385 w 12619"/>
                      <a:gd name="connsiteY0" fmla="*/ 887 h 13074"/>
                      <a:gd name="connsiteX1" fmla="*/ 524 w 12619"/>
                      <a:gd name="connsiteY1" fmla="*/ 0 h 13074"/>
                      <a:gd name="connsiteX2" fmla="*/ 169 w 12619"/>
                      <a:gd name="connsiteY2" fmla="*/ 1685 h 13074"/>
                      <a:gd name="connsiteX3" fmla="*/ 1720 w 12619"/>
                      <a:gd name="connsiteY3" fmla="*/ 4566 h 13074"/>
                      <a:gd name="connsiteX4" fmla="*/ 6774 w 12619"/>
                      <a:gd name="connsiteY4" fmla="*/ 10684 h 13074"/>
                      <a:gd name="connsiteX5" fmla="*/ 8946 w 12619"/>
                      <a:gd name="connsiteY5" fmla="*/ 12501 h 13074"/>
                      <a:gd name="connsiteX6" fmla="*/ 11163 w 12619"/>
                      <a:gd name="connsiteY6" fmla="*/ 8911 h 13074"/>
                      <a:gd name="connsiteX7" fmla="*/ 2385 w 12619"/>
                      <a:gd name="connsiteY7" fmla="*/ 887 h 13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619" h="13074">
                        <a:moveTo>
                          <a:pt x="2385" y="887"/>
                        </a:moveTo>
                        <a:cubicBezTo>
                          <a:pt x="1676" y="355"/>
                          <a:pt x="1144" y="0"/>
                          <a:pt x="524" y="0"/>
                        </a:cubicBezTo>
                        <a:cubicBezTo>
                          <a:pt x="-97" y="44"/>
                          <a:pt x="-97" y="842"/>
                          <a:pt x="169" y="1685"/>
                        </a:cubicBezTo>
                        <a:cubicBezTo>
                          <a:pt x="435" y="2571"/>
                          <a:pt x="1144" y="3724"/>
                          <a:pt x="1720" y="4566"/>
                        </a:cubicBezTo>
                        <a:cubicBezTo>
                          <a:pt x="3272" y="6694"/>
                          <a:pt x="4957" y="8999"/>
                          <a:pt x="6774" y="10684"/>
                        </a:cubicBezTo>
                        <a:cubicBezTo>
                          <a:pt x="7528" y="11393"/>
                          <a:pt x="8148" y="12147"/>
                          <a:pt x="8946" y="12501"/>
                        </a:cubicBezTo>
                        <a:cubicBezTo>
                          <a:pt x="12227" y="14053"/>
                          <a:pt x="14089" y="12324"/>
                          <a:pt x="11163" y="8911"/>
                        </a:cubicBezTo>
                        <a:cubicBezTo>
                          <a:pt x="8946" y="6118"/>
                          <a:pt x="5267" y="3103"/>
                          <a:pt x="2385" y="88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92" name="Forme libre : forme 22591">
                    <a:extLst>
                      <a:ext uri="{FF2B5EF4-FFF2-40B4-BE49-F238E27FC236}">
                        <a16:creationId xmlns:a16="http://schemas.microsoft.com/office/drawing/2014/main" id="{E73C90B7-31F6-4A32-86E8-0BC09B8E0238}"/>
                      </a:ext>
                    </a:extLst>
                  </p:cNvPr>
                  <p:cNvSpPr/>
                  <p:nvPr/>
                </p:nvSpPr>
                <p:spPr>
                  <a:xfrm>
                    <a:off x="7278749" y="1344159"/>
                    <a:ext cx="19051" cy="33735"/>
                  </a:xfrm>
                  <a:custGeom>
                    <a:avLst/>
                    <a:gdLst>
                      <a:gd name="connsiteX0" fmla="*/ 17688 w 19051"/>
                      <a:gd name="connsiteY0" fmla="*/ 0 h 33735"/>
                      <a:gd name="connsiteX1" fmla="*/ 17245 w 19051"/>
                      <a:gd name="connsiteY1" fmla="*/ 15427 h 33735"/>
                      <a:gd name="connsiteX2" fmla="*/ 11615 w 19051"/>
                      <a:gd name="connsiteY2" fmla="*/ 25224 h 33735"/>
                      <a:gd name="connsiteX3" fmla="*/ 0 w 19051"/>
                      <a:gd name="connsiteY3" fmla="*/ 33736 h 33735"/>
                      <a:gd name="connsiteX4" fmla="*/ 11260 w 19051"/>
                      <a:gd name="connsiteY4" fmla="*/ 25136 h 33735"/>
                      <a:gd name="connsiteX5" fmla="*/ 16048 w 19051"/>
                      <a:gd name="connsiteY5" fmla="*/ 15871 h 33735"/>
                      <a:gd name="connsiteX6" fmla="*/ 17688 w 19051"/>
                      <a:gd name="connsiteY6" fmla="*/ 0 h 33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051" h="33735">
                        <a:moveTo>
                          <a:pt x="17688" y="0"/>
                        </a:moveTo>
                        <a:cubicBezTo>
                          <a:pt x="19594" y="3369"/>
                          <a:pt x="19550" y="9044"/>
                          <a:pt x="17245" y="15427"/>
                        </a:cubicBezTo>
                        <a:cubicBezTo>
                          <a:pt x="16092" y="18619"/>
                          <a:pt x="14230" y="21988"/>
                          <a:pt x="11615" y="25224"/>
                        </a:cubicBezTo>
                        <a:cubicBezTo>
                          <a:pt x="8201" y="29037"/>
                          <a:pt x="4123" y="31963"/>
                          <a:pt x="0" y="33736"/>
                        </a:cubicBezTo>
                        <a:cubicBezTo>
                          <a:pt x="4477" y="31785"/>
                          <a:pt x="8245" y="28727"/>
                          <a:pt x="11260" y="25136"/>
                        </a:cubicBezTo>
                        <a:cubicBezTo>
                          <a:pt x="13654" y="21988"/>
                          <a:pt x="15073" y="18885"/>
                          <a:pt x="16048" y="15871"/>
                        </a:cubicBezTo>
                        <a:cubicBezTo>
                          <a:pt x="17910" y="9886"/>
                          <a:pt x="18087" y="4433"/>
                          <a:pt x="1768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93" name="Forme libre : forme 22592">
                    <a:extLst>
                      <a:ext uri="{FF2B5EF4-FFF2-40B4-BE49-F238E27FC236}">
                        <a16:creationId xmlns:a16="http://schemas.microsoft.com/office/drawing/2014/main" id="{44BEE384-3761-4E82-B245-1C5FCBA603B3}"/>
                      </a:ext>
                    </a:extLst>
                  </p:cNvPr>
                  <p:cNvSpPr/>
                  <p:nvPr/>
                </p:nvSpPr>
                <p:spPr>
                  <a:xfrm>
                    <a:off x="7238985" y="1316319"/>
                    <a:ext cx="24293" cy="20968"/>
                  </a:xfrm>
                  <a:custGeom>
                    <a:avLst/>
                    <a:gdLst>
                      <a:gd name="connsiteX0" fmla="*/ 24293 w 24293"/>
                      <a:gd name="connsiteY0" fmla="*/ 20969 h 20968"/>
                      <a:gd name="connsiteX1" fmla="*/ 0 w 24293"/>
                      <a:gd name="connsiteY1" fmla="*/ 0 h 20968"/>
                      <a:gd name="connsiteX2" fmla="*/ 24293 w 24293"/>
                      <a:gd name="connsiteY2" fmla="*/ 20969 h 20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4293" h="20968">
                        <a:moveTo>
                          <a:pt x="24293" y="20969"/>
                        </a:moveTo>
                        <a:cubicBezTo>
                          <a:pt x="17998" y="12679"/>
                          <a:pt x="8645" y="4876"/>
                          <a:pt x="0" y="0"/>
                        </a:cubicBezTo>
                        <a:cubicBezTo>
                          <a:pt x="8290" y="4167"/>
                          <a:pt x="17644" y="14895"/>
                          <a:pt x="24293" y="209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94" name="Forme libre : forme 22593">
                    <a:extLst>
                      <a:ext uri="{FF2B5EF4-FFF2-40B4-BE49-F238E27FC236}">
                        <a16:creationId xmlns:a16="http://schemas.microsoft.com/office/drawing/2014/main" id="{69D85855-5F80-44F5-8336-EAC7BC2FCC98}"/>
                      </a:ext>
                    </a:extLst>
                  </p:cNvPr>
                  <p:cNvSpPr/>
                  <p:nvPr/>
                </p:nvSpPr>
                <p:spPr>
                  <a:xfrm>
                    <a:off x="7261978" y="1356539"/>
                    <a:ext cx="14084" cy="6120"/>
                  </a:xfrm>
                  <a:custGeom>
                    <a:avLst/>
                    <a:gdLst>
                      <a:gd name="connsiteX0" fmla="*/ 14068 w 14084"/>
                      <a:gd name="connsiteY0" fmla="*/ 3934 h 6120"/>
                      <a:gd name="connsiteX1" fmla="*/ 10388 w 14084"/>
                      <a:gd name="connsiteY1" fmla="*/ 6017 h 6120"/>
                      <a:gd name="connsiteX2" fmla="*/ 5246 w 14084"/>
                      <a:gd name="connsiteY2" fmla="*/ 5441 h 6120"/>
                      <a:gd name="connsiteX3" fmla="*/ 4891 w 14084"/>
                      <a:gd name="connsiteY3" fmla="*/ 5263 h 6120"/>
                      <a:gd name="connsiteX4" fmla="*/ 502 w 14084"/>
                      <a:gd name="connsiteY4" fmla="*/ 165 h 6120"/>
                      <a:gd name="connsiteX5" fmla="*/ 5999 w 14084"/>
                      <a:gd name="connsiteY5" fmla="*/ 1717 h 6120"/>
                      <a:gd name="connsiteX6" fmla="*/ 7684 w 14084"/>
                      <a:gd name="connsiteY6" fmla="*/ 2293 h 6120"/>
                      <a:gd name="connsiteX7" fmla="*/ 11541 w 14084"/>
                      <a:gd name="connsiteY7" fmla="*/ 2781 h 6120"/>
                      <a:gd name="connsiteX8" fmla="*/ 14068 w 14084"/>
                      <a:gd name="connsiteY8" fmla="*/ 3934 h 6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084" h="6120">
                        <a:moveTo>
                          <a:pt x="14068" y="3934"/>
                        </a:moveTo>
                        <a:cubicBezTo>
                          <a:pt x="13890" y="4865"/>
                          <a:pt x="12294" y="5795"/>
                          <a:pt x="10388" y="6017"/>
                        </a:cubicBezTo>
                        <a:cubicBezTo>
                          <a:pt x="8482" y="6327"/>
                          <a:pt x="6354" y="5884"/>
                          <a:pt x="5246" y="5441"/>
                        </a:cubicBezTo>
                        <a:cubicBezTo>
                          <a:pt x="5113" y="5396"/>
                          <a:pt x="4980" y="5308"/>
                          <a:pt x="4891" y="5263"/>
                        </a:cubicBezTo>
                        <a:cubicBezTo>
                          <a:pt x="2763" y="4687"/>
                          <a:pt x="-1448" y="963"/>
                          <a:pt x="502" y="165"/>
                        </a:cubicBezTo>
                        <a:cubicBezTo>
                          <a:pt x="1832" y="-499"/>
                          <a:pt x="4004" y="1008"/>
                          <a:pt x="5999" y="1717"/>
                        </a:cubicBezTo>
                        <a:cubicBezTo>
                          <a:pt x="6665" y="2027"/>
                          <a:pt x="7285" y="2116"/>
                          <a:pt x="7684" y="2293"/>
                        </a:cubicBezTo>
                        <a:cubicBezTo>
                          <a:pt x="8438" y="2471"/>
                          <a:pt x="10078" y="2737"/>
                          <a:pt x="11541" y="2781"/>
                        </a:cubicBezTo>
                        <a:cubicBezTo>
                          <a:pt x="12959" y="2958"/>
                          <a:pt x="14245" y="2914"/>
                          <a:pt x="14068" y="393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95" name="Forme libre : forme 22594">
                    <a:extLst>
                      <a:ext uri="{FF2B5EF4-FFF2-40B4-BE49-F238E27FC236}">
                        <a16:creationId xmlns:a16="http://schemas.microsoft.com/office/drawing/2014/main" id="{E275EE8B-E8FA-4EF3-A8EE-DCB166F5AB27}"/>
                      </a:ext>
                    </a:extLst>
                  </p:cNvPr>
                  <p:cNvSpPr/>
                  <p:nvPr/>
                </p:nvSpPr>
                <p:spPr>
                  <a:xfrm>
                    <a:off x="7274012" y="1358807"/>
                    <a:ext cx="4121" cy="2247"/>
                  </a:xfrm>
                  <a:custGeom>
                    <a:avLst/>
                    <a:gdLst>
                      <a:gd name="connsiteX0" fmla="*/ 4028 w 4121"/>
                      <a:gd name="connsiteY0" fmla="*/ 202 h 2247"/>
                      <a:gd name="connsiteX1" fmla="*/ 2520 w 4121"/>
                      <a:gd name="connsiteY1" fmla="*/ 1843 h 2247"/>
                      <a:gd name="connsiteX2" fmla="*/ 38 w 4121"/>
                      <a:gd name="connsiteY2" fmla="*/ 1887 h 2247"/>
                      <a:gd name="connsiteX3" fmla="*/ 1634 w 4121"/>
                      <a:gd name="connsiteY3" fmla="*/ 513 h 2247"/>
                      <a:gd name="connsiteX4" fmla="*/ 4028 w 4121"/>
                      <a:gd name="connsiteY4" fmla="*/ 202 h 2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21" h="2247">
                        <a:moveTo>
                          <a:pt x="4028" y="202"/>
                        </a:moveTo>
                        <a:cubicBezTo>
                          <a:pt x="4471" y="690"/>
                          <a:pt x="3230" y="1532"/>
                          <a:pt x="2520" y="1843"/>
                        </a:cubicBezTo>
                        <a:cubicBezTo>
                          <a:pt x="1811" y="2153"/>
                          <a:pt x="304" y="2552"/>
                          <a:pt x="38" y="1887"/>
                        </a:cubicBezTo>
                        <a:cubicBezTo>
                          <a:pt x="-228" y="1311"/>
                          <a:pt x="969" y="823"/>
                          <a:pt x="1634" y="513"/>
                        </a:cubicBezTo>
                        <a:cubicBezTo>
                          <a:pt x="2299" y="335"/>
                          <a:pt x="3584" y="-330"/>
                          <a:pt x="4028" y="2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96" name="Forme libre : forme 22595">
                    <a:extLst>
                      <a:ext uri="{FF2B5EF4-FFF2-40B4-BE49-F238E27FC236}">
                        <a16:creationId xmlns:a16="http://schemas.microsoft.com/office/drawing/2014/main" id="{3D10028F-9310-45BF-8524-A901F65EAE21}"/>
                      </a:ext>
                    </a:extLst>
                  </p:cNvPr>
                  <p:cNvSpPr/>
                  <p:nvPr/>
                </p:nvSpPr>
                <p:spPr>
                  <a:xfrm>
                    <a:off x="7267007" y="1343927"/>
                    <a:ext cx="26240" cy="11180"/>
                  </a:xfrm>
                  <a:custGeom>
                    <a:avLst/>
                    <a:gdLst>
                      <a:gd name="connsiteX0" fmla="*/ 13915 w 26240"/>
                      <a:gd name="connsiteY0" fmla="*/ 3646 h 11180"/>
                      <a:gd name="connsiteX1" fmla="*/ 24820 w 26240"/>
                      <a:gd name="connsiteY1" fmla="*/ 10 h 11180"/>
                      <a:gd name="connsiteX2" fmla="*/ 25574 w 26240"/>
                      <a:gd name="connsiteY2" fmla="*/ 3867 h 11180"/>
                      <a:gd name="connsiteX3" fmla="*/ 21451 w 26240"/>
                      <a:gd name="connsiteY3" fmla="*/ 7015 h 11180"/>
                      <a:gd name="connsiteX4" fmla="*/ 8418 w 26240"/>
                      <a:gd name="connsiteY4" fmla="*/ 11093 h 11180"/>
                      <a:gd name="connsiteX5" fmla="*/ 1901 w 26240"/>
                      <a:gd name="connsiteY5" fmla="*/ 9675 h 11180"/>
                      <a:gd name="connsiteX6" fmla="*/ 39 w 26240"/>
                      <a:gd name="connsiteY6" fmla="*/ 6749 h 11180"/>
                      <a:gd name="connsiteX7" fmla="*/ 970 w 26240"/>
                      <a:gd name="connsiteY7" fmla="*/ 4443 h 11180"/>
                      <a:gd name="connsiteX8" fmla="*/ 3142 w 26240"/>
                      <a:gd name="connsiteY8" fmla="*/ 3202 h 11180"/>
                      <a:gd name="connsiteX9" fmla="*/ 6246 w 26240"/>
                      <a:gd name="connsiteY9" fmla="*/ 4178 h 11180"/>
                      <a:gd name="connsiteX10" fmla="*/ 9748 w 26240"/>
                      <a:gd name="connsiteY10" fmla="*/ 4355 h 11180"/>
                      <a:gd name="connsiteX11" fmla="*/ 13915 w 26240"/>
                      <a:gd name="connsiteY11" fmla="*/ 3646 h 11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6240" h="11180">
                        <a:moveTo>
                          <a:pt x="13915" y="3646"/>
                        </a:moveTo>
                        <a:cubicBezTo>
                          <a:pt x="17905" y="2183"/>
                          <a:pt x="20830" y="498"/>
                          <a:pt x="24820" y="10"/>
                        </a:cubicBezTo>
                        <a:cubicBezTo>
                          <a:pt x="26328" y="-167"/>
                          <a:pt x="26727" y="1961"/>
                          <a:pt x="25574" y="3867"/>
                        </a:cubicBezTo>
                        <a:cubicBezTo>
                          <a:pt x="24421" y="5729"/>
                          <a:pt x="22959" y="6394"/>
                          <a:pt x="21451" y="7015"/>
                        </a:cubicBezTo>
                        <a:cubicBezTo>
                          <a:pt x="16929" y="8921"/>
                          <a:pt x="12053" y="11270"/>
                          <a:pt x="8418" y="11093"/>
                        </a:cubicBezTo>
                        <a:cubicBezTo>
                          <a:pt x="7310" y="11226"/>
                          <a:pt x="3940" y="11448"/>
                          <a:pt x="1901" y="9675"/>
                        </a:cubicBezTo>
                        <a:cubicBezTo>
                          <a:pt x="793" y="8788"/>
                          <a:pt x="172" y="7724"/>
                          <a:pt x="39" y="6749"/>
                        </a:cubicBezTo>
                        <a:cubicBezTo>
                          <a:pt x="-138" y="5862"/>
                          <a:pt x="305" y="5020"/>
                          <a:pt x="970" y="4443"/>
                        </a:cubicBezTo>
                        <a:cubicBezTo>
                          <a:pt x="2034" y="3468"/>
                          <a:pt x="2655" y="3202"/>
                          <a:pt x="3142" y="3202"/>
                        </a:cubicBezTo>
                        <a:cubicBezTo>
                          <a:pt x="3896" y="3247"/>
                          <a:pt x="5093" y="3912"/>
                          <a:pt x="6246" y="4178"/>
                        </a:cubicBezTo>
                        <a:cubicBezTo>
                          <a:pt x="6822" y="4665"/>
                          <a:pt x="8551" y="4310"/>
                          <a:pt x="9748" y="4355"/>
                        </a:cubicBezTo>
                        <a:cubicBezTo>
                          <a:pt x="11078" y="4222"/>
                          <a:pt x="12408" y="4222"/>
                          <a:pt x="13915" y="364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03" name="Graphique 2">
                  <a:extLst>
                    <a:ext uri="{FF2B5EF4-FFF2-40B4-BE49-F238E27FC236}">
                      <a16:creationId xmlns:a16="http://schemas.microsoft.com/office/drawing/2014/main" id="{9093AA3B-A277-44CB-8902-6E7093CDE2FB}"/>
                    </a:ext>
                  </a:extLst>
                </p:cNvPr>
                <p:cNvGrpSpPr/>
                <p:nvPr/>
              </p:nvGrpSpPr>
              <p:grpSpPr>
                <a:xfrm>
                  <a:off x="7289340" y="1248138"/>
                  <a:ext cx="45098" cy="93078"/>
                  <a:chOff x="7289340" y="1248138"/>
                  <a:chExt cx="45098" cy="93078"/>
                </a:xfrm>
                <a:solidFill>
                  <a:schemeClr val="accent1"/>
                </a:solidFill>
              </p:grpSpPr>
              <p:sp>
                <p:nvSpPr>
                  <p:cNvPr id="22573" name="Forme libre : forme 22572">
                    <a:extLst>
                      <a:ext uri="{FF2B5EF4-FFF2-40B4-BE49-F238E27FC236}">
                        <a16:creationId xmlns:a16="http://schemas.microsoft.com/office/drawing/2014/main" id="{92F63E76-EC10-49DB-82A8-8241628A416A}"/>
                      </a:ext>
                    </a:extLst>
                  </p:cNvPr>
                  <p:cNvSpPr/>
                  <p:nvPr/>
                </p:nvSpPr>
                <p:spPr>
                  <a:xfrm>
                    <a:off x="7289340" y="1248138"/>
                    <a:ext cx="45098" cy="93078"/>
                  </a:xfrm>
                  <a:custGeom>
                    <a:avLst/>
                    <a:gdLst>
                      <a:gd name="connsiteX0" fmla="*/ 44291 w 45098"/>
                      <a:gd name="connsiteY0" fmla="*/ 34711 h 93078"/>
                      <a:gd name="connsiteX1" fmla="*/ 35425 w 45098"/>
                      <a:gd name="connsiteY1" fmla="*/ 67826 h 93078"/>
                      <a:gd name="connsiteX2" fmla="*/ 10733 w 45098"/>
                      <a:gd name="connsiteY2" fmla="*/ 92785 h 93078"/>
                      <a:gd name="connsiteX3" fmla="*/ 2088 w 45098"/>
                      <a:gd name="connsiteY3" fmla="*/ 87687 h 93078"/>
                      <a:gd name="connsiteX4" fmla="*/ 2310 w 45098"/>
                      <a:gd name="connsiteY4" fmla="*/ 56123 h 93078"/>
                      <a:gd name="connsiteX5" fmla="*/ 9846 w 45098"/>
                      <a:gd name="connsiteY5" fmla="*/ 28283 h 93078"/>
                      <a:gd name="connsiteX6" fmla="*/ 27889 w 45098"/>
                      <a:gd name="connsiteY6" fmla="*/ 1773 h 93078"/>
                      <a:gd name="connsiteX7" fmla="*/ 37730 w 45098"/>
                      <a:gd name="connsiteY7" fmla="*/ 2084 h 93078"/>
                      <a:gd name="connsiteX8" fmla="*/ 44291 w 45098"/>
                      <a:gd name="connsiteY8" fmla="*/ 34711 h 93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098" h="93078">
                        <a:moveTo>
                          <a:pt x="44291" y="34711"/>
                        </a:moveTo>
                        <a:cubicBezTo>
                          <a:pt x="43094" y="42646"/>
                          <a:pt x="38617" y="59758"/>
                          <a:pt x="35425" y="67826"/>
                        </a:cubicBezTo>
                        <a:cubicBezTo>
                          <a:pt x="29529" y="82855"/>
                          <a:pt x="21106" y="89061"/>
                          <a:pt x="10733" y="92785"/>
                        </a:cubicBezTo>
                        <a:cubicBezTo>
                          <a:pt x="7097" y="94026"/>
                          <a:pt x="2886" y="91144"/>
                          <a:pt x="2088" y="87687"/>
                        </a:cubicBezTo>
                        <a:cubicBezTo>
                          <a:pt x="-350" y="77535"/>
                          <a:pt x="-1104" y="68890"/>
                          <a:pt x="2310" y="56123"/>
                        </a:cubicBezTo>
                        <a:cubicBezTo>
                          <a:pt x="4172" y="49163"/>
                          <a:pt x="7895" y="35376"/>
                          <a:pt x="9846" y="28283"/>
                        </a:cubicBezTo>
                        <a:cubicBezTo>
                          <a:pt x="13481" y="14895"/>
                          <a:pt x="19599" y="8334"/>
                          <a:pt x="27889" y="1773"/>
                        </a:cubicBezTo>
                        <a:cubicBezTo>
                          <a:pt x="30726" y="-488"/>
                          <a:pt x="35647" y="-798"/>
                          <a:pt x="37730" y="2084"/>
                        </a:cubicBezTo>
                        <a:cubicBezTo>
                          <a:pt x="43538" y="10285"/>
                          <a:pt x="46685" y="19816"/>
                          <a:pt x="44291" y="3471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74" name="Forme libre : forme 22573">
                    <a:extLst>
                      <a:ext uri="{FF2B5EF4-FFF2-40B4-BE49-F238E27FC236}">
                        <a16:creationId xmlns:a16="http://schemas.microsoft.com/office/drawing/2014/main" id="{67093134-65BB-4EF5-A761-8CE06D5B0263}"/>
                      </a:ext>
                    </a:extLst>
                  </p:cNvPr>
                  <p:cNvSpPr/>
                  <p:nvPr/>
                </p:nvSpPr>
                <p:spPr>
                  <a:xfrm>
                    <a:off x="7295507" y="1250044"/>
                    <a:ext cx="38827" cy="91133"/>
                  </a:xfrm>
                  <a:custGeom>
                    <a:avLst/>
                    <a:gdLst>
                      <a:gd name="connsiteX0" fmla="*/ 18841 w 38827"/>
                      <a:gd name="connsiteY0" fmla="*/ 57143 h 91133"/>
                      <a:gd name="connsiteX1" fmla="*/ 0 w 38827"/>
                      <a:gd name="connsiteY1" fmla="*/ 90524 h 91133"/>
                      <a:gd name="connsiteX2" fmla="*/ 4477 w 38827"/>
                      <a:gd name="connsiteY2" fmla="*/ 90834 h 91133"/>
                      <a:gd name="connsiteX3" fmla="*/ 9664 w 38827"/>
                      <a:gd name="connsiteY3" fmla="*/ 88662 h 91133"/>
                      <a:gd name="connsiteX4" fmla="*/ 22609 w 38827"/>
                      <a:gd name="connsiteY4" fmla="*/ 77978 h 91133"/>
                      <a:gd name="connsiteX5" fmla="*/ 29170 w 38827"/>
                      <a:gd name="connsiteY5" fmla="*/ 65876 h 91133"/>
                      <a:gd name="connsiteX6" fmla="*/ 31032 w 38827"/>
                      <a:gd name="connsiteY6" fmla="*/ 60600 h 91133"/>
                      <a:gd name="connsiteX7" fmla="*/ 37593 w 38827"/>
                      <a:gd name="connsiteY7" fmla="*/ 35243 h 91133"/>
                      <a:gd name="connsiteX8" fmla="*/ 38036 w 38827"/>
                      <a:gd name="connsiteY8" fmla="*/ 32761 h 91133"/>
                      <a:gd name="connsiteX9" fmla="*/ 38612 w 38827"/>
                      <a:gd name="connsiteY9" fmla="*/ 18752 h 91133"/>
                      <a:gd name="connsiteX10" fmla="*/ 34002 w 38827"/>
                      <a:gd name="connsiteY10" fmla="*/ 4167 h 91133"/>
                      <a:gd name="connsiteX11" fmla="*/ 31431 w 38827"/>
                      <a:gd name="connsiteY11" fmla="*/ 133 h 91133"/>
                      <a:gd name="connsiteX12" fmla="*/ 31298 w 38827"/>
                      <a:gd name="connsiteY12" fmla="*/ 0 h 91133"/>
                      <a:gd name="connsiteX13" fmla="*/ 18841 w 38827"/>
                      <a:gd name="connsiteY13" fmla="*/ 57143 h 91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8827" h="91133">
                        <a:moveTo>
                          <a:pt x="18841" y="57143"/>
                        </a:moveTo>
                        <a:cubicBezTo>
                          <a:pt x="15737" y="70087"/>
                          <a:pt x="9664" y="84051"/>
                          <a:pt x="0" y="90524"/>
                        </a:cubicBezTo>
                        <a:cubicBezTo>
                          <a:pt x="1419" y="91144"/>
                          <a:pt x="2970" y="91366"/>
                          <a:pt x="4477" y="90834"/>
                        </a:cubicBezTo>
                        <a:cubicBezTo>
                          <a:pt x="6295" y="90213"/>
                          <a:pt x="7980" y="89504"/>
                          <a:pt x="9664" y="88662"/>
                        </a:cubicBezTo>
                        <a:cubicBezTo>
                          <a:pt x="14452" y="86268"/>
                          <a:pt x="18796" y="82988"/>
                          <a:pt x="22609" y="77978"/>
                        </a:cubicBezTo>
                        <a:cubicBezTo>
                          <a:pt x="25047" y="74742"/>
                          <a:pt x="27219" y="70797"/>
                          <a:pt x="29170" y="65876"/>
                        </a:cubicBezTo>
                        <a:cubicBezTo>
                          <a:pt x="29746" y="64413"/>
                          <a:pt x="30367" y="62595"/>
                          <a:pt x="31032" y="60600"/>
                        </a:cubicBezTo>
                        <a:cubicBezTo>
                          <a:pt x="33603" y="52842"/>
                          <a:pt x="36307" y="42114"/>
                          <a:pt x="37593" y="35243"/>
                        </a:cubicBezTo>
                        <a:cubicBezTo>
                          <a:pt x="37770" y="34356"/>
                          <a:pt x="37903" y="33514"/>
                          <a:pt x="38036" y="32761"/>
                        </a:cubicBezTo>
                        <a:cubicBezTo>
                          <a:pt x="38878" y="27485"/>
                          <a:pt x="39011" y="22875"/>
                          <a:pt x="38612" y="18752"/>
                        </a:cubicBezTo>
                        <a:cubicBezTo>
                          <a:pt x="37992" y="13078"/>
                          <a:pt x="36263" y="8467"/>
                          <a:pt x="34002" y="4167"/>
                        </a:cubicBezTo>
                        <a:cubicBezTo>
                          <a:pt x="33204" y="2793"/>
                          <a:pt x="32362" y="1463"/>
                          <a:pt x="31431" y="133"/>
                        </a:cubicBezTo>
                        <a:lnTo>
                          <a:pt x="31298" y="0"/>
                        </a:lnTo>
                        <a:cubicBezTo>
                          <a:pt x="27884" y="19018"/>
                          <a:pt x="23451" y="38524"/>
                          <a:pt x="18841" y="5714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75" name="Forme libre : forme 22574">
                    <a:extLst>
                      <a:ext uri="{FF2B5EF4-FFF2-40B4-BE49-F238E27FC236}">
                        <a16:creationId xmlns:a16="http://schemas.microsoft.com/office/drawing/2014/main" id="{CE9D2FC7-31DF-4EEF-B0AA-A86A444BD298}"/>
                      </a:ext>
                    </a:extLst>
                  </p:cNvPr>
                  <p:cNvSpPr/>
                  <p:nvPr/>
                </p:nvSpPr>
                <p:spPr>
                  <a:xfrm>
                    <a:off x="7306433" y="1266383"/>
                    <a:ext cx="16299" cy="43475"/>
                  </a:xfrm>
                  <a:custGeom>
                    <a:avLst/>
                    <a:gdLst>
                      <a:gd name="connsiteX0" fmla="*/ 13589 w 16299"/>
                      <a:gd name="connsiteY0" fmla="*/ 19 h 43475"/>
                      <a:gd name="connsiteX1" fmla="*/ 14210 w 16299"/>
                      <a:gd name="connsiteY1" fmla="*/ 24179 h 43475"/>
                      <a:gd name="connsiteX2" fmla="*/ 2285 w 16299"/>
                      <a:gd name="connsiteY2" fmla="*/ 43375 h 43475"/>
                      <a:gd name="connsiteX3" fmla="*/ 2950 w 16299"/>
                      <a:gd name="connsiteY3" fmla="*/ 21519 h 43475"/>
                      <a:gd name="connsiteX4" fmla="*/ 13589 w 16299"/>
                      <a:gd name="connsiteY4" fmla="*/ 19 h 43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99" h="43475">
                        <a:moveTo>
                          <a:pt x="13589" y="19"/>
                        </a:moveTo>
                        <a:cubicBezTo>
                          <a:pt x="18332" y="728"/>
                          <a:pt x="15717" y="18328"/>
                          <a:pt x="14210" y="24179"/>
                        </a:cubicBezTo>
                        <a:cubicBezTo>
                          <a:pt x="12924" y="30031"/>
                          <a:pt x="7294" y="44838"/>
                          <a:pt x="2285" y="43375"/>
                        </a:cubicBezTo>
                        <a:cubicBezTo>
                          <a:pt x="-2548" y="41956"/>
                          <a:pt x="1575" y="26839"/>
                          <a:pt x="2950" y="21519"/>
                        </a:cubicBezTo>
                        <a:cubicBezTo>
                          <a:pt x="4545" y="16288"/>
                          <a:pt x="8979" y="-646"/>
                          <a:pt x="13589" y="1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76" name="Forme libre : forme 22575">
                    <a:extLst>
                      <a:ext uri="{FF2B5EF4-FFF2-40B4-BE49-F238E27FC236}">
                        <a16:creationId xmlns:a16="http://schemas.microsoft.com/office/drawing/2014/main" id="{B952D120-867F-48EE-B0C0-14D29B6FBCEF}"/>
                      </a:ext>
                    </a:extLst>
                  </p:cNvPr>
                  <p:cNvSpPr/>
                  <p:nvPr/>
                </p:nvSpPr>
                <p:spPr>
                  <a:xfrm>
                    <a:off x="7306661" y="1280765"/>
                    <a:ext cx="15577" cy="29214"/>
                  </a:xfrm>
                  <a:custGeom>
                    <a:avLst/>
                    <a:gdLst>
                      <a:gd name="connsiteX0" fmla="*/ 372 w 15577"/>
                      <a:gd name="connsiteY0" fmla="*/ 18708 h 29214"/>
                      <a:gd name="connsiteX1" fmla="*/ 2056 w 15577"/>
                      <a:gd name="connsiteY1" fmla="*/ 29214 h 29214"/>
                      <a:gd name="connsiteX2" fmla="*/ 14114 w 15577"/>
                      <a:gd name="connsiteY2" fmla="*/ 9576 h 29214"/>
                      <a:gd name="connsiteX3" fmla="*/ 15577 w 15577"/>
                      <a:gd name="connsiteY3" fmla="*/ 0 h 29214"/>
                      <a:gd name="connsiteX4" fmla="*/ 14114 w 15577"/>
                      <a:gd name="connsiteY4" fmla="*/ 4965 h 29214"/>
                      <a:gd name="connsiteX5" fmla="*/ 372 w 15577"/>
                      <a:gd name="connsiteY5" fmla="*/ 18708 h 29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577" h="29214">
                        <a:moveTo>
                          <a:pt x="372" y="18708"/>
                        </a:moveTo>
                        <a:cubicBezTo>
                          <a:pt x="505" y="21634"/>
                          <a:pt x="-1313" y="29214"/>
                          <a:pt x="2056" y="29214"/>
                        </a:cubicBezTo>
                        <a:cubicBezTo>
                          <a:pt x="7509" y="29214"/>
                          <a:pt x="12297" y="16934"/>
                          <a:pt x="14114" y="9576"/>
                        </a:cubicBezTo>
                        <a:cubicBezTo>
                          <a:pt x="14691" y="7448"/>
                          <a:pt x="15444" y="2527"/>
                          <a:pt x="15577" y="0"/>
                        </a:cubicBezTo>
                        <a:cubicBezTo>
                          <a:pt x="15223" y="1374"/>
                          <a:pt x="14691" y="3724"/>
                          <a:pt x="14114" y="4965"/>
                        </a:cubicBezTo>
                        <a:cubicBezTo>
                          <a:pt x="10745" y="11969"/>
                          <a:pt x="5869" y="19860"/>
                          <a:pt x="372" y="1870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77" name="Forme libre : forme 22576">
                    <a:extLst>
                      <a:ext uri="{FF2B5EF4-FFF2-40B4-BE49-F238E27FC236}">
                        <a16:creationId xmlns:a16="http://schemas.microsoft.com/office/drawing/2014/main" id="{D72C9C76-863A-4569-913F-11C629EB3887}"/>
                      </a:ext>
                    </a:extLst>
                  </p:cNvPr>
                  <p:cNvSpPr/>
                  <p:nvPr/>
                </p:nvSpPr>
                <p:spPr>
                  <a:xfrm>
                    <a:off x="7308320" y="1264059"/>
                    <a:ext cx="15973" cy="43900"/>
                  </a:xfrm>
                  <a:custGeom>
                    <a:avLst/>
                    <a:gdLst>
                      <a:gd name="connsiteX0" fmla="*/ 13297 w 15973"/>
                      <a:gd name="connsiteY0" fmla="*/ 171 h 43900"/>
                      <a:gd name="connsiteX1" fmla="*/ 14140 w 15973"/>
                      <a:gd name="connsiteY1" fmla="*/ 24731 h 43900"/>
                      <a:gd name="connsiteX2" fmla="*/ 2348 w 15973"/>
                      <a:gd name="connsiteY2" fmla="*/ 43837 h 43900"/>
                      <a:gd name="connsiteX3" fmla="*/ 2880 w 15973"/>
                      <a:gd name="connsiteY3" fmla="*/ 21982 h 43900"/>
                      <a:gd name="connsiteX4" fmla="*/ 13297 w 15973"/>
                      <a:gd name="connsiteY4" fmla="*/ 171 h 43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73" h="43900">
                        <a:moveTo>
                          <a:pt x="13297" y="171"/>
                        </a:moveTo>
                        <a:cubicBezTo>
                          <a:pt x="17775" y="2388"/>
                          <a:pt x="15603" y="18347"/>
                          <a:pt x="14140" y="24731"/>
                        </a:cubicBezTo>
                        <a:cubicBezTo>
                          <a:pt x="12899" y="31114"/>
                          <a:pt x="7534" y="44946"/>
                          <a:pt x="2348" y="43837"/>
                        </a:cubicBezTo>
                        <a:cubicBezTo>
                          <a:pt x="-2662" y="42818"/>
                          <a:pt x="1727" y="26992"/>
                          <a:pt x="2880" y="21982"/>
                        </a:cubicBezTo>
                        <a:cubicBezTo>
                          <a:pt x="4298" y="17106"/>
                          <a:pt x="8997" y="-2001"/>
                          <a:pt x="13297" y="17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78" name="Forme libre : forme 22577">
                    <a:extLst>
                      <a:ext uri="{FF2B5EF4-FFF2-40B4-BE49-F238E27FC236}">
                        <a16:creationId xmlns:a16="http://schemas.microsoft.com/office/drawing/2014/main" id="{A02BAAD6-3C21-4613-BEC5-53272FD9592F}"/>
                      </a:ext>
                    </a:extLst>
                  </p:cNvPr>
                  <p:cNvSpPr/>
                  <p:nvPr/>
                </p:nvSpPr>
                <p:spPr>
                  <a:xfrm>
                    <a:off x="7296138" y="1277710"/>
                    <a:ext cx="32059" cy="51649"/>
                  </a:xfrm>
                  <a:custGeom>
                    <a:avLst/>
                    <a:gdLst>
                      <a:gd name="connsiteX0" fmla="*/ 5575 w 32059"/>
                      <a:gd name="connsiteY0" fmla="*/ 51642 h 51649"/>
                      <a:gd name="connsiteX1" fmla="*/ 13023 w 32059"/>
                      <a:gd name="connsiteY1" fmla="*/ 48495 h 51649"/>
                      <a:gd name="connsiteX2" fmla="*/ 27253 w 32059"/>
                      <a:gd name="connsiteY2" fmla="*/ 30940 h 51649"/>
                      <a:gd name="connsiteX3" fmla="*/ 32041 w 32059"/>
                      <a:gd name="connsiteY3" fmla="*/ 9040 h 51649"/>
                      <a:gd name="connsiteX4" fmla="*/ 27519 w 32059"/>
                      <a:gd name="connsiteY4" fmla="*/ 41 h 51649"/>
                      <a:gd name="connsiteX5" fmla="*/ 23352 w 32059"/>
                      <a:gd name="connsiteY5" fmla="*/ 6292 h 51649"/>
                      <a:gd name="connsiteX6" fmla="*/ 12180 w 32059"/>
                      <a:gd name="connsiteY6" fmla="*/ 22960 h 51649"/>
                      <a:gd name="connsiteX7" fmla="*/ 566 w 32059"/>
                      <a:gd name="connsiteY7" fmla="*/ 38787 h 51649"/>
                      <a:gd name="connsiteX8" fmla="*/ 5575 w 32059"/>
                      <a:gd name="connsiteY8" fmla="*/ 51642 h 5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059" h="51649">
                        <a:moveTo>
                          <a:pt x="5575" y="51642"/>
                        </a:moveTo>
                        <a:cubicBezTo>
                          <a:pt x="8723" y="51731"/>
                          <a:pt x="10008" y="51022"/>
                          <a:pt x="13023" y="48495"/>
                        </a:cubicBezTo>
                        <a:cubicBezTo>
                          <a:pt x="18741" y="43663"/>
                          <a:pt x="23352" y="39318"/>
                          <a:pt x="27253" y="30940"/>
                        </a:cubicBezTo>
                        <a:cubicBezTo>
                          <a:pt x="30489" y="23936"/>
                          <a:pt x="32262" y="15513"/>
                          <a:pt x="32041" y="9040"/>
                        </a:cubicBezTo>
                        <a:cubicBezTo>
                          <a:pt x="31908" y="4208"/>
                          <a:pt x="30489" y="-491"/>
                          <a:pt x="27519" y="41"/>
                        </a:cubicBezTo>
                        <a:cubicBezTo>
                          <a:pt x="25657" y="396"/>
                          <a:pt x="24770" y="3765"/>
                          <a:pt x="23352" y="6292"/>
                        </a:cubicBezTo>
                        <a:cubicBezTo>
                          <a:pt x="20027" y="12232"/>
                          <a:pt x="16968" y="17907"/>
                          <a:pt x="12180" y="22960"/>
                        </a:cubicBezTo>
                        <a:cubicBezTo>
                          <a:pt x="8102" y="27260"/>
                          <a:pt x="2472" y="31295"/>
                          <a:pt x="566" y="38787"/>
                        </a:cubicBezTo>
                        <a:cubicBezTo>
                          <a:pt x="-1163" y="45481"/>
                          <a:pt x="1231" y="51509"/>
                          <a:pt x="5575" y="5164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79" name="Forme libre : forme 22578">
                    <a:extLst>
                      <a:ext uri="{FF2B5EF4-FFF2-40B4-BE49-F238E27FC236}">
                        <a16:creationId xmlns:a16="http://schemas.microsoft.com/office/drawing/2014/main" id="{B2A1B156-D901-4568-B9B3-AE81A0B6CF7C}"/>
                      </a:ext>
                    </a:extLst>
                  </p:cNvPr>
                  <p:cNvSpPr/>
                  <p:nvPr/>
                </p:nvSpPr>
                <p:spPr>
                  <a:xfrm>
                    <a:off x="7300264" y="1299589"/>
                    <a:ext cx="5139" cy="18043"/>
                  </a:xfrm>
                  <a:custGeom>
                    <a:avLst/>
                    <a:gdLst>
                      <a:gd name="connsiteX0" fmla="*/ 164 w 5139"/>
                      <a:gd name="connsiteY0" fmla="*/ 15888 h 18043"/>
                      <a:gd name="connsiteX1" fmla="*/ 696 w 5139"/>
                      <a:gd name="connsiteY1" fmla="*/ 17883 h 18043"/>
                      <a:gd name="connsiteX2" fmla="*/ 2203 w 5139"/>
                      <a:gd name="connsiteY2" fmla="*/ 16996 h 18043"/>
                      <a:gd name="connsiteX3" fmla="*/ 3356 w 5139"/>
                      <a:gd name="connsiteY3" fmla="*/ 13937 h 18043"/>
                      <a:gd name="connsiteX4" fmla="*/ 4952 w 5139"/>
                      <a:gd name="connsiteY4" fmla="*/ 6002 h 18043"/>
                      <a:gd name="connsiteX5" fmla="*/ 5085 w 5139"/>
                      <a:gd name="connsiteY5" fmla="*/ 3032 h 18043"/>
                      <a:gd name="connsiteX6" fmla="*/ 829 w 5139"/>
                      <a:gd name="connsiteY6" fmla="*/ 3519 h 18043"/>
                      <a:gd name="connsiteX7" fmla="*/ 164 w 5139"/>
                      <a:gd name="connsiteY7" fmla="*/ 15888 h 1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39" h="18043">
                        <a:moveTo>
                          <a:pt x="164" y="15888"/>
                        </a:moveTo>
                        <a:cubicBezTo>
                          <a:pt x="208" y="16774"/>
                          <a:pt x="297" y="17439"/>
                          <a:pt x="696" y="17883"/>
                        </a:cubicBezTo>
                        <a:cubicBezTo>
                          <a:pt x="1139" y="18326"/>
                          <a:pt x="1715" y="17794"/>
                          <a:pt x="2203" y="16996"/>
                        </a:cubicBezTo>
                        <a:cubicBezTo>
                          <a:pt x="2691" y="16198"/>
                          <a:pt x="3090" y="14912"/>
                          <a:pt x="3356" y="13937"/>
                        </a:cubicBezTo>
                        <a:cubicBezTo>
                          <a:pt x="4021" y="11322"/>
                          <a:pt x="4641" y="8529"/>
                          <a:pt x="4952" y="6002"/>
                        </a:cubicBezTo>
                        <a:cubicBezTo>
                          <a:pt x="5085" y="4938"/>
                          <a:pt x="5218" y="3963"/>
                          <a:pt x="5085" y="3032"/>
                        </a:cubicBezTo>
                        <a:cubicBezTo>
                          <a:pt x="4597" y="-736"/>
                          <a:pt x="2026" y="-1446"/>
                          <a:pt x="829" y="3519"/>
                        </a:cubicBezTo>
                        <a:cubicBezTo>
                          <a:pt x="-146" y="7332"/>
                          <a:pt x="-102" y="12253"/>
                          <a:pt x="164" y="1588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80" name="Forme libre : forme 22579">
                    <a:extLst>
                      <a:ext uri="{FF2B5EF4-FFF2-40B4-BE49-F238E27FC236}">
                        <a16:creationId xmlns:a16="http://schemas.microsoft.com/office/drawing/2014/main" id="{099386B9-7414-4B69-BF32-1FFFBBB9C498}"/>
                      </a:ext>
                    </a:extLst>
                  </p:cNvPr>
                  <p:cNvSpPr/>
                  <p:nvPr/>
                </p:nvSpPr>
                <p:spPr>
                  <a:xfrm>
                    <a:off x="7325519" y="1251285"/>
                    <a:ext cx="7625" cy="30277"/>
                  </a:xfrm>
                  <a:custGeom>
                    <a:avLst/>
                    <a:gdLst>
                      <a:gd name="connsiteX0" fmla="*/ 0 w 7625"/>
                      <a:gd name="connsiteY0" fmla="*/ 0 h 30277"/>
                      <a:gd name="connsiteX1" fmla="*/ 7625 w 7625"/>
                      <a:gd name="connsiteY1" fmla="*/ 30278 h 30277"/>
                      <a:gd name="connsiteX2" fmla="*/ 0 w 7625"/>
                      <a:gd name="connsiteY2" fmla="*/ 0 h 30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625" h="30277">
                        <a:moveTo>
                          <a:pt x="0" y="0"/>
                        </a:moveTo>
                        <a:cubicBezTo>
                          <a:pt x="5807" y="4965"/>
                          <a:pt x="7315" y="20392"/>
                          <a:pt x="7625" y="30278"/>
                        </a:cubicBezTo>
                        <a:cubicBezTo>
                          <a:pt x="7270" y="19506"/>
                          <a:pt x="3635" y="78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81" name="Forme libre : forme 22580">
                    <a:extLst>
                      <a:ext uri="{FF2B5EF4-FFF2-40B4-BE49-F238E27FC236}">
                        <a16:creationId xmlns:a16="http://schemas.microsoft.com/office/drawing/2014/main" id="{6641C546-471C-478A-890A-7C507A521CEC}"/>
                      </a:ext>
                    </a:extLst>
                  </p:cNvPr>
                  <p:cNvSpPr/>
                  <p:nvPr/>
                </p:nvSpPr>
                <p:spPr>
                  <a:xfrm>
                    <a:off x="7291182" y="1303640"/>
                    <a:ext cx="1797" cy="32051"/>
                  </a:xfrm>
                  <a:custGeom>
                    <a:avLst/>
                    <a:gdLst>
                      <a:gd name="connsiteX0" fmla="*/ 1797 w 1797"/>
                      <a:gd name="connsiteY0" fmla="*/ 0 h 32051"/>
                      <a:gd name="connsiteX1" fmla="*/ 1310 w 1797"/>
                      <a:gd name="connsiteY1" fmla="*/ 32051 h 32051"/>
                      <a:gd name="connsiteX2" fmla="*/ 1797 w 1797"/>
                      <a:gd name="connsiteY2" fmla="*/ 0 h 32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97" h="32051">
                        <a:moveTo>
                          <a:pt x="1797" y="0"/>
                        </a:moveTo>
                        <a:cubicBezTo>
                          <a:pt x="-1040" y="11393"/>
                          <a:pt x="24" y="22476"/>
                          <a:pt x="1310" y="32051"/>
                        </a:cubicBezTo>
                        <a:cubicBezTo>
                          <a:pt x="-286" y="23229"/>
                          <a:pt x="911" y="10152"/>
                          <a:pt x="179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82" name="Forme libre : forme 22581">
                    <a:extLst>
                      <a:ext uri="{FF2B5EF4-FFF2-40B4-BE49-F238E27FC236}">
                        <a16:creationId xmlns:a16="http://schemas.microsoft.com/office/drawing/2014/main" id="{F269F52A-701F-49A9-85EA-80D755F98B79}"/>
                      </a:ext>
                    </a:extLst>
                  </p:cNvPr>
                  <p:cNvSpPr/>
                  <p:nvPr/>
                </p:nvSpPr>
                <p:spPr>
                  <a:xfrm>
                    <a:off x="7310301" y="1275938"/>
                    <a:ext cx="6665" cy="15820"/>
                  </a:xfrm>
                  <a:custGeom>
                    <a:avLst/>
                    <a:gdLst>
                      <a:gd name="connsiteX0" fmla="*/ 6219 w 6665"/>
                      <a:gd name="connsiteY0" fmla="*/ 217 h 15820"/>
                      <a:gd name="connsiteX1" fmla="*/ 4712 w 6665"/>
                      <a:gd name="connsiteY1" fmla="*/ 9881 h 15820"/>
                      <a:gd name="connsiteX2" fmla="*/ 412 w 6665"/>
                      <a:gd name="connsiteY2" fmla="*/ 15511 h 15820"/>
                      <a:gd name="connsiteX3" fmla="*/ 2007 w 6665"/>
                      <a:gd name="connsiteY3" fmla="*/ 6512 h 15820"/>
                      <a:gd name="connsiteX4" fmla="*/ 6219 w 6665"/>
                      <a:gd name="connsiteY4" fmla="*/ 217 h 15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5" h="15820">
                        <a:moveTo>
                          <a:pt x="6219" y="217"/>
                        </a:moveTo>
                        <a:cubicBezTo>
                          <a:pt x="7593" y="1635"/>
                          <a:pt x="5421" y="7930"/>
                          <a:pt x="4712" y="9881"/>
                        </a:cubicBezTo>
                        <a:cubicBezTo>
                          <a:pt x="4047" y="11831"/>
                          <a:pt x="1786" y="17151"/>
                          <a:pt x="412" y="15511"/>
                        </a:cubicBezTo>
                        <a:cubicBezTo>
                          <a:pt x="-918" y="13915"/>
                          <a:pt x="1342" y="8329"/>
                          <a:pt x="2007" y="6512"/>
                        </a:cubicBezTo>
                        <a:cubicBezTo>
                          <a:pt x="2717" y="4739"/>
                          <a:pt x="4845" y="-1202"/>
                          <a:pt x="6219" y="21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83" name="Forme libre : forme 22582">
                    <a:extLst>
                      <a:ext uri="{FF2B5EF4-FFF2-40B4-BE49-F238E27FC236}">
                        <a16:creationId xmlns:a16="http://schemas.microsoft.com/office/drawing/2014/main" id="{6B58855A-A266-4267-8191-63E16E395259}"/>
                      </a:ext>
                    </a:extLst>
                  </p:cNvPr>
                  <p:cNvSpPr/>
                  <p:nvPr/>
                </p:nvSpPr>
                <p:spPr>
                  <a:xfrm>
                    <a:off x="7315204" y="1273538"/>
                    <a:ext cx="1921" cy="4567"/>
                  </a:xfrm>
                  <a:custGeom>
                    <a:avLst/>
                    <a:gdLst>
                      <a:gd name="connsiteX0" fmla="*/ 1448 w 1921"/>
                      <a:gd name="connsiteY0" fmla="*/ 1 h 4567"/>
                      <a:gd name="connsiteX1" fmla="*/ 1759 w 1921"/>
                      <a:gd name="connsiteY1" fmla="*/ 2262 h 4567"/>
                      <a:gd name="connsiteX2" fmla="*/ 473 w 1921"/>
                      <a:gd name="connsiteY2" fmla="*/ 4567 h 4567"/>
                      <a:gd name="connsiteX3" fmla="*/ 163 w 1921"/>
                      <a:gd name="connsiteY3" fmla="*/ 2350 h 4567"/>
                      <a:gd name="connsiteX4" fmla="*/ 1448 w 1921"/>
                      <a:gd name="connsiteY4" fmla="*/ 1 h 4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1" h="4567">
                        <a:moveTo>
                          <a:pt x="1448" y="1"/>
                        </a:moveTo>
                        <a:cubicBezTo>
                          <a:pt x="2113" y="-43"/>
                          <a:pt x="1936" y="1508"/>
                          <a:pt x="1759" y="2262"/>
                        </a:cubicBezTo>
                        <a:cubicBezTo>
                          <a:pt x="1581" y="3015"/>
                          <a:pt x="1138" y="4567"/>
                          <a:pt x="473" y="4567"/>
                        </a:cubicBezTo>
                        <a:cubicBezTo>
                          <a:pt x="-192" y="4567"/>
                          <a:pt x="-15" y="3148"/>
                          <a:pt x="163" y="2350"/>
                        </a:cubicBezTo>
                        <a:cubicBezTo>
                          <a:pt x="296" y="1597"/>
                          <a:pt x="783" y="45"/>
                          <a:pt x="144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84" name="Forme libre : forme 22583">
                    <a:extLst>
                      <a:ext uri="{FF2B5EF4-FFF2-40B4-BE49-F238E27FC236}">
                        <a16:creationId xmlns:a16="http://schemas.microsoft.com/office/drawing/2014/main" id="{75ED82BB-109B-408D-8D13-8A9738F6CBDD}"/>
                      </a:ext>
                    </a:extLst>
                  </p:cNvPr>
                  <p:cNvSpPr/>
                  <p:nvPr/>
                </p:nvSpPr>
                <p:spPr>
                  <a:xfrm>
                    <a:off x="7300292" y="1252464"/>
                    <a:ext cx="22885" cy="36891"/>
                  </a:xfrm>
                  <a:custGeom>
                    <a:avLst/>
                    <a:gdLst>
                      <a:gd name="connsiteX0" fmla="*/ 12105 w 22885"/>
                      <a:gd name="connsiteY0" fmla="*/ 8618 h 36891"/>
                      <a:gd name="connsiteX1" fmla="*/ 20705 w 22885"/>
                      <a:gd name="connsiteY1" fmla="*/ 151 h 36891"/>
                      <a:gd name="connsiteX2" fmla="*/ 22833 w 22885"/>
                      <a:gd name="connsiteY2" fmla="*/ 3431 h 36891"/>
                      <a:gd name="connsiteX3" fmla="*/ 20351 w 22885"/>
                      <a:gd name="connsiteY3" fmla="*/ 7953 h 36891"/>
                      <a:gd name="connsiteX4" fmla="*/ 11484 w 22885"/>
                      <a:gd name="connsiteY4" fmla="*/ 20854 h 36891"/>
                      <a:gd name="connsiteX5" fmla="*/ 756 w 22885"/>
                      <a:gd name="connsiteY5" fmla="*/ 36281 h 36891"/>
                      <a:gd name="connsiteX6" fmla="*/ 5189 w 22885"/>
                      <a:gd name="connsiteY6" fmla="*/ 16554 h 36891"/>
                      <a:gd name="connsiteX7" fmla="*/ 12105 w 22885"/>
                      <a:gd name="connsiteY7" fmla="*/ 8618 h 36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2885" h="36891">
                        <a:moveTo>
                          <a:pt x="12105" y="8618"/>
                        </a:moveTo>
                        <a:cubicBezTo>
                          <a:pt x="15075" y="4850"/>
                          <a:pt x="17159" y="2057"/>
                          <a:pt x="20705" y="151"/>
                        </a:cubicBezTo>
                        <a:cubicBezTo>
                          <a:pt x="22035" y="-558"/>
                          <a:pt x="23143" y="1348"/>
                          <a:pt x="22833" y="3431"/>
                        </a:cubicBezTo>
                        <a:cubicBezTo>
                          <a:pt x="22478" y="5559"/>
                          <a:pt x="21414" y="6712"/>
                          <a:pt x="20351" y="7953"/>
                        </a:cubicBezTo>
                        <a:cubicBezTo>
                          <a:pt x="17026" y="11810"/>
                          <a:pt x="14366" y="16110"/>
                          <a:pt x="11484" y="20854"/>
                        </a:cubicBezTo>
                        <a:cubicBezTo>
                          <a:pt x="9800" y="23868"/>
                          <a:pt x="3505" y="40226"/>
                          <a:pt x="756" y="36281"/>
                        </a:cubicBezTo>
                        <a:cubicBezTo>
                          <a:pt x="-1859" y="32468"/>
                          <a:pt x="2973" y="20543"/>
                          <a:pt x="5189" y="16554"/>
                        </a:cubicBezTo>
                        <a:cubicBezTo>
                          <a:pt x="7539" y="12697"/>
                          <a:pt x="9889" y="11455"/>
                          <a:pt x="12105" y="861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04" name="Graphique 2">
                  <a:extLst>
                    <a:ext uri="{FF2B5EF4-FFF2-40B4-BE49-F238E27FC236}">
                      <a16:creationId xmlns:a16="http://schemas.microsoft.com/office/drawing/2014/main" id="{343A7EF2-63CF-46AD-831D-737EA45109A5}"/>
                    </a:ext>
                  </a:extLst>
                </p:cNvPr>
                <p:cNvGrpSpPr/>
                <p:nvPr/>
              </p:nvGrpSpPr>
              <p:grpSpPr>
                <a:xfrm>
                  <a:off x="7311502" y="1152466"/>
                  <a:ext cx="39535" cy="95772"/>
                  <a:chOff x="7311502" y="1152466"/>
                  <a:chExt cx="39535" cy="95772"/>
                </a:xfrm>
                <a:solidFill>
                  <a:schemeClr val="accent1"/>
                </a:solidFill>
              </p:grpSpPr>
              <p:sp>
                <p:nvSpPr>
                  <p:cNvPr id="22561" name="Forme libre : forme 22560">
                    <a:extLst>
                      <a:ext uri="{FF2B5EF4-FFF2-40B4-BE49-F238E27FC236}">
                        <a16:creationId xmlns:a16="http://schemas.microsoft.com/office/drawing/2014/main" id="{35C2420F-CCEB-46CF-9776-76D094BD3A6E}"/>
                      </a:ext>
                    </a:extLst>
                  </p:cNvPr>
                  <p:cNvSpPr/>
                  <p:nvPr/>
                </p:nvSpPr>
                <p:spPr>
                  <a:xfrm>
                    <a:off x="7311502" y="1152466"/>
                    <a:ext cx="39535" cy="95772"/>
                  </a:xfrm>
                  <a:custGeom>
                    <a:avLst/>
                    <a:gdLst>
                      <a:gd name="connsiteX0" fmla="*/ 39419 w 39535"/>
                      <a:gd name="connsiteY0" fmla="*/ 33387 h 95772"/>
                      <a:gd name="connsiteX1" fmla="*/ 34941 w 39535"/>
                      <a:gd name="connsiteY1" fmla="*/ 66369 h 95772"/>
                      <a:gd name="connsiteX2" fmla="*/ 16366 w 39535"/>
                      <a:gd name="connsiteY2" fmla="*/ 94696 h 95772"/>
                      <a:gd name="connsiteX3" fmla="*/ 6614 w 39535"/>
                      <a:gd name="connsiteY3" fmla="*/ 92347 h 95772"/>
                      <a:gd name="connsiteX4" fmla="*/ 407 w 39535"/>
                      <a:gd name="connsiteY4" fmla="*/ 60030 h 95772"/>
                      <a:gd name="connsiteX5" fmla="*/ 4486 w 39535"/>
                      <a:gd name="connsiteY5" fmla="*/ 30550 h 95772"/>
                      <a:gd name="connsiteX6" fmla="*/ 20090 w 39535"/>
                      <a:gd name="connsiteY6" fmla="*/ 2222 h 95772"/>
                      <a:gd name="connsiteX7" fmla="*/ 29887 w 39535"/>
                      <a:gd name="connsiteY7" fmla="*/ 1690 h 95772"/>
                      <a:gd name="connsiteX8" fmla="*/ 39419 w 39535"/>
                      <a:gd name="connsiteY8" fmla="*/ 33387 h 95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535" h="95772">
                        <a:moveTo>
                          <a:pt x="39419" y="33387"/>
                        </a:moveTo>
                        <a:cubicBezTo>
                          <a:pt x="39019" y="41278"/>
                          <a:pt x="36714" y="58301"/>
                          <a:pt x="34941" y="66369"/>
                        </a:cubicBezTo>
                        <a:cubicBezTo>
                          <a:pt x="31661" y="81486"/>
                          <a:pt x="25233" y="88402"/>
                          <a:pt x="16366" y="94696"/>
                        </a:cubicBezTo>
                        <a:cubicBezTo>
                          <a:pt x="13308" y="96869"/>
                          <a:pt x="8387" y="95583"/>
                          <a:pt x="6614" y="92347"/>
                        </a:cubicBezTo>
                        <a:cubicBezTo>
                          <a:pt x="1516" y="82993"/>
                          <a:pt x="-1056" y="73772"/>
                          <a:pt x="407" y="60030"/>
                        </a:cubicBezTo>
                        <a:cubicBezTo>
                          <a:pt x="1205" y="52671"/>
                          <a:pt x="3244" y="38041"/>
                          <a:pt x="4486" y="30550"/>
                        </a:cubicBezTo>
                        <a:cubicBezTo>
                          <a:pt x="6747" y="16541"/>
                          <a:pt x="12421" y="9448"/>
                          <a:pt x="20090" y="2222"/>
                        </a:cubicBezTo>
                        <a:cubicBezTo>
                          <a:pt x="22706" y="-260"/>
                          <a:pt x="27626" y="-970"/>
                          <a:pt x="29887" y="1690"/>
                        </a:cubicBezTo>
                        <a:cubicBezTo>
                          <a:pt x="36493" y="9404"/>
                          <a:pt x="40261" y="18669"/>
                          <a:pt x="39419" y="3338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62" name="Forme libre : forme 22561">
                    <a:extLst>
                      <a:ext uri="{FF2B5EF4-FFF2-40B4-BE49-F238E27FC236}">
                        <a16:creationId xmlns:a16="http://schemas.microsoft.com/office/drawing/2014/main" id="{B37D7D58-E995-4764-9D44-6AF6708C3793}"/>
                      </a:ext>
                    </a:extLst>
                  </p:cNvPr>
                  <p:cNvSpPr/>
                  <p:nvPr/>
                </p:nvSpPr>
                <p:spPr>
                  <a:xfrm>
                    <a:off x="7323480" y="1153979"/>
                    <a:ext cx="27515" cy="94254"/>
                  </a:xfrm>
                  <a:custGeom>
                    <a:avLst/>
                    <a:gdLst>
                      <a:gd name="connsiteX0" fmla="*/ 11349 w 27515"/>
                      <a:gd name="connsiteY0" fmla="*/ 57896 h 94254"/>
                      <a:gd name="connsiteX1" fmla="*/ 0 w 27515"/>
                      <a:gd name="connsiteY1" fmla="*/ 94203 h 94254"/>
                      <a:gd name="connsiteX2" fmla="*/ 4344 w 27515"/>
                      <a:gd name="connsiteY2" fmla="*/ 93184 h 94254"/>
                      <a:gd name="connsiteX3" fmla="*/ 8689 w 27515"/>
                      <a:gd name="connsiteY3" fmla="*/ 89815 h 94254"/>
                      <a:gd name="connsiteX4" fmla="*/ 18708 w 27515"/>
                      <a:gd name="connsiteY4" fmla="*/ 77225 h 94254"/>
                      <a:gd name="connsiteX5" fmla="*/ 22919 w 27515"/>
                      <a:gd name="connsiteY5" fmla="*/ 64812 h 94254"/>
                      <a:gd name="connsiteX6" fmla="*/ 23939 w 27515"/>
                      <a:gd name="connsiteY6" fmla="*/ 59536 h 94254"/>
                      <a:gd name="connsiteX7" fmla="*/ 27219 w 27515"/>
                      <a:gd name="connsiteY7" fmla="*/ 34268 h 94254"/>
                      <a:gd name="connsiteX8" fmla="*/ 27397 w 27515"/>
                      <a:gd name="connsiteY8" fmla="*/ 31830 h 94254"/>
                      <a:gd name="connsiteX9" fmla="*/ 26599 w 27515"/>
                      <a:gd name="connsiteY9" fmla="*/ 18043 h 94254"/>
                      <a:gd name="connsiteX10" fmla="*/ 20747 w 27515"/>
                      <a:gd name="connsiteY10" fmla="*/ 3946 h 94254"/>
                      <a:gd name="connsiteX11" fmla="*/ 17821 w 27515"/>
                      <a:gd name="connsiteY11" fmla="*/ 133 h 94254"/>
                      <a:gd name="connsiteX12" fmla="*/ 17688 w 27515"/>
                      <a:gd name="connsiteY12" fmla="*/ 0 h 94254"/>
                      <a:gd name="connsiteX13" fmla="*/ 11349 w 27515"/>
                      <a:gd name="connsiteY13" fmla="*/ 57896 h 94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7515" h="94254">
                        <a:moveTo>
                          <a:pt x="11349" y="57896"/>
                        </a:moveTo>
                        <a:cubicBezTo>
                          <a:pt x="10107" y="71063"/>
                          <a:pt x="7137" y="85204"/>
                          <a:pt x="0" y="94203"/>
                        </a:cubicBezTo>
                        <a:cubicBezTo>
                          <a:pt x="1551" y="94381"/>
                          <a:pt x="3103" y="94115"/>
                          <a:pt x="4344" y="93184"/>
                        </a:cubicBezTo>
                        <a:cubicBezTo>
                          <a:pt x="5852" y="92075"/>
                          <a:pt x="7314" y="90967"/>
                          <a:pt x="8689" y="89815"/>
                        </a:cubicBezTo>
                        <a:cubicBezTo>
                          <a:pt x="12679" y="86445"/>
                          <a:pt x="16003" y="82544"/>
                          <a:pt x="18708" y="77225"/>
                        </a:cubicBezTo>
                        <a:cubicBezTo>
                          <a:pt x="20437" y="73767"/>
                          <a:pt x="21811" y="69733"/>
                          <a:pt x="22919" y="64812"/>
                        </a:cubicBezTo>
                        <a:cubicBezTo>
                          <a:pt x="23185" y="63305"/>
                          <a:pt x="23540" y="61531"/>
                          <a:pt x="23939" y="59536"/>
                        </a:cubicBezTo>
                        <a:cubicBezTo>
                          <a:pt x="25313" y="51779"/>
                          <a:pt x="26643" y="41095"/>
                          <a:pt x="27219" y="34268"/>
                        </a:cubicBezTo>
                        <a:cubicBezTo>
                          <a:pt x="27263" y="33381"/>
                          <a:pt x="27352" y="32539"/>
                          <a:pt x="27397" y="31830"/>
                        </a:cubicBezTo>
                        <a:cubicBezTo>
                          <a:pt x="27707" y="26599"/>
                          <a:pt x="27397" y="22077"/>
                          <a:pt x="26599" y="18043"/>
                        </a:cubicBezTo>
                        <a:cubicBezTo>
                          <a:pt x="25490" y="12546"/>
                          <a:pt x="23407" y="8024"/>
                          <a:pt x="20747" y="3946"/>
                        </a:cubicBezTo>
                        <a:cubicBezTo>
                          <a:pt x="19860" y="2616"/>
                          <a:pt x="18885" y="1374"/>
                          <a:pt x="17821" y="133"/>
                        </a:cubicBezTo>
                        <a:lnTo>
                          <a:pt x="17688" y="0"/>
                        </a:lnTo>
                        <a:cubicBezTo>
                          <a:pt x="15870" y="19284"/>
                          <a:pt x="13166" y="39011"/>
                          <a:pt x="11349" y="5789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63" name="Forme libre : forme 22562">
                    <a:extLst>
                      <a:ext uri="{FF2B5EF4-FFF2-40B4-BE49-F238E27FC236}">
                        <a16:creationId xmlns:a16="http://schemas.microsoft.com/office/drawing/2014/main" id="{EFDE2853-0739-4870-80A9-072E5728988F}"/>
                      </a:ext>
                    </a:extLst>
                  </p:cNvPr>
                  <p:cNvSpPr/>
                  <p:nvPr/>
                </p:nvSpPr>
                <p:spPr>
                  <a:xfrm>
                    <a:off x="7326299" y="1170866"/>
                    <a:ext cx="13198" cy="44396"/>
                  </a:xfrm>
                  <a:custGeom>
                    <a:avLst/>
                    <a:gdLst>
                      <a:gd name="connsiteX0" fmla="*/ 9505 w 13198"/>
                      <a:gd name="connsiteY0" fmla="*/ 3 h 44396"/>
                      <a:gd name="connsiteX1" fmla="*/ 12564 w 13198"/>
                      <a:gd name="connsiteY1" fmla="*/ 23897 h 44396"/>
                      <a:gd name="connsiteX2" fmla="*/ 3343 w 13198"/>
                      <a:gd name="connsiteY2" fmla="*/ 44378 h 44396"/>
                      <a:gd name="connsiteX3" fmla="*/ 1082 w 13198"/>
                      <a:gd name="connsiteY3" fmla="*/ 22567 h 44396"/>
                      <a:gd name="connsiteX4" fmla="*/ 9505 w 13198"/>
                      <a:gd name="connsiteY4" fmla="*/ 3 h 44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98" h="44396">
                        <a:moveTo>
                          <a:pt x="9505" y="3"/>
                        </a:moveTo>
                        <a:cubicBezTo>
                          <a:pt x="14248" y="269"/>
                          <a:pt x="13362" y="17957"/>
                          <a:pt x="12564" y="23897"/>
                        </a:cubicBezTo>
                        <a:cubicBezTo>
                          <a:pt x="11899" y="29793"/>
                          <a:pt x="8485" y="44999"/>
                          <a:pt x="3343" y="44378"/>
                        </a:cubicBezTo>
                        <a:cubicBezTo>
                          <a:pt x="-1711" y="43758"/>
                          <a:pt x="240" y="28020"/>
                          <a:pt x="1082" y="22567"/>
                        </a:cubicBezTo>
                        <a:cubicBezTo>
                          <a:pt x="2057" y="17115"/>
                          <a:pt x="4806" y="-263"/>
                          <a:pt x="9505" y="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64" name="Forme libre : forme 22563">
                    <a:extLst>
                      <a:ext uri="{FF2B5EF4-FFF2-40B4-BE49-F238E27FC236}">
                        <a16:creationId xmlns:a16="http://schemas.microsoft.com/office/drawing/2014/main" id="{40D4EB2C-0AA8-4CED-8207-E285D83B3D01}"/>
                      </a:ext>
                    </a:extLst>
                  </p:cNvPr>
                  <p:cNvSpPr/>
                  <p:nvPr/>
                </p:nvSpPr>
                <p:spPr>
                  <a:xfrm>
                    <a:off x="7326494" y="1184833"/>
                    <a:ext cx="12908" cy="30618"/>
                  </a:xfrm>
                  <a:custGeom>
                    <a:avLst/>
                    <a:gdLst>
                      <a:gd name="connsiteX0" fmla="*/ 0 w 12908"/>
                      <a:gd name="connsiteY0" fmla="*/ 20437 h 30618"/>
                      <a:gd name="connsiteX1" fmla="*/ 3192 w 12908"/>
                      <a:gd name="connsiteY1" fmla="*/ 30588 h 30618"/>
                      <a:gd name="connsiteX2" fmla="*/ 12457 w 12908"/>
                      <a:gd name="connsiteY2" fmla="*/ 9620 h 30618"/>
                      <a:gd name="connsiteX3" fmla="*/ 12856 w 12908"/>
                      <a:gd name="connsiteY3" fmla="*/ 0 h 30618"/>
                      <a:gd name="connsiteX4" fmla="*/ 11925 w 12908"/>
                      <a:gd name="connsiteY4" fmla="*/ 5054 h 30618"/>
                      <a:gd name="connsiteX5" fmla="*/ 0 w 12908"/>
                      <a:gd name="connsiteY5" fmla="*/ 20437 h 30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08" h="30618">
                        <a:moveTo>
                          <a:pt x="0" y="20437"/>
                        </a:moveTo>
                        <a:cubicBezTo>
                          <a:pt x="488" y="23318"/>
                          <a:pt x="-133" y="31165"/>
                          <a:pt x="3192" y="30588"/>
                        </a:cubicBezTo>
                        <a:cubicBezTo>
                          <a:pt x="8511" y="29746"/>
                          <a:pt x="11482" y="17067"/>
                          <a:pt x="12457" y="9620"/>
                        </a:cubicBezTo>
                        <a:cubicBezTo>
                          <a:pt x="12723" y="7448"/>
                          <a:pt x="13033" y="2527"/>
                          <a:pt x="12856" y="0"/>
                        </a:cubicBezTo>
                        <a:cubicBezTo>
                          <a:pt x="12634" y="1419"/>
                          <a:pt x="12368" y="3768"/>
                          <a:pt x="11925" y="5054"/>
                        </a:cubicBezTo>
                        <a:cubicBezTo>
                          <a:pt x="9354" y="12413"/>
                          <a:pt x="5586" y="20836"/>
                          <a:pt x="0" y="2043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65" name="Forme libre : forme 22564">
                    <a:extLst>
                      <a:ext uri="{FF2B5EF4-FFF2-40B4-BE49-F238E27FC236}">
                        <a16:creationId xmlns:a16="http://schemas.microsoft.com/office/drawing/2014/main" id="{47ED9BCC-3123-47B6-82A9-E4A1185AD12D}"/>
                      </a:ext>
                    </a:extLst>
                  </p:cNvPr>
                  <p:cNvSpPr/>
                  <p:nvPr/>
                </p:nvSpPr>
                <p:spPr>
                  <a:xfrm>
                    <a:off x="7327935" y="1168489"/>
                    <a:ext cx="13049" cy="44631"/>
                  </a:xfrm>
                  <a:custGeom>
                    <a:avLst/>
                    <a:gdLst>
                      <a:gd name="connsiteX0" fmla="*/ 9287 w 13049"/>
                      <a:gd name="connsiteY0" fmla="*/ 119 h 44631"/>
                      <a:gd name="connsiteX1" fmla="*/ 12568 w 13049"/>
                      <a:gd name="connsiteY1" fmla="*/ 24324 h 44631"/>
                      <a:gd name="connsiteX2" fmla="*/ 3347 w 13049"/>
                      <a:gd name="connsiteY2" fmla="*/ 44627 h 44631"/>
                      <a:gd name="connsiteX3" fmla="*/ 1042 w 13049"/>
                      <a:gd name="connsiteY3" fmla="*/ 22861 h 44631"/>
                      <a:gd name="connsiteX4" fmla="*/ 9287 w 13049"/>
                      <a:gd name="connsiteY4" fmla="*/ 119 h 4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49" h="44631">
                        <a:moveTo>
                          <a:pt x="9287" y="119"/>
                        </a:moveTo>
                        <a:cubicBezTo>
                          <a:pt x="13854" y="1937"/>
                          <a:pt x="13277" y="17940"/>
                          <a:pt x="12568" y="24324"/>
                        </a:cubicBezTo>
                        <a:cubicBezTo>
                          <a:pt x="11991" y="30752"/>
                          <a:pt x="8623" y="44893"/>
                          <a:pt x="3347" y="44627"/>
                        </a:cubicBezTo>
                        <a:cubicBezTo>
                          <a:pt x="-1884" y="44361"/>
                          <a:pt x="421" y="27959"/>
                          <a:pt x="1042" y="22861"/>
                        </a:cubicBezTo>
                        <a:cubicBezTo>
                          <a:pt x="1884" y="17807"/>
                          <a:pt x="4721" y="-1698"/>
                          <a:pt x="9287" y="11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66" name="Forme libre : forme 22565">
                    <a:extLst>
                      <a:ext uri="{FF2B5EF4-FFF2-40B4-BE49-F238E27FC236}">
                        <a16:creationId xmlns:a16="http://schemas.microsoft.com/office/drawing/2014/main" id="{8A33AB5A-4615-460D-856C-AD5A1990485F}"/>
                      </a:ext>
                    </a:extLst>
                  </p:cNvPr>
                  <p:cNvSpPr/>
                  <p:nvPr/>
                </p:nvSpPr>
                <p:spPr>
                  <a:xfrm>
                    <a:off x="7318907" y="1181761"/>
                    <a:ext cx="27428" cy="54138"/>
                  </a:xfrm>
                  <a:custGeom>
                    <a:avLst/>
                    <a:gdLst>
                      <a:gd name="connsiteX0" fmla="*/ 7587 w 27428"/>
                      <a:gd name="connsiteY0" fmla="*/ 54053 h 54138"/>
                      <a:gd name="connsiteX1" fmla="*/ 14192 w 27428"/>
                      <a:gd name="connsiteY1" fmla="*/ 49486 h 54138"/>
                      <a:gd name="connsiteX2" fmla="*/ 25097 w 27428"/>
                      <a:gd name="connsiteY2" fmla="*/ 30336 h 54138"/>
                      <a:gd name="connsiteX3" fmla="*/ 27048 w 27428"/>
                      <a:gd name="connsiteY3" fmla="*/ 8480 h 54138"/>
                      <a:gd name="connsiteX4" fmla="*/ 21595 w 27428"/>
                      <a:gd name="connsiteY4" fmla="*/ 102 h 54138"/>
                      <a:gd name="connsiteX5" fmla="*/ 18093 w 27428"/>
                      <a:gd name="connsiteY5" fmla="*/ 6707 h 54138"/>
                      <a:gd name="connsiteX6" fmla="*/ 9050 w 27428"/>
                      <a:gd name="connsiteY6" fmla="*/ 24617 h 54138"/>
                      <a:gd name="connsiteX7" fmla="*/ 50 w 27428"/>
                      <a:gd name="connsiteY7" fmla="*/ 42394 h 54138"/>
                      <a:gd name="connsiteX8" fmla="*/ 7587 w 27428"/>
                      <a:gd name="connsiteY8" fmla="*/ 54053 h 54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428" h="54138">
                        <a:moveTo>
                          <a:pt x="7587" y="54053"/>
                        </a:moveTo>
                        <a:cubicBezTo>
                          <a:pt x="10690" y="53388"/>
                          <a:pt x="11754" y="52457"/>
                          <a:pt x="14192" y="49486"/>
                        </a:cubicBezTo>
                        <a:cubicBezTo>
                          <a:pt x="18758" y="43768"/>
                          <a:pt x="22526" y="38936"/>
                          <a:pt x="25097" y="30336"/>
                        </a:cubicBezTo>
                        <a:cubicBezTo>
                          <a:pt x="27270" y="23154"/>
                          <a:pt x="27934" y="14820"/>
                          <a:pt x="27048" y="8480"/>
                        </a:cubicBezTo>
                        <a:cubicBezTo>
                          <a:pt x="26383" y="3781"/>
                          <a:pt x="24521" y="-740"/>
                          <a:pt x="21595" y="102"/>
                        </a:cubicBezTo>
                        <a:cubicBezTo>
                          <a:pt x="19778" y="634"/>
                          <a:pt x="19246" y="4047"/>
                          <a:pt x="18093" y="6707"/>
                        </a:cubicBezTo>
                        <a:cubicBezTo>
                          <a:pt x="15433" y="12913"/>
                          <a:pt x="13084" y="18943"/>
                          <a:pt x="9050" y="24617"/>
                        </a:cubicBezTo>
                        <a:cubicBezTo>
                          <a:pt x="5592" y="29449"/>
                          <a:pt x="627" y="34414"/>
                          <a:pt x="50" y="42394"/>
                        </a:cubicBezTo>
                        <a:cubicBezTo>
                          <a:pt x="-482" y="49442"/>
                          <a:pt x="3286" y="54895"/>
                          <a:pt x="7587" y="5405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67" name="Forme libre : forme 22566">
                    <a:extLst>
                      <a:ext uri="{FF2B5EF4-FFF2-40B4-BE49-F238E27FC236}">
                        <a16:creationId xmlns:a16="http://schemas.microsoft.com/office/drawing/2014/main" id="{EAA19E85-12A9-4EF1-9D29-297C6DFAEC26}"/>
                      </a:ext>
                    </a:extLst>
                  </p:cNvPr>
                  <p:cNvSpPr/>
                  <p:nvPr/>
                </p:nvSpPr>
                <p:spPr>
                  <a:xfrm>
                    <a:off x="7321024" y="1205866"/>
                    <a:ext cx="4561" cy="18434"/>
                  </a:xfrm>
                  <a:custGeom>
                    <a:avLst/>
                    <a:gdLst>
                      <a:gd name="connsiteX0" fmla="*/ 1391 w 4561"/>
                      <a:gd name="connsiteY0" fmla="*/ 16471 h 18434"/>
                      <a:gd name="connsiteX1" fmla="*/ 2278 w 4561"/>
                      <a:gd name="connsiteY1" fmla="*/ 18333 h 18434"/>
                      <a:gd name="connsiteX2" fmla="*/ 3608 w 4561"/>
                      <a:gd name="connsiteY2" fmla="*/ 17180 h 18434"/>
                      <a:gd name="connsiteX3" fmla="*/ 4228 w 4561"/>
                      <a:gd name="connsiteY3" fmla="*/ 13900 h 18434"/>
                      <a:gd name="connsiteX4" fmla="*/ 4539 w 4561"/>
                      <a:gd name="connsiteY4" fmla="*/ 5743 h 18434"/>
                      <a:gd name="connsiteX5" fmla="*/ 4273 w 4561"/>
                      <a:gd name="connsiteY5" fmla="*/ 2773 h 18434"/>
                      <a:gd name="connsiteX6" fmla="*/ 106 w 4561"/>
                      <a:gd name="connsiteY6" fmla="*/ 3925 h 18434"/>
                      <a:gd name="connsiteX7" fmla="*/ 1391 w 4561"/>
                      <a:gd name="connsiteY7" fmla="*/ 16471 h 18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61" h="18434">
                        <a:moveTo>
                          <a:pt x="1391" y="16471"/>
                        </a:moveTo>
                        <a:cubicBezTo>
                          <a:pt x="1613" y="17357"/>
                          <a:pt x="1790" y="17978"/>
                          <a:pt x="2278" y="18333"/>
                        </a:cubicBezTo>
                        <a:cubicBezTo>
                          <a:pt x="2766" y="18687"/>
                          <a:pt x="3297" y="18067"/>
                          <a:pt x="3608" y="17180"/>
                        </a:cubicBezTo>
                        <a:cubicBezTo>
                          <a:pt x="3918" y="16294"/>
                          <a:pt x="4140" y="14964"/>
                          <a:pt x="4228" y="13900"/>
                        </a:cubicBezTo>
                        <a:cubicBezTo>
                          <a:pt x="4450" y="11196"/>
                          <a:pt x="4627" y="8314"/>
                          <a:pt x="4539" y="5743"/>
                        </a:cubicBezTo>
                        <a:cubicBezTo>
                          <a:pt x="4494" y="4679"/>
                          <a:pt x="4494" y="3659"/>
                          <a:pt x="4273" y="2773"/>
                        </a:cubicBezTo>
                        <a:cubicBezTo>
                          <a:pt x="3253" y="-951"/>
                          <a:pt x="637" y="-1261"/>
                          <a:pt x="106" y="3925"/>
                        </a:cubicBezTo>
                        <a:cubicBezTo>
                          <a:pt x="-293" y="7915"/>
                          <a:pt x="505" y="12880"/>
                          <a:pt x="1391" y="1647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68" name="Forme libre : forme 22567">
                    <a:extLst>
                      <a:ext uri="{FF2B5EF4-FFF2-40B4-BE49-F238E27FC236}">
                        <a16:creationId xmlns:a16="http://schemas.microsoft.com/office/drawing/2014/main" id="{0D8C44EB-43D2-4DBA-864C-2F3632DAC84B}"/>
                      </a:ext>
                    </a:extLst>
                  </p:cNvPr>
                  <p:cNvSpPr/>
                  <p:nvPr/>
                </p:nvSpPr>
                <p:spPr>
                  <a:xfrm>
                    <a:off x="7339971" y="1155353"/>
                    <a:ext cx="10329" cy="29302"/>
                  </a:xfrm>
                  <a:custGeom>
                    <a:avLst/>
                    <a:gdLst>
                      <a:gd name="connsiteX0" fmla="*/ 0 w 10329"/>
                      <a:gd name="connsiteY0" fmla="*/ 0 h 29302"/>
                      <a:gd name="connsiteX1" fmla="*/ 10329 w 10329"/>
                      <a:gd name="connsiteY1" fmla="*/ 29303 h 29302"/>
                      <a:gd name="connsiteX2" fmla="*/ 0 w 10329"/>
                      <a:gd name="connsiteY2" fmla="*/ 0 h 29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329" h="29302">
                        <a:moveTo>
                          <a:pt x="0" y="0"/>
                        </a:moveTo>
                        <a:cubicBezTo>
                          <a:pt x="6251" y="4477"/>
                          <a:pt x="8999" y="19683"/>
                          <a:pt x="10329" y="29303"/>
                        </a:cubicBezTo>
                        <a:cubicBezTo>
                          <a:pt x="8866" y="18841"/>
                          <a:pt x="4345" y="758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69" name="Forme libre : forme 22568">
                    <a:extLst>
                      <a:ext uri="{FF2B5EF4-FFF2-40B4-BE49-F238E27FC236}">
                        <a16:creationId xmlns:a16="http://schemas.microsoft.com/office/drawing/2014/main" id="{CA6C9530-AF15-4A99-BDF1-6BCE9DA6CD0F}"/>
                      </a:ext>
                    </a:extLst>
                  </p:cNvPr>
                  <p:cNvSpPr/>
                  <p:nvPr/>
                </p:nvSpPr>
                <p:spPr>
                  <a:xfrm>
                    <a:off x="7312914" y="1211653"/>
                    <a:ext cx="6176" cy="32760"/>
                  </a:xfrm>
                  <a:custGeom>
                    <a:avLst/>
                    <a:gdLst>
                      <a:gd name="connsiteX0" fmla="*/ 236 w 6176"/>
                      <a:gd name="connsiteY0" fmla="*/ 0 h 32760"/>
                      <a:gd name="connsiteX1" fmla="*/ 6177 w 6176"/>
                      <a:gd name="connsiteY1" fmla="*/ 32761 h 32760"/>
                      <a:gd name="connsiteX2" fmla="*/ 236 w 6176"/>
                      <a:gd name="connsiteY2" fmla="*/ 0 h 32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176" h="32760">
                        <a:moveTo>
                          <a:pt x="236" y="0"/>
                        </a:moveTo>
                        <a:cubicBezTo>
                          <a:pt x="-916" y="12191"/>
                          <a:pt x="2320" y="23673"/>
                          <a:pt x="6177" y="32761"/>
                        </a:cubicBezTo>
                        <a:cubicBezTo>
                          <a:pt x="2187" y="24471"/>
                          <a:pt x="768" y="10551"/>
                          <a:pt x="23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70" name="Forme libre : forme 22569">
                    <a:extLst>
                      <a:ext uri="{FF2B5EF4-FFF2-40B4-BE49-F238E27FC236}">
                        <a16:creationId xmlns:a16="http://schemas.microsoft.com/office/drawing/2014/main" id="{0A4CBE5C-2D0D-48C2-A32B-C01CD6A7808D}"/>
                      </a:ext>
                    </a:extLst>
                  </p:cNvPr>
                  <p:cNvSpPr/>
                  <p:nvPr/>
                </p:nvSpPr>
                <p:spPr>
                  <a:xfrm>
                    <a:off x="7328521" y="1180757"/>
                    <a:ext cx="5364" cy="16274"/>
                  </a:xfrm>
                  <a:custGeom>
                    <a:avLst/>
                    <a:gdLst>
                      <a:gd name="connsiteX0" fmla="*/ 4711 w 5364"/>
                      <a:gd name="connsiteY0" fmla="*/ 175 h 16274"/>
                      <a:gd name="connsiteX1" fmla="*/ 4223 w 5364"/>
                      <a:gd name="connsiteY1" fmla="*/ 9928 h 16274"/>
                      <a:gd name="connsiteX2" fmla="*/ 633 w 5364"/>
                      <a:gd name="connsiteY2" fmla="*/ 16045 h 16274"/>
                      <a:gd name="connsiteX3" fmla="*/ 1209 w 5364"/>
                      <a:gd name="connsiteY3" fmla="*/ 6869 h 16274"/>
                      <a:gd name="connsiteX4" fmla="*/ 4711 w 5364"/>
                      <a:gd name="connsiteY4" fmla="*/ 175 h 16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64" h="16274">
                        <a:moveTo>
                          <a:pt x="4711" y="175"/>
                        </a:moveTo>
                        <a:cubicBezTo>
                          <a:pt x="6218" y="1460"/>
                          <a:pt x="4711" y="7933"/>
                          <a:pt x="4223" y="9928"/>
                        </a:cubicBezTo>
                        <a:cubicBezTo>
                          <a:pt x="3736" y="11923"/>
                          <a:pt x="2140" y="17464"/>
                          <a:pt x="633" y="16045"/>
                        </a:cubicBezTo>
                        <a:cubicBezTo>
                          <a:pt x="-875" y="14627"/>
                          <a:pt x="721" y="8731"/>
                          <a:pt x="1209" y="6869"/>
                        </a:cubicBezTo>
                        <a:cubicBezTo>
                          <a:pt x="1696" y="5051"/>
                          <a:pt x="3204" y="-1111"/>
                          <a:pt x="4711" y="17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71" name="Forme libre : forme 22570">
                    <a:extLst>
                      <a:ext uri="{FF2B5EF4-FFF2-40B4-BE49-F238E27FC236}">
                        <a16:creationId xmlns:a16="http://schemas.microsoft.com/office/drawing/2014/main" id="{28C8E016-440B-4FD6-889B-C7CE81E08AC2}"/>
                      </a:ext>
                    </a:extLst>
                  </p:cNvPr>
                  <p:cNvSpPr/>
                  <p:nvPr/>
                </p:nvSpPr>
                <p:spPr>
                  <a:xfrm>
                    <a:off x="7331985" y="1178313"/>
                    <a:ext cx="1695" cy="4662"/>
                  </a:xfrm>
                  <a:custGeom>
                    <a:avLst/>
                    <a:gdLst>
                      <a:gd name="connsiteX0" fmla="*/ 1114 w 1695"/>
                      <a:gd name="connsiteY0" fmla="*/ 4 h 4662"/>
                      <a:gd name="connsiteX1" fmla="*/ 1646 w 1695"/>
                      <a:gd name="connsiteY1" fmla="*/ 2220 h 4662"/>
                      <a:gd name="connsiteX2" fmla="*/ 582 w 1695"/>
                      <a:gd name="connsiteY2" fmla="*/ 4658 h 4662"/>
                      <a:gd name="connsiteX3" fmla="*/ 50 w 1695"/>
                      <a:gd name="connsiteY3" fmla="*/ 2486 h 4662"/>
                      <a:gd name="connsiteX4" fmla="*/ 1114 w 1695"/>
                      <a:gd name="connsiteY4" fmla="*/ 4 h 4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5" h="4662">
                        <a:moveTo>
                          <a:pt x="1114" y="4"/>
                        </a:moveTo>
                        <a:cubicBezTo>
                          <a:pt x="1779" y="-85"/>
                          <a:pt x="1735" y="1467"/>
                          <a:pt x="1646" y="2220"/>
                        </a:cubicBezTo>
                        <a:cubicBezTo>
                          <a:pt x="1557" y="3018"/>
                          <a:pt x="1247" y="4570"/>
                          <a:pt x="582" y="4658"/>
                        </a:cubicBezTo>
                        <a:cubicBezTo>
                          <a:pt x="-83" y="4747"/>
                          <a:pt x="-39" y="3284"/>
                          <a:pt x="50" y="2486"/>
                        </a:cubicBezTo>
                        <a:cubicBezTo>
                          <a:pt x="139" y="1688"/>
                          <a:pt x="449" y="92"/>
                          <a:pt x="1114" y="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72" name="Forme libre : forme 22571">
                    <a:extLst>
                      <a:ext uri="{FF2B5EF4-FFF2-40B4-BE49-F238E27FC236}">
                        <a16:creationId xmlns:a16="http://schemas.microsoft.com/office/drawing/2014/main" id="{137EFF2A-52D0-4158-9929-6C63FFB3688B}"/>
                      </a:ext>
                    </a:extLst>
                  </p:cNvPr>
                  <p:cNvSpPr/>
                  <p:nvPr/>
                </p:nvSpPr>
                <p:spPr>
                  <a:xfrm>
                    <a:off x="7318043" y="1156887"/>
                    <a:ext cx="19992" cy="38943"/>
                  </a:xfrm>
                  <a:custGeom>
                    <a:avLst/>
                    <a:gdLst>
                      <a:gd name="connsiteX0" fmla="*/ 9736 w 19992"/>
                      <a:gd name="connsiteY0" fmla="*/ 9371 h 38943"/>
                      <a:gd name="connsiteX1" fmla="*/ 17583 w 19992"/>
                      <a:gd name="connsiteY1" fmla="*/ 195 h 38943"/>
                      <a:gd name="connsiteX2" fmla="*/ 19977 w 19992"/>
                      <a:gd name="connsiteY2" fmla="*/ 3298 h 38943"/>
                      <a:gd name="connsiteX3" fmla="*/ 17893 w 19992"/>
                      <a:gd name="connsiteY3" fmla="*/ 7997 h 38943"/>
                      <a:gd name="connsiteX4" fmla="*/ 10224 w 19992"/>
                      <a:gd name="connsiteY4" fmla="*/ 21695 h 38943"/>
                      <a:gd name="connsiteX5" fmla="*/ 1225 w 19992"/>
                      <a:gd name="connsiteY5" fmla="*/ 38453 h 38943"/>
                      <a:gd name="connsiteX6" fmla="*/ 3574 w 19992"/>
                      <a:gd name="connsiteY6" fmla="*/ 18060 h 38943"/>
                      <a:gd name="connsiteX7" fmla="*/ 9736 w 19992"/>
                      <a:gd name="connsiteY7" fmla="*/ 9371 h 38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992" h="38943">
                        <a:moveTo>
                          <a:pt x="9736" y="9371"/>
                        </a:moveTo>
                        <a:cubicBezTo>
                          <a:pt x="12352" y="5337"/>
                          <a:pt x="14258" y="2412"/>
                          <a:pt x="17583" y="195"/>
                        </a:cubicBezTo>
                        <a:cubicBezTo>
                          <a:pt x="18824" y="-603"/>
                          <a:pt x="20154" y="1170"/>
                          <a:pt x="19977" y="3298"/>
                        </a:cubicBezTo>
                        <a:cubicBezTo>
                          <a:pt x="19800" y="5426"/>
                          <a:pt x="18824" y="6667"/>
                          <a:pt x="17893" y="7997"/>
                        </a:cubicBezTo>
                        <a:cubicBezTo>
                          <a:pt x="14923" y="12120"/>
                          <a:pt x="12618" y="16642"/>
                          <a:pt x="10224" y="21695"/>
                        </a:cubicBezTo>
                        <a:cubicBezTo>
                          <a:pt x="8761" y="24843"/>
                          <a:pt x="4372" y="42043"/>
                          <a:pt x="1225" y="38453"/>
                        </a:cubicBezTo>
                        <a:cubicBezTo>
                          <a:pt x="-1878" y="34906"/>
                          <a:pt x="1668" y="22228"/>
                          <a:pt x="3574" y="18060"/>
                        </a:cubicBezTo>
                        <a:cubicBezTo>
                          <a:pt x="5481" y="13893"/>
                          <a:pt x="7741" y="12386"/>
                          <a:pt x="9736" y="937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05" name="Graphique 2">
                  <a:extLst>
                    <a:ext uri="{FF2B5EF4-FFF2-40B4-BE49-F238E27FC236}">
                      <a16:creationId xmlns:a16="http://schemas.microsoft.com/office/drawing/2014/main" id="{61A5D90B-1D6E-49B3-88CB-2C803100D62C}"/>
                    </a:ext>
                  </a:extLst>
                </p:cNvPr>
                <p:cNvGrpSpPr/>
                <p:nvPr/>
              </p:nvGrpSpPr>
              <p:grpSpPr>
                <a:xfrm>
                  <a:off x="7323276" y="1058458"/>
                  <a:ext cx="40756" cy="94016"/>
                  <a:chOff x="7323276" y="1058458"/>
                  <a:chExt cx="40756" cy="94016"/>
                </a:xfrm>
                <a:solidFill>
                  <a:schemeClr val="accent1"/>
                </a:solidFill>
              </p:grpSpPr>
              <p:sp>
                <p:nvSpPr>
                  <p:cNvPr id="22549" name="Forme libre : forme 22548">
                    <a:extLst>
                      <a:ext uri="{FF2B5EF4-FFF2-40B4-BE49-F238E27FC236}">
                        <a16:creationId xmlns:a16="http://schemas.microsoft.com/office/drawing/2014/main" id="{89C7A695-C48B-45F6-91A1-DAFF28B0D1C6}"/>
                      </a:ext>
                    </a:extLst>
                  </p:cNvPr>
                  <p:cNvSpPr/>
                  <p:nvPr/>
                </p:nvSpPr>
                <p:spPr>
                  <a:xfrm>
                    <a:off x="7323276" y="1058458"/>
                    <a:ext cx="40756" cy="93999"/>
                  </a:xfrm>
                  <a:custGeom>
                    <a:avLst/>
                    <a:gdLst>
                      <a:gd name="connsiteX0" fmla="*/ 39038 w 40756"/>
                      <a:gd name="connsiteY0" fmla="*/ 34167 h 93999"/>
                      <a:gd name="connsiteX1" fmla="*/ 36688 w 40756"/>
                      <a:gd name="connsiteY1" fmla="*/ 47599 h 93999"/>
                      <a:gd name="connsiteX2" fmla="*/ 35801 w 40756"/>
                      <a:gd name="connsiteY2" fmla="*/ 55490 h 93999"/>
                      <a:gd name="connsiteX3" fmla="*/ 34959 w 40756"/>
                      <a:gd name="connsiteY3" fmla="*/ 62938 h 93999"/>
                      <a:gd name="connsiteX4" fmla="*/ 18778 w 40756"/>
                      <a:gd name="connsiteY4" fmla="*/ 92595 h 93999"/>
                      <a:gd name="connsiteX5" fmla="*/ 8848 w 40756"/>
                      <a:gd name="connsiteY5" fmla="*/ 91088 h 93999"/>
                      <a:gd name="connsiteX6" fmla="*/ 26 w 40756"/>
                      <a:gd name="connsiteY6" fmla="*/ 59258 h 93999"/>
                      <a:gd name="connsiteX7" fmla="*/ 336 w 40756"/>
                      <a:gd name="connsiteY7" fmla="*/ 52476 h 93999"/>
                      <a:gd name="connsiteX8" fmla="*/ 1223 w 40756"/>
                      <a:gd name="connsiteY8" fmla="*/ 43255 h 93999"/>
                      <a:gd name="connsiteX9" fmla="*/ 4947 w 40756"/>
                      <a:gd name="connsiteY9" fmla="*/ 26054 h 93999"/>
                      <a:gd name="connsiteX10" fmla="*/ 15586 w 40756"/>
                      <a:gd name="connsiteY10" fmla="*/ 8322 h 93999"/>
                      <a:gd name="connsiteX11" fmla="*/ 29817 w 40756"/>
                      <a:gd name="connsiteY11" fmla="*/ 342 h 93999"/>
                      <a:gd name="connsiteX12" fmla="*/ 38772 w 40756"/>
                      <a:gd name="connsiteY12" fmla="*/ 4376 h 93999"/>
                      <a:gd name="connsiteX13" fmla="*/ 39038 w 40756"/>
                      <a:gd name="connsiteY13" fmla="*/ 34167 h 93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0756" h="93999">
                        <a:moveTo>
                          <a:pt x="39038" y="34167"/>
                        </a:moveTo>
                        <a:cubicBezTo>
                          <a:pt x="38461" y="37359"/>
                          <a:pt x="37309" y="42324"/>
                          <a:pt x="36688" y="47599"/>
                        </a:cubicBezTo>
                        <a:cubicBezTo>
                          <a:pt x="36289" y="50259"/>
                          <a:pt x="36112" y="52786"/>
                          <a:pt x="35801" y="55490"/>
                        </a:cubicBezTo>
                        <a:cubicBezTo>
                          <a:pt x="35535" y="58327"/>
                          <a:pt x="35269" y="60898"/>
                          <a:pt x="34959" y="62938"/>
                        </a:cubicBezTo>
                        <a:cubicBezTo>
                          <a:pt x="32875" y="78099"/>
                          <a:pt x="27068" y="85591"/>
                          <a:pt x="18778" y="92595"/>
                        </a:cubicBezTo>
                        <a:cubicBezTo>
                          <a:pt x="15897" y="95033"/>
                          <a:pt x="10887" y="94147"/>
                          <a:pt x="8848" y="91088"/>
                        </a:cubicBezTo>
                        <a:cubicBezTo>
                          <a:pt x="2952" y="82177"/>
                          <a:pt x="-328" y="73222"/>
                          <a:pt x="26" y="59258"/>
                        </a:cubicBezTo>
                        <a:cubicBezTo>
                          <a:pt x="115" y="57396"/>
                          <a:pt x="204" y="55047"/>
                          <a:pt x="336" y="52476"/>
                        </a:cubicBezTo>
                        <a:cubicBezTo>
                          <a:pt x="514" y="49771"/>
                          <a:pt x="824" y="46446"/>
                          <a:pt x="1223" y="43255"/>
                        </a:cubicBezTo>
                        <a:cubicBezTo>
                          <a:pt x="2110" y="36827"/>
                          <a:pt x="3528" y="30354"/>
                          <a:pt x="4947" y="26054"/>
                        </a:cubicBezTo>
                        <a:cubicBezTo>
                          <a:pt x="7518" y="17986"/>
                          <a:pt x="11242" y="12267"/>
                          <a:pt x="15586" y="8322"/>
                        </a:cubicBezTo>
                        <a:cubicBezTo>
                          <a:pt x="19886" y="4332"/>
                          <a:pt x="24674" y="2027"/>
                          <a:pt x="29817" y="342"/>
                        </a:cubicBezTo>
                        <a:cubicBezTo>
                          <a:pt x="33452" y="-810"/>
                          <a:pt x="37973" y="1052"/>
                          <a:pt x="38772" y="4376"/>
                        </a:cubicBezTo>
                        <a:cubicBezTo>
                          <a:pt x="41210" y="14218"/>
                          <a:pt x="41520" y="22552"/>
                          <a:pt x="39038" y="3416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50" name="Forme libre : forme 22549">
                    <a:extLst>
                      <a:ext uri="{FF2B5EF4-FFF2-40B4-BE49-F238E27FC236}">
                        <a16:creationId xmlns:a16="http://schemas.microsoft.com/office/drawing/2014/main" id="{3B9ABF2C-8BD0-40C5-B210-686B65739ECE}"/>
                      </a:ext>
                    </a:extLst>
                  </p:cNvPr>
                  <p:cNvSpPr/>
                  <p:nvPr/>
                </p:nvSpPr>
                <p:spPr>
                  <a:xfrm>
                    <a:off x="7337665" y="1062701"/>
                    <a:ext cx="26248" cy="89773"/>
                  </a:xfrm>
                  <a:custGeom>
                    <a:avLst/>
                    <a:gdLst>
                      <a:gd name="connsiteX0" fmla="*/ 8423 w 26248"/>
                      <a:gd name="connsiteY0" fmla="*/ 52710 h 89773"/>
                      <a:gd name="connsiteX1" fmla="*/ 0 w 26248"/>
                      <a:gd name="connsiteY1" fmla="*/ 89770 h 89773"/>
                      <a:gd name="connsiteX2" fmla="*/ 4256 w 26248"/>
                      <a:gd name="connsiteY2" fmla="*/ 88396 h 89773"/>
                      <a:gd name="connsiteX3" fmla="*/ 8290 w 26248"/>
                      <a:gd name="connsiteY3" fmla="*/ 84672 h 89773"/>
                      <a:gd name="connsiteX4" fmla="*/ 17245 w 26248"/>
                      <a:gd name="connsiteY4" fmla="*/ 71373 h 89773"/>
                      <a:gd name="connsiteX5" fmla="*/ 20437 w 26248"/>
                      <a:gd name="connsiteY5" fmla="*/ 58739 h 89773"/>
                      <a:gd name="connsiteX6" fmla="*/ 21057 w 26248"/>
                      <a:gd name="connsiteY6" fmla="*/ 53463 h 89773"/>
                      <a:gd name="connsiteX7" fmla="*/ 21633 w 26248"/>
                      <a:gd name="connsiteY7" fmla="*/ 47656 h 89773"/>
                      <a:gd name="connsiteX8" fmla="*/ 22343 w 26248"/>
                      <a:gd name="connsiteY8" fmla="*/ 41981 h 89773"/>
                      <a:gd name="connsiteX9" fmla="*/ 23229 w 26248"/>
                      <a:gd name="connsiteY9" fmla="*/ 36573 h 89773"/>
                      <a:gd name="connsiteX10" fmla="*/ 24160 w 26248"/>
                      <a:gd name="connsiteY10" fmla="*/ 31918 h 89773"/>
                      <a:gd name="connsiteX11" fmla="*/ 24559 w 26248"/>
                      <a:gd name="connsiteY11" fmla="*/ 29923 h 89773"/>
                      <a:gd name="connsiteX12" fmla="*/ 26199 w 26248"/>
                      <a:gd name="connsiteY12" fmla="*/ 18575 h 89773"/>
                      <a:gd name="connsiteX13" fmla="*/ 25313 w 26248"/>
                      <a:gd name="connsiteY13" fmla="*/ 4699 h 89773"/>
                      <a:gd name="connsiteX14" fmla="*/ 24338 w 26248"/>
                      <a:gd name="connsiteY14" fmla="*/ 177 h 89773"/>
                      <a:gd name="connsiteX15" fmla="*/ 24293 w 26248"/>
                      <a:gd name="connsiteY15" fmla="*/ 0 h 89773"/>
                      <a:gd name="connsiteX16" fmla="*/ 12324 w 26248"/>
                      <a:gd name="connsiteY16" fmla="*/ 25136 h 89773"/>
                      <a:gd name="connsiteX17" fmla="*/ 8423 w 26248"/>
                      <a:gd name="connsiteY17" fmla="*/ 52710 h 89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6248" h="89773">
                        <a:moveTo>
                          <a:pt x="8423" y="52710"/>
                        </a:moveTo>
                        <a:cubicBezTo>
                          <a:pt x="8157" y="65920"/>
                          <a:pt x="6384" y="80195"/>
                          <a:pt x="0" y="89770"/>
                        </a:cubicBezTo>
                        <a:cubicBezTo>
                          <a:pt x="1551" y="89815"/>
                          <a:pt x="3103" y="89416"/>
                          <a:pt x="4256" y="88396"/>
                        </a:cubicBezTo>
                        <a:cubicBezTo>
                          <a:pt x="5674" y="87199"/>
                          <a:pt x="7048" y="85958"/>
                          <a:pt x="8290" y="84672"/>
                        </a:cubicBezTo>
                        <a:cubicBezTo>
                          <a:pt x="11969" y="80993"/>
                          <a:pt x="14984" y="76826"/>
                          <a:pt x="17245" y="71373"/>
                        </a:cubicBezTo>
                        <a:cubicBezTo>
                          <a:pt x="18663" y="67826"/>
                          <a:pt x="19771" y="63704"/>
                          <a:pt x="20437" y="58739"/>
                        </a:cubicBezTo>
                        <a:cubicBezTo>
                          <a:pt x="20614" y="57231"/>
                          <a:pt x="20835" y="55458"/>
                          <a:pt x="21057" y="53463"/>
                        </a:cubicBezTo>
                        <a:cubicBezTo>
                          <a:pt x="21234" y="51646"/>
                          <a:pt x="21456" y="49695"/>
                          <a:pt x="21633" y="47656"/>
                        </a:cubicBezTo>
                        <a:cubicBezTo>
                          <a:pt x="21811" y="45750"/>
                          <a:pt x="22032" y="43843"/>
                          <a:pt x="22343" y="41981"/>
                        </a:cubicBezTo>
                        <a:cubicBezTo>
                          <a:pt x="22564" y="40075"/>
                          <a:pt x="22875" y="38258"/>
                          <a:pt x="23229" y="36573"/>
                        </a:cubicBezTo>
                        <a:cubicBezTo>
                          <a:pt x="23495" y="34844"/>
                          <a:pt x="23850" y="33293"/>
                          <a:pt x="24160" y="31918"/>
                        </a:cubicBezTo>
                        <a:cubicBezTo>
                          <a:pt x="24293" y="31209"/>
                          <a:pt x="24426" y="30544"/>
                          <a:pt x="24559" y="29923"/>
                        </a:cubicBezTo>
                        <a:cubicBezTo>
                          <a:pt x="25446" y="25756"/>
                          <a:pt x="25934" y="22077"/>
                          <a:pt x="26199" y="18575"/>
                        </a:cubicBezTo>
                        <a:cubicBezTo>
                          <a:pt x="26377" y="13743"/>
                          <a:pt x="26066" y="9310"/>
                          <a:pt x="25313" y="4699"/>
                        </a:cubicBezTo>
                        <a:cubicBezTo>
                          <a:pt x="25002" y="3192"/>
                          <a:pt x="24736" y="1685"/>
                          <a:pt x="24338" y="177"/>
                        </a:cubicBezTo>
                        <a:lnTo>
                          <a:pt x="24293" y="0"/>
                        </a:lnTo>
                        <a:cubicBezTo>
                          <a:pt x="19107" y="7714"/>
                          <a:pt x="15028" y="16225"/>
                          <a:pt x="12324" y="25136"/>
                        </a:cubicBezTo>
                        <a:cubicBezTo>
                          <a:pt x="9575" y="34135"/>
                          <a:pt x="8556" y="43311"/>
                          <a:pt x="8423" y="5271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51" name="Forme libre : forme 22550">
                    <a:extLst>
                      <a:ext uri="{FF2B5EF4-FFF2-40B4-BE49-F238E27FC236}">
                        <a16:creationId xmlns:a16="http://schemas.microsoft.com/office/drawing/2014/main" id="{8AC87657-299D-4B50-9A83-7B00A2822AD5}"/>
                      </a:ext>
                    </a:extLst>
                  </p:cNvPr>
                  <p:cNvSpPr/>
                  <p:nvPr/>
                </p:nvSpPr>
                <p:spPr>
                  <a:xfrm>
                    <a:off x="7337150" y="1075645"/>
                    <a:ext cx="15103" cy="43492"/>
                  </a:xfrm>
                  <a:custGeom>
                    <a:avLst/>
                    <a:gdLst>
                      <a:gd name="connsiteX0" fmla="*/ 13460 w 15103"/>
                      <a:gd name="connsiteY0" fmla="*/ 134 h 43492"/>
                      <a:gd name="connsiteX1" fmla="*/ 14613 w 15103"/>
                      <a:gd name="connsiteY1" fmla="*/ 10285 h 43492"/>
                      <a:gd name="connsiteX2" fmla="*/ 12529 w 15103"/>
                      <a:gd name="connsiteY2" fmla="*/ 23319 h 43492"/>
                      <a:gd name="connsiteX3" fmla="*/ 9736 w 15103"/>
                      <a:gd name="connsiteY3" fmla="*/ 35332 h 43492"/>
                      <a:gd name="connsiteX4" fmla="*/ 4018 w 15103"/>
                      <a:gd name="connsiteY4" fmla="*/ 43489 h 43492"/>
                      <a:gd name="connsiteX5" fmla="*/ 72 w 15103"/>
                      <a:gd name="connsiteY5" fmla="*/ 34623 h 43492"/>
                      <a:gd name="connsiteX6" fmla="*/ 1136 w 15103"/>
                      <a:gd name="connsiteY6" fmla="*/ 21368 h 43492"/>
                      <a:gd name="connsiteX7" fmla="*/ 5747 w 15103"/>
                      <a:gd name="connsiteY7" fmla="*/ 7803 h 43492"/>
                      <a:gd name="connsiteX8" fmla="*/ 13460 w 15103"/>
                      <a:gd name="connsiteY8" fmla="*/ 134 h 43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103" h="43492">
                        <a:moveTo>
                          <a:pt x="13460" y="134"/>
                        </a:moveTo>
                        <a:cubicBezTo>
                          <a:pt x="15632" y="1020"/>
                          <a:pt x="15233" y="5409"/>
                          <a:pt x="14613" y="10285"/>
                        </a:cubicBezTo>
                        <a:cubicBezTo>
                          <a:pt x="13859" y="15117"/>
                          <a:pt x="13017" y="20570"/>
                          <a:pt x="12529" y="23319"/>
                        </a:cubicBezTo>
                        <a:cubicBezTo>
                          <a:pt x="12042" y="26067"/>
                          <a:pt x="11022" y="30988"/>
                          <a:pt x="9736" y="35332"/>
                        </a:cubicBezTo>
                        <a:cubicBezTo>
                          <a:pt x="8406" y="39765"/>
                          <a:pt x="6589" y="43622"/>
                          <a:pt x="4018" y="43489"/>
                        </a:cubicBezTo>
                        <a:cubicBezTo>
                          <a:pt x="1491" y="43356"/>
                          <a:pt x="338" y="39367"/>
                          <a:pt x="72" y="34623"/>
                        </a:cubicBezTo>
                        <a:cubicBezTo>
                          <a:pt x="-238" y="29791"/>
                          <a:pt x="516" y="24205"/>
                          <a:pt x="1136" y="21368"/>
                        </a:cubicBezTo>
                        <a:cubicBezTo>
                          <a:pt x="1757" y="18575"/>
                          <a:pt x="3220" y="12635"/>
                          <a:pt x="5747" y="7803"/>
                        </a:cubicBezTo>
                        <a:cubicBezTo>
                          <a:pt x="8140" y="2882"/>
                          <a:pt x="11288" y="-753"/>
                          <a:pt x="13460" y="13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52" name="Forme libre : forme 22551">
                    <a:extLst>
                      <a:ext uri="{FF2B5EF4-FFF2-40B4-BE49-F238E27FC236}">
                        <a16:creationId xmlns:a16="http://schemas.microsoft.com/office/drawing/2014/main" id="{8A916C43-0ABC-429E-BC67-EBBDDED9B971}"/>
                      </a:ext>
                    </a:extLst>
                  </p:cNvPr>
                  <p:cNvSpPr/>
                  <p:nvPr/>
                </p:nvSpPr>
                <p:spPr>
                  <a:xfrm>
                    <a:off x="7337355" y="1089788"/>
                    <a:ext cx="13742" cy="29581"/>
                  </a:xfrm>
                  <a:custGeom>
                    <a:avLst/>
                    <a:gdLst>
                      <a:gd name="connsiteX0" fmla="*/ 0 w 13742"/>
                      <a:gd name="connsiteY0" fmla="*/ 19550 h 29581"/>
                      <a:gd name="connsiteX1" fmla="*/ 3857 w 13742"/>
                      <a:gd name="connsiteY1" fmla="*/ 29524 h 29581"/>
                      <a:gd name="connsiteX2" fmla="*/ 9575 w 13742"/>
                      <a:gd name="connsiteY2" fmla="*/ 21146 h 29581"/>
                      <a:gd name="connsiteX3" fmla="*/ 12457 w 13742"/>
                      <a:gd name="connsiteY3" fmla="*/ 8910 h 29581"/>
                      <a:gd name="connsiteX4" fmla="*/ 13122 w 13742"/>
                      <a:gd name="connsiteY4" fmla="*/ 4566 h 29581"/>
                      <a:gd name="connsiteX5" fmla="*/ 13742 w 13742"/>
                      <a:gd name="connsiteY5" fmla="*/ 0 h 29581"/>
                      <a:gd name="connsiteX6" fmla="*/ 12235 w 13742"/>
                      <a:gd name="connsiteY6" fmla="*/ 4610 h 29581"/>
                      <a:gd name="connsiteX7" fmla="*/ 0 w 13742"/>
                      <a:gd name="connsiteY7" fmla="*/ 19550 h 29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742" h="29581">
                        <a:moveTo>
                          <a:pt x="0" y="19550"/>
                        </a:moveTo>
                        <a:cubicBezTo>
                          <a:pt x="576" y="22520"/>
                          <a:pt x="620" y="30322"/>
                          <a:pt x="3857" y="29524"/>
                        </a:cubicBezTo>
                        <a:cubicBezTo>
                          <a:pt x="6472" y="28904"/>
                          <a:pt x="8290" y="25313"/>
                          <a:pt x="9575" y="21146"/>
                        </a:cubicBezTo>
                        <a:cubicBezTo>
                          <a:pt x="10817" y="17067"/>
                          <a:pt x="11748" y="12368"/>
                          <a:pt x="12457" y="8910"/>
                        </a:cubicBezTo>
                        <a:cubicBezTo>
                          <a:pt x="12679" y="7891"/>
                          <a:pt x="12900" y="6251"/>
                          <a:pt x="13122" y="4566"/>
                        </a:cubicBezTo>
                        <a:cubicBezTo>
                          <a:pt x="13388" y="2881"/>
                          <a:pt x="13654" y="1153"/>
                          <a:pt x="13742" y="0"/>
                        </a:cubicBezTo>
                        <a:cubicBezTo>
                          <a:pt x="13388" y="1286"/>
                          <a:pt x="12767" y="3458"/>
                          <a:pt x="12235" y="4610"/>
                        </a:cubicBezTo>
                        <a:cubicBezTo>
                          <a:pt x="8822" y="11127"/>
                          <a:pt x="5630" y="19550"/>
                          <a:pt x="0" y="1955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53" name="Forme libre : forme 22552">
                    <a:extLst>
                      <a:ext uri="{FF2B5EF4-FFF2-40B4-BE49-F238E27FC236}">
                        <a16:creationId xmlns:a16="http://schemas.microsoft.com/office/drawing/2014/main" id="{23ED77D2-8A23-4F6D-A33C-BF073FDFCE87}"/>
                      </a:ext>
                    </a:extLst>
                  </p:cNvPr>
                  <p:cNvSpPr/>
                  <p:nvPr/>
                </p:nvSpPr>
                <p:spPr>
                  <a:xfrm>
                    <a:off x="7338773" y="1073667"/>
                    <a:ext cx="15258" cy="43251"/>
                  </a:xfrm>
                  <a:custGeom>
                    <a:avLst/>
                    <a:gdLst>
                      <a:gd name="connsiteX0" fmla="*/ 13921 w 15258"/>
                      <a:gd name="connsiteY0" fmla="*/ 383 h 43251"/>
                      <a:gd name="connsiteX1" fmla="*/ 14719 w 15258"/>
                      <a:gd name="connsiteY1" fmla="*/ 10978 h 43251"/>
                      <a:gd name="connsiteX2" fmla="*/ 12679 w 15258"/>
                      <a:gd name="connsiteY2" fmla="*/ 23612 h 43251"/>
                      <a:gd name="connsiteX3" fmla="*/ 9798 w 15258"/>
                      <a:gd name="connsiteY3" fmla="*/ 35360 h 43251"/>
                      <a:gd name="connsiteX4" fmla="*/ 3946 w 15258"/>
                      <a:gd name="connsiteY4" fmla="*/ 43251 h 43251"/>
                      <a:gd name="connsiteX5" fmla="*/ 45 w 15258"/>
                      <a:gd name="connsiteY5" fmla="*/ 34385 h 43251"/>
                      <a:gd name="connsiteX6" fmla="*/ 1331 w 15258"/>
                      <a:gd name="connsiteY6" fmla="*/ 21351 h 43251"/>
                      <a:gd name="connsiteX7" fmla="*/ 6163 w 15258"/>
                      <a:gd name="connsiteY7" fmla="*/ 7476 h 43251"/>
                      <a:gd name="connsiteX8" fmla="*/ 13921 w 15258"/>
                      <a:gd name="connsiteY8" fmla="*/ 383 h 43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258" h="43251">
                        <a:moveTo>
                          <a:pt x="13921" y="383"/>
                        </a:moveTo>
                        <a:cubicBezTo>
                          <a:pt x="15738" y="1979"/>
                          <a:pt x="15384" y="6323"/>
                          <a:pt x="14719" y="10978"/>
                        </a:cubicBezTo>
                        <a:cubicBezTo>
                          <a:pt x="13921" y="15854"/>
                          <a:pt x="13123" y="20775"/>
                          <a:pt x="12679" y="23612"/>
                        </a:cubicBezTo>
                        <a:cubicBezTo>
                          <a:pt x="12148" y="26538"/>
                          <a:pt x="11084" y="31237"/>
                          <a:pt x="9798" y="35360"/>
                        </a:cubicBezTo>
                        <a:cubicBezTo>
                          <a:pt x="8379" y="39394"/>
                          <a:pt x="6562" y="43251"/>
                          <a:pt x="3946" y="43251"/>
                        </a:cubicBezTo>
                        <a:cubicBezTo>
                          <a:pt x="1375" y="43295"/>
                          <a:pt x="223" y="39261"/>
                          <a:pt x="45" y="34385"/>
                        </a:cubicBezTo>
                        <a:cubicBezTo>
                          <a:pt x="-221" y="29508"/>
                          <a:pt x="754" y="23923"/>
                          <a:pt x="1331" y="21351"/>
                        </a:cubicBezTo>
                        <a:cubicBezTo>
                          <a:pt x="1818" y="18736"/>
                          <a:pt x="3592" y="12485"/>
                          <a:pt x="6163" y="7476"/>
                        </a:cubicBezTo>
                        <a:cubicBezTo>
                          <a:pt x="8778" y="2378"/>
                          <a:pt x="12059" y="-1213"/>
                          <a:pt x="13921" y="38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54" name="Forme libre : forme 22553">
                    <a:extLst>
                      <a:ext uri="{FF2B5EF4-FFF2-40B4-BE49-F238E27FC236}">
                        <a16:creationId xmlns:a16="http://schemas.microsoft.com/office/drawing/2014/main" id="{F61FAE3D-4111-4CD9-8AAF-0BAED721BE7D}"/>
                      </a:ext>
                    </a:extLst>
                  </p:cNvPr>
                  <p:cNvSpPr/>
                  <p:nvPr/>
                </p:nvSpPr>
                <p:spPr>
                  <a:xfrm>
                    <a:off x="7331192" y="1087167"/>
                    <a:ext cx="25884" cy="52855"/>
                  </a:xfrm>
                  <a:custGeom>
                    <a:avLst/>
                    <a:gdLst>
                      <a:gd name="connsiteX0" fmla="*/ 8468 w 25884"/>
                      <a:gd name="connsiteY0" fmla="*/ 52670 h 52855"/>
                      <a:gd name="connsiteX1" fmla="*/ 14675 w 25884"/>
                      <a:gd name="connsiteY1" fmla="*/ 47572 h 52855"/>
                      <a:gd name="connsiteX2" fmla="*/ 24073 w 25884"/>
                      <a:gd name="connsiteY2" fmla="*/ 27756 h 52855"/>
                      <a:gd name="connsiteX3" fmla="*/ 25758 w 25884"/>
                      <a:gd name="connsiteY3" fmla="*/ 8339 h 52855"/>
                      <a:gd name="connsiteX4" fmla="*/ 21413 w 25884"/>
                      <a:gd name="connsiteY4" fmla="*/ 5 h 52855"/>
                      <a:gd name="connsiteX5" fmla="*/ 17069 w 25884"/>
                      <a:gd name="connsiteY5" fmla="*/ 5635 h 52855"/>
                      <a:gd name="connsiteX6" fmla="*/ 7626 w 25884"/>
                      <a:gd name="connsiteY6" fmla="*/ 23190 h 52855"/>
                      <a:gd name="connsiteX7" fmla="*/ 1 w 25884"/>
                      <a:gd name="connsiteY7" fmla="*/ 41632 h 52855"/>
                      <a:gd name="connsiteX8" fmla="*/ 8468 w 25884"/>
                      <a:gd name="connsiteY8" fmla="*/ 52670 h 52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884" h="52855">
                        <a:moveTo>
                          <a:pt x="8468" y="52670"/>
                        </a:moveTo>
                        <a:cubicBezTo>
                          <a:pt x="11483" y="51784"/>
                          <a:pt x="12503" y="50764"/>
                          <a:pt x="14675" y="47572"/>
                        </a:cubicBezTo>
                        <a:cubicBezTo>
                          <a:pt x="18753" y="41499"/>
                          <a:pt x="22122" y="36445"/>
                          <a:pt x="24073" y="27756"/>
                        </a:cubicBezTo>
                        <a:cubicBezTo>
                          <a:pt x="25624" y="20796"/>
                          <a:pt x="26157" y="14058"/>
                          <a:pt x="25758" y="8339"/>
                        </a:cubicBezTo>
                        <a:cubicBezTo>
                          <a:pt x="25447" y="4217"/>
                          <a:pt x="24428" y="-172"/>
                          <a:pt x="21413" y="5"/>
                        </a:cubicBezTo>
                        <a:cubicBezTo>
                          <a:pt x="19463" y="94"/>
                          <a:pt x="18487" y="3241"/>
                          <a:pt x="17069" y="5635"/>
                        </a:cubicBezTo>
                        <a:cubicBezTo>
                          <a:pt x="13833" y="11310"/>
                          <a:pt x="11350" y="17161"/>
                          <a:pt x="7626" y="23190"/>
                        </a:cubicBezTo>
                        <a:cubicBezTo>
                          <a:pt x="4434" y="28288"/>
                          <a:pt x="-87" y="33652"/>
                          <a:pt x="1" y="41632"/>
                        </a:cubicBezTo>
                        <a:cubicBezTo>
                          <a:pt x="90" y="48769"/>
                          <a:pt x="4257" y="53912"/>
                          <a:pt x="8468" y="5267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55" name="Forme libre : forme 22554">
                    <a:extLst>
                      <a:ext uri="{FF2B5EF4-FFF2-40B4-BE49-F238E27FC236}">
                        <a16:creationId xmlns:a16="http://schemas.microsoft.com/office/drawing/2014/main" id="{A3674247-58DE-4060-83A6-94031A77CFCF}"/>
                      </a:ext>
                    </a:extLst>
                  </p:cNvPr>
                  <p:cNvSpPr/>
                  <p:nvPr/>
                </p:nvSpPr>
                <p:spPr>
                  <a:xfrm>
                    <a:off x="7332291" y="1110190"/>
                    <a:ext cx="4842" cy="18464"/>
                  </a:xfrm>
                  <a:custGeom>
                    <a:avLst/>
                    <a:gdLst>
                      <a:gd name="connsiteX0" fmla="*/ 2227 w 4842"/>
                      <a:gd name="connsiteY0" fmla="*/ 16570 h 18464"/>
                      <a:gd name="connsiteX1" fmla="*/ 3247 w 4842"/>
                      <a:gd name="connsiteY1" fmla="*/ 18387 h 18464"/>
                      <a:gd name="connsiteX2" fmla="*/ 4488 w 4842"/>
                      <a:gd name="connsiteY2" fmla="*/ 17146 h 18464"/>
                      <a:gd name="connsiteX3" fmla="*/ 4842 w 4842"/>
                      <a:gd name="connsiteY3" fmla="*/ 13821 h 18464"/>
                      <a:gd name="connsiteX4" fmla="*/ 4532 w 4842"/>
                      <a:gd name="connsiteY4" fmla="*/ 5620 h 18464"/>
                      <a:gd name="connsiteX5" fmla="*/ 4045 w 4842"/>
                      <a:gd name="connsiteY5" fmla="*/ 2650 h 18464"/>
                      <a:gd name="connsiteX6" fmla="*/ 11 w 4842"/>
                      <a:gd name="connsiteY6" fmla="*/ 4068 h 18464"/>
                      <a:gd name="connsiteX7" fmla="*/ 2227 w 4842"/>
                      <a:gd name="connsiteY7" fmla="*/ 16570 h 18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842" h="18464">
                        <a:moveTo>
                          <a:pt x="2227" y="16570"/>
                        </a:moveTo>
                        <a:cubicBezTo>
                          <a:pt x="2537" y="17456"/>
                          <a:pt x="2715" y="18032"/>
                          <a:pt x="3247" y="18387"/>
                        </a:cubicBezTo>
                        <a:cubicBezTo>
                          <a:pt x="3779" y="18697"/>
                          <a:pt x="4222" y="18032"/>
                          <a:pt x="4488" y="17146"/>
                        </a:cubicBezTo>
                        <a:cubicBezTo>
                          <a:pt x="4754" y="16259"/>
                          <a:pt x="4842" y="14885"/>
                          <a:pt x="4842" y="13821"/>
                        </a:cubicBezTo>
                        <a:cubicBezTo>
                          <a:pt x="4842" y="11117"/>
                          <a:pt x="4798" y="8235"/>
                          <a:pt x="4532" y="5620"/>
                        </a:cubicBezTo>
                        <a:cubicBezTo>
                          <a:pt x="4399" y="4556"/>
                          <a:pt x="4355" y="3536"/>
                          <a:pt x="4045" y="2650"/>
                        </a:cubicBezTo>
                        <a:cubicBezTo>
                          <a:pt x="2803" y="-1030"/>
                          <a:pt x="143" y="-1163"/>
                          <a:pt x="11" y="4068"/>
                        </a:cubicBezTo>
                        <a:cubicBezTo>
                          <a:pt x="-123" y="8147"/>
                          <a:pt x="1030" y="13023"/>
                          <a:pt x="2227" y="1657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56" name="Forme libre : forme 22555">
                    <a:extLst>
                      <a:ext uri="{FF2B5EF4-FFF2-40B4-BE49-F238E27FC236}">
                        <a16:creationId xmlns:a16="http://schemas.microsoft.com/office/drawing/2014/main" id="{176F488C-1C10-4396-8C28-23C0D81A5525}"/>
                      </a:ext>
                    </a:extLst>
                  </p:cNvPr>
                  <p:cNvSpPr/>
                  <p:nvPr/>
                </p:nvSpPr>
                <p:spPr>
                  <a:xfrm>
                    <a:off x="7360274" y="1063233"/>
                    <a:ext cx="1726" cy="28283"/>
                  </a:xfrm>
                  <a:custGeom>
                    <a:avLst/>
                    <a:gdLst>
                      <a:gd name="connsiteX0" fmla="*/ 0 w 1726"/>
                      <a:gd name="connsiteY0" fmla="*/ 0 h 28283"/>
                      <a:gd name="connsiteX1" fmla="*/ 1685 w 1726"/>
                      <a:gd name="connsiteY1" fmla="*/ 13698 h 28283"/>
                      <a:gd name="connsiteX2" fmla="*/ 1507 w 1726"/>
                      <a:gd name="connsiteY2" fmla="*/ 28283 h 28283"/>
                      <a:gd name="connsiteX3" fmla="*/ 0 w 1726"/>
                      <a:gd name="connsiteY3" fmla="*/ 0 h 28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6" h="28283">
                        <a:moveTo>
                          <a:pt x="0" y="0"/>
                        </a:moveTo>
                        <a:cubicBezTo>
                          <a:pt x="1729" y="3369"/>
                          <a:pt x="1817" y="8512"/>
                          <a:pt x="1685" y="13698"/>
                        </a:cubicBezTo>
                        <a:cubicBezTo>
                          <a:pt x="1596" y="18929"/>
                          <a:pt x="1419" y="24249"/>
                          <a:pt x="1507" y="28283"/>
                        </a:cubicBezTo>
                        <a:cubicBezTo>
                          <a:pt x="1241" y="19594"/>
                          <a:pt x="310" y="864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57" name="Forme libre : forme 22556">
                    <a:extLst>
                      <a:ext uri="{FF2B5EF4-FFF2-40B4-BE49-F238E27FC236}">
                        <a16:creationId xmlns:a16="http://schemas.microsoft.com/office/drawing/2014/main" id="{97F9B81A-1DA0-4CB4-989C-9B9CE19483F0}"/>
                      </a:ext>
                    </a:extLst>
                  </p:cNvPr>
                  <p:cNvSpPr/>
                  <p:nvPr/>
                </p:nvSpPr>
                <p:spPr>
                  <a:xfrm>
                    <a:off x="7324446" y="1116741"/>
                    <a:ext cx="8564" cy="32272"/>
                  </a:xfrm>
                  <a:custGeom>
                    <a:avLst/>
                    <a:gdLst>
                      <a:gd name="connsiteX0" fmla="*/ 9 w 8564"/>
                      <a:gd name="connsiteY0" fmla="*/ 0 h 32272"/>
                      <a:gd name="connsiteX1" fmla="*/ 8564 w 8564"/>
                      <a:gd name="connsiteY1" fmla="*/ 32273 h 32272"/>
                      <a:gd name="connsiteX2" fmla="*/ 9 w 8564"/>
                      <a:gd name="connsiteY2" fmla="*/ 0 h 32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564" h="32272">
                        <a:moveTo>
                          <a:pt x="9" y="0"/>
                        </a:moveTo>
                        <a:cubicBezTo>
                          <a:pt x="-213" y="12368"/>
                          <a:pt x="3910" y="23540"/>
                          <a:pt x="8564" y="32273"/>
                        </a:cubicBezTo>
                        <a:cubicBezTo>
                          <a:pt x="3821" y="24382"/>
                          <a:pt x="1338" y="10595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58" name="Forme libre : forme 22557">
                    <a:extLst>
                      <a:ext uri="{FF2B5EF4-FFF2-40B4-BE49-F238E27FC236}">
                        <a16:creationId xmlns:a16="http://schemas.microsoft.com/office/drawing/2014/main" id="{5844F68E-087F-4F43-B2E0-ECCA9F480AA9}"/>
                      </a:ext>
                    </a:extLst>
                  </p:cNvPr>
                  <p:cNvSpPr/>
                  <p:nvPr/>
                </p:nvSpPr>
                <p:spPr>
                  <a:xfrm>
                    <a:off x="7339346" y="1084644"/>
                    <a:ext cx="6652" cy="16159"/>
                  </a:xfrm>
                  <a:custGeom>
                    <a:avLst/>
                    <a:gdLst>
                      <a:gd name="connsiteX0" fmla="*/ 6343 w 6652"/>
                      <a:gd name="connsiteY0" fmla="*/ 268 h 16159"/>
                      <a:gd name="connsiteX1" fmla="*/ 4526 w 6652"/>
                      <a:gd name="connsiteY1" fmla="*/ 9932 h 16159"/>
                      <a:gd name="connsiteX2" fmla="*/ 580 w 6652"/>
                      <a:gd name="connsiteY2" fmla="*/ 15916 h 16159"/>
                      <a:gd name="connsiteX3" fmla="*/ 1821 w 6652"/>
                      <a:gd name="connsiteY3" fmla="*/ 6518 h 16159"/>
                      <a:gd name="connsiteX4" fmla="*/ 6343 w 6652"/>
                      <a:gd name="connsiteY4" fmla="*/ 268 h 16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52" h="16159">
                        <a:moveTo>
                          <a:pt x="6343" y="268"/>
                        </a:moveTo>
                        <a:cubicBezTo>
                          <a:pt x="7496" y="1775"/>
                          <a:pt x="5102" y="7937"/>
                          <a:pt x="4526" y="9932"/>
                        </a:cubicBezTo>
                        <a:cubicBezTo>
                          <a:pt x="3816" y="11838"/>
                          <a:pt x="2043" y="17379"/>
                          <a:pt x="580" y="15916"/>
                        </a:cubicBezTo>
                        <a:cubicBezTo>
                          <a:pt x="-1016" y="14409"/>
                          <a:pt x="1112" y="8380"/>
                          <a:pt x="1821" y="6518"/>
                        </a:cubicBezTo>
                        <a:cubicBezTo>
                          <a:pt x="2486" y="4656"/>
                          <a:pt x="5057" y="-1328"/>
                          <a:pt x="6343" y="26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59" name="Forme libre : forme 22558">
                    <a:extLst>
                      <a:ext uri="{FF2B5EF4-FFF2-40B4-BE49-F238E27FC236}">
                        <a16:creationId xmlns:a16="http://schemas.microsoft.com/office/drawing/2014/main" id="{EAD06669-EEB5-4C63-8AD7-52F88C42BFC6}"/>
                      </a:ext>
                    </a:extLst>
                  </p:cNvPr>
                  <p:cNvSpPr/>
                  <p:nvPr/>
                </p:nvSpPr>
                <p:spPr>
                  <a:xfrm>
                    <a:off x="7344223" y="1082295"/>
                    <a:ext cx="2245" cy="4523"/>
                  </a:xfrm>
                  <a:custGeom>
                    <a:avLst/>
                    <a:gdLst>
                      <a:gd name="connsiteX0" fmla="*/ 1865 w 2245"/>
                      <a:gd name="connsiteY0" fmla="*/ 1 h 4523"/>
                      <a:gd name="connsiteX1" fmla="*/ 1910 w 2245"/>
                      <a:gd name="connsiteY1" fmla="*/ 2306 h 4523"/>
                      <a:gd name="connsiteX2" fmla="*/ 402 w 2245"/>
                      <a:gd name="connsiteY2" fmla="*/ 4523 h 4523"/>
                      <a:gd name="connsiteX3" fmla="*/ 314 w 2245"/>
                      <a:gd name="connsiteY3" fmla="*/ 2262 h 4523"/>
                      <a:gd name="connsiteX4" fmla="*/ 1865 w 2245"/>
                      <a:gd name="connsiteY4" fmla="*/ 1 h 4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45" h="4523">
                        <a:moveTo>
                          <a:pt x="1865" y="1"/>
                        </a:moveTo>
                        <a:cubicBezTo>
                          <a:pt x="2530" y="45"/>
                          <a:pt x="2176" y="1553"/>
                          <a:pt x="1910" y="2306"/>
                        </a:cubicBezTo>
                        <a:cubicBezTo>
                          <a:pt x="1644" y="3060"/>
                          <a:pt x="1067" y="4567"/>
                          <a:pt x="402" y="4523"/>
                        </a:cubicBezTo>
                        <a:cubicBezTo>
                          <a:pt x="-307" y="4478"/>
                          <a:pt x="92" y="3060"/>
                          <a:pt x="314" y="2262"/>
                        </a:cubicBezTo>
                        <a:cubicBezTo>
                          <a:pt x="580" y="1508"/>
                          <a:pt x="1201" y="-43"/>
                          <a:pt x="186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60" name="Forme libre : forme 22559">
                    <a:extLst>
                      <a:ext uri="{FF2B5EF4-FFF2-40B4-BE49-F238E27FC236}">
                        <a16:creationId xmlns:a16="http://schemas.microsoft.com/office/drawing/2014/main" id="{AA857A1C-D785-4382-9E8A-4342912AF7FB}"/>
                      </a:ext>
                    </a:extLst>
                  </p:cNvPr>
                  <p:cNvSpPr/>
                  <p:nvPr/>
                </p:nvSpPr>
                <p:spPr>
                  <a:xfrm>
                    <a:off x="7329078" y="1062824"/>
                    <a:ext cx="27950" cy="36554"/>
                  </a:xfrm>
                  <a:custGeom>
                    <a:avLst/>
                    <a:gdLst>
                      <a:gd name="connsiteX0" fmla="*/ 15458 w 27950"/>
                      <a:gd name="connsiteY0" fmla="*/ 5862 h 36554"/>
                      <a:gd name="connsiteX1" fmla="*/ 26541 w 27950"/>
                      <a:gd name="connsiteY1" fmla="*/ 10 h 36554"/>
                      <a:gd name="connsiteX2" fmla="*/ 27383 w 27950"/>
                      <a:gd name="connsiteY2" fmla="*/ 3823 h 36554"/>
                      <a:gd name="connsiteX3" fmla="*/ 23659 w 27950"/>
                      <a:gd name="connsiteY3" fmla="*/ 7325 h 36554"/>
                      <a:gd name="connsiteX4" fmla="*/ 12222 w 27950"/>
                      <a:gd name="connsiteY4" fmla="*/ 18718 h 36554"/>
                      <a:gd name="connsiteX5" fmla="*/ 6548 w 27950"/>
                      <a:gd name="connsiteY5" fmla="*/ 29801 h 36554"/>
                      <a:gd name="connsiteX6" fmla="*/ 962 w 27950"/>
                      <a:gd name="connsiteY6" fmla="*/ 36007 h 36554"/>
                      <a:gd name="connsiteX7" fmla="*/ 1272 w 27950"/>
                      <a:gd name="connsiteY7" fmla="*/ 24703 h 36554"/>
                      <a:gd name="connsiteX8" fmla="*/ 6637 w 27950"/>
                      <a:gd name="connsiteY8" fmla="*/ 13398 h 36554"/>
                      <a:gd name="connsiteX9" fmla="*/ 15458 w 27950"/>
                      <a:gd name="connsiteY9" fmla="*/ 5862 h 36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7950" h="36554">
                        <a:moveTo>
                          <a:pt x="15458" y="5862"/>
                        </a:moveTo>
                        <a:cubicBezTo>
                          <a:pt x="19492" y="2626"/>
                          <a:pt x="22507" y="587"/>
                          <a:pt x="26541" y="10"/>
                        </a:cubicBezTo>
                        <a:cubicBezTo>
                          <a:pt x="28004" y="-167"/>
                          <a:pt x="28403" y="2005"/>
                          <a:pt x="27383" y="3823"/>
                        </a:cubicBezTo>
                        <a:cubicBezTo>
                          <a:pt x="26319" y="5640"/>
                          <a:pt x="25078" y="6483"/>
                          <a:pt x="23659" y="7325"/>
                        </a:cubicBezTo>
                        <a:cubicBezTo>
                          <a:pt x="19359" y="10118"/>
                          <a:pt x="15724" y="13930"/>
                          <a:pt x="12222" y="18718"/>
                        </a:cubicBezTo>
                        <a:cubicBezTo>
                          <a:pt x="11114" y="20181"/>
                          <a:pt x="8631" y="25323"/>
                          <a:pt x="6548" y="29801"/>
                        </a:cubicBezTo>
                        <a:cubicBezTo>
                          <a:pt x="4376" y="34234"/>
                          <a:pt x="2513" y="38002"/>
                          <a:pt x="962" y="36007"/>
                        </a:cubicBezTo>
                        <a:cubicBezTo>
                          <a:pt x="-589" y="34012"/>
                          <a:pt x="-102" y="29357"/>
                          <a:pt x="1272" y="24703"/>
                        </a:cubicBezTo>
                        <a:cubicBezTo>
                          <a:pt x="2647" y="20048"/>
                          <a:pt x="5085" y="15482"/>
                          <a:pt x="6637" y="13398"/>
                        </a:cubicBezTo>
                        <a:cubicBezTo>
                          <a:pt x="9784" y="9231"/>
                          <a:pt x="12488" y="8344"/>
                          <a:pt x="15458" y="586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06" name="Graphique 2">
                  <a:extLst>
                    <a:ext uri="{FF2B5EF4-FFF2-40B4-BE49-F238E27FC236}">
                      <a16:creationId xmlns:a16="http://schemas.microsoft.com/office/drawing/2014/main" id="{EAE3A6AE-9264-4445-A4F0-FB20DB66064F}"/>
                    </a:ext>
                  </a:extLst>
                </p:cNvPr>
                <p:cNvGrpSpPr/>
                <p:nvPr/>
              </p:nvGrpSpPr>
              <p:grpSpPr>
                <a:xfrm>
                  <a:off x="7356159" y="991450"/>
                  <a:ext cx="77154" cy="69166"/>
                  <a:chOff x="7356159" y="991450"/>
                  <a:chExt cx="77154" cy="69166"/>
                </a:xfrm>
                <a:solidFill>
                  <a:schemeClr val="accent1"/>
                </a:solidFill>
              </p:grpSpPr>
              <p:sp>
                <p:nvSpPr>
                  <p:cNvPr id="22537" name="Forme libre : forme 22536">
                    <a:extLst>
                      <a:ext uri="{FF2B5EF4-FFF2-40B4-BE49-F238E27FC236}">
                        <a16:creationId xmlns:a16="http://schemas.microsoft.com/office/drawing/2014/main" id="{7B6F1A64-E15A-449C-9B03-6BA22928AB13}"/>
                      </a:ext>
                    </a:extLst>
                  </p:cNvPr>
                  <p:cNvSpPr/>
                  <p:nvPr/>
                </p:nvSpPr>
                <p:spPr>
                  <a:xfrm>
                    <a:off x="7356159" y="991450"/>
                    <a:ext cx="77154" cy="69159"/>
                  </a:xfrm>
                  <a:custGeom>
                    <a:avLst/>
                    <a:gdLst>
                      <a:gd name="connsiteX0" fmla="*/ 56825 w 77154"/>
                      <a:gd name="connsiteY0" fmla="*/ 34545 h 69159"/>
                      <a:gd name="connsiteX1" fmla="*/ 48890 w 77154"/>
                      <a:gd name="connsiteY1" fmla="*/ 42525 h 69159"/>
                      <a:gd name="connsiteX2" fmla="*/ 43348 w 77154"/>
                      <a:gd name="connsiteY2" fmla="*/ 49263 h 69159"/>
                      <a:gd name="connsiteX3" fmla="*/ 37186 w 77154"/>
                      <a:gd name="connsiteY3" fmla="*/ 55780 h 69159"/>
                      <a:gd name="connsiteX4" fmla="*/ 7883 w 77154"/>
                      <a:gd name="connsiteY4" fmla="*/ 69079 h 69159"/>
                      <a:gd name="connsiteX5" fmla="*/ 37 w 77154"/>
                      <a:gd name="connsiteY5" fmla="*/ 62829 h 69159"/>
                      <a:gd name="connsiteX6" fmla="*/ 12671 w 77154"/>
                      <a:gd name="connsiteY6" fmla="*/ 30556 h 69159"/>
                      <a:gd name="connsiteX7" fmla="*/ 21316 w 77154"/>
                      <a:gd name="connsiteY7" fmla="*/ 19783 h 69159"/>
                      <a:gd name="connsiteX8" fmla="*/ 35723 w 77154"/>
                      <a:gd name="connsiteY8" fmla="*/ 6484 h 69159"/>
                      <a:gd name="connsiteX9" fmla="*/ 57667 w 77154"/>
                      <a:gd name="connsiteY9" fmla="*/ 56 h 69159"/>
                      <a:gd name="connsiteX10" fmla="*/ 73671 w 77154"/>
                      <a:gd name="connsiteY10" fmla="*/ 5464 h 69159"/>
                      <a:gd name="connsiteX11" fmla="*/ 76153 w 77154"/>
                      <a:gd name="connsiteY11" fmla="*/ 14951 h 69159"/>
                      <a:gd name="connsiteX12" fmla="*/ 56825 w 77154"/>
                      <a:gd name="connsiteY12" fmla="*/ 34545 h 69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7154" h="69159">
                        <a:moveTo>
                          <a:pt x="56825" y="34545"/>
                        </a:moveTo>
                        <a:cubicBezTo>
                          <a:pt x="54830" y="36186"/>
                          <a:pt x="52126" y="38579"/>
                          <a:pt x="48890" y="42525"/>
                        </a:cubicBezTo>
                        <a:cubicBezTo>
                          <a:pt x="46983" y="44830"/>
                          <a:pt x="45077" y="47135"/>
                          <a:pt x="43348" y="49263"/>
                        </a:cubicBezTo>
                        <a:cubicBezTo>
                          <a:pt x="41398" y="51613"/>
                          <a:pt x="38871" y="54228"/>
                          <a:pt x="37186" y="55780"/>
                        </a:cubicBezTo>
                        <a:cubicBezTo>
                          <a:pt x="26414" y="65577"/>
                          <a:pt x="18523" y="67350"/>
                          <a:pt x="7883" y="69079"/>
                        </a:cubicBezTo>
                        <a:cubicBezTo>
                          <a:pt x="4293" y="69700"/>
                          <a:pt x="170" y="66641"/>
                          <a:pt x="37" y="62829"/>
                        </a:cubicBezTo>
                        <a:cubicBezTo>
                          <a:pt x="-406" y="51879"/>
                          <a:pt x="3096" y="41372"/>
                          <a:pt x="12671" y="30556"/>
                        </a:cubicBezTo>
                        <a:cubicBezTo>
                          <a:pt x="14843" y="27851"/>
                          <a:pt x="18080" y="23862"/>
                          <a:pt x="21316" y="19783"/>
                        </a:cubicBezTo>
                        <a:cubicBezTo>
                          <a:pt x="25439" y="14729"/>
                          <a:pt x="31290" y="9321"/>
                          <a:pt x="35723" y="6484"/>
                        </a:cubicBezTo>
                        <a:cubicBezTo>
                          <a:pt x="44058" y="942"/>
                          <a:pt x="51505" y="-299"/>
                          <a:pt x="57667" y="56"/>
                        </a:cubicBezTo>
                        <a:cubicBezTo>
                          <a:pt x="63873" y="322"/>
                          <a:pt x="69016" y="2583"/>
                          <a:pt x="73671" y="5464"/>
                        </a:cubicBezTo>
                        <a:cubicBezTo>
                          <a:pt x="76907" y="7459"/>
                          <a:pt x="78237" y="12335"/>
                          <a:pt x="76153" y="14951"/>
                        </a:cubicBezTo>
                        <a:cubicBezTo>
                          <a:pt x="70213" y="22886"/>
                          <a:pt x="64273" y="28782"/>
                          <a:pt x="56825" y="3454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38" name="Forme libre : forme 22537">
                    <a:extLst>
                      <a:ext uri="{FF2B5EF4-FFF2-40B4-BE49-F238E27FC236}">
                        <a16:creationId xmlns:a16="http://schemas.microsoft.com/office/drawing/2014/main" id="{ED9CCA21-DBAA-46E1-9F23-2ED64EBFBA97}"/>
                      </a:ext>
                    </a:extLst>
                  </p:cNvPr>
                  <p:cNvSpPr/>
                  <p:nvPr/>
                </p:nvSpPr>
                <p:spPr>
                  <a:xfrm>
                    <a:off x="7359565" y="1006224"/>
                    <a:ext cx="72702" cy="54392"/>
                  </a:xfrm>
                  <a:custGeom>
                    <a:avLst/>
                    <a:gdLst>
                      <a:gd name="connsiteX0" fmla="*/ 28372 w 72702"/>
                      <a:gd name="connsiteY0" fmla="*/ 28283 h 54392"/>
                      <a:gd name="connsiteX1" fmla="*/ 24914 w 72702"/>
                      <a:gd name="connsiteY1" fmla="*/ 32362 h 54392"/>
                      <a:gd name="connsiteX2" fmla="*/ 21500 w 72702"/>
                      <a:gd name="connsiteY2" fmla="*/ 35952 h 54392"/>
                      <a:gd name="connsiteX3" fmla="*/ 14540 w 72702"/>
                      <a:gd name="connsiteY3" fmla="*/ 42735 h 54392"/>
                      <a:gd name="connsiteX4" fmla="*/ 0 w 72702"/>
                      <a:gd name="connsiteY4" fmla="*/ 53419 h 54392"/>
                      <a:gd name="connsiteX5" fmla="*/ 4344 w 72702"/>
                      <a:gd name="connsiteY5" fmla="*/ 54305 h 54392"/>
                      <a:gd name="connsiteX6" fmla="*/ 9620 w 72702"/>
                      <a:gd name="connsiteY6" fmla="*/ 53375 h 54392"/>
                      <a:gd name="connsiteX7" fmla="*/ 23850 w 72702"/>
                      <a:gd name="connsiteY7" fmla="*/ 48276 h 54392"/>
                      <a:gd name="connsiteX8" fmla="*/ 33647 w 72702"/>
                      <a:gd name="connsiteY8" fmla="*/ 40962 h 54392"/>
                      <a:gd name="connsiteX9" fmla="*/ 35819 w 72702"/>
                      <a:gd name="connsiteY9" fmla="*/ 38878 h 54392"/>
                      <a:gd name="connsiteX10" fmla="*/ 38169 w 72702"/>
                      <a:gd name="connsiteY10" fmla="*/ 36351 h 54392"/>
                      <a:gd name="connsiteX11" fmla="*/ 46237 w 72702"/>
                      <a:gd name="connsiteY11" fmla="*/ 26687 h 54392"/>
                      <a:gd name="connsiteX12" fmla="*/ 52133 w 72702"/>
                      <a:gd name="connsiteY12" fmla="*/ 20747 h 54392"/>
                      <a:gd name="connsiteX13" fmla="*/ 53330 w 72702"/>
                      <a:gd name="connsiteY13" fmla="*/ 19727 h 54392"/>
                      <a:gd name="connsiteX14" fmla="*/ 57098 w 72702"/>
                      <a:gd name="connsiteY14" fmla="*/ 16580 h 54392"/>
                      <a:gd name="connsiteX15" fmla="*/ 60778 w 72702"/>
                      <a:gd name="connsiteY15" fmla="*/ 13388 h 54392"/>
                      <a:gd name="connsiteX16" fmla="*/ 69821 w 72702"/>
                      <a:gd name="connsiteY16" fmla="*/ 3768 h 54392"/>
                      <a:gd name="connsiteX17" fmla="*/ 72614 w 72702"/>
                      <a:gd name="connsiteY17" fmla="*/ 133 h 54392"/>
                      <a:gd name="connsiteX18" fmla="*/ 72703 w 72702"/>
                      <a:gd name="connsiteY18" fmla="*/ 0 h 54392"/>
                      <a:gd name="connsiteX19" fmla="*/ 46991 w 72702"/>
                      <a:gd name="connsiteY19" fmla="*/ 8201 h 54392"/>
                      <a:gd name="connsiteX20" fmla="*/ 28372 w 72702"/>
                      <a:gd name="connsiteY20" fmla="*/ 28283 h 54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72702" h="54392">
                        <a:moveTo>
                          <a:pt x="28372" y="28283"/>
                        </a:moveTo>
                        <a:cubicBezTo>
                          <a:pt x="27308" y="29657"/>
                          <a:pt x="26111" y="31076"/>
                          <a:pt x="24914" y="32362"/>
                        </a:cubicBezTo>
                        <a:lnTo>
                          <a:pt x="21500" y="35952"/>
                        </a:lnTo>
                        <a:cubicBezTo>
                          <a:pt x="19195" y="38302"/>
                          <a:pt x="16890" y="40607"/>
                          <a:pt x="14540" y="42735"/>
                        </a:cubicBezTo>
                        <a:cubicBezTo>
                          <a:pt x="9841" y="47035"/>
                          <a:pt x="5098" y="50759"/>
                          <a:pt x="0" y="53419"/>
                        </a:cubicBezTo>
                        <a:cubicBezTo>
                          <a:pt x="1330" y="54217"/>
                          <a:pt x="2881" y="54571"/>
                          <a:pt x="4344" y="54305"/>
                        </a:cubicBezTo>
                        <a:cubicBezTo>
                          <a:pt x="6162" y="53995"/>
                          <a:pt x="7935" y="53729"/>
                          <a:pt x="9620" y="53375"/>
                        </a:cubicBezTo>
                        <a:cubicBezTo>
                          <a:pt x="14540" y="52355"/>
                          <a:pt x="19062" y="50981"/>
                          <a:pt x="23850" y="48276"/>
                        </a:cubicBezTo>
                        <a:cubicBezTo>
                          <a:pt x="26909" y="46503"/>
                          <a:pt x="30145" y="44198"/>
                          <a:pt x="33647" y="40962"/>
                        </a:cubicBezTo>
                        <a:cubicBezTo>
                          <a:pt x="34090" y="40563"/>
                          <a:pt x="35066" y="39632"/>
                          <a:pt x="35819" y="38878"/>
                        </a:cubicBezTo>
                        <a:cubicBezTo>
                          <a:pt x="36573" y="38080"/>
                          <a:pt x="37371" y="37238"/>
                          <a:pt x="38169" y="36351"/>
                        </a:cubicBezTo>
                        <a:cubicBezTo>
                          <a:pt x="41228" y="32894"/>
                          <a:pt x="43976" y="29303"/>
                          <a:pt x="46237" y="26687"/>
                        </a:cubicBezTo>
                        <a:cubicBezTo>
                          <a:pt x="48542" y="23983"/>
                          <a:pt x="50493" y="22165"/>
                          <a:pt x="52133" y="20747"/>
                        </a:cubicBezTo>
                        <a:cubicBezTo>
                          <a:pt x="52532" y="20348"/>
                          <a:pt x="52975" y="20038"/>
                          <a:pt x="53330" y="19727"/>
                        </a:cubicBezTo>
                        <a:cubicBezTo>
                          <a:pt x="54616" y="18619"/>
                          <a:pt x="55857" y="17599"/>
                          <a:pt x="57098" y="16580"/>
                        </a:cubicBezTo>
                        <a:cubicBezTo>
                          <a:pt x="58384" y="15605"/>
                          <a:pt x="59625" y="14541"/>
                          <a:pt x="60778" y="13388"/>
                        </a:cubicBezTo>
                        <a:cubicBezTo>
                          <a:pt x="64014" y="10551"/>
                          <a:pt x="66851" y="7182"/>
                          <a:pt x="69821" y="3768"/>
                        </a:cubicBezTo>
                        <a:cubicBezTo>
                          <a:pt x="70752" y="2616"/>
                          <a:pt x="71683" y="1374"/>
                          <a:pt x="72614" y="133"/>
                        </a:cubicBezTo>
                        <a:lnTo>
                          <a:pt x="72703" y="0"/>
                        </a:lnTo>
                        <a:cubicBezTo>
                          <a:pt x="63659" y="842"/>
                          <a:pt x="54571" y="3414"/>
                          <a:pt x="46991" y="8201"/>
                        </a:cubicBezTo>
                        <a:cubicBezTo>
                          <a:pt x="39366" y="12900"/>
                          <a:pt x="34312" y="20304"/>
                          <a:pt x="28372" y="2828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39" name="Forme libre : forme 22538">
                    <a:extLst>
                      <a:ext uri="{FF2B5EF4-FFF2-40B4-BE49-F238E27FC236}">
                        <a16:creationId xmlns:a16="http://schemas.microsoft.com/office/drawing/2014/main" id="{EDB8BC4B-EC23-49CC-B359-AEBE9AA1388E}"/>
                      </a:ext>
                    </a:extLst>
                  </p:cNvPr>
                  <p:cNvSpPr/>
                  <p:nvPr/>
                </p:nvSpPr>
                <p:spPr>
                  <a:xfrm>
                    <a:off x="7380902" y="1004759"/>
                    <a:ext cx="34494" cy="30501"/>
                  </a:xfrm>
                  <a:custGeom>
                    <a:avLst/>
                    <a:gdLst>
                      <a:gd name="connsiteX0" fmla="*/ 34342 w 34494"/>
                      <a:gd name="connsiteY0" fmla="*/ 1509 h 30501"/>
                      <a:gd name="connsiteX1" fmla="*/ 28225 w 34494"/>
                      <a:gd name="connsiteY1" fmla="*/ 9444 h 30501"/>
                      <a:gd name="connsiteX2" fmla="*/ 19225 w 34494"/>
                      <a:gd name="connsiteY2" fmla="*/ 17911 h 30501"/>
                      <a:gd name="connsiteX3" fmla="*/ 10403 w 34494"/>
                      <a:gd name="connsiteY3" fmla="*/ 26467 h 30501"/>
                      <a:gd name="connsiteX4" fmla="*/ 828 w 34494"/>
                      <a:gd name="connsiteY4" fmla="*/ 29836 h 30501"/>
                      <a:gd name="connsiteX5" fmla="*/ 2778 w 34494"/>
                      <a:gd name="connsiteY5" fmla="*/ 20438 h 30501"/>
                      <a:gd name="connsiteX6" fmla="*/ 10891 w 34494"/>
                      <a:gd name="connsiteY6" fmla="*/ 9932 h 30501"/>
                      <a:gd name="connsiteX7" fmla="*/ 23304 w 34494"/>
                      <a:gd name="connsiteY7" fmla="*/ 1686 h 30501"/>
                      <a:gd name="connsiteX8" fmla="*/ 34342 w 34494"/>
                      <a:gd name="connsiteY8" fmla="*/ 1509 h 30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494" h="30501">
                        <a:moveTo>
                          <a:pt x="34342" y="1509"/>
                        </a:moveTo>
                        <a:cubicBezTo>
                          <a:pt x="35273" y="3814"/>
                          <a:pt x="31771" y="6430"/>
                          <a:pt x="28225" y="9444"/>
                        </a:cubicBezTo>
                        <a:cubicBezTo>
                          <a:pt x="24634" y="12414"/>
                          <a:pt x="21043" y="15961"/>
                          <a:pt x="19225" y="17911"/>
                        </a:cubicBezTo>
                        <a:cubicBezTo>
                          <a:pt x="17363" y="19729"/>
                          <a:pt x="13994" y="23320"/>
                          <a:pt x="10403" y="26467"/>
                        </a:cubicBezTo>
                        <a:cubicBezTo>
                          <a:pt x="6768" y="29615"/>
                          <a:pt x="2690" y="31610"/>
                          <a:pt x="828" y="29836"/>
                        </a:cubicBezTo>
                        <a:cubicBezTo>
                          <a:pt x="-1034" y="28063"/>
                          <a:pt x="518" y="24472"/>
                          <a:pt x="2778" y="20438"/>
                        </a:cubicBezTo>
                        <a:cubicBezTo>
                          <a:pt x="5039" y="16404"/>
                          <a:pt x="8675" y="11971"/>
                          <a:pt x="10891" y="9932"/>
                        </a:cubicBezTo>
                        <a:cubicBezTo>
                          <a:pt x="12975" y="7848"/>
                          <a:pt x="18028" y="3681"/>
                          <a:pt x="23304" y="1686"/>
                        </a:cubicBezTo>
                        <a:cubicBezTo>
                          <a:pt x="28579" y="-486"/>
                          <a:pt x="33500" y="-575"/>
                          <a:pt x="34342" y="150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40" name="Forme libre : forme 22539">
                    <a:extLst>
                      <a:ext uri="{FF2B5EF4-FFF2-40B4-BE49-F238E27FC236}">
                        <a16:creationId xmlns:a16="http://schemas.microsoft.com/office/drawing/2014/main" id="{FECAA341-5F49-47E5-99DF-9427473E3791}"/>
                      </a:ext>
                    </a:extLst>
                  </p:cNvPr>
                  <p:cNvSpPr/>
                  <p:nvPr/>
                </p:nvSpPr>
                <p:spPr>
                  <a:xfrm>
                    <a:off x="7380594" y="1016508"/>
                    <a:ext cx="25651" cy="18605"/>
                  </a:xfrm>
                  <a:custGeom>
                    <a:avLst/>
                    <a:gdLst>
                      <a:gd name="connsiteX0" fmla="*/ 3619 w 25651"/>
                      <a:gd name="connsiteY0" fmla="*/ 7980 h 18605"/>
                      <a:gd name="connsiteX1" fmla="*/ 959 w 25651"/>
                      <a:gd name="connsiteY1" fmla="*/ 18220 h 18605"/>
                      <a:gd name="connsiteX2" fmla="*/ 10668 w 25651"/>
                      <a:gd name="connsiteY2" fmla="*/ 14674 h 18605"/>
                      <a:gd name="connsiteX3" fmla="*/ 19711 w 25651"/>
                      <a:gd name="connsiteY3" fmla="*/ 5985 h 18605"/>
                      <a:gd name="connsiteX4" fmla="*/ 25651 w 25651"/>
                      <a:gd name="connsiteY4" fmla="*/ 0 h 18605"/>
                      <a:gd name="connsiteX5" fmla="*/ 21883 w 25651"/>
                      <a:gd name="connsiteY5" fmla="*/ 2483 h 18605"/>
                      <a:gd name="connsiteX6" fmla="*/ 3619 w 25651"/>
                      <a:gd name="connsiteY6" fmla="*/ 7980 h 18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651" h="18605">
                        <a:moveTo>
                          <a:pt x="3619" y="7980"/>
                        </a:moveTo>
                        <a:cubicBezTo>
                          <a:pt x="2644" y="10817"/>
                          <a:pt x="-1967" y="16713"/>
                          <a:pt x="959" y="18220"/>
                        </a:cubicBezTo>
                        <a:cubicBezTo>
                          <a:pt x="3353" y="19461"/>
                          <a:pt x="7210" y="17555"/>
                          <a:pt x="10668" y="14674"/>
                        </a:cubicBezTo>
                        <a:cubicBezTo>
                          <a:pt x="14126" y="11748"/>
                          <a:pt x="17317" y="8290"/>
                          <a:pt x="19711" y="5985"/>
                        </a:cubicBezTo>
                        <a:cubicBezTo>
                          <a:pt x="21041" y="4566"/>
                          <a:pt x="24056" y="1552"/>
                          <a:pt x="25651" y="0"/>
                        </a:cubicBezTo>
                        <a:cubicBezTo>
                          <a:pt x="24588" y="665"/>
                          <a:pt x="22947" y="1951"/>
                          <a:pt x="21883" y="2483"/>
                        </a:cubicBezTo>
                        <a:cubicBezTo>
                          <a:pt x="15677" y="5453"/>
                          <a:pt x="8318" y="11260"/>
                          <a:pt x="3619" y="798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41" name="Forme libre : forme 22540">
                    <a:extLst>
                      <a:ext uri="{FF2B5EF4-FFF2-40B4-BE49-F238E27FC236}">
                        <a16:creationId xmlns:a16="http://schemas.microsoft.com/office/drawing/2014/main" id="{B732CD8B-419A-48DE-9640-BE42E873976B}"/>
                      </a:ext>
                    </a:extLst>
                  </p:cNvPr>
                  <p:cNvSpPr/>
                  <p:nvPr/>
                </p:nvSpPr>
                <p:spPr>
                  <a:xfrm>
                    <a:off x="7383326" y="1004628"/>
                    <a:ext cx="34578" cy="29596"/>
                  </a:xfrm>
                  <a:custGeom>
                    <a:avLst/>
                    <a:gdLst>
                      <a:gd name="connsiteX0" fmla="*/ 34578 w 34578"/>
                      <a:gd name="connsiteY0" fmla="*/ 1995 h 29596"/>
                      <a:gd name="connsiteX1" fmla="*/ 27884 w 34578"/>
                      <a:gd name="connsiteY1" fmla="*/ 9841 h 29596"/>
                      <a:gd name="connsiteX2" fmla="*/ 19107 w 34578"/>
                      <a:gd name="connsiteY2" fmla="*/ 17688 h 29596"/>
                      <a:gd name="connsiteX3" fmla="*/ 10462 w 34578"/>
                      <a:gd name="connsiteY3" fmla="*/ 25712 h 29596"/>
                      <a:gd name="connsiteX4" fmla="*/ 975 w 34578"/>
                      <a:gd name="connsiteY4" fmla="*/ 29037 h 29596"/>
                      <a:gd name="connsiteX5" fmla="*/ 2838 w 34578"/>
                      <a:gd name="connsiteY5" fmla="*/ 19550 h 29596"/>
                      <a:gd name="connsiteX6" fmla="*/ 11172 w 34578"/>
                      <a:gd name="connsiteY6" fmla="*/ 9265 h 29596"/>
                      <a:gd name="connsiteX7" fmla="*/ 24116 w 34578"/>
                      <a:gd name="connsiteY7" fmla="*/ 1374 h 29596"/>
                      <a:gd name="connsiteX8" fmla="*/ 31386 w 34578"/>
                      <a:gd name="connsiteY8" fmla="*/ 0 h 29596"/>
                      <a:gd name="connsiteX9" fmla="*/ 34578 w 34578"/>
                      <a:gd name="connsiteY9" fmla="*/ 1995 h 29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578" h="29596">
                        <a:moveTo>
                          <a:pt x="34578" y="1995"/>
                        </a:moveTo>
                        <a:cubicBezTo>
                          <a:pt x="34623" y="4389"/>
                          <a:pt x="31342" y="7137"/>
                          <a:pt x="27884" y="9841"/>
                        </a:cubicBezTo>
                        <a:cubicBezTo>
                          <a:pt x="24382" y="12590"/>
                          <a:pt x="21013" y="15738"/>
                          <a:pt x="19107" y="17688"/>
                        </a:cubicBezTo>
                        <a:cubicBezTo>
                          <a:pt x="17156" y="19550"/>
                          <a:pt x="13964" y="22830"/>
                          <a:pt x="10462" y="25712"/>
                        </a:cubicBezTo>
                        <a:cubicBezTo>
                          <a:pt x="6960" y="28594"/>
                          <a:pt x="3059" y="30633"/>
                          <a:pt x="975" y="29037"/>
                        </a:cubicBezTo>
                        <a:cubicBezTo>
                          <a:pt x="-1108" y="27485"/>
                          <a:pt x="444" y="23673"/>
                          <a:pt x="2838" y="19550"/>
                        </a:cubicBezTo>
                        <a:cubicBezTo>
                          <a:pt x="5231" y="15383"/>
                          <a:pt x="9088" y="11038"/>
                          <a:pt x="11172" y="9265"/>
                        </a:cubicBezTo>
                        <a:cubicBezTo>
                          <a:pt x="13122" y="7359"/>
                          <a:pt x="18575" y="3192"/>
                          <a:pt x="24116" y="1374"/>
                        </a:cubicBezTo>
                        <a:cubicBezTo>
                          <a:pt x="26820" y="399"/>
                          <a:pt x="29525" y="44"/>
                          <a:pt x="31386" y="0"/>
                        </a:cubicBezTo>
                        <a:cubicBezTo>
                          <a:pt x="33293" y="133"/>
                          <a:pt x="34534" y="798"/>
                          <a:pt x="34578" y="199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42" name="Forme libre : forme 22541">
                    <a:extLst>
                      <a:ext uri="{FF2B5EF4-FFF2-40B4-BE49-F238E27FC236}">
                        <a16:creationId xmlns:a16="http://schemas.microsoft.com/office/drawing/2014/main" id="{252D0C3F-87CA-4F7E-B969-16558D742C81}"/>
                      </a:ext>
                    </a:extLst>
                  </p:cNvPr>
                  <p:cNvSpPr/>
                  <p:nvPr/>
                </p:nvSpPr>
                <p:spPr>
                  <a:xfrm>
                    <a:off x="7364509" y="1015168"/>
                    <a:ext cx="45500" cy="35440"/>
                  </a:xfrm>
                  <a:custGeom>
                    <a:avLst/>
                    <a:gdLst>
                      <a:gd name="connsiteX0" fmla="*/ 3346 w 45500"/>
                      <a:gd name="connsiteY0" fmla="*/ 34810 h 35440"/>
                      <a:gd name="connsiteX1" fmla="*/ 11281 w 45500"/>
                      <a:gd name="connsiteY1" fmla="*/ 34367 h 35440"/>
                      <a:gd name="connsiteX2" fmla="*/ 20857 w 45500"/>
                      <a:gd name="connsiteY2" fmla="*/ 30953 h 35440"/>
                      <a:gd name="connsiteX3" fmla="*/ 25600 w 45500"/>
                      <a:gd name="connsiteY3" fmla="*/ 28604 h 35440"/>
                      <a:gd name="connsiteX4" fmla="*/ 31230 w 45500"/>
                      <a:gd name="connsiteY4" fmla="*/ 24215 h 35440"/>
                      <a:gd name="connsiteX5" fmla="*/ 43155 w 45500"/>
                      <a:gd name="connsiteY5" fmla="*/ 9231 h 35440"/>
                      <a:gd name="connsiteX6" fmla="*/ 44485 w 45500"/>
                      <a:gd name="connsiteY6" fmla="*/ 454 h 35440"/>
                      <a:gd name="connsiteX7" fmla="*/ 37880 w 45500"/>
                      <a:gd name="connsiteY7" fmla="*/ 1783 h 35440"/>
                      <a:gd name="connsiteX8" fmla="*/ 20458 w 45500"/>
                      <a:gd name="connsiteY8" fmla="*/ 10916 h 35440"/>
                      <a:gd name="connsiteX9" fmla="*/ 11902 w 45500"/>
                      <a:gd name="connsiteY9" fmla="*/ 14152 h 35440"/>
                      <a:gd name="connsiteX10" fmla="*/ 3213 w 45500"/>
                      <a:gd name="connsiteY10" fmla="*/ 20713 h 35440"/>
                      <a:gd name="connsiteX11" fmla="*/ 3346 w 45500"/>
                      <a:gd name="connsiteY11" fmla="*/ 34810 h 35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5500" h="35440">
                        <a:moveTo>
                          <a:pt x="3346" y="34810"/>
                        </a:moveTo>
                        <a:cubicBezTo>
                          <a:pt x="6361" y="35830"/>
                          <a:pt x="7735" y="35564"/>
                          <a:pt x="11281" y="34367"/>
                        </a:cubicBezTo>
                        <a:cubicBezTo>
                          <a:pt x="14651" y="33258"/>
                          <a:pt x="17754" y="32283"/>
                          <a:pt x="20857" y="30953"/>
                        </a:cubicBezTo>
                        <a:cubicBezTo>
                          <a:pt x="22408" y="30288"/>
                          <a:pt x="24004" y="29535"/>
                          <a:pt x="25600" y="28604"/>
                        </a:cubicBezTo>
                        <a:cubicBezTo>
                          <a:pt x="27418" y="27495"/>
                          <a:pt x="29457" y="25855"/>
                          <a:pt x="31230" y="24215"/>
                        </a:cubicBezTo>
                        <a:cubicBezTo>
                          <a:pt x="37392" y="18319"/>
                          <a:pt x="40717" y="13310"/>
                          <a:pt x="43155" y="9231"/>
                        </a:cubicBezTo>
                        <a:cubicBezTo>
                          <a:pt x="44840" y="6128"/>
                          <a:pt x="46702" y="2448"/>
                          <a:pt x="44485" y="454"/>
                        </a:cubicBezTo>
                        <a:cubicBezTo>
                          <a:pt x="43022" y="-788"/>
                          <a:pt x="40318" y="808"/>
                          <a:pt x="37880" y="1783"/>
                        </a:cubicBezTo>
                        <a:cubicBezTo>
                          <a:pt x="32028" y="4044"/>
                          <a:pt x="26842" y="8034"/>
                          <a:pt x="20458" y="10916"/>
                        </a:cubicBezTo>
                        <a:cubicBezTo>
                          <a:pt x="17754" y="12113"/>
                          <a:pt x="14695" y="13088"/>
                          <a:pt x="11902" y="14152"/>
                        </a:cubicBezTo>
                        <a:cubicBezTo>
                          <a:pt x="8843" y="15437"/>
                          <a:pt x="5740" y="17432"/>
                          <a:pt x="3213" y="20713"/>
                        </a:cubicBezTo>
                        <a:cubicBezTo>
                          <a:pt x="-1353" y="26742"/>
                          <a:pt x="-821" y="33524"/>
                          <a:pt x="3346" y="3481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43" name="Forme libre : forme 22542">
                    <a:extLst>
                      <a:ext uri="{FF2B5EF4-FFF2-40B4-BE49-F238E27FC236}">
                        <a16:creationId xmlns:a16="http://schemas.microsoft.com/office/drawing/2014/main" id="{A6380147-E966-45A7-B92F-BAD994797561}"/>
                      </a:ext>
                    </a:extLst>
                  </p:cNvPr>
                  <p:cNvSpPr/>
                  <p:nvPr/>
                </p:nvSpPr>
                <p:spPr>
                  <a:xfrm>
                    <a:off x="7371267" y="1023169"/>
                    <a:ext cx="10481" cy="15562"/>
                  </a:xfrm>
                  <a:custGeom>
                    <a:avLst/>
                    <a:gdLst>
                      <a:gd name="connsiteX0" fmla="*/ 400 w 10481"/>
                      <a:gd name="connsiteY0" fmla="*/ 13155 h 15562"/>
                      <a:gd name="connsiteX1" fmla="*/ 90 w 10481"/>
                      <a:gd name="connsiteY1" fmla="*/ 15239 h 15562"/>
                      <a:gd name="connsiteX2" fmla="*/ 1863 w 10481"/>
                      <a:gd name="connsiteY2" fmla="*/ 15017 h 15562"/>
                      <a:gd name="connsiteX3" fmla="*/ 4212 w 10481"/>
                      <a:gd name="connsiteY3" fmla="*/ 12623 h 15562"/>
                      <a:gd name="connsiteX4" fmla="*/ 9000 w 10481"/>
                      <a:gd name="connsiteY4" fmla="*/ 6151 h 15562"/>
                      <a:gd name="connsiteX5" fmla="*/ 10241 w 10481"/>
                      <a:gd name="connsiteY5" fmla="*/ 3580 h 15562"/>
                      <a:gd name="connsiteX6" fmla="*/ 6163 w 10481"/>
                      <a:gd name="connsiteY6" fmla="*/ 2294 h 15562"/>
                      <a:gd name="connsiteX7" fmla="*/ 400 w 10481"/>
                      <a:gd name="connsiteY7" fmla="*/ 13155 h 15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81" h="15562">
                        <a:moveTo>
                          <a:pt x="400" y="13155"/>
                        </a:moveTo>
                        <a:cubicBezTo>
                          <a:pt x="90" y="14042"/>
                          <a:pt x="-132" y="14662"/>
                          <a:pt x="90" y="15239"/>
                        </a:cubicBezTo>
                        <a:cubicBezTo>
                          <a:pt x="311" y="15815"/>
                          <a:pt x="1065" y="15549"/>
                          <a:pt x="1863" y="15017"/>
                        </a:cubicBezTo>
                        <a:cubicBezTo>
                          <a:pt x="2617" y="14485"/>
                          <a:pt x="3547" y="13421"/>
                          <a:pt x="4212" y="12623"/>
                        </a:cubicBezTo>
                        <a:cubicBezTo>
                          <a:pt x="5986" y="10495"/>
                          <a:pt x="7848" y="8234"/>
                          <a:pt x="9000" y="6151"/>
                        </a:cubicBezTo>
                        <a:cubicBezTo>
                          <a:pt x="9532" y="5264"/>
                          <a:pt x="10020" y="4422"/>
                          <a:pt x="10241" y="3580"/>
                        </a:cubicBezTo>
                        <a:cubicBezTo>
                          <a:pt x="11217" y="-100"/>
                          <a:pt x="9089" y="-1607"/>
                          <a:pt x="6163" y="2294"/>
                        </a:cubicBezTo>
                        <a:cubicBezTo>
                          <a:pt x="4212" y="4910"/>
                          <a:pt x="1641" y="9564"/>
                          <a:pt x="400" y="1315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44" name="Forme libre : forme 22543">
                    <a:extLst>
                      <a:ext uri="{FF2B5EF4-FFF2-40B4-BE49-F238E27FC236}">
                        <a16:creationId xmlns:a16="http://schemas.microsoft.com/office/drawing/2014/main" id="{D3B06054-4D7C-4CC3-9872-1A1FBF62A10A}"/>
                      </a:ext>
                    </a:extLst>
                  </p:cNvPr>
                  <p:cNvSpPr/>
                  <p:nvPr/>
                </p:nvSpPr>
                <p:spPr>
                  <a:xfrm>
                    <a:off x="7413117" y="1005293"/>
                    <a:ext cx="17732" cy="19594"/>
                  </a:xfrm>
                  <a:custGeom>
                    <a:avLst/>
                    <a:gdLst>
                      <a:gd name="connsiteX0" fmla="*/ 17732 w 17732"/>
                      <a:gd name="connsiteY0" fmla="*/ 0 h 19594"/>
                      <a:gd name="connsiteX1" fmla="*/ 14053 w 17732"/>
                      <a:gd name="connsiteY1" fmla="*/ 5054 h 19594"/>
                      <a:gd name="connsiteX2" fmla="*/ 8866 w 17732"/>
                      <a:gd name="connsiteY2" fmla="*/ 10107 h 19594"/>
                      <a:gd name="connsiteX3" fmla="*/ 0 w 17732"/>
                      <a:gd name="connsiteY3" fmla="*/ 19594 h 19594"/>
                      <a:gd name="connsiteX4" fmla="*/ 17732 w 17732"/>
                      <a:gd name="connsiteY4" fmla="*/ 0 h 19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32" h="19594">
                        <a:moveTo>
                          <a:pt x="17732" y="0"/>
                        </a:moveTo>
                        <a:cubicBezTo>
                          <a:pt x="16979" y="1773"/>
                          <a:pt x="15649" y="3458"/>
                          <a:pt x="14053" y="5054"/>
                        </a:cubicBezTo>
                        <a:cubicBezTo>
                          <a:pt x="12501" y="6871"/>
                          <a:pt x="10640" y="8334"/>
                          <a:pt x="8866" y="10107"/>
                        </a:cubicBezTo>
                        <a:cubicBezTo>
                          <a:pt x="5231" y="13388"/>
                          <a:pt x="1862" y="16934"/>
                          <a:pt x="0" y="19594"/>
                        </a:cubicBezTo>
                        <a:cubicBezTo>
                          <a:pt x="4034" y="13743"/>
                          <a:pt x="11349" y="5674"/>
                          <a:pt x="1773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45" name="Forme libre : forme 22544">
                    <a:extLst>
                      <a:ext uri="{FF2B5EF4-FFF2-40B4-BE49-F238E27FC236}">
                        <a16:creationId xmlns:a16="http://schemas.microsoft.com/office/drawing/2014/main" id="{D88FB77D-1C9F-45E6-B463-02ACE772E99F}"/>
                      </a:ext>
                    </a:extLst>
                  </p:cNvPr>
                  <p:cNvSpPr/>
                  <p:nvPr/>
                </p:nvSpPr>
                <p:spPr>
                  <a:xfrm>
                    <a:off x="7357304" y="1022227"/>
                    <a:ext cx="12811" cy="32095"/>
                  </a:xfrm>
                  <a:custGeom>
                    <a:avLst/>
                    <a:gdLst>
                      <a:gd name="connsiteX0" fmla="*/ 12811 w 12811"/>
                      <a:gd name="connsiteY0" fmla="*/ 0 h 32095"/>
                      <a:gd name="connsiteX1" fmla="*/ 11570 w 12811"/>
                      <a:gd name="connsiteY1" fmla="*/ 1596 h 32095"/>
                      <a:gd name="connsiteX2" fmla="*/ 10152 w 12811"/>
                      <a:gd name="connsiteY2" fmla="*/ 3502 h 32095"/>
                      <a:gd name="connsiteX3" fmla="*/ 7580 w 12811"/>
                      <a:gd name="connsiteY3" fmla="*/ 7448 h 32095"/>
                      <a:gd name="connsiteX4" fmla="*/ 3546 w 12811"/>
                      <a:gd name="connsiteY4" fmla="*/ 15693 h 32095"/>
                      <a:gd name="connsiteX5" fmla="*/ 0 w 12811"/>
                      <a:gd name="connsiteY5" fmla="*/ 32096 h 32095"/>
                      <a:gd name="connsiteX6" fmla="*/ 4256 w 12811"/>
                      <a:gd name="connsiteY6" fmla="*/ 15738 h 32095"/>
                      <a:gd name="connsiteX7" fmla="*/ 8556 w 12811"/>
                      <a:gd name="connsiteY7" fmla="*/ 7315 h 32095"/>
                      <a:gd name="connsiteX8" fmla="*/ 10861 w 12811"/>
                      <a:gd name="connsiteY8" fmla="*/ 3414 h 32095"/>
                      <a:gd name="connsiteX9" fmla="*/ 12811 w 12811"/>
                      <a:gd name="connsiteY9" fmla="*/ 0 h 32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811" h="32095">
                        <a:moveTo>
                          <a:pt x="12811" y="0"/>
                        </a:moveTo>
                        <a:lnTo>
                          <a:pt x="11570" y="1596"/>
                        </a:lnTo>
                        <a:lnTo>
                          <a:pt x="10152" y="3502"/>
                        </a:lnTo>
                        <a:cubicBezTo>
                          <a:pt x="9221" y="4788"/>
                          <a:pt x="8378" y="6073"/>
                          <a:pt x="7580" y="7448"/>
                        </a:cubicBezTo>
                        <a:cubicBezTo>
                          <a:pt x="5985" y="10107"/>
                          <a:pt x="4655" y="12945"/>
                          <a:pt x="3546" y="15693"/>
                        </a:cubicBezTo>
                        <a:cubicBezTo>
                          <a:pt x="1374" y="21368"/>
                          <a:pt x="222" y="26998"/>
                          <a:pt x="0" y="32096"/>
                        </a:cubicBezTo>
                        <a:cubicBezTo>
                          <a:pt x="0" y="27352"/>
                          <a:pt x="1729" y="21501"/>
                          <a:pt x="4256" y="15738"/>
                        </a:cubicBezTo>
                        <a:cubicBezTo>
                          <a:pt x="5541" y="12900"/>
                          <a:pt x="7004" y="10019"/>
                          <a:pt x="8556" y="7315"/>
                        </a:cubicBezTo>
                        <a:cubicBezTo>
                          <a:pt x="9309" y="5940"/>
                          <a:pt x="10107" y="4655"/>
                          <a:pt x="10861" y="3414"/>
                        </a:cubicBezTo>
                        <a:cubicBezTo>
                          <a:pt x="11526" y="2172"/>
                          <a:pt x="12501" y="754"/>
                          <a:pt x="1281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46" name="Forme libre : forme 22545">
                    <a:extLst>
                      <a:ext uri="{FF2B5EF4-FFF2-40B4-BE49-F238E27FC236}">
                        <a16:creationId xmlns:a16="http://schemas.microsoft.com/office/drawing/2014/main" id="{C1A78F3F-0616-4EA3-844C-811CE1D7107B}"/>
                      </a:ext>
                    </a:extLst>
                  </p:cNvPr>
                  <p:cNvSpPr/>
                  <p:nvPr/>
                </p:nvSpPr>
                <p:spPr>
                  <a:xfrm>
                    <a:off x="7391097" y="1008636"/>
                    <a:ext cx="14219" cy="10511"/>
                  </a:xfrm>
                  <a:custGeom>
                    <a:avLst/>
                    <a:gdLst>
                      <a:gd name="connsiteX0" fmla="*/ 14218 w 14219"/>
                      <a:gd name="connsiteY0" fmla="*/ 735 h 10511"/>
                      <a:gd name="connsiteX1" fmla="*/ 6726 w 14219"/>
                      <a:gd name="connsiteY1" fmla="*/ 7119 h 10511"/>
                      <a:gd name="connsiteX2" fmla="*/ 32 w 14219"/>
                      <a:gd name="connsiteY2" fmla="*/ 9911 h 10511"/>
                      <a:gd name="connsiteX3" fmla="*/ 6593 w 14219"/>
                      <a:gd name="connsiteY3" fmla="*/ 2774 h 10511"/>
                      <a:gd name="connsiteX4" fmla="*/ 14218 w 14219"/>
                      <a:gd name="connsiteY4" fmla="*/ 735 h 10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19" h="10511">
                        <a:moveTo>
                          <a:pt x="14218" y="735"/>
                        </a:moveTo>
                        <a:cubicBezTo>
                          <a:pt x="13996" y="2553"/>
                          <a:pt x="8322" y="5789"/>
                          <a:pt x="6726" y="7119"/>
                        </a:cubicBezTo>
                        <a:cubicBezTo>
                          <a:pt x="4997" y="8227"/>
                          <a:pt x="475" y="11951"/>
                          <a:pt x="32" y="9911"/>
                        </a:cubicBezTo>
                        <a:cubicBezTo>
                          <a:pt x="-456" y="7784"/>
                          <a:pt x="4775" y="3749"/>
                          <a:pt x="6593" y="2774"/>
                        </a:cubicBezTo>
                        <a:cubicBezTo>
                          <a:pt x="8277" y="1533"/>
                          <a:pt x="14351" y="-1349"/>
                          <a:pt x="14218" y="73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47" name="Forme libre : forme 22546">
                    <a:extLst>
                      <a:ext uri="{FF2B5EF4-FFF2-40B4-BE49-F238E27FC236}">
                        <a16:creationId xmlns:a16="http://schemas.microsoft.com/office/drawing/2014/main" id="{7EF62316-0675-48CE-95B7-C50FA227E3BC}"/>
                      </a:ext>
                    </a:extLst>
                  </p:cNvPr>
                  <p:cNvSpPr/>
                  <p:nvPr/>
                </p:nvSpPr>
                <p:spPr>
                  <a:xfrm>
                    <a:off x="7403117" y="1007503"/>
                    <a:ext cx="4369" cy="2757"/>
                  </a:xfrm>
                  <a:custGeom>
                    <a:avLst/>
                    <a:gdLst>
                      <a:gd name="connsiteX0" fmla="*/ 4281 w 4369"/>
                      <a:gd name="connsiteY0" fmla="*/ 184 h 2757"/>
                      <a:gd name="connsiteX1" fmla="*/ 2729 w 4369"/>
                      <a:gd name="connsiteY1" fmla="*/ 1913 h 2757"/>
                      <a:gd name="connsiteX2" fmla="*/ 114 w 4369"/>
                      <a:gd name="connsiteY2" fmla="*/ 2622 h 2757"/>
                      <a:gd name="connsiteX3" fmla="*/ 1532 w 4369"/>
                      <a:gd name="connsiteY3" fmla="*/ 804 h 2757"/>
                      <a:gd name="connsiteX4" fmla="*/ 4281 w 4369"/>
                      <a:gd name="connsiteY4" fmla="*/ 184 h 2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69" h="2757">
                        <a:moveTo>
                          <a:pt x="4281" y="184"/>
                        </a:moveTo>
                        <a:cubicBezTo>
                          <a:pt x="4724" y="671"/>
                          <a:pt x="3394" y="1514"/>
                          <a:pt x="2729" y="1913"/>
                        </a:cubicBezTo>
                        <a:cubicBezTo>
                          <a:pt x="2020" y="2311"/>
                          <a:pt x="601" y="3065"/>
                          <a:pt x="114" y="2622"/>
                        </a:cubicBezTo>
                        <a:cubicBezTo>
                          <a:pt x="-374" y="2178"/>
                          <a:pt x="823" y="1203"/>
                          <a:pt x="1532" y="804"/>
                        </a:cubicBezTo>
                        <a:cubicBezTo>
                          <a:pt x="2241" y="405"/>
                          <a:pt x="3793" y="-348"/>
                          <a:pt x="4281" y="1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48" name="Forme libre : forme 22547">
                    <a:extLst>
                      <a:ext uri="{FF2B5EF4-FFF2-40B4-BE49-F238E27FC236}">
                        <a16:creationId xmlns:a16="http://schemas.microsoft.com/office/drawing/2014/main" id="{D65847B7-85A6-44D3-A473-245ACB9B2437}"/>
                      </a:ext>
                    </a:extLst>
                  </p:cNvPr>
                  <p:cNvSpPr/>
                  <p:nvPr/>
                </p:nvSpPr>
                <p:spPr>
                  <a:xfrm>
                    <a:off x="7383766" y="995818"/>
                    <a:ext cx="44893" cy="17068"/>
                  </a:xfrm>
                  <a:custGeom>
                    <a:avLst/>
                    <a:gdLst>
                      <a:gd name="connsiteX0" fmla="*/ 32587 w 44893"/>
                      <a:gd name="connsiteY0" fmla="*/ 1184 h 17068"/>
                      <a:gd name="connsiteX1" fmla="*/ 39414 w 44893"/>
                      <a:gd name="connsiteY1" fmla="*/ 2647 h 17068"/>
                      <a:gd name="connsiteX2" fmla="*/ 44512 w 44893"/>
                      <a:gd name="connsiteY2" fmla="*/ 5618 h 17068"/>
                      <a:gd name="connsiteX3" fmla="*/ 42118 w 44893"/>
                      <a:gd name="connsiteY3" fmla="*/ 8676 h 17068"/>
                      <a:gd name="connsiteX4" fmla="*/ 37021 w 44893"/>
                      <a:gd name="connsiteY4" fmla="*/ 8144 h 17068"/>
                      <a:gd name="connsiteX5" fmla="*/ 20574 w 44893"/>
                      <a:gd name="connsiteY5" fmla="*/ 8100 h 17068"/>
                      <a:gd name="connsiteX6" fmla="*/ 8471 w 44893"/>
                      <a:gd name="connsiteY6" fmla="*/ 13597 h 17068"/>
                      <a:gd name="connsiteX7" fmla="*/ 4 w 44893"/>
                      <a:gd name="connsiteY7" fmla="*/ 15947 h 17068"/>
                      <a:gd name="connsiteX8" fmla="*/ 7629 w 44893"/>
                      <a:gd name="connsiteY8" fmla="*/ 6061 h 17068"/>
                      <a:gd name="connsiteX9" fmla="*/ 20396 w 44893"/>
                      <a:gd name="connsiteY9" fmla="*/ 298 h 17068"/>
                      <a:gd name="connsiteX10" fmla="*/ 32587 w 44893"/>
                      <a:gd name="connsiteY10" fmla="*/ 1184 h 170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4893" h="17068">
                        <a:moveTo>
                          <a:pt x="32587" y="1184"/>
                        </a:moveTo>
                        <a:cubicBezTo>
                          <a:pt x="35203" y="1451"/>
                          <a:pt x="37464" y="1982"/>
                          <a:pt x="39414" y="2647"/>
                        </a:cubicBezTo>
                        <a:cubicBezTo>
                          <a:pt x="41365" y="3268"/>
                          <a:pt x="43005" y="4199"/>
                          <a:pt x="44512" y="5618"/>
                        </a:cubicBezTo>
                        <a:cubicBezTo>
                          <a:pt x="45621" y="6682"/>
                          <a:pt x="44158" y="8277"/>
                          <a:pt x="42118" y="8676"/>
                        </a:cubicBezTo>
                        <a:cubicBezTo>
                          <a:pt x="40079" y="9164"/>
                          <a:pt x="38616" y="8632"/>
                          <a:pt x="37021" y="8144"/>
                        </a:cubicBezTo>
                        <a:cubicBezTo>
                          <a:pt x="32100" y="6948"/>
                          <a:pt x="26691" y="6815"/>
                          <a:pt x="20574" y="8100"/>
                        </a:cubicBezTo>
                        <a:cubicBezTo>
                          <a:pt x="18712" y="8455"/>
                          <a:pt x="13082" y="10893"/>
                          <a:pt x="8471" y="13597"/>
                        </a:cubicBezTo>
                        <a:cubicBezTo>
                          <a:pt x="3861" y="16213"/>
                          <a:pt x="137" y="18518"/>
                          <a:pt x="4" y="15947"/>
                        </a:cubicBezTo>
                        <a:cubicBezTo>
                          <a:pt x="-129" y="13420"/>
                          <a:pt x="3063" y="9341"/>
                          <a:pt x="7629" y="6061"/>
                        </a:cubicBezTo>
                        <a:cubicBezTo>
                          <a:pt x="12151" y="2780"/>
                          <a:pt x="17648" y="786"/>
                          <a:pt x="20396" y="298"/>
                        </a:cubicBezTo>
                        <a:cubicBezTo>
                          <a:pt x="25982" y="-544"/>
                          <a:pt x="28553" y="608"/>
                          <a:pt x="32587" y="118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07" name="Graphique 2">
                  <a:extLst>
                    <a:ext uri="{FF2B5EF4-FFF2-40B4-BE49-F238E27FC236}">
                      <a16:creationId xmlns:a16="http://schemas.microsoft.com/office/drawing/2014/main" id="{28071CF1-07AA-43EA-A76C-AE6674A4E315}"/>
                    </a:ext>
                  </a:extLst>
                </p:cNvPr>
                <p:cNvGrpSpPr/>
                <p:nvPr/>
              </p:nvGrpSpPr>
              <p:grpSpPr>
                <a:xfrm>
                  <a:off x="7433132" y="988050"/>
                  <a:ext cx="91950" cy="47048"/>
                  <a:chOff x="7433132" y="988050"/>
                  <a:chExt cx="91950" cy="47048"/>
                </a:xfrm>
                <a:solidFill>
                  <a:schemeClr val="accent1"/>
                </a:solidFill>
              </p:grpSpPr>
              <p:sp>
                <p:nvSpPr>
                  <p:cNvPr id="22525" name="Forme libre : forme 22524">
                    <a:extLst>
                      <a:ext uri="{FF2B5EF4-FFF2-40B4-BE49-F238E27FC236}">
                        <a16:creationId xmlns:a16="http://schemas.microsoft.com/office/drawing/2014/main" id="{47A4A279-CC7F-4812-A951-E09649FB5B81}"/>
                      </a:ext>
                    </a:extLst>
                  </p:cNvPr>
                  <p:cNvSpPr/>
                  <p:nvPr/>
                </p:nvSpPr>
                <p:spPr>
                  <a:xfrm>
                    <a:off x="7433132" y="988050"/>
                    <a:ext cx="91950" cy="47048"/>
                  </a:xfrm>
                  <a:custGeom>
                    <a:avLst/>
                    <a:gdLst>
                      <a:gd name="connsiteX0" fmla="*/ 57032 w 91950"/>
                      <a:gd name="connsiteY0" fmla="*/ 43930 h 47048"/>
                      <a:gd name="connsiteX1" fmla="*/ 42669 w 91950"/>
                      <a:gd name="connsiteY1" fmla="*/ 39408 h 47048"/>
                      <a:gd name="connsiteX2" fmla="*/ 28172 w 91950"/>
                      <a:gd name="connsiteY2" fmla="*/ 34931 h 47048"/>
                      <a:gd name="connsiteX3" fmla="*/ 2062 w 91950"/>
                      <a:gd name="connsiteY3" fmla="*/ 18528 h 47048"/>
                      <a:gd name="connsiteX4" fmla="*/ 2194 w 91950"/>
                      <a:gd name="connsiteY4" fmla="*/ 8509 h 47048"/>
                      <a:gd name="connsiteX5" fmla="*/ 37393 w 91950"/>
                      <a:gd name="connsiteY5" fmla="*/ 1106 h 47048"/>
                      <a:gd name="connsiteX6" fmla="*/ 53131 w 91950"/>
                      <a:gd name="connsiteY6" fmla="*/ 5318 h 47048"/>
                      <a:gd name="connsiteX7" fmla="*/ 61155 w 91950"/>
                      <a:gd name="connsiteY7" fmla="*/ 8022 h 47048"/>
                      <a:gd name="connsiteX8" fmla="*/ 68381 w 91950"/>
                      <a:gd name="connsiteY8" fmla="*/ 10770 h 47048"/>
                      <a:gd name="connsiteX9" fmla="*/ 91787 w 91950"/>
                      <a:gd name="connsiteY9" fmla="*/ 37724 h 47048"/>
                      <a:gd name="connsiteX10" fmla="*/ 86778 w 91950"/>
                      <a:gd name="connsiteY10" fmla="*/ 46191 h 47048"/>
                      <a:gd name="connsiteX11" fmla="*/ 57032 w 91950"/>
                      <a:gd name="connsiteY11" fmla="*/ 43930 h 4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1950" h="47048">
                        <a:moveTo>
                          <a:pt x="57032" y="43930"/>
                        </a:moveTo>
                        <a:cubicBezTo>
                          <a:pt x="53574" y="42822"/>
                          <a:pt x="48121" y="41137"/>
                          <a:pt x="42669" y="39408"/>
                        </a:cubicBezTo>
                        <a:cubicBezTo>
                          <a:pt x="37216" y="37724"/>
                          <a:pt x="31763" y="36039"/>
                          <a:pt x="28172" y="34931"/>
                        </a:cubicBezTo>
                        <a:cubicBezTo>
                          <a:pt x="15317" y="31074"/>
                          <a:pt x="9775" y="25843"/>
                          <a:pt x="2062" y="18528"/>
                        </a:cubicBezTo>
                        <a:cubicBezTo>
                          <a:pt x="-598" y="16046"/>
                          <a:pt x="-820" y="10992"/>
                          <a:pt x="2194" y="8509"/>
                        </a:cubicBezTo>
                        <a:cubicBezTo>
                          <a:pt x="10795" y="1461"/>
                          <a:pt x="22099" y="-1908"/>
                          <a:pt x="37393" y="1106"/>
                        </a:cubicBezTo>
                        <a:cubicBezTo>
                          <a:pt x="41472" y="1904"/>
                          <a:pt x="47457" y="3500"/>
                          <a:pt x="53131" y="5318"/>
                        </a:cubicBezTo>
                        <a:cubicBezTo>
                          <a:pt x="55879" y="6249"/>
                          <a:pt x="58628" y="7180"/>
                          <a:pt x="61155" y="8022"/>
                        </a:cubicBezTo>
                        <a:cubicBezTo>
                          <a:pt x="63859" y="9041"/>
                          <a:pt x="66342" y="10017"/>
                          <a:pt x="68381" y="10770"/>
                        </a:cubicBezTo>
                        <a:cubicBezTo>
                          <a:pt x="83364" y="17243"/>
                          <a:pt x="89393" y="27084"/>
                          <a:pt x="91787" y="37724"/>
                        </a:cubicBezTo>
                        <a:cubicBezTo>
                          <a:pt x="92630" y="41536"/>
                          <a:pt x="90103" y="45792"/>
                          <a:pt x="86778" y="46191"/>
                        </a:cubicBezTo>
                        <a:cubicBezTo>
                          <a:pt x="76936" y="47476"/>
                          <a:pt x="69046" y="47742"/>
                          <a:pt x="57032" y="4393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26" name="Forme libre : forme 22525">
                    <a:extLst>
                      <a:ext uri="{FF2B5EF4-FFF2-40B4-BE49-F238E27FC236}">
                        <a16:creationId xmlns:a16="http://schemas.microsoft.com/office/drawing/2014/main" id="{BB783B3E-0B56-403F-A49C-9DF5E2717B59}"/>
                      </a:ext>
                    </a:extLst>
                  </p:cNvPr>
                  <p:cNvSpPr/>
                  <p:nvPr/>
                </p:nvSpPr>
                <p:spPr>
                  <a:xfrm>
                    <a:off x="7433243" y="1002500"/>
                    <a:ext cx="86888" cy="32406"/>
                  </a:xfrm>
                  <a:custGeom>
                    <a:avLst/>
                    <a:gdLst>
                      <a:gd name="connsiteX0" fmla="*/ 35775 w 86888"/>
                      <a:gd name="connsiteY0" fmla="*/ 9487 h 32406"/>
                      <a:gd name="connsiteX1" fmla="*/ 0 w 86888"/>
                      <a:gd name="connsiteY1" fmla="*/ 0 h 32406"/>
                      <a:gd name="connsiteX2" fmla="*/ 1951 w 86888"/>
                      <a:gd name="connsiteY2" fmla="*/ 3990 h 32406"/>
                      <a:gd name="connsiteX3" fmla="*/ 5807 w 86888"/>
                      <a:gd name="connsiteY3" fmla="*/ 7581 h 32406"/>
                      <a:gd name="connsiteX4" fmla="*/ 17511 w 86888"/>
                      <a:gd name="connsiteY4" fmla="*/ 16136 h 32406"/>
                      <a:gd name="connsiteX5" fmla="*/ 28061 w 86888"/>
                      <a:gd name="connsiteY5" fmla="*/ 20392 h 32406"/>
                      <a:gd name="connsiteX6" fmla="*/ 32628 w 86888"/>
                      <a:gd name="connsiteY6" fmla="*/ 21767 h 32406"/>
                      <a:gd name="connsiteX7" fmla="*/ 44109 w 86888"/>
                      <a:gd name="connsiteY7" fmla="*/ 25313 h 32406"/>
                      <a:gd name="connsiteX8" fmla="*/ 54926 w 86888"/>
                      <a:gd name="connsiteY8" fmla="*/ 28726 h 32406"/>
                      <a:gd name="connsiteX9" fmla="*/ 56965 w 86888"/>
                      <a:gd name="connsiteY9" fmla="*/ 29347 h 32406"/>
                      <a:gd name="connsiteX10" fmla="*/ 68447 w 86888"/>
                      <a:gd name="connsiteY10" fmla="*/ 32007 h 32406"/>
                      <a:gd name="connsiteX11" fmla="*/ 82145 w 86888"/>
                      <a:gd name="connsiteY11" fmla="*/ 32140 h 32406"/>
                      <a:gd name="connsiteX12" fmla="*/ 86711 w 86888"/>
                      <a:gd name="connsiteY12" fmla="*/ 31608 h 32406"/>
                      <a:gd name="connsiteX13" fmla="*/ 86889 w 86888"/>
                      <a:gd name="connsiteY13" fmla="*/ 31564 h 32406"/>
                      <a:gd name="connsiteX14" fmla="*/ 35775 w 86888"/>
                      <a:gd name="connsiteY14" fmla="*/ 9487 h 32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6888" h="32406">
                        <a:moveTo>
                          <a:pt x="35775" y="9487"/>
                        </a:moveTo>
                        <a:cubicBezTo>
                          <a:pt x="23096" y="6738"/>
                          <a:pt x="10373" y="4477"/>
                          <a:pt x="0" y="0"/>
                        </a:cubicBezTo>
                        <a:cubicBezTo>
                          <a:pt x="222" y="1552"/>
                          <a:pt x="886" y="2970"/>
                          <a:pt x="1951" y="3990"/>
                        </a:cubicBezTo>
                        <a:cubicBezTo>
                          <a:pt x="3280" y="5231"/>
                          <a:pt x="4566" y="6428"/>
                          <a:pt x="5807" y="7581"/>
                        </a:cubicBezTo>
                        <a:cubicBezTo>
                          <a:pt x="9443" y="10817"/>
                          <a:pt x="12989" y="13831"/>
                          <a:pt x="17511" y="16136"/>
                        </a:cubicBezTo>
                        <a:cubicBezTo>
                          <a:pt x="20481" y="17732"/>
                          <a:pt x="23850" y="19062"/>
                          <a:pt x="28061" y="20392"/>
                        </a:cubicBezTo>
                        <a:cubicBezTo>
                          <a:pt x="29347" y="20791"/>
                          <a:pt x="30899" y="21235"/>
                          <a:pt x="32628" y="21767"/>
                        </a:cubicBezTo>
                        <a:cubicBezTo>
                          <a:pt x="36085" y="22830"/>
                          <a:pt x="40164" y="24072"/>
                          <a:pt x="44109" y="25313"/>
                        </a:cubicBezTo>
                        <a:cubicBezTo>
                          <a:pt x="48055" y="26554"/>
                          <a:pt x="51911" y="27796"/>
                          <a:pt x="54926" y="28726"/>
                        </a:cubicBezTo>
                        <a:cubicBezTo>
                          <a:pt x="55680" y="28948"/>
                          <a:pt x="56344" y="29170"/>
                          <a:pt x="56965" y="29347"/>
                        </a:cubicBezTo>
                        <a:cubicBezTo>
                          <a:pt x="61265" y="30677"/>
                          <a:pt x="64989" y="31519"/>
                          <a:pt x="68447" y="32007"/>
                        </a:cubicBezTo>
                        <a:cubicBezTo>
                          <a:pt x="73190" y="32628"/>
                          <a:pt x="77623" y="32406"/>
                          <a:pt x="82145" y="32140"/>
                        </a:cubicBezTo>
                        <a:cubicBezTo>
                          <a:pt x="83608" y="31963"/>
                          <a:pt x="85115" y="31785"/>
                          <a:pt x="86711" y="31608"/>
                        </a:cubicBezTo>
                        <a:lnTo>
                          <a:pt x="86889" y="31564"/>
                        </a:lnTo>
                        <a:cubicBezTo>
                          <a:pt x="72924" y="19772"/>
                          <a:pt x="53773" y="13698"/>
                          <a:pt x="35775" y="948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27" name="Forme libre : forme 22526">
                    <a:extLst>
                      <a:ext uri="{FF2B5EF4-FFF2-40B4-BE49-F238E27FC236}">
                        <a16:creationId xmlns:a16="http://schemas.microsoft.com/office/drawing/2014/main" id="{1257342E-01DA-458A-9F8C-6E8B05C55CF3}"/>
                      </a:ext>
                    </a:extLst>
                  </p:cNvPr>
                  <p:cNvSpPr/>
                  <p:nvPr/>
                </p:nvSpPr>
                <p:spPr>
                  <a:xfrm>
                    <a:off x="7466269" y="1004058"/>
                    <a:ext cx="42086" cy="19102"/>
                  </a:xfrm>
                  <a:custGeom>
                    <a:avLst/>
                    <a:gdLst>
                      <a:gd name="connsiteX0" fmla="*/ 41893 w 42086"/>
                      <a:gd name="connsiteY0" fmla="*/ 17726 h 19102"/>
                      <a:gd name="connsiteX1" fmla="*/ 31652 w 42086"/>
                      <a:gd name="connsiteY1" fmla="*/ 18081 h 19102"/>
                      <a:gd name="connsiteX2" fmla="*/ 18664 w 42086"/>
                      <a:gd name="connsiteY2" fmla="*/ 14534 h 19102"/>
                      <a:gd name="connsiteX3" fmla="*/ 44 w 42086"/>
                      <a:gd name="connsiteY3" fmla="*/ 2521 h 19102"/>
                      <a:gd name="connsiteX4" fmla="*/ 22121 w 42086"/>
                      <a:gd name="connsiteY4" fmla="*/ 3540 h 19102"/>
                      <a:gd name="connsiteX5" fmla="*/ 34933 w 42086"/>
                      <a:gd name="connsiteY5" fmla="*/ 9481 h 19102"/>
                      <a:gd name="connsiteX6" fmla="*/ 41893 w 42086"/>
                      <a:gd name="connsiteY6" fmla="*/ 17726 h 19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086" h="19102">
                        <a:moveTo>
                          <a:pt x="41893" y="17726"/>
                        </a:moveTo>
                        <a:cubicBezTo>
                          <a:pt x="40873" y="19810"/>
                          <a:pt x="36440" y="19189"/>
                          <a:pt x="31652" y="18081"/>
                        </a:cubicBezTo>
                        <a:cubicBezTo>
                          <a:pt x="26821" y="16928"/>
                          <a:pt x="21456" y="15465"/>
                          <a:pt x="18664" y="14534"/>
                        </a:cubicBezTo>
                        <a:cubicBezTo>
                          <a:pt x="13033" y="12584"/>
                          <a:pt x="-886" y="7353"/>
                          <a:pt x="44" y="2521"/>
                        </a:cubicBezTo>
                        <a:cubicBezTo>
                          <a:pt x="1064" y="-2710"/>
                          <a:pt x="17023" y="1501"/>
                          <a:pt x="22121" y="3540"/>
                        </a:cubicBezTo>
                        <a:cubicBezTo>
                          <a:pt x="24692" y="4516"/>
                          <a:pt x="30411" y="6599"/>
                          <a:pt x="34933" y="9481"/>
                        </a:cubicBezTo>
                        <a:cubicBezTo>
                          <a:pt x="39499" y="12229"/>
                          <a:pt x="42957" y="15598"/>
                          <a:pt x="41893" y="1772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28" name="Forme libre : forme 22527">
                    <a:extLst>
                      <a:ext uri="{FF2B5EF4-FFF2-40B4-BE49-F238E27FC236}">
                        <a16:creationId xmlns:a16="http://schemas.microsoft.com/office/drawing/2014/main" id="{5DAB9A31-9A3D-4823-840D-40DD2FB8FF65}"/>
                      </a:ext>
                    </a:extLst>
                  </p:cNvPr>
                  <p:cNvSpPr/>
                  <p:nvPr/>
                </p:nvSpPr>
                <p:spPr>
                  <a:xfrm>
                    <a:off x="7466083" y="1004254"/>
                    <a:ext cx="27981" cy="16820"/>
                  </a:xfrm>
                  <a:custGeom>
                    <a:avLst/>
                    <a:gdLst>
                      <a:gd name="connsiteX0" fmla="*/ 10560 w 27981"/>
                      <a:gd name="connsiteY0" fmla="*/ 329 h 16820"/>
                      <a:gd name="connsiteX1" fmla="*/ 9 w 27981"/>
                      <a:gd name="connsiteY1" fmla="*/ 2280 h 16820"/>
                      <a:gd name="connsiteX2" fmla="*/ 19071 w 27981"/>
                      <a:gd name="connsiteY2" fmla="*/ 14471 h 16820"/>
                      <a:gd name="connsiteX3" fmla="*/ 27982 w 27981"/>
                      <a:gd name="connsiteY3" fmla="*/ 16821 h 16820"/>
                      <a:gd name="connsiteX4" fmla="*/ 23460 w 27981"/>
                      <a:gd name="connsiteY4" fmla="*/ 14870 h 16820"/>
                      <a:gd name="connsiteX5" fmla="*/ 10560 w 27981"/>
                      <a:gd name="connsiteY5" fmla="*/ 329 h 16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81" h="16820">
                        <a:moveTo>
                          <a:pt x="10560" y="329"/>
                        </a:moveTo>
                        <a:cubicBezTo>
                          <a:pt x="7590" y="285"/>
                          <a:pt x="-301" y="-1133"/>
                          <a:pt x="9" y="2280"/>
                        </a:cubicBezTo>
                        <a:cubicBezTo>
                          <a:pt x="496" y="7555"/>
                          <a:pt x="12023" y="11944"/>
                          <a:pt x="19071" y="14471"/>
                        </a:cubicBezTo>
                        <a:cubicBezTo>
                          <a:pt x="21110" y="15180"/>
                          <a:pt x="25632" y="16333"/>
                          <a:pt x="27982" y="16821"/>
                        </a:cubicBezTo>
                        <a:cubicBezTo>
                          <a:pt x="26741" y="16244"/>
                          <a:pt x="24568" y="15579"/>
                          <a:pt x="23460" y="14870"/>
                        </a:cubicBezTo>
                        <a:cubicBezTo>
                          <a:pt x="17121" y="10792"/>
                          <a:pt x="9407" y="5782"/>
                          <a:pt x="10560" y="32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29" name="Forme libre : forme 22528">
                    <a:extLst>
                      <a:ext uri="{FF2B5EF4-FFF2-40B4-BE49-F238E27FC236}">
                        <a16:creationId xmlns:a16="http://schemas.microsoft.com/office/drawing/2014/main" id="{3E2A56CF-088F-4932-9E38-CEB3ED23FF9C}"/>
                      </a:ext>
                    </a:extLst>
                  </p:cNvPr>
                  <p:cNvSpPr/>
                  <p:nvPr/>
                </p:nvSpPr>
                <p:spPr>
                  <a:xfrm>
                    <a:off x="7468236" y="1005909"/>
                    <a:ext cx="41953" cy="19101"/>
                  </a:xfrm>
                  <a:custGeom>
                    <a:avLst/>
                    <a:gdLst>
                      <a:gd name="connsiteX0" fmla="*/ 41478 w 41953"/>
                      <a:gd name="connsiteY0" fmla="*/ 18091 h 19101"/>
                      <a:gd name="connsiteX1" fmla="*/ 37266 w 41953"/>
                      <a:gd name="connsiteY1" fmla="*/ 19066 h 19101"/>
                      <a:gd name="connsiteX2" fmla="*/ 30883 w 41953"/>
                      <a:gd name="connsiteY2" fmla="*/ 18047 h 19101"/>
                      <a:gd name="connsiteX3" fmla="*/ 23923 w 41953"/>
                      <a:gd name="connsiteY3" fmla="*/ 16274 h 19101"/>
                      <a:gd name="connsiteX4" fmla="*/ 18248 w 41953"/>
                      <a:gd name="connsiteY4" fmla="*/ 14678 h 19101"/>
                      <a:gd name="connsiteX5" fmla="*/ 28 w 41953"/>
                      <a:gd name="connsiteY5" fmla="*/ 2487 h 19101"/>
                      <a:gd name="connsiteX6" fmla="*/ 9471 w 41953"/>
                      <a:gd name="connsiteY6" fmla="*/ 359 h 19101"/>
                      <a:gd name="connsiteX7" fmla="*/ 21883 w 41953"/>
                      <a:gd name="connsiteY7" fmla="*/ 3684 h 19101"/>
                      <a:gd name="connsiteX8" fmla="*/ 35094 w 41953"/>
                      <a:gd name="connsiteY8" fmla="*/ 9846 h 19101"/>
                      <a:gd name="connsiteX9" fmla="*/ 41478 w 41953"/>
                      <a:gd name="connsiteY9" fmla="*/ 18091 h 19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1953" h="19101">
                        <a:moveTo>
                          <a:pt x="41478" y="18091"/>
                        </a:moveTo>
                        <a:cubicBezTo>
                          <a:pt x="40591" y="18978"/>
                          <a:pt x="39084" y="19199"/>
                          <a:pt x="37266" y="19066"/>
                        </a:cubicBezTo>
                        <a:cubicBezTo>
                          <a:pt x="35360" y="19022"/>
                          <a:pt x="33144" y="18579"/>
                          <a:pt x="30883" y="18047"/>
                        </a:cubicBezTo>
                        <a:cubicBezTo>
                          <a:pt x="28533" y="17603"/>
                          <a:pt x="26139" y="16894"/>
                          <a:pt x="23923" y="16274"/>
                        </a:cubicBezTo>
                        <a:cubicBezTo>
                          <a:pt x="21706" y="15697"/>
                          <a:pt x="19711" y="15121"/>
                          <a:pt x="18248" y="14678"/>
                        </a:cubicBezTo>
                        <a:cubicBezTo>
                          <a:pt x="12131" y="12727"/>
                          <a:pt x="-681" y="7585"/>
                          <a:pt x="28" y="2487"/>
                        </a:cubicBezTo>
                        <a:cubicBezTo>
                          <a:pt x="383" y="-85"/>
                          <a:pt x="4683" y="-395"/>
                          <a:pt x="9471" y="359"/>
                        </a:cubicBezTo>
                        <a:cubicBezTo>
                          <a:pt x="14259" y="1112"/>
                          <a:pt x="19445" y="2797"/>
                          <a:pt x="21883" y="3684"/>
                        </a:cubicBezTo>
                        <a:cubicBezTo>
                          <a:pt x="24366" y="4526"/>
                          <a:pt x="30351" y="6875"/>
                          <a:pt x="35094" y="9846"/>
                        </a:cubicBezTo>
                        <a:cubicBezTo>
                          <a:pt x="39838" y="12816"/>
                          <a:pt x="43251" y="16318"/>
                          <a:pt x="41478" y="1809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30" name="Forme libre : forme 22529">
                    <a:extLst>
                      <a:ext uri="{FF2B5EF4-FFF2-40B4-BE49-F238E27FC236}">
                        <a16:creationId xmlns:a16="http://schemas.microsoft.com/office/drawing/2014/main" id="{838AEBD2-C516-4A9E-84AB-8CC3603AA692}"/>
                      </a:ext>
                    </a:extLst>
                  </p:cNvPr>
                  <p:cNvSpPr/>
                  <p:nvPr/>
                </p:nvSpPr>
                <p:spPr>
                  <a:xfrm>
                    <a:off x="7445661" y="995332"/>
                    <a:ext cx="50887" cy="31027"/>
                  </a:xfrm>
                  <a:custGeom>
                    <a:avLst/>
                    <a:gdLst>
                      <a:gd name="connsiteX0" fmla="*/ 216 w 50887"/>
                      <a:gd name="connsiteY0" fmla="*/ 8010 h 31027"/>
                      <a:gd name="connsiteX1" fmla="*/ 5004 w 50887"/>
                      <a:gd name="connsiteY1" fmla="*/ 14261 h 31027"/>
                      <a:gd name="connsiteX2" fmla="*/ 21983 w 50887"/>
                      <a:gd name="connsiteY2" fmla="*/ 25742 h 31027"/>
                      <a:gd name="connsiteX3" fmla="*/ 32046 w 50887"/>
                      <a:gd name="connsiteY3" fmla="*/ 29333 h 31027"/>
                      <a:gd name="connsiteX4" fmla="*/ 37321 w 50887"/>
                      <a:gd name="connsiteY4" fmla="*/ 30486 h 31027"/>
                      <a:gd name="connsiteX5" fmla="*/ 41976 w 50887"/>
                      <a:gd name="connsiteY5" fmla="*/ 31018 h 31027"/>
                      <a:gd name="connsiteX6" fmla="*/ 50887 w 50887"/>
                      <a:gd name="connsiteY6" fmla="*/ 27560 h 31027"/>
                      <a:gd name="connsiteX7" fmla="*/ 45611 w 50887"/>
                      <a:gd name="connsiteY7" fmla="*/ 22683 h 31027"/>
                      <a:gd name="connsiteX8" fmla="*/ 29652 w 50887"/>
                      <a:gd name="connsiteY8" fmla="*/ 10581 h 31027"/>
                      <a:gd name="connsiteX9" fmla="*/ 11876 w 50887"/>
                      <a:gd name="connsiteY9" fmla="*/ 75 h 31027"/>
                      <a:gd name="connsiteX10" fmla="*/ 216 w 50887"/>
                      <a:gd name="connsiteY10" fmla="*/ 8010 h 31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887" h="31027">
                        <a:moveTo>
                          <a:pt x="216" y="8010"/>
                        </a:moveTo>
                        <a:cubicBezTo>
                          <a:pt x="1148" y="10980"/>
                          <a:pt x="2123" y="12000"/>
                          <a:pt x="5004" y="14261"/>
                        </a:cubicBezTo>
                        <a:cubicBezTo>
                          <a:pt x="10501" y="18605"/>
                          <a:pt x="14491" y="22373"/>
                          <a:pt x="21983" y="25742"/>
                        </a:cubicBezTo>
                        <a:cubicBezTo>
                          <a:pt x="25086" y="27161"/>
                          <a:pt x="28544" y="28358"/>
                          <a:pt x="32046" y="29333"/>
                        </a:cubicBezTo>
                        <a:cubicBezTo>
                          <a:pt x="33775" y="29776"/>
                          <a:pt x="35548" y="30175"/>
                          <a:pt x="37321" y="30486"/>
                        </a:cubicBezTo>
                        <a:cubicBezTo>
                          <a:pt x="39050" y="30796"/>
                          <a:pt x="40469" y="30929"/>
                          <a:pt x="41976" y="31018"/>
                        </a:cubicBezTo>
                        <a:cubicBezTo>
                          <a:pt x="46365" y="31106"/>
                          <a:pt x="50754" y="30619"/>
                          <a:pt x="50887" y="27560"/>
                        </a:cubicBezTo>
                        <a:cubicBezTo>
                          <a:pt x="50931" y="25698"/>
                          <a:pt x="47917" y="24235"/>
                          <a:pt x="45611" y="22683"/>
                        </a:cubicBezTo>
                        <a:cubicBezTo>
                          <a:pt x="40292" y="18782"/>
                          <a:pt x="34750" y="15457"/>
                          <a:pt x="29652" y="10581"/>
                        </a:cubicBezTo>
                        <a:cubicBezTo>
                          <a:pt x="25308" y="6503"/>
                          <a:pt x="20520" y="828"/>
                          <a:pt x="11876" y="75"/>
                        </a:cubicBezTo>
                        <a:cubicBezTo>
                          <a:pt x="4162" y="-635"/>
                          <a:pt x="-1158" y="3843"/>
                          <a:pt x="216" y="801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31" name="Forme libre : forme 22530">
                    <a:extLst>
                      <a:ext uri="{FF2B5EF4-FFF2-40B4-BE49-F238E27FC236}">
                        <a16:creationId xmlns:a16="http://schemas.microsoft.com/office/drawing/2014/main" id="{93BC9E36-A472-4799-84D0-7B6EE166A419}"/>
                      </a:ext>
                    </a:extLst>
                  </p:cNvPr>
                  <p:cNvSpPr/>
                  <p:nvPr/>
                </p:nvSpPr>
                <p:spPr>
                  <a:xfrm>
                    <a:off x="7457418" y="998073"/>
                    <a:ext cx="19108" cy="4837"/>
                  </a:xfrm>
                  <a:custGeom>
                    <a:avLst/>
                    <a:gdLst>
                      <a:gd name="connsiteX0" fmla="*/ 2069 w 19108"/>
                      <a:gd name="connsiteY0" fmla="*/ 792 h 4837"/>
                      <a:gd name="connsiteX1" fmla="*/ 119 w 19108"/>
                      <a:gd name="connsiteY1" fmla="*/ 1634 h 4837"/>
                      <a:gd name="connsiteX2" fmla="*/ 1271 w 19108"/>
                      <a:gd name="connsiteY2" fmla="*/ 2964 h 4837"/>
                      <a:gd name="connsiteX3" fmla="*/ 4596 w 19108"/>
                      <a:gd name="connsiteY3" fmla="*/ 3717 h 4837"/>
                      <a:gd name="connsiteX4" fmla="*/ 12930 w 19108"/>
                      <a:gd name="connsiteY4" fmla="*/ 4693 h 4837"/>
                      <a:gd name="connsiteX5" fmla="*/ 15989 w 19108"/>
                      <a:gd name="connsiteY5" fmla="*/ 4781 h 4837"/>
                      <a:gd name="connsiteX6" fmla="*/ 15280 w 19108"/>
                      <a:gd name="connsiteY6" fmla="*/ 526 h 4837"/>
                      <a:gd name="connsiteX7" fmla="*/ 2069 w 19108"/>
                      <a:gd name="connsiteY7" fmla="*/ 792 h 4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108" h="4837">
                        <a:moveTo>
                          <a:pt x="2069" y="792"/>
                        </a:moveTo>
                        <a:cubicBezTo>
                          <a:pt x="1138" y="969"/>
                          <a:pt x="473" y="1146"/>
                          <a:pt x="119" y="1634"/>
                        </a:cubicBezTo>
                        <a:cubicBezTo>
                          <a:pt x="-281" y="2121"/>
                          <a:pt x="385" y="2654"/>
                          <a:pt x="1271" y="2964"/>
                        </a:cubicBezTo>
                        <a:cubicBezTo>
                          <a:pt x="2158" y="3318"/>
                          <a:pt x="3532" y="3584"/>
                          <a:pt x="4596" y="3717"/>
                        </a:cubicBezTo>
                        <a:cubicBezTo>
                          <a:pt x="7345" y="4072"/>
                          <a:pt x="10270" y="4515"/>
                          <a:pt x="12930" y="4693"/>
                        </a:cubicBezTo>
                        <a:cubicBezTo>
                          <a:pt x="14039" y="4781"/>
                          <a:pt x="15058" y="4914"/>
                          <a:pt x="15989" y="4781"/>
                        </a:cubicBezTo>
                        <a:cubicBezTo>
                          <a:pt x="19890" y="4294"/>
                          <a:pt x="20644" y="1723"/>
                          <a:pt x="15280" y="526"/>
                        </a:cubicBezTo>
                        <a:cubicBezTo>
                          <a:pt x="11113" y="-405"/>
                          <a:pt x="5793" y="38"/>
                          <a:pt x="2069" y="79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32" name="Forme libre : forme 22531">
                    <a:extLst>
                      <a:ext uri="{FF2B5EF4-FFF2-40B4-BE49-F238E27FC236}">
                        <a16:creationId xmlns:a16="http://schemas.microsoft.com/office/drawing/2014/main" id="{71E35BAF-C67F-4031-9A33-670D1A8A5F17}"/>
                      </a:ext>
                    </a:extLst>
                  </p:cNvPr>
                  <p:cNvSpPr/>
                  <p:nvPr/>
                </p:nvSpPr>
                <p:spPr>
                  <a:xfrm>
                    <a:off x="7491405" y="1031581"/>
                    <a:ext cx="28371" cy="1793"/>
                  </a:xfrm>
                  <a:custGeom>
                    <a:avLst/>
                    <a:gdLst>
                      <a:gd name="connsiteX0" fmla="*/ 28372 w 28371"/>
                      <a:gd name="connsiteY0" fmla="*/ 798 h 1793"/>
                      <a:gd name="connsiteX1" fmla="*/ 22165 w 28371"/>
                      <a:gd name="connsiteY1" fmla="*/ 1773 h 1793"/>
                      <a:gd name="connsiteX2" fmla="*/ 14762 w 28371"/>
                      <a:gd name="connsiteY2" fmla="*/ 1419 h 1793"/>
                      <a:gd name="connsiteX3" fmla="*/ 0 w 28371"/>
                      <a:gd name="connsiteY3" fmla="*/ 0 h 1793"/>
                      <a:gd name="connsiteX4" fmla="*/ 28372 w 28371"/>
                      <a:gd name="connsiteY4" fmla="*/ 798 h 1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371" h="1793">
                        <a:moveTo>
                          <a:pt x="28372" y="798"/>
                        </a:moveTo>
                        <a:cubicBezTo>
                          <a:pt x="26599" y="1507"/>
                          <a:pt x="24426" y="1773"/>
                          <a:pt x="22165" y="1773"/>
                        </a:cubicBezTo>
                        <a:cubicBezTo>
                          <a:pt x="19816" y="1862"/>
                          <a:pt x="17333" y="1640"/>
                          <a:pt x="14762" y="1419"/>
                        </a:cubicBezTo>
                        <a:cubicBezTo>
                          <a:pt x="9620" y="975"/>
                          <a:pt x="4256" y="355"/>
                          <a:pt x="0" y="0"/>
                        </a:cubicBezTo>
                        <a:cubicBezTo>
                          <a:pt x="9088" y="709"/>
                          <a:pt x="19771" y="310"/>
                          <a:pt x="28372" y="7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33" name="Forme libre : forme 22532">
                    <a:extLst>
                      <a:ext uri="{FF2B5EF4-FFF2-40B4-BE49-F238E27FC236}">
                        <a16:creationId xmlns:a16="http://schemas.microsoft.com/office/drawing/2014/main" id="{840AB5B7-DE38-4F70-AF74-87043F51D2E7}"/>
                      </a:ext>
                    </a:extLst>
                  </p:cNvPr>
                  <p:cNvSpPr/>
                  <p:nvPr/>
                </p:nvSpPr>
                <p:spPr>
                  <a:xfrm>
                    <a:off x="7436036" y="989550"/>
                    <a:ext cx="35420" cy="7807"/>
                  </a:xfrm>
                  <a:custGeom>
                    <a:avLst/>
                    <a:gdLst>
                      <a:gd name="connsiteX0" fmla="*/ 35420 w 35420"/>
                      <a:gd name="connsiteY0" fmla="*/ 892 h 7807"/>
                      <a:gd name="connsiteX1" fmla="*/ 0 w 35420"/>
                      <a:gd name="connsiteY1" fmla="*/ 7808 h 7807"/>
                      <a:gd name="connsiteX2" fmla="*/ 35420 w 35420"/>
                      <a:gd name="connsiteY2" fmla="*/ 892 h 7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5420" h="7807">
                        <a:moveTo>
                          <a:pt x="35420" y="892"/>
                        </a:moveTo>
                        <a:cubicBezTo>
                          <a:pt x="21988" y="-1812"/>
                          <a:pt x="8467" y="1956"/>
                          <a:pt x="0" y="7808"/>
                        </a:cubicBezTo>
                        <a:cubicBezTo>
                          <a:pt x="7669" y="1779"/>
                          <a:pt x="23761" y="-83"/>
                          <a:pt x="35420" y="8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34" name="Forme libre : forme 22533">
                    <a:extLst>
                      <a:ext uri="{FF2B5EF4-FFF2-40B4-BE49-F238E27FC236}">
                        <a16:creationId xmlns:a16="http://schemas.microsoft.com/office/drawing/2014/main" id="{47DAA150-F1B0-437A-AB32-11AE71EB4D5E}"/>
                      </a:ext>
                    </a:extLst>
                  </p:cNvPr>
                  <p:cNvSpPr/>
                  <p:nvPr/>
                </p:nvSpPr>
                <p:spPr>
                  <a:xfrm>
                    <a:off x="7484337" y="1008329"/>
                    <a:ext cx="15400" cy="8035"/>
                  </a:xfrm>
                  <a:custGeom>
                    <a:avLst/>
                    <a:gdLst>
                      <a:gd name="connsiteX0" fmla="*/ 15092 w 15400"/>
                      <a:gd name="connsiteY0" fmla="*/ 7825 h 8035"/>
                      <a:gd name="connsiteX1" fmla="*/ 5694 w 15400"/>
                      <a:gd name="connsiteY1" fmla="*/ 5032 h 8035"/>
                      <a:gd name="connsiteX2" fmla="*/ 330 w 15400"/>
                      <a:gd name="connsiteY2" fmla="*/ 333 h 8035"/>
                      <a:gd name="connsiteX3" fmla="*/ 9329 w 15400"/>
                      <a:gd name="connsiteY3" fmla="*/ 2727 h 8035"/>
                      <a:gd name="connsiteX4" fmla="*/ 15092 w 15400"/>
                      <a:gd name="connsiteY4" fmla="*/ 7825 h 8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00" h="8035">
                        <a:moveTo>
                          <a:pt x="15092" y="7825"/>
                        </a:moveTo>
                        <a:cubicBezTo>
                          <a:pt x="13496" y="8844"/>
                          <a:pt x="7556" y="5874"/>
                          <a:pt x="5694" y="5032"/>
                        </a:cubicBezTo>
                        <a:cubicBezTo>
                          <a:pt x="3876" y="4101"/>
                          <a:pt x="-1355" y="1574"/>
                          <a:pt x="330" y="333"/>
                        </a:cubicBezTo>
                        <a:cubicBezTo>
                          <a:pt x="2014" y="-953"/>
                          <a:pt x="7511" y="1840"/>
                          <a:pt x="9329" y="2727"/>
                        </a:cubicBezTo>
                        <a:cubicBezTo>
                          <a:pt x="11102" y="3525"/>
                          <a:pt x="16776" y="6716"/>
                          <a:pt x="15092" y="782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35" name="Forme libre : forme 22534">
                    <a:extLst>
                      <a:ext uri="{FF2B5EF4-FFF2-40B4-BE49-F238E27FC236}">
                        <a16:creationId xmlns:a16="http://schemas.microsoft.com/office/drawing/2014/main" id="{BE0DC783-CBB5-47A4-86FA-6C7E7101E4C1}"/>
                      </a:ext>
                    </a:extLst>
                  </p:cNvPr>
                  <p:cNvSpPr/>
                  <p:nvPr/>
                </p:nvSpPr>
                <p:spPr>
                  <a:xfrm>
                    <a:off x="7497607" y="1014566"/>
                    <a:ext cx="4400" cy="2495"/>
                  </a:xfrm>
                  <a:custGeom>
                    <a:avLst/>
                    <a:gdLst>
                      <a:gd name="connsiteX0" fmla="*/ 4393 w 4400"/>
                      <a:gd name="connsiteY0" fmla="*/ 2164 h 2495"/>
                      <a:gd name="connsiteX1" fmla="*/ 2088 w 4400"/>
                      <a:gd name="connsiteY1" fmla="*/ 2031 h 2495"/>
                      <a:gd name="connsiteX2" fmla="*/ 4 w 4400"/>
                      <a:gd name="connsiteY2" fmla="*/ 346 h 2495"/>
                      <a:gd name="connsiteX3" fmla="*/ 2265 w 4400"/>
                      <a:gd name="connsiteY3" fmla="*/ 435 h 2495"/>
                      <a:gd name="connsiteX4" fmla="*/ 4393 w 4400"/>
                      <a:gd name="connsiteY4" fmla="*/ 2164 h 2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0" h="2495">
                        <a:moveTo>
                          <a:pt x="4393" y="2164"/>
                        </a:moveTo>
                        <a:cubicBezTo>
                          <a:pt x="4304" y="2829"/>
                          <a:pt x="2797" y="2341"/>
                          <a:pt x="2088" y="2031"/>
                        </a:cubicBezTo>
                        <a:cubicBezTo>
                          <a:pt x="1334" y="1720"/>
                          <a:pt x="-85" y="1011"/>
                          <a:pt x="4" y="346"/>
                        </a:cubicBezTo>
                        <a:cubicBezTo>
                          <a:pt x="93" y="-319"/>
                          <a:pt x="1511" y="124"/>
                          <a:pt x="2265" y="435"/>
                        </a:cubicBezTo>
                        <a:cubicBezTo>
                          <a:pt x="3018" y="789"/>
                          <a:pt x="4526" y="1499"/>
                          <a:pt x="4393" y="21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36" name="Forme libre : forme 22535">
                    <a:extLst>
                      <a:ext uri="{FF2B5EF4-FFF2-40B4-BE49-F238E27FC236}">
                        <a16:creationId xmlns:a16="http://schemas.microsoft.com/office/drawing/2014/main" id="{F923D834-5AF1-433A-9403-123B3899D23C}"/>
                      </a:ext>
                    </a:extLst>
                  </p:cNvPr>
                  <p:cNvSpPr/>
                  <p:nvPr/>
                </p:nvSpPr>
                <p:spPr>
                  <a:xfrm>
                    <a:off x="7487198" y="998562"/>
                    <a:ext cx="33421" cy="30541"/>
                  </a:xfrm>
                  <a:custGeom>
                    <a:avLst/>
                    <a:gdLst>
                      <a:gd name="connsiteX0" fmla="*/ 28456 w 33421"/>
                      <a:gd name="connsiteY0" fmla="*/ 17724 h 30541"/>
                      <a:gd name="connsiteX1" fmla="*/ 33421 w 33421"/>
                      <a:gd name="connsiteY1" fmla="*/ 29295 h 30541"/>
                      <a:gd name="connsiteX2" fmla="*/ 29564 w 33421"/>
                      <a:gd name="connsiteY2" fmla="*/ 29738 h 30541"/>
                      <a:gd name="connsiteX3" fmla="*/ 26373 w 33421"/>
                      <a:gd name="connsiteY3" fmla="*/ 25748 h 30541"/>
                      <a:gd name="connsiteX4" fmla="*/ 21895 w 33421"/>
                      <a:gd name="connsiteY4" fmla="*/ 19365 h 30541"/>
                      <a:gd name="connsiteX5" fmla="*/ 15910 w 33421"/>
                      <a:gd name="connsiteY5" fmla="*/ 13513 h 30541"/>
                      <a:gd name="connsiteX6" fmla="*/ 5626 w 33421"/>
                      <a:gd name="connsiteY6" fmla="*/ 6863 h 30541"/>
                      <a:gd name="connsiteX7" fmla="*/ 661 w 33421"/>
                      <a:gd name="connsiteY7" fmla="*/ 613 h 30541"/>
                      <a:gd name="connsiteX8" fmla="*/ 21629 w 33421"/>
                      <a:gd name="connsiteY8" fmla="*/ 8371 h 30541"/>
                      <a:gd name="connsiteX9" fmla="*/ 28456 w 33421"/>
                      <a:gd name="connsiteY9" fmla="*/ 17724 h 30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421" h="30541">
                        <a:moveTo>
                          <a:pt x="28456" y="17724"/>
                        </a:moveTo>
                        <a:cubicBezTo>
                          <a:pt x="31382" y="21980"/>
                          <a:pt x="33288" y="25216"/>
                          <a:pt x="33421" y="29295"/>
                        </a:cubicBezTo>
                        <a:cubicBezTo>
                          <a:pt x="33466" y="30802"/>
                          <a:pt x="31249" y="30935"/>
                          <a:pt x="29564" y="29738"/>
                        </a:cubicBezTo>
                        <a:cubicBezTo>
                          <a:pt x="27747" y="28630"/>
                          <a:pt x="27126" y="27211"/>
                          <a:pt x="26373" y="25748"/>
                        </a:cubicBezTo>
                        <a:cubicBezTo>
                          <a:pt x="25131" y="23532"/>
                          <a:pt x="23624" y="21448"/>
                          <a:pt x="21895" y="19365"/>
                        </a:cubicBezTo>
                        <a:cubicBezTo>
                          <a:pt x="20122" y="17458"/>
                          <a:pt x="18127" y="15375"/>
                          <a:pt x="15910" y="13513"/>
                        </a:cubicBezTo>
                        <a:cubicBezTo>
                          <a:pt x="14536" y="12316"/>
                          <a:pt x="9749" y="9434"/>
                          <a:pt x="5626" y="6863"/>
                        </a:cubicBezTo>
                        <a:cubicBezTo>
                          <a:pt x="1592" y="4248"/>
                          <a:pt x="-1378" y="1854"/>
                          <a:pt x="661" y="613"/>
                        </a:cubicBezTo>
                        <a:cubicBezTo>
                          <a:pt x="4429" y="-2092"/>
                          <a:pt x="17861" y="4824"/>
                          <a:pt x="21629" y="8371"/>
                        </a:cubicBezTo>
                        <a:cubicBezTo>
                          <a:pt x="25530" y="11784"/>
                          <a:pt x="26240" y="14533"/>
                          <a:pt x="28456" y="1772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08" name="Graphique 2">
                  <a:extLst>
                    <a:ext uri="{FF2B5EF4-FFF2-40B4-BE49-F238E27FC236}">
                      <a16:creationId xmlns:a16="http://schemas.microsoft.com/office/drawing/2014/main" id="{86043261-EA78-45D4-A9C2-C203B63B78D4}"/>
                    </a:ext>
                  </a:extLst>
                </p:cNvPr>
                <p:cNvGrpSpPr/>
                <p:nvPr/>
              </p:nvGrpSpPr>
              <p:grpSpPr>
                <a:xfrm>
                  <a:off x="7521903" y="1029335"/>
                  <a:ext cx="40760" cy="104895"/>
                  <a:chOff x="7521903" y="1029335"/>
                  <a:chExt cx="40760" cy="104895"/>
                </a:xfrm>
                <a:solidFill>
                  <a:schemeClr val="accent1"/>
                </a:solidFill>
              </p:grpSpPr>
              <p:sp>
                <p:nvSpPr>
                  <p:cNvPr id="22513" name="Forme libre : forme 22512">
                    <a:extLst>
                      <a:ext uri="{FF2B5EF4-FFF2-40B4-BE49-F238E27FC236}">
                        <a16:creationId xmlns:a16="http://schemas.microsoft.com/office/drawing/2014/main" id="{FE68EDB3-74C8-45C5-9131-3ED477C58AD1}"/>
                      </a:ext>
                    </a:extLst>
                  </p:cNvPr>
                  <p:cNvSpPr/>
                  <p:nvPr/>
                </p:nvSpPr>
                <p:spPr>
                  <a:xfrm>
                    <a:off x="7521903" y="1029335"/>
                    <a:ext cx="40760" cy="104895"/>
                  </a:xfrm>
                  <a:custGeom>
                    <a:avLst/>
                    <a:gdLst>
                      <a:gd name="connsiteX0" fmla="*/ 19729 w 40760"/>
                      <a:gd name="connsiteY0" fmla="*/ 92415 h 104895"/>
                      <a:gd name="connsiteX1" fmla="*/ 12281 w 40760"/>
                      <a:gd name="connsiteY1" fmla="*/ 59920 h 104895"/>
                      <a:gd name="connsiteX2" fmla="*/ 10109 w 40760"/>
                      <a:gd name="connsiteY2" fmla="*/ 50389 h 104895"/>
                      <a:gd name="connsiteX3" fmla="*/ 8912 w 40760"/>
                      <a:gd name="connsiteY3" fmla="*/ 46045 h 104895"/>
                      <a:gd name="connsiteX4" fmla="*/ 7937 w 40760"/>
                      <a:gd name="connsiteY4" fmla="*/ 43651 h 104895"/>
                      <a:gd name="connsiteX5" fmla="*/ 4834 w 40760"/>
                      <a:gd name="connsiteY5" fmla="*/ 36957 h 104895"/>
                      <a:gd name="connsiteX6" fmla="*/ 401 w 40760"/>
                      <a:gd name="connsiteY6" fmla="*/ 21352 h 104895"/>
                      <a:gd name="connsiteX7" fmla="*/ 2 w 40760"/>
                      <a:gd name="connsiteY7" fmla="*/ 6989 h 104895"/>
                      <a:gd name="connsiteX8" fmla="*/ 7272 w 40760"/>
                      <a:gd name="connsiteY8" fmla="*/ 29 h 104895"/>
                      <a:gd name="connsiteX9" fmla="*/ 23320 w 40760"/>
                      <a:gd name="connsiteY9" fmla="*/ 6280 h 104895"/>
                      <a:gd name="connsiteX10" fmla="*/ 36530 w 40760"/>
                      <a:gd name="connsiteY10" fmla="*/ 21707 h 104895"/>
                      <a:gd name="connsiteX11" fmla="*/ 39811 w 40760"/>
                      <a:gd name="connsiteY11" fmla="*/ 27736 h 104895"/>
                      <a:gd name="connsiteX12" fmla="*/ 40564 w 40760"/>
                      <a:gd name="connsiteY12" fmla="*/ 29199 h 104895"/>
                      <a:gd name="connsiteX13" fmla="*/ 40697 w 40760"/>
                      <a:gd name="connsiteY13" fmla="*/ 29421 h 104895"/>
                      <a:gd name="connsiteX14" fmla="*/ 40742 w 40760"/>
                      <a:gd name="connsiteY14" fmla="*/ 29376 h 104895"/>
                      <a:gd name="connsiteX15" fmla="*/ 40697 w 40760"/>
                      <a:gd name="connsiteY15" fmla="*/ 29554 h 104895"/>
                      <a:gd name="connsiteX16" fmla="*/ 39279 w 40760"/>
                      <a:gd name="connsiteY16" fmla="*/ 39040 h 104895"/>
                      <a:gd name="connsiteX17" fmla="*/ 37771 w 40760"/>
                      <a:gd name="connsiteY17" fmla="*/ 69274 h 104895"/>
                      <a:gd name="connsiteX18" fmla="*/ 37240 w 40760"/>
                      <a:gd name="connsiteY18" fmla="*/ 87406 h 104895"/>
                      <a:gd name="connsiteX19" fmla="*/ 36885 w 40760"/>
                      <a:gd name="connsiteY19" fmla="*/ 93302 h 104895"/>
                      <a:gd name="connsiteX20" fmla="*/ 36309 w 40760"/>
                      <a:gd name="connsiteY20" fmla="*/ 96006 h 104895"/>
                      <a:gd name="connsiteX21" fmla="*/ 30280 w 40760"/>
                      <a:gd name="connsiteY21" fmla="*/ 104429 h 104895"/>
                      <a:gd name="connsiteX22" fmla="*/ 25403 w 40760"/>
                      <a:gd name="connsiteY22" fmla="*/ 103675 h 104895"/>
                      <a:gd name="connsiteX23" fmla="*/ 19729 w 40760"/>
                      <a:gd name="connsiteY23" fmla="*/ 92415 h 104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40760" h="104895">
                        <a:moveTo>
                          <a:pt x="19729" y="92415"/>
                        </a:moveTo>
                        <a:cubicBezTo>
                          <a:pt x="17690" y="85987"/>
                          <a:pt x="15030" y="72998"/>
                          <a:pt x="12281" y="59920"/>
                        </a:cubicBezTo>
                        <a:cubicBezTo>
                          <a:pt x="11572" y="56684"/>
                          <a:pt x="10863" y="53448"/>
                          <a:pt x="10109" y="50389"/>
                        </a:cubicBezTo>
                        <a:cubicBezTo>
                          <a:pt x="9754" y="48926"/>
                          <a:pt x="9222" y="47242"/>
                          <a:pt x="8912" y="46045"/>
                        </a:cubicBezTo>
                        <a:cubicBezTo>
                          <a:pt x="8602" y="45069"/>
                          <a:pt x="8292" y="44227"/>
                          <a:pt x="7937" y="43651"/>
                        </a:cubicBezTo>
                        <a:cubicBezTo>
                          <a:pt x="6651" y="40991"/>
                          <a:pt x="5632" y="38774"/>
                          <a:pt x="4834" y="36957"/>
                        </a:cubicBezTo>
                        <a:cubicBezTo>
                          <a:pt x="1996" y="30485"/>
                          <a:pt x="932" y="25963"/>
                          <a:pt x="401" y="21352"/>
                        </a:cubicBezTo>
                        <a:cubicBezTo>
                          <a:pt x="-43" y="16786"/>
                          <a:pt x="46" y="12309"/>
                          <a:pt x="2" y="6989"/>
                        </a:cubicBezTo>
                        <a:cubicBezTo>
                          <a:pt x="-87" y="3398"/>
                          <a:pt x="3327" y="-370"/>
                          <a:pt x="7272" y="29"/>
                        </a:cubicBezTo>
                        <a:cubicBezTo>
                          <a:pt x="12769" y="738"/>
                          <a:pt x="18310" y="2645"/>
                          <a:pt x="23320" y="6280"/>
                        </a:cubicBezTo>
                        <a:cubicBezTo>
                          <a:pt x="28329" y="9915"/>
                          <a:pt x="32851" y="15279"/>
                          <a:pt x="36530" y="21707"/>
                        </a:cubicBezTo>
                        <a:cubicBezTo>
                          <a:pt x="37461" y="23392"/>
                          <a:pt x="38569" y="25431"/>
                          <a:pt x="39811" y="27736"/>
                        </a:cubicBezTo>
                        <a:cubicBezTo>
                          <a:pt x="40077" y="28224"/>
                          <a:pt x="40298" y="28711"/>
                          <a:pt x="40564" y="29199"/>
                        </a:cubicBezTo>
                        <a:cubicBezTo>
                          <a:pt x="40786" y="29642"/>
                          <a:pt x="40653" y="29332"/>
                          <a:pt x="40697" y="29421"/>
                        </a:cubicBezTo>
                        <a:lnTo>
                          <a:pt x="40742" y="29376"/>
                        </a:lnTo>
                        <a:cubicBezTo>
                          <a:pt x="40786" y="29332"/>
                          <a:pt x="40742" y="29332"/>
                          <a:pt x="40697" y="29554"/>
                        </a:cubicBezTo>
                        <a:cubicBezTo>
                          <a:pt x="40564" y="29864"/>
                          <a:pt x="39900" y="32568"/>
                          <a:pt x="39279" y="39040"/>
                        </a:cubicBezTo>
                        <a:cubicBezTo>
                          <a:pt x="38658" y="45468"/>
                          <a:pt x="37993" y="55487"/>
                          <a:pt x="37771" y="69274"/>
                        </a:cubicBezTo>
                        <a:cubicBezTo>
                          <a:pt x="37727" y="74018"/>
                          <a:pt x="37550" y="80889"/>
                          <a:pt x="37240" y="87406"/>
                        </a:cubicBezTo>
                        <a:cubicBezTo>
                          <a:pt x="37062" y="91395"/>
                          <a:pt x="37018" y="91927"/>
                          <a:pt x="36885" y="93302"/>
                        </a:cubicBezTo>
                        <a:cubicBezTo>
                          <a:pt x="36752" y="94498"/>
                          <a:pt x="36575" y="95429"/>
                          <a:pt x="36309" y="96006"/>
                        </a:cubicBezTo>
                        <a:cubicBezTo>
                          <a:pt x="34890" y="99286"/>
                          <a:pt x="33072" y="102833"/>
                          <a:pt x="30280" y="104429"/>
                        </a:cubicBezTo>
                        <a:cubicBezTo>
                          <a:pt x="28905" y="105049"/>
                          <a:pt x="27265" y="105271"/>
                          <a:pt x="25403" y="103675"/>
                        </a:cubicBezTo>
                        <a:cubicBezTo>
                          <a:pt x="23586" y="102123"/>
                          <a:pt x="21591" y="98577"/>
                          <a:pt x="19729" y="9241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14" name="Forme libre : forme 22513">
                    <a:extLst>
                      <a:ext uri="{FF2B5EF4-FFF2-40B4-BE49-F238E27FC236}">
                        <a16:creationId xmlns:a16="http://schemas.microsoft.com/office/drawing/2014/main" id="{41BFB6C4-9F99-4721-AA67-850BDA7193E0}"/>
                      </a:ext>
                    </a:extLst>
                  </p:cNvPr>
                  <p:cNvSpPr/>
                  <p:nvPr/>
                </p:nvSpPr>
                <p:spPr>
                  <a:xfrm>
                    <a:off x="7521947" y="1032157"/>
                    <a:ext cx="36309" cy="101956"/>
                  </a:xfrm>
                  <a:custGeom>
                    <a:avLst/>
                    <a:gdLst>
                      <a:gd name="connsiteX0" fmla="*/ 18223 w 36309"/>
                      <a:gd name="connsiteY0" fmla="*/ 32894 h 101956"/>
                      <a:gd name="connsiteX1" fmla="*/ 9046 w 36309"/>
                      <a:gd name="connsiteY1" fmla="*/ 15959 h 101956"/>
                      <a:gd name="connsiteX2" fmla="*/ 1465 w 36309"/>
                      <a:gd name="connsiteY2" fmla="*/ 0 h 101956"/>
                      <a:gd name="connsiteX3" fmla="*/ 2 w 36309"/>
                      <a:gd name="connsiteY3" fmla="*/ 4167 h 101956"/>
                      <a:gd name="connsiteX4" fmla="*/ 47 w 36309"/>
                      <a:gd name="connsiteY4" fmla="*/ 9398 h 101956"/>
                      <a:gd name="connsiteX5" fmla="*/ 1244 w 36309"/>
                      <a:gd name="connsiteY5" fmla="*/ 23362 h 101956"/>
                      <a:gd name="connsiteX6" fmla="*/ 4879 w 36309"/>
                      <a:gd name="connsiteY6" fmla="*/ 34135 h 101956"/>
                      <a:gd name="connsiteX7" fmla="*/ 7007 w 36309"/>
                      <a:gd name="connsiteY7" fmla="*/ 38834 h 101956"/>
                      <a:gd name="connsiteX8" fmla="*/ 8337 w 36309"/>
                      <a:gd name="connsiteY8" fmla="*/ 41627 h 101956"/>
                      <a:gd name="connsiteX9" fmla="*/ 9046 w 36309"/>
                      <a:gd name="connsiteY9" fmla="*/ 43577 h 101956"/>
                      <a:gd name="connsiteX10" fmla="*/ 9977 w 36309"/>
                      <a:gd name="connsiteY10" fmla="*/ 46769 h 101956"/>
                      <a:gd name="connsiteX11" fmla="*/ 13080 w 36309"/>
                      <a:gd name="connsiteY11" fmla="*/ 60512 h 101956"/>
                      <a:gd name="connsiteX12" fmla="*/ 18533 w 36309"/>
                      <a:gd name="connsiteY12" fmla="*/ 85160 h 101956"/>
                      <a:gd name="connsiteX13" fmla="*/ 19730 w 36309"/>
                      <a:gd name="connsiteY13" fmla="*/ 89416 h 101956"/>
                      <a:gd name="connsiteX14" fmla="*/ 27621 w 36309"/>
                      <a:gd name="connsiteY14" fmla="*/ 101917 h 101956"/>
                      <a:gd name="connsiteX15" fmla="*/ 34758 w 36309"/>
                      <a:gd name="connsiteY15" fmla="*/ 96287 h 101956"/>
                      <a:gd name="connsiteX16" fmla="*/ 36265 w 36309"/>
                      <a:gd name="connsiteY16" fmla="*/ 93184 h 101956"/>
                      <a:gd name="connsiteX17" fmla="*/ 36309 w 36309"/>
                      <a:gd name="connsiteY17" fmla="*/ 93006 h 101956"/>
                      <a:gd name="connsiteX18" fmla="*/ 28241 w 36309"/>
                      <a:gd name="connsiteY18" fmla="*/ 66097 h 101956"/>
                      <a:gd name="connsiteX19" fmla="*/ 24163 w 36309"/>
                      <a:gd name="connsiteY19" fmla="*/ 48720 h 101956"/>
                      <a:gd name="connsiteX20" fmla="*/ 18223 w 36309"/>
                      <a:gd name="connsiteY20" fmla="*/ 32894 h 101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6309" h="101956">
                        <a:moveTo>
                          <a:pt x="18223" y="32894"/>
                        </a:moveTo>
                        <a:cubicBezTo>
                          <a:pt x="14942" y="27131"/>
                          <a:pt x="11883" y="21367"/>
                          <a:pt x="9046" y="15959"/>
                        </a:cubicBezTo>
                        <a:cubicBezTo>
                          <a:pt x="6209" y="10506"/>
                          <a:pt x="3505" y="5364"/>
                          <a:pt x="1465" y="0"/>
                        </a:cubicBezTo>
                        <a:cubicBezTo>
                          <a:pt x="535" y="1241"/>
                          <a:pt x="-42" y="2704"/>
                          <a:pt x="2" y="4167"/>
                        </a:cubicBezTo>
                        <a:cubicBezTo>
                          <a:pt x="2" y="5985"/>
                          <a:pt x="47" y="7758"/>
                          <a:pt x="47" y="9398"/>
                        </a:cubicBezTo>
                        <a:cubicBezTo>
                          <a:pt x="91" y="14275"/>
                          <a:pt x="224" y="18530"/>
                          <a:pt x="1244" y="23362"/>
                        </a:cubicBezTo>
                        <a:cubicBezTo>
                          <a:pt x="1909" y="26554"/>
                          <a:pt x="3017" y="29835"/>
                          <a:pt x="4879" y="34135"/>
                        </a:cubicBezTo>
                        <a:cubicBezTo>
                          <a:pt x="5500" y="35465"/>
                          <a:pt x="6209" y="37061"/>
                          <a:pt x="7007" y="38834"/>
                        </a:cubicBezTo>
                        <a:cubicBezTo>
                          <a:pt x="7450" y="39721"/>
                          <a:pt x="7893" y="40651"/>
                          <a:pt x="8337" y="41627"/>
                        </a:cubicBezTo>
                        <a:cubicBezTo>
                          <a:pt x="8558" y="42203"/>
                          <a:pt x="8780" y="42868"/>
                          <a:pt x="9046" y="43577"/>
                        </a:cubicBezTo>
                        <a:cubicBezTo>
                          <a:pt x="9356" y="44641"/>
                          <a:pt x="9667" y="45705"/>
                          <a:pt x="9977" y="46769"/>
                        </a:cubicBezTo>
                        <a:cubicBezTo>
                          <a:pt x="11129" y="51158"/>
                          <a:pt x="12105" y="55857"/>
                          <a:pt x="13080" y="60512"/>
                        </a:cubicBezTo>
                        <a:cubicBezTo>
                          <a:pt x="15031" y="69821"/>
                          <a:pt x="16892" y="78909"/>
                          <a:pt x="18533" y="85160"/>
                        </a:cubicBezTo>
                        <a:cubicBezTo>
                          <a:pt x="18976" y="86711"/>
                          <a:pt x="19375" y="88130"/>
                          <a:pt x="19730" y="89416"/>
                        </a:cubicBezTo>
                        <a:cubicBezTo>
                          <a:pt x="22345" y="98326"/>
                          <a:pt x="25271" y="101474"/>
                          <a:pt x="27621" y="101917"/>
                        </a:cubicBezTo>
                        <a:cubicBezTo>
                          <a:pt x="30857" y="102360"/>
                          <a:pt x="33118" y="99035"/>
                          <a:pt x="34758" y="96287"/>
                        </a:cubicBezTo>
                        <a:cubicBezTo>
                          <a:pt x="35290" y="95267"/>
                          <a:pt x="35777" y="94248"/>
                          <a:pt x="36265" y="93184"/>
                        </a:cubicBezTo>
                        <a:lnTo>
                          <a:pt x="36309" y="93006"/>
                        </a:lnTo>
                        <a:cubicBezTo>
                          <a:pt x="33605" y="85293"/>
                          <a:pt x="30901" y="77358"/>
                          <a:pt x="28241" y="66097"/>
                        </a:cubicBezTo>
                        <a:cubicBezTo>
                          <a:pt x="26911" y="60556"/>
                          <a:pt x="25626" y="54571"/>
                          <a:pt x="24163" y="48720"/>
                        </a:cubicBezTo>
                        <a:cubicBezTo>
                          <a:pt x="22700" y="43001"/>
                          <a:pt x="20749" y="36307"/>
                          <a:pt x="18223" y="3289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15" name="Forme libre : forme 22514">
                    <a:extLst>
                      <a:ext uri="{FF2B5EF4-FFF2-40B4-BE49-F238E27FC236}">
                        <a16:creationId xmlns:a16="http://schemas.microsoft.com/office/drawing/2014/main" id="{F2EE8795-7736-4F92-A816-04C628926648}"/>
                      </a:ext>
                    </a:extLst>
                  </p:cNvPr>
                  <p:cNvSpPr/>
                  <p:nvPr/>
                </p:nvSpPr>
                <p:spPr>
                  <a:xfrm>
                    <a:off x="7540821" y="1059031"/>
                    <a:ext cx="14662" cy="47436"/>
                  </a:xfrm>
                  <a:custGeom>
                    <a:avLst/>
                    <a:gdLst>
                      <a:gd name="connsiteX0" fmla="*/ 13977 w 14662"/>
                      <a:gd name="connsiteY0" fmla="*/ 43702 h 47436"/>
                      <a:gd name="connsiteX1" fmla="*/ 9367 w 14662"/>
                      <a:gd name="connsiteY1" fmla="*/ 44322 h 47436"/>
                      <a:gd name="connsiteX2" fmla="*/ 4490 w 14662"/>
                      <a:gd name="connsiteY2" fmla="*/ 28452 h 47436"/>
                      <a:gd name="connsiteX3" fmla="*/ 988 w 14662"/>
                      <a:gd name="connsiteY3" fmla="*/ 10409 h 47436"/>
                      <a:gd name="connsiteX4" fmla="*/ 1609 w 14662"/>
                      <a:gd name="connsiteY4" fmla="*/ 302 h 47436"/>
                      <a:gd name="connsiteX5" fmla="*/ 9544 w 14662"/>
                      <a:gd name="connsiteY5" fmla="*/ 5754 h 47436"/>
                      <a:gd name="connsiteX6" fmla="*/ 12869 w 14662"/>
                      <a:gd name="connsiteY6" fmla="*/ 14310 h 47436"/>
                      <a:gd name="connsiteX7" fmla="*/ 14376 w 14662"/>
                      <a:gd name="connsiteY7" fmla="*/ 25792 h 47436"/>
                      <a:gd name="connsiteX8" fmla="*/ 13977 w 14662"/>
                      <a:gd name="connsiteY8" fmla="*/ 43702 h 47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662" h="47436">
                        <a:moveTo>
                          <a:pt x="13977" y="43702"/>
                        </a:moveTo>
                        <a:cubicBezTo>
                          <a:pt x="13179" y="48844"/>
                          <a:pt x="11450" y="48312"/>
                          <a:pt x="9367" y="44322"/>
                        </a:cubicBezTo>
                        <a:cubicBezTo>
                          <a:pt x="7372" y="40288"/>
                          <a:pt x="5377" y="32486"/>
                          <a:pt x="4490" y="28452"/>
                        </a:cubicBezTo>
                        <a:cubicBezTo>
                          <a:pt x="3559" y="24462"/>
                          <a:pt x="2229" y="16349"/>
                          <a:pt x="988" y="10409"/>
                        </a:cubicBezTo>
                        <a:cubicBezTo>
                          <a:pt x="-253" y="5577"/>
                          <a:pt x="-608" y="1631"/>
                          <a:pt x="1609" y="302"/>
                        </a:cubicBezTo>
                        <a:cubicBezTo>
                          <a:pt x="3826" y="-984"/>
                          <a:pt x="6929" y="2030"/>
                          <a:pt x="9544" y="5754"/>
                        </a:cubicBezTo>
                        <a:cubicBezTo>
                          <a:pt x="11628" y="8813"/>
                          <a:pt x="12426" y="12227"/>
                          <a:pt x="12869" y="14310"/>
                        </a:cubicBezTo>
                        <a:cubicBezTo>
                          <a:pt x="13312" y="16349"/>
                          <a:pt x="14022" y="20516"/>
                          <a:pt x="14376" y="25792"/>
                        </a:cubicBezTo>
                        <a:cubicBezTo>
                          <a:pt x="14731" y="30890"/>
                          <a:pt x="14908" y="37939"/>
                          <a:pt x="13977" y="4370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16" name="Forme libre : forme 22515">
                    <a:extLst>
                      <a:ext uri="{FF2B5EF4-FFF2-40B4-BE49-F238E27FC236}">
                        <a16:creationId xmlns:a16="http://schemas.microsoft.com/office/drawing/2014/main" id="{87339789-761E-4CD9-8038-36CB19B4536A}"/>
                      </a:ext>
                    </a:extLst>
                  </p:cNvPr>
                  <p:cNvSpPr/>
                  <p:nvPr/>
                </p:nvSpPr>
                <p:spPr>
                  <a:xfrm>
                    <a:off x="7540905" y="1058598"/>
                    <a:ext cx="9726" cy="40587"/>
                  </a:xfrm>
                  <a:custGeom>
                    <a:avLst/>
                    <a:gdLst>
                      <a:gd name="connsiteX0" fmla="*/ 9727 w 9726"/>
                      <a:gd name="connsiteY0" fmla="*/ 6851 h 40587"/>
                      <a:gd name="connsiteX1" fmla="*/ 1392 w 9726"/>
                      <a:gd name="connsiteY1" fmla="*/ 512 h 40587"/>
                      <a:gd name="connsiteX2" fmla="*/ 905 w 9726"/>
                      <a:gd name="connsiteY2" fmla="*/ 10797 h 40587"/>
                      <a:gd name="connsiteX3" fmla="*/ 4496 w 9726"/>
                      <a:gd name="connsiteY3" fmla="*/ 29239 h 40587"/>
                      <a:gd name="connsiteX4" fmla="*/ 7865 w 9726"/>
                      <a:gd name="connsiteY4" fmla="*/ 40587 h 40587"/>
                      <a:gd name="connsiteX5" fmla="*/ 6623 w 9726"/>
                      <a:gd name="connsiteY5" fmla="*/ 33539 h 40587"/>
                      <a:gd name="connsiteX6" fmla="*/ 6136 w 9726"/>
                      <a:gd name="connsiteY6" fmla="*/ 16161 h 40587"/>
                      <a:gd name="connsiteX7" fmla="*/ 9727 w 9726"/>
                      <a:gd name="connsiteY7" fmla="*/ 6851 h 40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726" h="40587">
                        <a:moveTo>
                          <a:pt x="9727" y="6851"/>
                        </a:moveTo>
                        <a:cubicBezTo>
                          <a:pt x="7998" y="5034"/>
                          <a:pt x="3698" y="-1926"/>
                          <a:pt x="1392" y="512"/>
                        </a:cubicBezTo>
                        <a:cubicBezTo>
                          <a:pt x="-514" y="2463"/>
                          <a:pt x="-248" y="6231"/>
                          <a:pt x="905" y="10797"/>
                        </a:cubicBezTo>
                        <a:cubicBezTo>
                          <a:pt x="2057" y="16427"/>
                          <a:pt x="3343" y="24141"/>
                          <a:pt x="4496" y="29239"/>
                        </a:cubicBezTo>
                        <a:cubicBezTo>
                          <a:pt x="5160" y="32297"/>
                          <a:pt x="6889" y="38415"/>
                          <a:pt x="7865" y="40587"/>
                        </a:cubicBezTo>
                        <a:cubicBezTo>
                          <a:pt x="7466" y="38770"/>
                          <a:pt x="6801" y="35711"/>
                          <a:pt x="6623" y="33539"/>
                        </a:cubicBezTo>
                        <a:cubicBezTo>
                          <a:pt x="6136" y="27421"/>
                          <a:pt x="5781" y="20949"/>
                          <a:pt x="6136" y="16161"/>
                        </a:cubicBezTo>
                        <a:cubicBezTo>
                          <a:pt x="6402" y="11329"/>
                          <a:pt x="7288" y="8359"/>
                          <a:pt x="9727" y="685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17" name="Forme libre : forme 22516">
                    <a:extLst>
                      <a:ext uri="{FF2B5EF4-FFF2-40B4-BE49-F238E27FC236}">
                        <a16:creationId xmlns:a16="http://schemas.microsoft.com/office/drawing/2014/main" id="{1EF5BD40-C366-42DE-87A6-48674C33DF6A}"/>
                      </a:ext>
                    </a:extLst>
                  </p:cNvPr>
                  <p:cNvSpPr/>
                  <p:nvPr/>
                </p:nvSpPr>
                <p:spPr>
                  <a:xfrm>
                    <a:off x="7540697" y="1061680"/>
                    <a:ext cx="14854" cy="49099"/>
                  </a:xfrm>
                  <a:custGeom>
                    <a:avLst/>
                    <a:gdLst>
                      <a:gd name="connsiteX0" fmla="*/ 14234 w 14854"/>
                      <a:gd name="connsiteY0" fmla="*/ 45884 h 49099"/>
                      <a:gd name="connsiteX1" fmla="*/ 9447 w 14854"/>
                      <a:gd name="connsiteY1" fmla="*/ 46328 h 49099"/>
                      <a:gd name="connsiteX2" fmla="*/ 4260 w 14854"/>
                      <a:gd name="connsiteY2" fmla="*/ 30679 h 49099"/>
                      <a:gd name="connsiteX3" fmla="*/ 802 w 14854"/>
                      <a:gd name="connsiteY3" fmla="*/ 11262 h 49099"/>
                      <a:gd name="connsiteX4" fmla="*/ 4 w 14854"/>
                      <a:gd name="connsiteY4" fmla="*/ 4169 h 49099"/>
                      <a:gd name="connsiteX5" fmla="*/ 1644 w 14854"/>
                      <a:gd name="connsiteY5" fmla="*/ 357 h 49099"/>
                      <a:gd name="connsiteX6" fmla="*/ 5412 w 14854"/>
                      <a:gd name="connsiteY6" fmla="*/ 1110 h 49099"/>
                      <a:gd name="connsiteX7" fmla="*/ 9269 w 14854"/>
                      <a:gd name="connsiteY7" fmla="*/ 5588 h 49099"/>
                      <a:gd name="connsiteX8" fmla="*/ 12506 w 14854"/>
                      <a:gd name="connsiteY8" fmla="*/ 14897 h 49099"/>
                      <a:gd name="connsiteX9" fmla="*/ 14367 w 14854"/>
                      <a:gd name="connsiteY9" fmla="*/ 27620 h 49099"/>
                      <a:gd name="connsiteX10" fmla="*/ 14855 w 14854"/>
                      <a:gd name="connsiteY10" fmla="*/ 37151 h 49099"/>
                      <a:gd name="connsiteX11" fmla="*/ 14722 w 14854"/>
                      <a:gd name="connsiteY11" fmla="*/ 42072 h 49099"/>
                      <a:gd name="connsiteX12" fmla="*/ 14234 w 14854"/>
                      <a:gd name="connsiteY12" fmla="*/ 45884 h 49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854" h="49099">
                        <a:moveTo>
                          <a:pt x="14234" y="45884"/>
                        </a:moveTo>
                        <a:cubicBezTo>
                          <a:pt x="13348" y="50185"/>
                          <a:pt x="11530" y="50007"/>
                          <a:pt x="9447" y="46328"/>
                        </a:cubicBezTo>
                        <a:cubicBezTo>
                          <a:pt x="7363" y="42737"/>
                          <a:pt x="5368" y="35201"/>
                          <a:pt x="4260" y="30679"/>
                        </a:cubicBezTo>
                        <a:cubicBezTo>
                          <a:pt x="3152" y="26202"/>
                          <a:pt x="1777" y="17867"/>
                          <a:pt x="802" y="11262"/>
                        </a:cubicBezTo>
                        <a:cubicBezTo>
                          <a:pt x="270" y="7627"/>
                          <a:pt x="-40" y="5987"/>
                          <a:pt x="4" y="4169"/>
                        </a:cubicBezTo>
                        <a:cubicBezTo>
                          <a:pt x="49" y="2396"/>
                          <a:pt x="581" y="1066"/>
                          <a:pt x="1644" y="357"/>
                        </a:cubicBezTo>
                        <a:cubicBezTo>
                          <a:pt x="2753" y="-353"/>
                          <a:pt x="4038" y="46"/>
                          <a:pt x="5412" y="1110"/>
                        </a:cubicBezTo>
                        <a:cubicBezTo>
                          <a:pt x="6742" y="2130"/>
                          <a:pt x="8383" y="4036"/>
                          <a:pt x="9269" y="5588"/>
                        </a:cubicBezTo>
                        <a:cubicBezTo>
                          <a:pt x="11175" y="8912"/>
                          <a:pt x="12062" y="12902"/>
                          <a:pt x="12506" y="14897"/>
                        </a:cubicBezTo>
                        <a:cubicBezTo>
                          <a:pt x="12949" y="16936"/>
                          <a:pt x="13835" y="21724"/>
                          <a:pt x="14367" y="27620"/>
                        </a:cubicBezTo>
                        <a:cubicBezTo>
                          <a:pt x="14633" y="30590"/>
                          <a:pt x="14811" y="33826"/>
                          <a:pt x="14855" y="37151"/>
                        </a:cubicBezTo>
                        <a:cubicBezTo>
                          <a:pt x="14855" y="38792"/>
                          <a:pt x="14811" y="40476"/>
                          <a:pt x="14722" y="42072"/>
                        </a:cubicBezTo>
                        <a:cubicBezTo>
                          <a:pt x="14589" y="43535"/>
                          <a:pt x="14456" y="44776"/>
                          <a:pt x="14234" y="4588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18" name="Forme libre : forme 22517">
                    <a:extLst>
                      <a:ext uri="{FF2B5EF4-FFF2-40B4-BE49-F238E27FC236}">
                        <a16:creationId xmlns:a16="http://schemas.microsoft.com/office/drawing/2014/main" id="{45752153-8739-4777-A89E-C387CED466DA}"/>
                      </a:ext>
                    </a:extLst>
                  </p:cNvPr>
                  <p:cNvSpPr/>
                  <p:nvPr/>
                </p:nvSpPr>
                <p:spPr>
                  <a:xfrm>
                    <a:off x="7529921" y="1039581"/>
                    <a:ext cx="19664" cy="70377"/>
                  </a:xfrm>
                  <a:custGeom>
                    <a:avLst/>
                    <a:gdLst>
                      <a:gd name="connsiteX0" fmla="*/ 1560 w 19664"/>
                      <a:gd name="connsiteY0" fmla="*/ 2285 h 70377"/>
                      <a:gd name="connsiteX1" fmla="*/ 52 w 19664"/>
                      <a:gd name="connsiteY1" fmla="*/ 9954 h 70377"/>
                      <a:gd name="connsiteX2" fmla="*/ 2668 w 19664"/>
                      <a:gd name="connsiteY2" fmla="*/ 30612 h 70377"/>
                      <a:gd name="connsiteX3" fmla="*/ 3643 w 19664"/>
                      <a:gd name="connsiteY3" fmla="*/ 33405 h 70377"/>
                      <a:gd name="connsiteX4" fmla="*/ 4885 w 19664"/>
                      <a:gd name="connsiteY4" fmla="*/ 38060 h 70377"/>
                      <a:gd name="connsiteX5" fmla="*/ 7367 w 19664"/>
                      <a:gd name="connsiteY5" fmla="*/ 48611 h 70377"/>
                      <a:gd name="connsiteX6" fmla="*/ 12554 w 19664"/>
                      <a:gd name="connsiteY6" fmla="*/ 65634 h 70377"/>
                      <a:gd name="connsiteX7" fmla="*/ 16499 w 19664"/>
                      <a:gd name="connsiteY7" fmla="*/ 70377 h 70377"/>
                      <a:gd name="connsiteX8" fmla="*/ 19336 w 19664"/>
                      <a:gd name="connsiteY8" fmla="*/ 65058 h 70377"/>
                      <a:gd name="connsiteX9" fmla="*/ 19071 w 19664"/>
                      <a:gd name="connsiteY9" fmla="*/ 51714 h 70377"/>
                      <a:gd name="connsiteX10" fmla="*/ 19071 w 19664"/>
                      <a:gd name="connsiteY10" fmla="*/ 26002 h 70377"/>
                      <a:gd name="connsiteX11" fmla="*/ 15391 w 19664"/>
                      <a:gd name="connsiteY11" fmla="*/ 5920 h 70377"/>
                      <a:gd name="connsiteX12" fmla="*/ 1560 w 19664"/>
                      <a:gd name="connsiteY12" fmla="*/ 2285 h 70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664" h="70377">
                        <a:moveTo>
                          <a:pt x="1560" y="2285"/>
                        </a:moveTo>
                        <a:cubicBezTo>
                          <a:pt x="-81" y="5033"/>
                          <a:pt x="-81" y="6319"/>
                          <a:pt x="52" y="9954"/>
                        </a:cubicBezTo>
                        <a:cubicBezTo>
                          <a:pt x="363" y="16870"/>
                          <a:pt x="-214" y="22101"/>
                          <a:pt x="2668" y="30612"/>
                        </a:cubicBezTo>
                        <a:cubicBezTo>
                          <a:pt x="2978" y="31588"/>
                          <a:pt x="3289" y="32253"/>
                          <a:pt x="3643" y="33405"/>
                        </a:cubicBezTo>
                        <a:cubicBezTo>
                          <a:pt x="3909" y="34292"/>
                          <a:pt x="4485" y="36375"/>
                          <a:pt x="4885" y="38060"/>
                        </a:cubicBezTo>
                        <a:cubicBezTo>
                          <a:pt x="5727" y="41606"/>
                          <a:pt x="6569" y="45109"/>
                          <a:pt x="7367" y="48611"/>
                        </a:cubicBezTo>
                        <a:cubicBezTo>
                          <a:pt x="9007" y="55526"/>
                          <a:pt x="10825" y="61733"/>
                          <a:pt x="12554" y="65634"/>
                        </a:cubicBezTo>
                        <a:cubicBezTo>
                          <a:pt x="13884" y="68560"/>
                          <a:pt x="15302" y="70377"/>
                          <a:pt x="16499" y="70377"/>
                        </a:cubicBezTo>
                        <a:cubicBezTo>
                          <a:pt x="17741" y="70333"/>
                          <a:pt x="18671" y="68604"/>
                          <a:pt x="19336" y="65058"/>
                        </a:cubicBezTo>
                        <a:cubicBezTo>
                          <a:pt x="20134" y="60669"/>
                          <a:pt x="19248" y="56324"/>
                          <a:pt x="19071" y="51714"/>
                        </a:cubicBezTo>
                        <a:cubicBezTo>
                          <a:pt x="18627" y="41075"/>
                          <a:pt x="18450" y="32474"/>
                          <a:pt x="19071" y="26002"/>
                        </a:cubicBezTo>
                        <a:cubicBezTo>
                          <a:pt x="19159" y="20150"/>
                          <a:pt x="20489" y="13057"/>
                          <a:pt x="15391" y="5920"/>
                        </a:cubicBezTo>
                        <a:cubicBezTo>
                          <a:pt x="10648" y="-597"/>
                          <a:pt x="3643" y="-1616"/>
                          <a:pt x="1560" y="228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19" name="Forme libre : forme 22518">
                    <a:extLst>
                      <a:ext uri="{FF2B5EF4-FFF2-40B4-BE49-F238E27FC236}">
                        <a16:creationId xmlns:a16="http://schemas.microsoft.com/office/drawing/2014/main" id="{83AF93DB-085C-4EC3-951C-605E2185A7AE}"/>
                      </a:ext>
                    </a:extLst>
                  </p:cNvPr>
                  <p:cNvSpPr/>
                  <p:nvPr/>
                </p:nvSpPr>
                <p:spPr>
                  <a:xfrm>
                    <a:off x="7541455" y="1048246"/>
                    <a:ext cx="12259" cy="15112"/>
                  </a:xfrm>
                  <a:custGeom>
                    <a:avLst/>
                    <a:gdLst>
                      <a:gd name="connsiteX0" fmla="*/ 2393 w 12259"/>
                      <a:gd name="connsiteY0" fmla="*/ 934 h 15112"/>
                      <a:gd name="connsiteX1" fmla="*/ 487 w 12259"/>
                      <a:gd name="connsiteY1" fmla="*/ 3 h 15112"/>
                      <a:gd name="connsiteX2" fmla="*/ 221 w 12259"/>
                      <a:gd name="connsiteY2" fmla="*/ 1777 h 15112"/>
                      <a:gd name="connsiteX3" fmla="*/ 1817 w 12259"/>
                      <a:gd name="connsiteY3" fmla="*/ 4791 h 15112"/>
                      <a:gd name="connsiteX4" fmla="*/ 6472 w 12259"/>
                      <a:gd name="connsiteY4" fmla="*/ 11662 h 15112"/>
                      <a:gd name="connsiteX5" fmla="*/ 8422 w 12259"/>
                      <a:gd name="connsiteY5" fmla="*/ 13923 h 15112"/>
                      <a:gd name="connsiteX6" fmla="*/ 11836 w 12259"/>
                      <a:gd name="connsiteY6" fmla="*/ 14810 h 15112"/>
                      <a:gd name="connsiteX7" fmla="*/ 11171 w 12259"/>
                      <a:gd name="connsiteY7" fmla="*/ 10598 h 15112"/>
                      <a:gd name="connsiteX8" fmla="*/ 2393 w 12259"/>
                      <a:gd name="connsiteY8" fmla="*/ 934 h 15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259" h="15112">
                        <a:moveTo>
                          <a:pt x="2393" y="934"/>
                        </a:moveTo>
                        <a:cubicBezTo>
                          <a:pt x="1684" y="358"/>
                          <a:pt x="1108" y="-41"/>
                          <a:pt x="487" y="3"/>
                        </a:cubicBezTo>
                        <a:cubicBezTo>
                          <a:pt x="-133" y="48"/>
                          <a:pt x="-89" y="846"/>
                          <a:pt x="221" y="1777"/>
                        </a:cubicBezTo>
                        <a:cubicBezTo>
                          <a:pt x="531" y="2708"/>
                          <a:pt x="1241" y="3904"/>
                          <a:pt x="1817" y="4791"/>
                        </a:cubicBezTo>
                        <a:cubicBezTo>
                          <a:pt x="3280" y="7141"/>
                          <a:pt x="4876" y="9579"/>
                          <a:pt x="6472" y="11662"/>
                        </a:cubicBezTo>
                        <a:cubicBezTo>
                          <a:pt x="7137" y="12505"/>
                          <a:pt x="7713" y="13347"/>
                          <a:pt x="8422" y="13923"/>
                        </a:cubicBezTo>
                        <a:cubicBezTo>
                          <a:pt x="9930" y="15165"/>
                          <a:pt x="11171" y="15386"/>
                          <a:pt x="11836" y="14810"/>
                        </a:cubicBezTo>
                        <a:cubicBezTo>
                          <a:pt x="12501" y="14322"/>
                          <a:pt x="12456" y="12859"/>
                          <a:pt x="11171" y="10598"/>
                        </a:cubicBezTo>
                        <a:cubicBezTo>
                          <a:pt x="9087" y="7052"/>
                          <a:pt x="5452" y="3284"/>
                          <a:pt x="2393" y="93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20" name="Forme libre : forme 22519">
                    <a:extLst>
                      <a:ext uri="{FF2B5EF4-FFF2-40B4-BE49-F238E27FC236}">
                        <a16:creationId xmlns:a16="http://schemas.microsoft.com/office/drawing/2014/main" id="{8A7BAE5F-A8D1-48E5-AA08-DED7144CA991}"/>
                      </a:ext>
                    </a:extLst>
                  </p:cNvPr>
                  <p:cNvSpPr/>
                  <p:nvPr/>
                </p:nvSpPr>
                <p:spPr>
                  <a:xfrm>
                    <a:off x="7542607" y="1122149"/>
                    <a:ext cx="15338" cy="7347"/>
                  </a:xfrm>
                  <a:custGeom>
                    <a:avLst/>
                    <a:gdLst>
                      <a:gd name="connsiteX0" fmla="*/ 15339 w 15338"/>
                      <a:gd name="connsiteY0" fmla="*/ 0 h 7347"/>
                      <a:gd name="connsiteX1" fmla="*/ 13255 w 15338"/>
                      <a:gd name="connsiteY1" fmla="*/ 4610 h 7347"/>
                      <a:gd name="connsiteX2" fmla="*/ 9708 w 15338"/>
                      <a:gd name="connsiteY2" fmla="*/ 7093 h 7347"/>
                      <a:gd name="connsiteX3" fmla="*/ 4876 w 15338"/>
                      <a:gd name="connsiteY3" fmla="*/ 6251 h 7347"/>
                      <a:gd name="connsiteX4" fmla="*/ 0 w 15338"/>
                      <a:gd name="connsiteY4" fmla="*/ 0 h 7347"/>
                      <a:gd name="connsiteX5" fmla="*/ 4965 w 15338"/>
                      <a:gd name="connsiteY5" fmla="*/ 5497 h 7347"/>
                      <a:gd name="connsiteX6" fmla="*/ 7359 w 15338"/>
                      <a:gd name="connsiteY6" fmla="*/ 5807 h 7347"/>
                      <a:gd name="connsiteX7" fmla="*/ 9531 w 15338"/>
                      <a:gd name="connsiteY7" fmla="*/ 5054 h 7347"/>
                      <a:gd name="connsiteX8" fmla="*/ 15339 w 15338"/>
                      <a:gd name="connsiteY8" fmla="*/ 0 h 7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338" h="7347">
                        <a:moveTo>
                          <a:pt x="15339" y="0"/>
                        </a:moveTo>
                        <a:cubicBezTo>
                          <a:pt x="14895" y="1995"/>
                          <a:pt x="14186" y="3458"/>
                          <a:pt x="13255" y="4610"/>
                        </a:cubicBezTo>
                        <a:cubicBezTo>
                          <a:pt x="12324" y="5763"/>
                          <a:pt x="11127" y="6694"/>
                          <a:pt x="9708" y="7093"/>
                        </a:cubicBezTo>
                        <a:cubicBezTo>
                          <a:pt x="8290" y="7581"/>
                          <a:pt x="6605" y="7403"/>
                          <a:pt x="4876" y="6251"/>
                        </a:cubicBezTo>
                        <a:cubicBezTo>
                          <a:pt x="3148" y="5142"/>
                          <a:pt x="1463" y="2704"/>
                          <a:pt x="0" y="0"/>
                        </a:cubicBezTo>
                        <a:cubicBezTo>
                          <a:pt x="1596" y="3014"/>
                          <a:pt x="3325" y="4832"/>
                          <a:pt x="4965" y="5497"/>
                        </a:cubicBezTo>
                        <a:cubicBezTo>
                          <a:pt x="5807" y="5940"/>
                          <a:pt x="6605" y="5763"/>
                          <a:pt x="7359" y="5807"/>
                        </a:cubicBezTo>
                        <a:cubicBezTo>
                          <a:pt x="8113" y="5586"/>
                          <a:pt x="8866" y="5453"/>
                          <a:pt x="9531" y="5054"/>
                        </a:cubicBezTo>
                        <a:cubicBezTo>
                          <a:pt x="12280" y="3502"/>
                          <a:pt x="14097" y="1241"/>
                          <a:pt x="1533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21" name="Forme libre : forme 22520">
                    <a:extLst>
                      <a:ext uri="{FF2B5EF4-FFF2-40B4-BE49-F238E27FC236}">
                        <a16:creationId xmlns:a16="http://schemas.microsoft.com/office/drawing/2014/main" id="{29D59C47-610A-4B18-9738-38864DC75D5C}"/>
                      </a:ext>
                    </a:extLst>
                  </p:cNvPr>
                  <p:cNvSpPr/>
                  <p:nvPr/>
                </p:nvSpPr>
                <p:spPr>
                  <a:xfrm>
                    <a:off x="7529042" y="1030473"/>
                    <a:ext cx="28903" cy="22121"/>
                  </a:xfrm>
                  <a:custGeom>
                    <a:avLst/>
                    <a:gdLst>
                      <a:gd name="connsiteX0" fmla="*/ 28904 w 28903"/>
                      <a:gd name="connsiteY0" fmla="*/ 22121 h 22121"/>
                      <a:gd name="connsiteX1" fmla="*/ 15915 w 28903"/>
                      <a:gd name="connsiteY1" fmla="*/ 7403 h 22121"/>
                      <a:gd name="connsiteX2" fmla="*/ 0 w 28903"/>
                      <a:gd name="connsiteY2" fmla="*/ 0 h 22121"/>
                      <a:gd name="connsiteX3" fmla="*/ 15782 w 28903"/>
                      <a:gd name="connsiteY3" fmla="*/ 8068 h 22121"/>
                      <a:gd name="connsiteX4" fmla="*/ 28904 w 28903"/>
                      <a:gd name="connsiteY4" fmla="*/ 22121 h 2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03" h="22121">
                        <a:moveTo>
                          <a:pt x="28904" y="22121"/>
                        </a:moveTo>
                        <a:cubicBezTo>
                          <a:pt x="25668" y="16580"/>
                          <a:pt x="21146" y="11304"/>
                          <a:pt x="15915" y="7403"/>
                        </a:cubicBezTo>
                        <a:cubicBezTo>
                          <a:pt x="10728" y="3502"/>
                          <a:pt x="5054" y="1108"/>
                          <a:pt x="0" y="0"/>
                        </a:cubicBezTo>
                        <a:cubicBezTo>
                          <a:pt x="4743" y="798"/>
                          <a:pt x="10551" y="3724"/>
                          <a:pt x="15782" y="8068"/>
                        </a:cubicBezTo>
                        <a:cubicBezTo>
                          <a:pt x="20968" y="12413"/>
                          <a:pt x="25490" y="17821"/>
                          <a:pt x="28904" y="2212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22" name="Forme libre : forme 22521">
                    <a:extLst>
                      <a:ext uri="{FF2B5EF4-FFF2-40B4-BE49-F238E27FC236}">
                        <a16:creationId xmlns:a16="http://schemas.microsoft.com/office/drawing/2014/main" id="{4DFF134F-2FB9-4A1B-B3D1-1F61975EDF36}"/>
                      </a:ext>
                    </a:extLst>
                  </p:cNvPr>
                  <p:cNvSpPr/>
                  <p:nvPr/>
                </p:nvSpPr>
                <p:spPr>
                  <a:xfrm>
                    <a:off x="7550597" y="1073194"/>
                    <a:ext cx="3434" cy="17296"/>
                  </a:xfrm>
                  <a:custGeom>
                    <a:avLst/>
                    <a:gdLst>
                      <a:gd name="connsiteX0" fmla="*/ 2828 w 3434"/>
                      <a:gd name="connsiteY0" fmla="*/ 16948 h 17296"/>
                      <a:gd name="connsiteX1" fmla="*/ 434 w 3434"/>
                      <a:gd name="connsiteY1" fmla="*/ 9013 h 17296"/>
                      <a:gd name="connsiteX2" fmla="*/ 966 w 3434"/>
                      <a:gd name="connsiteY2" fmla="*/ 58 h 17296"/>
                      <a:gd name="connsiteX3" fmla="*/ 3094 w 3434"/>
                      <a:gd name="connsiteY3" fmla="*/ 6575 h 17296"/>
                      <a:gd name="connsiteX4" fmla="*/ 2828 w 3434"/>
                      <a:gd name="connsiteY4" fmla="*/ 16948 h 17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34" h="17296">
                        <a:moveTo>
                          <a:pt x="2828" y="16948"/>
                        </a:moveTo>
                        <a:cubicBezTo>
                          <a:pt x="1764" y="19032"/>
                          <a:pt x="700" y="11185"/>
                          <a:pt x="434" y="9013"/>
                        </a:cubicBezTo>
                        <a:cubicBezTo>
                          <a:pt x="124" y="6663"/>
                          <a:pt x="-586" y="501"/>
                          <a:pt x="966" y="58"/>
                        </a:cubicBezTo>
                        <a:cubicBezTo>
                          <a:pt x="2473" y="-607"/>
                          <a:pt x="2916" y="4624"/>
                          <a:pt x="3094" y="6575"/>
                        </a:cubicBezTo>
                        <a:cubicBezTo>
                          <a:pt x="3271" y="8259"/>
                          <a:pt x="3892" y="14687"/>
                          <a:pt x="2828" y="1694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23" name="Forme libre : forme 22522">
                    <a:extLst>
                      <a:ext uri="{FF2B5EF4-FFF2-40B4-BE49-F238E27FC236}">
                        <a16:creationId xmlns:a16="http://schemas.microsoft.com/office/drawing/2014/main" id="{34645788-F106-4B40-B8D2-31B92DCF6E65}"/>
                      </a:ext>
                    </a:extLst>
                  </p:cNvPr>
                  <p:cNvSpPr/>
                  <p:nvPr/>
                </p:nvSpPr>
                <p:spPr>
                  <a:xfrm>
                    <a:off x="7553158" y="1086885"/>
                    <a:ext cx="1145" cy="5424"/>
                  </a:xfrm>
                  <a:custGeom>
                    <a:avLst/>
                    <a:gdLst>
                      <a:gd name="connsiteX0" fmla="*/ 1019 w 1145"/>
                      <a:gd name="connsiteY0" fmla="*/ 4720 h 5424"/>
                      <a:gd name="connsiteX1" fmla="*/ 221 w 1145"/>
                      <a:gd name="connsiteY1" fmla="*/ 4277 h 5424"/>
                      <a:gd name="connsiteX2" fmla="*/ 177 w 1145"/>
                      <a:gd name="connsiteY2" fmla="*/ 597 h 5424"/>
                      <a:gd name="connsiteX3" fmla="*/ 975 w 1145"/>
                      <a:gd name="connsiteY3" fmla="*/ 996 h 5424"/>
                      <a:gd name="connsiteX4" fmla="*/ 1019 w 1145"/>
                      <a:gd name="connsiteY4" fmla="*/ 4720 h 5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" h="5424">
                        <a:moveTo>
                          <a:pt x="1019" y="4720"/>
                        </a:moveTo>
                        <a:cubicBezTo>
                          <a:pt x="709" y="6183"/>
                          <a:pt x="354" y="5030"/>
                          <a:pt x="221" y="4277"/>
                        </a:cubicBezTo>
                        <a:cubicBezTo>
                          <a:pt x="88" y="3523"/>
                          <a:pt x="-178" y="1838"/>
                          <a:pt x="177" y="597"/>
                        </a:cubicBezTo>
                        <a:cubicBezTo>
                          <a:pt x="532" y="-644"/>
                          <a:pt x="842" y="331"/>
                          <a:pt x="975" y="996"/>
                        </a:cubicBezTo>
                        <a:cubicBezTo>
                          <a:pt x="1064" y="1705"/>
                          <a:pt x="1285" y="3257"/>
                          <a:pt x="1019" y="47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24" name="Forme libre : forme 22523">
                    <a:extLst>
                      <a:ext uri="{FF2B5EF4-FFF2-40B4-BE49-F238E27FC236}">
                        <a16:creationId xmlns:a16="http://schemas.microsoft.com/office/drawing/2014/main" id="{531094AA-D248-486F-8331-D92A5387C4EB}"/>
                      </a:ext>
                    </a:extLst>
                  </p:cNvPr>
                  <p:cNvSpPr/>
                  <p:nvPr/>
                </p:nvSpPr>
                <p:spPr>
                  <a:xfrm>
                    <a:off x="7556217" y="1062722"/>
                    <a:ext cx="4570" cy="53344"/>
                  </a:xfrm>
                  <a:custGeom>
                    <a:avLst/>
                    <a:gdLst>
                      <a:gd name="connsiteX0" fmla="*/ 2615 w 4570"/>
                      <a:gd name="connsiteY0" fmla="*/ 21480 h 53344"/>
                      <a:gd name="connsiteX1" fmla="*/ 1951 w 4570"/>
                      <a:gd name="connsiteY1" fmla="*/ 48300 h 53344"/>
                      <a:gd name="connsiteX2" fmla="*/ 1773 w 4570"/>
                      <a:gd name="connsiteY2" fmla="*/ 51403 h 53344"/>
                      <a:gd name="connsiteX3" fmla="*/ 1596 w 4570"/>
                      <a:gd name="connsiteY3" fmla="*/ 52644 h 53344"/>
                      <a:gd name="connsiteX4" fmla="*/ 1463 w 4570"/>
                      <a:gd name="connsiteY4" fmla="*/ 53132 h 53344"/>
                      <a:gd name="connsiteX5" fmla="*/ 709 w 4570"/>
                      <a:gd name="connsiteY5" fmla="*/ 52467 h 53344"/>
                      <a:gd name="connsiteX6" fmla="*/ 0 w 4570"/>
                      <a:gd name="connsiteY6" fmla="*/ 44576 h 53344"/>
                      <a:gd name="connsiteX7" fmla="*/ 266 w 4570"/>
                      <a:gd name="connsiteY7" fmla="*/ 18909 h 53344"/>
                      <a:gd name="connsiteX8" fmla="*/ 310 w 4570"/>
                      <a:gd name="connsiteY8" fmla="*/ 8446 h 53344"/>
                      <a:gd name="connsiteX9" fmla="*/ 2660 w 4570"/>
                      <a:gd name="connsiteY9" fmla="*/ 999 h 53344"/>
                      <a:gd name="connsiteX10" fmla="*/ 4566 w 4570"/>
                      <a:gd name="connsiteY10" fmla="*/ 644 h 53344"/>
                      <a:gd name="connsiteX11" fmla="*/ 4123 w 4570"/>
                      <a:gd name="connsiteY11" fmla="*/ 5920 h 53344"/>
                      <a:gd name="connsiteX12" fmla="*/ 2615 w 4570"/>
                      <a:gd name="connsiteY12" fmla="*/ 21480 h 53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570" h="53344">
                        <a:moveTo>
                          <a:pt x="2615" y="21480"/>
                        </a:moveTo>
                        <a:cubicBezTo>
                          <a:pt x="2261" y="29459"/>
                          <a:pt x="2261" y="36198"/>
                          <a:pt x="1951" y="48300"/>
                        </a:cubicBezTo>
                        <a:cubicBezTo>
                          <a:pt x="1906" y="49408"/>
                          <a:pt x="1862" y="50472"/>
                          <a:pt x="1773" y="51403"/>
                        </a:cubicBezTo>
                        <a:lnTo>
                          <a:pt x="1596" y="52644"/>
                        </a:lnTo>
                        <a:cubicBezTo>
                          <a:pt x="1551" y="52955"/>
                          <a:pt x="1507" y="52999"/>
                          <a:pt x="1463" y="53132"/>
                        </a:cubicBezTo>
                        <a:cubicBezTo>
                          <a:pt x="1241" y="53531"/>
                          <a:pt x="975" y="53398"/>
                          <a:pt x="709" y="52467"/>
                        </a:cubicBezTo>
                        <a:cubicBezTo>
                          <a:pt x="177" y="50561"/>
                          <a:pt x="44" y="47901"/>
                          <a:pt x="0" y="44576"/>
                        </a:cubicBezTo>
                        <a:cubicBezTo>
                          <a:pt x="0" y="33538"/>
                          <a:pt x="44" y="25780"/>
                          <a:pt x="266" y="18909"/>
                        </a:cubicBezTo>
                        <a:cubicBezTo>
                          <a:pt x="310" y="16781"/>
                          <a:pt x="88" y="12126"/>
                          <a:pt x="310" y="8446"/>
                        </a:cubicBezTo>
                        <a:cubicBezTo>
                          <a:pt x="488" y="4634"/>
                          <a:pt x="1197" y="2196"/>
                          <a:pt x="2660" y="999"/>
                        </a:cubicBezTo>
                        <a:cubicBezTo>
                          <a:pt x="4123" y="-242"/>
                          <a:pt x="4522" y="-287"/>
                          <a:pt x="4566" y="644"/>
                        </a:cubicBezTo>
                        <a:cubicBezTo>
                          <a:pt x="4610" y="1531"/>
                          <a:pt x="4300" y="3880"/>
                          <a:pt x="4123" y="5920"/>
                        </a:cubicBezTo>
                        <a:cubicBezTo>
                          <a:pt x="3635" y="9954"/>
                          <a:pt x="2926" y="15584"/>
                          <a:pt x="2615" y="2148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09" name="Graphique 2">
                  <a:extLst>
                    <a:ext uri="{FF2B5EF4-FFF2-40B4-BE49-F238E27FC236}">
                      <a16:creationId xmlns:a16="http://schemas.microsoft.com/office/drawing/2014/main" id="{325C6EE1-8D34-4FC5-AF40-A0BAA34BF5B2}"/>
                    </a:ext>
                  </a:extLst>
                </p:cNvPr>
                <p:cNvGrpSpPr/>
                <p:nvPr/>
              </p:nvGrpSpPr>
              <p:grpSpPr>
                <a:xfrm>
                  <a:off x="7558877" y="1052673"/>
                  <a:ext cx="34056" cy="93778"/>
                  <a:chOff x="7558877" y="1052673"/>
                  <a:chExt cx="34056" cy="93778"/>
                </a:xfrm>
                <a:solidFill>
                  <a:schemeClr val="accent1"/>
                </a:solidFill>
              </p:grpSpPr>
              <p:sp>
                <p:nvSpPr>
                  <p:cNvPr id="22501" name="Forme libre : forme 22500">
                    <a:extLst>
                      <a:ext uri="{FF2B5EF4-FFF2-40B4-BE49-F238E27FC236}">
                        <a16:creationId xmlns:a16="http://schemas.microsoft.com/office/drawing/2014/main" id="{BBDD3D20-1141-448B-93C8-FB7CCC5993EB}"/>
                      </a:ext>
                    </a:extLst>
                  </p:cNvPr>
                  <p:cNvSpPr/>
                  <p:nvPr/>
                </p:nvSpPr>
                <p:spPr>
                  <a:xfrm>
                    <a:off x="7558877" y="1052673"/>
                    <a:ext cx="34056" cy="93778"/>
                  </a:xfrm>
                  <a:custGeom>
                    <a:avLst/>
                    <a:gdLst>
                      <a:gd name="connsiteX0" fmla="*/ 32716 w 34056"/>
                      <a:gd name="connsiteY0" fmla="*/ 54581 h 93778"/>
                      <a:gd name="connsiteX1" fmla="*/ 26998 w 34056"/>
                      <a:gd name="connsiteY1" fmla="*/ 81357 h 93778"/>
                      <a:gd name="connsiteX2" fmla="*/ 18708 w 34056"/>
                      <a:gd name="connsiteY2" fmla="*/ 92706 h 93778"/>
                      <a:gd name="connsiteX3" fmla="*/ 13299 w 34056"/>
                      <a:gd name="connsiteY3" fmla="*/ 93770 h 93778"/>
                      <a:gd name="connsiteX4" fmla="*/ 7049 w 34056"/>
                      <a:gd name="connsiteY4" fmla="*/ 93061 h 93778"/>
                      <a:gd name="connsiteX5" fmla="*/ 2217 w 34056"/>
                      <a:gd name="connsiteY5" fmla="*/ 86500 h 93778"/>
                      <a:gd name="connsiteX6" fmla="*/ 222 w 34056"/>
                      <a:gd name="connsiteY6" fmla="*/ 75683 h 93778"/>
                      <a:gd name="connsiteX7" fmla="*/ 0 w 34056"/>
                      <a:gd name="connsiteY7" fmla="*/ 70851 h 93778"/>
                      <a:gd name="connsiteX8" fmla="*/ 44 w 34056"/>
                      <a:gd name="connsiteY8" fmla="*/ 68413 h 93778"/>
                      <a:gd name="connsiteX9" fmla="*/ 266 w 34056"/>
                      <a:gd name="connsiteY9" fmla="*/ 64645 h 93778"/>
                      <a:gd name="connsiteX10" fmla="*/ 1685 w 34056"/>
                      <a:gd name="connsiteY10" fmla="*/ 49350 h 93778"/>
                      <a:gd name="connsiteX11" fmla="*/ 3369 w 34056"/>
                      <a:gd name="connsiteY11" fmla="*/ 35652 h 93778"/>
                      <a:gd name="connsiteX12" fmla="*/ 4655 w 34056"/>
                      <a:gd name="connsiteY12" fmla="*/ 22707 h 93778"/>
                      <a:gd name="connsiteX13" fmla="*/ 3990 w 34056"/>
                      <a:gd name="connsiteY13" fmla="*/ 7502 h 93778"/>
                      <a:gd name="connsiteX14" fmla="*/ 3857 w 34056"/>
                      <a:gd name="connsiteY14" fmla="*/ 6349 h 93778"/>
                      <a:gd name="connsiteX15" fmla="*/ 7315 w 34056"/>
                      <a:gd name="connsiteY15" fmla="*/ 8123 h 93778"/>
                      <a:gd name="connsiteX16" fmla="*/ 11171 w 34056"/>
                      <a:gd name="connsiteY16" fmla="*/ 7325 h 93778"/>
                      <a:gd name="connsiteX17" fmla="*/ 12413 w 34056"/>
                      <a:gd name="connsiteY17" fmla="*/ 6216 h 93778"/>
                      <a:gd name="connsiteX18" fmla="*/ 13743 w 34056"/>
                      <a:gd name="connsiteY18" fmla="*/ 4842 h 93778"/>
                      <a:gd name="connsiteX19" fmla="*/ 16580 w 34056"/>
                      <a:gd name="connsiteY19" fmla="*/ 2138 h 93778"/>
                      <a:gd name="connsiteX20" fmla="*/ 26421 w 34056"/>
                      <a:gd name="connsiteY20" fmla="*/ 1783 h 93778"/>
                      <a:gd name="connsiteX21" fmla="*/ 33337 w 34056"/>
                      <a:gd name="connsiteY21" fmla="*/ 18585 h 93778"/>
                      <a:gd name="connsiteX22" fmla="*/ 32716 w 34056"/>
                      <a:gd name="connsiteY22" fmla="*/ 54581 h 93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4056" h="93778">
                        <a:moveTo>
                          <a:pt x="32716" y="54581"/>
                        </a:moveTo>
                        <a:cubicBezTo>
                          <a:pt x="31874" y="62162"/>
                          <a:pt x="29968" y="74087"/>
                          <a:pt x="26998" y="81357"/>
                        </a:cubicBezTo>
                        <a:cubicBezTo>
                          <a:pt x="24072" y="88849"/>
                          <a:pt x="20702" y="91287"/>
                          <a:pt x="18708" y="92706"/>
                        </a:cubicBezTo>
                        <a:cubicBezTo>
                          <a:pt x="16757" y="93947"/>
                          <a:pt x="15028" y="93770"/>
                          <a:pt x="13299" y="93770"/>
                        </a:cubicBezTo>
                        <a:cubicBezTo>
                          <a:pt x="11526" y="93681"/>
                          <a:pt x="10019" y="93992"/>
                          <a:pt x="7049" y="93061"/>
                        </a:cubicBezTo>
                        <a:cubicBezTo>
                          <a:pt x="3990" y="91243"/>
                          <a:pt x="3236" y="89426"/>
                          <a:pt x="2217" y="86500"/>
                        </a:cubicBezTo>
                        <a:cubicBezTo>
                          <a:pt x="1330" y="83707"/>
                          <a:pt x="709" y="80027"/>
                          <a:pt x="222" y="75683"/>
                        </a:cubicBezTo>
                        <a:cubicBezTo>
                          <a:pt x="44" y="74176"/>
                          <a:pt x="0" y="72535"/>
                          <a:pt x="0" y="70851"/>
                        </a:cubicBezTo>
                        <a:cubicBezTo>
                          <a:pt x="0" y="70053"/>
                          <a:pt x="44" y="69211"/>
                          <a:pt x="44" y="68413"/>
                        </a:cubicBezTo>
                        <a:cubicBezTo>
                          <a:pt x="133" y="67171"/>
                          <a:pt x="177" y="65886"/>
                          <a:pt x="266" y="64645"/>
                        </a:cubicBezTo>
                        <a:cubicBezTo>
                          <a:pt x="665" y="58261"/>
                          <a:pt x="1241" y="52587"/>
                          <a:pt x="1685" y="49350"/>
                        </a:cubicBezTo>
                        <a:cubicBezTo>
                          <a:pt x="2350" y="44696"/>
                          <a:pt x="2926" y="40085"/>
                          <a:pt x="3369" y="35652"/>
                        </a:cubicBezTo>
                        <a:cubicBezTo>
                          <a:pt x="3768" y="31175"/>
                          <a:pt x="4256" y="27274"/>
                          <a:pt x="4655" y="22707"/>
                        </a:cubicBezTo>
                        <a:cubicBezTo>
                          <a:pt x="4965" y="13708"/>
                          <a:pt x="4123" y="8832"/>
                          <a:pt x="3990" y="7502"/>
                        </a:cubicBezTo>
                        <a:cubicBezTo>
                          <a:pt x="3768" y="5906"/>
                          <a:pt x="3680" y="6083"/>
                          <a:pt x="3857" y="6349"/>
                        </a:cubicBezTo>
                        <a:cubicBezTo>
                          <a:pt x="4034" y="6660"/>
                          <a:pt x="5187" y="8078"/>
                          <a:pt x="7315" y="8123"/>
                        </a:cubicBezTo>
                        <a:cubicBezTo>
                          <a:pt x="8379" y="8167"/>
                          <a:pt x="9664" y="7945"/>
                          <a:pt x="11171" y="7325"/>
                        </a:cubicBezTo>
                        <a:cubicBezTo>
                          <a:pt x="11526" y="7280"/>
                          <a:pt x="11969" y="6615"/>
                          <a:pt x="12413" y="6216"/>
                        </a:cubicBezTo>
                        <a:cubicBezTo>
                          <a:pt x="12856" y="5773"/>
                          <a:pt x="13299" y="5330"/>
                          <a:pt x="13743" y="4842"/>
                        </a:cubicBezTo>
                        <a:cubicBezTo>
                          <a:pt x="14629" y="3955"/>
                          <a:pt x="15605" y="3069"/>
                          <a:pt x="16580" y="2138"/>
                        </a:cubicBezTo>
                        <a:cubicBezTo>
                          <a:pt x="19240" y="-345"/>
                          <a:pt x="24160" y="-921"/>
                          <a:pt x="26421" y="1783"/>
                        </a:cubicBezTo>
                        <a:cubicBezTo>
                          <a:pt x="29613" y="5995"/>
                          <a:pt x="32362" y="8433"/>
                          <a:pt x="33337" y="18585"/>
                        </a:cubicBezTo>
                        <a:cubicBezTo>
                          <a:pt x="34401" y="27628"/>
                          <a:pt x="34356" y="40262"/>
                          <a:pt x="32716" y="5458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02" name="Forme libre : forme 22501">
                    <a:extLst>
                      <a:ext uri="{FF2B5EF4-FFF2-40B4-BE49-F238E27FC236}">
                        <a16:creationId xmlns:a16="http://schemas.microsoft.com/office/drawing/2014/main" id="{04E107C6-606D-4996-AC65-BD979A57D331}"/>
                      </a:ext>
                    </a:extLst>
                  </p:cNvPr>
                  <p:cNvSpPr/>
                  <p:nvPr/>
                </p:nvSpPr>
                <p:spPr>
                  <a:xfrm>
                    <a:off x="7558893" y="1054323"/>
                    <a:ext cx="33941" cy="92065"/>
                  </a:xfrm>
                  <a:custGeom>
                    <a:avLst/>
                    <a:gdLst>
                      <a:gd name="connsiteX0" fmla="*/ 16431 w 33941"/>
                      <a:gd name="connsiteY0" fmla="*/ 66009 h 92065"/>
                      <a:gd name="connsiteX1" fmla="*/ 9382 w 33941"/>
                      <a:gd name="connsiteY1" fmla="*/ 81259 h 92065"/>
                      <a:gd name="connsiteX2" fmla="*/ 7520 w 33941"/>
                      <a:gd name="connsiteY2" fmla="*/ 82278 h 92065"/>
                      <a:gd name="connsiteX3" fmla="*/ 5171 w 33941"/>
                      <a:gd name="connsiteY3" fmla="*/ 81746 h 92065"/>
                      <a:gd name="connsiteX4" fmla="*/ 2600 w 33941"/>
                      <a:gd name="connsiteY4" fmla="*/ 77623 h 92065"/>
                      <a:gd name="connsiteX5" fmla="*/ 73 w 33941"/>
                      <a:gd name="connsiteY5" fmla="*/ 66009 h 92065"/>
                      <a:gd name="connsiteX6" fmla="*/ 250 w 33941"/>
                      <a:gd name="connsiteY6" fmla="*/ 73944 h 92065"/>
                      <a:gd name="connsiteX7" fmla="*/ 1491 w 33941"/>
                      <a:gd name="connsiteY7" fmla="*/ 81924 h 92065"/>
                      <a:gd name="connsiteX8" fmla="*/ 4816 w 33941"/>
                      <a:gd name="connsiteY8" fmla="*/ 89637 h 92065"/>
                      <a:gd name="connsiteX9" fmla="*/ 6545 w 33941"/>
                      <a:gd name="connsiteY9" fmla="*/ 90834 h 92065"/>
                      <a:gd name="connsiteX10" fmla="*/ 6811 w 33941"/>
                      <a:gd name="connsiteY10" fmla="*/ 90967 h 92065"/>
                      <a:gd name="connsiteX11" fmla="*/ 6944 w 33941"/>
                      <a:gd name="connsiteY11" fmla="*/ 91011 h 92065"/>
                      <a:gd name="connsiteX12" fmla="*/ 7033 w 33941"/>
                      <a:gd name="connsiteY12" fmla="*/ 91056 h 92065"/>
                      <a:gd name="connsiteX13" fmla="*/ 7033 w 33941"/>
                      <a:gd name="connsiteY13" fmla="*/ 91056 h 92065"/>
                      <a:gd name="connsiteX14" fmla="*/ 7033 w 33941"/>
                      <a:gd name="connsiteY14" fmla="*/ 91366 h 92065"/>
                      <a:gd name="connsiteX15" fmla="*/ 7033 w 33941"/>
                      <a:gd name="connsiteY15" fmla="*/ 91366 h 92065"/>
                      <a:gd name="connsiteX16" fmla="*/ 7033 w 33941"/>
                      <a:gd name="connsiteY16" fmla="*/ 91366 h 92065"/>
                      <a:gd name="connsiteX17" fmla="*/ 7077 w 33941"/>
                      <a:gd name="connsiteY17" fmla="*/ 91366 h 92065"/>
                      <a:gd name="connsiteX18" fmla="*/ 7609 w 33941"/>
                      <a:gd name="connsiteY18" fmla="*/ 91499 h 92065"/>
                      <a:gd name="connsiteX19" fmla="*/ 8584 w 33941"/>
                      <a:gd name="connsiteY19" fmla="*/ 91721 h 92065"/>
                      <a:gd name="connsiteX20" fmla="*/ 11687 w 33941"/>
                      <a:gd name="connsiteY20" fmla="*/ 92031 h 92065"/>
                      <a:gd name="connsiteX21" fmla="*/ 18647 w 33941"/>
                      <a:gd name="connsiteY21" fmla="*/ 90967 h 92065"/>
                      <a:gd name="connsiteX22" fmla="*/ 21307 w 33941"/>
                      <a:gd name="connsiteY22" fmla="*/ 88751 h 92065"/>
                      <a:gd name="connsiteX23" fmla="*/ 27646 w 33941"/>
                      <a:gd name="connsiteY23" fmla="*/ 77402 h 92065"/>
                      <a:gd name="connsiteX24" fmla="*/ 30262 w 33941"/>
                      <a:gd name="connsiteY24" fmla="*/ 67782 h 92065"/>
                      <a:gd name="connsiteX25" fmla="*/ 32035 w 33941"/>
                      <a:gd name="connsiteY25" fmla="*/ 57630 h 92065"/>
                      <a:gd name="connsiteX26" fmla="*/ 32611 w 33941"/>
                      <a:gd name="connsiteY26" fmla="*/ 52931 h 92065"/>
                      <a:gd name="connsiteX27" fmla="*/ 33853 w 33941"/>
                      <a:gd name="connsiteY27" fmla="*/ 25712 h 92065"/>
                      <a:gd name="connsiteX28" fmla="*/ 29109 w 33941"/>
                      <a:gd name="connsiteY28" fmla="*/ 3945 h 92065"/>
                      <a:gd name="connsiteX29" fmla="*/ 26272 w 33941"/>
                      <a:gd name="connsiteY29" fmla="*/ 133 h 92065"/>
                      <a:gd name="connsiteX30" fmla="*/ 26139 w 33941"/>
                      <a:gd name="connsiteY30" fmla="*/ 0 h 92065"/>
                      <a:gd name="connsiteX31" fmla="*/ 22105 w 33941"/>
                      <a:gd name="connsiteY31" fmla="*/ 33736 h 92065"/>
                      <a:gd name="connsiteX32" fmla="*/ 16431 w 33941"/>
                      <a:gd name="connsiteY32" fmla="*/ 66009 h 92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3941" h="92065">
                        <a:moveTo>
                          <a:pt x="16431" y="66009"/>
                        </a:moveTo>
                        <a:cubicBezTo>
                          <a:pt x="14657" y="72481"/>
                          <a:pt x="13062" y="77358"/>
                          <a:pt x="9382" y="81259"/>
                        </a:cubicBezTo>
                        <a:cubicBezTo>
                          <a:pt x="8850" y="81702"/>
                          <a:pt x="8274" y="82057"/>
                          <a:pt x="7520" y="82278"/>
                        </a:cubicBezTo>
                        <a:cubicBezTo>
                          <a:pt x="6767" y="82544"/>
                          <a:pt x="5836" y="82145"/>
                          <a:pt x="5171" y="81746"/>
                        </a:cubicBezTo>
                        <a:cubicBezTo>
                          <a:pt x="3929" y="80682"/>
                          <a:pt x="3220" y="79175"/>
                          <a:pt x="2600" y="77623"/>
                        </a:cubicBezTo>
                        <a:cubicBezTo>
                          <a:pt x="1403" y="74432"/>
                          <a:pt x="649" y="70531"/>
                          <a:pt x="73" y="66009"/>
                        </a:cubicBezTo>
                        <a:cubicBezTo>
                          <a:pt x="-60" y="68580"/>
                          <a:pt x="-16" y="71461"/>
                          <a:pt x="250" y="73944"/>
                        </a:cubicBezTo>
                        <a:cubicBezTo>
                          <a:pt x="560" y="76959"/>
                          <a:pt x="1003" y="79574"/>
                          <a:pt x="1491" y="81924"/>
                        </a:cubicBezTo>
                        <a:cubicBezTo>
                          <a:pt x="2289" y="85204"/>
                          <a:pt x="3087" y="87731"/>
                          <a:pt x="4816" y="89637"/>
                        </a:cubicBezTo>
                        <a:cubicBezTo>
                          <a:pt x="5259" y="90080"/>
                          <a:pt x="5836" y="90524"/>
                          <a:pt x="6545" y="90834"/>
                        </a:cubicBezTo>
                        <a:lnTo>
                          <a:pt x="6811" y="90967"/>
                        </a:lnTo>
                        <a:lnTo>
                          <a:pt x="6944" y="91011"/>
                        </a:lnTo>
                        <a:lnTo>
                          <a:pt x="7033" y="91056"/>
                        </a:lnTo>
                        <a:lnTo>
                          <a:pt x="7033" y="91056"/>
                        </a:lnTo>
                        <a:cubicBezTo>
                          <a:pt x="7033" y="91189"/>
                          <a:pt x="7033" y="90745"/>
                          <a:pt x="7033" y="91366"/>
                        </a:cubicBezTo>
                        <a:lnTo>
                          <a:pt x="7033" y="91366"/>
                        </a:lnTo>
                        <a:lnTo>
                          <a:pt x="7033" y="91366"/>
                        </a:lnTo>
                        <a:lnTo>
                          <a:pt x="7077" y="91366"/>
                        </a:lnTo>
                        <a:lnTo>
                          <a:pt x="7609" y="91499"/>
                        </a:lnTo>
                        <a:cubicBezTo>
                          <a:pt x="7963" y="91588"/>
                          <a:pt x="8274" y="91676"/>
                          <a:pt x="8584" y="91721"/>
                        </a:cubicBezTo>
                        <a:cubicBezTo>
                          <a:pt x="9826" y="92031"/>
                          <a:pt x="10801" y="91987"/>
                          <a:pt x="11687" y="92031"/>
                        </a:cubicBezTo>
                        <a:cubicBezTo>
                          <a:pt x="13993" y="91942"/>
                          <a:pt x="16120" y="92519"/>
                          <a:pt x="18647" y="90967"/>
                        </a:cubicBezTo>
                        <a:cubicBezTo>
                          <a:pt x="19401" y="90524"/>
                          <a:pt x="20332" y="89770"/>
                          <a:pt x="21307" y="88751"/>
                        </a:cubicBezTo>
                        <a:cubicBezTo>
                          <a:pt x="23258" y="86889"/>
                          <a:pt x="25696" y="83298"/>
                          <a:pt x="27646" y="77402"/>
                        </a:cubicBezTo>
                        <a:cubicBezTo>
                          <a:pt x="28666" y="74786"/>
                          <a:pt x="29464" y="70974"/>
                          <a:pt x="30262" y="67782"/>
                        </a:cubicBezTo>
                        <a:cubicBezTo>
                          <a:pt x="30971" y="64236"/>
                          <a:pt x="31548" y="60689"/>
                          <a:pt x="32035" y="57630"/>
                        </a:cubicBezTo>
                        <a:cubicBezTo>
                          <a:pt x="32257" y="55946"/>
                          <a:pt x="32434" y="54350"/>
                          <a:pt x="32611" y="52931"/>
                        </a:cubicBezTo>
                        <a:cubicBezTo>
                          <a:pt x="33809" y="42868"/>
                          <a:pt x="34119" y="33426"/>
                          <a:pt x="33853" y="25712"/>
                        </a:cubicBezTo>
                        <a:cubicBezTo>
                          <a:pt x="33410" y="15117"/>
                          <a:pt x="31814" y="6871"/>
                          <a:pt x="29109" y="3945"/>
                        </a:cubicBezTo>
                        <a:cubicBezTo>
                          <a:pt x="28223" y="2616"/>
                          <a:pt x="27292" y="1374"/>
                          <a:pt x="26272" y="133"/>
                        </a:cubicBezTo>
                        <a:lnTo>
                          <a:pt x="26139" y="0"/>
                        </a:lnTo>
                        <a:cubicBezTo>
                          <a:pt x="24809" y="11127"/>
                          <a:pt x="23435" y="22431"/>
                          <a:pt x="22105" y="33736"/>
                        </a:cubicBezTo>
                        <a:cubicBezTo>
                          <a:pt x="20642" y="45617"/>
                          <a:pt x="18825" y="57098"/>
                          <a:pt x="16431" y="6600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03" name="Forme libre : forme 22502">
                    <a:extLst>
                      <a:ext uri="{FF2B5EF4-FFF2-40B4-BE49-F238E27FC236}">
                        <a16:creationId xmlns:a16="http://schemas.microsoft.com/office/drawing/2014/main" id="{FC1DFF49-7B98-4750-9546-E3DCF9BDFAF2}"/>
                      </a:ext>
                    </a:extLst>
                  </p:cNvPr>
                  <p:cNvSpPr/>
                  <p:nvPr/>
                </p:nvSpPr>
                <p:spPr>
                  <a:xfrm>
                    <a:off x="7571495" y="1070879"/>
                    <a:ext cx="10839" cy="48212"/>
                  </a:xfrm>
                  <a:custGeom>
                    <a:avLst/>
                    <a:gdLst>
                      <a:gd name="connsiteX0" fmla="*/ 7951 w 10839"/>
                      <a:gd name="connsiteY0" fmla="*/ 333 h 48212"/>
                      <a:gd name="connsiteX1" fmla="*/ 10833 w 10839"/>
                      <a:gd name="connsiteY1" fmla="*/ 15406 h 48212"/>
                      <a:gd name="connsiteX2" fmla="*/ 9148 w 10839"/>
                      <a:gd name="connsiteY2" fmla="*/ 34823 h 48212"/>
                      <a:gd name="connsiteX3" fmla="*/ 5247 w 10839"/>
                      <a:gd name="connsiteY3" fmla="*/ 46260 h 48212"/>
                      <a:gd name="connsiteX4" fmla="*/ 1346 w 10839"/>
                      <a:gd name="connsiteY4" fmla="*/ 45241 h 48212"/>
                      <a:gd name="connsiteX5" fmla="*/ 991 w 10839"/>
                      <a:gd name="connsiteY5" fmla="*/ 42936 h 48212"/>
                      <a:gd name="connsiteX6" fmla="*/ 636 w 10839"/>
                      <a:gd name="connsiteY6" fmla="*/ 39965 h 48212"/>
                      <a:gd name="connsiteX7" fmla="*/ 193 w 10839"/>
                      <a:gd name="connsiteY7" fmla="*/ 34291 h 48212"/>
                      <a:gd name="connsiteX8" fmla="*/ 16 w 10839"/>
                      <a:gd name="connsiteY8" fmla="*/ 24671 h 48212"/>
                      <a:gd name="connsiteX9" fmla="*/ 858 w 10839"/>
                      <a:gd name="connsiteY9" fmla="*/ 13455 h 48212"/>
                      <a:gd name="connsiteX10" fmla="*/ 2986 w 10839"/>
                      <a:gd name="connsiteY10" fmla="*/ 4855 h 48212"/>
                      <a:gd name="connsiteX11" fmla="*/ 7951 w 10839"/>
                      <a:gd name="connsiteY11" fmla="*/ 333 h 48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839" h="48212">
                        <a:moveTo>
                          <a:pt x="7951" y="333"/>
                        </a:moveTo>
                        <a:cubicBezTo>
                          <a:pt x="10168" y="1663"/>
                          <a:pt x="10921" y="7737"/>
                          <a:pt x="10833" y="15406"/>
                        </a:cubicBezTo>
                        <a:cubicBezTo>
                          <a:pt x="10744" y="22942"/>
                          <a:pt x="9813" y="31409"/>
                          <a:pt x="9148" y="34823"/>
                        </a:cubicBezTo>
                        <a:cubicBezTo>
                          <a:pt x="8527" y="38591"/>
                          <a:pt x="6887" y="43822"/>
                          <a:pt x="5247" y="46260"/>
                        </a:cubicBezTo>
                        <a:cubicBezTo>
                          <a:pt x="3562" y="48699"/>
                          <a:pt x="2099" y="49363"/>
                          <a:pt x="1346" y="45241"/>
                        </a:cubicBezTo>
                        <a:cubicBezTo>
                          <a:pt x="1213" y="44443"/>
                          <a:pt x="1124" y="43689"/>
                          <a:pt x="991" y="42936"/>
                        </a:cubicBezTo>
                        <a:cubicBezTo>
                          <a:pt x="858" y="41916"/>
                          <a:pt x="725" y="40896"/>
                          <a:pt x="636" y="39965"/>
                        </a:cubicBezTo>
                        <a:cubicBezTo>
                          <a:pt x="415" y="38015"/>
                          <a:pt x="282" y="36109"/>
                          <a:pt x="193" y="34291"/>
                        </a:cubicBezTo>
                        <a:cubicBezTo>
                          <a:pt x="16" y="30656"/>
                          <a:pt x="-28" y="27420"/>
                          <a:pt x="16" y="24671"/>
                        </a:cubicBezTo>
                        <a:cubicBezTo>
                          <a:pt x="104" y="19174"/>
                          <a:pt x="548" y="15317"/>
                          <a:pt x="858" y="13455"/>
                        </a:cubicBezTo>
                        <a:cubicBezTo>
                          <a:pt x="1168" y="11593"/>
                          <a:pt x="1833" y="7870"/>
                          <a:pt x="2986" y="4855"/>
                        </a:cubicBezTo>
                        <a:cubicBezTo>
                          <a:pt x="4050" y="1885"/>
                          <a:pt x="5735" y="-996"/>
                          <a:pt x="7951" y="33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04" name="Forme libre : forme 22503">
                    <a:extLst>
                      <a:ext uri="{FF2B5EF4-FFF2-40B4-BE49-F238E27FC236}">
                        <a16:creationId xmlns:a16="http://schemas.microsoft.com/office/drawing/2014/main" id="{1C35DB79-281A-40EE-9CC3-845C99CE4B64}"/>
                      </a:ext>
                    </a:extLst>
                  </p:cNvPr>
                  <p:cNvSpPr/>
                  <p:nvPr/>
                </p:nvSpPr>
                <p:spPr>
                  <a:xfrm>
                    <a:off x="7571555" y="1092137"/>
                    <a:ext cx="10417" cy="26667"/>
                  </a:xfrm>
                  <a:custGeom>
                    <a:avLst/>
                    <a:gdLst>
                      <a:gd name="connsiteX0" fmla="*/ 0 w 10417"/>
                      <a:gd name="connsiteY0" fmla="*/ 2793 h 26667"/>
                      <a:gd name="connsiteX1" fmla="*/ 89 w 10417"/>
                      <a:gd name="connsiteY1" fmla="*/ 11969 h 26667"/>
                      <a:gd name="connsiteX2" fmla="*/ 355 w 10417"/>
                      <a:gd name="connsiteY2" fmla="*/ 18131 h 26667"/>
                      <a:gd name="connsiteX3" fmla="*/ 709 w 10417"/>
                      <a:gd name="connsiteY3" fmla="*/ 21501 h 26667"/>
                      <a:gd name="connsiteX4" fmla="*/ 975 w 10417"/>
                      <a:gd name="connsiteY4" fmla="*/ 23229 h 26667"/>
                      <a:gd name="connsiteX5" fmla="*/ 1197 w 10417"/>
                      <a:gd name="connsiteY5" fmla="*/ 24160 h 26667"/>
                      <a:gd name="connsiteX6" fmla="*/ 5143 w 10417"/>
                      <a:gd name="connsiteY6" fmla="*/ 24914 h 26667"/>
                      <a:gd name="connsiteX7" fmla="*/ 9132 w 10417"/>
                      <a:gd name="connsiteY7" fmla="*/ 13255 h 26667"/>
                      <a:gd name="connsiteX8" fmla="*/ 10418 w 10417"/>
                      <a:gd name="connsiteY8" fmla="*/ 0 h 26667"/>
                      <a:gd name="connsiteX9" fmla="*/ 9221 w 10417"/>
                      <a:gd name="connsiteY9" fmla="*/ 5985 h 26667"/>
                      <a:gd name="connsiteX10" fmla="*/ 4877 w 10417"/>
                      <a:gd name="connsiteY10" fmla="*/ 12280 h 26667"/>
                      <a:gd name="connsiteX11" fmla="*/ 3768 w 10417"/>
                      <a:gd name="connsiteY11" fmla="*/ 12102 h 26667"/>
                      <a:gd name="connsiteX12" fmla="*/ 2660 w 10417"/>
                      <a:gd name="connsiteY12" fmla="*/ 10728 h 26667"/>
                      <a:gd name="connsiteX13" fmla="*/ 0 w 10417"/>
                      <a:gd name="connsiteY13" fmla="*/ 2793 h 2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417" h="26667">
                        <a:moveTo>
                          <a:pt x="0" y="2793"/>
                        </a:moveTo>
                        <a:cubicBezTo>
                          <a:pt x="133" y="5054"/>
                          <a:pt x="44" y="8201"/>
                          <a:pt x="89" y="11969"/>
                        </a:cubicBezTo>
                        <a:cubicBezTo>
                          <a:pt x="133" y="13876"/>
                          <a:pt x="177" y="15959"/>
                          <a:pt x="355" y="18131"/>
                        </a:cubicBezTo>
                        <a:cubicBezTo>
                          <a:pt x="443" y="19240"/>
                          <a:pt x="576" y="20348"/>
                          <a:pt x="709" y="21501"/>
                        </a:cubicBezTo>
                        <a:cubicBezTo>
                          <a:pt x="798" y="22032"/>
                          <a:pt x="887" y="22609"/>
                          <a:pt x="975" y="23229"/>
                        </a:cubicBezTo>
                        <a:cubicBezTo>
                          <a:pt x="1064" y="23673"/>
                          <a:pt x="1108" y="23850"/>
                          <a:pt x="1197" y="24160"/>
                        </a:cubicBezTo>
                        <a:cubicBezTo>
                          <a:pt x="2128" y="27574"/>
                          <a:pt x="3547" y="27175"/>
                          <a:pt x="5143" y="24914"/>
                        </a:cubicBezTo>
                        <a:cubicBezTo>
                          <a:pt x="6738" y="22697"/>
                          <a:pt x="8290" y="17865"/>
                          <a:pt x="9132" y="13255"/>
                        </a:cubicBezTo>
                        <a:cubicBezTo>
                          <a:pt x="9664" y="10728"/>
                          <a:pt x="10374" y="3724"/>
                          <a:pt x="10418" y="0"/>
                        </a:cubicBezTo>
                        <a:cubicBezTo>
                          <a:pt x="10152" y="1773"/>
                          <a:pt x="9708" y="4788"/>
                          <a:pt x="9221" y="5985"/>
                        </a:cubicBezTo>
                        <a:cubicBezTo>
                          <a:pt x="7891" y="9398"/>
                          <a:pt x="6340" y="11925"/>
                          <a:pt x="4877" y="12280"/>
                        </a:cubicBezTo>
                        <a:cubicBezTo>
                          <a:pt x="4522" y="12368"/>
                          <a:pt x="4123" y="12324"/>
                          <a:pt x="3768" y="12102"/>
                        </a:cubicBezTo>
                        <a:cubicBezTo>
                          <a:pt x="3414" y="11881"/>
                          <a:pt x="3103" y="11703"/>
                          <a:pt x="2660" y="10728"/>
                        </a:cubicBezTo>
                        <a:cubicBezTo>
                          <a:pt x="1818" y="9043"/>
                          <a:pt x="931" y="6428"/>
                          <a:pt x="0" y="279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05" name="Forme libre : forme 22504">
                    <a:extLst>
                      <a:ext uri="{FF2B5EF4-FFF2-40B4-BE49-F238E27FC236}">
                        <a16:creationId xmlns:a16="http://schemas.microsoft.com/office/drawing/2014/main" id="{DBC6C098-2C00-4E19-8455-4307A2C7B07E}"/>
                      </a:ext>
                    </a:extLst>
                  </p:cNvPr>
                  <p:cNvSpPr/>
                  <p:nvPr/>
                </p:nvSpPr>
                <p:spPr>
                  <a:xfrm>
                    <a:off x="7572552" y="1068868"/>
                    <a:ext cx="11152" cy="50551"/>
                  </a:xfrm>
                  <a:custGeom>
                    <a:avLst/>
                    <a:gdLst>
                      <a:gd name="connsiteX0" fmla="*/ 8269 w 11152"/>
                      <a:gd name="connsiteY0" fmla="*/ 483 h 50551"/>
                      <a:gd name="connsiteX1" fmla="*/ 11150 w 11152"/>
                      <a:gd name="connsiteY1" fmla="*/ 16310 h 50551"/>
                      <a:gd name="connsiteX2" fmla="*/ 9554 w 11152"/>
                      <a:gd name="connsiteY2" fmla="*/ 36613 h 50551"/>
                      <a:gd name="connsiteX3" fmla="*/ 5476 w 11152"/>
                      <a:gd name="connsiteY3" fmla="*/ 48937 h 50551"/>
                      <a:gd name="connsiteX4" fmla="*/ 1176 w 11152"/>
                      <a:gd name="connsiteY4" fmla="*/ 47208 h 50551"/>
                      <a:gd name="connsiteX5" fmla="*/ 688 w 11152"/>
                      <a:gd name="connsiteY5" fmla="*/ 43662 h 50551"/>
                      <a:gd name="connsiteX6" fmla="*/ 200 w 11152"/>
                      <a:gd name="connsiteY6" fmla="*/ 38120 h 50551"/>
                      <a:gd name="connsiteX7" fmla="*/ 23 w 11152"/>
                      <a:gd name="connsiteY7" fmla="*/ 28323 h 50551"/>
                      <a:gd name="connsiteX8" fmla="*/ 954 w 11152"/>
                      <a:gd name="connsiteY8" fmla="*/ 16265 h 50551"/>
                      <a:gd name="connsiteX9" fmla="*/ 3126 w 11152"/>
                      <a:gd name="connsiteY9" fmla="*/ 5936 h 50551"/>
                      <a:gd name="connsiteX10" fmla="*/ 8269 w 11152"/>
                      <a:gd name="connsiteY10" fmla="*/ 483 h 50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152" h="50551">
                        <a:moveTo>
                          <a:pt x="8269" y="483"/>
                        </a:moveTo>
                        <a:cubicBezTo>
                          <a:pt x="10441" y="2345"/>
                          <a:pt x="11194" y="8640"/>
                          <a:pt x="11150" y="16310"/>
                        </a:cubicBezTo>
                        <a:cubicBezTo>
                          <a:pt x="11150" y="23979"/>
                          <a:pt x="10219" y="32313"/>
                          <a:pt x="9554" y="36613"/>
                        </a:cubicBezTo>
                        <a:cubicBezTo>
                          <a:pt x="8889" y="40958"/>
                          <a:pt x="7249" y="46632"/>
                          <a:pt x="5476" y="48937"/>
                        </a:cubicBezTo>
                        <a:cubicBezTo>
                          <a:pt x="3702" y="51242"/>
                          <a:pt x="2107" y="51420"/>
                          <a:pt x="1176" y="47208"/>
                        </a:cubicBezTo>
                        <a:cubicBezTo>
                          <a:pt x="954" y="46144"/>
                          <a:pt x="777" y="44947"/>
                          <a:pt x="688" y="43662"/>
                        </a:cubicBezTo>
                        <a:cubicBezTo>
                          <a:pt x="511" y="41889"/>
                          <a:pt x="334" y="39894"/>
                          <a:pt x="200" y="38120"/>
                        </a:cubicBezTo>
                        <a:cubicBezTo>
                          <a:pt x="-21" y="34485"/>
                          <a:pt x="-21" y="31205"/>
                          <a:pt x="23" y="28323"/>
                        </a:cubicBezTo>
                        <a:cubicBezTo>
                          <a:pt x="156" y="22605"/>
                          <a:pt x="688" y="18349"/>
                          <a:pt x="954" y="16265"/>
                        </a:cubicBezTo>
                        <a:cubicBezTo>
                          <a:pt x="1220" y="14182"/>
                          <a:pt x="1929" y="9704"/>
                          <a:pt x="3126" y="5936"/>
                        </a:cubicBezTo>
                        <a:cubicBezTo>
                          <a:pt x="4368" y="2301"/>
                          <a:pt x="6097" y="-1334"/>
                          <a:pt x="8269" y="48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06" name="Forme libre : forme 22505">
                    <a:extLst>
                      <a:ext uri="{FF2B5EF4-FFF2-40B4-BE49-F238E27FC236}">
                        <a16:creationId xmlns:a16="http://schemas.microsoft.com/office/drawing/2014/main" id="{875D55E7-E055-459E-A35D-7AFA9A863FC0}"/>
                      </a:ext>
                    </a:extLst>
                  </p:cNvPr>
                  <p:cNvSpPr/>
                  <p:nvPr/>
                </p:nvSpPr>
                <p:spPr>
                  <a:xfrm>
                    <a:off x="7563547" y="1088745"/>
                    <a:ext cx="23224" cy="48841"/>
                  </a:xfrm>
                  <a:custGeom>
                    <a:avLst/>
                    <a:gdLst>
                      <a:gd name="connsiteX0" fmla="*/ 295 w 23224"/>
                      <a:gd name="connsiteY0" fmla="*/ 43777 h 48841"/>
                      <a:gd name="connsiteX1" fmla="*/ 2290 w 23224"/>
                      <a:gd name="connsiteY1" fmla="*/ 47457 h 48841"/>
                      <a:gd name="connsiteX2" fmla="*/ 5260 w 23224"/>
                      <a:gd name="connsiteY2" fmla="*/ 48122 h 48841"/>
                      <a:gd name="connsiteX3" fmla="*/ 15722 w 23224"/>
                      <a:gd name="connsiteY3" fmla="*/ 47146 h 48841"/>
                      <a:gd name="connsiteX4" fmla="*/ 18427 w 23224"/>
                      <a:gd name="connsiteY4" fmla="*/ 43821 h 48841"/>
                      <a:gd name="connsiteX5" fmla="*/ 19668 w 23224"/>
                      <a:gd name="connsiteY5" fmla="*/ 41117 h 48841"/>
                      <a:gd name="connsiteX6" fmla="*/ 20244 w 23224"/>
                      <a:gd name="connsiteY6" fmla="*/ 39654 h 48841"/>
                      <a:gd name="connsiteX7" fmla="*/ 20776 w 23224"/>
                      <a:gd name="connsiteY7" fmla="*/ 37792 h 48841"/>
                      <a:gd name="connsiteX8" fmla="*/ 21707 w 23224"/>
                      <a:gd name="connsiteY8" fmla="*/ 33980 h 48841"/>
                      <a:gd name="connsiteX9" fmla="*/ 22416 w 23224"/>
                      <a:gd name="connsiteY9" fmla="*/ 29547 h 48841"/>
                      <a:gd name="connsiteX10" fmla="*/ 23170 w 23224"/>
                      <a:gd name="connsiteY10" fmla="*/ 20370 h 48841"/>
                      <a:gd name="connsiteX11" fmla="*/ 22505 w 23224"/>
                      <a:gd name="connsiteY11" fmla="*/ 7337 h 48841"/>
                      <a:gd name="connsiteX12" fmla="*/ 19668 w 23224"/>
                      <a:gd name="connsiteY12" fmla="*/ 200 h 48841"/>
                      <a:gd name="connsiteX13" fmla="*/ 16299 w 23224"/>
                      <a:gd name="connsiteY13" fmla="*/ 5165 h 48841"/>
                      <a:gd name="connsiteX14" fmla="*/ 12796 w 23224"/>
                      <a:gd name="connsiteY14" fmla="*/ 10795 h 48841"/>
                      <a:gd name="connsiteX15" fmla="*/ 8984 w 23224"/>
                      <a:gd name="connsiteY15" fmla="*/ 11017 h 48841"/>
                      <a:gd name="connsiteX16" fmla="*/ 5260 w 23224"/>
                      <a:gd name="connsiteY16" fmla="*/ 4589 h 48841"/>
                      <a:gd name="connsiteX17" fmla="*/ 2955 w 23224"/>
                      <a:gd name="connsiteY17" fmla="*/ 4544 h 48841"/>
                      <a:gd name="connsiteX18" fmla="*/ 1137 w 23224"/>
                      <a:gd name="connsiteY18" fmla="*/ 22321 h 48841"/>
                      <a:gd name="connsiteX19" fmla="*/ 74 w 23224"/>
                      <a:gd name="connsiteY19" fmla="*/ 33714 h 48841"/>
                      <a:gd name="connsiteX20" fmla="*/ 29 w 23224"/>
                      <a:gd name="connsiteY20" fmla="*/ 39876 h 48841"/>
                      <a:gd name="connsiteX21" fmla="*/ 118 w 23224"/>
                      <a:gd name="connsiteY21" fmla="*/ 42846 h 48841"/>
                      <a:gd name="connsiteX22" fmla="*/ 295 w 23224"/>
                      <a:gd name="connsiteY22" fmla="*/ 43777 h 48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3224" h="48841">
                        <a:moveTo>
                          <a:pt x="295" y="43777"/>
                        </a:moveTo>
                        <a:cubicBezTo>
                          <a:pt x="739" y="45639"/>
                          <a:pt x="1403" y="46703"/>
                          <a:pt x="2290" y="47457"/>
                        </a:cubicBezTo>
                        <a:cubicBezTo>
                          <a:pt x="3221" y="48122"/>
                          <a:pt x="4196" y="48166"/>
                          <a:pt x="5260" y="48122"/>
                        </a:cubicBezTo>
                        <a:cubicBezTo>
                          <a:pt x="9028" y="47545"/>
                          <a:pt x="11289" y="50648"/>
                          <a:pt x="15722" y="47146"/>
                        </a:cubicBezTo>
                        <a:cubicBezTo>
                          <a:pt x="16609" y="46526"/>
                          <a:pt x="17540" y="45151"/>
                          <a:pt x="18427" y="43821"/>
                        </a:cubicBezTo>
                        <a:cubicBezTo>
                          <a:pt x="18870" y="42979"/>
                          <a:pt x="19269" y="42048"/>
                          <a:pt x="19668" y="41117"/>
                        </a:cubicBezTo>
                        <a:lnTo>
                          <a:pt x="20244" y="39654"/>
                        </a:lnTo>
                        <a:lnTo>
                          <a:pt x="20776" y="37792"/>
                        </a:lnTo>
                        <a:lnTo>
                          <a:pt x="21707" y="33980"/>
                        </a:lnTo>
                        <a:cubicBezTo>
                          <a:pt x="21973" y="32561"/>
                          <a:pt x="22195" y="31010"/>
                          <a:pt x="22416" y="29547"/>
                        </a:cubicBezTo>
                        <a:cubicBezTo>
                          <a:pt x="22860" y="26665"/>
                          <a:pt x="23081" y="23429"/>
                          <a:pt x="23170" y="20370"/>
                        </a:cubicBezTo>
                        <a:cubicBezTo>
                          <a:pt x="23347" y="15893"/>
                          <a:pt x="23081" y="10972"/>
                          <a:pt x="22505" y="7337"/>
                        </a:cubicBezTo>
                        <a:cubicBezTo>
                          <a:pt x="21929" y="3658"/>
                          <a:pt x="20954" y="1131"/>
                          <a:pt x="19668" y="200"/>
                        </a:cubicBezTo>
                        <a:cubicBezTo>
                          <a:pt x="18072" y="-953"/>
                          <a:pt x="17407" y="3170"/>
                          <a:pt x="16299" y="5165"/>
                        </a:cubicBezTo>
                        <a:cubicBezTo>
                          <a:pt x="15057" y="7559"/>
                          <a:pt x="13905" y="9465"/>
                          <a:pt x="12796" y="10795"/>
                        </a:cubicBezTo>
                        <a:cubicBezTo>
                          <a:pt x="11733" y="12347"/>
                          <a:pt x="10447" y="12613"/>
                          <a:pt x="8984" y="11017"/>
                        </a:cubicBezTo>
                        <a:cubicBezTo>
                          <a:pt x="7743" y="9687"/>
                          <a:pt x="6324" y="6716"/>
                          <a:pt x="5260" y="4589"/>
                        </a:cubicBezTo>
                        <a:cubicBezTo>
                          <a:pt x="4152" y="2505"/>
                          <a:pt x="3443" y="1086"/>
                          <a:pt x="2955" y="4544"/>
                        </a:cubicBezTo>
                        <a:cubicBezTo>
                          <a:pt x="2512" y="7559"/>
                          <a:pt x="2246" y="14652"/>
                          <a:pt x="1137" y="22321"/>
                        </a:cubicBezTo>
                        <a:cubicBezTo>
                          <a:pt x="605" y="26089"/>
                          <a:pt x="207" y="29724"/>
                          <a:pt x="74" y="33714"/>
                        </a:cubicBezTo>
                        <a:cubicBezTo>
                          <a:pt x="-15" y="35709"/>
                          <a:pt x="-15" y="37748"/>
                          <a:pt x="29" y="39876"/>
                        </a:cubicBezTo>
                        <a:lnTo>
                          <a:pt x="118" y="42846"/>
                        </a:lnTo>
                        <a:cubicBezTo>
                          <a:pt x="162" y="43157"/>
                          <a:pt x="251" y="43467"/>
                          <a:pt x="295" y="4377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07" name="Forme libre : forme 22506">
                    <a:extLst>
                      <a:ext uri="{FF2B5EF4-FFF2-40B4-BE49-F238E27FC236}">
                        <a16:creationId xmlns:a16="http://schemas.microsoft.com/office/drawing/2014/main" id="{90977DEA-F1AE-4219-A596-2A1FC988CCDA}"/>
                      </a:ext>
                    </a:extLst>
                  </p:cNvPr>
                  <p:cNvSpPr/>
                  <p:nvPr/>
                </p:nvSpPr>
                <p:spPr>
                  <a:xfrm>
                    <a:off x="7568069" y="1084586"/>
                    <a:ext cx="2761" cy="27501"/>
                  </a:xfrm>
                  <a:custGeom>
                    <a:avLst/>
                    <a:gdLst>
                      <a:gd name="connsiteX0" fmla="*/ 206 w 2761"/>
                      <a:gd name="connsiteY0" fmla="*/ 18856 h 27501"/>
                      <a:gd name="connsiteX1" fmla="*/ 383 w 2761"/>
                      <a:gd name="connsiteY1" fmla="*/ 24397 h 27501"/>
                      <a:gd name="connsiteX2" fmla="*/ 1181 w 2761"/>
                      <a:gd name="connsiteY2" fmla="*/ 27500 h 27501"/>
                      <a:gd name="connsiteX3" fmla="*/ 1935 w 2761"/>
                      <a:gd name="connsiteY3" fmla="*/ 25018 h 27501"/>
                      <a:gd name="connsiteX4" fmla="*/ 2733 w 2761"/>
                      <a:gd name="connsiteY4" fmla="*/ 15398 h 27501"/>
                      <a:gd name="connsiteX5" fmla="*/ 2688 w 2761"/>
                      <a:gd name="connsiteY5" fmla="*/ 11098 h 27501"/>
                      <a:gd name="connsiteX6" fmla="*/ 73 w 2761"/>
                      <a:gd name="connsiteY6" fmla="*/ 858 h 27501"/>
                      <a:gd name="connsiteX7" fmla="*/ 206 w 2761"/>
                      <a:gd name="connsiteY7" fmla="*/ 18856 h 27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61" h="27501">
                        <a:moveTo>
                          <a:pt x="206" y="18856"/>
                        </a:moveTo>
                        <a:cubicBezTo>
                          <a:pt x="206" y="20718"/>
                          <a:pt x="206" y="22136"/>
                          <a:pt x="383" y="24397"/>
                        </a:cubicBezTo>
                        <a:cubicBezTo>
                          <a:pt x="560" y="26658"/>
                          <a:pt x="871" y="27545"/>
                          <a:pt x="1181" y="27500"/>
                        </a:cubicBezTo>
                        <a:cubicBezTo>
                          <a:pt x="1492" y="27412"/>
                          <a:pt x="1757" y="26170"/>
                          <a:pt x="1935" y="25018"/>
                        </a:cubicBezTo>
                        <a:cubicBezTo>
                          <a:pt x="2378" y="22092"/>
                          <a:pt x="2644" y="18812"/>
                          <a:pt x="2733" y="15398"/>
                        </a:cubicBezTo>
                        <a:cubicBezTo>
                          <a:pt x="2777" y="13979"/>
                          <a:pt x="2777" y="12783"/>
                          <a:pt x="2688" y="11098"/>
                        </a:cubicBezTo>
                        <a:cubicBezTo>
                          <a:pt x="2112" y="4094"/>
                          <a:pt x="339" y="-2379"/>
                          <a:pt x="73" y="858"/>
                        </a:cubicBezTo>
                        <a:cubicBezTo>
                          <a:pt x="-149" y="3473"/>
                          <a:pt x="206" y="11098"/>
                          <a:pt x="206" y="1885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08" name="Forme libre : forme 22507">
                    <a:extLst>
                      <a:ext uri="{FF2B5EF4-FFF2-40B4-BE49-F238E27FC236}">
                        <a16:creationId xmlns:a16="http://schemas.microsoft.com/office/drawing/2014/main" id="{8ECB9E32-46D7-4172-AC2A-7E3E3E27ECBD}"/>
                      </a:ext>
                    </a:extLst>
                  </p:cNvPr>
                  <p:cNvSpPr/>
                  <p:nvPr/>
                </p:nvSpPr>
                <p:spPr>
                  <a:xfrm>
                    <a:off x="7583791" y="1055564"/>
                    <a:ext cx="7530" cy="48675"/>
                  </a:xfrm>
                  <a:custGeom>
                    <a:avLst/>
                    <a:gdLst>
                      <a:gd name="connsiteX0" fmla="*/ 0 w 7530"/>
                      <a:gd name="connsiteY0" fmla="*/ 0 h 48675"/>
                      <a:gd name="connsiteX1" fmla="*/ 3990 w 7530"/>
                      <a:gd name="connsiteY1" fmla="*/ 5142 h 48675"/>
                      <a:gd name="connsiteX2" fmla="*/ 5409 w 7530"/>
                      <a:gd name="connsiteY2" fmla="*/ 9841 h 48675"/>
                      <a:gd name="connsiteX3" fmla="*/ 6384 w 7530"/>
                      <a:gd name="connsiteY3" fmla="*/ 16402 h 48675"/>
                      <a:gd name="connsiteX4" fmla="*/ 7448 w 7530"/>
                      <a:gd name="connsiteY4" fmla="*/ 48675 h 48675"/>
                      <a:gd name="connsiteX5" fmla="*/ 0 w 7530"/>
                      <a:gd name="connsiteY5" fmla="*/ 0 h 48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530" h="48675">
                        <a:moveTo>
                          <a:pt x="0" y="0"/>
                        </a:moveTo>
                        <a:cubicBezTo>
                          <a:pt x="1552" y="1153"/>
                          <a:pt x="2837" y="2970"/>
                          <a:pt x="3990" y="5142"/>
                        </a:cubicBezTo>
                        <a:cubicBezTo>
                          <a:pt x="4566" y="6029"/>
                          <a:pt x="5009" y="7802"/>
                          <a:pt x="5409" y="9841"/>
                        </a:cubicBezTo>
                        <a:cubicBezTo>
                          <a:pt x="5807" y="11792"/>
                          <a:pt x="6118" y="14009"/>
                          <a:pt x="6384" y="16402"/>
                        </a:cubicBezTo>
                        <a:cubicBezTo>
                          <a:pt x="7492" y="25889"/>
                          <a:pt x="7669" y="38479"/>
                          <a:pt x="7448" y="48675"/>
                        </a:cubicBezTo>
                        <a:cubicBezTo>
                          <a:pt x="7935" y="26111"/>
                          <a:pt x="4522" y="447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09" name="Forme libre : forme 22508">
                    <a:extLst>
                      <a:ext uri="{FF2B5EF4-FFF2-40B4-BE49-F238E27FC236}">
                        <a16:creationId xmlns:a16="http://schemas.microsoft.com/office/drawing/2014/main" id="{E78C6145-BBA7-4184-BEC5-17BCDE07D977}"/>
                      </a:ext>
                    </a:extLst>
                  </p:cNvPr>
                  <p:cNvSpPr/>
                  <p:nvPr/>
                </p:nvSpPr>
                <p:spPr>
                  <a:xfrm>
                    <a:off x="7560561" y="1063411"/>
                    <a:ext cx="3920" cy="42070"/>
                  </a:xfrm>
                  <a:custGeom>
                    <a:avLst/>
                    <a:gdLst>
                      <a:gd name="connsiteX0" fmla="*/ 2926 w 3920"/>
                      <a:gd name="connsiteY0" fmla="*/ 0 h 42070"/>
                      <a:gd name="connsiteX1" fmla="*/ 3591 w 3920"/>
                      <a:gd name="connsiteY1" fmla="*/ 17466 h 42070"/>
                      <a:gd name="connsiteX2" fmla="*/ 2748 w 3920"/>
                      <a:gd name="connsiteY2" fmla="*/ 24692 h 42070"/>
                      <a:gd name="connsiteX3" fmla="*/ 1818 w 3920"/>
                      <a:gd name="connsiteY3" fmla="*/ 30810 h 42070"/>
                      <a:gd name="connsiteX4" fmla="*/ 0 w 3920"/>
                      <a:gd name="connsiteY4" fmla="*/ 42070 h 42070"/>
                      <a:gd name="connsiteX5" fmla="*/ 1773 w 3920"/>
                      <a:gd name="connsiteY5" fmla="*/ 31564 h 42070"/>
                      <a:gd name="connsiteX6" fmla="*/ 2837 w 3920"/>
                      <a:gd name="connsiteY6" fmla="*/ 26288 h 42070"/>
                      <a:gd name="connsiteX7" fmla="*/ 3812 w 3920"/>
                      <a:gd name="connsiteY7" fmla="*/ 19506 h 42070"/>
                      <a:gd name="connsiteX8" fmla="*/ 2926 w 3920"/>
                      <a:gd name="connsiteY8" fmla="*/ 0 h 4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20" h="42070">
                        <a:moveTo>
                          <a:pt x="2926" y="0"/>
                        </a:moveTo>
                        <a:cubicBezTo>
                          <a:pt x="3014" y="1685"/>
                          <a:pt x="3901" y="7625"/>
                          <a:pt x="3591" y="17466"/>
                        </a:cubicBezTo>
                        <a:cubicBezTo>
                          <a:pt x="3502" y="19860"/>
                          <a:pt x="3148" y="22564"/>
                          <a:pt x="2748" y="24692"/>
                        </a:cubicBezTo>
                        <a:cubicBezTo>
                          <a:pt x="2438" y="26687"/>
                          <a:pt x="2128" y="28726"/>
                          <a:pt x="1818" y="30810"/>
                        </a:cubicBezTo>
                        <a:cubicBezTo>
                          <a:pt x="1241" y="34755"/>
                          <a:pt x="665" y="38568"/>
                          <a:pt x="0" y="42070"/>
                        </a:cubicBezTo>
                        <a:cubicBezTo>
                          <a:pt x="621" y="38524"/>
                          <a:pt x="1197" y="35021"/>
                          <a:pt x="1773" y="31564"/>
                        </a:cubicBezTo>
                        <a:cubicBezTo>
                          <a:pt x="2084" y="29835"/>
                          <a:pt x="2350" y="28150"/>
                          <a:pt x="2837" y="26288"/>
                        </a:cubicBezTo>
                        <a:cubicBezTo>
                          <a:pt x="3325" y="24382"/>
                          <a:pt x="3724" y="21766"/>
                          <a:pt x="3812" y="19506"/>
                        </a:cubicBezTo>
                        <a:cubicBezTo>
                          <a:pt x="4211" y="10152"/>
                          <a:pt x="3414" y="3857"/>
                          <a:pt x="292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10" name="Forme libre : forme 22509">
                    <a:extLst>
                      <a:ext uri="{FF2B5EF4-FFF2-40B4-BE49-F238E27FC236}">
                        <a16:creationId xmlns:a16="http://schemas.microsoft.com/office/drawing/2014/main" id="{924AEE49-2AEF-43B6-BFDB-AB12D7544216}"/>
                      </a:ext>
                    </a:extLst>
                  </p:cNvPr>
                  <p:cNvSpPr/>
                  <p:nvPr/>
                </p:nvSpPr>
                <p:spPr>
                  <a:xfrm>
                    <a:off x="7573136" y="1079013"/>
                    <a:ext cx="4399" cy="14684"/>
                  </a:xfrm>
                  <a:custGeom>
                    <a:avLst/>
                    <a:gdLst>
                      <a:gd name="connsiteX0" fmla="*/ 3872 w 4399"/>
                      <a:gd name="connsiteY0" fmla="*/ 978 h 14684"/>
                      <a:gd name="connsiteX1" fmla="*/ 3340 w 4399"/>
                      <a:gd name="connsiteY1" fmla="*/ 11617 h 14684"/>
                      <a:gd name="connsiteX2" fmla="*/ 459 w 4399"/>
                      <a:gd name="connsiteY2" fmla="*/ 12282 h 14684"/>
                      <a:gd name="connsiteX3" fmla="*/ 946 w 4399"/>
                      <a:gd name="connsiteY3" fmla="*/ 3460 h 14684"/>
                      <a:gd name="connsiteX4" fmla="*/ 3872 w 4399"/>
                      <a:gd name="connsiteY4" fmla="*/ 978 h 14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9" h="14684">
                        <a:moveTo>
                          <a:pt x="3872" y="978"/>
                        </a:moveTo>
                        <a:cubicBezTo>
                          <a:pt x="5158" y="4037"/>
                          <a:pt x="3739" y="10066"/>
                          <a:pt x="3340" y="11617"/>
                        </a:cubicBezTo>
                        <a:cubicBezTo>
                          <a:pt x="2897" y="13391"/>
                          <a:pt x="1567" y="17159"/>
                          <a:pt x="459" y="12282"/>
                        </a:cubicBezTo>
                        <a:cubicBezTo>
                          <a:pt x="-649" y="7628"/>
                          <a:pt x="548" y="4746"/>
                          <a:pt x="946" y="3460"/>
                        </a:cubicBezTo>
                        <a:cubicBezTo>
                          <a:pt x="1345" y="2397"/>
                          <a:pt x="2587" y="-1904"/>
                          <a:pt x="3872" y="97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11" name="Forme libre : forme 22510">
                    <a:extLst>
                      <a:ext uri="{FF2B5EF4-FFF2-40B4-BE49-F238E27FC236}">
                        <a16:creationId xmlns:a16="http://schemas.microsoft.com/office/drawing/2014/main" id="{0698837B-5208-4FD8-A5C3-F0DBE5A84420}"/>
                      </a:ext>
                    </a:extLst>
                  </p:cNvPr>
                  <p:cNvSpPr/>
                  <p:nvPr/>
                </p:nvSpPr>
                <p:spPr>
                  <a:xfrm>
                    <a:off x="7575956" y="1076939"/>
                    <a:ext cx="1459" cy="4728"/>
                  </a:xfrm>
                  <a:custGeom>
                    <a:avLst/>
                    <a:gdLst>
                      <a:gd name="connsiteX0" fmla="*/ 964 w 1459"/>
                      <a:gd name="connsiteY0" fmla="*/ 126 h 4728"/>
                      <a:gd name="connsiteX1" fmla="*/ 1407 w 1459"/>
                      <a:gd name="connsiteY1" fmla="*/ 3096 h 4728"/>
                      <a:gd name="connsiteX2" fmla="*/ 476 w 1459"/>
                      <a:gd name="connsiteY2" fmla="*/ 4514 h 4728"/>
                      <a:gd name="connsiteX3" fmla="*/ 33 w 1459"/>
                      <a:gd name="connsiteY3" fmla="*/ 1589 h 4728"/>
                      <a:gd name="connsiteX4" fmla="*/ 964 w 1459"/>
                      <a:gd name="connsiteY4" fmla="*/ 126 h 4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9" h="4728">
                        <a:moveTo>
                          <a:pt x="964" y="126"/>
                        </a:moveTo>
                        <a:cubicBezTo>
                          <a:pt x="1540" y="658"/>
                          <a:pt x="1496" y="2298"/>
                          <a:pt x="1407" y="3096"/>
                        </a:cubicBezTo>
                        <a:cubicBezTo>
                          <a:pt x="1319" y="3849"/>
                          <a:pt x="1053" y="5268"/>
                          <a:pt x="476" y="4514"/>
                        </a:cubicBezTo>
                        <a:cubicBezTo>
                          <a:pt x="-100" y="3761"/>
                          <a:pt x="-11" y="2298"/>
                          <a:pt x="33" y="1589"/>
                        </a:cubicBezTo>
                        <a:cubicBezTo>
                          <a:pt x="122" y="879"/>
                          <a:pt x="388" y="-406"/>
                          <a:pt x="964" y="12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12" name="Forme libre : forme 22511">
                    <a:extLst>
                      <a:ext uri="{FF2B5EF4-FFF2-40B4-BE49-F238E27FC236}">
                        <a16:creationId xmlns:a16="http://schemas.microsoft.com/office/drawing/2014/main" id="{ED3C98C1-5139-4884-BE4D-D927F1CDFE1A}"/>
                      </a:ext>
                    </a:extLst>
                  </p:cNvPr>
                  <p:cNvSpPr/>
                  <p:nvPr/>
                </p:nvSpPr>
                <p:spPr>
                  <a:xfrm>
                    <a:off x="7564968" y="1057013"/>
                    <a:ext cx="16844" cy="18620"/>
                  </a:xfrm>
                  <a:custGeom>
                    <a:avLst/>
                    <a:gdLst>
                      <a:gd name="connsiteX0" fmla="*/ 6853 w 16844"/>
                      <a:gd name="connsiteY0" fmla="*/ 6442 h 18620"/>
                      <a:gd name="connsiteX1" fmla="*/ 10222 w 16844"/>
                      <a:gd name="connsiteY1" fmla="*/ 3871 h 18620"/>
                      <a:gd name="connsiteX2" fmla="*/ 14478 w 16844"/>
                      <a:gd name="connsiteY2" fmla="*/ 192 h 18620"/>
                      <a:gd name="connsiteX3" fmla="*/ 16828 w 16844"/>
                      <a:gd name="connsiteY3" fmla="*/ 3339 h 18620"/>
                      <a:gd name="connsiteX4" fmla="*/ 14700 w 16844"/>
                      <a:gd name="connsiteY4" fmla="*/ 7994 h 18620"/>
                      <a:gd name="connsiteX5" fmla="*/ 7784 w 16844"/>
                      <a:gd name="connsiteY5" fmla="*/ 15397 h 18620"/>
                      <a:gd name="connsiteX6" fmla="*/ 4947 w 16844"/>
                      <a:gd name="connsiteY6" fmla="*/ 18545 h 18620"/>
                      <a:gd name="connsiteX7" fmla="*/ 1356 w 16844"/>
                      <a:gd name="connsiteY7" fmla="*/ 12737 h 18620"/>
                      <a:gd name="connsiteX8" fmla="*/ 71 w 16844"/>
                      <a:gd name="connsiteY8" fmla="*/ 6620 h 18620"/>
                      <a:gd name="connsiteX9" fmla="*/ 1755 w 16844"/>
                      <a:gd name="connsiteY9" fmla="*/ 6487 h 18620"/>
                      <a:gd name="connsiteX10" fmla="*/ 6853 w 16844"/>
                      <a:gd name="connsiteY10" fmla="*/ 6442 h 18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844" h="18620">
                        <a:moveTo>
                          <a:pt x="6853" y="6442"/>
                        </a:moveTo>
                        <a:cubicBezTo>
                          <a:pt x="8006" y="5777"/>
                          <a:pt x="9070" y="4846"/>
                          <a:pt x="10222" y="3871"/>
                        </a:cubicBezTo>
                        <a:cubicBezTo>
                          <a:pt x="11419" y="2763"/>
                          <a:pt x="12794" y="1211"/>
                          <a:pt x="14478" y="192"/>
                        </a:cubicBezTo>
                        <a:cubicBezTo>
                          <a:pt x="15719" y="-606"/>
                          <a:pt x="17005" y="1211"/>
                          <a:pt x="16828" y="3339"/>
                        </a:cubicBezTo>
                        <a:cubicBezTo>
                          <a:pt x="16650" y="5511"/>
                          <a:pt x="15631" y="6886"/>
                          <a:pt x="14700" y="7994"/>
                        </a:cubicBezTo>
                        <a:cubicBezTo>
                          <a:pt x="11774" y="11452"/>
                          <a:pt x="9735" y="13890"/>
                          <a:pt x="7784" y="15397"/>
                        </a:cubicBezTo>
                        <a:cubicBezTo>
                          <a:pt x="7163" y="15885"/>
                          <a:pt x="6100" y="18190"/>
                          <a:pt x="4947" y="18545"/>
                        </a:cubicBezTo>
                        <a:cubicBezTo>
                          <a:pt x="3794" y="19032"/>
                          <a:pt x="2598" y="17170"/>
                          <a:pt x="1356" y="12737"/>
                        </a:cubicBezTo>
                        <a:cubicBezTo>
                          <a:pt x="115" y="8349"/>
                          <a:pt x="-151" y="7019"/>
                          <a:pt x="71" y="6620"/>
                        </a:cubicBezTo>
                        <a:cubicBezTo>
                          <a:pt x="292" y="6265"/>
                          <a:pt x="1090" y="6398"/>
                          <a:pt x="1755" y="6487"/>
                        </a:cubicBezTo>
                        <a:cubicBezTo>
                          <a:pt x="3174" y="6664"/>
                          <a:pt x="5124" y="7373"/>
                          <a:pt x="6853" y="644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10" name="Graphique 2">
                  <a:extLst>
                    <a:ext uri="{FF2B5EF4-FFF2-40B4-BE49-F238E27FC236}">
                      <a16:creationId xmlns:a16="http://schemas.microsoft.com/office/drawing/2014/main" id="{94AEFB80-2890-4BFE-85A1-24C1154A7CE6}"/>
                    </a:ext>
                  </a:extLst>
                </p:cNvPr>
                <p:cNvGrpSpPr/>
                <p:nvPr/>
              </p:nvGrpSpPr>
              <p:grpSpPr>
                <a:xfrm>
                  <a:off x="7568225" y="956876"/>
                  <a:ext cx="39411" cy="95774"/>
                  <a:chOff x="7568225" y="956876"/>
                  <a:chExt cx="39411" cy="95774"/>
                </a:xfrm>
                <a:solidFill>
                  <a:schemeClr val="accent1"/>
                </a:solidFill>
              </p:grpSpPr>
              <p:sp>
                <p:nvSpPr>
                  <p:cNvPr id="22489" name="Forme libre : forme 22488">
                    <a:extLst>
                      <a:ext uri="{FF2B5EF4-FFF2-40B4-BE49-F238E27FC236}">
                        <a16:creationId xmlns:a16="http://schemas.microsoft.com/office/drawing/2014/main" id="{B887421D-BA5C-4385-BC7E-43268EBC7D63}"/>
                      </a:ext>
                    </a:extLst>
                  </p:cNvPr>
                  <p:cNvSpPr/>
                  <p:nvPr/>
                </p:nvSpPr>
                <p:spPr>
                  <a:xfrm>
                    <a:off x="7568225" y="956876"/>
                    <a:ext cx="39411" cy="95736"/>
                  </a:xfrm>
                  <a:custGeom>
                    <a:avLst/>
                    <a:gdLst>
                      <a:gd name="connsiteX0" fmla="*/ 39150 w 39411"/>
                      <a:gd name="connsiteY0" fmla="*/ 33477 h 95736"/>
                      <a:gd name="connsiteX1" fmla="*/ 34894 w 39411"/>
                      <a:gd name="connsiteY1" fmla="*/ 65706 h 95736"/>
                      <a:gd name="connsiteX2" fmla="*/ 17694 w 39411"/>
                      <a:gd name="connsiteY2" fmla="*/ 94432 h 95736"/>
                      <a:gd name="connsiteX3" fmla="*/ 7808 w 39411"/>
                      <a:gd name="connsiteY3" fmla="*/ 92703 h 95736"/>
                      <a:gd name="connsiteX4" fmla="*/ 227 w 39411"/>
                      <a:gd name="connsiteY4" fmla="*/ 60253 h 95736"/>
                      <a:gd name="connsiteX5" fmla="*/ 4261 w 39411"/>
                      <a:gd name="connsiteY5" fmla="*/ 30019 h 95736"/>
                      <a:gd name="connsiteX6" fmla="*/ 21639 w 39411"/>
                      <a:gd name="connsiteY6" fmla="*/ 1692 h 95736"/>
                      <a:gd name="connsiteX7" fmla="*/ 31480 w 39411"/>
                      <a:gd name="connsiteY7" fmla="*/ 2135 h 95736"/>
                      <a:gd name="connsiteX8" fmla="*/ 39150 w 39411"/>
                      <a:gd name="connsiteY8" fmla="*/ 33477 h 95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411" h="95736">
                        <a:moveTo>
                          <a:pt x="39150" y="33477"/>
                        </a:moveTo>
                        <a:cubicBezTo>
                          <a:pt x="38573" y="41146"/>
                          <a:pt x="36401" y="57771"/>
                          <a:pt x="34894" y="65706"/>
                        </a:cubicBezTo>
                        <a:cubicBezTo>
                          <a:pt x="32101" y="80512"/>
                          <a:pt x="26161" y="87650"/>
                          <a:pt x="17694" y="94432"/>
                        </a:cubicBezTo>
                        <a:cubicBezTo>
                          <a:pt x="14768" y="96782"/>
                          <a:pt x="9758" y="95807"/>
                          <a:pt x="7808" y="92703"/>
                        </a:cubicBezTo>
                        <a:cubicBezTo>
                          <a:pt x="2133" y="83660"/>
                          <a:pt x="-881" y="74350"/>
                          <a:pt x="227" y="60253"/>
                        </a:cubicBezTo>
                        <a:cubicBezTo>
                          <a:pt x="803" y="52717"/>
                          <a:pt x="2887" y="37689"/>
                          <a:pt x="4261" y="30019"/>
                        </a:cubicBezTo>
                        <a:cubicBezTo>
                          <a:pt x="7098" y="15479"/>
                          <a:pt x="13172" y="8253"/>
                          <a:pt x="21639" y="1692"/>
                        </a:cubicBezTo>
                        <a:cubicBezTo>
                          <a:pt x="24520" y="-569"/>
                          <a:pt x="29441" y="-702"/>
                          <a:pt x="31480" y="2135"/>
                        </a:cubicBezTo>
                        <a:cubicBezTo>
                          <a:pt x="37110" y="10381"/>
                          <a:pt x="40391" y="19424"/>
                          <a:pt x="39150" y="3347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90" name="Forme libre : forme 22489">
                    <a:extLst>
                      <a:ext uri="{FF2B5EF4-FFF2-40B4-BE49-F238E27FC236}">
                        <a16:creationId xmlns:a16="http://schemas.microsoft.com/office/drawing/2014/main" id="{EFC1F99E-F135-4C55-B09C-DD1A376ABE4D}"/>
                      </a:ext>
                    </a:extLst>
                  </p:cNvPr>
                  <p:cNvSpPr/>
                  <p:nvPr/>
                </p:nvSpPr>
                <p:spPr>
                  <a:xfrm>
                    <a:off x="7581574" y="958967"/>
                    <a:ext cx="26017" cy="93683"/>
                  </a:xfrm>
                  <a:custGeom>
                    <a:avLst/>
                    <a:gdLst>
                      <a:gd name="connsiteX0" fmla="*/ 9753 w 26017"/>
                      <a:gd name="connsiteY0" fmla="*/ 57010 h 93683"/>
                      <a:gd name="connsiteX1" fmla="*/ 0 w 26017"/>
                      <a:gd name="connsiteY1" fmla="*/ 93671 h 93683"/>
                      <a:gd name="connsiteX2" fmla="*/ 4300 w 26017"/>
                      <a:gd name="connsiteY2" fmla="*/ 92386 h 93683"/>
                      <a:gd name="connsiteX3" fmla="*/ 8423 w 26017"/>
                      <a:gd name="connsiteY3" fmla="*/ 88795 h 93683"/>
                      <a:gd name="connsiteX4" fmla="*/ 17777 w 26017"/>
                      <a:gd name="connsiteY4" fmla="*/ 75939 h 93683"/>
                      <a:gd name="connsiteX5" fmla="*/ 21501 w 26017"/>
                      <a:gd name="connsiteY5" fmla="*/ 63659 h 93683"/>
                      <a:gd name="connsiteX6" fmla="*/ 22387 w 26017"/>
                      <a:gd name="connsiteY6" fmla="*/ 58472 h 93683"/>
                      <a:gd name="connsiteX7" fmla="*/ 25535 w 26017"/>
                      <a:gd name="connsiteY7" fmla="*/ 33824 h 93683"/>
                      <a:gd name="connsiteX8" fmla="*/ 25756 w 26017"/>
                      <a:gd name="connsiteY8" fmla="*/ 31431 h 93683"/>
                      <a:gd name="connsiteX9" fmla="*/ 25446 w 26017"/>
                      <a:gd name="connsiteY9" fmla="*/ 18220 h 93683"/>
                      <a:gd name="connsiteX10" fmla="*/ 20570 w 26017"/>
                      <a:gd name="connsiteY10" fmla="*/ 4123 h 93683"/>
                      <a:gd name="connsiteX11" fmla="*/ 18043 w 26017"/>
                      <a:gd name="connsiteY11" fmla="*/ 133 h 93683"/>
                      <a:gd name="connsiteX12" fmla="*/ 17910 w 26017"/>
                      <a:gd name="connsiteY12" fmla="*/ 0 h 93683"/>
                      <a:gd name="connsiteX13" fmla="*/ 9753 w 26017"/>
                      <a:gd name="connsiteY13" fmla="*/ 57010 h 93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6017" h="93683">
                        <a:moveTo>
                          <a:pt x="9753" y="57010"/>
                        </a:moveTo>
                        <a:cubicBezTo>
                          <a:pt x="8733" y="70132"/>
                          <a:pt x="6517" y="84184"/>
                          <a:pt x="0" y="93671"/>
                        </a:cubicBezTo>
                        <a:cubicBezTo>
                          <a:pt x="1552" y="93760"/>
                          <a:pt x="3103" y="93361"/>
                          <a:pt x="4300" y="92386"/>
                        </a:cubicBezTo>
                        <a:cubicBezTo>
                          <a:pt x="5763" y="91233"/>
                          <a:pt x="7137" y="90036"/>
                          <a:pt x="8423" y="88795"/>
                        </a:cubicBezTo>
                        <a:cubicBezTo>
                          <a:pt x="12191" y="85248"/>
                          <a:pt x="15339" y="81259"/>
                          <a:pt x="17777" y="75939"/>
                        </a:cubicBezTo>
                        <a:cubicBezTo>
                          <a:pt x="19328" y="72481"/>
                          <a:pt x="20570" y="68491"/>
                          <a:pt x="21501" y="63659"/>
                        </a:cubicBezTo>
                        <a:cubicBezTo>
                          <a:pt x="21767" y="62196"/>
                          <a:pt x="22033" y="60423"/>
                          <a:pt x="22387" y="58472"/>
                        </a:cubicBezTo>
                        <a:cubicBezTo>
                          <a:pt x="23540" y="50848"/>
                          <a:pt x="24870" y="40474"/>
                          <a:pt x="25535" y="33824"/>
                        </a:cubicBezTo>
                        <a:cubicBezTo>
                          <a:pt x="25623" y="32982"/>
                          <a:pt x="25668" y="32140"/>
                          <a:pt x="25756" y="31431"/>
                        </a:cubicBezTo>
                        <a:cubicBezTo>
                          <a:pt x="26200" y="26421"/>
                          <a:pt x="26067" y="22121"/>
                          <a:pt x="25446" y="18220"/>
                        </a:cubicBezTo>
                        <a:cubicBezTo>
                          <a:pt x="24515" y="12856"/>
                          <a:pt x="22742" y="8334"/>
                          <a:pt x="20570" y="4123"/>
                        </a:cubicBezTo>
                        <a:cubicBezTo>
                          <a:pt x="19816" y="2748"/>
                          <a:pt x="18974" y="1419"/>
                          <a:pt x="18043" y="133"/>
                        </a:cubicBezTo>
                        <a:lnTo>
                          <a:pt x="17910" y="0"/>
                        </a:lnTo>
                        <a:cubicBezTo>
                          <a:pt x="14053" y="18575"/>
                          <a:pt x="11216" y="38125"/>
                          <a:pt x="9753" y="5701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91" name="Forme libre : forme 22490">
                    <a:extLst>
                      <a:ext uri="{FF2B5EF4-FFF2-40B4-BE49-F238E27FC236}">
                        <a16:creationId xmlns:a16="http://schemas.microsoft.com/office/drawing/2014/main" id="{231DFBA2-2E8C-43DD-8C25-5FEA97518E7A}"/>
                      </a:ext>
                    </a:extLst>
                  </p:cNvPr>
                  <p:cNvSpPr/>
                  <p:nvPr/>
                </p:nvSpPr>
                <p:spPr>
                  <a:xfrm>
                    <a:off x="7582746" y="975134"/>
                    <a:ext cx="13299" cy="44310"/>
                  </a:xfrm>
                  <a:custGeom>
                    <a:avLst/>
                    <a:gdLst>
                      <a:gd name="connsiteX0" fmla="*/ 10089 w 13299"/>
                      <a:gd name="connsiteY0" fmla="*/ 14 h 44310"/>
                      <a:gd name="connsiteX1" fmla="*/ 12527 w 13299"/>
                      <a:gd name="connsiteY1" fmla="*/ 23820 h 44310"/>
                      <a:gd name="connsiteX2" fmla="*/ 3528 w 13299"/>
                      <a:gd name="connsiteY2" fmla="*/ 44301 h 44310"/>
                      <a:gd name="connsiteX3" fmla="*/ 1045 w 13299"/>
                      <a:gd name="connsiteY3" fmla="*/ 22445 h 44310"/>
                      <a:gd name="connsiteX4" fmla="*/ 10089 w 13299"/>
                      <a:gd name="connsiteY4" fmla="*/ 14 h 44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9" h="44310">
                        <a:moveTo>
                          <a:pt x="10089" y="14"/>
                        </a:moveTo>
                        <a:cubicBezTo>
                          <a:pt x="14744" y="590"/>
                          <a:pt x="13148" y="17879"/>
                          <a:pt x="12527" y="23820"/>
                        </a:cubicBezTo>
                        <a:cubicBezTo>
                          <a:pt x="11773" y="29671"/>
                          <a:pt x="8626" y="44744"/>
                          <a:pt x="3528" y="44301"/>
                        </a:cubicBezTo>
                        <a:cubicBezTo>
                          <a:pt x="-1615" y="43813"/>
                          <a:pt x="114" y="27898"/>
                          <a:pt x="1045" y="22445"/>
                        </a:cubicBezTo>
                        <a:cubicBezTo>
                          <a:pt x="1843" y="16948"/>
                          <a:pt x="5345" y="-562"/>
                          <a:pt x="10089" y="1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92" name="Forme libre : forme 22491">
                    <a:extLst>
                      <a:ext uri="{FF2B5EF4-FFF2-40B4-BE49-F238E27FC236}">
                        <a16:creationId xmlns:a16="http://schemas.microsoft.com/office/drawing/2014/main" id="{619AD276-00F5-407F-ACB7-2331B137C489}"/>
                      </a:ext>
                    </a:extLst>
                  </p:cNvPr>
                  <p:cNvSpPr/>
                  <p:nvPr/>
                </p:nvSpPr>
                <p:spPr>
                  <a:xfrm>
                    <a:off x="7582860" y="989201"/>
                    <a:ext cx="12931" cy="30490"/>
                  </a:xfrm>
                  <a:custGeom>
                    <a:avLst/>
                    <a:gdLst>
                      <a:gd name="connsiteX0" fmla="*/ 0 w 12931"/>
                      <a:gd name="connsiteY0" fmla="*/ 20304 h 30490"/>
                      <a:gd name="connsiteX1" fmla="*/ 3369 w 12931"/>
                      <a:gd name="connsiteY1" fmla="*/ 30455 h 30490"/>
                      <a:gd name="connsiteX2" fmla="*/ 12413 w 12931"/>
                      <a:gd name="connsiteY2" fmla="*/ 9531 h 30490"/>
                      <a:gd name="connsiteX3" fmla="*/ 12900 w 12931"/>
                      <a:gd name="connsiteY3" fmla="*/ 0 h 30490"/>
                      <a:gd name="connsiteX4" fmla="*/ 11881 w 12931"/>
                      <a:gd name="connsiteY4" fmla="*/ 5009 h 30490"/>
                      <a:gd name="connsiteX5" fmla="*/ 0 w 12931"/>
                      <a:gd name="connsiteY5" fmla="*/ 20304 h 30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31" h="30490">
                        <a:moveTo>
                          <a:pt x="0" y="20304"/>
                        </a:moveTo>
                        <a:cubicBezTo>
                          <a:pt x="532" y="23229"/>
                          <a:pt x="44" y="31076"/>
                          <a:pt x="3369" y="30455"/>
                        </a:cubicBezTo>
                        <a:cubicBezTo>
                          <a:pt x="8644" y="29436"/>
                          <a:pt x="11349" y="16890"/>
                          <a:pt x="12413" y="9531"/>
                        </a:cubicBezTo>
                        <a:cubicBezTo>
                          <a:pt x="12723" y="7359"/>
                          <a:pt x="13033" y="2483"/>
                          <a:pt x="12900" y="0"/>
                        </a:cubicBezTo>
                        <a:cubicBezTo>
                          <a:pt x="12679" y="1374"/>
                          <a:pt x="12368" y="3724"/>
                          <a:pt x="11881" y="5009"/>
                        </a:cubicBezTo>
                        <a:cubicBezTo>
                          <a:pt x="9309" y="12147"/>
                          <a:pt x="5630" y="20570"/>
                          <a:pt x="0" y="2030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93" name="Forme libre : forme 22492">
                    <a:extLst>
                      <a:ext uri="{FF2B5EF4-FFF2-40B4-BE49-F238E27FC236}">
                        <a16:creationId xmlns:a16="http://schemas.microsoft.com/office/drawing/2014/main" id="{F2C27C0B-9AB9-4AC7-96E7-534EBBD42F47}"/>
                      </a:ext>
                    </a:extLst>
                  </p:cNvPr>
                  <p:cNvSpPr/>
                  <p:nvPr/>
                </p:nvSpPr>
                <p:spPr>
                  <a:xfrm>
                    <a:off x="7584326" y="972770"/>
                    <a:ext cx="13200" cy="44448"/>
                  </a:xfrm>
                  <a:custGeom>
                    <a:avLst/>
                    <a:gdLst>
                      <a:gd name="connsiteX0" fmla="*/ 10016 w 13200"/>
                      <a:gd name="connsiteY0" fmla="*/ 161 h 44448"/>
                      <a:gd name="connsiteX1" fmla="*/ 12543 w 13200"/>
                      <a:gd name="connsiteY1" fmla="*/ 24233 h 44448"/>
                      <a:gd name="connsiteX2" fmla="*/ 3499 w 13200"/>
                      <a:gd name="connsiteY2" fmla="*/ 44448 h 44448"/>
                      <a:gd name="connsiteX3" fmla="*/ 1061 w 13200"/>
                      <a:gd name="connsiteY3" fmla="*/ 22681 h 44448"/>
                      <a:gd name="connsiteX4" fmla="*/ 10016 w 13200"/>
                      <a:gd name="connsiteY4" fmla="*/ 161 h 44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00" h="44448">
                        <a:moveTo>
                          <a:pt x="10016" y="161"/>
                        </a:moveTo>
                        <a:cubicBezTo>
                          <a:pt x="14493" y="2289"/>
                          <a:pt x="13119" y="17849"/>
                          <a:pt x="12543" y="24233"/>
                        </a:cubicBezTo>
                        <a:cubicBezTo>
                          <a:pt x="11878" y="30572"/>
                          <a:pt x="8730" y="44581"/>
                          <a:pt x="3499" y="44448"/>
                        </a:cubicBezTo>
                        <a:cubicBezTo>
                          <a:pt x="-1776" y="44314"/>
                          <a:pt x="263" y="27779"/>
                          <a:pt x="1061" y="22681"/>
                        </a:cubicBezTo>
                        <a:cubicBezTo>
                          <a:pt x="1681" y="17627"/>
                          <a:pt x="5583" y="-1967"/>
                          <a:pt x="10016" y="16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94" name="Forme libre : forme 22493">
                    <a:extLst>
                      <a:ext uri="{FF2B5EF4-FFF2-40B4-BE49-F238E27FC236}">
                        <a16:creationId xmlns:a16="http://schemas.microsoft.com/office/drawing/2014/main" id="{D1C9DEAF-01DB-42AB-8B86-F9C8E6EE19CD}"/>
                      </a:ext>
                    </a:extLst>
                  </p:cNvPr>
                  <p:cNvSpPr/>
                  <p:nvPr/>
                </p:nvSpPr>
                <p:spPr>
                  <a:xfrm>
                    <a:off x="7575843" y="986067"/>
                    <a:ext cx="26879" cy="54128"/>
                  </a:xfrm>
                  <a:custGeom>
                    <a:avLst/>
                    <a:gdLst>
                      <a:gd name="connsiteX0" fmla="*/ 8036 w 26879"/>
                      <a:gd name="connsiteY0" fmla="*/ 53982 h 54128"/>
                      <a:gd name="connsiteX1" fmla="*/ 14420 w 26879"/>
                      <a:gd name="connsiteY1" fmla="*/ 49105 h 54128"/>
                      <a:gd name="connsiteX2" fmla="*/ 24705 w 26879"/>
                      <a:gd name="connsiteY2" fmla="*/ 29910 h 54128"/>
                      <a:gd name="connsiteX3" fmla="*/ 26522 w 26879"/>
                      <a:gd name="connsiteY3" fmla="*/ 8454 h 54128"/>
                      <a:gd name="connsiteX4" fmla="*/ 21203 w 26879"/>
                      <a:gd name="connsiteY4" fmla="*/ 75 h 54128"/>
                      <a:gd name="connsiteX5" fmla="*/ 17568 w 26879"/>
                      <a:gd name="connsiteY5" fmla="*/ 6547 h 54128"/>
                      <a:gd name="connsiteX6" fmla="*/ 8524 w 26879"/>
                      <a:gd name="connsiteY6" fmla="*/ 24457 h 54128"/>
                      <a:gd name="connsiteX7" fmla="*/ 12 w 26879"/>
                      <a:gd name="connsiteY7" fmla="*/ 42588 h 54128"/>
                      <a:gd name="connsiteX8" fmla="*/ 8036 w 26879"/>
                      <a:gd name="connsiteY8" fmla="*/ 53982 h 54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879" h="54128">
                        <a:moveTo>
                          <a:pt x="8036" y="53982"/>
                        </a:moveTo>
                        <a:cubicBezTo>
                          <a:pt x="11095" y="53184"/>
                          <a:pt x="12159" y="52208"/>
                          <a:pt x="14420" y="49105"/>
                        </a:cubicBezTo>
                        <a:cubicBezTo>
                          <a:pt x="18764" y="43253"/>
                          <a:pt x="22311" y="38377"/>
                          <a:pt x="24705" y="29910"/>
                        </a:cubicBezTo>
                        <a:cubicBezTo>
                          <a:pt x="26700" y="22861"/>
                          <a:pt x="27365" y="14660"/>
                          <a:pt x="26522" y="8454"/>
                        </a:cubicBezTo>
                        <a:cubicBezTo>
                          <a:pt x="25857" y="3799"/>
                          <a:pt x="24173" y="-634"/>
                          <a:pt x="21203" y="75"/>
                        </a:cubicBezTo>
                        <a:cubicBezTo>
                          <a:pt x="19341" y="518"/>
                          <a:pt x="18720" y="3932"/>
                          <a:pt x="17568" y="6547"/>
                        </a:cubicBezTo>
                        <a:cubicBezTo>
                          <a:pt x="14819" y="12709"/>
                          <a:pt x="12514" y="18694"/>
                          <a:pt x="8524" y="24457"/>
                        </a:cubicBezTo>
                        <a:cubicBezTo>
                          <a:pt x="5155" y="29378"/>
                          <a:pt x="234" y="34520"/>
                          <a:pt x="12" y="42588"/>
                        </a:cubicBezTo>
                        <a:cubicBezTo>
                          <a:pt x="-254" y="49814"/>
                          <a:pt x="3780" y="55090"/>
                          <a:pt x="8036" y="5398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95" name="Forme libre : forme 22494">
                    <a:extLst>
                      <a:ext uri="{FF2B5EF4-FFF2-40B4-BE49-F238E27FC236}">
                        <a16:creationId xmlns:a16="http://schemas.microsoft.com/office/drawing/2014/main" id="{9A70D460-B076-4D98-9A7B-F2A36015BCB2}"/>
                      </a:ext>
                    </a:extLst>
                  </p:cNvPr>
                  <p:cNvSpPr/>
                  <p:nvPr/>
                </p:nvSpPr>
                <p:spPr>
                  <a:xfrm>
                    <a:off x="7577552" y="1010199"/>
                    <a:ext cx="4575" cy="18509"/>
                  </a:xfrm>
                  <a:custGeom>
                    <a:avLst/>
                    <a:gdLst>
                      <a:gd name="connsiteX0" fmla="*/ 1673 w 4575"/>
                      <a:gd name="connsiteY0" fmla="*/ 16550 h 18509"/>
                      <a:gd name="connsiteX1" fmla="*/ 2648 w 4575"/>
                      <a:gd name="connsiteY1" fmla="*/ 18412 h 18509"/>
                      <a:gd name="connsiteX2" fmla="*/ 3934 w 4575"/>
                      <a:gd name="connsiteY2" fmla="*/ 17215 h 18509"/>
                      <a:gd name="connsiteX3" fmla="*/ 4421 w 4575"/>
                      <a:gd name="connsiteY3" fmla="*/ 13935 h 18509"/>
                      <a:gd name="connsiteX4" fmla="*/ 4510 w 4575"/>
                      <a:gd name="connsiteY4" fmla="*/ 5733 h 18509"/>
                      <a:gd name="connsiteX5" fmla="*/ 4200 w 4575"/>
                      <a:gd name="connsiteY5" fmla="*/ 2763 h 18509"/>
                      <a:gd name="connsiteX6" fmla="*/ 77 w 4575"/>
                      <a:gd name="connsiteY6" fmla="*/ 4004 h 18509"/>
                      <a:gd name="connsiteX7" fmla="*/ 1673 w 4575"/>
                      <a:gd name="connsiteY7" fmla="*/ 16550 h 18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75" h="18509">
                        <a:moveTo>
                          <a:pt x="1673" y="16550"/>
                        </a:moveTo>
                        <a:cubicBezTo>
                          <a:pt x="1939" y="17437"/>
                          <a:pt x="2116" y="18057"/>
                          <a:pt x="2648" y="18412"/>
                        </a:cubicBezTo>
                        <a:cubicBezTo>
                          <a:pt x="3180" y="18767"/>
                          <a:pt x="3623" y="18102"/>
                          <a:pt x="3934" y="17215"/>
                        </a:cubicBezTo>
                        <a:cubicBezTo>
                          <a:pt x="4244" y="16328"/>
                          <a:pt x="4377" y="14954"/>
                          <a:pt x="4421" y="13935"/>
                        </a:cubicBezTo>
                        <a:cubicBezTo>
                          <a:pt x="4554" y="11230"/>
                          <a:pt x="4643" y="8349"/>
                          <a:pt x="4510" y="5733"/>
                        </a:cubicBezTo>
                        <a:cubicBezTo>
                          <a:pt x="4466" y="4669"/>
                          <a:pt x="4421" y="3650"/>
                          <a:pt x="4200" y="2763"/>
                        </a:cubicBezTo>
                        <a:cubicBezTo>
                          <a:pt x="3092" y="-961"/>
                          <a:pt x="476" y="-1271"/>
                          <a:pt x="77" y="4004"/>
                        </a:cubicBezTo>
                        <a:cubicBezTo>
                          <a:pt x="-278" y="7994"/>
                          <a:pt x="653" y="12959"/>
                          <a:pt x="1673" y="1655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96" name="Forme libre : forme 22495">
                    <a:extLst>
                      <a:ext uri="{FF2B5EF4-FFF2-40B4-BE49-F238E27FC236}">
                        <a16:creationId xmlns:a16="http://schemas.microsoft.com/office/drawing/2014/main" id="{26F5E0C0-D8C2-4DDA-9D2C-4312E0DBAC2B}"/>
                      </a:ext>
                    </a:extLst>
                  </p:cNvPr>
                  <p:cNvSpPr/>
                  <p:nvPr/>
                </p:nvSpPr>
                <p:spPr>
                  <a:xfrm>
                    <a:off x="7598154" y="960075"/>
                    <a:ext cx="8600" cy="29081"/>
                  </a:xfrm>
                  <a:custGeom>
                    <a:avLst/>
                    <a:gdLst>
                      <a:gd name="connsiteX0" fmla="*/ 0 w 8600"/>
                      <a:gd name="connsiteY0" fmla="*/ 0 h 29081"/>
                      <a:gd name="connsiteX1" fmla="*/ 8600 w 8600"/>
                      <a:gd name="connsiteY1" fmla="*/ 29081 h 29081"/>
                      <a:gd name="connsiteX2" fmla="*/ 0 w 8600"/>
                      <a:gd name="connsiteY2" fmla="*/ 0 h 29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600" h="29081">
                        <a:moveTo>
                          <a:pt x="0" y="0"/>
                        </a:moveTo>
                        <a:cubicBezTo>
                          <a:pt x="5541" y="5054"/>
                          <a:pt x="7492" y="19905"/>
                          <a:pt x="8600" y="29081"/>
                        </a:cubicBezTo>
                        <a:cubicBezTo>
                          <a:pt x="7448" y="19107"/>
                          <a:pt x="3369" y="78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97" name="Forme libre : forme 22496">
                    <a:extLst>
                      <a:ext uri="{FF2B5EF4-FFF2-40B4-BE49-F238E27FC236}">
                        <a16:creationId xmlns:a16="http://schemas.microsoft.com/office/drawing/2014/main" id="{6A5759AD-4C76-4710-B938-0187AC5EB64B}"/>
                      </a:ext>
                    </a:extLst>
                  </p:cNvPr>
                  <p:cNvSpPr/>
                  <p:nvPr/>
                </p:nvSpPr>
                <p:spPr>
                  <a:xfrm>
                    <a:off x="7569519" y="1016198"/>
                    <a:ext cx="7445" cy="32893"/>
                  </a:xfrm>
                  <a:custGeom>
                    <a:avLst/>
                    <a:gdLst>
                      <a:gd name="connsiteX0" fmla="*/ 130 w 7445"/>
                      <a:gd name="connsiteY0" fmla="*/ 0 h 32893"/>
                      <a:gd name="connsiteX1" fmla="*/ 7445 w 7445"/>
                      <a:gd name="connsiteY1" fmla="*/ 32894 h 32893"/>
                      <a:gd name="connsiteX2" fmla="*/ 130 w 7445"/>
                      <a:gd name="connsiteY2" fmla="*/ 0 h 32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445" h="32893">
                        <a:moveTo>
                          <a:pt x="130" y="0"/>
                        </a:moveTo>
                        <a:cubicBezTo>
                          <a:pt x="-756" y="12501"/>
                          <a:pt x="3012" y="24027"/>
                          <a:pt x="7445" y="32894"/>
                        </a:cubicBezTo>
                        <a:cubicBezTo>
                          <a:pt x="2879" y="24825"/>
                          <a:pt x="884" y="10772"/>
                          <a:pt x="13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98" name="Forme libre : forme 22497">
                    <a:extLst>
                      <a:ext uri="{FF2B5EF4-FFF2-40B4-BE49-F238E27FC236}">
                        <a16:creationId xmlns:a16="http://schemas.microsoft.com/office/drawing/2014/main" id="{0E1F73A5-757E-4BC5-91F8-9D26E71C032A}"/>
                      </a:ext>
                    </a:extLst>
                  </p:cNvPr>
                  <p:cNvSpPr/>
                  <p:nvPr/>
                </p:nvSpPr>
                <p:spPr>
                  <a:xfrm>
                    <a:off x="7584897" y="984892"/>
                    <a:ext cx="5505" cy="16286"/>
                  </a:xfrm>
                  <a:custGeom>
                    <a:avLst/>
                    <a:gdLst>
                      <a:gd name="connsiteX0" fmla="*/ 4923 w 5505"/>
                      <a:gd name="connsiteY0" fmla="*/ 186 h 16286"/>
                      <a:gd name="connsiteX1" fmla="*/ 4258 w 5505"/>
                      <a:gd name="connsiteY1" fmla="*/ 9939 h 16286"/>
                      <a:gd name="connsiteX2" fmla="*/ 623 w 5505"/>
                      <a:gd name="connsiteY2" fmla="*/ 16057 h 16286"/>
                      <a:gd name="connsiteX3" fmla="*/ 1244 w 5505"/>
                      <a:gd name="connsiteY3" fmla="*/ 6880 h 16286"/>
                      <a:gd name="connsiteX4" fmla="*/ 4923 w 5505"/>
                      <a:gd name="connsiteY4" fmla="*/ 186 h 1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05" h="16286">
                        <a:moveTo>
                          <a:pt x="4923" y="186"/>
                        </a:moveTo>
                        <a:cubicBezTo>
                          <a:pt x="6341" y="1472"/>
                          <a:pt x="4790" y="7944"/>
                          <a:pt x="4258" y="9939"/>
                        </a:cubicBezTo>
                        <a:cubicBezTo>
                          <a:pt x="3770" y="11934"/>
                          <a:pt x="2130" y="17475"/>
                          <a:pt x="623" y="16057"/>
                        </a:cubicBezTo>
                        <a:cubicBezTo>
                          <a:pt x="-885" y="14638"/>
                          <a:pt x="756" y="8698"/>
                          <a:pt x="1244" y="6880"/>
                        </a:cubicBezTo>
                        <a:cubicBezTo>
                          <a:pt x="1731" y="5018"/>
                          <a:pt x="3416" y="-1144"/>
                          <a:pt x="4923" y="18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99" name="Forme libre : forme 22498">
                    <a:extLst>
                      <a:ext uri="{FF2B5EF4-FFF2-40B4-BE49-F238E27FC236}">
                        <a16:creationId xmlns:a16="http://schemas.microsoft.com/office/drawing/2014/main" id="{AC1BEED2-A339-4372-956F-6A4A759B82DC}"/>
                      </a:ext>
                    </a:extLst>
                  </p:cNvPr>
                  <p:cNvSpPr/>
                  <p:nvPr/>
                </p:nvSpPr>
                <p:spPr>
                  <a:xfrm>
                    <a:off x="7588529" y="982459"/>
                    <a:ext cx="1782" cy="4659"/>
                  </a:xfrm>
                  <a:custGeom>
                    <a:avLst/>
                    <a:gdLst>
                      <a:gd name="connsiteX0" fmla="*/ 1246 w 1782"/>
                      <a:gd name="connsiteY0" fmla="*/ 4 h 4659"/>
                      <a:gd name="connsiteX1" fmla="*/ 1689 w 1782"/>
                      <a:gd name="connsiteY1" fmla="*/ 2265 h 4659"/>
                      <a:gd name="connsiteX2" fmla="*/ 537 w 1782"/>
                      <a:gd name="connsiteY2" fmla="*/ 4658 h 4659"/>
                      <a:gd name="connsiteX3" fmla="*/ 94 w 1782"/>
                      <a:gd name="connsiteY3" fmla="*/ 2486 h 4659"/>
                      <a:gd name="connsiteX4" fmla="*/ 1246 w 1782"/>
                      <a:gd name="connsiteY4" fmla="*/ 4 h 4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2" h="4659">
                        <a:moveTo>
                          <a:pt x="1246" y="4"/>
                        </a:moveTo>
                        <a:cubicBezTo>
                          <a:pt x="1911" y="-85"/>
                          <a:pt x="1823" y="1467"/>
                          <a:pt x="1689" y="2265"/>
                        </a:cubicBezTo>
                        <a:cubicBezTo>
                          <a:pt x="1557" y="3062"/>
                          <a:pt x="1202" y="4614"/>
                          <a:pt x="537" y="4658"/>
                        </a:cubicBezTo>
                        <a:cubicBezTo>
                          <a:pt x="-128" y="4703"/>
                          <a:pt x="-40" y="3240"/>
                          <a:pt x="94" y="2486"/>
                        </a:cubicBezTo>
                        <a:cubicBezTo>
                          <a:pt x="226" y="1688"/>
                          <a:pt x="581" y="92"/>
                          <a:pt x="1246" y="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500" name="Forme libre : forme 22499">
                    <a:extLst>
                      <a:ext uri="{FF2B5EF4-FFF2-40B4-BE49-F238E27FC236}">
                        <a16:creationId xmlns:a16="http://schemas.microsoft.com/office/drawing/2014/main" id="{188D5BCE-1A95-41D4-A763-AB80C9DC6D95}"/>
                      </a:ext>
                    </a:extLst>
                  </p:cNvPr>
                  <p:cNvSpPr/>
                  <p:nvPr/>
                </p:nvSpPr>
                <p:spPr>
                  <a:xfrm>
                    <a:off x="7574398" y="961165"/>
                    <a:ext cx="21384" cy="38762"/>
                  </a:xfrm>
                  <a:custGeom>
                    <a:avLst/>
                    <a:gdLst>
                      <a:gd name="connsiteX0" fmla="*/ 10634 w 21384"/>
                      <a:gd name="connsiteY0" fmla="*/ 8840 h 38762"/>
                      <a:gd name="connsiteX1" fmla="*/ 19235 w 21384"/>
                      <a:gd name="connsiteY1" fmla="*/ 151 h 38762"/>
                      <a:gd name="connsiteX2" fmla="*/ 21318 w 21384"/>
                      <a:gd name="connsiteY2" fmla="*/ 3431 h 38762"/>
                      <a:gd name="connsiteX3" fmla="*/ 18836 w 21384"/>
                      <a:gd name="connsiteY3" fmla="*/ 7953 h 38762"/>
                      <a:gd name="connsiteX4" fmla="*/ 10501 w 21384"/>
                      <a:gd name="connsiteY4" fmla="*/ 21386 h 38762"/>
                      <a:gd name="connsiteX5" fmla="*/ 1192 w 21384"/>
                      <a:gd name="connsiteY5" fmla="*/ 38276 h 38762"/>
                      <a:gd name="connsiteX6" fmla="*/ 4029 w 21384"/>
                      <a:gd name="connsiteY6" fmla="*/ 17440 h 38762"/>
                      <a:gd name="connsiteX7" fmla="*/ 10634 w 21384"/>
                      <a:gd name="connsiteY7" fmla="*/ 8840 h 38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84" h="38762">
                        <a:moveTo>
                          <a:pt x="10634" y="8840"/>
                        </a:moveTo>
                        <a:cubicBezTo>
                          <a:pt x="13427" y="4894"/>
                          <a:pt x="15688" y="2057"/>
                          <a:pt x="19235" y="151"/>
                        </a:cubicBezTo>
                        <a:cubicBezTo>
                          <a:pt x="20564" y="-558"/>
                          <a:pt x="21673" y="1348"/>
                          <a:pt x="21318" y="3431"/>
                        </a:cubicBezTo>
                        <a:cubicBezTo>
                          <a:pt x="20919" y="5515"/>
                          <a:pt x="19855" y="6712"/>
                          <a:pt x="18836" y="7953"/>
                        </a:cubicBezTo>
                        <a:cubicBezTo>
                          <a:pt x="15644" y="11899"/>
                          <a:pt x="13117" y="16332"/>
                          <a:pt x="10501" y="21386"/>
                        </a:cubicBezTo>
                        <a:cubicBezTo>
                          <a:pt x="8772" y="24533"/>
                          <a:pt x="4295" y="41866"/>
                          <a:pt x="1192" y="38276"/>
                        </a:cubicBezTo>
                        <a:cubicBezTo>
                          <a:pt x="-1911" y="34640"/>
                          <a:pt x="1768" y="21740"/>
                          <a:pt x="4029" y="17440"/>
                        </a:cubicBezTo>
                        <a:cubicBezTo>
                          <a:pt x="6201" y="13229"/>
                          <a:pt x="8506" y="11854"/>
                          <a:pt x="10634" y="884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11" name="Graphique 2">
                  <a:extLst>
                    <a:ext uri="{FF2B5EF4-FFF2-40B4-BE49-F238E27FC236}">
                      <a16:creationId xmlns:a16="http://schemas.microsoft.com/office/drawing/2014/main" id="{729D7C4A-D25D-487D-8460-08100EE8B114}"/>
                    </a:ext>
                  </a:extLst>
                </p:cNvPr>
                <p:cNvGrpSpPr/>
                <p:nvPr/>
              </p:nvGrpSpPr>
              <p:grpSpPr>
                <a:xfrm>
                  <a:off x="7585961" y="866394"/>
                  <a:ext cx="49467" cy="90652"/>
                  <a:chOff x="7585961" y="866394"/>
                  <a:chExt cx="49467" cy="90652"/>
                </a:xfrm>
                <a:solidFill>
                  <a:schemeClr val="accent1"/>
                </a:solidFill>
              </p:grpSpPr>
              <p:sp>
                <p:nvSpPr>
                  <p:cNvPr id="22477" name="Forme libre : forme 22476">
                    <a:extLst>
                      <a:ext uri="{FF2B5EF4-FFF2-40B4-BE49-F238E27FC236}">
                        <a16:creationId xmlns:a16="http://schemas.microsoft.com/office/drawing/2014/main" id="{DC3C45CA-0F23-4842-8675-C5730FF812E6}"/>
                      </a:ext>
                    </a:extLst>
                  </p:cNvPr>
                  <p:cNvSpPr/>
                  <p:nvPr/>
                </p:nvSpPr>
                <p:spPr>
                  <a:xfrm>
                    <a:off x="7585961" y="866394"/>
                    <a:ext cx="49467" cy="90613"/>
                  </a:xfrm>
                  <a:custGeom>
                    <a:avLst/>
                    <a:gdLst>
                      <a:gd name="connsiteX0" fmla="*/ 45574 w 49467"/>
                      <a:gd name="connsiteY0" fmla="*/ 35519 h 90613"/>
                      <a:gd name="connsiteX1" fmla="*/ 35156 w 49467"/>
                      <a:gd name="connsiteY1" fmla="*/ 64201 h 90613"/>
                      <a:gd name="connsiteX2" fmla="*/ 26467 w 49467"/>
                      <a:gd name="connsiteY2" fmla="*/ 79761 h 90613"/>
                      <a:gd name="connsiteX3" fmla="*/ 14631 w 49467"/>
                      <a:gd name="connsiteY3" fmla="*/ 89647 h 90613"/>
                      <a:gd name="connsiteX4" fmla="*/ 4967 w 49467"/>
                      <a:gd name="connsiteY4" fmla="*/ 86987 h 90613"/>
                      <a:gd name="connsiteX5" fmla="*/ 312 w 49467"/>
                      <a:gd name="connsiteY5" fmla="*/ 71782 h 90613"/>
                      <a:gd name="connsiteX6" fmla="*/ 90 w 49467"/>
                      <a:gd name="connsiteY6" fmla="*/ 63004 h 90613"/>
                      <a:gd name="connsiteX7" fmla="*/ 1908 w 49467"/>
                      <a:gd name="connsiteY7" fmla="*/ 52986 h 90613"/>
                      <a:gd name="connsiteX8" fmla="*/ 12991 w 49467"/>
                      <a:gd name="connsiteY8" fmla="*/ 22663 h 90613"/>
                      <a:gd name="connsiteX9" fmla="*/ 39057 w 49467"/>
                      <a:gd name="connsiteY9" fmla="*/ 320 h 90613"/>
                      <a:gd name="connsiteX10" fmla="*/ 47968 w 49467"/>
                      <a:gd name="connsiteY10" fmla="*/ 4443 h 90613"/>
                      <a:gd name="connsiteX11" fmla="*/ 49165 w 49467"/>
                      <a:gd name="connsiteY11" fmla="*/ 11625 h 90613"/>
                      <a:gd name="connsiteX12" fmla="*/ 49386 w 49467"/>
                      <a:gd name="connsiteY12" fmla="*/ 18984 h 90613"/>
                      <a:gd name="connsiteX13" fmla="*/ 45574 w 49467"/>
                      <a:gd name="connsiteY13" fmla="*/ 35519 h 90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9467" h="90613">
                        <a:moveTo>
                          <a:pt x="45574" y="35519"/>
                        </a:moveTo>
                        <a:cubicBezTo>
                          <a:pt x="43180" y="42257"/>
                          <a:pt x="37550" y="56842"/>
                          <a:pt x="35156" y="64201"/>
                        </a:cubicBezTo>
                        <a:cubicBezTo>
                          <a:pt x="32585" y="70851"/>
                          <a:pt x="29837" y="75816"/>
                          <a:pt x="26467" y="79761"/>
                        </a:cubicBezTo>
                        <a:cubicBezTo>
                          <a:pt x="23054" y="83707"/>
                          <a:pt x="19064" y="86677"/>
                          <a:pt x="14631" y="89647"/>
                        </a:cubicBezTo>
                        <a:cubicBezTo>
                          <a:pt x="11528" y="91686"/>
                          <a:pt x="6607" y="90357"/>
                          <a:pt x="4967" y="86987"/>
                        </a:cubicBezTo>
                        <a:cubicBezTo>
                          <a:pt x="2484" y="82155"/>
                          <a:pt x="933" y="77279"/>
                          <a:pt x="312" y="71782"/>
                        </a:cubicBezTo>
                        <a:cubicBezTo>
                          <a:pt x="2" y="69033"/>
                          <a:pt x="-87" y="66108"/>
                          <a:pt x="90" y="63004"/>
                        </a:cubicBezTo>
                        <a:cubicBezTo>
                          <a:pt x="401" y="59901"/>
                          <a:pt x="977" y="56576"/>
                          <a:pt x="1908" y="52986"/>
                        </a:cubicBezTo>
                        <a:cubicBezTo>
                          <a:pt x="3592" y="45272"/>
                          <a:pt x="9356" y="30155"/>
                          <a:pt x="12991" y="22663"/>
                        </a:cubicBezTo>
                        <a:cubicBezTo>
                          <a:pt x="19951" y="8610"/>
                          <a:pt x="28728" y="3379"/>
                          <a:pt x="39057" y="320"/>
                        </a:cubicBezTo>
                        <a:cubicBezTo>
                          <a:pt x="42648" y="-788"/>
                          <a:pt x="47170" y="1074"/>
                          <a:pt x="47968" y="4443"/>
                        </a:cubicBezTo>
                        <a:cubicBezTo>
                          <a:pt x="48544" y="6881"/>
                          <a:pt x="48943" y="9275"/>
                          <a:pt x="49165" y="11625"/>
                        </a:cubicBezTo>
                        <a:cubicBezTo>
                          <a:pt x="49431" y="14019"/>
                          <a:pt x="49564" y="16501"/>
                          <a:pt x="49386" y="18984"/>
                        </a:cubicBezTo>
                        <a:cubicBezTo>
                          <a:pt x="48943" y="23904"/>
                          <a:pt x="47968" y="29357"/>
                          <a:pt x="45574" y="3551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78" name="Forme libre : forme 22477">
                    <a:extLst>
                      <a:ext uri="{FF2B5EF4-FFF2-40B4-BE49-F238E27FC236}">
                        <a16:creationId xmlns:a16="http://schemas.microsoft.com/office/drawing/2014/main" id="{2DD4C85E-1044-4761-A8B9-EB936FAAB88A}"/>
                      </a:ext>
                    </a:extLst>
                  </p:cNvPr>
                  <p:cNvSpPr/>
                  <p:nvPr/>
                </p:nvSpPr>
                <p:spPr>
                  <a:xfrm>
                    <a:off x="7596159" y="870615"/>
                    <a:ext cx="39156" cy="86431"/>
                  </a:xfrm>
                  <a:custGeom>
                    <a:avLst/>
                    <a:gdLst>
                      <a:gd name="connsiteX0" fmla="*/ 14363 w 39156"/>
                      <a:gd name="connsiteY0" fmla="*/ 51557 h 86431"/>
                      <a:gd name="connsiteX1" fmla="*/ 8689 w 39156"/>
                      <a:gd name="connsiteY1" fmla="*/ 70353 h 86431"/>
                      <a:gd name="connsiteX2" fmla="*/ 0 w 39156"/>
                      <a:gd name="connsiteY2" fmla="*/ 86357 h 86431"/>
                      <a:gd name="connsiteX3" fmla="*/ 4389 w 39156"/>
                      <a:gd name="connsiteY3" fmla="*/ 85470 h 86431"/>
                      <a:gd name="connsiteX4" fmla="*/ 8777 w 39156"/>
                      <a:gd name="connsiteY4" fmla="*/ 82323 h 86431"/>
                      <a:gd name="connsiteX5" fmla="*/ 19505 w 39156"/>
                      <a:gd name="connsiteY5" fmla="*/ 71018 h 86431"/>
                      <a:gd name="connsiteX6" fmla="*/ 24870 w 39156"/>
                      <a:gd name="connsiteY6" fmla="*/ 59980 h 86431"/>
                      <a:gd name="connsiteX7" fmla="*/ 26510 w 39156"/>
                      <a:gd name="connsiteY7" fmla="*/ 55281 h 86431"/>
                      <a:gd name="connsiteX8" fmla="*/ 30588 w 39156"/>
                      <a:gd name="connsiteY8" fmla="*/ 43932 h 86431"/>
                      <a:gd name="connsiteX9" fmla="*/ 34578 w 39156"/>
                      <a:gd name="connsiteY9" fmla="*/ 33426 h 86431"/>
                      <a:gd name="connsiteX10" fmla="*/ 35332 w 39156"/>
                      <a:gd name="connsiteY10" fmla="*/ 31298 h 86431"/>
                      <a:gd name="connsiteX11" fmla="*/ 38612 w 39156"/>
                      <a:gd name="connsiteY11" fmla="*/ 19151 h 86431"/>
                      <a:gd name="connsiteX12" fmla="*/ 38612 w 39156"/>
                      <a:gd name="connsiteY12" fmla="*/ 4743 h 86431"/>
                      <a:gd name="connsiteX13" fmla="*/ 37725 w 39156"/>
                      <a:gd name="connsiteY13" fmla="*/ 177 h 86431"/>
                      <a:gd name="connsiteX14" fmla="*/ 37681 w 39156"/>
                      <a:gd name="connsiteY14" fmla="*/ 0 h 86431"/>
                      <a:gd name="connsiteX15" fmla="*/ 23850 w 39156"/>
                      <a:gd name="connsiteY15" fmla="*/ 24825 h 86431"/>
                      <a:gd name="connsiteX16" fmla="*/ 18575 w 39156"/>
                      <a:gd name="connsiteY16" fmla="*/ 38080 h 86431"/>
                      <a:gd name="connsiteX17" fmla="*/ 14363 w 39156"/>
                      <a:gd name="connsiteY17" fmla="*/ 51557 h 86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9156" h="86431">
                        <a:moveTo>
                          <a:pt x="14363" y="51557"/>
                        </a:moveTo>
                        <a:cubicBezTo>
                          <a:pt x="12900" y="57896"/>
                          <a:pt x="10817" y="64280"/>
                          <a:pt x="8689" y="70353"/>
                        </a:cubicBezTo>
                        <a:cubicBezTo>
                          <a:pt x="6384" y="76382"/>
                          <a:pt x="3546" y="81924"/>
                          <a:pt x="0" y="86357"/>
                        </a:cubicBezTo>
                        <a:cubicBezTo>
                          <a:pt x="1551" y="86578"/>
                          <a:pt x="3103" y="86312"/>
                          <a:pt x="4389" y="85470"/>
                        </a:cubicBezTo>
                        <a:cubicBezTo>
                          <a:pt x="5940" y="84451"/>
                          <a:pt x="7403" y="83431"/>
                          <a:pt x="8777" y="82323"/>
                        </a:cubicBezTo>
                        <a:cubicBezTo>
                          <a:pt x="12811" y="79219"/>
                          <a:pt x="16535" y="75806"/>
                          <a:pt x="19505" y="71018"/>
                        </a:cubicBezTo>
                        <a:cubicBezTo>
                          <a:pt x="21367" y="67871"/>
                          <a:pt x="23274" y="64369"/>
                          <a:pt x="24870" y="59980"/>
                        </a:cubicBezTo>
                        <a:cubicBezTo>
                          <a:pt x="25313" y="58650"/>
                          <a:pt x="25889" y="57054"/>
                          <a:pt x="26510" y="55281"/>
                        </a:cubicBezTo>
                        <a:cubicBezTo>
                          <a:pt x="27751" y="51867"/>
                          <a:pt x="29170" y="47833"/>
                          <a:pt x="30588" y="43932"/>
                        </a:cubicBezTo>
                        <a:cubicBezTo>
                          <a:pt x="31918" y="39987"/>
                          <a:pt x="33558" y="36396"/>
                          <a:pt x="34578" y="33426"/>
                        </a:cubicBezTo>
                        <a:cubicBezTo>
                          <a:pt x="34844" y="32672"/>
                          <a:pt x="35110" y="31963"/>
                          <a:pt x="35332" y="31298"/>
                        </a:cubicBezTo>
                        <a:cubicBezTo>
                          <a:pt x="37016" y="26909"/>
                          <a:pt x="38080" y="22919"/>
                          <a:pt x="38612" y="19151"/>
                        </a:cubicBezTo>
                        <a:cubicBezTo>
                          <a:pt x="39543" y="14186"/>
                          <a:pt x="39100" y="9310"/>
                          <a:pt x="38612" y="4743"/>
                        </a:cubicBezTo>
                        <a:cubicBezTo>
                          <a:pt x="38390" y="3236"/>
                          <a:pt x="38080" y="1729"/>
                          <a:pt x="37725" y="177"/>
                        </a:cubicBezTo>
                        <a:lnTo>
                          <a:pt x="37681" y="0"/>
                        </a:lnTo>
                        <a:cubicBezTo>
                          <a:pt x="32317" y="7669"/>
                          <a:pt x="27973" y="16225"/>
                          <a:pt x="23850" y="24825"/>
                        </a:cubicBezTo>
                        <a:cubicBezTo>
                          <a:pt x="22032" y="29258"/>
                          <a:pt x="20171" y="33603"/>
                          <a:pt x="18575" y="38080"/>
                        </a:cubicBezTo>
                        <a:cubicBezTo>
                          <a:pt x="17067" y="42602"/>
                          <a:pt x="15516" y="47035"/>
                          <a:pt x="14363" y="5155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79" name="Forme libre : forme 22478">
                    <a:extLst>
                      <a:ext uri="{FF2B5EF4-FFF2-40B4-BE49-F238E27FC236}">
                        <a16:creationId xmlns:a16="http://schemas.microsoft.com/office/drawing/2014/main" id="{F09C3FF9-54F1-4C71-94CA-E759BAD2C16B}"/>
                      </a:ext>
                    </a:extLst>
                  </p:cNvPr>
                  <p:cNvSpPr/>
                  <p:nvPr/>
                </p:nvSpPr>
                <p:spPr>
                  <a:xfrm>
                    <a:off x="7602669" y="883158"/>
                    <a:ext cx="20608" cy="41574"/>
                  </a:xfrm>
                  <a:custGeom>
                    <a:avLst/>
                    <a:gdLst>
                      <a:gd name="connsiteX0" fmla="*/ 19202 w 20608"/>
                      <a:gd name="connsiteY0" fmla="*/ 180 h 41574"/>
                      <a:gd name="connsiteX1" fmla="*/ 19379 w 20608"/>
                      <a:gd name="connsiteY1" fmla="*/ 10553 h 41574"/>
                      <a:gd name="connsiteX2" fmla="*/ 15124 w 20608"/>
                      <a:gd name="connsiteY2" fmla="*/ 23498 h 41574"/>
                      <a:gd name="connsiteX3" fmla="*/ 2312 w 20608"/>
                      <a:gd name="connsiteY3" fmla="*/ 41496 h 41574"/>
                      <a:gd name="connsiteX4" fmla="*/ 494 w 20608"/>
                      <a:gd name="connsiteY4" fmla="*/ 31876 h 41574"/>
                      <a:gd name="connsiteX5" fmla="*/ 4307 w 20608"/>
                      <a:gd name="connsiteY5" fmla="*/ 19419 h 41574"/>
                      <a:gd name="connsiteX6" fmla="*/ 10868 w 20608"/>
                      <a:gd name="connsiteY6" fmla="*/ 7007 h 41574"/>
                      <a:gd name="connsiteX7" fmla="*/ 19202 w 20608"/>
                      <a:gd name="connsiteY7" fmla="*/ 180 h 4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608" h="41574">
                        <a:moveTo>
                          <a:pt x="19202" y="180"/>
                        </a:moveTo>
                        <a:cubicBezTo>
                          <a:pt x="21330" y="1199"/>
                          <a:pt x="20753" y="5721"/>
                          <a:pt x="19379" y="10553"/>
                        </a:cubicBezTo>
                        <a:cubicBezTo>
                          <a:pt x="17961" y="15385"/>
                          <a:pt x="16276" y="20838"/>
                          <a:pt x="15124" y="23498"/>
                        </a:cubicBezTo>
                        <a:cubicBezTo>
                          <a:pt x="12996" y="28818"/>
                          <a:pt x="7144" y="42738"/>
                          <a:pt x="2312" y="41496"/>
                        </a:cubicBezTo>
                        <a:cubicBezTo>
                          <a:pt x="-82" y="40831"/>
                          <a:pt x="-481" y="36576"/>
                          <a:pt x="494" y="31876"/>
                        </a:cubicBezTo>
                        <a:cubicBezTo>
                          <a:pt x="1425" y="27177"/>
                          <a:pt x="3110" y="21991"/>
                          <a:pt x="4307" y="19419"/>
                        </a:cubicBezTo>
                        <a:cubicBezTo>
                          <a:pt x="5548" y="16848"/>
                          <a:pt x="7853" y="11395"/>
                          <a:pt x="10868" y="7007"/>
                        </a:cubicBezTo>
                        <a:cubicBezTo>
                          <a:pt x="13882" y="2618"/>
                          <a:pt x="17074" y="-840"/>
                          <a:pt x="19202" y="18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80" name="Forme libre : forme 22479">
                    <a:extLst>
                      <a:ext uri="{FF2B5EF4-FFF2-40B4-BE49-F238E27FC236}">
                        <a16:creationId xmlns:a16="http://schemas.microsoft.com/office/drawing/2014/main" id="{4588E0E8-EBBB-4B9A-A2FB-5A6C34F09AB7}"/>
                      </a:ext>
                    </a:extLst>
                  </p:cNvPr>
                  <p:cNvSpPr/>
                  <p:nvPr/>
                </p:nvSpPr>
                <p:spPr>
                  <a:xfrm>
                    <a:off x="7602858" y="897569"/>
                    <a:ext cx="17860" cy="27308"/>
                  </a:xfrm>
                  <a:custGeom>
                    <a:avLst/>
                    <a:gdLst>
                      <a:gd name="connsiteX0" fmla="*/ 616 w 17860"/>
                      <a:gd name="connsiteY0" fmla="*/ 16668 h 27308"/>
                      <a:gd name="connsiteX1" fmla="*/ 2079 w 17860"/>
                      <a:gd name="connsiteY1" fmla="*/ 27308 h 27308"/>
                      <a:gd name="connsiteX2" fmla="*/ 15023 w 17860"/>
                      <a:gd name="connsiteY2" fmla="*/ 8866 h 27308"/>
                      <a:gd name="connsiteX3" fmla="*/ 17860 w 17860"/>
                      <a:gd name="connsiteY3" fmla="*/ 0 h 27308"/>
                      <a:gd name="connsiteX4" fmla="*/ 15644 w 17860"/>
                      <a:gd name="connsiteY4" fmla="*/ 4477 h 27308"/>
                      <a:gd name="connsiteX5" fmla="*/ 616 w 17860"/>
                      <a:gd name="connsiteY5" fmla="*/ 16668 h 27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60" h="27308">
                        <a:moveTo>
                          <a:pt x="616" y="16668"/>
                        </a:moveTo>
                        <a:cubicBezTo>
                          <a:pt x="350" y="19594"/>
                          <a:pt x="-1246" y="27397"/>
                          <a:pt x="2079" y="27308"/>
                        </a:cubicBezTo>
                        <a:cubicBezTo>
                          <a:pt x="7354" y="27131"/>
                          <a:pt x="12319" y="15605"/>
                          <a:pt x="15023" y="8866"/>
                        </a:cubicBezTo>
                        <a:cubicBezTo>
                          <a:pt x="15865" y="6916"/>
                          <a:pt x="17328" y="2394"/>
                          <a:pt x="17860" y="0"/>
                        </a:cubicBezTo>
                        <a:cubicBezTo>
                          <a:pt x="17284" y="1241"/>
                          <a:pt x="16442" y="3414"/>
                          <a:pt x="15644" y="4477"/>
                        </a:cubicBezTo>
                        <a:cubicBezTo>
                          <a:pt x="11166" y="10506"/>
                          <a:pt x="6201" y="18087"/>
                          <a:pt x="616" y="1666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81" name="Forme libre : forme 22480">
                    <a:extLst>
                      <a:ext uri="{FF2B5EF4-FFF2-40B4-BE49-F238E27FC236}">
                        <a16:creationId xmlns:a16="http://schemas.microsoft.com/office/drawing/2014/main" id="{EEB465E4-D0F6-4F9C-B9D1-DA70A33FC3D4}"/>
                      </a:ext>
                    </a:extLst>
                  </p:cNvPr>
                  <p:cNvSpPr/>
                  <p:nvPr/>
                </p:nvSpPr>
                <p:spPr>
                  <a:xfrm>
                    <a:off x="7604596" y="881326"/>
                    <a:ext cx="20507" cy="41559"/>
                  </a:xfrm>
                  <a:custGeom>
                    <a:avLst/>
                    <a:gdLst>
                      <a:gd name="connsiteX0" fmla="*/ 19491 w 20507"/>
                      <a:gd name="connsiteY0" fmla="*/ 505 h 41559"/>
                      <a:gd name="connsiteX1" fmla="*/ 15236 w 20507"/>
                      <a:gd name="connsiteY1" fmla="*/ 23957 h 41559"/>
                      <a:gd name="connsiteX2" fmla="*/ 2291 w 20507"/>
                      <a:gd name="connsiteY2" fmla="*/ 41512 h 41559"/>
                      <a:gd name="connsiteX3" fmla="*/ 4463 w 20507"/>
                      <a:gd name="connsiteY3" fmla="*/ 19656 h 41559"/>
                      <a:gd name="connsiteX4" fmla="*/ 19491 w 20507"/>
                      <a:gd name="connsiteY4" fmla="*/ 505 h 41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507" h="41559">
                        <a:moveTo>
                          <a:pt x="19491" y="505"/>
                        </a:moveTo>
                        <a:cubicBezTo>
                          <a:pt x="22772" y="3875"/>
                          <a:pt x="17231" y="18105"/>
                          <a:pt x="15236" y="23957"/>
                        </a:cubicBezTo>
                        <a:cubicBezTo>
                          <a:pt x="13019" y="29675"/>
                          <a:pt x="7300" y="42443"/>
                          <a:pt x="2291" y="41512"/>
                        </a:cubicBezTo>
                        <a:cubicBezTo>
                          <a:pt x="-3029" y="40492"/>
                          <a:pt x="2291" y="24400"/>
                          <a:pt x="4463" y="19656"/>
                        </a:cubicBezTo>
                        <a:cubicBezTo>
                          <a:pt x="6281" y="14691"/>
                          <a:pt x="15723" y="-3218"/>
                          <a:pt x="19491" y="50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82" name="Forme libre : forme 22481">
                    <a:extLst>
                      <a:ext uri="{FF2B5EF4-FFF2-40B4-BE49-F238E27FC236}">
                        <a16:creationId xmlns:a16="http://schemas.microsoft.com/office/drawing/2014/main" id="{E65BDB23-2B57-45DD-9203-5A5093766232}"/>
                      </a:ext>
                    </a:extLst>
                  </p:cNvPr>
                  <p:cNvSpPr/>
                  <p:nvPr/>
                </p:nvSpPr>
                <p:spPr>
                  <a:xfrm>
                    <a:off x="7592916" y="895037"/>
                    <a:ext cx="32940" cy="49701"/>
                  </a:xfrm>
                  <a:custGeom>
                    <a:avLst/>
                    <a:gdLst>
                      <a:gd name="connsiteX0" fmla="*/ 6789 w 32940"/>
                      <a:gd name="connsiteY0" fmla="*/ 49655 h 49701"/>
                      <a:gd name="connsiteX1" fmla="*/ 13705 w 32940"/>
                      <a:gd name="connsiteY1" fmla="*/ 45665 h 49701"/>
                      <a:gd name="connsiteX2" fmla="*/ 26605 w 32940"/>
                      <a:gd name="connsiteY2" fmla="*/ 28819 h 49701"/>
                      <a:gd name="connsiteX3" fmla="*/ 32812 w 32940"/>
                      <a:gd name="connsiteY3" fmla="*/ 9269 h 49701"/>
                      <a:gd name="connsiteX4" fmla="*/ 29797 w 32940"/>
                      <a:gd name="connsiteY4" fmla="*/ 4 h 49701"/>
                      <a:gd name="connsiteX5" fmla="*/ 24655 w 32940"/>
                      <a:gd name="connsiteY5" fmla="*/ 5147 h 49701"/>
                      <a:gd name="connsiteX6" fmla="*/ 11799 w 32940"/>
                      <a:gd name="connsiteY6" fmla="*/ 20485 h 49701"/>
                      <a:gd name="connsiteX7" fmla="*/ 228 w 32940"/>
                      <a:gd name="connsiteY7" fmla="*/ 37198 h 49701"/>
                      <a:gd name="connsiteX8" fmla="*/ 6789 w 32940"/>
                      <a:gd name="connsiteY8" fmla="*/ 49655 h 49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940" h="49701">
                        <a:moveTo>
                          <a:pt x="6789" y="49655"/>
                        </a:moveTo>
                        <a:cubicBezTo>
                          <a:pt x="9937" y="49212"/>
                          <a:pt x="11089" y="48369"/>
                          <a:pt x="13705" y="45665"/>
                        </a:cubicBezTo>
                        <a:cubicBezTo>
                          <a:pt x="18581" y="40434"/>
                          <a:pt x="23059" y="36489"/>
                          <a:pt x="26605" y="28819"/>
                        </a:cubicBezTo>
                        <a:cubicBezTo>
                          <a:pt x="29930" y="22613"/>
                          <a:pt x="32014" y="15165"/>
                          <a:pt x="32812" y="9269"/>
                        </a:cubicBezTo>
                        <a:cubicBezTo>
                          <a:pt x="33210" y="4792"/>
                          <a:pt x="32812" y="182"/>
                          <a:pt x="29797" y="4"/>
                        </a:cubicBezTo>
                        <a:cubicBezTo>
                          <a:pt x="27847" y="-129"/>
                          <a:pt x="26428" y="2930"/>
                          <a:pt x="24655" y="5147"/>
                        </a:cubicBezTo>
                        <a:cubicBezTo>
                          <a:pt x="20355" y="10245"/>
                          <a:pt x="16897" y="15564"/>
                          <a:pt x="11799" y="20485"/>
                        </a:cubicBezTo>
                        <a:cubicBezTo>
                          <a:pt x="7410" y="24608"/>
                          <a:pt x="1869" y="29130"/>
                          <a:pt x="228" y="37198"/>
                        </a:cubicBezTo>
                        <a:cubicBezTo>
                          <a:pt x="-924" y="44557"/>
                          <a:pt x="2445" y="50276"/>
                          <a:pt x="6789" y="4965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83" name="Forme libre : forme 22482">
                    <a:extLst>
                      <a:ext uri="{FF2B5EF4-FFF2-40B4-BE49-F238E27FC236}">
                        <a16:creationId xmlns:a16="http://schemas.microsoft.com/office/drawing/2014/main" id="{9C070E3D-5755-493E-87F4-2487F418F513}"/>
                      </a:ext>
                    </a:extLst>
                  </p:cNvPr>
                  <p:cNvSpPr/>
                  <p:nvPr/>
                </p:nvSpPr>
                <p:spPr>
                  <a:xfrm>
                    <a:off x="7596545" y="914219"/>
                    <a:ext cx="5095" cy="18722"/>
                  </a:xfrm>
                  <a:custGeom>
                    <a:avLst/>
                    <a:gdLst>
                      <a:gd name="connsiteX0" fmla="*/ 279 w 5095"/>
                      <a:gd name="connsiteY0" fmla="*/ 16598 h 18722"/>
                      <a:gd name="connsiteX1" fmla="*/ 944 w 5095"/>
                      <a:gd name="connsiteY1" fmla="*/ 18593 h 18722"/>
                      <a:gd name="connsiteX2" fmla="*/ 2407 w 5095"/>
                      <a:gd name="connsiteY2" fmla="*/ 17573 h 18722"/>
                      <a:gd name="connsiteX3" fmla="*/ 3427 w 5095"/>
                      <a:gd name="connsiteY3" fmla="*/ 14381 h 18722"/>
                      <a:gd name="connsiteX4" fmla="*/ 4890 w 5095"/>
                      <a:gd name="connsiteY4" fmla="*/ 6225 h 18722"/>
                      <a:gd name="connsiteX5" fmla="*/ 5067 w 5095"/>
                      <a:gd name="connsiteY5" fmla="*/ 3166 h 18722"/>
                      <a:gd name="connsiteX6" fmla="*/ 811 w 5095"/>
                      <a:gd name="connsiteY6" fmla="*/ 3653 h 18722"/>
                      <a:gd name="connsiteX7" fmla="*/ 279 w 5095"/>
                      <a:gd name="connsiteY7" fmla="*/ 16598 h 18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095" h="18722">
                        <a:moveTo>
                          <a:pt x="279" y="16598"/>
                        </a:moveTo>
                        <a:cubicBezTo>
                          <a:pt x="368" y="17529"/>
                          <a:pt x="457" y="18150"/>
                          <a:pt x="944" y="18593"/>
                        </a:cubicBezTo>
                        <a:cubicBezTo>
                          <a:pt x="1432" y="18992"/>
                          <a:pt x="1964" y="18416"/>
                          <a:pt x="2407" y="17573"/>
                        </a:cubicBezTo>
                        <a:cubicBezTo>
                          <a:pt x="2851" y="16731"/>
                          <a:pt x="3205" y="15401"/>
                          <a:pt x="3427" y="14381"/>
                        </a:cubicBezTo>
                        <a:cubicBezTo>
                          <a:pt x="4003" y="11722"/>
                          <a:pt x="4580" y="8840"/>
                          <a:pt x="4890" y="6225"/>
                        </a:cubicBezTo>
                        <a:cubicBezTo>
                          <a:pt x="5023" y="5116"/>
                          <a:pt x="5156" y="4097"/>
                          <a:pt x="5067" y="3166"/>
                        </a:cubicBezTo>
                        <a:cubicBezTo>
                          <a:pt x="4846" y="-691"/>
                          <a:pt x="2230" y="-1578"/>
                          <a:pt x="811" y="3653"/>
                        </a:cubicBezTo>
                        <a:cubicBezTo>
                          <a:pt x="-208" y="7688"/>
                          <a:pt x="-120" y="12874"/>
                          <a:pt x="279" y="1659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84" name="Forme libre : forme 22483">
                    <a:extLst>
                      <a:ext uri="{FF2B5EF4-FFF2-40B4-BE49-F238E27FC236}">
                        <a16:creationId xmlns:a16="http://schemas.microsoft.com/office/drawing/2014/main" id="{1218F6A2-A5D9-488A-B8CC-BDA5D127598A}"/>
                      </a:ext>
                    </a:extLst>
                  </p:cNvPr>
                  <p:cNvSpPr/>
                  <p:nvPr/>
                </p:nvSpPr>
                <p:spPr>
                  <a:xfrm>
                    <a:off x="7631181" y="871192"/>
                    <a:ext cx="2334" cy="29480"/>
                  </a:xfrm>
                  <a:custGeom>
                    <a:avLst/>
                    <a:gdLst>
                      <a:gd name="connsiteX0" fmla="*/ 931 w 2334"/>
                      <a:gd name="connsiteY0" fmla="*/ 0 h 29480"/>
                      <a:gd name="connsiteX1" fmla="*/ 0 w 2334"/>
                      <a:gd name="connsiteY1" fmla="*/ 29480 h 29480"/>
                      <a:gd name="connsiteX2" fmla="*/ 931 w 2334"/>
                      <a:gd name="connsiteY2" fmla="*/ 0 h 29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34" h="29480">
                        <a:moveTo>
                          <a:pt x="931" y="0"/>
                        </a:moveTo>
                        <a:cubicBezTo>
                          <a:pt x="3990" y="6694"/>
                          <a:pt x="1286" y="20791"/>
                          <a:pt x="0" y="29480"/>
                        </a:cubicBezTo>
                        <a:cubicBezTo>
                          <a:pt x="1463" y="20038"/>
                          <a:pt x="1108" y="8556"/>
                          <a:pt x="93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85" name="Forme libre : forme 22484">
                    <a:extLst>
                      <a:ext uri="{FF2B5EF4-FFF2-40B4-BE49-F238E27FC236}">
                        <a16:creationId xmlns:a16="http://schemas.microsoft.com/office/drawing/2014/main" id="{2828114A-C15A-4935-8964-80AB2F69DBBB}"/>
                      </a:ext>
                    </a:extLst>
                  </p:cNvPr>
                  <p:cNvSpPr/>
                  <p:nvPr/>
                </p:nvSpPr>
                <p:spPr>
                  <a:xfrm>
                    <a:off x="7587633" y="918626"/>
                    <a:ext cx="4226" cy="34356"/>
                  </a:xfrm>
                  <a:custGeom>
                    <a:avLst/>
                    <a:gdLst>
                      <a:gd name="connsiteX0" fmla="*/ 1567 w 4226"/>
                      <a:gd name="connsiteY0" fmla="*/ 0 h 34356"/>
                      <a:gd name="connsiteX1" fmla="*/ 370 w 4226"/>
                      <a:gd name="connsiteY1" fmla="*/ 18486 h 34356"/>
                      <a:gd name="connsiteX2" fmla="*/ 4226 w 4226"/>
                      <a:gd name="connsiteY2" fmla="*/ 34356 h 34356"/>
                      <a:gd name="connsiteX3" fmla="*/ 946 w 4226"/>
                      <a:gd name="connsiteY3" fmla="*/ 18176 h 34356"/>
                      <a:gd name="connsiteX4" fmla="*/ 1567 w 4226"/>
                      <a:gd name="connsiteY4" fmla="*/ 0 h 34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6" h="34356">
                        <a:moveTo>
                          <a:pt x="1567" y="0"/>
                        </a:moveTo>
                        <a:cubicBezTo>
                          <a:pt x="15" y="6384"/>
                          <a:pt x="-384" y="12634"/>
                          <a:pt x="370" y="18486"/>
                        </a:cubicBezTo>
                        <a:cubicBezTo>
                          <a:pt x="1035" y="24338"/>
                          <a:pt x="2320" y="29702"/>
                          <a:pt x="4226" y="34356"/>
                        </a:cubicBezTo>
                        <a:cubicBezTo>
                          <a:pt x="2231" y="30056"/>
                          <a:pt x="1345" y="24338"/>
                          <a:pt x="946" y="18176"/>
                        </a:cubicBezTo>
                        <a:cubicBezTo>
                          <a:pt x="503" y="12058"/>
                          <a:pt x="990" y="5630"/>
                          <a:pt x="156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86" name="Forme libre : forme 22485">
                    <a:extLst>
                      <a:ext uri="{FF2B5EF4-FFF2-40B4-BE49-F238E27FC236}">
                        <a16:creationId xmlns:a16="http://schemas.microsoft.com/office/drawing/2014/main" id="{FFBD8F5B-266A-4DB1-815D-D5107C246D3F}"/>
                      </a:ext>
                    </a:extLst>
                  </p:cNvPr>
                  <p:cNvSpPr/>
                  <p:nvPr/>
                </p:nvSpPr>
                <p:spPr>
                  <a:xfrm>
                    <a:off x="7607568" y="891651"/>
                    <a:ext cx="8699" cy="15050"/>
                  </a:xfrm>
                  <a:custGeom>
                    <a:avLst/>
                    <a:gdLst>
                      <a:gd name="connsiteX0" fmla="*/ 8540 w 8699"/>
                      <a:gd name="connsiteY0" fmla="*/ 332 h 15050"/>
                      <a:gd name="connsiteX1" fmla="*/ 5348 w 8699"/>
                      <a:gd name="connsiteY1" fmla="*/ 9597 h 15050"/>
                      <a:gd name="connsiteX2" fmla="*/ 295 w 8699"/>
                      <a:gd name="connsiteY2" fmla="*/ 14695 h 15050"/>
                      <a:gd name="connsiteX3" fmla="*/ 3221 w 8699"/>
                      <a:gd name="connsiteY3" fmla="*/ 5829 h 15050"/>
                      <a:gd name="connsiteX4" fmla="*/ 8540 w 8699"/>
                      <a:gd name="connsiteY4" fmla="*/ 332 h 15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99" h="15050">
                        <a:moveTo>
                          <a:pt x="8540" y="332"/>
                        </a:moveTo>
                        <a:cubicBezTo>
                          <a:pt x="9427" y="1928"/>
                          <a:pt x="6368" y="7824"/>
                          <a:pt x="5348" y="9597"/>
                        </a:cubicBezTo>
                        <a:cubicBezTo>
                          <a:pt x="4285" y="11371"/>
                          <a:pt x="1447" y="16424"/>
                          <a:pt x="295" y="14695"/>
                        </a:cubicBezTo>
                        <a:cubicBezTo>
                          <a:pt x="-991" y="12878"/>
                          <a:pt x="2290" y="7558"/>
                          <a:pt x="3221" y="5829"/>
                        </a:cubicBezTo>
                        <a:cubicBezTo>
                          <a:pt x="4151" y="4100"/>
                          <a:pt x="7432" y="-1397"/>
                          <a:pt x="8540" y="33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87" name="Forme libre : forme 22486">
                    <a:extLst>
                      <a:ext uri="{FF2B5EF4-FFF2-40B4-BE49-F238E27FC236}">
                        <a16:creationId xmlns:a16="http://schemas.microsoft.com/office/drawing/2014/main" id="{ADEC794F-6C0A-4962-B476-DEF7384FFDD7}"/>
                      </a:ext>
                    </a:extLst>
                  </p:cNvPr>
                  <p:cNvSpPr/>
                  <p:nvPr/>
                </p:nvSpPr>
                <p:spPr>
                  <a:xfrm>
                    <a:off x="7614450" y="889447"/>
                    <a:ext cx="2672" cy="4268"/>
                  </a:xfrm>
                  <a:custGeom>
                    <a:avLst/>
                    <a:gdLst>
                      <a:gd name="connsiteX0" fmla="*/ 2367 w 2672"/>
                      <a:gd name="connsiteY0" fmla="*/ 8 h 4268"/>
                      <a:gd name="connsiteX1" fmla="*/ 2101 w 2672"/>
                      <a:gd name="connsiteY1" fmla="*/ 2269 h 4268"/>
                      <a:gd name="connsiteX2" fmla="*/ 328 w 2672"/>
                      <a:gd name="connsiteY2" fmla="*/ 4264 h 4268"/>
                      <a:gd name="connsiteX3" fmla="*/ 550 w 2672"/>
                      <a:gd name="connsiteY3" fmla="*/ 2048 h 4268"/>
                      <a:gd name="connsiteX4" fmla="*/ 2367 w 2672"/>
                      <a:gd name="connsiteY4" fmla="*/ 8 h 4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2" h="4268">
                        <a:moveTo>
                          <a:pt x="2367" y="8"/>
                        </a:moveTo>
                        <a:cubicBezTo>
                          <a:pt x="3032" y="141"/>
                          <a:pt x="2456" y="1560"/>
                          <a:pt x="2101" y="2269"/>
                        </a:cubicBezTo>
                        <a:cubicBezTo>
                          <a:pt x="1746" y="2979"/>
                          <a:pt x="949" y="4353"/>
                          <a:pt x="328" y="4264"/>
                        </a:cubicBezTo>
                        <a:cubicBezTo>
                          <a:pt x="-337" y="4131"/>
                          <a:pt x="151" y="2757"/>
                          <a:pt x="550" y="2048"/>
                        </a:cubicBezTo>
                        <a:cubicBezTo>
                          <a:pt x="904" y="1338"/>
                          <a:pt x="1746" y="-124"/>
                          <a:pt x="2367" y="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88" name="Forme libre : forme 22487">
                    <a:extLst>
                      <a:ext uri="{FF2B5EF4-FFF2-40B4-BE49-F238E27FC236}">
                        <a16:creationId xmlns:a16="http://schemas.microsoft.com/office/drawing/2014/main" id="{BB313817-FCF7-46FA-AA58-A9418CB3D061}"/>
                      </a:ext>
                    </a:extLst>
                  </p:cNvPr>
                  <p:cNvSpPr/>
                  <p:nvPr/>
                </p:nvSpPr>
                <p:spPr>
                  <a:xfrm>
                    <a:off x="7598196" y="870654"/>
                    <a:ext cx="30677" cy="32707"/>
                  </a:xfrm>
                  <a:custGeom>
                    <a:avLst/>
                    <a:gdLst>
                      <a:gd name="connsiteX0" fmla="*/ 18134 w 30677"/>
                      <a:gd name="connsiteY0" fmla="*/ 5326 h 32707"/>
                      <a:gd name="connsiteX1" fmla="*/ 29305 w 30677"/>
                      <a:gd name="connsiteY1" fmla="*/ 6 h 32707"/>
                      <a:gd name="connsiteX2" fmla="*/ 30015 w 30677"/>
                      <a:gd name="connsiteY2" fmla="*/ 3818 h 32707"/>
                      <a:gd name="connsiteX3" fmla="*/ 26247 w 30677"/>
                      <a:gd name="connsiteY3" fmla="*/ 7276 h 32707"/>
                      <a:gd name="connsiteX4" fmla="*/ 14011 w 30677"/>
                      <a:gd name="connsiteY4" fmla="*/ 17517 h 32707"/>
                      <a:gd name="connsiteX5" fmla="*/ 402 w 30677"/>
                      <a:gd name="connsiteY5" fmla="*/ 32013 h 32707"/>
                      <a:gd name="connsiteX6" fmla="*/ 9002 w 30677"/>
                      <a:gd name="connsiteY6" fmla="*/ 11754 h 32707"/>
                      <a:gd name="connsiteX7" fmla="*/ 18134 w 30677"/>
                      <a:gd name="connsiteY7" fmla="*/ 5326 h 32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0677" h="32707">
                        <a:moveTo>
                          <a:pt x="18134" y="5326"/>
                        </a:moveTo>
                        <a:cubicBezTo>
                          <a:pt x="22301" y="2489"/>
                          <a:pt x="25138" y="449"/>
                          <a:pt x="29305" y="6"/>
                        </a:cubicBezTo>
                        <a:cubicBezTo>
                          <a:pt x="30812" y="-127"/>
                          <a:pt x="31123" y="2001"/>
                          <a:pt x="30015" y="3818"/>
                        </a:cubicBezTo>
                        <a:cubicBezTo>
                          <a:pt x="28995" y="5680"/>
                          <a:pt x="27621" y="6434"/>
                          <a:pt x="26247" y="7276"/>
                        </a:cubicBezTo>
                        <a:cubicBezTo>
                          <a:pt x="21769" y="9803"/>
                          <a:pt x="18001" y="13350"/>
                          <a:pt x="14011" y="17517"/>
                        </a:cubicBezTo>
                        <a:cubicBezTo>
                          <a:pt x="11307" y="19999"/>
                          <a:pt x="2485" y="36224"/>
                          <a:pt x="402" y="32013"/>
                        </a:cubicBezTo>
                        <a:cubicBezTo>
                          <a:pt x="-1771" y="27624"/>
                          <a:pt x="5411" y="15256"/>
                          <a:pt x="9002" y="11754"/>
                        </a:cubicBezTo>
                        <a:cubicBezTo>
                          <a:pt x="12327" y="8163"/>
                          <a:pt x="14942" y="7498"/>
                          <a:pt x="18134" y="532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12" name="Graphique 2">
                  <a:extLst>
                    <a:ext uri="{FF2B5EF4-FFF2-40B4-BE49-F238E27FC236}">
                      <a16:creationId xmlns:a16="http://schemas.microsoft.com/office/drawing/2014/main" id="{39A5817A-DC87-478E-9743-33A473B80D8F}"/>
                    </a:ext>
                  </a:extLst>
                </p:cNvPr>
                <p:cNvGrpSpPr/>
                <p:nvPr/>
              </p:nvGrpSpPr>
              <p:grpSpPr>
                <a:xfrm>
                  <a:off x="7628011" y="802990"/>
                  <a:ext cx="79723" cy="65498"/>
                  <a:chOff x="7628011" y="802990"/>
                  <a:chExt cx="79723" cy="65498"/>
                </a:xfrm>
                <a:solidFill>
                  <a:schemeClr val="accent1"/>
                </a:solidFill>
              </p:grpSpPr>
              <p:sp>
                <p:nvSpPr>
                  <p:cNvPr id="22465" name="Forme libre : forme 22464">
                    <a:extLst>
                      <a:ext uri="{FF2B5EF4-FFF2-40B4-BE49-F238E27FC236}">
                        <a16:creationId xmlns:a16="http://schemas.microsoft.com/office/drawing/2014/main" id="{DB9401A3-A325-4015-ACD3-C713D22B0F98}"/>
                      </a:ext>
                    </a:extLst>
                  </p:cNvPr>
                  <p:cNvSpPr/>
                  <p:nvPr/>
                </p:nvSpPr>
                <p:spPr>
                  <a:xfrm>
                    <a:off x="7628011" y="802990"/>
                    <a:ext cx="79723" cy="65498"/>
                  </a:xfrm>
                  <a:custGeom>
                    <a:avLst/>
                    <a:gdLst>
                      <a:gd name="connsiteX0" fmla="*/ 61021 w 79723"/>
                      <a:gd name="connsiteY0" fmla="*/ 35618 h 65498"/>
                      <a:gd name="connsiteX1" fmla="*/ 58140 w 79723"/>
                      <a:gd name="connsiteY1" fmla="*/ 37702 h 65498"/>
                      <a:gd name="connsiteX2" fmla="*/ 54815 w 79723"/>
                      <a:gd name="connsiteY2" fmla="*/ 39962 h 65498"/>
                      <a:gd name="connsiteX3" fmla="*/ 48165 w 79723"/>
                      <a:gd name="connsiteY3" fmla="*/ 44573 h 65498"/>
                      <a:gd name="connsiteX4" fmla="*/ 36639 w 79723"/>
                      <a:gd name="connsiteY4" fmla="*/ 53306 h 65498"/>
                      <a:gd name="connsiteX5" fmla="*/ 7868 w 79723"/>
                      <a:gd name="connsiteY5" fmla="*/ 65408 h 65498"/>
                      <a:gd name="connsiteX6" fmla="*/ 22 w 79723"/>
                      <a:gd name="connsiteY6" fmla="*/ 59158 h 65498"/>
                      <a:gd name="connsiteX7" fmla="*/ 14075 w 79723"/>
                      <a:gd name="connsiteY7" fmla="*/ 26442 h 65498"/>
                      <a:gd name="connsiteX8" fmla="*/ 27153 w 79723"/>
                      <a:gd name="connsiteY8" fmla="*/ 15713 h 65498"/>
                      <a:gd name="connsiteX9" fmla="*/ 34733 w 79723"/>
                      <a:gd name="connsiteY9" fmla="*/ 10660 h 65498"/>
                      <a:gd name="connsiteX10" fmla="*/ 40585 w 79723"/>
                      <a:gd name="connsiteY10" fmla="*/ 7113 h 65498"/>
                      <a:gd name="connsiteX11" fmla="*/ 58184 w 79723"/>
                      <a:gd name="connsiteY11" fmla="*/ 375 h 65498"/>
                      <a:gd name="connsiteX12" fmla="*/ 75695 w 79723"/>
                      <a:gd name="connsiteY12" fmla="*/ 2592 h 65498"/>
                      <a:gd name="connsiteX13" fmla="*/ 78931 w 79723"/>
                      <a:gd name="connsiteY13" fmla="*/ 11857 h 65498"/>
                      <a:gd name="connsiteX14" fmla="*/ 61021 w 79723"/>
                      <a:gd name="connsiteY14" fmla="*/ 35618 h 65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9723" h="65498">
                        <a:moveTo>
                          <a:pt x="61021" y="35618"/>
                        </a:moveTo>
                        <a:cubicBezTo>
                          <a:pt x="60179" y="36239"/>
                          <a:pt x="59204" y="36948"/>
                          <a:pt x="58140" y="37702"/>
                        </a:cubicBezTo>
                        <a:cubicBezTo>
                          <a:pt x="57120" y="38411"/>
                          <a:pt x="55968" y="39165"/>
                          <a:pt x="54815" y="39962"/>
                        </a:cubicBezTo>
                        <a:cubicBezTo>
                          <a:pt x="52687" y="41381"/>
                          <a:pt x="50338" y="42933"/>
                          <a:pt x="48165" y="44573"/>
                        </a:cubicBezTo>
                        <a:cubicBezTo>
                          <a:pt x="43644" y="47720"/>
                          <a:pt x="39432" y="51134"/>
                          <a:pt x="36639" y="53306"/>
                        </a:cubicBezTo>
                        <a:cubicBezTo>
                          <a:pt x="26355" y="61419"/>
                          <a:pt x="18597" y="63813"/>
                          <a:pt x="7868" y="65408"/>
                        </a:cubicBezTo>
                        <a:cubicBezTo>
                          <a:pt x="4278" y="66073"/>
                          <a:pt x="244" y="62970"/>
                          <a:pt x="22" y="59158"/>
                        </a:cubicBezTo>
                        <a:cubicBezTo>
                          <a:pt x="-288" y="48430"/>
                          <a:pt x="2593" y="37569"/>
                          <a:pt x="14075" y="26442"/>
                        </a:cubicBezTo>
                        <a:cubicBezTo>
                          <a:pt x="17089" y="23471"/>
                          <a:pt x="22010" y="19349"/>
                          <a:pt x="27153" y="15713"/>
                        </a:cubicBezTo>
                        <a:cubicBezTo>
                          <a:pt x="29724" y="13852"/>
                          <a:pt x="32339" y="12123"/>
                          <a:pt x="34733" y="10660"/>
                        </a:cubicBezTo>
                        <a:cubicBezTo>
                          <a:pt x="36950" y="9330"/>
                          <a:pt x="38944" y="8089"/>
                          <a:pt x="40585" y="7113"/>
                        </a:cubicBezTo>
                        <a:cubicBezTo>
                          <a:pt x="46259" y="3744"/>
                          <a:pt x="52111" y="1262"/>
                          <a:pt x="58184" y="375"/>
                        </a:cubicBezTo>
                        <a:cubicBezTo>
                          <a:pt x="64169" y="-512"/>
                          <a:pt x="70331" y="153"/>
                          <a:pt x="75695" y="2592"/>
                        </a:cubicBezTo>
                        <a:cubicBezTo>
                          <a:pt x="79552" y="4276"/>
                          <a:pt x="80660" y="9152"/>
                          <a:pt x="78931" y="11857"/>
                        </a:cubicBezTo>
                        <a:cubicBezTo>
                          <a:pt x="74010" y="20235"/>
                          <a:pt x="73212" y="26264"/>
                          <a:pt x="61021" y="3561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66" name="Forme libre : forme 22465">
                    <a:extLst>
                      <a:ext uri="{FF2B5EF4-FFF2-40B4-BE49-F238E27FC236}">
                        <a16:creationId xmlns:a16="http://schemas.microsoft.com/office/drawing/2014/main" id="{AB2D7F35-6A3A-49AB-85A1-9BDF8A10812F}"/>
                      </a:ext>
                    </a:extLst>
                  </p:cNvPr>
                  <p:cNvSpPr/>
                  <p:nvPr/>
                </p:nvSpPr>
                <p:spPr>
                  <a:xfrm>
                    <a:off x="7631447" y="814581"/>
                    <a:ext cx="75540" cy="53905"/>
                  </a:xfrm>
                  <a:custGeom>
                    <a:avLst/>
                    <a:gdLst>
                      <a:gd name="connsiteX0" fmla="*/ 28461 w 75540"/>
                      <a:gd name="connsiteY0" fmla="*/ 29170 h 53905"/>
                      <a:gd name="connsiteX1" fmla="*/ 0 w 75540"/>
                      <a:gd name="connsiteY1" fmla="*/ 52931 h 53905"/>
                      <a:gd name="connsiteX2" fmla="*/ 4345 w 75540"/>
                      <a:gd name="connsiteY2" fmla="*/ 53818 h 53905"/>
                      <a:gd name="connsiteX3" fmla="*/ 9664 w 75540"/>
                      <a:gd name="connsiteY3" fmla="*/ 52843 h 53905"/>
                      <a:gd name="connsiteX4" fmla="*/ 16757 w 75540"/>
                      <a:gd name="connsiteY4" fmla="*/ 50892 h 53905"/>
                      <a:gd name="connsiteX5" fmla="*/ 23717 w 75540"/>
                      <a:gd name="connsiteY5" fmla="*/ 47922 h 53905"/>
                      <a:gd name="connsiteX6" fmla="*/ 28328 w 75540"/>
                      <a:gd name="connsiteY6" fmla="*/ 45173 h 53905"/>
                      <a:gd name="connsiteX7" fmla="*/ 33160 w 75540"/>
                      <a:gd name="connsiteY7" fmla="*/ 41627 h 53905"/>
                      <a:gd name="connsiteX8" fmla="*/ 36751 w 75540"/>
                      <a:gd name="connsiteY8" fmla="*/ 38745 h 53905"/>
                      <a:gd name="connsiteX9" fmla="*/ 45883 w 75540"/>
                      <a:gd name="connsiteY9" fmla="*/ 32007 h 53905"/>
                      <a:gd name="connsiteX10" fmla="*/ 50715 w 75540"/>
                      <a:gd name="connsiteY10" fmla="*/ 28682 h 53905"/>
                      <a:gd name="connsiteX11" fmla="*/ 55502 w 75540"/>
                      <a:gd name="connsiteY11" fmla="*/ 25446 h 53905"/>
                      <a:gd name="connsiteX12" fmla="*/ 57586 w 75540"/>
                      <a:gd name="connsiteY12" fmla="*/ 23939 h 53905"/>
                      <a:gd name="connsiteX13" fmla="*/ 66940 w 75540"/>
                      <a:gd name="connsiteY13" fmla="*/ 14940 h 53905"/>
                      <a:gd name="connsiteX14" fmla="*/ 73412 w 75540"/>
                      <a:gd name="connsiteY14" fmla="*/ 3945 h 53905"/>
                      <a:gd name="connsiteX15" fmla="*/ 75496 w 75540"/>
                      <a:gd name="connsiteY15" fmla="*/ 133 h 53905"/>
                      <a:gd name="connsiteX16" fmla="*/ 75540 w 75540"/>
                      <a:gd name="connsiteY16" fmla="*/ 0 h 53905"/>
                      <a:gd name="connsiteX17" fmla="*/ 51335 w 75540"/>
                      <a:gd name="connsiteY17" fmla="*/ 12324 h 53905"/>
                      <a:gd name="connsiteX18" fmla="*/ 45173 w 75540"/>
                      <a:gd name="connsiteY18" fmla="*/ 16402 h 53905"/>
                      <a:gd name="connsiteX19" fmla="*/ 39322 w 75540"/>
                      <a:gd name="connsiteY19" fmla="*/ 20392 h 53905"/>
                      <a:gd name="connsiteX20" fmla="*/ 28461 w 75540"/>
                      <a:gd name="connsiteY20" fmla="*/ 29170 h 5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75540" h="53905">
                        <a:moveTo>
                          <a:pt x="28461" y="29170"/>
                        </a:moveTo>
                        <a:cubicBezTo>
                          <a:pt x="19107" y="37814"/>
                          <a:pt x="10108" y="47611"/>
                          <a:pt x="0" y="52931"/>
                        </a:cubicBezTo>
                        <a:cubicBezTo>
                          <a:pt x="1330" y="53729"/>
                          <a:pt x="2882" y="54084"/>
                          <a:pt x="4345" y="53818"/>
                        </a:cubicBezTo>
                        <a:cubicBezTo>
                          <a:pt x="6206" y="53463"/>
                          <a:pt x="7980" y="53153"/>
                          <a:pt x="9664" y="52843"/>
                        </a:cubicBezTo>
                        <a:cubicBezTo>
                          <a:pt x="12147" y="52355"/>
                          <a:pt x="14496" y="51734"/>
                          <a:pt x="16757" y="50892"/>
                        </a:cubicBezTo>
                        <a:cubicBezTo>
                          <a:pt x="19107" y="50138"/>
                          <a:pt x="21456" y="49207"/>
                          <a:pt x="23717" y="47922"/>
                        </a:cubicBezTo>
                        <a:cubicBezTo>
                          <a:pt x="25136" y="47035"/>
                          <a:pt x="26776" y="46237"/>
                          <a:pt x="28328" y="45173"/>
                        </a:cubicBezTo>
                        <a:cubicBezTo>
                          <a:pt x="29879" y="44154"/>
                          <a:pt x="31431" y="42912"/>
                          <a:pt x="33160" y="41627"/>
                        </a:cubicBezTo>
                        <a:cubicBezTo>
                          <a:pt x="34179" y="40829"/>
                          <a:pt x="35420" y="39854"/>
                          <a:pt x="36751" y="38745"/>
                        </a:cubicBezTo>
                        <a:cubicBezTo>
                          <a:pt x="39499" y="36750"/>
                          <a:pt x="42602" y="34268"/>
                          <a:pt x="45883" y="32007"/>
                        </a:cubicBezTo>
                        <a:cubicBezTo>
                          <a:pt x="47434" y="30810"/>
                          <a:pt x="49163" y="29746"/>
                          <a:pt x="50715" y="28682"/>
                        </a:cubicBezTo>
                        <a:cubicBezTo>
                          <a:pt x="52444" y="27485"/>
                          <a:pt x="54084" y="26421"/>
                          <a:pt x="55502" y="25446"/>
                        </a:cubicBezTo>
                        <a:cubicBezTo>
                          <a:pt x="56256" y="24914"/>
                          <a:pt x="56965" y="24382"/>
                          <a:pt x="57586" y="23939"/>
                        </a:cubicBezTo>
                        <a:cubicBezTo>
                          <a:pt x="61930" y="20658"/>
                          <a:pt x="64767" y="17688"/>
                          <a:pt x="66940" y="14940"/>
                        </a:cubicBezTo>
                        <a:cubicBezTo>
                          <a:pt x="69866" y="11127"/>
                          <a:pt x="71373" y="7714"/>
                          <a:pt x="73412" y="3945"/>
                        </a:cubicBezTo>
                        <a:cubicBezTo>
                          <a:pt x="74033" y="2704"/>
                          <a:pt x="74742" y="1463"/>
                          <a:pt x="75496" y="133"/>
                        </a:cubicBezTo>
                        <a:lnTo>
                          <a:pt x="75540" y="0"/>
                        </a:lnTo>
                        <a:cubicBezTo>
                          <a:pt x="67250" y="1241"/>
                          <a:pt x="59404" y="6871"/>
                          <a:pt x="51335" y="12324"/>
                        </a:cubicBezTo>
                        <a:lnTo>
                          <a:pt x="45173" y="16402"/>
                        </a:lnTo>
                        <a:cubicBezTo>
                          <a:pt x="43223" y="17732"/>
                          <a:pt x="41228" y="19018"/>
                          <a:pt x="39322" y="20392"/>
                        </a:cubicBezTo>
                        <a:cubicBezTo>
                          <a:pt x="35420" y="23185"/>
                          <a:pt x="31830" y="26111"/>
                          <a:pt x="28461" y="2917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67" name="Forme libre : forme 22466">
                    <a:extLst>
                      <a:ext uri="{FF2B5EF4-FFF2-40B4-BE49-F238E27FC236}">
                        <a16:creationId xmlns:a16="http://schemas.microsoft.com/office/drawing/2014/main" id="{9600B403-47C4-45F2-A879-1F4C78562EF6}"/>
                      </a:ext>
                    </a:extLst>
                  </p:cNvPr>
                  <p:cNvSpPr/>
                  <p:nvPr/>
                </p:nvSpPr>
                <p:spPr>
                  <a:xfrm>
                    <a:off x="7653288" y="816527"/>
                    <a:ext cx="37661" cy="27228"/>
                  </a:xfrm>
                  <a:custGeom>
                    <a:avLst/>
                    <a:gdLst>
                      <a:gd name="connsiteX0" fmla="*/ 37341 w 37661"/>
                      <a:gd name="connsiteY0" fmla="*/ 979 h 27228"/>
                      <a:gd name="connsiteX1" fmla="*/ 32154 w 37661"/>
                      <a:gd name="connsiteY1" fmla="*/ 9979 h 27228"/>
                      <a:gd name="connsiteX2" fmla="*/ 26036 w 37661"/>
                      <a:gd name="connsiteY2" fmla="*/ 15121 h 27228"/>
                      <a:gd name="connsiteX3" fmla="*/ 21115 w 37661"/>
                      <a:gd name="connsiteY3" fmla="*/ 18623 h 27228"/>
                      <a:gd name="connsiteX4" fmla="*/ 10343 w 37661"/>
                      <a:gd name="connsiteY4" fmla="*/ 24874 h 27228"/>
                      <a:gd name="connsiteX5" fmla="*/ 635 w 37661"/>
                      <a:gd name="connsiteY5" fmla="*/ 26337 h 27228"/>
                      <a:gd name="connsiteX6" fmla="*/ 4314 w 37661"/>
                      <a:gd name="connsiteY6" fmla="*/ 17249 h 27228"/>
                      <a:gd name="connsiteX7" fmla="*/ 14643 w 37661"/>
                      <a:gd name="connsiteY7" fmla="*/ 9048 h 27228"/>
                      <a:gd name="connsiteX8" fmla="*/ 19919 w 37661"/>
                      <a:gd name="connsiteY8" fmla="*/ 5989 h 27228"/>
                      <a:gd name="connsiteX9" fmla="*/ 26746 w 37661"/>
                      <a:gd name="connsiteY9" fmla="*/ 2487 h 27228"/>
                      <a:gd name="connsiteX10" fmla="*/ 37341 w 37661"/>
                      <a:gd name="connsiteY10" fmla="*/ 979 h 27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661" h="27228">
                        <a:moveTo>
                          <a:pt x="37341" y="979"/>
                        </a:moveTo>
                        <a:cubicBezTo>
                          <a:pt x="38626" y="2930"/>
                          <a:pt x="35878" y="6388"/>
                          <a:pt x="32154" y="9979"/>
                        </a:cubicBezTo>
                        <a:cubicBezTo>
                          <a:pt x="30292" y="11752"/>
                          <a:pt x="28120" y="13569"/>
                          <a:pt x="26036" y="15121"/>
                        </a:cubicBezTo>
                        <a:cubicBezTo>
                          <a:pt x="23953" y="16673"/>
                          <a:pt x="22312" y="17825"/>
                          <a:pt x="21115" y="18623"/>
                        </a:cubicBezTo>
                        <a:cubicBezTo>
                          <a:pt x="18722" y="20219"/>
                          <a:pt x="14333" y="22835"/>
                          <a:pt x="10343" y="24874"/>
                        </a:cubicBezTo>
                        <a:cubicBezTo>
                          <a:pt x="6220" y="26780"/>
                          <a:pt x="2452" y="28243"/>
                          <a:pt x="635" y="26337"/>
                        </a:cubicBezTo>
                        <a:cubicBezTo>
                          <a:pt x="-1094" y="24519"/>
                          <a:pt x="901" y="20707"/>
                          <a:pt x="4314" y="17249"/>
                        </a:cubicBezTo>
                        <a:cubicBezTo>
                          <a:pt x="7595" y="13658"/>
                          <a:pt x="12205" y="10511"/>
                          <a:pt x="14643" y="9048"/>
                        </a:cubicBezTo>
                        <a:cubicBezTo>
                          <a:pt x="15840" y="8338"/>
                          <a:pt x="17791" y="7141"/>
                          <a:pt x="19919" y="5989"/>
                        </a:cubicBezTo>
                        <a:cubicBezTo>
                          <a:pt x="22002" y="4881"/>
                          <a:pt x="24396" y="3595"/>
                          <a:pt x="26746" y="2487"/>
                        </a:cubicBezTo>
                        <a:cubicBezTo>
                          <a:pt x="31400" y="314"/>
                          <a:pt x="36055" y="-1015"/>
                          <a:pt x="37341" y="97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68" name="Forme libre : forme 22467">
                    <a:extLst>
                      <a:ext uri="{FF2B5EF4-FFF2-40B4-BE49-F238E27FC236}">
                        <a16:creationId xmlns:a16="http://schemas.microsoft.com/office/drawing/2014/main" id="{CC9A77DA-1ACD-47D5-833C-1AEB384FCD50}"/>
                      </a:ext>
                    </a:extLst>
                  </p:cNvPr>
                  <p:cNvSpPr/>
                  <p:nvPr/>
                </p:nvSpPr>
                <p:spPr>
                  <a:xfrm>
                    <a:off x="7652922" y="829210"/>
                    <a:ext cx="29239" cy="14425"/>
                  </a:xfrm>
                  <a:custGeom>
                    <a:avLst/>
                    <a:gdLst>
                      <a:gd name="connsiteX0" fmla="*/ 5389 w 29239"/>
                      <a:gd name="connsiteY0" fmla="*/ 4078 h 14425"/>
                      <a:gd name="connsiteX1" fmla="*/ 823 w 29239"/>
                      <a:gd name="connsiteY1" fmla="*/ 13876 h 14425"/>
                      <a:gd name="connsiteX2" fmla="*/ 21659 w 29239"/>
                      <a:gd name="connsiteY2" fmla="*/ 5852 h 14425"/>
                      <a:gd name="connsiteX3" fmla="*/ 25338 w 29239"/>
                      <a:gd name="connsiteY3" fmla="*/ 3192 h 14425"/>
                      <a:gd name="connsiteX4" fmla="*/ 29239 w 29239"/>
                      <a:gd name="connsiteY4" fmla="*/ 0 h 14425"/>
                      <a:gd name="connsiteX5" fmla="*/ 24673 w 29239"/>
                      <a:gd name="connsiteY5" fmla="*/ 2571 h 14425"/>
                      <a:gd name="connsiteX6" fmla="*/ 5389 w 29239"/>
                      <a:gd name="connsiteY6" fmla="*/ 4078 h 14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239" h="14425">
                        <a:moveTo>
                          <a:pt x="5389" y="4078"/>
                        </a:moveTo>
                        <a:cubicBezTo>
                          <a:pt x="3572" y="6472"/>
                          <a:pt x="-2103" y="12147"/>
                          <a:pt x="823" y="13876"/>
                        </a:cubicBezTo>
                        <a:cubicBezTo>
                          <a:pt x="5434" y="16402"/>
                          <a:pt x="15541" y="9620"/>
                          <a:pt x="21659" y="5852"/>
                        </a:cubicBezTo>
                        <a:cubicBezTo>
                          <a:pt x="22545" y="5275"/>
                          <a:pt x="23919" y="4300"/>
                          <a:pt x="25338" y="3192"/>
                        </a:cubicBezTo>
                        <a:cubicBezTo>
                          <a:pt x="26845" y="2084"/>
                          <a:pt x="28353" y="887"/>
                          <a:pt x="29239" y="0"/>
                        </a:cubicBezTo>
                        <a:cubicBezTo>
                          <a:pt x="28043" y="754"/>
                          <a:pt x="25959" y="2084"/>
                          <a:pt x="24673" y="2571"/>
                        </a:cubicBezTo>
                        <a:cubicBezTo>
                          <a:pt x="17669" y="5009"/>
                          <a:pt x="9202" y="8113"/>
                          <a:pt x="5389" y="407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69" name="Forme libre : forme 22468">
                    <a:extLst>
                      <a:ext uri="{FF2B5EF4-FFF2-40B4-BE49-F238E27FC236}">
                        <a16:creationId xmlns:a16="http://schemas.microsoft.com/office/drawing/2014/main" id="{D113CEE8-E42B-48F4-9A3F-BA643AB85A20}"/>
                      </a:ext>
                    </a:extLst>
                  </p:cNvPr>
                  <p:cNvSpPr/>
                  <p:nvPr/>
                </p:nvSpPr>
                <p:spPr>
                  <a:xfrm>
                    <a:off x="7655772" y="815980"/>
                    <a:ext cx="37594" cy="27209"/>
                  </a:xfrm>
                  <a:custGeom>
                    <a:avLst/>
                    <a:gdLst>
                      <a:gd name="connsiteX0" fmla="*/ 37516 w 37594"/>
                      <a:gd name="connsiteY0" fmla="*/ 1305 h 27209"/>
                      <a:gd name="connsiteX1" fmla="*/ 31886 w 37594"/>
                      <a:gd name="connsiteY1" fmla="*/ 10481 h 27209"/>
                      <a:gd name="connsiteX2" fmla="*/ 26123 w 37594"/>
                      <a:gd name="connsiteY2" fmla="*/ 15491 h 27209"/>
                      <a:gd name="connsiteX3" fmla="*/ 23242 w 37594"/>
                      <a:gd name="connsiteY3" fmla="*/ 17619 h 27209"/>
                      <a:gd name="connsiteX4" fmla="*/ 21069 w 37594"/>
                      <a:gd name="connsiteY4" fmla="*/ 19170 h 27209"/>
                      <a:gd name="connsiteX5" fmla="*/ 721 w 37594"/>
                      <a:gd name="connsiteY5" fmla="*/ 26352 h 27209"/>
                      <a:gd name="connsiteX6" fmla="*/ 4445 w 37594"/>
                      <a:gd name="connsiteY6" fmla="*/ 17397 h 27209"/>
                      <a:gd name="connsiteX7" fmla="*/ 14730 w 37594"/>
                      <a:gd name="connsiteY7" fmla="*/ 9462 h 27209"/>
                      <a:gd name="connsiteX8" fmla="*/ 27098 w 37594"/>
                      <a:gd name="connsiteY8" fmla="*/ 2502 h 27209"/>
                      <a:gd name="connsiteX9" fmla="*/ 37516 w 37594"/>
                      <a:gd name="connsiteY9" fmla="*/ 1305 h 27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594" h="27209">
                        <a:moveTo>
                          <a:pt x="37516" y="1305"/>
                        </a:moveTo>
                        <a:cubicBezTo>
                          <a:pt x="38092" y="3654"/>
                          <a:pt x="35433" y="6979"/>
                          <a:pt x="31886" y="10481"/>
                        </a:cubicBezTo>
                        <a:cubicBezTo>
                          <a:pt x="30113" y="12210"/>
                          <a:pt x="28073" y="13984"/>
                          <a:pt x="26123" y="15491"/>
                        </a:cubicBezTo>
                        <a:cubicBezTo>
                          <a:pt x="25103" y="16244"/>
                          <a:pt x="24128" y="16954"/>
                          <a:pt x="23242" y="17619"/>
                        </a:cubicBezTo>
                        <a:cubicBezTo>
                          <a:pt x="22399" y="18195"/>
                          <a:pt x="21690" y="18727"/>
                          <a:pt x="21069" y="19170"/>
                        </a:cubicBezTo>
                        <a:cubicBezTo>
                          <a:pt x="15882" y="22495"/>
                          <a:pt x="4445" y="29677"/>
                          <a:pt x="721" y="26352"/>
                        </a:cubicBezTo>
                        <a:cubicBezTo>
                          <a:pt x="-1229" y="24534"/>
                          <a:pt x="1032" y="20899"/>
                          <a:pt x="4445" y="17397"/>
                        </a:cubicBezTo>
                        <a:cubicBezTo>
                          <a:pt x="7903" y="13939"/>
                          <a:pt x="12513" y="10792"/>
                          <a:pt x="14730" y="9462"/>
                        </a:cubicBezTo>
                        <a:cubicBezTo>
                          <a:pt x="17035" y="7999"/>
                          <a:pt x="22133" y="4984"/>
                          <a:pt x="27098" y="2502"/>
                        </a:cubicBezTo>
                        <a:cubicBezTo>
                          <a:pt x="32152" y="108"/>
                          <a:pt x="36940" y="-1089"/>
                          <a:pt x="37516" y="130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70" name="Forme libre : forme 22469">
                    <a:extLst>
                      <a:ext uri="{FF2B5EF4-FFF2-40B4-BE49-F238E27FC236}">
                        <a16:creationId xmlns:a16="http://schemas.microsoft.com/office/drawing/2014/main" id="{EFFD8495-CDE2-4CDC-9D69-A2643A319A35}"/>
                      </a:ext>
                    </a:extLst>
                  </p:cNvPr>
                  <p:cNvSpPr/>
                  <p:nvPr/>
                </p:nvSpPr>
                <p:spPr>
                  <a:xfrm>
                    <a:off x="7636360" y="827693"/>
                    <a:ext cx="50054" cy="30806"/>
                  </a:xfrm>
                  <a:custGeom>
                    <a:avLst/>
                    <a:gdLst>
                      <a:gd name="connsiteX0" fmla="*/ 3332 w 50054"/>
                      <a:gd name="connsiteY0" fmla="*/ 30154 h 30806"/>
                      <a:gd name="connsiteX1" fmla="*/ 11267 w 50054"/>
                      <a:gd name="connsiteY1" fmla="*/ 29800 h 30806"/>
                      <a:gd name="connsiteX2" fmla="*/ 30197 w 50054"/>
                      <a:gd name="connsiteY2" fmla="*/ 22397 h 30806"/>
                      <a:gd name="connsiteX3" fmla="*/ 45845 w 50054"/>
                      <a:gd name="connsiteY3" fmla="*/ 10028 h 30806"/>
                      <a:gd name="connsiteX4" fmla="*/ 48949 w 50054"/>
                      <a:gd name="connsiteY4" fmla="*/ 320 h 30806"/>
                      <a:gd name="connsiteX5" fmla="*/ 41590 w 50054"/>
                      <a:gd name="connsiteY5" fmla="*/ 1960 h 30806"/>
                      <a:gd name="connsiteX6" fmla="*/ 22261 w 50054"/>
                      <a:gd name="connsiteY6" fmla="*/ 7324 h 30806"/>
                      <a:gd name="connsiteX7" fmla="*/ 12686 w 50054"/>
                      <a:gd name="connsiteY7" fmla="*/ 9585 h 30806"/>
                      <a:gd name="connsiteX8" fmla="*/ 3421 w 50054"/>
                      <a:gd name="connsiteY8" fmla="*/ 15969 h 30806"/>
                      <a:gd name="connsiteX9" fmla="*/ 3332 w 50054"/>
                      <a:gd name="connsiteY9" fmla="*/ 30154 h 30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0054" h="30806">
                        <a:moveTo>
                          <a:pt x="3332" y="30154"/>
                        </a:moveTo>
                        <a:cubicBezTo>
                          <a:pt x="6347" y="31174"/>
                          <a:pt x="7765" y="30952"/>
                          <a:pt x="11267" y="29800"/>
                        </a:cubicBezTo>
                        <a:cubicBezTo>
                          <a:pt x="17961" y="27672"/>
                          <a:pt x="23414" y="26475"/>
                          <a:pt x="30197" y="22397"/>
                        </a:cubicBezTo>
                        <a:cubicBezTo>
                          <a:pt x="35915" y="19027"/>
                          <a:pt x="41767" y="14639"/>
                          <a:pt x="45845" y="10028"/>
                        </a:cubicBezTo>
                        <a:cubicBezTo>
                          <a:pt x="49347" y="6304"/>
                          <a:pt x="51476" y="2004"/>
                          <a:pt x="48949" y="320"/>
                        </a:cubicBezTo>
                        <a:cubicBezTo>
                          <a:pt x="47353" y="-744"/>
                          <a:pt x="44382" y="1118"/>
                          <a:pt x="41590" y="1960"/>
                        </a:cubicBezTo>
                        <a:cubicBezTo>
                          <a:pt x="35162" y="3866"/>
                          <a:pt x="29221" y="5905"/>
                          <a:pt x="22261" y="7324"/>
                        </a:cubicBezTo>
                        <a:cubicBezTo>
                          <a:pt x="19247" y="7856"/>
                          <a:pt x="15966" y="8344"/>
                          <a:pt x="12686" y="9585"/>
                        </a:cubicBezTo>
                        <a:cubicBezTo>
                          <a:pt x="9317" y="10693"/>
                          <a:pt x="6169" y="12732"/>
                          <a:pt x="3421" y="15969"/>
                        </a:cubicBezTo>
                        <a:cubicBezTo>
                          <a:pt x="-1367" y="22131"/>
                          <a:pt x="-879" y="28869"/>
                          <a:pt x="3332" y="3015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71" name="Forme libre : forme 22470">
                    <a:extLst>
                      <a:ext uri="{FF2B5EF4-FFF2-40B4-BE49-F238E27FC236}">
                        <a16:creationId xmlns:a16="http://schemas.microsoft.com/office/drawing/2014/main" id="{9604D5C2-231F-4B39-B260-9B756039E89F}"/>
                      </a:ext>
                    </a:extLst>
                  </p:cNvPr>
                  <p:cNvSpPr/>
                  <p:nvPr/>
                </p:nvSpPr>
                <p:spPr>
                  <a:xfrm>
                    <a:off x="7643227" y="831141"/>
                    <a:ext cx="12555" cy="15476"/>
                  </a:xfrm>
                  <a:custGeom>
                    <a:avLst/>
                    <a:gdLst>
                      <a:gd name="connsiteX0" fmla="*/ 500 w 12555"/>
                      <a:gd name="connsiteY0" fmla="*/ 13053 h 15476"/>
                      <a:gd name="connsiteX1" fmla="*/ 57 w 12555"/>
                      <a:gd name="connsiteY1" fmla="*/ 15137 h 15476"/>
                      <a:gd name="connsiteX2" fmla="*/ 1830 w 12555"/>
                      <a:gd name="connsiteY2" fmla="*/ 14959 h 15476"/>
                      <a:gd name="connsiteX3" fmla="*/ 4312 w 12555"/>
                      <a:gd name="connsiteY3" fmla="*/ 12610 h 15476"/>
                      <a:gd name="connsiteX4" fmla="*/ 9898 w 12555"/>
                      <a:gd name="connsiteY4" fmla="*/ 6315 h 15476"/>
                      <a:gd name="connsiteX5" fmla="*/ 11760 w 12555"/>
                      <a:gd name="connsiteY5" fmla="*/ 3832 h 15476"/>
                      <a:gd name="connsiteX6" fmla="*/ 7814 w 12555"/>
                      <a:gd name="connsiteY6" fmla="*/ 1926 h 15476"/>
                      <a:gd name="connsiteX7" fmla="*/ 500 w 12555"/>
                      <a:gd name="connsiteY7" fmla="*/ 13053 h 15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555" h="15476">
                        <a:moveTo>
                          <a:pt x="500" y="13053"/>
                        </a:moveTo>
                        <a:cubicBezTo>
                          <a:pt x="145" y="13940"/>
                          <a:pt x="-121" y="14560"/>
                          <a:pt x="57" y="15137"/>
                        </a:cubicBezTo>
                        <a:cubicBezTo>
                          <a:pt x="234" y="15713"/>
                          <a:pt x="1032" y="15491"/>
                          <a:pt x="1830" y="14959"/>
                        </a:cubicBezTo>
                        <a:cubicBezTo>
                          <a:pt x="2628" y="14427"/>
                          <a:pt x="3603" y="13408"/>
                          <a:pt x="4312" y="12610"/>
                        </a:cubicBezTo>
                        <a:cubicBezTo>
                          <a:pt x="6130" y="10482"/>
                          <a:pt x="8258" y="8443"/>
                          <a:pt x="9898" y="6315"/>
                        </a:cubicBezTo>
                        <a:cubicBezTo>
                          <a:pt x="10563" y="5428"/>
                          <a:pt x="11272" y="4674"/>
                          <a:pt x="11760" y="3832"/>
                        </a:cubicBezTo>
                        <a:cubicBezTo>
                          <a:pt x="13666" y="374"/>
                          <a:pt x="12070" y="-1754"/>
                          <a:pt x="7814" y="1926"/>
                        </a:cubicBezTo>
                        <a:cubicBezTo>
                          <a:pt x="4711" y="4940"/>
                          <a:pt x="1918" y="9418"/>
                          <a:pt x="500" y="1305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72" name="Forme libre : forme 22471">
                    <a:extLst>
                      <a:ext uri="{FF2B5EF4-FFF2-40B4-BE49-F238E27FC236}">
                        <a16:creationId xmlns:a16="http://schemas.microsoft.com/office/drawing/2014/main" id="{F24DE50F-A5CC-4DEC-8E3F-57D6F6F2E0BE}"/>
                      </a:ext>
                    </a:extLst>
                  </p:cNvPr>
                  <p:cNvSpPr/>
                  <p:nvPr/>
                </p:nvSpPr>
                <p:spPr>
                  <a:xfrm>
                    <a:off x="7689520" y="813827"/>
                    <a:ext cx="16003" cy="23539"/>
                  </a:xfrm>
                  <a:custGeom>
                    <a:avLst/>
                    <a:gdLst>
                      <a:gd name="connsiteX0" fmla="*/ 16003 w 16003"/>
                      <a:gd name="connsiteY0" fmla="*/ 0 h 23539"/>
                      <a:gd name="connsiteX1" fmla="*/ 9664 w 16003"/>
                      <a:gd name="connsiteY1" fmla="*/ 11216 h 23539"/>
                      <a:gd name="connsiteX2" fmla="*/ 0 w 16003"/>
                      <a:gd name="connsiteY2" fmla="*/ 23540 h 23539"/>
                      <a:gd name="connsiteX3" fmla="*/ 16003 w 16003"/>
                      <a:gd name="connsiteY3" fmla="*/ 0 h 23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003" h="23539">
                        <a:moveTo>
                          <a:pt x="16003" y="0"/>
                        </a:moveTo>
                        <a:cubicBezTo>
                          <a:pt x="14851" y="3546"/>
                          <a:pt x="12368" y="7182"/>
                          <a:pt x="9664" y="11216"/>
                        </a:cubicBezTo>
                        <a:cubicBezTo>
                          <a:pt x="6916" y="15250"/>
                          <a:pt x="3325" y="19772"/>
                          <a:pt x="0" y="23540"/>
                        </a:cubicBezTo>
                        <a:cubicBezTo>
                          <a:pt x="7270" y="15338"/>
                          <a:pt x="10506" y="6206"/>
                          <a:pt x="1600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73" name="Forme libre : forme 22472">
                    <a:extLst>
                      <a:ext uri="{FF2B5EF4-FFF2-40B4-BE49-F238E27FC236}">
                        <a16:creationId xmlns:a16="http://schemas.microsoft.com/office/drawing/2014/main" id="{0F823E0C-7CE7-42BC-A24A-CCD95B05F3B0}"/>
                      </a:ext>
                    </a:extLst>
                  </p:cNvPr>
                  <p:cNvSpPr/>
                  <p:nvPr/>
                </p:nvSpPr>
                <p:spPr>
                  <a:xfrm>
                    <a:off x="7629053" y="829476"/>
                    <a:ext cx="14584" cy="32716"/>
                  </a:xfrm>
                  <a:custGeom>
                    <a:avLst/>
                    <a:gdLst>
                      <a:gd name="connsiteX0" fmla="*/ 14585 w 14584"/>
                      <a:gd name="connsiteY0" fmla="*/ 0 h 32716"/>
                      <a:gd name="connsiteX1" fmla="*/ 0 w 14584"/>
                      <a:gd name="connsiteY1" fmla="*/ 32716 h 32716"/>
                      <a:gd name="connsiteX2" fmla="*/ 4389 w 14584"/>
                      <a:gd name="connsiteY2" fmla="*/ 16314 h 32716"/>
                      <a:gd name="connsiteX3" fmla="*/ 9088 w 14584"/>
                      <a:gd name="connsiteY3" fmla="*/ 7714 h 32716"/>
                      <a:gd name="connsiteX4" fmla="*/ 14585 w 14584"/>
                      <a:gd name="connsiteY4" fmla="*/ 0 h 32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84" h="32716">
                        <a:moveTo>
                          <a:pt x="14585" y="0"/>
                        </a:moveTo>
                        <a:cubicBezTo>
                          <a:pt x="4433" y="9753"/>
                          <a:pt x="532" y="22742"/>
                          <a:pt x="0" y="32716"/>
                        </a:cubicBezTo>
                        <a:cubicBezTo>
                          <a:pt x="177" y="28106"/>
                          <a:pt x="1551" y="22077"/>
                          <a:pt x="4389" y="16314"/>
                        </a:cubicBezTo>
                        <a:cubicBezTo>
                          <a:pt x="5674" y="13344"/>
                          <a:pt x="7314" y="10462"/>
                          <a:pt x="9088" y="7714"/>
                        </a:cubicBezTo>
                        <a:cubicBezTo>
                          <a:pt x="10772" y="4921"/>
                          <a:pt x="12723" y="2350"/>
                          <a:pt x="1458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74" name="Forme libre : forme 22473">
                    <a:extLst>
                      <a:ext uri="{FF2B5EF4-FFF2-40B4-BE49-F238E27FC236}">
                        <a16:creationId xmlns:a16="http://schemas.microsoft.com/office/drawing/2014/main" id="{4FECA96A-0022-4B75-B575-5E796A481D87}"/>
                      </a:ext>
                    </a:extLst>
                  </p:cNvPr>
                  <p:cNvSpPr/>
                  <p:nvPr/>
                </p:nvSpPr>
                <p:spPr>
                  <a:xfrm>
                    <a:off x="7666468" y="821273"/>
                    <a:ext cx="14806" cy="8703"/>
                  </a:xfrm>
                  <a:custGeom>
                    <a:avLst/>
                    <a:gdLst>
                      <a:gd name="connsiteX0" fmla="*/ 14807 w 14806"/>
                      <a:gd name="connsiteY0" fmla="*/ 667 h 8703"/>
                      <a:gd name="connsiteX1" fmla="*/ 7049 w 14806"/>
                      <a:gd name="connsiteY1" fmla="*/ 6607 h 8703"/>
                      <a:gd name="connsiteX2" fmla="*/ 0 w 14806"/>
                      <a:gd name="connsiteY2" fmla="*/ 7892 h 8703"/>
                      <a:gd name="connsiteX3" fmla="*/ 7448 w 14806"/>
                      <a:gd name="connsiteY3" fmla="*/ 2307 h 8703"/>
                      <a:gd name="connsiteX4" fmla="*/ 14807 w 14806"/>
                      <a:gd name="connsiteY4" fmla="*/ 667 h 8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06" h="8703">
                        <a:moveTo>
                          <a:pt x="14807" y="667"/>
                        </a:moveTo>
                        <a:cubicBezTo>
                          <a:pt x="14851" y="2661"/>
                          <a:pt x="8866" y="5676"/>
                          <a:pt x="7049" y="6607"/>
                        </a:cubicBezTo>
                        <a:cubicBezTo>
                          <a:pt x="5231" y="7493"/>
                          <a:pt x="-44" y="9976"/>
                          <a:pt x="0" y="7892"/>
                        </a:cubicBezTo>
                        <a:cubicBezTo>
                          <a:pt x="0" y="5720"/>
                          <a:pt x="5763" y="3105"/>
                          <a:pt x="7448" y="2307"/>
                        </a:cubicBezTo>
                        <a:cubicBezTo>
                          <a:pt x="9132" y="1597"/>
                          <a:pt x="14763" y="-1284"/>
                          <a:pt x="14807" y="66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75" name="Forme libre : forme 22474">
                    <a:extLst>
                      <a:ext uri="{FF2B5EF4-FFF2-40B4-BE49-F238E27FC236}">
                        <a16:creationId xmlns:a16="http://schemas.microsoft.com/office/drawing/2014/main" id="{623D5FD6-77A6-4770-AE94-8B7ADC86CE91}"/>
                      </a:ext>
                    </a:extLst>
                  </p:cNvPr>
                  <p:cNvSpPr/>
                  <p:nvPr/>
                </p:nvSpPr>
                <p:spPr>
                  <a:xfrm>
                    <a:off x="7679163" y="820037"/>
                    <a:ext cx="4132" cy="2898"/>
                  </a:xfrm>
                  <a:custGeom>
                    <a:avLst/>
                    <a:gdLst>
                      <a:gd name="connsiteX0" fmla="*/ 4018 w 4132"/>
                      <a:gd name="connsiteY0" fmla="*/ 130 h 2898"/>
                      <a:gd name="connsiteX1" fmla="*/ 2644 w 4132"/>
                      <a:gd name="connsiteY1" fmla="*/ 1992 h 2898"/>
                      <a:gd name="connsiteX2" fmla="*/ 117 w 4132"/>
                      <a:gd name="connsiteY2" fmla="*/ 2745 h 2898"/>
                      <a:gd name="connsiteX3" fmla="*/ 1403 w 4132"/>
                      <a:gd name="connsiteY3" fmla="*/ 928 h 2898"/>
                      <a:gd name="connsiteX4" fmla="*/ 4018 w 4132"/>
                      <a:gd name="connsiteY4" fmla="*/ 130 h 2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32" h="2898">
                        <a:moveTo>
                          <a:pt x="4018" y="130"/>
                        </a:moveTo>
                        <a:cubicBezTo>
                          <a:pt x="4506" y="573"/>
                          <a:pt x="3309" y="1548"/>
                          <a:pt x="2644" y="1992"/>
                        </a:cubicBezTo>
                        <a:cubicBezTo>
                          <a:pt x="1979" y="2435"/>
                          <a:pt x="605" y="3233"/>
                          <a:pt x="117" y="2745"/>
                        </a:cubicBezTo>
                        <a:cubicBezTo>
                          <a:pt x="-371" y="2302"/>
                          <a:pt x="782" y="1371"/>
                          <a:pt x="1403" y="928"/>
                        </a:cubicBezTo>
                        <a:cubicBezTo>
                          <a:pt x="2068" y="485"/>
                          <a:pt x="3486" y="-313"/>
                          <a:pt x="4018" y="1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76" name="Forme libre : forme 22475">
                    <a:extLst>
                      <a:ext uri="{FF2B5EF4-FFF2-40B4-BE49-F238E27FC236}">
                        <a16:creationId xmlns:a16="http://schemas.microsoft.com/office/drawing/2014/main" id="{494679B8-EBD1-484F-A9E5-CBB4AE63B2C4}"/>
                      </a:ext>
                    </a:extLst>
                  </p:cNvPr>
                  <p:cNvSpPr/>
                  <p:nvPr/>
                </p:nvSpPr>
                <p:spPr>
                  <a:xfrm>
                    <a:off x="7660905" y="808004"/>
                    <a:ext cx="42128" cy="14325"/>
                  </a:xfrm>
                  <a:custGeom>
                    <a:avLst/>
                    <a:gdLst>
                      <a:gd name="connsiteX0" fmla="*/ 28881 w 42128"/>
                      <a:gd name="connsiteY0" fmla="*/ 193 h 14325"/>
                      <a:gd name="connsiteX1" fmla="*/ 41649 w 42128"/>
                      <a:gd name="connsiteY1" fmla="*/ 2276 h 14325"/>
                      <a:gd name="connsiteX2" fmla="*/ 39742 w 42128"/>
                      <a:gd name="connsiteY2" fmla="*/ 5690 h 14325"/>
                      <a:gd name="connsiteX3" fmla="*/ 34689 w 42128"/>
                      <a:gd name="connsiteY3" fmla="*/ 6178 h 14325"/>
                      <a:gd name="connsiteX4" fmla="*/ 18907 w 42128"/>
                      <a:gd name="connsiteY4" fmla="*/ 8704 h 14325"/>
                      <a:gd name="connsiteX5" fmla="*/ 8179 w 42128"/>
                      <a:gd name="connsiteY5" fmla="*/ 12738 h 14325"/>
                      <a:gd name="connsiteX6" fmla="*/ 22 w 42128"/>
                      <a:gd name="connsiteY6" fmla="*/ 12916 h 14325"/>
                      <a:gd name="connsiteX7" fmla="*/ 2593 w 42128"/>
                      <a:gd name="connsiteY7" fmla="*/ 9103 h 14325"/>
                      <a:gd name="connsiteX8" fmla="*/ 7647 w 42128"/>
                      <a:gd name="connsiteY8" fmla="*/ 5601 h 14325"/>
                      <a:gd name="connsiteX9" fmla="*/ 17444 w 42128"/>
                      <a:gd name="connsiteY9" fmla="*/ 1257 h 14325"/>
                      <a:gd name="connsiteX10" fmla="*/ 28881 w 42128"/>
                      <a:gd name="connsiteY10" fmla="*/ 193 h 14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2128" h="14325">
                        <a:moveTo>
                          <a:pt x="28881" y="193"/>
                        </a:moveTo>
                        <a:cubicBezTo>
                          <a:pt x="34157" y="-250"/>
                          <a:pt x="38235" y="-73"/>
                          <a:pt x="41649" y="2276"/>
                        </a:cubicBezTo>
                        <a:cubicBezTo>
                          <a:pt x="42846" y="3163"/>
                          <a:pt x="41649" y="4936"/>
                          <a:pt x="39742" y="5690"/>
                        </a:cubicBezTo>
                        <a:cubicBezTo>
                          <a:pt x="37836" y="6443"/>
                          <a:pt x="36329" y="6266"/>
                          <a:pt x="34689" y="6178"/>
                        </a:cubicBezTo>
                        <a:cubicBezTo>
                          <a:pt x="29546" y="5912"/>
                          <a:pt x="24315" y="7197"/>
                          <a:pt x="18907" y="8704"/>
                        </a:cubicBezTo>
                        <a:cubicBezTo>
                          <a:pt x="17134" y="9236"/>
                          <a:pt x="12568" y="11320"/>
                          <a:pt x="8179" y="12738"/>
                        </a:cubicBezTo>
                        <a:cubicBezTo>
                          <a:pt x="3657" y="14246"/>
                          <a:pt x="-333" y="15310"/>
                          <a:pt x="22" y="12916"/>
                        </a:cubicBezTo>
                        <a:cubicBezTo>
                          <a:pt x="199" y="11675"/>
                          <a:pt x="1175" y="10389"/>
                          <a:pt x="2593" y="9103"/>
                        </a:cubicBezTo>
                        <a:cubicBezTo>
                          <a:pt x="3923" y="7906"/>
                          <a:pt x="6095" y="6443"/>
                          <a:pt x="7647" y="5601"/>
                        </a:cubicBezTo>
                        <a:cubicBezTo>
                          <a:pt x="10972" y="3739"/>
                          <a:pt x="15139" y="1922"/>
                          <a:pt x="17444" y="1257"/>
                        </a:cubicBezTo>
                        <a:cubicBezTo>
                          <a:pt x="22143" y="-162"/>
                          <a:pt x="24892" y="547"/>
                          <a:pt x="28881" y="19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13" name="Graphique 2">
                  <a:extLst>
                    <a:ext uri="{FF2B5EF4-FFF2-40B4-BE49-F238E27FC236}">
                      <a16:creationId xmlns:a16="http://schemas.microsoft.com/office/drawing/2014/main" id="{45BD6B02-6630-47F1-93B9-A647ED1FDC40}"/>
                    </a:ext>
                  </a:extLst>
                </p:cNvPr>
                <p:cNvGrpSpPr/>
                <p:nvPr/>
              </p:nvGrpSpPr>
              <p:grpSpPr>
                <a:xfrm>
                  <a:off x="7707486" y="798317"/>
                  <a:ext cx="84831" cy="58111"/>
                  <a:chOff x="7707486" y="798317"/>
                  <a:chExt cx="84831" cy="58111"/>
                </a:xfrm>
                <a:solidFill>
                  <a:schemeClr val="accent1"/>
                </a:solidFill>
              </p:grpSpPr>
              <p:sp>
                <p:nvSpPr>
                  <p:cNvPr id="22453" name="Forme libre : forme 22452">
                    <a:extLst>
                      <a:ext uri="{FF2B5EF4-FFF2-40B4-BE49-F238E27FC236}">
                        <a16:creationId xmlns:a16="http://schemas.microsoft.com/office/drawing/2014/main" id="{56630BCB-95A1-4908-835F-669BB8DA4DF5}"/>
                      </a:ext>
                    </a:extLst>
                  </p:cNvPr>
                  <p:cNvSpPr/>
                  <p:nvPr/>
                </p:nvSpPr>
                <p:spPr>
                  <a:xfrm>
                    <a:off x="7707486" y="798317"/>
                    <a:ext cx="84831" cy="58111"/>
                  </a:xfrm>
                  <a:custGeom>
                    <a:avLst/>
                    <a:gdLst>
                      <a:gd name="connsiteX0" fmla="*/ 50526 w 84831"/>
                      <a:gd name="connsiteY0" fmla="*/ 46453 h 58111"/>
                      <a:gd name="connsiteX1" fmla="*/ 39488 w 84831"/>
                      <a:gd name="connsiteY1" fmla="*/ 40247 h 58111"/>
                      <a:gd name="connsiteX2" fmla="*/ 26853 w 84831"/>
                      <a:gd name="connsiteY2" fmla="*/ 34971 h 58111"/>
                      <a:gd name="connsiteX3" fmla="*/ 18696 w 84831"/>
                      <a:gd name="connsiteY3" fmla="*/ 31336 h 58111"/>
                      <a:gd name="connsiteX4" fmla="*/ 12091 w 84831"/>
                      <a:gd name="connsiteY4" fmla="*/ 27125 h 58111"/>
                      <a:gd name="connsiteX5" fmla="*/ 6550 w 84831"/>
                      <a:gd name="connsiteY5" fmla="*/ 22160 h 58111"/>
                      <a:gd name="connsiteX6" fmla="*/ 5264 w 84831"/>
                      <a:gd name="connsiteY6" fmla="*/ 20741 h 58111"/>
                      <a:gd name="connsiteX7" fmla="*/ 4289 w 84831"/>
                      <a:gd name="connsiteY7" fmla="*/ 19411 h 58111"/>
                      <a:gd name="connsiteX8" fmla="*/ 2028 w 84831"/>
                      <a:gd name="connsiteY8" fmla="*/ 16663 h 58111"/>
                      <a:gd name="connsiteX9" fmla="*/ 2338 w 84831"/>
                      <a:gd name="connsiteY9" fmla="*/ 6644 h 58111"/>
                      <a:gd name="connsiteX10" fmla="*/ 10229 w 84831"/>
                      <a:gd name="connsiteY10" fmla="*/ 2787 h 58111"/>
                      <a:gd name="connsiteX11" fmla="*/ 18164 w 84831"/>
                      <a:gd name="connsiteY11" fmla="*/ 526 h 58111"/>
                      <a:gd name="connsiteX12" fmla="*/ 27341 w 84831"/>
                      <a:gd name="connsiteY12" fmla="*/ 39 h 58111"/>
                      <a:gd name="connsiteX13" fmla="*/ 38113 w 84831"/>
                      <a:gd name="connsiteY13" fmla="*/ 1812 h 58111"/>
                      <a:gd name="connsiteX14" fmla="*/ 54560 w 84831"/>
                      <a:gd name="connsiteY14" fmla="*/ 7974 h 58111"/>
                      <a:gd name="connsiteX15" fmla="*/ 63338 w 84831"/>
                      <a:gd name="connsiteY15" fmla="*/ 12806 h 58111"/>
                      <a:gd name="connsiteX16" fmla="*/ 70342 w 84831"/>
                      <a:gd name="connsiteY16" fmla="*/ 17682 h 58111"/>
                      <a:gd name="connsiteX17" fmla="*/ 83287 w 84831"/>
                      <a:gd name="connsiteY17" fmla="*/ 35326 h 58111"/>
                      <a:gd name="connsiteX18" fmla="*/ 84794 w 84831"/>
                      <a:gd name="connsiteY18" fmla="*/ 43926 h 58111"/>
                      <a:gd name="connsiteX19" fmla="*/ 84129 w 84831"/>
                      <a:gd name="connsiteY19" fmla="*/ 52172 h 58111"/>
                      <a:gd name="connsiteX20" fmla="*/ 76194 w 84831"/>
                      <a:gd name="connsiteY20" fmla="*/ 57935 h 58111"/>
                      <a:gd name="connsiteX21" fmla="*/ 50526 w 84831"/>
                      <a:gd name="connsiteY21" fmla="*/ 46453 h 58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84831" h="58111">
                        <a:moveTo>
                          <a:pt x="50526" y="46453"/>
                        </a:moveTo>
                        <a:cubicBezTo>
                          <a:pt x="47955" y="44946"/>
                          <a:pt x="44098" y="42330"/>
                          <a:pt x="39488" y="40247"/>
                        </a:cubicBezTo>
                        <a:cubicBezTo>
                          <a:pt x="35054" y="38030"/>
                          <a:pt x="30089" y="36257"/>
                          <a:pt x="26853" y="34971"/>
                        </a:cubicBezTo>
                        <a:cubicBezTo>
                          <a:pt x="23839" y="33819"/>
                          <a:pt x="21090" y="32666"/>
                          <a:pt x="18696" y="31336"/>
                        </a:cubicBezTo>
                        <a:cubicBezTo>
                          <a:pt x="16214" y="30139"/>
                          <a:pt x="14086" y="28676"/>
                          <a:pt x="12091" y="27125"/>
                        </a:cubicBezTo>
                        <a:cubicBezTo>
                          <a:pt x="10096" y="25662"/>
                          <a:pt x="8279" y="23977"/>
                          <a:pt x="6550" y="22160"/>
                        </a:cubicBezTo>
                        <a:cubicBezTo>
                          <a:pt x="6151" y="21716"/>
                          <a:pt x="5707" y="21229"/>
                          <a:pt x="5264" y="20741"/>
                        </a:cubicBezTo>
                        <a:cubicBezTo>
                          <a:pt x="4954" y="20298"/>
                          <a:pt x="4643" y="19855"/>
                          <a:pt x="4289" y="19411"/>
                        </a:cubicBezTo>
                        <a:cubicBezTo>
                          <a:pt x="3624" y="18436"/>
                          <a:pt x="2870" y="17549"/>
                          <a:pt x="2028" y="16663"/>
                        </a:cubicBezTo>
                        <a:cubicBezTo>
                          <a:pt x="-277" y="14225"/>
                          <a:pt x="-1164" y="9082"/>
                          <a:pt x="2338" y="6644"/>
                        </a:cubicBezTo>
                        <a:cubicBezTo>
                          <a:pt x="4821" y="4871"/>
                          <a:pt x="7968" y="3762"/>
                          <a:pt x="10229" y="2787"/>
                        </a:cubicBezTo>
                        <a:cubicBezTo>
                          <a:pt x="12712" y="1812"/>
                          <a:pt x="15371" y="970"/>
                          <a:pt x="18164" y="526"/>
                        </a:cubicBezTo>
                        <a:cubicBezTo>
                          <a:pt x="21002" y="127"/>
                          <a:pt x="24016" y="-94"/>
                          <a:pt x="27341" y="39"/>
                        </a:cubicBezTo>
                        <a:cubicBezTo>
                          <a:pt x="30666" y="349"/>
                          <a:pt x="34212" y="704"/>
                          <a:pt x="38113" y="1812"/>
                        </a:cubicBezTo>
                        <a:cubicBezTo>
                          <a:pt x="42280" y="2920"/>
                          <a:pt x="48487" y="5004"/>
                          <a:pt x="54560" y="7974"/>
                        </a:cubicBezTo>
                        <a:cubicBezTo>
                          <a:pt x="57619" y="9437"/>
                          <a:pt x="60633" y="11033"/>
                          <a:pt x="63338" y="12806"/>
                        </a:cubicBezTo>
                        <a:cubicBezTo>
                          <a:pt x="66086" y="14402"/>
                          <a:pt x="68436" y="16220"/>
                          <a:pt x="70342" y="17682"/>
                        </a:cubicBezTo>
                        <a:cubicBezTo>
                          <a:pt x="77390" y="23268"/>
                          <a:pt x="81425" y="29430"/>
                          <a:pt x="83287" y="35326"/>
                        </a:cubicBezTo>
                        <a:cubicBezTo>
                          <a:pt x="84262" y="38252"/>
                          <a:pt x="84794" y="41089"/>
                          <a:pt x="84794" y="43926"/>
                        </a:cubicBezTo>
                        <a:cubicBezTo>
                          <a:pt x="84927" y="46719"/>
                          <a:pt x="84705" y="49423"/>
                          <a:pt x="84129" y="52172"/>
                        </a:cubicBezTo>
                        <a:cubicBezTo>
                          <a:pt x="83420" y="55984"/>
                          <a:pt x="79519" y="58866"/>
                          <a:pt x="76194" y="57935"/>
                        </a:cubicBezTo>
                        <a:cubicBezTo>
                          <a:pt x="66662" y="55231"/>
                          <a:pt x="59525" y="52438"/>
                          <a:pt x="50526" y="4645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54" name="Forme libre : forme 22453">
                    <a:extLst>
                      <a:ext uri="{FF2B5EF4-FFF2-40B4-BE49-F238E27FC236}">
                        <a16:creationId xmlns:a16="http://schemas.microsoft.com/office/drawing/2014/main" id="{75E2E21C-6E36-433E-BFAD-177AD8A6BD28}"/>
                      </a:ext>
                    </a:extLst>
                  </p:cNvPr>
                  <p:cNvSpPr/>
                  <p:nvPr/>
                </p:nvSpPr>
                <p:spPr>
                  <a:xfrm>
                    <a:off x="7707652" y="810901"/>
                    <a:ext cx="76338" cy="45261"/>
                  </a:xfrm>
                  <a:custGeom>
                    <a:avLst/>
                    <a:gdLst>
                      <a:gd name="connsiteX0" fmla="*/ 34977 w 76338"/>
                      <a:gd name="connsiteY0" fmla="*/ 11881 h 45261"/>
                      <a:gd name="connsiteX1" fmla="*/ 16536 w 76338"/>
                      <a:gd name="connsiteY1" fmla="*/ 6650 h 45261"/>
                      <a:gd name="connsiteX2" fmla="*/ 7802 w 76338"/>
                      <a:gd name="connsiteY2" fmla="*/ 3502 h 45261"/>
                      <a:gd name="connsiteX3" fmla="*/ 0 w 76338"/>
                      <a:gd name="connsiteY3" fmla="*/ 0 h 45261"/>
                      <a:gd name="connsiteX4" fmla="*/ 1906 w 76338"/>
                      <a:gd name="connsiteY4" fmla="*/ 3990 h 45261"/>
                      <a:gd name="connsiteX5" fmla="*/ 4921 w 76338"/>
                      <a:gd name="connsiteY5" fmla="*/ 7758 h 45261"/>
                      <a:gd name="connsiteX6" fmla="*/ 16403 w 76338"/>
                      <a:gd name="connsiteY6" fmla="*/ 17511 h 45261"/>
                      <a:gd name="connsiteX7" fmla="*/ 26732 w 76338"/>
                      <a:gd name="connsiteY7" fmla="*/ 22343 h 45261"/>
                      <a:gd name="connsiteX8" fmla="*/ 30943 w 76338"/>
                      <a:gd name="connsiteY8" fmla="*/ 23939 h 45261"/>
                      <a:gd name="connsiteX9" fmla="*/ 48853 w 76338"/>
                      <a:gd name="connsiteY9" fmla="*/ 32849 h 45261"/>
                      <a:gd name="connsiteX10" fmla="*/ 50449 w 76338"/>
                      <a:gd name="connsiteY10" fmla="*/ 33825 h 45261"/>
                      <a:gd name="connsiteX11" fmla="*/ 55148 w 76338"/>
                      <a:gd name="connsiteY11" fmla="*/ 36706 h 45261"/>
                      <a:gd name="connsiteX12" fmla="*/ 59536 w 76338"/>
                      <a:gd name="connsiteY12" fmla="*/ 39100 h 45261"/>
                      <a:gd name="connsiteX13" fmla="*/ 71816 w 76338"/>
                      <a:gd name="connsiteY13" fmla="*/ 43976 h 45261"/>
                      <a:gd name="connsiteX14" fmla="*/ 76161 w 76338"/>
                      <a:gd name="connsiteY14" fmla="*/ 45262 h 45261"/>
                      <a:gd name="connsiteX15" fmla="*/ 76338 w 76338"/>
                      <a:gd name="connsiteY15" fmla="*/ 45262 h 45261"/>
                      <a:gd name="connsiteX16" fmla="*/ 59315 w 76338"/>
                      <a:gd name="connsiteY16" fmla="*/ 24116 h 45261"/>
                      <a:gd name="connsiteX17" fmla="*/ 34977 w 76338"/>
                      <a:gd name="connsiteY17" fmla="*/ 11881 h 45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6338" h="45261">
                        <a:moveTo>
                          <a:pt x="34977" y="11881"/>
                        </a:moveTo>
                        <a:cubicBezTo>
                          <a:pt x="28904" y="10152"/>
                          <a:pt x="22565" y="8512"/>
                          <a:pt x="16536" y="6650"/>
                        </a:cubicBezTo>
                        <a:cubicBezTo>
                          <a:pt x="13565" y="5586"/>
                          <a:pt x="10551" y="4743"/>
                          <a:pt x="7802" y="3502"/>
                        </a:cubicBezTo>
                        <a:cubicBezTo>
                          <a:pt x="4965" y="2172"/>
                          <a:pt x="2748" y="1108"/>
                          <a:pt x="0" y="0"/>
                        </a:cubicBezTo>
                        <a:cubicBezTo>
                          <a:pt x="266" y="1552"/>
                          <a:pt x="931" y="2882"/>
                          <a:pt x="1906" y="3990"/>
                        </a:cubicBezTo>
                        <a:cubicBezTo>
                          <a:pt x="3059" y="5231"/>
                          <a:pt x="4034" y="6561"/>
                          <a:pt x="4921" y="7758"/>
                        </a:cubicBezTo>
                        <a:cubicBezTo>
                          <a:pt x="8113" y="11570"/>
                          <a:pt x="11881" y="14674"/>
                          <a:pt x="16403" y="17511"/>
                        </a:cubicBezTo>
                        <a:cubicBezTo>
                          <a:pt x="19417" y="19195"/>
                          <a:pt x="22742" y="20880"/>
                          <a:pt x="26732" y="22343"/>
                        </a:cubicBezTo>
                        <a:cubicBezTo>
                          <a:pt x="27928" y="22830"/>
                          <a:pt x="29347" y="23362"/>
                          <a:pt x="30943" y="23939"/>
                        </a:cubicBezTo>
                        <a:cubicBezTo>
                          <a:pt x="37061" y="26244"/>
                          <a:pt x="44597" y="29968"/>
                          <a:pt x="48853" y="32849"/>
                        </a:cubicBezTo>
                        <a:cubicBezTo>
                          <a:pt x="49429" y="33204"/>
                          <a:pt x="49961" y="33514"/>
                          <a:pt x="50449" y="33825"/>
                        </a:cubicBezTo>
                        <a:cubicBezTo>
                          <a:pt x="52089" y="34888"/>
                          <a:pt x="53596" y="35908"/>
                          <a:pt x="55148" y="36706"/>
                        </a:cubicBezTo>
                        <a:cubicBezTo>
                          <a:pt x="56566" y="37637"/>
                          <a:pt x="58029" y="38435"/>
                          <a:pt x="59536" y="39100"/>
                        </a:cubicBezTo>
                        <a:cubicBezTo>
                          <a:pt x="63438" y="41139"/>
                          <a:pt x="67516" y="42558"/>
                          <a:pt x="71816" y="43976"/>
                        </a:cubicBezTo>
                        <a:cubicBezTo>
                          <a:pt x="73190" y="44420"/>
                          <a:pt x="74653" y="44863"/>
                          <a:pt x="76161" y="45262"/>
                        </a:cubicBezTo>
                        <a:lnTo>
                          <a:pt x="76338" y="45262"/>
                        </a:lnTo>
                        <a:cubicBezTo>
                          <a:pt x="72304" y="37149"/>
                          <a:pt x="66496" y="29790"/>
                          <a:pt x="59315" y="24116"/>
                        </a:cubicBezTo>
                        <a:cubicBezTo>
                          <a:pt x="52133" y="18397"/>
                          <a:pt x="43666" y="14452"/>
                          <a:pt x="34977" y="1188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55" name="Forme libre : forme 22454">
                    <a:extLst>
                      <a:ext uri="{FF2B5EF4-FFF2-40B4-BE49-F238E27FC236}">
                        <a16:creationId xmlns:a16="http://schemas.microsoft.com/office/drawing/2014/main" id="{73DB0013-E905-4A7C-B7C1-3B7BF949E7B9}"/>
                      </a:ext>
                    </a:extLst>
                  </p:cNvPr>
                  <p:cNvSpPr/>
                  <p:nvPr/>
                </p:nvSpPr>
                <p:spPr>
                  <a:xfrm>
                    <a:off x="7740314" y="814956"/>
                    <a:ext cx="38029" cy="25907"/>
                  </a:xfrm>
                  <a:custGeom>
                    <a:avLst/>
                    <a:gdLst>
                      <a:gd name="connsiteX0" fmla="*/ 37425 w 38029"/>
                      <a:gd name="connsiteY0" fmla="*/ 25337 h 25907"/>
                      <a:gd name="connsiteX1" fmla="*/ 33479 w 38029"/>
                      <a:gd name="connsiteY1" fmla="*/ 25381 h 25907"/>
                      <a:gd name="connsiteX2" fmla="*/ 27761 w 38029"/>
                      <a:gd name="connsiteY2" fmla="*/ 22411 h 25907"/>
                      <a:gd name="connsiteX3" fmla="*/ 16589 w 38029"/>
                      <a:gd name="connsiteY3" fmla="*/ 16027 h 25907"/>
                      <a:gd name="connsiteX4" fmla="*/ 11935 w 38029"/>
                      <a:gd name="connsiteY4" fmla="*/ 13323 h 25907"/>
                      <a:gd name="connsiteX5" fmla="*/ 6260 w 38029"/>
                      <a:gd name="connsiteY5" fmla="*/ 9777 h 25907"/>
                      <a:gd name="connsiteX6" fmla="*/ 98 w 38029"/>
                      <a:gd name="connsiteY6" fmla="*/ 2196 h 25907"/>
                      <a:gd name="connsiteX7" fmla="*/ 9807 w 38029"/>
                      <a:gd name="connsiteY7" fmla="*/ 733 h 25907"/>
                      <a:gd name="connsiteX8" fmla="*/ 16855 w 38029"/>
                      <a:gd name="connsiteY8" fmla="*/ 3171 h 25907"/>
                      <a:gd name="connsiteX9" fmla="*/ 22175 w 38029"/>
                      <a:gd name="connsiteY9" fmla="*/ 5920 h 25907"/>
                      <a:gd name="connsiteX10" fmla="*/ 33435 w 38029"/>
                      <a:gd name="connsiteY10" fmla="*/ 15141 h 25907"/>
                      <a:gd name="connsiteX11" fmla="*/ 37469 w 38029"/>
                      <a:gd name="connsiteY11" fmla="*/ 21170 h 25907"/>
                      <a:gd name="connsiteX12" fmla="*/ 37425 w 38029"/>
                      <a:gd name="connsiteY12" fmla="*/ 25337 h 25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8029" h="25907">
                        <a:moveTo>
                          <a:pt x="37425" y="25337"/>
                        </a:moveTo>
                        <a:cubicBezTo>
                          <a:pt x="36583" y="26135"/>
                          <a:pt x="35120" y="26046"/>
                          <a:pt x="33479" y="25381"/>
                        </a:cubicBezTo>
                        <a:cubicBezTo>
                          <a:pt x="31839" y="24716"/>
                          <a:pt x="29889" y="23564"/>
                          <a:pt x="27761" y="22411"/>
                        </a:cubicBezTo>
                        <a:cubicBezTo>
                          <a:pt x="23682" y="19929"/>
                          <a:pt x="18983" y="17357"/>
                          <a:pt x="16589" y="16027"/>
                        </a:cubicBezTo>
                        <a:cubicBezTo>
                          <a:pt x="15437" y="15274"/>
                          <a:pt x="13752" y="14387"/>
                          <a:pt x="11935" y="13323"/>
                        </a:cubicBezTo>
                        <a:cubicBezTo>
                          <a:pt x="10162" y="12215"/>
                          <a:pt x="8211" y="11018"/>
                          <a:pt x="6260" y="9777"/>
                        </a:cubicBezTo>
                        <a:cubicBezTo>
                          <a:pt x="2625" y="7161"/>
                          <a:pt x="-611" y="4767"/>
                          <a:pt x="98" y="2196"/>
                        </a:cubicBezTo>
                        <a:cubicBezTo>
                          <a:pt x="763" y="-198"/>
                          <a:pt x="5063" y="-552"/>
                          <a:pt x="9807" y="733"/>
                        </a:cubicBezTo>
                        <a:cubicBezTo>
                          <a:pt x="12201" y="1265"/>
                          <a:pt x="14683" y="2108"/>
                          <a:pt x="16855" y="3171"/>
                        </a:cubicBezTo>
                        <a:cubicBezTo>
                          <a:pt x="19028" y="4147"/>
                          <a:pt x="20978" y="5078"/>
                          <a:pt x="22175" y="5920"/>
                        </a:cubicBezTo>
                        <a:cubicBezTo>
                          <a:pt x="24658" y="7427"/>
                          <a:pt x="29845" y="10929"/>
                          <a:pt x="33435" y="15141"/>
                        </a:cubicBezTo>
                        <a:cubicBezTo>
                          <a:pt x="35253" y="17180"/>
                          <a:pt x="36760" y="19308"/>
                          <a:pt x="37469" y="21170"/>
                        </a:cubicBezTo>
                        <a:cubicBezTo>
                          <a:pt x="38179" y="23076"/>
                          <a:pt x="38267" y="24539"/>
                          <a:pt x="37425" y="2533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56" name="Forme libre : forme 22455">
                    <a:extLst>
                      <a:ext uri="{FF2B5EF4-FFF2-40B4-BE49-F238E27FC236}">
                        <a16:creationId xmlns:a16="http://schemas.microsoft.com/office/drawing/2014/main" id="{8F0F3433-EB6C-4245-9E6F-AD8C66A1020A}"/>
                      </a:ext>
                    </a:extLst>
                  </p:cNvPr>
                  <p:cNvSpPr/>
                  <p:nvPr/>
                </p:nvSpPr>
                <p:spPr>
                  <a:xfrm>
                    <a:off x="7740101" y="815158"/>
                    <a:ext cx="24648" cy="20170"/>
                  </a:xfrm>
                  <a:custGeom>
                    <a:avLst/>
                    <a:gdLst>
                      <a:gd name="connsiteX0" fmla="*/ 10773 w 24648"/>
                      <a:gd name="connsiteY0" fmla="*/ 931 h 20170"/>
                      <a:gd name="connsiteX1" fmla="*/ 1 w 24648"/>
                      <a:gd name="connsiteY1" fmla="*/ 1995 h 20170"/>
                      <a:gd name="connsiteX2" fmla="*/ 6384 w 24648"/>
                      <a:gd name="connsiteY2" fmla="*/ 9619 h 20170"/>
                      <a:gd name="connsiteX3" fmla="*/ 11837 w 24648"/>
                      <a:gd name="connsiteY3" fmla="*/ 13077 h 20170"/>
                      <a:gd name="connsiteX4" fmla="*/ 16891 w 24648"/>
                      <a:gd name="connsiteY4" fmla="*/ 16047 h 20170"/>
                      <a:gd name="connsiteX5" fmla="*/ 20703 w 24648"/>
                      <a:gd name="connsiteY5" fmla="*/ 18042 h 20170"/>
                      <a:gd name="connsiteX6" fmla="*/ 24649 w 24648"/>
                      <a:gd name="connsiteY6" fmla="*/ 20170 h 20170"/>
                      <a:gd name="connsiteX7" fmla="*/ 20969 w 24648"/>
                      <a:gd name="connsiteY7" fmla="*/ 17156 h 20170"/>
                      <a:gd name="connsiteX8" fmla="*/ 10773 w 24648"/>
                      <a:gd name="connsiteY8" fmla="*/ 931 h 20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648" h="20170">
                        <a:moveTo>
                          <a:pt x="10773" y="931"/>
                        </a:moveTo>
                        <a:cubicBezTo>
                          <a:pt x="7759" y="487"/>
                          <a:pt x="-88" y="-1419"/>
                          <a:pt x="1" y="1995"/>
                        </a:cubicBezTo>
                        <a:cubicBezTo>
                          <a:pt x="1" y="4787"/>
                          <a:pt x="2971" y="7093"/>
                          <a:pt x="6384" y="9619"/>
                        </a:cubicBezTo>
                        <a:cubicBezTo>
                          <a:pt x="8158" y="10772"/>
                          <a:pt x="10064" y="11880"/>
                          <a:pt x="11837" y="13077"/>
                        </a:cubicBezTo>
                        <a:cubicBezTo>
                          <a:pt x="13655" y="14186"/>
                          <a:pt x="15472" y="15116"/>
                          <a:pt x="16891" y="16047"/>
                        </a:cubicBezTo>
                        <a:cubicBezTo>
                          <a:pt x="17733" y="16579"/>
                          <a:pt x="19196" y="17289"/>
                          <a:pt x="20703" y="18042"/>
                        </a:cubicBezTo>
                        <a:cubicBezTo>
                          <a:pt x="22122" y="18885"/>
                          <a:pt x="23629" y="19683"/>
                          <a:pt x="24649" y="20170"/>
                        </a:cubicBezTo>
                        <a:cubicBezTo>
                          <a:pt x="23629" y="19372"/>
                          <a:pt x="21812" y="18131"/>
                          <a:pt x="20969" y="17156"/>
                        </a:cubicBezTo>
                        <a:cubicBezTo>
                          <a:pt x="16137" y="11969"/>
                          <a:pt x="9177" y="6295"/>
                          <a:pt x="10773" y="93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57" name="Forme libre : forme 22456">
                    <a:extLst>
                      <a:ext uri="{FF2B5EF4-FFF2-40B4-BE49-F238E27FC236}">
                        <a16:creationId xmlns:a16="http://schemas.microsoft.com/office/drawing/2014/main" id="{48CCFE38-30F6-4D6E-A679-A9E0A5CB11D8}"/>
                      </a:ext>
                    </a:extLst>
                  </p:cNvPr>
                  <p:cNvSpPr/>
                  <p:nvPr/>
                </p:nvSpPr>
                <p:spPr>
                  <a:xfrm>
                    <a:off x="7742032" y="817078"/>
                    <a:ext cx="37326" cy="26057"/>
                  </a:xfrm>
                  <a:custGeom>
                    <a:avLst/>
                    <a:gdLst>
                      <a:gd name="connsiteX0" fmla="*/ 36327 w 37326"/>
                      <a:gd name="connsiteY0" fmla="*/ 25831 h 26057"/>
                      <a:gd name="connsiteX1" fmla="*/ 26486 w 37326"/>
                      <a:gd name="connsiteY1" fmla="*/ 22373 h 26057"/>
                      <a:gd name="connsiteX2" fmla="*/ 20590 w 37326"/>
                      <a:gd name="connsiteY2" fmla="*/ 18915 h 26057"/>
                      <a:gd name="connsiteX3" fmla="*/ 15757 w 37326"/>
                      <a:gd name="connsiteY3" fmla="*/ 16167 h 26057"/>
                      <a:gd name="connsiteX4" fmla="*/ 5827 w 37326"/>
                      <a:gd name="connsiteY4" fmla="*/ 9827 h 26057"/>
                      <a:gd name="connsiteX5" fmla="*/ 1483 w 37326"/>
                      <a:gd name="connsiteY5" fmla="*/ 5971 h 26057"/>
                      <a:gd name="connsiteX6" fmla="*/ 64 w 37326"/>
                      <a:gd name="connsiteY6" fmla="*/ 2158 h 26057"/>
                      <a:gd name="connsiteX7" fmla="*/ 9684 w 37326"/>
                      <a:gd name="connsiteY7" fmla="*/ 828 h 26057"/>
                      <a:gd name="connsiteX8" fmla="*/ 21742 w 37326"/>
                      <a:gd name="connsiteY8" fmla="*/ 6281 h 26057"/>
                      <a:gd name="connsiteX9" fmla="*/ 26884 w 37326"/>
                      <a:gd name="connsiteY9" fmla="*/ 9960 h 26057"/>
                      <a:gd name="connsiteX10" fmla="*/ 33047 w 37326"/>
                      <a:gd name="connsiteY10" fmla="*/ 15945 h 26057"/>
                      <a:gd name="connsiteX11" fmla="*/ 36903 w 37326"/>
                      <a:gd name="connsiteY11" fmla="*/ 22196 h 26057"/>
                      <a:gd name="connsiteX12" fmla="*/ 36327 w 37326"/>
                      <a:gd name="connsiteY12" fmla="*/ 25831 h 26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326" h="26057">
                        <a:moveTo>
                          <a:pt x="36327" y="25831"/>
                        </a:moveTo>
                        <a:cubicBezTo>
                          <a:pt x="34110" y="26762"/>
                          <a:pt x="30386" y="24678"/>
                          <a:pt x="26486" y="22373"/>
                        </a:cubicBezTo>
                        <a:cubicBezTo>
                          <a:pt x="24491" y="21265"/>
                          <a:pt x="22540" y="19890"/>
                          <a:pt x="20590" y="18915"/>
                        </a:cubicBezTo>
                        <a:cubicBezTo>
                          <a:pt x="18728" y="17807"/>
                          <a:pt x="17043" y="16787"/>
                          <a:pt x="15757" y="16167"/>
                        </a:cubicBezTo>
                        <a:cubicBezTo>
                          <a:pt x="13275" y="14704"/>
                          <a:pt x="9241" y="12310"/>
                          <a:pt x="5827" y="9827"/>
                        </a:cubicBezTo>
                        <a:cubicBezTo>
                          <a:pt x="4098" y="8630"/>
                          <a:pt x="2547" y="7300"/>
                          <a:pt x="1483" y="5971"/>
                        </a:cubicBezTo>
                        <a:cubicBezTo>
                          <a:pt x="375" y="4729"/>
                          <a:pt x="-202" y="3399"/>
                          <a:pt x="64" y="2158"/>
                        </a:cubicBezTo>
                        <a:cubicBezTo>
                          <a:pt x="641" y="-413"/>
                          <a:pt x="4941" y="-457"/>
                          <a:pt x="9684" y="828"/>
                        </a:cubicBezTo>
                        <a:cubicBezTo>
                          <a:pt x="14472" y="2069"/>
                          <a:pt x="19526" y="4774"/>
                          <a:pt x="21742" y="6281"/>
                        </a:cubicBezTo>
                        <a:cubicBezTo>
                          <a:pt x="22939" y="6946"/>
                          <a:pt x="24845" y="8231"/>
                          <a:pt x="26884" y="9960"/>
                        </a:cubicBezTo>
                        <a:cubicBezTo>
                          <a:pt x="29057" y="11556"/>
                          <a:pt x="31185" y="13773"/>
                          <a:pt x="33047" y="15945"/>
                        </a:cubicBezTo>
                        <a:cubicBezTo>
                          <a:pt x="34908" y="18117"/>
                          <a:pt x="36194" y="20467"/>
                          <a:pt x="36903" y="22196"/>
                        </a:cubicBezTo>
                        <a:cubicBezTo>
                          <a:pt x="37612" y="23969"/>
                          <a:pt x="37435" y="25343"/>
                          <a:pt x="36327" y="2583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58" name="Forme libre : forme 22457">
                    <a:extLst>
                      <a:ext uri="{FF2B5EF4-FFF2-40B4-BE49-F238E27FC236}">
                        <a16:creationId xmlns:a16="http://schemas.microsoft.com/office/drawing/2014/main" id="{EE4AB4F3-F902-4C40-871A-759F843C76FF}"/>
                      </a:ext>
                    </a:extLst>
                  </p:cNvPr>
                  <p:cNvSpPr/>
                  <p:nvPr/>
                </p:nvSpPr>
                <p:spPr>
                  <a:xfrm>
                    <a:off x="7720041" y="805342"/>
                    <a:ext cx="46691" cy="34389"/>
                  </a:xfrm>
                  <a:custGeom>
                    <a:avLst/>
                    <a:gdLst>
                      <a:gd name="connsiteX0" fmla="*/ 112 w 46691"/>
                      <a:gd name="connsiteY0" fmla="*/ 7377 h 34389"/>
                      <a:gd name="connsiteX1" fmla="*/ 4501 w 46691"/>
                      <a:gd name="connsiteY1" fmla="*/ 13982 h 34389"/>
                      <a:gd name="connsiteX2" fmla="*/ 11948 w 46691"/>
                      <a:gd name="connsiteY2" fmla="*/ 20543 h 34389"/>
                      <a:gd name="connsiteX3" fmla="*/ 20549 w 46691"/>
                      <a:gd name="connsiteY3" fmla="*/ 26351 h 34389"/>
                      <a:gd name="connsiteX4" fmla="*/ 37439 w 46691"/>
                      <a:gd name="connsiteY4" fmla="*/ 33577 h 34389"/>
                      <a:gd name="connsiteX5" fmla="*/ 43069 w 46691"/>
                      <a:gd name="connsiteY5" fmla="*/ 34375 h 34389"/>
                      <a:gd name="connsiteX6" fmla="*/ 46571 w 46691"/>
                      <a:gd name="connsiteY6" fmla="*/ 32380 h 34389"/>
                      <a:gd name="connsiteX7" fmla="*/ 43024 w 46691"/>
                      <a:gd name="connsiteY7" fmla="*/ 26395 h 34389"/>
                      <a:gd name="connsiteX8" fmla="*/ 29459 w 46691"/>
                      <a:gd name="connsiteY8" fmla="*/ 11899 h 34389"/>
                      <a:gd name="connsiteX9" fmla="*/ 12303 w 46691"/>
                      <a:gd name="connsiteY9" fmla="*/ 151 h 34389"/>
                      <a:gd name="connsiteX10" fmla="*/ 112 w 46691"/>
                      <a:gd name="connsiteY10" fmla="*/ 7377 h 3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691" h="34389">
                        <a:moveTo>
                          <a:pt x="112" y="7377"/>
                        </a:moveTo>
                        <a:cubicBezTo>
                          <a:pt x="777" y="10436"/>
                          <a:pt x="1708" y="11500"/>
                          <a:pt x="4501" y="13982"/>
                        </a:cubicBezTo>
                        <a:cubicBezTo>
                          <a:pt x="7161" y="16288"/>
                          <a:pt x="9466" y="18460"/>
                          <a:pt x="11948" y="20543"/>
                        </a:cubicBezTo>
                        <a:cubicBezTo>
                          <a:pt x="14520" y="22494"/>
                          <a:pt x="17091" y="24578"/>
                          <a:pt x="20549" y="26351"/>
                        </a:cubicBezTo>
                        <a:cubicBezTo>
                          <a:pt x="26134" y="29543"/>
                          <a:pt x="32252" y="32202"/>
                          <a:pt x="37439" y="33577"/>
                        </a:cubicBezTo>
                        <a:cubicBezTo>
                          <a:pt x="39301" y="34153"/>
                          <a:pt x="41384" y="34463"/>
                          <a:pt x="43069" y="34375"/>
                        </a:cubicBezTo>
                        <a:cubicBezTo>
                          <a:pt x="44709" y="34330"/>
                          <a:pt x="46083" y="33798"/>
                          <a:pt x="46571" y="32380"/>
                        </a:cubicBezTo>
                        <a:cubicBezTo>
                          <a:pt x="47280" y="30518"/>
                          <a:pt x="44709" y="28523"/>
                          <a:pt x="43024" y="26395"/>
                        </a:cubicBezTo>
                        <a:cubicBezTo>
                          <a:pt x="38902" y="21474"/>
                          <a:pt x="34203" y="17130"/>
                          <a:pt x="29459" y="11899"/>
                        </a:cubicBezTo>
                        <a:cubicBezTo>
                          <a:pt x="25514" y="7288"/>
                          <a:pt x="20770" y="1481"/>
                          <a:pt x="12303" y="151"/>
                        </a:cubicBezTo>
                        <a:cubicBezTo>
                          <a:pt x="4634" y="-824"/>
                          <a:pt x="-863" y="3077"/>
                          <a:pt x="112" y="737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59" name="Forme libre : forme 22458">
                    <a:extLst>
                      <a:ext uri="{FF2B5EF4-FFF2-40B4-BE49-F238E27FC236}">
                        <a16:creationId xmlns:a16="http://schemas.microsoft.com/office/drawing/2014/main" id="{07931277-8914-4F5F-808D-EF330BD428A9}"/>
                      </a:ext>
                    </a:extLst>
                  </p:cNvPr>
                  <p:cNvSpPr/>
                  <p:nvPr/>
                </p:nvSpPr>
                <p:spPr>
                  <a:xfrm>
                    <a:off x="7731821" y="808685"/>
                    <a:ext cx="19207" cy="5364"/>
                  </a:xfrm>
                  <a:custGeom>
                    <a:avLst/>
                    <a:gdLst>
                      <a:gd name="connsiteX0" fmla="*/ 2119 w 19207"/>
                      <a:gd name="connsiteY0" fmla="*/ 443 h 5364"/>
                      <a:gd name="connsiteX1" fmla="*/ 124 w 19207"/>
                      <a:gd name="connsiteY1" fmla="*/ 1153 h 5364"/>
                      <a:gd name="connsiteX2" fmla="*/ 1188 w 19207"/>
                      <a:gd name="connsiteY2" fmla="*/ 2616 h 5364"/>
                      <a:gd name="connsiteX3" fmla="*/ 4468 w 19207"/>
                      <a:gd name="connsiteY3" fmla="*/ 3546 h 5364"/>
                      <a:gd name="connsiteX4" fmla="*/ 12758 w 19207"/>
                      <a:gd name="connsiteY4" fmla="*/ 5054 h 5364"/>
                      <a:gd name="connsiteX5" fmla="*/ 15861 w 19207"/>
                      <a:gd name="connsiteY5" fmla="*/ 5364 h 5364"/>
                      <a:gd name="connsiteX6" fmla="*/ 15462 w 19207"/>
                      <a:gd name="connsiteY6" fmla="*/ 1064 h 5364"/>
                      <a:gd name="connsiteX7" fmla="*/ 8635 w 19207"/>
                      <a:gd name="connsiteY7" fmla="*/ 0 h 5364"/>
                      <a:gd name="connsiteX8" fmla="*/ 2119 w 19207"/>
                      <a:gd name="connsiteY8" fmla="*/ 443 h 5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207" h="5364">
                        <a:moveTo>
                          <a:pt x="2119" y="443"/>
                        </a:moveTo>
                        <a:cubicBezTo>
                          <a:pt x="1188" y="576"/>
                          <a:pt x="523" y="665"/>
                          <a:pt x="124" y="1153"/>
                        </a:cubicBezTo>
                        <a:cubicBezTo>
                          <a:pt x="-275" y="1640"/>
                          <a:pt x="346" y="2172"/>
                          <a:pt x="1188" y="2616"/>
                        </a:cubicBezTo>
                        <a:cubicBezTo>
                          <a:pt x="2030" y="3015"/>
                          <a:pt x="3404" y="3369"/>
                          <a:pt x="4468" y="3546"/>
                        </a:cubicBezTo>
                        <a:cubicBezTo>
                          <a:pt x="7217" y="3990"/>
                          <a:pt x="10098" y="4699"/>
                          <a:pt x="12758" y="5054"/>
                        </a:cubicBezTo>
                        <a:cubicBezTo>
                          <a:pt x="13866" y="5231"/>
                          <a:pt x="14930" y="5364"/>
                          <a:pt x="15861" y="5364"/>
                        </a:cubicBezTo>
                        <a:cubicBezTo>
                          <a:pt x="19851" y="5320"/>
                          <a:pt x="20915" y="2793"/>
                          <a:pt x="15462" y="1064"/>
                        </a:cubicBezTo>
                        <a:cubicBezTo>
                          <a:pt x="13334" y="488"/>
                          <a:pt x="10940" y="133"/>
                          <a:pt x="8635" y="0"/>
                        </a:cubicBezTo>
                        <a:cubicBezTo>
                          <a:pt x="6330" y="0"/>
                          <a:pt x="4025" y="222"/>
                          <a:pt x="2119" y="44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60" name="Forme libre : forme 22459">
                    <a:extLst>
                      <a:ext uri="{FF2B5EF4-FFF2-40B4-BE49-F238E27FC236}">
                        <a16:creationId xmlns:a16="http://schemas.microsoft.com/office/drawing/2014/main" id="{36DBD414-1D1B-47AE-8BA3-74598F0C7814}"/>
                      </a:ext>
                    </a:extLst>
                  </p:cNvPr>
                  <p:cNvSpPr/>
                  <p:nvPr/>
                </p:nvSpPr>
                <p:spPr>
                  <a:xfrm>
                    <a:off x="7759164" y="844637"/>
                    <a:ext cx="25179" cy="9841"/>
                  </a:xfrm>
                  <a:custGeom>
                    <a:avLst/>
                    <a:gdLst>
                      <a:gd name="connsiteX0" fmla="*/ 25180 w 25179"/>
                      <a:gd name="connsiteY0" fmla="*/ 9841 h 9841"/>
                      <a:gd name="connsiteX1" fmla="*/ 12501 w 25179"/>
                      <a:gd name="connsiteY1" fmla="*/ 5364 h 9841"/>
                      <a:gd name="connsiteX2" fmla="*/ 0 w 25179"/>
                      <a:gd name="connsiteY2" fmla="*/ 0 h 9841"/>
                      <a:gd name="connsiteX3" fmla="*/ 12546 w 25179"/>
                      <a:gd name="connsiteY3" fmla="*/ 4344 h 9841"/>
                      <a:gd name="connsiteX4" fmla="*/ 15871 w 25179"/>
                      <a:gd name="connsiteY4" fmla="*/ 5586 h 9841"/>
                      <a:gd name="connsiteX5" fmla="*/ 19062 w 25179"/>
                      <a:gd name="connsiteY5" fmla="*/ 7004 h 9841"/>
                      <a:gd name="connsiteX6" fmla="*/ 25180 w 25179"/>
                      <a:gd name="connsiteY6" fmla="*/ 9841 h 9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179" h="9841">
                        <a:moveTo>
                          <a:pt x="25180" y="9841"/>
                        </a:moveTo>
                        <a:cubicBezTo>
                          <a:pt x="21412" y="9664"/>
                          <a:pt x="16979" y="7403"/>
                          <a:pt x="12501" y="5364"/>
                        </a:cubicBezTo>
                        <a:cubicBezTo>
                          <a:pt x="8157" y="3148"/>
                          <a:pt x="3458" y="1330"/>
                          <a:pt x="0" y="0"/>
                        </a:cubicBezTo>
                        <a:cubicBezTo>
                          <a:pt x="3768" y="1419"/>
                          <a:pt x="8246" y="2616"/>
                          <a:pt x="12546" y="4344"/>
                        </a:cubicBezTo>
                        <a:cubicBezTo>
                          <a:pt x="13654" y="4743"/>
                          <a:pt x="14762" y="5187"/>
                          <a:pt x="15871" y="5586"/>
                        </a:cubicBezTo>
                        <a:lnTo>
                          <a:pt x="19062" y="7004"/>
                        </a:lnTo>
                        <a:cubicBezTo>
                          <a:pt x="21279" y="7935"/>
                          <a:pt x="23318" y="8910"/>
                          <a:pt x="25180" y="98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61" name="Forme libre : forme 22460">
                    <a:extLst>
                      <a:ext uri="{FF2B5EF4-FFF2-40B4-BE49-F238E27FC236}">
                        <a16:creationId xmlns:a16="http://schemas.microsoft.com/office/drawing/2014/main" id="{C030E5EF-E52B-4E62-9063-3D7A36AB4B29}"/>
                      </a:ext>
                    </a:extLst>
                  </p:cNvPr>
                  <p:cNvSpPr/>
                  <p:nvPr/>
                </p:nvSpPr>
                <p:spPr>
                  <a:xfrm>
                    <a:off x="7710578" y="799952"/>
                    <a:ext cx="35952" cy="5807"/>
                  </a:xfrm>
                  <a:custGeom>
                    <a:avLst/>
                    <a:gdLst>
                      <a:gd name="connsiteX0" fmla="*/ 35952 w 35952"/>
                      <a:gd name="connsiteY0" fmla="*/ 1551 h 5807"/>
                      <a:gd name="connsiteX1" fmla="*/ 16402 w 35952"/>
                      <a:gd name="connsiteY1" fmla="*/ 576 h 5807"/>
                      <a:gd name="connsiteX2" fmla="*/ 7891 w 35952"/>
                      <a:gd name="connsiteY2" fmla="*/ 2660 h 5807"/>
                      <a:gd name="connsiteX3" fmla="*/ 4034 w 35952"/>
                      <a:gd name="connsiteY3" fmla="*/ 4034 h 5807"/>
                      <a:gd name="connsiteX4" fmla="*/ 0 w 35952"/>
                      <a:gd name="connsiteY4" fmla="*/ 5807 h 5807"/>
                      <a:gd name="connsiteX5" fmla="*/ 3857 w 35952"/>
                      <a:gd name="connsiteY5" fmla="*/ 4078 h 5807"/>
                      <a:gd name="connsiteX6" fmla="*/ 7802 w 35952"/>
                      <a:gd name="connsiteY6" fmla="*/ 2837 h 5807"/>
                      <a:gd name="connsiteX7" fmla="*/ 16757 w 35952"/>
                      <a:gd name="connsiteY7" fmla="*/ 1153 h 5807"/>
                      <a:gd name="connsiteX8" fmla="*/ 35952 w 35952"/>
                      <a:gd name="connsiteY8" fmla="*/ 1551 h 5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952" h="5807">
                        <a:moveTo>
                          <a:pt x="35952" y="1551"/>
                        </a:moveTo>
                        <a:cubicBezTo>
                          <a:pt x="29125" y="-310"/>
                          <a:pt x="22431" y="-310"/>
                          <a:pt x="16402" y="576"/>
                        </a:cubicBezTo>
                        <a:cubicBezTo>
                          <a:pt x="13388" y="931"/>
                          <a:pt x="10551" y="1817"/>
                          <a:pt x="7891" y="2660"/>
                        </a:cubicBezTo>
                        <a:cubicBezTo>
                          <a:pt x="6561" y="3103"/>
                          <a:pt x="5319" y="3546"/>
                          <a:pt x="4034" y="4034"/>
                        </a:cubicBezTo>
                        <a:cubicBezTo>
                          <a:pt x="2571" y="4610"/>
                          <a:pt x="1241" y="5098"/>
                          <a:pt x="0" y="5807"/>
                        </a:cubicBezTo>
                        <a:cubicBezTo>
                          <a:pt x="1108" y="5098"/>
                          <a:pt x="2394" y="4610"/>
                          <a:pt x="3857" y="4078"/>
                        </a:cubicBezTo>
                        <a:cubicBezTo>
                          <a:pt x="5142" y="3591"/>
                          <a:pt x="6384" y="3192"/>
                          <a:pt x="7802" y="2837"/>
                        </a:cubicBezTo>
                        <a:cubicBezTo>
                          <a:pt x="10551" y="2128"/>
                          <a:pt x="13565" y="1419"/>
                          <a:pt x="16757" y="1153"/>
                        </a:cubicBezTo>
                        <a:cubicBezTo>
                          <a:pt x="23052" y="488"/>
                          <a:pt x="29923" y="665"/>
                          <a:pt x="35952" y="15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62" name="Forme libre : forme 22461">
                    <a:extLst>
                      <a:ext uri="{FF2B5EF4-FFF2-40B4-BE49-F238E27FC236}">
                        <a16:creationId xmlns:a16="http://schemas.microsoft.com/office/drawing/2014/main" id="{D106C8BF-5D23-4377-B2FA-4CBA03C72621}"/>
                      </a:ext>
                    </a:extLst>
                  </p:cNvPr>
                  <p:cNvSpPr/>
                  <p:nvPr/>
                </p:nvSpPr>
                <p:spPr>
                  <a:xfrm>
                    <a:off x="7758082" y="821067"/>
                    <a:ext cx="13660" cy="11100"/>
                  </a:xfrm>
                  <a:custGeom>
                    <a:avLst/>
                    <a:gdLst>
                      <a:gd name="connsiteX0" fmla="*/ 13185 w 13660"/>
                      <a:gd name="connsiteY0" fmla="*/ 11069 h 11100"/>
                      <a:gd name="connsiteX1" fmla="*/ 4806 w 13660"/>
                      <a:gd name="connsiteY1" fmla="*/ 5882 h 11100"/>
                      <a:gd name="connsiteX2" fmla="*/ 417 w 13660"/>
                      <a:gd name="connsiteY2" fmla="*/ 163 h 11100"/>
                      <a:gd name="connsiteX3" fmla="*/ 8929 w 13660"/>
                      <a:gd name="connsiteY3" fmla="*/ 4508 h 11100"/>
                      <a:gd name="connsiteX4" fmla="*/ 12431 w 13660"/>
                      <a:gd name="connsiteY4" fmla="*/ 8010 h 11100"/>
                      <a:gd name="connsiteX5" fmla="*/ 13185 w 13660"/>
                      <a:gd name="connsiteY5" fmla="*/ 11069 h 11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660" h="11100">
                        <a:moveTo>
                          <a:pt x="13185" y="11069"/>
                        </a:moveTo>
                        <a:cubicBezTo>
                          <a:pt x="11411" y="11512"/>
                          <a:pt x="6491" y="7123"/>
                          <a:pt x="4806" y="5882"/>
                        </a:cubicBezTo>
                        <a:cubicBezTo>
                          <a:pt x="3210" y="4596"/>
                          <a:pt x="-1400" y="1050"/>
                          <a:pt x="417" y="163"/>
                        </a:cubicBezTo>
                        <a:cubicBezTo>
                          <a:pt x="2368" y="-856"/>
                          <a:pt x="7466" y="3178"/>
                          <a:pt x="8929" y="4508"/>
                        </a:cubicBezTo>
                        <a:cubicBezTo>
                          <a:pt x="9683" y="5173"/>
                          <a:pt x="11278" y="6636"/>
                          <a:pt x="12431" y="8010"/>
                        </a:cubicBezTo>
                        <a:cubicBezTo>
                          <a:pt x="13584" y="9428"/>
                          <a:pt x="14116" y="10847"/>
                          <a:pt x="13185" y="1106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63" name="Forme libre : forme 22462">
                    <a:extLst>
                      <a:ext uri="{FF2B5EF4-FFF2-40B4-BE49-F238E27FC236}">
                        <a16:creationId xmlns:a16="http://schemas.microsoft.com/office/drawing/2014/main" id="{94C758CD-331A-4F42-A0DA-919469511073}"/>
                      </a:ext>
                    </a:extLst>
                  </p:cNvPr>
                  <p:cNvSpPr/>
                  <p:nvPr/>
                </p:nvSpPr>
                <p:spPr>
                  <a:xfrm>
                    <a:off x="7769896" y="830195"/>
                    <a:ext cx="3724" cy="3502"/>
                  </a:xfrm>
                  <a:custGeom>
                    <a:avLst/>
                    <a:gdLst>
                      <a:gd name="connsiteX0" fmla="*/ 3676 w 3724"/>
                      <a:gd name="connsiteY0" fmla="*/ 3315 h 3502"/>
                      <a:gd name="connsiteX1" fmla="*/ 1503 w 3724"/>
                      <a:gd name="connsiteY1" fmla="*/ 2473 h 3502"/>
                      <a:gd name="connsiteX2" fmla="*/ 40 w 3724"/>
                      <a:gd name="connsiteY2" fmla="*/ 212 h 3502"/>
                      <a:gd name="connsiteX3" fmla="*/ 2169 w 3724"/>
                      <a:gd name="connsiteY3" fmla="*/ 1010 h 3502"/>
                      <a:gd name="connsiteX4" fmla="*/ 3676 w 3724"/>
                      <a:gd name="connsiteY4" fmla="*/ 3315 h 3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4" h="3502">
                        <a:moveTo>
                          <a:pt x="3676" y="3315"/>
                        </a:moveTo>
                        <a:cubicBezTo>
                          <a:pt x="3365" y="3892"/>
                          <a:pt x="2124" y="3005"/>
                          <a:pt x="1503" y="2473"/>
                        </a:cubicBezTo>
                        <a:cubicBezTo>
                          <a:pt x="883" y="1941"/>
                          <a:pt x="-225" y="788"/>
                          <a:pt x="40" y="212"/>
                        </a:cubicBezTo>
                        <a:cubicBezTo>
                          <a:pt x="351" y="-409"/>
                          <a:pt x="1548" y="478"/>
                          <a:pt x="2169" y="1010"/>
                        </a:cubicBezTo>
                        <a:cubicBezTo>
                          <a:pt x="2745" y="1542"/>
                          <a:pt x="3986" y="2739"/>
                          <a:pt x="3676" y="33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64" name="Forme libre : forme 22463">
                    <a:extLst>
                      <a:ext uri="{FF2B5EF4-FFF2-40B4-BE49-F238E27FC236}">
                        <a16:creationId xmlns:a16="http://schemas.microsoft.com/office/drawing/2014/main" id="{ACE153E6-BBB3-4762-BD6A-F170C532C70F}"/>
                      </a:ext>
                    </a:extLst>
                  </p:cNvPr>
                  <p:cNvSpPr/>
                  <p:nvPr/>
                </p:nvSpPr>
                <p:spPr>
                  <a:xfrm>
                    <a:off x="7762494" y="812324"/>
                    <a:ext cx="25405" cy="39030"/>
                  </a:xfrm>
                  <a:custGeom>
                    <a:avLst/>
                    <a:gdLst>
                      <a:gd name="connsiteX0" fmla="*/ 24244 w 25405"/>
                      <a:gd name="connsiteY0" fmla="*/ 25620 h 39030"/>
                      <a:gd name="connsiteX1" fmla="*/ 25396 w 25405"/>
                      <a:gd name="connsiteY1" fmla="*/ 32491 h 39030"/>
                      <a:gd name="connsiteX2" fmla="*/ 24554 w 25405"/>
                      <a:gd name="connsiteY2" fmla="*/ 38298 h 39030"/>
                      <a:gd name="connsiteX3" fmla="*/ 20786 w 25405"/>
                      <a:gd name="connsiteY3" fmla="*/ 37234 h 39030"/>
                      <a:gd name="connsiteX4" fmla="*/ 19411 w 25405"/>
                      <a:gd name="connsiteY4" fmla="*/ 32314 h 39030"/>
                      <a:gd name="connsiteX5" fmla="*/ 13604 w 25405"/>
                      <a:gd name="connsiteY5" fmla="*/ 17064 h 39030"/>
                      <a:gd name="connsiteX6" fmla="*/ 5093 w 25405"/>
                      <a:gd name="connsiteY6" fmla="*/ 7577 h 39030"/>
                      <a:gd name="connsiteX7" fmla="*/ 748 w 25405"/>
                      <a:gd name="connsiteY7" fmla="*/ 2789 h 39030"/>
                      <a:gd name="connsiteX8" fmla="*/ 881 w 25405"/>
                      <a:gd name="connsiteY8" fmla="*/ 174 h 39030"/>
                      <a:gd name="connsiteX9" fmla="*/ 11831 w 25405"/>
                      <a:gd name="connsiteY9" fmla="*/ 4518 h 39030"/>
                      <a:gd name="connsiteX10" fmla="*/ 20830 w 25405"/>
                      <a:gd name="connsiteY10" fmla="*/ 14094 h 39030"/>
                      <a:gd name="connsiteX11" fmla="*/ 24244 w 25405"/>
                      <a:gd name="connsiteY11" fmla="*/ 25620 h 39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405" h="39030">
                        <a:moveTo>
                          <a:pt x="24244" y="25620"/>
                        </a:moveTo>
                        <a:cubicBezTo>
                          <a:pt x="24953" y="28146"/>
                          <a:pt x="25352" y="30407"/>
                          <a:pt x="25396" y="32491"/>
                        </a:cubicBezTo>
                        <a:cubicBezTo>
                          <a:pt x="25440" y="34574"/>
                          <a:pt x="25352" y="36392"/>
                          <a:pt x="24554" y="38298"/>
                        </a:cubicBezTo>
                        <a:cubicBezTo>
                          <a:pt x="23978" y="39717"/>
                          <a:pt x="21983" y="38919"/>
                          <a:pt x="20786" y="37234"/>
                        </a:cubicBezTo>
                        <a:cubicBezTo>
                          <a:pt x="19589" y="35505"/>
                          <a:pt x="19633" y="33909"/>
                          <a:pt x="19411" y="32314"/>
                        </a:cubicBezTo>
                        <a:cubicBezTo>
                          <a:pt x="18747" y="27304"/>
                          <a:pt x="16840" y="22162"/>
                          <a:pt x="13604" y="17064"/>
                        </a:cubicBezTo>
                        <a:cubicBezTo>
                          <a:pt x="12673" y="15379"/>
                          <a:pt x="8683" y="11168"/>
                          <a:pt x="5093" y="7577"/>
                        </a:cubicBezTo>
                        <a:cubicBezTo>
                          <a:pt x="3275" y="5848"/>
                          <a:pt x="1679" y="4119"/>
                          <a:pt x="748" y="2789"/>
                        </a:cubicBezTo>
                        <a:cubicBezTo>
                          <a:pt x="-183" y="1504"/>
                          <a:pt x="-360" y="528"/>
                          <a:pt x="881" y="174"/>
                        </a:cubicBezTo>
                        <a:cubicBezTo>
                          <a:pt x="3319" y="-624"/>
                          <a:pt x="7797" y="1415"/>
                          <a:pt x="11831" y="4518"/>
                        </a:cubicBezTo>
                        <a:cubicBezTo>
                          <a:pt x="15954" y="7533"/>
                          <a:pt x="19367" y="11833"/>
                          <a:pt x="20830" y="14094"/>
                        </a:cubicBezTo>
                        <a:cubicBezTo>
                          <a:pt x="23446" y="18926"/>
                          <a:pt x="23313" y="21674"/>
                          <a:pt x="24244" y="2562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14" name="Graphique 2">
                  <a:extLst>
                    <a:ext uri="{FF2B5EF4-FFF2-40B4-BE49-F238E27FC236}">
                      <a16:creationId xmlns:a16="http://schemas.microsoft.com/office/drawing/2014/main" id="{4D2E7E12-2DA5-4895-A091-B0FEAAC2B537}"/>
                    </a:ext>
                  </a:extLst>
                </p:cNvPr>
                <p:cNvGrpSpPr/>
                <p:nvPr/>
              </p:nvGrpSpPr>
              <p:grpSpPr>
                <a:xfrm>
                  <a:off x="7780187" y="854746"/>
                  <a:ext cx="42763" cy="81783"/>
                  <a:chOff x="7780187" y="854746"/>
                  <a:chExt cx="42763" cy="81783"/>
                </a:xfrm>
                <a:solidFill>
                  <a:schemeClr val="accent1"/>
                </a:solidFill>
              </p:grpSpPr>
              <p:sp>
                <p:nvSpPr>
                  <p:cNvPr id="22441" name="Forme libre : forme 22440">
                    <a:extLst>
                      <a:ext uri="{FF2B5EF4-FFF2-40B4-BE49-F238E27FC236}">
                        <a16:creationId xmlns:a16="http://schemas.microsoft.com/office/drawing/2014/main" id="{EA9F79AE-D3F2-40E4-9DBF-BAD26A184093}"/>
                      </a:ext>
                    </a:extLst>
                  </p:cNvPr>
                  <p:cNvSpPr/>
                  <p:nvPr/>
                </p:nvSpPr>
                <p:spPr>
                  <a:xfrm>
                    <a:off x="7780187" y="854746"/>
                    <a:ext cx="42763" cy="81783"/>
                  </a:xfrm>
                  <a:custGeom>
                    <a:avLst/>
                    <a:gdLst>
                      <a:gd name="connsiteX0" fmla="*/ 26544 w 42763"/>
                      <a:gd name="connsiteY0" fmla="*/ 81612 h 81783"/>
                      <a:gd name="connsiteX1" fmla="*/ 14575 w 42763"/>
                      <a:gd name="connsiteY1" fmla="*/ 75538 h 81783"/>
                      <a:gd name="connsiteX2" fmla="*/ 8590 w 42763"/>
                      <a:gd name="connsiteY2" fmla="*/ 67115 h 81783"/>
                      <a:gd name="connsiteX3" fmla="*/ 4334 w 42763"/>
                      <a:gd name="connsiteY3" fmla="*/ 56166 h 81783"/>
                      <a:gd name="connsiteX4" fmla="*/ 78 w 42763"/>
                      <a:gd name="connsiteY4" fmla="*/ 20302 h 81783"/>
                      <a:gd name="connsiteX5" fmla="*/ 256 w 42763"/>
                      <a:gd name="connsiteY5" fmla="*/ 16933 h 81783"/>
                      <a:gd name="connsiteX6" fmla="*/ 300 w 42763"/>
                      <a:gd name="connsiteY6" fmla="*/ 15337 h 81783"/>
                      <a:gd name="connsiteX7" fmla="*/ 566 w 42763"/>
                      <a:gd name="connsiteY7" fmla="*/ 14495 h 81783"/>
                      <a:gd name="connsiteX8" fmla="*/ 1807 w 42763"/>
                      <a:gd name="connsiteY8" fmla="*/ 11170 h 81783"/>
                      <a:gd name="connsiteX9" fmla="*/ 4645 w 42763"/>
                      <a:gd name="connsiteY9" fmla="*/ 4254 h 81783"/>
                      <a:gd name="connsiteX10" fmla="*/ 14043 w 42763"/>
                      <a:gd name="connsiteY10" fmla="*/ 752 h 81783"/>
                      <a:gd name="connsiteX11" fmla="*/ 20781 w 42763"/>
                      <a:gd name="connsiteY11" fmla="*/ 5717 h 81783"/>
                      <a:gd name="connsiteX12" fmla="*/ 23751 w 42763"/>
                      <a:gd name="connsiteY12" fmla="*/ 8820 h 81783"/>
                      <a:gd name="connsiteX13" fmla="*/ 25436 w 42763"/>
                      <a:gd name="connsiteY13" fmla="*/ 8909 h 81783"/>
                      <a:gd name="connsiteX14" fmla="*/ 28805 w 42763"/>
                      <a:gd name="connsiteY14" fmla="*/ 7535 h 81783"/>
                      <a:gd name="connsiteX15" fmla="*/ 29071 w 42763"/>
                      <a:gd name="connsiteY15" fmla="*/ 7269 h 81783"/>
                      <a:gd name="connsiteX16" fmla="*/ 29559 w 42763"/>
                      <a:gd name="connsiteY16" fmla="*/ 11702 h 81783"/>
                      <a:gd name="connsiteX17" fmla="*/ 36474 w 42763"/>
                      <a:gd name="connsiteY17" fmla="*/ 31828 h 81783"/>
                      <a:gd name="connsiteX18" fmla="*/ 39932 w 42763"/>
                      <a:gd name="connsiteY18" fmla="*/ 39054 h 81783"/>
                      <a:gd name="connsiteX19" fmla="*/ 42370 w 42763"/>
                      <a:gd name="connsiteY19" fmla="*/ 48496 h 81783"/>
                      <a:gd name="connsiteX20" fmla="*/ 41838 w 42763"/>
                      <a:gd name="connsiteY20" fmla="*/ 68046 h 81783"/>
                      <a:gd name="connsiteX21" fmla="*/ 36253 w 42763"/>
                      <a:gd name="connsiteY21" fmla="*/ 79794 h 81783"/>
                      <a:gd name="connsiteX22" fmla="*/ 32218 w 42763"/>
                      <a:gd name="connsiteY22" fmla="*/ 81523 h 81783"/>
                      <a:gd name="connsiteX23" fmla="*/ 26544 w 42763"/>
                      <a:gd name="connsiteY23" fmla="*/ 81612 h 81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42763" h="81783">
                        <a:moveTo>
                          <a:pt x="26544" y="81612"/>
                        </a:moveTo>
                        <a:cubicBezTo>
                          <a:pt x="22820" y="81080"/>
                          <a:pt x="18830" y="79617"/>
                          <a:pt x="14575" y="75538"/>
                        </a:cubicBezTo>
                        <a:cubicBezTo>
                          <a:pt x="12491" y="73455"/>
                          <a:pt x="10363" y="70618"/>
                          <a:pt x="8590" y="67115"/>
                        </a:cubicBezTo>
                        <a:cubicBezTo>
                          <a:pt x="6772" y="63658"/>
                          <a:pt x="5354" y="59623"/>
                          <a:pt x="4334" y="56166"/>
                        </a:cubicBezTo>
                        <a:cubicBezTo>
                          <a:pt x="477" y="43044"/>
                          <a:pt x="-276" y="29523"/>
                          <a:pt x="78" y="20302"/>
                        </a:cubicBezTo>
                        <a:cubicBezTo>
                          <a:pt x="123" y="19194"/>
                          <a:pt x="211" y="18085"/>
                          <a:pt x="256" y="16933"/>
                        </a:cubicBezTo>
                        <a:cubicBezTo>
                          <a:pt x="344" y="16534"/>
                          <a:pt x="123" y="15426"/>
                          <a:pt x="300" y="15337"/>
                        </a:cubicBezTo>
                        <a:lnTo>
                          <a:pt x="566" y="14495"/>
                        </a:lnTo>
                        <a:cubicBezTo>
                          <a:pt x="921" y="13386"/>
                          <a:pt x="1364" y="12278"/>
                          <a:pt x="1807" y="11170"/>
                        </a:cubicBezTo>
                        <a:cubicBezTo>
                          <a:pt x="2694" y="8953"/>
                          <a:pt x="3580" y="6692"/>
                          <a:pt x="4645" y="4254"/>
                        </a:cubicBezTo>
                        <a:cubicBezTo>
                          <a:pt x="6019" y="885"/>
                          <a:pt x="10718" y="-1199"/>
                          <a:pt x="14043" y="752"/>
                        </a:cubicBezTo>
                        <a:cubicBezTo>
                          <a:pt x="16392" y="2171"/>
                          <a:pt x="18875" y="3767"/>
                          <a:pt x="20781" y="5717"/>
                        </a:cubicBezTo>
                        <a:cubicBezTo>
                          <a:pt x="21801" y="6692"/>
                          <a:pt x="22776" y="7712"/>
                          <a:pt x="23751" y="8820"/>
                        </a:cubicBezTo>
                        <a:cubicBezTo>
                          <a:pt x="24283" y="8554"/>
                          <a:pt x="24948" y="8953"/>
                          <a:pt x="25436" y="8909"/>
                        </a:cubicBezTo>
                        <a:cubicBezTo>
                          <a:pt x="27475" y="9042"/>
                          <a:pt x="28495" y="7978"/>
                          <a:pt x="28805" y="7535"/>
                        </a:cubicBezTo>
                        <a:cubicBezTo>
                          <a:pt x="29159" y="7091"/>
                          <a:pt x="29115" y="6559"/>
                          <a:pt x="29071" y="7269"/>
                        </a:cubicBezTo>
                        <a:cubicBezTo>
                          <a:pt x="29027" y="7623"/>
                          <a:pt x="29159" y="9441"/>
                          <a:pt x="29559" y="11702"/>
                        </a:cubicBezTo>
                        <a:cubicBezTo>
                          <a:pt x="30445" y="17199"/>
                          <a:pt x="32706" y="25799"/>
                          <a:pt x="36474" y="31828"/>
                        </a:cubicBezTo>
                        <a:cubicBezTo>
                          <a:pt x="37405" y="33335"/>
                          <a:pt x="38691" y="35951"/>
                          <a:pt x="39932" y="39054"/>
                        </a:cubicBezTo>
                        <a:cubicBezTo>
                          <a:pt x="41173" y="42157"/>
                          <a:pt x="42060" y="45083"/>
                          <a:pt x="42370" y="48496"/>
                        </a:cubicBezTo>
                        <a:cubicBezTo>
                          <a:pt x="43035" y="55811"/>
                          <a:pt x="42858" y="62638"/>
                          <a:pt x="41838" y="68046"/>
                        </a:cubicBezTo>
                        <a:cubicBezTo>
                          <a:pt x="40774" y="73499"/>
                          <a:pt x="39090" y="76868"/>
                          <a:pt x="36253" y="79794"/>
                        </a:cubicBezTo>
                        <a:cubicBezTo>
                          <a:pt x="35322" y="80503"/>
                          <a:pt x="34302" y="81168"/>
                          <a:pt x="32218" y="81523"/>
                        </a:cubicBezTo>
                        <a:cubicBezTo>
                          <a:pt x="30135" y="81878"/>
                          <a:pt x="28140" y="81833"/>
                          <a:pt x="26544" y="8161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42" name="Forme libre : forme 22441">
                    <a:extLst>
                      <a:ext uri="{FF2B5EF4-FFF2-40B4-BE49-F238E27FC236}">
                        <a16:creationId xmlns:a16="http://schemas.microsoft.com/office/drawing/2014/main" id="{3F78C70A-3D51-4FBB-919C-1912229D6F25}"/>
                      </a:ext>
                    </a:extLst>
                  </p:cNvPr>
                  <p:cNvSpPr/>
                  <p:nvPr/>
                </p:nvSpPr>
                <p:spPr>
                  <a:xfrm>
                    <a:off x="7780246" y="855676"/>
                    <a:ext cx="42532" cy="80782"/>
                  </a:xfrm>
                  <a:custGeom>
                    <a:avLst/>
                    <a:gdLst>
                      <a:gd name="connsiteX0" fmla="*/ 14382 w 42532"/>
                      <a:gd name="connsiteY0" fmla="*/ 43799 h 80782"/>
                      <a:gd name="connsiteX1" fmla="*/ 8885 w 42532"/>
                      <a:gd name="connsiteY1" fmla="*/ 19683 h 80782"/>
                      <a:gd name="connsiteX2" fmla="*/ 8176 w 42532"/>
                      <a:gd name="connsiteY2" fmla="*/ 13477 h 80782"/>
                      <a:gd name="connsiteX3" fmla="*/ 7866 w 42532"/>
                      <a:gd name="connsiteY3" fmla="*/ 10950 h 80782"/>
                      <a:gd name="connsiteX4" fmla="*/ 7733 w 42532"/>
                      <a:gd name="connsiteY4" fmla="*/ 8733 h 80782"/>
                      <a:gd name="connsiteX5" fmla="*/ 7644 w 42532"/>
                      <a:gd name="connsiteY5" fmla="*/ 0 h 80782"/>
                      <a:gd name="connsiteX6" fmla="*/ 4629 w 42532"/>
                      <a:gd name="connsiteY6" fmla="*/ 3280 h 80782"/>
                      <a:gd name="connsiteX7" fmla="*/ 2635 w 42532"/>
                      <a:gd name="connsiteY7" fmla="*/ 8113 h 80782"/>
                      <a:gd name="connsiteX8" fmla="*/ 1305 w 42532"/>
                      <a:gd name="connsiteY8" fmla="*/ 11482 h 80782"/>
                      <a:gd name="connsiteX9" fmla="*/ 684 w 42532"/>
                      <a:gd name="connsiteY9" fmla="*/ 13166 h 80782"/>
                      <a:gd name="connsiteX10" fmla="*/ 418 w 42532"/>
                      <a:gd name="connsiteY10" fmla="*/ 14009 h 80782"/>
                      <a:gd name="connsiteX11" fmla="*/ 285 w 42532"/>
                      <a:gd name="connsiteY11" fmla="*/ 14408 h 80782"/>
                      <a:gd name="connsiteX12" fmla="*/ 241 w 42532"/>
                      <a:gd name="connsiteY12" fmla="*/ 15073 h 80782"/>
                      <a:gd name="connsiteX13" fmla="*/ 196 w 42532"/>
                      <a:gd name="connsiteY13" fmla="*/ 30278 h 80782"/>
                      <a:gd name="connsiteX14" fmla="*/ 4275 w 42532"/>
                      <a:gd name="connsiteY14" fmla="*/ 55103 h 80782"/>
                      <a:gd name="connsiteX15" fmla="*/ 7201 w 42532"/>
                      <a:gd name="connsiteY15" fmla="*/ 63260 h 80782"/>
                      <a:gd name="connsiteX16" fmla="*/ 15668 w 42532"/>
                      <a:gd name="connsiteY16" fmla="*/ 75496 h 80782"/>
                      <a:gd name="connsiteX17" fmla="*/ 24357 w 42532"/>
                      <a:gd name="connsiteY17" fmla="*/ 80150 h 80782"/>
                      <a:gd name="connsiteX18" fmla="*/ 26485 w 42532"/>
                      <a:gd name="connsiteY18" fmla="*/ 80594 h 80782"/>
                      <a:gd name="connsiteX19" fmla="*/ 32070 w 42532"/>
                      <a:gd name="connsiteY19" fmla="*/ 80505 h 80782"/>
                      <a:gd name="connsiteX20" fmla="*/ 36105 w 42532"/>
                      <a:gd name="connsiteY20" fmla="*/ 78776 h 80782"/>
                      <a:gd name="connsiteX21" fmla="*/ 38410 w 42532"/>
                      <a:gd name="connsiteY21" fmla="*/ 75850 h 80782"/>
                      <a:gd name="connsiteX22" fmla="*/ 42533 w 42532"/>
                      <a:gd name="connsiteY22" fmla="*/ 56256 h 80782"/>
                      <a:gd name="connsiteX23" fmla="*/ 42134 w 42532"/>
                      <a:gd name="connsiteY23" fmla="*/ 47478 h 80782"/>
                      <a:gd name="connsiteX24" fmla="*/ 42089 w 42532"/>
                      <a:gd name="connsiteY24" fmla="*/ 47124 h 80782"/>
                      <a:gd name="connsiteX25" fmla="*/ 34775 w 42532"/>
                      <a:gd name="connsiteY25" fmla="*/ 65344 h 80782"/>
                      <a:gd name="connsiteX26" fmla="*/ 31272 w 42532"/>
                      <a:gd name="connsiteY26" fmla="*/ 67915 h 80782"/>
                      <a:gd name="connsiteX27" fmla="*/ 26928 w 42532"/>
                      <a:gd name="connsiteY27" fmla="*/ 66363 h 80782"/>
                      <a:gd name="connsiteX28" fmla="*/ 21697 w 42532"/>
                      <a:gd name="connsiteY28" fmla="*/ 59758 h 80782"/>
                      <a:gd name="connsiteX29" fmla="*/ 14382 w 42532"/>
                      <a:gd name="connsiteY29" fmla="*/ 43799 h 80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42532" h="80782">
                        <a:moveTo>
                          <a:pt x="14382" y="43799"/>
                        </a:moveTo>
                        <a:cubicBezTo>
                          <a:pt x="11900" y="37327"/>
                          <a:pt x="9994" y="28327"/>
                          <a:pt x="8885" y="19683"/>
                        </a:cubicBezTo>
                        <a:cubicBezTo>
                          <a:pt x="8664" y="17644"/>
                          <a:pt x="8398" y="15560"/>
                          <a:pt x="8176" y="13477"/>
                        </a:cubicBezTo>
                        <a:cubicBezTo>
                          <a:pt x="7999" y="12324"/>
                          <a:pt x="7910" y="11659"/>
                          <a:pt x="7866" y="10950"/>
                        </a:cubicBezTo>
                        <a:cubicBezTo>
                          <a:pt x="7821" y="10196"/>
                          <a:pt x="7777" y="9487"/>
                          <a:pt x="7733" y="8733"/>
                        </a:cubicBezTo>
                        <a:cubicBezTo>
                          <a:pt x="7555" y="5763"/>
                          <a:pt x="7422" y="2881"/>
                          <a:pt x="7644" y="0"/>
                        </a:cubicBezTo>
                        <a:cubicBezTo>
                          <a:pt x="6314" y="754"/>
                          <a:pt x="5206" y="1862"/>
                          <a:pt x="4629" y="3280"/>
                        </a:cubicBezTo>
                        <a:cubicBezTo>
                          <a:pt x="3920" y="4965"/>
                          <a:pt x="3255" y="6605"/>
                          <a:pt x="2635" y="8113"/>
                        </a:cubicBezTo>
                        <a:cubicBezTo>
                          <a:pt x="2191" y="9265"/>
                          <a:pt x="1748" y="10373"/>
                          <a:pt x="1305" y="11482"/>
                        </a:cubicBezTo>
                        <a:cubicBezTo>
                          <a:pt x="1083" y="12058"/>
                          <a:pt x="906" y="12590"/>
                          <a:pt x="684" y="13166"/>
                        </a:cubicBezTo>
                        <a:lnTo>
                          <a:pt x="418" y="14009"/>
                        </a:lnTo>
                        <a:lnTo>
                          <a:pt x="285" y="14408"/>
                        </a:lnTo>
                        <a:cubicBezTo>
                          <a:pt x="241" y="14496"/>
                          <a:pt x="196" y="14674"/>
                          <a:pt x="241" y="15073"/>
                        </a:cubicBezTo>
                        <a:cubicBezTo>
                          <a:pt x="108" y="19506"/>
                          <a:pt x="-202" y="24382"/>
                          <a:pt x="196" y="30278"/>
                        </a:cubicBezTo>
                        <a:cubicBezTo>
                          <a:pt x="595" y="37770"/>
                          <a:pt x="1793" y="46636"/>
                          <a:pt x="4275" y="55103"/>
                        </a:cubicBezTo>
                        <a:cubicBezTo>
                          <a:pt x="5029" y="57675"/>
                          <a:pt x="6048" y="60467"/>
                          <a:pt x="7201" y="63260"/>
                        </a:cubicBezTo>
                        <a:cubicBezTo>
                          <a:pt x="9550" y="68580"/>
                          <a:pt x="12609" y="73013"/>
                          <a:pt x="15668" y="75496"/>
                        </a:cubicBezTo>
                        <a:cubicBezTo>
                          <a:pt x="18683" y="78111"/>
                          <a:pt x="21608" y="79441"/>
                          <a:pt x="24357" y="80150"/>
                        </a:cubicBezTo>
                        <a:cubicBezTo>
                          <a:pt x="25066" y="80328"/>
                          <a:pt x="25775" y="80461"/>
                          <a:pt x="26485" y="80594"/>
                        </a:cubicBezTo>
                        <a:cubicBezTo>
                          <a:pt x="28081" y="80815"/>
                          <a:pt x="30076" y="80904"/>
                          <a:pt x="32070" y="80505"/>
                        </a:cubicBezTo>
                        <a:cubicBezTo>
                          <a:pt x="34154" y="80150"/>
                          <a:pt x="35174" y="79485"/>
                          <a:pt x="36105" y="78776"/>
                        </a:cubicBezTo>
                        <a:cubicBezTo>
                          <a:pt x="37036" y="77845"/>
                          <a:pt x="37789" y="76914"/>
                          <a:pt x="38410" y="75850"/>
                        </a:cubicBezTo>
                        <a:cubicBezTo>
                          <a:pt x="41070" y="71772"/>
                          <a:pt x="42444" y="64768"/>
                          <a:pt x="42533" y="56256"/>
                        </a:cubicBezTo>
                        <a:cubicBezTo>
                          <a:pt x="42533" y="53419"/>
                          <a:pt x="42400" y="50537"/>
                          <a:pt x="42134" y="47478"/>
                        </a:cubicBezTo>
                        <a:lnTo>
                          <a:pt x="42089" y="47124"/>
                        </a:lnTo>
                        <a:cubicBezTo>
                          <a:pt x="39961" y="54172"/>
                          <a:pt x="37966" y="59847"/>
                          <a:pt x="34775" y="65344"/>
                        </a:cubicBezTo>
                        <a:cubicBezTo>
                          <a:pt x="33977" y="66408"/>
                          <a:pt x="33090" y="67826"/>
                          <a:pt x="31272" y="67915"/>
                        </a:cubicBezTo>
                        <a:cubicBezTo>
                          <a:pt x="29588" y="68048"/>
                          <a:pt x="28036" y="67294"/>
                          <a:pt x="26928" y="66363"/>
                        </a:cubicBezTo>
                        <a:cubicBezTo>
                          <a:pt x="24623" y="64502"/>
                          <a:pt x="23116" y="62108"/>
                          <a:pt x="21697" y="59758"/>
                        </a:cubicBezTo>
                        <a:cubicBezTo>
                          <a:pt x="18904" y="54926"/>
                          <a:pt x="16643" y="49784"/>
                          <a:pt x="14382" y="4379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43" name="Forme libre : forme 22442">
                    <a:extLst>
                      <a:ext uri="{FF2B5EF4-FFF2-40B4-BE49-F238E27FC236}">
                        <a16:creationId xmlns:a16="http://schemas.microsoft.com/office/drawing/2014/main" id="{D499925B-485F-407A-855C-79AE19A416F2}"/>
                      </a:ext>
                    </a:extLst>
                  </p:cNvPr>
                  <p:cNvSpPr/>
                  <p:nvPr/>
                </p:nvSpPr>
                <p:spPr>
                  <a:xfrm>
                    <a:off x="7795030" y="886153"/>
                    <a:ext cx="21088" cy="38504"/>
                  </a:xfrm>
                  <a:custGeom>
                    <a:avLst/>
                    <a:gdLst>
                      <a:gd name="connsiteX0" fmla="*/ 21010 w 21088"/>
                      <a:gd name="connsiteY0" fmla="*/ 27507 h 38504"/>
                      <a:gd name="connsiteX1" fmla="*/ 19991 w 21088"/>
                      <a:gd name="connsiteY1" fmla="*/ 34512 h 38504"/>
                      <a:gd name="connsiteX2" fmla="*/ 16444 w 21088"/>
                      <a:gd name="connsiteY2" fmla="*/ 38368 h 38504"/>
                      <a:gd name="connsiteX3" fmla="*/ 11391 w 21088"/>
                      <a:gd name="connsiteY3" fmla="*/ 37216 h 38504"/>
                      <a:gd name="connsiteX4" fmla="*/ 6026 w 21088"/>
                      <a:gd name="connsiteY4" fmla="*/ 31586 h 38504"/>
                      <a:gd name="connsiteX5" fmla="*/ 973 w 21088"/>
                      <a:gd name="connsiteY5" fmla="*/ 18641 h 38504"/>
                      <a:gd name="connsiteX6" fmla="*/ 1327 w 21088"/>
                      <a:gd name="connsiteY6" fmla="*/ 2372 h 38504"/>
                      <a:gd name="connsiteX7" fmla="*/ 6071 w 21088"/>
                      <a:gd name="connsiteY7" fmla="*/ 1795 h 38504"/>
                      <a:gd name="connsiteX8" fmla="*/ 9218 w 21088"/>
                      <a:gd name="connsiteY8" fmla="*/ 9066 h 38504"/>
                      <a:gd name="connsiteX9" fmla="*/ 12233 w 21088"/>
                      <a:gd name="connsiteY9" fmla="*/ 16513 h 38504"/>
                      <a:gd name="connsiteX10" fmla="*/ 15779 w 21088"/>
                      <a:gd name="connsiteY10" fmla="*/ 20902 h 38504"/>
                      <a:gd name="connsiteX11" fmla="*/ 18838 w 21088"/>
                      <a:gd name="connsiteY11" fmla="*/ 22143 h 38504"/>
                      <a:gd name="connsiteX12" fmla="*/ 20168 w 21088"/>
                      <a:gd name="connsiteY12" fmla="*/ 24005 h 38504"/>
                      <a:gd name="connsiteX13" fmla="*/ 20700 w 21088"/>
                      <a:gd name="connsiteY13" fmla="*/ 25690 h 38504"/>
                      <a:gd name="connsiteX14" fmla="*/ 21010 w 21088"/>
                      <a:gd name="connsiteY14" fmla="*/ 27507 h 38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1088" h="38504">
                        <a:moveTo>
                          <a:pt x="21010" y="27507"/>
                        </a:moveTo>
                        <a:cubicBezTo>
                          <a:pt x="21232" y="29148"/>
                          <a:pt x="21010" y="31808"/>
                          <a:pt x="19991" y="34512"/>
                        </a:cubicBezTo>
                        <a:cubicBezTo>
                          <a:pt x="19370" y="36019"/>
                          <a:pt x="18528" y="37970"/>
                          <a:pt x="16444" y="38368"/>
                        </a:cubicBezTo>
                        <a:cubicBezTo>
                          <a:pt x="14494" y="38812"/>
                          <a:pt x="12676" y="38103"/>
                          <a:pt x="11391" y="37216"/>
                        </a:cubicBezTo>
                        <a:cubicBezTo>
                          <a:pt x="8775" y="35443"/>
                          <a:pt x="7090" y="33093"/>
                          <a:pt x="6026" y="31586"/>
                        </a:cubicBezTo>
                        <a:cubicBezTo>
                          <a:pt x="4608" y="29458"/>
                          <a:pt x="2258" y="24759"/>
                          <a:pt x="973" y="18641"/>
                        </a:cubicBezTo>
                        <a:cubicBezTo>
                          <a:pt x="-357" y="12568"/>
                          <a:pt x="-402" y="5874"/>
                          <a:pt x="1327" y="2372"/>
                        </a:cubicBezTo>
                        <a:cubicBezTo>
                          <a:pt x="3101" y="-1263"/>
                          <a:pt x="4785" y="-111"/>
                          <a:pt x="6071" y="1795"/>
                        </a:cubicBezTo>
                        <a:cubicBezTo>
                          <a:pt x="7356" y="3790"/>
                          <a:pt x="8509" y="7026"/>
                          <a:pt x="9218" y="9066"/>
                        </a:cubicBezTo>
                        <a:cubicBezTo>
                          <a:pt x="9750" y="10529"/>
                          <a:pt x="10593" y="13233"/>
                          <a:pt x="12233" y="16513"/>
                        </a:cubicBezTo>
                        <a:cubicBezTo>
                          <a:pt x="13031" y="18109"/>
                          <a:pt x="14272" y="19927"/>
                          <a:pt x="15779" y="20902"/>
                        </a:cubicBezTo>
                        <a:cubicBezTo>
                          <a:pt x="17375" y="21922"/>
                          <a:pt x="18129" y="21567"/>
                          <a:pt x="18838" y="22143"/>
                        </a:cubicBezTo>
                        <a:cubicBezTo>
                          <a:pt x="19326" y="22498"/>
                          <a:pt x="19769" y="23074"/>
                          <a:pt x="20168" y="24005"/>
                        </a:cubicBezTo>
                        <a:cubicBezTo>
                          <a:pt x="20345" y="24493"/>
                          <a:pt x="20523" y="25025"/>
                          <a:pt x="20700" y="25690"/>
                        </a:cubicBezTo>
                        <a:cubicBezTo>
                          <a:pt x="20744" y="26310"/>
                          <a:pt x="20877" y="26887"/>
                          <a:pt x="21010" y="2750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44" name="Forme libre : forme 22443">
                    <a:extLst>
                      <a:ext uri="{FF2B5EF4-FFF2-40B4-BE49-F238E27FC236}">
                        <a16:creationId xmlns:a16="http://schemas.microsoft.com/office/drawing/2014/main" id="{D9E60697-D651-4D96-860A-BBB901EC6AE5}"/>
                      </a:ext>
                    </a:extLst>
                  </p:cNvPr>
                  <p:cNvSpPr/>
                  <p:nvPr/>
                </p:nvSpPr>
                <p:spPr>
                  <a:xfrm>
                    <a:off x="7795104" y="886053"/>
                    <a:ext cx="11626" cy="37360"/>
                  </a:xfrm>
                  <a:custGeom>
                    <a:avLst/>
                    <a:gdLst>
                      <a:gd name="connsiteX0" fmla="*/ 6130 w 11626"/>
                      <a:gd name="connsiteY0" fmla="*/ 2605 h 37360"/>
                      <a:gd name="connsiteX1" fmla="*/ 1165 w 11626"/>
                      <a:gd name="connsiteY1" fmla="*/ 2295 h 37360"/>
                      <a:gd name="connsiteX2" fmla="*/ 899 w 11626"/>
                      <a:gd name="connsiteY2" fmla="*/ 18742 h 37360"/>
                      <a:gd name="connsiteX3" fmla="*/ 6086 w 11626"/>
                      <a:gd name="connsiteY3" fmla="*/ 31908 h 37360"/>
                      <a:gd name="connsiteX4" fmla="*/ 11627 w 11626"/>
                      <a:gd name="connsiteY4" fmla="*/ 37361 h 37360"/>
                      <a:gd name="connsiteX5" fmla="*/ 8479 w 11626"/>
                      <a:gd name="connsiteY5" fmla="*/ 33637 h 37360"/>
                      <a:gd name="connsiteX6" fmla="*/ 4534 w 11626"/>
                      <a:gd name="connsiteY6" fmla="*/ 19717 h 37360"/>
                      <a:gd name="connsiteX7" fmla="*/ 4268 w 11626"/>
                      <a:gd name="connsiteY7" fmla="*/ 15727 h 37360"/>
                      <a:gd name="connsiteX8" fmla="*/ 4445 w 11626"/>
                      <a:gd name="connsiteY8" fmla="*/ 11471 h 37360"/>
                      <a:gd name="connsiteX9" fmla="*/ 6130 w 11626"/>
                      <a:gd name="connsiteY9" fmla="*/ 2605 h 37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626" h="37360">
                        <a:moveTo>
                          <a:pt x="6130" y="2605"/>
                        </a:moveTo>
                        <a:cubicBezTo>
                          <a:pt x="5066" y="2472"/>
                          <a:pt x="3204" y="-2980"/>
                          <a:pt x="1165" y="2295"/>
                        </a:cubicBezTo>
                        <a:cubicBezTo>
                          <a:pt x="-387" y="6595"/>
                          <a:pt x="-298" y="12979"/>
                          <a:pt x="899" y="18742"/>
                        </a:cubicBezTo>
                        <a:cubicBezTo>
                          <a:pt x="2096" y="24549"/>
                          <a:pt x="4268" y="29159"/>
                          <a:pt x="6086" y="31908"/>
                        </a:cubicBezTo>
                        <a:cubicBezTo>
                          <a:pt x="7105" y="33548"/>
                          <a:pt x="9720" y="36430"/>
                          <a:pt x="11627" y="37361"/>
                        </a:cubicBezTo>
                        <a:cubicBezTo>
                          <a:pt x="10563" y="36518"/>
                          <a:pt x="9144" y="34967"/>
                          <a:pt x="8479" y="33637"/>
                        </a:cubicBezTo>
                        <a:cubicBezTo>
                          <a:pt x="6573" y="29957"/>
                          <a:pt x="5110" y="25037"/>
                          <a:pt x="4534" y="19717"/>
                        </a:cubicBezTo>
                        <a:cubicBezTo>
                          <a:pt x="4401" y="18387"/>
                          <a:pt x="4312" y="17057"/>
                          <a:pt x="4268" y="15727"/>
                        </a:cubicBezTo>
                        <a:cubicBezTo>
                          <a:pt x="4223" y="14397"/>
                          <a:pt x="4268" y="13156"/>
                          <a:pt x="4445" y="11471"/>
                        </a:cubicBezTo>
                        <a:cubicBezTo>
                          <a:pt x="4755" y="8368"/>
                          <a:pt x="5332" y="5487"/>
                          <a:pt x="6130" y="260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45" name="Forme libre : forme 22444">
                    <a:extLst>
                      <a:ext uri="{FF2B5EF4-FFF2-40B4-BE49-F238E27FC236}">
                        <a16:creationId xmlns:a16="http://schemas.microsoft.com/office/drawing/2014/main" id="{0C507739-71E2-437E-A787-A19F13DFE99E}"/>
                      </a:ext>
                    </a:extLst>
                  </p:cNvPr>
                  <p:cNvSpPr/>
                  <p:nvPr/>
                </p:nvSpPr>
                <p:spPr>
                  <a:xfrm>
                    <a:off x="7795029" y="890267"/>
                    <a:ext cx="22066" cy="35970"/>
                  </a:xfrm>
                  <a:custGeom>
                    <a:avLst/>
                    <a:gdLst>
                      <a:gd name="connsiteX0" fmla="*/ 22032 w 22066"/>
                      <a:gd name="connsiteY0" fmla="*/ 22685 h 35970"/>
                      <a:gd name="connsiteX1" fmla="*/ 20214 w 22066"/>
                      <a:gd name="connsiteY1" fmla="*/ 32438 h 35970"/>
                      <a:gd name="connsiteX2" fmla="*/ 16845 w 22066"/>
                      <a:gd name="connsiteY2" fmla="*/ 35762 h 35970"/>
                      <a:gd name="connsiteX3" fmla="*/ 12102 w 22066"/>
                      <a:gd name="connsiteY3" fmla="*/ 35186 h 35970"/>
                      <a:gd name="connsiteX4" fmla="*/ 6915 w 22066"/>
                      <a:gd name="connsiteY4" fmla="*/ 30930 h 35970"/>
                      <a:gd name="connsiteX5" fmla="*/ 1240 w 22066"/>
                      <a:gd name="connsiteY5" fmla="*/ 18961 h 35970"/>
                      <a:gd name="connsiteX6" fmla="*/ 1063 w 22066"/>
                      <a:gd name="connsiteY6" fmla="*/ 2514 h 35970"/>
                      <a:gd name="connsiteX7" fmla="*/ 5807 w 22066"/>
                      <a:gd name="connsiteY7" fmla="*/ 2160 h 35970"/>
                      <a:gd name="connsiteX8" fmla="*/ 9397 w 22066"/>
                      <a:gd name="connsiteY8" fmla="*/ 10095 h 35970"/>
                      <a:gd name="connsiteX9" fmla="*/ 12412 w 22066"/>
                      <a:gd name="connsiteY9" fmla="*/ 16168 h 35970"/>
                      <a:gd name="connsiteX10" fmla="*/ 15914 w 22066"/>
                      <a:gd name="connsiteY10" fmla="*/ 19404 h 35970"/>
                      <a:gd name="connsiteX11" fmla="*/ 18929 w 22066"/>
                      <a:gd name="connsiteY11" fmla="*/ 19094 h 35970"/>
                      <a:gd name="connsiteX12" fmla="*/ 21012 w 22066"/>
                      <a:gd name="connsiteY12" fmla="*/ 19626 h 35970"/>
                      <a:gd name="connsiteX13" fmla="*/ 21411 w 22066"/>
                      <a:gd name="connsiteY13" fmla="*/ 20380 h 35970"/>
                      <a:gd name="connsiteX14" fmla="*/ 21721 w 22066"/>
                      <a:gd name="connsiteY14" fmla="*/ 21133 h 35970"/>
                      <a:gd name="connsiteX15" fmla="*/ 22032 w 22066"/>
                      <a:gd name="connsiteY15" fmla="*/ 22685 h 35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2066" h="35970">
                        <a:moveTo>
                          <a:pt x="22032" y="22685"/>
                        </a:moveTo>
                        <a:cubicBezTo>
                          <a:pt x="22209" y="25433"/>
                          <a:pt x="21721" y="29113"/>
                          <a:pt x="20214" y="32438"/>
                        </a:cubicBezTo>
                        <a:cubicBezTo>
                          <a:pt x="19505" y="33768"/>
                          <a:pt x="18707" y="35363"/>
                          <a:pt x="16845" y="35762"/>
                        </a:cubicBezTo>
                        <a:cubicBezTo>
                          <a:pt x="15072" y="36250"/>
                          <a:pt x="13343" y="35807"/>
                          <a:pt x="12102" y="35186"/>
                        </a:cubicBezTo>
                        <a:cubicBezTo>
                          <a:pt x="9619" y="33945"/>
                          <a:pt x="8023" y="32172"/>
                          <a:pt x="6915" y="30930"/>
                        </a:cubicBezTo>
                        <a:cubicBezTo>
                          <a:pt x="5186" y="28935"/>
                          <a:pt x="2703" y="24768"/>
                          <a:pt x="1240" y="18961"/>
                        </a:cubicBezTo>
                        <a:cubicBezTo>
                          <a:pt x="-267" y="13242"/>
                          <a:pt x="-488" y="6504"/>
                          <a:pt x="1063" y="2514"/>
                        </a:cubicBezTo>
                        <a:cubicBezTo>
                          <a:pt x="2571" y="-1343"/>
                          <a:pt x="4432" y="-190"/>
                          <a:pt x="5807" y="2160"/>
                        </a:cubicBezTo>
                        <a:cubicBezTo>
                          <a:pt x="7181" y="4465"/>
                          <a:pt x="8555" y="8233"/>
                          <a:pt x="9397" y="10095"/>
                        </a:cubicBezTo>
                        <a:cubicBezTo>
                          <a:pt x="9885" y="11203"/>
                          <a:pt x="10727" y="13508"/>
                          <a:pt x="12412" y="16168"/>
                        </a:cubicBezTo>
                        <a:cubicBezTo>
                          <a:pt x="13254" y="17454"/>
                          <a:pt x="14451" y="18872"/>
                          <a:pt x="15914" y="19404"/>
                        </a:cubicBezTo>
                        <a:cubicBezTo>
                          <a:pt x="17466" y="20025"/>
                          <a:pt x="18264" y="19227"/>
                          <a:pt x="18929" y="19094"/>
                        </a:cubicBezTo>
                        <a:cubicBezTo>
                          <a:pt x="19771" y="18784"/>
                          <a:pt x="20436" y="18828"/>
                          <a:pt x="21012" y="19626"/>
                        </a:cubicBezTo>
                        <a:cubicBezTo>
                          <a:pt x="21145" y="19803"/>
                          <a:pt x="21278" y="20069"/>
                          <a:pt x="21411" y="20380"/>
                        </a:cubicBezTo>
                        <a:cubicBezTo>
                          <a:pt x="21544" y="20690"/>
                          <a:pt x="21677" y="21089"/>
                          <a:pt x="21721" y="21133"/>
                        </a:cubicBezTo>
                        <a:cubicBezTo>
                          <a:pt x="21854" y="21444"/>
                          <a:pt x="21943" y="21931"/>
                          <a:pt x="22032" y="2268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46" name="Forme libre : forme 22445">
                    <a:extLst>
                      <a:ext uri="{FF2B5EF4-FFF2-40B4-BE49-F238E27FC236}">
                        <a16:creationId xmlns:a16="http://schemas.microsoft.com/office/drawing/2014/main" id="{D8FF3B6E-0EA4-46E2-ACDE-51CE7C316939}"/>
                      </a:ext>
                    </a:extLst>
                  </p:cNvPr>
                  <p:cNvSpPr/>
                  <p:nvPr/>
                </p:nvSpPr>
                <p:spPr>
                  <a:xfrm>
                    <a:off x="7786864" y="866692"/>
                    <a:ext cx="22846" cy="62969"/>
                  </a:xfrm>
                  <a:custGeom>
                    <a:avLst/>
                    <a:gdLst>
                      <a:gd name="connsiteX0" fmla="*/ 4662 w 22846"/>
                      <a:gd name="connsiteY0" fmla="*/ 1131 h 62969"/>
                      <a:gd name="connsiteX1" fmla="*/ 982 w 22846"/>
                      <a:gd name="connsiteY1" fmla="*/ 10618 h 62969"/>
                      <a:gd name="connsiteX2" fmla="*/ 51 w 22846"/>
                      <a:gd name="connsiteY2" fmla="*/ 28350 h 62969"/>
                      <a:gd name="connsiteX3" fmla="*/ 3154 w 22846"/>
                      <a:gd name="connsiteY3" fmla="*/ 47944 h 62969"/>
                      <a:gd name="connsiteX4" fmla="*/ 9538 w 22846"/>
                      <a:gd name="connsiteY4" fmla="*/ 59249 h 62969"/>
                      <a:gd name="connsiteX5" fmla="*/ 16321 w 22846"/>
                      <a:gd name="connsiteY5" fmla="*/ 62840 h 62969"/>
                      <a:gd name="connsiteX6" fmla="*/ 21020 w 22846"/>
                      <a:gd name="connsiteY6" fmla="*/ 62352 h 62969"/>
                      <a:gd name="connsiteX7" fmla="*/ 22616 w 22846"/>
                      <a:gd name="connsiteY7" fmla="*/ 58938 h 62969"/>
                      <a:gd name="connsiteX8" fmla="*/ 17606 w 22846"/>
                      <a:gd name="connsiteY8" fmla="*/ 51978 h 62969"/>
                      <a:gd name="connsiteX9" fmla="*/ 14016 w 22846"/>
                      <a:gd name="connsiteY9" fmla="*/ 40142 h 62969"/>
                      <a:gd name="connsiteX10" fmla="*/ 13262 w 22846"/>
                      <a:gd name="connsiteY10" fmla="*/ 24405 h 62969"/>
                      <a:gd name="connsiteX11" fmla="*/ 14636 w 22846"/>
                      <a:gd name="connsiteY11" fmla="*/ 10972 h 62969"/>
                      <a:gd name="connsiteX12" fmla="*/ 14769 w 22846"/>
                      <a:gd name="connsiteY12" fmla="*/ 3126 h 62969"/>
                      <a:gd name="connsiteX13" fmla="*/ 10646 w 22846"/>
                      <a:gd name="connsiteY13" fmla="*/ 333 h 62969"/>
                      <a:gd name="connsiteX14" fmla="*/ 4662 w 22846"/>
                      <a:gd name="connsiteY14" fmla="*/ 1131 h 62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2846" h="62969">
                        <a:moveTo>
                          <a:pt x="4662" y="1131"/>
                        </a:moveTo>
                        <a:cubicBezTo>
                          <a:pt x="2312" y="3347"/>
                          <a:pt x="1647" y="4988"/>
                          <a:pt x="982" y="10618"/>
                        </a:cubicBezTo>
                        <a:cubicBezTo>
                          <a:pt x="362" y="16115"/>
                          <a:pt x="-170" y="21966"/>
                          <a:pt x="51" y="28350"/>
                        </a:cubicBezTo>
                        <a:cubicBezTo>
                          <a:pt x="273" y="34645"/>
                          <a:pt x="1115" y="41649"/>
                          <a:pt x="3154" y="47944"/>
                        </a:cubicBezTo>
                        <a:cubicBezTo>
                          <a:pt x="4839" y="53264"/>
                          <a:pt x="7188" y="57032"/>
                          <a:pt x="9538" y="59249"/>
                        </a:cubicBezTo>
                        <a:cubicBezTo>
                          <a:pt x="11888" y="61554"/>
                          <a:pt x="14193" y="62485"/>
                          <a:pt x="16321" y="62840"/>
                        </a:cubicBezTo>
                        <a:cubicBezTo>
                          <a:pt x="17872" y="63106"/>
                          <a:pt x="19645" y="62973"/>
                          <a:pt x="21020" y="62352"/>
                        </a:cubicBezTo>
                        <a:cubicBezTo>
                          <a:pt x="22438" y="61687"/>
                          <a:pt x="23281" y="60534"/>
                          <a:pt x="22616" y="58938"/>
                        </a:cubicBezTo>
                        <a:cubicBezTo>
                          <a:pt x="21729" y="57121"/>
                          <a:pt x="18936" y="55037"/>
                          <a:pt x="17606" y="51978"/>
                        </a:cubicBezTo>
                        <a:cubicBezTo>
                          <a:pt x="15966" y="48432"/>
                          <a:pt x="14814" y="44531"/>
                          <a:pt x="14016" y="40142"/>
                        </a:cubicBezTo>
                        <a:cubicBezTo>
                          <a:pt x="13129" y="36108"/>
                          <a:pt x="12996" y="29946"/>
                          <a:pt x="13262" y="24405"/>
                        </a:cubicBezTo>
                        <a:cubicBezTo>
                          <a:pt x="13484" y="19573"/>
                          <a:pt x="14148" y="14696"/>
                          <a:pt x="14636" y="10972"/>
                        </a:cubicBezTo>
                        <a:cubicBezTo>
                          <a:pt x="15124" y="7204"/>
                          <a:pt x="15478" y="4766"/>
                          <a:pt x="14769" y="3126"/>
                        </a:cubicBezTo>
                        <a:cubicBezTo>
                          <a:pt x="14148" y="1663"/>
                          <a:pt x="12553" y="954"/>
                          <a:pt x="10646" y="333"/>
                        </a:cubicBezTo>
                        <a:cubicBezTo>
                          <a:pt x="8740" y="-110"/>
                          <a:pt x="6346" y="-332"/>
                          <a:pt x="4662" y="113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47" name="Forme libre : forme 22446">
                    <a:extLst>
                      <a:ext uri="{FF2B5EF4-FFF2-40B4-BE49-F238E27FC236}">
                        <a16:creationId xmlns:a16="http://schemas.microsoft.com/office/drawing/2014/main" id="{0D8503A2-A8BA-4EA7-9000-0A5EBCB21106}"/>
                      </a:ext>
                    </a:extLst>
                  </p:cNvPr>
                  <p:cNvSpPr/>
                  <p:nvPr/>
                </p:nvSpPr>
                <p:spPr>
                  <a:xfrm>
                    <a:off x="7797466" y="874037"/>
                    <a:ext cx="6015" cy="10819"/>
                  </a:xfrm>
                  <a:custGeom>
                    <a:avLst/>
                    <a:gdLst>
                      <a:gd name="connsiteX0" fmla="*/ 1906 w 6015"/>
                      <a:gd name="connsiteY0" fmla="*/ 214 h 10819"/>
                      <a:gd name="connsiteX1" fmla="*/ 709 w 6015"/>
                      <a:gd name="connsiteY1" fmla="*/ 170 h 10819"/>
                      <a:gd name="connsiteX2" fmla="*/ 0 w 6015"/>
                      <a:gd name="connsiteY2" fmla="*/ 2297 h 10819"/>
                      <a:gd name="connsiteX3" fmla="*/ 488 w 6015"/>
                      <a:gd name="connsiteY3" fmla="*/ 5046 h 10819"/>
                      <a:gd name="connsiteX4" fmla="*/ 2571 w 6015"/>
                      <a:gd name="connsiteY4" fmla="*/ 9967 h 10819"/>
                      <a:gd name="connsiteX5" fmla="*/ 3546 w 6015"/>
                      <a:gd name="connsiteY5" fmla="*/ 10809 h 10819"/>
                      <a:gd name="connsiteX6" fmla="*/ 5807 w 6015"/>
                      <a:gd name="connsiteY6" fmla="*/ 2918 h 10819"/>
                      <a:gd name="connsiteX7" fmla="*/ 1906 w 6015"/>
                      <a:gd name="connsiteY7" fmla="*/ 214 h 10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015" h="10819">
                        <a:moveTo>
                          <a:pt x="1906" y="214"/>
                        </a:moveTo>
                        <a:cubicBezTo>
                          <a:pt x="1507" y="37"/>
                          <a:pt x="1197" y="-141"/>
                          <a:pt x="709" y="170"/>
                        </a:cubicBezTo>
                        <a:cubicBezTo>
                          <a:pt x="222" y="480"/>
                          <a:pt x="0" y="1366"/>
                          <a:pt x="0" y="2297"/>
                        </a:cubicBezTo>
                        <a:cubicBezTo>
                          <a:pt x="0" y="3228"/>
                          <a:pt x="266" y="4292"/>
                          <a:pt x="488" y="5046"/>
                        </a:cubicBezTo>
                        <a:cubicBezTo>
                          <a:pt x="1108" y="6952"/>
                          <a:pt x="1773" y="8858"/>
                          <a:pt x="2571" y="9967"/>
                        </a:cubicBezTo>
                        <a:cubicBezTo>
                          <a:pt x="2882" y="10410"/>
                          <a:pt x="3148" y="10898"/>
                          <a:pt x="3546" y="10809"/>
                        </a:cubicBezTo>
                        <a:cubicBezTo>
                          <a:pt x="5142" y="10410"/>
                          <a:pt x="6561" y="4780"/>
                          <a:pt x="5807" y="2918"/>
                        </a:cubicBezTo>
                        <a:cubicBezTo>
                          <a:pt x="5231" y="1455"/>
                          <a:pt x="3546" y="1145"/>
                          <a:pt x="1906" y="21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48" name="Forme libre : forme 22447">
                    <a:extLst>
                      <a:ext uri="{FF2B5EF4-FFF2-40B4-BE49-F238E27FC236}">
                        <a16:creationId xmlns:a16="http://schemas.microsoft.com/office/drawing/2014/main" id="{BFC986EB-9229-4ED5-BC44-FA5EFEC38668}"/>
                      </a:ext>
                    </a:extLst>
                  </p:cNvPr>
                  <p:cNvSpPr/>
                  <p:nvPr/>
                </p:nvSpPr>
                <p:spPr>
                  <a:xfrm>
                    <a:off x="7807840" y="902401"/>
                    <a:ext cx="14140" cy="33336"/>
                  </a:xfrm>
                  <a:custGeom>
                    <a:avLst/>
                    <a:gdLst>
                      <a:gd name="connsiteX0" fmla="*/ 13565 w 14140"/>
                      <a:gd name="connsiteY0" fmla="*/ 0 h 33336"/>
                      <a:gd name="connsiteX1" fmla="*/ 13343 w 14140"/>
                      <a:gd name="connsiteY1" fmla="*/ 17200 h 33336"/>
                      <a:gd name="connsiteX2" fmla="*/ 8290 w 14140"/>
                      <a:gd name="connsiteY2" fmla="*/ 29923 h 33336"/>
                      <a:gd name="connsiteX3" fmla="*/ 4610 w 14140"/>
                      <a:gd name="connsiteY3" fmla="*/ 32406 h 33336"/>
                      <a:gd name="connsiteX4" fmla="*/ 0 w 14140"/>
                      <a:gd name="connsiteY4" fmla="*/ 33337 h 33336"/>
                      <a:gd name="connsiteX5" fmla="*/ 4832 w 14140"/>
                      <a:gd name="connsiteY5" fmla="*/ 32229 h 33336"/>
                      <a:gd name="connsiteX6" fmla="*/ 8245 w 14140"/>
                      <a:gd name="connsiteY6" fmla="*/ 29524 h 33336"/>
                      <a:gd name="connsiteX7" fmla="*/ 12590 w 14140"/>
                      <a:gd name="connsiteY7" fmla="*/ 16934 h 33336"/>
                      <a:gd name="connsiteX8" fmla="*/ 13565 w 14140"/>
                      <a:gd name="connsiteY8" fmla="*/ 0 h 33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140" h="33336">
                        <a:moveTo>
                          <a:pt x="13565" y="0"/>
                        </a:moveTo>
                        <a:cubicBezTo>
                          <a:pt x="14408" y="5364"/>
                          <a:pt x="14319" y="11748"/>
                          <a:pt x="13343" y="17200"/>
                        </a:cubicBezTo>
                        <a:cubicBezTo>
                          <a:pt x="12324" y="22697"/>
                          <a:pt x="10639" y="26643"/>
                          <a:pt x="8290" y="29923"/>
                        </a:cubicBezTo>
                        <a:cubicBezTo>
                          <a:pt x="7359" y="30943"/>
                          <a:pt x="6384" y="31874"/>
                          <a:pt x="4610" y="32406"/>
                        </a:cubicBezTo>
                        <a:cubicBezTo>
                          <a:pt x="2881" y="33027"/>
                          <a:pt x="1197" y="33160"/>
                          <a:pt x="0" y="33337"/>
                        </a:cubicBezTo>
                        <a:cubicBezTo>
                          <a:pt x="1374" y="33160"/>
                          <a:pt x="3147" y="32982"/>
                          <a:pt x="4832" y="32229"/>
                        </a:cubicBezTo>
                        <a:cubicBezTo>
                          <a:pt x="6517" y="31608"/>
                          <a:pt x="7448" y="30588"/>
                          <a:pt x="8245" y="29524"/>
                        </a:cubicBezTo>
                        <a:cubicBezTo>
                          <a:pt x="10329" y="26155"/>
                          <a:pt x="11703" y="22121"/>
                          <a:pt x="12590" y="16934"/>
                        </a:cubicBezTo>
                        <a:cubicBezTo>
                          <a:pt x="13521" y="11659"/>
                          <a:pt x="13787" y="5630"/>
                          <a:pt x="1356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49" name="Forme libre : forme 22448">
                    <a:extLst>
                      <a:ext uri="{FF2B5EF4-FFF2-40B4-BE49-F238E27FC236}">
                        <a16:creationId xmlns:a16="http://schemas.microsoft.com/office/drawing/2014/main" id="{B6FDE971-56A4-420E-978C-1C5DD9C1D063}"/>
                      </a:ext>
                    </a:extLst>
                  </p:cNvPr>
                  <p:cNvSpPr/>
                  <p:nvPr/>
                </p:nvSpPr>
                <p:spPr>
                  <a:xfrm>
                    <a:off x="7793609" y="856385"/>
                    <a:ext cx="14584" cy="9121"/>
                  </a:xfrm>
                  <a:custGeom>
                    <a:avLst/>
                    <a:gdLst>
                      <a:gd name="connsiteX0" fmla="*/ 14585 w 14584"/>
                      <a:gd name="connsiteY0" fmla="*/ 7536 h 9121"/>
                      <a:gd name="connsiteX1" fmla="*/ 10728 w 14584"/>
                      <a:gd name="connsiteY1" fmla="*/ 8379 h 9121"/>
                      <a:gd name="connsiteX2" fmla="*/ 6251 w 14584"/>
                      <a:gd name="connsiteY2" fmla="*/ 5408 h 9121"/>
                      <a:gd name="connsiteX3" fmla="*/ 0 w 14584"/>
                      <a:gd name="connsiteY3" fmla="*/ 0 h 9121"/>
                      <a:gd name="connsiteX4" fmla="*/ 10329 w 14584"/>
                      <a:gd name="connsiteY4" fmla="*/ 8822 h 9121"/>
                      <a:gd name="connsiteX5" fmla="*/ 14585 w 14584"/>
                      <a:gd name="connsiteY5" fmla="*/ 7536 h 9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584" h="9121">
                        <a:moveTo>
                          <a:pt x="14585" y="7536"/>
                        </a:moveTo>
                        <a:cubicBezTo>
                          <a:pt x="14186" y="7714"/>
                          <a:pt x="12989" y="8866"/>
                          <a:pt x="10728" y="8379"/>
                        </a:cubicBezTo>
                        <a:cubicBezTo>
                          <a:pt x="9575" y="7935"/>
                          <a:pt x="8467" y="8334"/>
                          <a:pt x="6251" y="5408"/>
                        </a:cubicBezTo>
                        <a:cubicBezTo>
                          <a:pt x="4344" y="3281"/>
                          <a:pt x="2083" y="1507"/>
                          <a:pt x="0" y="0"/>
                        </a:cubicBezTo>
                        <a:cubicBezTo>
                          <a:pt x="3990" y="1995"/>
                          <a:pt x="8689" y="9443"/>
                          <a:pt x="10329" y="8822"/>
                        </a:cubicBezTo>
                        <a:cubicBezTo>
                          <a:pt x="12413" y="9576"/>
                          <a:pt x="13698" y="8822"/>
                          <a:pt x="14585" y="753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50" name="Forme libre : forme 22449">
                    <a:extLst>
                      <a:ext uri="{FF2B5EF4-FFF2-40B4-BE49-F238E27FC236}">
                        <a16:creationId xmlns:a16="http://schemas.microsoft.com/office/drawing/2014/main" id="{0DB9613B-B46A-4EFE-B517-5B2FBD6104E8}"/>
                      </a:ext>
                    </a:extLst>
                  </p:cNvPr>
                  <p:cNvSpPr/>
                  <p:nvPr/>
                </p:nvSpPr>
                <p:spPr>
                  <a:xfrm>
                    <a:off x="7802043" y="897631"/>
                    <a:ext cx="7443" cy="20331"/>
                  </a:xfrm>
                  <a:custGeom>
                    <a:avLst/>
                    <a:gdLst>
                      <a:gd name="connsiteX0" fmla="*/ 7348 w 7443"/>
                      <a:gd name="connsiteY0" fmla="*/ 18512 h 20331"/>
                      <a:gd name="connsiteX1" fmla="*/ 5974 w 7443"/>
                      <a:gd name="connsiteY1" fmla="*/ 20330 h 20331"/>
                      <a:gd name="connsiteX2" fmla="*/ 4068 w 7443"/>
                      <a:gd name="connsiteY2" fmla="*/ 18690 h 20331"/>
                      <a:gd name="connsiteX3" fmla="*/ 1585 w 7443"/>
                      <a:gd name="connsiteY3" fmla="*/ 13636 h 20331"/>
                      <a:gd name="connsiteX4" fmla="*/ 432 w 7443"/>
                      <a:gd name="connsiteY4" fmla="*/ 913 h 20331"/>
                      <a:gd name="connsiteX5" fmla="*/ 3580 w 7443"/>
                      <a:gd name="connsiteY5" fmla="*/ 5967 h 20331"/>
                      <a:gd name="connsiteX6" fmla="*/ 5663 w 7443"/>
                      <a:gd name="connsiteY6" fmla="*/ 11419 h 20331"/>
                      <a:gd name="connsiteX7" fmla="*/ 7348 w 7443"/>
                      <a:gd name="connsiteY7" fmla="*/ 18512 h 20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443" h="20331">
                        <a:moveTo>
                          <a:pt x="7348" y="18512"/>
                        </a:moveTo>
                        <a:cubicBezTo>
                          <a:pt x="7126" y="19754"/>
                          <a:pt x="6594" y="20330"/>
                          <a:pt x="5974" y="20330"/>
                        </a:cubicBezTo>
                        <a:cubicBezTo>
                          <a:pt x="5353" y="20374"/>
                          <a:pt x="4688" y="19399"/>
                          <a:pt x="4068" y="18690"/>
                        </a:cubicBezTo>
                        <a:cubicBezTo>
                          <a:pt x="2871" y="17005"/>
                          <a:pt x="1940" y="14966"/>
                          <a:pt x="1585" y="13636"/>
                        </a:cubicBezTo>
                        <a:cubicBezTo>
                          <a:pt x="698" y="11153"/>
                          <a:pt x="-720" y="3972"/>
                          <a:pt x="432" y="913"/>
                        </a:cubicBezTo>
                        <a:cubicBezTo>
                          <a:pt x="1452" y="-2323"/>
                          <a:pt x="2782" y="3927"/>
                          <a:pt x="3580" y="5967"/>
                        </a:cubicBezTo>
                        <a:cubicBezTo>
                          <a:pt x="3934" y="6942"/>
                          <a:pt x="4688" y="9070"/>
                          <a:pt x="5663" y="11419"/>
                        </a:cubicBezTo>
                        <a:cubicBezTo>
                          <a:pt x="6594" y="13769"/>
                          <a:pt x="7791" y="16074"/>
                          <a:pt x="7348" y="1851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51" name="Forme libre : forme 22450">
                    <a:extLst>
                      <a:ext uri="{FF2B5EF4-FFF2-40B4-BE49-F238E27FC236}">
                        <a16:creationId xmlns:a16="http://schemas.microsoft.com/office/drawing/2014/main" id="{CEFC9660-9A16-4F62-8E5C-6EB5F49A3B23}"/>
                      </a:ext>
                    </a:extLst>
                  </p:cNvPr>
                  <p:cNvSpPr/>
                  <p:nvPr/>
                </p:nvSpPr>
                <p:spPr>
                  <a:xfrm>
                    <a:off x="7807794" y="912135"/>
                    <a:ext cx="3934" cy="5377"/>
                  </a:xfrm>
                  <a:custGeom>
                    <a:avLst/>
                    <a:gdLst>
                      <a:gd name="connsiteX0" fmla="*/ 3903 w 3934"/>
                      <a:gd name="connsiteY0" fmla="*/ 2811 h 5377"/>
                      <a:gd name="connsiteX1" fmla="*/ 1996 w 3934"/>
                      <a:gd name="connsiteY1" fmla="*/ 5294 h 5377"/>
                      <a:gd name="connsiteX2" fmla="*/ 2 w 3934"/>
                      <a:gd name="connsiteY2" fmla="*/ 1659 h 5377"/>
                      <a:gd name="connsiteX3" fmla="*/ 1553 w 3934"/>
                      <a:gd name="connsiteY3" fmla="*/ 196 h 5377"/>
                      <a:gd name="connsiteX4" fmla="*/ 3903 w 3934"/>
                      <a:gd name="connsiteY4" fmla="*/ 2811 h 5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34" h="5377">
                        <a:moveTo>
                          <a:pt x="3903" y="2811"/>
                        </a:moveTo>
                        <a:cubicBezTo>
                          <a:pt x="4169" y="4895"/>
                          <a:pt x="2706" y="5648"/>
                          <a:pt x="1996" y="5294"/>
                        </a:cubicBezTo>
                        <a:cubicBezTo>
                          <a:pt x="1243" y="5116"/>
                          <a:pt x="46" y="3786"/>
                          <a:pt x="2" y="1659"/>
                        </a:cubicBezTo>
                        <a:cubicBezTo>
                          <a:pt x="-43" y="-469"/>
                          <a:pt x="888" y="-26"/>
                          <a:pt x="1553" y="196"/>
                        </a:cubicBezTo>
                        <a:cubicBezTo>
                          <a:pt x="2174" y="550"/>
                          <a:pt x="3637" y="816"/>
                          <a:pt x="3903" y="28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52" name="Forme libre : forme 22451">
                    <a:extLst>
                      <a:ext uri="{FF2B5EF4-FFF2-40B4-BE49-F238E27FC236}">
                        <a16:creationId xmlns:a16="http://schemas.microsoft.com/office/drawing/2014/main" id="{76454A37-1603-45F1-8248-E33654FEC8A9}"/>
                      </a:ext>
                    </a:extLst>
                  </p:cNvPr>
                  <p:cNvSpPr/>
                  <p:nvPr/>
                </p:nvSpPr>
                <p:spPr>
                  <a:xfrm>
                    <a:off x="7805977" y="870143"/>
                    <a:ext cx="13731" cy="36949"/>
                  </a:xfrm>
                  <a:custGeom>
                    <a:avLst/>
                    <a:gdLst>
                      <a:gd name="connsiteX0" fmla="*/ 7492 w 13731"/>
                      <a:gd name="connsiteY0" fmla="*/ 17629 h 36949"/>
                      <a:gd name="connsiteX1" fmla="*/ 12768 w 13731"/>
                      <a:gd name="connsiteY1" fmla="*/ 26894 h 36949"/>
                      <a:gd name="connsiteX2" fmla="*/ 13699 w 13731"/>
                      <a:gd name="connsiteY2" fmla="*/ 30751 h 36949"/>
                      <a:gd name="connsiteX3" fmla="*/ 13433 w 13731"/>
                      <a:gd name="connsiteY3" fmla="*/ 34785 h 36949"/>
                      <a:gd name="connsiteX4" fmla="*/ 11615 w 13731"/>
                      <a:gd name="connsiteY4" fmla="*/ 36868 h 36949"/>
                      <a:gd name="connsiteX5" fmla="*/ 7271 w 13731"/>
                      <a:gd name="connsiteY5" fmla="*/ 32834 h 36949"/>
                      <a:gd name="connsiteX6" fmla="*/ 4389 w 13731"/>
                      <a:gd name="connsiteY6" fmla="*/ 29554 h 36949"/>
                      <a:gd name="connsiteX7" fmla="*/ 1951 w 13731"/>
                      <a:gd name="connsiteY7" fmla="*/ 25032 h 36949"/>
                      <a:gd name="connsiteX8" fmla="*/ 311 w 13731"/>
                      <a:gd name="connsiteY8" fmla="*/ 17673 h 36949"/>
                      <a:gd name="connsiteX9" fmla="*/ 976 w 13731"/>
                      <a:gd name="connsiteY9" fmla="*/ 4019 h 36949"/>
                      <a:gd name="connsiteX10" fmla="*/ 2527 w 13731"/>
                      <a:gd name="connsiteY10" fmla="*/ 472 h 36949"/>
                      <a:gd name="connsiteX11" fmla="*/ 3237 w 13731"/>
                      <a:gd name="connsiteY11" fmla="*/ 3310 h 36949"/>
                      <a:gd name="connsiteX12" fmla="*/ 4345 w 13731"/>
                      <a:gd name="connsiteY12" fmla="*/ 6413 h 36949"/>
                      <a:gd name="connsiteX13" fmla="*/ 4921 w 13731"/>
                      <a:gd name="connsiteY13" fmla="*/ 8585 h 36949"/>
                      <a:gd name="connsiteX14" fmla="*/ 7492 w 13731"/>
                      <a:gd name="connsiteY14" fmla="*/ 17629 h 36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3731" h="36949">
                        <a:moveTo>
                          <a:pt x="7492" y="17629"/>
                        </a:moveTo>
                        <a:cubicBezTo>
                          <a:pt x="9132" y="20998"/>
                          <a:pt x="10462" y="22416"/>
                          <a:pt x="12768" y="26894"/>
                        </a:cubicBezTo>
                        <a:cubicBezTo>
                          <a:pt x="13167" y="27603"/>
                          <a:pt x="13610" y="29421"/>
                          <a:pt x="13699" y="30751"/>
                        </a:cubicBezTo>
                        <a:cubicBezTo>
                          <a:pt x="13787" y="32169"/>
                          <a:pt x="13699" y="33676"/>
                          <a:pt x="13433" y="34785"/>
                        </a:cubicBezTo>
                        <a:cubicBezTo>
                          <a:pt x="12856" y="36824"/>
                          <a:pt x="12280" y="37134"/>
                          <a:pt x="11615" y="36868"/>
                        </a:cubicBezTo>
                        <a:cubicBezTo>
                          <a:pt x="10019" y="35450"/>
                          <a:pt x="8734" y="34253"/>
                          <a:pt x="7271" y="32834"/>
                        </a:cubicBezTo>
                        <a:cubicBezTo>
                          <a:pt x="6561" y="32036"/>
                          <a:pt x="5719" y="31504"/>
                          <a:pt x="4389" y="29554"/>
                        </a:cubicBezTo>
                        <a:cubicBezTo>
                          <a:pt x="3813" y="28711"/>
                          <a:pt x="2660" y="27248"/>
                          <a:pt x="1951" y="25032"/>
                        </a:cubicBezTo>
                        <a:cubicBezTo>
                          <a:pt x="1153" y="22860"/>
                          <a:pt x="621" y="20244"/>
                          <a:pt x="311" y="17673"/>
                        </a:cubicBezTo>
                        <a:cubicBezTo>
                          <a:pt x="-310" y="12442"/>
                          <a:pt x="45" y="7876"/>
                          <a:pt x="976" y="4019"/>
                        </a:cubicBezTo>
                        <a:cubicBezTo>
                          <a:pt x="1951" y="73"/>
                          <a:pt x="2261" y="-636"/>
                          <a:pt x="2527" y="472"/>
                        </a:cubicBezTo>
                        <a:cubicBezTo>
                          <a:pt x="2705" y="1049"/>
                          <a:pt x="2882" y="2113"/>
                          <a:pt x="3237" y="3310"/>
                        </a:cubicBezTo>
                        <a:cubicBezTo>
                          <a:pt x="3591" y="4507"/>
                          <a:pt x="4123" y="5615"/>
                          <a:pt x="4345" y="6413"/>
                        </a:cubicBezTo>
                        <a:cubicBezTo>
                          <a:pt x="4566" y="7078"/>
                          <a:pt x="4744" y="7787"/>
                          <a:pt x="4921" y="8585"/>
                        </a:cubicBezTo>
                        <a:cubicBezTo>
                          <a:pt x="5675" y="11644"/>
                          <a:pt x="6517" y="15501"/>
                          <a:pt x="7492" y="1762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15" name="Graphique 2">
                  <a:extLst>
                    <a:ext uri="{FF2B5EF4-FFF2-40B4-BE49-F238E27FC236}">
                      <a16:creationId xmlns:a16="http://schemas.microsoft.com/office/drawing/2014/main" id="{1BF0A81D-4535-4387-B9A1-94F0881C0375}"/>
                    </a:ext>
                  </a:extLst>
                </p:cNvPr>
                <p:cNvGrpSpPr/>
                <p:nvPr/>
              </p:nvGrpSpPr>
              <p:grpSpPr>
                <a:xfrm>
                  <a:off x="7809879" y="801282"/>
                  <a:ext cx="42934" cy="100031"/>
                  <a:chOff x="7809879" y="801282"/>
                  <a:chExt cx="42934" cy="100031"/>
                </a:xfrm>
                <a:solidFill>
                  <a:schemeClr val="accent1"/>
                </a:solidFill>
              </p:grpSpPr>
              <p:sp>
                <p:nvSpPr>
                  <p:cNvPr id="22429" name="Forme libre : forme 22428">
                    <a:extLst>
                      <a:ext uri="{FF2B5EF4-FFF2-40B4-BE49-F238E27FC236}">
                        <a16:creationId xmlns:a16="http://schemas.microsoft.com/office/drawing/2014/main" id="{E4CC1329-A9D5-4755-BBA9-EC26D775F90F}"/>
                      </a:ext>
                    </a:extLst>
                  </p:cNvPr>
                  <p:cNvSpPr/>
                  <p:nvPr/>
                </p:nvSpPr>
                <p:spPr>
                  <a:xfrm>
                    <a:off x="7809879" y="801282"/>
                    <a:ext cx="42934" cy="100031"/>
                  </a:xfrm>
                  <a:custGeom>
                    <a:avLst/>
                    <a:gdLst>
                      <a:gd name="connsiteX0" fmla="*/ 41184 w 42934"/>
                      <a:gd name="connsiteY0" fmla="*/ 35332 h 100031"/>
                      <a:gd name="connsiteX1" fmla="*/ 39676 w 42934"/>
                      <a:gd name="connsiteY1" fmla="*/ 41716 h 100031"/>
                      <a:gd name="connsiteX2" fmla="*/ 37992 w 42934"/>
                      <a:gd name="connsiteY2" fmla="*/ 49562 h 100031"/>
                      <a:gd name="connsiteX3" fmla="*/ 34534 w 42934"/>
                      <a:gd name="connsiteY3" fmla="*/ 65477 h 100031"/>
                      <a:gd name="connsiteX4" fmla="*/ 32362 w 42934"/>
                      <a:gd name="connsiteY4" fmla="*/ 73856 h 100031"/>
                      <a:gd name="connsiteX5" fmla="*/ 29791 w 42934"/>
                      <a:gd name="connsiteY5" fmla="*/ 82456 h 100031"/>
                      <a:gd name="connsiteX6" fmla="*/ 24471 w 42934"/>
                      <a:gd name="connsiteY6" fmla="*/ 94425 h 100031"/>
                      <a:gd name="connsiteX7" fmla="*/ 13698 w 42934"/>
                      <a:gd name="connsiteY7" fmla="*/ 99124 h 100031"/>
                      <a:gd name="connsiteX8" fmla="*/ 10240 w 42934"/>
                      <a:gd name="connsiteY8" fmla="*/ 92519 h 100031"/>
                      <a:gd name="connsiteX9" fmla="*/ 7448 w 42934"/>
                      <a:gd name="connsiteY9" fmla="*/ 81702 h 100031"/>
                      <a:gd name="connsiteX10" fmla="*/ 2660 w 42934"/>
                      <a:gd name="connsiteY10" fmla="*/ 64502 h 100031"/>
                      <a:gd name="connsiteX11" fmla="*/ 842 w 42934"/>
                      <a:gd name="connsiteY11" fmla="*/ 61310 h 100031"/>
                      <a:gd name="connsiteX12" fmla="*/ 222 w 42934"/>
                      <a:gd name="connsiteY12" fmla="*/ 60601 h 100031"/>
                      <a:gd name="connsiteX13" fmla="*/ 0 w 42934"/>
                      <a:gd name="connsiteY13" fmla="*/ 60290 h 100031"/>
                      <a:gd name="connsiteX14" fmla="*/ 310 w 42934"/>
                      <a:gd name="connsiteY14" fmla="*/ 57808 h 100031"/>
                      <a:gd name="connsiteX15" fmla="*/ 3014 w 42934"/>
                      <a:gd name="connsiteY15" fmla="*/ 42780 h 100031"/>
                      <a:gd name="connsiteX16" fmla="*/ 5054 w 42934"/>
                      <a:gd name="connsiteY16" fmla="*/ 33958 h 100031"/>
                      <a:gd name="connsiteX17" fmla="*/ 7270 w 42934"/>
                      <a:gd name="connsiteY17" fmla="*/ 26599 h 100031"/>
                      <a:gd name="connsiteX18" fmla="*/ 27530 w 42934"/>
                      <a:gd name="connsiteY18" fmla="*/ 1640 h 100031"/>
                      <a:gd name="connsiteX19" fmla="*/ 37327 w 42934"/>
                      <a:gd name="connsiteY19" fmla="*/ 2084 h 100031"/>
                      <a:gd name="connsiteX20" fmla="*/ 41184 w 42934"/>
                      <a:gd name="connsiteY20" fmla="*/ 35332 h 100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2934" h="100031">
                        <a:moveTo>
                          <a:pt x="41184" y="35332"/>
                        </a:moveTo>
                        <a:cubicBezTo>
                          <a:pt x="40785" y="37061"/>
                          <a:pt x="40253" y="39277"/>
                          <a:pt x="39676" y="41716"/>
                        </a:cubicBezTo>
                        <a:cubicBezTo>
                          <a:pt x="39100" y="44242"/>
                          <a:pt x="38657" y="46415"/>
                          <a:pt x="37992" y="49562"/>
                        </a:cubicBezTo>
                        <a:cubicBezTo>
                          <a:pt x="36795" y="55503"/>
                          <a:pt x="35509" y="61576"/>
                          <a:pt x="34534" y="65477"/>
                        </a:cubicBezTo>
                        <a:cubicBezTo>
                          <a:pt x="33780" y="68403"/>
                          <a:pt x="33071" y="71151"/>
                          <a:pt x="32362" y="73856"/>
                        </a:cubicBezTo>
                        <a:cubicBezTo>
                          <a:pt x="31519" y="77003"/>
                          <a:pt x="30633" y="79885"/>
                          <a:pt x="29791" y="82456"/>
                        </a:cubicBezTo>
                        <a:cubicBezTo>
                          <a:pt x="28062" y="87598"/>
                          <a:pt x="26244" y="91588"/>
                          <a:pt x="24471" y="94425"/>
                        </a:cubicBezTo>
                        <a:cubicBezTo>
                          <a:pt x="20880" y="100144"/>
                          <a:pt x="17112" y="101030"/>
                          <a:pt x="13698" y="99124"/>
                        </a:cubicBezTo>
                        <a:cubicBezTo>
                          <a:pt x="12501" y="98415"/>
                          <a:pt x="11393" y="96110"/>
                          <a:pt x="10240" y="92519"/>
                        </a:cubicBezTo>
                        <a:cubicBezTo>
                          <a:pt x="9044" y="88839"/>
                          <a:pt x="8024" y="84717"/>
                          <a:pt x="7448" y="81702"/>
                        </a:cubicBezTo>
                        <a:cubicBezTo>
                          <a:pt x="5763" y="73013"/>
                          <a:pt x="4079" y="67649"/>
                          <a:pt x="2660" y="64502"/>
                        </a:cubicBezTo>
                        <a:cubicBezTo>
                          <a:pt x="1951" y="62950"/>
                          <a:pt x="1330" y="61931"/>
                          <a:pt x="842" y="61310"/>
                        </a:cubicBezTo>
                        <a:cubicBezTo>
                          <a:pt x="576" y="61000"/>
                          <a:pt x="355" y="60822"/>
                          <a:pt x="222" y="60601"/>
                        </a:cubicBezTo>
                        <a:lnTo>
                          <a:pt x="0" y="60290"/>
                        </a:lnTo>
                        <a:cubicBezTo>
                          <a:pt x="44" y="59670"/>
                          <a:pt x="177" y="58650"/>
                          <a:pt x="310" y="57808"/>
                        </a:cubicBezTo>
                        <a:cubicBezTo>
                          <a:pt x="842" y="54040"/>
                          <a:pt x="1862" y="48454"/>
                          <a:pt x="3014" y="42780"/>
                        </a:cubicBezTo>
                        <a:cubicBezTo>
                          <a:pt x="3546" y="40120"/>
                          <a:pt x="4300" y="36795"/>
                          <a:pt x="5054" y="33958"/>
                        </a:cubicBezTo>
                        <a:cubicBezTo>
                          <a:pt x="5807" y="31076"/>
                          <a:pt x="6605" y="28594"/>
                          <a:pt x="7270" y="26599"/>
                        </a:cubicBezTo>
                        <a:cubicBezTo>
                          <a:pt x="12413" y="11837"/>
                          <a:pt x="19328" y="7669"/>
                          <a:pt x="27530" y="1640"/>
                        </a:cubicBezTo>
                        <a:cubicBezTo>
                          <a:pt x="30367" y="-355"/>
                          <a:pt x="35288" y="-886"/>
                          <a:pt x="37327" y="2084"/>
                        </a:cubicBezTo>
                        <a:cubicBezTo>
                          <a:pt x="43267" y="10640"/>
                          <a:pt x="44375" y="22166"/>
                          <a:pt x="41184" y="3533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30" name="Forme libre : forme 22429">
                    <a:extLst>
                      <a:ext uri="{FF2B5EF4-FFF2-40B4-BE49-F238E27FC236}">
                        <a16:creationId xmlns:a16="http://schemas.microsoft.com/office/drawing/2014/main" id="{884F3F1B-1B5A-4095-B131-C12DC43F8E62}"/>
                      </a:ext>
                    </a:extLst>
                  </p:cNvPr>
                  <p:cNvSpPr/>
                  <p:nvPr/>
                </p:nvSpPr>
                <p:spPr>
                  <a:xfrm>
                    <a:off x="7820740" y="803321"/>
                    <a:ext cx="31962" cy="97932"/>
                  </a:xfrm>
                  <a:custGeom>
                    <a:avLst/>
                    <a:gdLst>
                      <a:gd name="connsiteX0" fmla="*/ 12324 w 31962"/>
                      <a:gd name="connsiteY0" fmla="*/ 56123 h 97932"/>
                      <a:gd name="connsiteX1" fmla="*/ 10506 w 31962"/>
                      <a:gd name="connsiteY1" fmla="*/ 66895 h 97932"/>
                      <a:gd name="connsiteX2" fmla="*/ 7581 w 31962"/>
                      <a:gd name="connsiteY2" fmla="*/ 79131 h 97932"/>
                      <a:gd name="connsiteX3" fmla="*/ 0 w 31962"/>
                      <a:gd name="connsiteY3" fmla="*/ 92253 h 97932"/>
                      <a:gd name="connsiteX4" fmla="*/ 2793 w 31962"/>
                      <a:gd name="connsiteY4" fmla="*/ 97040 h 97932"/>
                      <a:gd name="connsiteX5" fmla="*/ 6428 w 31962"/>
                      <a:gd name="connsiteY5" fmla="*/ 97927 h 97932"/>
                      <a:gd name="connsiteX6" fmla="*/ 17245 w 31962"/>
                      <a:gd name="connsiteY6" fmla="*/ 84805 h 97932"/>
                      <a:gd name="connsiteX7" fmla="*/ 20658 w 31962"/>
                      <a:gd name="connsiteY7" fmla="*/ 74653 h 97932"/>
                      <a:gd name="connsiteX8" fmla="*/ 22299 w 31962"/>
                      <a:gd name="connsiteY8" fmla="*/ 68580 h 97932"/>
                      <a:gd name="connsiteX9" fmla="*/ 23584 w 31962"/>
                      <a:gd name="connsiteY9" fmla="*/ 63482 h 97932"/>
                      <a:gd name="connsiteX10" fmla="*/ 24781 w 31962"/>
                      <a:gd name="connsiteY10" fmla="*/ 58384 h 97932"/>
                      <a:gd name="connsiteX11" fmla="*/ 27352 w 31962"/>
                      <a:gd name="connsiteY11" fmla="*/ 45971 h 97932"/>
                      <a:gd name="connsiteX12" fmla="*/ 29702 w 31962"/>
                      <a:gd name="connsiteY12" fmla="*/ 35509 h 97932"/>
                      <a:gd name="connsiteX13" fmla="*/ 30234 w 31962"/>
                      <a:gd name="connsiteY13" fmla="*/ 33337 h 97932"/>
                      <a:gd name="connsiteX14" fmla="*/ 31963 w 31962"/>
                      <a:gd name="connsiteY14" fmla="*/ 19993 h 97932"/>
                      <a:gd name="connsiteX15" fmla="*/ 28771 w 31962"/>
                      <a:gd name="connsiteY15" fmla="*/ 4389 h 97932"/>
                      <a:gd name="connsiteX16" fmla="*/ 26333 w 31962"/>
                      <a:gd name="connsiteY16" fmla="*/ 133 h 97932"/>
                      <a:gd name="connsiteX17" fmla="*/ 26199 w 31962"/>
                      <a:gd name="connsiteY17" fmla="*/ 0 h 97932"/>
                      <a:gd name="connsiteX18" fmla="*/ 17998 w 31962"/>
                      <a:gd name="connsiteY18" fmla="*/ 28372 h 97932"/>
                      <a:gd name="connsiteX19" fmla="*/ 14541 w 31962"/>
                      <a:gd name="connsiteY19" fmla="*/ 42070 h 97932"/>
                      <a:gd name="connsiteX20" fmla="*/ 12324 w 31962"/>
                      <a:gd name="connsiteY20" fmla="*/ 56123 h 97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1962" h="97932">
                        <a:moveTo>
                          <a:pt x="12324" y="56123"/>
                        </a:moveTo>
                        <a:cubicBezTo>
                          <a:pt x="11836" y="59492"/>
                          <a:pt x="11437" y="62241"/>
                          <a:pt x="10506" y="66895"/>
                        </a:cubicBezTo>
                        <a:cubicBezTo>
                          <a:pt x="9664" y="71151"/>
                          <a:pt x="8689" y="75363"/>
                          <a:pt x="7581" y="79131"/>
                        </a:cubicBezTo>
                        <a:cubicBezTo>
                          <a:pt x="5409" y="86711"/>
                          <a:pt x="2616" y="91765"/>
                          <a:pt x="0" y="92253"/>
                        </a:cubicBezTo>
                        <a:cubicBezTo>
                          <a:pt x="887" y="94647"/>
                          <a:pt x="1862" y="96508"/>
                          <a:pt x="2793" y="97040"/>
                        </a:cubicBezTo>
                        <a:cubicBezTo>
                          <a:pt x="3990" y="97750"/>
                          <a:pt x="5187" y="97971"/>
                          <a:pt x="6428" y="97927"/>
                        </a:cubicBezTo>
                        <a:cubicBezTo>
                          <a:pt x="9974" y="97661"/>
                          <a:pt x="13698" y="93716"/>
                          <a:pt x="17245" y="84805"/>
                        </a:cubicBezTo>
                        <a:cubicBezTo>
                          <a:pt x="18397" y="81924"/>
                          <a:pt x="19550" y="78554"/>
                          <a:pt x="20658" y="74653"/>
                        </a:cubicBezTo>
                        <a:cubicBezTo>
                          <a:pt x="21190" y="72658"/>
                          <a:pt x="21766" y="70619"/>
                          <a:pt x="22299" y="68580"/>
                        </a:cubicBezTo>
                        <a:cubicBezTo>
                          <a:pt x="22742" y="66940"/>
                          <a:pt x="23141" y="65211"/>
                          <a:pt x="23584" y="63482"/>
                        </a:cubicBezTo>
                        <a:cubicBezTo>
                          <a:pt x="23939" y="62019"/>
                          <a:pt x="24338" y="60290"/>
                          <a:pt x="24781" y="58384"/>
                        </a:cubicBezTo>
                        <a:cubicBezTo>
                          <a:pt x="25535" y="54660"/>
                          <a:pt x="26466" y="50227"/>
                          <a:pt x="27352" y="45971"/>
                        </a:cubicBezTo>
                        <a:cubicBezTo>
                          <a:pt x="28106" y="42070"/>
                          <a:pt x="28948" y="38524"/>
                          <a:pt x="29702" y="35509"/>
                        </a:cubicBezTo>
                        <a:cubicBezTo>
                          <a:pt x="29879" y="34711"/>
                          <a:pt x="30057" y="34002"/>
                          <a:pt x="30234" y="33337"/>
                        </a:cubicBezTo>
                        <a:cubicBezTo>
                          <a:pt x="31298" y="28638"/>
                          <a:pt x="31918" y="24205"/>
                          <a:pt x="31963" y="19993"/>
                        </a:cubicBezTo>
                        <a:cubicBezTo>
                          <a:pt x="31963" y="14230"/>
                          <a:pt x="30810" y="8999"/>
                          <a:pt x="28771" y="4389"/>
                        </a:cubicBezTo>
                        <a:cubicBezTo>
                          <a:pt x="28062" y="2881"/>
                          <a:pt x="27264" y="1507"/>
                          <a:pt x="26333" y="133"/>
                        </a:cubicBezTo>
                        <a:lnTo>
                          <a:pt x="26199" y="0"/>
                        </a:lnTo>
                        <a:cubicBezTo>
                          <a:pt x="24338" y="9886"/>
                          <a:pt x="20791" y="19195"/>
                          <a:pt x="17998" y="28372"/>
                        </a:cubicBezTo>
                        <a:cubicBezTo>
                          <a:pt x="16624" y="32938"/>
                          <a:pt x="15383" y="37504"/>
                          <a:pt x="14541" y="42070"/>
                        </a:cubicBezTo>
                        <a:cubicBezTo>
                          <a:pt x="13742" y="46725"/>
                          <a:pt x="12989" y="51468"/>
                          <a:pt x="12324" y="5612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31" name="Forme libre : forme 22430">
                    <a:extLst>
                      <a:ext uri="{FF2B5EF4-FFF2-40B4-BE49-F238E27FC236}">
                        <a16:creationId xmlns:a16="http://schemas.microsoft.com/office/drawing/2014/main" id="{859FB242-72A6-46B8-9090-6ADD1531EA31}"/>
                      </a:ext>
                    </a:extLst>
                  </p:cNvPr>
                  <p:cNvSpPr/>
                  <p:nvPr/>
                </p:nvSpPr>
                <p:spPr>
                  <a:xfrm>
                    <a:off x="7824780" y="819254"/>
                    <a:ext cx="16206" cy="43330"/>
                  </a:xfrm>
                  <a:custGeom>
                    <a:avLst/>
                    <a:gdLst>
                      <a:gd name="connsiteX0" fmla="*/ 14180 w 16206"/>
                      <a:gd name="connsiteY0" fmla="*/ 71 h 43330"/>
                      <a:gd name="connsiteX1" fmla="*/ 13293 w 16206"/>
                      <a:gd name="connsiteY1" fmla="*/ 23699 h 43330"/>
                      <a:gd name="connsiteX2" fmla="*/ 2964 w 16206"/>
                      <a:gd name="connsiteY2" fmla="*/ 43293 h 43330"/>
                      <a:gd name="connsiteX3" fmla="*/ 2033 w 16206"/>
                      <a:gd name="connsiteY3" fmla="*/ 21172 h 43330"/>
                      <a:gd name="connsiteX4" fmla="*/ 14180 w 16206"/>
                      <a:gd name="connsiteY4" fmla="*/ 71 h 43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06" h="43330">
                        <a:moveTo>
                          <a:pt x="14180" y="71"/>
                        </a:moveTo>
                        <a:cubicBezTo>
                          <a:pt x="18746" y="1356"/>
                          <a:pt x="14313" y="18335"/>
                          <a:pt x="13293" y="23699"/>
                        </a:cubicBezTo>
                        <a:cubicBezTo>
                          <a:pt x="12097" y="29107"/>
                          <a:pt x="8018" y="44180"/>
                          <a:pt x="2964" y="43293"/>
                        </a:cubicBezTo>
                        <a:cubicBezTo>
                          <a:pt x="-2089" y="42451"/>
                          <a:pt x="526" y="26802"/>
                          <a:pt x="2033" y="21172"/>
                        </a:cubicBezTo>
                        <a:cubicBezTo>
                          <a:pt x="3363" y="15409"/>
                          <a:pt x="9702" y="-1215"/>
                          <a:pt x="14180" y="7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32" name="Forme libre : forme 22431">
                    <a:extLst>
                      <a:ext uri="{FF2B5EF4-FFF2-40B4-BE49-F238E27FC236}">
                        <a16:creationId xmlns:a16="http://schemas.microsoft.com/office/drawing/2014/main" id="{895D8472-3E2E-457F-ADCA-5D3527B33490}"/>
                      </a:ext>
                    </a:extLst>
                  </p:cNvPr>
                  <p:cNvSpPr/>
                  <p:nvPr/>
                </p:nvSpPr>
                <p:spPr>
                  <a:xfrm>
                    <a:off x="7825040" y="833643"/>
                    <a:ext cx="14762" cy="29143"/>
                  </a:xfrm>
                  <a:custGeom>
                    <a:avLst/>
                    <a:gdLst>
                      <a:gd name="connsiteX0" fmla="*/ 0 w 14762"/>
                      <a:gd name="connsiteY0" fmla="*/ 18796 h 29143"/>
                      <a:gd name="connsiteX1" fmla="*/ 2704 w 14762"/>
                      <a:gd name="connsiteY1" fmla="*/ 29125 h 29143"/>
                      <a:gd name="connsiteX2" fmla="*/ 13122 w 14762"/>
                      <a:gd name="connsiteY2" fmla="*/ 9043 h 29143"/>
                      <a:gd name="connsiteX3" fmla="*/ 14762 w 14762"/>
                      <a:gd name="connsiteY3" fmla="*/ 0 h 29143"/>
                      <a:gd name="connsiteX4" fmla="*/ 13077 w 14762"/>
                      <a:gd name="connsiteY4" fmla="*/ 4699 h 29143"/>
                      <a:gd name="connsiteX5" fmla="*/ 0 w 14762"/>
                      <a:gd name="connsiteY5" fmla="*/ 18796 h 29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762" h="29143">
                        <a:moveTo>
                          <a:pt x="0" y="18796"/>
                        </a:moveTo>
                        <a:cubicBezTo>
                          <a:pt x="310" y="21722"/>
                          <a:pt x="-621" y="29569"/>
                          <a:pt x="2704" y="29125"/>
                        </a:cubicBezTo>
                        <a:cubicBezTo>
                          <a:pt x="8068" y="28505"/>
                          <a:pt x="11526" y="15915"/>
                          <a:pt x="13122" y="9043"/>
                        </a:cubicBezTo>
                        <a:cubicBezTo>
                          <a:pt x="13609" y="7049"/>
                          <a:pt x="14452" y="2394"/>
                          <a:pt x="14762" y="0"/>
                        </a:cubicBezTo>
                        <a:cubicBezTo>
                          <a:pt x="14319" y="1330"/>
                          <a:pt x="13698" y="3502"/>
                          <a:pt x="13077" y="4699"/>
                        </a:cubicBezTo>
                        <a:cubicBezTo>
                          <a:pt x="9664" y="11127"/>
                          <a:pt x="5630" y="19506"/>
                          <a:pt x="0" y="1879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33" name="Forme libre : forme 22432">
                    <a:extLst>
                      <a:ext uri="{FF2B5EF4-FFF2-40B4-BE49-F238E27FC236}">
                        <a16:creationId xmlns:a16="http://schemas.microsoft.com/office/drawing/2014/main" id="{48698A92-351C-4C18-A0AB-B5E4C33ED78B}"/>
                      </a:ext>
                    </a:extLst>
                  </p:cNvPr>
                  <p:cNvSpPr/>
                  <p:nvPr/>
                </p:nvSpPr>
                <p:spPr>
                  <a:xfrm>
                    <a:off x="7826548" y="817106"/>
                    <a:ext cx="16133" cy="43456"/>
                  </a:xfrm>
                  <a:custGeom>
                    <a:avLst/>
                    <a:gdLst>
                      <a:gd name="connsiteX0" fmla="*/ 14274 w 16133"/>
                      <a:gd name="connsiteY0" fmla="*/ 268 h 43456"/>
                      <a:gd name="connsiteX1" fmla="*/ 13388 w 16133"/>
                      <a:gd name="connsiteY1" fmla="*/ 24251 h 43456"/>
                      <a:gd name="connsiteX2" fmla="*/ 11969 w 16133"/>
                      <a:gd name="connsiteY2" fmla="*/ 29659 h 43456"/>
                      <a:gd name="connsiteX3" fmla="*/ 9664 w 16133"/>
                      <a:gd name="connsiteY3" fmla="*/ 36176 h 43456"/>
                      <a:gd name="connsiteX4" fmla="*/ 2970 w 16133"/>
                      <a:gd name="connsiteY4" fmla="*/ 43446 h 43456"/>
                      <a:gd name="connsiteX5" fmla="*/ 2127 w 16133"/>
                      <a:gd name="connsiteY5" fmla="*/ 21458 h 43456"/>
                      <a:gd name="connsiteX6" fmla="*/ 14274 w 16133"/>
                      <a:gd name="connsiteY6" fmla="*/ 268 h 4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133" h="43456">
                        <a:moveTo>
                          <a:pt x="14274" y="268"/>
                        </a:moveTo>
                        <a:cubicBezTo>
                          <a:pt x="18441" y="3061"/>
                          <a:pt x="14451" y="18488"/>
                          <a:pt x="13388" y="24251"/>
                        </a:cubicBezTo>
                        <a:cubicBezTo>
                          <a:pt x="13033" y="25758"/>
                          <a:pt x="12590" y="27576"/>
                          <a:pt x="11969" y="29659"/>
                        </a:cubicBezTo>
                        <a:cubicBezTo>
                          <a:pt x="11348" y="31832"/>
                          <a:pt x="10595" y="34092"/>
                          <a:pt x="9664" y="36176"/>
                        </a:cubicBezTo>
                        <a:cubicBezTo>
                          <a:pt x="7846" y="40343"/>
                          <a:pt x="5585" y="43668"/>
                          <a:pt x="2970" y="43446"/>
                        </a:cubicBezTo>
                        <a:cubicBezTo>
                          <a:pt x="-2217" y="42959"/>
                          <a:pt x="665" y="26689"/>
                          <a:pt x="2127" y="21458"/>
                        </a:cubicBezTo>
                        <a:cubicBezTo>
                          <a:pt x="3324" y="16094"/>
                          <a:pt x="10240" y="-2436"/>
                          <a:pt x="14274" y="26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34" name="Forme libre : forme 22433">
                    <a:extLst>
                      <a:ext uri="{FF2B5EF4-FFF2-40B4-BE49-F238E27FC236}">
                        <a16:creationId xmlns:a16="http://schemas.microsoft.com/office/drawing/2014/main" id="{3B7B50B2-6AEE-4859-8D1A-3C19A8DB21E3}"/>
                      </a:ext>
                    </a:extLst>
                  </p:cNvPr>
                  <p:cNvSpPr/>
                  <p:nvPr/>
                </p:nvSpPr>
                <p:spPr>
                  <a:xfrm>
                    <a:off x="7817502" y="830884"/>
                    <a:ext cx="28113" cy="54371"/>
                  </a:xfrm>
                  <a:custGeom>
                    <a:avLst/>
                    <a:gdLst>
                      <a:gd name="connsiteX0" fmla="*/ 6385 w 28113"/>
                      <a:gd name="connsiteY0" fmla="*/ 52942 h 54371"/>
                      <a:gd name="connsiteX1" fmla="*/ 12370 w 28113"/>
                      <a:gd name="connsiteY1" fmla="*/ 52100 h 54371"/>
                      <a:gd name="connsiteX2" fmla="*/ 19286 w 28113"/>
                      <a:gd name="connsiteY2" fmla="*/ 41283 h 54371"/>
                      <a:gd name="connsiteX3" fmla="*/ 24738 w 28113"/>
                      <a:gd name="connsiteY3" fmla="*/ 29136 h 54371"/>
                      <a:gd name="connsiteX4" fmla="*/ 27443 w 28113"/>
                      <a:gd name="connsiteY4" fmla="*/ 18320 h 54371"/>
                      <a:gd name="connsiteX5" fmla="*/ 28107 w 28113"/>
                      <a:gd name="connsiteY5" fmla="*/ 8788 h 54371"/>
                      <a:gd name="connsiteX6" fmla="*/ 23985 w 28113"/>
                      <a:gd name="connsiteY6" fmla="*/ 11 h 54371"/>
                      <a:gd name="connsiteX7" fmla="*/ 19507 w 28113"/>
                      <a:gd name="connsiteY7" fmla="*/ 5730 h 54371"/>
                      <a:gd name="connsiteX8" fmla="*/ 8956 w 28113"/>
                      <a:gd name="connsiteY8" fmla="*/ 22664 h 54371"/>
                      <a:gd name="connsiteX9" fmla="*/ 3016 w 28113"/>
                      <a:gd name="connsiteY9" fmla="*/ 30200 h 54371"/>
                      <a:gd name="connsiteX10" fmla="*/ 1686 w 28113"/>
                      <a:gd name="connsiteY10" fmla="*/ 32372 h 54371"/>
                      <a:gd name="connsiteX11" fmla="*/ 800 w 28113"/>
                      <a:gd name="connsiteY11" fmla="*/ 33702 h 54371"/>
                      <a:gd name="connsiteX12" fmla="*/ 2 w 28113"/>
                      <a:gd name="connsiteY12" fmla="*/ 36495 h 54371"/>
                      <a:gd name="connsiteX13" fmla="*/ 1952 w 28113"/>
                      <a:gd name="connsiteY13" fmla="*/ 44563 h 54371"/>
                      <a:gd name="connsiteX14" fmla="*/ 6385 w 28113"/>
                      <a:gd name="connsiteY14" fmla="*/ 52942 h 54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8113" h="54371">
                        <a:moveTo>
                          <a:pt x="6385" y="52942"/>
                        </a:moveTo>
                        <a:cubicBezTo>
                          <a:pt x="8912" y="55070"/>
                          <a:pt x="9887" y="54848"/>
                          <a:pt x="12370" y="52100"/>
                        </a:cubicBezTo>
                        <a:cubicBezTo>
                          <a:pt x="14720" y="49396"/>
                          <a:pt x="17025" y="45938"/>
                          <a:pt x="19286" y="41283"/>
                        </a:cubicBezTo>
                        <a:cubicBezTo>
                          <a:pt x="21724" y="35653"/>
                          <a:pt x="23231" y="33481"/>
                          <a:pt x="24738" y="29136"/>
                        </a:cubicBezTo>
                        <a:cubicBezTo>
                          <a:pt x="25935" y="25678"/>
                          <a:pt x="26866" y="21955"/>
                          <a:pt x="27443" y="18320"/>
                        </a:cubicBezTo>
                        <a:cubicBezTo>
                          <a:pt x="27975" y="14773"/>
                          <a:pt x="28152" y="11803"/>
                          <a:pt x="28107" y="8788"/>
                        </a:cubicBezTo>
                        <a:cubicBezTo>
                          <a:pt x="27975" y="4444"/>
                          <a:pt x="27043" y="-255"/>
                          <a:pt x="23985" y="11"/>
                        </a:cubicBezTo>
                        <a:cubicBezTo>
                          <a:pt x="22123" y="188"/>
                          <a:pt x="20970" y="3380"/>
                          <a:pt x="19507" y="5730"/>
                        </a:cubicBezTo>
                        <a:cubicBezTo>
                          <a:pt x="15961" y="11271"/>
                          <a:pt x="13345" y="17167"/>
                          <a:pt x="8956" y="22664"/>
                        </a:cubicBezTo>
                        <a:cubicBezTo>
                          <a:pt x="7095" y="25014"/>
                          <a:pt x="4878" y="27407"/>
                          <a:pt x="3016" y="30200"/>
                        </a:cubicBezTo>
                        <a:cubicBezTo>
                          <a:pt x="2573" y="30909"/>
                          <a:pt x="2129" y="31619"/>
                          <a:pt x="1686" y="32372"/>
                        </a:cubicBezTo>
                        <a:cubicBezTo>
                          <a:pt x="1332" y="32949"/>
                          <a:pt x="1021" y="33259"/>
                          <a:pt x="800" y="33702"/>
                        </a:cubicBezTo>
                        <a:cubicBezTo>
                          <a:pt x="312" y="34545"/>
                          <a:pt x="46" y="35343"/>
                          <a:pt x="2" y="36495"/>
                        </a:cubicBezTo>
                        <a:cubicBezTo>
                          <a:pt x="-43" y="38490"/>
                          <a:pt x="800" y="41283"/>
                          <a:pt x="1952" y="44563"/>
                        </a:cubicBezTo>
                        <a:cubicBezTo>
                          <a:pt x="3105" y="47800"/>
                          <a:pt x="4656" y="51390"/>
                          <a:pt x="6385" y="5294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35" name="Forme libre : forme 22434">
                    <a:extLst>
                      <a:ext uri="{FF2B5EF4-FFF2-40B4-BE49-F238E27FC236}">
                        <a16:creationId xmlns:a16="http://schemas.microsoft.com/office/drawing/2014/main" id="{816E833C-6472-4EC8-9A85-DFAF999024DE}"/>
                      </a:ext>
                    </a:extLst>
                  </p:cNvPr>
                  <p:cNvSpPr/>
                  <p:nvPr/>
                </p:nvSpPr>
                <p:spPr>
                  <a:xfrm>
                    <a:off x="7819227" y="852875"/>
                    <a:ext cx="4576" cy="17035"/>
                  </a:xfrm>
                  <a:custGeom>
                    <a:avLst/>
                    <a:gdLst>
                      <a:gd name="connsiteX0" fmla="*/ 1380 w 4576"/>
                      <a:gd name="connsiteY0" fmla="*/ 14903 h 17035"/>
                      <a:gd name="connsiteX1" fmla="*/ 2222 w 4576"/>
                      <a:gd name="connsiteY1" fmla="*/ 16765 h 17035"/>
                      <a:gd name="connsiteX2" fmla="*/ 3464 w 4576"/>
                      <a:gd name="connsiteY2" fmla="*/ 16322 h 17035"/>
                      <a:gd name="connsiteX3" fmla="*/ 4040 w 4576"/>
                      <a:gd name="connsiteY3" fmla="*/ 13662 h 17035"/>
                      <a:gd name="connsiteX4" fmla="*/ 4572 w 4576"/>
                      <a:gd name="connsiteY4" fmla="*/ 5904 h 17035"/>
                      <a:gd name="connsiteX5" fmla="*/ 4439 w 4576"/>
                      <a:gd name="connsiteY5" fmla="*/ 2890 h 17035"/>
                      <a:gd name="connsiteX6" fmla="*/ 228 w 4576"/>
                      <a:gd name="connsiteY6" fmla="*/ 3865 h 17035"/>
                      <a:gd name="connsiteX7" fmla="*/ 139 w 4576"/>
                      <a:gd name="connsiteY7" fmla="*/ 10381 h 17035"/>
                      <a:gd name="connsiteX8" fmla="*/ 1380 w 4576"/>
                      <a:gd name="connsiteY8" fmla="*/ 14903 h 17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76" h="17035">
                        <a:moveTo>
                          <a:pt x="1380" y="14903"/>
                        </a:moveTo>
                        <a:cubicBezTo>
                          <a:pt x="1602" y="15657"/>
                          <a:pt x="1779" y="16233"/>
                          <a:pt x="2222" y="16765"/>
                        </a:cubicBezTo>
                        <a:cubicBezTo>
                          <a:pt x="2666" y="17297"/>
                          <a:pt x="3153" y="16987"/>
                          <a:pt x="3464" y="16322"/>
                        </a:cubicBezTo>
                        <a:cubicBezTo>
                          <a:pt x="3774" y="15657"/>
                          <a:pt x="3951" y="14549"/>
                          <a:pt x="4040" y="13662"/>
                        </a:cubicBezTo>
                        <a:cubicBezTo>
                          <a:pt x="4217" y="11623"/>
                          <a:pt x="4528" y="8431"/>
                          <a:pt x="4572" y="5904"/>
                        </a:cubicBezTo>
                        <a:cubicBezTo>
                          <a:pt x="4572" y="4840"/>
                          <a:pt x="4616" y="3820"/>
                          <a:pt x="4439" y="2890"/>
                        </a:cubicBezTo>
                        <a:cubicBezTo>
                          <a:pt x="3597" y="-879"/>
                          <a:pt x="1026" y="-1366"/>
                          <a:pt x="228" y="3865"/>
                        </a:cubicBezTo>
                        <a:cubicBezTo>
                          <a:pt x="-83" y="5904"/>
                          <a:pt x="-38" y="8165"/>
                          <a:pt x="139" y="10381"/>
                        </a:cubicBezTo>
                        <a:cubicBezTo>
                          <a:pt x="449" y="11933"/>
                          <a:pt x="937" y="13352"/>
                          <a:pt x="1380" y="1490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36" name="Forme libre : forme 22435">
                    <a:extLst>
                      <a:ext uri="{FF2B5EF4-FFF2-40B4-BE49-F238E27FC236}">
                        <a16:creationId xmlns:a16="http://schemas.microsoft.com/office/drawing/2014/main" id="{64583AC8-FFA5-410C-A7A9-C9D2C97E67BA}"/>
                      </a:ext>
                    </a:extLst>
                  </p:cNvPr>
                  <p:cNvSpPr/>
                  <p:nvPr/>
                </p:nvSpPr>
                <p:spPr>
                  <a:xfrm>
                    <a:off x="7845654" y="804518"/>
                    <a:ext cx="5103" cy="30898"/>
                  </a:xfrm>
                  <a:custGeom>
                    <a:avLst/>
                    <a:gdLst>
                      <a:gd name="connsiteX0" fmla="*/ 0 w 5103"/>
                      <a:gd name="connsiteY0" fmla="*/ 0 h 30898"/>
                      <a:gd name="connsiteX1" fmla="*/ 4832 w 5103"/>
                      <a:gd name="connsiteY1" fmla="*/ 14142 h 30898"/>
                      <a:gd name="connsiteX2" fmla="*/ 4965 w 5103"/>
                      <a:gd name="connsiteY2" fmla="*/ 30899 h 30898"/>
                      <a:gd name="connsiteX3" fmla="*/ 0 w 5103"/>
                      <a:gd name="connsiteY3" fmla="*/ 0 h 30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03" h="30898">
                        <a:moveTo>
                          <a:pt x="0" y="0"/>
                        </a:moveTo>
                        <a:cubicBezTo>
                          <a:pt x="2837" y="2571"/>
                          <a:pt x="4389" y="8113"/>
                          <a:pt x="4832" y="14142"/>
                        </a:cubicBezTo>
                        <a:cubicBezTo>
                          <a:pt x="5320" y="20126"/>
                          <a:pt x="5009" y="26421"/>
                          <a:pt x="4965" y="30899"/>
                        </a:cubicBezTo>
                        <a:cubicBezTo>
                          <a:pt x="5187" y="21102"/>
                          <a:pt x="3635" y="820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37" name="Forme libre : forme 22436">
                    <a:extLst>
                      <a:ext uri="{FF2B5EF4-FFF2-40B4-BE49-F238E27FC236}">
                        <a16:creationId xmlns:a16="http://schemas.microsoft.com/office/drawing/2014/main" id="{5D6C7865-034A-419F-88D6-E14A707F868F}"/>
                      </a:ext>
                    </a:extLst>
                  </p:cNvPr>
                  <p:cNvSpPr/>
                  <p:nvPr/>
                </p:nvSpPr>
                <p:spPr>
                  <a:xfrm>
                    <a:off x="7811076" y="858291"/>
                    <a:ext cx="6959" cy="25800"/>
                  </a:xfrm>
                  <a:custGeom>
                    <a:avLst/>
                    <a:gdLst>
                      <a:gd name="connsiteX0" fmla="*/ 355 w 6959"/>
                      <a:gd name="connsiteY0" fmla="*/ 0 h 25800"/>
                      <a:gd name="connsiteX1" fmla="*/ 89 w 6959"/>
                      <a:gd name="connsiteY1" fmla="*/ 2305 h 25800"/>
                      <a:gd name="connsiteX2" fmla="*/ 0 w 6959"/>
                      <a:gd name="connsiteY2" fmla="*/ 3458 h 25800"/>
                      <a:gd name="connsiteX3" fmla="*/ 133 w 6959"/>
                      <a:gd name="connsiteY3" fmla="*/ 3724 h 25800"/>
                      <a:gd name="connsiteX4" fmla="*/ 798 w 6959"/>
                      <a:gd name="connsiteY4" fmla="*/ 4743 h 25800"/>
                      <a:gd name="connsiteX5" fmla="*/ 2748 w 6959"/>
                      <a:gd name="connsiteY5" fmla="*/ 8556 h 25800"/>
                      <a:gd name="connsiteX6" fmla="*/ 6960 w 6959"/>
                      <a:gd name="connsiteY6" fmla="*/ 25801 h 25800"/>
                      <a:gd name="connsiteX7" fmla="*/ 3236 w 6959"/>
                      <a:gd name="connsiteY7" fmla="*/ 8910 h 25800"/>
                      <a:gd name="connsiteX8" fmla="*/ 1419 w 6959"/>
                      <a:gd name="connsiteY8" fmla="*/ 4921 h 25800"/>
                      <a:gd name="connsiteX9" fmla="*/ 576 w 6959"/>
                      <a:gd name="connsiteY9" fmla="*/ 3768 h 25800"/>
                      <a:gd name="connsiteX10" fmla="*/ 488 w 6959"/>
                      <a:gd name="connsiteY10" fmla="*/ 3635 h 25800"/>
                      <a:gd name="connsiteX11" fmla="*/ 488 w 6959"/>
                      <a:gd name="connsiteY11" fmla="*/ 3103 h 25800"/>
                      <a:gd name="connsiteX12" fmla="*/ 443 w 6959"/>
                      <a:gd name="connsiteY12" fmla="*/ 2039 h 25800"/>
                      <a:gd name="connsiteX13" fmla="*/ 355 w 6959"/>
                      <a:gd name="connsiteY13" fmla="*/ 0 h 25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959" h="25800">
                        <a:moveTo>
                          <a:pt x="355" y="0"/>
                        </a:moveTo>
                        <a:lnTo>
                          <a:pt x="89" y="2305"/>
                        </a:lnTo>
                        <a:lnTo>
                          <a:pt x="0" y="3458"/>
                        </a:lnTo>
                        <a:cubicBezTo>
                          <a:pt x="0" y="3635"/>
                          <a:pt x="89" y="3635"/>
                          <a:pt x="133" y="3724"/>
                        </a:cubicBezTo>
                        <a:cubicBezTo>
                          <a:pt x="310" y="4034"/>
                          <a:pt x="532" y="4389"/>
                          <a:pt x="798" y="4743"/>
                        </a:cubicBezTo>
                        <a:cubicBezTo>
                          <a:pt x="1330" y="5541"/>
                          <a:pt x="2039" y="6738"/>
                          <a:pt x="2748" y="8556"/>
                        </a:cubicBezTo>
                        <a:cubicBezTo>
                          <a:pt x="4167" y="12102"/>
                          <a:pt x="5719" y="18087"/>
                          <a:pt x="6960" y="25801"/>
                        </a:cubicBezTo>
                        <a:cubicBezTo>
                          <a:pt x="5674" y="18353"/>
                          <a:pt x="4477" y="12501"/>
                          <a:pt x="3236" y="8910"/>
                        </a:cubicBezTo>
                        <a:cubicBezTo>
                          <a:pt x="2615" y="7093"/>
                          <a:pt x="1995" y="5807"/>
                          <a:pt x="1419" y="4921"/>
                        </a:cubicBezTo>
                        <a:cubicBezTo>
                          <a:pt x="1108" y="4522"/>
                          <a:pt x="842" y="4078"/>
                          <a:pt x="576" y="3768"/>
                        </a:cubicBezTo>
                        <a:lnTo>
                          <a:pt x="488" y="3635"/>
                        </a:lnTo>
                        <a:lnTo>
                          <a:pt x="488" y="3103"/>
                        </a:lnTo>
                        <a:lnTo>
                          <a:pt x="443" y="2039"/>
                        </a:lnTo>
                        <a:cubicBezTo>
                          <a:pt x="355" y="1374"/>
                          <a:pt x="355" y="665"/>
                          <a:pt x="35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38" name="Forme libre : forme 22437">
                    <a:extLst>
                      <a:ext uri="{FF2B5EF4-FFF2-40B4-BE49-F238E27FC236}">
                        <a16:creationId xmlns:a16="http://schemas.microsoft.com/office/drawing/2014/main" id="{83E41B58-DD65-4950-A430-D612BF3E109E}"/>
                      </a:ext>
                    </a:extLst>
                  </p:cNvPr>
                  <p:cNvSpPr/>
                  <p:nvPr/>
                </p:nvSpPr>
                <p:spPr>
                  <a:xfrm>
                    <a:off x="7827819" y="828431"/>
                    <a:ext cx="7025" cy="15904"/>
                  </a:xfrm>
                  <a:custGeom>
                    <a:avLst/>
                    <a:gdLst>
                      <a:gd name="connsiteX0" fmla="*/ 6708 w 7025"/>
                      <a:gd name="connsiteY0" fmla="*/ 247 h 15904"/>
                      <a:gd name="connsiteX1" fmla="*/ 4669 w 7025"/>
                      <a:gd name="connsiteY1" fmla="*/ 9823 h 15904"/>
                      <a:gd name="connsiteX2" fmla="*/ 457 w 7025"/>
                      <a:gd name="connsiteY2" fmla="*/ 15630 h 15904"/>
                      <a:gd name="connsiteX3" fmla="*/ 2098 w 7025"/>
                      <a:gd name="connsiteY3" fmla="*/ 6365 h 15904"/>
                      <a:gd name="connsiteX4" fmla="*/ 6708 w 7025"/>
                      <a:gd name="connsiteY4" fmla="*/ 247 h 15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25" h="15904">
                        <a:moveTo>
                          <a:pt x="6708" y="247"/>
                        </a:moveTo>
                        <a:cubicBezTo>
                          <a:pt x="7905" y="1754"/>
                          <a:pt x="5378" y="7916"/>
                          <a:pt x="4669" y="9823"/>
                        </a:cubicBezTo>
                        <a:cubicBezTo>
                          <a:pt x="3915" y="11729"/>
                          <a:pt x="1832" y="17182"/>
                          <a:pt x="457" y="15630"/>
                        </a:cubicBezTo>
                        <a:cubicBezTo>
                          <a:pt x="-961" y="14034"/>
                          <a:pt x="1300" y="8138"/>
                          <a:pt x="2098" y="6365"/>
                        </a:cubicBezTo>
                        <a:cubicBezTo>
                          <a:pt x="2807" y="4547"/>
                          <a:pt x="5467" y="-1260"/>
                          <a:pt x="6708" y="24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39" name="Forme libre : forme 22438">
                    <a:extLst>
                      <a:ext uri="{FF2B5EF4-FFF2-40B4-BE49-F238E27FC236}">
                        <a16:creationId xmlns:a16="http://schemas.microsoft.com/office/drawing/2014/main" id="{73CCDB98-CF94-4FEF-AF61-ECEC2BD90388}"/>
                      </a:ext>
                    </a:extLst>
                  </p:cNvPr>
                  <p:cNvSpPr/>
                  <p:nvPr/>
                </p:nvSpPr>
                <p:spPr>
                  <a:xfrm>
                    <a:off x="7833105" y="826106"/>
                    <a:ext cx="2160" cy="4523"/>
                  </a:xfrm>
                  <a:custGeom>
                    <a:avLst/>
                    <a:gdLst>
                      <a:gd name="connsiteX0" fmla="*/ 1777 w 2160"/>
                      <a:gd name="connsiteY0" fmla="*/ 1 h 4523"/>
                      <a:gd name="connsiteX1" fmla="*/ 1865 w 2160"/>
                      <a:gd name="connsiteY1" fmla="*/ 2306 h 4523"/>
                      <a:gd name="connsiteX2" fmla="*/ 402 w 2160"/>
                      <a:gd name="connsiteY2" fmla="*/ 4523 h 4523"/>
                      <a:gd name="connsiteX3" fmla="*/ 269 w 2160"/>
                      <a:gd name="connsiteY3" fmla="*/ 2262 h 4523"/>
                      <a:gd name="connsiteX4" fmla="*/ 1777 w 2160"/>
                      <a:gd name="connsiteY4" fmla="*/ 1 h 4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0" h="4523">
                        <a:moveTo>
                          <a:pt x="1777" y="1"/>
                        </a:moveTo>
                        <a:cubicBezTo>
                          <a:pt x="2442" y="45"/>
                          <a:pt x="2087" y="1553"/>
                          <a:pt x="1865" y="2306"/>
                        </a:cubicBezTo>
                        <a:cubicBezTo>
                          <a:pt x="1643" y="3060"/>
                          <a:pt x="1023" y="4567"/>
                          <a:pt x="402" y="4523"/>
                        </a:cubicBezTo>
                        <a:cubicBezTo>
                          <a:pt x="-263" y="4478"/>
                          <a:pt x="48" y="3060"/>
                          <a:pt x="269" y="2262"/>
                        </a:cubicBezTo>
                        <a:cubicBezTo>
                          <a:pt x="491" y="1464"/>
                          <a:pt x="1111" y="-43"/>
                          <a:pt x="1777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40" name="Forme libre : forme 22439">
                    <a:extLst>
                      <a:ext uri="{FF2B5EF4-FFF2-40B4-BE49-F238E27FC236}">
                        <a16:creationId xmlns:a16="http://schemas.microsoft.com/office/drawing/2014/main" id="{E0824298-7977-4A61-B38D-52DBF7940BF8}"/>
                      </a:ext>
                    </a:extLst>
                  </p:cNvPr>
                  <p:cNvSpPr/>
                  <p:nvPr/>
                </p:nvSpPr>
                <p:spPr>
                  <a:xfrm>
                    <a:off x="7817760" y="805627"/>
                    <a:ext cx="25439" cy="36916"/>
                  </a:xfrm>
                  <a:custGeom>
                    <a:avLst/>
                    <a:gdLst>
                      <a:gd name="connsiteX0" fmla="*/ 14196 w 25439"/>
                      <a:gd name="connsiteY0" fmla="*/ 7669 h 36916"/>
                      <a:gd name="connsiteX1" fmla="*/ 23372 w 25439"/>
                      <a:gd name="connsiteY1" fmla="*/ 132 h 36916"/>
                      <a:gd name="connsiteX2" fmla="*/ 25323 w 25439"/>
                      <a:gd name="connsiteY2" fmla="*/ 3546 h 36916"/>
                      <a:gd name="connsiteX3" fmla="*/ 22486 w 25439"/>
                      <a:gd name="connsiteY3" fmla="*/ 7890 h 36916"/>
                      <a:gd name="connsiteX4" fmla="*/ 12334 w 25439"/>
                      <a:gd name="connsiteY4" fmla="*/ 19860 h 36916"/>
                      <a:gd name="connsiteX5" fmla="*/ 6615 w 25439"/>
                      <a:gd name="connsiteY5" fmla="*/ 30455 h 36916"/>
                      <a:gd name="connsiteX6" fmla="*/ 763 w 25439"/>
                      <a:gd name="connsiteY6" fmla="*/ 36351 h 36916"/>
                      <a:gd name="connsiteX7" fmla="*/ 1517 w 25439"/>
                      <a:gd name="connsiteY7" fmla="*/ 25268 h 36916"/>
                      <a:gd name="connsiteX8" fmla="*/ 6571 w 25439"/>
                      <a:gd name="connsiteY8" fmla="*/ 14939 h 36916"/>
                      <a:gd name="connsiteX9" fmla="*/ 14196 w 25439"/>
                      <a:gd name="connsiteY9" fmla="*/ 7669 h 36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5439" h="36916">
                        <a:moveTo>
                          <a:pt x="14196" y="7669"/>
                        </a:moveTo>
                        <a:cubicBezTo>
                          <a:pt x="17521" y="4299"/>
                          <a:pt x="19737" y="1861"/>
                          <a:pt x="23372" y="132"/>
                        </a:cubicBezTo>
                        <a:cubicBezTo>
                          <a:pt x="24702" y="-533"/>
                          <a:pt x="25811" y="1418"/>
                          <a:pt x="25323" y="3546"/>
                        </a:cubicBezTo>
                        <a:cubicBezTo>
                          <a:pt x="24835" y="5674"/>
                          <a:pt x="23638" y="6738"/>
                          <a:pt x="22486" y="7890"/>
                        </a:cubicBezTo>
                        <a:cubicBezTo>
                          <a:pt x="18851" y="11437"/>
                          <a:pt x="15659" y="15249"/>
                          <a:pt x="12334" y="19860"/>
                        </a:cubicBezTo>
                        <a:cubicBezTo>
                          <a:pt x="11314" y="21278"/>
                          <a:pt x="8876" y="26155"/>
                          <a:pt x="6615" y="30455"/>
                        </a:cubicBezTo>
                        <a:cubicBezTo>
                          <a:pt x="4310" y="34755"/>
                          <a:pt x="2182" y="38346"/>
                          <a:pt x="763" y="36351"/>
                        </a:cubicBezTo>
                        <a:cubicBezTo>
                          <a:pt x="-611" y="34312"/>
                          <a:pt x="10" y="29612"/>
                          <a:pt x="1517" y="25268"/>
                        </a:cubicBezTo>
                        <a:cubicBezTo>
                          <a:pt x="2980" y="20879"/>
                          <a:pt x="5197" y="16801"/>
                          <a:pt x="6571" y="14939"/>
                        </a:cubicBezTo>
                        <a:cubicBezTo>
                          <a:pt x="9275" y="11126"/>
                          <a:pt x="11713" y="10195"/>
                          <a:pt x="14196" y="766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2416" name="Graphique 2">
                  <a:extLst>
                    <a:ext uri="{FF2B5EF4-FFF2-40B4-BE49-F238E27FC236}">
                      <a16:creationId xmlns:a16="http://schemas.microsoft.com/office/drawing/2014/main" id="{FDF5CE99-260B-41D7-A32F-949F989DE4AE}"/>
                    </a:ext>
                  </a:extLst>
                </p:cNvPr>
                <p:cNvGrpSpPr/>
                <p:nvPr/>
              </p:nvGrpSpPr>
              <p:grpSpPr>
                <a:xfrm>
                  <a:off x="7828957" y="712086"/>
                  <a:ext cx="50183" cy="89330"/>
                  <a:chOff x="7828957" y="712086"/>
                  <a:chExt cx="50183" cy="89330"/>
                </a:xfrm>
                <a:solidFill>
                  <a:schemeClr val="accent1"/>
                </a:solidFill>
              </p:grpSpPr>
              <p:sp>
                <p:nvSpPr>
                  <p:cNvPr id="22417" name="Forme libre : forme 22416">
                    <a:extLst>
                      <a:ext uri="{FF2B5EF4-FFF2-40B4-BE49-F238E27FC236}">
                        <a16:creationId xmlns:a16="http://schemas.microsoft.com/office/drawing/2014/main" id="{E8C5ADAE-344B-4188-8A4F-00C19D33682E}"/>
                      </a:ext>
                    </a:extLst>
                  </p:cNvPr>
                  <p:cNvSpPr/>
                  <p:nvPr/>
                </p:nvSpPr>
                <p:spPr>
                  <a:xfrm>
                    <a:off x="7828957" y="712086"/>
                    <a:ext cx="50183" cy="89330"/>
                  </a:xfrm>
                  <a:custGeom>
                    <a:avLst/>
                    <a:gdLst>
                      <a:gd name="connsiteX0" fmla="*/ 43163 w 50183"/>
                      <a:gd name="connsiteY0" fmla="*/ 34579 h 89330"/>
                      <a:gd name="connsiteX1" fmla="*/ 38375 w 50183"/>
                      <a:gd name="connsiteY1" fmla="*/ 46638 h 89330"/>
                      <a:gd name="connsiteX2" fmla="*/ 36291 w 50183"/>
                      <a:gd name="connsiteY2" fmla="*/ 53730 h 89330"/>
                      <a:gd name="connsiteX3" fmla="*/ 34873 w 50183"/>
                      <a:gd name="connsiteY3" fmla="*/ 59760 h 89330"/>
                      <a:gd name="connsiteX4" fmla="*/ 32435 w 50183"/>
                      <a:gd name="connsiteY4" fmla="*/ 68138 h 89330"/>
                      <a:gd name="connsiteX5" fmla="*/ 29332 w 50183"/>
                      <a:gd name="connsiteY5" fmla="*/ 75142 h 89330"/>
                      <a:gd name="connsiteX6" fmla="*/ 24987 w 50183"/>
                      <a:gd name="connsiteY6" fmla="*/ 82191 h 89330"/>
                      <a:gd name="connsiteX7" fmla="*/ 19135 w 50183"/>
                      <a:gd name="connsiteY7" fmla="*/ 88131 h 89330"/>
                      <a:gd name="connsiteX8" fmla="*/ 9294 w 50183"/>
                      <a:gd name="connsiteY8" fmla="*/ 86136 h 89330"/>
                      <a:gd name="connsiteX9" fmla="*/ 5348 w 50183"/>
                      <a:gd name="connsiteY9" fmla="*/ 80063 h 89330"/>
                      <a:gd name="connsiteX10" fmla="*/ 3531 w 50183"/>
                      <a:gd name="connsiteY10" fmla="*/ 77226 h 89330"/>
                      <a:gd name="connsiteX11" fmla="*/ 2068 w 50183"/>
                      <a:gd name="connsiteY11" fmla="*/ 73236 h 89330"/>
                      <a:gd name="connsiteX12" fmla="*/ 428 w 50183"/>
                      <a:gd name="connsiteY12" fmla="*/ 53021 h 89330"/>
                      <a:gd name="connsiteX13" fmla="*/ 1758 w 50183"/>
                      <a:gd name="connsiteY13" fmla="*/ 45219 h 89330"/>
                      <a:gd name="connsiteX14" fmla="*/ 4373 w 50183"/>
                      <a:gd name="connsiteY14" fmla="*/ 35821 h 89330"/>
                      <a:gd name="connsiteX15" fmla="*/ 11732 w 50183"/>
                      <a:gd name="connsiteY15" fmla="*/ 19108 h 89330"/>
                      <a:gd name="connsiteX16" fmla="*/ 26760 w 50183"/>
                      <a:gd name="connsiteY16" fmla="*/ 3858 h 89330"/>
                      <a:gd name="connsiteX17" fmla="*/ 43296 w 50183"/>
                      <a:gd name="connsiteY17" fmla="*/ 1 h 89330"/>
                      <a:gd name="connsiteX18" fmla="*/ 48438 w 50183"/>
                      <a:gd name="connsiteY18" fmla="*/ 2262 h 89330"/>
                      <a:gd name="connsiteX19" fmla="*/ 50167 w 50183"/>
                      <a:gd name="connsiteY19" fmla="*/ 7006 h 89330"/>
                      <a:gd name="connsiteX20" fmla="*/ 43163 w 50183"/>
                      <a:gd name="connsiteY20" fmla="*/ 34579 h 89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50183" h="89330">
                        <a:moveTo>
                          <a:pt x="43163" y="34579"/>
                        </a:moveTo>
                        <a:cubicBezTo>
                          <a:pt x="41833" y="37328"/>
                          <a:pt x="39927" y="41850"/>
                          <a:pt x="38375" y="46638"/>
                        </a:cubicBezTo>
                        <a:cubicBezTo>
                          <a:pt x="37533" y="48987"/>
                          <a:pt x="37001" y="51514"/>
                          <a:pt x="36291" y="53730"/>
                        </a:cubicBezTo>
                        <a:cubicBezTo>
                          <a:pt x="35759" y="56036"/>
                          <a:pt x="35316" y="58119"/>
                          <a:pt x="34873" y="59760"/>
                        </a:cubicBezTo>
                        <a:cubicBezTo>
                          <a:pt x="34119" y="62863"/>
                          <a:pt x="33499" y="65656"/>
                          <a:pt x="32435" y="68138"/>
                        </a:cubicBezTo>
                        <a:cubicBezTo>
                          <a:pt x="31592" y="70665"/>
                          <a:pt x="30617" y="72970"/>
                          <a:pt x="29332" y="75142"/>
                        </a:cubicBezTo>
                        <a:cubicBezTo>
                          <a:pt x="28090" y="77004"/>
                          <a:pt x="26716" y="80019"/>
                          <a:pt x="24987" y="82191"/>
                        </a:cubicBezTo>
                        <a:cubicBezTo>
                          <a:pt x="23302" y="84452"/>
                          <a:pt x="21307" y="86402"/>
                          <a:pt x="19135" y="88131"/>
                        </a:cubicBezTo>
                        <a:cubicBezTo>
                          <a:pt x="16076" y="90525"/>
                          <a:pt x="11200" y="89062"/>
                          <a:pt x="9294" y="86136"/>
                        </a:cubicBezTo>
                        <a:cubicBezTo>
                          <a:pt x="7875" y="83964"/>
                          <a:pt x="6545" y="81925"/>
                          <a:pt x="5348" y="80063"/>
                        </a:cubicBezTo>
                        <a:cubicBezTo>
                          <a:pt x="4683" y="79088"/>
                          <a:pt x="4107" y="78157"/>
                          <a:pt x="3531" y="77226"/>
                        </a:cubicBezTo>
                        <a:cubicBezTo>
                          <a:pt x="2999" y="75940"/>
                          <a:pt x="2511" y="74610"/>
                          <a:pt x="2068" y="73236"/>
                        </a:cubicBezTo>
                        <a:cubicBezTo>
                          <a:pt x="206" y="67695"/>
                          <a:pt x="-548" y="61089"/>
                          <a:pt x="428" y="53021"/>
                        </a:cubicBezTo>
                        <a:cubicBezTo>
                          <a:pt x="738" y="50849"/>
                          <a:pt x="1137" y="48145"/>
                          <a:pt x="1758" y="45219"/>
                        </a:cubicBezTo>
                        <a:cubicBezTo>
                          <a:pt x="2556" y="42249"/>
                          <a:pt x="3309" y="39013"/>
                          <a:pt x="4373" y="35821"/>
                        </a:cubicBezTo>
                        <a:cubicBezTo>
                          <a:pt x="6545" y="29437"/>
                          <a:pt x="9338" y="23142"/>
                          <a:pt x="11732" y="19108"/>
                        </a:cubicBezTo>
                        <a:cubicBezTo>
                          <a:pt x="16076" y="11483"/>
                          <a:pt x="21396" y="6695"/>
                          <a:pt x="26760" y="3858"/>
                        </a:cubicBezTo>
                        <a:cubicBezTo>
                          <a:pt x="32169" y="977"/>
                          <a:pt x="37622" y="-43"/>
                          <a:pt x="43296" y="1"/>
                        </a:cubicBezTo>
                        <a:cubicBezTo>
                          <a:pt x="45246" y="1"/>
                          <a:pt x="47197" y="888"/>
                          <a:pt x="48438" y="2262"/>
                        </a:cubicBezTo>
                        <a:cubicBezTo>
                          <a:pt x="49635" y="3681"/>
                          <a:pt x="50300" y="5365"/>
                          <a:pt x="50167" y="7006"/>
                        </a:cubicBezTo>
                        <a:cubicBezTo>
                          <a:pt x="49325" y="16625"/>
                          <a:pt x="47950" y="24250"/>
                          <a:pt x="43163" y="3457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18" name="Forme libre : forme 22417">
                    <a:extLst>
                      <a:ext uri="{FF2B5EF4-FFF2-40B4-BE49-F238E27FC236}">
                        <a16:creationId xmlns:a16="http://schemas.microsoft.com/office/drawing/2014/main" id="{E62151F5-A230-4897-BD5D-2FFB432B70F5}"/>
                      </a:ext>
                    </a:extLst>
                  </p:cNvPr>
                  <p:cNvSpPr/>
                  <p:nvPr/>
                </p:nvSpPr>
                <p:spPr>
                  <a:xfrm>
                    <a:off x="7843526" y="718782"/>
                    <a:ext cx="35420" cy="82620"/>
                  </a:xfrm>
                  <a:custGeom>
                    <a:avLst/>
                    <a:gdLst>
                      <a:gd name="connsiteX0" fmla="*/ 8733 w 35420"/>
                      <a:gd name="connsiteY0" fmla="*/ 46282 h 82620"/>
                      <a:gd name="connsiteX1" fmla="*/ 7448 w 35420"/>
                      <a:gd name="connsiteY1" fmla="*/ 55724 h 82620"/>
                      <a:gd name="connsiteX2" fmla="*/ 6162 w 35420"/>
                      <a:gd name="connsiteY2" fmla="*/ 65167 h 82620"/>
                      <a:gd name="connsiteX3" fmla="*/ 4167 w 35420"/>
                      <a:gd name="connsiteY3" fmla="*/ 74520 h 82620"/>
                      <a:gd name="connsiteX4" fmla="*/ 0 w 35420"/>
                      <a:gd name="connsiteY4" fmla="*/ 82589 h 82620"/>
                      <a:gd name="connsiteX5" fmla="*/ 4344 w 35420"/>
                      <a:gd name="connsiteY5" fmla="*/ 81436 h 82620"/>
                      <a:gd name="connsiteX6" fmla="*/ 8511 w 35420"/>
                      <a:gd name="connsiteY6" fmla="*/ 77491 h 82620"/>
                      <a:gd name="connsiteX7" fmla="*/ 13299 w 35420"/>
                      <a:gd name="connsiteY7" fmla="*/ 70353 h 82620"/>
                      <a:gd name="connsiteX8" fmla="*/ 16801 w 35420"/>
                      <a:gd name="connsiteY8" fmla="*/ 63659 h 82620"/>
                      <a:gd name="connsiteX9" fmla="*/ 18619 w 35420"/>
                      <a:gd name="connsiteY9" fmla="*/ 58694 h 82620"/>
                      <a:gd name="connsiteX10" fmla="*/ 20082 w 35420"/>
                      <a:gd name="connsiteY10" fmla="*/ 53020 h 82620"/>
                      <a:gd name="connsiteX11" fmla="*/ 21102 w 35420"/>
                      <a:gd name="connsiteY11" fmla="*/ 48720 h 82620"/>
                      <a:gd name="connsiteX12" fmla="*/ 27618 w 35420"/>
                      <a:gd name="connsiteY12" fmla="*/ 29524 h 82620"/>
                      <a:gd name="connsiteX13" fmla="*/ 28416 w 35420"/>
                      <a:gd name="connsiteY13" fmla="*/ 27796 h 82620"/>
                      <a:gd name="connsiteX14" fmla="*/ 32362 w 35420"/>
                      <a:gd name="connsiteY14" fmla="*/ 17599 h 82620"/>
                      <a:gd name="connsiteX15" fmla="*/ 34977 w 35420"/>
                      <a:gd name="connsiteY15" fmla="*/ 4610 h 82620"/>
                      <a:gd name="connsiteX16" fmla="*/ 35420 w 35420"/>
                      <a:gd name="connsiteY16" fmla="*/ 177 h 82620"/>
                      <a:gd name="connsiteX17" fmla="*/ 35420 w 35420"/>
                      <a:gd name="connsiteY17" fmla="*/ 0 h 82620"/>
                      <a:gd name="connsiteX18" fmla="*/ 17555 w 35420"/>
                      <a:gd name="connsiteY18" fmla="*/ 20392 h 82620"/>
                      <a:gd name="connsiteX19" fmla="*/ 8733 w 35420"/>
                      <a:gd name="connsiteY19" fmla="*/ 46282 h 82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5420" h="82620">
                        <a:moveTo>
                          <a:pt x="8733" y="46282"/>
                        </a:moveTo>
                        <a:cubicBezTo>
                          <a:pt x="8334" y="49385"/>
                          <a:pt x="7714" y="52532"/>
                          <a:pt x="7448" y="55724"/>
                        </a:cubicBezTo>
                        <a:cubicBezTo>
                          <a:pt x="7004" y="58872"/>
                          <a:pt x="6517" y="62063"/>
                          <a:pt x="6162" y="65167"/>
                        </a:cubicBezTo>
                        <a:cubicBezTo>
                          <a:pt x="5719" y="68225"/>
                          <a:pt x="5054" y="71329"/>
                          <a:pt x="4167" y="74520"/>
                        </a:cubicBezTo>
                        <a:cubicBezTo>
                          <a:pt x="3147" y="77579"/>
                          <a:pt x="1817" y="80328"/>
                          <a:pt x="0" y="82589"/>
                        </a:cubicBezTo>
                        <a:cubicBezTo>
                          <a:pt x="1551" y="82722"/>
                          <a:pt x="3103" y="82456"/>
                          <a:pt x="4344" y="81436"/>
                        </a:cubicBezTo>
                        <a:cubicBezTo>
                          <a:pt x="5807" y="80239"/>
                          <a:pt x="7270" y="78953"/>
                          <a:pt x="8511" y="77491"/>
                        </a:cubicBezTo>
                        <a:cubicBezTo>
                          <a:pt x="10373" y="75451"/>
                          <a:pt x="11925" y="73013"/>
                          <a:pt x="13299" y="70353"/>
                        </a:cubicBezTo>
                        <a:cubicBezTo>
                          <a:pt x="14674" y="68270"/>
                          <a:pt x="15871" y="66097"/>
                          <a:pt x="16801" y="63659"/>
                        </a:cubicBezTo>
                        <a:cubicBezTo>
                          <a:pt x="17333" y="62063"/>
                          <a:pt x="18043" y="60467"/>
                          <a:pt x="18619" y="58694"/>
                        </a:cubicBezTo>
                        <a:cubicBezTo>
                          <a:pt x="19239" y="56965"/>
                          <a:pt x="19550" y="55015"/>
                          <a:pt x="20082" y="53020"/>
                        </a:cubicBezTo>
                        <a:cubicBezTo>
                          <a:pt x="20392" y="51823"/>
                          <a:pt x="20747" y="50360"/>
                          <a:pt x="21102" y="48720"/>
                        </a:cubicBezTo>
                        <a:cubicBezTo>
                          <a:pt x="22564" y="42425"/>
                          <a:pt x="25313" y="34356"/>
                          <a:pt x="27618" y="29524"/>
                        </a:cubicBezTo>
                        <a:cubicBezTo>
                          <a:pt x="27884" y="28904"/>
                          <a:pt x="28194" y="28327"/>
                          <a:pt x="28416" y="27796"/>
                        </a:cubicBezTo>
                        <a:cubicBezTo>
                          <a:pt x="30056" y="24027"/>
                          <a:pt x="31386" y="20836"/>
                          <a:pt x="32362" y="17599"/>
                        </a:cubicBezTo>
                        <a:cubicBezTo>
                          <a:pt x="33691" y="13255"/>
                          <a:pt x="34356" y="9043"/>
                          <a:pt x="34977" y="4610"/>
                        </a:cubicBezTo>
                        <a:cubicBezTo>
                          <a:pt x="35110" y="3192"/>
                          <a:pt x="35287" y="1729"/>
                          <a:pt x="35420" y="177"/>
                        </a:cubicBezTo>
                        <a:lnTo>
                          <a:pt x="35420" y="0"/>
                        </a:lnTo>
                        <a:cubicBezTo>
                          <a:pt x="28328" y="5098"/>
                          <a:pt x="22032" y="12368"/>
                          <a:pt x="17555" y="20392"/>
                        </a:cubicBezTo>
                        <a:cubicBezTo>
                          <a:pt x="13078" y="28505"/>
                          <a:pt x="10107" y="37415"/>
                          <a:pt x="8733" y="4628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19" name="Forme libre : forme 22418">
                    <a:extLst>
                      <a:ext uri="{FF2B5EF4-FFF2-40B4-BE49-F238E27FC236}">
                        <a16:creationId xmlns:a16="http://schemas.microsoft.com/office/drawing/2014/main" id="{8FB2ACB5-8287-4B37-AD68-3B6B683B2EEC}"/>
                      </a:ext>
                    </a:extLst>
                  </p:cNvPr>
                  <p:cNvSpPr/>
                  <p:nvPr/>
                </p:nvSpPr>
                <p:spPr>
                  <a:xfrm>
                    <a:off x="7844061" y="727335"/>
                    <a:ext cx="21472" cy="40767"/>
                  </a:xfrm>
                  <a:custGeom>
                    <a:avLst/>
                    <a:gdLst>
                      <a:gd name="connsiteX0" fmla="*/ 20566 w 21472"/>
                      <a:gd name="connsiteY0" fmla="*/ 357 h 40767"/>
                      <a:gd name="connsiteX1" fmla="*/ 19236 w 21472"/>
                      <a:gd name="connsiteY1" fmla="*/ 10420 h 40767"/>
                      <a:gd name="connsiteX2" fmla="*/ 16532 w 21472"/>
                      <a:gd name="connsiteY2" fmla="*/ 17203 h 40767"/>
                      <a:gd name="connsiteX3" fmla="*/ 14448 w 21472"/>
                      <a:gd name="connsiteY3" fmla="*/ 22523 h 40767"/>
                      <a:gd name="connsiteX4" fmla="*/ 9616 w 21472"/>
                      <a:gd name="connsiteY4" fmla="*/ 33650 h 40767"/>
                      <a:gd name="connsiteX5" fmla="*/ 2922 w 21472"/>
                      <a:gd name="connsiteY5" fmla="*/ 40743 h 40767"/>
                      <a:gd name="connsiteX6" fmla="*/ 174 w 21472"/>
                      <a:gd name="connsiteY6" fmla="*/ 31300 h 40767"/>
                      <a:gd name="connsiteX7" fmla="*/ 3632 w 21472"/>
                      <a:gd name="connsiteY7" fmla="*/ 18311 h 40767"/>
                      <a:gd name="connsiteX8" fmla="*/ 6469 w 21472"/>
                      <a:gd name="connsiteY8" fmla="*/ 12681 h 40767"/>
                      <a:gd name="connsiteX9" fmla="*/ 11079 w 21472"/>
                      <a:gd name="connsiteY9" fmla="*/ 5899 h 40767"/>
                      <a:gd name="connsiteX10" fmla="*/ 20566 w 21472"/>
                      <a:gd name="connsiteY10" fmla="*/ 357 h 40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472" h="40767">
                        <a:moveTo>
                          <a:pt x="20566" y="357"/>
                        </a:moveTo>
                        <a:cubicBezTo>
                          <a:pt x="22517" y="1820"/>
                          <a:pt x="20965" y="5899"/>
                          <a:pt x="19236" y="10420"/>
                        </a:cubicBezTo>
                        <a:cubicBezTo>
                          <a:pt x="18305" y="12637"/>
                          <a:pt x="17463" y="15075"/>
                          <a:pt x="16532" y="17203"/>
                        </a:cubicBezTo>
                        <a:cubicBezTo>
                          <a:pt x="15778" y="19375"/>
                          <a:pt x="15025" y="21281"/>
                          <a:pt x="14448" y="22523"/>
                        </a:cubicBezTo>
                        <a:cubicBezTo>
                          <a:pt x="13517" y="25094"/>
                          <a:pt x="11523" y="29616"/>
                          <a:pt x="9616" y="33650"/>
                        </a:cubicBezTo>
                        <a:cubicBezTo>
                          <a:pt x="7577" y="37595"/>
                          <a:pt x="5582" y="41097"/>
                          <a:pt x="2922" y="40743"/>
                        </a:cubicBezTo>
                        <a:cubicBezTo>
                          <a:pt x="440" y="40432"/>
                          <a:pt x="-403" y="36177"/>
                          <a:pt x="174" y="31300"/>
                        </a:cubicBezTo>
                        <a:cubicBezTo>
                          <a:pt x="617" y="26380"/>
                          <a:pt x="2568" y="21015"/>
                          <a:pt x="3632" y="18311"/>
                        </a:cubicBezTo>
                        <a:cubicBezTo>
                          <a:pt x="4252" y="16981"/>
                          <a:pt x="5272" y="14942"/>
                          <a:pt x="6469" y="12681"/>
                        </a:cubicBezTo>
                        <a:cubicBezTo>
                          <a:pt x="7754" y="10465"/>
                          <a:pt x="9395" y="8027"/>
                          <a:pt x="11079" y="5899"/>
                        </a:cubicBezTo>
                        <a:cubicBezTo>
                          <a:pt x="14670" y="1732"/>
                          <a:pt x="18704" y="-1017"/>
                          <a:pt x="20566" y="35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20" name="Forme libre : forme 22419">
                    <a:extLst>
                      <a:ext uri="{FF2B5EF4-FFF2-40B4-BE49-F238E27FC236}">
                        <a16:creationId xmlns:a16="http://schemas.microsoft.com/office/drawing/2014/main" id="{F1AC60B5-F7E9-42A9-AFB0-692BCEBBD3BA}"/>
                      </a:ext>
                    </a:extLst>
                  </p:cNvPr>
                  <p:cNvSpPr/>
                  <p:nvPr/>
                </p:nvSpPr>
                <p:spPr>
                  <a:xfrm>
                    <a:off x="7844390" y="741435"/>
                    <a:ext cx="17356" cy="26934"/>
                  </a:xfrm>
                  <a:custGeom>
                    <a:avLst/>
                    <a:gdLst>
                      <a:gd name="connsiteX0" fmla="*/ 156 w 17356"/>
                      <a:gd name="connsiteY0" fmla="*/ 16358 h 26934"/>
                      <a:gd name="connsiteX1" fmla="*/ 2594 w 17356"/>
                      <a:gd name="connsiteY1" fmla="*/ 26909 h 26934"/>
                      <a:gd name="connsiteX2" fmla="*/ 9288 w 17356"/>
                      <a:gd name="connsiteY2" fmla="*/ 19594 h 26934"/>
                      <a:gd name="connsiteX3" fmla="*/ 14253 w 17356"/>
                      <a:gd name="connsiteY3" fmla="*/ 8290 h 26934"/>
                      <a:gd name="connsiteX4" fmla="*/ 17356 w 17356"/>
                      <a:gd name="connsiteY4" fmla="*/ 0 h 26934"/>
                      <a:gd name="connsiteX5" fmla="*/ 14918 w 17356"/>
                      <a:gd name="connsiteY5" fmla="*/ 4123 h 26934"/>
                      <a:gd name="connsiteX6" fmla="*/ 156 w 17356"/>
                      <a:gd name="connsiteY6" fmla="*/ 16358 h 269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356" h="26934">
                        <a:moveTo>
                          <a:pt x="156" y="16358"/>
                        </a:moveTo>
                        <a:cubicBezTo>
                          <a:pt x="23" y="19373"/>
                          <a:pt x="-686" y="27441"/>
                          <a:pt x="2594" y="26909"/>
                        </a:cubicBezTo>
                        <a:cubicBezTo>
                          <a:pt x="5343" y="26510"/>
                          <a:pt x="7293" y="23274"/>
                          <a:pt x="9288" y="19594"/>
                        </a:cubicBezTo>
                        <a:cubicBezTo>
                          <a:pt x="11150" y="15826"/>
                          <a:pt x="12968" y="11482"/>
                          <a:pt x="14253" y="8290"/>
                        </a:cubicBezTo>
                        <a:cubicBezTo>
                          <a:pt x="15096" y="6472"/>
                          <a:pt x="16559" y="2128"/>
                          <a:pt x="17356" y="0"/>
                        </a:cubicBezTo>
                        <a:cubicBezTo>
                          <a:pt x="16691" y="1153"/>
                          <a:pt x="15627" y="3059"/>
                          <a:pt x="14918" y="4123"/>
                        </a:cubicBezTo>
                        <a:cubicBezTo>
                          <a:pt x="10308" y="9576"/>
                          <a:pt x="5697" y="17245"/>
                          <a:pt x="156" y="1635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21" name="Forme libre : forme 22420">
                    <a:extLst>
                      <a:ext uri="{FF2B5EF4-FFF2-40B4-BE49-F238E27FC236}">
                        <a16:creationId xmlns:a16="http://schemas.microsoft.com/office/drawing/2014/main" id="{7CF90D10-C205-4AB1-89DD-0DBF41430506}"/>
                      </a:ext>
                    </a:extLst>
                  </p:cNvPr>
                  <p:cNvSpPr/>
                  <p:nvPr/>
                </p:nvSpPr>
                <p:spPr>
                  <a:xfrm>
                    <a:off x="7845908" y="725899"/>
                    <a:ext cx="21675" cy="40194"/>
                  </a:xfrm>
                  <a:custGeom>
                    <a:avLst/>
                    <a:gdLst>
                      <a:gd name="connsiteX0" fmla="*/ 21158 w 21675"/>
                      <a:gd name="connsiteY0" fmla="*/ 729 h 40194"/>
                      <a:gd name="connsiteX1" fmla="*/ 19385 w 21675"/>
                      <a:gd name="connsiteY1" fmla="*/ 11103 h 40194"/>
                      <a:gd name="connsiteX2" fmla="*/ 14685 w 21675"/>
                      <a:gd name="connsiteY2" fmla="*/ 22762 h 40194"/>
                      <a:gd name="connsiteX3" fmla="*/ 12558 w 21675"/>
                      <a:gd name="connsiteY3" fmla="*/ 27727 h 40194"/>
                      <a:gd name="connsiteX4" fmla="*/ 9720 w 21675"/>
                      <a:gd name="connsiteY4" fmla="*/ 33490 h 40194"/>
                      <a:gd name="connsiteX5" fmla="*/ 2849 w 21675"/>
                      <a:gd name="connsiteY5" fmla="*/ 40184 h 40194"/>
                      <a:gd name="connsiteX6" fmla="*/ 278 w 21675"/>
                      <a:gd name="connsiteY6" fmla="*/ 30830 h 40194"/>
                      <a:gd name="connsiteX7" fmla="*/ 1963 w 21675"/>
                      <a:gd name="connsiteY7" fmla="*/ 23560 h 40194"/>
                      <a:gd name="connsiteX8" fmla="*/ 4046 w 21675"/>
                      <a:gd name="connsiteY8" fmla="*/ 18151 h 40194"/>
                      <a:gd name="connsiteX9" fmla="*/ 11893 w 21675"/>
                      <a:gd name="connsiteY9" fmla="*/ 5606 h 40194"/>
                      <a:gd name="connsiteX10" fmla="*/ 21158 w 21675"/>
                      <a:gd name="connsiteY10" fmla="*/ 729 h 40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675" h="40194">
                        <a:moveTo>
                          <a:pt x="21158" y="729"/>
                        </a:moveTo>
                        <a:cubicBezTo>
                          <a:pt x="22488" y="2768"/>
                          <a:pt x="21025" y="6758"/>
                          <a:pt x="19385" y="11103"/>
                        </a:cubicBezTo>
                        <a:cubicBezTo>
                          <a:pt x="17611" y="15358"/>
                          <a:pt x="15749" y="20058"/>
                          <a:pt x="14685" y="22762"/>
                        </a:cubicBezTo>
                        <a:cubicBezTo>
                          <a:pt x="14109" y="24092"/>
                          <a:pt x="13356" y="25821"/>
                          <a:pt x="12558" y="27727"/>
                        </a:cubicBezTo>
                        <a:cubicBezTo>
                          <a:pt x="11671" y="29544"/>
                          <a:pt x="10696" y="31495"/>
                          <a:pt x="9720" y="33490"/>
                        </a:cubicBezTo>
                        <a:cubicBezTo>
                          <a:pt x="7593" y="37169"/>
                          <a:pt x="5465" y="40405"/>
                          <a:pt x="2849" y="40184"/>
                        </a:cubicBezTo>
                        <a:cubicBezTo>
                          <a:pt x="278" y="39962"/>
                          <a:pt x="-476" y="35706"/>
                          <a:pt x="278" y="30830"/>
                        </a:cubicBezTo>
                        <a:cubicBezTo>
                          <a:pt x="544" y="28347"/>
                          <a:pt x="1209" y="25821"/>
                          <a:pt x="1963" y="23560"/>
                        </a:cubicBezTo>
                        <a:cubicBezTo>
                          <a:pt x="2628" y="21299"/>
                          <a:pt x="3426" y="19348"/>
                          <a:pt x="4046" y="18151"/>
                        </a:cubicBezTo>
                        <a:cubicBezTo>
                          <a:pt x="5110" y="15713"/>
                          <a:pt x="8036" y="9817"/>
                          <a:pt x="11893" y="5606"/>
                        </a:cubicBezTo>
                        <a:cubicBezTo>
                          <a:pt x="15617" y="1261"/>
                          <a:pt x="19828" y="-1354"/>
                          <a:pt x="21158" y="72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22" name="Forme libre : forme 22421">
                    <a:extLst>
                      <a:ext uri="{FF2B5EF4-FFF2-40B4-BE49-F238E27FC236}">
                        <a16:creationId xmlns:a16="http://schemas.microsoft.com/office/drawing/2014/main" id="{2C218FB7-6359-4C67-AB14-923718EB80F4}"/>
                      </a:ext>
                    </a:extLst>
                  </p:cNvPr>
                  <p:cNvSpPr/>
                  <p:nvPr/>
                </p:nvSpPr>
                <p:spPr>
                  <a:xfrm>
                    <a:off x="7836566" y="739144"/>
                    <a:ext cx="30042" cy="49880"/>
                  </a:xfrm>
                  <a:custGeom>
                    <a:avLst/>
                    <a:gdLst>
                      <a:gd name="connsiteX0" fmla="*/ 8955 w 30042"/>
                      <a:gd name="connsiteY0" fmla="*/ 49548 h 49880"/>
                      <a:gd name="connsiteX1" fmla="*/ 14851 w 30042"/>
                      <a:gd name="connsiteY1" fmla="*/ 44228 h 49880"/>
                      <a:gd name="connsiteX2" fmla="*/ 20259 w 30042"/>
                      <a:gd name="connsiteY2" fmla="*/ 36027 h 49880"/>
                      <a:gd name="connsiteX3" fmla="*/ 24825 w 30042"/>
                      <a:gd name="connsiteY3" fmla="*/ 26850 h 49880"/>
                      <a:gd name="connsiteX4" fmla="*/ 29790 w 30042"/>
                      <a:gd name="connsiteY4" fmla="*/ 9029 h 49880"/>
                      <a:gd name="connsiteX5" fmla="*/ 27308 w 30042"/>
                      <a:gd name="connsiteY5" fmla="*/ 30 h 49880"/>
                      <a:gd name="connsiteX6" fmla="*/ 21855 w 30042"/>
                      <a:gd name="connsiteY6" fmla="*/ 4463 h 49880"/>
                      <a:gd name="connsiteX7" fmla="*/ 9309 w 30042"/>
                      <a:gd name="connsiteY7" fmla="*/ 19891 h 49880"/>
                      <a:gd name="connsiteX8" fmla="*/ 0 w 30042"/>
                      <a:gd name="connsiteY8" fmla="*/ 38554 h 49880"/>
                      <a:gd name="connsiteX9" fmla="*/ 8955 w 30042"/>
                      <a:gd name="connsiteY9" fmla="*/ 49548 h 49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0042" h="49880">
                        <a:moveTo>
                          <a:pt x="8955" y="49548"/>
                        </a:moveTo>
                        <a:cubicBezTo>
                          <a:pt x="11925" y="48395"/>
                          <a:pt x="12900" y="47331"/>
                          <a:pt x="14851" y="44228"/>
                        </a:cubicBezTo>
                        <a:cubicBezTo>
                          <a:pt x="16624" y="41258"/>
                          <a:pt x="18619" y="38731"/>
                          <a:pt x="20259" y="36027"/>
                        </a:cubicBezTo>
                        <a:cubicBezTo>
                          <a:pt x="21766" y="33279"/>
                          <a:pt x="23540" y="30441"/>
                          <a:pt x="24825" y="26850"/>
                        </a:cubicBezTo>
                        <a:cubicBezTo>
                          <a:pt x="27308" y="20955"/>
                          <a:pt x="28992" y="14393"/>
                          <a:pt x="29790" y="9029"/>
                        </a:cubicBezTo>
                        <a:cubicBezTo>
                          <a:pt x="30322" y="5084"/>
                          <a:pt x="30234" y="607"/>
                          <a:pt x="27308" y="30"/>
                        </a:cubicBezTo>
                        <a:cubicBezTo>
                          <a:pt x="25446" y="-324"/>
                          <a:pt x="23761" y="2513"/>
                          <a:pt x="21855" y="4463"/>
                        </a:cubicBezTo>
                        <a:cubicBezTo>
                          <a:pt x="17555" y="9295"/>
                          <a:pt x="13920" y="14482"/>
                          <a:pt x="9309" y="19891"/>
                        </a:cubicBezTo>
                        <a:cubicBezTo>
                          <a:pt x="5320" y="24412"/>
                          <a:pt x="44" y="29909"/>
                          <a:pt x="0" y="38554"/>
                        </a:cubicBezTo>
                        <a:cubicBezTo>
                          <a:pt x="222" y="46356"/>
                          <a:pt x="4876" y="51233"/>
                          <a:pt x="8955" y="4954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23" name="Forme libre : forme 22422">
                    <a:extLst>
                      <a:ext uri="{FF2B5EF4-FFF2-40B4-BE49-F238E27FC236}">
                        <a16:creationId xmlns:a16="http://schemas.microsoft.com/office/drawing/2014/main" id="{0AA27B48-E041-49C8-B290-D9FB6605F38E}"/>
                      </a:ext>
                    </a:extLst>
                  </p:cNvPr>
                  <p:cNvSpPr/>
                  <p:nvPr/>
                </p:nvSpPr>
                <p:spPr>
                  <a:xfrm>
                    <a:off x="7838413" y="758014"/>
                    <a:ext cx="4642" cy="19510"/>
                  </a:xfrm>
                  <a:custGeom>
                    <a:avLst/>
                    <a:gdLst>
                      <a:gd name="connsiteX0" fmla="*/ 1522 w 4642"/>
                      <a:gd name="connsiteY0" fmla="*/ 17511 h 19510"/>
                      <a:gd name="connsiteX1" fmla="*/ 2497 w 4642"/>
                      <a:gd name="connsiteY1" fmla="*/ 19418 h 19510"/>
                      <a:gd name="connsiteX2" fmla="*/ 3783 w 4642"/>
                      <a:gd name="connsiteY2" fmla="*/ 18132 h 19510"/>
                      <a:gd name="connsiteX3" fmla="*/ 4226 w 4642"/>
                      <a:gd name="connsiteY3" fmla="*/ 14719 h 19510"/>
                      <a:gd name="connsiteX4" fmla="*/ 4626 w 4642"/>
                      <a:gd name="connsiteY4" fmla="*/ 6251 h 19510"/>
                      <a:gd name="connsiteX5" fmla="*/ 4492 w 4642"/>
                      <a:gd name="connsiteY5" fmla="*/ 3104 h 19510"/>
                      <a:gd name="connsiteX6" fmla="*/ 281 w 4642"/>
                      <a:gd name="connsiteY6" fmla="*/ 4079 h 19510"/>
                      <a:gd name="connsiteX7" fmla="*/ 104 w 4642"/>
                      <a:gd name="connsiteY7" fmla="*/ 11039 h 19510"/>
                      <a:gd name="connsiteX8" fmla="*/ 1522 w 4642"/>
                      <a:gd name="connsiteY8" fmla="*/ 17511 h 19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42" h="19510">
                        <a:moveTo>
                          <a:pt x="1522" y="17511"/>
                        </a:moveTo>
                        <a:cubicBezTo>
                          <a:pt x="1788" y="18442"/>
                          <a:pt x="1966" y="19063"/>
                          <a:pt x="2497" y="19418"/>
                        </a:cubicBezTo>
                        <a:cubicBezTo>
                          <a:pt x="3029" y="19772"/>
                          <a:pt x="3473" y="19063"/>
                          <a:pt x="3783" y="18132"/>
                        </a:cubicBezTo>
                        <a:cubicBezTo>
                          <a:pt x="4093" y="17201"/>
                          <a:pt x="4182" y="15827"/>
                          <a:pt x="4226" y="14719"/>
                        </a:cubicBezTo>
                        <a:cubicBezTo>
                          <a:pt x="4226" y="11926"/>
                          <a:pt x="4581" y="8956"/>
                          <a:pt x="4626" y="6251"/>
                        </a:cubicBezTo>
                        <a:cubicBezTo>
                          <a:pt x="4626" y="5143"/>
                          <a:pt x="4714" y="4079"/>
                          <a:pt x="4492" y="3104"/>
                        </a:cubicBezTo>
                        <a:cubicBezTo>
                          <a:pt x="3960" y="-842"/>
                          <a:pt x="1212" y="-1551"/>
                          <a:pt x="281" y="4079"/>
                        </a:cubicBezTo>
                        <a:cubicBezTo>
                          <a:pt x="-29" y="6251"/>
                          <a:pt x="-74" y="8690"/>
                          <a:pt x="104" y="11039"/>
                        </a:cubicBezTo>
                        <a:cubicBezTo>
                          <a:pt x="503" y="13433"/>
                          <a:pt x="990" y="15694"/>
                          <a:pt x="1522" y="1751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24" name="Forme libre : forme 22423">
                    <a:extLst>
                      <a:ext uri="{FF2B5EF4-FFF2-40B4-BE49-F238E27FC236}">
                        <a16:creationId xmlns:a16="http://schemas.microsoft.com/office/drawing/2014/main" id="{4697638F-8C4B-4AA5-BB47-3696016A1EC8}"/>
                      </a:ext>
                    </a:extLst>
                  </p:cNvPr>
                  <p:cNvSpPr/>
                  <p:nvPr/>
                </p:nvSpPr>
                <p:spPr>
                  <a:xfrm>
                    <a:off x="7871854" y="718693"/>
                    <a:ext cx="5600" cy="26820"/>
                  </a:xfrm>
                  <a:custGeom>
                    <a:avLst/>
                    <a:gdLst>
                      <a:gd name="connsiteX0" fmla="*/ 5497 w 5600"/>
                      <a:gd name="connsiteY0" fmla="*/ 0 h 26820"/>
                      <a:gd name="connsiteX1" fmla="*/ 3369 w 5600"/>
                      <a:gd name="connsiteY1" fmla="*/ 13211 h 26820"/>
                      <a:gd name="connsiteX2" fmla="*/ 0 w 5600"/>
                      <a:gd name="connsiteY2" fmla="*/ 26820 h 26820"/>
                      <a:gd name="connsiteX3" fmla="*/ 5497 w 5600"/>
                      <a:gd name="connsiteY3" fmla="*/ 0 h 26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00" h="26820">
                        <a:moveTo>
                          <a:pt x="5497" y="0"/>
                        </a:moveTo>
                        <a:cubicBezTo>
                          <a:pt x="5985" y="3724"/>
                          <a:pt x="4655" y="8379"/>
                          <a:pt x="3369" y="13211"/>
                        </a:cubicBezTo>
                        <a:cubicBezTo>
                          <a:pt x="1995" y="17954"/>
                          <a:pt x="754" y="23008"/>
                          <a:pt x="0" y="26820"/>
                        </a:cubicBezTo>
                        <a:cubicBezTo>
                          <a:pt x="1463" y="18530"/>
                          <a:pt x="3059" y="8113"/>
                          <a:pt x="549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25" name="Forme libre : forme 22424">
                    <a:extLst>
                      <a:ext uri="{FF2B5EF4-FFF2-40B4-BE49-F238E27FC236}">
                        <a16:creationId xmlns:a16="http://schemas.microsoft.com/office/drawing/2014/main" id="{1B23DCBC-2523-4F16-B30F-E7AF30E95481}"/>
                      </a:ext>
                    </a:extLst>
                  </p:cNvPr>
                  <p:cNvSpPr/>
                  <p:nvPr/>
                </p:nvSpPr>
                <p:spPr>
                  <a:xfrm>
                    <a:off x="7830243" y="764044"/>
                    <a:ext cx="8894" cy="33691"/>
                  </a:xfrm>
                  <a:custGeom>
                    <a:avLst/>
                    <a:gdLst>
                      <a:gd name="connsiteX0" fmla="*/ 383 w 8894"/>
                      <a:gd name="connsiteY0" fmla="*/ 0 h 33691"/>
                      <a:gd name="connsiteX1" fmla="*/ 250 w 8894"/>
                      <a:gd name="connsiteY1" fmla="*/ 10329 h 33691"/>
                      <a:gd name="connsiteX2" fmla="*/ 2200 w 8894"/>
                      <a:gd name="connsiteY2" fmla="*/ 19727 h 33691"/>
                      <a:gd name="connsiteX3" fmla="*/ 5436 w 8894"/>
                      <a:gd name="connsiteY3" fmla="*/ 27397 h 33691"/>
                      <a:gd name="connsiteX4" fmla="*/ 8894 w 8894"/>
                      <a:gd name="connsiteY4" fmla="*/ 33691 h 33691"/>
                      <a:gd name="connsiteX5" fmla="*/ 5658 w 8894"/>
                      <a:gd name="connsiteY5" fmla="*/ 27441 h 33691"/>
                      <a:gd name="connsiteX6" fmla="*/ 2777 w 8894"/>
                      <a:gd name="connsiteY6" fmla="*/ 19284 h 33691"/>
                      <a:gd name="connsiteX7" fmla="*/ 1624 w 8894"/>
                      <a:gd name="connsiteY7" fmla="*/ 14496 h 33691"/>
                      <a:gd name="connsiteX8" fmla="*/ 959 w 8894"/>
                      <a:gd name="connsiteY8" fmla="*/ 9575 h 33691"/>
                      <a:gd name="connsiteX9" fmla="*/ 383 w 8894"/>
                      <a:gd name="connsiteY9" fmla="*/ 0 h 33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894" h="33691">
                        <a:moveTo>
                          <a:pt x="383" y="0"/>
                        </a:moveTo>
                        <a:cubicBezTo>
                          <a:pt x="-194" y="3546"/>
                          <a:pt x="-16" y="7004"/>
                          <a:pt x="250" y="10329"/>
                        </a:cubicBezTo>
                        <a:cubicBezTo>
                          <a:pt x="471" y="13654"/>
                          <a:pt x="1269" y="16801"/>
                          <a:pt x="2200" y="19727"/>
                        </a:cubicBezTo>
                        <a:cubicBezTo>
                          <a:pt x="3131" y="22653"/>
                          <a:pt x="4195" y="25579"/>
                          <a:pt x="5436" y="27397"/>
                        </a:cubicBezTo>
                        <a:cubicBezTo>
                          <a:pt x="6633" y="29480"/>
                          <a:pt x="7786" y="31608"/>
                          <a:pt x="8894" y="33691"/>
                        </a:cubicBezTo>
                        <a:cubicBezTo>
                          <a:pt x="7786" y="31785"/>
                          <a:pt x="6722" y="29657"/>
                          <a:pt x="5658" y="27441"/>
                        </a:cubicBezTo>
                        <a:cubicBezTo>
                          <a:pt x="4550" y="25535"/>
                          <a:pt x="3619" y="22343"/>
                          <a:pt x="2777" y="19284"/>
                        </a:cubicBezTo>
                        <a:cubicBezTo>
                          <a:pt x="2377" y="17732"/>
                          <a:pt x="1979" y="16136"/>
                          <a:pt x="1624" y="14496"/>
                        </a:cubicBezTo>
                        <a:cubicBezTo>
                          <a:pt x="1358" y="12856"/>
                          <a:pt x="1136" y="11216"/>
                          <a:pt x="959" y="9575"/>
                        </a:cubicBezTo>
                        <a:cubicBezTo>
                          <a:pt x="560" y="6339"/>
                          <a:pt x="250" y="3103"/>
                          <a:pt x="3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26" name="Forme libre : forme 22425">
                    <a:extLst>
                      <a:ext uri="{FF2B5EF4-FFF2-40B4-BE49-F238E27FC236}">
                        <a16:creationId xmlns:a16="http://schemas.microsoft.com/office/drawing/2014/main" id="{ADF80D89-41A0-42F7-8750-478C22F604FE}"/>
                      </a:ext>
                    </a:extLst>
                  </p:cNvPr>
                  <p:cNvSpPr/>
                  <p:nvPr/>
                </p:nvSpPr>
                <p:spPr>
                  <a:xfrm>
                    <a:off x="7848422" y="734972"/>
                    <a:ext cx="9323" cy="14881"/>
                  </a:xfrm>
                  <a:custGeom>
                    <a:avLst/>
                    <a:gdLst>
                      <a:gd name="connsiteX0" fmla="*/ 9202 w 9323"/>
                      <a:gd name="connsiteY0" fmla="*/ 390 h 14881"/>
                      <a:gd name="connsiteX1" fmla="*/ 5345 w 9323"/>
                      <a:gd name="connsiteY1" fmla="*/ 9433 h 14881"/>
                      <a:gd name="connsiteX2" fmla="*/ 291 w 9323"/>
                      <a:gd name="connsiteY2" fmla="*/ 14532 h 14881"/>
                      <a:gd name="connsiteX3" fmla="*/ 3394 w 9323"/>
                      <a:gd name="connsiteY3" fmla="*/ 5532 h 14881"/>
                      <a:gd name="connsiteX4" fmla="*/ 9202 w 9323"/>
                      <a:gd name="connsiteY4" fmla="*/ 390 h 14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23" h="14881">
                        <a:moveTo>
                          <a:pt x="9202" y="390"/>
                        </a:moveTo>
                        <a:cubicBezTo>
                          <a:pt x="10044" y="2163"/>
                          <a:pt x="6276" y="7572"/>
                          <a:pt x="5345" y="9433"/>
                        </a:cubicBezTo>
                        <a:cubicBezTo>
                          <a:pt x="4192" y="11118"/>
                          <a:pt x="1444" y="16260"/>
                          <a:pt x="291" y="14532"/>
                        </a:cubicBezTo>
                        <a:cubicBezTo>
                          <a:pt x="-994" y="12714"/>
                          <a:pt x="2330" y="7173"/>
                          <a:pt x="3394" y="5532"/>
                        </a:cubicBezTo>
                        <a:cubicBezTo>
                          <a:pt x="4458" y="3848"/>
                          <a:pt x="8315" y="-1472"/>
                          <a:pt x="9202" y="39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27" name="Forme libre : forme 22426">
                    <a:extLst>
                      <a:ext uri="{FF2B5EF4-FFF2-40B4-BE49-F238E27FC236}">
                        <a16:creationId xmlns:a16="http://schemas.microsoft.com/office/drawing/2014/main" id="{112D1C2A-5B70-4CF1-B2BA-35FE1F8E5CF5}"/>
                      </a:ext>
                    </a:extLst>
                  </p:cNvPr>
                  <p:cNvSpPr/>
                  <p:nvPr/>
                </p:nvSpPr>
                <p:spPr>
                  <a:xfrm>
                    <a:off x="7855887" y="732907"/>
                    <a:ext cx="2999" cy="4154"/>
                  </a:xfrm>
                  <a:custGeom>
                    <a:avLst/>
                    <a:gdLst>
                      <a:gd name="connsiteX0" fmla="*/ 2756 w 2999"/>
                      <a:gd name="connsiteY0" fmla="*/ 16 h 4154"/>
                      <a:gd name="connsiteX1" fmla="*/ 2224 w 2999"/>
                      <a:gd name="connsiteY1" fmla="*/ 2277 h 4154"/>
                      <a:gd name="connsiteX2" fmla="*/ 273 w 2999"/>
                      <a:gd name="connsiteY2" fmla="*/ 4139 h 4154"/>
                      <a:gd name="connsiteX3" fmla="*/ 628 w 2999"/>
                      <a:gd name="connsiteY3" fmla="*/ 1878 h 4154"/>
                      <a:gd name="connsiteX4" fmla="*/ 2756 w 2999"/>
                      <a:gd name="connsiteY4" fmla="*/ 16 h 4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99" h="4154">
                        <a:moveTo>
                          <a:pt x="2756" y="16"/>
                        </a:moveTo>
                        <a:cubicBezTo>
                          <a:pt x="3376" y="238"/>
                          <a:pt x="2667" y="1612"/>
                          <a:pt x="2224" y="2277"/>
                        </a:cubicBezTo>
                        <a:cubicBezTo>
                          <a:pt x="1736" y="2942"/>
                          <a:pt x="938" y="4316"/>
                          <a:pt x="273" y="4139"/>
                        </a:cubicBezTo>
                        <a:cubicBezTo>
                          <a:pt x="-348" y="3962"/>
                          <a:pt x="229" y="2587"/>
                          <a:pt x="628" y="1878"/>
                        </a:cubicBezTo>
                        <a:cubicBezTo>
                          <a:pt x="1115" y="1169"/>
                          <a:pt x="2135" y="-161"/>
                          <a:pt x="2756" y="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428" name="Forme libre : forme 22427">
                    <a:extLst>
                      <a:ext uri="{FF2B5EF4-FFF2-40B4-BE49-F238E27FC236}">
                        <a16:creationId xmlns:a16="http://schemas.microsoft.com/office/drawing/2014/main" id="{A0F9B800-1B31-4D5E-8C11-7CA20E98BDEC}"/>
                      </a:ext>
                    </a:extLst>
                  </p:cNvPr>
                  <p:cNvSpPr/>
                  <p:nvPr/>
                </p:nvSpPr>
                <p:spPr>
                  <a:xfrm>
                    <a:off x="7838918" y="716489"/>
                    <a:ext cx="35138" cy="30271"/>
                  </a:xfrm>
                  <a:custGeom>
                    <a:avLst/>
                    <a:gdLst>
                      <a:gd name="connsiteX0" fmla="*/ 21764 w 35138"/>
                      <a:gd name="connsiteY0" fmla="*/ 2736 h 30271"/>
                      <a:gd name="connsiteX1" fmla="*/ 34221 w 35138"/>
                      <a:gd name="connsiteY1" fmla="*/ 254 h 30271"/>
                      <a:gd name="connsiteX2" fmla="*/ 33822 w 35138"/>
                      <a:gd name="connsiteY2" fmla="*/ 4155 h 30271"/>
                      <a:gd name="connsiteX3" fmla="*/ 29256 w 35138"/>
                      <a:gd name="connsiteY3" fmla="*/ 6416 h 30271"/>
                      <a:gd name="connsiteX4" fmla="*/ 15247 w 35138"/>
                      <a:gd name="connsiteY4" fmla="*/ 14661 h 30271"/>
                      <a:gd name="connsiteX5" fmla="*/ 11789 w 35138"/>
                      <a:gd name="connsiteY5" fmla="*/ 18474 h 30271"/>
                      <a:gd name="connsiteX6" fmla="*/ 7179 w 35138"/>
                      <a:gd name="connsiteY6" fmla="*/ 24414 h 30271"/>
                      <a:gd name="connsiteX7" fmla="*/ 396 w 35138"/>
                      <a:gd name="connsiteY7" fmla="*/ 29512 h 30271"/>
                      <a:gd name="connsiteX8" fmla="*/ 3056 w 35138"/>
                      <a:gd name="connsiteY8" fmla="*/ 18164 h 30271"/>
                      <a:gd name="connsiteX9" fmla="*/ 7179 w 35138"/>
                      <a:gd name="connsiteY9" fmla="*/ 12090 h 30271"/>
                      <a:gd name="connsiteX10" fmla="*/ 11080 w 35138"/>
                      <a:gd name="connsiteY10" fmla="*/ 8056 h 30271"/>
                      <a:gd name="connsiteX11" fmla="*/ 21764 w 35138"/>
                      <a:gd name="connsiteY11" fmla="*/ 2736 h 30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5138" h="30271">
                        <a:moveTo>
                          <a:pt x="21764" y="2736"/>
                        </a:moveTo>
                        <a:cubicBezTo>
                          <a:pt x="26596" y="609"/>
                          <a:pt x="30186" y="-544"/>
                          <a:pt x="34221" y="254"/>
                        </a:cubicBezTo>
                        <a:cubicBezTo>
                          <a:pt x="35684" y="564"/>
                          <a:pt x="35285" y="2692"/>
                          <a:pt x="33822" y="4155"/>
                        </a:cubicBezTo>
                        <a:cubicBezTo>
                          <a:pt x="32270" y="5574"/>
                          <a:pt x="30807" y="5928"/>
                          <a:pt x="29256" y="6416"/>
                        </a:cubicBezTo>
                        <a:cubicBezTo>
                          <a:pt x="24423" y="7923"/>
                          <a:pt x="19724" y="10716"/>
                          <a:pt x="15247" y="14661"/>
                        </a:cubicBezTo>
                        <a:cubicBezTo>
                          <a:pt x="14493" y="15238"/>
                          <a:pt x="13208" y="16656"/>
                          <a:pt x="11789" y="18474"/>
                        </a:cubicBezTo>
                        <a:cubicBezTo>
                          <a:pt x="10282" y="20247"/>
                          <a:pt x="8642" y="22375"/>
                          <a:pt x="7179" y="24414"/>
                        </a:cubicBezTo>
                        <a:cubicBezTo>
                          <a:pt x="4031" y="28360"/>
                          <a:pt x="1549" y="31862"/>
                          <a:pt x="396" y="29512"/>
                        </a:cubicBezTo>
                        <a:cubicBezTo>
                          <a:pt x="-757" y="27207"/>
                          <a:pt x="751" y="22597"/>
                          <a:pt x="3056" y="18164"/>
                        </a:cubicBezTo>
                        <a:cubicBezTo>
                          <a:pt x="4342" y="15991"/>
                          <a:pt x="5804" y="13908"/>
                          <a:pt x="7179" y="12090"/>
                        </a:cubicBezTo>
                        <a:cubicBezTo>
                          <a:pt x="8686" y="10361"/>
                          <a:pt x="10060" y="8943"/>
                          <a:pt x="11080" y="8056"/>
                        </a:cubicBezTo>
                        <a:cubicBezTo>
                          <a:pt x="15291" y="4643"/>
                          <a:pt x="18173" y="4421"/>
                          <a:pt x="21764" y="273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56" name="Graphique 2">
                <a:extLst>
                  <a:ext uri="{FF2B5EF4-FFF2-40B4-BE49-F238E27FC236}">
                    <a16:creationId xmlns:a16="http://schemas.microsoft.com/office/drawing/2014/main" id="{04C586F7-FE68-4134-972C-01839A85DB4B}"/>
                  </a:ext>
                </a:extLst>
              </p:cNvPr>
              <p:cNvGrpSpPr/>
              <p:nvPr/>
            </p:nvGrpSpPr>
            <p:grpSpPr>
              <a:xfrm>
                <a:off x="4212953" y="650889"/>
                <a:ext cx="3664265" cy="806089"/>
                <a:chOff x="4212953" y="650889"/>
                <a:chExt cx="3664265" cy="806089"/>
              </a:xfrm>
              <a:solidFill>
                <a:schemeClr val="accent1"/>
              </a:solidFill>
            </p:grpSpPr>
            <p:grpSp>
              <p:nvGrpSpPr>
                <p:cNvPr id="21698" name="Graphique 2">
                  <a:extLst>
                    <a:ext uri="{FF2B5EF4-FFF2-40B4-BE49-F238E27FC236}">
                      <a16:creationId xmlns:a16="http://schemas.microsoft.com/office/drawing/2014/main" id="{5F68E7EA-E944-4205-8B4E-F73EEDEDB478}"/>
                    </a:ext>
                  </a:extLst>
                </p:cNvPr>
                <p:cNvGrpSpPr/>
                <p:nvPr/>
              </p:nvGrpSpPr>
              <p:grpSpPr>
                <a:xfrm>
                  <a:off x="4212953" y="1244333"/>
                  <a:ext cx="79573" cy="62010"/>
                  <a:chOff x="4212953" y="1244333"/>
                  <a:chExt cx="79573" cy="62010"/>
                </a:xfrm>
                <a:solidFill>
                  <a:schemeClr val="accent1"/>
                </a:solidFill>
              </p:grpSpPr>
              <p:sp>
                <p:nvSpPr>
                  <p:cNvPr id="22349" name="Forme libre : forme 22348">
                    <a:extLst>
                      <a:ext uri="{FF2B5EF4-FFF2-40B4-BE49-F238E27FC236}">
                        <a16:creationId xmlns:a16="http://schemas.microsoft.com/office/drawing/2014/main" id="{74B81383-1C16-4080-8B42-5B3BCA8103C4}"/>
                      </a:ext>
                    </a:extLst>
                  </p:cNvPr>
                  <p:cNvSpPr/>
                  <p:nvPr/>
                </p:nvSpPr>
                <p:spPr>
                  <a:xfrm>
                    <a:off x="4212953" y="1244333"/>
                    <a:ext cx="79573" cy="62007"/>
                  </a:xfrm>
                  <a:custGeom>
                    <a:avLst/>
                    <a:gdLst>
                      <a:gd name="connsiteX0" fmla="*/ 73323 w 79573"/>
                      <a:gd name="connsiteY0" fmla="*/ 1100 h 62007"/>
                      <a:gd name="connsiteX1" fmla="*/ 57896 w 79573"/>
                      <a:gd name="connsiteY1" fmla="*/ 346 h 62007"/>
                      <a:gd name="connsiteX2" fmla="*/ 40696 w 79573"/>
                      <a:gd name="connsiteY2" fmla="*/ 6863 h 62007"/>
                      <a:gd name="connsiteX3" fmla="*/ 27707 w 79573"/>
                      <a:gd name="connsiteY3" fmla="*/ 15552 h 62007"/>
                      <a:gd name="connsiteX4" fmla="*/ 15427 w 79573"/>
                      <a:gd name="connsiteY4" fmla="*/ 24994 h 62007"/>
                      <a:gd name="connsiteX5" fmla="*/ 44 w 79573"/>
                      <a:gd name="connsiteY5" fmla="*/ 46362 h 62007"/>
                      <a:gd name="connsiteX6" fmla="*/ 0 w 79573"/>
                      <a:gd name="connsiteY6" fmla="*/ 59617 h 62007"/>
                      <a:gd name="connsiteX7" fmla="*/ 4389 w 79573"/>
                      <a:gd name="connsiteY7" fmla="*/ 61834 h 62007"/>
                      <a:gd name="connsiteX8" fmla="*/ 35952 w 79573"/>
                      <a:gd name="connsiteY8" fmla="*/ 53455 h 62007"/>
                      <a:gd name="connsiteX9" fmla="*/ 61398 w 79573"/>
                      <a:gd name="connsiteY9" fmla="*/ 35146 h 62007"/>
                      <a:gd name="connsiteX10" fmla="*/ 73678 w 79573"/>
                      <a:gd name="connsiteY10" fmla="*/ 22468 h 62007"/>
                      <a:gd name="connsiteX11" fmla="*/ 79441 w 79573"/>
                      <a:gd name="connsiteY11" fmla="*/ 8769 h 62007"/>
                      <a:gd name="connsiteX12" fmla="*/ 73323 w 79573"/>
                      <a:gd name="connsiteY12" fmla="*/ 1100 h 62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9573" h="62007">
                        <a:moveTo>
                          <a:pt x="73323" y="1100"/>
                        </a:moveTo>
                        <a:cubicBezTo>
                          <a:pt x="68092" y="80"/>
                          <a:pt x="63172" y="-363"/>
                          <a:pt x="57896" y="346"/>
                        </a:cubicBezTo>
                        <a:cubicBezTo>
                          <a:pt x="52576" y="1012"/>
                          <a:pt x="47035" y="2962"/>
                          <a:pt x="40696" y="6863"/>
                        </a:cubicBezTo>
                        <a:cubicBezTo>
                          <a:pt x="37282" y="8902"/>
                          <a:pt x="32495" y="12272"/>
                          <a:pt x="27707" y="15552"/>
                        </a:cubicBezTo>
                        <a:cubicBezTo>
                          <a:pt x="23008" y="19010"/>
                          <a:pt x="18353" y="22468"/>
                          <a:pt x="15427" y="24994"/>
                        </a:cubicBezTo>
                        <a:cubicBezTo>
                          <a:pt x="7137" y="31999"/>
                          <a:pt x="2571" y="38870"/>
                          <a:pt x="44" y="46362"/>
                        </a:cubicBezTo>
                        <a:lnTo>
                          <a:pt x="0" y="59617"/>
                        </a:lnTo>
                        <a:cubicBezTo>
                          <a:pt x="1197" y="60858"/>
                          <a:pt x="2748" y="61745"/>
                          <a:pt x="4389" y="61834"/>
                        </a:cubicBezTo>
                        <a:cubicBezTo>
                          <a:pt x="15117" y="62499"/>
                          <a:pt x="23939" y="61568"/>
                          <a:pt x="35952" y="53455"/>
                        </a:cubicBezTo>
                        <a:cubicBezTo>
                          <a:pt x="42336" y="49066"/>
                          <a:pt x="55458" y="39579"/>
                          <a:pt x="61398" y="35146"/>
                        </a:cubicBezTo>
                        <a:cubicBezTo>
                          <a:pt x="66895" y="30846"/>
                          <a:pt x="70841" y="26768"/>
                          <a:pt x="73678" y="22468"/>
                        </a:cubicBezTo>
                        <a:cubicBezTo>
                          <a:pt x="76515" y="18079"/>
                          <a:pt x="78288" y="13602"/>
                          <a:pt x="79441" y="8769"/>
                        </a:cubicBezTo>
                        <a:cubicBezTo>
                          <a:pt x="80283" y="5400"/>
                          <a:pt x="76959" y="1765"/>
                          <a:pt x="73323" y="110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50" name="Forme libre : forme 22349">
                    <a:extLst>
                      <a:ext uri="{FF2B5EF4-FFF2-40B4-BE49-F238E27FC236}">
                        <a16:creationId xmlns:a16="http://schemas.microsoft.com/office/drawing/2014/main" id="{B2D2816E-D67E-43F6-B2E7-1F2FB052FFAA}"/>
                      </a:ext>
                    </a:extLst>
                  </p:cNvPr>
                  <p:cNvSpPr/>
                  <p:nvPr/>
                </p:nvSpPr>
                <p:spPr>
                  <a:xfrm>
                    <a:off x="4213219" y="1252881"/>
                    <a:ext cx="79175" cy="53463"/>
                  </a:xfrm>
                  <a:custGeom>
                    <a:avLst/>
                    <a:gdLst>
                      <a:gd name="connsiteX0" fmla="*/ 32007 w 79175"/>
                      <a:gd name="connsiteY0" fmla="*/ 31963 h 53463"/>
                      <a:gd name="connsiteX1" fmla="*/ 0 w 79175"/>
                      <a:gd name="connsiteY1" fmla="*/ 51424 h 53463"/>
                      <a:gd name="connsiteX2" fmla="*/ 4034 w 79175"/>
                      <a:gd name="connsiteY2" fmla="*/ 53286 h 53463"/>
                      <a:gd name="connsiteX3" fmla="*/ 9442 w 79175"/>
                      <a:gd name="connsiteY3" fmla="*/ 53463 h 53463"/>
                      <a:gd name="connsiteX4" fmla="*/ 24692 w 79175"/>
                      <a:gd name="connsiteY4" fmla="*/ 50759 h 53463"/>
                      <a:gd name="connsiteX5" fmla="*/ 35598 w 79175"/>
                      <a:gd name="connsiteY5" fmla="*/ 44907 h 53463"/>
                      <a:gd name="connsiteX6" fmla="*/ 39765 w 79175"/>
                      <a:gd name="connsiteY6" fmla="*/ 42026 h 53463"/>
                      <a:gd name="connsiteX7" fmla="*/ 59226 w 79175"/>
                      <a:gd name="connsiteY7" fmla="*/ 27973 h 53463"/>
                      <a:gd name="connsiteX8" fmla="*/ 61088 w 79175"/>
                      <a:gd name="connsiteY8" fmla="*/ 26599 h 53463"/>
                      <a:gd name="connsiteX9" fmla="*/ 70619 w 79175"/>
                      <a:gd name="connsiteY9" fmla="*/ 17599 h 53463"/>
                      <a:gd name="connsiteX10" fmla="*/ 77845 w 79175"/>
                      <a:gd name="connsiteY10" fmla="*/ 4699 h 53463"/>
                      <a:gd name="connsiteX11" fmla="*/ 79175 w 79175"/>
                      <a:gd name="connsiteY11" fmla="*/ 177 h 53463"/>
                      <a:gd name="connsiteX12" fmla="*/ 79175 w 79175"/>
                      <a:gd name="connsiteY12" fmla="*/ 0 h 53463"/>
                      <a:gd name="connsiteX13" fmla="*/ 32007 w 79175"/>
                      <a:gd name="connsiteY13" fmla="*/ 31963 h 53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9175" h="53463">
                        <a:moveTo>
                          <a:pt x="32007" y="31963"/>
                        </a:moveTo>
                        <a:cubicBezTo>
                          <a:pt x="22032" y="40297"/>
                          <a:pt x="10994" y="48631"/>
                          <a:pt x="0" y="51424"/>
                        </a:cubicBezTo>
                        <a:cubicBezTo>
                          <a:pt x="1153" y="52488"/>
                          <a:pt x="2527" y="53197"/>
                          <a:pt x="4034" y="53286"/>
                        </a:cubicBezTo>
                        <a:cubicBezTo>
                          <a:pt x="5896" y="53375"/>
                          <a:pt x="7669" y="53463"/>
                          <a:pt x="9442" y="53463"/>
                        </a:cubicBezTo>
                        <a:cubicBezTo>
                          <a:pt x="14541" y="53419"/>
                          <a:pt x="19417" y="52754"/>
                          <a:pt x="24692" y="50759"/>
                        </a:cubicBezTo>
                        <a:cubicBezTo>
                          <a:pt x="28106" y="49429"/>
                          <a:pt x="31652" y="47567"/>
                          <a:pt x="35598" y="44907"/>
                        </a:cubicBezTo>
                        <a:cubicBezTo>
                          <a:pt x="36795" y="44065"/>
                          <a:pt x="38213" y="43090"/>
                          <a:pt x="39765" y="42026"/>
                        </a:cubicBezTo>
                        <a:cubicBezTo>
                          <a:pt x="45794" y="37681"/>
                          <a:pt x="53951" y="31785"/>
                          <a:pt x="59226" y="27973"/>
                        </a:cubicBezTo>
                        <a:cubicBezTo>
                          <a:pt x="59891" y="27485"/>
                          <a:pt x="60512" y="26998"/>
                          <a:pt x="61088" y="26599"/>
                        </a:cubicBezTo>
                        <a:cubicBezTo>
                          <a:pt x="65034" y="23628"/>
                          <a:pt x="68048" y="20570"/>
                          <a:pt x="70619" y="17599"/>
                        </a:cubicBezTo>
                        <a:cubicBezTo>
                          <a:pt x="74033" y="13521"/>
                          <a:pt x="76161" y="9088"/>
                          <a:pt x="77845" y="4699"/>
                        </a:cubicBezTo>
                        <a:cubicBezTo>
                          <a:pt x="78333" y="3236"/>
                          <a:pt x="78776" y="1729"/>
                          <a:pt x="79175" y="177"/>
                        </a:cubicBezTo>
                        <a:lnTo>
                          <a:pt x="79175" y="0"/>
                        </a:lnTo>
                        <a:cubicBezTo>
                          <a:pt x="62773" y="9398"/>
                          <a:pt x="46282" y="20038"/>
                          <a:pt x="32007" y="3196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51" name="Forme libre : forme 22350">
                    <a:extLst>
                      <a:ext uri="{FF2B5EF4-FFF2-40B4-BE49-F238E27FC236}">
                        <a16:creationId xmlns:a16="http://schemas.microsoft.com/office/drawing/2014/main" id="{BE73EC19-80DA-4723-AB1A-355F840A3D11}"/>
                      </a:ext>
                    </a:extLst>
                  </p:cNvPr>
                  <p:cNvSpPr/>
                  <p:nvPr/>
                </p:nvSpPr>
                <p:spPr>
                  <a:xfrm>
                    <a:off x="4238737" y="1257557"/>
                    <a:ext cx="37492" cy="27088"/>
                  </a:xfrm>
                  <a:custGeom>
                    <a:avLst/>
                    <a:gdLst>
                      <a:gd name="connsiteX0" fmla="*/ 37166 w 37492"/>
                      <a:gd name="connsiteY0" fmla="*/ 999 h 27088"/>
                      <a:gd name="connsiteX1" fmla="*/ 21340 w 37492"/>
                      <a:gd name="connsiteY1" fmla="*/ 18598 h 27088"/>
                      <a:gd name="connsiteX2" fmla="*/ 549 w 37492"/>
                      <a:gd name="connsiteY2" fmla="*/ 26046 h 27088"/>
                      <a:gd name="connsiteX3" fmla="*/ 14602 w 37492"/>
                      <a:gd name="connsiteY3" fmla="*/ 9200 h 27088"/>
                      <a:gd name="connsiteX4" fmla="*/ 37166 w 37492"/>
                      <a:gd name="connsiteY4" fmla="*/ 999 h 27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492" h="27088">
                        <a:moveTo>
                          <a:pt x="37166" y="999"/>
                        </a:moveTo>
                        <a:cubicBezTo>
                          <a:pt x="39782" y="4811"/>
                          <a:pt x="25950" y="15140"/>
                          <a:pt x="21340" y="18598"/>
                        </a:cubicBezTo>
                        <a:cubicBezTo>
                          <a:pt x="16552" y="21878"/>
                          <a:pt x="3741" y="29947"/>
                          <a:pt x="549" y="26046"/>
                        </a:cubicBezTo>
                        <a:cubicBezTo>
                          <a:pt x="-2776" y="22012"/>
                          <a:pt x="9903" y="12170"/>
                          <a:pt x="14602" y="9200"/>
                        </a:cubicBezTo>
                        <a:cubicBezTo>
                          <a:pt x="19123" y="6052"/>
                          <a:pt x="34462" y="-2991"/>
                          <a:pt x="37166" y="99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52" name="Forme libre : forme 22351">
                    <a:extLst>
                      <a:ext uri="{FF2B5EF4-FFF2-40B4-BE49-F238E27FC236}">
                        <a16:creationId xmlns:a16="http://schemas.microsoft.com/office/drawing/2014/main" id="{11322E3C-EC3C-4A43-8AD1-E2F68EE36AD8}"/>
                      </a:ext>
                    </a:extLst>
                  </p:cNvPr>
                  <p:cNvSpPr/>
                  <p:nvPr/>
                </p:nvSpPr>
                <p:spPr>
                  <a:xfrm>
                    <a:off x="4238353" y="1270037"/>
                    <a:ext cx="29215" cy="14454"/>
                  </a:xfrm>
                  <a:custGeom>
                    <a:avLst/>
                    <a:gdLst>
                      <a:gd name="connsiteX0" fmla="*/ 5632 w 29215"/>
                      <a:gd name="connsiteY0" fmla="*/ 4256 h 14454"/>
                      <a:gd name="connsiteX1" fmla="*/ 755 w 29215"/>
                      <a:gd name="connsiteY1" fmla="*/ 13698 h 14454"/>
                      <a:gd name="connsiteX2" fmla="*/ 21946 w 29215"/>
                      <a:gd name="connsiteY2" fmla="*/ 5940 h 14454"/>
                      <a:gd name="connsiteX3" fmla="*/ 29216 w 29215"/>
                      <a:gd name="connsiteY3" fmla="*/ 0 h 14454"/>
                      <a:gd name="connsiteX4" fmla="*/ 24872 w 29215"/>
                      <a:gd name="connsiteY4" fmla="*/ 2527 h 14454"/>
                      <a:gd name="connsiteX5" fmla="*/ 5632 w 29215"/>
                      <a:gd name="connsiteY5" fmla="*/ 4256 h 14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15" h="14454">
                        <a:moveTo>
                          <a:pt x="5632" y="4256"/>
                        </a:moveTo>
                        <a:cubicBezTo>
                          <a:pt x="3859" y="6605"/>
                          <a:pt x="-2082" y="11748"/>
                          <a:pt x="755" y="13698"/>
                        </a:cubicBezTo>
                        <a:cubicBezTo>
                          <a:pt x="5189" y="16713"/>
                          <a:pt x="15872" y="10019"/>
                          <a:pt x="21946" y="5940"/>
                        </a:cubicBezTo>
                        <a:cubicBezTo>
                          <a:pt x="23675" y="4699"/>
                          <a:pt x="27398" y="1640"/>
                          <a:pt x="29216" y="0"/>
                        </a:cubicBezTo>
                        <a:cubicBezTo>
                          <a:pt x="28063" y="754"/>
                          <a:pt x="26113" y="1995"/>
                          <a:pt x="24872" y="2527"/>
                        </a:cubicBezTo>
                        <a:cubicBezTo>
                          <a:pt x="17867" y="5408"/>
                          <a:pt x="9311" y="8467"/>
                          <a:pt x="5632" y="425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53" name="Forme libre : forme 22352">
                    <a:extLst>
                      <a:ext uri="{FF2B5EF4-FFF2-40B4-BE49-F238E27FC236}">
                        <a16:creationId xmlns:a16="http://schemas.microsoft.com/office/drawing/2014/main" id="{67E69669-6717-48FD-9B69-C1356B5DEFE5}"/>
                      </a:ext>
                    </a:extLst>
                  </p:cNvPr>
                  <p:cNvSpPr/>
                  <p:nvPr/>
                </p:nvSpPr>
                <p:spPr>
                  <a:xfrm>
                    <a:off x="4241281" y="1256961"/>
                    <a:ext cx="37375" cy="27317"/>
                  </a:xfrm>
                  <a:custGeom>
                    <a:avLst/>
                    <a:gdLst>
                      <a:gd name="connsiteX0" fmla="*/ 37282 w 37375"/>
                      <a:gd name="connsiteY0" fmla="*/ 1284 h 27317"/>
                      <a:gd name="connsiteX1" fmla="*/ 21279 w 37375"/>
                      <a:gd name="connsiteY1" fmla="*/ 19105 h 27317"/>
                      <a:gd name="connsiteX2" fmla="*/ 620 w 37375"/>
                      <a:gd name="connsiteY2" fmla="*/ 26242 h 27317"/>
                      <a:gd name="connsiteX3" fmla="*/ 14673 w 37375"/>
                      <a:gd name="connsiteY3" fmla="*/ 9574 h 27317"/>
                      <a:gd name="connsiteX4" fmla="*/ 37282 w 37375"/>
                      <a:gd name="connsiteY4" fmla="*/ 1284 h 27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375" h="27317">
                        <a:moveTo>
                          <a:pt x="37282" y="1284"/>
                        </a:moveTo>
                        <a:cubicBezTo>
                          <a:pt x="38568" y="5939"/>
                          <a:pt x="26199" y="15337"/>
                          <a:pt x="21279" y="19105"/>
                        </a:cubicBezTo>
                        <a:cubicBezTo>
                          <a:pt x="16225" y="22784"/>
                          <a:pt x="4211" y="30055"/>
                          <a:pt x="620" y="26242"/>
                        </a:cubicBezTo>
                        <a:cubicBezTo>
                          <a:pt x="-3015" y="22385"/>
                          <a:pt x="10329" y="12411"/>
                          <a:pt x="14673" y="9574"/>
                        </a:cubicBezTo>
                        <a:cubicBezTo>
                          <a:pt x="18796" y="6604"/>
                          <a:pt x="35863" y="-3548"/>
                          <a:pt x="37282" y="128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54" name="Forme libre : forme 22353">
                    <a:extLst>
                      <a:ext uri="{FF2B5EF4-FFF2-40B4-BE49-F238E27FC236}">
                        <a16:creationId xmlns:a16="http://schemas.microsoft.com/office/drawing/2014/main" id="{553949EE-FAAF-47C7-8465-8B9724232896}"/>
                      </a:ext>
                    </a:extLst>
                  </p:cNvPr>
                  <p:cNvSpPr/>
                  <p:nvPr/>
                </p:nvSpPr>
                <p:spPr>
                  <a:xfrm>
                    <a:off x="4220808" y="1268643"/>
                    <a:ext cx="50868" cy="29269"/>
                  </a:xfrm>
                  <a:custGeom>
                    <a:avLst/>
                    <a:gdLst>
                      <a:gd name="connsiteX0" fmla="*/ 2474 w 50868"/>
                      <a:gd name="connsiteY0" fmla="*/ 27993 h 29269"/>
                      <a:gd name="connsiteX1" fmla="*/ 10365 w 50868"/>
                      <a:gd name="connsiteY1" fmla="*/ 28880 h 29269"/>
                      <a:gd name="connsiteX2" fmla="*/ 30802 w 50868"/>
                      <a:gd name="connsiteY2" fmla="*/ 22806 h 29269"/>
                      <a:gd name="connsiteX3" fmla="*/ 47204 w 50868"/>
                      <a:gd name="connsiteY3" fmla="*/ 9773 h 29269"/>
                      <a:gd name="connsiteX4" fmla="*/ 49775 w 50868"/>
                      <a:gd name="connsiteY4" fmla="*/ 330 h 29269"/>
                      <a:gd name="connsiteX5" fmla="*/ 42594 w 50868"/>
                      <a:gd name="connsiteY5" fmla="*/ 1882 h 29269"/>
                      <a:gd name="connsiteX6" fmla="*/ 23487 w 50868"/>
                      <a:gd name="connsiteY6" fmla="*/ 7423 h 29269"/>
                      <a:gd name="connsiteX7" fmla="*/ 4558 w 50868"/>
                      <a:gd name="connsiteY7" fmla="*/ 14162 h 29269"/>
                      <a:gd name="connsiteX8" fmla="*/ 2474 w 50868"/>
                      <a:gd name="connsiteY8" fmla="*/ 27993 h 29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868" h="29269">
                        <a:moveTo>
                          <a:pt x="2474" y="27993"/>
                        </a:moveTo>
                        <a:cubicBezTo>
                          <a:pt x="5223" y="29500"/>
                          <a:pt x="6641" y="29500"/>
                          <a:pt x="10365" y="28880"/>
                        </a:cubicBezTo>
                        <a:cubicBezTo>
                          <a:pt x="17458" y="27727"/>
                          <a:pt x="23265" y="26885"/>
                          <a:pt x="30802" y="22806"/>
                        </a:cubicBezTo>
                        <a:cubicBezTo>
                          <a:pt x="37052" y="19437"/>
                          <a:pt x="43303" y="14561"/>
                          <a:pt x="47204" y="9773"/>
                        </a:cubicBezTo>
                        <a:cubicBezTo>
                          <a:pt x="50130" y="6315"/>
                          <a:pt x="52258" y="2059"/>
                          <a:pt x="49775" y="330"/>
                        </a:cubicBezTo>
                        <a:cubicBezTo>
                          <a:pt x="48224" y="-734"/>
                          <a:pt x="45298" y="1040"/>
                          <a:pt x="42594" y="1882"/>
                        </a:cubicBezTo>
                        <a:cubicBezTo>
                          <a:pt x="36343" y="4010"/>
                          <a:pt x="30314" y="6271"/>
                          <a:pt x="23487" y="7423"/>
                        </a:cubicBezTo>
                        <a:cubicBezTo>
                          <a:pt x="17591" y="8310"/>
                          <a:pt x="10454" y="8532"/>
                          <a:pt x="4558" y="14162"/>
                        </a:cubicBezTo>
                        <a:cubicBezTo>
                          <a:pt x="-762" y="19215"/>
                          <a:pt x="-1383" y="25909"/>
                          <a:pt x="2474" y="2799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55" name="Forme libre : forme 22354">
                    <a:extLst>
                      <a:ext uri="{FF2B5EF4-FFF2-40B4-BE49-F238E27FC236}">
                        <a16:creationId xmlns:a16="http://schemas.microsoft.com/office/drawing/2014/main" id="{1158C7E5-0E34-49F4-B8D9-A6FFF005E666}"/>
                      </a:ext>
                    </a:extLst>
                  </p:cNvPr>
                  <p:cNvSpPr/>
                  <p:nvPr/>
                </p:nvSpPr>
                <p:spPr>
                  <a:xfrm>
                    <a:off x="4228438" y="1272036"/>
                    <a:ext cx="13074" cy="14204"/>
                  </a:xfrm>
                  <a:custGeom>
                    <a:avLst/>
                    <a:gdLst>
                      <a:gd name="connsiteX0" fmla="*/ 652 w 13074"/>
                      <a:gd name="connsiteY0" fmla="*/ 11788 h 14204"/>
                      <a:gd name="connsiteX1" fmla="*/ 31 w 13074"/>
                      <a:gd name="connsiteY1" fmla="*/ 13783 h 14204"/>
                      <a:gd name="connsiteX2" fmla="*/ 1804 w 13074"/>
                      <a:gd name="connsiteY2" fmla="*/ 13827 h 14204"/>
                      <a:gd name="connsiteX3" fmla="*/ 4464 w 13074"/>
                      <a:gd name="connsiteY3" fmla="*/ 11832 h 14204"/>
                      <a:gd name="connsiteX4" fmla="*/ 10360 w 13074"/>
                      <a:gd name="connsiteY4" fmla="*/ 6114 h 14204"/>
                      <a:gd name="connsiteX5" fmla="*/ 12266 w 13074"/>
                      <a:gd name="connsiteY5" fmla="*/ 3808 h 14204"/>
                      <a:gd name="connsiteX6" fmla="*/ 8498 w 13074"/>
                      <a:gd name="connsiteY6" fmla="*/ 1681 h 14204"/>
                      <a:gd name="connsiteX7" fmla="*/ 652 w 13074"/>
                      <a:gd name="connsiteY7" fmla="*/ 11788 h 14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074" h="14204">
                        <a:moveTo>
                          <a:pt x="652" y="11788"/>
                        </a:moveTo>
                        <a:cubicBezTo>
                          <a:pt x="208" y="12586"/>
                          <a:pt x="-102" y="13162"/>
                          <a:pt x="31" y="13783"/>
                        </a:cubicBezTo>
                        <a:cubicBezTo>
                          <a:pt x="164" y="14404"/>
                          <a:pt x="962" y="14271"/>
                          <a:pt x="1804" y="13827"/>
                        </a:cubicBezTo>
                        <a:cubicBezTo>
                          <a:pt x="2647" y="13384"/>
                          <a:pt x="3711" y="12542"/>
                          <a:pt x="4464" y="11832"/>
                        </a:cubicBezTo>
                        <a:cubicBezTo>
                          <a:pt x="6503" y="10015"/>
                          <a:pt x="8587" y="8064"/>
                          <a:pt x="10360" y="6114"/>
                        </a:cubicBezTo>
                        <a:cubicBezTo>
                          <a:pt x="11114" y="5316"/>
                          <a:pt x="11823" y="4606"/>
                          <a:pt x="12266" y="3808"/>
                        </a:cubicBezTo>
                        <a:cubicBezTo>
                          <a:pt x="14173" y="439"/>
                          <a:pt x="12621" y="-1644"/>
                          <a:pt x="8498" y="1681"/>
                        </a:cubicBezTo>
                        <a:cubicBezTo>
                          <a:pt x="5351" y="4341"/>
                          <a:pt x="2469" y="8507"/>
                          <a:pt x="652" y="1178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56" name="Forme libre : forme 22355">
                    <a:extLst>
                      <a:ext uri="{FF2B5EF4-FFF2-40B4-BE49-F238E27FC236}">
                        <a16:creationId xmlns:a16="http://schemas.microsoft.com/office/drawing/2014/main" id="{A33AF26C-80BA-4EC6-960D-0EE703DAD145}"/>
                      </a:ext>
                    </a:extLst>
                  </p:cNvPr>
                  <p:cNvSpPr/>
                  <p:nvPr/>
                </p:nvSpPr>
                <p:spPr>
                  <a:xfrm>
                    <a:off x="4274795" y="1252615"/>
                    <a:ext cx="15826" cy="25667"/>
                  </a:xfrm>
                  <a:custGeom>
                    <a:avLst/>
                    <a:gdLst>
                      <a:gd name="connsiteX0" fmla="*/ 15826 w 15826"/>
                      <a:gd name="connsiteY0" fmla="*/ 0 h 25667"/>
                      <a:gd name="connsiteX1" fmla="*/ 10107 w 15826"/>
                      <a:gd name="connsiteY1" fmla="*/ 13033 h 25667"/>
                      <a:gd name="connsiteX2" fmla="*/ 0 w 15826"/>
                      <a:gd name="connsiteY2" fmla="*/ 25668 h 25667"/>
                      <a:gd name="connsiteX3" fmla="*/ 8999 w 15826"/>
                      <a:gd name="connsiteY3" fmla="*/ 12945 h 25667"/>
                      <a:gd name="connsiteX4" fmla="*/ 15826 w 15826"/>
                      <a:gd name="connsiteY4" fmla="*/ 0 h 25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26" h="25667">
                        <a:moveTo>
                          <a:pt x="15826" y="0"/>
                        </a:moveTo>
                        <a:cubicBezTo>
                          <a:pt x="15782" y="3768"/>
                          <a:pt x="13255" y="8423"/>
                          <a:pt x="10107" y="13033"/>
                        </a:cubicBezTo>
                        <a:cubicBezTo>
                          <a:pt x="6871" y="17555"/>
                          <a:pt x="2970" y="22121"/>
                          <a:pt x="0" y="25668"/>
                        </a:cubicBezTo>
                        <a:cubicBezTo>
                          <a:pt x="3236" y="21855"/>
                          <a:pt x="6295" y="17378"/>
                          <a:pt x="8999" y="12945"/>
                        </a:cubicBezTo>
                        <a:cubicBezTo>
                          <a:pt x="11703" y="8467"/>
                          <a:pt x="14053" y="3857"/>
                          <a:pt x="1582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57" name="Forme libre : forme 22356">
                    <a:extLst>
                      <a:ext uri="{FF2B5EF4-FFF2-40B4-BE49-F238E27FC236}">
                        <a16:creationId xmlns:a16="http://schemas.microsoft.com/office/drawing/2014/main" id="{9889FCBD-C34F-4E82-8083-51B836882389}"/>
                      </a:ext>
                    </a:extLst>
                  </p:cNvPr>
                  <p:cNvSpPr/>
                  <p:nvPr/>
                </p:nvSpPr>
                <p:spPr>
                  <a:xfrm>
                    <a:off x="4213397" y="1269550"/>
                    <a:ext cx="16491" cy="24869"/>
                  </a:xfrm>
                  <a:custGeom>
                    <a:avLst/>
                    <a:gdLst>
                      <a:gd name="connsiteX0" fmla="*/ 0 w 16491"/>
                      <a:gd name="connsiteY0" fmla="*/ 24870 h 24869"/>
                      <a:gd name="connsiteX1" fmla="*/ 16491 w 16491"/>
                      <a:gd name="connsiteY1" fmla="*/ 0 h 24869"/>
                      <a:gd name="connsiteX2" fmla="*/ 0 w 16491"/>
                      <a:gd name="connsiteY2" fmla="*/ 24870 h 2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491" h="24869">
                        <a:moveTo>
                          <a:pt x="0" y="24870"/>
                        </a:moveTo>
                        <a:cubicBezTo>
                          <a:pt x="3192" y="16535"/>
                          <a:pt x="10240" y="6960"/>
                          <a:pt x="16491" y="0"/>
                        </a:cubicBezTo>
                        <a:cubicBezTo>
                          <a:pt x="8157" y="7093"/>
                          <a:pt x="2970" y="16269"/>
                          <a:pt x="0" y="2487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58" name="Forme libre : forme 22357">
                    <a:extLst>
                      <a:ext uri="{FF2B5EF4-FFF2-40B4-BE49-F238E27FC236}">
                        <a16:creationId xmlns:a16="http://schemas.microsoft.com/office/drawing/2014/main" id="{3AC54137-233D-4DD4-B9C4-47088E7CB3C4}"/>
                      </a:ext>
                    </a:extLst>
                  </p:cNvPr>
                  <p:cNvSpPr/>
                  <p:nvPr/>
                </p:nvSpPr>
                <p:spPr>
                  <a:xfrm>
                    <a:off x="4212953" y="1294419"/>
                    <a:ext cx="443" cy="1330"/>
                  </a:xfrm>
                  <a:custGeom>
                    <a:avLst/>
                    <a:gdLst>
                      <a:gd name="connsiteX0" fmla="*/ 0 w 443"/>
                      <a:gd name="connsiteY0" fmla="*/ 1197 h 1330"/>
                      <a:gd name="connsiteX1" fmla="*/ 0 w 443"/>
                      <a:gd name="connsiteY1" fmla="*/ 1330 h 1330"/>
                      <a:gd name="connsiteX2" fmla="*/ 443 w 443"/>
                      <a:gd name="connsiteY2" fmla="*/ 0 h 1330"/>
                      <a:gd name="connsiteX3" fmla="*/ 0 w 443"/>
                      <a:gd name="connsiteY3" fmla="*/ 1197 h 1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3" h="1330">
                        <a:moveTo>
                          <a:pt x="0" y="1197"/>
                        </a:moveTo>
                        <a:lnTo>
                          <a:pt x="0" y="1330"/>
                        </a:lnTo>
                        <a:cubicBezTo>
                          <a:pt x="133" y="887"/>
                          <a:pt x="310" y="443"/>
                          <a:pt x="443" y="0"/>
                        </a:cubicBezTo>
                        <a:cubicBezTo>
                          <a:pt x="310" y="399"/>
                          <a:pt x="133" y="798"/>
                          <a:pt x="0" y="11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59" name="Forme libre : forme 22358">
                    <a:extLst>
                      <a:ext uri="{FF2B5EF4-FFF2-40B4-BE49-F238E27FC236}">
                        <a16:creationId xmlns:a16="http://schemas.microsoft.com/office/drawing/2014/main" id="{3B62A8B8-BEF7-41E2-A1C1-2823253A4861}"/>
                      </a:ext>
                    </a:extLst>
                  </p:cNvPr>
                  <p:cNvSpPr/>
                  <p:nvPr/>
                </p:nvSpPr>
                <p:spPr>
                  <a:xfrm>
                    <a:off x="4252009" y="1262204"/>
                    <a:ext cx="14540" cy="8980"/>
                  </a:xfrm>
                  <a:custGeom>
                    <a:avLst/>
                    <a:gdLst>
                      <a:gd name="connsiteX0" fmla="*/ 14541 w 14540"/>
                      <a:gd name="connsiteY0" fmla="*/ 696 h 8980"/>
                      <a:gd name="connsiteX1" fmla="*/ 6916 w 14540"/>
                      <a:gd name="connsiteY1" fmla="*/ 6725 h 8980"/>
                      <a:gd name="connsiteX2" fmla="*/ 0 w 14540"/>
                      <a:gd name="connsiteY2" fmla="*/ 8188 h 8980"/>
                      <a:gd name="connsiteX3" fmla="*/ 7182 w 14540"/>
                      <a:gd name="connsiteY3" fmla="*/ 2425 h 8980"/>
                      <a:gd name="connsiteX4" fmla="*/ 14541 w 14540"/>
                      <a:gd name="connsiteY4" fmla="*/ 696 h 8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40" h="8980">
                        <a:moveTo>
                          <a:pt x="14541" y="696"/>
                        </a:moveTo>
                        <a:cubicBezTo>
                          <a:pt x="14541" y="2691"/>
                          <a:pt x="8645" y="5661"/>
                          <a:pt x="6916" y="6725"/>
                        </a:cubicBezTo>
                        <a:cubicBezTo>
                          <a:pt x="5142" y="7700"/>
                          <a:pt x="0" y="10272"/>
                          <a:pt x="0" y="8188"/>
                        </a:cubicBezTo>
                        <a:cubicBezTo>
                          <a:pt x="0" y="6105"/>
                          <a:pt x="5453" y="3312"/>
                          <a:pt x="7182" y="2425"/>
                        </a:cubicBezTo>
                        <a:cubicBezTo>
                          <a:pt x="8866" y="1538"/>
                          <a:pt x="14541" y="-1299"/>
                          <a:pt x="14541" y="69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60" name="Forme libre : forme 22359">
                    <a:extLst>
                      <a:ext uri="{FF2B5EF4-FFF2-40B4-BE49-F238E27FC236}">
                        <a16:creationId xmlns:a16="http://schemas.microsoft.com/office/drawing/2014/main" id="{B0DC7935-5DDA-4D9D-B58E-727697661702}"/>
                      </a:ext>
                    </a:extLst>
                  </p:cNvPr>
                  <p:cNvSpPr/>
                  <p:nvPr/>
                </p:nvSpPr>
                <p:spPr>
                  <a:xfrm>
                    <a:off x="4264438" y="1260957"/>
                    <a:ext cx="4131" cy="2831"/>
                  </a:xfrm>
                  <a:custGeom>
                    <a:avLst/>
                    <a:gdLst>
                      <a:gd name="connsiteX0" fmla="*/ 4018 w 4131"/>
                      <a:gd name="connsiteY0" fmla="*/ 126 h 2831"/>
                      <a:gd name="connsiteX1" fmla="*/ 2644 w 4131"/>
                      <a:gd name="connsiteY1" fmla="*/ 1943 h 2831"/>
                      <a:gd name="connsiteX2" fmla="*/ 117 w 4131"/>
                      <a:gd name="connsiteY2" fmla="*/ 2697 h 2831"/>
                      <a:gd name="connsiteX3" fmla="*/ 1447 w 4131"/>
                      <a:gd name="connsiteY3" fmla="*/ 923 h 2831"/>
                      <a:gd name="connsiteX4" fmla="*/ 4018 w 4131"/>
                      <a:gd name="connsiteY4" fmla="*/ 126 h 2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31" h="2831">
                        <a:moveTo>
                          <a:pt x="4018" y="126"/>
                        </a:moveTo>
                        <a:cubicBezTo>
                          <a:pt x="4506" y="569"/>
                          <a:pt x="3309" y="1544"/>
                          <a:pt x="2644" y="1943"/>
                        </a:cubicBezTo>
                        <a:cubicBezTo>
                          <a:pt x="1979" y="2386"/>
                          <a:pt x="605" y="3140"/>
                          <a:pt x="117" y="2697"/>
                        </a:cubicBezTo>
                        <a:cubicBezTo>
                          <a:pt x="-371" y="2253"/>
                          <a:pt x="782" y="1322"/>
                          <a:pt x="1447" y="923"/>
                        </a:cubicBezTo>
                        <a:cubicBezTo>
                          <a:pt x="2112" y="525"/>
                          <a:pt x="3530" y="-318"/>
                          <a:pt x="4018" y="12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61" name="Forme libre : forme 22360">
                    <a:extLst>
                      <a:ext uri="{FF2B5EF4-FFF2-40B4-BE49-F238E27FC236}">
                        <a16:creationId xmlns:a16="http://schemas.microsoft.com/office/drawing/2014/main" id="{9E19BE46-FAEE-4B1B-B5B9-A3CC58C72216}"/>
                      </a:ext>
                    </a:extLst>
                  </p:cNvPr>
                  <p:cNvSpPr/>
                  <p:nvPr/>
                </p:nvSpPr>
                <p:spPr>
                  <a:xfrm>
                    <a:off x="4246321" y="1248996"/>
                    <a:ext cx="41175" cy="14562"/>
                  </a:xfrm>
                  <a:custGeom>
                    <a:avLst/>
                    <a:gdLst>
                      <a:gd name="connsiteX0" fmla="*/ 28296 w 41175"/>
                      <a:gd name="connsiteY0" fmla="*/ 383 h 14562"/>
                      <a:gd name="connsiteX1" fmla="*/ 40443 w 41175"/>
                      <a:gd name="connsiteY1" fmla="*/ 1092 h 14562"/>
                      <a:gd name="connsiteX2" fmla="*/ 39335 w 41175"/>
                      <a:gd name="connsiteY2" fmla="*/ 4816 h 14562"/>
                      <a:gd name="connsiteX3" fmla="*/ 34370 w 41175"/>
                      <a:gd name="connsiteY3" fmla="*/ 6013 h 14562"/>
                      <a:gd name="connsiteX4" fmla="*/ 18854 w 41175"/>
                      <a:gd name="connsiteY4" fmla="*/ 8629 h 14562"/>
                      <a:gd name="connsiteX5" fmla="*/ 13 w 41175"/>
                      <a:gd name="connsiteY5" fmla="*/ 13150 h 14562"/>
                      <a:gd name="connsiteX6" fmla="*/ 7195 w 41175"/>
                      <a:gd name="connsiteY6" fmla="*/ 5747 h 14562"/>
                      <a:gd name="connsiteX7" fmla="*/ 17435 w 41175"/>
                      <a:gd name="connsiteY7" fmla="*/ 1092 h 14562"/>
                      <a:gd name="connsiteX8" fmla="*/ 28296 w 41175"/>
                      <a:gd name="connsiteY8" fmla="*/ 383 h 1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175" h="14562">
                        <a:moveTo>
                          <a:pt x="28296" y="383"/>
                        </a:moveTo>
                        <a:cubicBezTo>
                          <a:pt x="33173" y="-60"/>
                          <a:pt x="36630" y="-415"/>
                          <a:pt x="40443" y="1092"/>
                        </a:cubicBezTo>
                        <a:cubicBezTo>
                          <a:pt x="41817" y="1624"/>
                          <a:pt x="41152" y="3708"/>
                          <a:pt x="39335" y="4816"/>
                        </a:cubicBezTo>
                        <a:cubicBezTo>
                          <a:pt x="37561" y="5969"/>
                          <a:pt x="36010" y="5969"/>
                          <a:pt x="34370" y="6013"/>
                        </a:cubicBezTo>
                        <a:cubicBezTo>
                          <a:pt x="29316" y="6190"/>
                          <a:pt x="24262" y="7121"/>
                          <a:pt x="18854" y="8629"/>
                        </a:cubicBezTo>
                        <a:cubicBezTo>
                          <a:pt x="15396" y="9382"/>
                          <a:pt x="-519" y="17849"/>
                          <a:pt x="13" y="13150"/>
                        </a:cubicBezTo>
                        <a:cubicBezTo>
                          <a:pt x="323" y="10801"/>
                          <a:pt x="3515" y="8008"/>
                          <a:pt x="7195" y="5747"/>
                        </a:cubicBezTo>
                        <a:cubicBezTo>
                          <a:pt x="10963" y="3531"/>
                          <a:pt x="15174" y="1757"/>
                          <a:pt x="17435" y="1092"/>
                        </a:cubicBezTo>
                        <a:cubicBezTo>
                          <a:pt x="22001" y="-193"/>
                          <a:pt x="24617" y="738"/>
                          <a:pt x="28296" y="3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699" name="Graphique 2">
                  <a:extLst>
                    <a:ext uri="{FF2B5EF4-FFF2-40B4-BE49-F238E27FC236}">
                      <a16:creationId xmlns:a16="http://schemas.microsoft.com/office/drawing/2014/main" id="{656405AC-5EE2-4E4C-8B60-3D21274A0FFF}"/>
                    </a:ext>
                  </a:extLst>
                </p:cNvPr>
                <p:cNvGrpSpPr/>
                <p:nvPr/>
              </p:nvGrpSpPr>
              <p:grpSpPr>
                <a:xfrm>
                  <a:off x="4290453" y="1204030"/>
                  <a:ext cx="90693" cy="50181"/>
                  <a:chOff x="4290453" y="1204030"/>
                  <a:chExt cx="90693" cy="50181"/>
                </a:xfrm>
                <a:solidFill>
                  <a:schemeClr val="accent1"/>
                </a:solidFill>
              </p:grpSpPr>
              <p:sp>
                <p:nvSpPr>
                  <p:cNvPr id="22337" name="Forme libre : forme 22336">
                    <a:extLst>
                      <a:ext uri="{FF2B5EF4-FFF2-40B4-BE49-F238E27FC236}">
                        <a16:creationId xmlns:a16="http://schemas.microsoft.com/office/drawing/2014/main" id="{143CFC58-BB3B-4E8F-AC4F-7116B1F6055C}"/>
                      </a:ext>
                    </a:extLst>
                  </p:cNvPr>
                  <p:cNvSpPr/>
                  <p:nvPr/>
                </p:nvSpPr>
                <p:spPr>
                  <a:xfrm>
                    <a:off x="4290453" y="1204030"/>
                    <a:ext cx="90693" cy="50181"/>
                  </a:xfrm>
                  <a:custGeom>
                    <a:avLst/>
                    <a:gdLst>
                      <a:gd name="connsiteX0" fmla="*/ 65822 w 90693"/>
                      <a:gd name="connsiteY0" fmla="*/ 34843 h 50181"/>
                      <a:gd name="connsiteX1" fmla="*/ 51725 w 90693"/>
                      <a:gd name="connsiteY1" fmla="*/ 40561 h 50181"/>
                      <a:gd name="connsiteX2" fmla="*/ 43834 w 90693"/>
                      <a:gd name="connsiteY2" fmla="*/ 43709 h 50181"/>
                      <a:gd name="connsiteX3" fmla="*/ 37361 w 90693"/>
                      <a:gd name="connsiteY3" fmla="*/ 46413 h 50181"/>
                      <a:gd name="connsiteX4" fmla="*/ 19984 w 90693"/>
                      <a:gd name="connsiteY4" fmla="*/ 50181 h 50181"/>
                      <a:gd name="connsiteX5" fmla="*/ 4823 w 90693"/>
                      <a:gd name="connsiteY5" fmla="*/ 47832 h 50181"/>
                      <a:gd name="connsiteX6" fmla="*/ 434 w 90693"/>
                      <a:gd name="connsiteY6" fmla="*/ 38832 h 50181"/>
                      <a:gd name="connsiteX7" fmla="*/ 8679 w 90693"/>
                      <a:gd name="connsiteY7" fmla="*/ 25311 h 50181"/>
                      <a:gd name="connsiteX8" fmla="*/ 15063 w 90693"/>
                      <a:gd name="connsiteY8" fmla="*/ 19371 h 50181"/>
                      <a:gd name="connsiteX9" fmla="*/ 23663 w 90693"/>
                      <a:gd name="connsiteY9" fmla="*/ 14140 h 50181"/>
                      <a:gd name="connsiteX10" fmla="*/ 30047 w 90693"/>
                      <a:gd name="connsiteY10" fmla="*/ 10992 h 50181"/>
                      <a:gd name="connsiteX11" fmla="*/ 38026 w 90693"/>
                      <a:gd name="connsiteY11" fmla="*/ 7668 h 50181"/>
                      <a:gd name="connsiteX12" fmla="*/ 46095 w 90693"/>
                      <a:gd name="connsiteY12" fmla="*/ 4476 h 50181"/>
                      <a:gd name="connsiteX13" fmla="*/ 53055 w 90693"/>
                      <a:gd name="connsiteY13" fmla="*/ 2259 h 50181"/>
                      <a:gd name="connsiteX14" fmla="*/ 63073 w 90693"/>
                      <a:gd name="connsiteY14" fmla="*/ 87 h 50181"/>
                      <a:gd name="connsiteX15" fmla="*/ 71762 w 90693"/>
                      <a:gd name="connsiteY15" fmla="*/ 397 h 50181"/>
                      <a:gd name="connsiteX16" fmla="*/ 86613 w 90693"/>
                      <a:gd name="connsiteY16" fmla="*/ 5451 h 50181"/>
                      <a:gd name="connsiteX17" fmla="*/ 89982 w 90693"/>
                      <a:gd name="connsiteY17" fmla="*/ 14672 h 50181"/>
                      <a:gd name="connsiteX18" fmla="*/ 85860 w 90693"/>
                      <a:gd name="connsiteY18" fmla="*/ 20612 h 50181"/>
                      <a:gd name="connsiteX19" fmla="*/ 80717 w 90693"/>
                      <a:gd name="connsiteY19" fmla="*/ 26065 h 50181"/>
                      <a:gd name="connsiteX20" fmla="*/ 65822 w 90693"/>
                      <a:gd name="connsiteY20" fmla="*/ 34843 h 50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90693" h="50181">
                        <a:moveTo>
                          <a:pt x="65822" y="34843"/>
                        </a:moveTo>
                        <a:cubicBezTo>
                          <a:pt x="62497" y="36261"/>
                          <a:pt x="57089" y="38212"/>
                          <a:pt x="51725" y="40561"/>
                        </a:cubicBezTo>
                        <a:cubicBezTo>
                          <a:pt x="49020" y="41625"/>
                          <a:pt x="46316" y="42733"/>
                          <a:pt x="43834" y="43709"/>
                        </a:cubicBezTo>
                        <a:cubicBezTo>
                          <a:pt x="41396" y="44773"/>
                          <a:pt x="39135" y="45748"/>
                          <a:pt x="37361" y="46413"/>
                        </a:cubicBezTo>
                        <a:cubicBezTo>
                          <a:pt x="30667" y="48896"/>
                          <a:pt x="25126" y="50092"/>
                          <a:pt x="19984" y="50181"/>
                        </a:cubicBezTo>
                        <a:cubicBezTo>
                          <a:pt x="14797" y="50181"/>
                          <a:pt x="9965" y="49206"/>
                          <a:pt x="4823" y="47832"/>
                        </a:cubicBezTo>
                        <a:cubicBezTo>
                          <a:pt x="1232" y="46856"/>
                          <a:pt x="-985" y="42246"/>
                          <a:pt x="434" y="38832"/>
                        </a:cubicBezTo>
                        <a:cubicBezTo>
                          <a:pt x="2429" y="33779"/>
                          <a:pt x="5000" y="29390"/>
                          <a:pt x="8679" y="25311"/>
                        </a:cubicBezTo>
                        <a:cubicBezTo>
                          <a:pt x="10497" y="23272"/>
                          <a:pt x="12625" y="21277"/>
                          <a:pt x="15063" y="19371"/>
                        </a:cubicBezTo>
                        <a:cubicBezTo>
                          <a:pt x="17545" y="17554"/>
                          <a:pt x="20383" y="15825"/>
                          <a:pt x="23663" y="14140"/>
                        </a:cubicBezTo>
                        <a:cubicBezTo>
                          <a:pt x="25392" y="13253"/>
                          <a:pt x="27564" y="12145"/>
                          <a:pt x="30047" y="10992"/>
                        </a:cubicBezTo>
                        <a:cubicBezTo>
                          <a:pt x="32574" y="9973"/>
                          <a:pt x="35278" y="8820"/>
                          <a:pt x="38026" y="7668"/>
                        </a:cubicBezTo>
                        <a:cubicBezTo>
                          <a:pt x="40775" y="6559"/>
                          <a:pt x="43568" y="5495"/>
                          <a:pt x="46095" y="4476"/>
                        </a:cubicBezTo>
                        <a:cubicBezTo>
                          <a:pt x="48710" y="3634"/>
                          <a:pt x="51104" y="2880"/>
                          <a:pt x="53055" y="2259"/>
                        </a:cubicBezTo>
                        <a:cubicBezTo>
                          <a:pt x="56690" y="1151"/>
                          <a:pt x="60015" y="442"/>
                          <a:pt x="63073" y="87"/>
                        </a:cubicBezTo>
                        <a:cubicBezTo>
                          <a:pt x="66221" y="-90"/>
                          <a:pt x="69058" y="-2"/>
                          <a:pt x="71762" y="397"/>
                        </a:cubicBezTo>
                        <a:cubicBezTo>
                          <a:pt x="77126" y="1195"/>
                          <a:pt x="81737" y="2836"/>
                          <a:pt x="86613" y="5451"/>
                        </a:cubicBezTo>
                        <a:cubicBezTo>
                          <a:pt x="89938" y="7180"/>
                          <a:pt x="91800" y="11746"/>
                          <a:pt x="89982" y="14672"/>
                        </a:cubicBezTo>
                        <a:cubicBezTo>
                          <a:pt x="88697" y="16800"/>
                          <a:pt x="87322" y="18795"/>
                          <a:pt x="85860" y="20612"/>
                        </a:cubicBezTo>
                        <a:cubicBezTo>
                          <a:pt x="84352" y="22563"/>
                          <a:pt x="82668" y="24381"/>
                          <a:pt x="80717" y="26065"/>
                        </a:cubicBezTo>
                        <a:cubicBezTo>
                          <a:pt x="76816" y="29390"/>
                          <a:pt x="72028" y="32050"/>
                          <a:pt x="65822" y="3484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38" name="Forme libre : forme 22337">
                    <a:extLst>
                      <a:ext uri="{FF2B5EF4-FFF2-40B4-BE49-F238E27FC236}">
                        <a16:creationId xmlns:a16="http://schemas.microsoft.com/office/drawing/2014/main" id="{E028A289-2432-40CC-BB1D-BD7AA98EB0FF}"/>
                      </a:ext>
                    </a:extLst>
                  </p:cNvPr>
                  <p:cNvSpPr/>
                  <p:nvPr/>
                </p:nvSpPr>
                <p:spPr>
                  <a:xfrm>
                    <a:off x="4291641" y="1218480"/>
                    <a:ext cx="88750" cy="35650"/>
                  </a:xfrm>
                  <a:custGeom>
                    <a:avLst/>
                    <a:gdLst>
                      <a:gd name="connsiteX0" fmla="*/ 35420 w 88750"/>
                      <a:gd name="connsiteY0" fmla="*/ 18486 h 35650"/>
                      <a:gd name="connsiteX1" fmla="*/ 0 w 88750"/>
                      <a:gd name="connsiteY1" fmla="*/ 30588 h 35650"/>
                      <a:gd name="connsiteX2" fmla="*/ 3546 w 88750"/>
                      <a:gd name="connsiteY2" fmla="*/ 33293 h 35650"/>
                      <a:gd name="connsiteX3" fmla="*/ 8778 w 88750"/>
                      <a:gd name="connsiteY3" fmla="*/ 34578 h 35650"/>
                      <a:gd name="connsiteX4" fmla="*/ 24293 w 88750"/>
                      <a:gd name="connsiteY4" fmla="*/ 35199 h 35650"/>
                      <a:gd name="connsiteX5" fmla="*/ 36130 w 88750"/>
                      <a:gd name="connsiteY5" fmla="*/ 31918 h 35650"/>
                      <a:gd name="connsiteX6" fmla="*/ 40740 w 88750"/>
                      <a:gd name="connsiteY6" fmla="*/ 30012 h 35650"/>
                      <a:gd name="connsiteX7" fmla="*/ 51956 w 88750"/>
                      <a:gd name="connsiteY7" fmla="*/ 25446 h 35650"/>
                      <a:gd name="connsiteX8" fmla="*/ 62507 w 88750"/>
                      <a:gd name="connsiteY8" fmla="*/ 21235 h 35650"/>
                      <a:gd name="connsiteX9" fmla="*/ 64590 w 88750"/>
                      <a:gd name="connsiteY9" fmla="*/ 20392 h 35650"/>
                      <a:gd name="connsiteX10" fmla="*/ 70664 w 88750"/>
                      <a:gd name="connsiteY10" fmla="*/ 17378 h 35650"/>
                      <a:gd name="connsiteX11" fmla="*/ 75806 w 88750"/>
                      <a:gd name="connsiteY11" fmla="*/ 14319 h 35650"/>
                      <a:gd name="connsiteX12" fmla="*/ 86091 w 88750"/>
                      <a:gd name="connsiteY12" fmla="*/ 4034 h 35650"/>
                      <a:gd name="connsiteX13" fmla="*/ 88662 w 88750"/>
                      <a:gd name="connsiteY13" fmla="*/ 177 h 35650"/>
                      <a:gd name="connsiteX14" fmla="*/ 88751 w 88750"/>
                      <a:gd name="connsiteY14" fmla="*/ 0 h 35650"/>
                      <a:gd name="connsiteX15" fmla="*/ 35420 w 88750"/>
                      <a:gd name="connsiteY15" fmla="*/ 18486 h 35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8750" h="35650">
                        <a:moveTo>
                          <a:pt x="35420" y="18486"/>
                        </a:moveTo>
                        <a:cubicBezTo>
                          <a:pt x="23939" y="24471"/>
                          <a:pt x="11349" y="30145"/>
                          <a:pt x="0" y="30588"/>
                        </a:cubicBezTo>
                        <a:cubicBezTo>
                          <a:pt x="842" y="31874"/>
                          <a:pt x="2084" y="32894"/>
                          <a:pt x="3546" y="33293"/>
                        </a:cubicBezTo>
                        <a:cubicBezTo>
                          <a:pt x="5320" y="33780"/>
                          <a:pt x="7049" y="34224"/>
                          <a:pt x="8778" y="34578"/>
                        </a:cubicBezTo>
                        <a:cubicBezTo>
                          <a:pt x="13743" y="35554"/>
                          <a:pt x="18752" y="36085"/>
                          <a:pt x="24293" y="35199"/>
                        </a:cubicBezTo>
                        <a:cubicBezTo>
                          <a:pt x="27840" y="34534"/>
                          <a:pt x="31741" y="33647"/>
                          <a:pt x="36130" y="31918"/>
                        </a:cubicBezTo>
                        <a:cubicBezTo>
                          <a:pt x="37460" y="31386"/>
                          <a:pt x="39011" y="30721"/>
                          <a:pt x="40740" y="30012"/>
                        </a:cubicBezTo>
                        <a:cubicBezTo>
                          <a:pt x="44109" y="28549"/>
                          <a:pt x="48099" y="27086"/>
                          <a:pt x="51956" y="25446"/>
                        </a:cubicBezTo>
                        <a:cubicBezTo>
                          <a:pt x="55813" y="23761"/>
                          <a:pt x="59581" y="22343"/>
                          <a:pt x="62507" y="21235"/>
                        </a:cubicBezTo>
                        <a:cubicBezTo>
                          <a:pt x="63260" y="20924"/>
                          <a:pt x="63970" y="20614"/>
                          <a:pt x="64590" y="20392"/>
                        </a:cubicBezTo>
                        <a:cubicBezTo>
                          <a:pt x="66807" y="19461"/>
                          <a:pt x="68802" y="18442"/>
                          <a:pt x="70664" y="17378"/>
                        </a:cubicBezTo>
                        <a:cubicBezTo>
                          <a:pt x="72525" y="16358"/>
                          <a:pt x="74254" y="15427"/>
                          <a:pt x="75806" y="14319"/>
                        </a:cubicBezTo>
                        <a:cubicBezTo>
                          <a:pt x="80062" y="11393"/>
                          <a:pt x="83342" y="7669"/>
                          <a:pt x="86091" y="4034"/>
                        </a:cubicBezTo>
                        <a:cubicBezTo>
                          <a:pt x="86977" y="2793"/>
                          <a:pt x="87820" y="1507"/>
                          <a:pt x="88662" y="177"/>
                        </a:cubicBezTo>
                        <a:lnTo>
                          <a:pt x="88751" y="0"/>
                        </a:lnTo>
                        <a:cubicBezTo>
                          <a:pt x="70619" y="3946"/>
                          <a:pt x="51867" y="10063"/>
                          <a:pt x="35420" y="1848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39" name="Forme libre : forme 22338">
                    <a:extLst>
                      <a:ext uri="{FF2B5EF4-FFF2-40B4-BE49-F238E27FC236}">
                        <a16:creationId xmlns:a16="http://schemas.microsoft.com/office/drawing/2014/main" id="{62050C34-B117-49A7-96E8-386C9CE537D8}"/>
                      </a:ext>
                    </a:extLst>
                  </p:cNvPr>
                  <p:cNvSpPr/>
                  <p:nvPr/>
                </p:nvSpPr>
                <p:spPr>
                  <a:xfrm>
                    <a:off x="4321328" y="1217116"/>
                    <a:ext cx="41903" cy="19159"/>
                  </a:xfrm>
                  <a:custGeom>
                    <a:avLst/>
                    <a:gdLst>
                      <a:gd name="connsiteX0" fmla="*/ 41819 w 41903"/>
                      <a:gd name="connsiteY0" fmla="*/ 1984 h 19159"/>
                      <a:gd name="connsiteX1" fmla="*/ 22092 w 41903"/>
                      <a:gd name="connsiteY1" fmla="*/ 14840 h 19159"/>
                      <a:gd name="connsiteX2" fmla="*/ 9989 w 41903"/>
                      <a:gd name="connsiteY2" fmla="*/ 18520 h 19159"/>
                      <a:gd name="connsiteX3" fmla="*/ 236 w 41903"/>
                      <a:gd name="connsiteY3" fmla="*/ 17367 h 19159"/>
                      <a:gd name="connsiteX4" fmla="*/ 6132 w 41903"/>
                      <a:gd name="connsiteY4" fmla="*/ 9609 h 19159"/>
                      <a:gd name="connsiteX5" fmla="*/ 17836 w 41903"/>
                      <a:gd name="connsiteY5" fmla="*/ 4112 h 19159"/>
                      <a:gd name="connsiteX6" fmla="*/ 41819 w 41903"/>
                      <a:gd name="connsiteY6" fmla="*/ 1984 h 19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903" h="19159">
                        <a:moveTo>
                          <a:pt x="41819" y="1984"/>
                        </a:moveTo>
                        <a:cubicBezTo>
                          <a:pt x="43193" y="6196"/>
                          <a:pt x="27411" y="12713"/>
                          <a:pt x="22092" y="14840"/>
                        </a:cubicBezTo>
                        <a:cubicBezTo>
                          <a:pt x="19432" y="15949"/>
                          <a:pt x="14555" y="17678"/>
                          <a:pt x="9989" y="18520"/>
                        </a:cubicBezTo>
                        <a:cubicBezTo>
                          <a:pt x="5467" y="19362"/>
                          <a:pt x="1389" y="19717"/>
                          <a:pt x="236" y="17367"/>
                        </a:cubicBezTo>
                        <a:cubicBezTo>
                          <a:pt x="-872" y="15106"/>
                          <a:pt x="2054" y="12092"/>
                          <a:pt x="6132" y="9609"/>
                        </a:cubicBezTo>
                        <a:cubicBezTo>
                          <a:pt x="10211" y="7171"/>
                          <a:pt x="15220" y="5088"/>
                          <a:pt x="17836" y="4112"/>
                        </a:cubicBezTo>
                        <a:cubicBezTo>
                          <a:pt x="23067" y="2250"/>
                          <a:pt x="40267" y="-2759"/>
                          <a:pt x="41819" y="198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40" name="Forme libre : forme 22339">
                    <a:extLst>
                      <a:ext uri="{FF2B5EF4-FFF2-40B4-BE49-F238E27FC236}">
                        <a16:creationId xmlns:a16="http://schemas.microsoft.com/office/drawing/2014/main" id="{3AF8E394-C266-4F4D-AAA3-303C39056D5A}"/>
                      </a:ext>
                    </a:extLst>
                  </p:cNvPr>
                  <p:cNvSpPr/>
                  <p:nvPr/>
                </p:nvSpPr>
                <p:spPr>
                  <a:xfrm>
                    <a:off x="4320888" y="1226416"/>
                    <a:ext cx="31220" cy="9733"/>
                  </a:xfrm>
                  <a:custGeom>
                    <a:avLst/>
                    <a:gdLst>
                      <a:gd name="connsiteX0" fmla="*/ 7326 w 31220"/>
                      <a:gd name="connsiteY0" fmla="*/ 0 h 9733"/>
                      <a:gd name="connsiteX1" fmla="*/ 455 w 31220"/>
                      <a:gd name="connsiteY1" fmla="*/ 8157 h 9733"/>
                      <a:gd name="connsiteX2" fmla="*/ 10429 w 31220"/>
                      <a:gd name="connsiteY2" fmla="*/ 9177 h 9733"/>
                      <a:gd name="connsiteX3" fmla="*/ 22753 w 31220"/>
                      <a:gd name="connsiteY3" fmla="*/ 5453 h 9733"/>
                      <a:gd name="connsiteX4" fmla="*/ 31220 w 31220"/>
                      <a:gd name="connsiteY4" fmla="*/ 1596 h 9733"/>
                      <a:gd name="connsiteX5" fmla="*/ 26433 w 31220"/>
                      <a:gd name="connsiteY5" fmla="*/ 2926 h 9733"/>
                      <a:gd name="connsiteX6" fmla="*/ 7326 w 31220"/>
                      <a:gd name="connsiteY6" fmla="*/ 0 h 9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20" h="9733">
                        <a:moveTo>
                          <a:pt x="7326" y="0"/>
                        </a:moveTo>
                        <a:cubicBezTo>
                          <a:pt x="4977" y="1773"/>
                          <a:pt x="-1806" y="5719"/>
                          <a:pt x="455" y="8157"/>
                        </a:cubicBezTo>
                        <a:cubicBezTo>
                          <a:pt x="2317" y="10196"/>
                          <a:pt x="6129" y="9930"/>
                          <a:pt x="10429" y="9177"/>
                        </a:cubicBezTo>
                        <a:cubicBezTo>
                          <a:pt x="14729" y="8423"/>
                          <a:pt x="19384" y="6827"/>
                          <a:pt x="22753" y="5453"/>
                        </a:cubicBezTo>
                        <a:cubicBezTo>
                          <a:pt x="24704" y="4655"/>
                          <a:pt x="29093" y="2837"/>
                          <a:pt x="31220" y="1596"/>
                        </a:cubicBezTo>
                        <a:cubicBezTo>
                          <a:pt x="29891" y="1995"/>
                          <a:pt x="27718" y="2793"/>
                          <a:pt x="26433" y="2926"/>
                        </a:cubicBezTo>
                        <a:cubicBezTo>
                          <a:pt x="18985" y="3857"/>
                          <a:pt x="9986" y="5054"/>
                          <a:pt x="732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41" name="Forme libre : forme 22340">
                    <a:extLst>
                      <a:ext uri="{FF2B5EF4-FFF2-40B4-BE49-F238E27FC236}">
                        <a16:creationId xmlns:a16="http://schemas.microsoft.com/office/drawing/2014/main" id="{EC10BB88-1E7D-484E-B14F-0C7D5FF10EF9}"/>
                      </a:ext>
                    </a:extLst>
                  </p:cNvPr>
                  <p:cNvSpPr/>
                  <p:nvPr/>
                </p:nvSpPr>
                <p:spPr>
                  <a:xfrm>
                    <a:off x="4323854" y="1217362"/>
                    <a:ext cx="41908" cy="19221"/>
                  </a:xfrm>
                  <a:custGeom>
                    <a:avLst/>
                    <a:gdLst>
                      <a:gd name="connsiteX0" fmla="*/ 41908 w 41908"/>
                      <a:gd name="connsiteY0" fmla="*/ 2227 h 19221"/>
                      <a:gd name="connsiteX1" fmla="*/ 34017 w 41908"/>
                      <a:gd name="connsiteY1" fmla="*/ 9497 h 19221"/>
                      <a:gd name="connsiteX2" fmla="*/ 21959 w 41908"/>
                      <a:gd name="connsiteY2" fmla="*/ 15127 h 19221"/>
                      <a:gd name="connsiteX3" fmla="*/ 325 w 41908"/>
                      <a:gd name="connsiteY3" fmla="*/ 17299 h 19221"/>
                      <a:gd name="connsiteX4" fmla="*/ 17836 w 41908"/>
                      <a:gd name="connsiteY4" fmla="*/ 4266 h 19221"/>
                      <a:gd name="connsiteX5" fmla="*/ 31667 w 41908"/>
                      <a:gd name="connsiteY5" fmla="*/ 498 h 19221"/>
                      <a:gd name="connsiteX6" fmla="*/ 41908 w 41908"/>
                      <a:gd name="connsiteY6" fmla="*/ 2227 h 19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908" h="19221">
                        <a:moveTo>
                          <a:pt x="41908" y="2227"/>
                        </a:moveTo>
                        <a:cubicBezTo>
                          <a:pt x="41908" y="4754"/>
                          <a:pt x="38228" y="7103"/>
                          <a:pt x="34017" y="9497"/>
                        </a:cubicBezTo>
                        <a:cubicBezTo>
                          <a:pt x="29761" y="11935"/>
                          <a:pt x="24840" y="14019"/>
                          <a:pt x="21959" y="15127"/>
                        </a:cubicBezTo>
                        <a:cubicBezTo>
                          <a:pt x="16285" y="17610"/>
                          <a:pt x="2941" y="21644"/>
                          <a:pt x="325" y="17299"/>
                        </a:cubicBezTo>
                        <a:cubicBezTo>
                          <a:pt x="-2423" y="12600"/>
                          <a:pt x="13004" y="6084"/>
                          <a:pt x="17836" y="4266"/>
                        </a:cubicBezTo>
                        <a:cubicBezTo>
                          <a:pt x="20274" y="3424"/>
                          <a:pt x="26303" y="1562"/>
                          <a:pt x="31667" y="498"/>
                        </a:cubicBezTo>
                        <a:cubicBezTo>
                          <a:pt x="37076" y="-433"/>
                          <a:pt x="41952" y="-167"/>
                          <a:pt x="41908" y="222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42" name="Forme libre : forme 22341">
                    <a:extLst>
                      <a:ext uri="{FF2B5EF4-FFF2-40B4-BE49-F238E27FC236}">
                        <a16:creationId xmlns:a16="http://schemas.microsoft.com/office/drawing/2014/main" id="{9C3914ED-96DD-47DD-90B8-175EF0CA5551}"/>
                      </a:ext>
                    </a:extLst>
                  </p:cNvPr>
                  <p:cNvSpPr/>
                  <p:nvPr/>
                </p:nvSpPr>
                <p:spPr>
                  <a:xfrm>
                    <a:off x="4301542" y="1226985"/>
                    <a:ext cx="54360" cy="19575"/>
                  </a:xfrm>
                  <a:custGeom>
                    <a:avLst/>
                    <a:gdLst>
                      <a:gd name="connsiteX0" fmla="*/ 1580 w 54360"/>
                      <a:gd name="connsiteY0" fmla="*/ 16720 h 19575"/>
                      <a:gd name="connsiteX1" fmla="*/ 9117 w 54360"/>
                      <a:gd name="connsiteY1" fmla="*/ 19291 h 19575"/>
                      <a:gd name="connsiteX2" fmla="*/ 30218 w 54360"/>
                      <a:gd name="connsiteY2" fmla="*/ 17828 h 19575"/>
                      <a:gd name="connsiteX3" fmla="*/ 40326 w 54360"/>
                      <a:gd name="connsiteY3" fmla="*/ 14237 h 19575"/>
                      <a:gd name="connsiteX4" fmla="*/ 48970 w 54360"/>
                      <a:gd name="connsiteY4" fmla="*/ 9228 h 19575"/>
                      <a:gd name="connsiteX5" fmla="*/ 53758 w 54360"/>
                      <a:gd name="connsiteY5" fmla="*/ 761 h 19575"/>
                      <a:gd name="connsiteX6" fmla="*/ 46488 w 54360"/>
                      <a:gd name="connsiteY6" fmla="*/ 450 h 19575"/>
                      <a:gd name="connsiteX7" fmla="*/ 26583 w 54360"/>
                      <a:gd name="connsiteY7" fmla="*/ 1204 h 19575"/>
                      <a:gd name="connsiteX8" fmla="*/ 6590 w 54360"/>
                      <a:gd name="connsiteY8" fmla="*/ 3598 h 19575"/>
                      <a:gd name="connsiteX9" fmla="*/ 1580 w 54360"/>
                      <a:gd name="connsiteY9" fmla="*/ 16720 h 19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360" h="19575">
                        <a:moveTo>
                          <a:pt x="1580" y="16720"/>
                        </a:moveTo>
                        <a:cubicBezTo>
                          <a:pt x="3974" y="18803"/>
                          <a:pt x="5348" y="19114"/>
                          <a:pt x="9117" y="19291"/>
                        </a:cubicBezTo>
                        <a:cubicBezTo>
                          <a:pt x="16210" y="19513"/>
                          <a:pt x="22150" y="20266"/>
                          <a:pt x="30218" y="17828"/>
                        </a:cubicBezTo>
                        <a:cubicBezTo>
                          <a:pt x="33632" y="16897"/>
                          <a:pt x="37089" y="15744"/>
                          <a:pt x="40326" y="14237"/>
                        </a:cubicBezTo>
                        <a:cubicBezTo>
                          <a:pt x="43517" y="12686"/>
                          <a:pt x="46488" y="10912"/>
                          <a:pt x="48970" y="9228"/>
                        </a:cubicBezTo>
                        <a:cubicBezTo>
                          <a:pt x="52605" y="6612"/>
                          <a:pt x="55708" y="3066"/>
                          <a:pt x="53758" y="761"/>
                        </a:cubicBezTo>
                        <a:cubicBezTo>
                          <a:pt x="52561" y="-658"/>
                          <a:pt x="49280" y="317"/>
                          <a:pt x="46488" y="450"/>
                        </a:cubicBezTo>
                        <a:cubicBezTo>
                          <a:pt x="39794" y="628"/>
                          <a:pt x="33676" y="1913"/>
                          <a:pt x="26583" y="1204"/>
                        </a:cubicBezTo>
                        <a:cubicBezTo>
                          <a:pt x="20643" y="761"/>
                          <a:pt x="13638" y="-481"/>
                          <a:pt x="6590" y="3598"/>
                        </a:cubicBezTo>
                        <a:cubicBezTo>
                          <a:pt x="295" y="7588"/>
                          <a:pt x="-1745" y="13883"/>
                          <a:pt x="1580" y="1672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43" name="Forme libre : forme 22342">
                    <a:extLst>
                      <a:ext uri="{FF2B5EF4-FFF2-40B4-BE49-F238E27FC236}">
                        <a16:creationId xmlns:a16="http://schemas.microsoft.com/office/drawing/2014/main" id="{E887EBF6-8222-41E9-8067-0AE300507C88}"/>
                      </a:ext>
                    </a:extLst>
                  </p:cNvPr>
                  <p:cNvSpPr/>
                  <p:nvPr/>
                </p:nvSpPr>
                <p:spPr>
                  <a:xfrm>
                    <a:off x="4310481" y="1223276"/>
                    <a:ext cx="15566" cy="11462"/>
                  </a:xfrm>
                  <a:custGeom>
                    <a:avLst/>
                    <a:gdLst>
                      <a:gd name="connsiteX0" fmla="*/ 1064 w 15566"/>
                      <a:gd name="connsiteY0" fmla="*/ 9124 h 11462"/>
                      <a:gd name="connsiteX1" fmla="*/ 0 w 15566"/>
                      <a:gd name="connsiteY1" fmla="*/ 10898 h 11462"/>
                      <a:gd name="connsiteX2" fmla="*/ 1729 w 15566"/>
                      <a:gd name="connsiteY2" fmla="*/ 11341 h 11462"/>
                      <a:gd name="connsiteX3" fmla="*/ 4788 w 15566"/>
                      <a:gd name="connsiteY3" fmla="*/ 10011 h 11462"/>
                      <a:gd name="connsiteX4" fmla="*/ 11792 w 15566"/>
                      <a:gd name="connsiteY4" fmla="*/ 5711 h 11462"/>
                      <a:gd name="connsiteX5" fmla="*/ 14142 w 15566"/>
                      <a:gd name="connsiteY5" fmla="*/ 3849 h 11462"/>
                      <a:gd name="connsiteX6" fmla="*/ 10950 w 15566"/>
                      <a:gd name="connsiteY6" fmla="*/ 1012 h 11462"/>
                      <a:gd name="connsiteX7" fmla="*/ 1064 w 15566"/>
                      <a:gd name="connsiteY7" fmla="*/ 9124 h 1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566" h="11462">
                        <a:moveTo>
                          <a:pt x="1064" y="9124"/>
                        </a:moveTo>
                        <a:cubicBezTo>
                          <a:pt x="443" y="9789"/>
                          <a:pt x="0" y="10277"/>
                          <a:pt x="0" y="10898"/>
                        </a:cubicBezTo>
                        <a:cubicBezTo>
                          <a:pt x="0" y="11518"/>
                          <a:pt x="798" y="11562"/>
                          <a:pt x="1729" y="11341"/>
                        </a:cubicBezTo>
                        <a:cubicBezTo>
                          <a:pt x="2660" y="11119"/>
                          <a:pt x="3857" y="10499"/>
                          <a:pt x="4788" y="10011"/>
                        </a:cubicBezTo>
                        <a:cubicBezTo>
                          <a:pt x="7182" y="8681"/>
                          <a:pt x="9664" y="7218"/>
                          <a:pt x="11792" y="5711"/>
                        </a:cubicBezTo>
                        <a:cubicBezTo>
                          <a:pt x="12679" y="5090"/>
                          <a:pt x="13521" y="4514"/>
                          <a:pt x="14142" y="3849"/>
                        </a:cubicBezTo>
                        <a:cubicBezTo>
                          <a:pt x="16801" y="1056"/>
                          <a:pt x="15737" y="-1471"/>
                          <a:pt x="10950" y="1012"/>
                        </a:cubicBezTo>
                        <a:cubicBezTo>
                          <a:pt x="7359" y="2918"/>
                          <a:pt x="3546" y="6376"/>
                          <a:pt x="1064" y="912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44" name="Forme libre : forme 22343">
                    <a:extLst>
                      <a:ext uri="{FF2B5EF4-FFF2-40B4-BE49-F238E27FC236}">
                        <a16:creationId xmlns:a16="http://schemas.microsoft.com/office/drawing/2014/main" id="{6F5AC9E5-A06F-4444-8866-77FFCB109F5F}"/>
                      </a:ext>
                    </a:extLst>
                  </p:cNvPr>
                  <p:cNvSpPr/>
                  <p:nvPr/>
                </p:nvSpPr>
                <p:spPr>
                  <a:xfrm>
                    <a:off x="4356940" y="1217638"/>
                    <a:ext cx="21899" cy="20170"/>
                  </a:xfrm>
                  <a:custGeom>
                    <a:avLst/>
                    <a:gdLst>
                      <a:gd name="connsiteX0" fmla="*/ 21900 w 21899"/>
                      <a:gd name="connsiteY0" fmla="*/ 0 h 20170"/>
                      <a:gd name="connsiteX1" fmla="*/ 18530 w 21899"/>
                      <a:gd name="connsiteY1" fmla="*/ 5364 h 20170"/>
                      <a:gd name="connsiteX2" fmla="*/ 12812 w 21899"/>
                      <a:gd name="connsiteY2" fmla="*/ 10817 h 20170"/>
                      <a:gd name="connsiteX3" fmla="*/ 6162 w 21899"/>
                      <a:gd name="connsiteY3" fmla="*/ 15737 h 20170"/>
                      <a:gd name="connsiteX4" fmla="*/ 0 w 21899"/>
                      <a:gd name="connsiteY4" fmla="*/ 20171 h 20170"/>
                      <a:gd name="connsiteX5" fmla="*/ 5985 w 21899"/>
                      <a:gd name="connsiteY5" fmla="*/ 15471 h 20170"/>
                      <a:gd name="connsiteX6" fmla="*/ 11792 w 21899"/>
                      <a:gd name="connsiteY6" fmla="*/ 10418 h 20170"/>
                      <a:gd name="connsiteX7" fmla="*/ 21900 w 21899"/>
                      <a:gd name="connsiteY7" fmla="*/ 0 h 20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899" h="20170">
                        <a:moveTo>
                          <a:pt x="21900" y="0"/>
                        </a:moveTo>
                        <a:cubicBezTo>
                          <a:pt x="21323" y="1817"/>
                          <a:pt x="20126" y="3591"/>
                          <a:pt x="18530" y="5364"/>
                        </a:cubicBezTo>
                        <a:cubicBezTo>
                          <a:pt x="16934" y="7226"/>
                          <a:pt x="14940" y="9088"/>
                          <a:pt x="12812" y="10817"/>
                        </a:cubicBezTo>
                        <a:cubicBezTo>
                          <a:pt x="10684" y="12546"/>
                          <a:pt x="8379" y="14230"/>
                          <a:pt x="6162" y="15737"/>
                        </a:cubicBezTo>
                        <a:cubicBezTo>
                          <a:pt x="3901" y="17378"/>
                          <a:pt x="1818" y="18885"/>
                          <a:pt x="0" y="20171"/>
                        </a:cubicBezTo>
                        <a:cubicBezTo>
                          <a:pt x="1995" y="18796"/>
                          <a:pt x="3990" y="17112"/>
                          <a:pt x="5985" y="15471"/>
                        </a:cubicBezTo>
                        <a:cubicBezTo>
                          <a:pt x="7980" y="13875"/>
                          <a:pt x="9930" y="12191"/>
                          <a:pt x="11792" y="10418"/>
                        </a:cubicBezTo>
                        <a:cubicBezTo>
                          <a:pt x="15605" y="6871"/>
                          <a:pt x="19062" y="3059"/>
                          <a:pt x="219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45" name="Forme libre : forme 22344">
                    <a:extLst>
                      <a:ext uri="{FF2B5EF4-FFF2-40B4-BE49-F238E27FC236}">
                        <a16:creationId xmlns:a16="http://schemas.microsoft.com/office/drawing/2014/main" id="{77FEF1A4-5F5F-485E-BDEE-DC7F74D467ED}"/>
                      </a:ext>
                    </a:extLst>
                  </p:cNvPr>
                  <p:cNvSpPr/>
                  <p:nvPr/>
                </p:nvSpPr>
                <p:spPr>
                  <a:xfrm>
                    <a:off x="4291818" y="1218658"/>
                    <a:ext cx="23717" cy="24603"/>
                  </a:xfrm>
                  <a:custGeom>
                    <a:avLst/>
                    <a:gdLst>
                      <a:gd name="connsiteX0" fmla="*/ 23717 w 23717"/>
                      <a:gd name="connsiteY0" fmla="*/ 0 h 24603"/>
                      <a:gd name="connsiteX1" fmla="*/ 9265 w 23717"/>
                      <a:gd name="connsiteY1" fmla="*/ 11260 h 24603"/>
                      <a:gd name="connsiteX2" fmla="*/ 0 w 23717"/>
                      <a:gd name="connsiteY2" fmla="*/ 24604 h 24603"/>
                      <a:gd name="connsiteX3" fmla="*/ 23717 w 23717"/>
                      <a:gd name="connsiteY3" fmla="*/ 0 h 24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17" h="24603">
                        <a:moveTo>
                          <a:pt x="23717" y="0"/>
                        </a:moveTo>
                        <a:cubicBezTo>
                          <a:pt x="17998" y="3014"/>
                          <a:pt x="13122" y="6871"/>
                          <a:pt x="9265" y="11260"/>
                        </a:cubicBezTo>
                        <a:cubicBezTo>
                          <a:pt x="5364" y="15605"/>
                          <a:pt x="2261" y="20126"/>
                          <a:pt x="0" y="24604"/>
                        </a:cubicBezTo>
                        <a:cubicBezTo>
                          <a:pt x="3812" y="16137"/>
                          <a:pt x="14585" y="6428"/>
                          <a:pt x="2371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46" name="Forme libre : forme 22345">
                    <a:extLst>
                      <a:ext uri="{FF2B5EF4-FFF2-40B4-BE49-F238E27FC236}">
                        <a16:creationId xmlns:a16="http://schemas.microsoft.com/office/drawing/2014/main" id="{C3CFBBD7-498F-444E-ABBE-FAE419B6E48A}"/>
                      </a:ext>
                    </a:extLst>
                  </p:cNvPr>
                  <p:cNvSpPr/>
                  <p:nvPr/>
                </p:nvSpPr>
                <p:spPr>
                  <a:xfrm>
                    <a:off x="4336922" y="1219797"/>
                    <a:ext cx="16060" cy="5760"/>
                  </a:xfrm>
                  <a:custGeom>
                    <a:avLst/>
                    <a:gdLst>
                      <a:gd name="connsiteX0" fmla="*/ 16029 w 16060"/>
                      <a:gd name="connsiteY0" fmla="*/ 1033 h 5760"/>
                      <a:gd name="connsiteX1" fmla="*/ 7118 w 16060"/>
                      <a:gd name="connsiteY1" fmla="*/ 4890 h 5760"/>
                      <a:gd name="connsiteX2" fmla="*/ 25 w 16060"/>
                      <a:gd name="connsiteY2" fmla="*/ 4668 h 5760"/>
                      <a:gd name="connsiteX3" fmla="*/ 8404 w 16060"/>
                      <a:gd name="connsiteY3" fmla="*/ 855 h 5760"/>
                      <a:gd name="connsiteX4" fmla="*/ 16029 w 16060"/>
                      <a:gd name="connsiteY4" fmla="*/ 1033 h 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60" h="5760">
                        <a:moveTo>
                          <a:pt x="16029" y="1033"/>
                        </a:moveTo>
                        <a:cubicBezTo>
                          <a:pt x="15541" y="2939"/>
                          <a:pt x="9113" y="4446"/>
                          <a:pt x="7118" y="4890"/>
                        </a:cubicBezTo>
                        <a:cubicBezTo>
                          <a:pt x="5123" y="5289"/>
                          <a:pt x="-418" y="6751"/>
                          <a:pt x="25" y="4668"/>
                        </a:cubicBezTo>
                        <a:cubicBezTo>
                          <a:pt x="513" y="2584"/>
                          <a:pt x="6497" y="1166"/>
                          <a:pt x="8404" y="855"/>
                        </a:cubicBezTo>
                        <a:cubicBezTo>
                          <a:pt x="10354" y="412"/>
                          <a:pt x="16561" y="-918"/>
                          <a:pt x="16029" y="103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47" name="Forme libre : forme 22346">
                    <a:extLst>
                      <a:ext uri="{FF2B5EF4-FFF2-40B4-BE49-F238E27FC236}">
                        <a16:creationId xmlns:a16="http://schemas.microsoft.com/office/drawing/2014/main" id="{97B418C1-8BB1-4E81-9D10-EC0F91886A53}"/>
                      </a:ext>
                    </a:extLst>
                  </p:cNvPr>
                  <p:cNvSpPr/>
                  <p:nvPr/>
                </p:nvSpPr>
                <p:spPr>
                  <a:xfrm>
                    <a:off x="4350808" y="1219262"/>
                    <a:ext cx="4503" cy="2128"/>
                  </a:xfrm>
                  <a:custGeom>
                    <a:avLst/>
                    <a:gdLst>
                      <a:gd name="connsiteX0" fmla="*/ 4448 w 4503"/>
                      <a:gd name="connsiteY0" fmla="*/ 282 h 2128"/>
                      <a:gd name="connsiteX1" fmla="*/ 2674 w 4503"/>
                      <a:gd name="connsiteY1" fmla="*/ 1745 h 2128"/>
                      <a:gd name="connsiteX2" fmla="*/ 59 w 4503"/>
                      <a:gd name="connsiteY2" fmla="*/ 1833 h 2128"/>
                      <a:gd name="connsiteX3" fmla="*/ 1788 w 4503"/>
                      <a:gd name="connsiteY3" fmla="*/ 415 h 2128"/>
                      <a:gd name="connsiteX4" fmla="*/ 4448 w 4503"/>
                      <a:gd name="connsiteY4" fmla="*/ 282 h 2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03" h="2128">
                        <a:moveTo>
                          <a:pt x="4448" y="282"/>
                        </a:moveTo>
                        <a:cubicBezTo>
                          <a:pt x="4802" y="858"/>
                          <a:pt x="3384" y="1479"/>
                          <a:pt x="2674" y="1745"/>
                        </a:cubicBezTo>
                        <a:cubicBezTo>
                          <a:pt x="1921" y="2011"/>
                          <a:pt x="414" y="2410"/>
                          <a:pt x="59" y="1833"/>
                        </a:cubicBezTo>
                        <a:cubicBezTo>
                          <a:pt x="-296" y="1257"/>
                          <a:pt x="1034" y="681"/>
                          <a:pt x="1788" y="415"/>
                        </a:cubicBezTo>
                        <a:cubicBezTo>
                          <a:pt x="2497" y="149"/>
                          <a:pt x="4093" y="-294"/>
                          <a:pt x="4448" y="2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48" name="Forme libre : forme 22347">
                    <a:extLst>
                      <a:ext uri="{FF2B5EF4-FFF2-40B4-BE49-F238E27FC236}">
                        <a16:creationId xmlns:a16="http://schemas.microsoft.com/office/drawing/2014/main" id="{CC1DCFF7-CF94-41E8-B22D-CFE88F4B4EED}"/>
                      </a:ext>
                    </a:extLst>
                  </p:cNvPr>
                  <p:cNvSpPr/>
                  <p:nvPr/>
                </p:nvSpPr>
                <p:spPr>
                  <a:xfrm>
                    <a:off x="4333253" y="1207664"/>
                    <a:ext cx="43095" cy="9883"/>
                  </a:xfrm>
                  <a:custGeom>
                    <a:avLst/>
                    <a:gdLst>
                      <a:gd name="connsiteX0" fmla="*/ 31179 w 43095"/>
                      <a:gd name="connsiteY0" fmla="*/ 2261 h 9883"/>
                      <a:gd name="connsiteX1" fmla="*/ 42661 w 43095"/>
                      <a:gd name="connsiteY1" fmla="*/ 6339 h 9883"/>
                      <a:gd name="connsiteX2" fmla="*/ 40533 w 43095"/>
                      <a:gd name="connsiteY2" fmla="*/ 9575 h 9883"/>
                      <a:gd name="connsiteX3" fmla="*/ 35435 w 43095"/>
                      <a:gd name="connsiteY3" fmla="*/ 9354 h 9883"/>
                      <a:gd name="connsiteX4" fmla="*/ 19697 w 43095"/>
                      <a:gd name="connsiteY4" fmla="*/ 7625 h 9883"/>
                      <a:gd name="connsiteX5" fmla="*/ 7905 w 43095"/>
                      <a:gd name="connsiteY5" fmla="*/ 9043 h 9883"/>
                      <a:gd name="connsiteX6" fmla="*/ 103 w 43095"/>
                      <a:gd name="connsiteY6" fmla="*/ 7448 h 9883"/>
                      <a:gd name="connsiteX7" fmla="*/ 20318 w 43095"/>
                      <a:gd name="connsiteY7" fmla="*/ 0 h 9883"/>
                      <a:gd name="connsiteX8" fmla="*/ 31179 w 43095"/>
                      <a:gd name="connsiteY8" fmla="*/ 2261 h 9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095" h="9883">
                        <a:moveTo>
                          <a:pt x="31179" y="2261"/>
                        </a:moveTo>
                        <a:cubicBezTo>
                          <a:pt x="36056" y="3236"/>
                          <a:pt x="39425" y="3724"/>
                          <a:pt x="42661" y="6339"/>
                        </a:cubicBezTo>
                        <a:cubicBezTo>
                          <a:pt x="43814" y="7315"/>
                          <a:pt x="42528" y="8999"/>
                          <a:pt x="40533" y="9575"/>
                        </a:cubicBezTo>
                        <a:cubicBezTo>
                          <a:pt x="38494" y="10196"/>
                          <a:pt x="37031" y="9753"/>
                          <a:pt x="35435" y="9354"/>
                        </a:cubicBezTo>
                        <a:cubicBezTo>
                          <a:pt x="30559" y="8201"/>
                          <a:pt x="25328" y="7448"/>
                          <a:pt x="19697" y="7625"/>
                        </a:cubicBezTo>
                        <a:cubicBezTo>
                          <a:pt x="17924" y="7625"/>
                          <a:pt x="12605" y="8600"/>
                          <a:pt x="7905" y="9043"/>
                        </a:cubicBezTo>
                        <a:cubicBezTo>
                          <a:pt x="3251" y="9531"/>
                          <a:pt x="-695" y="9753"/>
                          <a:pt x="103" y="7448"/>
                        </a:cubicBezTo>
                        <a:cubicBezTo>
                          <a:pt x="1699" y="2660"/>
                          <a:pt x="15619" y="133"/>
                          <a:pt x="20318" y="0"/>
                        </a:cubicBezTo>
                        <a:cubicBezTo>
                          <a:pt x="25239" y="44"/>
                          <a:pt x="27544" y="1596"/>
                          <a:pt x="31179" y="226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00" name="Graphique 2">
                  <a:extLst>
                    <a:ext uri="{FF2B5EF4-FFF2-40B4-BE49-F238E27FC236}">
                      <a16:creationId xmlns:a16="http://schemas.microsoft.com/office/drawing/2014/main" id="{129BD5AE-FBE0-4A08-9DF6-52BAF78CCED3}"/>
                    </a:ext>
                  </a:extLst>
                </p:cNvPr>
                <p:cNvGrpSpPr/>
                <p:nvPr/>
              </p:nvGrpSpPr>
              <p:grpSpPr>
                <a:xfrm>
                  <a:off x="4380701" y="1193852"/>
                  <a:ext cx="95882" cy="35932"/>
                  <a:chOff x="4380701" y="1193852"/>
                  <a:chExt cx="95882" cy="35932"/>
                </a:xfrm>
                <a:solidFill>
                  <a:schemeClr val="accent1"/>
                </a:solidFill>
              </p:grpSpPr>
              <p:sp>
                <p:nvSpPr>
                  <p:cNvPr id="22325" name="Forme libre : forme 22324">
                    <a:extLst>
                      <a:ext uri="{FF2B5EF4-FFF2-40B4-BE49-F238E27FC236}">
                        <a16:creationId xmlns:a16="http://schemas.microsoft.com/office/drawing/2014/main" id="{FB8099BB-CD34-4E54-A545-DB762D20A142}"/>
                      </a:ext>
                    </a:extLst>
                  </p:cNvPr>
                  <p:cNvSpPr/>
                  <p:nvPr/>
                </p:nvSpPr>
                <p:spPr>
                  <a:xfrm>
                    <a:off x="4380701" y="1193852"/>
                    <a:ext cx="95882" cy="35932"/>
                  </a:xfrm>
                  <a:custGeom>
                    <a:avLst/>
                    <a:gdLst>
                      <a:gd name="connsiteX0" fmla="*/ 63704 w 95882"/>
                      <a:gd name="connsiteY0" fmla="*/ 35933 h 35932"/>
                      <a:gd name="connsiteX1" fmla="*/ 32894 w 95882"/>
                      <a:gd name="connsiteY1" fmla="*/ 35490 h 35932"/>
                      <a:gd name="connsiteX2" fmla="*/ 2660 w 95882"/>
                      <a:gd name="connsiteY2" fmla="*/ 24584 h 35932"/>
                      <a:gd name="connsiteX3" fmla="*/ 1596 w 95882"/>
                      <a:gd name="connsiteY3" fmla="*/ 14610 h 35932"/>
                      <a:gd name="connsiteX4" fmla="*/ 32850 w 95882"/>
                      <a:gd name="connsiteY4" fmla="*/ 380 h 35932"/>
                      <a:gd name="connsiteX5" fmla="*/ 64457 w 95882"/>
                      <a:gd name="connsiteY5" fmla="*/ 867 h 35932"/>
                      <a:gd name="connsiteX6" fmla="*/ 94071 w 95882"/>
                      <a:gd name="connsiteY6" fmla="*/ 16693 h 35932"/>
                      <a:gd name="connsiteX7" fmla="*/ 93805 w 95882"/>
                      <a:gd name="connsiteY7" fmla="*/ 26490 h 35932"/>
                      <a:gd name="connsiteX8" fmla="*/ 63704 w 95882"/>
                      <a:gd name="connsiteY8" fmla="*/ 35933 h 35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882" h="35932">
                        <a:moveTo>
                          <a:pt x="63704" y="35933"/>
                        </a:moveTo>
                        <a:cubicBezTo>
                          <a:pt x="56301" y="35844"/>
                          <a:pt x="40563" y="35578"/>
                          <a:pt x="32894" y="35490"/>
                        </a:cubicBezTo>
                        <a:cubicBezTo>
                          <a:pt x="18664" y="35046"/>
                          <a:pt x="11260" y="30924"/>
                          <a:pt x="2660" y="24584"/>
                        </a:cubicBezTo>
                        <a:cubicBezTo>
                          <a:pt x="-310" y="22412"/>
                          <a:pt x="-975" y="17358"/>
                          <a:pt x="1596" y="14610"/>
                        </a:cubicBezTo>
                        <a:cubicBezTo>
                          <a:pt x="8999" y="6674"/>
                          <a:pt x="18176" y="1532"/>
                          <a:pt x="32850" y="380"/>
                        </a:cubicBezTo>
                        <a:cubicBezTo>
                          <a:pt x="40696" y="-330"/>
                          <a:pt x="56434" y="25"/>
                          <a:pt x="64457" y="867"/>
                        </a:cubicBezTo>
                        <a:cubicBezTo>
                          <a:pt x="79530" y="2463"/>
                          <a:pt x="87244" y="8492"/>
                          <a:pt x="94071" y="16693"/>
                        </a:cubicBezTo>
                        <a:cubicBezTo>
                          <a:pt x="96464" y="19486"/>
                          <a:pt x="96597" y="24495"/>
                          <a:pt x="93805" y="26490"/>
                        </a:cubicBezTo>
                        <a:cubicBezTo>
                          <a:pt x="85825" y="32564"/>
                          <a:pt x="77358" y="35933"/>
                          <a:pt x="63704" y="3593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26" name="Forme libre : forme 22325">
                    <a:extLst>
                      <a:ext uri="{FF2B5EF4-FFF2-40B4-BE49-F238E27FC236}">
                        <a16:creationId xmlns:a16="http://schemas.microsoft.com/office/drawing/2014/main" id="{92360F87-2BE0-4490-8A5E-9B2993FC7092}"/>
                      </a:ext>
                    </a:extLst>
                  </p:cNvPr>
                  <p:cNvSpPr/>
                  <p:nvPr/>
                </p:nvSpPr>
                <p:spPr>
                  <a:xfrm>
                    <a:off x="4380923" y="1214579"/>
                    <a:ext cx="93671" cy="15116"/>
                  </a:xfrm>
                  <a:custGeom>
                    <a:avLst/>
                    <a:gdLst>
                      <a:gd name="connsiteX0" fmla="*/ 37238 w 93671"/>
                      <a:gd name="connsiteY0" fmla="*/ 2084 h 15116"/>
                      <a:gd name="connsiteX1" fmla="*/ 0 w 93671"/>
                      <a:gd name="connsiteY1" fmla="*/ 0 h 15116"/>
                      <a:gd name="connsiteX2" fmla="*/ 2394 w 93671"/>
                      <a:gd name="connsiteY2" fmla="*/ 3768 h 15116"/>
                      <a:gd name="connsiteX3" fmla="*/ 6783 w 93671"/>
                      <a:gd name="connsiteY3" fmla="*/ 6783 h 15116"/>
                      <a:gd name="connsiteX4" fmla="*/ 20614 w 93671"/>
                      <a:gd name="connsiteY4" fmla="*/ 13078 h 15116"/>
                      <a:gd name="connsiteX5" fmla="*/ 32628 w 93671"/>
                      <a:gd name="connsiteY5" fmla="*/ 14629 h 15116"/>
                      <a:gd name="connsiteX6" fmla="*/ 37593 w 93671"/>
                      <a:gd name="connsiteY6" fmla="*/ 14718 h 15116"/>
                      <a:gd name="connsiteX7" fmla="*/ 61177 w 93671"/>
                      <a:gd name="connsiteY7" fmla="*/ 15073 h 15116"/>
                      <a:gd name="connsiteX8" fmla="*/ 63438 w 93671"/>
                      <a:gd name="connsiteY8" fmla="*/ 15117 h 15116"/>
                      <a:gd name="connsiteX9" fmla="*/ 76205 w 93671"/>
                      <a:gd name="connsiteY9" fmla="*/ 13831 h 15116"/>
                      <a:gd name="connsiteX10" fmla="*/ 89682 w 93671"/>
                      <a:gd name="connsiteY10" fmla="*/ 8334 h 15116"/>
                      <a:gd name="connsiteX11" fmla="*/ 93538 w 93671"/>
                      <a:gd name="connsiteY11" fmla="*/ 5674 h 15116"/>
                      <a:gd name="connsiteX12" fmla="*/ 93671 w 93671"/>
                      <a:gd name="connsiteY12" fmla="*/ 5541 h 15116"/>
                      <a:gd name="connsiteX13" fmla="*/ 37238 w 93671"/>
                      <a:gd name="connsiteY13" fmla="*/ 2084 h 15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3671" h="15116">
                        <a:moveTo>
                          <a:pt x="37238" y="2084"/>
                        </a:moveTo>
                        <a:cubicBezTo>
                          <a:pt x="24293" y="2970"/>
                          <a:pt x="10772" y="3546"/>
                          <a:pt x="0" y="0"/>
                        </a:cubicBezTo>
                        <a:cubicBezTo>
                          <a:pt x="399" y="1507"/>
                          <a:pt x="1197" y="2881"/>
                          <a:pt x="2394" y="3768"/>
                        </a:cubicBezTo>
                        <a:cubicBezTo>
                          <a:pt x="3901" y="4876"/>
                          <a:pt x="5320" y="5852"/>
                          <a:pt x="6783" y="6783"/>
                        </a:cubicBezTo>
                        <a:cubicBezTo>
                          <a:pt x="10994" y="9576"/>
                          <a:pt x="15294" y="11748"/>
                          <a:pt x="20614" y="13078"/>
                        </a:cubicBezTo>
                        <a:cubicBezTo>
                          <a:pt x="24072" y="14009"/>
                          <a:pt x="27973" y="14408"/>
                          <a:pt x="32628" y="14629"/>
                        </a:cubicBezTo>
                        <a:cubicBezTo>
                          <a:pt x="34046" y="14674"/>
                          <a:pt x="35731" y="14674"/>
                          <a:pt x="37593" y="14718"/>
                        </a:cubicBezTo>
                        <a:cubicBezTo>
                          <a:pt x="44907" y="14807"/>
                          <a:pt x="54793" y="14940"/>
                          <a:pt x="61177" y="15073"/>
                        </a:cubicBezTo>
                        <a:cubicBezTo>
                          <a:pt x="61975" y="15073"/>
                          <a:pt x="62773" y="15073"/>
                          <a:pt x="63438" y="15117"/>
                        </a:cubicBezTo>
                        <a:cubicBezTo>
                          <a:pt x="68314" y="15073"/>
                          <a:pt x="72437" y="14674"/>
                          <a:pt x="76205" y="13831"/>
                        </a:cubicBezTo>
                        <a:cubicBezTo>
                          <a:pt x="81303" y="12723"/>
                          <a:pt x="85647" y="10684"/>
                          <a:pt x="89682" y="8334"/>
                        </a:cubicBezTo>
                        <a:cubicBezTo>
                          <a:pt x="91011" y="7536"/>
                          <a:pt x="92297" y="6605"/>
                          <a:pt x="93538" y="5674"/>
                        </a:cubicBezTo>
                        <a:lnTo>
                          <a:pt x="93671" y="5541"/>
                        </a:lnTo>
                        <a:cubicBezTo>
                          <a:pt x="75363" y="2305"/>
                          <a:pt x="55724" y="887"/>
                          <a:pt x="37238" y="208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27" name="Forme libre : forme 22326">
                    <a:extLst>
                      <a:ext uri="{FF2B5EF4-FFF2-40B4-BE49-F238E27FC236}">
                        <a16:creationId xmlns:a16="http://schemas.microsoft.com/office/drawing/2014/main" id="{3C34D8D8-3EDE-44AC-B2D0-E25F436B2952}"/>
                      </a:ext>
                    </a:extLst>
                  </p:cNvPr>
                  <p:cNvSpPr/>
                  <p:nvPr/>
                </p:nvSpPr>
                <p:spPr>
                  <a:xfrm>
                    <a:off x="4414077" y="1206783"/>
                    <a:ext cx="44341" cy="11697"/>
                  </a:xfrm>
                  <a:custGeom>
                    <a:avLst/>
                    <a:gdLst>
                      <a:gd name="connsiteX0" fmla="*/ 44337 w 44341"/>
                      <a:gd name="connsiteY0" fmla="*/ 7397 h 11697"/>
                      <a:gd name="connsiteX1" fmla="*/ 21107 w 44341"/>
                      <a:gd name="connsiteY1" fmla="*/ 11697 h 11697"/>
                      <a:gd name="connsiteX2" fmla="*/ 6 w 44341"/>
                      <a:gd name="connsiteY2" fmla="*/ 5402 h 11697"/>
                      <a:gd name="connsiteX3" fmla="*/ 21329 w 44341"/>
                      <a:gd name="connsiteY3" fmla="*/ 127 h 11697"/>
                      <a:gd name="connsiteX4" fmla="*/ 44337 w 44341"/>
                      <a:gd name="connsiteY4" fmla="*/ 7397 h 11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41" h="11697">
                        <a:moveTo>
                          <a:pt x="44337" y="7397"/>
                        </a:moveTo>
                        <a:cubicBezTo>
                          <a:pt x="43982" y="12007"/>
                          <a:pt x="26870" y="11653"/>
                          <a:pt x="21107" y="11697"/>
                        </a:cubicBezTo>
                        <a:cubicBezTo>
                          <a:pt x="15344" y="11475"/>
                          <a:pt x="360" y="10412"/>
                          <a:pt x="6" y="5402"/>
                        </a:cubicBezTo>
                        <a:cubicBezTo>
                          <a:pt x="-349" y="171"/>
                          <a:pt x="15788" y="-317"/>
                          <a:pt x="21329" y="127"/>
                        </a:cubicBezTo>
                        <a:cubicBezTo>
                          <a:pt x="26915" y="348"/>
                          <a:pt x="44691" y="2565"/>
                          <a:pt x="44337" y="739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28" name="Forme libre : forme 22327">
                    <a:extLst>
                      <a:ext uri="{FF2B5EF4-FFF2-40B4-BE49-F238E27FC236}">
                        <a16:creationId xmlns:a16="http://schemas.microsoft.com/office/drawing/2014/main" id="{C56817D1-001B-4BF5-8CE6-74CC4A4C61A2}"/>
                      </a:ext>
                    </a:extLst>
                  </p:cNvPr>
                  <p:cNvSpPr/>
                  <p:nvPr/>
                </p:nvSpPr>
                <p:spPr>
                  <a:xfrm>
                    <a:off x="4413747" y="1207442"/>
                    <a:ext cx="31013" cy="11118"/>
                  </a:xfrm>
                  <a:custGeom>
                    <a:avLst/>
                    <a:gdLst>
                      <a:gd name="connsiteX0" fmla="*/ 9646 w 31013"/>
                      <a:gd name="connsiteY0" fmla="*/ 0 h 11118"/>
                      <a:gd name="connsiteX1" fmla="*/ 115 w 31013"/>
                      <a:gd name="connsiteY1" fmla="*/ 4788 h 11118"/>
                      <a:gd name="connsiteX2" fmla="*/ 21704 w 31013"/>
                      <a:gd name="connsiteY2" fmla="*/ 11083 h 11118"/>
                      <a:gd name="connsiteX3" fmla="*/ 31013 w 31013"/>
                      <a:gd name="connsiteY3" fmla="*/ 10728 h 11118"/>
                      <a:gd name="connsiteX4" fmla="*/ 26048 w 31013"/>
                      <a:gd name="connsiteY4" fmla="*/ 10152 h 11118"/>
                      <a:gd name="connsiteX5" fmla="*/ 9646 w 31013"/>
                      <a:gd name="connsiteY5" fmla="*/ 0 h 11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013" h="11118">
                        <a:moveTo>
                          <a:pt x="9646" y="0"/>
                        </a:moveTo>
                        <a:cubicBezTo>
                          <a:pt x="6809" y="842"/>
                          <a:pt x="-1038" y="1552"/>
                          <a:pt x="115" y="4788"/>
                        </a:cubicBezTo>
                        <a:cubicBezTo>
                          <a:pt x="1932" y="9753"/>
                          <a:pt x="14434" y="10772"/>
                          <a:pt x="21704" y="11083"/>
                        </a:cubicBezTo>
                        <a:cubicBezTo>
                          <a:pt x="23832" y="11216"/>
                          <a:pt x="28620" y="10950"/>
                          <a:pt x="31013" y="10728"/>
                        </a:cubicBezTo>
                        <a:cubicBezTo>
                          <a:pt x="29639" y="10551"/>
                          <a:pt x="27334" y="10462"/>
                          <a:pt x="26048" y="10152"/>
                        </a:cubicBezTo>
                        <a:cubicBezTo>
                          <a:pt x="18822" y="8113"/>
                          <a:pt x="10089" y="5586"/>
                          <a:pt x="964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29" name="Forme libre : forme 22328">
                    <a:extLst>
                      <a:ext uri="{FF2B5EF4-FFF2-40B4-BE49-F238E27FC236}">
                        <a16:creationId xmlns:a16="http://schemas.microsoft.com/office/drawing/2014/main" id="{EA0A8529-5E80-479B-A841-00683D528A0E}"/>
                      </a:ext>
                    </a:extLst>
                  </p:cNvPr>
                  <p:cNvSpPr/>
                  <p:nvPr/>
                </p:nvSpPr>
                <p:spPr>
                  <a:xfrm>
                    <a:off x="4416366" y="1208235"/>
                    <a:ext cx="44399" cy="11708"/>
                  </a:xfrm>
                  <a:custGeom>
                    <a:avLst/>
                    <a:gdLst>
                      <a:gd name="connsiteX0" fmla="*/ 44264 w 44399"/>
                      <a:gd name="connsiteY0" fmla="*/ 7364 h 11708"/>
                      <a:gd name="connsiteX1" fmla="*/ 20813 w 44399"/>
                      <a:gd name="connsiteY1" fmla="*/ 11709 h 11708"/>
                      <a:gd name="connsiteX2" fmla="*/ 22 w 44399"/>
                      <a:gd name="connsiteY2" fmla="*/ 5192 h 11708"/>
                      <a:gd name="connsiteX3" fmla="*/ 21212 w 44399"/>
                      <a:gd name="connsiteY3" fmla="*/ 138 h 11708"/>
                      <a:gd name="connsiteX4" fmla="*/ 35398 w 44399"/>
                      <a:gd name="connsiteY4" fmla="*/ 1956 h 11708"/>
                      <a:gd name="connsiteX5" fmla="*/ 44264 w 44399"/>
                      <a:gd name="connsiteY5" fmla="*/ 7364 h 11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4399" h="11708">
                        <a:moveTo>
                          <a:pt x="44264" y="7364"/>
                        </a:moveTo>
                        <a:cubicBezTo>
                          <a:pt x="42358" y="11842"/>
                          <a:pt x="27019" y="11576"/>
                          <a:pt x="20813" y="11709"/>
                        </a:cubicBezTo>
                        <a:cubicBezTo>
                          <a:pt x="14651" y="11576"/>
                          <a:pt x="731" y="10290"/>
                          <a:pt x="22" y="5192"/>
                        </a:cubicBezTo>
                        <a:cubicBezTo>
                          <a:pt x="-687" y="-128"/>
                          <a:pt x="16070" y="-261"/>
                          <a:pt x="21212" y="138"/>
                        </a:cubicBezTo>
                        <a:cubicBezTo>
                          <a:pt x="23783" y="227"/>
                          <a:pt x="30034" y="759"/>
                          <a:pt x="35398" y="1956"/>
                        </a:cubicBezTo>
                        <a:cubicBezTo>
                          <a:pt x="40806" y="3242"/>
                          <a:pt x="45239" y="5059"/>
                          <a:pt x="44264" y="736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30" name="Forme libre : forme 22329">
                    <a:extLst>
                      <a:ext uri="{FF2B5EF4-FFF2-40B4-BE49-F238E27FC236}">
                        <a16:creationId xmlns:a16="http://schemas.microsoft.com/office/drawing/2014/main" id="{8ABAC95E-7B7C-4073-B427-2CCAD9226478}"/>
                      </a:ext>
                    </a:extLst>
                  </p:cNvPr>
                  <p:cNvSpPr/>
                  <p:nvPr/>
                </p:nvSpPr>
                <p:spPr>
                  <a:xfrm>
                    <a:off x="4393032" y="1203166"/>
                    <a:ext cx="54905" cy="23181"/>
                  </a:xfrm>
                  <a:custGeom>
                    <a:avLst/>
                    <a:gdLst>
                      <a:gd name="connsiteX0" fmla="*/ 525 w 54905"/>
                      <a:gd name="connsiteY0" fmla="*/ 10483 h 23181"/>
                      <a:gd name="connsiteX1" fmla="*/ 6510 w 54905"/>
                      <a:gd name="connsiteY1" fmla="*/ 15714 h 23181"/>
                      <a:gd name="connsiteX2" fmla="*/ 26415 w 54905"/>
                      <a:gd name="connsiteY2" fmla="*/ 22585 h 23181"/>
                      <a:gd name="connsiteX3" fmla="*/ 47073 w 54905"/>
                      <a:gd name="connsiteY3" fmla="*/ 21920 h 23181"/>
                      <a:gd name="connsiteX4" fmla="*/ 54786 w 54905"/>
                      <a:gd name="connsiteY4" fmla="*/ 15935 h 23181"/>
                      <a:gd name="connsiteX5" fmla="*/ 48181 w 54905"/>
                      <a:gd name="connsiteY5" fmla="*/ 12832 h 23181"/>
                      <a:gd name="connsiteX6" fmla="*/ 29562 w 54905"/>
                      <a:gd name="connsiteY6" fmla="*/ 5784 h 23181"/>
                      <a:gd name="connsiteX7" fmla="*/ 10145 w 54905"/>
                      <a:gd name="connsiteY7" fmla="*/ 242 h 23181"/>
                      <a:gd name="connsiteX8" fmla="*/ 525 w 54905"/>
                      <a:gd name="connsiteY8" fmla="*/ 10483 h 2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905" h="23181">
                        <a:moveTo>
                          <a:pt x="525" y="10483"/>
                        </a:moveTo>
                        <a:cubicBezTo>
                          <a:pt x="1944" y="13275"/>
                          <a:pt x="3141" y="14118"/>
                          <a:pt x="6510" y="15714"/>
                        </a:cubicBezTo>
                        <a:cubicBezTo>
                          <a:pt x="12938" y="18773"/>
                          <a:pt x="18036" y="21477"/>
                          <a:pt x="26415" y="22585"/>
                        </a:cubicBezTo>
                        <a:cubicBezTo>
                          <a:pt x="33375" y="23560"/>
                          <a:pt x="41177" y="23339"/>
                          <a:pt x="47073" y="21920"/>
                        </a:cubicBezTo>
                        <a:cubicBezTo>
                          <a:pt x="51462" y="20856"/>
                          <a:pt x="55673" y="18861"/>
                          <a:pt x="54786" y="15935"/>
                        </a:cubicBezTo>
                        <a:cubicBezTo>
                          <a:pt x="54210" y="14162"/>
                          <a:pt x="50841" y="13719"/>
                          <a:pt x="48181" y="12832"/>
                        </a:cubicBezTo>
                        <a:cubicBezTo>
                          <a:pt x="41930" y="10660"/>
                          <a:pt x="35813" y="8975"/>
                          <a:pt x="29562" y="5784"/>
                        </a:cubicBezTo>
                        <a:cubicBezTo>
                          <a:pt x="24287" y="3079"/>
                          <a:pt x="18302" y="-1043"/>
                          <a:pt x="10145" y="242"/>
                        </a:cubicBezTo>
                        <a:cubicBezTo>
                          <a:pt x="2742" y="1439"/>
                          <a:pt x="-1558" y="6626"/>
                          <a:pt x="525" y="104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31" name="Forme libre : forme 22330">
                    <a:extLst>
                      <a:ext uri="{FF2B5EF4-FFF2-40B4-BE49-F238E27FC236}">
                        <a16:creationId xmlns:a16="http://schemas.microsoft.com/office/drawing/2014/main" id="{750C47DF-CE96-42B7-A394-3E714CAA59D2}"/>
                      </a:ext>
                    </a:extLst>
                  </p:cNvPr>
                  <p:cNvSpPr/>
                  <p:nvPr/>
                </p:nvSpPr>
                <p:spPr>
                  <a:xfrm>
                    <a:off x="4403921" y="1202813"/>
                    <a:ext cx="18347" cy="6069"/>
                  </a:xfrm>
                  <a:custGeom>
                    <a:avLst/>
                    <a:gdLst>
                      <a:gd name="connsiteX0" fmla="*/ 1739 w 18347"/>
                      <a:gd name="connsiteY0" fmla="*/ 3654 h 6069"/>
                      <a:gd name="connsiteX1" fmla="*/ 54 w 18347"/>
                      <a:gd name="connsiteY1" fmla="*/ 4939 h 6069"/>
                      <a:gd name="connsiteX2" fmla="*/ 1473 w 18347"/>
                      <a:gd name="connsiteY2" fmla="*/ 6003 h 6069"/>
                      <a:gd name="connsiteX3" fmla="*/ 4797 w 18347"/>
                      <a:gd name="connsiteY3" fmla="*/ 5915 h 6069"/>
                      <a:gd name="connsiteX4" fmla="*/ 12954 w 18347"/>
                      <a:gd name="connsiteY4" fmla="*/ 4718 h 6069"/>
                      <a:gd name="connsiteX5" fmla="*/ 15880 w 18347"/>
                      <a:gd name="connsiteY5" fmla="*/ 3964 h 6069"/>
                      <a:gd name="connsiteX6" fmla="*/ 14063 w 18347"/>
                      <a:gd name="connsiteY6" fmla="*/ 19 h 6069"/>
                      <a:gd name="connsiteX7" fmla="*/ 1739 w 18347"/>
                      <a:gd name="connsiteY7" fmla="*/ 3654 h 60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347" h="6069">
                        <a:moveTo>
                          <a:pt x="1739" y="3654"/>
                        </a:moveTo>
                        <a:cubicBezTo>
                          <a:pt x="896" y="4053"/>
                          <a:pt x="320" y="4363"/>
                          <a:pt x="54" y="4939"/>
                        </a:cubicBezTo>
                        <a:cubicBezTo>
                          <a:pt x="-212" y="5516"/>
                          <a:pt x="542" y="5870"/>
                          <a:pt x="1473" y="6003"/>
                        </a:cubicBezTo>
                        <a:cubicBezTo>
                          <a:pt x="2404" y="6136"/>
                          <a:pt x="3778" y="6048"/>
                          <a:pt x="4797" y="5915"/>
                        </a:cubicBezTo>
                        <a:cubicBezTo>
                          <a:pt x="7502" y="5604"/>
                          <a:pt x="10383" y="5250"/>
                          <a:pt x="12954" y="4718"/>
                        </a:cubicBezTo>
                        <a:cubicBezTo>
                          <a:pt x="14018" y="4496"/>
                          <a:pt x="15038" y="4363"/>
                          <a:pt x="15880" y="3964"/>
                        </a:cubicBezTo>
                        <a:cubicBezTo>
                          <a:pt x="19427" y="2412"/>
                          <a:pt x="19427" y="-247"/>
                          <a:pt x="14063" y="19"/>
                        </a:cubicBezTo>
                        <a:cubicBezTo>
                          <a:pt x="9984" y="329"/>
                          <a:pt x="5108" y="1969"/>
                          <a:pt x="1739" y="365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32" name="Forme libre : forme 22331">
                    <a:extLst>
                      <a:ext uri="{FF2B5EF4-FFF2-40B4-BE49-F238E27FC236}">
                        <a16:creationId xmlns:a16="http://schemas.microsoft.com/office/drawing/2014/main" id="{916E3656-408D-4514-A560-35400BC9B2F1}"/>
                      </a:ext>
                    </a:extLst>
                  </p:cNvPr>
                  <p:cNvSpPr/>
                  <p:nvPr/>
                </p:nvSpPr>
                <p:spPr>
                  <a:xfrm>
                    <a:off x="4445514" y="1218879"/>
                    <a:ext cx="28017" cy="10240"/>
                  </a:xfrm>
                  <a:custGeom>
                    <a:avLst/>
                    <a:gdLst>
                      <a:gd name="connsiteX0" fmla="*/ 28017 w 28017"/>
                      <a:gd name="connsiteY0" fmla="*/ 0 h 10240"/>
                      <a:gd name="connsiteX1" fmla="*/ 0 w 28017"/>
                      <a:gd name="connsiteY1" fmla="*/ 10240 h 10240"/>
                      <a:gd name="connsiteX2" fmla="*/ 28017 w 28017"/>
                      <a:gd name="connsiteY2" fmla="*/ 0 h 10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017" h="10240">
                        <a:moveTo>
                          <a:pt x="28017" y="0"/>
                        </a:moveTo>
                        <a:cubicBezTo>
                          <a:pt x="23096" y="5719"/>
                          <a:pt x="8866" y="8201"/>
                          <a:pt x="0" y="10240"/>
                        </a:cubicBezTo>
                        <a:cubicBezTo>
                          <a:pt x="9620" y="8113"/>
                          <a:pt x="20215" y="3679"/>
                          <a:pt x="2801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33" name="Forme libre : forme 22332">
                    <a:extLst>
                      <a:ext uri="{FF2B5EF4-FFF2-40B4-BE49-F238E27FC236}">
                        <a16:creationId xmlns:a16="http://schemas.microsoft.com/office/drawing/2014/main" id="{6BCE9EE6-EF03-40DE-BE82-116AAEA451CD}"/>
                      </a:ext>
                    </a:extLst>
                  </p:cNvPr>
                  <p:cNvSpPr/>
                  <p:nvPr/>
                </p:nvSpPr>
                <p:spPr>
                  <a:xfrm>
                    <a:off x="4383051" y="1195295"/>
                    <a:ext cx="31652" cy="13964"/>
                  </a:xfrm>
                  <a:custGeom>
                    <a:avLst/>
                    <a:gdLst>
                      <a:gd name="connsiteX0" fmla="*/ 31652 w 31652"/>
                      <a:gd name="connsiteY0" fmla="*/ 0 h 13964"/>
                      <a:gd name="connsiteX1" fmla="*/ 0 w 31652"/>
                      <a:gd name="connsiteY1" fmla="*/ 13964 h 13964"/>
                      <a:gd name="connsiteX2" fmla="*/ 31652 w 31652"/>
                      <a:gd name="connsiteY2" fmla="*/ 0 h 13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652" h="13964">
                        <a:moveTo>
                          <a:pt x="31652" y="0"/>
                        </a:moveTo>
                        <a:cubicBezTo>
                          <a:pt x="18663" y="1020"/>
                          <a:pt x="7448" y="7226"/>
                          <a:pt x="0" y="13964"/>
                        </a:cubicBezTo>
                        <a:cubicBezTo>
                          <a:pt x="6694" y="7226"/>
                          <a:pt x="20747" y="2305"/>
                          <a:pt x="3165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34" name="Forme libre : forme 22333">
                    <a:extLst>
                      <a:ext uri="{FF2B5EF4-FFF2-40B4-BE49-F238E27FC236}">
                        <a16:creationId xmlns:a16="http://schemas.microsoft.com/office/drawing/2014/main" id="{04D2D365-0223-4438-85DC-2617A48B9F81}"/>
                      </a:ext>
                    </a:extLst>
                  </p:cNvPr>
                  <p:cNvSpPr/>
                  <p:nvPr/>
                </p:nvSpPr>
                <p:spPr>
                  <a:xfrm>
                    <a:off x="4432039" y="1208108"/>
                    <a:ext cx="16464" cy="4576"/>
                  </a:xfrm>
                  <a:custGeom>
                    <a:avLst/>
                    <a:gdLst>
                      <a:gd name="connsiteX0" fmla="*/ 16312 w 16464"/>
                      <a:gd name="connsiteY0" fmla="*/ 3767 h 4576"/>
                      <a:gd name="connsiteX1" fmla="*/ 6604 w 16464"/>
                      <a:gd name="connsiteY1" fmla="*/ 3945 h 4576"/>
                      <a:gd name="connsiteX2" fmla="*/ 176 w 16464"/>
                      <a:gd name="connsiteY2" fmla="*/ 930 h 4576"/>
                      <a:gd name="connsiteX3" fmla="*/ 9396 w 16464"/>
                      <a:gd name="connsiteY3" fmla="*/ 664 h 4576"/>
                      <a:gd name="connsiteX4" fmla="*/ 16312 w 16464"/>
                      <a:gd name="connsiteY4" fmla="*/ 3767 h 4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64" h="4576">
                        <a:moveTo>
                          <a:pt x="16312" y="3767"/>
                        </a:moveTo>
                        <a:cubicBezTo>
                          <a:pt x="15115" y="5319"/>
                          <a:pt x="8599" y="4211"/>
                          <a:pt x="6604" y="3945"/>
                        </a:cubicBezTo>
                        <a:cubicBezTo>
                          <a:pt x="4609" y="3590"/>
                          <a:pt x="-1066" y="2615"/>
                          <a:pt x="176" y="930"/>
                        </a:cubicBezTo>
                        <a:cubicBezTo>
                          <a:pt x="1461" y="-799"/>
                          <a:pt x="7490" y="354"/>
                          <a:pt x="9396" y="664"/>
                        </a:cubicBezTo>
                        <a:cubicBezTo>
                          <a:pt x="11303" y="930"/>
                          <a:pt x="17509" y="2216"/>
                          <a:pt x="16312" y="376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35" name="Forme libre : forme 22334">
                    <a:extLst>
                      <a:ext uri="{FF2B5EF4-FFF2-40B4-BE49-F238E27FC236}">
                        <a16:creationId xmlns:a16="http://schemas.microsoft.com/office/drawing/2014/main" id="{1AB8C338-8C46-428E-9969-E922C44F621A}"/>
                      </a:ext>
                    </a:extLst>
                  </p:cNvPr>
                  <p:cNvSpPr/>
                  <p:nvPr/>
                </p:nvSpPr>
                <p:spPr>
                  <a:xfrm>
                    <a:off x="4446263" y="1210662"/>
                    <a:ext cx="4711" cy="1584"/>
                  </a:xfrm>
                  <a:custGeom>
                    <a:avLst/>
                    <a:gdLst>
                      <a:gd name="connsiteX0" fmla="*/ 4703 w 4711"/>
                      <a:gd name="connsiteY0" fmla="*/ 947 h 1584"/>
                      <a:gd name="connsiteX1" fmla="*/ 2486 w 4711"/>
                      <a:gd name="connsiteY1" fmla="*/ 1568 h 1584"/>
                      <a:gd name="connsiteX2" fmla="*/ 4 w 4711"/>
                      <a:gd name="connsiteY2" fmla="*/ 637 h 1584"/>
                      <a:gd name="connsiteX3" fmla="*/ 2132 w 4711"/>
                      <a:gd name="connsiteY3" fmla="*/ 16 h 1584"/>
                      <a:gd name="connsiteX4" fmla="*/ 4703 w 4711"/>
                      <a:gd name="connsiteY4" fmla="*/ 947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11" h="1584">
                        <a:moveTo>
                          <a:pt x="4703" y="947"/>
                        </a:moveTo>
                        <a:cubicBezTo>
                          <a:pt x="4836" y="1612"/>
                          <a:pt x="3284" y="1612"/>
                          <a:pt x="2486" y="1568"/>
                        </a:cubicBezTo>
                        <a:cubicBezTo>
                          <a:pt x="1689" y="1524"/>
                          <a:pt x="137" y="1302"/>
                          <a:pt x="4" y="637"/>
                        </a:cubicBezTo>
                        <a:cubicBezTo>
                          <a:pt x="-85" y="-28"/>
                          <a:pt x="1334" y="-28"/>
                          <a:pt x="2132" y="16"/>
                        </a:cubicBezTo>
                        <a:cubicBezTo>
                          <a:pt x="2930" y="61"/>
                          <a:pt x="4570" y="282"/>
                          <a:pt x="4703" y="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36" name="Forme libre : forme 22335">
                    <a:extLst>
                      <a:ext uri="{FF2B5EF4-FFF2-40B4-BE49-F238E27FC236}">
                        <a16:creationId xmlns:a16="http://schemas.microsoft.com/office/drawing/2014/main" id="{97CB2616-F517-405C-8687-C8B78E37461D}"/>
                      </a:ext>
                    </a:extLst>
                  </p:cNvPr>
                  <p:cNvSpPr/>
                  <p:nvPr/>
                </p:nvSpPr>
                <p:spPr>
                  <a:xfrm>
                    <a:off x="4432170" y="1197257"/>
                    <a:ext cx="40142" cy="19410"/>
                  </a:xfrm>
                  <a:custGeom>
                    <a:avLst/>
                    <a:gdLst>
                      <a:gd name="connsiteX0" fmla="*/ 30943 w 40142"/>
                      <a:gd name="connsiteY0" fmla="*/ 8943 h 19410"/>
                      <a:gd name="connsiteX1" fmla="*/ 39986 w 40142"/>
                      <a:gd name="connsiteY1" fmla="*/ 17189 h 19410"/>
                      <a:gd name="connsiteX2" fmla="*/ 36750 w 40142"/>
                      <a:gd name="connsiteY2" fmla="*/ 19361 h 19410"/>
                      <a:gd name="connsiteX3" fmla="*/ 32140 w 40142"/>
                      <a:gd name="connsiteY3" fmla="*/ 17100 h 19410"/>
                      <a:gd name="connsiteX4" fmla="*/ 18308 w 40142"/>
                      <a:gd name="connsiteY4" fmla="*/ 9520 h 19410"/>
                      <a:gd name="connsiteX5" fmla="*/ 399 w 40142"/>
                      <a:gd name="connsiteY5" fmla="*/ 1762 h 19410"/>
                      <a:gd name="connsiteX6" fmla="*/ 21855 w 40142"/>
                      <a:gd name="connsiteY6" fmla="*/ 2781 h 19410"/>
                      <a:gd name="connsiteX7" fmla="*/ 30943 w 40142"/>
                      <a:gd name="connsiteY7" fmla="*/ 8943 h 19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142" h="19410">
                        <a:moveTo>
                          <a:pt x="30943" y="8943"/>
                        </a:moveTo>
                        <a:cubicBezTo>
                          <a:pt x="35065" y="11647"/>
                          <a:pt x="37991" y="13642"/>
                          <a:pt x="39986" y="17189"/>
                        </a:cubicBezTo>
                        <a:cubicBezTo>
                          <a:pt x="40695" y="18474"/>
                          <a:pt x="38878" y="19671"/>
                          <a:pt x="36750" y="19361"/>
                        </a:cubicBezTo>
                        <a:cubicBezTo>
                          <a:pt x="34666" y="19051"/>
                          <a:pt x="33469" y="18120"/>
                          <a:pt x="32140" y="17100"/>
                        </a:cubicBezTo>
                        <a:cubicBezTo>
                          <a:pt x="28105" y="13997"/>
                          <a:pt x="23539" y="11736"/>
                          <a:pt x="18308" y="9520"/>
                        </a:cubicBezTo>
                        <a:cubicBezTo>
                          <a:pt x="15072" y="8012"/>
                          <a:pt x="-2882" y="5131"/>
                          <a:pt x="399" y="1762"/>
                        </a:cubicBezTo>
                        <a:cubicBezTo>
                          <a:pt x="3768" y="-1829"/>
                          <a:pt x="17422" y="875"/>
                          <a:pt x="21855" y="2781"/>
                        </a:cubicBezTo>
                        <a:cubicBezTo>
                          <a:pt x="26288" y="4687"/>
                          <a:pt x="27839" y="6860"/>
                          <a:pt x="30943" y="894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01" name="Graphique 2">
                  <a:extLst>
                    <a:ext uri="{FF2B5EF4-FFF2-40B4-BE49-F238E27FC236}">
                      <a16:creationId xmlns:a16="http://schemas.microsoft.com/office/drawing/2014/main" id="{5E575867-43E4-49AF-9070-7E9287FF83B3}"/>
                    </a:ext>
                  </a:extLst>
                </p:cNvPr>
                <p:cNvGrpSpPr/>
                <p:nvPr/>
              </p:nvGrpSpPr>
              <p:grpSpPr>
                <a:xfrm>
                  <a:off x="4476493" y="1207327"/>
                  <a:ext cx="83272" cy="61153"/>
                  <a:chOff x="4476493" y="1207327"/>
                  <a:chExt cx="83272" cy="61153"/>
                </a:xfrm>
                <a:solidFill>
                  <a:schemeClr val="accent1"/>
                </a:solidFill>
              </p:grpSpPr>
              <p:sp>
                <p:nvSpPr>
                  <p:cNvPr id="22313" name="Forme libre : forme 22312">
                    <a:extLst>
                      <a:ext uri="{FF2B5EF4-FFF2-40B4-BE49-F238E27FC236}">
                        <a16:creationId xmlns:a16="http://schemas.microsoft.com/office/drawing/2014/main" id="{746E1B28-1DD2-43F5-AD4A-438694DFB6D0}"/>
                      </a:ext>
                    </a:extLst>
                  </p:cNvPr>
                  <p:cNvSpPr/>
                  <p:nvPr/>
                </p:nvSpPr>
                <p:spPr>
                  <a:xfrm>
                    <a:off x="4476552" y="1207327"/>
                    <a:ext cx="83213" cy="61153"/>
                  </a:xfrm>
                  <a:custGeom>
                    <a:avLst/>
                    <a:gdLst>
                      <a:gd name="connsiteX0" fmla="*/ 45521 w 83213"/>
                      <a:gd name="connsiteY0" fmla="*/ 53889 h 61153"/>
                      <a:gd name="connsiteX1" fmla="*/ 32222 w 83213"/>
                      <a:gd name="connsiteY1" fmla="*/ 43693 h 61153"/>
                      <a:gd name="connsiteX2" fmla="*/ 21095 w 83213"/>
                      <a:gd name="connsiteY2" fmla="*/ 35137 h 61153"/>
                      <a:gd name="connsiteX3" fmla="*/ 10057 w 83213"/>
                      <a:gd name="connsiteY3" fmla="*/ 25738 h 61153"/>
                      <a:gd name="connsiteX4" fmla="*/ 969 w 83213"/>
                      <a:gd name="connsiteY4" fmla="*/ 13946 h 61153"/>
                      <a:gd name="connsiteX5" fmla="*/ 3540 w 83213"/>
                      <a:gd name="connsiteY5" fmla="*/ 4238 h 61153"/>
                      <a:gd name="connsiteX6" fmla="*/ 19411 w 83213"/>
                      <a:gd name="connsiteY6" fmla="*/ 27 h 61153"/>
                      <a:gd name="connsiteX7" fmla="*/ 24065 w 83213"/>
                      <a:gd name="connsiteY7" fmla="*/ 115 h 61153"/>
                      <a:gd name="connsiteX8" fmla="*/ 29385 w 83213"/>
                      <a:gd name="connsiteY8" fmla="*/ 1135 h 61153"/>
                      <a:gd name="connsiteX9" fmla="*/ 40468 w 83213"/>
                      <a:gd name="connsiteY9" fmla="*/ 5790 h 61153"/>
                      <a:gd name="connsiteX10" fmla="*/ 54432 w 83213"/>
                      <a:gd name="connsiteY10" fmla="*/ 15675 h 61153"/>
                      <a:gd name="connsiteX11" fmla="*/ 65692 w 83213"/>
                      <a:gd name="connsiteY11" fmla="*/ 25118 h 61153"/>
                      <a:gd name="connsiteX12" fmla="*/ 71677 w 83213"/>
                      <a:gd name="connsiteY12" fmla="*/ 30836 h 61153"/>
                      <a:gd name="connsiteX13" fmla="*/ 73893 w 83213"/>
                      <a:gd name="connsiteY13" fmla="*/ 33541 h 61153"/>
                      <a:gd name="connsiteX14" fmla="*/ 76464 w 83213"/>
                      <a:gd name="connsiteY14" fmla="*/ 36821 h 61153"/>
                      <a:gd name="connsiteX15" fmla="*/ 82981 w 83213"/>
                      <a:gd name="connsiteY15" fmla="*/ 51229 h 61153"/>
                      <a:gd name="connsiteX16" fmla="*/ 78548 w 83213"/>
                      <a:gd name="connsiteY16" fmla="*/ 60006 h 61153"/>
                      <a:gd name="connsiteX17" fmla="*/ 64007 w 83213"/>
                      <a:gd name="connsiteY17" fmla="*/ 60982 h 61153"/>
                      <a:gd name="connsiteX18" fmla="*/ 55718 w 83213"/>
                      <a:gd name="connsiteY18" fmla="*/ 59120 h 61153"/>
                      <a:gd name="connsiteX19" fmla="*/ 45521 w 83213"/>
                      <a:gd name="connsiteY19" fmla="*/ 53889 h 61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83213" h="61153">
                        <a:moveTo>
                          <a:pt x="45521" y="53889"/>
                        </a:moveTo>
                        <a:cubicBezTo>
                          <a:pt x="41886" y="51495"/>
                          <a:pt x="36744" y="47372"/>
                          <a:pt x="32222" y="43693"/>
                        </a:cubicBezTo>
                        <a:cubicBezTo>
                          <a:pt x="27656" y="39969"/>
                          <a:pt x="23622" y="36954"/>
                          <a:pt x="21095" y="35137"/>
                        </a:cubicBezTo>
                        <a:cubicBezTo>
                          <a:pt x="16396" y="31723"/>
                          <a:pt x="13692" y="29285"/>
                          <a:pt x="10057" y="25738"/>
                        </a:cubicBezTo>
                        <a:cubicBezTo>
                          <a:pt x="6687" y="22325"/>
                          <a:pt x="3895" y="18379"/>
                          <a:pt x="969" y="13946"/>
                        </a:cubicBezTo>
                        <a:cubicBezTo>
                          <a:pt x="-1026" y="10843"/>
                          <a:pt x="171" y="5923"/>
                          <a:pt x="3540" y="4238"/>
                        </a:cubicBezTo>
                        <a:cubicBezTo>
                          <a:pt x="8416" y="1800"/>
                          <a:pt x="13470" y="204"/>
                          <a:pt x="19411" y="27"/>
                        </a:cubicBezTo>
                        <a:cubicBezTo>
                          <a:pt x="20918" y="-18"/>
                          <a:pt x="22425" y="-18"/>
                          <a:pt x="24065" y="115"/>
                        </a:cubicBezTo>
                        <a:cubicBezTo>
                          <a:pt x="25750" y="381"/>
                          <a:pt x="27567" y="647"/>
                          <a:pt x="29385" y="1135"/>
                        </a:cubicBezTo>
                        <a:cubicBezTo>
                          <a:pt x="32976" y="2110"/>
                          <a:pt x="36788" y="3662"/>
                          <a:pt x="40468" y="5790"/>
                        </a:cubicBezTo>
                        <a:cubicBezTo>
                          <a:pt x="44457" y="8050"/>
                          <a:pt x="49821" y="11907"/>
                          <a:pt x="54432" y="15675"/>
                        </a:cubicBezTo>
                        <a:cubicBezTo>
                          <a:pt x="58643" y="19178"/>
                          <a:pt x="62855" y="22724"/>
                          <a:pt x="65692" y="25118"/>
                        </a:cubicBezTo>
                        <a:cubicBezTo>
                          <a:pt x="68130" y="27201"/>
                          <a:pt x="70036" y="29019"/>
                          <a:pt x="71677" y="30836"/>
                        </a:cubicBezTo>
                        <a:cubicBezTo>
                          <a:pt x="72475" y="31768"/>
                          <a:pt x="73228" y="32610"/>
                          <a:pt x="73893" y="33541"/>
                        </a:cubicBezTo>
                        <a:cubicBezTo>
                          <a:pt x="74647" y="34516"/>
                          <a:pt x="75711" y="35713"/>
                          <a:pt x="76464" y="36821"/>
                        </a:cubicBezTo>
                        <a:cubicBezTo>
                          <a:pt x="79701" y="41254"/>
                          <a:pt x="81562" y="46086"/>
                          <a:pt x="82981" y="51229"/>
                        </a:cubicBezTo>
                        <a:cubicBezTo>
                          <a:pt x="83912" y="54864"/>
                          <a:pt x="81961" y="59341"/>
                          <a:pt x="78548" y="60006"/>
                        </a:cubicBezTo>
                        <a:cubicBezTo>
                          <a:pt x="73672" y="60982"/>
                          <a:pt x="68972" y="61425"/>
                          <a:pt x="64007" y="60982"/>
                        </a:cubicBezTo>
                        <a:cubicBezTo>
                          <a:pt x="61392" y="60671"/>
                          <a:pt x="59353" y="60538"/>
                          <a:pt x="55718" y="59120"/>
                        </a:cubicBezTo>
                        <a:cubicBezTo>
                          <a:pt x="52260" y="57923"/>
                          <a:pt x="48846" y="56150"/>
                          <a:pt x="45521" y="5388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14" name="Forme libre : forme 22313">
                    <a:extLst>
                      <a:ext uri="{FF2B5EF4-FFF2-40B4-BE49-F238E27FC236}">
                        <a16:creationId xmlns:a16="http://schemas.microsoft.com/office/drawing/2014/main" id="{169F75FE-70B0-4C30-9A3C-B0ED02B4A5DB}"/>
                      </a:ext>
                    </a:extLst>
                  </p:cNvPr>
                  <p:cNvSpPr/>
                  <p:nvPr/>
                </p:nvSpPr>
                <p:spPr>
                  <a:xfrm>
                    <a:off x="4476493" y="1216796"/>
                    <a:ext cx="78651" cy="51570"/>
                  </a:xfrm>
                  <a:custGeom>
                    <a:avLst/>
                    <a:gdLst>
                      <a:gd name="connsiteX0" fmla="*/ 31661 w 78651"/>
                      <a:gd name="connsiteY0" fmla="*/ 17555 h 51570"/>
                      <a:gd name="connsiteX1" fmla="*/ 15480 w 78651"/>
                      <a:gd name="connsiteY1" fmla="*/ 8955 h 51570"/>
                      <a:gd name="connsiteX2" fmla="*/ 53 w 78651"/>
                      <a:gd name="connsiteY2" fmla="*/ 0 h 51570"/>
                      <a:gd name="connsiteX3" fmla="*/ 939 w 78651"/>
                      <a:gd name="connsiteY3" fmla="*/ 4389 h 51570"/>
                      <a:gd name="connsiteX4" fmla="*/ 3954 w 78651"/>
                      <a:gd name="connsiteY4" fmla="*/ 8777 h 51570"/>
                      <a:gd name="connsiteX5" fmla="*/ 13706 w 78651"/>
                      <a:gd name="connsiteY5" fmla="*/ 19594 h 51570"/>
                      <a:gd name="connsiteX6" fmla="*/ 21110 w 78651"/>
                      <a:gd name="connsiteY6" fmla="*/ 25623 h 51570"/>
                      <a:gd name="connsiteX7" fmla="*/ 24479 w 78651"/>
                      <a:gd name="connsiteY7" fmla="*/ 28061 h 51570"/>
                      <a:gd name="connsiteX8" fmla="*/ 43364 w 78651"/>
                      <a:gd name="connsiteY8" fmla="*/ 42824 h 51570"/>
                      <a:gd name="connsiteX9" fmla="*/ 45580 w 78651"/>
                      <a:gd name="connsiteY9" fmla="*/ 44331 h 51570"/>
                      <a:gd name="connsiteX10" fmla="*/ 59545 w 78651"/>
                      <a:gd name="connsiteY10" fmla="*/ 50803 h 51570"/>
                      <a:gd name="connsiteX11" fmla="*/ 73908 w 78651"/>
                      <a:gd name="connsiteY11" fmla="*/ 51247 h 51570"/>
                      <a:gd name="connsiteX12" fmla="*/ 78474 w 78651"/>
                      <a:gd name="connsiteY12" fmla="*/ 50493 h 51570"/>
                      <a:gd name="connsiteX13" fmla="*/ 78651 w 78651"/>
                      <a:gd name="connsiteY13" fmla="*/ 50449 h 51570"/>
                      <a:gd name="connsiteX14" fmla="*/ 66904 w 78651"/>
                      <a:gd name="connsiteY14" fmla="*/ 42735 h 51570"/>
                      <a:gd name="connsiteX15" fmla="*/ 60609 w 78651"/>
                      <a:gd name="connsiteY15" fmla="*/ 38878 h 51570"/>
                      <a:gd name="connsiteX16" fmla="*/ 54447 w 78651"/>
                      <a:gd name="connsiteY16" fmla="*/ 34578 h 51570"/>
                      <a:gd name="connsiteX17" fmla="*/ 31661 w 78651"/>
                      <a:gd name="connsiteY17" fmla="*/ 17555 h 51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8651" h="51570">
                        <a:moveTo>
                          <a:pt x="31661" y="17555"/>
                        </a:moveTo>
                        <a:cubicBezTo>
                          <a:pt x="26341" y="14319"/>
                          <a:pt x="21021" y="11393"/>
                          <a:pt x="15480" y="8955"/>
                        </a:cubicBezTo>
                        <a:cubicBezTo>
                          <a:pt x="9938" y="6295"/>
                          <a:pt x="4441" y="3635"/>
                          <a:pt x="53" y="0"/>
                        </a:cubicBezTo>
                        <a:cubicBezTo>
                          <a:pt x="-125" y="1551"/>
                          <a:pt x="141" y="3103"/>
                          <a:pt x="939" y="4389"/>
                        </a:cubicBezTo>
                        <a:cubicBezTo>
                          <a:pt x="1959" y="5940"/>
                          <a:pt x="2934" y="7403"/>
                          <a:pt x="3954" y="8777"/>
                        </a:cubicBezTo>
                        <a:cubicBezTo>
                          <a:pt x="6835" y="12856"/>
                          <a:pt x="10027" y="16447"/>
                          <a:pt x="13706" y="19594"/>
                        </a:cubicBezTo>
                        <a:cubicBezTo>
                          <a:pt x="15790" y="21545"/>
                          <a:pt x="18051" y="23407"/>
                          <a:pt x="21110" y="25623"/>
                        </a:cubicBezTo>
                        <a:cubicBezTo>
                          <a:pt x="22085" y="26333"/>
                          <a:pt x="23193" y="27131"/>
                          <a:pt x="24479" y="28061"/>
                        </a:cubicBezTo>
                        <a:cubicBezTo>
                          <a:pt x="29444" y="31697"/>
                          <a:pt x="37291" y="38479"/>
                          <a:pt x="43364" y="42824"/>
                        </a:cubicBezTo>
                        <a:cubicBezTo>
                          <a:pt x="44162" y="43356"/>
                          <a:pt x="44915" y="43888"/>
                          <a:pt x="45580" y="44331"/>
                        </a:cubicBezTo>
                        <a:cubicBezTo>
                          <a:pt x="50235" y="47478"/>
                          <a:pt x="55422" y="49828"/>
                          <a:pt x="59545" y="50803"/>
                        </a:cubicBezTo>
                        <a:cubicBezTo>
                          <a:pt x="64598" y="51734"/>
                          <a:pt x="69209" y="51734"/>
                          <a:pt x="73908" y="51247"/>
                        </a:cubicBezTo>
                        <a:cubicBezTo>
                          <a:pt x="75415" y="51069"/>
                          <a:pt x="76922" y="50848"/>
                          <a:pt x="78474" y="50493"/>
                        </a:cubicBezTo>
                        <a:lnTo>
                          <a:pt x="78651" y="50449"/>
                        </a:lnTo>
                        <a:cubicBezTo>
                          <a:pt x="74883" y="47700"/>
                          <a:pt x="70938" y="45129"/>
                          <a:pt x="66904" y="42735"/>
                        </a:cubicBezTo>
                        <a:lnTo>
                          <a:pt x="60609" y="38878"/>
                        </a:lnTo>
                        <a:cubicBezTo>
                          <a:pt x="58481" y="37504"/>
                          <a:pt x="56442" y="36085"/>
                          <a:pt x="54447" y="34578"/>
                        </a:cubicBezTo>
                        <a:cubicBezTo>
                          <a:pt x="46467" y="28726"/>
                          <a:pt x="39285" y="22254"/>
                          <a:pt x="31661" y="1755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15" name="Forme libre : forme 22314">
                    <a:extLst>
                      <a:ext uri="{FF2B5EF4-FFF2-40B4-BE49-F238E27FC236}">
                        <a16:creationId xmlns:a16="http://schemas.microsoft.com/office/drawing/2014/main" id="{C7080D5B-BCEE-4863-A064-ACD3C976859F}"/>
                      </a:ext>
                    </a:extLst>
                  </p:cNvPr>
                  <p:cNvSpPr/>
                  <p:nvPr/>
                </p:nvSpPr>
                <p:spPr>
                  <a:xfrm>
                    <a:off x="4507075" y="1227146"/>
                    <a:ext cx="36078" cy="29064"/>
                  </a:xfrm>
                  <a:custGeom>
                    <a:avLst/>
                    <a:gdLst>
                      <a:gd name="connsiteX0" fmla="*/ 35878 w 36078"/>
                      <a:gd name="connsiteY0" fmla="*/ 27907 h 29064"/>
                      <a:gd name="connsiteX1" fmla="*/ 25327 w 36078"/>
                      <a:gd name="connsiteY1" fmla="*/ 26710 h 29064"/>
                      <a:gd name="connsiteX2" fmla="*/ 13358 w 36078"/>
                      <a:gd name="connsiteY2" fmla="*/ 18908 h 29064"/>
                      <a:gd name="connsiteX3" fmla="*/ 4270 w 36078"/>
                      <a:gd name="connsiteY3" fmla="*/ 10130 h 29064"/>
                      <a:gd name="connsiteX4" fmla="*/ 369 w 36078"/>
                      <a:gd name="connsiteY4" fmla="*/ 1264 h 29064"/>
                      <a:gd name="connsiteX5" fmla="*/ 10077 w 36078"/>
                      <a:gd name="connsiteY5" fmla="*/ 2372 h 29064"/>
                      <a:gd name="connsiteX6" fmla="*/ 20540 w 36078"/>
                      <a:gd name="connsiteY6" fmla="*/ 9909 h 29064"/>
                      <a:gd name="connsiteX7" fmla="*/ 30337 w 36078"/>
                      <a:gd name="connsiteY7" fmla="*/ 18996 h 29064"/>
                      <a:gd name="connsiteX8" fmla="*/ 35878 w 36078"/>
                      <a:gd name="connsiteY8" fmla="*/ 27907 h 2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6078" h="29064">
                        <a:moveTo>
                          <a:pt x="35878" y="27907"/>
                        </a:moveTo>
                        <a:cubicBezTo>
                          <a:pt x="34858" y="29990"/>
                          <a:pt x="30204" y="29060"/>
                          <a:pt x="25327" y="26710"/>
                        </a:cubicBezTo>
                        <a:cubicBezTo>
                          <a:pt x="20451" y="24360"/>
                          <a:pt x="15663" y="20770"/>
                          <a:pt x="13358" y="18908"/>
                        </a:cubicBezTo>
                        <a:cubicBezTo>
                          <a:pt x="11053" y="17046"/>
                          <a:pt x="7240" y="13499"/>
                          <a:pt x="4270" y="10130"/>
                        </a:cubicBezTo>
                        <a:cubicBezTo>
                          <a:pt x="1344" y="6761"/>
                          <a:pt x="-917" y="3436"/>
                          <a:pt x="369" y="1264"/>
                        </a:cubicBezTo>
                        <a:cubicBezTo>
                          <a:pt x="1654" y="-997"/>
                          <a:pt x="5822" y="23"/>
                          <a:pt x="10077" y="2372"/>
                        </a:cubicBezTo>
                        <a:cubicBezTo>
                          <a:pt x="14333" y="4677"/>
                          <a:pt x="18500" y="8135"/>
                          <a:pt x="20540" y="9909"/>
                        </a:cubicBezTo>
                        <a:cubicBezTo>
                          <a:pt x="22623" y="11726"/>
                          <a:pt x="26835" y="15494"/>
                          <a:pt x="30337" y="18996"/>
                        </a:cubicBezTo>
                        <a:cubicBezTo>
                          <a:pt x="33883" y="22499"/>
                          <a:pt x="36898" y="25779"/>
                          <a:pt x="35878" y="2790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16" name="Forme libre : forme 22315">
                    <a:extLst>
                      <a:ext uri="{FF2B5EF4-FFF2-40B4-BE49-F238E27FC236}">
                        <a16:creationId xmlns:a16="http://schemas.microsoft.com/office/drawing/2014/main" id="{AA692BD1-F594-4ED5-84B5-5AFC8000D6CD}"/>
                      </a:ext>
                    </a:extLst>
                  </p:cNvPr>
                  <p:cNvSpPr/>
                  <p:nvPr/>
                </p:nvSpPr>
                <p:spPr>
                  <a:xfrm>
                    <a:off x="4507108" y="1226962"/>
                    <a:ext cx="21569" cy="24678"/>
                  </a:xfrm>
                  <a:custGeom>
                    <a:avLst/>
                    <a:gdLst>
                      <a:gd name="connsiteX0" fmla="*/ 10709 w 21569"/>
                      <a:gd name="connsiteY0" fmla="*/ 3089 h 24678"/>
                      <a:gd name="connsiteX1" fmla="*/ 114 w 21569"/>
                      <a:gd name="connsiteY1" fmla="*/ 1316 h 24678"/>
                      <a:gd name="connsiteX2" fmla="*/ 4237 w 21569"/>
                      <a:gd name="connsiteY2" fmla="*/ 10271 h 24678"/>
                      <a:gd name="connsiteX3" fmla="*/ 13502 w 21569"/>
                      <a:gd name="connsiteY3" fmla="*/ 19270 h 24678"/>
                      <a:gd name="connsiteX4" fmla="*/ 21570 w 21569"/>
                      <a:gd name="connsiteY4" fmla="*/ 24678 h 24678"/>
                      <a:gd name="connsiteX5" fmla="*/ 17669 w 21569"/>
                      <a:gd name="connsiteY5" fmla="*/ 21220 h 24678"/>
                      <a:gd name="connsiteX6" fmla="*/ 10709 w 21569"/>
                      <a:gd name="connsiteY6" fmla="*/ 3089 h 24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569" h="24678">
                        <a:moveTo>
                          <a:pt x="10709" y="3089"/>
                        </a:moveTo>
                        <a:cubicBezTo>
                          <a:pt x="7960" y="1981"/>
                          <a:pt x="912" y="-2053"/>
                          <a:pt x="114" y="1316"/>
                        </a:cubicBezTo>
                        <a:cubicBezTo>
                          <a:pt x="-507" y="3931"/>
                          <a:pt x="1488" y="7079"/>
                          <a:pt x="4237" y="10271"/>
                        </a:cubicBezTo>
                        <a:cubicBezTo>
                          <a:pt x="6985" y="13507"/>
                          <a:pt x="10620" y="16876"/>
                          <a:pt x="13502" y="19270"/>
                        </a:cubicBezTo>
                        <a:cubicBezTo>
                          <a:pt x="15186" y="20644"/>
                          <a:pt x="19265" y="23526"/>
                          <a:pt x="21570" y="24678"/>
                        </a:cubicBezTo>
                        <a:cubicBezTo>
                          <a:pt x="20417" y="23792"/>
                          <a:pt x="18511" y="22284"/>
                          <a:pt x="17669" y="21220"/>
                        </a:cubicBezTo>
                        <a:cubicBezTo>
                          <a:pt x="12792" y="15147"/>
                          <a:pt x="7783" y="7788"/>
                          <a:pt x="10709" y="308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17" name="Forme libre : forme 22316">
                    <a:extLst>
                      <a:ext uri="{FF2B5EF4-FFF2-40B4-BE49-F238E27FC236}">
                        <a16:creationId xmlns:a16="http://schemas.microsoft.com/office/drawing/2014/main" id="{E8C7FB36-88A5-4FBE-8FB3-B42AEA510092}"/>
                      </a:ext>
                    </a:extLst>
                  </p:cNvPr>
                  <p:cNvSpPr/>
                  <p:nvPr/>
                </p:nvSpPr>
                <p:spPr>
                  <a:xfrm>
                    <a:off x="4508281" y="1229477"/>
                    <a:ext cx="36616" cy="28760"/>
                  </a:xfrm>
                  <a:custGeom>
                    <a:avLst/>
                    <a:gdLst>
                      <a:gd name="connsiteX0" fmla="*/ 36135 w 36616"/>
                      <a:gd name="connsiteY0" fmla="*/ 27837 h 28760"/>
                      <a:gd name="connsiteX1" fmla="*/ 31835 w 36616"/>
                      <a:gd name="connsiteY1" fmla="*/ 28680 h 28760"/>
                      <a:gd name="connsiteX2" fmla="*/ 25052 w 36616"/>
                      <a:gd name="connsiteY2" fmla="*/ 26552 h 28760"/>
                      <a:gd name="connsiteX3" fmla="*/ 12950 w 36616"/>
                      <a:gd name="connsiteY3" fmla="*/ 19060 h 28760"/>
                      <a:gd name="connsiteX4" fmla="*/ 3862 w 36616"/>
                      <a:gd name="connsiteY4" fmla="*/ 10238 h 28760"/>
                      <a:gd name="connsiteX5" fmla="*/ 360 w 36616"/>
                      <a:gd name="connsiteY5" fmla="*/ 1283 h 28760"/>
                      <a:gd name="connsiteX6" fmla="*/ 9935 w 36616"/>
                      <a:gd name="connsiteY6" fmla="*/ 2524 h 28760"/>
                      <a:gd name="connsiteX7" fmla="*/ 20264 w 36616"/>
                      <a:gd name="connsiteY7" fmla="*/ 10016 h 28760"/>
                      <a:gd name="connsiteX8" fmla="*/ 30682 w 36616"/>
                      <a:gd name="connsiteY8" fmla="*/ 19148 h 28760"/>
                      <a:gd name="connsiteX9" fmla="*/ 36135 w 36616"/>
                      <a:gd name="connsiteY9" fmla="*/ 27837 h 28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6616" h="28760">
                        <a:moveTo>
                          <a:pt x="36135" y="27837"/>
                        </a:moveTo>
                        <a:cubicBezTo>
                          <a:pt x="35248" y="28680"/>
                          <a:pt x="33741" y="28901"/>
                          <a:pt x="31835" y="28680"/>
                        </a:cubicBezTo>
                        <a:cubicBezTo>
                          <a:pt x="29840" y="28414"/>
                          <a:pt x="27446" y="27616"/>
                          <a:pt x="25052" y="26552"/>
                        </a:cubicBezTo>
                        <a:cubicBezTo>
                          <a:pt x="20220" y="24379"/>
                          <a:pt x="15521" y="21010"/>
                          <a:pt x="12950" y="19060"/>
                        </a:cubicBezTo>
                        <a:cubicBezTo>
                          <a:pt x="10378" y="17109"/>
                          <a:pt x="6610" y="13607"/>
                          <a:pt x="3862" y="10238"/>
                        </a:cubicBezTo>
                        <a:cubicBezTo>
                          <a:pt x="1113" y="6869"/>
                          <a:pt x="-837" y="3633"/>
                          <a:pt x="360" y="1283"/>
                        </a:cubicBezTo>
                        <a:cubicBezTo>
                          <a:pt x="1556" y="-1067"/>
                          <a:pt x="5724" y="86"/>
                          <a:pt x="9935" y="2524"/>
                        </a:cubicBezTo>
                        <a:cubicBezTo>
                          <a:pt x="14146" y="4962"/>
                          <a:pt x="18314" y="8420"/>
                          <a:pt x="20264" y="10016"/>
                        </a:cubicBezTo>
                        <a:cubicBezTo>
                          <a:pt x="22215" y="11656"/>
                          <a:pt x="26781" y="15646"/>
                          <a:pt x="30682" y="19148"/>
                        </a:cubicBezTo>
                        <a:cubicBezTo>
                          <a:pt x="34494" y="22651"/>
                          <a:pt x="37908" y="26108"/>
                          <a:pt x="36135" y="2783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18" name="Forme libre : forme 22317">
                    <a:extLst>
                      <a:ext uri="{FF2B5EF4-FFF2-40B4-BE49-F238E27FC236}">
                        <a16:creationId xmlns:a16="http://schemas.microsoft.com/office/drawing/2014/main" id="{F99CF1B8-2993-4A4F-97F7-797B022654A3}"/>
                      </a:ext>
                    </a:extLst>
                  </p:cNvPr>
                  <p:cNvSpPr/>
                  <p:nvPr/>
                </p:nvSpPr>
                <p:spPr>
                  <a:xfrm>
                    <a:off x="4488628" y="1214329"/>
                    <a:ext cx="42261" cy="42003"/>
                  </a:xfrm>
                  <a:custGeom>
                    <a:avLst/>
                    <a:gdLst>
                      <a:gd name="connsiteX0" fmla="*/ 20 w 42261"/>
                      <a:gd name="connsiteY0" fmla="*/ 6146 h 42003"/>
                      <a:gd name="connsiteX1" fmla="*/ 3433 w 42261"/>
                      <a:gd name="connsiteY1" fmla="*/ 13239 h 42003"/>
                      <a:gd name="connsiteX2" fmla="*/ 15092 w 42261"/>
                      <a:gd name="connsiteY2" fmla="*/ 28134 h 42003"/>
                      <a:gd name="connsiteX3" fmla="*/ 31982 w 42261"/>
                      <a:gd name="connsiteY3" fmla="*/ 40237 h 42003"/>
                      <a:gd name="connsiteX4" fmla="*/ 42223 w 42261"/>
                      <a:gd name="connsiteY4" fmla="*/ 39971 h 42003"/>
                      <a:gd name="connsiteX5" fmla="*/ 38189 w 42261"/>
                      <a:gd name="connsiteY5" fmla="*/ 33543 h 42003"/>
                      <a:gd name="connsiteX6" fmla="*/ 27594 w 42261"/>
                      <a:gd name="connsiteY6" fmla="*/ 16519 h 42003"/>
                      <a:gd name="connsiteX7" fmla="*/ 13319 w 42261"/>
                      <a:gd name="connsiteY7" fmla="*/ 826 h 42003"/>
                      <a:gd name="connsiteX8" fmla="*/ 20 w 42261"/>
                      <a:gd name="connsiteY8" fmla="*/ 6146 h 42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261" h="42003">
                        <a:moveTo>
                          <a:pt x="20" y="6146"/>
                        </a:moveTo>
                        <a:cubicBezTo>
                          <a:pt x="286" y="9294"/>
                          <a:pt x="1039" y="10535"/>
                          <a:pt x="3433" y="13239"/>
                        </a:cubicBezTo>
                        <a:cubicBezTo>
                          <a:pt x="7689" y="18470"/>
                          <a:pt x="9728" y="22815"/>
                          <a:pt x="15092" y="28134"/>
                        </a:cubicBezTo>
                        <a:cubicBezTo>
                          <a:pt x="19525" y="32567"/>
                          <a:pt x="25820" y="37532"/>
                          <a:pt x="31982" y="40237"/>
                        </a:cubicBezTo>
                        <a:cubicBezTo>
                          <a:pt x="36504" y="42232"/>
                          <a:pt x="41602" y="43029"/>
                          <a:pt x="42223" y="39971"/>
                        </a:cubicBezTo>
                        <a:cubicBezTo>
                          <a:pt x="42622" y="38109"/>
                          <a:pt x="39829" y="35892"/>
                          <a:pt x="38189" y="33543"/>
                        </a:cubicBezTo>
                        <a:cubicBezTo>
                          <a:pt x="34199" y="28001"/>
                          <a:pt x="30653" y="22903"/>
                          <a:pt x="27594" y="16519"/>
                        </a:cubicBezTo>
                        <a:cubicBezTo>
                          <a:pt x="25067" y="11200"/>
                          <a:pt x="22141" y="3929"/>
                          <a:pt x="13319" y="826"/>
                        </a:cubicBezTo>
                        <a:cubicBezTo>
                          <a:pt x="5295" y="-1656"/>
                          <a:pt x="-379" y="1846"/>
                          <a:pt x="20" y="614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19" name="Forme libre : forme 22318">
                    <a:extLst>
                      <a:ext uri="{FF2B5EF4-FFF2-40B4-BE49-F238E27FC236}">
                        <a16:creationId xmlns:a16="http://schemas.microsoft.com/office/drawing/2014/main" id="{05D6D8D4-0157-47F2-BBAE-35B5CF604BDE}"/>
                      </a:ext>
                    </a:extLst>
                  </p:cNvPr>
                  <p:cNvSpPr/>
                  <p:nvPr/>
                </p:nvSpPr>
                <p:spPr>
                  <a:xfrm>
                    <a:off x="4500651" y="1219029"/>
                    <a:ext cx="18355" cy="8526"/>
                  </a:xfrm>
                  <a:custGeom>
                    <a:avLst/>
                    <a:gdLst>
                      <a:gd name="connsiteX0" fmla="*/ 2360 w 18355"/>
                      <a:gd name="connsiteY0" fmla="*/ 28 h 8526"/>
                      <a:gd name="connsiteX1" fmla="*/ 188 w 18355"/>
                      <a:gd name="connsiteY1" fmla="*/ 338 h 8526"/>
                      <a:gd name="connsiteX2" fmla="*/ 986 w 18355"/>
                      <a:gd name="connsiteY2" fmla="*/ 1979 h 8526"/>
                      <a:gd name="connsiteX3" fmla="*/ 4045 w 18355"/>
                      <a:gd name="connsiteY3" fmla="*/ 3575 h 8526"/>
                      <a:gd name="connsiteX4" fmla="*/ 11802 w 18355"/>
                      <a:gd name="connsiteY4" fmla="*/ 7165 h 8526"/>
                      <a:gd name="connsiteX5" fmla="*/ 14684 w 18355"/>
                      <a:gd name="connsiteY5" fmla="*/ 8318 h 8526"/>
                      <a:gd name="connsiteX6" fmla="*/ 15482 w 18355"/>
                      <a:gd name="connsiteY6" fmla="*/ 4018 h 8526"/>
                      <a:gd name="connsiteX7" fmla="*/ 2360 w 18355"/>
                      <a:gd name="connsiteY7" fmla="*/ 28 h 8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355" h="8526">
                        <a:moveTo>
                          <a:pt x="2360" y="28"/>
                        </a:moveTo>
                        <a:cubicBezTo>
                          <a:pt x="1385" y="-16"/>
                          <a:pt x="675" y="-61"/>
                          <a:pt x="188" y="338"/>
                        </a:cubicBezTo>
                        <a:cubicBezTo>
                          <a:pt x="-300" y="737"/>
                          <a:pt x="232" y="1402"/>
                          <a:pt x="986" y="1979"/>
                        </a:cubicBezTo>
                        <a:cubicBezTo>
                          <a:pt x="1784" y="2555"/>
                          <a:pt x="3069" y="3131"/>
                          <a:pt x="4045" y="3575"/>
                        </a:cubicBezTo>
                        <a:cubicBezTo>
                          <a:pt x="6660" y="4683"/>
                          <a:pt x="9320" y="6057"/>
                          <a:pt x="11802" y="7165"/>
                        </a:cubicBezTo>
                        <a:cubicBezTo>
                          <a:pt x="12822" y="7609"/>
                          <a:pt x="13753" y="8096"/>
                          <a:pt x="14684" y="8318"/>
                        </a:cubicBezTo>
                        <a:cubicBezTo>
                          <a:pt x="18541" y="9205"/>
                          <a:pt x="20181" y="7165"/>
                          <a:pt x="15482" y="4018"/>
                        </a:cubicBezTo>
                        <a:cubicBezTo>
                          <a:pt x="11758" y="1624"/>
                          <a:pt x="6305" y="250"/>
                          <a:pt x="2360" y="2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20" name="Forme libre : forme 22319">
                    <a:extLst>
                      <a:ext uri="{FF2B5EF4-FFF2-40B4-BE49-F238E27FC236}">
                        <a16:creationId xmlns:a16="http://schemas.microsoft.com/office/drawing/2014/main" id="{424EC944-D662-4B07-AB9D-7F58311704B4}"/>
                      </a:ext>
                    </a:extLst>
                  </p:cNvPr>
                  <p:cNvSpPr/>
                  <p:nvPr/>
                </p:nvSpPr>
                <p:spPr>
                  <a:xfrm>
                    <a:off x="4523492" y="1261304"/>
                    <a:ext cx="31209" cy="5498"/>
                  </a:xfrm>
                  <a:custGeom>
                    <a:avLst/>
                    <a:gdLst>
                      <a:gd name="connsiteX0" fmla="*/ 31209 w 31209"/>
                      <a:gd name="connsiteY0" fmla="*/ 4300 h 5498"/>
                      <a:gd name="connsiteX1" fmla="*/ 17200 w 31209"/>
                      <a:gd name="connsiteY1" fmla="*/ 5009 h 5498"/>
                      <a:gd name="connsiteX2" fmla="*/ 13166 w 31209"/>
                      <a:gd name="connsiteY2" fmla="*/ 4389 h 5498"/>
                      <a:gd name="connsiteX3" fmla="*/ 8467 w 31209"/>
                      <a:gd name="connsiteY3" fmla="*/ 3148 h 5498"/>
                      <a:gd name="connsiteX4" fmla="*/ 0 w 31209"/>
                      <a:gd name="connsiteY4" fmla="*/ 0 h 5498"/>
                      <a:gd name="connsiteX5" fmla="*/ 8512 w 31209"/>
                      <a:gd name="connsiteY5" fmla="*/ 2837 h 5498"/>
                      <a:gd name="connsiteX6" fmla="*/ 12989 w 31209"/>
                      <a:gd name="connsiteY6" fmla="*/ 3724 h 5498"/>
                      <a:gd name="connsiteX7" fmla="*/ 16801 w 31209"/>
                      <a:gd name="connsiteY7" fmla="*/ 3990 h 5498"/>
                      <a:gd name="connsiteX8" fmla="*/ 31209 w 31209"/>
                      <a:gd name="connsiteY8" fmla="*/ 4300 h 5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209" h="5498">
                        <a:moveTo>
                          <a:pt x="31209" y="4300"/>
                        </a:moveTo>
                        <a:cubicBezTo>
                          <a:pt x="27751" y="5852"/>
                          <a:pt x="22609" y="5674"/>
                          <a:pt x="17200" y="5009"/>
                        </a:cubicBezTo>
                        <a:cubicBezTo>
                          <a:pt x="15870" y="4832"/>
                          <a:pt x="14496" y="4655"/>
                          <a:pt x="13166" y="4389"/>
                        </a:cubicBezTo>
                        <a:cubicBezTo>
                          <a:pt x="11703" y="4079"/>
                          <a:pt x="10019" y="3591"/>
                          <a:pt x="8467" y="3148"/>
                        </a:cubicBezTo>
                        <a:cubicBezTo>
                          <a:pt x="5364" y="2172"/>
                          <a:pt x="2483" y="1020"/>
                          <a:pt x="0" y="0"/>
                        </a:cubicBezTo>
                        <a:cubicBezTo>
                          <a:pt x="2660" y="1153"/>
                          <a:pt x="5541" y="2084"/>
                          <a:pt x="8512" y="2837"/>
                        </a:cubicBezTo>
                        <a:cubicBezTo>
                          <a:pt x="10019" y="3192"/>
                          <a:pt x="11526" y="3458"/>
                          <a:pt x="12989" y="3724"/>
                        </a:cubicBezTo>
                        <a:cubicBezTo>
                          <a:pt x="14275" y="3857"/>
                          <a:pt x="15516" y="3946"/>
                          <a:pt x="16801" y="3990"/>
                        </a:cubicBezTo>
                        <a:cubicBezTo>
                          <a:pt x="21944" y="4256"/>
                          <a:pt x="26909" y="4389"/>
                          <a:pt x="31209" y="43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21" name="Forme libre : forme 22320">
                    <a:extLst>
                      <a:ext uri="{FF2B5EF4-FFF2-40B4-BE49-F238E27FC236}">
                        <a16:creationId xmlns:a16="http://schemas.microsoft.com/office/drawing/2014/main" id="{B228DE29-C059-4CD2-A8A7-F7CF7C1A5E7B}"/>
                      </a:ext>
                    </a:extLst>
                  </p:cNvPr>
                  <p:cNvSpPr/>
                  <p:nvPr/>
                </p:nvSpPr>
                <p:spPr>
                  <a:xfrm>
                    <a:off x="4480446" y="1209243"/>
                    <a:ext cx="37016" cy="5557"/>
                  </a:xfrm>
                  <a:custGeom>
                    <a:avLst/>
                    <a:gdLst>
                      <a:gd name="connsiteX0" fmla="*/ 37016 w 37016"/>
                      <a:gd name="connsiteY0" fmla="*/ 5558 h 5557"/>
                      <a:gd name="connsiteX1" fmla="*/ 16535 w 37016"/>
                      <a:gd name="connsiteY1" fmla="*/ 16 h 5557"/>
                      <a:gd name="connsiteX2" fmla="*/ 7669 w 37016"/>
                      <a:gd name="connsiteY2" fmla="*/ 1036 h 5557"/>
                      <a:gd name="connsiteX3" fmla="*/ 0 w 37016"/>
                      <a:gd name="connsiteY3" fmla="*/ 3341 h 5557"/>
                      <a:gd name="connsiteX4" fmla="*/ 7536 w 37016"/>
                      <a:gd name="connsiteY4" fmla="*/ 1213 h 5557"/>
                      <a:gd name="connsiteX5" fmla="*/ 16801 w 37016"/>
                      <a:gd name="connsiteY5" fmla="*/ 637 h 5557"/>
                      <a:gd name="connsiteX6" fmla="*/ 37016 w 37016"/>
                      <a:gd name="connsiteY6" fmla="*/ 5558 h 5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016" h="5557">
                        <a:moveTo>
                          <a:pt x="37016" y="5558"/>
                        </a:moveTo>
                        <a:cubicBezTo>
                          <a:pt x="30721" y="1834"/>
                          <a:pt x="22875" y="-205"/>
                          <a:pt x="16535" y="16"/>
                        </a:cubicBezTo>
                        <a:cubicBezTo>
                          <a:pt x="13388" y="61"/>
                          <a:pt x="10418" y="415"/>
                          <a:pt x="7669" y="1036"/>
                        </a:cubicBezTo>
                        <a:cubicBezTo>
                          <a:pt x="4921" y="1612"/>
                          <a:pt x="2350" y="2366"/>
                          <a:pt x="0" y="3341"/>
                        </a:cubicBezTo>
                        <a:cubicBezTo>
                          <a:pt x="2128" y="2366"/>
                          <a:pt x="4699" y="1657"/>
                          <a:pt x="7536" y="1213"/>
                        </a:cubicBezTo>
                        <a:cubicBezTo>
                          <a:pt x="10373" y="681"/>
                          <a:pt x="13521" y="548"/>
                          <a:pt x="16801" y="637"/>
                        </a:cubicBezTo>
                        <a:cubicBezTo>
                          <a:pt x="23540" y="770"/>
                          <a:pt x="31342" y="3031"/>
                          <a:pt x="37016" y="55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22" name="Forme libre : forme 22321">
                    <a:extLst>
                      <a:ext uri="{FF2B5EF4-FFF2-40B4-BE49-F238E27FC236}">
                        <a16:creationId xmlns:a16="http://schemas.microsoft.com/office/drawing/2014/main" id="{B69AA857-09C1-45D3-A3F4-AB4089E5829E}"/>
                      </a:ext>
                    </a:extLst>
                  </p:cNvPr>
                  <p:cNvSpPr/>
                  <p:nvPr/>
                </p:nvSpPr>
                <p:spPr>
                  <a:xfrm>
                    <a:off x="4523285" y="1236745"/>
                    <a:ext cx="12322" cy="11696"/>
                  </a:xfrm>
                  <a:custGeom>
                    <a:avLst/>
                    <a:gdLst>
                      <a:gd name="connsiteX0" fmla="*/ 11910 w 12322"/>
                      <a:gd name="connsiteY0" fmla="*/ 11614 h 11696"/>
                      <a:gd name="connsiteX1" fmla="*/ 3842 w 12322"/>
                      <a:gd name="connsiteY1" fmla="*/ 6294 h 11696"/>
                      <a:gd name="connsiteX2" fmla="*/ 561 w 12322"/>
                      <a:gd name="connsiteY2" fmla="*/ 44 h 11696"/>
                      <a:gd name="connsiteX3" fmla="*/ 7964 w 12322"/>
                      <a:gd name="connsiteY3" fmla="*/ 5275 h 11696"/>
                      <a:gd name="connsiteX4" fmla="*/ 11910 w 12322"/>
                      <a:gd name="connsiteY4" fmla="*/ 11614 h 11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22" h="11696">
                        <a:moveTo>
                          <a:pt x="11910" y="11614"/>
                        </a:moveTo>
                        <a:cubicBezTo>
                          <a:pt x="10048" y="12368"/>
                          <a:pt x="5216" y="7757"/>
                          <a:pt x="3842" y="6294"/>
                        </a:cubicBezTo>
                        <a:cubicBezTo>
                          <a:pt x="2423" y="4876"/>
                          <a:pt x="-1434" y="576"/>
                          <a:pt x="561" y="44"/>
                        </a:cubicBezTo>
                        <a:cubicBezTo>
                          <a:pt x="2600" y="-488"/>
                          <a:pt x="6679" y="3989"/>
                          <a:pt x="7964" y="5275"/>
                        </a:cubicBezTo>
                        <a:cubicBezTo>
                          <a:pt x="9250" y="6649"/>
                          <a:pt x="13683" y="10905"/>
                          <a:pt x="11910" y="1161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23" name="Forme libre : forme 22322">
                    <a:extLst>
                      <a:ext uri="{FF2B5EF4-FFF2-40B4-BE49-F238E27FC236}">
                        <a16:creationId xmlns:a16="http://schemas.microsoft.com/office/drawing/2014/main" id="{79BF899D-310D-457E-AF60-742B63D4F5BF}"/>
                      </a:ext>
                    </a:extLst>
                  </p:cNvPr>
                  <p:cNvSpPr/>
                  <p:nvPr/>
                </p:nvSpPr>
                <p:spPr>
                  <a:xfrm>
                    <a:off x="4533727" y="1246572"/>
                    <a:ext cx="3798" cy="3130"/>
                  </a:xfrm>
                  <a:custGeom>
                    <a:avLst/>
                    <a:gdLst>
                      <a:gd name="connsiteX0" fmla="*/ 3773 w 3798"/>
                      <a:gd name="connsiteY0" fmla="*/ 2895 h 3130"/>
                      <a:gd name="connsiteX1" fmla="*/ 1601 w 3798"/>
                      <a:gd name="connsiteY1" fmla="*/ 2319 h 3130"/>
                      <a:gd name="connsiteX2" fmla="*/ 49 w 3798"/>
                      <a:gd name="connsiteY2" fmla="*/ 235 h 3130"/>
                      <a:gd name="connsiteX3" fmla="*/ 2177 w 3798"/>
                      <a:gd name="connsiteY3" fmla="*/ 812 h 3130"/>
                      <a:gd name="connsiteX4" fmla="*/ 3773 w 3798"/>
                      <a:gd name="connsiteY4" fmla="*/ 2895 h 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8" h="3130">
                        <a:moveTo>
                          <a:pt x="3773" y="2895"/>
                        </a:moveTo>
                        <a:cubicBezTo>
                          <a:pt x="3551" y="3516"/>
                          <a:pt x="2221" y="2762"/>
                          <a:pt x="1601" y="2319"/>
                        </a:cubicBezTo>
                        <a:cubicBezTo>
                          <a:pt x="980" y="1876"/>
                          <a:pt x="-261" y="856"/>
                          <a:pt x="49" y="235"/>
                        </a:cubicBezTo>
                        <a:cubicBezTo>
                          <a:pt x="315" y="-385"/>
                          <a:pt x="1512" y="368"/>
                          <a:pt x="2177" y="812"/>
                        </a:cubicBezTo>
                        <a:cubicBezTo>
                          <a:pt x="2753" y="1255"/>
                          <a:pt x="3994" y="2275"/>
                          <a:pt x="3773" y="28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24" name="Forme libre : forme 22323">
                    <a:extLst>
                      <a:ext uri="{FF2B5EF4-FFF2-40B4-BE49-F238E27FC236}">
                        <a16:creationId xmlns:a16="http://schemas.microsoft.com/office/drawing/2014/main" id="{C4E4FEE6-AEB2-46A9-9557-F5AB0167D164}"/>
                      </a:ext>
                    </a:extLst>
                  </p:cNvPr>
                  <p:cNvSpPr/>
                  <p:nvPr/>
                </p:nvSpPr>
                <p:spPr>
                  <a:xfrm>
                    <a:off x="4529220" y="1229039"/>
                    <a:ext cx="26150" cy="33285"/>
                  </a:xfrm>
                  <a:custGeom>
                    <a:avLst/>
                    <a:gdLst>
                      <a:gd name="connsiteX0" fmla="*/ 21269 w 26150"/>
                      <a:gd name="connsiteY0" fmla="*/ 20694 h 33285"/>
                      <a:gd name="connsiteX1" fmla="*/ 26145 w 26150"/>
                      <a:gd name="connsiteY1" fmla="*/ 31955 h 33285"/>
                      <a:gd name="connsiteX2" fmla="*/ 22288 w 26150"/>
                      <a:gd name="connsiteY2" fmla="*/ 32619 h 33285"/>
                      <a:gd name="connsiteX3" fmla="*/ 19052 w 26150"/>
                      <a:gd name="connsiteY3" fmla="*/ 28630 h 33285"/>
                      <a:gd name="connsiteX4" fmla="*/ 14841 w 26150"/>
                      <a:gd name="connsiteY4" fmla="*/ 22202 h 33285"/>
                      <a:gd name="connsiteX5" fmla="*/ 10319 w 26150"/>
                      <a:gd name="connsiteY5" fmla="*/ 15995 h 33285"/>
                      <a:gd name="connsiteX6" fmla="*/ 3270 w 26150"/>
                      <a:gd name="connsiteY6" fmla="*/ 7440 h 33285"/>
                      <a:gd name="connsiteX7" fmla="*/ 1054 w 26150"/>
                      <a:gd name="connsiteY7" fmla="*/ 36 h 33285"/>
                      <a:gd name="connsiteX8" fmla="*/ 9743 w 26150"/>
                      <a:gd name="connsiteY8" fmla="*/ 4558 h 33285"/>
                      <a:gd name="connsiteX9" fmla="*/ 16437 w 26150"/>
                      <a:gd name="connsiteY9" fmla="*/ 11651 h 33285"/>
                      <a:gd name="connsiteX10" fmla="*/ 18831 w 26150"/>
                      <a:gd name="connsiteY10" fmla="*/ 16084 h 33285"/>
                      <a:gd name="connsiteX11" fmla="*/ 21269 w 26150"/>
                      <a:gd name="connsiteY11" fmla="*/ 20694 h 33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6150" h="33285">
                        <a:moveTo>
                          <a:pt x="21269" y="20694"/>
                        </a:moveTo>
                        <a:cubicBezTo>
                          <a:pt x="24017" y="24817"/>
                          <a:pt x="25746" y="28009"/>
                          <a:pt x="26145" y="31955"/>
                        </a:cubicBezTo>
                        <a:cubicBezTo>
                          <a:pt x="26278" y="33417"/>
                          <a:pt x="24062" y="33728"/>
                          <a:pt x="22288" y="32619"/>
                        </a:cubicBezTo>
                        <a:cubicBezTo>
                          <a:pt x="20471" y="31511"/>
                          <a:pt x="19850" y="30048"/>
                          <a:pt x="19052" y="28630"/>
                        </a:cubicBezTo>
                        <a:cubicBezTo>
                          <a:pt x="17855" y="26413"/>
                          <a:pt x="16348" y="24285"/>
                          <a:pt x="14841" y="22202"/>
                        </a:cubicBezTo>
                        <a:cubicBezTo>
                          <a:pt x="13334" y="20118"/>
                          <a:pt x="11871" y="18123"/>
                          <a:pt x="10319" y="15995"/>
                        </a:cubicBezTo>
                        <a:cubicBezTo>
                          <a:pt x="9344" y="14665"/>
                          <a:pt x="5886" y="11075"/>
                          <a:pt x="3270" y="7440"/>
                        </a:cubicBezTo>
                        <a:cubicBezTo>
                          <a:pt x="655" y="3849"/>
                          <a:pt x="-1296" y="391"/>
                          <a:pt x="1054" y="36"/>
                        </a:cubicBezTo>
                        <a:cubicBezTo>
                          <a:pt x="3403" y="-318"/>
                          <a:pt x="6817" y="1987"/>
                          <a:pt x="9743" y="4558"/>
                        </a:cubicBezTo>
                        <a:cubicBezTo>
                          <a:pt x="12669" y="7129"/>
                          <a:pt x="15240" y="10099"/>
                          <a:pt x="16437" y="11651"/>
                        </a:cubicBezTo>
                        <a:cubicBezTo>
                          <a:pt x="17589" y="13335"/>
                          <a:pt x="18299" y="14665"/>
                          <a:pt x="18831" y="16084"/>
                        </a:cubicBezTo>
                        <a:cubicBezTo>
                          <a:pt x="19584" y="17636"/>
                          <a:pt x="20294" y="19143"/>
                          <a:pt x="21269" y="2069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02" name="Graphique 2">
                  <a:extLst>
                    <a:ext uri="{FF2B5EF4-FFF2-40B4-BE49-F238E27FC236}">
                      <a16:creationId xmlns:a16="http://schemas.microsoft.com/office/drawing/2014/main" id="{E440E180-E5BB-4693-953C-B5CA2202CB6A}"/>
                    </a:ext>
                  </a:extLst>
                </p:cNvPr>
                <p:cNvGrpSpPr/>
                <p:nvPr/>
              </p:nvGrpSpPr>
              <p:grpSpPr>
                <a:xfrm>
                  <a:off x="4557170" y="1261741"/>
                  <a:ext cx="66385" cy="77496"/>
                  <a:chOff x="4557170" y="1261741"/>
                  <a:chExt cx="66385" cy="77496"/>
                </a:xfrm>
                <a:solidFill>
                  <a:schemeClr val="accent1"/>
                </a:solidFill>
              </p:grpSpPr>
              <p:sp>
                <p:nvSpPr>
                  <p:cNvPr id="22301" name="Forme libre : forme 22300">
                    <a:extLst>
                      <a:ext uri="{FF2B5EF4-FFF2-40B4-BE49-F238E27FC236}">
                        <a16:creationId xmlns:a16="http://schemas.microsoft.com/office/drawing/2014/main" id="{E402DF0C-BBC4-4BA6-B362-C9327ADFBB25}"/>
                      </a:ext>
                    </a:extLst>
                  </p:cNvPr>
                  <p:cNvSpPr/>
                  <p:nvPr/>
                </p:nvSpPr>
                <p:spPr>
                  <a:xfrm>
                    <a:off x="4557170" y="1261741"/>
                    <a:ext cx="66385" cy="77496"/>
                  </a:xfrm>
                  <a:custGeom>
                    <a:avLst/>
                    <a:gdLst>
                      <a:gd name="connsiteX0" fmla="*/ 31222 w 66385"/>
                      <a:gd name="connsiteY0" fmla="*/ 61449 h 77496"/>
                      <a:gd name="connsiteX1" fmla="*/ 21026 w 66385"/>
                      <a:gd name="connsiteY1" fmla="*/ 48682 h 77496"/>
                      <a:gd name="connsiteX2" fmla="*/ 11717 w 66385"/>
                      <a:gd name="connsiteY2" fmla="*/ 36801 h 77496"/>
                      <a:gd name="connsiteX3" fmla="*/ 58 w 66385"/>
                      <a:gd name="connsiteY3" fmla="*/ 7676 h 77496"/>
                      <a:gd name="connsiteX4" fmla="*/ 6530 w 66385"/>
                      <a:gd name="connsiteY4" fmla="*/ 7 h 77496"/>
                      <a:gd name="connsiteX5" fmla="*/ 38625 w 66385"/>
                      <a:gd name="connsiteY5" fmla="*/ 14237 h 77496"/>
                      <a:gd name="connsiteX6" fmla="*/ 57954 w 66385"/>
                      <a:gd name="connsiteY6" fmla="*/ 38752 h 77496"/>
                      <a:gd name="connsiteX7" fmla="*/ 63007 w 66385"/>
                      <a:gd name="connsiteY7" fmla="*/ 47308 h 77496"/>
                      <a:gd name="connsiteX8" fmla="*/ 65623 w 66385"/>
                      <a:gd name="connsiteY8" fmla="*/ 55332 h 77496"/>
                      <a:gd name="connsiteX9" fmla="*/ 65978 w 66385"/>
                      <a:gd name="connsiteY9" fmla="*/ 70626 h 77496"/>
                      <a:gd name="connsiteX10" fmla="*/ 58885 w 66385"/>
                      <a:gd name="connsiteY10" fmla="*/ 77453 h 77496"/>
                      <a:gd name="connsiteX11" fmla="*/ 31222 w 66385"/>
                      <a:gd name="connsiteY11" fmla="*/ 61449 h 77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6385" h="77496">
                        <a:moveTo>
                          <a:pt x="31222" y="61449"/>
                        </a:moveTo>
                        <a:cubicBezTo>
                          <a:pt x="28385" y="58302"/>
                          <a:pt x="24573" y="53337"/>
                          <a:pt x="21026" y="48682"/>
                        </a:cubicBezTo>
                        <a:cubicBezTo>
                          <a:pt x="17524" y="44205"/>
                          <a:pt x="14022" y="39772"/>
                          <a:pt x="11717" y="36801"/>
                        </a:cubicBezTo>
                        <a:cubicBezTo>
                          <a:pt x="3427" y="26295"/>
                          <a:pt x="1476" y="18360"/>
                          <a:pt x="58" y="7676"/>
                        </a:cubicBezTo>
                        <a:cubicBezTo>
                          <a:pt x="-474" y="4085"/>
                          <a:pt x="2762" y="95"/>
                          <a:pt x="6530" y="7"/>
                        </a:cubicBezTo>
                        <a:cubicBezTo>
                          <a:pt x="17302" y="-171"/>
                          <a:pt x="27809" y="3154"/>
                          <a:pt x="38625" y="14237"/>
                        </a:cubicBezTo>
                        <a:cubicBezTo>
                          <a:pt x="44566" y="20133"/>
                          <a:pt x="54008" y="33078"/>
                          <a:pt x="57954" y="38752"/>
                        </a:cubicBezTo>
                        <a:cubicBezTo>
                          <a:pt x="59683" y="41235"/>
                          <a:pt x="61855" y="44648"/>
                          <a:pt x="63007" y="47308"/>
                        </a:cubicBezTo>
                        <a:cubicBezTo>
                          <a:pt x="64293" y="50101"/>
                          <a:pt x="65091" y="52760"/>
                          <a:pt x="65623" y="55332"/>
                        </a:cubicBezTo>
                        <a:cubicBezTo>
                          <a:pt x="66643" y="60518"/>
                          <a:pt x="66510" y="65395"/>
                          <a:pt x="65978" y="70626"/>
                        </a:cubicBezTo>
                        <a:cubicBezTo>
                          <a:pt x="65623" y="74217"/>
                          <a:pt x="62343" y="77941"/>
                          <a:pt x="58885" y="77453"/>
                        </a:cubicBezTo>
                        <a:cubicBezTo>
                          <a:pt x="48955" y="76123"/>
                          <a:pt x="40266" y="71468"/>
                          <a:pt x="31222" y="6144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02" name="Forme libre : forme 22301">
                    <a:extLst>
                      <a:ext uri="{FF2B5EF4-FFF2-40B4-BE49-F238E27FC236}">
                        <a16:creationId xmlns:a16="http://schemas.microsoft.com/office/drawing/2014/main" id="{E0BF0974-8FED-42AC-BD0E-9EE98EED31D4}"/>
                      </a:ext>
                    </a:extLst>
                  </p:cNvPr>
                  <p:cNvSpPr/>
                  <p:nvPr/>
                </p:nvSpPr>
                <p:spPr>
                  <a:xfrm>
                    <a:off x="4557230" y="1265072"/>
                    <a:ext cx="59134" cy="74121"/>
                  </a:xfrm>
                  <a:custGeom>
                    <a:avLst/>
                    <a:gdLst>
                      <a:gd name="connsiteX0" fmla="*/ 24290 w 59134"/>
                      <a:gd name="connsiteY0" fmla="*/ 28860 h 74121"/>
                      <a:gd name="connsiteX1" fmla="*/ 1105 w 59134"/>
                      <a:gd name="connsiteY1" fmla="*/ 0 h 74121"/>
                      <a:gd name="connsiteX2" fmla="*/ 41 w 59134"/>
                      <a:gd name="connsiteY2" fmla="*/ 4300 h 74121"/>
                      <a:gd name="connsiteX3" fmla="*/ 839 w 59134"/>
                      <a:gd name="connsiteY3" fmla="*/ 9620 h 74121"/>
                      <a:gd name="connsiteX4" fmla="*/ 5405 w 59134"/>
                      <a:gd name="connsiteY4" fmla="*/ 23806 h 74121"/>
                      <a:gd name="connsiteX5" fmla="*/ 11700 w 59134"/>
                      <a:gd name="connsiteY5" fmla="*/ 33470 h 74121"/>
                      <a:gd name="connsiteX6" fmla="*/ 14626 w 59134"/>
                      <a:gd name="connsiteY6" fmla="*/ 37194 h 74121"/>
                      <a:gd name="connsiteX7" fmla="*/ 29522 w 59134"/>
                      <a:gd name="connsiteY7" fmla="*/ 56123 h 74121"/>
                      <a:gd name="connsiteX8" fmla="*/ 31206 w 59134"/>
                      <a:gd name="connsiteY8" fmla="*/ 58074 h 74121"/>
                      <a:gd name="connsiteX9" fmla="*/ 40782 w 59134"/>
                      <a:gd name="connsiteY9" fmla="*/ 66807 h 74121"/>
                      <a:gd name="connsiteX10" fmla="*/ 54303 w 59134"/>
                      <a:gd name="connsiteY10" fmla="*/ 73190 h 74121"/>
                      <a:gd name="connsiteX11" fmla="*/ 58957 w 59134"/>
                      <a:gd name="connsiteY11" fmla="*/ 74121 h 74121"/>
                      <a:gd name="connsiteX12" fmla="*/ 59135 w 59134"/>
                      <a:gd name="connsiteY12" fmla="*/ 74121 h 74121"/>
                      <a:gd name="connsiteX13" fmla="*/ 42289 w 59134"/>
                      <a:gd name="connsiteY13" fmla="*/ 50936 h 74121"/>
                      <a:gd name="connsiteX14" fmla="*/ 24290 w 59134"/>
                      <a:gd name="connsiteY14" fmla="*/ 28860 h 74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9134" h="74121">
                        <a:moveTo>
                          <a:pt x="24290" y="28860"/>
                        </a:moveTo>
                        <a:cubicBezTo>
                          <a:pt x="15557" y="19506"/>
                          <a:pt x="6159" y="10152"/>
                          <a:pt x="1105" y="0"/>
                        </a:cubicBezTo>
                        <a:cubicBezTo>
                          <a:pt x="263" y="1286"/>
                          <a:pt x="-136" y="2837"/>
                          <a:pt x="41" y="4300"/>
                        </a:cubicBezTo>
                        <a:cubicBezTo>
                          <a:pt x="307" y="6118"/>
                          <a:pt x="529" y="7891"/>
                          <a:pt x="839" y="9620"/>
                        </a:cubicBezTo>
                        <a:cubicBezTo>
                          <a:pt x="1770" y="14496"/>
                          <a:pt x="2967" y="19151"/>
                          <a:pt x="5405" y="23806"/>
                        </a:cubicBezTo>
                        <a:cubicBezTo>
                          <a:pt x="6957" y="26865"/>
                          <a:pt x="8996" y="29968"/>
                          <a:pt x="11700" y="33470"/>
                        </a:cubicBezTo>
                        <a:cubicBezTo>
                          <a:pt x="12543" y="34534"/>
                          <a:pt x="13518" y="35775"/>
                          <a:pt x="14626" y="37194"/>
                        </a:cubicBezTo>
                        <a:cubicBezTo>
                          <a:pt x="18971" y="42558"/>
                          <a:pt x="24955" y="50626"/>
                          <a:pt x="29522" y="56123"/>
                        </a:cubicBezTo>
                        <a:cubicBezTo>
                          <a:pt x="30142" y="56832"/>
                          <a:pt x="30718" y="57497"/>
                          <a:pt x="31206" y="58074"/>
                        </a:cubicBezTo>
                        <a:cubicBezTo>
                          <a:pt x="34575" y="61797"/>
                          <a:pt x="37545" y="64413"/>
                          <a:pt x="40782" y="66807"/>
                        </a:cubicBezTo>
                        <a:cubicBezTo>
                          <a:pt x="45170" y="69910"/>
                          <a:pt x="49648" y="71905"/>
                          <a:pt x="54303" y="73190"/>
                        </a:cubicBezTo>
                        <a:cubicBezTo>
                          <a:pt x="55810" y="73589"/>
                          <a:pt x="57361" y="73900"/>
                          <a:pt x="58957" y="74121"/>
                        </a:cubicBezTo>
                        <a:lnTo>
                          <a:pt x="59135" y="74121"/>
                        </a:lnTo>
                        <a:cubicBezTo>
                          <a:pt x="53593" y="66363"/>
                          <a:pt x="48141" y="58340"/>
                          <a:pt x="42289" y="50936"/>
                        </a:cubicBezTo>
                        <a:cubicBezTo>
                          <a:pt x="36171" y="43178"/>
                          <a:pt x="30585" y="35465"/>
                          <a:pt x="24290" y="2886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03" name="Forme libre : forme 22302">
                    <a:extLst>
                      <a:ext uri="{FF2B5EF4-FFF2-40B4-BE49-F238E27FC236}">
                        <a16:creationId xmlns:a16="http://schemas.microsoft.com/office/drawing/2014/main" id="{DF4E2016-C98E-42FF-B395-E0383F251C73}"/>
                      </a:ext>
                    </a:extLst>
                  </p:cNvPr>
                  <p:cNvSpPr/>
                  <p:nvPr/>
                </p:nvSpPr>
                <p:spPr>
                  <a:xfrm>
                    <a:off x="4581550" y="1287217"/>
                    <a:ext cx="28664" cy="36343"/>
                  </a:xfrm>
                  <a:custGeom>
                    <a:avLst/>
                    <a:gdLst>
                      <a:gd name="connsiteX0" fmla="*/ 27855 w 28664"/>
                      <a:gd name="connsiteY0" fmla="*/ 35928 h 36343"/>
                      <a:gd name="connsiteX1" fmla="*/ 18590 w 28664"/>
                      <a:gd name="connsiteY1" fmla="*/ 31407 h 36343"/>
                      <a:gd name="connsiteX2" fmla="*/ 9192 w 28664"/>
                      <a:gd name="connsiteY2" fmla="*/ 21077 h 36343"/>
                      <a:gd name="connsiteX3" fmla="*/ 857 w 28664"/>
                      <a:gd name="connsiteY3" fmla="*/ 685 h 36343"/>
                      <a:gd name="connsiteX4" fmla="*/ 18324 w 28664"/>
                      <a:gd name="connsiteY4" fmla="*/ 13984 h 36343"/>
                      <a:gd name="connsiteX5" fmla="*/ 25638 w 28664"/>
                      <a:gd name="connsiteY5" fmla="*/ 25422 h 36343"/>
                      <a:gd name="connsiteX6" fmla="*/ 27855 w 28664"/>
                      <a:gd name="connsiteY6" fmla="*/ 35928 h 36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664" h="36343">
                        <a:moveTo>
                          <a:pt x="27855" y="35928"/>
                        </a:moveTo>
                        <a:cubicBezTo>
                          <a:pt x="25993" y="37391"/>
                          <a:pt x="22314" y="34776"/>
                          <a:pt x="18590" y="31407"/>
                        </a:cubicBezTo>
                        <a:cubicBezTo>
                          <a:pt x="14822" y="28037"/>
                          <a:pt x="10876" y="23338"/>
                          <a:pt x="9192" y="21077"/>
                        </a:cubicBezTo>
                        <a:cubicBezTo>
                          <a:pt x="5689" y="16290"/>
                          <a:pt x="-2689" y="4143"/>
                          <a:pt x="857" y="685"/>
                        </a:cubicBezTo>
                        <a:cubicBezTo>
                          <a:pt x="4714" y="-3039"/>
                          <a:pt x="15309" y="9418"/>
                          <a:pt x="18324" y="13984"/>
                        </a:cubicBezTo>
                        <a:cubicBezTo>
                          <a:pt x="19920" y="16290"/>
                          <a:pt x="23111" y="20900"/>
                          <a:pt x="25638" y="25422"/>
                        </a:cubicBezTo>
                        <a:cubicBezTo>
                          <a:pt x="28210" y="30032"/>
                          <a:pt x="29673" y="34465"/>
                          <a:pt x="27855" y="3592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04" name="Forme libre : forme 22303">
                    <a:extLst>
                      <a:ext uri="{FF2B5EF4-FFF2-40B4-BE49-F238E27FC236}">
                        <a16:creationId xmlns:a16="http://schemas.microsoft.com/office/drawing/2014/main" id="{F6054114-3759-4461-8758-BE8377399F5F}"/>
                      </a:ext>
                    </a:extLst>
                  </p:cNvPr>
                  <p:cNvSpPr/>
                  <p:nvPr/>
                </p:nvSpPr>
                <p:spPr>
                  <a:xfrm>
                    <a:off x="4581656" y="1286919"/>
                    <a:ext cx="15647" cy="28734"/>
                  </a:xfrm>
                  <a:custGeom>
                    <a:avLst/>
                    <a:gdLst>
                      <a:gd name="connsiteX0" fmla="*/ 10327 w 15647"/>
                      <a:gd name="connsiteY0" fmla="*/ 5239 h 28734"/>
                      <a:gd name="connsiteX1" fmla="*/ 575 w 15647"/>
                      <a:gd name="connsiteY1" fmla="*/ 850 h 28734"/>
                      <a:gd name="connsiteX2" fmla="*/ 9219 w 15647"/>
                      <a:gd name="connsiteY2" fmla="*/ 21597 h 28734"/>
                      <a:gd name="connsiteX3" fmla="*/ 15647 w 15647"/>
                      <a:gd name="connsiteY3" fmla="*/ 28734 h 28734"/>
                      <a:gd name="connsiteX4" fmla="*/ 12766 w 15647"/>
                      <a:gd name="connsiteY4" fmla="*/ 24434 h 28734"/>
                      <a:gd name="connsiteX5" fmla="*/ 10327 w 15647"/>
                      <a:gd name="connsiteY5" fmla="*/ 5239 h 28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647" h="28734">
                        <a:moveTo>
                          <a:pt x="10327" y="5239"/>
                        </a:moveTo>
                        <a:cubicBezTo>
                          <a:pt x="7934" y="3510"/>
                          <a:pt x="2303" y="-2120"/>
                          <a:pt x="575" y="850"/>
                        </a:cubicBezTo>
                        <a:cubicBezTo>
                          <a:pt x="-2041" y="5416"/>
                          <a:pt x="4875" y="15568"/>
                          <a:pt x="9219" y="21597"/>
                        </a:cubicBezTo>
                        <a:cubicBezTo>
                          <a:pt x="10505" y="23326"/>
                          <a:pt x="13741" y="27006"/>
                          <a:pt x="15647" y="28734"/>
                        </a:cubicBezTo>
                        <a:cubicBezTo>
                          <a:pt x="14805" y="27582"/>
                          <a:pt x="13342" y="25676"/>
                          <a:pt x="12766" y="24434"/>
                        </a:cubicBezTo>
                        <a:cubicBezTo>
                          <a:pt x="9529" y="17430"/>
                          <a:pt x="6293" y="9096"/>
                          <a:pt x="10327" y="523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05" name="Forme libre : forme 22304">
                    <a:extLst>
                      <a:ext uri="{FF2B5EF4-FFF2-40B4-BE49-F238E27FC236}">
                        <a16:creationId xmlns:a16="http://schemas.microsoft.com/office/drawing/2014/main" id="{BC97C12C-A943-4AD8-B51F-471AD343A6E1}"/>
                      </a:ext>
                    </a:extLst>
                  </p:cNvPr>
                  <p:cNvSpPr/>
                  <p:nvPr/>
                </p:nvSpPr>
                <p:spPr>
                  <a:xfrm>
                    <a:off x="4582008" y="1289807"/>
                    <a:ext cx="28962" cy="36160"/>
                  </a:xfrm>
                  <a:custGeom>
                    <a:avLst/>
                    <a:gdLst>
                      <a:gd name="connsiteX0" fmla="*/ 27841 w 28962"/>
                      <a:gd name="connsiteY0" fmla="*/ 35999 h 36160"/>
                      <a:gd name="connsiteX1" fmla="*/ 18265 w 28962"/>
                      <a:gd name="connsiteY1" fmla="*/ 30989 h 36160"/>
                      <a:gd name="connsiteX2" fmla="*/ 8867 w 28962"/>
                      <a:gd name="connsiteY2" fmla="*/ 21015 h 36160"/>
                      <a:gd name="connsiteX3" fmla="*/ 887 w 28962"/>
                      <a:gd name="connsiteY3" fmla="*/ 711 h 36160"/>
                      <a:gd name="connsiteX4" fmla="*/ 9798 w 28962"/>
                      <a:gd name="connsiteY4" fmla="*/ 4302 h 36160"/>
                      <a:gd name="connsiteX5" fmla="*/ 18088 w 28962"/>
                      <a:gd name="connsiteY5" fmla="*/ 14010 h 36160"/>
                      <a:gd name="connsiteX6" fmla="*/ 25934 w 28962"/>
                      <a:gd name="connsiteY6" fmla="*/ 25803 h 36160"/>
                      <a:gd name="connsiteX7" fmla="*/ 27841 w 28962"/>
                      <a:gd name="connsiteY7" fmla="*/ 35999 h 36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962" h="36160">
                        <a:moveTo>
                          <a:pt x="27841" y="35999"/>
                        </a:moveTo>
                        <a:cubicBezTo>
                          <a:pt x="25536" y="36841"/>
                          <a:pt x="21856" y="34270"/>
                          <a:pt x="18265" y="30989"/>
                        </a:cubicBezTo>
                        <a:cubicBezTo>
                          <a:pt x="14719" y="27930"/>
                          <a:pt x="10818" y="23409"/>
                          <a:pt x="8867" y="21015"/>
                        </a:cubicBezTo>
                        <a:cubicBezTo>
                          <a:pt x="4922" y="15917"/>
                          <a:pt x="-2570" y="4479"/>
                          <a:pt x="887" y="711"/>
                        </a:cubicBezTo>
                        <a:cubicBezTo>
                          <a:pt x="2661" y="-1195"/>
                          <a:pt x="6340" y="977"/>
                          <a:pt x="9798" y="4302"/>
                        </a:cubicBezTo>
                        <a:cubicBezTo>
                          <a:pt x="13300" y="7627"/>
                          <a:pt x="16581" y="11971"/>
                          <a:pt x="18088" y="14010"/>
                        </a:cubicBezTo>
                        <a:cubicBezTo>
                          <a:pt x="19595" y="16138"/>
                          <a:pt x="23142" y="20970"/>
                          <a:pt x="25934" y="25803"/>
                        </a:cubicBezTo>
                        <a:cubicBezTo>
                          <a:pt x="28594" y="30590"/>
                          <a:pt x="30146" y="35112"/>
                          <a:pt x="27841" y="3599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06" name="Forme libre : forme 22305">
                    <a:extLst>
                      <a:ext uri="{FF2B5EF4-FFF2-40B4-BE49-F238E27FC236}">
                        <a16:creationId xmlns:a16="http://schemas.microsoft.com/office/drawing/2014/main" id="{E4CA1E5B-24AB-4C29-AA4D-D753AAD71B15}"/>
                      </a:ext>
                    </a:extLst>
                  </p:cNvPr>
                  <p:cNvSpPr/>
                  <p:nvPr/>
                </p:nvSpPr>
                <p:spPr>
                  <a:xfrm>
                    <a:off x="4566990" y="1270303"/>
                    <a:ext cx="31807" cy="49592"/>
                  </a:xfrm>
                  <a:custGeom>
                    <a:avLst/>
                    <a:gdLst>
                      <a:gd name="connsiteX0" fmla="*/ 700 w 31807"/>
                      <a:gd name="connsiteY0" fmla="*/ 3236 h 49592"/>
                      <a:gd name="connsiteX1" fmla="*/ 877 w 31807"/>
                      <a:gd name="connsiteY1" fmla="*/ 11127 h 49592"/>
                      <a:gd name="connsiteX2" fmla="*/ 8192 w 31807"/>
                      <a:gd name="connsiteY2" fmla="*/ 30278 h 49592"/>
                      <a:gd name="connsiteX3" fmla="*/ 21801 w 31807"/>
                      <a:gd name="connsiteY3" fmla="*/ 46149 h 49592"/>
                      <a:gd name="connsiteX4" fmla="*/ 27609 w 31807"/>
                      <a:gd name="connsiteY4" fmla="*/ 49385 h 49592"/>
                      <a:gd name="connsiteX5" fmla="*/ 31554 w 31807"/>
                      <a:gd name="connsiteY5" fmla="*/ 48277 h 49592"/>
                      <a:gd name="connsiteX6" fmla="*/ 29426 w 31807"/>
                      <a:gd name="connsiteY6" fmla="*/ 41139 h 49592"/>
                      <a:gd name="connsiteX7" fmla="*/ 23176 w 31807"/>
                      <a:gd name="connsiteY7" fmla="*/ 22166 h 49592"/>
                      <a:gd name="connsiteX8" fmla="*/ 14753 w 31807"/>
                      <a:gd name="connsiteY8" fmla="*/ 3547 h 49592"/>
                      <a:gd name="connsiteX9" fmla="*/ 700 w 31807"/>
                      <a:gd name="connsiteY9" fmla="*/ 3236 h 49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1807" h="49592">
                        <a:moveTo>
                          <a:pt x="700" y="3236"/>
                        </a:moveTo>
                        <a:cubicBezTo>
                          <a:pt x="-364" y="6162"/>
                          <a:pt x="-143" y="7581"/>
                          <a:pt x="877" y="11127"/>
                        </a:cubicBezTo>
                        <a:cubicBezTo>
                          <a:pt x="2828" y="17910"/>
                          <a:pt x="4025" y="23318"/>
                          <a:pt x="8192" y="30278"/>
                        </a:cubicBezTo>
                        <a:cubicBezTo>
                          <a:pt x="11650" y="36086"/>
                          <a:pt x="16659" y="42159"/>
                          <a:pt x="21801" y="46149"/>
                        </a:cubicBezTo>
                        <a:cubicBezTo>
                          <a:pt x="23663" y="47612"/>
                          <a:pt x="25835" y="48853"/>
                          <a:pt x="27609" y="49385"/>
                        </a:cubicBezTo>
                        <a:cubicBezTo>
                          <a:pt x="29338" y="49828"/>
                          <a:pt x="30800" y="49607"/>
                          <a:pt x="31554" y="48277"/>
                        </a:cubicBezTo>
                        <a:cubicBezTo>
                          <a:pt x="32529" y="46681"/>
                          <a:pt x="30446" y="43799"/>
                          <a:pt x="29426" y="41139"/>
                        </a:cubicBezTo>
                        <a:cubicBezTo>
                          <a:pt x="26988" y="34844"/>
                          <a:pt x="24594" y="29037"/>
                          <a:pt x="23176" y="22166"/>
                        </a:cubicBezTo>
                        <a:cubicBezTo>
                          <a:pt x="21979" y="16358"/>
                          <a:pt x="21269" y="8999"/>
                          <a:pt x="14753" y="3547"/>
                        </a:cubicBezTo>
                        <a:cubicBezTo>
                          <a:pt x="8901" y="-1374"/>
                          <a:pt x="2118" y="-886"/>
                          <a:pt x="700" y="323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07" name="Forme libre : forme 22306">
                    <a:extLst>
                      <a:ext uri="{FF2B5EF4-FFF2-40B4-BE49-F238E27FC236}">
                        <a16:creationId xmlns:a16="http://schemas.microsoft.com/office/drawing/2014/main" id="{2A2B5203-5AD0-4AEA-A4A5-5A77BB8F5525}"/>
                      </a:ext>
                    </a:extLst>
                  </p:cNvPr>
                  <p:cNvSpPr/>
                  <p:nvPr/>
                </p:nvSpPr>
                <p:spPr>
                  <a:xfrm>
                    <a:off x="4578831" y="1277271"/>
                    <a:ext cx="15288" cy="12405"/>
                  </a:xfrm>
                  <a:custGeom>
                    <a:avLst/>
                    <a:gdLst>
                      <a:gd name="connsiteX0" fmla="*/ 2424 w 15288"/>
                      <a:gd name="connsiteY0" fmla="*/ 480 h 12405"/>
                      <a:gd name="connsiteX1" fmla="*/ 340 w 15288"/>
                      <a:gd name="connsiteY1" fmla="*/ 81 h 12405"/>
                      <a:gd name="connsiteX2" fmla="*/ 517 w 15288"/>
                      <a:gd name="connsiteY2" fmla="*/ 1854 h 12405"/>
                      <a:gd name="connsiteX3" fmla="*/ 2778 w 15288"/>
                      <a:gd name="connsiteY3" fmla="*/ 4337 h 12405"/>
                      <a:gd name="connsiteX4" fmla="*/ 9029 w 15288"/>
                      <a:gd name="connsiteY4" fmla="*/ 9878 h 12405"/>
                      <a:gd name="connsiteX5" fmla="*/ 11467 w 15288"/>
                      <a:gd name="connsiteY5" fmla="*/ 11696 h 12405"/>
                      <a:gd name="connsiteX6" fmla="*/ 13329 w 15288"/>
                      <a:gd name="connsiteY6" fmla="*/ 7795 h 12405"/>
                      <a:gd name="connsiteX7" fmla="*/ 2424 w 15288"/>
                      <a:gd name="connsiteY7" fmla="*/ 480 h 12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288" h="12405">
                        <a:moveTo>
                          <a:pt x="2424" y="480"/>
                        </a:moveTo>
                        <a:cubicBezTo>
                          <a:pt x="1537" y="125"/>
                          <a:pt x="916" y="-141"/>
                          <a:pt x="340" y="81"/>
                        </a:cubicBezTo>
                        <a:cubicBezTo>
                          <a:pt x="-236" y="258"/>
                          <a:pt x="-15" y="1056"/>
                          <a:pt x="517" y="1854"/>
                        </a:cubicBezTo>
                        <a:cubicBezTo>
                          <a:pt x="1049" y="2652"/>
                          <a:pt x="1980" y="3628"/>
                          <a:pt x="2778" y="4337"/>
                        </a:cubicBezTo>
                        <a:cubicBezTo>
                          <a:pt x="4818" y="6154"/>
                          <a:pt x="6945" y="8194"/>
                          <a:pt x="9029" y="9878"/>
                        </a:cubicBezTo>
                        <a:cubicBezTo>
                          <a:pt x="9871" y="10588"/>
                          <a:pt x="10625" y="11252"/>
                          <a:pt x="11467" y="11696"/>
                        </a:cubicBezTo>
                        <a:cubicBezTo>
                          <a:pt x="14925" y="13469"/>
                          <a:pt x="17053" y="11829"/>
                          <a:pt x="13329" y="7795"/>
                        </a:cubicBezTo>
                        <a:cubicBezTo>
                          <a:pt x="10448" y="4647"/>
                          <a:pt x="5881" y="1987"/>
                          <a:pt x="2424" y="48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08" name="Forme libre : forme 22307">
                    <a:extLst>
                      <a:ext uri="{FF2B5EF4-FFF2-40B4-BE49-F238E27FC236}">
                        <a16:creationId xmlns:a16="http://schemas.microsoft.com/office/drawing/2014/main" id="{32BB18D8-ECBE-4EFC-9544-9EE91FE5AA74}"/>
                      </a:ext>
                    </a:extLst>
                  </p:cNvPr>
                  <p:cNvSpPr/>
                  <p:nvPr/>
                </p:nvSpPr>
                <p:spPr>
                  <a:xfrm>
                    <a:off x="4589766" y="1323589"/>
                    <a:ext cx="26687" cy="13868"/>
                  </a:xfrm>
                  <a:custGeom>
                    <a:avLst/>
                    <a:gdLst>
                      <a:gd name="connsiteX0" fmla="*/ 26687 w 26687"/>
                      <a:gd name="connsiteY0" fmla="*/ 13831 h 13868"/>
                      <a:gd name="connsiteX1" fmla="*/ 0 w 26687"/>
                      <a:gd name="connsiteY1" fmla="*/ 0 h 13868"/>
                      <a:gd name="connsiteX2" fmla="*/ 26687 w 26687"/>
                      <a:gd name="connsiteY2" fmla="*/ 13831 h 13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687" h="13868">
                        <a:moveTo>
                          <a:pt x="26687" y="13831"/>
                        </a:moveTo>
                        <a:cubicBezTo>
                          <a:pt x="19062" y="14541"/>
                          <a:pt x="7137" y="4965"/>
                          <a:pt x="0" y="0"/>
                        </a:cubicBezTo>
                        <a:cubicBezTo>
                          <a:pt x="7758" y="5497"/>
                          <a:pt x="18486" y="11038"/>
                          <a:pt x="26687" y="1383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09" name="Forme libre : forme 22308">
                    <a:extLst>
                      <a:ext uri="{FF2B5EF4-FFF2-40B4-BE49-F238E27FC236}">
                        <a16:creationId xmlns:a16="http://schemas.microsoft.com/office/drawing/2014/main" id="{C1C918BB-E693-460A-A1B4-0EEF59229215}"/>
                      </a:ext>
                    </a:extLst>
                  </p:cNvPr>
                  <p:cNvSpPr/>
                  <p:nvPr/>
                </p:nvSpPr>
                <p:spPr>
                  <a:xfrm>
                    <a:off x="4563700" y="1262856"/>
                    <a:ext cx="32095" cy="14762"/>
                  </a:xfrm>
                  <a:custGeom>
                    <a:avLst/>
                    <a:gdLst>
                      <a:gd name="connsiteX0" fmla="*/ 32096 w 32095"/>
                      <a:gd name="connsiteY0" fmla="*/ 14762 h 14762"/>
                      <a:gd name="connsiteX1" fmla="*/ 0 w 32095"/>
                      <a:gd name="connsiteY1" fmla="*/ 0 h 14762"/>
                      <a:gd name="connsiteX2" fmla="*/ 32096 w 32095"/>
                      <a:gd name="connsiteY2" fmla="*/ 14762 h 1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095" h="14762">
                        <a:moveTo>
                          <a:pt x="32096" y="14762"/>
                        </a:moveTo>
                        <a:cubicBezTo>
                          <a:pt x="22653" y="4921"/>
                          <a:pt x="9930" y="709"/>
                          <a:pt x="0" y="0"/>
                        </a:cubicBezTo>
                        <a:cubicBezTo>
                          <a:pt x="9398" y="89"/>
                          <a:pt x="23096" y="7359"/>
                          <a:pt x="32096" y="147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10" name="Forme libre : forme 22309">
                    <a:extLst>
                      <a:ext uri="{FF2B5EF4-FFF2-40B4-BE49-F238E27FC236}">
                        <a16:creationId xmlns:a16="http://schemas.microsoft.com/office/drawing/2014/main" id="{DABA0305-9059-46D7-988B-0BD119D3BB44}"/>
                      </a:ext>
                    </a:extLst>
                  </p:cNvPr>
                  <p:cNvSpPr/>
                  <p:nvPr/>
                </p:nvSpPr>
                <p:spPr>
                  <a:xfrm>
                    <a:off x="4595478" y="1300049"/>
                    <a:ext cx="9532" cy="14101"/>
                  </a:xfrm>
                  <a:custGeom>
                    <a:avLst/>
                    <a:gdLst>
                      <a:gd name="connsiteX0" fmla="*/ 8917 w 9532"/>
                      <a:gd name="connsiteY0" fmla="*/ 14097 h 14101"/>
                      <a:gd name="connsiteX1" fmla="*/ 2445 w 9532"/>
                      <a:gd name="connsiteY1" fmla="*/ 6872 h 14101"/>
                      <a:gd name="connsiteX2" fmla="*/ 761 w 9532"/>
                      <a:gd name="connsiteY2" fmla="*/ 0 h 14101"/>
                      <a:gd name="connsiteX3" fmla="*/ 6745 w 9532"/>
                      <a:gd name="connsiteY3" fmla="*/ 6916 h 14101"/>
                      <a:gd name="connsiteX4" fmla="*/ 8917 w 9532"/>
                      <a:gd name="connsiteY4" fmla="*/ 14097 h 14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32" h="14101">
                        <a:moveTo>
                          <a:pt x="8917" y="14097"/>
                        </a:moveTo>
                        <a:cubicBezTo>
                          <a:pt x="6967" y="14275"/>
                          <a:pt x="3465" y="8645"/>
                          <a:pt x="2445" y="6872"/>
                        </a:cubicBezTo>
                        <a:cubicBezTo>
                          <a:pt x="1426" y="5143"/>
                          <a:pt x="-1323" y="45"/>
                          <a:pt x="761" y="0"/>
                        </a:cubicBezTo>
                        <a:cubicBezTo>
                          <a:pt x="2844" y="-44"/>
                          <a:pt x="5814" y="5276"/>
                          <a:pt x="6745" y="6916"/>
                        </a:cubicBezTo>
                        <a:cubicBezTo>
                          <a:pt x="7632" y="8512"/>
                          <a:pt x="10868" y="13876"/>
                          <a:pt x="8917" y="1409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11" name="Forme libre : forme 22310">
                    <a:extLst>
                      <a:ext uri="{FF2B5EF4-FFF2-40B4-BE49-F238E27FC236}">
                        <a16:creationId xmlns:a16="http://schemas.microsoft.com/office/drawing/2014/main" id="{5E3432FF-EE00-439D-81F4-F885969635BC}"/>
                      </a:ext>
                    </a:extLst>
                  </p:cNvPr>
                  <p:cNvSpPr/>
                  <p:nvPr/>
                </p:nvSpPr>
                <p:spPr>
                  <a:xfrm>
                    <a:off x="4603300" y="1312007"/>
                    <a:ext cx="3102" cy="4004"/>
                  </a:xfrm>
                  <a:custGeom>
                    <a:avLst/>
                    <a:gdLst>
                      <a:gd name="connsiteX0" fmla="*/ 3002 w 3102"/>
                      <a:gd name="connsiteY0" fmla="*/ 3868 h 4004"/>
                      <a:gd name="connsiteX1" fmla="*/ 1051 w 3102"/>
                      <a:gd name="connsiteY1" fmla="*/ 2627 h 4004"/>
                      <a:gd name="connsiteX2" fmla="*/ 120 w 3102"/>
                      <a:gd name="connsiteY2" fmla="*/ 144 h 4004"/>
                      <a:gd name="connsiteX3" fmla="*/ 2027 w 3102"/>
                      <a:gd name="connsiteY3" fmla="*/ 1297 h 4004"/>
                      <a:gd name="connsiteX4" fmla="*/ 3002 w 3102"/>
                      <a:gd name="connsiteY4" fmla="*/ 3868 h 4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2" h="4004">
                        <a:moveTo>
                          <a:pt x="3002" y="3868"/>
                        </a:moveTo>
                        <a:cubicBezTo>
                          <a:pt x="2603" y="4400"/>
                          <a:pt x="1539" y="3248"/>
                          <a:pt x="1051" y="2627"/>
                        </a:cubicBezTo>
                        <a:cubicBezTo>
                          <a:pt x="564" y="2006"/>
                          <a:pt x="-323" y="676"/>
                          <a:pt x="120" y="144"/>
                        </a:cubicBezTo>
                        <a:cubicBezTo>
                          <a:pt x="519" y="-388"/>
                          <a:pt x="1495" y="676"/>
                          <a:pt x="2027" y="1297"/>
                        </a:cubicBezTo>
                        <a:cubicBezTo>
                          <a:pt x="2514" y="2006"/>
                          <a:pt x="3401" y="3381"/>
                          <a:pt x="3002" y="38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12" name="Forme libre : forme 22311">
                    <a:extLst>
                      <a:ext uri="{FF2B5EF4-FFF2-40B4-BE49-F238E27FC236}">
                        <a16:creationId xmlns:a16="http://schemas.microsoft.com/office/drawing/2014/main" id="{BB2AB88C-8565-4829-A992-66726DF6A359}"/>
                      </a:ext>
                    </a:extLst>
                  </p:cNvPr>
                  <p:cNvSpPr/>
                  <p:nvPr/>
                </p:nvSpPr>
                <p:spPr>
                  <a:xfrm>
                    <a:off x="4602886" y="1294100"/>
                    <a:ext cx="16365" cy="40030"/>
                  </a:xfrm>
                  <a:custGeom>
                    <a:avLst/>
                    <a:gdLst>
                      <a:gd name="connsiteX0" fmla="*/ 15563 w 16365"/>
                      <a:gd name="connsiteY0" fmla="*/ 27095 h 40030"/>
                      <a:gd name="connsiteX1" fmla="*/ 15696 w 16365"/>
                      <a:gd name="connsiteY1" fmla="*/ 39198 h 40030"/>
                      <a:gd name="connsiteX2" fmla="*/ 11883 w 16365"/>
                      <a:gd name="connsiteY2" fmla="*/ 38444 h 40030"/>
                      <a:gd name="connsiteX3" fmla="*/ 10376 w 16365"/>
                      <a:gd name="connsiteY3" fmla="*/ 33568 h 40030"/>
                      <a:gd name="connsiteX4" fmla="*/ 6652 w 16365"/>
                      <a:gd name="connsiteY4" fmla="*/ 18229 h 40030"/>
                      <a:gd name="connsiteX5" fmla="*/ 1820 w 16365"/>
                      <a:gd name="connsiteY5" fmla="*/ 7811 h 40030"/>
                      <a:gd name="connsiteX6" fmla="*/ 1377 w 16365"/>
                      <a:gd name="connsiteY6" fmla="*/ 9 h 40030"/>
                      <a:gd name="connsiteX7" fmla="*/ 8869 w 16365"/>
                      <a:gd name="connsiteY7" fmla="*/ 6659 h 40030"/>
                      <a:gd name="connsiteX8" fmla="*/ 11972 w 16365"/>
                      <a:gd name="connsiteY8" fmla="*/ 11801 h 40030"/>
                      <a:gd name="connsiteX9" fmla="*/ 14100 w 16365"/>
                      <a:gd name="connsiteY9" fmla="*/ 16367 h 40030"/>
                      <a:gd name="connsiteX10" fmla="*/ 15563 w 16365"/>
                      <a:gd name="connsiteY10" fmla="*/ 27095 h 40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365" h="40030">
                        <a:moveTo>
                          <a:pt x="15563" y="27095"/>
                        </a:moveTo>
                        <a:cubicBezTo>
                          <a:pt x="16316" y="31883"/>
                          <a:pt x="16848" y="35341"/>
                          <a:pt x="15696" y="39198"/>
                        </a:cubicBezTo>
                        <a:cubicBezTo>
                          <a:pt x="15297" y="40616"/>
                          <a:pt x="13125" y="40129"/>
                          <a:pt x="11883" y="38444"/>
                        </a:cubicBezTo>
                        <a:cubicBezTo>
                          <a:pt x="10598" y="36715"/>
                          <a:pt x="10509" y="35164"/>
                          <a:pt x="10376" y="33568"/>
                        </a:cubicBezTo>
                        <a:cubicBezTo>
                          <a:pt x="9888" y="28514"/>
                          <a:pt x="8559" y="23638"/>
                          <a:pt x="6652" y="18229"/>
                        </a:cubicBezTo>
                        <a:cubicBezTo>
                          <a:pt x="5987" y="16456"/>
                          <a:pt x="3505" y="11978"/>
                          <a:pt x="1820" y="7811"/>
                        </a:cubicBezTo>
                        <a:cubicBezTo>
                          <a:pt x="91" y="3600"/>
                          <a:pt x="-1017" y="-213"/>
                          <a:pt x="1377" y="9"/>
                        </a:cubicBezTo>
                        <a:cubicBezTo>
                          <a:pt x="3771" y="186"/>
                          <a:pt x="6608" y="3334"/>
                          <a:pt x="8869" y="6659"/>
                        </a:cubicBezTo>
                        <a:cubicBezTo>
                          <a:pt x="10066" y="8388"/>
                          <a:pt x="10952" y="9939"/>
                          <a:pt x="11972" y="11801"/>
                        </a:cubicBezTo>
                        <a:cubicBezTo>
                          <a:pt x="12947" y="13619"/>
                          <a:pt x="13745" y="15215"/>
                          <a:pt x="14100" y="16367"/>
                        </a:cubicBezTo>
                        <a:cubicBezTo>
                          <a:pt x="15651" y="20889"/>
                          <a:pt x="14987" y="23505"/>
                          <a:pt x="15563" y="2709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03" name="Graphique 2">
                  <a:extLst>
                    <a:ext uri="{FF2B5EF4-FFF2-40B4-BE49-F238E27FC236}">
                      <a16:creationId xmlns:a16="http://schemas.microsoft.com/office/drawing/2014/main" id="{CFDAD255-3FB9-44A9-95EE-526510EA7DA8}"/>
                    </a:ext>
                  </a:extLst>
                </p:cNvPr>
                <p:cNvGrpSpPr/>
                <p:nvPr/>
              </p:nvGrpSpPr>
              <p:grpSpPr>
                <a:xfrm>
                  <a:off x="4616906" y="1336461"/>
                  <a:ext cx="72943" cy="72931"/>
                  <a:chOff x="4616906" y="1336461"/>
                  <a:chExt cx="72943" cy="72931"/>
                </a:xfrm>
                <a:solidFill>
                  <a:schemeClr val="accent1"/>
                </a:solidFill>
              </p:grpSpPr>
              <p:sp>
                <p:nvSpPr>
                  <p:cNvPr id="22289" name="Forme libre : forme 22288">
                    <a:extLst>
                      <a:ext uri="{FF2B5EF4-FFF2-40B4-BE49-F238E27FC236}">
                        <a16:creationId xmlns:a16="http://schemas.microsoft.com/office/drawing/2014/main" id="{86B0EAB0-1833-4BC4-8D85-31EB9AFFECE5}"/>
                      </a:ext>
                    </a:extLst>
                  </p:cNvPr>
                  <p:cNvSpPr/>
                  <p:nvPr/>
                </p:nvSpPr>
                <p:spPr>
                  <a:xfrm>
                    <a:off x="4616906" y="1336461"/>
                    <a:ext cx="72943" cy="72931"/>
                  </a:xfrm>
                  <a:custGeom>
                    <a:avLst/>
                    <a:gdLst>
                      <a:gd name="connsiteX0" fmla="*/ 33550 w 72943"/>
                      <a:gd name="connsiteY0" fmla="*/ 64884 h 72931"/>
                      <a:gd name="connsiteX1" fmla="*/ 19807 w 72943"/>
                      <a:gd name="connsiteY1" fmla="*/ 52427 h 72931"/>
                      <a:gd name="connsiteX2" fmla="*/ 8503 w 72943"/>
                      <a:gd name="connsiteY2" fmla="*/ 38729 h 72931"/>
                      <a:gd name="connsiteX3" fmla="*/ 833 w 72943"/>
                      <a:gd name="connsiteY3" fmla="*/ 5525 h 72931"/>
                      <a:gd name="connsiteX4" fmla="*/ 9345 w 72943"/>
                      <a:gd name="connsiteY4" fmla="*/ 205 h 72931"/>
                      <a:gd name="connsiteX5" fmla="*/ 36520 w 72943"/>
                      <a:gd name="connsiteY5" fmla="*/ 17583 h 72931"/>
                      <a:gd name="connsiteX6" fmla="*/ 54740 w 72943"/>
                      <a:gd name="connsiteY6" fmla="*/ 36956 h 72931"/>
                      <a:gd name="connsiteX7" fmla="*/ 63207 w 72943"/>
                      <a:gd name="connsiteY7" fmla="*/ 46975 h 72931"/>
                      <a:gd name="connsiteX8" fmla="*/ 69591 w 72943"/>
                      <a:gd name="connsiteY8" fmla="*/ 56727 h 72931"/>
                      <a:gd name="connsiteX9" fmla="*/ 72029 w 72943"/>
                      <a:gd name="connsiteY9" fmla="*/ 66170 h 72931"/>
                      <a:gd name="connsiteX10" fmla="*/ 55227 w 72943"/>
                      <a:gd name="connsiteY10" fmla="*/ 72908 h 72931"/>
                      <a:gd name="connsiteX11" fmla="*/ 33550 w 72943"/>
                      <a:gd name="connsiteY11" fmla="*/ 64884 h 72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2943" h="72931">
                        <a:moveTo>
                          <a:pt x="33550" y="64884"/>
                        </a:moveTo>
                        <a:cubicBezTo>
                          <a:pt x="29693" y="62180"/>
                          <a:pt x="24462" y="57437"/>
                          <a:pt x="19807" y="52427"/>
                        </a:cubicBezTo>
                        <a:cubicBezTo>
                          <a:pt x="15108" y="47418"/>
                          <a:pt x="10985" y="42231"/>
                          <a:pt x="8503" y="38729"/>
                        </a:cubicBezTo>
                        <a:cubicBezTo>
                          <a:pt x="-630" y="25607"/>
                          <a:pt x="-896" y="16209"/>
                          <a:pt x="833" y="5525"/>
                        </a:cubicBezTo>
                        <a:cubicBezTo>
                          <a:pt x="1454" y="1846"/>
                          <a:pt x="5798" y="-770"/>
                          <a:pt x="9345" y="205"/>
                        </a:cubicBezTo>
                        <a:cubicBezTo>
                          <a:pt x="19585" y="3043"/>
                          <a:pt x="27831" y="7697"/>
                          <a:pt x="36520" y="17583"/>
                        </a:cubicBezTo>
                        <a:cubicBezTo>
                          <a:pt x="41130" y="22903"/>
                          <a:pt x="50218" y="33055"/>
                          <a:pt x="54740" y="36956"/>
                        </a:cubicBezTo>
                        <a:cubicBezTo>
                          <a:pt x="58996" y="40857"/>
                          <a:pt x="61389" y="43960"/>
                          <a:pt x="63207" y="46975"/>
                        </a:cubicBezTo>
                        <a:cubicBezTo>
                          <a:pt x="65069" y="49945"/>
                          <a:pt x="66443" y="53447"/>
                          <a:pt x="69591" y="56727"/>
                        </a:cubicBezTo>
                        <a:cubicBezTo>
                          <a:pt x="71585" y="58855"/>
                          <a:pt x="74423" y="63200"/>
                          <a:pt x="72029" y="66170"/>
                        </a:cubicBezTo>
                        <a:cubicBezTo>
                          <a:pt x="68571" y="70381"/>
                          <a:pt x="62232" y="73219"/>
                          <a:pt x="55227" y="72908"/>
                        </a:cubicBezTo>
                        <a:cubicBezTo>
                          <a:pt x="48134" y="72775"/>
                          <a:pt x="40554" y="69983"/>
                          <a:pt x="33550" y="6488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90" name="Forme libre : forme 22289">
                    <a:extLst>
                      <a:ext uri="{FF2B5EF4-FFF2-40B4-BE49-F238E27FC236}">
                        <a16:creationId xmlns:a16="http://schemas.microsoft.com/office/drawing/2014/main" id="{FDA37337-D11A-4472-8035-C70EE8113A11}"/>
                      </a:ext>
                    </a:extLst>
                  </p:cNvPr>
                  <p:cNvSpPr/>
                  <p:nvPr/>
                </p:nvSpPr>
                <p:spPr>
                  <a:xfrm>
                    <a:off x="4616936" y="1338130"/>
                    <a:ext cx="72043" cy="71210"/>
                  </a:xfrm>
                  <a:custGeom>
                    <a:avLst/>
                    <a:gdLst>
                      <a:gd name="connsiteX0" fmla="*/ 21506 w 72043"/>
                      <a:gd name="connsiteY0" fmla="*/ 33204 h 71210"/>
                      <a:gd name="connsiteX1" fmla="*/ 3153 w 72043"/>
                      <a:gd name="connsiteY1" fmla="*/ 0 h 71210"/>
                      <a:gd name="connsiteX2" fmla="*/ 803 w 72043"/>
                      <a:gd name="connsiteY2" fmla="*/ 3812 h 71210"/>
                      <a:gd name="connsiteX3" fmla="*/ 139 w 72043"/>
                      <a:gd name="connsiteY3" fmla="*/ 9265 h 71210"/>
                      <a:gd name="connsiteX4" fmla="*/ 2178 w 72043"/>
                      <a:gd name="connsiteY4" fmla="*/ 25224 h 71210"/>
                      <a:gd name="connsiteX5" fmla="*/ 8517 w 72043"/>
                      <a:gd name="connsiteY5" fmla="*/ 37016 h 71210"/>
                      <a:gd name="connsiteX6" fmla="*/ 11886 w 72043"/>
                      <a:gd name="connsiteY6" fmla="*/ 41494 h 71210"/>
                      <a:gd name="connsiteX7" fmla="*/ 31259 w 72043"/>
                      <a:gd name="connsiteY7" fmla="*/ 61443 h 71210"/>
                      <a:gd name="connsiteX8" fmla="*/ 33564 w 72043"/>
                      <a:gd name="connsiteY8" fmla="*/ 63172 h 71210"/>
                      <a:gd name="connsiteX9" fmla="*/ 48947 w 72043"/>
                      <a:gd name="connsiteY9" fmla="*/ 70442 h 71210"/>
                      <a:gd name="connsiteX10" fmla="*/ 67876 w 72043"/>
                      <a:gd name="connsiteY10" fmla="*/ 68004 h 71210"/>
                      <a:gd name="connsiteX11" fmla="*/ 71955 w 72043"/>
                      <a:gd name="connsiteY11" fmla="*/ 64501 h 71210"/>
                      <a:gd name="connsiteX12" fmla="*/ 72043 w 72043"/>
                      <a:gd name="connsiteY12" fmla="*/ 64324 h 71210"/>
                      <a:gd name="connsiteX13" fmla="*/ 55951 w 72043"/>
                      <a:gd name="connsiteY13" fmla="*/ 61886 h 71210"/>
                      <a:gd name="connsiteX14" fmla="*/ 42741 w 72043"/>
                      <a:gd name="connsiteY14" fmla="*/ 53773 h 71210"/>
                      <a:gd name="connsiteX15" fmla="*/ 21506 w 72043"/>
                      <a:gd name="connsiteY15" fmla="*/ 33204 h 71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2043" h="71210">
                        <a:moveTo>
                          <a:pt x="21506" y="33204"/>
                        </a:moveTo>
                        <a:cubicBezTo>
                          <a:pt x="12418" y="23362"/>
                          <a:pt x="4572" y="11304"/>
                          <a:pt x="3153" y="0"/>
                        </a:cubicBezTo>
                        <a:cubicBezTo>
                          <a:pt x="1956" y="975"/>
                          <a:pt x="1070" y="2305"/>
                          <a:pt x="803" y="3812"/>
                        </a:cubicBezTo>
                        <a:cubicBezTo>
                          <a:pt x="493" y="5674"/>
                          <a:pt x="272" y="7448"/>
                          <a:pt x="139" y="9265"/>
                        </a:cubicBezTo>
                        <a:cubicBezTo>
                          <a:pt x="-260" y="14408"/>
                          <a:pt x="139" y="19550"/>
                          <a:pt x="2178" y="25224"/>
                        </a:cubicBezTo>
                        <a:cubicBezTo>
                          <a:pt x="3508" y="28904"/>
                          <a:pt x="5503" y="32761"/>
                          <a:pt x="8517" y="37016"/>
                        </a:cubicBezTo>
                        <a:cubicBezTo>
                          <a:pt x="9404" y="38302"/>
                          <a:pt x="10601" y="39809"/>
                          <a:pt x="11886" y="41494"/>
                        </a:cubicBezTo>
                        <a:cubicBezTo>
                          <a:pt x="16940" y="47966"/>
                          <a:pt x="24920" y="56478"/>
                          <a:pt x="31259" y="61443"/>
                        </a:cubicBezTo>
                        <a:cubicBezTo>
                          <a:pt x="32101" y="62063"/>
                          <a:pt x="32899" y="62640"/>
                          <a:pt x="33564" y="63172"/>
                        </a:cubicBezTo>
                        <a:cubicBezTo>
                          <a:pt x="38485" y="66807"/>
                          <a:pt x="43760" y="69245"/>
                          <a:pt x="48947" y="70442"/>
                        </a:cubicBezTo>
                        <a:cubicBezTo>
                          <a:pt x="55951" y="72082"/>
                          <a:pt x="62955" y="71018"/>
                          <a:pt x="67876" y="68004"/>
                        </a:cubicBezTo>
                        <a:cubicBezTo>
                          <a:pt x="69472" y="66984"/>
                          <a:pt x="70846" y="65964"/>
                          <a:pt x="71955" y="64501"/>
                        </a:cubicBezTo>
                        <a:lnTo>
                          <a:pt x="72043" y="64324"/>
                        </a:lnTo>
                        <a:cubicBezTo>
                          <a:pt x="66458" y="65122"/>
                          <a:pt x="60828" y="63925"/>
                          <a:pt x="55951" y="61886"/>
                        </a:cubicBezTo>
                        <a:cubicBezTo>
                          <a:pt x="50986" y="59847"/>
                          <a:pt x="46775" y="56832"/>
                          <a:pt x="42741" y="53773"/>
                        </a:cubicBezTo>
                        <a:cubicBezTo>
                          <a:pt x="34805" y="47434"/>
                          <a:pt x="27978" y="40252"/>
                          <a:pt x="21506" y="3320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91" name="Forme libre : forme 22290">
                    <a:extLst>
                      <a:ext uri="{FF2B5EF4-FFF2-40B4-BE49-F238E27FC236}">
                        <a16:creationId xmlns:a16="http://schemas.microsoft.com/office/drawing/2014/main" id="{DC05B053-E004-4C3E-B2AF-117085516342}"/>
                      </a:ext>
                    </a:extLst>
                  </p:cNvPr>
                  <p:cNvSpPr/>
                  <p:nvPr/>
                </p:nvSpPr>
                <p:spPr>
                  <a:xfrm>
                    <a:off x="4638393" y="1364699"/>
                    <a:ext cx="33542" cy="32076"/>
                  </a:xfrm>
                  <a:custGeom>
                    <a:avLst/>
                    <a:gdLst>
                      <a:gd name="connsiteX0" fmla="*/ 33386 w 33542"/>
                      <a:gd name="connsiteY0" fmla="*/ 30795 h 32076"/>
                      <a:gd name="connsiteX1" fmla="*/ 29574 w 33542"/>
                      <a:gd name="connsiteY1" fmla="*/ 31992 h 32076"/>
                      <a:gd name="connsiteX2" fmla="*/ 22702 w 33542"/>
                      <a:gd name="connsiteY2" fmla="*/ 29642 h 32076"/>
                      <a:gd name="connsiteX3" fmla="*/ 10822 w 33542"/>
                      <a:gd name="connsiteY3" fmla="*/ 20953 h 32076"/>
                      <a:gd name="connsiteX4" fmla="*/ 980 w 33542"/>
                      <a:gd name="connsiteY4" fmla="*/ 561 h 32076"/>
                      <a:gd name="connsiteX5" fmla="*/ 18846 w 33542"/>
                      <a:gd name="connsiteY5" fmla="*/ 12619 h 32076"/>
                      <a:gd name="connsiteX6" fmla="*/ 27889 w 33542"/>
                      <a:gd name="connsiteY6" fmla="*/ 22017 h 32076"/>
                      <a:gd name="connsiteX7" fmla="*/ 33386 w 33542"/>
                      <a:gd name="connsiteY7" fmla="*/ 30795 h 32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3542" h="32076">
                        <a:moveTo>
                          <a:pt x="33386" y="30795"/>
                        </a:moveTo>
                        <a:cubicBezTo>
                          <a:pt x="32898" y="31903"/>
                          <a:pt x="31480" y="32258"/>
                          <a:pt x="29574" y="31992"/>
                        </a:cubicBezTo>
                        <a:cubicBezTo>
                          <a:pt x="27579" y="31814"/>
                          <a:pt x="25185" y="30884"/>
                          <a:pt x="22702" y="29642"/>
                        </a:cubicBezTo>
                        <a:cubicBezTo>
                          <a:pt x="17826" y="27115"/>
                          <a:pt x="12994" y="23126"/>
                          <a:pt x="10822" y="20953"/>
                        </a:cubicBezTo>
                        <a:cubicBezTo>
                          <a:pt x="6167" y="16742"/>
                          <a:pt x="-3010" y="3886"/>
                          <a:pt x="980" y="561"/>
                        </a:cubicBezTo>
                        <a:cubicBezTo>
                          <a:pt x="4881" y="-2675"/>
                          <a:pt x="15077" y="8984"/>
                          <a:pt x="18846" y="12619"/>
                        </a:cubicBezTo>
                        <a:cubicBezTo>
                          <a:pt x="20619" y="14614"/>
                          <a:pt x="24520" y="18427"/>
                          <a:pt x="27889" y="22017"/>
                        </a:cubicBezTo>
                        <a:cubicBezTo>
                          <a:pt x="31258" y="25520"/>
                          <a:pt x="34273" y="28667"/>
                          <a:pt x="33386" y="3079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92" name="Forme libre : forme 22291">
                    <a:extLst>
                      <a:ext uri="{FF2B5EF4-FFF2-40B4-BE49-F238E27FC236}">
                        <a16:creationId xmlns:a16="http://schemas.microsoft.com/office/drawing/2014/main" id="{4C440940-6999-4CFD-94E3-D745DC1A9756}"/>
                      </a:ext>
                    </a:extLst>
                  </p:cNvPr>
                  <p:cNvSpPr/>
                  <p:nvPr/>
                </p:nvSpPr>
                <p:spPr>
                  <a:xfrm>
                    <a:off x="4638552" y="1364320"/>
                    <a:ext cx="18819" cy="27671"/>
                  </a:xfrm>
                  <a:custGeom>
                    <a:avLst/>
                    <a:gdLst>
                      <a:gd name="connsiteX0" fmla="*/ 10308 w 18819"/>
                      <a:gd name="connsiteY0" fmla="*/ 5062 h 27671"/>
                      <a:gd name="connsiteX1" fmla="*/ 688 w 18819"/>
                      <a:gd name="connsiteY1" fmla="*/ 762 h 27671"/>
                      <a:gd name="connsiteX2" fmla="*/ 10840 w 18819"/>
                      <a:gd name="connsiteY2" fmla="*/ 21554 h 27671"/>
                      <a:gd name="connsiteX3" fmla="*/ 18819 w 18819"/>
                      <a:gd name="connsiteY3" fmla="*/ 27671 h 27671"/>
                      <a:gd name="connsiteX4" fmla="*/ 14962 w 18819"/>
                      <a:gd name="connsiteY4" fmla="*/ 23903 h 27671"/>
                      <a:gd name="connsiteX5" fmla="*/ 10308 w 18819"/>
                      <a:gd name="connsiteY5" fmla="*/ 5062 h 27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819" h="27671">
                        <a:moveTo>
                          <a:pt x="10308" y="5062"/>
                        </a:moveTo>
                        <a:cubicBezTo>
                          <a:pt x="7781" y="3644"/>
                          <a:pt x="2550" y="-2031"/>
                          <a:pt x="688" y="762"/>
                        </a:cubicBezTo>
                        <a:cubicBezTo>
                          <a:pt x="-2327" y="5240"/>
                          <a:pt x="5210" y="16101"/>
                          <a:pt x="10840" y="21554"/>
                        </a:cubicBezTo>
                        <a:cubicBezTo>
                          <a:pt x="12436" y="23194"/>
                          <a:pt x="16470" y="26386"/>
                          <a:pt x="18819" y="27671"/>
                        </a:cubicBezTo>
                        <a:cubicBezTo>
                          <a:pt x="17667" y="26740"/>
                          <a:pt x="15805" y="25056"/>
                          <a:pt x="14962" y="23903"/>
                        </a:cubicBezTo>
                        <a:cubicBezTo>
                          <a:pt x="10219" y="17431"/>
                          <a:pt x="6318" y="9052"/>
                          <a:pt x="10308" y="506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93" name="Forme libre : forme 22292">
                    <a:extLst>
                      <a:ext uri="{FF2B5EF4-FFF2-40B4-BE49-F238E27FC236}">
                        <a16:creationId xmlns:a16="http://schemas.microsoft.com/office/drawing/2014/main" id="{E8A96571-6483-4BB7-9F08-884BE41A999E}"/>
                      </a:ext>
                    </a:extLst>
                  </p:cNvPr>
                  <p:cNvSpPr/>
                  <p:nvPr/>
                </p:nvSpPr>
                <p:spPr>
                  <a:xfrm>
                    <a:off x="4638915" y="1367180"/>
                    <a:ext cx="34971" cy="31549"/>
                  </a:xfrm>
                  <a:custGeom>
                    <a:avLst/>
                    <a:gdLst>
                      <a:gd name="connsiteX0" fmla="*/ 34637 w 34971"/>
                      <a:gd name="connsiteY0" fmla="*/ 30397 h 31549"/>
                      <a:gd name="connsiteX1" fmla="*/ 30160 w 34971"/>
                      <a:gd name="connsiteY1" fmla="*/ 31506 h 31549"/>
                      <a:gd name="connsiteX2" fmla="*/ 23156 w 34971"/>
                      <a:gd name="connsiteY2" fmla="*/ 29289 h 31549"/>
                      <a:gd name="connsiteX3" fmla="*/ 10965 w 34971"/>
                      <a:gd name="connsiteY3" fmla="*/ 20999 h 31549"/>
                      <a:gd name="connsiteX4" fmla="*/ 946 w 34971"/>
                      <a:gd name="connsiteY4" fmla="*/ 651 h 31549"/>
                      <a:gd name="connsiteX5" fmla="*/ 18944 w 34971"/>
                      <a:gd name="connsiteY5" fmla="*/ 12576 h 31549"/>
                      <a:gd name="connsiteX6" fmla="*/ 28830 w 34971"/>
                      <a:gd name="connsiteY6" fmla="*/ 21930 h 31549"/>
                      <a:gd name="connsiteX7" fmla="*/ 34637 w 34971"/>
                      <a:gd name="connsiteY7" fmla="*/ 30397 h 31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971" h="31549">
                        <a:moveTo>
                          <a:pt x="34637" y="30397"/>
                        </a:moveTo>
                        <a:cubicBezTo>
                          <a:pt x="33884" y="31328"/>
                          <a:pt x="32244" y="31683"/>
                          <a:pt x="30160" y="31506"/>
                        </a:cubicBezTo>
                        <a:cubicBezTo>
                          <a:pt x="28165" y="31195"/>
                          <a:pt x="25550" y="30530"/>
                          <a:pt x="23156" y="29289"/>
                        </a:cubicBezTo>
                        <a:cubicBezTo>
                          <a:pt x="18102" y="27028"/>
                          <a:pt x="13536" y="23216"/>
                          <a:pt x="10965" y="20999"/>
                        </a:cubicBezTo>
                        <a:cubicBezTo>
                          <a:pt x="5734" y="16522"/>
                          <a:pt x="-2867" y="4375"/>
                          <a:pt x="946" y="651"/>
                        </a:cubicBezTo>
                        <a:cubicBezTo>
                          <a:pt x="4581" y="-2940"/>
                          <a:pt x="15220" y="9340"/>
                          <a:pt x="18944" y="12576"/>
                        </a:cubicBezTo>
                        <a:cubicBezTo>
                          <a:pt x="20762" y="14261"/>
                          <a:pt x="24973" y="18517"/>
                          <a:pt x="28830" y="21930"/>
                        </a:cubicBezTo>
                        <a:cubicBezTo>
                          <a:pt x="32510" y="25565"/>
                          <a:pt x="36100" y="28491"/>
                          <a:pt x="34637" y="3039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94" name="Forme libre : forme 22293">
                    <a:extLst>
                      <a:ext uri="{FF2B5EF4-FFF2-40B4-BE49-F238E27FC236}">
                        <a16:creationId xmlns:a16="http://schemas.microsoft.com/office/drawing/2014/main" id="{55D4F95E-57D7-4B2A-AD5B-AF1195330F9D}"/>
                      </a:ext>
                    </a:extLst>
                  </p:cNvPr>
                  <p:cNvSpPr/>
                  <p:nvPr/>
                </p:nvSpPr>
                <p:spPr>
                  <a:xfrm>
                    <a:off x="4625206" y="1346736"/>
                    <a:ext cx="34393" cy="49869"/>
                  </a:xfrm>
                  <a:custGeom>
                    <a:avLst/>
                    <a:gdLst>
                      <a:gd name="connsiteX0" fmla="*/ 1577 w 34393"/>
                      <a:gd name="connsiteY0" fmla="*/ 2166 h 49869"/>
                      <a:gd name="connsiteX1" fmla="*/ 247 w 34393"/>
                      <a:gd name="connsiteY1" fmla="*/ 10056 h 49869"/>
                      <a:gd name="connsiteX2" fmla="*/ 6985 w 34393"/>
                      <a:gd name="connsiteY2" fmla="*/ 31335 h 49869"/>
                      <a:gd name="connsiteX3" fmla="*/ 23831 w 34393"/>
                      <a:gd name="connsiteY3" fmla="*/ 47560 h 49869"/>
                      <a:gd name="connsiteX4" fmla="*/ 34338 w 34393"/>
                      <a:gd name="connsiteY4" fmla="*/ 47959 h 49869"/>
                      <a:gd name="connsiteX5" fmla="*/ 30436 w 34393"/>
                      <a:gd name="connsiteY5" fmla="*/ 41221 h 49869"/>
                      <a:gd name="connsiteX6" fmla="*/ 21969 w 34393"/>
                      <a:gd name="connsiteY6" fmla="*/ 23045 h 49869"/>
                      <a:gd name="connsiteX7" fmla="*/ 15187 w 34393"/>
                      <a:gd name="connsiteY7" fmla="*/ 4737 h 49869"/>
                      <a:gd name="connsiteX8" fmla="*/ 1577 w 34393"/>
                      <a:gd name="connsiteY8" fmla="*/ 2166 h 49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393" h="49869">
                        <a:moveTo>
                          <a:pt x="1577" y="2166"/>
                        </a:moveTo>
                        <a:cubicBezTo>
                          <a:pt x="-108" y="4825"/>
                          <a:pt x="-241" y="6244"/>
                          <a:pt x="247" y="10056"/>
                        </a:cubicBezTo>
                        <a:cubicBezTo>
                          <a:pt x="1178" y="17327"/>
                          <a:pt x="2065" y="23444"/>
                          <a:pt x="6985" y="31335"/>
                        </a:cubicBezTo>
                        <a:cubicBezTo>
                          <a:pt x="11064" y="37896"/>
                          <a:pt x="17580" y="44280"/>
                          <a:pt x="23831" y="47560"/>
                        </a:cubicBezTo>
                        <a:cubicBezTo>
                          <a:pt x="28441" y="50043"/>
                          <a:pt x="33673" y="51018"/>
                          <a:pt x="34338" y="47959"/>
                        </a:cubicBezTo>
                        <a:cubicBezTo>
                          <a:pt x="34825" y="46053"/>
                          <a:pt x="31988" y="43748"/>
                          <a:pt x="30436" y="41221"/>
                        </a:cubicBezTo>
                        <a:cubicBezTo>
                          <a:pt x="26668" y="35414"/>
                          <a:pt x="23521" y="29784"/>
                          <a:pt x="21969" y="23045"/>
                        </a:cubicBezTo>
                        <a:cubicBezTo>
                          <a:pt x="20639" y="17327"/>
                          <a:pt x="20462" y="10455"/>
                          <a:pt x="15187" y="4737"/>
                        </a:cubicBezTo>
                        <a:cubicBezTo>
                          <a:pt x="10443" y="-406"/>
                          <a:pt x="3926" y="-1514"/>
                          <a:pt x="1577" y="216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95" name="Forme libre : forme 22294">
                    <a:extLst>
                      <a:ext uri="{FF2B5EF4-FFF2-40B4-BE49-F238E27FC236}">
                        <a16:creationId xmlns:a16="http://schemas.microsoft.com/office/drawing/2014/main" id="{0A5E42BF-388C-401D-89C8-0C59B65AB006}"/>
                      </a:ext>
                    </a:extLst>
                  </p:cNvPr>
                  <p:cNvSpPr/>
                  <p:nvPr/>
                </p:nvSpPr>
                <p:spPr>
                  <a:xfrm>
                    <a:off x="4636862" y="1354545"/>
                    <a:ext cx="14102" cy="12418"/>
                  </a:xfrm>
                  <a:custGeom>
                    <a:avLst/>
                    <a:gdLst>
                      <a:gd name="connsiteX0" fmla="*/ 2377 w 14102"/>
                      <a:gd name="connsiteY0" fmla="*/ 652 h 12418"/>
                      <a:gd name="connsiteX1" fmla="*/ 427 w 14102"/>
                      <a:gd name="connsiteY1" fmla="*/ 31 h 12418"/>
                      <a:gd name="connsiteX2" fmla="*/ 338 w 14102"/>
                      <a:gd name="connsiteY2" fmla="*/ 1760 h 12418"/>
                      <a:gd name="connsiteX3" fmla="*/ 2289 w 14102"/>
                      <a:gd name="connsiteY3" fmla="*/ 4420 h 12418"/>
                      <a:gd name="connsiteX4" fmla="*/ 8007 w 14102"/>
                      <a:gd name="connsiteY4" fmla="*/ 10094 h 12418"/>
                      <a:gd name="connsiteX5" fmla="*/ 10357 w 14102"/>
                      <a:gd name="connsiteY5" fmla="*/ 11823 h 12418"/>
                      <a:gd name="connsiteX6" fmla="*/ 12308 w 14102"/>
                      <a:gd name="connsiteY6" fmla="*/ 8011 h 12418"/>
                      <a:gd name="connsiteX7" fmla="*/ 2377 w 14102"/>
                      <a:gd name="connsiteY7" fmla="*/ 652 h 12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102" h="12418">
                        <a:moveTo>
                          <a:pt x="2377" y="652"/>
                        </a:moveTo>
                        <a:cubicBezTo>
                          <a:pt x="1580" y="208"/>
                          <a:pt x="1047" y="-102"/>
                          <a:pt x="427" y="31"/>
                        </a:cubicBezTo>
                        <a:cubicBezTo>
                          <a:pt x="-194" y="164"/>
                          <a:pt x="-61" y="918"/>
                          <a:pt x="338" y="1760"/>
                        </a:cubicBezTo>
                        <a:cubicBezTo>
                          <a:pt x="737" y="2602"/>
                          <a:pt x="1580" y="3666"/>
                          <a:pt x="2289" y="4420"/>
                        </a:cubicBezTo>
                        <a:cubicBezTo>
                          <a:pt x="4106" y="6370"/>
                          <a:pt x="6057" y="8454"/>
                          <a:pt x="8007" y="10094"/>
                        </a:cubicBezTo>
                        <a:cubicBezTo>
                          <a:pt x="8805" y="10759"/>
                          <a:pt x="9559" y="11424"/>
                          <a:pt x="10357" y="11823"/>
                        </a:cubicBezTo>
                        <a:cubicBezTo>
                          <a:pt x="13815" y="13419"/>
                          <a:pt x="15721" y="11690"/>
                          <a:pt x="12308" y="8011"/>
                        </a:cubicBezTo>
                        <a:cubicBezTo>
                          <a:pt x="9648" y="5129"/>
                          <a:pt x="5525" y="2425"/>
                          <a:pt x="2377" y="65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96" name="Forme libre : forme 22295">
                    <a:extLst>
                      <a:ext uri="{FF2B5EF4-FFF2-40B4-BE49-F238E27FC236}">
                        <a16:creationId xmlns:a16="http://schemas.microsoft.com/office/drawing/2014/main" id="{67074B82-F7E8-433B-8FBB-C3A0844A1873}"/>
                      </a:ext>
                    </a:extLst>
                  </p:cNvPr>
                  <p:cNvSpPr/>
                  <p:nvPr/>
                </p:nvSpPr>
                <p:spPr>
                  <a:xfrm>
                    <a:off x="4651963" y="1401523"/>
                    <a:ext cx="35331" cy="5691"/>
                  </a:xfrm>
                  <a:custGeom>
                    <a:avLst/>
                    <a:gdLst>
                      <a:gd name="connsiteX0" fmla="*/ 35332 w 35331"/>
                      <a:gd name="connsiteY0" fmla="*/ 44 h 5691"/>
                      <a:gd name="connsiteX1" fmla="*/ 29613 w 35331"/>
                      <a:gd name="connsiteY1" fmla="*/ 4389 h 5691"/>
                      <a:gd name="connsiteX2" fmla="*/ 24914 w 35331"/>
                      <a:gd name="connsiteY2" fmla="*/ 5541 h 5691"/>
                      <a:gd name="connsiteX3" fmla="*/ 19639 w 35331"/>
                      <a:gd name="connsiteY3" fmla="*/ 5674 h 5691"/>
                      <a:gd name="connsiteX4" fmla="*/ 0 w 35331"/>
                      <a:gd name="connsiteY4" fmla="*/ 0 h 5691"/>
                      <a:gd name="connsiteX5" fmla="*/ 18796 w 35331"/>
                      <a:gd name="connsiteY5" fmla="*/ 4610 h 5691"/>
                      <a:gd name="connsiteX6" fmla="*/ 35332 w 35331"/>
                      <a:gd name="connsiteY6" fmla="*/ 44 h 5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331" h="5691">
                        <a:moveTo>
                          <a:pt x="35332" y="44"/>
                        </a:moveTo>
                        <a:cubicBezTo>
                          <a:pt x="34401" y="1640"/>
                          <a:pt x="32406" y="3369"/>
                          <a:pt x="29613" y="4389"/>
                        </a:cubicBezTo>
                        <a:cubicBezTo>
                          <a:pt x="28239" y="4876"/>
                          <a:pt x="26643" y="5275"/>
                          <a:pt x="24914" y="5541"/>
                        </a:cubicBezTo>
                        <a:cubicBezTo>
                          <a:pt x="23274" y="5674"/>
                          <a:pt x="21501" y="5719"/>
                          <a:pt x="19639" y="5674"/>
                        </a:cubicBezTo>
                        <a:cubicBezTo>
                          <a:pt x="12324" y="5231"/>
                          <a:pt x="5098" y="2394"/>
                          <a:pt x="0" y="0"/>
                        </a:cubicBezTo>
                        <a:cubicBezTo>
                          <a:pt x="5630" y="2616"/>
                          <a:pt x="12147" y="4522"/>
                          <a:pt x="18796" y="4610"/>
                        </a:cubicBezTo>
                        <a:cubicBezTo>
                          <a:pt x="25402" y="4832"/>
                          <a:pt x="31608" y="2881"/>
                          <a:pt x="35332" y="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97" name="Forme libre : forme 22296">
                    <a:extLst>
                      <a:ext uri="{FF2B5EF4-FFF2-40B4-BE49-F238E27FC236}">
                        <a16:creationId xmlns:a16="http://schemas.microsoft.com/office/drawing/2014/main" id="{9B7B389D-89C2-4B37-87FE-6130D0F93D3D}"/>
                      </a:ext>
                    </a:extLst>
                  </p:cNvPr>
                  <p:cNvSpPr/>
                  <p:nvPr/>
                </p:nvSpPr>
                <p:spPr>
                  <a:xfrm>
                    <a:off x="4625852" y="1337642"/>
                    <a:ext cx="27352" cy="17821"/>
                  </a:xfrm>
                  <a:custGeom>
                    <a:avLst/>
                    <a:gdLst>
                      <a:gd name="connsiteX0" fmla="*/ 27352 w 27352"/>
                      <a:gd name="connsiteY0" fmla="*/ 17821 h 17821"/>
                      <a:gd name="connsiteX1" fmla="*/ 0 w 27352"/>
                      <a:gd name="connsiteY1" fmla="*/ 0 h 17821"/>
                      <a:gd name="connsiteX2" fmla="*/ 27352 w 27352"/>
                      <a:gd name="connsiteY2" fmla="*/ 17821 h 17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352" h="17821">
                        <a:moveTo>
                          <a:pt x="27352" y="17821"/>
                        </a:moveTo>
                        <a:cubicBezTo>
                          <a:pt x="19506" y="9265"/>
                          <a:pt x="9221" y="3502"/>
                          <a:pt x="0" y="0"/>
                        </a:cubicBezTo>
                        <a:cubicBezTo>
                          <a:pt x="8733" y="2882"/>
                          <a:pt x="19461" y="11615"/>
                          <a:pt x="27352" y="1782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98" name="Forme libre : forme 22297">
                    <a:extLst>
                      <a:ext uri="{FF2B5EF4-FFF2-40B4-BE49-F238E27FC236}">
                        <a16:creationId xmlns:a16="http://schemas.microsoft.com/office/drawing/2014/main" id="{B5BF9AFA-6AC5-449C-9439-C327E3F5306F}"/>
                      </a:ext>
                    </a:extLst>
                  </p:cNvPr>
                  <p:cNvSpPr/>
                  <p:nvPr/>
                </p:nvSpPr>
                <p:spPr>
                  <a:xfrm>
                    <a:off x="4652890" y="1376727"/>
                    <a:ext cx="11513" cy="12224"/>
                  </a:xfrm>
                  <a:custGeom>
                    <a:avLst/>
                    <a:gdLst>
                      <a:gd name="connsiteX0" fmla="*/ 11087 w 11513"/>
                      <a:gd name="connsiteY0" fmla="*/ 12161 h 12224"/>
                      <a:gd name="connsiteX1" fmla="*/ 3285 w 11513"/>
                      <a:gd name="connsiteY1" fmla="*/ 6487 h 12224"/>
                      <a:gd name="connsiteX2" fmla="*/ 669 w 11513"/>
                      <a:gd name="connsiteY2" fmla="*/ 15 h 12224"/>
                      <a:gd name="connsiteX3" fmla="*/ 7496 w 11513"/>
                      <a:gd name="connsiteY3" fmla="*/ 5734 h 12224"/>
                      <a:gd name="connsiteX4" fmla="*/ 11087 w 11513"/>
                      <a:gd name="connsiteY4" fmla="*/ 12161 h 12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13" h="12224">
                        <a:moveTo>
                          <a:pt x="11087" y="12161"/>
                        </a:moveTo>
                        <a:cubicBezTo>
                          <a:pt x="9225" y="12827"/>
                          <a:pt x="4570" y="8039"/>
                          <a:pt x="3285" y="6487"/>
                        </a:cubicBezTo>
                        <a:cubicBezTo>
                          <a:pt x="1910" y="4980"/>
                          <a:pt x="-1415" y="325"/>
                          <a:pt x="669" y="15"/>
                        </a:cubicBezTo>
                        <a:cubicBezTo>
                          <a:pt x="2708" y="-296"/>
                          <a:pt x="6255" y="4359"/>
                          <a:pt x="7496" y="5734"/>
                        </a:cubicBezTo>
                        <a:cubicBezTo>
                          <a:pt x="8604" y="7196"/>
                          <a:pt x="12860" y="11497"/>
                          <a:pt x="11087" y="1216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99" name="Forme libre : forme 22298">
                    <a:extLst>
                      <a:ext uri="{FF2B5EF4-FFF2-40B4-BE49-F238E27FC236}">
                        <a16:creationId xmlns:a16="http://schemas.microsoft.com/office/drawing/2014/main" id="{6124DC59-D810-4BE9-8F7E-57FF23E29DDC}"/>
                      </a:ext>
                    </a:extLst>
                  </p:cNvPr>
                  <p:cNvSpPr/>
                  <p:nvPr/>
                </p:nvSpPr>
                <p:spPr>
                  <a:xfrm>
                    <a:off x="4662595" y="1387066"/>
                    <a:ext cx="3714" cy="3166"/>
                  </a:xfrm>
                  <a:custGeom>
                    <a:avLst/>
                    <a:gdLst>
                      <a:gd name="connsiteX0" fmla="*/ 3687 w 3714"/>
                      <a:gd name="connsiteY0" fmla="*/ 2931 h 3166"/>
                      <a:gd name="connsiteX1" fmla="*/ 1515 w 3714"/>
                      <a:gd name="connsiteY1" fmla="*/ 2355 h 3166"/>
                      <a:gd name="connsiteX2" fmla="*/ 52 w 3714"/>
                      <a:gd name="connsiteY2" fmla="*/ 227 h 3166"/>
                      <a:gd name="connsiteX3" fmla="*/ 2091 w 3714"/>
                      <a:gd name="connsiteY3" fmla="*/ 892 h 3166"/>
                      <a:gd name="connsiteX4" fmla="*/ 3687 w 3714"/>
                      <a:gd name="connsiteY4" fmla="*/ 2931 h 3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4" h="3166">
                        <a:moveTo>
                          <a:pt x="3687" y="2931"/>
                        </a:moveTo>
                        <a:cubicBezTo>
                          <a:pt x="3466" y="3552"/>
                          <a:pt x="2136" y="2798"/>
                          <a:pt x="1515" y="2355"/>
                        </a:cubicBezTo>
                        <a:cubicBezTo>
                          <a:pt x="894" y="1911"/>
                          <a:pt x="-258" y="803"/>
                          <a:pt x="52" y="227"/>
                        </a:cubicBezTo>
                        <a:cubicBezTo>
                          <a:pt x="362" y="-394"/>
                          <a:pt x="1515" y="404"/>
                          <a:pt x="2091" y="892"/>
                        </a:cubicBezTo>
                        <a:cubicBezTo>
                          <a:pt x="2712" y="1291"/>
                          <a:pt x="3909" y="2310"/>
                          <a:pt x="3687" y="293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300" name="Forme libre : forme 22299">
                    <a:extLst>
                      <a:ext uri="{FF2B5EF4-FFF2-40B4-BE49-F238E27FC236}">
                        <a16:creationId xmlns:a16="http://schemas.microsoft.com/office/drawing/2014/main" id="{D55097E0-8758-475C-8103-819B7D649BF8}"/>
                      </a:ext>
                    </a:extLst>
                  </p:cNvPr>
                  <p:cNvSpPr/>
                  <p:nvPr/>
                </p:nvSpPr>
                <p:spPr>
                  <a:xfrm>
                    <a:off x="4659585" y="1369850"/>
                    <a:ext cx="25621" cy="30123"/>
                  </a:xfrm>
                  <a:custGeom>
                    <a:avLst/>
                    <a:gdLst>
                      <a:gd name="connsiteX0" fmla="*/ 18710 w 25621"/>
                      <a:gd name="connsiteY0" fmla="*/ 19304 h 30123"/>
                      <a:gd name="connsiteX1" fmla="*/ 25360 w 25621"/>
                      <a:gd name="connsiteY1" fmla="*/ 27594 h 30123"/>
                      <a:gd name="connsiteX2" fmla="*/ 22345 w 25621"/>
                      <a:gd name="connsiteY2" fmla="*/ 30077 h 30123"/>
                      <a:gd name="connsiteX3" fmla="*/ 17868 w 25621"/>
                      <a:gd name="connsiteY3" fmla="*/ 27417 h 30123"/>
                      <a:gd name="connsiteX4" fmla="*/ 8780 w 25621"/>
                      <a:gd name="connsiteY4" fmla="*/ 15802 h 30123"/>
                      <a:gd name="connsiteX5" fmla="*/ 2396 w 25621"/>
                      <a:gd name="connsiteY5" fmla="*/ 7247 h 30123"/>
                      <a:gd name="connsiteX6" fmla="*/ 1199 w 25621"/>
                      <a:gd name="connsiteY6" fmla="*/ 21 h 30123"/>
                      <a:gd name="connsiteX7" fmla="*/ 8869 w 25621"/>
                      <a:gd name="connsiteY7" fmla="*/ 4631 h 30123"/>
                      <a:gd name="connsiteX8" fmla="*/ 12371 w 25621"/>
                      <a:gd name="connsiteY8" fmla="*/ 8443 h 30123"/>
                      <a:gd name="connsiteX9" fmla="*/ 14765 w 25621"/>
                      <a:gd name="connsiteY9" fmla="*/ 11414 h 30123"/>
                      <a:gd name="connsiteX10" fmla="*/ 16892 w 25621"/>
                      <a:gd name="connsiteY10" fmla="*/ 15536 h 30123"/>
                      <a:gd name="connsiteX11" fmla="*/ 18710 w 25621"/>
                      <a:gd name="connsiteY11" fmla="*/ 19304 h 30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621" h="30123">
                        <a:moveTo>
                          <a:pt x="18710" y="19304"/>
                        </a:moveTo>
                        <a:cubicBezTo>
                          <a:pt x="21015" y="22363"/>
                          <a:pt x="23099" y="24536"/>
                          <a:pt x="25360" y="27594"/>
                        </a:cubicBezTo>
                        <a:cubicBezTo>
                          <a:pt x="26291" y="28658"/>
                          <a:pt x="24606" y="30432"/>
                          <a:pt x="22345" y="30077"/>
                        </a:cubicBezTo>
                        <a:cubicBezTo>
                          <a:pt x="20084" y="29811"/>
                          <a:pt x="18932" y="28703"/>
                          <a:pt x="17868" y="27417"/>
                        </a:cubicBezTo>
                        <a:cubicBezTo>
                          <a:pt x="14499" y="23693"/>
                          <a:pt x="11661" y="20103"/>
                          <a:pt x="8780" y="15802"/>
                        </a:cubicBezTo>
                        <a:cubicBezTo>
                          <a:pt x="7849" y="14561"/>
                          <a:pt x="4613" y="10882"/>
                          <a:pt x="2396" y="7247"/>
                        </a:cubicBezTo>
                        <a:cubicBezTo>
                          <a:pt x="180" y="3567"/>
                          <a:pt x="-1062" y="198"/>
                          <a:pt x="1199" y="21"/>
                        </a:cubicBezTo>
                        <a:cubicBezTo>
                          <a:pt x="3505" y="-245"/>
                          <a:pt x="6297" y="2104"/>
                          <a:pt x="8869" y="4631"/>
                        </a:cubicBezTo>
                        <a:cubicBezTo>
                          <a:pt x="10154" y="5961"/>
                          <a:pt x="11351" y="7158"/>
                          <a:pt x="12371" y="8443"/>
                        </a:cubicBezTo>
                        <a:cubicBezTo>
                          <a:pt x="13390" y="9552"/>
                          <a:pt x="14233" y="10616"/>
                          <a:pt x="14765" y="11414"/>
                        </a:cubicBezTo>
                        <a:cubicBezTo>
                          <a:pt x="15784" y="12877"/>
                          <a:pt x="16360" y="14206"/>
                          <a:pt x="16892" y="15536"/>
                        </a:cubicBezTo>
                        <a:cubicBezTo>
                          <a:pt x="17424" y="16778"/>
                          <a:pt x="17868" y="18019"/>
                          <a:pt x="18710" y="1930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04" name="Graphique 2">
                  <a:extLst>
                    <a:ext uri="{FF2B5EF4-FFF2-40B4-BE49-F238E27FC236}">
                      <a16:creationId xmlns:a16="http://schemas.microsoft.com/office/drawing/2014/main" id="{C400CCCD-D9E8-4C2E-9843-811914FCCB29}"/>
                    </a:ext>
                  </a:extLst>
                </p:cNvPr>
                <p:cNvGrpSpPr/>
                <p:nvPr/>
              </p:nvGrpSpPr>
              <p:grpSpPr>
                <a:xfrm>
                  <a:off x="4689415" y="1319695"/>
                  <a:ext cx="56628" cy="84149"/>
                  <a:chOff x="4689415" y="1319695"/>
                  <a:chExt cx="56628" cy="84149"/>
                </a:xfrm>
                <a:solidFill>
                  <a:schemeClr val="accent1"/>
                </a:solidFill>
              </p:grpSpPr>
              <p:sp>
                <p:nvSpPr>
                  <p:cNvPr id="22277" name="Forme libre : forme 22276">
                    <a:extLst>
                      <a:ext uri="{FF2B5EF4-FFF2-40B4-BE49-F238E27FC236}">
                        <a16:creationId xmlns:a16="http://schemas.microsoft.com/office/drawing/2014/main" id="{EBEB9523-B11E-47D7-B250-48772193007E}"/>
                      </a:ext>
                    </a:extLst>
                  </p:cNvPr>
                  <p:cNvSpPr/>
                  <p:nvPr/>
                </p:nvSpPr>
                <p:spPr>
                  <a:xfrm>
                    <a:off x="4689415" y="1319695"/>
                    <a:ext cx="56628" cy="84149"/>
                  </a:xfrm>
                  <a:custGeom>
                    <a:avLst/>
                    <a:gdLst>
                      <a:gd name="connsiteX0" fmla="*/ 52540 w 56628"/>
                      <a:gd name="connsiteY0" fmla="*/ 35502 h 84149"/>
                      <a:gd name="connsiteX1" fmla="*/ 47087 w 56628"/>
                      <a:gd name="connsiteY1" fmla="*/ 49289 h 84149"/>
                      <a:gd name="connsiteX2" fmla="*/ 43097 w 56628"/>
                      <a:gd name="connsiteY2" fmla="*/ 58643 h 84149"/>
                      <a:gd name="connsiteX3" fmla="*/ 38975 w 56628"/>
                      <a:gd name="connsiteY3" fmla="*/ 66268 h 84149"/>
                      <a:gd name="connsiteX4" fmla="*/ 21907 w 56628"/>
                      <a:gd name="connsiteY4" fmla="*/ 82006 h 84149"/>
                      <a:gd name="connsiteX5" fmla="*/ 3200 w 56628"/>
                      <a:gd name="connsiteY5" fmla="*/ 82493 h 84149"/>
                      <a:gd name="connsiteX6" fmla="*/ 806 w 56628"/>
                      <a:gd name="connsiteY6" fmla="*/ 72696 h 84149"/>
                      <a:gd name="connsiteX7" fmla="*/ 3953 w 56628"/>
                      <a:gd name="connsiteY7" fmla="*/ 61303 h 84149"/>
                      <a:gd name="connsiteX8" fmla="*/ 8564 w 56628"/>
                      <a:gd name="connsiteY8" fmla="*/ 48669 h 84149"/>
                      <a:gd name="connsiteX9" fmla="*/ 10869 w 56628"/>
                      <a:gd name="connsiteY9" fmla="*/ 43482 h 84149"/>
                      <a:gd name="connsiteX10" fmla="*/ 13573 w 56628"/>
                      <a:gd name="connsiteY10" fmla="*/ 36877 h 84149"/>
                      <a:gd name="connsiteX11" fmla="*/ 15213 w 56628"/>
                      <a:gd name="connsiteY11" fmla="*/ 32976 h 84149"/>
                      <a:gd name="connsiteX12" fmla="*/ 16986 w 56628"/>
                      <a:gd name="connsiteY12" fmla="*/ 28941 h 84149"/>
                      <a:gd name="connsiteX13" fmla="*/ 20134 w 56628"/>
                      <a:gd name="connsiteY13" fmla="*/ 22114 h 84149"/>
                      <a:gd name="connsiteX14" fmla="*/ 22705 w 56628"/>
                      <a:gd name="connsiteY14" fmla="*/ 17194 h 84149"/>
                      <a:gd name="connsiteX15" fmla="*/ 25764 w 56628"/>
                      <a:gd name="connsiteY15" fmla="*/ 13204 h 84149"/>
                      <a:gd name="connsiteX16" fmla="*/ 32103 w 56628"/>
                      <a:gd name="connsiteY16" fmla="*/ 7086 h 84149"/>
                      <a:gd name="connsiteX17" fmla="*/ 38797 w 56628"/>
                      <a:gd name="connsiteY17" fmla="*/ 2919 h 84149"/>
                      <a:gd name="connsiteX18" fmla="*/ 46289 w 56628"/>
                      <a:gd name="connsiteY18" fmla="*/ 304 h 84149"/>
                      <a:gd name="connsiteX19" fmla="*/ 55244 w 56628"/>
                      <a:gd name="connsiteY19" fmla="*/ 4426 h 84149"/>
                      <a:gd name="connsiteX20" fmla="*/ 52540 w 56628"/>
                      <a:gd name="connsiteY20" fmla="*/ 35502 h 8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56628" h="84149">
                        <a:moveTo>
                          <a:pt x="52540" y="35502"/>
                        </a:moveTo>
                        <a:cubicBezTo>
                          <a:pt x="51387" y="38916"/>
                          <a:pt x="49392" y="43837"/>
                          <a:pt x="47087" y="49289"/>
                        </a:cubicBezTo>
                        <a:cubicBezTo>
                          <a:pt x="45757" y="52525"/>
                          <a:pt x="44560" y="55673"/>
                          <a:pt x="43097" y="58643"/>
                        </a:cubicBezTo>
                        <a:cubicBezTo>
                          <a:pt x="41590" y="61569"/>
                          <a:pt x="40305" y="64229"/>
                          <a:pt x="38975" y="66268"/>
                        </a:cubicBezTo>
                        <a:cubicBezTo>
                          <a:pt x="34320" y="73937"/>
                          <a:pt x="28114" y="79257"/>
                          <a:pt x="21907" y="82006"/>
                        </a:cubicBezTo>
                        <a:cubicBezTo>
                          <a:pt x="15435" y="84754"/>
                          <a:pt x="8697" y="84798"/>
                          <a:pt x="3200" y="82493"/>
                        </a:cubicBezTo>
                        <a:cubicBezTo>
                          <a:pt x="-657" y="80631"/>
                          <a:pt x="-436" y="75489"/>
                          <a:pt x="806" y="72696"/>
                        </a:cubicBezTo>
                        <a:cubicBezTo>
                          <a:pt x="2712" y="68662"/>
                          <a:pt x="3022" y="64761"/>
                          <a:pt x="3953" y="61303"/>
                        </a:cubicBezTo>
                        <a:cubicBezTo>
                          <a:pt x="4840" y="57668"/>
                          <a:pt x="6170" y="53678"/>
                          <a:pt x="8564" y="48669"/>
                        </a:cubicBezTo>
                        <a:cubicBezTo>
                          <a:pt x="9184" y="47250"/>
                          <a:pt x="9938" y="45433"/>
                          <a:pt x="10869" y="43482"/>
                        </a:cubicBezTo>
                        <a:cubicBezTo>
                          <a:pt x="11755" y="41531"/>
                          <a:pt x="12598" y="39137"/>
                          <a:pt x="13573" y="36877"/>
                        </a:cubicBezTo>
                        <a:cubicBezTo>
                          <a:pt x="14149" y="35591"/>
                          <a:pt x="14681" y="34261"/>
                          <a:pt x="15213" y="32976"/>
                        </a:cubicBezTo>
                        <a:cubicBezTo>
                          <a:pt x="15834" y="31601"/>
                          <a:pt x="16410" y="30227"/>
                          <a:pt x="16986" y="28941"/>
                        </a:cubicBezTo>
                        <a:cubicBezTo>
                          <a:pt x="18183" y="26370"/>
                          <a:pt x="19247" y="24021"/>
                          <a:pt x="20134" y="22114"/>
                        </a:cubicBezTo>
                        <a:cubicBezTo>
                          <a:pt x="20976" y="20341"/>
                          <a:pt x="21819" y="18701"/>
                          <a:pt x="22705" y="17194"/>
                        </a:cubicBezTo>
                        <a:cubicBezTo>
                          <a:pt x="23725" y="15775"/>
                          <a:pt x="24744" y="14445"/>
                          <a:pt x="25764" y="13204"/>
                        </a:cubicBezTo>
                        <a:cubicBezTo>
                          <a:pt x="27848" y="10766"/>
                          <a:pt x="29931" y="8771"/>
                          <a:pt x="32103" y="7086"/>
                        </a:cubicBezTo>
                        <a:cubicBezTo>
                          <a:pt x="34276" y="5402"/>
                          <a:pt x="36403" y="4027"/>
                          <a:pt x="38797" y="2919"/>
                        </a:cubicBezTo>
                        <a:cubicBezTo>
                          <a:pt x="41236" y="1855"/>
                          <a:pt x="43718" y="1013"/>
                          <a:pt x="46289" y="304"/>
                        </a:cubicBezTo>
                        <a:cubicBezTo>
                          <a:pt x="49880" y="-760"/>
                          <a:pt x="54446" y="1057"/>
                          <a:pt x="55244" y="4426"/>
                        </a:cubicBezTo>
                        <a:cubicBezTo>
                          <a:pt x="57372" y="14179"/>
                          <a:pt x="57461" y="23400"/>
                          <a:pt x="52540" y="3550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78" name="Forme libre : forme 22277">
                    <a:extLst>
                      <a:ext uri="{FF2B5EF4-FFF2-40B4-BE49-F238E27FC236}">
                        <a16:creationId xmlns:a16="http://schemas.microsoft.com/office/drawing/2014/main" id="{74581F28-6ABE-4685-9D95-2B480BCD8C0E}"/>
                      </a:ext>
                    </a:extLst>
                  </p:cNvPr>
                  <p:cNvSpPr/>
                  <p:nvPr/>
                </p:nvSpPr>
                <p:spPr>
                  <a:xfrm>
                    <a:off x="4689688" y="1324032"/>
                    <a:ext cx="56149" cy="79807"/>
                  </a:xfrm>
                  <a:custGeom>
                    <a:avLst/>
                    <a:gdLst>
                      <a:gd name="connsiteX0" fmla="*/ 30056 w 56149"/>
                      <a:gd name="connsiteY0" fmla="*/ 51202 h 79807"/>
                      <a:gd name="connsiteX1" fmla="*/ 18264 w 56149"/>
                      <a:gd name="connsiteY1" fmla="*/ 68757 h 79807"/>
                      <a:gd name="connsiteX2" fmla="*/ 0 w 56149"/>
                      <a:gd name="connsiteY2" fmla="*/ 74520 h 79807"/>
                      <a:gd name="connsiteX3" fmla="*/ 2881 w 56149"/>
                      <a:gd name="connsiteY3" fmla="*/ 78111 h 79807"/>
                      <a:gd name="connsiteX4" fmla="*/ 8955 w 56149"/>
                      <a:gd name="connsiteY4" fmla="*/ 79707 h 79807"/>
                      <a:gd name="connsiteX5" fmla="*/ 28062 w 56149"/>
                      <a:gd name="connsiteY5" fmla="*/ 73855 h 79807"/>
                      <a:gd name="connsiteX6" fmla="*/ 33647 w 56149"/>
                      <a:gd name="connsiteY6" fmla="*/ 68669 h 79807"/>
                      <a:gd name="connsiteX7" fmla="*/ 38612 w 56149"/>
                      <a:gd name="connsiteY7" fmla="*/ 61930 h 79807"/>
                      <a:gd name="connsiteX8" fmla="*/ 41582 w 56149"/>
                      <a:gd name="connsiteY8" fmla="*/ 56522 h 79807"/>
                      <a:gd name="connsiteX9" fmla="*/ 44597 w 56149"/>
                      <a:gd name="connsiteY9" fmla="*/ 50094 h 79807"/>
                      <a:gd name="connsiteX10" fmla="*/ 47345 w 56149"/>
                      <a:gd name="connsiteY10" fmla="*/ 43356 h 79807"/>
                      <a:gd name="connsiteX11" fmla="*/ 51424 w 56149"/>
                      <a:gd name="connsiteY11" fmla="*/ 33204 h 79807"/>
                      <a:gd name="connsiteX12" fmla="*/ 52177 w 56149"/>
                      <a:gd name="connsiteY12" fmla="*/ 31120 h 79807"/>
                      <a:gd name="connsiteX13" fmla="*/ 54305 w 56149"/>
                      <a:gd name="connsiteY13" fmla="*/ 24914 h 79807"/>
                      <a:gd name="connsiteX14" fmla="*/ 55680 w 56149"/>
                      <a:gd name="connsiteY14" fmla="*/ 19195 h 79807"/>
                      <a:gd name="connsiteX15" fmla="*/ 56123 w 56149"/>
                      <a:gd name="connsiteY15" fmla="*/ 11748 h 79807"/>
                      <a:gd name="connsiteX16" fmla="*/ 55768 w 56149"/>
                      <a:gd name="connsiteY16" fmla="*/ 4743 h 79807"/>
                      <a:gd name="connsiteX17" fmla="*/ 54926 w 56149"/>
                      <a:gd name="connsiteY17" fmla="*/ 177 h 79807"/>
                      <a:gd name="connsiteX18" fmla="*/ 54882 w 56149"/>
                      <a:gd name="connsiteY18" fmla="*/ 0 h 79807"/>
                      <a:gd name="connsiteX19" fmla="*/ 50936 w 56149"/>
                      <a:gd name="connsiteY19" fmla="*/ 5852 h 79807"/>
                      <a:gd name="connsiteX20" fmla="*/ 47434 w 56149"/>
                      <a:gd name="connsiteY20" fmla="*/ 12014 h 79807"/>
                      <a:gd name="connsiteX21" fmla="*/ 40784 w 56149"/>
                      <a:gd name="connsiteY21" fmla="*/ 24559 h 79807"/>
                      <a:gd name="connsiteX22" fmla="*/ 35376 w 56149"/>
                      <a:gd name="connsiteY22" fmla="*/ 37593 h 79807"/>
                      <a:gd name="connsiteX23" fmla="*/ 30056 w 56149"/>
                      <a:gd name="connsiteY23" fmla="*/ 51202 h 79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56149" h="79807">
                        <a:moveTo>
                          <a:pt x="30056" y="51202"/>
                        </a:moveTo>
                        <a:cubicBezTo>
                          <a:pt x="27529" y="57497"/>
                          <a:pt x="23628" y="63925"/>
                          <a:pt x="18264" y="68757"/>
                        </a:cubicBezTo>
                        <a:cubicBezTo>
                          <a:pt x="13033" y="73634"/>
                          <a:pt x="5541" y="76294"/>
                          <a:pt x="0" y="74520"/>
                        </a:cubicBezTo>
                        <a:cubicBezTo>
                          <a:pt x="399" y="75983"/>
                          <a:pt x="1330" y="77446"/>
                          <a:pt x="2881" y="78111"/>
                        </a:cubicBezTo>
                        <a:cubicBezTo>
                          <a:pt x="4699" y="78820"/>
                          <a:pt x="6827" y="79441"/>
                          <a:pt x="8955" y="79707"/>
                        </a:cubicBezTo>
                        <a:cubicBezTo>
                          <a:pt x="15073" y="80283"/>
                          <a:pt x="21944" y="78377"/>
                          <a:pt x="28062" y="73855"/>
                        </a:cubicBezTo>
                        <a:cubicBezTo>
                          <a:pt x="30012" y="72392"/>
                          <a:pt x="31741" y="70663"/>
                          <a:pt x="33647" y="68669"/>
                        </a:cubicBezTo>
                        <a:cubicBezTo>
                          <a:pt x="35465" y="66674"/>
                          <a:pt x="36928" y="64457"/>
                          <a:pt x="38612" y="61930"/>
                        </a:cubicBezTo>
                        <a:cubicBezTo>
                          <a:pt x="39632" y="60423"/>
                          <a:pt x="40474" y="58606"/>
                          <a:pt x="41582" y="56522"/>
                        </a:cubicBezTo>
                        <a:cubicBezTo>
                          <a:pt x="42646" y="54527"/>
                          <a:pt x="43710" y="52355"/>
                          <a:pt x="44597" y="50094"/>
                        </a:cubicBezTo>
                        <a:cubicBezTo>
                          <a:pt x="45484" y="47877"/>
                          <a:pt x="46415" y="45616"/>
                          <a:pt x="47345" y="43356"/>
                        </a:cubicBezTo>
                        <a:cubicBezTo>
                          <a:pt x="48897" y="39676"/>
                          <a:pt x="50360" y="36041"/>
                          <a:pt x="51424" y="33204"/>
                        </a:cubicBezTo>
                        <a:cubicBezTo>
                          <a:pt x="51690" y="32450"/>
                          <a:pt x="51956" y="31741"/>
                          <a:pt x="52177" y="31120"/>
                        </a:cubicBezTo>
                        <a:cubicBezTo>
                          <a:pt x="52842" y="28859"/>
                          <a:pt x="53640" y="26865"/>
                          <a:pt x="54305" y="24914"/>
                        </a:cubicBezTo>
                        <a:cubicBezTo>
                          <a:pt x="54926" y="22963"/>
                          <a:pt x="55369" y="21057"/>
                          <a:pt x="55680" y="19195"/>
                        </a:cubicBezTo>
                        <a:cubicBezTo>
                          <a:pt x="56079" y="16668"/>
                          <a:pt x="56212" y="14186"/>
                          <a:pt x="56123" y="11748"/>
                        </a:cubicBezTo>
                        <a:cubicBezTo>
                          <a:pt x="56034" y="9309"/>
                          <a:pt x="56034" y="7093"/>
                          <a:pt x="55768" y="4743"/>
                        </a:cubicBezTo>
                        <a:cubicBezTo>
                          <a:pt x="55547" y="3236"/>
                          <a:pt x="55281" y="1729"/>
                          <a:pt x="54926" y="177"/>
                        </a:cubicBezTo>
                        <a:lnTo>
                          <a:pt x="54882" y="0"/>
                        </a:lnTo>
                        <a:lnTo>
                          <a:pt x="50936" y="5852"/>
                        </a:lnTo>
                        <a:cubicBezTo>
                          <a:pt x="49606" y="7802"/>
                          <a:pt x="48631" y="9930"/>
                          <a:pt x="47434" y="12014"/>
                        </a:cubicBezTo>
                        <a:cubicBezTo>
                          <a:pt x="45218" y="16181"/>
                          <a:pt x="42691" y="20215"/>
                          <a:pt x="40784" y="24559"/>
                        </a:cubicBezTo>
                        <a:cubicBezTo>
                          <a:pt x="38967" y="28904"/>
                          <a:pt x="37194" y="33248"/>
                          <a:pt x="35376" y="37593"/>
                        </a:cubicBezTo>
                        <a:cubicBezTo>
                          <a:pt x="33514" y="41937"/>
                          <a:pt x="32140" y="46769"/>
                          <a:pt x="30056" y="5120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79" name="Forme libre : forme 22278">
                    <a:extLst>
                      <a:ext uri="{FF2B5EF4-FFF2-40B4-BE49-F238E27FC236}">
                        <a16:creationId xmlns:a16="http://schemas.microsoft.com/office/drawing/2014/main" id="{0E8405EF-4E90-4937-9BD9-6FB7684A092F}"/>
                      </a:ext>
                    </a:extLst>
                  </p:cNvPr>
                  <p:cNvSpPr/>
                  <p:nvPr/>
                </p:nvSpPr>
                <p:spPr>
                  <a:xfrm>
                    <a:off x="4712247" y="1336465"/>
                    <a:ext cx="21751" cy="40740"/>
                  </a:xfrm>
                  <a:custGeom>
                    <a:avLst/>
                    <a:gdLst>
                      <a:gd name="connsiteX0" fmla="*/ 20442 w 21751"/>
                      <a:gd name="connsiteY0" fmla="*/ 202 h 40740"/>
                      <a:gd name="connsiteX1" fmla="*/ 20220 w 21751"/>
                      <a:gd name="connsiteY1" fmla="*/ 10398 h 40740"/>
                      <a:gd name="connsiteX2" fmla="*/ 16009 w 21751"/>
                      <a:gd name="connsiteY2" fmla="*/ 23210 h 40740"/>
                      <a:gd name="connsiteX3" fmla="*/ 13571 w 21751"/>
                      <a:gd name="connsiteY3" fmla="*/ 28352 h 40740"/>
                      <a:gd name="connsiteX4" fmla="*/ 9936 w 21751"/>
                      <a:gd name="connsiteY4" fmla="*/ 34780 h 40740"/>
                      <a:gd name="connsiteX5" fmla="*/ 1602 w 21751"/>
                      <a:gd name="connsiteY5" fmla="*/ 40499 h 40740"/>
                      <a:gd name="connsiteX6" fmla="*/ 1025 w 21751"/>
                      <a:gd name="connsiteY6" fmla="*/ 30968 h 40740"/>
                      <a:gd name="connsiteX7" fmla="*/ 5237 w 21751"/>
                      <a:gd name="connsiteY7" fmla="*/ 19087 h 40740"/>
                      <a:gd name="connsiteX8" fmla="*/ 11753 w 21751"/>
                      <a:gd name="connsiteY8" fmla="*/ 6719 h 40740"/>
                      <a:gd name="connsiteX9" fmla="*/ 20442 w 21751"/>
                      <a:gd name="connsiteY9" fmla="*/ 202 h 40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751" h="40740">
                        <a:moveTo>
                          <a:pt x="20442" y="202"/>
                        </a:moveTo>
                        <a:cubicBezTo>
                          <a:pt x="22570" y="1266"/>
                          <a:pt x="21816" y="5699"/>
                          <a:pt x="20220" y="10398"/>
                        </a:cubicBezTo>
                        <a:cubicBezTo>
                          <a:pt x="19024" y="15275"/>
                          <a:pt x="17117" y="20594"/>
                          <a:pt x="16009" y="23210"/>
                        </a:cubicBezTo>
                        <a:cubicBezTo>
                          <a:pt x="15477" y="24540"/>
                          <a:pt x="14635" y="26269"/>
                          <a:pt x="13571" y="28352"/>
                        </a:cubicBezTo>
                        <a:cubicBezTo>
                          <a:pt x="12507" y="30480"/>
                          <a:pt x="11266" y="32741"/>
                          <a:pt x="9936" y="34780"/>
                        </a:cubicBezTo>
                        <a:cubicBezTo>
                          <a:pt x="7099" y="38770"/>
                          <a:pt x="3862" y="41607"/>
                          <a:pt x="1602" y="40499"/>
                        </a:cubicBezTo>
                        <a:cubicBezTo>
                          <a:pt x="-704" y="39346"/>
                          <a:pt x="-172" y="35268"/>
                          <a:pt x="1025" y="30968"/>
                        </a:cubicBezTo>
                        <a:cubicBezTo>
                          <a:pt x="2045" y="26579"/>
                          <a:pt x="3951" y="21747"/>
                          <a:pt x="5237" y="19087"/>
                        </a:cubicBezTo>
                        <a:cubicBezTo>
                          <a:pt x="6434" y="16516"/>
                          <a:pt x="8960" y="11196"/>
                          <a:pt x="11753" y="6719"/>
                        </a:cubicBezTo>
                        <a:cubicBezTo>
                          <a:pt x="14945" y="2419"/>
                          <a:pt x="18314" y="-862"/>
                          <a:pt x="20442" y="20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80" name="Forme libre : forme 22279">
                    <a:extLst>
                      <a:ext uri="{FF2B5EF4-FFF2-40B4-BE49-F238E27FC236}">
                        <a16:creationId xmlns:a16="http://schemas.microsoft.com/office/drawing/2014/main" id="{8BD4C6FB-8F25-4715-8D41-B4CC0D5C26F5}"/>
                      </a:ext>
                    </a:extLst>
                  </p:cNvPr>
                  <p:cNvSpPr/>
                  <p:nvPr/>
                </p:nvSpPr>
                <p:spPr>
                  <a:xfrm>
                    <a:off x="4712245" y="1350720"/>
                    <a:ext cx="19026" cy="26434"/>
                  </a:xfrm>
                  <a:custGeom>
                    <a:avLst/>
                    <a:gdLst>
                      <a:gd name="connsiteX0" fmla="*/ 1383 w 19026"/>
                      <a:gd name="connsiteY0" fmla="*/ 15870 h 26434"/>
                      <a:gd name="connsiteX1" fmla="*/ 1516 w 19026"/>
                      <a:gd name="connsiteY1" fmla="*/ 26377 h 26434"/>
                      <a:gd name="connsiteX2" fmla="*/ 9938 w 19026"/>
                      <a:gd name="connsiteY2" fmla="*/ 20481 h 26434"/>
                      <a:gd name="connsiteX3" fmla="*/ 13485 w 19026"/>
                      <a:gd name="connsiteY3" fmla="*/ 14319 h 26434"/>
                      <a:gd name="connsiteX4" fmla="*/ 16145 w 19026"/>
                      <a:gd name="connsiteY4" fmla="*/ 8733 h 26434"/>
                      <a:gd name="connsiteX5" fmla="*/ 19026 w 19026"/>
                      <a:gd name="connsiteY5" fmla="*/ 0 h 26434"/>
                      <a:gd name="connsiteX6" fmla="*/ 16810 w 19026"/>
                      <a:gd name="connsiteY6" fmla="*/ 4389 h 26434"/>
                      <a:gd name="connsiteX7" fmla="*/ 1383 w 19026"/>
                      <a:gd name="connsiteY7" fmla="*/ 15870 h 2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26" h="26434">
                        <a:moveTo>
                          <a:pt x="1383" y="15870"/>
                        </a:moveTo>
                        <a:cubicBezTo>
                          <a:pt x="1205" y="18708"/>
                          <a:pt x="-1721" y="25712"/>
                          <a:pt x="1516" y="26377"/>
                        </a:cubicBezTo>
                        <a:cubicBezTo>
                          <a:pt x="4131" y="26865"/>
                          <a:pt x="7234" y="24205"/>
                          <a:pt x="9938" y="20481"/>
                        </a:cubicBezTo>
                        <a:cubicBezTo>
                          <a:pt x="11224" y="18575"/>
                          <a:pt x="12421" y="16447"/>
                          <a:pt x="13485" y="14319"/>
                        </a:cubicBezTo>
                        <a:cubicBezTo>
                          <a:pt x="14549" y="12191"/>
                          <a:pt x="15435" y="10418"/>
                          <a:pt x="16145" y="8733"/>
                        </a:cubicBezTo>
                        <a:cubicBezTo>
                          <a:pt x="16987" y="6827"/>
                          <a:pt x="18494" y="2350"/>
                          <a:pt x="19026" y="0"/>
                        </a:cubicBezTo>
                        <a:cubicBezTo>
                          <a:pt x="18450" y="1241"/>
                          <a:pt x="17563" y="3325"/>
                          <a:pt x="16810" y="4389"/>
                        </a:cubicBezTo>
                        <a:cubicBezTo>
                          <a:pt x="12421" y="10240"/>
                          <a:pt x="6614" y="17821"/>
                          <a:pt x="1383" y="1587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81" name="Forme libre : forme 22280">
                    <a:extLst>
                      <a:ext uri="{FF2B5EF4-FFF2-40B4-BE49-F238E27FC236}">
                        <a16:creationId xmlns:a16="http://schemas.microsoft.com/office/drawing/2014/main" id="{6B597B21-9E46-4F02-92BA-BA30ECCB110F}"/>
                      </a:ext>
                    </a:extLst>
                  </p:cNvPr>
                  <p:cNvSpPr/>
                  <p:nvPr/>
                </p:nvSpPr>
                <p:spPr>
                  <a:xfrm>
                    <a:off x="4714381" y="1334654"/>
                    <a:ext cx="21497" cy="40942"/>
                  </a:xfrm>
                  <a:custGeom>
                    <a:avLst/>
                    <a:gdLst>
                      <a:gd name="connsiteX0" fmla="*/ 20481 w 21497"/>
                      <a:gd name="connsiteY0" fmla="*/ 461 h 40942"/>
                      <a:gd name="connsiteX1" fmla="*/ 20082 w 21497"/>
                      <a:gd name="connsiteY1" fmla="*/ 11145 h 40942"/>
                      <a:gd name="connsiteX2" fmla="*/ 16004 w 21497"/>
                      <a:gd name="connsiteY2" fmla="*/ 23646 h 40942"/>
                      <a:gd name="connsiteX3" fmla="*/ 13610 w 21497"/>
                      <a:gd name="connsiteY3" fmla="*/ 28789 h 40942"/>
                      <a:gd name="connsiteX4" fmla="*/ 10019 w 21497"/>
                      <a:gd name="connsiteY4" fmla="*/ 34995 h 40942"/>
                      <a:gd name="connsiteX5" fmla="*/ 1685 w 21497"/>
                      <a:gd name="connsiteY5" fmla="*/ 40758 h 40942"/>
                      <a:gd name="connsiteX6" fmla="*/ 975 w 21497"/>
                      <a:gd name="connsiteY6" fmla="*/ 31183 h 40942"/>
                      <a:gd name="connsiteX7" fmla="*/ 5231 w 21497"/>
                      <a:gd name="connsiteY7" fmla="*/ 19258 h 40942"/>
                      <a:gd name="connsiteX8" fmla="*/ 12014 w 21497"/>
                      <a:gd name="connsiteY8" fmla="*/ 6579 h 40942"/>
                      <a:gd name="connsiteX9" fmla="*/ 20481 w 21497"/>
                      <a:gd name="connsiteY9" fmla="*/ 461 h 40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497" h="40942">
                        <a:moveTo>
                          <a:pt x="20481" y="461"/>
                        </a:moveTo>
                        <a:cubicBezTo>
                          <a:pt x="22210" y="2190"/>
                          <a:pt x="21501" y="6579"/>
                          <a:pt x="20082" y="11145"/>
                        </a:cubicBezTo>
                        <a:cubicBezTo>
                          <a:pt x="18664" y="15711"/>
                          <a:pt x="17156" y="20854"/>
                          <a:pt x="16004" y="23646"/>
                        </a:cubicBezTo>
                        <a:cubicBezTo>
                          <a:pt x="15472" y="25065"/>
                          <a:pt x="14629" y="26883"/>
                          <a:pt x="13610" y="28789"/>
                        </a:cubicBezTo>
                        <a:cubicBezTo>
                          <a:pt x="12590" y="30695"/>
                          <a:pt x="11349" y="33089"/>
                          <a:pt x="10019" y="34995"/>
                        </a:cubicBezTo>
                        <a:cubicBezTo>
                          <a:pt x="7492" y="38985"/>
                          <a:pt x="4034" y="41689"/>
                          <a:pt x="1685" y="40758"/>
                        </a:cubicBezTo>
                        <a:cubicBezTo>
                          <a:pt x="-842" y="39739"/>
                          <a:pt x="-44" y="35749"/>
                          <a:pt x="975" y="31183"/>
                        </a:cubicBezTo>
                        <a:cubicBezTo>
                          <a:pt x="1995" y="26705"/>
                          <a:pt x="4212" y="21652"/>
                          <a:pt x="5231" y="19258"/>
                        </a:cubicBezTo>
                        <a:cubicBezTo>
                          <a:pt x="6384" y="16908"/>
                          <a:pt x="8733" y="11012"/>
                          <a:pt x="12014" y="6579"/>
                        </a:cubicBezTo>
                        <a:cubicBezTo>
                          <a:pt x="15339" y="2102"/>
                          <a:pt x="18708" y="-1268"/>
                          <a:pt x="20481" y="46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82" name="Forme libre : forme 22281">
                    <a:extLst>
                      <a:ext uri="{FF2B5EF4-FFF2-40B4-BE49-F238E27FC236}">
                        <a16:creationId xmlns:a16="http://schemas.microsoft.com/office/drawing/2014/main" id="{7373FCF7-E5A6-49AF-9FA4-A6B8D36EE757}"/>
                      </a:ext>
                    </a:extLst>
                  </p:cNvPr>
                  <p:cNvSpPr/>
                  <p:nvPr/>
                </p:nvSpPr>
                <p:spPr>
                  <a:xfrm>
                    <a:off x="4698732" y="1348233"/>
                    <a:ext cx="37618" cy="46370"/>
                  </a:xfrm>
                  <a:custGeom>
                    <a:avLst/>
                    <a:gdLst>
                      <a:gd name="connsiteX0" fmla="*/ 2660 w 37618"/>
                      <a:gd name="connsiteY0" fmla="*/ 45310 h 46370"/>
                      <a:gd name="connsiteX1" fmla="*/ 10994 w 37618"/>
                      <a:gd name="connsiteY1" fmla="*/ 45133 h 46370"/>
                      <a:gd name="connsiteX2" fmla="*/ 29790 w 37618"/>
                      <a:gd name="connsiteY2" fmla="*/ 29795 h 46370"/>
                      <a:gd name="connsiteX3" fmla="*/ 35110 w 37618"/>
                      <a:gd name="connsiteY3" fmla="*/ 18623 h 46370"/>
                      <a:gd name="connsiteX4" fmla="*/ 37460 w 37618"/>
                      <a:gd name="connsiteY4" fmla="*/ 9269 h 46370"/>
                      <a:gd name="connsiteX5" fmla="*/ 34401 w 37618"/>
                      <a:gd name="connsiteY5" fmla="*/ 4 h 46370"/>
                      <a:gd name="connsiteX6" fmla="*/ 29347 w 37618"/>
                      <a:gd name="connsiteY6" fmla="*/ 5058 h 46370"/>
                      <a:gd name="connsiteX7" fmla="*/ 16048 w 37618"/>
                      <a:gd name="connsiteY7" fmla="*/ 19776 h 46370"/>
                      <a:gd name="connsiteX8" fmla="*/ 8600 w 37618"/>
                      <a:gd name="connsiteY8" fmla="*/ 25140 h 46370"/>
                      <a:gd name="connsiteX9" fmla="*/ 2128 w 37618"/>
                      <a:gd name="connsiteY9" fmla="*/ 32055 h 46370"/>
                      <a:gd name="connsiteX10" fmla="*/ 1197 w 37618"/>
                      <a:gd name="connsiteY10" fmla="*/ 34095 h 46370"/>
                      <a:gd name="connsiteX11" fmla="*/ 488 w 37618"/>
                      <a:gd name="connsiteY11" fmla="*/ 35957 h 46370"/>
                      <a:gd name="connsiteX12" fmla="*/ 0 w 37618"/>
                      <a:gd name="connsiteY12" fmla="*/ 39725 h 46370"/>
                      <a:gd name="connsiteX13" fmla="*/ 2660 w 37618"/>
                      <a:gd name="connsiteY13" fmla="*/ 45310 h 46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7618" h="46370">
                        <a:moveTo>
                          <a:pt x="2660" y="45310"/>
                        </a:moveTo>
                        <a:cubicBezTo>
                          <a:pt x="5497" y="46773"/>
                          <a:pt x="7093" y="46729"/>
                          <a:pt x="10994" y="45133"/>
                        </a:cubicBezTo>
                        <a:cubicBezTo>
                          <a:pt x="18353" y="42030"/>
                          <a:pt x="24515" y="38084"/>
                          <a:pt x="29790" y="29795"/>
                        </a:cubicBezTo>
                        <a:cubicBezTo>
                          <a:pt x="32140" y="26337"/>
                          <a:pt x="33692" y="22436"/>
                          <a:pt x="35110" y="18623"/>
                        </a:cubicBezTo>
                        <a:cubicBezTo>
                          <a:pt x="36307" y="15431"/>
                          <a:pt x="37105" y="12195"/>
                          <a:pt x="37460" y="9269"/>
                        </a:cubicBezTo>
                        <a:cubicBezTo>
                          <a:pt x="37947" y="4925"/>
                          <a:pt x="37415" y="182"/>
                          <a:pt x="34401" y="4"/>
                        </a:cubicBezTo>
                        <a:cubicBezTo>
                          <a:pt x="32539" y="-129"/>
                          <a:pt x="31120" y="2930"/>
                          <a:pt x="29347" y="5058"/>
                        </a:cubicBezTo>
                        <a:cubicBezTo>
                          <a:pt x="25180" y="10023"/>
                          <a:pt x="21235" y="15387"/>
                          <a:pt x="16048" y="19776"/>
                        </a:cubicBezTo>
                        <a:cubicBezTo>
                          <a:pt x="13743" y="21593"/>
                          <a:pt x="10994" y="23145"/>
                          <a:pt x="8600" y="25140"/>
                        </a:cubicBezTo>
                        <a:cubicBezTo>
                          <a:pt x="5985" y="26913"/>
                          <a:pt x="3901" y="29218"/>
                          <a:pt x="2128" y="32055"/>
                        </a:cubicBezTo>
                        <a:cubicBezTo>
                          <a:pt x="1729" y="32720"/>
                          <a:pt x="1463" y="33430"/>
                          <a:pt x="1197" y="34095"/>
                        </a:cubicBezTo>
                        <a:cubicBezTo>
                          <a:pt x="887" y="34715"/>
                          <a:pt x="665" y="35336"/>
                          <a:pt x="488" y="35957"/>
                        </a:cubicBezTo>
                        <a:cubicBezTo>
                          <a:pt x="133" y="37198"/>
                          <a:pt x="0" y="38572"/>
                          <a:pt x="0" y="39725"/>
                        </a:cubicBezTo>
                        <a:cubicBezTo>
                          <a:pt x="44" y="41986"/>
                          <a:pt x="754" y="44246"/>
                          <a:pt x="2660" y="4531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83" name="Forme libre : forme 22282">
                    <a:extLst>
                      <a:ext uri="{FF2B5EF4-FFF2-40B4-BE49-F238E27FC236}">
                        <a16:creationId xmlns:a16="http://schemas.microsoft.com/office/drawing/2014/main" id="{BB5A2124-DC10-4C13-B689-5D27075CF10D}"/>
                      </a:ext>
                    </a:extLst>
                  </p:cNvPr>
                  <p:cNvSpPr/>
                  <p:nvPr/>
                </p:nvSpPr>
                <p:spPr>
                  <a:xfrm>
                    <a:off x="4704482" y="1366231"/>
                    <a:ext cx="7106" cy="16458"/>
                  </a:xfrm>
                  <a:custGeom>
                    <a:avLst/>
                    <a:gdLst>
                      <a:gd name="connsiteX0" fmla="*/ 146 w 7106"/>
                      <a:gd name="connsiteY0" fmla="*/ 14234 h 16458"/>
                      <a:gd name="connsiteX1" fmla="*/ 190 w 7106"/>
                      <a:gd name="connsiteY1" fmla="*/ 16185 h 16458"/>
                      <a:gd name="connsiteX2" fmla="*/ 1830 w 7106"/>
                      <a:gd name="connsiteY2" fmla="*/ 15830 h 16458"/>
                      <a:gd name="connsiteX3" fmla="*/ 3603 w 7106"/>
                      <a:gd name="connsiteY3" fmla="*/ 13215 h 16458"/>
                      <a:gd name="connsiteX4" fmla="*/ 6529 w 7106"/>
                      <a:gd name="connsiteY4" fmla="*/ 5945 h 16458"/>
                      <a:gd name="connsiteX5" fmla="*/ 7106 w 7106"/>
                      <a:gd name="connsiteY5" fmla="*/ 3152 h 16458"/>
                      <a:gd name="connsiteX6" fmla="*/ 2850 w 7106"/>
                      <a:gd name="connsiteY6" fmla="*/ 2930 h 16458"/>
                      <a:gd name="connsiteX7" fmla="*/ 146 w 7106"/>
                      <a:gd name="connsiteY7" fmla="*/ 14234 h 16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106" h="16458">
                        <a:moveTo>
                          <a:pt x="146" y="14234"/>
                        </a:moveTo>
                        <a:cubicBezTo>
                          <a:pt x="13" y="15032"/>
                          <a:pt x="-120" y="15653"/>
                          <a:pt x="190" y="16185"/>
                        </a:cubicBezTo>
                        <a:cubicBezTo>
                          <a:pt x="500" y="16717"/>
                          <a:pt x="1165" y="16407"/>
                          <a:pt x="1830" y="15830"/>
                        </a:cubicBezTo>
                        <a:cubicBezTo>
                          <a:pt x="2540" y="15254"/>
                          <a:pt x="3205" y="14146"/>
                          <a:pt x="3603" y="13215"/>
                        </a:cubicBezTo>
                        <a:cubicBezTo>
                          <a:pt x="4756" y="10865"/>
                          <a:pt x="5953" y="8427"/>
                          <a:pt x="6529" y="5945"/>
                        </a:cubicBezTo>
                        <a:cubicBezTo>
                          <a:pt x="6795" y="4925"/>
                          <a:pt x="7106" y="4038"/>
                          <a:pt x="7106" y="3152"/>
                        </a:cubicBezTo>
                        <a:cubicBezTo>
                          <a:pt x="7150" y="-528"/>
                          <a:pt x="4667" y="-1459"/>
                          <a:pt x="2850" y="2930"/>
                        </a:cubicBezTo>
                        <a:cubicBezTo>
                          <a:pt x="1520" y="6388"/>
                          <a:pt x="678" y="10777"/>
                          <a:pt x="146" y="1423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84" name="Forme libre : forme 22283">
                    <a:extLst>
                      <a:ext uri="{FF2B5EF4-FFF2-40B4-BE49-F238E27FC236}">
                        <a16:creationId xmlns:a16="http://schemas.microsoft.com/office/drawing/2014/main" id="{673F9C15-8F40-4F0C-B767-236F13CA480F}"/>
                      </a:ext>
                    </a:extLst>
                  </p:cNvPr>
                  <p:cNvSpPr/>
                  <p:nvPr/>
                </p:nvSpPr>
                <p:spPr>
                  <a:xfrm>
                    <a:off x="4741644" y="1324609"/>
                    <a:ext cx="2586" cy="29391"/>
                  </a:xfrm>
                  <a:custGeom>
                    <a:avLst/>
                    <a:gdLst>
                      <a:gd name="connsiteX0" fmla="*/ 1241 w 2586"/>
                      <a:gd name="connsiteY0" fmla="*/ 0 h 29391"/>
                      <a:gd name="connsiteX1" fmla="*/ 0 w 2586"/>
                      <a:gd name="connsiteY1" fmla="*/ 29391 h 29391"/>
                      <a:gd name="connsiteX2" fmla="*/ 1286 w 2586"/>
                      <a:gd name="connsiteY2" fmla="*/ 14452 h 29391"/>
                      <a:gd name="connsiteX3" fmla="*/ 1286 w 2586"/>
                      <a:gd name="connsiteY3" fmla="*/ 6871 h 29391"/>
                      <a:gd name="connsiteX4" fmla="*/ 1241 w 2586"/>
                      <a:gd name="connsiteY4" fmla="*/ 0 h 29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6" h="29391">
                        <a:moveTo>
                          <a:pt x="1241" y="0"/>
                        </a:moveTo>
                        <a:cubicBezTo>
                          <a:pt x="4300" y="6694"/>
                          <a:pt x="1374" y="20836"/>
                          <a:pt x="0" y="29391"/>
                        </a:cubicBezTo>
                        <a:cubicBezTo>
                          <a:pt x="621" y="24648"/>
                          <a:pt x="1286" y="19639"/>
                          <a:pt x="1286" y="14452"/>
                        </a:cubicBezTo>
                        <a:cubicBezTo>
                          <a:pt x="1374" y="11881"/>
                          <a:pt x="1197" y="9265"/>
                          <a:pt x="1286" y="6871"/>
                        </a:cubicBezTo>
                        <a:cubicBezTo>
                          <a:pt x="1330" y="4433"/>
                          <a:pt x="1330" y="2128"/>
                          <a:pt x="1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85" name="Forme libre : forme 22284">
                    <a:extLst>
                      <a:ext uri="{FF2B5EF4-FFF2-40B4-BE49-F238E27FC236}">
                        <a16:creationId xmlns:a16="http://schemas.microsoft.com/office/drawing/2014/main" id="{6CA703B2-43BC-44F4-868F-54493C7E6104}"/>
                      </a:ext>
                    </a:extLst>
                  </p:cNvPr>
                  <p:cNvSpPr/>
                  <p:nvPr/>
                </p:nvSpPr>
                <p:spPr>
                  <a:xfrm>
                    <a:off x="4690930" y="1368097"/>
                    <a:ext cx="8467" cy="25002"/>
                  </a:xfrm>
                  <a:custGeom>
                    <a:avLst/>
                    <a:gdLst>
                      <a:gd name="connsiteX0" fmla="*/ 8467 w 8467"/>
                      <a:gd name="connsiteY0" fmla="*/ 0 h 25002"/>
                      <a:gd name="connsiteX1" fmla="*/ 4167 w 8467"/>
                      <a:gd name="connsiteY1" fmla="*/ 13211 h 25002"/>
                      <a:gd name="connsiteX2" fmla="*/ 0 w 8467"/>
                      <a:gd name="connsiteY2" fmla="*/ 25003 h 25002"/>
                      <a:gd name="connsiteX3" fmla="*/ 4743 w 8467"/>
                      <a:gd name="connsiteY3" fmla="*/ 13388 h 25002"/>
                      <a:gd name="connsiteX4" fmla="*/ 6738 w 8467"/>
                      <a:gd name="connsiteY4" fmla="*/ 6783 h 25002"/>
                      <a:gd name="connsiteX5" fmla="*/ 8467 w 8467"/>
                      <a:gd name="connsiteY5" fmla="*/ 0 h 25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67" h="25002">
                        <a:moveTo>
                          <a:pt x="8467" y="0"/>
                        </a:moveTo>
                        <a:cubicBezTo>
                          <a:pt x="6384" y="4566"/>
                          <a:pt x="5275" y="9221"/>
                          <a:pt x="4167" y="13211"/>
                        </a:cubicBezTo>
                        <a:cubicBezTo>
                          <a:pt x="3103" y="17289"/>
                          <a:pt x="2217" y="21456"/>
                          <a:pt x="0" y="25003"/>
                        </a:cubicBezTo>
                        <a:cubicBezTo>
                          <a:pt x="1906" y="21589"/>
                          <a:pt x="3369" y="17644"/>
                          <a:pt x="4743" y="13388"/>
                        </a:cubicBezTo>
                        <a:cubicBezTo>
                          <a:pt x="5497" y="11393"/>
                          <a:pt x="6029" y="8866"/>
                          <a:pt x="6738" y="6783"/>
                        </a:cubicBezTo>
                        <a:cubicBezTo>
                          <a:pt x="7359" y="4389"/>
                          <a:pt x="7935" y="2084"/>
                          <a:pt x="846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86" name="Forme libre : forme 22285">
                    <a:extLst>
                      <a:ext uri="{FF2B5EF4-FFF2-40B4-BE49-F238E27FC236}">
                        <a16:creationId xmlns:a16="http://schemas.microsoft.com/office/drawing/2014/main" id="{C5BA092E-BF40-4AC8-BDFE-AEA8CE244B42}"/>
                      </a:ext>
                    </a:extLst>
                  </p:cNvPr>
                  <p:cNvSpPr/>
                  <p:nvPr/>
                </p:nvSpPr>
                <p:spPr>
                  <a:xfrm>
                    <a:off x="4718054" y="1344669"/>
                    <a:ext cx="8730" cy="14880"/>
                  </a:xfrm>
                  <a:custGeom>
                    <a:avLst/>
                    <a:gdLst>
                      <a:gd name="connsiteX0" fmla="*/ 8518 w 8730"/>
                      <a:gd name="connsiteY0" fmla="*/ 332 h 14880"/>
                      <a:gd name="connsiteX1" fmla="*/ 5371 w 8730"/>
                      <a:gd name="connsiteY1" fmla="*/ 9553 h 14880"/>
                      <a:gd name="connsiteX2" fmla="*/ 228 w 8730"/>
                      <a:gd name="connsiteY2" fmla="*/ 14518 h 14880"/>
                      <a:gd name="connsiteX3" fmla="*/ 3331 w 8730"/>
                      <a:gd name="connsiteY3" fmla="*/ 5785 h 14880"/>
                      <a:gd name="connsiteX4" fmla="*/ 8518 w 8730"/>
                      <a:gd name="connsiteY4" fmla="*/ 332 h 14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0" h="14880">
                        <a:moveTo>
                          <a:pt x="8518" y="332"/>
                        </a:moveTo>
                        <a:cubicBezTo>
                          <a:pt x="9582" y="2017"/>
                          <a:pt x="6346" y="7780"/>
                          <a:pt x="5371" y="9553"/>
                        </a:cubicBezTo>
                        <a:cubicBezTo>
                          <a:pt x="4395" y="11326"/>
                          <a:pt x="1337" y="16247"/>
                          <a:pt x="228" y="14518"/>
                        </a:cubicBezTo>
                        <a:cubicBezTo>
                          <a:pt x="-880" y="12789"/>
                          <a:pt x="2356" y="7425"/>
                          <a:pt x="3331" y="5785"/>
                        </a:cubicBezTo>
                        <a:cubicBezTo>
                          <a:pt x="4262" y="4100"/>
                          <a:pt x="7499" y="-1397"/>
                          <a:pt x="8518" y="33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87" name="Forme libre : forme 22286">
                    <a:extLst>
                      <a:ext uri="{FF2B5EF4-FFF2-40B4-BE49-F238E27FC236}">
                        <a16:creationId xmlns:a16="http://schemas.microsoft.com/office/drawing/2014/main" id="{46905F6E-EA1A-4EEE-9168-812893597A43}"/>
                      </a:ext>
                    </a:extLst>
                  </p:cNvPr>
                  <p:cNvSpPr/>
                  <p:nvPr/>
                </p:nvSpPr>
                <p:spPr>
                  <a:xfrm>
                    <a:off x="4725043" y="1342509"/>
                    <a:ext cx="2621" cy="4273"/>
                  </a:xfrm>
                  <a:custGeom>
                    <a:avLst/>
                    <a:gdLst>
                      <a:gd name="connsiteX0" fmla="*/ 2327 w 2621"/>
                      <a:gd name="connsiteY0" fmla="*/ 9 h 4273"/>
                      <a:gd name="connsiteX1" fmla="*/ 2017 w 2621"/>
                      <a:gd name="connsiteY1" fmla="*/ 2270 h 4273"/>
                      <a:gd name="connsiteX2" fmla="*/ 332 w 2621"/>
                      <a:gd name="connsiteY2" fmla="*/ 4265 h 4273"/>
                      <a:gd name="connsiteX3" fmla="*/ 465 w 2621"/>
                      <a:gd name="connsiteY3" fmla="*/ 2004 h 4273"/>
                      <a:gd name="connsiteX4" fmla="*/ 2327 w 2621"/>
                      <a:gd name="connsiteY4" fmla="*/ 9 h 4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21" h="4273">
                        <a:moveTo>
                          <a:pt x="2327" y="9"/>
                        </a:moveTo>
                        <a:cubicBezTo>
                          <a:pt x="2992" y="142"/>
                          <a:pt x="2371" y="1561"/>
                          <a:pt x="2017" y="2270"/>
                        </a:cubicBezTo>
                        <a:cubicBezTo>
                          <a:pt x="1706" y="2979"/>
                          <a:pt x="997" y="4398"/>
                          <a:pt x="332" y="4265"/>
                        </a:cubicBezTo>
                        <a:cubicBezTo>
                          <a:pt x="-333" y="4132"/>
                          <a:pt x="155" y="2713"/>
                          <a:pt x="465" y="2004"/>
                        </a:cubicBezTo>
                        <a:cubicBezTo>
                          <a:pt x="731" y="1250"/>
                          <a:pt x="1706" y="-124"/>
                          <a:pt x="2327" y="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88" name="Forme libre : forme 22287">
                    <a:extLst>
                      <a:ext uri="{FF2B5EF4-FFF2-40B4-BE49-F238E27FC236}">
                        <a16:creationId xmlns:a16="http://schemas.microsoft.com/office/drawing/2014/main" id="{1F4F67BA-174F-4C14-9B97-326105A6D61F}"/>
                      </a:ext>
                    </a:extLst>
                  </p:cNvPr>
                  <p:cNvSpPr/>
                  <p:nvPr/>
                </p:nvSpPr>
                <p:spPr>
                  <a:xfrm>
                    <a:off x="4708671" y="1324071"/>
                    <a:ext cx="30976" cy="32147"/>
                  </a:xfrm>
                  <a:custGeom>
                    <a:avLst/>
                    <a:gdLst>
                      <a:gd name="connsiteX0" fmla="*/ 18432 w 30976"/>
                      <a:gd name="connsiteY0" fmla="*/ 5104 h 32147"/>
                      <a:gd name="connsiteX1" fmla="*/ 23929 w 30976"/>
                      <a:gd name="connsiteY1" fmla="*/ 1602 h 32147"/>
                      <a:gd name="connsiteX2" fmla="*/ 29604 w 30976"/>
                      <a:gd name="connsiteY2" fmla="*/ 6 h 32147"/>
                      <a:gd name="connsiteX3" fmla="*/ 30313 w 30976"/>
                      <a:gd name="connsiteY3" fmla="*/ 3774 h 32147"/>
                      <a:gd name="connsiteX4" fmla="*/ 26456 w 30976"/>
                      <a:gd name="connsiteY4" fmla="*/ 7099 h 32147"/>
                      <a:gd name="connsiteX5" fmla="*/ 14088 w 30976"/>
                      <a:gd name="connsiteY5" fmla="*/ 17073 h 32147"/>
                      <a:gd name="connsiteX6" fmla="*/ 345 w 30976"/>
                      <a:gd name="connsiteY6" fmla="*/ 31437 h 32147"/>
                      <a:gd name="connsiteX7" fmla="*/ 2695 w 30976"/>
                      <a:gd name="connsiteY7" fmla="*/ 20975 h 32147"/>
                      <a:gd name="connsiteX8" fmla="*/ 5975 w 30976"/>
                      <a:gd name="connsiteY8" fmla="*/ 15211 h 32147"/>
                      <a:gd name="connsiteX9" fmla="*/ 9256 w 30976"/>
                      <a:gd name="connsiteY9" fmla="*/ 11310 h 32147"/>
                      <a:gd name="connsiteX10" fmla="*/ 18432 w 30976"/>
                      <a:gd name="connsiteY10" fmla="*/ 5104 h 32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0976" h="32147">
                        <a:moveTo>
                          <a:pt x="18432" y="5104"/>
                        </a:moveTo>
                        <a:cubicBezTo>
                          <a:pt x="20472" y="3685"/>
                          <a:pt x="22156" y="2488"/>
                          <a:pt x="23929" y="1602"/>
                        </a:cubicBezTo>
                        <a:cubicBezTo>
                          <a:pt x="25747" y="760"/>
                          <a:pt x="27564" y="228"/>
                          <a:pt x="29604" y="6"/>
                        </a:cubicBezTo>
                        <a:cubicBezTo>
                          <a:pt x="31111" y="-127"/>
                          <a:pt x="31421" y="2001"/>
                          <a:pt x="30313" y="3774"/>
                        </a:cubicBezTo>
                        <a:cubicBezTo>
                          <a:pt x="29116" y="5503"/>
                          <a:pt x="27875" y="6301"/>
                          <a:pt x="26456" y="7099"/>
                        </a:cubicBezTo>
                        <a:cubicBezTo>
                          <a:pt x="22156" y="9670"/>
                          <a:pt x="18299" y="13039"/>
                          <a:pt x="14088" y="17073"/>
                        </a:cubicBezTo>
                        <a:cubicBezTo>
                          <a:pt x="11605" y="19556"/>
                          <a:pt x="2473" y="35692"/>
                          <a:pt x="345" y="31437"/>
                        </a:cubicBezTo>
                        <a:cubicBezTo>
                          <a:pt x="-674" y="29264"/>
                          <a:pt x="700" y="25053"/>
                          <a:pt x="2695" y="20975"/>
                        </a:cubicBezTo>
                        <a:cubicBezTo>
                          <a:pt x="3714" y="18935"/>
                          <a:pt x="4867" y="16896"/>
                          <a:pt x="5975" y="15211"/>
                        </a:cubicBezTo>
                        <a:cubicBezTo>
                          <a:pt x="7128" y="13483"/>
                          <a:pt x="8413" y="12197"/>
                          <a:pt x="9256" y="11310"/>
                        </a:cubicBezTo>
                        <a:cubicBezTo>
                          <a:pt x="12714" y="7853"/>
                          <a:pt x="15373" y="7276"/>
                          <a:pt x="18432" y="510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05" name="Graphique 2">
                  <a:extLst>
                    <a:ext uri="{FF2B5EF4-FFF2-40B4-BE49-F238E27FC236}">
                      <a16:creationId xmlns:a16="http://schemas.microsoft.com/office/drawing/2014/main" id="{377D8C15-6F1D-4067-A98C-AC92D0618353}"/>
                    </a:ext>
                  </a:extLst>
                </p:cNvPr>
                <p:cNvGrpSpPr/>
                <p:nvPr/>
              </p:nvGrpSpPr>
              <p:grpSpPr>
                <a:xfrm>
                  <a:off x="4738724" y="1252268"/>
                  <a:ext cx="74786" cy="69682"/>
                  <a:chOff x="4738724" y="1252268"/>
                  <a:chExt cx="74786" cy="69682"/>
                </a:xfrm>
                <a:solidFill>
                  <a:schemeClr val="accent1"/>
                </a:solidFill>
              </p:grpSpPr>
              <p:sp>
                <p:nvSpPr>
                  <p:cNvPr id="22265" name="Forme libre : forme 22264">
                    <a:extLst>
                      <a:ext uri="{FF2B5EF4-FFF2-40B4-BE49-F238E27FC236}">
                        <a16:creationId xmlns:a16="http://schemas.microsoft.com/office/drawing/2014/main" id="{7ABF10E3-4186-4409-AC7E-59F8839E1F96}"/>
                      </a:ext>
                    </a:extLst>
                  </p:cNvPr>
                  <p:cNvSpPr/>
                  <p:nvPr/>
                </p:nvSpPr>
                <p:spPr>
                  <a:xfrm>
                    <a:off x="4738724" y="1252268"/>
                    <a:ext cx="74786" cy="69682"/>
                  </a:xfrm>
                  <a:custGeom>
                    <a:avLst/>
                    <a:gdLst>
                      <a:gd name="connsiteX0" fmla="*/ 58423 w 74786"/>
                      <a:gd name="connsiteY0" fmla="*/ 35102 h 69682"/>
                      <a:gd name="connsiteX1" fmla="*/ 47473 w 74786"/>
                      <a:gd name="connsiteY1" fmla="*/ 45166 h 69682"/>
                      <a:gd name="connsiteX2" fmla="*/ 36612 w 74786"/>
                      <a:gd name="connsiteY2" fmla="*/ 55583 h 69682"/>
                      <a:gd name="connsiteX3" fmla="*/ 32844 w 74786"/>
                      <a:gd name="connsiteY3" fmla="*/ 58731 h 69682"/>
                      <a:gd name="connsiteX4" fmla="*/ 29431 w 74786"/>
                      <a:gd name="connsiteY4" fmla="*/ 61524 h 69682"/>
                      <a:gd name="connsiteX5" fmla="*/ 22559 w 74786"/>
                      <a:gd name="connsiteY5" fmla="*/ 65469 h 69682"/>
                      <a:gd name="connsiteX6" fmla="*/ 8019 w 74786"/>
                      <a:gd name="connsiteY6" fmla="*/ 69592 h 69682"/>
                      <a:gd name="connsiteX7" fmla="*/ 128 w 74786"/>
                      <a:gd name="connsiteY7" fmla="*/ 63430 h 69682"/>
                      <a:gd name="connsiteX8" fmla="*/ 172 w 74786"/>
                      <a:gd name="connsiteY8" fmla="*/ 55317 h 69682"/>
                      <a:gd name="connsiteX9" fmla="*/ 2078 w 74786"/>
                      <a:gd name="connsiteY9" fmla="*/ 47471 h 69682"/>
                      <a:gd name="connsiteX10" fmla="*/ 11787 w 74786"/>
                      <a:gd name="connsiteY10" fmla="*/ 30891 h 69682"/>
                      <a:gd name="connsiteX11" fmla="*/ 23003 w 74786"/>
                      <a:gd name="connsiteY11" fmla="*/ 19276 h 69682"/>
                      <a:gd name="connsiteX12" fmla="*/ 35460 w 74786"/>
                      <a:gd name="connsiteY12" fmla="*/ 8770 h 69682"/>
                      <a:gd name="connsiteX13" fmla="*/ 68353 w 74786"/>
                      <a:gd name="connsiteY13" fmla="*/ 790 h 69682"/>
                      <a:gd name="connsiteX14" fmla="*/ 74693 w 74786"/>
                      <a:gd name="connsiteY14" fmla="*/ 8326 h 69682"/>
                      <a:gd name="connsiteX15" fmla="*/ 69506 w 74786"/>
                      <a:gd name="connsiteY15" fmla="*/ 21980 h 69682"/>
                      <a:gd name="connsiteX16" fmla="*/ 58423 w 74786"/>
                      <a:gd name="connsiteY16" fmla="*/ 35102 h 69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4786" h="69682">
                        <a:moveTo>
                          <a:pt x="58423" y="35102"/>
                        </a:moveTo>
                        <a:cubicBezTo>
                          <a:pt x="55896" y="37629"/>
                          <a:pt x="51773" y="41442"/>
                          <a:pt x="47473" y="45166"/>
                        </a:cubicBezTo>
                        <a:cubicBezTo>
                          <a:pt x="43262" y="48934"/>
                          <a:pt x="39449" y="53190"/>
                          <a:pt x="36612" y="55583"/>
                        </a:cubicBezTo>
                        <a:cubicBezTo>
                          <a:pt x="35327" y="56736"/>
                          <a:pt x="34041" y="57756"/>
                          <a:pt x="32844" y="58731"/>
                        </a:cubicBezTo>
                        <a:cubicBezTo>
                          <a:pt x="31692" y="59750"/>
                          <a:pt x="30583" y="60681"/>
                          <a:pt x="29431" y="61524"/>
                        </a:cubicBezTo>
                        <a:cubicBezTo>
                          <a:pt x="27170" y="63164"/>
                          <a:pt x="24865" y="64449"/>
                          <a:pt x="22559" y="65469"/>
                        </a:cubicBezTo>
                        <a:cubicBezTo>
                          <a:pt x="17772" y="67420"/>
                          <a:pt x="13206" y="68617"/>
                          <a:pt x="8019" y="69592"/>
                        </a:cubicBezTo>
                        <a:cubicBezTo>
                          <a:pt x="4384" y="70257"/>
                          <a:pt x="350" y="67154"/>
                          <a:pt x="128" y="63430"/>
                        </a:cubicBezTo>
                        <a:cubicBezTo>
                          <a:pt x="-49" y="60726"/>
                          <a:pt x="-49" y="58022"/>
                          <a:pt x="172" y="55317"/>
                        </a:cubicBezTo>
                        <a:cubicBezTo>
                          <a:pt x="527" y="52702"/>
                          <a:pt x="1147" y="50131"/>
                          <a:pt x="2078" y="47471"/>
                        </a:cubicBezTo>
                        <a:cubicBezTo>
                          <a:pt x="3985" y="42284"/>
                          <a:pt x="6600" y="36388"/>
                          <a:pt x="11787" y="30891"/>
                        </a:cubicBezTo>
                        <a:cubicBezTo>
                          <a:pt x="14491" y="27921"/>
                          <a:pt x="18525" y="23355"/>
                          <a:pt x="23003" y="19276"/>
                        </a:cubicBezTo>
                        <a:cubicBezTo>
                          <a:pt x="27569" y="15286"/>
                          <a:pt x="32268" y="11385"/>
                          <a:pt x="35460" y="8770"/>
                        </a:cubicBezTo>
                        <a:cubicBezTo>
                          <a:pt x="48050" y="-229"/>
                          <a:pt x="57714" y="-1027"/>
                          <a:pt x="68353" y="790"/>
                        </a:cubicBezTo>
                        <a:cubicBezTo>
                          <a:pt x="71988" y="1367"/>
                          <a:pt x="75402" y="4913"/>
                          <a:pt x="74693" y="8326"/>
                        </a:cubicBezTo>
                        <a:cubicBezTo>
                          <a:pt x="73717" y="13292"/>
                          <a:pt x="72033" y="17592"/>
                          <a:pt x="69506" y="21980"/>
                        </a:cubicBezTo>
                        <a:cubicBezTo>
                          <a:pt x="66935" y="26547"/>
                          <a:pt x="63477" y="30802"/>
                          <a:pt x="58423" y="3510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66" name="Forme libre : forme 22265">
                    <a:extLst>
                      <a:ext uri="{FF2B5EF4-FFF2-40B4-BE49-F238E27FC236}">
                        <a16:creationId xmlns:a16="http://schemas.microsoft.com/office/drawing/2014/main" id="{072D2DE2-0EBC-4F03-9693-BF935474176E}"/>
                      </a:ext>
                    </a:extLst>
                  </p:cNvPr>
                  <p:cNvSpPr/>
                  <p:nvPr/>
                </p:nvSpPr>
                <p:spPr>
                  <a:xfrm>
                    <a:off x="4742176" y="1260329"/>
                    <a:ext cx="70973" cy="61569"/>
                  </a:xfrm>
                  <a:custGeom>
                    <a:avLst/>
                    <a:gdLst>
                      <a:gd name="connsiteX0" fmla="*/ 27397 w 70973"/>
                      <a:gd name="connsiteY0" fmla="*/ 35465 h 61569"/>
                      <a:gd name="connsiteX1" fmla="*/ 20791 w 70973"/>
                      <a:gd name="connsiteY1" fmla="*/ 42558 h 61569"/>
                      <a:gd name="connsiteX2" fmla="*/ 14275 w 70973"/>
                      <a:gd name="connsiteY2" fmla="*/ 49651 h 61569"/>
                      <a:gd name="connsiteX3" fmla="*/ 7182 w 70973"/>
                      <a:gd name="connsiteY3" fmla="*/ 55680 h 61569"/>
                      <a:gd name="connsiteX4" fmla="*/ 0 w 70973"/>
                      <a:gd name="connsiteY4" fmla="*/ 60600 h 61569"/>
                      <a:gd name="connsiteX5" fmla="*/ 4344 w 70973"/>
                      <a:gd name="connsiteY5" fmla="*/ 61487 h 61569"/>
                      <a:gd name="connsiteX6" fmla="*/ 9531 w 70973"/>
                      <a:gd name="connsiteY6" fmla="*/ 60379 h 61569"/>
                      <a:gd name="connsiteX7" fmla="*/ 13078 w 70973"/>
                      <a:gd name="connsiteY7" fmla="*/ 59359 h 61569"/>
                      <a:gd name="connsiteX8" fmla="*/ 16713 w 70973"/>
                      <a:gd name="connsiteY8" fmla="*/ 58207 h 61569"/>
                      <a:gd name="connsiteX9" fmla="*/ 23717 w 70973"/>
                      <a:gd name="connsiteY9" fmla="*/ 54793 h 61569"/>
                      <a:gd name="connsiteX10" fmla="*/ 33027 w 70973"/>
                      <a:gd name="connsiteY10" fmla="*/ 47434 h 61569"/>
                      <a:gd name="connsiteX11" fmla="*/ 36529 w 70973"/>
                      <a:gd name="connsiteY11" fmla="*/ 44109 h 61569"/>
                      <a:gd name="connsiteX12" fmla="*/ 53241 w 70973"/>
                      <a:gd name="connsiteY12" fmla="*/ 28461 h 61569"/>
                      <a:gd name="connsiteX13" fmla="*/ 54837 w 70973"/>
                      <a:gd name="connsiteY13" fmla="*/ 26909 h 61569"/>
                      <a:gd name="connsiteX14" fmla="*/ 63393 w 70973"/>
                      <a:gd name="connsiteY14" fmla="*/ 17688 h 61569"/>
                      <a:gd name="connsiteX15" fmla="*/ 67117 w 70973"/>
                      <a:gd name="connsiteY15" fmla="*/ 11171 h 61569"/>
                      <a:gd name="connsiteX16" fmla="*/ 69821 w 70973"/>
                      <a:gd name="connsiteY16" fmla="*/ 4699 h 61569"/>
                      <a:gd name="connsiteX17" fmla="*/ 70974 w 70973"/>
                      <a:gd name="connsiteY17" fmla="*/ 177 h 61569"/>
                      <a:gd name="connsiteX18" fmla="*/ 70974 w 70973"/>
                      <a:gd name="connsiteY18" fmla="*/ 0 h 61569"/>
                      <a:gd name="connsiteX19" fmla="*/ 47567 w 70973"/>
                      <a:gd name="connsiteY19" fmla="*/ 16004 h 61569"/>
                      <a:gd name="connsiteX20" fmla="*/ 27397 w 70973"/>
                      <a:gd name="connsiteY20" fmla="*/ 35465 h 61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70973" h="61569">
                        <a:moveTo>
                          <a:pt x="27397" y="35465"/>
                        </a:moveTo>
                        <a:cubicBezTo>
                          <a:pt x="25313" y="37859"/>
                          <a:pt x="23096" y="40253"/>
                          <a:pt x="20791" y="42558"/>
                        </a:cubicBezTo>
                        <a:cubicBezTo>
                          <a:pt x="18708" y="45040"/>
                          <a:pt x="16535" y="47434"/>
                          <a:pt x="14275" y="49651"/>
                        </a:cubicBezTo>
                        <a:cubicBezTo>
                          <a:pt x="12014" y="51867"/>
                          <a:pt x="9576" y="53862"/>
                          <a:pt x="7182" y="55680"/>
                        </a:cubicBezTo>
                        <a:cubicBezTo>
                          <a:pt x="4921" y="57630"/>
                          <a:pt x="2527" y="59271"/>
                          <a:pt x="0" y="60600"/>
                        </a:cubicBezTo>
                        <a:cubicBezTo>
                          <a:pt x="1330" y="61354"/>
                          <a:pt x="2881" y="61753"/>
                          <a:pt x="4344" y="61487"/>
                        </a:cubicBezTo>
                        <a:cubicBezTo>
                          <a:pt x="6162" y="61132"/>
                          <a:pt x="7891" y="60778"/>
                          <a:pt x="9531" y="60379"/>
                        </a:cubicBezTo>
                        <a:cubicBezTo>
                          <a:pt x="10728" y="60069"/>
                          <a:pt x="11925" y="59714"/>
                          <a:pt x="13078" y="59359"/>
                        </a:cubicBezTo>
                        <a:cubicBezTo>
                          <a:pt x="14319" y="59049"/>
                          <a:pt x="15516" y="58650"/>
                          <a:pt x="16713" y="58207"/>
                        </a:cubicBezTo>
                        <a:cubicBezTo>
                          <a:pt x="19107" y="57364"/>
                          <a:pt x="21412" y="56256"/>
                          <a:pt x="23717" y="54793"/>
                        </a:cubicBezTo>
                        <a:cubicBezTo>
                          <a:pt x="26732" y="52931"/>
                          <a:pt x="29524" y="50360"/>
                          <a:pt x="33027" y="47434"/>
                        </a:cubicBezTo>
                        <a:cubicBezTo>
                          <a:pt x="34046" y="46503"/>
                          <a:pt x="35243" y="45351"/>
                          <a:pt x="36529" y="44109"/>
                        </a:cubicBezTo>
                        <a:cubicBezTo>
                          <a:pt x="41316" y="38923"/>
                          <a:pt x="48808" y="32761"/>
                          <a:pt x="53241" y="28461"/>
                        </a:cubicBezTo>
                        <a:cubicBezTo>
                          <a:pt x="53818" y="27884"/>
                          <a:pt x="54350" y="27352"/>
                          <a:pt x="54837" y="26909"/>
                        </a:cubicBezTo>
                        <a:cubicBezTo>
                          <a:pt x="58428" y="23850"/>
                          <a:pt x="61221" y="20791"/>
                          <a:pt x="63393" y="17688"/>
                        </a:cubicBezTo>
                        <a:cubicBezTo>
                          <a:pt x="64901" y="15560"/>
                          <a:pt x="66009" y="13255"/>
                          <a:pt x="67117" y="11171"/>
                        </a:cubicBezTo>
                        <a:cubicBezTo>
                          <a:pt x="68225" y="9088"/>
                          <a:pt x="69068" y="6916"/>
                          <a:pt x="69821" y="4699"/>
                        </a:cubicBezTo>
                        <a:cubicBezTo>
                          <a:pt x="70265" y="3236"/>
                          <a:pt x="70664" y="1729"/>
                          <a:pt x="70974" y="177"/>
                        </a:cubicBezTo>
                        <a:lnTo>
                          <a:pt x="70974" y="0"/>
                        </a:lnTo>
                        <a:cubicBezTo>
                          <a:pt x="62773" y="4610"/>
                          <a:pt x="55192" y="10374"/>
                          <a:pt x="47567" y="16004"/>
                        </a:cubicBezTo>
                        <a:cubicBezTo>
                          <a:pt x="40518" y="22298"/>
                          <a:pt x="33160" y="28283"/>
                          <a:pt x="27397" y="3546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67" name="Forme libre : forme 22266">
                    <a:extLst>
                      <a:ext uri="{FF2B5EF4-FFF2-40B4-BE49-F238E27FC236}">
                        <a16:creationId xmlns:a16="http://schemas.microsoft.com/office/drawing/2014/main" id="{AB537B3D-FAE2-4D39-90E9-22A64EF8C0C2}"/>
                      </a:ext>
                    </a:extLst>
                  </p:cNvPr>
                  <p:cNvSpPr/>
                  <p:nvPr/>
                </p:nvSpPr>
                <p:spPr>
                  <a:xfrm>
                    <a:off x="4762630" y="1265801"/>
                    <a:ext cx="34842" cy="30351"/>
                  </a:xfrm>
                  <a:custGeom>
                    <a:avLst/>
                    <a:gdLst>
                      <a:gd name="connsiteX0" fmla="*/ 34428 w 34842"/>
                      <a:gd name="connsiteY0" fmla="*/ 823 h 30351"/>
                      <a:gd name="connsiteX1" fmla="*/ 29862 w 34842"/>
                      <a:gd name="connsiteY1" fmla="*/ 9999 h 30351"/>
                      <a:gd name="connsiteX2" fmla="*/ 24586 w 34842"/>
                      <a:gd name="connsiteY2" fmla="*/ 15452 h 30351"/>
                      <a:gd name="connsiteX3" fmla="*/ 20286 w 34842"/>
                      <a:gd name="connsiteY3" fmla="*/ 19575 h 30351"/>
                      <a:gd name="connsiteX4" fmla="*/ 825 w 34842"/>
                      <a:gd name="connsiteY4" fmla="*/ 29682 h 30351"/>
                      <a:gd name="connsiteX5" fmla="*/ 12528 w 34842"/>
                      <a:gd name="connsiteY5" fmla="*/ 11019 h 30351"/>
                      <a:gd name="connsiteX6" fmla="*/ 23877 w 34842"/>
                      <a:gd name="connsiteY6" fmla="*/ 2951 h 30351"/>
                      <a:gd name="connsiteX7" fmla="*/ 34428 w 34842"/>
                      <a:gd name="connsiteY7" fmla="*/ 823 h 30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842" h="30351">
                        <a:moveTo>
                          <a:pt x="34428" y="823"/>
                        </a:moveTo>
                        <a:cubicBezTo>
                          <a:pt x="35891" y="2685"/>
                          <a:pt x="33275" y="6409"/>
                          <a:pt x="29862" y="9999"/>
                        </a:cubicBezTo>
                        <a:cubicBezTo>
                          <a:pt x="28088" y="11728"/>
                          <a:pt x="26271" y="13723"/>
                          <a:pt x="24586" y="15452"/>
                        </a:cubicBezTo>
                        <a:cubicBezTo>
                          <a:pt x="22902" y="17181"/>
                          <a:pt x="21350" y="18644"/>
                          <a:pt x="20286" y="19575"/>
                        </a:cubicBezTo>
                        <a:cubicBezTo>
                          <a:pt x="15720" y="23033"/>
                          <a:pt x="4770" y="33007"/>
                          <a:pt x="825" y="29682"/>
                        </a:cubicBezTo>
                        <a:cubicBezTo>
                          <a:pt x="-3076" y="26357"/>
                          <a:pt x="7873" y="14255"/>
                          <a:pt x="12528" y="11019"/>
                        </a:cubicBezTo>
                        <a:cubicBezTo>
                          <a:pt x="14789" y="9334"/>
                          <a:pt x="19178" y="5345"/>
                          <a:pt x="23877" y="2951"/>
                        </a:cubicBezTo>
                        <a:cubicBezTo>
                          <a:pt x="28576" y="512"/>
                          <a:pt x="33009" y="-1039"/>
                          <a:pt x="34428" y="82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68" name="Forme libre : forme 22267">
                    <a:extLst>
                      <a:ext uri="{FF2B5EF4-FFF2-40B4-BE49-F238E27FC236}">
                        <a16:creationId xmlns:a16="http://schemas.microsoft.com/office/drawing/2014/main" id="{BE19244C-5E02-4827-B3BD-53E2437E24FA}"/>
                      </a:ext>
                    </a:extLst>
                  </p:cNvPr>
                  <p:cNvSpPr/>
                  <p:nvPr/>
                </p:nvSpPr>
                <p:spPr>
                  <a:xfrm>
                    <a:off x="4762361" y="1278593"/>
                    <a:ext cx="27160" cy="17475"/>
                  </a:xfrm>
                  <a:custGeom>
                    <a:avLst/>
                    <a:gdLst>
                      <a:gd name="connsiteX0" fmla="*/ 4375 w 27160"/>
                      <a:gd name="connsiteY0" fmla="*/ 6916 h 17475"/>
                      <a:gd name="connsiteX1" fmla="*/ 961 w 27160"/>
                      <a:gd name="connsiteY1" fmla="*/ 17067 h 17475"/>
                      <a:gd name="connsiteX2" fmla="*/ 20733 w 27160"/>
                      <a:gd name="connsiteY2" fmla="*/ 6650 h 17475"/>
                      <a:gd name="connsiteX3" fmla="*/ 27161 w 27160"/>
                      <a:gd name="connsiteY3" fmla="*/ 0 h 17475"/>
                      <a:gd name="connsiteX4" fmla="*/ 23215 w 27160"/>
                      <a:gd name="connsiteY4" fmla="*/ 3014 h 17475"/>
                      <a:gd name="connsiteX5" fmla="*/ 12842 w 27160"/>
                      <a:gd name="connsiteY5" fmla="*/ 7536 h 17475"/>
                      <a:gd name="connsiteX6" fmla="*/ 4375 w 27160"/>
                      <a:gd name="connsiteY6" fmla="*/ 6916 h 17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160" h="17475">
                        <a:moveTo>
                          <a:pt x="4375" y="6916"/>
                        </a:moveTo>
                        <a:cubicBezTo>
                          <a:pt x="3000" y="9575"/>
                          <a:pt x="-2098" y="15649"/>
                          <a:pt x="961" y="17067"/>
                        </a:cubicBezTo>
                        <a:cubicBezTo>
                          <a:pt x="5926" y="19417"/>
                          <a:pt x="15014" y="11038"/>
                          <a:pt x="20733" y="6650"/>
                        </a:cubicBezTo>
                        <a:cubicBezTo>
                          <a:pt x="22329" y="5275"/>
                          <a:pt x="25654" y="1906"/>
                          <a:pt x="27161" y="0"/>
                        </a:cubicBezTo>
                        <a:cubicBezTo>
                          <a:pt x="26097" y="887"/>
                          <a:pt x="24368" y="2394"/>
                          <a:pt x="23215" y="3014"/>
                        </a:cubicBezTo>
                        <a:cubicBezTo>
                          <a:pt x="19935" y="4788"/>
                          <a:pt x="16255" y="6605"/>
                          <a:pt x="12842" y="7536"/>
                        </a:cubicBezTo>
                        <a:cubicBezTo>
                          <a:pt x="9384" y="8423"/>
                          <a:pt x="6547" y="8822"/>
                          <a:pt x="4375" y="691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69" name="Forme libre : forme 22268">
                    <a:extLst>
                      <a:ext uri="{FF2B5EF4-FFF2-40B4-BE49-F238E27FC236}">
                        <a16:creationId xmlns:a16="http://schemas.microsoft.com/office/drawing/2014/main" id="{7B5D6AD2-596B-491E-9538-8F8F7D0DD665}"/>
                      </a:ext>
                    </a:extLst>
                  </p:cNvPr>
                  <p:cNvSpPr/>
                  <p:nvPr/>
                </p:nvSpPr>
                <p:spPr>
                  <a:xfrm>
                    <a:off x="4765136" y="1265036"/>
                    <a:ext cx="34692" cy="30406"/>
                  </a:xfrm>
                  <a:custGeom>
                    <a:avLst/>
                    <a:gdLst>
                      <a:gd name="connsiteX0" fmla="*/ 34537 w 34692"/>
                      <a:gd name="connsiteY0" fmla="*/ 1145 h 30406"/>
                      <a:gd name="connsiteX1" fmla="*/ 20218 w 34692"/>
                      <a:gd name="connsiteY1" fmla="*/ 20074 h 30406"/>
                      <a:gd name="connsiteX2" fmla="*/ 10288 w 34692"/>
                      <a:gd name="connsiteY2" fmla="*/ 27477 h 30406"/>
                      <a:gd name="connsiteX3" fmla="*/ 890 w 34692"/>
                      <a:gd name="connsiteY3" fmla="*/ 29738 h 30406"/>
                      <a:gd name="connsiteX4" fmla="*/ 3506 w 34692"/>
                      <a:gd name="connsiteY4" fmla="*/ 20429 h 30406"/>
                      <a:gd name="connsiteX5" fmla="*/ 12638 w 34692"/>
                      <a:gd name="connsiteY5" fmla="*/ 11341 h 30406"/>
                      <a:gd name="connsiteX6" fmla="*/ 34537 w 34692"/>
                      <a:gd name="connsiteY6" fmla="*/ 1145 h 30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692" h="30406">
                        <a:moveTo>
                          <a:pt x="34537" y="1145"/>
                        </a:moveTo>
                        <a:cubicBezTo>
                          <a:pt x="36178" y="5888"/>
                          <a:pt x="24386" y="15552"/>
                          <a:pt x="20218" y="20074"/>
                        </a:cubicBezTo>
                        <a:cubicBezTo>
                          <a:pt x="18046" y="22246"/>
                          <a:pt x="13923" y="25083"/>
                          <a:pt x="10288" y="27477"/>
                        </a:cubicBezTo>
                        <a:cubicBezTo>
                          <a:pt x="6653" y="29871"/>
                          <a:pt x="2974" y="31334"/>
                          <a:pt x="890" y="29738"/>
                        </a:cubicBezTo>
                        <a:cubicBezTo>
                          <a:pt x="-1193" y="28142"/>
                          <a:pt x="669" y="24330"/>
                          <a:pt x="3506" y="20429"/>
                        </a:cubicBezTo>
                        <a:cubicBezTo>
                          <a:pt x="6387" y="16528"/>
                          <a:pt x="10732" y="13114"/>
                          <a:pt x="12638" y="11341"/>
                        </a:cubicBezTo>
                        <a:cubicBezTo>
                          <a:pt x="16273" y="7484"/>
                          <a:pt x="32986" y="-3554"/>
                          <a:pt x="34537" y="114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70" name="Forme libre : forme 22269">
                    <a:extLst>
                      <a:ext uri="{FF2B5EF4-FFF2-40B4-BE49-F238E27FC236}">
                        <a16:creationId xmlns:a16="http://schemas.microsoft.com/office/drawing/2014/main" id="{DA4D5E1D-E85C-4878-A44D-4E47FE24E7B1}"/>
                      </a:ext>
                    </a:extLst>
                  </p:cNvPr>
                  <p:cNvSpPr/>
                  <p:nvPr/>
                </p:nvSpPr>
                <p:spPr>
                  <a:xfrm>
                    <a:off x="4746674" y="1277071"/>
                    <a:ext cx="47015" cy="34688"/>
                  </a:xfrm>
                  <a:custGeom>
                    <a:avLst/>
                    <a:gdLst>
                      <a:gd name="connsiteX0" fmla="*/ 3526 w 47015"/>
                      <a:gd name="connsiteY0" fmla="*/ 34149 h 34688"/>
                      <a:gd name="connsiteX1" fmla="*/ 11461 w 47015"/>
                      <a:gd name="connsiteY1" fmla="*/ 33484 h 34688"/>
                      <a:gd name="connsiteX2" fmla="*/ 20682 w 47015"/>
                      <a:gd name="connsiteY2" fmla="*/ 29716 h 34688"/>
                      <a:gd name="connsiteX3" fmla="*/ 30124 w 47015"/>
                      <a:gd name="connsiteY3" fmla="*/ 24352 h 34688"/>
                      <a:gd name="connsiteX4" fmla="*/ 44222 w 47015"/>
                      <a:gd name="connsiteY4" fmla="*/ 9900 h 34688"/>
                      <a:gd name="connsiteX5" fmla="*/ 45729 w 47015"/>
                      <a:gd name="connsiteY5" fmla="*/ 281 h 34688"/>
                      <a:gd name="connsiteX6" fmla="*/ 38858 w 47015"/>
                      <a:gd name="connsiteY6" fmla="*/ 2497 h 34688"/>
                      <a:gd name="connsiteX7" fmla="*/ 29947 w 47015"/>
                      <a:gd name="connsiteY7" fmla="*/ 6576 h 34688"/>
                      <a:gd name="connsiteX8" fmla="*/ 25292 w 47015"/>
                      <a:gd name="connsiteY8" fmla="*/ 8393 h 34688"/>
                      <a:gd name="connsiteX9" fmla="*/ 20549 w 47015"/>
                      <a:gd name="connsiteY9" fmla="*/ 10211 h 34688"/>
                      <a:gd name="connsiteX10" fmla="*/ 11417 w 47015"/>
                      <a:gd name="connsiteY10" fmla="*/ 13314 h 34688"/>
                      <a:gd name="connsiteX11" fmla="*/ 2861 w 47015"/>
                      <a:gd name="connsiteY11" fmla="*/ 20185 h 34688"/>
                      <a:gd name="connsiteX12" fmla="*/ 3526 w 47015"/>
                      <a:gd name="connsiteY12" fmla="*/ 34149 h 34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7015" h="34688">
                        <a:moveTo>
                          <a:pt x="3526" y="34149"/>
                        </a:moveTo>
                        <a:cubicBezTo>
                          <a:pt x="6585" y="35080"/>
                          <a:pt x="7959" y="34770"/>
                          <a:pt x="11461" y="33484"/>
                        </a:cubicBezTo>
                        <a:cubicBezTo>
                          <a:pt x="14786" y="32243"/>
                          <a:pt x="17756" y="31179"/>
                          <a:pt x="20682" y="29716"/>
                        </a:cubicBezTo>
                        <a:cubicBezTo>
                          <a:pt x="23785" y="28431"/>
                          <a:pt x="26844" y="26835"/>
                          <a:pt x="30124" y="24352"/>
                        </a:cubicBezTo>
                        <a:cubicBezTo>
                          <a:pt x="35400" y="20008"/>
                          <a:pt x="41074" y="14998"/>
                          <a:pt x="44222" y="9900"/>
                        </a:cubicBezTo>
                        <a:cubicBezTo>
                          <a:pt x="46527" y="6044"/>
                          <a:pt x="48344" y="1832"/>
                          <a:pt x="45729" y="281"/>
                        </a:cubicBezTo>
                        <a:cubicBezTo>
                          <a:pt x="44044" y="-739"/>
                          <a:pt x="41340" y="1256"/>
                          <a:pt x="38858" y="2497"/>
                        </a:cubicBezTo>
                        <a:cubicBezTo>
                          <a:pt x="35888" y="3871"/>
                          <a:pt x="32962" y="5290"/>
                          <a:pt x="29947" y="6576"/>
                        </a:cubicBezTo>
                        <a:cubicBezTo>
                          <a:pt x="28440" y="7240"/>
                          <a:pt x="26888" y="7817"/>
                          <a:pt x="25292" y="8393"/>
                        </a:cubicBezTo>
                        <a:cubicBezTo>
                          <a:pt x="23785" y="9058"/>
                          <a:pt x="22189" y="9679"/>
                          <a:pt x="20549" y="10211"/>
                        </a:cubicBezTo>
                        <a:cubicBezTo>
                          <a:pt x="17756" y="11142"/>
                          <a:pt x="14564" y="11940"/>
                          <a:pt x="11417" y="13314"/>
                        </a:cubicBezTo>
                        <a:cubicBezTo>
                          <a:pt x="8269" y="14688"/>
                          <a:pt x="5122" y="16639"/>
                          <a:pt x="2861" y="20185"/>
                        </a:cubicBezTo>
                        <a:cubicBezTo>
                          <a:pt x="-1350" y="26347"/>
                          <a:pt x="-730" y="32908"/>
                          <a:pt x="3526" y="3414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71" name="Forme libre : forme 22270">
                    <a:extLst>
                      <a:ext uri="{FF2B5EF4-FFF2-40B4-BE49-F238E27FC236}">
                        <a16:creationId xmlns:a16="http://schemas.microsoft.com/office/drawing/2014/main" id="{6C0ECFAC-42A8-4BC2-A89C-C2AA8B2CB5C5}"/>
                      </a:ext>
                    </a:extLst>
                  </p:cNvPr>
                  <p:cNvSpPr/>
                  <p:nvPr/>
                </p:nvSpPr>
                <p:spPr>
                  <a:xfrm>
                    <a:off x="4753114" y="1283778"/>
                    <a:ext cx="11128" cy="16090"/>
                  </a:xfrm>
                  <a:custGeom>
                    <a:avLst/>
                    <a:gdLst>
                      <a:gd name="connsiteX0" fmla="*/ 322 w 11128"/>
                      <a:gd name="connsiteY0" fmla="*/ 13655 h 16090"/>
                      <a:gd name="connsiteX1" fmla="*/ 100 w 11128"/>
                      <a:gd name="connsiteY1" fmla="*/ 15783 h 16090"/>
                      <a:gd name="connsiteX2" fmla="*/ 1829 w 11128"/>
                      <a:gd name="connsiteY2" fmla="*/ 15473 h 16090"/>
                      <a:gd name="connsiteX3" fmla="*/ 4046 w 11128"/>
                      <a:gd name="connsiteY3" fmla="*/ 12946 h 16090"/>
                      <a:gd name="connsiteX4" fmla="*/ 9100 w 11128"/>
                      <a:gd name="connsiteY4" fmla="*/ 6385 h 16090"/>
                      <a:gd name="connsiteX5" fmla="*/ 10651 w 11128"/>
                      <a:gd name="connsiteY5" fmla="*/ 3770 h 16090"/>
                      <a:gd name="connsiteX6" fmla="*/ 6617 w 11128"/>
                      <a:gd name="connsiteY6" fmla="*/ 2307 h 16090"/>
                      <a:gd name="connsiteX7" fmla="*/ 322 w 11128"/>
                      <a:gd name="connsiteY7" fmla="*/ 13655 h 16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28" h="16090">
                        <a:moveTo>
                          <a:pt x="322" y="13655"/>
                        </a:moveTo>
                        <a:cubicBezTo>
                          <a:pt x="56" y="14542"/>
                          <a:pt x="-121" y="15207"/>
                          <a:pt x="100" y="15783"/>
                        </a:cubicBezTo>
                        <a:cubicBezTo>
                          <a:pt x="366" y="16360"/>
                          <a:pt x="1076" y="16049"/>
                          <a:pt x="1829" y="15473"/>
                        </a:cubicBezTo>
                        <a:cubicBezTo>
                          <a:pt x="2583" y="14897"/>
                          <a:pt x="3381" y="13744"/>
                          <a:pt x="4046" y="12946"/>
                        </a:cubicBezTo>
                        <a:cubicBezTo>
                          <a:pt x="5819" y="10863"/>
                          <a:pt x="7637" y="8602"/>
                          <a:pt x="9100" y="6385"/>
                        </a:cubicBezTo>
                        <a:cubicBezTo>
                          <a:pt x="9720" y="5498"/>
                          <a:pt x="10296" y="4656"/>
                          <a:pt x="10651" y="3770"/>
                        </a:cubicBezTo>
                        <a:cubicBezTo>
                          <a:pt x="12070" y="90"/>
                          <a:pt x="10208" y="-1772"/>
                          <a:pt x="6617" y="2307"/>
                        </a:cubicBezTo>
                        <a:cubicBezTo>
                          <a:pt x="3869" y="5498"/>
                          <a:pt x="1342" y="9887"/>
                          <a:pt x="322" y="1365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72" name="Forme libre : forme 22271">
                    <a:extLst>
                      <a:ext uri="{FF2B5EF4-FFF2-40B4-BE49-F238E27FC236}">
                        <a16:creationId xmlns:a16="http://schemas.microsoft.com/office/drawing/2014/main" id="{E8FC68D9-34A4-4FCB-944C-B69AA6EDF494}"/>
                      </a:ext>
                    </a:extLst>
                  </p:cNvPr>
                  <p:cNvSpPr/>
                  <p:nvPr/>
                </p:nvSpPr>
                <p:spPr>
                  <a:xfrm>
                    <a:off x="4797413" y="1260152"/>
                    <a:ext cx="14102" cy="25977"/>
                  </a:xfrm>
                  <a:custGeom>
                    <a:avLst/>
                    <a:gdLst>
                      <a:gd name="connsiteX0" fmla="*/ 14097 w 14102"/>
                      <a:gd name="connsiteY0" fmla="*/ 0 h 25977"/>
                      <a:gd name="connsiteX1" fmla="*/ 8910 w 14102"/>
                      <a:gd name="connsiteY1" fmla="*/ 13033 h 25977"/>
                      <a:gd name="connsiteX2" fmla="*/ 0 w 14102"/>
                      <a:gd name="connsiteY2" fmla="*/ 25978 h 25977"/>
                      <a:gd name="connsiteX3" fmla="*/ 7847 w 14102"/>
                      <a:gd name="connsiteY3" fmla="*/ 12989 h 25977"/>
                      <a:gd name="connsiteX4" fmla="*/ 9531 w 14102"/>
                      <a:gd name="connsiteY4" fmla="*/ 9487 h 25977"/>
                      <a:gd name="connsiteX5" fmla="*/ 11216 w 14102"/>
                      <a:gd name="connsiteY5" fmla="*/ 6206 h 25977"/>
                      <a:gd name="connsiteX6" fmla="*/ 14097 w 14102"/>
                      <a:gd name="connsiteY6" fmla="*/ 0 h 2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102" h="25977">
                        <a:moveTo>
                          <a:pt x="14097" y="0"/>
                        </a:moveTo>
                        <a:cubicBezTo>
                          <a:pt x="14230" y="3901"/>
                          <a:pt x="11703" y="8290"/>
                          <a:pt x="8910" y="13033"/>
                        </a:cubicBezTo>
                        <a:cubicBezTo>
                          <a:pt x="6118" y="17821"/>
                          <a:pt x="2660" y="22476"/>
                          <a:pt x="0" y="25978"/>
                        </a:cubicBezTo>
                        <a:cubicBezTo>
                          <a:pt x="2881" y="22165"/>
                          <a:pt x="5541" y="17644"/>
                          <a:pt x="7847" y="12989"/>
                        </a:cubicBezTo>
                        <a:cubicBezTo>
                          <a:pt x="8379" y="11836"/>
                          <a:pt x="8955" y="10639"/>
                          <a:pt x="9531" y="9487"/>
                        </a:cubicBezTo>
                        <a:lnTo>
                          <a:pt x="11216" y="6206"/>
                        </a:lnTo>
                        <a:cubicBezTo>
                          <a:pt x="12280" y="4123"/>
                          <a:pt x="13255" y="1995"/>
                          <a:pt x="1409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73" name="Forme libre : forme 22272">
                    <a:extLst>
                      <a:ext uri="{FF2B5EF4-FFF2-40B4-BE49-F238E27FC236}">
                        <a16:creationId xmlns:a16="http://schemas.microsoft.com/office/drawing/2014/main" id="{C589F7AD-F28A-4C2C-9D39-D0552C86ADD2}"/>
                      </a:ext>
                    </a:extLst>
                  </p:cNvPr>
                  <p:cNvSpPr/>
                  <p:nvPr/>
                </p:nvSpPr>
                <p:spPr>
                  <a:xfrm>
                    <a:off x="4739821" y="1283115"/>
                    <a:ext cx="12152" cy="32627"/>
                  </a:xfrm>
                  <a:custGeom>
                    <a:avLst/>
                    <a:gdLst>
                      <a:gd name="connsiteX0" fmla="*/ 12152 w 12152"/>
                      <a:gd name="connsiteY0" fmla="*/ 0 h 32627"/>
                      <a:gd name="connsiteX1" fmla="*/ 2931 w 12152"/>
                      <a:gd name="connsiteY1" fmla="*/ 16403 h 32627"/>
                      <a:gd name="connsiteX2" fmla="*/ 670 w 12152"/>
                      <a:gd name="connsiteY2" fmla="*/ 24648 h 32627"/>
                      <a:gd name="connsiteX3" fmla="*/ 5 w 12152"/>
                      <a:gd name="connsiteY3" fmla="*/ 32628 h 32627"/>
                      <a:gd name="connsiteX4" fmla="*/ 803 w 12152"/>
                      <a:gd name="connsiteY4" fmla="*/ 24825 h 32627"/>
                      <a:gd name="connsiteX5" fmla="*/ 3641 w 12152"/>
                      <a:gd name="connsiteY5" fmla="*/ 16403 h 32627"/>
                      <a:gd name="connsiteX6" fmla="*/ 7497 w 12152"/>
                      <a:gd name="connsiteY6" fmla="*/ 7758 h 32627"/>
                      <a:gd name="connsiteX7" fmla="*/ 12152 w 12152"/>
                      <a:gd name="connsiteY7" fmla="*/ 0 h 32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52" h="32627">
                        <a:moveTo>
                          <a:pt x="12152" y="0"/>
                        </a:moveTo>
                        <a:cubicBezTo>
                          <a:pt x="7630" y="4876"/>
                          <a:pt x="4882" y="10772"/>
                          <a:pt x="2931" y="16403"/>
                        </a:cubicBezTo>
                        <a:cubicBezTo>
                          <a:pt x="1956" y="19195"/>
                          <a:pt x="1202" y="21988"/>
                          <a:pt x="670" y="24648"/>
                        </a:cubicBezTo>
                        <a:cubicBezTo>
                          <a:pt x="183" y="27397"/>
                          <a:pt x="50" y="30101"/>
                          <a:pt x="5" y="32628"/>
                        </a:cubicBezTo>
                        <a:cubicBezTo>
                          <a:pt x="-39" y="30278"/>
                          <a:pt x="183" y="27618"/>
                          <a:pt x="803" y="24825"/>
                        </a:cubicBezTo>
                        <a:cubicBezTo>
                          <a:pt x="1513" y="22121"/>
                          <a:pt x="2488" y="19284"/>
                          <a:pt x="3641" y="16403"/>
                        </a:cubicBezTo>
                        <a:cubicBezTo>
                          <a:pt x="4793" y="13521"/>
                          <a:pt x="6123" y="10595"/>
                          <a:pt x="7497" y="7758"/>
                        </a:cubicBezTo>
                        <a:cubicBezTo>
                          <a:pt x="8872" y="4876"/>
                          <a:pt x="10601" y="2394"/>
                          <a:pt x="1215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74" name="Forme libre : forme 22273">
                    <a:extLst>
                      <a:ext uri="{FF2B5EF4-FFF2-40B4-BE49-F238E27FC236}">
                        <a16:creationId xmlns:a16="http://schemas.microsoft.com/office/drawing/2014/main" id="{7C6D6BF9-7E63-451F-9525-E8743EE66DA8}"/>
                      </a:ext>
                    </a:extLst>
                  </p:cNvPr>
                  <p:cNvSpPr/>
                  <p:nvPr/>
                </p:nvSpPr>
                <p:spPr>
                  <a:xfrm>
                    <a:off x="4774176" y="1270909"/>
                    <a:ext cx="13794" cy="10312"/>
                  </a:xfrm>
                  <a:custGeom>
                    <a:avLst/>
                    <a:gdLst>
                      <a:gd name="connsiteX0" fmla="*/ 13794 w 13794"/>
                      <a:gd name="connsiteY0" fmla="*/ 636 h 10312"/>
                      <a:gd name="connsiteX1" fmla="*/ 6790 w 13794"/>
                      <a:gd name="connsiteY1" fmla="*/ 7418 h 10312"/>
                      <a:gd name="connsiteX2" fmla="*/ 7 w 13794"/>
                      <a:gd name="connsiteY2" fmla="*/ 9635 h 10312"/>
                      <a:gd name="connsiteX3" fmla="*/ 6568 w 13794"/>
                      <a:gd name="connsiteY3" fmla="*/ 3118 h 10312"/>
                      <a:gd name="connsiteX4" fmla="*/ 10646 w 13794"/>
                      <a:gd name="connsiteY4" fmla="*/ 636 h 10312"/>
                      <a:gd name="connsiteX5" fmla="*/ 13794 w 13794"/>
                      <a:gd name="connsiteY5" fmla="*/ 636 h 10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794" h="10312">
                        <a:moveTo>
                          <a:pt x="13794" y="636"/>
                        </a:moveTo>
                        <a:cubicBezTo>
                          <a:pt x="13838" y="2409"/>
                          <a:pt x="8474" y="6266"/>
                          <a:pt x="6790" y="7418"/>
                        </a:cubicBezTo>
                        <a:cubicBezTo>
                          <a:pt x="5149" y="8571"/>
                          <a:pt x="229" y="11674"/>
                          <a:pt x="7" y="9635"/>
                        </a:cubicBezTo>
                        <a:cubicBezTo>
                          <a:pt x="-215" y="7551"/>
                          <a:pt x="4972" y="4182"/>
                          <a:pt x="6568" y="3118"/>
                        </a:cubicBezTo>
                        <a:cubicBezTo>
                          <a:pt x="7366" y="2586"/>
                          <a:pt x="9095" y="1434"/>
                          <a:pt x="10646" y="636"/>
                        </a:cubicBezTo>
                        <a:cubicBezTo>
                          <a:pt x="12287" y="-74"/>
                          <a:pt x="13749" y="-340"/>
                          <a:pt x="13794" y="63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75" name="Forme libre : forme 22274">
                    <a:extLst>
                      <a:ext uri="{FF2B5EF4-FFF2-40B4-BE49-F238E27FC236}">
                        <a16:creationId xmlns:a16="http://schemas.microsoft.com/office/drawing/2014/main" id="{51ABDF99-CD11-4447-8D5B-C8E750321088}"/>
                      </a:ext>
                    </a:extLst>
                  </p:cNvPr>
                  <p:cNvSpPr/>
                  <p:nvPr/>
                </p:nvSpPr>
                <p:spPr>
                  <a:xfrm>
                    <a:off x="4785879" y="1269562"/>
                    <a:ext cx="4044" cy="3034"/>
                  </a:xfrm>
                  <a:custGeom>
                    <a:avLst/>
                    <a:gdLst>
                      <a:gd name="connsiteX0" fmla="*/ 3908 w 4044"/>
                      <a:gd name="connsiteY0" fmla="*/ 121 h 3034"/>
                      <a:gd name="connsiteX1" fmla="*/ 2667 w 4044"/>
                      <a:gd name="connsiteY1" fmla="*/ 2027 h 3034"/>
                      <a:gd name="connsiteX2" fmla="*/ 140 w 4044"/>
                      <a:gd name="connsiteY2" fmla="*/ 2913 h 3034"/>
                      <a:gd name="connsiteX3" fmla="*/ 1337 w 4044"/>
                      <a:gd name="connsiteY3" fmla="*/ 1051 h 3034"/>
                      <a:gd name="connsiteX4" fmla="*/ 3908 w 4044"/>
                      <a:gd name="connsiteY4" fmla="*/ 121 h 3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44" h="3034">
                        <a:moveTo>
                          <a:pt x="3908" y="121"/>
                        </a:moveTo>
                        <a:cubicBezTo>
                          <a:pt x="4440" y="519"/>
                          <a:pt x="3288" y="1539"/>
                          <a:pt x="2667" y="2027"/>
                        </a:cubicBezTo>
                        <a:cubicBezTo>
                          <a:pt x="2046" y="2470"/>
                          <a:pt x="672" y="3357"/>
                          <a:pt x="140" y="2913"/>
                        </a:cubicBezTo>
                        <a:cubicBezTo>
                          <a:pt x="-392" y="2514"/>
                          <a:pt x="717" y="1539"/>
                          <a:pt x="1337" y="1051"/>
                        </a:cubicBezTo>
                        <a:cubicBezTo>
                          <a:pt x="2002" y="564"/>
                          <a:pt x="3376" y="-323"/>
                          <a:pt x="3908" y="12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76" name="Forme libre : forme 22275">
                    <a:extLst>
                      <a:ext uri="{FF2B5EF4-FFF2-40B4-BE49-F238E27FC236}">
                        <a16:creationId xmlns:a16="http://schemas.microsoft.com/office/drawing/2014/main" id="{A08A416C-86FD-400B-AD34-42D3FA51A1E7}"/>
                      </a:ext>
                    </a:extLst>
                  </p:cNvPr>
                  <p:cNvSpPr/>
                  <p:nvPr/>
                </p:nvSpPr>
                <p:spPr>
                  <a:xfrm>
                    <a:off x="4767622" y="1256764"/>
                    <a:ext cx="40680" cy="17478"/>
                  </a:xfrm>
                  <a:custGeom>
                    <a:avLst/>
                    <a:gdLst>
                      <a:gd name="connsiteX0" fmla="*/ 27619 w 40680"/>
                      <a:gd name="connsiteY0" fmla="*/ 684 h 17478"/>
                      <a:gd name="connsiteX1" fmla="*/ 39898 w 40680"/>
                      <a:gd name="connsiteY1" fmla="*/ 950 h 17478"/>
                      <a:gd name="connsiteX2" fmla="*/ 38923 w 40680"/>
                      <a:gd name="connsiteY2" fmla="*/ 4673 h 17478"/>
                      <a:gd name="connsiteX3" fmla="*/ 33914 w 40680"/>
                      <a:gd name="connsiteY3" fmla="*/ 5915 h 17478"/>
                      <a:gd name="connsiteX4" fmla="*/ 18575 w 40680"/>
                      <a:gd name="connsiteY4" fmla="*/ 9594 h 17478"/>
                      <a:gd name="connsiteX5" fmla="*/ 14142 w 40680"/>
                      <a:gd name="connsiteY5" fmla="*/ 11633 h 17478"/>
                      <a:gd name="connsiteX6" fmla="*/ 7980 w 40680"/>
                      <a:gd name="connsiteY6" fmla="*/ 15047 h 17478"/>
                      <a:gd name="connsiteX7" fmla="*/ 0 w 40680"/>
                      <a:gd name="connsiteY7" fmla="*/ 16244 h 17478"/>
                      <a:gd name="connsiteX8" fmla="*/ 16757 w 40680"/>
                      <a:gd name="connsiteY8" fmla="*/ 2235 h 17478"/>
                      <a:gd name="connsiteX9" fmla="*/ 27619 w 40680"/>
                      <a:gd name="connsiteY9" fmla="*/ 684 h 17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0680" h="17478">
                        <a:moveTo>
                          <a:pt x="27619" y="684"/>
                        </a:moveTo>
                        <a:cubicBezTo>
                          <a:pt x="32362" y="-247"/>
                          <a:pt x="36130" y="-292"/>
                          <a:pt x="39898" y="950"/>
                        </a:cubicBezTo>
                        <a:cubicBezTo>
                          <a:pt x="41317" y="1437"/>
                          <a:pt x="40696" y="3565"/>
                          <a:pt x="38923" y="4673"/>
                        </a:cubicBezTo>
                        <a:cubicBezTo>
                          <a:pt x="37150" y="5826"/>
                          <a:pt x="35509" y="5782"/>
                          <a:pt x="33914" y="5915"/>
                        </a:cubicBezTo>
                        <a:cubicBezTo>
                          <a:pt x="28948" y="6402"/>
                          <a:pt x="24028" y="7821"/>
                          <a:pt x="18575" y="9594"/>
                        </a:cubicBezTo>
                        <a:cubicBezTo>
                          <a:pt x="17733" y="9905"/>
                          <a:pt x="16048" y="10614"/>
                          <a:pt x="14142" y="11633"/>
                        </a:cubicBezTo>
                        <a:cubicBezTo>
                          <a:pt x="12280" y="12697"/>
                          <a:pt x="10063" y="13983"/>
                          <a:pt x="7980" y="15047"/>
                        </a:cubicBezTo>
                        <a:cubicBezTo>
                          <a:pt x="3768" y="17175"/>
                          <a:pt x="-44" y="18638"/>
                          <a:pt x="0" y="16244"/>
                        </a:cubicBezTo>
                        <a:cubicBezTo>
                          <a:pt x="133" y="11412"/>
                          <a:pt x="11970" y="3521"/>
                          <a:pt x="16757" y="2235"/>
                        </a:cubicBezTo>
                        <a:cubicBezTo>
                          <a:pt x="21368" y="684"/>
                          <a:pt x="23983" y="1304"/>
                          <a:pt x="27619" y="68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06" name="Graphique 2">
                  <a:extLst>
                    <a:ext uri="{FF2B5EF4-FFF2-40B4-BE49-F238E27FC236}">
                      <a16:creationId xmlns:a16="http://schemas.microsoft.com/office/drawing/2014/main" id="{FB0B91F3-9A4F-42FB-9F72-B78E236121CE}"/>
                    </a:ext>
                  </a:extLst>
                </p:cNvPr>
                <p:cNvGrpSpPr/>
                <p:nvPr/>
              </p:nvGrpSpPr>
              <p:grpSpPr>
                <a:xfrm>
                  <a:off x="4811178" y="1213688"/>
                  <a:ext cx="91724" cy="48019"/>
                  <a:chOff x="4811178" y="1213688"/>
                  <a:chExt cx="91724" cy="48019"/>
                </a:xfrm>
                <a:solidFill>
                  <a:schemeClr val="accent1"/>
                </a:solidFill>
              </p:grpSpPr>
              <p:sp>
                <p:nvSpPr>
                  <p:cNvPr id="22253" name="Forme libre : forme 22252">
                    <a:extLst>
                      <a:ext uri="{FF2B5EF4-FFF2-40B4-BE49-F238E27FC236}">
                        <a16:creationId xmlns:a16="http://schemas.microsoft.com/office/drawing/2014/main" id="{FB428C92-D982-4085-960A-0DBBC3355843}"/>
                      </a:ext>
                    </a:extLst>
                  </p:cNvPr>
                  <p:cNvSpPr/>
                  <p:nvPr/>
                </p:nvSpPr>
                <p:spPr>
                  <a:xfrm>
                    <a:off x="4811178" y="1213688"/>
                    <a:ext cx="91724" cy="48019"/>
                  </a:xfrm>
                  <a:custGeom>
                    <a:avLst/>
                    <a:gdLst>
                      <a:gd name="connsiteX0" fmla="*/ 65410 w 91724"/>
                      <a:gd name="connsiteY0" fmla="*/ 34671 h 48019"/>
                      <a:gd name="connsiteX1" fmla="*/ 51224 w 91724"/>
                      <a:gd name="connsiteY1" fmla="*/ 39503 h 48019"/>
                      <a:gd name="connsiteX2" fmla="*/ 36950 w 91724"/>
                      <a:gd name="connsiteY2" fmla="*/ 44734 h 48019"/>
                      <a:gd name="connsiteX3" fmla="*/ 32162 w 91724"/>
                      <a:gd name="connsiteY3" fmla="*/ 46064 h 48019"/>
                      <a:gd name="connsiteX4" fmla="*/ 27862 w 91724"/>
                      <a:gd name="connsiteY4" fmla="*/ 47217 h 48019"/>
                      <a:gd name="connsiteX5" fmla="*/ 19927 w 91724"/>
                      <a:gd name="connsiteY5" fmla="*/ 48015 h 48019"/>
                      <a:gd name="connsiteX6" fmla="*/ 12390 w 91724"/>
                      <a:gd name="connsiteY6" fmla="*/ 47172 h 48019"/>
                      <a:gd name="connsiteX7" fmla="*/ 4943 w 91724"/>
                      <a:gd name="connsiteY7" fmla="*/ 45621 h 48019"/>
                      <a:gd name="connsiteX8" fmla="*/ 377 w 91724"/>
                      <a:gd name="connsiteY8" fmla="*/ 36666 h 48019"/>
                      <a:gd name="connsiteX9" fmla="*/ 8800 w 91724"/>
                      <a:gd name="connsiteY9" fmla="*/ 23056 h 48019"/>
                      <a:gd name="connsiteX10" fmla="*/ 24315 w 91724"/>
                      <a:gd name="connsiteY10" fmla="*/ 12018 h 48019"/>
                      <a:gd name="connsiteX11" fmla="*/ 39166 w 91724"/>
                      <a:gd name="connsiteY11" fmla="*/ 5945 h 48019"/>
                      <a:gd name="connsiteX12" fmla="*/ 54726 w 91724"/>
                      <a:gd name="connsiteY12" fmla="*/ 1378 h 48019"/>
                      <a:gd name="connsiteX13" fmla="*/ 64967 w 91724"/>
                      <a:gd name="connsiteY13" fmla="*/ 4 h 48019"/>
                      <a:gd name="connsiteX14" fmla="*/ 73611 w 91724"/>
                      <a:gd name="connsiteY14" fmla="*/ 802 h 48019"/>
                      <a:gd name="connsiteX15" fmla="*/ 81059 w 91724"/>
                      <a:gd name="connsiteY15" fmla="*/ 3063 h 48019"/>
                      <a:gd name="connsiteX16" fmla="*/ 87975 w 91724"/>
                      <a:gd name="connsiteY16" fmla="*/ 6920 h 48019"/>
                      <a:gd name="connsiteX17" fmla="*/ 90900 w 91724"/>
                      <a:gd name="connsiteY17" fmla="*/ 16318 h 48019"/>
                      <a:gd name="connsiteX18" fmla="*/ 65410 w 91724"/>
                      <a:gd name="connsiteY18" fmla="*/ 34671 h 48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1724" h="48019">
                        <a:moveTo>
                          <a:pt x="65410" y="34671"/>
                        </a:moveTo>
                        <a:cubicBezTo>
                          <a:pt x="62041" y="36001"/>
                          <a:pt x="56677" y="37819"/>
                          <a:pt x="51224" y="39503"/>
                        </a:cubicBezTo>
                        <a:cubicBezTo>
                          <a:pt x="45816" y="41365"/>
                          <a:pt x="40541" y="43626"/>
                          <a:pt x="36950" y="44734"/>
                        </a:cubicBezTo>
                        <a:cubicBezTo>
                          <a:pt x="35265" y="45266"/>
                          <a:pt x="33669" y="45709"/>
                          <a:pt x="32162" y="46064"/>
                        </a:cubicBezTo>
                        <a:cubicBezTo>
                          <a:pt x="30699" y="46552"/>
                          <a:pt x="29236" y="46906"/>
                          <a:pt x="27862" y="47217"/>
                        </a:cubicBezTo>
                        <a:cubicBezTo>
                          <a:pt x="25069" y="47793"/>
                          <a:pt x="22454" y="48059"/>
                          <a:pt x="19927" y="48015"/>
                        </a:cubicBezTo>
                        <a:cubicBezTo>
                          <a:pt x="17355" y="47970"/>
                          <a:pt x="14873" y="47660"/>
                          <a:pt x="12390" y="47172"/>
                        </a:cubicBezTo>
                        <a:cubicBezTo>
                          <a:pt x="9952" y="46818"/>
                          <a:pt x="7514" y="46286"/>
                          <a:pt x="4943" y="45621"/>
                        </a:cubicBezTo>
                        <a:cubicBezTo>
                          <a:pt x="1396" y="44690"/>
                          <a:pt x="-953" y="40212"/>
                          <a:pt x="377" y="36666"/>
                        </a:cubicBezTo>
                        <a:cubicBezTo>
                          <a:pt x="2239" y="31435"/>
                          <a:pt x="4943" y="27090"/>
                          <a:pt x="8800" y="23056"/>
                        </a:cubicBezTo>
                        <a:cubicBezTo>
                          <a:pt x="12656" y="19066"/>
                          <a:pt x="17444" y="14899"/>
                          <a:pt x="24315" y="12018"/>
                        </a:cubicBezTo>
                        <a:cubicBezTo>
                          <a:pt x="27951" y="10422"/>
                          <a:pt x="33492" y="7984"/>
                          <a:pt x="39166" y="5945"/>
                        </a:cubicBezTo>
                        <a:cubicBezTo>
                          <a:pt x="44929" y="4171"/>
                          <a:pt x="50737" y="2442"/>
                          <a:pt x="54726" y="1378"/>
                        </a:cubicBezTo>
                        <a:cubicBezTo>
                          <a:pt x="58406" y="270"/>
                          <a:pt x="61864" y="49"/>
                          <a:pt x="64967" y="4"/>
                        </a:cubicBezTo>
                        <a:cubicBezTo>
                          <a:pt x="68114" y="-40"/>
                          <a:pt x="70952" y="270"/>
                          <a:pt x="73611" y="802"/>
                        </a:cubicBezTo>
                        <a:cubicBezTo>
                          <a:pt x="76271" y="1334"/>
                          <a:pt x="78709" y="2088"/>
                          <a:pt x="81059" y="3063"/>
                        </a:cubicBezTo>
                        <a:cubicBezTo>
                          <a:pt x="83453" y="4171"/>
                          <a:pt x="85714" y="5501"/>
                          <a:pt x="87975" y="6920"/>
                        </a:cubicBezTo>
                        <a:cubicBezTo>
                          <a:pt x="91122" y="8915"/>
                          <a:pt x="92851" y="13525"/>
                          <a:pt x="90900" y="16318"/>
                        </a:cubicBezTo>
                        <a:cubicBezTo>
                          <a:pt x="85049" y="24209"/>
                          <a:pt x="78133" y="30637"/>
                          <a:pt x="65410" y="3467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54" name="Forme libre : forme 22253">
                    <a:extLst>
                      <a:ext uri="{FF2B5EF4-FFF2-40B4-BE49-F238E27FC236}">
                        <a16:creationId xmlns:a16="http://schemas.microsoft.com/office/drawing/2014/main" id="{B28E0F10-9C72-427F-9107-CC49DFEC3AC9}"/>
                      </a:ext>
                    </a:extLst>
                  </p:cNvPr>
                  <p:cNvSpPr/>
                  <p:nvPr/>
                </p:nvSpPr>
                <p:spPr>
                  <a:xfrm>
                    <a:off x="4812441" y="1229652"/>
                    <a:ext cx="89637" cy="31865"/>
                  </a:xfrm>
                  <a:custGeom>
                    <a:avLst/>
                    <a:gdLst>
                      <a:gd name="connsiteX0" fmla="*/ 35376 w 89637"/>
                      <a:gd name="connsiteY0" fmla="*/ 15338 h 31865"/>
                      <a:gd name="connsiteX1" fmla="*/ 26421 w 89637"/>
                      <a:gd name="connsiteY1" fmla="*/ 19151 h 31865"/>
                      <a:gd name="connsiteX2" fmla="*/ 17555 w 89637"/>
                      <a:gd name="connsiteY2" fmla="*/ 22919 h 31865"/>
                      <a:gd name="connsiteX3" fmla="*/ 8600 w 89637"/>
                      <a:gd name="connsiteY3" fmla="*/ 25490 h 31865"/>
                      <a:gd name="connsiteX4" fmla="*/ 0 w 89637"/>
                      <a:gd name="connsiteY4" fmla="*/ 26909 h 31865"/>
                      <a:gd name="connsiteX5" fmla="*/ 3591 w 89637"/>
                      <a:gd name="connsiteY5" fmla="*/ 29524 h 31865"/>
                      <a:gd name="connsiteX6" fmla="*/ 8778 w 89637"/>
                      <a:gd name="connsiteY6" fmla="*/ 30677 h 31865"/>
                      <a:gd name="connsiteX7" fmla="*/ 24072 w 89637"/>
                      <a:gd name="connsiteY7" fmla="*/ 31519 h 31865"/>
                      <a:gd name="connsiteX8" fmla="*/ 35642 w 89637"/>
                      <a:gd name="connsiteY8" fmla="*/ 28593 h 31865"/>
                      <a:gd name="connsiteX9" fmla="*/ 40252 w 89637"/>
                      <a:gd name="connsiteY9" fmla="*/ 26998 h 31865"/>
                      <a:gd name="connsiteX10" fmla="*/ 62019 w 89637"/>
                      <a:gd name="connsiteY10" fmla="*/ 19328 h 31865"/>
                      <a:gd name="connsiteX11" fmla="*/ 64103 w 89637"/>
                      <a:gd name="connsiteY11" fmla="*/ 18530 h 31865"/>
                      <a:gd name="connsiteX12" fmla="*/ 75673 w 89637"/>
                      <a:gd name="connsiteY12" fmla="*/ 13388 h 31865"/>
                      <a:gd name="connsiteX13" fmla="*/ 86711 w 89637"/>
                      <a:gd name="connsiteY13" fmla="*/ 3812 h 31865"/>
                      <a:gd name="connsiteX14" fmla="*/ 89549 w 89637"/>
                      <a:gd name="connsiteY14" fmla="*/ 133 h 31865"/>
                      <a:gd name="connsiteX15" fmla="*/ 89637 w 89637"/>
                      <a:gd name="connsiteY15" fmla="*/ 0 h 31865"/>
                      <a:gd name="connsiteX16" fmla="*/ 82633 w 89637"/>
                      <a:gd name="connsiteY16" fmla="*/ 931 h 31865"/>
                      <a:gd name="connsiteX17" fmla="*/ 75673 w 89637"/>
                      <a:gd name="connsiteY17" fmla="*/ 2394 h 31865"/>
                      <a:gd name="connsiteX18" fmla="*/ 61753 w 89637"/>
                      <a:gd name="connsiteY18" fmla="*/ 5541 h 31865"/>
                      <a:gd name="connsiteX19" fmla="*/ 35376 w 89637"/>
                      <a:gd name="connsiteY19" fmla="*/ 15338 h 31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89637" h="31865">
                        <a:moveTo>
                          <a:pt x="35376" y="15338"/>
                        </a:moveTo>
                        <a:cubicBezTo>
                          <a:pt x="32450" y="16713"/>
                          <a:pt x="29480" y="17998"/>
                          <a:pt x="26421" y="19151"/>
                        </a:cubicBezTo>
                        <a:cubicBezTo>
                          <a:pt x="23495" y="20525"/>
                          <a:pt x="20525" y="21855"/>
                          <a:pt x="17555" y="22919"/>
                        </a:cubicBezTo>
                        <a:cubicBezTo>
                          <a:pt x="14585" y="23983"/>
                          <a:pt x="11570" y="24870"/>
                          <a:pt x="8600" y="25490"/>
                        </a:cubicBezTo>
                        <a:cubicBezTo>
                          <a:pt x="5674" y="26200"/>
                          <a:pt x="2837" y="26776"/>
                          <a:pt x="0" y="26909"/>
                        </a:cubicBezTo>
                        <a:cubicBezTo>
                          <a:pt x="887" y="28194"/>
                          <a:pt x="2128" y="29170"/>
                          <a:pt x="3591" y="29524"/>
                        </a:cubicBezTo>
                        <a:cubicBezTo>
                          <a:pt x="5364" y="29968"/>
                          <a:pt x="7093" y="30367"/>
                          <a:pt x="8778" y="30677"/>
                        </a:cubicBezTo>
                        <a:cubicBezTo>
                          <a:pt x="13698" y="31608"/>
                          <a:pt x="18708" y="32317"/>
                          <a:pt x="24072" y="31519"/>
                        </a:cubicBezTo>
                        <a:cubicBezTo>
                          <a:pt x="27574" y="31032"/>
                          <a:pt x="31253" y="29879"/>
                          <a:pt x="35642" y="28593"/>
                        </a:cubicBezTo>
                        <a:cubicBezTo>
                          <a:pt x="36972" y="28150"/>
                          <a:pt x="38524" y="27574"/>
                          <a:pt x="40252" y="26998"/>
                        </a:cubicBezTo>
                        <a:cubicBezTo>
                          <a:pt x="46813" y="24205"/>
                          <a:pt x="56167" y="21456"/>
                          <a:pt x="62019" y="19328"/>
                        </a:cubicBezTo>
                        <a:cubicBezTo>
                          <a:pt x="62773" y="19062"/>
                          <a:pt x="63482" y="18796"/>
                          <a:pt x="64103" y="18530"/>
                        </a:cubicBezTo>
                        <a:cubicBezTo>
                          <a:pt x="68580" y="16890"/>
                          <a:pt x="72437" y="15427"/>
                          <a:pt x="75673" y="13388"/>
                        </a:cubicBezTo>
                        <a:cubicBezTo>
                          <a:pt x="80106" y="10639"/>
                          <a:pt x="83564" y="7137"/>
                          <a:pt x="86711" y="3812"/>
                        </a:cubicBezTo>
                        <a:cubicBezTo>
                          <a:pt x="87687" y="2660"/>
                          <a:pt x="88662" y="1419"/>
                          <a:pt x="89549" y="133"/>
                        </a:cubicBezTo>
                        <a:lnTo>
                          <a:pt x="89637" y="0"/>
                        </a:lnTo>
                        <a:cubicBezTo>
                          <a:pt x="87332" y="310"/>
                          <a:pt x="84982" y="621"/>
                          <a:pt x="82633" y="931"/>
                        </a:cubicBezTo>
                        <a:cubicBezTo>
                          <a:pt x="80328" y="1374"/>
                          <a:pt x="78022" y="1906"/>
                          <a:pt x="75673" y="2394"/>
                        </a:cubicBezTo>
                        <a:cubicBezTo>
                          <a:pt x="71063" y="3458"/>
                          <a:pt x="66363" y="4344"/>
                          <a:pt x="61753" y="5541"/>
                        </a:cubicBezTo>
                        <a:cubicBezTo>
                          <a:pt x="52754" y="8556"/>
                          <a:pt x="43622" y="11127"/>
                          <a:pt x="35376" y="1533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55" name="Forme libre : forme 22254">
                    <a:extLst>
                      <a:ext uri="{FF2B5EF4-FFF2-40B4-BE49-F238E27FC236}">
                        <a16:creationId xmlns:a16="http://schemas.microsoft.com/office/drawing/2014/main" id="{4DF32D51-95D9-4F30-983D-0516FCA949B9}"/>
                      </a:ext>
                    </a:extLst>
                  </p:cNvPr>
                  <p:cNvSpPr/>
                  <p:nvPr/>
                </p:nvSpPr>
                <p:spPr>
                  <a:xfrm>
                    <a:off x="4842148" y="1226829"/>
                    <a:ext cx="42617" cy="17433"/>
                  </a:xfrm>
                  <a:custGeom>
                    <a:avLst/>
                    <a:gdLst>
                      <a:gd name="connsiteX0" fmla="*/ 42552 w 42617"/>
                      <a:gd name="connsiteY0" fmla="*/ 2379 h 17433"/>
                      <a:gd name="connsiteX1" fmla="*/ 34705 w 42617"/>
                      <a:gd name="connsiteY1" fmla="*/ 8940 h 17433"/>
                      <a:gd name="connsiteX2" fmla="*/ 22115 w 42617"/>
                      <a:gd name="connsiteY2" fmla="*/ 13994 h 17433"/>
                      <a:gd name="connsiteX3" fmla="*/ 216 w 42617"/>
                      <a:gd name="connsiteY3" fmla="*/ 15413 h 17433"/>
                      <a:gd name="connsiteX4" fmla="*/ 18436 w 42617"/>
                      <a:gd name="connsiteY4" fmla="*/ 3044 h 17433"/>
                      <a:gd name="connsiteX5" fmla="*/ 32001 w 42617"/>
                      <a:gd name="connsiteY5" fmla="*/ 118 h 17433"/>
                      <a:gd name="connsiteX6" fmla="*/ 42552 w 42617"/>
                      <a:gd name="connsiteY6" fmla="*/ 2379 h 17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617" h="17433">
                        <a:moveTo>
                          <a:pt x="42552" y="2379"/>
                        </a:moveTo>
                        <a:cubicBezTo>
                          <a:pt x="43173" y="4640"/>
                          <a:pt x="39316" y="6990"/>
                          <a:pt x="34705" y="8940"/>
                        </a:cubicBezTo>
                        <a:cubicBezTo>
                          <a:pt x="30139" y="11024"/>
                          <a:pt x="24864" y="13152"/>
                          <a:pt x="22115" y="13994"/>
                        </a:cubicBezTo>
                        <a:cubicBezTo>
                          <a:pt x="16530" y="15324"/>
                          <a:pt x="2432" y="20112"/>
                          <a:pt x="216" y="15413"/>
                        </a:cubicBezTo>
                        <a:cubicBezTo>
                          <a:pt x="-1956" y="10847"/>
                          <a:pt x="12850" y="4153"/>
                          <a:pt x="18436" y="3044"/>
                        </a:cubicBezTo>
                        <a:cubicBezTo>
                          <a:pt x="21140" y="2335"/>
                          <a:pt x="26814" y="695"/>
                          <a:pt x="32001" y="118"/>
                        </a:cubicBezTo>
                        <a:cubicBezTo>
                          <a:pt x="37277" y="-236"/>
                          <a:pt x="41976" y="118"/>
                          <a:pt x="42552" y="237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56" name="Forme libre : forme 22255">
                    <a:extLst>
                      <a:ext uri="{FF2B5EF4-FFF2-40B4-BE49-F238E27FC236}">
                        <a16:creationId xmlns:a16="http://schemas.microsoft.com/office/drawing/2014/main" id="{F9FF1516-AED2-414E-AC89-38F567D88869}"/>
                      </a:ext>
                    </a:extLst>
                  </p:cNvPr>
                  <p:cNvSpPr/>
                  <p:nvPr/>
                </p:nvSpPr>
                <p:spPr>
                  <a:xfrm>
                    <a:off x="4841763" y="1234439"/>
                    <a:ext cx="31366" cy="9746"/>
                  </a:xfrm>
                  <a:custGeom>
                    <a:avLst/>
                    <a:gdLst>
                      <a:gd name="connsiteX0" fmla="*/ 7649 w 31366"/>
                      <a:gd name="connsiteY0" fmla="*/ 0 h 9746"/>
                      <a:gd name="connsiteX1" fmla="*/ 423 w 31366"/>
                      <a:gd name="connsiteY1" fmla="*/ 7891 h 9746"/>
                      <a:gd name="connsiteX2" fmla="*/ 22766 w 31366"/>
                      <a:gd name="connsiteY2" fmla="*/ 6339 h 9746"/>
                      <a:gd name="connsiteX3" fmla="*/ 31366 w 31366"/>
                      <a:gd name="connsiteY3" fmla="*/ 2837 h 9746"/>
                      <a:gd name="connsiteX4" fmla="*/ 26534 w 31366"/>
                      <a:gd name="connsiteY4" fmla="*/ 3990 h 9746"/>
                      <a:gd name="connsiteX5" fmla="*/ 15186 w 31366"/>
                      <a:gd name="connsiteY5" fmla="*/ 3946 h 9746"/>
                      <a:gd name="connsiteX6" fmla="*/ 7649 w 31366"/>
                      <a:gd name="connsiteY6" fmla="*/ 0 h 9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366" h="9746">
                        <a:moveTo>
                          <a:pt x="7649" y="0"/>
                        </a:moveTo>
                        <a:cubicBezTo>
                          <a:pt x="5300" y="1906"/>
                          <a:pt x="-1793" y="5320"/>
                          <a:pt x="423" y="7891"/>
                        </a:cubicBezTo>
                        <a:cubicBezTo>
                          <a:pt x="4014" y="12102"/>
                          <a:pt x="15762" y="8068"/>
                          <a:pt x="22766" y="6339"/>
                        </a:cubicBezTo>
                        <a:cubicBezTo>
                          <a:pt x="24761" y="5719"/>
                          <a:pt x="29194" y="3946"/>
                          <a:pt x="31366" y="2837"/>
                        </a:cubicBezTo>
                        <a:cubicBezTo>
                          <a:pt x="30037" y="3192"/>
                          <a:pt x="27864" y="3901"/>
                          <a:pt x="26534" y="3990"/>
                        </a:cubicBezTo>
                        <a:cubicBezTo>
                          <a:pt x="22811" y="4300"/>
                          <a:pt x="18688" y="4477"/>
                          <a:pt x="15186" y="3946"/>
                        </a:cubicBezTo>
                        <a:cubicBezTo>
                          <a:pt x="11639" y="3458"/>
                          <a:pt x="8846" y="2571"/>
                          <a:pt x="764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57" name="Forme libre : forme 22256">
                    <a:extLst>
                      <a:ext uri="{FF2B5EF4-FFF2-40B4-BE49-F238E27FC236}">
                        <a16:creationId xmlns:a16="http://schemas.microsoft.com/office/drawing/2014/main" id="{CB4CBFB7-8DBD-4616-BD79-C6418C2294CF}"/>
                      </a:ext>
                    </a:extLst>
                  </p:cNvPr>
                  <p:cNvSpPr/>
                  <p:nvPr/>
                </p:nvSpPr>
                <p:spPr>
                  <a:xfrm>
                    <a:off x="4844711" y="1227295"/>
                    <a:ext cx="42609" cy="17397"/>
                  </a:xfrm>
                  <a:custGeom>
                    <a:avLst/>
                    <a:gdLst>
                      <a:gd name="connsiteX0" fmla="*/ 42604 w 42609"/>
                      <a:gd name="connsiteY0" fmla="*/ 2534 h 17397"/>
                      <a:gd name="connsiteX1" fmla="*/ 34226 w 42609"/>
                      <a:gd name="connsiteY1" fmla="*/ 9272 h 17397"/>
                      <a:gd name="connsiteX2" fmla="*/ 27488 w 42609"/>
                      <a:gd name="connsiteY2" fmla="*/ 12109 h 17397"/>
                      <a:gd name="connsiteX3" fmla="*/ 21902 w 42609"/>
                      <a:gd name="connsiteY3" fmla="*/ 14237 h 17397"/>
                      <a:gd name="connsiteX4" fmla="*/ 9800 w 42609"/>
                      <a:gd name="connsiteY4" fmla="*/ 17030 h 17397"/>
                      <a:gd name="connsiteX5" fmla="*/ 268 w 42609"/>
                      <a:gd name="connsiteY5" fmla="*/ 15257 h 17397"/>
                      <a:gd name="connsiteX6" fmla="*/ 6430 w 42609"/>
                      <a:gd name="connsiteY6" fmla="*/ 7809 h 17397"/>
                      <a:gd name="connsiteX7" fmla="*/ 18400 w 42609"/>
                      <a:gd name="connsiteY7" fmla="*/ 3154 h 17397"/>
                      <a:gd name="connsiteX8" fmla="*/ 24296 w 42609"/>
                      <a:gd name="connsiteY8" fmla="*/ 1558 h 17397"/>
                      <a:gd name="connsiteX9" fmla="*/ 28241 w 42609"/>
                      <a:gd name="connsiteY9" fmla="*/ 627 h 17397"/>
                      <a:gd name="connsiteX10" fmla="*/ 32408 w 42609"/>
                      <a:gd name="connsiteY10" fmla="*/ 140 h 17397"/>
                      <a:gd name="connsiteX11" fmla="*/ 42604 w 42609"/>
                      <a:gd name="connsiteY11" fmla="*/ 2534 h 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2609" h="17397">
                        <a:moveTo>
                          <a:pt x="42604" y="2534"/>
                        </a:moveTo>
                        <a:cubicBezTo>
                          <a:pt x="42427" y="5016"/>
                          <a:pt x="38659" y="7366"/>
                          <a:pt x="34226" y="9272"/>
                        </a:cubicBezTo>
                        <a:cubicBezTo>
                          <a:pt x="32009" y="10159"/>
                          <a:pt x="29660" y="11178"/>
                          <a:pt x="27488" y="12109"/>
                        </a:cubicBezTo>
                        <a:cubicBezTo>
                          <a:pt x="25315" y="12996"/>
                          <a:pt x="23365" y="13749"/>
                          <a:pt x="21902" y="14237"/>
                        </a:cubicBezTo>
                        <a:cubicBezTo>
                          <a:pt x="19020" y="15345"/>
                          <a:pt x="14100" y="16232"/>
                          <a:pt x="9800" y="17030"/>
                        </a:cubicBezTo>
                        <a:cubicBezTo>
                          <a:pt x="5499" y="17739"/>
                          <a:pt x="1510" y="17562"/>
                          <a:pt x="268" y="15257"/>
                        </a:cubicBezTo>
                        <a:cubicBezTo>
                          <a:pt x="-973" y="12951"/>
                          <a:pt x="2263" y="10203"/>
                          <a:pt x="6430" y="7809"/>
                        </a:cubicBezTo>
                        <a:cubicBezTo>
                          <a:pt x="10598" y="5326"/>
                          <a:pt x="15962" y="3997"/>
                          <a:pt x="18400" y="3154"/>
                        </a:cubicBezTo>
                        <a:cubicBezTo>
                          <a:pt x="19641" y="2800"/>
                          <a:pt x="21769" y="2179"/>
                          <a:pt x="24296" y="1558"/>
                        </a:cubicBezTo>
                        <a:cubicBezTo>
                          <a:pt x="25537" y="1248"/>
                          <a:pt x="26867" y="938"/>
                          <a:pt x="28241" y="627"/>
                        </a:cubicBezTo>
                        <a:cubicBezTo>
                          <a:pt x="29615" y="406"/>
                          <a:pt x="31034" y="273"/>
                          <a:pt x="32408" y="140"/>
                        </a:cubicBezTo>
                        <a:cubicBezTo>
                          <a:pt x="37994" y="-259"/>
                          <a:pt x="42782" y="95"/>
                          <a:pt x="42604" y="253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58" name="Forme libre : forme 22257">
                    <a:extLst>
                      <a:ext uri="{FF2B5EF4-FFF2-40B4-BE49-F238E27FC236}">
                        <a16:creationId xmlns:a16="http://schemas.microsoft.com/office/drawing/2014/main" id="{2D1CBD1B-35EE-4661-ABC0-ACEDD600B79D}"/>
                      </a:ext>
                    </a:extLst>
                  </p:cNvPr>
                  <p:cNvSpPr/>
                  <p:nvPr/>
                </p:nvSpPr>
                <p:spPr>
                  <a:xfrm>
                    <a:off x="4822246" y="1235326"/>
                    <a:ext cx="54499" cy="18819"/>
                  </a:xfrm>
                  <a:custGeom>
                    <a:avLst/>
                    <a:gdLst>
                      <a:gd name="connsiteX0" fmla="*/ 1588 w 54499"/>
                      <a:gd name="connsiteY0" fmla="*/ 15782 h 18819"/>
                      <a:gd name="connsiteX1" fmla="*/ 9080 w 54499"/>
                      <a:gd name="connsiteY1" fmla="*/ 18442 h 18819"/>
                      <a:gd name="connsiteX2" fmla="*/ 19054 w 54499"/>
                      <a:gd name="connsiteY2" fmla="*/ 18796 h 18819"/>
                      <a:gd name="connsiteX3" fmla="*/ 29960 w 54499"/>
                      <a:gd name="connsiteY3" fmla="*/ 17732 h 18819"/>
                      <a:gd name="connsiteX4" fmla="*/ 48800 w 54499"/>
                      <a:gd name="connsiteY4" fmla="*/ 10107 h 18819"/>
                      <a:gd name="connsiteX5" fmla="*/ 53987 w 54499"/>
                      <a:gd name="connsiteY5" fmla="*/ 1818 h 18819"/>
                      <a:gd name="connsiteX6" fmla="*/ 46805 w 54499"/>
                      <a:gd name="connsiteY6" fmla="*/ 1197 h 18819"/>
                      <a:gd name="connsiteX7" fmla="*/ 36964 w 54499"/>
                      <a:gd name="connsiteY7" fmla="*/ 1330 h 18819"/>
                      <a:gd name="connsiteX8" fmla="*/ 31955 w 54499"/>
                      <a:gd name="connsiteY8" fmla="*/ 1153 h 18819"/>
                      <a:gd name="connsiteX9" fmla="*/ 26901 w 54499"/>
                      <a:gd name="connsiteY9" fmla="*/ 887 h 18819"/>
                      <a:gd name="connsiteX10" fmla="*/ 17281 w 54499"/>
                      <a:gd name="connsiteY10" fmla="*/ 0 h 18819"/>
                      <a:gd name="connsiteX11" fmla="*/ 6686 w 54499"/>
                      <a:gd name="connsiteY11" fmla="*/ 2704 h 18819"/>
                      <a:gd name="connsiteX12" fmla="*/ 1588 w 54499"/>
                      <a:gd name="connsiteY12" fmla="*/ 15782 h 18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4499" h="18819">
                        <a:moveTo>
                          <a:pt x="1588" y="15782"/>
                        </a:moveTo>
                        <a:cubicBezTo>
                          <a:pt x="3982" y="17865"/>
                          <a:pt x="5356" y="18220"/>
                          <a:pt x="9080" y="18442"/>
                        </a:cubicBezTo>
                        <a:cubicBezTo>
                          <a:pt x="12626" y="18708"/>
                          <a:pt x="15774" y="18885"/>
                          <a:pt x="19054" y="18796"/>
                        </a:cubicBezTo>
                        <a:cubicBezTo>
                          <a:pt x="22423" y="18885"/>
                          <a:pt x="25881" y="18663"/>
                          <a:pt x="29960" y="17732"/>
                        </a:cubicBezTo>
                        <a:cubicBezTo>
                          <a:pt x="36609" y="15915"/>
                          <a:pt x="43791" y="13477"/>
                          <a:pt x="48800" y="10107"/>
                        </a:cubicBezTo>
                        <a:cubicBezTo>
                          <a:pt x="52480" y="7581"/>
                          <a:pt x="55805" y="4211"/>
                          <a:pt x="53987" y="1818"/>
                        </a:cubicBezTo>
                        <a:cubicBezTo>
                          <a:pt x="52834" y="222"/>
                          <a:pt x="49598" y="1197"/>
                          <a:pt x="46805" y="1197"/>
                        </a:cubicBezTo>
                        <a:cubicBezTo>
                          <a:pt x="43525" y="1241"/>
                          <a:pt x="40289" y="1374"/>
                          <a:pt x="36964" y="1330"/>
                        </a:cubicBezTo>
                        <a:cubicBezTo>
                          <a:pt x="35368" y="1286"/>
                          <a:pt x="33728" y="1197"/>
                          <a:pt x="31955" y="1153"/>
                        </a:cubicBezTo>
                        <a:cubicBezTo>
                          <a:pt x="30314" y="1153"/>
                          <a:pt x="28630" y="1064"/>
                          <a:pt x="26901" y="887"/>
                        </a:cubicBezTo>
                        <a:cubicBezTo>
                          <a:pt x="23931" y="576"/>
                          <a:pt x="20739" y="44"/>
                          <a:pt x="17281" y="0"/>
                        </a:cubicBezTo>
                        <a:cubicBezTo>
                          <a:pt x="13868" y="0"/>
                          <a:pt x="10188" y="443"/>
                          <a:pt x="6686" y="2704"/>
                        </a:cubicBezTo>
                        <a:cubicBezTo>
                          <a:pt x="347" y="6650"/>
                          <a:pt x="-1781" y="12900"/>
                          <a:pt x="1588" y="1578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59" name="Forme libre : forme 22258">
                    <a:extLst>
                      <a:ext uri="{FF2B5EF4-FFF2-40B4-BE49-F238E27FC236}">
                        <a16:creationId xmlns:a16="http://schemas.microsoft.com/office/drawing/2014/main" id="{0736CB16-C196-47B6-B5FC-E893FC715729}"/>
                      </a:ext>
                    </a:extLst>
                  </p:cNvPr>
                  <p:cNvSpPr/>
                  <p:nvPr/>
                </p:nvSpPr>
                <p:spPr>
                  <a:xfrm>
                    <a:off x="4831370" y="1231228"/>
                    <a:ext cx="16020" cy="11046"/>
                  </a:xfrm>
                  <a:custGeom>
                    <a:avLst/>
                    <a:gdLst>
                      <a:gd name="connsiteX0" fmla="*/ 1064 w 16020"/>
                      <a:gd name="connsiteY0" fmla="*/ 8620 h 11046"/>
                      <a:gd name="connsiteX1" fmla="*/ 0 w 16020"/>
                      <a:gd name="connsiteY1" fmla="*/ 10482 h 11046"/>
                      <a:gd name="connsiteX2" fmla="*/ 1685 w 16020"/>
                      <a:gd name="connsiteY2" fmla="*/ 10925 h 11046"/>
                      <a:gd name="connsiteX3" fmla="*/ 4743 w 16020"/>
                      <a:gd name="connsiteY3" fmla="*/ 9595 h 11046"/>
                      <a:gd name="connsiteX4" fmla="*/ 12014 w 16020"/>
                      <a:gd name="connsiteY4" fmla="*/ 5650 h 11046"/>
                      <a:gd name="connsiteX5" fmla="*/ 14496 w 16020"/>
                      <a:gd name="connsiteY5" fmla="*/ 3877 h 11046"/>
                      <a:gd name="connsiteX6" fmla="*/ 11393 w 16020"/>
                      <a:gd name="connsiteY6" fmla="*/ 862 h 11046"/>
                      <a:gd name="connsiteX7" fmla="*/ 1064 w 16020"/>
                      <a:gd name="connsiteY7" fmla="*/ 8620 h 110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020" h="11046">
                        <a:moveTo>
                          <a:pt x="1064" y="8620"/>
                        </a:moveTo>
                        <a:cubicBezTo>
                          <a:pt x="443" y="9329"/>
                          <a:pt x="0" y="9817"/>
                          <a:pt x="0" y="10482"/>
                        </a:cubicBezTo>
                        <a:cubicBezTo>
                          <a:pt x="0" y="11103"/>
                          <a:pt x="798" y="11147"/>
                          <a:pt x="1685" y="10925"/>
                        </a:cubicBezTo>
                        <a:cubicBezTo>
                          <a:pt x="2616" y="10704"/>
                          <a:pt x="3768" y="9994"/>
                          <a:pt x="4743" y="9595"/>
                        </a:cubicBezTo>
                        <a:cubicBezTo>
                          <a:pt x="7182" y="8398"/>
                          <a:pt x="9753" y="7068"/>
                          <a:pt x="12014" y="5650"/>
                        </a:cubicBezTo>
                        <a:cubicBezTo>
                          <a:pt x="12945" y="5074"/>
                          <a:pt x="13831" y="4542"/>
                          <a:pt x="14496" y="3877"/>
                        </a:cubicBezTo>
                        <a:cubicBezTo>
                          <a:pt x="17245" y="1084"/>
                          <a:pt x="16314" y="-1354"/>
                          <a:pt x="11393" y="862"/>
                        </a:cubicBezTo>
                        <a:cubicBezTo>
                          <a:pt x="7581" y="2680"/>
                          <a:pt x="3546" y="5739"/>
                          <a:pt x="1064" y="862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60" name="Forme libre : forme 22259">
                    <a:extLst>
                      <a:ext uri="{FF2B5EF4-FFF2-40B4-BE49-F238E27FC236}">
                        <a16:creationId xmlns:a16="http://schemas.microsoft.com/office/drawing/2014/main" id="{02BD8C35-793F-4ABF-8060-5F9345F6DFB6}"/>
                      </a:ext>
                    </a:extLst>
                  </p:cNvPr>
                  <p:cNvSpPr/>
                  <p:nvPr/>
                </p:nvSpPr>
                <p:spPr>
                  <a:xfrm>
                    <a:off x="4877341" y="1228854"/>
                    <a:ext cx="23185" cy="18441"/>
                  </a:xfrm>
                  <a:custGeom>
                    <a:avLst/>
                    <a:gdLst>
                      <a:gd name="connsiteX0" fmla="*/ 23185 w 23185"/>
                      <a:gd name="connsiteY0" fmla="*/ 0 h 18441"/>
                      <a:gd name="connsiteX1" fmla="*/ 0 w 23185"/>
                      <a:gd name="connsiteY1" fmla="*/ 18442 h 18441"/>
                      <a:gd name="connsiteX2" fmla="*/ 12368 w 23185"/>
                      <a:gd name="connsiteY2" fmla="*/ 9664 h 18441"/>
                      <a:gd name="connsiteX3" fmla="*/ 18087 w 23185"/>
                      <a:gd name="connsiteY3" fmla="*/ 4610 h 18441"/>
                      <a:gd name="connsiteX4" fmla="*/ 23185 w 23185"/>
                      <a:gd name="connsiteY4" fmla="*/ 0 h 18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185" h="18441">
                        <a:moveTo>
                          <a:pt x="23185" y="0"/>
                        </a:moveTo>
                        <a:cubicBezTo>
                          <a:pt x="20259" y="6694"/>
                          <a:pt x="7581" y="14097"/>
                          <a:pt x="0" y="18442"/>
                        </a:cubicBezTo>
                        <a:cubicBezTo>
                          <a:pt x="4167" y="16003"/>
                          <a:pt x="8423" y="12989"/>
                          <a:pt x="12368" y="9664"/>
                        </a:cubicBezTo>
                        <a:cubicBezTo>
                          <a:pt x="14363" y="8024"/>
                          <a:pt x="16269" y="6251"/>
                          <a:pt x="18087" y="4610"/>
                        </a:cubicBezTo>
                        <a:cubicBezTo>
                          <a:pt x="19949" y="3014"/>
                          <a:pt x="21678" y="1463"/>
                          <a:pt x="2318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61" name="Forme libre : forme 22260">
                    <a:extLst>
                      <a:ext uri="{FF2B5EF4-FFF2-40B4-BE49-F238E27FC236}">
                        <a16:creationId xmlns:a16="http://schemas.microsoft.com/office/drawing/2014/main" id="{57C88D1E-48CB-4607-850C-EA75E7FEE937}"/>
                      </a:ext>
                    </a:extLst>
                  </p:cNvPr>
                  <p:cNvSpPr/>
                  <p:nvPr/>
                </p:nvSpPr>
                <p:spPr>
                  <a:xfrm>
                    <a:off x="4812441" y="1226238"/>
                    <a:ext cx="24470" cy="24515"/>
                  </a:xfrm>
                  <a:custGeom>
                    <a:avLst/>
                    <a:gdLst>
                      <a:gd name="connsiteX0" fmla="*/ 24471 w 24470"/>
                      <a:gd name="connsiteY0" fmla="*/ 0 h 24515"/>
                      <a:gd name="connsiteX1" fmla="*/ 9442 w 24470"/>
                      <a:gd name="connsiteY1" fmla="*/ 11083 h 24515"/>
                      <a:gd name="connsiteX2" fmla="*/ 0 w 24470"/>
                      <a:gd name="connsiteY2" fmla="*/ 24515 h 24515"/>
                      <a:gd name="connsiteX3" fmla="*/ 10063 w 24470"/>
                      <a:gd name="connsiteY3" fmla="*/ 11349 h 24515"/>
                      <a:gd name="connsiteX4" fmla="*/ 17112 w 24470"/>
                      <a:gd name="connsiteY4" fmla="*/ 5054 h 24515"/>
                      <a:gd name="connsiteX5" fmla="*/ 24471 w 24470"/>
                      <a:gd name="connsiteY5" fmla="*/ 0 h 24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470" h="24515">
                        <a:moveTo>
                          <a:pt x="24471" y="0"/>
                        </a:moveTo>
                        <a:cubicBezTo>
                          <a:pt x="18397" y="2616"/>
                          <a:pt x="13477" y="6783"/>
                          <a:pt x="9442" y="11083"/>
                        </a:cubicBezTo>
                        <a:cubicBezTo>
                          <a:pt x="5364" y="15383"/>
                          <a:pt x="2172" y="19816"/>
                          <a:pt x="0" y="24515"/>
                        </a:cubicBezTo>
                        <a:cubicBezTo>
                          <a:pt x="1773" y="20038"/>
                          <a:pt x="5586" y="15649"/>
                          <a:pt x="10063" y="11349"/>
                        </a:cubicBezTo>
                        <a:cubicBezTo>
                          <a:pt x="12280" y="9177"/>
                          <a:pt x="14674" y="7093"/>
                          <a:pt x="17112" y="5054"/>
                        </a:cubicBezTo>
                        <a:cubicBezTo>
                          <a:pt x="19550" y="3148"/>
                          <a:pt x="22121" y="1552"/>
                          <a:pt x="2447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62" name="Forme libre : forme 22261">
                    <a:extLst>
                      <a:ext uri="{FF2B5EF4-FFF2-40B4-BE49-F238E27FC236}">
                        <a16:creationId xmlns:a16="http://schemas.microsoft.com/office/drawing/2014/main" id="{B7B087F9-3A93-4F26-B7E8-456AA1EB2715}"/>
                      </a:ext>
                    </a:extLst>
                  </p:cNvPr>
                  <p:cNvSpPr/>
                  <p:nvPr/>
                </p:nvSpPr>
                <p:spPr>
                  <a:xfrm>
                    <a:off x="4858188" y="1228928"/>
                    <a:ext cx="16270" cy="5213"/>
                  </a:xfrm>
                  <a:custGeom>
                    <a:avLst/>
                    <a:gdLst>
                      <a:gd name="connsiteX0" fmla="*/ 16228 w 16270"/>
                      <a:gd name="connsiteY0" fmla="*/ 1123 h 5213"/>
                      <a:gd name="connsiteX1" fmla="*/ 7140 w 16270"/>
                      <a:gd name="connsiteY1" fmla="*/ 4669 h 5213"/>
                      <a:gd name="connsiteX2" fmla="*/ 47 w 16270"/>
                      <a:gd name="connsiteY2" fmla="*/ 3960 h 5213"/>
                      <a:gd name="connsiteX3" fmla="*/ 8691 w 16270"/>
                      <a:gd name="connsiteY3" fmla="*/ 635 h 5213"/>
                      <a:gd name="connsiteX4" fmla="*/ 16228 w 16270"/>
                      <a:gd name="connsiteY4" fmla="*/ 1123 h 5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70" h="5213">
                        <a:moveTo>
                          <a:pt x="16228" y="1123"/>
                        </a:moveTo>
                        <a:cubicBezTo>
                          <a:pt x="15607" y="2941"/>
                          <a:pt x="9135" y="4270"/>
                          <a:pt x="7140" y="4669"/>
                        </a:cubicBezTo>
                        <a:cubicBezTo>
                          <a:pt x="5145" y="5068"/>
                          <a:pt x="-574" y="5955"/>
                          <a:pt x="47" y="3960"/>
                        </a:cubicBezTo>
                        <a:cubicBezTo>
                          <a:pt x="667" y="1965"/>
                          <a:pt x="6785" y="990"/>
                          <a:pt x="8691" y="635"/>
                        </a:cubicBezTo>
                        <a:cubicBezTo>
                          <a:pt x="10598" y="281"/>
                          <a:pt x="16848" y="-828"/>
                          <a:pt x="16228" y="112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63" name="Forme libre : forme 22262">
                    <a:extLst>
                      <a:ext uri="{FF2B5EF4-FFF2-40B4-BE49-F238E27FC236}">
                        <a16:creationId xmlns:a16="http://schemas.microsoft.com/office/drawing/2014/main" id="{1FE1B57F-F3CE-4A51-9DA2-652669F60BA3}"/>
                      </a:ext>
                    </a:extLst>
                  </p:cNvPr>
                  <p:cNvSpPr/>
                  <p:nvPr/>
                </p:nvSpPr>
                <p:spPr>
                  <a:xfrm>
                    <a:off x="4872242" y="1228704"/>
                    <a:ext cx="4610" cy="1861"/>
                  </a:xfrm>
                  <a:custGeom>
                    <a:avLst/>
                    <a:gdLst>
                      <a:gd name="connsiteX0" fmla="*/ 4568 w 4610"/>
                      <a:gd name="connsiteY0" fmla="*/ 372 h 1861"/>
                      <a:gd name="connsiteX1" fmla="*/ 2662 w 4610"/>
                      <a:gd name="connsiteY1" fmla="*/ 1613 h 1861"/>
                      <a:gd name="connsiteX2" fmla="*/ 46 w 4610"/>
                      <a:gd name="connsiteY2" fmla="*/ 1524 h 1861"/>
                      <a:gd name="connsiteX3" fmla="*/ 1864 w 4610"/>
                      <a:gd name="connsiteY3" fmla="*/ 194 h 1861"/>
                      <a:gd name="connsiteX4" fmla="*/ 4568 w 4610"/>
                      <a:gd name="connsiteY4" fmla="*/ 372 h 1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10" h="1861">
                        <a:moveTo>
                          <a:pt x="4568" y="372"/>
                        </a:moveTo>
                        <a:cubicBezTo>
                          <a:pt x="4878" y="948"/>
                          <a:pt x="3415" y="1435"/>
                          <a:pt x="2662" y="1613"/>
                        </a:cubicBezTo>
                        <a:cubicBezTo>
                          <a:pt x="1864" y="1746"/>
                          <a:pt x="356" y="2145"/>
                          <a:pt x="46" y="1524"/>
                        </a:cubicBezTo>
                        <a:cubicBezTo>
                          <a:pt x="-264" y="948"/>
                          <a:pt x="1066" y="327"/>
                          <a:pt x="1864" y="194"/>
                        </a:cubicBezTo>
                        <a:cubicBezTo>
                          <a:pt x="2617" y="17"/>
                          <a:pt x="4258" y="-205"/>
                          <a:pt x="4568" y="3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64" name="Forme libre : forme 22263">
                    <a:extLst>
                      <a:ext uri="{FF2B5EF4-FFF2-40B4-BE49-F238E27FC236}">
                        <a16:creationId xmlns:a16="http://schemas.microsoft.com/office/drawing/2014/main" id="{060511D8-A9C8-461D-94A6-1985A139F0C3}"/>
                      </a:ext>
                    </a:extLst>
                  </p:cNvPr>
                  <p:cNvSpPr/>
                  <p:nvPr/>
                </p:nvSpPr>
                <p:spPr>
                  <a:xfrm>
                    <a:off x="4854991" y="1217095"/>
                    <a:ext cx="43180" cy="11069"/>
                  </a:xfrm>
                  <a:custGeom>
                    <a:avLst/>
                    <a:gdLst>
                      <a:gd name="connsiteX0" fmla="*/ 31660 w 43180"/>
                      <a:gd name="connsiteY0" fmla="*/ 3026 h 11069"/>
                      <a:gd name="connsiteX1" fmla="*/ 37867 w 43180"/>
                      <a:gd name="connsiteY1" fmla="*/ 4799 h 11069"/>
                      <a:gd name="connsiteX2" fmla="*/ 42787 w 43180"/>
                      <a:gd name="connsiteY2" fmla="*/ 7946 h 11069"/>
                      <a:gd name="connsiteX3" fmla="*/ 40438 w 43180"/>
                      <a:gd name="connsiteY3" fmla="*/ 10961 h 11069"/>
                      <a:gd name="connsiteX4" fmla="*/ 35384 w 43180"/>
                      <a:gd name="connsiteY4" fmla="*/ 10340 h 11069"/>
                      <a:gd name="connsiteX5" fmla="*/ 19780 w 43180"/>
                      <a:gd name="connsiteY5" fmla="*/ 7547 h 11069"/>
                      <a:gd name="connsiteX6" fmla="*/ 141 w 43180"/>
                      <a:gd name="connsiteY6" fmla="*/ 6262 h 11069"/>
                      <a:gd name="connsiteX7" fmla="*/ 9495 w 43180"/>
                      <a:gd name="connsiteY7" fmla="*/ 1297 h 11069"/>
                      <a:gd name="connsiteX8" fmla="*/ 15923 w 43180"/>
                      <a:gd name="connsiteY8" fmla="*/ 100 h 11069"/>
                      <a:gd name="connsiteX9" fmla="*/ 20976 w 43180"/>
                      <a:gd name="connsiteY9" fmla="*/ 100 h 11069"/>
                      <a:gd name="connsiteX10" fmla="*/ 31660 w 43180"/>
                      <a:gd name="connsiteY10" fmla="*/ 3026 h 110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3180" h="11069">
                        <a:moveTo>
                          <a:pt x="31660" y="3026"/>
                        </a:moveTo>
                        <a:cubicBezTo>
                          <a:pt x="34054" y="3602"/>
                          <a:pt x="36049" y="4134"/>
                          <a:pt x="37867" y="4799"/>
                        </a:cubicBezTo>
                        <a:cubicBezTo>
                          <a:pt x="39684" y="5552"/>
                          <a:pt x="41324" y="6572"/>
                          <a:pt x="42787" y="7946"/>
                        </a:cubicBezTo>
                        <a:cubicBezTo>
                          <a:pt x="43896" y="8966"/>
                          <a:pt x="42521" y="10651"/>
                          <a:pt x="40438" y="10961"/>
                        </a:cubicBezTo>
                        <a:cubicBezTo>
                          <a:pt x="38354" y="11271"/>
                          <a:pt x="36936" y="10872"/>
                          <a:pt x="35384" y="10340"/>
                        </a:cubicBezTo>
                        <a:cubicBezTo>
                          <a:pt x="30596" y="8833"/>
                          <a:pt x="25543" y="8124"/>
                          <a:pt x="19780" y="7547"/>
                        </a:cubicBezTo>
                        <a:cubicBezTo>
                          <a:pt x="16233" y="7104"/>
                          <a:pt x="-1765" y="10651"/>
                          <a:pt x="141" y="6262"/>
                        </a:cubicBezTo>
                        <a:cubicBezTo>
                          <a:pt x="1161" y="4090"/>
                          <a:pt x="5150" y="2405"/>
                          <a:pt x="9495" y="1297"/>
                        </a:cubicBezTo>
                        <a:cubicBezTo>
                          <a:pt x="11667" y="765"/>
                          <a:pt x="13928" y="321"/>
                          <a:pt x="15923" y="100"/>
                        </a:cubicBezTo>
                        <a:cubicBezTo>
                          <a:pt x="17962" y="-33"/>
                          <a:pt x="19735" y="-33"/>
                          <a:pt x="20976" y="100"/>
                        </a:cubicBezTo>
                        <a:cubicBezTo>
                          <a:pt x="25897" y="499"/>
                          <a:pt x="28069" y="2139"/>
                          <a:pt x="31660" y="302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07" name="Graphique 2">
                  <a:extLst>
                    <a:ext uri="{FF2B5EF4-FFF2-40B4-BE49-F238E27FC236}">
                      <a16:creationId xmlns:a16="http://schemas.microsoft.com/office/drawing/2014/main" id="{71C5A05B-758E-4754-9F4E-35C623F08C33}"/>
                    </a:ext>
                  </a:extLst>
                </p:cNvPr>
                <p:cNvGrpSpPr/>
                <p:nvPr/>
              </p:nvGrpSpPr>
              <p:grpSpPr>
                <a:xfrm>
                  <a:off x="4902632" y="1206023"/>
                  <a:ext cx="95573" cy="36933"/>
                  <a:chOff x="4902632" y="1206023"/>
                  <a:chExt cx="95573" cy="36933"/>
                </a:xfrm>
                <a:solidFill>
                  <a:schemeClr val="accent1"/>
                </a:solidFill>
              </p:grpSpPr>
              <p:sp>
                <p:nvSpPr>
                  <p:cNvPr id="22241" name="Forme libre : forme 22240">
                    <a:extLst>
                      <a:ext uri="{FF2B5EF4-FFF2-40B4-BE49-F238E27FC236}">
                        <a16:creationId xmlns:a16="http://schemas.microsoft.com/office/drawing/2014/main" id="{A2BD8EB0-73AF-459E-8D62-4307766AA4C7}"/>
                      </a:ext>
                    </a:extLst>
                  </p:cNvPr>
                  <p:cNvSpPr/>
                  <p:nvPr/>
                </p:nvSpPr>
                <p:spPr>
                  <a:xfrm>
                    <a:off x="4902632" y="1206023"/>
                    <a:ext cx="95573" cy="36933"/>
                  </a:xfrm>
                  <a:custGeom>
                    <a:avLst/>
                    <a:gdLst>
                      <a:gd name="connsiteX0" fmla="*/ 62751 w 95573"/>
                      <a:gd name="connsiteY0" fmla="*/ 36883 h 36933"/>
                      <a:gd name="connsiteX1" fmla="*/ 32473 w 95573"/>
                      <a:gd name="connsiteY1" fmla="*/ 35155 h 36933"/>
                      <a:gd name="connsiteX2" fmla="*/ 15405 w 95573"/>
                      <a:gd name="connsiteY2" fmla="*/ 31697 h 36933"/>
                      <a:gd name="connsiteX3" fmla="*/ 2461 w 95573"/>
                      <a:gd name="connsiteY3" fmla="*/ 23850 h 36933"/>
                      <a:gd name="connsiteX4" fmla="*/ 1707 w 95573"/>
                      <a:gd name="connsiteY4" fmla="*/ 13831 h 36933"/>
                      <a:gd name="connsiteX5" fmla="*/ 33182 w 95573"/>
                      <a:gd name="connsiteY5" fmla="*/ 0 h 36933"/>
                      <a:gd name="connsiteX6" fmla="*/ 65189 w 95573"/>
                      <a:gd name="connsiteY6" fmla="*/ 1862 h 36933"/>
                      <a:gd name="connsiteX7" fmla="*/ 94049 w 95573"/>
                      <a:gd name="connsiteY7" fmla="*/ 19284 h 36933"/>
                      <a:gd name="connsiteX8" fmla="*/ 93206 w 95573"/>
                      <a:gd name="connsiteY8" fmla="*/ 29037 h 36933"/>
                      <a:gd name="connsiteX9" fmla="*/ 79818 w 95573"/>
                      <a:gd name="connsiteY9" fmla="*/ 35288 h 36933"/>
                      <a:gd name="connsiteX10" fmla="*/ 71972 w 95573"/>
                      <a:gd name="connsiteY10" fmla="*/ 36529 h 36933"/>
                      <a:gd name="connsiteX11" fmla="*/ 62751 w 95573"/>
                      <a:gd name="connsiteY11" fmla="*/ 36883 h 36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5573" h="36933">
                        <a:moveTo>
                          <a:pt x="62751" y="36883"/>
                        </a:moveTo>
                        <a:cubicBezTo>
                          <a:pt x="55569" y="36085"/>
                          <a:pt x="39965" y="35864"/>
                          <a:pt x="32473" y="35155"/>
                        </a:cubicBezTo>
                        <a:cubicBezTo>
                          <a:pt x="25469" y="35066"/>
                          <a:pt x="20105" y="33825"/>
                          <a:pt x="15405" y="31697"/>
                        </a:cubicBezTo>
                        <a:cubicBezTo>
                          <a:pt x="10706" y="29569"/>
                          <a:pt x="6717" y="27219"/>
                          <a:pt x="2461" y="23850"/>
                        </a:cubicBezTo>
                        <a:cubicBezTo>
                          <a:pt x="-465" y="21589"/>
                          <a:pt x="-864" y="16535"/>
                          <a:pt x="1707" y="13831"/>
                        </a:cubicBezTo>
                        <a:cubicBezTo>
                          <a:pt x="9199" y="5763"/>
                          <a:pt x="18287" y="1374"/>
                          <a:pt x="33182" y="0"/>
                        </a:cubicBezTo>
                        <a:cubicBezTo>
                          <a:pt x="41117" y="0"/>
                          <a:pt x="57165" y="133"/>
                          <a:pt x="65189" y="1862"/>
                        </a:cubicBezTo>
                        <a:cubicBezTo>
                          <a:pt x="80350" y="3857"/>
                          <a:pt x="87709" y="10994"/>
                          <a:pt x="94049" y="19284"/>
                        </a:cubicBezTo>
                        <a:cubicBezTo>
                          <a:pt x="96265" y="22165"/>
                          <a:pt x="96132" y="27042"/>
                          <a:pt x="93206" y="29037"/>
                        </a:cubicBezTo>
                        <a:cubicBezTo>
                          <a:pt x="88995" y="31874"/>
                          <a:pt x="84695" y="34046"/>
                          <a:pt x="79818" y="35288"/>
                        </a:cubicBezTo>
                        <a:cubicBezTo>
                          <a:pt x="77380" y="35952"/>
                          <a:pt x="74853" y="36130"/>
                          <a:pt x="71972" y="36529"/>
                        </a:cubicBezTo>
                        <a:cubicBezTo>
                          <a:pt x="69223" y="36883"/>
                          <a:pt x="66120" y="37016"/>
                          <a:pt x="62751" y="3688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42" name="Forme libre : forme 22241">
                    <a:extLst>
                      <a:ext uri="{FF2B5EF4-FFF2-40B4-BE49-F238E27FC236}">
                        <a16:creationId xmlns:a16="http://schemas.microsoft.com/office/drawing/2014/main" id="{8FA1B98D-2EAE-4A90-995F-028E4435335A}"/>
                      </a:ext>
                    </a:extLst>
                  </p:cNvPr>
                  <p:cNvSpPr/>
                  <p:nvPr/>
                </p:nvSpPr>
                <p:spPr>
                  <a:xfrm>
                    <a:off x="4902787" y="1225928"/>
                    <a:ext cx="93183" cy="16961"/>
                  </a:xfrm>
                  <a:custGeom>
                    <a:avLst/>
                    <a:gdLst>
                      <a:gd name="connsiteX0" fmla="*/ 37149 w 93183"/>
                      <a:gd name="connsiteY0" fmla="*/ 2793 h 16961"/>
                      <a:gd name="connsiteX1" fmla="*/ 0 w 93183"/>
                      <a:gd name="connsiteY1" fmla="*/ 0 h 16961"/>
                      <a:gd name="connsiteX2" fmla="*/ 2261 w 93183"/>
                      <a:gd name="connsiteY2" fmla="*/ 3857 h 16961"/>
                      <a:gd name="connsiteX3" fmla="*/ 6605 w 93183"/>
                      <a:gd name="connsiteY3" fmla="*/ 7004 h 16961"/>
                      <a:gd name="connsiteX4" fmla="*/ 13078 w 93183"/>
                      <a:gd name="connsiteY4" fmla="*/ 10639 h 16961"/>
                      <a:gd name="connsiteX5" fmla="*/ 20437 w 93183"/>
                      <a:gd name="connsiteY5" fmla="*/ 13565 h 16961"/>
                      <a:gd name="connsiteX6" fmla="*/ 32317 w 93183"/>
                      <a:gd name="connsiteY6" fmla="*/ 15161 h 16961"/>
                      <a:gd name="connsiteX7" fmla="*/ 37194 w 93183"/>
                      <a:gd name="connsiteY7" fmla="*/ 15516 h 16961"/>
                      <a:gd name="connsiteX8" fmla="*/ 60334 w 93183"/>
                      <a:gd name="connsiteY8" fmla="*/ 16757 h 16961"/>
                      <a:gd name="connsiteX9" fmla="*/ 62595 w 93183"/>
                      <a:gd name="connsiteY9" fmla="*/ 16890 h 16961"/>
                      <a:gd name="connsiteX10" fmla="*/ 75318 w 93183"/>
                      <a:gd name="connsiteY10" fmla="*/ 16136 h 16961"/>
                      <a:gd name="connsiteX11" fmla="*/ 89017 w 93183"/>
                      <a:gd name="connsiteY11" fmla="*/ 11570 h 16961"/>
                      <a:gd name="connsiteX12" fmla="*/ 93051 w 93183"/>
                      <a:gd name="connsiteY12" fmla="*/ 9088 h 16961"/>
                      <a:gd name="connsiteX13" fmla="*/ 93184 w 93183"/>
                      <a:gd name="connsiteY13" fmla="*/ 8955 h 16961"/>
                      <a:gd name="connsiteX14" fmla="*/ 65211 w 93183"/>
                      <a:gd name="connsiteY14" fmla="*/ 4034 h 16961"/>
                      <a:gd name="connsiteX15" fmla="*/ 51069 w 93183"/>
                      <a:gd name="connsiteY15" fmla="*/ 2793 h 16961"/>
                      <a:gd name="connsiteX16" fmla="*/ 37149 w 93183"/>
                      <a:gd name="connsiteY16" fmla="*/ 2793 h 16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3183" h="16961">
                        <a:moveTo>
                          <a:pt x="37149" y="2793"/>
                        </a:moveTo>
                        <a:cubicBezTo>
                          <a:pt x="24293" y="3458"/>
                          <a:pt x="10639" y="3724"/>
                          <a:pt x="0" y="0"/>
                        </a:cubicBezTo>
                        <a:cubicBezTo>
                          <a:pt x="310" y="1507"/>
                          <a:pt x="1064" y="2926"/>
                          <a:pt x="2261" y="3857"/>
                        </a:cubicBezTo>
                        <a:cubicBezTo>
                          <a:pt x="3724" y="4965"/>
                          <a:pt x="5187" y="6029"/>
                          <a:pt x="6605" y="7004"/>
                        </a:cubicBezTo>
                        <a:cubicBezTo>
                          <a:pt x="8689" y="8378"/>
                          <a:pt x="10817" y="9576"/>
                          <a:pt x="13078" y="10639"/>
                        </a:cubicBezTo>
                        <a:cubicBezTo>
                          <a:pt x="15339" y="11836"/>
                          <a:pt x="17777" y="12812"/>
                          <a:pt x="20437" y="13565"/>
                        </a:cubicBezTo>
                        <a:cubicBezTo>
                          <a:pt x="23894" y="14541"/>
                          <a:pt x="27751" y="15073"/>
                          <a:pt x="32317" y="15161"/>
                        </a:cubicBezTo>
                        <a:cubicBezTo>
                          <a:pt x="33692" y="15250"/>
                          <a:pt x="35376" y="15383"/>
                          <a:pt x="37194" y="15516"/>
                        </a:cubicBezTo>
                        <a:cubicBezTo>
                          <a:pt x="44331" y="16003"/>
                          <a:pt x="54128" y="15959"/>
                          <a:pt x="60334" y="16757"/>
                        </a:cubicBezTo>
                        <a:cubicBezTo>
                          <a:pt x="61132" y="16801"/>
                          <a:pt x="61886" y="16846"/>
                          <a:pt x="62595" y="16890"/>
                        </a:cubicBezTo>
                        <a:cubicBezTo>
                          <a:pt x="67339" y="17156"/>
                          <a:pt x="71595" y="16624"/>
                          <a:pt x="75318" y="16136"/>
                        </a:cubicBezTo>
                        <a:cubicBezTo>
                          <a:pt x="80416" y="15427"/>
                          <a:pt x="84805" y="13787"/>
                          <a:pt x="89017" y="11570"/>
                        </a:cubicBezTo>
                        <a:cubicBezTo>
                          <a:pt x="90391" y="10817"/>
                          <a:pt x="91721" y="9974"/>
                          <a:pt x="93051" y="9088"/>
                        </a:cubicBezTo>
                        <a:lnTo>
                          <a:pt x="93184" y="8955"/>
                        </a:lnTo>
                        <a:cubicBezTo>
                          <a:pt x="84007" y="7093"/>
                          <a:pt x="74742" y="4743"/>
                          <a:pt x="65211" y="4034"/>
                        </a:cubicBezTo>
                        <a:cubicBezTo>
                          <a:pt x="60467" y="3591"/>
                          <a:pt x="55813" y="2748"/>
                          <a:pt x="51069" y="2793"/>
                        </a:cubicBezTo>
                        <a:cubicBezTo>
                          <a:pt x="46415" y="2704"/>
                          <a:pt x="41760" y="2704"/>
                          <a:pt x="37149" y="279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43" name="Forme libre : forme 22242">
                    <a:extLst>
                      <a:ext uri="{FF2B5EF4-FFF2-40B4-BE49-F238E27FC236}">
                        <a16:creationId xmlns:a16="http://schemas.microsoft.com/office/drawing/2014/main" id="{9934F6AD-86BE-4346-97C3-A2D1EB381365}"/>
                      </a:ext>
                    </a:extLst>
                  </p:cNvPr>
                  <p:cNvSpPr/>
                  <p:nvPr/>
                </p:nvSpPr>
                <p:spPr>
                  <a:xfrm>
                    <a:off x="4935988" y="1219233"/>
                    <a:ext cx="44172" cy="12184"/>
                  </a:xfrm>
                  <a:custGeom>
                    <a:avLst/>
                    <a:gdLst>
                      <a:gd name="connsiteX0" fmla="*/ 44157 w 44172"/>
                      <a:gd name="connsiteY0" fmla="*/ 8601 h 12184"/>
                      <a:gd name="connsiteX1" fmla="*/ 20839 w 44172"/>
                      <a:gd name="connsiteY1" fmla="*/ 11705 h 12184"/>
                      <a:gd name="connsiteX2" fmla="*/ 3 w 44172"/>
                      <a:gd name="connsiteY2" fmla="*/ 4745 h 12184"/>
                      <a:gd name="connsiteX3" fmla="*/ 21548 w 44172"/>
                      <a:gd name="connsiteY3" fmla="*/ 178 h 12184"/>
                      <a:gd name="connsiteX4" fmla="*/ 44157 w 44172"/>
                      <a:gd name="connsiteY4" fmla="*/ 8601 h 12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172" h="12184">
                        <a:moveTo>
                          <a:pt x="44157" y="8601"/>
                        </a:moveTo>
                        <a:cubicBezTo>
                          <a:pt x="43581" y="13034"/>
                          <a:pt x="26469" y="12369"/>
                          <a:pt x="20839" y="11705"/>
                        </a:cubicBezTo>
                        <a:cubicBezTo>
                          <a:pt x="15120" y="11572"/>
                          <a:pt x="269" y="9887"/>
                          <a:pt x="3" y="4745"/>
                        </a:cubicBezTo>
                        <a:cubicBezTo>
                          <a:pt x="-263" y="-398"/>
                          <a:pt x="15962" y="-220"/>
                          <a:pt x="21548" y="178"/>
                        </a:cubicBezTo>
                        <a:cubicBezTo>
                          <a:pt x="27045" y="1065"/>
                          <a:pt x="44777" y="3725"/>
                          <a:pt x="44157" y="860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44" name="Forme libre : forme 22243">
                    <a:extLst>
                      <a:ext uri="{FF2B5EF4-FFF2-40B4-BE49-F238E27FC236}">
                        <a16:creationId xmlns:a16="http://schemas.microsoft.com/office/drawing/2014/main" id="{A0F36432-6498-4C37-AAD3-B1EDADCA52F3}"/>
                      </a:ext>
                    </a:extLst>
                  </p:cNvPr>
                  <p:cNvSpPr/>
                  <p:nvPr/>
                </p:nvSpPr>
                <p:spPr>
                  <a:xfrm>
                    <a:off x="4935627" y="1219722"/>
                    <a:ext cx="30642" cy="11641"/>
                  </a:xfrm>
                  <a:custGeom>
                    <a:avLst/>
                    <a:gdLst>
                      <a:gd name="connsiteX0" fmla="*/ 9763 w 30642"/>
                      <a:gd name="connsiteY0" fmla="*/ 0 h 11641"/>
                      <a:gd name="connsiteX1" fmla="*/ 98 w 30642"/>
                      <a:gd name="connsiteY1" fmla="*/ 4300 h 11641"/>
                      <a:gd name="connsiteX2" fmla="*/ 21377 w 30642"/>
                      <a:gd name="connsiteY2" fmla="*/ 11304 h 11641"/>
                      <a:gd name="connsiteX3" fmla="*/ 30642 w 30642"/>
                      <a:gd name="connsiteY3" fmla="*/ 11570 h 11641"/>
                      <a:gd name="connsiteX4" fmla="*/ 25722 w 30642"/>
                      <a:gd name="connsiteY4" fmla="*/ 10684 h 11641"/>
                      <a:gd name="connsiteX5" fmla="*/ 15171 w 30642"/>
                      <a:gd name="connsiteY5" fmla="*/ 6561 h 11641"/>
                      <a:gd name="connsiteX6" fmla="*/ 9763 w 30642"/>
                      <a:gd name="connsiteY6" fmla="*/ 0 h 11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642" h="11641">
                        <a:moveTo>
                          <a:pt x="9763" y="0"/>
                        </a:moveTo>
                        <a:cubicBezTo>
                          <a:pt x="6881" y="798"/>
                          <a:pt x="-966" y="1064"/>
                          <a:pt x="98" y="4300"/>
                        </a:cubicBezTo>
                        <a:cubicBezTo>
                          <a:pt x="1827" y="9531"/>
                          <a:pt x="14196" y="10950"/>
                          <a:pt x="21377" y="11304"/>
                        </a:cubicBezTo>
                        <a:cubicBezTo>
                          <a:pt x="23461" y="11570"/>
                          <a:pt x="28204" y="11748"/>
                          <a:pt x="30642" y="11570"/>
                        </a:cubicBezTo>
                        <a:cubicBezTo>
                          <a:pt x="29268" y="11349"/>
                          <a:pt x="27007" y="11127"/>
                          <a:pt x="25722" y="10684"/>
                        </a:cubicBezTo>
                        <a:cubicBezTo>
                          <a:pt x="22175" y="9309"/>
                          <a:pt x="18274" y="8157"/>
                          <a:pt x="15171" y="6561"/>
                        </a:cubicBezTo>
                        <a:cubicBezTo>
                          <a:pt x="12156" y="4921"/>
                          <a:pt x="9896" y="2793"/>
                          <a:pt x="9763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45" name="Forme libre : forme 22244">
                    <a:extLst>
                      <a:ext uri="{FF2B5EF4-FFF2-40B4-BE49-F238E27FC236}">
                        <a16:creationId xmlns:a16="http://schemas.microsoft.com/office/drawing/2014/main" id="{5DDB16CA-A8B5-4BED-AD09-8EAEBD66AAD7}"/>
                      </a:ext>
                    </a:extLst>
                  </p:cNvPr>
                  <p:cNvSpPr/>
                  <p:nvPr/>
                </p:nvSpPr>
                <p:spPr>
                  <a:xfrm>
                    <a:off x="4938238" y="1220724"/>
                    <a:ext cx="44214" cy="12203"/>
                  </a:xfrm>
                  <a:custGeom>
                    <a:avLst/>
                    <a:gdLst>
                      <a:gd name="connsiteX0" fmla="*/ 44035 w 44214"/>
                      <a:gd name="connsiteY0" fmla="*/ 8750 h 12203"/>
                      <a:gd name="connsiteX1" fmla="*/ 20451 w 44214"/>
                      <a:gd name="connsiteY1" fmla="*/ 11853 h 12203"/>
                      <a:gd name="connsiteX2" fmla="*/ 14 w 44214"/>
                      <a:gd name="connsiteY2" fmla="*/ 4672 h 12203"/>
                      <a:gd name="connsiteX3" fmla="*/ 21382 w 44214"/>
                      <a:gd name="connsiteY3" fmla="*/ 283 h 12203"/>
                      <a:gd name="connsiteX4" fmla="*/ 44035 w 44214"/>
                      <a:gd name="connsiteY4" fmla="*/ 8750 h 12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214" h="12203">
                        <a:moveTo>
                          <a:pt x="44035" y="8750"/>
                        </a:moveTo>
                        <a:cubicBezTo>
                          <a:pt x="41952" y="12695"/>
                          <a:pt x="26569" y="12474"/>
                          <a:pt x="20451" y="11853"/>
                        </a:cubicBezTo>
                        <a:cubicBezTo>
                          <a:pt x="14333" y="11498"/>
                          <a:pt x="591" y="9991"/>
                          <a:pt x="14" y="4672"/>
                        </a:cubicBezTo>
                        <a:cubicBezTo>
                          <a:pt x="-562" y="-471"/>
                          <a:pt x="16240" y="-294"/>
                          <a:pt x="21382" y="283"/>
                        </a:cubicBezTo>
                        <a:cubicBezTo>
                          <a:pt x="26569" y="948"/>
                          <a:pt x="46296" y="3873"/>
                          <a:pt x="44035" y="875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46" name="Forme libre : forme 22245">
                    <a:extLst>
                      <a:ext uri="{FF2B5EF4-FFF2-40B4-BE49-F238E27FC236}">
                        <a16:creationId xmlns:a16="http://schemas.microsoft.com/office/drawing/2014/main" id="{7EE12594-78B6-4757-ABD6-E5F98384B067}"/>
                      </a:ext>
                    </a:extLst>
                  </p:cNvPr>
                  <p:cNvSpPr/>
                  <p:nvPr/>
                </p:nvSpPr>
                <p:spPr>
                  <a:xfrm>
                    <a:off x="4914911" y="1215078"/>
                    <a:ext cx="54414" cy="23688"/>
                  </a:xfrm>
                  <a:custGeom>
                    <a:avLst/>
                    <a:gdLst>
                      <a:gd name="connsiteX0" fmla="*/ 466 w 54414"/>
                      <a:gd name="connsiteY0" fmla="*/ 10096 h 23688"/>
                      <a:gd name="connsiteX1" fmla="*/ 6362 w 54414"/>
                      <a:gd name="connsiteY1" fmla="*/ 15549 h 23688"/>
                      <a:gd name="connsiteX2" fmla="*/ 15495 w 54414"/>
                      <a:gd name="connsiteY2" fmla="*/ 19849 h 23688"/>
                      <a:gd name="connsiteX3" fmla="*/ 20371 w 54414"/>
                      <a:gd name="connsiteY3" fmla="*/ 21401 h 23688"/>
                      <a:gd name="connsiteX4" fmla="*/ 26001 w 54414"/>
                      <a:gd name="connsiteY4" fmla="*/ 22819 h 23688"/>
                      <a:gd name="connsiteX5" fmla="*/ 46393 w 54414"/>
                      <a:gd name="connsiteY5" fmla="*/ 22864 h 23688"/>
                      <a:gd name="connsiteX6" fmla="*/ 54328 w 54414"/>
                      <a:gd name="connsiteY6" fmla="*/ 17322 h 23688"/>
                      <a:gd name="connsiteX7" fmla="*/ 47900 w 54414"/>
                      <a:gd name="connsiteY7" fmla="*/ 13909 h 23688"/>
                      <a:gd name="connsiteX8" fmla="*/ 29592 w 54414"/>
                      <a:gd name="connsiteY8" fmla="*/ 6195 h 23688"/>
                      <a:gd name="connsiteX9" fmla="*/ 21036 w 54414"/>
                      <a:gd name="connsiteY9" fmla="*/ 1496 h 23688"/>
                      <a:gd name="connsiteX10" fmla="*/ 10219 w 54414"/>
                      <a:gd name="connsiteY10" fmla="*/ 211 h 23688"/>
                      <a:gd name="connsiteX11" fmla="*/ 466 w 54414"/>
                      <a:gd name="connsiteY11" fmla="*/ 10096 h 23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4414" h="23688">
                        <a:moveTo>
                          <a:pt x="466" y="10096"/>
                        </a:moveTo>
                        <a:cubicBezTo>
                          <a:pt x="1841" y="12978"/>
                          <a:pt x="3037" y="13820"/>
                          <a:pt x="6362" y="15549"/>
                        </a:cubicBezTo>
                        <a:cubicBezTo>
                          <a:pt x="9554" y="17189"/>
                          <a:pt x="12391" y="18697"/>
                          <a:pt x="15495" y="19849"/>
                        </a:cubicBezTo>
                        <a:cubicBezTo>
                          <a:pt x="17046" y="20425"/>
                          <a:pt x="18642" y="20957"/>
                          <a:pt x="20371" y="21401"/>
                        </a:cubicBezTo>
                        <a:cubicBezTo>
                          <a:pt x="22100" y="21933"/>
                          <a:pt x="23962" y="22465"/>
                          <a:pt x="26001" y="22819"/>
                        </a:cubicBezTo>
                        <a:cubicBezTo>
                          <a:pt x="32828" y="24282"/>
                          <a:pt x="40542" y="23617"/>
                          <a:pt x="46393" y="22864"/>
                        </a:cubicBezTo>
                        <a:cubicBezTo>
                          <a:pt x="50738" y="22110"/>
                          <a:pt x="55082" y="20248"/>
                          <a:pt x="54328" y="17322"/>
                        </a:cubicBezTo>
                        <a:cubicBezTo>
                          <a:pt x="53841" y="15505"/>
                          <a:pt x="50516" y="14973"/>
                          <a:pt x="47900" y="13909"/>
                        </a:cubicBezTo>
                        <a:cubicBezTo>
                          <a:pt x="41783" y="11072"/>
                          <a:pt x="35709" y="9697"/>
                          <a:pt x="29592" y="6195"/>
                        </a:cubicBezTo>
                        <a:cubicBezTo>
                          <a:pt x="26976" y="4732"/>
                          <a:pt x="24228" y="2915"/>
                          <a:pt x="21036" y="1496"/>
                        </a:cubicBezTo>
                        <a:cubicBezTo>
                          <a:pt x="17888" y="299"/>
                          <a:pt x="14298" y="-366"/>
                          <a:pt x="10219" y="211"/>
                        </a:cubicBezTo>
                        <a:cubicBezTo>
                          <a:pt x="2860" y="1230"/>
                          <a:pt x="-1484" y="6107"/>
                          <a:pt x="466" y="1009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47" name="Forme libre : forme 22246">
                    <a:extLst>
                      <a:ext uri="{FF2B5EF4-FFF2-40B4-BE49-F238E27FC236}">
                        <a16:creationId xmlns:a16="http://schemas.microsoft.com/office/drawing/2014/main" id="{430CC4D2-D55A-4FF8-82CE-29E9A136382E}"/>
                      </a:ext>
                    </a:extLst>
                  </p:cNvPr>
                  <p:cNvSpPr/>
                  <p:nvPr/>
                </p:nvSpPr>
                <p:spPr>
                  <a:xfrm>
                    <a:off x="4925918" y="1214887"/>
                    <a:ext cx="18507" cy="5831"/>
                  </a:xfrm>
                  <a:custGeom>
                    <a:avLst/>
                    <a:gdLst>
                      <a:gd name="connsiteX0" fmla="*/ 1739 w 18507"/>
                      <a:gd name="connsiteY0" fmla="*/ 3417 h 5831"/>
                      <a:gd name="connsiteX1" fmla="*/ 54 w 18507"/>
                      <a:gd name="connsiteY1" fmla="*/ 4702 h 5831"/>
                      <a:gd name="connsiteX2" fmla="*/ 1473 w 18507"/>
                      <a:gd name="connsiteY2" fmla="*/ 5766 h 5831"/>
                      <a:gd name="connsiteX3" fmla="*/ 4842 w 18507"/>
                      <a:gd name="connsiteY3" fmla="*/ 5677 h 5831"/>
                      <a:gd name="connsiteX4" fmla="*/ 13043 w 18507"/>
                      <a:gd name="connsiteY4" fmla="*/ 4613 h 5831"/>
                      <a:gd name="connsiteX5" fmla="*/ 15969 w 18507"/>
                      <a:gd name="connsiteY5" fmla="*/ 3993 h 5831"/>
                      <a:gd name="connsiteX6" fmla="*/ 14240 w 18507"/>
                      <a:gd name="connsiteY6" fmla="*/ 3 h 5831"/>
                      <a:gd name="connsiteX7" fmla="*/ 1739 w 18507"/>
                      <a:gd name="connsiteY7" fmla="*/ 3417 h 5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507" h="5831">
                        <a:moveTo>
                          <a:pt x="1739" y="3417"/>
                        </a:moveTo>
                        <a:cubicBezTo>
                          <a:pt x="896" y="3816"/>
                          <a:pt x="320" y="4126"/>
                          <a:pt x="54" y="4702"/>
                        </a:cubicBezTo>
                        <a:cubicBezTo>
                          <a:pt x="-212" y="5278"/>
                          <a:pt x="542" y="5633"/>
                          <a:pt x="1473" y="5766"/>
                        </a:cubicBezTo>
                        <a:cubicBezTo>
                          <a:pt x="2404" y="5899"/>
                          <a:pt x="3778" y="5810"/>
                          <a:pt x="4842" y="5677"/>
                        </a:cubicBezTo>
                        <a:cubicBezTo>
                          <a:pt x="7502" y="5323"/>
                          <a:pt x="10295" y="4968"/>
                          <a:pt x="13043" y="4613"/>
                        </a:cubicBezTo>
                        <a:cubicBezTo>
                          <a:pt x="14107" y="4436"/>
                          <a:pt x="15127" y="4347"/>
                          <a:pt x="15969" y="3993"/>
                        </a:cubicBezTo>
                        <a:cubicBezTo>
                          <a:pt x="19560" y="2574"/>
                          <a:pt x="19648" y="-86"/>
                          <a:pt x="14240" y="3"/>
                        </a:cubicBezTo>
                        <a:cubicBezTo>
                          <a:pt x="10029" y="-86"/>
                          <a:pt x="5152" y="1821"/>
                          <a:pt x="1739" y="341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48" name="Forme libre : forme 22247">
                    <a:extLst>
                      <a:ext uri="{FF2B5EF4-FFF2-40B4-BE49-F238E27FC236}">
                        <a16:creationId xmlns:a16="http://schemas.microsoft.com/office/drawing/2014/main" id="{8D6764E5-520E-4AB1-A195-5535820490BE}"/>
                      </a:ext>
                    </a:extLst>
                  </p:cNvPr>
                  <p:cNvSpPr/>
                  <p:nvPr/>
                </p:nvSpPr>
                <p:spPr>
                  <a:xfrm>
                    <a:off x="4966535" y="1233509"/>
                    <a:ext cx="28416" cy="8688"/>
                  </a:xfrm>
                  <a:custGeom>
                    <a:avLst/>
                    <a:gdLst>
                      <a:gd name="connsiteX0" fmla="*/ 28416 w 28416"/>
                      <a:gd name="connsiteY0" fmla="*/ 0 h 8688"/>
                      <a:gd name="connsiteX1" fmla="*/ 0 w 28416"/>
                      <a:gd name="connsiteY1" fmla="*/ 8689 h 8688"/>
                      <a:gd name="connsiteX2" fmla="*/ 28416 w 28416"/>
                      <a:gd name="connsiteY2" fmla="*/ 0 h 8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416" h="8688">
                        <a:moveTo>
                          <a:pt x="28416" y="0"/>
                        </a:moveTo>
                        <a:cubicBezTo>
                          <a:pt x="23052" y="5719"/>
                          <a:pt x="8910" y="6738"/>
                          <a:pt x="0" y="8689"/>
                        </a:cubicBezTo>
                        <a:cubicBezTo>
                          <a:pt x="9664" y="6694"/>
                          <a:pt x="20304" y="3546"/>
                          <a:pt x="2841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49" name="Forme libre : forme 22248">
                    <a:extLst>
                      <a:ext uri="{FF2B5EF4-FFF2-40B4-BE49-F238E27FC236}">
                        <a16:creationId xmlns:a16="http://schemas.microsoft.com/office/drawing/2014/main" id="{E0DA84BE-1ADD-47ED-A8E9-129C708A491C}"/>
                      </a:ext>
                    </a:extLst>
                  </p:cNvPr>
                  <p:cNvSpPr/>
                  <p:nvPr/>
                </p:nvSpPr>
                <p:spPr>
                  <a:xfrm>
                    <a:off x="4905048" y="1207176"/>
                    <a:ext cx="31918" cy="13476"/>
                  </a:xfrm>
                  <a:custGeom>
                    <a:avLst/>
                    <a:gdLst>
                      <a:gd name="connsiteX0" fmla="*/ 31918 w 31918"/>
                      <a:gd name="connsiteY0" fmla="*/ 0 h 13476"/>
                      <a:gd name="connsiteX1" fmla="*/ 0 w 31918"/>
                      <a:gd name="connsiteY1" fmla="*/ 13477 h 13476"/>
                      <a:gd name="connsiteX2" fmla="*/ 31918 w 31918"/>
                      <a:gd name="connsiteY2" fmla="*/ 0 h 13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918" h="13476">
                        <a:moveTo>
                          <a:pt x="31918" y="0"/>
                        </a:moveTo>
                        <a:cubicBezTo>
                          <a:pt x="18752" y="1197"/>
                          <a:pt x="7536" y="6650"/>
                          <a:pt x="0" y="13477"/>
                        </a:cubicBezTo>
                        <a:cubicBezTo>
                          <a:pt x="6738" y="6650"/>
                          <a:pt x="20836" y="2483"/>
                          <a:pt x="3191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50" name="Forme libre : forme 22249">
                    <a:extLst>
                      <a:ext uri="{FF2B5EF4-FFF2-40B4-BE49-F238E27FC236}">
                        <a16:creationId xmlns:a16="http://schemas.microsoft.com/office/drawing/2014/main" id="{A27BEF82-1D0F-4272-9AF5-3438994FC052}"/>
                      </a:ext>
                    </a:extLst>
                  </p:cNvPr>
                  <p:cNvSpPr/>
                  <p:nvPr/>
                </p:nvSpPr>
                <p:spPr>
                  <a:xfrm>
                    <a:off x="4954012" y="1220622"/>
                    <a:ext cx="16377" cy="5217"/>
                  </a:xfrm>
                  <a:custGeom>
                    <a:avLst/>
                    <a:gdLst>
                      <a:gd name="connsiteX0" fmla="*/ 16203 w 16377"/>
                      <a:gd name="connsiteY0" fmla="*/ 4552 h 5217"/>
                      <a:gd name="connsiteX1" fmla="*/ 6495 w 16377"/>
                      <a:gd name="connsiteY1" fmla="*/ 4154 h 5217"/>
                      <a:gd name="connsiteX2" fmla="*/ 200 w 16377"/>
                      <a:gd name="connsiteY2" fmla="*/ 873 h 5217"/>
                      <a:gd name="connsiteX3" fmla="*/ 9421 w 16377"/>
                      <a:gd name="connsiteY3" fmla="*/ 1050 h 5217"/>
                      <a:gd name="connsiteX4" fmla="*/ 16203 w 16377"/>
                      <a:gd name="connsiteY4" fmla="*/ 4552 h 5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77" h="5217">
                        <a:moveTo>
                          <a:pt x="16203" y="4552"/>
                        </a:moveTo>
                        <a:cubicBezTo>
                          <a:pt x="14918" y="6060"/>
                          <a:pt x="8490" y="4597"/>
                          <a:pt x="6495" y="4154"/>
                        </a:cubicBezTo>
                        <a:cubicBezTo>
                          <a:pt x="4544" y="3533"/>
                          <a:pt x="-1130" y="2513"/>
                          <a:pt x="200" y="873"/>
                        </a:cubicBezTo>
                        <a:cubicBezTo>
                          <a:pt x="1530" y="-945"/>
                          <a:pt x="7559" y="563"/>
                          <a:pt x="9421" y="1050"/>
                        </a:cubicBezTo>
                        <a:cubicBezTo>
                          <a:pt x="11282" y="1538"/>
                          <a:pt x="17489" y="3045"/>
                          <a:pt x="16203" y="455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51" name="Forme libre : forme 22250">
                    <a:extLst>
                      <a:ext uri="{FF2B5EF4-FFF2-40B4-BE49-F238E27FC236}">
                        <a16:creationId xmlns:a16="http://schemas.microsoft.com/office/drawing/2014/main" id="{5812C465-6235-4509-90F0-F4F92CFCE7DC}"/>
                      </a:ext>
                    </a:extLst>
                  </p:cNvPr>
                  <p:cNvSpPr/>
                  <p:nvPr/>
                </p:nvSpPr>
                <p:spPr>
                  <a:xfrm>
                    <a:off x="4968172" y="1223883"/>
                    <a:ext cx="4662" cy="1695"/>
                  </a:xfrm>
                  <a:custGeom>
                    <a:avLst/>
                    <a:gdLst>
                      <a:gd name="connsiteX0" fmla="*/ 4659 w 4662"/>
                      <a:gd name="connsiteY0" fmla="*/ 1114 h 1695"/>
                      <a:gd name="connsiteX1" fmla="*/ 2442 w 4662"/>
                      <a:gd name="connsiteY1" fmla="*/ 1646 h 1695"/>
                      <a:gd name="connsiteX2" fmla="*/ 4 w 4662"/>
                      <a:gd name="connsiteY2" fmla="*/ 582 h 1695"/>
                      <a:gd name="connsiteX3" fmla="*/ 2176 w 4662"/>
                      <a:gd name="connsiteY3" fmla="*/ 50 h 1695"/>
                      <a:gd name="connsiteX4" fmla="*/ 4659 w 4662"/>
                      <a:gd name="connsiteY4" fmla="*/ 1114 h 1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62" h="1695">
                        <a:moveTo>
                          <a:pt x="4659" y="1114"/>
                        </a:moveTo>
                        <a:cubicBezTo>
                          <a:pt x="4747" y="1779"/>
                          <a:pt x="3196" y="1734"/>
                          <a:pt x="2442" y="1646"/>
                        </a:cubicBezTo>
                        <a:cubicBezTo>
                          <a:pt x="1644" y="1557"/>
                          <a:pt x="93" y="1247"/>
                          <a:pt x="4" y="582"/>
                        </a:cubicBezTo>
                        <a:cubicBezTo>
                          <a:pt x="-85" y="-83"/>
                          <a:pt x="1378" y="-39"/>
                          <a:pt x="2176" y="50"/>
                        </a:cubicBezTo>
                        <a:cubicBezTo>
                          <a:pt x="2930" y="183"/>
                          <a:pt x="4570" y="493"/>
                          <a:pt x="4659" y="11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52" name="Forme libre : forme 22251">
                    <a:extLst>
                      <a:ext uri="{FF2B5EF4-FFF2-40B4-BE49-F238E27FC236}">
                        <a16:creationId xmlns:a16="http://schemas.microsoft.com/office/drawing/2014/main" id="{7A0D00F8-6961-49B5-A0F5-775D62436003}"/>
                      </a:ext>
                    </a:extLst>
                  </p:cNvPr>
                  <p:cNvSpPr/>
                  <p:nvPr/>
                </p:nvSpPr>
                <p:spPr>
                  <a:xfrm>
                    <a:off x="4954469" y="1209976"/>
                    <a:ext cx="39462" cy="21220"/>
                  </a:xfrm>
                  <a:custGeom>
                    <a:avLst/>
                    <a:gdLst>
                      <a:gd name="connsiteX0" fmla="*/ 30818 w 39462"/>
                      <a:gd name="connsiteY0" fmla="*/ 10277 h 21220"/>
                      <a:gd name="connsiteX1" fmla="*/ 39330 w 39462"/>
                      <a:gd name="connsiteY1" fmla="*/ 19099 h 21220"/>
                      <a:gd name="connsiteX2" fmla="*/ 35961 w 39462"/>
                      <a:gd name="connsiteY2" fmla="*/ 21138 h 21220"/>
                      <a:gd name="connsiteX3" fmla="*/ 31528 w 39462"/>
                      <a:gd name="connsiteY3" fmla="*/ 18567 h 21220"/>
                      <a:gd name="connsiteX4" fmla="*/ 25321 w 39462"/>
                      <a:gd name="connsiteY4" fmla="*/ 13868 h 21220"/>
                      <a:gd name="connsiteX5" fmla="*/ 18095 w 39462"/>
                      <a:gd name="connsiteY5" fmla="*/ 10233 h 21220"/>
                      <a:gd name="connsiteX6" fmla="*/ 6835 w 39462"/>
                      <a:gd name="connsiteY6" fmla="*/ 6376 h 21220"/>
                      <a:gd name="connsiteX7" fmla="*/ 452 w 39462"/>
                      <a:gd name="connsiteY7" fmla="*/ 1544 h 21220"/>
                      <a:gd name="connsiteX8" fmla="*/ 21996 w 39462"/>
                      <a:gd name="connsiteY8" fmla="*/ 3628 h 21220"/>
                      <a:gd name="connsiteX9" fmla="*/ 30818 w 39462"/>
                      <a:gd name="connsiteY9" fmla="*/ 10277 h 21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462" h="21220">
                        <a:moveTo>
                          <a:pt x="30818" y="10277"/>
                        </a:moveTo>
                        <a:cubicBezTo>
                          <a:pt x="34764" y="13336"/>
                          <a:pt x="37557" y="15508"/>
                          <a:pt x="39330" y="19099"/>
                        </a:cubicBezTo>
                        <a:cubicBezTo>
                          <a:pt x="39995" y="20429"/>
                          <a:pt x="38044" y="21537"/>
                          <a:pt x="35961" y="21138"/>
                        </a:cubicBezTo>
                        <a:cubicBezTo>
                          <a:pt x="33877" y="20739"/>
                          <a:pt x="32769" y="19675"/>
                          <a:pt x="31528" y="18567"/>
                        </a:cubicBezTo>
                        <a:cubicBezTo>
                          <a:pt x="29621" y="16883"/>
                          <a:pt x="27538" y="15331"/>
                          <a:pt x="25321" y="13868"/>
                        </a:cubicBezTo>
                        <a:cubicBezTo>
                          <a:pt x="23060" y="12582"/>
                          <a:pt x="20666" y="11430"/>
                          <a:pt x="18095" y="10233"/>
                        </a:cubicBezTo>
                        <a:cubicBezTo>
                          <a:pt x="16499" y="9479"/>
                          <a:pt x="11268" y="8061"/>
                          <a:pt x="6835" y="6376"/>
                        </a:cubicBezTo>
                        <a:cubicBezTo>
                          <a:pt x="2402" y="4603"/>
                          <a:pt x="-1322" y="3362"/>
                          <a:pt x="452" y="1544"/>
                        </a:cubicBezTo>
                        <a:cubicBezTo>
                          <a:pt x="3998" y="-2180"/>
                          <a:pt x="17652" y="1766"/>
                          <a:pt x="21996" y="3628"/>
                        </a:cubicBezTo>
                        <a:cubicBezTo>
                          <a:pt x="26430" y="5489"/>
                          <a:pt x="27804" y="7972"/>
                          <a:pt x="30818" y="1027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08" name="Graphique 2">
                  <a:extLst>
                    <a:ext uri="{FF2B5EF4-FFF2-40B4-BE49-F238E27FC236}">
                      <a16:creationId xmlns:a16="http://schemas.microsoft.com/office/drawing/2014/main" id="{D45D4375-6464-47EB-97E9-4E02CAD191D6}"/>
                    </a:ext>
                  </a:extLst>
                </p:cNvPr>
                <p:cNvGrpSpPr/>
                <p:nvPr/>
              </p:nvGrpSpPr>
              <p:grpSpPr>
                <a:xfrm>
                  <a:off x="4997940" y="1222951"/>
                  <a:ext cx="86213" cy="55412"/>
                  <a:chOff x="4997940" y="1222951"/>
                  <a:chExt cx="86213" cy="55412"/>
                </a:xfrm>
                <a:solidFill>
                  <a:schemeClr val="accent1"/>
                </a:solidFill>
              </p:grpSpPr>
              <p:sp>
                <p:nvSpPr>
                  <p:cNvPr id="22229" name="Forme libre : forme 22228">
                    <a:extLst>
                      <a:ext uri="{FF2B5EF4-FFF2-40B4-BE49-F238E27FC236}">
                        <a16:creationId xmlns:a16="http://schemas.microsoft.com/office/drawing/2014/main" id="{0E883154-608B-4D97-B964-0123C86F9B61}"/>
                      </a:ext>
                    </a:extLst>
                  </p:cNvPr>
                  <p:cNvSpPr/>
                  <p:nvPr/>
                </p:nvSpPr>
                <p:spPr>
                  <a:xfrm>
                    <a:off x="4997940" y="1222951"/>
                    <a:ext cx="86213" cy="55412"/>
                  </a:xfrm>
                  <a:custGeom>
                    <a:avLst/>
                    <a:gdLst>
                      <a:gd name="connsiteX0" fmla="*/ 50386 w 86213"/>
                      <a:gd name="connsiteY0" fmla="*/ 48860 h 55412"/>
                      <a:gd name="connsiteX1" fmla="*/ 37264 w 86213"/>
                      <a:gd name="connsiteY1" fmla="*/ 41988 h 55412"/>
                      <a:gd name="connsiteX2" fmla="*/ 29950 w 86213"/>
                      <a:gd name="connsiteY2" fmla="*/ 38220 h 55412"/>
                      <a:gd name="connsiteX3" fmla="*/ 23788 w 86213"/>
                      <a:gd name="connsiteY3" fmla="*/ 35383 h 55412"/>
                      <a:gd name="connsiteX4" fmla="*/ 15808 w 86213"/>
                      <a:gd name="connsiteY4" fmla="*/ 30462 h 55412"/>
                      <a:gd name="connsiteX5" fmla="*/ 9646 w 86213"/>
                      <a:gd name="connsiteY5" fmla="*/ 25586 h 55412"/>
                      <a:gd name="connsiteX6" fmla="*/ 824 w 86213"/>
                      <a:gd name="connsiteY6" fmla="*/ 13085 h 55412"/>
                      <a:gd name="connsiteX7" fmla="*/ 3927 w 86213"/>
                      <a:gd name="connsiteY7" fmla="*/ 3553 h 55412"/>
                      <a:gd name="connsiteX8" fmla="*/ 19532 w 86213"/>
                      <a:gd name="connsiteY8" fmla="*/ 51 h 55412"/>
                      <a:gd name="connsiteX9" fmla="*/ 28487 w 86213"/>
                      <a:gd name="connsiteY9" fmla="*/ 539 h 55412"/>
                      <a:gd name="connsiteX10" fmla="*/ 38417 w 86213"/>
                      <a:gd name="connsiteY10" fmla="*/ 3465 h 55412"/>
                      <a:gd name="connsiteX11" fmla="*/ 53179 w 86213"/>
                      <a:gd name="connsiteY11" fmla="*/ 10070 h 55412"/>
                      <a:gd name="connsiteX12" fmla="*/ 67365 w 86213"/>
                      <a:gd name="connsiteY12" fmla="*/ 18183 h 55412"/>
                      <a:gd name="connsiteX13" fmla="*/ 80797 w 86213"/>
                      <a:gd name="connsiteY13" fmla="*/ 31615 h 55412"/>
                      <a:gd name="connsiteX14" fmla="*/ 86073 w 86213"/>
                      <a:gd name="connsiteY14" fmla="*/ 46377 h 55412"/>
                      <a:gd name="connsiteX15" fmla="*/ 81152 w 86213"/>
                      <a:gd name="connsiteY15" fmla="*/ 54844 h 55412"/>
                      <a:gd name="connsiteX16" fmla="*/ 50386 w 86213"/>
                      <a:gd name="connsiteY16" fmla="*/ 48860 h 55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6213" h="55412">
                        <a:moveTo>
                          <a:pt x="50386" y="48860"/>
                        </a:moveTo>
                        <a:cubicBezTo>
                          <a:pt x="47372" y="46998"/>
                          <a:pt x="42274" y="44604"/>
                          <a:pt x="37264" y="41988"/>
                        </a:cubicBezTo>
                        <a:cubicBezTo>
                          <a:pt x="34737" y="40747"/>
                          <a:pt x="32343" y="39195"/>
                          <a:pt x="29950" y="38220"/>
                        </a:cubicBezTo>
                        <a:cubicBezTo>
                          <a:pt x="27600" y="37201"/>
                          <a:pt x="25472" y="36181"/>
                          <a:pt x="23788" y="35383"/>
                        </a:cubicBezTo>
                        <a:cubicBezTo>
                          <a:pt x="20684" y="33831"/>
                          <a:pt x="18069" y="32191"/>
                          <a:pt x="15808" y="30462"/>
                        </a:cubicBezTo>
                        <a:cubicBezTo>
                          <a:pt x="13458" y="28955"/>
                          <a:pt x="11419" y="27359"/>
                          <a:pt x="9646" y="25586"/>
                        </a:cubicBezTo>
                        <a:cubicBezTo>
                          <a:pt x="6099" y="22039"/>
                          <a:pt x="3484" y="17872"/>
                          <a:pt x="824" y="13085"/>
                        </a:cubicBezTo>
                        <a:cubicBezTo>
                          <a:pt x="-1082" y="10026"/>
                          <a:pt x="469" y="5105"/>
                          <a:pt x="3927" y="3553"/>
                        </a:cubicBezTo>
                        <a:cubicBezTo>
                          <a:pt x="8848" y="1603"/>
                          <a:pt x="13857" y="317"/>
                          <a:pt x="19532" y="51"/>
                        </a:cubicBezTo>
                        <a:cubicBezTo>
                          <a:pt x="22325" y="-38"/>
                          <a:pt x="25383" y="-82"/>
                          <a:pt x="28487" y="539"/>
                        </a:cubicBezTo>
                        <a:cubicBezTo>
                          <a:pt x="31590" y="1204"/>
                          <a:pt x="34870" y="2135"/>
                          <a:pt x="38417" y="3465"/>
                        </a:cubicBezTo>
                        <a:cubicBezTo>
                          <a:pt x="42229" y="4839"/>
                          <a:pt x="47904" y="7011"/>
                          <a:pt x="53179" y="10070"/>
                        </a:cubicBezTo>
                        <a:cubicBezTo>
                          <a:pt x="58499" y="13040"/>
                          <a:pt x="64084" y="15656"/>
                          <a:pt x="67365" y="18183"/>
                        </a:cubicBezTo>
                        <a:cubicBezTo>
                          <a:pt x="73704" y="22660"/>
                          <a:pt x="78137" y="26827"/>
                          <a:pt x="80797" y="31615"/>
                        </a:cubicBezTo>
                        <a:cubicBezTo>
                          <a:pt x="83501" y="36403"/>
                          <a:pt x="85009" y="41235"/>
                          <a:pt x="86073" y="46377"/>
                        </a:cubicBezTo>
                        <a:cubicBezTo>
                          <a:pt x="86826" y="49924"/>
                          <a:pt x="84477" y="54445"/>
                          <a:pt x="81152" y="54844"/>
                        </a:cubicBezTo>
                        <a:cubicBezTo>
                          <a:pt x="71044" y="56396"/>
                          <a:pt x="62222" y="54889"/>
                          <a:pt x="50386" y="4886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30" name="Forme libre : forme 22229">
                    <a:extLst>
                      <a:ext uri="{FF2B5EF4-FFF2-40B4-BE49-F238E27FC236}">
                        <a16:creationId xmlns:a16="http://schemas.microsoft.com/office/drawing/2014/main" id="{2F6F5128-0E74-495E-835B-3422861733A3}"/>
                      </a:ext>
                    </a:extLst>
                  </p:cNvPr>
                  <p:cNvSpPr/>
                  <p:nvPr/>
                </p:nvSpPr>
                <p:spPr>
                  <a:xfrm>
                    <a:off x="4997983" y="1231558"/>
                    <a:ext cx="81375" cy="46604"/>
                  </a:xfrm>
                  <a:custGeom>
                    <a:avLst/>
                    <a:gdLst>
                      <a:gd name="connsiteX0" fmla="*/ 33187 w 81375"/>
                      <a:gd name="connsiteY0" fmla="*/ 17067 h 46604"/>
                      <a:gd name="connsiteX1" fmla="*/ 24144 w 81375"/>
                      <a:gd name="connsiteY1" fmla="*/ 13521 h 46604"/>
                      <a:gd name="connsiteX2" fmla="*/ 19755 w 81375"/>
                      <a:gd name="connsiteY2" fmla="*/ 11482 h 46604"/>
                      <a:gd name="connsiteX3" fmla="*/ 15322 w 81375"/>
                      <a:gd name="connsiteY3" fmla="*/ 9664 h 46604"/>
                      <a:gd name="connsiteX4" fmla="*/ 116 w 81375"/>
                      <a:gd name="connsiteY4" fmla="*/ 0 h 46604"/>
                      <a:gd name="connsiteX5" fmla="*/ 781 w 81375"/>
                      <a:gd name="connsiteY5" fmla="*/ 4344 h 46604"/>
                      <a:gd name="connsiteX6" fmla="*/ 3574 w 81375"/>
                      <a:gd name="connsiteY6" fmla="*/ 9044 h 46604"/>
                      <a:gd name="connsiteX7" fmla="*/ 13726 w 81375"/>
                      <a:gd name="connsiteY7" fmla="*/ 20304 h 46604"/>
                      <a:gd name="connsiteX8" fmla="*/ 23745 w 81375"/>
                      <a:gd name="connsiteY8" fmla="*/ 26643 h 46604"/>
                      <a:gd name="connsiteX9" fmla="*/ 28089 w 81375"/>
                      <a:gd name="connsiteY9" fmla="*/ 28682 h 46604"/>
                      <a:gd name="connsiteX10" fmla="*/ 38596 w 81375"/>
                      <a:gd name="connsiteY10" fmla="*/ 33958 h 46604"/>
                      <a:gd name="connsiteX11" fmla="*/ 48437 w 81375"/>
                      <a:gd name="connsiteY11" fmla="*/ 39056 h 46604"/>
                      <a:gd name="connsiteX12" fmla="*/ 50343 w 81375"/>
                      <a:gd name="connsiteY12" fmla="*/ 40119 h 46604"/>
                      <a:gd name="connsiteX13" fmla="*/ 62047 w 81375"/>
                      <a:gd name="connsiteY13" fmla="*/ 44819 h 46604"/>
                      <a:gd name="connsiteX14" fmla="*/ 76454 w 81375"/>
                      <a:gd name="connsiteY14" fmla="*/ 46548 h 46604"/>
                      <a:gd name="connsiteX15" fmla="*/ 81198 w 81375"/>
                      <a:gd name="connsiteY15" fmla="*/ 46060 h 46604"/>
                      <a:gd name="connsiteX16" fmla="*/ 81375 w 81375"/>
                      <a:gd name="connsiteY16" fmla="*/ 46016 h 46604"/>
                      <a:gd name="connsiteX17" fmla="*/ 33187 w 81375"/>
                      <a:gd name="connsiteY17" fmla="*/ 17067 h 46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1375" h="46604">
                        <a:moveTo>
                          <a:pt x="33187" y="17067"/>
                        </a:moveTo>
                        <a:cubicBezTo>
                          <a:pt x="30173" y="16004"/>
                          <a:pt x="27114" y="14807"/>
                          <a:pt x="24144" y="13521"/>
                        </a:cubicBezTo>
                        <a:cubicBezTo>
                          <a:pt x="22636" y="12856"/>
                          <a:pt x="21174" y="12191"/>
                          <a:pt x="19755" y="11482"/>
                        </a:cubicBezTo>
                        <a:cubicBezTo>
                          <a:pt x="18248" y="10905"/>
                          <a:pt x="16785" y="10329"/>
                          <a:pt x="15322" y="9664"/>
                        </a:cubicBezTo>
                        <a:cubicBezTo>
                          <a:pt x="9515" y="7182"/>
                          <a:pt x="4372" y="3724"/>
                          <a:pt x="116" y="0"/>
                        </a:cubicBezTo>
                        <a:cubicBezTo>
                          <a:pt x="-150" y="1507"/>
                          <a:pt x="28" y="3059"/>
                          <a:pt x="781" y="4344"/>
                        </a:cubicBezTo>
                        <a:cubicBezTo>
                          <a:pt x="1712" y="5985"/>
                          <a:pt x="2599" y="7581"/>
                          <a:pt x="3574" y="9044"/>
                        </a:cubicBezTo>
                        <a:cubicBezTo>
                          <a:pt x="6323" y="13344"/>
                          <a:pt x="9381" y="17112"/>
                          <a:pt x="13726" y="20304"/>
                        </a:cubicBezTo>
                        <a:cubicBezTo>
                          <a:pt x="16607" y="22210"/>
                          <a:pt x="19666" y="24737"/>
                          <a:pt x="23745" y="26643"/>
                        </a:cubicBezTo>
                        <a:cubicBezTo>
                          <a:pt x="24986" y="27264"/>
                          <a:pt x="26449" y="27928"/>
                          <a:pt x="28089" y="28682"/>
                        </a:cubicBezTo>
                        <a:cubicBezTo>
                          <a:pt x="31370" y="29968"/>
                          <a:pt x="34960" y="32140"/>
                          <a:pt x="38596" y="33958"/>
                        </a:cubicBezTo>
                        <a:cubicBezTo>
                          <a:pt x="42142" y="35908"/>
                          <a:pt x="45822" y="37371"/>
                          <a:pt x="48437" y="39056"/>
                        </a:cubicBezTo>
                        <a:cubicBezTo>
                          <a:pt x="49146" y="39455"/>
                          <a:pt x="49767" y="39809"/>
                          <a:pt x="50343" y="40119"/>
                        </a:cubicBezTo>
                        <a:cubicBezTo>
                          <a:pt x="54466" y="42380"/>
                          <a:pt x="58367" y="43843"/>
                          <a:pt x="62047" y="44819"/>
                        </a:cubicBezTo>
                        <a:cubicBezTo>
                          <a:pt x="66967" y="46370"/>
                          <a:pt x="71667" y="46769"/>
                          <a:pt x="76454" y="46548"/>
                        </a:cubicBezTo>
                        <a:cubicBezTo>
                          <a:pt x="78006" y="46459"/>
                          <a:pt x="79602" y="46282"/>
                          <a:pt x="81198" y="46060"/>
                        </a:cubicBezTo>
                        <a:lnTo>
                          <a:pt x="81375" y="46016"/>
                        </a:lnTo>
                        <a:cubicBezTo>
                          <a:pt x="66790" y="34224"/>
                          <a:pt x="50299" y="23761"/>
                          <a:pt x="33187" y="1706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31" name="Forme libre : forme 22230">
                    <a:extLst>
                      <a:ext uri="{FF2B5EF4-FFF2-40B4-BE49-F238E27FC236}">
                        <a16:creationId xmlns:a16="http://schemas.microsoft.com/office/drawing/2014/main" id="{8D79985C-9D45-4083-BA98-4148EB7886E5}"/>
                      </a:ext>
                    </a:extLst>
                  </p:cNvPr>
                  <p:cNvSpPr/>
                  <p:nvPr/>
                </p:nvSpPr>
                <p:spPr>
                  <a:xfrm>
                    <a:off x="5029176" y="1240994"/>
                    <a:ext cx="39115" cy="24513"/>
                  </a:xfrm>
                  <a:custGeom>
                    <a:avLst/>
                    <a:gdLst>
                      <a:gd name="connsiteX0" fmla="*/ 38833 w 39115"/>
                      <a:gd name="connsiteY0" fmla="*/ 23457 h 24513"/>
                      <a:gd name="connsiteX1" fmla="*/ 28504 w 39115"/>
                      <a:gd name="connsiteY1" fmla="*/ 22438 h 24513"/>
                      <a:gd name="connsiteX2" fmla="*/ 21677 w 39115"/>
                      <a:gd name="connsiteY2" fmla="*/ 19157 h 24513"/>
                      <a:gd name="connsiteX3" fmla="*/ 16313 w 39115"/>
                      <a:gd name="connsiteY3" fmla="*/ 16586 h 24513"/>
                      <a:gd name="connsiteX4" fmla="*/ 5851 w 39115"/>
                      <a:gd name="connsiteY4" fmla="*/ 9715 h 24513"/>
                      <a:gd name="connsiteX5" fmla="*/ 176 w 39115"/>
                      <a:gd name="connsiteY5" fmla="*/ 1824 h 24513"/>
                      <a:gd name="connsiteX6" fmla="*/ 9974 w 39115"/>
                      <a:gd name="connsiteY6" fmla="*/ 893 h 24513"/>
                      <a:gd name="connsiteX7" fmla="*/ 21766 w 39115"/>
                      <a:gd name="connsiteY7" fmla="*/ 6345 h 24513"/>
                      <a:gd name="connsiteX8" fmla="*/ 26952 w 39115"/>
                      <a:gd name="connsiteY8" fmla="*/ 9449 h 24513"/>
                      <a:gd name="connsiteX9" fmla="*/ 33114 w 39115"/>
                      <a:gd name="connsiteY9" fmla="*/ 14369 h 24513"/>
                      <a:gd name="connsiteX10" fmla="*/ 38833 w 39115"/>
                      <a:gd name="connsiteY10" fmla="*/ 23457 h 24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9115" h="24513">
                        <a:moveTo>
                          <a:pt x="38833" y="23457"/>
                        </a:moveTo>
                        <a:cubicBezTo>
                          <a:pt x="37547" y="25452"/>
                          <a:pt x="33159" y="24344"/>
                          <a:pt x="28504" y="22438"/>
                        </a:cubicBezTo>
                        <a:cubicBezTo>
                          <a:pt x="26199" y="21462"/>
                          <a:pt x="23805" y="20310"/>
                          <a:pt x="21677" y="19157"/>
                        </a:cubicBezTo>
                        <a:cubicBezTo>
                          <a:pt x="19549" y="18093"/>
                          <a:pt x="17554" y="17251"/>
                          <a:pt x="16313" y="16586"/>
                        </a:cubicBezTo>
                        <a:cubicBezTo>
                          <a:pt x="13786" y="15300"/>
                          <a:pt x="9397" y="12641"/>
                          <a:pt x="5851" y="9715"/>
                        </a:cubicBezTo>
                        <a:cubicBezTo>
                          <a:pt x="2127" y="7143"/>
                          <a:pt x="-755" y="4262"/>
                          <a:pt x="176" y="1824"/>
                        </a:cubicBezTo>
                        <a:cubicBezTo>
                          <a:pt x="1107" y="-570"/>
                          <a:pt x="5319" y="-304"/>
                          <a:pt x="9974" y="893"/>
                        </a:cubicBezTo>
                        <a:cubicBezTo>
                          <a:pt x="14451" y="2444"/>
                          <a:pt x="19327" y="4971"/>
                          <a:pt x="21766" y="6345"/>
                        </a:cubicBezTo>
                        <a:cubicBezTo>
                          <a:pt x="22962" y="7055"/>
                          <a:pt x="24869" y="8119"/>
                          <a:pt x="26952" y="9449"/>
                        </a:cubicBezTo>
                        <a:cubicBezTo>
                          <a:pt x="28947" y="10912"/>
                          <a:pt x="31164" y="12641"/>
                          <a:pt x="33114" y="14369"/>
                        </a:cubicBezTo>
                        <a:cubicBezTo>
                          <a:pt x="37060" y="17960"/>
                          <a:pt x="40074" y="21507"/>
                          <a:pt x="38833" y="2345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32" name="Forme libre : forme 22231">
                    <a:extLst>
                      <a:ext uri="{FF2B5EF4-FFF2-40B4-BE49-F238E27FC236}">
                        <a16:creationId xmlns:a16="http://schemas.microsoft.com/office/drawing/2014/main" id="{7685050B-2DCF-4873-A958-6D87BCDF1B60}"/>
                      </a:ext>
                    </a:extLst>
                  </p:cNvPr>
                  <p:cNvSpPr/>
                  <p:nvPr/>
                </p:nvSpPr>
                <p:spPr>
                  <a:xfrm>
                    <a:off x="5029118" y="1241097"/>
                    <a:ext cx="24926" cy="20561"/>
                  </a:xfrm>
                  <a:custGeom>
                    <a:avLst/>
                    <a:gdLst>
                      <a:gd name="connsiteX0" fmla="*/ 10785 w 24926"/>
                      <a:gd name="connsiteY0" fmla="*/ 1277 h 20561"/>
                      <a:gd name="connsiteX1" fmla="*/ 13 w 24926"/>
                      <a:gd name="connsiteY1" fmla="*/ 1721 h 20561"/>
                      <a:gd name="connsiteX2" fmla="*/ 5909 w 24926"/>
                      <a:gd name="connsiteY2" fmla="*/ 9656 h 20561"/>
                      <a:gd name="connsiteX3" fmla="*/ 16593 w 24926"/>
                      <a:gd name="connsiteY3" fmla="*/ 16660 h 20561"/>
                      <a:gd name="connsiteX4" fmla="*/ 20671 w 24926"/>
                      <a:gd name="connsiteY4" fmla="*/ 18566 h 20561"/>
                      <a:gd name="connsiteX5" fmla="*/ 24927 w 24926"/>
                      <a:gd name="connsiteY5" fmla="*/ 20561 h 20561"/>
                      <a:gd name="connsiteX6" fmla="*/ 20893 w 24926"/>
                      <a:gd name="connsiteY6" fmla="*/ 17680 h 20561"/>
                      <a:gd name="connsiteX7" fmla="*/ 10785 w 24926"/>
                      <a:gd name="connsiteY7" fmla="*/ 1277 h 20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926" h="20561">
                        <a:moveTo>
                          <a:pt x="10785" y="1277"/>
                        </a:moveTo>
                        <a:cubicBezTo>
                          <a:pt x="7860" y="834"/>
                          <a:pt x="279" y="-1604"/>
                          <a:pt x="13" y="1721"/>
                        </a:cubicBezTo>
                        <a:cubicBezTo>
                          <a:pt x="-209" y="4425"/>
                          <a:pt x="2451" y="7173"/>
                          <a:pt x="5909" y="9656"/>
                        </a:cubicBezTo>
                        <a:cubicBezTo>
                          <a:pt x="9234" y="12449"/>
                          <a:pt x="13401" y="14976"/>
                          <a:pt x="16593" y="16660"/>
                        </a:cubicBezTo>
                        <a:cubicBezTo>
                          <a:pt x="17524" y="17148"/>
                          <a:pt x="19075" y="17857"/>
                          <a:pt x="20671" y="18566"/>
                        </a:cubicBezTo>
                        <a:cubicBezTo>
                          <a:pt x="22267" y="19320"/>
                          <a:pt x="23819" y="20118"/>
                          <a:pt x="24927" y="20561"/>
                        </a:cubicBezTo>
                        <a:cubicBezTo>
                          <a:pt x="23774" y="19808"/>
                          <a:pt x="21912" y="18522"/>
                          <a:pt x="20893" y="17680"/>
                        </a:cubicBezTo>
                        <a:cubicBezTo>
                          <a:pt x="15307" y="12892"/>
                          <a:pt x="8790" y="6597"/>
                          <a:pt x="10785" y="127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33" name="Forme libre : forme 22232">
                    <a:extLst>
                      <a:ext uri="{FF2B5EF4-FFF2-40B4-BE49-F238E27FC236}">
                        <a16:creationId xmlns:a16="http://schemas.microsoft.com/office/drawing/2014/main" id="{BC24A94E-A7BE-4343-A2A4-875578880ACA}"/>
                      </a:ext>
                    </a:extLst>
                  </p:cNvPr>
                  <p:cNvSpPr/>
                  <p:nvPr/>
                </p:nvSpPr>
                <p:spPr>
                  <a:xfrm>
                    <a:off x="5030798" y="1243105"/>
                    <a:ext cx="39045" cy="24461"/>
                  </a:xfrm>
                  <a:custGeom>
                    <a:avLst/>
                    <a:gdLst>
                      <a:gd name="connsiteX0" fmla="*/ 38452 w 39045"/>
                      <a:gd name="connsiteY0" fmla="*/ 23784 h 24461"/>
                      <a:gd name="connsiteX1" fmla="*/ 27768 w 39045"/>
                      <a:gd name="connsiteY1" fmla="*/ 22366 h 24461"/>
                      <a:gd name="connsiteX2" fmla="*/ 15843 w 39045"/>
                      <a:gd name="connsiteY2" fmla="*/ 16691 h 24461"/>
                      <a:gd name="connsiteX3" fmla="*/ 5469 w 39045"/>
                      <a:gd name="connsiteY3" fmla="*/ 9953 h 24461"/>
                      <a:gd name="connsiteX4" fmla="*/ 150 w 39045"/>
                      <a:gd name="connsiteY4" fmla="*/ 1885 h 24461"/>
                      <a:gd name="connsiteX5" fmla="*/ 9814 w 39045"/>
                      <a:gd name="connsiteY5" fmla="*/ 1131 h 24461"/>
                      <a:gd name="connsiteX6" fmla="*/ 21517 w 39045"/>
                      <a:gd name="connsiteY6" fmla="*/ 6540 h 24461"/>
                      <a:gd name="connsiteX7" fmla="*/ 33221 w 39045"/>
                      <a:gd name="connsiteY7" fmla="*/ 14874 h 24461"/>
                      <a:gd name="connsiteX8" fmla="*/ 38186 w 39045"/>
                      <a:gd name="connsiteY8" fmla="*/ 20016 h 24461"/>
                      <a:gd name="connsiteX9" fmla="*/ 38452 w 39045"/>
                      <a:gd name="connsiteY9" fmla="*/ 23784 h 24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045" h="24461">
                        <a:moveTo>
                          <a:pt x="38452" y="23784"/>
                        </a:moveTo>
                        <a:cubicBezTo>
                          <a:pt x="36590" y="25247"/>
                          <a:pt x="32290" y="24139"/>
                          <a:pt x="27768" y="22366"/>
                        </a:cubicBezTo>
                        <a:cubicBezTo>
                          <a:pt x="23246" y="20637"/>
                          <a:pt x="18724" y="17844"/>
                          <a:pt x="15843" y="16691"/>
                        </a:cubicBezTo>
                        <a:cubicBezTo>
                          <a:pt x="13094" y="15362"/>
                          <a:pt x="8839" y="12835"/>
                          <a:pt x="5469" y="9953"/>
                        </a:cubicBezTo>
                        <a:cubicBezTo>
                          <a:pt x="2145" y="7072"/>
                          <a:pt x="-693" y="4456"/>
                          <a:pt x="150" y="1885"/>
                        </a:cubicBezTo>
                        <a:cubicBezTo>
                          <a:pt x="903" y="-509"/>
                          <a:pt x="5292" y="-465"/>
                          <a:pt x="9814" y="1131"/>
                        </a:cubicBezTo>
                        <a:cubicBezTo>
                          <a:pt x="14336" y="2772"/>
                          <a:pt x="19212" y="5298"/>
                          <a:pt x="21517" y="6540"/>
                        </a:cubicBezTo>
                        <a:cubicBezTo>
                          <a:pt x="23911" y="7604"/>
                          <a:pt x="29054" y="11283"/>
                          <a:pt x="33221" y="14874"/>
                        </a:cubicBezTo>
                        <a:cubicBezTo>
                          <a:pt x="35304" y="16647"/>
                          <a:pt x="37122" y="18465"/>
                          <a:pt x="38186" y="20016"/>
                        </a:cubicBezTo>
                        <a:cubicBezTo>
                          <a:pt x="39161" y="21656"/>
                          <a:pt x="39383" y="22986"/>
                          <a:pt x="38452" y="2378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34" name="Forme libre : forme 22233">
                    <a:extLst>
                      <a:ext uri="{FF2B5EF4-FFF2-40B4-BE49-F238E27FC236}">
                        <a16:creationId xmlns:a16="http://schemas.microsoft.com/office/drawing/2014/main" id="{E460821F-54AE-4EBB-827F-AA6EA1EFD350}"/>
                      </a:ext>
                    </a:extLst>
                  </p:cNvPr>
                  <p:cNvSpPr/>
                  <p:nvPr/>
                </p:nvSpPr>
                <p:spPr>
                  <a:xfrm>
                    <a:off x="5009968" y="1229781"/>
                    <a:ext cx="46323" cy="36590"/>
                  </a:xfrm>
                  <a:custGeom>
                    <a:avLst/>
                    <a:gdLst>
                      <a:gd name="connsiteX0" fmla="*/ 12 w 46323"/>
                      <a:gd name="connsiteY0" fmla="*/ 6166 h 36590"/>
                      <a:gd name="connsiteX1" fmla="*/ 3425 w 46323"/>
                      <a:gd name="connsiteY1" fmla="*/ 13259 h 36590"/>
                      <a:gd name="connsiteX2" fmla="*/ 6794 w 46323"/>
                      <a:gd name="connsiteY2" fmla="*/ 17027 h 36590"/>
                      <a:gd name="connsiteX3" fmla="*/ 10075 w 46323"/>
                      <a:gd name="connsiteY3" fmla="*/ 20795 h 36590"/>
                      <a:gd name="connsiteX4" fmla="*/ 18453 w 46323"/>
                      <a:gd name="connsiteY4" fmla="*/ 27577 h 36590"/>
                      <a:gd name="connsiteX5" fmla="*/ 27585 w 46323"/>
                      <a:gd name="connsiteY5" fmla="*/ 32676 h 36590"/>
                      <a:gd name="connsiteX6" fmla="*/ 36895 w 46323"/>
                      <a:gd name="connsiteY6" fmla="*/ 35779 h 36590"/>
                      <a:gd name="connsiteX7" fmla="*/ 46293 w 46323"/>
                      <a:gd name="connsiteY7" fmla="*/ 34183 h 36590"/>
                      <a:gd name="connsiteX8" fmla="*/ 42037 w 46323"/>
                      <a:gd name="connsiteY8" fmla="*/ 28287 h 36590"/>
                      <a:gd name="connsiteX9" fmla="*/ 28561 w 46323"/>
                      <a:gd name="connsiteY9" fmla="*/ 13657 h 36590"/>
                      <a:gd name="connsiteX10" fmla="*/ 13089 w 46323"/>
                      <a:gd name="connsiteY10" fmla="*/ 491 h 36590"/>
                      <a:gd name="connsiteX11" fmla="*/ 12 w 46323"/>
                      <a:gd name="connsiteY11" fmla="*/ 6166 h 36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6323" h="36590">
                        <a:moveTo>
                          <a:pt x="12" y="6166"/>
                        </a:moveTo>
                        <a:cubicBezTo>
                          <a:pt x="233" y="9313"/>
                          <a:pt x="987" y="10510"/>
                          <a:pt x="3425" y="13259"/>
                        </a:cubicBezTo>
                        <a:cubicBezTo>
                          <a:pt x="4578" y="14589"/>
                          <a:pt x="5730" y="15830"/>
                          <a:pt x="6794" y="17027"/>
                        </a:cubicBezTo>
                        <a:cubicBezTo>
                          <a:pt x="7858" y="18357"/>
                          <a:pt x="8922" y="19598"/>
                          <a:pt x="10075" y="20795"/>
                        </a:cubicBezTo>
                        <a:cubicBezTo>
                          <a:pt x="12380" y="23233"/>
                          <a:pt x="14951" y="25450"/>
                          <a:pt x="18453" y="27577"/>
                        </a:cubicBezTo>
                        <a:cubicBezTo>
                          <a:pt x="21423" y="29218"/>
                          <a:pt x="24394" y="31301"/>
                          <a:pt x="27585" y="32676"/>
                        </a:cubicBezTo>
                        <a:cubicBezTo>
                          <a:pt x="30733" y="34138"/>
                          <a:pt x="33925" y="35202"/>
                          <a:pt x="36895" y="35779"/>
                        </a:cubicBezTo>
                        <a:cubicBezTo>
                          <a:pt x="41106" y="36976"/>
                          <a:pt x="45717" y="37153"/>
                          <a:pt x="46293" y="34183"/>
                        </a:cubicBezTo>
                        <a:cubicBezTo>
                          <a:pt x="46648" y="32321"/>
                          <a:pt x="43855" y="30415"/>
                          <a:pt x="42037" y="28287"/>
                        </a:cubicBezTo>
                        <a:cubicBezTo>
                          <a:pt x="37427" y="23676"/>
                          <a:pt x="32684" y="19509"/>
                          <a:pt x="28561" y="13657"/>
                        </a:cubicBezTo>
                        <a:cubicBezTo>
                          <a:pt x="24881" y="9136"/>
                          <a:pt x="20980" y="2974"/>
                          <a:pt x="13089" y="491"/>
                        </a:cubicBezTo>
                        <a:cubicBezTo>
                          <a:pt x="5686" y="-1238"/>
                          <a:pt x="-299" y="1821"/>
                          <a:pt x="12" y="616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35" name="Forme libre : forme 22234">
                    <a:extLst>
                      <a:ext uri="{FF2B5EF4-FFF2-40B4-BE49-F238E27FC236}">
                        <a16:creationId xmlns:a16="http://schemas.microsoft.com/office/drawing/2014/main" id="{DEA6CDD9-FC9B-41E0-BD42-3CF29DEEF463}"/>
                      </a:ext>
                    </a:extLst>
                  </p:cNvPr>
                  <p:cNvSpPr/>
                  <p:nvPr/>
                </p:nvSpPr>
                <p:spPr>
                  <a:xfrm>
                    <a:off x="5021876" y="1234085"/>
                    <a:ext cx="18477" cy="6206"/>
                  </a:xfrm>
                  <a:custGeom>
                    <a:avLst/>
                    <a:gdLst>
                      <a:gd name="connsiteX0" fmla="*/ 2201 w 18477"/>
                      <a:gd name="connsiteY0" fmla="*/ 0 h 6206"/>
                      <a:gd name="connsiteX1" fmla="*/ 161 w 18477"/>
                      <a:gd name="connsiteY1" fmla="*/ 443 h 6206"/>
                      <a:gd name="connsiteX2" fmla="*/ 1004 w 18477"/>
                      <a:gd name="connsiteY2" fmla="*/ 2039 h 6206"/>
                      <a:gd name="connsiteX3" fmla="*/ 4062 w 18477"/>
                      <a:gd name="connsiteY3" fmla="*/ 3413 h 6206"/>
                      <a:gd name="connsiteX4" fmla="*/ 12042 w 18477"/>
                      <a:gd name="connsiteY4" fmla="*/ 5719 h 6206"/>
                      <a:gd name="connsiteX5" fmla="*/ 15057 w 18477"/>
                      <a:gd name="connsiteY5" fmla="*/ 6206 h 6206"/>
                      <a:gd name="connsiteX6" fmla="*/ 15057 w 18477"/>
                      <a:gd name="connsiteY6" fmla="*/ 1951 h 6206"/>
                      <a:gd name="connsiteX7" fmla="*/ 2201 w 18477"/>
                      <a:gd name="connsiteY7" fmla="*/ 0 h 6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477" h="6206">
                        <a:moveTo>
                          <a:pt x="2201" y="0"/>
                        </a:moveTo>
                        <a:cubicBezTo>
                          <a:pt x="1270" y="0"/>
                          <a:pt x="649" y="0"/>
                          <a:pt x="161" y="443"/>
                        </a:cubicBezTo>
                        <a:cubicBezTo>
                          <a:pt x="-282" y="842"/>
                          <a:pt x="250" y="1507"/>
                          <a:pt x="1004" y="2039"/>
                        </a:cubicBezTo>
                        <a:cubicBezTo>
                          <a:pt x="1802" y="2571"/>
                          <a:pt x="3087" y="3059"/>
                          <a:pt x="4062" y="3413"/>
                        </a:cubicBezTo>
                        <a:cubicBezTo>
                          <a:pt x="6634" y="4300"/>
                          <a:pt x="9427" y="5142"/>
                          <a:pt x="12042" y="5719"/>
                        </a:cubicBezTo>
                        <a:cubicBezTo>
                          <a:pt x="13106" y="5940"/>
                          <a:pt x="14126" y="6206"/>
                          <a:pt x="15057" y="6206"/>
                        </a:cubicBezTo>
                        <a:cubicBezTo>
                          <a:pt x="19046" y="6206"/>
                          <a:pt x="20155" y="3812"/>
                          <a:pt x="15057" y="1951"/>
                        </a:cubicBezTo>
                        <a:cubicBezTo>
                          <a:pt x="11067" y="488"/>
                          <a:pt x="5924" y="0"/>
                          <a:pt x="2201" y="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36" name="Forme libre : forme 22235">
                    <a:extLst>
                      <a:ext uri="{FF2B5EF4-FFF2-40B4-BE49-F238E27FC236}">
                        <a16:creationId xmlns:a16="http://schemas.microsoft.com/office/drawing/2014/main" id="{9D37A7A2-57F8-4817-BDCF-87544308F1F6}"/>
                      </a:ext>
                    </a:extLst>
                  </p:cNvPr>
                  <p:cNvSpPr/>
                  <p:nvPr/>
                </p:nvSpPr>
                <p:spPr>
                  <a:xfrm>
                    <a:off x="5049611" y="1271677"/>
                    <a:ext cx="29347" cy="5103"/>
                  </a:xfrm>
                  <a:custGeom>
                    <a:avLst/>
                    <a:gdLst>
                      <a:gd name="connsiteX0" fmla="*/ 29347 w 29347"/>
                      <a:gd name="connsiteY0" fmla="*/ 4256 h 5103"/>
                      <a:gd name="connsiteX1" fmla="*/ 15206 w 29347"/>
                      <a:gd name="connsiteY1" fmla="*/ 3901 h 5103"/>
                      <a:gd name="connsiteX2" fmla="*/ 11216 w 29347"/>
                      <a:gd name="connsiteY2" fmla="*/ 2882 h 5103"/>
                      <a:gd name="connsiteX3" fmla="*/ 7182 w 29347"/>
                      <a:gd name="connsiteY3" fmla="*/ 1951 h 5103"/>
                      <a:gd name="connsiteX4" fmla="*/ 0 w 29347"/>
                      <a:gd name="connsiteY4" fmla="*/ 0 h 5103"/>
                      <a:gd name="connsiteX5" fmla="*/ 14895 w 29347"/>
                      <a:gd name="connsiteY5" fmla="*/ 2882 h 5103"/>
                      <a:gd name="connsiteX6" fmla="*/ 29347 w 29347"/>
                      <a:gd name="connsiteY6" fmla="*/ 4256 h 5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347" h="5103">
                        <a:moveTo>
                          <a:pt x="29347" y="4256"/>
                        </a:moveTo>
                        <a:cubicBezTo>
                          <a:pt x="25756" y="5674"/>
                          <a:pt x="20481" y="5142"/>
                          <a:pt x="15206" y="3901"/>
                        </a:cubicBezTo>
                        <a:cubicBezTo>
                          <a:pt x="13876" y="3591"/>
                          <a:pt x="12546" y="3236"/>
                          <a:pt x="11216" y="2882"/>
                        </a:cubicBezTo>
                        <a:cubicBezTo>
                          <a:pt x="9841" y="2571"/>
                          <a:pt x="8467" y="2261"/>
                          <a:pt x="7182" y="1951"/>
                        </a:cubicBezTo>
                        <a:cubicBezTo>
                          <a:pt x="4566" y="1286"/>
                          <a:pt x="2084" y="621"/>
                          <a:pt x="0" y="0"/>
                        </a:cubicBezTo>
                        <a:cubicBezTo>
                          <a:pt x="4566" y="1419"/>
                          <a:pt x="9930" y="1951"/>
                          <a:pt x="14895" y="2882"/>
                        </a:cubicBezTo>
                        <a:cubicBezTo>
                          <a:pt x="19905" y="3635"/>
                          <a:pt x="24958" y="4123"/>
                          <a:pt x="29347" y="42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37" name="Forme libre : forme 22236">
                    <a:extLst>
                      <a:ext uri="{FF2B5EF4-FFF2-40B4-BE49-F238E27FC236}">
                        <a16:creationId xmlns:a16="http://schemas.microsoft.com/office/drawing/2014/main" id="{758DB939-B4DE-45C7-8A26-55133F2F602D}"/>
                      </a:ext>
                    </a:extLst>
                  </p:cNvPr>
                  <p:cNvSpPr/>
                  <p:nvPr/>
                </p:nvSpPr>
                <p:spPr>
                  <a:xfrm>
                    <a:off x="5002266" y="1224723"/>
                    <a:ext cx="34755" cy="3067"/>
                  </a:xfrm>
                  <a:custGeom>
                    <a:avLst/>
                    <a:gdLst>
                      <a:gd name="connsiteX0" fmla="*/ 34755 w 34755"/>
                      <a:gd name="connsiteY0" fmla="*/ 3067 h 3067"/>
                      <a:gd name="connsiteX1" fmla="*/ 0 w 34755"/>
                      <a:gd name="connsiteY1" fmla="*/ 2713 h 3067"/>
                      <a:gd name="connsiteX2" fmla="*/ 34755 w 34755"/>
                      <a:gd name="connsiteY2" fmla="*/ 3067 h 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755" h="3067">
                        <a:moveTo>
                          <a:pt x="34755" y="3067"/>
                        </a:moveTo>
                        <a:cubicBezTo>
                          <a:pt x="22298" y="-1898"/>
                          <a:pt x="9310" y="53"/>
                          <a:pt x="0" y="2713"/>
                        </a:cubicBezTo>
                        <a:cubicBezTo>
                          <a:pt x="8556" y="-258"/>
                          <a:pt x="23673" y="186"/>
                          <a:pt x="34755" y="306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38" name="Forme libre : forme 22237">
                    <a:extLst>
                      <a:ext uri="{FF2B5EF4-FFF2-40B4-BE49-F238E27FC236}">
                        <a16:creationId xmlns:a16="http://schemas.microsoft.com/office/drawing/2014/main" id="{D845A4EB-D2E1-4791-A1AE-5C33352C1A27}"/>
                      </a:ext>
                    </a:extLst>
                  </p:cNvPr>
                  <p:cNvSpPr/>
                  <p:nvPr/>
                </p:nvSpPr>
                <p:spPr>
                  <a:xfrm>
                    <a:off x="5046634" y="1247719"/>
                    <a:ext cx="13925" cy="10200"/>
                  </a:xfrm>
                  <a:custGeom>
                    <a:avLst/>
                    <a:gdLst>
                      <a:gd name="connsiteX0" fmla="*/ 13528 w 13925"/>
                      <a:gd name="connsiteY0" fmla="*/ 10083 h 10200"/>
                      <a:gd name="connsiteX1" fmla="*/ 4884 w 13925"/>
                      <a:gd name="connsiteY1" fmla="*/ 5650 h 10200"/>
                      <a:gd name="connsiteX2" fmla="*/ 451 w 13925"/>
                      <a:gd name="connsiteY2" fmla="*/ 152 h 10200"/>
                      <a:gd name="connsiteX3" fmla="*/ 8918 w 13925"/>
                      <a:gd name="connsiteY3" fmla="*/ 3965 h 10200"/>
                      <a:gd name="connsiteX4" fmla="*/ 13528 w 13925"/>
                      <a:gd name="connsiteY4" fmla="*/ 10083 h 10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25" h="10200">
                        <a:moveTo>
                          <a:pt x="13528" y="10083"/>
                        </a:moveTo>
                        <a:cubicBezTo>
                          <a:pt x="11711" y="10969"/>
                          <a:pt x="6657" y="6580"/>
                          <a:pt x="4884" y="5650"/>
                        </a:cubicBezTo>
                        <a:cubicBezTo>
                          <a:pt x="3199" y="4541"/>
                          <a:pt x="-1456" y="1083"/>
                          <a:pt x="451" y="152"/>
                        </a:cubicBezTo>
                        <a:cubicBezTo>
                          <a:pt x="2312" y="-779"/>
                          <a:pt x="7366" y="2812"/>
                          <a:pt x="8918" y="3965"/>
                        </a:cubicBezTo>
                        <a:cubicBezTo>
                          <a:pt x="10425" y="5206"/>
                          <a:pt x="15346" y="9285"/>
                          <a:pt x="13528" y="1008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39" name="Forme libre : forme 22238">
                    <a:extLst>
                      <a:ext uri="{FF2B5EF4-FFF2-40B4-BE49-F238E27FC236}">
                        <a16:creationId xmlns:a16="http://schemas.microsoft.com/office/drawing/2014/main" id="{2BB804D6-0EF8-4B6B-98AD-54B80A8BC108}"/>
                      </a:ext>
                    </a:extLst>
                  </p:cNvPr>
                  <p:cNvSpPr/>
                  <p:nvPr/>
                </p:nvSpPr>
                <p:spPr>
                  <a:xfrm>
                    <a:off x="5058585" y="1256087"/>
                    <a:ext cx="3995" cy="2979"/>
                  </a:xfrm>
                  <a:custGeom>
                    <a:avLst/>
                    <a:gdLst>
                      <a:gd name="connsiteX0" fmla="*/ 3971 w 3995"/>
                      <a:gd name="connsiteY0" fmla="*/ 2735 h 2979"/>
                      <a:gd name="connsiteX1" fmla="*/ 1754 w 3995"/>
                      <a:gd name="connsiteY1" fmla="*/ 2247 h 2979"/>
                      <a:gd name="connsiteX2" fmla="*/ 25 w 3995"/>
                      <a:gd name="connsiteY2" fmla="*/ 252 h 2979"/>
                      <a:gd name="connsiteX3" fmla="*/ 2198 w 3995"/>
                      <a:gd name="connsiteY3" fmla="*/ 740 h 2979"/>
                      <a:gd name="connsiteX4" fmla="*/ 3971 w 3995"/>
                      <a:gd name="connsiteY4" fmla="*/ 2735 h 2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5" h="2979">
                        <a:moveTo>
                          <a:pt x="3971" y="2735"/>
                        </a:moveTo>
                        <a:cubicBezTo>
                          <a:pt x="3749" y="3356"/>
                          <a:pt x="2419" y="2646"/>
                          <a:pt x="1754" y="2247"/>
                        </a:cubicBezTo>
                        <a:cubicBezTo>
                          <a:pt x="1089" y="1804"/>
                          <a:pt x="-196" y="873"/>
                          <a:pt x="25" y="252"/>
                        </a:cubicBezTo>
                        <a:cubicBezTo>
                          <a:pt x="247" y="-368"/>
                          <a:pt x="1533" y="297"/>
                          <a:pt x="2198" y="740"/>
                        </a:cubicBezTo>
                        <a:cubicBezTo>
                          <a:pt x="2863" y="1095"/>
                          <a:pt x="4192" y="2070"/>
                          <a:pt x="3971" y="273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40" name="Forme libre : forme 22239">
                    <a:extLst>
                      <a:ext uri="{FF2B5EF4-FFF2-40B4-BE49-F238E27FC236}">
                        <a16:creationId xmlns:a16="http://schemas.microsoft.com/office/drawing/2014/main" id="{48C8E311-1071-47C6-A4DF-CBA7CE3B4ECE}"/>
                      </a:ext>
                    </a:extLst>
                  </p:cNvPr>
                  <p:cNvSpPr/>
                  <p:nvPr/>
                </p:nvSpPr>
                <p:spPr>
                  <a:xfrm>
                    <a:off x="5051016" y="1238859"/>
                    <a:ext cx="28829" cy="33822"/>
                  </a:xfrm>
                  <a:custGeom>
                    <a:avLst/>
                    <a:gdLst>
                      <a:gd name="connsiteX0" fmla="*/ 24928 w 28829"/>
                      <a:gd name="connsiteY0" fmla="*/ 20983 h 33822"/>
                      <a:gd name="connsiteX1" fmla="*/ 28829 w 28829"/>
                      <a:gd name="connsiteY1" fmla="*/ 32597 h 33822"/>
                      <a:gd name="connsiteX2" fmla="*/ 24928 w 28829"/>
                      <a:gd name="connsiteY2" fmla="*/ 32996 h 33822"/>
                      <a:gd name="connsiteX3" fmla="*/ 22002 w 28829"/>
                      <a:gd name="connsiteY3" fmla="*/ 28785 h 33822"/>
                      <a:gd name="connsiteX4" fmla="*/ 18367 w 28829"/>
                      <a:gd name="connsiteY4" fmla="*/ 21958 h 33822"/>
                      <a:gd name="connsiteX5" fmla="*/ 13402 w 28829"/>
                      <a:gd name="connsiteY5" fmla="*/ 15486 h 33822"/>
                      <a:gd name="connsiteX6" fmla="*/ 4757 w 28829"/>
                      <a:gd name="connsiteY6" fmla="*/ 7196 h 33822"/>
                      <a:gd name="connsiteX7" fmla="*/ 856 w 28829"/>
                      <a:gd name="connsiteY7" fmla="*/ 191 h 33822"/>
                      <a:gd name="connsiteX8" fmla="*/ 11052 w 28829"/>
                      <a:gd name="connsiteY8" fmla="*/ 3472 h 33822"/>
                      <a:gd name="connsiteX9" fmla="*/ 19785 w 28829"/>
                      <a:gd name="connsiteY9" fmla="*/ 11185 h 33822"/>
                      <a:gd name="connsiteX10" fmla="*/ 24928 w 28829"/>
                      <a:gd name="connsiteY10" fmla="*/ 20983 h 33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829" h="33822">
                        <a:moveTo>
                          <a:pt x="24928" y="20983"/>
                        </a:moveTo>
                        <a:cubicBezTo>
                          <a:pt x="27189" y="25416"/>
                          <a:pt x="28785" y="28563"/>
                          <a:pt x="28829" y="32597"/>
                        </a:cubicBezTo>
                        <a:cubicBezTo>
                          <a:pt x="28873" y="34060"/>
                          <a:pt x="26612" y="34237"/>
                          <a:pt x="24928" y="32996"/>
                        </a:cubicBezTo>
                        <a:cubicBezTo>
                          <a:pt x="23199" y="31755"/>
                          <a:pt x="22667" y="30292"/>
                          <a:pt x="22002" y="28785"/>
                        </a:cubicBezTo>
                        <a:cubicBezTo>
                          <a:pt x="20982" y="26480"/>
                          <a:pt x="19830" y="24130"/>
                          <a:pt x="18367" y="21958"/>
                        </a:cubicBezTo>
                        <a:cubicBezTo>
                          <a:pt x="16860" y="19830"/>
                          <a:pt x="15219" y="17702"/>
                          <a:pt x="13402" y="15486"/>
                        </a:cubicBezTo>
                        <a:cubicBezTo>
                          <a:pt x="12249" y="14156"/>
                          <a:pt x="8260" y="10343"/>
                          <a:pt x="4757" y="7196"/>
                        </a:cubicBezTo>
                        <a:cubicBezTo>
                          <a:pt x="1255" y="4048"/>
                          <a:pt x="-1449" y="1034"/>
                          <a:pt x="856" y="191"/>
                        </a:cubicBezTo>
                        <a:cubicBezTo>
                          <a:pt x="3117" y="-562"/>
                          <a:pt x="7284" y="989"/>
                          <a:pt x="11052" y="3472"/>
                        </a:cubicBezTo>
                        <a:cubicBezTo>
                          <a:pt x="14732" y="6087"/>
                          <a:pt x="18234" y="9323"/>
                          <a:pt x="19785" y="11185"/>
                        </a:cubicBezTo>
                        <a:cubicBezTo>
                          <a:pt x="22889" y="14909"/>
                          <a:pt x="23243" y="17569"/>
                          <a:pt x="24928" y="209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09" name="Graphique 2">
                  <a:extLst>
                    <a:ext uri="{FF2B5EF4-FFF2-40B4-BE49-F238E27FC236}">
                      <a16:creationId xmlns:a16="http://schemas.microsoft.com/office/drawing/2014/main" id="{9A686836-A622-4A85-9842-44F4F88926CD}"/>
                    </a:ext>
                  </a:extLst>
                </p:cNvPr>
                <p:cNvGrpSpPr/>
                <p:nvPr/>
              </p:nvGrpSpPr>
              <p:grpSpPr>
                <a:xfrm>
                  <a:off x="5081249" y="1272649"/>
                  <a:ext cx="67916" cy="76048"/>
                  <a:chOff x="5081249" y="1272649"/>
                  <a:chExt cx="67916" cy="76048"/>
                </a:xfrm>
                <a:solidFill>
                  <a:schemeClr val="accent1"/>
                </a:solidFill>
              </p:grpSpPr>
              <p:sp>
                <p:nvSpPr>
                  <p:cNvPr id="22217" name="Forme libre : forme 22216">
                    <a:extLst>
                      <a:ext uri="{FF2B5EF4-FFF2-40B4-BE49-F238E27FC236}">
                        <a16:creationId xmlns:a16="http://schemas.microsoft.com/office/drawing/2014/main" id="{16657AF0-1761-4B48-A7B4-09438E92DF3D}"/>
                      </a:ext>
                    </a:extLst>
                  </p:cNvPr>
                  <p:cNvSpPr/>
                  <p:nvPr/>
                </p:nvSpPr>
                <p:spPr>
                  <a:xfrm>
                    <a:off x="5081249" y="1272649"/>
                    <a:ext cx="67916" cy="76048"/>
                  </a:xfrm>
                  <a:custGeom>
                    <a:avLst/>
                    <a:gdLst>
                      <a:gd name="connsiteX0" fmla="*/ 32553 w 67916"/>
                      <a:gd name="connsiteY0" fmla="*/ 60693 h 76048"/>
                      <a:gd name="connsiteX1" fmla="*/ 12028 w 67916"/>
                      <a:gd name="connsiteY1" fmla="*/ 37286 h 76048"/>
                      <a:gd name="connsiteX2" fmla="*/ 2940 w 67916"/>
                      <a:gd name="connsiteY2" fmla="*/ 22213 h 76048"/>
                      <a:gd name="connsiteX3" fmla="*/ 14 w 67916"/>
                      <a:gd name="connsiteY3" fmla="*/ 7318 h 76048"/>
                      <a:gd name="connsiteX4" fmla="*/ 6886 w 67916"/>
                      <a:gd name="connsiteY4" fmla="*/ 3 h 76048"/>
                      <a:gd name="connsiteX5" fmla="*/ 22579 w 67916"/>
                      <a:gd name="connsiteY5" fmla="*/ 3195 h 76048"/>
                      <a:gd name="connsiteX6" fmla="*/ 38139 w 67916"/>
                      <a:gd name="connsiteY6" fmla="*/ 13835 h 76048"/>
                      <a:gd name="connsiteX7" fmla="*/ 48867 w 67916"/>
                      <a:gd name="connsiteY7" fmla="*/ 25272 h 76048"/>
                      <a:gd name="connsiteX8" fmla="*/ 58753 w 67916"/>
                      <a:gd name="connsiteY8" fmla="*/ 37419 h 76048"/>
                      <a:gd name="connsiteX9" fmla="*/ 67796 w 67916"/>
                      <a:gd name="connsiteY9" fmla="*/ 68805 h 76048"/>
                      <a:gd name="connsiteX10" fmla="*/ 61102 w 67916"/>
                      <a:gd name="connsiteY10" fmla="*/ 76031 h 76048"/>
                      <a:gd name="connsiteX11" fmla="*/ 32553 w 67916"/>
                      <a:gd name="connsiteY11" fmla="*/ 60693 h 76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7916" h="76048">
                        <a:moveTo>
                          <a:pt x="32553" y="60693"/>
                        </a:moveTo>
                        <a:cubicBezTo>
                          <a:pt x="27500" y="55063"/>
                          <a:pt x="16904" y="43138"/>
                          <a:pt x="12028" y="37286"/>
                        </a:cubicBezTo>
                        <a:cubicBezTo>
                          <a:pt x="7418" y="31877"/>
                          <a:pt x="4625" y="27134"/>
                          <a:pt x="2940" y="22213"/>
                        </a:cubicBezTo>
                        <a:cubicBezTo>
                          <a:pt x="1123" y="17514"/>
                          <a:pt x="413" y="12727"/>
                          <a:pt x="14" y="7318"/>
                        </a:cubicBezTo>
                        <a:cubicBezTo>
                          <a:pt x="-252" y="3594"/>
                          <a:pt x="3206" y="-130"/>
                          <a:pt x="6886" y="3"/>
                        </a:cubicBezTo>
                        <a:cubicBezTo>
                          <a:pt x="12205" y="225"/>
                          <a:pt x="17392" y="1112"/>
                          <a:pt x="22579" y="3195"/>
                        </a:cubicBezTo>
                        <a:cubicBezTo>
                          <a:pt x="27588" y="5456"/>
                          <a:pt x="32864" y="8737"/>
                          <a:pt x="38139" y="13835"/>
                        </a:cubicBezTo>
                        <a:cubicBezTo>
                          <a:pt x="40888" y="16628"/>
                          <a:pt x="45055" y="20839"/>
                          <a:pt x="48867" y="25272"/>
                        </a:cubicBezTo>
                        <a:cubicBezTo>
                          <a:pt x="52635" y="29750"/>
                          <a:pt x="56492" y="34271"/>
                          <a:pt x="58753" y="37419"/>
                        </a:cubicBezTo>
                        <a:cubicBezTo>
                          <a:pt x="67663" y="49255"/>
                          <a:pt x="68284" y="58387"/>
                          <a:pt x="67796" y="68805"/>
                        </a:cubicBezTo>
                        <a:cubicBezTo>
                          <a:pt x="67619" y="72440"/>
                          <a:pt x="64605" y="76341"/>
                          <a:pt x="61102" y="76031"/>
                        </a:cubicBezTo>
                        <a:cubicBezTo>
                          <a:pt x="51084" y="75144"/>
                          <a:pt x="42084" y="70933"/>
                          <a:pt x="32553" y="6069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18" name="Forme libre : forme 22217">
                    <a:extLst>
                      <a:ext uri="{FF2B5EF4-FFF2-40B4-BE49-F238E27FC236}">
                        <a16:creationId xmlns:a16="http://schemas.microsoft.com/office/drawing/2014/main" id="{E0D0E40E-486A-4E13-8CBD-C66ECE527DAD}"/>
                      </a:ext>
                    </a:extLst>
                  </p:cNvPr>
                  <p:cNvSpPr/>
                  <p:nvPr/>
                </p:nvSpPr>
                <p:spPr>
                  <a:xfrm>
                    <a:off x="5081254" y="1275579"/>
                    <a:ext cx="61363" cy="73057"/>
                  </a:xfrm>
                  <a:custGeom>
                    <a:avLst/>
                    <a:gdLst>
                      <a:gd name="connsiteX0" fmla="*/ 24480 w 61363"/>
                      <a:gd name="connsiteY0" fmla="*/ 29347 h 73057"/>
                      <a:gd name="connsiteX1" fmla="*/ 11092 w 61363"/>
                      <a:gd name="connsiteY1" fmla="*/ 15206 h 73057"/>
                      <a:gd name="connsiteX2" fmla="*/ 1339 w 61363"/>
                      <a:gd name="connsiteY2" fmla="*/ 0 h 73057"/>
                      <a:gd name="connsiteX3" fmla="*/ 10 w 61363"/>
                      <a:gd name="connsiteY3" fmla="*/ 4300 h 73057"/>
                      <a:gd name="connsiteX4" fmla="*/ 586 w 61363"/>
                      <a:gd name="connsiteY4" fmla="*/ 9708 h 73057"/>
                      <a:gd name="connsiteX5" fmla="*/ 5152 w 61363"/>
                      <a:gd name="connsiteY5" fmla="*/ 24338 h 73057"/>
                      <a:gd name="connsiteX6" fmla="*/ 12068 w 61363"/>
                      <a:gd name="connsiteY6" fmla="*/ 34312 h 73057"/>
                      <a:gd name="connsiteX7" fmla="*/ 15259 w 61363"/>
                      <a:gd name="connsiteY7" fmla="*/ 38125 h 73057"/>
                      <a:gd name="connsiteX8" fmla="*/ 30997 w 61363"/>
                      <a:gd name="connsiteY8" fmla="*/ 55990 h 73057"/>
                      <a:gd name="connsiteX9" fmla="*/ 32549 w 61363"/>
                      <a:gd name="connsiteY9" fmla="*/ 57719 h 73057"/>
                      <a:gd name="connsiteX10" fmla="*/ 42567 w 61363"/>
                      <a:gd name="connsiteY10" fmla="*/ 66452 h 73057"/>
                      <a:gd name="connsiteX11" fmla="*/ 56487 w 61363"/>
                      <a:gd name="connsiteY11" fmla="*/ 72348 h 73057"/>
                      <a:gd name="connsiteX12" fmla="*/ 61186 w 61363"/>
                      <a:gd name="connsiteY12" fmla="*/ 73057 h 73057"/>
                      <a:gd name="connsiteX13" fmla="*/ 61364 w 61363"/>
                      <a:gd name="connsiteY13" fmla="*/ 73057 h 73057"/>
                      <a:gd name="connsiteX14" fmla="*/ 24480 w 61363"/>
                      <a:gd name="connsiteY14" fmla="*/ 29347 h 73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1363" h="73057">
                        <a:moveTo>
                          <a:pt x="24480" y="29347"/>
                        </a:moveTo>
                        <a:cubicBezTo>
                          <a:pt x="19959" y="24737"/>
                          <a:pt x="15082" y="20215"/>
                          <a:pt x="11092" y="15206"/>
                        </a:cubicBezTo>
                        <a:cubicBezTo>
                          <a:pt x="7014" y="10285"/>
                          <a:pt x="3379" y="5453"/>
                          <a:pt x="1339" y="0"/>
                        </a:cubicBezTo>
                        <a:cubicBezTo>
                          <a:pt x="453" y="1241"/>
                          <a:pt x="-79" y="2793"/>
                          <a:pt x="10" y="4300"/>
                        </a:cubicBezTo>
                        <a:cubicBezTo>
                          <a:pt x="143" y="6162"/>
                          <a:pt x="320" y="7935"/>
                          <a:pt x="586" y="9708"/>
                        </a:cubicBezTo>
                        <a:cubicBezTo>
                          <a:pt x="1295" y="14762"/>
                          <a:pt x="2714" y="19240"/>
                          <a:pt x="5152" y="24338"/>
                        </a:cubicBezTo>
                        <a:cubicBezTo>
                          <a:pt x="6792" y="27574"/>
                          <a:pt x="9097" y="30721"/>
                          <a:pt x="12068" y="34312"/>
                        </a:cubicBezTo>
                        <a:cubicBezTo>
                          <a:pt x="12999" y="35376"/>
                          <a:pt x="14062" y="36706"/>
                          <a:pt x="15259" y="38125"/>
                        </a:cubicBezTo>
                        <a:cubicBezTo>
                          <a:pt x="20136" y="43666"/>
                          <a:pt x="26741" y="51158"/>
                          <a:pt x="30997" y="55990"/>
                        </a:cubicBezTo>
                        <a:cubicBezTo>
                          <a:pt x="31573" y="56611"/>
                          <a:pt x="32105" y="57187"/>
                          <a:pt x="32549" y="57719"/>
                        </a:cubicBezTo>
                        <a:cubicBezTo>
                          <a:pt x="35918" y="61354"/>
                          <a:pt x="39243" y="64191"/>
                          <a:pt x="42567" y="66452"/>
                        </a:cubicBezTo>
                        <a:cubicBezTo>
                          <a:pt x="47133" y="69467"/>
                          <a:pt x="51744" y="71240"/>
                          <a:pt x="56487" y="72348"/>
                        </a:cubicBezTo>
                        <a:cubicBezTo>
                          <a:pt x="58039" y="72659"/>
                          <a:pt x="59590" y="72880"/>
                          <a:pt x="61186" y="73057"/>
                        </a:cubicBezTo>
                        <a:lnTo>
                          <a:pt x="61364" y="73057"/>
                        </a:lnTo>
                        <a:cubicBezTo>
                          <a:pt x="49527" y="57985"/>
                          <a:pt x="37868" y="42203"/>
                          <a:pt x="24480" y="2934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19" name="Forme libre : forme 22218">
                    <a:extLst>
                      <a:ext uri="{FF2B5EF4-FFF2-40B4-BE49-F238E27FC236}">
                        <a16:creationId xmlns:a16="http://schemas.microsoft.com/office/drawing/2014/main" id="{B7B10819-D336-495B-9DA5-7087276FC208}"/>
                      </a:ext>
                    </a:extLst>
                  </p:cNvPr>
                  <p:cNvSpPr/>
                  <p:nvPr/>
                </p:nvSpPr>
                <p:spPr>
                  <a:xfrm>
                    <a:off x="5105608" y="1298141"/>
                    <a:ext cx="30040" cy="35221"/>
                  </a:xfrm>
                  <a:custGeom>
                    <a:avLst/>
                    <a:gdLst>
                      <a:gd name="connsiteX0" fmla="*/ 29296 w 30040"/>
                      <a:gd name="connsiteY0" fmla="*/ 34758 h 35221"/>
                      <a:gd name="connsiteX1" fmla="*/ 10234 w 30040"/>
                      <a:gd name="connsiteY1" fmla="*/ 20660 h 35221"/>
                      <a:gd name="connsiteX2" fmla="*/ 791 w 30040"/>
                      <a:gd name="connsiteY2" fmla="*/ 711 h 35221"/>
                      <a:gd name="connsiteX3" fmla="*/ 18923 w 30040"/>
                      <a:gd name="connsiteY3" fmla="*/ 13080 h 35221"/>
                      <a:gd name="connsiteX4" fmla="*/ 29296 w 30040"/>
                      <a:gd name="connsiteY4" fmla="*/ 34758 h 3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40" h="35221">
                        <a:moveTo>
                          <a:pt x="29296" y="34758"/>
                        </a:moveTo>
                        <a:cubicBezTo>
                          <a:pt x="25705" y="37816"/>
                          <a:pt x="14091" y="24916"/>
                          <a:pt x="10234" y="20660"/>
                        </a:cubicBezTo>
                        <a:cubicBezTo>
                          <a:pt x="6554" y="16183"/>
                          <a:pt x="-2755" y="4391"/>
                          <a:pt x="791" y="711"/>
                        </a:cubicBezTo>
                        <a:cubicBezTo>
                          <a:pt x="4382" y="-2968"/>
                          <a:pt x="15598" y="8602"/>
                          <a:pt x="18923" y="13080"/>
                        </a:cubicBezTo>
                        <a:cubicBezTo>
                          <a:pt x="22514" y="17336"/>
                          <a:pt x="32887" y="31654"/>
                          <a:pt x="29296" y="3475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20" name="Forme libre : forme 22219">
                    <a:extLst>
                      <a:ext uri="{FF2B5EF4-FFF2-40B4-BE49-F238E27FC236}">
                        <a16:creationId xmlns:a16="http://schemas.microsoft.com/office/drawing/2014/main" id="{0084366B-6292-4BE8-A541-C3421ED9989A}"/>
                      </a:ext>
                    </a:extLst>
                  </p:cNvPr>
                  <p:cNvSpPr/>
                  <p:nvPr/>
                </p:nvSpPr>
                <p:spPr>
                  <a:xfrm>
                    <a:off x="5105710" y="1297820"/>
                    <a:ext cx="16870" cy="27896"/>
                  </a:xfrm>
                  <a:custGeom>
                    <a:avLst/>
                    <a:gdLst>
                      <a:gd name="connsiteX0" fmla="*/ 10398 w 16870"/>
                      <a:gd name="connsiteY0" fmla="*/ 4800 h 27896"/>
                      <a:gd name="connsiteX1" fmla="*/ 512 w 16870"/>
                      <a:gd name="connsiteY1" fmla="*/ 899 h 27896"/>
                      <a:gd name="connsiteX2" fmla="*/ 10265 w 16870"/>
                      <a:gd name="connsiteY2" fmla="*/ 21203 h 27896"/>
                      <a:gd name="connsiteX3" fmla="*/ 16870 w 16870"/>
                      <a:gd name="connsiteY3" fmla="*/ 27897 h 27896"/>
                      <a:gd name="connsiteX4" fmla="*/ 13944 w 16870"/>
                      <a:gd name="connsiteY4" fmla="*/ 23818 h 27896"/>
                      <a:gd name="connsiteX5" fmla="*/ 10398 w 16870"/>
                      <a:gd name="connsiteY5" fmla="*/ 4800 h 27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870" h="27896">
                        <a:moveTo>
                          <a:pt x="10398" y="4800"/>
                        </a:moveTo>
                        <a:cubicBezTo>
                          <a:pt x="7827" y="3293"/>
                          <a:pt x="2108" y="-2116"/>
                          <a:pt x="512" y="899"/>
                        </a:cubicBezTo>
                        <a:cubicBezTo>
                          <a:pt x="-2059" y="5687"/>
                          <a:pt x="5655" y="15484"/>
                          <a:pt x="10265" y="21203"/>
                        </a:cubicBezTo>
                        <a:cubicBezTo>
                          <a:pt x="11639" y="22798"/>
                          <a:pt x="15053" y="26256"/>
                          <a:pt x="16870" y="27897"/>
                        </a:cubicBezTo>
                        <a:cubicBezTo>
                          <a:pt x="16028" y="26788"/>
                          <a:pt x="14565" y="24971"/>
                          <a:pt x="13944" y="23818"/>
                        </a:cubicBezTo>
                        <a:cubicBezTo>
                          <a:pt x="10398" y="17124"/>
                          <a:pt x="6630" y="8834"/>
                          <a:pt x="10398" y="480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21" name="Forme libre : forme 22220">
                    <a:extLst>
                      <a:ext uri="{FF2B5EF4-FFF2-40B4-BE49-F238E27FC236}">
                        <a16:creationId xmlns:a16="http://schemas.microsoft.com/office/drawing/2014/main" id="{36E7AA7A-E0BB-499F-9214-1BAFA28B8A53}"/>
                      </a:ext>
                    </a:extLst>
                  </p:cNvPr>
                  <p:cNvSpPr/>
                  <p:nvPr/>
                </p:nvSpPr>
                <p:spPr>
                  <a:xfrm>
                    <a:off x="5106218" y="1300675"/>
                    <a:ext cx="30305" cy="35041"/>
                  </a:xfrm>
                  <a:custGeom>
                    <a:avLst/>
                    <a:gdLst>
                      <a:gd name="connsiteX0" fmla="*/ 29262 w 30305"/>
                      <a:gd name="connsiteY0" fmla="*/ 34839 h 35041"/>
                      <a:gd name="connsiteX1" fmla="*/ 9890 w 30305"/>
                      <a:gd name="connsiteY1" fmla="*/ 20609 h 35041"/>
                      <a:gd name="connsiteX2" fmla="*/ 2575 w 30305"/>
                      <a:gd name="connsiteY2" fmla="*/ 10369 h 35041"/>
                      <a:gd name="connsiteX3" fmla="*/ 802 w 30305"/>
                      <a:gd name="connsiteY3" fmla="*/ 793 h 35041"/>
                      <a:gd name="connsiteX4" fmla="*/ 9934 w 30305"/>
                      <a:gd name="connsiteY4" fmla="*/ 3896 h 35041"/>
                      <a:gd name="connsiteX5" fmla="*/ 18756 w 30305"/>
                      <a:gd name="connsiteY5" fmla="*/ 13117 h 35041"/>
                      <a:gd name="connsiteX6" fmla="*/ 29262 w 30305"/>
                      <a:gd name="connsiteY6" fmla="*/ 34839 h 35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305" h="35041">
                        <a:moveTo>
                          <a:pt x="29262" y="34839"/>
                        </a:moveTo>
                        <a:cubicBezTo>
                          <a:pt x="24741" y="36701"/>
                          <a:pt x="14101" y="25175"/>
                          <a:pt x="9890" y="20609"/>
                        </a:cubicBezTo>
                        <a:cubicBezTo>
                          <a:pt x="7762" y="18348"/>
                          <a:pt x="4747" y="14225"/>
                          <a:pt x="2575" y="10369"/>
                        </a:cubicBezTo>
                        <a:cubicBezTo>
                          <a:pt x="359" y="6556"/>
                          <a:pt x="-927" y="2744"/>
                          <a:pt x="802" y="793"/>
                        </a:cubicBezTo>
                        <a:cubicBezTo>
                          <a:pt x="2531" y="-1202"/>
                          <a:pt x="6210" y="838"/>
                          <a:pt x="9934" y="3896"/>
                        </a:cubicBezTo>
                        <a:cubicBezTo>
                          <a:pt x="13614" y="6955"/>
                          <a:pt x="17116" y="11167"/>
                          <a:pt x="18756" y="13117"/>
                        </a:cubicBezTo>
                        <a:cubicBezTo>
                          <a:pt x="22125" y="17018"/>
                          <a:pt x="33829" y="32933"/>
                          <a:pt x="29262" y="3483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22" name="Forme libre : forme 22221">
                    <a:extLst>
                      <a:ext uri="{FF2B5EF4-FFF2-40B4-BE49-F238E27FC236}">
                        <a16:creationId xmlns:a16="http://schemas.microsoft.com/office/drawing/2014/main" id="{F40320B8-88A4-47B1-ACE9-430BA62452C3}"/>
                      </a:ext>
                    </a:extLst>
                  </p:cNvPr>
                  <p:cNvSpPr/>
                  <p:nvPr/>
                </p:nvSpPr>
                <p:spPr>
                  <a:xfrm>
                    <a:off x="5090852" y="1281386"/>
                    <a:ext cx="33291" cy="48518"/>
                  </a:xfrm>
                  <a:custGeom>
                    <a:avLst/>
                    <a:gdLst>
                      <a:gd name="connsiteX0" fmla="*/ 741 w 33291"/>
                      <a:gd name="connsiteY0" fmla="*/ 3148 h 48518"/>
                      <a:gd name="connsiteX1" fmla="*/ 830 w 33291"/>
                      <a:gd name="connsiteY1" fmla="*/ 11083 h 48518"/>
                      <a:gd name="connsiteX2" fmla="*/ 8943 w 33291"/>
                      <a:gd name="connsiteY2" fmla="*/ 30544 h 48518"/>
                      <a:gd name="connsiteX3" fmla="*/ 23394 w 33291"/>
                      <a:gd name="connsiteY3" fmla="*/ 45484 h 48518"/>
                      <a:gd name="connsiteX4" fmla="*/ 33059 w 33291"/>
                      <a:gd name="connsiteY4" fmla="*/ 47168 h 48518"/>
                      <a:gd name="connsiteX5" fmla="*/ 30842 w 33291"/>
                      <a:gd name="connsiteY5" fmla="*/ 40164 h 48518"/>
                      <a:gd name="connsiteX6" fmla="*/ 23527 w 33291"/>
                      <a:gd name="connsiteY6" fmla="*/ 21634 h 48518"/>
                      <a:gd name="connsiteX7" fmla="*/ 14705 w 33291"/>
                      <a:gd name="connsiteY7" fmla="*/ 3502 h 48518"/>
                      <a:gd name="connsiteX8" fmla="*/ 741 w 33291"/>
                      <a:gd name="connsiteY8" fmla="*/ 3148 h 4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291" h="48518">
                        <a:moveTo>
                          <a:pt x="741" y="3148"/>
                        </a:moveTo>
                        <a:cubicBezTo>
                          <a:pt x="-367" y="6074"/>
                          <a:pt x="-145" y="7403"/>
                          <a:pt x="830" y="11083"/>
                        </a:cubicBezTo>
                        <a:cubicBezTo>
                          <a:pt x="2736" y="18043"/>
                          <a:pt x="4332" y="23407"/>
                          <a:pt x="8943" y="30544"/>
                        </a:cubicBezTo>
                        <a:cubicBezTo>
                          <a:pt x="12932" y="36263"/>
                          <a:pt x="18252" y="42114"/>
                          <a:pt x="23394" y="45484"/>
                        </a:cubicBezTo>
                        <a:cubicBezTo>
                          <a:pt x="27163" y="48099"/>
                          <a:pt x="31551" y="49872"/>
                          <a:pt x="33059" y="47168"/>
                        </a:cubicBezTo>
                        <a:cubicBezTo>
                          <a:pt x="33989" y="45528"/>
                          <a:pt x="31906" y="42780"/>
                          <a:pt x="30842" y="40164"/>
                        </a:cubicBezTo>
                        <a:cubicBezTo>
                          <a:pt x="28094" y="34135"/>
                          <a:pt x="25389" y="28328"/>
                          <a:pt x="23527" y="21634"/>
                        </a:cubicBezTo>
                        <a:cubicBezTo>
                          <a:pt x="21976" y="15915"/>
                          <a:pt x="21178" y="8645"/>
                          <a:pt x="14705" y="3502"/>
                        </a:cubicBezTo>
                        <a:cubicBezTo>
                          <a:pt x="9031" y="-1241"/>
                          <a:pt x="2293" y="-975"/>
                          <a:pt x="741" y="314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23" name="Forme libre : forme 22222">
                    <a:extLst>
                      <a:ext uri="{FF2B5EF4-FFF2-40B4-BE49-F238E27FC236}">
                        <a16:creationId xmlns:a16="http://schemas.microsoft.com/office/drawing/2014/main" id="{7759E4E7-3290-4FCA-ACD5-C8DB2BFA7122}"/>
                      </a:ext>
                    </a:extLst>
                  </p:cNvPr>
                  <p:cNvSpPr/>
                  <p:nvPr/>
                </p:nvSpPr>
                <p:spPr>
                  <a:xfrm>
                    <a:off x="5102602" y="1288328"/>
                    <a:ext cx="15451" cy="11757"/>
                  </a:xfrm>
                  <a:custGeom>
                    <a:avLst/>
                    <a:gdLst>
                      <a:gd name="connsiteX0" fmla="*/ 2424 w 15451"/>
                      <a:gd name="connsiteY0" fmla="*/ 461 h 11757"/>
                      <a:gd name="connsiteX1" fmla="*/ 340 w 15451"/>
                      <a:gd name="connsiteY1" fmla="*/ 62 h 11757"/>
                      <a:gd name="connsiteX2" fmla="*/ 517 w 15451"/>
                      <a:gd name="connsiteY2" fmla="*/ 1836 h 11757"/>
                      <a:gd name="connsiteX3" fmla="*/ 2823 w 15451"/>
                      <a:gd name="connsiteY3" fmla="*/ 4230 h 11757"/>
                      <a:gd name="connsiteX4" fmla="*/ 9162 w 15451"/>
                      <a:gd name="connsiteY4" fmla="*/ 9505 h 11757"/>
                      <a:gd name="connsiteX5" fmla="*/ 11689 w 15451"/>
                      <a:gd name="connsiteY5" fmla="*/ 11190 h 11757"/>
                      <a:gd name="connsiteX6" fmla="*/ 13373 w 15451"/>
                      <a:gd name="connsiteY6" fmla="*/ 7244 h 11757"/>
                      <a:gd name="connsiteX7" fmla="*/ 8142 w 15451"/>
                      <a:gd name="connsiteY7" fmla="*/ 3254 h 11757"/>
                      <a:gd name="connsiteX8" fmla="*/ 2424 w 15451"/>
                      <a:gd name="connsiteY8" fmla="*/ 461 h 11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451" h="11757">
                        <a:moveTo>
                          <a:pt x="2424" y="461"/>
                        </a:moveTo>
                        <a:cubicBezTo>
                          <a:pt x="1581" y="107"/>
                          <a:pt x="961" y="-115"/>
                          <a:pt x="340" y="62"/>
                        </a:cubicBezTo>
                        <a:cubicBezTo>
                          <a:pt x="-236" y="240"/>
                          <a:pt x="-15" y="1038"/>
                          <a:pt x="517" y="1836"/>
                        </a:cubicBezTo>
                        <a:cubicBezTo>
                          <a:pt x="1049" y="2634"/>
                          <a:pt x="2025" y="3565"/>
                          <a:pt x="2823" y="4230"/>
                        </a:cubicBezTo>
                        <a:cubicBezTo>
                          <a:pt x="4951" y="5958"/>
                          <a:pt x="7034" y="7953"/>
                          <a:pt x="9162" y="9505"/>
                        </a:cubicBezTo>
                        <a:cubicBezTo>
                          <a:pt x="10004" y="10170"/>
                          <a:pt x="10802" y="10790"/>
                          <a:pt x="11689" y="11190"/>
                        </a:cubicBezTo>
                        <a:cubicBezTo>
                          <a:pt x="15235" y="12741"/>
                          <a:pt x="17186" y="11012"/>
                          <a:pt x="13373" y="7244"/>
                        </a:cubicBezTo>
                        <a:cubicBezTo>
                          <a:pt x="11911" y="5781"/>
                          <a:pt x="10049" y="4407"/>
                          <a:pt x="8142" y="3254"/>
                        </a:cubicBezTo>
                        <a:cubicBezTo>
                          <a:pt x="6192" y="2102"/>
                          <a:pt x="4153" y="1171"/>
                          <a:pt x="2424" y="46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24" name="Forme libre : forme 22223">
                    <a:extLst>
                      <a:ext uri="{FF2B5EF4-FFF2-40B4-BE49-F238E27FC236}">
                        <a16:creationId xmlns:a16="http://schemas.microsoft.com/office/drawing/2014/main" id="{361B2CC5-1BBE-4853-973F-A2CB3393AA7A}"/>
                      </a:ext>
                    </a:extLst>
                  </p:cNvPr>
                  <p:cNvSpPr/>
                  <p:nvPr/>
                </p:nvSpPr>
                <p:spPr>
                  <a:xfrm>
                    <a:off x="5115088" y="1333652"/>
                    <a:ext cx="27573" cy="13259"/>
                  </a:xfrm>
                  <a:custGeom>
                    <a:avLst/>
                    <a:gdLst>
                      <a:gd name="connsiteX0" fmla="*/ 27574 w 27573"/>
                      <a:gd name="connsiteY0" fmla="*/ 13166 h 13259"/>
                      <a:gd name="connsiteX1" fmla="*/ 0 w 27573"/>
                      <a:gd name="connsiteY1" fmla="*/ 0 h 13259"/>
                      <a:gd name="connsiteX2" fmla="*/ 27574 w 27573"/>
                      <a:gd name="connsiteY2" fmla="*/ 13166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573" h="13259">
                        <a:moveTo>
                          <a:pt x="27574" y="13166"/>
                        </a:moveTo>
                        <a:cubicBezTo>
                          <a:pt x="19949" y="14275"/>
                          <a:pt x="7581" y="5275"/>
                          <a:pt x="0" y="0"/>
                        </a:cubicBezTo>
                        <a:cubicBezTo>
                          <a:pt x="8245" y="5807"/>
                          <a:pt x="19151" y="10817"/>
                          <a:pt x="27574" y="1316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25" name="Forme libre : forme 22224">
                    <a:extLst>
                      <a:ext uri="{FF2B5EF4-FFF2-40B4-BE49-F238E27FC236}">
                        <a16:creationId xmlns:a16="http://schemas.microsoft.com/office/drawing/2014/main" id="{6331570F-050E-4085-BC2A-7A3A0555BA7C}"/>
                      </a:ext>
                    </a:extLst>
                  </p:cNvPr>
                  <p:cNvSpPr/>
                  <p:nvPr/>
                </p:nvSpPr>
                <p:spPr>
                  <a:xfrm>
                    <a:off x="5088046" y="1273761"/>
                    <a:ext cx="31342" cy="14318"/>
                  </a:xfrm>
                  <a:custGeom>
                    <a:avLst/>
                    <a:gdLst>
                      <a:gd name="connsiteX0" fmla="*/ 31342 w 31342"/>
                      <a:gd name="connsiteY0" fmla="*/ 14319 h 14318"/>
                      <a:gd name="connsiteX1" fmla="*/ 15870 w 31342"/>
                      <a:gd name="connsiteY1" fmla="*/ 4211 h 14318"/>
                      <a:gd name="connsiteX2" fmla="*/ 0 w 31342"/>
                      <a:gd name="connsiteY2" fmla="*/ 0 h 14318"/>
                      <a:gd name="connsiteX3" fmla="*/ 15826 w 31342"/>
                      <a:gd name="connsiteY3" fmla="*/ 4876 h 14318"/>
                      <a:gd name="connsiteX4" fmla="*/ 31342 w 31342"/>
                      <a:gd name="connsiteY4" fmla="*/ 14319 h 14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42" h="14318">
                        <a:moveTo>
                          <a:pt x="31342" y="14319"/>
                        </a:moveTo>
                        <a:cubicBezTo>
                          <a:pt x="26732" y="9797"/>
                          <a:pt x="21146" y="6650"/>
                          <a:pt x="15870" y="4211"/>
                        </a:cubicBezTo>
                        <a:cubicBezTo>
                          <a:pt x="10462" y="1862"/>
                          <a:pt x="4876" y="709"/>
                          <a:pt x="0" y="0"/>
                        </a:cubicBezTo>
                        <a:cubicBezTo>
                          <a:pt x="4566" y="443"/>
                          <a:pt x="10329" y="2172"/>
                          <a:pt x="15826" y="4876"/>
                        </a:cubicBezTo>
                        <a:cubicBezTo>
                          <a:pt x="21190" y="7669"/>
                          <a:pt x="26953" y="10950"/>
                          <a:pt x="31342" y="143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26" name="Forme libre : forme 22225">
                    <a:extLst>
                      <a:ext uri="{FF2B5EF4-FFF2-40B4-BE49-F238E27FC236}">
                        <a16:creationId xmlns:a16="http://schemas.microsoft.com/office/drawing/2014/main" id="{CE2D6948-0F7A-482C-817A-59A7DFB0F47C}"/>
                      </a:ext>
                    </a:extLst>
                  </p:cNvPr>
                  <p:cNvSpPr/>
                  <p:nvPr/>
                </p:nvSpPr>
                <p:spPr>
                  <a:xfrm>
                    <a:off x="5120098" y="1310241"/>
                    <a:ext cx="10133" cy="13797"/>
                  </a:xfrm>
                  <a:custGeom>
                    <a:avLst/>
                    <a:gdLst>
                      <a:gd name="connsiteX0" fmla="*/ 9531 w 10133"/>
                      <a:gd name="connsiteY0" fmla="*/ 13791 h 13797"/>
                      <a:gd name="connsiteX1" fmla="*/ 2837 w 10133"/>
                      <a:gd name="connsiteY1" fmla="*/ 6743 h 13797"/>
                      <a:gd name="connsiteX2" fmla="*/ 709 w 10133"/>
                      <a:gd name="connsiteY2" fmla="*/ 4 h 13797"/>
                      <a:gd name="connsiteX3" fmla="*/ 7137 w 10133"/>
                      <a:gd name="connsiteY3" fmla="*/ 6610 h 13797"/>
                      <a:gd name="connsiteX4" fmla="*/ 9531 w 10133"/>
                      <a:gd name="connsiteY4" fmla="*/ 13791 h 13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3" h="13797">
                        <a:moveTo>
                          <a:pt x="9531" y="13791"/>
                        </a:moveTo>
                        <a:cubicBezTo>
                          <a:pt x="7580" y="14013"/>
                          <a:pt x="4034" y="8383"/>
                          <a:pt x="2837" y="6743"/>
                        </a:cubicBezTo>
                        <a:cubicBezTo>
                          <a:pt x="1684" y="5058"/>
                          <a:pt x="-1374" y="182"/>
                          <a:pt x="709" y="4"/>
                        </a:cubicBezTo>
                        <a:cubicBezTo>
                          <a:pt x="2793" y="-173"/>
                          <a:pt x="6117" y="4970"/>
                          <a:pt x="7137" y="6610"/>
                        </a:cubicBezTo>
                        <a:cubicBezTo>
                          <a:pt x="8157" y="8206"/>
                          <a:pt x="11482" y="13614"/>
                          <a:pt x="9531" y="1379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27" name="Forme libre : forme 22226">
                    <a:extLst>
                      <a:ext uri="{FF2B5EF4-FFF2-40B4-BE49-F238E27FC236}">
                        <a16:creationId xmlns:a16="http://schemas.microsoft.com/office/drawing/2014/main" id="{DED2F29C-52D8-4958-BB58-15B91F7576A5}"/>
                      </a:ext>
                    </a:extLst>
                  </p:cNvPr>
                  <p:cNvSpPr/>
                  <p:nvPr/>
                </p:nvSpPr>
                <p:spPr>
                  <a:xfrm>
                    <a:off x="5128537" y="1321982"/>
                    <a:ext cx="3139" cy="3919"/>
                  </a:xfrm>
                  <a:custGeom>
                    <a:avLst/>
                    <a:gdLst>
                      <a:gd name="connsiteX0" fmla="*/ 3042 w 3139"/>
                      <a:gd name="connsiteY0" fmla="*/ 3780 h 3919"/>
                      <a:gd name="connsiteX1" fmla="*/ 1092 w 3139"/>
                      <a:gd name="connsiteY1" fmla="*/ 2583 h 3919"/>
                      <a:gd name="connsiteX2" fmla="*/ 116 w 3139"/>
                      <a:gd name="connsiteY2" fmla="*/ 144 h 3919"/>
                      <a:gd name="connsiteX3" fmla="*/ 2023 w 3139"/>
                      <a:gd name="connsiteY3" fmla="*/ 1297 h 3919"/>
                      <a:gd name="connsiteX4" fmla="*/ 3042 w 3139"/>
                      <a:gd name="connsiteY4" fmla="*/ 3780 h 3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9" h="3919">
                        <a:moveTo>
                          <a:pt x="3042" y="3780"/>
                        </a:moveTo>
                        <a:cubicBezTo>
                          <a:pt x="2643" y="4311"/>
                          <a:pt x="1579" y="3203"/>
                          <a:pt x="1092" y="2583"/>
                        </a:cubicBezTo>
                        <a:cubicBezTo>
                          <a:pt x="604" y="1962"/>
                          <a:pt x="-327" y="676"/>
                          <a:pt x="116" y="144"/>
                        </a:cubicBezTo>
                        <a:cubicBezTo>
                          <a:pt x="515" y="-388"/>
                          <a:pt x="1535" y="676"/>
                          <a:pt x="2023" y="1297"/>
                        </a:cubicBezTo>
                        <a:cubicBezTo>
                          <a:pt x="2510" y="1918"/>
                          <a:pt x="3441" y="3248"/>
                          <a:pt x="3042" y="378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28" name="Forme libre : forme 22227">
                    <a:extLst>
                      <a:ext uri="{FF2B5EF4-FFF2-40B4-BE49-F238E27FC236}">
                        <a16:creationId xmlns:a16="http://schemas.microsoft.com/office/drawing/2014/main" id="{EC63C734-D71B-433D-80FE-47334852F03E}"/>
                      </a:ext>
                    </a:extLst>
                  </p:cNvPr>
                  <p:cNvSpPr/>
                  <p:nvPr/>
                </p:nvSpPr>
                <p:spPr>
                  <a:xfrm>
                    <a:off x="5127195" y="1303727"/>
                    <a:ext cx="17810" cy="39739"/>
                  </a:xfrm>
                  <a:custGeom>
                    <a:avLst/>
                    <a:gdLst>
                      <a:gd name="connsiteX0" fmla="*/ 16664 w 17810"/>
                      <a:gd name="connsiteY0" fmla="*/ 26822 h 39739"/>
                      <a:gd name="connsiteX1" fmla="*/ 17373 w 17810"/>
                      <a:gd name="connsiteY1" fmla="*/ 38836 h 39739"/>
                      <a:gd name="connsiteX2" fmla="*/ 13517 w 17810"/>
                      <a:gd name="connsiteY2" fmla="*/ 38259 h 39739"/>
                      <a:gd name="connsiteX3" fmla="*/ 11743 w 17810"/>
                      <a:gd name="connsiteY3" fmla="*/ 33427 h 39739"/>
                      <a:gd name="connsiteX4" fmla="*/ 7532 w 17810"/>
                      <a:gd name="connsiteY4" fmla="*/ 18310 h 39739"/>
                      <a:gd name="connsiteX5" fmla="*/ 2257 w 17810"/>
                      <a:gd name="connsiteY5" fmla="*/ 7848 h 39739"/>
                      <a:gd name="connsiteX6" fmla="*/ 1281 w 17810"/>
                      <a:gd name="connsiteY6" fmla="*/ 2 h 39739"/>
                      <a:gd name="connsiteX7" fmla="*/ 9350 w 17810"/>
                      <a:gd name="connsiteY7" fmla="*/ 6474 h 39739"/>
                      <a:gd name="connsiteX8" fmla="*/ 14891 w 17810"/>
                      <a:gd name="connsiteY8" fmla="*/ 16182 h 39739"/>
                      <a:gd name="connsiteX9" fmla="*/ 16664 w 17810"/>
                      <a:gd name="connsiteY9" fmla="*/ 26822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810" h="39739">
                        <a:moveTo>
                          <a:pt x="16664" y="26822"/>
                        </a:moveTo>
                        <a:cubicBezTo>
                          <a:pt x="17595" y="31565"/>
                          <a:pt x="18304" y="34934"/>
                          <a:pt x="17373" y="38836"/>
                        </a:cubicBezTo>
                        <a:cubicBezTo>
                          <a:pt x="17019" y="40298"/>
                          <a:pt x="14891" y="39899"/>
                          <a:pt x="13517" y="38259"/>
                        </a:cubicBezTo>
                        <a:cubicBezTo>
                          <a:pt x="12142" y="36619"/>
                          <a:pt x="11965" y="35067"/>
                          <a:pt x="11743" y="33427"/>
                        </a:cubicBezTo>
                        <a:cubicBezTo>
                          <a:pt x="10990" y="28418"/>
                          <a:pt x="9527" y="23586"/>
                          <a:pt x="7532" y="18310"/>
                        </a:cubicBezTo>
                        <a:cubicBezTo>
                          <a:pt x="6911" y="16670"/>
                          <a:pt x="4296" y="12015"/>
                          <a:pt x="2257" y="7848"/>
                        </a:cubicBezTo>
                        <a:cubicBezTo>
                          <a:pt x="217" y="3681"/>
                          <a:pt x="-1113" y="-87"/>
                          <a:pt x="1281" y="2"/>
                        </a:cubicBezTo>
                        <a:cubicBezTo>
                          <a:pt x="3675" y="90"/>
                          <a:pt x="6778" y="3016"/>
                          <a:pt x="9350" y="6474"/>
                        </a:cubicBezTo>
                        <a:cubicBezTo>
                          <a:pt x="11876" y="9976"/>
                          <a:pt x="14049" y="14010"/>
                          <a:pt x="14891" y="16182"/>
                        </a:cubicBezTo>
                        <a:cubicBezTo>
                          <a:pt x="16531" y="20660"/>
                          <a:pt x="15955" y="23275"/>
                          <a:pt x="16664" y="2682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10" name="Graphique 2">
                  <a:extLst>
                    <a:ext uri="{FF2B5EF4-FFF2-40B4-BE49-F238E27FC236}">
                      <a16:creationId xmlns:a16="http://schemas.microsoft.com/office/drawing/2014/main" id="{3F5D9FD4-4197-4FDF-8014-58F78BBC9AA7}"/>
                    </a:ext>
                  </a:extLst>
                </p:cNvPr>
                <p:cNvGrpSpPr/>
                <p:nvPr/>
              </p:nvGrpSpPr>
              <p:grpSpPr>
                <a:xfrm>
                  <a:off x="5144005" y="1345334"/>
                  <a:ext cx="87186" cy="45292"/>
                  <a:chOff x="5144005" y="1345334"/>
                  <a:chExt cx="87186" cy="45292"/>
                </a:xfrm>
                <a:solidFill>
                  <a:schemeClr val="accent1"/>
                </a:solidFill>
              </p:grpSpPr>
              <p:sp>
                <p:nvSpPr>
                  <p:cNvPr id="22205" name="Forme libre : forme 22204">
                    <a:extLst>
                      <a:ext uri="{FF2B5EF4-FFF2-40B4-BE49-F238E27FC236}">
                        <a16:creationId xmlns:a16="http://schemas.microsoft.com/office/drawing/2014/main" id="{011C4CFF-BBC4-43B2-A47F-68618B9B5EBD}"/>
                      </a:ext>
                    </a:extLst>
                  </p:cNvPr>
                  <p:cNvSpPr/>
                  <p:nvPr/>
                </p:nvSpPr>
                <p:spPr>
                  <a:xfrm>
                    <a:off x="5144005" y="1345334"/>
                    <a:ext cx="87186" cy="45292"/>
                  </a:xfrm>
                  <a:custGeom>
                    <a:avLst/>
                    <a:gdLst>
                      <a:gd name="connsiteX0" fmla="*/ 61341 w 87186"/>
                      <a:gd name="connsiteY0" fmla="*/ 42624 h 45292"/>
                      <a:gd name="connsiteX1" fmla="*/ 41126 w 87186"/>
                      <a:gd name="connsiteY1" fmla="*/ 45284 h 45292"/>
                      <a:gd name="connsiteX2" fmla="*/ 18385 w 87186"/>
                      <a:gd name="connsiteY2" fmla="*/ 40274 h 45292"/>
                      <a:gd name="connsiteX3" fmla="*/ 11114 w 87186"/>
                      <a:gd name="connsiteY3" fmla="*/ 35620 h 45292"/>
                      <a:gd name="connsiteX4" fmla="*/ 6637 w 87186"/>
                      <a:gd name="connsiteY4" fmla="*/ 30788 h 45292"/>
                      <a:gd name="connsiteX5" fmla="*/ 1760 w 87186"/>
                      <a:gd name="connsiteY5" fmla="*/ 22010 h 45292"/>
                      <a:gd name="connsiteX6" fmla="*/ 209 w 87186"/>
                      <a:gd name="connsiteY6" fmla="*/ 5962 h 45292"/>
                      <a:gd name="connsiteX7" fmla="*/ 8366 w 87186"/>
                      <a:gd name="connsiteY7" fmla="*/ 111 h 45292"/>
                      <a:gd name="connsiteX8" fmla="*/ 22596 w 87186"/>
                      <a:gd name="connsiteY8" fmla="*/ 4322 h 45292"/>
                      <a:gd name="connsiteX9" fmla="*/ 25788 w 87186"/>
                      <a:gd name="connsiteY9" fmla="*/ 5785 h 45292"/>
                      <a:gd name="connsiteX10" fmla="*/ 28669 w 87186"/>
                      <a:gd name="connsiteY10" fmla="*/ 6849 h 45292"/>
                      <a:gd name="connsiteX11" fmla="*/ 31063 w 87186"/>
                      <a:gd name="connsiteY11" fmla="*/ 7824 h 45292"/>
                      <a:gd name="connsiteX12" fmla="*/ 33014 w 87186"/>
                      <a:gd name="connsiteY12" fmla="*/ 8356 h 45292"/>
                      <a:gd name="connsiteX13" fmla="*/ 41481 w 87186"/>
                      <a:gd name="connsiteY13" fmla="*/ 9597 h 45292"/>
                      <a:gd name="connsiteX14" fmla="*/ 52298 w 87186"/>
                      <a:gd name="connsiteY14" fmla="*/ 8711 h 45292"/>
                      <a:gd name="connsiteX15" fmla="*/ 66750 w 87186"/>
                      <a:gd name="connsiteY15" fmla="*/ 7913 h 45292"/>
                      <a:gd name="connsiteX16" fmla="*/ 80670 w 87186"/>
                      <a:gd name="connsiteY16" fmla="*/ 10218 h 45292"/>
                      <a:gd name="connsiteX17" fmla="*/ 87098 w 87186"/>
                      <a:gd name="connsiteY17" fmla="*/ 17666 h 45292"/>
                      <a:gd name="connsiteX18" fmla="*/ 61341 w 87186"/>
                      <a:gd name="connsiteY18" fmla="*/ 42624 h 45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7186" h="45292">
                        <a:moveTo>
                          <a:pt x="61341" y="42624"/>
                        </a:moveTo>
                        <a:cubicBezTo>
                          <a:pt x="56820" y="43998"/>
                          <a:pt x="49283" y="45417"/>
                          <a:pt x="41126" y="45284"/>
                        </a:cubicBezTo>
                        <a:cubicBezTo>
                          <a:pt x="33014" y="45284"/>
                          <a:pt x="24103" y="43200"/>
                          <a:pt x="18385" y="40274"/>
                        </a:cubicBezTo>
                        <a:cubicBezTo>
                          <a:pt x="15725" y="39077"/>
                          <a:pt x="13286" y="37349"/>
                          <a:pt x="11114" y="35620"/>
                        </a:cubicBezTo>
                        <a:cubicBezTo>
                          <a:pt x="9119" y="33935"/>
                          <a:pt x="7967" y="32383"/>
                          <a:pt x="6637" y="30788"/>
                        </a:cubicBezTo>
                        <a:cubicBezTo>
                          <a:pt x="3888" y="27596"/>
                          <a:pt x="2780" y="24759"/>
                          <a:pt x="1760" y="22010"/>
                        </a:cubicBezTo>
                        <a:cubicBezTo>
                          <a:pt x="-367" y="16469"/>
                          <a:pt x="-101" y="11371"/>
                          <a:pt x="209" y="5962"/>
                        </a:cubicBezTo>
                        <a:cubicBezTo>
                          <a:pt x="519" y="2194"/>
                          <a:pt x="4775" y="-599"/>
                          <a:pt x="8366" y="111"/>
                        </a:cubicBezTo>
                        <a:cubicBezTo>
                          <a:pt x="13508" y="1086"/>
                          <a:pt x="18207" y="2682"/>
                          <a:pt x="22596" y="4322"/>
                        </a:cubicBezTo>
                        <a:cubicBezTo>
                          <a:pt x="23660" y="4765"/>
                          <a:pt x="24768" y="5297"/>
                          <a:pt x="25788" y="5785"/>
                        </a:cubicBezTo>
                        <a:cubicBezTo>
                          <a:pt x="26763" y="6095"/>
                          <a:pt x="27738" y="6450"/>
                          <a:pt x="28669" y="6849"/>
                        </a:cubicBezTo>
                        <a:cubicBezTo>
                          <a:pt x="29556" y="7204"/>
                          <a:pt x="30576" y="7913"/>
                          <a:pt x="31063" y="7824"/>
                        </a:cubicBezTo>
                        <a:cubicBezTo>
                          <a:pt x="31551" y="8001"/>
                          <a:pt x="32305" y="8090"/>
                          <a:pt x="33014" y="8356"/>
                        </a:cubicBezTo>
                        <a:cubicBezTo>
                          <a:pt x="34610" y="8799"/>
                          <a:pt x="37713" y="9509"/>
                          <a:pt x="41481" y="9597"/>
                        </a:cubicBezTo>
                        <a:cubicBezTo>
                          <a:pt x="45205" y="9730"/>
                          <a:pt x="49416" y="9243"/>
                          <a:pt x="52298" y="8711"/>
                        </a:cubicBezTo>
                        <a:cubicBezTo>
                          <a:pt x="57662" y="7780"/>
                          <a:pt x="62272" y="7602"/>
                          <a:pt x="66750" y="7913"/>
                        </a:cubicBezTo>
                        <a:cubicBezTo>
                          <a:pt x="71271" y="8312"/>
                          <a:pt x="75704" y="9243"/>
                          <a:pt x="80670" y="10218"/>
                        </a:cubicBezTo>
                        <a:cubicBezTo>
                          <a:pt x="84127" y="10972"/>
                          <a:pt x="87807" y="14163"/>
                          <a:pt x="87098" y="17666"/>
                        </a:cubicBezTo>
                        <a:cubicBezTo>
                          <a:pt x="84881" y="27596"/>
                          <a:pt x="78231" y="37304"/>
                          <a:pt x="61341" y="4262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06" name="Forme libre : forme 22205">
                    <a:extLst>
                      <a:ext uri="{FF2B5EF4-FFF2-40B4-BE49-F238E27FC236}">
                        <a16:creationId xmlns:a16="http://schemas.microsoft.com/office/drawing/2014/main" id="{3E18F796-C679-4FD8-856E-AAEF9210F252}"/>
                      </a:ext>
                    </a:extLst>
                  </p:cNvPr>
                  <p:cNvSpPr/>
                  <p:nvPr/>
                </p:nvSpPr>
                <p:spPr>
                  <a:xfrm>
                    <a:off x="5144035" y="1347306"/>
                    <a:ext cx="87022" cy="43290"/>
                  </a:xfrm>
                  <a:custGeom>
                    <a:avLst/>
                    <a:gdLst>
                      <a:gd name="connsiteX0" fmla="*/ 28816 w 87022"/>
                      <a:gd name="connsiteY0" fmla="*/ 28771 h 43290"/>
                      <a:gd name="connsiteX1" fmla="*/ 18177 w 87022"/>
                      <a:gd name="connsiteY1" fmla="*/ 24249 h 43290"/>
                      <a:gd name="connsiteX2" fmla="*/ 13921 w 87022"/>
                      <a:gd name="connsiteY2" fmla="*/ 20614 h 43290"/>
                      <a:gd name="connsiteX3" fmla="*/ 10330 w 87022"/>
                      <a:gd name="connsiteY3" fmla="*/ 16713 h 43290"/>
                      <a:gd name="connsiteX4" fmla="*/ 2306 w 87022"/>
                      <a:gd name="connsiteY4" fmla="*/ 0 h 43290"/>
                      <a:gd name="connsiteX5" fmla="*/ 223 w 87022"/>
                      <a:gd name="connsiteY5" fmla="*/ 3945 h 43290"/>
                      <a:gd name="connsiteX6" fmla="*/ 1 w 87022"/>
                      <a:gd name="connsiteY6" fmla="*/ 9487 h 43290"/>
                      <a:gd name="connsiteX7" fmla="*/ 4523 w 87022"/>
                      <a:gd name="connsiteY7" fmla="*/ 25978 h 43290"/>
                      <a:gd name="connsiteX8" fmla="*/ 9532 w 87022"/>
                      <a:gd name="connsiteY8" fmla="*/ 32096 h 43290"/>
                      <a:gd name="connsiteX9" fmla="*/ 13478 w 87022"/>
                      <a:gd name="connsiteY9" fmla="*/ 35376 h 43290"/>
                      <a:gd name="connsiteX10" fmla="*/ 18399 w 87022"/>
                      <a:gd name="connsiteY10" fmla="*/ 38258 h 43290"/>
                      <a:gd name="connsiteX11" fmla="*/ 25846 w 87022"/>
                      <a:gd name="connsiteY11" fmla="*/ 41139 h 43290"/>
                      <a:gd name="connsiteX12" fmla="*/ 43312 w 87022"/>
                      <a:gd name="connsiteY12" fmla="*/ 43267 h 43290"/>
                      <a:gd name="connsiteX13" fmla="*/ 58474 w 87022"/>
                      <a:gd name="connsiteY13" fmla="*/ 41361 h 43290"/>
                      <a:gd name="connsiteX14" fmla="*/ 61311 w 87022"/>
                      <a:gd name="connsiteY14" fmla="*/ 40607 h 43290"/>
                      <a:gd name="connsiteX15" fmla="*/ 75674 w 87022"/>
                      <a:gd name="connsiteY15" fmla="*/ 33470 h 43290"/>
                      <a:gd name="connsiteX16" fmla="*/ 85604 w 87022"/>
                      <a:gd name="connsiteY16" fmla="*/ 20348 h 43290"/>
                      <a:gd name="connsiteX17" fmla="*/ 87023 w 87022"/>
                      <a:gd name="connsiteY17" fmla="*/ 15693 h 43290"/>
                      <a:gd name="connsiteX18" fmla="*/ 87023 w 87022"/>
                      <a:gd name="connsiteY18" fmla="*/ 15516 h 43290"/>
                      <a:gd name="connsiteX19" fmla="*/ 59493 w 87022"/>
                      <a:gd name="connsiteY19" fmla="*/ 27574 h 43290"/>
                      <a:gd name="connsiteX20" fmla="*/ 28816 w 87022"/>
                      <a:gd name="connsiteY20" fmla="*/ 28771 h 43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87022" h="43290">
                        <a:moveTo>
                          <a:pt x="28816" y="28771"/>
                        </a:moveTo>
                        <a:cubicBezTo>
                          <a:pt x="25226" y="27884"/>
                          <a:pt x="21502" y="26599"/>
                          <a:pt x="18177" y="24249"/>
                        </a:cubicBezTo>
                        <a:cubicBezTo>
                          <a:pt x="16492" y="23185"/>
                          <a:pt x="15340" y="21855"/>
                          <a:pt x="13921" y="20614"/>
                        </a:cubicBezTo>
                        <a:cubicBezTo>
                          <a:pt x="12591" y="19328"/>
                          <a:pt x="11261" y="18087"/>
                          <a:pt x="10330" y="16713"/>
                        </a:cubicBezTo>
                        <a:cubicBezTo>
                          <a:pt x="6119" y="11349"/>
                          <a:pt x="3415" y="5586"/>
                          <a:pt x="2306" y="0"/>
                        </a:cubicBezTo>
                        <a:cubicBezTo>
                          <a:pt x="1154" y="1064"/>
                          <a:pt x="356" y="2394"/>
                          <a:pt x="223" y="3945"/>
                        </a:cubicBezTo>
                        <a:cubicBezTo>
                          <a:pt x="45" y="5807"/>
                          <a:pt x="1" y="7625"/>
                          <a:pt x="1" y="9487"/>
                        </a:cubicBezTo>
                        <a:cubicBezTo>
                          <a:pt x="-43" y="14718"/>
                          <a:pt x="1154" y="20038"/>
                          <a:pt x="4523" y="25978"/>
                        </a:cubicBezTo>
                        <a:cubicBezTo>
                          <a:pt x="5897" y="27973"/>
                          <a:pt x="7582" y="30012"/>
                          <a:pt x="9532" y="32096"/>
                        </a:cubicBezTo>
                        <a:cubicBezTo>
                          <a:pt x="10330" y="33115"/>
                          <a:pt x="12015" y="34268"/>
                          <a:pt x="13478" y="35376"/>
                        </a:cubicBezTo>
                        <a:cubicBezTo>
                          <a:pt x="15029" y="36529"/>
                          <a:pt x="16670" y="37371"/>
                          <a:pt x="18399" y="38258"/>
                        </a:cubicBezTo>
                        <a:cubicBezTo>
                          <a:pt x="20526" y="39410"/>
                          <a:pt x="23009" y="40208"/>
                          <a:pt x="25846" y="41139"/>
                        </a:cubicBezTo>
                        <a:cubicBezTo>
                          <a:pt x="31254" y="42602"/>
                          <a:pt x="37550" y="43444"/>
                          <a:pt x="43312" y="43267"/>
                        </a:cubicBezTo>
                        <a:cubicBezTo>
                          <a:pt x="49075" y="43134"/>
                          <a:pt x="54484" y="42336"/>
                          <a:pt x="58474" y="41361"/>
                        </a:cubicBezTo>
                        <a:cubicBezTo>
                          <a:pt x="59493" y="41095"/>
                          <a:pt x="60469" y="40829"/>
                          <a:pt x="61311" y="40607"/>
                        </a:cubicBezTo>
                        <a:cubicBezTo>
                          <a:pt x="67340" y="38834"/>
                          <a:pt x="72039" y="36307"/>
                          <a:pt x="75674" y="33470"/>
                        </a:cubicBezTo>
                        <a:cubicBezTo>
                          <a:pt x="80639" y="29480"/>
                          <a:pt x="83698" y="25047"/>
                          <a:pt x="85604" y="20348"/>
                        </a:cubicBezTo>
                        <a:cubicBezTo>
                          <a:pt x="86181" y="18796"/>
                          <a:pt x="86668" y="17245"/>
                          <a:pt x="87023" y="15693"/>
                        </a:cubicBezTo>
                        <a:lnTo>
                          <a:pt x="87023" y="15516"/>
                        </a:lnTo>
                        <a:cubicBezTo>
                          <a:pt x="78644" y="20835"/>
                          <a:pt x="69335" y="25003"/>
                          <a:pt x="59493" y="27574"/>
                        </a:cubicBezTo>
                        <a:cubicBezTo>
                          <a:pt x="49608" y="29968"/>
                          <a:pt x="39234" y="30987"/>
                          <a:pt x="28816" y="2877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07" name="Forme libre : forme 22206">
                    <a:extLst>
                      <a:ext uri="{FF2B5EF4-FFF2-40B4-BE49-F238E27FC236}">
                        <a16:creationId xmlns:a16="http://schemas.microsoft.com/office/drawing/2014/main" id="{5E54BE85-9BE0-4CD6-B756-08E1BB19C759}"/>
                      </a:ext>
                    </a:extLst>
                  </p:cNvPr>
                  <p:cNvSpPr/>
                  <p:nvPr/>
                </p:nvSpPr>
                <p:spPr>
                  <a:xfrm>
                    <a:off x="5170000" y="1366031"/>
                    <a:ext cx="44032" cy="13248"/>
                  </a:xfrm>
                  <a:custGeom>
                    <a:avLst/>
                    <a:gdLst>
                      <a:gd name="connsiteX0" fmla="*/ 43857 w 44032"/>
                      <a:gd name="connsiteY0" fmla="*/ 1623 h 13248"/>
                      <a:gd name="connsiteX1" fmla="*/ 36321 w 44032"/>
                      <a:gd name="connsiteY1" fmla="*/ 9159 h 13248"/>
                      <a:gd name="connsiteX2" fmla="*/ 21869 w 44032"/>
                      <a:gd name="connsiteY2" fmla="*/ 13105 h 13248"/>
                      <a:gd name="connsiteX3" fmla="*/ 7683 w 44032"/>
                      <a:gd name="connsiteY3" fmla="*/ 11553 h 13248"/>
                      <a:gd name="connsiteX4" fmla="*/ 1654 w 44032"/>
                      <a:gd name="connsiteY4" fmla="*/ 8140 h 13248"/>
                      <a:gd name="connsiteX5" fmla="*/ 147 w 44032"/>
                      <a:gd name="connsiteY5" fmla="*/ 4283 h 13248"/>
                      <a:gd name="connsiteX6" fmla="*/ 9146 w 44032"/>
                      <a:gd name="connsiteY6" fmla="*/ 1933 h 13248"/>
                      <a:gd name="connsiteX7" fmla="*/ 20761 w 44032"/>
                      <a:gd name="connsiteY7" fmla="*/ 1579 h 13248"/>
                      <a:gd name="connsiteX8" fmla="*/ 33484 w 44032"/>
                      <a:gd name="connsiteY8" fmla="*/ 382 h 13248"/>
                      <a:gd name="connsiteX9" fmla="*/ 43857 w 44032"/>
                      <a:gd name="connsiteY9" fmla="*/ 1623 h 13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4032" h="13248">
                        <a:moveTo>
                          <a:pt x="43857" y="1623"/>
                        </a:moveTo>
                        <a:cubicBezTo>
                          <a:pt x="44877" y="3707"/>
                          <a:pt x="41330" y="6854"/>
                          <a:pt x="36321" y="9159"/>
                        </a:cubicBezTo>
                        <a:cubicBezTo>
                          <a:pt x="31400" y="11553"/>
                          <a:pt x="25105" y="12839"/>
                          <a:pt x="21869" y="13105"/>
                        </a:cubicBezTo>
                        <a:cubicBezTo>
                          <a:pt x="18677" y="13459"/>
                          <a:pt x="12648" y="13238"/>
                          <a:pt x="7683" y="11553"/>
                        </a:cubicBezTo>
                        <a:cubicBezTo>
                          <a:pt x="5201" y="10622"/>
                          <a:pt x="3028" y="9558"/>
                          <a:pt x="1654" y="8140"/>
                        </a:cubicBezTo>
                        <a:cubicBezTo>
                          <a:pt x="280" y="6898"/>
                          <a:pt x="-296" y="5524"/>
                          <a:pt x="147" y="4283"/>
                        </a:cubicBezTo>
                        <a:cubicBezTo>
                          <a:pt x="1078" y="1933"/>
                          <a:pt x="4935" y="1978"/>
                          <a:pt x="9146" y="1933"/>
                        </a:cubicBezTo>
                        <a:cubicBezTo>
                          <a:pt x="13402" y="1845"/>
                          <a:pt x="18190" y="1800"/>
                          <a:pt x="20761" y="1579"/>
                        </a:cubicBezTo>
                        <a:cubicBezTo>
                          <a:pt x="23288" y="1534"/>
                          <a:pt x="28607" y="958"/>
                          <a:pt x="33484" y="382"/>
                        </a:cubicBezTo>
                        <a:cubicBezTo>
                          <a:pt x="38316" y="-62"/>
                          <a:pt x="42793" y="-549"/>
                          <a:pt x="43857" y="162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08" name="Forme libre : forme 22207">
                    <a:extLst>
                      <a:ext uri="{FF2B5EF4-FFF2-40B4-BE49-F238E27FC236}">
                        <a16:creationId xmlns:a16="http://schemas.microsoft.com/office/drawing/2014/main" id="{E1D60702-074B-4333-A62C-A9B5474A3814}"/>
                      </a:ext>
                    </a:extLst>
                  </p:cNvPr>
                  <p:cNvSpPr/>
                  <p:nvPr/>
                </p:nvSpPr>
                <p:spPr>
                  <a:xfrm>
                    <a:off x="5169911" y="1368142"/>
                    <a:ext cx="32243" cy="11182"/>
                  </a:xfrm>
                  <a:custGeom>
                    <a:avLst/>
                    <a:gdLst>
                      <a:gd name="connsiteX0" fmla="*/ 9989 w 32243"/>
                      <a:gd name="connsiteY0" fmla="*/ 0 h 11182"/>
                      <a:gd name="connsiteX1" fmla="*/ 15 w 32243"/>
                      <a:gd name="connsiteY1" fmla="*/ 2128 h 11182"/>
                      <a:gd name="connsiteX2" fmla="*/ 7773 w 32243"/>
                      <a:gd name="connsiteY2" fmla="*/ 9443 h 11182"/>
                      <a:gd name="connsiteX3" fmla="*/ 22225 w 32243"/>
                      <a:gd name="connsiteY3" fmla="*/ 11038 h 11182"/>
                      <a:gd name="connsiteX4" fmla="*/ 32243 w 32243"/>
                      <a:gd name="connsiteY4" fmla="*/ 8600 h 11182"/>
                      <a:gd name="connsiteX5" fmla="*/ 26835 w 32243"/>
                      <a:gd name="connsiteY5" fmla="*/ 9310 h 11182"/>
                      <a:gd name="connsiteX6" fmla="*/ 15043 w 32243"/>
                      <a:gd name="connsiteY6" fmla="*/ 6738 h 11182"/>
                      <a:gd name="connsiteX7" fmla="*/ 9989 w 32243"/>
                      <a:gd name="connsiteY7" fmla="*/ 0 h 11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243" h="11182">
                        <a:moveTo>
                          <a:pt x="9989" y="0"/>
                        </a:moveTo>
                        <a:cubicBezTo>
                          <a:pt x="7374" y="665"/>
                          <a:pt x="369" y="-931"/>
                          <a:pt x="15" y="2128"/>
                        </a:cubicBezTo>
                        <a:cubicBezTo>
                          <a:pt x="-251" y="4876"/>
                          <a:pt x="3074" y="7714"/>
                          <a:pt x="7773" y="9443"/>
                        </a:cubicBezTo>
                        <a:cubicBezTo>
                          <a:pt x="12428" y="11038"/>
                          <a:pt x="18191" y="11437"/>
                          <a:pt x="22225" y="11038"/>
                        </a:cubicBezTo>
                        <a:cubicBezTo>
                          <a:pt x="24619" y="10905"/>
                          <a:pt x="29805" y="9664"/>
                          <a:pt x="32243" y="8600"/>
                        </a:cubicBezTo>
                        <a:cubicBezTo>
                          <a:pt x="30781" y="8866"/>
                          <a:pt x="28298" y="9487"/>
                          <a:pt x="26835" y="9310"/>
                        </a:cubicBezTo>
                        <a:cubicBezTo>
                          <a:pt x="22757" y="9177"/>
                          <a:pt x="18279" y="8423"/>
                          <a:pt x="15043" y="6738"/>
                        </a:cubicBezTo>
                        <a:cubicBezTo>
                          <a:pt x="11763" y="5187"/>
                          <a:pt x="9768" y="2704"/>
                          <a:pt x="998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09" name="Forme libre : forme 22208">
                    <a:extLst>
                      <a:ext uri="{FF2B5EF4-FFF2-40B4-BE49-F238E27FC236}">
                        <a16:creationId xmlns:a16="http://schemas.microsoft.com/office/drawing/2014/main" id="{06E0B747-C2CC-44A0-82B9-B8A24059AE83}"/>
                      </a:ext>
                    </a:extLst>
                  </p:cNvPr>
                  <p:cNvSpPr/>
                  <p:nvPr/>
                </p:nvSpPr>
                <p:spPr>
                  <a:xfrm>
                    <a:off x="5171895" y="1366084"/>
                    <a:ext cx="44652" cy="14550"/>
                  </a:xfrm>
                  <a:custGeom>
                    <a:avLst/>
                    <a:gdLst>
                      <a:gd name="connsiteX0" fmla="*/ 44622 w 44652"/>
                      <a:gd name="connsiteY0" fmla="*/ 1658 h 14550"/>
                      <a:gd name="connsiteX1" fmla="*/ 36687 w 44652"/>
                      <a:gd name="connsiteY1" fmla="*/ 9727 h 14550"/>
                      <a:gd name="connsiteX2" fmla="*/ 22457 w 44652"/>
                      <a:gd name="connsiteY2" fmla="*/ 14204 h 14550"/>
                      <a:gd name="connsiteX3" fmla="*/ 8049 w 44652"/>
                      <a:gd name="connsiteY3" fmla="*/ 13229 h 14550"/>
                      <a:gd name="connsiteX4" fmla="*/ 70 w 44652"/>
                      <a:gd name="connsiteY4" fmla="*/ 6269 h 14550"/>
                      <a:gd name="connsiteX5" fmla="*/ 3173 w 44652"/>
                      <a:gd name="connsiteY5" fmla="*/ 4052 h 14550"/>
                      <a:gd name="connsiteX6" fmla="*/ 9158 w 44652"/>
                      <a:gd name="connsiteY6" fmla="*/ 3476 h 14550"/>
                      <a:gd name="connsiteX7" fmla="*/ 21038 w 44652"/>
                      <a:gd name="connsiteY7" fmla="*/ 2722 h 14550"/>
                      <a:gd name="connsiteX8" fmla="*/ 34426 w 44652"/>
                      <a:gd name="connsiteY8" fmla="*/ 772 h 14550"/>
                      <a:gd name="connsiteX9" fmla="*/ 44622 w 44652"/>
                      <a:gd name="connsiteY9" fmla="*/ 1658 h 145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4652" h="14550">
                        <a:moveTo>
                          <a:pt x="44622" y="1658"/>
                        </a:moveTo>
                        <a:cubicBezTo>
                          <a:pt x="45021" y="4141"/>
                          <a:pt x="41475" y="7288"/>
                          <a:pt x="36687" y="9727"/>
                        </a:cubicBezTo>
                        <a:cubicBezTo>
                          <a:pt x="31944" y="12253"/>
                          <a:pt x="25915" y="13672"/>
                          <a:pt x="22457" y="14204"/>
                        </a:cubicBezTo>
                        <a:cubicBezTo>
                          <a:pt x="18955" y="14736"/>
                          <a:pt x="13014" y="14825"/>
                          <a:pt x="8049" y="13229"/>
                        </a:cubicBezTo>
                        <a:cubicBezTo>
                          <a:pt x="3040" y="11810"/>
                          <a:pt x="-551" y="8840"/>
                          <a:pt x="70" y="6269"/>
                        </a:cubicBezTo>
                        <a:cubicBezTo>
                          <a:pt x="336" y="4983"/>
                          <a:pt x="1577" y="4318"/>
                          <a:pt x="3173" y="4052"/>
                        </a:cubicBezTo>
                        <a:cubicBezTo>
                          <a:pt x="4858" y="3565"/>
                          <a:pt x="6897" y="3697"/>
                          <a:pt x="9158" y="3476"/>
                        </a:cubicBezTo>
                        <a:cubicBezTo>
                          <a:pt x="13591" y="3387"/>
                          <a:pt x="18644" y="2944"/>
                          <a:pt x="21038" y="2722"/>
                        </a:cubicBezTo>
                        <a:cubicBezTo>
                          <a:pt x="23432" y="2412"/>
                          <a:pt x="29240" y="1747"/>
                          <a:pt x="34426" y="772"/>
                        </a:cubicBezTo>
                        <a:cubicBezTo>
                          <a:pt x="39613" y="-71"/>
                          <a:pt x="44268" y="-736"/>
                          <a:pt x="44622" y="165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10" name="Forme libre : forme 22209">
                    <a:extLst>
                      <a:ext uri="{FF2B5EF4-FFF2-40B4-BE49-F238E27FC236}">
                        <a16:creationId xmlns:a16="http://schemas.microsoft.com/office/drawing/2014/main" id="{48D3D27A-38AC-42D7-86ED-679B36BD374D}"/>
                      </a:ext>
                    </a:extLst>
                  </p:cNvPr>
                  <p:cNvSpPr/>
                  <p:nvPr/>
                </p:nvSpPr>
                <p:spPr>
                  <a:xfrm>
                    <a:off x="5152808" y="1354829"/>
                    <a:ext cx="53360" cy="32614"/>
                  </a:xfrm>
                  <a:custGeom>
                    <a:avLst/>
                    <a:gdLst>
                      <a:gd name="connsiteX0" fmla="*/ 1026 w 53360"/>
                      <a:gd name="connsiteY0" fmla="*/ 2717 h 32614"/>
                      <a:gd name="connsiteX1" fmla="*/ 804 w 53360"/>
                      <a:gd name="connsiteY1" fmla="*/ 10874 h 32614"/>
                      <a:gd name="connsiteX2" fmla="*/ 2976 w 53360"/>
                      <a:gd name="connsiteY2" fmla="*/ 16283 h 32614"/>
                      <a:gd name="connsiteX3" fmla="*/ 6168 w 53360"/>
                      <a:gd name="connsiteY3" fmla="*/ 21647 h 32614"/>
                      <a:gd name="connsiteX4" fmla="*/ 19157 w 53360"/>
                      <a:gd name="connsiteY4" fmla="*/ 30468 h 32614"/>
                      <a:gd name="connsiteX5" fmla="*/ 45889 w 53360"/>
                      <a:gd name="connsiteY5" fmla="*/ 29981 h 32614"/>
                      <a:gd name="connsiteX6" fmla="*/ 52804 w 53360"/>
                      <a:gd name="connsiteY6" fmla="*/ 21868 h 32614"/>
                      <a:gd name="connsiteX7" fmla="*/ 45046 w 53360"/>
                      <a:gd name="connsiteY7" fmla="*/ 20893 h 32614"/>
                      <a:gd name="connsiteX8" fmla="*/ 26073 w 53360"/>
                      <a:gd name="connsiteY8" fmla="*/ 14775 h 32614"/>
                      <a:gd name="connsiteX9" fmla="*/ 20132 w 53360"/>
                      <a:gd name="connsiteY9" fmla="*/ 8658 h 32614"/>
                      <a:gd name="connsiteX10" fmla="*/ 14370 w 53360"/>
                      <a:gd name="connsiteY10" fmla="*/ 2850 h 32614"/>
                      <a:gd name="connsiteX11" fmla="*/ 6612 w 53360"/>
                      <a:gd name="connsiteY11" fmla="*/ 13 h 32614"/>
                      <a:gd name="connsiteX12" fmla="*/ 1026 w 53360"/>
                      <a:gd name="connsiteY12" fmla="*/ 2717 h 32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3360" h="32614">
                        <a:moveTo>
                          <a:pt x="1026" y="2717"/>
                        </a:moveTo>
                        <a:cubicBezTo>
                          <a:pt x="-348" y="5554"/>
                          <a:pt x="-260" y="6973"/>
                          <a:pt x="804" y="10874"/>
                        </a:cubicBezTo>
                        <a:cubicBezTo>
                          <a:pt x="1247" y="12736"/>
                          <a:pt x="2178" y="14465"/>
                          <a:pt x="2976" y="16283"/>
                        </a:cubicBezTo>
                        <a:cubicBezTo>
                          <a:pt x="3952" y="18056"/>
                          <a:pt x="4528" y="19873"/>
                          <a:pt x="6168" y="21647"/>
                        </a:cubicBezTo>
                        <a:cubicBezTo>
                          <a:pt x="9271" y="25415"/>
                          <a:pt x="13527" y="28341"/>
                          <a:pt x="19157" y="30468"/>
                        </a:cubicBezTo>
                        <a:cubicBezTo>
                          <a:pt x="28555" y="33838"/>
                          <a:pt x="39239" y="32907"/>
                          <a:pt x="45889" y="29981"/>
                        </a:cubicBezTo>
                        <a:cubicBezTo>
                          <a:pt x="50987" y="27853"/>
                          <a:pt x="54844" y="24262"/>
                          <a:pt x="52804" y="21868"/>
                        </a:cubicBezTo>
                        <a:cubicBezTo>
                          <a:pt x="51607" y="20450"/>
                          <a:pt x="48017" y="21115"/>
                          <a:pt x="45046" y="20893"/>
                        </a:cubicBezTo>
                        <a:cubicBezTo>
                          <a:pt x="38131" y="20228"/>
                          <a:pt x="31393" y="18898"/>
                          <a:pt x="26073" y="14775"/>
                        </a:cubicBezTo>
                        <a:cubicBezTo>
                          <a:pt x="23856" y="13002"/>
                          <a:pt x="21906" y="10741"/>
                          <a:pt x="20132" y="8658"/>
                        </a:cubicBezTo>
                        <a:cubicBezTo>
                          <a:pt x="18271" y="6441"/>
                          <a:pt x="17207" y="4934"/>
                          <a:pt x="14370" y="2850"/>
                        </a:cubicBezTo>
                        <a:cubicBezTo>
                          <a:pt x="11931" y="1387"/>
                          <a:pt x="9094" y="102"/>
                          <a:pt x="6612" y="13"/>
                        </a:cubicBezTo>
                        <a:cubicBezTo>
                          <a:pt x="4173" y="-120"/>
                          <a:pt x="2001" y="767"/>
                          <a:pt x="1026" y="271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11" name="Forme libre : forme 22210">
                    <a:extLst>
                      <a:ext uri="{FF2B5EF4-FFF2-40B4-BE49-F238E27FC236}">
                        <a16:creationId xmlns:a16="http://schemas.microsoft.com/office/drawing/2014/main" id="{8DFD9E58-B685-4B1D-85DA-B6F0058E2C71}"/>
                      </a:ext>
                    </a:extLst>
                  </p:cNvPr>
                  <p:cNvSpPr/>
                  <p:nvPr/>
                </p:nvSpPr>
                <p:spPr>
                  <a:xfrm>
                    <a:off x="5164567" y="1361123"/>
                    <a:ext cx="14929" cy="5890"/>
                  </a:xfrm>
                  <a:custGeom>
                    <a:avLst/>
                    <a:gdLst>
                      <a:gd name="connsiteX0" fmla="*/ 2211 w 14929"/>
                      <a:gd name="connsiteY0" fmla="*/ 236 h 5890"/>
                      <a:gd name="connsiteX1" fmla="*/ 305 w 14929"/>
                      <a:gd name="connsiteY1" fmla="*/ 148 h 5890"/>
                      <a:gd name="connsiteX2" fmla="*/ 527 w 14929"/>
                      <a:gd name="connsiteY2" fmla="*/ 1832 h 5890"/>
                      <a:gd name="connsiteX3" fmla="*/ 2876 w 14929"/>
                      <a:gd name="connsiteY3" fmla="*/ 3694 h 5890"/>
                      <a:gd name="connsiteX4" fmla="*/ 6245 w 14929"/>
                      <a:gd name="connsiteY4" fmla="*/ 5068 h 5890"/>
                      <a:gd name="connsiteX5" fmla="*/ 9747 w 14929"/>
                      <a:gd name="connsiteY5" fmla="*/ 5778 h 5890"/>
                      <a:gd name="connsiteX6" fmla="*/ 12407 w 14929"/>
                      <a:gd name="connsiteY6" fmla="*/ 5733 h 5890"/>
                      <a:gd name="connsiteX7" fmla="*/ 11964 w 14929"/>
                      <a:gd name="connsiteY7" fmla="*/ 1566 h 5890"/>
                      <a:gd name="connsiteX8" fmla="*/ 2211 w 14929"/>
                      <a:gd name="connsiteY8" fmla="*/ 236 h 5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929" h="5890">
                        <a:moveTo>
                          <a:pt x="2211" y="236"/>
                        </a:moveTo>
                        <a:cubicBezTo>
                          <a:pt x="1413" y="15"/>
                          <a:pt x="881" y="-118"/>
                          <a:pt x="305" y="148"/>
                        </a:cubicBezTo>
                        <a:cubicBezTo>
                          <a:pt x="-227" y="414"/>
                          <a:pt x="-5" y="1123"/>
                          <a:pt x="527" y="1832"/>
                        </a:cubicBezTo>
                        <a:cubicBezTo>
                          <a:pt x="1059" y="2586"/>
                          <a:pt x="2034" y="3339"/>
                          <a:pt x="2876" y="3694"/>
                        </a:cubicBezTo>
                        <a:cubicBezTo>
                          <a:pt x="3896" y="4270"/>
                          <a:pt x="5048" y="4758"/>
                          <a:pt x="6245" y="5068"/>
                        </a:cubicBezTo>
                        <a:cubicBezTo>
                          <a:pt x="7398" y="5467"/>
                          <a:pt x="8595" y="5689"/>
                          <a:pt x="9747" y="5778"/>
                        </a:cubicBezTo>
                        <a:cubicBezTo>
                          <a:pt x="10678" y="5866"/>
                          <a:pt x="11565" y="5999"/>
                          <a:pt x="12407" y="5733"/>
                        </a:cubicBezTo>
                        <a:cubicBezTo>
                          <a:pt x="15777" y="4802"/>
                          <a:pt x="15910" y="2187"/>
                          <a:pt x="11964" y="1566"/>
                        </a:cubicBezTo>
                        <a:cubicBezTo>
                          <a:pt x="8861" y="1034"/>
                          <a:pt x="5447" y="1034"/>
                          <a:pt x="2211" y="23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12" name="Forme libre : forme 22211">
                    <a:extLst>
                      <a:ext uri="{FF2B5EF4-FFF2-40B4-BE49-F238E27FC236}">
                        <a16:creationId xmlns:a16="http://schemas.microsoft.com/office/drawing/2014/main" id="{519974F9-A26B-485C-9C1C-2601CCC5D237}"/>
                      </a:ext>
                    </a:extLst>
                  </p:cNvPr>
                  <p:cNvSpPr/>
                  <p:nvPr/>
                </p:nvSpPr>
                <p:spPr>
                  <a:xfrm>
                    <a:off x="5206410" y="1362600"/>
                    <a:ext cx="22788" cy="24249"/>
                  </a:xfrm>
                  <a:custGeom>
                    <a:avLst/>
                    <a:gdLst>
                      <a:gd name="connsiteX0" fmla="*/ 22786 w 22788"/>
                      <a:gd name="connsiteY0" fmla="*/ 0 h 24249"/>
                      <a:gd name="connsiteX1" fmla="*/ 20880 w 22788"/>
                      <a:gd name="connsiteY1" fmla="*/ 6428 h 24249"/>
                      <a:gd name="connsiteX2" fmla="*/ 15560 w 22788"/>
                      <a:gd name="connsiteY2" fmla="*/ 13255 h 24249"/>
                      <a:gd name="connsiteX3" fmla="*/ 0 w 22788"/>
                      <a:gd name="connsiteY3" fmla="*/ 24249 h 24249"/>
                      <a:gd name="connsiteX4" fmla="*/ 22786 w 22788"/>
                      <a:gd name="connsiteY4" fmla="*/ 0 h 24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788" h="24249">
                        <a:moveTo>
                          <a:pt x="22786" y="0"/>
                        </a:moveTo>
                        <a:cubicBezTo>
                          <a:pt x="22831" y="1906"/>
                          <a:pt x="22121" y="4079"/>
                          <a:pt x="20880" y="6428"/>
                        </a:cubicBezTo>
                        <a:cubicBezTo>
                          <a:pt x="19594" y="8600"/>
                          <a:pt x="17777" y="11083"/>
                          <a:pt x="15560" y="13255"/>
                        </a:cubicBezTo>
                        <a:cubicBezTo>
                          <a:pt x="11171" y="17821"/>
                          <a:pt x="5054" y="21634"/>
                          <a:pt x="0" y="24249"/>
                        </a:cubicBezTo>
                        <a:cubicBezTo>
                          <a:pt x="11260" y="18663"/>
                          <a:pt x="19461" y="8157"/>
                          <a:pt x="2278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13" name="Forme libre : forme 22212">
                    <a:extLst>
                      <a:ext uri="{FF2B5EF4-FFF2-40B4-BE49-F238E27FC236}">
                        <a16:creationId xmlns:a16="http://schemas.microsoft.com/office/drawing/2014/main" id="{4A0CB872-A41B-4B17-8F49-8CF1C7266798}"/>
                      </a:ext>
                    </a:extLst>
                  </p:cNvPr>
                  <p:cNvSpPr/>
                  <p:nvPr/>
                </p:nvSpPr>
                <p:spPr>
                  <a:xfrm>
                    <a:off x="5152016" y="1346464"/>
                    <a:ext cx="25002" cy="8467"/>
                  </a:xfrm>
                  <a:custGeom>
                    <a:avLst/>
                    <a:gdLst>
                      <a:gd name="connsiteX0" fmla="*/ 25003 w 25002"/>
                      <a:gd name="connsiteY0" fmla="*/ 8467 h 8467"/>
                      <a:gd name="connsiteX1" fmla="*/ 22875 w 25002"/>
                      <a:gd name="connsiteY1" fmla="*/ 8024 h 8467"/>
                      <a:gd name="connsiteX2" fmla="*/ 20658 w 25002"/>
                      <a:gd name="connsiteY2" fmla="*/ 7492 h 8467"/>
                      <a:gd name="connsiteX3" fmla="*/ 14319 w 25002"/>
                      <a:gd name="connsiteY3" fmla="*/ 5142 h 8467"/>
                      <a:gd name="connsiteX4" fmla="*/ 7137 w 25002"/>
                      <a:gd name="connsiteY4" fmla="*/ 2438 h 8467"/>
                      <a:gd name="connsiteX5" fmla="*/ 0 w 25002"/>
                      <a:gd name="connsiteY5" fmla="*/ 0 h 8467"/>
                      <a:gd name="connsiteX6" fmla="*/ 6960 w 25002"/>
                      <a:gd name="connsiteY6" fmla="*/ 2483 h 8467"/>
                      <a:gd name="connsiteX7" fmla="*/ 14186 w 25002"/>
                      <a:gd name="connsiteY7" fmla="*/ 5763 h 8467"/>
                      <a:gd name="connsiteX8" fmla="*/ 17599 w 25002"/>
                      <a:gd name="connsiteY8" fmla="*/ 7137 h 8467"/>
                      <a:gd name="connsiteX9" fmla="*/ 20658 w 25002"/>
                      <a:gd name="connsiteY9" fmla="*/ 8245 h 8467"/>
                      <a:gd name="connsiteX10" fmla="*/ 22875 w 25002"/>
                      <a:gd name="connsiteY10" fmla="*/ 8467 h 8467"/>
                      <a:gd name="connsiteX11" fmla="*/ 25003 w 25002"/>
                      <a:gd name="connsiteY11" fmla="*/ 8467 h 8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002" h="8467">
                        <a:moveTo>
                          <a:pt x="25003" y="8467"/>
                        </a:moveTo>
                        <a:cubicBezTo>
                          <a:pt x="24338" y="8245"/>
                          <a:pt x="23540" y="8113"/>
                          <a:pt x="22875" y="8024"/>
                        </a:cubicBezTo>
                        <a:cubicBezTo>
                          <a:pt x="22254" y="7802"/>
                          <a:pt x="21678" y="8068"/>
                          <a:pt x="20658" y="7492"/>
                        </a:cubicBezTo>
                        <a:cubicBezTo>
                          <a:pt x="18752" y="6561"/>
                          <a:pt x="16668" y="6384"/>
                          <a:pt x="14319" y="5142"/>
                        </a:cubicBezTo>
                        <a:cubicBezTo>
                          <a:pt x="12014" y="4123"/>
                          <a:pt x="9576" y="3369"/>
                          <a:pt x="7137" y="2438"/>
                        </a:cubicBezTo>
                        <a:cubicBezTo>
                          <a:pt x="4743" y="1507"/>
                          <a:pt x="2305" y="709"/>
                          <a:pt x="0" y="0"/>
                        </a:cubicBezTo>
                        <a:cubicBezTo>
                          <a:pt x="2217" y="532"/>
                          <a:pt x="4566" y="1418"/>
                          <a:pt x="6960" y="2483"/>
                        </a:cubicBezTo>
                        <a:cubicBezTo>
                          <a:pt x="9354" y="3546"/>
                          <a:pt x="11836" y="4522"/>
                          <a:pt x="14186" y="5763"/>
                        </a:cubicBezTo>
                        <a:cubicBezTo>
                          <a:pt x="15383" y="6428"/>
                          <a:pt x="16535" y="6827"/>
                          <a:pt x="17599" y="7137"/>
                        </a:cubicBezTo>
                        <a:cubicBezTo>
                          <a:pt x="18663" y="7492"/>
                          <a:pt x="19683" y="7891"/>
                          <a:pt x="20658" y="8245"/>
                        </a:cubicBezTo>
                        <a:cubicBezTo>
                          <a:pt x="21589" y="8556"/>
                          <a:pt x="22210" y="8334"/>
                          <a:pt x="22875" y="8467"/>
                        </a:cubicBezTo>
                        <a:cubicBezTo>
                          <a:pt x="23673" y="8423"/>
                          <a:pt x="24338" y="8467"/>
                          <a:pt x="25003" y="846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14" name="Forme libre : forme 22213">
                    <a:extLst>
                      <a:ext uri="{FF2B5EF4-FFF2-40B4-BE49-F238E27FC236}">
                        <a16:creationId xmlns:a16="http://schemas.microsoft.com/office/drawing/2014/main" id="{3BDFB1CD-AFCF-4D42-A6A7-5D91A36F746D}"/>
                      </a:ext>
                    </a:extLst>
                  </p:cNvPr>
                  <p:cNvSpPr/>
                  <p:nvPr/>
                </p:nvSpPr>
                <p:spPr>
                  <a:xfrm>
                    <a:off x="5187771" y="1368374"/>
                    <a:ext cx="16017" cy="3873"/>
                  </a:xfrm>
                  <a:custGeom>
                    <a:avLst/>
                    <a:gdLst>
                      <a:gd name="connsiteX0" fmla="*/ 15979 w 16017"/>
                      <a:gd name="connsiteY0" fmla="*/ 1230 h 3873"/>
                      <a:gd name="connsiteX1" fmla="*/ 6714 w 16017"/>
                      <a:gd name="connsiteY1" fmla="*/ 3846 h 3873"/>
                      <a:gd name="connsiteX2" fmla="*/ 153 w 16017"/>
                      <a:gd name="connsiteY2" fmla="*/ 1674 h 3873"/>
                      <a:gd name="connsiteX3" fmla="*/ 4143 w 16017"/>
                      <a:gd name="connsiteY3" fmla="*/ 344 h 3873"/>
                      <a:gd name="connsiteX4" fmla="*/ 8709 w 16017"/>
                      <a:gd name="connsiteY4" fmla="*/ 122 h 3873"/>
                      <a:gd name="connsiteX5" fmla="*/ 15979 w 16017"/>
                      <a:gd name="connsiteY5" fmla="*/ 1230 h 3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17" h="3873">
                        <a:moveTo>
                          <a:pt x="15979" y="1230"/>
                        </a:moveTo>
                        <a:cubicBezTo>
                          <a:pt x="15403" y="3181"/>
                          <a:pt x="8709" y="3890"/>
                          <a:pt x="6714" y="3846"/>
                        </a:cubicBezTo>
                        <a:cubicBezTo>
                          <a:pt x="4675" y="4023"/>
                          <a:pt x="-1000" y="3358"/>
                          <a:pt x="153" y="1674"/>
                        </a:cubicBezTo>
                        <a:cubicBezTo>
                          <a:pt x="729" y="787"/>
                          <a:pt x="2370" y="432"/>
                          <a:pt x="4143" y="344"/>
                        </a:cubicBezTo>
                        <a:cubicBezTo>
                          <a:pt x="5916" y="166"/>
                          <a:pt x="7778" y="122"/>
                          <a:pt x="8709" y="122"/>
                        </a:cubicBezTo>
                        <a:cubicBezTo>
                          <a:pt x="10526" y="122"/>
                          <a:pt x="16555" y="-543"/>
                          <a:pt x="15979" y="123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15" name="Forme libre : forme 22214">
                    <a:extLst>
                      <a:ext uri="{FF2B5EF4-FFF2-40B4-BE49-F238E27FC236}">
                        <a16:creationId xmlns:a16="http://schemas.microsoft.com/office/drawing/2014/main" id="{94A34A93-DC81-463F-9E2D-DA0C17C740BB}"/>
                      </a:ext>
                    </a:extLst>
                  </p:cNvPr>
                  <p:cNvSpPr/>
                  <p:nvPr/>
                </p:nvSpPr>
                <p:spPr>
                  <a:xfrm>
                    <a:off x="5201577" y="1368139"/>
                    <a:ext cx="4533" cy="1919"/>
                  </a:xfrm>
                  <a:custGeom>
                    <a:avLst/>
                    <a:gdLst>
                      <a:gd name="connsiteX0" fmla="*/ 4478 w 4533"/>
                      <a:gd name="connsiteY0" fmla="*/ 313 h 1919"/>
                      <a:gd name="connsiteX1" fmla="*/ 2660 w 4533"/>
                      <a:gd name="connsiteY1" fmla="*/ 1643 h 1919"/>
                      <a:gd name="connsiteX2" fmla="*/ 45 w 4533"/>
                      <a:gd name="connsiteY2" fmla="*/ 1554 h 1919"/>
                      <a:gd name="connsiteX3" fmla="*/ 1818 w 4533"/>
                      <a:gd name="connsiteY3" fmla="*/ 313 h 1919"/>
                      <a:gd name="connsiteX4" fmla="*/ 4478 w 4533"/>
                      <a:gd name="connsiteY4" fmla="*/ 313 h 1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" h="1919">
                        <a:moveTo>
                          <a:pt x="4478" y="313"/>
                        </a:moveTo>
                        <a:cubicBezTo>
                          <a:pt x="4833" y="889"/>
                          <a:pt x="3414" y="1421"/>
                          <a:pt x="2660" y="1643"/>
                        </a:cubicBezTo>
                        <a:cubicBezTo>
                          <a:pt x="1907" y="1864"/>
                          <a:pt x="355" y="2175"/>
                          <a:pt x="45" y="1554"/>
                        </a:cubicBezTo>
                        <a:cubicBezTo>
                          <a:pt x="-265" y="978"/>
                          <a:pt x="1109" y="534"/>
                          <a:pt x="1818" y="313"/>
                        </a:cubicBezTo>
                        <a:cubicBezTo>
                          <a:pt x="2616" y="91"/>
                          <a:pt x="4123" y="-264"/>
                          <a:pt x="4478" y="3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16" name="Forme libre : forme 22215">
                    <a:extLst>
                      <a:ext uri="{FF2B5EF4-FFF2-40B4-BE49-F238E27FC236}">
                        <a16:creationId xmlns:a16="http://schemas.microsoft.com/office/drawing/2014/main" id="{A70680C5-3E13-430B-BF64-CEEC6D37CB06}"/>
                      </a:ext>
                    </a:extLst>
                  </p:cNvPr>
                  <p:cNvSpPr/>
                  <p:nvPr/>
                </p:nvSpPr>
                <p:spPr>
                  <a:xfrm>
                    <a:off x="5187432" y="1356638"/>
                    <a:ext cx="38519" cy="8192"/>
                  </a:xfrm>
                  <a:custGeom>
                    <a:avLst/>
                    <a:gdLst>
                      <a:gd name="connsiteX0" fmla="*/ 26293 w 38519"/>
                      <a:gd name="connsiteY0" fmla="*/ 1795 h 8192"/>
                      <a:gd name="connsiteX1" fmla="*/ 37775 w 38519"/>
                      <a:gd name="connsiteY1" fmla="*/ 3524 h 8192"/>
                      <a:gd name="connsiteX2" fmla="*/ 36667 w 38519"/>
                      <a:gd name="connsiteY2" fmla="*/ 7292 h 8192"/>
                      <a:gd name="connsiteX3" fmla="*/ 31569 w 38519"/>
                      <a:gd name="connsiteY3" fmla="*/ 8135 h 8192"/>
                      <a:gd name="connsiteX4" fmla="*/ 16452 w 38519"/>
                      <a:gd name="connsiteY4" fmla="*/ 7470 h 8192"/>
                      <a:gd name="connsiteX5" fmla="*/ 5990 w 38519"/>
                      <a:gd name="connsiteY5" fmla="*/ 7204 h 8192"/>
                      <a:gd name="connsiteX6" fmla="*/ 271 w 38519"/>
                      <a:gd name="connsiteY6" fmla="*/ 3391 h 8192"/>
                      <a:gd name="connsiteX7" fmla="*/ 7763 w 38519"/>
                      <a:gd name="connsiteY7" fmla="*/ 554 h 8192"/>
                      <a:gd name="connsiteX8" fmla="*/ 16762 w 38519"/>
                      <a:gd name="connsiteY8" fmla="*/ 22 h 8192"/>
                      <a:gd name="connsiteX9" fmla="*/ 26293 w 38519"/>
                      <a:gd name="connsiteY9" fmla="*/ 1795 h 8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8519" h="8192">
                        <a:moveTo>
                          <a:pt x="26293" y="1795"/>
                        </a:moveTo>
                        <a:cubicBezTo>
                          <a:pt x="30726" y="2106"/>
                          <a:pt x="34095" y="2150"/>
                          <a:pt x="37775" y="3524"/>
                        </a:cubicBezTo>
                        <a:cubicBezTo>
                          <a:pt x="39149" y="4012"/>
                          <a:pt x="38528" y="6184"/>
                          <a:pt x="36667" y="7292"/>
                        </a:cubicBezTo>
                        <a:cubicBezTo>
                          <a:pt x="34760" y="8356"/>
                          <a:pt x="33209" y="8223"/>
                          <a:pt x="31569" y="8135"/>
                        </a:cubicBezTo>
                        <a:cubicBezTo>
                          <a:pt x="26515" y="7736"/>
                          <a:pt x="21683" y="7869"/>
                          <a:pt x="16452" y="7470"/>
                        </a:cubicBezTo>
                        <a:cubicBezTo>
                          <a:pt x="14856" y="7381"/>
                          <a:pt x="9979" y="7869"/>
                          <a:pt x="5990" y="7204"/>
                        </a:cubicBezTo>
                        <a:cubicBezTo>
                          <a:pt x="2000" y="6583"/>
                          <a:pt x="-926" y="5165"/>
                          <a:pt x="271" y="3391"/>
                        </a:cubicBezTo>
                        <a:cubicBezTo>
                          <a:pt x="1468" y="1529"/>
                          <a:pt x="4438" y="953"/>
                          <a:pt x="7763" y="554"/>
                        </a:cubicBezTo>
                        <a:cubicBezTo>
                          <a:pt x="11088" y="111"/>
                          <a:pt x="14767" y="-66"/>
                          <a:pt x="16762" y="22"/>
                        </a:cubicBezTo>
                        <a:cubicBezTo>
                          <a:pt x="20796" y="155"/>
                          <a:pt x="22968" y="1529"/>
                          <a:pt x="26293" y="179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11" name="Graphique 2">
                  <a:extLst>
                    <a:ext uri="{FF2B5EF4-FFF2-40B4-BE49-F238E27FC236}">
                      <a16:creationId xmlns:a16="http://schemas.microsoft.com/office/drawing/2014/main" id="{79385A19-851C-4395-B944-281D299FBE66}"/>
                    </a:ext>
                  </a:extLst>
                </p:cNvPr>
                <p:cNvGrpSpPr/>
                <p:nvPr/>
              </p:nvGrpSpPr>
              <p:grpSpPr>
                <a:xfrm>
                  <a:off x="5228535" y="1279464"/>
                  <a:ext cx="58592" cy="82532"/>
                  <a:chOff x="5228535" y="1279464"/>
                  <a:chExt cx="58592" cy="82532"/>
                </a:xfrm>
                <a:solidFill>
                  <a:schemeClr val="accent1"/>
                </a:solidFill>
              </p:grpSpPr>
              <p:sp>
                <p:nvSpPr>
                  <p:cNvPr id="22193" name="Forme libre : forme 22192">
                    <a:extLst>
                      <a:ext uri="{FF2B5EF4-FFF2-40B4-BE49-F238E27FC236}">
                        <a16:creationId xmlns:a16="http://schemas.microsoft.com/office/drawing/2014/main" id="{60A6A800-C7F7-43BA-9496-1114F23C019E}"/>
                      </a:ext>
                    </a:extLst>
                  </p:cNvPr>
                  <p:cNvSpPr/>
                  <p:nvPr/>
                </p:nvSpPr>
                <p:spPr>
                  <a:xfrm>
                    <a:off x="5228535" y="1279464"/>
                    <a:ext cx="58592" cy="82532"/>
                  </a:xfrm>
                  <a:custGeom>
                    <a:avLst/>
                    <a:gdLst>
                      <a:gd name="connsiteX0" fmla="*/ 54745 w 58592"/>
                      <a:gd name="connsiteY0" fmla="*/ 35258 h 82532"/>
                      <a:gd name="connsiteX1" fmla="*/ 48450 w 58592"/>
                      <a:gd name="connsiteY1" fmla="*/ 50242 h 82532"/>
                      <a:gd name="connsiteX2" fmla="*/ 39318 w 58592"/>
                      <a:gd name="connsiteY2" fmla="*/ 66512 h 82532"/>
                      <a:gd name="connsiteX3" fmla="*/ 21984 w 58592"/>
                      <a:gd name="connsiteY3" fmla="*/ 80742 h 82532"/>
                      <a:gd name="connsiteX4" fmla="*/ 13561 w 58592"/>
                      <a:gd name="connsiteY4" fmla="*/ 82471 h 82532"/>
                      <a:gd name="connsiteX5" fmla="*/ 5404 w 58592"/>
                      <a:gd name="connsiteY5" fmla="*/ 81983 h 82532"/>
                      <a:gd name="connsiteX6" fmla="*/ 173 w 58592"/>
                      <a:gd name="connsiteY6" fmla="*/ 73427 h 82532"/>
                      <a:gd name="connsiteX7" fmla="*/ 2213 w 58592"/>
                      <a:gd name="connsiteY7" fmla="*/ 66290 h 82532"/>
                      <a:gd name="connsiteX8" fmla="*/ 3365 w 58592"/>
                      <a:gd name="connsiteY8" fmla="*/ 62965 h 82532"/>
                      <a:gd name="connsiteX9" fmla="*/ 4340 w 58592"/>
                      <a:gd name="connsiteY9" fmla="*/ 59862 h 82532"/>
                      <a:gd name="connsiteX10" fmla="*/ 10148 w 58592"/>
                      <a:gd name="connsiteY10" fmla="*/ 47050 h 82532"/>
                      <a:gd name="connsiteX11" fmla="*/ 15955 w 58592"/>
                      <a:gd name="connsiteY11" fmla="*/ 35524 h 82532"/>
                      <a:gd name="connsiteX12" fmla="*/ 22295 w 58592"/>
                      <a:gd name="connsiteY12" fmla="*/ 22092 h 82532"/>
                      <a:gd name="connsiteX13" fmla="*/ 49292 w 58592"/>
                      <a:gd name="connsiteY13" fmla="*/ 148 h 82532"/>
                      <a:gd name="connsiteX14" fmla="*/ 57715 w 58592"/>
                      <a:gd name="connsiteY14" fmla="*/ 5246 h 82532"/>
                      <a:gd name="connsiteX15" fmla="*/ 54745 w 58592"/>
                      <a:gd name="connsiteY15" fmla="*/ 35258 h 82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8592" h="82532">
                        <a:moveTo>
                          <a:pt x="54745" y="35258"/>
                        </a:moveTo>
                        <a:cubicBezTo>
                          <a:pt x="53459" y="38716"/>
                          <a:pt x="51198" y="44258"/>
                          <a:pt x="48450" y="50242"/>
                        </a:cubicBezTo>
                        <a:cubicBezTo>
                          <a:pt x="45746" y="56227"/>
                          <a:pt x="42110" y="62566"/>
                          <a:pt x="39318" y="66512"/>
                        </a:cubicBezTo>
                        <a:cubicBezTo>
                          <a:pt x="34042" y="73915"/>
                          <a:pt x="27925" y="78614"/>
                          <a:pt x="21984" y="80742"/>
                        </a:cubicBezTo>
                        <a:cubicBezTo>
                          <a:pt x="19014" y="81983"/>
                          <a:pt x="16265" y="82294"/>
                          <a:pt x="13561" y="82471"/>
                        </a:cubicBezTo>
                        <a:cubicBezTo>
                          <a:pt x="10857" y="82648"/>
                          <a:pt x="8109" y="82426"/>
                          <a:pt x="5404" y="81983"/>
                        </a:cubicBezTo>
                        <a:cubicBezTo>
                          <a:pt x="1636" y="81407"/>
                          <a:pt x="-669" y="76841"/>
                          <a:pt x="173" y="73427"/>
                        </a:cubicBezTo>
                        <a:cubicBezTo>
                          <a:pt x="838" y="70989"/>
                          <a:pt x="1503" y="68640"/>
                          <a:pt x="2213" y="66290"/>
                        </a:cubicBezTo>
                        <a:cubicBezTo>
                          <a:pt x="2567" y="65137"/>
                          <a:pt x="2966" y="64029"/>
                          <a:pt x="3365" y="62965"/>
                        </a:cubicBezTo>
                        <a:cubicBezTo>
                          <a:pt x="3675" y="61901"/>
                          <a:pt x="3986" y="60837"/>
                          <a:pt x="4340" y="59862"/>
                        </a:cubicBezTo>
                        <a:cubicBezTo>
                          <a:pt x="5759" y="55739"/>
                          <a:pt x="7488" y="52016"/>
                          <a:pt x="10148" y="47050"/>
                        </a:cubicBezTo>
                        <a:cubicBezTo>
                          <a:pt x="11566" y="44302"/>
                          <a:pt x="13783" y="40312"/>
                          <a:pt x="15955" y="35524"/>
                        </a:cubicBezTo>
                        <a:cubicBezTo>
                          <a:pt x="18172" y="30781"/>
                          <a:pt x="20477" y="25727"/>
                          <a:pt x="22295" y="22092"/>
                        </a:cubicBezTo>
                        <a:cubicBezTo>
                          <a:pt x="28944" y="8571"/>
                          <a:pt x="38564" y="2321"/>
                          <a:pt x="49292" y="148"/>
                        </a:cubicBezTo>
                        <a:cubicBezTo>
                          <a:pt x="53104" y="-650"/>
                          <a:pt x="57272" y="1877"/>
                          <a:pt x="57715" y="5246"/>
                        </a:cubicBezTo>
                        <a:cubicBezTo>
                          <a:pt x="59001" y="15088"/>
                          <a:pt x="59488" y="22624"/>
                          <a:pt x="54745" y="3525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94" name="Forme libre : forme 22193">
                    <a:extLst>
                      <a:ext uri="{FF2B5EF4-FFF2-40B4-BE49-F238E27FC236}">
                        <a16:creationId xmlns:a16="http://schemas.microsoft.com/office/drawing/2014/main" id="{82894493-A2D7-43C1-8A0E-67B6C5AE2637}"/>
                      </a:ext>
                    </a:extLst>
                  </p:cNvPr>
                  <p:cNvSpPr/>
                  <p:nvPr/>
                </p:nvSpPr>
                <p:spPr>
                  <a:xfrm>
                    <a:off x="5230039" y="1284401"/>
                    <a:ext cx="56839" cy="77534"/>
                  </a:xfrm>
                  <a:custGeom>
                    <a:avLst/>
                    <a:gdLst>
                      <a:gd name="connsiteX0" fmla="*/ 29923 w 56839"/>
                      <a:gd name="connsiteY0" fmla="*/ 50316 h 77534"/>
                      <a:gd name="connsiteX1" fmla="*/ 17200 w 56839"/>
                      <a:gd name="connsiteY1" fmla="*/ 67073 h 77534"/>
                      <a:gd name="connsiteX2" fmla="*/ 0 w 56839"/>
                      <a:gd name="connsiteY2" fmla="*/ 74609 h 77534"/>
                      <a:gd name="connsiteX3" fmla="*/ 3768 w 56839"/>
                      <a:gd name="connsiteY3" fmla="*/ 77003 h 77534"/>
                      <a:gd name="connsiteX4" fmla="*/ 9398 w 56839"/>
                      <a:gd name="connsiteY4" fmla="*/ 77535 h 77534"/>
                      <a:gd name="connsiteX5" fmla="*/ 17644 w 56839"/>
                      <a:gd name="connsiteY5" fmla="*/ 76648 h 77534"/>
                      <a:gd name="connsiteX6" fmla="*/ 26554 w 56839"/>
                      <a:gd name="connsiteY6" fmla="*/ 72570 h 77534"/>
                      <a:gd name="connsiteX7" fmla="*/ 32273 w 56839"/>
                      <a:gd name="connsiteY7" fmla="*/ 67915 h 77534"/>
                      <a:gd name="connsiteX8" fmla="*/ 37681 w 56839"/>
                      <a:gd name="connsiteY8" fmla="*/ 61531 h 77534"/>
                      <a:gd name="connsiteX9" fmla="*/ 41051 w 56839"/>
                      <a:gd name="connsiteY9" fmla="*/ 56300 h 77534"/>
                      <a:gd name="connsiteX10" fmla="*/ 52266 w 56839"/>
                      <a:gd name="connsiteY10" fmla="*/ 32406 h 77534"/>
                      <a:gd name="connsiteX11" fmla="*/ 53109 w 56839"/>
                      <a:gd name="connsiteY11" fmla="*/ 30234 h 77534"/>
                      <a:gd name="connsiteX12" fmla="*/ 56345 w 56839"/>
                      <a:gd name="connsiteY12" fmla="*/ 18397 h 77534"/>
                      <a:gd name="connsiteX13" fmla="*/ 56566 w 56839"/>
                      <a:gd name="connsiteY13" fmla="*/ 4655 h 77534"/>
                      <a:gd name="connsiteX14" fmla="*/ 56079 w 56839"/>
                      <a:gd name="connsiteY14" fmla="*/ 177 h 77534"/>
                      <a:gd name="connsiteX15" fmla="*/ 56034 w 56839"/>
                      <a:gd name="connsiteY15" fmla="*/ 0 h 77534"/>
                      <a:gd name="connsiteX16" fmla="*/ 29923 w 56839"/>
                      <a:gd name="connsiteY16" fmla="*/ 50316 h 77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6839" h="77534">
                        <a:moveTo>
                          <a:pt x="29923" y="50316"/>
                        </a:moveTo>
                        <a:cubicBezTo>
                          <a:pt x="26909" y="56433"/>
                          <a:pt x="22653" y="62595"/>
                          <a:pt x="17200" y="67073"/>
                        </a:cubicBezTo>
                        <a:cubicBezTo>
                          <a:pt x="11659" y="71550"/>
                          <a:pt x="5719" y="73988"/>
                          <a:pt x="0" y="74609"/>
                        </a:cubicBezTo>
                        <a:cubicBezTo>
                          <a:pt x="931" y="75850"/>
                          <a:pt x="2217" y="76781"/>
                          <a:pt x="3768" y="77003"/>
                        </a:cubicBezTo>
                        <a:cubicBezTo>
                          <a:pt x="5630" y="77269"/>
                          <a:pt x="7536" y="77535"/>
                          <a:pt x="9398" y="77535"/>
                        </a:cubicBezTo>
                        <a:cubicBezTo>
                          <a:pt x="12058" y="77535"/>
                          <a:pt x="14807" y="77313"/>
                          <a:pt x="17644" y="76648"/>
                        </a:cubicBezTo>
                        <a:cubicBezTo>
                          <a:pt x="20481" y="75762"/>
                          <a:pt x="23673" y="74609"/>
                          <a:pt x="26554" y="72570"/>
                        </a:cubicBezTo>
                        <a:cubicBezTo>
                          <a:pt x="28505" y="71284"/>
                          <a:pt x="30455" y="69777"/>
                          <a:pt x="32273" y="67915"/>
                        </a:cubicBezTo>
                        <a:cubicBezTo>
                          <a:pt x="34224" y="66097"/>
                          <a:pt x="35908" y="63970"/>
                          <a:pt x="37681" y="61531"/>
                        </a:cubicBezTo>
                        <a:cubicBezTo>
                          <a:pt x="38790" y="60068"/>
                          <a:pt x="39809" y="58295"/>
                          <a:pt x="41051" y="56300"/>
                        </a:cubicBezTo>
                        <a:cubicBezTo>
                          <a:pt x="45750" y="48498"/>
                          <a:pt x="49872" y="38302"/>
                          <a:pt x="52266" y="32406"/>
                        </a:cubicBezTo>
                        <a:cubicBezTo>
                          <a:pt x="52576" y="31608"/>
                          <a:pt x="52842" y="30899"/>
                          <a:pt x="53109" y="30234"/>
                        </a:cubicBezTo>
                        <a:cubicBezTo>
                          <a:pt x="54837" y="25756"/>
                          <a:pt x="55768" y="21855"/>
                          <a:pt x="56345" y="18397"/>
                        </a:cubicBezTo>
                        <a:cubicBezTo>
                          <a:pt x="57010" y="13521"/>
                          <a:pt x="56921" y="9265"/>
                          <a:pt x="56566" y="4655"/>
                        </a:cubicBezTo>
                        <a:cubicBezTo>
                          <a:pt x="56389" y="3147"/>
                          <a:pt x="56300" y="1729"/>
                          <a:pt x="56079" y="177"/>
                        </a:cubicBezTo>
                        <a:lnTo>
                          <a:pt x="56034" y="0"/>
                        </a:lnTo>
                        <a:cubicBezTo>
                          <a:pt x="44109" y="13787"/>
                          <a:pt x="38612" y="32805"/>
                          <a:pt x="29923" y="5031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95" name="Forme libre : forme 22194">
                    <a:extLst>
                      <a:ext uri="{FF2B5EF4-FFF2-40B4-BE49-F238E27FC236}">
                        <a16:creationId xmlns:a16="http://schemas.microsoft.com/office/drawing/2014/main" id="{22057D50-D645-4AB3-8124-A17F08DA9A56}"/>
                      </a:ext>
                    </a:extLst>
                  </p:cNvPr>
                  <p:cNvSpPr/>
                  <p:nvPr/>
                </p:nvSpPr>
                <p:spPr>
                  <a:xfrm>
                    <a:off x="5252550" y="1295993"/>
                    <a:ext cx="22557" cy="40299"/>
                  </a:xfrm>
                  <a:custGeom>
                    <a:avLst/>
                    <a:gdLst>
                      <a:gd name="connsiteX0" fmla="*/ 21243 w 22557"/>
                      <a:gd name="connsiteY0" fmla="*/ 200 h 40299"/>
                      <a:gd name="connsiteX1" fmla="*/ 21288 w 22557"/>
                      <a:gd name="connsiteY1" fmla="*/ 10440 h 40299"/>
                      <a:gd name="connsiteX2" fmla="*/ 16766 w 22557"/>
                      <a:gd name="connsiteY2" fmla="*/ 23429 h 40299"/>
                      <a:gd name="connsiteX3" fmla="*/ 10072 w 22557"/>
                      <a:gd name="connsiteY3" fmla="*/ 34822 h 40299"/>
                      <a:gd name="connsiteX4" fmla="*/ 1383 w 22557"/>
                      <a:gd name="connsiteY4" fmla="*/ 39965 h 40299"/>
                      <a:gd name="connsiteX5" fmla="*/ 1383 w 22557"/>
                      <a:gd name="connsiteY5" fmla="*/ 30389 h 40299"/>
                      <a:gd name="connsiteX6" fmla="*/ 6126 w 22557"/>
                      <a:gd name="connsiteY6" fmla="*/ 18863 h 40299"/>
                      <a:gd name="connsiteX7" fmla="*/ 12776 w 22557"/>
                      <a:gd name="connsiteY7" fmla="*/ 6849 h 40299"/>
                      <a:gd name="connsiteX8" fmla="*/ 21243 w 22557"/>
                      <a:gd name="connsiteY8" fmla="*/ 200 h 40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557" h="40299">
                        <a:moveTo>
                          <a:pt x="21243" y="200"/>
                        </a:moveTo>
                        <a:cubicBezTo>
                          <a:pt x="23327" y="1264"/>
                          <a:pt x="22617" y="5608"/>
                          <a:pt x="21288" y="10440"/>
                        </a:cubicBezTo>
                        <a:cubicBezTo>
                          <a:pt x="19958" y="15272"/>
                          <a:pt x="17918" y="20725"/>
                          <a:pt x="16766" y="23429"/>
                        </a:cubicBezTo>
                        <a:cubicBezTo>
                          <a:pt x="15569" y="26133"/>
                          <a:pt x="13131" y="30965"/>
                          <a:pt x="10072" y="34822"/>
                        </a:cubicBezTo>
                        <a:cubicBezTo>
                          <a:pt x="7102" y="38679"/>
                          <a:pt x="3555" y="41250"/>
                          <a:pt x="1383" y="39965"/>
                        </a:cubicBezTo>
                        <a:cubicBezTo>
                          <a:pt x="-878" y="38635"/>
                          <a:pt x="9" y="34734"/>
                          <a:pt x="1383" y="30389"/>
                        </a:cubicBezTo>
                        <a:cubicBezTo>
                          <a:pt x="2846" y="26133"/>
                          <a:pt x="4929" y="21301"/>
                          <a:pt x="6126" y="18863"/>
                        </a:cubicBezTo>
                        <a:cubicBezTo>
                          <a:pt x="7323" y="16425"/>
                          <a:pt x="9806" y="11194"/>
                          <a:pt x="12776" y="6849"/>
                        </a:cubicBezTo>
                        <a:cubicBezTo>
                          <a:pt x="15702" y="2461"/>
                          <a:pt x="19115" y="-864"/>
                          <a:pt x="21243" y="20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96" name="Forme libre : forme 22195">
                    <a:extLst>
                      <a:ext uri="{FF2B5EF4-FFF2-40B4-BE49-F238E27FC236}">
                        <a16:creationId xmlns:a16="http://schemas.microsoft.com/office/drawing/2014/main" id="{14DCC73E-E641-4513-A969-1F5AB0DC98B5}"/>
                      </a:ext>
                    </a:extLst>
                  </p:cNvPr>
                  <p:cNvSpPr/>
                  <p:nvPr/>
                </p:nvSpPr>
                <p:spPr>
                  <a:xfrm>
                    <a:off x="5252482" y="1310290"/>
                    <a:ext cx="20070" cy="25954"/>
                  </a:xfrm>
                  <a:custGeom>
                    <a:avLst/>
                    <a:gdLst>
                      <a:gd name="connsiteX0" fmla="*/ 1894 w 20070"/>
                      <a:gd name="connsiteY0" fmla="*/ 15383 h 25954"/>
                      <a:gd name="connsiteX1" fmla="*/ 1363 w 20070"/>
                      <a:gd name="connsiteY1" fmla="*/ 25845 h 25954"/>
                      <a:gd name="connsiteX2" fmla="*/ 10140 w 20070"/>
                      <a:gd name="connsiteY2" fmla="*/ 20481 h 25954"/>
                      <a:gd name="connsiteX3" fmla="*/ 16967 w 20070"/>
                      <a:gd name="connsiteY3" fmla="*/ 8910 h 25954"/>
                      <a:gd name="connsiteX4" fmla="*/ 20070 w 20070"/>
                      <a:gd name="connsiteY4" fmla="*/ 0 h 25954"/>
                      <a:gd name="connsiteX5" fmla="*/ 17721 w 20070"/>
                      <a:gd name="connsiteY5" fmla="*/ 4477 h 25954"/>
                      <a:gd name="connsiteX6" fmla="*/ 1894 w 20070"/>
                      <a:gd name="connsiteY6" fmla="*/ 15383 h 25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070" h="25954">
                        <a:moveTo>
                          <a:pt x="1894" y="15383"/>
                        </a:moveTo>
                        <a:cubicBezTo>
                          <a:pt x="1540" y="18220"/>
                          <a:pt x="-1829" y="25003"/>
                          <a:pt x="1363" y="25845"/>
                        </a:cubicBezTo>
                        <a:cubicBezTo>
                          <a:pt x="3934" y="26510"/>
                          <a:pt x="7303" y="24072"/>
                          <a:pt x="10140" y="20481"/>
                        </a:cubicBezTo>
                        <a:cubicBezTo>
                          <a:pt x="13066" y="16890"/>
                          <a:pt x="15416" y="12280"/>
                          <a:pt x="16967" y="8910"/>
                        </a:cubicBezTo>
                        <a:cubicBezTo>
                          <a:pt x="17854" y="6916"/>
                          <a:pt x="19494" y="2350"/>
                          <a:pt x="20070" y="0"/>
                        </a:cubicBezTo>
                        <a:cubicBezTo>
                          <a:pt x="19450" y="1241"/>
                          <a:pt x="18519" y="3369"/>
                          <a:pt x="17721" y="4477"/>
                        </a:cubicBezTo>
                        <a:cubicBezTo>
                          <a:pt x="13288" y="10639"/>
                          <a:pt x="7126" y="17688"/>
                          <a:pt x="1894" y="1538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97" name="Forme libre : forme 22196">
                    <a:extLst>
                      <a:ext uri="{FF2B5EF4-FFF2-40B4-BE49-F238E27FC236}">
                        <a16:creationId xmlns:a16="http://schemas.microsoft.com/office/drawing/2014/main" id="{3F1BCFE0-C2BC-4207-8BD6-C18AF9925D87}"/>
                      </a:ext>
                    </a:extLst>
                  </p:cNvPr>
                  <p:cNvSpPr/>
                  <p:nvPr/>
                </p:nvSpPr>
                <p:spPr>
                  <a:xfrm>
                    <a:off x="5254767" y="1294200"/>
                    <a:ext cx="22210" cy="40686"/>
                  </a:xfrm>
                  <a:custGeom>
                    <a:avLst/>
                    <a:gdLst>
                      <a:gd name="connsiteX0" fmla="*/ 21198 w 22210"/>
                      <a:gd name="connsiteY0" fmla="*/ 485 h 40686"/>
                      <a:gd name="connsiteX1" fmla="*/ 20932 w 22210"/>
                      <a:gd name="connsiteY1" fmla="*/ 11124 h 40686"/>
                      <a:gd name="connsiteX2" fmla="*/ 16632 w 22210"/>
                      <a:gd name="connsiteY2" fmla="*/ 23847 h 40686"/>
                      <a:gd name="connsiteX3" fmla="*/ 10160 w 22210"/>
                      <a:gd name="connsiteY3" fmla="*/ 35240 h 40686"/>
                      <a:gd name="connsiteX4" fmla="*/ 1471 w 22210"/>
                      <a:gd name="connsiteY4" fmla="*/ 40427 h 40686"/>
                      <a:gd name="connsiteX5" fmla="*/ 1382 w 22210"/>
                      <a:gd name="connsiteY5" fmla="*/ 30852 h 40686"/>
                      <a:gd name="connsiteX6" fmla="*/ 6037 w 22210"/>
                      <a:gd name="connsiteY6" fmla="*/ 19193 h 40686"/>
                      <a:gd name="connsiteX7" fmla="*/ 12820 w 22210"/>
                      <a:gd name="connsiteY7" fmla="*/ 6647 h 40686"/>
                      <a:gd name="connsiteX8" fmla="*/ 21198 w 22210"/>
                      <a:gd name="connsiteY8" fmla="*/ 485 h 406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210" h="40686">
                        <a:moveTo>
                          <a:pt x="21198" y="485"/>
                        </a:moveTo>
                        <a:cubicBezTo>
                          <a:pt x="22927" y="2258"/>
                          <a:pt x="22174" y="6514"/>
                          <a:pt x="20932" y="11124"/>
                        </a:cubicBezTo>
                        <a:cubicBezTo>
                          <a:pt x="19736" y="15823"/>
                          <a:pt x="17829" y="20877"/>
                          <a:pt x="16632" y="23847"/>
                        </a:cubicBezTo>
                        <a:cubicBezTo>
                          <a:pt x="15480" y="26773"/>
                          <a:pt x="12997" y="31517"/>
                          <a:pt x="10160" y="35240"/>
                        </a:cubicBezTo>
                        <a:cubicBezTo>
                          <a:pt x="7234" y="38964"/>
                          <a:pt x="3865" y="41535"/>
                          <a:pt x="1471" y="40427"/>
                        </a:cubicBezTo>
                        <a:cubicBezTo>
                          <a:pt x="-878" y="39319"/>
                          <a:pt x="-36" y="35240"/>
                          <a:pt x="1382" y="30852"/>
                        </a:cubicBezTo>
                        <a:cubicBezTo>
                          <a:pt x="2801" y="26374"/>
                          <a:pt x="4973" y="21542"/>
                          <a:pt x="6037" y="19193"/>
                        </a:cubicBezTo>
                        <a:cubicBezTo>
                          <a:pt x="7101" y="16887"/>
                          <a:pt x="9761" y="11257"/>
                          <a:pt x="12820" y="6647"/>
                        </a:cubicBezTo>
                        <a:cubicBezTo>
                          <a:pt x="15967" y="2036"/>
                          <a:pt x="19514" y="-1288"/>
                          <a:pt x="21198" y="48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98" name="Forme libre : forme 22197">
                    <a:extLst>
                      <a:ext uri="{FF2B5EF4-FFF2-40B4-BE49-F238E27FC236}">
                        <a16:creationId xmlns:a16="http://schemas.microsoft.com/office/drawing/2014/main" id="{D7D7CE4F-41BE-4B71-ABE7-F0373DB2523E}"/>
                      </a:ext>
                    </a:extLst>
                  </p:cNvPr>
                  <p:cNvSpPr/>
                  <p:nvPr/>
                </p:nvSpPr>
                <p:spPr>
                  <a:xfrm>
                    <a:off x="5238100" y="1307803"/>
                    <a:ext cx="39532" cy="45244"/>
                  </a:xfrm>
                  <a:custGeom>
                    <a:avLst/>
                    <a:gdLst>
                      <a:gd name="connsiteX0" fmla="*/ 2622 w 39532"/>
                      <a:gd name="connsiteY0" fmla="*/ 44202 h 45244"/>
                      <a:gd name="connsiteX1" fmla="*/ 10868 w 39532"/>
                      <a:gd name="connsiteY1" fmla="*/ 44291 h 45244"/>
                      <a:gd name="connsiteX2" fmla="*/ 30506 w 39532"/>
                      <a:gd name="connsiteY2" fmla="*/ 30238 h 45244"/>
                      <a:gd name="connsiteX3" fmla="*/ 39284 w 39532"/>
                      <a:gd name="connsiteY3" fmla="*/ 9358 h 45244"/>
                      <a:gd name="connsiteX4" fmla="*/ 36447 w 39532"/>
                      <a:gd name="connsiteY4" fmla="*/ 4 h 45244"/>
                      <a:gd name="connsiteX5" fmla="*/ 31216 w 39532"/>
                      <a:gd name="connsiteY5" fmla="*/ 5058 h 45244"/>
                      <a:gd name="connsiteX6" fmla="*/ 17340 w 39532"/>
                      <a:gd name="connsiteY6" fmla="*/ 19288 h 45244"/>
                      <a:gd name="connsiteX7" fmla="*/ 2711 w 39532"/>
                      <a:gd name="connsiteY7" fmla="*/ 30770 h 45244"/>
                      <a:gd name="connsiteX8" fmla="*/ 7 w 39532"/>
                      <a:gd name="connsiteY8" fmla="*/ 38483 h 45244"/>
                      <a:gd name="connsiteX9" fmla="*/ 2622 w 39532"/>
                      <a:gd name="connsiteY9" fmla="*/ 44202 h 45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532" h="45244">
                        <a:moveTo>
                          <a:pt x="2622" y="44202"/>
                        </a:moveTo>
                        <a:cubicBezTo>
                          <a:pt x="5371" y="45576"/>
                          <a:pt x="6922" y="45576"/>
                          <a:pt x="10868" y="44291"/>
                        </a:cubicBezTo>
                        <a:cubicBezTo>
                          <a:pt x="18271" y="41720"/>
                          <a:pt x="24522" y="38217"/>
                          <a:pt x="30506" y="30238"/>
                        </a:cubicBezTo>
                        <a:cubicBezTo>
                          <a:pt x="35383" y="23544"/>
                          <a:pt x="38397" y="15476"/>
                          <a:pt x="39284" y="9358"/>
                        </a:cubicBezTo>
                        <a:cubicBezTo>
                          <a:pt x="39905" y="4792"/>
                          <a:pt x="39506" y="181"/>
                          <a:pt x="36447" y="4"/>
                        </a:cubicBezTo>
                        <a:cubicBezTo>
                          <a:pt x="34540" y="-129"/>
                          <a:pt x="33033" y="2930"/>
                          <a:pt x="31216" y="5058"/>
                        </a:cubicBezTo>
                        <a:cubicBezTo>
                          <a:pt x="26915" y="10156"/>
                          <a:pt x="22970" y="15387"/>
                          <a:pt x="17340" y="19288"/>
                        </a:cubicBezTo>
                        <a:cubicBezTo>
                          <a:pt x="12464" y="22702"/>
                          <a:pt x="6435" y="25051"/>
                          <a:pt x="2711" y="30770"/>
                        </a:cubicBezTo>
                        <a:cubicBezTo>
                          <a:pt x="938" y="33297"/>
                          <a:pt x="140" y="36090"/>
                          <a:pt x="7" y="38483"/>
                        </a:cubicBezTo>
                        <a:cubicBezTo>
                          <a:pt x="-82" y="41010"/>
                          <a:pt x="716" y="43227"/>
                          <a:pt x="2622" y="4420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99" name="Forme libre : forme 22198">
                    <a:extLst>
                      <a:ext uri="{FF2B5EF4-FFF2-40B4-BE49-F238E27FC236}">
                        <a16:creationId xmlns:a16="http://schemas.microsoft.com/office/drawing/2014/main" id="{A0CE8FAF-44AE-404A-A1C7-D3E3D9325515}"/>
                      </a:ext>
                    </a:extLst>
                  </p:cNvPr>
                  <p:cNvSpPr/>
                  <p:nvPr/>
                </p:nvSpPr>
                <p:spPr>
                  <a:xfrm>
                    <a:off x="5244296" y="1324975"/>
                    <a:ext cx="7917" cy="16254"/>
                  </a:xfrm>
                  <a:custGeom>
                    <a:avLst/>
                    <a:gdLst>
                      <a:gd name="connsiteX0" fmla="*/ 195 w 7917"/>
                      <a:gd name="connsiteY0" fmla="*/ 13953 h 16254"/>
                      <a:gd name="connsiteX1" fmla="*/ 150 w 7917"/>
                      <a:gd name="connsiteY1" fmla="*/ 15948 h 16254"/>
                      <a:gd name="connsiteX2" fmla="*/ 1791 w 7917"/>
                      <a:gd name="connsiteY2" fmla="*/ 15638 h 16254"/>
                      <a:gd name="connsiteX3" fmla="*/ 3786 w 7917"/>
                      <a:gd name="connsiteY3" fmla="*/ 13155 h 16254"/>
                      <a:gd name="connsiteX4" fmla="*/ 7155 w 7917"/>
                      <a:gd name="connsiteY4" fmla="*/ 6062 h 16254"/>
                      <a:gd name="connsiteX5" fmla="*/ 7908 w 7917"/>
                      <a:gd name="connsiteY5" fmla="*/ 3314 h 16254"/>
                      <a:gd name="connsiteX6" fmla="*/ 3653 w 7917"/>
                      <a:gd name="connsiteY6" fmla="*/ 2826 h 16254"/>
                      <a:gd name="connsiteX7" fmla="*/ 195 w 7917"/>
                      <a:gd name="connsiteY7" fmla="*/ 13953 h 16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917" h="16254">
                        <a:moveTo>
                          <a:pt x="195" y="13953"/>
                        </a:moveTo>
                        <a:cubicBezTo>
                          <a:pt x="17" y="14795"/>
                          <a:pt x="-116" y="15372"/>
                          <a:pt x="150" y="15948"/>
                        </a:cubicBezTo>
                        <a:cubicBezTo>
                          <a:pt x="416" y="16524"/>
                          <a:pt x="1126" y="16214"/>
                          <a:pt x="1791" y="15638"/>
                        </a:cubicBezTo>
                        <a:cubicBezTo>
                          <a:pt x="2456" y="15061"/>
                          <a:pt x="3253" y="13997"/>
                          <a:pt x="3786" y="13155"/>
                        </a:cubicBezTo>
                        <a:cubicBezTo>
                          <a:pt x="5027" y="10894"/>
                          <a:pt x="6357" y="8500"/>
                          <a:pt x="7155" y="6062"/>
                        </a:cubicBezTo>
                        <a:cubicBezTo>
                          <a:pt x="7465" y="5087"/>
                          <a:pt x="7864" y="4200"/>
                          <a:pt x="7908" y="3314"/>
                        </a:cubicBezTo>
                        <a:cubicBezTo>
                          <a:pt x="8086" y="-455"/>
                          <a:pt x="5736" y="-1518"/>
                          <a:pt x="3653" y="2826"/>
                        </a:cubicBezTo>
                        <a:cubicBezTo>
                          <a:pt x="2012" y="6195"/>
                          <a:pt x="1037" y="10628"/>
                          <a:pt x="195" y="1395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00" name="Forme libre : forme 22199">
                    <a:extLst>
                      <a:ext uri="{FF2B5EF4-FFF2-40B4-BE49-F238E27FC236}">
                        <a16:creationId xmlns:a16="http://schemas.microsoft.com/office/drawing/2014/main" id="{C629D105-B20D-496E-A67A-478E5A2E8886}"/>
                      </a:ext>
                    </a:extLst>
                  </p:cNvPr>
                  <p:cNvSpPr/>
                  <p:nvPr/>
                </p:nvSpPr>
                <p:spPr>
                  <a:xfrm>
                    <a:off x="5282970" y="1284755"/>
                    <a:ext cx="2415" cy="28682"/>
                  </a:xfrm>
                  <a:custGeom>
                    <a:avLst/>
                    <a:gdLst>
                      <a:gd name="connsiteX0" fmla="*/ 1463 w 2415"/>
                      <a:gd name="connsiteY0" fmla="*/ 0 h 28682"/>
                      <a:gd name="connsiteX1" fmla="*/ 1995 w 2415"/>
                      <a:gd name="connsiteY1" fmla="*/ 13565 h 28682"/>
                      <a:gd name="connsiteX2" fmla="*/ 0 w 2415"/>
                      <a:gd name="connsiteY2" fmla="*/ 28682 h 28682"/>
                      <a:gd name="connsiteX3" fmla="*/ 1463 w 2415"/>
                      <a:gd name="connsiteY3" fmla="*/ 0 h 28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15" h="28682">
                        <a:moveTo>
                          <a:pt x="1463" y="0"/>
                        </a:moveTo>
                        <a:cubicBezTo>
                          <a:pt x="2748" y="3502"/>
                          <a:pt x="2527" y="8467"/>
                          <a:pt x="1995" y="13565"/>
                        </a:cubicBezTo>
                        <a:cubicBezTo>
                          <a:pt x="1507" y="18752"/>
                          <a:pt x="665" y="24205"/>
                          <a:pt x="0" y="28682"/>
                        </a:cubicBezTo>
                        <a:cubicBezTo>
                          <a:pt x="1419" y="19062"/>
                          <a:pt x="887" y="8512"/>
                          <a:pt x="146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01" name="Forme libre : forme 22200">
                    <a:extLst>
                      <a:ext uri="{FF2B5EF4-FFF2-40B4-BE49-F238E27FC236}">
                        <a16:creationId xmlns:a16="http://schemas.microsoft.com/office/drawing/2014/main" id="{5689A9B8-433D-4BD0-AC19-C44D3D7AE59E}"/>
                      </a:ext>
                    </a:extLst>
                  </p:cNvPr>
                  <p:cNvSpPr/>
                  <p:nvPr/>
                </p:nvSpPr>
                <p:spPr>
                  <a:xfrm>
                    <a:off x="5229684" y="1326293"/>
                    <a:ext cx="10373" cy="26953"/>
                  </a:xfrm>
                  <a:custGeom>
                    <a:avLst/>
                    <a:gdLst>
                      <a:gd name="connsiteX0" fmla="*/ 10374 w 10373"/>
                      <a:gd name="connsiteY0" fmla="*/ 0 h 26953"/>
                      <a:gd name="connsiteX1" fmla="*/ 5054 w 10373"/>
                      <a:gd name="connsiteY1" fmla="*/ 13299 h 26953"/>
                      <a:gd name="connsiteX2" fmla="*/ 0 w 10373"/>
                      <a:gd name="connsiteY2" fmla="*/ 26953 h 26953"/>
                      <a:gd name="connsiteX3" fmla="*/ 5630 w 10373"/>
                      <a:gd name="connsiteY3" fmla="*/ 13432 h 26953"/>
                      <a:gd name="connsiteX4" fmla="*/ 10374 w 10373"/>
                      <a:gd name="connsiteY4" fmla="*/ 0 h 26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3" h="26953">
                        <a:moveTo>
                          <a:pt x="10374" y="0"/>
                        </a:moveTo>
                        <a:cubicBezTo>
                          <a:pt x="8068" y="4522"/>
                          <a:pt x="6517" y="8822"/>
                          <a:pt x="5054" y="13299"/>
                        </a:cubicBezTo>
                        <a:cubicBezTo>
                          <a:pt x="3591" y="17555"/>
                          <a:pt x="1640" y="22564"/>
                          <a:pt x="0" y="26953"/>
                        </a:cubicBezTo>
                        <a:cubicBezTo>
                          <a:pt x="1330" y="22786"/>
                          <a:pt x="3857" y="17777"/>
                          <a:pt x="5630" y="13432"/>
                        </a:cubicBezTo>
                        <a:cubicBezTo>
                          <a:pt x="7448" y="8911"/>
                          <a:pt x="9044" y="4256"/>
                          <a:pt x="103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02" name="Forme libre : forme 22201">
                    <a:extLst>
                      <a:ext uri="{FF2B5EF4-FFF2-40B4-BE49-F238E27FC236}">
                        <a16:creationId xmlns:a16="http://schemas.microsoft.com/office/drawing/2014/main" id="{16A26F08-1AA9-4857-9926-18E80EC16742}"/>
                      </a:ext>
                    </a:extLst>
                  </p:cNvPr>
                  <p:cNvSpPr/>
                  <p:nvPr/>
                </p:nvSpPr>
                <p:spPr>
                  <a:xfrm>
                    <a:off x="5259218" y="1304338"/>
                    <a:ext cx="8902" cy="14643"/>
                  </a:xfrm>
                  <a:custGeom>
                    <a:avLst/>
                    <a:gdLst>
                      <a:gd name="connsiteX0" fmla="*/ 8724 w 8902"/>
                      <a:gd name="connsiteY0" fmla="*/ 321 h 14643"/>
                      <a:gd name="connsiteX1" fmla="*/ 5399 w 8902"/>
                      <a:gd name="connsiteY1" fmla="*/ 9453 h 14643"/>
                      <a:gd name="connsiteX2" fmla="*/ 212 w 8902"/>
                      <a:gd name="connsiteY2" fmla="*/ 14241 h 14643"/>
                      <a:gd name="connsiteX3" fmla="*/ 3360 w 8902"/>
                      <a:gd name="connsiteY3" fmla="*/ 5685 h 14643"/>
                      <a:gd name="connsiteX4" fmla="*/ 8724 w 8902"/>
                      <a:gd name="connsiteY4" fmla="*/ 321 h 14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02" h="14643">
                        <a:moveTo>
                          <a:pt x="8724" y="321"/>
                        </a:moveTo>
                        <a:cubicBezTo>
                          <a:pt x="9699" y="1962"/>
                          <a:pt x="6418" y="7680"/>
                          <a:pt x="5399" y="9453"/>
                        </a:cubicBezTo>
                        <a:cubicBezTo>
                          <a:pt x="4379" y="11227"/>
                          <a:pt x="1276" y="16059"/>
                          <a:pt x="212" y="14241"/>
                        </a:cubicBezTo>
                        <a:cubicBezTo>
                          <a:pt x="-852" y="12468"/>
                          <a:pt x="2384" y="7326"/>
                          <a:pt x="3360" y="5685"/>
                        </a:cubicBezTo>
                        <a:cubicBezTo>
                          <a:pt x="4290" y="4045"/>
                          <a:pt x="7660" y="-1363"/>
                          <a:pt x="8724" y="32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03" name="Forme libre : forme 22202">
                    <a:extLst>
                      <a:ext uri="{FF2B5EF4-FFF2-40B4-BE49-F238E27FC236}">
                        <a16:creationId xmlns:a16="http://schemas.microsoft.com/office/drawing/2014/main" id="{2E8105E8-7CA6-4908-B385-B3F2B7B356FA}"/>
                      </a:ext>
                    </a:extLst>
                  </p:cNvPr>
                  <p:cNvSpPr/>
                  <p:nvPr/>
                </p:nvSpPr>
                <p:spPr>
                  <a:xfrm>
                    <a:off x="5266292" y="1302168"/>
                    <a:ext cx="2631" cy="4273"/>
                  </a:xfrm>
                  <a:custGeom>
                    <a:avLst/>
                    <a:gdLst>
                      <a:gd name="connsiteX0" fmla="*/ 2314 w 2631"/>
                      <a:gd name="connsiteY0" fmla="*/ 9 h 4273"/>
                      <a:gd name="connsiteX1" fmla="*/ 2092 w 2631"/>
                      <a:gd name="connsiteY1" fmla="*/ 2314 h 4273"/>
                      <a:gd name="connsiteX2" fmla="*/ 319 w 2631"/>
                      <a:gd name="connsiteY2" fmla="*/ 4265 h 4273"/>
                      <a:gd name="connsiteX3" fmla="*/ 497 w 2631"/>
                      <a:gd name="connsiteY3" fmla="*/ 2048 h 4273"/>
                      <a:gd name="connsiteX4" fmla="*/ 2314 w 2631"/>
                      <a:gd name="connsiteY4" fmla="*/ 9 h 4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1" h="4273">
                        <a:moveTo>
                          <a:pt x="2314" y="9"/>
                        </a:moveTo>
                        <a:cubicBezTo>
                          <a:pt x="2979" y="142"/>
                          <a:pt x="2447" y="1560"/>
                          <a:pt x="2092" y="2314"/>
                        </a:cubicBezTo>
                        <a:cubicBezTo>
                          <a:pt x="1738" y="3023"/>
                          <a:pt x="984" y="4398"/>
                          <a:pt x="319" y="4265"/>
                        </a:cubicBezTo>
                        <a:cubicBezTo>
                          <a:pt x="-346" y="4132"/>
                          <a:pt x="186" y="2757"/>
                          <a:pt x="497" y="2048"/>
                        </a:cubicBezTo>
                        <a:cubicBezTo>
                          <a:pt x="895" y="1294"/>
                          <a:pt x="1693" y="-124"/>
                          <a:pt x="2314" y="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204" name="Forme libre : forme 22203">
                    <a:extLst>
                      <a:ext uri="{FF2B5EF4-FFF2-40B4-BE49-F238E27FC236}">
                        <a16:creationId xmlns:a16="http://schemas.microsoft.com/office/drawing/2014/main" id="{4A73C84A-D7FB-4722-8B31-DB6845F03E8E}"/>
                      </a:ext>
                    </a:extLst>
                  </p:cNvPr>
                  <p:cNvSpPr/>
                  <p:nvPr/>
                </p:nvSpPr>
                <p:spPr>
                  <a:xfrm>
                    <a:off x="5249996" y="1283824"/>
                    <a:ext cx="31129" cy="31351"/>
                  </a:xfrm>
                  <a:custGeom>
                    <a:avLst/>
                    <a:gdLst>
                      <a:gd name="connsiteX0" fmla="*/ 18301 w 31129"/>
                      <a:gd name="connsiteY0" fmla="*/ 4833 h 31351"/>
                      <a:gd name="connsiteX1" fmla="*/ 29871 w 31129"/>
                      <a:gd name="connsiteY1" fmla="*/ 1 h 31351"/>
                      <a:gd name="connsiteX2" fmla="*/ 30359 w 31129"/>
                      <a:gd name="connsiteY2" fmla="*/ 3902 h 31351"/>
                      <a:gd name="connsiteX3" fmla="*/ 26325 w 31129"/>
                      <a:gd name="connsiteY3" fmla="*/ 7049 h 31351"/>
                      <a:gd name="connsiteX4" fmla="*/ 13956 w 31129"/>
                      <a:gd name="connsiteY4" fmla="*/ 17112 h 31351"/>
                      <a:gd name="connsiteX5" fmla="*/ 347 w 31129"/>
                      <a:gd name="connsiteY5" fmla="*/ 30545 h 31351"/>
                      <a:gd name="connsiteX6" fmla="*/ 2519 w 31129"/>
                      <a:gd name="connsiteY6" fmla="*/ 20836 h 31351"/>
                      <a:gd name="connsiteX7" fmla="*/ 8947 w 31129"/>
                      <a:gd name="connsiteY7" fmla="*/ 11305 h 31351"/>
                      <a:gd name="connsiteX8" fmla="*/ 18301 w 31129"/>
                      <a:gd name="connsiteY8" fmla="*/ 4833 h 31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29" h="31351">
                        <a:moveTo>
                          <a:pt x="18301" y="4833"/>
                        </a:moveTo>
                        <a:cubicBezTo>
                          <a:pt x="22601" y="1951"/>
                          <a:pt x="25837" y="178"/>
                          <a:pt x="29871" y="1"/>
                        </a:cubicBezTo>
                        <a:cubicBezTo>
                          <a:pt x="31334" y="-44"/>
                          <a:pt x="31556" y="2173"/>
                          <a:pt x="30359" y="3902"/>
                        </a:cubicBezTo>
                        <a:cubicBezTo>
                          <a:pt x="29162" y="5586"/>
                          <a:pt x="27787" y="6251"/>
                          <a:pt x="26325" y="7049"/>
                        </a:cubicBezTo>
                        <a:cubicBezTo>
                          <a:pt x="21803" y="9399"/>
                          <a:pt x="17946" y="12945"/>
                          <a:pt x="13956" y="17112"/>
                        </a:cubicBezTo>
                        <a:cubicBezTo>
                          <a:pt x="11341" y="19817"/>
                          <a:pt x="2341" y="34978"/>
                          <a:pt x="347" y="30545"/>
                        </a:cubicBezTo>
                        <a:cubicBezTo>
                          <a:pt x="-629" y="28461"/>
                          <a:pt x="568" y="24693"/>
                          <a:pt x="2519" y="20836"/>
                        </a:cubicBezTo>
                        <a:cubicBezTo>
                          <a:pt x="4469" y="16979"/>
                          <a:pt x="7218" y="13123"/>
                          <a:pt x="8947" y="11305"/>
                        </a:cubicBezTo>
                        <a:cubicBezTo>
                          <a:pt x="12405" y="7670"/>
                          <a:pt x="15197" y="7005"/>
                          <a:pt x="18301" y="483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12" name="Graphique 2">
                  <a:extLst>
                    <a:ext uri="{FF2B5EF4-FFF2-40B4-BE49-F238E27FC236}">
                      <a16:creationId xmlns:a16="http://schemas.microsoft.com/office/drawing/2014/main" id="{C2866E8A-9822-4384-A7B9-CA4B0E125180}"/>
                    </a:ext>
                  </a:extLst>
                </p:cNvPr>
                <p:cNvGrpSpPr/>
                <p:nvPr/>
              </p:nvGrpSpPr>
              <p:grpSpPr>
                <a:xfrm>
                  <a:off x="5281477" y="1224732"/>
                  <a:ext cx="84941" cy="57940"/>
                  <a:chOff x="5281477" y="1224732"/>
                  <a:chExt cx="84941" cy="57940"/>
                </a:xfrm>
                <a:solidFill>
                  <a:schemeClr val="accent1"/>
                </a:solidFill>
              </p:grpSpPr>
              <p:sp>
                <p:nvSpPr>
                  <p:cNvPr id="22181" name="Forme libre : forme 22180">
                    <a:extLst>
                      <a:ext uri="{FF2B5EF4-FFF2-40B4-BE49-F238E27FC236}">
                        <a16:creationId xmlns:a16="http://schemas.microsoft.com/office/drawing/2014/main" id="{7952558F-5C7D-4832-96DD-CF1DA2BEB77F}"/>
                      </a:ext>
                    </a:extLst>
                  </p:cNvPr>
                  <p:cNvSpPr/>
                  <p:nvPr/>
                </p:nvSpPr>
                <p:spPr>
                  <a:xfrm>
                    <a:off x="5281477" y="1224732"/>
                    <a:ext cx="84941" cy="57940"/>
                  </a:xfrm>
                  <a:custGeom>
                    <a:avLst/>
                    <a:gdLst>
                      <a:gd name="connsiteX0" fmla="*/ 63068 w 84941"/>
                      <a:gd name="connsiteY0" fmla="*/ 34976 h 57940"/>
                      <a:gd name="connsiteX1" fmla="*/ 50079 w 84941"/>
                      <a:gd name="connsiteY1" fmla="*/ 42379 h 57940"/>
                      <a:gd name="connsiteX2" fmla="*/ 37268 w 84941"/>
                      <a:gd name="connsiteY2" fmla="*/ 50093 h 57940"/>
                      <a:gd name="connsiteX3" fmla="*/ 6945 w 84941"/>
                      <a:gd name="connsiteY3" fmla="*/ 57939 h 57940"/>
                      <a:gd name="connsiteX4" fmla="*/ 29 w 84941"/>
                      <a:gd name="connsiteY4" fmla="*/ 50669 h 57940"/>
                      <a:gd name="connsiteX5" fmla="*/ 18205 w 84941"/>
                      <a:gd name="connsiteY5" fmla="*/ 20568 h 57940"/>
                      <a:gd name="connsiteX6" fmla="*/ 46222 w 84941"/>
                      <a:gd name="connsiteY6" fmla="*/ 4210 h 57940"/>
                      <a:gd name="connsiteX7" fmla="*/ 79870 w 84941"/>
                      <a:gd name="connsiteY7" fmla="*/ 3279 h 57940"/>
                      <a:gd name="connsiteX8" fmla="*/ 84569 w 84941"/>
                      <a:gd name="connsiteY8" fmla="*/ 11924 h 57940"/>
                      <a:gd name="connsiteX9" fmla="*/ 63068 w 84941"/>
                      <a:gd name="connsiteY9" fmla="*/ 34976 h 57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4941" h="57940">
                        <a:moveTo>
                          <a:pt x="63068" y="34976"/>
                        </a:moveTo>
                        <a:cubicBezTo>
                          <a:pt x="59921" y="36749"/>
                          <a:pt x="55000" y="39542"/>
                          <a:pt x="50079" y="42379"/>
                        </a:cubicBezTo>
                        <a:cubicBezTo>
                          <a:pt x="45247" y="45261"/>
                          <a:pt x="40415" y="48186"/>
                          <a:pt x="37268" y="50093"/>
                        </a:cubicBezTo>
                        <a:cubicBezTo>
                          <a:pt x="25653" y="57186"/>
                          <a:pt x="17585" y="57806"/>
                          <a:pt x="6945" y="57939"/>
                        </a:cubicBezTo>
                        <a:cubicBezTo>
                          <a:pt x="3354" y="58028"/>
                          <a:pt x="-370" y="54481"/>
                          <a:pt x="29" y="50669"/>
                        </a:cubicBezTo>
                        <a:cubicBezTo>
                          <a:pt x="1182" y="39763"/>
                          <a:pt x="6059" y="29789"/>
                          <a:pt x="18205" y="20568"/>
                        </a:cubicBezTo>
                        <a:cubicBezTo>
                          <a:pt x="24677" y="15559"/>
                          <a:pt x="38686" y="7446"/>
                          <a:pt x="46222" y="4210"/>
                        </a:cubicBezTo>
                        <a:cubicBezTo>
                          <a:pt x="60275" y="-2041"/>
                          <a:pt x="69939" y="-445"/>
                          <a:pt x="79870" y="3279"/>
                        </a:cubicBezTo>
                        <a:cubicBezTo>
                          <a:pt x="83327" y="4520"/>
                          <a:pt x="85943" y="8732"/>
                          <a:pt x="84569" y="11924"/>
                        </a:cubicBezTo>
                        <a:cubicBezTo>
                          <a:pt x="80579" y="21144"/>
                          <a:pt x="74727" y="28282"/>
                          <a:pt x="63068" y="3497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82" name="Forme libre : forme 22181">
                    <a:extLst>
                      <a:ext uri="{FF2B5EF4-FFF2-40B4-BE49-F238E27FC236}">
                        <a16:creationId xmlns:a16="http://schemas.microsoft.com/office/drawing/2014/main" id="{0CA5698F-7FBD-43E6-96BD-84D56306A199}"/>
                      </a:ext>
                    </a:extLst>
                  </p:cNvPr>
                  <p:cNvSpPr/>
                  <p:nvPr/>
                </p:nvSpPr>
                <p:spPr>
                  <a:xfrm>
                    <a:off x="5284167" y="1236390"/>
                    <a:ext cx="81834" cy="46237"/>
                  </a:xfrm>
                  <a:custGeom>
                    <a:avLst/>
                    <a:gdLst>
                      <a:gd name="connsiteX0" fmla="*/ 31519 w 81834"/>
                      <a:gd name="connsiteY0" fmla="*/ 25357 h 46237"/>
                      <a:gd name="connsiteX1" fmla="*/ 0 w 81834"/>
                      <a:gd name="connsiteY1" fmla="*/ 44730 h 46237"/>
                      <a:gd name="connsiteX2" fmla="*/ 4167 w 81834"/>
                      <a:gd name="connsiteY2" fmla="*/ 46237 h 46237"/>
                      <a:gd name="connsiteX3" fmla="*/ 9487 w 81834"/>
                      <a:gd name="connsiteY3" fmla="*/ 46104 h 46237"/>
                      <a:gd name="connsiteX4" fmla="*/ 24027 w 81834"/>
                      <a:gd name="connsiteY4" fmla="*/ 43444 h 46237"/>
                      <a:gd name="connsiteX5" fmla="*/ 34489 w 81834"/>
                      <a:gd name="connsiteY5" fmla="*/ 38391 h 46237"/>
                      <a:gd name="connsiteX6" fmla="*/ 38568 w 81834"/>
                      <a:gd name="connsiteY6" fmla="*/ 35908 h 46237"/>
                      <a:gd name="connsiteX7" fmla="*/ 58384 w 81834"/>
                      <a:gd name="connsiteY7" fmla="*/ 24382 h 46237"/>
                      <a:gd name="connsiteX8" fmla="*/ 60335 w 81834"/>
                      <a:gd name="connsiteY8" fmla="*/ 23274 h 46237"/>
                      <a:gd name="connsiteX9" fmla="*/ 70708 w 81834"/>
                      <a:gd name="connsiteY9" fmla="*/ 15871 h 46237"/>
                      <a:gd name="connsiteX10" fmla="*/ 79751 w 81834"/>
                      <a:gd name="connsiteY10" fmla="*/ 4433 h 46237"/>
                      <a:gd name="connsiteX11" fmla="*/ 81791 w 81834"/>
                      <a:gd name="connsiteY11" fmla="*/ 177 h 46237"/>
                      <a:gd name="connsiteX12" fmla="*/ 81835 w 81834"/>
                      <a:gd name="connsiteY12" fmla="*/ 0 h 46237"/>
                      <a:gd name="connsiteX13" fmla="*/ 31519 w 81834"/>
                      <a:gd name="connsiteY13" fmla="*/ 25357 h 4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1834" h="46237">
                        <a:moveTo>
                          <a:pt x="31519" y="25357"/>
                        </a:moveTo>
                        <a:cubicBezTo>
                          <a:pt x="21102" y="32894"/>
                          <a:pt x="10595" y="40873"/>
                          <a:pt x="0" y="44730"/>
                        </a:cubicBezTo>
                        <a:cubicBezTo>
                          <a:pt x="1241" y="45661"/>
                          <a:pt x="2660" y="46237"/>
                          <a:pt x="4167" y="46237"/>
                        </a:cubicBezTo>
                        <a:cubicBezTo>
                          <a:pt x="6029" y="46237"/>
                          <a:pt x="7802" y="46193"/>
                          <a:pt x="9487" y="46104"/>
                        </a:cubicBezTo>
                        <a:cubicBezTo>
                          <a:pt x="14408" y="45838"/>
                          <a:pt x="19107" y="45262"/>
                          <a:pt x="24027" y="43444"/>
                        </a:cubicBezTo>
                        <a:cubicBezTo>
                          <a:pt x="27308" y="42336"/>
                          <a:pt x="30633" y="40652"/>
                          <a:pt x="34489" y="38391"/>
                        </a:cubicBezTo>
                        <a:cubicBezTo>
                          <a:pt x="35642" y="37681"/>
                          <a:pt x="37061" y="36839"/>
                          <a:pt x="38568" y="35908"/>
                        </a:cubicBezTo>
                        <a:cubicBezTo>
                          <a:pt x="44508" y="32229"/>
                          <a:pt x="52887" y="27352"/>
                          <a:pt x="58384" y="24382"/>
                        </a:cubicBezTo>
                        <a:cubicBezTo>
                          <a:pt x="59093" y="23983"/>
                          <a:pt x="59758" y="23584"/>
                          <a:pt x="60335" y="23274"/>
                        </a:cubicBezTo>
                        <a:cubicBezTo>
                          <a:pt x="64457" y="20880"/>
                          <a:pt x="67871" y="18442"/>
                          <a:pt x="70708" y="15871"/>
                        </a:cubicBezTo>
                        <a:cubicBezTo>
                          <a:pt x="74609" y="12368"/>
                          <a:pt x="77402" y="8512"/>
                          <a:pt x="79751" y="4433"/>
                        </a:cubicBezTo>
                        <a:cubicBezTo>
                          <a:pt x="80505" y="3059"/>
                          <a:pt x="81170" y="1640"/>
                          <a:pt x="81791" y="177"/>
                        </a:cubicBezTo>
                        <a:lnTo>
                          <a:pt x="81835" y="0"/>
                        </a:lnTo>
                        <a:cubicBezTo>
                          <a:pt x="64191" y="6295"/>
                          <a:pt x="46326" y="14496"/>
                          <a:pt x="31519" y="2535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83" name="Forme libre : forme 22182">
                    <a:extLst>
                      <a:ext uri="{FF2B5EF4-FFF2-40B4-BE49-F238E27FC236}">
                        <a16:creationId xmlns:a16="http://schemas.microsoft.com/office/drawing/2014/main" id="{053043EC-9EFF-4422-ABA2-6364DCC0E7EB}"/>
                      </a:ext>
                    </a:extLst>
                  </p:cNvPr>
                  <p:cNvSpPr/>
                  <p:nvPr/>
                </p:nvSpPr>
                <p:spPr>
                  <a:xfrm>
                    <a:off x="5309329" y="1237840"/>
                    <a:ext cx="39745" cy="23486"/>
                  </a:xfrm>
                  <a:custGeom>
                    <a:avLst/>
                    <a:gdLst>
                      <a:gd name="connsiteX0" fmla="*/ 39561 w 39745"/>
                      <a:gd name="connsiteY0" fmla="*/ 1431 h 23486"/>
                      <a:gd name="connsiteX1" fmla="*/ 33133 w 39745"/>
                      <a:gd name="connsiteY1" fmla="*/ 9500 h 23486"/>
                      <a:gd name="connsiteX2" fmla="*/ 21651 w 39745"/>
                      <a:gd name="connsiteY2" fmla="*/ 16681 h 23486"/>
                      <a:gd name="connsiteX3" fmla="*/ 10258 w 39745"/>
                      <a:gd name="connsiteY3" fmla="*/ 21912 h 23486"/>
                      <a:gd name="connsiteX4" fmla="*/ 461 w 39745"/>
                      <a:gd name="connsiteY4" fmla="*/ 22267 h 23486"/>
                      <a:gd name="connsiteX5" fmla="*/ 5072 w 39745"/>
                      <a:gd name="connsiteY5" fmla="*/ 13711 h 23486"/>
                      <a:gd name="connsiteX6" fmla="*/ 15933 w 39745"/>
                      <a:gd name="connsiteY6" fmla="*/ 6618 h 23486"/>
                      <a:gd name="connsiteX7" fmla="*/ 28789 w 39745"/>
                      <a:gd name="connsiteY7" fmla="*/ 1298 h 23486"/>
                      <a:gd name="connsiteX8" fmla="*/ 39561 w 39745"/>
                      <a:gd name="connsiteY8" fmla="*/ 1431 h 23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745" h="23486">
                        <a:moveTo>
                          <a:pt x="39561" y="1431"/>
                        </a:moveTo>
                        <a:cubicBezTo>
                          <a:pt x="40581" y="3604"/>
                          <a:pt x="37212" y="6530"/>
                          <a:pt x="33133" y="9500"/>
                        </a:cubicBezTo>
                        <a:cubicBezTo>
                          <a:pt x="29010" y="12381"/>
                          <a:pt x="24134" y="15307"/>
                          <a:pt x="21651" y="16681"/>
                        </a:cubicBezTo>
                        <a:cubicBezTo>
                          <a:pt x="19124" y="18056"/>
                          <a:pt x="14558" y="20361"/>
                          <a:pt x="10258" y="21912"/>
                        </a:cubicBezTo>
                        <a:cubicBezTo>
                          <a:pt x="6003" y="23508"/>
                          <a:pt x="1968" y="24306"/>
                          <a:pt x="461" y="22267"/>
                        </a:cubicBezTo>
                        <a:cubicBezTo>
                          <a:pt x="-1090" y="20183"/>
                          <a:pt x="1481" y="16859"/>
                          <a:pt x="5072" y="13711"/>
                        </a:cubicBezTo>
                        <a:cubicBezTo>
                          <a:pt x="8707" y="10608"/>
                          <a:pt x="13450" y="7859"/>
                          <a:pt x="15933" y="6618"/>
                        </a:cubicBezTo>
                        <a:cubicBezTo>
                          <a:pt x="18415" y="5333"/>
                          <a:pt x="23735" y="2761"/>
                          <a:pt x="28789" y="1298"/>
                        </a:cubicBezTo>
                        <a:cubicBezTo>
                          <a:pt x="33842" y="-253"/>
                          <a:pt x="38541" y="-652"/>
                          <a:pt x="39561" y="143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84" name="Forme libre : forme 22183">
                    <a:extLst>
                      <a:ext uri="{FF2B5EF4-FFF2-40B4-BE49-F238E27FC236}">
                        <a16:creationId xmlns:a16="http://schemas.microsoft.com/office/drawing/2014/main" id="{1F609644-A021-45BA-B06C-1CE65E6FF431}"/>
                      </a:ext>
                    </a:extLst>
                  </p:cNvPr>
                  <p:cNvSpPr/>
                  <p:nvPr/>
                </p:nvSpPr>
                <p:spPr>
                  <a:xfrm>
                    <a:off x="5308973" y="1249423"/>
                    <a:ext cx="30075" cy="11766"/>
                  </a:xfrm>
                  <a:custGeom>
                    <a:avLst/>
                    <a:gdLst>
                      <a:gd name="connsiteX0" fmla="*/ 6225 w 30075"/>
                      <a:gd name="connsiteY0" fmla="*/ 1685 h 11766"/>
                      <a:gd name="connsiteX1" fmla="*/ 684 w 30075"/>
                      <a:gd name="connsiteY1" fmla="*/ 10817 h 11766"/>
                      <a:gd name="connsiteX2" fmla="*/ 22273 w 30075"/>
                      <a:gd name="connsiteY2" fmla="*/ 4965 h 11766"/>
                      <a:gd name="connsiteX3" fmla="*/ 30075 w 30075"/>
                      <a:gd name="connsiteY3" fmla="*/ 0 h 11766"/>
                      <a:gd name="connsiteX4" fmla="*/ 25509 w 30075"/>
                      <a:gd name="connsiteY4" fmla="*/ 1995 h 11766"/>
                      <a:gd name="connsiteX5" fmla="*/ 6225 w 30075"/>
                      <a:gd name="connsiteY5" fmla="*/ 1685 h 11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075" h="11766">
                        <a:moveTo>
                          <a:pt x="6225" y="1685"/>
                        </a:moveTo>
                        <a:cubicBezTo>
                          <a:pt x="4230" y="3901"/>
                          <a:pt x="-2065" y="8733"/>
                          <a:pt x="684" y="10817"/>
                        </a:cubicBezTo>
                        <a:cubicBezTo>
                          <a:pt x="4939" y="14053"/>
                          <a:pt x="15800" y="8246"/>
                          <a:pt x="22273" y="4965"/>
                        </a:cubicBezTo>
                        <a:cubicBezTo>
                          <a:pt x="24135" y="3946"/>
                          <a:pt x="28169" y="1463"/>
                          <a:pt x="30075" y="0"/>
                        </a:cubicBezTo>
                        <a:cubicBezTo>
                          <a:pt x="28834" y="576"/>
                          <a:pt x="26795" y="1640"/>
                          <a:pt x="25509" y="1995"/>
                        </a:cubicBezTo>
                        <a:cubicBezTo>
                          <a:pt x="18283" y="3857"/>
                          <a:pt x="9594" y="6206"/>
                          <a:pt x="6225" y="168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85" name="Forme libre : forme 22184">
                    <a:extLst>
                      <a:ext uri="{FF2B5EF4-FFF2-40B4-BE49-F238E27FC236}">
                        <a16:creationId xmlns:a16="http://schemas.microsoft.com/office/drawing/2014/main" id="{AD3AB12E-864D-480B-9D65-FEFCB10BC30E}"/>
                      </a:ext>
                    </a:extLst>
                  </p:cNvPr>
                  <p:cNvSpPr/>
                  <p:nvPr/>
                </p:nvSpPr>
                <p:spPr>
                  <a:xfrm>
                    <a:off x="5311941" y="1237707"/>
                    <a:ext cx="39624" cy="23484"/>
                  </a:xfrm>
                  <a:custGeom>
                    <a:avLst/>
                    <a:gdLst>
                      <a:gd name="connsiteX0" fmla="*/ 39609 w 39624"/>
                      <a:gd name="connsiteY0" fmla="*/ 1653 h 23484"/>
                      <a:gd name="connsiteX1" fmla="*/ 21478 w 39624"/>
                      <a:gd name="connsiteY1" fmla="*/ 17036 h 23484"/>
                      <a:gd name="connsiteX2" fmla="*/ 509 w 39624"/>
                      <a:gd name="connsiteY2" fmla="*/ 22223 h 23484"/>
                      <a:gd name="connsiteX3" fmla="*/ 5164 w 39624"/>
                      <a:gd name="connsiteY3" fmla="*/ 13800 h 23484"/>
                      <a:gd name="connsiteX4" fmla="*/ 15981 w 39624"/>
                      <a:gd name="connsiteY4" fmla="*/ 6840 h 23484"/>
                      <a:gd name="connsiteX5" fmla="*/ 29236 w 39624"/>
                      <a:gd name="connsiteY5" fmla="*/ 1343 h 23484"/>
                      <a:gd name="connsiteX6" fmla="*/ 39609 w 39624"/>
                      <a:gd name="connsiteY6" fmla="*/ 1653 h 23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624" h="23484">
                        <a:moveTo>
                          <a:pt x="39609" y="1653"/>
                        </a:moveTo>
                        <a:cubicBezTo>
                          <a:pt x="40141" y="6485"/>
                          <a:pt x="26709" y="13800"/>
                          <a:pt x="21478" y="17036"/>
                        </a:cubicBezTo>
                        <a:cubicBezTo>
                          <a:pt x="16114" y="20006"/>
                          <a:pt x="3834" y="26124"/>
                          <a:pt x="509" y="22223"/>
                        </a:cubicBezTo>
                        <a:cubicBezTo>
                          <a:pt x="-1131" y="20228"/>
                          <a:pt x="1396" y="16814"/>
                          <a:pt x="5164" y="13800"/>
                        </a:cubicBezTo>
                        <a:cubicBezTo>
                          <a:pt x="8888" y="10696"/>
                          <a:pt x="13720" y="8081"/>
                          <a:pt x="15981" y="6840"/>
                        </a:cubicBezTo>
                        <a:cubicBezTo>
                          <a:pt x="18286" y="5643"/>
                          <a:pt x="23960" y="2939"/>
                          <a:pt x="29236" y="1343"/>
                        </a:cubicBezTo>
                        <a:cubicBezTo>
                          <a:pt x="34555" y="-209"/>
                          <a:pt x="39299" y="-785"/>
                          <a:pt x="39609" y="165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86" name="Forme libre : forme 22185">
                    <a:extLst>
                      <a:ext uri="{FF2B5EF4-FFF2-40B4-BE49-F238E27FC236}">
                        <a16:creationId xmlns:a16="http://schemas.microsoft.com/office/drawing/2014/main" id="{D58EAE3A-3D4D-42A1-AC9C-6B79B415875F}"/>
                      </a:ext>
                    </a:extLst>
                  </p:cNvPr>
                  <p:cNvSpPr/>
                  <p:nvPr/>
                </p:nvSpPr>
                <p:spPr>
                  <a:xfrm>
                    <a:off x="5291094" y="1248261"/>
                    <a:ext cx="51822" cy="25792"/>
                  </a:xfrm>
                  <a:custGeom>
                    <a:avLst/>
                    <a:gdLst>
                      <a:gd name="connsiteX0" fmla="*/ 2559 w 51822"/>
                      <a:gd name="connsiteY0" fmla="*/ 24569 h 25792"/>
                      <a:gd name="connsiteX1" fmla="*/ 10406 w 51822"/>
                      <a:gd name="connsiteY1" fmla="*/ 25412 h 25792"/>
                      <a:gd name="connsiteX2" fmla="*/ 30399 w 51822"/>
                      <a:gd name="connsiteY2" fmla="*/ 20535 h 25792"/>
                      <a:gd name="connsiteX3" fmla="*/ 47378 w 51822"/>
                      <a:gd name="connsiteY3" fmla="*/ 9541 h 25792"/>
                      <a:gd name="connsiteX4" fmla="*/ 51013 w 51822"/>
                      <a:gd name="connsiteY4" fmla="*/ 542 h 25792"/>
                      <a:gd name="connsiteX5" fmla="*/ 43787 w 51822"/>
                      <a:gd name="connsiteY5" fmla="*/ 1163 h 25792"/>
                      <a:gd name="connsiteX6" fmla="*/ 24193 w 51822"/>
                      <a:gd name="connsiteY6" fmla="*/ 4665 h 25792"/>
                      <a:gd name="connsiteX7" fmla="*/ 4687 w 51822"/>
                      <a:gd name="connsiteY7" fmla="*/ 10694 h 25792"/>
                      <a:gd name="connsiteX8" fmla="*/ 2559 w 51822"/>
                      <a:gd name="connsiteY8" fmla="*/ 24569 h 25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822" h="25792">
                        <a:moveTo>
                          <a:pt x="2559" y="24569"/>
                        </a:moveTo>
                        <a:cubicBezTo>
                          <a:pt x="5308" y="25988"/>
                          <a:pt x="6771" y="26032"/>
                          <a:pt x="10406" y="25412"/>
                        </a:cubicBezTo>
                        <a:cubicBezTo>
                          <a:pt x="17366" y="24392"/>
                          <a:pt x="22907" y="23816"/>
                          <a:pt x="30399" y="20535"/>
                        </a:cubicBezTo>
                        <a:cubicBezTo>
                          <a:pt x="36650" y="17787"/>
                          <a:pt x="43033" y="13664"/>
                          <a:pt x="47378" y="9541"/>
                        </a:cubicBezTo>
                        <a:cubicBezTo>
                          <a:pt x="50525" y="6394"/>
                          <a:pt x="53229" y="2626"/>
                          <a:pt x="51013" y="542"/>
                        </a:cubicBezTo>
                        <a:cubicBezTo>
                          <a:pt x="49639" y="-744"/>
                          <a:pt x="46491" y="586"/>
                          <a:pt x="43787" y="1163"/>
                        </a:cubicBezTo>
                        <a:cubicBezTo>
                          <a:pt x="37270" y="2359"/>
                          <a:pt x="31241" y="4133"/>
                          <a:pt x="24193" y="4665"/>
                        </a:cubicBezTo>
                        <a:cubicBezTo>
                          <a:pt x="18297" y="5197"/>
                          <a:pt x="10893" y="4931"/>
                          <a:pt x="4687" y="10694"/>
                        </a:cubicBezTo>
                        <a:cubicBezTo>
                          <a:pt x="-899" y="15836"/>
                          <a:pt x="-1342" y="22663"/>
                          <a:pt x="2559" y="2456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87" name="Forme libre : forme 22186">
                    <a:extLst>
                      <a:ext uri="{FF2B5EF4-FFF2-40B4-BE49-F238E27FC236}">
                        <a16:creationId xmlns:a16="http://schemas.microsoft.com/office/drawing/2014/main" id="{B859AE72-8535-4B5A-AA7F-F48426AF834B}"/>
                      </a:ext>
                    </a:extLst>
                  </p:cNvPr>
                  <p:cNvSpPr/>
                  <p:nvPr/>
                </p:nvSpPr>
                <p:spPr>
                  <a:xfrm>
                    <a:off x="5298898" y="1248569"/>
                    <a:ext cx="13899" cy="13826"/>
                  </a:xfrm>
                  <a:custGeom>
                    <a:avLst/>
                    <a:gdLst>
                      <a:gd name="connsiteX0" fmla="*/ 696 w 13899"/>
                      <a:gd name="connsiteY0" fmla="*/ 11405 h 13826"/>
                      <a:gd name="connsiteX1" fmla="*/ 31 w 13899"/>
                      <a:gd name="connsiteY1" fmla="*/ 13400 h 13826"/>
                      <a:gd name="connsiteX2" fmla="*/ 1804 w 13899"/>
                      <a:gd name="connsiteY2" fmla="*/ 13489 h 13826"/>
                      <a:gd name="connsiteX3" fmla="*/ 4553 w 13899"/>
                      <a:gd name="connsiteY3" fmla="*/ 11538 h 13826"/>
                      <a:gd name="connsiteX4" fmla="*/ 10803 w 13899"/>
                      <a:gd name="connsiteY4" fmla="*/ 6085 h 13826"/>
                      <a:gd name="connsiteX5" fmla="*/ 12887 w 13899"/>
                      <a:gd name="connsiteY5" fmla="*/ 3869 h 13826"/>
                      <a:gd name="connsiteX6" fmla="*/ 9252 w 13899"/>
                      <a:gd name="connsiteY6" fmla="*/ 1519 h 13826"/>
                      <a:gd name="connsiteX7" fmla="*/ 696 w 13899"/>
                      <a:gd name="connsiteY7" fmla="*/ 11405 h 13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899" h="13826">
                        <a:moveTo>
                          <a:pt x="696" y="11405"/>
                        </a:moveTo>
                        <a:cubicBezTo>
                          <a:pt x="208" y="12203"/>
                          <a:pt x="-102" y="12779"/>
                          <a:pt x="31" y="13400"/>
                        </a:cubicBezTo>
                        <a:cubicBezTo>
                          <a:pt x="164" y="14021"/>
                          <a:pt x="962" y="13888"/>
                          <a:pt x="1804" y="13489"/>
                        </a:cubicBezTo>
                        <a:cubicBezTo>
                          <a:pt x="2646" y="13090"/>
                          <a:pt x="3710" y="12203"/>
                          <a:pt x="4553" y="11538"/>
                        </a:cubicBezTo>
                        <a:cubicBezTo>
                          <a:pt x="6681" y="9809"/>
                          <a:pt x="8853" y="7859"/>
                          <a:pt x="10803" y="6085"/>
                        </a:cubicBezTo>
                        <a:cubicBezTo>
                          <a:pt x="11601" y="5332"/>
                          <a:pt x="12355" y="4667"/>
                          <a:pt x="12887" y="3869"/>
                        </a:cubicBezTo>
                        <a:cubicBezTo>
                          <a:pt x="15059" y="588"/>
                          <a:pt x="13685" y="-1628"/>
                          <a:pt x="9252" y="1519"/>
                        </a:cubicBezTo>
                        <a:cubicBezTo>
                          <a:pt x="5794" y="3957"/>
                          <a:pt x="2646" y="8125"/>
                          <a:pt x="696" y="1140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88" name="Forme libre : forme 22187">
                    <a:extLst>
                      <a:ext uri="{FF2B5EF4-FFF2-40B4-BE49-F238E27FC236}">
                        <a16:creationId xmlns:a16="http://schemas.microsoft.com/office/drawing/2014/main" id="{179ACF8D-B0D2-4CC4-8FAE-62482FFB7C1A}"/>
                      </a:ext>
                    </a:extLst>
                  </p:cNvPr>
                  <p:cNvSpPr/>
                  <p:nvPr/>
                </p:nvSpPr>
                <p:spPr>
                  <a:xfrm>
                    <a:off x="5345122" y="1235858"/>
                    <a:ext cx="19239" cy="22697"/>
                  </a:xfrm>
                  <a:custGeom>
                    <a:avLst/>
                    <a:gdLst>
                      <a:gd name="connsiteX0" fmla="*/ 19240 w 19239"/>
                      <a:gd name="connsiteY0" fmla="*/ 0 h 22697"/>
                      <a:gd name="connsiteX1" fmla="*/ 0 w 19239"/>
                      <a:gd name="connsiteY1" fmla="*/ 22697 h 22697"/>
                      <a:gd name="connsiteX2" fmla="*/ 19240 w 19239"/>
                      <a:gd name="connsiteY2" fmla="*/ 0 h 22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239" h="22697">
                        <a:moveTo>
                          <a:pt x="19240" y="0"/>
                        </a:moveTo>
                        <a:cubicBezTo>
                          <a:pt x="17821" y="7448"/>
                          <a:pt x="6517" y="16624"/>
                          <a:pt x="0" y="22697"/>
                        </a:cubicBezTo>
                        <a:cubicBezTo>
                          <a:pt x="7182" y="16181"/>
                          <a:pt x="14319" y="7093"/>
                          <a:pt x="1924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89" name="Forme libre : forme 22188">
                    <a:extLst>
                      <a:ext uri="{FF2B5EF4-FFF2-40B4-BE49-F238E27FC236}">
                        <a16:creationId xmlns:a16="http://schemas.microsoft.com/office/drawing/2014/main" id="{25EE47E7-692D-4815-BC0B-996864B85B09}"/>
                      </a:ext>
                    </a:extLst>
                  </p:cNvPr>
                  <p:cNvSpPr/>
                  <p:nvPr/>
                </p:nvSpPr>
                <p:spPr>
                  <a:xfrm>
                    <a:off x="5282571" y="1245522"/>
                    <a:ext cx="18663" cy="30012"/>
                  </a:xfrm>
                  <a:custGeom>
                    <a:avLst/>
                    <a:gdLst>
                      <a:gd name="connsiteX0" fmla="*/ 18663 w 18663"/>
                      <a:gd name="connsiteY0" fmla="*/ 0 h 30012"/>
                      <a:gd name="connsiteX1" fmla="*/ 0 w 18663"/>
                      <a:gd name="connsiteY1" fmla="*/ 30012 h 30012"/>
                      <a:gd name="connsiteX2" fmla="*/ 18663 w 18663"/>
                      <a:gd name="connsiteY2" fmla="*/ 0 h 30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663" h="30012">
                        <a:moveTo>
                          <a:pt x="18663" y="0"/>
                        </a:moveTo>
                        <a:cubicBezTo>
                          <a:pt x="7891" y="8113"/>
                          <a:pt x="1862" y="20082"/>
                          <a:pt x="0" y="30012"/>
                        </a:cubicBezTo>
                        <a:cubicBezTo>
                          <a:pt x="1241" y="20570"/>
                          <a:pt x="10373" y="7980"/>
                          <a:pt x="1866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90" name="Forme libre : forme 22189">
                    <a:extLst>
                      <a:ext uri="{FF2B5EF4-FFF2-40B4-BE49-F238E27FC236}">
                        <a16:creationId xmlns:a16="http://schemas.microsoft.com/office/drawing/2014/main" id="{6CB49D25-577C-4DB9-B880-DED959C50261}"/>
                      </a:ext>
                    </a:extLst>
                  </p:cNvPr>
                  <p:cNvSpPr/>
                  <p:nvPr/>
                </p:nvSpPr>
                <p:spPr>
                  <a:xfrm>
                    <a:off x="5323614" y="1241375"/>
                    <a:ext cx="15398" cy="7442"/>
                  </a:xfrm>
                  <a:custGeom>
                    <a:avLst/>
                    <a:gdLst>
                      <a:gd name="connsiteX0" fmla="*/ 15390 w 15398"/>
                      <a:gd name="connsiteY0" fmla="*/ 822 h 7442"/>
                      <a:gd name="connsiteX1" fmla="*/ 7055 w 15398"/>
                      <a:gd name="connsiteY1" fmla="*/ 5832 h 7442"/>
                      <a:gd name="connsiteX2" fmla="*/ 7 w 15398"/>
                      <a:gd name="connsiteY2" fmla="*/ 6541 h 7442"/>
                      <a:gd name="connsiteX3" fmla="*/ 7853 w 15398"/>
                      <a:gd name="connsiteY3" fmla="*/ 1620 h 7442"/>
                      <a:gd name="connsiteX4" fmla="*/ 15390 w 15398"/>
                      <a:gd name="connsiteY4" fmla="*/ 822 h 7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98" h="7442">
                        <a:moveTo>
                          <a:pt x="15390" y="822"/>
                        </a:moveTo>
                        <a:cubicBezTo>
                          <a:pt x="15079" y="2729"/>
                          <a:pt x="8917" y="5078"/>
                          <a:pt x="7055" y="5832"/>
                        </a:cubicBezTo>
                        <a:cubicBezTo>
                          <a:pt x="5149" y="6541"/>
                          <a:pt x="-215" y="8625"/>
                          <a:pt x="7" y="6541"/>
                        </a:cubicBezTo>
                        <a:cubicBezTo>
                          <a:pt x="228" y="4413"/>
                          <a:pt x="6036" y="2241"/>
                          <a:pt x="7853" y="1620"/>
                        </a:cubicBezTo>
                        <a:cubicBezTo>
                          <a:pt x="9627" y="911"/>
                          <a:pt x="15655" y="-1128"/>
                          <a:pt x="15390" y="82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91" name="Forme libre : forme 22190">
                    <a:extLst>
                      <a:ext uri="{FF2B5EF4-FFF2-40B4-BE49-F238E27FC236}">
                        <a16:creationId xmlns:a16="http://schemas.microsoft.com/office/drawing/2014/main" id="{F2A5AE19-30BA-48C0-BD67-0AD85EE85750}"/>
                      </a:ext>
                    </a:extLst>
                  </p:cNvPr>
                  <p:cNvSpPr/>
                  <p:nvPr/>
                </p:nvSpPr>
                <p:spPr>
                  <a:xfrm>
                    <a:off x="5336843" y="1240503"/>
                    <a:ext cx="4377" cy="2442"/>
                  </a:xfrm>
                  <a:custGeom>
                    <a:avLst/>
                    <a:gdLst>
                      <a:gd name="connsiteX0" fmla="*/ 4289 w 4377"/>
                      <a:gd name="connsiteY0" fmla="*/ 188 h 2442"/>
                      <a:gd name="connsiteX1" fmla="*/ 2693 w 4377"/>
                      <a:gd name="connsiteY1" fmla="*/ 1828 h 2442"/>
                      <a:gd name="connsiteX2" fmla="*/ 77 w 4377"/>
                      <a:gd name="connsiteY2" fmla="*/ 2227 h 2442"/>
                      <a:gd name="connsiteX3" fmla="*/ 1629 w 4377"/>
                      <a:gd name="connsiteY3" fmla="*/ 631 h 2442"/>
                      <a:gd name="connsiteX4" fmla="*/ 4289 w 4377"/>
                      <a:gd name="connsiteY4" fmla="*/ 188 h 2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77" h="2442">
                        <a:moveTo>
                          <a:pt x="4289" y="188"/>
                        </a:moveTo>
                        <a:cubicBezTo>
                          <a:pt x="4732" y="675"/>
                          <a:pt x="3402" y="1473"/>
                          <a:pt x="2693" y="1828"/>
                        </a:cubicBezTo>
                        <a:cubicBezTo>
                          <a:pt x="1984" y="2183"/>
                          <a:pt x="521" y="2759"/>
                          <a:pt x="77" y="2227"/>
                        </a:cubicBezTo>
                        <a:cubicBezTo>
                          <a:pt x="-322" y="1695"/>
                          <a:pt x="920" y="986"/>
                          <a:pt x="1629" y="631"/>
                        </a:cubicBezTo>
                        <a:cubicBezTo>
                          <a:pt x="2338" y="276"/>
                          <a:pt x="3890" y="-300"/>
                          <a:pt x="4289" y="18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92" name="Forme libre : forme 22191">
                    <a:extLst>
                      <a:ext uri="{FF2B5EF4-FFF2-40B4-BE49-F238E27FC236}">
                        <a16:creationId xmlns:a16="http://schemas.microsoft.com/office/drawing/2014/main" id="{DA3ECFE8-1A3F-42B7-A0E1-DA7016D1C1DA}"/>
                      </a:ext>
                    </a:extLst>
                  </p:cNvPr>
                  <p:cNvSpPr/>
                  <p:nvPr/>
                </p:nvSpPr>
                <p:spPr>
                  <a:xfrm>
                    <a:off x="5318786" y="1228953"/>
                    <a:ext cx="42777" cy="11759"/>
                  </a:xfrm>
                  <a:custGeom>
                    <a:avLst/>
                    <a:gdLst>
                      <a:gd name="connsiteX0" fmla="*/ 30282 w 42777"/>
                      <a:gd name="connsiteY0" fmla="*/ 1009 h 11759"/>
                      <a:gd name="connsiteX1" fmla="*/ 42207 w 42777"/>
                      <a:gd name="connsiteY1" fmla="*/ 3713 h 11759"/>
                      <a:gd name="connsiteX2" fmla="*/ 40478 w 42777"/>
                      <a:gd name="connsiteY2" fmla="*/ 7215 h 11759"/>
                      <a:gd name="connsiteX3" fmla="*/ 35380 w 42777"/>
                      <a:gd name="connsiteY3" fmla="*/ 7526 h 11759"/>
                      <a:gd name="connsiteX4" fmla="*/ 19598 w 42777"/>
                      <a:gd name="connsiteY4" fmla="*/ 7792 h 11759"/>
                      <a:gd name="connsiteX5" fmla="*/ 8072 w 42777"/>
                      <a:gd name="connsiteY5" fmla="*/ 10718 h 11759"/>
                      <a:gd name="connsiteX6" fmla="*/ 48 w 42777"/>
                      <a:gd name="connsiteY6" fmla="*/ 10141 h 11759"/>
                      <a:gd name="connsiteX7" fmla="*/ 19332 w 42777"/>
                      <a:gd name="connsiteY7" fmla="*/ 122 h 11759"/>
                      <a:gd name="connsiteX8" fmla="*/ 30282 w 42777"/>
                      <a:gd name="connsiteY8" fmla="*/ 1009 h 11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777" h="11759">
                        <a:moveTo>
                          <a:pt x="30282" y="1009"/>
                        </a:moveTo>
                        <a:cubicBezTo>
                          <a:pt x="35202" y="1364"/>
                          <a:pt x="38704" y="1630"/>
                          <a:pt x="42207" y="3713"/>
                        </a:cubicBezTo>
                        <a:cubicBezTo>
                          <a:pt x="43492" y="4467"/>
                          <a:pt x="42473" y="6417"/>
                          <a:pt x="40478" y="7215"/>
                        </a:cubicBezTo>
                        <a:cubicBezTo>
                          <a:pt x="38527" y="8013"/>
                          <a:pt x="37020" y="7747"/>
                          <a:pt x="35380" y="7526"/>
                        </a:cubicBezTo>
                        <a:cubicBezTo>
                          <a:pt x="30326" y="6816"/>
                          <a:pt x="25228" y="7082"/>
                          <a:pt x="19598" y="7792"/>
                        </a:cubicBezTo>
                        <a:cubicBezTo>
                          <a:pt x="17825" y="8013"/>
                          <a:pt x="12638" y="9565"/>
                          <a:pt x="8072" y="10718"/>
                        </a:cubicBezTo>
                        <a:cubicBezTo>
                          <a:pt x="3506" y="11870"/>
                          <a:pt x="-484" y="12535"/>
                          <a:pt x="48" y="10141"/>
                        </a:cubicBezTo>
                        <a:cubicBezTo>
                          <a:pt x="1156" y="5265"/>
                          <a:pt x="14588" y="654"/>
                          <a:pt x="19332" y="122"/>
                        </a:cubicBezTo>
                        <a:cubicBezTo>
                          <a:pt x="24119" y="-365"/>
                          <a:pt x="26558" y="743"/>
                          <a:pt x="30282" y="100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13" name="Graphique 2">
                  <a:extLst>
                    <a:ext uri="{FF2B5EF4-FFF2-40B4-BE49-F238E27FC236}">
                      <a16:creationId xmlns:a16="http://schemas.microsoft.com/office/drawing/2014/main" id="{4783904A-BCB5-4437-B278-20B8AB30B8D4}"/>
                    </a:ext>
                  </a:extLst>
                </p:cNvPr>
                <p:cNvGrpSpPr/>
                <p:nvPr/>
              </p:nvGrpSpPr>
              <p:grpSpPr>
                <a:xfrm>
                  <a:off x="5365366" y="1201732"/>
                  <a:ext cx="95093" cy="40130"/>
                  <a:chOff x="5365366" y="1201732"/>
                  <a:chExt cx="95093" cy="40130"/>
                </a:xfrm>
                <a:solidFill>
                  <a:schemeClr val="accent1"/>
                </a:solidFill>
              </p:grpSpPr>
              <p:sp>
                <p:nvSpPr>
                  <p:cNvPr id="22169" name="Forme libre : forme 22168">
                    <a:extLst>
                      <a:ext uri="{FF2B5EF4-FFF2-40B4-BE49-F238E27FC236}">
                        <a16:creationId xmlns:a16="http://schemas.microsoft.com/office/drawing/2014/main" id="{22F194AF-29D1-4F98-B354-F4BC6B854287}"/>
                      </a:ext>
                    </a:extLst>
                  </p:cNvPr>
                  <p:cNvSpPr/>
                  <p:nvPr/>
                </p:nvSpPr>
                <p:spPr>
                  <a:xfrm>
                    <a:off x="5365366" y="1201732"/>
                    <a:ext cx="95093" cy="40130"/>
                  </a:xfrm>
                  <a:custGeom>
                    <a:avLst/>
                    <a:gdLst>
                      <a:gd name="connsiteX0" fmla="*/ 65093 w 95093"/>
                      <a:gd name="connsiteY0" fmla="*/ 34924 h 40130"/>
                      <a:gd name="connsiteX1" fmla="*/ 35436 w 95093"/>
                      <a:gd name="connsiteY1" fmla="*/ 39357 h 40130"/>
                      <a:gd name="connsiteX2" fmla="*/ 3651 w 95093"/>
                      <a:gd name="connsiteY2" fmla="*/ 34170 h 40130"/>
                      <a:gd name="connsiteX3" fmla="*/ 946 w 95093"/>
                      <a:gd name="connsiteY3" fmla="*/ 24506 h 40130"/>
                      <a:gd name="connsiteX4" fmla="*/ 29008 w 95093"/>
                      <a:gd name="connsiteY4" fmla="*/ 4823 h 40130"/>
                      <a:gd name="connsiteX5" fmla="*/ 61015 w 95093"/>
                      <a:gd name="connsiteY5" fmla="*/ 36 h 40130"/>
                      <a:gd name="connsiteX6" fmla="*/ 92889 w 95093"/>
                      <a:gd name="connsiteY6" fmla="*/ 12537 h 40130"/>
                      <a:gd name="connsiteX7" fmla="*/ 93376 w 95093"/>
                      <a:gd name="connsiteY7" fmla="*/ 22378 h 40130"/>
                      <a:gd name="connsiteX8" fmla="*/ 65093 w 95093"/>
                      <a:gd name="connsiteY8" fmla="*/ 34924 h 40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093" h="40130">
                        <a:moveTo>
                          <a:pt x="65093" y="34924"/>
                        </a:moveTo>
                        <a:cubicBezTo>
                          <a:pt x="58133" y="35766"/>
                          <a:pt x="42839" y="38072"/>
                          <a:pt x="35436" y="39357"/>
                        </a:cubicBezTo>
                        <a:cubicBezTo>
                          <a:pt x="21605" y="41529"/>
                          <a:pt x="13270" y="38914"/>
                          <a:pt x="3651" y="34170"/>
                        </a:cubicBezTo>
                        <a:cubicBezTo>
                          <a:pt x="326" y="32530"/>
                          <a:pt x="-1093" y="27609"/>
                          <a:pt x="946" y="24506"/>
                        </a:cubicBezTo>
                        <a:cubicBezTo>
                          <a:pt x="6798" y="15507"/>
                          <a:pt x="14556" y="8636"/>
                          <a:pt x="29008" y="4823"/>
                        </a:cubicBezTo>
                        <a:cubicBezTo>
                          <a:pt x="36677" y="2607"/>
                          <a:pt x="52636" y="302"/>
                          <a:pt x="61015" y="36"/>
                        </a:cubicBezTo>
                        <a:cubicBezTo>
                          <a:pt x="76664" y="-496"/>
                          <a:pt x="85397" y="5001"/>
                          <a:pt x="92889" y="12537"/>
                        </a:cubicBezTo>
                        <a:cubicBezTo>
                          <a:pt x="95504" y="15241"/>
                          <a:pt x="95947" y="20162"/>
                          <a:pt x="93376" y="22378"/>
                        </a:cubicBezTo>
                        <a:cubicBezTo>
                          <a:pt x="85840" y="29028"/>
                          <a:pt x="78127" y="33106"/>
                          <a:pt x="65093" y="3492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70" name="Forme libre : forme 22169">
                    <a:extLst>
                      <a:ext uri="{FF2B5EF4-FFF2-40B4-BE49-F238E27FC236}">
                        <a16:creationId xmlns:a16="http://schemas.microsoft.com/office/drawing/2014/main" id="{512DD4F6-8201-474B-A6F5-DD23246E4040}"/>
                      </a:ext>
                    </a:extLst>
                  </p:cNvPr>
                  <p:cNvSpPr/>
                  <p:nvPr/>
                </p:nvSpPr>
                <p:spPr>
                  <a:xfrm>
                    <a:off x="5365957" y="1223037"/>
                    <a:ext cx="93006" cy="18781"/>
                  </a:xfrm>
                  <a:custGeom>
                    <a:avLst/>
                    <a:gdLst>
                      <a:gd name="connsiteX0" fmla="*/ 37016 w 93006"/>
                      <a:gd name="connsiteY0" fmla="*/ 4797 h 18781"/>
                      <a:gd name="connsiteX1" fmla="*/ 0 w 93006"/>
                      <a:gd name="connsiteY1" fmla="*/ 9496 h 18781"/>
                      <a:gd name="connsiteX2" fmla="*/ 3014 w 93006"/>
                      <a:gd name="connsiteY2" fmla="*/ 12821 h 18781"/>
                      <a:gd name="connsiteX3" fmla="*/ 7935 w 93006"/>
                      <a:gd name="connsiteY3" fmla="*/ 15082 h 18781"/>
                      <a:gd name="connsiteX4" fmla="*/ 22830 w 93006"/>
                      <a:gd name="connsiteY4" fmla="*/ 18717 h 18781"/>
                      <a:gd name="connsiteX5" fmla="*/ 34844 w 93006"/>
                      <a:gd name="connsiteY5" fmla="*/ 18008 h 18781"/>
                      <a:gd name="connsiteX6" fmla="*/ 39676 w 93006"/>
                      <a:gd name="connsiteY6" fmla="*/ 17254 h 18781"/>
                      <a:gd name="connsiteX7" fmla="*/ 62374 w 93006"/>
                      <a:gd name="connsiteY7" fmla="*/ 13841 h 18781"/>
                      <a:gd name="connsiteX8" fmla="*/ 64546 w 93006"/>
                      <a:gd name="connsiteY8" fmla="*/ 13575 h 18781"/>
                      <a:gd name="connsiteX9" fmla="*/ 76648 w 93006"/>
                      <a:gd name="connsiteY9" fmla="*/ 10738 h 18781"/>
                      <a:gd name="connsiteX10" fmla="*/ 89238 w 93006"/>
                      <a:gd name="connsiteY10" fmla="*/ 3999 h 18781"/>
                      <a:gd name="connsiteX11" fmla="*/ 92873 w 93006"/>
                      <a:gd name="connsiteY11" fmla="*/ 1073 h 18781"/>
                      <a:gd name="connsiteX12" fmla="*/ 93006 w 93006"/>
                      <a:gd name="connsiteY12" fmla="*/ 940 h 18781"/>
                      <a:gd name="connsiteX13" fmla="*/ 37016 w 93006"/>
                      <a:gd name="connsiteY13" fmla="*/ 4797 h 1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3006" h="18781">
                        <a:moveTo>
                          <a:pt x="37016" y="4797"/>
                        </a:moveTo>
                        <a:cubicBezTo>
                          <a:pt x="24559" y="7945"/>
                          <a:pt x="11260" y="11181"/>
                          <a:pt x="0" y="9496"/>
                        </a:cubicBezTo>
                        <a:cubicBezTo>
                          <a:pt x="621" y="10915"/>
                          <a:pt x="1640" y="12156"/>
                          <a:pt x="3014" y="12821"/>
                        </a:cubicBezTo>
                        <a:cubicBezTo>
                          <a:pt x="4699" y="13663"/>
                          <a:pt x="6295" y="14417"/>
                          <a:pt x="7935" y="15082"/>
                        </a:cubicBezTo>
                        <a:cubicBezTo>
                          <a:pt x="12634" y="17077"/>
                          <a:pt x="17289" y="18363"/>
                          <a:pt x="22830" y="18717"/>
                        </a:cubicBezTo>
                        <a:cubicBezTo>
                          <a:pt x="26377" y="18894"/>
                          <a:pt x="30322" y="18717"/>
                          <a:pt x="34844" y="18008"/>
                        </a:cubicBezTo>
                        <a:cubicBezTo>
                          <a:pt x="36218" y="17786"/>
                          <a:pt x="37859" y="17520"/>
                          <a:pt x="39676" y="17254"/>
                        </a:cubicBezTo>
                        <a:cubicBezTo>
                          <a:pt x="46725" y="16057"/>
                          <a:pt x="56300" y="14594"/>
                          <a:pt x="62374" y="13841"/>
                        </a:cubicBezTo>
                        <a:cubicBezTo>
                          <a:pt x="63172" y="13752"/>
                          <a:pt x="63881" y="13663"/>
                          <a:pt x="64546" y="13575"/>
                        </a:cubicBezTo>
                        <a:cubicBezTo>
                          <a:pt x="69201" y="12866"/>
                          <a:pt x="73102" y="12023"/>
                          <a:pt x="76648" y="10738"/>
                        </a:cubicBezTo>
                        <a:cubicBezTo>
                          <a:pt x="81436" y="9053"/>
                          <a:pt x="85426" y="6703"/>
                          <a:pt x="89238" y="3999"/>
                        </a:cubicBezTo>
                        <a:cubicBezTo>
                          <a:pt x="90480" y="3024"/>
                          <a:pt x="91676" y="2093"/>
                          <a:pt x="92873" y="1073"/>
                        </a:cubicBezTo>
                        <a:lnTo>
                          <a:pt x="93006" y="940"/>
                        </a:lnTo>
                        <a:cubicBezTo>
                          <a:pt x="74476" y="-1143"/>
                          <a:pt x="54882" y="276"/>
                          <a:pt x="37016" y="479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71" name="Forme libre : forme 22170">
                    <a:extLst>
                      <a:ext uri="{FF2B5EF4-FFF2-40B4-BE49-F238E27FC236}">
                        <a16:creationId xmlns:a16="http://schemas.microsoft.com/office/drawing/2014/main" id="{203A22F7-FCA8-4245-BDC0-F56AD403CE97}"/>
                      </a:ext>
                    </a:extLst>
                  </p:cNvPr>
                  <p:cNvSpPr/>
                  <p:nvPr/>
                </p:nvSpPr>
                <p:spPr>
                  <a:xfrm>
                    <a:off x="5398018" y="1214904"/>
                    <a:ext cx="44145" cy="12574"/>
                  </a:xfrm>
                  <a:custGeom>
                    <a:avLst/>
                    <a:gdLst>
                      <a:gd name="connsiteX0" fmla="*/ 44144 w 44145"/>
                      <a:gd name="connsiteY0" fmla="*/ 4507 h 12574"/>
                      <a:gd name="connsiteX1" fmla="*/ 35145 w 44145"/>
                      <a:gd name="connsiteY1" fmla="*/ 9472 h 12574"/>
                      <a:gd name="connsiteX2" fmla="*/ 21845 w 44145"/>
                      <a:gd name="connsiteY2" fmla="*/ 11822 h 12574"/>
                      <a:gd name="connsiteX3" fmla="*/ 79 w 44145"/>
                      <a:gd name="connsiteY3" fmla="*/ 9206 h 12574"/>
                      <a:gd name="connsiteX4" fmla="*/ 20294 w 44145"/>
                      <a:gd name="connsiteY4" fmla="*/ 385 h 12574"/>
                      <a:gd name="connsiteX5" fmla="*/ 34258 w 44145"/>
                      <a:gd name="connsiteY5" fmla="*/ 251 h 12574"/>
                      <a:gd name="connsiteX6" fmla="*/ 44144 w 44145"/>
                      <a:gd name="connsiteY6" fmla="*/ 4507 h 1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145" h="12574">
                        <a:moveTo>
                          <a:pt x="44144" y="4507"/>
                        </a:moveTo>
                        <a:cubicBezTo>
                          <a:pt x="44232" y="6901"/>
                          <a:pt x="40021" y="8320"/>
                          <a:pt x="35145" y="9472"/>
                        </a:cubicBezTo>
                        <a:cubicBezTo>
                          <a:pt x="30268" y="10581"/>
                          <a:pt x="24682" y="11512"/>
                          <a:pt x="21845" y="11822"/>
                        </a:cubicBezTo>
                        <a:cubicBezTo>
                          <a:pt x="16215" y="12398"/>
                          <a:pt x="1364" y="14083"/>
                          <a:pt x="79" y="9206"/>
                        </a:cubicBezTo>
                        <a:cubicBezTo>
                          <a:pt x="-1251" y="4153"/>
                          <a:pt x="14619" y="739"/>
                          <a:pt x="20294" y="385"/>
                        </a:cubicBezTo>
                        <a:cubicBezTo>
                          <a:pt x="23087" y="163"/>
                          <a:pt x="28983" y="-280"/>
                          <a:pt x="34258" y="251"/>
                        </a:cubicBezTo>
                        <a:cubicBezTo>
                          <a:pt x="39533" y="784"/>
                          <a:pt x="44055" y="2202"/>
                          <a:pt x="44144" y="450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72" name="Forme libre : forme 22171">
                    <a:extLst>
                      <a:ext uri="{FF2B5EF4-FFF2-40B4-BE49-F238E27FC236}">
                        <a16:creationId xmlns:a16="http://schemas.microsoft.com/office/drawing/2014/main" id="{C2A45F90-15DC-4DD0-ACD4-B6EC4568EC32}"/>
                      </a:ext>
                    </a:extLst>
                  </p:cNvPr>
                  <p:cNvSpPr/>
                  <p:nvPr/>
                </p:nvSpPr>
                <p:spPr>
                  <a:xfrm>
                    <a:off x="5397678" y="1217815"/>
                    <a:ext cx="31494" cy="9692"/>
                  </a:xfrm>
                  <a:custGeom>
                    <a:avLst/>
                    <a:gdLst>
                      <a:gd name="connsiteX0" fmla="*/ 8798 w 31494"/>
                      <a:gd name="connsiteY0" fmla="*/ 0 h 9692"/>
                      <a:gd name="connsiteX1" fmla="*/ 242 w 31494"/>
                      <a:gd name="connsiteY1" fmla="*/ 6384 h 9692"/>
                      <a:gd name="connsiteX2" fmla="*/ 22452 w 31494"/>
                      <a:gd name="connsiteY2" fmla="*/ 8955 h 9692"/>
                      <a:gd name="connsiteX3" fmla="*/ 31495 w 31494"/>
                      <a:gd name="connsiteY3" fmla="*/ 7270 h 9692"/>
                      <a:gd name="connsiteX4" fmla="*/ 26574 w 31494"/>
                      <a:gd name="connsiteY4" fmla="*/ 7403 h 9692"/>
                      <a:gd name="connsiteX5" fmla="*/ 8798 w 31494"/>
                      <a:gd name="connsiteY5" fmla="*/ 0 h 9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494" h="9692">
                        <a:moveTo>
                          <a:pt x="8798" y="0"/>
                        </a:moveTo>
                        <a:cubicBezTo>
                          <a:pt x="6138" y="1286"/>
                          <a:pt x="-1443" y="3502"/>
                          <a:pt x="242" y="6384"/>
                        </a:cubicBezTo>
                        <a:cubicBezTo>
                          <a:pt x="2990" y="10994"/>
                          <a:pt x="15314" y="9664"/>
                          <a:pt x="22452" y="8955"/>
                        </a:cubicBezTo>
                        <a:cubicBezTo>
                          <a:pt x="24535" y="8778"/>
                          <a:pt x="29190" y="7847"/>
                          <a:pt x="31495" y="7270"/>
                        </a:cubicBezTo>
                        <a:cubicBezTo>
                          <a:pt x="30121" y="7270"/>
                          <a:pt x="27860" y="7581"/>
                          <a:pt x="26574" y="7403"/>
                        </a:cubicBezTo>
                        <a:cubicBezTo>
                          <a:pt x="19215" y="6428"/>
                          <a:pt x="10261" y="5453"/>
                          <a:pt x="8798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73" name="Forme libre : forme 22172">
                    <a:extLst>
                      <a:ext uri="{FF2B5EF4-FFF2-40B4-BE49-F238E27FC236}">
                        <a16:creationId xmlns:a16="http://schemas.microsoft.com/office/drawing/2014/main" id="{37C70750-73BD-469D-8683-7F3373922B78}"/>
                      </a:ext>
                    </a:extLst>
                  </p:cNvPr>
                  <p:cNvSpPr/>
                  <p:nvPr/>
                </p:nvSpPr>
                <p:spPr>
                  <a:xfrm>
                    <a:off x="5400549" y="1215935"/>
                    <a:ext cx="44080" cy="12648"/>
                  </a:xfrm>
                  <a:custGeom>
                    <a:avLst/>
                    <a:gdLst>
                      <a:gd name="connsiteX0" fmla="*/ 44007 w 44080"/>
                      <a:gd name="connsiteY0" fmla="*/ 4674 h 12648"/>
                      <a:gd name="connsiteX1" fmla="*/ 34476 w 44080"/>
                      <a:gd name="connsiteY1" fmla="*/ 9550 h 12648"/>
                      <a:gd name="connsiteX2" fmla="*/ 27383 w 44080"/>
                      <a:gd name="connsiteY2" fmla="*/ 10969 h 12648"/>
                      <a:gd name="connsiteX3" fmla="*/ 21532 w 44080"/>
                      <a:gd name="connsiteY3" fmla="*/ 11944 h 12648"/>
                      <a:gd name="connsiteX4" fmla="*/ 120 w 44080"/>
                      <a:gd name="connsiteY4" fmla="*/ 8974 h 12648"/>
                      <a:gd name="connsiteX5" fmla="*/ 20202 w 44080"/>
                      <a:gd name="connsiteY5" fmla="*/ 418 h 12648"/>
                      <a:gd name="connsiteX6" fmla="*/ 34609 w 44080"/>
                      <a:gd name="connsiteY6" fmla="*/ 241 h 12648"/>
                      <a:gd name="connsiteX7" fmla="*/ 44007 w 44080"/>
                      <a:gd name="connsiteY7" fmla="*/ 4674 h 12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080" h="12648">
                        <a:moveTo>
                          <a:pt x="44007" y="4674"/>
                        </a:moveTo>
                        <a:cubicBezTo>
                          <a:pt x="43298" y="6979"/>
                          <a:pt x="39175" y="8530"/>
                          <a:pt x="34476" y="9550"/>
                        </a:cubicBezTo>
                        <a:cubicBezTo>
                          <a:pt x="32127" y="10171"/>
                          <a:pt x="29644" y="10614"/>
                          <a:pt x="27383" y="10969"/>
                        </a:cubicBezTo>
                        <a:cubicBezTo>
                          <a:pt x="25122" y="11412"/>
                          <a:pt x="23039" y="11722"/>
                          <a:pt x="21532" y="11944"/>
                        </a:cubicBezTo>
                        <a:cubicBezTo>
                          <a:pt x="15502" y="12742"/>
                          <a:pt x="1716" y="13850"/>
                          <a:pt x="120" y="8974"/>
                        </a:cubicBezTo>
                        <a:cubicBezTo>
                          <a:pt x="-1565" y="3831"/>
                          <a:pt x="15015" y="772"/>
                          <a:pt x="20202" y="418"/>
                        </a:cubicBezTo>
                        <a:cubicBezTo>
                          <a:pt x="22773" y="108"/>
                          <a:pt x="29112" y="-247"/>
                          <a:pt x="34609" y="241"/>
                        </a:cubicBezTo>
                        <a:cubicBezTo>
                          <a:pt x="40150" y="905"/>
                          <a:pt x="44717" y="2280"/>
                          <a:pt x="44007" y="467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74" name="Forme libre : forme 22173">
                    <a:extLst>
                      <a:ext uri="{FF2B5EF4-FFF2-40B4-BE49-F238E27FC236}">
                        <a16:creationId xmlns:a16="http://schemas.microsoft.com/office/drawing/2014/main" id="{05D47F81-4331-488E-A3E5-A21CE5675A39}"/>
                      </a:ext>
                    </a:extLst>
                  </p:cNvPr>
                  <p:cNvSpPr/>
                  <p:nvPr/>
                </p:nvSpPr>
                <p:spPr>
                  <a:xfrm>
                    <a:off x="5377287" y="1216443"/>
                    <a:ext cx="55285" cy="20172"/>
                  </a:xfrm>
                  <a:custGeom>
                    <a:avLst/>
                    <a:gdLst>
                      <a:gd name="connsiteX0" fmla="*/ 950 w 55285"/>
                      <a:gd name="connsiteY0" fmla="*/ 12987 h 20172"/>
                      <a:gd name="connsiteX1" fmla="*/ 7821 w 55285"/>
                      <a:gd name="connsiteY1" fmla="*/ 16977 h 20172"/>
                      <a:gd name="connsiteX2" fmla="*/ 28524 w 55285"/>
                      <a:gd name="connsiteY2" fmla="*/ 20125 h 20172"/>
                      <a:gd name="connsiteX3" fmla="*/ 48384 w 55285"/>
                      <a:gd name="connsiteY3" fmla="*/ 16179 h 20172"/>
                      <a:gd name="connsiteX4" fmla="*/ 55034 w 55285"/>
                      <a:gd name="connsiteY4" fmla="*/ 9219 h 20172"/>
                      <a:gd name="connsiteX5" fmla="*/ 48162 w 55285"/>
                      <a:gd name="connsiteY5" fmla="*/ 7047 h 20172"/>
                      <a:gd name="connsiteX6" fmla="*/ 28701 w 55285"/>
                      <a:gd name="connsiteY6" fmla="*/ 3057 h 20172"/>
                      <a:gd name="connsiteX7" fmla="*/ 8531 w 55285"/>
                      <a:gd name="connsiteY7" fmla="*/ 1107 h 20172"/>
                      <a:gd name="connsiteX8" fmla="*/ 950 w 55285"/>
                      <a:gd name="connsiteY8" fmla="*/ 12987 h 20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285" h="20172">
                        <a:moveTo>
                          <a:pt x="950" y="12987"/>
                        </a:moveTo>
                        <a:cubicBezTo>
                          <a:pt x="2856" y="15470"/>
                          <a:pt x="4186" y="16002"/>
                          <a:pt x="7821" y="16977"/>
                        </a:cubicBezTo>
                        <a:cubicBezTo>
                          <a:pt x="14693" y="18795"/>
                          <a:pt x="20234" y="20479"/>
                          <a:pt x="28524" y="20125"/>
                        </a:cubicBezTo>
                        <a:cubicBezTo>
                          <a:pt x="35439" y="19947"/>
                          <a:pt x="42887" y="18352"/>
                          <a:pt x="48384" y="16179"/>
                        </a:cubicBezTo>
                        <a:cubicBezTo>
                          <a:pt x="52463" y="14450"/>
                          <a:pt x="56319" y="12012"/>
                          <a:pt x="55034" y="9219"/>
                        </a:cubicBezTo>
                        <a:cubicBezTo>
                          <a:pt x="54236" y="7535"/>
                          <a:pt x="50867" y="7535"/>
                          <a:pt x="48162" y="7047"/>
                        </a:cubicBezTo>
                        <a:cubicBezTo>
                          <a:pt x="41690" y="5762"/>
                          <a:pt x="35395" y="5141"/>
                          <a:pt x="28701" y="3057"/>
                        </a:cubicBezTo>
                        <a:cubicBezTo>
                          <a:pt x="23027" y="1284"/>
                          <a:pt x="16333" y="-1597"/>
                          <a:pt x="8531" y="1107"/>
                        </a:cubicBezTo>
                        <a:cubicBezTo>
                          <a:pt x="1482" y="3678"/>
                          <a:pt x="-1754" y="9530"/>
                          <a:pt x="950" y="1298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75" name="Forme libre : forme 22174">
                    <a:extLst>
                      <a:ext uri="{FF2B5EF4-FFF2-40B4-BE49-F238E27FC236}">
                        <a16:creationId xmlns:a16="http://schemas.microsoft.com/office/drawing/2014/main" id="{B19167F9-A7AE-4185-B717-22F196F4FC87}"/>
                      </a:ext>
                    </a:extLst>
                  </p:cNvPr>
                  <p:cNvSpPr/>
                  <p:nvPr/>
                </p:nvSpPr>
                <p:spPr>
                  <a:xfrm>
                    <a:off x="5387399" y="1213932"/>
                    <a:ext cx="17487" cy="8493"/>
                  </a:xfrm>
                  <a:custGeom>
                    <a:avLst/>
                    <a:gdLst>
                      <a:gd name="connsiteX0" fmla="*/ 1433 w 17487"/>
                      <a:gd name="connsiteY0" fmla="*/ 6144 h 8493"/>
                      <a:gd name="connsiteX1" fmla="*/ 15 w 17487"/>
                      <a:gd name="connsiteY1" fmla="*/ 7696 h 8493"/>
                      <a:gd name="connsiteX2" fmla="*/ 1610 w 17487"/>
                      <a:gd name="connsiteY2" fmla="*/ 8494 h 8493"/>
                      <a:gd name="connsiteX3" fmla="*/ 4891 w 17487"/>
                      <a:gd name="connsiteY3" fmla="*/ 7784 h 8493"/>
                      <a:gd name="connsiteX4" fmla="*/ 12693 w 17487"/>
                      <a:gd name="connsiteY4" fmla="*/ 5125 h 8493"/>
                      <a:gd name="connsiteX5" fmla="*/ 15442 w 17487"/>
                      <a:gd name="connsiteY5" fmla="*/ 3839 h 8493"/>
                      <a:gd name="connsiteX6" fmla="*/ 12959 w 17487"/>
                      <a:gd name="connsiteY6" fmla="*/ 337 h 8493"/>
                      <a:gd name="connsiteX7" fmla="*/ 1433 w 17487"/>
                      <a:gd name="connsiteY7" fmla="*/ 6144 h 8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487" h="8493">
                        <a:moveTo>
                          <a:pt x="1433" y="6144"/>
                        </a:moveTo>
                        <a:cubicBezTo>
                          <a:pt x="679" y="6676"/>
                          <a:pt x="148" y="7075"/>
                          <a:pt x="15" y="7696"/>
                        </a:cubicBezTo>
                        <a:cubicBezTo>
                          <a:pt x="-118" y="8316"/>
                          <a:pt x="679" y="8494"/>
                          <a:pt x="1610" y="8494"/>
                        </a:cubicBezTo>
                        <a:cubicBezTo>
                          <a:pt x="2541" y="8449"/>
                          <a:pt x="3871" y="8095"/>
                          <a:pt x="4891" y="7784"/>
                        </a:cubicBezTo>
                        <a:cubicBezTo>
                          <a:pt x="7462" y="6942"/>
                          <a:pt x="10255" y="6100"/>
                          <a:pt x="12693" y="5125"/>
                        </a:cubicBezTo>
                        <a:cubicBezTo>
                          <a:pt x="13713" y="4726"/>
                          <a:pt x="14688" y="4371"/>
                          <a:pt x="15442" y="3839"/>
                        </a:cubicBezTo>
                        <a:cubicBezTo>
                          <a:pt x="18678" y="1711"/>
                          <a:pt x="18235" y="-949"/>
                          <a:pt x="12959" y="337"/>
                        </a:cubicBezTo>
                        <a:cubicBezTo>
                          <a:pt x="8925" y="1268"/>
                          <a:pt x="4448" y="3883"/>
                          <a:pt x="1433" y="614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76" name="Forme libre : forme 22175">
                    <a:extLst>
                      <a:ext uri="{FF2B5EF4-FFF2-40B4-BE49-F238E27FC236}">
                        <a16:creationId xmlns:a16="http://schemas.microsoft.com/office/drawing/2014/main" id="{56B48E31-4524-4F15-8710-78EA6A39EB76}"/>
                      </a:ext>
                    </a:extLst>
                  </p:cNvPr>
                  <p:cNvSpPr/>
                  <p:nvPr/>
                </p:nvSpPr>
                <p:spPr>
                  <a:xfrm>
                    <a:off x="5431434" y="1222692"/>
                    <a:ext cx="26199" cy="13121"/>
                  </a:xfrm>
                  <a:custGeom>
                    <a:avLst/>
                    <a:gdLst>
                      <a:gd name="connsiteX0" fmla="*/ 26200 w 26199"/>
                      <a:gd name="connsiteY0" fmla="*/ 0 h 13121"/>
                      <a:gd name="connsiteX1" fmla="*/ 14452 w 26199"/>
                      <a:gd name="connsiteY1" fmla="*/ 7581 h 13121"/>
                      <a:gd name="connsiteX2" fmla="*/ 0 w 26199"/>
                      <a:gd name="connsiteY2" fmla="*/ 13122 h 13121"/>
                      <a:gd name="connsiteX3" fmla="*/ 26200 w 26199"/>
                      <a:gd name="connsiteY3" fmla="*/ 0 h 13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199" h="13121">
                        <a:moveTo>
                          <a:pt x="26200" y="0"/>
                        </a:moveTo>
                        <a:cubicBezTo>
                          <a:pt x="23983" y="3192"/>
                          <a:pt x="19417" y="5408"/>
                          <a:pt x="14452" y="7581"/>
                        </a:cubicBezTo>
                        <a:cubicBezTo>
                          <a:pt x="9487" y="9620"/>
                          <a:pt x="4123" y="11570"/>
                          <a:pt x="0" y="13122"/>
                        </a:cubicBezTo>
                        <a:cubicBezTo>
                          <a:pt x="8866" y="9753"/>
                          <a:pt x="18708" y="4344"/>
                          <a:pt x="262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77" name="Forme libre : forme 22176">
                    <a:extLst>
                      <a:ext uri="{FF2B5EF4-FFF2-40B4-BE49-F238E27FC236}">
                        <a16:creationId xmlns:a16="http://schemas.microsoft.com/office/drawing/2014/main" id="{15A97A68-6CCB-4019-B896-33E69F057C5A}"/>
                      </a:ext>
                    </a:extLst>
                  </p:cNvPr>
                  <p:cNvSpPr/>
                  <p:nvPr/>
                </p:nvSpPr>
                <p:spPr>
                  <a:xfrm>
                    <a:off x="5367199" y="1207398"/>
                    <a:ext cx="28549" cy="19461"/>
                  </a:xfrm>
                  <a:custGeom>
                    <a:avLst/>
                    <a:gdLst>
                      <a:gd name="connsiteX0" fmla="*/ 28549 w 28549"/>
                      <a:gd name="connsiteY0" fmla="*/ 0 h 19461"/>
                      <a:gd name="connsiteX1" fmla="*/ 0 w 28549"/>
                      <a:gd name="connsiteY1" fmla="*/ 19461 h 19461"/>
                      <a:gd name="connsiteX2" fmla="*/ 28549 w 28549"/>
                      <a:gd name="connsiteY2" fmla="*/ 0 h 19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549" h="19461">
                        <a:moveTo>
                          <a:pt x="28549" y="0"/>
                        </a:moveTo>
                        <a:cubicBezTo>
                          <a:pt x="15782" y="3414"/>
                          <a:pt x="6118" y="11615"/>
                          <a:pt x="0" y="19461"/>
                        </a:cubicBezTo>
                        <a:cubicBezTo>
                          <a:pt x="5320" y="11836"/>
                          <a:pt x="18043" y="4300"/>
                          <a:pt x="2854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78" name="Forme libre : forme 22177">
                    <a:extLst>
                      <a:ext uri="{FF2B5EF4-FFF2-40B4-BE49-F238E27FC236}">
                        <a16:creationId xmlns:a16="http://schemas.microsoft.com/office/drawing/2014/main" id="{56CD1244-2ECB-4DDE-B73A-D278BBF14C1A}"/>
                      </a:ext>
                    </a:extLst>
                  </p:cNvPr>
                  <p:cNvSpPr/>
                  <p:nvPr/>
                </p:nvSpPr>
                <p:spPr>
                  <a:xfrm>
                    <a:off x="5415365" y="1216177"/>
                    <a:ext cx="16666" cy="3678"/>
                  </a:xfrm>
                  <a:custGeom>
                    <a:avLst/>
                    <a:gdLst>
                      <a:gd name="connsiteX0" fmla="*/ 16557 w 16666"/>
                      <a:gd name="connsiteY0" fmla="*/ 2171 h 3678"/>
                      <a:gd name="connsiteX1" fmla="*/ 6937 w 16666"/>
                      <a:gd name="connsiteY1" fmla="*/ 3678 h 3678"/>
                      <a:gd name="connsiteX2" fmla="*/ 110 w 16666"/>
                      <a:gd name="connsiteY2" fmla="*/ 1728 h 3678"/>
                      <a:gd name="connsiteX3" fmla="*/ 9242 w 16666"/>
                      <a:gd name="connsiteY3" fmla="*/ 43 h 3678"/>
                      <a:gd name="connsiteX4" fmla="*/ 16557 w 16666"/>
                      <a:gd name="connsiteY4" fmla="*/ 2171 h 3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666" h="3678">
                        <a:moveTo>
                          <a:pt x="16557" y="2171"/>
                        </a:moveTo>
                        <a:cubicBezTo>
                          <a:pt x="15582" y="3811"/>
                          <a:pt x="8976" y="3634"/>
                          <a:pt x="6937" y="3678"/>
                        </a:cubicBezTo>
                        <a:cubicBezTo>
                          <a:pt x="4898" y="3589"/>
                          <a:pt x="-865" y="3589"/>
                          <a:pt x="110" y="1728"/>
                        </a:cubicBezTo>
                        <a:cubicBezTo>
                          <a:pt x="1085" y="-179"/>
                          <a:pt x="7292" y="-46"/>
                          <a:pt x="9242" y="43"/>
                        </a:cubicBezTo>
                        <a:cubicBezTo>
                          <a:pt x="11193" y="43"/>
                          <a:pt x="17577" y="486"/>
                          <a:pt x="16557" y="217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79" name="Forme libre : forme 22178">
                    <a:extLst>
                      <a:ext uri="{FF2B5EF4-FFF2-40B4-BE49-F238E27FC236}">
                        <a16:creationId xmlns:a16="http://schemas.microsoft.com/office/drawing/2014/main" id="{DCD31F67-633B-4F01-9F50-C7C9272F3C51}"/>
                      </a:ext>
                    </a:extLst>
                  </p:cNvPr>
                  <p:cNvSpPr/>
                  <p:nvPr/>
                </p:nvSpPr>
                <p:spPr>
                  <a:xfrm>
                    <a:off x="5429779" y="1217154"/>
                    <a:ext cx="4728" cy="1564"/>
                  </a:xfrm>
                  <a:custGeom>
                    <a:avLst/>
                    <a:gdLst>
                      <a:gd name="connsiteX0" fmla="*/ 4714 w 4728"/>
                      <a:gd name="connsiteY0" fmla="*/ 617 h 1564"/>
                      <a:gd name="connsiteX1" fmla="*/ 2586 w 4728"/>
                      <a:gd name="connsiteY1" fmla="*/ 1548 h 1564"/>
                      <a:gd name="connsiteX2" fmla="*/ 15 w 4728"/>
                      <a:gd name="connsiteY2" fmla="*/ 928 h 1564"/>
                      <a:gd name="connsiteX3" fmla="*/ 2054 w 4728"/>
                      <a:gd name="connsiteY3" fmla="*/ 41 h 1564"/>
                      <a:gd name="connsiteX4" fmla="*/ 4714 w 4728"/>
                      <a:gd name="connsiteY4" fmla="*/ 617 h 1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28" h="1564">
                        <a:moveTo>
                          <a:pt x="4714" y="617"/>
                        </a:moveTo>
                        <a:cubicBezTo>
                          <a:pt x="4892" y="1238"/>
                          <a:pt x="3384" y="1504"/>
                          <a:pt x="2586" y="1548"/>
                        </a:cubicBezTo>
                        <a:cubicBezTo>
                          <a:pt x="1788" y="1593"/>
                          <a:pt x="193" y="1593"/>
                          <a:pt x="15" y="928"/>
                        </a:cubicBezTo>
                        <a:cubicBezTo>
                          <a:pt x="-162" y="307"/>
                          <a:pt x="1256" y="85"/>
                          <a:pt x="2054" y="41"/>
                        </a:cubicBezTo>
                        <a:cubicBezTo>
                          <a:pt x="2852" y="-48"/>
                          <a:pt x="4493" y="-48"/>
                          <a:pt x="4714" y="6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80" name="Forme libre : forme 22179">
                    <a:extLst>
                      <a:ext uri="{FF2B5EF4-FFF2-40B4-BE49-F238E27FC236}">
                        <a16:creationId xmlns:a16="http://schemas.microsoft.com/office/drawing/2014/main" id="{FE32F7F8-A325-44C5-9FEA-88B1A3EFF550}"/>
                      </a:ext>
                    </a:extLst>
                  </p:cNvPr>
                  <p:cNvSpPr/>
                  <p:nvPr/>
                </p:nvSpPr>
                <p:spPr>
                  <a:xfrm>
                    <a:off x="5413957" y="1204896"/>
                    <a:ext cx="42162" cy="15982"/>
                  </a:xfrm>
                  <a:custGeom>
                    <a:avLst/>
                    <a:gdLst>
                      <a:gd name="connsiteX0" fmla="*/ 32107 w 42162"/>
                      <a:gd name="connsiteY0" fmla="*/ 6093 h 15982"/>
                      <a:gd name="connsiteX1" fmla="*/ 41948 w 42162"/>
                      <a:gd name="connsiteY1" fmla="*/ 13496 h 15982"/>
                      <a:gd name="connsiteX2" fmla="*/ 38934 w 42162"/>
                      <a:gd name="connsiteY2" fmla="*/ 15979 h 15982"/>
                      <a:gd name="connsiteX3" fmla="*/ 34146 w 42162"/>
                      <a:gd name="connsiteY3" fmla="*/ 14161 h 15982"/>
                      <a:gd name="connsiteX4" fmla="*/ 19428 w 42162"/>
                      <a:gd name="connsiteY4" fmla="*/ 8221 h 15982"/>
                      <a:gd name="connsiteX5" fmla="*/ 7547 w 42162"/>
                      <a:gd name="connsiteY5" fmla="*/ 6669 h 15982"/>
                      <a:gd name="connsiteX6" fmla="*/ 277 w 42162"/>
                      <a:gd name="connsiteY6" fmla="*/ 3167 h 15982"/>
                      <a:gd name="connsiteX7" fmla="*/ 22132 w 42162"/>
                      <a:gd name="connsiteY7" fmla="*/ 1084 h 15982"/>
                      <a:gd name="connsiteX8" fmla="*/ 32107 w 42162"/>
                      <a:gd name="connsiteY8" fmla="*/ 6093 h 15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162" h="15982">
                        <a:moveTo>
                          <a:pt x="32107" y="6093"/>
                        </a:moveTo>
                        <a:cubicBezTo>
                          <a:pt x="36540" y="8310"/>
                          <a:pt x="39687" y="10171"/>
                          <a:pt x="41948" y="13496"/>
                        </a:cubicBezTo>
                        <a:cubicBezTo>
                          <a:pt x="42790" y="14737"/>
                          <a:pt x="41017" y="16067"/>
                          <a:pt x="38934" y="15979"/>
                        </a:cubicBezTo>
                        <a:cubicBezTo>
                          <a:pt x="36806" y="15846"/>
                          <a:pt x="35565" y="14959"/>
                          <a:pt x="34146" y="14161"/>
                        </a:cubicBezTo>
                        <a:cubicBezTo>
                          <a:pt x="29846" y="11501"/>
                          <a:pt x="24969" y="9728"/>
                          <a:pt x="19428" y="8221"/>
                        </a:cubicBezTo>
                        <a:cubicBezTo>
                          <a:pt x="17699" y="7777"/>
                          <a:pt x="12246" y="7245"/>
                          <a:pt x="7547" y="6669"/>
                        </a:cubicBezTo>
                        <a:cubicBezTo>
                          <a:pt x="2848" y="5960"/>
                          <a:pt x="-1097" y="5206"/>
                          <a:pt x="277" y="3167"/>
                        </a:cubicBezTo>
                        <a:cubicBezTo>
                          <a:pt x="3026" y="-1044"/>
                          <a:pt x="17433" y="-291"/>
                          <a:pt x="22132" y="1084"/>
                        </a:cubicBezTo>
                        <a:cubicBezTo>
                          <a:pt x="26920" y="2369"/>
                          <a:pt x="28738" y="4364"/>
                          <a:pt x="32107" y="609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14" name="Graphique 2">
                  <a:extLst>
                    <a:ext uri="{FF2B5EF4-FFF2-40B4-BE49-F238E27FC236}">
                      <a16:creationId xmlns:a16="http://schemas.microsoft.com/office/drawing/2014/main" id="{C26C7333-525C-4BB1-A656-B07EC0279B9B}"/>
                    </a:ext>
                  </a:extLst>
                </p:cNvPr>
                <p:cNvGrpSpPr/>
                <p:nvPr/>
              </p:nvGrpSpPr>
              <p:grpSpPr>
                <a:xfrm>
                  <a:off x="5460432" y="1209688"/>
                  <a:ext cx="83237" cy="60017"/>
                  <a:chOff x="5460432" y="1209688"/>
                  <a:chExt cx="83237" cy="60017"/>
                </a:xfrm>
                <a:solidFill>
                  <a:schemeClr val="accent1"/>
                </a:solidFill>
              </p:grpSpPr>
              <p:sp>
                <p:nvSpPr>
                  <p:cNvPr id="22157" name="Forme libre : forme 22156">
                    <a:extLst>
                      <a:ext uri="{FF2B5EF4-FFF2-40B4-BE49-F238E27FC236}">
                        <a16:creationId xmlns:a16="http://schemas.microsoft.com/office/drawing/2014/main" id="{B6D9D5A1-F96D-4547-9F83-766FF779EF20}"/>
                      </a:ext>
                    </a:extLst>
                  </p:cNvPr>
                  <p:cNvSpPr/>
                  <p:nvPr/>
                </p:nvSpPr>
                <p:spPr>
                  <a:xfrm>
                    <a:off x="5460432" y="1209688"/>
                    <a:ext cx="83237" cy="60016"/>
                  </a:xfrm>
                  <a:custGeom>
                    <a:avLst/>
                    <a:gdLst>
                      <a:gd name="connsiteX0" fmla="*/ 47340 w 83237"/>
                      <a:gd name="connsiteY0" fmla="*/ 50553 h 60016"/>
                      <a:gd name="connsiteX1" fmla="*/ 41932 w 83237"/>
                      <a:gd name="connsiteY1" fmla="*/ 46607 h 60016"/>
                      <a:gd name="connsiteX2" fmla="*/ 35238 w 83237"/>
                      <a:gd name="connsiteY2" fmla="*/ 42130 h 60016"/>
                      <a:gd name="connsiteX3" fmla="*/ 31869 w 83237"/>
                      <a:gd name="connsiteY3" fmla="*/ 39736 h 60016"/>
                      <a:gd name="connsiteX4" fmla="*/ 28943 w 83237"/>
                      <a:gd name="connsiteY4" fmla="*/ 38007 h 60016"/>
                      <a:gd name="connsiteX5" fmla="*/ 23889 w 83237"/>
                      <a:gd name="connsiteY5" fmla="*/ 35170 h 60016"/>
                      <a:gd name="connsiteX6" fmla="*/ 1236 w 83237"/>
                      <a:gd name="connsiteY6" fmla="*/ 15088 h 60016"/>
                      <a:gd name="connsiteX7" fmla="*/ 3142 w 83237"/>
                      <a:gd name="connsiteY7" fmla="*/ 5246 h 60016"/>
                      <a:gd name="connsiteX8" fmla="*/ 18835 w 83237"/>
                      <a:gd name="connsiteY8" fmla="*/ 148 h 60016"/>
                      <a:gd name="connsiteX9" fmla="*/ 39272 w 83237"/>
                      <a:gd name="connsiteY9" fmla="*/ 3606 h 60016"/>
                      <a:gd name="connsiteX10" fmla="*/ 46675 w 83237"/>
                      <a:gd name="connsiteY10" fmla="*/ 7153 h 60016"/>
                      <a:gd name="connsiteX11" fmla="*/ 50931 w 83237"/>
                      <a:gd name="connsiteY11" fmla="*/ 9591 h 60016"/>
                      <a:gd name="connsiteX12" fmla="*/ 54788 w 83237"/>
                      <a:gd name="connsiteY12" fmla="*/ 12206 h 60016"/>
                      <a:gd name="connsiteX13" fmla="*/ 62191 w 83237"/>
                      <a:gd name="connsiteY13" fmla="*/ 17437 h 60016"/>
                      <a:gd name="connsiteX14" fmla="*/ 67910 w 83237"/>
                      <a:gd name="connsiteY14" fmla="*/ 22136 h 60016"/>
                      <a:gd name="connsiteX15" fmla="*/ 75136 w 83237"/>
                      <a:gd name="connsiteY15" fmla="*/ 29495 h 60016"/>
                      <a:gd name="connsiteX16" fmla="*/ 79480 w 83237"/>
                      <a:gd name="connsiteY16" fmla="*/ 36854 h 60016"/>
                      <a:gd name="connsiteX17" fmla="*/ 83204 w 83237"/>
                      <a:gd name="connsiteY17" fmla="*/ 51882 h 60016"/>
                      <a:gd name="connsiteX18" fmla="*/ 77574 w 83237"/>
                      <a:gd name="connsiteY18" fmla="*/ 59951 h 60016"/>
                      <a:gd name="connsiteX19" fmla="*/ 62812 w 83237"/>
                      <a:gd name="connsiteY19" fmla="*/ 58310 h 60016"/>
                      <a:gd name="connsiteX20" fmla="*/ 47340 w 83237"/>
                      <a:gd name="connsiteY20" fmla="*/ 50553 h 60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83237" h="60016">
                        <a:moveTo>
                          <a:pt x="47340" y="50553"/>
                        </a:moveTo>
                        <a:cubicBezTo>
                          <a:pt x="45877" y="49533"/>
                          <a:pt x="43971" y="48159"/>
                          <a:pt x="41932" y="46607"/>
                        </a:cubicBezTo>
                        <a:cubicBezTo>
                          <a:pt x="39848" y="45189"/>
                          <a:pt x="37543" y="43681"/>
                          <a:pt x="35238" y="42130"/>
                        </a:cubicBezTo>
                        <a:cubicBezTo>
                          <a:pt x="34085" y="41332"/>
                          <a:pt x="32977" y="40534"/>
                          <a:pt x="31869" y="39736"/>
                        </a:cubicBezTo>
                        <a:cubicBezTo>
                          <a:pt x="30849" y="39159"/>
                          <a:pt x="29874" y="38539"/>
                          <a:pt x="28943" y="38007"/>
                        </a:cubicBezTo>
                        <a:cubicBezTo>
                          <a:pt x="27170" y="36766"/>
                          <a:pt x="25219" y="36012"/>
                          <a:pt x="23889" y="35170"/>
                        </a:cubicBezTo>
                        <a:cubicBezTo>
                          <a:pt x="13205" y="29673"/>
                          <a:pt x="7531" y="23777"/>
                          <a:pt x="1236" y="15088"/>
                        </a:cubicBezTo>
                        <a:cubicBezTo>
                          <a:pt x="-981" y="12162"/>
                          <a:pt x="-138" y="7153"/>
                          <a:pt x="3142" y="5246"/>
                        </a:cubicBezTo>
                        <a:cubicBezTo>
                          <a:pt x="7886" y="2542"/>
                          <a:pt x="12939" y="636"/>
                          <a:pt x="18835" y="148"/>
                        </a:cubicBezTo>
                        <a:cubicBezTo>
                          <a:pt x="24731" y="-384"/>
                          <a:pt x="31470" y="459"/>
                          <a:pt x="39272" y="3606"/>
                        </a:cubicBezTo>
                        <a:cubicBezTo>
                          <a:pt x="41311" y="4537"/>
                          <a:pt x="43927" y="5512"/>
                          <a:pt x="46675" y="7153"/>
                        </a:cubicBezTo>
                        <a:cubicBezTo>
                          <a:pt x="48049" y="7951"/>
                          <a:pt x="49468" y="8748"/>
                          <a:pt x="50931" y="9591"/>
                        </a:cubicBezTo>
                        <a:cubicBezTo>
                          <a:pt x="52261" y="10433"/>
                          <a:pt x="53502" y="11320"/>
                          <a:pt x="54788" y="12206"/>
                        </a:cubicBezTo>
                        <a:cubicBezTo>
                          <a:pt x="57315" y="13980"/>
                          <a:pt x="59841" y="15797"/>
                          <a:pt x="62191" y="17437"/>
                        </a:cubicBezTo>
                        <a:cubicBezTo>
                          <a:pt x="64496" y="19122"/>
                          <a:pt x="66314" y="20807"/>
                          <a:pt x="67910" y="22136"/>
                        </a:cubicBezTo>
                        <a:cubicBezTo>
                          <a:pt x="70791" y="24663"/>
                          <a:pt x="73229" y="27057"/>
                          <a:pt x="75136" y="29495"/>
                        </a:cubicBezTo>
                        <a:cubicBezTo>
                          <a:pt x="76953" y="31978"/>
                          <a:pt x="78372" y="34416"/>
                          <a:pt x="79480" y="36854"/>
                        </a:cubicBezTo>
                        <a:cubicBezTo>
                          <a:pt x="81741" y="41686"/>
                          <a:pt x="82716" y="46607"/>
                          <a:pt x="83204" y="51882"/>
                        </a:cubicBezTo>
                        <a:cubicBezTo>
                          <a:pt x="83559" y="55518"/>
                          <a:pt x="81032" y="59773"/>
                          <a:pt x="77574" y="59951"/>
                        </a:cubicBezTo>
                        <a:cubicBezTo>
                          <a:pt x="72564" y="60217"/>
                          <a:pt x="67821" y="59685"/>
                          <a:pt x="62812" y="58310"/>
                        </a:cubicBezTo>
                        <a:cubicBezTo>
                          <a:pt x="57891" y="56981"/>
                          <a:pt x="52970" y="54232"/>
                          <a:pt x="47340" y="5055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58" name="Forme libre : forme 22157">
                    <a:extLst>
                      <a:ext uri="{FF2B5EF4-FFF2-40B4-BE49-F238E27FC236}">
                        <a16:creationId xmlns:a16="http://schemas.microsoft.com/office/drawing/2014/main" id="{5E96231B-80D4-4485-9B86-1183373D5D9A}"/>
                      </a:ext>
                    </a:extLst>
                  </p:cNvPr>
                  <p:cNvSpPr/>
                  <p:nvPr/>
                </p:nvSpPr>
                <p:spPr>
                  <a:xfrm>
                    <a:off x="5460503" y="1220475"/>
                    <a:ext cx="77768" cy="49229"/>
                  </a:xfrm>
                  <a:custGeom>
                    <a:avLst/>
                    <a:gdLst>
                      <a:gd name="connsiteX0" fmla="*/ 33260 w 77768"/>
                      <a:gd name="connsiteY0" fmla="*/ 14984 h 49229"/>
                      <a:gd name="connsiteX1" fmla="*/ 15927 w 77768"/>
                      <a:gd name="connsiteY1" fmla="*/ 7980 h 49229"/>
                      <a:gd name="connsiteX2" fmla="*/ 12 w 77768"/>
                      <a:gd name="connsiteY2" fmla="*/ 0 h 49229"/>
                      <a:gd name="connsiteX3" fmla="*/ 1209 w 77768"/>
                      <a:gd name="connsiteY3" fmla="*/ 4300 h 49229"/>
                      <a:gd name="connsiteX4" fmla="*/ 4445 w 77768"/>
                      <a:gd name="connsiteY4" fmla="*/ 8512 h 49229"/>
                      <a:gd name="connsiteX5" fmla="*/ 14819 w 77768"/>
                      <a:gd name="connsiteY5" fmla="*/ 18752 h 49229"/>
                      <a:gd name="connsiteX6" fmla="*/ 23862 w 77768"/>
                      <a:gd name="connsiteY6" fmla="*/ 24338 h 49229"/>
                      <a:gd name="connsiteX7" fmla="*/ 27497 w 77768"/>
                      <a:gd name="connsiteY7" fmla="*/ 26288 h 49229"/>
                      <a:gd name="connsiteX8" fmla="*/ 31576 w 77768"/>
                      <a:gd name="connsiteY8" fmla="*/ 28727 h 49229"/>
                      <a:gd name="connsiteX9" fmla="*/ 36452 w 77768"/>
                      <a:gd name="connsiteY9" fmla="*/ 32096 h 49229"/>
                      <a:gd name="connsiteX10" fmla="*/ 41284 w 77768"/>
                      <a:gd name="connsiteY10" fmla="*/ 35332 h 49229"/>
                      <a:gd name="connsiteX11" fmla="*/ 45496 w 77768"/>
                      <a:gd name="connsiteY11" fmla="*/ 38435 h 49229"/>
                      <a:gd name="connsiteX12" fmla="*/ 47313 w 77768"/>
                      <a:gd name="connsiteY12" fmla="*/ 39721 h 49229"/>
                      <a:gd name="connsiteX13" fmla="*/ 53076 w 77768"/>
                      <a:gd name="connsiteY13" fmla="*/ 43223 h 49229"/>
                      <a:gd name="connsiteX14" fmla="*/ 58485 w 77768"/>
                      <a:gd name="connsiteY14" fmla="*/ 45971 h 49229"/>
                      <a:gd name="connsiteX15" fmla="*/ 72892 w 77768"/>
                      <a:gd name="connsiteY15" fmla="*/ 49163 h 49229"/>
                      <a:gd name="connsiteX16" fmla="*/ 77591 w 77768"/>
                      <a:gd name="connsiteY16" fmla="*/ 49163 h 49229"/>
                      <a:gd name="connsiteX17" fmla="*/ 77769 w 77768"/>
                      <a:gd name="connsiteY17" fmla="*/ 49119 h 49229"/>
                      <a:gd name="connsiteX18" fmla="*/ 67306 w 77768"/>
                      <a:gd name="connsiteY18" fmla="*/ 39455 h 49229"/>
                      <a:gd name="connsiteX19" fmla="*/ 56401 w 77768"/>
                      <a:gd name="connsiteY19" fmla="*/ 30234 h 49229"/>
                      <a:gd name="connsiteX20" fmla="*/ 45008 w 77768"/>
                      <a:gd name="connsiteY20" fmla="*/ 21855 h 49229"/>
                      <a:gd name="connsiteX21" fmla="*/ 39156 w 77768"/>
                      <a:gd name="connsiteY21" fmla="*/ 18043 h 49229"/>
                      <a:gd name="connsiteX22" fmla="*/ 33260 w 77768"/>
                      <a:gd name="connsiteY22" fmla="*/ 14984 h 49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77768" h="49229">
                        <a:moveTo>
                          <a:pt x="33260" y="14984"/>
                        </a:moveTo>
                        <a:cubicBezTo>
                          <a:pt x="27630" y="12501"/>
                          <a:pt x="21646" y="10329"/>
                          <a:pt x="15927" y="7980"/>
                        </a:cubicBezTo>
                        <a:cubicBezTo>
                          <a:pt x="10164" y="5807"/>
                          <a:pt x="4711" y="3147"/>
                          <a:pt x="12" y="0"/>
                        </a:cubicBezTo>
                        <a:cubicBezTo>
                          <a:pt x="-77" y="1552"/>
                          <a:pt x="322" y="3103"/>
                          <a:pt x="1209" y="4300"/>
                        </a:cubicBezTo>
                        <a:cubicBezTo>
                          <a:pt x="2362" y="5763"/>
                          <a:pt x="3426" y="7182"/>
                          <a:pt x="4445" y="8512"/>
                        </a:cubicBezTo>
                        <a:cubicBezTo>
                          <a:pt x="7548" y="12368"/>
                          <a:pt x="10784" y="15782"/>
                          <a:pt x="14819" y="18752"/>
                        </a:cubicBezTo>
                        <a:cubicBezTo>
                          <a:pt x="17434" y="20703"/>
                          <a:pt x="20404" y="22520"/>
                          <a:pt x="23862" y="24338"/>
                        </a:cubicBezTo>
                        <a:cubicBezTo>
                          <a:pt x="24882" y="24914"/>
                          <a:pt x="26123" y="25579"/>
                          <a:pt x="27497" y="26288"/>
                        </a:cubicBezTo>
                        <a:cubicBezTo>
                          <a:pt x="28783" y="27086"/>
                          <a:pt x="30157" y="27928"/>
                          <a:pt x="31576" y="28727"/>
                        </a:cubicBezTo>
                        <a:cubicBezTo>
                          <a:pt x="33172" y="29835"/>
                          <a:pt x="34812" y="30943"/>
                          <a:pt x="36452" y="32096"/>
                        </a:cubicBezTo>
                        <a:cubicBezTo>
                          <a:pt x="38092" y="33204"/>
                          <a:pt x="39733" y="34312"/>
                          <a:pt x="41284" y="35332"/>
                        </a:cubicBezTo>
                        <a:cubicBezTo>
                          <a:pt x="42791" y="36440"/>
                          <a:pt x="44254" y="37504"/>
                          <a:pt x="45496" y="38435"/>
                        </a:cubicBezTo>
                        <a:cubicBezTo>
                          <a:pt x="46161" y="38878"/>
                          <a:pt x="46781" y="39322"/>
                          <a:pt x="47313" y="39721"/>
                        </a:cubicBezTo>
                        <a:cubicBezTo>
                          <a:pt x="49264" y="41051"/>
                          <a:pt x="51214" y="42203"/>
                          <a:pt x="53076" y="43223"/>
                        </a:cubicBezTo>
                        <a:cubicBezTo>
                          <a:pt x="54894" y="44331"/>
                          <a:pt x="56711" y="45218"/>
                          <a:pt x="58485" y="45971"/>
                        </a:cubicBezTo>
                        <a:cubicBezTo>
                          <a:pt x="63361" y="48011"/>
                          <a:pt x="68193" y="48764"/>
                          <a:pt x="72892" y="49163"/>
                        </a:cubicBezTo>
                        <a:cubicBezTo>
                          <a:pt x="74444" y="49252"/>
                          <a:pt x="75995" y="49252"/>
                          <a:pt x="77591" y="49163"/>
                        </a:cubicBezTo>
                        <a:lnTo>
                          <a:pt x="77769" y="49119"/>
                        </a:lnTo>
                        <a:cubicBezTo>
                          <a:pt x="74399" y="45794"/>
                          <a:pt x="70897" y="42558"/>
                          <a:pt x="67306" y="39455"/>
                        </a:cubicBezTo>
                        <a:cubicBezTo>
                          <a:pt x="63760" y="36263"/>
                          <a:pt x="60169" y="33071"/>
                          <a:pt x="56401" y="30234"/>
                        </a:cubicBezTo>
                        <a:cubicBezTo>
                          <a:pt x="52677" y="27264"/>
                          <a:pt x="48953" y="24338"/>
                          <a:pt x="45008" y="21855"/>
                        </a:cubicBezTo>
                        <a:lnTo>
                          <a:pt x="39156" y="18043"/>
                        </a:lnTo>
                        <a:cubicBezTo>
                          <a:pt x="37206" y="16934"/>
                          <a:pt x="35255" y="15915"/>
                          <a:pt x="33260" y="1498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59" name="Forme libre : forme 22158">
                    <a:extLst>
                      <a:ext uri="{FF2B5EF4-FFF2-40B4-BE49-F238E27FC236}">
                        <a16:creationId xmlns:a16="http://schemas.microsoft.com/office/drawing/2014/main" id="{EEDA8B35-A550-4C73-9BA8-549B7E698AFD}"/>
                      </a:ext>
                    </a:extLst>
                  </p:cNvPr>
                  <p:cNvSpPr/>
                  <p:nvPr/>
                </p:nvSpPr>
                <p:spPr>
                  <a:xfrm>
                    <a:off x="5492089" y="1227950"/>
                    <a:ext cx="36528" cy="28188"/>
                  </a:xfrm>
                  <a:custGeom>
                    <a:avLst/>
                    <a:gdLst>
                      <a:gd name="connsiteX0" fmla="*/ 36075 w 36528"/>
                      <a:gd name="connsiteY0" fmla="*/ 27458 h 28188"/>
                      <a:gd name="connsiteX1" fmla="*/ 14663 w 36528"/>
                      <a:gd name="connsiteY1" fmla="*/ 17794 h 28188"/>
                      <a:gd name="connsiteX2" fmla="*/ 5132 w 36528"/>
                      <a:gd name="connsiteY2" fmla="*/ 9947 h 28188"/>
                      <a:gd name="connsiteX3" fmla="*/ 211 w 36528"/>
                      <a:gd name="connsiteY3" fmla="*/ 1657 h 28188"/>
                      <a:gd name="connsiteX4" fmla="*/ 10053 w 36528"/>
                      <a:gd name="connsiteY4" fmla="*/ 1569 h 28188"/>
                      <a:gd name="connsiteX5" fmla="*/ 21313 w 36528"/>
                      <a:gd name="connsiteY5" fmla="*/ 8307 h 28188"/>
                      <a:gd name="connsiteX6" fmla="*/ 36075 w 36528"/>
                      <a:gd name="connsiteY6" fmla="*/ 27458 h 28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528" h="28188">
                        <a:moveTo>
                          <a:pt x="36075" y="27458"/>
                        </a:moveTo>
                        <a:cubicBezTo>
                          <a:pt x="33194" y="30960"/>
                          <a:pt x="19362" y="20897"/>
                          <a:pt x="14663" y="17794"/>
                        </a:cubicBezTo>
                        <a:cubicBezTo>
                          <a:pt x="12314" y="16287"/>
                          <a:pt x="8324" y="12873"/>
                          <a:pt x="5132" y="9947"/>
                        </a:cubicBezTo>
                        <a:cubicBezTo>
                          <a:pt x="2029" y="6933"/>
                          <a:pt x="-808" y="4096"/>
                          <a:pt x="211" y="1657"/>
                        </a:cubicBezTo>
                        <a:cubicBezTo>
                          <a:pt x="1142" y="-648"/>
                          <a:pt x="5487" y="-426"/>
                          <a:pt x="10053" y="1569"/>
                        </a:cubicBezTo>
                        <a:cubicBezTo>
                          <a:pt x="14663" y="3386"/>
                          <a:pt x="18963" y="6711"/>
                          <a:pt x="21313" y="8307"/>
                        </a:cubicBezTo>
                        <a:cubicBezTo>
                          <a:pt x="25879" y="11632"/>
                          <a:pt x="39134" y="23690"/>
                          <a:pt x="36075" y="2745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60" name="Forme libre : forme 22159">
                    <a:extLst>
                      <a:ext uri="{FF2B5EF4-FFF2-40B4-BE49-F238E27FC236}">
                        <a16:creationId xmlns:a16="http://schemas.microsoft.com/office/drawing/2014/main" id="{80555671-D807-4D85-B9F5-37F3D80A8BDA}"/>
                      </a:ext>
                    </a:extLst>
                  </p:cNvPr>
                  <p:cNvSpPr/>
                  <p:nvPr/>
                </p:nvSpPr>
                <p:spPr>
                  <a:xfrm>
                    <a:off x="5492009" y="1227974"/>
                    <a:ext cx="22678" cy="22867"/>
                  </a:xfrm>
                  <a:custGeom>
                    <a:avLst/>
                    <a:gdLst>
                      <a:gd name="connsiteX0" fmla="*/ 10843 w 22678"/>
                      <a:gd name="connsiteY0" fmla="*/ 2077 h 22867"/>
                      <a:gd name="connsiteX1" fmla="*/ 26 w 22678"/>
                      <a:gd name="connsiteY1" fmla="*/ 1589 h 22867"/>
                      <a:gd name="connsiteX2" fmla="*/ 5168 w 22678"/>
                      <a:gd name="connsiteY2" fmla="*/ 9923 h 22867"/>
                      <a:gd name="connsiteX3" fmla="*/ 14877 w 22678"/>
                      <a:gd name="connsiteY3" fmla="*/ 17903 h 22867"/>
                      <a:gd name="connsiteX4" fmla="*/ 22679 w 22678"/>
                      <a:gd name="connsiteY4" fmla="*/ 22868 h 22867"/>
                      <a:gd name="connsiteX5" fmla="*/ 19000 w 22678"/>
                      <a:gd name="connsiteY5" fmla="*/ 19543 h 22867"/>
                      <a:gd name="connsiteX6" fmla="*/ 10843 w 22678"/>
                      <a:gd name="connsiteY6" fmla="*/ 2077 h 2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678" h="22867">
                        <a:moveTo>
                          <a:pt x="10843" y="2077"/>
                        </a:moveTo>
                        <a:cubicBezTo>
                          <a:pt x="7917" y="1190"/>
                          <a:pt x="425" y="-1824"/>
                          <a:pt x="26" y="1589"/>
                        </a:cubicBezTo>
                        <a:cubicBezTo>
                          <a:pt x="-284" y="4293"/>
                          <a:pt x="2242" y="7042"/>
                          <a:pt x="5168" y="9923"/>
                        </a:cubicBezTo>
                        <a:cubicBezTo>
                          <a:pt x="8183" y="12672"/>
                          <a:pt x="11951" y="15952"/>
                          <a:pt x="14877" y="17903"/>
                        </a:cubicBezTo>
                        <a:cubicBezTo>
                          <a:pt x="16650" y="19011"/>
                          <a:pt x="20507" y="21760"/>
                          <a:pt x="22679" y="22868"/>
                        </a:cubicBezTo>
                        <a:cubicBezTo>
                          <a:pt x="21615" y="21981"/>
                          <a:pt x="19842" y="20563"/>
                          <a:pt x="19000" y="19543"/>
                        </a:cubicBezTo>
                        <a:cubicBezTo>
                          <a:pt x="14123" y="14046"/>
                          <a:pt x="8493" y="6997"/>
                          <a:pt x="10843" y="207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61" name="Forme libre : forme 22160">
                    <a:extLst>
                      <a:ext uri="{FF2B5EF4-FFF2-40B4-BE49-F238E27FC236}">
                        <a16:creationId xmlns:a16="http://schemas.microsoft.com/office/drawing/2014/main" id="{4CBDAFAC-A9E0-4FC7-A376-0D79FE333B20}"/>
                      </a:ext>
                    </a:extLst>
                  </p:cNvPr>
                  <p:cNvSpPr/>
                  <p:nvPr/>
                </p:nvSpPr>
                <p:spPr>
                  <a:xfrm>
                    <a:off x="5493590" y="1230137"/>
                    <a:ext cx="36328" cy="28235"/>
                  </a:xfrm>
                  <a:custGeom>
                    <a:avLst/>
                    <a:gdLst>
                      <a:gd name="connsiteX0" fmla="*/ 35594 w 36328"/>
                      <a:gd name="connsiteY0" fmla="*/ 27754 h 28235"/>
                      <a:gd name="connsiteX1" fmla="*/ 25176 w 36328"/>
                      <a:gd name="connsiteY1" fmla="*/ 25005 h 28235"/>
                      <a:gd name="connsiteX2" fmla="*/ 14005 w 36328"/>
                      <a:gd name="connsiteY2" fmla="*/ 17912 h 28235"/>
                      <a:gd name="connsiteX3" fmla="*/ 4606 w 36328"/>
                      <a:gd name="connsiteY3" fmla="*/ 10022 h 28235"/>
                      <a:gd name="connsiteX4" fmla="*/ 173 w 36328"/>
                      <a:gd name="connsiteY4" fmla="*/ 1687 h 28235"/>
                      <a:gd name="connsiteX5" fmla="*/ 3675 w 36328"/>
                      <a:gd name="connsiteY5" fmla="*/ 3 h 28235"/>
                      <a:gd name="connsiteX6" fmla="*/ 9882 w 36328"/>
                      <a:gd name="connsiteY6" fmla="*/ 1776 h 28235"/>
                      <a:gd name="connsiteX7" fmla="*/ 20876 w 36328"/>
                      <a:gd name="connsiteY7" fmla="*/ 8559 h 28235"/>
                      <a:gd name="connsiteX8" fmla="*/ 31515 w 36328"/>
                      <a:gd name="connsiteY8" fmla="*/ 18223 h 28235"/>
                      <a:gd name="connsiteX9" fmla="*/ 35594 w 36328"/>
                      <a:gd name="connsiteY9" fmla="*/ 27754 h 28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6328" h="28235">
                        <a:moveTo>
                          <a:pt x="35594" y="27754"/>
                        </a:moveTo>
                        <a:cubicBezTo>
                          <a:pt x="33510" y="29128"/>
                          <a:pt x="29432" y="27355"/>
                          <a:pt x="25176" y="25005"/>
                        </a:cubicBezTo>
                        <a:cubicBezTo>
                          <a:pt x="20832" y="22745"/>
                          <a:pt x="16487" y="19641"/>
                          <a:pt x="14005" y="17912"/>
                        </a:cubicBezTo>
                        <a:cubicBezTo>
                          <a:pt x="11433" y="16272"/>
                          <a:pt x="7577" y="13258"/>
                          <a:pt x="4606" y="10022"/>
                        </a:cubicBezTo>
                        <a:cubicBezTo>
                          <a:pt x="1680" y="7184"/>
                          <a:pt x="-669" y="4081"/>
                          <a:pt x="173" y="1687"/>
                        </a:cubicBezTo>
                        <a:cubicBezTo>
                          <a:pt x="617" y="446"/>
                          <a:pt x="1902" y="-41"/>
                          <a:pt x="3675" y="3"/>
                        </a:cubicBezTo>
                        <a:cubicBezTo>
                          <a:pt x="5404" y="136"/>
                          <a:pt x="7577" y="801"/>
                          <a:pt x="9882" y="1776"/>
                        </a:cubicBezTo>
                        <a:cubicBezTo>
                          <a:pt x="14182" y="3904"/>
                          <a:pt x="18748" y="7096"/>
                          <a:pt x="20876" y="8559"/>
                        </a:cubicBezTo>
                        <a:cubicBezTo>
                          <a:pt x="22959" y="10110"/>
                          <a:pt x="27703" y="14233"/>
                          <a:pt x="31515" y="18223"/>
                        </a:cubicBezTo>
                        <a:cubicBezTo>
                          <a:pt x="35150" y="22301"/>
                          <a:pt x="37633" y="26424"/>
                          <a:pt x="35594" y="2775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62" name="Forme libre : forme 22161">
                    <a:extLst>
                      <a:ext uri="{FF2B5EF4-FFF2-40B4-BE49-F238E27FC236}">
                        <a16:creationId xmlns:a16="http://schemas.microsoft.com/office/drawing/2014/main" id="{000002FF-B7AF-4E60-AA11-D896D6D7F99A}"/>
                      </a:ext>
                    </a:extLst>
                  </p:cNvPr>
                  <p:cNvSpPr/>
                  <p:nvPr/>
                </p:nvSpPr>
                <p:spPr>
                  <a:xfrm>
                    <a:off x="5472734" y="1216643"/>
                    <a:ext cx="44021" cy="38688"/>
                  </a:xfrm>
                  <a:custGeom>
                    <a:avLst/>
                    <a:gdLst>
                      <a:gd name="connsiteX0" fmla="*/ 61 w 44021"/>
                      <a:gd name="connsiteY0" fmla="*/ 6714 h 38688"/>
                      <a:gd name="connsiteX1" fmla="*/ 3874 w 44021"/>
                      <a:gd name="connsiteY1" fmla="*/ 13541 h 38688"/>
                      <a:gd name="connsiteX2" fmla="*/ 17661 w 44021"/>
                      <a:gd name="connsiteY2" fmla="*/ 27328 h 38688"/>
                      <a:gd name="connsiteX3" fmla="*/ 21340 w 44021"/>
                      <a:gd name="connsiteY3" fmla="*/ 30032 h 38688"/>
                      <a:gd name="connsiteX4" fmla="*/ 25596 w 44021"/>
                      <a:gd name="connsiteY4" fmla="*/ 32958 h 38688"/>
                      <a:gd name="connsiteX5" fmla="*/ 34285 w 44021"/>
                      <a:gd name="connsiteY5" fmla="*/ 37258 h 38688"/>
                      <a:gd name="connsiteX6" fmla="*/ 43949 w 44021"/>
                      <a:gd name="connsiteY6" fmla="*/ 36726 h 38688"/>
                      <a:gd name="connsiteX7" fmla="*/ 40314 w 44021"/>
                      <a:gd name="connsiteY7" fmla="*/ 30431 h 38688"/>
                      <a:gd name="connsiteX8" fmla="*/ 34373 w 44021"/>
                      <a:gd name="connsiteY8" fmla="*/ 22673 h 38688"/>
                      <a:gd name="connsiteX9" fmla="*/ 28610 w 44021"/>
                      <a:gd name="connsiteY9" fmla="*/ 14295 h 38688"/>
                      <a:gd name="connsiteX10" fmla="*/ 12829 w 44021"/>
                      <a:gd name="connsiteY10" fmla="*/ 463 h 38688"/>
                      <a:gd name="connsiteX11" fmla="*/ 3297 w 44021"/>
                      <a:gd name="connsiteY11" fmla="*/ 1305 h 38688"/>
                      <a:gd name="connsiteX12" fmla="*/ 61 w 44021"/>
                      <a:gd name="connsiteY12" fmla="*/ 6714 h 38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4021" h="38688">
                        <a:moveTo>
                          <a:pt x="61" y="6714"/>
                        </a:moveTo>
                        <a:cubicBezTo>
                          <a:pt x="505" y="9861"/>
                          <a:pt x="1347" y="10970"/>
                          <a:pt x="3874" y="13541"/>
                        </a:cubicBezTo>
                        <a:cubicBezTo>
                          <a:pt x="8528" y="18683"/>
                          <a:pt x="11898" y="22895"/>
                          <a:pt x="17661" y="27328"/>
                        </a:cubicBezTo>
                        <a:cubicBezTo>
                          <a:pt x="18813" y="28303"/>
                          <a:pt x="20055" y="29234"/>
                          <a:pt x="21340" y="30032"/>
                        </a:cubicBezTo>
                        <a:cubicBezTo>
                          <a:pt x="22714" y="31096"/>
                          <a:pt x="24133" y="32071"/>
                          <a:pt x="25596" y="32958"/>
                        </a:cubicBezTo>
                        <a:cubicBezTo>
                          <a:pt x="28477" y="34820"/>
                          <a:pt x="31536" y="36017"/>
                          <a:pt x="34285" y="37258"/>
                        </a:cubicBezTo>
                        <a:cubicBezTo>
                          <a:pt x="38408" y="38898"/>
                          <a:pt x="43018" y="39608"/>
                          <a:pt x="43949" y="36726"/>
                        </a:cubicBezTo>
                        <a:cubicBezTo>
                          <a:pt x="44481" y="34953"/>
                          <a:pt x="41954" y="32736"/>
                          <a:pt x="40314" y="30431"/>
                        </a:cubicBezTo>
                        <a:cubicBezTo>
                          <a:pt x="38452" y="27638"/>
                          <a:pt x="36324" y="25289"/>
                          <a:pt x="34373" y="22673"/>
                        </a:cubicBezTo>
                        <a:cubicBezTo>
                          <a:pt x="32334" y="20102"/>
                          <a:pt x="30650" y="17176"/>
                          <a:pt x="28610" y="14295"/>
                        </a:cubicBezTo>
                        <a:cubicBezTo>
                          <a:pt x="25463" y="9108"/>
                          <a:pt x="21340" y="2636"/>
                          <a:pt x="12829" y="463"/>
                        </a:cubicBezTo>
                        <a:cubicBezTo>
                          <a:pt x="9016" y="-423"/>
                          <a:pt x="5603" y="20"/>
                          <a:pt x="3297" y="1305"/>
                        </a:cubicBezTo>
                        <a:cubicBezTo>
                          <a:pt x="904" y="2591"/>
                          <a:pt x="-293" y="4542"/>
                          <a:pt x="61" y="671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63" name="Forme libre : forme 22162">
                    <a:extLst>
                      <a:ext uri="{FF2B5EF4-FFF2-40B4-BE49-F238E27FC236}">
                        <a16:creationId xmlns:a16="http://schemas.microsoft.com/office/drawing/2014/main" id="{36730A0C-EB88-454B-9374-CD05B47D6193}"/>
                      </a:ext>
                    </a:extLst>
                  </p:cNvPr>
                  <p:cNvSpPr/>
                  <p:nvPr/>
                </p:nvSpPr>
                <p:spPr>
                  <a:xfrm>
                    <a:off x="5484610" y="1220864"/>
                    <a:ext cx="18938" cy="6782"/>
                  </a:xfrm>
                  <a:custGeom>
                    <a:avLst/>
                    <a:gdLst>
                      <a:gd name="connsiteX0" fmla="*/ 2238 w 18938"/>
                      <a:gd name="connsiteY0" fmla="*/ 11 h 6782"/>
                      <a:gd name="connsiteX1" fmla="*/ 154 w 18938"/>
                      <a:gd name="connsiteY1" fmla="*/ 543 h 6782"/>
                      <a:gd name="connsiteX2" fmla="*/ 1085 w 18938"/>
                      <a:gd name="connsiteY2" fmla="*/ 2050 h 6782"/>
                      <a:gd name="connsiteX3" fmla="*/ 4233 w 18938"/>
                      <a:gd name="connsiteY3" fmla="*/ 3380 h 6782"/>
                      <a:gd name="connsiteX4" fmla="*/ 12345 w 18938"/>
                      <a:gd name="connsiteY4" fmla="*/ 5907 h 6782"/>
                      <a:gd name="connsiteX5" fmla="*/ 15360 w 18938"/>
                      <a:gd name="connsiteY5" fmla="*/ 6705 h 6782"/>
                      <a:gd name="connsiteX6" fmla="*/ 15581 w 18938"/>
                      <a:gd name="connsiteY6" fmla="*/ 2316 h 6782"/>
                      <a:gd name="connsiteX7" fmla="*/ 8799 w 18938"/>
                      <a:gd name="connsiteY7" fmla="*/ 365 h 6782"/>
                      <a:gd name="connsiteX8" fmla="*/ 2238 w 18938"/>
                      <a:gd name="connsiteY8" fmla="*/ 11 h 6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938" h="6782">
                        <a:moveTo>
                          <a:pt x="2238" y="11"/>
                        </a:moveTo>
                        <a:cubicBezTo>
                          <a:pt x="1307" y="11"/>
                          <a:pt x="597" y="144"/>
                          <a:pt x="154" y="543"/>
                        </a:cubicBezTo>
                        <a:cubicBezTo>
                          <a:pt x="-289" y="986"/>
                          <a:pt x="287" y="1562"/>
                          <a:pt x="1085" y="2050"/>
                        </a:cubicBezTo>
                        <a:cubicBezTo>
                          <a:pt x="1883" y="2582"/>
                          <a:pt x="3213" y="3025"/>
                          <a:pt x="4233" y="3380"/>
                        </a:cubicBezTo>
                        <a:cubicBezTo>
                          <a:pt x="6937" y="4133"/>
                          <a:pt x="9685" y="5197"/>
                          <a:pt x="12345" y="5907"/>
                        </a:cubicBezTo>
                        <a:cubicBezTo>
                          <a:pt x="13453" y="6173"/>
                          <a:pt x="14429" y="6527"/>
                          <a:pt x="15360" y="6705"/>
                        </a:cubicBezTo>
                        <a:cubicBezTo>
                          <a:pt x="19349" y="7237"/>
                          <a:pt x="20768" y="4976"/>
                          <a:pt x="15581" y="2316"/>
                        </a:cubicBezTo>
                        <a:cubicBezTo>
                          <a:pt x="13542" y="1429"/>
                          <a:pt x="11148" y="764"/>
                          <a:pt x="8799" y="365"/>
                        </a:cubicBezTo>
                        <a:cubicBezTo>
                          <a:pt x="6449" y="55"/>
                          <a:pt x="4144" y="-34"/>
                          <a:pt x="2238" y="1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64" name="Forme libre : forme 22163">
                    <a:extLst>
                      <a:ext uri="{FF2B5EF4-FFF2-40B4-BE49-F238E27FC236}">
                        <a16:creationId xmlns:a16="http://schemas.microsoft.com/office/drawing/2014/main" id="{F32CBB18-38EA-407F-B678-606B9A16CBC4}"/>
                      </a:ext>
                    </a:extLst>
                  </p:cNvPr>
                  <p:cNvSpPr/>
                  <p:nvPr/>
                </p:nvSpPr>
                <p:spPr>
                  <a:xfrm>
                    <a:off x="5509058" y="1260284"/>
                    <a:ext cx="28948" cy="7983"/>
                  </a:xfrm>
                  <a:custGeom>
                    <a:avLst/>
                    <a:gdLst>
                      <a:gd name="connsiteX0" fmla="*/ 28948 w 28948"/>
                      <a:gd name="connsiteY0" fmla="*/ 7581 h 7983"/>
                      <a:gd name="connsiteX1" fmla="*/ 14851 w 28948"/>
                      <a:gd name="connsiteY1" fmla="*/ 5807 h 7983"/>
                      <a:gd name="connsiteX2" fmla="*/ 0 w 28948"/>
                      <a:gd name="connsiteY2" fmla="*/ 0 h 7983"/>
                      <a:gd name="connsiteX3" fmla="*/ 14629 w 28948"/>
                      <a:gd name="connsiteY3" fmla="*/ 4743 h 7983"/>
                      <a:gd name="connsiteX4" fmla="*/ 28948 w 28948"/>
                      <a:gd name="connsiteY4" fmla="*/ 7581 h 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48" h="7983">
                        <a:moveTo>
                          <a:pt x="28948" y="7581"/>
                        </a:moveTo>
                        <a:cubicBezTo>
                          <a:pt x="25313" y="8644"/>
                          <a:pt x="20171" y="7448"/>
                          <a:pt x="14851" y="5807"/>
                        </a:cubicBezTo>
                        <a:cubicBezTo>
                          <a:pt x="9576" y="4078"/>
                          <a:pt x="4211" y="1596"/>
                          <a:pt x="0" y="0"/>
                        </a:cubicBezTo>
                        <a:cubicBezTo>
                          <a:pt x="4566" y="1729"/>
                          <a:pt x="9576" y="3458"/>
                          <a:pt x="14629" y="4743"/>
                        </a:cubicBezTo>
                        <a:cubicBezTo>
                          <a:pt x="19727" y="5940"/>
                          <a:pt x="24737" y="6916"/>
                          <a:pt x="28948" y="758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65" name="Forme libre : forme 22164">
                    <a:extLst>
                      <a:ext uri="{FF2B5EF4-FFF2-40B4-BE49-F238E27FC236}">
                        <a16:creationId xmlns:a16="http://schemas.microsoft.com/office/drawing/2014/main" id="{157C4586-E8DF-4376-9932-C7131651AA9B}"/>
                      </a:ext>
                    </a:extLst>
                  </p:cNvPr>
                  <p:cNvSpPr/>
                  <p:nvPr/>
                </p:nvSpPr>
                <p:spPr>
                  <a:xfrm>
                    <a:off x="5464150" y="1211525"/>
                    <a:ext cx="36307" cy="4340"/>
                  </a:xfrm>
                  <a:custGeom>
                    <a:avLst/>
                    <a:gdLst>
                      <a:gd name="connsiteX0" fmla="*/ 36307 w 36307"/>
                      <a:gd name="connsiteY0" fmla="*/ 3321 h 4340"/>
                      <a:gd name="connsiteX1" fmla="*/ 0 w 36307"/>
                      <a:gd name="connsiteY1" fmla="*/ 4340 h 4340"/>
                      <a:gd name="connsiteX2" fmla="*/ 16668 w 36307"/>
                      <a:gd name="connsiteY2" fmla="*/ 705 h 4340"/>
                      <a:gd name="connsiteX3" fmla="*/ 36307 w 36307"/>
                      <a:gd name="connsiteY3" fmla="*/ 3321 h 4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307" h="4340">
                        <a:moveTo>
                          <a:pt x="36307" y="3321"/>
                        </a:moveTo>
                        <a:cubicBezTo>
                          <a:pt x="22520" y="-2442"/>
                          <a:pt x="9044" y="217"/>
                          <a:pt x="0" y="4340"/>
                        </a:cubicBezTo>
                        <a:cubicBezTo>
                          <a:pt x="4167" y="2168"/>
                          <a:pt x="10152" y="927"/>
                          <a:pt x="16668" y="705"/>
                        </a:cubicBezTo>
                        <a:cubicBezTo>
                          <a:pt x="23141" y="661"/>
                          <a:pt x="30234" y="1503"/>
                          <a:pt x="36307" y="332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66" name="Forme libre : forme 22165">
                    <a:extLst>
                      <a:ext uri="{FF2B5EF4-FFF2-40B4-BE49-F238E27FC236}">
                        <a16:creationId xmlns:a16="http://schemas.microsoft.com/office/drawing/2014/main" id="{113097A7-3AA4-4259-BE85-CBEA31A7B6DE}"/>
                      </a:ext>
                    </a:extLst>
                  </p:cNvPr>
                  <p:cNvSpPr/>
                  <p:nvPr/>
                </p:nvSpPr>
                <p:spPr>
                  <a:xfrm>
                    <a:off x="5508950" y="1236229"/>
                    <a:ext cx="12763" cy="11558"/>
                  </a:xfrm>
                  <a:custGeom>
                    <a:avLst/>
                    <a:gdLst>
                      <a:gd name="connsiteX0" fmla="*/ 12298 w 12763"/>
                      <a:gd name="connsiteY0" fmla="*/ 11509 h 11558"/>
                      <a:gd name="connsiteX1" fmla="*/ 4274 w 12763"/>
                      <a:gd name="connsiteY1" fmla="*/ 6057 h 11558"/>
                      <a:gd name="connsiteX2" fmla="*/ 506 w 12763"/>
                      <a:gd name="connsiteY2" fmla="*/ 72 h 11558"/>
                      <a:gd name="connsiteX3" fmla="*/ 8353 w 12763"/>
                      <a:gd name="connsiteY3" fmla="*/ 4993 h 11558"/>
                      <a:gd name="connsiteX4" fmla="*/ 12298 w 12763"/>
                      <a:gd name="connsiteY4" fmla="*/ 11509 h 11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63" h="11558">
                        <a:moveTo>
                          <a:pt x="12298" y="11509"/>
                        </a:moveTo>
                        <a:cubicBezTo>
                          <a:pt x="10436" y="12086"/>
                          <a:pt x="5737" y="7475"/>
                          <a:pt x="4274" y="6057"/>
                        </a:cubicBezTo>
                        <a:cubicBezTo>
                          <a:pt x="2767" y="4727"/>
                          <a:pt x="-1444" y="781"/>
                          <a:pt x="506" y="72"/>
                        </a:cubicBezTo>
                        <a:cubicBezTo>
                          <a:pt x="2501" y="-593"/>
                          <a:pt x="7111" y="3530"/>
                          <a:pt x="8353" y="4993"/>
                        </a:cubicBezTo>
                        <a:cubicBezTo>
                          <a:pt x="9727" y="6367"/>
                          <a:pt x="14204" y="10933"/>
                          <a:pt x="12298" y="1150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67" name="Forme libre : forme 22166">
                    <a:extLst>
                      <a:ext uri="{FF2B5EF4-FFF2-40B4-BE49-F238E27FC236}">
                        <a16:creationId xmlns:a16="http://schemas.microsoft.com/office/drawing/2014/main" id="{BDFDC191-A1FB-402E-BDED-1849929D8214}"/>
                      </a:ext>
                    </a:extLst>
                  </p:cNvPr>
                  <p:cNvSpPr/>
                  <p:nvPr/>
                </p:nvSpPr>
                <p:spPr>
                  <a:xfrm>
                    <a:off x="5519835" y="1245879"/>
                    <a:ext cx="3756" cy="3358"/>
                  </a:xfrm>
                  <a:custGeom>
                    <a:avLst/>
                    <a:gdLst>
                      <a:gd name="connsiteX0" fmla="*/ 3719 w 3756"/>
                      <a:gd name="connsiteY0" fmla="*/ 3145 h 3358"/>
                      <a:gd name="connsiteX1" fmla="*/ 1546 w 3756"/>
                      <a:gd name="connsiteY1" fmla="*/ 2392 h 3358"/>
                      <a:gd name="connsiteX2" fmla="*/ 39 w 3756"/>
                      <a:gd name="connsiteY2" fmla="*/ 220 h 3358"/>
                      <a:gd name="connsiteX3" fmla="*/ 2167 w 3756"/>
                      <a:gd name="connsiteY3" fmla="*/ 929 h 3358"/>
                      <a:gd name="connsiteX4" fmla="*/ 3719 w 3756"/>
                      <a:gd name="connsiteY4" fmla="*/ 3145 h 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6" h="3358">
                        <a:moveTo>
                          <a:pt x="3719" y="3145"/>
                        </a:moveTo>
                        <a:cubicBezTo>
                          <a:pt x="3453" y="3766"/>
                          <a:pt x="2167" y="2879"/>
                          <a:pt x="1546" y="2392"/>
                        </a:cubicBezTo>
                        <a:cubicBezTo>
                          <a:pt x="926" y="1904"/>
                          <a:pt x="-227" y="840"/>
                          <a:pt x="39" y="220"/>
                        </a:cubicBezTo>
                        <a:cubicBezTo>
                          <a:pt x="305" y="-401"/>
                          <a:pt x="1546" y="441"/>
                          <a:pt x="2167" y="929"/>
                        </a:cubicBezTo>
                        <a:cubicBezTo>
                          <a:pt x="2788" y="1416"/>
                          <a:pt x="3985" y="2525"/>
                          <a:pt x="3719" y="31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68" name="Forme libre : forme 22167">
                    <a:extLst>
                      <a:ext uri="{FF2B5EF4-FFF2-40B4-BE49-F238E27FC236}">
                        <a16:creationId xmlns:a16="http://schemas.microsoft.com/office/drawing/2014/main" id="{2522CD45-6A54-4702-A461-FBB3B8033A5B}"/>
                      </a:ext>
                    </a:extLst>
                  </p:cNvPr>
                  <p:cNvSpPr/>
                  <p:nvPr/>
                </p:nvSpPr>
                <p:spPr>
                  <a:xfrm>
                    <a:off x="5514289" y="1228011"/>
                    <a:ext cx="25119" cy="36429"/>
                  </a:xfrm>
                  <a:custGeom>
                    <a:avLst/>
                    <a:gdLst>
                      <a:gd name="connsiteX0" fmla="*/ 22298 w 25119"/>
                      <a:gd name="connsiteY0" fmla="*/ 23496 h 36429"/>
                      <a:gd name="connsiteX1" fmla="*/ 25046 w 25119"/>
                      <a:gd name="connsiteY1" fmla="*/ 35332 h 36429"/>
                      <a:gd name="connsiteX2" fmla="*/ 21145 w 25119"/>
                      <a:gd name="connsiteY2" fmla="*/ 35332 h 36429"/>
                      <a:gd name="connsiteX3" fmla="*/ 18618 w 25119"/>
                      <a:gd name="connsiteY3" fmla="*/ 30899 h 36429"/>
                      <a:gd name="connsiteX4" fmla="*/ 11614 w 25119"/>
                      <a:gd name="connsiteY4" fmla="*/ 16758 h 36429"/>
                      <a:gd name="connsiteX5" fmla="*/ 4078 w 25119"/>
                      <a:gd name="connsiteY5" fmla="*/ 7537 h 36429"/>
                      <a:gd name="connsiteX6" fmla="*/ 975 w 25119"/>
                      <a:gd name="connsiteY6" fmla="*/ 89 h 36429"/>
                      <a:gd name="connsiteX7" fmla="*/ 18441 w 25119"/>
                      <a:gd name="connsiteY7" fmla="*/ 13211 h 36429"/>
                      <a:gd name="connsiteX8" fmla="*/ 22298 w 25119"/>
                      <a:gd name="connsiteY8" fmla="*/ 23496 h 36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119" h="36429">
                        <a:moveTo>
                          <a:pt x="22298" y="23496"/>
                        </a:moveTo>
                        <a:cubicBezTo>
                          <a:pt x="24160" y="28018"/>
                          <a:pt x="25445" y="31254"/>
                          <a:pt x="25046" y="35332"/>
                        </a:cubicBezTo>
                        <a:cubicBezTo>
                          <a:pt x="24913" y="36840"/>
                          <a:pt x="22741" y="36751"/>
                          <a:pt x="21145" y="35332"/>
                        </a:cubicBezTo>
                        <a:cubicBezTo>
                          <a:pt x="19594" y="33914"/>
                          <a:pt x="19106" y="32451"/>
                          <a:pt x="18618" y="30899"/>
                        </a:cubicBezTo>
                        <a:cubicBezTo>
                          <a:pt x="16978" y="26156"/>
                          <a:pt x="14717" y="21501"/>
                          <a:pt x="11614" y="16758"/>
                        </a:cubicBezTo>
                        <a:cubicBezTo>
                          <a:pt x="10639" y="15295"/>
                          <a:pt x="6959" y="11305"/>
                          <a:pt x="4078" y="7537"/>
                        </a:cubicBezTo>
                        <a:cubicBezTo>
                          <a:pt x="975" y="3946"/>
                          <a:pt x="-1419" y="577"/>
                          <a:pt x="975" y="89"/>
                        </a:cubicBezTo>
                        <a:cubicBezTo>
                          <a:pt x="6028" y="-1063"/>
                          <a:pt x="15825" y="9266"/>
                          <a:pt x="18441" y="13211"/>
                        </a:cubicBezTo>
                        <a:cubicBezTo>
                          <a:pt x="20923" y="17378"/>
                          <a:pt x="20879" y="20082"/>
                          <a:pt x="22298" y="2349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15" name="Graphique 2">
                  <a:extLst>
                    <a:ext uri="{FF2B5EF4-FFF2-40B4-BE49-F238E27FC236}">
                      <a16:creationId xmlns:a16="http://schemas.microsoft.com/office/drawing/2014/main" id="{2D5910CC-000D-420E-920E-2CE8C75EA65E}"/>
                    </a:ext>
                  </a:extLst>
                </p:cNvPr>
                <p:cNvGrpSpPr/>
                <p:nvPr/>
              </p:nvGrpSpPr>
              <p:grpSpPr>
                <a:xfrm>
                  <a:off x="5539999" y="1265268"/>
                  <a:ext cx="68452" cy="75618"/>
                  <a:chOff x="5539999" y="1265268"/>
                  <a:chExt cx="68452" cy="75618"/>
                </a:xfrm>
                <a:solidFill>
                  <a:schemeClr val="accent1"/>
                </a:solidFill>
              </p:grpSpPr>
              <p:sp>
                <p:nvSpPr>
                  <p:cNvPr id="22145" name="Forme libre : forme 22144">
                    <a:extLst>
                      <a:ext uri="{FF2B5EF4-FFF2-40B4-BE49-F238E27FC236}">
                        <a16:creationId xmlns:a16="http://schemas.microsoft.com/office/drawing/2014/main" id="{A3D0AF8D-F7A0-46FD-B25E-236D77B01442}"/>
                      </a:ext>
                    </a:extLst>
                  </p:cNvPr>
                  <p:cNvSpPr/>
                  <p:nvPr/>
                </p:nvSpPr>
                <p:spPr>
                  <a:xfrm>
                    <a:off x="5539999" y="1265268"/>
                    <a:ext cx="68452" cy="75618"/>
                  </a:xfrm>
                  <a:custGeom>
                    <a:avLst/>
                    <a:gdLst>
                      <a:gd name="connsiteX0" fmla="*/ 32762 w 68452"/>
                      <a:gd name="connsiteY0" fmla="*/ 61424 h 75618"/>
                      <a:gd name="connsiteX1" fmla="*/ 11262 w 68452"/>
                      <a:gd name="connsiteY1" fmla="*/ 37751 h 75618"/>
                      <a:gd name="connsiteX2" fmla="*/ 2174 w 68452"/>
                      <a:gd name="connsiteY2" fmla="*/ 22058 h 75618"/>
                      <a:gd name="connsiteX3" fmla="*/ 2 w 68452"/>
                      <a:gd name="connsiteY3" fmla="*/ 6808 h 75618"/>
                      <a:gd name="connsiteX4" fmla="*/ 7405 w 68452"/>
                      <a:gd name="connsiteY4" fmla="*/ 25 h 75618"/>
                      <a:gd name="connsiteX5" fmla="*/ 22655 w 68452"/>
                      <a:gd name="connsiteY5" fmla="*/ 3971 h 75618"/>
                      <a:gd name="connsiteX6" fmla="*/ 37594 w 68452"/>
                      <a:gd name="connsiteY6" fmla="*/ 14566 h 75618"/>
                      <a:gd name="connsiteX7" fmla="*/ 58119 w 68452"/>
                      <a:gd name="connsiteY7" fmla="*/ 37263 h 75618"/>
                      <a:gd name="connsiteX8" fmla="*/ 68449 w 68452"/>
                      <a:gd name="connsiteY8" fmla="*/ 68206 h 75618"/>
                      <a:gd name="connsiteX9" fmla="*/ 61976 w 68452"/>
                      <a:gd name="connsiteY9" fmla="*/ 75610 h 75618"/>
                      <a:gd name="connsiteX10" fmla="*/ 32762 w 68452"/>
                      <a:gd name="connsiteY10" fmla="*/ 61424 h 75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452" h="75618">
                        <a:moveTo>
                          <a:pt x="32762" y="61424"/>
                        </a:moveTo>
                        <a:cubicBezTo>
                          <a:pt x="27398" y="56015"/>
                          <a:pt x="16315" y="43780"/>
                          <a:pt x="11262" y="37751"/>
                        </a:cubicBezTo>
                        <a:cubicBezTo>
                          <a:pt x="6607" y="31988"/>
                          <a:pt x="3814" y="27023"/>
                          <a:pt x="2174" y="22058"/>
                        </a:cubicBezTo>
                        <a:cubicBezTo>
                          <a:pt x="578" y="17048"/>
                          <a:pt x="135" y="12128"/>
                          <a:pt x="2" y="6808"/>
                        </a:cubicBezTo>
                        <a:cubicBezTo>
                          <a:pt x="-87" y="3084"/>
                          <a:pt x="3681" y="-329"/>
                          <a:pt x="7405" y="25"/>
                        </a:cubicBezTo>
                        <a:cubicBezTo>
                          <a:pt x="12813" y="513"/>
                          <a:pt x="17734" y="1710"/>
                          <a:pt x="22655" y="3971"/>
                        </a:cubicBezTo>
                        <a:cubicBezTo>
                          <a:pt x="27620" y="6232"/>
                          <a:pt x="32541" y="9557"/>
                          <a:pt x="37594" y="14566"/>
                        </a:cubicBezTo>
                        <a:cubicBezTo>
                          <a:pt x="43136" y="19841"/>
                          <a:pt x="53199" y="31234"/>
                          <a:pt x="58119" y="37263"/>
                        </a:cubicBezTo>
                        <a:cubicBezTo>
                          <a:pt x="67296" y="48523"/>
                          <a:pt x="68537" y="57744"/>
                          <a:pt x="68449" y="68206"/>
                        </a:cubicBezTo>
                        <a:cubicBezTo>
                          <a:pt x="68404" y="71842"/>
                          <a:pt x="65434" y="75831"/>
                          <a:pt x="61976" y="75610"/>
                        </a:cubicBezTo>
                        <a:cubicBezTo>
                          <a:pt x="51913" y="75033"/>
                          <a:pt x="42870" y="71487"/>
                          <a:pt x="32762" y="6142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46" name="Forme libre : forme 22145">
                    <a:extLst>
                      <a:ext uri="{FF2B5EF4-FFF2-40B4-BE49-F238E27FC236}">
                        <a16:creationId xmlns:a16="http://schemas.microsoft.com/office/drawing/2014/main" id="{ACF6E5C0-D4F4-4891-9A8A-A506478C1F97}"/>
                      </a:ext>
                    </a:extLst>
                  </p:cNvPr>
                  <p:cNvSpPr/>
                  <p:nvPr/>
                </p:nvSpPr>
                <p:spPr>
                  <a:xfrm>
                    <a:off x="5540087" y="1267776"/>
                    <a:ext cx="62065" cy="72968"/>
                  </a:xfrm>
                  <a:custGeom>
                    <a:avLst/>
                    <a:gdLst>
                      <a:gd name="connsiteX0" fmla="*/ 23808 w 62065"/>
                      <a:gd name="connsiteY0" fmla="*/ 30322 h 72968"/>
                      <a:gd name="connsiteX1" fmla="*/ 1598 w 62065"/>
                      <a:gd name="connsiteY1" fmla="*/ 0 h 72968"/>
                      <a:gd name="connsiteX2" fmla="*/ 2 w 62065"/>
                      <a:gd name="connsiteY2" fmla="*/ 4167 h 72968"/>
                      <a:gd name="connsiteX3" fmla="*/ 268 w 62065"/>
                      <a:gd name="connsiteY3" fmla="*/ 9576 h 72968"/>
                      <a:gd name="connsiteX4" fmla="*/ 4302 w 62065"/>
                      <a:gd name="connsiteY4" fmla="*/ 24692 h 72968"/>
                      <a:gd name="connsiteX5" fmla="*/ 11218 w 62065"/>
                      <a:gd name="connsiteY5" fmla="*/ 35154 h 72968"/>
                      <a:gd name="connsiteX6" fmla="*/ 14543 w 62065"/>
                      <a:gd name="connsiteY6" fmla="*/ 39056 h 72968"/>
                      <a:gd name="connsiteX7" fmla="*/ 31034 w 62065"/>
                      <a:gd name="connsiteY7" fmla="*/ 57143 h 72968"/>
                      <a:gd name="connsiteX8" fmla="*/ 32674 w 62065"/>
                      <a:gd name="connsiteY8" fmla="*/ 58827 h 72968"/>
                      <a:gd name="connsiteX9" fmla="*/ 43136 w 62065"/>
                      <a:gd name="connsiteY9" fmla="*/ 67206 h 72968"/>
                      <a:gd name="connsiteX10" fmla="*/ 57189 w 62065"/>
                      <a:gd name="connsiteY10" fmla="*/ 72437 h 72968"/>
                      <a:gd name="connsiteX11" fmla="*/ 61888 w 62065"/>
                      <a:gd name="connsiteY11" fmla="*/ 72969 h 72968"/>
                      <a:gd name="connsiteX12" fmla="*/ 62065 w 62065"/>
                      <a:gd name="connsiteY12" fmla="*/ 72969 h 72968"/>
                      <a:gd name="connsiteX13" fmla="*/ 23808 w 62065"/>
                      <a:gd name="connsiteY13" fmla="*/ 30322 h 72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2065" h="72968">
                        <a:moveTo>
                          <a:pt x="23808" y="30322"/>
                        </a:moveTo>
                        <a:cubicBezTo>
                          <a:pt x="14454" y="21234"/>
                          <a:pt x="5189" y="10772"/>
                          <a:pt x="1598" y="0"/>
                        </a:cubicBezTo>
                        <a:cubicBezTo>
                          <a:pt x="623" y="1197"/>
                          <a:pt x="-42" y="2660"/>
                          <a:pt x="2" y="4167"/>
                        </a:cubicBezTo>
                        <a:cubicBezTo>
                          <a:pt x="46" y="6029"/>
                          <a:pt x="135" y="7802"/>
                          <a:pt x="268" y="9576"/>
                        </a:cubicBezTo>
                        <a:cubicBezTo>
                          <a:pt x="756" y="14629"/>
                          <a:pt x="1731" y="19594"/>
                          <a:pt x="4302" y="24692"/>
                        </a:cubicBezTo>
                        <a:cubicBezTo>
                          <a:pt x="5987" y="27973"/>
                          <a:pt x="8159" y="31431"/>
                          <a:pt x="11218" y="35154"/>
                        </a:cubicBezTo>
                        <a:cubicBezTo>
                          <a:pt x="12149" y="36263"/>
                          <a:pt x="13301" y="37593"/>
                          <a:pt x="14543" y="39056"/>
                        </a:cubicBezTo>
                        <a:cubicBezTo>
                          <a:pt x="19508" y="44730"/>
                          <a:pt x="26468" y="52355"/>
                          <a:pt x="31034" y="57143"/>
                        </a:cubicBezTo>
                        <a:cubicBezTo>
                          <a:pt x="31610" y="57763"/>
                          <a:pt x="32186" y="58340"/>
                          <a:pt x="32674" y="58827"/>
                        </a:cubicBezTo>
                        <a:cubicBezTo>
                          <a:pt x="36265" y="62418"/>
                          <a:pt x="39723" y="65122"/>
                          <a:pt x="43136" y="67206"/>
                        </a:cubicBezTo>
                        <a:cubicBezTo>
                          <a:pt x="47835" y="70043"/>
                          <a:pt x="52446" y="71594"/>
                          <a:pt x="57189" y="72437"/>
                        </a:cubicBezTo>
                        <a:cubicBezTo>
                          <a:pt x="58741" y="72703"/>
                          <a:pt x="60292" y="72880"/>
                          <a:pt x="61888" y="72969"/>
                        </a:cubicBezTo>
                        <a:lnTo>
                          <a:pt x="62065" y="72969"/>
                        </a:lnTo>
                        <a:cubicBezTo>
                          <a:pt x="49830" y="58473"/>
                          <a:pt x="37196" y="43400"/>
                          <a:pt x="23808" y="3032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47" name="Forme libre : forme 22146">
                    <a:extLst>
                      <a:ext uri="{FF2B5EF4-FFF2-40B4-BE49-F238E27FC236}">
                        <a16:creationId xmlns:a16="http://schemas.microsoft.com/office/drawing/2014/main" id="{44009FF6-C5F8-4890-A35C-B8C3CFC3BB3B}"/>
                      </a:ext>
                    </a:extLst>
                  </p:cNvPr>
                  <p:cNvSpPr/>
                  <p:nvPr/>
                </p:nvSpPr>
                <p:spPr>
                  <a:xfrm>
                    <a:off x="5563713" y="1291367"/>
                    <a:ext cx="30813" cy="34573"/>
                  </a:xfrm>
                  <a:custGeom>
                    <a:avLst/>
                    <a:gdLst>
                      <a:gd name="connsiteX0" fmla="*/ 30150 w 30813"/>
                      <a:gd name="connsiteY0" fmla="*/ 34040 h 34573"/>
                      <a:gd name="connsiteX1" fmla="*/ 10511 w 30813"/>
                      <a:gd name="connsiteY1" fmla="*/ 20608 h 34573"/>
                      <a:gd name="connsiteX2" fmla="*/ 802 w 30813"/>
                      <a:gd name="connsiteY2" fmla="*/ 703 h 34573"/>
                      <a:gd name="connsiteX3" fmla="*/ 10023 w 30813"/>
                      <a:gd name="connsiteY3" fmla="*/ 3762 h 34573"/>
                      <a:gd name="connsiteX4" fmla="*/ 19067 w 30813"/>
                      <a:gd name="connsiteY4" fmla="*/ 12806 h 34573"/>
                      <a:gd name="connsiteX5" fmla="*/ 30150 w 30813"/>
                      <a:gd name="connsiteY5" fmla="*/ 34040 h 34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813" h="34573">
                        <a:moveTo>
                          <a:pt x="30150" y="34040"/>
                        </a:moveTo>
                        <a:cubicBezTo>
                          <a:pt x="26736" y="37276"/>
                          <a:pt x="14456" y="24908"/>
                          <a:pt x="10511" y="20608"/>
                        </a:cubicBezTo>
                        <a:cubicBezTo>
                          <a:pt x="6610" y="16263"/>
                          <a:pt x="-2788" y="4250"/>
                          <a:pt x="802" y="703"/>
                        </a:cubicBezTo>
                        <a:cubicBezTo>
                          <a:pt x="2620" y="-1114"/>
                          <a:pt x="6300" y="836"/>
                          <a:pt x="10023" y="3762"/>
                        </a:cubicBezTo>
                        <a:cubicBezTo>
                          <a:pt x="13658" y="6732"/>
                          <a:pt x="17249" y="10722"/>
                          <a:pt x="19067" y="12806"/>
                        </a:cubicBezTo>
                        <a:cubicBezTo>
                          <a:pt x="22613" y="16973"/>
                          <a:pt x="33607" y="30804"/>
                          <a:pt x="30150" y="3404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48" name="Forme libre : forme 22147">
                    <a:extLst>
                      <a:ext uri="{FF2B5EF4-FFF2-40B4-BE49-F238E27FC236}">
                        <a16:creationId xmlns:a16="http://schemas.microsoft.com/office/drawing/2014/main" id="{5FE2DA0B-05E4-408F-AF59-2B56C5BD2A15}"/>
                      </a:ext>
                    </a:extLst>
                  </p:cNvPr>
                  <p:cNvSpPr/>
                  <p:nvPr/>
                </p:nvSpPr>
                <p:spPr>
                  <a:xfrm>
                    <a:off x="5563829" y="1291055"/>
                    <a:ext cx="17354" cy="27657"/>
                  </a:xfrm>
                  <a:custGeom>
                    <a:avLst/>
                    <a:gdLst>
                      <a:gd name="connsiteX0" fmla="*/ 10439 w 17354"/>
                      <a:gd name="connsiteY0" fmla="*/ 4739 h 27657"/>
                      <a:gd name="connsiteX1" fmla="*/ 509 w 17354"/>
                      <a:gd name="connsiteY1" fmla="*/ 882 h 27657"/>
                      <a:gd name="connsiteX2" fmla="*/ 10528 w 17354"/>
                      <a:gd name="connsiteY2" fmla="*/ 21141 h 27657"/>
                      <a:gd name="connsiteX3" fmla="*/ 17355 w 17354"/>
                      <a:gd name="connsiteY3" fmla="*/ 27658 h 27657"/>
                      <a:gd name="connsiteX4" fmla="*/ 14252 w 17354"/>
                      <a:gd name="connsiteY4" fmla="*/ 23668 h 27657"/>
                      <a:gd name="connsiteX5" fmla="*/ 10439 w 17354"/>
                      <a:gd name="connsiteY5" fmla="*/ 4739 h 2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354" h="27657">
                        <a:moveTo>
                          <a:pt x="10439" y="4739"/>
                        </a:moveTo>
                        <a:cubicBezTo>
                          <a:pt x="7912" y="3276"/>
                          <a:pt x="2150" y="-2088"/>
                          <a:pt x="509" y="882"/>
                        </a:cubicBezTo>
                        <a:cubicBezTo>
                          <a:pt x="-2062" y="5537"/>
                          <a:pt x="5696" y="15600"/>
                          <a:pt x="10528" y="21141"/>
                        </a:cubicBezTo>
                        <a:cubicBezTo>
                          <a:pt x="11991" y="22737"/>
                          <a:pt x="15449" y="26106"/>
                          <a:pt x="17355" y="27658"/>
                        </a:cubicBezTo>
                        <a:cubicBezTo>
                          <a:pt x="16468" y="26594"/>
                          <a:pt x="14917" y="24821"/>
                          <a:pt x="14252" y="23668"/>
                        </a:cubicBezTo>
                        <a:cubicBezTo>
                          <a:pt x="10572" y="17018"/>
                          <a:pt x="6583" y="8817"/>
                          <a:pt x="10439" y="473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49" name="Forme libre : forme 22148">
                    <a:extLst>
                      <a:ext uri="{FF2B5EF4-FFF2-40B4-BE49-F238E27FC236}">
                        <a16:creationId xmlns:a16="http://schemas.microsoft.com/office/drawing/2014/main" id="{6443569A-ACF1-4D9E-99C5-9C029571A3CB}"/>
                      </a:ext>
                    </a:extLst>
                  </p:cNvPr>
                  <p:cNvSpPr/>
                  <p:nvPr/>
                </p:nvSpPr>
                <p:spPr>
                  <a:xfrm>
                    <a:off x="5564366" y="1293805"/>
                    <a:ext cx="31168" cy="34421"/>
                  </a:xfrm>
                  <a:custGeom>
                    <a:avLst/>
                    <a:gdLst>
                      <a:gd name="connsiteX0" fmla="*/ 30206 w 31168"/>
                      <a:gd name="connsiteY0" fmla="*/ 34173 h 34421"/>
                      <a:gd name="connsiteX1" fmla="*/ 10257 w 31168"/>
                      <a:gd name="connsiteY1" fmla="*/ 20608 h 34421"/>
                      <a:gd name="connsiteX2" fmla="*/ 771 w 31168"/>
                      <a:gd name="connsiteY2" fmla="*/ 792 h 34421"/>
                      <a:gd name="connsiteX3" fmla="*/ 18902 w 31168"/>
                      <a:gd name="connsiteY3" fmla="*/ 12894 h 34421"/>
                      <a:gd name="connsiteX4" fmla="*/ 30206 w 31168"/>
                      <a:gd name="connsiteY4" fmla="*/ 34173 h 34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168" h="34421">
                        <a:moveTo>
                          <a:pt x="30206" y="34173"/>
                        </a:moveTo>
                        <a:cubicBezTo>
                          <a:pt x="25773" y="36212"/>
                          <a:pt x="14602" y="25174"/>
                          <a:pt x="10257" y="20608"/>
                        </a:cubicBezTo>
                        <a:cubicBezTo>
                          <a:pt x="5913" y="16041"/>
                          <a:pt x="-2599" y="4693"/>
                          <a:pt x="771" y="792"/>
                        </a:cubicBezTo>
                        <a:cubicBezTo>
                          <a:pt x="4273" y="-3198"/>
                          <a:pt x="15533" y="8993"/>
                          <a:pt x="18902" y="12894"/>
                        </a:cubicBezTo>
                        <a:cubicBezTo>
                          <a:pt x="22271" y="16751"/>
                          <a:pt x="34684" y="32089"/>
                          <a:pt x="30206" y="3417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50" name="Forme libre : forme 22149">
                    <a:extLst>
                      <a:ext uri="{FF2B5EF4-FFF2-40B4-BE49-F238E27FC236}">
                        <a16:creationId xmlns:a16="http://schemas.microsoft.com/office/drawing/2014/main" id="{E38215E2-9ED9-42C4-8106-C9E873909666}"/>
                      </a:ext>
                    </a:extLst>
                  </p:cNvPr>
                  <p:cNvSpPr/>
                  <p:nvPr/>
                </p:nvSpPr>
                <p:spPr>
                  <a:xfrm>
                    <a:off x="5549149" y="1274405"/>
                    <a:ext cx="33731" cy="48584"/>
                  </a:xfrm>
                  <a:custGeom>
                    <a:avLst/>
                    <a:gdLst>
                      <a:gd name="connsiteX0" fmla="*/ 959 w 33731"/>
                      <a:gd name="connsiteY0" fmla="*/ 2858 h 48584"/>
                      <a:gd name="connsiteX1" fmla="*/ 738 w 33731"/>
                      <a:gd name="connsiteY1" fmla="*/ 10838 h 48584"/>
                      <a:gd name="connsiteX2" fmla="*/ 8806 w 33731"/>
                      <a:gd name="connsiteY2" fmla="*/ 30698 h 48584"/>
                      <a:gd name="connsiteX3" fmla="*/ 23790 w 33731"/>
                      <a:gd name="connsiteY3" fmla="*/ 45771 h 48584"/>
                      <a:gd name="connsiteX4" fmla="*/ 33543 w 33731"/>
                      <a:gd name="connsiteY4" fmla="*/ 47145 h 48584"/>
                      <a:gd name="connsiteX5" fmla="*/ 31016 w 33731"/>
                      <a:gd name="connsiteY5" fmla="*/ 40229 h 48584"/>
                      <a:gd name="connsiteX6" fmla="*/ 23347 w 33731"/>
                      <a:gd name="connsiteY6" fmla="*/ 21832 h 48584"/>
                      <a:gd name="connsiteX7" fmla="*/ 14879 w 33731"/>
                      <a:gd name="connsiteY7" fmla="*/ 3745 h 48584"/>
                      <a:gd name="connsiteX8" fmla="*/ 959 w 33731"/>
                      <a:gd name="connsiteY8" fmla="*/ 2858 h 48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731" h="48584">
                        <a:moveTo>
                          <a:pt x="959" y="2858"/>
                        </a:moveTo>
                        <a:cubicBezTo>
                          <a:pt x="-326" y="5740"/>
                          <a:pt x="-238" y="7159"/>
                          <a:pt x="738" y="10838"/>
                        </a:cubicBezTo>
                        <a:cubicBezTo>
                          <a:pt x="2555" y="17754"/>
                          <a:pt x="3885" y="23605"/>
                          <a:pt x="8806" y="30698"/>
                        </a:cubicBezTo>
                        <a:cubicBezTo>
                          <a:pt x="12840" y="36683"/>
                          <a:pt x="18514" y="42446"/>
                          <a:pt x="23790" y="45771"/>
                        </a:cubicBezTo>
                        <a:cubicBezTo>
                          <a:pt x="27691" y="48298"/>
                          <a:pt x="32168" y="49894"/>
                          <a:pt x="33543" y="47145"/>
                        </a:cubicBezTo>
                        <a:cubicBezTo>
                          <a:pt x="34385" y="45461"/>
                          <a:pt x="32213" y="42801"/>
                          <a:pt x="31016" y="40229"/>
                        </a:cubicBezTo>
                        <a:cubicBezTo>
                          <a:pt x="28134" y="34200"/>
                          <a:pt x="25120" y="28615"/>
                          <a:pt x="23347" y="21832"/>
                        </a:cubicBezTo>
                        <a:cubicBezTo>
                          <a:pt x="21751" y="16158"/>
                          <a:pt x="20953" y="9065"/>
                          <a:pt x="14879" y="3745"/>
                        </a:cubicBezTo>
                        <a:cubicBezTo>
                          <a:pt x="9382" y="-1043"/>
                          <a:pt x="2733" y="-1131"/>
                          <a:pt x="959" y="285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51" name="Forme libre : forme 22150">
                    <a:extLst>
                      <a:ext uri="{FF2B5EF4-FFF2-40B4-BE49-F238E27FC236}">
                        <a16:creationId xmlns:a16="http://schemas.microsoft.com/office/drawing/2014/main" id="{2FE665A9-F24E-4525-AE97-DADC1A719864}"/>
                      </a:ext>
                    </a:extLst>
                  </p:cNvPr>
                  <p:cNvSpPr/>
                  <p:nvPr/>
                </p:nvSpPr>
                <p:spPr>
                  <a:xfrm>
                    <a:off x="5561003" y="1281463"/>
                    <a:ext cx="15221" cy="11783"/>
                  </a:xfrm>
                  <a:custGeom>
                    <a:avLst/>
                    <a:gdLst>
                      <a:gd name="connsiteX0" fmla="*/ 2404 w 15221"/>
                      <a:gd name="connsiteY0" fmla="*/ 500 h 11783"/>
                      <a:gd name="connsiteX1" fmla="*/ 365 w 15221"/>
                      <a:gd name="connsiteY1" fmla="*/ 56 h 11783"/>
                      <a:gd name="connsiteX2" fmla="*/ 454 w 15221"/>
                      <a:gd name="connsiteY2" fmla="*/ 1785 h 11783"/>
                      <a:gd name="connsiteX3" fmla="*/ 2671 w 15221"/>
                      <a:gd name="connsiteY3" fmla="*/ 4268 h 11783"/>
                      <a:gd name="connsiteX4" fmla="*/ 8921 w 15221"/>
                      <a:gd name="connsiteY4" fmla="*/ 9588 h 11783"/>
                      <a:gd name="connsiteX5" fmla="*/ 11448 w 15221"/>
                      <a:gd name="connsiteY5" fmla="*/ 11228 h 11783"/>
                      <a:gd name="connsiteX6" fmla="*/ 13177 w 15221"/>
                      <a:gd name="connsiteY6" fmla="*/ 7282 h 11783"/>
                      <a:gd name="connsiteX7" fmla="*/ 2404 w 15221"/>
                      <a:gd name="connsiteY7" fmla="*/ 500 h 11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221" h="11783">
                        <a:moveTo>
                          <a:pt x="2404" y="500"/>
                        </a:moveTo>
                        <a:cubicBezTo>
                          <a:pt x="1562" y="145"/>
                          <a:pt x="942" y="-121"/>
                          <a:pt x="365" y="56"/>
                        </a:cubicBezTo>
                        <a:cubicBezTo>
                          <a:pt x="-255" y="234"/>
                          <a:pt x="11" y="987"/>
                          <a:pt x="454" y="1785"/>
                        </a:cubicBezTo>
                        <a:cubicBezTo>
                          <a:pt x="942" y="2583"/>
                          <a:pt x="1873" y="3559"/>
                          <a:pt x="2671" y="4268"/>
                        </a:cubicBezTo>
                        <a:cubicBezTo>
                          <a:pt x="4665" y="6085"/>
                          <a:pt x="6793" y="8036"/>
                          <a:pt x="8921" y="9588"/>
                        </a:cubicBezTo>
                        <a:cubicBezTo>
                          <a:pt x="9808" y="10208"/>
                          <a:pt x="10561" y="10873"/>
                          <a:pt x="11448" y="11228"/>
                        </a:cubicBezTo>
                        <a:cubicBezTo>
                          <a:pt x="14995" y="12779"/>
                          <a:pt x="16945" y="10962"/>
                          <a:pt x="13177" y="7282"/>
                        </a:cubicBezTo>
                        <a:cubicBezTo>
                          <a:pt x="10207" y="4445"/>
                          <a:pt x="5774" y="2007"/>
                          <a:pt x="2404" y="50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52" name="Forme libre : forme 22151">
                    <a:extLst>
                      <a:ext uri="{FF2B5EF4-FFF2-40B4-BE49-F238E27FC236}">
                        <a16:creationId xmlns:a16="http://schemas.microsoft.com/office/drawing/2014/main" id="{5DF45598-210A-4FFD-9CF3-801035713022}"/>
                      </a:ext>
                    </a:extLst>
                  </p:cNvPr>
                  <p:cNvSpPr/>
                  <p:nvPr/>
                </p:nvSpPr>
                <p:spPr>
                  <a:xfrm>
                    <a:off x="5574091" y="1327003"/>
                    <a:ext cx="28061" cy="12156"/>
                  </a:xfrm>
                  <a:custGeom>
                    <a:avLst/>
                    <a:gdLst>
                      <a:gd name="connsiteX0" fmla="*/ 28062 w 28061"/>
                      <a:gd name="connsiteY0" fmla="*/ 12014 h 12156"/>
                      <a:gd name="connsiteX1" fmla="*/ 0 w 28061"/>
                      <a:gd name="connsiteY1" fmla="*/ 0 h 12156"/>
                      <a:gd name="connsiteX2" fmla="*/ 28062 w 28061"/>
                      <a:gd name="connsiteY2" fmla="*/ 12014 h 12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061" h="12156">
                        <a:moveTo>
                          <a:pt x="28062" y="12014"/>
                        </a:moveTo>
                        <a:cubicBezTo>
                          <a:pt x="20525" y="13344"/>
                          <a:pt x="7891" y="5098"/>
                          <a:pt x="0" y="0"/>
                        </a:cubicBezTo>
                        <a:cubicBezTo>
                          <a:pt x="8556" y="5586"/>
                          <a:pt x="19639" y="9886"/>
                          <a:pt x="28062" y="120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53" name="Forme libre : forme 22152">
                    <a:extLst>
                      <a:ext uri="{FF2B5EF4-FFF2-40B4-BE49-F238E27FC236}">
                        <a16:creationId xmlns:a16="http://schemas.microsoft.com/office/drawing/2014/main" id="{C31AF708-3F11-48B4-BC1F-195A0667B420}"/>
                      </a:ext>
                    </a:extLst>
                  </p:cNvPr>
                  <p:cNvSpPr/>
                  <p:nvPr/>
                </p:nvSpPr>
                <p:spPr>
                  <a:xfrm>
                    <a:off x="5547271" y="1266269"/>
                    <a:ext cx="30322" cy="15072"/>
                  </a:xfrm>
                  <a:custGeom>
                    <a:avLst/>
                    <a:gdLst>
                      <a:gd name="connsiteX0" fmla="*/ 30322 w 30322"/>
                      <a:gd name="connsiteY0" fmla="*/ 15073 h 15072"/>
                      <a:gd name="connsiteX1" fmla="*/ 15383 w 30322"/>
                      <a:gd name="connsiteY1" fmla="*/ 4965 h 15072"/>
                      <a:gd name="connsiteX2" fmla="*/ 0 w 30322"/>
                      <a:gd name="connsiteY2" fmla="*/ 0 h 15072"/>
                      <a:gd name="connsiteX3" fmla="*/ 30322 w 30322"/>
                      <a:gd name="connsiteY3" fmla="*/ 15073 h 15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22" h="15072">
                        <a:moveTo>
                          <a:pt x="30322" y="15073"/>
                        </a:moveTo>
                        <a:cubicBezTo>
                          <a:pt x="25801" y="10684"/>
                          <a:pt x="20703" y="7359"/>
                          <a:pt x="15383" y="4965"/>
                        </a:cubicBezTo>
                        <a:cubicBezTo>
                          <a:pt x="10152" y="2527"/>
                          <a:pt x="4921" y="887"/>
                          <a:pt x="0" y="0"/>
                        </a:cubicBezTo>
                        <a:cubicBezTo>
                          <a:pt x="9221" y="1286"/>
                          <a:pt x="21589" y="8689"/>
                          <a:pt x="30322" y="150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54" name="Forme libre : forme 22153">
                    <a:extLst>
                      <a:ext uri="{FF2B5EF4-FFF2-40B4-BE49-F238E27FC236}">
                        <a16:creationId xmlns:a16="http://schemas.microsoft.com/office/drawing/2014/main" id="{254341AE-C934-443E-9AD0-26C78CEC5D37}"/>
                      </a:ext>
                    </a:extLst>
                  </p:cNvPr>
                  <p:cNvSpPr/>
                  <p:nvPr/>
                </p:nvSpPr>
                <p:spPr>
                  <a:xfrm>
                    <a:off x="5578341" y="1303278"/>
                    <a:ext cx="10467" cy="13493"/>
                  </a:xfrm>
                  <a:custGeom>
                    <a:avLst/>
                    <a:gdLst>
                      <a:gd name="connsiteX0" fmla="*/ 9892 w 10467"/>
                      <a:gd name="connsiteY0" fmla="*/ 13484 h 13493"/>
                      <a:gd name="connsiteX1" fmla="*/ 2976 w 10467"/>
                      <a:gd name="connsiteY1" fmla="*/ 6701 h 13493"/>
                      <a:gd name="connsiteX2" fmla="*/ 671 w 10467"/>
                      <a:gd name="connsiteY2" fmla="*/ 7 h 13493"/>
                      <a:gd name="connsiteX3" fmla="*/ 7232 w 10467"/>
                      <a:gd name="connsiteY3" fmla="*/ 6435 h 13493"/>
                      <a:gd name="connsiteX4" fmla="*/ 9892 w 10467"/>
                      <a:gd name="connsiteY4" fmla="*/ 13484 h 13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67" h="13493">
                        <a:moveTo>
                          <a:pt x="9892" y="13484"/>
                        </a:moveTo>
                        <a:cubicBezTo>
                          <a:pt x="7941" y="13750"/>
                          <a:pt x="4129" y="8341"/>
                          <a:pt x="2976" y="6701"/>
                        </a:cubicBezTo>
                        <a:cubicBezTo>
                          <a:pt x="1779" y="5061"/>
                          <a:pt x="-1368" y="273"/>
                          <a:pt x="671" y="7"/>
                        </a:cubicBezTo>
                        <a:cubicBezTo>
                          <a:pt x="2755" y="-214"/>
                          <a:pt x="6168" y="4795"/>
                          <a:pt x="7232" y="6435"/>
                        </a:cubicBezTo>
                        <a:cubicBezTo>
                          <a:pt x="8296" y="7987"/>
                          <a:pt x="11842" y="13218"/>
                          <a:pt x="9892" y="1348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55" name="Forme libre : forme 22154">
                    <a:extLst>
                      <a:ext uri="{FF2B5EF4-FFF2-40B4-BE49-F238E27FC236}">
                        <a16:creationId xmlns:a16="http://schemas.microsoft.com/office/drawing/2014/main" id="{2563C66A-5408-4916-A08E-CFEE04864BE4}"/>
                      </a:ext>
                    </a:extLst>
                  </p:cNvPr>
                  <p:cNvSpPr/>
                  <p:nvPr/>
                </p:nvSpPr>
                <p:spPr>
                  <a:xfrm>
                    <a:off x="5587116" y="1314747"/>
                    <a:ext cx="3234" cy="3804"/>
                  </a:xfrm>
                  <a:custGeom>
                    <a:avLst/>
                    <a:gdLst>
                      <a:gd name="connsiteX0" fmla="*/ 3156 w 3234"/>
                      <a:gd name="connsiteY0" fmla="*/ 3655 h 3804"/>
                      <a:gd name="connsiteX1" fmla="*/ 1161 w 3234"/>
                      <a:gd name="connsiteY1" fmla="*/ 2547 h 3804"/>
                      <a:gd name="connsiteX2" fmla="*/ 97 w 3234"/>
                      <a:gd name="connsiteY2" fmla="*/ 153 h 3804"/>
                      <a:gd name="connsiteX3" fmla="*/ 2047 w 3234"/>
                      <a:gd name="connsiteY3" fmla="*/ 1217 h 3804"/>
                      <a:gd name="connsiteX4" fmla="*/ 3156 w 3234"/>
                      <a:gd name="connsiteY4" fmla="*/ 3655 h 3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4" h="3804">
                        <a:moveTo>
                          <a:pt x="3156" y="3655"/>
                        </a:moveTo>
                        <a:cubicBezTo>
                          <a:pt x="2801" y="4187"/>
                          <a:pt x="1693" y="3168"/>
                          <a:pt x="1161" y="2547"/>
                        </a:cubicBezTo>
                        <a:cubicBezTo>
                          <a:pt x="629" y="1971"/>
                          <a:pt x="-302" y="685"/>
                          <a:pt x="97" y="153"/>
                        </a:cubicBezTo>
                        <a:cubicBezTo>
                          <a:pt x="496" y="-379"/>
                          <a:pt x="1515" y="597"/>
                          <a:pt x="2047" y="1217"/>
                        </a:cubicBezTo>
                        <a:cubicBezTo>
                          <a:pt x="2579" y="1838"/>
                          <a:pt x="3510" y="3123"/>
                          <a:pt x="3156" y="36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56" name="Forme libre : forme 22155">
                    <a:extLst>
                      <a:ext uri="{FF2B5EF4-FFF2-40B4-BE49-F238E27FC236}">
                        <a16:creationId xmlns:a16="http://schemas.microsoft.com/office/drawing/2014/main" id="{DB600326-502A-44F9-ABB4-BF438E7EE591}"/>
                      </a:ext>
                    </a:extLst>
                  </p:cNvPr>
                  <p:cNvSpPr/>
                  <p:nvPr/>
                </p:nvSpPr>
                <p:spPr>
                  <a:xfrm>
                    <a:off x="5585270" y="1296724"/>
                    <a:ext cx="18969" cy="38938"/>
                  </a:xfrm>
                  <a:custGeom>
                    <a:avLst/>
                    <a:gdLst>
                      <a:gd name="connsiteX0" fmla="*/ 17459 w 18969"/>
                      <a:gd name="connsiteY0" fmla="*/ 25978 h 38938"/>
                      <a:gd name="connsiteX1" fmla="*/ 18655 w 18969"/>
                      <a:gd name="connsiteY1" fmla="*/ 37992 h 38938"/>
                      <a:gd name="connsiteX2" fmla="*/ 14754 w 18969"/>
                      <a:gd name="connsiteY2" fmla="*/ 37593 h 38938"/>
                      <a:gd name="connsiteX3" fmla="*/ 12804 w 18969"/>
                      <a:gd name="connsiteY3" fmla="*/ 32849 h 38938"/>
                      <a:gd name="connsiteX4" fmla="*/ 7972 w 18969"/>
                      <a:gd name="connsiteY4" fmla="*/ 17954 h 38938"/>
                      <a:gd name="connsiteX5" fmla="*/ 1233 w 18969"/>
                      <a:gd name="connsiteY5" fmla="*/ 0 h 38938"/>
                      <a:gd name="connsiteX6" fmla="*/ 15198 w 18969"/>
                      <a:gd name="connsiteY6" fmla="*/ 15516 h 38938"/>
                      <a:gd name="connsiteX7" fmla="*/ 17459 w 18969"/>
                      <a:gd name="connsiteY7" fmla="*/ 25978 h 38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969" h="38938">
                        <a:moveTo>
                          <a:pt x="17459" y="25978"/>
                        </a:moveTo>
                        <a:cubicBezTo>
                          <a:pt x="18611" y="30677"/>
                          <a:pt x="19453" y="34046"/>
                          <a:pt x="18655" y="37992"/>
                        </a:cubicBezTo>
                        <a:cubicBezTo>
                          <a:pt x="18389" y="39455"/>
                          <a:pt x="16173" y="39144"/>
                          <a:pt x="14754" y="37593"/>
                        </a:cubicBezTo>
                        <a:cubicBezTo>
                          <a:pt x="13336" y="35997"/>
                          <a:pt x="13114" y="34445"/>
                          <a:pt x="12804" y="32849"/>
                        </a:cubicBezTo>
                        <a:cubicBezTo>
                          <a:pt x="11873" y="27840"/>
                          <a:pt x="10144" y="23097"/>
                          <a:pt x="7972" y="17954"/>
                        </a:cubicBezTo>
                        <a:cubicBezTo>
                          <a:pt x="6686" y="14718"/>
                          <a:pt x="-3466" y="0"/>
                          <a:pt x="1233" y="0"/>
                        </a:cubicBezTo>
                        <a:cubicBezTo>
                          <a:pt x="6065" y="-44"/>
                          <a:pt x="13380" y="11260"/>
                          <a:pt x="15198" y="15516"/>
                        </a:cubicBezTo>
                        <a:cubicBezTo>
                          <a:pt x="17060" y="19772"/>
                          <a:pt x="16616" y="22432"/>
                          <a:pt x="17459" y="2597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16" name="Graphique 2">
                  <a:extLst>
                    <a:ext uri="{FF2B5EF4-FFF2-40B4-BE49-F238E27FC236}">
                      <a16:creationId xmlns:a16="http://schemas.microsoft.com/office/drawing/2014/main" id="{B3AACF0F-9866-4D9B-A597-455D4283EA90}"/>
                    </a:ext>
                  </a:extLst>
                </p:cNvPr>
                <p:cNvGrpSpPr/>
                <p:nvPr/>
              </p:nvGrpSpPr>
              <p:grpSpPr>
                <a:xfrm>
                  <a:off x="5603490" y="1337359"/>
                  <a:ext cx="66625" cy="77165"/>
                  <a:chOff x="5603490" y="1337359"/>
                  <a:chExt cx="66625" cy="77165"/>
                </a:xfrm>
                <a:solidFill>
                  <a:schemeClr val="accent1"/>
                </a:solidFill>
              </p:grpSpPr>
              <p:sp>
                <p:nvSpPr>
                  <p:cNvPr id="22133" name="Forme libre : forme 22132">
                    <a:extLst>
                      <a:ext uri="{FF2B5EF4-FFF2-40B4-BE49-F238E27FC236}">
                        <a16:creationId xmlns:a16="http://schemas.microsoft.com/office/drawing/2014/main" id="{FAC0B236-A3F1-4E5D-BB8E-BF5712427240}"/>
                      </a:ext>
                    </a:extLst>
                  </p:cNvPr>
                  <p:cNvSpPr/>
                  <p:nvPr/>
                </p:nvSpPr>
                <p:spPr>
                  <a:xfrm>
                    <a:off x="5603490" y="1337359"/>
                    <a:ext cx="66625" cy="77165"/>
                  </a:xfrm>
                  <a:custGeom>
                    <a:avLst/>
                    <a:gdLst>
                      <a:gd name="connsiteX0" fmla="*/ 30625 w 66625"/>
                      <a:gd name="connsiteY0" fmla="*/ 63277 h 77165"/>
                      <a:gd name="connsiteX1" fmla="*/ 9346 w 66625"/>
                      <a:gd name="connsiteY1" fmla="*/ 38230 h 77165"/>
                      <a:gd name="connsiteX2" fmla="*/ 258 w 66625"/>
                      <a:gd name="connsiteY2" fmla="*/ 6090 h 77165"/>
                      <a:gd name="connsiteX3" fmla="*/ 8282 w 66625"/>
                      <a:gd name="connsiteY3" fmla="*/ 105 h 77165"/>
                      <a:gd name="connsiteX4" fmla="*/ 36964 w 66625"/>
                      <a:gd name="connsiteY4" fmla="*/ 16552 h 77165"/>
                      <a:gd name="connsiteX5" fmla="*/ 56160 w 66625"/>
                      <a:gd name="connsiteY5" fmla="*/ 39294 h 77165"/>
                      <a:gd name="connsiteX6" fmla="*/ 66622 w 66625"/>
                      <a:gd name="connsiteY6" fmla="*/ 68818 h 77165"/>
                      <a:gd name="connsiteX7" fmla="*/ 61391 w 66625"/>
                      <a:gd name="connsiteY7" fmla="*/ 77152 h 77165"/>
                      <a:gd name="connsiteX8" fmla="*/ 30625 w 66625"/>
                      <a:gd name="connsiteY8" fmla="*/ 63277 h 77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625" h="77165">
                        <a:moveTo>
                          <a:pt x="30625" y="63277"/>
                        </a:moveTo>
                        <a:cubicBezTo>
                          <a:pt x="24995" y="57647"/>
                          <a:pt x="14178" y="44702"/>
                          <a:pt x="9346" y="38230"/>
                        </a:cubicBezTo>
                        <a:cubicBezTo>
                          <a:pt x="391" y="26039"/>
                          <a:pt x="-628" y="16907"/>
                          <a:pt x="258" y="6090"/>
                        </a:cubicBezTo>
                        <a:cubicBezTo>
                          <a:pt x="569" y="2366"/>
                          <a:pt x="4691" y="-604"/>
                          <a:pt x="8282" y="105"/>
                        </a:cubicBezTo>
                        <a:cubicBezTo>
                          <a:pt x="18744" y="2145"/>
                          <a:pt x="27522" y="6267"/>
                          <a:pt x="36964" y="16552"/>
                        </a:cubicBezTo>
                        <a:cubicBezTo>
                          <a:pt x="42018" y="22049"/>
                          <a:pt x="51461" y="33487"/>
                          <a:pt x="56160" y="39294"/>
                        </a:cubicBezTo>
                        <a:cubicBezTo>
                          <a:pt x="64893" y="50288"/>
                          <a:pt x="66134" y="58888"/>
                          <a:pt x="66622" y="68818"/>
                        </a:cubicBezTo>
                        <a:cubicBezTo>
                          <a:pt x="66711" y="72187"/>
                          <a:pt x="65070" y="76753"/>
                          <a:pt x="61391" y="77152"/>
                        </a:cubicBezTo>
                        <a:cubicBezTo>
                          <a:pt x="50663" y="77419"/>
                          <a:pt x="40998" y="73783"/>
                          <a:pt x="30625" y="6327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34" name="Forme libre : forme 22133">
                    <a:extLst>
                      <a:ext uri="{FF2B5EF4-FFF2-40B4-BE49-F238E27FC236}">
                        <a16:creationId xmlns:a16="http://schemas.microsoft.com/office/drawing/2014/main" id="{F635C89F-8148-4C76-94DF-7EED486F853D}"/>
                      </a:ext>
                    </a:extLst>
                  </p:cNvPr>
                  <p:cNvSpPr/>
                  <p:nvPr/>
                </p:nvSpPr>
                <p:spPr>
                  <a:xfrm>
                    <a:off x="5603527" y="1339415"/>
                    <a:ext cx="61487" cy="75050"/>
                  </a:xfrm>
                  <a:custGeom>
                    <a:avLst/>
                    <a:gdLst>
                      <a:gd name="connsiteX0" fmla="*/ 22210 w 61487"/>
                      <a:gd name="connsiteY0" fmla="*/ 32007 h 75050"/>
                      <a:gd name="connsiteX1" fmla="*/ 2305 w 61487"/>
                      <a:gd name="connsiteY1" fmla="*/ 0 h 75050"/>
                      <a:gd name="connsiteX2" fmla="*/ 266 w 61487"/>
                      <a:gd name="connsiteY2" fmla="*/ 3990 h 75050"/>
                      <a:gd name="connsiteX3" fmla="*/ 0 w 61487"/>
                      <a:gd name="connsiteY3" fmla="*/ 9442 h 75050"/>
                      <a:gd name="connsiteX4" fmla="*/ 2926 w 61487"/>
                      <a:gd name="connsiteY4" fmla="*/ 25003 h 75050"/>
                      <a:gd name="connsiteX5" fmla="*/ 9354 w 61487"/>
                      <a:gd name="connsiteY5" fmla="*/ 36130 h 75050"/>
                      <a:gd name="connsiteX6" fmla="*/ 12546 w 61487"/>
                      <a:gd name="connsiteY6" fmla="*/ 40297 h 75050"/>
                      <a:gd name="connsiteX7" fmla="*/ 28904 w 61487"/>
                      <a:gd name="connsiteY7" fmla="*/ 59403 h 75050"/>
                      <a:gd name="connsiteX8" fmla="*/ 30588 w 61487"/>
                      <a:gd name="connsiteY8" fmla="*/ 61177 h 75050"/>
                      <a:gd name="connsiteX9" fmla="*/ 41449 w 61487"/>
                      <a:gd name="connsiteY9" fmla="*/ 69866 h 75050"/>
                      <a:gd name="connsiteX10" fmla="*/ 56256 w 61487"/>
                      <a:gd name="connsiteY10" fmla="*/ 74831 h 75050"/>
                      <a:gd name="connsiteX11" fmla="*/ 61310 w 61487"/>
                      <a:gd name="connsiteY11" fmla="*/ 75008 h 75050"/>
                      <a:gd name="connsiteX12" fmla="*/ 61487 w 61487"/>
                      <a:gd name="connsiteY12" fmla="*/ 74964 h 75050"/>
                      <a:gd name="connsiteX13" fmla="*/ 41272 w 61487"/>
                      <a:gd name="connsiteY13" fmla="*/ 53463 h 75050"/>
                      <a:gd name="connsiteX14" fmla="*/ 22210 w 61487"/>
                      <a:gd name="connsiteY14" fmla="*/ 32007 h 75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1487" h="75050">
                        <a:moveTo>
                          <a:pt x="22210" y="32007"/>
                        </a:moveTo>
                        <a:cubicBezTo>
                          <a:pt x="13299" y="22387"/>
                          <a:pt x="4699" y="11127"/>
                          <a:pt x="2305" y="0"/>
                        </a:cubicBezTo>
                        <a:cubicBezTo>
                          <a:pt x="1197" y="1064"/>
                          <a:pt x="399" y="2438"/>
                          <a:pt x="266" y="3990"/>
                        </a:cubicBezTo>
                        <a:cubicBezTo>
                          <a:pt x="133" y="5852"/>
                          <a:pt x="44" y="7669"/>
                          <a:pt x="0" y="9442"/>
                        </a:cubicBezTo>
                        <a:cubicBezTo>
                          <a:pt x="0" y="14585"/>
                          <a:pt x="709" y="19594"/>
                          <a:pt x="2926" y="25003"/>
                        </a:cubicBezTo>
                        <a:cubicBezTo>
                          <a:pt x="4389" y="28505"/>
                          <a:pt x="6428" y="32140"/>
                          <a:pt x="9354" y="36130"/>
                        </a:cubicBezTo>
                        <a:cubicBezTo>
                          <a:pt x="10285" y="37327"/>
                          <a:pt x="11349" y="38745"/>
                          <a:pt x="12546" y="40297"/>
                        </a:cubicBezTo>
                        <a:cubicBezTo>
                          <a:pt x="17333" y="46326"/>
                          <a:pt x="24205" y="54438"/>
                          <a:pt x="28904" y="59403"/>
                        </a:cubicBezTo>
                        <a:cubicBezTo>
                          <a:pt x="29524" y="60024"/>
                          <a:pt x="30101" y="60645"/>
                          <a:pt x="30588" y="61177"/>
                        </a:cubicBezTo>
                        <a:cubicBezTo>
                          <a:pt x="34224" y="64900"/>
                          <a:pt x="37903" y="67738"/>
                          <a:pt x="41449" y="69866"/>
                        </a:cubicBezTo>
                        <a:cubicBezTo>
                          <a:pt x="46282" y="72747"/>
                          <a:pt x="51424" y="74210"/>
                          <a:pt x="56256" y="74831"/>
                        </a:cubicBezTo>
                        <a:cubicBezTo>
                          <a:pt x="57985" y="75052"/>
                          <a:pt x="59669" y="75097"/>
                          <a:pt x="61310" y="75008"/>
                        </a:cubicBezTo>
                        <a:lnTo>
                          <a:pt x="61487" y="74964"/>
                        </a:lnTo>
                        <a:cubicBezTo>
                          <a:pt x="53906" y="68092"/>
                          <a:pt x="47744" y="60822"/>
                          <a:pt x="41272" y="53463"/>
                        </a:cubicBezTo>
                        <a:cubicBezTo>
                          <a:pt x="34888" y="46148"/>
                          <a:pt x="28593" y="38878"/>
                          <a:pt x="22210" y="3200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35" name="Forme libre : forme 22134">
                    <a:extLst>
                      <a:ext uri="{FF2B5EF4-FFF2-40B4-BE49-F238E27FC236}">
                        <a16:creationId xmlns:a16="http://schemas.microsoft.com/office/drawing/2014/main" id="{194E1741-7F39-4B1B-B375-4386C1386F5D}"/>
                      </a:ext>
                    </a:extLst>
                  </p:cNvPr>
                  <p:cNvSpPr/>
                  <p:nvPr/>
                </p:nvSpPr>
                <p:spPr>
                  <a:xfrm>
                    <a:off x="5625723" y="1364743"/>
                    <a:ext cx="30232" cy="35190"/>
                  </a:xfrm>
                  <a:custGeom>
                    <a:avLst/>
                    <a:gdLst>
                      <a:gd name="connsiteX0" fmla="*/ 29626 w 30232"/>
                      <a:gd name="connsiteY0" fmla="*/ 34608 h 35190"/>
                      <a:gd name="connsiteX1" fmla="*/ 9899 w 30232"/>
                      <a:gd name="connsiteY1" fmla="*/ 20998 h 35190"/>
                      <a:gd name="connsiteX2" fmla="*/ 944 w 30232"/>
                      <a:gd name="connsiteY2" fmla="*/ 606 h 35190"/>
                      <a:gd name="connsiteX3" fmla="*/ 18588 w 30232"/>
                      <a:gd name="connsiteY3" fmla="*/ 13418 h 35190"/>
                      <a:gd name="connsiteX4" fmla="*/ 29626 w 30232"/>
                      <a:gd name="connsiteY4" fmla="*/ 34608 h 35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32" h="35190">
                        <a:moveTo>
                          <a:pt x="29626" y="34608"/>
                        </a:moveTo>
                        <a:cubicBezTo>
                          <a:pt x="26257" y="38021"/>
                          <a:pt x="13712" y="25520"/>
                          <a:pt x="9899" y="20998"/>
                        </a:cubicBezTo>
                        <a:cubicBezTo>
                          <a:pt x="6042" y="16521"/>
                          <a:pt x="-2913" y="4020"/>
                          <a:pt x="944" y="606"/>
                        </a:cubicBezTo>
                        <a:cubicBezTo>
                          <a:pt x="4801" y="-2807"/>
                          <a:pt x="15174" y="9118"/>
                          <a:pt x="18588" y="13418"/>
                        </a:cubicBezTo>
                        <a:cubicBezTo>
                          <a:pt x="21957" y="17762"/>
                          <a:pt x="32907" y="31283"/>
                          <a:pt x="29626" y="3460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36" name="Forme libre : forme 22135">
                    <a:extLst>
                      <a:ext uri="{FF2B5EF4-FFF2-40B4-BE49-F238E27FC236}">
                        <a16:creationId xmlns:a16="http://schemas.microsoft.com/office/drawing/2014/main" id="{BB8D69A6-78F8-4167-9006-D6F0CC497697}"/>
                      </a:ext>
                    </a:extLst>
                  </p:cNvPr>
                  <p:cNvSpPr/>
                  <p:nvPr/>
                </p:nvSpPr>
                <p:spPr>
                  <a:xfrm>
                    <a:off x="5625885" y="1364412"/>
                    <a:ext cx="16741" cy="28244"/>
                  </a:xfrm>
                  <a:custGeom>
                    <a:avLst/>
                    <a:gdLst>
                      <a:gd name="connsiteX0" fmla="*/ 10314 w 16741"/>
                      <a:gd name="connsiteY0" fmla="*/ 5148 h 28244"/>
                      <a:gd name="connsiteX1" fmla="*/ 650 w 16741"/>
                      <a:gd name="connsiteY1" fmla="*/ 804 h 28244"/>
                      <a:gd name="connsiteX2" fmla="*/ 9915 w 16741"/>
                      <a:gd name="connsiteY2" fmla="*/ 21551 h 28244"/>
                      <a:gd name="connsiteX3" fmla="*/ 16742 w 16741"/>
                      <a:gd name="connsiteY3" fmla="*/ 28245 h 28244"/>
                      <a:gd name="connsiteX4" fmla="*/ 13638 w 16741"/>
                      <a:gd name="connsiteY4" fmla="*/ 24166 h 28244"/>
                      <a:gd name="connsiteX5" fmla="*/ 10314 w 16741"/>
                      <a:gd name="connsiteY5" fmla="*/ 5148 h 28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741" h="28244">
                        <a:moveTo>
                          <a:pt x="10314" y="5148"/>
                        </a:moveTo>
                        <a:cubicBezTo>
                          <a:pt x="7831" y="3597"/>
                          <a:pt x="2423" y="-2078"/>
                          <a:pt x="650" y="804"/>
                        </a:cubicBezTo>
                        <a:cubicBezTo>
                          <a:pt x="-2232" y="5370"/>
                          <a:pt x="5127" y="15876"/>
                          <a:pt x="9915" y="21551"/>
                        </a:cubicBezTo>
                        <a:cubicBezTo>
                          <a:pt x="11289" y="23235"/>
                          <a:pt x="14791" y="26693"/>
                          <a:pt x="16742" y="28245"/>
                        </a:cubicBezTo>
                        <a:cubicBezTo>
                          <a:pt x="15855" y="27136"/>
                          <a:pt x="14303" y="25363"/>
                          <a:pt x="13638" y="24166"/>
                        </a:cubicBezTo>
                        <a:cubicBezTo>
                          <a:pt x="9959" y="17428"/>
                          <a:pt x="6235" y="9094"/>
                          <a:pt x="10314" y="514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37" name="Forme libre : forme 22136">
                    <a:extLst>
                      <a:ext uri="{FF2B5EF4-FFF2-40B4-BE49-F238E27FC236}">
                        <a16:creationId xmlns:a16="http://schemas.microsoft.com/office/drawing/2014/main" id="{CACF7BE0-8350-4A97-9168-94CA12B571BF}"/>
                      </a:ext>
                    </a:extLst>
                  </p:cNvPr>
                  <p:cNvSpPr/>
                  <p:nvPr/>
                </p:nvSpPr>
                <p:spPr>
                  <a:xfrm>
                    <a:off x="5626230" y="1367282"/>
                    <a:ext cx="30779" cy="34933"/>
                  </a:xfrm>
                  <a:custGeom>
                    <a:avLst/>
                    <a:gdLst>
                      <a:gd name="connsiteX0" fmla="*/ 29873 w 30779"/>
                      <a:gd name="connsiteY0" fmla="*/ 34640 h 34933"/>
                      <a:gd name="connsiteX1" fmla="*/ 19721 w 30779"/>
                      <a:gd name="connsiteY1" fmla="*/ 30473 h 34933"/>
                      <a:gd name="connsiteX2" fmla="*/ 9747 w 30779"/>
                      <a:gd name="connsiteY2" fmla="*/ 20986 h 34933"/>
                      <a:gd name="connsiteX3" fmla="*/ 925 w 30779"/>
                      <a:gd name="connsiteY3" fmla="*/ 682 h 34933"/>
                      <a:gd name="connsiteX4" fmla="*/ 18524 w 30779"/>
                      <a:gd name="connsiteY4" fmla="*/ 13450 h 34933"/>
                      <a:gd name="connsiteX5" fmla="*/ 26991 w 30779"/>
                      <a:gd name="connsiteY5" fmla="*/ 24754 h 34933"/>
                      <a:gd name="connsiteX6" fmla="*/ 29873 w 30779"/>
                      <a:gd name="connsiteY6" fmla="*/ 34640 h 3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779" h="34933">
                        <a:moveTo>
                          <a:pt x="29873" y="34640"/>
                        </a:moveTo>
                        <a:cubicBezTo>
                          <a:pt x="27701" y="35748"/>
                          <a:pt x="23711" y="33576"/>
                          <a:pt x="19721" y="30473"/>
                        </a:cubicBezTo>
                        <a:cubicBezTo>
                          <a:pt x="15820" y="27325"/>
                          <a:pt x="11874" y="23336"/>
                          <a:pt x="9747" y="20986"/>
                        </a:cubicBezTo>
                        <a:cubicBezTo>
                          <a:pt x="5447" y="16243"/>
                          <a:pt x="-2755" y="4451"/>
                          <a:pt x="925" y="682"/>
                        </a:cubicBezTo>
                        <a:cubicBezTo>
                          <a:pt x="4560" y="-3041"/>
                          <a:pt x="15288" y="9504"/>
                          <a:pt x="18524" y="13450"/>
                        </a:cubicBezTo>
                        <a:cubicBezTo>
                          <a:pt x="20164" y="15400"/>
                          <a:pt x="24066" y="20188"/>
                          <a:pt x="26991" y="24754"/>
                        </a:cubicBezTo>
                        <a:cubicBezTo>
                          <a:pt x="30006" y="29232"/>
                          <a:pt x="32045" y="33532"/>
                          <a:pt x="29873" y="3464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38" name="Forme libre : forme 22137">
                    <a:extLst>
                      <a:ext uri="{FF2B5EF4-FFF2-40B4-BE49-F238E27FC236}">
                        <a16:creationId xmlns:a16="http://schemas.microsoft.com/office/drawing/2014/main" id="{76CD3F45-3E8E-4395-B8FD-26E369027BF1}"/>
                      </a:ext>
                    </a:extLst>
                  </p:cNvPr>
                  <p:cNvSpPr/>
                  <p:nvPr/>
                </p:nvSpPr>
                <p:spPr>
                  <a:xfrm>
                    <a:off x="5612057" y="1347134"/>
                    <a:ext cx="32222" cy="49823"/>
                  </a:xfrm>
                  <a:custGeom>
                    <a:avLst/>
                    <a:gdLst>
                      <a:gd name="connsiteX0" fmla="*/ 1267 w 32222"/>
                      <a:gd name="connsiteY0" fmla="*/ 2478 h 49823"/>
                      <a:gd name="connsiteX1" fmla="*/ 425 w 32222"/>
                      <a:gd name="connsiteY1" fmla="*/ 10413 h 49823"/>
                      <a:gd name="connsiteX2" fmla="*/ 7429 w 32222"/>
                      <a:gd name="connsiteY2" fmla="*/ 30982 h 49823"/>
                      <a:gd name="connsiteX3" fmla="*/ 22191 w 32222"/>
                      <a:gd name="connsiteY3" fmla="*/ 46853 h 49823"/>
                      <a:gd name="connsiteX4" fmla="*/ 32033 w 32222"/>
                      <a:gd name="connsiteY4" fmla="*/ 48404 h 49823"/>
                      <a:gd name="connsiteX5" fmla="*/ 29506 w 32222"/>
                      <a:gd name="connsiteY5" fmla="*/ 41400 h 49823"/>
                      <a:gd name="connsiteX6" fmla="*/ 22369 w 32222"/>
                      <a:gd name="connsiteY6" fmla="*/ 22781 h 49823"/>
                      <a:gd name="connsiteX7" fmla="*/ 15010 w 32222"/>
                      <a:gd name="connsiteY7" fmla="*/ 4339 h 49823"/>
                      <a:gd name="connsiteX8" fmla="*/ 1267 w 32222"/>
                      <a:gd name="connsiteY8" fmla="*/ 2478 h 49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222" h="49823">
                        <a:moveTo>
                          <a:pt x="1267" y="2478"/>
                        </a:moveTo>
                        <a:cubicBezTo>
                          <a:pt x="-240" y="5226"/>
                          <a:pt x="-240" y="6689"/>
                          <a:pt x="425" y="10413"/>
                        </a:cubicBezTo>
                        <a:cubicBezTo>
                          <a:pt x="1710" y="17550"/>
                          <a:pt x="2819" y="23446"/>
                          <a:pt x="7429" y="30982"/>
                        </a:cubicBezTo>
                        <a:cubicBezTo>
                          <a:pt x="11242" y="37233"/>
                          <a:pt x="16916" y="43306"/>
                          <a:pt x="22191" y="46853"/>
                        </a:cubicBezTo>
                        <a:cubicBezTo>
                          <a:pt x="26137" y="49513"/>
                          <a:pt x="30703" y="51153"/>
                          <a:pt x="32033" y="48404"/>
                        </a:cubicBezTo>
                        <a:cubicBezTo>
                          <a:pt x="32875" y="46720"/>
                          <a:pt x="30703" y="44016"/>
                          <a:pt x="29506" y="41400"/>
                        </a:cubicBezTo>
                        <a:cubicBezTo>
                          <a:pt x="26713" y="35283"/>
                          <a:pt x="23876" y="29564"/>
                          <a:pt x="22369" y="22781"/>
                        </a:cubicBezTo>
                        <a:cubicBezTo>
                          <a:pt x="21083" y="16974"/>
                          <a:pt x="20684" y="9970"/>
                          <a:pt x="15010" y="4339"/>
                        </a:cubicBezTo>
                        <a:cubicBezTo>
                          <a:pt x="9956" y="-714"/>
                          <a:pt x="3351" y="-1379"/>
                          <a:pt x="1267" y="247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39" name="Forme libre : forme 22138">
                    <a:extLst>
                      <a:ext uri="{FF2B5EF4-FFF2-40B4-BE49-F238E27FC236}">
                        <a16:creationId xmlns:a16="http://schemas.microsoft.com/office/drawing/2014/main" id="{2C73968B-98C5-45CE-BB82-6ED2F7B8BCE7}"/>
                      </a:ext>
                    </a:extLst>
                  </p:cNvPr>
                  <p:cNvSpPr/>
                  <p:nvPr/>
                </p:nvSpPr>
                <p:spPr>
                  <a:xfrm>
                    <a:off x="5623739" y="1354678"/>
                    <a:ext cx="14504" cy="12430"/>
                  </a:xfrm>
                  <a:custGeom>
                    <a:avLst/>
                    <a:gdLst>
                      <a:gd name="connsiteX0" fmla="*/ 2397 w 14504"/>
                      <a:gd name="connsiteY0" fmla="*/ 608 h 12430"/>
                      <a:gd name="connsiteX1" fmla="*/ 402 w 14504"/>
                      <a:gd name="connsiteY1" fmla="*/ 31 h 12430"/>
                      <a:gd name="connsiteX2" fmla="*/ 402 w 14504"/>
                      <a:gd name="connsiteY2" fmla="*/ 1760 h 12430"/>
                      <a:gd name="connsiteX3" fmla="*/ 2441 w 14504"/>
                      <a:gd name="connsiteY3" fmla="*/ 4376 h 12430"/>
                      <a:gd name="connsiteX4" fmla="*/ 8337 w 14504"/>
                      <a:gd name="connsiteY4" fmla="*/ 10006 h 12430"/>
                      <a:gd name="connsiteX5" fmla="*/ 10731 w 14504"/>
                      <a:gd name="connsiteY5" fmla="*/ 11779 h 12430"/>
                      <a:gd name="connsiteX6" fmla="*/ 12637 w 14504"/>
                      <a:gd name="connsiteY6" fmla="*/ 7922 h 12430"/>
                      <a:gd name="connsiteX7" fmla="*/ 2397 w 14504"/>
                      <a:gd name="connsiteY7" fmla="*/ 608 h 12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504" h="12430">
                        <a:moveTo>
                          <a:pt x="2397" y="608"/>
                        </a:moveTo>
                        <a:cubicBezTo>
                          <a:pt x="1599" y="209"/>
                          <a:pt x="1022" y="-102"/>
                          <a:pt x="402" y="31"/>
                        </a:cubicBezTo>
                        <a:cubicBezTo>
                          <a:pt x="-219" y="164"/>
                          <a:pt x="-42" y="962"/>
                          <a:pt x="402" y="1760"/>
                        </a:cubicBezTo>
                        <a:cubicBezTo>
                          <a:pt x="845" y="2558"/>
                          <a:pt x="1732" y="3622"/>
                          <a:pt x="2441" y="4376"/>
                        </a:cubicBezTo>
                        <a:cubicBezTo>
                          <a:pt x="4303" y="6326"/>
                          <a:pt x="6342" y="8321"/>
                          <a:pt x="8337" y="10006"/>
                        </a:cubicBezTo>
                        <a:cubicBezTo>
                          <a:pt x="9179" y="10671"/>
                          <a:pt x="9889" y="11380"/>
                          <a:pt x="10731" y="11779"/>
                        </a:cubicBezTo>
                        <a:cubicBezTo>
                          <a:pt x="14189" y="13464"/>
                          <a:pt x="16184" y="11779"/>
                          <a:pt x="12637" y="7922"/>
                        </a:cubicBezTo>
                        <a:cubicBezTo>
                          <a:pt x="9933" y="4952"/>
                          <a:pt x="5721" y="2248"/>
                          <a:pt x="2397" y="60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40" name="Forme libre : forme 22139">
                    <a:extLst>
                      <a:ext uri="{FF2B5EF4-FFF2-40B4-BE49-F238E27FC236}">
                        <a16:creationId xmlns:a16="http://schemas.microsoft.com/office/drawing/2014/main" id="{2247A1AD-7C86-4038-B183-87F8E9032303}"/>
                      </a:ext>
                    </a:extLst>
                  </p:cNvPr>
                  <p:cNvSpPr/>
                  <p:nvPr/>
                </p:nvSpPr>
                <p:spPr>
                  <a:xfrm>
                    <a:off x="5635401" y="1400947"/>
                    <a:ext cx="29258" cy="11978"/>
                  </a:xfrm>
                  <a:custGeom>
                    <a:avLst/>
                    <a:gdLst>
                      <a:gd name="connsiteX0" fmla="*/ 29258 w 29258"/>
                      <a:gd name="connsiteY0" fmla="*/ 11615 h 11978"/>
                      <a:gd name="connsiteX1" fmla="*/ 14674 w 29258"/>
                      <a:gd name="connsiteY1" fmla="*/ 8689 h 11978"/>
                      <a:gd name="connsiteX2" fmla="*/ 0 w 29258"/>
                      <a:gd name="connsiteY2" fmla="*/ 0 h 11978"/>
                      <a:gd name="connsiteX3" fmla="*/ 29258 w 29258"/>
                      <a:gd name="connsiteY3" fmla="*/ 11615 h 11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258" h="11978">
                        <a:moveTo>
                          <a:pt x="29258" y="11615"/>
                        </a:moveTo>
                        <a:cubicBezTo>
                          <a:pt x="25357" y="12723"/>
                          <a:pt x="20215" y="11171"/>
                          <a:pt x="14674" y="8689"/>
                        </a:cubicBezTo>
                        <a:cubicBezTo>
                          <a:pt x="9443" y="6162"/>
                          <a:pt x="3945" y="2749"/>
                          <a:pt x="0" y="0"/>
                        </a:cubicBezTo>
                        <a:cubicBezTo>
                          <a:pt x="8733" y="5940"/>
                          <a:pt x="20304" y="10285"/>
                          <a:pt x="29258" y="116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41" name="Forme libre : forme 22140">
                    <a:extLst>
                      <a:ext uri="{FF2B5EF4-FFF2-40B4-BE49-F238E27FC236}">
                        <a16:creationId xmlns:a16="http://schemas.microsoft.com/office/drawing/2014/main" id="{353754B7-D324-43D8-AB9A-3676DF8C0151}"/>
                      </a:ext>
                    </a:extLst>
                  </p:cNvPr>
                  <p:cNvSpPr/>
                  <p:nvPr/>
                </p:nvSpPr>
                <p:spPr>
                  <a:xfrm>
                    <a:off x="5611506" y="1338440"/>
                    <a:ext cx="28815" cy="16934"/>
                  </a:xfrm>
                  <a:custGeom>
                    <a:avLst/>
                    <a:gdLst>
                      <a:gd name="connsiteX0" fmla="*/ 28815 w 28815"/>
                      <a:gd name="connsiteY0" fmla="*/ 16934 h 16934"/>
                      <a:gd name="connsiteX1" fmla="*/ 0 w 28815"/>
                      <a:gd name="connsiteY1" fmla="*/ 0 h 16934"/>
                      <a:gd name="connsiteX2" fmla="*/ 28815 w 28815"/>
                      <a:gd name="connsiteY2" fmla="*/ 16934 h 169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815" h="16934">
                        <a:moveTo>
                          <a:pt x="28815" y="16934"/>
                        </a:moveTo>
                        <a:cubicBezTo>
                          <a:pt x="20392" y="7935"/>
                          <a:pt x="9487" y="2793"/>
                          <a:pt x="0" y="0"/>
                        </a:cubicBezTo>
                        <a:cubicBezTo>
                          <a:pt x="8999" y="2172"/>
                          <a:pt x="20525" y="10329"/>
                          <a:pt x="28815" y="169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42" name="Forme libre : forme 22141">
                    <a:extLst>
                      <a:ext uri="{FF2B5EF4-FFF2-40B4-BE49-F238E27FC236}">
                        <a16:creationId xmlns:a16="http://schemas.microsoft.com/office/drawing/2014/main" id="{97A33E93-2C2B-47EC-BB17-C585312BB139}"/>
                      </a:ext>
                    </a:extLst>
                  </p:cNvPr>
                  <p:cNvSpPr/>
                  <p:nvPr/>
                </p:nvSpPr>
                <p:spPr>
                  <a:xfrm>
                    <a:off x="5639960" y="1377225"/>
                    <a:ext cx="10233" cy="13579"/>
                  </a:xfrm>
                  <a:custGeom>
                    <a:avLst/>
                    <a:gdLst>
                      <a:gd name="connsiteX0" fmla="*/ 9671 w 10233"/>
                      <a:gd name="connsiteY0" fmla="*/ 13570 h 13579"/>
                      <a:gd name="connsiteX1" fmla="*/ 2799 w 10233"/>
                      <a:gd name="connsiteY1" fmla="*/ 6743 h 13579"/>
                      <a:gd name="connsiteX2" fmla="*/ 716 w 10233"/>
                      <a:gd name="connsiteY2" fmla="*/ 4 h 13579"/>
                      <a:gd name="connsiteX3" fmla="*/ 7055 w 10233"/>
                      <a:gd name="connsiteY3" fmla="*/ 6521 h 13579"/>
                      <a:gd name="connsiteX4" fmla="*/ 9671 w 10233"/>
                      <a:gd name="connsiteY4" fmla="*/ 13570 h 13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33" h="13579">
                        <a:moveTo>
                          <a:pt x="9671" y="13570"/>
                        </a:moveTo>
                        <a:cubicBezTo>
                          <a:pt x="7720" y="13836"/>
                          <a:pt x="3952" y="8383"/>
                          <a:pt x="2799" y="6743"/>
                        </a:cubicBezTo>
                        <a:cubicBezTo>
                          <a:pt x="1647" y="5058"/>
                          <a:pt x="-1368" y="182"/>
                          <a:pt x="716" y="4"/>
                        </a:cubicBezTo>
                        <a:cubicBezTo>
                          <a:pt x="2799" y="-173"/>
                          <a:pt x="5991" y="4970"/>
                          <a:pt x="7055" y="6521"/>
                        </a:cubicBezTo>
                        <a:cubicBezTo>
                          <a:pt x="8119" y="8073"/>
                          <a:pt x="11577" y="13304"/>
                          <a:pt x="9671" y="1357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43" name="Forme libre : forme 22142">
                    <a:extLst>
                      <a:ext uri="{FF2B5EF4-FFF2-40B4-BE49-F238E27FC236}">
                        <a16:creationId xmlns:a16="http://schemas.microsoft.com/office/drawing/2014/main" id="{FFBDFB03-E48C-437F-976C-CBDF61E2352C}"/>
                      </a:ext>
                    </a:extLst>
                  </p:cNvPr>
                  <p:cNvSpPr/>
                  <p:nvPr/>
                </p:nvSpPr>
                <p:spPr>
                  <a:xfrm>
                    <a:off x="5648470" y="1388784"/>
                    <a:ext cx="3234" cy="3799"/>
                  </a:xfrm>
                  <a:custGeom>
                    <a:avLst/>
                    <a:gdLst>
                      <a:gd name="connsiteX0" fmla="*/ 3156 w 3234"/>
                      <a:gd name="connsiteY0" fmla="*/ 3651 h 3799"/>
                      <a:gd name="connsiteX1" fmla="*/ 1161 w 3234"/>
                      <a:gd name="connsiteY1" fmla="*/ 2543 h 3799"/>
                      <a:gd name="connsiteX2" fmla="*/ 97 w 3234"/>
                      <a:gd name="connsiteY2" fmla="*/ 149 h 3799"/>
                      <a:gd name="connsiteX3" fmla="*/ 2047 w 3234"/>
                      <a:gd name="connsiteY3" fmla="*/ 1213 h 3799"/>
                      <a:gd name="connsiteX4" fmla="*/ 3156 w 3234"/>
                      <a:gd name="connsiteY4" fmla="*/ 3651 h 3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4" h="3799">
                        <a:moveTo>
                          <a:pt x="3156" y="3651"/>
                        </a:moveTo>
                        <a:cubicBezTo>
                          <a:pt x="2801" y="4183"/>
                          <a:pt x="1693" y="3163"/>
                          <a:pt x="1161" y="2543"/>
                        </a:cubicBezTo>
                        <a:cubicBezTo>
                          <a:pt x="629" y="1967"/>
                          <a:pt x="-302" y="681"/>
                          <a:pt x="97" y="149"/>
                        </a:cubicBezTo>
                        <a:cubicBezTo>
                          <a:pt x="496" y="-383"/>
                          <a:pt x="1515" y="637"/>
                          <a:pt x="2047" y="1213"/>
                        </a:cubicBezTo>
                        <a:cubicBezTo>
                          <a:pt x="2579" y="1789"/>
                          <a:pt x="3510" y="3075"/>
                          <a:pt x="3156" y="36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44" name="Forme libre : forme 22143">
                    <a:extLst>
                      <a:ext uri="{FF2B5EF4-FFF2-40B4-BE49-F238E27FC236}">
                        <a16:creationId xmlns:a16="http://schemas.microsoft.com/office/drawing/2014/main" id="{7F888C36-858A-4FFA-8C7A-0205864850D7}"/>
                      </a:ext>
                    </a:extLst>
                  </p:cNvPr>
                  <p:cNvSpPr/>
                  <p:nvPr/>
                </p:nvSpPr>
                <p:spPr>
                  <a:xfrm>
                    <a:off x="5647073" y="1370890"/>
                    <a:ext cx="18888" cy="38263"/>
                  </a:xfrm>
                  <a:custGeom>
                    <a:avLst/>
                    <a:gdLst>
                      <a:gd name="connsiteX0" fmla="*/ 16966 w 18888"/>
                      <a:gd name="connsiteY0" fmla="*/ 25446 h 38263"/>
                      <a:gd name="connsiteX1" fmla="*/ 18783 w 18888"/>
                      <a:gd name="connsiteY1" fmla="*/ 37194 h 38263"/>
                      <a:gd name="connsiteX2" fmla="*/ 14926 w 18888"/>
                      <a:gd name="connsiteY2" fmla="*/ 37105 h 38263"/>
                      <a:gd name="connsiteX3" fmla="*/ 12665 w 18888"/>
                      <a:gd name="connsiteY3" fmla="*/ 32495 h 38263"/>
                      <a:gd name="connsiteX4" fmla="*/ 7567 w 18888"/>
                      <a:gd name="connsiteY4" fmla="*/ 17821 h 38263"/>
                      <a:gd name="connsiteX5" fmla="*/ 1317 w 18888"/>
                      <a:gd name="connsiteY5" fmla="*/ 0 h 38263"/>
                      <a:gd name="connsiteX6" fmla="*/ 14749 w 18888"/>
                      <a:gd name="connsiteY6" fmla="*/ 15294 h 38263"/>
                      <a:gd name="connsiteX7" fmla="*/ 16966 w 18888"/>
                      <a:gd name="connsiteY7" fmla="*/ 25446 h 38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88" h="38263">
                        <a:moveTo>
                          <a:pt x="16966" y="25446"/>
                        </a:moveTo>
                        <a:cubicBezTo>
                          <a:pt x="18207" y="29924"/>
                          <a:pt x="19227" y="33204"/>
                          <a:pt x="18783" y="37194"/>
                        </a:cubicBezTo>
                        <a:cubicBezTo>
                          <a:pt x="18650" y="38657"/>
                          <a:pt x="16434" y="38612"/>
                          <a:pt x="14926" y="37105"/>
                        </a:cubicBezTo>
                        <a:cubicBezTo>
                          <a:pt x="13375" y="35598"/>
                          <a:pt x="13064" y="34046"/>
                          <a:pt x="12665" y="32495"/>
                        </a:cubicBezTo>
                        <a:cubicBezTo>
                          <a:pt x="11469" y="27574"/>
                          <a:pt x="9695" y="22875"/>
                          <a:pt x="7567" y="17821"/>
                        </a:cubicBezTo>
                        <a:cubicBezTo>
                          <a:pt x="6238" y="14674"/>
                          <a:pt x="-3471" y="-44"/>
                          <a:pt x="1317" y="0"/>
                        </a:cubicBezTo>
                        <a:cubicBezTo>
                          <a:pt x="6060" y="133"/>
                          <a:pt x="12976" y="11172"/>
                          <a:pt x="14749" y="15294"/>
                        </a:cubicBezTo>
                        <a:cubicBezTo>
                          <a:pt x="16478" y="19373"/>
                          <a:pt x="16079" y="21988"/>
                          <a:pt x="16966" y="2544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17" name="Graphique 2">
                  <a:extLst>
                    <a:ext uri="{FF2B5EF4-FFF2-40B4-BE49-F238E27FC236}">
                      <a16:creationId xmlns:a16="http://schemas.microsoft.com/office/drawing/2014/main" id="{E8361371-A963-4275-AA26-CAC498212697}"/>
                    </a:ext>
                  </a:extLst>
                </p:cNvPr>
                <p:cNvGrpSpPr/>
                <p:nvPr/>
              </p:nvGrpSpPr>
              <p:grpSpPr>
                <a:xfrm>
                  <a:off x="5667291" y="1382946"/>
                  <a:ext cx="87006" cy="53697"/>
                  <a:chOff x="5667291" y="1382946"/>
                  <a:chExt cx="87006" cy="53697"/>
                </a:xfrm>
                <a:solidFill>
                  <a:schemeClr val="accent1"/>
                </a:solidFill>
              </p:grpSpPr>
              <p:sp>
                <p:nvSpPr>
                  <p:cNvPr id="22121" name="Forme libre : forme 22120">
                    <a:extLst>
                      <a:ext uri="{FF2B5EF4-FFF2-40B4-BE49-F238E27FC236}">
                        <a16:creationId xmlns:a16="http://schemas.microsoft.com/office/drawing/2014/main" id="{04FC8339-5CBF-4F94-8877-2B002F8BAB48}"/>
                      </a:ext>
                    </a:extLst>
                  </p:cNvPr>
                  <p:cNvSpPr/>
                  <p:nvPr/>
                </p:nvSpPr>
                <p:spPr>
                  <a:xfrm>
                    <a:off x="5667322" y="1382946"/>
                    <a:ext cx="86975" cy="53697"/>
                  </a:xfrm>
                  <a:custGeom>
                    <a:avLst/>
                    <a:gdLst>
                      <a:gd name="connsiteX0" fmla="*/ 70750 w 86975"/>
                      <a:gd name="connsiteY0" fmla="*/ 36176 h 53697"/>
                      <a:gd name="connsiteX1" fmla="*/ 55101 w 86975"/>
                      <a:gd name="connsiteY1" fmla="*/ 46151 h 53697"/>
                      <a:gd name="connsiteX2" fmla="*/ 35551 w 86975"/>
                      <a:gd name="connsiteY2" fmla="*/ 53022 h 53697"/>
                      <a:gd name="connsiteX3" fmla="*/ 10504 w 86975"/>
                      <a:gd name="connsiteY3" fmla="*/ 48766 h 53697"/>
                      <a:gd name="connsiteX4" fmla="*/ 130 w 86975"/>
                      <a:gd name="connsiteY4" fmla="*/ 33827 h 53697"/>
                      <a:gd name="connsiteX5" fmla="*/ 6292 w 86975"/>
                      <a:gd name="connsiteY5" fmla="*/ 25936 h 53697"/>
                      <a:gd name="connsiteX6" fmla="*/ 18084 w 86975"/>
                      <a:gd name="connsiteY6" fmla="*/ 22478 h 53697"/>
                      <a:gd name="connsiteX7" fmla="*/ 28546 w 86975"/>
                      <a:gd name="connsiteY7" fmla="*/ 18577 h 53697"/>
                      <a:gd name="connsiteX8" fmla="*/ 38698 w 86975"/>
                      <a:gd name="connsiteY8" fmla="*/ 14410 h 53697"/>
                      <a:gd name="connsiteX9" fmla="*/ 49692 w 86975"/>
                      <a:gd name="connsiteY9" fmla="*/ 8115 h 53697"/>
                      <a:gd name="connsiteX10" fmla="*/ 79305 w 86975"/>
                      <a:gd name="connsiteY10" fmla="*/ 2 h 53697"/>
                      <a:gd name="connsiteX11" fmla="*/ 86975 w 86975"/>
                      <a:gd name="connsiteY11" fmla="*/ 6120 h 53697"/>
                      <a:gd name="connsiteX12" fmla="*/ 70750 w 86975"/>
                      <a:gd name="connsiteY12" fmla="*/ 36176 h 53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6975" h="53697">
                        <a:moveTo>
                          <a:pt x="70750" y="36176"/>
                        </a:moveTo>
                        <a:cubicBezTo>
                          <a:pt x="67425" y="38836"/>
                          <a:pt x="61662" y="42781"/>
                          <a:pt x="55101" y="46151"/>
                        </a:cubicBezTo>
                        <a:cubicBezTo>
                          <a:pt x="48584" y="49564"/>
                          <a:pt x="41003" y="52180"/>
                          <a:pt x="35551" y="53022"/>
                        </a:cubicBezTo>
                        <a:cubicBezTo>
                          <a:pt x="25488" y="54884"/>
                          <a:pt x="16400" y="52712"/>
                          <a:pt x="10504" y="48766"/>
                        </a:cubicBezTo>
                        <a:cubicBezTo>
                          <a:pt x="4475" y="44776"/>
                          <a:pt x="1460" y="39324"/>
                          <a:pt x="130" y="33827"/>
                        </a:cubicBezTo>
                        <a:cubicBezTo>
                          <a:pt x="-756" y="29926"/>
                          <a:pt x="3056" y="26423"/>
                          <a:pt x="6292" y="25936"/>
                        </a:cubicBezTo>
                        <a:cubicBezTo>
                          <a:pt x="11124" y="25138"/>
                          <a:pt x="14893" y="23808"/>
                          <a:pt x="18084" y="22478"/>
                        </a:cubicBezTo>
                        <a:cubicBezTo>
                          <a:pt x="21320" y="21104"/>
                          <a:pt x="24113" y="20040"/>
                          <a:pt x="28546" y="18577"/>
                        </a:cubicBezTo>
                        <a:cubicBezTo>
                          <a:pt x="30852" y="17867"/>
                          <a:pt x="34664" y="16449"/>
                          <a:pt x="38698" y="14410"/>
                        </a:cubicBezTo>
                        <a:cubicBezTo>
                          <a:pt x="42688" y="12459"/>
                          <a:pt x="46855" y="9888"/>
                          <a:pt x="49692" y="8115"/>
                        </a:cubicBezTo>
                        <a:cubicBezTo>
                          <a:pt x="60287" y="1376"/>
                          <a:pt x="68888" y="135"/>
                          <a:pt x="79305" y="2"/>
                        </a:cubicBezTo>
                        <a:cubicBezTo>
                          <a:pt x="82896" y="-86"/>
                          <a:pt x="87019" y="2618"/>
                          <a:pt x="86975" y="6120"/>
                        </a:cubicBezTo>
                        <a:cubicBezTo>
                          <a:pt x="86664" y="16316"/>
                          <a:pt x="83251" y="26069"/>
                          <a:pt x="70750" y="3617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22" name="Forme libre : forme 22121">
                    <a:extLst>
                      <a:ext uri="{FF2B5EF4-FFF2-40B4-BE49-F238E27FC236}">
                        <a16:creationId xmlns:a16="http://schemas.microsoft.com/office/drawing/2014/main" id="{A468E95C-E7FE-4816-9C82-B09F3596018F}"/>
                      </a:ext>
                    </a:extLst>
                  </p:cNvPr>
                  <p:cNvSpPr/>
                  <p:nvPr/>
                </p:nvSpPr>
                <p:spPr>
                  <a:xfrm>
                    <a:off x="5667291" y="1388889"/>
                    <a:ext cx="86828" cy="47682"/>
                  </a:xfrm>
                  <a:custGeom>
                    <a:avLst/>
                    <a:gdLst>
                      <a:gd name="connsiteX0" fmla="*/ 38064 w 86828"/>
                      <a:gd name="connsiteY0" fmla="*/ 33381 h 47682"/>
                      <a:gd name="connsiteX1" fmla="*/ 16253 w 86828"/>
                      <a:gd name="connsiteY1" fmla="*/ 35288 h 47682"/>
                      <a:gd name="connsiteX2" fmla="*/ 1092 w 86828"/>
                      <a:gd name="connsiteY2" fmla="*/ 23451 h 47682"/>
                      <a:gd name="connsiteX3" fmla="*/ 117 w 86828"/>
                      <a:gd name="connsiteY3" fmla="*/ 27840 h 47682"/>
                      <a:gd name="connsiteX4" fmla="*/ 2112 w 86828"/>
                      <a:gd name="connsiteY4" fmla="*/ 33470 h 47682"/>
                      <a:gd name="connsiteX5" fmla="*/ 17672 w 86828"/>
                      <a:gd name="connsiteY5" fmla="*/ 46149 h 47682"/>
                      <a:gd name="connsiteX6" fmla="*/ 35449 w 86828"/>
                      <a:gd name="connsiteY6" fmla="*/ 47035 h 47682"/>
                      <a:gd name="connsiteX7" fmla="*/ 42187 w 86828"/>
                      <a:gd name="connsiteY7" fmla="*/ 45395 h 47682"/>
                      <a:gd name="connsiteX8" fmla="*/ 68520 w 86828"/>
                      <a:gd name="connsiteY8" fmla="*/ 31830 h 47682"/>
                      <a:gd name="connsiteX9" fmla="*/ 70648 w 86828"/>
                      <a:gd name="connsiteY9" fmla="*/ 30189 h 47682"/>
                      <a:gd name="connsiteX10" fmla="*/ 80755 w 86828"/>
                      <a:gd name="connsiteY10" fmla="*/ 19506 h 47682"/>
                      <a:gd name="connsiteX11" fmla="*/ 86429 w 86828"/>
                      <a:gd name="connsiteY11" fmla="*/ 4965 h 47682"/>
                      <a:gd name="connsiteX12" fmla="*/ 86828 w 86828"/>
                      <a:gd name="connsiteY12" fmla="*/ 177 h 47682"/>
                      <a:gd name="connsiteX13" fmla="*/ 86784 w 86828"/>
                      <a:gd name="connsiteY13" fmla="*/ 0 h 47682"/>
                      <a:gd name="connsiteX14" fmla="*/ 64131 w 86828"/>
                      <a:gd name="connsiteY14" fmla="*/ 18708 h 47682"/>
                      <a:gd name="connsiteX15" fmla="*/ 38064 w 86828"/>
                      <a:gd name="connsiteY15" fmla="*/ 33381 h 47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6828" h="47682">
                        <a:moveTo>
                          <a:pt x="38064" y="33381"/>
                        </a:moveTo>
                        <a:cubicBezTo>
                          <a:pt x="31503" y="35952"/>
                          <a:pt x="23524" y="37105"/>
                          <a:pt x="16253" y="35288"/>
                        </a:cubicBezTo>
                        <a:cubicBezTo>
                          <a:pt x="8983" y="33470"/>
                          <a:pt x="3353" y="28638"/>
                          <a:pt x="1092" y="23451"/>
                        </a:cubicBezTo>
                        <a:cubicBezTo>
                          <a:pt x="250" y="24737"/>
                          <a:pt x="-238" y="26244"/>
                          <a:pt x="117" y="27840"/>
                        </a:cubicBezTo>
                        <a:cubicBezTo>
                          <a:pt x="516" y="29835"/>
                          <a:pt x="1270" y="31608"/>
                          <a:pt x="2112" y="33470"/>
                        </a:cubicBezTo>
                        <a:cubicBezTo>
                          <a:pt x="4727" y="38657"/>
                          <a:pt x="9737" y="43622"/>
                          <a:pt x="17672" y="46149"/>
                        </a:cubicBezTo>
                        <a:cubicBezTo>
                          <a:pt x="22770" y="47745"/>
                          <a:pt x="28932" y="48188"/>
                          <a:pt x="35449" y="47035"/>
                        </a:cubicBezTo>
                        <a:cubicBezTo>
                          <a:pt x="37399" y="46681"/>
                          <a:pt x="39793" y="46149"/>
                          <a:pt x="42187" y="45395"/>
                        </a:cubicBezTo>
                        <a:cubicBezTo>
                          <a:pt x="51896" y="42558"/>
                          <a:pt x="62535" y="36263"/>
                          <a:pt x="68520" y="31830"/>
                        </a:cubicBezTo>
                        <a:cubicBezTo>
                          <a:pt x="69273" y="31253"/>
                          <a:pt x="70027" y="30677"/>
                          <a:pt x="70648" y="30189"/>
                        </a:cubicBezTo>
                        <a:cubicBezTo>
                          <a:pt x="75125" y="26643"/>
                          <a:pt x="78361" y="23052"/>
                          <a:pt x="80755" y="19506"/>
                        </a:cubicBezTo>
                        <a:cubicBezTo>
                          <a:pt x="84036" y="14629"/>
                          <a:pt x="85631" y="9797"/>
                          <a:pt x="86429" y="4965"/>
                        </a:cubicBezTo>
                        <a:cubicBezTo>
                          <a:pt x="86651" y="3414"/>
                          <a:pt x="86784" y="1773"/>
                          <a:pt x="86828" y="177"/>
                        </a:cubicBezTo>
                        <a:lnTo>
                          <a:pt x="86784" y="0"/>
                        </a:lnTo>
                        <a:cubicBezTo>
                          <a:pt x="79735" y="6561"/>
                          <a:pt x="72155" y="12900"/>
                          <a:pt x="64131" y="18708"/>
                        </a:cubicBezTo>
                        <a:cubicBezTo>
                          <a:pt x="56107" y="24471"/>
                          <a:pt x="47595" y="29790"/>
                          <a:pt x="38064" y="3338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23" name="Forme libre : forme 22122">
                    <a:extLst>
                      <a:ext uri="{FF2B5EF4-FFF2-40B4-BE49-F238E27FC236}">
                        <a16:creationId xmlns:a16="http://schemas.microsoft.com/office/drawing/2014/main" id="{B5028FE0-8AD8-47A5-B912-65CA1C10BE37}"/>
                      </a:ext>
                    </a:extLst>
                  </p:cNvPr>
                  <p:cNvSpPr/>
                  <p:nvPr/>
                </p:nvSpPr>
                <p:spPr>
                  <a:xfrm>
                    <a:off x="5699959" y="1396856"/>
                    <a:ext cx="39318" cy="24760"/>
                  </a:xfrm>
                  <a:custGeom>
                    <a:avLst/>
                    <a:gdLst>
                      <a:gd name="connsiteX0" fmla="*/ 38821 w 39318"/>
                      <a:gd name="connsiteY0" fmla="*/ 722 h 24760"/>
                      <a:gd name="connsiteX1" fmla="*/ 34255 w 39318"/>
                      <a:gd name="connsiteY1" fmla="*/ 10209 h 24760"/>
                      <a:gd name="connsiteX2" fmla="*/ 22906 w 39318"/>
                      <a:gd name="connsiteY2" fmla="*/ 19208 h 24760"/>
                      <a:gd name="connsiteX3" fmla="*/ 10139 w 39318"/>
                      <a:gd name="connsiteY3" fmla="*/ 24261 h 24760"/>
                      <a:gd name="connsiteX4" fmla="*/ 76 w 39318"/>
                      <a:gd name="connsiteY4" fmla="*/ 22222 h 24760"/>
                      <a:gd name="connsiteX5" fmla="*/ 6460 w 39318"/>
                      <a:gd name="connsiteY5" fmla="*/ 15262 h 24760"/>
                      <a:gd name="connsiteX6" fmla="*/ 16922 w 39318"/>
                      <a:gd name="connsiteY6" fmla="*/ 9322 h 24760"/>
                      <a:gd name="connsiteX7" fmla="*/ 28492 w 39318"/>
                      <a:gd name="connsiteY7" fmla="*/ 3027 h 24760"/>
                      <a:gd name="connsiteX8" fmla="*/ 38821 w 39318"/>
                      <a:gd name="connsiteY8" fmla="*/ 722 h 24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318" h="24760">
                        <a:moveTo>
                          <a:pt x="38821" y="722"/>
                        </a:moveTo>
                        <a:cubicBezTo>
                          <a:pt x="40417" y="2495"/>
                          <a:pt x="37979" y="6396"/>
                          <a:pt x="34255" y="10209"/>
                        </a:cubicBezTo>
                        <a:cubicBezTo>
                          <a:pt x="30576" y="14021"/>
                          <a:pt x="25611" y="17612"/>
                          <a:pt x="22906" y="19208"/>
                        </a:cubicBezTo>
                        <a:cubicBezTo>
                          <a:pt x="20291" y="20848"/>
                          <a:pt x="15060" y="23242"/>
                          <a:pt x="10139" y="24261"/>
                        </a:cubicBezTo>
                        <a:cubicBezTo>
                          <a:pt x="5218" y="25325"/>
                          <a:pt x="697" y="24705"/>
                          <a:pt x="76" y="22222"/>
                        </a:cubicBezTo>
                        <a:cubicBezTo>
                          <a:pt x="-545" y="19740"/>
                          <a:pt x="2736" y="17612"/>
                          <a:pt x="6460" y="15262"/>
                        </a:cubicBezTo>
                        <a:cubicBezTo>
                          <a:pt x="10228" y="13001"/>
                          <a:pt x="14661" y="10652"/>
                          <a:pt x="16922" y="9322"/>
                        </a:cubicBezTo>
                        <a:cubicBezTo>
                          <a:pt x="19271" y="8125"/>
                          <a:pt x="24015" y="5332"/>
                          <a:pt x="28492" y="3027"/>
                        </a:cubicBezTo>
                        <a:cubicBezTo>
                          <a:pt x="32970" y="722"/>
                          <a:pt x="37225" y="-1052"/>
                          <a:pt x="38821" y="72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24" name="Forme libre : forme 22123">
                    <a:extLst>
                      <a:ext uri="{FF2B5EF4-FFF2-40B4-BE49-F238E27FC236}">
                        <a16:creationId xmlns:a16="http://schemas.microsoft.com/office/drawing/2014/main" id="{CE0C706E-CBF9-4594-B033-40D5C08A35C0}"/>
                      </a:ext>
                    </a:extLst>
                  </p:cNvPr>
                  <p:cNvSpPr/>
                  <p:nvPr/>
                </p:nvSpPr>
                <p:spPr>
                  <a:xfrm>
                    <a:off x="5699567" y="1409857"/>
                    <a:ext cx="31455" cy="11596"/>
                  </a:xfrm>
                  <a:custGeom>
                    <a:avLst/>
                    <a:gdLst>
                      <a:gd name="connsiteX0" fmla="*/ 7606 w 31455"/>
                      <a:gd name="connsiteY0" fmla="*/ 1951 h 11596"/>
                      <a:gd name="connsiteX1" fmla="*/ 247 w 31455"/>
                      <a:gd name="connsiteY1" fmla="*/ 9221 h 11596"/>
                      <a:gd name="connsiteX2" fmla="*/ 10531 w 31455"/>
                      <a:gd name="connsiteY2" fmla="*/ 11171 h 11596"/>
                      <a:gd name="connsiteX3" fmla="*/ 23565 w 31455"/>
                      <a:gd name="connsiteY3" fmla="*/ 6029 h 11596"/>
                      <a:gd name="connsiteX4" fmla="*/ 31456 w 31455"/>
                      <a:gd name="connsiteY4" fmla="*/ 0 h 11596"/>
                      <a:gd name="connsiteX5" fmla="*/ 26890 w 31455"/>
                      <a:gd name="connsiteY5" fmla="*/ 2660 h 11596"/>
                      <a:gd name="connsiteX6" fmla="*/ 7606 w 31455"/>
                      <a:gd name="connsiteY6" fmla="*/ 1951 h 11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55" h="11596">
                        <a:moveTo>
                          <a:pt x="7606" y="1951"/>
                        </a:moveTo>
                        <a:cubicBezTo>
                          <a:pt x="5611" y="3946"/>
                          <a:pt x="-1394" y="6428"/>
                          <a:pt x="247" y="9221"/>
                        </a:cubicBezTo>
                        <a:cubicBezTo>
                          <a:pt x="1621" y="11526"/>
                          <a:pt x="5832" y="12102"/>
                          <a:pt x="10531" y="11171"/>
                        </a:cubicBezTo>
                        <a:cubicBezTo>
                          <a:pt x="15186" y="10285"/>
                          <a:pt x="20196" y="8068"/>
                          <a:pt x="23565" y="6029"/>
                        </a:cubicBezTo>
                        <a:cubicBezTo>
                          <a:pt x="25604" y="4921"/>
                          <a:pt x="29682" y="1818"/>
                          <a:pt x="31456" y="0"/>
                        </a:cubicBezTo>
                        <a:cubicBezTo>
                          <a:pt x="30214" y="798"/>
                          <a:pt x="28219" y="2217"/>
                          <a:pt x="26890" y="2660"/>
                        </a:cubicBezTo>
                        <a:cubicBezTo>
                          <a:pt x="19486" y="5674"/>
                          <a:pt x="9999" y="7137"/>
                          <a:pt x="7606" y="195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25" name="Forme libre : forme 22124">
                    <a:extLst>
                      <a:ext uri="{FF2B5EF4-FFF2-40B4-BE49-F238E27FC236}">
                        <a16:creationId xmlns:a16="http://schemas.microsoft.com/office/drawing/2014/main" id="{9B2EAF7D-93F9-4D49-8AC0-C621CC4E20CE}"/>
                      </a:ext>
                    </a:extLst>
                  </p:cNvPr>
                  <p:cNvSpPr/>
                  <p:nvPr/>
                </p:nvSpPr>
                <p:spPr>
                  <a:xfrm>
                    <a:off x="5702539" y="1395937"/>
                    <a:ext cx="39094" cy="26090"/>
                  </a:xfrm>
                  <a:custGeom>
                    <a:avLst/>
                    <a:gdLst>
                      <a:gd name="connsiteX0" fmla="*/ 38857 w 39094"/>
                      <a:gd name="connsiteY0" fmla="*/ 976 h 26090"/>
                      <a:gd name="connsiteX1" fmla="*/ 33981 w 39094"/>
                      <a:gd name="connsiteY1" fmla="*/ 10950 h 26090"/>
                      <a:gd name="connsiteX2" fmla="*/ 22987 w 39094"/>
                      <a:gd name="connsiteY2" fmla="*/ 20127 h 26090"/>
                      <a:gd name="connsiteX3" fmla="*/ 10308 w 39094"/>
                      <a:gd name="connsiteY3" fmla="*/ 25535 h 26090"/>
                      <a:gd name="connsiteX4" fmla="*/ 156 w 39094"/>
                      <a:gd name="connsiteY4" fmla="*/ 23762 h 26090"/>
                      <a:gd name="connsiteX5" fmla="*/ 6407 w 39094"/>
                      <a:gd name="connsiteY5" fmla="*/ 16536 h 26090"/>
                      <a:gd name="connsiteX6" fmla="*/ 16914 w 39094"/>
                      <a:gd name="connsiteY6" fmla="*/ 10241 h 26090"/>
                      <a:gd name="connsiteX7" fmla="*/ 28839 w 39094"/>
                      <a:gd name="connsiteY7" fmla="*/ 3237 h 26090"/>
                      <a:gd name="connsiteX8" fmla="*/ 38857 w 39094"/>
                      <a:gd name="connsiteY8" fmla="*/ 976 h 26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094" h="26090">
                        <a:moveTo>
                          <a:pt x="38857" y="976"/>
                        </a:moveTo>
                        <a:cubicBezTo>
                          <a:pt x="39877" y="3192"/>
                          <a:pt x="37483" y="7138"/>
                          <a:pt x="33981" y="10950"/>
                        </a:cubicBezTo>
                        <a:cubicBezTo>
                          <a:pt x="30479" y="14763"/>
                          <a:pt x="25780" y="18265"/>
                          <a:pt x="22987" y="20127"/>
                        </a:cubicBezTo>
                        <a:cubicBezTo>
                          <a:pt x="20150" y="21944"/>
                          <a:pt x="15185" y="24516"/>
                          <a:pt x="10308" y="25535"/>
                        </a:cubicBezTo>
                        <a:cubicBezTo>
                          <a:pt x="5476" y="26599"/>
                          <a:pt x="1087" y="26200"/>
                          <a:pt x="156" y="23762"/>
                        </a:cubicBezTo>
                        <a:cubicBezTo>
                          <a:pt x="-774" y="21324"/>
                          <a:pt x="2595" y="18974"/>
                          <a:pt x="6407" y="16536"/>
                        </a:cubicBezTo>
                        <a:cubicBezTo>
                          <a:pt x="10485" y="14098"/>
                          <a:pt x="14830" y="11482"/>
                          <a:pt x="16914" y="10241"/>
                        </a:cubicBezTo>
                        <a:cubicBezTo>
                          <a:pt x="19041" y="8955"/>
                          <a:pt x="24184" y="5852"/>
                          <a:pt x="28839" y="3237"/>
                        </a:cubicBezTo>
                        <a:cubicBezTo>
                          <a:pt x="33493" y="666"/>
                          <a:pt x="37838" y="-1241"/>
                          <a:pt x="38857" y="97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26" name="Forme libre : forme 22125">
                    <a:extLst>
                      <a:ext uri="{FF2B5EF4-FFF2-40B4-BE49-F238E27FC236}">
                        <a16:creationId xmlns:a16="http://schemas.microsoft.com/office/drawing/2014/main" id="{FCCB3CC5-C9F9-4E44-AAAF-EF306C1CB3F4}"/>
                      </a:ext>
                    </a:extLst>
                  </p:cNvPr>
                  <p:cNvSpPr/>
                  <p:nvPr/>
                </p:nvSpPr>
                <p:spPr>
                  <a:xfrm>
                    <a:off x="5679274" y="1408366"/>
                    <a:ext cx="56002" cy="22976"/>
                  </a:xfrm>
                  <a:custGeom>
                    <a:avLst/>
                    <a:gdLst>
                      <a:gd name="connsiteX0" fmla="*/ 14 w 56002"/>
                      <a:gd name="connsiteY0" fmla="*/ 10623 h 22976"/>
                      <a:gd name="connsiteX1" fmla="*/ 4802 w 56002"/>
                      <a:gd name="connsiteY1" fmla="*/ 17539 h 22976"/>
                      <a:gd name="connsiteX2" fmla="*/ 30248 w 56002"/>
                      <a:gd name="connsiteY2" fmla="*/ 22149 h 22976"/>
                      <a:gd name="connsiteX3" fmla="*/ 51837 w 56002"/>
                      <a:gd name="connsiteY3" fmla="*/ 10091 h 22976"/>
                      <a:gd name="connsiteX4" fmla="*/ 54807 w 56002"/>
                      <a:gd name="connsiteY4" fmla="*/ 250 h 22976"/>
                      <a:gd name="connsiteX5" fmla="*/ 47448 w 56002"/>
                      <a:gd name="connsiteY5" fmla="*/ 2112 h 22976"/>
                      <a:gd name="connsiteX6" fmla="*/ 27721 w 56002"/>
                      <a:gd name="connsiteY6" fmla="*/ 5215 h 22976"/>
                      <a:gd name="connsiteX7" fmla="*/ 10343 w 56002"/>
                      <a:gd name="connsiteY7" fmla="*/ 2777 h 22976"/>
                      <a:gd name="connsiteX8" fmla="*/ 3250 w 56002"/>
                      <a:gd name="connsiteY8" fmla="*/ 5348 h 22976"/>
                      <a:gd name="connsiteX9" fmla="*/ 14 w 56002"/>
                      <a:gd name="connsiteY9" fmla="*/ 10623 h 22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6002" h="22976">
                        <a:moveTo>
                          <a:pt x="14" y="10623"/>
                        </a:moveTo>
                        <a:cubicBezTo>
                          <a:pt x="280" y="13815"/>
                          <a:pt x="1211" y="15056"/>
                          <a:pt x="4802" y="17539"/>
                        </a:cubicBezTo>
                        <a:cubicBezTo>
                          <a:pt x="11806" y="22016"/>
                          <a:pt x="19653" y="24322"/>
                          <a:pt x="30248" y="22149"/>
                        </a:cubicBezTo>
                        <a:cubicBezTo>
                          <a:pt x="39070" y="20287"/>
                          <a:pt x="47271" y="15145"/>
                          <a:pt x="51837" y="10091"/>
                        </a:cubicBezTo>
                        <a:cubicBezTo>
                          <a:pt x="55339" y="6323"/>
                          <a:pt x="57467" y="1801"/>
                          <a:pt x="54807" y="250"/>
                        </a:cubicBezTo>
                        <a:cubicBezTo>
                          <a:pt x="53211" y="-681"/>
                          <a:pt x="50197" y="1225"/>
                          <a:pt x="47448" y="2112"/>
                        </a:cubicBezTo>
                        <a:cubicBezTo>
                          <a:pt x="40932" y="4151"/>
                          <a:pt x="34504" y="5969"/>
                          <a:pt x="27721" y="5215"/>
                        </a:cubicBezTo>
                        <a:cubicBezTo>
                          <a:pt x="21869" y="4506"/>
                          <a:pt x="16195" y="2023"/>
                          <a:pt x="10343" y="2777"/>
                        </a:cubicBezTo>
                        <a:cubicBezTo>
                          <a:pt x="7595" y="3176"/>
                          <a:pt x="5245" y="4018"/>
                          <a:pt x="3250" y="5348"/>
                        </a:cubicBezTo>
                        <a:cubicBezTo>
                          <a:pt x="1344" y="6722"/>
                          <a:pt x="-163" y="8407"/>
                          <a:pt x="14" y="1062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27" name="Forme libre : forme 22126">
                    <a:extLst>
                      <a:ext uri="{FF2B5EF4-FFF2-40B4-BE49-F238E27FC236}">
                        <a16:creationId xmlns:a16="http://schemas.microsoft.com/office/drawing/2014/main" id="{EC8F1C64-17E5-4F64-B83D-4B56C285498E}"/>
                      </a:ext>
                    </a:extLst>
                  </p:cNvPr>
                  <p:cNvSpPr/>
                  <p:nvPr/>
                </p:nvSpPr>
                <p:spPr>
                  <a:xfrm>
                    <a:off x="5690104" y="1408498"/>
                    <a:ext cx="15121" cy="8132"/>
                  </a:xfrm>
                  <a:custGeom>
                    <a:avLst/>
                    <a:gdLst>
                      <a:gd name="connsiteX0" fmla="*/ 1508 w 15121"/>
                      <a:gd name="connsiteY0" fmla="*/ 5748 h 8132"/>
                      <a:gd name="connsiteX1" fmla="*/ 45 w 15121"/>
                      <a:gd name="connsiteY1" fmla="*/ 6989 h 8132"/>
                      <a:gd name="connsiteX2" fmla="*/ 1287 w 15121"/>
                      <a:gd name="connsiteY2" fmla="*/ 8097 h 8132"/>
                      <a:gd name="connsiteX3" fmla="*/ 4345 w 15121"/>
                      <a:gd name="connsiteY3" fmla="*/ 7920 h 8132"/>
                      <a:gd name="connsiteX4" fmla="*/ 11483 w 15121"/>
                      <a:gd name="connsiteY4" fmla="*/ 5349 h 8132"/>
                      <a:gd name="connsiteX5" fmla="*/ 13788 w 15121"/>
                      <a:gd name="connsiteY5" fmla="*/ 3842 h 8132"/>
                      <a:gd name="connsiteX6" fmla="*/ 11084 w 15121"/>
                      <a:gd name="connsiteY6" fmla="*/ 561 h 8132"/>
                      <a:gd name="connsiteX7" fmla="*/ 1508 w 15121"/>
                      <a:gd name="connsiteY7" fmla="*/ 5748 h 8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121" h="8132">
                        <a:moveTo>
                          <a:pt x="1508" y="5748"/>
                        </a:moveTo>
                        <a:cubicBezTo>
                          <a:pt x="799" y="6191"/>
                          <a:pt x="311" y="6457"/>
                          <a:pt x="45" y="6989"/>
                        </a:cubicBezTo>
                        <a:cubicBezTo>
                          <a:pt x="-176" y="7521"/>
                          <a:pt x="444" y="8009"/>
                          <a:pt x="1287" y="8097"/>
                        </a:cubicBezTo>
                        <a:cubicBezTo>
                          <a:pt x="2129" y="8186"/>
                          <a:pt x="3370" y="8097"/>
                          <a:pt x="4345" y="7920"/>
                        </a:cubicBezTo>
                        <a:cubicBezTo>
                          <a:pt x="6784" y="7344"/>
                          <a:pt x="9355" y="6546"/>
                          <a:pt x="11483" y="5349"/>
                        </a:cubicBezTo>
                        <a:cubicBezTo>
                          <a:pt x="12369" y="4861"/>
                          <a:pt x="13212" y="4418"/>
                          <a:pt x="13788" y="3842"/>
                        </a:cubicBezTo>
                        <a:cubicBezTo>
                          <a:pt x="16315" y="1137"/>
                          <a:pt x="15162" y="-1079"/>
                          <a:pt x="11084" y="561"/>
                        </a:cubicBezTo>
                        <a:cubicBezTo>
                          <a:pt x="7892" y="1847"/>
                          <a:pt x="4345" y="4196"/>
                          <a:pt x="1508" y="574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28" name="Forme libre : forme 22127">
                    <a:extLst>
                      <a:ext uri="{FF2B5EF4-FFF2-40B4-BE49-F238E27FC236}">
                        <a16:creationId xmlns:a16="http://schemas.microsoft.com/office/drawing/2014/main" id="{FEF0E669-187B-43F3-AA47-106EA58D2A49}"/>
                      </a:ext>
                    </a:extLst>
                  </p:cNvPr>
                  <p:cNvSpPr/>
                  <p:nvPr/>
                </p:nvSpPr>
                <p:spPr>
                  <a:xfrm>
                    <a:off x="5738603" y="1389110"/>
                    <a:ext cx="14012" cy="28682"/>
                  </a:xfrm>
                  <a:custGeom>
                    <a:avLst/>
                    <a:gdLst>
                      <a:gd name="connsiteX0" fmla="*/ 13787 w 14012"/>
                      <a:gd name="connsiteY0" fmla="*/ 0 h 28682"/>
                      <a:gd name="connsiteX1" fmla="*/ 0 w 14012"/>
                      <a:gd name="connsiteY1" fmla="*/ 28682 h 28682"/>
                      <a:gd name="connsiteX2" fmla="*/ 13787 w 14012"/>
                      <a:gd name="connsiteY2" fmla="*/ 0 h 28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012" h="28682">
                        <a:moveTo>
                          <a:pt x="13787" y="0"/>
                        </a:moveTo>
                        <a:cubicBezTo>
                          <a:pt x="15516" y="7492"/>
                          <a:pt x="6960" y="20791"/>
                          <a:pt x="0" y="28682"/>
                        </a:cubicBezTo>
                        <a:cubicBezTo>
                          <a:pt x="7448" y="20038"/>
                          <a:pt x="12014" y="8511"/>
                          <a:pt x="1378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29" name="Forme libre : forme 22128">
                    <a:extLst>
                      <a:ext uri="{FF2B5EF4-FFF2-40B4-BE49-F238E27FC236}">
                        <a16:creationId xmlns:a16="http://schemas.microsoft.com/office/drawing/2014/main" id="{5963B778-DD10-467F-BEA7-C9C497C0261D}"/>
                      </a:ext>
                    </a:extLst>
                  </p:cNvPr>
                  <p:cNvSpPr/>
                  <p:nvPr/>
                </p:nvSpPr>
                <p:spPr>
                  <a:xfrm>
                    <a:off x="5673525" y="1402454"/>
                    <a:ext cx="23273" cy="7491"/>
                  </a:xfrm>
                  <a:custGeom>
                    <a:avLst/>
                    <a:gdLst>
                      <a:gd name="connsiteX0" fmla="*/ 23274 w 23273"/>
                      <a:gd name="connsiteY0" fmla="*/ 0 h 7491"/>
                      <a:gd name="connsiteX1" fmla="*/ 12413 w 23273"/>
                      <a:gd name="connsiteY1" fmla="*/ 4610 h 7491"/>
                      <a:gd name="connsiteX2" fmla="*/ 0 w 23273"/>
                      <a:gd name="connsiteY2" fmla="*/ 7492 h 7491"/>
                      <a:gd name="connsiteX3" fmla="*/ 12590 w 23273"/>
                      <a:gd name="connsiteY3" fmla="*/ 5187 h 7491"/>
                      <a:gd name="connsiteX4" fmla="*/ 23274 w 23273"/>
                      <a:gd name="connsiteY4" fmla="*/ 0 h 7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273" h="7491">
                        <a:moveTo>
                          <a:pt x="23274" y="0"/>
                        </a:moveTo>
                        <a:cubicBezTo>
                          <a:pt x="19240" y="1419"/>
                          <a:pt x="16048" y="3148"/>
                          <a:pt x="12413" y="4610"/>
                        </a:cubicBezTo>
                        <a:cubicBezTo>
                          <a:pt x="8822" y="6073"/>
                          <a:pt x="4522" y="7182"/>
                          <a:pt x="0" y="7492"/>
                        </a:cubicBezTo>
                        <a:cubicBezTo>
                          <a:pt x="4256" y="7004"/>
                          <a:pt x="8733" y="6517"/>
                          <a:pt x="12590" y="5187"/>
                        </a:cubicBezTo>
                        <a:cubicBezTo>
                          <a:pt x="16447" y="3857"/>
                          <a:pt x="19993" y="1995"/>
                          <a:pt x="232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30" name="Forme libre : forme 22129">
                    <a:extLst>
                      <a:ext uri="{FF2B5EF4-FFF2-40B4-BE49-F238E27FC236}">
                        <a16:creationId xmlns:a16="http://schemas.microsoft.com/office/drawing/2014/main" id="{A859AF1A-7D26-4A94-AD9B-7F5C5DBE2045}"/>
                      </a:ext>
                    </a:extLst>
                  </p:cNvPr>
                  <p:cNvSpPr/>
                  <p:nvPr/>
                </p:nvSpPr>
                <p:spPr>
                  <a:xfrm>
                    <a:off x="5715364" y="1402035"/>
                    <a:ext cx="14507" cy="8446"/>
                  </a:xfrm>
                  <a:custGeom>
                    <a:avLst/>
                    <a:gdLst>
                      <a:gd name="connsiteX0" fmla="*/ 14506 w 14507"/>
                      <a:gd name="connsiteY0" fmla="*/ 640 h 8446"/>
                      <a:gd name="connsiteX1" fmla="*/ 6925 w 14507"/>
                      <a:gd name="connsiteY1" fmla="*/ 6669 h 8446"/>
                      <a:gd name="connsiteX2" fmla="*/ 10 w 14507"/>
                      <a:gd name="connsiteY2" fmla="*/ 7511 h 8446"/>
                      <a:gd name="connsiteX3" fmla="*/ 7280 w 14507"/>
                      <a:gd name="connsiteY3" fmla="*/ 2413 h 8446"/>
                      <a:gd name="connsiteX4" fmla="*/ 14506 w 14507"/>
                      <a:gd name="connsiteY4" fmla="*/ 640 h 8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07" h="8446">
                        <a:moveTo>
                          <a:pt x="14506" y="640"/>
                        </a:moveTo>
                        <a:cubicBezTo>
                          <a:pt x="14639" y="2635"/>
                          <a:pt x="8743" y="5827"/>
                          <a:pt x="6925" y="6669"/>
                        </a:cubicBezTo>
                        <a:cubicBezTo>
                          <a:pt x="5108" y="7600"/>
                          <a:pt x="-257" y="9639"/>
                          <a:pt x="10" y="7511"/>
                        </a:cubicBezTo>
                        <a:cubicBezTo>
                          <a:pt x="231" y="5517"/>
                          <a:pt x="5595" y="3256"/>
                          <a:pt x="7280" y="2413"/>
                        </a:cubicBezTo>
                        <a:cubicBezTo>
                          <a:pt x="8920" y="1615"/>
                          <a:pt x="14373" y="-1266"/>
                          <a:pt x="14506" y="64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31" name="Forme libre : forme 22130">
                    <a:extLst>
                      <a:ext uri="{FF2B5EF4-FFF2-40B4-BE49-F238E27FC236}">
                        <a16:creationId xmlns:a16="http://schemas.microsoft.com/office/drawing/2014/main" id="{3E015431-30D5-4033-9F7A-FEEC8A1EE0C9}"/>
                      </a:ext>
                    </a:extLst>
                  </p:cNvPr>
                  <p:cNvSpPr/>
                  <p:nvPr/>
                </p:nvSpPr>
                <p:spPr>
                  <a:xfrm>
                    <a:off x="5727799" y="1400693"/>
                    <a:ext cx="3980" cy="3011"/>
                  </a:xfrm>
                  <a:custGeom>
                    <a:avLst/>
                    <a:gdLst>
                      <a:gd name="connsiteX0" fmla="*/ 3844 w 3980"/>
                      <a:gd name="connsiteY0" fmla="*/ 120 h 3011"/>
                      <a:gd name="connsiteX1" fmla="*/ 2603 w 3980"/>
                      <a:gd name="connsiteY1" fmla="*/ 2027 h 3011"/>
                      <a:gd name="connsiteX2" fmla="*/ 121 w 3980"/>
                      <a:gd name="connsiteY2" fmla="*/ 2869 h 3011"/>
                      <a:gd name="connsiteX3" fmla="*/ 1362 w 3980"/>
                      <a:gd name="connsiteY3" fmla="*/ 1052 h 3011"/>
                      <a:gd name="connsiteX4" fmla="*/ 3844 w 3980"/>
                      <a:gd name="connsiteY4" fmla="*/ 120 h 3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0" h="3011">
                        <a:moveTo>
                          <a:pt x="3844" y="120"/>
                        </a:moveTo>
                        <a:cubicBezTo>
                          <a:pt x="4376" y="519"/>
                          <a:pt x="3224" y="1539"/>
                          <a:pt x="2603" y="2027"/>
                        </a:cubicBezTo>
                        <a:cubicBezTo>
                          <a:pt x="1983" y="2470"/>
                          <a:pt x="653" y="3357"/>
                          <a:pt x="121" y="2869"/>
                        </a:cubicBezTo>
                        <a:cubicBezTo>
                          <a:pt x="-367" y="2426"/>
                          <a:pt x="741" y="1495"/>
                          <a:pt x="1362" y="1052"/>
                        </a:cubicBezTo>
                        <a:cubicBezTo>
                          <a:pt x="1983" y="564"/>
                          <a:pt x="3312" y="-323"/>
                          <a:pt x="3844" y="1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32" name="Forme libre : forme 22131">
                    <a:extLst>
                      <a:ext uri="{FF2B5EF4-FFF2-40B4-BE49-F238E27FC236}">
                        <a16:creationId xmlns:a16="http://schemas.microsoft.com/office/drawing/2014/main" id="{9ADAA4CE-5D32-42AF-8959-77DFE3F5B5DE}"/>
                      </a:ext>
                    </a:extLst>
                  </p:cNvPr>
                  <p:cNvSpPr/>
                  <p:nvPr/>
                </p:nvSpPr>
                <p:spPr>
                  <a:xfrm>
                    <a:off x="5710650" y="1387258"/>
                    <a:ext cx="38379" cy="15128"/>
                  </a:xfrm>
                  <a:custGeom>
                    <a:avLst/>
                    <a:gdLst>
                      <a:gd name="connsiteX0" fmla="*/ 25559 w 38379"/>
                      <a:gd name="connsiteY0" fmla="*/ 1453 h 15128"/>
                      <a:gd name="connsiteX1" fmla="*/ 37396 w 38379"/>
                      <a:gd name="connsiteY1" fmla="*/ 212 h 15128"/>
                      <a:gd name="connsiteX2" fmla="*/ 37086 w 38379"/>
                      <a:gd name="connsiteY2" fmla="*/ 4113 h 15128"/>
                      <a:gd name="connsiteX3" fmla="*/ 32342 w 38379"/>
                      <a:gd name="connsiteY3" fmla="*/ 6108 h 15128"/>
                      <a:gd name="connsiteX4" fmla="*/ 17491 w 38379"/>
                      <a:gd name="connsiteY4" fmla="*/ 10231 h 15128"/>
                      <a:gd name="connsiteX5" fmla="*/ 7251 w 38379"/>
                      <a:gd name="connsiteY5" fmla="*/ 14221 h 15128"/>
                      <a:gd name="connsiteX6" fmla="*/ 25 w 38379"/>
                      <a:gd name="connsiteY6" fmla="*/ 13422 h 15128"/>
                      <a:gd name="connsiteX7" fmla="*/ 6408 w 38379"/>
                      <a:gd name="connsiteY7" fmla="*/ 7261 h 15128"/>
                      <a:gd name="connsiteX8" fmla="*/ 15408 w 38379"/>
                      <a:gd name="connsiteY8" fmla="*/ 2960 h 15128"/>
                      <a:gd name="connsiteX9" fmla="*/ 25559 w 38379"/>
                      <a:gd name="connsiteY9" fmla="*/ 1453 h 15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8379" h="15128">
                        <a:moveTo>
                          <a:pt x="25559" y="1453"/>
                        </a:moveTo>
                        <a:cubicBezTo>
                          <a:pt x="30126" y="434"/>
                          <a:pt x="33450" y="-409"/>
                          <a:pt x="37396" y="212"/>
                        </a:cubicBezTo>
                        <a:cubicBezTo>
                          <a:pt x="38859" y="434"/>
                          <a:pt x="38637" y="2606"/>
                          <a:pt x="37086" y="4113"/>
                        </a:cubicBezTo>
                        <a:cubicBezTo>
                          <a:pt x="35534" y="5576"/>
                          <a:pt x="33938" y="5798"/>
                          <a:pt x="32342" y="6108"/>
                        </a:cubicBezTo>
                        <a:cubicBezTo>
                          <a:pt x="27377" y="7039"/>
                          <a:pt x="22634" y="8590"/>
                          <a:pt x="17491" y="10231"/>
                        </a:cubicBezTo>
                        <a:cubicBezTo>
                          <a:pt x="15895" y="10718"/>
                          <a:pt x="11329" y="13068"/>
                          <a:pt x="7251" y="14221"/>
                        </a:cubicBezTo>
                        <a:cubicBezTo>
                          <a:pt x="3172" y="15462"/>
                          <a:pt x="-330" y="15639"/>
                          <a:pt x="25" y="13422"/>
                        </a:cubicBezTo>
                        <a:cubicBezTo>
                          <a:pt x="380" y="11206"/>
                          <a:pt x="3172" y="9122"/>
                          <a:pt x="6408" y="7261"/>
                        </a:cubicBezTo>
                        <a:cubicBezTo>
                          <a:pt x="9645" y="5354"/>
                          <a:pt x="13368" y="3670"/>
                          <a:pt x="15408" y="2960"/>
                        </a:cubicBezTo>
                        <a:cubicBezTo>
                          <a:pt x="19531" y="1630"/>
                          <a:pt x="22102" y="2162"/>
                          <a:pt x="25559" y="145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18" name="Graphique 2">
                  <a:extLst>
                    <a:ext uri="{FF2B5EF4-FFF2-40B4-BE49-F238E27FC236}">
                      <a16:creationId xmlns:a16="http://schemas.microsoft.com/office/drawing/2014/main" id="{5EB8C2DE-0865-444E-AFBA-F11818AD3A4D}"/>
                    </a:ext>
                  </a:extLst>
                </p:cNvPr>
                <p:cNvGrpSpPr/>
                <p:nvPr/>
              </p:nvGrpSpPr>
              <p:grpSpPr>
                <a:xfrm>
                  <a:off x="5750265" y="1318282"/>
                  <a:ext cx="76127" cy="68933"/>
                  <a:chOff x="5750265" y="1318282"/>
                  <a:chExt cx="76127" cy="68933"/>
                </a:xfrm>
                <a:solidFill>
                  <a:schemeClr val="accent1"/>
                </a:solidFill>
              </p:grpSpPr>
              <p:sp>
                <p:nvSpPr>
                  <p:cNvPr id="22109" name="Forme libre : forme 22108">
                    <a:extLst>
                      <a:ext uri="{FF2B5EF4-FFF2-40B4-BE49-F238E27FC236}">
                        <a16:creationId xmlns:a16="http://schemas.microsoft.com/office/drawing/2014/main" id="{A20039DF-A0F5-4F61-AF38-38EF2F07A618}"/>
                      </a:ext>
                    </a:extLst>
                  </p:cNvPr>
                  <p:cNvSpPr/>
                  <p:nvPr/>
                </p:nvSpPr>
                <p:spPr>
                  <a:xfrm>
                    <a:off x="5750265" y="1318282"/>
                    <a:ext cx="76127" cy="68932"/>
                  </a:xfrm>
                  <a:custGeom>
                    <a:avLst/>
                    <a:gdLst>
                      <a:gd name="connsiteX0" fmla="*/ 58736 w 76127"/>
                      <a:gd name="connsiteY0" fmla="*/ 34788 h 68932"/>
                      <a:gd name="connsiteX1" fmla="*/ 49604 w 76127"/>
                      <a:gd name="connsiteY1" fmla="*/ 44008 h 68932"/>
                      <a:gd name="connsiteX2" fmla="*/ 38078 w 76127"/>
                      <a:gd name="connsiteY2" fmla="*/ 56244 h 68932"/>
                      <a:gd name="connsiteX3" fmla="*/ 6514 w 76127"/>
                      <a:gd name="connsiteY3" fmla="*/ 68922 h 68932"/>
                      <a:gd name="connsiteX4" fmla="*/ 42 w 76127"/>
                      <a:gd name="connsiteY4" fmla="*/ 61253 h 68932"/>
                      <a:gd name="connsiteX5" fmla="*/ 13031 w 76127"/>
                      <a:gd name="connsiteY5" fmla="*/ 31640 h 68932"/>
                      <a:gd name="connsiteX6" fmla="*/ 22651 w 76127"/>
                      <a:gd name="connsiteY6" fmla="*/ 20646 h 68932"/>
                      <a:gd name="connsiteX7" fmla="*/ 25887 w 76127"/>
                      <a:gd name="connsiteY7" fmla="*/ 17188 h 68932"/>
                      <a:gd name="connsiteX8" fmla="*/ 29300 w 76127"/>
                      <a:gd name="connsiteY8" fmla="*/ 13775 h 68932"/>
                      <a:gd name="connsiteX9" fmla="*/ 35640 w 76127"/>
                      <a:gd name="connsiteY9" fmla="*/ 8411 h 68932"/>
                      <a:gd name="connsiteX10" fmla="*/ 54835 w 76127"/>
                      <a:gd name="connsiteY10" fmla="*/ 209 h 68932"/>
                      <a:gd name="connsiteX11" fmla="*/ 71060 w 76127"/>
                      <a:gd name="connsiteY11" fmla="*/ 2337 h 68932"/>
                      <a:gd name="connsiteX12" fmla="*/ 75759 w 76127"/>
                      <a:gd name="connsiteY12" fmla="*/ 10937 h 68932"/>
                      <a:gd name="connsiteX13" fmla="*/ 58736 w 76127"/>
                      <a:gd name="connsiteY13" fmla="*/ 34788 h 68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6127" h="68932">
                        <a:moveTo>
                          <a:pt x="58736" y="34788"/>
                        </a:moveTo>
                        <a:cubicBezTo>
                          <a:pt x="56342" y="36827"/>
                          <a:pt x="53106" y="40196"/>
                          <a:pt x="49604" y="44008"/>
                        </a:cubicBezTo>
                        <a:cubicBezTo>
                          <a:pt x="45437" y="48707"/>
                          <a:pt x="41092" y="53362"/>
                          <a:pt x="38078" y="56244"/>
                        </a:cubicBezTo>
                        <a:cubicBezTo>
                          <a:pt x="26818" y="66972"/>
                          <a:pt x="17375" y="69100"/>
                          <a:pt x="6514" y="68922"/>
                        </a:cubicBezTo>
                        <a:cubicBezTo>
                          <a:pt x="2746" y="68834"/>
                          <a:pt x="-401" y="64844"/>
                          <a:pt x="42" y="61253"/>
                        </a:cubicBezTo>
                        <a:cubicBezTo>
                          <a:pt x="1327" y="50791"/>
                          <a:pt x="4298" y="42058"/>
                          <a:pt x="13031" y="31640"/>
                        </a:cubicBezTo>
                        <a:cubicBezTo>
                          <a:pt x="15336" y="28847"/>
                          <a:pt x="18971" y="24769"/>
                          <a:pt x="22651" y="20646"/>
                        </a:cubicBezTo>
                        <a:cubicBezTo>
                          <a:pt x="23448" y="19715"/>
                          <a:pt x="24779" y="18341"/>
                          <a:pt x="25887" y="17188"/>
                        </a:cubicBezTo>
                        <a:cubicBezTo>
                          <a:pt x="27039" y="15991"/>
                          <a:pt x="28148" y="14794"/>
                          <a:pt x="29300" y="13775"/>
                        </a:cubicBezTo>
                        <a:cubicBezTo>
                          <a:pt x="31650" y="11691"/>
                          <a:pt x="33733" y="9741"/>
                          <a:pt x="35640" y="8411"/>
                        </a:cubicBezTo>
                        <a:cubicBezTo>
                          <a:pt x="42511" y="3091"/>
                          <a:pt x="49028" y="874"/>
                          <a:pt x="54835" y="209"/>
                        </a:cubicBezTo>
                        <a:cubicBezTo>
                          <a:pt x="60687" y="-456"/>
                          <a:pt x="65918" y="520"/>
                          <a:pt x="71060" y="2337"/>
                        </a:cubicBezTo>
                        <a:cubicBezTo>
                          <a:pt x="74651" y="3534"/>
                          <a:pt x="77089" y="7834"/>
                          <a:pt x="75759" y="10937"/>
                        </a:cubicBezTo>
                        <a:cubicBezTo>
                          <a:pt x="71858" y="20203"/>
                          <a:pt x="67203" y="27030"/>
                          <a:pt x="58736" y="3478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10" name="Forme libre : forme 22109">
                    <a:extLst>
                      <a:ext uri="{FF2B5EF4-FFF2-40B4-BE49-F238E27FC236}">
                        <a16:creationId xmlns:a16="http://schemas.microsoft.com/office/drawing/2014/main" id="{0743C70F-4868-43A0-BC70-32D6AD770D37}"/>
                      </a:ext>
                    </a:extLst>
                  </p:cNvPr>
                  <p:cNvSpPr/>
                  <p:nvPr/>
                </p:nvSpPr>
                <p:spPr>
                  <a:xfrm>
                    <a:off x="5752568" y="1329042"/>
                    <a:ext cx="73367" cy="58173"/>
                  </a:xfrm>
                  <a:custGeom>
                    <a:avLst/>
                    <a:gdLst>
                      <a:gd name="connsiteX0" fmla="*/ 30012 w 73367"/>
                      <a:gd name="connsiteY0" fmla="*/ 33248 h 58173"/>
                      <a:gd name="connsiteX1" fmla="*/ 0 w 73367"/>
                      <a:gd name="connsiteY1" fmla="*/ 56389 h 58173"/>
                      <a:gd name="connsiteX2" fmla="*/ 4123 w 73367"/>
                      <a:gd name="connsiteY2" fmla="*/ 58162 h 58173"/>
                      <a:gd name="connsiteX3" fmla="*/ 9620 w 73367"/>
                      <a:gd name="connsiteY3" fmla="*/ 57985 h 58173"/>
                      <a:gd name="connsiteX4" fmla="*/ 25136 w 73367"/>
                      <a:gd name="connsiteY4" fmla="*/ 53419 h 58173"/>
                      <a:gd name="connsiteX5" fmla="*/ 35686 w 73367"/>
                      <a:gd name="connsiteY5" fmla="*/ 45484 h 58173"/>
                      <a:gd name="connsiteX6" fmla="*/ 39499 w 73367"/>
                      <a:gd name="connsiteY6" fmla="*/ 41671 h 58173"/>
                      <a:gd name="connsiteX7" fmla="*/ 48188 w 73367"/>
                      <a:gd name="connsiteY7" fmla="*/ 32184 h 58173"/>
                      <a:gd name="connsiteX8" fmla="*/ 54926 w 73367"/>
                      <a:gd name="connsiteY8" fmla="*/ 25313 h 58173"/>
                      <a:gd name="connsiteX9" fmla="*/ 56345 w 73367"/>
                      <a:gd name="connsiteY9" fmla="*/ 24027 h 58173"/>
                      <a:gd name="connsiteX10" fmla="*/ 64014 w 73367"/>
                      <a:gd name="connsiteY10" fmla="*/ 15959 h 58173"/>
                      <a:gd name="connsiteX11" fmla="*/ 71417 w 73367"/>
                      <a:gd name="connsiteY11" fmla="*/ 4389 h 58173"/>
                      <a:gd name="connsiteX12" fmla="*/ 73323 w 73367"/>
                      <a:gd name="connsiteY12" fmla="*/ 177 h 58173"/>
                      <a:gd name="connsiteX13" fmla="*/ 73368 w 73367"/>
                      <a:gd name="connsiteY13" fmla="*/ 0 h 58173"/>
                      <a:gd name="connsiteX14" fmla="*/ 49119 w 73367"/>
                      <a:gd name="connsiteY14" fmla="*/ 12989 h 58173"/>
                      <a:gd name="connsiteX15" fmla="*/ 39144 w 73367"/>
                      <a:gd name="connsiteY15" fmla="*/ 22387 h 58173"/>
                      <a:gd name="connsiteX16" fmla="*/ 30012 w 73367"/>
                      <a:gd name="connsiteY16" fmla="*/ 33248 h 58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3367" h="58173">
                        <a:moveTo>
                          <a:pt x="30012" y="33248"/>
                        </a:moveTo>
                        <a:cubicBezTo>
                          <a:pt x="21678" y="43444"/>
                          <a:pt x="11127" y="53463"/>
                          <a:pt x="0" y="56389"/>
                        </a:cubicBezTo>
                        <a:cubicBezTo>
                          <a:pt x="1153" y="57453"/>
                          <a:pt x="2571" y="58162"/>
                          <a:pt x="4123" y="58162"/>
                        </a:cubicBezTo>
                        <a:cubicBezTo>
                          <a:pt x="5985" y="58207"/>
                          <a:pt x="7802" y="58118"/>
                          <a:pt x="9620" y="57985"/>
                        </a:cubicBezTo>
                        <a:cubicBezTo>
                          <a:pt x="14807" y="57542"/>
                          <a:pt x="19905" y="56300"/>
                          <a:pt x="25136" y="53419"/>
                        </a:cubicBezTo>
                        <a:cubicBezTo>
                          <a:pt x="28549" y="51513"/>
                          <a:pt x="32007" y="48986"/>
                          <a:pt x="35686" y="45484"/>
                        </a:cubicBezTo>
                        <a:cubicBezTo>
                          <a:pt x="36750" y="44375"/>
                          <a:pt x="38080" y="43090"/>
                          <a:pt x="39499" y="41671"/>
                        </a:cubicBezTo>
                        <a:cubicBezTo>
                          <a:pt x="42159" y="38923"/>
                          <a:pt x="45484" y="35199"/>
                          <a:pt x="48188" y="32184"/>
                        </a:cubicBezTo>
                        <a:cubicBezTo>
                          <a:pt x="50537" y="29569"/>
                          <a:pt x="52976" y="27131"/>
                          <a:pt x="54926" y="25313"/>
                        </a:cubicBezTo>
                        <a:cubicBezTo>
                          <a:pt x="55414" y="24870"/>
                          <a:pt x="55901" y="24426"/>
                          <a:pt x="56345" y="24027"/>
                        </a:cubicBezTo>
                        <a:cubicBezTo>
                          <a:pt x="59315" y="21190"/>
                          <a:pt x="61886" y="18663"/>
                          <a:pt x="64014" y="15959"/>
                        </a:cubicBezTo>
                        <a:cubicBezTo>
                          <a:pt x="66984" y="12324"/>
                          <a:pt x="69289" y="8467"/>
                          <a:pt x="71417" y="4389"/>
                        </a:cubicBezTo>
                        <a:cubicBezTo>
                          <a:pt x="72082" y="3059"/>
                          <a:pt x="72703" y="1640"/>
                          <a:pt x="73323" y="177"/>
                        </a:cubicBezTo>
                        <a:lnTo>
                          <a:pt x="73368" y="0"/>
                        </a:lnTo>
                        <a:cubicBezTo>
                          <a:pt x="64768" y="3103"/>
                          <a:pt x="56345" y="7270"/>
                          <a:pt x="49119" y="12989"/>
                        </a:cubicBezTo>
                        <a:cubicBezTo>
                          <a:pt x="45528" y="15826"/>
                          <a:pt x="42114" y="18929"/>
                          <a:pt x="39144" y="22387"/>
                        </a:cubicBezTo>
                        <a:cubicBezTo>
                          <a:pt x="36085" y="25756"/>
                          <a:pt x="32982" y="29613"/>
                          <a:pt x="30012" y="3324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11" name="Forme libre : forme 22110">
                    <a:extLst>
                      <a:ext uri="{FF2B5EF4-FFF2-40B4-BE49-F238E27FC236}">
                        <a16:creationId xmlns:a16="http://schemas.microsoft.com/office/drawing/2014/main" id="{615FBC88-7A7E-4D06-9B00-9A30DFF29234}"/>
                      </a:ext>
                    </a:extLst>
                  </p:cNvPr>
                  <p:cNvSpPr/>
                  <p:nvPr/>
                </p:nvSpPr>
                <p:spPr>
                  <a:xfrm>
                    <a:off x="5775657" y="1331657"/>
                    <a:ext cx="33916" cy="31155"/>
                  </a:xfrm>
                  <a:custGeom>
                    <a:avLst/>
                    <a:gdLst>
                      <a:gd name="connsiteX0" fmla="*/ 33610 w 33916"/>
                      <a:gd name="connsiteY0" fmla="*/ 1020 h 31155"/>
                      <a:gd name="connsiteX1" fmla="*/ 28645 w 33916"/>
                      <a:gd name="connsiteY1" fmla="*/ 9842 h 31155"/>
                      <a:gd name="connsiteX2" fmla="*/ 19646 w 33916"/>
                      <a:gd name="connsiteY2" fmla="*/ 19151 h 31155"/>
                      <a:gd name="connsiteX3" fmla="*/ 15789 w 33916"/>
                      <a:gd name="connsiteY3" fmla="*/ 22920 h 31155"/>
                      <a:gd name="connsiteX4" fmla="*/ 10381 w 33916"/>
                      <a:gd name="connsiteY4" fmla="*/ 27574 h 31155"/>
                      <a:gd name="connsiteX5" fmla="*/ 850 w 33916"/>
                      <a:gd name="connsiteY5" fmla="*/ 30500 h 31155"/>
                      <a:gd name="connsiteX6" fmla="*/ 3110 w 33916"/>
                      <a:gd name="connsiteY6" fmla="*/ 21146 h 31155"/>
                      <a:gd name="connsiteX7" fmla="*/ 7322 w 33916"/>
                      <a:gd name="connsiteY7" fmla="*/ 15472 h 31155"/>
                      <a:gd name="connsiteX8" fmla="*/ 11356 w 33916"/>
                      <a:gd name="connsiteY8" fmla="*/ 11128 h 31155"/>
                      <a:gd name="connsiteX9" fmla="*/ 22926 w 33916"/>
                      <a:gd name="connsiteY9" fmla="*/ 2616 h 31155"/>
                      <a:gd name="connsiteX10" fmla="*/ 33610 w 33916"/>
                      <a:gd name="connsiteY10" fmla="*/ 1020 h 31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3916" h="31155">
                        <a:moveTo>
                          <a:pt x="33610" y="1020"/>
                        </a:moveTo>
                        <a:cubicBezTo>
                          <a:pt x="34896" y="3059"/>
                          <a:pt x="31926" y="6295"/>
                          <a:pt x="28645" y="9842"/>
                        </a:cubicBezTo>
                        <a:cubicBezTo>
                          <a:pt x="25143" y="13477"/>
                          <a:pt x="21508" y="17201"/>
                          <a:pt x="19646" y="19151"/>
                        </a:cubicBezTo>
                        <a:cubicBezTo>
                          <a:pt x="18715" y="20171"/>
                          <a:pt x="17385" y="21457"/>
                          <a:pt x="15789" y="22920"/>
                        </a:cubicBezTo>
                        <a:cubicBezTo>
                          <a:pt x="14149" y="24516"/>
                          <a:pt x="12243" y="26156"/>
                          <a:pt x="10381" y="27574"/>
                        </a:cubicBezTo>
                        <a:cubicBezTo>
                          <a:pt x="6613" y="30412"/>
                          <a:pt x="2800" y="32185"/>
                          <a:pt x="850" y="30500"/>
                        </a:cubicBezTo>
                        <a:cubicBezTo>
                          <a:pt x="-1101" y="28816"/>
                          <a:pt x="584" y="25003"/>
                          <a:pt x="3110" y="21146"/>
                        </a:cubicBezTo>
                        <a:cubicBezTo>
                          <a:pt x="4396" y="19196"/>
                          <a:pt x="5903" y="17201"/>
                          <a:pt x="7322" y="15472"/>
                        </a:cubicBezTo>
                        <a:cubicBezTo>
                          <a:pt x="8785" y="13699"/>
                          <a:pt x="10336" y="12147"/>
                          <a:pt x="11356" y="11128"/>
                        </a:cubicBezTo>
                        <a:cubicBezTo>
                          <a:pt x="13440" y="9088"/>
                          <a:pt x="18139" y="5143"/>
                          <a:pt x="22926" y="2616"/>
                        </a:cubicBezTo>
                        <a:cubicBezTo>
                          <a:pt x="27670" y="89"/>
                          <a:pt x="32369" y="-931"/>
                          <a:pt x="33610" y="102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12" name="Forme libre : forme 22111">
                    <a:extLst>
                      <a:ext uri="{FF2B5EF4-FFF2-40B4-BE49-F238E27FC236}">
                        <a16:creationId xmlns:a16="http://schemas.microsoft.com/office/drawing/2014/main" id="{AFE0D629-F103-4FBA-A08A-1E575E9857D2}"/>
                      </a:ext>
                    </a:extLst>
                  </p:cNvPr>
                  <p:cNvSpPr/>
                  <p:nvPr/>
                </p:nvSpPr>
                <p:spPr>
                  <a:xfrm>
                    <a:off x="5775310" y="1344203"/>
                    <a:ext cx="26154" cy="18505"/>
                  </a:xfrm>
                  <a:custGeom>
                    <a:avLst/>
                    <a:gdLst>
                      <a:gd name="connsiteX0" fmla="*/ 3989 w 26154"/>
                      <a:gd name="connsiteY0" fmla="*/ 7980 h 18505"/>
                      <a:gd name="connsiteX1" fmla="*/ 974 w 26154"/>
                      <a:gd name="connsiteY1" fmla="*/ 18131 h 18505"/>
                      <a:gd name="connsiteX2" fmla="*/ 10639 w 26154"/>
                      <a:gd name="connsiteY2" fmla="*/ 15028 h 18505"/>
                      <a:gd name="connsiteX3" fmla="*/ 15870 w 26154"/>
                      <a:gd name="connsiteY3" fmla="*/ 10551 h 18505"/>
                      <a:gd name="connsiteX4" fmla="*/ 20125 w 26154"/>
                      <a:gd name="connsiteY4" fmla="*/ 6428 h 18505"/>
                      <a:gd name="connsiteX5" fmla="*/ 26154 w 26154"/>
                      <a:gd name="connsiteY5" fmla="*/ 0 h 18505"/>
                      <a:gd name="connsiteX6" fmla="*/ 22342 w 26154"/>
                      <a:gd name="connsiteY6" fmla="*/ 2837 h 18505"/>
                      <a:gd name="connsiteX7" fmla="*/ 3989 w 26154"/>
                      <a:gd name="connsiteY7" fmla="*/ 7980 h 18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6154" h="18505">
                        <a:moveTo>
                          <a:pt x="3989" y="7980"/>
                        </a:moveTo>
                        <a:cubicBezTo>
                          <a:pt x="2792" y="10639"/>
                          <a:pt x="-2040" y="16713"/>
                          <a:pt x="974" y="18131"/>
                        </a:cubicBezTo>
                        <a:cubicBezTo>
                          <a:pt x="3413" y="19284"/>
                          <a:pt x="7003" y="17644"/>
                          <a:pt x="10639" y="15028"/>
                        </a:cubicBezTo>
                        <a:cubicBezTo>
                          <a:pt x="12456" y="13743"/>
                          <a:pt x="14229" y="12147"/>
                          <a:pt x="15870" y="10551"/>
                        </a:cubicBezTo>
                        <a:cubicBezTo>
                          <a:pt x="17510" y="9044"/>
                          <a:pt x="18928" y="7714"/>
                          <a:pt x="20125" y="6428"/>
                        </a:cubicBezTo>
                        <a:cubicBezTo>
                          <a:pt x="21588" y="5054"/>
                          <a:pt x="24603" y="1685"/>
                          <a:pt x="26154" y="0"/>
                        </a:cubicBezTo>
                        <a:cubicBezTo>
                          <a:pt x="25091" y="754"/>
                          <a:pt x="23406" y="2172"/>
                          <a:pt x="22342" y="2837"/>
                        </a:cubicBezTo>
                        <a:cubicBezTo>
                          <a:pt x="16136" y="6162"/>
                          <a:pt x="8511" y="11482"/>
                          <a:pt x="3989" y="798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13" name="Forme libre : forme 22112">
                    <a:extLst>
                      <a:ext uri="{FF2B5EF4-FFF2-40B4-BE49-F238E27FC236}">
                        <a16:creationId xmlns:a16="http://schemas.microsoft.com/office/drawing/2014/main" id="{22726CE4-20E2-4C68-9A0E-8A0D07DB35CE}"/>
                      </a:ext>
                    </a:extLst>
                  </p:cNvPr>
                  <p:cNvSpPr/>
                  <p:nvPr/>
                </p:nvSpPr>
                <p:spPr>
                  <a:xfrm>
                    <a:off x="5778112" y="1331156"/>
                    <a:ext cx="33878" cy="30799"/>
                  </a:xfrm>
                  <a:custGeom>
                    <a:avLst/>
                    <a:gdLst>
                      <a:gd name="connsiteX0" fmla="*/ 33814 w 33878"/>
                      <a:gd name="connsiteY0" fmla="*/ 1387 h 30799"/>
                      <a:gd name="connsiteX1" fmla="*/ 28317 w 33878"/>
                      <a:gd name="connsiteY1" fmla="*/ 10342 h 30799"/>
                      <a:gd name="connsiteX2" fmla="*/ 19540 w 33878"/>
                      <a:gd name="connsiteY2" fmla="*/ 19253 h 30799"/>
                      <a:gd name="connsiteX3" fmla="*/ 921 w 33878"/>
                      <a:gd name="connsiteY3" fmla="*/ 30158 h 30799"/>
                      <a:gd name="connsiteX4" fmla="*/ 11516 w 33878"/>
                      <a:gd name="connsiteY4" fmla="*/ 10919 h 30799"/>
                      <a:gd name="connsiteX5" fmla="*/ 23529 w 33878"/>
                      <a:gd name="connsiteY5" fmla="*/ 2451 h 30799"/>
                      <a:gd name="connsiteX6" fmla="*/ 33814 w 33878"/>
                      <a:gd name="connsiteY6" fmla="*/ 1387 h 30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878" h="30799">
                        <a:moveTo>
                          <a:pt x="33814" y="1387"/>
                        </a:moveTo>
                        <a:cubicBezTo>
                          <a:pt x="34346" y="3781"/>
                          <a:pt x="31509" y="7017"/>
                          <a:pt x="28317" y="10342"/>
                        </a:cubicBezTo>
                        <a:cubicBezTo>
                          <a:pt x="24948" y="13756"/>
                          <a:pt x="21490" y="17258"/>
                          <a:pt x="19540" y="19253"/>
                        </a:cubicBezTo>
                        <a:cubicBezTo>
                          <a:pt x="15905" y="22977"/>
                          <a:pt x="5132" y="33483"/>
                          <a:pt x="921" y="30158"/>
                        </a:cubicBezTo>
                        <a:cubicBezTo>
                          <a:pt x="-3158" y="27055"/>
                          <a:pt x="7393" y="14731"/>
                          <a:pt x="11516" y="10919"/>
                        </a:cubicBezTo>
                        <a:cubicBezTo>
                          <a:pt x="13466" y="9101"/>
                          <a:pt x="18387" y="4845"/>
                          <a:pt x="23529" y="2451"/>
                        </a:cubicBezTo>
                        <a:cubicBezTo>
                          <a:pt x="28495" y="-75"/>
                          <a:pt x="33282" y="-1006"/>
                          <a:pt x="33814" y="138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14" name="Forme libre : forme 22113">
                    <a:extLst>
                      <a:ext uri="{FF2B5EF4-FFF2-40B4-BE49-F238E27FC236}">
                        <a16:creationId xmlns:a16="http://schemas.microsoft.com/office/drawing/2014/main" id="{3B1BD63E-CD19-491C-8A0B-173EEFD2CEB5}"/>
                      </a:ext>
                    </a:extLst>
                  </p:cNvPr>
                  <p:cNvSpPr/>
                  <p:nvPr/>
                </p:nvSpPr>
                <p:spPr>
                  <a:xfrm>
                    <a:off x="5759348" y="1342733"/>
                    <a:ext cx="46151" cy="35356"/>
                  </a:xfrm>
                  <a:custGeom>
                    <a:avLst/>
                    <a:gdLst>
                      <a:gd name="connsiteX0" fmla="*/ 2928 w 46151"/>
                      <a:gd name="connsiteY0" fmla="*/ 34453 h 35356"/>
                      <a:gd name="connsiteX1" fmla="*/ 10952 w 46151"/>
                      <a:gd name="connsiteY1" fmla="*/ 34497 h 35356"/>
                      <a:gd name="connsiteX2" fmla="*/ 30768 w 46151"/>
                      <a:gd name="connsiteY2" fmla="*/ 24789 h 35356"/>
                      <a:gd name="connsiteX3" fmla="*/ 38747 w 46151"/>
                      <a:gd name="connsiteY3" fmla="*/ 16720 h 35356"/>
                      <a:gd name="connsiteX4" fmla="*/ 41452 w 46151"/>
                      <a:gd name="connsiteY4" fmla="*/ 13085 h 35356"/>
                      <a:gd name="connsiteX5" fmla="*/ 43757 w 46151"/>
                      <a:gd name="connsiteY5" fmla="*/ 9539 h 35356"/>
                      <a:gd name="connsiteX6" fmla="*/ 44865 w 46151"/>
                      <a:gd name="connsiteY6" fmla="*/ 274 h 35356"/>
                      <a:gd name="connsiteX7" fmla="*/ 38171 w 46151"/>
                      <a:gd name="connsiteY7" fmla="*/ 2268 h 35356"/>
                      <a:gd name="connsiteX8" fmla="*/ 20572 w 46151"/>
                      <a:gd name="connsiteY8" fmla="*/ 11090 h 35356"/>
                      <a:gd name="connsiteX9" fmla="*/ 3327 w 46151"/>
                      <a:gd name="connsiteY9" fmla="*/ 20621 h 35356"/>
                      <a:gd name="connsiteX10" fmla="*/ 2928 w 46151"/>
                      <a:gd name="connsiteY10" fmla="*/ 34453 h 3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151" h="35356">
                        <a:moveTo>
                          <a:pt x="2928" y="34453"/>
                        </a:moveTo>
                        <a:cubicBezTo>
                          <a:pt x="5810" y="35738"/>
                          <a:pt x="7228" y="35561"/>
                          <a:pt x="10952" y="34497"/>
                        </a:cubicBezTo>
                        <a:cubicBezTo>
                          <a:pt x="17956" y="32413"/>
                          <a:pt x="23808" y="30507"/>
                          <a:pt x="30768" y="24789"/>
                        </a:cubicBezTo>
                        <a:cubicBezTo>
                          <a:pt x="33649" y="22439"/>
                          <a:pt x="36442" y="19513"/>
                          <a:pt x="38747" y="16720"/>
                        </a:cubicBezTo>
                        <a:cubicBezTo>
                          <a:pt x="39767" y="15523"/>
                          <a:pt x="40654" y="14326"/>
                          <a:pt x="41452" y="13085"/>
                        </a:cubicBezTo>
                        <a:cubicBezTo>
                          <a:pt x="42294" y="11888"/>
                          <a:pt x="43136" y="10736"/>
                          <a:pt x="43757" y="9539"/>
                        </a:cubicBezTo>
                        <a:cubicBezTo>
                          <a:pt x="45752" y="6081"/>
                          <a:pt x="47392" y="1958"/>
                          <a:pt x="44865" y="274"/>
                        </a:cubicBezTo>
                        <a:cubicBezTo>
                          <a:pt x="43314" y="-702"/>
                          <a:pt x="40654" y="1160"/>
                          <a:pt x="38171" y="2268"/>
                        </a:cubicBezTo>
                        <a:cubicBezTo>
                          <a:pt x="32275" y="4840"/>
                          <a:pt x="27133" y="8696"/>
                          <a:pt x="20572" y="11090"/>
                        </a:cubicBezTo>
                        <a:cubicBezTo>
                          <a:pt x="15030" y="13174"/>
                          <a:pt x="8159" y="14459"/>
                          <a:pt x="3327" y="20621"/>
                        </a:cubicBezTo>
                        <a:cubicBezTo>
                          <a:pt x="-1017" y="26118"/>
                          <a:pt x="-1062" y="32679"/>
                          <a:pt x="2928" y="3445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15" name="Forme libre : forme 22114">
                    <a:extLst>
                      <a:ext uri="{FF2B5EF4-FFF2-40B4-BE49-F238E27FC236}">
                        <a16:creationId xmlns:a16="http://schemas.microsoft.com/office/drawing/2014/main" id="{3992D1FF-3273-4B84-BFF3-9F71D80A49E3}"/>
                      </a:ext>
                    </a:extLst>
                  </p:cNvPr>
                  <p:cNvSpPr/>
                  <p:nvPr/>
                </p:nvSpPr>
                <p:spPr>
                  <a:xfrm>
                    <a:off x="5766132" y="1350561"/>
                    <a:ext cx="10680" cy="15704"/>
                  </a:xfrm>
                  <a:custGeom>
                    <a:avLst/>
                    <a:gdLst>
                      <a:gd name="connsiteX0" fmla="*/ 400 w 10680"/>
                      <a:gd name="connsiteY0" fmla="*/ 13325 h 15704"/>
                      <a:gd name="connsiteX1" fmla="*/ 90 w 10680"/>
                      <a:gd name="connsiteY1" fmla="*/ 15364 h 15704"/>
                      <a:gd name="connsiteX2" fmla="*/ 1819 w 10680"/>
                      <a:gd name="connsiteY2" fmla="*/ 15187 h 15704"/>
                      <a:gd name="connsiteX3" fmla="*/ 4124 w 10680"/>
                      <a:gd name="connsiteY3" fmla="*/ 12838 h 15704"/>
                      <a:gd name="connsiteX4" fmla="*/ 8912 w 10680"/>
                      <a:gd name="connsiteY4" fmla="*/ 6277 h 15704"/>
                      <a:gd name="connsiteX5" fmla="*/ 10330 w 10680"/>
                      <a:gd name="connsiteY5" fmla="*/ 3661 h 15704"/>
                      <a:gd name="connsiteX6" fmla="*/ 6252 w 10680"/>
                      <a:gd name="connsiteY6" fmla="*/ 2287 h 15704"/>
                      <a:gd name="connsiteX7" fmla="*/ 400 w 10680"/>
                      <a:gd name="connsiteY7" fmla="*/ 13325 h 15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680" h="15704">
                        <a:moveTo>
                          <a:pt x="400" y="13325"/>
                        </a:moveTo>
                        <a:cubicBezTo>
                          <a:pt x="90" y="14168"/>
                          <a:pt x="-132" y="14788"/>
                          <a:pt x="90" y="15364"/>
                        </a:cubicBezTo>
                        <a:cubicBezTo>
                          <a:pt x="311" y="15941"/>
                          <a:pt x="1065" y="15719"/>
                          <a:pt x="1819" y="15187"/>
                        </a:cubicBezTo>
                        <a:cubicBezTo>
                          <a:pt x="2572" y="14655"/>
                          <a:pt x="3459" y="13636"/>
                          <a:pt x="4124" y="12838"/>
                        </a:cubicBezTo>
                        <a:cubicBezTo>
                          <a:pt x="5808" y="10754"/>
                          <a:pt x="7537" y="8493"/>
                          <a:pt x="8912" y="6277"/>
                        </a:cubicBezTo>
                        <a:cubicBezTo>
                          <a:pt x="9488" y="5390"/>
                          <a:pt x="10020" y="4548"/>
                          <a:pt x="10330" y="3661"/>
                        </a:cubicBezTo>
                        <a:cubicBezTo>
                          <a:pt x="11527" y="26"/>
                          <a:pt x="9532" y="-1703"/>
                          <a:pt x="6252" y="2287"/>
                        </a:cubicBezTo>
                        <a:cubicBezTo>
                          <a:pt x="3725" y="5390"/>
                          <a:pt x="1641" y="9867"/>
                          <a:pt x="400" y="1332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16" name="Forme libre : forme 22115">
                    <a:extLst>
                      <a:ext uri="{FF2B5EF4-FFF2-40B4-BE49-F238E27FC236}">
                        <a16:creationId xmlns:a16="http://schemas.microsoft.com/office/drawing/2014/main" id="{35AB601F-4223-4B45-A731-1CBB4C31A2B8}"/>
                      </a:ext>
                    </a:extLst>
                  </p:cNvPr>
                  <p:cNvSpPr/>
                  <p:nvPr/>
                </p:nvSpPr>
                <p:spPr>
                  <a:xfrm>
                    <a:off x="5809178" y="1328466"/>
                    <a:ext cx="15161" cy="23406"/>
                  </a:xfrm>
                  <a:custGeom>
                    <a:avLst/>
                    <a:gdLst>
                      <a:gd name="connsiteX0" fmla="*/ 15161 w 15161"/>
                      <a:gd name="connsiteY0" fmla="*/ 0 h 23406"/>
                      <a:gd name="connsiteX1" fmla="*/ 8467 w 15161"/>
                      <a:gd name="connsiteY1" fmla="*/ 11925 h 23406"/>
                      <a:gd name="connsiteX2" fmla="*/ 0 w 15161"/>
                      <a:gd name="connsiteY2" fmla="*/ 23407 h 23406"/>
                      <a:gd name="connsiteX3" fmla="*/ 15161 w 15161"/>
                      <a:gd name="connsiteY3" fmla="*/ 0 h 23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61" h="23406">
                        <a:moveTo>
                          <a:pt x="15161" y="0"/>
                        </a:moveTo>
                        <a:cubicBezTo>
                          <a:pt x="14541" y="3724"/>
                          <a:pt x="11526" y="7802"/>
                          <a:pt x="8467" y="11925"/>
                        </a:cubicBezTo>
                        <a:cubicBezTo>
                          <a:pt x="5320" y="15959"/>
                          <a:pt x="2172" y="20171"/>
                          <a:pt x="0" y="23407"/>
                        </a:cubicBezTo>
                        <a:cubicBezTo>
                          <a:pt x="4566" y="16314"/>
                          <a:pt x="10329" y="7137"/>
                          <a:pt x="1516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17" name="Forme libre : forme 22116">
                    <a:extLst>
                      <a:ext uri="{FF2B5EF4-FFF2-40B4-BE49-F238E27FC236}">
                        <a16:creationId xmlns:a16="http://schemas.microsoft.com/office/drawing/2014/main" id="{2AA68AEA-44AA-472F-AEB1-62BA5D2D1254}"/>
                      </a:ext>
                    </a:extLst>
                  </p:cNvPr>
                  <p:cNvSpPr/>
                  <p:nvPr/>
                </p:nvSpPr>
                <p:spPr>
                  <a:xfrm>
                    <a:off x="5751326" y="1349922"/>
                    <a:ext cx="13432" cy="29879"/>
                  </a:xfrm>
                  <a:custGeom>
                    <a:avLst/>
                    <a:gdLst>
                      <a:gd name="connsiteX0" fmla="*/ 13432 w 13432"/>
                      <a:gd name="connsiteY0" fmla="*/ 0 h 29879"/>
                      <a:gd name="connsiteX1" fmla="*/ 0 w 13432"/>
                      <a:gd name="connsiteY1" fmla="*/ 29879 h 29879"/>
                      <a:gd name="connsiteX2" fmla="*/ 13432 w 13432"/>
                      <a:gd name="connsiteY2" fmla="*/ 0 h 29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432" h="29879">
                        <a:moveTo>
                          <a:pt x="13432" y="0"/>
                        </a:moveTo>
                        <a:cubicBezTo>
                          <a:pt x="5852" y="9354"/>
                          <a:pt x="2128" y="20304"/>
                          <a:pt x="0" y="29879"/>
                        </a:cubicBezTo>
                        <a:cubicBezTo>
                          <a:pt x="1552" y="20880"/>
                          <a:pt x="8157" y="8999"/>
                          <a:pt x="1343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18" name="Forme libre : forme 22117">
                    <a:extLst>
                      <a:ext uri="{FF2B5EF4-FFF2-40B4-BE49-F238E27FC236}">
                        <a16:creationId xmlns:a16="http://schemas.microsoft.com/office/drawing/2014/main" id="{DD1E91B2-F3B8-4464-B3BE-C97AE316F3B8}"/>
                      </a:ext>
                    </a:extLst>
                  </p:cNvPr>
                  <p:cNvSpPr/>
                  <p:nvPr/>
                </p:nvSpPr>
                <p:spPr>
                  <a:xfrm>
                    <a:off x="5786285" y="1336469"/>
                    <a:ext cx="13629" cy="10821"/>
                  </a:xfrm>
                  <a:custGeom>
                    <a:avLst/>
                    <a:gdLst>
                      <a:gd name="connsiteX0" fmla="*/ 13628 w 13629"/>
                      <a:gd name="connsiteY0" fmla="*/ 641 h 10821"/>
                      <a:gd name="connsiteX1" fmla="*/ 6624 w 13629"/>
                      <a:gd name="connsiteY1" fmla="*/ 7468 h 10821"/>
                      <a:gd name="connsiteX2" fmla="*/ 19 w 13629"/>
                      <a:gd name="connsiteY2" fmla="*/ 10217 h 10821"/>
                      <a:gd name="connsiteX3" fmla="*/ 2368 w 13629"/>
                      <a:gd name="connsiteY3" fmla="*/ 6272 h 10821"/>
                      <a:gd name="connsiteX4" fmla="*/ 6358 w 13629"/>
                      <a:gd name="connsiteY4" fmla="*/ 3168 h 10821"/>
                      <a:gd name="connsiteX5" fmla="*/ 13628 w 13629"/>
                      <a:gd name="connsiteY5" fmla="*/ 641 h 10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629" h="10821">
                        <a:moveTo>
                          <a:pt x="13628" y="641"/>
                        </a:moveTo>
                        <a:cubicBezTo>
                          <a:pt x="13717" y="2592"/>
                          <a:pt x="8220" y="6138"/>
                          <a:pt x="6624" y="7468"/>
                        </a:cubicBezTo>
                        <a:cubicBezTo>
                          <a:pt x="4895" y="8577"/>
                          <a:pt x="462" y="12256"/>
                          <a:pt x="19" y="10217"/>
                        </a:cubicBezTo>
                        <a:cubicBezTo>
                          <a:pt x="-159" y="9197"/>
                          <a:pt x="950" y="7646"/>
                          <a:pt x="2368" y="6272"/>
                        </a:cubicBezTo>
                        <a:cubicBezTo>
                          <a:pt x="3831" y="4942"/>
                          <a:pt x="5560" y="3745"/>
                          <a:pt x="6358" y="3168"/>
                        </a:cubicBezTo>
                        <a:cubicBezTo>
                          <a:pt x="7954" y="1971"/>
                          <a:pt x="13540" y="-1398"/>
                          <a:pt x="13628" y="64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19" name="Forme libre : forme 22118">
                    <a:extLst>
                      <a:ext uri="{FF2B5EF4-FFF2-40B4-BE49-F238E27FC236}">
                        <a16:creationId xmlns:a16="http://schemas.microsoft.com/office/drawing/2014/main" id="{12D1C91D-11DB-4A89-9FD8-3DB697A43A81}"/>
                      </a:ext>
                    </a:extLst>
                  </p:cNvPr>
                  <p:cNvSpPr/>
                  <p:nvPr/>
                </p:nvSpPr>
                <p:spPr>
                  <a:xfrm>
                    <a:off x="5797818" y="1335127"/>
                    <a:ext cx="4073" cy="3030"/>
                  </a:xfrm>
                  <a:custGeom>
                    <a:avLst/>
                    <a:gdLst>
                      <a:gd name="connsiteX0" fmla="*/ 3957 w 4073"/>
                      <a:gd name="connsiteY0" fmla="*/ 121 h 3030"/>
                      <a:gd name="connsiteX1" fmla="*/ 2627 w 4073"/>
                      <a:gd name="connsiteY1" fmla="*/ 1983 h 3030"/>
                      <a:gd name="connsiteX2" fmla="*/ 144 w 4073"/>
                      <a:gd name="connsiteY2" fmla="*/ 2914 h 3030"/>
                      <a:gd name="connsiteX3" fmla="*/ 1341 w 4073"/>
                      <a:gd name="connsiteY3" fmla="*/ 963 h 3030"/>
                      <a:gd name="connsiteX4" fmla="*/ 3957 w 4073"/>
                      <a:gd name="connsiteY4" fmla="*/ 121 h 3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73" h="3030">
                        <a:moveTo>
                          <a:pt x="3957" y="121"/>
                        </a:moveTo>
                        <a:cubicBezTo>
                          <a:pt x="4444" y="564"/>
                          <a:pt x="3292" y="1540"/>
                          <a:pt x="2627" y="1983"/>
                        </a:cubicBezTo>
                        <a:cubicBezTo>
                          <a:pt x="1962" y="2426"/>
                          <a:pt x="676" y="3357"/>
                          <a:pt x="144" y="2914"/>
                        </a:cubicBezTo>
                        <a:cubicBezTo>
                          <a:pt x="-388" y="2515"/>
                          <a:pt x="676" y="1451"/>
                          <a:pt x="1341" y="963"/>
                        </a:cubicBezTo>
                        <a:cubicBezTo>
                          <a:pt x="2006" y="564"/>
                          <a:pt x="3469" y="-322"/>
                          <a:pt x="3957" y="12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20" name="Forme libre : forme 22119">
                    <a:extLst>
                      <a:ext uri="{FF2B5EF4-FFF2-40B4-BE49-F238E27FC236}">
                        <a16:creationId xmlns:a16="http://schemas.microsoft.com/office/drawing/2014/main" id="{B3BDDA84-5D01-4B51-A7F6-2A781F48196D}"/>
                      </a:ext>
                    </a:extLst>
                  </p:cNvPr>
                  <p:cNvSpPr/>
                  <p:nvPr/>
                </p:nvSpPr>
                <p:spPr>
                  <a:xfrm>
                    <a:off x="5779076" y="1323321"/>
                    <a:ext cx="42400" cy="17640"/>
                  </a:xfrm>
                  <a:custGeom>
                    <a:avLst/>
                    <a:gdLst>
                      <a:gd name="connsiteX0" fmla="*/ 29482 w 42400"/>
                      <a:gd name="connsiteY0" fmla="*/ 91 h 17640"/>
                      <a:gd name="connsiteX1" fmla="*/ 41806 w 42400"/>
                      <a:gd name="connsiteY1" fmla="*/ 2042 h 17640"/>
                      <a:gd name="connsiteX2" fmla="*/ 40210 w 42400"/>
                      <a:gd name="connsiteY2" fmla="*/ 5588 h 17640"/>
                      <a:gd name="connsiteX3" fmla="*/ 35156 w 42400"/>
                      <a:gd name="connsiteY3" fmla="*/ 6164 h 17640"/>
                      <a:gd name="connsiteX4" fmla="*/ 19241 w 42400"/>
                      <a:gd name="connsiteY4" fmla="*/ 8603 h 17640"/>
                      <a:gd name="connsiteX5" fmla="*/ 14675 w 42400"/>
                      <a:gd name="connsiteY5" fmla="*/ 10775 h 17640"/>
                      <a:gd name="connsiteX6" fmla="*/ 8203 w 42400"/>
                      <a:gd name="connsiteY6" fmla="*/ 14410 h 17640"/>
                      <a:gd name="connsiteX7" fmla="*/ 2 w 42400"/>
                      <a:gd name="connsiteY7" fmla="*/ 16494 h 17640"/>
                      <a:gd name="connsiteX8" fmla="*/ 1908 w 42400"/>
                      <a:gd name="connsiteY8" fmla="*/ 12016 h 17640"/>
                      <a:gd name="connsiteX9" fmla="*/ 6829 w 42400"/>
                      <a:gd name="connsiteY9" fmla="*/ 7140 h 17640"/>
                      <a:gd name="connsiteX10" fmla="*/ 12902 w 42400"/>
                      <a:gd name="connsiteY10" fmla="*/ 3194 h 17640"/>
                      <a:gd name="connsiteX11" fmla="*/ 17911 w 42400"/>
                      <a:gd name="connsiteY11" fmla="*/ 1022 h 17640"/>
                      <a:gd name="connsiteX12" fmla="*/ 29482 w 42400"/>
                      <a:gd name="connsiteY12" fmla="*/ 91 h 17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2400" h="17640">
                        <a:moveTo>
                          <a:pt x="29482" y="91"/>
                        </a:moveTo>
                        <a:cubicBezTo>
                          <a:pt x="34580" y="-175"/>
                          <a:pt x="38304" y="47"/>
                          <a:pt x="41806" y="2042"/>
                        </a:cubicBezTo>
                        <a:cubicBezTo>
                          <a:pt x="43136" y="2840"/>
                          <a:pt x="42072" y="4657"/>
                          <a:pt x="40210" y="5588"/>
                        </a:cubicBezTo>
                        <a:cubicBezTo>
                          <a:pt x="38304" y="6519"/>
                          <a:pt x="36752" y="6209"/>
                          <a:pt x="35156" y="6164"/>
                        </a:cubicBezTo>
                        <a:cubicBezTo>
                          <a:pt x="30102" y="5899"/>
                          <a:pt x="24871" y="6696"/>
                          <a:pt x="19241" y="8603"/>
                        </a:cubicBezTo>
                        <a:cubicBezTo>
                          <a:pt x="18355" y="8869"/>
                          <a:pt x="16626" y="9667"/>
                          <a:pt x="14675" y="10775"/>
                        </a:cubicBezTo>
                        <a:cubicBezTo>
                          <a:pt x="12636" y="11795"/>
                          <a:pt x="10331" y="13169"/>
                          <a:pt x="8203" y="14410"/>
                        </a:cubicBezTo>
                        <a:cubicBezTo>
                          <a:pt x="3859" y="16848"/>
                          <a:pt x="135" y="19065"/>
                          <a:pt x="2" y="16494"/>
                        </a:cubicBezTo>
                        <a:cubicBezTo>
                          <a:pt x="-43" y="15252"/>
                          <a:pt x="711" y="13656"/>
                          <a:pt x="1908" y="12016"/>
                        </a:cubicBezTo>
                        <a:cubicBezTo>
                          <a:pt x="3149" y="10420"/>
                          <a:pt x="4967" y="8736"/>
                          <a:pt x="6829" y="7140"/>
                        </a:cubicBezTo>
                        <a:cubicBezTo>
                          <a:pt x="8824" y="5633"/>
                          <a:pt x="10952" y="4303"/>
                          <a:pt x="12902" y="3194"/>
                        </a:cubicBezTo>
                        <a:cubicBezTo>
                          <a:pt x="14897" y="2175"/>
                          <a:pt x="16715" y="1421"/>
                          <a:pt x="17911" y="1022"/>
                        </a:cubicBezTo>
                        <a:cubicBezTo>
                          <a:pt x="22921" y="-529"/>
                          <a:pt x="25581" y="224"/>
                          <a:pt x="29482" y="9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19" name="Graphique 2">
                  <a:extLst>
                    <a:ext uri="{FF2B5EF4-FFF2-40B4-BE49-F238E27FC236}">
                      <a16:creationId xmlns:a16="http://schemas.microsoft.com/office/drawing/2014/main" id="{7715EEA4-C4EA-4C21-A79C-BF7C3F53C61B}"/>
                    </a:ext>
                  </a:extLst>
                </p:cNvPr>
                <p:cNvGrpSpPr/>
                <p:nvPr/>
              </p:nvGrpSpPr>
              <p:grpSpPr>
                <a:xfrm>
                  <a:off x="5825351" y="1302136"/>
                  <a:ext cx="94191" cy="39128"/>
                  <a:chOff x="5825351" y="1302136"/>
                  <a:chExt cx="94191" cy="39128"/>
                </a:xfrm>
                <a:solidFill>
                  <a:schemeClr val="accent1"/>
                </a:solidFill>
              </p:grpSpPr>
              <p:sp>
                <p:nvSpPr>
                  <p:cNvPr id="22097" name="Forme libre : forme 22096">
                    <a:extLst>
                      <a:ext uri="{FF2B5EF4-FFF2-40B4-BE49-F238E27FC236}">
                        <a16:creationId xmlns:a16="http://schemas.microsoft.com/office/drawing/2014/main" id="{F03B5E99-9DFF-48E8-B991-C86C925F1309}"/>
                      </a:ext>
                    </a:extLst>
                  </p:cNvPr>
                  <p:cNvSpPr/>
                  <p:nvPr/>
                </p:nvSpPr>
                <p:spPr>
                  <a:xfrm>
                    <a:off x="5825351" y="1302136"/>
                    <a:ext cx="94191" cy="39128"/>
                  </a:xfrm>
                  <a:custGeom>
                    <a:avLst/>
                    <a:gdLst>
                      <a:gd name="connsiteX0" fmla="*/ 60431 w 94191"/>
                      <a:gd name="connsiteY0" fmla="*/ 38077 h 39128"/>
                      <a:gd name="connsiteX1" fmla="*/ 46777 w 94191"/>
                      <a:gd name="connsiteY1" fmla="*/ 36171 h 39128"/>
                      <a:gd name="connsiteX2" fmla="*/ 32769 w 94191"/>
                      <a:gd name="connsiteY2" fmla="*/ 35284 h 39128"/>
                      <a:gd name="connsiteX3" fmla="*/ 3510 w 94191"/>
                      <a:gd name="connsiteY3" fmla="*/ 26462 h 39128"/>
                      <a:gd name="connsiteX4" fmla="*/ 1072 w 94191"/>
                      <a:gd name="connsiteY4" fmla="*/ 16709 h 39128"/>
                      <a:gd name="connsiteX5" fmla="*/ 32902 w 94191"/>
                      <a:gd name="connsiteY5" fmla="*/ 174 h 39128"/>
                      <a:gd name="connsiteX6" fmla="*/ 49969 w 94191"/>
                      <a:gd name="connsiteY6" fmla="*/ 573 h 39128"/>
                      <a:gd name="connsiteX7" fmla="*/ 67037 w 94191"/>
                      <a:gd name="connsiteY7" fmla="*/ 3587 h 39128"/>
                      <a:gd name="connsiteX8" fmla="*/ 93812 w 94191"/>
                      <a:gd name="connsiteY8" fmla="*/ 27437 h 39128"/>
                      <a:gd name="connsiteX9" fmla="*/ 89645 w 94191"/>
                      <a:gd name="connsiteY9" fmla="*/ 36348 h 39128"/>
                      <a:gd name="connsiteX10" fmla="*/ 60431 w 94191"/>
                      <a:gd name="connsiteY10" fmla="*/ 38077 h 39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4191" h="39128">
                        <a:moveTo>
                          <a:pt x="60431" y="38077"/>
                        </a:moveTo>
                        <a:cubicBezTo>
                          <a:pt x="57195" y="37545"/>
                          <a:pt x="52053" y="36658"/>
                          <a:pt x="46777" y="36171"/>
                        </a:cubicBezTo>
                        <a:cubicBezTo>
                          <a:pt x="41502" y="35639"/>
                          <a:pt x="36227" y="35461"/>
                          <a:pt x="32769" y="35284"/>
                        </a:cubicBezTo>
                        <a:cubicBezTo>
                          <a:pt x="19957" y="34929"/>
                          <a:pt x="12864" y="31649"/>
                          <a:pt x="3510" y="26462"/>
                        </a:cubicBezTo>
                        <a:cubicBezTo>
                          <a:pt x="274" y="24689"/>
                          <a:pt x="-1144" y="19857"/>
                          <a:pt x="1072" y="16709"/>
                        </a:cubicBezTo>
                        <a:cubicBezTo>
                          <a:pt x="7411" y="7799"/>
                          <a:pt x="16898" y="1326"/>
                          <a:pt x="32902" y="174"/>
                        </a:cubicBezTo>
                        <a:cubicBezTo>
                          <a:pt x="37157" y="-136"/>
                          <a:pt x="43586" y="-48"/>
                          <a:pt x="49969" y="573"/>
                        </a:cubicBezTo>
                        <a:cubicBezTo>
                          <a:pt x="56353" y="1193"/>
                          <a:pt x="62737" y="2479"/>
                          <a:pt x="67037" y="3587"/>
                        </a:cubicBezTo>
                        <a:cubicBezTo>
                          <a:pt x="82996" y="7932"/>
                          <a:pt x="90089" y="17020"/>
                          <a:pt x="93812" y="27437"/>
                        </a:cubicBezTo>
                        <a:cubicBezTo>
                          <a:pt x="95098" y="31161"/>
                          <a:pt x="92970" y="35506"/>
                          <a:pt x="89645" y="36348"/>
                        </a:cubicBezTo>
                        <a:cubicBezTo>
                          <a:pt x="80203" y="38919"/>
                          <a:pt x="72534" y="40160"/>
                          <a:pt x="60431" y="3807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98" name="Forme libre : forme 22097">
                    <a:extLst>
                      <a:ext uri="{FF2B5EF4-FFF2-40B4-BE49-F238E27FC236}">
                        <a16:creationId xmlns:a16="http://schemas.microsoft.com/office/drawing/2014/main" id="{83A9B76C-FDF4-4042-95FC-528366273E64}"/>
                      </a:ext>
                    </a:extLst>
                  </p:cNvPr>
                  <p:cNvSpPr/>
                  <p:nvPr/>
                </p:nvSpPr>
                <p:spPr>
                  <a:xfrm>
                    <a:off x="5825935" y="1324801"/>
                    <a:ext cx="89282" cy="16431"/>
                  </a:xfrm>
                  <a:custGeom>
                    <a:avLst/>
                    <a:gdLst>
                      <a:gd name="connsiteX0" fmla="*/ 36706 w 89282"/>
                      <a:gd name="connsiteY0" fmla="*/ 73 h 16431"/>
                      <a:gd name="connsiteX1" fmla="*/ 0 w 89282"/>
                      <a:gd name="connsiteY1" fmla="*/ 383 h 16431"/>
                      <a:gd name="connsiteX2" fmla="*/ 2926 w 89282"/>
                      <a:gd name="connsiteY2" fmla="*/ 3797 h 16431"/>
                      <a:gd name="connsiteX3" fmla="*/ 7581 w 89282"/>
                      <a:gd name="connsiteY3" fmla="*/ 6280 h 16431"/>
                      <a:gd name="connsiteX4" fmla="*/ 21190 w 89282"/>
                      <a:gd name="connsiteY4" fmla="*/ 11378 h 16431"/>
                      <a:gd name="connsiteX5" fmla="*/ 32184 w 89282"/>
                      <a:gd name="connsiteY5" fmla="*/ 12619 h 16431"/>
                      <a:gd name="connsiteX6" fmla="*/ 36662 w 89282"/>
                      <a:gd name="connsiteY6" fmla="*/ 12796 h 16431"/>
                      <a:gd name="connsiteX7" fmla="*/ 57852 w 89282"/>
                      <a:gd name="connsiteY7" fmla="*/ 15057 h 16431"/>
                      <a:gd name="connsiteX8" fmla="*/ 59847 w 89282"/>
                      <a:gd name="connsiteY8" fmla="*/ 15412 h 16431"/>
                      <a:gd name="connsiteX9" fmla="*/ 71329 w 89282"/>
                      <a:gd name="connsiteY9" fmla="*/ 16431 h 16431"/>
                      <a:gd name="connsiteX10" fmla="*/ 84717 w 89282"/>
                      <a:gd name="connsiteY10" fmla="*/ 14747 h 16431"/>
                      <a:gd name="connsiteX11" fmla="*/ 89105 w 89282"/>
                      <a:gd name="connsiteY11" fmla="*/ 13683 h 16431"/>
                      <a:gd name="connsiteX12" fmla="*/ 89283 w 89282"/>
                      <a:gd name="connsiteY12" fmla="*/ 13639 h 16431"/>
                      <a:gd name="connsiteX13" fmla="*/ 64103 w 89282"/>
                      <a:gd name="connsiteY13" fmla="*/ 2955 h 16431"/>
                      <a:gd name="connsiteX14" fmla="*/ 36706 w 89282"/>
                      <a:gd name="connsiteY14" fmla="*/ 73 h 16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9282" h="16431">
                        <a:moveTo>
                          <a:pt x="36706" y="73"/>
                        </a:moveTo>
                        <a:cubicBezTo>
                          <a:pt x="24027" y="561"/>
                          <a:pt x="11171" y="2245"/>
                          <a:pt x="0" y="383"/>
                        </a:cubicBezTo>
                        <a:cubicBezTo>
                          <a:pt x="576" y="1802"/>
                          <a:pt x="1596" y="3043"/>
                          <a:pt x="2926" y="3797"/>
                        </a:cubicBezTo>
                        <a:cubicBezTo>
                          <a:pt x="4566" y="4639"/>
                          <a:pt x="6118" y="5482"/>
                          <a:pt x="7581" y="6280"/>
                        </a:cubicBezTo>
                        <a:cubicBezTo>
                          <a:pt x="11969" y="8585"/>
                          <a:pt x="16225" y="10269"/>
                          <a:pt x="21190" y="11378"/>
                        </a:cubicBezTo>
                        <a:cubicBezTo>
                          <a:pt x="24426" y="12043"/>
                          <a:pt x="27973" y="12486"/>
                          <a:pt x="32184" y="12619"/>
                        </a:cubicBezTo>
                        <a:cubicBezTo>
                          <a:pt x="33470" y="12663"/>
                          <a:pt x="34977" y="12752"/>
                          <a:pt x="36662" y="12796"/>
                        </a:cubicBezTo>
                        <a:cubicBezTo>
                          <a:pt x="43267" y="13018"/>
                          <a:pt x="52222" y="14037"/>
                          <a:pt x="57852" y="15057"/>
                        </a:cubicBezTo>
                        <a:cubicBezTo>
                          <a:pt x="58561" y="15190"/>
                          <a:pt x="59271" y="15323"/>
                          <a:pt x="59847" y="15412"/>
                        </a:cubicBezTo>
                        <a:cubicBezTo>
                          <a:pt x="64147" y="16077"/>
                          <a:pt x="67871" y="16431"/>
                          <a:pt x="71329" y="16431"/>
                        </a:cubicBezTo>
                        <a:cubicBezTo>
                          <a:pt x="76072" y="16387"/>
                          <a:pt x="80328" y="15633"/>
                          <a:pt x="84717" y="14747"/>
                        </a:cubicBezTo>
                        <a:cubicBezTo>
                          <a:pt x="86091" y="14392"/>
                          <a:pt x="87554" y="14037"/>
                          <a:pt x="89105" y="13683"/>
                        </a:cubicBezTo>
                        <a:lnTo>
                          <a:pt x="89283" y="13639"/>
                        </a:lnTo>
                        <a:cubicBezTo>
                          <a:pt x="81968" y="8629"/>
                          <a:pt x="73102" y="5171"/>
                          <a:pt x="64103" y="2955"/>
                        </a:cubicBezTo>
                        <a:cubicBezTo>
                          <a:pt x="55059" y="649"/>
                          <a:pt x="45705" y="-281"/>
                          <a:pt x="36706" y="7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99" name="Forme libre : forme 22098">
                    <a:extLst>
                      <a:ext uri="{FF2B5EF4-FFF2-40B4-BE49-F238E27FC236}">
                        <a16:creationId xmlns:a16="http://schemas.microsoft.com/office/drawing/2014/main" id="{0260DB8D-6590-481B-BF6C-F0ABC7A32BFB}"/>
                      </a:ext>
                    </a:extLst>
                  </p:cNvPr>
                  <p:cNvSpPr/>
                  <p:nvPr/>
                </p:nvSpPr>
                <p:spPr>
                  <a:xfrm>
                    <a:off x="5858648" y="1315603"/>
                    <a:ext cx="43509" cy="14026"/>
                  </a:xfrm>
                  <a:custGeom>
                    <a:avLst/>
                    <a:gdLst>
                      <a:gd name="connsiteX0" fmla="*/ 43403 w 43509"/>
                      <a:gd name="connsiteY0" fmla="*/ 12109 h 14026"/>
                      <a:gd name="connsiteX1" fmla="*/ 33384 w 43509"/>
                      <a:gd name="connsiteY1" fmla="*/ 13794 h 14026"/>
                      <a:gd name="connsiteX2" fmla="*/ 20263 w 43509"/>
                      <a:gd name="connsiteY2" fmla="*/ 12242 h 14026"/>
                      <a:gd name="connsiteX3" fmla="*/ 8249 w 43509"/>
                      <a:gd name="connsiteY3" fmla="*/ 9848 h 14026"/>
                      <a:gd name="connsiteX4" fmla="*/ 3 w 43509"/>
                      <a:gd name="connsiteY4" fmla="*/ 4706 h 14026"/>
                      <a:gd name="connsiteX5" fmla="*/ 8648 w 43509"/>
                      <a:gd name="connsiteY5" fmla="*/ 184 h 14026"/>
                      <a:gd name="connsiteX6" fmla="*/ 21814 w 43509"/>
                      <a:gd name="connsiteY6" fmla="*/ 805 h 14026"/>
                      <a:gd name="connsiteX7" fmla="*/ 35424 w 43509"/>
                      <a:gd name="connsiteY7" fmla="*/ 4795 h 14026"/>
                      <a:gd name="connsiteX8" fmla="*/ 43403 w 43509"/>
                      <a:gd name="connsiteY8" fmla="*/ 12109 h 14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509" h="14026">
                        <a:moveTo>
                          <a:pt x="43403" y="12109"/>
                        </a:moveTo>
                        <a:cubicBezTo>
                          <a:pt x="42650" y="14326"/>
                          <a:pt x="38261" y="14193"/>
                          <a:pt x="33384" y="13794"/>
                        </a:cubicBezTo>
                        <a:cubicBezTo>
                          <a:pt x="28508" y="13350"/>
                          <a:pt x="23055" y="12597"/>
                          <a:pt x="20263" y="12242"/>
                        </a:cubicBezTo>
                        <a:cubicBezTo>
                          <a:pt x="17514" y="11799"/>
                          <a:pt x="12593" y="11001"/>
                          <a:pt x="8249" y="9848"/>
                        </a:cubicBezTo>
                        <a:cubicBezTo>
                          <a:pt x="3949" y="8696"/>
                          <a:pt x="136" y="7277"/>
                          <a:pt x="3" y="4706"/>
                        </a:cubicBezTo>
                        <a:cubicBezTo>
                          <a:pt x="-130" y="2179"/>
                          <a:pt x="3816" y="627"/>
                          <a:pt x="8648" y="184"/>
                        </a:cubicBezTo>
                        <a:cubicBezTo>
                          <a:pt x="13480" y="-303"/>
                          <a:pt x="19021" y="273"/>
                          <a:pt x="21814" y="805"/>
                        </a:cubicBezTo>
                        <a:cubicBezTo>
                          <a:pt x="24651" y="1248"/>
                          <a:pt x="30503" y="2622"/>
                          <a:pt x="35424" y="4795"/>
                        </a:cubicBezTo>
                        <a:cubicBezTo>
                          <a:pt x="40389" y="6922"/>
                          <a:pt x="44201" y="9848"/>
                          <a:pt x="43403" y="1210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00" name="Forme libre : forme 22099">
                    <a:extLst>
                      <a:ext uri="{FF2B5EF4-FFF2-40B4-BE49-F238E27FC236}">
                        <a16:creationId xmlns:a16="http://schemas.microsoft.com/office/drawing/2014/main" id="{C317B1FF-772B-4E7E-8183-78B72DD8AD2D}"/>
                      </a:ext>
                    </a:extLst>
                  </p:cNvPr>
                  <p:cNvSpPr/>
                  <p:nvPr/>
                </p:nvSpPr>
                <p:spPr>
                  <a:xfrm>
                    <a:off x="5858361" y="1315831"/>
                    <a:ext cx="29770" cy="13033"/>
                  </a:xfrm>
                  <a:custGeom>
                    <a:avLst/>
                    <a:gdLst>
                      <a:gd name="connsiteX0" fmla="*/ 9866 w 29770"/>
                      <a:gd name="connsiteY0" fmla="*/ 0 h 13033"/>
                      <a:gd name="connsiteX1" fmla="*/ 113 w 29770"/>
                      <a:gd name="connsiteY1" fmla="*/ 4477 h 13033"/>
                      <a:gd name="connsiteX2" fmla="*/ 8580 w 29770"/>
                      <a:gd name="connsiteY2" fmla="*/ 9620 h 13033"/>
                      <a:gd name="connsiteX3" fmla="*/ 20815 w 29770"/>
                      <a:gd name="connsiteY3" fmla="*/ 12102 h 13033"/>
                      <a:gd name="connsiteX4" fmla="*/ 29770 w 29770"/>
                      <a:gd name="connsiteY4" fmla="*/ 13033 h 13033"/>
                      <a:gd name="connsiteX5" fmla="*/ 25116 w 29770"/>
                      <a:gd name="connsiteY5" fmla="*/ 11703 h 13033"/>
                      <a:gd name="connsiteX6" fmla="*/ 9866 w 29770"/>
                      <a:gd name="connsiteY6" fmla="*/ 0 h 13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770" h="13033">
                        <a:moveTo>
                          <a:pt x="9866" y="0"/>
                        </a:moveTo>
                        <a:cubicBezTo>
                          <a:pt x="6940" y="665"/>
                          <a:pt x="-1040" y="1241"/>
                          <a:pt x="113" y="4477"/>
                        </a:cubicBezTo>
                        <a:cubicBezTo>
                          <a:pt x="1000" y="7049"/>
                          <a:pt x="4502" y="8511"/>
                          <a:pt x="8580" y="9620"/>
                        </a:cubicBezTo>
                        <a:cubicBezTo>
                          <a:pt x="12659" y="10772"/>
                          <a:pt x="17358" y="11482"/>
                          <a:pt x="20815" y="12102"/>
                        </a:cubicBezTo>
                        <a:cubicBezTo>
                          <a:pt x="22855" y="12413"/>
                          <a:pt x="27421" y="12856"/>
                          <a:pt x="29770" y="13033"/>
                        </a:cubicBezTo>
                        <a:cubicBezTo>
                          <a:pt x="28485" y="12634"/>
                          <a:pt x="26268" y="12235"/>
                          <a:pt x="25116" y="11703"/>
                        </a:cubicBezTo>
                        <a:cubicBezTo>
                          <a:pt x="18466" y="8644"/>
                          <a:pt x="10087" y="5630"/>
                          <a:pt x="986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01" name="Forme libre : forme 22100">
                    <a:extLst>
                      <a:ext uri="{FF2B5EF4-FFF2-40B4-BE49-F238E27FC236}">
                        <a16:creationId xmlns:a16="http://schemas.microsoft.com/office/drawing/2014/main" id="{A3CD5212-5531-4C90-99A6-D5C45BB748B1}"/>
                      </a:ext>
                    </a:extLst>
                  </p:cNvPr>
                  <p:cNvSpPr/>
                  <p:nvPr/>
                </p:nvSpPr>
                <p:spPr>
                  <a:xfrm>
                    <a:off x="5860984" y="1317169"/>
                    <a:ext cx="43220" cy="14135"/>
                  </a:xfrm>
                  <a:custGeom>
                    <a:avLst/>
                    <a:gdLst>
                      <a:gd name="connsiteX0" fmla="*/ 42885 w 43220"/>
                      <a:gd name="connsiteY0" fmla="*/ 12494 h 14135"/>
                      <a:gd name="connsiteX1" fmla="*/ 32423 w 43220"/>
                      <a:gd name="connsiteY1" fmla="*/ 13912 h 14135"/>
                      <a:gd name="connsiteX2" fmla="*/ 19700 w 43220"/>
                      <a:gd name="connsiteY2" fmla="*/ 12405 h 14135"/>
                      <a:gd name="connsiteX3" fmla="*/ 7952 w 43220"/>
                      <a:gd name="connsiteY3" fmla="*/ 9922 h 14135"/>
                      <a:gd name="connsiteX4" fmla="*/ 17 w 43220"/>
                      <a:gd name="connsiteY4" fmla="*/ 4470 h 14135"/>
                      <a:gd name="connsiteX5" fmla="*/ 8617 w 43220"/>
                      <a:gd name="connsiteY5" fmla="*/ 125 h 14135"/>
                      <a:gd name="connsiteX6" fmla="*/ 21606 w 43220"/>
                      <a:gd name="connsiteY6" fmla="*/ 968 h 14135"/>
                      <a:gd name="connsiteX7" fmla="*/ 35526 w 43220"/>
                      <a:gd name="connsiteY7" fmla="*/ 5179 h 14135"/>
                      <a:gd name="connsiteX8" fmla="*/ 42885 w 43220"/>
                      <a:gd name="connsiteY8" fmla="*/ 12494 h 14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220" h="14135">
                        <a:moveTo>
                          <a:pt x="42885" y="12494"/>
                        </a:moveTo>
                        <a:cubicBezTo>
                          <a:pt x="41377" y="14444"/>
                          <a:pt x="37077" y="14267"/>
                          <a:pt x="32423" y="13912"/>
                        </a:cubicBezTo>
                        <a:cubicBezTo>
                          <a:pt x="27768" y="13425"/>
                          <a:pt x="22625" y="12760"/>
                          <a:pt x="19700" y="12405"/>
                        </a:cubicBezTo>
                        <a:cubicBezTo>
                          <a:pt x="16774" y="12050"/>
                          <a:pt x="12030" y="11075"/>
                          <a:pt x="7952" y="9922"/>
                        </a:cubicBezTo>
                        <a:cubicBezTo>
                          <a:pt x="3873" y="8725"/>
                          <a:pt x="327" y="7085"/>
                          <a:pt x="17" y="4470"/>
                        </a:cubicBezTo>
                        <a:cubicBezTo>
                          <a:pt x="-294" y="1854"/>
                          <a:pt x="3785" y="480"/>
                          <a:pt x="8617" y="125"/>
                        </a:cubicBezTo>
                        <a:cubicBezTo>
                          <a:pt x="13493" y="-318"/>
                          <a:pt x="19035" y="524"/>
                          <a:pt x="21606" y="968"/>
                        </a:cubicBezTo>
                        <a:cubicBezTo>
                          <a:pt x="24177" y="1411"/>
                          <a:pt x="30472" y="2785"/>
                          <a:pt x="35526" y="5179"/>
                        </a:cubicBezTo>
                        <a:cubicBezTo>
                          <a:pt x="40624" y="7484"/>
                          <a:pt x="44392" y="10543"/>
                          <a:pt x="42885" y="1249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02" name="Forme libre : forme 22101">
                    <a:extLst>
                      <a:ext uri="{FF2B5EF4-FFF2-40B4-BE49-F238E27FC236}">
                        <a16:creationId xmlns:a16="http://schemas.microsoft.com/office/drawing/2014/main" id="{ACE574E6-5339-4730-A6E3-C9AF12FA6EE5}"/>
                      </a:ext>
                    </a:extLst>
                  </p:cNvPr>
                  <p:cNvSpPr/>
                  <p:nvPr/>
                </p:nvSpPr>
                <p:spPr>
                  <a:xfrm>
                    <a:off x="5837571" y="1311430"/>
                    <a:ext cx="53276" cy="23812"/>
                  </a:xfrm>
                  <a:custGeom>
                    <a:avLst/>
                    <a:gdLst>
                      <a:gd name="connsiteX0" fmla="*/ 732 w 53276"/>
                      <a:gd name="connsiteY0" fmla="*/ 11273 h 23812"/>
                      <a:gd name="connsiteX1" fmla="*/ 7027 w 53276"/>
                      <a:gd name="connsiteY1" fmla="*/ 15972 h 23812"/>
                      <a:gd name="connsiteX2" fmla="*/ 25956 w 53276"/>
                      <a:gd name="connsiteY2" fmla="*/ 22533 h 23812"/>
                      <a:gd name="connsiteX3" fmla="*/ 45063 w 53276"/>
                      <a:gd name="connsiteY3" fmla="*/ 23553 h 23812"/>
                      <a:gd name="connsiteX4" fmla="*/ 53264 w 53276"/>
                      <a:gd name="connsiteY4" fmla="*/ 18809 h 23812"/>
                      <a:gd name="connsiteX5" fmla="*/ 47457 w 53276"/>
                      <a:gd name="connsiteY5" fmla="*/ 14731 h 23812"/>
                      <a:gd name="connsiteX6" fmla="*/ 29680 w 53276"/>
                      <a:gd name="connsiteY6" fmla="*/ 5909 h 23812"/>
                      <a:gd name="connsiteX7" fmla="*/ 9776 w 53276"/>
                      <a:gd name="connsiteY7" fmla="*/ 367 h 23812"/>
                      <a:gd name="connsiteX8" fmla="*/ 732 w 53276"/>
                      <a:gd name="connsiteY8" fmla="*/ 11273 h 2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3276" h="23812">
                        <a:moveTo>
                          <a:pt x="732" y="11273"/>
                        </a:moveTo>
                        <a:cubicBezTo>
                          <a:pt x="2417" y="13977"/>
                          <a:pt x="3614" y="14553"/>
                          <a:pt x="7027" y="15972"/>
                        </a:cubicBezTo>
                        <a:cubicBezTo>
                          <a:pt x="13411" y="18676"/>
                          <a:pt x="18287" y="21114"/>
                          <a:pt x="25956" y="22533"/>
                        </a:cubicBezTo>
                        <a:cubicBezTo>
                          <a:pt x="32340" y="23730"/>
                          <a:pt x="39433" y="24129"/>
                          <a:pt x="45063" y="23553"/>
                        </a:cubicBezTo>
                        <a:cubicBezTo>
                          <a:pt x="49230" y="23065"/>
                          <a:pt x="53530" y="21824"/>
                          <a:pt x="53264" y="18809"/>
                        </a:cubicBezTo>
                        <a:cubicBezTo>
                          <a:pt x="53043" y="16991"/>
                          <a:pt x="49895" y="15972"/>
                          <a:pt x="47457" y="14731"/>
                        </a:cubicBezTo>
                        <a:cubicBezTo>
                          <a:pt x="41694" y="11672"/>
                          <a:pt x="35842" y="9411"/>
                          <a:pt x="29680" y="5909"/>
                        </a:cubicBezTo>
                        <a:cubicBezTo>
                          <a:pt x="24538" y="2939"/>
                          <a:pt x="18243" y="-1273"/>
                          <a:pt x="9776" y="367"/>
                        </a:cubicBezTo>
                        <a:cubicBezTo>
                          <a:pt x="2106" y="1919"/>
                          <a:pt x="-1706" y="7682"/>
                          <a:pt x="732" y="1127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03" name="Forme libre : forme 22102">
                    <a:extLst>
                      <a:ext uri="{FF2B5EF4-FFF2-40B4-BE49-F238E27FC236}">
                        <a16:creationId xmlns:a16="http://schemas.microsoft.com/office/drawing/2014/main" id="{AB74DDE2-006F-4777-87E4-6FADD165092E}"/>
                      </a:ext>
                    </a:extLst>
                  </p:cNvPr>
                  <p:cNvSpPr/>
                  <p:nvPr/>
                </p:nvSpPr>
                <p:spPr>
                  <a:xfrm>
                    <a:off x="5848416" y="1310997"/>
                    <a:ext cx="18854" cy="6055"/>
                  </a:xfrm>
                  <a:custGeom>
                    <a:avLst/>
                    <a:gdLst>
                      <a:gd name="connsiteX0" fmla="*/ 1679 w 18854"/>
                      <a:gd name="connsiteY0" fmla="*/ 3726 h 6055"/>
                      <a:gd name="connsiteX1" fmla="*/ 39 w 18854"/>
                      <a:gd name="connsiteY1" fmla="*/ 5056 h 6055"/>
                      <a:gd name="connsiteX2" fmla="*/ 1502 w 18854"/>
                      <a:gd name="connsiteY2" fmla="*/ 6031 h 6055"/>
                      <a:gd name="connsiteX3" fmla="*/ 4915 w 18854"/>
                      <a:gd name="connsiteY3" fmla="*/ 5854 h 6055"/>
                      <a:gd name="connsiteX4" fmla="*/ 13205 w 18854"/>
                      <a:gd name="connsiteY4" fmla="*/ 4657 h 6055"/>
                      <a:gd name="connsiteX5" fmla="*/ 16220 w 18854"/>
                      <a:gd name="connsiteY5" fmla="*/ 3992 h 6055"/>
                      <a:gd name="connsiteX6" fmla="*/ 14491 w 18854"/>
                      <a:gd name="connsiteY6" fmla="*/ 2 h 6055"/>
                      <a:gd name="connsiteX7" fmla="*/ 1679 w 18854"/>
                      <a:gd name="connsiteY7" fmla="*/ 3726 h 6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54" h="6055">
                        <a:moveTo>
                          <a:pt x="1679" y="3726"/>
                        </a:moveTo>
                        <a:cubicBezTo>
                          <a:pt x="837" y="4169"/>
                          <a:pt x="261" y="4480"/>
                          <a:pt x="39" y="5056"/>
                        </a:cubicBezTo>
                        <a:cubicBezTo>
                          <a:pt x="-183" y="5632"/>
                          <a:pt x="571" y="5942"/>
                          <a:pt x="1502" y="6031"/>
                        </a:cubicBezTo>
                        <a:cubicBezTo>
                          <a:pt x="2433" y="6120"/>
                          <a:pt x="3807" y="5942"/>
                          <a:pt x="4915" y="5854"/>
                        </a:cubicBezTo>
                        <a:cubicBezTo>
                          <a:pt x="7664" y="5455"/>
                          <a:pt x="10590" y="5100"/>
                          <a:pt x="13205" y="4657"/>
                        </a:cubicBezTo>
                        <a:cubicBezTo>
                          <a:pt x="14314" y="4435"/>
                          <a:pt x="15333" y="4347"/>
                          <a:pt x="16220" y="3992"/>
                        </a:cubicBezTo>
                        <a:cubicBezTo>
                          <a:pt x="19899" y="2573"/>
                          <a:pt x="20077" y="-87"/>
                          <a:pt x="14491" y="2"/>
                        </a:cubicBezTo>
                        <a:cubicBezTo>
                          <a:pt x="10102" y="179"/>
                          <a:pt x="5048" y="1908"/>
                          <a:pt x="1679" y="372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04" name="Forme libre : forme 22103">
                    <a:extLst>
                      <a:ext uri="{FF2B5EF4-FFF2-40B4-BE49-F238E27FC236}">
                        <a16:creationId xmlns:a16="http://schemas.microsoft.com/office/drawing/2014/main" id="{C578F852-E92B-476C-93C6-C109B218777C}"/>
                      </a:ext>
                    </a:extLst>
                  </p:cNvPr>
                  <p:cNvSpPr/>
                  <p:nvPr/>
                </p:nvSpPr>
                <p:spPr>
                  <a:xfrm>
                    <a:off x="5886935" y="1336755"/>
                    <a:ext cx="27795" cy="2925"/>
                  </a:xfrm>
                  <a:custGeom>
                    <a:avLst/>
                    <a:gdLst>
                      <a:gd name="connsiteX0" fmla="*/ 27795 w 27795"/>
                      <a:gd name="connsiteY0" fmla="*/ 0 h 2925"/>
                      <a:gd name="connsiteX1" fmla="*/ 14541 w 27795"/>
                      <a:gd name="connsiteY1" fmla="*/ 2305 h 2925"/>
                      <a:gd name="connsiteX2" fmla="*/ 0 w 27795"/>
                      <a:gd name="connsiteY2" fmla="*/ 2926 h 2925"/>
                      <a:gd name="connsiteX3" fmla="*/ 27795 w 27795"/>
                      <a:gd name="connsiteY3" fmla="*/ 0 h 2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795" h="2925">
                        <a:moveTo>
                          <a:pt x="27795" y="0"/>
                        </a:moveTo>
                        <a:cubicBezTo>
                          <a:pt x="24471" y="1729"/>
                          <a:pt x="19639" y="2039"/>
                          <a:pt x="14541" y="2305"/>
                        </a:cubicBezTo>
                        <a:cubicBezTo>
                          <a:pt x="9443" y="2527"/>
                          <a:pt x="4079" y="2660"/>
                          <a:pt x="0" y="2926"/>
                        </a:cubicBezTo>
                        <a:cubicBezTo>
                          <a:pt x="8866" y="2305"/>
                          <a:pt x="19373" y="488"/>
                          <a:pt x="2779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05" name="Forme libre : forme 22104">
                    <a:extLst>
                      <a:ext uri="{FF2B5EF4-FFF2-40B4-BE49-F238E27FC236}">
                        <a16:creationId xmlns:a16="http://schemas.microsoft.com/office/drawing/2014/main" id="{CA73FF54-989C-42B7-882C-9DC666CC9609}"/>
                      </a:ext>
                    </a:extLst>
                  </p:cNvPr>
                  <p:cNvSpPr/>
                  <p:nvPr/>
                </p:nvSpPr>
                <p:spPr>
                  <a:xfrm>
                    <a:off x="5827310" y="1303418"/>
                    <a:ext cx="32184" cy="16092"/>
                  </a:xfrm>
                  <a:custGeom>
                    <a:avLst/>
                    <a:gdLst>
                      <a:gd name="connsiteX0" fmla="*/ 32184 w 32184"/>
                      <a:gd name="connsiteY0" fmla="*/ 0 h 16092"/>
                      <a:gd name="connsiteX1" fmla="*/ 0 w 32184"/>
                      <a:gd name="connsiteY1" fmla="*/ 16092 h 16092"/>
                      <a:gd name="connsiteX2" fmla="*/ 32184 w 32184"/>
                      <a:gd name="connsiteY2" fmla="*/ 0 h 16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184" h="16092">
                        <a:moveTo>
                          <a:pt x="32184" y="0"/>
                        </a:moveTo>
                        <a:cubicBezTo>
                          <a:pt x="18087" y="842"/>
                          <a:pt x="6517" y="8379"/>
                          <a:pt x="0" y="16092"/>
                        </a:cubicBezTo>
                        <a:cubicBezTo>
                          <a:pt x="5719" y="8423"/>
                          <a:pt x="20304" y="2039"/>
                          <a:pt x="321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06" name="Forme libre : forme 22105">
                    <a:extLst>
                      <a:ext uri="{FF2B5EF4-FFF2-40B4-BE49-F238E27FC236}">
                        <a16:creationId xmlns:a16="http://schemas.microsoft.com/office/drawing/2014/main" id="{04574378-124F-4BE1-BCD7-37A46A9976B6}"/>
                      </a:ext>
                    </a:extLst>
                  </p:cNvPr>
                  <p:cNvSpPr/>
                  <p:nvPr/>
                </p:nvSpPr>
                <p:spPr>
                  <a:xfrm>
                    <a:off x="5876819" y="1317498"/>
                    <a:ext cx="16195" cy="6125"/>
                  </a:xfrm>
                  <a:custGeom>
                    <a:avLst/>
                    <a:gdLst>
                      <a:gd name="connsiteX0" fmla="*/ 15967 w 16195"/>
                      <a:gd name="connsiteY0" fmla="*/ 5737 h 6125"/>
                      <a:gd name="connsiteX1" fmla="*/ 6303 w 16195"/>
                      <a:gd name="connsiteY1" fmla="*/ 4362 h 6125"/>
                      <a:gd name="connsiteX2" fmla="*/ 230 w 16195"/>
                      <a:gd name="connsiteY2" fmla="*/ 639 h 6125"/>
                      <a:gd name="connsiteX3" fmla="*/ 9539 w 16195"/>
                      <a:gd name="connsiteY3" fmla="*/ 1525 h 6125"/>
                      <a:gd name="connsiteX4" fmla="*/ 15967 w 16195"/>
                      <a:gd name="connsiteY4" fmla="*/ 5737 h 6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95" h="6125">
                        <a:moveTo>
                          <a:pt x="15967" y="5737"/>
                        </a:moveTo>
                        <a:cubicBezTo>
                          <a:pt x="14504" y="6978"/>
                          <a:pt x="8298" y="4894"/>
                          <a:pt x="6303" y="4362"/>
                        </a:cubicBezTo>
                        <a:cubicBezTo>
                          <a:pt x="4352" y="3786"/>
                          <a:pt x="-1189" y="2146"/>
                          <a:pt x="230" y="639"/>
                        </a:cubicBezTo>
                        <a:cubicBezTo>
                          <a:pt x="1693" y="-957"/>
                          <a:pt x="7721" y="860"/>
                          <a:pt x="9539" y="1525"/>
                        </a:cubicBezTo>
                        <a:cubicBezTo>
                          <a:pt x="11445" y="2057"/>
                          <a:pt x="17430" y="4451"/>
                          <a:pt x="15967" y="573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07" name="Forme libre : forme 22106">
                    <a:extLst>
                      <a:ext uri="{FF2B5EF4-FFF2-40B4-BE49-F238E27FC236}">
                        <a16:creationId xmlns:a16="http://schemas.microsoft.com/office/drawing/2014/main" id="{627506CB-1725-4FD4-B3D9-EFC3B72B93FA}"/>
                      </a:ext>
                    </a:extLst>
                  </p:cNvPr>
                  <p:cNvSpPr/>
                  <p:nvPr/>
                </p:nvSpPr>
                <p:spPr>
                  <a:xfrm>
                    <a:off x="5890791" y="1321860"/>
                    <a:ext cx="4567" cy="2046"/>
                  </a:xfrm>
                  <a:custGeom>
                    <a:avLst/>
                    <a:gdLst>
                      <a:gd name="connsiteX0" fmla="*/ 4567 w 4567"/>
                      <a:gd name="connsiteY0" fmla="*/ 1640 h 2046"/>
                      <a:gd name="connsiteX1" fmla="*/ 2262 w 4567"/>
                      <a:gd name="connsiteY1" fmla="*/ 1818 h 2046"/>
                      <a:gd name="connsiteX2" fmla="*/ 1 w 4567"/>
                      <a:gd name="connsiteY2" fmla="*/ 443 h 2046"/>
                      <a:gd name="connsiteX3" fmla="*/ 2262 w 4567"/>
                      <a:gd name="connsiteY3" fmla="*/ 222 h 2046"/>
                      <a:gd name="connsiteX4" fmla="*/ 4567 w 4567"/>
                      <a:gd name="connsiteY4" fmla="*/ 1640 h 20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67" h="2046">
                        <a:moveTo>
                          <a:pt x="4567" y="1640"/>
                        </a:moveTo>
                        <a:cubicBezTo>
                          <a:pt x="4567" y="2305"/>
                          <a:pt x="3016" y="1995"/>
                          <a:pt x="2262" y="1818"/>
                        </a:cubicBezTo>
                        <a:cubicBezTo>
                          <a:pt x="1508" y="1596"/>
                          <a:pt x="-43" y="1153"/>
                          <a:pt x="1" y="443"/>
                        </a:cubicBezTo>
                        <a:cubicBezTo>
                          <a:pt x="1" y="-222"/>
                          <a:pt x="1464" y="0"/>
                          <a:pt x="2262" y="222"/>
                        </a:cubicBezTo>
                        <a:cubicBezTo>
                          <a:pt x="3016" y="443"/>
                          <a:pt x="4611" y="975"/>
                          <a:pt x="4567" y="16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108" name="Forme libre : forme 22107">
                    <a:extLst>
                      <a:ext uri="{FF2B5EF4-FFF2-40B4-BE49-F238E27FC236}">
                        <a16:creationId xmlns:a16="http://schemas.microsoft.com/office/drawing/2014/main" id="{202A5491-2090-46B8-A4C9-86A81B812323}"/>
                      </a:ext>
                    </a:extLst>
                  </p:cNvPr>
                  <p:cNvSpPr/>
                  <p:nvPr/>
                </p:nvSpPr>
                <p:spPr>
                  <a:xfrm>
                    <a:off x="5877900" y="1307181"/>
                    <a:ext cx="37245" cy="26415"/>
                  </a:xfrm>
                  <a:custGeom>
                    <a:avLst/>
                    <a:gdLst>
                      <a:gd name="connsiteX0" fmla="*/ 30934 w 37245"/>
                      <a:gd name="connsiteY0" fmla="*/ 14059 h 26415"/>
                      <a:gd name="connsiteX1" fmla="*/ 37229 w 37245"/>
                      <a:gd name="connsiteY1" fmla="*/ 24964 h 26415"/>
                      <a:gd name="connsiteX2" fmla="*/ 33461 w 37245"/>
                      <a:gd name="connsiteY2" fmla="*/ 25895 h 26415"/>
                      <a:gd name="connsiteX3" fmla="*/ 29826 w 37245"/>
                      <a:gd name="connsiteY3" fmla="*/ 22349 h 26415"/>
                      <a:gd name="connsiteX4" fmla="*/ 17945 w 37245"/>
                      <a:gd name="connsiteY4" fmla="*/ 11577 h 26415"/>
                      <a:gd name="connsiteX5" fmla="*/ 6818 w 37245"/>
                      <a:gd name="connsiteY5" fmla="*/ 6434 h 26415"/>
                      <a:gd name="connsiteX6" fmla="*/ 523 w 37245"/>
                      <a:gd name="connsiteY6" fmla="*/ 1114 h 26415"/>
                      <a:gd name="connsiteX7" fmla="*/ 11695 w 37245"/>
                      <a:gd name="connsiteY7" fmla="*/ 981 h 26415"/>
                      <a:gd name="connsiteX8" fmla="*/ 22999 w 37245"/>
                      <a:gd name="connsiteY8" fmla="*/ 5725 h 26415"/>
                      <a:gd name="connsiteX9" fmla="*/ 30934 w 37245"/>
                      <a:gd name="connsiteY9" fmla="*/ 14059 h 26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245" h="26415">
                        <a:moveTo>
                          <a:pt x="30934" y="14059"/>
                        </a:moveTo>
                        <a:cubicBezTo>
                          <a:pt x="34392" y="17916"/>
                          <a:pt x="36653" y="20930"/>
                          <a:pt x="37229" y="24964"/>
                        </a:cubicBezTo>
                        <a:cubicBezTo>
                          <a:pt x="37451" y="26427"/>
                          <a:pt x="35279" y="26871"/>
                          <a:pt x="33461" y="25895"/>
                        </a:cubicBezTo>
                        <a:cubicBezTo>
                          <a:pt x="31555" y="25009"/>
                          <a:pt x="30801" y="23635"/>
                          <a:pt x="29826" y="22349"/>
                        </a:cubicBezTo>
                        <a:cubicBezTo>
                          <a:pt x="26856" y="18182"/>
                          <a:pt x="22822" y="14813"/>
                          <a:pt x="17945" y="11577"/>
                        </a:cubicBezTo>
                        <a:cubicBezTo>
                          <a:pt x="16438" y="10468"/>
                          <a:pt x="11251" y="8385"/>
                          <a:pt x="6818" y="6434"/>
                        </a:cubicBezTo>
                        <a:cubicBezTo>
                          <a:pt x="2385" y="4528"/>
                          <a:pt x="-1427" y="2666"/>
                          <a:pt x="523" y="1114"/>
                        </a:cubicBezTo>
                        <a:cubicBezTo>
                          <a:pt x="2474" y="-481"/>
                          <a:pt x="7084" y="-216"/>
                          <a:pt x="11695" y="981"/>
                        </a:cubicBezTo>
                        <a:cubicBezTo>
                          <a:pt x="16305" y="2134"/>
                          <a:pt x="20871" y="4351"/>
                          <a:pt x="22999" y="5725"/>
                        </a:cubicBezTo>
                        <a:cubicBezTo>
                          <a:pt x="27255" y="8606"/>
                          <a:pt x="28275" y="11222"/>
                          <a:pt x="30934" y="1405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20" name="Graphique 2">
                  <a:extLst>
                    <a:ext uri="{FF2B5EF4-FFF2-40B4-BE49-F238E27FC236}">
                      <a16:creationId xmlns:a16="http://schemas.microsoft.com/office/drawing/2014/main" id="{230EE967-9B9C-45E8-9EB8-23B3D113988A}"/>
                    </a:ext>
                  </a:extLst>
                </p:cNvPr>
                <p:cNvGrpSpPr/>
                <p:nvPr/>
              </p:nvGrpSpPr>
              <p:grpSpPr>
                <a:xfrm>
                  <a:off x="5916132" y="1332934"/>
                  <a:ext cx="78190" cy="59698"/>
                  <a:chOff x="5916132" y="1332934"/>
                  <a:chExt cx="78190" cy="59698"/>
                </a:xfrm>
                <a:solidFill>
                  <a:schemeClr val="accent1"/>
                </a:solidFill>
              </p:grpSpPr>
              <p:sp>
                <p:nvSpPr>
                  <p:cNvPr id="22085" name="Forme libre : forme 22084">
                    <a:extLst>
                      <a:ext uri="{FF2B5EF4-FFF2-40B4-BE49-F238E27FC236}">
                        <a16:creationId xmlns:a16="http://schemas.microsoft.com/office/drawing/2014/main" id="{01F1C1C8-FA89-4AA6-BA1C-1CE4055B2E1A}"/>
                      </a:ext>
                    </a:extLst>
                  </p:cNvPr>
                  <p:cNvSpPr/>
                  <p:nvPr/>
                </p:nvSpPr>
                <p:spPr>
                  <a:xfrm>
                    <a:off x="5916132" y="1332934"/>
                    <a:ext cx="78190" cy="59698"/>
                  </a:xfrm>
                  <a:custGeom>
                    <a:avLst/>
                    <a:gdLst>
                      <a:gd name="connsiteX0" fmla="*/ 52727 w 78190"/>
                      <a:gd name="connsiteY0" fmla="*/ 58969 h 59698"/>
                      <a:gd name="connsiteX1" fmla="*/ 40270 w 78190"/>
                      <a:gd name="connsiteY1" fmla="*/ 59368 h 59698"/>
                      <a:gd name="connsiteX2" fmla="*/ 32911 w 78190"/>
                      <a:gd name="connsiteY2" fmla="*/ 57727 h 59698"/>
                      <a:gd name="connsiteX3" fmla="*/ 26039 w 78190"/>
                      <a:gd name="connsiteY3" fmla="*/ 54757 h 59698"/>
                      <a:gd name="connsiteX4" fmla="*/ 8573 w 78190"/>
                      <a:gd name="connsiteY4" fmla="*/ 39951 h 59698"/>
                      <a:gd name="connsiteX5" fmla="*/ 150 w 78190"/>
                      <a:gd name="connsiteY5" fmla="*/ 20622 h 59698"/>
                      <a:gd name="connsiteX6" fmla="*/ 194 w 78190"/>
                      <a:gd name="connsiteY6" fmla="*/ 17165 h 59698"/>
                      <a:gd name="connsiteX7" fmla="*/ 815 w 78190"/>
                      <a:gd name="connsiteY7" fmla="*/ 14416 h 59698"/>
                      <a:gd name="connsiteX8" fmla="*/ 1037 w 78190"/>
                      <a:gd name="connsiteY8" fmla="*/ 11136 h 59698"/>
                      <a:gd name="connsiteX9" fmla="*/ 948 w 78190"/>
                      <a:gd name="connsiteY9" fmla="*/ 7456 h 59698"/>
                      <a:gd name="connsiteX10" fmla="*/ 7686 w 78190"/>
                      <a:gd name="connsiteY10" fmla="*/ 8 h 59698"/>
                      <a:gd name="connsiteX11" fmla="*/ 16508 w 78190"/>
                      <a:gd name="connsiteY11" fmla="*/ 2358 h 59698"/>
                      <a:gd name="connsiteX12" fmla="*/ 20941 w 78190"/>
                      <a:gd name="connsiteY12" fmla="*/ 5328 h 59698"/>
                      <a:gd name="connsiteX13" fmla="*/ 24133 w 78190"/>
                      <a:gd name="connsiteY13" fmla="*/ 7500 h 59698"/>
                      <a:gd name="connsiteX14" fmla="*/ 35615 w 78190"/>
                      <a:gd name="connsiteY14" fmla="*/ 17519 h 59698"/>
                      <a:gd name="connsiteX15" fmla="*/ 42619 w 78190"/>
                      <a:gd name="connsiteY15" fmla="*/ 23105 h 59698"/>
                      <a:gd name="connsiteX16" fmla="*/ 46786 w 78190"/>
                      <a:gd name="connsiteY16" fmla="*/ 24346 h 59698"/>
                      <a:gd name="connsiteX17" fmla="*/ 56495 w 78190"/>
                      <a:gd name="connsiteY17" fmla="*/ 23992 h 59698"/>
                      <a:gd name="connsiteX18" fmla="*/ 70991 w 78190"/>
                      <a:gd name="connsiteY18" fmla="*/ 23726 h 59698"/>
                      <a:gd name="connsiteX19" fmla="*/ 78173 w 78190"/>
                      <a:gd name="connsiteY19" fmla="*/ 30420 h 59698"/>
                      <a:gd name="connsiteX20" fmla="*/ 73518 w 78190"/>
                      <a:gd name="connsiteY20" fmla="*/ 45182 h 59698"/>
                      <a:gd name="connsiteX21" fmla="*/ 66469 w 78190"/>
                      <a:gd name="connsiteY21" fmla="*/ 52762 h 59698"/>
                      <a:gd name="connsiteX22" fmla="*/ 52727 w 78190"/>
                      <a:gd name="connsiteY22" fmla="*/ 58969 h 59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78190" h="59698">
                        <a:moveTo>
                          <a:pt x="52727" y="58969"/>
                        </a:moveTo>
                        <a:cubicBezTo>
                          <a:pt x="49579" y="59589"/>
                          <a:pt x="45146" y="60033"/>
                          <a:pt x="40270" y="59368"/>
                        </a:cubicBezTo>
                        <a:cubicBezTo>
                          <a:pt x="37831" y="59102"/>
                          <a:pt x="35393" y="58437"/>
                          <a:pt x="32911" y="57727"/>
                        </a:cubicBezTo>
                        <a:cubicBezTo>
                          <a:pt x="30605" y="56841"/>
                          <a:pt x="28079" y="55954"/>
                          <a:pt x="26039" y="54757"/>
                        </a:cubicBezTo>
                        <a:cubicBezTo>
                          <a:pt x="17306" y="50147"/>
                          <a:pt x="11676" y="43896"/>
                          <a:pt x="8573" y="39951"/>
                        </a:cubicBezTo>
                        <a:cubicBezTo>
                          <a:pt x="2810" y="32459"/>
                          <a:pt x="771" y="26075"/>
                          <a:pt x="150" y="20622"/>
                        </a:cubicBezTo>
                        <a:cubicBezTo>
                          <a:pt x="61" y="19425"/>
                          <a:pt x="-160" y="17697"/>
                          <a:pt x="194" y="17165"/>
                        </a:cubicBezTo>
                        <a:cubicBezTo>
                          <a:pt x="505" y="16367"/>
                          <a:pt x="726" y="15436"/>
                          <a:pt x="815" y="14416"/>
                        </a:cubicBezTo>
                        <a:cubicBezTo>
                          <a:pt x="992" y="13397"/>
                          <a:pt x="1037" y="12288"/>
                          <a:pt x="1037" y="11136"/>
                        </a:cubicBezTo>
                        <a:cubicBezTo>
                          <a:pt x="1081" y="9939"/>
                          <a:pt x="1037" y="8742"/>
                          <a:pt x="948" y="7456"/>
                        </a:cubicBezTo>
                        <a:cubicBezTo>
                          <a:pt x="726" y="3954"/>
                          <a:pt x="3652" y="-213"/>
                          <a:pt x="7686" y="8"/>
                        </a:cubicBezTo>
                        <a:cubicBezTo>
                          <a:pt x="10568" y="186"/>
                          <a:pt x="13494" y="851"/>
                          <a:pt x="16508" y="2358"/>
                        </a:cubicBezTo>
                        <a:cubicBezTo>
                          <a:pt x="18015" y="3023"/>
                          <a:pt x="19523" y="4264"/>
                          <a:pt x="20941" y="5328"/>
                        </a:cubicBezTo>
                        <a:cubicBezTo>
                          <a:pt x="22050" y="6038"/>
                          <a:pt x="23114" y="6791"/>
                          <a:pt x="24133" y="7500"/>
                        </a:cubicBezTo>
                        <a:cubicBezTo>
                          <a:pt x="28256" y="10471"/>
                          <a:pt x="31935" y="13840"/>
                          <a:pt x="35615" y="17519"/>
                        </a:cubicBezTo>
                        <a:cubicBezTo>
                          <a:pt x="37521" y="19514"/>
                          <a:pt x="40447" y="21997"/>
                          <a:pt x="42619" y="23105"/>
                        </a:cubicBezTo>
                        <a:cubicBezTo>
                          <a:pt x="44836" y="24258"/>
                          <a:pt x="45811" y="24346"/>
                          <a:pt x="46786" y="24346"/>
                        </a:cubicBezTo>
                        <a:cubicBezTo>
                          <a:pt x="48648" y="24479"/>
                          <a:pt x="52062" y="24391"/>
                          <a:pt x="56495" y="23992"/>
                        </a:cubicBezTo>
                        <a:cubicBezTo>
                          <a:pt x="60839" y="23637"/>
                          <a:pt x="65760" y="23504"/>
                          <a:pt x="70991" y="23726"/>
                        </a:cubicBezTo>
                        <a:cubicBezTo>
                          <a:pt x="74626" y="23859"/>
                          <a:pt x="78483" y="26962"/>
                          <a:pt x="78173" y="30420"/>
                        </a:cubicBezTo>
                        <a:cubicBezTo>
                          <a:pt x="77685" y="35429"/>
                          <a:pt x="76665" y="40172"/>
                          <a:pt x="73518" y="45182"/>
                        </a:cubicBezTo>
                        <a:cubicBezTo>
                          <a:pt x="71878" y="47664"/>
                          <a:pt x="69750" y="50236"/>
                          <a:pt x="66469" y="52762"/>
                        </a:cubicBezTo>
                        <a:cubicBezTo>
                          <a:pt x="63189" y="55289"/>
                          <a:pt x="58623" y="57727"/>
                          <a:pt x="52727" y="5896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86" name="Forme libre : forme 22085">
                    <a:extLst>
                      <a:ext uri="{FF2B5EF4-FFF2-40B4-BE49-F238E27FC236}">
                        <a16:creationId xmlns:a16="http://schemas.microsoft.com/office/drawing/2014/main" id="{C8B825BA-DB61-4EC5-BCA2-536029D9C644}"/>
                      </a:ext>
                    </a:extLst>
                  </p:cNvPr>
                  <p:cNvSpPr/>
                  <p:nvPr/>
                </p:nvSpPr>
                <p:spPr>
                  <a:xfrm>
                    <a:off x="5916193" y="1336090"/>
                    <a:ext cx="77978" cy="56441"/>
                  </a:xfrm>
                  <a:custGeom>
                    <a:avLst/>
                    <a:gdLst>
                      <a:gd name="connsiteX0" fmla="*/ 21767 w 77978"/>
                      <a:gd name="connsiteY0" fmla="*/ 32583 h 56441"/>
                      <a:gd name="connsiteX1" fmla="*/ 9177 w 77978"/>
                      <a:gd name="connsiteY1" fmla="*/ 15870 h 56441"/>
                      <a:gd name="connsiteX2" fmla="*/ 7226 w 77978"/>
                      <a:gd name="connsiteY2" fmla="*/ 11393 h 56441"/>
                      <a:gd name="connsiteX3" fmla="*/ 5719 w 77978"/>
                      <a:gd name="connsiteY3" fmla="*/ 7581 h 56441"/>
                      <a:gd name="connsiteX4" fmla="*/ 2084 w 77978"/>
                      <a:gd name="connsiteY4" fmla="*/ 0 h 56441"/>
                      <a:gd name="connsiteX5" fmla="*/ 887 w 77978"/>
                      <a:gd name="connsiteY5" fmla="*/ 4300 h 56441"/>
                      <a:gd name="connsiteX6" fmla="*/ 975 w 77978"/>
                      <a:gd name="connsiteY6" fmla="*/ 9265 h 56441"/>
                      <a:gd name="connsiteX7" fmla="*/ 665 w 77978"/>
                      <a:gd name="connsiteY7" fmla="*/ 12368 h 56441"/>
                      <a:gd name="connsiteX8" fmla="*/ 0 w 77978"/>
                      <a:gd name="connsiteY8" fmla="*/ 14984 h 56441"/>
                      <a:gd name="connsiteX9" fmla="*/ 1374 w 77978"/>
                      <a:gd name="connsiteY9" fmla="*/ 23451 h 56441"/>
                      <a:gd name="connsiteX10" fmla="*/ 8511 w 77978"/>
                      <a:gd name="connsiteY10" fmla="*/ 36750 h 56441"/>
                      <a:gd name="connsiteX11" fmla="*/ 13033 w 77978"/>
                      <a:gd name="connsiteY11" fmla="*/ 41848 h 56441"/>
                      <a:gd name="connsiteX12" fmla="*/ 28283 w 77978"/>
                      <a:gd name="connsiteY12" fmla="*/ 52709 h 56441"/>
                      <a:gd name="connsiteX13" fmla="*/ 48454 w 77978"/>
                      <a:gd name="connsiteY13" fmla="*/ 56256 h 56441"/>
                      <a:gd name="connsiteX14" fmla="*/ 52532 w 77978"/>
                      <a:gd name="connsiteY14" fmla="*/ 55724 h 56441"/>
                      <a:gd name="connsiteX15" fmla="*/ 69821 w 77978"/>
                      <a:gd name="connsiteY15" fmla="*/ 46414 h 56441"/>
                      <a:gd name="connsiteX16" fmla="*/ 77313 w 77978"/>
                      <a:gd name="connsiteY16" fmla="*/ 31963 h 56441"/>
                      <a:gd name="connsiteX17" fmla="*/ 77978 w 77978"/>
                      <a:gd name="connsiteY17" fmla="*/ 27264 h 56441"/>
                      <a:gd name="connsiteX18" fmla="*/ 77978 w 77978"/>
                      <a:gd name="connsiteY18" fmla="*/ 27086 h 56441"/>
                      <a:gd name="connsiteX19" fmla="*/ 66275 w 77978"/>
                      <a:gd name="connsiteY19" fmla="*/ 35952 h 56441"/>
                      <a:gd name="connsiteX20" fmla="*/ 51734 w 77978"/>
                      <a:gd name="connsiteY20" fmla="*/ 42513 h 56441"/>
                      <a:gd name="connsiteX21" fmla="*/ 35110 w 77978"/>
                      <a:gd name="connsiteY21" fmla="*/ 41095 h 56441"/>
                      <a:gd name="connsiteX22" fmla="*/ 21767 w 77978"/>
                      <a:gd name="connsiteY22" fmla="*/ 32583 h 56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77978" h="56441">
                        <a:moveTo>
                          <a:pt x="21767" y="32583"/>
                        </a:moveTo>
                        <a:cubicBezTo>
                          <a:pt x="16358" y="27840"/>
                          <a:pt x="12102" y="21855"/>
                          <a:pt x="9177" y="15870"/>
                        </a:cubicBezTo>
                        <a:cubicBezTo>
                          <a:pt x="8467" y="14363"/>
                          <a:pt x="7802" y="12856"/>
                          <a:pt x="7226" y="11393"/>
                        </a:cubicBezTo>
                        <a:cubicBezTo>
                          <a:pt x="6605" y="9886"/>
                          <a:pt x="6384" y="8866"/>
                          <a:pt x="5719" y="7581"/>
                        </a:cubicBezTo>
                        <a:cubicBezTo>
                          <a:pt x="4699" y="5054"/>
                          <a:pt x="3236" y="2616"/>
                          <a:pt x="2084" y="0"/>
                        </a:cubicBezTo>
                        <a:cubicBezTo>
                          <a:pt x="1241" y="1330"/>
                          <a:pt x="798" y="2837"/>
                          <a:pt x="887" y="4300"/>
                        </a:cubicBezTo>
                        <a:cubicBezTo>
                          <a:pt x="1064" y="6029"/>
                          <a:pt x="1020" y="7758"/>
                          <a:pt x="975" y="9265"/>
                        </a:cubicBezTo>
                        <a:cubicBezTo>
                          <a:pt x="975" y="10373"/>
                          <a:pt x="754" y="11437"/>
                          <a:pt x="665" y="12368"/>
                        </a:cubicBezTo>
                        <a:cubicBezTo>
                          <a:pt x="488" y="13388"/>
                          <a:pt x="44" y="14008"/>
                          <a:pt x="0" y="14984"/>
                        </a:cubicBezTo>
                        <a:cubicBezTo>
                          <a:pt x="44" y="17555"/>
                          <a:pt x="488" y="20392"/>
                          <a:pt x="1374" y="23451"/>
                        </a:cubicBezTo>
                        <a:cubicBezTo>
                          <a:pt x="2616" y="27441"/>
                          <a:pt x="4743" y="31874"/>
                          <a:pt x="8511" y="36750"/>
                        </a:cubicBezTo>
                        <a:cubicBezTo>
                          <a:pt x="9708" y="38213"/>
                          <a:pt x="11127" y="39986"/>
                          <a:pt x="13033" y="41848"/>
                        </a:cubicBezTo>
                        <a:cubicBezTo>
                          <a:pt x="16624" y="45483"/>
                          <a:pt x="21722" y="49695"/>
                          <a:pt x="28283" y="52709"/>
                        </a:cubicBezTo>
                        <a:cubicBezTo>
                          <a:pt x="34755" y="55813"/>
                          <a:pt x="42735" y="56921"/>
                          <a:pt x="48454" y="56256"/>
                        </a:cubicBezTo>
                        <a:cubicBezTo>
                          <a:pt x="49961" y="56123"/>
                          <a:pt x="51380" y="55990"/>
                          <a:pt x="52532" y="55724"/>
                        </a:cubicBezTo>
                        <a:cubicBezTo>
                          <a:pt x="60955" y="53951"/>
                          <a:pt x="66408" y="49961"/>
                          <a:pt x="69821" y="46414"/>
                        </a:cubicBezTo>
                        <a:cubicBezTo>
                          <a:pt x="74476" y="41405"/>
                          <a:pt x="76205" y="36662"/>
                          <a:pt x="77313" y="31963"/>
                        </a:cubicBezTo>
                        <a:cubicBezTo>
                          <a:pt x="77624" y="30411"/>
                          <a:pt x="77845" y="28859"/>
                          <a:pt x="77978" y="27264"/>
                        </a:cubicBezTo>
                        <a:lnTo>
                          <a:pt x="77978" y="27086"/>
                        </a:lnTo>
                        <a:cubicBezTo>
                          <a:pt x="74254" y="30012"/>
                          <a:pt x="70486" y="33071"/>
                          <a:pt x="66275" y="35952"/>
                        </a:cubicBezTo>
                        <a:cubicBezTo>
                          <a:pt x="62063" y="38745"/>
                          <a:pt x="57231" y="41405"/>
                          <a:pt x="51734" y="42513"/>
                        </a:cubicBezTo>
                        <a:cubicBezTo>
                          <a:pt x="46282" y="43666"/>
                          <a:pt x="40297" y="43178"/>
                          <a:pt x="35110" y="41095"/>
                        </a:cubicBezTo>
                        <a:cubicBezTo>
                          <a:pt x="30012" y="39100"/>
                          <a:pt x="25579" y="35952"/>
                          <a:pt x="21767" y="3258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87" name="Forme libre : forme 22086">
                    <a:extLst>
                      <a:ext uri="{FF2B5EF4-FFF2-40B4-BE49-F238E27FC236}">
                        <a16:creationId xmlns:a16="http://schemas.microsoft.com/office/drawing/2014/main" id="{1516EA93-39DF-4866-8E58-F66F6A478BDD}"/>
                      </a:ext>
                    </a:extLst>
                  </p:cNvPr>
                  <p:cNvSpPr/>
                  <p:nvPr/>
                </p:nvSpPr>
                <p:spPr>
                  <a:xfrm>
                    <a:off x="5937579" y="1361745"/>
                    <a:ext cx="40954" cy="19571"/>
                  </a:xfrm>
                  <a:custGeom>
                    <a:avLst/>
                    <a:gdLst>
                      <a:gd name="connsiteX0" fmla="*/ 40633 w 40954"/>
                      <a:gd name="connsiteY0" fmla="*/ 8835 h 19571"/>
                      <a:gd name="connsiteX1" fmla="*/ 33540 w 40954"/>
                      <a:gd name="connsiteY1" fmla="*/ 17257 h 19571"/>
                      <a:gd name="connsiteX2" fmla="*/ 24363 w 40954"/>
                      <a:gd name="connsiteY2" fmla="*/ 19563 h 19571"/>
                      <a:gd name="connsiteX3" fmla="*/ 20019 w 40954"/>
                      <a:gd name="connsiteY3" fmla="*/ 19385 h 19571"/>
                      <a:gd name="connsiteX4" fmla="*/ 16694 w 40954"/>
                      <a:gd name="connsiteY4" fmla="*/ 18720 h 19571"/>
                      <a:gd name="connsiteX5" fmla="*/ 3838 w 40954"/>
                      <a:gd name="connsiteY5" fmla="*/ 10563 h 19571"/>
                      <a:gd name="connsiteX6" fmla="*/ 824 w 40954"/>
                      <a:gd name="connsiteY6" fmla="*/ 678 h 19571"/>
                      <a:gd name="connsiteX7" fmla="*/ 9911 w 40954"/>
                      <a:gd name="connsiteY7" fmla="*/ 2983 h 19571"/>
                      <a:gd name="connsiteX8" fmla="*/ 19664 w 40954"/>
                      <a:gd name="connsiteY8" fmla="*/ 7549 h 19571"/>
                      <a:gd name="connsiteX9" fmla="*/ 30570 w 40954"/>
                      <a:gd name="connsiteY9" fmla="*/ 8524 h 19571"/>
                      <a:gd name="connsiteX10" fmla="*/ 40633 w 40954"/>
                      <a:gd name="connsiteY10" fmla="*/ 8835 h 19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0954" h="19571">
                        <a:moveTo>
                          <a:pt x="40633" y="8835"/>
                        </a:moveTo>
                        <a:cubicBezTo>
                          <a:pt x="41963" y="10696"/>
                          <a:pt x="39081" y="14642"/>
                          <a:pt x="33540" y="17257"/>
                        </a:cubicBezTo>
                        <a:cubicBezTo>
                          <a:pt x="30836" y="18676"/>
                          <a:pt x="27511" y="19297"/>
                          <a:pt x="24363" y="19563"/>
                        </a:cubicBezTo>
                        <a:cubicBezTo>
                          <a:pt x="22812" y="19607"/>
                          <a:pt x="21349" y="19474"/>
                          <a:pt x="20019" y="19385"/>
                        </a:cubicBezTo>
                        <a:cubicBezTo>
                          <a:pt x="18689" y="19252"/>
                          <a:pt x="17581" y="18898"/>
                          <a:pt x="16694" y="18720"/>
                        </a:cubicBezTo>
                        <a:cubicBezTo>
                          <a:pt x="13059" y="17878"/>
                          <a:pt x="7163" y="14642"/>
                          <a:pt x="3838" y="10563"/>
                        </a:cubicBezTo>
                        <a:cubicBezTo>
                          <a:pt x="380" y="6574"/>
                          <a:pt x="-1038" y="2407"/>
                          <a:pt x="824" y="678"/>
                        </a:cubicBezTo>
                        <a:cubicBezTo>
                          <a:pt x="2730" y="-1096"/>
                          <a:pt x="6232" y="944"/>
                          <a:pt x="9911" y="2983"/>
                        </a:cubicBezTo>
                        <a:cubicBezTo>
                          <a:pt x="13591" y="5155"/>
                          <a:pt x="17581" y="6928"/>
                          <a:pt x="19664" y="7549"/>
                        </a:cubicBezTo>
                        <a:cubicBezTo>
                          <a:pt x="21748" y="8391"/>
                          <a:pt x="26136" y="9101"/>
                          <a:pt x="30570" y="8524"/>
                        </a:cubicBezTo>
                        <a:cubicBezTo>
                          <a:pt x="34914" y="8170"/>
                          <a:pt x="39258" y="6884"/>
                          <a:pt x="40633" y="883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88" name="Forme libre : forme 22087">
                    <a:extLst>
                      <a:ext uri="{FF2B5EF4-FFF2-40B4-BE49-F238E27FC236}">
                        <a16:creationId xmlns:a16="http://schemas.microsoft.com/office/drawing/2014/main" id="{39A5DED5-E81C-477A-AD8D-B5C5E8FAF5D1}"/>
                      </a:ext>
                    </a:extLst>
                  </p:cNvPr>
                  <p:cNvSpPr/>
                  <p:nvPr/>
                </p:nvSpPr>
                <p:spPr>
                  <a:xfrm>
                    <a:off x="5937663" y="1361470"/>
                    <a:ext cx="28713" cy="19782"/>
                  </a:xfrm>
                  <a:custGeom>
                    <a:avLst/>
                    <a:gdLst>
                      <a:gd name="connsiteX0" fmla="*/ 10360 w 28713"/>
                      <a:gd name="connsiteY0" fmla="*/ 3791 h 19782"/>
                      <a:gd name="connsiteX1" fmla="*/ 519 w 28713"/>
                      <a:gd name="connsiteY1" fmla="*/ 820 h 19782"/>
                      <a:gd name="connsiteX2" fmla="*/ 3710 w 28713"/>
                      <a:gd name="connsiteY2" fmla="*/ 10839 h 19782"/>
                      <a:gd name="connsiteX3" fmla="*/ 16877 w 28713"/>
                      <a:gd name="connsiteY3" fmla="*/ 19085 h 19782"/>
                      <a:gd name="connsiteX4" fmla="*/ 28713 w 28713"/>
                      <a:gd name="connsiteY4" fmla="*/ 19040 h 19782"/>
                      <a:gd name="connsiteX5" fmla="*/ 22463 w 28713"/>
                      <a:gd name="connsiteY5" fmla="*/ 18907 h 19782"/>
                      <a:gd name="connsiteX6" fmla="*/ 11468 w 28713"/>
                      <a:gd name="connsiteY6" fmla="*/ 12080 h 19782"/>
                      <a:gd name="connsiteX7" fmla="*/ 10360 w 28713"/>
                      <a:gd name="connsiteY7" fmla="*/ 3791 h 19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713" h="19782">
                        <a:moveTo>
                          <a:pt x="10360" y="3791"/>
                        </a:moveTo>
                        <a:cubicBezTo>
                          <a:pt x="7700" y="3214"/>
                          <a:pt x="2292" y="-1972"/>
                          <a:pt x="519" y="820"/>
                        </a:cubicBezTo>
                        <a:cubicBezTo>
                          <a:pt x="-811" y="3081"/>
                          <a:pt x="474" y="7071"/>
                          <a:pt x="3710" y="10839"/>
                        </a:cubicBezTo>
                        <a:cubicBezTo>
                          <a:pt x="6858" y="14652"/>
                          <a:pt x="12266" y="17977"/>
                          <a:pt x="16877" y="19085"/>
                        </a:cubicBezTo>
                        <a:cubicBezTo>
                          <a:pt x="19492" y="20149"/>
                          <a:pt x="25876" y="19883"/>
                          <a:pt x="28713" y="19040"/>
                        </a:cubicBezTo>
                        <a:cubicBezTo>
                          <a:pt x="26984" y="19129"/>
                          <a:pt x="24058" y="19484"/>
                          <a:pt x="22463" y="18907"/>
                        </a:cubicBezTo>
                        <a:cubicBezTo>
                          <a:pt x="17896" y="17888"/>
                          <a:pt x="13641" y="15139"/>
                          <a:pt x="11468" y="12080"/>
                        </a:cubicBezTo>
                        <a:cubicBezTo>
                          <a:pt x="9207" y="9110"/>
                          <a:pt x="8764" y="6096"/>
                          <a:pt x="10360" y="379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89" name="Forme libre : forme 22088">
                    <a:extLst>
                      <a:ext uri="{FF2B5EF4-FFF2-40B4-BE49-F238E27FC236}">
                        <a16:creationId xmlns:a16="http://schemas.microsoft.com/office/drawing/2014/main" id="{C7CAB4BD-915A-4C21-9197-6508A117DCDF}"/>
                      </a:ext>
                    </a:extLst>
                  </p:cNvPr>
                  <p:cNvSpPr/>
                  <p:nvPr/>
                </p:nvSpPr>
                <p:spPr>
                  <a:xfrm>
                    <a:off x="5938229" y="1364257"/>
                    <a:ext cx="42764" cy="18544"/>
                  </a:xfrm>
                  <a:custGeom>
                    <a:avLst/>
                    <a:gdLst>
                      <a:gd name="connsiteX0" fmla="*/ 42643 w 42764"/>
                      <a:gd name="connsiteY0" fmla="*/ 6013 h 18544"/>
                      <a:gd name="connsiteX1" fmla="*/ 35329 w 42764"/>
                      <a:gd name="connsiteY1" fmla="*/ 15234 h 18544"/>
                      <a:gd name="connsiteX2" fmla="*/ 18306 w 42764"/>
                      <a:gd name="connsiteY2" fmla="*/ 18248 h 18544"/>
                      <a:gd name="connsiteX3" fmla="*/ 4208 w 42764"/>
                      <a:gd name="connsiteY3" fmla="*/ 10757 h 18544"/>
                      <a:gd name="connsiteX4" fmla="*/ 706 w 42764"/>
                      <a:gd name="connsiteY4" fmla="*/ 826 h 18544"/>
                      <a:gd name="connsiteX5" fmla="*/ 9971 w 42764"/>
                      <a:gd name="connsiteY5" fmla="*/ 2821 h 18544"/>
                      <a:gd name="connsiteX6" fmla="*/ 20345 w 42764"/>
                      <a:gd name="connsiteY6" fmla="*/ 6811 h 18544"/>
                      <a:gd name="connsiteX7" fmla="*/ 32491 w 42764"/>
                      <a:gd name="connsiteY7" fmla="*/ 6368 h 18544"/>
                      <a:gd name="connsiteX8" fmla="*/ 42643 w 42764"/>
                      <a:gd name="connsiteY8" fmla="*/ 6013 h 185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764" h="18544">
                        <a:moveTo>
                          <a:pt x="42643" y="6013"/>
                        </a:moveTo>
                        <a:cubicBezTo>
                          <a:pt x="43397" y="8274"/>
                          <a:pt x="40604" y="12264"/>
                          <a:pt x="35329" y="15234"/>
                        </a:cubicBezTo>
                        <a:cubicBezTo>
                          <a:pt x="30231" y="18426"/>
                          <a:pt x="22473" y="19002"/>
                          <a:pt x="18306" y="18248"/>
                        </a:cubicBezTo>
                        <a:cubicBezTo>
                          <a:pt x="14050" y="17716"/>
                          <a:pt x="7799" y="14702"/>
                          <a:pt x="4208" y="10757"/>
                        </a:cubicBezTo>
                        <a:cubicBezTo>
                          <a:pt x="529" y="6855"/>
                          <a:pt x="-1023" y="2777"/>
                          <a:pt x="706" y="826"/>
                        </a:cubicBezTo>
                        <a:cubicBezTo>
                          <a:pt x="2391" y="-1169"/>
                          <a:pt x="6070" y="826"/>
                          <a:pt x="9971" y="2821"/>
                        </a:cubicBezTo>
                        <a:cubicBezTo>
                          <a:pt x="13872" y="4905"/>
                          <a:pt x="18217" y="6456"/>
                          <a:pt x="20345" y="6811"/>
                        </a:cubicBezTo>
                        <a:cubicBezTo>
                          <a:pt x="22428" y="7210"/>
                          <a:pt x="27615" y="7698"/>
                          <a:pt x="32491" y="6368"/>
                        </a:cubicBezTo>
                        <a:cubicBezTo>
                          <a:pt x="37368" y="5348"/>
                          <a:pt x="41845" y="3619"/>
                          <a:pt x="42643" y="601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90" name="Forme libre : forme 22089">
                    <a:extLst>
                      <a:ext uri="{FF2B5EF4-FFF2-40B4-BE49-F238E27FC236}">
                        <a16:creationId xmlns:a16="http://schemas.microsoft.com/office/drawing/2014/main" id="{B64CDA28-F107-463A-B02C-CA03C15AB9D4}"/>
                      </a:ext>
                    </a:extLst>
                  </p:cNvPr>
                  <p:cNvSpPr/>
                  <p:nvPr/>
                </p:nvSpPr>
                <p:spPr>
                  <a:xfrm>
                    <a:off x="5924263" y="1343758"/>
                    <a:ext cx="46639" cy="44459"/>
                  </a:xfrm>
                  <a:custGeom>
                    <a:avLst/>
                    <a:gdLst>
                      <a:gd name="connsiteX0" fmla="*/ 1993 w 46639"/>
                      <a:gd name="connsiteY0" fmla="*/ 1819 h 44459"/>
                      <a:gd name="connsiteX1" fmla="*/ 87 w 46639"/>
                      <a:gd name="connsiteY1" fmla="*/ 9621 h 44459"/>
                      <a:gd name="connsiteX2" fmla="*/ 1860 w 46639"/>
                      <a:gd name="connsiteY2" fmla="*/ 20571 h 44459"/>
                      <a:gd name="connsiteX3" fmla="*/ 8421 w 46639"/>
                      <a:gd name="connsiteY3" fmla="*/ 32451 h 44459"/>
                      <a:gd name="connsiteX4" fmla="*/ 20745 w 46639"/>
                      <a:gd name="connsiteY4" fmla="*/ 41761 h 44459"/>
                      <a:gd name="connsiteX5" fmla="*/ 36438 w 46639"/>
                      <a:gd name="connsiteY5" fmla="*/ 44244 h 44459"/>
                      <a:gd name="connsiteX6" fmla="*/ 46058 w 46639"/>
                      <a:gd name="connsiteY6" fmla="*/ 36752 h 44459"/>
                      <a:gd name="connsiteX7" fmla="*/ 37547 w 46639"/>
                      <a:gd name="connsiteY7" fmla="*/ 35200 h 44459"/>
                      <a:gd name="connsiteX8" fmla="*/ 22208 w 46639"/>
                      <a:gd name="connsiteY8" fmla="*/ 22255 h 44459"/>
                      <a:gd name="connsiteX9" fmla="*/ 15292 w 46639"/>
                      <a:gd name="connsiteY9" fmla="*/ 5232 h 44459"/>
                      <a:gd name="connsiteX10" fmla="*/ 1993 w 46639"/>
                      <a:gd name="connsiteY10" fmla="*/ 1819 h 44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639" h="44459">
                        <a:moveTo>
                          <a:pt x="1993" y="1819"/>
                        </a:moveTo>
                        <a:cubicBezTo>
                          <a:pt x="87" y="4346"/>
                          <a:pt x="-179" y="5720"/>
                          <a:pt x="87" y="9621"/>
                        </a:cubicBezTo>
                        <a:cubicBezTo>
                          <a:pt x="353" y="13345"/>
                          <a:pt x="752" y="16847"/>
                          <a:pt x="1860" y="20571"/>
                        </a:cubicBezTo>
                        <a:cubicBezTo>
                          <a:pt x="2968" y="24250"/>
                          <a:pt x="4742" y="28151"/>
                          <a:pt x="8421" y="32451"/>
                        </a:cubicBezTo>
                        <a:cubicBezTo>
                          <a:pt x="11480" y="35998"/>
                          <a:pt x="15603" y="39456"/>
                          <a:pt x="20745" y="41761"/>
                        </a:cubicBezTo>
                        <a:cubicBezTo>
                          <a:pt x="25843" y="44022"/>
                          <a:pt x="31695" y="44908"/>
                          <a:pt x="36438" y="44244"/>
                        </a:cubicBezTo>
                        <a:cubicBezTo>
                          <a:pt x="43753" y="43179"/>
                          <a:pt x="48319" y="38968"/>
                          <a:pt x="46058" y="36752"/>
                        </a:cubicBezTo>
                        <a:cubicBezTo>
                          <a:pt x="44773" y="35422"/>
                          <a:pt x="40739" y="35954"/>
                          <a:pt x="37547" y="35200"/>
                        </a:cubicBezTo>
                        <a:cubicBezTo>
                          <a:pt x="30055" y="33116"/>
                          <a:pt x="24646" y="28462"/>
                          <a:pt x="22208" y="22255"/>
                        </a:cubicBezTo>
                        <a:cubicBezTo>
                          <a:pt x="20036" y="16936"/>
                          <a:pt x="20036" y="10729"/>
                          <a:pt x="15292" y="5232"/>
                        </a:cubicBezTo>
                        <a:cubicBezTo>
                          <a:pt x="11037" y="179"/>
                          <a:pt x="4653" y="-1728"/>
                          <a:pt x="1993" y="181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91" name="Forme libre : forme 22090">
                    <a:extLst>
                      <a:ext uri="{FF2B5EF4-FFF2-40B4-BE49-F238E27FC236}">
                        <a16:creationId xmlns:a16="http://schemas.microsoft.com/office/drawing/2014/main" id="{AED541E4-A676-422A-AC54-94C188D1A824}"/>
                      </a:ext>
                    </a:extLst>
                  </p:cNvPr>
                  <p:cNvSpPr/>
                  <p:nvPr/>
                </p:nvSpPr>
                <p:spPr>
                  <a:xfrm>
                    <a:off x="5935820" y="1351857"/>
                    <a:ext cx="13687" cy="11009"/>
                  </a:xfrm>
                  <a:custGeom>
                    <a:avLst/>
                    <a:gdLst>
                      <a:gd name="connsiteX0" fmla="*/ 2361 w 13687"/>
                      <a:gd name="connsiteY0" fmla="*/ 680 h 11009"/>
                      <a:gd name="connsiteX1" fmla="*/ 455 w 13687"/>
                      <a:gd name="connsiteY1" fmla="*/ 15 h 11009"/>
                      <a:gd name="connsiteX2" fmla="*/ 278 w 13687"/>
                      <a:gd name="connsiteY2" fmla="*/ 1700 h 11009"/>
                      <a:gd name="connsiteX3" fmla="*/ 2140 w 13687"/>
                      <a:gd name="connsiteY3" fmla="*/ 4315 h 11009"/>
                      <a:gd name="connsiteX4" fmla="*/ 7859 w 13687"/>
                      <a:gd name="connsiteY4" fmla="*/ 9502 h 11009"/>
                      <a:gd name="connsiteX5" fmla="*/ 10252 w 13687"/>
                      <a:gd name="connsiteY5" fmla="*/ 10832 h 11009"/>
                      <a:gd name="connsiteX6" fmla="*/ 11848 w 13687"/>
                      <a:gd name="connsiteY6" fmla="*/ 6931 h 11009"/>
                      <a:gd name="connsiteX7" fmla="*/ 2361 w 13687"/>
                      <a:gd name="connsiteY7" fmla="*/ 680 h 11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687" h="11009">
                        <a:moveTo>
                          <a:pt x="2361" y="680"/>
                        </a:moveTo>
                        <a:cubicBezTo>
                          <a:pt x="1608" y="237"/>
                          <a:pt x="1076" y="-74"/>
                          <a:pt x="455" y="15"/>
                        </a:cubicBezTo>
                        <a:cubicBezTo>
                          <a:pt x="-166" y="104"/>
                          <a:pt x="-77" y="902"/>
                          <a:pt x="278" y="1700"/>
                        </a:cubicBezTo>
                        <a:cubicBezTo>
                          <a:pt x="633" y="2542"/>
                          <a:pt x="1430" y="3562"/>
                          <a:pt x="2140" y="4315"/>
                        </a:cubicBezTo>
                        <a:cubicBezTo>
                          <a:pt x="3869" y="6266"/>
                          <a:pt x="5864" y="8128"/>
                          <a:pt x="7859" y="9502"/>
                        </a:cubicBezTo>
                        <a:cubicBezTo>
                          <a:pt x="8701" y="10034"/>
                          <a:pt x="9454" y="10566"/>
                          <a:pt x="10252" y="10832"/>
                        </a:cubicBezTo>
                        <a:cubicBezTo>
                          <a:pt x="13666" y="11630"/>
                          <a:pt x="15129" y="9635"/>
                          <a:pt x="11848" y="6931"/>
                        </a:cubicBezTo>
                        <a:cubicBezTo>
                          <a:pt x="9321" y="4758"/>
                          <a:pt x="5420" y="2453"/>
                          <a:pt x="2361" y="68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92" name="Forme libre : forme 22091">
                    <a:extLst>
                      <a:ext uri="{FF2B5EF4-FFF2-40B4-BE49-F238E27FC236}">
                        <a16:creationId xmlns:a16="http://schemas.microsoft.com/office/drawing/2014/main" id="{4C1BED31-6E3E-4BC4-928A-3AD3DF7F18EF}"/>
                      </a:ext>
                    </a:extLst>
                  </p:cNvPr>
                  <p:cNvSpPr/>
                  <p:nvPr/>
                </p:nvSpPr>
                <p:spPr>
                  <a:xfrm>
                    <a:off x="5970454" y="1363221"/>
                    <a:ext cx="22116" cy="27573"/>
                  </a:xfrm>
                  <a:custGeom>
                    <a:avLst/>
                    <a:gdLst>
                      <a:gd name="connsiteX0" fmla="*/ 22032 w 22116"/>
                      <a:gd name="connsiteY0" fmla="*/ 0 h 27573"/>
                      <a:gd name="connsiteX1" fmla="*/ 17245 w 22116"/>
                      <a:gd name="connsiteY1" fmla="*/ 14009 h 27573"/>
                      <a:gd name="connsiteX2" fmla="*/ 0 w 22116"/>
                      <a:gd name="connsiteY2" fmla="*/ 27574 h 27573"/>
                      <a:gd name="connsiteX3" fmla="*/ 16004 w 22116"/>
                      <a:gd name="connsiteY3" fmla="*/ 14053 h 27573"/>
                      <a:gd name="connsiteX4" fmla="*/ 22032 w 22116"/>
                      <a:gd name="connsiteY4" fmla="*/ 0 h 27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16" h="27573">
                        <a:moveTo>
                          <a:pt x="22032" y="0"/>
                        </a:moveTo>
                        <a:cubicBezTo>
                          <a:pt x="22520" y="3768"/>
                          <a:pt x="20880" y="8777"/>
                          <a:pt x="17245" y="14009"/>
                        </a:cubicBezTo>
                        <a:cubicBezTo>
                          <a:pt x="13787" y="19195"/>
                          <a:pt x="7270" y="24914"/>
                          <a:pt x="0" y="27574"/>
                        </a:cubicBezTo>
                        <a:cubicBezTo>
                          <a:pt x="7758" y="24559"/>
                          <a:pt x="12989" y="19018"/>
                          <a:pt x="16004" y="14053"/>
                        </a:cubicBezTo>
                        <a:cubicBezTo>
                          <a:pt x="19151" y="9043"/>
                          <a:pt x="20791" y="4167"/>
                          <a:pt x="2203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93" name="Forme libre : forme 22092">
                    <a:extLst>
                      <a:ext uri="{FF2B5EF4-FFF2-40B4-BE49-F238E27FC236}">
                        <a16:creationId xmlns:a16="http://schemas.microsoft.com/office/drawing/2014/main" id="{26CCB1EC-E395-428A-BDFD-886BD2F46BD2}"/>
                      </a:ext>
                    </a:extLst>
                  </p:cNvPr>
                  <p:cNvSpPr/>
                  <p:nvPr/>
                </p:nvSpPr>
                <p:spPr>
                  <a:xfrm>
                    <a:off x="5923818" y="1334140"/>
                    <a:ext cx="27662" cy="17688"/>
                  </a:xfrm>
                  <a:custGeom>
                    <a:avLst/>
                    <a:gdLst>
                      <a:gd name="connsiteX0" fmla="*/ 27662 w 27662"/>
                      <a:gd name="connsiteY0" fmla="*/ 17688 h 17688"/>
                      <a:gd name="connsiteX1" fmla="*/ 15959 w 27662"/>
                      <a:gd name="connsiteY1" fmla="*/ 8290 h 17688"/>
                      <a:gd name="connsiteX2" fmla="*/ 8467 w 27662"/>
                      <a:gd name="connsiteY2" fmla="*/ 3059 h 17688"/>
                      <a:gd name="connsiteX3" fmla="*/ 0 w 27662"/>
                      <a:gd name="connsiteY3" fmla="*/ 0 h 17688"/>
                      <a:gd name="connsiteX4" fmla="*/ 8290 w 27662"/>
                      <a:gd name="connsiteY4" fmla="*/ 3103 h 17688"/>
                      <a:gd name="connsiteX5" fmla="*/ 15737 w 27662"/>
                      <a:gd name="connsiteY5" fmla="*/ 8910 h 17688"/>
                      <a:gd name="connsiteX6" fmla="*/ 27662 w 27662"/>
                      <a:gd name="connsiteY6" fmla="*/ 17688 h 17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662" h="17688">
                        <a:moveTo>
                          <a:pt x="27662" y="17688"/>
                        </a:moveTo>
                        <a:cubicBezTo>
                          <a:pt x="24293" y="14629"/>
                          <a:pt x="20304" y="11349"/>
                          <a:pt x="15959" y="8290"/>
                        </a:cubicBezTo>
                        <a:cubicBezTo>
                          <a:pt x="13565" y="6605"/>
                          <a:pt x="11038" y="4876"/>
                          <a:pt x="8467" y="3059"/>
                        </a:cubicBezTo>
                        <a:cubicBezTo>
                          <a:pt x="5497" y="1286"/>
                          <a:pt x="2616" y="443"/>
                          <a:pt x="0" y="0"/>
                        </a:cubicBezTo>
                        <a:cubicBezTo>
                          <a:pt x="2438" y="310"/>
                          <a:pt x="5275" y="1197"/>
                          <a:pt x="8290" y="3103"/>
                        </a:cubicBezTo>
                        <a:cubicBezTo>
                          <a:pt x="10817" y="5054"/>
                          <a:pt x="13299" y="7004"/>
                          <a:pt x="15737" y="8910"/>
                        </a:cubicBezTo>
                        <a:cubicBezTo>
                          <a:pt x="20082" y="12324"/>
                          <a:pt x="24249" y="15604"/>
                          <a:pt x="27662" y="1768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94" name="Forme libre : forme 22093">
                    <a:extLst>
                      <a:ext uri="{FF2B5EF4-FFF2-40B4-BE49-F238E27FC236}">
                        <a16:creationId xmlns:a16="http://schemas.microsoft.com/office/drawing/2014/main" id="{3B3D8ED6-1A42-4BA7-81F0-B8445A61BD5A}"/>
                      </a:ext>
                    </a:extLst>
                  </p:cNvPr>
                  <p:cNvSpPr/>
                  <p:nvPr/>
                </p:nvSpPr>
                <p:spPr>
                  <a:xfrm>
                    <a:off x="5953567" y="1370188"/>
                    <a:ext cx="14926" cy="5057"/>
                  </a:xfrm>
                  <a:custGeom>
                    <a:avLst/>
                    <a:gdLst>
                      <a:gd name="connsiteX0" fmla="*/ 14892 w 14926"/>
                      <a:gd name="connsiteY0" fmla="*/ 3229 h 5057"/>
                      <a:gd name="connsiteX1" fmla="*/ 5538 w 14926"/>
                      <a:gd name="connsiteY1" fmla="*/ 4559 h 5057"/>
                      <a:gd name="connsiteX2" fmla="*/ 1460 w 14926"/>
                      <a:gd name="connsiteY2" fmla="*/ 2786 h 5057"/>
                      <a:gd name="connsiteX3" fmla="*/ 396 w 14926"/>
                      <a:gd name="connsiteY3" fmla="*/ 259 h 5057"/>
                      <a:gd name="connsiteX4" fmla="*/ 8243 w 14926"/>
                      <a:gd name="connsiteY4" fmla="*/ 1411 h 5057"/>
                      <a:gd name="connsiteX5" fmla="*/ 12321 w 14926"/>
                      <a:gd name="connsiteY5" fmla="*/ 1855 h 5057"/>
                      <a:gd name="connsiteX6" fmla="*/ 14892 w 14926"/>
                      <a:gd name="connsiteY6" fmla="*/ 3229 h 5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926" h="5057">
                        <a:moveTo>
                          <a:pt x="14892" y="3229"/>
                        </a:moveTo>
                        <a:cubicBezTo>
                          <a:pt x="14360" y="5313"/>
                          <a:pt x="7445" y="5401"/>
                          <a:pt x="5538" y="4559"/>
                        </a:cubicBezTo>
                        <a:cubicBezTo>
                          <a:pt x="4519" y="4426"/>
                          <a:pt x="2746" y="3584"/>
                          <a:pt x="1460" y="2786"/>
                        </a:cubicBezTo>
                        <a:cubicBezTo>
                          <a:pt x="219" y="1810"/>
                          <a:pt x="-490" y="835"/>
                          <a:pt x="396" y="259"/>
                        </a:cubicBezTo>
                        <a:cubicBezTo>
                          <a:pt x="1992" y="-672"/>
                          <a:pt x="6514" y="1190"/>
                          <a:pt x="8243" y="1411"/>
                        </a:cubicBezTo>
                        <a:cubicBezTo>
                          <a:pt x="9041" y="1500"/>
                          <a:pt x="10725" y="1677"/>
                          <a:pt x="12321" y="1855"/>
                        </a:cubicBezTo>
                        <a:cubicBezTo>
                          <a:pt x="13828" y="2121"/>
                          <a:pt x="15158" y="2298"/>
                          <a:pt x="14892" y="322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95" name="Forme libre : forme 22094">
                    <a:extLst>
                      <a:ext uri="{FF2B5EF4-FFF2-40B4-BE49-F238E27FC236}">
                        <a16:creationId xmlns:a16="http://schemas.microsoft.com/office/drawing/2014/main" id="{1D556D2B-D8DF-48D6-ADCA-4D32D090B63F}"/>
                      </a:ext>
                    </a:extLst>
                  </p:cNvPr>
                  <p:cNvSpPr/>
                  <p:nvPr/>
                </p:nvSpPr>
                <p:spPr>
                  <a:xfrm>
                    <a:off x="5966341" y="1372003"/>
                    <a:ext cx="4361" cy="1879"/>
                  </a:xfrm>
                  <a:custGeom>
                    <a:avLst/>
                    <a:gdLst>
                      <a:gd name="connsiteX0" fmla="*/ 4290 w 4361"/>
                      <a:gd name="connsiteY0" fmla="*/ 262 h 1879"/>
                      <a:gd name="connsiteX1" fmla="*/ 2561 w 4361"/>
                      <a:gd name="connsiteY1" fmla="*/ 1636 h 1879"/>
                      <a:gd name="connsiteX2" fmla="*/ 35 w 4361"/>
                      <a:gd name="connsiteY2" fmla="*/ 1459 h 1879"/>
                      <a:gd name="connsiteX3" fmla="*/ 1764 w 4361"/>
                      <a:gd name="connsiteY3" fmla="*/ 262 h 1879"/>
                      <a:gd name="connsiteX4" fmla="*/ 4290 w 4361"/>
                      <a:gd name="connsiteY4" fmla="*/ 262 h 1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61" h="1879">
                        <a:moveTo>
                          <a:pt x="4290" y="262"/>
                        </a:moveTo>
                        <a:cubicBezTo>
                          <a:pt x="4689" y="838"/>
                          <a:pt x="3315" y="1459"/>
                          <a:pt x="2561" y="1636"/>
                        </a:cubicBezTo>
                        <a:cubicBezTo>
                          <a:pt x="1852" y="1902"/>
                          <a:pt x="256" y="2079"/>
                          <a:pt x="35" y="1459"/>
                        </a:cubicBezTo>
                        <a:cubicBezTo>
                          <a:pt x="-231" y="794"/>
                          <a:pt x="1099" y="528"/>
                          <a:pt x="1764" y="262"/>
                        </a:cubicBezTo>
                        <a:cubicBezTo>
                          <a:pt x="2473" y="84"/>
                          <a:pt x="3936" y="-226"/>
                          <a:pt x="4290" y="2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96" name="Forme libre : forme 22095">
                    <a:extLst>
                      <a:ext uri="{FF2B5EF4-FFF2-40B4-BE49-F238E27FC236}">
                        <a16:creationId xmlns:a16="http://schemas.microsoft.com/office/drawing/2014/main" id="{580E4B19-17A5-4799-9764-B77EEDE08356}"/>
                      </a:ext>
                    </a:extLst>
                  </p:cNvPr>
                  <p:cNvSpPr/>
                  <p:nvPr/>
                </p:nvSpPr>
                <p:spPr>
                  <a:xfrm>
                    <a:off x="5957223" y="1360192"/>
                    <a:ext cx="31911" cy="7922"/>
                  </a:xfrm>
                  <a:custGeom>
                    <a:avLst/>
                    <a:gdLst>
                      <a:gd name="connsiteX0" fmla="*/ 19260 w 31911"/>
                      <a:gd name="connsiteY0" fmla="*/ 1389 h 7922"/>
                      <a:gd name="connsiteX1" fmla="*/ 31008 w 31911"/>
                      <a:gd name="connsiteY1" fmla="*/ 1123 h 7922"/>
                      <a:gd name="connsiteX2" fmla="*/ 30432 w 31911"/>
                      <a:gd name="connsiteY2" fmla="*/ 4980 h 7922"/>
                      <a:gd name="connsiteX3" fmla="*/ 25555 w 31911"/>
                      <a:gd name="connsiteY3" fmla="*/ 6664 h 7922"/>
                      <a:gd name="connsiteX4" fmla="*/ 11148 w 31911"/>
                      <a:gd name="connsiteY4" fmla="*/ 7861 h 7922"/>
                      <a:gd name="connsiteX5" fmla="*/ 7513 w 31911"/>
                      <a:gd name="connsiteY5" fmla="*/ 7684 h 7922"/>
                      <a:gd name="connsiteX6" fmla="*/ 3080 w 31911"/>
                      <a:gd name="connsiteY6" fmla="*/ 6265 h 7922"/>
                      <a:gd name="connsiteX7" fmla="*/ 641 w 31911"/>
                      <a:gd name="connsiteY7" fmla="*/ 1167 h 7922"/>
                      <a:gd name="connsiteX8" fmla="*/ 5163 w 31911"/>
                      <a:gd name="connsiteY8" fmla="*/ 103 h 7922"/>
                      <a:gd name="connsiteX9" fmla="*/ 10483 w 31911"/>
                      <a:gd name="connsiteY9" fmla="*/ 591 h 7922"/>
                      <a:gd name="connsiteX10" fmla="*/ 19260 w 31911"/>
                      <a:gd name="connsiteY10" fmla="*/ 1389 h 79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1911" h="7922">
                        <a:moveTo>
                          <a:pt x="19260" y="1389"/>
                        </a:moveTo>
                        <a:cubicBezTo>
                          <a:pt x="23693" y="946"/>
                          <a:pt x="27107" y="192"/>
                          <a:pt x="31008" y="1123"/>
                        </a:cubicBezTo>
                        <a:cubicBezTo>
                          <a:pt x="32471" y="1477"/>
                          <a:pt x="32072" y="3605"/>
                          <a:pt x="30432" y="4980"/>
                        </a:cubicBezTo>
                        <a:cubicBezTo>
                          <a:pt x="28747" y="6354"/>
                          <a:pt x="27195" y="6487"/>
                          <a:pt x="25555" y="6664"/>
                        </a:cubicBezTo>
                        <a:cubicBezTo>
                          <a:pt x="20546" y="7240"/>
                          <a:pt x="15670" y="8172"/>
                          <a:pt x="11148" y="7861"/>
                        </a:cubicBezTo>
                        <a:cubicBezTo>
                          <a:pt x="10438" y="7772"/>
                          <a:pt x="9064" y="7861"/>
                          <a:pt x="7513" y="7684"/>
                        </a:cubicBezTo>
                        <a:cubicBezTo>
                          <a:pt x="6005" y="7418"/>
                          <a:pt x="4365" y="7019"/>
                          <a:pt x="3080" y="6265"/>
                        </a:cubicBezTo>
                        <a:cubicBezTo>
                          <a:pt x="420" y="4714"/>
                          <a:pt x="-866" y="2408"/>
                          <a:pt x="641" y="1167"/>
                        </a:cubicBezTo>
                        <a:cubicBezTo>
                          <a:pt x="2193" y="-74"/>
                          <a:pt x="3700" y="-118"/>
                          <a:pt x="5163" y="103"/>
                        </a:cubicBezTo>
                        <a:cubicBezTo>
                          <a:pt x="6537" y="414"/>
                          <a:pt x="8976" y="458"/>
                          <a:pt x="10483" y="591"/>
                        </a:cubicBezTo>
                        <a:cubicBezTo>
                          <a:pt x="13630" y="724"/>
                          <a:pt x="16024" y="1610"/>
                          <a:pt x="19260" y="138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21" name="Graphique 2">
                  <a:extLst>
                    <a:ext uri="{FF2B5EF4-FFF2-40B4-BE49-F238E27FC236}">
                      <a16:creationId xmlns:a16="http://schemas.microsoft.com/office/drawing/2014/main" id="{42639059-774B-4246-B9BF-A9EC1CB38CF3}"/>
                    </a:ext>
                  </a:extLst>
                </p:cNvPr>
                <p:cNvGrpSpPr/>
                <p:nvPr/>
              </p:nvGrpSpPr>
              <p:grpSpPr>
                <a:xfrm>
                  <a:off x="5991113" y="1325561"/>
                  <a:ext cx="93809" cy="37688"/>
                  <a:chOff x="5991113" y="1325561"/>
                  <a:chExt cx="93809" cy="37688"/>
                </a:xfrm>
                <a:solidFill>
                  <a:schemeClr val="accent1"/>
                </a:solidFill>
              </p:grpSpPr>
              <p:sp>
                <p:nvSpPr>
                  <p:cNvPr id="22073" name="Forme libre : forme 22072">
                    <a:extLst>
                      <a:ext uri="{FF2B5EF4-FFF2-40B4-BE49-F238E27FC236}">
                        <a16:creationId xmlns:a16="http://schemas.microsoft.com/office/drawing/2014/main" id="{F504A8DC-4AB9-4703-8C66-A6DBD2DAF5A4}"/>
                      </a:ext>
                    </a:extLst>
                  </p:cNvPr>
                  <p:cNvSpPr/>
                  <p:nvPr/>
                </p:nvSpPr>
                <p:spPr>
                  <a:xfrm>
                    <a:off x="5991113" y="1325561"/>
                    <a:ext cx="93809" cy="37688"/>
                  </a:xfrm>
                  <a:custGeom>
                    <a:avLst/>
                    <a:gdLst>
                      <a:gd name="connsiteX0" fmla="*/ 64102 w 93809"/>
                      <a:gd name="connsiteY0" fmla="*/ 34911 h 37688"/>
                      <a:gd name="connsiteX1" fmla="*/ 47655 w 93809"/>
                      <a:gd name="connsiteY1" fmla="*/ 36153 h 37688"/>
                      <a:gd name="connsiteX2" fmla="*/ 33513 w 93809"/>
                      <a:gd name="connsiteY2" fmla="*/ 37305 h 37688"/>
                      <a:gd name="connsiteX3" fmla="*/ 20569 w 93809"/>
                      <a:gd name="connsiteY3" fmla="*/ 37261 h 37688"/>
                      <a:gd name="connsiteX4" fmla="*/ 5806 w 93809"/>
                      <a:gd name="connsiteY4" fmla="*/ 36241 h 37688"/>
                      <a:gd name="connsiteX5" fmla="*/ 176 w 93809"/>
                      <a:gd name="connsiteY5" fmla="*/ 27951 h 37688"/>
                      <a:gd name="connsiteX6" fmla="*/ 7713 w 93809"/>
                      <a:gd name="connsiteY6" fmla="*/ 13100 h 37688"/>
                      <a:gd name="connsiteX7" fmla="*/ 28460 w 93809"/>
                      <a:gd name="connsiteY7" fmla="*/ 2505 h 37688"/>
                      <a:gd name="connsiteX8" fmla="*/ 45261 w 93809"/>
                      <a:gd name="connsiteY8" fmla="*/ 511 h 37688"/>
                      <a:gd name="connsiteX9" fmla="*/ 60289 w 93809"/>
                      <a:gd name="connsiteY9" fmla="*/ 23 h 37688"/>
                      <a:gd name="connsiteX10" fmla="*/ 67648 w 93809"/>
                      <a:gd name="connsiteY10" fmla="*/ 422 h 37688"/>
                      <a:gd name="connsiteX11" fmla="*/ 68579 w 93809"/>
                      <a:gd name="connsiteY11" fmla="*/ 732 h 37688"/>
                      <a:gd name="connsiteX12" fmla="*/ 70175 w 93809"/>
                      <a:gd name="connsiteY12" fmla="*/ 954 h 37688"/>
                      <a:gd name="connsiteX13" fmla="*/ 76115 w 93809"/>
                      <a:gd name="connsiteY13" fmla="*/ 1042 h 37688"/>
                      <a:gd name="connsiteX14" fmla="*/ 91897 w 93809"/>
                      <a:gd name="connsiteY14" fmla="*/ 9598 h 37688"/>
                      <a:gd name="connsiteX15" fmla="*/ 91764 w 93809"/>
                      <a:gd name="connsiteY15" fmla="*/ 19440 h 37688"/>
                      <a:gd name="connsiteX16" fmla="*/ 81657 w 93809"/>
                      <a:gd name="connsiteY16" fmla="*/ 27685 h 37688"/>
                      <a:gd name="connsiteX17" fmla="*/ 79883 w 93809"/>
                      <a:gd name="connsiteY17" fmla="*/ 29503 h 37688"/>
                      <a:gd name="connsiteX18" fmla="*/ 76692 w 93809"/>
                      <a:gd name="connsiteY18" fmla="*/ 31587 h 37688"/>
                      <a:gd name="connsiteX19" fmla="*/ 64102 w 93809"/>
                      <a:gd name="connsiteY19" fmla="*/ 34911 h 37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93809" h="37688">
                        <a:moveTo>
                          <a:pt x="64102" y="34911"/>
                        </a:moveTo>
                        <a:cubicBezTo>
                          <a:pt x="59757" y="35488"/>
                          <a:pt x="53418" y="35842"/>
                          <a:pt x="47655" y="36153"/>
                        </a:cubicBezTo>
                        <a:cubicBezTo>
                          <a:pt x="41847" y="36463"/>
                          <a:pt x="36572" y="36951"/>
                          <a:pt x="33513" y="37305"/>
                        </a:cubicBezTo>
                        <a:cubicBezTo>
                          <a:pt x="27484" y="37926"/>
                          <a:pt x="24381" y="37704"/>
                          <a:pt x="20569" y="37261"/>
                        </a:cubicBezTo>
                        <a:cubicBezTo>
                          <a:pt x="15914" y="37438"/>
                          <a:pt x="11126" y="36995"/>
                          <a:pt x="5806" y="36241"/>
                        </a:cubicBezTo>
                        <a:cubicBezTo>
                          <a:pt x="2127" y="35754"/>
                          <a:pt x="-755" y="31587"/>
                          <a:pt x="176" y="27951"/>
                        </a:cubicBezTo>
                        <a:cubicBezTo>
                          <a:pt x="1595" y="22720"/>
                          <a:pt x="3546" y="17844"/>
                          <a:pt x="7713" y="13100"/>
                        </a:cubicBezTo>
                        <a:cubicBezTo>
                          <a:pt x="12944" y="7781"/>
                          <a:pt x="20214" y="4234"/>
                          <a:pt x="28460" y="2505"/>
                        </a:cubicBezTo>
                        <a:cubicBezTo>
                          <a:pt x="32893" y="1530"/>
                          <a:pt x="39321" y="776"/>
                          <a:pt x="45261" y="511"/>
                        </a:cubicBezTo>
                        <a:cubicBezTo>
                          <a:pt x="51246" y="200"/>
                          <a:pt x="56876" y="112"/>
                          <a:pt x="60289" y="23"/>
                        </a:cubicBezTo>
                        <a:cubicBezTo>
                          <a:pt x="63392" y="-66"/>
                          <a:pt x="66185" y="112"/>
                          <a:pt x="67648" y="422"/>
                        </a:cubicBezTo>
                        <a:cubicBezTo>
                          <a:pt x="68180" y="511"/>
                          <a:pt x="68357" y="599"/>
                          <a:pt x="68579" y="732"/>
                        </a:cubicBezTo>
                        <a:cubicBezTo>
                          <a:pt x="68889" y="821"/>
                          <a:pt x="68756" y="1131"/>
                          <a:pt x="70175" y="954"/>
                        </a:cubicBezTo>
                        <a:cubicBezTo>
                          <a:pt x="72259" y="865"/>
                          <a:pt x="74298" y="776"/>
                          <a:pt x="76115" y="1042"/>
                        </a:cubicBezTo>
                        <a:cubicBezTo>
                          <a:pt x="83386" y="2106"/>
                          <a:pt x="88040" y="5697"/>
                          <a:pt x="91897" y="9598"/>
                        </a:cubicBezTo>
                        <a:cubicBezTo>
                          <a:pt x="94513" y="12480"/>
                          <a:pt x="94424" y="17445"/>
                          <a:pt x="91764" y="19440"/>
                        </a:cubicBezTo>
                        <a:cubicBezTo>
                          <a:pt x="87952" y="22454"/>
                          <a:pt x="84361" y="25159"/>
                          <a:pt x="81657" y="27685"/>
                        </a:cubicBezTo>
                        <a:cubicBezTo>
                          <a:pt x="81036" y="28350"/>
                          <a:pt x="80282" y="28794"/>
                          <a:pt x="79883" y="29503"/>
                        </a:cubicBezTo>
                        <a:cubicBezTo>
                          <a:pt x="79218" y="30168"/>
                          <a:pt x="79750" y="30345"/>
                          <a:pt x="76692" y="31587"/>
                        </a:cubicBezTo>
                        <a:cubicBezTo>
                          <a:pt x="72170" y="33493"/>
                          <a:pt x="68091" y="34379"/>
                          <a:pt x="64102" y="3491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74" name="Forme libre : forme 22073">
                    <a:extLst>
                      <a:ext uri="{FF2B5EF4-FFF2-40B4-BE49-F238E27FC236}">
                        <a16:creationId xmlns:a16="http://schemas.microsoft.com/office/drawing/2014/main" id="{5E5844D6-DB83-4E2E-A931-14FA838DD70F}"/>
                      </a:ext>
                    </a:extLst>
                  </p:cNvPr>
                  <p:cNvSpPr/>
                  <p:nvPr/>
                </p:nvSpPr>
                <p:spPr>
                  <a:xfrm>
                    <a:off x="5992930" y="1343977"/>
                    <a:ext cx="90080" cy="19134"/>
                  </a:xfrm>
                  <a:custGeom>
                    <a:avLst/>
                    <a:gdLst>
                      <a:gd name="connsiteX0" fmla="*/ 34179 w 90080"/>
                      <a:gd name="connsiteY0" fmla="*/ 5768 h 19134"/>
                      <a:gd name="connsiteX1" fmla="*/ 16713 w 90080"/>
                      <a:gd name="connsiteY1" fmla="*/ 10112 h 19134"/>
                      <a:gd name="connsiteX2" fmla="*/ 0 w 90080"/>
                      <a:gd name="connsiteY2" fmla="*/ 15565 h 19134"/>
                      <a:gd name="connsiteX3" fmla="*/ 3901 w 90080"/>
                      <a:gd name="connsiteY3" fmla="*/ 17737 h 19134"/>
                      <a:gd name="connsiteX4" fmla="*/ 9221 w 90080"/>
                      <a:gd name="connsiteY4" fmla="*/ 18358 h 19134"/>
                      <a:gd name="connsiteX5" fmla="*/ 16491 w 90080"/>
                      <a:gd name="connsiteY5" fmla="*/ 18712 h 19134"/>
                      <a:gd name="connsiteX6" fmla="*/ 19860 w 90080"/>
                      <a:gd name="connsiteY6" fmla="*/ 18757 h 19134"/>
                      <a:gd name="connsiteX7" fmla="*/ 22564 w 90080"/>
                      <a:gd name="connsiteY7" fmla="*/ 19067 h 19134"/>
                      <a:gd name="connsiteX8" fmla="*/ 31652 w 90080"/>
                      <a:gd name="connsiteY8" fmla="*/ 18757 h 19134"/>
                      <a:gd name="connsiteX9" fmla="*/ 35908 w 90080"/>
                      <a:gd name="connsiteY9" fmla="*/ 18313 h 19134"/>
                      <a:gd name="connsiteX10" fmla="*/ 59581 w 90080"/>
                      <a:gd name="connsiteY10" fmla="*/ 16673 h 19134"/>
                      <a:gd name="connsiteX11" fmla="*/ 62241 w 90080"/>
                      <a:gd name="connsiteY11" fmla="*/ 16363 h 19134"/>
                      <a:gd name="connsiteX12" fmla="*/ 66585 w 90080"/>
                      <a:gd name="connsiteY12" fmla="*/ 15609 h 19134"/>
                      <a:gd name="connsiteX13" fmla="*/ 71018 w 90080"/>
                      <a:gd name="connsiteY13" fmla="*/ 14457 h 19134"/>
                      <a:gd name="connsiteX14" fmla="*/ 73235 w 90080"/>
                      <a:gd name="connsiteY14" fmla="*/ 13703 h 19134"/>
                      <a:gd name="connsiteX15" fmla="*/ 75717 w 90080"/>
                      <a:gd name="connsiteY15" fmla="*/ 12683 h 19134"/>
                      <a:gd name="connsiteX16" fmla="*/ 76870 w 90080"/>
                      <a:gd name="connsiteY16" fmla="*/ 12151 h 19134"/>
                      <a:gd name="connsiteX17" fmla="*/ 77313 w 90080"/>
                      <a:gd name="connsiteY17" fmla="*/ 11841 h 19134"/>
                      <a:gd name="connsiteX18" fmla="*/ 77801 w 90080"/>
                      <a:gd name="connsiteY18" fmla="*/ 11265 h 19134"/>
                      <a:gd name="connsiteX19" fmla="*/ 86401 w 90080"/>
                      <a:gd name="connsiteY19" fmla="*/ 3729 h 19134"/>
                      <a:gd name="connsiteX20" fmla="*/ 89948 w 90080"/>
                      <a:gd name="connsiteY20" fmla="*/ 936 h 19134"/>
                      <a:gd name="connsiteX21" fmla="*/ 90081 w 90080"/>
                      <a:gd name="connsiteY21" fmla="*/ 803 h 19134"/>
                      <a:gd name="connsiteX22" fmla="*/ 77136 w 90080"/>
                      <a:gd name="connsiteY22" fmla="*/ 404 h 19134"/>
                      <a:gd name="connsiteX23" fmla="*/ 74121 w 90080"/>
                      <a:gd name="connsiteY23" fmla="*/ 1157 h 19134"/>
                      <a:gd name="connsiteX24" fmla="*/ 70265 w 90080"/>
                      <a:gd name="connsiteY24" fmla="*/ 2177 h 19134"/>
                      <a:gd name="connsiteX25" fmla="*/ 62595 w 90080"/>
                      <a:gd name="connsiteY25" fmla="*/ 3197 h 19134"/>
                      <a:gd name="connsiteX26" fmla="*/ 34179 w 90080"/>
                      <a:gd name="connsiteY26" fmla="*/ 5768 h 19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90080" h="19134">
                        <a:moveTo>
                          <a:pt x="34179" y="5768"/>
                        </a:moveTo>
                        <a:cubicBezTo>
                          <a:pt x="28017" y="6920"/>
                          <a:pt x="21900" y="8206"/>
                          <a:pt x="16713" y="10112"/>
                        </a:cubicBezTo>
                        <a:cubicBezTo>
                          <a:pt x="11393" y="12063"/>
                          <a:pt x="5586" y="14678"/>
                          <a:pt x="0" y="15565"/>
                        </a:cubicBezTo>
                        <a:cubicBezTo>
                          <a:pt x="1020" y="16717"/>
                          <a:pt x="2394" y="17560"/>
                          <a:pt x="3901" y="17737"/>
                        </a:cubicBezTo>
                        <a:cubicBezTo>
                          <a:pt x="5719" y="18003"/>
                          <a:pt x="7492" y="18180"/>
                          <a:pt x="9221" y="18358"/>
                        </a:cubicBezTo>
                        <a:cubicBezTo>
                          <a:pt x="11703" y="18579"/>
                          <a:pt x="14097" y="18712"/>
                          <a:pt x="16491" y="18712"/>
                        </a:cubicBezTo>
                        <a:cubicBezTo>
                          <a:pt x="17599" y="18801"/>
                          <a:pt x="19018" y="18535"/>
                          <a:pt x="19860" y="18757"/>
                        </a:cubicBezTo>
                        <a:cubicBezTo>
                          <a:pt x="20836" y="18934"/>
                          <a:pt x="21545" y="18934"/>
                          <a:pt x="22564" y="19067"/>
                        </a:cubicBezTo>
                        <a:cubicBezTo>
                          <a:pt x="24914" y="19200"/>
                          <a:pt x="27840" y="19156"/>
                          <a:pt x="31652" y="18757"/>
                        </a:cubicBezTo>
                        <a:cubicBezTo>
                          <a:pt x="32805" y="18624"/>
                          <a:pt x="34224" y="18446"/>
                          <a:pt x="35908" y="18313"/>
                        </a:cubicBezTo>
                        <a:cubicBezTo>
                          <a:pt x="42247" y="17604"/>
                          <a:pt x="52310" y="17338"/>
                          <a:pt x="59581" y="16673"/>
                        </a:cubicBezTo>
                        <a:cubicBezTo>
                          <a:pt x="60512" y="16584"/>
                          <a:pt x="61443" y="16451"/>
                          <a:pt x="62241" y="16363"/>
                        </a:cubicBezTo>
                        <a:cubicBezTo>
                          <a:pt x="63704" y="16141"/>
                          <a:pt x="65034" y="15964"/>
                          <a:pt x="66585" y="15609"/>
                        </a:cubicBezTo>
                        <a:cubicBezTo>
                          <a:pt x="68004" y="15299"/>
                          <a:pt x="69422" y="14988"/>
                          <a:pt x="71018" y="14457"/>
                        </a:cubicBezTo>
                        <a:lnTo>
                          <a:pt x="73235" y="13703"/>
                        </a:lnTo>
                        <a:lnTo>
                          <a:pt x="75717" y="12683"/>
                        </a:lnTo>
                        <a:lnTo>
                          <a:pt x="76870" y="12151"/>
                        </a:lnTo>
                        <a:cubicBezTo>
                          <a:pt x="77313" y="11930"/>
                          <a:pt x="77136" y="11930"/>
                          <a:pt x="77313" y="11841"/>
                        </a:cubicBezTo>
                        <a:lnTo>
                          <a:pt x="77801" y="11265"/>
                        </a:lnTo>
                        <a:cubicBezTo>
                          <a:pt x="79663" y="9004"/>
                          <a:pt x="82810" y="6255"/>
                          <a:pt x="86401" y="3729"/>
                        </a:cubicBezTo>
                        <a:cubicBezTo>
                          <a:pt x="87554" y="2842"/>
                          <a:pt x="88706" y="1822"/>
                          <a:pt x="89948" y="936"/>
                        </a:cubicBezTo>
                        <a:lnTo>
                          <a:pt x="90081" y="803"/>
                        </a:lnTo>
                        <a:cubicBezTo>
                          <a:pt x="85692" y="49"/>
                          <a:pt x="81259" y="-350"/>
                          <a:pt x="77136" y="404"/>
                        </a:cubicBezTo>
                        <a:cubicBezTo>
                          <a:pt x="76116" y="581"/>
                          <a:pt x="75141" y="936"/>
                          <a:pt x="74121" y="1157"/>
                        </a:cubicBezTo>
                        <a:cubicBezTo>
                          <a:pt x="73190" y="1379"/>
                          <a:pt x="71506" y="1911"/>
                          <a:pt x="70265" y="2177"/>
                        </a:cubicBezTo>
                        <a:cubicBezTo>
                          <a:pt x="67649" y="2709"/>
                          <a:pt x="65078" y="3019"/>
                          <a:pt x="62595" y="3197"/>
                        </a:cubicBezTo>
                        <a:cubicBezTo>
                          <a:pt x="52576" y="4039"/>
                          <a:pt x="43045" y="4127"/>
                          <a:pt x="34179" y="576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75" name="Forme libre : forme 22074">
                    <a:extLst>
                      <a:ext uri="{FF2B5EF4-FFF2-40B4-BE49-F238E27FC236}">
                        <a16:creationId xmlns:a16="http://schemas.microsoft.com/office/drawing/2014/main" id="{4E6D6320-1402-4A8D-87B6-3C65A0002183}"/>
                      </a:ext>
                    </a:extLst>
                  </p:cNvPr>
                  <p:cNvSpPr/>
                  <p:nvPr/>
                </p:nvSpPr>
                <p:spPr>
                  <a:xfrm>
                    <a:off x="6022537" y="1338606"/>
                    <a:ext cx="44296" cy="11601"/>
                  </a:xfrm>
                  <a:custGeom>
                    <a:avLst/>
                    <a:gdLst>
                      <a:gd name="connsiteX0" fmla="*/ 44204 w 44296"/>
                      <a:gd name="connsiteY0" fmla="*/ 2937 h 11601"/>
                      <a:gd name="connsiteX1" fmla="*/ 44026 w 44296"/>
                      <a:gd name="connsiteY1" fmla="*/ 4621 h 11601"/>
                      <a:gd name="connsiteX2" fmla="*/ 42431 w 44296"/>
                      <a:gd name="connsiteY2" fmla="*/ 6395 h 11601"/>
                      <a:gd name="connsiteX3" fmla="*/ 35604 w 44296"/>
                      <a:gd name="connsiteY3" fmla="*/ 9453 h 11601"/>
                      <a:gd name="connsiteX4" fmla="*/ 21506 w 44296"/>
                      <a:gd name="connsiteY4" fmla="*/ 11537 h 11601"/>
                      <a:gd name="connsiteX5" fmla="*/ 8916 w 44296"/>
                      <a:gd name="connsiteY5" fmla="*/ 11138 h 11601"/>
                      <a:gd name="connsiteX6" fmla="*/ 50 w 44296"/>
                      <a:gd name="connsiteY6" fmla="*/ 7148 h 11601"/>
                      <a:gd name="connsiteX7" fmla="*/ 7985 w 44296"/>
                      <a:gd name="connsiteY7" fmla="*/ 1474 h 11601"/>
                      <a:gd name="connsiteX8" fmla="*/ 20841 w 44296"/>
                      <a:gd name="connsiteY8" fmla="*/ 11 h 11601"/>
                      <a:gd name="connsiteX9" fmla="*/ 34229 w 44296"/>
                      <a:gd name="connsiteY9" fmla="*/ 321 h 11601"/>
                      <a:gd name="connsiteX10" fmla="*/ 40613 w 44296"/>
                      <a:gd name="connsiteY10" fmla="*/ 898 h 11601"/>
                      <a:gd name="connsiteX11" fmla="*/ 44204 w 44296"/>
                      <a:gd name="connsiteY11" fmla="*/ 2937 h 11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4296" h="11601">
                        <a:moveTo>
                          <a:pt x="44204" y="2937"/>
                        </a:moveTo>
                        <a:cubicBezTo>
                          <a:pt x="44381" y="3513"/>
                          <a:pt x="44293" y="4089"/>
                          <a:pt x="44026" y="4621"/>
                        </a:cubicBezTo>
                        <a:cubicBezTo>
                          <a:pt x="43760" y="5198"/>
                          <a:pt x="43317" y="5730"/>
                          <a:pt x="42431" y="6395"/>
                        </a:cubicBezTo>
                        <a:cubicBezTo>
                          <a:pt x="40746" y="7725"/>
                          <a:pt x="38263" y="8744"/>
                          <a:pt x="35604" y="9453"/>
                        </a:cubicBezTo>
                        <a:cubicBezTo>
                          <a:pt x="30284" y="10916"/>
                          <a:pt x="24388" y="11360"/>
                          <a:pt x="21506" y="11537"/>
                        </a:cubicBezTo>
                        <a:cubicBezTo>
                          <a:pt x="18536" y="11670"/>
                          <a:pt x="13394" y="11626"/>
                          <a:pt x="8916" y="11138"/>
                        </a:cubicBezTo>
                        <a:cubicBezTo>
                          <a:pt x="4439" y="10562"/>
                          <a:pt x="582" y="9675"/>
                          <a:pt x="50" y="7148"/>
                        </a:cubicBezTo>
                        <a:cubicBezTo>
                          <a:pt x="-482" y="4621"/>
                          <a:pt x="3286" y="2582"/>
                          <a:pt x="7985" y="1474"/>
                        </a:cubicBezTo>
                        <a:cubicBezTo>
                          <a:pt x="12685" y="321"/>
                          <a:pt x="18093" y="55"/>
                          <a:pt x="20841" y="11"/>
                        </a:cubicBezTo>
                        <a:cubicBezTo>
                          <a:pt x="23590" y="-33"/>
                          <a:pt x="29353" y="55"/>
                          <a:pt x="34229" y="321"/>
                        </a:cubicBezTo>
                        <a:cubicBezTo>
                          <a:pt x="36668" y="454"/>
                          <a:pt x="38928" y="676"/>
                          <a:pt x="40613" y="898"/>
                        </a:cubicBezTo>
                        <a:cubicBezTo>
                          <a:pt x="42253" y="1252"/>
                          <a:pt x="43938" y="1784"/>
                          <a:pt x="44204" y="293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76" name="Forme libre : forme 22075">
                    <a:extLst>
                      <a:ext uri="{FF2B5EF4-FFF2-40B4-BE49-F238E27FC236}">
                        <a16:creationId xmlns:a16="http://schemas.microsoft.com/office/drawing/2014/main" id="{DE33FE97-3B27-42AD-B7BA-6A0089E3FA38}"/>
                      </a:ext>
                    </a:extLst>
                  </p:cNvPr>
                  <p:cNvSpPr/>
                  <p:nvPr/>
                </p:nvSpPr>
                <p:spPr>
                  <a:xfrm>
                    <a:off x="6022144" y="1340036"/>
                    <a:ext cx="31741" cy="10193"/>
                  </a:xfrm>
                  <a:custGeom>
                    <a:avLst/>
                    <a:gdLst>
                      <a:gd name="connsiteX0" fmla="*/ 9266 w 31741"/>
                      <a:gd name="connsiteY0" fmla="*/ 0 h 10193"/>
                      <a:gd name="connsiteX1" fmla="*/ 222 w 31741"/>
                      <a:gd name="connsiteY1" fmla="*/ 5807 h 10193"/>
                      <a:gd name="connsiteX2" fmla="*/ 22166 w 31741"/>
                      <a:gd name="connsiteY2" fmla="*/ 10152 h 10193"/>
                      <a:gd name="connsiteX3" fmla="*/ 31741 w 31741"/>
                      <a:gd name="connsiteY3" fmla="*/ 8866 h 10193"/>
                      <a:gd name="connsiteX4" fmla="*/ 26555 w 31741"/>
                      <a:gd name="connsiteY4" fmla="*/ 8866 h 10193"/>
                      <a:gd name="connsiteX5" fmla="*/ 9266 w 31741"/>
                      <a:gd name="connsiteY5" fmla="*/ 0 h 10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741" h="10193">
                        <a:moveTo>
                          <a:pt x="9266" y="0"/>
                        </a:moveTo>
                        <a:cubicBezTo>
                          <a:pt x="6473" y="1020"/>
                          <a:pt x="-1418" y="2748"/>
                          <a:pt x="222" y="5807"/>
                        </a:cubicBezTo>
                        <a:cubicBezTo>
                          <a:pt x="2749" y="10373"/>
                          <a:pt x="14674" y="10285"/>
                          <a:pt x="22166" y="10152"/>
                        </a:cubicBezTo>
                        <a:cubicBezTo>
                          <a:pt x="24294" y="10063"/>
                          <a:pt x="29214" y="9487"/>
                          <a:pt x="31741" y="8866"/>
                        </a:cubicBezTo>
                        <a:cubicBezTo>
                          <a:pt x="30279" y="8911"/>
                          <a:pt x="27885" y="9088"/>
                          <a:pt x="26555" y="8866"/>
                        </a:cubicBezTo>
                        <a:cubicBezTo>
                          <a:pt x="18930" y="7492"/>
                          <a:pt x="10241" y="5497"/>
                          <a:pt x="926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77" name="Forme libre : forme 22076">
                    <a:extLst>
                      <a:ext uri="{FF2B5EF4-FFF2-40B4-BE49-F238E27FC236}">
                        <a16:creationId xmlns:a16="http://schemas.microsoft.com/office/drawing/2014/main" id="{86F7A44D-951A-4AB4-A398-4B4F4C17BE51}"/>
                      </a:ext>
                    </a:extLst>
                  </p:cNvPr>
                  <p:cNvSpPr/>
                  <p:nvPr/>
                </p:nvSpPr>
                <p:spPr>
                  <a:xfrm>
                    <a:off x="6024951" y="1339819"/>
                    <a:ext cx="44322" cy="11795"/>
                  </a:xfrm>
                  <a:custGeom>
                    <a:avLst/>
                    <a:gdLst>
                      <a:gd name="connsiteX0" fmla="*/ 44317 w 44322"/>
                      <a:gd name="connsiteY0" fmla="*/ 2256 h 11795"/>
                      <a:gd name="connsiteX1" fmla="*/ 42189 w 44322"/>
                      <a:gd name="connsiteY1" fmla="*/ 5847 h 11795"/>
                      <a:gd name="connsiteX2" fmla="*/ 39219 w 44322"/>
                      <a:gd name="connsiteY2" fmla="*/ 7753 h 11795"/>
                      <a:gd name="connsiteX3" fmla="*/ 35362 w 44322"/>
                      <a:gd name="connsiteY3" fmla="*/ 9260 h 11795"/>
                      <a:gd name="connsiteX4" fmla="*/ 21265 w 44322"/>
                      <a:gd name="connsiteY4" fmla="*/ 11654 h 11795"/>
                      <a:gd name="connsiteX5" fmla="*/ 8719 w 44322"/>
                      <a:gd name="connsiteY5" fmla="*/ 11211 h 11795"/>
                      <a:gd name="connsiteX6" fmla="*/ 75 w 44322"/>
                      <a:gd name="connsiteY6" fmla="*/ 6911 h 11795"/>
                      <a:gd name="connsiteX7" fmla="*/ 8010 w 44322"/>
                      <a:gd name="connsiteY7" fmla="*/ 1414 h 11795"/>
                      <a:gd name="connsiteX8" fmla="*/ 20733 w 44322"/>
                      <a:gd name="connsiteY8" fmla="*/ 84 h 11795"/>
                      <a:gd name="connsiteX9" fmla="*/ 34564 w 44322"/>
                      <a:gd name="connsiteY9" fmla="*/ 40 h 11795"/>
                      <a:gd name="connsiteX10" fmla="*/ 41391 w 44322"/>
                      <a:gd name="connsiteY10" fmla="*/ 128 h 11795"/>
                      <a:gd name="connsiteX11" fmla="*/ 44317 w 44322"/>
                      <a:gd name="connsiteY11" fmla="*/ 2256 h 1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4322" h="11795">
                        <a:moveTo>
                          <a:pt x="44317" y="2256"/>
                        </a:moveTo>
                        <a:cubicBezTo>
                          <a:pt x="44229" y="3497"/>
                          <a:pt x="43342" y="4739"/>
                          <a:pt x="42189" y="5847"/>
                        </a:cubicBezTo>
                        <a:cubicBezTo>
                          <a:pt x="41790" y="6335"/>
                          <a:pt x="40372" y="7133"/>
                          <a:pt x="39219" y="7753"/>
                        </a:cubicBezTo>
                        <a:cubicBezTo>
                          <a:pt x="38022" y="8329"/>
                          <a:pt x="36737" y="8817"/>
                          <a:pt x="35362" y="9260"/>
                        </a:cubicBezTo>
                        <a:cubicBezTo>
                          <a:pt x="30043" y="10901"/>
                          <a:pt x="24413" y="11388"/>
                          <a:pt x="21265" y="11654"/>
                        </a:cubicBezTo>
                        <a:cubicBezTo>
                          <a:pt x="18073" y="11920"/>
                          <a:pt x="13020" y="11832"/>
                          <a:pt x="8719" y="11211"/>
                        </a:cubicBezTo>
                        <a:cubicBezTo>
                          <a:pt x="4419" y="10590"/>
                          <a:pt x="740" y="9482"/>
                          <a:pt x="75" y="6911"/>
                        </a:cubicBezTo>
                        <a:cubicBezTo>
                          <a:pt x="-590" y="4384"/>
                          <a:pt x="3267" y="2478"/>
                          <a:pt x="8010" y="1414"/>
                        </a:cubicBezTo>
                        <a:cubicBezTo>
                          <a:pt x="12754" y="394"/>
                          <a:pt x="18206" y="173"/>
                          <a:pt x="20733" y="84"/>
                        </a:cubicBezTo>
                        <a:cubicBezTo>
                          <a:pt x="23260" y="-5"/>
                          <a:pt x="29422" y="-5"/>
                          <a:pt x="34564" y="40"/>
                        </a:cubicBezTo>
                        <a:cubicBezTo>
                          <a:pt x="37180" y="40"/>
                          <a:pt x="39219" y="-93"/>
                          <a:pt x="41391" y="128"/>
                        </a:cubicBezTo>
                        <a:cubicBezTo>
                          <a:pt x="43342" y="350"/>
                          <a:pt x="44406" y="1015"/>
                          <a:pt x="44317" y="225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78" name="Forme libre : forme 22077">
                    <a:extLst>
                      <a:ext uri="{FF2B5EF4-FFF2-40B4-BE49-F238E27FC236}">
                        <a16:creationId xmlns:a16="http://schemas.microsoft.com/office/drawing/2014/main" id="{DEEF58A5-12EB-4BB1-BBBA-A5A33C11BF22}"/>
                      </a:ext>
                    </a:extLst>
                  </p:cNvPr>
                  <p:cNvSpPr/>
                  <p:nvPr/>
                </p:nvSpPr>
                <p:spPr>
                  <a:xfrm>
                    <a:off x="6001739" y="1338003"/>
                    <a:ext cx="55844" cy="20771"/>
                  </a:xfrm>
                  <a:custGeom>
                    <a:avLst/>
                    <a:gdLst>
                      <a:gd name="connsiteX0" fmla="*/ 1919 w 55844"/>
                      <a:gd name="connsiteY0" fmla="*/ 14889 h 20771"/>
                      <a:gd name="connsiteX1" fmla="*/ 9145 w 55844"/>
                      <a:gd name="connsiteY1" fmla="*/ 17327 h 20771"/>
                      <a:gd name="connsiteX2" fmla="*/ 27498 w 55844"/>
                      <a:gd name="connsiteY2" fmla="*/ 20696 h 20771"/>
                      <a:gd name="connsiteX3" fmla="*/ 47979 w 55844"/>
                      <a:gd name="connsiteY3" fmla="*/ 18391 h 20771"/>
                      <a:gd name="connsiteX4" fmla="*/ 55515 w 55844"/>
                      <a:gd name="connsiteY4" fmla="*/ 11431 h 20771"/>
                      <a:gd name="connsiteX5" fmla="*/ 48201 w 55844"/>
                      <a:gd name="connsiteY5" fmla="*/ 9259 h 20771"/>
                      <a:gd name="connsiteX6" fmla="*/ 28961 w 55844"/>
                      <a:gd name="connsiteY6" fmla="*/ 3717 h 20771"/>
                      <a:gd name="connsiteX7" fmla="*/ 7815 w 55844"/>
                      <a:gd name="connsiteY7" fmla="*/ 1545 h 20771"/>
                      <a:gd name="connsiteX8" fmla="*/ 323 w 55844"/>
                      <a:gd name="connsiteY8" fmla="*/ 8815 h 20771"/>
                      <a:gd name="connsiteX9" fmla="*/ 1919 w 55844"/>
                      <a:gd name="connsiteY9" fmla="*/ 14889 h 20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5844" h="20771">
                        <a:moveTo>
                          <a:pt x="1919" y="14889"/>
                        </a:moveTo>
                        <a:cubicBezTo>
                          <a:pt x="4402" y="16751"/>
                          <a:pt x="5953" y="16839"/>
                          <a:pt x="9145" y="17327"/>
                        </a:cubicBezTo>
                        <a:cubicBezTo>
                          <a:pt x="15352" y="18391"/>
                          <a:pt x="19829" y="20386"/>
                          <a:pt x="27498" y="20696"/>
                        </a:cubicBezTo>
                        <a:cubicBezTo>
                          <a:pt x="33926" y="21006"/>
                          <a:pt x="41773" y="20386"/>
                          <a:pt x="47979" y="18391"/>
                        </a:cubicBezTo>
                        <a:cubicBezTo>
                          <a:pt x="52634" y="16928"/>
                          <a:pt x="57111" y="14135"/>
                          <a:pt x="55515" y="11431"/>
                        </a:cubicBezTo>
                        <a:cubicBezTo>
                          <a:pt x="54584" y="9791"/>
                          <a:pt x="50994" y="9924"/>
                          <a:pt x="48201" y="9259"/>
                        </a:cubicBezTo>
                        <a:cubicBezTo>
                          <a:pt x="41595" y="7707"/>
                          <a:pt x="35522" y="6377"/>
                          <a:pt x="28961" y="3717"/>
                        </a:cubicBezTo>
                        <a:cubicBezTo>
                          <a:pt x="23464" y="1545"/>
                          <a:pt x="16637" y="-2090"/>
                          <a:pt x="7815" y="1545"/>
                        </a:cubicBezTo>
                        <a:cubicBezTo>
                          <a:pt x="3914" y="3274"/>
                          <a:pt x="1121" y="6288"/>
                          <a:pt x="323" y="8815"/>
                        </a:cubicBezTo>
                        <a:cubicBezTo>
                          <a:pt x="-430" y="11342"/>
                          <a:pt x="146" y="13603"/>
                          <a:pt x="1919" y="1488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79" name="Forme libre : forme 22078">
                    <a:extLst>
                      <a:ext uri="{FF2B5EF4-FFF2-40B4-BE49-F238E27FC236}">
                        <a16:creationId xmlns:a16="http://schemas.microsoft.com/office/drawing/2014/main" id="{5196F640-FD4C-4652-BCC1-41FF562C6845}"/>
                      </a:ext>
                    </a:extLst>
                  </p:cNvPr>
                  <p:cNvSpPr/>
                  <p:nvPr/>
                </p:nvSpPr>
                <p:spPr>
                  <a:xfrm>
                    <a:off x="6011587" y="1335872"/>
                    <a:ext cx="18446" cy="8266"/>
                  </a:xfrm>
                  <a:custGeom>
                    <a:avLst/>
                    <a:gdLst>
                      <a:gd name="connsiteX0" fmla="*/ 1425 w 18446"/>
                      <a:gd name="connsiteY0" fmla="*/ 5892 h 8266"/>
                      <a:gd name="connsiteX1" fmla="*/ 6 w 18446"/>
                      <a:gd name="connsiteY1" fmla="*/ 7577 h 8266"/>
                      <a:gd name="connsiteX2" fmla="*/ 1735 w 18446"/>
                      <a:gd name="connsiteY2" fmla="*/ 8242 h 8266"/>
                      <a:gd name="connsiteX3" fmla="*/ 5104 w 18446"/>
                      <a:gd name="connsiteY3" fmla="*/ 7400 h 8266"/>
                      <a:gd name="connsiteX4" fmla="*/ 13261 w 18446"/>
                      <a:gd name="connsiteY4" fmla="*/ 4917 h 8266"/>
                      <a:gd name="connsiteX5" fmla="*/ 16143 w 18446"/>
                      <a:gd name="connsiteY5" fmla="*/ 3853 h 8266"/>
                      <a:gd name="connsiteX6" fmla="*/ 13838 w 18446"/>
                      <a:gd name="connsiteY6" fmla="*/ 174 h 8266"/>
                      <a:gd name="connsiteX7" fmla="*/ 1425 w 18446"/>
                      <a:gd name="connsiteY7" fmla="*/ 5892 h 8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446" h="8266">
                        <a:moveTo>
                          <a:pt x="1425" y="5892"/>
                        </a:moveTo>
                        <a:cubicBezTo>
                          <a:pt x="627" y="6513"/>
                          <a:pt x="95" y="6956"/>
                          <a:pt x="6" y="7577"/>
                        </a:cubicBezTo>
                        <a:cubicBezTo>
                          <a:pt x="-82" y="8198"/>
                          <a:pt x="760" y="8331"/>
                          <a:pt x="1735" y="8242"/>
                        </a:cubicBezTo>
                        <a:cubicBezTo>
                          <a:pt x="2711" y="8153"/>
                          <a:pt x="4085" y="7666"/>
                          <a:pt x="5104" y="7400"/>
                        </a:cubicBezTo>
                        <a:cubicBezTo>
                          <a:pt x="7720" y="6602"/>
                          <a:pt x="10513" y="5759"/>
                          <a:pt x="13261" y="4917"/>
                        </a:cubicBezTo>
                        <a:cubicBezTo>
                          <a:pt x="14325" y="4607"/>
                          <a:pt x="15345" y="4296"/>
                          <a:pt x="16143" y="3853"/>
                        </a:cubicBezTo>
                        <a:cubicBezTo>
                          <a:pt x="19601" y="1991"/>
                          <a:pt x="19423" y="-713"/>
                          <a:pt x="13838" y="174"/>
                        </a:cubicBezTo>
                        <a:cubicBezTo>
                          <a:pt x="9582" y="839"/>
                          <a:pt x="4572" y="3366"/>
                          <a:pt x="1425" y="589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80" name="Forme libre : forme 22079">
                    <a:extLst>
                      <a:ext uri="{FF2B5EF4-FFF2-40B4-BE49-F238E27FC236}">
                        <a16:creationId xmlns:a16="http://schemas.microsoft.com/office/drawing/2014/main" id="{F1452D90-D798-4413-B070-D1ABDC67BA4A}"/>
                      </a:ext>
                    </a:extLst>
                  </p:cNvPr>
                  <p:cNvSpPr/>
                  <p:nvPr/>
                </p:nvSpPr>
                <p:spPr>
                  <a:xfrm>
                    <a:off x="6056368" y="1343494"/>
                    <a:ext cx="25490" cy="16092"/>
                  </a:xfrm>
                  <a:custGeom>
                    <a:avLst/>
                    <a:gdLst>
                      <a:gd name="connsiteX0" fmla="*/ 25490 w 25490"/>
                      <a:gd name="connsiteY0" fmla="*/ 0 h 16092"/>
                      <a:gd name="connsiteX1" fmla="*/ 20836 w 25490"/>
                      <a:gd name="connsiteY1" fmla="*/ 4034 h 16092"/>
                      <a:gd name="connsiteX2" fmla="*/ 15604 w 25490"/>
                      <a:gd name="connsiteY2" fmla="*/ 7935 h 16092"/>
                      <a:gd name="connsiteX3" fmla="*/ 13610 w 25490"/>
                      <a:gd name="connsiteY3" fmla="*/ 9930 h 16092"/>
                      <a:gd name="connsiteX4" fmla="*/ 13211 w 25490"/>
                      <a:gd name="connsiteY4" fmla="*/ 10418 h 16092"/>
                      <a:gd name="connsiteX5" fmla="*/ 12989 w 25490"/>
                      <a:gd name="connsiteY5" fmla="*/ 10639 h 16092"/>
                      <a:gd name="connsiteX6" fmla="*/ 12280 w 25490"/>
                      <a:gd name="connsiteY6" fmla="*/ 11038 h 16092"/>
                      <a:gd name="connsiteX7" fmla="*/ 9310 w 25490"/>
                      <a:gd name="connsiteY7" fmla="*/ 12546 h 16092"/>
                      <a:gd name="connsiteX8" fmla="*/ 0 w 25490"/>
                      <a:gd name="connsiteY8" fmla="*/ 16092 h 16092"/>
                      <a:gd name="connsiteX9" fmla="*/ 9088 w 25490"/>
                      <a:gd name="connsiteY9" fmla="*/ 12280 h 16092"/>
                      <a:gd name="connsiteX10" fmla="*/ 11748 w 25490"/>
                      <a:gd name="connsiteY10" fmla="*/ 10772 h 16092"/>
                      <a:gd name="connsiteX11" fmla="*/ 12856 w 25490"/>
                      <a:gd name="connsiteY11" fmla="*/ 10019 h 16092"/>
                      <a:gd name="connsiteX12" fmla="*/ 13211 w 25490"/>
                      <a:gd name="connsiteY12" fmla="*/ 9531 h 16092"/>
                      <a:gd name="connsiteX13" fmla="*/ 14895 w 25490"/>
                      <a:gd name="connsiteY13" fmla="*/ 7359 h 16092"/>
                      <a:gd name="connsiteX14" fmla="*/ 25490 w 25490"/>
                      <a:gd name="connsiteY14" fmla="*/ 0 h 16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5490" h="16092">
                        <a:moveTo>
                          <a:pt x="25490" y="0"/>
                        </a:moveTo>
                        <a:cubicBezTo>
                          <a:pt x="24338" y="1552"/>
                          <a:pt x="22653" y="2881"/>
                          <a:pt x="20836" y="4034"/>
                        </a:cubicBezTo>
                        <a:cubicBezTo>
                          <a:pt x="19107" y="5408"/>
                          <a:pt x="17112" y="6517"/>
                          <a:pt x="15604" y="7935"/>
                        </a:cubicBezTo>
                        <a:cubicBezTo>
                          <a:pt x="14762" y="8512"/>
                          <a:pt x="14186" y="9310"/>
                          <a:pt x="13610" y="9930"/>
                        </a:cubicBezTo>
                        <a:lnTo>
                          <a:pt x="13211" y="10418"/>
                        </a:lnTo>
                        <a:lnTo>
                          <a:pt x="12989" y="10639"/>
                        </a:lnTo>
                        <a:lnTo>
                          <a:pt x="12280" y="11038"/>
                        </a:lnTo>
                        <a:cubicBezTo>
                          <a:pt x="11304" y="11570"/>
                          <a:pt x="10329" y="12058"/>
                          <a:pt x="9310" y="12546"/>
                        </a:cubicBezTo>
                        <a:cubicBezTo>
                          <a:pt x="5719" y="14142"/>
                          <a:pt x="2483" y="15250"/>
                          <a:pt x="0" y="16092"/>
                        </a:cubicBezTo>
                        <a:cubicBezTo>
                          <a:pt x="2748" y="15205"/>
                          <a:pt x="5896" y="13964"/>
                          <a:pt x="9088" y="12280"/>
                        </a:cubicBezTo>
                        <a:cubicBezTo>
                          <a:pt x="9974" y="11792"/>
                          <a:pt x="10905" y="11304"/>
                          <a:pt x="11748" y="10772"/>
                        </a:cubicBezTo>
                        <a:cubicBezTo>
                          <a:pt x="12102" y="10551"/>
                          <a:pt x="12723" y="10196"/>
                          <a:pt x="12856" y="10019"/>
                        </a:cubicBezTo>
                        <a:lnTo>
                          <a:pt x="13211" y="9531"/>
                        </a:lnTo>
                        <a:cubicBezTo>
                          <a:pt x="13743" y="8866"/>
                          <a:pt x="14186" y="7980"/>
                          <a:pt x="14895" y="7359"/>
                        </a:cubicBezTo>
                        <a:cubicBezTo>
                          <a:pt x="17599" y="4389"/>
                          <a:pt x="21811" y="2128"/>
                          <a:pt x="2549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81" name="Forme libre : forme 22080">
                    <a:extLst>
                      <a:ext uri="{FF2B5EF4-FFF2-40B4-BE49-F238E27FC236}">
                        <a16:creationId xmlns:a16="http://schemas.microsoft.com/office/drawing/2014/main" id="{B1E99999-5CD3-40AC-8727-BA16BB508BCD}"/>
                      </a:ext>
                    </a:extLst>
                  </p:cNvPr>
                  <p:cNvSpPr/>
                  <p:nvPr/>
                </p:nvSpPr>
                <p:spPr>
                  <a:xfrm>
                    <a:off x="5992265" y="1328953"/>
                    <a:ext cx="28726" cy="24913"/>
                  </a:xfrm>
                  <a:custGeom>
                    <a:avLst/>
                    <a:gdLst>
                      <a:gd name="connsiteX0" fmla="*/ 28726 w 28726"/>
                      <a:gd name="connsiteY0" fmla="*/ 0 h 24913"/>
                      <a:gd name="connsiteX1" fmla="*/ 8999 w 28726"/>
                      <a:gd name="connsiteY1" fmla="*/ 10063 h 24913"/>
                      <a:gd name="connsiteX2" fmla="*/ 7049 w 28726"/>
                      <a:gd name="connsiteY2" fmla="*/ 12014 h 24913"/>
                      <a:gd name="connsiteX3" fmla="*/ 5674 w 28726"/>
                      <a:gd name="connsiteY3" fmla="*/ 13876 h 24913"/>
                      <a:gd name="connsiteX4" fmla="*/ 3325 w 28726"/>
                      <a:gd name="connsiteY4" fmla="*/ 17599 h 24913"/>
                      <a:gd name="connsiteX5" fmla="*/ 0 w 28726"/>
                      <a:gd name="connsiteY5" fmla="*/ 24914 h 24913"/>
                      <a:gd name="connsiteX6" fmla="*/ 3369 w 28726"/>
                      <a:gd name="connsiteY6" fmla="*/ 17821 h 24913"/>
                      <a:gd name="connsiteX7" fmla="*/ 5985 w 28726"/>
                      <a:gd name="connsiteY7" fmla="*/ 14097 h 24913"/>
                      <a:gd name="connsiteX8" fmla="*/ 9708 w 28726"/>
                      <a:gd name="connsiteY8" fmla="*/ 10285 h 24913"/>
                      <a:gd name="connsiteX9" fmla="*/ 28726 w 28726"/>
                      <a:gd name="connsiteY9" fmla="*/ 0 h 24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726" h="24913">
                        <a:moveTo>
                          <a:pt x="28726" y="0"/>
                        </a:moveTo>
                        <a:cubicBezTo>
                          <a:pt x="21589" y="1463"/>
                          <a:pt x="14496" y="4876"/>
                          <a:pt x="8999" y="10063"/>
                        </a:cubicBezTo>
                        <a:lnTo>
                          <a:pt x="7049" y="12014"/>
                        </a:lnTo>
                        <a:lnTo>
                          <a:pt x="5674" y="13876"/>
                        </a:lnTo>
                        <a:cubicBezTo>
                          <a:pt x="4788" y="15117"/>
                          <a:pt x="4034" y="16358"/>
                          <a:pt x="3325" y="17599"/>
                        </a:cubicBezTo>
                        <a:cubicBezTo>
                          <a:pt x="1906" y="20082"/>
                          <a:pt x="842" y="22520"/>
                          <a:pt x="0" y="24914"/>
                        </a:cubicBezTo>
                        <a:cubicBezTo>
                          <a:pt x="665" y="22697"/>
                          <a:pt x="1818" y="20259"/>
                          <a:pt x="3369" y="17821"/>
                        </a:cubicBezTo>
                        <a:cubicBezTo>
                          <a:pt x="4123" y="16580"/>
                          <a:pt x="5009" y="15338"/>
                          <a:pt x="5985" y="14097"/>
                        </a:cubicBezTo>
                        <a:cubicBezTo>
                          <a:pt x="6871" y="12900"/>
                          <a:pt x="8157" y="11570"/>
                          <a:pt x="9708" y="10285"/>
                        </a:cubicBezTo>
                        <a:cubicBezTo>
                          <a:pt x="15693" y="5098"/>
                          <a:pt x="22875" y="1995"/>
                          <a:pt x="2872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82" name="Forme libre : forme 22081">
                    <a:extLst>
                      <a:ext uri="{FF2B5EF4-FFF2-40B4-BE49-F238E27FC236}">
                        <a16:creationId xmlns:a16="http://schemas.microsoft.com/office/drawing/2014/main" id="{82653E8B-D506-4051-8583-9EF33BA8DE2D}"/>
                      </a:ext>
                    </a:extLst>
                  </p:cNvPr>
                  <p:cNvSpPr/>
                  <p:nvPr/>
                </p:nvSpPr>
                <p:spPr>
                  <a:xfrm>
                    <a:off x="6040212" y="1339734"/>
                    <a:ext cx="16419" cy="3843"/>
                  </a:xfrm>
                  <a:custGeom>
                    <a:avLst/>
                    <a:gdLst>
                      <a:gd name="connsiteX0" fmla="*/ 16333 w 16419"/>
                      <a:gd name="connsiteY0" fmla="*/ 2386 h 3843"/>
                      <a:gd name="connsiteX1" fmla="*/ 6757 w 16419"/>
                      <a:gd name="connsiteY1" fmla="*/ 3715 h 3843"/>
                      <a:gd name="connsiteX2" fmla="*/ 152 w 16419"/>
                      <a:gd name="connsiteY2" fmla="*/ 1233 h 3843"/>
                      <a:gd name="connsiteX3" fmla="*/ 9240 w 16419"/>
                      <a:gd name="connsiteY3" fmla="*/ 213 h 3843"/>
                      <a:gd name="connsiteX4" fmla="*/ 16333 w 16419"/>
                      <a:gd name="connsiteY4" fmla="*/ 2386 h 3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19" h="3843">
                        <a:moveTo>
                          <a:pt x="16333" y="2386"/>
                        </a:moveTo>
                        <a:cubicBezTo>
                          <a:pt x="15446" y="4159"/>
                          <a:pt x="8752" y="3893"/>
                          <a:pt x="6757" y="3715"/>
                        </a:cubicBezTo>
                        <a:cubicBezTo>
                          <a:pt x="4718" y="3582"/>
                          <a:pt x="-1001" y="2962"/>
                          <a:pt x="152" y="1233"/>
                        </a:cubicBezTo>
                        <a:cubicBezTo>
                          <a:pt x="1304" y="-540"/>
                          <a:pt x="7334" y="80"/>
                          <a:pt x="9240" y="213"/>
                        </a:cubicBezTo>
                        <a:cubicBezTo>
                          <a:pt x="11102" y="391"/>
                          <a:pt x="17219" y="701"/>
                          <a:pt x="16333" y="238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83" name="Forme libre : forme 22082">
                    <a:extLst>
                      <a:ext uri="{FF2B5EF4-FFF2-40B4-BE49-F238E27FC236}">
                        <a16:creationId xmlns:a16="http://schemas.microsoft.com/office/drawing/2014/main" id="{5EE84324-8876-4EED-A344-A290B22CC167}"/>
                      </a:ext>
                    </a:extLst>
                  </p:cNvPr>
                  <p:cNvSpPr/>
                  <p:nvPr/>
                </p:nvSpPr>
                <p:spPr>
                  <a:xfrm>
                    <a:off x="6054401" y="1340884"/>
                    <a:ext cx="4612" cy="1587"/>
                  </a:xfrm>
                  <a:custGeom>
                    <a:avLst/>
                    <a:gdLst>
                      <a:gd name="connsiteX0" fmla="*/ 4582 w 4612"/>
                      <a:gd name="connsiteY0" fmla="*/ 526 h 1587"/>
                      <a:gd name="connsiteX1" fmla="*/ 2587 w 4612"/>
                      <a:gd name="connsiteY1" fmla="*/ 1545 h 1587"/>
                      <a:gd name="connsiteX2" fmla="*/ 16 w 4612"/>
                      <a:gd name="connsiteY2" fmla="*/ 1013 h 1587"/>
                      <a:gd name="connsiteX3" fmla="*/ 2011 w 4612"/>
                      <a:gd name="connsiteY3" fmla="*/ 82 h 1587"/>
                      <a:gd name="connsiteX4" fmla="*/ 4582 w 4612"/>
                      <a:gd name="connsiteY4" fmla="*/ 526 h 1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12" h="1587">
                        <a:moveTo>
                          <a:pt x="4582" y="526"/>
                        </a:moveTo>
                        <a:cubicBezTo>
                          <a:pt x="4848" y="1146"/>
                          <a:pt x="3340" y="1457"/>
                          <a:pt x="2587" y="1545"/>
                        </a:cubicBezTo>
                        <a:cubicBezTo>
                          <a:pt x="1833" y="1634"/>
                          <a:pt x="237" y="1634"/>
                          <a:pt x="16" y="1013"/>
                        </a:cubicBezTo>
                        <a:cubicBezTo>
                          <a:pt x="-162" y="393"/>
                          <a:pt x="1213" y="127"/>
                          <a:pt x="2011" y="82"/>
                        </a:cubicBezTo>
                        <a:cubicBezTo>
                          <a:pt x="2764" y="-51"/>
                          <a:pt x="4360" y="-95"/>
                          <a:pt x="4582" y="52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84" name="Forme libre : forme 22083">
                    <a:extLst>
                      <a:ext uri="{FF2B5EF4-FFF2-40B4-BE49-F238E27FC236}">
                        <a16:creationId xmlns:a16="http://schemas.microsoft.com/office/drawing/2014/main" id="{6BB55380-DCC0-4170-AF4E-E8C851A38A64}"/>
                      </a:ext>
                    </a:extLst>
                  </p:cNvPr>
                  <p:cNvSpPr/>
                  <p:nvPr/>
                </p:nvSpPr>
                <p:spPr>
                  <a:xfrm>
                    <a:off x="6039649" y="1328576"/>
                    <a:ext cx="40893" cy="13021"/>
                  </a:xfrm>
                  <a:custGeom>
                    <a:avLst/>
                    <a:gdLst>
                      <a:gd name="connsiteX0" fmla="*/ 29442 w 40893"/>
                      <a:gd name="connsiteY0" fmla="*/ 3790 h 13021"/>
                      <a:gd name="connsiteX1" fmla="*/ 33298 w 40893"/>
                      <a:gd name="connsiteY1" fmla="*/ 4943 h 13021"/>
                      <a:gd name="connsiteX2" fmla="*/ 36357 w 40893"/>
                      <a:gd name="connsiteY2" fmla="*/ 6495 h 13021"/>
                      <a:gd name="connsiteX3" fmla="*/ 40702 w 40893"/>
                      <a:gd name="connsiteY3" fmla="*/ 10617 h 13021"/>
                      <a:gd name="connsiteX4" fmla="*/ 37643 w 40893"/>
                      <a:gd name="connsiteY4" fmla="*/ 13011 h 13021"/>
                      <a:gd name="connsiteX5" fmla="*/ 32811 w 40893"/>
                      <a:gd name="connsiteY5" fmla="*/ 11460 h 13021"/>
                      <a:gd name="connsiteX6" fmla="*/ 29131 w 40893"/>
                      <a:gd name="connsiteY6" fmla="*/ 10085 h 13021"/>
                      <a:gd name="connsiteX7" fmla="*/ 25009 w 40893"/>
                      <a:gd name="connsiteY7" fmla="*/ 9553 h 13021"/>
                      <a:gd name="connsiteX8" fmla="*/ 21507 w 40893"/>
                      <a:gd name="connsiteY8" fmla="*/ 9021 h 13021"/>
                      <a:gd name="connsiteX9" fmla="*/ 17916 w 40893"/>
                      <a:gd name="connsiteY9" fmla="*/ 8223 h 13021"/>
                      <a:gd name="connsiteX10" fmla="*/ 316 w 40893"/>
                      <a:gd name="connsiteY10" fmla="*/ 2416 h 13021"/>
                      <a:gd name="connsiteX11" fmla="*/ 19201 w 40893"/>
                      <a:gd name="connsiteY11" fmla="*/ 909 h 13021"/>
                      <a:gd name="connsiteX12" fmla="*/ 20309 w 40893"/>
                      <a:gd name="connsiteY12" fmla="*/ 1264 h 13021"/>
                      <a:gd name="connsiteX13" fmla="*/ 21063 w 40893"/>
                      <a:gd name="connsiteY13" fmla="*/ 1662 h 13021"/>
                      <a:gd name="connsiteX14" fmla="*/ 21817 w 40893"/>
                      <a:gd name="connsiteY14" fmla="*/ 2150 h 13021"/>
                      <a:gd name="connsiteX15" fmla="*/ 23324 w 40893"/>
                      <a:gd name="connsiteY15" fmla="*/ 2416 h 13021"/>
                      <a:gd name="connsiteX16" fmla="*/ 29442 w 40893"/>
                      <a:gd name="connsiteY16" fmla="*/ 3790 h 130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40893" h="13021">
                        <a:moveTo>
                          <a:pt x="29442" y="3790"/>
                        </a:moveTo>
                        <a:cubicBezTo>
                          <a:pt x="30860" y="4189"/>
                          <a:pt x="32146" y="4544"/>
                          <a:pt x="33298" y="4943"/>
                        </a:cubicBezTo>
                        <a:cubicBezTo>
                          <a:pt x="34407" y="5431"/>
                          <a:pt x="35426" y="5963"/>
                          <a:pt x="36357" y="6495"/>
                        </a:cubicBezTo>
                        <a:cubicBezTo>
                          <a:pt x="38175" y="7514"/>
                          <a:pt x="39593" y="8888"/>
                          <a:pt x="40702" y="10617"/>
                        </a:cubicBezTo>
                        <a:cubicBezTo>
                          <a:pt x="41500" y="11903"/>
                          <a:pt x="39682" y="13144"/>
                          <a:pt x="37643" y="13011"/>
                        </a:cubicBezTo>
                        <a:cubicBezTo>
                          <a:pt x="35604" y="13100"/>
                          <a:pt x="34318" y="12125"/>
                          <a:pt x="32811" y="11460"/>
                        </a:cubicBezTo>
                        <a:cubicBezTo>
                          <a:pt x="31658" y="10972"/>
                          <a:pt x="30417" y="10484"/>
                          <a:pt x="29131" y="10085"/>
                        </a:cubicBezTo>
                        <a:cubicBezTo>
                          <a:pt x="27846" y="9819"/>
                          <a:pt x="26472" y="9642"/>
                          <a:pt x="25009" y="9553"/>
                        </a:cubicBezTo>
                        <a:cubicBezTo>
                          <a:pt x="23546" y="9420"/>
                          <a:pt x="22748" y="9243"/>
                          <a:pt x="21507" y="9021"/>
                        </a:cubicBezTo>
                        <a:cubicBezTo>
                          <a:pt x="20309" y="8755"/>
                          <a:pt x="19113" y="8489"/>
                          <a:pt x="17916" y="8223"/>
                        </a:cubicBezTo>
                        <a:cubicBezTo>
                          <a:pt x="15123" y="7647"/>
                          <a:pt x="-2565" y="6096"/>
                          <a:pt x="316" y="2416"/>
                        </a:cubicBezTo>
                        <a:cubicBezTo>
                          <a:pt x="3508" y="-1308"/>
                          <a:pt x="16586" y="199"/>
                          <a:pt x="19201" y="909"/>
                        </a:cubicBezTo>
                        <a:cubicBezTo>
                          <a:pt x="19600" y="998"/>
                          <a:pt x="19955" y="1131"/>
                          <a:pt x="20309" y="1264"/>
                        </a:cubicBezTo>
                        <a:cubicBezTo>
                          <a:pt x="20575" y="1397"/>
                          <a:pt x="20797" y="1529"/>
                          <a:pt x="21063" y="1662"/>
                        </a:cubicBezTo>
                        <a:lnTo>
                          <a:pt x="21817" y="2150"/>
                        </a:lnTo>
                        <a:cubicBezTo>
                          <a:pt x="22083" y="2327"/>
                          <a:pt x="22881" y="2327"/>
                          <a:pt x="23324" y="2416"/>
                        </a:cubicBezTo>
                        <a:cubicBezTo>
                          <a:pt x="25452" y="2859"/>
                          <a:pt x="27358" y="3125"/>
                          <a:pt x="29442" y="379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22" name="Graphique 2">
                  <a:extLst>
                    <a:ext uri="{FF2B5EF4-FFF2-40B4-BE49-F238E27FC236}">
                      <a16:creationId xmlns:a16="http://schemas.microsoft.com/office/drawing/2014/main" id="{328A8BF5-8BF0-40E2-9031-375422720552}"/>
                    </a:ext>
                  </a:extLst>
                </p:cNvPr>
                <p:cNvGrpSpPr/>
                <p:nvPr/>
              </p:nvGrpSpPr>
              <p:grpSpPr>
                <a:xfrm>
                  <a:off x="6084756" y="1333279"/>
                  <a:ext cx="84057" cy="58931"/>
                  <a:chOff x="6084756" y="1333279"/>
                  <a:chExt cx="84057" cy="58931"/>
                </a:xfrm>
                <a:solidFill>
                  <a:schemeClr val="accent1"/>
                </a:solidFill>
              </p:grpSpPr>
              <p:sp>
                <p:nvSpPr>
                  <p:cNvPr id="22061" name="Forme libre : forme 22060">
                    <a:extLst>
                      <a:ext uri="{FF2B5EF4-FFF2-40B4-BE49-F238E27FC236}">
                        <a16:creationId xmlns:a16="http://schemas.microsoft.com/office/drawing/2014/main" id="{B2D1E1B5-4079-40ED-80FD-33A6942B2847}"/>
                      </a:ext>
                    </a:extLst>
                  </p:cNvPr>
                  <p:cNvSpPr/>
                  <p:nvPr/>
                </p:nvSpPr>
                <p:spPr>
                  <a:xfrm>
                    <a:off x="6084756" y="1333279"/>
                    <a:ext cx="84057" cy="58931"/>
                  </a:xfrm>
                  <a:custGeom>
                    <a:avLst/>
                    <a:gdLst>
                      <a:gd name="connsiteX0" fmla="*/ 47861 w 84057"/>
                      <a:gd name="connsiteY0" fmla="*/ 51531 h 58931"/>
                      <a:gd name="connsiteX1" fmla="*/ 21750 w 84057"/>
                      <a:gd name="connsiteY1" fmla="*/ 35616 h 58931"/>
                      <a:gd name="connsiteX2" fmla="*/ 870 w 84057"/>
                      <a:gd name="connsiteY2" fmla="*/ 12652 h 58931"/>
                      <a:gd name="connsiteX3" fmla="*/ 3751 w 84057"/>
                      <a:gd name="connsiteY3" fmla="*/ 3033 h 58931"/>
                      <a:gd name="connsiteX4" fmla="*/ 39128 w 84057"/>
                      <a:gd name="connsiteY4" fmla="*/ 5116 h 58931"/>
                      <a:gd name="connsiteX5" fmla="*/ 66302 w 84057"/>
                      <a:gd name="connsiteY5" fmla="*/ 21696 h 58931"/>
                      <a:gd name="connsiteX6" fmla="*/ 83902 w 84057"/>
                      <a:gd name="connsiteY6" fmla="*/ 49713 h 58931"/>
                      <a:gd name="connsiteX7" fmla="*/ 79158 w 84057"/>
                      <a:gd name="connsiteY7" fmla="*/ 58313 h 58931"/>
                      <a:gd name="connsiteX8" fmla="*/ 47861 w 84057"/>
                      <a:gd name="connsiteY8" fmla="*/ 51531 h 58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057" h="58931">
                        <a:moveTo>
                          <a:pt x="47861" y="51531"/>
                        </a:moveTo>
                        <a:cubicBezTo>
                          <a:pt x="41610" y="47718"/>
                          <a:pt x="28266" y="39606"/>
                          <a:pt x="21750" y="35616"/>
                        </a:cubicBezTo>
                        <a:cubicBezTo>
                          <a:pt x="10002" y="28567"/>
                          <a:pt x="6101" y="21740"/>
                          <a:pt x="870" y="12652"/>
                        </a:cubicBezTo>
                        <a:cubicBezTo>
                          <a:pt x="-948" y="9594"/>
                          <a:pt x="116" y="4629"/>
                          <a:pt x="3751" y="3033"/>
                        </a:cubicBezTo>
                        <a:cubicBezTo>
                          <a:pt x="14036" y="-1267"/>
                          <a:pt x="25473" y="-1356"/>
                          <a:pt x="39128" y="5116"/>
                        </a:cubicBezTo>
                        <a:cubicBezTo>
                          <a:pt x="46531" y="8530"/>
                          <a:pt x="59963" y="16953"/>
                          <a:pt x="66302" y="21696"/>
                        </a:cubicBezTo>
                        <a:cubicBezTo>
                          <a:pt x="78360" y="30562"/>
                          <a:pt x="81729" y="39428"/>
                          <a:pt x="83902" y="49713"/>
                        </a:cubicBezTo>
                        <a:cubicBezTo>
                          <a:pt x="84655" y="53304"/>
                          <a:pt x="82616" y="57782"/>
                          <a:pt x="79158" y="58313"/>
                        </a:cubicBezTo>
                        <a:cubicBezTo>
                          <a:pt x="69228" y="59954"/>
                          <a:pt x="59741" y="58535"/>
                          <a:pt x="47861" y="5153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62" name="Forme libre : forme 22061">
                    <a:extLst>
                      <a:ext uri="{FF2B5EF4-FFF2-40B4-BE49-F238E27FC236}">
                        <a16:creationId xmlns:a16="http://schemas.microsoft.com/office/drawing/2014/main" id="{F3F986A0-4638-4CB8-B586-D20DB28FBFA2}"/>
                      </a:ext>
                    </a:extLst>
                  </p:cNvPr>
                  <p:cNvSpPr/>
                  <p:nvPr/>
                </p:nvSpPr>
                <p:spPr>
                  <a:xfrm>
                    <a:off x="6084770" y="1341499"/>
                    <a:ext cx="79365" cy="50529"/>
                  </a:xfrm>
                  <a:custGeom>
                    <a:avLst/>
                    <a:gdLst>
                      <a:gd name="connsiteX0" fmla="*/ 31932 w 79365"/>
                      <a:gd name="connsiteY0" fmla="*/ 18663 h 50529"/>
                      <a:gd name="connsiteX1" fmla="*/ 58 w 79365"/>
                      <a:gd name="connsiteY1" fmla="*/ 0 h 50529"/>
                      <a:gd name="connsiteX2" fmla="*/ 856 w 79365"/>
                      <a:gd name="connsiteY2" fmla="*/ 4344 h 50529"/>
                      <a:gd name="connsiteX3" fmla="*/ 3516 w 79365"/>
                      <a:gd name="connsiteY3" fmla="*/ 8866 h 50529"/>
                      <a:gd name="connsiteX4" fmla="*/ 12426 w 79365"/>
                      <a:gd name="connsiteY4" fmla="*/ 20348 h 50529"/>
                      <a:gd name="connsiteX5" fmla="*/ 21736 w 79365"/>
                      <a:gd name="connsiteY5" fmla="*/ 27308 h 50529"/>
                      <a:gd name="connsiteX6" fmla="*/ 25858 w 79365"/>
                      <a:gd name="connsiteY6" fmla="*/ 29790 h 50529"/>
                      <a:gd name="connsiteX7" fmla="*/ 45852 w 79365"/>
                      <a:gd name="connsiteY7" fmla="*/ 42026 h 50529"/>
                      <a:gd name="connsiteX8" fmla="*/ 47847 w 79365"/>
                      <a:gd name="connsiteY8" fmla="*/ 43178 h 50529"/>
                      <a:gd name="connsiteX9" fmla="*/ 59727 w 79365"/>
                      <a:gd name="connsiteY9" fmla="*/ 48631 h 50529"/>
                      <a:gd name="connsiteX10" fmla="*/ 74489 w 79365"/>
                      <a:gd name="connsiteY10" fmla="*/ 50493 h 50529"/>
                      <a:gd name="connsiteX11" fmla="*/ 79188 w 79365"/>
                      <a:gd name="connsiteY11" fmla="*/ 49961 h 50529"/>
                      <a:gd name="connsiteX12" fmla="*/ 79366 w 79365"/>
                      <a:gd name="connsiteY12" fmla="*/ 49917 h 50529"/>
                      <a:gd name="connsiteX13" fmla="*/ 31932 w 79365"/>
                      <a:gd name="connsiteY13" fmla="*/ 18663 h 50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9365" h="50529">
                        <a:moveTo>
                          <a:pt x="31932" y="18663"/>
                        </a:moveTo>
                        <a:cubicBezTo>
                          <a:pt x="20273" y="12989"/>
                          <a:pt x="8702" y="7093"/>
                          <a:pt x="58" y="0"/>
                        </a:cubicBezTo>
                        <a:cubicBezTo>
                          <a:pt x="-120" y="1552"/>
                          <a:pt x="102" y="3103"/>
                          <a:pt x="856" y="4344"/>
                        </a:cubicBezTo>
                        <a:cubicBezTo>
                          <a:pt x="1787" y="5940"/>
                          <a:pt x="2673" y="7448"/>
                          <a:pt x="3516" y="8866"/>
                        </a:cubicBezTo>
                        <a:cubicBezTo>
                          <a:pt x="6042" y="12989"/>
                          <a:pt x="8614" y="16846"/>
                          <a:pt x="12426" y="20348"/>
                        </a:cubicBezTo>
                        <a:cubicBezTo>
                          <a:pt x="14909" y="22698"/>
                          <a:pt x="17923" y="24914"/>
                          <a:pt x="21736" y="27308"/>
                        </a:cubicBezTo>
                        <a:cubicBezTo>
                          <a:pt x="22933" y="28017"/>
                          <a:pt x="24307" y="28860"/>
                          <a:pt x="25858" y="29790"/>
                        </a:cubicBezTo>
                        <a:cubicBezTo>
                          <a:pt x="31976" y="33426"/>
                          <a:pt x="40399" y="38657"/>
                          <a:pt x="45852" y="42026"/>
                        </a:cubicBezTo>
                        <a:cubicBezTo>
                          <a:pt x="46561" y="42425"/>
                          <a:pt x="47226" y="42868"/>
                          <a:pt x="47847" y="43178"/>
                        </a:cubicBezTo>
                        <a:cubicBezTo>
                          <a:pt x="52102" y="45661"/>
                          <a:pt x="56003" y="47434"/>
                          <a:pt x="59727" y="48631"/>
                        </a:cubicBezTo>
                        <a:cubicBezTo>
                          <a:pt x="64870" y="50227"/>
                          <a:pt x="69702" y="50670"/>
                          <a:pt x="74489" y="50493"/>
                        </a:cubicBezTo>
                        <a:cubicBezTo>
                          <a:pt x="76041" y="50404"/>
                          <a:pt x="77593" y="50227"/>
                          <a:pt x="79188" y="49961"/>
                        </a:cubicBezTo>
                        <a:lnTo>
                          <a:pt x="79366" y="49917"/>
                        </a:lnTo>
                        <a:cubicBezTo>
                          <a:pt x="64338" y="38435"/>
                          <a:pt x="48467" y="26776"/>
                          <a:pt x="31932" y="1866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63" name="Forme libre : forme 22062">
                    <a:extLst>
                      <a:ext uri="{FF2B5EF4-FFF2-40B4-BE49-F238E27FC236}">
                        <a16:creationId xmlns:a16="http://schemas.microsoft.com/office/drawing/2014/main" id="{F4B66FAF-6FAA-472C-BBB0-30662ABDFCAE}"/>
                      </a:ext>
                    </a:extLst>
                  </p:cNvPr>
                  <p:cNvSpPr/>
                  <p:nvPr/>
                </p:nvSpPr>
                <p:spPr>
                  <a:xfrm>
                    <a:off x="6115118" y="1352725"/>
                    <a:ext cx="37823" cy="26605"/>
                  </a:xfrm>
                  <a:custGeom>
                    <a:avLst/>
                    <a:gdLst>
                      <a:gd name="connsiteX0" fmla="*/ 37492 w 37823"/>
                      <a:gd name="connsiteY0" fmla="*/ 25657 h 26605"/>
                      <a:gd name="connsiteX1" fmla="*/ 15238 w 37823"/>
                      <a:gd name="connsiteY1" fmla="*/ 17589 h 26605"/>
                      <a:gd name="connsiteX2" fmla="*/ 254 w 37823"/>
                      <a:gd name="connsiteY2" fmla="*/ 1497 h 26605"/>
                      <a:gd name="connsiteX3" fmla="*/ 21311 w 37823"/>
                      <a:gd name="connsiteY3" fmla="*/ 7792 h 26605"/>
                      <a:gd name="connsiteX4" fmla="*/ 37492 w 37823"/>
                      <a:gd name="connsiteY4" fmla="*/ 25657 h 26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23" h="26605">
                        <a:moveTo>
                          <a:pt x="37492" y="25657"/>
                        </a:moveTo>
                        <a:cubicBezTo>
                          <a:pt x="34921" y="29514"/>
                          <a:pt x="20203" y="20559"/>
                          <a:pt x="15238" y="17589"/>
                        </a:cubicBezTo>
                        <a:cubicBezTo>
                          <a:pt x="10406" y="14397"/>
                          <a:pt x="-1918" y="6018"/>
                          <a:pt x="254" y="1497"/>
                        </a:cubicBezTo>
                        <a:cubicBezTo>
                          <a:pt x="2560" y="-3247"/>
                          <a:pt x="16834" y="4511"/>
                          <a:pt x="21311" y="7792"/>
                        </a:cubicBezTo>
                        <a:cubicBezTo>
                          <a:pt x="26055" y="10850"/>
                          <a:pt x="40152" y="21667"/>
                          <a:pt x="37492" y="2565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64" name="Forme libre : forme 22063">
                    <a:extLst>
                      <a:ext uri="{FF2B5EF4-FFF2-40B4-BE49-F238E27FC236}">
                        <a16:creationId xmlns:a16="http://schemas.microsoft.com/office/drawing/2014/main" id="{1B21DADA-188C-4CD5-A5CB-578A8D8F9073}"/>
                      </a:ext>
                    </a:extLst>
                  </p:cNvPr>
                  <p:cNvSpPr/>
                  <p:nvPr/>
                </p:nvSpPr>
                <p:spPr>
                  <a:xfrm>
                    <a:off x="6115141" y="1352650"/>
                    <a:ext cx="23638" cy="22318"/>
                  </a:xfrm>
                  <a:custGeom>
                    <a:avLst/>
                    <a:gdLst>
                      <a:gd name="connsiteX0" fmla="*/ 10694 w 23638"/>
                      <a:gd name="connsiteY0" fmla="*/ 2148 h 22318"/>
                      <a:gd name="connsiteX1" fmla="*/ 54 w 23638"/>
                      <a:gd name="connsiteY1" fmla="*/ 1483 h 22318"/>
                      <a:gd name="connsiteX2" fmla="*/ 15437 w 23638"/>
                      <a:gd name="connsiteY2" fmla="*/ 17841 h 22318"/>
                      <a:gd name="connsiteX3" fmla="*/ 23638 w 23638"/>
                      <a:gd name="connsiteY3" fmla="*/ 22319 h 22318"/>
                      <a:gd name="connsiteX4" fmla="*/ 19649 w 23638"/>
                      <a:gd name="connsiteY4" fmla="*/ 19260 h 22318"/>
                      <a:gd name="connsiteX5" fmla="*/ 10694 w 23638"/>
                      <a:gd name="connsiteY5" fmla="*/ 2148 h 22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638" h="22318">
                        <a:moveTo>
                          <a:pt x="10694" y="2148"/>
                        </a:moveTo>
                        <a:cubicBezTo>
                          <a:pt x="7812" y="1439"/>
                          <a:pt x="631" y="-1886"/>
                          <a:pt x="54" y="1483"/>
                        </a:cubicBezTo>
                        <a:cubicBezTo>
                          <a:pt x="-832" y="6759"/>
                          <a:pt x="9364" y="13763"/>
                          <a:pt x="15437" y="17841"/>
                        </a:cubicBezTo>
                        <a:cubicBezTo>
                          <a:pt x="17210" y="18994"/>
                          <a:pt x="21422" y="21299"/>
                          <a:pt x="23638" y="22319"/>
                        </a:cubicBezTo>
                        <a:cubicBezTo>
                          <a:pt x="22530" y="21521"/>
                          <a:pt x="20579" y="20235"/>
                          <a:pt x="19649" y="19260"/>
                        </a:cubicBezTo>
                        <a:cubicBezTo>
                          <a:pt x="14418" y="13852"/>
                          <a:pt x="8300" y="7202"/>
                          <a:pt x="10694" y="214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65" name="Forme libre : forme 22064">
                    <a:extLst>
                      <a:ext uri="{FF2B5EF4-FFF2-40B4-BE49-F238E27FC236}">
                        <a16:creationId xmlns:a16="http://schemas.microsoft.com/office/drawing/2014/main" id="{D5B6FBD9-2C22-43A6-BA18-9D2836E8BDC9}"/>
                      </a:ext>
                    </a:extLst>
                  </p:cNvPr>
                  <p:cNvSpPr/>
                  <p:nvPr/>
                </p:nvSpPr>
                <p:spPr>
                  <a:xfrm>
                    <a:off x="6116610" y="1354926"/>
                    <a:ext cx="37901" cy="26457"/>
                  </a:xfrm>
                  <a:custGeom>
                    <a:avLst/>
                    <a:gdLst>
                      <a:gd name="connsiteX0" fmla="*/ 37286 w 37901"/>
                      <a:gd name="connsiteY0" fmla="*/ 25806 h 26457"/>
                      <a:gd name="connsiteX1" fmla="*/ 14766 w 37901"/>
                      <a:gd name="connsiteY1" fmla="*/ 17693 h 26457"/>
                      <a:gd name="connsiteX2" fmla="*/ 225 w 37901"/>
                      <a:gd name="connsiteY2" fmla="*/ 1557 h 26457"/>
                      <a:gd name="connsiteX3" fmla="*/ 21061 w 37901"/>
                      <a:gd name="connsiteY3" fmla="*/ 7941 h 26457"/>
                      <a:gd name="connsiteX4" fmla="*/ 37286 w 37901"/>
                      <a:gd name="connsiteY4" fmla="*/ 25806 h 26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01" h="26457">
                        <a:moveTo>
                          <a:pt x="37286" y="25806"/>
                        </a:moveTo>
                        <a:cubicBezTo>
                          <a:pt x="33429" y="28776"/>
                          <a:pt x="20130" y="20797"/>
                          <a:pt x="14766" y="17693"/>
                        </a:cubicBezTo>
                        <a:cubicBezTo>
                          <a:pt x="9490" y="14369"/>
                          <a:pt x="-1725" y="6300"/>
                          <a:pt x="225" y="1557"/>
                        </a:cubicBezTo>
                        <a:cubicBezTo>
                          <a:pt x="2309" y="-3452"/>
                          <a:pt x="16894" y="4971"/>
                          <a:pt x="21061" y="7941"/>
                        </a:cubicBezTo>
                        <a:cubicBezTo>
                          <a:pt x="25450" y="10689"/>
                          <a:pt x="41187" y="22703"/>
                          <a:pt x="37286" y="2580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66" name="Forme libre : forme 22065">
                    <a:extLst>
                      <a:ext uri="{FF2B5EF4-FFF2-40B4-BE49-F238E27FC236}">
                        <a16:creationId xmlns:a16="http://schemas.microsoft.com/office/drawing/2014/main" id="{EA0982D4-A5C1-4A1D-BBBE-F30BF1A52295}"/>
                      </a:ext>
                    </a:extLst>
                  </p:cNvPr>
                  <p:cNvSpPr/>
                  <p:nvPr/>
                </p:nvSpPr>
                <p:spPr>
                  <a:xfrm>
                    <a:off x="6096661" y="1340222"/>
                    <a:ext cx="44293" cy="39337"/>
                  </a:xfrm>
                  <a:custGeom>
                    <a:avLst/>
                    <a:gdLst>
                      <a:gd name="connsiteX0" fmla="*/ 4 w 44293"/>
                      <a:gd name="connsiteY0" fmla="*/ 5577 h 39337"/>
                      <a:gd name="connsiteX1" fmla="*/ 2885 w 44293"/>
                      <a:gd name="connsiteY1" fmla="*/ 12892 h 39337"/>
                      <a:gd name="connsiteX2" fmla="*/ 16495 w 44293"/>
                      <a:gd name="connsiteY2" fmla="*/ 28408 h 39337"/>
                      <a:gd name="connsiteX3" fmla="*/ 34538 w 44293"/>
                      <a:gd name="connsiteY3" fmla="*/ 38293 h 39337"/>
                      <a:gd name="connsiteX4" fmla="*/ 44246 w 44293"/>
                      <a:gd name="connsiteY4" fmla="*/ 37096 h 39337"/>
                      <a:gd name="connsiteX5" fmla="*/ 40123 w 44293"/>
                      <a:gd name="connsiteY5" fmla="*/ 31067 h 39337"/>
                      <a:gd name="connsiteX6" fmla="*/ 27666 w 44293"/>
                      <a:gd name="connsiteY6" fmla="*/ 15507 h 39337"/>
                      <a:gd name="connsiteX7" fmla="*/ 13347 w 44293"/>
                      <a:gd name="connsiteY7" fmla="*/ 1011 h 39337"/>
                      <a:gd name="connsiteX8" fmla="*/ 4 w 44293"/>
                      <a:gd name="connsiteY8" fmla="*/ 5577 h 39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293" h="39337">
                        <a:moveTo>
                          <a:pt x="4" y="5577"/>
                        </a:moveTo>
                        <a:cubicBezTo>
                          <a:pt x="48" y="8680"/>
                          <a:pt x="713" y="10010"/>
                          <a:pt x="2885" y="12892"/>
                        </a:cubicBezTo>
                        <a:cubicBezTo>
                          <a:pt x="6964" y="18610"/>
                          <a:pt x="9978" y="23265"/>
                          <a:pt x="16495" y="28408"/>
                        </a:cubicBezTo>
                        <a:cubicBezTo>
                          <a:pt x="21903" y="32708"/>
                          <a:pt x="28686" y="36520"/>
                          <a:pt x="34538" y="38293"/>
                        </a:cubicBezTo>
                        <a:cubicBezTo>
                          <a:pt x="38838" y="39668"/>
                          <a:pt x="43581" y="40066"/>
                          <a:pt x="44246" y="37096"/>
                        </a:cubicBezTo>
                        <a:cubicBezTo>
                          <a:pt x="44689" y="35234"/>
                          <a:pt x="41896" y="33240"/>
                          <a:pt x="40123" y="31067"/>
                        </a:cubicBezTo>
                        <a:cubicBezTo>
                          <a:pt x="35823" y="26014"/>
                          <a:pt x="31479" y="21403"/>
                          <a:pt x="27666" y="15507"/>
                        </a:cubicBezTo>
                        <a:cubicBezTo>
                          <a:pt x="24519" y="10453"/>
                          <a:pt x="21283" y="3937"/>
                          <a:pt x="13347" y="1011"/>
                        </a:cubicBezTo>
                        <a:cubicBezTo>
                          <a:pt x="6121" y="-1605"/>
                          <a:pt x="-174" y="1188"/>
                          <a:pt x="4" y="557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67" name="Forme libre : forme 22066">
                    <a:extLst>
                      <a:ext uri="{FF2B5EF4-FFF2-40B4-BE49-F238E27FC236}">
                        <a16:creationId xmlns:a16="http://schemas.microsoft.com/office/drawing/2014/main" id="{8562ECA6-0FC5-4A44-9AF6-E83C42E0A2C5}"/>
                      </a:ext>
                    </a:extLst>
                  </p:cNvPr>
                  <p:cNvSpPr/>
                  <p:nvPr/>
                </p:nvSpPr>
                <p:spPr>
                  <a:xfrm>
                    <a:off x="6108527" y="1345069"/>
                    <a:ext cx="18050" cy="7345"/>
                  </a:xfrm>
                  <a:custGeom>
                    <a:avLst/>
                    <a:gdLst>
                      <a:gd name="connsiteX0" fmla="*/ 2324 w 18050"/>
                      <a:gd name="connsiteY0" fmla="*/ 20 h 7345"/>
                      <a:gd name="connsiteX1" fmla="*/ 196 w 18050"/>
                      <a:gd name="connsiteY1" fmla="*/ 330 h 7345"/>
                      <a:gd name="connsiteX2" fmla="*/ 949 w 18050"/>
                      <a:gd name="connsiteY2" fmla="*/ 1926 h 7345"/>
                      <a:gd name="connsiteX3" fmla="*/ 3920 w 18050"/>
                      <a:gd name="connsiteY3" fmla="*/ 3478 h 7345"/>
                      <a:gd name="connsiteX4" fmla="*/ 11633 w 18050"/>
                      <a:gd name="connsiteY4" fmla="*/ 6492 h 7345"/>
                      <a:gd name="connsiteX5" fmla="*/ 14559 w 18050"/>
                      <a:gd name="connsiteY5" fmla="*/ 7290 h 7345"/>
                      <a:gd name="connsiteX6" fmla="*/ 14958 w 18050"/>
                      <a:gd name="connsiteY6" fmla="*/ 2990 h 7345"/>
                      <a:gd name="connsiteX7" fmla="*/ 2324 w 18050"/>
                      <a:gd name="connsiteY7" fmla="*/ 20 h 7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050" h="7345">
                        <a:moveTo>
                          <a:pt x="2324" y="20"/>
                        </a:moveTo>
                        <a:cubicBezTo>
                          <a:pt x="1393" y="-24"/>
                          <a:pt x="728" y="-24"/>
                          <a:pt x="196" y="330"/>
                        </a:cubicBezTo>
                        <a:cubicBezTo>
                          <a:pt x="-292" y="729"/>
                          <a:pt x="196" y="1350"/>
                          <a:pt x="949" y="1926"/>
                        </a:cubicBezTo>
                        <a:cubicBezTo>
                          <a:pt x="1703" y="2503"/>
                          <a:pt x="2944" y="3079"/>
                          <a:pt x="3920" y="3478"/>
                        </a:cubicBezTo>
                        <a:cubicBezTo>
                          <a:pt x="6446" y="4497"/>
                          <a:pt x="9151" y="5650"/>
                          <a:pt x="11633" y="6492"/>
                        </a:cubicBezTo>
                        <a:cubicBezTo>
                          <a:pt x="12653" y="6847"/>
                          <a:pt x="13628" y="7202"/>
                          <a:pt x="14559" y="7290"/>
                        </a:cubicBezTo>
                        <a:cubicBezTo>
                          <a:pt x="18416" y="7734"/>
                          <a:pt x="19790" y="5429"/>
                          <a:pt x="14958" y="2990"/>
                        </a:cubicBezTo>
                        <a:cubicBezTo>
                          <a:pt x="11234" y="1128"/>
                          <a:pt x="6092" y="242"/>
                          <a:pt x="2324" y="2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68" name="Forme libre : forme 22067">
                    <a:extLst>
                      <a:ext uri="{FF2B5EF4-FFF2-40B4-BE49-F238E27FC236}">
                        <a16:creationId xmlns:a16="http://schemas.microsoft.com/office/drawing/2014/main" id="{BC3BE9DC-0B57-4893-BB1E-6373DE297C13}"/>
                      </a:ext>
                    </a:extLst>
                  </p:cNvPr>
                  <p:cNvSpPr/>
                  <p:nvPr/>
                </p:nvSpPr>
                <p:spPr>
                  <a:xfrm>
                    <a:off x="6133902" y="1384721"/>
                    <a:ext cx="29790" cy="5891"/>
                  </a:xfrm>
                  <a:custGeom>
                    <a:avLst/>
                    <a:gdLst>
                      <a:gd name="connsiteX0" fmla="*/ 29790 w 29790"/>
                      <a:gd name="connsiteY0" fmla="*/ 5054 h 5891"/>
                      <a:gd name="connsiteX1" fmla="*/ 0 w 29790"/>
                      <a:gd name="connsiteY1" fmla="*/ 0 h 5891"/>
                      <a:gd name="connsiteX2" fmla="*/ 29790 w 29790"/>
                      <a:gd name="connsiteY2" fmla="*/ 5054 h 5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790" h="5891">
                        <a:moveTo>
                          <a:pt x="29790" y="5054"/>
                        </a:moveTo>
                        <a:cubicBezTo>
                          <a:pt x="22742" y="7891"/>
                          <a:pt x="8733" y="2837"/>
                          <a:pt x="0" y="0"/>
                        </a:cubicBezTo>
                        <a:cubicBezTo>
                          <a:pt x="9443" y="3148"/>
                          <a:pt x="21102" y="4788"/>
                          <a:pt x="29790" y="50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69" name="Forme libre : forme 22068">
                    <a:extLst>
                      <a:ext uri="{FF2B5EF4-FFF2-40B4-BE49-F238E27FC236}">
                        <a16:creationId xmlns:a16="http://schemas.microsoft.com/office/drawing/2014/main" id="{DD53C651-4C23-43AB-AF52-C2F656E250F6}"/>
                      </a:ext>
                    </a:extLst>
                  </p:cNvPr>
                  <p:cNvSpPr/>
                  <p:nvPr/>
                </p:nvSpPr>
                <p:spPr>
                  <a:xfrm>
                    <a:off x="6088907" y="1335175"/>
                    <a:ext cx="35464" cy="4727"/>
                  </a:xfrm>
                  <a:custGeom>
                    <a:avLst/>
                    <a:gdLst>
                      <a:gd name="connsiteX0" fmla="*/ 35465 w 35464"/>
                      <a:gd name="connsiteY0" fmla="*/ 4728 h 4727"/>
                      <a:gd name="connsiteX1" fmla="*/ 0 w 35464"/>
                      <a:gd name="connsiteY1" fmla="*/ 2157 h 4727"/>
                      <a:gd name="connsiteX2" fmla="*/ 35465 w 35464"/>
                      <a:gd name="connsiteY2" fmla="*/ 4728 h 4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5464" h="4727">
                        <a:moveTo>
                          <a:pt x="35465" y="4728"/>
                        </a:moveTo>
                        <a:cubicBezTo>
                          <a:pt x="23540" y="-1080"/>
                          <a:pt x="9753" y="-1035"/>
                          <a:pt x="0" y="2157"/>
                        </a:cubicBezTo>
                        <a:cubicBezTo>
                          <a:pt x="9088" y="-1434"/>
                          <a:pt x="24737" y="1093"/>
                          <a:pt x="35465" y="47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70" name="Forme libre : forme 22069">
                    <a:extLst>
                      <a:ext uri="{FF2B5EF4-FFF2-40B4-BE49-F238E27FC236}">
                        <a16:creationId xmlns:a16="http://schemas.microsoft.com/office/drawing/2014/main" id="{1521D4A6-41BA-42BB-9931-26A478474B3B}"/>
                      </a:ext>
                    </a:extLst>
                  </p:cNvPr>
                  <p:cNvSpPr/>
                  <p:nvPr/>
                </p:nvSpPr>
                <p:spPr>
                  <a:xfrm>
                    <a:off x="6132142" y="1360590"/>
                    <a:ext cx="13355" cy="10822"/>
                  </a:xfrm>
                  <a:custGeom>
                    <a:avLst/>
                    <a:gdLst>
                      <a:gd name="connsiteX0" fmla="*/ 12932 w 13355"/>
                      <a:gd name="connsiteY0" fmla="*/ 10743 h 10822"/>
                      <a:gd name="connsiteX1" fmla="*/ 4465 w 13355"/>
                      <a:gd name="connsiteY1" fmla="*/ 5955 h 10822"/>
                      <a:gd name="connsiteX2" fmla="*/ 475 w 13355"/>
                      <a:gd name="connsiteY2" fmla="*/ 104 h 10822"/>
                      <a:gd name="connsiteX3" fmla="*/ 8543 w 13355"/>
                      <a:gd name="connsiteY3" fmla="*/ 4581 h 10822"/>
                      <a:gd name="connsiteX4" fmla="*/ 12932 w 13355"/>
                      <a:gd name="connsiteY4" fmla="*/ 10743 h 10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55" h="10822">
                        <a:moveTo>
                          <a:pt x="12932" y="10743"/>
                        </a:moveTo>
                        <a:cubicBezTo>
                          <a:pt x="11114" y="11452"/>
                          <a:pt x="6061" y="7197"/>
                          <a:pt x="4465" y="5955"/>
                        </a:cubicBezTo>
                        <a:cubicBezTo>
                          <a:pt x="2913" y="4670"/>
                          <a:pt x="-1431" y="857"/>
                          <a:pt x="475" y="104"/>
                        </a:cubicBezTo>
                        <a:cubicBezTo>
                          <a:pt x="2426" y="-694"/>
                          <a:pt x="7080" y="3340"/>
                          <a:pt x="8543" y="4581"/>
                        </a:cubicBezTo>
                        <a:cubicBezTo>
                          <a:pt x="10006" y="5822"/>
                          <a:pt x="14794" y="9989"/>
                          <a:pt x="12932" y="1074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71" name="Forme libre : forme 22070">
                    <a:extLst>
                      <a:ext uri="{FF2B5EF4-FFF2-40B4-BE49-F238E27FC236}">
                        <a16:creationId xmlns:a16="http://schemas.microsoft.com/office/drawing/2014/main" id="{F3ADD3FA-CD3D-43BF-BD70-0DF4BF535327}"/>
                      </a:ext>
                    </a:extLst>
                  </p:cNvPr>
                  <p:cNvSpPr/>
                  <p:nvPr/>
                </p:nvSpPr>
                <p:spPr>
                  <a:xfrm>
                    <a:off x="6143575" y="1369583"/>
                    <a:ext cx="3917" cy="3094"/>
                  </a:xfrm>
                  <a:custGeom>
                    <a:avLst/>
                    <a:gdLst>
                      <a:gd name="connsiteX0" fmla="*/ 3893 w 3917"/>
                      <a:gd name="connsiteY0" fmla="*/ 2859 h 3094"/>
                      <a:gd name="connsiteX1" fmla="*/ 1676 w 3917"/>
                      <a:gd name="connsiteY1" fmla="*/ 2283 h 3094"/>
                      <a:gd name="connsiteX2" fmla="*/ 36 w 3917"/>
                      <a:gd name="connsiteY2" fmla="*/ 244 h 3094"/>
                      <a:gd name="connsiteX3" fmla="*/ 2208 w 3917"/>
                      <a:gd name="connsiteY3" fmla="*/ 776 h 3094"/>
                      <a:gd name="connsiteX4" fmla="*/ 3893 w 3917"/>
                      <a:gd name="connsiteY4" fmla="*/ 2859 h 3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7" h="3094">
                        <a:moveTo>
                          <a:pt x="3893" y="2859"/>
                        </a:moveTo>
                        <a:cubicBezTo>
                          <a:pt x="3671" y="3480"/>
                          <a:pt x="2341" y="2726"/>
                          <a:pt x="1676" y="2283"/>
                        </a:cubicBezTo>
                        <a:cubicBezTo>
                          <a:pt x="1055" y="1839"/>
                          <a:pt x="-230" y="820"/>
                          <a:pt x="36" y="244"/>
                        </a:cubicBezTo>
                        <a:cubicBezTo>
                          <a:pt x="302" y="-377"/>
                          <a:pt x="1543" y="332"/>
                          <a:pt x="2208" y="776"/>
                        </a:cubicBezTo>
                        <a:cubicBezTo>
                          <a:pt x="2829" y="1219"/>
                          <a:pt x="4114" y="2239"/>
                          <a:pt x="3893" y="28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72" name="Forme libre : forme 22071">
                    <a:extLst>
                      <a:ext uri="{FF2B5EF4-FFF2-40B4-BE49-F238E27FC236}">
                        <a16:creationId xmlns:a16="http://schemas.microsoft.com/office/drawing/2014/main" id="{D2A5CD8C-EA63-4758-975B-83D5C8370A1E}"/>
                      </a:ext>
                    </a:extLst>
                  </p:cNvPr>
                  <p:cNvSpPr/>
                  <p:nvPr/>
                </p:nvSpPr>
                <p:spPr>
                  <a:xfrm>
                    <a:off x="6137171" y="1352185"/>
                    <a:ext cx="27364" cy="34289"/>
                  </a:xfrm>
                  <a:custGeom>
                    <a:avLst/>
                    <a:gdLst>
                      <a:gd name="connsiteX0" fmla="*/ 23463 w 27364"/>
                      <a:gd name="connsiteY0" fmla="*/ 21498 h 34289"/>
                      <a:gd name="connsiteX1" fmla="*/ 27364 w 27364"/>
                      <a:gd name="connsiteY1" fmla="*/ 33024 h 34289"/>
                      <a:gd name="connsiteX2" fmla="*/ 23507 w 27364"/>
                      <a:gd name="connsiteY2" fmla="*/ 33467 h 34289"/>
                      <a:gd name="connsiteX3" fmla="*/ 20537 w 27364"/>
                      <a:gd name="connsiteY3" fmla="*/ 29300 h 34289"/>
                      <a:gd name="connsiteX4" fmla="*/ 12291 w 27364"/>
                      <a:gd name="connsiteY4" fmla="*/ 15912 h 34289"/>
                      <a:gd name="connsiteX5" fmla="*/ 898 w 27364"/>
                      <a:gd name="connsiteY5" fmla="*/ 130 h 34289"/>
                      <a:gd name="connsiteX6" fmla="*/ 18719 w 27364"/>
                      <a:gd name="connsiteY6" fmla="*/ 11833 h 34289"/>
                      <a:gd name="connsiteX7" fmla="*/ 23463 w 27364"/>
                      <a:gd name="connsiteY7" fmla="*/ 21498 h 34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364" h="34289">
                        <a:moveTo>
                          <a:pt x="23463" y="21498"/>
                        </a:moveTo>
                        <a:cubicBezTo>
                          <a:pt x="25679" y="25842"/>
                          <a:pt x="27231" y="28945"/>
                          <a:pt x="27364" y="33024"/>
                        </a:cubicBezTo>
                        <a:cubicBezTo>
                          <a:pt x="27408" y="34531"/>
                          <a:pt x="25192" y="34708"/>
                          <a:pt x="23507" y="33467"/>
                        </a:cubicBezTo>
                        <a:cubicBezTo>
                          <a:pt x="21778" y="32226"/>
                          <a:pt x="21202" y="30763"/>
                          <a:pt x="20537" y="29300"/>
                        </a:cubicBezTo>
                        <a:cubicBezTo>
                          <a:pt x="18498" y="24645"/>
                          <a:pt x="15705" y="20434"/>
                          <a:pt x="12291" y="15912"/>
                        </a:cubicBezTo>
                        <a:cubicBezTo>
                          <a:pt x="10296" y="13030"/>
                          <a:pt x="-3624" y="1371"/>
                          <a:pt x="898" y="130"/>
                        </a:cubicBezTo>
                        <a:cubicBezTo>
                          <a:pt x="5597" y="-1200"/>
                          <a:pt x="15971" y="8021"/>
                          <a:pt x="18719" y="11833"/>
                        </a:cubicBezTo>
                        <a:cubicBezTo>
                          <a:pt x="21601" y="15557"/>
                          <a:pt x="21778" y="18262"/>
                          <a:pt x="23463" y="2149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23" name="Graphique 2">
                  <a:extLst>
                    <a:ext uri="{FF2B5EF4-FFF2-40B4-BE49-F238E27FC236}">
                      <a16:creationId xmlns:a16="http://schemas.microsoft.com/office/drawing/2014/main" id="{B6A566C7-989A-49ED-89C6-886CCF71C114}"/>
                    </a:ext>
                  </a:extLst>
                </p:cNvPr>
                <p:cNvGrpSpPr/>
                <p:nvPr/>
              </p:nvGrpSpPr>
              <p:grpSpPr>
                <a:xfrm>
                  <a:off x="6166084" y="1386224"/>
                  <a:ext cx="76078" cy="68737"/>
                  <a:chOff x="6166084" y="1386224"/>
                  <a:chExt cx="76078" cy="68737"/>
                </a:xfrm>
                <a:solidFill>
                  <a:schemeClr val="accent1"/>
                </a:solidFill>
              </p:grpSpPr>
              <p:sp>
                <p:nvSpPr>
                  <p:cNvPr id="22049" name="Forme libre : forme 22048">
                    <a:extLst>
                      <a:ext uri="{FF2B5EF4-FFF2-40B4-BE49-F238E27FC236}">
                        <a16:creationId xmlns:a16="http://schemas.microsoft.com/office/drawing/2014/main" id="{0427A070-A223-4C1E-89AE-89F33931E32E}"/>
                      </a:ext>
                    </a:extLst>
                  </p:cNvPr>
                  <p:cNvSpPr/>
                  <p:nvPr/>
                </p:nvSpPr>
                <p:spPr>
                  <a:xfrm>
                    <a:off x="6166084" y="1386224"/>
                    <a:ext cx="76078" cy="68737"/>
                  </a:xfrm>
                  <a:custGeom>
                    <a:avLst/>
                    <a:gdLst>
                      <a:gd name="connsiteX0" fmla="*/ 39368 w 76078"/>
                      <a:gd name="connsiteY0" fmla="*/ 57990 h 68737"/>
                      <a:gd name="connsiteX1" fmla="*/ 14897 w 76078"/>
                      <a:gd name="connsiteY1" fmla="*/ 37110 h 68737"/>
                      <a:gd name="connsiteX2" fmla="*/ 47 w 76078"/>
                      <a:gd name="connsiteY2" fmla="*/ 7541 h 68737"/>
                      <a:gd name="connsiteX3" fmla="*/ 6652 w 76078"/>
                      <a:gd name="connsiteY3" fmla="*/ 5 h 68737"/>
                      <a:gd name="connsiteX4" fmla="*/ 38216 w 76078"/>
                      <a:gd name="connsiteY4" fmla="*/ 10866 h 68737"/>
                      <a:gd name="connsiteX5" fmla="*/ 61268 w 76078"/>
                      <a:gd name="connsiteY5" fmla="*/ 30682 h 68737"/>
                      <a:gd name="connsiteX6" fmla="*/ 71818 w 76078"/>
                      <a:gd name="connsiteY6" fmla="*/ 45001 h 68737"/>
                      <a:gd name="connsiteX7" fmla="*/ 72528 w 76078"/>
                      <a:gd name="connsiteY7" fmla="*/ 46730 h 68737"/>
                      <a:gd name="connsiteX8" fmla="*/ 72661 w 76078"/>
                      <a:gd name="connsiteY8" fmla="*/ 47927 h 68737"/>
                      <a:gd name="connsiteX9" fmla="*/ 72927 w 76078"/>
                      <a:gd name="connsiteY9" fmla="*/ 50587 h 68737"/>
                      <a:gd name="connsiteX10" fmla="*/ 73459 w 76078"/>
                      <a:gd name="connsiteY10" fmla="*/ 53380 h 68737"/>
                      <a:gd name="connsiteX11" fmla="*/ 74523 w 76078"/>
                      <a:gd name="connsiteY11" fmla="*/ 56261 h 68737"/>
                      <a:gd name="connsiteX12" fmla="*/ 74257 w 76078"/>
                      <a:gd name="connsiteY12" fmla="*/ 66014 h 68737"/>
                      <a:gd name="connsiteX13" fmla="*/ 55593 w 76078"/>
                      <a:gd name="connsiteY13" fmla="*/ 66812 h 68737"/>
                      <a:gd name="connsiteX14" fmla="*/ 39368 w 76078"/>
                      <a:gd name="connsiteY14" fmla="*/ 57990 h 68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6078" h="68737">
                        <a:moveTo>
                          <a:pt x="39368" y="57990"/>
                        </a:moveTo>
                        <a:cubicBezTo>
                          <a:pt x="33251" y="53291"/>
                          <a:pt x="20660" y="42519"/>
                          <a:pt x="14897" y="37110"/>
                        </a:cubicBezTo>
                        <a:cubicBezTo>
                          <a:pt x="4125" y="26914"/>
                          <a:pt x="1421" y="18270"/>
                          <a:pt x="47" y="7541"/>
                        </a:cubicBezTo>
                        <a:cubicBezTo>
                          <a:pt x="-441" y="3818"/>
                          <a:pt x="2973" y="49"/>
                          <a:pt x="6652" y="5"/>
                        </a:cubicBezTo>
                        <a:cubicBezTo>
                          <a:pt x="17336" y="-128"/>
                          <a:pt x="26911" y="2266"/>
                          <a:pt x="38216" y="10866"/>
                        </a:cubicBezTo>
                        <a:cubicBezTo>
                          <a:pt x="44289" y="15432"/>
                          <a:pt x="55682" y="25363"/>
                          <a:pt x="61268" y="30682"/>
                        </a:cubicBezTo>
                        <a:cubicBezTo>
                          <a:pt x="66499" y="35647"/>
                          <a:pt x="69735" y="40302"/>
                          <a:pt x="71818" y="45001"/>
                        </a:cubicBezTo>
                        <a:cubicBezTo>
                          <a:pt x="72040" y="45577"/>
                          <a:pt x="72350" y="46242"/>
                          <a:pt x="72528" y="46730"/>
                        </a:cubicBezTo>
                        <a:cubicBezTo>
                          <a:pt x="72572" y="47129"/>
                          <a:pt x="72616" y="47528"/>
                          <a:pt x="72661" y="47927"/>
                        </a:cubicBezTo>
                        <a:cubicBezTo>
                          <a:pt x="72749" y="48725"/>
                          <a:pt x="72838" y="49833"/>
                          <a:pt x="72927" y="50587"/>
                        </a:cubicBezTo>
                        <a:cubicBezTo>
                          <a:pt x="73060" y="51429"/>
                          <a:pt x="73193" y="52404"/>
                          <a:pt x="73459" y="53380"/>
                        </a:cubicBezTo>
                        <a:cubicBezTo>
                          <a:pt x="73725" y="54222"/>
                          <a:pt x="74079" y="55197"/>
                          <a:pt x="74523" y="56261"/>
                        </a:cubicBezTo>
                        <a:cubicBezTo>
                          <a:pt x="75720" y="58832"/>
                          <a:pt x="77449" y="63797"/>
                          <a:pt x="74257" y="66014"/>
                        </a:cubicBezTo>
                        <a:cubicBezTo>
                          <a:pt x="69735" y="69161"/>
                          <a:pt x="62243" y="69782"/>
                          <a:pt x="55593" y="66812"/>
                        </a:cubicBezTo>
                        <a:cubicBezTo>
                          <a:pt x="50141" y="64950"/>
                          <a:pt x="45176" y="62379"/>
                          <a:pt x="39368" y="5799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50" name="Forme libre : forme 22049">
                    <a:extLst>
                      <a:ext uri="{FF2B5EF4-FFF2-40B4-BE49-F238E27FC236}">
                        <a16:creationId xmlns:a16="http://schemas.microsoft.com/office/drawing/2014/main" id="{BF67E8D6-8847-4116-B8A4-55AFE8BB86E7}"/>
                      </a:ext>
                    </a:extLst>
                  </p:cNvPr>
                  <p:cNvSpPr/>
                  <p:nvPr/>
                </p:nvSpPr>
                <p:spPr>
                  <a:xfrm>
                    <a:off x="6166139" y="1389332"/>
                    <a:ext cx="74335" cy="65458"/>
                  </a:xfrm>
                  <a:custGeom>
                    <a:avLst/>
                    <a:gdLst>
                      <a:gd name="connsiteX0" fmla="*/ 26768 w 74335"/>
                      <a:gd name="connsiteY0" fmla="*/ 27574 h 65458"/>
                      <a:gd name="connsiteX1" fmla="*/ 1189 w 74335"/>
                      <a:gd name="connsiteY1" fmla="*/ 0 h 65458"/>
                      <a:gd name="connsiteX2" fmla="*/ 36 w 74335"/>
                      <a:gd name="connsiteY2" fmla="*/ 4300 h 65458"/>
                      <a:gd name="connsiteX3" fmla="*/ 879 w 74335"/>
                      <a:gd name="connsiteY3" fmla="*/ 9664 h 65458"/>
                      <a:gd name="connsiteX4" fmla="*/ 6686 w 74335"/>
                      <a:gd name="connsiteY4" fmla="*/ 24249 h 65458"/>
                      <a:gd name="connsiteX5" fmla="*/ 14887 w 74335"/>
                      <a:gd name="connsiteY5" fmla="*/ 33869 h 65458"/>
                      <a:gd name="connsiteX6" fmla="*/ 18700 w 74335"/>
                      <a:gd name="connsiteY6" fmla="*/ 37371 h 65458"/>
                      <a:gd name="connsiteX7" fmla="*/ 37452 w 74335"/>
                      <a:gd name="connsiteY7" fmla="*/ 53286 h 65458"/>
                      <a:gd name="connsiteX8" fmla="*/ 39314 w 74335"/>
                      <a:gd name="connsiteY8" fmla="*/ 54749 h 65458"/>
                      <a:gd name="connsiteX9" fmla="*/ 50884 w 74335"/>
                      <a:gd name="connsiteY9" fmla="*/ 61753 h 65458"/>
                      <a:gd name="connsiteX10" fmla="*/ 54696 w 74335"/>
                      <a:gd name="connsiteY10" fmla="*/ 63172 h 65458"/>
                      <a:gd name="connsiteX11" fmla="*/ 59617 w 74335"/>
                      <a:gd name="connsiteY11" fmla="*/ 64812 h 65458"/>
                      <a:gd name="connsiteX12" fmla="*/ 64538 w 74335"/>
                      <a:gd name="connsiteY12" fmla="*/ 65433 h 65458"/>
                      <a:gd name="connsiteX13" fmla="*/ 69148 w 74335"/>
                      <a:gd name="connsiteY13" fmla="*/ 64989 h 65458"/>
                      <a:gd name="connsiteX14" fmla="*/ 74202 w 74335"/>
                      <a:gd name="connsiteY14" fmla="*/ 62817 h 65458"/>
                      <a:gd name="connsiteX15" fmla="*/ 74335 w 74335"/>
                      <a:gd name="connsiteY15" fmla="*/ 62684 h 65458"/>
                      <a:gd name="connsiteX16" fmla="*/ 59706 w 74335"/>
                      <a:gd name="connsiteY16" fmla="*/ 55281 h 65458"/>
                      <a:gd name="connsiteX17" fmla="*/ 48800 w 74335"/>
                      <a:gd name="connsiteY17" fmla="*/ 45750 h 65458"/>
                      <a:gd name="connsiteX18" fmla="*/ 26768 w 74335"/>
                      <a:gd name="connsiteY18" fmla="*/ 27574 h 65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74335" h="65458">
                        <a:moveTo>
                          <a:pt x="26768" y="27574"/>
                        </a:moveTo>
                        <a:cubicBezTo>
                          <a:pt x="16394" y="19683"/>
                          <a:pt x="5844" y="10418"/>
                          <a:pt x="1189" y="0"/>
                        </a:cubicBezTo>
                        <a:cubicBezTo>
                          <a:pt x="347" y="1286"/>
                          <a:pt x="-141" y="2793"/>
                          <a:pt x="36" y="4300"/>
                        </a:cubicBezTo>
                        <a:cubicBezTo>
                          <a:pt x="258" y="6162"/>
                          <a:pt x="568" y="7935"/>
                          <a:pt x="879" y="9664"/>
                        </a:cubicBezTo>
                        <a:cubicBezTo>
                          <a:pt x="1898" y="14674"/>
                          <a:pt x="3538" y="19417"/>
                          <a:pt x="6686" y="24249"/>
                        </a:cubicBezTo>
                        <a:cubicBezTo>
                          <a:pt x="8725" y="27352"/>
                          <a:pt x="11385" y="30500"/>
                          <a:pt x="14887" y="33869"/>
                        </a:cubicBezTo>
                        <a:cubicBezTo>
                          <a:pt x="15995" y="34844"/>
                          <a:pt x="17281" y="36041"/>
                          <a:pt x="18700" y="37371"/>
                        </a:cubicBezTo>
                        <a:cubicBezTo>
                          <a:pt x="24374" y="42425"/>
                          <a:pt x="32265" y="49119"/>
                          <a:pt x="37452" y="53286"/>
                        </a:cubicBezTo>
                        <a:cubicBezTo>
                          <a:pt x="38116" y="53818"/>
                          <a:pt x="38782" y="54305"/>
                          <a:pt x="39314" y="54749"/>
                        </a:cubicBezTo>
                        <a:cubicBezTo>
                          <a:pt x="43348" y="57852"/>
                          <a:pt x="47204" y="60113"/>
                          <a:pt x="50884" y="61753"/>
                        </a:cubicBezTo>
                        <a:cubicBezTo>
                          <a:pt x="52170" y="62285"/>
                          <a:pt x="53411" y="62773"/>
                          <a:pt x="54696" y="63172"/>
                        </a:cubicBezTo>
                        <a:cubicBezTo>
                          <a:pt x="56292" y="63792"/>
                          <a:pt x="58065" y="64413"/>
                          <a:pt x="59617" y="64812"/>
                        </a:cubicBezTo>
                        <a:cubicBezTo>
                          <a:pt x="61124" y="65255"/>
                          <a:pt x="62986" y="65344"/>
                          <a:pt x="64538" y="65433"/>
                        </a:cubicBezTo>
                        <a:cubicBezTo>
                          <a:pt x="66089" y="65521"/>
                          <a:pt x="67641" y="65388"/>
                          <a:pt x="69148" y="64989"/>
                        </a:cubicBezTo>
                        <a:cubicBezTo>
                          <a:pt x="71054" y="64502"/>
                          <a:pt x="72695" y="63925"/>
                          <a:pt x="74202" y="62817"/>
                        </a:cubicBezTo>
                        <a:lnTo>
                          <a:pt x="74335" y="62684"/>
                        </a:lnTo>
                        <a:cubicBezTo>
                          <a:pt x="68572" y="62108"/>
                          <a:pt x="63385" y="58606"/>
                          <a:pt x="59706" y="55281"/>
                        </a:cubicBezTo>
                        <a:lnTo>
                          <a:pt x="48800" y="45750"/>
                        </a:lnTo>
                        <a:cubicBezTo>
                          <a:pt x="41619" y="39410"/>
                          <a:pt x="34260" y="33248"/>
                          <a:pt x="26768" y="2757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51" name="Forme libre : forme 22050">
                    <a:extLst>
                      <a:ext uri="{FF2B5EF4-FFF2-40B4-BE49-F238E27FC236}">
                        <a16:creationId xmlns:a16="http://schemas.microsoft.com/office/drawing/2014/main" id="{C14C33DE-98A6-451D-ABDB-87E650CB31BD}"/>
                      </a:ext>
                    </a:extLst>
                  </p:cNvPr>
                  <p:cNvSpPr/>
                  <p:nvPr/>
                </p:nvSpPr>
                <p:spPr>
                  <a:xfrm>
                    <a:off x="6192255" y="1409832"/>
                    <a:ext cx="34421" cy="31020"/>
                  </a:xfrm>
                  <a:custGeom>
                    <a:avLst/>
                    <a:gdLst>
                      <a:gd name="connsiteX0" fmla="*/ 33989 w 34421"/>
                      <a:gd name="connsiteY0" fmla="*/ 30259 h 31020"/>
                      <a:gd name="connsiteX1" fmla="*/ 12710 w 34421"/>
                      <a:gd name="connsiteY1" fmla="*/ 19530 h 31020"/>
                      <a:gd name="connsiteX2" fmla="*/ 564 w 34421"/>
                      <a:gd name="connsiteY2" fmla="*/ 956 h 31020"/>
                      <a:gd name="connsiteX3" fmla="*/ 20158 w 34421"/>
                      <a:gd name="connsiteY3" fmla="*/ 10709 h 31020"/>
                      <a:gd name="connsiteX4" fmla="*/ 33989 w 34421"/>
                      <a:gd name="connsiteY4" fmla="*/ 30259 h 31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421" h="31020">
                        <a:moveTo>
                          <a:pt x="33989" y="30259"/>
                        </a:moveTo>
                        <a:cubicBezTo>
                          <a:pt x="31063" y="33938"/>
                          <a:pt x="17188" y="23299"/>
                          <a:pt x="12710" y="19530"/>
                        </a:cubicBezTo>
                        <a:cubicBezTo>
                          <a:pt x="8277" y="15718"/>
                          <a:pt x="-2584" y="4946"/>
                          <a:pt x="564" y="956"/>
                        </a:cubicBezTo>
                        <a:cubicBezTo>
                          <a:pt x="3755" y="-3123"/>
                          <a:pt x="16124" y="6940"/>
                          <a:pt x="20158" y="10709"/>
                        </a:cubicBezTo>
                        <a:cubicBezTo>
                          <a:pt x="24192" y="14432"/>
                          <a:pt x="36915" y="26579"/>
                          <a:pt x="33989" y="3025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52" name="Forme libre : forme 22051">
                    <a:extLst>
                      <a:ext uri="{FF2B5EF4-FFF2-40B4-BE49-F238E27FC236}">
                        <a16:creationId xmlns:a16="http://schemas.microsoft.com/office/drawing/2014/main" id="{CA9C7EF2-28F7-44F3-B80B-062E391F639A}"/>
                      </a:ext>
                    </a:extLst>
                  </p:cNvPr>
                  <p:cNvSpPr/>
                  <p:nvPr/>
                </p:nvSpPr>
                <p:spPr>
                  <a:xfrm>
                    <a:off x="6192356" y="1409599"/>
                    <a:ext cx="20410" cy="25526"/>
                  </a:xfrm>
                  <a:custGeom>
                    <a:avLst/>
                    <a:gdLst>
                      <a:gd name="connsiteX0" fmla="*/ 10569 w 20410"/>
                      <a:gd name="connsiteY0" fmla="*/ 3716 h 25526"/>
                      <a:gd name="connsiteX1" fmla="*/ 285 w 20410"/>
                      <a:gd name="connsiteY1" fmla="*/ 1056 h 25526"/>
                      <a:gd name="connsiteX2" fmla="*/ 12786 w 20410"/>
                      <a:gd name="connsiteY2" fmla="*/ 19941 h 25526"/>
                      <a:gd name="connsiteX3" fmla="*/ 20411 w 20410"/>
                      <a:gd name="connsiteY3" fmla="*/ 25527 h 25526"/>
                      <a:gd name="connsiteX4" fmla="*/ 16820 w 20410"/>
                      <a:gd name="connsiteY4" fmla="*/ 21980 h 25526"/>
                      <a:gd name="connsiteX5" fmla="*/ 10569 w 20410"/>
                      <a:gd name="connsiteY5" fmla="*/ 3716 h 25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10" h="25526">
                        <a:moveTo>
                          <a:pt x="10569" y="3716"/>
                        </a:moveTo>
                        <a:cubicBezTo>
                          <a:pt x="7865" y="2563"/>
                          <a:pt x="1526" y="-2047"/>
                          <a:pt x="285" y="1056"/>
                        </a:cubicBezTo>
                        <a:cubicBezTo>
                          <a:pt x="-1710" y="6021"/>
                          <a:pt x="7245" y="15065"/>
                          <a:pt x="12786" y="19941"/>
                        </a:cubicBezTo>
                        <a:cubicBezTo>
                          <a:pt x="14426" y="21360"/>
                          <a:pt x="18327" y="24241"/>
                          <a:pt x="20411" y="25527"/>
                        </a:cubicBezTo>
                        <a:cubicBezTo>
                          <a:pt x="19391" y="24596"/>
                          <a:pt x="17618" y="23044"/>
                          <a:pt x="16820" y="21980"/>
                        </a:cubicBezTo>
                        <a:cubicBezTo>
                          <a:pt x="12254" y="15907"/>
                          <a:pt x="7245" y="8282"/>
                          <a:pt x="10569" y="371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53" name="Forme libre : forme 22052">
                    <a:extLst>
                      <a:ext uri="{FF2B5EF4-FFF2-40B4-BE49-F238E27FC236}">
                        <a16:creationId xmlns:a16="http://schemas.microsoft.com/office/drawing/2014/main" id="{FBEAB531-E283-4051-A474-6FA7C7C52AE0}"/>
                      </a:ext>
                    </a:extLst>
                  </p:cNvPr>
                  <p:cNvSpPr/>
                  <p:nvPr/>
                </p:nvSpPr>
                <p:spPr>
                  <a:xfrm>
                    <a:off x="6193177" y="1412288"/>
                    <a:ext cx="34824" cy="30760"/>
                  </a:xfrm>
                  <a:custGeom>
                    <a:avLst/>
                    <a:gdLst>
                      <a:gd name="connsiteX0" fmla="*/ 34086 w 34824"/>
                      <a:gd name="connsiteY0" fmla="*/ 30285 h 30760"/>
                      <a:gd name="connsiteX1" fmla="*/ 12453 w 34824"/>
                      <a:gd name="connsiteY1" fmla="*/ 19513 h 30760"/>
                      <a:gd name="connsiteX2" fmla="*/ 528 w 34824"/>
                      <a:gd name="connsiteY2" fmla="*/ 1026 h 30760"/>
                      <a:gd name="connsiteX3" fmla="*/ 19989 w 34824"/>
                      <a:gd name="connsiteY3" fmla="*/ 10735 h 30760"/>
                      <a:gd name="connsiteX4" fmla="*/ 34086 w 34824"/>
                      <a:gd name="connsiteY4" fmla="*/ 30285 h 30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824" h="30760">
                        <a:moveTo>
                          <a:pt x="34086" y="30285"/>
                        </a:moveTo>
                        <a:cubicBezTo>
                          <a:pt x="29963" y="32989"/>
                          <a:pt x="17329" y="23458"/>
                          <a:pt x="12453" y="19513"/>
                        </a:cubicBezTo>
                        <a:cubicBezTo>
                          <a:pt x="7576" y="15523"/>
                          <a:pt x="-2398" y="5327"/>
                          <a:pt x="528" y="1026"/>
                        </a:cubicBezTo>
                        <a:cubicBezTo>
                          <a:pt x="3498" y="-3318"/>
                          <a:pt x="16177" y="7322"/>
                          <a:pt x="19989" y="10735"/>
                        </a:cubicBezTo>
                        <a:cubicBezTo>
                          <a:pt x="23890" y="14104"/>
                          <a:pt x="38209" y="27581"/>
                          <a:pt x="34086" y="3028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54" name="Forme libre : forme 22053">
                    <a:extLst>
                      <a:ext uri="{FF2B5EF4-FFF2-40B4-BE49-F238E27FC236}">
                        <a16:creationId xmlns:a16="http://schemas.microsoft.com/office/drawing/2014/main" id="{4446FF09-A80F-4908-8114-AAD5CAF7571A}"/>
                      </a:ext>
                    </a:extLst>
                  </p:cNvPr>
                  <p:cNvSpPr/>
                  <p:nvPr/>
                </p:nvSpPr>
                <p:spPr>
                  <a:xfrm>
                    <a:off x="6176222" y="1394352"/>
                    <a:ext cx="38547" cy="45283"/>
                  </a:xfrm>
                  <a:custGeom>
                    <a:avLst/>
                    <a:gdLst>
                      <a:gd name="connsiteX0" fmla="*/ 548 w 38547"/>
                      <a:gd name="connsiteY0" fmla="*/ 3492 h 45283"/>
                      <a:gd name="connsiteX1" fmla="*/ 1258 w 38547"/>
                      <a:gd name="connsiteY1" fmla="*/ 11427 h 45283"/>
                      <a:gd name="connsiteX2" fmla="*/ 11720 w 38547"/>
                      <a:gd name="connsiteY2" fmla="*/ 30267 h 45283"/>
                      <a:gd name="connsiteX3" fmla="*/ 28565 w 38547"/>
                      <a:gd name="connsiteY3" fmla="*/ 43390 h 45283"/>
                      <a:gd name="connsiteX4" fmla="*/ 38451 w 38547"/>
                      <a:gd name="connsiteY4" fmla="*/ 43478 h 45283"/>
                      <a:gd name="connsiteX5" fmla="*/ 35038 w 38547"/>
                      <a:gd name="connsiteY5" fmla="*/ 36962 h 45283"/>
                      <a:gd name="connsiteX6" fmla="*/ 25063 w 38547"/>
                      <a:gd name="connsiteY6" fmla="*/ 19672 h 45283"/>
                      <a:gd name="connsiteX7" fmla="*/ 14468 w 38547"/>
                      <a:gd name="connsiteY7" fmla="*/ 2738 h 45283"/>
                      <a:gd name="connsiteX8" fmla="*/ 548 w 38547"/>
                      <a:gd name="connsiteY8" fmla="*/ 3492 h 45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547" h="45283">
                        <a:moveTo>
                          <a:pt x="548" y="3492"/>
                        </a:moveTo>
                        <a:cubicBezTo>
                          <a:pt x="-383" y="6506"/>
                          <a:pt x="-117" y="7880"/>
                          <a:pt x="1258" y="11427"/>
                        </a:cubicBezTo>
                        <a:cubicBezTo>
                          <a:pt x="3873" y="18165"/>
                          <a:pt x="5957" y="23707"/>
                          <a:pt x="11720" y="30267"/>
                        </a:cubicBezTo>
                        <a:cubicBezTo>
                          <a:pt x="16508" y="35720"/>
                          <a:pt x="22891" y="40685"/>
                          <a:pt x="28565" y="43390"/>
                        </a:cubicBezTo>
                        <a:cubicBezTo>
                          <a:pt x="32777" y="45384"/>
                          <a:pt x="37476" y="46360"/>
                          <a:pt x="38451" y="43478"/>
                        </a:cubicBezTo>
                        <a:cubicBezTo>
                          <a:pt x="39072" y="41705"/>
                          <a:pt x="36545" y="39311"/>
                          <a:pt x="35038" y="36962"/>
                        </a:cubicBezTo>
                        <a:cubicBezTo>
                          <a:pt x="31403" y="31332"/>
                          <a:pt x="27723" y="26145"/>
                          <a:pt x="25063" y="19672"/>
                        </a:cubicBezTo>
                        <a:cubicBezTo>
                          <a:pt x="22802" y="14175"/>
                          <a:pt x="21162" y="7260"/>
                          <a:pt x="14468" y="2738"/>
                        </a:cubicBezTo>
                        <a:cubicBezTo>
                          <a:pt x="8439" y="-1340"/>
                          <a:pt x="1834" y="-675"/>
                          <a:pt x="548" y="349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55" name="Forme libre : forme 22054">
                    <a:extLst>
                      <a:ext uri="{FF2B5EF4-FFF2-40B4-BE49-F238E27FC236}">
                        <a16:creationId xmlns:a16="http://schemas.microsoft.com/office/drawing/2014/main" id="{0D8D0086-4958-4FDF-834F-27ADCEF30523}"/>
                      </a:ext>
                    </a:extLst>
                  </p:cNvPr>
                  <p:cNvSpPr/>
                  <p:nvPr/>
                </p:nvSpPr>
                <p:spPr>
                  <a:xfrm>
                    <a:off x="6188078" y="1400638"/>
                    <a:ext cx="16277" cy="10144"/>
                  </a:xfrm>
                  <a:custGeom>
                    <a:avLst/>
                    <a:gdLst>
                      <a:gd name="connsiteX0" fmla="*/ 2390 w 16277"/>
                      <a:gd name="connsiteY0" fmla="*/ 309 h 10144"/>
                      <a:gd name="connsiteX1" fmla="*/ 307 w 16277"/>
                      <a:gd name="connsiteY1" fmla="*/ 132 h 10144"/>
                      <a:gd name="connsiteX2" fmla="*/ 617 w 16277"/>
                      <a:gd name="connsiteY2" fmla="*/ 1860 h 10144"/>
                      <a:gd name="connsiteX3" fmla="*/ 3144 w 16277"/>
                      <a:gd name="connsiteY3" fmla="*/ 4033 h 10144"/>
                      <a:gd name="connsiteX4" fmla="*/ 9971 w 16277"/>
                      <a:gd name="connsiteY4" fmla="*/ 8510 h 10144"/>
                      <a:gd name="connsiteX5" fmla="*/ 12631 w 16277"/>
                      <a:gd name="connsiteY5" fmla="*/ 9840 h 10144"/>
                      <a:gd name="connsiteX6" fmla="*/ 13872 w 16277"/>
                      <a:gd name="connsiteY6" fmla="*/ 5717 h 10144"/>
                      <a:gd name="connsiteX7" fmla="*/ 2390 w 16277"/>
                      <a:gd name="connsiteY7" fmla="*/ 309 h 10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277" h="10144">
                        <a:moveTo>
                          <a:pt x="2390" y="309"/>
                        </a:moveTo>
                        <a:cubicBezTo>
                          <a:pt x="1504" y="43"/>
                          <a:pt x="883" y="-134"/>
                          <a:pt x="307" y="132"/>
                        </a:cubicBezTo>
                        <a:cubicBezTo>
                          <a:pt x="-269" y="398"/>
                          <a:pt x="41" y="1151"/>
                          <a:pt x="617" y="1860"/>
                        </a:cubicBezTo>
                        <a:cubicBezTo>
                          <a:pt x="1193" y="2570"/>
                          <a:pt x="2258" y="3412"/>
                          <a:pt x="3144" y="4033"/>
                        </a:cubicBezTo>
                        <a:cubicBezTo>
                          <a:pt x="5361" y="5584"/>
                          <a:pt x="7710" y="7224"/>
                          <a:pt x="9971" y="8510"/>
                        </a:cubicBezTo>
                        <a:cubicBezTo>
                          <a:pt x="10902" y="9042"/>
                          <a:pt x="11744" y="9574"/>
                          <a:pt x="12631" y="9840"/>
                        </a:cubicBezTo>
                        <a:cubicBezTo>
                          <a:pt x="16310" y="10948"/>
                          <a:pt x="17995" y="8909"/>
                          <a:pt x="13872" y="5717"/>
                        </a:cubicBezTo>
                        <a:cubicBezTo>
                          <a:pt x="10636" y="3279"/>
                          <a:pt x="5937" y="1373"/>
                          <a:pt x="2390" y="30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56" name="Forme libre : forme 22055">
                    <a:extLst>
                      <a:ext uri="{FF2B5EF4-FFF2-40B4-BE49-F238E27FC236}">
                        <a16:creationId xmlns:a16="http://schemas.microsoft.com/office/drawing/2014/main" id="{660B4667-5EFD-4959-AC53-94A0C09338B3}"/>
                      </a:ext>
                    </a:extLst>
                  </p:cNvPr>
                  <p:cNvSpPr/>
                  <p:nvPr/>
                </p:nvSpPr>
                <p:spPr>
                  <a:xfrm>
                    <a:off x="6206738" y="1444302"/>
                    <a:ext cx="32361" cy="8788"/>
                  </a:xfrm>
                  <a:custGeom>
                    <a:avLst/>
                    <a:gdLst>
                      <a:gd name="connsiteX0" fmla="*/ 32362 w 32361"/>
                      <a:gd name="connsiteY0" fmla="*/ 6428 h 8788"/>
                      <a:gd name="connsiteX1" fmla="*/ 25446 w 32361"/>
                      <a:gd name="connsiteY1" fmla="*/ 8778 h 8788"/>
                      <a:gd name="connsiteX2" fmla="*/ 15339 w 32361"/>
                      <a:gd name="connsiteY2" fmla="*/ 6517 h 8788"/>
                      <a:gd name="connsiteX3" fmla="*/ 0 w 32361"/>
                      <a:gd name="connsiteY3" fmla="*/ 0 h 8788"/>
                      <a:gd name="connsiteX4" fmla="*/ 15073 w 32361"/>
                      <a:gd name="connsiteY4" fmla="*/ 5408 h 8788"/>
                      <a:gd name="connsiteX5" fmla="*/ 19594 w 32361"/>
                      <a:gd name="connsiteY5" fmla="*/ 6650 h 8788"/>
                      <a:gd name="connsiteX6" fmla="*/ 24249 w 32361"/>
                      <a:gd name="connsiteY6" fmla="*/ 7403 h 8788"/>
                      <a:gd name="connsiteX7" fmla="*/ 32362 w 32361"/>
                      <a:gd name="connsiteY7" fmla="*/ 6428 h 8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361" h="8788">
                        <a:moveTo>
                          <a:pt x="32362" y="6428"/>
                        </a:moveTo>
                        <a:cubicBezTo>
                          <a:pt x="31032" y="7669"/>
                          <a:pt x="28461" y="8822"/>
                          <a:pt x="25446" y="8778"/>
                        </a:cubicBezTo>
                        <a:cubicBezTo>
                          <a:pt x="22343" y="8911"/>
                          <a:pt x="18708" y="7847"/>
                          <a:pt x="15339" y="6517"/>
                        </a:cubicBezTo>
                        <a:cubicBezTo>
                          <a:pt x="9886" y="4699"/>
                          <a:pt x="4300" y="2039"/>
                          <a:pt x="0" y="0"/>
                        </a:cubicBezTo>
                        <a:cubicBezTo>
                          <a:pt x="4655" y="2261"/>
                          <a:pt x="9886" y="4079"/>
                          <a:pt x="15073" y="5408"/>
                        </a:cubicBezTo>
                        <a:cubicBezTo>
                          <a:pt x="16580" y="5807"/>
                          <a:pt x="18087" y="6251"/>
                          <a:pt x="19594" y="6650"/>
                        </a:cubicBezTo>
                        <a:cubicBezTo>
                          <a:pt x="21146" y="7049"/>
                          <a:pt x="22653" y="7359"/>
                          <a:pt x="24249" y="7403"/>
                        </a:cubicBezTo>
                        <a:cubicBezTo>
                          <a:pt x="27308" y="7714"/>
                          <a:pt x="30189" y="7137"/>
                          <a:pt x="32362" y="64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57" name="Forme libre : forme 22056">
                    <a:extLst>
                      <a:ext uri="{FF2B5EF4-FFF2-40B4-BE49-F238E27FC236}">
                        <a16:creationId xmlns:a16="http://schemas.microsoft.com/office/drawing/2014/main" id="{752B8B4C-71C0-48FB-B212-B8BAD5B0E895}"/>
                      </a:ext>
                    </a:extLst>
                  </p:cNvPr>
                  <p:cNvSpPr/>
                  <p:nvPr/>
                </p:nvSpPr>
                <p:spPr>
                  <a:xfrm>
                    <a:off x="6172692" y="1387248"/>
                    <a:ext cx="31785" cy="11348"/>
                  </a:xfrm>
                  <a:custGeom>
                    <a:avLst/>
                    <a:gdLst>
                      <a:gd name="connsiteX0" fmla="*/ 31785 w 31785"/>
                      <a:gd name="connsiteY0" fmla="*/ 11349 h 11348"/>
                      <a:gd name="connsiteX1" fmla="*/ 0 w 31785"/>
                      <a:gd name="connsiteY1" fmla="*/ 0 h 11348"/>
                      <a:gd name="connsiteX2" fmla="*/ 31785 w 31785"/>
                      <a:gd name="connsiteY2" fmla="*/ 11349 h 11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785" h="11348">
                        <a:moveTo>
                          <a:pt x="31785" y="11349"/>
                        </a:moveTo>
                        <a:cubicBezTo>
                          <a:pt x="21722" y="3813"/>
                          <a:pt x="9886" y="798"/>
                          <a:pt x="0" y="0"/>
                        </a:cubicBezTo>
                        <a:cubicBezTo>
                          <a:pt x="9310" y="266"/>
                          <a:pt x="22343" y="6162"/>
                          <a:pt x="31785" y="113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58" name="Forme libre : forme 22057">
                    <a:extLst>
                      <a:ext uri="{FF2B5EF4-FFF2-40B4-BE49-F238E27FC236}">
                        <a16:creationId xmlns:a16="http://schemas.microsoft.com/office/drawing/2014/main" id="{C77E418A-C19C-4A6A-999C-29544C783DE6}"/>
                      </a:ext>
                    </a:extLst>
                  </p:cNvPr>
                  <p:cNvSpPr/>
                  <p:nvPr/>
                </p:nvSpPr>
                <p:spPr>
                  <a:xfrm>
                    <a:off x="6208008" y="1420150"/>
                    <a:ext cx="11966" cy="12223"/>
                  </a:xfrm>
                  <a:custGeom>
                    <a:avLst/>
                    <a:gdLst>
                      <a:gd name="connsiteX0" fmla="*/ 11498 w 11966"/>
                      <a:gd name="connsiteY0" fmla="*/ 12183 h 12223"/>
                      <a:gd name="connsiteX1" fmla="*/ 3696 w 11966"/>
                      <a:gd name="connsiteY1" fmla="*/ 6376 h 12223"/>
                      <a:gd name="connsiteX2" fmla="*/ 593 w 11966"/>
                      <a:gd name="connsiteY2" fmla="*/ 36 h 12223"/>
                      <a:gd name="connsiteX3" fmla="*/ 7907 w 11966"/>
                      <a:gd name="connsiteY3" fmla="*/ 5533 h 12223"/>
                      <a:gd name="connsiteX4" fmla="*/ 11498 w 11966"/>
                      <a:gd name="connsiteY4" fmla="*/ 12183 h 1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66" h="12223">
                        <a:moveTo>
                          <a:pt x="11498" y="12183"/>
                        </a:moveTo>
                        <a:cubicBezTo>
                          <a:pt x="9592" y="12715"/>
                          <a:pt x="5114" y="7839"/>
                          <a:pt x="3696" y="6376"/>
                        </a:cubicBezTo>
                        <a:cubicBezTo>
                          <a:pt x="2321" y="4868"/>
                          <a:pt x="-1447" y="524"/>
                          <a:pt x="593" y="36"/>
                        </a:cubicBezTo>
                        <a:cubicBezTo>
                          <a:pt x="2632" y="-451"/>
                          <a:pt x="6622" y="4115"/>
                          <a:pt x="7907" y="5533"/>
                        </a:cubicBezTo>
                        <a:cubicBezTo>
                          <a:pt x="9149" y="6952"/>
                          <a:pt x="13360" y="11651"/>
                          <a:pt x="11498" y="1218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59" name="Forme libre : forme 22058">
                    <a:extLst>
                      <a:ext uri="{FF2B5EF4-FFF2-40B4-BE49-F238E27FC236}">
                        <a16:creationId xmlns:a16="http://schemas.microsoft.com/office/drawing/2014/main" id="{29552847-46DB-42F5-A58C-DB66E0ADAADA}"/>
                      </a:ext>
                    </a:extLst>
                  </p:cNvPr>
                  <p:cNvSpPr/>
                  <p:nvPr/>
                </p:nvSpPr>
                <p:spPr>
                  <a:xfrm>
                    <a:off x="6218153" y="1430410"/>
                    <a:ext cx="3607" cy="3440"/>
                  </a:xfrm>
                  <a:custGeom>
                    <a:avLst/>
                    <a:gdLst>
                      <a:gd name="connsiteX0" fmla="*/ 3569 w 3607"/>
                      <a:gd name="connsiteY0" fmla="*/ 3253 h 3440"/>
                      <a:gd name="connsiteX1" fmla="*/ 1441 w 3607"/>
                      <a:gd name="connsiteY1" fmla="*/ 2410 h 3440"/>
                      <a:gd name="connsiteX2" fmla="*/ 66 w 3607"/>
                      <a:gd name="connsiteY2" fmla="*/ 194 h 3440"/>
                      <a:gd name="connsiteX3" fmla="*/ 2150 w 3607"/>
                      <a:gd name="connsiteY3" fmla="*/ 992 h 3440"/>
                      <a:gd name="connsiteX4" fmla="*/ 3569 w 3607"/>
                      <a:gd name="connsiteY4" fmla="*/ 3253 h 3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7" h="3440">
                        <a:moveTo>
                          <a:pt x="3569" y="3253"/>
                        </a:moveTo>
                        <a:cubicBezTo>
                          <a:pt x="3258" y="3829"/>
                          <a:pt x="2017" y="2942"/>
                          <a:pt x="1441" y="2410"/>
                        </a:cubicBezTo>
                        <a:cubicBezTo>
                          <a:pt x="864" y="1878"/>
                          <a:pt x="-288" y="770"/>
                          <a:pt x="66" y="194"/>
                        </a:cubicBezTo>
                        <a:cubicBezTo>
                          <a:pt x="377" y="-383"/>
                          <a:pt x="1529" y="460"/>
                          <a:pt x="2150" y="992"/>
                        </a:cubicBezTo>
                        <a:cubicBezTo>
                          <a:pt x="2682" y="1524"/>
                          <a:pt x="3835" y="2676"/>
                          <a:pt x="3569" y="325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60" name="Forme libre : forme 22059">
                    <a:extLst>
                      <a:ext uri="{FF2B5EF4-FFF2-40B4-BE49-F238E27FC236}">
                        <a16:creationId xmlns:a16="http://schemas.microsoft.com/office/drawing/2014/main" id="{753AB5DD-1AEF-4368-9787-68042AE8B711}"/>
                      </a:ext>
                    </a:extLst>
                  </p:cNvPr>
                  <p:cNvSpPr/>
                  <p:nvPr/>
                </p:nvSpPr>
                <p:spPr>
                  <a:xfrm>
                    <a:off x="6214161" y="1412667"/>
                    <a:ext cx="23989" cy="35314"/>
                  </a:xfrm>
                  <a:custGeom>
                    <a:avLst/>
                    <a:gdLst>
                      <a:gd name="connsiteX0" fmla="*/ 20462 w 23989"/>
                      <a:gd name="connsiteY0" fmla="*/ 23478 h 35314"/>
                      <a:gd name="connsiteX1" fmla="*/ 23919 w 23989"/>
                      <a:gd name="connsiteY1" fmla="*/ 33453 h 35314"/>
                      <a:gd name="connsiteX2" fmla="*/ 23121 w 23989"/>
                      <a:gd name="connsiteY2" fmla="*/ 35049 h 35314"/>
                      <a:gd name="connsiteX3" fmla="*/ 20328 w 23989"/>
                      <a:gd name="connsiteY3" fmla="*/ 34871 h 35314"/>
                      <a:gd name="connsiteX4" fmla="*/ 16959 w 23989"/>
                      <a:gd name="connsiteY4" fmla="*/ 30882 h 35314"/>
                      <a:gd name="connsiteX5" fmla="*/ 10044 w 23989"/>
                      <a:gd name="connsiteY5" fmla="*/ 16917 h 35314"/>
                      <a:gd name="connsiteX6" fmla="*/ 1089 w 23989"/>
                      <a:gd name="connsiteY6" fmla="*/ 27 h 35314"/>
                      <a:gd name="connsiteX7" fmla="*/ 16871 w 23989"/>
                      <a:gd name="connsiteY7" fmla="*/ 13504 h 35314"/>
                      <a:gd name="connsiteX8" fmla="*/ 20462 w 23989"/>
                      <a:gd name="connsiteY8" fmla="*/ 23478 h 35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989" h="35314">
                        <a:moveTo>
                          <a:pt x="20462" y="23478"/>
                        </a:moveTo>
                        <a:cubicBezTo>
                          <a:pt x="21658" y="26936"/>
                          <a:pt x="22501" y="29330"/>
                          <a:pt x="23919" y="33453"/>
                        </a:cubicBezTo>
                        <a:cubicBezTo>
                          <a:pt x="24141" y="34118"/>
                          <a:pt x="23831" y="34738"/>
                          <a:pt x="23121" y="35049"/>
                        </a:cubicBezTo>
                        <a:cubicBezTo>
                          <a:pt x="22412" y="35448"/>
                          <a:pt x="21304" y="35403"/>
                          <a:pt x="20328" y="34871"/>
                        </a:cubicBezTo>
                        <a:cubicBezTo>
                          <a:pt x="18201" y="33940"/>
                          <a:pt x="17580" y="32344"/>
                          <a:pt x="16959" y="30882"/>
                        </a:cubicBezTo>
                        <a:cubicBezTo>
                          <a:pt x="15186" y="26271"/>
                          <a:pt x="12881" y="21705"/>
                          <a:pt x="10044" y="16917"/>
                        </a:cubicBezTo>
                        <a:cubicBezTo>
                          <a:pt x="8315" y="13903"/>
                          <a:pt x="-3610" y="692"/>
                          <a:pt x="1089" y="27"/>
                        </a:cubicBezTo>
                        <a:cubicBezTo>
                          <a:pt x="5832" y="-593"/>
                          <a:pt x="14521" y="9558"/>
                          <a:pt x="16871" y="13504"/>
                        </a:cubicBezTo>
                        <a:cubicBezTo>
                          <a:pt x="19176" y="17449"/>
                          <a:pt x="19087" y="20153"/>
                          <a:pt x="20462" y="2347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24" name="Graphique 2">
                  <a:extLst>
                    <a:ext uri="{FF2B5EF4-FFF2-40B4-BE49-F238E27FC236}">
                      <a16:creationId xmlns:a16="http://schemas.microsoft.com/office/drawing/2014/main" id="{A30F22B4-DEE5-453A-B113-44056FB7E5F4}"/>
                    </a:ext>
                  </a:extLst>
                </p:cNvPr>
                <p:cNvGrpSpPr/>
                <p:nvPr/>
              </p:nvGrpSpPr>
              <p:grpSpPr>
                <a:xfrm>
                  <a:off x="6242283" y="1381641"/>
                  <a:ext cx="69780" cy="75336"/>
                  <a:chOff x="6242283" y="1381641"/>
                  <a:chExt cx="69780" cy="75336"/>
                </a:xfrm>
                <a:solidFill>
                  <a:schemeClr val="accent1"/>
                </a:solidFill>
              </p:grpSpPr>
              <p:sp>
                <p:nvSpPr>
                  <p:cNvPr id="22037" name="Forme libre : forme 22036">
                    <a:extLst>
                      <a:ext uri="{FF2B5EF4-FFF2-40B4-BE49-F238E27FC236}">
                        <a16:creationId xmlns:a16="http://schemas.microsoft.com/office/drawing/2014/main" id="{7A79A6AD-4266-4428-AA46-C3E441E5D1DA}"/>
                      </a:ext>
                    </a:extLst>
                  </p:cNvPr>
                  <p:cNvSpPr/>
                  <p:nvPr/>
                </p:nvSpPr>
                <p:spPr>
                  <a:xfrm>
                    <a:off x="6242283" y="1381641"/>
                    <a:ext cx="69780" cy="75336"/>
                  </a:xfrm>
                  <a:custGeom>
                    <a:avLst/>
                    <a:gdLst>
                      <a:gd name="connsiteX0" fmla="*/ 62515 w 69780"/>
                      <a:gd name="connsiteY0" fmla="*/ 36860 h 75336"/>
                      <a:gd name="connsiteX1" fmla="*/ 52629 w 69780"/>
                      <a:gd name="connsiteY1" fmla="*/ 50913 h 75336"/>
                      <a:gd name="connsiteX2" fmla="*/ 40306 w 69780"/>
                      <a:gd name="connsiteY2" fmla="*/ 64479 h 75336"/>
                      <a:gd name="connsiteX3" fmla="*/ 20268 w 69780"/>
                      <a:gd name="connsiteY3" fmla="*/ 74941 h 75336"/>
                      <a:gd name="connsiteX4" fmla="*/ 1959 w 69780"/>
                      <a:gd name="connsiteY4" fmla="*/ 71084 h 75336"/>
                      <a:gd name="connsiteX5" fmla="*/ 53 w 69780"/>
                      <a:gd name="connsiteY5" fmla="*/ 65942 h 75336"/>
                      <a:gd name="connsiteX6" fmla="*/ 2004 w 69780"/>
                      <a:gd name="connsiteY6" fmla="*/ 61021 h 75336"/>
                      <a:gd name="connsiteX7" fmla="*/ 7722 w 69780"/>
                      <a:gd name="connsiteY7" fmla="*/ 50647 h 75336"/>
                      <a:gd name="connsiteX8" fmla="*/ 15968 w 69780"/>
                      <a:gd name="connsiteY8" fmla="*/ 39166 h 75336"/>
                      <a:gd name="connsiteX9" fmla="*/ 33080 w 69780"/>
                      <a:gd name="connsiteY9" fmla="*/ 17931 h 75336"/>
                      <a:gd name="connsiteX10" fmla="*/ 59501 w 69780"/>
                      <a:gd name="connsiteY10" fmla="*/ 332 h 75336"/>
                      <a:gd name="connsiteX11" fmla="*/ 68544 w 69780"/>
                      <a:gd name="connsiteY11" fmla="*/ 4188 h 75336"/>
                      <a:gd name="connsiteX12" fmla="*/ 62515 w 69780"/>
                      <a:gd name="connsiteY12" fmla="*/ 36860 h 75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780" h="75336">
                        <a:moveTo>
                          <a:pt x="62515" y="36860"/>
                        </a:moveTo>
                        <a:cubicBezTo>
                          <a:pt x="60432" y="40318"/>
                          <a:pt x="56708" y="45638"/>
                          <a:pt x="52629" y="50913"/>
                        </a:cubicBezTo>
                        <a:cubicBezTo>
                          <a:pt x="48462" y="56144"/>
                          <a:pt x="43808" y="61331"/>
                          <a:pt x="40306" y="64479"/>
                        </a:cubicBezTo>
                        <a:cubicBezTo>
                          <a:pt x="33833" y="70375"/>
                          <a:pt x="27006" y="73832"/>
                          <a:pt x="20268" y="74941"/>
                        </a:cubicBezTo>
                        <a:cubicBezTo>
                          <a:pt x="13574" y="76049"/>
                          <a:pt x="6924" y="74852"/>
                          <a:pt x="1959" y="71084"/>
                        </a:cubicBezTo>
                        <a:cubicBezTo>
                          <a:pt x="275" y="69976"/>
                          <a:pt x="-169" y="67715"/>
                          <a:pt x="53" y="65942"/>
                        </a:cubicBezTo>
                        <a:cubicBezTo>
                          <a:pt x="275" y="64080"/>
                          <a:pt x="1073" y="62351"/>
                          <a:pt x="2004" y="61021"/>
                        </a:cubicBezTo>
                        <a:cubicBezTo>
                          <a:pt x="4708" y="57430"/>
                          <a:pt x="5772" y="54105"/>
                          <a:pt x="7722" y="50647"/>
                        </a:cubicBezTo>
                        <a:cubicBezTo>
                          <a:pt x="9584" y="47189"/>
                          <a:pt x="12067" y="43643"/>
                          <a:pt x="15968" y="39166"/>
                        </a:cubicBezTo>
                        <a:cubicBezTo>
                          <a:pt x="20135" y="34600"/>
                          <a:pt x="28691" y="23783"/>
                          <a:pt x="33080" y="17931"/>
                        </a:cubicBezTo>
                        <a:cubicBezTo>
                          <a:pt x="41325" y="7114"/>
                          <a:pt x="49438" y="3346"/>
                          <a:pt x="59501" y="332"/>
                        </a:cubicBezTo>
                        <a:cubicBezTo>
                          <a:pt x="62959" y="-732"/>
                          <a:pt x="67658" y="819"/>
                          <a:pt x="68544" y="4188"/>
                        </a:cubicBezTo>
                        <a:cubicBezTo>
                          <a:pt x="70938" y="13941"/>
                          <a:pt x="70317" y="23916"/>
                          <a:pt x="62515" y="3686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38" name="Forme libre : forme 22037">
                    <a:extLst>
                      <a:ext uri="{FF2B5EF4-FFF2-40B4-BE49-F238E27FC236}">
                        <a16:creationId xmlns:a16="http://schemas.microsoft.com/office/drawing/2014/main" id="{75896B7F-B0BA-4F18-9037-27FFEA5D49F3}"/>
                      </a:ext>
                    </a:extLst>
                  </p:cNvPr>
                  <p:cNvSpPr/>
                  <p:nvPr/>
                </p:nvSpPr>
                <p:spPr>
                  <a:xfrm>
                    <a:off x="6242292" y="1385652"/>
                    <a:ext cx="69617" cy="71231"/>
                  </a:xfrm>
                  <a:custGeom>
                    <a:avLst/>
                    <a:gdLst>
                      <a:gd name="connsiteX0" fmla="*/ 34977 w 69617"/>
                      <a:gd name="connsiteY0" fmla="*/ 47833 h 71231"/>
                      <a:gd name="connsiteX1" fmla="*/ 19107 w 69617"/>
                      <a:gd name="connsiteY1" fmla="*/ 61531 h 71231"/>
                      <a:gd name="connsiteX2" fmla="*/ 9177 w 69617"/>
                      <a:gd name="connsiteY2" fmla="*/ 64723 h 71231"/>
                      <a:gd name="connsiteX3" fmla="*/ 0 w 69617"/>
                      <a:gd name="connsiteY3" fmla="*/ 62861 h 71231"/>
                      <a:gd name="connsiteX4" fmla="*/ 1906 w 69617"/>
                      <a:gd name="connsiteY4" fmla="*/ 66984 h 71231"/>
                      <a:gd name="connsiteX5" fmla="*/ 7536 w 69617"/>
                      <a:gd name="connsiteY5" fmla="*/ 69910 h 71231"/>
                      <a:gd name="connsiteX6" fmla="*/ 27264 w 69617"/>
                      <a:gd name="connsiteY6" fmla="*/ 68846 h 71231"/>
                      <a:gd name="connsiteX7" fmla="*/ 40253 w 69617"/>
                      <a:gd name="connsiteY7" fmla="*/ 60423 h 71231"/>
                      <a:gd name="connsiteX8" fmla="*/ 44553 w 69617"/>
                      <a:gd name="connsiteY8" fmla="*/ 56212 h 71231"/>
                      <a:gd name="connsiteX9" fmla="*/ 61132 w 69617"/>
                      <a:gd name="connsiteY9" fmla="*/ 34977 h 71231"/>
                      <a:gd name="connsiteX10" fmla="*/ 62462 w 69617"/>
                      <a:gd name="connsiteY10" fmla="*/ 32849 h 71231"/>
                      <a:gd name="connsiteX11" fmla="*/ 68225 w 69617"/>
                      <a:gd name="connsiteY11" fmla="*/ 20082 h 71231"/>
                      <a:gd name="connsiteX12" fmla="*/ 69334 w 69617"/>
                      <a:gd name="connsiteY12" fmla="*/ 4832 h 71231"/>
                      <a:gd name="connsiteX13" fmla="*/ 68403 w 69617"/>
                      <a:gd name="connsiteY13" fmla="*/ 177 h 71231"/>
                      <a:gd name="connsiteX14" fmla="*/ 68314 w 69617"/>
                      <a:gd name="connsiteY14" fmla="*/ 0 h 71231"/>
                      <a:gd name="connsiteX15" fmla="*/ 34977 w 69617"/>
                      <a:gd name="connsiteY15" fmla="*/ 47833 h 71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9617" h="71231">
                        <a:moveTo>
                          <a:pt x="34977" y="47833"/>
                        </a:moveTo>
                        <a:cubicBezTo>
                          <a:pt x="30677" y="53064"/>
                          <a:pt x="25402" y="58207"/>
                          <a:pt x="19107" y="61531"/>
                        </a:cubicBezTo>
                        <a:cubicBezTo>
                          <a:pt x="16003" y="63216"/>
                          <a:pt x="12501" y="64324"/>
                          <a:pt x="9177" y="64723"/>
                        </a:cubicBezTo>
                        <a:cubicBezTo>
                          <a:pt x="5763" y="64945"/>
                          <a:pt x="2483" y="64413"/>
                          <a:pt x="0" y="62861"/>
                        </a:cubicBezTo>
                        <a:cubicBezTo>
                          <a:pt x="0" y="64369"/>
                          <a:pt x="532" y="66053"/>
                          <a:pt x="1906" y="66984"/>
                        </a:cubicBezTo>
                        <a:cubicBezTo>
                          <a:pt x="3546" y="68137"/>
                          <a:pt x="5541" y="69334"/>
                          <a:pt x="7536" y="69910"/>
                        </a:cubicBezTo>
                        <a:cubicBezTo>
                          <a:pt x="13521" y="71993"/>
                          <a:pt x="20570" y="71594"/>
                          <a:pt x="27264" y="68846"/>
                        </a:cubicBezTo>
                        <a:cubicBezTo>
                          <a:pt x="31697" y="67073"/>
                          <a:pt x="35997" y="64280"/>
                          <a:pt x="40253" y="60423"/>
                        </a:cubicBezTo>
                        <a:cubicBezTo>
                          <a:pt x="41494" y="59270"/>
                          <a:pt x="43045" y="57807"/>
                          <a:pt x="44553" y="56212"/>
                        </a:cubicBezTo>
                        <a:cubicBezTo>
                          <a:pt x="50582" y="49917"/>
                          <a:pt x="57320" y="40873"/>
                          <a:pt x="61132" y="34977"/>
                        </a:cubicBezTo>
                        <a:cubicBezTo>
                          <a:pt x="61620" y="34224"/>
                          <a:pt x="62063" y="33470"/>
                          <a:pt x="62462" y="32849"/>
                        </a:cubicBezTo>
                        <a:cubicBezTo>
                          <a:pt x="65255" y="28283"/>
                          <a:pt x="67073" y="24027"/>
                          <a:pt x="68225" y="20082"/>
                        </a:cubicBezTo>
                        <a:cubicBezTo>
                          <a:pt x="69733" y="14629"/>
                          <a:pt x="69866" y="9664"/>
                          <a:pt x="69334" y="4832"/>
                        </a:cubicBezTo>
                        <a:cubicBezTo>
                          <a:pt x="69112" y="3280"/>
                          <a:pt x="68802" y="1729"/>
                          <a:pt x="68403" y="177"/>
                        </a:cubicBezTo>
                        <a:lnTo>
                          <a:pt x="68314" y="0"/>
                        </a:lnTo>
                        <a:cubicBezTo>
                          <a:pt x="58118" y="16225"/>
                          <a:pt x="47124" y="32716"/>
                          <a:pt x="34977" y="4783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39" name="Forme libre : forme 22038">
                    <a:extLst>
                      <a:ext uri="{FF2B5EF4-FFF2-40B4-BE49-F238E27FC236}">
                        <a16:creationId xmlns:a16="http://schemas.microsoft.com/office/drawing/2014/main" id="{D81934AD-6A87-4927-8082-023FC0F0B6FA}"/>
                      </a:ext>
                    </a:extLst>
                  </p:cNvPr>
                  <p:cNvSpPr/>
                  <p:nvPr/>
                </p:nvSpPr>
                <p:spPr>
                  <a:xfrm>
                    <a:off x="6270268" y="1397899"/>
                    <a:ext cx="29124" cy="36088"/>
                  </a:xfrm>
                  <a:custGeom>
                    <a:avLst/>
                    <a:gdLst>
                      <a:gd name="connsiteX0" fmla="*/ 28058 w 29124"/>
                      <a:gd name="connsiteY0" fmla="*/ 255 h 36088"/>
                      <a:gd name="connsiteX1" fmla="*/ 19547 w 29124"/>
                      <a:gd name="connsiteY1" fmla="*/ 22775 h 36088"/>
                      <a:gd name="connsiteX2" fmla="*/ 10414 w 29124"/>
                      <a:gd name="connsiteY2" fmla="*/ 32351 h 36088"/>
                      <a:gd name="connsiteX3" fmla="*/ 795 w 29124"/>
                      <a:gd name="connsiteY3" fmla="*/ 35410 h 36088"/>
                      <a:gd name="connsiteX4" fmla="*/ 3011 w 29124"/>
                      <a:gd name="connsiteY4" fmla="*/ 26100 h 36088"/>
                      <a:gd name="connsiteX5" fmla="*/ 10237 w 29124"/>
                      <a:gd name="connsiteY5" fmla="*/ 15993 h 36088"/>
                      <a:gd name="connsiteX6" fmla="*/ 28058 w 29124"/>
                      <a:gd name="connsiteY6" fmla="*/ 255 h 36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24" h="36088">
                        <a:moveTo>
                          <a:pt x="28058" y="255"/>
                        </a:moveTo>
                        <a:cubicBezTo>
                          <a:pt x="32181" y="2649"/>
                          <a:pt x="23271" y="17988"/>
                          <a:pt x="19547" y="22775"/>
                        </a:cubicBezTo>
                        <a:cubicBezTo>
                          <a:pt x="17774" y="25213"/>
                          <a:pt x="14183" y="29336"/>
                          <a:pt x="10414" y="32351"/>
                        </a:cubicBezTo>
                        <a:cubicBezTo>
                          <a:pt x="6602" y="35365"/>
                          <a:pt x="2701" y="37138"/>
                          <a:pt x="795" y="35410"/>
                        </a:cubicBezTo>
                        <a:cubicBezTo>
                          <a:pt x="-1067" y="33681"/>
                          <a:pt x="618" y="30001"/>
                          <a:pt x="3011" y="26100"/>
                        </a:cubicBezTo>
                        <a:cubicBezTo>
                          <a:pt x="5405" y="22243"/>
                          <a:pt x="8553" y="18076"/>
                          <a:pt x="10237" y="15993"/>
                        </a:cubicBezTo>
                        <a:cubicBezTo>
                          <a:pt x="13695" y="11914"/>
                          <a:pt x="24024" y="-2050"/>
                          <a:pt x="28058" y="25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40" name="Forme libre : forme 22039">
                    <a:extLst>
                      <a:ext uri="{FF2B5EF4-FFF2-40B4-BE49-F238E27FC236}">
                        <a16:creationId xmlns:a16="http://schemas.microsoft.com/office/drawing/2014/main" id="{E939EB95-6460-425F-854E-EFD7079721D9}"/>
                      </a:ext>
                    </a:extLst>
                  </p:cNvPr>
                  <p:cNvSpPr/>
                  <p:nvPr/>
                </p:nvSpPr>
                <p:spPr>
                  <a:xfrm>
                    <a:off x="6269962" y="1412207"/>
                    <a:ext cx="24995" cy="21712"/>
                  </a:xfrm>
                  <a:custGeom>
                    <a:avLst/>
                    <a:gdLst>
                      <a:gd name="connsiteX0" fmla="*/ 3849 w 24995"/>
                      <a:gd name="connsiteY0" fmla="*/ 11216 h 21712"/>
                      <a:gd name="connsiteX1" fmla="*/ 923 w 24995"/>
                      <a:gd name="connsiteY1" fmla="*/ 16713 h 21712"/>
                      <a:gd name="connsiteX2" fmla="*/ 923 w 24995"/>
                      <a:gd name="connsiteY2" fmla="*/ 21279 h 21712"/>
                      <a:gd name="connsiteX3" fmla="*/ 19986 w 24995"/>
                      <a:gd name="connsiteY3" fmla="*/ 8290 h 21712"/>
                      <a:gd name="connsiteX4" fmla="*/ 24995 w 24995"/>
                      <a:gd name="connsiteY4" fmla="*/ 0 h 21712"/>
                      <a:gd name="connsiteX5" fmla="*/ 21759 w 24995"/>
                      <a:gd name="connsiteY5" fmla="*/ 4034 h 21712"/>
                      <a:gd name="connsiteX6" fmla="*/ 3849 w 24995"/>
                      <a:gd name="connsiteY6" fmla="*/ 11216 h 2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995" h="21712">
                        <a:moveTo>
                          <a:pt x="3849" y="11216"/>
                        </a:moveTo>
                        <a:cubicBezTo>
                          <a:pt x="3273" y="12501"/>
                          <a:pt x="1854" y="14718"/>
                          <a:pt x="923" y="16713"/>
                        </a:cubicBezTo>
                        <a:cubicBezTo>
                          <a:pt x="-52" y="18663"/>
                          <a:pt x="-540" y="20525"/>
                          <a:pt x="923" y="21279"/>
                        </a:cubicBezTo>
                        <a:cubicBezTo>
                          <a:pt x="5888" y="23850"/>
                          <a:pt x="15553" y="14408"/>
                          <a:pt x="19986" y="8290"/>
                        </a:cubicBezTo>
                        <a:cubicBezTo>
                          <a:pt x="21316" y="6517"/>
                          <a:pt x="23976" y="2305"/>
                          <a:pt x="24995" y="0"/>
                        </a:cubicBezTo>
                        <a:cubicBezTo>
                          <a:pt x="24153" y="1153"/>
                          <a:pt x="22779" y="3103"/>
                          <a:pt x="21759" y="4034"/>
                        </a:cubicBezTo>
                        <a:cubicBezTo>
                          <a:pt x="16084" y="9310"/>
                          <a:pt x="8371" y="14585"/>
                          <a:pt x="3849" y="1121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41" name="Forme libre : forme 22040">
                    <a:extLst>
                      <a:ext uri="{FF2B5EF4-FFF2-40B4-BE49-F238E27FC236}">
                        <a16:creationId xmlns:a16="http://schemas.microsoft.com/office/drawing/2014/main" id="{9FE07F4C-29B2-4AA2-B17E-FA4FA2505180}"/>
                      </a:ext>
                    </a:extLst>
                  </p:cNvPr>
                  <p:cNvSpPr/>
                  <p:nvPr/>
                </p:nvSpPr>
                <p:spPr>
                  <a:xfrm>
                    <a:off x="6272722" y="1396255"/>
                    <a:ext cx="28663" cy="36926"/>
                  </a:xfrm>
                  <a:custGeom>
                    <a:avLst/>
                    <a:gdLst>
                      <a:gd name="connsiteX0" fmla="*/ 27865 w 28663"/>
                      <a:gd name="connsiteY0" fmla="*/ 525 h 36926"/>
                      <a:gd name="connsiteX1" fmla="*/ 19486 w 28663"/>
                      <a:gd name="connsiteY1" fmla="*/ 23533 h 36926"/>
                      <a:gd name="connsiteX2" fmla="*/ 10487 w 28663"/>
                      <a:gd name="connsiteY2" fmla="*/ 33241 h 36926"/>
                      <a:gd name="connsiteX3" fmla="*/ 912 w 28663"/>
                      <a:gd name="connsiteY3" fmla="*/ 36300 h 36926"/>
                      <a:gd name="connsiteX4" fmla="*/ 2995 w 28663"/>
                      <a:gd name="connsiteY4" fmla="*/ 26946 h 36926"/>
                      <a:gd name="connsiteX5" fmla="*/ 10132 w 28663"/>
                      <a:gd name="connsiteY5" fmla="*/ 16706 h 36926"/>
                      <a:gd name="connsiteX6" fmla="*/ 27865 w 28663"/>
                      <a:gd name="connsiteY6" fmla="*/ 525 h 36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663" h="36926">
                        <a:moveTo>
                          <a:pt x="27865" y="525"/>
                        </a:moveTo>
                        <a:cubicBezTo>
                          <a:pt x="31190" y="4204"/>
                          <a:pt x="23299" y="18213"/>
                          <a:pt x="19486" y="23533"/>
                        </a:cubicBezTo>
                        <a:cubicBezTo>
                          <a:pt x="17624" y="26237"/>
                          <a:pt x="14166" y="30315"/>
                          <a:pt x="10487" y="33241"/>
                        </a:cubicBezTo>
                        <a:cubicBezTo>
                          <a:pt x="6763" y="36167"/>
                          <a:pt x="2995" y="37940"/>
                          <a:pt x="912" y="36300"/>
                        </a:cubicBezTo>
                        <a:cubicBezTo>
                          <a:pt x="-1128" y="34704"/>
                          <a:pt x="557" y="30892"/>
                          <a:pt x="2995" y="26946"/>
                        </a:cubicBezTo>
                        <a:cubicBezTo>
                          <a:pt x="5433" y="22956"/>
                          <a:pt x="8625" y="18701"/>
                          <a:pt x="10132" y="16706"/>
                        </a:cubicBezTo>
                        <a:cubicBezTo>
                          <a:pt x="13324" y="12805"/>
                          <a:pt x="24673" y="-3066"/>
                          <a:pt x="27865" y="52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42" name="Forme libre : forme 22041">
                    <a:extLst>
                      <a:ext uri="{FF2B5EF4-FFF2-40B4-BE49-F238E27FC236}">
                        <a16:creationId xmlns:a16="http://schemas.microsoft.com/office/drawing/2014/main" id="{9E5DB41C-8A16-4AD8-A543-4127F7D2E6C4}"/>
                      </a:ext>
                    </a:extLst>
                  </p:cNvPr>
                  <p:cNvSpPr/>
                  <p:nvPr/>
                </p:nvSpPr>
                <p:spPr>
                  <a:xfrm>
                    <a:off x="6253269" y="1409997"/>
                    <a:ext cx="46333" cy="38396"/>
                  </a:xfrm>
                  <a:custGeom>
                    <a:avLst/>
                    <a:gdLst>
                      <a:gd name="connsiteX0" fmla="*/ 1568 w 46333"/>
                      <a:gd name="connsiteY0" fmla="*/ 36345 h 38396"/>
                      <a:gd name="connsiteX1" fmla="*/ 9636 w 46333"/>
                      <a:gd name="connsiteY1" fmla="*/ 38163 h 38396"/>
                      <a:gd name="connsiteX2" fmla="*/ 31536 w 46333"/>
                      <a:gd name="connsiteY2" fmla="*/ 28676 h 38396"/>
                      <a:gd name="connsiteX3" fmla="*/ 44968 w 46333"/>
                      <a:gd name="connsiteY3" fmla="*/ 10101 h 38396"/>
                      <a:gd name="connsiteX4" fmla="*/ 44170 w 46333"/>
                      <a:gd name="connsiteY4" fmla="*/ 38 h 38396"/>
                      <a:gd name="connsiteX5" fmla="*/ 37964 w 46333"/>
                      <a:gd name="connsiteY5" fmla="*/ 4205 h 38396"/>
                      <a:gd name="connsiteX6" fmla="*/ 21207 w 46333"/>
                      <a:gd name="connsiteY6" fmla="*/ 15022 h 38396"/>
                      <a:gd name="connsiteX7" fmla="*/ 4316 w 46333"/>
                      <a:gd name="connsiteY7" fmla="*/ 23223 h 38396"/>
                      <a:gd name="connsiteX8" fmla="*/ 238 w 46333"/>
                      <a:gd name="connsiteY8" fmla="*/ 30183 h 38396"/>
                      <a:gd name="connsiteX9" fmla="*/ 1568 w 46333"/>
                      <a:gd name="connsiteY9" fmla="*/ 36345 h 38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6333" h="38396">
                        <a:moveTo>
                          <a:pt x="1568" y="36345"/>
                        </a:moveTo>
                        <a:cubicBezTo>
                          <a:pt x="3873" y="38296"/>
                          <a:pt x="5602" y="38739"/>
                          <a:pt x="9636" y="38163"/>
                        </a:cubicBezTo>
                        <a:cubicBezTo>
                          <a:pt x="17483" y="37010"/>
                          <a:pt x="24177" y="34926"/>
                          <a:pt x="31536" y="28676"/>
                        </a:cubicBezTo>
                        <a:cubicBezTo>
                          <a:pt x="37698" y="23445"/>
                          <a:pt x="42707" y="16219"/>
                          <a:pt x="44968" y="10101"/>
                        </a:cubicBezTo>
                        <a:cubicBezTo>
                          <a:pt x="46697" y="5535"/>
                          <a:pt x="47140" y="659"/>
                          <a:pt x="44170" y="38"/>
                        </a:cubicBezTo>
                        <a:cubicBezTo>
                          <a:pt x="42308" y="-361"/>
                          <a:pt x="40224" y="2476"/>
                          <a:pt x="37964" y="4205"/>
                        </a:cubicBezTo>
                        <a:cubicBezTo>
                          <a:pt x="32688" y="8416"/>
                          <a:pt x="27590" y="12451"/>
                          <a:pt x="21207" y="15022"/>
                        </a:cubicBezTo>
                        <a:cubicBezTo>
                          <a:pt x="15710" y="17194"/>
                          <a:pt x="9104" y="18258"/>
                          <a:pt x="4316" y="23223"/>
                        </a:cubicBezTo>
                        <a:cubicBezTo>
                          <a:pt x="2100" y="25440"/>
                          <a:pt x="814" y="27922"/>
                          <a:pt x="238" y="30183"/>
                        </a:cubicBezTo>
                        <a:cubicBezTo>
                          <a:pt x="-250" y="32533"/>
                          <a:pt x="-72" y="34926"/>
                          <a:pt x="1568" y="3634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43" name="Forme libre : forme 22042">
                    <a:extLst>
                      <a:ext uri="{FF2B5EF4-FFF2-40B4-BE49-F238E27FC236}">
                        <a16:creationId xmlns:a16="http://schemas.microsoft.com/office/drawing/2014/main" id="{73C12F86-B745-4DDC-87EA-78A37EA46F13}"/>
                      </a:ext>
                    </a:extLst>
                  </p:cNvPr>
                  <p:cNvSpPr/>
                  <p:nvPr/>
                </p:nvSpPr>
                <p:spPr>
                  <a:xfrm>
                    <a:off x="6260698" y="1421915"/>
                    <a:ext cx="10649" cy="14790"/>
                  </a:xfrm>
                  <a:custGeom>
                    <a:avLst/>
                    <a:gdLst>
                      <a:gd name="connsiteX0" fmla="*/ 523 w 10649"/>
                      <a:gd name="connsiteY0" fmla="*/ 12457 h 14790"/>
                      <a:gd name="connsiteX1" fmla="*/ 35 w 10649"/>
                      <a:gd name="connsiteY1" fmla="*/ 14363 h 14790"/>
                      <a:gd name="connsiteX2" fmla="*/ 1719 w 10649"/>
                      <a:gd name="connsiteY2" fmla="*/ 14452 h 14790"/>
                      <a:gd name="connsiteX3" fmla="*/ 4158 w 10649"/>
                      <a:gd name="connsiteY3" fmla="*/ 12368 h 14790"/>
                      <a:gd name="connsiteX4" fmla="*/ 9034 w 10649"/>
                      <a:gd name="connsiteY4" fmla="*/ 6162 h 14790"/>
                      <a:gd name="connsiteX5" fmla="*/ 10364 w 10649"/>
                      <a:gd name="connsiteY5" fmla="*/ 3591 h 14790"/>
                      <a:gd name="connsiteX6" fmla="*/ 6330 w 10649"/>
                      <a:gd name="connsiteY6" fmla="*/ 2217 h 14790"/>
                      <a:gd name="connsiteX7" fmla="*/ 523 w 10649"/>
                      <a:gd name="connsiteY7" fmla="*/ 12457 h 14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649" h="14790">
                        <a:moveTo>
                          <a:pt x="523" y="12457"/>
                        </a:moveTo>
                        <a:cubicBezTo>
                          <a:pt x="168" y="13211"/>
                          <a:pt x="-98" y="13787"/>
                          <a:pt x="35" y="14363"/>
                        </a:cubicBezTo>
                        <a:cubicBezTo>
                          <a:pt x="168" y="14984"/>
                          <a:pt x="921" y="14851"/>
                          <a:pt x="1719" y="14452"/>
                        </a:cubicBezTo>
                        <a:cubicBezTo>
                          <a:pt x="2517" y="14053"/>
                          <a:pt x="3448" y="13122"/>
                          <a:pt x="4158" y="12368"/>
                        </a:cubicBezTo>
                        <a:cubicBezTo>
                          <a:pt x="5931" y="10507"/>
                          <a:pt x="7660" y="8246"/>
                          <a:pt x="9034" y="6162"/>
                        </a:cubicBezTo>
                        <a:cubicBezTo>
                          <a:pt x="9610" y="5276"/>
                          <a:pt x="10098" y="4433"/>
                          <a:pt x="10364" y="3591"/>
                        </a:cubicBezTo>
                        <a:cubicBezTo>
                          <a:pt x="11428" y="0"/>
                          <a:pt x="9389" y="-1640"/>
                          <a:pt x="6330" y="2217"/>
                        </a:cubicBezTo>
                        <a:cubicBezTo>
                          <a:pt x="3980" y="5098"/>
                          <a:pt x="1941" y="9265"/>
                          <a:pt x="523" y="1245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44" name="Forme libre : forme 22043">
                    <a:extLst>
                      <a:ext uri="{FF2B5EF4-FFF2-40B4-BE49-F238E27FC236}">
                        <a16:creationId xmlns:a16="http://schemas.microsoft.com/office/drawing/2014/main" id="{7D14224D-9F45-470E-9E86-BEF317107C6D}"/>
                      </a:ext>
                    </a:extLst>
                  </p:cNvPr>
                  <p:cNvSpPr/>
                  <p:nvPr/>
                </p:nvSpPr>
                <p:spPr>
                  <a:xfrm>
                    <a:off x="6304754" y="1386229"/>
                    <a:ext cx="5528" cy="30898"/>
                  </a:xfrm>
                  <a:custGeom>
                    <a:avLst/>
                    <a:gdLst>
                      <a:gd name="connsiteX0" fmla="*/ 4167 w 5528"/>
                      <a:gd name="connsiteY0" fmla="*/ 0 h 30898"/>
                      <a:gd name="connsiteX1" fmla="*/ 0 w 5528"/>
                      <a:gd name="connsiteY1" fmla="*/ 30899 h 30898"/>
                      <a:gd name="connsiteX2" fmla="*/ 4167 w 5528"/>
                      <a:gd name="connsiteY2" fmla="*/ 0 h 30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528" h="30898">
                        <a:moveTo>
                          <a:pt x="4167" y="0"/>
                        </a:moveTo>
                        <a:cubicBezTo>
                          <a:pt x="7758" y="6738"/>
                          <a:pt x="3502" y="21545"/>
                          <a:pt x="0" y="30899"/>
                        </a:cubicBezTo>
                        <a:cubicBezTo>
                          <a:pt x="3768" y="20747"/>
                          <a:pt x="4699" y="8689"/>
                          <a:pt x="416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45" name="Forme libre : forme 22044">
                    <a:extLst>
                      <a:ext uri="{FF2B5EF4-FFF2-40B4-BE49-F238E27FC236}">
                        <a16:creationId xmlns:a16="http://schemas.microsoft.com/office/drawing/2014/main" id="{746E94D9-D860-4F74-A758-95CFDA4EB927}"/>
                      </a:ext>
                    </a:extLst>
                  </p:cNvPr>
                  <p:cNvSpPr/>
                  <p:nvPr/>
                </p:nvSpPr>
                <p:spPr>
                  <a:xfrm>
                    <a:off x="6244774" y="1420895"/>
                    <a:ext cx="14850" cy="22608"/>
                  </a:xfrm>
                  <a:custGeom>
                    <a:avLst/>
                    <a:gdLst>
                      <a:gd name="connsiteX0" fmla="*/ 14851 w 14850"/>
                      <a:gd name="connsiteY0" fmla="*/ 0 h 22608"/>
                      <a:gd name="connsiteX1" fmla="*/ 6827 w 14850"/>
                      <a:gd name="connsiteY1" fmla="*/ 12102 h 22608"/>
                      <a:gd name="connsiteX2" fmla="*/ 0 w 14850"/>
                      <a:gd name="connsiteY2" fmla="*/ 22609 h 22608"/>
                      <a:gd name="connsiteX3" fmla="*/ 7359 w 14850"/>
                      <a:gd name="connsiteY3" fmla="*/ 12368 h 22608"/>
                      <a:gd name="connsiteX4" fmla="*/ 14851 w 14850"/>
                      <a:gd name="connsiteY4" fmla="*/ 0 h 22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0" h="22608">
                        <a:moveTo>
                          <a:pt x="14851" y="0"/>
                        </a:moveTo>
                        <a:cubicBezTo>
                          <a:pt x="11437" y="4079"/>
                          <a:pt x="8955" y="8290"/>
                          <a:pt x="6827" y="12102"/>
                        </a:cubicBezTo>
                        <a:cubicBezTo>
                          <a:pt x="4655" y="15915"/>
                          <a:pt x="2882" y="19550"/>
                          <a:pt x="0" y="22609"/>
                        </a:cubicBezTo>
                        <a:cubicBezTo>
                          <a:pt x="2571" y="19639"/>
                          <a:pt x="4832" y="16270"/>
                          <a:pt x="7359" y="12368"/>
                        </a:cubicBezTo>
                        <a:cubicBezTo>
                          <a:pt x="9842" y="8467"/>
                          <a:pt x="12501" y="4034"/>
                          <a:pt x="1485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46" name="Forme libre : forme 22045">
                    <a:extLst>
                      <a:ext uri="{FF2B5EF4-FFF2-40B4-BE49-F238E27FC236}">
                        <a16:creationId xmlns:a16="http://schemas.microsoft.com/office/drawing/2014/main" id="{DB0C1DB5-F5A6-425E-A1C7-D1BA848598DD}"/>
                      </a:ext>
                    </a:extLst>
                  </p:cNvPr>
                  <p:cNvSpPr/>
                  <p:nvPr/>
                </p:nvSpPr>
                <p:spPr>
                  <a:xfrm>
                    <a:off x="6280274" y="1405452"/>
                    <a:ext cx="11268" cy="12758"/>
                  </a:xfrm>
                  <a:custGeom>
                    <a:avLst/>
                    <a:gdLst>
                      <a:gd name="connsiteX0" fmla="*/ 11181 w 11268"/>
                      <a:gd name="connsiteY0" fmla="*/ 415 h 12758"/>
                      <a:gd name="connsiteX1" fmla="*/ 6172 w 11268"/>
                      <a:gd name="connsiteY1" fmla="*/ 8705 h 12758"/>
                      <a:gd name="connsiteX2" fmla="*/ 54 w 11268"/>
                      <a:gd name="connsiteY2" fmla="*/ 12207 h 12758"/>
                      <a:gd name="connsiteX3" fmla="*/ 4930 w 11268"/>
                      <a:gd name="connsiteY3" fmla="*/ 4627 h 12758"/>
                      <a:gd name="connsiteX4" fmla="*/ 11181 w 11268"/>
                      <a:gd name="connsiteY4" fmla="*/ 415 h 12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68" h="12758">
                        <a:moveTo>
                          <a:pt x="11181" y="415"/>
                        </a:moveTo>
                        <a:cubicBezTo>
                          <a:pt x="11935" y="2233"/>
                          <a:pt x="7590" y="7242"/>
                          <a:pt x="6172" y="8705"/>
                        </a:cubicBezTo>
                        <a:cubicBezTo>
                          <a:pt x="4841" y="10257"/>
                          <a:pt x="674" y="14202"/>
                          <a:pt x="54" y="12207"/>
                        </a:cubicBezTo>
                        <a:cubicBezTo>
                          <a:pt x="-522" y="10257"/>
                          <a:pt x="3689" y="6001"/>
                          <a:pt x="4930" y="4627"/>
                        </a:cubicBezTo>
                        <a:cubicBezTo>
                          <a:pt x="6304" y="3252"/>
                          <a:pt x="10427" y="-1402"/>
                          <a:pt x="11181" y="41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47" name="Forme libre : forme 22046">
                    <a:extLst>
                      <a:ext uri="{FF2B5EF4-FFF2-40B4-BE49-F238E27FC236}">
                        <a16:creationId xmlns:a16="http://schemas.microsoft.com/office/drawing/2014/main" id="{8F17F9EE-9517-4D74-B4B0-1667376145EE}"/>
                      </a:ext>
                    </a:extLst>
                  </p:cNvPr>
                  <p:cNvSpPr/>
                  <p:nvPr/>
                </p:nvSpPr>
                <p:spPr>
                  <a:xfrm>
                    <a:off x="6289659" y="1403492"/>
                    <a:ext cx="3094" cy="3909"/>
                  </a:xfrm>
                  <a:custGeom>
                    <a:avLst/>
                    <a:gdLst>
                      <a:gd name="connsiteX0" fmla="*/ 2859 w 3094"/>
                      <a:gd name="connsiteY0" fmla="*/ 26 h 3909"/>
                      <a:gd name="connsiteX1" fmla="*/ 2283 w 3094"/>
                      <a:gd name="connsiteY1" fmla="*/ 2243 h 3909"/>
                      <a:gd name="connsiteX2" fmla="*/ 244 w 3094"/>
                      <a:gd name="connsiteY2" fmla="*/ 3883 h 3909"/>
                      <a:gd name="connsiteX3" fmla="*/ 776 w 3094"/>
                      <a:gd name="connsiteY3" fmla="*/ 1755 h 3909"/>
                      <a:gd name="connsiteX4" fmla="*/ 2859 w 3094"/>
                      <a:gd name="connsiteY4" fmla="*/ 26 h 3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4" h="3909">
                        <a:moveTo>
                          <a:pt x="2859" y="26"/>
                        </a:moveTo>
                        <a:cubicBezTo>
                          <a:pt x="3480" y="248"/>
                          <a:pt x="2726" y="1578"/>
                          <a:pt x="2283" y="2243"/>
                        </a:cubicBezTo>
                        <a:cubicBezTo>
                          <a:pt x="1839" y="2863"/>
                          <a:pt x="820" y="4105"/>
                          <a:pt x="244" y="3883"/>
                        </a:cubicBezTo>
                        <a:cubicBezTo>
                          <a:pt x="-377" y="3617"/>
                          <a:pt x="332" y="2376"/>
                          <a:pt x="776" y="1755"/>
                        </a:cubicBezTo>
                        <a:cubicBezTo>
                          <a:pt x="1263" y="1046"/>
                          <a:pt x="2239" y="-196"/>
                          <a:pt x="2859" y="2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48" name="Forme libre : forme 22047">
                    <a:extLst>
                      <a:ext uri="{FF2B5EF4-FFF2-40B4-BE49-F238E27FC236}">
                        <a16:creationId xmlns:a16="http://schemas.microsoft.com/office/drawing/2014/main" id="{61F180A0-23BE-45B8-BF15-305CACDBF3A3}"/>
                      </a:ext>
                    </a:extLst>
                  </p:cNvPr>
                  <p:cNvSpPr/>
                  <p:nvPr/>
                </p:nvSpPr>
                <p:spPr>
                  <a:xfrm>
                    <a:off x="6272501" y="1385819"/>
                    <a:ext cx="33198" cy="26662"/>
                  </a:xfrm>
                  <a:custGeom>
                    <a:avLst/>
                    <a:gdLst>
                      <a:gd name="connsiteX0" fmla="*/ 20727 w 33198"/>
                      <a:gd name="connsiteY0" fmla="*/ 4621 h 26662"/>
                      <a:gd name="connsiteX1" fmla="*/ 31810 w 33198"/>
                      <a:gd name="connsiteY1" fmla="*/ 10 h 26662"/>
                      <a:gd name="connsiteX2" fmla="*/ 32563 w 33198"/>
                      <a:gd name="connsiteY2" fmla="*/ 3823 h 26662"/>
                      <a:gd name="connsiteX3" fmla="*/ 28618 w 33198"/>
                      <a:gd name="connsiteY3" fmla="*/ 7103 h 26662"/>
                      <a:gd name="connsiteX4" fmla="*/ 15673 w 33198"/>
                      <a:gd name="connsiteY4" fmla="*/ 15703 h 26662"/>
                      <a:gd name="connsiteX5" fmla="*/ 7251 w 33198"/>
                      <a:gd name="connsiteY5" fmla="*/ 23284 h 26662"/>
                      <a:gd name="connsiteX6" fmla="*/ 69 w 33198"/>
                      <a:gd name="connsiteY6" fmla="*/ 25634 h 26662"/>
                      <a:gd name="connsiteX7" fmla="*/ 11462 w 33198"/>
                      <a:gd name="connsiteY7" fmla="*/ 9408 h 26662"/>
                      <a:gd name="connsiteX8" fmla="*/ 20727 w 33198"/>
                      <a:gd name="connsiteY8" fmla="*/ 4621 h 26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198" h="26662">
                        <a:moveTo>
                          <a:pt x="20727" y="4621"/>
                        </a:moveTo>
                        <a:cubicBezTo>
                          <a:pt x="24894" y="2271"/>
                          <a:pt x="27820" y="454"/>
                          <a:pt x="31810" y="10"/>
                        </a:cubicBezTo>
                        <a:cubicBezTo>
                          <a:pt x="33273" y="-167"/>
                          <a:pt x="33672" y="2005"/>
                          <a:pt x="32563" y="3823"/>
                        </a:cubicBezTo>
                        <a:cubicBezTo>
                          <a:pt x="31455" y="5640"/>
                          <a:pt x="30081" y="6350"/>
                          <a:pt x="28618" y="7103"/>
                        </a:cubicBezTo>
                        <a:cubicBezTo>
                          <a:pt x="24141" y="9453"/>
                          <a:pt x="20062" y="12379"/>
                          <a:pt x="15673" y="15703"/>
                        </a:cubicBezTo>
                        <a:cubicBezTo>
                          <a:pt x="14299" y="16723"/>
                          <a:pt x="10708" y="20491"/>
                          <a:pt x="7251" y="23284"/>
                        </a:cubicBezTo>
                        <a:cubicBezTo>
                          <a:pt x="3837" y="26121"/>
                          <a:pt x="557" y="27894"/>
                          <a:pt x="69" y="25634"/>
                        </a:cubicBezTo>
                        <a:cubicBezTo>
                          <a:pt x="-862" y="21245"/>
                          <a:pt x="7871" y="12246"/>
                          <a:pt x="11462" y="9408"/>
                        </a:cubicBezTo>
                        <a:cubicBezTo>
                          <a:pt x="14964" y="6704"/>
                          <a:pt x="17624" y="6394"/>
                          <a:pt x="20727" y="462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25" name="Graphique 2">
                  <a:extLst>
                    <a:ext uri="{FF2B5EF4-FFF2-40B4-BE49-F238E27FC236}">
                      <a16:creationId xmlns:a16="http://schemas.microsoft.com/office/drawing/2014/main" id="{8427904F-62CF-4340-956A-55B3F8EB029F}"/>
                    </a:ext>
                  </a:extLst>
                </p:cNvPr>
                <p:cNvGrpSpPr/>
                <p:nvPr/>
              </p:nvGrpSpPr>
              <p:grpSpPr>
                <a:xfrm>
                  <a:off x="6303851" y="1299723"/>
                  <a:ext cx="58620" cy="83780"/>
                  <a:chOff x="6303851" y="1299723"/>
                  <a:chExt cx="58620" cy="83780"/>
                </a:xfrm>
                <a:solidFill>
                  <a:schemeClr val="accent1"/>
                </a:solidFill>
              </p:grpSpPr>
              <p:sp>
                <p:nvSpPr>
                  <p:cNvPr id="22025" name="Forme libre : forme 22024">
                    <a:extLst>
                      <a:ext uri="{FF2B5EF4-FFF2-40B4-BE49-F238E27FC236}">
                        <a16:creationId xmlns:a16="http://schemas.microsoft.com/office/drawing/2014/main" id="{A358A5B6-1881-407D-A85E-1337C5BD04ED}"/>
                      </a:ext>
                    </a:extLst>
                  </p:cNvPr>
                  <p:cNvSpPr/>
                  <p:nvPr/>
                </p:nvSpPr>
                <p:spPr>
                  <a:xfrm>
                    <a:off x="6303851" y="1299723"/>
                    <a:ext cx="58620" cy="83780"/>
                  </a:xfrm>
                  <a:custGeom>
                    <a:avLst/>
                    <a:gdLst>
                      <a:gd name="connsiteX0" fmla="*/ 52770 w 58620"/>
                      <a:gd name="connsiteY0" fmla="*/ 36323 h 83780"/>
                      <a:gd name="connsiteX1" fmla="*/ 36279 w 58620"/>
                      <a:gd name="connsiteY1" fmla="*/ 64341 h 83780"/>
                      <a:gd name="connsiteX2" fmla="*/ 8749 w 58620"/>
                      <a:gd name="connsiteY2" fmla="*/ 83624 h 83780"/>
                      <a:gd name="connsiteX3" fmla="*/ 548 w 58620"/>
                      <a:gd name="connsiteY3" fmla="*/ 77862 h 83780"/>
                      <a:gd name="connsiteX4" fmla="*/ 6577 w 58620"/>
                      <a:gd name="connsiteY4" fmla="*/ 45589 h 83780"/>
                      <a:gd name="connsiteX5" fmla="*/ 21871 w 58620"/>
                      <a:gd name="connsiteY5" fmla="*/ 19699 h 83780"/>
                      <a:gd name="connsiteX6" fmla="*/ 48115 w 58620"/>
                      <a:gd name="connsiteY6" fmla="*/ 327 h 83780"/>
                      <a:gd name="connsiteX7" fmla="*/ 57159 w 58620"/>
                      <a:gd name="connsiteY7" fmla="*/ 4228 h 83780"/>
                      <a:gd name="connsiteX8" fmla="*/ 52770 w 58620"/>
                      <a:gd name="connsiteY8" fmla="*/ 36323 h 83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620" h="83780">
                        <a:moveTo>
                          <a:pt x="52770" y="36323"/>
                        </a:moveTo>
                        <a:cubicBezTo>
                          <a:pt x="49312" y="43150"/>
                          <a:pt x="40845" y="57602"/>
                          <a:pt x="36279" y="64341"/>
                        </a:cubicBezTo>
                        <a:cubicBezTo>
                          <a:pt x="27767" y="76886"/>
                          <a:pt x="19300" y="81009"/>
                          <a:pt x="8749" y="83624"/>
                        </a:cubicBezTo>
                        <a:cubicBezTo>
                          <a:pt x="5114" y="84511"/>
                          <a:pt x="991" y="81497"/>
                          <a:pt x="548" y="77862"/>
                        </a:cubicBezTo>
                        <a:cubicBezTo>
                          <a:pt x="-826" y="67355"/>
                          <a:pt x="105" y="57868"/>
                          <a:pt x="6577" y="45589"/>
                        </a:cubicBezTo>
                        <a:cubicBezTo>
                          <a:pt x="10035" y="39028"/>
                          <a:pt x="17660" y="26172"/>
                          <a:pt x="21871" y="19699"/>
                        </a:cubicBezTo>
                        <a:cubicBezTo>
                          <a:pt x="29718" y="7597"/>
                          <a:pt x="38052" y="3430"/>
                          <a:pt x="48115" y="327"/>
                        </a:cubicBezTo>
                        <a:cubicBezTo>
                          <a:pt x="51617" y="-737"/>
                          <a:pt x="56272" y="859"/>
                          <a:pt x="57159" y="4228"/>
                        </a:cubicBezTo>
                        <a:cubicBezTo>
                          <a:pt x="59730" y="13936"/>
                          <a:pt x="59287" y="23556"/>
                          <a:pt x="52770" y="3632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26" name="Forme libre : forme 22025">
                    <a:extLst>
                      <a:ext uri="{FF2B5EF4-FFF2-40B4-BE49-F238E27FC236}">
                        <a16:creationId xmlns:a16="http://schemas.microsoft.com/office/drawing/2014/main" id="{89848751-C92E-4C68-A817-6D42CD92DE3E}"/>
                      </a:ext>
                    </a:extLst>
                  </p:cNvPr>
                  <p:cNvSpPr/>
                  <p:nvPr/>
                </p:nvSpPr>
                <p:spPr>
                  <a:xfrm>
                    <a:off x="6308167" y="1303640"/>
                    <a:ext cx="54167" cy="79765"/>
                  </a:xfrm>
                  <a:custGeom>
                    <a:avLst/>
                    <a:gdLst>
                      <a:gd name="connsiteX0" fmla="*/ 23761 w 54167"/>
                      <a:gd name="connsiteY0" fmla="*/ 49651 h 79765"/>
                      <a:gd name="connsiteX1" fmla="*/ 0 w 54167"/>
                      <a:gd name="connsiteY1" fmla="*/ 78953 h 79765"/>
                      <a:gd name="connsiteX2" fmla="*/ 4433 w 54167"/>
                      <a:gd name="connsiteY2" fmla="*/ 79618 h 79765"/>
                      <a:gd name="connsiteX3" fmla="*/ 9708 w 54167"/>
                      <a:gd name="connsiteY3" fmla="*/ 78111 h 79765"/>
                      <a:gd name="connsiteX4" fmla="*/ 23540 w 54167"/>
                      <a:gd name="connsiteY4" fmla="*/ 70176 h 79765"/>
                      <a:gd name="connsiteX5" fmla="*/ 31918 w 54167"/>
                      <a:gd name="connsiteY5" fmla="*/ 60379 h 79765"/>
                      <a:gd name="connsiteX6" fmla="*/ 34800 w 54167"/>
                      <a:gd name="connsiteY6" fmla="*/ 55946 h 79765"/>
                      <a:gd name="connsiteX7" fmla="*/ 47301 w 54167"/>
                      <a:gd name="connsiteY7" fmla="*/ 34489 h 79765"/>
                      <a:gd name="connsiteX8" fmla="*/ 48410 w 54167"/>
                      <a:gd name="connsiteY8" fmla="*/ 32362 h 79765"/>
                      <a:gd name="connsiteX9" fmla="*/ 53153 w 54167"/>
                      <a:gd name="connsiteY9" fmla="*/ 19816 h 79765"/>
                      <a:gd name="connsiteX10" fmla="*/ 53773 w 54167"/>
                      <a:gd name="connsiteY10" fmla="*/ 4832 h 79765"/>
                      <a:gd name="connsiteX11" fmla="*/ 52843 w 54167"/>
                      <a:gd name="connsiteY11" fmla="*/ 177 h 79765"/>
                      <a:gd name="connsiteX12" fmla="*/ 52754 w 54167"/>
                      <a:gd name="connsiteY12" fmla="*/ 0 h 79765"/>
                      <a:gd name="connsiteX13" fmla="*/ 23761 w 54167"/>
                      <a:gd name="connsiteY13" fmla="*/ 49651 h 79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167" h="79765">
                        <a:moveTo>
                          <a:pt x="23761" y="49651"/>
                        </a:moveTo>
                        <a:cubicBezTo>
                          <a:pt x="17688" y="61265"/>
                          <a:pt x="9886" y="73235"/>
                          <a:pt x="0" y="78953"/>
                        </a:cubicBezTo>
                        <a:cubicBezTo>
                          <a:pt x="1374" y="79663"/>
                          <a:pt x="2926" y="79973"/>
                          <a:pt x="4433" y="79618"/>
                        </a:cubicBezTo>
                        <a:cubicBezTo>
                          <a:pt x="6251" y="79175"/>
                          <a:pt x="8024" y="78687"/>
                          <a:pt x="9708" y="78111"/>
                        </a:cubicBezTo>
                        <a:cubicBezTo>
                          <a:pt x="14585" y="76427"/>
                          <a:pt x="19151" y="74077"/>
                          <a:pt x="23540" y="70176"/>
                        </a:cubicBezTo>
                        <a:cubicBezTo>
                          <a:pt x="26377" y="67649"/>
                          <a:pt x="29170" y="64457"/>
                          <a:pt x="31918" y="60379"/>
                        </a:cubicBezTo>
                        <a:cubicBezTo>
                          <a:pt x="32716" y="59137"/>
                          <a:pt x="33692" y="57630"/>
                          <a:pt x="34800" y="55946"/>
                        </a:cubicBezTo>
                        <a:cubicBezTo>
                          <a:pt x="38878" y="49385"/>
                          <a:pt x="44154" y="40341"/>
                          <a:pt x="47301" y="34489"/>
                        </a:cubicBezTo>
                        <a:cubicBezTo>
                          <a:pt x="47700" y="33736"/>
                          <a:pt x="48055" y="33026"/>
                          <a:pt x="48410" y="32362"/>
                        </a:cubicBezTo>
                        <a:cubicBezTo>
                          <a:pt x="50715" y="27840"/>
                          <a:pt x="52222" y="23673"/>
                          <a:pt x="53153" y="19816"/>
                        </a:cubicBezTo>
                        <a:cubicBezTo>
                          <a:pt x="54350" y="14496"/>
                          <a:pt x="54394" y="9620"/>
                          <a:pt x="53773" y="4832"/>
                        </a:cubicBezTo>
                        <a:cubicBezTo>
                          <a:pt x="53552" y="3280"/>
                          <a:pt x="53242" y="1729"/>
                          <a:pt x="52843" y="177"/>
                        </a:cubicBezTo>
                        <a:lnTo>
                          <a:pt x="52754" y="0"/>
                        </a:lnTo>
                        <a:cubicBezTo>
                          <a:pt x="42646" y="16181"/>
                          <a:pt x="32450" y="33026"/>
                          <a:pt x="23761" y="4965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27" name="Forme libre : forme 22026">
                    <a:extLst>
                      <a:ext uri="{FF2B5EF4-FFF2-40B4-BE49-F238E27FC236}">
                        <a16:creationId xmlns:a16="http://schemas.microsoft.com/office/drawing/2014/main" id="{44CF8041-A54A-4FAC-90E3-5ACEC2823691}"/>
                      </a:ext>
                    </a:extLst>
                  </p:cNvPr>
                  <p:cNvSpPr/>
                  <p:nvPr/>
                </p:nvSpPr>
                <p:spPr>
                  <a:xfrm>
                    <a:off x="6324534" y="1316129"/>
                    <a:ext cx="25492" cy="38590"/>
                  </a:xfrm>
                  <a:custGeom>
                    <a:avLst/>
                    <a:gdLst>
                      <a:gd name="connsiteX0" fmla="*/ 24329 w 25492"/>
                      <a:gd name="connsiteY0" fmla="*/ 234 h 38590"/>
                      <a:gd name="connsiteX1" fmla="*/ 17591 w 25492"/>
                      <a:gd name="connsiteY1" fmla="*/ 23064 h 38590"/>
                      <a:gd name="connsiteX2" fmla="*/ 1366 w 25492"/>
                      <a:gd name="connsiteY2" fmla="*/ 38270 h 38590"/>
                      <a:gd name="connsiteX3" fmla="*/ 7572 w 25492"/>
                      <a:gd name="connsiteY3" fmla="*/ 17346 h 38590"/>
                      <a:gd name="connsiteX4" fmla="*/ 24329 w 25492"/>
                      <a:gd name="connsiteY4" fmla="*/ 234 h 38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92" h="38590">
                        <a:moveTo>
                          <a:pt x="24329" y="234"/>
                        </a:moveTo>
                        <a:cubicBezTo>
                          <a:pt x="28452" y="2495"/>
                          <a:pt x="20517" y="17966"/>
                          <a:pt x="17591" y="23064"/>
                        </a:cubicBezTo>
                        <a:cubicBezTo>
                          <a:pt x="14665" y="28162"/>
                          <a:pt x="5843" y="40752"/>
                          <a:pt x="1366" y="38270"/>
                        </a:cubicBezTo>
                        <a:cubicBezTo>
                          <a:pt x="-3112" y="35787"/>
                          <a:pt x="4602" y="22000"/>
                          <a:pt x="7572" y="17346"/>
                        </a:cubicBezTo>
                        <a:cubicBezTo>
                          <a:pt x="10498" y="12735"/>
                          <a:pt x="20162" y="-2027"/>
                          <a:pt x="24329" y="23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28" name="Forme libre : forme 22027">
                    <a:extLst>
                      <a:ext uri="{FF2B5EF4-FFF2-40B4-BE49-F238E27FC236}">
                        <a16:creationId xmlns:a16="http://schemas.microsoft.com/office/drawing/2014/main" id="{DA043690-A976-43EB-A789-CAAA6BAB740C}"/>
                      </a:ext>
                    </a:extLst>
                  </p:cNvPr>
                  <p:cNvSpPr/>
                  <p:nvPr/>
                </p:nvSpPr>
                <p:spPr>
                  <a:xfrm>
                    <a:off x="6324429" y="1330505"/>
                    <a:ext cx="21995" cy="24254"/>
                  </a:xfrm>
                  <a:custGeom>
                    <a:avLst/>
                    <a:gdLst>
                      <a:gd name="connsiteX0" fmla="*/ 2269 w 21995"/>
                      <a:gd name="connsiteY0" fmla="*/ 13565 h 24254"/>
                      <a:gd name="connsiteX1" fmla="*/ 1382 w 21995"/>
                      <a:gd name="connsiteY1" fmla="*/ 24160 h 24254"/>
                      <a:gd name="connsiteX2" fmla="*/ 17873 w 21995"/>
                      <a:gd name="connsiteY2" fmla="*/ 8556 h 24254"/>
                      <a:gd name="connsiteX3" fmla="*/ 21996 w 21995"/>
                      <a:gd name="connsiteY3" fmla="*/ 0 h 24254"/>
                      <a:gd name="connsiteX4" fmla="*/ 19159 w 21995"/>
                      <a:gd name="connsiteY4" fmla="*/ 4211 h 24254"/>
                      <a:gd name="connsiteX5" fmla="*/ 2269 w 21995"/>
                      <a:gd name="connsiteY5" fmla="*/ 13565 h 24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995" h="24254">
                        <a:moveTo>
                          <a:pt x="2269" y="13565"/>
                        </a:moveTo>
                        <a:cubicBezTo>
                          <a:pt x="1604" y="16402"/>
                          <a:pt x="-1899" y="23407"/>
                          <a:pt x="1382" y="24160"/>
                        </a:cubicBezTo>
                        <a:cubicBezTo>
                          <a:pt x="6658" y="25357"/>
                          <a:pt x="14061" y="14895"/>
                          <a:pt x="17873" y="8556"/>
                        </a:cubicBezTo>
                        <a:cubicBezTo>
                          <a:pt x="18981" y="6694"/>
                          <a:pt x="21109" y="2350"/>
                          <a:pt x="21996" y="0"/>
                        </a:cubicBezTo>
                        <a:cubicBezTo>
                          <a:pt x="21242" y="1197"/>
                          <a:pt x="20045" y="3192"/>
                          <a:pt x="19159" y="4211"/>
                        </a:cubicBezTo>
                        <a:cubicBezTo>
                          <a:pt x="13928" y="9753"/>
                          <a:pt x="7322" y="16048"/>
                          <a:pt x="2269" y="1356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29" name="Forme libre : forme 22028">
                    <a:extLst>
                      <a:ext uri="{FF2B5EF4-FFF2-40B4-BE49-F238E27FC236}">
                        <a16:creationId xmlns:a16="http://schemas.microsoft.com/office/drawing/2014/main" id="{7C11B74C-A5F9-406C-B45A-9AD8AA8F5761}"/>
                      </a:ext>
                    </a:extLst>
                  </p:cNvPr>
                  <p:cNvSpPr/>
                  <p:nvPr/>
                </p:nvSpPr>
                <p:spPr>
                  <a:xfrm>
                    <a:off x="6326811" y="1314394"/>
                    <a:ext cx="25204" cy="38952"/>
                  </a:xfrm>
                  <a:custGeom>
                    <a:avLst/>
                    <a:gdLst>
                      <a:gd name="connsiteX0" fmla="*/ 24313 w 25204"/>
                      <a:gd name="connsiteY0" fmla="*/ 506 h 38952"/>
                      <a:gd name="connsiteX1" fmla="*/ 17619 w 25204"/>
                      <a:gd name="connsiteY1" fmla="*/ 23691 h 38952"/>
                      <a:gd name="connsiteX2" fmla="*/ 1438 w 25204"/>
                      <a:gd name="connsiteY2" fmla="*/ 38675 h 38952"/>
                      <a:gd name="connsiteX3" fmla="*/ 7600 w 25204"/>
                      <a:gd name="connsiteY3" fmla="*/ 17796 h 38952"/>
                      <a:gd name="connsiteX4" fmla="*/ 24313 w 25204"/>
                      <a:gd name="connsiteY4" fmla="*/ 506 h 38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4" h="38952">
                        <a:moveTo>
                          <a:pt x="24313" y="506"/>
                        </a:moveTo>
                        <a:cubicBezTo>
                          <a:pt x="27682" y="4097"/>
                          <a:pt x="20633" y="18150"/>
                          <a:pt x="17619" y="23691"/>
                        </a:cubicBezTo>
                        <a:cubicBezTo>
                          <a:pt x="14604" y="29233"/>
                          <a:pt x="6226" y="40892"/>
                          <a:pt x="1438" y="38675"/>
                        </a:cubicBezTo>
                        <a:cubicBezTo>
                          <a:pt x="-3305" y="36503"/>
                          <a:pt x="4984" y="22184"/>
                          <a:pt x="7600" y="17796"/>
                        </a:cubicBezTo>
                        <a:cubicBezTo>
                          <a:pt x="10215" y="13451"/>
                          <a:pt x="20899" y="-3084"/>
                          <a:pt x="24313" y="50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30" name="Forme libre : forme 22029">
                    <a:extLst>
                      <a:ext uri="{FF2B5EF4-FFF2-40B4-BE49-F238E27FC236}">
                        <a16:creationId xmlns:a16="http://schemas.microsoft.com/office/drawing/2014/main" id="{FF774992-8B61-42FD-96DD-4A17DE28E01A}"/>
                      </a:ext>
                    </a:extLst>
                  </p:cNvPr>
                  <p:cNvSpPr/>
                  <p:nvPr/>
                </p:nvSpPr>
                <p:spPr>
                  <a:xfrm>
                    <a:off x="6311092" y="1328182"/>
                    <a:ext cx="40115" cy="44290"/>
                  </a:xfrm>
                  <a:custGeom>
                    <a:avLst/>
                    <a:gdLst>
                      <a:gd name="connsiteX0" fmla="*/ 4390 w 40115"/>
                      <a:gd name="connsiteY0" fmla="*/ 44082 h 44290"/>
                      <a:gd name="connsiteX1" fmla="*/ 12192 w 40115"/>
                      <a:gd name="connsiteY1" fmla="*/ 42265 h 44290"/>
                      <a:gd name="connsiteX2" fmla="*/ 29304 w 40115"/>
                      <a:gd name="connsiteY2" fmla="*/ 28788 h 44290"/>
                      <a:gd name="connsiteX3" fmla="*/ 39323 w 40115"/>
                      <a:gd name="connsiteY3" fmla="*/ 9770 h 44290"/>
                      <a:gd name="connsiteX4" fmla="*/ 37638 w 40115"/>
                      <a:gd name="connsiteY4" fmla="*/ 17 h 44290"/>
                      <a:gd name="connsiteX5" fmla="*/ 31831 w 40115"/>
                      <a:gd name="connsiteY5" fmla="*/ 4583 h 44290"/>
                      <a:gd name="connsiteX6" fmla="*/ 16581 w 40115"/>
                      <a:gd name="connsiteY6" fmla="*/ 17439 h 44290"/>
                      <a:gd name="connsiteX7" fmla="*/ 1642 w 40115"/>
                      <a:gd name="connsiteY7" fmla="*/ 30517 h 44290"/>
                      <a:gd name="connsiteX8" fmla="*/ 4390 w 40115"/>
                      <a:gd name="connsiteY8" fmla="*/ 44082 h 44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115" h="44290">
                        <a:moveTo>
                          <a:pt x="4390" y="44082"/>
                        </a:moveTo>
                        <a:cubicBezTo>
                          <a:pt x="7493" y="44614"/>
                          <a:pt x="8868" y="44171"/>
                          <a:pt x="12192" y="42265"/>
                        </a:cubicBezTo>
                        <a:cubicBezTo>
                          <a:pt x="18532" y="38674"/>
                          <a:pt x="23763" y="35615"/>
                          <a:pt x="29304" y="28788"/>
                        </a:cubicBezTo>
                        <a:cubicBezTo>
                          <a:pt x="33914" y="23069"/>
                          <a:pt x="37727" y="15799"/>
                          <a:pt x="39323" y="9770"/>
                        </a:cubicBezTo>
                        <a:cubicBezTo>
                          <a:pt x="40520" y="5248"/>
                          <a:pt x="40653" y="461"/>
                          <a:pt x="37638" y="17"/>
                        </a:cubicBezTo>
                        <a:cubicBezTo>
                          <a:pt x="35777" y="-249"/>
                          <a:pt x="33914" y="2633"/>
                          <a:pt x="31831" y="4583"/>
                        </a:cubicBezTo>
                        <a:cubicBezTo>
                          <a:pt x="26954" y="9149"/>
                          <a:pt x="22521" y="13760"/>
                          <a:pt x="16581" y="17439"/>
                        </a:cubicBezTo>
                        <a:cubicBezTo>
                          <a:pt x="11572" y="20587"/>
                          <a:pt x="5055" y="23335"/>
                          <a:pt x="1642" y="30517"/>
                        </a:cubicBezTo>
                        <a:cubicBezTo>
                          <a:pt x="-1462" y="36901"/>
                          <a:pt x="46" y="43329"/>
                          <a:pt x="4390" y="4408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31" name="Forme libre : forme 22030">
                    <a:extLst>
                      <a:ext uri="{FF2B5EF4-FFF2-40B4-BE49-F238E27FC236}">
                        <a16:creationId xmlns:a16="http://schemas.microsoft.com/office/drawing/2014/main" id="{4FFAC301-79D0-4F6F-8AC8-ABB95B379F30}"/>
                      </a:ext>
                    </a:extLst>
                  </p:cNvPr>
                  <p:cNvSpPr/>
                  <p:nvPr/>
                </p:nvSpPr>
                <p:spPr>
                  <a:xfrm>
                    <a:off x="6316489" y="1343267"/>
                    <a:ext cx="7871" cy="17361"/>
                  </a:xfrm>
                  <a:custGeom>
                    <a:avLst/>
                    <a:gdLst>
                      <a:gd name="connsiteX0" fmla="*/ 102 w 7871"/>
                      <a:gd name="connsiteY0" fmla="*/ 15033 h 17361"/>
                      <a:gd name="connsiteX1" fmla="*/ 234 w 7871"/>
                      <a:gd name="connsiteY1" fmla="*/ 17116 h 17361"/>
                      <a:gd name="connsiteX2" fmla="*/ 1875 w 7871"/>
                      <a:gd name="connsiteY2" fmla="*/ 16540 h 17361"/>
                      <a:gd name="connsiteX3" fmla="*/ 3648 w 7871"/>
                      <a:gd name="connsiteY3" fmla="*/ 13747 h 17361"/>
                      <a:gd name="connsiteX4" fmla="*/ 6973 w 7871"/>
                      <a:gd name="connsiteY4" fmla="*/ 6300 h 17361"/>
                      <a:gd name="connsiteX5" fmla="*/ 7815 w 7871"/>
                      <a:gd name="connsiteY5" fmla="*/ 3463 h 17361"/>
                      <a:gd name="connsiteX6" fmla="*/ 3559 w 7871"/>
                      <a:gd name="connsiteY6" fmla="*/ 2931 h 17361"/>
                      <a:gd name="connsiteX7" fmla="*/ 102 w 7871"/>
                      <a:gd name="connsiteY7" fmla="*/ 15033 h 17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871" h="17361">
                        <a:moveTo>
                          <a:pt x="102" y="15033"/>
                        </a:moveTo>
                        <a:cubicBezTo>
                          <a:pt x="-32" y="15920"/>
                          <a:pt x="-76" y="16585"/>
                          <a:pt x="234" y="17116"/>
                        </a:cubicBezTo>
                        <a:cubicBezTo>
                          <a:pt x="589" y="17648"/>
                          <a:pt x="1254" y="17249"/>
                          <a:pt x="1875" y="16540"/>
                        </a:cubicBezTo>
                        <a:cubicBezTo>
                          <a:pt x="2495" y="15875"/>
                          <a:pt x="3160" y="14678"/>
                          <a:pt x="3648" y="13747"/>
                        </a:cubicBezTo>
                        <a:cubicBezTo>
                          <a:pt x="4845" y="11354"/>
                          <a:pt x="6086" y="8738"/>
                          <a:pt x="6973" y="6300"/>
                        </a:cubicBezTo>
                        <a:cubicBezTo>
                          <a:pt x="7328" y="5280"/>
                          <a:pt x="7726" y="4349"/>
                          <a:pt x="7815" y="3463"/>
                        </a:cubicBezTo>
                        <a:cubicBezTo>
                          <a:pt x="8258" y="-350"/>
                          <a:pt x="5998" y="-1680"/>
                          <a:pt x="3559" y="2931"/>
                        </a:cubicBezTo>
                        <a:cubicBezTo>
                          <a:pt x="1653" y="6477"/>
                          <a:pt x="589" y="11398"/>
                          <a:pt x="102" y="1503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32" name="Forme libre : forme 22031">
                    <a:extLst>
                      <a:ext uri="{FF2B5EF4-FFF2-40B4-BE49-F238E27FC236}">
                        <a16:creationId xmlns:a16="http://schemas.microsoft.com/office/drawing/2014/main" id="{708EEE5B-B606-4FB9-AF90-D8FABA5388E3}"/>
                      </a:ext>
                    </a:extLst>
                  </p:cNvPr>
                  <p:cNvSpPr/>
                  <p:nvPr/>
                </p:nvSpPr>
                <p:spPr>
                  <a:xfrm>
                    <a:off x="6356488" y="1304305"/>
                    <a:ext cx="4189" cy="30410"/>
                  </a:xfrm>
                  <a:custGeom>
                    <a:avLst/>
                    <a:gdLst>
                      <a:gd name="connsiteX0" fmla="*/ 2748 w 4189"/>
                      <a:gd name="connsiteY0" fmla="*/ 0 h 30410"/>
                      <a:gd name="connsiteX1" fmla="*/ 0 w 4189"/>
                      <a:gd name="connsiteY1" fmla="*/ 30411 h 30410"/>
                      <a:gd name="connsiteX2" fmla="*/ 2748 w 4189"/>
                      <a:gd name="connsiteY2" fmla="*/ 0 h 30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89" h="30410">
                        <a:moveTo>
                          <a:pt x="2748" y="0"/>
                        </a:moveTo>
                        <a:cubicBezTo>
                          <a:pt x="6295" y="6738"/>
                          <a:pt x="2483" y="21279"/>
                          <a:pt x="0" y="30411"/>
                        </a:cubicBezTo>
                        <a:cubicBezTo>
                          <a:pt x="2748" y="20481"/>
                          <a:pt x="3280" y="8645"/>
                          <a:pt x="27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33" name="Forme libre : forme 22032">
                    <a:extLst>
                      <a:ext uri="{FF2B5EF4-FFF2-40B4-BE49-F238E27FC236}">
                        <a16:creationId xmlns:a16="http://schemas.microsoft.com/office/drawing/2014/main" id="{00362D83-DE96-4FC0-B175-C1AEDB4ECD1D}"/>
                      </a:ext>
                    </a:extLst>
                  </p:cNvPr>
                  <p:cNvSpPr/>
                  <p:nvPr/>
                </p:nvSpPr>
                <p:spPr>
                  <a:xfrm>
                    <a:off x="6305366" y="1344912"/>
                    <a:ext cx="6569" cy="32583"/>
                  </a:xfrm>
                  <a:custGeom>
                    <a:avLst/>
                    <a:gdLst>
                      <a:gd name="connsiteX0" fmla="*/ 6570 w 6569"/>
                      <a:gd name="connsiteY0" fmla="*/ 0 h 32583"/>
                      <a:gd name="connsiteX1" fmla="*/ 97 w 6569"/>
                      <a:gd name="connsiteY1" fmla="*/ 32583 h 32583"/>
                      <a:gd name="connsiteX2" fmla="*/ 6570 w 6569"/>
                      <a:gd name="connsiteY2" fmla="*/ 0 h 32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569" h="32583">
                        <a:moveTo>
                          <a:pt x="6570" y="0"/>
                        </a:moveTo>
                        <a:cubicBezTo>
                          <a:pt x="939" y="10950"/>
                          <a:pt x="-258" y="22742"/>
                          <a:pt x="97" y="32583"/>
                        </a:cubicBezTo>
                        <a:cubicBezTo>
                          <a:pt x="-656" y="23451"/>
                          <a:pt x="3112" y="10063"/>
                          <a:pt x="65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34" name="Forme libre : forme 22033">
                    <a:extLst>
                      <a:ext uri="{FF2B5EF4-FFF2-40B4-BE49-F238E27FC236}">
                        <a16:creationId xmlns:a16="http://schemas.microsoft.com/office/drawing/2014/main" id="{D4B71CCA-5254-4D37-9DCA-07BC6FB7F5A4}"/>
                      </a:ext>
                    </a:extLst>
                  </p:cNvPr>
                  <p:cNvSpPr/>
                  <p:nvPr/>
                </p:nvSpPr>
                <p:spPr>
                  <a:xfrm>
                    <a:off x="6332295" y="1324026"/>
                    <a:ext cx="10212" cy="13725"/>
                  </a:xfrm>
                  <a:custGeom>
                    <a:avLst/>
                    <a:gdLst>
                      <a:gd name="connsiteX0" fmla="*/ 10096 w 10212"/>
                      <a:gd name="connsiteY0" fmla="*/ 361 h 13725"/>
                      <a:gd name="connsiteX1" fmla="*/ 5796 w 10212"/>
                      <a:gd name="connsiteY1" fmla="*/ 9050 h 13725"/>
                      <a:gd name="connsiteX2" fmla="*/ 122 w 10212"/>
                      <a:gd name="connsiteY2" fmla="*/ 13261 h 13725"/>
                      <a:gd name="connsiteX3" fmla="*/ 4244 w 10212"/>
                      <a:gd name="connsiteY3" fmla="*/ 5104 h 13725"/>
                      <a:gd name="connsiteX4" fmla="*/ 10096 w 10212"/>
                      <a:gd name="connsiteY4" fmla="*/ 361 h 13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12" h="13725">
                        <a:moveTo>
                          <a:pt x="10096" y="361"/>
                        </a:moveTo>
                        <a:cubicBezTo>
                          <a:pt x="10938" y="2134"/>
                          <a:pt x="6993" y="7454"/>
                          <a:pt x="5796" y="9050"/>
                        </a:cubicBezTo>
                        <a:cubicBezTo>
                          <a:pt x="4599" y="10690"/>
                          <a:pt x="964" y="15167"/>
                          <a:pt x="122" y="13261"/>
                        </a:cubicBezTo>
                        <a:cubicBezTo>
                          <a:pt x="-721" y="11355"/>
                          <a:pt x="3047" y="6612"/>
                          <a:pt x="4244" y="5104"/>
                        </a:cubicBezTo>
                        <a:cubicBezTo>
                          <a:pt x="5397" y="3597"/>
                          <a:pt x="9254" y="-1368"/>
                          <a:pt x="10096" y="36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35" name="Forme libre : forme 22034">
                    <a:extLst>
                      <a:ext uri="{FF2B5EF4-FFF2-40B4-BE49-F238E27FC236}">
                        <a16:creationId xmlns:a16="http://schemas.microsoft.com/office/drawing/2014/main" id="{C61EE622-9329-4F07-ADBA-EAF4E72059F4}"/>
                      </a:ext>
                    </a:extLst>
                  </p:cNvPr>
                  <p:cNvSpPr/>
                  <p:nvPr/>
                </p:nvSpPr>
                <p:spPr>
                  <a:xfrm>
                    <a:off x="6340665" y="1321977"/>
                    <a:ext cx="2910" cy="4075"/>
                  </a:xfrm>
                  <a:custGeom>
                    <a:avLst/>
                    <a:gdLst>
                      <a:gd name="connsiteX0" fmla="*/ 2657 w 2910"/>
                      <a:gd name="connsiteY0" fmla="*/ 16 h 4075"/>
                      <a:gd name="connsiteX1" fmla="*/ 2214 w 2910"/>
                      <a:gd name="connsiteY1" fmla="*/ 2277 h 4075"/>
                      <a:gd name="connsiteX2" fmla="*/ 263 w 2910"/>
                      <a:gd name="connsiteY2" fmla="*/ 4050 h 4075"/>
                      <a:gd name="connsiteX3" fmla="*/ 662 w 2910"/>
                      <a:gd name="connsiteY3" fmla="*/ 1878 h 4075"/>
                      <a:gd name="connsiteX4" fmla="*/ 2657 w 2910"/>
                      <a:gd name="connsiteY4" fmla="*/ 16 h 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0" h="4075">
                        <a:moveTo>
                          <a:pt x="2657" y="16"/>
                        </a:moveTo>
                        <a:cubicBezTo>
                          <a:pt x="3277" y="193"/>
                          <a:pt x="2613" y="1567"/>
                          <a:pt x="2214" y="2277"/>
                        </a:cubicBezTo>
                        <a:cubicBezTo>
                          <a:pt x="1814" y="2986"/>
                          <a:pt x="884" y="4272"/>
                          <a:pt x="263" y="4050"/>
                        </a:cubicBezTo>
                        <a:cubicBezTo>
                          <a:pt x="-358" y="3828"/>
                          <a:pt x="263" y="2543"/>
                          <a:pt x="662" y="1878"/>
                        </a:cubicBezTo>
                        <a:cubicBezTo>
                          <a:pt x="1061" y="1213"/>
                          <a:pt x="2036" y="-162"/>
                          <a:pt x="2657" y="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36" name="Forme libre : forme 22035">
                    <a:extLst>
                      <a:ext uri="{FF2B5EF4-FFF2-40B4-BE49-F238E27FC236}">
                        <a16:creationId xmlns:a16="http://schemas.microsoft.com/office/drawing/2014/main" id="{0844DA7E-43D0-417E-98CA-4C1E9232C46F}"/>
                      </a:ext>
                    </a:extLst>
                  </p:cNvPr>
                  <p:cNvSpPr/>
                  <p:nvPr/>
                </p:nvSpPr>
                <p:spPr>
                  <a:xfrm>
                    <a:off x="6323682" y="1303896"/>
                    <a:ext cx="32343" cy="29093"/>
                  </a:xfrm>
                  <a:custGeom>
                    <a:avLst/>
                    <a:gdLst>
                      <a:gd name="connsiteX0" fmla="*/ 19862 w 32343"/>
                      <a:gd name="connsiteY0" fmla="*/ 4887 h 29093"/>
                      <a:gd name="connsiteX1" fmla="*/ 30944 w 32343"/>
                      <a:gd name="connsiteY1" fmla="*/ 10 h 29093"/>
                      <a:gd name="connsiteX2" fmla="*/ 31742 w 32343"/>
                      <a:gd name="connsiteY2" fmla="*/ 3823 h 29093"/>
                      <a:gd name="connsiteX3" fmla="*/ 27841 w 32343"/>
                      <a:gd name="connsiteY3" fmla="*/ 7147 h 29093"/>
                      <a:gd name="connsiteX4" fmla="*/ 15163 w 32343"/>
                      <a:gd name="connsiteY4" fmla="*/ 16368 h 29093"/>
                      <a:gd name="connsiteX5" fmla="*/ 179 w 32343"/>
                      <a:gd name="connsiteY5" fmla="*/ 28205 h 29093"/>
                      <a:gd name="connsiteX6" fmla="*/ 10596 w 32343"/>
                      <a:gd name="connsiteY6" fmla="*/ 10295 h 29093"/>
                      <a:gd name="connsiteX7" fmla="*/ 19862 w 32343"/>
                      <a:gd name="connsiteY7" fmla="*/ 4887 h 29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343" h="29093">
                        <a:moveTo>
                          <a:pt x="19862" y="4887"/>
                        </a:moveTo>
                        <a:cubicBezTo>
                          <a:pt x="23984" y="2360"/>
                          <a:pt x="26955" y="498"/>
                          <a:pt x="30944" y="10"/>
                        </a:cubicBezTo>
                        <a:cubicBezTo>
                          <a:pt x="32407" y="-167"/>
                          <a:pt x="32806" y="2005"/>
                          <a:pt x="31742" y="3823"/>
                        </a:cubicBezTo>
                        <a:cubicBezTo>
                          <a:pt x="30678" y="5685"/>
                          <a:pt x="29260" y="6349"/>
                          <a:pt x="27841" y="7147"/>
                        </a:cubicBezTo>
                        <a:cubicBezTo>
                          <a:pt x="23408" y="9586"/>
                          <a:pt x="19418" y="12733"/>
                          <a:pt x="15163" y="16368"/>
                        </a:cubicBezTo>
                        <a:cubicBezTo>
                          <a:pt x="12503" y="18629"/>
                          <a:pt x="1641" y="32726"/>
                          <a:pt x="179" y="28205"/>
                        </a:cubicBezTo>
                        <a:cubicBezTo>
                          <a:pt x="-1329" y="23683"/>
                          <a:pt x="7094" y="13309"/>
                          <a:pt x="10596" y="10295"/>
                        </a:cubicBezTo>
                        <a:cubicBezTo>
                          <a:pt x="14098" y="7236"/>
                          <a:pt x="16758" y="6837"/>
                          <a:pt x="19862" y="488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26" name="Graphique 2">
                  <a:extLst>
                    <a:ext uri="{FF2B5EF4-FFF2-40B4-BE49-F238E27FC236}">
                      <a16:creationId xmlns:a16="http://schemas.microsoft.com/office/drawing/2014/main" id="{18E75D56-9392-42CD-9C5E-046071225C53}"/>
                    </a:ext>
                  </a:extLst>
                </p:cNvPr>
                <p:cNvGrpSpPr/>
                <p:nvPr/>
              </p:nvGrpSpPr>
              <p:grpSpPr>
                <a:xfrm>
                  <a:off x="6354688" y="1230528"/>
                  <a:ext cx="73323" cy="71038"/>
                  <a:chOff x="6354688" y="1230528"/>
                  <a:chExt cx="73323" cy="71038"/>
                </a:xfrm>
                <a:solidFill>
                  <a:schemeClr val="accent1"/>
                </a:solidFill>
              </p:grpSpPr>
              <p:sp>
                <p:nvSpPr>
                  <p:cNvPr id="22013" name="Forme libre : forme 22012">
                    <a:extLst>
                      <a:ext uri="{FF2B5EF4-FFF2-40B4-BE49-F238E27FC236}">
                        <a16:creationId xmlns:a16="http://schemas.microsoft.com/office/drawing/2014/main" id="{C110A542-43C7-4249-80DC-24F28CE72D0B}"/>
                      </a:ext>
                    </a:extLst>
                  </p:cNvPr>
                  <p:cNvSpPr/>
                  <p:nvPr/>
                </p:nvSpPr>
                <p:spPr>
                  <a:xfrm>
                    <a:off x="6354688" y="1230528"/>
                    <a:ext cx="73323" cy="71038"/>
                  </a:xfrm>
                  <a:custGeom>
                    <a:avLst/>
                    <a:gdLst>
                      <a:gd name="connsiteX0" fmla="*/ 57436 w 73323"/>
                      <a:gd name="connsiteY0" fmla="*/ 35076 h 71038"/>
                      <a:gd name="connsiteX1" fmla="*/ 46841 w 73323"/>
                      <a:gd name="connsiteY1" fmla="*/ 45228 h 71038"/>
                      <a:gd name="connsiteX2" fmla="*/ 36423 w 73323"/>
                      <a:gd name="connsiteY2" fmla="*/ 55868 h 71038"/>
                      <a:gd name="connsiteX3" fmla="*/ 8317 w 73323"/>
                      <a:gd name="connsiteY3" fmla="*/ 70896 h 71038"/>
                      <a:gd name="connsiteX4" fmla="*/ 160 w 73323"/>
                      <a:gd name="connsiteY4" fmla="*/ 65044 h 71038"/>
                      <a:gd name="connsiteX5" fmla="*/ 1490 w 73323"/>
                      <a:gd name="connsiteY5" fmla="*/ 49041 h 71038"/>
                      <a:gd name="connsiteX6" fmla="*/ 10578 w 73323"/>
                      <a:gd name="connsiteY6" fmla="*/ 32018 h 71038"/>
                      <a:gd name="connsiteX7" fmla="*/ 21572 w 73323"/>
                      <a:gd name="connsiteY7" fmla="*/ 20004 h 71038"/>
                      <a:gd name="connsiteX8" fmla="*/ 33941 w 73323"/>
                      <a:gd name="connsiteY8" fmla="*/ 9099 h 71038"/>
                      <a:gd name="connsiteX9" fmla="*/ 51141 w 73323"/>
                      <a:gd name="connsiteY9" fmla="*/ 631 h 71038"/>
                      <a:gd name="connsiteX10" fmla="*/ 66967 w 73323"/>
                      <a:gd name="connsiteY10" fmla="*/ 676 h 71038"/>
                      <a:gd name="connsiteX11" fmla="*/ 73218 w 73323"/>
                      <a:gd name="connsiteY11" fmla="*/ 8212 h 71038"/>
                      <a:gd name="connsiteX12" fmla="*/ 68164 w 73323"/>
                      <a:gd name="connsiteY12" fmla="*/ 21999 h 71038"/>
                      <a:gd name="connsiteX13" fmla="*/ 57436 w 73323"/>
                      <a:gd name="connsiteY13" fmla="*/ 35076 h 71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3323" h="71038">
                        <a:moveTo>
                          <a:pt x="57436" y="35076"/>
                        </a:moveTo>
                        <a:cubicBezTo>
                          <a:pt x="55042" y="37648"/>
                          <a:pt x="50875" y="41327"/>
                          <a:pt x="46841" y="45228"/>
                        </a:cubicBezTo>
                        <a:cubicBezTo>
                          <a:pt x="43028" y="49351"/>
                          <a:pt x="38861" y="53164"/>
                          <a:pt x="36423" y="55868"/>
                        </a:cubicBezTo>
                        <a:cubicBezTo>
                          <a:pt x="26847" y="65665"/>
                          <a:pt x="19090" y="68812"/>
                          <a:pt x="8317" y="70896"/>
                        </a:cubicBezTo>
                        <a:cubicBezTo>
                          <a:pt x="4682" y="71738"/>
                          <a:pt x="559" y="68724"/>
                          <a:pt x="160" y="65044"/>
                        </a:cubicBezTo>
                        <a:cubicBezTo>
                          <a:pt x="-239" y="59769"/>
                          <a:pt x="72" y="54538"/>
                          <a:pt x="1490" y="49041"/>
                        </a:cubicBezTo>
                        <a:cubicBezTo>
                          <a:pt x="2865" y="43499"/>
                          <a:pt x="6101" y="38180"/>
                          <a:pt x="10578" y="32018"/>
                        </a:cubicBezTo>
                        <a:cubicBezTo>
                          <a:pt x="13061" y="28782"/>
                          <a:pt x="17361" y="24437"/>
                          <a:pt x="21572" y="20004"/>
                        </a:cubicBezTo>
                        <a:cubicBezTo>
                          <a:pt x="25917" y="15659"/>
                          <a:pt x="30749" y="11803"/>
                          <a:pt x="33941" y="9099"/>
                        </a:cubicBezTo>
                        <a:cubicBezTo>
                          <a:pt x="40103" y="4267"/>
                          <a:pt x="45910" y="1961"/>
                          <a:pt x="51141" y="631"/>
                        </a:cubicBezTo>
                        <a:cubicBezTo>
                          <a:pt x="56638" y="-344"/>
                          <a:pt x="61736" y="-78"/>
                          <a:pt x="66967" y="676"/>
                        </a:cubicBezTo>
                        <a:cubicBezTo>
                          <a:pt x="70558" y="1163"/>
                          <a:pt x="73971" y="4887"/>
                          <a:pt x="73218" y="8212"/>
                        </a:cubicBezTo>
                        <a:cubicBezTo>
                          <a:pt x="72198" y="13177"/>
                          <a:pt x="70691" y="17743"/>
                          <a:pt x="68164" y="21999"/>
                        </a:cubicBezTo>
                        <a:cubicBezTo>
                          <a:pt x="65593" y="26299"/>
                          <a:pt x="62357" y="30732"/>
                          <a:pt x="57436" y="3507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14" name="Forme libre : forme 22013">
                    <a:extLst>
                      <a:ext uri="{FF2B5EF4-FFF2-40B4-BE49-F238E27FC236}">
                        <a16:creationId xmlns:a16="http://schemas.microsoft.com/office/drawing/2014/main" id="{E4847100-A03E-47E5-98CF-D9A4A0865D0C}"/>
                      </a:ext>
                    </a:extLst>
                  </p:cNvPr>
                  <p:cNvSpPr/>
                  <p:nvPr/>
                </p:nvSpPr>
                <p:spPr>
                  <a:xfrm>
                    <a:off x="6358439" y="1238474"/>
                    <a:ext cx="69244" cy="63089"/>
                  </a:xfrm>
                  <a:custGeom>
                    <a:avLst/>
                    <a:gdLst>
                      <a:gd name="connsiteX0" fmla="*/ 26421 w 69244"/>
                      <a:gd name="connsiteY0" fmla="*/ 36041 h 63089"/>
                      <a:gd name="connsiteX1" fmla="*/ 20304 w 69244"/>
                      <a:gd name="connsiteY1" fmla="*/ 43533 h 63089"/>
                      <a:gd name="connsiteX2" fmla="*/ 13831 w 69244"/>
                      <a:gd name="connsiteY2" fmla="*/ 50670 h 63089"/>
                      <a:gd name="connsiteX3" fmla="*/ 0 w 69244"/>
                      <a:gd name="connsiteY3" fmla="*/ 62241 h 63089"/>
                      <a:gd name="connsiteX4" fmla="*/ 4389 w 69244"/>
                      <a:gd name="connsiteY4" fmla="*/ 62950 h 63089"/>
                      <a:gd name="connsiteX5" fmla="*/ 9708 w 69244"/>
                      <a:gd name="connsiteY5" fmla="*/ 61709 h 63089"/>
                      <a:gd name="connsiteX6" fmla="*/ 23495 w 69244"/>
                      <a:gd name="connsiteY6" fmla="*/ 55458 h 63089"/>
                      <a:gd name="connsiteX7" fmla="*/ 32495 w 69244"/>
                      <a:gd name="connsiteY7" fmla="*/ 47833 h 63089"/>
                      <a:gd name="connsiteX8" fmla="*/ 35819 w 69244"/>
                      <a:gd name="connsiteY8" fmla="*/ 44420 h 63089"/>
                      <a:gd name="connsiteX9" fmla="*/ 43932 w 69244"/>
                      <a:gd name="connsiteY9" fmla="*/ 36085 h 63089"/>
                      <a:gd name="connsiteX10" fmla="*/ 51956 w 69244"/>
                      <a:gd name="connsiteY10" fmla="*/ 28594 h 63089"/>
                      <a:gd name="connsiteX11" fmla="*/ 53508 w 69244"/>
                      <a:gd name="connsiteY11" fmla="*/ 27042 h 63089"/>
                      <a:gd name="connsiteX12" fmla="*/ 61753 w 69244"/>
                      <a:gd name="connsiteY12" fmla="*/ 17732 h 63089"/>
                      <a:gd name="connsiteX13" fmla="*/ 68092 w 69244"/>
                      <a:gd name="connsiteY13" fmla="*/ 4788 h 63089"/>
                      <a:gd name="connsiteX14" fmla="*/ 69245 w 69244"/>
                      <a:gd name="connsiteY14" fmla="*/ 177 h 63089"/>
                      <a:gd name="connsiteX15" fmla="*/ 69245 w 69244"/>
                      <a:gd name="connsiteY15" fmla="*/ 0 h 63089"/>
                      <a:gd name="connsiteX16" fmla="*/ 26421 w 69244"/>
                      <a:gd name="connsiteY16" fmla="*/ 36041 h 63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244" h="63089">
                        <a:moveTo>
                          <a:pt x="26421" y="36041"/>
                        </a:moveTo>
                        <a:cubicBezTo>
                          <a:pt x="24249" y="38346"/>
                          <a:pt x="22431" y="41139"/>
                          <a:pt x="20304" y="43533"/>
                        </a:cubicBezTo>
                        <a:cubicBezTo>
                          <a:pt x="18264" y="46060"/>
                          <a:pt x="15959" y="48365"/>
                          <a:pt x="13831" y="50670"/>
                        </a:cubicBezTo>
                        <a:cubicBezTo>
                          <a:pt x="9708" y="55458"/>
                          <a:pt x="5009" y="59403"/>
                          <a:pt x="0" y="62241"/>
                        </a:cubicBezTo>
                        <a:cubicBezTo>
                          <a:pt x="1374" y="62950"/>
                          <a:pt x="2926" y="63305"/>
                          <a:pt x="4389" y="62950"/>
                        </a:cubicBezTo>
                        <a:cubicBezTo>
                          <a:pt x="6206" y="62551"/>
                          <a:pt x="7980" y="62196"/>
                          <a:pt x="9708" y="61709"/>
                        </a:cubicBezTo>
                        <a:cubicBezTo>
                          <a:pt x="14674" y="60423"/>
                          <a:pt x="19062" y="58561"/>
                          <a:pt x="23495" y="55458"/>
                        </a:cubicBezTo>
                        <a:cubicBezTo>
                          <a:pt x="26510" y="53552"/>
                          <a:pt x="29480" y="51114"/>
                          <a:pt x="32495" y="47833"/>
                        </a:cubicBezTo>
                        <a:cubicBezTo>
                          <a:pt x="33381" y="46813"/>
                          <a:pt x="34534" y="45661"/>
                          <a:pt x="35819" y="44420"/>
                        </a:cubicBezTo>
                        <a:cubicBezTo>
                          <a:pt x="38302" y="41981"/>
                          <a:pt x="41183" y="39011"/>
                          <a:pt x="43932" y="36085"/>
                        </a:cubicBezTo>
                        <a:cubicBezTo>
                          <a:pt x="46902" y="33426"/>
                          <a:pt x="49784" y="30766"/>
                          <a:pt x="51956" y="28594"/>
                        </a:cubicBezTo>
                        <a:cubicBezTo>
                          <a:pt x="52488" y="28017"/>
                          <a:pt x="53020" y="27485"/>
                          <a:pt x="53508" y="27042"/>
                        </a:cubicBezTo>
                        <a:cubicBezTo>
                          <a:pt x="56965" y="23894"/>
                          <a:pt x="59669" y="20924"/>
                          <a:pt x="61753" y="17732"/>
                        </a:cubicBezTo>
                        <a:cubicBezTo>
                          <a:pt x="64635" y="13432"/>
                          <a:pt x="66718" y="9398"/>
                          <a:pt x="68092" y="4788"/>
                        </a:cubicBezTo>
                        <a:cubicBezTo>
                          <a:pt x="68535" y="3280"/>
                          <a:pt x="68890" y="1773"/>
                          <a:pt x="69245" y="177"/>
                        </a:cubicBezTo>
                        <a:lnTo>
                          <a:pt x="69245" y="0"/>
                        </a:lnTo>
                        <a:cubicBezTo>
                          <a:pt x="53286" y="9487"/>
                          <a:pt x="37903" y="21722"/>
                          <a:pt x="26421" y="3604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15" name="Forme libre : forme 22014">
                    <a:extLst>
                      <a:ext uri="{FF2B5EF4-FFF2-40B4-BE49-F238E27FC236}">
                        <a16:creationId xmlns:a16="http://schemas.microsoft.com/office/drawing/2014/main" id="{A4F9E8BA-32CC-4671-841F-1CD9CE031473}"/>
                      </a:ext>
                    </a:extLst>
                  </p:cNvPr>
                  <p:cNvSpPr/>
                  <p:nvPr/>
                </p:nvSpPr>
                <p:spPr>
                  <a:xfrm>
                    <a:off x="6377787" y="1244048"/>
                    <a:ext cx="34317" cy="30929"/>
                  </a:xfrm>
                  <a:custGeom>
                    <a:avLst/>
                    <a:gdLst>
                      <a:gd name="connsiteX0" fmla="*/ 33893 w 34317"/>
                      <a:gd name="connsiteY0" fmla="*/ 809 h 30929"/>
                      <a:gd name="connsiteX1" fmla="*/ 29460 w 34317"/>
                      <a:gd name="connsiteY1" fmla="*/ 10074 h 30929"/>
                      <a:gd name="connsiteX2" fmla="*/ 20062 w 34317"/>
                      <a:gd name="connsiteY2" fmla="*/ 19738 h 30929"/>
                      <a:gd name="connsiteX3" fmla="*/ 10398 w 34317"/>
                      <a:gd name="connsiteY3" fmla="*/ 27629 h 30929"/>
                      <a:gd name="connsiteX4" fmla="*/ 911 w 34317"/>
                      <a:gd name="connsiteY4" fmla="*/ 30334 h 30929"/>
                      <a:gd name="connsiteX5" fmla="*/ 3305 w 34317"/>
                      <a:gd name="connsiteY5" fmla="*/ 20980 h 30929"/>
                      <a:gd name="connsiteX6" fmla="*/ 12082 w 34317"/>
                      <a:gd name="connsiteY6" fmla="*/ 11360 h 30929"/>
                      <a:gd name="connsiteX7" fmla="*/ 23342 w 34317"/>
                      <a:gd name="connsiteY7" fmla="*/ 3114 h 30929"/>
                      <a:gd name="connsiteX8" fmla="*/ 33893 w 34317"/>
                      <a:gd name="connsiteY8" fmla="*/ 809 h 30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317" h="30929">
                        <a:moveTo>
                          <a:pt x="33893" y="809"/>
                        </a:moveTo>
                        <a:cubicBezTo>
                          <a:pt x="35356" y="2671"/>
                          <a:pt x="32829" y="6395"/>
                          <a:pt x="29460" y="10074"/>
                        </a:cubicBezTo>
                        <a:cubicBezTo>
                          <a:pt x="26047" y="13709"/>
                          <a:pt x="22234" y="17921"/>
                          <a:pt x="20062" y="19738"/>
                        </a:cubicBezTo>
                        <a:cubicBezTo>
                          <a:pt x="17845" y="21556"/>
                          <a:pt x="14122" y="25014"/>
                          <a:pt x="10398" y="27629"/>
                        </a:cubicBezTo>
                        <a:cubicBezTo>
                          <a:pt x="6630" y="30201"/>
                          <a:pt x="2862" y="31885"/>
                          <a:pt x="911" y="30334"/>
                        </a:cubicBezTo>
                        <a:cubicBezTo>
                          <a:pt x="-1128" y="28649"/>
                          <a:pt x="512" y="24837"/>
                          <a:pt x="3305" y="20980"/>
                        </a:cubicBezTo>
                        <a:cubicBezTo>
                          <a:pt x="6053" y="17079"/>
                          <a:pt x="9822" y="13045"/>
                          <a:pt x="12082" y="11360"/>
                        </a:cubicBezTo>
                        <a:cubicBezTo>
                          <a:pt x="14299" y="9631"/>
                          <a:pt x="18688" y="5641"/>
                          <a:pt x="23342" y="3114"/>
                        </a:cubicBezTo>
                        <a:cubicBezTo>
                          <a:pt x="28042" y="543"/>
                          <a:pt x="32475" y="-1053"/>
                          <a:pt x="33893" y="80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16" name="Forme libre : forme 22015">
                    <a:extLst>
                      <a:ext uri="{FF2B5EF4-FFF2-40B4-BE49-F238E27FC236}">
                        <a16:creationId xmlns:a16="http://schemas.microsoft.com/office/drawing/2014/main" id="{36D7280B-531C-4BCD-BA45-9E038F965680}"/>
                      </a:ext>
                    </a:extLst>
                  </p:cNvPr>
                  <p:cNvSpPr/>
                  <p:nvPr/>
                </p:nvSpPr>
                <p:spPr>
                  <a:xfrm>
                    <a:off x="6377584" y="1256915"/>
                    <a:ext cx="26781" cy="17944"/>
                  </a:xfrm>
                  <a:custGeom>
                    <a:avLst/>
                    <a:gdLst>
                      <a:gd name="connsiteX0" fmla="*/ 4217 w 26781"/>
                      <a:gd name="connsiteY0" fmla="*/ 7492 h 17944"/>
                      <a:gd name="connsiteX1" fmla="*/ 1070 w 26781"/>
                      <a:gd name="connsiteY1" fmla="*/ 17644 h 17944"/>
                      <a:gd name="connsiteX2" fmla="*/ 10645 w 26781"/>
                      <a:gd name="connsiteY2" fmla="*/ 14718 h 17944"/>
                      <a:gd name="connsiteX3" fmla="*/ 20487 w 26781"/>
                      <a:gd name="connsiteY3" fmla="*/ 6694 h 17944"/>
                      <a:gd name="connsiteX4" fmla="*/ 26782 w 26781"/>
                      <a:gd name="connsiteY4" fmla="*/ 0 h 17944"/>
                      <a:gd name="connsiteX5" fmla="*/ 22880 w 26781"/>
                      <a:gd name="connsiteY5" fmla="*/ 3059 h 17944"/>
                      <a:gd name="connsiteX6" fmla="*/ 12640 w 26781"/>
                      <a:gd name="connsiteY6" fmla="*/ 7847 h 17944"/>
                      <a:gd name="connsiteX7" fmla="*/ 4217 w 26781"/>
                      <a:gd name="connsiteY7" fmla="*/ 7492 h 17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6781" h="17944">
                        <a:moveTo>
                          <a:pt x="4217" y="7492"/>
                        </a:moveTo>
                        <a:cubicBezTo>
                          <a:pt x="2843" y="10152"/>
                          <a:pt x="-2166" y="16270"/>
                          <a:pt x="1070" y="17644"/>
                        </a:cubicBezTo>
                        <a:cubicBezTo>
                          <a:pt x="3463" y="18619"/>
                          <a:pt x="7099" y="17112"/>
                          <a:pt x="10645" y="14718"/>
                        </a:cubicBezTo>
                        <a:cubicBezTo>
                          <a:pt x="14191" y="12324"/>
                          <a:pt x="17694" y="8955"/>
                          <a:pt x="20487" y="6694"/>
                        </a:cubicBezTo>
                        <a:cubicBezTo>
                          <a:pt x="22038" y="5320"/>
                          <a:pt x="25319" y="1906"/>
                          <a:pt x="26782" y="0"/>
                        </a:cubicBezTo>
                        <a:cubicBezTo>
                          <a:pt x="25718" y="887"/>
                          <a:pt x="24033" y="2394"/>
                          <a:pt x="22880" y="3059"/>
                        </a:cubicBezTo>
                        <a:cubicBezTo>
                          <a:pt x="19689" y="4921"/>
                          <a:pt x="15876" y="6605"/>
                          <a:pt x="12640" y="7847"/>
                        </a:cubicBezTo>
                        <a:cubicBezTo>
                          <a:pt x="9448" y="8999"/>
                          <a:pt x="6389" y="9265"/>
                          <a:pt x="4217" y="749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17" name="Forme libre : forme 22016">
                    <a:extLst>
                      <a:ext uri="{FF2B5EF4-FFF2-40B4-BE49-F238E27FC236}">
                        <a16:creationId xmlns:a16="http://schemas.microsoft.com/office/drawing/2014/main" id="{C393C7CE-3C47-4225-8C9D-109861E84BAF}"/>
                      </a:ext>
                    </a:extLst>
                  </p:cNvPr>
                  <p:cNvSpPr/>
                  <p:nvPr/>
                </p:nvSpPr>
                <p:spPr>
                  <a:xfrm>
                    <a:off x="6380298" y="1243207"/>
                    <a:ext cx="34156" cy="30891"/>
                  </a:xfrm>
                  <a:custGeom>
                    <a:avLst/>
                    <a:gdLst>
                      <a:gd name="connsiteX0" fmla="*/ 33998 w 34156"/>
                      <a:gd name="connsiteY0" fmla="*/ 1118 h 30891"/>
                      <a:gd name="connsiteX1" fmla="*/ 20034 w 34156"/>
                      <a:gd name="connsiteY1" fmla="*/ 20225 h 30891"/>
                      <a:gd name="connsiteX2" fmla="*/ 15689 w 34156"/>
                      <a:gd name="connsiteY2" fmla="*/ 23860 h 30891"/>
                      <a:gd name="connsiteX3" fmla="*/ 10414 w 34156"/>
                      <a:gd name="connsiteY3" fmla="*/ 27894 h 30891"/>
                      <a:gd name="connsiteX4" fmla="*/ 927 w 34156"/>
                      <a:gd name="connsiteY4" fmla="*/ 30288 h 30891"/>
                      <a:gd name="connsiteX5" fmla="*/ 12231 w 34156"/>
                      <a:gd name="connsiteY5" fmla="*/ 11625 h 30891"/>
                      <a:gd name="connsiteX6" fmla="*/ 33998 w 34156"/>
                      <a:gd name="connsiteY6" fmla="*/ 1118 h 30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156" h="30891">
                        <a:moveTo>
                          <a:pt x="33998" y="1118"/>
                        </a:moveTo>
                        <a:cubicBezTo>
                          <a:pt x="35638" y="5862"/>
                          <a:pt x="24156" y="15703"/>
                          <a:pt x="20034" y="20225"/>
                        </a:cubicBezTo>
                        <a:cubicBezTo>
                          <a:pt x="18925" y="21289"/>
                          <a:pt x="17418" y="22574"/>
                          <a:pt x="15689" y="23860"/>
                        </a:cubicBezTo>
                        <a:cubicBezTo>
                          <a:pt x="14004" y="25234"/>
                          <a:pt x="12276" y="26697"/>
                          <a:pt x="10414" y="27894"/>
                        </a:cubicBezTo>
                        <a:cubicBezTo>
                          <a:pt x="6779" y="30288"/>
                          <a:pt x="3055" y="31795"/>
                          <a:pt x="927" y="30288"/>
                        </a:cubicBezTo>
                        <a:cubicBezTo>
                          <a:pt x="-3284" y="27362"/>
                          <a:pt x="7976" y="14728"/>
                          <a:pt x="12231" y="11625"/>
                        </a:cubicBezTo>
                        <a:cubicBezTo>
                          <a:pt x="15867" y="7812"/>
                          <a:pt x="32402" y="-3581"/>
                          <a:pt x="33998" y="111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18" name="Forme libre : forme 22017">
                    <a:extLst>
                      <a:ext uri="{FF2B5EF4-FFF2-40B4-BE49-F238E27FC236}">
                        <a16:creationId xmlns:a16="http://schemas.microsoft.com/office/drawing/2014/main" id="{C6DD9C0C-6BBF-46B2-BAD6-8D249EC027E4}"/>
                      </a:ext>
                    </a:extLst>
                  </p:cNvPr>
                  <p:cNvSpPr/>
                  <p:nvPr/>
                </p:nvSpPr>
                <p:spPr>
                  <a:xfrm>
                    <a:off x="6362383" y="1255405"/>
                    <a:ext cx="46195" cy="35716"/>
                  </a:xfrm>
                  <a:custGeom>
                    <a:avLst/>
                    <a:gdLst>
                      <a:gd name="connsiteX0" fmla="*/ 3858 w 46195"/>
                      <a:gd name="connsiteY0" fmla="*/ 35334 h 35716"/>
                      <a:gd name="connsiteX1" fmla="*/ 11616 w 46195"/>
                      <a:gd name="connsiteY1" fmla="*/ 34226 h 35716"/>
                      <a:gd name="connsiteX2" fmla="*/ 20926 w 46195"/>
                      <a:gd name="connsiteY2" fmla="*/ 30325 h 35716"/>
                      <a:gd name="connsiteX3" fmla="*/ 29969 w 46195"/>
                      <a:gd name="connsiteY3" fmla="*/ 24518 h 35716"/>
                      <a:gd name="connsiteX4" fmla="*/ 37505 w 46195"/>
                      <a:gd name="connsiteY4" fmla="*/ 17380 h 35716"/>
                      <a:gd name="connsiteX5" fmla="*/ 43579 w 46195"/>
                      <a:gd name="connsiteY5" fmla="*/ 9844 h 35716"/>
                      <a:gd name="connsiteX6" fmla="*/ 46017 w 46195"/>
                      <a:gd name="connsiteY6" fmla="*/ 4170 h 35716"/>
                      <a:gd name="connsiteX7" fmla="*/ 44864 w 46195"/>
                      <a:gd name="connsiteY7" fmla="*/ 269 h 35716"/>
                      <a:gd name="connsiteX8" fmla="*/ 38037 w 46195"/>
                      <a:gd name="connsiteY8" fmla="*/ 2574 h 35716"/>
                      <a:gd name="connsiteX9" fmla="*/ 29171 w 46195"/>
                      <a:gd name="connsiteY9" fmla="*/ 6741 h 35716"/>
                      <a:gd name="connsiteX10" fmla="*/ 19950 w 46195"/>
                      <a:gd name="connsiteY10" fmla="*/ 10775 h 35716"/>
                      <a:gd name="connsiteX11" fmla="*/ 10818 w 46195"/>
                      <a:gd name="connsiteY11" fmla="*/ 14144 h 35716"/>
                      <a:gd name="connsiteX12" fmla="*/ 2573 w 46195"/>
                      <a:gd name="connsiteY12" fmla="*/ 21414 h 35716"/>
                      <a:gd name="connsiteX13" fmla="*/ 90 w 46195"/>
                      <a:gd name="connsiteY13" fmla="*/ 30414 h 35716"/>
                      <a:gd name="connsiteX14" fmla="*/ 3858 w 46195"/>
                      <a:gd name="connsiteY14" fmla="*/ 35334 h 35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6195" h="35716">
                        <a:moveTo>
                          <a:pt x="3858" y="35334"/>
                        </a:moveTo>
                        <a:cubicBezTo>
                          <a:pt x="6873" y="36088"/>
                          <a:pt x="8247" y="35733"/>
                          <a:pt x="11616" y="34226"/>
                        </a:cubicBezTo>
                        <a:cubicBezTo>
                          <a:pt x="14941" y="32896"/>
                          <a:pt x="18000" y="31788"/>
                          <a:pt x="20926" y="30325"/>
                        </a:cubicBezTo>
                        <a:cubicBezTo>
                          <a:pt x="23896" y="28862"/>
                          <a:pt x="26600" y="26867"/>
                          <a:pt x="29969" y="24518"/>
                        </a:cubicBezTo>
                        <a:cubicBezTo>
                          <a:pt x="32673" y="22478"/>
                          <a:pt x="35289" y="19996"/>
                          <a:pt x="37505" y="17380"/>
                        </a:cubicBezTo>
                        <a:cubicBezTo>
                          <a:pt x="39899" y="14898"/>
                          <a:pt x="42027" y="12371"/>
                          <a:pt x="43579" y="9844"/>
                        </a:cubicBezTo>
                        <a:cubicBezTo>
                          <a:pt x="44731" y="7982"/>
                          <a:pt x="45662" y="5899"/>
                          <a:pt x="46017" y="4170"/>
                        </a:cubicBezTo>
                        <a:cubicBezTo>
                          <a:pt x="46416" y="2485"/>
                          <a:pt x="46194" y="1022"/>
                          <a:pt x="44864" y="269"/>
                        </a:cubicBezTo>
                        <a:cubicBezTo>
                          <a:pt x="43180" y="-751"/>
                          <a:pt x="40520" y="1377"/>
                          <a:pt x="38037" y="2574"/>
                        </a:cubicBezTo>
                        <a:cubicBezTo>
                          <a:pt x="35067" y="3992"/>
                          <a:pt x="32186" y="5411"/>
                          <a:pt x="29171" y="6741"/>
                        </a:cubicBezTo>
                        <a:cubicBezTo>
                          <a:pt x="26245" y="8159"/>
                          <a:pt x="23319" y="9622"/>
                          <a:pt x="19950" y="10775"/>
                        </a:cubicBezTo>
                        <a:cubicBezTo>
                          <a:pt x="17158" y="11795"/>
                          <a:pt x="13833" y="12548"/>
                          <a:pt x="10818" y="14144"/>
                        </a:cubicBezTo>
                        <a:cubicBezTo>
                          <a:pt x="7848" y="15740"/>
                          <a:pt x="4922" y="17957"/>
                          <a:pt x="2573" y="21414"/>
                        </a:cubicBezTo>
                        <a:cubicBezTo>
                          <a:pt x="400" y="24473"/>
                          <a:pt x="-264" y="27798"/>
                          <a:pt x="90" y="30414"/>
                        </a:cubicBezTo>
                        <a:cubicBezTo>
                          <a:pt x="400" y="32896"/>
                          <a:pt x="1730" y="34802"/>
                          <a:pt x="3858" y="3533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19" name="Forme libre : forme 22018">
                    <a:extLst>
                      <a:ext uri="{FF2B5EF4-FFF2-40B4-BE49-F238E27FC236}">
                        <a16:creationId xmlns:a16="http://schemas.microsoft.com/office/drawing/2014/main" id="{98A9D6FB-7B5B-44FB-9A62-1D457D3F25BC}"/>
                      </a:ext>
                    </a:extLst>
                  </p:cNvPr>
                  <p:cNvSpPr/>
                  <p:nvPr/>
                </p:nvSpPr>
                <p:spPr>
                  <a:xfrm>
                    <a:off x="6368636" y="1262715"/>
                    <a:ext cx="10597" cy="16493"/>
                  </a:xfrm>
                  <a:custGeom>
                    <a:avLst/>
                    <a:gdLst>
                      <a:gd name="connsiteX0" fmla="*/ 309 w 10597"/>
                      <a:gd name="connsiteY0" fmla="*/ 14105 h 16493"/>
                      <a:gd name="connsiteX1" fmla="*/ 132 w 10597"/>
                      <a:gd name="connsiteY1" fmla="*/ 16188 h 16493"/>
                      <a:gd name="connsiteX2" fmla="*/ 1860 w 10597"/>
                      <a:gd name="connsiteY2" fmla="*/ 15834 h 16493"/>
                      <a:gd name="connsiteX3" fmla="*/ 4033 w 10597"/>
                      <a:gd name="connsiteY3" fmla="*/ 13262 h 16493"/>
                      <a:gd name="connsiteX4" fmla="*/ 8643 w 10597"/>
                      <a:gd name="connsiteY4" fmla="*/ 6347 h 16493"/>
                      <a:gd name="connsiteX5" fmla="*/ 10150 w 10597"/>
                      <a:gd name="connsiteY5" fmla="*/ 3731 h 16493"/>
                      <a:gd name="connsiteX6" fmla="*/ 6028 w 10597"/>
                      <a:gd name="connsiteY6" fmla="*/ 2357 h 16493"/>
                      <a:gd name="connsiteX7" fmla="*/ 309 w 10597"/>
                      <a:gd name="connsiteY7" fmla="*/ 14105 h 16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597" h="16493">
                        <a:moveTo>
                          <a:pt x="309" y="14105"/>
                        </a:moveTo>
                        <a:cubicBezTo>
                          <a:pt x="43" y="14991"/>
                          <a:pt x="-135" y="15612"/>
                          <a:pt x="132" y="16188"/>
                        </a:cubicBezTo>
                        <a:cubicBezTo>
                          <a:pt x="398" y="16765"/>
                          <a:pt x="1151" y="16454"/>
                          <a:pt x="1860" y="15834"/>
                        </a:cubicBezTo>
                        <a:cubicBezTo>
                          <a:pt x="2614" y="15257"/>
                          <a:pt x="3457" y="14149"/>
                          <a:pt x="4033" y="13262"/>
                        </a:cubicBezTo>
                        <a:cubicBezTo>
                          <a:pt x="5629" y="11046"/>
                          <a:pt x="7136" y="8519"/>
                          <a:pt x="8643" y="6347"/>
                        </a:cubicBezTo>
                        <a:cubicBezTo>
                          <a:pt x="9264" y="5460"/>
                          <a:pt x="9840" y="4618"/>
                          <a:pt x="10150" y="3731"/>
                        </a:cubicBezTo>
                        <a:cubicBezTo>
                          <a:pt x="11525" y="52"/>
                          <a:pt x="9618" y="-1766"/>
                          <a:pt x="6028" y="2357"/>
                        </a:cubicBezTo>
                        <a:cubicBezTo>
                          <a:pt x="3190" y="5505"/>
                          <a:pt x="1417" y="10558"/>
                          <a:pt x="309" y="1410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20" name="Forme libre : forme 22019">
                    <a:extLst>
                      <a:ext uri="{FF2B5EF4-FFF2-40B4-BE49-F238E27FC236}">
                        <a16:creationId xmlns:a16="http://schemas.microsoft.com/office/drawing/2014/main" id="{B173D8DD-C1B7-4F2E-8D9A-11087B4CCF43}"/>
                      </a:ext>
                    </a:extLst>
                  </p:cNvPr>
                  <p:cNvSpPr/>
                  <p:nvPr/>
                </p:nvSpPr>
                <p:spPr>
                  <a:xfrm>
                    <a:off x="6412345" y="1238341"/>
                    <a:ext cx="13745" cy="26022"/>
                  </a:xfrm>
                  <a:custGeom>
                    <a:avLst/>
                    <a:gdLst>
                      <a:gd name="connsiteX0" fmla="*/ 13743 w 13745"/>
                      <a:gd name="connsiteY0" fmla="*/ 0 h 26022"/>
                      <a:gd name="connsiteX1" fmla="*/ 8645 w 13745"/>
                      <a:gd name="connsiteY1" fmla="*/ 13078 h 26022"/>
                      <a:gd name="connsiteX2" fmla="*/ 0 w 13745"/>
                      <a:gd name="connsiteY2" fmla="*/ 26022 h 26022"/>
                      <a:gd name="connsiteX3" fmla="*/ 7536 w 13745"/>
                      <a:gd name="connsiteY3" fmla="*/ 12989 h 26022"/>
                      <a:gd name="connsiteX4" fmla="*/ 13743 w 13745"/>
                      <a:gd name="connsiteY4" fmla="*/ 0 h 26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5" h="26022">
                        <a:moveTo>
                          <a:pt x="13743" y="0"/>
                        </a:moveTo>
                        <a:cubicBezTo>
                          <a:pt x="13831" y="3857"/>
                          <a:pt x="11570" y="8600"/>
                          <a:pt x="8645" y="13078"/>
                        </a:cubicBezTo>
                        <a:cubicBezTo>
                          <a:pt x="5852" y="17777"/>
                          <a:pt x="2616" y="22564"/>
                          <a:pt x="0" y="26022"/>
                        </a:cubicBezTo>
                        <a:cubicBezTo>
                          <a:pt x="2793" y="22210"/>
                          <a:pt x="5275" y="17644"/>
                          <a:pt x="7536" y="12989"/>
                        </a:cubicBezTo>
                        <a:cubicBezTo>
                          <a:pt x="9974" y="8600"/>
                          <a:pt x="12147" y="4034"/>
                          <a:pt x="137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21" name="Forme libre : forme 22020">
                    <a:extLst>
                      <a:ext uri="{FF2B5EF4-FFF2-40B4-BE49-F238E27FC236}">
                        <a16:creationId xmlns:a16="http://schemas.microsoft.com/office/drawing/2014/main" id="{C71C7458-FED6-44E9-A867-15F9C1616798}"/>
                      </a:ext>
                    </a:extLst>
                  </p:cNvPr>
                  <p:cNvSpPr/>
                  <p:nvPr/>
                </p:nvSpPr>
                <p:spPr>
                  <a:xfrm>
                    <a:off x="6355858" y="1262412"/>
                    <a:ext cx="10915" cy="33159"/>
                  </a:xfrm>
                  <a:custGeom>
                    <a:avLst/>
                    <a:gdLst>
                      <a:gd name="connsiteX0" fmla="*/ 10916 w 10915"/>
                      <a:gd name="connsiteY0" fmla="*/ 0 h 33159"/>
                      <a:gd name="connsiteX1" fmla="*/ 2315 w 10915"/>
                      <a:gd name="connsiteY1" fmla="*/ 16801 h 33159"/>
                      <a:gd name="connsiteX2" fmla="*/ 10 w 10915"/>
                      <a:gd name="connsiteY2" fmla="*/ 33160 h 33159"/>
                      <a:gd name="connsiteX3" fmla="*/ 2980 w 10915"/>
                      <a:gd name="connsiteY3" fmla="*/ 16801 h 33159"/>
                      <a:gd name="connsiteX4" fmla="*/ 10916 w 10915"/>
                      <a:gd name="connsiteY4" fmla="*/ 0 h 33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5" h="33159">
                        <a:moveTo>
                          <a:pt x="10916" y="0"/>
                        </a:moveTo>
                        <a:cubicBezTo>
                          <a:pt x="6970" y="5408"/>
                          <a:pt x="4000" y="11083"/>
                          <a:pt x="2315" y="16801"/>
                        </a:cubicBezTo>
                        <a:cubicBezTo>
                          <a:pt x="764" y="22609"/>
                          <a:pt x="99" y="28195"/>
                          <a:pt x="10" y="33160"/>
                        </a:cubicBezTo>
                        <a:cubicBezTo>
                          <a:pt x="-123" y="28549"/>
                          <a:pt x="1074" y="22786"/>
                          <a:pt x="2980" y="16801"/>
                        </a:cubicBezTo>
                        <a:cubicBezTo>
                          <a:pt x="5064" y="10906"/>
                          <a:pt x="8167" y="5098"/>
                          <a:pt x="1091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22" name="Forme libre : forme 22021">
                    <a:extLst>
                      <a:ext uri="{FF2B5EF4-FFF2-40B4-BE49-F238E27FC236}">
                        <a16:creationId xmlns:a16="http://schemas.microsoft.com/office/drawing/2014/main" id="{56CB94EB-480C-4D61-89B8-203AD71B274C}"/>
                      </a:ext>
                    </a:extLst>
                  </p:cNvPr>
                  <p:cNvSpPr/>
                  <p:nvPr/>
                </p:nvSpPr>
                <p:spPr>
                  <a:xfrm>
                    <a:off x="6389017" y="1249272"/>
                    <a:ext cx="13664" cy="10480"/>
                  </a:xfrm>
                  <a:custGeom>
                    <a:avLst/>
                    <a:gdLst>
                      <a:gd name="connsiteX0" fmla="*/ 13664 w 13664"/>
                      <a:gd name="connsiteY0" fmla="*/ 594 h 10480"/>
                      <a:gd name="connsiteX1" fmla="*/ 6793 w 13664"/>
                      <a:gd name="connsiteY1" fmla="*/ 7510 h 10480"/>
                      <a:gd name="connsiteX2" fmla="*/ 10 w 13664"/>
                      <a:gd name="connsiteY2" fmla="*/ 9815 h 10480"/>
                      <a:gd name="connsiteX3" fmla="*/ 6527 w 13664"/>
                      <a:gd name="connsiteY3" fmla="*/ 3210 h 10480"/>
                      <a:gd name="connsiteX4" fmla="*/ 10561 w 13664"/>
                      <a:gd name="connsiteY4" fmla="*/ 683 h 10480"/>
                      <a:gd name="connsiteX5" fmla="*/ 13664 w 13664"/>
                      <a:gd name="connsiteY5" fmla="*/ 594 h 10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664" h="10480">
                        <a:moveTo>
                          <a:pt x="13664" y="594"/>
                        </a:moveTo>
                        <a:cubicBezTo>
                          <a:pt x="13708" y="2367"/>
                          <a:pt x="8477" y="6357"/>
                          <a:pt x="6793" y="7510"/>
                        </a:cubicBezTo>
                        <a:cubicBezTo>
                          <a:pt x="5152" y="8663"/>
                          <a:pt x="276" y="11854"/>
                          <a:pt x="10" y="9815"/>
                        </a:cubicBezTo>
                        <a:cubicBezTo>
                          <a:pt x="-256" y="7776"/>
                          <a:pt x="4931" y="4274"/>
                          <a:pt x="6527" y="3210"/>
                        </a:cubicBezTo>
                        <a:cubicBezTo>
                          <a:pt x="7325" y="2678"/>
                          <a:pt x="9054" y="1481"/>
                          <a:pt x="10561" y="683"/>
                        </a:cubicBezTo>
                        <a:cubicBezTo>
                          <a:pt x="12157" y="-71"/>
                          <a:pt x="13620" y="-337"/>
                          <a:pt x="13664" y="59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23" name="Forme libre : forme 22022">
                    <a:extLst>
                      <a:ext uri="{FF2B5EF4-FFF2-40B4-BE49-F238E27FC236}">
                        <a16:creationId xmlns:a16="http://schemas.microsoft.com/office/drawing/2014/main" id="{6140E796-D9E0-49D6-B946-13F1F112890F}"/>
                      </a:ext>
                    </a:extLst>
                  </p:cNvPr>
                  <p:cNvSpPr/>
                  <p:nvPr/>
                </p:nvSpPr>
                <p:spPr>
                  <a:xfrm>
                    <a:off x="6400586" y="1247888"/>
                    <a:ext cx="4004" cy="3057"/>
                  </a:xfrm>
                  <a:custGeom>
                    <a:avLst/>
                    <a:gdLst>
                      <a:gd name="connsiteX0" fmla="*/ 3868 w 4004"/>
                      <a:gd name="connsiteY0" fmla="*/ 116 h 3057"/>
                      <a:gd name="connsiteX1" fmla="*/ 2627 w 4004"/>
                      <a:gd name="connsiteY1" fmla="*/ 2023 h 3057"/>
                      <a:gd name="connsiteX2" fmla="*/ 144 w 4004"/>
                      <a:gd name="connsiteY2" fmla="*/ 2954 h 3057"/>
                      <a:gd name="connsiteX3" fmla="*/ 1297 w 4004"/>
                      <a:gd name="connsiteY3" fmla="*/ 1092 h 3057"/>
                      <a:gd name="connsiteX4" fmla="*/ 3868 w 4004"/>
                      <a:gd name="connsiteY4" fmla="*/ 116 h 3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4" h="3057">
                        <a:moveTo>
                          <a:pt x="3868" y="116"/>
                        </a:moveTo>
                        <a:cubicBezTo>
                          <a:pt x="4400" y="515"/>
                          <a:pt x="3248" y="1535"/>
                          <a:pt x="2627" y="2023"/>
                        </a:cubicBezTo>
                        <a:cubicBezTo>
                          <a:pt x="2006" y="2510"/>
                          <a:pt x="632" y="3353"/>
                          <a:pt x="144" y="2954"/>
                        </a:cubicBezTo>
                        <a:cubicBezTo>
                          <a:pt x="-388" y="2510"/>
                          <a:pt x="676" y="1535"/>
                          <a:pt x="1297" y="1092"/>
                        </a:cubicBezTo>
                        <a:cubicBezTo>
                          <a:pt x="1962" y="604"/>
                          <a:pt x="3380" y="-327"/>
                          <a:pt x="3868" y="1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24" name="Forme libre : forme 22023">
                    <a:extLst>
                      <a:ext uri="{FF2B5EF4-FFF2-40B4-BE49-F238E27FC236}">
                        <a16:creationId xmlns:a16="http://schemas.microsoft.com/office/drawing/2014/main" id="{A353772C-BC5E-4BC7-9DFA-8570A89B873D}"/>
                      </a:ext>
                    </a:extLst>
                  </p:cNvPr>
                  <p:cNvSpPr/>
                  <p:nvPr/>
                </p:nvSpPr>
                <p:spPr>
                  <a:xfrm>
                    <a:off x="6382289" y="1235098"/>
                    <a:ext cx="40661" cy="17848"/>
                  </a:xfrm>
                  <a:custGeom>
                    <a:avLst/>
                    <a:gdLst>
                      <a:gd name="connsiteX0" fmla="*/ 27574 w 40661"/>
                      <a:gd name="connsiteY0" fmla="*/ 583 h 17848"/>
                      <a:gd name="connsiteX1" fmla="*/ 39898 w 40661"/>
                      <a:gd name="connsiteY1" fmla="*/ 849 h 17848"/>
                      <a:gd name="connsiteX2" fmla="*/ 38923 w 40661"/>
                      <a:gd name="connsiteY2" fmla="*/ 4661 h 17848"/>
                      <a:gd name="connsiteX3" fmla="*/ 33958 w 40661"/>
                      <a:gd name="connsiteY3" fmla="*/ 5947 h 17848"/>
                      <a:gd name="connsiteX4" fmla="*/ 18575 w 40661"/>
                      <a:gd name="connsiteY4" fmla="*/ 9671 h 17848"/>
                      <a:gd name="connsiteX5" fmla="*/ 8024 w 40661"/>
                      <a:gd name="connsiteY5" fmla="*/ 15301 h 17848"/>
                      <a:gd name="connsiteX6" fmla="*/ 0 w 40661"/>
                      <a:gd name="connsiteY6" fmla="*/ 16630 h 17848"/>
                      <a:gd name="connsiteX7" fmla="*/ 16713 w 40661"/>
                      <a:gd name="connsiteY7" fmla="*/ 2267 h 17848"/>
                      <a:gd name="connsiteX8" fmla="*/ 27574 w 40661"/>
                      <a:gd name="connsiteY8" fmla="*/ 583 h 17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661" h="17848">
                        <a:moveTo>
                          <a:pt x="27574" y="583"/>
                        </a:moveTo>
                        <a:cubicBezTo>
                          <a:pt x="32584" y="-38"/>
                          <a:pt x="36086" y="-437"/>
                          <a:pt x="39898" y="849"/>
                        </a:cubicBezTo>
                        <a:cubicBezTo>
                          <a:pt x="41272" y="1336"/>
                          <a:pt x="40696" y="3464"/>
                          <a:pt x="38923" y="4661"/>
                        </a:cubicBezTo>
                        <a:cubicBezTo>
                          <a:pt x="37150" y="5858"/>
                          <a:pt x="35598" y="5858"/>
                          <a:pt x="33958" y="5947"/>
                        </a:cubicBezTo>
                        <a:cubicBezTo>
                          <a:pt x="28771" y="6124"/>
                          <a:pt x="24072" y="7853"/>
                          <a:pt x="18575" y="9671"/>
                        </a:cubicBezTo>
                        <a:cubicBezTo>
                          <a:pt x="16802" y="10158"/>
                          <a:pt x="12191" y="13040"/>
                          <a:pt x="8024" y="15301"/>
                        </a:cubicBezTo>
                        <a:cubicBezTo>
                          <a:pt x="3813" y="17517"/>
                          <a:pt x="-44" y="19024"/>
                          <a:pt x="0" y="16630"/>
                        </a:cubicBezTo>
                        <a:cubicBezTo>
                          <a:pt x="45" y="11843"/>
                          <a:pt x="11881" y="3641"/>
                          <a:pt x="16713" y="2267"/>
                        </a:cubicBezTo>
                        <a:cubicBezTo>
                          <a:pt x="21279" y="627"/>
                          <a:pt x="23895" y="1159"/>
                          <a:pt x="27574" y="5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27" name="Graphique 2">
                  <a:extLst>
                    <a:ext uri="{FF2B5EF4-FFF2-40B4-BE49-F238E27FC236}">
                      <a16:creationId xmlns:a16="http://schemas.microsoft.com/office/drawing/2014/main" id="{9CA4985F-0FE4-427F-8E45-4C652327417E}"/>
                    </a:ext>
                  </a:extLst>
                </p:cNvPr>
                <p:cNvGrpSpPr/>
                <p:nvPr/>
              </p:nvGrpSpPr>
              <p:grpSpPr>
                <a:xfrm>
                  <a:off x="6425819" y="1193938"/>
                  <a:ext cx="92672" cy="46225"/>
                  <a:chOff x="6425819" y="1193938"/>
                  <a:chExt cx="92672" cy="46225"/>
                </a:xfrm>
                <a:solidFill>
                  <a:schemeClr val="accent1"/>
                </a:solidFill>
              </p:grpSpPr>
              <p:sp>
                <p:nvSpPr>
                  <p:cNvPr id="22001" name="Forme libre : forme 22000">
                    <a:extLst>
                      <a:ext uri="{FF2B5EF4-FFF2-40B4-BE49-F238E27FC236}">
                        <a16:creationId xmlns:a16="http://schemas.microsoft.com/office/drawing/2014/main" id="{6DA292EB-FCAA-4BEC-BCC7-A12779A0807F}"/>
                      </a:ext>
                    </a:extLst>
                  </p:cNvPr>
                  <p:cNvSpPr/>
                  <p:nvPr/>
                </p:nvSpPr>
                <p:spPr>
                  <a:xfrm>
                    <a:off x="6425819" y="1193938"/>
                    <a:ext cx="92672" cy="46225"/>
                  </a:xfrm>
                  <a:custGeom>
                    <a:avLst/>
                    <a:gdLst>
                      <a:gd name="connsiteX0" fmla="*/ 65302 w 92672"/>
                      <a:gd name="connsiteY0" fmla="*/ 34960 h 46225"/>
                      <a:gd name="connsiteX1" fmla="*/ 36709 w 92672"/>
                      <a:gd name="connsiteY1" fmla="*/ 43561 h 46225"/>
                      <a:gd name="connsiteX2" fmla="*/ 27665 w 92672"/>
                      <a:gd name="connsiteY2" fmla="*/ 45733 h 46225"/>
                      <a:gd name="connsiteX3" fmla="*/ 19730 w 92672"/>
                      <a:gd name="connsiteY3" fmla="*/ 46176 h 46225"/>
                      <a:gd name="connsiteX4" fmla="*/ 4879 w 92672"/>
                      <a:gd name="connsiteY4" fmla="*/ 43561 h 46225"/>
                      <a:gd name="connsiteX5" fmla="*/ 446 w 92672"/>
                      <a:gd name="connsiteY5" fmla="*/ 34561 h 46225"/>
                      <a:gd name="connsiteX6" fmla="*/ 9135 w 92672"/>
                      <a:gd name="connsiteY6" fmla="*/ 20952 h 46225"/>
                      <a:gd name="connsiteX7" fmla="*/ 16051 w 92672"/>
                      <a:gd name="connsiteY7" fmla="*/ 15277 h 46225"/>
                      <a:gd name="connsiteX8" fmla="*/ 20262 w 92672"/>
                      <a:gd name="connsiteY8" fmla="*/ 12618 h 46225"/>
                      <a:gd name="connsiteX9" fmla="*/ 25183 w 92672"/>
                      <a:gd name="connsiteY9" fmla="*/ 10357 h 46225"/>
                      <a:gd name="connsiteX10" fmla="*/ 40433 w 92672"/>
                      <a:gd name="connsiteY10" fmla="*/ 4904 h 46225"/>
                      <a:gd name="connsiteX11" fmla="*/ 48989 w 92672"/>
                      <a:gd name="connsiteY11" fmla="*/ 2466 h 46225"/>
                      <a:gd name="connsiteX12" fmla="*/ 56259 w 92672"/>
                      <a:gd name="connsiteY12" fmla="*/ 959 h 46225"/>
                      <a:gd name="connsiteX13" fmla="*/ 75277 w 92672"/>
                      <a:gd name="connsiteY13" fmla="*/ 1313 h 46225"/>
                      <a:gd name="connsiteX14" fmla="*/ 89330 w 92672"/>
                      <a:gd name="connsiteY14" fmla="*/ 8318 h 46225"/>
                      <a:gd name="connsiteX15" fmla="*/ 91635 w 92672"/>
                      <a:gd name="connsiteY15" fmla="*/ 17849 h 46225"/>
                      <a:gd name="connsiteX16" fmla="*/ 65302 w 92672"/>
                      <a:gd name="connsiteY16" fmla="*/ 34960 h 46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2672" h="46225">
                        <a:moveTo>
                          <a:pt x="65302" y="34960"/>
                        </a:moveTo>
                        <a:cubicBezTo>
                          <a:pt x="58387" y="36689"/>
                          <a:pt x="43713" y="41300"/>
                          <a:pt x="36709" y="43561"/>
                        </a:cubicBezTo>
                        <a:cubicBezTo>
                          <a:pt x="33340" y="44447"/>
                          <a:pt x="30458" y="45290"/>
                          <a:pt x="27665" y="45733"/>
                        </a:cubicBezTo>
                        <a:cubicBezTo>
                          <a:pt x="24873" y="46176"/>
                          <a:pt x="22257" y="46309"/>
                          <a:pt x="19730" y="46176"/>
                        </a:cubicBezTo>
                        <a:cubicBezTo>
                          <a:pt x="14765" y="46132"/>
                          <a:pt x="10066" y="45112"/>
                          <a:pt x="4879" y="43561"/>
                        </a:cubicBezTo>
                        <a:cubicBezTo>
                          <a:pt x="1288" y="42497"/>
                          <a:pt x="-1017" y="37975"/>
                          <a:pt x="446" y="34561"/>
                        </a:cubicBezTo>
                        <a:cubicBezTo>
                          <a:pt x="2574" y="29685"/>
                          <a:pt x="5190" y="24986"/>
                          <a:pt x="9135" y="20952"/>
                        </a:cubicBezTo>
                        <a:cubicBezTo>
                          <a:pt x="11130" y="19001"/>
                          <a:pt x="13391" y="17095"/>
                          <a:pt x="16051" y="15277"/>
                        </a:cubicBezTo>
                        <a:cubicBezTo>
                          <a:pt x="17381" y="14391"/>
                          <a:pt x="18755" y="13460"/>
                          <a:pt x="20262" y="12618"/>
                        </a:cubicBezTo>
                        <a:cubicBezTo>
                          <a:pt x="21814" y="11820"/>
                          <a:pt x="23454" y="11110"/>
                          <a:pt x="25183" y="10357"/>
                        </a:cubicBezTo>
                        <a:cubicBezTo>
                          <a:pt x="28907" y="8849"/>
                          <a:pt x="34537" y="6456"/>
                          <a:pt x="40433" y="4904"/>
                        </a:cubicBezTo>
                        <a:cubicBezTo>
                          <a:pt x="43358" y="4062"/>
                          <a:pt x="46284" y="3264"/>
                          <a:pt x="48989" y="2466"/>
                        </a:cubicBezTo>
                        <a:cubicBezTo>
                          <a:pt x="51737" y="1801"/>
                          <a:pt x="54220" y="1358"/>
                          <a:pt x="56259" y="959"/>
                        </a:cubicBezTo>
                        <a:cubicBezTo>
                          <a:pt x="63839" y="-593"/>
                          <a:pt x="70001" y="-105"/>
                          <a:pt x="75277" y="1313"/>
                        </a:cubicBezTo>
                        <a:cubicBezTo>
                          <a:pt x="80508" y="2554"/>
                          <a:pt x="84985" y="5303"/>
                          <a:pt x="89330" y="8318"/>
                        </a:cubicBezTo>
                        <a:cubicBezTo>
                          <a:pt x="92344" y="10401"/>
                          <a:pt x="93807" y="15100"/>
                          <a:pt x="91635" y="17849"/>
                        </a:cubicBezTo>
                        <a:cubicBezTo>
                          <a:pt x="85429" y="25873"/>
                          <a:pt x="78025" y="31192"/>
                          <a:pt x="65302" y="3496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02" name="Forme libre : forme 22001">
                    <a:extLst>
                      <a:ext uri="{FF2B5EF4-FFF2-40B4-BE49-F238E27FC236}">
                        <a16:creationId xmlns:a16="http://schemas.microsoft.com/office/drawing/2014/main" id="{6352CAE0-5C64-4644-A5D3-B87756FCF368}"/>
                      </a:ext>
                    </a:extLst>
                  </p:cNvPr>
                  <p:cNvSpPr/>
                  <p:nvPr/>
                </p:nvSpPr>
                <p:spPr>
                  <a:xfrm>
                    <a:off x="6427019" y="1211698"/>
                    <a:ext cx="90435" cy="28415"/>
                  </a:xfrm>
                  <a:custGeom>
                    <a:avLst/>
                    <a:gdLst>
                      <a:gd name="connsiteX0" fmla="*/ 35642 w 90435"/>
                      <a:gd name="connsiteY0" fmla="*/ 12413 h 28415"/>
                      <a:gd name="connsiteX1" fmla="*/ 0 w 90435"/>
                      <a:gd name="connsiteY1" fmla="*/ 23052 h 28415"/>
                      <a:gd name="connsiteX2" fmla="*/ 3591 w 90435"/>
                      <a:gd name="connsiteY2" fmla="*/ 25801 h 28415"/>
                      <a:gd name="connsiteX3" fmla="*/ 8822 w 90435"/>
                      <a:gd name="connsiteY3" fmla="*/ 27175 h 28415"/>
                      <a:gd name="connsiteX4" fmla="*/ 23939 w 90435"/>
                      <a:gd name="connsiteY4" fmla="*/ 28283 h 28415"/>
                      <a:gd name="connsiteX5" fmla="*/ 35465 w 90435"/>
                      <a:gd name="connsiteY5" fmla="*/ 25756 h 28415"/>
                      <a:gd name="connsiteX6" fmla="*/ 40031 w 90435"/>
                      <a:gd name="connsiteY6" fmla="*/ 24293 h 28415"/>
                      <a:gd name="connsiteX7" fmla="*/ 51247 w 90435"/>
                      <a:gd name="connsiteY7" fmla="*/ 20791 h 28415"/>
                      <a:gd name="connsiteX8" fmla="*/ 56877 w 90435"/>
                      <a:gd name="connsiteY8" fmla="*/ 19018 h 28415"/>
                      <a:gd name="connsiteX9" fmla="*/ 61886 w 90435"/>
                      <a:gd name="connsiteY9" fmla="*/ 17732 h 28415"/>
                      <a:gd name="connsiteX10" fmla="*/ 64014 w 90435"/>
                      <a:gd name="connsiteY10" fmla="*/ 17112 h 28415"/>
                      <a:gd name="connsiteX11" fmla="*/ 75717 w 90435"/>
                      <a:gd name="connsiteY11" fmla="*/ 12501 h 28415"/>
                      <a:gd name="connsiteX12" fmla="*/ 81968 w 90435"/>
                      <a:gd name="connsiteY12" fmla="*/ 8334 h 28415"/>
                      <a:gd name="connsiteX13" fmla="*/ 87288 w 90435"/>
                      <a:gd name="connsiteY13" fmla="*/ 3680 h 28415"/>
                      <a:gd name="connsiteX14" fmla="*/ 90347 w 90435"/>
                      <a:gd name="connsiteY14" fmla="*/ 133 h 28415"/>
                      <a:gd name="connsiteX15" fmla="*/ 90435 w 90435"/>
                      <a:gd name="connsiteY15" fmla="*/ 0 h 28415"/>
                      <a:gd name="connsiteX16" fmla="*/ 35642 w 90435"/>
                      <a:gd name="connsiteY16" fmla="*/ 12413 h 28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0435" h="28415">
                        <a:moveTo>
                          <a:pt x="35642" y="12413"/>
                        </a:moveTo>
                        <a:cubicBezTo>
                          <a:pt x="23673" y="17067"/>
                          <a:pt x="11526" y="22875"/>
                          <a:pt x="0" y="23052"/>
                        </a:cubicBezTo>
                        <a:cubicBezTo>
                          <a:pt x="887" y="24338"/>
                          <a:pt x="2084" y="25357"/>
                          <a:pt x="3591" y="25801"/>
                        </a:cubicBezTo>
                        <a:cubicBezTo>
                          <a:pt x="5364" y="26333"/>
                          <a:pt x="7137" y="26776"/>
                          <a:pt x="8822" y="27175"/>
                        </a:cubicBezTo>
                        <a:cubicBezTo>
                          <a:pt x="13743" y="28283"/>
                          <a:pt x="18442" y="28638"/>
                          <a:pt x="23939" y="28283"/>
                        </a:cubicBezTo>
                        <a:cubicBezTo>
                          <a:pt x="27485" y="28017"/>
                          <a:pt x="31076" y="26909"/>
                          <a:pt x="35465" y="25756"/>
                        </a:cubicBezTo>
                        <a:cubicBezTo>
                          <a:pt x="36795" y="25357"/>
                          <a:pt x="38346" y="24870"/>
                          <a:pt x="40031" y="24293"/>
                        </a:cubicBezTo>
                        <a:cubicBezTo>
                          <a:pt x="43311" y="23052"/>
                          <a:pt x="47345" y="21944"/>
                          <a:pt x="51247" y="20791"/>
                        </a:cubicBezTo>
                        <a:cubicBezTo>
                          <a:pt x="53197" y="20171"/>
                          <a:pt x="55103" y="19594"/>
                          <a:pt x="56877" y="19018"/>
                        </a:cubicBezTo>
                        <a:cubicBezTo>
                          <a:pt x="58694" y="18530"/>
                          <a:pt x="60423" y="18131"/>
                          <a:pt x="61886" y="17732"/>
                        </a:cubicBezTo>
                        <a:cubicBezTo>
                          <a:pt x="62640" y="17511"/>
                          <a:pt x="63393" y="17289"/>
                          <a:pt x="64014" y="17112"/>
                        </a:cubicBezTo>
                        <a:cubicBezTo>
                          <a:pt x="68536" y="15649"/>
                          <a:pt x="72348" y="14230"/>
                          <a:pt x="75717" y="12501"/>
                        </a:cubicBezTo>
                        <a:cubicBezTo>
                          <a:pt x="78023" y="11260"/>
                          <a:pt x="80062" y="9841"/>
                          <a:pt x="81968" y="8334"/>
                        </a:cubicBezTo>
                        <a:cubicBezTo>
                          <a:pt x="83874" y="6916"/>
                          <a:pt x="85603" y="5364"/>
                          <a:pt x="87288" y="3680"/>
                        </a:cubicBezTo>
                        <a:cubicBezTo>
                          <a:pt x="88352" y="2571"/>
                          <a:pt x="89371" y="1374"/>
                          <a:pt x="90347" y="133"/>
                        </a:cubicBezTo>
                        <a:lnTo>
                          <a:pt x="90435" y="0"/>
                        </a:lnTo>
                        <a:cubicBezTo>
                          <a:pt x="71816" y="1507"/>
                          <a:pt x="52577" y="5275"/>
                          <a:pt x="35642" y="1241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03" name="Forme libre : forme 22002">
                    <a:extLst>
                      <a:ext uri="{FF2B5EF4-FFF2-40B4-BE49-F238E27FC236}">
                        <a16:creationId xmlns:a16="http://schemas.microsoft.com/office/drawing/2014/main" id="{4313DEA0-AB10-4902-AF1B-E7BC9C7E1745}"/>
                      </a:ext>
                    </a:extLst>
                  </p:cNvPr>
                  <p:cNvSpPr/>
                  <p:nvPr/>
                </p:nvSpPr>
                <p:spPr>
                  <a:xfrm>
                    <a:off x="6457211" y="1207305"/>
                    <a:ext cx="43038" cy="16077"/>
                  </a:xfrm>
                  <a:custGeom>
                    <a:avLst/>
                    <a:gdLst>
                      <a:gd name="connsiteX0" fmla="*/ 42998 w 43038"/>
                      <a:gd name="connsiteY0" fmla="*/ 2841 h 16077"/>
                      <a:gd name="connsiteX1" fmla="*/ 34842 w 43038"/>
                      <a:gd name="connsiteY1" fmla="*/ 9047 h 16077"/>
                      <a:gd name="connsiteX2" fmla="*/ 22030 w 43038"/>
                      <a:gd name="connsiteY2" fmla="*/ 13303 h 16077"/>
                      <a:gd name="connsiteX3" fmla="*/ 9750 w 43038"/>
                      <a:gd name="connsiteY3" fmla="*/ 15741 h 16077"/>
                      <a:gd name="connsiteX4" fmla="*/ 175 w 43038"/>
                      <a:gd name="connsiteY4" fmla="*/ 13880 h 16077"/>
                      <a:gd name="connsiteX5" fmla="*/ 6647 w 43038"/>
                      <a:gd name="connsiteY5" fmla="*/ 6565 h 16077"/>
                      <a:gd name="connsiteX6" fmla="*/ 18882 w 43038"/>
                      <a:gd name="connsiteY6" fmla="*/ 2220 h 16077"/>
                      <a:gd name="connsiteX7" fmla="*/ 32669 w 43038"/>
                      <a:gd name="connsiteY7" fmla="*/ 93 h 16077"/>
                      <a:gd name="connsiteX8" fmla="*/ 42998 w 43038"/>
                      <a:gd name="connsiteY8" fmla="*/ 2841 h 16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038" h="16077">
                        <a:moveTo>
                          <a:pt x="42998" y="2841"/>
                        </a:moveTo>
                        <a:cubicBezTo>
                          <a:pt x="43486" y="5235"/>
                          <a:pt x="39452" y="7097"/>
                          <a:pt x="34842" y="9047"/>
                        </a:cubicBezTo>
                        <a:cubicBezTo>
                          <a:pt x="30187" y="11042"/>
                          <a:pt x="24734" y="12372"/>
                          <a:pt x="22030" y="13303"/>
                        </a:cubicBezTo>
                        <a:cubicBezTo>
                          <a:pt x="19326" y="14146"/>
                          <a:pt x="14272" y="15254"/>
                          <a:pt x="9750" y="15741"/>
                        </a:cubicBezTo>
                        <a:cubicBezTo>
                          <a:pt x="5273" y="16406"/>
                          <a:pt x="1150" y="16229"/>
                          <a:pt x="175" y="13880"/>
                        </a:cubicBezTo>
                        <a:cubicBezTo>
                          <a:pt x="-801" y="11530"/>
                          <a:pt x="2436" y="8870"/>
                          <a:pt x="6647" y="6565"/>
                        </a:cubicBezTo>
                        <a:cubicBezTo>
                          <a:pt x="10903" y="4437"/>
                          <a:pt x="16178" y="2974"/>
                          <a:pt x="18882" y="2220"/>
                        </a:cubicBezTo>
                        <a:cubicBezTo>
                          <a:pt x="21586" y="1378"/>
                          <a:pt x="27438" y="536"/>
                          <a:pt x="32669" y="93"/>
                        </a:cubicBezTo>
                        <a:cubicBezTo>
                          <a:pt x="37856" y="-306"/>
                          <a:pt x="42555" y="580"/>
                          <a:pt x="42998" y="284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04" name="Forme libre : forme 22003">
                    <a:extLst>
                      <a:ext uri="{FF2B5EF4-FFF2-40B4-BE49-F238E27FC236}">
                        <a16:creationId xmlns:a16="http://schemas.microsoft.com/office/drawing/2014/main" id="{FE7A0EA2-38FF-4CD2-BD77-E695AD0F888F}"/>
                      </a:ext>
                    </a:extLst>
                  </p:cNvPr>
                  <p:cNvSpPr/>
                  <p:nvPr/>
                </p:nvSpPr>
                <p:spPr>
                  <a:xfrm>
                    <a:off x="6456777" y="1213560"/>
                    <a:ext cx="31463" cy="9715"/>
                  </a:xfrm>
                  <a:custGeom>
                    <a:avLst/>
                    <a:gdLst>
                      <a:gd name="connsiteX0" fmla="*/ 7879 w 31463"/>
                      <a:gd name="connsiteY0" fmla="*/ 0 h 9715"/>
                      <a:gd name="connsiteX1" fmla="*/ 387 w 31463"/>
                      <a:gd name="connsiteY1" fmla="*/ 7669 h 9715"/>
                      <a:gd name="connsiteX2" fmla="*/ 10184 w 31463"/>
                      <a:gd name="connsiteY2" fmla="*/ 9443 h 9715"/>
                      <a:gd name="connsiteX3" fmla="*/ 22730 w 31463"/>
                      <a:gd name="connsiteY3" fmla="*/ 7004 h 9715"/>
                      <a:gd name="connsiteX4" fmla="*/ 31463 w 31463"/>
                      <a:gd name="connsiteY4" fmla="*/ 4079 h 9715"/>
                      <a:gd name="connsiteX5" fmla="*/ 26587 w 31463"/>
                      <a:gd name="connsiteY5" fmla="*/ 4876 h 9715"/>
                      <a:gd name="connsiteX6" fmla="*/ 7879 w 31463"/>
                      <a:gd name="connsiteY6" fmla="*/ 0 h 9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63" h="9715">
                        <a:moveTo>
                          <a:pt x="7879" y="0"/>
                        </a:moveTo>
                        <a:cubicBezTo>
                          <a:pt x="5485" y="1818"/>
                          <a:pt x="-1741" y="5054"/>
                          <a:pt x="387" y="7669"/>
                        </a:cubicBezTo>
                        <a:cubicBezTo>
                          <a:pt x="2072" y="9797"/>
                          <a:pt x="5929" y="10019"/>
                          <a:pt x="10184" y="9443"/>
                        </a:cubicBezTo>
                        <a:cubicBezTo>
                          <a:pt x="14485" y="9044"/>
                          <a:pt x="19272" y="7980"/>
                          <a:pt x="22730" y="7004"/>
                        </a:cubicBezTo>
                        <a:cubicBezTo>
                          <a:pt x="24725" y="6295"/>
                          <a:pt x="29291" y="5098"/>
                          <a:pt x="31463" y="4079"/>
                        </a:cubicBezTo>
                        <a:cubicBezTo>
                          <a:pt x="30133" y="4344"/>
                          <a:pt x="27872" y="4876"/>
                          <a:pt x="26587" y="4876"/>
                        </a:cubicBezTo>
                        <a:cubicBezTo>
                          <a:pt x="19139" y="5054"/>
                          <a:pt x="10096" y="5275"/>
                          <a:pt x="787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05" name="Forme libre : forme 22004">
                    <a:extLst>
                      <a:ext uri="{FF2B5EF4-FFF2-40B4-BE49-F238E27FC236}">
                        <a16:creationId xmlns:a16="http://schemas.microsoft.com/office/drawing/2014/main" id="{56CFC114-6513-4D2F-980D-1F1863E61284}"/>
                      </a:ext>
                    </a:extLst>
                  </p:cNvPr>
                  <p:cNvSpPr/>
                  <p:nvPr/>
                </p:nvSpPr>
                <p:spPr>
                  <a:xfrm>
                    <a:off x="6459680" y="1207922"/>
                    <a:ext cx="43115" cy="15999"/>
                  </a:xfrm>
                  <a:custGeom>
                    <a:avLst/>
                    <a:gdLst>
                      <a:gd name="connsiteX0" fmla="*/ 43101 w 43115"/>
                      <a:gd name="connsiteY0" fmla="*/ 2978 h 15999"/>
                      <a:gd name="connsiteX1" fmla="*/ 34367 w 43115"/>
                      <a:gd name="connsiteY1" fmla="*/ 9229 h 15999"/>
                      <a:gd name="connsiteX2" fmla="*/ 21822 w 43115"/>
                      <a:gd name="connsiteY2" fmla="*/ 13440 h 15999"/>
                      <a:gd name="connsiteX3" fmla="*/ 9675 w 43115"/>
                      <a:gd name="connsiteY3" fmla="*/ 15834 h 15999"/>
                      <a:gd name="connsiteX4" fmla="*/ 233 w 43115"/>
                      <a:gd name="connsiteY4" fmla="*/ 13662 h 15999"/>
                      <a:gd name="connsiteX5" fmla="*/ 6705 w 43115"/>
                      <a:gd name="connsiteY5" fmla="*/ 6480 h 15999"/>
                      <a:gd name="connsiteX6" fmla="*/ 18852 w 43115"/>
                      <a:gd name="connsiteY6" fmla="*/ 2225 h 15999"/>
                      <a:gd name="connsiteX7" fmla="*/ 33038 w 43115"/>
                      <a:gd name="connsiteY7" fmla="*/ 8 h 15999"/>
                      <a:gd name="connsiteX8" fmla="*/ 43101 w 43115"/>
                      <a:gd name="connsiteY8" fmla="*/ 2978 h 15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115" h="15999">
                        <a:moveTo>
                          <a:pt x="43101" y="2978"/>
                        </a:moveTo>
                        <a:cubicBezTo>
                          <a:pt x="42790" y="5461"/>
                          <a:pt x="38889" y="7500"/>
                          <a:pt x="34367" y="9229"/>
                        </a:cubicBezTo>
                        <a:cubicBezTo>
                          <a:pt x="29890" y="11179"/>
                          <a:pt x="24792" y="12687"/>
                          <a:pt x="21822" y="13440"/>
                        </a:cubicBezTo>
                        <a:cubicBezTo>
                          <a:pt x="18896" y="14416"/>
                          <a:pt x="14108" y="15524"/>
                          <a:pt x="9675" y="15834"/>
                        </a:cubicBezTo>
                        <a:cubicBezTo>
                          <a:pt x="5331" y="16233"/>
                          <a:pt x="1430" y="16056"/>
                          <a:pt x="233" y="13662"/>
                        </a:cubicBezTo>
                        <a:cubicBezTo>
                          <a:pt x="-920" y="11357"/>
                          <a:pt x="2361" y="8564"/>
                          <a:pt x="6705" y="6480"/>
                        </a:cubicBezTo>
                        <a:cubicBezTo>
                          <a:pt x="11094" y="4485"/>
                          <a:pt x="16369" y="2934"/>
                          <a:pt x="18852" y="2225"/>
                        </a:cubicBezTo>
                        <a:cubicBezTo>
                          <a:pt x="21378" y="1648"/>
                          <a:pt x="27585" y="451"/>
                          <a:pt x="33038" y="8"/>
                        </a:cubicBezTo>
                        <a:cubicBezTo>
                          <a:pt x="38668" y="-81"/>
                          <a:pt x="43411" y="540"/>
                          <a:pt x="43101" y="297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06" name="Forme libre : forme 22005">
                    <a:extLst>
                      <a:ext uri="{FF2B5EF4-FFF2-40B4-BE49-F238E27FC236}">
                        <a16:creationId xmlns:a16="http://schemas.microsoft.com/office/drawing/2014/main" id="{92B528AA-9EEE-41B1-999D-AB74F37CB023}"/>
                      </a:ext>
                    </a:extLst>
                  </p:cNvPr>
                  <p:cNvSpPr/>
                  <p:nvPr/>
                </p:nvSpPr>
                <p:spPr>
                  <a:xfrm>
                    <a:off x="6437029" y="1214299"/>
                    <a:ext cx="54776" cy="18886"/>
                  </a:xfrm>
                  <a:custGeom>
                    <a:avLst/>
                    <a:gdLst>
                      <a:gd name="connsiteX0" fmla="*/ 1516 w 54776"/>
                      <a:gd name="connsiteY0" fmla="*/ 15220 h 18886"/>
                      <a:gd name="connsiteX1" fmla="*/ 8964 w 54776"/>
                      <a:gd name="connsiteY1" fmla="*/ 18101 h 18886"/>
                      <a:gd name="connsiteX2" fmla="*/ 18938 w 54776"/>
                      <a:gd name="connsiteY2" fmla="*/ 18855 h 18886"/>
                      <a:gd name="connsiteX3" fmla="*/ 29711 w 54776"/>
                      <a:gd name="connsiteY3" fmla="*/ 18057 h 18886"/>
                      <a:gd name="connsiteX4" fmla="*/ 39818 w 54776"/>
                      <a:gd name="connsiteY4" fmla="*/ 15353 h 18886"/>
                      <a:gd name="connsiteX5" fmla="*/ 48729 w 54776"/>
                      <a:gd name="connsiteY5" fmla="*/ 11319 h 18886"/>
                      <a:gd name="connsiteX6" fmla="*/ 54359 w 54776"/>
                      <a:gd name="connsiteY6" fmla="*/ 3472 h 18886"/>
                      <a:gd name="connsiteX7" fmla="*/ 47221 w 54776"/>
                      <a:gd name="connsiteY7" fmla="*/ 2364 h 18886"/>
                      <a:gd name="connsiteX8" fmla="*/ 37424 w 54776"/>
                      <a:gd name="connsiteY8" fmla="*/ 2098 h 18886"/>
                      <a:gd name="connsiteX9" fmla="*/ 27361 w 54776"/>
                      <a:gd name="connsiteY9" fmla="*/ 1167 h 18886"/>
                      <a:gd name="connsiteX10" fmla="*/ 17786 w 54776"/>
                      <a:gd name="connsiteY10" fmla="*/ 14 h 18886"/>
                      <a:gd name="connsiteX11" fmla="*/ 12466 w 54776"/>
                      <a:gd name="connsiteY11" fmla="*/ 369 h 18886"/>
                      <a:gd name="connsiteX12" fmla="*/ 7058 w 54776"/>
                      <a:gd name="connsiteY12" fmla="*/ 2497 h 18886"/>
                      <a:gd name="connsiteX13" fmla="*/ 541 w 54776"/>
                      <a:gd name="connsiteY13" fmla="*/ 9146 h 18886"/>
                      <a:gd name="connsiteX14" fmla="*/ 1516 w 54776"/>
                      <a:gd name="connsiteY14" fmla="*/ 15220 h 18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4776" h="18886">
                        <a:moveTo>
                          <a:pt x="1516" y="15220"/>
                        </a:moveTo>
                        <a:cubicBezTo>
                          <a:pt x="3821" y="17259"/>
                          <a:pt x="5240" y="17702"/>
                          <a:pt x="8964" y="18101"/>
                        </a:cubicBezTo>
                        <a:cubicBezTo>
                          <a:pt x="12510" y="18500"/>
                          <a:pt x="15658" y="18855"/>
                          <a:pt x="18938" y="18855"/>
                        </a:cubicBezTo>
                        <a:cubicBezTo>
                          <a:pt x="22219" y="18943"/>
                          <a:pt x="25721" y="18899"/>
                          <a:pt x="29711" y="18057"/>
                        </a:cubicBezTo>
                        <a:cubicBezTo>
                          <a:pt x="33035" y="17303"/>
                          <a:pt x="36538" y="16505"/>
                          <a:pt x="39818" y="15353"/>
                        </a:cubicBezTo>
                        <a:cubicBezTo>
                          <a:pt x="43099" y="14200"/>
                          <a:pt x="46113" y="12648"/>
                          <a:pt x="48729" y="11319"/>
                        </a:cubicBezTo>
                        <a:cubicBezTo>
                          <a:pt x="52541" y="9146"/>
                          <a:pt x="55999" y="5999"/>
                          <a:pt x="54359" y="3472"/>
                        </a:cubicBezTo>
                        <a:cubicBezTo>
                          <a:pt x="53339" y="1920"/>
                          <a:pt x="50014" y="2541"/>
                          <a:pt x="47221" y="2364"/>
                        </a:cubicBezTo>
                        <a:cubicBezTo>
                          <a:pt x="43897" y="2053"/>
                          <a:pt x="40705" y="2186"/>
                          <a:pt x="37424" y="2098"/>
                        </a:cubicBezTo>
                        <a:cubicBezTo>
                          <a:pt x="34144" y="2009"/>
                          <a:pt x="30819" y="1699"/>
                          <a:pt x="27361" y="1167"/>
                        </a:cubicBezTo>
                        <a:cubicBezTo>
                          <a:pt x="24435" y="768"/>
                          <a:pt x="21243" y="103"/>
                          <a:pt x="17786" y="14"/>
                        </a:cubicBezTo>
                        <a:cubicBezTo>
                          <a:pt x="16057" y="-30"/>
                          <a:pt x="14284" y="14"/>
                          <a:pt x="12466" y="369"/>
                        </a:cubicBezTo>
                        <a:cubicBezTo>
                          <a:pt x="10693" y="812"/>
                          <a:pt x="8875" y="1477"/>
                          <a:pt x="7058" y="2497"/>
                        </a:cubicBezTo>
                        <a:cubicBezTo>
                          <a:pt x="3777" y="4314"/>
                          <a:pt x="1516" y="6797"/>
                          <a:pt x="541" y="9146"/>
                        </a:cubicBezTo>
                        <a:cubicBezTo>
                          <a:pt x="-434" y="11407"/>
                          <a:pt x="-80" y="13757"/>
                          <a:pt x="1516" y="1522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07" name="Forme libre : forme 22006">
                    <a:extLst>
                      <a:ext uri="{FF2B5EF4-FFF2-40B4-BE49-F238E27FC236}">
                        <a16:creationId xmlns:a16="http://schemas.microsoft.com/office/drawing/2014/main" id="{1E965F0F-279E-4ADA-86A8-001D530C5CF8}"/>
                      </a:ext>
                    </a:extLst>
                  </p:cNvPr>
                  <p:cNvSpPr/>
                  <p:nvPr/>
                </p:nvSpPr>
                <p:spPr>
                  <a:xfrm>
                    <a:off x="6446345" y="1210302"/>
                    <a:ext cx="16366" cy="10682"/>
                  </a:xfrm>
                  <a:custGeom>
                    <a:avLst/>
                    <a:gdLst>
                      <a:gd name="connsiteX0" fmla="*/ 1154 w 16366"/>
                      <a:gd name="connsiteY0" fmla="*/ 8267 h 10682"/>
                      <a:gd name="connsiteX1" fmla="*/ 2 w 16366"/>
                      <a:gd name="connsiteY1" fmla="*/ 10085 h 10682"/>
                      <a:gd name="connsiteX2" fmla="*/ 1686 w 16366"/>
                      <a:gd name="connsiteY2" fmla="*/ 10573 h 10682"/>
                      <a:gd name="connsiteX3" fmla="*/ 4789 w 16366"/>
                      <a:gd name="connsiteY3" fmla="*/ 9287 h 10682"/>
                      <a:gd name="connsiteX4" fmla="*/ 12193 w 16366"/>
                      <a:gd name="connsiteY4" fmla="*/ 5563 h 10682"/>
                      <a:gd name="connsiteX5" fmla="*/ 14719 w 16366"/>
                      <a:gd name="connsiteY5" fmla="*/ 3879 h 10682"/>
                      <a:gd name="connsiteX6" fmla="*/ 11749 w 16366"/>
                      <a:gd name="connsiteY6" fmla="*/ 776 h 10682"/>
                      <a:gd name="connsiteX7" fmla="*/ 1154 w 16366"/>
                      <a:gd name="connsiteY7" fmla="*/ 8267 h 10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366" h="10682">
                        <a:moveTo>
                          <a:pt x="1154" y="8267"/>
                        </a:moveTo>
                        <a:cubicBezTo>
                          <a:pt x="489" y="8932"/>
                          <a:pt x="46" y="9420"/>
                          <a:pt x="2" y="10085"/>
                        </a:cubicBezTo>
                        <a:cubicBezTo>
                          <a:pt x="-43" y="10706"/>
                          <a:pt x="755" y="10794"/>
                          <a:pt x="1686" y="10573"/>
                        </a:cubicBezTo>
                        <a:cubicBezTo>
                          <a:pt x="2617" y="10351"/>
                          <a:pt x="3859" y="9775"/>
                          <a:pt x="4789" y="9287"/>
                        </a:cubicBezTo>
                        <a:cubicBezTo>
                          <a:pt x="7272" y="8134"/>
                          <a:pt x="9887" y="6893"/>
                          <a:pt x="12193" y="5563"/>
                        </a:cubicBezTo>
                        <a:cubicBezTo>
                          <a:pt x="13124" y="5031"/>
                          <a:pt x="14055" y="4544"/>
                          <a:pt x="14719" y="3879"/>
                        </a:cubicBezTo>
                        <a:cubicBezTo>
                          <a:pt x="17601" y="1174"/>
                          <a:pt x="16759" y="-1308"/>
                          <a:pt x="11749" y="776"/>
                        </a:cubicBezTo>
                        <a:cubicBezTo>
                          <a:pt x="7848" y="2416"/>
                          <a:pt x="3681" y="5386"/>
                          <a:pt x="1154" y="826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08" name="Forme libre : forme 22007">
                    <a:extLst>
                      <a:ext uri="{FF2B5EF4-FFF2-40B4-BE49-F238E27FC236}">
                        <a16:creationId xmlns:a16="http://schemas.microsoft.com/office/drawing/2014/main" id="{D33B3982-D51B-4B1D-B3D1-179C347C74A0}"/>
                      </a:ext>
                    </a:extLst>
                  </p:cNvPr>
                  <p:cNvSpPr/>
                  <p:nvPr/>
                </p:nvSpPr>
                <p:spPr>
                  <a:xfrm>
                    <a:off x="6491919" y="1210722"/>
                    <a:ext cx="24116" cy="17200"/>
                  </a:xfrm>
                  <a:custGeom>
                    <a:avLst/>
                    <a:gdLst>
                      <a:gd name="connsiteX0" fmla="*/ 24116 w 24116"/>
                      <a:gd name="connsiteY0" fmla="*/ 0 h 17200"/>
                      <a:gd name="connsiteX1" fmla="*/ 0 w 24116"/>
                      <a:gd name="connsiteY1" fmla="*/ 17200 h 17200"/>
                      <a:gd name="connsiteX2" fmla="*/ 24116 w 24116"/>
                      <a:gd name="connsiteY2" fmla="*/ 0 h 17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4116" h="17200">
                        <a:moveTo>
                          <a:pt x="24116" y="0"/>
                        </a:moveTo>
                        <a:cubicBezTo>
                          <a:pt x="20791" y="6827"/>
                          <a:pt x="7669" y="12767"/>
                          <a:pt x="0" y="17200"/>
                        </a:cubicBezTo>
                        <a:cubicBezTo>
                          <a:pt x="8423" y="12546"/>
                          <a:pt x="17555" y="5586"/>
                          <a:pt x="2411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09" name="Forme libre : forme 22008">
                    <a:extLst>
                      <a:ext uri="{FF2B5EF4-FFF2-40B4-BE49-F238E27FC236}">
                        <a16:creationId xmlns:a16="http://schemas.microsoft.com/office/drawing/2014/main" id="{C4D1C0F4-D27B-4123-BC74-A28FAE258D6F}"/>
                      </a:ext>
                    </a:extLst>
                  </p:cNvPr>
                  <p:cNvSpPr/>
                  <p:nvPr/>
                </p:nvSpPr>
                <p:spPr>
                  <a:xfrm>
                    <a:off x="6427196" y="1205004"/>
                    <a:ext cx="25268" cy="24027"/>
                  </a:xfrm>
                  <a:custGeom>
                    <a:avLst/>
                    <a:gdLst>
                      <a:gd name="connsiteX0" fmla="*/ 25268 w 25268"/>
                      <a:gd name="connsiteY0" fmla="*/ 0 h 24027"/>
                      <a:gd name="connsiteX1" fmla="*/ 0 w 25268"/>
                      <a:gd name="connsiteY1" fmla="*/ 24027 h 24027"/>
                      <a:gd name="connsiteX2" fmla="*/ 25268 w 25268"/>
                      <a:gd name="connsiteY2" fmla="*/ 0 h 24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268" h="24027">
                        <a:moveTo>
                          <a:pt x="25268" y="0"/>
                        </a:moveTo>
                        <a:cubicBezTo>
                          <a:pt x="12945" y="5231"/>
                          <a:pt x="4655" y="15205"/>
                          <a:pt x="0" y="24027"/>
                        </a:cubicBezTo>
                        <a:cubicBezTo>
                          <a:pt x="3857" y="15560"/>
                          <a:pt x="15338" y="5719"/>
                          <a:pt x="2526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10" name="Forme libre : forme 22009">
                    <a:extLst>
                      <a:ext uri="{FF2B5EF4-FFF2-40B4-BE49-F238E27FC236}">
                        <a16:creationId xmlns:a16="http://schemas.microsoft.com/office/drawing/2014/main" id="{C45009C5-38D7-48E0-A5DB-4DB43142137F}"/>
                      </a:ext>
                    </a:extLst>
                  </p:cNvPr>
                  <p:cNvSpPr/>
                  <p:nvPr/>
                </p:nvSpPr>
                <p:spPr>
                  <a:xfrm>
                    <a:off x="6473550" y="1209279"/>
                    <a:ext cx="16435" cy="4490"/>
                  </a:xfrm>
                  <a:custGeom>
                    <a:avLst/>
                    <a:gdLst>
                      <a:gd name="connsiteX0" fmla="*/ 16374 w 16435"/>
                      <a:gd name="connsiteY0" fmla="*/ 1266 h 4490"/>
                      <a:gd name="connsiteX1" fmla="*/ 7065 w 16435"/>
                      <a:gd name="connsiteY1" fmla="*/ 4103 h 4490"/>
                      <a:gd name="connsiteX2" fmla="*/ 61 w 16435"/>
                      <a:gd name="connsiteY2" fmla="*/ 3216 h 4490"/>
                      <a:gd name="connsiteX3" fmla="*/ 8838 w 16435"/>
                      <a:gd name="connsiteY3" fmla="*/ 246 h 4490"/>
                      <a:gd name="connsiteX4" fmla="*/ 16374 w 16435"/>
                      <a:gd name="connsiteY4" fmla="*/ 1266 h 4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35" h="4490">
                        <a:moveTo>
                          <a:pt x="16374" y="1266"/>
                        </a:moveTo>
                        <a:cubicBezTo>
                          <a:pt x="15665" y="3083"/>
                          <a:pt x="9104" y="3881"/>
                          <a:pt x="7065" y="4103"/>
                        </a:cubicBezTo>
                        <a:cubicBezTo>
                          <a:pt x="5070" y="4325"/>
                          <a:pt x="-649" y="5211"/>
                          <a:pt x="61" y="3216"/>
                        </a:cubicBezTo>
                        <a:cubicBezTo>
                          <a:pt x="770" y="1221"/>
                          <a:pt x="6887" y="335"/>
                          <a:pt x="8838" y="246"/>
                        </a:cubicBezTo>
                        <a:cubicBezTo>
                          <a:pt x="10744" y="69"/>
                          <a:pt x="17128" y="-552"/>
                          <a:pt x="16374" y="126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11" name="Forme libre : forme 22010">
                    <a:extLst>
                      <a:ext uri="{FF2B5EF4-FFF2-40B4-BE49-F238E27FC236}">
                        <a16:creationId xmlns:a16="http://schemas.microsoft.com/office/drawing/2014/main" id="{BEF51422-4CD1-4277-B676-B0105840C755}"/>
                      </a:ext>
                    </a:extLst>
                  </p:cNvPr>
                  <p:cNvSpPr/>
                  <p:nvPr/>
                </p:nvSpPr>
                <p:spPr>
                  <a:xfrm>
                    <a:off x="6487763" y="1209203"/>
                    <a:ext cx="4631" cy="1802"/>
                  </a:xfrm>
                  <a:custGeom>
                    <a:avLst/>
                    <a:gdLst>
                      <a:gd name="connsiteX0" fmla="*/ 4600 w 4631"/>
                      <a:gd name="connsiteY0" fmla="*/ 367 h 1802"/>
                      <a:gd name="connsiteX1" fmla="*/ 2649 w 4631"/>
                      <a:gd name="connsiteY1" fmla="*/ 1608 h 1802"/>
                      <a:gd name="connsiteX2" fmla="*/ 34 w 4631"/>
                      <a:gd name="connsiteY2" fmla="*/ 1431 h 1802"/>
                      <a:gd name="connsiteX3" fmla="*/ 1940 w 4631"/>
                      <a:gd name="connsiteY3" fmla="*/ 234 h 1802"/>
                      <a:gd name="connsiteX4" fmla="*/ 4600 w 4631"/>
                      <a:gd name="connsiteY4" fmla="*/ 367 h 1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31" h="1802">
                        <a:moveTo>
                          <a:pt x="4600" y="367"/>
                        </a:moveTo>
                        <a:cubicBezTo>
                          <a:pt x="4866" y="943"/>
                          <a:pt x="3403" y="1431"/>
                          <a:pt x="2649" y="1608"/>
                        </a:cubicBezTo>
                        <a:cubicBezTo>
                          <a:pt x="1895" y="1785"/>
                          <a:pt x="300" y="2007"/>
                          <a:pt x="34" y="1431"/>
                        </a:cubicBezTo>
                        <a:cubicBezTo>
                          <a:pt x="-232" y="810"/>
                          <a:pt x="1142" y="411"/>
                          <a:pt x="1940" y="234"/>
                        </a:cubicBezTo>
                        <a:cubicBezTo>
                          <a:pt x="2693" y="12"/>
                          <a:pt x="4290" y="-210"/>
                          <a:pt x="4600" y="36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12" name="Forme libre : forme 22011">
                    <a:extLst>
                      <a:ext uri="{FF2B5EF4-FFF2-40B4-BE49-F238E27FC236}">
                        <a16:creationId xmlns:a16="http://schemas.microsoft.com/office/drawing/2014/main" id="{BA3DB8BE-6D9E-498A-A481-6EC7095CD47F}"/>
                      </a:ext>
                    </a:extLst>
                  </p:cNvPr>
                  <p:cNvSpPr/>
                  <p:nvPr/>
                </p:nvSpPr>
                <p:spPr>
                  <a:xfrm>
                    <a:off x="6470812" y="1197481"/>
                    <a:ext cx="43073" cy="12277"/>
                  </a:xfrm>
                  <a:custGeom>
                    <a:avLst/>
                    <a:gdLst>
                      <a:gd name="connsiteX0" fmla="*/ 31880 w 43073"/>
                      <a:gd name="connsiteY0" fmla="*/ 3666 h 12277"/>
                      <a:gd name="connsiteX1" fmla="*/ 42741 w 43073"/>
                      <a:gd name="connsiteY1" fmla="*/ 9296 h 12277"/>
                      <a:gd name="connsiteX2" fmla="*/ 40214 w 43073"/>
                      <a:gd name="connsiteY2" fmla="*/ 12222 h 12277"/>
                      <a:gd name="connsiteX3" fmla="*/ 35205 w 43073"/>
                      <a:gd name="connsiteY3" fmla="*/ 11202 h 12277"/>
                      <a:gd name="connsiteX4" fmla="*/ 19778 w 43073"/>
                      <a:gd name="connsiteY4" fmla="*/ 7612 h 12277"/>
                      <a:gd name="connsiteX5" fmla="*/ 7853 w 43073"/>
                      <a:gd name="connsiteY5" fmla="*/ 7700 h 12277"/>
                      <a:gd name="connsiteX6" fmla="*/ 184 w 43073"/>
                      <a:gd name="connsiteY6" fmla="*/ 5351 h 12277"/>
                      <a:gd name="connsiteX7" fmla="*/ 21418 w 43073"/>
                      <a:gd name="connsiteY7" fmla="*/ 120 h 12277"/>
                      <a:gd name="connsiteX8" fmla="*/ 31880 w 43073"/>
                      <a:gd name="connsiteY8" fmla="*/ 3666 h 12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073" h="12277">
                        <a:moveTo>
                          <a:pt x="31880" y="3666"/>
                        </a:moveTo>
                        <a:cubicBezTo>
                          <a:pt x="36579" y="5041"/>
                          <a:pt x="39948" y="6459"/>
                          <a:pt x="42741" y="9296"/>
                        </a:cubicBezTo>
                        <a:cubicBezTo>
                          <a:pt x="43761" y="10360"/>
                          <a:pt x="42298" y="12000"/>
                          <a:pt x="40214" y="12222"/>
                        </a:cubicBezTo>
                        <a:cubicBezTo>
                          <a:pt x="38131" y="12488"/>
                          <a:pt x="36712" y="11734"/>
                          <a:pt x="35205" y="11202"/>
                        </a:cubicBezTo>
                        <a:cubicBezTo>
                          <a:pt x="30550" y="9429"/>
                          <a:pt x="25452" y="8277"/>
                          <a:pt x="19778" y="7612"/>
                        </a:cubicBezTo>
                        <a:cubicBezTo>
                          <a:pt x="18004" y="7434"/>
                          <a:pt x="12596" y="7789"/>
                          <a:pt x="7853" y="7700"/>
                        </a:cubicBezTo>
                        <a:cubicBezTo>
                          <a:pt x="3154" y="7789"/>
                          <a:pt x="-925" y="7567"/>
                          <a:pt x="184" y="5351"/>
                        </a:cubicBezTo>
                        <a:cubicBezTo>
                          <a:pt x="2356" y="740"/>
                          <a:pt x="16630" y="-412"/>
                          <a:pt x="21418" y="120"/>
                        </a:cubicBezTo>
                        <a:cubicBezTo>
                          <a:pt x="26250" y="829"/>
                          <a:pt x="28334" y="2558"/>
                          <a:pt x="31880" y="366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28" name="Graphique 2">
                  <a:extLst>
                    <a:ext uri="{FF2B5EF4-FFF2-40B4-BE49-F238E27FC236}">
                      <a16:creationId xmlns:a16="http://schemas.microsoft.com/office/drawing/2014/main" id="{0A6E936C-C386-4725-B2A0-44502FBEA3D2}"/>
                    </a:ext>
                  </a:extLst>
                </p:cNvPr>
                <p:cNvGrpSpPr/>
                <p:nvPr/>
              </p:nvGrpSpPr>
              <p:grpSpPr>
                <a:xfrm>
                  <a:off x="6518329" y="1190446"/>
                  <a:ext cx="94584" cy="39965"/>
                  <a:chOff x="6518329" y="1190446"/>
                  <a:chExt cx="94584" cy="39965"/>
                </a:xfrm>
                <a:solidFill>
                  <a:schemeClr val="accent1"/>
                </a:solidFill>
              </p:grpSpPr>
              <p:sp>
                <p:nvSpPr>
                  <p:cNvPr id="21989" name="Forme libre : forme 21988">
                    <a:extLst>
                      <a:ext uri="{FF2B5EF4-FFF2-40B4-BE49-F238E27FC236}">
                        <a16:creationId xmlns:a16="http://schemas.microsoft.com/office/drawing/2014/main" id="{03AD4376-E94C-4E9E-AC80-561F803B08AD}"/>
                      </a:ext>
                    </a:extLst>
                  </p:cNvPr>
                  <p:cNvSpPr/>
                  <p:nvPr/>
                </p:nvSpPr>
                <p:spPr>
                  <a:xfrm>
                    <a:off x="6518329" y="1190446"/>
                    <a:ext cx="94584" cy="39965"/>
                  </a:xfrm>
                  <a:custGeom>
                    <a:avLst/>
                    <a:gdLst>
                      <a:gd name="connsiteX0" fmla="*/ 60612 w 94584"/>
                      <a:gd name="connsiteY0" fmla="*/ 39029 h 39965"/>
                      <a:gd name="connsiteX1" fmla="*/ 46160 w 94584"/>
                      <a:gd name="connsiteY1" fmla="*/ 36856 h 39965"/>
                      <a:gd name="connsiteX2" fmla="*/ 31221 w 94584"/>
                      <a:gd name="connsiteY2" fmla="*/ 34994 h 39965"/>
                      <a:gd name="connsiteX3" fmla="*/ 2140 w 94584"/>
                      <a:gd name="connsiteY3" fmla="*/ 21429 h 39965"/>
                      <a:gd name="connsiteX4" fmla="*/ 2051 w 94584"/>
                      <a:gd name="connsiteY4" fmla="*/ 11366 h 39965"/>
                      <a:gd name="connsiteX5" fmla="*/ 15660 w 94584"/>
                      <a:gd name="connsiteY5" fmla="*/ 2899 h 39965"/>
                      <a:gd name="connsiteX6" fmla="*/ 34545 w 94584"/>
                      <a:gd name="connsiteY6" fmla="*/ 17 h 39965"/>
                      <a:gd name="connsiteX7" fmla="*/ 66907 w 94584"/>
                      <a:gd name="connsiteY7" fmla="*/ 4539 h 39965"/>
                      <a:gd name="connsiteX8" fmla="*/ 84107 w 94584"/>
                      <a:gd name="connsiteY8" fmla="*/ 13228 h 39965"/>
                      <a:gd name="connsiteX9" fmla="*/ 93683 w 94584"/>
                      <a:gd name="connsiteY9" fmla="*/ 25818 h 39965"/>
                      <a:gd name="connsiteX10" fmla="*/ 91422 w 94584"/>
                      <a:gd name="connsiteY10" fmla="*/ 35349 h 39965"/>
                      <a:gd name="connsiteX11" fmla="*/ 60612 w 94584"/>
                      <a:gd name="connsiteY11" fmla="*/ 39029 h 39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584" h="39965">
                        <a:moveTo>
                          <a:pt x="60612" y="39029"/>
                        </a:moveTo>
                        <a:cubicBezTo>
                          <a:pt x="57110" y="38674"/>
                          <a:pt x="51702" y="37477"/>
                          <a:pt x="46160" y="36856"/>
                        </a:cubicBezTo>
                        <a:cubicBezTo>
                          <a:pt x="40708" y="35925"/>
                          <a:pt x="34900" y="35659"/>
                          <a:pt x="31221" y="34994"/>
                        </a:cubicBezTo>
                        <a:cubicBezTo>
                          <a:pt x="17389" y="33310"/>
                          <a:pt x="10208" y="28700"/>
                          <a:pt x="2140" y="21429"/>
                        </a:cubicBezTo>
                        <a:cubicBezTo>
                          <a:pt x="-653" y="19035"/>
                          <a:pt x="-742" y="13937"/>
                          <a:pt x="2051" y="11366"/>
                        </a:cubicBezTo>
                        <a:cubicBezTo>
                          <a:pt x="6085" y="7820"/>
                          <a:pt x="10429" y="5027"/>
                          <a:pt x="15660" y="2899"/>
                        </a:cubicBezTo>
                        <a:cubicBezTo>
                          <a:pt x="20891" y="1037"/>
                          <a:pt x="27009" y="-160"/>
                          <a:pt x="34545" y="17"/>
                        </a:cubicBezTo>
                        <a:cubicBezTo>
                          <a:pt x="42481" y="62"/>
                          <a:pt x="58795" y="2190"/>
                          <a:pt x="66907" y="4539"/>
                        </a:cubicBezTo>
                        <a:cubicBezTo>
                          <a:pt x="74488" y="6623"/>
                          <a:pt x="79985" y="9504"/>
                          <a:pt x="84107" y="13228"/>
                        </a:cubicBezTo>
                        <a:cubicBezTo>
                          <a:pt x="88319" y="16774"/>
                          <a:pt x="91156" y="21075"/>
                          <a:pt x="93683" y="25818"/>
                        </a:cubicBezTo>
                        <a:cubicBezTo>
                          <a:pt x="95456" y="29054"/>
                          <a:pt x="94570" y="33886"/>
                          <a:pt x="91422" y="35349"/>
                        </a:cubicBezTo>
                        <a:cubicBezTo>
                          <a:pt x="82290" y="39649"/>
                          <a:pt x="73512" y="41112"/>
                          <a:pt x="60612" y="3902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90" name="Forme libre : forme 21989">
                    <a:extLst>
                      <a:ext uri="{FF2B5EF4-FFF2-40B4-BE49-F238E27FC236}">
                        <a16:creationId xmlns:a16="http://schemas.microsoft.com/office/drawing/2014/main" id="{F4F48DCB-6C5F-4139-9DD8-4FD9434D2E4C}"/>
                      </a:ext>
                    </a:extLst>
                  </p:cNvPr>
                  <p:cNvSpPr/>
                  <p:nvPr/>
                </p:nvSpPr>
                <p:spPr>
                  <a:xfrm>
                    <a:off x="6518474" y="1207885"/>
                    <a:ext cx="91499" cy="22431"/>
                  </a:xfrm>
                  <a:custGeom>
                    <a:avLst/>
                    <a:gdLst>
                      <a:gd name="connsiteX0" fmla="*/ 36839 w 91499"/>
                      <a:gd name="connsiteY0" fmla="*/ 5453 h 22431"/>
                      <a:gd name="connsiteX1" fmla="*/ 17511 w 91499"/>
                      <a:gd name="connsiteY1" fmla="*/ 4211 h 22431"/>
                      <a:gd name="connsiteX2" fmla="*/ 0 w 91499"/>
                      <a:gd name="connsiteY2" fmla="*/ 0 h 22431"/>
                      <a:gd name="connsiteX3" fmla="*/ 2039 w 91499"/>
                      <a:gd name="connsiteY3" fmla="*/ 3945 h 22431"/>
                      <a:gd name="connsiteX4" fmla="*/ 6162 w 91499"/>
                      <a:gd name="connsiteY4" fmla="*/ 7448 h 22431"/>
                      <a:gd name="connsiteX5" fmla="*/ 19461 w 91499"/>
                      <a:gd name="connsiteY5" fmla="*/ 14895 h 22431"/>
                      <a:gd name="connsiteX6" fmla="*/ 31120 w 91499"/>
                      <a:gd name="connsiteY6" fmla="*/ 17466 h 22431"/>
                      <a:gd name="connsiteX7" fmla="*/ 35952 w 91499"/>
                      <a:gd name="connsiteY7" fmla="*/ 18087 h 22431"/>
                      <a:gd name="connsiteX8" fmla="*/ 58340 w 91499"/>
                      <a:gd name="connsiteY8" fmla="*/ 21190 h 22431"/>
                      <a:gd name="connsiteX9" fmla="*/ 60512 w 91499"/>
                      <a:gd name="connsiteY9" fmla="*/ 21501 h 22431"/>
                      <a:gd name="connsiteX10" fmla="*/ 72880 w 91499"/>
                      <a:gd name="connsiteY10" fmla="*/ 22431 h 22431"/>
                      <a:gd name="connsiteX11" fmla="*/ 87022 w 91499"/>
                      <a:gd name="connsiteY11" fmla="*/ 19639 h 22431"/>
                      <a:gd name="connsiteX12" fmla="*/ 91366 w 91499"/>
                      <a:gd name="connsiteY12" fmla="*/ 17821 h 22431"/>
                      <a:gd name="connsiteX13" fmla="*/ 91499 w 91499"/>
                      <a:gd name="connsiteY13" fmla="*/ 17732 h 22431"/>
                      <a:gd name="connsiteX14" fmla="*/ 64635 w 91499"/>
                      <a:gd name="connsiteY14" fmla="*/ 9044 h 22431"/>
                      <a:gd name="connsiteX15" fmla="*/ 36839 w 91499"/>
                      <a:gd name="connsiteY15" fmla="*/ 5453 h 22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1499" h="22431">
                        <a:moveTo>
                          <a:pt x="36839" y="5453"/>
                        </a:moveTo>
                        <a:cubicBezTo>
                          <a:pt x="30455" y="5098"/>
                          <a:pt x="23806" y="5098"/>
                          <a:pt x="17511" y="4211"/>
                        </a:cubicBezTo>
                        <a:cubicBezTo>
                          <a:pt x="11216" y="3679"/>
                          <a:pt x="5187" y="2217"/>
                          <a:pt x="0" y="0"/>
                        </a:cubicBezTo>
                        <a:cubicBezTo>
                          <a:pt x="222" y="1507"/>
                          <a:pt x="887" y="2970"/>
                          <a:pt x="2039" y="3945"/>
                        </a:cubicBezTo>
                        <a:cubicBezTo>
                          <a:pt x="3414" y="5098"/>
                          <a:pt x="4788" y="6339"/>
                          <a:pt x="6162" y="7448"/>
                        </a:cubicBezTo>
                        <a:cubicBezTo>
                          <a:pt x="10152" y="10684"/>
                          <a:pt x="14275" y="12989"/>
                          <a:pt x="19461" y="14895"/>
                        </a:cubicBezTo>
                        <a:cubicBezTo>
                          <a:pt x="22831" y="16181"/>
                          <a:pt x="26599" y="16801"/>
                          <a:pt x="31120" y="17466"/>
                        </a:cubicBezTo>
                        <a:cubicBezTo>
                          <a:pt x="32495" y="17644"/>
                          <a:pt x="34135" y="17865"/>
                          <a:pt x="35952" y="18087"/>
                        </a:cubicBezTo>
                        <a:cubicBezTo>
                          <a:pt x="43134" y="18663"/>
                          <a:pt x="52310" y="20215"/>
                          <a:pt x="58340" y="21190"/>
                        </a:cubicBezTo>
                        <a:cubicBezTo>
                          <a:pt x="59093" y="21279"/>
                          <a:pt x="59847" y="21412"/>
                          <a:pt x="60512" y="21501"/>
                        </a:cubicBezTo>
                        <a:cubicBezTo>
                          <a:pt x="65033" y="22431"/>
                          <a:pt x="69156" y="22387"/>
                          <a:pt x="72880" y="22431"/>
                        </a:cubicBezTo>
                        <a:cubicBezTo>
                          <a:pt x="77978" y="22210"/>
                          <a:pt x="82589" y="21102"/>
                          <a:pt x="87022" y="19639"/>
                        </a:cubicBezTo>
                        <a:cubicBezTo>
                          <a:pt x="88485" y="19107"/>
                          <a:pt x="89903" y="18486"/>
                          <a:pt x="91366" y="17821"/>
                        </a:cubicBezTo>
                        <a:lnTo>
                          <a:pt x="91499" y="17732"/>
                        </a:lnTo>
                        <a:cubicBezTo>
                          <a:pt x="82855" y="14186"/>
                          <a:pt x="73811" y="11216"/>
                          <a:pt x="64635" y="9044"/>
                        </a:cubicBezTo>
                        <a:cubicBezTo>
                          <a:pt x="55325" y="7049"/>
                          <a:pt x="46060" y="5541"/>
                          <a:pt x="36839" y="545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91" name="Forme libre : forme 21990">
                    <a:extLst>
                      <a:ext uri="{FF2B5EF4-FFF2-40B4-BE49-F238E27FC236}">
                        <a16:creationId xmlns:a16="http://schemas.microsoft.com/office/drawing/2014/main" id="{B8FEE285-3174-4C6D-B1A0-9EB5DC04B292}"/>
                      </a:ext>
                    </a:extLst>
                  </p:cNvPr>
                  <p:cNvSpPr/>
                  <p:nvPr/>
                </p:nvSpPr>
                <p:spPr>
                  <a:xfrm>
                    <a:off x="6551633" y="1204467"/>
                    <a:ext cx="43597" cy="14299"/>
                  </a:xfrm>
                  <a:custGeom>
                    <a:avLst/>
                    <a:gdLst>
                      <a:gd name="connsiteX0" fmla="*/ 43533 w 43597"/>
                      <a:gd name="connsiteY0" fmla="*/ 12063 h 14299"/>
                      <a:gd name="connsiteX1" fmla="*/ 20127 w 43597"/>
                      <a:gd name="connsiteY1" fmla="*/ 12506 h 14299"/>
                      <a:gd name="connsiteX2" fmla="*/ 7980 w 43597"/>
                      <a:gd name="connsiteY2" fmla="*/ 9669 h 14299"/>
                      <a:gd name="connsiteX3" fmla="*/ 0 w 43597"/>
                      <a:gd name="connsiteY3" fmla="*/ 3950 h 14299"/>
                      <a:gd name="connsiteX4" fmla="*/ 8911 w 43597"/>
                      <a:gd name="connsiteY4" fmla="*/ 49 h 14299"/>
                      <a:gd name="connsiteX5" fmla="*/ 21900 w 43597"/>
                      <a:gd name="connsiteY5" fmla="*/ 1113 h 14299"/>
                      <a:gd name="connsiteX6" fmla="*/ 35288 w 43597"/>
                      <a:gd name="connsiteY6" fmla="*/ 5103 h 14299"/>
                      <a:gd name="connsiteX7" fmla="*/ 43533 w 43597"/>
                      <a:gd name="connsiteY7" fmla="*/ 12063 h 14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597" h="14299">
                        <a:moveTo>
                          <a:pt x="43533" y="12063"/>
                        </a:moveTo>
                        <a:cubicBezTo>
                          <a:pt x="42336" y="16318"/>
                          <a:pt x="25712" y="13348"/>
                          <a:pt x="20127" y="12506"/>
                        </a:cubicBezTo>
                        <a:cubicBezTo>
                          <a:pt x="17289" y="12151"/>
                          <a:pt x="12324" y="11043"/>
                          <a:pt x="7980" y="9669"/>
                        </a:cubicBezTo>
                        <a:cubicBezTo>
                          <a:pt x="3635" y="8383"/>
                          <a:pt x="-44" y="6477"/>
                          <a:pt x="0" y="3950"/>
                        </a:cubicBezTo>
                        <a:cubicBezTo>
                          <a:pt x="89" y="1379"/>
                          <a:pt x="4123" y="359"/>
                          <a:pt x="8911" y="49"/>
                        </a:cubicBezTo>
                        <a:cubicBezTo>
                          <a:pt x="13699" y="-217"/>
                          <a:pt x="19107" y="670"/>
                          <a:pt x="21900" y="1113"/>
                        </a:cubicBezTo>
                        <a:cubicBezTo>
                          <a:pt x="24648" y="1822"/>
                          <a:pt x="30456" y="2975"/>
                          <a:pt x="35288" y="5103"/>
                        </a:cubicBezTo>
                        <a:cubicBezTo>
                          <a:pt x="40208" y="7142"/>
                          <a:pt x="44154" y="9713"/>
                          <a:pt x="43533" y="1206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92" name="Forme libre : forme 21991">
                    <a:extLst>
                      <a:ext uri="{FF2B5EF4-FFF2-40B4-BE49-F238E27FC236}">
                        <a16:creationId xmlns:a16="http://schemas.microsoft.com/office/drawing/2014/main" id="{FEBE29E9-AF57-4704-9CA3-8D5EF5BD4196}"/>
                      </a:ext>
                    </a:extLst>
                  </p:cNvPr>
                  <p:cNvSpPr/>
                  <p:nvPr/>
                </p:nvSpPr>
                <p:spPr>
                  <a:xfrm>
                    <a:off x="6551393" y="1204605"/>
                    <a:ext cx="29764" cy="13476"/>
                  </a:xfrm>
                  <a:custGeom>
                    <a:avLst/>
                    <a:gdLst>
                      <a:gd name="connsiteX0" fmla="*/ 10037 w 29764"/>
                      <a:gd name="connsiteY0" fmla="*/ 0 h 13476"/>
                      <a:gd name="connsiteX1" fmla="*/ 63 w 29764"/>
                      <a:gd name="connsiteY1" fmla="*/ 3812 h 13476"/>
                      <a:gd name="connsiteX2" fmla="*/ 8264 w 29764"/>
                      <a:gd name="connsiteY2" fmla="*/ 9531 h 13476"/>
                      <a:gd name="connsiteX3" fmla="*/ 20632 w 29764"/>
                      <a:gd name="connsiteY3" fmla="*/ 12457 h 13476"/>
                      <a:gd name="connsiteX4" fmla="*/ 29764 w 29764"/>
                      <a:gd name="connsiteY4" fmla="*/ 13477 h 13476"/>
                      <a:gd name="connsiteX5" fmla="*/ 25021 w 29764"/>
                      <a:gd name="connsiteY5" fmla="*/ 12191 h 13476"/>
                      <a:gd name="connsiteX6" fmla="*/ 15002 w 29764"/>
                      <a:gd name="connsiteY6" fmla="*/ 7093 h 13476"/>
                      <a:gd name="connsiteX7" fmla="*/ 10037 w 29764"/>
                      <a:gd name="connsiteY7" fmla="*/ 0 h 13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9764" h="13476">
                        <a:moveTo>
                          <a:pt x="10037" y="0"/>
                        </a:moveTo>
                        <a:cubicBezTo>
                          <a:pt x="7111" y="665"/>
                          <a:pt x="-780" y="532"/>
                          <a:pt x="63" y="3812"/>
                        </a:cubicBezTo>
                        <a:cubicBezTo>
                          <a:pt x="728" y="6428"/>
                          <a:pt x="4141" y="8290"/>
                          <a:pt x="8264" y="9531"/>
                        </a:cubicBezTo>
                        <a:cubicBezTo>
                          <a:pt x="12387" y="10861"/>
                          <a:pt x="17086" y="11881"/>
                          <a:pt x="20632" y="12457"/>
                        </a:cubicBezTo>
                        <a:cubicBezTo>
                          <a:pt x="22672" y="12900"/>
                          <a:pt x="27326" y="13432"/>
                          <a:pt x="29764" y="13477"/>
                        </a:cubicBezTo>
                        <a:cubicBezTo>
                          <a:pt x="28434" y="13166"/>
                          <a:pt x="26218" y="12723"/>
                          <a:pt x="25021" y="12191"/>
                        </a:cubicBezTo>
                        <a:cubicBezTo>
                          <a:pt x="21652" y="10595"/>
                          <a:pt x="17884" y="8999"/>
                          <a:pt x="15002" y="7093"/>
                        </a:cubicBezTo>
                        <a:cubicBezTo>
                          <a:pt x="12076" y="5098"/>
                          <a:pt x="9993" y="2793"/>
                          <a:pt x="10037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93" name="Forme libre : forme 21992">
                    <a:extLst>
                      <a:ext uri="{FF2B5EF4-FFF2-40B4-BE49-F238E27FC236}">
                        <a16:creationId xmlns:a16="http://schemas.microsoft.com/office/drawing/2014/main" id="{56748015-964A-4C32-B82A-77685892BCA6}"/>
                      </a:ext>
                    </a:extLst>
                  </p:cNvPr>
                  <p:cNvSpPr/>
                  <p:nvPr/>
                </p:nvSpPr>
                <p:spPr>
                  <a:xfrm>
                    <a:off x="6553892" y="1206112"/>
                    <a:ext cx="43486" cy="14275"/>
                  </a:xfrm>
                  <a:custGeom>
                    <a:avLst/>
                    <a:gdLst>
                      <a:gd name="connsiteX0" fmla="*/ 43224 w 43486"/>
                      <a:gd name="connsiteY0" fmla="*/ 12280 h 14275"/>
                      <a:gd name="connsiteX1" fmla="*/ 19640 w 43486"/>
                      <a:gd name="connsiteY1" fmla="*/ 12634 h 14275"/>
                      <a:gd name="connsiteX2" fmla="*/ 7715 w 43486"/>
                      <a:gd name="connsiteY2" fmla="*/ 9708 h 14275"/>
                      <a:gd name="connsiteX3" fmla="*/ 1 w 43486"/>
                      <a:gd name="connsiteY3" fmla="*/ 3857 h 14275"/>
                      <a:gd name="connsiteX4" fmla="*/ 8868 w 43486"/>
                      <a:gd name="connsiteY4" fmla="*/ 0 h 14275"/>
                      <a:gd name="connsiteX5" fmla="*/ 21724 w 43486"/>
                      <a:gd name="connsiteY5" fmla="*/ 1286 h 14275"/>
                      <a:gd name="connsiteX6" fmla="*/ 35555 w 43486"/>
                      <a:gd name="connsiteY6" fmla="*/ 5408 h 14275"/>
                      <a:gd name="connsiteX7" fmla="*/ 43224 w 43486"/>
                      <a:gd name="connsiteY7" fmla="*/ 12280 h 14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486" h="14275">
                        <a:moveTo>
                          <a:pt x="43224" y="12280"/>
                        </a:moveTo>
                        <a:cubicBezTo>
                          <a:pt x="40520" y="16136"/>
                          <a:pt x="25669" y="13344"/>
                          <a:pt x="19640" y="12634"/>
                        </a:cubicBezTo>
                        <a:cubicBezTo>
                          <a:pt x="16670" y="12014"/>
                          <a:pt x="11794" y="11304"/>
                          <a:pt x="7715" y="9708"/>
                        </a:cubicBezTo>
                        <a:cubicBezTo>
                          <a:pt x="3548" y="8378"/>
                          <a:pt x="90" y="6472"/>
                          <a:pt x="1" y="3857"/>
                        </a:cubicBezTo>
                        <a:cubicBezTo>
                          <a:pt x="-87" y="1241"/>
                          <a:pt x="4036" y="222"/>
                          <a:pt x="8868" y="0"/>
                        </a:cubicBezTo>
                        <a:cubicBezTo>
                          <a:pt x="13655" y="44"/>
                          <a:pt x="19197" y="621"/>
                          <a:pt x="21724" y="1286"/>
                        </a:cubicBezTo>
                        <a:cubicBezTo>
                          <a:pt x="24251" y="1818"/>
                          <a:pt x="30457" y="3147"/>
                          <a:pt x="35555" y="5408"/>
                        </a:cubicBezTo>
                        <a:cubicBezTo>
                          <a:pt x="40653" y="7359"/>
                          <a:pt x="44554" y="10285"/>
                          <a:pt x="43224" y="1228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94" name="Forme libre : forme 21993">
                    <a:extLst>
                      <a:ext uri="{FF2B5EF4-FFF2-40B4-BE49-F238E27FC236}">
                        <a16:creationId xmlns:a16="http://schemas.microsoft.com/office/drawing/2014/main" id="{87A0F46A-1428-4643-883C-07FDC187D662}"/>
                      </a:ext>
                    </a:extLst>
                  </p:cNvPr>
                  <p:cNvSpPr/>
                  <p:nvPr/>
                </p:nvSpPr>
                <p:spPr>
                  <a:xfrm>
                    <a:off x="6530750" y="1198773"/>
                    <a:ext cx="53181" cy="25662"/>
                  </a:xfrm>
                  <a:custGeom>
                    <a:avLst/>
                    <a:gdLst>
                      <a:gd name="connsiteX0" fmla="*/ 358 w 53181"/>
                      <a:gd name="connsiteY0" fmla="*/ 9379 h 25662"/>
                      <a:gd name="connsiteX1" fmla="*/ 5855 w 53181"/>
                      <a:gd name="connsiteY1" fmla="*/ 15009 h 25662"/>
                      <a:gd name="connsiteX2" fmla="*/ 24829 w 53181"/>
                      <a:gd name="connsiteY2" fmla="*/ 23742 h 25662"/>
                      <a:gd name="connsiteX3" fmla="*/ 35113 w 53181"/>
                      <a:gd name="connsiteY3" fmla="*/ 25426 h 25662"/>
                      <a:gd name="connsiteX4" fmla="*/ 44778 w 53181"/>
                      <a:gd name="connsiteY4" fmla="*/ 25515 h 25662"/>
                      <a:gd name="connsiteX5" fmla="*/ 53156 w 53181"/>
                      <a:gd name="connsiteY5" fmla="*/ 20772 h 25662"/>
                      <a:gd name="connsiteX6" fmla="*/ 47216 w 53181"/>
                      <a:gd name="connsiteY6" fmla="*/ 16737 h 25662"/>
                      <a:gd name="connsiteX7" fmla="*/ 29705 w 53181"/>
                      <a:gd name="connsiteY7" fmla="*/ 7384 h 25662"/>
                      <a:gd name="connsiteX8" fmla="*/ 10820 w 53181"/>
                      <a:gd name="connsiteY8" fmla="*/ 69 h 25662"/>
                      <a:gd name="connsiteX9" fmla="*/ 358 w 53181"/>
                      <a:gd name="connsiteY9" fmla="*/ 9379 h 25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181" h="25662">
                        <a:moveTo>
                          <a:pt x="358" y="9379"/>
                        </a:moveTo>
                        <a:cubicBezTo>
                          <a:pt x="1555" y="12304"/>
                          <a:pt x="2663" y="13058"/>
                          <a:pt x="5855" y="15009"/>
                        </a:cubicBezTo>
                        <a:cubicBezTo>
                          <a:pt x="11973" y="18777"/>
                          <a:pt x="16805" y="21614"/>
                          <a:pt x="24829" y="23742"/>
                        </a:cubicBezTo>
                        <a:cubicBezTo>
                          <a:pt x="28198" y="24495"/>
                          <a:pt x="31700" y="25116"/>
                          <a:pt x="35113" y="25426"/>
                        </a:cubicBezTo>
                        <a:cubicBezTo>
                          <a:pt x="38527" y="25648"/>
                          <a:pt x="41852" y="25781"/>
                          <a:pt x="44778" y="25515"/>
                        </a:cubicBezTo>
                        <a:cubicBezTo>
                          <a:pt x="49122" y="24983"/>
                          <a:pt x="53555" y="23786"/>
                          <a:pt x="53156" y="20772"/>
                        </a:cubicBezTo>
                        <a:cubicBezTo>
                          <a:pt x="52935" y="18865"/>
                          <a:pt x="49654" y="17934"/>
                          <a:pt x="47216" y="16737"/>
                        </a:cubicBezTo>
                        <a:cubicBezTo>
                          <a:pt x="41408" y="13590"/>
                          <a:pt x="35557" y="11285"/>
                          <a:pt x="29705" y="7384"/>
                        </a:cubicBezTo>
                        <a:cubicBezTo>
                          <a:pt x="24740" y="4281"/>
                          <a:pt x="19110" y="-640"/>
                          <a:pt x="10820" y="69"/>
                        </a:cubicBezTo>
                        <a:cubicBezTo>
                          <a:pt x="3328" y="379"/>
                          <a:pt x="-1371" y="5389"/>
                          <a:pt x="358" y="937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95" name="Forme libre : forme 21994">
                    <a:extLst>
                      <a:ext uri="{FF2B5EF4-FFF2-40B4-BE49-F238E27FC236}">
                        <a16:creationId xmlns:a16="http://schemas.microsoft.com/office/drawing/2014/main" id="{C02D191A-EBE5-48D6-8B42-032C90277E4B}"/>
                      </a:ext>
                    </a:extLst>
                  </p:cNvPr>
                  <p:cNvSpPr/>
                  <p:nvPr/>
                </p:nvSpPr>
                <p:spPr>
                  <a:xfrm>
                    <a:off x="6541984" y="1199533"/>
                    <a:ext cx="18762" cy="4961"/>
                  </a:xfrm>
                  <a:custGeom>
                    <a:avLst/>
                    <a:gdLst>
                      <a:gd name="connsiteX0" fmla="*/ 1847 w 18762"/>
                      <a:gd name="connsiteY0" fmla="*/ 2456 h 4961"/>
                      <a:gd name="connsiteX1" fmla="*/ 74 w 18762"/>
                      <a:gd name="connsiteY1" fmla="*/ 3609 h 4961"/>
                      <a:gd name="connsiteX2" fmla="*/ 1404 w 18762"/>
                      <a:gd name="connsiteY2" fmla="*/ 4761 h 4961"/>
                      <a:gd name="connsiteX3" fmla="*/ 4773 w 18762"/>
                      <a:gd name="connsiteY3" fmla="*/ 4939 h 4961"/>
                      <a:gd name="connsiteX4" fmla="*/ 13018 w 18762"/>
                      <a:gd name="connsiteY4" fmla="*/ 4540 h 4961"/>
                      <a:gd name="connsiteX5" fmla="*/ 16033 w 18762"/>
                      <a:gd name="connsiteY5" fmla="*/ 4097 h 4961"/>
                      <a:gd name="connsiteX6" fmla="*/ 14615 w 18762"/>
                      <a:gd name="connsiteY6" fmla="*/ 18 h 4961"/>
                      <a:gd name="connsiteX7" fmla="*/ 1847 w 18762"/>
                      <a:gd name="connsiteY7" fmla="*/ 2456 h 4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762" h="4961">
                        <a:moveTo>
                          <a:pt x="1847" y="2456"/>
                        </a:moveTo>
                        <a:cubicBezTo>
                          <a:pt x="961" y="2811"/>
                          <a:pt x="384" y="3033"/>
                          <a:pt x="74" y="3609"/>
                        </a:cubicBezTo>
                        <a:cubicBezTo>
                          <a:pt x="-236" y="4141"/>
                          <a:pt x="473" y="4584"/>
                          <a:pt x="1404" y="4761"/>
                        </a:cubicBezTo>
                        <a:cubicBezTo>
                          <a:pt x="2335" y="4983"/>
                          <a:pt x="3709" y="4983"/>
                          <a:pt x="4773" y="4939"/>
                        </a:cubicBezTo>
                        <a:cubicBezTo>
                          <a:pt x="7522" y="4717"/>
                          <a:pt x="10403" y="4850"/>
                          <a:pt x="13018" y="4540"/>
                        </a:cubicBezTo>
                        <a:cubicBezTo>
                          <a:pt x="14083" y="4451"/>
                          <a:pt x="15147" y="4363"/>
                          <a:pt x="16033" y="4097"/>
                        </a:cubicBezTo>
                        <a:cubicBezTo>
                          <a:pt x="19757" y="2855"/>
                          <a:pt x="20023" y="240"/>
                          <a:pt x="14615" y="18"/>
                        </a:cubicBezTo>
                        <a:cubicBezTo>
                          <a:pt x="10359" y="-159"/>
                          <a:pt x="5349" y="993"/>
                          <a:pt x="1847" y="245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96" name="Forme libre : forme 21995">
                    <a:extLst>
                      <a:ext uri="{FF2B5EF4-FFF2-40B4-BE49-F238E27FC236}">
                        <a16:creationId xmlns:a16="http://schemas.microsoft.com/office/drawing/2014/main" id="{ACC436A9-C1CF-4757-B53B-191BC2BCCE57}"/>
                      </a:ext>
                    </a:extLst>
                  </p:cNvPr>
                  <p:cNvSpPr/>
                  <p:nvPr/>
                </p:nvSpPr>
                <p:spPr>
                  <a:xfrm>
                    <a:off x="6580094" y="1224155"/>
                    <a:ext cx="28947" cy="4832"/>
                  </a:xfrm>
                  <a:custGeom>
                    <a:avLst/>
                    <a:gdLst>
                      <a:gd name="connsiteX0" fmla="*/ 28948 w 28947"/>
                      <a:gd name="connsiteY0" fmla="*/ 0 h 4832"/>
                      <a:gd name="connsiteX1" fmla="*/ 0 w 28947"/>
                      <a:gd name="connsiteY1" fmla="*/ 4832 h 4832"/>
                      <a:gd name="connsiteX2" fmla="*/ 28948 w 28947"/>
                      <a:gd name="connsiteY2" fmla="*/ 0 h 4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947" h="4832">
                        <a:moveTo>
                          <a:pt x="28948" y="0"/>
                        </a:moveTo>
                        <a:cubicBezTo>
                          <a:pt x="22919" y="4566"/>
                          <a:pt x="8689" y="4167"/>
                          <a:pt x="0" y="4832"/>
                        </a:cubicBezTo>
                        <a:cubicBezTo>
                          <a:pt x="9398" y="4256"/>
                          <a:pt x="20570" y="1950"/>
                          <a:pt x="289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97" name="Forme libre : forme 21996">
                    <a:extLst>
                      <a:ext uri="{FF2B5EF4-FFF2-40B4-BE49-F238E27FC236}">
                        <a16:creationId xmlns:a16="http://schemas.microsoft.com/office/drawing/2014/main" id="{EF53928E-04B3-4746-A731-80E148D743FE}"/>
                      </a:ext>
                    </a:extLst>
                  </p:cNvPr>
                  <p:cNvSpPr/>
                  <p:nvPr/>
                </p:nvSpPr>
                <p:spPr>
                  <a:xfrm>
                    <a:off x="6521045" y="1191667"/>
                    <a:ext cx="32893" cy="11031"/>
                  </a:xfrm>
                  <a:custGeom>
                    <a:avLst/>
                    <a:gdLst>
                      <a:gd name="connsiteX0" fmla="*/ 32893 w 32893"/>
                      <a:gd name="connsiteY0" fmla="*/ 38 h 11031"/>
                      <a:gd name="connsiteX1" fmla="*/ 14452 w 32893"/>
                      <a:gd name="connsiteY1" fmla="*/ 3185 h 11031"/>
                      <a:gd name="connsiteX2" fmla="*/ 0 w 32893"/>
                      <a:gd name="connsiteY2" fmla="*/ 11032 h 11031"/>
                      <a:gd name="connsiteX3" fmla="*/ 14851 w 32893"/>
                      <a:gd name="connsiteY3" fmla="*/ 3717 h 11031"/>
                      <a:gd name="connsiteX4" fmla="*/ 32893 w 32893"/>
                      <a:gd name="connsiteY4" fmla="*/ 38 h 11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93" h="11031">
                        <a:moveTo>
                          <a:pt x="32893" y="38"/>
                        </a:moveTo>
                        <a:cubicBezTo>
                          <a:pt x="26288" y="-272"/>
                          <a:pt x="19993" y="1368"/>
                          <a:pt x="14452" y="3185"/>
                        </a:cubicBezTo>
                        <a:cubicBezTo>
                          <a:pt x="8866" y="5358"/>
                          <a:pt x="4034" y="8195"/>
                          <a:pt x="0" y="11032"/>
                        </a:cubicBezTo>
                        <a:cubicBezTo>
                          <a:pt x="3591" y="8195"/>
                          <a:pt x="8955" y="5668"/>
                          <a:pt x="14851" y="3717"/>
                        </a:cubicBezTo>
                        <a:cubicBezTo>
                          <a:pt x="20791" y="2077"/>
                          <a:pt x="27264" y="481"/>
                          <a:pt x="32893" y="3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98" name="Forme libre : forme 21997">
                    <a:extLst>
                      <a:ext uri="{FF2B5EF4-FFF2-40B4-BE49-F238E27FC236}">
                        <a16:creationId xmlns:a16="http://schemas.microsoft.com/office/drawing/2014/main" id="{A084444D-FEF2-4A8E-9CD8-7F189418FBB5}"/>
                      </a:ext>
                    </a:extLst>
                  </p:cNvPr>
                  <p:cNvSpPr/>
                  <p:nvPr/>
                </p:nvSpPr>
                <p:spPr>
                  <a:xfrm>
                    <a:off x="6569787" y="1206660"/>
                    <a:ext cx="16133" cy="6172"/>
                  </a:xfrm>
                  <a:custGeom>
                    <a:avLst/>
                    <a:gdLst>
                      <a:gd name="connsiteX0" fmla="*/ 15892 w 16133"/>
                      <a:gd name="connsiteY0" fmla="*/ 5791 h 6172"/>
                      <a:gd name="connsiteX1" fmla="*/ 6228 w 16133"/>
                      <a:gd name="connsiteY1" fmla="*/ 4461 h 6172"/>
                      <a:gd name="connsiteX2" fmla="*/ 243 w 16133"/>
                      <a:gd name="connsiteY2" fmla="*/ 604 h 6172"/>
                      <a:gd name="connsiteX3" fmla="*/ 9464 w 16133"/>
                      <a:gd name="connsiteY3" fmla="*/ 1668 h 6172"/>
                      <a:gd name="connsiteX4" fmla="*/ 13941 w 16133"/>
                      <a:gd name="connsiteY4" fmla="*/ 3397 h 6172"/>
                      <a:gd name="connsiteX5" fmla="*/ 15892 w 16133"/>
                      <a:gd name="connsiteY5" fmla="*/ 5791 h 6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133" h="6172">
                        <a:moveTo>
                          <a:pt x="15892" y="5791"/>
                        </a:moveTo>
                        <a:cubicBezTo>
                          <a:pt x="14473" y="6988"/>
                          <a:pt x="8178" y="5037"/>
                          <a:pt x="6228" y="4461"/>
                        </a:cubicBezTo>
                        <a:cubicBezTo>
                          <a:pt x="4321" y="3752"/>
                          <a:pt x="-1220" y="2112"/>
                          <a:pt x="243" y="604"/>
                        </a:cubicBezTo>
                        <a:cubicBezTo>
                          <a:pt x="1750" y="-992"/>
                          <a:pt x="7646" y="1003"/>
                          <a:pt x="9464" y="1668"/>
                        </a:cubicBezTo>
                        <a:cubicBezTo>
                          <a:pt x="10395" y="1979"/>
                          <a:pt x="12390" y="2599"/>
                          <a:pt x="13941" y="3397"/>
                        </a:cubicBezTo>
                        <a:cubicBezTo>
                          <a:pt x="15537" y="4239"/>
                          <a:pt x="16646" y="5126"/>
                          <a:pt x="15892" y="579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99" name="Forme libre : forme 21998">
                    <a:extLst>
                      <a:ext uri="{FF2B5EF4-FFF2-40B4-BE49-F238E27FC236}">
                        <a16:creationId xmlns:a16="http://schemas.microsoft.com/office/drawing/2014/main" id="{1B3CD9FD-7A3E-4B2B-83CF-9414DAF9FC33}"/>
                      </a:ext>
                    </a:extLst>
                  </p:cNvPr>
                  <p:cNvSpPr/>
                  <p:nvPr/>
                </p:nvSpPr>
                <p:spPr>
                  <a:xfrm>
                    <a:off x="6583773" y="1211077"/>
                    <a:ext cx="4521" cy="2022"/>
                  </a:xfrm>
                  <a:custGeom>
                    <a:avLst/>
                    <a:gdLst>
                      <a:gd name="connsiteX0" fmla="*/ 4522 w 4521"/>
                      <a:gd name="connsiteY0" fmla="*/ 1596 h 2022"/>
                      <a:gd name="connsiteX1" fmla="*/ 2261 w 4521"/>
                      <a:gd name="connsiteY1" fmla="*/ 1818 h 2022"/>
                      <a:gd name="connsiteX2" fmla="*/ 0 w 4521"/>
                      <a:gd name="connsiteY2" fmla="*/ 443 h 2022"/>
                      <a:gd name="connsiteX3" fmla="*/ 2217 w 4521"/>
                      <a:gd name="connsiteY3" fmla="*/ 222 h 2022"/>
                      <a:gd name="connsiteX4" fmla="*/ 4522 w 4521"/>
                      <a:gd name="connsiteY4" fmla="*/ 1596 h 2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1" h="2022">
                        <a:moveTo>
                          <a:pt x="4522" y="1596"/>
                        </a:moveTo>
                        <a:cubicBezTo>
                          <a:pt x="4522" y="2261"/>
                          <a:pt x="3014" y="1995"/>
                          <a:pt x="2261" y="1818"/>
                        </a:cubicBezTo>
                        <a:cubicBezTo>
                          <a:pt x="1507" y="1596"/>
                          <a:pt x="0" y="1108"/>
                          <a:pt x="0" y="443"/>
                        </a:cubicBezTo>
                        <a:cubicBezTo>
                          <a:pt x="0" y="-222"/>
                          <a:pt x="1418" y="0"/>
                          <a:pt x="2217" y="222"/>
                        </a:cubicBezTo>
                        <a:cubicBezTo>
                          <a:pt x="2970" y="443"/>
                          <a:pt x="4522" y="931"/>
                          <a:pt x="4522" y="159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000" name="Forme libre : forme 21999">
                    <a:extLst>
                      <a:ext uri="{FF2B5EF4-FFF2-40B4-BE49-F238E27FC236}">
                        <a16:creationId xmlns:a16="http://schemas.microsoft.com/office/drawing/2014/main" id="{89B87F39-1C35-4E54-9D63-6E4FB9A08D98}"/>
                      </a:ext>
                    </a:extLst>
                  </p:cNvPr>
                  <p:cNvSpPr/>
                  <p:nvPr/>
                </p:nvSpPr>
                <p:spPr>
                  <a:xfrm>
                    <a:off x="6571206" y="1196315"/>
                    <a:ext cx="37454" cy="24982"/>
                  </a:xfrm>
                  <a:custGeom>
                    <a:avLst/>
                    <a:gdLst>
                      <a:gd name="connsiteX0" fmla="*/ 30122 w 37454"/>
                      <a:gd name="connsiteY0" fmla="*/ 13300 h 24982"/>
                      <a:gd name="connsiteX1" fmla="*/ 37393 w 37454"/>
                      <a:gd name="connsiteY1" fmla="*/ 23230 h 24982"/>
                      <a:gd name="connsiteX2" fmla="*/ 33802 w 37454"/>
                      <a:gd name="connsiteY2" fmla="*/ 24693 h 24982"/>
                      <a:gd name="connsiteX3" fmla="*/ 29768 w 37454"/>
                      <a:gd name="connsiteY3" fmla="*/ 21545 h 24982"/>
                      <a:gd name="connsiteX4" fmla="*/ 17444 w 37454"/>
                      <a:gd name="connsiteY4" fmla="*/ 11526 h 24982"/>
                      <a:gd name="connsiteX5" fmla="*/ 509 w 37454"/>
                      <a:gd name="connsiteY5" fmla="*/ 1064 h 24982"/>
                      <a:gd name="connsiteX6" fmla="*/ 22143 w 37454"/>
                      <a:gd name="connsiteY6" fmla="*/ 5497 h 24982"/>
                      <a:gd name="connsiteX7" fmla="*/ 30122 w 37454"/>
                      <a:gd name="connsiteY7" fmla="*/ 13300 h 24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454" h="24982">
                        <a:moveTo>
                          <a:pt x="30122" y="13300"/>
                        </a:moveTo>
                        <a:cubicBezTo>
                          <a:pt x="33713" y="16669"/>
                          <a:pt x="36151" y="19329"/>
                          <a:pt x="37393" y="23230"/>
                        </a:cubicBezTo>
                        <a:cubicBezTo>
                          <a:pt x="37836" y="24648"/>
                          <a:pt x="35797" y="25446"/>
                          <a:pt x="33802" y="24693"/>
                        </a:cubicBezTo>
                        <a:cubicBezTo>
                          <a:pt x="31807" y="23939"/>
                          <a:pt x="30832" y="22742"/>
                          <a:pt x="29768" y="21545"/>
                        </a:cubicBezTo>
                        <a:cubicBezTo>
                          <a:pt x="26399" y="17777"/>
                          <a:pt x="22320" y="14541"/>
                          <a:pt x="17444" y="11526"/>
                        </a:cubicBezTo>
                        <a:cubicBezTo>
                          <a:pt x="14607" y="9221"/>
                          <a:pt x="-3215" y="3990"/>
                          <a:pt x="509" y="1064"/>
                        </a:cubicBezTo>
                        <a:cubicBezTo>
                          <a:pt x="4411" y="-2172"/>
                          <a:pt x="18109" y="2749"/>
                          <a:pt x="22143" y="5497"/>
                        </a:cubicBezTo>
                        <a:cubicBezTo>
                          <a:pt x="26354" y="8068"/>
                          <a:pt x="27418" y="10728"/>
                          <a:pt x="30122" y="1330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29" name="Graphique 2">
                  <a:extLst>
                    <a:ext uri="{FF2B5EF4-FFF2-40B4-BE49-F238E27FC236}">
                      <a16:creationId xmlns:a16="http://schemas.microsoft.com/office/drawing/2014/main" id="{6FA40D80-4F4E-42AA-BE35-FE5AEADD2BE1}"/>
                    </a:ext>
                  </a:extLst>
                </p:cNvPr>
                <p:cNvGrpSpPr/>
                <p:nvPr/>
              </p:nvGrpSpPr>
              <p:grpSpPr>
                <a:xfrm>
                  <a:off x="6612021" y="1216854"/>
                  <a:ext cx="78990" cy="64755"/>
                  <a:chOff x="6612021" y="1216854"/>
                  <a:chExt cx="78990" cy="64755"/>
                </a:xfrm>
                <a:solidFill>
                  <a:schemeClr val="accent1"/>
                </a:solidFill>
              </p:grpSpPr>
              <p:sp>
                <p:nvSpPr>
                  <p:cNvPr id="21977" name="Forme libre : forme 21976">
                    <a:extLst>
                      <a:ext uri="{FF2B5EF4-FFF2-40B4-BE49-F238E27FC236}">
                        <a16:creationId xmlns:a16="http://schemas.microsoft.com/office/drawing/2014/main" id="{1524C0B9-4245-44F4-AB35-2CBDA9254C10}"/>
                      </a:ext>
                    </a:extLst>
                  </p:cNvPr>
                  <p:cNvSpPr/>
                  <p:nvPr/>
                </p:nvSpPr>
                <p:spPr>
                  <a:xfrm>
                    <a:off x="6612021" y="1216854"/>
                    <a:ext cx="78990" cy="64755"/>
                  </a:xfrm>
                  <a:custGeom>
                    <a:avLst/>
                    <a:gdLst>
                      <a:gd name="connsiteX0" fmla="*/ 43346 w 78990"/>
                      <a:gd name="connsiteY0" fmla="*/ 53715 h 64755"/>
                      <a:gd name="connsiteX1" fmla="*/ 19452 w 78990"/>
                      <a:gd name="connsiteY1" fmla="*/ 35850 h 64755"/>
                      <a:gd name="connsiteX2" fmla="*/ 389 w 78990"/>
                      <a:gd name="connsiteY2" fmla="*/ 10404 h 64755"/>
                      <a:gd name="connsiteX3" fmla="*/ 4911 w 78990"/>
                      <a:gd name="connsiteY3" fmla="*/ 1449 h 64755"/>
                      <a:gd name="connsiteX4" fmla="*/ 39179 w 78990"/>
                      <a:gd name="connsiteY4" fmla="*/ 6813 h 64755"/>
                      <a:gd name="connsiteX5" fmla="*/ 65201 w 78990"/>
                      <a:gd name="connsiteY5" fmla="*/ 26319 h 64755"/>
                      <a:gd name="connsiteX6" fmla="*/ 78988 w 78990"/>
                      <a:gd name="connsiteY6" fmla="*/ 57173 h 64755"/>
                      <a:gd name="connsiteX7" fmla="*/ 72738 w 78990"/>
                      <a:gd name="connsiteY7" fmla="*/ 64754 h 64755"/>
                      <a:gd name="connsiteX8" fmla="*/ 58241 w 78990"/>
                      <a:gd name="connsiteY8" fmla="*/ 62183 h 64755"/>
                      <a:gd name="connsiteX9" fmla="*/ 43346 w 78990"/>
                      <a:gd name="connsiteY9" fmla="*/ 53715 h 64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8990" h="64755">
                        <a:moveTo>
                          <a:pt x="43346" y="53715"/>
                        </a:moveTo>
                        <a:cubicBezTo>
                          <a:pt x="37760" y="49282"/>
                          <a:pt x="25392" y="40150"/>
                          <a:pt x="19452" y="35850"/>
                        </a:cubicBezTo>
                        <a:cubicBezTo>
                          <a:pt x="8325" y="27782"/>
                          <a:pt x="4202" y="20556"/>
                          <a:pt x="389" y="10404"/>
                        </a:cubicBezTo>
                        <a:cubicBezTo>
                          <a:pt x="-940" y="6946"/>
                          <a:pt x="1276" y="2336"/>
                          <a:pt x="4911" y="1449"/>
                        </a:cubicBezTo>
                        <a:cubicBezTo>
                          <a:pt x="15329" y="-1166"/>
                          <a:pt x="25968" y="-723"/>
                          <a:pt x="39179" y="6813"/>
                        </a:cubicBezTo>
                        <a:cubicBezTo>
                          <a:pt x="46183" y="10892"/>
                          <a:pt x="59305" y="20512"/>
                          <a:pt x="65201" y="26319"/>
                        </a:cubicBezTo>
                        <a:cubicBezTo>
                          <a:pt x="76461" y="36958"/>
                          <a:pt x="78678" y="46578"/>
                          <a:pt x="78988" y="57173"/>
                        </a:cubicBezTo>
                        <a:cubicBezTo>
                          <a:pt x="79077" y="60897"/>
                          <a:pt x="76195" y="64843"/>
                          <a:pt x="72738" y="64754"/>
                        </a:cubicBezTo>
                        <a:cubicBezTo>
                          <a:pt x="67772" y="64577"/>
                          <a:pt x="63029" y="63867"/>
                          <a:pt x="58241" y="62183"/>
                        </a:cubicBezTo>
                        <a:cubicBezTo>
                          <a:pt x="53542" y="60365"/>
                          <a:pt x="48621" y="57794"/>
                          <a:pt x="43346" y="5371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78" name="Forme libre : forme 21977">
                    <a:extLst>
                      <a:ext uri="{FF2B5EF4-FFF2-40B4-BE49-F238E27FC236}">
                        <a16:creationId xmlns:a16="http://schemas.microsoft.com/office/drawing/2014/main" id="{06425F57-FAAF-422D-9618-1ED8BEB9E6BC}"/>
                      </a:ext>
                    </a:extLst>
                  </p:cNvPr>
                  <p:cNvSpPr/>
                  <p:nvPr/>
                </p:nvSpPr>
                <p:spPr>
                  <a:xfrm>
                    <a:off x="6612049" y="1222692"/>
                    <a:ext cx="72843" cy="58871"/>
                  </a:xfrm>
                  <a:custGeom>
                    <a:avLst/>
                    <a:gdLst>
                      <a:gd name="connsiteX0" fmla="*/ 30241 w 72843"/>
                      <a:gd name="connsiteY0" fmla="*/ 22165 h 58871"/>
                      <a:gd name="connsiteX1" fmla="*/ 406 w 72843"/>
                      <a:gd name="connsiteY1" fmla="*/ 0 h 58871"/>
                      <a:gd name="connsiteX2" fmla="*/ 362 w 72843"/>
                      <a:gd name="connsiteY2" fmla="*/ 4477 h 58871"/>
                      <a:gd name="connsiteX3" fmla="*/ 2401 w 72843"/>
                      <a:gd name="connsiteY3" fmla="*/ 9487 h 58871"/>
                      <a:gd name="connsiteX4" fmla="*/ 10558 w 72843"/>
                      <a:gd name="connsiteY4" fmla="*/ 22210 h 58871"/>
                      <a:gd name="connsiteX5" fmla="*/ 19424 w 72843"/>
                      <a:gd name="connsiteY5" fmla="*/ 29968 h 58871"/>
                      <a:gd name="connsiteX6" fmla="*/ 23281 w 72843"/>
                      <a:gd name="connsiteY6" fmla="*/ 32805 h 58871"/>
                      <a:gd name="connsiteX7" fmla="*/ 27936 w 72843"/>
                      <a:gd name="connsiteY7" fmla="*/ 36041 h 58871"/>
                      <a:gd name="connsiteX8" fmla="*/ 32768 w 72843"/>
                      <a:gd name="connsiteY8" fmla="*/ 39721 h 58871"/>
                      <a:gd name="connsiteX9" fmla="*/ 41545 w 72843"/>
                      <a:gd name="connsiteY9" fmla="*/ 46503 h 58871"/>
                      <a:gd name="connsiteX10" fmla="*/ 43318 w 72843"/>
                      <a:gd name="connsiteY10" fmla="*/ 47833 h 58871"/>
                      <a:gd name="connsiteX11" fmla="*/ 54046 w 72843"/>
                      <a:gd name="connsiteY11" fmla="*/ 54483 h 58871"/>
                      <a:gd name="connsiteX12" fmla="*/ 68011 w 72843"/>
                      <a:gd name="connsiteY12" fmla="*/ 58517 h 58871"/>
                      <a:gd name="connsiteX13" fmla="*/ 72666 w 72843"/>
                      <a:gd name="connsiteY13" fmla="*/ 58872 h 58871"/>
                      <a:gd name="connsiteX14" fmla="*/ 72843 w 72843"/>
                      <a:gd name="connsiteY14" fmla="*/ 58872 h 58871"/>
                      <a:gd name="connsiteX15" fmla="*/ 52850 w 72843"/>
                      <a:gd name="connsiteY15" fmla="*/ 38745 h 58871"/>
                      <a:gd name="connsiteX16" fmla="*/ 30241 w 72843"/>
                      <a:gd name="connsiteY16" fmla="*/ 22165 h 58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2843" h="58871">
                        <a:moveTo>
                          <a:pt x="30241" y="22165"/>
                        </a:moveTo>
                        <a:cubicBezTo>
                          <a:pt x="19247" y="15560"/>
                          <a:pt x="7543" y="8911"/>
                          <a:pt x="406" y="0"/>
                        </a:cubicBezTo>
                        <a:cubicBezTo>
                          <a:pt x="-81" y="1463"/>
                          <a:pt x="-170" y="3014"/>
                          <a:pt x="362" y="4477"/>
                        </a:cubicBezTo>
                        <a:cubicBezTo>
                          <a:pt x="1027" y="6206"/>
                          <a:pt x="1692" y="7891"/>
                          <a:pt x="2401" y="9487"/>
                        </a:cubicBezTo>
                        <a:cubicBezTo>
                          <a:pt x="4529" y="14009"/>
                          <a:pt x="6879" y="18220"/>
                          <a:pt x="10558" y="22210"/>
                        </a:cubicBezTo>
                        <a:cubicBezTo>
                          <a:pt x="12996" y="24692"/>
                          <a:pt x="15745" y="27441"/>
                          <a:pt x="19424" y="29968"/>
                        </a:cubicBezTo>
                        <a:cubicBezTo>
                          <a:pt x="20532" y="30766"/>
                          <a:pt x="21818" y="31741"/>
                          <a:pt x="23281" y="32805"/>
                        </a:cubicBezTo>
                        <a:cubicBezTo>
                          <a:pt x="24744" y="33825"/>
                          <a:pt x="26296" y="34933"/>
                          <a:pt x="27936" y="36041"/>
                        </a:cubicBezTo>
                        <a:cubicBezTo>
                          <a:pt x="29532" y="37238"/>
                          <a:pt x="31172" y="38479"/>
                          <a:pt x="32768" y="39721"/>
                        </a:cubicBezTo>
                        <a:cubicBezTo>
                          <a:pt x="36093" y="42070"/>
                          <a:pt x="39107" y="44641"/>
                          <a:pt x="41545" y="46503"/>
                        </a:cubicBezTo>
                        <a:cubicBezTo>
                          <a:pt x="42166" y="46991"/>
                          <a:pt x="42787" y="47434"/>
                          <a:pt x="43318" y="47833"/>
                        </a:cubicBezTo>
                        <a:cubicBezTo>
                          <a:pt x="47087" y="50670"/>
                          <a:pt x="50544" y="52931"/>
                          <a:pt x="54046" y="54483"/>
                        </a:cubicBezTo>
                        <a:cubicBezTo>
                          <a:pt x="58657" y="56788"/>
                          <a:pt x="63356" y="57852"/>
                          <a:pt x="68011" y="58517"/>
                        </a:cubicBezTo>
                        <a:cubicBezTo>
                          <a:pt x="69518" y="58694"/>
                          <a:pt x="71070" y="58827"/>
                          <a:pt x="72666" y="58872"/>
                        </a:cubicBezTo>
                        <a:lnTo>
                          <a:pt x="72843" y="58872"/>
                        </a:lnTo>
                        <a:cubicBezTo>
                          <a:pt x="66681" y="51779"/>
                          <a:pt x="59854" y="45085"/>
                          <a:pt x="52850" y="38745"/>
                        </a:cubicBezTo>
                        <a:cubicBezTo>
                          <a:pt x="45668" y="32583"/>
                          <a:pt x="38221" y="26732"/>
                          <a:pt x="30241" y="2216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79" name="Forme libre : forme 21978">
                    <a:extLst>
                      <a:ext uri="{FF2B5EF4-FFF2-40B4-BE49-F238E27FC236}">
                        <a16:creationId xmlns:a16="http://schemas.microsoft.com/office/drawing/2014/main" id="{5810A3F9-2DB4-4FCD-B55D-4AC1A6581169}"/>
                      </a:ext>
                    </a:extLst>
                  </p:cNvPr>
                  <p:cNvSpPr/>
                  <p:nvPr/>
                </p:nvSpPr>
                <p:spPr>
                  <a:xfrm>
                    <a:off x="6641152" y="1237553"/>
                    <a:ext cx="35279" cy="29835"/>
                  </a:xfrm>
                  <a:custGeom>
                    <a:avLst/>
                    <a:gdLst>
                      <a:gd name="connsiteX0" fmla="*/ 34785 w 35279"/>
                      <a:gd name="connsiteY0" fmla="*/ 29159 h 29835"/>
                      <a:gd name="connsiteX1" fmla="*/ 24855 w 35279"/>
                      <a:gd name="connsiteY1" fmla="*/ 26322 h 29835"/>
                      <a:gd name="connsiteX2" fmla="*/ 13816 w 35279"/>
                      <a:gd name="connsiteY2" fmla="*/ 18520 h 29835"/>
                      <a:gd name="connsiteX3" fmla="*/ 4507 w 35279"/>
                      <a:gd name="connsiteY3" fmla="*/ 10141 h 29835"/>
                      <a:gd name="connsiteX4" fmla="*/ 384 w 35279"/>
                      <a:gd name="connsiteY4" fmla="*/ 1231 h 29835"/>
                      <a:gd name="connsiteX5" fmla="*/ 10048 w 35279"/>
                      <a:gd name="connsiteY5" fmla="*/ 2162 h 29835"/>
                      <a:gd name="connsiteX6" fmla="*/ 20865 w 35279"/>
                      <a:gd name="connsiteY6" fmla="*/ 9387 h 29835"/>
                      <a:gd name="connsiteX7" fmla="*/ 30751 w 35279"/>
                      <a:gd name="connsiteY7" fmla="*/ 19229 h 29835"/>
                      <a:gd name="connsiteX8" fmla="*/ 34785 w 35279"/>
                      <a:gd name="connsiteY8" fmla="*/ 29159 h 2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279" h="29835">
                        <a:moveTo>
                          <a:pt x="34785" y="29159"/>
                        </a:moveTo>
                        <a:cubicBezTo>
                          <a:pt x="33189" y="30888"/>
                          <a:pt x="29066" y="29070"/>
                          <a:pt x="24855" y="26322"/>
                        </a:cubicBezTo>
                        <a:cubicBezTo>
                          <a:pt x="20599" y="23662"/>
                          <a:pt x="16033" y="20337"/>
                          <a:pt x="13816" y="18520"/>
                        </a:cubicBezTo>
                        <a:cubicBezTo>
                          <a:pt x="11511" y="16879"/>
                          <a:pt x="7699" y="13422"/>
                          <a:pt x="4507" y="10141"/>
                        </a:cubicBezTo>
                        <a:cubicBezTo>
                          <a:pt x="1360" y="6905"/>
                          <a:pt x="-946" y="3447"/>
                          <a:pt x="384" y="1231"/>
                        </a:cubicBezTo>
                        <a:cubicBezTo>
                          <a:pt x="1714" y="-986"/>
                          <a:pt x="5704" y="78"/>
                          <a:pt x="10048" y="2162"/>
                        </a:cubicBezTo>
                        <a:cubicBezTo>
                          <a:pt x="14348" y="4245"/>
                          <a:pt x="18648" y="7659"/>
                          <a:pt x="20865" y="9387"/>
                        </a:cubicBezTo>
                        <a:cubicBezTo>
                          <a:pt x="22993" y="11205"/>
                          <a:pt x="27382" y="15150"/>
                          <a:pt x="30751" y="19229"/>
                        </a:cubicBezTo>
                        <a:cubicBezTo>
                          <a:pt x="34031" y="23352"/>
                          <a:pt x="36336" y="27386"/>
                          <a:pt x="34785" y="2915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80" name="Forme libre : forme 21979">
                    <a:extLst>
                      <a:ext uri="{FF2B5EF4-FFF2-40B4-BE49-F238E27FC236}">
                        <a16:creationId xmlns:a16="http://schemas.microsoft.com/office/drawing/2014/main" id="{B7DEA6CD-3F36-463F-B9A4-725423410AEC}"/>
                      </a:ext>
                    </a:extLst>
                  </p:cNvPr>
                  <p:cNvSpPr/>
                  <p:nvPr/>
                </p:nvSpPr>
                <p:spPr>
                  <a:xfrm>
                    <a:off x="6641220" y="1237394"/>
                    <a:ext cx="21506" cy="24176"/>
                  </a:xfrm>
                  <a:custGeom>
                    <a:avLst/>
                    <a:gdLst>
                      <a:gd name="connsiteX0" fmla="*/ 10690 w 21506"/>
                      <a:gd name="connsiteY0" fmla="*/ 2853 h 24176"/>
                      <a:gd name="connsiteX1" fmla="*/ 139 w 21506"/>
                      <a:gd name="connsiteY1" fmla="*/ 1302 h 24176"/>
                      <a:gd name="connsiteX2" fmla="*/ 4484 w 21506"/>
                      <a:gd name="connsiteY2" fmla="*/ 10301 h 24176"/>
                      <a:gd name="connsiteX3" fmla="*/ 13926 w 21506"/>
                      <a:gd name="connsiteY3" fmla="*/ 18857 h 24176"/>
                      <a:gd name="connsiteX4" fmla="*/ 21507 w 21506"/>
                      <a:gd name="connsiteY4" fmla="*/ 24176 h 24176"/>
                      <a:gd name="connsiteX5" fmla="*/ 17916 w 21506"/>
                      <a:gd name="connsiteY5" fmla="*/ 20763 h 24176"/>
                      <a:gd name="connsiteX6" fmla="*/ 11532 w 21506"/>
                      <a:gd name="connsiteY6" fmla="*/ 11453 h 24176"/>
                      <a:gd name="connsiteX7" fmla="*/ 10690 w 21506"/>
                      <a:gd name="connsiteY7" fmla="*/ 2853 h 24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506" h="24176">
                        <a:moveTo>
                          <a:pt x="10690" y="2853"/>
                        </a:moveTo>
                        <a:cubicBezTo>
                          <a:pt x="7809" y="1966"/>
                          <a:pt x="982" y="-2023"/>
                          <a:pt x="139" y="1302"/>
                        </a:cubicBezTo>
                        <a:cubicBezTo>
                          <a:pt x="-570" y="3917"/>
                          <a:pt x="1514" y="7197"/>
                          <a:pt x="4484" y="10301"/>
                        </a:cubicBezTo>
                        <a:cubicBezTo>
                          <a:pt x="7454" y="13404"/>
                          <a:pt x="11045" y="16729"/>
                          <a:pt x="13926" y="18857"/>
                        </a:cubicBezTo>
                        <a:cubicBezTo>
                          <a:pt x="15522" y="20186"/>
                          <a:pt x="19379" y="22979"/>
                          <a:pt x="21507" y="24176"/>
                        </a:cubicBezTo>
                        <a:cubicBezTo>
                          <a:pt x="20487" y="23245"/>
                          <a:pt x="18714" y="21782"/>
                          <a:pt x="17916" y="20763"/>
                        </a:cubicBezTo>
                        <a:cubicBezTo>
                          <a:pt x="15700" y="17748"/>
                          <a:pt x="13128" y="14556"/>
                          <a:pt x="11532" y="11453"/>
                        </a:cubicBezTo>
                        <a:cubicBezTo>
                          <a:pt x="9981" y="8261"/>
                          <a:pt x="9271" y="5247"/>
                          <a:pt x="10690" y="285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81" name="Forme libre : forme 21980">
                    <a:extLst>
                      <a:ext uri="{FF2B5EF4-FFF2-40B4-BE49-F238E27FC236}">
                        <a16:creationId xmlns:a16="http://schemas.microsoft.com/office/drawing/2014/main" id="{C0AE757D-4D15-49B7-809B-9AF643C08CC5}"/>
                      </a:ext>
                    </a:extLst>
                  </p:cNvPr>
                  <p:cNvSpPr/>
                  <p:nvPr/>
                </p:nvSpPr>
                <p:spPr>
                  <a:xfrm>
                    <a:off x="6642390" y="1239921"/>
                    <a:ext cx="35280" cy="29663"/>
                  </a:xfrm>
                  <a:custGeom>
                    <a:avLst/>
                    <a:gdLst>
                      <a:gd name="connsiteX0" fmla="*/ 34390 w 35280"/>
                      <a:gd name="connsiteY0" fmla="*/ 29318 h 29663"/>
                      <a:gd name="connsiteX1" fmla="*/ 13288 w 35280"/>
                      <a:gd name="connsiteY1" fmla="*/ 18546 h 29663"/>
                      <a:gd name="connsiteX2" fmla="*/ 4201 w 35280"/>
                      <a:gd name="connsiteY2" fmla="*/ 10167 h 29663"/>
                      <a:gd name="connsiteX3" fmla="*/ 344 w 35280"/>
                      <a:gd name="connsiteY3" fmla="*/ 1301 h 29663"/>
                      <a:gd name="connsiteX4" fmla="*/ 9964 w 35280"/>
                      <a:gd name="connsiteY4" fmla="*/ 2232 h 29663"/>
                      <a:gd name="connsiteX5" fmla="*/ 20559 w 35280"/>
                      <a:gd name="connsiteY5" fmla="*/ 9546 h 29663"/>
                      <a:gd name="connsiteX6" fmla="*/ 34390 w 35280"/>
                      <a:gd name="connsiteY6" fmla="*/ 29318 h 29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280" h="29663">
                        <a:moveTo>
                          <a:pt x="34390" y="29318"/>
                        </a:moveTo>
                        <a:cubicBezTo>
                          <a:pt x="30178" y="31579"/>
                          <a:pt x="18209" y="22136"/>
                          <a:pt x="13288" y="18546"/>
                        </a:cubicBezTo>
                        <a:cubicBezTo>
                          <a:pt x="10895" y="16639"/>
                          <a:pt x="7038" y="13536"/>
                          <a:pt x="4201" y="10167"/>
                        </a:cubicBezTo>
                        <a:cubicBezTo>
                          <a:pt x="1230" y="7020"/>
                          <a:pt x="-853" y="3606"/>
                          <a:pt x="344" y="1301"/>
                        </a:cubicBezTo>
                        <a:cubicBezTo>
                          <a:pt x="1541" y="-1049"/>
                          <a:pt x="5619" y="104"/>
                          <a:pt x="9964" y="2232"/>
                        </a:cubicBezTo>
                        <a:cubicBezTo>
                          <a:pt x="14131" y="4581"/>
                          <a:pt x="18608" y="7817"/>
                          <a:pt x="20559" y="9546"/>
                        </a:cubicBezTo>
                        <a:cubicBezTo>
                          <a:pt x="24681" y="12694"/>
                          <a:pt x="38956" y="26747"/>
                          <a:pt x="34390" y="2931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82" name="Forme libre : forme 21981">
                    <a:extLst>
                      <a:ext uri="{FF2B5EF4-FFF2-40B4-BE49-F238E27FC236}">
                        <a16:creationId xmlns:a16="http://schemas.microsoft.com/office/drawing/2014/main" id="{B10DF5AA-7FF1-48A3-8E29-93B1F2AA3DA3}"/>
                      </a:ext>
                    </a:extLst>
                  </p:cNvPr>
                  <p:cNvSpPr/>
                  <p:nvPr/>
                </p:nvSpPr>
                <p:spPr>
                  <a:xfrm>
                    <a:off x="6623500" y="1223974"/>
                    <a:ext cx="41165" cy="41917"/>
                  </a:xfrm>
                  <a:custGeom>
                    <a:avLst/>
                    <a:gdLst>
                      <a:gd name="connsiteX0" fmla="*/ 82 w 41165"/>
                      <a:gd name="connsiteY0" fmla="*/ 4791 h 41917"/>
                      <a:gd name="connsiteX1" fmla="*/ 2255 w 41165"/>
                      <a:gd name="connsiteY1" fmla="*/ 12416 h 41917"/>
                      <a:gd name="connsiteX2" fmla="*/ 7574 w 41165"/>
                      <a:gd name="connsiteY2" fmla="*/ 20928 h 41917"/>
                      <a:gd name="connsiteX3" fmla="*/ 14667 w 41165"/>
                      <a:gd name="connsiteY3" fmla="*/ 29040 h 41917"/>
                      <a:gd name="connsiteX4" fmla="*/ 18657 w 41165"/>
                      <a:gd name="connsiteY4" fmla="*/ 32365 h 41917"/>
                      <a:gd name="connsiteX5" fmla="*/ 22824 w 41165"/>
                      <a:gd name="connsiteY5" fmla="*/ 35513 h 41917"/>
                      <a:gd name="connsiteX6" fmla="*/ 31336 w 41165"/>
                      <a:gd name="connsiteY6" fmla="*/ 40300 h 41917"/>
                      <a:gd name="connsiteX7" fmla="*/ 41044 w 41165"/>
                      <a:gd name="connsiteY7" fmla="*/ 40123 h 41917"/>
                      <a:gd name="connsiteX8" fmla="*/ 37675 w 41165"/>
                      <a:gd name="connsiteY8" fmla="*/ 33739 h 41917"/>
                      <a:gd name="connsiteX9" fmla="*/ 32089 w 41165"/>
                      <a:gd name="connsiteY9" fmla="*/ 25671 h 41917"/>
                      <a:gd name="connsiteX10" fmla="*/ 26814 w 41165"/>
                      <a:gd name="connsiteY10" fmla="*/ 17071 h 41917"/>
                      <a:gd name="connsiteX11" fmla="*/ 22115 w 41165"/>
                      <a:gd name="connsiteY11" fmla="*/ 8559 h 41917"/>
                      <a:gd name="connsiteX12" fmla="*/ 13736 w 41165"/>
                      <a:gd name="connsiteY12" fmla="*/ 1422 h 41917"/>
                      <a:gd name="connsiteX13" fmla="*/ 82 w 41165"/>
                      <a:gd name="connsiteY13" fmla="*/ 4791 h 41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1165" h="41917">
                        <a:moveTo>
                          <a:pt x="82" y="4791"/>
                        </a:moveTo>
                        <a:cubicBezTo>
                          <a:pt x="-228" y="7939"/>
                          <a:pt x="304" y="9269"/>
                          <a:pt x="2255" y="12416"/>
                        </a:cubicBezTo>
                        <a:cubicBezTo>
                          <a:pt x="4116" y="15342"/>
                          <a:pt x="5668" y="18223"/>
                          <a:pt x="7574" y="20928"/>
                        </a:cubicBezTo>
                        <a:cubicBezTo>
                          <a:pt x="9481" y="23588"/>
                          <a:pt x="11697" y="26203"/>
                          <a:pt x="14667" y="29040"/>
                        </a:cubicBezTo>
                        <a:cubicBezTo>
                          <a:pt x="15909" y="30193"/>
                          <a:pt x="17239" y="31301"/>
                          <a:pt x="18657" y="32365"/>
                        </a:cubicBezTo>
                        <a:cubicBezTo>
                          <a:pt x="19987" y="33518"/>
                          <a:pt x="21406" y="34537"/>
                          <a:pt x="22824" y="35513"/>
                        </a:cubicBezTo>
                        <a:cubicBezTo>
                          <a:pt x="25750" y="37419"/>
                          <a:pt x="28676" y="39059"/>
                          <a:pt x="31336" y="40300"/>
                        </a:cubicBezTo>
                        <a:cubicBezTo>
                          <a:pt x="35414" y="42029"/>
                          <a:pt x="39980" y="42916"/>
                          <a:pt x="41044" y="40123"/>
                        </a:cubicBezTo>
                        <a:cubicBezTo>
                          <a:pt x="41753" y="38305"/>
                          <a:pt x="39182" y="36089"/>
                          <a:pt x="37675" y="33739"/>
                        </a:cubicBezTo>
                        <a:cubicBezTo>
                          <a:pt x="35858" y="30991"/>
                          <a:pt x="33995" y="28331"/>
                          <a:pt x="32089" y="25671"/>
                        </a:cubicBezTo>
                        <a:cubicBezTo>
                          <a:pt x="30183" y="23011"/>
                          <a:pt x="28543" y="20085"/>
                          <a:pt x="26814" y="17071"/>
                        </a:cubicBezTo>
                        <a:cubicBezTo>
                          <a:pt x="25395" y="14455"/>
                          <a:pt x="24065" y="11441"/>
                          <a:pt x="22115" y="8559"/>
                        </a:cubicBezTo>
                        <a:cubicBezTo>
                          <a:pt x="20120" y="5811"/>
                          <a:pt x="17504" y="3240"/>
                          <a:pt x="13736" y="1422"/>
                        </a:cubicBezTo>
                        <a:cubicBezTo>
                          <a:pt x="6776" y="-1548"/>
                          <a:pt x="437" y="402"/>
                          <a:pt x="82" y="479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83" name="Forme libre : forme 21982">
                    <a:extLst>
                      <a:ext uri="{FF2B5EF4-FFF2-40B4-BE49-F238E27FC236}">
                        <a16:creationId xmlns:a16="http://schemas.microsoft.com/office/drawing/2014/main" id="{AB325B1E-141E-472A-8D11-1E3776C8A144}"/>
                      </a:ext>
                    </a:extLst>
                  </p:cNvPr>
                  <p:cNvSpPr/>
                  <p:nvPr/>
                </p:nvSpPr>
                <p:spPr>
                  <a:xfrm>
                    <a:off x="6635360" y="1229269"/>
                    <a:ext cx="17578" cy="8557"/>
                  </a:xfrm>
                  <a:custGeom>
                    <a:avLst/>
                    <a:gdLst>
                      <a:gd name="connsiteX0" fmla="*/ 2320 w 17578"/>
                      <a:gd name="connsiteY0" fmla="*/ 117 h 8557"/>
                      <a:gd name="connsiteX1" fmla="*/ 236 w 17578"/>
                      <a:gd name="connsiteY1" fmla="*/ 250 h 8557"/>
                      <a:gd name="connsiteX2" fmla="*/ 812 w 17578"/>
                      <a:gd name="connsiteY2" fmla="*/ 1934 h 8557"/>
                      <a:gd name="connsiteX3" fmla="*/ 3650 w 17578"/>
                      <a:gd name="connsiteY3" fmla="*/ 3752 h 8557"/>
                      <a:gd name="connsiteX4" fmla="*/ 11141 w 17578"/>
                      <a:gd name="connsiteY4" fmla="*/ 7343 h 8557"/>
                      <a:gd name="connsiteX5" fmla="*/ 13979 w 17578"/>
                      <a:gd name="connsiteY5" fmla="*/ 8407 h 8557"/>
                      <a:gd name="connsiteX6" fmla="*/ 14688 w 17578"/>
                      <a:gd name="connsiteY6" fmla="*/ 4151 h 8557"/>
                      <a:gd name="connsiteX7" fmla="*/ 2320 w 17578"/>
                      <a:gd name="connsiteY7" fmla="*/ 117 h 8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578" h="8557">
                        <a:moveTo>
                          <a:pt x="2320" y="117"/>
                        </a:moveTo>
                        <a:cubicBezTo>
                          <a:pt x="1389" y="-16"/>
                          <a:pt x="768" y="-105"/>
                          <a:pt x="236" y="250"/>
                        </a:cubicBezTo>
                        <a:cubicBezTo>
                          <a:pt x="-296" y="604"/>
                          <a:pt x="147" y="1314"/>
                          <a:pt x="812" y="1934"/>
                        </a:cubicBezTo>
                        <a:cubicBezTo>
                          <a:pt x="1522" y="2555"/>
                          <a:pt x="2719" y="3264"/>
                          <a:pt x="3650" y="3752"/>
                        </a:cubicBezTo>
                        <a:cubicBezTo>
                          <a:pt x="6088" y="4993"/>
                          <a:pt x="8748" y="6234"/>
                          <a:pt x="11141" y="7343"/>
                        </a:cubicBezTo>
                        <a:cubicBezTo>
                          <a:pt x="12117" y="7786"/>
                          <a:pt x="13048" y="8229"/>
                          <a:pt x="13979" y="8407"/>
                        </a:cubicBezTo>
                        <a:cubicBezTo>
                          <a:pt x="17835" y="9160"/>
                          <a:pt x="19343" y="6988"/>
                          <a:pt x="14688" y="4151"/>
                        </a:cubicBezTo>
                        <a:cubicBezTo>
                          <a:pt x="11186" y="1846"/>
                          <a:pt x="6044" y="649"/>
                          <a:pt x="2320" y="11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84" name="Forme libre : forme 21983">
                    <a:extLst>
                      <a:ext uri="{FF2B5EF4-FFF2-40B4-BE49-F238E27FC236}">
                        <a16:creationId xmlns:a16="http://schemas.microsoft.com/office/drawing/2014/main" id="{21008271-958F-4815-9842-45FE07F90D03}"/>
                      </a:ext>
                    </a:extLst>
                  </p:cNvPr>
                  <p:cNvSpPr/>
                  <p:nvPr/>
                </p:nvSpPr>
                <p:spPr>
                  <a:xfrm>
                    <a:off x="6656653" y="1270614"/>
                    <a:ext cx="28194" cy="9356"/>
                  </a:xfrm>
                  <a:custGeom>
                    <a:avLst/>
                    <a:gdLst>
                      <a:gd name="connsiteX0" fmla="*/ 28195 w 28194"/>
                      <a:gd name="connsiteY0" fmla="*/ 9177 h 9356"/>
                      <a:gd name="connsiteX1" fmla="*/ 0 w 28194"/>
                      <a:gd name="connsiteY1" fmla="*/ 0 h 9356"/>
                      <a:gd name="connsiteX2" fmla="*/ 28195 w 28194"/>
                      <a:gd name="connsiteY2" fmla="*/ 9177 h 9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194" h="9356">
                        <a:moveTo>
                          <a:pt x="28195" y="9177"/>
                        </a:moveTo>
                        <a:cubicBezTo>
                          <a:pt x="20836" y="10551"/>
                          <a:pt x="7980" y="3724"/>
                          <a:pt x="0" y="0"/>
                        </a:cubicBezTo>
                        <a:cubicBezTo>
                          <a:pt x="8689" y="4123"/>
                          <a:pt x="19816" y="7226"/>
                          <a:pt x="28195" y="91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85" name="Forme libre : forme 21984">
                    <a:extLst>
                      <a:ext uri="{FF2B5EF4-FFF2-40B4-BE49-F238E27FC236}">
                        <a16:creationId xmlns:a16="http://schemas.microsoft.com/office/drawing/2014/main" id="{F8F03BF4-5AF8-4AEE-B9D6-40786469F6A3}"/>
                      </a:ext>
                    </a:extLst>
                  </p:cNvPr>
                  <p:cNvSpPr/>
                  <p:nvPr/>
                </p:nvSpPr>
                <p:spPr>
                  <a:xfrm>
                    <a:off x="6617154" y="1218627"/>
                    <a:ext cx="34445" cy="6591"/>
                  </a:xfrm>
                  <a:custGeom>
                    <a:avLst/>
                    <a:gdLst>
                      <a:gd name="connsiteX0" fmla="*/ 34445 w 34445"/>
                      <a:gd name="connsiteY0" fmla="*/ 6592 h 6591"/>
                      <a:gd name="connsiteX1" fmla="*/ 0 w 34445"/>
                      <a:gd name="connsiteY1" fmla="*/ 740 h 6591"/>
                      <a:gd name="connsiteX2" fmla="*/ 34445 w 34445"/>
                      <a:gd name="connsiteY2" fmla="*/ 6592 h 6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445" h="6591">
                        <a:moveTo>
                          <a:pt x="34445" y="6592"/>
                        </a:moveTo>
                        <a:cubicBezTo>
                          <a:pt x="22786" y="-58"/>
                          <a:pt x="9842" y="-944"/>
                          <a:pt x="0" y="740"/>
                        </a:cubicBezTo>
                        <a:cubicBezTo>
                          <a:pt x="9177" y="-1343"/>
                          <a:pt x="23806" y="2203"/>
                          <a:pt x="34445" y="65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86" name="Forme libre : forme 21985">
                    <a:extLst>
                      <a:ext uri="{FF2B5EF4-FFF2-40B4-BE49-F238E27FC236}">
                        <a16:creationId xmlns:a16="http://schemas.microsoft.com/office/drawing/2014/main" id="{072E09F9-09EC-4B9C-BA37-A8B03565D891}"/>
                      </a:ext>
                    </a:extLst>
                  </p:cNvPr>
                  <p:cNvSpPr/>
                  <p:nvPr/>
                </p:nvSpPr>
                <p:spPr>
                  <a:xfrm>
                    <a:off x="6657621" y="1246653"/>
                    <a:ext cx="12299" cy="12064"/>
                  </a:xfrm>
                  <a:custGeom>
                    <a:avLst/>
                    <a:gdLst>
                      <a:gd name="connsiteX0" fmla="*/ 11800 w 12299"/>
                      <a:gd name="connsiteY0" fmla="*/ 12036 h 12064"/>
                      <a:gd name="connsiteX1" fmla="*/ 3953 w 12299"/>
                      <a:gd name="connsiteY1" fmla="*/ 6317 h 12064"/>
                      <a:gd name="connsiteX2" fmla="*/ 540 w 12299"/>
                      <a:gd name="connsiteY2" fmla="*/ 66 h 12064"/>
                      <a:gd name="connsiteX3" fmla="*/ 8121 w 12299"/>
                      <a:gd name="connsiteY3" fmla="*/ 5386 h 12064"/>
                      <a:gd name="connsiteX4" fmla="*/ 11800 w 12299"/>
                      <a:gd name="connsiteY4" fmla="*/ 12036 h 12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99" h="12064">
                        <a:moveTo>
                          <a:pt x="11800" y="12036"/>
                        </a:moveTo>
                        <a:cubicBezTo>
                          <a:pt x="9938" y="12479"/>
                          <a:pt x="5328" y="7780"/>
                          <a:pt x="3953" y="6317"/>
                        </a:cubicBezTo>
                        <a:cubicBezTo>
                          <a:pt x="2624" y="4765"/>
                          <a:pt x="-1455" y="731"/>
                          <a:pt x="540" y="66"/>
                        </a:cubicBezTo>
                        <a:cubicBezTo>
                          <a:pt x="2624" y="-599"/>
                          <a:pt x="6879" y="3923"/>
                          <a:pt x="8121" y="5386"/>
                        </a:cubicBezTo>
                        <a:cubicBezTo>
                          <a:pt x="9450" y="6805"/>
                          <a:pt x="13750" y="11504"/>
                          <a:pt x="11800" y="1203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87" name="Forme libre : forme 21986">
                    <a:extLst>
                      <a:ext uri="{FF2B5EF4-FFF2-40B4-BE49-F238E27FC236}">
                        <a16:creationId xmlns:a16="http://schemas.microsoft.com/office/drawing/2014/main" id="{30F4769E-BF75-427E-A2BB-78519E117A29}"/>
                      </a:ext>
                    </a:extLst>
                  </p:cNvPr>
                  <p:cNvSpPr/>
                  <p:nvPr/>
                </p:nvSpPr>
                <p:spPr>
                  <a:xfrm>
                    <a:off x="6668081" y="1256766"/>
                    <a:ext cx="3565" cy="3523"/>
                  </a:xfrm>
                  <a:custGeom>
                    <a:avLst/>
                    <a:gdLst>
                      <a:gd name="connsiteX0" fmla="*/ 3512 w 3565"/>
                      <a:gd name="connsiteY0" fmla="*/ 3341 h 3523"/>
                      <a:gd name="connsiteX1" fmla="*/ 1428 w 3565"/>
                      <a:gd name="connsiteY1" fmla="*/ 2455 h 3523"/>
                      <a:gd name="connsiteX2" fmla="*/ 54 w 3565"/>
                      <a:gd name="connsiteY2" fmla="*/ 194 h 3523"/>
                      <a:gd name="connsiteX3" fmla="*/ 2138 w 3565"/>
                      <a:gd name="connsiteY3" fmla="*/ 992 h 3523"/>
                      <a:gd name="connsiteX4" fmla="*/ 3512 w 3565"/>
                      <a:gd name="connsiteY4" fmla="*/ 3341 h 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5" h="3523">
                        <a:moveTo>
                          <a:pt x="3512" y="3341"/>
                        </a:moveTo>
                        <a:cubicBezTo>
                          <a:pt x="3201" y="3918"/>
                          <a:pt x="2004" y="2987"/>
                          <a:pt x="1428" y="2455"/>
                        </a:cubicBezTo>
                        <a:cubicBezTo>
                          <a:pt x="852" y="1923"/>
                          <a:pt x="-257" y="770"/>
                          <a:pt x="54" y="194"/>
                        </a:cubicBezTo>
                        <a:cubicBezTo>
                          <a:pt x="364" y="-383"/>
                          <a:pt x="1561" y="460"/>
                          <a:pt x="2138" y="992"/>
                        </a:cubicBezTo>
                        <a:cubicBezTo>
                          <a:pt x="2714" y="1568"/>
                          <a:pt x="3822" y="2765"/>
                          <a:pt x="3512" y="33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88" name="Forme libre : forme 21987">
                    <a:extLst>
                      <a:ext uri="{FF2B5EF4-FFF2-40B4-BE49-F238E27FC236}">
                        <a16:creationId xmlns:a16="http://schemas.microsoft.com/office/drawing/2014/main" id="{D41DCEC3-996D-46C1-BBA1-8F96994DFD25}"/>
                      </a:ext>
                    </a:extLst>
                  </p:cNvPr>
                  <p:cNvSpPr/>
                  <p:nvPr/>
                </p:nvSpPr>
                <p:spPr>
                  <a:xfrm>
                    <a:off x="6663337" y="1238819"/>
                    <a:ext cx="23387" cy="37573"/>
                  </a:xfrm>
                  <a:custGeom>
                    <a:avLst/>
                    <a:gdLst>
                      <a:gd name="connsiteX0" fmla="*/ 21201 w 23387"/>
                      <a:gd name="connsiteY0" fmla="*/ 24524 h 37573"/>
                      <a:gd name="connsiteX1" fmla="*/ 23195 w 23387"/>
                      <a:gd name="connsiteY1" fmla="*/ 36582 h 37573"/>
                      <a:gd name="connsiteX2" fmla="*/ 19294 w 23387"/>
                      <a:gd name="connsiteY2" fmla="*/ 36316 h 37573"/>
                      <a:gd name="connsiteX3" fmla="*/ 17078 w 23387"/>
                      <a:gd name="connsiteY3" fmla="*/ 31750 h 37573"/>
                      <a:gd name="connsiteX4" fmla="*/ 10827 w 23387"/>
                      <a:gd name="connsiteY4" fmla="*/ 17209 h 37573"/>
                      <a:gd name="connsiteX5" fmla="*/ 3645 w 23387"/>
                      <a:gd name="connsiteY5" fmla="*/ 7678 h 37573"/>
                      <a:gd name="connsiteX6" fmla="*/ 1030 w 23387"/>
                      <a:gd name="connsiteY6" fmla="*/ 53 h 37573"/>
                      <a:gd name="connsiteX7" fmla="*/ 5419 w 23387"/>
                      <a:gd name="connsiteY7" fmla="*/ 1206 h 37573"/>
                      <a:gd name="connsiteX8" fmla="*/ 10384 w 23387"/>
                      <a:gd name="connsiteY8" fmla="*/ 5107 h 37573"/>
                      <a:gd name="connsiteX9" fmla="*/ 17787 w 23387"/>
                      <a:gd name="connsiteY9" fmla="*/ 14062 h 37573"/>
                      <a:gd name="connsiteX10" fmla="*/ 21201 w 23387"/>
                      <a:gd name="connsiteY10" fmla="*/ 24524 h 37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387" h="37573">
                        <a:moveTo>
                          <a:pt x="21201" y="24524"/>
                        </a:moveTo>
                        <a:cubicBezTo>
                          <a:pt x="22708" y="29267"/>
                          <a:pt x="23860" y="32548"/>
                          <a:pt x="23195" y="36582"/>
                        </a:cubicBezTo>
                        <a:cubicBezTo>
                          <a:pt x="22929" y="38089"/>
                          <a:pt x="20846" y="37779"/>
                          <a:pt x="19294" y="36316"/>
                        </a:cubicBezTo>
                        <a:cubicBezTo>
                          <a:pt x="17787" y="34853"/>
                          <a:pt x="17477" y="33301"/>
                          <a:pt x="17078" y="31750"/>
                        </a:cubicBezTo>
                        <a:cubicBezTo>
                          <a:pt x="15881" y="26785"/>
                          <a:pt x="13620" y="22219"/>
                          <a:pt x="10827" y="17209"/>
                        </a:cubicBezTo>
                        <a:cubicBezTo>
                          <a:pt x="10029" y="15569"/>
                          <a:pt x="6438" y="11535"/>
                          <a:pt x="3645" y="7678"/>
                        </a:cubicBezTo>
                        <a:cubicBezTo>
                          <a:pt x="897" y="3821"/>
                          <a:pt x="-1408" y="541"/>
                          <a:pt x="1030" y="53"/>
                        </a:cubicBezTo>
                        <a:cubicBezTo>
                          <a:pt x="2227" y="-168"/>
                          <a:pt x="3778" y="319"/>
                          <a:pt x="5419" y="1206"/>
                        </a:cubicBezTo>
                        <a:cubicBezTo>
                          <a:pt x="7015" y="2181"/>
                          <a:pt x="8744" y="3555"/>
                          <a:pt x="10384" y="5107"/>
                        </a:cubicBezTo>
                        <a:cubicBezTo>
                          <a:pt x="13753" y="8121"/>
                          <a:pt x="16590" y="11934"/>
                          <a:pt x="17787" y="14062"/>
                        </a:cubicBezTo>
                        <a:cubicBezTo>
                          <a:pt x="20181" y="18273"/>
                          <a:pt x="20092" y="20977"/>
                          <a:pt x="21201" y="2452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30" name="Graphique 2">
                  <a:extLst>
                    <a:ext uri="{FF2B5EF4-FFF2-40B4-BE49-F238E27FC236}">
                      <a16:creationId xmlns:a16="http://schemas.microsoft.com/office/drawing/2014/main" id="{CDDA3CD5-F597-42FD-BE36-CC3DC8B08FB7}"/>
                    </a:ext>
                  </a:extLst>
                </p:cNvPr>
                <p:cNvGrpSpPr/>
                <p:nvPr/>
              </p:nvGrpSpPr>
              <p:grpSpPr>
                <a:xfrm>
                  <a:off x="6686272" y="1277882"/>
                  <a:ext cx="49554" cy="88771"/>
                  <a:chOff x="6686272" y="1277882"/>
                  <a:chExt cx="49554" cy="88771"/>
                </a:xfrm>
                <a:solidFill>
                  <a:schemeClr val="accent1"/>
                </a:solidFill>
              </p:grpSpPr>
              <p:sp>
                <p:nvSpPr>
                  <p:cNvPr id="21965" name="Forme libre : forme 21964">
                    <a:extLst>
                      <a:ext uri="{FF2B5EF4-FFF2-40B4-BE49-F238E27FC236}">
                        <a16:creationId xmlns:a16="http://schemas.microsoft.com/office/drawing/2014/main" id="{A5F80743-D52F-4308-93FF-B4A0D3ABB3D9}"/>
                      </a:ext>
                    </a:extLst>
                  </p:cNvPr>
                  <p:cNvSpPr/>
                  <p:nvPr/>
                </p:nvSpPr>
                <p:spPr>
                  <a:xfrm>
                    <a:off x="6686272" y="1277882"/>
                    <a:ext cx="49554" cy="88771"/>
                  </a:xfrm>
                  <a:custGeom>
                    <a:avLst/>
                    <a:gdLst>
                      <a:gd name="connsiteX0" fmla="*/ 14800 w 49554"/>
                      <a:gd name="connsiteY0" fmla="*/ 62863 h 88771"/>
                      <a:gd name="connsiteX1" fmla="*/ 10589 w 49554"/>
                      <a:gd name="connsiteY1" fmla="*/ 47923 h 88771"/>
                      <a:gd name="connsiteX2" fmla="*/ 6644 w 49554"/>
                      <a:gd name="connsiteY2" fmla="*/ 36796 h 88771"/>
                      <a:gd name="connsiteX3" fmla="*/ 6067 w 49554"/>
                      <a:gd name="connsiteY3" fmla="*/ 35466 h 88771"/>
                      <a:gd name="connsiteX4" fmla="*/ 4915 w 49554"/>
                      <a:gd name="connsiteY4" fmla="*/ 33339 h 88771"/>
                      <a:gd name="connsiteX5" fmla="*/ 3053 w 49554"/>
                      <a:gd name="connsiteY5" fmla="*/ 29216 h 88771"/>
                      <a:gd name="connsiteX6" fmla="*/ 748 w 49554"/>
                      <a:gd name="connsiteY6" fmla="*/ 21458 h 88771"/>
                      <a:gd name="connsiteX7" fmla="*/ 260 w 49554"/>
                      <a:gd name="connsiteY7" fmla="*/ 6208 h 88771"/>
                      <a:gd name="connsiteX8" fmla="*/ 8240 w 49554"/>
                      <a:gd name="connsiteY8" fmla="*/ 90 h 88771"/>
                      <a:gd name="connsiteX9" fmla="*/ 23179 w 49554"/>
                      <a:gd name="connsiteY9" fmla="*/ 5765 h 88771"/>
                      <a:gd name="connsiteX10" fmla="*/ 30139 w 49554"/>
                      <a:gd name="connsiteY10" fmla="*/ 11129 h 88771"/>
                      <a:gd name="connsiteX11" fmla="*/ 33552 w 49554"/>
                      <a:gd name="connsiteY11" fmla="*/ 14631 h 88771"/>
                      <a:gd name="connsiteX12" fmla="*/ 34395 w 49554"/>
                      <a:gd name="connsiteY12" fmla="*/ 15606 h 88771"/>
                      <a:gd name="connsiteX13" fmla="*/ 35370 w 49554"/>
                      <a:gd name="connsiteY13" fmla="*/ 16847 h 88771"/>
                      <a:gd name="connsiteX14" fmla="*/ 37542 w 49554"/>
                      <a:gd name="connsiteY14" fmla="*/ 20039 h 88771"/>
                      <a:gd name="connsiteX15" fmla="*/ 44768 w 49554"/>
                      <a:gd name="connsiteY15" fmla="*/ 37594 h 88771"/>
                      <a:gd name="connsiteX16" fmla="*/ 48448 w 49554"/>
                      <a:gd name="connsiteY16" fmla="*/ 53022 h 88771"/>
                      <a:gd name="connsiteX17" fmla="*/ 49068 w 49554"/>
                      <a:gd name="connsiteY17" fmla="*/ 69025 h 88771"/>
                      <a:gd name="connsiteX18" fmla="*/ 47650 w 49554"/>
                      <a:gd name="connsiteY18" fmla="*/ 75320 h 88771"/>
                      <a:gd name="connsiteX19" fmla="*/ 46187 w 49554"/>
                      <a:gd name="connsiteY19" fmla="*/ 82590 h 88771"/>
                      <a:gd name="connsiteX20" fmla="*/ 38385 w 49554"/>
                      <a:gd name="connsiteY20" fmla="*/ 88619 h 88771"/>
                      <a:gd name="connsiteX21" fmla="*/ 24465 w 49554"/>
                      <a:gd name="connsiteY21" fmla="*/ 80640 h 88771"/>
                      <a:gd name="connsiteX22" fmla="*/ 14800 w 49554"/>
                      <a:gd name="connsiteY22" fmla="*/ 62863 h 88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49554" h="88771">
                        <a:moveTo>
                          <a:pt x="14800" y="62863"/>
                        </a:moveTo>
                        <a:cubicBezTo>
                          <a:pt x="13559" y="59006"/>
                          <a:pt x="12096" y="53066"/>
                          <a:pt x="10589" y="47923"/>
                        </a:cubicBezTo>
                        <a:cubicBezTo>
                          <a:pt x="9126" y="42648"/>
                          <a:pt x="7486" y="38525"/>
                          <a:pt x="6644" y="36796"/>
                        </a:cubicBezTo>
                        <a:cubicBezTo>
                          <a:pt x="6422" y="36353"/>
                          <a:pt x="6378" y="36087"/>
                          <a:pt x="6067" y="35466"/>
                        </a:cubicBezTo>
                        <a:cubicBezTo>
                          <a:pt x="5668" y="34757"/>
                          <a:pt x="5269" y="34048"/>
                          <a:pt x="4915" y="33339"/>
                        </a:cubicBezTo>
                        <a:cubicBezTo>
                          <a:pt x="4205" y="31920"/>
                          <a:pt x="3585" y="30546"/>
                          <a:pt x="3053" y="29216"/>
                        </a:cubicBezTo>
                        <a:cubicBezTo>
                          <a:pt x="1989" y="26512"/>
                          <a:pt x="1324" y="23940"/>
                          <a:pt x="748" y="21458"/>
                        </a:cubicBezTo>
                        <a:cubicBezTo>
                          <a:pt x="-272" y="16493"/>
                          <a:pt x="-50" y="11483"/>
                          <a:pt x="260" y="6208"/>
                        </a:cubicBezTo>
                        <a:cubicBezTo>
                          <a:pt x="526" y="2528"/>
                          <a:pt x="4560" y="-575"/>
                          <a:pt x="8240" y="90"/>
                        </a:cubicBezTo>
                        <a:cubicBezTo>
                          <a:pt x="13648" y="1021"/>
                          <a:pt x="18347" y="2928"/>
                          <a:pt x="23179" y="5765"/>
                        </a:cubicBezTo>
                        <a:cubicBezTo>
                          <a:pt x="25617" y="7183"/>
                          <a:pt x="27834" y="9045"/>
                          <a:pt x="30139" y="11129"/>
                        </a:cubicBezTo>
                        <a:cubicBezTo>
                          <a:pt x="31292" y="12193"/>
                          <a:pt x="32444" y="13345"/>
                          <a:pt x="33552" y="14631"/>
                        </a:cubicBezTo>
                        <a:lnTo>
                          <a:pt x="34395" y="15606"/>
                        </a:lnTo>
                        <a:cubicBezTo>
                          <a:pt x="34661" y="15872"/>
                          <a:pt x="34971" y="16271"/>
                          <a:pt x="35370" y="16847"/>
                        </a:cubicBezTo>
                        <a:cubicBezTo>
                          <a:pt x="36124" y="17867"/>
                          <a:pt x="36833" y="18931"/>
                          <a:pt x="37542" y="20039"/>
                        </a:cubicBezTo>
                        <a:cubicBezTo>
                          <a:pt x="40468" y="24738"/>
                          <a:pt x="43084" y="31521"/>
                          <a:pt x="44768" y="37594"/>
                        </a:cubicBezTo>
                        <a:cubicBezTo>
                          <a:pt x="46542" y="43756"/>
                          <a:pt x="47694" y="49386"/>
                          <a:pt x="48448" y="53022"/>
                        </a:cubicBezTo>
                        <a:cubicBezTo>
                          <a:pt x="49822" y="59893"/>
                          <a:pt x="49778" y="64725"/>
                          <a:pt x="49068" y="69025"/>
                        </a:cubicBezTo>
                        <a:cubicBezTo>
                          <a:pt x="48714" y="71197"/>
                          <a:pt x="48226" y="73148"/>
                          <a:pt x="47650" y="75320"/>
                        </a:cubicBezTo>
                        <a:cubicBezTo>
                          <a:pt x="47295" y="77670"/>
                          <a:pt x="46763" y="80063"/>
                          <a:pt x="46187" y="82590"/>
                        </a:cubicBezTo>
                        <a:cubicBezTo>
                          <a:pt x="45345" y="86048"/>
                          <a:pt x="41754" y="89550"/>
                          <a:pt x="38385" y="88619"/>
                        </a:cubicBezTo>
                        <a:cubicBezTo>
                          <a:pt x="33508" y="87112"/>
                          <a:pt x="28853" y="85516"/>
                          <a:pt x="24465" y="80640"/>
                        </a:cubicBezTo>
                        <a:cubicBezTo>
                          <a:pt x="20297" y="76118"/>
                          <a:pt x="17061" y="70000"/>
                          <a:pt x="14800" y="6286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66" name="Forme libre : forme 21965">
                    <a:extLst>
                      <a:ext uri="{FF2B5EF4-FFF2-40B4-BE49-F238E27FC236}">
                        <a16:creationId xmlns:a16="http://schemas.microsoft.com/office/drawing/2014/main" id="{4A49420A-3119-4A02-82A1-F9A17E4965DF}"/>
                      </a:ext>
                    </a:extLst>
                  </p:cNvPr>
                  <p:cNvSpPr/>
                  <p:nvPr/>
                </p:nvSpPr>
                <p:spPr>
                  <a:xfrm>
                    <a:off x="6686324" y="1280056"/>
                    <a:ext cx="38643" cy="86401"/>
                  </a:xfrm>
                  <a:custGeom>
                    <a:avLst/>
                    <a:gdLst>
                      <a:gd name="connsiteX0" fmla="*/ 19448 w 38643"/>
                      <a:gd name="connsiteY0" fmla="*/ 32184 h 86401"/>
                      <a:gd name="connsiteX1" fmla="*/ 17275 w 38643"/>
                      <a:gd name="connsiteY1" fmla="*/ 28416 h 86401"/>
                      <a:gd name="connsiteX2" fmla="*/ 16123 w 38643"/>
                      <a:gd name="connsiteY2" fmla="*/ 26643 h 86401"/>
                      <a:gd name="connsiteX3" fmla="*/ 14704 w 38643"/>
                      <a:gd name="connsiteY3" fmla="*/ 24648 h 86401"/>
                      <a:gd name="connsiteX4" fmla="*/ 9473 w 38643"/>
                      <a:gd name="connsiteY4" fmla="*/ 16491 h 86401"/>
                      <a:gd name="connsiteX5" fmla="*/ 2203 w 38643"/>
                      <a:gd name="connsiteY5" fmla="*/ 0 h 86401"/>
                      <a:gd name="connsiteX6" fmla="*/ 252 w 38643"/>
                      <a:gd name="connsiteY6" fmla="*/ 3990 h 86401"/>
                      <a:gd name="connsiteX7" fmla="*/ 31 w 38643"/>
                      <a:gd name="connsiteY7" fmla="*/ 9354 h 86401"/>
                      <a:gd name="connsiteX8" fmla="*/ 2159 w 38643"/>
                      <a:gd name="connsiteY8" fmla="*/ 24559 h 86401"/>
                      <a:gd name="connsiteX9" fmla="*/ 4287 w 38643"/>
                      <a:gd name="connsiteY9" fmla="*/ 29835 h 86401"/>
                      <a:gd name="connsiteX10" fmla="*/ 6680 w 38643"/>
                      <a:gd name="connsiteY10" fmla="*/ 34578 h 86401"/>
                      <a:gd name="connsiteX11" fmla="*/ 7877 w 38643"/>
                      <a:gd name="connsiteY11" fmla="*/ 37415 h 86401"/>
                      <a:gd name="connsiteX12" fmla="*/ 14128 w 38643"/>
                      <a:gd name="connsiteY12" fmla="*/ 58251 h 86401"/>
                      <a:gd name="connsiteX13" fmla="*/ 14837 w 38643"/>
                      <a:gd name="connsiteY13" fmla="*/ 60600 h 86401"/>
                      <a:gd name="connsiteX14" fmla="*/ 21132 w 38643"/>
                      <a:gd name="connsiteY14" fmla="*/ 74077 h 86401"/>
                      <a:gd name="connsiteX15" fmla="*/ 27206 w 38643"/>
                      <a:gd name="connsiteY15" fmla="*/ 80860 h 86401"/>
                      <a:gd name="connsiteX16" fmla="*/ 33900 w 38643"/>
                      <a:gd name="connsiteY16" fmla="*/ 84850 h 86401"/>
                      <a:gd name="connsiteX17" fmla="*/ 38466 w 38643"/>
                      <a:gd name="connsiteY17" fmla="*/ 86401 h 86401"/>
                      <a:gd name="connsiteX18" fmla="*/ 38643 w 38643"/>
                      <a:gd name="connsiteY18" fmla="*/ 86401 h 86401"/>
                      <a:gd name="connsiteX19" fmla="*/ 35185 w 38643"/>
                      <a:gd name="connsiteY19" fmla="*/ 79929 h 86401"/>
                      <a:gd name="connsiteX20" fmla="*/ 32126 w 38643"/>
                      <a:gd name="connsiteY20" fmla="*/ 72880 h 86401"/>
                      <a:gd name="connsiteX21" fmla="*/ 27915 w 38643"/>
                      <a:gd name="connsiteY21" fmla="*/ 58561 h 86401"/>
                      <a:gd name="connsiteX22" fmla="*/ 19448 w 38643"/>
                      <a:gd name="connsiteY22" fmla="*/ 32184 h 86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8643" h="86401">
                        <a:moveTo>
                          <a:pt x="19448" y="32184"/>
                        </a:moveTo>
                        <a:cubicBezTo>
                          <a:pt x="18783" y="30854"/>
                          <a:pt x="18029" y="29613"/>
                          <a:pt x="17275" y="28416"/>
                        </a:cubicBezTo>
                        <a:lnTo>
                          <a:pt x="16123" y="26643"/>
                        </a:lnTo>
                        <a:lnTo>
                          <a:pt x="14704" y="24648"/>
                        </a:lnTo>
                        <a:cubicBezTo>
                          <a:pt x="12798" y="21988"/>
                          <a:pt x="11025" y="19240"/>
                          <a:pt x="9473" y="16491"/>
                        </a:cubicBezTo>
                        <a:cubicBezTo>
                          <a:pt x="6060" y="11127"/>
                          <a:pt x="3621" y="5453"/>
                          <a:pt x="2203" y="0"/>
                        </a:cubicBezTo>
                        <a:cubicBezTo>
                          <a:pt x="1095" y="1108"/>
                          <a:pt x="341" y="2483"/>
                          <a:pt x="252" y="3990"/>
                        </a:cubicBezTo>
                        <a:cubicBezTo>
                          <a:pt x="119" y="5852"/>
                          <a:pt x="75" y="7581"/>
                          <a:pt x="31" y="9354"/>
                        </a:cubicBezTo>
                        <a:cubicBezTo>
                          <a:pt x="-147" y="14496"/>
                          <a:pt x="430" y="19284"/>
                          <a:pt x="2159" y="24559"/>
                        </a:cubicBezTo>
                        <a:cubicBezTo>
                          <a:pt x="2691" y="26288"/>
                          <a:pt x="3400" y="28017"/>
                          <a:pt x="4287" y="29835"/>
                        </a:cubicBezTo>
                        <a:cubicBezTo>
                          <a:pt x="5084" y="31519"/>
                          <a:pt x="6503" y="33913"/>
                          <a:pt x="6680" y="34578"/>
                        </a:cubicBezTo>
                        <a:cubicBezTo>
                          <a:pt x="6991" y="35287"/>
                          <a:pt x="7434" y="36174"/>
                          <a:pt x="7877" y="37415"/>
                        </a:cubicBezTo>
                        <a:cubicBezTo>
                          <a:pt x="9872" y="42026"/>
                          <a:pt x="12266" y="51646"/>
                          <a:pt x="14128" y="58251"/>
                        </a:cubicBezTo>
                        <a:cubicBezTo>
                          <a:pt x="14394" y="59093"/>
                          <a:pt x="14616" y="59891"/>
                          <a:pt x="14837" y="60600"/>
                        </a:cubicBezTo>
                        <a:cubicBezTo>
                          <a:pt x="16433" y="65699"/>
                          <a:pt x="18517" y="70220"/>
                          <a:pt x="21132" y="74077"/>
                        </a:cubicBezTo>
                        <a:cubicBezTo>
                          <a:pt x="22906" y="76693"/>
                          <a:pt x="24945" y="78953"/>
                          <a:pt x="27206" y="80860"/>
                        </a:cubicBezTo>
                        <a:cubicBezTo>
                          <a:pt x="29422" y="82899"/>
                          <a:pt x="31639" y="83741"/>
                          <a:pt x="33900" y="84850"/>
                        </a:cubicBezTo>
                        <a:cubicBezTo>
                          <a:pt x="35407" y="85470"/>
                          <a:pt x="36914" y="86002"/>
                          <a:pt x="38466" y="86401"/>
                        </a:cubicBezTo>
                        <a:lnTo>
                          <a:pt x="38643" y="86401"/>
                        </a:lnTo>
                        <a:cubicBezTo>
                          <a:pt x="37490" y="84273"/>
                          <a:pt x="36338" y="82101"/>
                          <a:pt x="35185" y="79929"/>
                        </a:cubicBezTo>
                        <a:cubicBezTo>
                          <a:pt x="34033" y="77668"/>
                          <a:pt x="33013" y="75274"/>
                          <a:pt x="32126" y="72880"/>
                        </a:cubicBezTo>
                        <a:cubicBezTo>
                          <a:pt x="30398" y="68092"/>
                          <a:pt x="29112" y="63305"/>
                          <a:pt x="27915" y="58561"/>
                        </a:cubicBezTo>
                        <a:cubicBezTo>
                          <a:pt x="25432" y="49252"/>
                          <a:pt x="23349" y="39809"/>
                          <a:pt x="19448" y="3218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67" name="Forme libre : forme 21966">
                    <a:extLst>
                      <a:ext uri="{FF2B5EF4-FFF2-40B4-BE49-F238E27FC236}">
                        <a16:creationId xmlns:a16="http://schemas.microsoft.com/office/drawing/2014/main" id="{D53C4BDC-3A4A-44DE-BCDA-29FFC9BF8AEE}"/>
                      </a:ext>
                    </a:extLst>
                  </p:cNvPr>
                  <p:cNvSpPr/>
                  <p:nvPr/>
                </p:nvSpPr>
                <p:spPr>
                  <a:xfrm>
                    <a:off x="6706493" y="1306408"/>
                    <a:ext cx="16299" cy="42888"/>
                  </a:xfrm>
                  <a:custGeom>
                    <a:avLst/>
                    <a:gdLst>
                      <a:gd name="connsiteX0" fmla="*/ 14352 w 16299"/>
                      <a:gd name="connsiteY0" fmla="*/ 42760 h 42888"/>
                      <a:gd name="connsiteX1" fmla="*/ 7214 w 16299"/>
                      <a:gd name="connsiteY1" fmla="*/ 35002 h 42888"/>
                      <a:gd name="connsiteX2" fmla="*/ 2737 w 16299"/>
                      <a:gd name="connsiteY2" fmla="*/ 21836 h 42888"/>
                      <a:gd name="connsiteX3" fmla="*/ 387 w 16299"/>
                      <a:gd name="connsiteY3" fmla="*/ 9778 h 42888"/>
                      <a:gd name="connsiteX4" fmla="*/ 1717 w 16299"/>
                      <a:gd name="connsiteY4" fmla="*/ 335 h 42888"/>
                      <a:gd name="connsiteX5" fmla="*/ 9475 w 16299"/>
                      <a:gd name="connsiteY5" fmla="*/ 6409 h 42888"/>
                      <a:gd name="connsiteX6" fmla="*/ 13864 w 16299"/>
                      <a:gd name="connsiteY6" fmla="*/ 18821 h 42888"/>
                      <a:gd name="connsiteX7" fmla="*/ 16036 w 16299"/>
                      <a:gd name="connsiteY7" fmla="*/ 32298 h 42888"/>
                      <a:gd name="connsiteX8" fmla="*/ 14352 w 16299"/>
                      <a:gd name="connsiteY8" fmla="*/ 42760 h 42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299" h="42888">
                        <a:moveTo>
                          <a:pt x="14352" y="42760"/>
                        </a:moveTo>
                        <a:cubicBezTo>
                          <a:pt x="12135" y="43647"/>
                          <a:pt x="9342" y="39834"/>
                          <a:pt x="7214" y="35002"/>
                        </a:cubicBezTo>
                        <a:cubicBezTo>
                          <a:pt x="5042" y="30170"/>
                          <a:pt x="3446" y="24584"/>
                          <a:pt x="2737" y="21836"/>
                        </a:cubicBezTo>
                        <a:cubicBezTo>
                          <a:pt x="1983" y="19043"/>
                          <a:pt x="1008" y="14078"/>
                          <a:pt x="387" y="9778"/>
                        </a:cubicBezTo>
                        <a:cubicBezTo>
                          <a:pt x="-145" y="5478"/>
                          <a:pt x="-455" y="1709"/>
                          <a:pt x="1717" y="335"/>
                        </a:cubicBezTo>
                        <a:cubicBezTo>
                          <a:pt x="3845" y="-1039"/>
                          <a:pt x="7170" y="1976"/>
                          <a:pt x="9475" y="6409"/>
                        </a:cubicBezTo>
                        <a:cubicBezTo>
                          <a:pt x="11825" y="10797"/>
                          <a:pt x="13243" y="16117"/>
                          <a:pt x="13864" y="18821"/>
                        </a:cubicBezTo>
                        <a:cubicBezTo>
                          <a:pt x="14485" y="21570"/>
                          <a:pt x="15548" y="27244"/>
                          <a:pt x="16036" y="32298"/>
                        </a:cubicBezTo>
                        <a:cubicBezTo>
                          <a:pt x="16524" y="37396"/>
                          <a:pt x="16524" y="41918"/>
                          <a:pt x="14352" y="4276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68" name="Forme libre : forme 21967">
                    <a:extLst>
                      <a:ext uri="{FF2B5EF4-FFF2-40B4-BE49-F238E27FC236}">
                        <a16:creationId xmlns:a16="http://schemas.microsoft.com/office/drawing/2014/main" id="{A4109F3B-4A16-4741-A479-60552866B85C}"/>
                      </a:ext>
                    </a:extLst>
                  </p:cNvPr>
                  <p:cNvSpPr/>
                  <p:nvPr/>
                </p:nvSpPr>
                <p:spPr>
                  <a:xfrm>
                    <a:off x="6706629" y="1306020"/>
                    <a:ext cx="9649" cy="31445"/>
                  </a:xfrm>
                  <a:custGeom>
                    <a:avLst/>
                    <a:gdLst>
                      <a:gd name="connsiteX0" fmla="*/ 9649 w 9649"/>
                      <a:gd name="connsiteY0" fmla="*/ 7684 h 31445"/>
                      <a:gd name="connsiteX1" fmla="*/ 5881 w 9649"/>
                      <a:gd name="connsiteY1" fmla="*/ 2142 h 31445"/>
                      <a:gd name="connsiteX2" fmla="*/ 1492 w 9649"/>
                      <a:gd name="connsiteY2" fmla="*/ 546 h 31445"/>
                      <a:gd name="connsiteX3" fmla="*/ 295 w 9649"/>
                      <a:gd name="connsiteY3" fmla="*/ 10166 h 31445"/>
                      <a:gd name="connsiteX4" fmla="*/ 2645 w 9649"/>
                      <a:gd name="connsiteY4" fmla="*/ 22490 h 31445"/>
                      <a:gd name="connsiteX5" fmla="*/ 5659 w 9649"/>
                      <a:gd name="connsiteY5" fmla="*/ 31445 h 31445"/>
                      <a:gd name="connsiteX6" fmla="*/ 4773 w 9649"/>
                      <a:gd name="connsiteY6" fmla="*/ 26436 h 31445"/>
                      <a:gd name="connsiteX7" fmla="*/ 9649 w 9649"/>
                      <a:gd name="connsiteY7" fmla="*/ 7684 h 31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649" h="31445">
                        <a:moveTo>
                          <a:pt x="9649" y="7684"/>
                        </a:moveTo>
                        <a:cubicBezTo>
                          <a:pt x="8762" y="6442"/>
                          <a:pt x="7388" y="3960"/>
                          <a:pt x="5881" y="2142"/>
                        </a:cubicBezTo>
                        <a:cubicBezTo>
                          <a:pt x="4241" y="325"/>
                          <a:pt x="2645" y="-695"/>
                          <a:pt x="1492" y="546"/>
                        </a:cubicBezTo>
                        <a:cubicBezTo>
                          <a:pt x="-325" y="2586"/>
                          <a:pt x="-148" y="6088"/>
                          <a:pt x="295" y="10166"/>
                        </a:cubicBezTo>
                        <a:cubicBezTo>
                          <a:pt x="827" y="14245"/>
                          <a:pt x="1758" y="18944"/>
                          <a:pt x="2645" y="22490"/>
                        </a:cubicBezTo>
                        <a:cubicBezTo>
                          <a:pt x="3133" y="24529"/>
                          <a:pt x="4640" y="29140"/>
                          <a:pt x="5659" y="31445"/>
                        </a:cubicBezTo>
                        <a:cubicBezTo>
                          <a:pt x="5349" y="30071"/>
                          <a:pt x="4773" y="27765"/>
                          <a:pt x="4773" y="26436"/>
                        </a:cubicBezTo>
                        <a:cubicBezTo>
                          <a:pt x="4684" y="18855"/>
                          <a:pt x="4596" y="10077"/>
                          <a:pt x="9649" y="768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69" name="Forme libre : forme 21968">
                    <a:extLst>
                      <a:ext uri="{FF2B5EF4-FFF2-40B4-BE49-F238E27FC236}">
                        <a16:creationId xmlns:a16="http://schemas.microsoft.com/office/drawing/2014/main" id="{A842435B-CE4B-40B7-9752-E9DCB44A24E6}"/>
                      </a:ext>
                    </a:extLst>
                  </p:cNvPr>
                  <p:cNvSpPr/>
                  <p:nvPr/>
                </p:nvSpPr>
                <p:spPr>
                  <a:xfrm>
                    <a:off x="6705994" y="1309044"/>
                    <a:ext cx="16516" cy="42837"/>
                  </a:xfrm>
                  <a:custGeom>
                    <a:avLst/>
                    <a:gdLst>
                      <a:gd name="connsiteX0" fmla="*/ 14540 w 16516"/>
                      <a:gd name="connsiteY0" fmla="*/ 42828 h 42837"/>
                      <a:gd name="connsiteX1" fmla="*/ 7004 w 16516"/>
                      <a:gd name="connsiteY1" fmla="*/ 34583 h 42837"/>
                      <a:gd name="connsiteX2" fmla="*/ 2349 w 16516"/>
                      <a:gd name="connsiteY2" fmla="*/ 21594 h 42837"/>
                      <a:gd name="connsiteX3" fmla="*/ 177 w 16516"/>
                      <a:gd name="connsiteY3" fmla="*/ 9580 h 42837"/>
                      <a:gd name="connsiteX4" fmla="*/ 2083 w 16516"/>
                      <a:gd name="connsiteY4" fmla="*/ 359 h 42837"/>
                      <a:gd name="connsiteX5" fmla="*/ 9487 w 16516"/>
                      <a:gd name="connsiteY5" fmla="*/ 6521 h 42837"/>
                      <a:gd name="connsiteX6" fmla="*/ 13609 w 16516"/>
                      <a:gd name="connsiteY6" fmla="*/ 18801 h 42837"/>
                      <a:gd name="connsiteX7" fmla="*/ 16092 w 16516"/>
                      <a:gd name="connsiteY7" fmla="*/ 32677 h 42837"/>
                      <a:gd name="connsiteX8" fmla="*/ 14540 w 16516"/>
                      <a:gd name="connsiteY8" fmla="*/ 42828 h 42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516" h="42837">
                        <a:moveTo>
                          <a:pt x="14540" y="42828"/>
                        </a:moveTo>
                        <a:cubicBezTo>
                          <a:pt x="12102" y="43050"/>
                          <a:pt x="9176" y="39238"/>
                          <a:pt x="7004" y="34583"/>
                        </a:cubicBezTo>
                        <a:cubicBezTo>
                          <a:pt x="4788" y="29928"/>
                          <a:pt x="3192" y="24564"/>
                          <a:pt x="2349" y="21594"/>
                        </a:cubicBezTo>
                        <a:cubicBezTo>
                          <a:pt x="1507" y="18579"/>
                          <a:pt x="532" y="13747"/>
                          <a:pt x="177" y="9580"/>
                        </a:cubicBezTo>
                        <a:cubicBezTo>
                          <a:pt x="-222" y="5457"/>
                          <a:pt x="-89" y="1778"/>
                          <a:pt x="2083" y="359"/>
                        </a:cubicBezTo>
                        <a:cubicBezTo>
                          <a:pt x="4300" y="-1104"/>
                          <a:pt x="7314" y="2088"/>
                          <a:pt x="9487" y="6521"/>
                        </a:cubicBezTo>
                        <a:cubicBezTo>
                          <a:pt x="11659" y="10955"/>
                          <a:pt x="13033" y="16319"/>
                          <a:pt x="13609" y="18801"/>
                        </a:cubicBezTo>
                        <a:cubicBezTo>
                          <a:pt x="14230" y="21328"/>
                          <a:pt x="15427" y="27357"/>
                          <a:pt x="16092" y="32677"/>
                        </a:cubicBezTo>
                        <a:cubicBezTo>
                          <a:pt x="16713" y="37952"/>
                          <a:pt x="16979" y="42607"/>
                          <a:pt x="14540" y="4282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70" name="Forme libre : forme 21969">
                    <a:extLst>
                      <a:ext uri="{FF2B5EF4-FFF2-40B4-BE49-F238E27FC236}">
                        <a16:creationId xmlns:a16="http://schemas.microsoft.com/office/drawing/2014/main" id="{2ABE920C-D158-4E7E-A229-40A4EF6AFEE8}"/>
                      </a:ext>
                    </a:extLst>
                  </p:cNvPr>
                  <p:cNvSpPr/>
                  <p:nvPr/>
                </p:nvSpPr>
                <p:spPr>
                  <a:xfrm>
                    <a:off x="6694581" y="1287928"/>
                    <a:ext cx="20390" cy="53358"/>
                  </a:xfrm>
                  <a:custGeom>
                    <a:avLst/>
                    <a:gdLst>
                      <a:gd name="connsiteX0" fmla="*/ 1394 w 20390"/>
                      <a:gd name="connsiteY0" fmla="*/ 2324 h 53358"/>
                      <a:gd name="connsiteX1" fmla="*/ 286 w 20390"/>
                      <a:gd name="connsiteY1" fmla="*/ 10127 h 53358"/>
                      <a:gd name="connsiteX2" fmla="*/ 1704 w 20390"/>
                      <a:gd name="connsiteY2" fmla="*/ 20190 h 53358"/>
                      <a:gd name="connsiteX3" fmla="*/ 2325 w 20390"/>
                      <a:gd name="connsiteY3" fmla="*/ 22628 h 53358"/>
                      <a:gd name="connsiteX4" fmla="*/ 2502 w 20390"/>
                      <a:gd name="connsiteY4" fmla="*/ 24446 h 53358"/>
                      <a:gd name="connsiteX5" fmla="*/ 3211 w 20390"/>
                      <a:gd name="connsiteY5" fmla="*/ 28746 h 53358"/>
                      <a:gd name="connsiteX6" fmla="*/ 9639 w 20390"/>
                      <a:gd name="connsiteY6" fmla="*/ 46966 h 53358"/>
                      <a:gd name="connsiteX7" fmla="*/ 17708 w 20390"/>
                      <a:gd name="connsiteY7" fmla="*/ 52862 h 53358"/>
                      <a:gd name="connsiteX8" fmla="*/ 18638 w 20390"/>
                      <a:gd name="connsiteY8" fmla="*/ 45458 h 53358"/>
                      <a:gd name="connsiteX9" fmla="*/ 19880 w 20390"/>
                      <a:gd name="connsiteY9" fmla="*/ 25509 h 53358"/>
                      <a:gd name="connsiteX10" fmla="*/ 20101 w 20390"/>
                      <a:gd name="connsiteY10" fmla="*/ 15269 h 53358"/>
                      <a:gd name="connsiteX11" fmla="*/ 15136 w 20390"/>
                      <a:gd name="connsiteY11" fmla="*/ 4940 h 53358"/>
                      <a:gd name="connsiteX12" fmla="*/ 1394 w 20390"/>
                      <a:gd name="connsiteY12" fmla="*/ 2324 h 5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0390" h="53358">
                        <a:moveTo>
                          <a:pt x="1394" y="2324"/>
                        </a:moveTo>
                        <a:cubicBezTo>
                          <a:pt x="-202" y="5029"/>
                          <a:pt x="-202" y="6447"/>
                          <a:pt x="286" y="10127"/>
                        </a:cubicBezTo>
                        <a:cubicBezTo>
                          <a:pt x="684" y="13717"/>
                          <a:pt x="995" y="16909"/>
                          <a:pt x="1704" y="20190"/>
                        </a:cubicBezTo>
                        <a:cubicBezTo>
                          <a:pt x="1881" y="20988"/>
                          <a:pt x="2103" y="21830"/>
                          <a:pt x="2325" y="22628"/>
                        </a:cubicBezTo>
                        <a:cubicBezTo>
                          <a:pt x="2369" y="23249"/>
                          <a:pt x="2413" y="23869"/>
                          <a:pt x="2502" y="24446"/>
                        </a:cubicBezTo>
                        <a:cubicBezTo>
                          <a:pt x="2635" y="25731"/>
                          <a:pt x="2901" y="27061"/>
                          <a:pt x="3211" y="28746"/>
                        </a:cubicBezTo>
                        <a:cubicBezTo>
                          <a:pt x="4364" y="34110"/>
                          <a:pt x="6580" y="41469"/>
                          <a:pt x="9639" y="46966"/>
                        </a:cubicBezTo>
                        <a:cubicBezTo>
                          <a:pt x="11900" y="51044"/>
                          <a:pt x="15269" y="54724"/>
                          <a:pt x="17708" y="52862"/>
                        </a:cubicBezTo>
                        <a:cubicBezTo>
                          <a:pt x="19215" y="51709"/>
                          <a:pt x="18505" y="48296"/>
                          <a:pt x="18638" y="45458"/>
                        </a:cubicBezTo>
                        <a:cubicBezTo>
                          <a:pt x="18904" y="38764"/>
                          <a:pt x="19037" y="32558"/>
                          <a:pt x="19880" y="25509"/>
                        </a:cubicBezTo>
                        <a:cubicBezTo>
                          <a:pt x="20279" y="22495"/>
                          <a:pt x="20678" y="19081"/>
                          <a:pt x="20101" y="15269"/>
                        </a:cubicBezTo>
                        <a:cubicBezTo>
                          <a:pt x="19215" y="11146"/>
                          <a:pt x="17840" y="8043"/>
                          <a:pt x="15136" y="4940"/>
                        </a:cubicBezTo>
                        <a:cubicBezTo>
                          <a:pt x="10348" y="-735"/>
                          <a:pt x="3522" y="-1399"/>
                          <a:pt x="1394" y="232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71" name="Forme libre : forme 21970">
                    <a:extLst>
                      <a:ext uri="{FF2B5EF4-FFF2-40B4-BE49-F238E27FC236}">
                        <a16:creationId xmlns:a16="http://schemas.microsoft.com/office/drawing/2014/main" id="{D3DF2546-A69A-46BB-8684-8B0203546622}"/>
                      </a:ext>
                    </a:extLst>
                  </p:cNvPr>
                  <p:cNvSpPr/>
                  <p:nvPr/>
                </p:nvSpPr>
                <p:spPr>
                  <a:xfrm>
                    <a:off x="6706182" y="1295867"/>
                    <a:ext cx="13330" cy="15795"/>
                  </a:xfrm>
                  <a:custGeom>
                    <a:avLst/>
                    <a:gdLst>
                      <a:gd name="connsiteX0" fmla="*/ 2427 w 13330"/>
                      <a:gd name="connsiteY0" fmla="*/ 724 h 15795"/>
                      <a:gd name="connsiteX1" fmla="*/ 432 w 13330"/>
                      <a:gd name="connsiteY1" fmla="*/ 15 h 15795"/>
                      <a:gd name="connsiteX2" fmla="*/ 299 w 13330"/>
                      <a:gd name="connsiteY2" fmla="*/ 1788 h 15795"/>
                      <a:gd name="connsiteX3" fmla="*/ 2206 w 13330"/>
                      <a:gd name="connsiteY3" fmla="*/ 4537 h 15795"/>
                      <a:gd name="connsiteX4" fmla="*/ 7525 w 13330"/>
                      <a:gd name="connsiteY4" fmla="*/ 11541 h 15795"/>
                      <a:gd name="connsiteX5" fmla="*/ 9432 w 13330"/>
                      <a:gd name="connsiteY5" fmla="*/ 14112 h 15795"/>
                      <a:gd name="connsiteX6" fmla="*/ 12269 w 13330"/>
                      <a:gd name="connsiteY6" fmla="*/ 10788 h 15795"/>
                      <a:gd name="connsiteX7" fmla="*/ 7658 w 13330"/>
                      <a:gd name="connsiteY7" fmla="*/ 4625 h 15795"/>
                      <a:gd name="connsiteX8" fmla="*/ 2427 w 13330"/>
                      <a:gd name="connsiteY8" fmla="*/ 724 h 15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330" h="15795">
                        <a:moveTo>
                          <a:pt x="2427" y="724"/>
                        </a:moveTo>
                        <a:cubicBezTo>
                          <a:pt x="1629" y="237"/>
                          <a:pt x="1053" y="-74"/>
                          <a:pt x="432" y="15"/>
                        </a:cubicBezTo>
                        <a:cubicBezTo>
                          <a:pt x="-188" y="104"/>
                          <a:pt x="-55" y="902"/>
                          <a:pt x="299" y="1788"/>
                        </a:cubicBezTo>
                        <a:cubicBezTo>
                          <a:pt x="698" y="2631"/>
                          <a:pt x="1540" y="3739"/>
                          <a:pt x="2206" y="4537"/>
                        </a:cubicBezTo>
                        <a:cubicBezTo>
                          <a:pt x="3979" y="6487"/>
                          <a:pt x="5885" y="9280"/>
                          <a:pt x="7525" y="11541"/>
                        </a:cubicBezTo>
                        <a:cubicBezTo>
                          <a:pt x="8190" y="12516"/>
                          <a:pt x="8722" y="13447"/>
                          <a:pt x="9432" y="14112"/>
                        </a:cubicBezTo>
                        <a:cubicBezTo>
                          <a:pt x="12180" y="17038"/>
                          <a:pt x="14884" y="16285"/>
                          <a:pt x="12269" y="10788"/>
                        </a:cubicBezTo>
                        <a:cubicBezTo>
                          <a:pt x="11205" y="8660"/>
                          <a:pt x="9609" y="6487"/>
                          <a:pt x="7658" y="4625"/>
                        </a:cubicBezTo>
                        <a:cubicBezTo>
                          <a:pt x="5796" y="2764"/>
                          <a:pt x="4023" y="1788"/>
                          <a:pt x="2427" y="72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72" name="Forme libre : forme 21971">
                    <a:extLst>
                      <a:ext uri="{FF2B5EF4-FFF2-40B4-BE49-F238E27FC236}">
                        <a16:creationId xmlns:a16="http://schemas.microsoft.com/office/drawing/2014/main" id="{540C9770-2D48-495C-B6B4-9F8D402928E0}"/>
                      </a:ext>
                    </a:extLst>
                  </p:cNvPr>
                  <p:cNvSpPr/>
                  <p:nvPr/>
                </p:nvSpPr>
                <p:spPr>
                  <a:xfrm>
                    <a:off x="6702137" y="1341587"/>
                    <a:ext cx="23052" cy="23140"/>
                  </a:xfrm>
                  <a:custGeom>
                    <a:avLst/>
                    <a:gdLst>
                      <a:gd name="connsiteX0" fmla="*/ 23052 w 23052"/>
                      <a:gd name="connsiteY0" fmla="*/ 23141 h 23140"/>
                      <a:gd name="connsiteX1" fmla="*/ 10019 w 23052"/>
                      <a:gd name="connsiteY1" fmla="*/ 15250 h 23140"/>
                      <a:gd name="connsiteX2" fmla="*/ 0 w 23052"/>
                      <a:gd name="connsiteY2" fmla="*/ 0 h 23140"/>
                      <a:gd name="connsiteX3" fmla="*/ 10285 w 23052"/>
                      <a:gd name="connsiteY3" fmla="*/ 14009 h 23140"/>
                      <a:gd name="connsiteX4" fmla="*/ 16846 w 23052"/>
                      <a:gd name="connsiteY4" fmla="*/ 19594 h 23140"/>
                      <a:gd name="connsiteX5" fmla="*/ 23052 w 23052"/>
                      <a:gd name="connsiteY5" fmla="*/ 23141 h 23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052" h="23140">
                        <a:moveTo>
                          <a:pt x="23052" y="23141"/>
                        </a:moveTo>
                        <a:cubicBezTo>
                          <a:pt x="19284" y="22963"/>
                          <a:pt x="14452" y="20481"/>
                          <a:pt x="10019" y="15250"/>
                        </a:cubicBezTo>
                        <a:cubicBezTo>
                          <a:pt x="5674" y="10329"/>
                          <a:pt x="2350" y="4344"/>
                          <a:pt x="0" y="0"/>
                        </a:cubicBezTo>
                        <a:cubicBezTo>
                          <a:pt x="2571" y="4743"/>
                          <a:pt x="6118" y="9753"/>
                          <a:pt x="10285" y="14009"/>
                        </a:cubicBezTo>
                        <a:cubicBezTo>
                          <a:pt x="12324" y="16136"/>
                          <a:pt x="14629" y="18131"/>
                          <a:pt x="16846" y="19594"/>
                        </a:cubicBezTo>
                        <a:cubicBezTo>
                          <a:pt x="19018" y="21013"/>
                          <a:pt x="21102" y="22210"/>
                          <a:pt x="23052" y="231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73" name="Forme libre : forme 21972">
                    <a:extLst>
                      <a:ext uri="{FF2B5EF4-FFF2-40B4-BE49-F238E27FC236}">
                        <a16:creationId xmlns:a16="http://schemas.microsoft.com/office/drawing/2014/main" id="{A997FC90-9DBA-4083-BF87-0E4698AD1FB6}"/>
                      </a:ext>
                    </a:extLst>
                  </p:cNvPr>
                  <p:cNvSpPr/>
                  <p:nvPr/>
                </p:nvSpPr>
                <p:spPr>
                  <a:xfrm>
                    <a:off x="6694246" y="1278992"/>
                    <a:ext cx="29347" cy="20791"/>
                  </a:xfrm>
                  <a:custGeom>
                    <a:avLst/>
                    <a:gdLst>
                      <a:gd name="connsiteX0" fmla="*/ 29347 w 29347"/>
                      <a:gd name="connsiteY0" fmla="*/ 20791 h 20791"/>
                      <a:gd name="connsiteX1" fmla="*/ 25579 w 29347"/>
                      <a:gd name="connsiteY1" fmla="*/ 15471 h 20791"/>
                      <a:gd name="connsiteX2" fmla="*/ 22165 w 29347"/>
                      <a:gd name="connsiteY2" fmla="*/ 12191 h 20791"/>
                      <a:gd name="connsiteX3" fmla="*/ 14984 w 29347"/>
                      <a:gd name="connsiteY3" fmla="*/ 6694 h 20791"/>
                      <a:gd name="connsiteX4" fmla="*/ 0 w 29347"/>
                      <a:gd name="connsiteY4" fmla="*/ 0 h 20791"/>
                      <a:gd name="connsiteX5" fmla="*/ 14851 w 29347"/>
                      <a:gd name="connsiteY5" fmla="*/ 7315 h 20791"/>
                      <a:gd name="connsiteX6" fmla="*/ 22165 w 29347"/>
                      <a:gd name="connsiteY6" fmla="*/ 13078 h 20791"/>
                      <a:gd name="connsiteX7" fmla="*/ 25668 w 29347"/>
                      <a:gd name="connsiteY7" fmla="*/ 16181 h 20791"/>
                      <a:gd name="connsiteX8" fmla="*/ 29347 w 29347"/>
                      <a:gd name="connsiteY8" fmla="*/ 20791 h 20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347" h="20791">
                        <a:moveTo>
                          <a:pt x="29347" y="20791"/>
                        </a:moveTo>
                        <a:cubicBezTo>
                          <a:pt x="28416" y="19018"/>
                          <a:pt x="26776" y="16934"/>
                          <a:pt x="25579" y="15471"/>
                        </a:cubicBezTo>
                        <a:cubicBezTo>
                          <a:pt x="24471" y="14319"/>
                          <a:pt x="23318" y="13211"/>
                          <a:pt x="22165" y="12191"/>
                        </a:cubicBezTo>
                        <a:cubicBezTo>
                          <a:pt x="19816" y="10152"/>
                          <a:pt x="17466" y="8290"/>
                          <a:pt x="14984" y="6694"/>
                        </a:cubicBezTo>
                        <a:cubicBezTo>
                          <a:pt x="9886" y="3635"/>
                          <a:pt x="4876" y="1330"/>
                          <a:pt x="0" y="0"/>
                        </a:cubicBezTo>
                        <a:cubicBezTo>
                          <a:pt x="4610" y="1020"/>
                          <a:pt x="9620" y="3901"/>
                          <a:pt x="14851" y="7315"/>
                        </a:cubicBezTo>
                        <a:cubicBezTo>
                          <a:pt x="17333" y="9088"/>
                          <a:pt x="19771" y="11083"/>
                          <a:pt x="22165" y="13078"/>
                        </a:cubicBezTo>
                        <a:cubicBezTo>
                          <a:pt x="23362" y="14097"/>
                          <a:pt x="24471" y="15028"/>
                          <a:pt x="25668" y="16181"/>
                        </a:cubicBezTo>
                        <a:cubicBezTo>
                          <a:pt x="26909" y="17732"/>
                          <a:pt x="28372" y="19373"/>
                          <a:pt x="29347" y="207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74" name="Forme libre : forme 21973">
                    <a:extLst>
                      <a:ext uri="{FF2B5EF4-FFF2-40B4-BE49-F238E27FC236}">
                        <a16:creationId xmlns:a16="http://schemas.microsoft.com/office/drawing/2014/main" id="{8B58A559-BBF4-48C5-BB38-7F70BB920ED1}"/>
                      </a:ext>
                    </a:extLst>
                  </p:cNvPr>
                  <p:cNvSpPr/>
                  <p:nvPr/>
                </p:nvSpPr>
                <p:spPr>
                  <a:xfrm>
                    <a:off x="6716059" y="1322724"/>
                    <a:ext cx="4547" cy="16335"/>
                  </a:xfrm>
                  <a:custGeom>
                    <a:avLst/>
                    <a:gdLst>
                      <a:gd name="connsiteX0" fmla="*/ 3322 w 4547"/>
                      <a:gd name="connsiteY0" fmla="*/ 16293 h 16335"/>
                      <a:gd name="connsiteX1" fmla="*/ 308 w 4547"/>
                      <a:gd name="connsiteY1" fmla="*/ 7072 h 16335"/>
                      <a:gd name="connsiteX2" fmla="*/ 1372 w 4547"/>
                      <a:gd name="connsiteY2" fmla="*/ 68 h 16335"/>
                      <a:gd name="connsiteX3" fmla="*/ 4209 w 4547"/>
                      <a:gd name="connsiteY3" fmla="*/ 8845 h 16335"/>
                      <a:gd name="connsiteX4" fmla="*/ 3322 w 4547"/>
                      <a:gd name="connsiteY4" fmla="*/ 16293 h 16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47" h="16335">
                        <a:moveTo>
                          <a:pt x="3322" y="16293"/>
                        </a:moveTo>
                        <a:cubicBezTo>
                          <a:pt x="1461" y="15672"/>
                          <a:pt x="574" y="9067"/>
                          <a:pt x="308" y="7072"/>
                        </a:cubicBezTo>
                        <a:cubicBezTo>
                          <a:pt x="42" y="5077"/>
                          <a:pt x="-579" y="-686"/>
                          <a:pt x="1372" y="68"/>
                        </a:cubicBezTo>
                        <a:cubicBezTo>
                          <a:pt x="3367" y="821"/>
                          <a:pt x="4032" y="6939"/>
                          <a:pt x="4209" y="8845"/>
                        </a:cubicBezTo>
                        <a:cubicBezTo>
                          <a:pt x="4431" y="10707"/>
                          <a:pt x="5184" y="16913"/>
                          <a:pt x="3322" y="1629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75" name="Forme libre : forme 21974">
                    <a:extLst>
                      <a:ext uri="{FF2B5EF4-FFF2-40B4-BE49-F238E27FC236}">
                        <a16:creationId xmlns:a16="http://schemas.microsoft.com/office/drawing/2014/main" id="{9071D462-51E3-4AD2-BC22-E0923657E749}"/>
                      </a:ext>
                    </a:extLst>
                  </p:cNvPr>
                  <p:cNvSpPr/>
                  <p:nvPr/>
                </p:nvSpPr>
                <p:spPr>
                  <a:xfrm>
                    <a:off x="6718924" y="1336844"/>
                    <a:ext cx="1868" cy="4565"/>
                  </a:xfrm>
                  <a:custGeom>
                    <a:avLst/>
                    <a:gdLst>
                      <a:gd name="connsiteX0" fmla="*/ 1522 w 1868"/>
                      <a:gd name="connsiteY0" fmla="*/ 4522 h 4565"/>
                      <a:gd name="connsiteX1" fmla="*/ 236 w 1868"/>
                      <a:gd name="connsiteY1" fmla="*/ 2660 h 4565"/>
                      <a:gd name="connsiteX2" fmla="*/ 369 w 1868"/>
                      <a:gd name="connsiteY2" fmla="*/ 45 h 4565"/>
                      <a:gd name="connsiteX3" fmla="*/ 1610 w 1868"/>
                      <a:gd name="connsiteY3" fmla="*/ 1862 h 4565"/>
                      <a:gd name="connsiteX4" fmla="*/ 1522 w 1868"/>
                      <a:gd name="connsiteY4" fmla="*/ 4522 h 4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8" h="4565">
                        <a:moveTo>
                          <a:pt x="1522" y="4522"/>
                        </a:moveTo>
                        <a:cubicBezTo>
                          <a:pt x="945" y="4833"/>
                          <a:pt x="413" y="3414"/>
                          <a:pt x="236" y="2660"/>
                        </a:cubicBezTo>
                        <a:cubicBezTo>
                          <a:pt x="59" y="1907"/>
                          <a:pt x="-251" y="355"/>
                          <a:pt x="369" y="45"/>
                        </a:cubicBezTo>
                        <a:cubicBezTo>
                          <a:pt x="945" y="-265"/>
                          <a:pt x="1433" y="1109"/>
                          <a:pt x="1610" y="1862"/>
                        </a:cubicBezTo>
                        <a:cubicBezTo>
                          <a:pt x="1832" y="2616"/>
                          <a:pt x="2098" y="4212"/>
                          <a:pt x="1522" y="452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76" name="Forme libre : forme 21975">
                    <a:extLst>
                      <a:ext uri="{FF2B5EF4-FFF2-40B4-BE49-F238E27FC236}">
                        <a16:creationId xmlns:a16="http://schemas.microsoft.com/office/drawing/2014/main" id="{95BD43BC-4A38-4FDF-A2B7-5F2C3F70C020}"/>
                      </a:ext>
                    </a:extLst>
                  </p:cNvPr>
                  <p:cNvSpPr/>
                  <p:nvPr/>
                </p:nvSpPr>
                <p:spPr>
                  <a:xfrm>
                    <a:off x="6723244" y="1320157"/>
                    <a:ext cx="9118" cy="41463"/>
                  </a:xfrm>
                  <a:custGeom>
                    <a:avLst/>
                    <a:gdLst>
                      <a:gd name="connsiteX0" fmla="*/ 6777 w 9118"/>
                      <a:gd name="connsiteY0" fmla="*/ 29498 h 41463"/>
                      <a:gd name="connsiteX1" fmla="*/ 5934 w 9118"/>
                      <a:gd name="connsiteY1" fmla="*/ 35306 h 41463"/>
                      <a:gd name="connsiteX2" fmla="*/ 4560 w 9118"/>
                      <a:gd name="connsiteY2" fmla="*/ 40758 h 41463"/>
                      <a:gd name="connsiteX3" fmla="*/ 836 w 9118"/>
                      <a:gd name="connsiteY3" fmla="*/ 39517 h 41463"/>
                      <a:gd name="connsiteX4" fmla="*/ 127 w 9118"/>
                      <a:gd name="connsiteY4" fmla="*/ 34419 h 41463"/>
                      <a:gd name="connsiteX5" fmla="*/ 1546 w 9118"/>
                      <a:gd name="connsiteY5" fmla="*/ 19214 h 41463"/>
                      <a:gd name="connsiteX6" fmla="*/ 1280 w 9118"/>
                      <a:gd name="connsiteY6" fmla="*/ 7776 h 41463"/>
                      <a:gd name="connsiteX7" fmla="*/ 3851 w 9118"/>
                      <a:gd name="connsiteY7" fmla="*/ 196 h 41463"/>
                      <a:gd name="connsiteX8" fmla="*/ 8239 w 9118"/>
                      <a:gd name="connsiteY8" fmla="*/ 9594 h 41463"/>
                      <a:gd name="connsiteX9" fmla="*/ 9082 w 9118"/>
                      <a:gd name="connsiteY9" fmla="*/ 20012 h 41463"/>
                      <a:gd name="connsiteX10" fmla="*/ 6777 w 9118"/>
                      <a:gd name="connsiteY10" fmla="*/ 29498 h 41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118" h="41463">
                        <a:moveTo>
                          <a:pt x="6777" y="29498"/>
                        </a:moveTo>
                        <a:cubicBezTo>
                          <a:pt x="6422" y="31671"/>
                          <a:pt x="6289" y="33488"/>
                          <a:pt x="5934" y="35306"/>
                        </a:cubicBezTo>
                        <a:cubicBezTo>
                          <a:pt x="5713" y="37168"/>
                          <a:pt x="5358" y="38941"/>
                          <a:pt x="4560" y="40758"/>
                        </a:cubicBezTo>
                        <a:cubicBezTo>
                          <a:pt x="3984" y="42133"/>
                          <a:pt x="1900" y="41379"/>
                          <a:pt x="836" y="39517"/>
                        </a:cubicBezTo>
                        <a:cubicBezTo>
                          <a:pt x="-272" y="37655"/>
                          <a:pt x="-6" y="35971"/>
                          <a:pt x="127" y="34419"/>
                        </a:cubicBezTo>
                        <a:cubicBezTo>
                          <a:pt x="747" y="29410"/>
                          <a:pt x="1147" y="24622"/>
                          <a:pt x="1546" y="19214"/>
                        </a:cubicBezTo>
                        <a:cubicBezTo>
                          <a:pt x="1679" y="17529"/>
                          <a:pt x="1235" y="12387"/>
                          <a:pt x="1280" y="7776"/>
                        </a:cubicBezTo>
                        <a:cubicBezTo>
                          <a:pt x="1324" y="3166"/>
                          <a:pt x="1679" y="-957"/>
                          <a:pt x="3851" y="196"/>
                        </a:cubicBezTo>
                        <a:cubicBezTo>
                          <a:pt x="6023" y="1348"/>
                          <a:pt x="7486" y="5471"/>
                          <a:pt x="8239" y="9594"/>
                        </a:cubicBezTo>
                        <a:cubicBezTo>
                          <a:pt x="8993" y="13717"/>
                          <a:pt x="9215" y="17928"/>
                          <a:pt x="9082" y="20012"/>
                        </a:cubicBezTo>
                        <a:cubicBezTo>
                          <a:pt x="8816" y="24179"/>
                          <a:pt x="7309" y="26218"/>
                          <a:pt x="6777" y="2949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31" name="Graphique 2">
                  <a:extLst>
                    <a:ext uri="{FF2B5EF4-FFF2-40B4-BE49-F238E27FC236}">
                      <a16:creationId xmlns:a16="http://schemas.microsoft.com/office/drawing/2014/main" id="{30679537-C4D0-4E10-A548-E1F3866B2384}"/>
                    </a:ext>
                  </a:extLst>
                </p:cNvPr>
                <p:cNvGrpSpPr/>
                <p:nvPr/>
              </p:nvGrpSpPr>
              <p:grpSpPr>
                <a:xfrm>
                  <a:off x="6724698" y="1364567"/>
                  <a:ext cx="72924" cy="72045"/>
                  <a:chOff x="6724698" y="1364567"/>
                  <a:chExt cx="72924" cy="72045"/>
                </a:xfrm>
                <a:solidFill>
                  <a:schemeClr val="accent1"/>
                </a:solidFill>
              </p:grpSpPr>
              <p:sp>
                <p:nvSpPr>
                  <p:cNvPr id="21953" name="Forme libre : forme 21952">
                    <a:extLst>
                      <a:ext uri="{FF2B5EF4-FFF2-40B4-BE49-F238E27FC236}">
                        <a16:creationId xmlns:a16="http://schemas.microsoft.com/office/drawing/2014/main" id="{209643A1-D4F4-4D4D-993A-6FF6BCE28397}"/>
                      </a:ext>
                    </a:extLst>
                  </p:cNvPr>
                  <p:cNvSpPr/>
                  <p:nvPr/>
                </p:nvSpPr>
                <p:spPr>
                  <a:xfrm>
                    <a:off x="6724698" y="1364567"/>
                    <a:ext cx="72924" cy="72045"/>
                  </a:xfrm>
                  <a:custGeom>
                    <a:avLst/>
                    <a:gdLst>
                      <a:gd name="connsiteX0" fmla="*/ 35157 w 72924"/>
                      <a:gd name="connsiteY0" fmla="*/ 64175 h 72045"/>
                      <a:gd name="connsiteX1" fmla="*/ 21193 w 72924"/>
                      <a:gd name="connsiteY1" fmla="*/ 52693 h 72045"/>
                      <a:gd name="connsiteX2" fmla="*/ 14233 w 72924"/>
                      <a:gd name="connsiteY2" fmla="*/ 45512 h 72045"/>
                      <a:gd name="connsiteX3" fmla="*/ 9002 w 72924"/>
                      <a:gd name="connsiteY3" fmla="*/ 39217 h 72045"/>
                      <a:gd name="connsiteX4" fmla="*/ 1333 w 72924"/>
                      <a:gd name="connsiteY4" fmla="*/ 4905 h 72045"/>
                      <a:gd name="connsiteX5" fmla="*/ 10288 w 72924"/>
                      <a:gd name="connsiteY5" fmla="*/ 339 h 72045"/>
                      <a:gd name="connsiteX6" fmla="*/ 36354 w 72924"/>
                      <a:gd name="connsiteY6" fmla="*/ 17184 h 72045"/>
                      <a:gd name="connsiteX7" fmla="*/ 55505 w 72924"/>
                      <a:gd name="connsiteY7" fmla="*/ 35582 h 72045"/>
                      <a:gd name="connsiteX8" fmla="*/ 72173 w 72924"/>
                      <a:gd name="connsiteY8" fmla="*/ 59964 h 72045"/>
                      <a:gd name="connsiteX9" fmla="*/ 69824 w 72924"/>
                      <a:gd name="connsiteY9" fmla="*/ 69539 h 72045"/>
                      <a:gd name="connsiteX10" fmla="*/ 35157 w 72924"/>
                      <a:gd name="connsiteY10" fmla="*/ 64175 h 72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2924" h="72045">
                        <a:moveTo>
                          <a:pt x="35157" y="64175"/>
                        </a:moveTo>
                        <a:cubicBezTo>
                          <a:pt x="31522" y="61781"/>
                          <a:pt x="26114" y="57481"/>
                          <a:pt x="21193" y="52693"/>
                        </a:cubicBezTo>
                        <a:cubicBezTo>
                          <a:pt x="18666" y="50344"/>
                          <a:pt x="16272" y="47861"/>
                          <a:pt x="14233" y="45512"/>
                        </a:cubicBezTo>
                        <a:cubicBezTo>
                          <a:pt x="12105" y="43207"/>
                          <a:pt x="10288" y="41034"/>
                          <a:pt x="9002" y="39217"/>
                        </a:cubicBezTo>
                        <a:cubicBezTo>
                          <a:pt x="-973" y="25785"/>
                          <a:pt x="-1150" y="15500"/>
                          <a:pt x="1333" y="4905"/>
                        </a:cubicBezTo>
                        <a:cubicBezTo>
                          <a:pt x="2175" y="1225"/>
                          <a:pt x="6874" y="-858"/>
                          <a:pt x="10288" y="339"/>
                        </a:cubicBezTo>
                        <a:cubicBezTo>
                          <a:pt x="20129" y="3841"/>
                          <a:pt x="27798" y="8097"/>
                          <a:pt x="36354" y="17184"/>
                        </a:cubicBezTo>
                        <a:cubicBezTo>
                          <a:pt x="40876" y="22149"/>
                          <a:pt x="50318" y="31415"/>
                          <a:pt x="55505" y="35582"/>
                        </a:cubicBezTo>
                        <a:cubicBezTo>
                          <a:pt x="65036" y="43561"/>
                          <a:pt x="68051" y="50610"/>
                          <a:pt x="72173" y="59964"/>
                        </a:cubicBezTo>
                        <a:cubicBezTo>
                          <a:pt x="73592" y="63156"/>
                          <a:pt x="73104" y="68165"/>
                          <a:pt x="69824" y="69539"/>
                        </a:cubicBezTo>
                        <a:cubicBezTo>
                          <a:pt x="60382" y="73618"/>
                          <a:pt x="48678" y="73307"/>
                          <a:pt x="35157" y="6417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54" name="Forme libre : forme 21953">
                    <a:extLst>
                      <a:ext uri="{FF2B5EF4-FFF2-40B4-BE49-F238E27FC236}">
                        <a16:creationId xmlns:a16="http://schemas.microsoft.com/office/drawing/2014/main" id="{BCFE99AF-30EF-4F8C-A05B-647A6075C4FE}"/>
                      </a:ext>
                    </a:extLst>
                  </p:cNvPr>
                  <p:cNvSpPr/>
                  <p:nvPr/>
                </p:nvSpPr>
                <p:spPr>
                  <a:xfrm>
                    <a:off x="6724732" y="1365837"/>
                    <a:ext cx="69923" cy="70586"/>
                  </a:xfrm>
                  <a:custGeom>
                    <a:avLst/>
                    <a:gdLst>
                      <a:gd name="connsiteX0" fmla="*/ 21913 w 69923"/>
                      <a:gd name="connsiteY0" fmla="*/ 33736 h 70586"/>
                      <a:gd name="connsiteX1" fmla="*/ 4003 w 69923"/>
                      <a:gd name="connsiteY1" fmla="*/ 0 h 70586"/>
                      <a:gd name="connsiteX2" fmla="*/ 1343 w 69923"/>
                      <a:gd name="connsiteY2" fmla="*/ 3591 h 70586"/>
                      <a:gd name="connsiteX3" fmla="*/ 324 w 69923"/>
                      <a:gd name="connsiteY3" fmla="*/ 9044 h 70586"/>
                      <a:gd name="connsiteX4" fmla="*/ 2097 w 69923"/>
                      <a:gd name="connsiteY4" fmla="*/ 25623 h 70586"/>
                      <a:gd name="connsiteX5" fmla="*/ 8968 w 69923"/>
                      <a:gd name="connsiteY5" fmla="*/ 37859 h 70586"/>
                      <a:gd name="connsiteX6" fmla="*/ 12603 w 69923"/>
                      <a:gd name="connsiteY6" fmla="*/ 42380 h 70586"/>
                      <a:gd name="connsiteX7" fmla="*/ 32907 w 69923"/>
                      <a:gd name="connsiteY7" fmla="*/ 61265 h 70586"/>
                      <a:gd name="connsiteX8" fmla="*/ 35123 w 69923"/>
                      <a:gd name="connsiteY8" fmla="*/ 62817 h 70586"/>
                      <a:gd name="connsiteX9" fmla="*/ 42172 w 69923"/>
                      <a:gd name="connsiteY9" fmla="*/ 66851 h 70586"/>
                      <a:gd name="connsiteX10" fmla="*/ 48866 w 69923"/>
                      <a:gd name="connsiteY10" fmla="*/ 69378 h 70586"/>
                      <a:gd name="connsiteX11" fmla="*/ 65136 w 69923"/>
                      <a:gd name="connsiteY11" fmla="*/ 69733 h 70586"/>
                      <a:gd name="connsiteX12" fmla="*/ 69790 w 69923"/>
                      <a:gd name="connsiteY12" fmla="*/ 68137 h 70586"/>
                      <a:gd name="connsiteX13" fmla="*/ 69923 w 69923"/>
                      <a:gd name="connsiteY13" fmla="*/ 68048 h 70586"/>
                      <a:gd name="connsiteX14" fmla="*/ 21913 w 69923"/>
                      <a:gd name="connsiteY14" fmla="*/ 33736 h 70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9923" h="70586">
                        <a:moveTo>
                          <a:pt x="21913" y="33736"/>
                        </a:moveTo>
                        <a:cubicBezTo>
                          <a:pt x="12249" y="24293"/>
                          <a:pt x="4313" y="11482"/>
                          <a:pt x="4003" y="0"/>
                        </a:cubicBezTo>
                        <a:cubicBezTo>
                          <a:pt x="2717" y="887"/>
                          <a:pt x="1698" y="2084"/>
                          <a:pt x="1343" y="3591"/>
                        </a:cubicBezTo>
                        <a:cubicBezTo>
                          <a:pt x="900" y="5408"/>
                          <a:pt x="590" y="7226"/>
                          <a:pt x="324" y="9044"/>
                        </a:cubicBezTo>
                        <a:cubicBezTo>
                          <a:pt x="-386" y="14363"/>
                          <a:pt x="13" y="19639"/>
                          <a:pt x="2097" y="25623"/>
                        </a:cubicBezTo>
                        <a:cubicBezTo>
                          <a:pt x="3560" y="29436"/>
                          <a:pt x="5643" y="33559"/>
                          <a:pt x="8968" y="37859"/>
                        </a:cubicBezTo>
                        <a:cubicBezTo>
                          <a:pt x="9943" y="39189"/>
                          <a:pt x="11140" y="40740"/>
                          <a:pt x="12603" y="42380"/>
                        </a:cubicBezTo>
                        <a:cubicBezTo>
                          <a:pt x="18056" y="48941"/>
                          <a:pt x="26834" y="56832"/>
                          <a:pt x="32907" y="61265"/>
                        </a:cubicBezTo>
                        <a:cubicBezTo>
                          <a:pt x="33705" y="61842"/>
                          <a:pt x="34458" y="62374"/>
                          <a:pt x="35123" y="62817"/>
                        </a:cubicBezTo>
                        <a:cubicBezTo>
                          <a:pt x="37473" y="64501"/>
                          <a:pt x="39867" y="65787"/>
                          <a:pt x="42172" y="66851"/>
                        </a:cubicBezTo>
                        <a:cubicBezTo>
                          <a:pt x="44433" y="67959"/>
                          <a:pt x="46649" y="68802"/>
                          <a:pt x="48866" y="69378"/>
                        </a:cubicBezTo>
                        <a:cubicBezTo>
                          <a:pt x="54806" y="71018"/>
                          <a:pt x="60215" y="70841"/>
                          <a:pt x="65136" y="69733"/>
                        </a:cubicBezTo>
                        <a:cubicBezTo>
                          <a:pt x="66731" y="69289"/>
                          <a:pt x="68283" y="68802"/>
                          <a:pt x="69790" y="68137"/>
                        </a:cubicBezTo>
                        <a:lnTo>
                          <a:pt x="69923" y="68048"/>
                        </a:lnTo>
                        <a:cubicBezTo>
                          <a:pt x="51393" y="60512"/>
                          <a:pt x="35522" y="47345"/>
                          <a:pt x="21913" y="3373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55" name="Forme libre : forme 21954">
                    <a:extLst>
                      <a:ext uri="{FF2B5EF4-FFF2-40B4-BE49-F238E27FC236}">
                        <a16:creationId xmlns:a16="http://schemas.microsoft.com/office/drawing/2014/main" id="{388156B4-6E09-434B-9B49-1A8C38BB05BD}"/>
                      </a:ext>
                    </a:extLst>
                  </p:cNvPr>
                  <p:cNvSpPr/>
                  <p:nvPr/>
                </p:nvSpPr>
                <p:spPr>
                  <a:xfrm>
                    <a:off x="6746469" y="1392875"/>
                    <a:ext cx="34446" cy="31061"/>
                  </a:xfrm>
                  <a:custGeom>
                    <a:avLst/>
                    <a:gdLst>
                      <a:gd name="connsiteX0" fmla="*/ 34223 w 34446"/>
                      <a:gd name="connsiteY0" fmla="*/ 29927 h 31061"/>
                      <a:gd name="connsiteX1" fmla="*/ 23716 w 34446"/>
                      <a:gd name="connsiteY1" fmla="*/ 28597 h 31061"/>
                      <a:gd name="connsiteX2" fmla="*/ 16801 w 34446"/>
                      <a:gd name="connsiteY2" fmla="*/ 24430 h 31061"/>
                      <a:gd name="connsiteX3" fmla="*/ 11791 w 34446"/>
                      <a:gd name="connsiteY3" fmla="*/ 20485 h 31061"/>
                      <a:gd name="connsiteX4" fmla="*/ 930 w 34446"/>
                      <a:gd name="connsiteY4" fmla="*/ 580 h 31061"/>
                      <a:gd name="connsiteX5" fmla="*/ 19327 w 34446"/>
                      <a:gd name="connsiteY5" fmla="*/ 11752 h 31061"/>
                      <a:gd name="connsiteX6" fmla="*/ 23450 w 34446"/>
                      <a:gd name="connsiteY6" fmla="*/ 15697 h 31061"/>
                      <a:gd name="connsiteX7" fmla="*/ 28814 w 34446"/>
                      <a:gd name="connsiteY7" fmla="*/ 20884 h 31061"/>
                      <a:gd name="connsiteX8" fmla="*/ 34223 w 34446"/>
                      <a:gd name="connsiteY8" fmla="*/ 29927 h 31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446" h="31061">
                        <a:moveTo>
                          <a:pt x="34223" y="29927"/>
                        </a:moveTo>
                        <a:cubicBezTo>
                          <a:pt x="33070" y="32055"/>
                          <a:pt x="28548" y="30947"/>
                          <a:pt x="23716" y="28597"/>
                        </a:cubicBezTo>
                        <a:cubicBezTo>
                          <a:pt x="21366" y="27400"/>
                          <a:pt x="18928" y="25849"/>
                          <a:pt x="16801" y="24430"/>
                        </a:cubicBezTo>
                        <a:cubicBezTo>
                          <a:pt x="14717" y="22923"/>
                          <a:pt x="12944" y="21460"/>
                          <a:pt x="11791" y="20485"/>
                        </a:cubicBezTo>
                        <a:cubicBezTo>
                          <a:pt x="7003" y="16584"/>
                          <a:pt x="-3104" y="4127"/>
                          <a:pt x="930" y="580"/>
                        </a:cubicBezTo>
                        <a:cubicBezTo>
                          <a:pt x="4565" y="-2612"/>
                          <a:pt x="15338" y="8249"/>
                          <a:pt x="19327" y="11752"/>
                        </a:cubicBezTo>
                        <a:cubicBezTo>
                          <a:pt x="20303" y="12638"/>
                          <a:pt x="21810" y="14057"/>
                          <a:pt x="23450" y="15697"/>
                        </a:cubicBezTo>
                        <a:cubicBezTo>
                          <a:pt x="25179" y="17249"/>
                          <a:pt x="27129" y="19066"/>
                          <a:pt x="28814" y="20884"/>
                        </a:cubicBezTo>
                        <a:cubicBezTo>
                          <a:pt x="32405" y="24342"/>
                          <a:pt x="35286" y="27888"/>
                          <a:pt x="34223" y="2992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56" name="Forme libre : forme 21955">
                    <a:extLst>
                      <a:ext uri="{FF2B5EF4-FFF2-40B4-BE49-F238E27FC236}">
                        <a16:creationId xmlns:a16="http://schemas.microsoft.com/office/drawing/2014/main" id="{6CCB8086-EFFE-4485-A938-5654897591EB}"/>
                      </a:ext>
                    </a:extLst>
                  </p:cNvPr>
                  <p:cNvSpPr/>
                  <p:nvPr/>
                </p:nvSpPr>
                <p:spPr>
                  <a:xfrm>
                    <a:off x="6746584" y="1392456"/>
                    <a:ext cx="19921" cy="26711"/>
                  </a:xfrm>
                  <a:custGeom>
                    <a:avLst/>
                    <a:gdLst>
                      <a:gd name="connsiteX0" fmla="*/ 10390 w 19921"/>
                      <a:gd name="connsiteY0" fmla="*/ 4679 h 26711"/>
                      <a:gd name="connsiteX1" fmla="*/ 638 w 19921"/>
                      <a:gd name="connsiteY1" fmla="*/ 777 h 26711"/>
                      <a:gd name="connsiteX2" fmla="*/ 11809 w 19921"/>
                      <a:gd name="connsiteY2" fmla="*/ 21037 h 26711"/>
                      <a:gd name="connsiteX3" fmla="*/ 19922 w 19921"/>
                      <a:gd name="connsiteY3" fmla="*/ 26711 h 26711"/>
                      <a:gd name="connsiteX4" fmla="*/ 15976 w 19921"/>
                      <a:gd name="connsiteY4" fmla="*/ 23209 h 26711"/>
                      <a:gd name="connsiteX5" fmla="*/ 10390 w 19921"/>
                      <a:gd name="connsiteY5" fmla="*/ 4679 h 26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921" h="26711">
                        <a:moveTo>
                          <a:pt x="10390" y="4679"/>
                        </a:moveTo>
                        <a:cubicBezTo>
                          <a:pt x="7864" y="3349"/>
                          <a:pt x="2322" y="-1971"/>
                          <a:pt x="638" y="777"/>
                        </a:cubicBezTo>
                        <a:cubicBezTo>
                          <a:pt x="-2377" y="5432"/>
                          <a:pt x="5957" y="15983"/>
                          <a:pt x="11809" y="21037"/>
                        </a:cubicBezTo>
                        <a:cubicBezTo>
                          <a:pt x="13494" y="22544"/>
                          <a:pt x="17616" y="25558"/>
                          <a:pt x="19922" y="26711"/>
                        </a:cubicBezTo>
                        <a:cubicBezTo>
                          <a:pt x="18813" y="25780"/>
                          <a:pt x="16818" y="24361"/>
                          <a:pt x="15976" y="23209"/>
                        </a:cubicBezTo>
                        <a:cubicBezTo>
                          <a:pt x="11055" y="17003"/>
                          <a:pt x="6534" y="8890"/>
                          <a:pt x="10390" y="467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57" name="Forme libre : forme 21956">
                    <a:extLst>
                      <a:ext uri="{FF2B5EF4-FFF2-40B4-BE49-F238E27FC236}">
                        <a16:creationId xmlns:a16="http://schemas.microsoft.com/office/drawing/2014/main" id="{78D227E5-12EA-408D-9599-2BE197679F69}"/>
                      </a:ext>
                    </a:extLst>
                  </p:cNvPr>
                  <p:cNvSpPr/>
                  <p:nvPr/>
                </p:nvSpPr>
                <p:spPr>
                  <a:xfrm>
                    <a:off x="6747128" y="1395321"/>
                    <a:ext cx="35560" cy="30592"/>
                  </a:xfrm>
                  <a:custGeom>
                    <a:avLst/>
                    <a:gdLst>
                      <a:gd name="connsiteX0" fmla="*/ 35070 w 35560"/>
                      <a:gd name="connsiteY0" fmla="*/ 29698 h 30592"/>
                      <a:gd name="connsiteX1" fmla="*/ 23988 w 35560"/>
                      <a:gd name="connsiteY1" fmla="*/ 28235 h 30592"/>
                      <a:gd name="connsiteX2" fmla="*/ 11885 w 35560"/>
                      <a:gd name="connsiteY2" fmla="*/ 20521 h 30592"/>
                      <a:gd name="connsiteX3" fmla="*/ 2886 w 35560"/>
                      <a:gd name="connsiteY3" fmla="*/ 10591 h 30592"/>
                      <a:gd name="connsiteX4" fmla="*/ 803 w 35560"/>
                      <a:gd name="connsiteY4" fmla="*/ 749 h 30592"/>
                      <a:gd name="connsiteX5" fmla="*/ 9890 w 35560"/>
                      <a:gd name="connsiteY5" fmla="*/ 3764 h 30592"/>
                      <a:gd name="connsiteX6" fmla="*/ 19422 w 35560"/>
                      <a:gd name="connsiteY6" fmla="*/ 11699 h 30592"/>
                      <a:gd name="connsiteX7" fmla="*/ 29706 w 35560"/>
                      <a:gd name="connsiteY7" fmla="*/ 20920 h 30592"/>
                      <a:gd name="connsiteX8" fmla="*/ 35070 w 35560"/>
                      <a:gd name="connsiteY8" fmla="*/ 29698 h 30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560" h="30592">
                        <a:moveTo>
                          <a:pt x="35070" y="29698"/>
                        </a:moveTo>
                        <a:cubicBezTo>
                          <a:pt x="33342" y="31426"/>
                          <a:pt x="28687" y="30495"/>
                          <a:pt x="23988" y="28235"/>
                        </a:cubicBezTo>
                        <a:cubicBezTo>
                          <a:pt x="19244" y="26018"/>
                          <a:pt x="14412" y="22693"/>
                          <a:pt x="11885" y="20521"/>
                        </a:cubicBezTo>
                        <a:cubicBezTo>
                          <a:pt x="9226" y="18482"/>
                          <a:pt x="5502" y="14492"/>
                          <a:pt x="2886" y="10591"/>
                        </a:cubicBezTo>
                        <a:cubicBezTo>
                          <a:pt x="404" y="6557"/>
                          <a:pt x="-971" y="2656"/>
                          <a:pt x="803" y="749"/>
                        </a:cubicBezTo>
                        <a:cubicBezTo>
                          <a:pt x="2576" y="-1157"/>
                          <a:pt x="6300" y="838"/>
                          <a:pt x="9890" y="3764"/>
                        </a:cubicBezTo>
                        <a:cubicBezTo>
                          <a:pt x="13659" y="6512"/>
                          <a:pt x="17471" y="10148"/>
                          <a:pt x="19422" y="11699"/>
                        </a:cubicBezTo>
                        <a:cubicBezTo>
                          <a:pt x="21239" y="13339"/>
                          <a:pt x="25628" y="17285"/>
                          <a:pt x="29706" y="20920"/>
                        </a:cubicBezTo>
                        <a:cubicBezTo>
                          <a:pt x="33519" y="24644"/>
                          <a:pt x="36844" y="27924"/>
                          <a:pt x="35070" y="2969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58" name="Forme libre : forme 21957">
                    <a:extLst>
                      <a:ext uri="{FF2B5EF4-FFF2-40B4-BE49-F238E27FC236}">
                        <a16:creationId xmlns:a16="http://schemas.microsoft.com/office/drawing/2014/main" id="{629DBF6C-2AAB-470E-A9A3-53BD44CFD081}"/>
                      </a:ext>
                    </a:extLst>
                  </p:cNvPr>
                  <p:cNvSpPr/>
                  <p:nvPr/>
                </p:nvSpPr>
                <p:spPr>
                  <a:xfrm>
                    <a:off x="6733027" y="1375014"/>
                    <a:ext cx="35742" cy="48799"/>
                  </a:xfrm>
                  <a:custGeom>
                    <a:avLst/>
                    <a:gdLst>
                      <a:gd name="connsiteX0" fmla="*/ 1693 w 35742"/>
                      <a:gd name="connsiteY0" fmla="*/ 1994 h 48799"/>
                      <a:gd name="connsiteX1" fmla="*/ 186 w 35742"/>
                      <a:gd name="connsiteY1" fmla="*/ 9974 h 48799"/>
                      <a:gd name="connsiteX2" fmla="*/ 7722 w 35742"/>
                      <a:gd name="connsiteY2" fmla="*/ 31563 h 48799"/>
                      <a:gd name="connsiteX3" fmla="*/ 25366 w 35742"/>
                      <a:gd name="connsiteY3" fmla="*/ 46946 h 48799"/>
                      <a:gd name="connsiteX4" fmla="*/ 35695 w 35742"/>
                      <a:gd name="connsiteY4" fmla="*/ 46813 h 48799"/>
                      <a:gd name="connsiteX5" fmla="*/ 31661 w 35742"/>
                      <a:gd name="connsiteY5" fmla="*/ 40341 h 48799"/>
                      <a:gd name="connsiteX6" fmla="*/ 22307 w 35742"/>
                      <a:gd name="connsiteY6" fmla="*/ 22652 h 48799"/>
                      <a:gd name="connsiteX7" fmla="*/ 15214 w 35742"/>
                      <a:gd name="connsiteY7" fmla="*/ 4743 h 48799"/>
                      <a:gd name="connsiteX8" fmla="*/ 1693 w 35742"/>
                      <a:gd name="connsiteY8" fmla="*/ 1994 h 48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742" h="48799">
                        <a:moveTo>
                          <a:pt x="1693" y="1994"/>
                        </a:moveTo>
                        <a:cubicBezTo>
                          <a:pt x="-80" y="4566"/>
                          <a:pt x="-213" y="6028"/>
                          <a:pt x="186" y="9974"/>
                        </a:cubicBezTo>
                        <a:cubicBezTo>
                          <a:pt x="1205" y="17333"/>
                          <a:pt x="2269" y="23716"/>
                          <a:pt x="7722" y="31563"/>
                        </a:cubicBezTo>
                        <a:cubicBezTo>
                          <a:pt x="12111" y="38213"/>
                          <a:pt x="19248" y="44020"/>
                          <a:pt x="25366" y="46946"/>
                        </a:cubicBezTo>
                        <a:cubicBezTo>
                          <a:pt x="30065" y="49029"/>
                          <a:pt x="35030" y="49827"/>
                          <a:pt x="35695" y="46813"/>
                        </a:cubicBezTo>
                        <a:cubicBezTo>
                          <a:pt x="36138" y="44951"/>
                          <a:pt x="33390" y="42646"/>
                          <a:pt x="31661" y="40341"/>
                        </a:cubicBezTo>
                        <a:cubicBezTo>
                          <a:pt x="27760" y="34666"/>
                          <a:pt x="24169" y="29302"/>
                          <a:pt x="22307" y="22652"/>
                        </a:cubicBezTo>
                        <a:cubicBezTo>
                          <a:pt x="20711" y="16978"/>
                          <a:pt x="20268" y="10284"/>
                          <a:pt x="15214" y="4743"/>
                        </a:cubicBezTo>
                        <a:cubicBezTo>
                          <a:pt x="10515" y="-134"/>
                          <a:pt x="4309" y="-1597"/>
                          <a:pt x="1693" y="199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59" name="Forme libre : forme 21958">
                    <a:extLst>
                      <a:ext uri="{FF2B5EF4-FFF2-40B4-BE49-F238E27FC236}">
                        <a16:creationId xmlns:a16="http://schemas.microsoft.com/office/drawing/2014/main" id="{C17B9910-89E4-4719-8BDC-AC58BB7627C9}"/>
                      </a:ext>
                    </a:extLst>
                  </p:cNvPr>
                  <p:cNvSpPr/>
                  <p:nvPr/>
                </p:nvSpPr>
                <p:spPr>
                  <a:xfrm>
                    <a:off x="6744617" y="1382798"/>
                    <a:ext cx="14222" cy="11889"/>
                  </a:xfrm>
                  <a:custGeom>
                    <a:avLst/>
                    <a:gdLst>
                      <a:gd name="connsiteX0" fmla="*/ 2383 w 14222"/>
                      <a:gd name="connsiteY0" fmla="*/ 638 h 11889"/>
                      <a:gd name="connsiteX1" fmla="*/ 432 w 14222"/>
                      <a:gd name="connsiteY1" fmla="*/ 17 h 11889"/>
                      <a:gd name="connsiteX2" fmla="*/ 299 w 14222"/>
                      <a:gd name="connsiteY2" fmla="*/ 1746 h 11889"/>
                      <a:gd name="connsiteX3" fmla="*/ 2250 w 14222"/>
                      <a:gd name="connsiteY3" fmla="*/ 4361 h 11889"/>
                      <a:gd name="connsiteX4" fmla="*/ 8102 w 14222"/>
                      <a:gd name="connsiteY4" fmla="*/ 9814 h 11889"/>
                      <a:gd name="connsiteX5" fmla="*/ 10540 w 14222"/>
                      <a:gd name="connsiteY5" fmla="*/ 11410 h 11889"/>
                      <a:gd name="connsiteX6" fmla="*/ 12313 w 14222"/>
                      <a:gd name="connsiteY6" fmla="*/ 7553 h 11889"/>
                      <a:gd name="connsiteX7" fmla="*/ 2383 w 14222"/>
                      <a:gd name="connsiteY7" fmla="*/ 638 h 118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222" h="11889">
                        <a:moveTo>
                          <a:pt x="2383" y="638"/>
                        </a:moveTo>
                        <a:cubicBezTo>
                          <a:pt x="1629" y="194"/>
                          <a:pt x="1053" y="-72"/>
                          <a:pt x="432" y="17"/>
                        </a:cubicBezTo>
                        <a:cubicBezTo>
                          <a:pt x="-188" y="150"/>
                          <a:pt x="-55" y="904"/>
                          <a:pt x="299" y="1746"/>
                        </a:cubicBezTo>
                        <a:cubicBezTo>
                          <a:pt x="698" y="2588"/>
                          <a:pt x="1496" y="3652"/>
                          <a:pt x="2250" y="4361"/>
                        </a:cubicBezTo>
                        <a:cubicBezTo>
                          <a:pt x="4112" y="6268"/>
                          <a:pt x="6107" y="8263"/>
                          <a:pt x="8102" y="9814"/>
                        </a:cubicBezTo>
                        <a:cubicBezTo>
                          <a:pt x="8944" y="10435"/>
                          <a:pt x="9697" y="11055"/>
                          <a:pt x="10540" y="11410"/>
                        </a:cubicBezTo>
                        <a:cubicBezTo>
                          <a:pt x="13997" y="12829"/>
                          <a:pt x="15859" y="10967"/>
                          <a:pt x="12313" y="7553"/>
                        </a:cubicBezTo>
                        <a:cubicBezTo>
                          <a:pt x="9653" y="4805"/>
                          <a:pt x="5575" y="2367"/>
                          <a:pt x="2383" y="63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60" name="Forme libre : forme 21959">
                    <a:extLst>
                      <a:ext uri="{FF2B5EF4-FFF2-40B4-BE49-F238E27FC236}">
                        <a16:creationId xmlns:a16="http://schemas.microsoft.com/office/drawing/2014/main" id="{8ED97862-4A4B-4969-82DA-B07F022C940F}"/>
                      </a:ext>
                    </a:extLst>
                  </p:cNvPr>
                  <p:cNvSpPr/>
                  <p:nvPr/>
                </p:nvSpPr>
                <p:spPr>
                  <a:xfrm>
                    <a:off x="6761274" y="1428831"/>
                    <a:ext cx="32450" cy="5818"/>
                  </a:xfrm>
                  <a:custGeom>
                    <a:avLst/>
                    <a:gdLst>
                      <a:gd name="connsiteX0" fmla="*/ 32450 w 32450"/>
                      <a:gd name="connsiteY0" fmla="*/ 3502 h 5818"/>
                      <a:gd name="connsiteX1" fmla="*/ 17511 w 32450"/>
                      <a:gd name="connsiteY1" fmla="*/ 5364 h 5818"/>
                      <a:gd name="connsiteX2" fmla="*/ 0 w 32450"/>
                      <a:gd name="connsiteY2" fmla="*/ 0 h 5818"/>
                      <a:gd name="connsiteX3" fmla="*/ 32450 w 32450"/>
                      <a:gd name="connsiteY3" fmla="*/ 3502 h 5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50" h="5818">
                        <a:moveTo>
                          <a:pt x="32450" y="3502"/>
                        </a:moveTo>
                        <a:cubicBezTo>
                          <a:pt x="29347" y="5852"/>
                          <a:pt x="23673" y="6295"/>
                          <a:pt x="17511" y="5364"/>
                        </a:cubicBezTo>
                        <a:cubicBezTo>
                          <a:pt x="11393" y="4433"/>
                          <a:pt x="4876" y="2128"/>
                          <a:pt x="0" y="0"/>
                        </a:cubicBezTo>
                        <a:cubicBezTo>
                          <a:pt x="10639" y="4699"/>
                          <a:pt x="23850" y="5497"/>
                          <a:pt x="32450" y="35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61" name="Forme libre : forme 21960">
                    <a:extLst>
                      <a:ext uri="{FF2B5EF4-FFF2-40B4-BE49-F238E27FC236}">
                        <a16:creationId xmlns:a16="http://schemas.microsoft.com/office/drawing/2014/main" id="{957ED8B2-9B16-47C4-955A-DEE2BB32D139}"/>
                      </a:ext>
                    </a:extLst>
                  </p:cNvPr>
                  <p:cNvSpPr/>
                  <p:nvPr/>
                </p:nvSpPr>
                <p:spPr>
                  <a:xfrm>
                    <a:off x="6734498" y="1365837"/>
                    <a:ext cx="26332" cy="17333"/>
                  </a:xfrm>
                  <a:custGeom>
                    <a:avLst/>
                    <a:gdLst>
                      <a:gd name="connsiteX0" fmla="*/ 26332 w 26332"/>
                      <a:gd name="connsiteY0" fmla="*/ 17333 h 17333"/>
                      <a:gd name="connsiteX1" fmla="*/ 0 w 26332"/>
                      <a:gd name="connsiteY1" fmla="*/ 0 h 17333"/>
                      <a:gd name="connsiteX2" fmla="*/ 26332 w 26332"/>
                      <a:gd name="connsiteY2" fmla="*/ 17333 h 17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332" h="17333">
                        <a:moveTo>
                          <a:pt x="26332" y="17333"/>
                        </a:moveTo>
                        <a:cubicBezTo>
                          <a:pt x="18574" y="9443"/>
                          <a:pt x="8733" y="4167"/>
                          <a:pt x="0" y="0"/>
                        </a:cubicBezTo>
                        <a:cubicBezTo>
                          <a:pt x="8245" y="3546"/>
                          <a:pt x="18486" y="11748"/>
                          <a:pt x="26332" y="1733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62" name="Forme libre : forme 21961">
                    <a:extLst>
                      <a:ext uri="{FF2B5EF4-FFF2-40B4-BE49-F238E27FC236}">
                        <a16:creationId xmlns:a16="http://schemas.microsoft.com/office/drawing/2014/main" id="{8F31EF8A-98F7-44EB-A449-0041C6661083}"/>
                      </a:ext>
                    </a:extLst>
                  </p:cNvPr>
                  <p:cNvSpPr/>
                  <p:nvPr/>
                </p:nvSpPr>
                <p:spPr>
                  <a:xfrm>
                    <a:off x="6761442" y="1404157"/>
                    <a:ext cx="12014" cy="11876"/>
                  </a:xfrm>
                  <a:custGeom>
                    <a:avLst/>
                    <a:gdLst>
                      <a:gd name="connsiteX0" fmla="*/ 11579 w 12014"/>
                      <a:gd name="connsiteY0" fmla="*/ 11818 h 11876"/>
                      <a:gd name="connsiteX1" fmla="*/ 3600 w 12014"/>
                      <a:gd name="connsiteY1" fmla="*/ 6365 h 11876"/>
                      <a:gd name="connsiteX2" fmla="*/ 630 w 12014"/>
                      <a:gd name="connsiteY2" fmla="*/ 26 h 11876"/>
                      <a:gd name="connsiteX3" fmla="*/ 7723 w 12014"/>
                      <a:gd name="connsiteY3" fmla="*/ 5434 h 11876"/>
                      <a:gd name="connsiteX4" fmla="*/ 11579 w 12014"/>
                      <a:gd name="connsiteY4" fmla="*/ 11818 h 11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14" h="11876">
                        <a:moveTo>
                          <a:pt x="11579" y="11818"/>
                        </a:moveTo>
                        <a:cubicBezTo>
                          <a:pt x="9806" y="12438"/>
                          <a:pt x="4886" y="7961"/>
                          <a:pt x="3600" y="6365"/>
                        </a:cubicBezTo>
                        <a:cubicBezTo>
                          <a:pt x="2181" y="4902"/>
                          <a:pt x="-1454" y="513"/>
                          <a:pt x="630" y="26"/>
                        </a:cubicBezTo>
                        <a:cubicBezTo>
                          <a:pt x="2625" y="-373"/>
                          <a:pt x="6481" y="4015"/>
                          <a:pt x="7723" y="5434"/>
                        </a:cubicBezTo>
                        <a:cubicBezTo>
                          <a:pt x="9008" y="6764"/>
                          <a:pt x="13397" y="11108"/>
                          <a:pt x="11579" y="1181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63" name="Forme libre : forme 21962">
                    <a:extLst>
                      <a:ext uri="{FF2B5EF4-FFF2-40B4-BE49-F238E27FC236}">
                        <a16:creationId xmlns:a16="http://schemas.microsoft.com/office/drawing/2014/main" id="{A0E6A57C-AC57-4CD9-8E14-C698751B0476}"/>
                      </a:ext>
                    </a:extLst>
                  </p:cNvPr>
                  <p:cNvSpPr/>
                  <p:nvPr/>
                </p:nvSpPr>
                <p:spPr>
                  <a:xfrm>
                    <a:off x="6771597" y="1414107"/>
                    <a:ext cx="3799" cy="3167"/>
                  </a:xfrm>
                  <a:custGeom>
                    <a:avLst/>
                    <a:gdLst>
                      <a:gd name="connsiteX0" fmla="*/ 3774 w 3799"/>
                      <a:gd name="connsiteY0" fmla="*/ 2932 h 3167"/>
                      <a:gd name="connsiteX1" fmla="*/ 1558 w 3799"/>
                      <a:gd name="connsiteY1" fmla="*/ 2355 h 3167"/>
                      <a:gd name="connsiteX2" fmla="*/ 50 w 3799"/>
                      <a:gd name="connsiteY2" fmla="*/ 228 h 3167"/>
                      <a:gd name="connsiteX3" fmla="*/ 2134 w 3799"/>
                      <a:gd name="connsiteY3" fmla="*/ 848 h 3167"/>
                      <a:gd name="connsiteX4" fmla="*/ 3774 w 3799"/>
                      <a:gd name="connsiteY4" fmla="*/ 2932 h 3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9" h="3167">
                        <a:moveTo>
                          <a:pt x="3774" y="2932"/>
                        </a:moveTo>
                        <a:cubicBezTo>
                          <a:pt x="3553" y="3552"/>
                          <a:pt x="2223" y="2799"/>
                          <a:pt x="1558" y="2355"/>
                        </a:cubicBezTo>
                        <a:cubicBezTo>
                          <a:pt x="937" y="1868"/>
                          <a:pt x="-260" y="804"/>
                          <a:pt x="50" y="228"/>
                        </a:cubicBezTo>
                        <a:cubicBezTo>
                          <a:pt x="316" y="-393"/>
                          <a:pt x="1513" y="405"/>
                          <a:pt x="2134" y="848"/>
                        </a:cubicBezTo>
                        <a:cubicBezTo>
                          <a:pt x="2710" y="1380"/>
                          <a:pt x="3996" y="2311"/>
                          <a:pt x="3774" y="293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64" name="Forme libre : forme 21963">
                    <a:extLst>
                      <a:ext uri="{FF2B5EF4-FFF2-40B4-BE49-F238E27FC236}">
                        <a16:creationId xmlns:a16="http://schemas.microsoft.com/office/drawing/2014/main" id="{79CEA489-EC56-4E37-B303-DCF57DA8E58F}"/>
                      </a:ext>
                    </a:extLst>
                  </p:cNvPr>
                  <p:cNvSpPr/>
                  <p:nvPr/>
                </p:nvSpPr>
                <p:spPr>
                  <a:xfrm>
                    <a:off x="6767810" y="1396926"/>
                    <a:ext cx="25652" cy="32459"/>
                  </a:xfrm>
                  <a:custGeom>
                    <a:avLst/>
                    <a:gdLst>
                      <a:gd name="connsiteX0" fmla="*/ 20285 w 25652"/>
                      <a:gd name="connsiteY0" fmla="*/ 20379 h 32459"/>
                      <a:gd name="connsiteX1" fmla="*/ 25605 w 25652"/>
                      <a:gd name="connsiteY1" fmla="*/ 30796 h 32459"/>
                      <a:gd name="connsiteX2" fmla="*/ 21925 w 25652"/>
                      <a:gd name="connsiteY2" fmla="*/ 32038 h 32459"/>
                      <a:gd name="connsiteX3" fmla="*/ 18290 w 25652"/>
                      <a:gd name="connsiteY3" fmla="*/ 28403 h 32459"/>
                      <a:gd name="connsiteX4" fmla="*/ 9645 w 25652"/>
                      <a:gd name="connsiteY4" fmla="*/ 15813 h 32459"/>
                      <a:gd name="connsiteX5" fmla="*/ 2774 w 25652"/>
                      <a:gd name="connsiteY5" fmla="*/ 7257 h 32459"/>
                      <a:gd name="connsiteX6" fmla="*/ 1134 w 25652"/>
                      <a:gd name="connsiteY6" fmla="*/ 31 h 32459"/>
                      <a:gd name="connsiteX7" fmla="*/ 9158 w 25652"/>
                      <a:gd name="connsiteY7" fmla="*/ 4375 h 32459"/>
                      <a:gd name="connsiteX8" fmla="*/ 15852 w 25652"/>
                      <a:gd name="connsiteY8" fmla="*/ 11512 h 32459"/>
                      <a:gd name="connsiteX9" fmla="*/ 20285 w 25652"/>
                      <a:gd name="connsiteY9" fmla="*/ 20379 h 32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5652" h="32459">
                        <a:moveTo>
                          <a:pt x="20285" y="20379"/>
                        </a:moveTo>
                        <a:cubicBezTo>
                          <a:pt x="22679" y="24191"/>
                          <a:pt x="24629" y="26940"/>
                          <a:pt x="25605" y="30796"/>
                        </a:cubicBezTo>
                        <a:cubicBezTo>
                          <a:pt x="26003" y="32171"/>
                          <a:pt x="23831" y="33013"/>
                          <a:pt x="21925" y="32038"/>
                        </a:cubicBezTo>
                        <a:cubicBezTo>
                          <a:pt x="19975" y="31107"/>
                          <a:pt x="19132" y="29733"/>
                          <a:pt x="18290" y="28403"/>
                        </a:cubicBezTo>
                        <a:cubicBezTo>
                          <a:pt x="15675" y="24058"/>
                          <a:pt x="12749" y="20157"/>
                          <a:pt x="9645" y="15813"/>
                        </a:cubicBezTo>
                        <a:cubicBezTo>
                          <a:pt x="8715" y="14438"/>
                          <a:pt x="5168" y="10847"/>
                          <a:pt x="2774" y="7257"/>
                        </a:cubicBezTo>
                        <a:cubicBezTo>
                          <a:pt x="292" y="3710"/>
                          <a:pt x="-1127" y="385"/>
                          <a:pt x="1134" y="31"/>
                        </a:cubicBezTo>
                        <a:cubicBezTo>
                          <a:pt x="3395" y="-280"/>
                          <a:pt x="6409" y="1804"/>
                          <a:pt x="9158" y="4375"/>
                        </a:cubicBezTo>
                        <a:cubicBezTo>
                          <a:pt x="11995" y="6858"/>
                          <a:pt x="14611" y="9917"/>
                          <a:pt x="15852" y="11512"/>
                        </a:cubicBezTo>
                        <a:cubicBezTo>
                          <a:pt x="18246" y="15015"/>
                          <a:pt x="18556" y="17409"/>
                          <a:pt x="20285" y="2037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32" name="Graphique 2">
                  <a:extLst>
                    <a:ext uri="{FF2B5EF4-FFF2-40B4-BE49-F238E27FC236}">
                      <a16:creationId xmlns:a16="http://schemas.microsoft.com/office/drawing/2014/main" id="{07EC8130-FB13-40FA-904C-3B6E0D85CBDC}"/>
                    </a:ext>
                  </a:extLst>
                </p:cNvPr>
                <p:cNvGrpSpPr/>
                <p:nvPr/>
              </p:nvGrpSpPr>
              <p:grpSpPr>
                <a:xfrm>
                  <a:off x="6796802" y="1394712"/>
                  <a:ext cx="84894" cy="57370"/>
                  <a:chOff x="6796802" y="1394712"/>
                  <a:chExt cx="84894" cy="57370"/>
                </a:xfrm>
                <a:solidFill>
                  <a:schemeClr val="accent1"/>
                </a:solidFill>
              </p:grpSpPr>
              <p:sp>
                <p:nvSpPr>
                  <p:cNvPr id="21941" name="Forme libre : forme 21940">
                    <a:extLst>
                      <a:ext uri="{FF2B5EF4-FFF2-40B4-BE49-F238E27FC236}">
                        <a16:creationId xmlns:a16="http://schemas.microsoft.com/office/drawing/2014/main" id="{CE02DDEF-E288-4ABC-8EE5-65AD30B95B34}"/>
                      </a:ext>
                    </a:extLst>
                  </p:cNvPr>
                  <p:cNvSpPr/>
                  <p:nvPr/>
                </p:nvSpPr>
                <p:spPr>
                  <a:xfrm>
                    <a:off x="6796802" y="1394712"/>
                    <a:ext cx="84894" cy="57370"/>
                  </a:xfrm>
                  <a:custGeom>
                    <a:avLst/>
                    <a:gdLst>
                      <a:gd name="connsiteX0" fmla="*/ 70956 w 84894"/>
                      <a:gd name="connsiteY0" fmla="*/ 36557 h 57370"/>
                      <a:gd name="connsiteX1" fmla="*/ 64705 w 84894"/>
                      <a:gd name="connsiteY1" fmla="*/ 41788 h 57370"/>
                      <a:gd name="connsiteX2" fmla="*/ 60671 w 84894"/>
                      <a:gd name="connsiteY2" fmla="*/ 44758 h 57370"/>
                      <a:gd name="connsiteX3" fmla="*/ 56060 w 84894"/>
                      <a:gd name="connsiteY3" fmla="*/ 47684 h 57370"/>
                      <a:gd name="connsiteX4" fmla="*/ 46263 w 84894"/>
                      <a:gd name="connsiteY4" fmla="*/ 52870 h 57370"/>
                      <a:gd name="connsiteX5" fmla="*/ 36998 w 84894"/>
                      <a:gd name="connsiteY5" fmla="*/ 56062 h 57370"/>
                      <a:gd name="connsiteX6" fmla="*/ 29595 w 84894"/>
                      <a:gd name="connsiteY6" fmla="*/ 57259 h 57370"/>
                      <a:gd name="connsiteX7" fmla="*/ 22546 w 84894"/>
                      <a:gd name="connsiteY7" fmla="*/ 57082 h 57370"/>
                      <a:gd name="connsiteX8" fmla="*/ 16428 w 84894"/>
                      <a:gd name="connsiteY8" fmla="*/ 55663 h 57370"/>
                      <a:gd name="connsiteX9" fmla="*/ 11951 w 84894"/>
                      <a:gd name="connsiteY9" fmla="*/ 53447 h 57370"/>
                      <a:gd name="connsiteX10" fmla="*/ 602 w 84894"/>
                      <a:gd name="connsiteY10" fmla="*/ 40901 h 57370"/>
                      <a:gd name="connsiteX11" fmla="*/ 4503 w 84894"/>
                      <a:gd name="connsiteY11" fmla="*/ 31636 h 57370"/>
                      <a:gd name="connsiteX12" fmla="*/ 17448 w 84894"/>
                      <a:gd name="connsiteY12" fmla="*/ 26626 h 57370"/>
                      <a:gd name="connsiteX13" fmla="*/ 20330 w 84894"/>
                      <a:gd name="connsiteY13" fmla="*/ 25651 h 57370"/>
                      <a:gd name="connsiteX14" fmla="*/ 22369 w 84894"/>
                      <a:gd name="connsiteY14" fmla="*/ 24632 h 57370"/>
                      <a:gd name="connsiteX15" fmla="*/ 24763 w 84894"/>
                      <a:gd name="connsiteY15" fmla="*/ 23523 h 57370"/>
                      <a:gd name="connsiteX16" fmla="*/ 27600 w 84894"/>
                      <a:gd name="connsiteY16" fmla="*/ 22326 h 57370"/>
                      <a:gd name="connsiteX17" fmla="*/ 31856 w 84894"/>
                      <a:gd name="connsiteY17" fmla="*/ 20465 h 57370"/>
                      <a:gd name="connsiteX18" fmla="*/ 37353 w 84894"/>
                      <a:gd name="connsiteY18" fmla="*/ 17450 h 57370"/>
                      <a:gd name="connsiteX19" fmla="*/ 47859 w 84894"/>
                      <a:gd name="connsiteY19" fmla="*/ 10357 h 57370"/>
                      <a:gd name="connsiteX20" fmla="*/ 76674 w 84894"/>
                      <a:gd name="connsiteY20" fmla="*/ 28 h 57370"/>
                      <a:gd name="connsiteX21" fmla="*/ 84831 w 84894"/>
                      <a:gd name="connsiteY21" fmla="*/ 5525 h 57370"/>
                      <a:gd name="connsiteX22" fmla="*/ 70956 w 84894"/>
                      <a:gd name="connsiteY22" fmla="*/ 36557 h 57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4894" h="57370">
                        <a:moveTo>
                          <a:pt x="70956" y="36557"/>
                        </a:moveTo>
                        <a:cubicBezTo>
                          <a:pt x="69360" y="38020"/>
                          <a:pt x="67321" y="39881"/>
                          <a:pt x="64705" y="41788"/>
                        </a:cubicBezTo>
                        <a:cubicBezTo>
                          <a:pt x="63419" y="42763"/>
                          <a:pt x="62090" y="43738"/>
                          <a:pt x="60671" y="44758"/>
                        </a:cubicBezTo>
                        <a:cubicBezTo>
                          <a:pt x="59164" y="45733"/>
                          <a:pt x="57612" y="46708"/>
                          <a:pt x="56060" y="47684"/>
                        </a:cubicBezTo>
                        <a:cubicBezTo>
                          <a:pt x="53046" y="49679"/>
                          <a:pt x="49411" y="51319"/>
                          <a:pt x="46263" y="52870"/>
                        </a:cubicBezTo>
                        <a:cubicBezTo>
                          <a:pt x="42805" y="54200"/>
                          <a:pt x="39835" y="55486"/>
                          <a:pt x="36998" y="56062"/>
                        </a:cubicBezTo>
                        <a:cubicBezTo>
                          <a:pt x="34427" y="56639"/>
                          <a:pt x="32122" y="57215"/>
                          <a:pt x="29595" y="57259"/>
                        </a:cubicBezTo>
                        <a:cubicBezTo>
                          <a:pt x="27112" y="57348"/>
                          <a:pt x="24940" y="57525"/>
                          <a:pt x="22546" y="57082"/>
                        </a:cubicBezTo>
                        <a:cubicBezTo>
                          <a:pt x="20330" y="56683"/>
                          <a:pt x="17980" y="56373"/>
                          <a:pt x="16428" y="55663"/>
                        </a:cubicBezTo>
                        <a:cubicBezTo>
                          <a:pt x="14788" y="54998"/>
                          <a:pt x="13325" y="54245"/>
                          <a:pt x="11951" y="53447"/>
                        </a:cubicBezTo>
                        <a:cubicBezTo>
                          <a:pt x="6543" y="50166"/>
                          <a:pt x="3174" y="45822"/>
                          <a:pt x="602" y="40901"/>
                        </a:cubicBezTo>
                        <a:cubicBezTo>
                          <a:pt x="-1171" y="37488"/>
                          <a:pt x="1223" y="33010"/>
                          <a:pt x="4503" y="31636"/>
                        </a:cubicBezTo>
                        <a:cubicBezTo>
                          <a:pt x="9202" y="29730"/>
                          <a:pt x="13458" y="28089"/>
                          <a:pt x="17448" y="26626"/>
                        </a:cubicBezTo>
                        <a:cubicBezTo>
                          <a:pt x="18379" y="26228"/>
                          <a:pt x="19532" y="26050"/>
                          <a:pt x="20330" y="25651"/>
                        </a:cubicBezTo>
                        <a:cubicBezTo>
                          <a:pt x="21039" y="25208"/>
                          <a:pt x="21704" y="24853"/>
                          <a:pt x="22369" y="24632"/>
                        </a:cubicBezTo>
                        <a:cubicBezTo>
                          <a:pt x="23122" y="24233"/>
                          <a:pt x="23920" y="23789"/>
                          <a:pt x="24763" y="23523"/>
                        </a:cubicBezTo>
                        <a:cubicBezTo>
                          <a:pt x="25605" y="23213"/>
                          <a:pt x="26625" y="22637"/>
                          <a:pt x="27600" y="22326"/>
                        </a:cubicBezTo>
                        <a:cubicBezTo>
                          <a:pt x="28664" y="22016"/>
                          <a:pt x="30216" y="21085"/>
                          <a:pt x="31856" y="20465"/>
                        </a:cubicBezTo>
                        <a:cubicBezTo>
                          <a:pt x="33540" y="19534"/>
                          <a:pt x="35447" y="18647"/>
                          <a:pt x="37353" y="17450"/>
                        </a:cubicBezTo>
                        <a:cubicBezTo>
                          <a:pt x="41210" y="15145"/>
                          <a:pt x="45155" y="12352"/>
                          <a:pt x="47859" y="10357"/>
                        </a:cubicBezTo>
                        <a:cubicBezTo>
                          <a:pt x="57878" y="2821"/>
                          <a:pt x="66345" y="1003"/>
                          <a:pt x="76674" y="28"/>
                        </a:cubicBezTo>
                        <a:cubicBezTo>
                          <a:pt x="80265" y="-282"/>
                          <a:pt x="84609" y="2023"/>
                          <a:pt x="84831" y="5525"/>
                        </a:cubicBezTo>
                        <a:cubicBezTo>
                          <a:pt x="85363" y="15411"/>
                          <a:pt x="82703" y="25563"/>
                          <a:pt x="70956" y="3655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42" name="Forme libre : forme 21941">
                    <a:extLst>
                      <a:ext uri="{FF2B5EF4-FFF2-40B4-BE49-F238E27FC236}">
                        <a16:creationId xmlns:a16="http://schemas.microsoft.com/office/drawing/2014/main" id="{1B98B5C6-92AC-46D6-84AF-6FC4A697ABE7}"/>
                      </a:ext>
                    </a:extLst>
                  </p:cNvPr>
                  <p:cNvSpPr/>
                  <p:nvPr/>
                </p:nvSpPr>
                <p:spPr>
                  <a:xfrm>
                    <a:off x="6796818" y="1399838"/>
                    <a:ext cx="84748" cy="52132"/>
                  </a:xfrm>
                  <a:custGeom>
                    <a:avLst/>
                    <a:gdLst>
                      <a:gd name="connsiteX0" fmla="*/ 38577 w 84748"/>
                      <a:gd name="connsiteY0" fmla="*/ 37016 h 52132"/>
                      <a:gd name="connsiteX1" fmla="*/ 33524 w 84748"/>
                      <a:gd name="connsiteY1" fmla="*/ 39011 h 52132"/>
                      <a:gd name="connsiteX2" fmla="*/ 28071 w 84748"/>
                      <a:gd name="connsiteY2" fmla="*/ 40386 h 52132"/>
                      <a:gd name="connsiteX3" fmla="*/ 16811 w 84748"/>
                      <a:gd name="connsiteY3" fmla="*/ 40253 h 52132"/>
                      <a:gd name="connsiteX4" fmla="*/ 320 w 84748"/>
                      <a:gd name="connsiteY4" fmla="*/ 31165 h 52132"/>
                      <a:gd name="connsiteX5" fmla="*/ 586 w 84748"/>
                      <a:gd name="connsiteY5" fmla="*/ 35598 h 52132"/>
                      <a:gd name="connsiteX6" fmla="*/ 3556 w 84748"/>
                      <a:gd name="connsiteY6" fmla="*/ 40474 h 52132"/>
                      <a:gd name="connsiteX7" fmla="*/ 18540 w 84748"/>
                      <a:gd name="connsiteY7" fmla="*/ 51069 h 52132"/>
                      <a:gd name="connsiteX8" fmla="*/ 27317 w 84748"/>
                      <a:gd name="connsiteY8" fmla="*/ 52089 h 52132"/>
                      <a:gd name="connsiteX9" fmla="*/ 32105 w 84748"/>
                      <a:gd name="connsiteY9" fmla="*/ 51823 h 52132"/>
                      <a:gd name="connsiteX10" fmla="*/ 36893 w 84748"/>
                      <a:gd name="connsiteY10" fmla="*/ 50803 h 52132"/>
                      <a:gd name="connsiteX11" fmla="*/ 43542 w 84748"/>
                      <a:gd name="connsiteY11" fmla="*/ 48675 h 52132"/>
                      <a:gd name="connsiteX12" fmla="*/ 68811 w 84748"/>
                      <a:gd name="connsiteY12" fmla="*/ 33160 h 52132"/>
                      <a:gd name="connsiteX13" fmla="*/ 70806 w 84748"/>
                      <a:gd name="connsiteY13" fmla="*/ 31386 h 52132"/>
                      <a:gd name="connsiteX14" fmla="*/ 80160 w 84748"/>
                      <a:gd name="connsiteY14" fmla="*/ 19949 h 52132"/>
                      <a:gd name="connsiteX15" fmla="*/ 84682 w 84748"/>
                      <a:gd name="connsiteY15" fmla="*/ 4965 h 52132"/>
                      <a:gd name="connsiteX16" fmla="*/ 84682 w 84748"/>
                      <a:gd name="connsiteY16" fmla="*/ 177 h 52132"/>
                      <a:gd name="connsiteX17" fmla="*/ 84637 w 84748"/>
                      <a:gd name="connsiteY17" fmla="*/ 0 h 52132"/>
                      <a:gd name="connsiteX18" fmla="*/ 63447 w 84748"/>
                      <a:gd name="connsiteY18" fmla="*/ 20437 h 52132"/>
                      <a:gd name="connsiteX19" fmla="*/ 38577 w 84748"/>
                      <a:gd name="connsiteY19" fmla="*/ 37016 h 52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84748" h="52132">
                        <a:moveTo>
                          <a:pt x="38577" y="37016"/>
                        </a:moveTo>
                        <a:cubicBezTo>
                          <a:pt x="36981" y="37770"/>
                          <a:pt x="35341" y="38524"/>
                          <a:pt x="33524" y="39011"/>
                        </a:cubicBezTo>
                        <a:cubicBezTo>
                          <a:pt x="31750" y="39499"/>
                          <a:pt x="30021" y="40208"/>
                          <a:pt x="28071" y="40386"/>
                        </a:cubicBezTo>
                        <a:cubicBezTo>
                          <a:pt x="24392" y="41051"/>
                          <a:pt x="20269" y="41006"/>
                          <a:pt x="16811" y="40253"/>
                        </a:cubicBezTo>
                        <a:cubicBezTo>
                          <a:pt x="9851" y="38923"/>
                          <a:pt x="4132" y="35332"/>
                          <a:pt x="320" y="31165"/>
                        </a:cubicBezTo>
                        <a:cubicBezTo>
                          <a:pt x="-124" y="32672"/>
                          <a:pt x="-168" y="34268"/>
                          <a:pt x="586" y="35598"/>
                        </a:cubicBezTo>
                        <a:cubicBezTo>
                          <a:pt x="1472" y="37282"/>
                          <a:pt x="2448" y="38878"/>
                          <a:pt x="3556" y="40474"/>
                        </a:cubicBezTo>
                        <a:cubicBezTo>
                          <a:pt x="6881" y="44863"/>
                          <a:pt x="11136" y="48764"/>
                          <a:pt x="18540" y="51069"/>
                        </a:cubicBezTo>
                        <a:cubicBezTo>
                          <a:pt x="21200" y="51646"/>
                          <a:pt x="24347" y="52311"/>
                          <a:pt x="27317" y="52089"/>
                        </a:cubicBezTo>
                        <a:cubicBezTo>
                          <a:pt x="28869" y="52045"/>
                          <a:pt x="30465" y="51956"/>
                          <a:pt x="32105" y="51823"/>
                        </a:cubicBezTo>
                        <a:cubicBezTo>
                          <a:pt x="33657" y="51557"/>
                          <a:pt x="35253" y="51202"/>
                          <a:pt x="36893" y="50803"/>
                        </a:cubicBezTo>
                        <a:cubicBezTo>
                          <a:pt x="38976" y="50360"/>
                          <a:pt x="41149" y="49606"/>
                          <a:pt x="43542" y="48675"/>
                        </a:cubicBezTo>
                        <a:cubicBezTo>
                          <a:pt x="53029" y="45085"/>
                          <a:pt x="63092" y="38036"/>
                          <a:pt x="68811" y="33160"/>
                        </a:cubicBezTo>
                        <a:cubicBezTo>
                          <a:pt x="69521" y="32539"/>
                          <a:pt x="70230" y="31918"/>
                          <a:pt x="70806" y="31386"/>
                        </a:cubicBezTo>
                        <a:cubicBezTo>
                          <a:pt x="75106" y="27574"/>
                          <a:pt x="77943" y="23673"/>
                          <a:pt x="80160" y="19949"/>
                        </a:cubicBezTo>
                        <a:cubicBezTo>
                          <a:pt x="82997" y="14807"/>
                          <a:pt x="84283" y="9886"/>
                          <a:pt x="84682" y="4965"/>
                        </a:cubicBezTo>
                        <a:cubicBezTo>
                          <a:pt x="84770" y="3369"/>
                          <a:pt x="84770" y="1773"/>
                          <a:pt x="84682" y="177"/>
                        </a:cubicBezTo>
                        <a:lnTo>
                          <a:pt x="84637" y="0"/>
                        </a:lnTo>
                        <a:cubicBezTo>
                          <a:pt x="78121" y="7137"/>
                          <a:pt x="71028" y="14053"/>
                          <a:pt x="63447" y="20437"/>
                        </a:cubicBezTo>
                        <a:cubicBezTo>
                          <a:pt x="55911" y="26820"/>
                          <a:pt x="47798" y="32672"/>
                          <a:pt x="38577" y="3701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43" name="Forme libre : forme 21942">
                    <a:extLst>
                      <a:ext uri="{FF2B5EF4-FFF2-40B4-BE49-F238E27FC236}">
                        <a16:creationId xmlns:a16="http://schemas.microsoft.com/office/drawing/2014/main" id="{29925624-B333-4BA7-AF78-1B3AFE00392D}"/>
                      </a:ext>
                    </a:extLst>
                  </p:cNvPr>
                  <p:cNvSpPr/>
                  <p:nvPr/>
                </p:nvSpPr>
                <p:spPr>
                  <a:xfrm>
                    <a:off x="6829726" y="1409149"/>
                    <a:ext cx="37746" cy="27004"/>
                  </a:xfrm>
                  <a:custGeom>
                    <a:avLst/>
                    <a:gdLst>
                      <a:gd name="connsiteX0" fmla="*/ 37144 w 37746"/>
                      <a:gd name="connsiteY0" fmla="*/ 576 h 27004"/>
                      <a:gd name="connsiteX1" fmla="*/ 33332 w 37746"/>
                      <a:gd name="connsiteY1" fmla="*/ 10373 h 27004"/>
                      <a:gd name="connsiteX2" fmla="*/ 27702 w 37746"/>
                      <a:gd name="connsiteY2" fmla="*/ 16136 h 27004"/>
                      <a:gd name="connsiteX3" fmla="*/ 22648 w 37746"/>
                      <a:gd name="connsiteY3" fmla="*/ 20170 h 27004"/>
                      <a:gd name="connsiteX4" fmla="*/ 10280 w 37746"/>
                      <a:gd name="connsiteY4" fmla="*/ 26155 h 27004"/>
                      <a:gd name="connsiteX5" fmla="*/ 128 w 37746"/>
                      <a:gd name="connsiteY5" fmla="*/ 24869 h 27004"/>
                      <a:gd name="connsiteX6" fmla="*/ 5979 w 37746"/>
                      <a:gd name="connsiteY6" fmla="*/ 17466 h 27004"/>
                      <a:gd name="connsiteX7" fmla="*/ 15998 w 37746"/>
                      <a:gd name="connsiteY7" fmla="*/ 10772 h 27004"/>
                      <a:gd name="connsiteX8" fmla="*/ 20742 w 37746"/>
                      <a:gd name="connsiteY8" fmla="*/ 7669 h 27004"/>
                      <a:gd name="connsiteX9" fmla="*/ 27037 w 37746"/>
                      <a:gd name="connsiteY9" fmla="*/ 3634 h 27004"/>
                      <a:gd name="connsiteX10" fmla="*/ 37144 w 37746"/>
                      <a:gd name="connsiteY10" fmla="*/ 576 h 27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746" h="27004">
                        <a:moveTo>
                          <a:pt x="37144" y="576"/>
                        </a:moveTo>
                        <a:cubicBezTo>
                          <a:pt x="38873" y="2216"/>
                          <a:pt x="36657" y="6206"/>
                          <a:pt x="33332" y="10373"/>
                        </a:cubicBezTo>
                        <a:cubicBezTo>
                          <a:pt x="31603" y="12368"/>
                          <a:pt x="29564" y="14407"/>
                          <a:pt x="27702" y="16136"/>
                        </a:cubicBezTo>
                        <a:cubicBezTo>
                          <a:pt x="25707" y="17820"/>
                          <a:pt x="23889" y="19239"/>
                          <a:pt x="22648" y="20170"/>
                        </a:cubicBezTo>
                        <a:cubicBezTo>
                          <a:pt x="20121" y="21943"/>
                          <a:pt x="15156" y="24825"/>
                          <a:pt x="10280" y="26155"/>
                        </a:cubicBezTo>
                        <a:cubicBezTo>
                          <a:pt x="5403" y="27485"/>
                          <a:pt x="926" y="27396"/>
                          <a:pt x="128" y="24869"/>
                        </a:cubicBezTo>
                        <a:cubicBezTo>
                          <a:pt x="-670" y="22519"/>
                          <a:pt x="2389" y="19948"/>
                          <a:pt x="5979" y="17466"/>
                        </a:cubicBezTo>
                        <a:cubicBezTo>
                          <a:pt x="9570" y="14939"/>
                          <a:pt x="13782" y="12146"/>
                          <a:pt x="15998" y="10772"/>
                        </a:cubicBezTo>
                        <a:cubicBezTo>
                          <a:pt x="17107" y="10018"/>
                          <a:pt x="18791" y="8910"/>
                          <a:pt x="20742" y="7669"/>
                        </a:cubicBezTo>
                        <a:cubicBezTo>
                          <a:pt x="22692" y="6383"/>
                          <a:pt x="24865" y="4876"/>
                          <a:pt x="27037" y="3634"/>
                        </a:cubicBezTo>
                        <a:cubicBezTo>
                          <a:pt x="31293" y="930"/>
                          <a:pt x="35460" y="-1020"/>
                          <a:pt x="37144" y="57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44" name="Forme libre : forme 21943">
                    <a:extLst>
                      <a:ext uri="{FF2B5EF4-FFF2-40B4-BE49-F238E27FC236}">
                        <a16:creationId xmlns:a16="http://schemas.microsoft.com/office/drawing/2014/main" id="{95CA0F2C-2BCC-4775-B186-8F3D3BAF2AE9}"/>
                      </a:ext>
                    </a:extLst>
                  </p:cNvPr>
                  <p:cNvSpPr/>
                  <p:nvPr/>
                </p:nvSpPr>
                <p:spPr>
                  <a:xfrm>
                    <a:off x="6829324" y="1422536"/>
                    <a:ext cx="30674" cy="13517"/>
                  </a:xfrm>
                  <a:custGeom>
                    <a:avLst/>
                    <a:gdLst>
                      <a:gd name="connsiteX0" fmla="*/ 7091 w 30674"/>
                      <a:gd name="connsiteY0" fmla="*/ 3724 h 13517"/>
                      <a:gd name="connsiteX1" fmla="*/ 308 w 30674"/>
                      <a:gd name="connsiteY1" fmla="*/ 11570 h 13517"/>
                      <a:gd name="connsiteX2" fmla="*/ 10682 w 30674"/>
                      <a:gd name="connsiteY2" fmla="*/ 12723 h 13517"/>
                      <a:gd name="connsiteX3" fmla="*/ 23271 w 30674"/>
                      <a:gd name="connsiteY3" fmla="*/ 6605 h 13517"/>
                      <a:gd name="connsiteX4" fmla="*/ 30675 w 30674"/>
                      <a:gd name="connsiteY4" fmla="*/ 0 h 13517"/>
                      <a:gd name="connsiteX5" fmla="*/ 26330 w 30674"/>
                      <a:gd name="connsiteY5" fmla="*/ 3014 h 13517"/>
                      <a:gd name="connsiteX6" fmla="*/ 7091 w 30674"/>
                      <a:gd name="connsiteY6" fmla="*/ 3724 h 13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674" h="13517">
                        <a:moveTo>
                          <a:pt x="7091" y="3724"/>
                        </a:moveTo>
                        <a:cubicBezTo>
                          <a:pt x="5229" y="5896"/>
                          <a:pt x="-1509" y="8910"/>
                          <a:pt x="308" y="11570"/>
                        </a:cubicBezTo>
                        <a:cubicBezTo>
                          <a:pt x="1904" y="13875"/>
                          <a:pt x="6071" y="13964"/>
                          <a:pt x="10682" y="12723"/>
                        </a:cubicBezTo>
                        <a:cubicBezTo>
                          <a:pt x="15292" y="11482"/>
                          <a:pt x="20035" y="8822"/>
                          <a:pt x="23271" y="6605"/>
                        </a:cubicBezTo>
                        <a:cubicBezTo>
                          <a:pt x="25134" y="5275"/>
                          <a:pt x="29079" y="1995"/>
                          <a:pt x="30675" y="0"/>
                        </a:cubicBezTo>
                        <a:cubicBezTo>
                          <a:pt x="29522" y="887"/>
                          <a:pt x="27660" y="2483"/>
                          <a:pt x="26330" y="3014"/>
                        </a:cubicBezTo>
                        <a:cubicBezTo>
                          <a:pt x="19282" y="6650"/>
                          <a:pt x="9839" y="8689"/>
                          <a:pt x="7091" y="372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45" name="Forme libre : forme 21944">
                    <a:extLst>
                      <a:ext uri="{FF2B5EF4-FFF2-40B4-BE49-F238E27FC236}">
                        <a16:creationId xmlns:a16="http://schemas.microsoft.com/office/drawing/2014/main" id="{E56DEBDB-0B69-45CB-8D70-CF6483CCAC59}"/>
                      </a:ext>
                    </a:extLst>
                  </p:cNvPr>
                  <p:cNvSpPr/>
                  <p:nvPr/>
                </p:nvSpPr>
                <p:spPr>
                  <a:xfrm>
                    <a:off x="6832235" y="1408001"/>
                    <a:ext cx="37545" cy="28459"/>
                  </a:xfrm>
                  <a:custGeom>
                    <a:avLst/>
                    <a:gdLst>
                      <a:gd name="connsiteX0" fmla="*/ 37163 w 37545"/>
                      <a:gd name="connsiteY0" fmla="*/ 836 h 28459"/>
                      <a:gd name="connsiteX1" fmla="*/ 22755 w 37545"/>
                      <a:gd name="connsiteY1" fmla="*/ 21140 h 28459"/>
                      <a:gd name="connsiteX2" fmla="*/ 10520 w 37545"/>
                      <a:gd name="connsiteY2" fmla="*/ 27479 h 28459"/>
                      <a:gd name="connsiteX3" fmla="*/ 235 w 37545"/>
                      <a:gd name="connsiteY3" fmla="*/ 26504 h 28459"/>
                      <a:gd name="connsiteX4" fmla="*/ 5953 w 37545"/>
                      <a:gd name="connsiteY4" fmla="*/ 18835 h 28459"/>
                      <a:gd name="connsiteX5" fmla="*/ 15928 w 37545"/>
                      <a:gd name="connsiteY5" fmla="*/ 11786 h 28459"/>
                      <a:gd name="connsiteX6" fmla="*/ 27277 w 37545"/>
                      <a:gd name="connsiteY6" fmla="*/ 3940 h 28459"/>
                      <a:gd name="connsiteX7" fmla="*/ 37163 w 37545"/>
                      <a:gd name="connsiteY7" fmla="*/ 836 h 28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545" h="28459">
                        <a:moveTo>
                          <a:pt x="37163" y="836"/>
                        </a:moveTo>
                        <a:cubicBezTo>
                          <a:pt x="39778" y="5269"/>
                          <a:pt x="28340" y="17150"/>
                          <a:pt x="22755" y="21140"/>
                        </a:cubicBezTo>
                        <a:cubicBezTo>
                          <a:pt x="20139" y="23224"/>
                          <a:pt x="15263" y="26105"/>
                          <a:pt x="10520" y="27479"/>
                        </a:cubicBezTo>
                        <a:cubicBezTo>
                          <a:pt x="5865" y="29031"/>
                          <a:pt x="1343" y="28765"/>
                          <a:pt x="235" y="26504"/>
                        </a:cubicBezTo>
                        <a:cubicBezTo>
                          <a:pt x="-918" y="24066"/>
                          <a:pt x="2363" y="21672"/>
                          <a:pt x="5953" y="18835"/>
                        </a:cubicBezTo>
                        <a:cubicBezTo>
                          <a:pt x="9633" y="16175"/>
                          <a:pt x="13933" y="13249"/>
                          <a:pt x="15928" y="11786"/>
                        </a:cubicBezTo>
                        <a:cubicBezTo>
                          <a:pt x="17967" y="10412"/>
                          <a:pt x="22843" y="6865"/>
                          <a:pt x="27277" y="3940"/>
                        </a:cubicBezTo>
                        <a:cubicBezTo>
                          <a:pt x="31798" y="969"/>
                          <a:pt x="36010" y="-1291"/>
                          <a:pt x="37163" y="83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46" name="Forme libre : forme 21945">
                    <a:extLst>
                      <a:ext uri="{FF2B5EF4-FFF2-40B4-BE49-F238E27FC236}">
                        <a16:creationId xmlns:a16="http://schemas.microsoft.com/office/drawing/2014/main" id="{4674DFA9-C162-404B-9FEE-1DD1CE904DB2}"/>
                      </a:ext>
                    </a:extLst>
                  </p:cNvPr>
                  <p:cNvSpPr/>
                  <p:nvPr/>
                </p:nvSpPr>
                <p:spPr>
                  <a:xfrm>
                    <a:off x="6809077" y="1420925"/>
                    <a:ext cx="55303" cy="25364"/>
                  </a:xfrm>
                  <a:custGeom>
                    <a:avLst/>
                    <a:gdLst>
                      <a:gd name="connsiteX0" fmla="*/ 74 w 55303"/>
                      <a:gd name="connsiteY0" fmla="*/ 14423 h 25364"/>
                      <a:gd name="connsiteX1" fmla="*/ 5128 w 55303"/>
                      <a:gd name="connsiteY1" fmla="*/ 20939 h 25364"/>
                      <a:gd name="connsiteX2" fmla="*/ 31062 w 55303"/>
                      <a:gd name="connsiteY2" fmla="*/ 23865 h 25364"/>
                      <a:gd name="connsiteX3" fmla="*/ 51720 w 55303"/>
                      <a:gd name="connsiteY3" fmla="*/ 10255 h 25364"/>
                      <a:gd name="connsiteX4" fmla="*/ 53937 w 55303"/>
                      <a:gd name="connsiteY4" fmla="*/ 192 h 25364"/>
                      <a:gd name="connsiteX5" fmla="*/ 46755 w 55303"/>
                      <a:gd name="connsiteY5" fmla="*/ 2631 h 25364"/>
                      <a:gd name="connsiteX6" fmla="*/ 27338 w 55303"/>
                      <a:gd name="connsiteY6" fmla="*/ 7197 h 25364"/>
                      <a:gd name="connsiteX7" fmla="*/ 10049 w 55303"/>
                      <a:gd name="connsiteY7" fmla="*/ 5955 h 25364"/>
                      <a:gd name="connsiteX8" fmla="*/ 6325 w 55303"/>
                      <a:gd name="connsiteY8" fmla="*/ 7064 h 25364"/>
                      <a:gd name="connsiteX9" fmla="*/ 2912 w 55303"/>
                      <a:gd name="connsiteY9" fmla="*/ 8881 h 25364"/>
                      <a:gd name="connsiteX10" fmla="*/ 74 w 55303"/>
                      <a:gd name="connsiteY10" fmla="*/ 14423 h 25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5303" h="25364">
                        <a:moveTo>
                          <a:pt x="74" y="14423"/>
                        </a:moveTo>
                        <a:cubicBezTo>
                          <a:pt x="695" y="17526"/>
                          <a:pt x="1670" y="18545"/>
                          <a:pt x="5128" y="20939"/>
                        </a:cubicBezTo>
                        <a:cubicBezTo>
                          <a:pt x="12354" y="25151"/>
                          <a:pt x="20688" y="26835"/>
                          <a:pt x="31062" y="23865"/>
                        </a:cubicBezTo>
                        <a:cubicBezTo>
                          <a:pt x="39706" y="21294"/>
                          <a:pt x="47509" y="15619"/>
                          <a:pt x="51720" y="10255"/>
                        </a:cubicBezTo>
                        <a:cubicBezTo>
                          <a:pt x="54867" y="6177"/>
                          <a:pt x="56730" y="1567"/>
                          <a:pt x="53937" y="192"/>
                        </a:cubicBezTo>
                        <a:cubicBezTo>
                          <a:pt x="52208" y="-650"/>
                          <a:pt x="49415" y="1478"/>
                          <a:pt x="46755" y="2631"/>
                        </a:cubicBezTo>
                        <a:cubicBezTo>
                          <a:pt x="40327" y="5069"/>
                          <a:pt x="34165" y="7507"/>
                          <a:pt x="27338" y="7197"/>
                        </a:cubicBezTo>
                        <a:cubicBezTo>
                          <a:pt x="21486" y="6886"/>
                          <a:pt x="15590" y="4980"/>
                          <a:pt x="10049" y="5955"/>
                        </a:cubicBezTo>
                        <a:cubicBezTo>
                          <a:pt x="8719" y="6044"/>
                          <a:pt x="7655" y="6665"/>
                          <a:pt x="6325" y="7064"/>
                        </a:cubicBezTo>
                        <a:cubicBezTo>
                          <a:pt x="5039" y="7463"/>
                          <a:pt x="3887" y="8128"/>
                          <a:pt x="2912" y="8881"/>
                        </a:cubicBezTo>
                        <a:cubicBezTo>
                          <a:pt x="917" y="10344"/>
                          <a:pt x="-324" y="12206"/>
                          <a:pt x="74" y="1442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47" name="Forme libre : forme 21946">
                    <a:extLst>
                      <a:ext uri="{FF2B5EF4-FFF2-40B4-BE49-F238E27FC236}">
                        <a16:creationId xmlns:a16="http://schemas.microsoft.com/office/drawing/2014/main" id="{89A93398-1774-485E-8D68-6388BB24BF0F}"/>
                      </a:ext>
                    </a:extLst>
                  </p:cNvPr>
                  <p:cNvSpPr/>
                  <p:nvPr/>
                </p:nvSpPr>
                <p:spPr>
                  <a:xfrm>
                    <a:off x="6819748" y="1423296"/>
                    <a:ext cx="14602" cy="8865"/>
                  </a:xfrm>
                  <a:custGeom>
                    <a:avLst/>
                    <a:gdLst>
                      <a:gd name="connsiteX0" fmla="*/ 1417 w 14602"/>
                      <a:gd name="connsiteY0" fmla="*/ 6510 h 8865"/>
                      <a:gd name="connsiteX1" fmla="*/ 43 w 14602"/>
                      <a:gd name="connsiteY1" fmla="*/ 7884 h 8865"/>
                      <a:gd name="connsiteX2" fmla="*/ 1329 w 14602"/>
                      <a:gd name="connsiteY2" fmla="*/ 8860 h 8865"/>
                      <a:gd name="connsiteX3" fmla="*/ 4343 w 14602"/>
                      <a:gd name="connsiteY3" fmla="*/ 8505 h 8865"/>
                      <a:gd name="connsiteX4" fmla="*/ 7934 w 14602"/>
                      <a:gd name="connsiteY4" fmla="*/ 7175 h 8865"/>
                      <a:gd name="connsiteX5" fmla="*/ 11259 w 14602"/>
                      <a:gd name="connsiteY5" fmla="*/ 5446 h 8865"/>
                      <a:gd name="connsiteX6" fmla="*/ 13475 w 14602"/>
                      <a:gd name="connsiteY6" fmla="*/ 3762 h 8865"/>
                      <a:gd name="connsiteX7" fmla="*/ 14318 w 14602"/>
                      <a:gd name="connsiteY7" fmla="*/ 437 h 8865"/>
                      <a:gd name="connsiteX8" fmla="*/ 10505 w 14602"/>
                      <a:gd name="connsiteY8" fmla="*/ 703 h 8865"/>
                      <a:gd name="connsiteX9" fmla="*/ 8156 w 14602"/>
                      <a:gd name="connsiteY9" fmla="*/ 2077 h 8865"/>
                      <a:gd name="connsiteX10" fmla="*/ 5806 w 14602"/>
                      <a:gd name="connsiteY10" fmla="*/ 3496 h 8865"/>
                      <a:gd name="connsiteX11" fmla="*/ 1417 w 14602"/>
                      <a:gd name="connsiteY11" fmla="*/ 6510 h 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602" h="8865">
                        <a:moveTo>
                          <a:pt x="1417" y="6510"/>
                        </a:moveTo>
                        <a:cubicBezTo>
                          <a:pt x="752" y="6953"/>
                          <a:pt x="265" y="7352"/>
                          <a:pt x="43" y="7884"/>
                        </a:cubicBezTo>
                        <a:cubicBezTo>
                          <a:pt x="-179" y="8461"/>
                          <a:pt x="486" y="8860"/>
                          <a:pt x="1329" y="8860"/>
                        </a:cubicBezTo>
                        <a:cubicBezTo>
                          <a:pt x="2171" y="8904"/>
                          <a:pt x="3412" y="8682"/>
                          <a:pt x="4343" y="8505"/>
                        </a:cubicBezTo>
                        <a:cubicBezTo>
                          <a:pt x="5540" y="8239"/>
                          <a:pt x="6737" y="7618"/>
                          <a:pt x="7934" y="7175"/>
                        </a:cubicBezTo>
                        <a:cubicBezTo>
                          <a:pt x="9131" y="6732"/>
                          <a:pt x="10239" y="6155"/>
                          <a:pt x="11259" y="5446"/>
                        </a:cubicBezTo>
                        <a:cubicBezTo>
                          <a:pt x="12101" y="4914"/>
                          <a:pt x="12899" y="4426"/>
                          <a:pt x="13475" y="3762"/>
                        </a:cubicBezTo>
                        <a:cubicBezTo>
                          <a:pt x="14672" y="2476"/>
                          <a:pt x="14850" y="1057"/>
                          <a:pt x="14318" y="437"/>
                        </a:cubicBezTo>
                        <a:cubicBezTo>
                          <a:pt x="13786" y="-184"/>
                          <a:pt x="12500" y="-184"/>
                          <a:pt x="10505" y="703"/>
                        </a:cubicBezTo>
                        <a:cubicBezTo>
                          <a:pt x="9752" y="1057"/>
                          <a:pt x="8954" y="1545"/>
                          <a:pt x="8156" y="2077"/>
                        </a:cubicBezTo>
                        <a:cubicBezTo>
                          <a:pt x="7358" y="2476"/>
                          <a:pt x="6604" y="2964"/>
                          <a:pt x="5806" y="3496"/>
                        </a:cubicBezTo>
                        <a:cubicBezTo>
                          <a:pt x="4254" y="4692"/>
                          <a:pt x="2792" y="5535"/>
                          <a:pt x="1417" y="651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48" name="Forme libre : forme 21947">
                    <a:extLst>
                      <a:ext uri="{FF2B5EF4-FFF2-40B4-BE49-F238E27FC236}">
                        <a16:creationId xmlns:a16="http://schemas.microsoft.com/office/drawing/2014/main" id="{F6B7521A-3845-4B7B-9927-D6DE45735E62}"/>
                      </a:ext>
                    </a:extLst>
                  </p:cNvPr>
                  <p:cNvSpPr/>
                  <p:nvPr/>
                </p:nvSpPr>
                <p:spPr>
                  <a:xfrm>
                    <a:off x="6868201" y="1400149"/>
                    <a:ext cx="12009" cy="29701"/>
                  </a:xfrm>
                  <a:custGeom>
                    <a:avLst/>
                    <a:gdLst>
                      <a:gd name="connsiteX0" fmla="*/ 11570 w 12009"/>
                      <a:gd name="connsiteY0" fmla="*/ 0 h 29701"/>
                      <a:gd name="connsiteX1" fmla="*/ 0 w 12009"/>
                      <a:gd name="connsiteY1" fmla="*/ 29702 h 29701"/>
                      <a:gd name="connsiteX2" fmla="*/ 11570 w 12009"/>
                      <a:gd name="connsiteY2" fmla="*/ 0 h 29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009" h="29701">
                        <a:moveTo>
                          <a:pt x="11570" y="0"/>
                        </a:moveTo>
                        <a:cubicBezTo>
                          <a:pt x="13920" y="7315"/>
                          <a:pt x="6384" y="21323"/>
                          <a:pt x="0" y="29702"/>
                        </a:cubicBezTo>
                        <a:cubicBezTo>
                          <a:pt x="6827" y="20525"/>
                          <a:pt x="10506" y="8689"/>
                          <a:pt x="115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49" name="Forme libre : forme 21948">
                    <a:extLst>
                      <a:ext uri="{FF2B5EF4-FFF2-40B4-BE49-F238E27FC236}">
                        <a16:creationId xmlns:a16="http://schemas.microsoft.com/office/drawing/2014/main" id="{50B5E2CF-43A4-4AE1-BAFD-EC1570D737FB}"/>
                      </a:ext>
                    </a:extLst>
                  </p:cNvPr>
                  <p:cNvSpPr/>
                  <p:nvPr/>
                </p:nvSpPr>
                <p:spPr>
                  <a:xfrm>
                    <a:off x="6801571" y="1417792"/>
                    <a:ext cx="23805" cy="9531"/>
                  </a:xfrm>
                  <a:custGeom>
                    <a:avLst/>
                    <a:gdLst>
                      <a:gd name="connsiteX0" fmla="*/ 23806 w 23805"/>
                      <a:gd name="connsiteY0" fmla="*/ 0 h 9531"/>
                      <a:gd name="connsiteX1" fmla="*/ 21102 w 23805"/>
                      <a:gd name="connsiteY1" fmla="*/ 1286 h 9531"/>
                      <a:gd name="connsiteX2" fmla="*/ 18663 w 23805"/>
                      <a:gd name="connsiteY2" fmla="*/ 2571 h 9531"/>
                      <a:gd name="connsiteX3" fmla="*/ 16358 w 23805"/>
                      <a:gd name="connsiteY3" fmla="*/ 3857 h 9531"/>
                      <a:gd name="connsiteX4" fmla="*/ 15161 w 23805"/>
                      <a:gd name="connsiteY4" fmla="*/ 4566 h 9531"/>
                      <a:gd name="connsiteX5" fmla="*/ 13565 w 23805"/>
                      <a:gd name="connsiteY5" fmla="*/ 5098 h 9531"/>
                      <a:gd name="connsiteX6" fmla="*/ 10285 w 23805"/>
                      <a:gd name="connsiteY6" fmla="*/ 6339 h 9531"/>
                      <a:gd name="connsiteX7" fmla="*/ 6872 w 23805"/>
                      <a:gd name="connsiteY7" fmla="*/ 7403 h 9531"/>
                      <a:gd name="connsiteX8" fmla="*/ 0 w 23805"/>
                      <a:gd name="connsiteY8" fmla="*/ 9531 h 9531"/>
                      <a:gd name="connsiteX9" fmla="*/ 6783 w 23805"/>
                      <a:gd name="connsiteY9" fmla="*/ 7581 h 9531"/>
                      <a:gd name="connsiteX10" fmla="*/ 10374 w 23805"/>
                      <a:gd name="connsiteY10" fmla="*/ 6738 h 9531"/>
                      <a:gd name="connsiteX11" fmla="*/ 13876 w 23805"/>
                      <a:gd name="connsiteY11" fmla="*/ 5719 h 9531"/>
                      <a:gd name="connsiteX12" fmla="*/ 16757 w 23805"/>
                      <a:gd name="connsiteY12" fmla="*/ 4522 h 9531"/>
                      <a:gd name="connsiteX13" fmla="*/ 17954 w 23805"/>
                      <a:gd name="connsiteY13" fmla="*/ 3945 h 9531"/>
                      <a:gd name="connsiteX14" fmla="*/ 19195 w 23805"/>
                      <a:gd name="connsiteY14" fmla="*/ 3147 h 9531"/>
                      <a:gd name="connsiteX15" fmla="*/ 23806 w 23805"/>
                      <a:gd name="connsiteY15" fmla="*/ 0 h 9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3805" h="9531">
                        <a:moveTo>
                          <a:pt x="23806" y="0"/>
                        </a:moveTo>
                        <a:cubicBezTo>
                          <a:pt x="22875" y="355"/>
                          <a:pt x="21988" y="754"/>
                          <a:pt x="21102" y="1286"/>
                        </a:cubicBezTo>
                        <a:cubicBezTo>
                          <a:pt x="20215" y="1818"/>
                          <a:pt x="19461" y="2039"/>
                          <a:pt x="18663" y="2571"/>
                        </a:cubicBezTo>
                        <a:cubicBezTo>
                          <a:pt x="17821" y="3147"/>
                          <a:pt x="17156" y="3413"/>
                          <a:pt x="16358" y="3857"/>
                        </a:cubicBezTo>
                        <a:lnTo>
                          <a:pt x="15161" y="4566"/>
                        </a:lnTo>
                        <a:lnTo>
                          <a:pt x="13565" y="5098"/>
                        </a:lnTo>
                        <a:cubicBezTo>
                          <a:pt x="12501" y="5453"/>
                          <a:pt x="11393" y="5896"/>
                          <a:pt x="10285" y="6339"/>
                        </a:cubicBezTo>
                        <a:cubicBezTo>
                          <a:pt x="9177" y="6694"/>
                          <a:pt x="8024" y="7049"/>
                          <a:pt x="6872" y="7403"/>
                        </a:cubicBezTo>
                        <a:cubicBezTo>
                          <a:pt x="4566" y="8245"/>
                          <a:pt x="2261" y="8822"/>
                          <a:pt x="0" y="9531"/>
                        </a:cubicBezTo>
                        <a:cubicBezTo>
                          <a:pt x="2084" y="8777"/>
                          <a:pt x="4389" y="8290"/>
                          <a:pt x="6783" y="7581"/>
                        </a:cubicBezTo>
                        <a:cubicBezTo>
                          <a:pt x="7980" y="7270"/>
                          <a:pt x="9177" y="7004"/>
                          <a:pt x="10374" y="6738"/>
                        </a:cubicBezTo>
                        <a:cubicBezTo>
                          <a:pt x="11571" y="6339"/>
                          <a:pt x="12723" y="6029"/>
                          <a:pt x="13876" y="5719"/>
                        </a:cubicBezTo>
                        <a:cubicBezTo>
                          <a:pt x="15117" y="5497"/>
                          <a:pt x="15915" y="4921"/>
                          <a:pt x="16757" y="4522"/>
                        </a:cubicBezTo>
                        <a:lnTo>
                          <a:pt x="17954" y="3945"/>
                        </a:lnTo>
                        <a:lnTo>
                          <a:pt x="19195" y="3147"/>
                        </a:lnTo>
                        <a:cubicBezTo>
                          <a:pt x="20703" y="2217"/>
                          <a:pt x="22387" y="887"/>
                          <a:pt x="2380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50" name="Forme libre : forme 21949">
                    <a:extLst>
                      <a:ext uri="{FF2B5EF4-FFF2-40B4-BE49-F238E27FC236}">
                        <a16:creationId xmlns:a16="http://schemas.microsoft.com/office/drawing/2014/main" id="{AAACB5DE-8E21-40B4-901C-F67B88B8EE82}"/>
                      </a:ext>
                    </a:extLst>
                  </p:cNvPr>
                  <p:cNvSpPr/>
                  <p:nvPr/>
                </p:nvSpPr>
                <p:spPr>
                  <a:xfrm>
                    <a:off x="6844394" y="1414884"/>
                    <a:ext cx="13971" cy="9365"/>
                  </a:xfrm>
                  <a:custGeom>
                    <a:avLst/>
                    <a:gdLst>
                      <a:gd name="connsiteX0" fmla="*/ 13965 w 13971"/>
                      <a:gd name="connsiteY0" fmla="*/ 603 h 9365"/>
                      <a:gd name="connsiteX1" fmla="*/ 6828 w 13971"/>
                      <a:gd name="connsiteY1" fmla="*/ 7164 h 9365"/>
                      <a:gd name="connsiteX2" fmla="*/ 2750 w 13971"/>
                      <a:gd name="connsiteY2" fmla="*/ 9070 h 9365"/>
                      <a:gd name="connsiteX3" fmla="*/ 1 w 13971"/>
                      <a:gd name="connsiteY3" fmla="*/ 8494 h 9365"/>
                      <a:gd name="connsiteX4" fmla="*/ 6917 w 13971"/>
                      <a:gd name="connsiteY4" fmla="*/ 2908 h 9365"/>
                      <a:gd name="connsiteX5" fmla="*/ 13965 w 13971"/>
                      <a:gd name="connsiteY5" fmla="*/ 603 h 9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971" h="9365">
                        <a:moveTo>
                          <a:pt x="13965" y="603"/>
                        </a:moveTo>
                        <a:cubicBezTo>
                          <a:pt x="14187" y="2509"/>
                          <a:pt x="8690" y="6233"/>
                          <a:pt x="6828" y="7164"/>
                        </a:cubicBezTo>
                        <a:cubicBezTo>
                          <a:pt x="5941" y="7652"/>
                          <a:pt x="4257" y="8583"/>
                          <a:pt x="2750" y="9070"/>
                        </a:cubicBezTo>
                        <a:cubicBezTo>
                          <a:pt x="1198" y="9514"/>
                          <a:pt x="-43" y="9558"/>
                          <a:pt x="1" y="8494"/>
                        </a:cubicBezTo>
                        <a:cubicBezTo>
                          <a:pt x="134" y="6544"/>
                          <a:pt x="5232" y="3795"/>
                          <a:pt x="6917" y="2908"/>
                        </a:cubicBezTo>
                        <a:cubicBezTo>
                          <a:pt x="8468" y="1977"/>
                          <a:pt x="13699" y="-1348"/>
                          <a:pt x="13965" y="60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51" name="Forme libre : forme 21950">
                    <a:extLst>
                      <a:ext uri="{FF2B5EF4-FFF2-40B4-BE49-F238E27FC236}">
                        <a16:creationId xmlns:a16="http://schemas.microsoft.com/office/drawing/2014/main" id="{5CD7AF87-C21F-470A-B6D5-4FBAB4185BB3}"/>
                      </a:ext>
                    </a:extLst>
                  </p:cNvPr>
                  <p:cNvSpPr/>
                  <p:nvPr/>
                </p:nvSpPr>
                <p:spPr>
                  <a:xfrm>
                    <a:off x="6856304" y="1413416"/>
                    <a:ext cx="3843" cy="3187"/>
                  </a:xfrm>
                  <a:custGeom>
                    <a:avLst/>
                    <a:gdLst>
                      <a:gd name="connsiteX0" fmla="*/ 3695 w 3843"/>
                      <a:gd name="connsiteY0" fmla="*/ 76 h 3187"/>
                      <a:gd name="connsiteX1" fmla="*/ 2587 w 3843"/>
                      <a:gd name="connsiteY1" fmla="*/ 2071 h 3187"/>
                      <a:gd name="connsiteX2" fmla="*/ 149 w 3843"/>
                      <a:gd name="connsiteY2" fmla="*/ 3090 h 3187"/>
                      <a:gd name="connsiteX3" fmla="*/ 1257 w 3843"/>
                      <a:gd name="connsiteY3" fmla="*/ 1184 h 3187"/>
                      <a:gd name="connsiteX4" fmla="*/ 3695 w 3843"/>
                      <a:gd name="connsiteY4" fmla="*/ 76 h 3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43" h="3187">
                        <a:moveTo>
                          <a:pt x="3695" y="76"/>
                        </a:moveTo>
                        <a:cubicBezTo>
                          <a:pt x="4227" y="431"/>
                          <a:pt x="3207" y="1583"/>
                          <a:pt x="2587" y="2071"/>
                        </a:cubicBezTo>
                        <a:cubicBezTo>
                          <a:pt x="1966" y="2559"/>
                          <a:pt x="681" y="3489"/>
                          <a:pt x="149" y="3090"/>
                        </a:cubicBezTo>
                        <a:cubicBezTo>
                          <a:pt x="-383" y="2692"/>
                          <a:pt x="636" y="1672"/>
                          <a:pt x="1257" y="1184"/>
                        </a:cubicBezTo>
                        <a:cubicBezTo>
                          <a:pt x="1878" y="697"/>
                          <a:pt x="3163" y="-279"/>
                          <a:pt x="3695" y="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52" name="Forme libre : forme 21951">
                    <a:extLst>
                      <a:ext uri="{FF2B5EF4-FFF2-40B4-BE49-F238E27FC236}">
                        <a16:creationId xmlns:a16="http://schemas.microsoft.com/office/drawing/2014/main" id="{D5E51672-5E42-4AFC-BB77-A8465B2D04EA}"/>
                      </a:ext>
                    </a:extLst>
                  </p:cNvPr>
                  <p:cNvSpPr/>
                  <p:nvPr/>
                </p:nvSpPr>
                <p:spPr>
                  <a:xfrm>
                    <a:off x="6839069" y="1398856"/>
                    <a:ext cx="37322" cy="17617"/>
                  </a:xfrm>
                  <a:custGeom>
                    <a:avLst/>
                    <a:gdLst>
                      <a:gd name="connsiteX0" fmla="*/ 24522 w 37322"/>
                      <a:gd name="connsiteY0" fmla="*/ 2223 h 17617"/>
                      <a:gd name="connsiteX1" fmla="*/ 36225 w 37322"/>
                      <a:gd name="connsiteY1" fmla="*/ 51 h 17617"/>
                      <a:gd name="connsiteX2" fmla="*/ 36225 w 37322"/>
                      <a:gd name="connsiteY2" fmla="*/ 3952 h 17617"/>
                      <a:gd name="connsiteX3" fmla="*/ 31659 w 37322"/>
                      <a:gd name="connsiteY3" fmla="*/ 6346 h 17617"/>
                      <a:gd name="connsiteX4" fmla="*/ 17207 w 37322"/>
                      <a:gd name="connsiteY4" fmla="*/ 11621 h 17617"/>
                      <a:gd name="connsiteX5" fmla="*/ 7277 w 37322"/>
                      <a:gd name="connsiteY5" fmla="*/ 16321 h 17617"/>
                      <a:gd name="connsiteX6" fmla="*/ 7 w 37322"/>
                      <a:gd name="connsiteY6" fmla="*/ 16055 h 17617"/>
                      <a:gd name="connsiteX7" fmla="*/ 5947 w 37322"/>
                      <a:gd name="connsiteY7" fmla="*/ 9449 h 17617"/>
                      <a:gd name="connsiteX8" fmla="*/ 14591 w 37322"/>
                      <a:gd name="connsiteY8" fmla="*/ 4484 h 17617"/>
                      <a:gd name="connsiteX9" fmla="*/ 24522 w 37322"/>
                      <a:gd name="connsiteY9" fmla="*/ 2223 h 17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322" h="17617">
                        <a:moveTo>
                          <a:pt x="24522" y="2223"/>
                        </a:moveTo>
                        <a:cubicBezTo>
                          <a:pt x="29043" y="893"/>
                          <a:pt x="32235" y="-259"/>
                          <a:pt x="36225" y="51"/>
                        </a:cubicBezTo>
                        <a:cubicBezTo>
                          <a:pt x="37688" y="184"/>
                          <a:pt x="37688" y="2356"/>
                          <a:pt x="36225" y="3952"/>
                        </a:cubicBezTo>
                        <a:cubicBezTo>
                          <a:pt x="34806" y="5548"/>
                          <a:pt x="33255" y="5947"/>
                          <a:pt x="31659" y="6346"/>
                        </a:cubicBezTo>
                        <a:cubicBezTo>
                          <a:pt x="26782" y="7720"/>
                          <a:pt x="22172" y="9582"/>
                          <a:pt x="17207" y="11621"/>
                        </a:cubicBezTo>
                        <a:cubicBezTo>
                          <a:pt x="15611" y="12153"/>
                          <a:pt x="11311" y="14902"/>
                          <a:pt x="7277" y="16321"/>
                        </a:cubicBezTo>
                        <a:cubicBezTo>
                          <a:pt x="3287" y="17916"/>
                          <a:pt x="-171" y="18271"/>
                          <a:pt x="7" y="16055"/>
                        </a:cubicBezTo>
                        <a:cubicBezTo>
                          <a:pt x="228" y="13927"/>
                          <a:pt x="2799" y="11444"/>
                          <a:pt x="5947" y="9449"/>
                        </a:cubicBezTo>
                        <a:cubicBezTo>
                          <a:pt x="9006" y="7233"/>
                          <a:pt x="12641" y="5415"/>
                          <a:pt x="14591" y="4484"/>
                        </a:cubicBezTo>
                        <a:cubicBezTo>
                          <a:pt x="18581" y="2844"/>
                          <a:pt x="21152" y="3243"/>
                          <a:pt x="24522" y="222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33" name="Graphique 2">
                  <a:extLst>
                    <a:ext uri="{FF2B5EF4-FFF2-40B4-BE49-F238E27FC236}">
                      <a16:creationId xmlns:a16="http://schemas.microsoft.com/office/drawing/2014/main" id="{1D538B80-8573-4052-AB52-16961116B517}"/>
                    </a:ext>
                  </a:extLst>
                </p:cNvPr>
                <p:cNvGrpSpPr/>
                <p:nvPr/>
              </p:nvGrpSpPr>
              <p:grpSpPr>
                <a:xfrm>
                  <a:off x="6876841" y="1318496"/>
                  <a:ext cx="63919" cy="79449"/>
                  <a:chOff x="6876841" y="1318496"/>
                  <a:chExt cx="63919" cy="79449"/>
                </a:xfrm>
                <a:solidFill>
                  <a:schemeClr val="accent1"/>
                </a:solidFill>
              </p:grpSpPr>
              <p:sp>
                <p:nvSpPr>
                  <p:cNvPr id="21929" name="Forme libre : forme 21928">
                    <a:extLst>
                      <a:ext uri="{FF2B5EF4-FFF2-40B4-BE49-F238E27FC236}">
                        <a16:creationId xmlns:a16="http://schemas.microsoft.com/office/drawing/2014/main" id="{886A3B8C-65AD-497A-9ABD-7502728D9702}"/>
                      </a:ext>
                    </a:extLst>
                  </p:cNvPr>
                  <p:cNvSpPr/>
                  <p:nvPr/>
                </p:nvSpPr>
                <p:spPr>
                  <a:xfrm>
                    <a:off x="6876841" y="1318496"/>
                    <a:ext cx="63919" cy="79449"/>
                  </a:xfrm>
                  <a:custGeom>
                    <a:avLst/>
                    <a:gdLst>
                      <a:gd name="connsiteX0" fmla="*/ 56614 w 63919"/>
                      <a:gd name="connsiteY0" fmla="*/ 36479 h 79449"/>
                      <a:gd name="connsiteX1" fmla="*/ 37507 w 63919"/>
                      <a:gd name="connsiteY1" fmla="*/ 63699 h 79449"/>
                      <a:gd name="connsiteX2" fmla="*/ 7097 w 63919"/>
                      <a:gd name="connsiteY2" fmla="*/ 79436 h 79449"/>
                      <a:gd name="connsiteX3" fmla="*/ 4 w 63919"/>
                      <a:gd name="connsiteY3" fmla="*/ 72343 h 79449"/>
                      <a:gd name="connsiteX4" fmla="*/ 9978 w 63919"/>
                      <a:gd name="connsiteY4" fmla="*/ 41843 h 79449"/>
                      <a:gd name="connsiteX5" fmla="*/ 26868 w 63919"/>
                      <a:gd name="connsiteY5" fmla="*/ 17860 h 79449"/>
                      <a:gd name="connsiteX6" fmla="*/ 54265 w 63919"/>
                      <a:gd name="connsiteY6" fmla="*/ 217 h 79449"/>
                      <a:gd name="connsiteX7" fmla="*/ 63042 w 63919"/>
                      <a:gd name="connsiteY7" fmla="*/ 4650 h 79449"/>
                      <a:gd name="connsiteX8" fmla="*/ 56614 w 63919"/>
                      <a:gd name="connsiteY8" fmla="*/ 36479 h 7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3919" h="79449">
                        <a:moveTo>
                          <a:pt x="56614" y="36479"/>
                        </a:moveTo>
                        <a:cubicBezTo>
                          <a:pt x="52846" y="42907"/>
                          <a:pt x="43049" y="57315"/>
                          <a:pt x="37507" y="63699"/>
                        </a:cubicBezTo>
                        <a:cubicBezTo>
                          <a:pt x="27267" y="75668"/>
                          <a:pt x="17958" y="78682"/>
                          <a:pt x="7097" y="79436"/>
                        </a:cubicBezTo>
                        <a:cubicBezTo>
                          <a:pt x="3373" y="79702"/>
                          <a:pt x="-129" y="75978"/>
                          <a:pt x="4" y="72343"/>
                        </a:cubicBezTo>
                        <a:cubicBezTo>
                          <a:pt x="403" y="61837"/>
                          <a:pt x="2486" y="52882"/>
                          <a:pt x="9978" y="41843"/>
                        </a:cubicBezTo>
                        <a:cubicBezTo>
                          <a:pt x="14057" y="35947"/>
                          <a:pt x="22169" y="24244"/>
                          <a:pt x="26868" y="17860"/>
                        </a:cubicBezTo>
                        <a:cubicBezTo>
                          <a:pt x="35468" y="6290"/>
                          <a:pt x="44069" y="2743"/>
                          <a:pt x="54265" y="217"/>
                        </a:cubicBezTo>
                        <a:cubicBezTo>
                          <a:pt x="57811" y="-670"/>
                          <a:pt x="62377" y="1236"/>
                          <a:pt x="63042" y="4650"/>
                        </a:cubicBezTo>
                        <a:cubicBezTo>
                          <a:pt x="65037" y="14536"/>
                          <a:pt x="63929" y="24155"/>
                          <a:pt x="56614" y="3647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30" name="Forme libre : forme 21929">
                    <a:extLst>
                      <a:ext uri="{FF2B5EF4-FFF2-40B4-BE49-F238E27FC236}">
                        <a16:creationId xmlns:a16="http://schemas.microsoft.com/office/drawing/2014/main" id="{F2D67ECD-B435-460D-B1A2-80DAC7A98623}"/>
                      </a:ext>
                    </a:extLst>
                  </p:cNvPr>
                  <p:cNvSpPr/>
                  <p:nvPr/>
                </p:nvSpPr>
                <p:spPr>
                  <a:xfrm>
                    <a:off x="6879682" y="1322880"/>
                    <a:ext cx="61013" cy="75025"/>
                  </a:xfrm>
                  <a:custGeom>
                    <a:avLst/>
                    <a:gdLst>
                      <a:gd name="connsiteX0" fmla="*/ 27662 w 61013"/>
                      <a:gd name="connsiteY0" fmla="*/ 47656 h 75025"/>
                      <a:gd name="connsiteX1" fmla="*/ 0 w 61013"/>
                      <a:gd name="connsiteY1" fmla="*/ 73589 h 75025"/>
                      <a:gd name="connsiteX2" fmla="*/ 4211 w 61013"/>
                      <a:gd name="connsiteY2" fmla="*/ 75008 h 75025"/>
                      <a:gd name="connsiteX3" fmla="*/ 9708 w 61013"/>
                      <a:gd name="connsiteY3" fmla="*/ 74387 h 75025"/>
                      <a:gd name="connsiteX4" fmla="*/ 24870 w 61013"/>
                      <a:gd name="connsiteY4" fmla="*/ 68358 h 75025"/>
                      <a:gd name="connsiteX5" fmla="*/ 34622 w 61013"/>
                      <a:gd name="connsiteY5" fmla="*/ 59270 h 75025"/>
                      <a:gd name="connsiteX6" fmla="*/ 38036 w 61013"/>
                      <a:gd name="connsiteY6" fmla="*/ 55015 h 75025"/>
                      <a:gd name="connsiteX7" fmla="*/ 52488 w 61013"/>
                      <a:gd name="connsiteY7" fmla="*/ 34091 h 75025"/>
                      <a:gd name="connsiteX8" fmla="*/ 53729 w 61013"/>
                      <a:gd name="connsiteY8" fmla="*/ 32051 h 75025"/>
                      <a:gd name="connsiteX9" fmla="*/ 59315 w 61013"/>
                      <a:gd name="connsiteY9" fmla="*/ 19816 h 75025"/>
                      <a:gd name="connsiteX10" fmla="*/ 60911 w 61013"/>
                      <a:gd name="connsiteY10" fmla="*/ 4876 h 75025"/>
                      <a:gd name="connsiteX11" fmla="*/ 60246 w 61013"/>
                      <a:gd name="connsiteY11" fmla="*/ 177 h 75025"/>
                      <a:gd name="connsiteX12" fmla="*/ 60201 w 61013"/>
                      <a:gd name="connsiteY12" fmla="*/ 0 h 75025"/>
                      <a:gd name="connsiteX13" fmla="*/ 27662 w 61013"/>
                      <a:gd name="connsiteY13" fmla="*/ 47656 h 75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1013" h="75025">
                        <a:moveTo>
                          <a:pt x="27662" y="47656"/>
                        </a:moveTo>
                        <a:cubicBezTo>
                          <a:pt x="20481" y="58739"/>
                          <a:pt x="10772" y="69733"/>
                          <a:pt x="0" y="73589"/>
                        </a:cubicBezTo>
                        <a:cubicBezTo>
                          <a:pt x="1197" y="74520"/>
                          <a:pt x="2704" y="75141"/>
                          <a:pt x="4211" y="75008"/>
                        </a:cubicBezTo>
                        <a:cubicBezTo>
                          <a:pt x="6073" y="74875"/>
                          <a:pt x="7891" y="74653"/>
                          <a:pt x="9708" y="74387"/>
                        </a:cubicBezTo>
                        <a:cubicBezTo>
                          <a:pt x="14940" y="73545"/>
                          <a:pt x="19771" y="71727"/>
                          <a:pt x="24870" y="68358"/>
                        </a:cubicBezTo>
                        <a:cubicBezTo>
                          <a:pt x="28017" y="66097"/>
                          <a:pt x="31342" y="63172"/>
                          <a:pt x="34622" y="59270"/>
                        </a:cubicBezTo>
                        <a:cubicBezTo>
                          <a:pt x="35598" y="58074"/>
                          <a:pt x="36750" y="56611"/>
                          <a:pt x="38036" y="55015"/>
                        </a:cubicBezTo>
                        <a:cubicBezTo>
                          <a:pt x="42956" y="48675"/>
                          <a:pt x="49030" y="39632"/>
                          <a:pt x="52488" y="34091"/>
                        </a:cubicBezTo>
                        <a:cubicBezTo>
                          <a:pt x="52931" y="33381"/>
                          <a:pt x="53374" y="32672"/>
                          <a:pt x="53729" y="32051"/>
                        </a:cubicBezTo>
                        <a:cubicBezTo>
                          <a:pt x="56300" y="27662"/>
                          <a:pt x="58118" y="23673"/>
                          <a:pt x="59315" y="19816"/>
                        </a:cubicBezTo>
                        <a:cubicBezTo>
                          <a:pt x="60866" y="14541"/>
                          <a:pt x="61221" y="9708"/>
                          <a:pt x="60911" y="4876"/>
                        </a:cubicBezTo>
                        <a:cubicBezTo>
                          <a:pt x="60778" y="3325"/>
                          <a:pt x="60556" y="1729"/>
                          <a:pt x="60246" y="177"/>
                        </a:cubicBezTo>
                        <a:lnTo>
                          <a:pt x="60201" y="0"/>
                        </a:lnTo>
                        <a:cubicBezTo>
                          <a:pt x="48986" y="15516"/>
                          <a:pt x="38036" y="31652"/>
                          <a:pt x="27662" y="4765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31" name="Forme libre : forme 21930">
                    <a:extLst>
                      <a:ext uri="{FF2B5EF4-FFF2-40B4-BE49-F238E27FC236}">
                        <a16:creationId xmlns:a16="http://schemas.microsoft.com/office/drawing/2014/main" id="{B9DC0AD9-8693-422B-835B-EBCB93294FA5}"/>
                      </a:ext>
                    </a:extLst>
                  </p:cNvPr>
                  <p:cNvSpPr/>
                  <p:nvPr/>
                </p:nvSpPr>
                <p:spPr>
                  <a:xfrm>
                    <a:off x="6900142" y="1334547"/>
                    <a:ext cx="27846" cy="37024"/>
                  </a:xfrm>
                  <a:custGeom>
                    <a:avLst/>
                    <a:gdLst>
                      <a:gd name="connsiteX0" fmla="*/ 26841 w 27846"/>
                      <a:gd name="connsiteY0" fmla="*/ 302 h 37024"/>
                      <a:gd name="connsiteX1" fmla="*/ 18640 w 27846"/>
                      <a:gd name="connsiteY1" fmla="*/ 22644 h 37024"/>
                      <a:gd name="connsiteX2" fmla="*/ 10261 w 27846"/>
                      <a:gd name="connsiteY2" fmla="*/ 32619 h 37024"/>
                      <a:gd name="connsiteX3" fmla="*/ 1085 w 27846"/>
                      <a:gd name="connsiteY3" fmla="*/ 36564 h 37024"/>
                      <a:gd name="connsiteX4" fmla="*/ 2326 w 27846"/>
                      <a:gd name="connsiteY4" fmla="*/ 27033 h 37024"/>
                      <a:gd name="connsiteX5" fmla="*/ 8975 w 27846"/>
                      <a:gd name="connsiteY5" fmla="*/ 16305 h 37024"/>
                      <a:gd name="connsiteX6" fmla="*/ 26841 w 27846"/>
                      <a:gd name="connsiteY6" fmla="*/ 302 h 37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846" h="37024">
                        <a:moveTo>
                          <a:pt x="26841" y="302"/>
                        </a:moveTo>
                        <a:cubicBezTo>
                          <a:pt x="30831" y="2828"/>
                          <a:pt x="21876" y="17768"/>
                          <a:pt x="18640" y="22644"/>
                        </a:cubicBezTo>
                        <a:cubicBezTo>
                          <a:pt x="16999" y="25083"/>
                          <a:pt x="13675" y="29338"/>
                          <a:pt x="10261" y="32619"/>
                        </a:cubicBezTo>
                        <a:cubicBezTo>
                          <a:pt x="6759" y="35811"/>
                          <a:pt x="3168" y="38027"/>
                          <a:pt x="1085" y="36564"/>
                        </a:cubicBezTo>
                        <a:cubicBezTo>
                          <a:pt x="-999" y="35101"/>
                          <a:pt x="198" y="31112"/>
                          <a:pt x="2326" y="27033"/>
                        </a:cubicBezTo>
                        <a:cubicBezTo>
                          <a:pt x="4365" y="22866"/>
                          <a:pt x="7380" y="18522"/>
                          <a:pt x="8975" y="16305"/>
                        </a:cubicBezTo>
                        <a:cubicBezTo>
                          <a:pt x="12256" y="11828"/>
                          <a:pt x="22851" y="-2225"/>
                          <a:pt x="26841" y="30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32" name="Forme libre : forme 21931">
                    <a:extLst>
                      <a:ext uri="{FF2B5EF4-FFF2-40B4-BE49-F238E27FC236}">
                        <a16:creationId xmlns:a16="http://schemas.microsoft.com/office/drawing/2014/main" id="{DC201397-DB8E-4F87-A272-5124E5A656A0}"/>
                      </a:ext>
                    </a:extLst>
                  </p:cNvPr>
                  <p:cNvSpPr/>
                  <p:nvPr/>
                </p:nvSpPr>
                <p:spPr>
                  <a:xfrm>
                    <a:off x="6899936" y="1348769"/>
                    <a:ext cx="23634" cy="22729"/>
                  </a:xfrm>
                  <a:custGeom>
                    <a:avLst/>
                    <a:gdLst>
                      <a:gd name="connsiteX0" fmla="*/ 3065 w 23634"/>
                      <a:gd name="connsiteY0" fmla="*/ 12102 h 22729"/>
                      <a:gd name="connsiteX1" fmla="*/ 1158 w 23634"/>
                      <a:gd name="connsiteY1" fmla="*/ 22520 h 22729"/>
                      <a:gd name="connsiteX2" fmla="*/ 10424 w 23634"/>
                      <a:gd name="connsiteY2" fmla="*/ 18397 h 22729"/>
                      <a:gd name="connsiteX3" fmla="*/ 18979 w 23634"/>
                      <a:gd name="connsiteY3" fmla="*/ 8245 h 22729"/>
                      <a:gd name="connsiteX4" fmla="*/ 23634 w 23634"/>
                      <a:gd name="connsiteY4" fmla="*/ 0 h 22729"/>
                      <a:gd name="connsiteX5" fmla="*/ 20531 w 23634"/>
                      <a:gd name="connsiteY5" fmla="*/ 3990 h 22729"/>
                      <a:gd name="connsiteX6" fmla="*/ 3065 w 23634"/>
                      <a:gd name="connsiteY6" fmla="*/ 12102 h 22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634" h="22729">
                        <a:moveTo>
                          <a:pt x="3065" y="12102"/>
                        </a:moveTo>
                        <a:cubicBezTo>
                          <a:pt x="2178" y="14851"/>
                          <a:pt x="-1989" y="21412"/>
                          <a:pt x="1158" y="22520"/>
                        </a:cubicBezTo>
                        <a:cubicBezTo>
                          <a:pt x="3685" y="23407"/>
                          <a:pt x="7099" y="21368"/>
                          <a:pt x="10424" y="18397"/>
                        </a:cubicBezTo>
                        <a:cubicBezTo>
                          <a:pt x="13660" y="15338"/>
                          <a:pt x="16852" y="11304"/>
                          <a:pt x="18979" y="8245"/>
                        </a:cubicBezTo>
                        <a:cubicBezTo>
                          <a:pt x="20221" y="6472"/>
                          <a:pt x="22615" y="2261"/>
                          <a:pt x="23634" y="0"/>
                        </a:cubicBezTo>
                        <a:cubicBezTo>
                          <a:pt x="22792" y="1153"/>
                          <a:pt x="21506" y="3059"/>
                          <a:pt x="20531" y="3990"/>
                        </a:cubicBezTo>
                        <a:cubicBezTo>
                          <a:pt x="15078" y="9221"/>
                          <a:pt x="7808" y="15028"/>
                          <a:pt x="3065" y="1210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33" name="Forme libre : forme 21932">
                    <a:extLst>
                      <a:ext uri="{FF2B5EF4-FFF2-40B4-BE49-F238E27FC236}">
                        <a16:creationId xmlns:a16="http://schemas.microsoft.com/office/drawing/2014/main" id="{2EC8E49B-496A-4FDE-B969-C9069E56DEED}"/>
                      </a:ext>
                    </a:extLst>
                  </p:cNvPr>
                  <p:cNvSpPr/>
                  <p:nvPr/>
                </p:nvSpPr>
                <p:spPr>
                  <a:xfrm>
                    <a:off x="6902496" y="1332932"/>
                    <a:ext cx="27542" cy="37513"/>
                  </a:xfrm>
                  <a:custGeom>
                    <a:avLst/>
                    <a:gdLst>
                      <a:gd name="connsiteX0" fmla="*/ 26837 w 27542"/>
                      <a:gd name="connsiteY0" fmla="*/ 588 h 37513"/>
                      <a:gd name="connsiteX1" fmla="*/ 18636 w 27542"/>
                      <a:gd name="connsiteY1" fmla="*/ 23329 h 37513"/>
                      <a:gd name="connsiteX2" fmla="*/ 1169 w 27542"/>
                      <a:gd name="connsiteY2" fmla="*/ 37072 h 37513"/>
                      <a:gd name="connsiteX3" fmla="*/ 9016 w 27542"/>
                      <a:gd name="connsiteY3" fmla="*/ 16813 h 37513"/>
                      <a:gd name="connsiteX4" fmla="*/ 26837 w 27542"/>
                      <a:gd name="connsiteY4" fmla="*/ 588 h 37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42" h="37513">
                        <a:moveTo>
                          <a:pt x="26837" y="588"/>
                        </a:moveTo>
                        <a:cubicBezTo>
                          <a:pt x="29940" y="4356"/>
                          <a:pt x="22005" y="17965"/>
                          <a:pt x="18636" y="23329"/>
                        </a:cubicBezTo>
                        <a:cubicBezTo>
                          <a:pt x="15266" y="28693"/>
                          <a:pt x="5735" y="39865"/>
                          <a:pt x="1169" y="37072"/>
                        </a:cubicBezTo>
                        <a:cubicBezTo>
                          <a:pt x="-3264" y="34412"/>
                          <a:pt x="6134" y="21068"/>
                          <a:pt x="9016" y="16813"/>
                        </a:cubicBezTo>
                        <a:cubicBezTo>
                          <a:pt x="11941" y="12601"/>
                          <a:pt x="23689" y="-3225"/>
                          <a:pt x="26837" y="58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34" name="Forme libre : forme 21933">
                    <a:extLst>
                      <a:ext uri="{FF2B5EF4-FFF2-40B4-BE49-F238E27FC236}">
                        <a16:creationId xmlns:a16="http://schemas.microsoft.com/office/drawing/2014/main" id="{843B9C80-8580-4168-858E-DF6478362E9F}"/>
                      </a:ext>
                    </a:extLst>
                  </p:cNvPr>
                  <p:cNvSpPr/>
                  <p:nvPr/>
                </p:nvSpPr>
                <p:spPr>
                  <a:xfrm>
                    <a:off x="6885140" y="1346558"/>
                    <a:ext cx="43070" cy="41448"/>
                  </a:xfrm>
                  <a:custGeom>
                    <a:avLst/>
                    <a:gdLst>
                      <a:gd name="connsiteX0" fmla="*/ 3408 w 43070"/>
                      <a:gd name="connsiteY0" fmla="*/ 40868 h 41448"/>
                      <a:gd name="connsiteX1" fmla="*/ 11432 w 43070"/>
                      <a:gd name="connsiteY1" fmla="*/ 40159 h 41448"/>
                      <a:gd name="connsiteX2" fmla="*/ 30229 w 43070"/>
                      <a:gd name="connsiteY2" fmla="*/ 28411 h 41448"/>
                      <a:gd name="connsiteX3" fmla="*/ 41932 w 43070"/>
                      <a:gd name="connsiteY3" fmla="*/ 9881 h 41448"/>
                      <a:gd name="connsiteX4" fmla="*/ 40868 w 43070"/>
                      <a:gd name="connsiteY4" fmla="*/ 39 h 41448"/>
                      <a:gd name="connsiteX5" fmla="*/ 34795 w 43070"/>
                      <a:gd name="connsiteY5" fmla="*/ 4206 h 41448"/>
                      <a:gd name="connsiteX6" fmla="*/ 18658 w 43070"/>
                      <a:gd name="connsiteY6" fmla="*/ 15909 h 41448"/>
                      <a:gd name="connsiteX7" fmla="*/ 2522 w 43070"/>
                      <a:gd name="connsiteY7" fmla="*/ 27081 h 41448"/>
                      <a:gd name="connsiteX8" fmla="*/ 3408 w 43070"/>
                      <a:gd name="connsiteY8" fmla="*/ 40868 h 4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070" h="41448">
                        <a:moveTo>
                          <a:pt x="3408" y="40868"/>
                        </a:moveTo>
                        <a:cubicBezTo>
                          <a:pt x="6379" y="41843"/>
                          <a:pt x="7797" y="41577"/>
                          <a:pt x="11432" y="40159"/>
                        </a:cubicBezTo>
                        <a:cubicBezTo>
                          <a:pt x="18215" y="37366"/>
                          <a:pt x="23933" y="34883"/>
                          <a:pt x="30229" y="28411"/>
                        </a:cubicBezTo>
                        <a:cubicBezTo>
                          <a:pt x="35504" y="23002"/>
                          <a:pt x="39981" y="15688"/>
                          <a:pt x="41932" y="9881"/>
                        </a:cubicBezTo>
                        <a:cubicBezTo>
                          <a:pt x="43395" y="5447"/>
                          <a:pt x="43838" y="660"/>
                          <a:pt x="40868" y="39"/>
                        </a:cubicBezTo>
                        <a:cubicBezTo>
                          <a:pt x="39006" y="-360"/>
                          <a:pt x="36967" y="2389"/>
                          <a:pt x="34795" y="4206"/>
                        </a:cubicBezTo>
                        <a:cubicBezTo>
                          <a:pt x="29652" y="8462"/>
                          <a:pt x="24820" y="12762"/>
                          <a:pt x="18658" y="15909"/>
                        </a:cubicBezTo>
                        <a:cubicBezTo>
                          <a:pt x="13294" y="18525"/>
                          <a:pt x="6733" y="20564"/>
                          <a:pt x="2522" y="27081"/>
                        </a:cubicBezTo>
                        <a:cubicBezTo>
                          <a:pt x="-1202" y="32977"/>
                          <a:pt x="-715" y="39449"/>
                          <a:pt x="3408" y="4086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35" name="Forme libre : forme 21934">
                    <a:extLst>
                      <a:ext uri="{FF2B5EF4-FFF2-40B4-BE49-F238E27FC236}">
                        <a16:creationId xmlns:a16="http://schemas.microsoft.com/office/drawing/2014/main" id="{21849B90-316F-4141-BEAE-ED2B87153147}"/>
                      </a:ext>
                    </a:extLst>
                  </p:cNvPr>
                  <p:cNvSpPr/>
                  <p:nvPr/>
                </p:nvSpPr>
                <p:spPr>
                  <a:xfrm>
                    <a:off x="6891282" y="1359742"/>
                    <a:ext cx="9269" cy="16418"/>
                  </a:xfrm>
                  <a:custGeom>
                    <a:avLst/>
                    <a:gdLst>
                      <a:gd name="connsiteX0" fmla="*/ 236 w 9269"/>
                      <a:gd name="connsiteY0" fmla="*/ 14074 h 16418"/>
                      <a:gd name="connsiteX1" fmla="*/ 148 w 9269"/>
                      <a:gd name="connsiteY1" fmla="*/ 16114 h 16418"/>
                      <a:gd name="connsiteX2" fmla="*/ 1832 w 9269"/>
                      <a:gd name="connsiteY2" fmla="*/ 15759 h 16418"/>
                      <a:gd name="connsiteX3" fmla="*/ 3916 w 9269"/>
                      <a:gd name="connsiteY3" fmla="*/ 13232 h 16418"/>
                      <a:gd name="connsiteX4" fmla="*/ 7994 w 9269"/>
                      <a:gd name="connsiteY4" fmla="*/ 6228 h 16418"/>
                      <a:gd name="connsiteX5" fmla="*/ 9102 w 9269"/>
                      <a:gd name="connsiteY5" fmla="*/ 3524 h 16418"/>
                      <a:gd name="connsiteX6" fmla="*/ 4935 w 9269"/>
                      <a:gd name="connsiteY6" fmla="*/ 2593 h 16418"/>
                      <a:gd name="connsiteX7" fmla="*/ 236 w 9269"/>
                      <a:gd name="connsiteY7" fmla="*/ 14074 h 16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69" h="16418">
                        <a:moveTo>
                          <a:pt x="236" y="14074"/>
                        </a:moveTo>
                        <a:cubicBezTo>
                          <a:pt x="15" y="14961"/>
                          <a:pt x="-118" y="15582"/>
                          <a:pt x="148" y="16114"/>
                        </a:cubicBezTo>
                        <a:cubicBezTo>
                          <a:pt x="413" y="16690"/>
                          <a:pt x="1167" y="16380"/>
                          <a:pt x="1832" y="15759"/>
                        </a:cubicBezTo>
                        <a:cubicBezTo>
                          <a:pt x="2541" y="15183"/>
                          <a:pt x="3339" y="14074"/>
                          <a:pt x="3916" y="13232"/>
                        </a:cubicBezTo>
                        <a:cubicBezTo>
                          <a:pt x="5423" y="11016"/>
                          <a:pt x="6842" y="8533"/>
                          <a:pt x="7994" y="6228"/>
                        </a:cubicBezTo>
                        <a:cubicBezTo>
                          <a:pt x="8437" y="5253"/>
                          <a:pt x="8925" y="4410"/>
                          <a:pt x="9102" y="3524"/>
                        </a:cubicBezTo>
                        <a:cubicBezTo>
                          <a:pt x="9900" y="-200"/>
                          <a:pt x="7728" y="-1663"/>
                          <a:pt x="4935" y="2593"/>
                        </a:cubicBezTo>
                        <a:cubicBezTo>
                          <a:pt x="2763" y="5873"/>
                          <a:pt x="1211" y="10528"/>
                          <a:pt x="236" y="1407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36" name="Forme libre : forme 21935">
                    <a:extLst>
                      <a:ext uri="{FF2B5EF4-FFF2-40B4-BE49-F238E27FC236}">
                        <a16:creationId xmlns:a16="http://schemas.microsoft.com/office/drawing/2014/main" id="{8D232B6C-3023-4AA9-936B-7EC53106FE2C}"/>
                      </a:ext>
                    </a:extLst>
                  </p:cNvPr>
                  <p:cNvSpPr/>
                  <p:nvPr/>
                </p:nvSpPr>
                <p:spPr>
                  <a:xfrm>
                    <a:off x="6933411" y="1323412"/>
                    <a:ext cx="5734" cy="30189"/>
                  </a:xfrm>
                  <a:custGeom>
                    <a:avLst/>
                    <a:gdLst>
                      <a:gd name="connsiteX0" fmla="*/ 4699 w 5734"/>
                      <a:gd name="connsiteY0" fmla="*/ 0 h 30189"/>
                      <a:gd name="connsiteX1" fmla="*/ 0 w 5734"/>
                      <a:gd name="connsiteY1" fmla="*/ 30189 h 30189"/>
                      <a:gd name="connsiteX2" fmla="*/ 4699 w 5734"/>
                      <a:gd name="connsiteY2" fmla="*/ 0 h 30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734" h="30189">
                        <a:moveTo>
                          <a:pt x="4699" y="0"/>
                        </a:moveTo>
                        <a:cubicBezTo>
                          <a:pt x="7846" y="6960"/>
                          <a:pt x="3103" y="21279"/>
                          <a:pt x="0" y="30189"/>
                        </a:cubicBezTo>
                        <a:cubicBezTo>
                          <a:pt x="3369" y="20481"/>
                          <a:pt x="4743" y="8689"/>
                          <a:pt x="469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37" name="Forme libre : forme 21936">
                    <a:extLst>
                      <a:ext uri="{FF2B5EF4-FFF2-40B4-BE49-F238E27FC236}">
                        <a16:creationId xmlns:a16="http://schemas.microsoft.com/office/drawing/2014/main" id="{BD9264BC-C005-4467-AF21-D3668AD8F2A2}"/>
                      </a:ext>
                    </a:extLst>
                  </p:cNvPr>
                  <p:cNvSpPr/>
                  <p:nvPr/>
                </p:nvSpPr>
                <p:spPr>
                  <a:xfrm>
                    <a:off x="6877909" y="1360162"/>
                    <a:ext cx="10417" cy="30809"/>
                  </a:xfrm>
                  <a:custGeom>
                    <a:avLst/>
                    <a:gdLst>
                      <a:gd name="connsiteX0" fmla="*/ 10418 w 10417"/>
                      <a:gd name="connsiteY0" fmla="*/ 0 h 30809"/>
                      <a:gd name="connsiteX1" fmla="*/ 0 w 10417"/>
                      <a:gd name="connsiteY1" fmla="*/ 30810 h 30809"/>
                      <a:gd name="connsiteX2" fmla="*/ 10418 w 10417"/>
                      <a:gd name="connsiteY2" fmla="*/ 0 h 30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417" h="30809">
                        <a:moveTo>
                          <a:pt x="10418" y="0"/>
                        </a:moveTo>
                        <a:cubicBezTo>
                          <a:pt x="3901" y="9886"/>
                          <a:pt x="1330" y="21190"/>
                          <a:pt x="0" y="30810"/>
                        </a:cubicBezTo>
                        <a:cubicBezTo>
                          <a:pt x="842" y="21811"/>
                          <a:pt x="6162" y="9310"/>
                          <a:pt x="1041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38" name="Forme libre : forme 21937">
                    <a:extLst>
                      <a:ext uri="{FF2B5EF4-FFF2-40B4-BE49-F238E27FC236}">
                        <a16:creationId xmlns:a16="http://schemas.microsoft.com/office/drawing/2014/main" id="{F5AC89D4-4D51-4556-86A3-7BDBC0EC69E8}"/>
                      </a:ext>
                    </a:extLst>
                  </p:cNvPr>
                  <p:cNvSpPr/>
                  <p:nvPr/>
                </p:nvSpPr>
                <p:spPr>
                  <a:xfrm>
                    <a:off x="6909081" y="1342018"/>
                    <a:ext cx="11030" cy="13129"/>
                  </a:xfrm>
                  <a:custGeom>
                    <a:avLst/>
                    <a:gdLst>
                      <a:gd name="connsiteX0" fmla="*/ 10943 w 11030"/>
                      <a:gd name="connsiteY0" fmla="*/ 412 h 13129"/>
                      <a:gd name="connsiteX1" fmla="*/ 6066 w 11030"/>
                      <a:gd name="connsiteY1" fmla="*/ 8835 h 13129"/>
                      <a:gd name="connsiteX2" fmla="*/ 81 w 11030"/>
                      <a:gd name="connsiteY2" fmla="*/ 12603 h 13129"/>
                      <a:gd name="connsiteX3" fmla="*/ 4736 w 11030"/>
                      <a:gd name="connsiteY3" fmla="*/ 4756 h 13129"/>
                      <a:gd name="connsiteX4" fmla="*/ 10943 w 11030"/>
                      <a:gd name="connsiteY4" fmla="*/ 412 h 13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30" h="13129">
                        <a:moveTo>
                          <a:pt x="10943" y="412"/>
                        </a:moveTo>
                        <a:cubicBezTo>
                          <a:pt x="11696" y="2230"/>
                          <a:pt x="7396" y="7283"/>
                          <a:pt x="6066" y="8835"/>
                        </a:cubicBezTo>
                        <a:cubicBezTo>
                          <a:pt x="4736" y="10386"/>
                          <a:pt x="791" y="14598"/>
                          <a:pt x="81" y="12603"/>
                        </a:cubicBezTo>
                        <a:cubicBezTo>
                          <a:pt x="-628" y="10697"/>
                          <a:pt x="3495" y="6175"/>
                          <a:pt x="4736" y="4756"/>
                        </a:cubicBezTo>
                        <a:cubicBezTo>
                          <a:pt x="6022" y="3293"/>
                          <a:pt x="10189" y="-1406"/>
                          <a:pt x="10943" y="41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39" name="Forme libre : forme 21938">
                    <a:extLst>
                      <a:ext uri="{FF2B5EF4-FFF2-40B4-BE49-F238E27FC236}">
                        <a16:creationId xmlns:a16="http://schemas.microsoft.com/office/drawing/2014/main" id="{32942EA6-F197-4675-A310-AD573A8871AE}"/>
                      </a:ext>
                    </a:extLst>
                  </p:cNvPr>
                  <p:cNvSpPr/>
                  <p:nvPr/>
                </p:nvSpPr>
                <p:spPr>
                  <a:xfrm>
                    <a:off x="6918273" y="1340054"/>
                    <a:ext cx="3094" cy="3919"/>
                  </a:xfrm>
                  <a:custGeom>
                    <a:avLst/>
                    <a:gdLst>
                      <a:gd name="connsiteX0" fmla="*/ 2859 w 3094"/>
                      <a:gd name="connsiteY0" fmla="*/ 26 h 3919"/>
                      <a:gd name="connsiteX1" fmla="*/ 2283 w 3094"/>
                      <a:gd name="connsiteY1" fmla="*/ 2243 h 3919"/>
                      <a:gd name="connsiteX2" fmla="*/ 243 w 3094"/>
                      <a:gd name="connsiteY2" fmla="*/ 3883 h 3919"/>
                      <a:gd name="connsiteX3" fmla="*/ 775 w 3094"/>
                      <a:gd name="connsiteY3" fmla="*/ 1711 h 3919"/>
                      <a:gd name="connsiteX4" fmla="*/ 2859 w 3094"/>
                      <a:gd name="connsiteY4" fmla="*/ 26 h 3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4" h="3919">
                        <a:moveTo>
                          <a:pt x="2859" y="26"/>
                        </a:moveTo>
                        <a:cubicBezTo>
                          <a:pt x="3480" y="248"/>
                          <a:pt x="2726" y="1578"/>
                          <a:pt x="2283" y="2243"/>
                        </a:cubicBezTo>
                        <a:cubicBezTo>
                          <a:pt x="1840" y="2908"/>
                          <a:pt x="864" y="4149"/>
                          <a:pt x="243" y="3883"/>
                        </a:cubicBezTo>
                        <a:cubicBezTo>
                          <a:pt x="-377" y="3617"/>
                          <a:pt x="332" y="2376"/>
                          <a:pt x="775" y="1711"/>
                        </a:cubicBezTo>
                        <a:cubicBezTo>
                          <a:pt x="1219" y="1046"/>
                          <a:pt x="2238" y="-196"/>
                          <a:pt x="2859" y="2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40" name="Forme libre : forme 21939">
                    <a:extLst>
                      <a:ext uri="{FF2B5EF4-FFF2-40B4-BE49-F238E27FC236}">
                        <a16:creationId xmlns:a16="http://schemas.microsoft.com/office/drawing/2014/main" id="{A7C093DE-7EBB-47E8-BD1B-F4130903DEFA}"/>
                      </a:ext>
                    </a:extLst>
                  </p:cNvPr>
                  <p:cNvSpPr/>
                  <p:nvPr/>
                </p:nvSpPr>
                <p:spPr>
                  <a:xfrm>
                    <a:off x="6900897" y="1322744"/>
                    <a:ext cx="33897" cy="27048"/>
                  </a:xfrm>
                  <a:custGeom>
                    <a:avLst/>
                    <a:gdLst>
                      <a:gd name="connsiteX0" fmla="*/ 21254 w 33897"/>
                      <a:gd name="connsiteY0" fmla="*/ 4170 h 27048"/>
                      <a:gd name="connsiteX1" fmla="*/ 32603 w 33897"/>
                      <a:gd name="connsiteY1" fmla="*/ 3 h 27048"/>
                      <a:gd name="connsiteX2" fmla="*/ 33179 w 33897"/>
                      <a:gd name="connsiteY2" fmla="*/ 3859 h 27048"/>
                      <a:gd name="connsiteX3" fmla="*/ 29056 w 33897"/>
                      <a:gd name="connsiteY3" fmla="*/ 6918 h 27048"/>
                      <a:gd name="connsiteX4" fmla="*/ 15801 w 33897"/>
                      <a:gd name="connsiteY4" fmla="*/ 15297 h 27048"/>
                      <a:gd name="connsiteX5" fmla="*/ 108 w 33897"/>
                      <a:gd name="connsiteY5" fmla="*/ 26069 h 27048"/>
                      <a:gd name="connsiteX6" fmla="*/ 11679 w 33897"/>
                      <a:gd name="connsiteY6" fmla="*/ 8913 h 27048"/>
                      <a:gd name="connsiteX7" fmla="*/ 21254 w 33897"/>
                      <a:gd name="connsiteY7" fmla="*/ 4170 h 27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3897" h="27048">
                        <a:moveTo>
                          <a:pt x="21254" y="4170"/>
                        </a:moveTo>
                        <a:cubicBezTo>
                          <a:pt x="25510" y="1909"/>
                          <a:pt x="28613" y="224"/>
                          <a:pt x="32603" y="3"/>
                        </a:cubicBezTo>
                        <a:cubicBezTo>
                          <a:pt x="34066" y="-86"/>
                          <a:pt x="34332" y="2086"/>
                          <a:pt x="33179" y="3859"/>
                        </a:cubicBezTo>
                        <a:cubicBezTo>
                          <a:pt x="31982" y="5633"/>
                          <a:pt x="30564" y="6253"/>
                          <a:pt x="29056" y="6918"/>
                        </a:cubicBezTo>
                        <a:cubicBezTo>
                          <a:pt x="24446" y="9090"/>
                          <a:pt x="20323" y="11972"/>
                          <a:pt x="15801" y="15297"/>
                        </a:cubicBezTo>
                        <a:cubicBezTo>
                          <a:pt x="13008" y="17380"/>
                          <a:pt x="1261" y="30724"/>
                          <a:pt x="108" y="26069"/>
                        </a:cubicBezTo>
                        <a:cubicBezTo>
                          <a:pt x="-1089" y="21592"/>
                          <a:pt x="7955" y="11706"/>
                          <a:pt x="11679" y="8913"/>
                        </a:cubicBezTo>
                        <a:cubicBezTo>
                          <a:pt x="15402" y="6165"/>
                          <a:pt x="18062" y="5899"/>
                          <a:pt x="21254" y="417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34" name="Graphique 2">
                  <a:extLst>
                    <a:ext uri="{FF2B5EF4-FFF2-40B4-BE49-F238E27FC236}">
                      <a16:creationId xmlns:a16="http://schemas.microsoft.com/office/drawing/2014/main" id="{35252DC1-B7C2-470F-8091-06A0490C636B}"/>
                    </a:ext>
                  </a:extLst>
                </p:cNvPr>
                <p:cNvGrpSpPr/>
                <p:nvPr/>
              </p:nvGrpSpPr>
              <p:grpSpPr>
                <a:xfrm>
                  <a:off x="6934113" y="1243805"/>
                  <a:ext cx="66645" cy="77067"/>
                  <a:chOff x="6934113" y="1243805"/>
                  <a:chExt cx="66645" cy="77067"/>
                </a:xfrm>
                <a:solidFill>
                  <a:schemeClr val="accent1"/>
                </a:solidFill>
              </p:grpSpPr>
              <p:sp>
                <p:nvSpPr>
                  <p:cNvPr id="21917" name="Forme libre : forme 21916">
                    <a:extLst>
                      <a:ext uri="{FF2B5EF4-FFF2-40B4-BE49-F238E27FC236}">
                        <a16:creationId xmlns:a16="http://schemas.microsoft.com/office/drawing/2014/main" id="{02315CF8-64DC-4C02-92AF-E0BE7829BC2C}"/>
                      </a:ext>
                    </a:extLst>
                  </p:cNvPr>
                  <p:cNvSpPr/>
                  <p:nvPr/>
                </p:nvSpPr>
                <p:spPr>
                  <a:xfrm>
                    <a:off x="6934113" y="1243805"/>
                    <a:ext cx="66645" cy="77067"/>
                  </a:xfrm>
                  <a:custGeom>
                    <a:avLst/>
                    <a:gdLst>
                      <a:gd name="connsiteX0" fmla="*/ 56485 w 66645"/>
                      <a:gd name="connsiteY0" fmla="*/ 36073 h 77067"/>
                      <a:gd name="connsiteX1" fmla="*/ 36758 w 66645"/>
                      <a:gd name="connsiteY1" fmla="*/ 60810 h 77067"/>
                      <a:gd name="connsiteX2" fmla="*/ 7899 w 66645"/>
                      <a:gd name="connsiteY2" fmla="*/ 76991 h 77067"/>
                      <a:gd name="connsiteX3" fmla="*/ 97 w 66645"/>
                      <a:gd name="connsiteY3" fmla="*/ 70696 h 77067"/>
                      <a:gd name="connsiteX4" fmla="*/ 9495 w 66645"/>
                      <a:gd name="connsiteY4" fmla="*/ 38689 h 77067"/>
                      <a:gd name="connsiteX5" fmla="*/ 28823 w 66645"/>
                      <a:gd name="connsiteY5" fmla="*/ 14573 h 77067"/>
                      <a:gd name="connsiteX6" fmla="*/ 58614 w 66645"/>
                      <a:gd name="connsiteY6" fmla="*/ 32 h 77067"/>
                      <a:gd name="connsiteX7" fmla="*/ 66593 w 66645"/>
                      <a:gd name="connsiteY7" fmla="*/ 5751 h 77067"/>
                      <a:gd name="connsiteX8" fmla="*/ 56485 w 66645"/>
                      <a:gd name="connsiteY8" fmla="*/ 36073 h 77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645" h="77067">
                        <a:moveTo>
                          <a:pt x="56485" y="36073"/>
                        </a:moveTo>
                        <a:cubicBezTo>
                          <a:pt x="52052" y="42014"/>
                          <a:pt x="41901" y="54825"/>
                          <a:pt x="36758" y="60810"/>
                        </a:cubicBezTo>
                        <a:cubicBezTo>
                          <a:pt x="27094" y="71981"/>
                          <a:pt x="18583" y="75218"/>
                          <a:pt x="7899" y="76991"/>
                        </a:cubicBezTo>
                        <a:cubicBezTo>
                          <a:pt x="4219" y="77611"/>
                          <a:pt x="274" y="74375"/>
                          <a:pt x="97" y="70696"/>
                        </a:cubicBezTo>
                        <a:cubicBezTo>
                          <a:pt x="-480" y="60056"/>
                          <a:pt x="1382" y="50437"/>
                          <a:pt x="9495" y="38689"/>
                        </a:cubicBezTo>
                        <a:cubicBezTo>
                          <a:pt x="13839" y="32438"/>
                          <a:pt x="23370" y="20424"/>
                          <a:pt x="28823" y="14573"/>
                        </a:cubicBezTo>
                        <a:cubicBezTo>
                          <a:pt x="38842" y="3623"/>
                          <a:pt x="48063" y="1008"/>
                          <a:pt x="58614" y="32"/>
                        </a:cubicBezTo>
                        <a:cubicBezTo>
                          <a:pt x="62248" y="-322"/>
                          <a:pt x="66504" y="2293"/>
                          <a:pt x="66593" y="5751"/>
                        </a:cubicBezTo>
                        <a:cubicBezTo>
                          <a:pt x="67036" y="15814"/>
                          <a:pt x="64731" y="24858"/>
                          <a:pt x="56485" y="3607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18" name="Forme libre : forme 21917">
                    <a:extLst>
                      <a:ext uri="{FF2B5EF4-FFF2-40B4-BE49-F238E27FC236}">
                        <a16:creationId xmlns:a16="http://schemas.microsoft.com/office/drawing/2014/main" id="{C6442923-99FD-471B-B5E3-2748008C7DEF}"/>
                      </a:ext>
                    </a:extLst>
                  </p:cNvPr>
                  <p:cNvSpPr/>
                  <p:nvPr/>
                </p:nvSpPr>
                <p:spPr>
                  <a:xfrm>
                    <a:off x="6937534" y="1249290"/>
                    <a:ext cx="63105" cy="71538"/>
                  </a:xfrm>
                  <a:custGeom>
                    <a:avLst/>
                    <a:gdLst>
                      <a:gd name="connsiteX0" fmla="*/ 26421 w 63105"/>
                      <a:gd name="connsiteY0" fmla="*/ 43710 h 71538"/>
                      <a:gd name="connsiteX1" fmla="*/ 0 w 63105"/>
                      <a:gd name="connsiteY1" fmla="*/ 70486 h 71538"/>
                      <a:gd name="connsiteX2" fmla="*/ 4344 w 63105"/>
                      <a:gd name="connsiteY2" fmla="*/ 71461 h 71538"/>
                      <a:gd name="connsiteX3" fmla="*/ 9664 w 63105"/>
                      <a:gd name="connsiteY3" fmla="*/ 70353 h 71538"/>
                      <a:gd name="connsiteX4" fmla="*/ 23983 w 63105"/>
                      <a:gd name="connsiteY4" fmla="*/ 63881 h 71538"/>
                      <a:gd name="connsiteX5" fmla="*/ 33204 w 63105"/>
                      <a:gd name="connsiteY5" fmla="*/ 55281 h 71538"/>
                      <a:gd name="connsiteX6" fmla="*/ 36529 w 63105"/>
                      <a:gd name="connsiteY6" fmla="*/ 51335 h 71538"/>
                      <a:gd name="connsiteX7" fmla="*/ 51557 w 63105"/>
                      <a:gd name="connsiteY7" fmla="*/ 32406 h 71538"/>
                      <a:gd name="connsiteX8" fmla="*/ 52931 w 63105"/>
                      <a:gd name="connsiteY8" fmla="*/ 30544 h 71538"/>
                      <a:gd name="connsiteX9" fmla="*/ 59625 w 63105"/>
                      <a:gd name="connsiteY9" fmla="*/ 19284 h 71538"/>
                      <a:gd name="connsiteX10" fmla="*/ 63038 w 63105"/>
                      <a:gd name="connsiteY10" fmla="*/ 4921 h 71538"/>
                      <a:gd name="connsiteX11" fmla="*/ 63038 w 63105"/>
                      <a:gd name="connsiteY11" fmla="*/ 177 h 71538"/>
                      <a:gd name="connsiteX12" fmla="*/ 62994 w 63105"/>
                      <a:gd name="connsiteY12" fmla="*/ 0 h 71538"/>
                      <a:gd name="connsiteX13" fmla="*/ 26421 w 63105"/>
                      <a:gd name="connsiteY13" fmla="*/ 43710 h 71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3105" h="71538">
                        <a:moveTo>
                          <a:pt x="26421" y="43710"/>
                        </a:moveTo>
                        <a:cubicBezTo>
                          <a:pt x="19018" y="54394"/>
                          <a:pt x="10240" y="65433"/>
                          <a:pt x="0" y="70486"/>
                        </a:cubicBezTo>
                        <a:cubicBezTo>
                          <a:pt x="1330" y="71284"/>
                          <a:pt x="2837" y="71727"/>
                          <a:pt x="4344" y="71461"/>
                        </a:cubicBezTo>
                        <a:cubicBezTo>
                          <a:pt x="6162" y="71151"/>
                          <a:pt x="7935" y="70797"/>
                          <a:pt x="9664" y="70353"/>
                        </a:cubicBezTo>
                        <a:cubicBezTo>
                          <a:pt x="14629" y="69068"/>
                          <a:pt x="19328" y="67250"/>
                          <a:pt x="23983" y="63881"/>
                        </a:cubicBezTo>
                        <a:cubicBezTo>
                          <a:pt x="26997" y="61664"/>
                          <a:pt x="30056" y="58960"/>
                          <a:pt x="33204" y="55281"/>
                        </a:cubicBezTo>
                        <a:cubicBezTo>
                          <a:pt x="34135" y="54172"/>
                          <a:pt x="35287" y="52843"/>
                          <a:pt x="36529" y="51335"/>
                        </a:cubicBezTo>
                        <a:cubicBezTo>
                          <a:pt x="41272" y="45484"/>
                          <a:pt x="47611" y="37504"/>
                          <a:pt x="51557" y="32406"/>
                        </a:cubicBezTo>
                        <a:cubicBezTo>
                          <a:pt x="52045" y="31741"/>
                          <a:pt x="52532" y="31120"/>
                          <a:pt x="52931" y="30544"/>
                        </a:cubicBezTo>
                        <a:cubicBezTo>
                          <a:pt x="55901" y="26599"/>
                          <a:pt x="58029" y="22830"/>
                          <a:pt x="59625" y="19284"/>
                        </a:cubicBezTo>
                        <a:cubicBezTo>
                          <a:pt x="61709" y="14363"/>
                          <a:pt x="62640" y="9664"/>
                          <a:pt x="63038" y="4921"/>
                        </a:cubicBezTo>
                        <a:cubicBezTo>
                          <a:pt x="63127" y="3369"/>
                          <a:pt x="63127" y="1773"/>
                          <a:pt x="63038" y="177"/>
                        </a:cubicBezTo>
                        <a:lnTo>
                          <a:pt x="62994" y="0"/>
                        </a:lnTo>
                        <a:cubicBezTo>
                          <a:pt x="49872" y="13521"/>
                          <a:pt x="37016" y="28372"/>
                          <a:pt x="26421" y="4371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19" name="Forme libre : forme 21918">
                    <a:extLst>
                      <a:ext uri="{FF2B5EF4-FFF2-40B4-BE49-F238E27FC236}">
                        <a16:creationId xmlns:a16="http://schemas.microsoft.com/office/drawing/2014/main" id="{4A83D23C-A6C8-40C3-A995-12B932B6E856}"/>
                      </a:ext>
                    </a:extLst>
                  </p:cNvPr>
                  <p:cNvSpPr/>
                  <p:nvPr/>
                </p:nvSpPr>
                <p:spPr>
                  <a:xfrm>
                    <a:off x="6956784" y="1258835"/>
                    <a:ext cx="30242" cy="35044"/>
                  </a:xfrm>
                  <a:custGeom>
                    <a:avLst/>
                    <a:gdLst>
                      <a:gd name="connsiteX0" fmla="*/ 29514 w 30242"/>
                      <a:gd name="connsiteY0" fmla="*/ 474 h 35044"/>
                      <a:gd name="connsiteX1" fmla="*/ 19096 w 30242"/>
                      <a:gd name="connsiteY1" fmla="*/ 21753 h 35044"/>
                      <a:gd name="connsiteX2" fmla="*/ 1053 w 30242"/>
                      <a:gd name="connsiteY2" fmla="*/ 34565 h 35044"/>
                      <a:gd name="connsiteX3" fmla="*/ 10053 w 30242"/>
                      <a:gd name="connsiteY3" fmla="*/ 14571 h 35044"/>
                      <a:gd name="connsiteX4" fmla="*/ 29514 w 30242"/>
                      <a:gd name="connsiteY4" fmla="*/ 474 h 35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42" h="35044">
                        <a:moveTo>
                          <a:pt x="29514" y="474"/>
                        </a:moveTo>
                        <a:cubicBezTo>
                          <a:pt x="33060" y="3400"/>
                          <a:pt x="22687" y="17187"/>
                          <a:pt x="19096" y="21753"/>
                        </a:cubicBezTo>
                        <a:cubicBezTo>
                          <a:pt x="15461" y="26275"/>
                          <a:pt x="5220" y="37490"/>
                          <a:pt x="1053" y="34565"/>
                        </a:cubicBezTo>
                        <a:cubicBezTo>
                          <a:pt x="-3158" y="31550"/>
                          <a:pt x="6373" y="18738"/>
                          <a:pt x="10053" y="14571"/>
                        </a:cubicBezTo>
                        <a:cubicBezTo>
                          <a:pt x="13643" y="10360"/>
                          <a:pt x="25790" y="-2629"/>
                          <a:pt x="29514" y="47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20" name="Forme libre : forme 21919">
                    <a:extLst>
                      <a:ext uri="{FF2B5EF4-FFF2-40B4-BE49-F238E27FC236}">
                        <a16:creationId xmlns:a16="http://schemas.microsoft.com/office/drawing/2014/main" id="{7F6AF2E3-07F5-4D09-B037-04B4AB322B21}"/>
                      </a:ext>
                    </a:extLst>
                  </p:cNvPr>
                  <p:cNvSpPr/>
                  <p:nvPr/>
                </p:nvSpPr>
                <p:spPr>
                  <a:xfrm>
                    <a:off x="6956560" y="1272697"/>
                    <a:ext cx="24861" cy="21100"/>
                  </a:xfrm>
                  <a:custGeom>
                    <a:avLst/>
                    <a:gdLst>
                      <a:gd name="connsiteX0" fmla="*/ 3361 w 24861"/>
                      <a:gd name="connsiteY0" fmla="*/ 10462 h 21100"/>
                      <a:gd name="connsiteX1" fmla="*/ 1145 w 24861"/>
                      <a:gd name="connsiteY1" fmla="*/ 20880 h 21100"/>
                      <a:gd name="connsiteX2" fmla="*/ 19498 w 24861"/>
                      <a:gd name="connsiteY2" fmla="*/ 7714 h 21100"/>
                      <a:gd name="connsiteX3" fmla="*/ 24862 w 24861"/>
                      <a:gd name="connsiteY3" fmla="*/ 0 h 21100"/>
                      <a:gd name="connsiteX4" fmla="*/ 21404 w 24861"/>
                      <a:gd name="connsiteY4" fmla="*/ 3635 h 21100"/>
                      <a:gd name="connsiteX5" fmla="*/ 3361 w 24861"/>
                      <a:gd name="connsiteY5" fmla="*/ 10462 h 21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61" h="21100">
                        <a:moveTo>
                          <a:pt x="3361" y="10462"/>
                        </a:moveTo>
                        <a:cubicBezTo>
                          <a:pt x="2342" y="13211"/>
                          <a:pt x="-2047" y="19727"/>
                          <a:pt x="1145" y="20880"/>
                        </a:cubicBezTo>
                        <a:cubicBezTo>
                          <a:pt x="6199" y="22653"/>
                          <a:pt x="14843" y="13344"/>
                          <a:pt x="19498" y="7714"/>
                        </a:cubicBezTo>
                        <a:cubicBezTo>
                          <a:pt x="20872" y="6073"/>
                          <a:pt x="23665" y="2128"/>
                          <a:pt x="24862" y="0"/>
                        </a:cubicBezTo>
                        <a:cubicBezTo>
                          <a:pt x="23931" y="1020"/>
                          <a:pt x="22468" y="2837"/>
                          <a:pt x="21404" y="3635"/>
                        </a:cubicBezTo>
                        <a:cubicBezTo>
                          <a:pt x="15464" y="8290"/>
                          <a:pt x="8060" y="13565"/>
                          <a:pt x="3361" y="1046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21" name="Forme libre : forme 21920">
                    <a:extLst>
                      <a:ext uri="{FF2B5EF4-FFF2-40B4-BE49-F238E27FC236}">
                        <a16:creationId xmlns:a16="http://schemas.microsoft.com/office/drawing/2014/main" id="{955D0A1A-5F3A-4186-9E49-119995283478}"/>
                      </a:ext>
                    </a:extLst>
                  </p:cNvPr>
                  <p:cNvSpPr/>
                  <p:nvPr/>
                </p:nvSpPr>
                <p:spPr>
                  <a:xfrm>
                    <a:off x="6959138" y="1257514"/>
                    <a:ext cx="30072" cy="35279"/>
                  </a:xfrm>
                  <a:custGeom>
                    <a:avLst/>
                    <a:gdLst>
                      <a:gd name="connsiteX0" fmla="*/ 29642 w 30072"/>
                      <a:gd name="connsiteY0" fmla="*/ 776 h 35279"/>
                      <a:gd name="connsiteX1" fmla="*/ 19136 w 30072"/>
                      <a:gd name="connsiteY1" fmla="*/ 22321 h 35279"/>
                      <a:gd name="connsiteX2" fmla="*/ 1138 w 30072"/>
                      <a:gd name="connsiteY2" fmla="*/ 34822 h 35279"/>
                      <a:gd name="connsiteX3" fmla="*/ 10137 w 30072"/>
                      <a:gd name="connsiteY3" fmla="*/ 14962 h 35279"/>
                      <a:gd name="connsiteX4" fmla="*/ 29642 w 30072"/>
                      <a:gd name="connsiteY4" fmla="*/ 776 h 35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72" h="35279">
                        <a:moveTo>
                          <a:pt x="29642" y="776"/>
                        </a:moveTo>
                        <a:cubicBezTo>
                          <a:pt x="32169" y="4899"/>
                          <a:pt x="22904" y="17356"/>
                          <a:pt x="19136" y="22321"/>
                        </a:cubicBezTo>
                        <a:cubicBezTo>
                          <a:pt x="15323" y="27242"/>
                          <a:pt x="5615" y="37571"/>
                          <a:pt x="1138" y="34822"/>
                        </a:cubicBezTo>
                        <a:cubicBezTo>
                          <a:pt x="-3384" y="32074"/>
                          <a:pt x="6812" y="18907"/>
                          <a:pt x="10137" y="14962"/>
                        </a:cubicBezTo>
                        <a:cubicBezTo>
                          <a:pt x="13417" y="10972"/>
                          <a:pt x="26938" y="-3480"/>
                          <a:pt x="29642" y="77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22" name="Forme libre : forme 21921">
                    <a:extLst>
                      <a:ext uri="{FF2B5EF4-FFF2-40B4-BE49-F238E27FC236}">
                        <a16:creationId xmlns:a16="http://schemas.microsoft.com/office/drawing/2014/main" id="{26A92DED-10AB-414C-B9C7-998D5609A61D}"/>
                      </a:ext>
                    </a:extLst>
                  </p:cNvPr>
                  <p:cNvSpPr/>
                  <p:nvPr/>
                </p:nvSpPr>
                <p:spPr>
                  <a:xfrm>
                    <a:off x="6941864" y="1270739"/>
                    <a:ext cx="44033" cy="39709"/>
                  </a:xfrm>
                  <a:custGeom>
                    <a:avLst/>
                    <a:gdLst>
                      <a:gd name="connsiteX0" fmla="*/ 3782 w 44033"/>
                      <a:gd name="connsiteY0" fmla="*/ 39285 h 39709"/>
                      <a:gd name="connsiteX1" fmla="*/ 11673 w 44033"/>
                      <a:gd name="connsiteY1" fmla="*/ 38221 h 39709"/>
                      <a:gd name="connsiteX2" fmla="*/ 29982 w 44033"/>
                      <a:gd name="connsiteY2" fmla="*/ 26961 h 39709"/>
                      <a:gd name="connsiteX3" fmla="*/ 42350 w 44033"/>
                      <a:gd name="connsiteY3" fmla="*/ 9893 h 39709"/>
                      <a:gd name="connsiteX4" fmla="*/ 42173 w 44033"/>
                      <a:gd name="connsiteY4" fmla="*/ 96 h 39709"/>
                      <a:gd name="connsiteX5" fmla="*/ 35745 w 44033"/>
                      <a:gd name="connsiteY5" fmla="*/ 3598 h 39709"/>
                      <a:gd name="connsiteX6" fmla="*/ 18810 w 44033"/>
                      <a:gd name="connsiteY6" fmla="*/ 14105 h 39709"/>
                      <a:gd name="connsiteX7" fmla="*/ 2364 w 44033"/>
                      <a:gd name="connsiteY7" fmla="*/ 25453 h 39709"/>
                      <a:gd name="connsiteX8" fmla="*/ 3782 w 44033"/>
                      <a:gd name="connsiteY8" fmla="*/ 39285 h 39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033" h="39709">
                        <a:moveTo>
                          <a:pt x="3782" y="39285"/>
                        </a:moveTo>
                        <a:cubicBezTo>
                          <a:pt x="6841" y="40083"/>
                          <a:pt x="8215" y="39772"/>
                          <a:pt x="11673" y="38221"/>
                        </a:cubicBezTo>
                        <a:cubicBezTo>
                          <a:pt x="18278" y="35295"/>
                          <a:pt x="23731" y="32945"/>
                          <a:pt x="29982" y="26961"/>
                        </a:cubicBezTo>
                        <a:cubicBezTo>
                          <a:pt x="35168" y="21996"/>
                          <a:pt x="39823" y="15479"/>
                          <a:pt x="42350" y="9893"/>
                        </a:cubicBezTo>
                        <a:cubicBezTo>
                          <a:pt x="44168" y="5682"/>
                          <a:pt x="45054" y="1027"/>
                          <a:pt x="42173" y="96"/>
                        </a:cubicBezTo>
                        <a:cubicBezTo>
                          <a:pt x="40355" y="-525"/>
                          <a:pt x="38094" y="2002"/>
                          <a:pt x="35745" y="3598"/>
                        </a:cubicBezTo>
                        <a:cubicBezTo>
                          <a:pt x="30203" y="7322"/>
                          <a:pt x="25150" y="11179"/>
                          <a:pt x="18810" y="14105"/>
                        </a:cubicBezTo>
                        <a:cubicBezTo>
                          <a:pt x="13402" y="16543"/>
                          <a:pt x="6575" y="18582"/>
                          <a:pt x="2364" y="25453"/>
                        </a:cubicBezTo>
                        <a:cubicBezTo>
                          <a:pt x="-1405" y="31615"/>
                          <a:pt x="-474" y="38176"/>
                          <a:pt x="3782" y="3928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23" name="Forme libre : forme 21922">
                    <a:extLst>
                      <a:ext uri="{FF2B5EF4-FFF2-40B4-BE49-F238E27FC236}">
                        <a16:creationId xmlns:a16="http://schemas.microsoft.com/office/drawing/2014/main" id="{0E7D6CDE-13A0-42E1-84DC-3195E02D6525}"/>
                      </a:ext>
                    </a:extLst>
                  </p:cNvPr>
                  <p:cNvSpPr/>
                  <p:nvPr/>
                </p:nvSpPr>
                <p:spPr>
                  <a:xfrm>
                    <a:off x="6947893" y="1281835"/>
                    <a:ext cx="9592" cy="16732"/>
                  </a:xfrm>
                  <a:custGeom>
                    <a:avLst/>
                    <a:gdLst>
                      <a:gd name="connsiteX0" fmla="*/ 236 w 9592"/>
                      <a:gd name="connsiteY0" fmla="*/ 14357 h 16732"/>
                      <a:gd name="connsiteX1" fmla="*/ 148 w 9592"/>
                      <a:gd name="connsiteY1" fmla="*/ 16441 h 16732"/>
                      <a:gd name="connsiteX2" fmla="*/ 1877 w 9592"/>
                      <a:gd name="connsiteY2" fmla="*/ 16042 h 16732"/>
                      <a:gd name="connsiteX3" fmla="*/ 3960 w 9592"/>
                      <a:gd name="connsiteY3" fmla="*/ 13426 h 16732"/>
                      <a:gd name="connsiteX4" fmla="*/ 8127 w 9592"/>
                      <a:gd name="connsiteY4" fmla="*/ 6378 h 16732"/>
                      <a:gd name="connsiteX5" fmla="*/ 9369 w 9592"/>
                      <a:gd name="connsiteY5" fmla="*/ 3629 h 16732"/>
                      <a:gd name="connsiteX6" fmla="*/ 5201 w 9592"/>
                      <a:gd name="connsiteY6" fmla="*/ 2610 h 16732"/>
                      <a:gd name="connsiteX7" fmla="*/ 236 w 9592"/>
                      <a:gd name="connsiteY7" fmla="*/ 14357 h 16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592" h="16732">
                        <a:moveTo>
                          <a:pt x="236" y="14357"/>
                        </a:moveTo>
                        <a:cubicBezTo>
                          <a:pt x="14" y="15244"/>
                          <a:pt x="-118" y="15865"/>
                          <a:pt x="148" y="16441"/>
                        </a:cubicBezTo>
                        <a:cubicBezTo>
                          <a:pt x="414" y="17017"/>
                          <a:pt x="1167" y="16663"/>
                          <a:pt x="1877" y="16042"/>
                        </a:cubicBezTo>
                        <a:cubicBezTo>
                          <a:pt x="2586" y="15421"/>
                          <a:pt x="3384" y="14313"/>
                          <a:pt x="3960" y="13426"/>
                        </a:cubicBezTo>
                        <a:cubicBezTo>
                          <a:pt x="5423" y="11166"/>
                          <a:pt x="6930" y="8683"/>
                          <a:pt x="8127" y="6378"/>
                        </a:cubicBezTo>
                        <a:cubicBezTo>
                          <a:pt x="8615" y="5402"/>
                          <a:pt x="9147" y="4560"/>
                          <a:pt x="9369" y="3629"/>
                        </a:cubicBezTo>
                        <a:cubicBezTo>
                          <a:pt x="10299" y="-139"/>
                          <a:pt x="8216" y="-1735"/>
                          <a:pt x="5201" y="2610"/>
                        </a:cubicBezTo>
                        <a:cubicBezTo>
                          <a:pt x="2763" y="5979"/>
                          <a:pt x="1123" y="10766"/>
                          <a:pt x="236" y="1435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24" name="Forme libre : forme 21923">
                    <a:extLst>
                      <a:ext uri="{FF2B5EF4-FFF2-40B4-BE49-F238E27FC236}">
                        <a16:creationId xmlns:a16="http://schemas.microsoft.com/office/drawing/2014/main" id="{2C7ECC91-BCE0-448D-86F9-D2754CB58909}"/>
                      </a:ext>
                    </a:extLst>
                  </p:cNvPr>
                  <p:cNvSpPr/>
                  <p:nvPr/>
                </p:nvSpPr>
                <p:spPr>
                  <a:xfrm>
                    <a:off x="6990687" y="1249556"/>
                    <a:ext cx="8547" cy="29036"/>
                  </a:xfrm>
                  <a:custGeom>
                    <a:avLst/>
                    <a:gdLst>
                      <a:gd name="connsiteX0" fmla="*/ 8157 w 8547"/>
                      <a:gd name="connsiteY0" fmla="*/ 0 h 29036"/>
                      <a:gd name="connsiteX1" fmla="*/ 0 w 8547"/>
                      <a:gd name="connsiteY1" fmla="*/ 29037 h 29036"/>
                      <a:gd name="connsiteX2" fmla="*/ 8157 w 8547"/>
                      <a:gd name="connsiteY2" fmla="*/ 0 h 29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547" h="29036">
                        <a:moveTo>
                          <a:pt x="8157" y="0"/>
                        </a:moveTo>
                        <a:cubicBezTo>
                          <a:pt x="10196" y="7359"/>
                          <a:pt x="3768" y="20614"/>
                          <a:pt x="0" y="29037"/>
                        </a:cubicBezTo>
                        <a:cubicBezTo>
                          <a:pt x="4167" y="19905"/>
                          <a:pt x="6871" y="8556"/>
                          <a:pt x="815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25" name="Forme libre : forme 21924">
                    <a:extLst>
                      <a:ext uri="{FF2B5EF4-FFF2-40B4-BE49-F238E27FC236}">
                        <a16:creationId xmlns:a16="http://schemas.microsoft.com/office/drawing/2014/main" id="{F2AC56AA-FE18-4856-A8F3-EDD2E1E3D5E0}"/>
                      </a:ext>
                    </a:extLst>
                  </p:cNvPr>
                  <p:cNvSpPr/>
                  <p:nvPr/>
                </p:nvSpPr>
                <p:spPr>
                  <a:xfrm>
                    <a:off x="6935228" y="1282273"/>
                    <a:ext cx="9886" cy="32228"/>
                  </a:xfrm>
                  <a:custGeom>
                    <a:avLst/>
                    <a:gdLst>
                      <a:gd name="connsiteX0" fmla="*/ 9887 w 9886"/>
                      <a:gd name="connsiteY0" fmla="*/ 0 h 32228"/>
                      <a:gd name="connsiteX1" fmla="*/ 1 w 9886"/>
                      <a:gd name="connsiteY1" fmla="*/ 32229 h 32228"/>
                      <a:gd name="connsiteX2" fmla="*/ 9887 w 9886"/>
                      <a:gd name="connsiteY2" fmla="*/ 0 h 32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886" h="32228">
                        <a:moveTo>
                          <a:pt x="9887" y="0"/>
                        </a:moveTo>
                        <a:cubicBezTo>
                          <a:pt x="2794" y="10462"/>
                          <a:pt x="400" y="22343"/>
                          <a:pt x="1" y="32229"/>
                        </a:cubicBezTo>
                        <a:cubicBezTo>
                          <a:pt x="-88" y="22963"/>
                          <a:pt x="5099" y="9753"/>
                          <a:pt x="988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26" name="Forme libre : forme 21925">
                    <a:extLst>
                      <a:ext uri="{FF2B5EF4-FFF2-40B4-BE49-F238E27FC236}">
                        <a16:creationId xmlns:a16="http://schemas.microsoft.com/office/drawing/2014/main" id="{4D8DAB58-AEDB-423C-872E-63C4128B4341}"/>
                      </a:ext>
                    </a:extLst>
                  </p:cNvPr>
                  <p:cNvSpPr/>
                  <p:nvPr/>
                </p:nvSpPr>
                <p:spPr>
                  <a:xfrm>
                    <a:off x="6966520" y="1265567"/>
                    <a:ext cx="12011" cy="12225"/>
                  </a:xfrm>
                  <a:custGeom>
                    <a:avLst/>
                    <a:gdLst>
                      <a:gd name="connsiteX0" fmla="*/ 11976 w 12011"/>
                      <a:gd name="connsiteY0" fmla="*/ 480 h 12225"/>
                      <a:gd name="connsiteX1" fmla="*/ 6301 w 12011"/>
                      <a:gd name="connsiteY1" fmla="*/ 8371 h 12225"/>
                      <a:gd name="connsiteX2" fmla="*/ 51 w 12011"/>
                      <a:gd name="connsiteY2" fmla="*/ 11651 h 12225"/>
                      <a:gd name="connsiteX3" fmla="*/ 5371 w 12011"/>
                      <a:gd name="connsiteY3" fmla="*/ 4160 h 12225"/>
                      <a:gd name="connsiteX4" fmla="*/ 11976 w 12011"/>
                      <a:gd name="connsiteY4" fmla="*/ 480 h 12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11" h="12225">
                        <a:moveTo>
                          <a:pt x="11976" y="480"/>
                        </a:moveTo>
                        <a:cubicBezTo>
                          <a:pt x="12464" y="2342"/>
                          <a:pt x="7764" y="6952"/>
                          <a:pt x="6301" y="8371"/>
                        </a:cubicBezTo>
                        <a:cubicBezTo>
                          <a:pt x="4794" y="9745"/>
                          <a:pt x="627" y="13691"/>
                          <a:pt x="51" y="11651"/>
                        </a:cubicBezTo>
                        <a:cubicBezTo>
                          <a:pt x="-525" y="9612"/>
                          <a:pt x="3952" y="5445"/>
                          <a:pt x="5371" y="4160"/>
                        </a:cubicBezTo>
                        <a:cubicBezTo>
                          <a:pt x="6789" y="2874"/>
                          <a:pt x="11444" y="-1426"/>
                          <a:pt x="11976" y="48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27" name="Forme libre : forme 21926">
                    <a:extLst>
                      <a:ext uri="{FF2B5EF4-FFF2-40B4-BE49-F238E27FC236}">
                        <a16:creationId xmlns:a16="http://schemas.microsoft.com/office/drawing/2014/main" id="{26A2C12F-49D1-4BC0-9296-549997898DAC}"/>
                      </a:ext>
                    </a:extLst>
                  </p:cNvPr>
                  <p:cNvSpPr/>
                  <p:nvPr/>
                </p:nvSpPr>
                <p:spPr>
                  <a:xfrm>
                    <a:off x="6976661" y="1263779"/>
                    <a:ext cx="3396" cy="3650"/>
                  </a:xfrm>
                  <a:custGeom>
                    <a:avLst/>
                    <a:gdLst>
                      <a:gd name="connsiteX0" fmla="*/ 3209 w 3396"/>
                      <a:gd name="connsiteY0" fmla="*/ 52 h 3650"/>
                      <a:gd name="connsiteX1" fmla="*/ 2411 w 3396"/>
                      <a:gd name="connsiteY1" fmla="*/ 2180 h 3650"/>
                      <a:gd name="connsiteX2" fmla="*/ 194 w 3396"/>
                      <a:gd name="connsiteY2" fmla="*/ 3599 h 3650"/>
                      <a:gd name="connsiteX3" fmla="*/ 948 w 3396"/>
                      <a:gd name="connsiteY3" fmla="*/ 1515 h 3650"/>
                      <a:gd name="connsiteX4" fmla="*/ 3209 w 3396"/>
                      <a:gd name="connsiteY4" fmla="*/ 52 h 3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96" h="3650">
                        <a:moveTo>
                          <a:pt x="3209" y="52"/>
                        </a:moveTo>
                        <a:cubicBezTo>
                          <a:pt x="3785" y="362"/>
                          <a:pt x="2898" y="1604"/>
                          <a:pt x="2411" y="2180"/>
                        </a:cubicBezTo>
                        <a:cubicBezTo>
                          <a:pt x="1879" y="2756"/>
                          <a:pt x="771" y="3909"/>
                          <a:pt x="194" y="3599"/>
                        </a:cubicBezTo>
                        <a:cubicBezTo>
                          <a:pt x="-382" y="3288"/>
                          <a:pt x="460" y="2091"/>
                          <a:pt x="948" y="1515"/>
                        </a:cubicBezTo>
                        <a:cubicBezTo>
                          <a:pt x="1435" y="894"/>
                          <a:pt x="2588" y="-258"/>
                          <a:pt x="3209" y="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28" name="Forme libre : forme 21927">
                    <a:extLst>
                      <a:ext uri="{FF2B5EF4-FFF2-40B4-BE49-F238E27FC236}">
                        <a16:creationId xmlns:a16="http://schemas.microsoft.com/office/drawing/2014/main" id="{4DE6B4F3-32EE-42D3-813D-FE802641701B}"/>
                      </a:ext>
                    </a:extLst>
                  </p:cNvPr>
                  <p:cNvSpPr/>
                  <p:nvPr/>
                </p:nvSpPr>
                <p:spPr>
                  <a:xfrm>
                    <a:off x="6958853" y="1248164"/>
                    <a:ext cx="36638" cy="23765"/>
                  </a:xfrm>
                  <a:custGeom>
                    <a:avLst/>
                    <a:gdLst>
                      <a:gd name="connsiteX0" fmla="*/ 23677 w 36638"/>
                      <a:gd name="connsiteY0" fmla="*/ 2678 h 23765"/>
                      <a:gd name="connsiteX1" fmla="*/ 35558 w 36638"/>
                      <a:gd name="connsiteY1" fmla="*/ 62 h 23765"/>
                      <a:gd name="connsiteX2" fmla="*/ 35558 w 36638"/>
                      <a:gd name="connsiteY2" fmla="*/ 3964 h 23765"/>
                      <a:gd name="connsiteX3" fmla="*/ 31081 w 36638"/>
                      <a:gd name="connsiteY3" fmla="*/ 6446 h 23765"/>
                      <a:gd name="connsiteX4" fmla="*/ 16895 w 36638"/>
                      <a:gd name="connsiteY4" fmla="*/ 13229 h 23765"/>
                      <a:gd name="connsiteX5" fmla="*/ 49 w 36638"/>
                      <a:gd name="connsiteY5" fmla="*/ 22715 h 23765"/>
                      <a:gd name="connsiteX6" fmla="*/ 13481 w 36638"/>
                      <a:gd name="connsiteY6" fmla="*/ 6402 h 23765"/>
                      <a:gd name="connsiteX7" fmla="*/ 23677 w 36638"/>
                      <a:gd name="connsiteY7" fmla="*/ 2678 h 23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6638" h="23765">
                        <a:moveTo>
                          <a:pt x="23677" y="2678"/>
                        </a:moveTo>
                        <a:cubicBezTo>
                          <a:pt x="28199" y="905"/>
                          <a:pt x="31568" y="-292"/>
                          <a:pt x="35558" y="62"/>
                        </a:cubicBezTo>
                        <a:cubicBezTo>
                          <a:pt x="37021" y="195"/>
                          <a:pt x="36977" y="2412"/>
                          <a:pt x="35558" y="3964"/>
                        </a:cubicBezTo>
                        <a:cubicBezTo>
                          <a:pt x="34140" y="5515"/>
                          <a:pt x="32588" y="5914"/>
                          <a:pt x="31081" y="6446"/>
                        </a:cubicBezTo>
                        <a:cubicBezTo>
                          <a:pt x="26249" y="7998"/>
                          <a:pt x="21727" y="10347"/>
                          <a:pt x="16895" y="13229"/>
                        </a:cubicBezTo>
                        <a:cubicBezTo>
                          <a:pt x="13792" y="14913"/>
                          <a:pt x="803" y="27414"/>
                          <a:pt x="49" y="22715"/>
                        </a:cubicBezTo>
                        <a:cubicBezTo>
                          <a:pt x="-793" y="17928"/>
                          <a:pt x="9403" y="8796"/>
                          <a:pt x="13481" y="6402"/>
                        </a:cubicBezTo>
                        <a:cubicBezTo>
                          <a:pt x="17516" y="3875"/>
                          <a:pt x="20264" y="4008"/>
                          <a:pt x="23677" y="267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35" name="Graphique 2">
                  <a:extLst>
                    <a:ext uri="{FF2B5EF4-FFF2-40B4-BE49-F238E27FC236}">
                      <a16:creationId xmlns:a16="http://schemas.microsoft.com/office/drawing/2014/main" id="{33F97F04-B082-498F-80F6-0857A68EF54D}"/>
                    </a:ext>
                  </a:extLst>
                </p:cNvPr>
                <p:cNvGrpSpPr/>
                <p:nvPr/>
              </p:nvGrpSpPr>
              <p:grpSpPr>
                <a:xfrm>
                  <a:off x="6996367" y="1184989"/>
                  <a:ext cx="81751" cy="62572"/>
                  <a:chOff x="6996367" y="1184989"/>
                  <a:chExt cx="81751" cy="62572"/>
                </a:xfrm>
                <a:solidFill>
                  <a:schemeClr val="accent1"/>
                </a:solidFill>
              </p:grpSpPr>
              <p:sp>
                <p:nvSpPr>
                  <p:cNvPr id="21905" name="Forme libre : forme 21904">
                    <a:extLst>
                      <a:ext uri="{FF2B5EF4-FFF2-40B4-BE49-F238E27FC236}">
                        <a16:creationId xmlns:a16="http://schemas.microsoft.com/office/drawing/2014/main" id="{14A90591-879D-42F7-87B6-D4D800214325}"/>
                      </a:ext>
                    </a:extLst>
                  </p:cNvPr>
                  <p:cNvSpPr/>
                  <p:nvPr/>
                </p:nvSpPr>
                <p:spPr>
                  <a:xfrm>
                    <a:off x="6996367" y="1184989"/>
                    <a:ext cx="81751" cy="62572"/>
                  </a:xfrm>
                  <a:custGeom>
                    <a:avLst/>
                    <a:gdLst>
                      <a:gd name="connsiteX0" fmla="*/ 61437 w 81751"/>
                      <a:gd name="connsiteY0" fmla="*/ 34955 h 62572"/>
                      <a:gd name="connsiteX1" fmla="*/ 37676 w 81751"/>
                      <a:gd name="connsiteY1" fmla="*/ 52465 h 62572"/>
                      <a:gd name="connsiteX2" fmla="*/ 6733 w 81751"/>
                      <a:gd name="connsiteY2" fmla="*/ 62573 h 62572"/>
                      <a:gd name="connsiteX3" fmla="*/ 39 w 81751"/>
                      <a:gd name="connsiteY3" fmla="*/ 55081 h 62572"/>
                      <a:gd name="connsiteX4" fmla="*/ 15732 w 81751"/>
                      <a:gd name="connsiteY4" fmla="*/ 25024 h 62572"/>
                      <a:gd name="connsiteX5" fmla="*/ 42153 w 81751"/>
                      <a:gd name="connsiteY5" fmla="*/ 5652 h 62572"/>
                      <a:gd name="connsiteX6" fmla="*/ 77042 w 81751"/>
                      <a:gd name="connsiteY6" fmla="*/ 3214 h 62572"/>
                      <a:gd name="connsiteX7" fmla="*/ 81253 w 81751"/>
                      <a:gd name="connsiteY7" fmla="*/ 12124 h 62572"/>
                      <a:gd name="connsiteX8" fmla="*/ 61437 w 81751"/>
                      <a:gd name="connsiteY8" fmla="*/ 34955 h 62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1751" h="62572">
                        <a:moveTo>
                          <a:pt x="61437" y="34955"/>
                        </a:moveTo>
                        <a:cubicBezTo>
                          <a:pt x="55763" y="38634"/>
                          <a:pt x="43749" y="47722"/>
                          <a:pt x="37676" y="52465"/>
                        </a:cubicBezTo>
                        <a:cubicBezTo>
                          <a:pt x="26239" y="61110"/>
                          <a:pt x="17505" y="62528"/>
                          <a:pt x="6733" y="62573"/>
                        </a:cubicBezTo>
                        <a:cubicBezTo>
                          <a:pt x="3009" y="62573"/>
                          <a:pt x="-404" y="58760"/>
                          <a:pt x="39" y="55081"/>
                        </a:cubicBezTo>
                        <a:cubicBezTo>
                          <a:pt x="1192" y="44397"/>
                          <a:pt x="5048" y="35043"/>
                          <a:pt x="15732" y="25024"/>
                        </a:cubicBezTo>
                        <a:cubicBezTo>
                          <a:pt x="21362" y="19572"/>
                          <a:pt x="34529" y="9686"/>
                          <a:pt x="42153" y="5652"/>
                        </a:cubicBezTo>
                        <a:cubicBezTo>
                          <a:pt x="56339" y="-2106"/>
                          <a:pt x="67112" y="-821"/>
                          <a:pt x="77042" y="3214"/>
                        </a:cubicBezTo>
                        <a:cubicBezTo>
                          <a:pt x="80544" y="4676"/>
                          <a:pt x="82805" y="9065"/>
                          <a:pt x="81253" y="12124"/>
                        </a:cubicBezTo>
                        <a:cubicBezTo>
                          <a:pt x="76820" y="21123"/>
                          <a:pt x="71811" y="27729"/>
                          <a:pt x="61437" y="3495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06" name="Forme libre : forme 21905">
                    <a:extLst>
                      <a:ext uri="{FF2B5EF4-FFF2-40B4-BE49-F238E27FC236}">
                        <a16:creationId xmlns:a16="http://schemas.microsoft.com/office/drawing/2014/main" id="{56D49ABA-AD0F-4ABC-B7A7-337C559AAE79}"/>
                      </a:ext>
                    </a:extLst>
                  </p:cNvPr>
                  <p:cNvSpPr/>
                  <p:nvPr/>
                </p:nvSpPr>
                <p:spPr>
                  <a:xfrm>
                    <a:off x="6998844" y="1196891"/>
                    <a:ext cx="78731" cy="50626"/>
                  </a:xfrm>
                  <a:custGeom>
                    <a:avLst/>
                    <a:gdLst>
                      <a:gd name="connsiteX0" fmla="*/ 30854 w 78731"/>
                      <a:gd name="connsiteY0" fmla="*/ 27796 h 50626"/>
                      <a:gd name="connsiteX1" fmla="*/ 0 w 78731"/>
                      <a:gd name="connsiteY1" fmla="*/ 48986 h 50626"/>
                      <a:gd name="connsiteX2" fmla="*/ 4167 w 78731"/>
                      <a:gd name="connsiteY2" fmla="*/ 50626 h 50626"/>
                      <a:gd name="connsiteX3" fmla="*/ 9576 w 78731"/>
                      <a:gd name="connsiteY3" fmla="*/ 50449 h 50626"/>
                      <a:gd name="connsiteX4" fmla="*/ 24604 w 78731"/>
                      <a:gd name="connsiteY4" fmla="*/ 46858 h 50626"/>
                      <a:gd name="connsiteX5" fmla="*/ 35110 w 78731"/>
                      <a:gd name="connsiteY5" fmla="*/ 40519 h 50626"/>
                      <a:gd name="connsiteX6" fmla="*/ 39011 w 78731"/>
                      <a:gd name="connsiteY6" fmla="*/ 37504 h 50626"/>
                      <a:gd name="connsiteX7" fmla="*/ 57143 w 78731"/>
                      <a:gd name="connsiteY7" fmla="*/ 24205 h 50626"/>
                      <a:gd name="connsiteX8" fmla="*/ 58872 w 78731"/>
                      <a:gd name="connsiteY8" fmla="*/ 23008 h 50626"/>
                      <a:gd name="connsiteX9" fmla="*/ 68093 w 78731"/>
                      <a:gd name="connsiteY9" fmla="*/ 15427 h 50626"/>
                      <a:gd name="connsiteX10" fmla="*/ 76515 w 78731"/>
                      <a:gd name="connsiteY10" fmla="*/ 4256 h 50626"/>
                      <a:gd name="connsiteX11" fmla="*/ 78687 w 78731"/>
                      <a:gd name="connsiteY11" fmla="*/ 177 h 50626"/>
                      <a:gd name="connsiteX12" fmla="*/ 78732 w 78731"/>
                      <a:gd name="connsiteY12" fmla="*/ 0 h 50626"/>
                      <a:gd name="connsiteX13" fmla="*/ 30854 w 78731"/>
                      <a:gd name="connsiteY13" fmla="*/ 27796 h 50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8731" h="50626">
                        <a:moveTo>
                          <a:pt x="30854" y="27796"/>
                        </a:moveTo>
                        <a:cubicBezTo>
                          <a:pt x="21323" y="36484"/>
                          <a:pt x="10861" y="45528"/>
                          <a:pt x="0" y="48986"/>
                        </a:cubicBezTo>
                        <a:cubicBezTo>
                          <a:pt x="1197" y="50005"/>
                          <a:pt x="2616" y="50626"/>
                          <a:pt x="4167" y="50626"/>
                        </a:cubicBezTo>
                        <a:cubicBezTo>
                          <a:pt x="6029" y="50626"/>
                          <a:pt x="7802" y="50582"/>
                          <a:pt x="9576" y="50449"/>
                        </a:cubicBezTo>
                        <a:cubicBezTo>
                          <a:pt x="14629" y="50094"/>
                          <a:pt x="19506" y="49163"/>
                          <a:pt x="24604" y="46858"/>
                        </a:cubicBezTo>
                        <a:cubicBezTo>
                          <a:pt x="27929" y="45395"/>
                          <a:pt x="31342" y="43311"/>
                          <a:pt x="35110" y="40519"/>
                        </a:cubicBezTo>
                        <a:cubicBezTo>
                          <a:pt x="36219" y="39676"/>
                          <a:pt x="37548" y="38657"/>
                          <a:pt x="39011" y="37504"/>
                        </a:cubicBezTo>
                        <a:cubicBezTo>
                          <a:pt x="44597" y="33071"/>
                          <a:pt x="52222" y="27441"/>
                          <a:pt x="57143" y="24205"/>
                        </a:cubicBezTo>
                        <a:cubicBezTo>
                          <a:pt x="57763" y="23761"/>
                          <a:pt x="58340" y="23363"/>
                          <a:pt x="58872" y="23008"/>
                        </a:cubicBezTo>
                        <a:cubicBezTo>
                          <a:pt x="62551" y="20437"/>
                          <a:pt x="65566" y="17954"/>
                          <a:pt x="68093" y="15427"/>
                        </a:cubicBezTo>
                        <a:cubicBezTo>
                          <a:pt x="71506" y="11881"/>
                          <a:pt x="74122" y="8246"/>
                          <a:pt x="76515" y="4256"/>
                        </a:cubicBezTo>
                        <a:cubicBezTo>
                          <a:pt x="77225" y="2970"/>
                          <a:pt x="77934" y="1596"/>
                          <a:pt x="78687" y="177"/>
                        </a:cubicBezTo>
                        <a:lnTo>
                          <a:pt x="78732" y="0"/>
                        </a:lnTo>
                        <a:cubicBezTo>
                          <a:pt x="61088" y="5054"/>
                          <a:pt x="44331" y="15339"/>
                          <a:pt x="30854" y="2779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07" name="Forme libre : forme 21906">
                    <a:extLst>
                      <a:ext uri="{FF2B5EF4-FFF2-40B4-BE49-F238E27FC236}">
                        <a16:creationId xmlns:a16="http://schemas.microsoft.com/office/drawing/2014/main" id="{5DA22CE3-8E71-45EE-8053-E740E4AF0AD8}"/>
                      </a:ext>
                    </a:extLst>
                  </p:cNvPr>
                  <p:cNvSpPr/>
                  <p:nvPr/>
                </p:nvSpPr>
                <p:spPr>
                  <a:xfrm>
                    <a:off x="7023027" y="1198157"/>
                    <a:ext cx="37821" cy="26448"/>
                  </a:xfrm>
                  <a:custGeom>
                    <a:avLst/>
                    <a:gdLst>
                      <a:gd name="connsiteX0" fmla="*/ 37614 w 37821"/>
                      <a:gd name="connsiteY0" fmla="*/ 1305 h 26448"/>
                      <a:gd name="connsiteX1" fmla="*/ 31674 w 37821"/>
                      <a:gd name="connsiteY1" fmla="*/ 9639 h 26448"/>
                      <a:gd name="connsiteX2" fmla="*/ 21035 w 37821"/>
                      <a:gd name="connsiteY2" fmla="*/ 17708 h 26448"/>
                      <a:gd name="connsiteX3" fmla="*/ 642 w 37821"/>
                      <a:gd name="connsiteY3" fmla="*/ 25554 h 26448"/>
                      <a:gd name="connsiteX4" fmla="*/ 14385 w 37821"/>
                      <a:gd name="connsiteY4" fmla="*/ 8265 h 26448"/>
                      <a:gd name="connsiteX5" fmla="*/ 26842 w 37821"/>
                      <a:gd name="connsiteY5" fmla="*/ 1748 h 26448"/>
                      <a:gd name="connsiteX6" fmla="*/ 37614 w 37821"/>
                      <a:gd name="connsiteY6" fmla="*/ 1305 h 26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821" h="26448">
                        <a:moveTo>
                          <a:pt x="37614" y="1305"/>
                        </a:moveTo>
                        <a:cubicBezTo>
                          <a:pt x="38678" y="3389"/>
                          <a:pt x="35486" y="6492"/>
                          <a:pt x="31674" y="9639"/>
                        </a:cubicBezTo>
                        <a:cubicBezTo>
                          <a:pt x="27862" y="12787"/>
                          <a:pt x="23340" y="16023"/>
                          <a:pt x="21035" y="17708"/>
                        </a:cubicBezTo>
                        <a:cubicBezTo>
                          <a:pt x="16335" y="20766"/>
                          <a:pt x="4056" y="29189"/>
                          <a:pt x="642" y="25554"/>
                        </a:cubicBezTo>
                        <a:cubicBezTo>
                          <a:pt x="-2948" y="21697"/>
                          <a:pt x="9464" y="11191"/>
                          <a:pt x="14385" y="8265"/>
                        </a:cubicBezTo>
                        <a:cubicBezTo>
                          <a:pt x="16735" y="6714"/>
                          <a:pt x="21877" y="3610"/>
                          <a:pt x="26842" y="1748"/>
                        </a:cubicBezTo>
                        <a:cubicBezTo>
                          <a:pt x="31807" y="-113"/>
                          <a:pt x="36506" y="-823"/>
                          <a:pt x="37614" y="130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08" name="Forme libre : forme 21907">
                    <a:extLst>
                      <a:ext uri="{FF2B5EF4-FFF2-40B4-BE49-F238E27FC236}">
                        <a16:creationId xmlns:a16="http://schemas.microsoft.com/office/drawing/2014/main" id="{9E60172F-784D-4D87-96C6-862FCBE6223F}"/>
                      </a:ext>
                    </a:extLst>
                  </p:cNvPr>
                  <p:cNvSpPr/>
                  <p:nvPr/>
                </p:nvSpPr>
                <p:spPr>
                  <a:xfrm>
                    <a:off x="7022689" y="1210146"/>
                    <a:ext cx="28819" cy="14350"/>
                  </a:xfrm>
                  <a:custGeom>
                    <a:avLst/>
                    <a:gdLst>
                      <a:gd name="connsiteX0" fmla="*/ 5324 w 28819"/>
                      <a:gd name="connsiteY0" fmla="*/ 4034 h 14350"/>
                      <a:gd name="connsiteX1" fmla="*/ 802 w 28819"/>
                      <a:gd name="connsiteY1" fmla="*/ 13742 h 14350"/>
                      <a:gd name="connsiteX2" fmla="*/ 21594 w 28819"/>
                      <a:gd name="connsiteY2" fmla="*/ 5586 h 14350"/>
                      <a:gd name="connsiteX3" fmla="*/ 28820 w 28819"/>
                      <a:gd name="connsiteY3" fmla="*/ 0 h 14350"/>
                      <a:gd name="connsiteX4" fmla="*/ 24520 w 28819"/>
                      <a:gd name="connsiteY4" fmla="*/ 2350 h 14350"/>
                      <a:gd name="connsiteX5" fmla="*/ 5324 w 28819"/>
                      <a:gd name="connsiteY5" fmla="*/ 4034 h 14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819" h="14350">
                        <a:moveTo>
                          <a:pt x="5324" y="4034"/>
                        </a:moveTo>
                        <a:cubicBezTo>
                          <a:pt x="3595" y="6472"/>
                          <a:pt x="-2079" y="11925"/>
                          <a:pt x="802" y="13742"/>
                        </a:cubicBezTo>
                        <a:cubicBezTo>
                          <a:pt x="5369" y="16447"/>
                          <a:pt x="15609" y="9487"/>
                          <a:pt x="21594" y="5586"/>
                        </a:cubicBezTo>
                        <a:cubicBezTo>
                          <a:pt x="23278" y="4344"/>
                          <a:pt x="27046" y="1596"/>
                          <a:pt x="28820" y="0"/>
                        </a:cubicBezTo>
                        <a:cubicBezTo>
                          <a:pt x="27623" y="621"/>
                          <a:pt x="25761" y="1906"/>
                          <a:pt x="24520" y="2350"/>
                        </a:cubicBezTo>
                        <a:cubicBezTo>
                          <a:pt x="17604" y="4832"/>
                          <a:pt x="9181" y="8157"/>
                          <a:pt x="5324" y="403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09" name="Forme libre : forme 21908">
                    <a:extLst>
                      <a:ext uri="{FF2B5EF4-FFF2-40B4-BE49-F238E27FC236}">
                        <a16:creationId xmlns:a16="http://schemas.microsoft.com/office/drawing/2014/main" id="{67668F57-E569-4CFB-B8AD-B95AA0545EE1}"/>
                      </a:ext>
                    </a:extLst>
                  </p:cNvPr>
                  <p:cNvSpPr/>
                  <p:nvPr/>
                </p:nvSpPr>
                <p:spPr>
                  <a:xfrm>
                    <a:off x="7025632" y="1197936"/>
                    <a:ext cx="37696" cy="26271"/>
                  </a:xfrm>
                  <a:custGeom>
                    <a:avLst/>
                    <a:gdLst>
                      <a:gd name="connsiteX0" fmla="*/ 37669 w 37696"/>
                      <a:gd name="connsiteY0" fmla="*/ 1615 h 26271"/>
                      <a:gd name="connsiteX1" fmla="*/ 31241 w 37696"/>
                      <a:gd name="connsiteY1" fmla="*/ 10082 h 26271"/>
                      <a:gd name="connsiteX2" fmla="*/ 20912 w 37696"/>
                      <a:gd name="connsiteY2" fmla="*/ 17973 h 26271"/>
                      <a:gd name="connsiteX3" fmla="*/ 697 w 37696"/>
                      <a:gd name="connsiteY3" fmla="*/ 25332 h 26271"/>
                      <a:gd name="connsiteX4" fmla="*/ 4376 w 37696"/>
                      <a:gd name="connsiteY4" fmla="*/ 16422 h 26271"/>
                      <a:gd name="connsiteX5" fmla="*/ 14440 w 37696"/>
                      <a:gd name="connsiteY5" fmla="*/ 8309 h 26271"/>
                      <a:gd name="connsiteX6" fmla="*/ 27295 w 37696"/>
                      <a:gd name="connsiteY6" fmla="*/ 1660 h 26271"/>
                      <a:gd name="connsiteX7" fmla="*/ 37669 w 37696"/>
                      <a:gd name="connsiteY7" fmla="*/ 1615 h 26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696" h="26271">
                        <a:moveTo>
                          <a:pt x="37669" y="1615"/>
                        </a:moveTo>
                        <a:cubicBezTo>
                          <a:pt x="38024" y="4053"/>
                          <a:pt x="34876" y="7068"/>
                          <a:pt x="31241" y="10082"/>
                        </a:cubicBezTo>
                        <a:cubicBezTo>
                          <a:pt x="27606" y="13141"/>
                          <a:pt x="23350" y="16200"/>
                          <a:pt x="20912" y="17973"/>
                        </a:cubicBezTo>
                        <a:cubicBezTo>
                          <a:pt x="15947" y="21298"/>
                          <a:pt x="4465" y="28923"/>
                          <a:pt x="697" y="25332"/>
                        </a:cubicBezTo>
                        <a:cubicBezTo>
                          <a:pt x="-1209" y="23515"/>
                          <a:pt x="1052" y="19924"/>
                          <a:pt x="4376" y="16422"/>
                        </a:cubicBezTo>
                        <a:cubicBezTo>
                          <a:pt x="7746" y="12964"/>
                          <a:pt x="12267" y="9772"/>
                          <a:pt x="14440" y="8309"/>
                        </a:cubicBezTo>
                        <a:cubicBezTo>
                          <a:pt x="16612" y="6891"/>
                          <a:pt x="22109" y="3610"/>
                          <a:pt x="27295" y="1660"/>
                        </a:cubicBezTo>
                        <a:cubicBezTo>
                          <a:pt x="32526" y="-247"/>
                          <a:pt x="37314" y="-823"/>
                          <a:pt x="37669" y="161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10" name="Forme libre : forme 21909">
                    <a:extLst>
                      <a:ext uri="{FF2B5EF4-FFF2-40B4-BE49-F238E27FC236}">
                        <a16:creationId xmlns:a16="http://schemas.microsoft.com/office/drawing/2014/main" id="{A1292260-CE09-48EE-9AF4-04302D0A53FB}"/>
                      </a:ext>
                    </a:extLst>
                  </p:cNvPr>
                  <p:cNvSpPr/>
                  <p:nvPr/>
                </p:nvSpPr>
                <p:spPr>
                  <a:xfrm>
                    <a:off x="7005681" y="1208885"/>
                    <a:ext cx="49815" cy="29727"/>
                  </a:xfrm>
                  <a:custGeom>
                    <a:avLst/>
                    <a:gdLst>
                      <a:gd name="connsiteX0" fmla="*/ 2783 w 49815"/>
                      <a:gd name="connsiteY0" fmla="*/ 28702 h 29727"/>
                      <a:gd name="connsiteX1" fmla="*/ 10718 w 49815"/>
                      <a:gd name="connsiteY1" fmla="*/ 29145 h 29727"/>
                      <a:gd name="connsiteX2" fmla="*/ 30667 w 49815"/>
                      <a:gd name="connsiteY2" fmla="*/ 22185 h 29727"/>
                      <a:gd name="connsiteX3" fmla="*/ 46139 w 49815"/>
                      <a:gd name="connsiteY3" fmla="*/ 9595 h 29727"/>
                      <a:gd name="connsiteX4" fmla="*/ 48843 w 49815"/>
                      <a:gd name="connsiteY4" fmla="*/ 419 h 29727"/>
                      <a:gd name="connsiteX5" fmla="*/ 41794 w 49815"/>
                      <a:gd name="connsiteY5" fmla="*/ 1571 h 29727"/>
                      <a:gd name="connsiteX6" fmla="*/ 22732 w 49815"/>
                      <a:gd name="connsiteY6" fmla="*/ 7113 h 29727"/>
                      <a:gd name="connsiteX7" fmla="*/ 4113 w 49815"/>
                      <a:gd name="connsiteY7" fmla="*/ 14826 h 29727"/>
                      <a:gd name="connsiteX8" fmla="*/ 2783 w 49815"/>
                      <a:gd name="connsiteY8" fmla="*/ 28702 h 29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815" h="29727">
                        <a:moveTo>
                          <a:pt x="2783" y="28702"/>
                        </a:moveTo>
                        <a:cubicBezTo>
                          <a:pt x="5620" y="30032"/>
                          <a:pt x="7039" y="29943"/>
                          <a:pt x="10718" y="29145"/>
                        </a:cubicBezTo>
                        <a:cubicBezTo>
                          <a:pt x="17723" y="27638"/>
                          <a:pt x="23486" y="26397"/>
                          <a:pt x="30667" y="22185"/>
                        </a:cubicBezTo>
                        <a:cubicBezTo>
                          <a:pt x="36608" y="18639"/>
                          <a:pt x="42371" y="13984"/>
                          <a:pt x="46139" y="9595"/>
                        </a:cubicBezTo>
                        <a:cubicBezTo>
                          <a:pt x="48887" y="6226"/>
                          <a:pt x="51192" y="2414"/>
                          <a:pt x="48843" y="419"/>
                        </a:cubicBezTo>
                        <a:cubicBezTo>
                          <a:pt x="47380" y="-734"/>
                          <a:pt x="44410" y="773"/>
                          <a:pt x="41794" y="1571"/>
                        </a:cubicBezTo>
                        <a:cubicBezTo>
                          <a:pt x="35455" y="3345"/>
                          <a:pt x="29603" y="5738"/>
                          <a:pt x="22732" y="7113"/>
                        </a:cubicBezTo>
                        <a:cubicBezTo>
                          <a:pt x="16880" y="8265"/>
                          <a:pt x="9654" y="8842"/>
                          <a:pt x="4113" y="14826"/>
                        </a:cubicBezTo>
                        <a:cubicBezTo>
                          <a:pt x="-1030" y="20146"/>
                          <a:pt x="-1207" y="26884"/>
                          <a:pt x="2783" y="2870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11" name="Forme libre : forme 21910">
                    <a:extLst>
                      <a:ext uri="{FF2B5EF4-FFF2-40B4-BE49-F238E27FC236}">
                        <a16:creationId xmlns:a16="http://schemas.microsoft.com/office/drawing/2014/main" id="{5502240C-6D32-47B0-8535-C3D703BC1DB3}"/>
                      </a:ext>
                    </a:extLst>
                  </p:cNvPr>
                  <p:cNvSpPr/>
                  <p:nvPr/>
                </p:nvSpPr>
                <p:spPr>
                  <a:xfrm>
                    <a:off x="7013018" y="1212085"/>
                    <a:ext cx="12629" cy="14801"/>
                  </a:xfrm>
                  <a:custGeom>
                    <a:avLst/>
                    <a:gdLst>
                      <a:gd name="connsiteX0" fmla="*/ 544 w 12629"/>
                      <a:gd name="connsiteY0" fmla="*/ 12380 h 14801"/>
                      <a:gd name="connsiteX1" fmla="*/ 56 w 12629"/>
                      <a:gd name="connsiteY1" fmla="*/ 14419 h 14801"/>
                      <a:gd name="connsiteX2" fmla="*/ 1829 w 12629"/>
                      <a:gd name="connsiteY2" fmla="*/ 14375 h 14801"/>
                      <a:gd name="connsiteX3" fmla="*/ 4400 w 12629"/>
                      <a:gd name="connsiteY3" fmla="*/ 12247 h 14801"/>
                      <a:gd name="connsiteX4" fmla="*/ 10030 w 12629"/>
                      <a:gd name="connsiteY4" fmla="*/ 6218 h 14801"/>
                      <a:gd name="connsiteX5" fmla="*/ 11892 w 12629"/>
                      <a:gd name="connsiteY5" fmla="*/ 3824 h 14801"/>
                      <a:gd name="connsiteX6" fmla="*/ 8035 w 12629"/>
                      <a:gd name="connsiteY6" fmla="*/ 1873 h 14801"/>
                      <a:gd name="connsiteX7" fmla="*/ 544 w 12629"/>
                      <a:gd name="connsiteY7" fmla="*/ 12380 h 14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629" h="14801">
                        <a:moveTo>
                          <a:pt x="544" y="12380"/>
                        </a:moveTo>
                        <a:cubicBezTo>
                          <a:pt x="145" y="13222"/>
                          <a:pt x="-121" y="13798"/>
                          <a:pt x="56" y="14419"/>
                        </a:cubicBezTo>
                        <a:cubicBezTo>
                          <a:pt x="233" y="15040"/>
                          <a:pt x="987" y="14818"/>
                          <a:pt x="1829" y="14375"/>
                        </a:cubicBezTo>
                        <a:cubicBezTo>
                          <a:pt x="2627" y="13887"/>
                          <a:pt x="3647" y="12956"/>
                          <a:pt x="4400" y="12247"/>
                        </a:cubicBezTo>
                        <a:cubicBezTo>
                          <a:pt x="6351" y="10340"/>
                          <a:pt x="8346" y="8257"/>
                          <a:pt x="10030" y="6218"/>
                        </a:cubicBezTo>
                        <a:cubicBezTo>
                          <a:pt x="10740" y="5375"/>
                          <a:pt x="11449" y="4666"/>
                          <a:pt x="11892" y="3824"/>
                        </a:cubicBezTo>
                        <a:cubicBezTo>
                          <a:pt x="13710" y="366"/>
                          <a:pt x="12070" y="-1718"/>
                          <a:pt x="8035" y="1873"/>
                        </a:cubicBezTo>
                        <a:cubicBezTo>
                          <a:pt x="4844" y="4666"/>
                          <a:pt x="2140" y="9011"/>
                          <a:pt x="544" y="1238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12" name="Forme libre : forme 21911">
                    <a:extLst>
                      <a:ext uri="{FF2B5EF4-FFF2-40B4-BE49-F238E27FC236}">
                        <a16:creationId xmlns:a16="http://schemas.microsoft.com/office/drawing/2014/main" id="{2F28945E-A1A2-4697-8D71-39395CAAF301}"/>
                      </a:ext>
                    </a:extLst>
                  </p:cNvPr>
                  <p:cNvSpPr/>
                  <p:nvPr/>
                </p:nvSpPr>
                <p:spPr>
                  <a:xfrm>
                    <a:off x="7058203" y="1196226"/>
                    <a:ext cx="17776" cy="22564"/>
                  </a:xfrm>
                  <a:custGeom>
                    <a:avLst/>
                    <a:gdLst>
                      <a:gd name="connsiteX0" fmla="*/ 17777 w 17776"/>
                      <a:gd name="connsiteY0" fmla="*/ 0 h 22564"/>
                      <a:gd name="connsiteX1" fmla="*/ 10240 w 17776"/>
                      <a:gd name="connsiteY1" fmla="*/ 11570 h 22564"/>
                      <a:gd name="connsiteX2" fmla="*/ 0 w 17776"/>
                      <a:gd name="connsiteY2" fmla="*/ 22564 h 22564"/>
                      <a:gd name="connsiteX3" fmla="*/ 17777 w 17776"/>
                      <a:gd name="connsiteY3" fmla="*/ 0 h 22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776" h="22564">
                        <a:moveTo>
                          <a:pt x="17777" y="0"/>
                        </a:moveTo>
                        <a:cubicBezTo>
                          <a:pt x="16934" y="3724"/>
                          <a:pt x="13743" y="7669"/>
                          <a:pt x="10240" y="11570"/>
                        </a:cubicBezTo>
                        <a:cubicBezTo>
                          <a:pt x="6738" y="15560"/>
                          <a:pt x="2882" y="19373"/>
                          <a:pt x="0" y="22564"/>
                        </a:cubicBezTo>
                        <a:cubicBezTo>
                          <a:pt x="6162" y="15738"/>
                          <a:pt x="12546" y="6783"/>
                          <a:pt x="1777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13" name="Forme libre : forme 21912">
                    <a:extLst>
                      <a:ext uri="{FF2B5EF4-FFF2-40B4-BE49-F238E27FC236}">
                        <a16:creationId xmlns:a16="http://schemas.microsoft.com/office/drawing/2014/main" id="{6180AA68-D766-4153-A0E9-2D3BC8D9E00B}"/>
                      </a:ext>
                    </a:extLst>
                  </p:cNvPr>
                  <p:cNvSpPr/>
                  <p:nvPr/>
                </p:nvSpPr>
                <p:spPr>
                  <a:xfrm>
                    <a:off x="6997425" y="1210102"/>
                    <a:ext cx="16225" cy="30145"/>
                  </a:xfrm>
                  <a:custGeom>
                    <a:avLst/>
                    <a:gdLst>
                      <a:gd name="connsiteX0" fmla="*/ 16225 w 16225"/>
                      <a:gd name="connsiteY0" fmla="*/ 0 h 30145"/>
                      <a:gd name="connsiteX1" fmla="*/ 0 w 16225"/>
                      <a:gd name="connsiteY1" fmla="*/ 30145 h 30145"/>
                      <a:gd name="connsiteX2" fmla="*/ 16225 w 16225"/>
                      <a:gd name="connsiteY2" fmla="*/ 0 h 30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225" h="30145">
                        <a:moveTo>
                          <a:pt x="16225" y="0"/>
                        </a:moveTo>
                        <a:cubicBezTo>
                          <a:pt x="6782" y="8866"/>
                          <a:pt x="1995" y="20392"/>
                          <a:pt x="0" y="30145"/>
                        </a:cubicBezTo>
                        <a:cubicBezTo>
                          <a:pt x="1374" y="20969"/>
                          <a:pt x="9176" y="8600"/>
                          <a:pt x="1622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14" name="Forme libre : forme 21913">
                    <a:extLst>
                      <a:ext uri="{FF2B5EF4-FFF2-40B4-BE49-F238E27FC236}">
                        <a16:creationId xmlns:a16="http://schemas.microsoft.com/office/drawing/2014/main" id="{48B89287-80F1-414B-AD33-79F9ACBC7870}"/>
                      </a:ext>
                    </a:extLst>
                  </p:cNvPr>
                  <p:cNvSpPr/>
                  <p:nvPr/>
                </p:nvSpPr>
                <p:spPr>
                  <a:xfrm>
                    <a:off x="7036082" y="1202172"/>
                    <a:ext cx="14852" cy="8635"/>
                  </a:xfrm>
                  <a:custGeom>
                    <a:avLst/>
                    <a:gdLst>
                      <a:gd name="connsiteX0" fmla="*/ 14851 w 14852"/>
                      <a:gd name="connsiteY0" fmla="*/ 748 h 8635"/>
                      <a:gd name="connsiteX1" fmla="*/ 6960 w 14852"/>
                      <a:gd name="connsiteY1" fmla="*/ 6423 h 8635"/>
                      <a:gd name="connsiteX2" fmla="*/ 0 w 14852"/>
                      <a:gd name="connsiteY2" fmla="*/ 7841 h 8635"/>
                      <a:gd name="connsiteX3" fmla="*/ 7359 w 14852"/>
                      <a:gd name="connsiteY3" fmla="*/ 2167 h 8635"/>
                      <a:gd name="connsiteX4" fmla="*/ 14851 w 14852"/>
                      <a:gd name="connsiteY4" fmla="*/ 748 h 8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2" h="8635">
                        <a:moveTo>
                          <a:pt x="14851" y="748"/>
                        </a:moveTo>
                        <a:cubicBezTo>
                          <a:pt x="14674" y="2654"/>
                          <a:pt x="8733" y="5492"/>
                          <a:pt x="6960" y="6423"/>
                        </a:cubicBezTo>
                        <a:cubicBezTo>
                          <a:pt x="5142" y="7354"/>
                          <a:pt x="0" y="9925"/>
                          <a:pt x="0" y="7841"/>
                        </a:cubicBezTo>
                        <a:cubicBezTo>
                          <a:pt x="0" y="5758"/>
                          <a:pt x="5586" y="2920"/>
                          <a:pt x="7359" y="2167"/>
                        </a:cubicBezTo>
                        <a:cubicBezTo>
                          <a:pt x="9043" y="1280"/>
                          <a:pt x="14984" y="-1247"/>
                          <a:pt x="14851" y="74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15" name="Forme libre : forme 21914">
                    <a:extLst>
                      <a:ext uri="{FF2B5EF4-FFF2-40B4-BE49-F238E27FC236}">
                        <a16:creationId xmlns:a16="http://schemas.microsoft.com/office/drawing/2014/main" id="{1B1ED067-ECAB-4AB2-9F41-33B45E017AA4}"/>
                      </a:ext>
                    </a:extLst>
                  </p:cNvPr>
                  <p:cNvSpPr/>
                  <p:nvPr/>
                </p:nvSpPr>
                <p:spPr>
                  <a:xfrm>
                    <a:off x="7048753" y="1201077"/>
                    <a:ext cx="4267" cy="2717"/>
                  </a:xfrm>
                  <a:custGeom>
                    <a:avLst/>
                    <a:gdLst>
                      <a:gd name="connsiteX0" fmla="*/ 4174 w 4267"/>
                      <a:gd name="connsiteY0" fmla="*/ 159 h 2717"/>
                      <a:gd name="connsiteX1" fmla="*/ 2667 w 4267"/>
                      <a:gd name="connsiteY1" fmla="*/ 1932 h 2717"/>
                      <a:gd name="connsiteX2" fmla="*/ 96 w 4267"/>
                      <a:gd name="connsiteY2" fmla="*/ 2553 h 2717"/>
                      <a:gd name="connsiteX3" fmla="*/ 1515 w 4267"/>
                      <a:gd name="connsiteY3" fmla="*/ 824 h 2717"/>
                      <a:gd name="connsiteX4" fmla="*/ 4174 w 4267"/>
                      <a:gd name="connsiteY4" fmla="*/ 159 h 2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7" h="2717">
                        <a:moveTo>
                          <a:pt x="4174" y="159"/>
                        </a:moveTo>
                        <a:cubicBezTo>
                          <a:pt x="4618" y="647"/>
                          <a:pt x="3377" y="1533"/>
                          <a:pt x="2667" y="1932"/>
                        </a:cubicBezTo>
                        <a:cubicBezTo>
                          <a:pt x="2002" y="2331"/>
                          <a:pt x="539" y="3040"/>
                          <a:pt x="96" y="2553"/>
                        </a:cubicBezTo>
                        <a:cubicBezTo>
                          <a:pt x="-347" y="2065"/>
                          <a:pt x="850" y="1223"/>
                          <a:pt x="1515" y="824"/>
                        </a:cubicBezTo>
                        <a:cubicBezTo>
                          <a:pt x="2268" y="425"/>
                          <a:pt x="3731" y="-329"/>
                          <a:pt x="4174" y="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16" name="Forme libre : forme 21915">
                    <a:extLst>
                      <a:ext uri="{FF2B5EF4-FFF2-40B4-BE49-F238E27FC236}">
                        <a16:creationId xmlns:a16="http://schemas.microsoft.com/office/drawing/2014/main" id="{CF0D5786-4D87-4FF8-AD4C-4AF2E93C5519}"/>
                      </a:ext>
                    </a:extLst>
                  </p:cNvPr>
                  <p:cNvSpPr/>
                  <p:nvPr/>
                </p:nvSpPr>
                <p:spPr>
                  <a:xfrm>
                    <a:off x="7030297" y="1189497"/>
                    <a:ext cx="42970" cy="13777"/>
                  </a:xfrm>
                  <a:custGeom>
                    <a:avLst/>
                    <a:gdLst>
                      <a:gd name="connsiteX0" fmla="*/ 30344 w 42970"/>
                      <a:gd name="connsiteY0" fmla="*/ 656 h 13777"/>
                      <a:gd name="connsiteX1" fmla="*/ 42447 w 42970"/>
                      <a:gd name="connsiteY1" fmla="*/ 3448 h 13777"/>
                      <a:gd name="connsiteX2" fmla="*/ 40629 w 42970"/>
                      <a:gd name="connsiteY2" fmla="*/ 6906 h 13777"/>
                      <a:gd name="connsiteX3" fmla="*/ 35531 w 42970"/>
                      <a:gd name="connsiteY3" fmla="*/ 7172 h 13777"/>
                      <a:gd name="connsiteX4" fmla="*/ 19572 w 42970"/>
                      <a:gd name="connsiteY4" fmla="*/ 8059 h 13777"/>
                      <a:gd name="connsiteX5" fmla="*/ 8135 w 42970"/>
                      <a:gd name="connsiteY5" fmla="*/ 12049 h 13777"/>
                      <a:gd name="connsiteX6" fmla="*/ 22 w 42970"/>
                      <a:gd name="connsiteY6" fmla="*/ 12359 h 13777"/>
                      <a:gd name="connsiteX7" fmla="*/ 7824 w 42970"/>
                      <a:gd name="connsiteY7" fmla="*/ 4778 h 13777"/>
                      <a:gd name="connsiteX8" fmla="*/ 18996 w 42970"/>
                      <a:gd name="connsiteY8" fmla="*/ 390 h 13777"/>
                      <a:gd name="connsiteX9" fmla="*/ 30344 w 42970"/>
                      <a:gd name="connsiteY9" fmla="*/ 656 h 13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970" h="13777">
                        <a:moveTo>
                          <a:pt x="30344" y="656"/>
                        </a:moveTo>
                        <a:cubicBezTo>
                          <a:pt x="35442" y="877"/>
                          <a:pt x="39033" y="1232"/>
                          <a:pt x="42447" y="3448"/>
                        </a:cubicBezTo>
                        <a:cubicBezTo>
                          <a:pt x="43688" y="4246"/>
                          <a:pt x="42580" y="6197"/>
                          <a:pt x="40629" y="6906"/>
                        </a:cubicBezTo>
                        <a:cubicBezTo>
                          <a:pt x="38678" y="7660"/>
                          <a:pt x="37171" y="7394"/>
                          <a:pt x="35531" y="7172"/>
                        </a:cubicBezTo>
                        <a:cubicBezTo>
                          <a:pt x="30477" y="6463"/>
                          <a:pt x="25291" y="6995"/>
                          <a:pt x="19572" y="8059"/>
                        </a:cubicBezTo>
                        <a:cubicBezTo>
                          <a:pt x="17799" y="8413"/>
                          <a:pt x="12656" y="10408"/>
                          <a:pt x="8135" y="12049"/>
                        </a:cubicBezTo>
                        <a:cubicBezTo>
                          <a:pt x="3657" y="13689"/>
                          <a:pt x="-333" y="14797"/>
                          <a:pt x="22" y="12359"/>
                        </a:cubicBezTo>
                        <a:cubicBezTo>
                          <a:pt x="377" y="9965"/>
                          <a:pt x="3702" y="7039"/>
                          <a:pt x="7824" y="4778"/>
                        </a:cubicBezTo>
                        <a:cubicBezTo>
                          <a:pt x="11858" y="2473"/>
                          <a:pt x="16513" y="833"/>
                          <a:pt x="18996" y="390"/>
                        </a:cubicBezTo>
                        <a:cubicBezTo>
                          <a:pt x="23916" y="-586"/>
                          <a:pt x="26532" y="567"/>
                          <a:pt x="30344" y="65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36" name="Graphique 2">
                  <a:extLst>
                    <a:ext uri="{FF2B5EF4-FFF2-40B4-BE49-F238E27FC236}">
                      <a16:creationId xmlns:a16="http://schemas.microsoft.com/office/drawing/2014/main" id="{CDA198BB-865A-4B23-9895-C89BF6EF876B}"/>
                    </a:ext>
                  </a:extLst>
                </p:cNvPr>
                <p:cNvGrpSpPr/>
                <p:nvPr/>
              </p:nvGrpSpPr>
              <p:grpSpPr>
                <a:xfrm>
                  <a:off x="7077360" y="1171644"/>
                  <a:ext cx="93470" cy="41461"/>
                  <a:chOff x="7077360" y="1171644"/>
                  <a:chExt cx="93470" cy="41461"/>
                </a:xfrm>
                <a:solidFill>
                  <a:schemeClr val="accent1"/>
                </a:solidFill>
              </p:grpSpPr>
              <p:sp>
                <p:nvSpPr>
                  <p:cNvPr id="21893" name="Forme libre : forme 21892">
                    <a:extLst>
                      <a:ext uri="{FF2B5EF4-FFF2-40B4-BE49-F238E27FC236}">
                        <a16:creationId xmlns:a16="http://schemas.microsoft.com/office/drawing/2014/main" id="{0F4A9A52-02E3-4B17-944C-C942517FA3BE}"/>
                      </a:ext>
                    </a:extLst>
                  </p:cNvPr>
                  <p:cNvSpPr/>
                  <p:nvPr/>
                </p:nvSpPr>
                <p:spPr>
                  <a:xfrm>
                    <a:off x="7077360" y="1171644"/>
                    <a:ext cx="93470" cy="41461"/>
                  </a:xfrm>
                  <a:custGeom>
                    <a:avLst/>
                    <a:gdLst>
                      <a:gd name="connsiteX0" fmla="*/ 58954 w 93470"/>
                      <a:gd name="connsiteY0" fmla="*/ 39389 h 41461"/>
                      <a:gd name="connsiteX1" fmla="*/ 45699 w 93470"/>
                      <a:gd name="connsiteY1" fmla="*/ 36551 h 41461"/>
                      <a:gd name="connsiteX2" fmla="*/ 32267 w 93470"/>
                      <a:gd name="connsiteY2" fmla="*/ 35177 h 41461"/>
                      <a:gd name="connsiteX3" fmla="*/ 3186 w 93470"/>
                      <a:gd name="connsiteY3" fmla="*/ 24981 h 41461"/>
                      <a:gd name="connsiteX4" fmla="*/ 1235 w 93470"/>
                      <a:gd name="connsiteY4" fmla="*/ 15140 h 41461"/>
                      <a:gd name="connsiteX5" fmla="*/ 33552 w 93470"/>
                      <a:gd name="connsiteY5" fmla="*/ 67 h 41461"/>
                      <a:gd name="connsiteX6" fmla="*/ 51108 w 93470"/>
                      <a:gd name="connsiteY6" fmla="*/ 1264 h 41461"/>
                      <a:gd name="connsiteX7" fmla="*/ 68131 w 93470"/>
                      <a:gd name="connsiteY7" fmla="*/ 5564 h 41461"/>
                      <a:gd name="connsiteX8" fmla="*/ 92956 w 93470"/>
                      <a:gd name="connsiteY8" fmla="*/ 29636 h 41461"/>
                      <a:gd name="connsiteX9" fmla="*/ 89587 w 93470"/>
                      <a:gd name="connsiteY9" fmla="*/ 38857 h 41461"/>
                      <a:gd name="connsiteX10" fmla="*/ 58954 w 93470"/>
                      <a:gd name="connsiteY10" fmla="*/ 39389 h 41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3470" h="41461">
                        <a:moveTo>
                          <a:pt x="58954" y="39389"/>
                        </a:moveTo>
                        <a:cubicBezTo>
                          <a:pt x="55718" y="38591"/>
                          <a:pt x="50664" y="37349"/>
                          <a:pt x="45699" y="36551"/>
                        </a:cubicBezTo>
                        <a:cubicBezTo>
                          <a:pt x="40601" y="35709"/>
                          <a:pt x="36035" y="35354"/>
                          <a:pt x="32267" y="35177"/>
                        </a:cubicBezTo>
                        <a:cubicBezTo>
                          <a:pt x="19145" y="34335"/>
                          <a:pt x="12318" y="30611"/>
                          <a:pt x="3186" y="24981"/>
                        </a:cubicBezTo>
                        <a:cubicBezTo>
                          <a:pt x="83" y="23119"/>
                          <a:pt x="-1114" y="18154"/>
                          <a:pt x="1235" y="15140"/>
                        </a:cubicBezTo>
                        <a:cubicBezTo>
                          <a:pt x="7973" y="6584"/>
                          <a:pt x="17859" y="643"/>
                          <a:pt x="33552" y="67"/>
                        </a:cubicBezTo>
                        <a:cubicBezTo>
                          <a:pt x="37498" y="-155"/>
                          <a:pt x="44635" y="156"/>
                          <a:pt x="51108" y="1264"/>
                        </a:cubicBezTo>
                        <a:cubicBezTo>
                          <a:pt x="57668" y="2328"/>
                          <a:pt x="64008" y="4101"/>
                          <a:pt x="68131" y="5564"/>
                        </a:cubicBezTo>
                        <a:cubicBezTo>
                          <a:pt x="83602" y="11150"/>
                          <a:pt x="89010" y="19839"/>
                          <a:pt x="92956" y="29636"/>
                        </a:cubicBezTo>
                        <a:cubicBezTo>
                          <a:pt x="94330" y="33094"/>
                          <a:pt x="92867" y="37793"/>
                          <a:pt x="89587" y="38857"/>
                        </a:cubicBezTo>
                        <a:cubicBezTo>
                          <a:pt x="80100" y="42048"/>
                          <a:pt x="71057" y="42403"/>
                          <a:pt x="58954" y="3938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94" name="Forme libre : forme 21893">
                    <a:extLst>
                      <a:ext uri="{FF2B5EF4-FFF2-40B4-BE49-F238E27FC236}">
                        <a16:creationId xmlns:a16="http://schemas.microsoft.com/office/drawing/2014/main" id="{06BABAB8-9002-48E5-BC64-15B02E8E962A}"/>
                      </a:ext>
                    </a:extLst>
                  </p:cNvPr>
                  <p:cNvSpPr/>
                  <p:nvPr/>
                </p:nvSpPr>
                <p:spPr>
                  <a:xfrm>
                    <a:off x="7077797" y="1193034"/>
                    <a:ext cx="89371" cy="19948"/>
                  </a:xfrm>
                  <a:custGeom>
                    <a:avLst/>
                    <a:gdLst>
                      <a:gd name="connsiteX0" fmla="*/ 36751 w 89371"/>
                      <a:gd name="connsiteY0" fmla="*/ 1286 h 19948"/>
                      <a:gd name="connsiteX1" fmla="*/ 0 w 89371"/>
                      <a:gd name="connsiteY1" fmla="*/ 0 h 19948"/>
                      <a:gd name="connsiteX2" fmla="*/ 2704 w 89371"/>
                      <a:gd name="connsiteY2" fmla="*/ 3502 h 19948"/>
                      <a:gd name="connsiteX3" fmla="*/ 7270 w 89371"/>
                      <a:gd name="connsiteY3" fmla="*/ 6206 h 19948"/>
                      <a:gd name="connsiteX4" fmla="*/ 20703 w 89371"/>
                      <a:gd name="connsiteY4" fmla="*/ 11925 h 19948"/>
                      <a:gd name="connsiteX5" fmla="*/ 31830 w 89371"/>
                      <a:gd name="connsiteY5" fmla="*/ 13654 h 19948"/>
                      <a:gd name="connsiteX6" fmla="*/ 36351 w 89371"/>
                      <a:gd name="connsiteY6" fmla="*/ 13964 h 19948"/>
                      <a:gd name="connsiteX7" fmla="*/ 56566 w 89371"/>
                      <a:gd name="connsiteY7" fmla="*/ 17422 h 19948"/>
                      <a:gd name="connsiteX8" fmla="*/ 58561 w 89371"/>
                      <a:gd name="connsiteY8" fmla="*/ 17910 h 19948"/>
                      <a:gd name="connsiteX9" fmla="*/ 70442 w 89371"/>
                      <a:gd name="connsiteY9" fmla="*/ 19860 h 19948"/>
                      <a:gd name="connsiteX10" fmla="*/ 84717 w 89371"/>
                      <a:gd name="connsiteY10" fmla="*/ 18663 h 19948"/>
                      <a:gd name="connsiteX11" fmla="*/ 89194 w 89371"/>
                      <a:gd name="connsiteY11" fmla="*/ 17378 h 19948"/>
                      <a:gd name="connsiteX12" fmla="*/ 89371 w 89371"/>
                      <a:gd name="connsiteY12" fmla="*/ 17289 h 19948"/>
                      <a:gd name="connsiteX13" fmla="*/ 36751 w 89371"/>
                      <a:gd name="connsiteY13" fmla="*/ 1286 h 19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9371" h="19948">
                        <a:moveTo>
                          <a:pt x="36751" y="1286"/>
                        </a:moveTo>
                        <a:cubicBezTo>
                          <a:pt x="24028" y="1463"/>
                          <a:pt x="11039" y="2305"/>
                          <a:pt x="0" y="0"/>
                        </a:cubicBezTo>
                        <a:cubicBezTo>
                          <a:pt x="532" y="1463"/>
                          <a:pt x="1463" y="2748"/>
                          <a:pt x="2704" y="3502"/>
                        </a:cubicBezTo>
                        <a:cubicBezTo>
                          <a:pt x="4300" y="4477"/>
                          <a:pt x="5808" y="5364"/>
                          <a:pt x="7270" y="6206"/>
                        </a:cubicBezTo>
                        <a:cubicBezTo>
                          <a:pt x="11571" y="8600"/>
                          <a:pt x="15738" y="10684"/>
                          <a:pt x="20703" y="11925"/>
                        </a:cubicBezTo>
                        <a:cubicBezTo>
                          <a:pt x="23939" y="12812"/>
                          <a:pt x="27485" y="13299"/>
                          <a:pt x="31830" y="13654"/>
                        </a:cubicBezTo>
                        <a:cubicBezTo>
                          <a:pt x="33115" y="13743"/>
                          <a:pt x="34667" y="13831"/>
                          <a:pt x="36351" y="13964"/>
                        </a:cubicBezTo>
                        <a:cubicBezTo>
                          <a:pt x="42425" y="14319"/>
                          <a:pt x="50981" y="15915"/>
                          <a:pt x="56566" y="17422"/>
                        </a:cubicBezTo>
                        <a:cubicBezTo>
                          <a:pt x="57276" y="17599"/>
                          <a:pt x="57985" y="17777"/>
                          <a:pt x="58561" y="17910"/>
                        </a:cubicBezTo>
                        <a:cubicBezTo>
                          <a:pt x="62862" y="18929"/>
                          <a:pt x="66763" y="19594"/>
                          <a:pt x="70442" y="19860"/>
                        </a:cubicBezTo>
                        <a:cubicBezTo>
                          <a:pt x="75496" y="20171"/>
                          <a:pt x="80106" y="19639"/>
                          <a:pt x="84717" y="18663"/>
                        </a:cubicBezTo>
                        <a:cubicBezTo>
                          <a:pt x="86224" y="18309"/>
                          <a:pt x="87687" y="17910"/>
                          <a:pt x="89194" y="17378"/>
                        </a:cubicBezTo>
                        <a:lnTo>
                          <a:pt x="89371" y="17289"/>
                        </a:lnTo>
                        <a:cubicBezTo>
                          <a:pt x="73102" y="8290"/>
                          <a:pt x="54616" y="1020"/>
                          <a:pt x="36751" y="128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95" name="Forme libre : forme 21894">
                    <a:extLst>
                      <a:ext uri="{FF2B5EF4-FFF2-40B4-BE49-F238E27FC236}">
                        <a16:creationId xmlns:a16="http://schemas.microsoft.com/office/drawing/2014/main" id="{9213A056-E7D5-4BDE-A056-86D8EE81532E}"/>
                      </a:ext>
                    </a:extLst>
                  </p:cNvPr>
                  <p:cNvSpPr/>
                  <p:nvPr/>
                </p:nvSpPr>
                <p:spPr>
                  <a:xfrm>
                    <a:off x="7110734" y="1185365"/>
                    <a:ext cx="42948" cy="15935"/>
                  </a:xfrm>
                  <a:custGeom>
                    <a:avLst/>
                    <a:gdLst>
                      <a:gd name="connsiteX0" fmla="*/ 42825 w 42948"/>
                      <a:gd name="connsiteY0" fmla="*/ 14275 h 15935"/>
                      <a:gd name="connsiteX1" fmla="*/ 32673 w 42948"/>
                      <a:gd name="connsiteY1" fmla="*/ 15339 h 15935"/>
                      <a:gd name="connsiteX2" fmla="*/ 19728 w 42948"/>
                      <a:gd name="connsiteY2" fmla="*/ 12812 h 15935"/>
                      <a:gd name="connsiteX3" fmla="*/ 8025 w 42948"/>
                      <a:gd name="connsiteY3" fmla="*/ 9709 h 15935"/>
                      <a:gd name="connsiteX4" fmla="*/ 1 w 42948"/>
                      <a:gd name="connsiteY4" fmla="*/ 4256 h 15935"/>
                      <a:gd name="connsiteX5" fmla="*/ 8868 w 42948"/>
                      <a:gd name="connsiteY5" fmla="*/ 45 h 15935"/>
                      <a:gd name="connsiteX6" fmla="*/ 22078 w 42948"/>
                      <a:gd name="connsiteY6" fmla="*/ 1508 h 15935"/>
                      <a:gd name="connsiteX7" fmla="*/ 35333 w 42948"/>
                      <a:gd name="connsiteY7" fmla="*/ 6473 h 15935"/>
                      <a:gd name="connsiteX8" fmla="*/ 42825 w 42948"/>
                      <a:gd name="connsiteY8" fmla="*/ 14275 h 15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948" h="15935">
                        <a:moveTo>
                          <a:pt x="42825" y="14275"/>
                        </a:moveTo>
                        <a:cubicBezTo>
                          <a:pt x="41983" y="16491"/>
                          <a:pt x="37550" y="16093"/>
                          <a:pt x="32673" y="15339"/>
                        </a:cubicBezTo>
                        <a:cubicBezTo>
                          <a:pt x="27797" y="14541"/>
                          <a:pt x="22433" y="13388"/>
                          <a:pt x="19728" y="12812"/>
                        </a:cubicBezTo>
                        <a:cubicBezTo>
                          <a:pt x="17024" y="12192"/>
                          <a:pt x="12237" y="11039"/>
                          <a:pt x="8025" y="9709"/>
                        </a:cubicBezTo>
                        <a:cubicBezTo>
                          <a:pt x="3858" y="8379"/>
                          <a:pt x="90" y="6872"/>
                          <a:pt x="1" y="4256"/>
                        </a:cubicBezTo>
                        <a:cubicBezTo>
                          <a:pt x="-87" y="1729"/>
                          <a:pt x="3947" y="266"/>
                          <a:pt x="8868" y="45"/>
                        </a:cubicBezTo>
                        <a:cubicBezTo>
                          <a:pt x="13788" y="-221"/>
                          <a:pt x="19330" y="754"/>
                          <a:pt x="22078" y="1508"/>
                        </a:cubicBezTo>
                        <a:cubicBezTo>
                          <a:pt x="24871" y="2173"/>
                          <a:pt x="30634" y="3990"/>
                          <a:pt x="35333" y="6473"/>
                        </a:cubicBezTo>
                        <a:cubicBezTo>
                          <a:pt x="40077" y="9000"/>
                          <a:pt x="43667" y="12058"/>
                          <a:pt x="42825" y="1427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96" name="Forme libre : forme 21895">
                    <a:extLst>
                      <a:ext uri="{FF2B5EF4-FFF2-40B4-BE49-F238E27FC236}">
                        <a16:creationId xmlns:a16="http://schemas.microsoft.com/office/drawing/2014/main" id="{30EBEE35-9AF3-4B8D-8DA4-D9B4DDDF0169}"/>
                      </a:ext>
                    </a:extLst>
                  </p:cNvPr>
                  <p:cNvSpPr/>
                  <p:nvPr/>
                </p:nvSpPr>
                <p:spPr>
                  <a:xfrm>
                    <a:off x="7110416" y="1185542"/>
                    <a:ext cx="29133" cy="14318"/>
                  </a:xfrm>
                  <a:custGeom>
                    <a:avLst/>
                    <a:gdLst>
                      <a:gd name="connsiteX0" fmla="*/ 10071 w 29133"/>
                      <a:gd name="connsiteY0" fmla="*/ 0 h 14318"/>
                      <a:gd name="connsiteX1" fmla="*/ 97 w 29133"/>
                      <a:gd name="connsiteY1" fmla="*/ 4123 h 14318"/>
                      <a:gd name="connsiteX2" fmla="*/ 8343 w 29133"/>
                      <a:gd name="connsiteY2" fmla="*/ 9531 h 14318"/>
                      <a:gd name="connsiteX3" fmla="*/ 20268 w 29133"/>
                      <a:gd name="connsiteY3" fmla="*/ 12723 h 14318"/>
                      <a:gd name="connsiteX4" fmla="*/ 29134 w 29133"/>
                      <a:gd name="connsiteY4" fmla="*/ 14319 h 14318"/>
                      <a:gd name="connsiteX5" fmla="*/ 24568 w 29133"/>
                      <a:gd name="connsiteY5" fmla="*/ 12634 h 14318"/>
                      <a:gd name="connsiteX6" fmla="*/ 10071 w 29133"/>
                      <a:gd name="connsiteY6" fmla="*/ 0 h 14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33" h="14318">
                        <a:moveTo>
                          <a:pt x="10071" y="0"/>
                        </a:moveTo>
                        <a:cubicBezTo>
                          <a:pt x="7013" y="443"/>
                          <a:pt x="-967" y="887"/>
                          <a:pt x="97" y="4123"/>
                        </a:cubicBezTo>
                        <a:cubicBezTo>
                          <a:pt x="895" y="6694"/>
                          <a:pt x="4397" y="8201"/>
                          <a:pt x="8343" y="9531"/>
                        </a:cubicBezTo>
                        <a:cubicBezTo>
                          <a:pt x="12288" y="10817"/>
                          <a:pt x="16854" y="11881"/>
                          <a:pt x="20268" y="12723"/>
                        </a:cubicBezTo>
                        <a:cubicBezTo>
                          <a:pt x="22262" y="13166"/>
                          <a:pt x="26784" y="13964"/>
                          <a:pt x="29134" y="14319"/>
                        </a:cubicBezTo>
                        <a:cubicBezTo>
                          <a:pt x="27893" y="13876"/>
                          <a:pt x="25720" y="13255"/>
                          <a:pt x="24568" y="12634"/>
                        </a:cubicBezTo>
                        <a:cubicBezTo>
                          <a:pt x="18184" y="9132"/>
                          <a:pt x="10071" y="5586"/>
                          <a:pt x="10071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97" name="Forme libre : forme 21896">
                    <a:extLst>
                      <a:ext uri="{FF2B5EF4-FFF2-40B4-BE49-F238E27FC236}">
                        <a16:creationId xmlns:a16="http://schemas.microsoft.com/office/drawing/2014/main" id="{D85EFA3D-843D-4A01-BD36-F3351B8C6ACC}"/>
                      </a:ext>
                    </a:extLst>
                  </p:cNvPr>
                  <p:cNvSpPr/>
                  <p:nvPr/>
                </p:nvSpPr>
                <p:spPr>
                  <a:xfrm>
                    <a:off x="7112987" y="1187039"/>
                    <a:ext cx="42665" cy="16028"/>
                  </a:xfrm>
                  <a:custGeom>
                    <a:avLst/>
                    <a:gdLst>
                      <a:gd name="connsiteX0" fmla="*/ 42301 w 42665"/>
                      <a:gd name="connsiteY0" fmla="*/ 14640 h 16028"/>
                      <a:gd name="connsiteX1" fmla="*/ 31661 w 42665"/>
                      <a:gd name="connsiteY1" fmla="*/ 15438 h 16028"/>
                      <a:gd name="connsiteX2" fmla="*/ 19027 w 42665"/>
                      <a:gd name="connsiteY2" fmla="*/ 12955 h 16028"/>
                      <a:gd name="connsiteX3" fmla="*/ 7589 w 42665"/>
                      <a:gd name="connsiteY3" fmla="*/ 9719 h 16028"/>
                      <a:gd name="connsiteX4" fmla="*/ 9 w 42665"/>
                      <a:gd name="connsiteY4" fmla="*/ 4000 h 16028"/>
                      <a:gd name="connsiteX5" fmla="*/ 8786 w 42665"/>
                      <a:gd name="connsiteY5" fmla="*/ 11 h 16028"/>
                      <a:gd name="connsiteX6" fmla="*/ 21775 w 42665"/>
                      <a:gd name="connsiteY6" fmla="*/ 1695 h 16028"/>
                      <a:gd name="connsiteX7" fmla="*/ 35341 w 42665"/>
                      <a:gd name="connsiteY7" fmla="*/ 6926 h 16028"/>
                      <a:gd name="connsiteX8" fmla="*/ 42301 w 42665"/>
                      <a:gd name="connsiteY8" fmla="*/ 14640 h 16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665" h="16028">
                        <a:moveTo>
                          <a:pt x="42301" y="14640"/>
                        </a:moveTo>
                        <a:cubicBezTo>
                          <a:pt x="40749" y="16502"/>
                          <a:pt x="36360" y="16191"/>
                          <a:pt x="31661" y="15438"/>
                        </a:cubicBezTo>
                        <a:cubicBezTo>
                          <a:pt x="26962" y="14640"/>
                          <a:pt x="21908" y="13532"/>
                          <a:pt x="19027" y="12955"/>
                        </a:cubicBezTo>
                        <a:cubicBezTo>
                          <a:pt x="16145" y="12335"/>
                          <a:pt x="11579" y="11138"/>
                          <a:pt x="7589" y="9719"/>
                        </a:cubicBezTo>
                        <a:cubicBezTo>
                          <a:pt x="3644" y="8301"/>
                          <a:pt x="230" y="6572"/>
                          <a:pt x="9" y="4000"/>
                        </a:cubicBezTo>
                        <a:cubicBezTo>
                          <a:pt x="-213" y="1385"/>
                          <a:pt x="3866" y="99"/>
                          <a:pt x="8786" y="11"/>
                        </a:cubicBezTo>
                        <a:cubicBezTo>
                          <a:pt x="13707" y="-122"/>
                          <a:pt x="19204" y="1030"/>
                          <a:pt x="21775" y="1695"/>
                        </a:cubicBezTo>
                        <a:cubicBezTo>
                          <a:pt x="24347" y="2316"/>
                          <a:pt x="30464" y="4266"/>
                          <a:pt x="35341" y="6926"/>
                        </a:cubicBezTo>
                        <a:cubicBezTo>
                          <a:pt x="40261" y="9542"/>
                          <a:pt x="43852" y="12734"/>
                          <a:pt x="42301" y="1464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98" name="Forme libre : forme 21897">
                    <a:extLst>
                      <a:ext uri="{FF2B5EF4-FFF2-40B4-BE49-F238E27FC236}">
                        <a16:creationId xmlns:a16="http://schemas.microsoft.com/office/drawing/2014/main" id="{D6C1349A-109C-4144-A321-59B44B60737C}"/>
                      </a:ext>
                    </a:extLst>
                  </p:cNvPr>
                  <p:cNvSpPr/>
                  <p:nvPr/>
                </p:nvSpPr>
                <p:spPr>
                  <a:xfrm>
                    <a:off x="7089633" y="1180493"/>
                    <a:ext cx="52489" cy="25109"/>
                  </a:xfrm>
                  <a:custGeom>
                    <a:avLst/>
                    <a:gdLst>
                      <a:gd name="connsiteX0" fmla="*/ 621 w 52489"/>
                      <a:gd name="connsiteY0" fmla="*/ 10679 h 25109"/>
                      <a:gd name="connsiteX1" fmla="*/ 6694 w 52489"/>
                      <a:gd name="connsiteY1" fmla="*/ 15689 h 25109"/>
                      <a:gd name="connsiteX2" fmla="*/ 25446 w 52489"/>
                      <a:gd name="connsiteY2" fmla="*/ 23003 h 25109"/>
                      <a:gd name="connsiteX3" fmla="*/ 43932 w 52489"/>
                      <a:gd name="connsiteY3" fmla="*/ 25087 h 25109"/>
                      <a:gd name="connsiteX4" fmla="*/ 52488 w 52489"/>
                      <a:gd name="connsiteY4" fmla="*/ 21008 h 25109"/>
                      <a:gd name="connsiteX5" fmla="*/ 46991 w 52489"/>
                      <a:gd name="connsiteY5" fmla="*/ 16487 h 25109"/>
                      <a:gd name="connsiteX6" fmla="*/ 29835 w 52489"/>
                      <a:gd name="connsiteY6" fmla="*/ 6512 h 25109"/>
                      <a:gd name="connsiteX7" fmla="*/ 10152 w 52489"/>
                      <a:gd name="connsiteY7" fmla="*/ 217 h 25109"/>
                      <a:gd name="connsiteX8" fmla="*/ 621 w 52489"/>
                      <a:gd name="connsiteY8" fmla="*/ 10679 h 25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489" h="25109">
                        <a:moveTo>
                          <a:pt x="621" y="10679"/>
                        </a:moveTo>
                        <a:cubicBezTo>
                          <a:pt x="2173" y="13339"/>
                          <a:pt x="3370" y="14181"/>
                          <a:pt x="6694" y="15689"/>
                        </a:cubicBezTo>
                        <a:cubicBezTo>
                          <a:pt x="12901" y="18703"/>
                          <a:pt x="17910" y="21407"/>
                          <a:pt x="25446" y="23003"/>
                        </a:cubicBezTo>
                        <a:cubicBezTo>
                          <a:pt x="31431" y="24378"/>
                          <a:pt x="38258" y="25264"/>
                          <a:pt x="43932" y="25087"/>
                        </a:cubicBezTo>
                        <a:cubicBezTo>
                          <a:pt x="48099" y="24910"/>
                          <a:pt x="52577" y="24023"/>
                          <a:pt x="52488" y="21008"/>
                        </a:cubicBezTo>
                        <a:cubicBezTo>
                          <a:pt x="52400" y="19146"/>
                          <a:pt x="49296" y="17950"/>
                          <a:pt x="46991" y="16487"/>
                        </a:cubicBezTo>
                        <a:cubicBezTo>
                          <a:pt x="41494" y="12985"/>
                          <a:pt x="35864" y="10325"/>
                          <a:pt x="29835" y="6512"/>
                        </a:cubicBezTo>
                        <a:cubicBezTo>
                          <a:pt x="24693" y="3320"/>
                          <a:pt x="18664" y="-1024"/>
                          <a:pt x="10152" y="217"/>
                        </a:cubicBezTo>
                        <a:cubicBezTo>
                          <a:pt x="2439" y="1414"/>
                          <a:pt x="-1640" y="6955"/>
                          <a:pt x="621" y="1067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99" name="Forme libre : forme 21898">
                    <a:extLst>
                      <a:ext uri="{FF2B5EF4-FFF2-40B4-BE49-F238E27FC236}">
                        <a16:creationId xmlns:a16="http://schemas.microsoft.com/office/drawing/2014/main" id="{0201434D-68F1-4C21-AE9C-8CA1001E4302}"/>
                      </a:ext>
                    </a:extLst>
                  </p:cNvPr>
                  <p:cNvSpPr/>
                  <p:nvPr/>
                </p:nvSpPr>
                <p:spPr>
                  <a:xfrm>
                    <a:off x="7100618" y="1180489"/>
                    <a:ext cx="18978" cy="5625"/>
                  </a:xfrm>
                  <a:custGeom>
                    <a:avLst/>
                    <a:gdLst>
                      <a:gd name="connsiteX0" fmla="*/ 1783 w 18978"/>
                      <a:gd name="connsiteY0" fmla="*/ 3236 h 5625"/>
                      <a:gd name="connsiteX1" fmla="*/ 54 w 18978"/>
                      <a:gd name="connsiteY1" fmla="*/ 4522 h 5625"/>
                      <a:gd name="connsiteX2" fmla="*/ 1473 w 18978"/>
                      <a:gd name="connsiteY2" fmla="*/ 5541 h 5625"/>
                      <a:gd name="connsiteX3" fmla="*/ 4842 w 18978"/>
                      <a:gd name="connsiteY3" fmla="*/ 5541 h 5625"/>
                      <a:gd name="connsiteX4" fmla="*/ 13132 w 18978"/>
                      <a:gd name="connsiteY4" fmla="*/ 4610 h 5625"/>
                      <a:gd name="connsiteX5" fmla="*/ 16191 w 18978"/>
                      <a:gd name="connsiteY5" fmla="*/ 4034 h 5625"/>
                      <a:gd name="connsiteX6" fmla="*/ 14550 w 18978"/>
                      <a:gd name="connsiteY6" fmla="*/ 0 h 5625"/>
                      <a:gd name="connsiteX7" fmla="*/ 1783 w 18978"/>
                      <a:gd name="connsiteY7" fmla="*/ 3236 h 5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978" h="5625">
                        <a:moveTo>
                          <a:pt x="1783" y="3236"/>
                        </a:moveTo>
                        <a:cubicBezTo>
                          <a:pt x="941" y="3635"/>
                          <a:pt x="320" y="3945"/>
                          <a:pt x="54" y="4522"/>
                        </a:cubicBezTo>
                        <a:cubicBezTo>
                          <a:pt x="-212" y="5098"/>
                          <a:pt x="542" y="5453"/>
                          <a:pt x="1473" y="5541"/>
                        </a:cubicBezTo>
                        <a:cubicBezTo>
                          <a:pt x="2403" y="5674"/>
                          <a:pt x="3778" y="5630"/>
                          <a:pt x="4842" y="5541"/>
                        </a:cubicBezTo>
                        <a:cubicBezTo>
                          <a:pt x="7590" y="5231"/>
                          <a:pt x="10516" y="5054"/>
                          <a:pt x="13132" y="4610"/>
                        </a:cubicBezTo>
                        <a:cubicBezTo>
                          <a:pt x="14240" y="4477"/>
                          <a:pt x="15304" y="4389"/>
                          <a:pt x="16191" y="4034"/>
                        </a:cubicBezTo>
                        <a:cubicBezTo>
                          <a:pt x="20003" y="2793"/>
                          <a:pt x="20313" y="89"/>
                          <a:pt x="14550" y="0"/>
                        </a:cubicBezTo>
                        <a:cubicBezTo>
                          <a:pt x="10250" y="0"/>
                          <a:pt x="5241" y="1640"/>
                          <a:pt x="1783" y="323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00" name="Forme libre : forme 21899">
                    <a:extLst>
                      <a:ext uri="{FF2B5EF4-FFF2-40B4-BE49-F238E27FC236}">
                        <a16:creationId xmlns:a16="http://schemas.microsoft.com/office/drawing/2014/main" id="{F1DEF6FA-6064-4554-B190-4D7DB464DDC9}"/>
                      </a:ext>
                    </a:extLst>
                  </p:cNvPr>
                  <p:cNvSpPr/>
                  <p:nvPr/>
                </p:nvSpPr>
                <p:spPr>
                  <a:xfrm>
                    <a:off x="7137467" y="1208728"/>
                    <a:ext cx="28992" cy="2305"/>
                  </a:xfrm>
                  <a:custGeom>
                    <a:avLst/>
                    <a:gdLst>
                      <a:gd name="connsiteX0" fmla="*/ 28992 w 28992"/>
                      <a:gd name="connsiteY0" fmla="*/ 0 h 2305"/>
                      <a:gd name="connsiteX1" fmla="*/ 15161 w 28992"/>
                      <a:gd name="connsiteY1" fmla="*/ 2305 h 2305"/>
                      <a:gd name="connsiteX2" fmla="*/ 0 w 28992"/>
                      <a:gd name="connsiteY2" fmla="*/ 1862 h 2305"/>
                      <a:gd name="connsiteX3" fmla="*/ 28992 w 28992"/>
                      <a:gd name="connsiteY3" fmla="*/ 0 h 2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992" h="2305">
                        <a:moveTo>
                          <a:pt x="28992" y="0"/>
                        </a:moveTo>
                        <a:cubicBezTo>
                          <a:pt x="25756" y="1995"/>
                          <a:pt x="20570" y="2305"/>
                          <a:pt x="15161" y="2305"/>
                        </a:cubicBezTo>
                        <a:cubicBezTo>
                          <a:pt x="9753" y="2261"/>
                          <a:pt x="4167" y="1906"/>
                          <a:pt x="0" y="1862"/>
                        </a:cubicBezTo>
                        <a:cubicBezTo>
                          <a:pt x="9088" y="1951"/>
                          <a:pt x="20437" y="1064"/>
                          <a:pt x="2899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01" name="Forme libre : forme 21900">
                    <a:extLst>
                      <a:ext uri="{FF2B5EF4-FFF2-40B4-BE49-F238E27FC236}">
                        <a16:creationId xmlns:a16="http://schemas.microsoft.com/office/drawing/2014/main" id="{356458A8-A70A-48D2-B77A-1D1ABC6ACCBD}"/>
                      </a:ext>
                    </a:extLst>
                  </p:cNvPr>
                  <p:cNvSpPr/>
                  <p:nvPr/>
                </p:nvSpPr>
                <p:spPr>
                  <a:xfrm>
                    <a:off x="7079438" y="1172819"/>
                    <a:ext cx="32671" cy="14629"/>
                  </a:xfrm>
                  <a:custGeom>
                    <a:avLst/>
                    <a:gdLst>
                      <a:gd name="connsiteX0" fmla="*/ 32672 w 32671"/>
                      <a:gd name="connsiteY0" fmla="*/ 0 h 14629"/>
                      <a:gd name="connsiteX1" fmla="*/ 0 w 32671"/>
                      <a:gd name="connsiteY1" fmla="*/ 14629 h 14629"/>
                      <a:gd name="connsiteX2" fmla="*/ 14230 w 32671"/>
                      <a:gd name="connsiteY2" fmla="*/ 5142 h 14629"/>
                      <a:gd name="connsiteX3" fmla="*/ 32672 w 32671"/>
                      <a:gd name="connsiteY3" fmla="*/ 0 h 14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671" h="14629">
                        <a:moveTo>
                          <a:pt x="32672" y="0"/>
                        </a:moveTo>
                        <a:cubicBezTo>
                          <a:pt x="18885" y="355"/>
                          <a:pt x="6871" y="7315"/>
                          <a:pt x="0" y="14629"/>
                        </a:cubicBezTo>
                        <a:cubicBezTo>
                          <a:pt x="3103" y="11127"/>
                          <a:pt x="8245" y="7625"/>
                          <a:pt x="14230" y="5142"/>
                        </a:cubicBezTo>
                        <a:cubicBezTo>
                          <a:pt x="20171" y="2616"/>
                          <a:pt x="26865" y="887"/>
                          <a:pt x="326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02" name="Forme libre : forme 21901">
                    <a:extLst>
                      <a:ext uri="{FF2B5EF4-FFF2-40B4-BE49-F238E27FC236}">
                        <a16:creationId xmlns:a16="http://schemas.microsoft.com/office/drawing/2014/main" id="{9BD79548-6FC6-40DC-9A3A-7BE656A95C51}"/>
                      </a:ext>
                    </a:extLst>
                  </p:cNvPr>
                  <p:cNvSpPr/>
                  <p:nvPr/>
                </p:nvSpPr>
                <p:spPr>
                  <a:xfrm>
                    <a:off x="7128917" y="1187830"/>
                    <a:ext cx="15873" cy="7074"/>
                  </a:xfrm>
                  <a:custGeom>
                    <a:avLst/>
                    <a:gdLst>
                      <a:gd name="connsiteX0" fmla="*/ 15599 w 15873"/>
                      <a:gd name="connsiteY0" fmla="*/ 6801 h 7074"/>
                      <a:gd name="connsiteX1" fmla="*/ 6068 w 15873"/>
                      <a:gd name="connsiteY1" fmla="*/ 4673 h 7074"/>
                      <a:gd name="connsiteX2" fmla="*/ 260 w 15873"/>
                      <a:gd name="connsiteY2" fmla="*/ 506 h 7074"/>
                      <a:gd name="connsiteX3" fmla="*/ 9526 w 15873"/>
                      <a:gd name="connsiteY3" fmla="*/ 2102 h 7074"/>
                      <a:gd name="connsiteX4" fmla="*/ 15599 w 15873"/>
                      <a:gd name="connsiteY4" fmla="*/ 6801 h 7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73" h="7074">
                        <a:moveTo>
                          <a:pt x="15599" y="6801"/>
                        </a:moveTo>
                        <a:cubicBezTo>
                          <a:pt x="14047" y="7909"/>
                          <a:pt x="8018" y="5338"/>
                          <a:pt x="6068" y="4673"/>
                        </a:cubicBezTo>
                        <a:cubicBezTo>
                          <a:pt x="4206" y="3875"/>
                          <a:pt x="-1247" y="1924"/>
                          <a:pt x="260" y="506"/>
                        </a:cubicBezTo>
                        <a:cubicBezTo>
                          <a:pt x="1812" y="-1001"/>
                          <a:pt x="7752" y="1259"/>
                          <a:pt x="9526" y="2102"/>
                        </a:cubicBezTo>
                        <a:cubicBezTo>
                          <a:pt x="11387" y="2811"/>
                          <a:pt x="17195" y="5604"/>
                          <a:pt x="15599" y="680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03" name="Forme libre : forme 21902">
                    <a:extLst>
                      <a:ext uri="{FF2B5EF4-FFF2-40B4-BE49-F238E27FC236}">
                        <a16:creationId xmlns:a16="http://schemas.microsoft.com/office/drawing/2014/main" id="{9C0DDA7B-9C46-4DF4-8361-254066E42413}"/>
                      </a:ext>
                    </a:extLst>
                  </p:cNvPr>
                  <p:cNvSpPr/>
                  <p:nvPr/>
                </p:nvSpPr>
                <p:spPr>
                  <a:xfrm>
                    <a:off x="7142652" y="1193142"/>
                    <a:ext cx="4479" cy="2295"/>
                  </a:xfrm>
                  <a:custGeom>
                    <a:avLst/>
                    <a:gdLst>
                      <a:gd name="connsiteX0" fmla="*/ 4478 w 4479"/>
                      <a:gd name="connsiteY0" fmla="*/ 1932 h 2295"/>
                      <a:gd name="connsiteX1" fmla="*/ 2173 w 4479"/>
                      <a:gd name="connsiteY1" fmla="*/ 1932 h 2295"/>
                      <a:gd name="connsiteX2" fmla="*/ 1 w 4479"/>
                      <a:gd name="connsiteY2" fmla="*/ 380 h 2295"/>
                      <a:gd name="connsiteX3" fmla="*/ 2262 w 4479"/>
                      <a:gd name="connsiteY3" fmla="*/ 336 h 2295"/>
                      <a:gd name="connsiteX4" fmla="*/ 4478 w 4479"/>
                      <a:gd name="connsiteY4" fmla="*/ 1932 h 2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9" h="2295">
                        <a:moveTo>
                          <a:pt x="4478" y="1932"/>
                        </a:moveTo>
                        <a:cubicBezTo>
                          <a:pt x="4434" y="2597"/>
                          <a:pt x="2927" y="2198"/>
                          <a:pt x="2173" y="1932"/>
                        </a:cubicBezTo>
                        <a:cubicBezTo>
                          <a:pt x="1420" y="1666"/>
                          <a:pt x="-43" y="1045"/>
                          <a:pt x="1" y="380"/>
                        </a:cubicBezTo>
                        <a:cubicBezTo>
                          <a:pt x="45" y="-285"/>
                          <a:pt x="1464" y="70"/>
                          <a:pt x="2262" y="336"/>
                        </a:cubicBezTo>
                        <a:cubicBezTo>
                          <a:pt x="3016" y="602"/>
                          <a:pt x="4523" y="1267"/>
                          <a:pt x="4478" y="193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904" name="Forme libre : forme 21903">
                    <a:extLst>
                      <a:ext uri="{FF2B5EF4-FFF2-40B4-BE49-F238E27FC236}">
                        <a16:creationId xmlns:a16="http://schemas.microsoft.com/office/drawing/2014/main" id="{33BDCEAD-417A-478A-AC96-3BBA094209B1}"/>
                      </a:ext>
                    </a:extLst>
                  </p:cNvPr>
                  <p:cNvSpPr/>
                  <p:nvPr/>
                </p:nvSpPr>
                <p:spPr>
                  <a:xfrm>
                    <a:off x="7130642" y="1177728"/>
                    <a:ext cx="35972" cy="27871"/>
                  </a:xfrm>
                  <a:custGeom>
                    <a:avLst/>
                    <a:gdLst>
                      <a:gd name="connsiteX0" fmla="*/ 29832 w 35972"/>
                      <a:gd name="connsiteY0" fmla="*/ 15661 h 27871"/>
                      <a:gd name="connsiteX1" fmla="*/ 35950 w 35972"/>
                      <a:gd name="connsiteY1" fmla="*/ 26345 h 27871"/>
                      <a:gd name="connsiteX2" fmla="*/ 32182 w 35972"/>
                      <a:gd name="connsiteY2" fmla="*/ 27409 h 27871"/>
                      <a:gd name="connsiteX3" fmla="*/ 28502 w 35972"/>
                      <a:gd name="connsiteY3" fmla="*/ 23862 h 27871"/>
                      <a:gd name="connsiteX4" fmla="*/ 17243 w 35972"/>
                      <a:gd name="connsiteY4" fmla="*/ 12558 h 27871"/>
                      <a:gd name="connsiteX5" fmla="*/ 6559 w 35972"/>
                      <a:gd name="connsiteY5" fmla="*/ 6617 h 27871"/>
                      <a:gd name="connsiteX6" fmla="*/ 574 w 35972"/>
                      <a:gd name="connsiteY6" fmla="*/ 810 h 27871"/>
                      <a:gd name="connsiteX7" fmla="*/ 11790 w 35972"/>
                      <a:gd name="connsiteY7" fmla="*/ 1519 h 27871"/>
                      <a:gd name="connsiteX8" fmla="*/ 22562 w 35972"/>
                      <a:gd name="connsiteY8" fmla="*/ 7016 h 27871"/>
                      <a:gd name="connsiteX9" fmla="*/ 29832 w 35972"/>
                      <a:gd name="connsiteY9" fmla="*/ 15661 h 2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5972" h="27871">
                        <a:moveTo>
                          <a:pt x="29832" y="15661"/>
                        </a:moveTo>
                        <a:cubicBezTo>
                          <a:pt x="33024" y="19518"/>
                          <a:pt x="35152" y="22355"/>
                          <a:pt x="35950" y="26345"/>
                        </a:cubicBezTo>
                        <a:cubicBezTo>
                          <a:pt x="36216" y="27808"/>
                          <a:pt x="34088" y="28340"/>
                          <a:pt x="32182" y="27409"/>
                        </a:cubicBezTo>
                        <a:cubicBezTo>
                          <a:pt x="30276" y="26522"/>
                          <a:pt x="29478" y="25192"/>
                          <a:pt x="28502" y="23862"/>
                        </a:cubicBezTo>
                        <a:cubicBezTo>
                          <a:pt x="25577" y="19695"/>
                          <a:pt x="21853" y="16149"/>
                          <a:pt x="17243" y="12558"/>
                        </a:cubicBezTo>
                        <a:cubicBezTo>
                          <a:pt x="15824" y="11450"/>
                          <a:pt x="10903" y="8878"/>
                          <a:pt x="6559" y="6617"/>
                        </a:cubicBezTo>
                        <a:cubicBezTo>
                          <a:pt x="2259" y="4312"/>
                          <a:pt x="-1465" y="2229"/>
                          <a:pt x="574" y="810"/>
                        </a:cubicBezTo>
                        <a:cubicBezTo>
                          <a:pt x="2657" y="-608"/>
                          <a:pt x="7312" y="-32"/>
                          <a:pt x="11790" y="1519"/>
                        </a:cubicBezTo>
                        <a:cubicBezTo>
                          <a:pt x="16311" y="3027"/>
                          <a:pt x="20567" y="5509"/>
                          <a:pt x="22562" y="7016"/>
                        </a:cubicBezTo>
                        <a:cubicBezTo>
                          <a:pt x="26552" y="10164"/>
                          <a:pt x="27394" y="12779"/>
                          <a:pt x="29832" y="1566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37" name="Graphique 2">
                  <a:extLst>
                    <a:ext uri="{FF2B5EF4-FFF2-40B4-BE49-F238E27FC236}">
                      <a16:creationId xmlns:a16="http://schemas.microsoft.com/office/drawing/2014/main" id="{C5EFA12F-D5AD-41C3-9BF4-4AE205F4DA86}"/>
                    </a:ext>
                  </a:extLst>
                </p:cNvPr>
                <p:cNvGrpSpPr/>
                <p:nvPr/>
              </p:nvGrpSpPr>
              <p:grpSpPr>
                <a:xfrm>
                  <a:off x="7169286" y="1203344"/>
                  <a:ext cx="76795" cy="67413"/>
                  <a:chOff x="7169286" y="1203344"/>
                  <a:chExt cx="76795" cy="67413"/>
                </a:xfrm>
                <a:solidFill>
                  <a:schemeClr val="accent1"/>
                </a:solidFill>
              </p:grpSpPr>
              <p:sp>
                <p:nvSpPr>
                  <p:cNvPr id="21881" name="Forme libre : forme 21880">
                    <a:extLst>
                      <a:ext uri="{FF2B5EF4-FFF2-40B4-BE49-F238E27FC236}">
                        <a16:creationId xmlns:a16="http://schemas.microsoft.com/office/drawing/2014/main" id="{29F377F0-41FB-4151-A767-1EDEB21F424A}"/>
                      </a:ext>
                    </a:extLst>
                  </p:cNvPr>
                  <p:cNvSpPr/>
                  <p:nvPr/>
                </p:nvSpPr>
                <p:spPr>
                  <a:xfrm>
                    <a:off x="7169320" y="1203344"/>
                    <a:ext cx="76762" cy="67413"/>
                  </a:xfrm>
                  <a:custGeom>
                    <a:avLst/>
                    <a:gdLst>
                      <a:gd name="connsiteX0" fmla="*/ 41648 w 76762"/>
                      <a:gd name="connsiteY0" fmla="*/ 55921 h 67413"/>
                      <a:gd name="connsiteX1" fmla="*/ 17133 w 76762"/>
                      <a:gd name="connsiteY1" fmla="*/ 36371 h 67413"/>
                      <a:gd name="connsiteX2" fmla="*/ 198 w 76762"/>
                      <a:gd name="connsiteY2" fmla="*/ 8886 h 67413"/>
                      <a:gd name="connsiteX3" fmla="*/ 5695 w 76762"/>
                      <a:gd name="connsiteY3" fmla="*/ 507 h 67413"/>
                      <a:gd name="connsiteX4" fmla="*/ 38899 w 76762"/>
                      <a:gd name="connsiteY4" fmla="*/ 8797 h 67413"/>
                      <a:gd name="connsiteX5" fmla="*/ 63237 w 76762"/>
                      <a:gd name="connsiteY5" fmla="*/ 28258 h 67413"/>
                      <a:gd name="connsiteX6" fmla="*/ 74054 w 76762"/>
                      <a:gd name="connsiteY6" fmla="*/ 42533 h 67413"/>
                      <a:gd name="connsiteX7" fmla="*/ 75428 w 76762"/>
                      <a:gd name="connsiteY7" fmla="*/ 46035 h 67413"/>
                      <a:gd name="connsiteX8" fmla="*/ 75738 w 76762"/>
                      <a:gd name="connsiteY8" fmla="*/ 46922 h 67413"/>
                      <a:gd name="connsiteX9" fmla="*/ 75694 w 76762"/>
                      <a:gd name="connsiteY9" fmla="*/ 47542 h 67413"/>
                      <a:gd name="connsiteX10" fmla="*/ 75561 w 76762"/>
                      <a:gd name="connsiteY10" fmla="*/ 48784 h 67413"/>
                      <a:gd name="connsiteX11" fmla="*/ 76137 w 76762"/>
                      <a:gd name="connsiteY11" fmla="*/ 55389 h 67413"/>
                      <a:gd name="connsiteX12" fmla="*/ 76758 w 76762"/>
                      <a:gd name="connsiteY12" fmla="*/ 61994 h 67413"/>
                      <a:gd name="connsiteX13" fmla="*/ 74852 w 76762"/>
                      <a:gd name="connsiteY13" fmla="*/ 66605 h 67413"/>
                      <a:gd name="connsiteX14" fmla="*/ 67182 w 76762"/>
                      <a:gd name="connsiteY14" fmla="*/ 67136 h 67413"/>
                      <a:gd name="connsiteX15" fmla="*/ 62306 w 76762"/>
                      <a:gd name="connsiteY15" fmla="*/ 65807 h 67413"/>
                      <a:gd name="connsiteX16" fmla="*/ 59823 w 76762"/>
                      <a:gd name="connsiteY16" fmla="*/ 64920 h 67413"/>
                      <a:gd name="connsiteX17" fmla="*/ 57873 w 76762"/>
                      <a:gd name="connsiteY17" fmla="*/ 64388 h 67413"/>
                      <a:gd name="connsiteX18" fmla="*/ 41648 w 76762"/>
                      <a:gd name="connsiteY18" fmla="*/ 55921 h 67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76762" h="67413">
                        <a:moveTo>
                          <a:pt x="41648" y="55921"/>
                        </a:moveTo>
                        <a:cubicBezTo>
                          <a:pt x="35574" y="51355"/>
                          <a:pt x="22984" y="41203"/>
                          <a:pt x="17133" y="36371"/>
                        </a:cubicBezTo>
                        <a:cubicBezTo>
                          <a:pt x="6183" y="27194"/>
                          <a:pt x="2903" y="19303"/>
                          <a:pt x="198" y="8886"/>
                        </a:cubicBezTo>
                        <a:cubicBezTo>
                          <a:pt x="-777" y="5339"/>
                          <a:pt x="1972" y="1039"/>
                          <a:pt x="5695" y="507"/>
                        </a:cubicBezTo>
                        <a:cubicBezTo>
                          <a:pt x="16379" y="-1000"/>
                          <a:pt x="26664" y="596"/>
                          <a:pt x="38899" y="8797"/>
                        </a:cubicBezTo>
                        <a:cubicBezTo>
                          <a:pt x="45460" y="13141"/>
                          <a:pt x="57518" y="22939"/>
                          <a:pt x="63237" y="28258"/>
                        </a:cubicBezTo>
                        <a:cubicBezTo>
                          <a:pt x="68645" y="33179"/>
                          <a:pt x="71926" y="37878"/>
                          <a:pt x="74054" y="42533"/>
                        </a:cubicBezTo>
                        <a:cubicBezTo>
                          <a:pt x="74586" y="43685"/>
                          <a:pt x="75029" y="44882"/>
                          <a:pt x="75428" y="46035"/>
                        </a:cubicBezTo>
                        <a:lnTo>
                          <a:pt x="75738" y="46922"/>
                        </a:lnTo>
                        <a:cubicBezTo>
                          <a:pt x="75783" y="47188"/>
                          <a:pt x="75694" y="47321"/>
                          <a:pt x="75694" y="47542"/>
                        </a:cubicBezTo>
                        <a:cubicBezTo>
                          <a:pt x="75650" y="47941"/>
                          <a:pt x="75605" y="48340"/>
                          <a:pt x="75561" y="48784"/>
                        </a:cubicBezTo>
                        <a:cubicBezTo>
                          <a:pt x="75428" y="50557"/>
                          <a:pt x="75561" y="52729"/>
                          <a:pt x="76137" y="55389"/>
                        </a:cubicBezTo>
                        <a:cubicBezTo>
                          <a:pt x="76492" y="57206"/>
                          <a:pt x="76802" y="59733"/>
                          <a:pt x="76758" y="61994"/>
                        </a:cubicBezTo>
                        <a:cubicBezTo>
                          <a:pt x="76713" y="64255"/>
                          <a:pt x="76270" y="65984"/>
                          <a:pt x="74852" y="66605"/>
                        </a:cubicBezTo>
                        <a:cubicBezTo>
                          <a:pt x="72768" y="67402"/>
                          <a:pt x="70197" y="67668"/>
                          <a:pt x="67182" y="67136"/>
                        </a:cubicBezTo>
                        <a:cubicBezTo>
                          <a:pt x="65675" y="66871"/>
                          <a:pt x="64035" y="66427"/>
                          <a:pt x="62306" y="65807"/>
                        </a:cubicBezTo>
                        <a:cubicBezTo>
                          <a:pt x="61508" y="65585"/>
                          <a:pt x="60355" y="65009"/>
                          <a:pt x="59823" y="64920"/>
                        </a:cubicBezTo>
                        <a:cubicBezTo>
                          <a:pt x="59159" y="64743"/>
                          <a:pt x="58538" y="64565"/>
                          <a:pt x="57873" y="64388"/>
                        </a:cubicBezTo>
                        <a:cubicBezTo>
                          <a:pt x="52597" y="62836"/>
                          <a:pt x="47322" y="60132"/>
                          <a:pt x="41648" y="5592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82" name="Forme libre : forme 21881">
                    <a:extLst>
                      <a:ext uri="{FF2B5EF4-FFF2-40B4-BE49-F238E27FC236}">
                        <a16:creationId xmlns:a16="http://schemas.microsoft.com/office/drawing/2014/main" id="{D6A62858-5882-4874-A2FB-C0AE6D3B5EE0}"/>
                      </a:ext>
                    </a:extLst>
                  </p:cNvPr>
                  <p:cNvSpPr/>
                  <p:nvPr/>
                </p:nvSpPr>
                <p:spPr>
                  <a:xfrm>
                    <a:off x="7169286" y="1207752"/>
                    <a:ext cx="74885" cy="62816"/>
                  </a:xfrm>
                  <a:custGeom>
                    <a:avLst/>
                    <a:gdLst>
                      <a:gd name="connsiteX0" fmla="*/ 28604 w 74885"/>
                      <a:gd name="connsiteY0" fmla="*/ 24870 h 62816"/>
                      <a:gd name="connsiteX1" fmla="*/ 719 w 74885"/>
                      <a:gd name="connsiteY1" fmla="*/ 0 h 62816"/>
                      <a:gd name="connsiteX2" fmla="*/ 188 w 74885"/>
                      <a:gd name="connsiteY2" fmla="*/ 4433 h 62816"/>
                      <a:gd name="connsiteX3" fmla="*/ 1695 w 74885"/>
                      <a:gd name="connsiteY3" fmla="*/ 9576 h 62816"/>
                      <a:gd name="connsiteX4" fmla="*/ 8655 w 74885"/>
                      <a:gd name="connsiteY4" fmla="*/ 23185 h 62816"/>
                      <a:gd name="connsiteX5" fmla="*/ 17166 w 74885"/>
                      <a:gd name="connsiteY5" fmla="*/ 31874 h 62816"/>
                      <a:gd name="connsiteX6" fmla="*/ 21023 w 74885"/>
                      <a:gd name="connsiteY6" fmla="*/ 35066 h 62816"/>
                      <a:gd name="connsiteX7" fmla="*/ 39819 w 74885"/>
                      <a:gd name="connsiteY7" fmla="*/ 50005 h 62816"/>
                      <a:gd name="connsiteX8" fmla="*/ 41681 w 74885"/>
                      <a:gd name="connsiteY8" fmla="*/ 51424 h 62816"/>
                      <a:gd name="connsiteX9" fmla="*/ 53296 w 74885"/>
                      <a:gd name="connsiteY9" fmla="*/ 58207 h 62816"/>
                      <a:gd name="connsiteX10" fmla="*/ 57108 w 74885"/>
                      <a:gd name="connsiteY10" fmla="*/ 59581 h 62816"/>
                      <a:gd name="connsiteX11" fmla="*/ 59015 w 74885"/>
                      <a:gd name="connsiteY11" fmla="*/ 60113 h 62816"/>
                      <a:gd name="connsiteX12" fmla="*/ 61098 w 74885"/>
                      <a:gd name="connsiteY12" fmla="*/ 60733 h 62816"/>
                      <a:gd name="connsiteX13" fmla="*/ 70230 w 74885"/>
                      <a:gd name="connsiteY13" fmla="*/ 62817 h 62816"/>
                      <a:gd name="connsiteX14" fmla="*/ 74752 w 74885"/>
                      <a:gd name="connsiteY14" fmla="*/ 62019 h 62816"/>
                      <a:gd name="connsiteX15" fmla="*/ 74885 w 74885"/>
                      <a:gd name="connsiteY15" fmla="*/ 61930 h 62816"/>
                      <a:gd name="connsiteX16" fmla="*/ 62073 w 74885"/>
                      <a:gd name="connsiteY16" fmla="*/ 51601 h 62816"/>
                      <a:gd name="connsiteX17" fmla="*/ 51079 w 74885"/>
                      <a:gd name="connsiteY17" fmla="*/ 42159 h 62816"/>
                      <a:gd name="connsiteX18" fmla="*/ 28604 w 74885"/>
                      <a:gd name="connsiteY18" fmla="*/ 24870 h 62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74885" h="62816">
                        <a:moveTo>
                          <a:pt x="28604" y="24870"/>
                        </a:moveTo>
                        <a:cubicBezTo>
                          <a:pt x="17920" y="17555"/>
                          <a:pt x="6881" y="9531"/>
                          <a:pt x="719" y="0"/>
                        </a:cubicBezTo>
                        <a:cubicBezTo>
                          <a:pt x="54" y="1419"/>
                          <a:pt x="-212" y="2970"/>
                          <a:pt x="188" y="4433"/>
                        </a:cubicBezTo>
                        <a:cubicBezTo>
                          <a:pt x="675" y="6206"/>
                          <a:pt x="1163" y="7935"/>
                          <a:pt x="1695" y="9576"/>
                        </a:cubicBezTo>
                        <a:cubicBezTo>
                          <a:pt x="3290" y="14363"/>
                          <a:pt x="5285" y="18796"/>
                          <a:pt x="8655" y="23185"/>
                        </a:cubicBezTo>
                        <a:cubicBezTo>
                          <a:pt x="10827" y="26022"/>
                          <a:pt x="13575" y="28860"/>
                          <a:pt x="17166" y="31874"/>
                        </a:cubicBezTo>
                        <a:cubicBezTo>
                          <a:pt x="18274" y="32761"/>
                          <a:pt x="19560" y="33869"/>
                          <a:pt x="21023" y="35066"/>
                        </a:cubicBezTo>
                        <a:cubicBezTo>
                          <a:pt x="26830" y="39676"/>
                          <a:pt x="34721" y="45971"/>
                          <a:pt x="39819" y="50005"/>
                        </a:cubicBezTo>
                        <a:cubicBezTo>
                          <a:pt x="40484" y="50493"/>
                          <a:pt x="41149" y="50981"/>
                          <a:pt x="41681" y="51424"/>
                        </a:cubicBezTo>
                        <a:cubicBezTo>
                          <a:pt x="45715" y="54394"/>
                          <a:pt x="49528" y="56655"/>
                          <a:pt x="53296" y="58207"/>
                        </a:cubicBezTo>
                        <a:cubicBezTo>
                          <a:pt x="54581" y="58739"/>
                          <a:pt x="55867" y="59182"/>
                          <a:pt x="57108" y="59581"/>
                        </a:cubicBezTo>
                        <a:cubicBezTo>
                          <a:pt x="57729" y="59758"/>
                          <a:pt x="58350" y="59935"/>
                          <a:pt x="59015" y="60113"/>
                        </a:cubicBezTo>
                        <a:cubicBezTo>
                          <a:pt x="59680" y="60334"/>
                          <a:pt x="60123" y="60290"/>
                          <a:pt x="61098" y="60733"/>
                        </a:cubicBezTo>
                        <a:cubicBezTo>
                          <a:pt x="64600" y="62063"/>
                          <a:pt x="67615" y="62728"/>
                          <a:pt x="70230" y="62817"/>
                        </a:cubicBezTo>
                        <a:cubicBezTo>
                          <a:pt x="71915" y="62817"/>
                          <a:pt x="73422" y="62551"/>
                          <a:pt x="74752" y="62019"/>
                        </a:cubicBezTo>
                        <a:cubicBezTo>
                          <a:pt x="74796" y="62019"/>
                          <a:pt x="74841" y="61975"/>
                          <a:pt x="74885" y="61930"/>
                        </a:cubicBezTo>
                        <a:cubicBezTo>
                          <a:pt x="70408" y="58916"/>
                          <a:pt x="65398" y="54438"/>
                          <a:pt x="62073" y="51601"/>
                        </a:cubicBezTo>
                        <a:lnTo>
                          <a:pt x="51079" y="42159"/>
                        </a:lnTo>
                        <a:cubicBezTo>
                          <a:pt x="43720" y="36041"/>
                          <a:pt x="36273" y="30101"/>
                          <a:pt x="28604" y="2487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83" name="Forme libre : forme 21882">
                    <a:extLst>
                      <a:ext uri="{FF2B5EF4-FFF2-40B4-BE49-F238E27FC236}">
                        <a16:creationId xmlns:a16="http://schemas.microsoft.com/office/drawing/2014/main" id="{EB637892-E229-49DE-A340-3D319F712C9B}"/>
                      </a:ext>
                    </a:extLst>
                  </p:cNvPr>
                  <p:cNvSpPr/>
                  <p:nvPr/>
                </p:nvSpPr>
                <p:spPr>
                  <a:xfrm>
                    <a:off x="7196991" y="1225412"/>
                    <a:ext cx="35063" cy="30236"/>
                  </a:xfrm>
                  <a:custGeom>
                    <a:avLst/>
                    <a:gdLst>
                      <a:gd name="connsiteX0" fmla="*/ 34634 w 35063"/>
                      <a:gd name="connsiteY0" fmla="*/ 29464 h 30236"/>
                      <a:gd name="connsiteX1" fmla="*/ 13267 w 35063"/>
                      <a:gd name="connsiteY1" fmla="*/ 19091 h 30236"/>
                      <a:gd name="connsiteX2" fmla="*/ 455 w 35063"/>
                      <a:gd name="connsiteY2" fmla="*/ 1092 h 30236"/>
                      <a:gd name="connsiteX3" fmla="*/ 20448 w 35063"/>
                      <a:gd name="connsiteY3" fmla="*/ 10047 h 30236"/>
                      <a:gd name="connsiteX4" fmla="*/ 34634 w 35063"/>
                      <a:gd name="connsiteY4" fmla="*/ 29464 h 30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063" h="30236">
                        <a:moveTo>
                          <a:pt x="34634" y="29464"/>
                        </a:moveTo>
                        <a:cubicBezTo>
                          <a:pt x="31709" y="33144"/>
                          <a:pt x="17789" y="22681"/>
                          <a:pt x="13267" y="19091"/>
                        </a:cubicBezTo>
                        <a:cubicBezTo>
                          <a:pt x="8790" y="15367"/>
                          <a:pt x="-2382" y="5259"/>
                          <a:pt x="455" y="1092"/>
                        </a:cubicBezTo>
                        <a:cubicBezTo>
                          <a:pt x="3425" y="-3208"/>
                          <a:pt x="16370" y="6323"/>
                          <a:pt x="20448" y="10047"/>
                        </a:cubicBezTo>
                        <a:cubicBezTo>
                          <a:pt x="24704" y="13727"/>
                          <a:pt x="37560" y="25785"/>
                          <a:pt x="34634" y="2946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84" name="Forme libre : forme 21883">
                    <a:extLst>
                      <a:ext uri="{FF2B5EF4-FFF2-40B4-BE49-F238E27FC236}">
                        <a16:creationId xmlns:a16="http://schemas.microsoft.com/office/drawing/2014/main" id="{EBA51E40-BB1B-4880-8B49-07039B0D136B}"/>
                      </a:ext>
                    </a:extLst>
                  </p:cNvPr>
                  <p:cNvSpPr/>
                  <p:nvPr/>
                </p:nvSpPr>
                <p:spPr>
                  <a:xfrm>
                    <a:off x="7197068" y="1225230"/>
                    <a:ext cx="21081" cy="24902"/>
                  </a:xfrm>
                  <a:custGeom>
                    <a:avLst/>
                    <a:gdLst>
                      <a:gd name="connsiteX0" fmla="*/ 10620 w 21081"/>
                      <a:gd name="connsiteY0" fmla="*/ 3313 h 24902"/>
                      <a:gd name="connsiteX1" fmla="*/ 202 w 21081"/>
                      <a:gd name="connsiteY1" fmla="*/ 1185 h 24902"/>
                      <a:gd name="connsiteX2" fmla="*/ 13368 w 21081"/>
                      <a:gd name="connsiteY2" fmla="*/ 19494 h 24902"/>
                      <a:gd name="connsiteX3" fmla="*/ 21082 w 21081"/>
                      <a:gd name="connsiteY3" fmla="*/ 24903 h 24902"/>
                      <a:gd name="connsiteX4" fmla="*/ 17446 w 21081"/>
                      <a:gd name="connsiteY4" fmla="*/ 21445 h 24902"/>
                      <a:gd name="connsiteX5" fmla="*/ 10620 w 21081"/>
                      <a:gd name="connsiteY5" fmla="*/ 3313 h 24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081" h="24902">
                        <a:moveTo>
                          <a:pt x="10620" y="3313"/>
                        </a:moveTo>
                        <a:cubicBezTo>
                          <a:pt x="7871" y="2249"/>
                          <a:pt x="1266" y="-2051"/>
                          <a:pt x="202" y="1185"/>
                        </a:cubicBezTo>
                        <a:cubicBezTo>
                          <a:pt x="-1483" y="6283"/>
                          <a:pt x="7782" y="14751"/>
                          <a:pt x="13368" y="19494"/>
                        </a:cubicBezTo>
                        <a:cubicBezTo>
                          <a:pt x="15008" y="20868"/>
                          <a:pt x="18954" y="23661"/>
                          <a:pt x="21082" y="24903"/>
                        </a:cubicBezTo>
                        <a:cubicBezTo>
                          <a:pt x="20062" y="23972"/>
                          <a:pt x="18244" y="22464"/>
                          <a:pt x="17446" y="21445"/>
                        </a:cubicBezTo>
                        <a:cubicBezTo>
                          <a:pt x="12792" y="15416"/>
                          <a:pt x="7516" y="8012"/>
                          <a:pt x="10620" y="331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85" name="Forme libre : forme 21884">
                    <a:extLst>
                      <a:ext uri="{FF2B5EF4-FFF2-40B4-BE49-F238E27FC236}">
                        <a16:creationId xmlns:a16="http://schemas.microsoft.com/office/drawing/2014/main" id="{FD620C30-248E-4CB4-AF76-CD53A2C520D6}"/>
                      </a:ext>
                    </a:extLst>
                  </p:cNvPr>
                  <p:cNvSpPr/>
                  <p:nvPr/>
                </p:nvSpPr>
                <p:spPr>
                  <a:xfrm>
                    <a:off x="7198075" y="1227826"/>
                    <a:ext cx="35332" cy="30028"/>
                  </a:xfrm>
                  <a:custGeom>
                    <a:avLst/>
                    <a:gdLst>
                      <a:gd name="connsiteX0" fmla="*/ 34614 w 35332"/>
                      <a:gd name="connsiteY0" fmla="*/ 29532 h 30028"/>
                      <a:gd name="connsiteX1" fmla="*/ 12892 w 35332"/>
                      <a:gd name="connsiteY1" fmla="*/ 19114 h 30028"/>
                      <a:gd name="connsiteX2" fmla="*/ 435 w 35332"/>
                      <a:gd name="connsiteY2" fmla="*/ 1160 h 30028"/>
                      <a:gd name="connsiteX3" fmla="*/ 20296 w 35332"/>
                      <a:gd name="connsiteY3" fmla="*/ 10160 h 30028"/>
                      <a:gd name="connsiteX4" fmla="*/ 34614 w 35332"/>
                      <a:gd name="connsiteY4" fmla="*/ 29532 h 30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32" h="30028">
                        <a:moveTo>
                          <a:pt x="34614" y="29532"/>
                        </a:moveTo>
                        <a:cubicBezTo>
                          <a:pt x="30492" y="32281"/>
                          <a:pt x="17813" y="22882"/>
                          <a:pt x="12892" y="19114"/>
                        </a:cubicBezTo>
                        <a:cubicBezTo>
                          <a:pt x="7972" y="15213"/>
                          <a:pt x="-2225" y="5638"/>
                          <a:pt x="435" y="1160"/>
                        </a:cubicBezTo>
                        <a:cubicBezTo>
                          <a:pt x="3184" y="-3406"/>
                          <a:pt x="16439" y="6746"/>
                          <a:pt x="20296" y="10160"/>
                        </a:cubicBezTo>
                        <a:cubicBezTo>
                          <a:pt x="24241" y="13440"/>
                          <a:pt x="38693" y="26784"/>
                          <a:pt x="34614" y="2953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86" name="Forme libre : forme 21885">
                    <a:extLst>
                      <a:ext uri="{FF2B5EF4-FFF2-40B4-BE49-F238E27FC236}">
                        <a16:creationId xmlns:a16="http://schemas.microsoft.com/office/drawing/2014/main" id="{C5F84E2B-069E-4973-9A93-8ACE02F6EEC8}"/>
                      </a:ext>
                    </a:extLst>
                  </p:cNvPr>
                  <p:cNvSpPr/>
                  <p:nvPr/>
                </p:nvSpPr>
                <p:spPr>
                  <a:xfrm>
                    <a:off x="7180146" y="1210816"/>
                    <a:ext cx="39948" cy="43724"/>
                  </a:xfrm>
                  <a:custGeom>
                    <a:avLst/>
                    <a:gdLst>
                      <a:gd name="connsiteX0" fmla="*/ 277 w 39948"/>
                      <a:gd name="connsiteY0" fmla="*/ 4118 h 43724"/>
                      <a:gd name="connsiteX1" fmla="*/ 1696 w 39948"/>
                      <a:gd name="connsiteY1" fmla="*/ 11920 h 43724"/>
                      <a:gd name="connsiteX2" fmla="*/ 13089 w 39948"/>
                      <a:gd name="connsiteY2" fmla="*/ 29697 h 43724"/>
                      <a:gd name="connsiteX3" fmla="*/ 30024 w 39948"/>
                      <a:gd name="connsiteY3" fmla="*/ 41977 h 43724"/>
                      <a:gd name="connsiteX4" fmla="*/ 39865 w 39948"/>
                      <a:gd name="connsiteY4" fmla="*/ 41888 h 43724"/>
                      <a:gd name="connsiteX5" fmla="*/ 36363 w 39948"/>
                      <a:gd name="connsiteY5" fmla="*/ 35416 h 43724"/>
                      <a:gd name="connsiteX6" fmla="*/ 25901 w 39948"/>
                      <a:gd name="connsiteY6" fmla="*/ 18437 h 43724"/>
                      <a:gd name="connsiteX7" fmla="*/ 14109 w 39948"/>
                      <a:gd name="connsiteY7" fmla="*/ 2079 h 43724"/>
                      <a:gd name="connsiteX8" fmla="*/ 277 w 39948"/>
                      <a:gd name="connsiteY8" fmla="*/ 4118 h 43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948" h="43724">
                        <a:moveTo>
                          <a:pt x="277" y="4118"/>
                        </a:moveTo>
                        <a:cubicBezTo>
                          <a:pt x="-343" y="7221"/>
                          <a:pt x="56" y="8551"/>
                          <a:pt x="1696" y="11920"/>
                        </a:cubicBezTo>
                        <a:cubicBezTo>
                          <a:pt x="4799" y="18348"/>
                          <a:pt x="7193" y="23624"/>
                          <a:pt x="13089" y="29697"/>
                        </a:cubicBezTo>
                        <a:cubicBezTo>
                          <a:pt x="17965" y="34795"/>
                          <a:pt x="24393" y="39450"/>
                          <a:pt x="30024" y="41977"/>
                        </a:cubicBezTo>
                        <a:cubicBezTo>
                          <a:pt x="34235" y="43838"/>
                          <a:pt x="38934" y="44770"/>
                          <a:pt x="39865" y="41888"/>
                        </a:cubicBezTo>
                        <a:cubicBezTo>
                          <a:pt x="40441" y="40115"/>
                          <a:pt x="37914" y="37765"/>
                          <a:pt x="36363" y="35416"/>
                        </a:cubicBezTo>
                        <a:cubicBezTo>
                          <a:pt x="32639" y="29874"/>
                          <a:pt x="28827" y="24821"/>
                          <a:pt x="25901" y="18437"/>
                        </a:cubicBezTo>
                        <a:cubicBezTo>
                          <a:pt x="23418" y="13029"/>
                          <a:pt x="21290" y="6157"/>
                          <a:pt x="14109" y="2079"/>
                        </a:cubicBezTo>
                        <a:cubicBezTo>
                          <a:pt x="7636" y="-1556"/>
                          <a:pt x="1075" y="-138"/>
                          <a:pt x="277" y="411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87" name="Forme libre : forme 21886">
                    <a:extLst>
                      <a:ext uri="{FF2B5EF4-FFF2-40B4-BE49-F238E27FC236}">
                        <a16:creationId xmlns:a16="http://schemas.microsoft.com/office/drawing/2014/main" id="{EB2AD975-24FD-41DF-88C8-AE0FEE2BFF26}"/>
                      </a:ext>
                    </a:extLst>
                  </p:cNvPr>
                  <p:cNvSpPr/>
                  <p:nvPr/>
                </p:nvSpPr>
                <p:spPr>
                  <a:xfrm>
                    <a:off x="7192045" y="1216645"/>
                    <a:ext cx="16869" cy="9373"/>
                  </a:xfrm>
                  <a:custGeom>
                    <a:avLst/>
                    <a:gdLst>
                      <a:gd name="connsiteX0" fmla="*/ 2343 w 16869"/>
                      <a:gd name="connsiteY0" fmla="*/ 195 h 9373"/>
                      <a:gd name="connsiteX1" fmla="*/ 259 w 16869"/>
                      <a:gd name="connsiteY1" fmla="*/ 150 h 9373"/>
                      <a:gd name="connsiteX2" fmla="*/ 703 w 16869"/>
                      <a:gd name="connsiteY2" fmla="*/ 1835 h 9373"/>
                      <a:gd name="connsiteX3" fmla="*/ 3363 w 16869"/>
                      <a:gd name="connsiteY3" fmla="*/ 3830 h 9373"/>
                      <a:gd name="connsiteX4" fmla="*/ 10500 w 16869"/>
                      <a:gd name="connsiteY4" fmla="*/ 7953 h 9373"/>
                      <a:gd name="connsiteX5" fmla="*/ 13248 w 16869"/>
                      <a:gd name="connsiteY5" fmla="*/ 9150 h 9373"/>
                      <a:gd name="connsiteX6" fmla="*/ 14224 w 16869"/>
                      <a:gd name="connsiteY6" fmla="*/ 4938 h 9373"/>
                      <a:gd name="connsiteX7" fmla="*/ 2343 w 16869"/>
                      <a:gd name="connsiteY7" fmla="*/ 195 h 9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869" h="9373">
                        <a:moveTo>
                          <a:pt x="2343" y="195"/>
                        </a:moveTo>
                        <a:cubicBezTo>
                          <a:pt x="1457" y="17"/>
                          <a:pt x="791" y="-116"/>
                          <a:pt x="259" y="150"/>
                        </a:cubicBezTo>
                        <a:cubicBezTo>
                          <a:pt x="-272" y="461"/>
                          <a:pt x="82" y="1170"/>
                          <a:pt x="703" y="1835"/>
                        </a:cubicBezTo>
                        <a:cubicBezTo>
                          <a:pt x="1368" y="2500"/>
                          <a:pt x="2476" y="3298"/>
                          <a:pt x="3363" y="3830"/>
                        </a:cubicBezTo>
                        <a:cubicBezTo>
                          <a:pt x="5668" y="5248"/>
                          <a:pt x="8151" y="6756"/>
                          <a:pt x="10500" y="7953"/>
                        </a:cubicBezTo>
                        <a:cubicBezTo>
                          <a:pt x="11475" y="8440"/>
                          <a:pt x="12362" y="8928"/>
                          <a:pt x="13248" y="9150"/>
                        </a:cubicBezTo>
                        <a:cubicBezTo>
                          <a:pt x="17017" y="10081"/>
                          <a:pt x="18613" y="7997"/>
                          <a:pt x="14224" y="4938"/>
                        </a:cubicBezTo>
                        <a:cubicBezTo>
                          <a:pt x="10855" y="2633"/>
                          <a:pt x="6022" y="993"/>
                          <a:pt x="2343" y="19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88" name="Forme libre : forme 21887">
                    <a:extLst>
                      <a:ext uri="{FF2B5EF4-FFF2-40B4-BE49-F238E27FC236}">
                        <a16:creationId xmlns:a16="http://schemas.microsoft.com/office/drawing/2014/main" id="{1B0EA4FF-85FE-4579-AEAD-AEA7B742E10E}"/>
                      </a:ext>
                    </a:extLst>
                  </p:cNvPr>
                  <p:cNvSpPr/>
                  <p:nvPr/>
                </p:nvSpPr>
                <p:spPr>
                  <a:xfrm>
                    <a:off x="7212297" y="1259309"/>
                    <a:ext cx="30810" cy="9460"/>
                  </a:xfrm>
                  <a:custGeom>
                    <a:avLst/>
                    <a:gdLst>
                      <a:gd name="connsiteX0" fmla="*/ 30810 w 30810"/>
                      <a:gd name="connsiteY0" fmla="*/ 8334 h 9460"/>
                      <a:gd name="connsiteX1" fmla="*/ 24471 w 30810"/>
                      <a:gd name="connsiteY1" fmla="*/ 9177 h 9460"/>
                      <a:gd name="connsiteX2" fmla="*/ 19639 w 30810"/>
                      <a:gd name="connsiteY2" fmla="*/ 7714 h 9460"/>
                      <a:gd name="connsiteX3" fmla="*/ 17378 w 30810"/>
                      <a:gd name="connsiteY3" fmla="*/ 6960 h 9460"/>
                      <a:gd name="connsiteX4" fmla="*/ 15339 w 30810"/>
                      <a:gd name="connsiteY4" fmla="*/ 6339 h 9460"/>
                      <a:gd name="connsiteX5" fmla="*/ 0 w 30810"/>
                      <a:gd name="connsiteY5" fmla="*/ 0 h 9460"/>
                      <a:gd name="connsiteX6" fmla="*/ 15073 w 30810"/>
                      <a:gd name="connsiteY6" fmla="*/ 5231 h 9460"/>
                      <a:gd name="connsiteX7" fmla="*/ 18974 w 30810"/>
                      <a:gd name="connsiteY7" fmla="*/ 6118 h 9460"/>
                      <a:gd name="connsiteX8" fmla="*/ 23540 w 30810"/>
                      <a:gd name="connsiteY8" fmla="*/ 7448 h 9460"/>
                      <a:gd name="connsiteX9" fmla="*/ 30810 w 30810"/>
                      <a:gd name="connsiteY9" fmla="*/ 8334 h 9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0810" h="9460">
                        <a:moveTo>
                          <a:pt x="30810" y="8334"/>
                        </a:moveTo>
                        <a:cubicBezTo>
                          <a:pt x="29480" y="9443"/>
                          <a:pt x="27397" y="9753"/>
                          <a:pt x="24471" y="9177"/>
                        </a:cubicBezTo>
                        <a:cubicBezTo>
                          <a:pt x="23052" y="8910"/>
                          <a:pt x="21412" y="8423"/>
                          <a:pt x="19639" y="7714"/>
                        </a:cubicBezTo>
                        <a:cubicBezTo>
                          <a:pt x="18663" y="7270"/>
                          <a:pt x="18043" y="7182"/>
                          <a:pt x="17378" y="6960"/>
                        </a:cubicBezTo>
                        <a:lnTo>
                          <a:pt x="15339" y="6339"/>
                        </a:lnTo>
                        <a:cubicBezTo>
                          <a:pt x="9842" y="4566"/>
                          <a:pt x="4256" y="1995"/>
                          <a:pt x="0" y="0"/>
                        </a:cubicBezTo>
                        <a:cubicBezTo>
                          <a:pt x="4610" y="2128"/>
                          <a:pt x="9886" y="3901"/>
                          <a:pt x="15073" y="5231"/>
                        </a:cubicBezTo>
                        <a:cubicBezTo>
                          <a:pt x="16358" y="5541"/>
                          <a:pt x="17644" y="5807"/>
                          <a:pt x="18974" y="6118"/>
                        </a:cubicBezTo>
                        <a:cubicBezTo>
                          <a:pt x="20304" y="6428"/>
                          <a:pt x="22165" y="7137"/>
                          <a:pt x="23540" y="7448"/>
                        </a:cubicBezTo>
                        <a:cubicBezTo>
                          <a:pt x="26421" y="8245"/>
                          <a:pt x="28904" y="8467"/>
                          <a:pt x="30810" y="83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89" name="Forme libre : forme 21888">
                    <a:extLst>
                      <a:ext uri="{FF2B5EF4-FFF2-40B4-BE49-F238E27FC236}">
                        <a16:creationId xmlns:a16="http://schemas.microsoft.com/office/drawing/2014/main" id="{B66E83F7-9397-423B-B220-B7AF5E00FA02}"/>
                      </a:ext>
                    </a:extLst>
                  </p:cNvPr>
                  <p:cNvSpPr/>
                  <p:nvPr/>
                </p:nvSpPr>
                <p:spPr>
                  <a:xfrm>
                    <a:off x="7175059" y="1204779"/>
                    <a:ext cx="33336" cy="8913"/>
                  </a:xfrm>
                  <a:custGeom>
                    <a:avLst/>
                    <a:gdLst>
                      <a:gd name="connsiteX0" fmla="*/ 33337 w 33336"/>
                      <a:gd name="connsiteY0" fmla="*/ 8914 h 8913"/>
                      <a:gd name="connsiteX1" fmla="*/ 0 w 33336"/>
                      <a:gd name="connsiteY1" fmla="*/ 136 h 8913"/>
                      <a:gd name="connsiteX2" fmla="*/ 33337 w 33336"/>
                      <a:gd name="connsiteY2" fmla="*/ 8914 h 8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336" h="8913">
                        <a:moveTo>
                          <a:pt x="33337" y="8914"/>
                        </a:moveTo>
                        <a:cubicBezTo>
                          <a:pt x="22565" y="1732"/>
                          <a:pt x="9974" y="-396"/>
                          <a:pt x="0" y="136"/>
                        </a:cubicBezTo>
                        <a:cubicBezTo>
                          <a:pt x="9310" y="-883"/>
                          <a:pt x="23363" y="3993"/>
                          <a:pt x="33337" y="89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90" name="Forme libre : forme 21889">
                    <a:extLst>
                      <a:ext uri="{FF2B5EF4-FFF2-40B4-BE49-F238E27FC236}">
                        <a16:creationId xmlns:a16="http://schemas.microsoft.com/office/drawing/2014/main" id="{4EE70F24-B0AF-418E-8494-D7AF0CC1D538}"/>
                      </a:ext>
                    </a:extLst>
                  </p:cNvPr>
                  <p:cNvSpPr/>
                  <p:nvPr/>
                </p:nvSpPr>
                <p:spPr>
                  <a:xfrm>
                    <a:off x="7213066" y="1235187"/>
                    <a:ext cx="12196" cy="12060"/>
                  </a:xfrm>
                  <a:custGeom>
                    <a:avLst/>
                    <a:gdLst>
                      <a:gd name="connsiteX0" fmla="*/ 11733 w 12196"/>
                      <a:gd name="connsiteY0" fmla="*/ 12020 h 12060"/>
                      <a:gd name="connsiteX1" fmla="*/ 3842 w 12196"/>
                      <a:gd name="connsiteY1" fmla="*/ 6345 h 12060"/>
                      <a:gd name="connsiteX2" fmla="*/ 561 w 12196"/>
                      <a:gd name="connsiteY2" fmla="*/ 50 h 12060"/>
                      <a:gd name="connsiteX3" fmla="*/ 8009 w 12196"/>
                      <a:gd name="connsiteY3" fmla="*/ 5414 h 12060"/>
                      <a:gd name="connsiteX4" fmla="*/ 11733 w 12196"/>
                      <a:gd name="connsiteY4" fmla="*/ 12020 h 12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6" h="12060">
                        <a:moveTo>
                          <a:pt x="11733" y="12020"/>
                        </a:moveTo>
                        <a:cubicBezTo>
                          <a:pt x="9871" y="12552"/>
                          <a:pt x="5260" y="7764"/>
                          <a:pt x="3842" y="6345"/>
                        </a:cubicBezTo>
                        <a:cubicBezTo>
                          <a:pt x="2423" y="4883"/>
                          <a:pt x="-1434" y="627"/>
                          <a:pt x="561" y="50"/>
                        </a:cubicBezTo>
                        <a:cubicBezTo>
                          <a:pt x="2600" y="-526"/>
                          <a:pt x="6723" y="3996"/>
                          <a:pt x="8009" y="5414"/>
                        </a:cubicBezTo>
                        <a:cubicBezTo>
                          <a:pt x="9339" y="6789"/>
                          <a:pt x="13594" y="11443"/>
                          <a:pt x="11733" y="1202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91" name="Forme libre : forme 21890">
                    <a:extLst>
                      <a:ext uri="{FF2B5EF4-FFF2-40B4-BE49-F238E27FC236}">
                        <a16:creationId xmlns:a16="http://schemas.microsoft.com/office/drawing/2014/main" id="{F2B853B3-BD9E-48C2-A98B-1F4DF8945254}"/>
                      </a:ext>
                    </a:extLst>
                  </p:cNvPr>
                  <p:cNvSpPr/>
                  <p:nvPr/>
                </p:nvSpPr>
                <p:spPr>
                  <a:xfrm>
                    <a:off x="7223417" y="1245284"/>
                    <a:ext cx="3650" cy="3396"/>
                  </a:xfrm>
                  <a:custGeom>
                    <a:avLst/>
                    <a:gdLst>
                      <a:gd name="connsiteX0" fmla="*/ 3599 w 3650"/>
                      <a:gd name="connsiteY0" fmla="*/ 3209 h 3396"/>
                      <a:gd name="connsiteX1" fmla="*/ 1471 w 3650"/>
                      <a:gd name="connsiteY1" fmla="*/ 2411 h 3396"/>
                      <a:gd name="connsiteX2" fmla="*/ 52 w 3650"/>
                      <a:gd name="connsiteY2" fmla="*/ 194 h 3396"/>
                      <a:gd name="connsiteX3" fmla="*/ 2136 w 3650"/>
                      <a:gd name="connsiteY3" fmla="*/ 948 h 3396"/>
                      <a:gd name="connsiteX4" fmla="*/ 3599 w 3650"/>
                      <a:gd name="connsiteY4" fmla="*/ 3209 h 3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0" h="3396">
                        <a:moveTo>
                          <a:pt x="3599" y="3209"/>
                        </a:moveTo>
                        <a:cubicBezTo>
                          <a:pt x="3288" y="3785"/>
                          <a:pt x="2047" y="2898"/>
                          <a:pt x="1471" y="2411"/>
                        </a:cubicBezTo>
                        <a:cubicBezTo>
                          <a:pt x="894" y="1923"/>
                          <a:pt x="-258" y="771"/>
                          <a:pt x="52" y="194"/>
                        </a:cubicBezTo>
                        <a:cubicBezTo>
                          <a:pt x="362" y="-382"/>
                          <a:pt x="1559" y="460"/>
                          <a:pt x="2136" y="948"/>
                        </a:cubicBezTo>
                        <a:cubicBezTo>
                          <a:pt x="2756" y="1480"/>
                          <a:pt x="3909" y="2632"/>
                          <a:pt x="3599" y="32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92" name="Forme libre : forme 21891">
                    <a:extLst>
                      <a:ext uri="{FF2B5EF4-FFF2-40B4-BE49-F238E27FC236}">
                        <a16:creationId xmlns:a16="http://schemas.microsoft.com/office/drawing/2014/main" id="{3DC3E426-08A5-4694-A4B0-C7998C11E7C3}"/>
                      </a:ext>
                    </a:extLst>
                  </p:cNvPr>
                  <p:cNvSpPr/>
                  <p:nvPr/>
                </p:nvSpPr>
                <p:spPr>
                  <a:xfrm>
                    <a:off x="7218970" y="1227440"/>
                    <a:ext cx="23772" cy="36236"/>
                  </a:xfrm>
                  <a:custGeom>
                    <a:avLst/>
                    <a:gdLst>
                      <a:gd name="connsiteX0" fmla="*/ 20990 w 23772"/>
                      <a:gd name="connsiteY0" fmla="*/ 23402 h 36236"/>
                      <a:gd name="connsiteX1" fmla="*/ 22231 w 23772"/>
                      <a:gd name="connsiteY1" fmla="*/ 26505 h 36236"/>
                      <a:gd name="connsiteX2" fmla="*/ 22807 w 23772"/>
                      <a:gd name="connsiteY2" fmla="*/ 28944 h 36236"/>
                      <a:gd name="connsiteX3" fmla="*/ 23738 w 23772"/>
                      <a:gd name="connsiteY3" fmla="*/ 34618 h 36236"/>
                      <a:gd name="connsiteX4" fmla="*/ 20413 w 23772"/>
                      <a:gd name="connsiteY4" fmla="*/ 35371 h 36236"/>
                      <a:gd name="connsiteX5" fmla="*/ 17488 w 23772"/>
                      <a:gd name="connsiteY5" fmla="*/ 30850 h 36236"/>
                      <a:gd name="connsiteX6" fmla="*/ 10483 w 23772"/>
                      <a:gd name="connsiteY6" fmla="*/ 16841 h 36236"/>
                      <a:gd name="connsiteX7" fmla="*/ 1041 w 23772"/>
                      <a:gd name="connsiteY7" fmla="*/ 40 h 36236"/>
                      <a:gd name="connsiteX8" fmla="*/ 17222 w 23772"/>
                      <a:gd name="connsiteY8" fmla="*/ 13383 h 36236"/>
                      <a:gd name="connsiteX9" fmla="*/ 20990 w 23772"/>
                      <a:gd name="connsiteY9" fmla="*/ 23402 h 36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772" h="36236">
                        <a:moveTo>
                          <a:pt x="20990" y="23402"/>
                        </a:moveTo>
                        <a:cubicBezTo>
                          <a:pt x="21433" y="24510"/>
                          <a:pt x="21832" y="25530"/>
                          <a:pt x="22231" y="26505"/>
                        </a:cubicBezTo>
                        <a:cubicBezTo>
                          <a:pt x="22630" y="27525"/>
                          <a:pt x="22585" y="28101"/>
                          <a:pt x="22807" y="28944"/>
                        </a:cubicBezTo>
                        <a:cubicBezTo>
                          <a:pt x="23118" y="30584"/>
                          <a:pt x="23428" y="32357"/>
                          <a:pt x="23738" y="34618"/>
                        </a:cubicBezTo>
                        <a:cubicBezTo>
                          <a:pt x="24048" y="36347"/>
                          <a:pt x="22231" y="36834"/>
                          <a:pt x="20413" y="35371"/>
                        </a:cubicBezTo>
                        <a:cubicBezTo>
                          <a:pt x="18596" y="33953"/>
                          <a:pt x="18019" y="32357"/>
                          <a:pt x="17488" y="30850"/>
                        </a:cubicBezTo>
                        <a:cubicBezTo>
                          <a:pt x="15759" y="26106"/>
                          <a:pt x="13365" y="21673"/>
                          <a:pt x="10483" y="16841"/>
                        </a:cubicBezTo>
                        <a:cubicBezTo>
                          <a:pt x="8754" y="13827"/>
                          <a:pt x="-3614" y="749"/>
                          <a:pt x="1041" y="40"/>
                        </a:cubicBezTo>
                        <a:cubicBezTo>
                          <a:pt x="5828" y="-714"/>
                          <a:pt x="14872" y="9438"/>
                          <a:pt x="17222" y="13383"/>
                        </a:cubicBezTo>
                        <a:cubicBezTo>
                          <a:pt x="19660" y="17417"/>
                          <a:pt x="19615" y="20077"/>
                          <a:pt x="20990" y="2340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38" name="Graphique 2">
                  <a:extLst>
                    <a:ext uri="{FF2B5EF4-FFF2-40B4-BE49-F238E27FC236}">
                      <a16:creationId xmlns:a16="http://schemas.microsoft.com/office/drawing/2014/main" id="{848A1656-EB7D-4720-8022-37112AD2C78A}"/>
                    </a:ext>
                  </a:extLst>
                </p:cNvPr>
                <p:cNvGrpSpPr/>
                <p:nvPr/>
              </p:nvGrpSpPr>
              <p:grpSpPr>
                <a:xfrm>
                  <a:off x="7245864" y="1194152"/>
                  <a:ext cx="58212" cy="85809"/>
                  <a:chOff x="7245864" y="1194152"/>
                  <a:chExt cx="58212" cy="85809"/>
                </a:xfrm>
                <a:solidFill>
                  <a:schemeClr val="accent1"/>
                </a:solidFill>
              </p:grpSpPr>
              <p:sp>
                <p:nvSpPr>
                  <p:cNvPr id="21869" name="Forme libre : forme 21868">
                    <a:extLst>
                      <a:ext uri="{FF2B5EF4-FFF2-40B4-BE49-F238E27FC236}">
                        <a16:creationId xmlns:a16="http://schemas.microsoft.com/office/drawing/2014/main" id="{E18BEE24-BEBF-429D-AF7F-3914708A4582}"/>
                      </a:ext>
                    </a:extLst>
                  </p:cNvPr>
                  <p:cNvSpPr/>
                  <p:nvPr/>
                </p:nvSpPr>
                <p:spPr>
                  <a:xfrm>
                    <a:off x="7245864" y="1194152"/>
                    <a:ext cx="58212" cy="85809"/>
                  </a:xfrm>
                  <a:custGeom>
                    <a:avLst/>
                    <a:gdLst>
                      <a:gd name="connsiteX0" fmla="*/ 53455 w 58212"/>
                      <a:gd name="connsiteY0" fmla="*/ 36652 h 85809"/>
                      <a:gd name="connsiteX1" fmla="*/ 36254 w 58212"/>
                      <a:gd name="connsiteY1" fmla="*/ 65866 h 85809"/>
                      <a:gd name="connsiteX2" fmla="*/ 33373 w 58212"/>
                      <a:gd name="connsiteY2" fmla="*/ 69545 h 85809"/>
                      <a:gd name="connsiteX3" fmla="*/ 31910 w 58212"/>
                      <a:gd name="connsiteY3" fmla="*/ 71186 h 85809"/>
                      <a:gd name="connsiteX4" fmla="*/ 29472 w 58212"/>
                      <a:gd name="connsiteY4" fmla="*/ 74067 h 85809"/>
                      <a:gd name="connsiteX5" fmla="*/ 20561 w 58212"/>
                      <a:gd name="connsiteY5" fmla="*/ 83022 h 85809"/>
                      <a:gd name="connsiteX6" fmla="*/ 9922 w 58212"/>
                      <a:gd name="connsiteY6" fmla="*/ 85593 h 85809"/>
                      <a:gd name="connsiteX7" fmla="*/ 1233 w 58212"/>
                      <a:gd name="connsiteY7" fmla="*/ 77968 h 85809"/>
                      <a:gd name="connsiteX8" fmla="*/ 2297 w 58212"/>
                      <a:gd name="connsiteY8" fmla="*/ 66575 h 85809"/>
                      <a:gd name="connsiteX9" fmla="*/ 5134 w 58212"/>
                      <a:gd name="connsiteY9" fmla="*/ 61167 h 85809"/>
                      <a:gd name="connsiteX10" fmla="*/ 5001 w 58212"/>
                      <a:gd name="connsiteY10" fmla="*/ 55094 h 85809"/>
                      <a:gd name="connsiteX11" fmla="*/ 4247 w 58212"/>
                      <a:gd name="connsiteY11" fmla="*/ 52567 h 85809"/>
                      <a:gd name="connsiteX12" fmla="*/ 4336 w 58212"/>
                      <a:gd name="connsiteY12" fmla="*/ 51813 h 85809"/>
                      <a:gd name="connsiteX13" fmla="*/ 5223 w 58212"/>
                      <a:gd name="connsiteY13" fmla="*/ 49951 h 85809"/>
                      <a:gd name="connsiteX14" fmla="*/ 7306 w 58212"/>
                      <a:gd name="connsiteY14" fmla="*/ 46050 h 85809"/>
                      <a:gd name="connsiteX15" fmla="*/ 21980 w 58212"/>
                      <a:gd name="connsiteY15" fmla="*/ 21313 h 85809"/>
                      <a:gd name="connsiteX16" fmla="*/ 45697 w 58212"/>
                      <a:gd name="connsiteY16" fmla="*/ 788 h 85809"/>
                      <a:gd name="connsiteX17" fmla="*/ 55228 w 58212"/>
                      <a:gd name="connsiteY17" fmla="*/ 3182 h 85809"/>
                      <a:gd name="connsiteX18" fmla="*/ 53455 w 58212"/>
                      <a:gd name="connsiteY18" fmla="*/ 36652 h 85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8212" h="85809">
                        <a:moveTo>
                          <a:pt x="53455" y="36652"/>
                        </a:moveTo>
                        <a:cubicBezTo>
                          <a:pt x="50174" y="44055"/>
                          <a:pt x="41308" y="59172"/>
                          <a:pt x="36254" y="65866"/>
                        </a:cubicBezTo>
                        <a:cubicBezTo>
                          <a:pt x="35279" y="67196"/>
                          <a:pt x="34304" y="68393"/>
                          <a:pt x="33373" y="69545"/>
                        </a:cubicBezTo>
                        <a:lnTo>
                          <a:pt x="31910" y="71186"/>
                        </a:lnTo>
                        <a:lnTo>
                          <a:pt x="29472" y="74067"/>
                        </a:lnTo>
                        <a:cubicBezTo>
                          <a:pt x="26280" y="77835"/>
                          <a:pt x="23265" y="80761"/>
                          <a:pt x="20561" y="83022"/>
                        </a:cubicBezTo>
                        <a:cubicBezTo>
                          <a:pt x="16438" y="85682"/>
                          <a:pt x="12848" y="86170"/>
                          <a:pt x="9922" y="85593"/>
                        </a:cubicBezTo>
                        <a:cubicBezTo>
                          <a:pt x="6154" y="84840"/>
                          <a:pt x="3361" y="81515"/>
                          <a:pt x="1233" y="77968"/>
                        </a:cubicBezTo>
                        <a:cubicBezTo>
                          <a:pt x="-1338" y="73624"/>
                          <a:pt x="657" y="68393"/>
                          <a:pt x="2297" y="66575"/>
                        </a:cubicBezTo>
                        <a:cubicBezTo>
                          <a:pt x="3627" y="65068"/>
                          <a:pt x="4691" y="63738"/>
                          <a:pt x="5134" y="61167"/>
                        </a:cubicBezTo>
                        <a:cubicBezTo>
                          <a:pt x="5311" y="58507"/>
                          <a:pt x="5223" y="56512"/>
                          <a:pt x="5001" y="55094"/>
                        </a:cubicBezTo>
                        <a:cubicBezTo>
                          <a:pt x="4823" y="53897"/>
                          <a:pt x="4513" y="53099"/>
                          <a:pt x="4247" y="52567"/>
                        </a:cubicBezTo>
                        <a:cubicBezTo>
                          <a:pt x="4247" y="52345"/>
                          <a:pt x="3893" y="52611"/>
                          <a:pt x="4336" y="51813"/>
                        </a:cubicBezTo>
                        <a:lnTo>
                          <a:pt x="5223" y="49951"/>
                        </a:lnTo>
                        <a:cubicBezTo>
                          <a:pt x="5843" y="48710"/>
                          <a:pt x="6552" y="47380"/>
                          <a:pt x="7306" y="46050"/>
                        </a:cubicBezTo>
                        <a:cubicBezTo>
                          <a:pt x="10986" y="39844"/>
                          <a:pt x="18212" y="27608"/>
                          <a:pt x="21980" y="21313"/>
                        </a:cubicBezTo>
                        <a:cubicBezTo>
                          <a:pt x="28895" y="9566"/>
                          <a:pt x="36299" y="5221"/>
                          <a:pt x="45697" y="788"/>
                        </a:cubicBezTo>
                        <a:cubicBezTo>
                          <a:pt x="48888" y="-763"/>
                          <a:pt x="53809" y="-54"/>
                          <a:pt x="55228" y="3182"/>
                        </a:cubicBezTo>
                        <a:cubicBezTo>
                          <a:pt x="59218" y="12403"/>
                          <a:pt x="59750" y="22865"/>
                          <a:pt x="53455" y="3665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70" name="Forme libre : forme 21869">
                    <a:extLst>
                      <a:ext uri="{FF2B5EF4-FFF2-40B4-BE49-F238E27FC236}">
                        <a16:creationId xmlns:a16="http://schemas.microsoft.com/office/drawing/2014/main" id="{8D7EEB77-C3A4-4A88-99BA-8ADFF9D3B667}"/>
                      </a:ext>
                    </a:extLst>
                  </p:cNvPr>
                  <p:cNvSpPr/>
                  <p:nvPr/>
                </p:nvSpPr>
                <p:spPr>
                  <a:xfrm>
                    <a:off x="7245913" y="1197157"/>
                    <a:ext cx="57992" cy="82721"/>
                  </a:xfrm>
                  <a:custGeom>
                    <a:avLst/>
                    <a:gdLst>
                      <a:gd name="connsiteX0" fmla="*/ 28403 w 57992"/>
                      <a:gd name="connsiteY0" fmla="*/ 51779 h 82721"/>
                      <a:gd name="connsiteX1" fmla="*/ 22951 w 57992"/>
                      <a:gd name="connsiteY1" fmla="*/ 60645 h 82721"/>
                      <a:gd name="connsiteX2" fmla="*/ 21222 w 57992"/>
                      <a:gd name="connsiteY2" fmla="*/ 63083 h 82721"/>
                      <a:gd name="connsiteX3" fmla="*/ 19271 w 57992"/>
                      <a:gd name="connsiteY3" fmla="*/ 65743 h 82721"/>
                      <a:gd name="connsiteX4" fmla="*/ 15282 w 57992"/>
                      <a:gd name="connsiteY4" fmla="*/ 70619 h 82721"/>
                      <a:gd name="connsiteX5" fmla="*/ 11469 w 57992"/>
                      <a:gd name="connsiteY5" fmla="*/ 73988 h 82721"/>
                      <a:gd name="connsiteX6" fmla="*/ 9652 w 57992"/>
                      <a:gd name="connsiteY6" fmla="*/ 75230 h 82721"/>
                      <a:gd name="connsiteX7" fmla="*/ 7612 w 57992"/>
                      <a:gd name="connsiteY7" fmla="*/ 75895 h 82721"/>
                      <a:gd name="connsiteX8" fmla="*/ 32 w 57992"/>
                      <a:gd name="connsiteY8" fmla="*/ 69422 h 82721"/>
                      <a:gd name="connsiteX9" fmla="*/ 1184 w 57992"/>
                      <a:gd name="connsiteY9" fmla="*/ 74875 h 82721"/>
                      <a:gd name="connsiteX10" fmla="*/ 5706 w 57992"/>
                      <a:gd name="connsiteY10" fmla="*/ 80416 h 82721"/>
                      <a:gd name="connsiteX11" fmla="*/ 9252 w 57992"/>
                      <a:gd name="connsiteY11" fmla="*/ 82367 h 82721"/>
                      <a:gd name="connsiteX12" fmla="*/ 12622 w 57992"/>
                      <a:gd name="connsiteY12" fmla="*/ 82722 h 82721"/>
                      <a:gd name="connsiteX13" fmla="*/ 16346 w 57992"/>
                      <a:gd name="connsiteY13" fmla="*/ 82057 h 82721"/>
                      <a:gd name="connsiteX14" fmla="*/ 20513 w 57992"/>
                      <a:gd name="connsiteY14" fmla="*/ 79929 h 82721"/>
                      <a:gd name="connsiteX15" fmla="*/ 24148 w 57992"/>
                      <a:gd name="connsiteY15" fmla="*/ 76648 h 82721"/>
                      <a:gd name="connsiteX16" fmla="*/ 31507 w 57992"/>
                      <a:gd name="connsiteY16" fmla="*/ 68536 h 82721"/>
                      <a:gd name="connsiteX17" fmla="*/ 36161 w 57992"/>
                      <a:gd name="connsiteY17" fmla="*/ 62861 h 82721"/>
                      <a:gd name="connsiteX18" fmla="*/ 39265 w 57992"/>
                      <a:gd name="connsiteY18" fmla="*/ 58384 h 82721"/>
                      <a:gd name="connsiteX19" fmla="*/ 52254 w 57992"/>
                      <a:gd name="connsiteY19" fmla="*/ 35908 h 82721"/>
                      <a:gd name="connsiteX20" fmla="*/ 53317 w 57992"/>
                      <a:gd name="connsiteY20" fmla="*/ 33647 h 82721"/>
                      <a:gd name="connsiteX21" fmla="*/ 57573 w 57992"/>
                      <a:gd name="connsiteY21" fmla="*/ 20171 h 82721"/>
                      <a:gd name="connsiteX22" fmla="*/ 56642 w 57992"/>
                      <a:gd name="connsiteY22" fmla="*/ 4655 h 82721"/>
                      <a:gd name="connsiteX23" fmla="*/ 55002 w 57992"/>
                      <a:gd name="connsiteY23" fmla="*/ 133 h 82721"/>
                      <a:gd name="connsiteX24" fmla="*/ 54914 w 57992"/>
                      <a:gd name="connsiteY24" fmla="*/ 0 h 82721"/>
                      <a:gd name="connsiteX25" fmla="*/ 28403 w 57992"/>
                      <a:gd name="connsiteY25" fmla="*/ 51779 h 82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7992" h="82721">
                        <a:moveTo>
                          <a:pt x="28403" y="51779"/>
                        </a:moveTo>
                        <a:cubicBezTo>
                          <a:pt x="26719" y="54749"/>
                          <a:pt x="24901" y="57763"/>
                          <a:pt x="22951" y="60645"/>
                        </a:cubicBezTo>
                        <a:lnTo>
                          <a:pt x="21222" y="63083"/>
                        </a:lnTo>
                        <a:lnTo>
                          <a:pt x="19271" y="65743"/>
                        </a:lnTo>
                        <a:cubicBezTo>
                          <a:pt x="17986" y="67472"/>
                          <a:pt x="16612" y="69112"/>
                          <a:pt x="15282" y="70619"/>
                        </a:cubicBezTo>
                        <a:cubicBezTo>
                          <a:pt x="13996" y="71861"/>
                          <a:pt x="12710" y="73190"/>
                          <a:pt x="11469" y="73988"/>
                        </a:cubicBezTo>
                        <a:cubicBezTo>
                          <a:pt x="10849" y="74432"/>
                          <a:pt x="10228" y="74875"/>
                          <a:pt x="9652" y="75230"/>
                        </a:cubicBezTo>
                        <a:cubicBezTo>
                          <a:pt x="9075" y="75584"/>
                          <a:pt x="8499" y="76028"/>
                          <a:pt x="7612" y="75895"/>
                        </a:cubicBezTo>
                        <a:cubicBezTo>
                          <a:pt x="4287" y="75141"/>
                          <a:pt x="1849" y="72127"/>
                          <a:pt x="32" y="69422"/>
                        </a:cubicBezTo>
                        <a:cubicBezTo>
                          <a:pt x="-101" y="71151"/>
                          <a:pt x="165" y="73102"/>
                          <a:pt x="1184" y="74875"/>
                        </a:cubicBezTo>
                        <a:cubicBezTo>
                          <a:pt x="2426" y="77003"/>
                          <a:pt x="3933" y="78953"/>
                          <a:pt x="5706" y="80416"/>
                        </a:cubicBezTo>
                        <a:cubicBezTo>
                          <a:pt x="6726" y="81303"/>
                          <a:pt x="7923" y="82012"/>
                          <a:pt x="9252" y="82367"/>
                        </a:cubicBezTo>
                        <a:cubicBezTo>
                          <a:pt x="10538" y="82677"/>
                          <a:pt x="11425" y="82633"/>
                          <a:pt x="12622" y="82722"/>
                        </a:cubicBezTo>
                        <a:cubicBezTo>
                          <a:pt x="13774" y="82544"/>
                          <a:pt x="15060" y="82589"/>
                          <a:pt x="16346" y="82057"/>
                        </a:cubicBezTo>
                        <a:cubicBezTo>
                          <a:pt x="17631" y="81480"/>
                          <a:pt x="19050" y="80815"/>
                          <a:pt x="20513" y="79929"/>
                        </a:cubicBezTo>
                        <a:cubicBezTo>
                          <a:pt x="21665" y="78998"/>
                          <a:pt x="22862" y="77890"/>
                          <a:pt x="24148" y="76648"/>
                        </a:cubicBezTo>
                        <a:cubicBezTo>
                          <a:pt x="26497" y="74432"/>
                          <a:pt x="28891" y="71639"/>
                          <a:pt x="31507" y="68536"/>
                        </a:cubicBezTo>
                        <a:cubicBezTo>
                          <a:pt x="33236" y="66541"/>
                          <a:pt x="34610" y="65034"/>
                          <a:pt x="36161" y="62861"/>
                        </a:cubicBezTo>
                        <a:cubicBezTo>
                          <a:pt x="37048" y="61620"/>
                          <a:pt x="38156" y="60069"/>
                          <a:pt x="39265" y="58384"/>
                        </a:cubicBezTo>
                        <a:cubicBezTo>
                          <a:pt x="43698" y="51734"/>
                          <a:pt x="49195" y="42203"/>
                          <a:pt x="52254" y="35908"/>
                        </a:cubicBezTo>
                        <a:cubicBezTo>
                          <a:pt x="52653" y="35110"/>
                          <a:pt x="53007" y="34312"/>
                          <a:pt x="53317" y="33647"/>
                        </a:cubicBezTo>
                        <a:cubicBezTo>
                          <a:pt x="55578" y="28771"/>
                          <a:pt x="56908" y="24293"/>
                          <a:pt x="57573" y="20171"/>
                        </a:cubicBezTo>
                        <a:cubicBezTo>
                          <a:pt x="58416" y="14452"/>
                          <a:pt x="57928" y="9398"/>
                          <a:pt x="56642" y="4655"/>
                        </a:cubicBezTo>
                        <a:cubicBezTo>
                          <a:pt x="56199" y="3103"/>
                          <a:pt x="55667" y="1640"/>
                          <a:pt x="55002" y="133"/>
                        </a:cubicBezTo>
                        <a:lnTo>
                          <a:pt x="54914" y="0"/>
                        </a:lnTo>
                        <a:cubicBezTo>
                          <a:pt x="47554" y="17865"/>
                          <a:pt x="37624" y="35155"/>
                          <a:pt x="28403" y="5177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71" name="Forme libre : forme 21870">
                    <a:extLst>
                      <a:ext uri="{FF2B5EF4-FFF2-40B4-BE49-F238E27FC236}">
                        <a16:creationId xmlns:a16="http://schemas.microsoft.com/office/drawing/2014/main" id="{298E7C2F-9BFE-419E-9CC5-D345C58F5F41}"/>
                      </a:ext>
                    </a:extLst>
                  </p:cNvPr>
                  <p:cNvSpPr/>
                  <p:nvPr/>
                </p:nvSpPr>
                <p:spPr>
                  <a:xfrm>
                    <a:off x="7267035" y="1211198"/>
                    <a:ext cx="24881" cy="39044"/>
                  </a:xfrm>
                  <a:custGeom>
                    <a:avLst/>
                    <a:gdLst>
                      <a:gd name="connsiteX0" fmla="*/ 23462 w 24881"/>
                      <a:gd name="connsiteY0" fmla="*/ 145 h 39044"/>
                      <a:gd name="connsiteX1" fmla="*/ 17743 w 24881"/>
                      <a:gd name="connsiteY1" fmla="*/ 23507 h 39044"/>
                      <a:gd name="connsiteX2" fmla="*/ 1252 w 24881"/>
                      <a:gd name="connsiteY2" fmla="*/ 38669 h 39044"/>
                      <a:gd name="connsiteX3" fmla="*/ 7636 w 24881"/>
                      <a:gd name="connsiteY3" fmla="*/ 17922 h 39044"/>
                      <a:gd name="connsiteX4" fmla="*/ 23462 w 24881"/>
                      <a:gd name="connsiteY4" fmla="*/ 145 h 39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81" h="39044">
                        <a:moveTo>
                          <a:pt x="23462" y="145"/>
                        </a:moveTo>
                        <a:cubicBezTo>
                          <a:pt x="27895" y="2007"/>
                          <a:pt x="20802" y="18365"/>
                          <a:pt x="17743" y="23507"/>
                        </a:cubicBezTo>
                        <a:cubicBezTo>
                          <a:pt x="14906" y="28783"/>
                          <a:pt x="5685" y="41373"/>
                          <a:pt x="1252" y="38669"/>
                        </a:cubicBezTo>
                        <a:cubicBezTo>
                          <a:pt x="-3048" y="36053"/>
                          <a:pt x="4887" y="22576"/>
                          <a:pt x="7636" y="17922"/>
                        </a:cubicBezTo>
                        <a:cubicBezTo>
                          <a:pt x="10606" y="13356"/>
                          <a:pt x="19162" y="-1628"/>
                          <a:pt x="23462" y="14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72" name="Forme libre : forme 21871">
                    <a:extLst>
                      <a:ext uri="{FF2B5EF4-FFF2-40B4-BE49-F238E27FC236}">
                        <a16:creationId xmlns:a16="http://schemas.microsoft.com/office/drawing/2014/main" id="{75BFED67-795B-4380-B0B0-BB7A51A05B65}"/>
                      </a:ext>
                    </a:extLst>
                  </p:cNvPr>
                  <p:cNvSpPr/>
                  <p:nvPr/>
                </p:nvSpPr>
                <p:spPr>
                  <a:xfrm>
                    <a:off x="7266870" y="1225706"/>
                    <a:ext cx="21987" cy="24512"/>
                  </a:xfrm>
                  <a:custGeom>
                    <a:avLst/>
                    <a:gdLst>
                      <a:gd name="connsiteX0" fmla="*/ 2437 w 21987"/>
                      <a:gd name="connsiteY0" fmla="*/ 13876 h 24512"/>
                      <a:gd name="connsiteX1" fmla="*/ 1285 w 21987"/>
                      <a:gd name="connsiteY1" fmla="*/ 24382 h 24512"/>
                      <a:gd name="connsiteX2" fmla="*/ 18042 w 21987"/>
                      <a:gd name="connsiteY2" fmla="*/ 8778 h 24512"/>
                      <a:gd name="connsiteX3" fmla="*/ 21987 w 21987"/>
                      <a:gd name="connsiteY3" fmla="*/ 0 h 24512"/>
                      <a:gd name="connsiteX4" fmla="*/ 19239 w 21987"/>
                      <a:gd name="connsiteY4" fmla="*/ 4344 h 24512"/>
                      <a:gd name="connsiteX5" fmla="*/ 2437 w 21987"/>
                      <a:gd name="connsiteY5" fmla="*/ 13876 h 24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987" h="24512">
                        <a:moveTo>
                          <a:pt x="2437" y="13876"/>
                        </a:moveTo>
                        <a:cubicBezTo>
                          <a:pt x="1772" y="16713"/>
                          <a:pt x="-1907" y="23540"/>
                          <a:pt x="1285" y="24382"/>
                        </a:cubicBezTo>
                        <a:cubicBezTo>
                          <a:pt x="6516" y="25801"/>
                          <a:pt x="14318" y="15339"/>
                          <a:pt x="18042" y="8778"/>
                        </a:cubicBezTo>
                        <a:cubicBezTo>
                          <a:pt x="19150" y="6871"/>
                          <a:pt x="21189" y="2350"/>
                          <a:pt x="21987" y="0"/>
                        </a:cubicBezTo>
                        <a:cubicBezTo>
                          <a:pt x="21278" y="1241"/>
                          <a:pt x="20125" y="3325"/>
                          <a:pt x="19239" y="4344"/>
                        </a:cubicBezTo>
                        <a:cubicBezTo>
                          <a:pt x="14185" y="10196"/>
                          <a:pt x="7402" y="16447"/>
                          <a:pt x="2437" y="1387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73" name="Forme libre : forme 21872">
                    <a:extLst>
                      <a:ext uri="{FF2B5EF4-FFF2-40B4-BE49-F238E27FC236}">
                        <a16:creationId xmlns:a16="http://schemas.microsoft.com/office/drawing/2014/main" id="{0B03DD74-DB18-47F5-A113-4A4A8857EB9C}"/>
                      </a:ext>
                    </a:extLst>
                  </p:cNvPr>
                  <p:cNvSpPr/>
                  <p:nvPr/>
                </p:nvSpPr>
                <p:spPr>
                  <a:xfrm>
                    <a:off x="7269285" y="1209269"/>
                    <a:ext cx="24491" cy="39674"/>
                  </a:xfrm>
                  <a:custGeom>
                    <a:avLst/>
                    <a:gdLst>
                      <a:gd name="connsiteX0" fmla="*/ 23295 w 24491"/>
                      <a:gd name="connsiteY0" fmla="*/ 390 h 39674"/>
                      <a:gd name="connsiteX1" fmla="*/ 17754 w 24491"/>
                      <a:gd name="connsiteY1" fmla="*/ 24240 h 39674"/>
                      <a:gd name="connsiteX2" fmla="*/ 1351 w 24491"/>
                      <a:gd name="connsiteY2" fmla="*/ 39356 h 39674"/>
                      <a:gd name="connsiteX3" fmla="*/ 7647 w 24491"/>
                      <a:gd name="connsiteY3" fmla="*/ 18565 h 39674"/>
                      <a:gd name="connsiteX4" fmla="*/ 15139 w 24491"/>
                      <a:gd name="connsiteY4" fmla="*/ 6685 h 39674"/>
                      <a:gd name="connsiteX5" fmla="*/ 23295 w 24491"/>
                      <a:gd name="connsiteY5" fmla="*/ 390 h 39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491" h="39674">
                        <a:moveTo>
                          <a:pt x="23295" y="390"/>
                        </a:moveTo>
                        <a:cubicBezTo>
                          <a:pt x="27108" y="3626"/>
                          <a:pt x="20857" y="18565"/>
                          <a:pt x="17754" y="24240"/>
                        </a:cubicBezTo>
                        <a:cubicBezTo>
                          <a:pt x="14828" y="30047"/>
                          <a:pt x="6051" y="41750"/>
                          <a:pt x="1351" y="39356"/>
                        </a:cubicBezTo>
                        <a:cubicBezTo>
                          <a:pt x="-3259" y="37007"/>
                          <a:pt x="5208" y="22998"/>
                          <a:pt x="7647" y="18565"/>
                        </a:cubicBezTo>
                        <a:cubicBezTo>
                          <a:pt x="8888" y="16349"/>
                          <a:pt x="12035" y="11118"/>
                          <a:pt x="15139" y="6685"/>
                        </a:cubicBezTo>
                        <a:cubicBezTo>
                          <a:pt x="18242" y="2340"/>
                          <a:pt x="21478" y="-1206"/>
                          <a:pt x="23295" y="39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74" name="Forme libre : forme 21873">
                    <a:extLst>
                      <a:ext uri="{FF2B5EF4-FFF2-40B4-BE49-F238E27FC236}">
                        <a16:creationId xmlns:a16="http://schemas.microsoft.com/office/drawing/2014/main" id="{E7A2D8B5-14C9-4081-A4F6-82A492CEA1BD}"/>
                      </a:ext>
                    </a:extLst>
                  </p:cNvPr>
                  <p:cNvSpPr/>
                  <p:nvPr/>
                </p:nvSpPr>
                <p:spPr>
                  <a:xfrm>
                    <a:off x="7254830" y="1223216"/>
                    <a:ext cx="38940" cy="45962"/>
                  </a:xfrm>
                  <a:custGeom>
                    <a:avLst/>
                    <a:gdLst>
                      <a:gd name="connsiteX0" fmla="*/ 1622 w 38940"/>
                      <a:gd name="connsiteY0" fmla="*/ 44294 h 45962"/>
                      <a:gd name="connsiteX1" fmla="*/ 6897 w 38940"/>
                      <a:gd name="connsiteY1" fmla="*/ 45491 h 45962"/>
                      <a:gd name="connsiteX2" fmla="*/ 8404 w 38940"/>
                      <a:gd name="connsiteY2" fmla="*/ 44782 h 45962"/>
                      <a:gd name="connsiteX3" fmla="*/ 13901 w 38940"/>
                      <a:gd name="connsiteY3" fmla="*/ 41412 h 45962"/>
                      <a:gd name="connsiteX4" fmla="*/ 19176 w 38940"/>
                      <a:gd name="connsiteY4" fmla="*/ 37511 h 45962"/>
                      <a:gd name="connsiteX5" fmla="*/ 27865 w 38940"/>
                      <a:gd name="connsiteY5" fmla="*/ 29576 h 45962"/>
                      <a:gd name="connsiteX6" fmla="*/ 38239 w 38940"/>
                      <a:gd name="connsiteY6" fmla="*/ 9893 h 45962"/>
                      <a:gd name="connsiteX7" fmla="*/ 36244 w 38940"/>
                      <a:gd name="connsiteY7" fmla="*/ 7 h 45962"/>
                      <a:gd name="connsiteX8" fmla="*/ 30570 w 38940"/>
                      <a:gd name="connsiteY8" fmla="*/ 4884 h 45962"/>
                      <a:gd name="connsiteX9" fmla="*/ 15408 w 38940"/>
                      <a:gd name="connsiteY9" fmla="*/ 17873 h 45962"/>
                      <a:gd name="connsiteX10" fmla="*/ 7251 w 38940"/>
                      <a:gd name="connsiteY10" fmla="*/ 22616 h 45962"/>
                      <a:gd name="connsiteX11" fmla="*/ 3350 w 38940"/>
                      <a:gd name="connsiteY11" fmla="*/ 25808 h 45962"/>
                      <a:gd name="connsiteX12" fmla="*/ 1666 w 38940"/>
                      <a:gd name="connsiteY12" fmla="*/ 27759 h 45962"/>
                      <a:gd name="connsiteX13" fmla="*/ 868 w 38940"/>
                      <a:gd name="connsiteY13" fmla="*/ 29044 h 45962"/>
                      <a:gd name="connsiteX14" fmla="*/ 70 w 38940"/>
                      <a:gd name="connsiteY14" fmla="*/ 33256 h 45962"/>
                      <a:gd name="connsiteX15" fmla="*/ 1622 w 38940"/>
                      <a:gd name="connsiteY15" fmla="*/ 44294 h 459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8940" h="45962">
                        <a:moveTo>
                          <a:pt x="1622" y="44294"/>
                        </a:moveTo>
                        <a:cubicBezTo>
                          <a:pt x="3173" y="46112"/>
                          <a:pt x="4281" y="46333"/>
                          <a:pt x="6897" y="45491"/>
                        </a:cubicBezTo>
                        <a:cubicBezTo>
                          <a:pt x="7340" y="45314"/>
                          <a:pt x="7828" y="45048"/>
                          <a:pt x="8404" y="44782"/>
                        </a:cubicBezTo>
                        <a:cubicBezTo>
                          <a:pt x="10177" y="43851"/>
                          <a:pt x="11995" y="42742"/>
                          <a:pt x="13901" y="41412"/>
                        </a:cubicBezTo>
                        <a:cubicBezTo>
                          <a:pt x="15763" y="40127"/>
                          <a:pt x="17935" y="38221"/>
                          <a:pt x="19176" y="37511"/>
                        </a:cubicBezTo>
                        <a:cubicBezTo>
                          <a:pt x="22102" y="35517"/>
                          <a:pt x="24940" y="33078"/>
                          <a:pt x="27865" y="29576"/>
                        </a:cubicBezTo>
                        <a:cubicBezTo>
                          <a:pt x="32742" y="23813"/>
                          <a:pt x="36732" y="16233"/>
                          <a:pt x="38239" y="9893"/>
                        </a:cubicBezTo>
                        <a:cubicBezTo>
                          <a:pt x="39436" y="5194"/>
                          <a:pt x="39303" y="273"/>
                          <a:pt x="36244" y="7"/>
                        </a:cubicBezTo>
                        <a:cubicBezTo>
                          <a:pt x="34338" y="-170"/>
                          <a:pt x="32609" y="2889"/>
                          <a:pt x="30570" y="4884"/>
                        </a:cubicBezTo>
                        <a:cubicBezTo>
                          <a:pt x="25826" y="9671"/>
                          <a:pt x="21349" y="14282"/>
                          <a:pt x="15408" y="17873"/>
                        </a:cubicBezTo>
                        <a:cubicBezTo>
                          <a:pt x="12882" y="19380"/>
                          <a:pt x="10000" y="20754"/>
                          <a:pt x="7251" y="22616"/>
                        </a:cubicBezTo>
                        <a:cubicBezTo>
                          <a:pt x="5877" y="23547"/>
                          <a:pt x="4592" y="24567"/>
                          <a:pt x="3350" y="25808"/>
                        </a:cubicBezTo>
                        <a:cubicBezTo>
                          <a:pt x="2774" y="26384"/>
                          <a:pt x="2154" y="27138"/>
                          <a:pt x="1666" y="27759"/>
                        </a:cubicBezTo>
                        <a:cubicBezTo>
                          <a:pt x="1356" y="28158"/>
                          <a:pt x="1090" y="28557"/>
                          <a:pt x="868" y="29044"/>
                        </a:cubicBezTo>
                        <a:cubicBezTo>
                          <a:pt x="380" y="30153"/>
                          <a:pt x="159" y="31571"/>
                          <a:pt x="70" y="33256"/>
                        </a:cubicBezTo>
                        <a:cubicBezTo>
                          <a:pt x="-107" y="36713"/>
                          <a:pt x="-63" y="42122"/>
                          <a:pt x="1622" y="4429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75" name="Forme libre : forme 21874">
                    <a:extLst>
                      <a:ext uri="{FF2B5EF4-FFF2-40B4-BE49-F238E27FC236}">
                        <a16:creationId xmlns:a16="http://schemas.microsoft.com/office/drawing/2014/main" id="{004D946D-A481-418B-8EEA-52E2DED12D7E}"/>
                      </a:ext>
                    </a:extLst>
                  </p:cNvPr>
                  <p:cNvSpPr/>
                  <p:nvPr/>
                </p:nvSpPr>
                <p:spPr>
                  <a:xfrm>
                    <a:off x="7258902" y="1238664"/>
                    <a:ext cx="8033" cy="16596"/>
                  </a:xfrm>
                  <a:custGeom>
                    <a:avLst/>
                    <a:gdLst>
                      <a:gd name="connsiteX0" fmla="*/ 31 w 8033"/>
                      <a:gd name="connsiteY0" fmla="*/ 14483 h 16596"/>
                      <a:gd name="connsiteX1" fmla="*/ 253 w 8033"/>
                      <a:gd name="connsiteY1" fmla="*/ 16257 h 16596"/>
                      <a:gd name="connsiteX2" fmla="*/ 1716 w 8033"/>
                      <a:gd name="connsiteY2" fmla="*/ 16079 h 16596"/>
                      <a:gd name="connsiteX3" fmla="*/ 3489 w 8033"/>
                      <a:gd name="connsiteY3" fmla="*/ 13508 h 16596"/>
                      <a:gd name="connsiteX4" fmla="*/ 7035 w 8033"/>
                      <a:gd name="connsiteY4" fmla="*/ 6238 h 16596"/>
                      <a:gd name="connsiteX5" fmla="*/ 7967 w 8033"/>
                      <a:gd name="connsiteY5" fmla="*/ 3445 h 16596"/>
                      <a:gd name="connsiteX6" fmla="*/ 3755 w 8033"/>
                      <a:gd name="connsiteY6" fmla="*/ 2824 h 16596"/>
                      <a:gd name="connsiteX7" fmla="*/ 31 w 8033"/>
                      <a:gd name="connsiteY7" fmla="*/ 14483 h 16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033" h="16596">
                        <a:moveTo>
                          <a:pt x="31" y="14483"/>
                        </a:moveTo>
                        <a:cubicBezTo>
                          <a:pt x="-13" y="15193"/>
                          <a:pt x="-57" y="15725"/>
                          <a:pt x="253" y="16257"/>
                        </a:cubicBezTo>
                        <a:cubicBezTo>
                          <a:pt x="563" y="16833"/>
                          <a:pt x="1140" y="16611"/>
                          <a:pt x="1716" y="16079"/>
                        </a:cubicBezTo>
                        <a:cubicBezTo>
                          <a:pt x="2248" y="15636"/>
                          <a:pt x="3001" y="14439"/>
                          <a:pt x="3489" y="13508"/>
                        </a:cubicBezTo>
                        <a:cubicBezTo>
                          <a:pt x="4819" y="11159"/>
                          <a:pt x="6105" y="8632"/>
                          <a:pt x="7035" y="6238"/>
                        </a:cubicBezTo>
                        <a:cubicBezTo>
                          <a:pt x="7435" y="5263"/>
                          <a:pt x="7834" y="4332"/>
                          <a:pt x="7967" y="3445"/>
                        </a:cubicBezTo>
                        <a:cubicBezTo>
                          <a:pt x="8454" y="-323"/>
                          <a:pt x="6193" y="-1653"/>
                          <a:pt x="3755" y="2824"/>
                        </a:cubicBezTo>
                        <a:cubicBezTo>
                          <a:pt x="1849" y="6193"/>
                          <a:pt x="430" y="11203"/>
                          <a:pt x="31" y="1448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76" name="Forme libre : forme 21875">
                    <a:extLst>
                      <a:ext uri="{FF2B5EF4-FFF2-40B4-BE49-F238E27FC236}">
                        <a16:creationId xmlns:a16="http://schemas.microsoft.com/office/drawing/2014/main" id="{565EF666-4931-4508-803F-6CFBE72F10D4}"/>
                      </a:ext>
                    </a:extLst>
                  </p:cNvPr>
                  <p:cNvSpPr/>
                  <p:nvPr/>
                </p:nvSpPr>
                <p:spPr>
                  <a:xfrm>
                    <a:off x="7299186" y="1197999"/>
                    <a:ext cx="2831" cy="31430"/>
                  </a:xfrm>
                  <a:custGeom>
                    <a:avLst/>
                    <a:gdLst>
                      <a:gd name="connsiteX0" fmla="*/ 177 w 2831"/>
                      <a:gd name="connsiteY0" fmla="*/ 0 h 31430"/>
                      <a:gd name="connsiteX1" fmla="*/ 0 w 2831"/>
                      <a:gd name="connsiteY1" fmla="*/ 31431 h 31430"/>
                      <a:gd name="connsiteX2" fmla="*/ 177 w 2831"/>
                      <a:gd name="connsiteY2" fmla="*/ 0 h 31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31" h="31430">
                        <a:moveTo>
                          <a:pt x="177" y="0"/>
                        </a:moveTo>
                        <a:cubicBezTo>
                          <a:pt x="4832" y="6118"/>
                          <a:pt x="2438" y="21811"/>
                          <a:pt x="0" y="31431"/>
                        </a:cubicBezTo>
                        <a:cubicBezTo>
                          <a:pt x="2527" y="20924"/>
                          <a:pt x="2084" y="8512"/>
                          <a:pt x="17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77" name="Forme libre : forme 21876">
                    <a:extLst>
                      <a:ext uri="{FF2B5EF4-FFF2-40B4-BE49-F238E27FC236}">
                        <a16:creationId xmlns:a16="http://schemas.microsoft.com/office/drawing/2014/main" id="{470B8256-87F9-4393-89C2-7F5E55C90C47}"/>
                      </a:ext>
                    </a:extLst>
                  </p:cNvPr>
                  <p:cNvSpPr/>
                  <p:nvPr/>
                </p:nvSpPr>
                <p:spPr>
                  <a:xfrm>
                    <a:off x="7248516" y="1239892"/>
                    <a:ext cx="6117" cy="22076"/>
                  </a:xfrm>
                  <a:custGeom>
                    <a:avLst/>
                    <a:gdLst>
                      <a:gd name="connsiteX0" fmla="*/ 6118 w 6117"/>
                      <a:gd name="connsiteY0" fmla="*/ 0 h 22076"/>
                      <a:gd name="connsiteX1" fmla="*/ 4123 w 6117"/>
                      <a:gd name="connsiteY1" fmla="*/ 3945 h 22076"/>
                      <a:gd name="connsiteX2" fmla="*/ 3236 w 6117"/>
                      <a:gd name="connsiteY2" fmla="*/ 5940 h 22076"/>
                      <a:gd name="connsiteX3" fmla="*/ 2748 w 6117"/>
                      <a:gd name="connsiteY3" fmla="*/ 7536 h 22076"/>
                      <a:gd name="connsiteX4" fmla="*/ 3414 w 6117"/>
                      <a:gd name="connsiteY4" fmla="*/ 11216 h 22076"/>
                      <a:gd name="connsiteX5" fmla="*/ 3103 w 6117"/>
                      <a:gd name="connsiteY5" fmla="*/ 17644 h 22076"/>
                      <a:gd name="connsiteX6" fmla="*/ 1773 w 6117"/>
                      <a:gd name="connsiteY6" fmla="*/ 20437 h 22076"/>
                      <a:gd name="connsiteX7" fmla="*/ 0 w 6117"/>
                      <a:gd name="connsiteY7" fmla="*/ 22077 h 22076"/>
                      <a:gd name="connsiteX8" fmla="*/ 1640 w 6117"/>
                      <a:gd name="connsiteY8" fmla="*/ 20525 h 22076"/>
                      <a:gd name="connsiteX9" fmla="*/ 3059 w 6117"/>
                      <a:gd name="connsiteY9" fmla="*/ 18087 h 22076"/>
                      <a:gd name="connsiteX10" fmla="*/ 3768 w 6117"/>
                      <a:gd name="connsiteY10" fmla="*/ 11836 h 22076"/>
                      <a:gd name="connsiteX11" fmla="*/ 3325 w 6117"/>
                      <a:gd name="connsiteY11" fmla="*/ 7802 h 22076"/>
                      <a:gd name="connsiteX12" fmla="*/ 6118 w 6117"/>
                      <a:gd name="connsiteY12" fmla="*/ 0 h 22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117" h="22076">
                        <a:moveTo>
                          <a:pt x="6118" y="0"/>
                        </a:moveTo>
                        <a:cubicBezTo>
                          <a:pt x="5364" y="1286"/>
                          <a:pt x="4743" y="2660"/>
                          <a:pt x="4123" y="3945"/>
                        </a:cubicBezTo>
                        <a:cubicBezTo>
                          <a:pt x="3857" y="4610"/>
                          <a:pt x="3547" y="5275"/>
                          <a:pt x="3236" y="5940"/>
                        </a:cubicBezTo>
                        <a:cubicBezTo>
                          <a:pt x="3014" y="6517"/>
                          <a:pt x="2527" y="7536"/>
                          <a:pt x="2748" y="7536"/>
                        </a:cubicBezTo>
                        <a:cubicBezTo>
                          <a:pt x="3059" y="8334"/>
                          <a:pt x="3325" y="9531"/>
                          <a:pt x="3414" y="11216"/>
                        </a:cubicBezTo>
                        <a:cubicBezTo>
                          <a:pt x="3502" y="12900"/>
                          <a:pt x="3414" y="15028"/>
                          <a:pt x="3103" y="17644"/>
                        </a:cubicBezTo>
                        <a:cubicBezTo>
                          <a:pt x="2926" y="19018"/>
                          <a:pt x="2305" y="19816"/>
                          <a:pt x="1773" y="20437"/>
                        </a:cubicBezTo>
                        <a:cubicBezTo>
                          <a:pt x="1241" y="21057"/>
                          <a:pt x="621" y="21634"/>
                          <a:pt x="0" y="22077"/>
                        </a:cubicBezTo>
                        <a:cubicBezTo>
                          <a:pt x="576" y="21589"/>
                          <a:pt x="1108" y="21102"/>
                          <a:pt x="1640" y="20525"/>
                        </a:cubicBezTo>
                        <a:cubicBezTo>
                          <a:pt x="2128" y="19949"/>
                          <a:pt x="2793" y="19373"/>
                          <a:pt x="3059" y="18087"/>
                        </a:cubicBezTo>
                        <a:cubicBezTo>
                          <a:pt x="3502" y="15604"/>
                          <a:pt x="3724" y="13521"/>
                          <a:pt x="3768" y="11836"/>
                        </a:cubicBezTo>
                        <a:cubicBezTo>
                          <a:pt x="3813" y="10063"/>
                          <a:pt x="3635" y="8733"/>
                          <a:pt x="3325" y="7802"/>
                        </a:cubicBezTo>
                        <a:cubicBezTo>
                          <a:pt x="4123" y="5275"/>
                          <a:pt x="5231" y="2438"/>
                          <a:pt x="611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78" name="Forme libre : forme 21877">
                    <a:extLst>
                      <a:ext uri="{FF2B5EF4-FFF2-40B4-BE49-F238E27FC236}">
                        <a16:creationId xmlns:a16="http://schemas.microsoft.com/office/drawing/2014/main" id="{16964DEE-ABD0-43AB-8C36-0E33AAE2578B}"/>
                      </a:ext>
                    </a:extLst>
                  </p:cNvPr>
                  <p:cNvSpPr/>
                  <p:nvPr/>
                </p:nvSpPr>
                <p:spPr>
                  <a:xfrm>
                    <a:off x="7274857" y="1219459"/>
                    <a:ext cx="9903" cy="13936"/>
                  </a:xfrm>
                  <a:custGeom>
                    <a:avLst/>
                    <a:gdLst>
                      <a:gd name="connsiteX0" fmla="*/ 9744 w 9903"/>
                      <a:gd name="connsiteY0" fmla="*/ 351 h 13936"/>
                      <a:gd name="connsiteX1" fmla="*/ 5754 w 9903"/>
                      <a:gd name="connsiteY1" fmla="*/ 9217 h 13936"/>
                      <a:gd name="connsiteX2" fmla="*/ 124 w 9903"/>
                      <a:gd name="connsiteY2" fmla="*/ 13473 h 13936"/>
                      <a:gd name="connsiteX3" fmla="*/ 4070 w 9903"/>
                      <a:gd name="connsiteY3" fmla="*/ 5316 h 13936"/>
                      <a:gd name="connsiteX4" fmla="*/ 9744 w 9903"/>
                      <a:gd name="connsiteY4" fmla="*/ 351 h 13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03" h="13936">
                        <a:moveTo>
                          <a:pt x="9744" y="351"/>
                        </a:moveTo>
                        <a:cubicBezTo>
                          <a:pt x="10719" y="2080"/>
                          <a:pt x="6951" y="7532"/>
                          <a:pt x="5754" y="9217"/>
                        </a:cubicBezTo>
                        <a:cubicBezTo>
                          <a:pt x="4602" y="10902"/>
                          <a:pt x="966" y="15379"/>
                          <a:pt x="124" y="13473"/>
                        </a:cubicBezTo>
                        <a:cubicBezTo>
                          <a:pt x="-718" y="11567"/>
                          <a:pt x="2961" y="6823"/>
                          <a:pt x="4070" y="5316"/>
                        </a:cubicBezTo>
                        <a:cubicBezTo>
                          <a:pt x="5222" y="3764"/>
                          <a:pt x="8769" y="-1378"/>
                          <a:pt x="9744" y="35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79" name="Forme libre : forme 21878">
                    <a:extLst>
                      <a:ext uri="{FF2B5EF4-FFF2-40B4-BE49-F238E27FC236}">
                        <a16:creationId xmlns:a16="http://schemas.microsoft.com/office/drawing/2014/main" id="{A796B0C1-412F-4659-BA3B-B8A396235A26}"/>
                      </a:ext>
                    </a:extLst>
                  </p:cNvPr>
                  <p:cNvSpPr/>
                  <p:nvPr/>
                </p:nvSpPr>
                <p:spPr>
                  <a:xfrm>
                    <a:off x="7282941" y="1217319"/>
                    <a:ext cx="2752" cy="4147"/>
                  </a:xfrm>
                  <a:custGeom>
                    <a:avLst/>
                    <a:gdLst>
                      <a:gd name="connsiteX0" fmla="*/ 2458 w 2752"/>
                      <a:gd name="connsiteY0" fmla="*/ 9 h 4147"/>
                      <a:gd name="connsiteX1" fmla="*/ 2148 w 2752"/>
                      <a:gd name="connsiteY1" fmla="*/ 2270 h 4147"/>
                      <a:gd name="connsiteX2" fmla="*/ 286 w 2752"/>
                      <a:gd name="connsiteY2" fmla="*/ 4131 h 4147"/>
                      <a:gd name="connsiteX3" fmla="*/ 552 w 2752"/>
                      <a:gd name="connsiteY3" fmla="*/ 1959 h 4147"/>
                      <a:gd name="connsiteX4" fmla="*/ 2458 w 2752"/>
                      <a:gd name="connsiteY4" fmla="*/ 9 h 4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2" h="4147">
                        <a:moveTo>
                          <a:pt x="2458" y="9"/>
                        </a:moveTo>
                        <a:cubicBezTo>
                          <a:pt x="3123" y="142"/>
                          <a:pt x="2502" y="1560"/>
                          <a:pt x="2148" y="2270"/>
                        </a:cubicBezTo>
                        <a:cubicBezTo>
                          <a:pt x="1793" y="2979"/>
                          <a:pt x="951" y="4309"/>
                          <a:pt x="286" y="4131"/>
                        </a:cubicBezTo>
                        <a:cubicBezTo>
                          <a:pt x="-335" y="3954"/>
                          <a:pt x="197" y="2624"/>
                          <a:pt x="552" y="1959"/>
                        </a:cubicBezTo>
                        <a:cubicBezTo>
                          <a:pt x="906" y="1294"/>
                          <a:pt x="1793" y="-124"/>
                          <a:pt x="2458" y="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80" name="Forme libre : forme 21879">
                    <a:extLst>
                      <a:ext uri="{FF2B5EF4-FFF2-40B4-BE49-F238E27FC236}">
                        <a16:creationId xmlns:a16="http://schemas.microsoft.com/office/drawing/2014/main" id="{884BD4EB-2D21-4E59-8583-2E1E7477B9BA}"/>
                      </a:ext>
                    </a:extLst>
                  </p:cNvPr>
                  <p:cNvSpPr/>
                  <p:nvPr/>
                </p:nvSpPr>
                <p:spPr>
                  <a:xfrm>
                    <a:off x="7266287" y="1198305"/>
                    <a:ext cx="30084" cy="30410"/>
                  </a:xfrm>
                  <a:custGeom>
                    <a:avLst/>
                    <a:gdLst>
                      <a:gd name="connsiteX0" fmla="*/ 18137 w 30084"/>
                      <a:gd name="connsiteY0" fmla="*/ 6078 h 30410"/>
                      <a:gd name="connsiteX1" fmla="*/ 28421 w 30084"/>
                      <a:gd name="connsiteY1" fmla="*/ 50 h 30410"/>
                      <a:gd name="connsiteX2" fmla="*/ 29751 w 30084"/>
                      <a:gd name="connsiteY2" fmla="*/ 3729 h 30410"/>
                      <a:gd name="connsiteX3" fmla="*/ 26293 w 30084"/>
                      <a:gd name="connsiteY3" fmla="*/ 7541 h 30410"/>
                      <a:gd name="connsiteX4" fmla="*/ 14546 w 30084"/>
                      <a:gd name="connsiteY4" fmla="*/ 17649 h 30410"/>
                      <a:gd name="connsiteX5" fmla="*/ 183 w 30084"/>
                      <a:gd name="connsiteY5" fmla="*/ 29530 h 30410"/>
                      <a:gd name="connsiteX6" fmla="*/ 9581 w 30084"/>
                      <a:gd name="connsiteY6" fmla="*/ 11975 h 30410"/>
                      <a:gd name="connsiteX7" fmla="*/ 18137 w 30084"/>
                      <a:gd name="connsiteY7" fmla="*/ 6078 h 30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0084" h="30410">
                        <a:moveTo>
                          <a:pt x="18137" y="6078"/>
                        </a:moveTo>
                        <a:cubicBezTo>
                          <a:pt x="21905" y="3241"/>
                          <a:pt x="24520" y="1069"/>
                          <a:pt x="28421" y="50"/>
                        </a:cubicBezTo>
                        <a:cubicBezTo>
                          <a:pt x="29840" y="-349"/>
                          <a:pt x="30549" y="1734"/>
                          <a:pt x="29751" y="3729"/>
                        </a:cubicBezTo>
                        <a:cubicBezTo>
                          <a:pt x="28953" y="5724"/>
                          <a:pt x="27623" y="6566"/>
                          <a:pt x="26293" y="7541"/>
                        </a:cubicBezTo>
                        <a:cubicBezTo>
                          <a:pt x="22171" y="10467"/>
                          <a:pt x="18491" y="13836"/>
                          <a:pt x="14546" y="17649"/>
                        </a:cubicBezTo>
                        <a:cubicBezTo>
                          <a:pt x="12196" y="20087"/>
                          <a:pt x="1778" y="34007"/>
                          <a:pt x="183" y="29530"/>
                        </a:cubicBezTo>
                        <a:cubicBezTo>
                          <a:pt x="-1280" y="25141"/>
                          <a:pt x="6433" y="15122"/>
                          <a:pt x="9581" y="11975"/>
                        </a:cubicBezTo>
                        <a:cubicBezTo>
                          <a:pt x="12684" y="8738"/>
                          <a:pt x="15344" y="8206"/>
                          <a:pt x="18137" y="607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39" name="Graphique 2">
                  <a:extLst>
                    <a:ext uri="{FF2B5EF4-FFF2-40B4-BE49-F238E27FC236}">
                      <a16:creationId xmlns:a16="http://schemas.microsoft.com/office/drawing/2014/main" id="{AFC88681-5E83-4CD2-AB06-E587ABA73A56}"/>
                    </a:ext>
                  </a:extLst>
                </p:cNvPr>
                <p:cNvGrpSpPr/>
                <p:nvPr/>
              </p:nvGrpSpPr>
              <p:grpSpPr>
                <a:xfrm>
                  <a:off x="7287704" y="1099612"/>
                  <a:ext cx="36094" cy="95328"/>
                  <a:chOff x="7287704" y="1099612"/>
                  <a:chExt cx="36094" cy="95328"/>
                </a:xfrm>
                <a:solidFill>
                  <a:schemeClr val="accent1"/>
                </a:solidFill>
              </p:grpSpPr>
              <p:sp>
                <p:nvSpPr>
                  <p:cNvPr id="21857" name="Forme libre : forme 21856">
                    <a:extLst>
                      <a:ext uri="{FF2B5EF4-FFF2-40B4-BE49-F238E27FC236}">
                        <a16:creationId xmlns:a16="http://schemas.microsoft.com/office/drawing/2014/main" id="{A183DEB9-B109-4CE6-B2E9-9AC91A1A966C}"/>
                      </a:ext>
                    </a:extLst>
                  </p:cNvPr>
                  <p:cNvSpPr/>
                  <p:nvPr/>
                </p:nvSpPr>
                <p:spPr>
                  <a:xfrm>
                    <a:off x="7287704" y="1099612"/>
                    <a:ext cx="36094" cy="95328"/>
                  </a:xfrm>
                  <a:custGeom>
                    <a:avLst/>
                    <a:gdLst>
                      <a:gd name="connsiteX0" fmla="*/ 34977 w 36094"/>
                      <a:gd name="connsiteY0" fmla="*/ 30472 h 95328"/>
                      <a:gd name="connsiteX1" fmla="*/ 36041 w 36094"/>
                      <a:gd name="connsiteY1" fmla="*/ 46875 h 95328"/>
                      <a:gd name="connsiteX2" fmla="*/ 35332 w 36094"/>
                      <a:gd name="connsiteY2" fmla="*/ 64873 h 95328"/>
                      <a:gd name="connsiteX3" fmla="*/ 14806 w 36094"/>
                      <a:gd name="connsiteY3" fmla="*/ 94841 h 95328"/>
                      <a:gd name="connsiteX4" fmla="*/ 5719 w 36094"/>
                      <a:gd name="connsiteY4" fmla="*/ 90629 h 95328"/>
                      <a:gd name="connsiteX5" fmla="*/ 355 w 36094"/>
                      <a:gd name="connsiteY5" fmla="*/ 61548 h 95328"/>
                      <a:gd name="connsiteX6" fmla="*/ 0 w 36094"/>
                      <a:gd name="connsiteY6" fmla="*/ 33398 h 95328"/>
                      <a:gd name="connsiteX7" fmla="*/ 931 w 36094"/>
                      <a:gd name="connsiteY7" fmla="*/ 23025 h 95328"/>
                      <a:gd name="connsiteX8" fmla="*/ 3946 w 36094"/>
                      <a:gd name="connsiteY8" fmla="*/ 14114 h 95328"/>
                      <a:gd name="connsiteX9" fmla="*/ 14142 w 36094"/>
                      <a:gd name="connsiteY9" fmla="*/ 1835 h 95328"/>
                      <a:gd name="connsiteX10" fmla="*/ 23939 w 36094"/>
                      <a:gd name="connsiteY10" fmla="*/ 2056 h 95328"/>
                      <a:gd name="connsiteX11" fmla="*/ 31165 w 36094"/>
                      <a:gd name="connsiteY11" fmla="*/ 14646 h 95328"/>
                      <a:gd name="connsiteX12" fmla="*/ 33381 w 36094"/>
                      <a:gd name="connsiteY12" fmla="*/ 21606 h 95328"/>
                      <a:gd name="connsiteX13" fmla="*/ 34977 w 36094"/>
                      <a:gd name="connsiteY13" fmla="*/ 30472 h 9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6094" h="95328">
                        <a:moveTo>
                          <a:pt x="34977" y="30472"/>
                        </a:moveTo>
                        <a:cubicBezTo>
                          <a:pt x="35376" y="34152"/>
                          <a:pt x="35864" y="40314"/>
                          <a:pt x="36041" y="46875"/>
                        </a:cubicBezTo>
                        <a:cubicBezTo>
                          <a:pt x="36218" y="53436"/>
                          <a:pt x="35952" y="60351"/>
                          <a:pt x="35332" y="64873"/>
                        </a:cubicBezTo>
                        <a:cubicBezTo>
                          <a:pt x="33159" y="81941"/>
                          <a:pt x="24692" y="90629"/>
                          <a:pt x="14806" y="94841"/>
                        </a:cubicBezTo>
                        <a:cubicBezTo>
                          <a:pt x="11349" y="96392"/>
                          <a:pt x="6827" y="94043"/>
                          <a:pt x="5719" y="90629"/>
                        </a:cubicBezTo>
                        <a:cubicBezTo>
                          <a:pt x="2483" y="80611"/>
                          <a:pt x="177" y="73739"/>
                          <a:pt x="355" y="61548"/>
                        </a:cubicBezTo>
                        <a:cubicBezTo>
                          <a:pt x="576" y="55165"/>
                          <a:pt x="133" y="41333"/>
                          <a:pt x="0" y="33398"/>
                        </a:cubicBezTo>
                        <a:cubicBezTo>
                          <a:pt x="0" y="29674"/>
                          <a:pt x="266" y="26350"/>
                          <a:pt x="931" y="23025"/>
                        </a:cubicBezTo>
                        <a:cubicBezTo>
                          <a:pt x="1551" y="19789"/>
                          <a:pt x="2615" y="16464"/>
                          <a:pt x="3946" y="14114"/>
                        </a:cubicBezTo>
                        <a:cubicBezTo>
                          <a:pt x="6472" y="9016"/>
                          <a:pt x="10107" y="5292"/>
                          <a:pt x="14142" y="1835"/>
                        </a:cubicBezTo>
                        <a:cubicBezTo>
                          <a:pt x="16890" y="-604"/>
                          <a:pt x="21944" y="-692"/>
                          <a:pt x="23939" y="2056"/>
                        </a:cubicBezTo>
                        <a:cubicBezTo>
                          <a:pt x="27131" y="6046"/>
                          <a:pt x="29258" y="10124"/>
                          <a:pt x="31165" y="14646"/>
                        </a:cubicBezTo>
                        <a:cubicBezTo>
                          <a:pt x="32051" y="16907"/>
                          <a:pt x="32672" y="19390"/>
                          <a:pt x="33381" y="21606"/>
                        </a:cubicBezTo>
                        <a:cubicBezTo>
                          <a:pt x="34046" y="24089"/>
                          <a:pt x="34578" y="26970"/>
                          <a:pt x="34977" y="3047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58" name="Forme libre : forme 21857">
                    <a:extLst>
                      <a:ext uri="{FF2B5EF4-FFF2-40B4-BE49-F238E27FC236}">
                        <a16:creationId xmlns:a16="http://schemas.microsoft.com/office/drawing/2014/main" id="{179DB872-2978-4E34-8292-FDA591DDB0CF}"/>
                      </a:ext>
                    </a:extLst>
                  </p:cNvPr>
                  <p:cNvSpPr/>
                  <p:nvPr/>
                </p:nvSpPr>
                <p:spPr>
                  <a:xfrm>
                    <a:off x="7297989" y="1101580"/>
                    <a:ext cx="25737" cy="93333"/>
                  </a:xfrm>
                  <a:custGeom>
                    <a:avLst/>
                    <a:gdLst>
                      <a:gd name="connsiteX0" fmla="*/ 12812 w 25737"/>
                      <a:gd name="connsiteY0" fmla="*/ 56832 h 93333"/>
                      <a:gd name="connsiteX1" fmla="*/ 10107 w 25737"/>
                      <a:gd name="connsiteY1" fmla="*/ 77269 h 93333"/>
                      <a:gd name="connsiteX2" fmla="*/ 0 w 25737"/>
                      <a:gd name="connsiteY2" fmla="*/ 92962 h 93333"/>
                      <a:gd name="connsiteX3" fmla="*/ 4477 w 25737"/>
                      <a:gd name="connsiteY3" fmla="*/ 92873 h 93333"/>
                      <a:gd name="connsiteX4" fmla="*/ 9443 w 25737"/>
                      <a:gd name="connsiteY4" fmla="*/ 90302 h 93333"/>
                      <a:gd name="connsiteX5" fmla="*/ 21057 w 25737"/>
                      <a:gd name="connsiteY5" fmla="*/ 77092 h 93333"/>
                      <a:gd name="connsiteX6" fmla="*/ 25003 w 25737"/>
                      <a:gd name="connsiteY6" fmla="*/ 62950 h 93333"/>
                      <a:gd name="connsiteX7" fmla="*/ 25535 w 25737"/>
                      <a:gd name="connsiteY7" fmla="*/ 57098 h 93333"/>
                      <a:gd name="connsiteX8" fmla="*/ 24870 w 25737"/>
                      <a:gd name="connsiteY8" fmla="*/ 30854 h 93333"/>
                      <a:gd name="connsiteX9" fmla="*/ 24648 w 25737"/>
                      <a:gd name="connsiteY9" fmla="*/ 28549 h 93333"/>
                      <a:gd name="connsiteX10" fmla="*/ 22165 w 25737"/>
                      <a:gd name="connsiteY10" fmla="*/ 16801 h 93333"/>
                      <a:gd name="connsiteX11" fmla="*/ 19594 w 25737"/>
                      <a:gd name="connsiteY11" fmla="*/ 10107 h 93333"/>
                      <a:gd name="connsiteX12" fmla="*/ 16314 w 25737"/>
                      <a:gd name="connsiteY12" fmla="*/ 3945 h 93333"/>
                      <a:gd name="connsiteX13" fmla="*/ 13610 w 25737"/>
                      <a:gd name="connsiteY13" fmla="*/ 133 h 93333"/>
                      <a:gd name="connsiteX14" fmla="*/ 13477 w 25737"/>
                      <a:gd name="connsiteY14" fmla="*/ 0 h 93333"/>
                      <a:gd name="connsiteX15" fmla="*/ 11659 w 25737"/>
                      <a:gd name="connsiteY15" fmla="*/ 13876 h 93333"/>
                      <a:gd name="connsiteX16" fmla="*/ 11482 w 25737"/>
                      <a:gd name="connsiteY16" fmla="*/ 27884 h 93333"/>
                      <a:gd name="connsiteX17" fmla="*/ 12812 w 25737"/>
                      <a:gd name="connsiteY17" fmla="*/ 56832 h 93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5737" h="93333">
                        <a:moveTo>
                          <a:pt x="12812" y="56832"/>
                        </a:moveTo>
                        <a:cubicBezTo>
                          <a:pt x="12945" y="63571"/>
                          <a:pt x="12235" y="70796"/>
                          <a:pt x="10107" y="77269"/>
                        </a:cubicBezTo>
                        <a:cubicBezTo>
                          <a:pt x="8024" y="83786"/>
                          <a:pt x="4389" y="89416"/>
                          <a:pt x="0" y="92962"/>
                        </a:cubicBezTo>
                        <a:cubicBezTo>
                          <a:pt x="1463" y="93450"/>
                          <a:pt x="3059" y="93494"/>
                          <a:pt x="4477" y="92873"/>
                        </a:cubicBezTo>
                        <a:cubicBezTo>
                          <a:pt x="6206" y="92075"/>
                          <a:pt x="7891" y="91322"/>
                          <a:pt x="9443" y="90302"/>
                        </a:cubicBezTo>
                        <a:cubicBezTo>
                          <a:pt x="14008" y="87332"/>
                          <a:pt x="18131" y="83120"/>
                          <a:pt x="21057" y="77092"/>
                        </a:cubicBezTo>
                        <a:cubicBezTo>
                          <a:pt x="22919" y="73190"/>
                          <a:pt x="24338" y="68491"/>
                          <a:pt x="25003" y="62950"/>
                        </a:cubicBezTo>
                        <a:cubicBezTo>
                          <a:pt x="25224" y="61265"/>
                          <a:pt x="25402" y="59270"/>
                          <a:pt x="25535" y="57098"/>
                        </a:cubicBezTo>
                        <a:cubicBezTo>
                          <a:pt x="26067" y="48498"/>
                          <a:pt x="25446" y="37371"/>
                          <a:pt x="24870" y="30854"/>
                        </a:cubicBezTo>
                        <a:cubicBezTo>
                          <a:pt x="24781" y="30012"/>
                          <a:pt x="24692" y="29214"/>
                          <a:pt x="24648" y="28549"/>
                        </a:cubicBezTo>
                        <a:cubicBezTo>
                          <a:pt x="24116" y="23628"/>
                          <a:pt x="23229" y="19905"/>
                          <a:pt x="22165" y="16801"/>
                        </a:cubicBezTo>
                        <a:cubicBezTo>
                          <a:pt x="21500" y="14452"/>
                          <a:pt x="20658" y="12235"/>
                          <a:pt x="19594" y="10107"/>
                        </a:cubicBezTo>
                        <a:cubicBezTo>
                          <a:pt x="18619" y="7980"/>
                          <a:pt x="17555" y="5940"/>
                          <a:pt x="16314" y="3945"/>
                        </a:cubicBezTo>
                        <a:cubicBezTo>
                          <a:pt x="15471" y="2660"/>
                          <a:pt x="14585" y="1374"/>
                          <a:pt x="13610" y="133"/>
                        </a:cubicBezTo>
                        <a:lnTo>
                          <a:pt x="13477" y="0"/>
                        </a:lnTo>
                        <a:cubicBezTo>
                          <a:pt x="12767" y="4610"/>
                          <a:pt x="11969" y="9221"/>
                          <a:pt x="11659" y="13876"/>
                        </a:cubicBezTo>
                        <a:cubicBezTo>
                          <a:pt x="11127" y="18530"/>
                          <a:pt x="11304" y="23052"/>
                          <a:pt x="11482" y="27884"/>
                        </a:cubicBezTo>
                        <a:cubicBezTo>
                          <a:pt x="11881" y="37415"/>
                          <a:pt x="12679" y="47168"/>
                          <a:pt x="12812" y="5683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59" name="Forme libre : forme 21858">
                    <a:extLst>
                      <a:ext uri="{FF2B5EF4-FFF2-40B4-BE49-F238E27FC236}">
                        <a16:creationId xmlns:a16="http://schemas.microsoft.com/office/drawing/2014/main" id="{267999ED-90B9-4FF4-99C5-674DB216A1CE}"/>
                      </a:ext>
                    </a:extLst>
                  </p:cNvPr>
                  <p:cNvSpPr/>
                  <p:nvPr/>
                </p:nvSpPr>
                <p:spPr>
                  <a:xfrm>
                    <a:off x="7300733" y="1117848"/>
                    <a:ext cx="11578" cy="44422"/>
                  </a:xfrm>
                  <a:custGeom>
                    <a:avLst/>
                    <a:gdLst>
                      <a:gd name="connsiteX0" fmla="*/ 5058 w 11578"/>
                      <a:gd name="connsiteY0" fmla="*/ 1 h 44422"/>
                      <a:gd name="connsiteX1" fmla="*/ 9757 w 11578"/>
                      <a:gd name="connsiteY1" fmla="*/ 9089 h 44422"/>
                      <a:gd name="connsiteX2" fmla="*/ 11530 w 11578"/>
                      <a:gd name="connsiteY2" fmla="*/ 22787 h 44422"/>
                      <a:gd name="connsiteX3" fmla="*/ 10600 w 11578"/>
                      <a:gd name="connsiteY3" fmla="*/ 35909 h 44422"/>
                      <a:gd name="connsiteX4" fmla="*/ 5235 w 11578"/>
                      <a:gd name="connsiteY4" fmla="*/ 44421 h 44422"/>
                      <a:gd name="connsiteX5" fmla="*/ 4 w 11578"/>
                      <a:gd name="connsiteY5" fmla="*/ 23408 h 44422"/>
                      <a:gd name="connsiteX6" fmla="*/ 536 w 11578"/>
                      <a:gd name="connsiteY6" fmla="*/ 9710 h 44422"/>
                      <a:gd name="connsiteX7" fmla="*/ 5058 w 11578"/>
                      <a:gd name="connsiteY7" fmla="*/ 1 h 44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578" h="44422">
                        <a:moveTo>
                          <a:pt x="5058" y="1"/>
                        </a:moveTo>
                        <a:cubicBezTo>
                          <a:pt x="7408" y="90"/>
                          <a:pt x="8649" y="4168"/>
                          <a:pt x="9757" y="9089"/>
                        </a:cubicBezTo>
                        <a:cubicBezTo>
                          <a:pt x="10777" y="14010"/>
                          <a:pt x="11397" y="19817"/>
                          <a:pt x="11530" y="22787"/>
                        </a:cubicBezTo>
                        <a:cubicBezTo>
                          <a:pt x="11663" y="25758"/>
                          <a:pt x="11575" y="31166"/>
                          <a:pt x="10600" y="35909"/>
                        </a:cubicBezTo>
                        <a:cubicBezTo>
                          <a:pt x="9624" y="40653"/>
                          <a:pt x="7807" y="44510"/>
                          <a:pt x="5235" y="44421"/>
                        </a:cubicBezTo>
                        <a:cubicBezTo>
                          <a:pt x="359" y="44199"/>
                          <a:pt x="226" y="28905"/>
                          <a:pt x="4" y="23408"/>
                        </a:cubicBezTo>
                        <a:cubicBezTo>
                          <a:pt x="4" y="20704"/>
                          <a:pt x="-84" y="14941"/>
                          <a:pt x="536" y="9710"/>
                        </a:cubicBezTo>
                        <a:cubicBezTo>
                          <a:pt x="1113" y="4567"/>
                          <a:pt x="2709" y="-87"/>
                          <a:pt x="5058" y="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60" name="Forme libre : forme 21859">
                    <a:extLst>
                      <a:ext uri="{FF2B5EF4-FFF2-40B4-BE49-F238E27FC236}">
                        <a16:creationId xmlns:a16="http://schemas.microsoft.com/office/drawing/2014/main" id="{2ADC0E53-2D2D-4C7D-A320-0F79E75DE031}"/>
                      </a:ext>
                    </a:extLst>
                  </p:cNvPr>
                  <p:cNvSpPr/>
                  <p:nvPr/>
                </p:nvSpPr>
                <p:spPr>
                  <a:xfrm>
                    <a:off x="7301669" y="1130927"/>
                    <a:ext cx="10662" cy="31621"/>
                  </a:xfrm>
                  <a:custGeom>
                    <a:avLst/>
                    <a:gdLst>
                      <a:gd name="connsiteX0" fmla="*/ 0 w 10662"/>
                      <a:gd name="connsiteY0" fmla="*/ 21988 h 31621"/>
                      <a:gd name="connsiteX1" fmla="*/ 4300 w 10662"/>
                      <a:gd name="connsiteY1" fmla="*/ 31564 h 31621"/>
                      <a:gd name="connsiteX2" fmla="*/ 10595 w 10662"/>
                      <a:gd name="connsiteY2" fmla="*/ 9442 h 31621"/>
                      <a:gd name="connsiteX3" fmla="*/ 9354 w 10662"/>
                      <a:gd name="connsiteY3" fmla="*/ 0 h 31621"/>
                      <a:gd name="connsiteX4" fmla="*/ 9265 w 10662"/>
                      <a:gd name="connsiteY4" fmla="*/ 5054 h 31621"/>
                      <a:gd name="connsiteX5" fmla="*/ 0 w 10662"/>
                      <a:gd name="connsiteY5" fmla="*/ 21988 h 31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62" h="31621">
                        <a:moveTo>
                          <a:pt x="0" y="21988"/>
                        </a:moveTo>
                        <a:cubicBezTo>
                          <a:pt x="975" y="24737"/>
                          <a:pt x="1108" y="32362"/>
                          <a:pt x="4300" y="31564"/>
                        </a:cubicBezTo>
                        <a:cubicBezTo>
                          <a:pt x="9708" y="30278"/>
                          <a:pt x="10994" y="16890"/>
                          <a:pt x="10595" y="9442"/>
                        </a:cubicBezTo>
                        <a:cubicBezTo>
                          <a:pt x="10507" y="7226"/>
                          <a:pt x="9886" y="2394"/>
                          <a:pt x="9354" y="0"/>
                        </a:cubicBezTo>
                        <a:cubicBezTo>
                          <a:pt x="9354" y="1374"/>
                          <a:pt x="9487" y="3724"/>
                          <a:pt x="9265" y="5054"/>
                        </a:cubicBezTo>
                        <a:cubicBezTo>
                          <a:pt x="8113" y="12679"/>
                          <a:pt x="5674" y="21678"/>
                          <a:pt x="0" y="2198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61" name="Forme libre : forme 21860">
                    <a:extLst>
                      <a:ext uri="{FF2B5EF4-FFF2-40B4-BE49-F238E27FC236}">
                        <a16:creationId xmlns:a16="http://schemas.microsoft.com/office/drawing/2014/main" id="{1D36C3CB-8C63-4EC2-922A-A904046CB85A}"/>
                      </a:ext>
                    </a:extLst>
                  </p:cNvPr>
                  <p:cNvSpPr/>
                  <p:nvPr/>
                </p:nvSpPr>
                <p:spPr>
                  <a:xfrm>
                    <a:off x="7301845" y="1115433"/>
                    <a:ext cx="11835" cy="44666"/>
                  </a:xfrm>
                  <a:custGeom>
                    <a:avLst/>
                    <a:gdLst>
                      <a:gd name="connsiteX0" fmla="*/ 5321 w 11835"/>
                      <a:gd name="connsiteY0" fmla="*/ 111 h 44666"/>
                      <a:gd name="connsiteX1" fmla="*/ 9798 w 11835"/>
                      <a:gd name="connsiteY1" fmla="*/ 9686 h 44666"/>
                      <a:gd name="connsiteX2" fmla="*/ 11704 w 11835"/>
                      <a:gd name="connsiteY2" fmla="*/ 23074 h 44666"/>
                      <a:gd name="connsiteX3" fmla="*/ 10951 w 11835"/>
                      <a:gd name="connsiteY3" fmla="*/ 36152 h 44666"/>
                      <a:gd name="connsiteX4" fmla="*/ 5587 w 11835"/>
                      <a:gd name="connsiteY4" fmla="*/ 44663 h 44666"/>
                      <a:gd name="connsiteX5" fmla="*/ 1109 w 11835"/>
                      <a:gd name="connsiteY5" fmla="*/ 36152 h 44666"/>
                      <a:gd name="connsiteX6" fmla="*/ 90 w 11835"/>
                      <a:gd name="connsiteY6" fmla="*/ 23650 h 44666"/>
                      <a:gd name="connsiteX7" fmla="*/ 489 w 11835"/>
                      <a:gd name="connsiteY7" fmla="*/ 9420 h 44666"/>
                      <a:gd name="connsiteX8" fmla="*/ 5321 w 11835"/>
                      <a:gd name="connsiteY8" fmla="*/ 111 h 44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835" h="44666">
                        <a:moveTo>
                          <a:pt x="5321" y="111"/>
                        </a:moveTo>
                        <a:cubicBezTo>
                          <a:pt x="7581" y="1042"/>
                          <a:pt x="8734" y="5031"/>
                          <a:pt x="9798" y="9686"/>
                        </a:cubicBezTo>
                        <a:cubicBezTo>
                          <a:pt x="10818" y="14341"/>
                          <a:pt x="11483" y="19838"/>
                          <a:pt x="11704" y="23074"/>
                        </a:cubicBezTo>
                        <a:cubicBezTo>
                          <a:pt x="11970" y="26266"/>
                          <a:pt x="11882" y="31586"/>
                          <a:pt x="10951" y="36152"/>
                        </a:cubicBezTo>
                        <a:cubicBezTo>
                          <a:pt x="10020" y="40718"/>
                          <a:pt x="8202" y="44530"/>
                          <a:pt x="5587" y="44663"/>
                        </a:cubicBezTo>
                        <a:cubicBezTo>
                          <a:pt x="2927" y="44796"/>
                          <a:pt x="1818" y="40762"/>
                          <a:pt x="1109" y="36152"/>
                        </a:cubicBezTo>
                        <a:cubicBezTo>
                          <a:pt x="400" y="31497"/>
                          <a:pt x="223" y="26177"/>
                          <a:pt x="90" y="23650"/>
                        </a:cubicBezTo>
                        <a:cubicBezTo>
                          <a:pt x="1" y="21124"/>
                          <a:pt x="-176" y="14917"/>
                          <a:pt x="489" y="9420"/>
                        </a:cubicBezTo>
                        <a:cubicBezTo>
                          <a:pt x="1109" y="3790"/>
                          <a:pt x="3060" y="-776"/>
                          <a:pt x="5321" y="11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62" name="Forme libre : forme 21861">
                    <a:extLst>
                      <a:ext uri="{FF2B5EF4-FFF2-40B4-BE49-F238E27FC236}">
                        <a16:creationId xmlns:a16="http://schemas.microsoft.com/office/drawing/2014/main" id="{7431DA37-BA0A-4240-9CB3-78D73A0DB580}"/>
                      </a:ext>
                    </a:extLst>
                  </p:cNvPr>
                  <p:cNvSpPr/>
                  <p:nvPr/>
                </p:nvSpPr>
                <p:spPr>
                  <a:xfrm>
                    <a:off x="7295796" y="1127649"/>
                    <a:ext cx="24792" cy="55205"/>
                  </a:xfrm>
                  <a:custGeom>
                    <a:avLst/>
                    <a:gdLst>
                      <a:gd name="connsiteX0" fmla="*/ 7159 w 24792"/>
                      <a:gd name="connsiteY0" fmla="*/ 55189 h 55205"/>
                      <a:gd name="connsiteX1" fmla="*/ 14074 w 24792"/>
                      <a:gd name="connsiteY1" fmla="*/ 50889 h 55205"/>
                      <a:gd name="connsiteX2" fmla="*/ 24137 w 24792"/>
                      <a:gd name="connsiteY2" fmla="*/ 29876 h 55205"/>
                      <a:gd name="connsiteX3" fmla="*/ 22674 w 24792"/>
                      <a:gd name="connsiteY3" fmla="*/ 7400 h 55205"/>
                      <a:gd name="connsiteX4" fmla="*/ 15936 w 24792"/>
                      <a:gd name="connsiteY4" fmla="*/ 219 h 55205"/>
                      <a:gd name="connsiteX5" fmla="*/ 13542 w 24792"/>
                      <a:gd name="connsiteY5" fmla="*/ 7134 h 55205"/>
                      <a:gd name="connsiteX6" fmla="*/ 7469 w 24792"/>
                      <a:gd name="connsiteY6" fmla="*/ 26108 h 55205"/>
                      <a:gd name="connsiteX7" fmla="*/ 21 w 24792"/>
                      <a:gd name="connsiteY7" fmla="*/ 43619 h 55205"/>
                      <a:gd name="connsiteX8" fmla="*/ 7159 w 24792"/>
                      <a:gd name="connsiteY8" fmla="*/ 55189 h 55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792" h="55205">
                        <a:moveTo>
                          <a:pt x="7159" y="55189"/>
                        </a:moveTo>
                        <a:cubicBezTo>
                          <a:pt x="10262" y="54834"/>
                          <a:pt x="11547" y="53948"/>
                          <a:pt x="14074" y="50889"/>
                        </a:cubicBezTo>
                        <a:cubicBezTo>
                          <a:pt x="18862" y="44949"/>
                          <a:pt x="22541" y="39319"/>
                          <a:pt x="24137" y="29876"/>
                        </a:cubicBezTo>
                        <a:cubicBezTo>
                          <a:pt x="25467" y="21985"/>
                          <a:pt x="24669" y="13341"/>
                          <a:pt x="22674" y="7400"/>
                        </a:cubicBezTo>
                        <a:cubicBezTo>
                          <a:pt x="21167" y="2923"/>
                          <a:pt x="18685" y="-978"/>
                          <a:pt x="15936" y="219"/>
                        </a:cubicBezTo>
                        <a:cubicBezTo>
                          <a:pt x="14207" y="972"/>
                          <a:pt x="14207" y="4386"/>
                          <a:pt x="13542" y="7134"/>
                        </a:cubicBezTo>
                        <a:cubicBezTo>
                          <a:pt x="11991" y="13651"/>
                          <a:pt x="10749" y="20035"/>
                          <a:pt x="7469" y="26108"/>
                        </a:cubicBezTo>
                        <a:cubicBezTo>
                          <a:pt x="4632" y="31339"/>
                          <a:pt x="331" y="36393"/>
                          <a:pt x="21" y="43619"/>
                        </a:cubicBezTo>
                        <a:cubicBezTo>
                          <a:pt x="-289" y="50047"/>
                          <a:pt x="2814" y="55544"/>
                          <a:pt x="7159" y="5518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63" name="Forme libre : forme 21862">
                    <a:extLst>
                      <a:ext uri="{FF2B5EF4-FFF2-40B4-BE49-F238E27FC236}">
                        <a16:creationId xmlns:a16="http://schemas.microsoft.com/office/drawing/2014/main" id="{98EC99D8-0120-4CBC-8725-443993B834CF}"/>
                      </a:ext>
                    </a:extLst>
                  </p:cNvPr>
                  <p:cNvSpPr/>
                  <p:nvPr/>
                </p:nvSpPr>
                <p:spPr>
                  <a:xfrm>
                    <a:off x="7296967" y="1153888"/>
                    <a:ext cx="5012" cy="17570"/>
                  </a:xfrm>
                  <a:custGeom>
                    <a:avLst/>
                    <a:gdLst>
                      <a:gd name="connsiteX0" fmla="*/ 2263 w 5012"/>
                      <a:gd name="connsiteY0" fmla="*/ 15696 h 17570"/>
                      <a:gd name="connsiteX1" fmla="*/ 3194 w 5012"/>
                      <a:gd name="connsiteY1" fmla="*/ 17469 h 17570"/>
                      <a:gd name="connsiteX2" fmla="*/ 4524 w 5012"/>
                      <a:gd name="connsiteY2" fmla="*/ 16361 h 17570"/>
                      <a:gd name="connsiteX3" fmla="*/ 4968 w 5012"/>
                      <a:gd name="connsiteY3" fmla="*/ 13169 h 17570"/>
                      <a:gd name="connsiteX4" fmla="*/ 4613 w 5012"/>
                      <a:gd name="connsiteY4" fmla="*/ 5234 h 17570"/>
                      <a:gd name="connsiteX5" fmla="*/ 3992 w 5012"/>
                      <a:gd name="connsiteY5" fmla="*/ 2396 h 17570"/>
                      <a:gd name="connsiteX6" fmla="*/ 2 w 5012"/>
                      <a:gd name="connsiteY6" fmla="*/ 3948 h 17570"/>
                      <a:gd name="connsiteX7" fmla="*/ 2263 w 5012"/>
                      <a:gd name="connsiteY7" fmla="*/ 15696 h 17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012" h="17570">
                        <a:moveTo>
                          <a:pt x="2263" y="15696"/>
                        </a:moveTo>
                        <a:cubicBezTo>
                          <a:pt x="2485" y="16538"/>
                          <a:pt x="2662" y="17114"/>
                          <a:pt x="3194" y="17469"/>
                        </a:cubicBezTo>
                        <a:cubicBezTo>
                          <a:pt x="3726" y="17824"/>
                          <a:pt x="4169" y="17203"/>
                          <a:pt x="4524" y="16361"/>
                        </a:cubicBezTo>
                        <a:cubicBezTo>
                          <a:pt x="4834" y="15518"/>
                          <a:pt x="4923" y="14188"/>
                          <a:pt x="4968" y="13169"/>
                        </a:cubicBezTo>
                        <a:cubicBezTo>
                          <a:pt x="5100" y="10553"/>
                          <a:pt x="4923" y="7761"/>
                          <a:pt x="4613" y="5234"/>
                        </a:cubicBezTo>
                        <a:cubicBezTo>
                          <a:pt x="4435" y="4214"/>
                          <a:pt x="4347" y="3239"/>
                          <a:pt x="3992" y="2396"/>
                        </a:cubicBezTo>
                        <a:cubicBezTo>
                          <a:pt x="2485" y="-1061"/>
                          <a:pt x="-86" y="-973"/>
                          <a:pt x="2" y="3948"/>
                        </a:cubicBezTo>
                        <a:cubicBezTo>
                          <a:pt x="91" y="7761"/>
                          <a:pt x="1199" y="12327"/>
                          <a:pt x="2263" y="1569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64" name="Forme libre : forme 21863">
                    <a:extLst>
                      <a:ext uri="{FF2B5EF4-FFF2-40B4-BE49-F238E27FC236}">
                        <a16:creationId xmlns:a16="http://schemas.microsoft.com/office/drawing/2014/main" id="{B17C751A-9E88-4F40-AD5B-B61C8A0B0C56}"/>
                      </a:ext>
                    </a:extLst>
                  </p:cNvPr>
                  <p:cNvSpPr/>
                  <p:nvPr/>
                </p:nvSpPr>
                <p:spPr>
                  <a:xfrm>
                    <a:off x="7310180" y="1102688"/>
                    <a:ext cx="11659" cy="26332"/>
                  </a:xfrm>
                  <a:custGeom>
                    <a:avLst/>
                    <a:gdLst>
                      <a:gd name="connsiteX0" fmla="*/ 0 w 11659"/>
                      <a:gd name="connsiteY0" fmla="*/ 0 h 26332"/>
                      <a:gd name="connsiteX1" fmla="*/ 6738 w 11659"/>
                      <a:gd name="connsiteY1" fmla="*/ 12191 h 26332"/>
                      <a:gd name="connsiteX2" fmla="*/ 7980 w 11659"/>
                      <a:gd name="connsiteY2" fmla="*/ 15959 h 26332"/>
                      <a:gd name="connsiteX3" fmla="*/ 9265 w 11659"/>
                      <a:gd name="connsiteY3" fmla="*/ 19417 h 26332"/>
                      <a:gd name="connsiteX4" fmla="*/ 11659 w 11659"/>
                      <a:gd name="connsiteY4" fmla="*/ 26333 h 26332"/>
                      <a:gd name="connsiteX5" fmla="*/ 8955 w 11659"/>
                      <a:gd name="connsiteY5" fmla="*/ 19506 h 26332"/>
                      <a:gd name="connsiteX6" fmla="*/ 5985 w 11659"/>
                      <a:gd name="connsiteY6" fmla="*/ 12945 h 26332"/>
                      <a:gd name="connsiteX7" fmla="*/ 0 w 11659"/>
                      <a:gd name="connsiteY7" fmla="*/ 0 h 26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59" h="26332">
                        <a:moveTo>
                          <a:pt x="0" y="0"/>
                        </a:moveTo>
                        <a:cubicBezTo>
                          <a:pt x="3059" y="2438"/>
                          <a:pt x="4832" y="7226"/>
                          <a:pt x="6738" y="12191"/>
                        </a:cubicBezTo>
                        <a:cubicBezTo>
                          <a:pt x="7182" y="13432"/>
                          <a:pt x="7580" y="14718"/>
                          <a:pt x="7980" y="15959"/>
                        </a:cubicBezTo>
                        <a:cubicBezTo>
                          <a:pt x="8423" y="17156"/>
                          <a:pt x="8866" y="18309"/>
                          <a:pt x="9265" y="19417"/>
                        </a:cubicBezTo>
                        <a:cubicBezTo>
                          <a:pt x="10152" y="21944"/>
                          <a:pt x="10950" y="24293"/>
                          <a:pt x="11659" y="26333"/>
                        </a:cubicBezTo>
                        <a:cubicBezTo>
                          <a:pt x="10905" y="23983"/>
                          <a:pt x="9974" y="21678"/>
                          <a:pt x="8955" y="19506"/>
                        </a:cubicBezTo>
                        <a:cubicBezTo>
                          <a:pt x="7935" y="17378"/>
                          <a:pt x="6916" y="15338"/>
                          <a:pt x="5985" y="12945"/>
                        </a:cubicBezTo>
                        <a:cubicBezTo>
                          <a:pt x="3901" y="8423"/>
                          <a:pt x="1951" y="385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65" name="Forme libre : forme 21864">
                    <a:extLst>
                      <a:ext uri="{FF2B5EF4-FFF2-40B4-BE49-F238E27FC236}">
                        <a16:creationId xmlns:a16="http://schemas.microsoft.com/office/drawing/2014/main" id="{F9AA55ED-DB30-4771-A9E5-F52138393E4C}"/>
                      </a:ext>
                    </a:extLst>
                  </p:cNvPr>
                  <p:cNvSpPr/>
                  <p:nvPr/>
                </p:nvSpPr>
                <p:spPr>
                  <a:xfrm>
                    <a:off x="7289212" y="1160274"/>
                    <a:ext cx="5231" cy="29701"/>
                  </a:xfrm>
                  <a:custGeom>
                    <a:avLst/>
                    <a:gdLst>
                      <a:gd name="connsiteX0" fmla="*/ 0 w 5231"/>
                      <a:gd name="connsiteY0" fmla="*/ 0 h 29701"/>
                      <a:gd name="connsiteX1" fmla="*/ 5231 w 5231"/>
                      <a:gd name="connsiteY1" fmla="*/ 29702 h 29701"/>
                      <a:gd name="connsiteX2" fmla="*/ 0 w 5231"/>
                      <a:gd name="connsiteY2" fmla="*/ 0 h 29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231" h="29701">
                        <a:moveTo>
                          <a:pt x="0" y="0"/>
                        </a:moveTo>
                        <a:cubicBezTo>
                          <a:pt x="177" y="10905"/>
                          <a:pt x="3192" y="20215"/>
                          <a:pt x="5231" y="29702"/>
                        </a:cubicBezTo>
                        <a:cubicBezTo>
                          <a:pt x="3103" y="21013"/>
                          <a:pt x="1818" y="944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66" name="Forme libre : forme 21865">
                    <a:extLst>
                      <a:ext uri="{FF2B5EF4-FFF2-40B4-BE49-F238E27FC236}">
                        <a16:creationId xmlns:a16="http://schemas.microsoft.com/office/drawing/2014/main" id="{44FD3601-C5AC-4EAE-A759-BB33434849BD}"/>
                      </a:ext>
                    </a:extLst>
                  </p:cNvPr>
                  <p:cNvSpPr/>
                  <p:nvPr/>
                </p:nvSpPr>
                <p:spPr>
                  <a:xfrm>
                    <a:off x="7301850" y="1127935"/>
                    <a:ext cx="3845" cy="16498"/>
                  </a:xfrm>
                  <a:custGeom>
                    <a:avLst/>
                    <a:gdLst>
                      <a:gd name="connsiteX0" fmla="*/ 2567 w 3845"/>
                      <a:gd name="connsiteY0" fmla="*/ 110 h 16498"/>
                      <a:gd name="connsiteX1" fmla="*/ 3719 w 3845"/>
                      <a:gd name="connsiteY1" fmla="*/ 9774 h 16498"/>
                      <a:gd name="connsiteX2" fmla="*/ 1193 w 3845"/>
                      <a:gd name="connsiteY2" fmla="*/ 16335 h 16498"/>
                      <a:gd name="connsiteX3" fmla="*/ 217 w 3845"/>
                      <a:gd name="connsiteY3" fmla="*/ 7292 h 16498"/>
                      <a:gd name="connsiteX4" fmla="*/ 2567 w 3845"/>
                      <a:gd name="connsiteY4" fmla="*/ 110 h 16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45" h="16498">
                        <a:moveTo>
                          <a:pt x="2567" y="110"/>
                        </a:moveTo>
                        <a:cubicBezTo>
                          <a:pt x="4207" y="1130"/>
                          <a:pt x="3852" y="7735"/>
                          <a:pt x="3719" y="9774"/>
                        </a:cubicBezTo>
                        <a:cubicBezTo>
                          <a:pt x="3586" y="11814"/>
                          <a:pt x="2966" y="17532"/>
                          <a:pt x="1193" y="16335"/>
                        </a:cubicBezTo>
                        <a:cubicBezTo>
                          <a:pt x="-536" y="15183"/>
                          <a:pt x="84" y="9198"/>
                          <a:pt x="217" y="7292"/>
                        </a:cubicBezTo>
                        <a:cubicBezTo>
                          <a:pt x="350" y="5430"/>
                          <a:pt x="882" y="-909"/>
                          <a:pt x="2567" y="11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67" name="Forme libre : forme 21866">
                    <a:extLst>
                      <a:ext uri="{FF2B5EF4-FFF2-40B4-BE49-F238E27FC236}">
                        <a16:creationId xmlns:a16="http://schemas.microsoft.com/office/drawing/2014/main" id="{1B2613B1-EDA9-4F1B-AB99-9D6626AFE219}"/>
                      </a:ext>
                    </a:extLst>
                  </p:cNvPr>
                  <p:cNvSpPr/>
                  <p:nvPr/>
                </p:nvSpPr>
                <p:spPr>
                  <a:xfrm>
                    <a:off x="7303211" y="1125504"/>
                    <a:ext cx="1516" cy="4728"/>
                  </a:xfrm>
                  <a:custGeom>
                    <a:avLst/>
                    <a:gdLst>
                      <a:gd name="connsiteX0" fmla="*/ 675 w 1516"/>
                      <a:gd name="connsiteY0" fmla="*/ 14 h 4728"/>
                      <a:gd name="connsiteX1" fmla="*/ 1517 w 1516"/>
                      <a:gd name="connsiteY1" fmla="*/ 2142 h 4728"/>
                      <a:gd name="connsiteX2" fmla="*/ 852 w 1516"/>
                      <a:gd name="connsiteY2" fmla="*/ 4713 h 4728"/>
                      <a:gd name="connsiteX3" fmla="*/ 10 w 1516"/>
                      <a:gd name="connsiteY3" fmla="*/ 2674 h 4728"/>
                      <a:gd name="connsiteX4" fmla="*/ 675 w 1516"/>
                      <a:gd name="connsiteY4" fmla="*/ 14 h 4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" h="4728">
                        <a:moveTo>
                          <a:pt x="675" y="14"/>
                        </a:moveTo>
                        <a:cubicBezTo>
                          <a:pt x="1295" y="-163"/>
                          <a:pt x="1517" y="1344"/>
                          <a:pt x="1517" y="2142"/>
                        </a:cubicBezTo>
                        <a:cubicBezTo>
                          <a:pt x="1517" y="2940"/>
                          <a:pt x="1473" y="4536"/>
                          <a:pt x="852" y="4713"/>
                        </a:cubicBezTo>
                        <a:cubicBezTo>
                          <a:pt x="231" y="4891"/>
                          <a:pt x="10" y="3428"/>
                          <a:pt x="10" y="2674"/>
                        </a:cubicBezTo>
                        <a:cubicBezTo>
                          <a:pt x="-35" y="1832"/>
                          <a:pt x="54" y="192"/>
                          <a:pt x="675" y="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68" name="Forme libre : forme 21867">
                    <a:extLst>
                      <a:ext uri="{FF2B5EF4-FFF2-40B4-BE49-F238E27FC236}">
                        <a16:creationId xmlns:a16="http://schemas.microsoft.com/office/drawing/2014/main" id="{A4C374AF-DDCA-4CE8-B20D-213A2D2B4196}"/>
                      </a:ext>
                    </a:extLst>
                  </p:cNvPr>
                  <p:cNvSpPr/>
                  <p:nvPr/>
                </p:nvSpPr>
                <p:spPr>
                  <a:xfrm>
                    <a:off x="7290657" y="1103936"/>
                    <a:ext cx="17344" cy="40869"/>
                  </a:xfrm>
                  <a:custGeom>
                    <a:avLst/>
                    <a:gdLst>
                      <a:gd name="connsiteX0" fmla="*/ 7022 w 17344"/>
                      <a:gd name="connsiteY0" fmla="*/ 9525 h 40869"/>
                      <a:gd name="connsiteX1" fmla="*/ 15090 w 17344"/>
                      <a:gd name="connsiteY1" fmla="*/ 171 h 40869"/>
                      <a:gd name="connsiteX2" fmla="*/ 17307 w 17344"/>
                      <a:gd name="connsiteY2" fmla="*/ 3363 h 40869"/>
                      <a:gd name="connsiteX3" fmla="*/ 15134 w 17344"/>
                      <a:gd name="connsiteY3" fmla="*/ 7973 h 40869"/>
                      <a:gd name="connsiteX4" fmla="*/ 8485 w 17344"/>
                      <a:gd name="connsiteY4" fmla="*/ 22514 h 40869"/>
                      <a:gd name="connsiteX5" fmla="*/ 2367 w 17344"/>
                      <a:gd name="connsiteY5" fmla="*/ 40512 h 40869"/>
                      <a:gd name="connsiteX6" fmla="*/ 1392 w 17344"/>
                      <a:gd name="connsiteY6" fmla="*/ 19588 h 40869"/>
                      <a:gd name="connsiteX7" fmla="*/ 3963 w 17344"/>
                      <a:gd name="connsiteY7" fmla="*/ 13869 h 40869"/>
                      <a:gd name="connsiteX8" fmla="*/ 7022 w 17344"/>
                      <a:gd name="connsiteY8" fmla="*/ 9525 h 40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344" h="40869">
                        <a:moveTo>
                          <a:pt x="7022" y="9525"/>
                        </a:moveTo>
                        <a:cubicBezTo>
                          <a:pt x="9549" y="5136"/>
                          <a:pt x="11632" y="2210"/>
                          <a:pt x="15090" y="171"/>
                        </a:cubicBezTo>
                        <a:cubicBezTo>
                          <a:pt x="16376" y="-583"/>
                          <a:pt x="17573" y="1279"/>
                          <a:pt x="17307" y="3363"/>
                        </a:cubicBezTo>
                        <a:cubicBezTo>
                          <a:pt x="16996" y="5446"/>
                          <a:pt x="16065" y="6643"/>
                          <a:pt x="15134" y="7973"/>
                        </a:cubicBezTo>
                        <a:cubicBezTo>
                          <a:pt x="12164" y="12007"/>
                          <a:pt x="10036" y="17017"/>
                          <a:pt x="8485" y="22514"/>
                        </a:cubicBezTo>
                        <a:cubicBezTo>
                          <a:pt x="7465" y="26104"/>
                          <a:pt x="6091" y="43571"/>
                          <a:pt x="2367" y="40512"/>
                        </a:cubicBezTo>
                        <a:cubicBezTo>
                          <a:pt x="-1224" y="37719"/>
                          <a:pt x="-27" y="24686"/>
                          <a:pt x="1392" y="19588"/>
                        </a:cubicBezTo>
                        <a:cubicBezTo>
                          <a:pt x="2057" y="17194"/>
                          <a:pt x="3032" y="15421"/>
                          <a:pt x="3963" y="13869"/>
                        </a:cubicBezTo>
                        <a:cubicBezTo>
                          <a:pt x="4983" y="12362"/>
                          <a:pt x="6046" y="11165"/>
                          <a:pt x="7022" y="952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40" name="Graphique 2">
                  <a:extLst>
                    <a:ext uri="{FF2B5EF4-FFF2-40B4-BE49-F238E27FC236}">
                      <a16:creationId xmlns:a16="http://schemas.microsoft.com/office/drawing/2014/main" id="{E0B7F41C-B21C-458C-8B97-0359B14D1AAF}"/>
                    </a:ext>
                  </a:extLst>
                </p:cNvPr>
                <p:cNvGrpSpPr/>
                <p:nvPr/>
              </p:nvGrpSpPr>
              <p:grpSpPr>
                <a:xfrm>
                  <a:off x="7298284" y="1011581"/>
                  <a:ext cx="52760" cy="88144"/>
                  <a:chOff x="7298284" y="1011581"/>
                  <a:chExt cx="52760" cy="88144"/>
                </a:xfrm>
                <a:solidFill>
                  <a:schemeClr val="accent1"/>
                </a:solidFill>
              </p:grpSpPr>
              <p:sp>
                <p:nvSpPr>
                  <p:cNvPr id="21845" name="Forme libre : forme 21844">
                    <a:extLst>
                      <a:ext uri="{FF2B5EF4-FFF2-40B4-BE49-F238E27FC236}">
                        <a16:creationId xmlns:a16="http://schemas.microsoft.com/office/drawing/2014/main" id="{9AD94D20-74B7-4D1C-9D33-56729144713B}"/>
                      </a:ext>
                    </a:extLst>
                  </p:cNvPr>
                  <p:cNvSpPr/>
                  <p:nvPr/>
                </p:nvSpPr>
                <p:spPr>
                  <a:xfrm>
                    <a:off x="7298284" y="1011581"/>
                    <a:ext cx="52760" cy="88062"/>
                  </a:xfrm>
                  <a:custGeom>
                    <a:avLst/>
                    <a:gdLst>
                      <a:gd name="connsiteX0" fmla="*/ 47361 w 52760"/>
                      <a:gd name="connsiteY0" fmla="*/ 35782 h 88062"/>
                      <a:gd name="connsiteX1" fmla="*/ 35215 w 52760"/>
                      <a:gd name="connsiteY1" fmla="*/ 63045 h 88062"/>
                      <a:gd name="connsiteX2" fmla="*/ 30914 w 52760"/>
                      <a:gd name="connsiteY2" fmla="*/ 71335 h 88062"/>
                      <a:gd name="connsiteX3" fmla="*/ 26126 w 52760"/>
                      <a:gd name="connsiteY3" fmla="*/ 77630 h 88062"/>
                      <a:gd name="connsiteX4" fmla="*/ 14335 w 52760"/>
                      <a:gd name="connsiteY4" fmla="*/ 87073 h 88062"/>
                      <a:gd name="connsiteX5" fmla="*/ 4626 w 52760"/>
                      <a:gd name="connsiteY5" fmla="*/ 84546 h 88062"/>
                      <a:gd name="connsiteX6" fmla="*/ 2631 w 52760"/>
                      <a:gd name="connsiteY6" fmla="*/ 50012 h 88062"/>
                      <a:gd name="connsiteX7" fmla="*/ 15842 w 52760"/>
                      <a:gd name="connsiteY7" fmla="*/ 20355 h 88062"/>
                      <a:gd name="connsiteX8" fmla="*/ 22004 w 52760"/>
                      <a:gd name="connsiteY8" fmla="*/ 11843 h 88062"/>
                      <a:gd name="connsiteX9" fmla="*/ 28742 w 52760"/>
                      <a:gd name="connsiteY9" fmla="*/ 6125 h 88062"/>
                      <a:gd name="connsiteX10" fmla="*/ 43371 w 52760"/>
                      <a:gd name="connsiteY10" fmla="*/ 184 h 88062"/>
                      <a:gd name="connsiteX11" fmla="*/ 51972 w 52760"/>
                      <a:gd name="connsiteY11" fmla="*/ 4928 h 88062"/>
                      <a:gd name="connsiteX12" fmla="*/ 47361 w 52760"/>
                      <a:gd name="connsiteY12" fmla="*/ 35782 h 88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2760" h="88062">
                        <a:moveTo>
                          <a:pt x="47361" y="35782"/>
                        </a:moveTo>
                        <a:cubicBezTo>
                          <a:pt x="44347" y="42166"/>
                          <a:pt x="37919" y="56130"/>
                          <a:pt x="35215" y="63045"/>
                        </a:cubicBezTo>
                        <a:cubicBezTo>
                          <a:pt x="33707" y="66193"/>
                          <a:pt x="32422" y="68941"/>
                          <a:pt x="30914" y="71335"/>
                        </a:cubicBezTo>
                        <a:cubicBezTo>
                          <a:pt x="29363" y="73729"/>
                          <a:pt x="27767" y="75768"/>
                          <a:pt x="26126" y="77630"/>
                        </a:cubicBezTo>
                        <a:cubicBezTo>
                          <a:pt x="22669" y="81310"/>
                          <a:pt x="18812" y="84147"/>
                          <a:pt x="14335" y="87073"/>
                        </a:cubicBezTo>
                        <a:cubicBezTo>
                          <a:pt x="11231" y="89112"/>
                          <a:pt x="6266" y="87871"/>
                          <a:pt x="4626" y="84546"/>
                        </a:cubicBezTo>
                        <a:cubicBezTo>
                          <a:pt x="-295" y="74838"/>
                          <a:pt x="-1802" y="64464"/>
                          <a:pt x="2631" y="50012"/>
                        </a:cubicBezTo>
                        <a:cubicBezTo>
                          <a:pt x="4759" y="42210"/>
                          <a:pt x="11675" y="27536"/>
                          <a:pt x="15842" y="20355"/>
                        </a:cubicBezTo>
                        <a:cubicBezTo>
                          <a:pt x="17881" y="17030"/>
                          <a:pt x="19920" y="14237"/>
                          <a:pt x="22004" y="11843"/>
                        </a:cubicBezTo>
                        <a:cubicBezTo>
                          <a:pt x="24220" y="9538"/>
                          <a:pt x="26481" y="7676"/>
                          <a:pt x="28742" y="6125"/>
                        </a:cubicBezTo>
                        <a:cubicBezTo>
                          <a:pt x="33175" y="2977"/>
                          <a:pt x="38273" y="1470"/>
                          <a:pt x="43371" y="184"/>
                        </a:cubicBezTo>
                        <a:cubicBezTo>
                          <a:pt x="46962" y="-658"/>
                          <a:pt x="51351" y="1470"/>
                          <a:pt x="51972" y="4928"/>
                        </a:cubicBezTo>
                        <a:cubicBezTo>
                          <a:pt x="53700" y="15035"/>
                          <a:pt x="52769" y="23724"/>
                          <a:pt x="47361" y="3578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46" name="Forme libre : forme 21845">
                    <a:extLst>
                      <a:ext uri="{FF2B5EF4-FFF2-40B4-BE49-F238E27FC236}">
                        <a16:creationId xmlns:a16="http://schemas.microsoft.com/office/drawing/2014/main" id="{7B4ED602-B0E4-495A-B656-17611FC56B5E}"/>
                      </a:ext>
                    </a:extLst>
                  </p:cNvPr>
                  <p:cNvSpPr/>
                  <p:nvPr/>
                </p:nvSpPr>
                <p:spPr>
                  <a:xfrm>
                    <a:off x="7308097" y="1016464"/>
                    <a:ext cx="42793" cy="83261"/>
                  </a:xfrm>
                  <a:custGeom>
                    <a:avLst/>
                    <a:gdLst>
                      <a:gd name="connsiteX0" fmla="*/ 15294 w 42793"/>
                      <a:gd name="connsiteY0" fmla="*/ 49296 h 83261"/>
                      <a:gd name="connsiteX1" fmla="*/ 0 w 42793"/>
                      <a:gd name="connsiteY1" fmla="*/ 83209 h 83261"/>
                      <a:gd name="connsiteX2" fmla="*/ 4389 w 42793"/>
                      <a:gd name="connsiteY2" fmla="*/ 82278 h 83261"/>
                      <a:gd name="connsiteX3" fmla="*/ 8822 w 42793"/>
                      <a:gd name="connsiteY3" fmla="*/ 79219 h 83261"/>
                      <a:gd name="connsiteX4" fmla="*/ 19594 w 42793"/>
                      <a:gd name="connsiteY4" fmla="*/ 68580 h 83261"/>
                      <a:gd name="connsiteX5" fmla="*/ 25357 w 42793"/>
                      <a:gd name="connsiteY5" fmla="*/ 58207 h 83261"/>
                      <a:gd name="connsiteX6" fmla="*/ 27219 w 42793"/>
                      <a:gd name="connsiteY6" fmla="*/ 53773 h 83261"/>
                      <a:gd name="connsiteX7" fmla="*/ 31874 w 42793"/>
                      <a:gd name="connsiteY7" fmla="*/ 42957 h 83261"/>
                      <a:gd name="connsiteX8" fmla="*/ 36529 w 42793"/>
                      <a:gd name="connsiteY8" fmla="*/ 32938 h 83261"/>
                      <a:gd name="connsiteX9" fmla="*/ 37504 w 42793"/>
                      <a:gd name="connsiteY9" fmla="*/ 30943 h 83261"/>
                      <a:gd name="connsiteX10" fmla="*/ 41671 w 42793"/>
                      <a:gd name="connsiteY10" fmla="*/ 19195 h 83261"/>
                      <a:gd name="connsiteX11" fmla="*/ 42691 w 42793"/>
                      <a:gd name="connsiteY11" fmla="*/ 4832 h 83261"/>
                      <a:gd name="connsiteX12" fmla="*/ 42070 w 42793"/>
                      <a:gd name="connsiteY12" fmla="*/ 177 h 83261"/>
                      <a:gd name="connsiteX13" fmla="*/ 42026 w 42793"/>
                      <a:gd name="connsiteY13" fmla="*/ 0 h 83261"/>
                      <a:gd name="connsiteX14" fmla="*/ 15294 w 42793"/>
                      <a:gd name="connsiteY14" fmla="*/ 49296 h 83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2793" h="83261">
                        <a:moveTo>
                          <a:pt x="15294" y="49296"/>
                        </a:moveTo>
                        <a:cubicBezTo>
                          <a:pt x="11260" y="61487"/>
                          <a:pt x="7049" y="74343"/>
                          <a:pt x="0" y="83209"/>
                        </a:cubicBezTo>
                        <a:cubicBezTo>
                          <a:pt x="1552" y="83387"/>
                          <a:pt x="3103" y="83121"/>
                          <a:pt x="4389" y="82278"/>
                        </a:cubicBezTo>
                        <a:cubicBezTo>
                          <a:pt x="5940" y="81259"/>
                          <a:pt x="7403" y="80283"/>
                          <a:pt x="8822" y="79219"/>
                        </a:cubicBezTo>
                        <a:cubicBezTo>
                          <a:pt x="12812" y="76249"/>
                          <a:pt x="16491" y="73013"/>
                          <a:pt x="19594" y="68580"/>
                        </a:cubicBezTo>
                        <a:cubicBezTo>
                          <a:pt x="21767" y="65743"/>
                          <a:pt x="23407" y="62285"/>
                          <a:pt x="25357" y="58207"/>
                        </a:cubicBezTo>
                        <a:cubicBezTo>
                          <a:pt x="25889" y="56921"/>
                          <a:pt x="26554" y="55414"/>
                          <a:pt x="27219" y="53773"/>
                        </a:cubicBezTo>
                        <a:cubicBezTo>
                          <a:pt x="28594" y="50537"/>
                          <a:pt x="30278" y="46681"/>
                          <a:pt x="31874" y="42957"/>
                        </a:cubicBezTo>
                        <a:cubicBezTo>
                          <a:pt x="33603" y="39277"/>
                          <a:pt x="35243" y="35731"/>
                          <a:pt x="36529" y="32938"/>
                        </a:cubicBezTo>
                        <a:cubicBezTo>
                          <a:pt x="36883" y="32229"/>
                          <a:pt x="37194" y="31564"/>
                          <a:pt x="37504" y="30943"/>
                        </a:cubicBezTo>
                        <a:cubicBezTo>
                          <a:pt x="39455" y="26687"/>
                          <a:pt x="40696" y="22786"/>
                          <a:pt x="41671" y="19195"/>
                        </a:cubicBezTo>
                        <a:cubicBezTo>
                          <a:pt x="42735" y="14142"/>
                          <a:pt x="42957" y="9531"/>
                          <a:pt x="42691" y="4832"/>
                        </a:cubicBezTo>
                        <a:cubicBezTo>
                          <a:pt x="42558" y="3281"/>
                          <a:pt x="42336" y="1729"/>
                          <a:pt x="42070" y="177"/>
                        </a:cubicBezTo>
                        <a:lnTo>
                          <a:pt x="42026" y="0"/>
                        </a:lnTo>
                        <a:cubicBezTo>
                          <a:pt x="30677" y="14718"/>
                          <a:pt x="20969" y="31785"/>
                          <a:pt x="15294" y="4929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47" name="Forme libre : forme 21846">
                    <a:extLst>
                      <a:ext uri="{FF2B5EF4-FFF2-40B4-BE49-F238E27FC236}">
                        <a16:creationId xmlns:a16="http://schemas.microsoft.com/office/drawing/2014/main" id="{34D34F0E-69B0-4843-A538-913D2A2AE515}"/>
                      </a:ext>
                    </a:extLst>
                  </p:cNvPr>
                  <p:cNvSpPr/>
                  <p:nvPr/>
                </p:nvSpPr>
                <p:spPr>
                  <a:xfrm>
                    <a:off x="7315707" y="1027932"/>
                    <a:ext cx="22834" cy="40029"/>
                  </a:xfrm>
                  <a:custGeom>
                    <a:avLst/>
                    <a:gdLst>
                      <a:gd name="connsiteX0" fmla="*/ 21737 w 22834"/>
                      <a:gd name="connsiteY0" fmla="*/ 280 h 40029"/>
                      <a:gd name="connsiteX1" fmla="*/ 15929 w 22834"/>
                      <a:gd name="connsiteY1" fmla="*/ 23022 h 40029"/>
                      <a:gd name="connsiteX2" fmla="*/ 2009 w 22834"/>
                      <a:gd name="connsiteY2" fmla="*/ 39912 h 40029"/>
                      <a:gd name="connsiteX3" fmla="*/ 5467 w 22834"/>
                      <a:gd name="connsiteY3" fmla="*/ 18146 h 40029"/>
                      <a:gd name="connsiteX4" fmla="*/ 21737 w 22834"/>
                      <a:gd name="connsiteY4" fmla="*/ 280 h 40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34" h="40029">
                        <a:moveTo>
                          <a:pt x="21737" y="280"/>
                        </a:moveTo>
                        <a:cubicBezTo>
                          <a:pt x="25638" y="2586"/>
                          <a:pt x="18057" y="17702"/>
                          <a:pt x="15929" y="23022"/>
                        </a:cubicBezTo>
                        <a:cubicBezTo>
                          <a:pt x="13269" y="28032"/>
                          <a:pt x="6797" y="41419"/>
                          <a:pt x="2009" y="39912"/>
                        </a:cubicBezTo>
                        <a:cubicBezTo>
                          <a:pt x="-3000" y="38316"/>
                          <a:pt x="2586" y="23022"/>
                          <a:pt x="5467" y="18146"/>
                        </a:cubicBezTo>
                        <a:cubicBezTo>
                          <a:pt x="7772" y="13003"/>
                          <a:pt x="17481" y="-2247"/>
                          <a:pt x="21737" y="28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48" name="Forme libre : forme 21847">
                    <a:extLst>
                      <a:ext uri="{FF2B5EF4-FFF2-40B4-BE49-F238E27FC236}">
                        <a16:creationId xmlns:a16="http://schemas.microsoft.com/office/drawing/2014/main" id="{7992EE00-9988-487E-A383-61EBA2D87324}"/>
                      </a:ext>
                    </a:extLst>
                  </p:cNvPr>
                  <p:cNvSpPr/>
                  <p:nvPr/>
                </p:nvSpPr>
                <p:spPr>
                  <a:xfrm>
                    <a:off x="7315778" y="1042176"/>
                    <a:ext cx="19404" cy="25890"/>
                  </a:xfrm>
                  <a:custGeom>
                    <a:avLst/>
                    <a:gdLst>
                      <a:gd name="connsiteX0" fmla="*/ 1052 w 19404"/>
                      <a:gd name="connsiteY0" fmla="*/ 15250 h 25890"/>
                      <a:gd name="connsiteX1" fmla="*/ 1850 w 19404"/>
                      <a:gd name="connsiteY1" fmla="*/ 25889 h 25890"/>
                      <a:gd name="connsiteX2" fmla="*/ 15947 w 19404"/>
                      <a:gd name="connsiteY2" fmla="*/ 8556 h 25890"/>
                      <a:gd name="connsiteX3" fmla="*/ 19405 w 19404"/>
                      <a:gd name="connsiteY3" fmla="*/ 0 h 25890"/>
                      <a:gd name="connsiteX4" fmla="*/ 16834 w 19404"/>
                      <a:gd name="connsiteY4" fmla="*/ 4211 h 25890"/>
                      <a:gd name="connsiteX5" fmla="*/ 1052 w 19404"/>
                      <a:gd name="connsiteY5" fmla="*/ 15250 h 25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404" h="25890">
                        <a:moveTo>
                          <a:pt x="1052" y="15250"/>
                        </a:moveTo>
                        <a:cubicBezTo>
                          <a:pt x="608" y="18176"/>
                          <a:pt x="-1475" y="25801"/>
                          <a:pt x="1850" y="25889"/>
                        </a:cubicBezTo>
                        <a:cubicBezTo>
                          <a:pt x="7169" y="26022"/>
                          <a:pt x="12622" y="14895"/>
                          <a:pt x="15947" y="8556"/>
                        </a:cubicBezTo>
                        <a:cubicBezTo>
                          <a:pt x="16922" y="6694"/>
                          <a:pt x="18518" y="2217"/>
                          <a:pt x="19405" y="0"/>
                        </a:cubicBezTo>
                        <a:cubicBezTo>
                          <a:pt x="18651" y="1153"/>
                          <a:pt x="17631" y="3192"/>
                          <a:pt x="16834" y="4211"/>
                        </a:cubicBezTo>
                        <a:cubicBezTo>
                          <a:pt x="12090" y="9930"/>
                          <a:pt x="6416" y="16934"/>
                          <a:pt x="1052" y="1525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49" name="Forme libre : forme 21848">
                    <a:extLst>
                      <a:ext uri="{FF2B5EF4-FFF2-40B4-BE49-F238E27FC236}">
                        <a16:creationId xmlns:a16="http://schemas.microsoft.com/office/drawing/2014/main" id="{4B245B51-B6AB-4323-B3BF-E2B3E4768F6C}"/>
                      </a:ext>
                    </a:extLst>
                  </p:cNvPr>
                  <p:cNvSpPr/>
                  <p:nvPr/>
                </p:nvSpPr>
                <p:spPr>
                  <a:xfrm>
                    <a:off x="7317767" y="1026303"/>
                    <a:ext cx="22777" cy="39943"/>
                  </a:xfrm>
                  <a:custGeom>
                    <a:avLst/>
                    <a:gdLst>
                      <a:gd name="connsiteX0" fmla="*/ 21982 w 22777"/>
                      <a:gd name="connsiteY0" fmla="*/ 534 h 39943"/>
                      <a:gd name="connsiteX1" fmla="*/ 16041 w 22777"/>
                      <a:gd name="connsiteY1" fmla="*/ 23409 h 39943"/>
                      <a:gd name="connsiteX2" fmla="*/ 2033 w 22777"/>
                      <a:gd name="connsiteY2" fmla="*/ 39856 h 39943"/>
                      <a:gd name="connsiteX3" fmla="*/ 5668 w 22777"/>
                      <a:gd name="connsiteY3" fmla="*/ 18311 h 39943"/>
                      <a:gd name="connsiteX4" fmla="*/ 8594 w 22777"/>
                      <a:gd name="connsiteY4" fmla="*/ 12947 h 39943"/>
                      <a:gd name="connsiteX5" fmla="*/ 13293 w 22777"/>
                      <a:gd name="connsiteY5" fmla="*/ 6120 h 39943"/>
                      <a:gd name="connsiteX6" fmla="*/ 21982 w 22777"/>
                      <a:gd name="connsiteY6" fmla="*/ 534 h 39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777" h="39943">
                        <a:moveTo>
                          <a:pt x="21982" y="534"/>
                        </a:moveTo>
                        <a:cubicBezTo>
                          <a:pt x="25085" y="4214"/>
                          <a:pt x="18258" y="17734"/>
                          <a:pt x="16041" y="23409"/>
                        </a:cubicBezTo>
                        <a:cubicBezTo>
                          <a:pt x="13337" y="28862"/>
                          <a:pt x="6998" y="41097"/>
                          <a:pt x="2033" y="39856"/>
                        </a:cubicBezTo>
                        <a:cubicBezTo>
                          <a:pt x="-3198" y="38526"/>
                          <a:pt x="3008" y="22833"/>
                          <a:pt x="5668" y="18311"/>
                        </a:cubicBezTo>
                        <a:cubicBezTo>
                          <a:pt x="6289" y="17158"/>
                          <a:pt x="7220" y="15163"/>
                          <a:pt x="8594" y="12947"/>
                        </a:cubicBezTo>
                        <a:cubicBezTo>
                          <a:pt x="9968" y="10775"/>
                          <a:pt x="11608" y="8292"/>
                          <a:pt x="13293" y="6120"/>
                        </a:cubicBezTo>
                        <a:cubicBezTo>
                          <a:pt x="16618" y="1775"/>
                          <a:pt x="20386" y="-1283"/>
                          <a:pt x="21982" y="53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50" name="Forme libre : forme 21849">
                    <a:extLst>
                      <a:ext uri="{FF2B5EF4-FFF2-40B4-BE49-F238E27FC236}">
                        <a16:creationId xmlns:a16="http://schemas.microsoft.com/office/drawing/2014/main" id="{EF86781B-8A5A-407E-8FC2-80043AE1AC42}"/>
                      </a:ext>
                    </a:extLst>
                  </p:cNvPr>
                  <p:cNvSpPr/>
                  <p:nvPr/>
                </p:nvSpPr>
                <p:spPr>
                  <a:xfrm>
                    <a:off x="7305167" y="1039859"/>
                    <a:ext cx="34922" cy="47706"/>
                  </a:xfrm>
                  <a:custGeom>
                    <a:avLst/>
                    <a:gdLst>
                      <a:gd name="connsiteX0" fmla="*/ 6565 w 34922"/>
                      <a:gd name="connsiteY0" fmla="*/ 47668 h 47706"/>
                      <a:gd name="connsiteX1" fmla="*/ 13481 w 34922"/>
                      <a:gd name="connsiteY1" fmla="*/ 43900 h 47706"/>
                      <a:gd name="connsiteX2" fmla="*/ 20707 w 34922"/>
                      <a:gd name="connsiteY2" fmla="*/ 36896 h 47706"/>
                      <a:gd name="connsiteX3" fmla="*/ 27135 w 34922"/>
                      <a:gd name="connsiteY3" fmla="*/ 28162 h 47706"/>
                      <a:gd name="connsiteX4" fmla="*/ 31701 w 34922"/>
                      <a:gd name="connsiteY4" fmla="*/ 18720 h 47706"/>
                      <a:gd name="connsiteX5" fmla="*/ 34493 w 34922"/>
                      <a:gd name="connsiteY5" fmla="*/ 9366 h 47706"/>
                      <a:gd name="connsiteX6" fmla="*/ 32233 w 34922"/>
                      <a:gd name="connsiteY6" fmla="*/ 12 h 47706"/>
                      <a:gd name="connsiteX7" fmla="*/ 26647 w 34922"/>
                      <a:gd name="connsiteY7" fmla="*/ 4623 h 47706"/>
                      <a:gd name="connsiteX8" fmla="*/ 19997 w 34922"/>
                      <a:gd name="connsiteY8" fmla="*/ 11849 h 47706"/>
                      <a:gd name="connsiteX9" fmla="*/ 12816 w 34922"/>
                      <a:gd name="connsiteY9" fmla="*/ 18897 h 47706"/>
                      <a:gd name="connsiteX10" fmla="*/ 5634 w 34922"/>
                      <a:gd name="connsiteY10" fmla="*/ 25325 h 47706"/>
                      <a:gd name="connsiteX11" fmla="*/ 447 w 34922"/>
                      <a:gd name="connsiteY11" fmla="*/ 34989 h 47706"/>
                      <a:gd name="connsiteX12" fmla="*/ 6565 w 34922"/>
                      <a:gd name="connsiteY12" fmla="*/ 47668 h 47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4922" h="47706">
                        <a:moveTo>
                          <a:pt x="6565" y="47668"/>
                        </a:moveTo>
                        <a:cubicBezTo>
                          <a:pt x="9713" y="47313"/>
                          <a:pt x="10865" y="46515"/>
                          <a:pt x="13481" y="43900"/>
                        </a:cubicBezTo>
                        <a:cubicBezTo>
                          <a:pt x="16141" y="41506"/>
                          <a:pt x="18534" y="39334"/>
                          <a:pt x="20707" y="36896"/>
                        </a:cubicBezTo>
                        <a:cubicBezTo>
                          <a:pt x="22923" y="34457"/>
                          <a:pt x="25140" y="31753"/>
                          <a:pt x="27135" y="28162"/>
                        </a:cubicBezTo>
                        <a:cubicBezTo>
                          <a:pt x="28908" y="25192"/>
                          <a:pt x="30504" y="22000"/>
                          <a:pt x="31701" y="18720"/>
                        </a:cubicBezTo>
                        <a:cubicBezTo>
                          <a:pt x="32986" y="15528"/>
                          <a:pt x="34006" y="12336"/>
                          <a:pt x="34493" y="9366"/>
                        </a:cubicBezTo>
                        <a:cubicBezTo>
                          <a:pt x="35247" y="5022"/>
                          <a:pt x="35291" y="456"/>
                          <a:pt x="32233" y="12"/>
                        </a:cubicBezTo>
                        <a:cubicBezTo>
                          <a:pt x="30415" y="-209"/>
                          <a:pt x="28553" y="2628"/>
                          <a:pt x="26647" y="4623"/>
                        </a:cubicBezTo>
                        <a:cubicBezTo>
                          <a:pt x="24431" y="7016"/>
                          <a:pt x="22302" y="9455"/>
                          <a:pt x="19997" y="11849"/>
                        </a:cubicBezTo>
                        <a:cubicBezTo>
                          <a:pt x="17781" y="14242"/>
                          <a:pt x="15520" y="16636"/>
                          <a:pt x="12816" y="18897"/>
                        </a:cubicBezTo>
                        <a:cubicBezTo>
                          <a:pt x="10422" y="20803"/>
                          <a:pt x="7984" y="22843"/>
                          <a:pt x="5634" y="25325"/>
                        </a:cubicBezTo>
                        <a:cubicBezTo>
                          <a:pt x="3240" y="27808"/>
                          <a:pt x="1290" y="30911"/>
                          <a:pt x="447" y="34989"/>
                        </a:cubicBezTo>
                        <a:cubicBezTo>
                          <a:pt x="-1282" y="42348"/>
                          <a:pt x="2265" y="48244"/>
                          <a:pt x="6565" y="4766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51" name="Forme libre : forme 21850">
                    <a:extLst>
                      <a:ext uri="{FF2B5EF4-FFF2-40B4-BE49-F238E27FC236}">
                        <a16:creationId xmlns:a16="http://schemas.microsoft.com/office/drawing/2014/main" id="{F7B12E55-09A9-4503-81B9-A054DE58F025}"/>
                      </a:ext>
                    </a:extLst>
                  </p:cNvPr>
                  <p:cNvSpPr/>
                  <p:nvPr/>
                </p:nvSpPr>
                <p:spPr>
                  <a:xfrm>
                    <a:off x="7309137" y="1057153"/>
                    <a:ext cx="5658" cy="18646"/>
                  </a:xfrm>
                  <a:custGeom>
                    <a:avLst/>
                    <a:gdLst>
                      <a:gd name="connsiteX0" fmla="*/ 156 w 5658"/>
                      <a:gd name="connsiteY0" fmla="*/ 16453 h 18646"/>
                      <a:gd name="connsiteX1" fmla="*/ 732 w 5658"/>
                      <a:gd name="connsiteY1" fmla="*/ 18493 h 18646"/>
                      <a:gd name="connsiteX2" fmla="*/ 2240 w 5658"/>
                      <a:gd name="connsiteY2" fmla="*/ 17562 h 18646"/>
                      <a:gd name="connsiteX3" fmla="*/ 3348 w 5658"/>
                      <a:gd name="connsiteY3" fmla="*/ 14370 h 18646"/>
                      <a:gd name="connsiteX4" fmla="*/ 5298 w 5658"/>
                      <a:gd name="connsiteY4" fmla="*/ 6302 h 18646"/>
                      <a:gd name="connsiteX5" fmla="*/ 5653 w 5658"/>
                      <a:gd name="connsiteY5" fmla="*/ 3287 h 18646"/>
                      <a:gd name="connsiteX6" fmla="*/ 1353 w 5658"/>
                      <a:gd name="connsiteY6" fmla="*/ 3509 h 18646"/>
                      <a:gd name="connsiteX7" fmla="*/ 156 w 5658"/>
                      <a:gd name="connsiteY7" fmla="*/ 16453 h 18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58" h="18646">
                        <a:moveTo>
                          <a:pt x="156" y="16453"/>
                        </a:moveTo>
                        <a:cubicBezTo>
                          <a:pt x="245" y="17384"/>
                          <a:pt x="289" y="18049"/>
                          <a:pt x="732" y="18493"/>
                        </a:cubicBezTo>
                        <a:cubicBezTo>
                          <a:pt x="1176" y="18936"/>
                          <a:pt x="1752" y="18360"/>
                          <a:pt x="2240" y="17562"/>
                        </a:cubicBezTo>
                        <a:cubicBezTo>
                          <a:pt x="2683" y="16719"/>
                          <a:pt x="3082" y="15434"/>
                          <a:pt x="3348" y="14370"/>
                        </a:cubicBezTo>
                        <a:cubicBezTo>
                          <a:pt x="4057" y="11710"/>
                          <a:pt x="4855" y="8917"/>
                          <a:pt x="5298" y="6302"/>
                        </a:cubicBezTo>
                        <a:cubicBezTo>
                          <a:pt x="5476" y="5238"/>
                          <a:pt x="5697" y="4218"/>
                          <a:pt x="5653" y="3287"/>
                        </a:cubicBezTo>
                        <a:cubicBezTo>
                          <a:pt x="5609" y="-614"/>
                          <a:pt x="3082" y="-1634"/>
                          <a:pt x="1353" y="3509"/>
                        </a:cubicBezTo>
                        <a:cubicBezTo>
                          <a:pt x="112" y="7543"/>
                          <a:pt x="-243" y="12641"/>
                          <a:pt x="156" y="1645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52" name="Forme libre : forme 21851">
                    <a:extLst>
                      <a:ext uri="{FF2B5EF4-FFF2-40B4-BE49-F238E27FC236}">
                        <a16:creationId xmlns:a16="http://schemas.microsoft.com/office/drawing/2014/main" id="{0E1B18AE-AF8E-40F1-B15E-3F65BC480DF2}"/>
                      </a:ext>
                    </a:extLst>
                  </p:cNvPr>
                  <p:cNvSpPr/>
                  <p:nvPr/>
                </p:nvSpPr>
                <p:spPr>
                  <a:xfrm>
                    <a:off x="7345423" y="1016863"/>
                    <a:ext cx="3941" cy="29258"/>
                  </a:xfrm>
                  <a:custGeom>
                    <a:avLst/>
                    <a:gdLst>
                      <a:gd name="connsiteX0" fmla="*/ 2970 w 3941"/>
                      <a:gd name="connsiteY0" fmla="*/ 0 h 29258"/>
                      <a:gd name="connsiteX1" fmla="*/ 0 w 3941"/>
                      <a:gd name="connsiteY1" fmla="*/ 29258 h 29258"/>
                      <a:gd name="connsiteX2" fmla="*/ 2970 w 3941"/>
                      <a:gd name="connsiteY2" fmla="*/ 0 h 29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41" h="29258">
                        <a:moveTo>
                          <a:pt x="2970" y="0"/>
                        </a:moveTo>
                        <a:cubicBezTo>
                          <a:pt x="5851" y="7093"/>
                          <a:pt x="1551" y="20525"/>
                          <a:pt x="0" y="29258"/>
                        </a:cubicBezTo>
                        <a:cubicBezTo>
                          <a:pt x="1862" y="19860"/>
                          <a:pt x="2793" y="8689"/>
                          <a:pt x="29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53" name="Forme libre : forme 21852">
                    <a:extLst>
                      <a:ext uri="{FF2B5EF4-FFF2-40B4-BE49-F238E27FC236}">
                        <a16:creationId xmlns:a16="http://schemas.microsoft.com/office/drawing/2014/main" id="{386F9F06-6571-423B-A1CC-C7AE0BB0FA5E}"/>
                      </a:ext>
                    </a:extLst>
                  </p:cNvPr>
                  <p:cNvSpPr/>
                  <p:nvPr/>
                </p:nvSpPr>
                <p:spPr>
                  <a:xfrm>
                    <a:off x="7300039" y="1060972"/>
                    <a:ext cx="3801" cy="34799"/>
                  </a:xfrm>
                  <a:custGeom>
                    <a:avLst/>
                    <a:gdLst>
                      <a:gd name="connsiteX0" fmla="*/ 2250 w 3801"/>
                      <a:gd name="connsiteY0" fmla="*/ 0 h 34799"/>
                      <a:gd name="connsiteX1" fmla="*/ 3802 w 3801"/>
                      <a:gd name="connsiteY1" fmla="*/ 34800 h 34799"/>
                      <a:gd name="connsiteX2" fmla="*/ 2250 w 3801"/>
                      <a:gd name="connsiteY2" fmla="*/ 0 h 34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801" h="34799">
                        <a:moveTo>
                          <a:pt x="2250" y="0"/>
                        </a:moveTo>
                        <a:cubicBezTo>
                          <a:pt x="-1740" y="12723"/>
                          <a:pt x="78" y="25446"/>
                          <a:pt x="3802" y="34800"/>
                        </a:cubicBezTo>
                        <a:cubicBezTo>
                          <a:pt x="-188" y="26244"/>
                          <a:pt x="211" y="11216"/>
                          <a:pt x="22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54" name="Forme libre : forme 21853">
                    <a:extLst>
                      <a:ext uri="{FF2B5EF4-FFF2-40B4-BE49-F238E27FC236}">
                        <a16:creationId xmlns:a16="http://schemas.microsoft.com/office/drawing/2014/main" id="{B663F227-FE61-477A-97E6-BCD27997707A}"/>
                      </a:ext>
                    </a:extLst>
                  </p:cNvPr>
                  <p:cNvSpPr/>
                  <p:nvPr/>
                </p:nvSpPr>
                <p:spPr>
                  <a:xfrm>
                    <a:off x="7321567" y="1035927"/>
                    <a:ext cx="9581" cy="14326"/>
                  </a:xfrm>
                  <a:custGeom>
                    <a:avLst/>
                    <a:gdLst>
                      <a:gd name="connsiteX0" fmla="*/ 9449 w 9581"/>
                      <a:gd name="connsiteY0" fmla="*/ 353 h 14326"/>
                      <a:gd name="connsiteX1" fmla="*/ 5548 w 9581"/>
                      <a:gd name="connsiteY1" fmla="*/ 9264 h 14326"/>
                      <a:gd name="connsiteX2" fmla="*/ 184 w 9581"/>
                      <a:gd name="connsiteY2" fmla="*/ 13918 h 14326"/>
                      <a:gd name="connsiteX3" fmla="*/ 3686 w 9581"/>
                      <a:gd name="connsiteY3" fmla="*/ 5362 h 14326"/>
                      <a:gd name="connsiteX4" fmla="*/ 9449 w 9581"/>
                      <a:gd name="connsiteY4" fmla="*/ 353 h 14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81" h="14326">
                        <a:moveTo>
                          <a:pt x="9449" y="353"/>
                        </a:moveTo>
                        <a:cubicBezTo>
                          <a:pt x="10336" y="2082"/>
                          <a:pt x="6523" y="7490"/>
                          <a:pt x="5548" y="9264"/>
                        </a:cubicBezTo>
                        <a:cubicBezTo>
                          <a:pt x="4484" y="10992"/>
                          <a:pt x="1159" y="15736"/>
                          <a:pt x="184" y="13918"/>
                        </a:cubicBezTo>
                        <a:cubicBezTo>
                          <a:pt x="-835" y="12101"/>
                          <a:pt x="2667" y="6958"/>
                          <a:pt x="3686" y="5362"/>
                        </a:cubicBezTo>
                        <a:cubicBezTo>
                          <a:pt x="4706" y="3722"/>
                          <a:pt x="8607" y="-1376"/>
                          <a:pt x="9449" y="35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55" name="Forme libre : forme 21854">
                    <a:extLst>
                      <a:ext uri="{FF2B5EF4-FFF2-40B4-BE49-F238E27FC236}">
                        <a16:creationId xmlns:a16="http://schemas.microsoft.com/office/drawing/2014/main" id="{16E34AFB-4A6C-4AFC-A774-3F0F5CD72959}"/>
                      </a:ext>
                    </a:extLst>
                  </p:cNvPr>
                  <p:cNvSpPr/>
                  <p:nvPr/>
                </p:nvSpPr>
                <p:spPr>
                  <a:xfrm>
                    <a:off x="7329349" y="1033826"/>
                    <a:ext cx="2817" cy="4118"/>
                  </a:xfrm>
                  <a:custGeom>
                    <a:avLst/>
                    <a:gdLst>
                      <a:gd name="connsiteX0" fmla="*/ 2554 w 2817"/>
                      <a:gd name="connsiteY0" fmla="*/ 16 h 4118"/>
                      <a:gd name="connsiteX1" fmla="*/ 2199 w 2817"/>
                      <a:gd name="connsiteY1" fmla="*/ 2277 h 4118"/>
                      <a:gd name="connsiteX2" fmla="*/ 293 w 2817"/>
                      <a:gd name="connsiteY2" fmla="*/ 4094 h 4118"/>
                      <a:gd name="connsiteX3" fmla="*/ 647 w 2817"/>
                      <a:gd name="connsiteY3" fmla="*/ 1878 h 4118"/>
                      <a:gd name="connsiteX4" fmla="*/ 2554 w 2817"/>
                      <a:gd name="connsiteY4" fmla="*/ 16 h 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17" h="4118">
                        <a:moveTo>
                          <a:pt x="2554" y="16"/>
                        </a:moveTo>
                        <a:cubicBezTo>
                          <a:pt x="3174" y="193"/>
                          <a:pt x="2554" y="1612"/>
                          <a:pt x="2199" y="2277"/>
                        </a:cubicBezTo>
                        <a:cubicBezTo>
                          <a:pt x="1800" y="2941"/>
                          <a:pt x="958" y="4316"/>
                          <a:pt x="293" y="4094"/>
                        </a:cubicBezTo>
                        <a:cubicBezTo>
                          <a:pt x="-372" y="3917"/>
                          <a:pt x="249" y="2587"/>
                          <a:pt x="647" y="1878"/>
                        </a:cubicBezTo>
                        <a:cubicBezTo>
                          <a:pt x="1002" y="1213"/>
                          <a:pt x="1933" y="-162"/>
                          <a:pt x="2554" y="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56" name="Forme libre : forme 21855">
                    <a:extLst>
                      <a:ext uri="{FF2B5EF4-FFF2-40B4-BE49-F238E27FC236}">
                        <a16:creationId xmlns:a16="http://schemas.microsoft.com/office/drawing/2014/main" id="{DC8115E0-C0E7-441C-8E75-0C971F1A8409}"/>
                      </a:ext>
                    </a:extLst>
                  </p:cNvPr>
                  <p:cNvSpPr/>
                  <p:nvPr/>
                </p:nvSpPr>
                <p:spPr>
                  <a:xfrm>
                    <a:off x="7312498" y="1016064"/>
                    <a:ext cx="32632" cy="30258"/>
                  </a:xfrm>
                  <a:custGeom>
                    <a:avLst/>
                    <a:gdLst>
                      <a:gd name="connsiteX0" fmla="*/ 19892 w 32632"/>
                      <a:gd name="connsiteY0" fmla="*/ 4389 h 30258"/>
                      <a:gd name="connsiteX1" fmla="*/ 31374 w 32632"/>
                      <a:gd name="connsiteY1" fmla="*/ 1 h 30258"/>
                      <a:gd name="connsiteX2" fmla="*/ 31862 w 32632"/>
                      <a:gd name="connsiteY2" fmla="*/ 3858 h 30258"/>
                      <a:gd name="connsiteX3" fmla="*/ 27739 w 32632"/>
                      <a:gd name="connsiteY3" fmla="*/ 6916 h 30258"/>
                      <a:gd name="connsiteX4" fmla="*/ 14883 w 32632"/>
                      <a:gd name="connsiteY4" fmla="*/ 16137 h 30258"/>
                      <a:gd name="connsiteX5" fmla="*/ 254 w 32632"/>
                      <a:gd name="connsiteY5" fmla="*/ 29481 h 30258"/>
                      <a:gd name="connsiteX6" fmla="*/ 3135 w 32632"/>
                      <a:gd name="connsiteY6" fmla="*/ 19196 h 30258"/>
                      <a:gd name="connsiteX7" fmla="*/ 10317 w 32632"/>
                      <a:gd name="connsiteY7" fmla="*/ 9975 h 30258"/>
                      <a:gd name="connsiteX8" fmla="*/ 19892 w 32632"/>
                      <a:gd name="connsiteY8" fmla="*/ 4389 h 30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632" h="30258">
                        <a:moveTo>
                          <a:pt x="19892" y="4389"/>
                        </a:moveTo>
                        <a:cubicBezTo>
                          <a:pt x="24015" y="1774"/>
                          <a:pt x="27428" y="222"/>
                          <a:pt x="31374" y="1"/>
                        </a:cubicBezTo>
                        <a:cubicBezTo>
                          <a:pt x="32837" y="-44"/>
                          <a:pt x="33059" y="2129"/>
                          <a:pt x="31862" y="3858"/>
                        </a:cubicBezTo>
                        <a:cubicBezTo>
                          <a:pt x="30665" y="5586"/>
                          <a:pt x="29157" y="6163"/>
                          <a:pt x="27739" y="6916"/>
                        </a:cubicBezTo>
                        <a:cubicBezTo>
                          <a:pt x="23350" y="9266"/>
                          <a:pt x="18961" y="12236"/>
                          <a:pt x="14883" y="16137"/>
                        </a:cubicBezTo>
                        <a:cubicBezTo>
                          <a:pt x="12001" y="18354"/>
                          <a:pt x="2027" y="33870"/>
                          <a:pt x="254" y="29481"/>
                        </a:cubicBezTo>
                        <a:cubicBezTo>
                          <a:pt x="-633" y="27220"/>
                          <a:pt x="919" y="23141"/>
                          <a:pt x="3135" y="19196"/>
                        </a:cubicBezTo>
                        <a:cubicBezTo>
                          <a:pt x="5485" y="15295"/>
                          <a:pt x="8544" y="11660"/>
                          <a:pt x="10317" y="9975"/>
                        </a:cubicBezTo>
                        <a:cubicBezTo>
                          <a:pt x="13908" y="6695"/>
                          <a:pt x="16700" y="6340"/>
                          <a:pt x="19892" y="438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41" name="Graphique 2">
                  <a:extLst>
                    <a:ext uri="{FF2B5EF4-FFF2-40B4-BE49-F238E27FC236}">
                      <a16:creationId xmlns:a16="http://schemas.microsoft.com/office/drawing/2014/main" id="{873D5914-ADAE-46BF-A3AD-A5F0826D5F16}"/>
                    </a:ext>
                  </a:extLst>
                </p:cNvPr>
                <p:cNvGrpSpPr/>
                <p:nvPr/>
              </p:nvGrpSpPr>
              <p:grpSpPr>
                <a:xfrm>
                  <a:off x="7344977" y="955104"/>
                  <a:ext cx="84214" cy="59385"/>
                  <a:chOff x="7344977" y="955104"/>
                  <a:chExt cx="84214" cy="59385"/>
                </a:xfrm>
                <a:solidFill>
                  <a:schemeClr val="accent1"/>
                </a:solidFill>
              </p:grpSpPr>
              <p:sp>
                <p:nvSpPr>
                  <p:cNvPr id="21833" name="Forme libre : forme 21832">
                    <a:extLst>
                      <a:ext uri="{FF2B5EF4-FFF2-40B4-BE49-F238E27FC236}">
                        <a16:creationId xmlns:a16="http://schemas.microsoft.com/office/drawing/2014/main" id="{46349429-A42B-4320-A1B4-6444A3736950}"/>
                      </a:ext>
                    </a:extLst>
                  </p:cNvPr>
                  <p:cNvSpPr/>
                  <p:nvPr/>
                </p:nvSpPr>
                <p:spPr>
                  <a:xfrm>
                    <a:off x="7344977" y="955104"/>
                    <a:ext cx="84214" cy="59385"/>
                  </a:xfrm>
                  <a:custGeom>
                    <a:avLst/>
                    <a:gdLst>
                      <a:gd name="connsiteX0" fmla="*/ 60205 w 84214"/>
                      <a:gd name="connsiteY0" fmla="*/ 34806 h 59385"/>
                      <a:gd name="connsiteX1" fmla="*/ 36754 w 84214"/>
                      <a:gd name="connsiteY1" fmla="*/ 48992 h 59385"/>
                      <a:gd name="connsiteX2" fmla="*/ 29173 w 84214"/>
                      <a:gd name="connsiteY2" fmla="*/ 53602 h 59385"/>
                      <a:gd name="connsiteX3" fmla="*/ 22169 w 84214"/>
                      <a:gd name="connsiteY3" fmla="*/ 56661 h 59385"/>
                      <a:gd name="connsiteX4" fmla="*/ 7407 w 84214"/>
                      <a:gd name="connsiteY4" fmla="*/ 59365 h 59385"/>
                      <a:gd name="connsiteX5" fmla="*/ 3 w 84214"/>
                      <a:gd name="connsiteY5" fmla="*/ 52627 h 59385"/>
                      <a:gd name="connsiteX6" fmla="*/ 3506 w 84214"/>
                      <a:gd name="connsiteY6" fmla="*/ 36712 h 59385"/>
                      <a:gd name="connsiteX7" fmla="*/ 8205 w 84214"/>
                      <a:gd name="connsiteY7" fmla="*/ 28777 h 59385"/>
                      <a:gd name="connsiteX8" fmla="*/ 15652 w 84214"/>
                      <a:gd name="connsiteY8" fmla="*/ 20886 h 59385"/>
                      <a:gd name="connsiteX9" fmla="*/ 21814 w 84214"/>
                      <a:gd name="connsiteY9" fmla="*/ 16187 h 59385"/>
                      <a:gd name="connsiteX10" fmla="*/ 29661 w 84214"/>
                      <a:gd name="connsiteY10" fmla="*/ 10956 h 59385"/>
                      <a:gd name="connsiteX11" fmla="*/ 37995 w 84214"/>
                      <a:gd name="connsiteY11" fmla="*/ 6301 h 59385"/>
                      <a:gd name="connsiteX12" fmla="*/ 45310 w 84214"/>
                      <a:gd name="connsiteY12" fmla="*/ 3065 h 59385"/>
                      <a:gd name="connsiteX13" fmla="*/ 81262 w 84214"/>
                      <a:gd name="connsiteY13" fmla="*/ 7276 h 59385"/>
                      <a:gd name="connsiteX14" fmla="*/ 82947 w 84214"/>
                      <a:gd name="connsiteY14" fmla="*/ 16940 h 59385"/>
                      <a:gd name="connsiteX15" fmla="*/ 73017 w 84214"/>
                      <a:gd name="connsiteY15" fmla="*/ 26737 h 59385"/>
                      <a:gd name="connsiteX16" fmla="*/ 60205 w 84214"/>
                      <a:gd name="connsiteY16" fmla="*/ 34806 h 59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4214" h="59385">
                        <a:moveTo>
                          <a:pt x="60205" y="34806"/>
                        </a:moveTo>
                        <a:cubicBezTo>
                          <a:pt x="54264" y="37377"/>
                          <a:pt x="42428" y="44957"/>
                          <a:pt x="36754" y="48992"/>
                        </a:cubicBezTo>
                        <a:cubicBezTo>
                          <a:pt x="34138" y="50942"/>
                          <a:pt x="31656" y="52405"/>
                          <a:pt x="29173" y="53602"/>
                        </a:cubicBezTo>
                        <a:cubicBezTo>
                          <a:pt x="26824" y="54976"/>
                          <a:pt x="24519" y="55952"/>
                          <a:pt x="22169" y="56661"/>
                        </a:cubicBezTo>
                        <a:cubicBezTo>
                          <a:pt x="17337" y="58035"/>
                          <a:pt x="12859" y="58966"/>
                          <a:pt x="7407" y="59365"/>
                        </a:cubicBezTo>
                        <a:cubicBezTo>
                          <a:pt x="3683" y="59675"/>
                          <a:pt x="-129" y="56351"/>
                          <a:pt x="3" y="52627"/>
                        </a:cubicBezTo>
                        <a:cubicBezTo>
                          <a:pt x="225" y="47307"/>
                          <a:pt x="934" y="41854"/>
                          <a:pt x="3506" y="36712"/>
                        </a:cubicBezTo>
                        <a:cubicBezTo>
                          <a:pt x="4747" y="34141"/>
                          <a:pt x="6165" y="31392"/>
                          <a:pt x="8205" y="28777"/>
                        </a:cubicBezTo>
                        <a:cubicBezTo>
                          <a:pt x="10288" y="26205"/>
                          <a:pt x="12771" y="23590"/>
                          <a:pt x="15652" y="20886"/>
                        </a:cubicBezTo>
                        <a:cubicBezTo>
                          <a:pt x="17204" y="19467"/>
                          <a:pt x="19420" y="17916"/>
                          <a:pt x="21814" y="16187"/>
                        </a:cubicBezTo>
                        <a:cubicBezTo>
                          <a:pt x="24208" y="14458"/>
                          <a:pt x="26735" y="12463"/>
                          <a:pt x="29661" y="10956"/>
                        </a:cubicBezTo>
                        <a:cubicBezTo>
                          <a:pt x="32498" y="9360"/>
                          <a:pt x="35379" y="7764"/>
                          <a:pt x="37995" y="6301"/>
                        </a:cubicBezTo>
                        <a:cubicBezTo>
                          <a:pt x="40699" y="5015"/>
                          <a:pt x="43226" y="3907"/>
                          <a:pt x="45310" y="3065"/>
                        </a:cubicBezTo>
                        <a:cubicBezTo>
                          <a:pt x="61269" y="-3009"/>
                          <a:pt x="72706" y="759"/>
                          <a:pt x="81262" y="7276"/>
                        </a:cubicBezTo>
                        <a:cubicBezTo>
                          <a:pt x="84321" y="9581"/>
                          <a:pt x="85208" y="14458"/>
                          <a:pt x="82947" y="16940"/>
                        </a:cubicBezTo>
                        <a:cubicBezTo>
                          <a:pt x="79666" y="20664"/>
                          <a:pt x="76519" y="23856"/>
                          <a:pt x="73017" y="26737"/>
                        </a:cubicBezTo>
                        <a:cubicBezTo>
                          <a:pt x="69426" y="29575"/>
                          <a:pt x="65480" y="32057"/>
                          <a:pt x="60205" y="3480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34" name="Forme libre : forme 21833">
                    <a:extLst>
                      <a:ext uri="{FF2B5EF4-FFF2-40B4-BE49-F238E27FC236}">
                        <a16:creationId xmlns:a16="http://schemas.microsoft.com/office/drawing/2014/main" id="{5DE0CE8D-BA07-4EC0-B221-B0522237F045}"/>
                      </a:ext>
                    </a:extLst>
                  </p:cNvPr>
                  <p:cNvSpPr/>
                  <p:nvPr/>
                </p:nvSpPr>
                <p:spPr>
                  <a:xfrm>
                    <a:off x="7347950" y="971907"/>
                    <a:ext cx="80061" cy="42539"/>
                  </a:xfrm>
                  <a:custGeom>
                    <a:avLst/>
                    <a:gdLst>
                      <a:gd name="connsiteX0" fmla="*/ 29746 w 80061"/>
                      <a:gd name="connsiteY0" fmla="*/ 19466 h 42539"/>
                      <a:gd name="connsiteX1" fmla="*/ 0 w 80061"/>
                      <a:gd name="connsiteY1" fmla="*/ 41276 h 42539"/>
                      <a:gd name="connsiteX2" fmla="*/ 4345 w 80061"/>
                      <a:gd name="connsiteY2" fmla="*/ 42518 h 42539"/>
                      <a:gd name="connsiteX3" fmla="*/ 9708 w 80061"/>
                      <a:gd name="connsiteY3" fmla="*/ 41941 h 42539"/>
                      <a:gd name="connsiteX4" fmla="*/ 16890 w 80061"/>
                      <a:gd name="connsiteY4" fmla="*/ 40434 h 42539"/>
                      <a:gd name="connsiteX5" fmla="*/ 24028 w 80061"/>
                      <a:gd name="connsiteY5" fmla="*/ 37907 h 42539"/>
                      <a:gd name="connsiteX6" fmla="*/ 33736 w 80061"/>
                      <a:gd name="connsiteY6" fmla="*/ 32189 h 42539"/>
                      <a:gd name="connsiteX7" fmla="*/ 37460 w 80061"/>
                      <a:gd name="connsiteY7" fmla="*/ 29662 h 42539"/>
                      <a:gd name="connsiteX8" fmla="*/ 46592 w 80061"/>
                      <a:gd name="connsiteY8" fmla="*/ 23810 h 42539"/>
                      <a:gd name="connsiteX9" fmla="*/ 51247 w 80061"/>
                      <a:gd name="connsiteY9" fmla="*/ 21062 h 42539"/>
                      <a:gd name="connsiteX10" fmla="*/ 55458 w 80061"/>
                      <a:gd name="connsiteY10" fmla="*/ 18889 h 42539"/>
                      <a:gd name="connsiteX11" fmla="*/ 57231 w 80061"/>
                      <a:gd name="connsiteY11" fmla="*/ 18003 h 42539"/>
                      <a:gd name="connsiteX12" fmla="*/ 66807 w 80061"/>
                      <a:gd name="connsiteY12" fmla="*/ 12328 h 42539"/>
                      <a:gd name="connsiteX13" fmla="*/ 76870 w 80061"/>
                      <a:gd name="connsiteY13" fmla="*/ 3506 h 42539"/>
                      <a:gd name="connsiteX14" fmla="*/ 79973 w 80061"/>
                      <a:gd name="connsiteY14" fmla="*/ 137 h 42539"/>
                      <a:gd name="connsiteX15" fmla="*/ 80062 w 80061"/>
                      <a:gd name="connsiteY15" fmla="*/ 4 h 42539"/>
                      <a:gd name="connsiteX16" fmla="*/ 29746 w 80061"/>
                      <a:gd name="connsiteY16" fmla="*/ 19466 h 42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0061" h="42539">
                        <a:moveTo>
                          <a:pt x="29746" y="19466"/>
                        </a:moveTo>
                        <a:cubicBezTo>
                          <a:pt x="19993" y="27445"/>
                          <a:pt x="10507" y="36755"/>
                          <a:pt x="0" y="41276"/>
                        </a:cubicBezTo>
                        <a:cubicBezTo>
                          <a:pt x="1286" y="42163"/>
                          <a:pt x="2793" y="42651"/>
                          <a:pt x="4345" y="42518"/>
                        </a:cubicBezTo>
                        <a:cubicBezTo>
                          <a:pt x="6206" y="42340"/>
                          <a:pt x="7980" y="42163"/>
                          <a:pt x="9708" y="41941"/>
                        </a:cubicBezTo>
                        <a:cubicBezTo>
                          <a:pt x="12191" y="41587"/>
                          <a:pt x="14496" y="41055"/>
                          <a:pt x="16890" y="40434"/>
                        </a:cubicBezTo>
                        <a:cubicBezTo>
                          <a:pt x="19329" y="39858"/>
                          <a:pt x="21678" y="39060"/>
                          <a:pt x="24028" y="37907"/>
                        </a:cubicBezTo>
                        <a:cubicBezTo>
                          <a:pt x="26953" y="36267"/>
                          <a:pt x="30367" y="34804"/>
                          <a:pt x="33736" y="32189"/>
                        </a:cubicBezTo>
                        <a:cubicBezTo>
                          <a:pt x="34711" y="31346"/>
                          <a:pt x="36041" y="30593"/>
                          <a:pt x="37460" y="29662"/>
                        </a:cubicBezTo>
                        <a:cubicBezTo>
                          <a:pt x="40164" y="27844"/>
                          <a:pt x="43311" y="25495"/>
                          <a:pt x="46592" y="23810"/>
                        </a:cubicBezTo>
                        <a:cubicBezTo>
                          <a:pt x="48188" y="22879"/>
                          <a:pt x="49739" y="21904"/>
                          <a:pt x="51247" y="21062"/>
                        </a:cubicBezTo>
                        <a:cubicBezTo>
                          <a:pt x="52798" y="20264"/>
                          <a:pt x="54217" y="19554"/>
                          <a:pt x="55458" y="18889"/>
                        </a:cubicBezTo>
                        <a:cubicBezTo>
                          <a:pt x="56079" y="18535"/>
                          <a:pt x="56699" y="18313"/>
                          <a:pt x="57231" y="18003"/>
                        </a:cubicBezTo>
                        <a:cubicBezTo>
                          <a:pt x="60999" y="16052"/>
                          <a:pt x="64058" y="14279"/>
                          <a:pt x="66807" y="12328"/>
                        </a:cubicBezTo>
                        <a:cubicBezTo>
                          <a:pt x="70531" y="9668"/>
                          <a:pt x="73634" y="6698"/>
                          <a:pt x="76870" y="3506"/>
                        </a:cubicBezTo>
                        <a:cubicBezTo>
                          <a:pt x="77845" y="2442"/>
                          <a:pt x="78865" y="1290"/>
                          <a:pt x="79973" y="137"/>
                        </a:cubicBezTo>
                        <a:lnTo>
                          <a:pt x="80062" y="4"/>
                        </a:lnTo>
                        <a:cubicBezTo>
                          <a:pt x="61842" y="-217"/>
                          <a:pt x="43622" y="8161"/>
                          <a:pt x="29746" y="1946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35" name="Forme libre : forme 21834">
                    <a:extLst>
                      <a:ext uri="{FF2B5EF4-FFF2-40B4-BE49-F238E27FC236}">
                        <a16:creationId xmlns:a16="http://schemas.microsoft.com/office/drawing/2014/main" id="{DA254F7E-B1CD-4A60-A00B-F757BE8671FD}"/>
                      </a:ext>
                    </a:extLst>
                  </p:cNvPr>
                  <p:cNvSpPr/>
                  <p:nvPr/>
                </p:nvSpPr>
                <p:spPr>
                  <a:xfrm>
                    <a:off x="7371186" y="968306"/>
                    <a:ext cx="39916" cy="22815"/>
                  </a:xfrm>
                  <a:custGeom>
                    <a:avLst/>
                    <a:gdLst>
                      <a:gd name="connsiteX0" fmla="*/ 39847 w 39916"/>
                      <a:gd name="connsiteY0" fmla="*/ 2054 h 22815"/>
                      <a:gd name="connsiteX1" fmla="*/ 32665 w 39916"/>
                      <a:gd name="connsiteY1" fmla="*/ 9147 h 22815"/>
                      <a:gd name="connsiteX2" fmla="*/ 21272 w 39916"/>
                      <a:gd name="connsiteY2" fmla="*/ 15664 h 22815"/>
                      <a:gd name="connsiteX3" fmla="*/ 16440 w 39916"/>
                      <a:gd name="connsiteY3" fmla="*/ 18190 h 22815"/>
                      <a:gd name="connsiteX4" fmla="*/ 13381 w 39916"/>
                      <a:gd name="connsiteY4" fmla="*/ 19520 h 22815"/>
                      <a:gd name="connsiteX5" fmla="*/ 10322 w 39916"/>
                      <a:gd name="connsiteY5" fmla="*/ 20983 h 22815"/>
                      <a:gd name="connsiteX6" fmla="*/ 570 w 39916"/>
                      <a:gd name="connsiteY6" fmla="*/ 21781 h 22815"/>
                      <a:gd name="connsiteX7" fmla="*/ 4781 w 39916"/>
                      <a:gd name="connsiteY7" fmla="*/ 13004 h 22815"/>
                      <a:gd name="connsiteX8" fmla="*/ 7574 w 39916"/>
                      <a:gd name="connsiteY8" fmla="*/ 10521 h 22815"/>
                      <a:gd name="connsiteX9" fmla="*/ 10632 w 39916"/>
                      <a:gd name="connsiteY9" fmla="*/ 8526 h 22815"/>
                      <a:gd name="connsiteX10" fmla="*/ 15731 w 39916"/>
                      <a:gd name="connsiteY10" fmla="*/ 5556 h 22815"/>
                      <a:gd name="connsiteX11" fmla="*/ 29074 w 39916"/>
                      <a:gd name="connsiteY11" fmla="*/ 680 h 22815"/>
                      <a:gd name="connsiteX12" fmla="*/ 39847 w 39916"/>
                      <a:gd name="connsiteY12" fmla="*/ 2054 h 22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916" h="22815">
                        <a:moveTo>
                          <a:pt x="39847" y="2054"/>
                        </a:moveTo>
                        <a:cubicBezTo>
                          <a:pt x="40467" y="4315"/>
                          <a:pt x="36832" y="6709"/>
                          <a:pt x="32665" y="9147"/>
                        </a:cubicBezTo>
                        <a:cubicBezTo>
                          <a:pt x="28498" y="11674"/>
                          <a:pt x="23621" y="14201"/>
                          <a:pt x="21272" y="15664"/>
                        </a:cubicBezTo>
                        <a:cubicBezTo>
                          <a:pt x="20075" y="16373"/>
                          <a:pt x="18390" y="17260"/>
                          <a:pt x="16440" y="18190"/>
                        </a:cubicBezTo>
                        <a:cubicBezTo>
                          <a:pt x="15465" y="18634"/>
                          <a:pt x="14445" y="19077"/>
                          <a:pt x="13381" y="19520"/>
                        </a:cubicBezTo>
                        <a:cubicBezTo>
                          <a:pt x="12361" y="20008"/>
                          <a:pt x="11342" y="20540"/>
                          <a:pt x="10322" y="20983"/>
                        </a:cubicBezTo>
                        <a:cubicBezTo>
                          <a:pt x="6288" y="22757"/>
                          <a:pt x="2165" y="23643"/>
                          <a:pt x="570" y="21781"/>
                        </a:cubicBezTo>
                        <a:cubicBezTo>
                          <a:pt x="-1159" y="19742"/>
                          <a:pt x="1279" y="16417"/>
                          <a:pt x="4781" y="13004"/>
                        </a:cubicBezTo>
                        <a:cubicBezTo>
                          <a:pt x="5667" y="12161"/>
                          <a:pt x="6598" y="11319"/>
                          <a:pt x="7574" y="10521"/>
                        </a:cubicBezTo>
                        <a:cubicBezTo>
                          <a:pt x="8593" y="9812"/>
                          <a:pt x="9657" y="9147"/>
                          <a:pt x="10632" y="8526"/>
                        </a:cubicBezTo>
                        <a:cubicBezTo>
                          <a:pt x="12627" y="7285"/>
                          <a:pt x="14489" y="6221"/>
                          <a:pt x="15731" y="5556"/>
                        </a:cubicBezTo>
                        <a:cubicBezTo>
                          <a:pt x="18213" y="4138"/>
                          <a:pt x="23843" y="1832"/>
                          <a:pt x="29074" y="680"/>
                        </a:cubicBezTo>
                        <a:cubicBezTo>
                          <a:pt x="34350" y="-473"/>
                          <a:pt x="39182" y="-251"/>
                          <a:pt x="39847" y="205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36" name="Forme libre : forme 21835">
                    <a:extLst>
                      <a:ext uri="{FF2B5EF4-FFF2-40B4-BE49-F238E27FC236}">
                        <a16:creationId xmlns:a16="http://schemas.microsoft.com/office/drawing/2014/main" id="{88729259-EE83-4EE6-A27F-C2239B7F0F60}"/>
                      </a:ext>
                    </a:extLst>
                  </p:cNvPr>
                  <p:cNvSpPr/>
                  <p:nvPr/>
                </p:nvSpPr>
                <p:spPr>
                  <a:xfrm>
                    <a:off x="7370787" y="979270"/>
                    <a:ext cx="29607" cy="11645"/>
                  </a:xfrm>
                  <a:custGeom>
                    <a:avLst/>
                    <a:gdLst>
                      <a:gd name="connsiteX0" fmla="*/ 5890 w 29607"/>
                      <a:gd name="connsiteY0" fmla="*/ 1507 h 11645"/>
                      <a:gd name="connsiteX1" fmla="*/ 792 w 29607"/>
                      <a:gd name="connsiteY1" fmla="*/ 10905 h 11645"/>
                      <a:gd name="connsiteX2" fmla="*/ 10678 w 29607"/>
                      <a:gd name="connsiteY2" fmla="*/ 9930 h 11645"/>
                      <a:gd name="connsiteX3" fmla="*/ 13604 w 29607"/>
                      <a:gd name="connsiteY3" fmla="*/ 8556 h 11645"/>
                      <a:gd name="connsiteX4" fmla="*/ 16618 w 29607"/>
                      <a:gd name="connsiteY4" fmla="*/ 7270 h 11645"/>
                      <a:gd name="connsiteX5" fmla="*/ 21894 w 29607"/>
                      <a:gd name="connsiteY5" fmla="*/ 4566 h 11645"/>
                      <a:gd name="connsiteX6" fmla="*/ 29607 w 29607"/>
                      <a:gd name="connsiteY6" fmla="*/ 0 h 11645"/>
                      <a:gd name="connsiteX7" fmla="*/ 25085 w 29607"/>
                      <a:gd name="connsiteY7" fmla="*/ 1685 h 11645"/>
                      <a:gd name="connsiteX8" fmla="*/ 5890 w 29607"/>
                      <a:gd name="connsiteY8" fmla="*/ 1507 h 11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607" h="11645">
                        <a:moveTo>
                          <a:pt x="5890" y="1507"/>
                        </a:moveTo>
                        <a:cubicBezTo>
                          <a:pt x="4028" y="3945"/>
                          <a:pt x="-2178" y="8955"/>
                          <a:pt x="792" y="10905"/>
                        </a:cubicBezTo>
                        <a:cubicBezTo>
                          <a:pt x="2964" y="12280"/>
                          <a:pt x="6821" y="11615"/>
                          <a:pt x="10678" y="9930"/>
                        </a:cubicBezTo>
                        <a:cubicBezTo>
                          <a:pt x="11653" y="9531"/>
                          <a:pt x="12628" y="9044"/>
                          <a:pt x="13604" y="8556"/>
                        </a:cubicBezTo>
                        <a:cubicBezTo>
                          <a:pt x="14623" y="8157"/>
                          <a:pt x="15643" y="7714"/>
                          <a:pt x="16618" y="7270"/>
                        </a:cubicBezTo>
                        <a:cubicBezTo>
                          <a:pt x="18569" y="6384"/>
                          <a:pt x="20386" y="5408"/>
                          <a:pt x="21894" y="4566"/>
                        </a:cubicBezTo>
                        <a:cubicBezTo>
                          <a:pt x="23623" y="3502"/>
                          <a:pt x="27657" y="1286"/>
                          <a:pt x="29607" y="0"/>
                        </a:cubicBezTo>
                        <a:cubicBezTo>
                          <a:pt x="28366" y="399"/>
                          <a:pt x="26371" y="1419"/>
                          <a:pt x="25085" y="1685"/>
                        </a:cubicBezTo>
                        <a:cubicBezTo>
                          <a:pt x="18081" y="3414"/>
                          <a:pt x="9392" y="5719"/>
                          <a:pt x="5890" y="150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37" name="Forme libre : forme 21836">
                    <a:extLst>
                      <a:ext uri="{FF2B5EF4-FFF2-40B4-BE49-F238E27FC236}">
                        <a16:creationId xmlns:a16="http://schemas.microsoft.com/office/drawing/2014/main" id="{9C9603B7-7BC9-4D9F-B6D2-F4D9F1B93DB8}"/>
                      </a:ext>
                    </a:extLst>
                  </p:cNvPr>
                  <p:cNvSpPr/>
                  <p:nvPr/>
                </p:nvSpPr>
                <p:spPr>
                  <a:xfrm>
                    <a:off x="7373805" y="968581"/>
                    <a:ext cx="39800" cy="22293"/>
                  </a:xfrm>
                  <a:custGeom>
                    <a:avLst/>
                    <a:gdLst>
                      <a:gd name="connsiteX0" fmla="*/ 39799 w 39800"/>
                      <a:gd name="connsiteY0" fmla="*/ 2355 h 22293"/>
                      <a:gd name="connsiteX1" fmla="*/ 32085 w 39800"/>
                      <a:gd name="connsiteY1" fmla="*/ 9492 h 22293"/>
                      <a:gd name="connsiteX2" fmla="*/ 26012 w 39800"/>
                      <a:gd name="connsiteY2" fmla="*/ 12906 h 22293"/>
                      <a:gd name="connsiteX3" fmla="*/ 21003 w 39800"/>
                      <a:gd name="connsiteY3" fmla="*/ 15698 h 22293"/>
                      <a:gd name="connsiteX4" fmla="*/ 10186 w 39800"/>
                      <a:gd name="connsiteY4" fmla="*/ 20708 h 22293"/>
                      <a:gd name="connsiteX5" fmla="*/ 611 w 39800"/>
                      <a:gd name="connsiteY5" fmla="*/ 21151 h 22293"/>
                      <a:gd name="connsiteX6" fmla="*/ 4866 w 39800"/>
                      <a:gd name="connsiteY6" fmla="*/ 12462 h 22293"/>
                      <a:gd name="connsiteX7" fmla="*/ 15816 w 39800"/>
                      <a:gd name="connsiteY7" fmla="*/ 5325 h 22293"/>
                      <a:gd name="connsiteX8" fmla="*/ 21535 w 39800"/>
                      <a:gd name="connsiteY8" fmla="*/ 2887 h 22293"/>
                      <a:gd name="connsiteX9" fmla="*/ 29647 w 39800"/>
                      <a:gd name="connsiteY9" fmla="*/ 582 h 22293"/>
                      <a:gd name="connsiteX10" fmla="*/ 36918 w 39800"/>
                      <a:gd name="connsiteY10" fmla="*/ 183 h 22293"/>
                      <a:gd name="connsiteX11" fmla="*/ 39799 w 39800"/>
                      <a:gd name="connsiteY11" fmla="*/ 2355 h 22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9800" h="22293">
                        <a:moveTo>
                          <a:pt x="39799" y="2355"/>
                        </a:moveTo>
                        <a:cubicBezTo>
                          <a:pt x="39622" y="4837"/>
                          <a:pt x="36031" y="7098"/>
                          <a:pt x="32085" y="9492"/>
                        </a:cubicBezTo>
                        <a:cubicBezTo>
                          <a:pt x="30091" y="10600"/>
                          <a:pt x="27963" y="11930"/>
                          <a:pt x="26012" y="12906"/>
                        </a:cubicBezTo>
                        <a:cubicBezTo>
                          <a:pt x="24062" y="14058"/>
                          <a:pt x="22288" y="15033"/>
                          <a:pt x="21003" y="15698"/>
                        </a:cubicBezTo>
                        <a:cubicBezTo>
                          <a:pt x="18520" y="17294"/>
                          <a:pt x="14176" y="19289"/>
                          <a:pt x="10186" y="20708"/>
                        </a:cubicBezTo>
                        <a:cubicBezTo>
                          <a:pt x="6285" y="22348"/>
                          <a:pt x="2428" y="23057"/>
                          <a:pt x="611" y="21151"/>
                        </a:cubicBezTo>
                        <a:cubicBezTo>
                          <a:pt x="-1207" y="19245"/>
                          <a:pt x="1276" y="15831"/>
                          <a:pt x="4866" y="12462"/>
                        </a:cubicBezTo>
                        <a:cubicBezTo>
                          <a:pt x="8546" y="9270"/>
                          <a:pt x="13511" y="6611"/>
                          <a:pt x="15816" y="5325"/>
                        </a:cubicBezTo>
                        <a:cubicBezTo>
                          <a:pt x="17013" y="4793"/>
                          <a:pt x="19097" y="3862"/>
                          <a:pt x="21535" y="2887"/>
                        </a:cubicBezTo>
                        <a:cubicBezTo>
                          <a:pt x="24062" y="2044"/>
                          <a:pt x="26854" y="1025"/>
                          <a:pt x="29647" y="582"/>
                        </a:cubicBezTo>
                        <a:cubicBezTo>
                          <a:pt x="32396" y="5"/>
                          <a:pt x="35011" y="-172"/>
                          <a:pt x="36918" y="183"/>
                        </a:cubicBezTo>
                        <a:cubicBezTo>
                          <a:pt x="38735" y="404"/>
                          <a:pt x="39843" y="1114"/>
                          <a:pt x="39799" y="235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38" name="Forme libre : forme 21837">
                    <a:extLst>
                      <a:ext uri="{FF2B5EF4-FFF2-40B4-BE49-F238E27FC236}">
                        <a16:creationId xmlns:a16="http://schemas.microsoft.com/office/drawing/2014/main" id="{B48A5491-CC7A-4A35-A985-DD53CFC5FF7F}"/>
                      </a:ext>
                    </a:extLst>
                  </p:cNvPr>
                  <p:cNvSpPr/>
                  <p:nvPr/>
                </p:nvSpPr>
                <p:spPr>
                  <a:xfrm>
                    <a:off x="7353801" y="978275"/>
                    <a:ext cx="50285" cy="26729"/>
                  </a:xfrm>
                  <a:custGeom>
                    <a:avLst/>
                    <a:gdLst>
                      <a:gd name="connsiteX0" fmla="*/ 3015 w 50285"/>
                      <a:gd name="connsiteY0" fmla="*/ 25865 h 26729"/>
                      <a:gd name="connsiteX1" fmla="*/ 10950 w 50285"/>
                      <a:gd name="connsiteY1" fmla="*/ 25998 h 26729"/>
                      <a:gd name="connsiteX2" fmla="*/ 15782 w 50285"/>
                      <a:gd name="connsiteY2" fmla="*/ 24757 h 26729"/>
                      <a:gd name="connsiteX3" fmla="*/ 20526 w 50285"/>
                      <a:gd name="connsiteY3" fmla="*/ 23649 h 26729"/>
                      <a:gd name="connsiteX4" fmla="*/ 30146 w 50285"/>
                      <a:gd name="connsiteY4" fmla="*/ 19880 h 26729"/>
                      <a:gd name="connsiteX5" fmla="*/ 38613 w 50285"/>
                      <a:gd name="connsiteY5" fmla="*/ 14960 h 26729"/>
                      <a:gd name="connsiteX6" fmla="*/ 45839 w 50285"/>
                      <a:gd name="connsiteY6" fmla="*/ 9285 h 26729"/>
                      <a:gd name="connsiteX7" fmla="*/ 49607 w 50285"/>
                      <a:gd name="connsiteY7" fmla="*/ 685 h 26729"/>
                      <a:gd name="connsiteX8" fmla="*/ 42558 w 50285"/>
                      <a:gd name="connsiteY8" fmla="*/ 774 h 26729"/>
                      <a:gd name="connsiteX9" fmla="*/ 33071 w 50285"/>
                      <a:gd name="connsiteY9" fmla="*/ 2636 h 26729"/>
                      <a:gd name="connsiteX10" fmla="*/ 23097 w 50285"/>
                      <a:gd name="connsiteY10" fmla="*/ 4365 h 26729"/>
                      <a:gd name="connsiteX11" fmla="*/ 13388 w 50285"/>
                      <a:gd name="connsiteY11" fmla="*/ 5960 h 26729"/>
                      <a:gd name="connsiteX12" fmla="*/ 3813 w 50285"/>
                      <a:gd name="connsiteY12" fmla="*/ 11812 h 26729"/>
                      <a:gd name="connsiteX13" fmla="*/ 3015 w 50285"/>
                      <a:gd name="connsiteY13" fmla="*/ 25865 h 26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0285" h="26729">
                        <a:moveTo>
                          <a:pt x="3015" y="25865"/>
                        </a:moveTo>
                        <a:cubicBezTo>
                          <a:pt x="5941" y="27062"/>
                          <a:pt x="7404" y="26929"/>
                          <a:pt x="10950" y="25998"/>
                        </a:cubicBezTo>
                        <a:cubicBezTo>
                          <a:pt x="12635" y="25555"/>
                          <a:pt x="14231" y="25156"/>
                          <a:pt x="15782" y="24757"/>
                        </a:cubicBezTo>
                        <a:cubicBezTo>
                          <a:pt x="17378" y="24446"/>
                          <a:pt x="18974" y="24092"/>
                          <a:pt x="20526" y="23649"/>
                        </a:cubicBezTo>
                        <a:cubicBezTo>
                          <a:pt x="23629" y="22762"/>
                          <a:pt x="26599" y="21432"/>
                          <a:pt x="30146" y="19880"/>
                        </a:cubicBezTo>
                        <a:cubicBezTo>
                          <a:pt x="33071" y="18462"/>
                          <a:pt x="35864" y="16556"/>
                          <a:pt x="38613" y="14960"/>
                        </a:cubicBezTo>
                        <a:cubicBezTo>
                          <a:pt x="41317" y="13186"/>
                          <a:pt x="43711" y="11103"/>
                          <a:pt x="45839" y="9285"/>
                        </a:cubicBezTo>
                        <a:cubicBezTo>
                          <a:pt x="48853" y="6359"/>
                          <a:pt x="51602" y="2990"/>
                          <a:pt x="49607" y="685"/>
                        </a:cubicBezTo>
                        <a:cubicBezTo>
                          <a:pt x="48366" y="-645"/>
                          <a:pt x="45218" y="286"/>
                          <a:pt x="42558" y="774"/>
                        </a:cubicBezTo>
                        <a:cubicBezTo>
                          <a:pt x="39322" y="1173"/>
                          <a:pt x="36263" y="1971"/>
                          <a:pt x="33071" y="2636"/>
                        </a:cubicBezTo>
                        <a:cubicBezTo>
                          <a:pt x="29879" y="3301"/>
                          <a:pt x="26510" y="3744"/>
                          <a:pt x="23097" y="4365"/>
                        </a:cubicBezTo>
                        <a:cubicBezTo>
                          <a:pt x="20171" y="4808"/>
                          <a:pt x="16758" y="4985"/>
                          <a:pt x="13388" y="5960"/>
                        </a:cubicBezTo>
                        <a:cubicBezTo>
                          <a:pt x="10108" y="7024"/>
                          <a:pt x="6783" y="8753"/>
                          <a:pt x="3813" y="11812"/>
                        </a:cubicBezTo>
                        <a:cubicBezTo>
                          <a:pt x="-1152" y="17664"/>
                          <a:pt x="-1108" y="24269"/>
                          <a:pt x="3015" y="2586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39" name="Forme libre : forme 21838">
                    <a:extLst>
                      <a:ext uri="{FF2B5EF4-FFF2-40B4-BE49-F238E27FC236}">
                        <a16:creationId xmlns:a16="http://schemas.microsoft.com/office/drawing/2014/main" id="{335965BA-7EE5-4778-A9BB-A1610B2DD29E}"/>
                      </a:ext>
                    </a:extLst>
                  </p:cNvPr>
                  <p:cNvSpPr/>
                  <p:nvPr/>
                </p:nvSpPr>
                <p:spPr>
                  <a:xfrm>
                    <a:off x="7360977" y="978506"/>
                    <a:ext cx="13308" cy="14694"/>
                  </a:xfrm>
                  <a:custGeom>
                    <a:avLst/>
                    <a:gdLst>
                      <a:gd name="connsiteX0" fmla="*/ 583 w 13308"/>
                      <a:gd name="connsiteY0" fmla="*/ 12290 h 14694"/>
                      <a:gd name="connsiteX1" fmla="*/ 51 w 13308"/>
                      <a:gd name="connsiteY1" fmla="*/ 14330 h 14694"/>
                      <a:gd name="connsiteX2" fmla="*/ 1869 w 13308"/>
                      <a:gd name="connsiteY2" fmla="*/ 14285 h 14694"/>
                      <a:gd name="connsiteX3" fmla="*/ 4484 w 13308"/>
                      <a:gd name="connsiteY3" fmla="*/ 12157 h 14694"/>
                      <a:gd name="connsiteX4" fmla="*/ 10336 w 13308"/>
                      <a:gd name="connsiteY4" fmla="*/ 6173 h 14694"/>
                      <a:gd name="connsiteX5" fmla="*/ 12375 w 13308"/>
                      <a:gd name="connsiteY5" fmla="*/ 3867 h 14694"/>
                      <a:gd name="connsiteX6" fmla="*/ 8563 w 13308"/>
                      <a:gd name="connsiteY6" fmla="*/ 1740 h 14694"/>
                      <a:gd name="connsiteX7" fmla="*/ 583 w 13308"/>
                      <a:gd name="connsiteY7" fmla="*/ 12290 h 14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308" h="14694">
                        <a:moveTo>
                          <a:pt x="583" y="12290"/>
                        </a:moveTo>
                        <a:cubicBezTo>
                          <a:pt x="184" y="13133"/>
                          <a:pt x="-126" y="13709"/>
                          <a:pt x="51" y="14330"/>
                        </a:cubicBezTo>
                        <a:cubicBezTo>
                          <a:pt x="229" y="14906"/>
                          <a:pt x="1026" y="14729"/>
                          <a:pt x="1869" y="14285"/>
                        </a:cubicBezTo>
                        <a:cubicBezTo>
                          <a:pt x="2711" y="13798"/>
                          <a:pt x="3731" y="12911"/>
                          <a:pt x="4484" y="12157"/>
                        </a:cubicBezTo>
                        <a:cubicBezTo>
                          <a:pt x="6479" y="10251"/>
                          <a:pt x="8385" y="7990"/>
                          <a:pt x="10336" y="6173"/>
                        </a:cubicBezTo>
                        <a:cubicBezTo>
                          <a:pt x="11089" y="5375"/>
                          <a:pt x="11888" y="4665"/>
                          <a:pt x="12375" y="3867"/>
                        </a:cubicBezTo>
                        <a:cubicBezTo>
                          <a:pt x="14459" y="498"/>
                          <a:pt x="12996" y="-1718"/>
                          <a:pt x="8563" y="1740"/>
                        </a:cubicBezTo>
                        <a:cubicBezTo>
                          <a:pt x="5016" y="4222"/>
                          <a:pt x="2356" y="8966"/>
                          <a:pt x="583" y="1229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40" name="Forme libre : forme 21839">
                    <a:extLst>
                      <a:ext uri="{FF2B5EF4-FFF2-40B4-BE49-F238E27FC236}">
                        <a16:creationId xmlns:a16="http://schemas.microsoft.com/office/drawing/2014/main" id="{D3E3B1C0-8F83-4D0D-800D-0B1C0BF42642}"/>
                      </a:ext>
                    </a:extLst>
                  </p:cNvPr>
                  <p:cNvSpPr/>
                  <p:nvPr/>
                </p:nvSpPr>
                <p:spPr>
                  <a:xfrm>
                    <a:off x="7405669" y="970759"/>
                    <a:ext cx="20924" cy="18087"/>
                  </a:xfrm>
                  <a:custGeom>
                    <a:avLst/>
                    <a:gdLst>
                      <a:gd name="connsiteX0" fmla="*/ 20924 w 20924"/>
                      <a:gd name="connsiteY0" fmla="*/ 0 h 18087"/>
                      <a:gd name="connsiteX1" fmla="*/ 11171 w 20924"/>
                      <a:gd name="connsiteY1" fmla="*/ 9354 h 18087"/>
                      <a:gd name="connsiteX2" fmla="*/ 0 w 20924"/>
                      <a:gd name="connsiteY2" fmla="*/ 18087 h 18087"/>
                      <a:gd name="connsiteX3" fmla="*/ 10285 w 20924"/>
                      <a:gd name="connsiteY3" fmla="*/ 8866 h 18087"/>
                      <a:gd name="connsiteX4" fmla="*/ 20924 w 20924"/>
                      <a:gd name="connsiteY4" fmla="*/ 0 h 18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24" h="18087">
                        <a:moveTo>
                          <a:pt x="20924" y="0"/>
                        </a:moveTo>
                        <a:cubicBezTo>
                          <a:pt x="19151" y="3369"/>
                          <a:pt x="15161" y="6251"/>
                          <a:pt x="11171" y="9354"/>
                        </a:cubicBezTo>
                        <a:cubicBezTo>
                          <a:pt x="7182" y="12368"/>
                          <a:pt x="3103" y="15383"/>
                          <a:pt x="0" y="18087"/>
                        </a:cubicBezTo>
                        <a:cubicBezTo>
                          <a:pt x="3325" y="15206"/>
                          <a:pt x="6738" y="12058"/>
                          <a:pt x="10285" y="8866"/>
                        </a:cubicBezTo>
                        <a:cubicBezTo>
                          <a:pt x="13831" y="5630"/>
                          <a:pt x="17555" y="2660"/>
                          <a:pt x="2092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41" name="Forme libre : forme 21840">
                    <a:extLst>
                      <a:ext uri="{FF2B5EF4-FFF2-40B4-BE49-F238E27FC236}">
                        <a16:creationId xmlns:a16="http://schemas.microsoft.com/office/drawing/2014/main" id="{523593C8-C365-41FA-B7F3-53371BB9DB76}"/>
                      </a:ext>
                    </a:extLst>
                  </p:cNvPr>
                  <p:cNvSpPr/>
                  <p:nvPr/>
                </p:nvSpPr>
                <p:spPr>
                  <a:xfrm>
                    <a:off x="7345999" y="976079"/>
                    <a:ext cx="16180" cy="31696"/>
                  </a:xfrm>
                  <a:custGeom>
                    <a:avLst/>
                    <a:gdLst>
                      <a:gd name="connsiteX0" fmla="*/ 16181 w 16180"/>
                      <a:gd name="connsiteY0" fmla="*/ 0 h 31696"/>
                      <a:gd name="connsiteX1" fmla="*/ 0 w 16180"/>
                      <a:gd name="connsiteY1" fmla="*/ 31697 h 31696"/>
                      <a:gd name="connsiteX2" fmla="*/ 16181 w 16180"/>
                      <a:gd name="connsiteY2" fmla="*/ 0 h 31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180" h="31696">
                        <a:moveTo>
                          <a:pt x="16181" y="0"/>
                        </a:moveTo>
                        <a:cubicBezTo>
                          <a:pt x="5674" y="9354"/>
                          <a:pt x="1020" y="21722"/>
                          <a:pt x="0" y="31697"/>
                        </a:cubicBezTo>
                        <a:cubicBezTo>
                          <a:pt x="399" y="22254"/>
                          <a:pt x="8157" y="9044"/>
                          <a:pt x="1618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42" name="Forme libre : forme 21841">
                    <a:extLst>
                      <a:ext uri="{FF2B5EF4-FFF2-40B4-BE49-F238E27FC236}">
                        <a16:creationId xmlns:a16="http://schemas.microsoft.com/office/drawing/2014/main" id="{0B91C6F9-6CC8-41F4-8311-69A336F9BB5F}"/>
                      </a:ext>
                    </a:extLst>
                  </p:cNvPr>
                  <p:cNvSpPr/>
                  <p:nvPr/>
                </p:nvSpPr>
                <p:spPr>
                  <a:xfrm>
                    <a:off x="7385181" y="971143"/>
                    <a:ext cx="15682" cy="7124"/>
                  </a:xfrm>
                  <a:custGeom>
                    <a:avLst/>
                    <a:gdLst>
                      <a:gd name="connsiteX0" fmla="*/ 15656 w 15682"/>
                      <a:gd name="connsiteY0" fmla="*/ 946 h 7124"/>
                      <a:gd name="connsiteX1" fmla="*/ 11887 w 15682"/>
                      <a:gd name="connsiteY1" fmla="*/ 3606 h 7124"/>
                      <a:gd name="connsiteX2" fmla="*/ 7055 w 15682"/>
                      <a:gd name="connsiteY2" fmla="*/ 5512 h 7124"/>
                      <a:gd name="connsiteX3" fmla="*/ 7 w 15682"/>
                      <a:gd name="connsiteY3" fmla="*/ 6221 h 7124"/>
                      <a:gd name="connsiteX4" fmla="*/ 8031 w 15682"/>
                      <a:gd name="connsiteY4" fmla="*/ 1300 h 7124"/>
                      <a:gd name="connsiteX5" fmla="*/ 15656 w 15682"/>
                      <a:gd name="connsiteY5" fmla="*/ 946 h 7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682" h="7124">
                        <a:moveTo>
                          <a:pt x="15656" y="946"/>
                        </a:moveTo>
                        <a:cubicBezTo>
                          <a:pt x="15434" y="1921"/>
                          <a:pt x="13749" y="2852"/>
                          <a:pt x="11887" y="3606"/>
                        </a:cubicBezTo>
                        <a:cubicBezTo>
                          <a:pt x="10070" y="4448"/>
                          <a:pt x="8031" y="5201"/>
                          <a:pt x="7055" y="5512"/>
                        </a:cubicBezTo>
                        <a:cubicBezTo>
                          <a:pt x="5149" y="6132"/>
                          <a:pt x="-215" y="8349"/>
                          <a:pt x="7" y="6221"/>
                        </a:cubicBezTo>
                        <a:cubicBezTo>
                          <a:pt x="228" y="4093"/>
                          <a:pt x="6124" y="1788"/>
                          <a:pt x="8031" y="1300"/>
                        </a:cubicBezTo>
                        <a:cubicBezTo>
                          <a:pt x="9804" y="547"/>
                          <a:pt x="16143" y="-1005"/>
                          <a:pt x="15656" y="94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43" name="Forme libre : forme 21842">
                    <a:extLst>
                      <a:ext uri="{FF2B5EF4-FFF2-40B4-BE49-F238E27FC236}">
                        <a16:creationId xmlns:a16="http://schemas.microsoft.com/office/drawing/2014/main" id="{6CF67AFD-E023-47E1-99F4-B2ED84E4225F}"/>
                      </a:ext>
                    </a:extLst>
                  </p:cNvPr>
                  <p:cNvSpPr/>
                  <p:nvPr/>
                </p:nvSpPr>
                <p:spPr>
                  <a:xfrm>
                    <a:off x="7398592" y="970479"/>
                    <a:ext cx="4562" cy="2232"/>
                  </a:xfrm>
                  <a:custGeom>
                    <a:avLst/>
                    <a:gdLst>
                      <a:gd name="connsiteX0" fmla="*/ 4506 w 4562"/>
                      <a:gd name="connsiteY0" fmla="*/ 280 h 2232"/>
                      <a:gd name="connsiteX1" fmla="*/ 2733 w 4562"/>
                      <a:gd name="connsiteY1" fmla="*/ 1743 h 2232"/>
                      <a:gd name="connsiteX2" fmla="*/ 73 w 4562"/>
                      <a:gd name="connsiteY2" fmla="*/ 1964 h 2232"/>
                      <a:gd name="connsiteX3" fmla="*/ 1758 w 4562"/>
                      <a:gd name="connsiteY3" fmla="*/ 457 h 2232"/>
                      <a:gd name="connsiteX4" fmla="*/ 4506 w 4562"/>
                      <a:gd name="connsiteY4" fmla="*/ 280 h 2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62" h="2232">
                        <a:moveTo>
                          <a:pt x="4506" y="280"/>
                        </a:moveTo>
                        <a:cubicBezTo>
                          <a:pt x="4861" y="856"/>
                          <a:pt x="3442" y="1432"/>
                          <a:pt x="2733" y="1743"/>
                        </a:cubicBezTo>
                        <a:cubicBezTo>
                          <a:pt x="1980" y="2053"/>
                          <a:pt x="472" y="2541"/>
                          <a:pt x="73" y="1964"/>
                        </a:cubicBezTo>
                        <a:cubicBezTo>
                          <a:pt x="-326" y="1432"/>
                          <a:pt x="1004" y="767"/>
                          <a:pt x="1758" y="457"/>
                        </a:cubicBezTo>
                        <a:cubicBezTo>
                          <a:pt x="2556" y="147"/>
                          <a:pt x="4152" y="-296"/>
                          <a:pt x="4506" y="28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44" name="Forme libre : forme 21843">
                    <a:extLst>
                      <a:ext uri="{FF2B5EF4-FFF2-40B4-BE49-F238E27FC236}">
                        <a16:creationId xmlns:a16="http://schemas.microsoft.com/office/drawing/2014/main" id="{84FDD559-ADE7-4897-82C6-B207FA5F6B9E}"/>
                      </a:ext>
                    </a:extLst>
                  </p:cNvPr>
                  <p:cNvSpPr/>
                  <p:nvPr/>
                </p:nvSpPr>
                <p:spPr>
                  <a:xfrm>
                    <a:off x="7380294" y="958808"/>
                    <a:ext cx="44355" cy="11324"/>
                  </a:xfrm>
                  <a:custGeom>
                    <a:avLst/>
                    <a:gdLst>
                      <a:gd name="connsiteX0" fmla="*/ 32690 w 44355"/>
                      <a:gd name="connsiteY0" fmla="*/ 2420 h 11324"/>
                      <a:gd name="connsiteX1" fmla="*/ 44039 w 44355"/>
                      <a:gd name="connsiteY1" fmla="*/ 7917 h 11324"/>
                      <a:gd name="connsiteX2" fmla="*/ 41423 w 44355"/>
                      <a:gd name="connsiteY2" fmla="*/ 10798 h 11324"/>
                      <a:gd name="connsiteX3" fmla="*/ 36414 w 44355"/>
                      <a:gd name="connsiteY3" fmla="*/ 9823 h 11324"/>
                      <a:gd name="connsiteX4" fmla="*/ 20410 w 44355"/>
                      <a:gd name="connsiteY4" fmla="*/ 7739 h 11324"/>
                      <a:gd name="connsiteX5" fmla="*/ 8308 w 44355"/>
                      <a:gd name="connsiteY5" fmla="*/ 10178 h 11324"/>
                      <a:gd name="connsiteX6" fmla="*/ 62 w 44355"/>
                      <a:gd name="connsiteY6" fmla="*/ 9734 h 11324"/>
                      <a:gd name="connsiteX7" fmla="*/ 9017 w 44355"/>
                      <a:gd name="connsiteY7" fmla="*/ 2863 h 11324"/>
                      <a:gd name="connsiteX8" fmla="*/ 21208 w 44355"/>
                      <a:gd name="connsiteY8" fmla="*/ 26 h 11324"/>
                      <a:gd name="connsiteX9" fmla="*/ 27503 w 44355"/>
                      <a:gd name="connsiteY9" fmla="*/ 780 h 11324"/>
                      <a:gd name="connsiteX10" fmla="*/ 32690 w 44355"/>
                      <a:gd name="connsiteY10" fmla="*/ 2420 h 11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4355" h="11324">
                        <a:moveTo>
                          <a:pt x="32690" y="2420"/>
                        </a:moveTo>
                        <a:cubicBezTo>
                          <a:pt x="37743" y="3661"/>
                          <a:pt x="41290" y="4902"/>
                          <a:pt x="44039" y="7917"/>
                        </a:cubicBezTo>
                        <a:cubicBezTo>
                          <a:pt x="45058" y="9069"/>
                          <a:pt x="43462" y="10532"/>
                          <a:pt x="41423" y="10798"/>
                        </a:cubicBezTo>
                        <a:cubicBezTo>
                          <a:pt x="39340" y="11109"/>
                          <a:pt x="37965" y="10355"/>
                          <a:pt x="36414" y="9823"/>
                        </a:cubicBezTo>
                        <a:cubicBezTo>
                          <a:pt x="31626" y="8005"/>
                          <a:pt x="26351" y="7562"/>
                          <a:pt x="20410" y="7739"/>
                        </a:cubicBezTo>
                        <a:cubicBezTo>
                          <a:pt x="18593" y="7828"/>
                          <a:pt x="13051" y="9069"/>
                          <a:pt x="8308" y="10178"/>
                        </a:cubicBezTo>
                        <a:cubicBezTo>
                          <a:pt x="3564" y="11330"/>
                          <a:pt x="-558" y="12217"/>
                          <a:pt x="62" y="9734"/>
                        </a:cubicBezTo>
                        <a:cubicBezTo>
                          <a:pt x="683" y="7341"/>
                          <a:pt x="4495" y="4592"/>
                          <a:pt x="9017" y="2863"/>
                        </a:cubicBezTo>
                        <a:cubicBezTo>
                          <a:pt x="13494" y="1046"/>
                          <a:pt x="18548" y="115"/>
                          <a:pt x="21208" y="26"/>
                        </a:cubicBezTo>
                        <a:cubicBezTo>
                          <a:pt x="23824" y="-107"/>
                          <a:pt x="25774" y="292"/>
                          <a:pt x="27503" y="780"/>
                        </a:cubicBezTo>
                        <a:cubicBezTo>
                          <a:pt x="29232" y="1400"/>
                          <a:pt x="30961" y="1932"/>
                          <a:pt x="32690" y="242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42" name="Graphique 2">
                  <a:extLst>
                    <a:ext uri="{FF2B5EF4-FFF2-40B4-BE49-F238E27FC236}">
                      <a16:creationId xmlns:a16="http://schemas.microsoft.com/office/drawing/2014/main" id="{28EEC79F-A401-418F-94EA-579E23AF811E}"/>
                    </a:ext>
                  </a:extLst>
                </p:cNvPr>
                <p:cNvGrpSpPr/>
                <p:nvPr/>
              </p:nvGrpSpPr>
              <p:grpSpPr>
                <a:xfrm>
                  <a:off x="7429094" y="955052"/>
                  <a:ext cx="95487" cy="38500"/>
                  <a:chOff x="7429094" y="955052"/>
                  <a:chExt cx="95487" cy="38500"/>
                </a:xfrm>
                <a:solidFill>
                  <a:schemeClr val="accent1"/>
                </a:solidFill>
              </p:grpSpPr>
              <p:sp>
                <p:nvSpPr>
                  <p:cNvPr id="21821" name="Forme libre : forme 21820">
                    <a:extLst>
                      <a:ext uri="{FF2B5EF4-FFF2-40B4-BE49-F238E27FC236}">
                        <a16:creationId xmlns:a16="http://schemas.microsoft.com/office/drawing/2014/main" id="{5361A4EF-0F59-462F-9756-78062ABBF63E}"/>
                      </a:ext>
                    </a:extLst>
                  </p:cNvPr>
                  <p:cNvSpPr/>
                  <p:nvPr/>
                </p:nvSpPr>
                <p:spPr>
                  <a:xfrm>
                    <a:off x="7429094" y="955052"/>
                    <a:ext cx="95487" cy="38500"/>
                  </a:xfrm>
                  <a:custGeom>
                    <a:avLst/>
                    <a:gdLst>
                      <a:gd name="connsiteX0" fmla="*/ 64350 w 95487"/>
                      <a:gd name="connsiteY0" fmla="*/ 38315 h 38500"/>
                      <a:gd name="connsiteX1" fmla="*/ 46573 w 95487"/>
                      <a:gd name="connsiteY1" fmla="*/ 38005 h 38500"/>
                      <a:gd name="connsiteX2" fmla="*/ 36422 w 95487"/>
                      <a:gd name="connsiteY2" fmla="*/ 36675 h 38500"/>
                      <a:gd name="connsiteX3" fmla="*/ 28664 w 95487"/>
                      <a:gd name="connsiteY3" fmla="*/ 35035 h 38500"/>
                      <a:gd name="connsiteX4" fmla="*/ 1666 w 95487"/>
                      <a:gd name="connsiteY4" fmla="*/ 17302 h 38500"/>
                      <a:gd name="connsiteX5" fmla="*/ 2597 w 95487"/>
                      <a:gd name="connsiteY5" fmla="*/ 7284 h 38500"/>
                      <a:gd name="connsiteX6" fmla="*/ 36111 w 95487"/>
                      <a:gd name="connsiteY6" fmla="*/ 678 h 38500"/>
                      <a:gd name="connsiteX7" fmla="*/ 42318 w 95487"/>
                      <a:gd name="connsiteY7" fmla="*/ 1565 h 38500"/>
                      <a:gd name="connsiteX8" fmla="*/ 49322 w 95487"/>
                      <a:gd name="connsiteY8" fmla="*/ 2363 h 38500"/>
                      <a:gd name="connsiteX9" fmla="*/ 62799 w 95487"/>
                      <a:gd name="connsiteY9" fmla="*/ 3205 h 38500"/>
                      <a:gd name="connsiteX10" fmla="*/ 91880 w 95487"/>
                      <a:gd name="connsiteY10" fmla="*/ 13712 h 38500"/>
                      <a:gd name="connsiteX11" fmla="*/ 94628 w 95487"/>
                      <a:gd name="connsiteY11" fmla="*/ 23154 h 38500"/>
                      <a:gd name="connsiteX12" fmla="*/ 64350 w 95487"/>
                      <a:gd name="connsiteY12" fmla="*/ 38315 h 38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5487" h="38500">
                        <a:moveTo>
                          <a:pt x="64350" y="38315"/>
                        </a:moveTo>
                        <a:cubicBezTo>
                          <a:pt x="60183" y="38581"/>
                          <a:pt x="53489" y="38626"/>
                          <a:pt x="46573" y="38005"/>
                        </a:cubicBezTo>
                        <a:cubicBezTo>
                          <a:pt x="43116" y="37695"/>
                          <a:pt x="39658" y="37251"/>
                          <a:pt x="36422" y="36675"/>
                        </a:cubicBezTo>
                        <a:cubicBezTo>
                          <a:pt x="33319" y="36099"/>
                          <a:pt x="30703" y="35567"/>
                          <a:pt x="28664" y="35035"/>
                        </a:cubicBezTo>
                        <a:cubicBezTo>
                          <a:pt x="13591" y="31134"/>
                          <a:pt x="8848" y="25149"/>
                          <a:pt x="1666" y="17302"/>
                        </a:cubicBezTo>
                        <a:cubicBezTo>
                          <a:pt x="-772" y="14643"/>
                          <a:pt x="-595" y="9544"/>
                          <a:pt x="2597" y="7284"/>
                        </a:cubicBezTo>
                        <a:cubicBezTo>
                          <a:pt x="11641" y="856"/>
                          <a:pt x="22901" y="-1228"/>
                          <a:pt x="36111" y="678"/>
                        </a:cubicBezTo>
                        <a:cubicBezTo>
                          <a:pt x="37840" y="900"/>
                          <a:pt x="39968" y="1210"/>
                          <a:pt x="42318" y="1565"/>
                        </a:cubicBezTo>
                        <a:cubicBezTo>
                          <a:pt x="44490" y="1831"/>
                          <a:pt x="46884" y="2141"/>
                          <a:pt x="49322" y="2363"/>
                        </a:cubicBezTo>
                        <a:cubicBezTo>
                          <a:pt x="54243" y="2851"/>
                          <a:pt x="59341" y="3072"/>
                          <a:pt x="62799" y="3205"/>
                        </a:cubicBezTo>
                        <a:cubicBezTo>
                          <a:pt x="75832" y="3693"/>
                          <a:pt x="83324" y="7771"/>
                          <a:pt x="91880" y="13712"/>
                        </a:cubicBezTo>
                        <a:cubicBezTo>
                          <a:pt x="94806" y="15751"/>
                          <a:pt x="96668" y="20317"/>
                          <a:pt x="94628" y="23154"/>
                        </a:cubicBezTo>
                        <a:cubicBezTo>
                          <a:pt x="88688" y="31311"/>
                          <a:pt x="79999" y="37163"/>
                          <a:pt x="64350" y="3831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22" name="Forme libre : forme 21821">
                    <a:extLst>
                      <a:ext uri="{FF2B5EF4-FFF2-40B4-BE49-F238E27FC236}">
                        <a16:creationId xmlns:a16="http://schemas.microsoft.com/office/drawing/2014/main" id="{C2A6B809-336E-4B6B-B817-96E70F8DE66D}"/>
                      </a:ext>
                    </a:extLst>
                  </p:cNvPr>
                  <p:cNvSpPr/>
                  <p:nvPr/>
                </p:nvSpPr>
                <p:spPr>
                  <a:xfrm>
                    <a:off x="7429164" y="968188"/>
                    <a:ext cx="94735" cy="25295"/>
                  </a:xfrm>
                  <a:custGeom>
                    <a:avLst/>
                    <a:gdLst>
                      <a:gd name="connsiteX0" fmla="*/ 35997 w 94735"/>
                      <a:gd name="connsiteY0" fmla="*/ 10506 h 25295"/>
                      <a:gd name="connsiteX1" fmla="*/ 16624 w 94735"/>
                      <a:gd name="connsiteY1" fmla="*/ 6561 h 25295"/>
                      <a:gd name="connsiteX2" fmla="*/ 0 w 94735"/>
                      <a:gd name="connsiteY2" fmla="*/ 0 h 25295"/>
                      <a:gd name="connsiteX3" fmla="*/ 1640 w 94735"/>
                      <a:gd name="connsiteY3" fmla="*/ 4123 h 25295"/>
                      <a:gd name="connsiteX4" fmla="*/ 5187 w 94735"/>
                      <a:gd name="connsiteY4" fmla="*/ 8024 h 25295"/>
                      <a:gd name="connsiteX5" fmla="*/ 16757 w 94735"/>
                      <a:gd name="connsiteY5" fmla="*/ 17378 h 25295"/>
                      <a:gd name="connsiteX6" fmla="*/ 28638 w 94735"/>
                      <a:gd name="connsiteY6" fmla="*/ 21855 h 25295"/>
                      <a:gd name="connsiteX7" fmla="*/ 34046 w 94735"/>
                      <a:gd name="connsiteY7" fmla="*/ 23052 h 25295"/>
                      <a:gd name="connsiteX8" fmla="*/ 61665 w 94735"/>
                      <a:gd name="connsiteY8" fmla="*/ 25224 h 25295"/>
                      <a:gd name="connsiteX9" fmla="*/ 64280 w 94735"/>
                      <a:gd name="connsiteY9" fmla="*/ 25091 h 25295"/>
                      <a:gd name="connsiteX10" fmla="*/ 78466 w 94735"/>
                      <a:gd name="connsiteY10" fmla="*/ 22210 h 25295"/>
                      <a:gd name="connsiteX11" fmla="*/ 91544 w 94735"/>
                      <a:gd name="connsiteY11" fmla="*/ 13654 h 25295"/>
                      <a:gd name="connsiteX12" fmla="*/ 94647 w 94735"/>
                      <a:gd name="connsiteY12" fmla="*/ 9974 h 25295"/>
                      <a:gd name="connsiteX13" fmla="*/ 94735 w 94735"/>
                      <a:gd name="connsiteY13" fmla="*/ 9841 h 25295"/>
                      <a:gd name="connsiteX14" fmla="*/ 35997 w 94735"/>
                      <a:gd name="connsiteY14" fmla="*/ 10506 h 25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4735" h="25295">
                        <a:moveTo>
                          <a:pt x="35997" y="10506"/>
                        </a:moveTo>
                        <a:cubicBezTo>
                          <a:pt x="29347" y="9708"/>
                          <a:pt x="22653" y="8334"/>
                          <a:pt x="16624" y="6561"/>
                        </a:cubicBezTo>
                        <a:cubicBezTo>
                          <a:pt x="10551" y="4788"/>
                          <a:pt x="5009" y="2704"/>
                          <a:pt x="0" y="0"/>
                        </a:cubicBezTo>
                        <a:cubicBezTo>
                          <a:pt x="89" y="1552"/>
                          <a:pt x="621" y="3059"/>
                          <a:pt x="1640" y="4123"/>
                        </a:cubicBezTo>
                        <a:cubicBezTo>
                          <a:pt x="2882" y="5497"/>
                          <a:pt x="4079" y="6783"/>
                          <a:pt x="5187" y="8024"/>
                        </a:cubicBezTo>
                        <a:cubicBezTo>
                          <a:pt x="8600" y="11615"/>
                          <a:pt x="11881" y="14718"/>
                          <a:pt x="16757" y="17378"/>
                        </a:cubicBezTo>
                        <a:cubicBezTo>
                          <a:pt x="19949" y="19107"/>
                          <a:pt x="23673" y="20614"/>
                          <a:pt x="28638" y="21855"/>
                        </a:cubicBezTo>
                        <a:cubicBezTo>
                          <a:pt x="30101" y="22254"/>
                          <a:pt x="32007" y="22653"/>
                          <a:pt x="34046" y="23052"/>
                        </a:cubicBezTo>
                        <a:cubicBezTo>
                          <a:pt x="42602" y="24825"/>
                          <a:pt x="54439" y="25535"/>
                          <a:pt x="61665" y="25224"/>
                        </a:cubicBezTo>
                        <a:cubicBezTo>
                          <a:pt x="62595" y="25180"/>
                          <a:pt x="63482" y="25136"/>
                          <a:pt x="64280" y="25091"/>
                        </a:cubicBezTo>
                        <a:cubicBezTo>
                          <a:pt x="69821" y="24737"/>
                          <a:pt x="74476" y="23673"/>
                          <a:pt x="78466" y="22210"/>
                        </a:cubicBezTo>
                        <a:cubicBezTo>
                          <a:pt x="83918" y="20126"/>
                          <a:pt x="88041" y="17112"/>
                          <a:pt x="91544" y="13654"/>
                        </a:cubicBezTo>
                        <a:cubicBezTo>
                          <a:pt x="92652" y="12501"/>
                          <a:pt x="93671" y="11260"/>
                          <a:pt x="94647" y="9974"/>
                        </a:cubicBezTo>
                        <a:lnTo>
                          <a:pt x="94735" y="9841"/>
                        </a:lnTo>
                        <a:cubicBezTo>
                          <a:pt x="75496" y="12324"/>
                          <a:pt x="55369" y="12812"/>
                          <a:pt x="35997" y="1050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23" name="Forme libre : forme 21822">
                    <a:extLst>
                      <a:ext uri="{FF2B5EF4-FFF2-40B4-BE49-F238E27FC236}">
                        <a16:creationId xmlns:a16="http://schemas.microsoft.com/office/drawing/2014/main" id="{DCD062EF-41FD-447C-B628-47B1EAFF1568}"/>
                      </a:ext>
                    </a:extLst>
                  </p:cNvPr>
                  <p:cNvSpPr/>
                  <p:nvPr/>
                </p:nvSpPr>
                <p:spPr>
                  <a:xfrm>
                    <a:off x="7461938" y="970223"/>
                    <a:ext cx="44374" cy="12078"/>
                  </a:xfrm>
                  <a:custGeom>
                    <a:avLst/>
                    <a:gdLst>
                      <a:gd name="connsiteX0" fmla="*/ 44362 w 44374"/>
                      <a:gd name="connsiteY0" fmla="*/ 5900 h 12078"/>
                      <a:gd name="connsiteX1" fmla="*/ 35186 w 44374"/>
                      <a:gd name="connsiteY1" fmla="*/ 10998 h 12078"/>
                      <a:gd name="connsiteX2" fmla="*/ 20911 w 44374"/>
                      <a:gd name="connsiteY2" fmla="*/ 12018 h 12078"/>
                      <a:gd name="connsiteX3" fmla="*/ 7745 w 44374"/>
                      <a:gd name="connsiteY3" fmla="*/ 9624 h 12078"/>
                      <a:gd name="connsiteX4" fmla="*/ 31 w 44374"/>
                      <a:gd name="connsiteY4" fmla="*/ 3196 h 12078"/>
                      <a:gd name="connsiteX5" fmla="*/ 9075 w 44374"/>
                      <a:gd name="connsiteY5" fmla="*/ 4 h 12078"/>
                      <a:gd name="connsiteX6" fmla="*/ 21399 w 44374"/>
                      <a:gd name="connsiteY6" fmla="*/ 492 h 12078"/>
                      <a:gd name="connsiteX7" fmla="*/ 34654 w 44374"/>
                      <a:gd name="connsiteY7" fmla="*/ 1777 h 12078"/>
                      <a:gd name="connsiteX8" fmla="*/ 44362 w 44374"/>
                      <a:gd name="connsiteY8" fmla="*/ 5900 h 12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374" h="12078">
                        <a:moveTo>
                          <a:pt x="44362" y="5900"/>
                        </a:moveTo>
                        <a:cubicBezTo>
                          <a:pt x="44628" y="8250"/>
                          <a:pt x="40372" y="10023"/>
                          <a:pt x="35186" y="10998"/>
                        </a:cubicBezTo>
                        <a:cubicBezTo>
                          <a:pt x="29999" y="12018"/>
                          <a:pt x="23970" y="12195"/>
                          <a:pt x="20911" y="12018"/>
                        </a:cubicBezTo>
                        <a:cubicBezTo>
                          <a:pt x="17852" y="11885"/>
                          <a:pt x="12355" y="11220"/>
                          <a:pt x="7745" y="9624"/>
                        </a:cubicBezTo>
                        <a:cubicBezTo>
                          <a:pt x="3090" y="8028"/>
                          <a:pt x="-368" y="5723"/>
                          <a:pt x="31" y="3196"/>
                        </a:cubicBezTo>
                        <a:cubicBezTo>
                          <a:pt x="430" y="625"/>
                          <a:pt x="4553" y="93"/>
                          <a:pt x="9075" y="4"/>
                        </a:cubicBezTo>
                        <a:cubicBezTo>
                          <a:pt x="13597" y="-40"/>
                          <a:pt x="18739" y="270"/>
                          <a:pt x="21399" y="492"/>
                        </a:cubicBezTo>
                        <a:cubicBezTo>
                          <a:pt x="24059" y="758"/>
                          <a:pt x="29644" y="1113"/>
                          <a:pt x="34654" y="1777"/>
                        </a:cubicBezTo>
                        <a:cubicBezTo>
                          <a:pt x="39619" y="2487"/>
                          <a:pt x="44096" y="3551"/>
                          <a:pt x="44362" y="590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24" name="Forme libre : forme 21823">
                    <a:extLst>
                      <a:ext uri="{FF2B5EF4-FFF2-40B4-BE49-F238E27FC236}">
                        <a16:creationId xmlns:a16="http://schemas.microsoft.com/office/drawing/2014/main" id="{709E42D6-1C98-4A39-B803-3D293B9A7764}"/>
                      </a:ext>
                    </a:extLst>
                  </p:cNvPr>
                  <p:cNvSpPr/>
                  <p:nvPr/>
                </p:nvSpPr>
                <p:spPr>
                  <a:xfrm>
                    <a:off x="7461733" y="970404"/>
                    <a:ext cx="31223" cy="11915"/>
                  </a:xfrm>
                  <a:custGeom>
                    <a:avLst/>
                    <a:gdLst>
                      <a:gd name="connsiteX0" fmla="*/ 10078 w 31223"/>
                      <a:gd name="connsiteY0" fmla="*/ 0 h 11915"/>
                      <a:gd name="connsiteX1" fmla="*/ 15 w 31223"/>
                      <a:gd name="connsiteY1" fmla="*/ 3015 h 11915"/>
                      <a:gd name="connsiteX2" fmla="*/ 7994 w 31223"/>
                      <a:gd name="connsiteY2" fmla="*/ 9443 h 11915"/>
                      <a:gd name="connsiteX3" fmla="*/ 21427 w 31223"/>
                      <a:gd name="connsiteY3" fmla="*/ 11881 h 11915"/>
                      <a:gd name="connsiteX4" fmla="*/ 31224 w 31223"/>
                      <a:gd name="connsiteY4" fmla="*/ 11304 h 11915"/>
                      <a:gd name="connsiteX5" fmla="*/ 25993 w 31223"/>
                      <a:gd name="connsiteY5" fmla="*/ 10950 h 11915"/>
                      <a:gd name="connsiteX6" fmla="*/ 10078 w 31223"/>
                      <a:gd name="connsiteY6" fmla="*/ 0 h 11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23" h="11915">
                        <a:moveTo>
                          <a:pt x="10078" y="0"/>
                        </a:moveTo>
                        <a:cubicBezTo>
                          <a:pt x="7329" y="576"/>
                          <a:pt x="-384" y="-310"/>
                          <a:pt x="15" y="3015"/>
                        </a:cubicBezTo>
                        <a:cubicBezTo>
                          <a:pt x="369" y="5674"/>
                          <a:pt x="3606" y="7891"/>
                          <a:pt x="7994" y="9443"/>
                        </a:cubicBezTo>
                        <a:cubicBezTo>
                          <a:pt x="12339" y="10994"/>
                          <a:pt x="17614" y="11703"/>
                          <a:pt x="21427" y="11881"/>
                        </a:cubicBezTo>
                        <a:cubicBezTo>
                          <a:pt x="23688" y="12014"/>
                          <a:pt x="28697" y="11748"/>
                          <a:pt x="31224" y="11304"/>
                        </a:cubicBezTo>
                        <a:cubicBezTo>
                          <a:pt x="29761" y="11260"/>
                          <a:pt x="27367" y="11260"/>
                          <a:pt x="25993" y="10950"/>
                        </a:cubicBezTo>
                        <a:cubicBezTo>
                          <a:pt x="18279" y="9265"/>
                          <a:pt x="9635" y="5630"/>
                          <a:pt x="10078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25" name="Forme libre : forme 21824">
                    <a:extLst>
                      <a:ext uri="{FF2B5EF4-FFF2-40B4-BE49-F238E27FC236}">
                        <a16:creationId xmlns:a16="http://schemas.microsoft.com/office/drawing/2014/main" id="{169FDEE5-52CC-494E-9622-4516E194D05A}"/>
                      </a:ext>
                    </a:extLst>
                  </p:cNvPr>
                  <p:cNvSpPr/>
                  <p:nvPr/>
                </p:nvSpPr>
                <p:spPr>
                  <a:xfrm>
                    <a:off x="7463999" y="971894"/>
                    <a:ext cx="44858" cy="11915"/>
                  </a:xfrm>
                  <a:custGeom>
                    <a:avLst/>
                    <a:gdLst>
                      <a:gd name="connsiteX0" fmla="*/ 44829 w 44858"/>
                      <a:gd name="connsiteY0" fmla="*/ 5249 h 11915"/>
                      <a:gd name="connsiteX1" fmla="*/ 21023 w 44858"/>
                      <a:gd name="connsiteY1" fmla="*/ 11898 h 11915"/>
                      <a:gd name="connsiteX2" fmla="*/ 7768 w 44858"/>
                      <a:gd name="connsiteY2" fmla="*/ 9726 h 11915"/>
                      <a:gd name="connsiteX3" fmla="*/ 10 w 44858"/>
                      <a:gd name="connsiteY3" fmla="*/ 3298 h 11915"/>
                      <a:gd name="connsiteX4" fmla="*/ 9009 w 44858"/>
                      <a:gd name="connsiteY4" fmla="*/ 18 h 11915"/>
                      <a:gd name="connsiteX5" fmla="*/ 21422 w 44858"/>
                      <a:gd name="connsiteY5" fmla="*/ 328 h 11915"/>
                      <a:gd name="connsiteX6" fmla="*/ 35298 w 44858"/>
                      <a:gd name="connsiteY6" fmla="*/ 1303 h 11915"/>
                      <a:gd name="connsiteX7" fmla="*/ 44829 w 44858"/>
                      <a:gd name="connsiteY7" fmla="*/ 5249 h 11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858" h="11915">
                        <a:moveTo>
                          <a:pt x="44829" y="5249"/>
                        </a:moveTo>
                        <a:cubicBezTo>
                          <a:pt x="43942" y="10214"/>
                          <a:pt x="27717" y="12120"/>
                          <a:pt x="21023" y="11898"/>
                        </a:cubicBezTo>
                        <a:cubicBezTo>
                          <a:pt x="17698" y="11898"/>
                          <a:pt x="12290" y="11278"/>
                          <a:pt x="7768" y="9726"/>
                        </a:cubicBezTo>
                        <a:cubicBezTo>
                          <a:pt x="3202" y="8219"/>
                          <a:pt x="-212" y="5869"/>
                          <a:pt x="10" y="3298"/>
                        </a:cubicBezTo>
                        <a:cubicBezTo>
                          <a:pt x="187" y="683"/>
                          <a:pt x="4399" y="151"/>
                          <a:pt x="9009" y="18"/>
                        </a:cubicBezTo>
                        <a:cubicBezTo>
                          <a:pt x="13664" y="-71"/>
                          <a:pt x="18895" y="195"/>
                          <a:pt x="21422" y="328"/>
                        </a:cubicBezTo>
                        <a:cubicBezTo>
                          <a:pt x="23904" y="461"/>
                          <a:pt x="29978" y="727"/>
                          <a:pt x="35298" y="1303"/>
                        </a:cubicBezTo>
                        <a:cubicBezTo>
                          <a:pt x="40617" y="1880"/>
                          <a:pt x="45272" y="2811"/>
                          <a:pt x="44829" y="524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26" name="Forme libre : forme 21825">
                    <a:extLst>
                      <a:ext uri="{FF2B5EF4-FFF2-40B4-BE49-F238E27FC236}">
                        <a16:creationId xmlns:a16="http://schemas.microsoft.com/office/drawing/2014/main" id="{A4747ADF-5ED4-4A8C-A876-5B44ED04EC1E}"/>
                      </a:ext>
                    </a:extLst>
                  </p:cNvPr>
                  <p:cNvSpPr/>
                  <p:nvPr/>
                </p:nvSpPr>
                <p:spPr>
                  <a:xfrm>
                    <a:off x="7441481" y="962377"/>
                    <a:ext cx="54853" cy="27549"/>
                  </a:xfrm>
                  <a:custGeom>
                    <a:avLst/>
                    <a:gdLst>
                      <a:gd name="connsiteX0" fmla="*/ 141 w 54853"/>
                      <a:gd name="connsiteY0" fmla="*/ 7584 h 27549"/>
                      <a:gd name="connsiteX1" fmla="*/ 4618 w 54853"/>
                      <a:gd name="connsiteY1" fmla="*/ 14101 h 27549"/>
                      <a:gd name="connsiteX2" fmla="*/ 23281 w 54853"/>
                      <a:gd name="connsiteY2" fmla="*/ 25494 h 27549"/>
                      <a:gd name="connsiteX3" fmla="*/ 46732 w 54853"/>
                      <a:gd name="connsiteY3" fmla="*/ 26513 h 27549"/>
                      <a:gd name="connsiteX4" fmla="*/ 54623 w 54853"/>
                      <a:gd name="connsiteY4" fmla="*/ 20085 h 27549"/>
                      <a:gd name="connsiteX5" fmla="*/ 47575 w 54853"/>
                      <a:gd name="connsiteY5" fmla="*/ 17426 h 27549"/>
                      <a:gd name="connsiteX6" fmla="*/ 29266 w 54853"/>
                      <a:gd name="connsiteY6" fmla="*/ 9490 h 27549"/>
                      <a:gd name="connsiteX7" fmla="*/ 11933 w 54853"/>
                      <a:gd name="connsiteY7" fmla="*/ 92 h 27549"/>
                      <a:gd name="connsiteX8" fmla="*/ 141 w 54853"/>
                      <a:gd name="connsiteY8" fmla="*/ 7584 h 27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853" h="27549">
                        <a:moveTo>
                          <a:pt x="141" y="7584"/>
                        </a:moveTo>
                        <a:cubicBezTo>
                          <a:pt x="850" y="10687"/>
                          <a:pt x="1781" y="11663"/>
                          <a:pt x="4618" y="14101"/>
                        </a:cubicBezTo>
                        <a:cubicBezTo>
                          <a:pt x="10071" y="18667"/>
                          <a:pt x="14415" y="22657"/>
                          <a:pt x="23281" y="25494"/>
                        </a:cubicBezTo>
                        <a:cubicBezTo>
                          <a:pt x="31128" y="27932"/>
                          <a:pt x="40260" y="28109"/>
                          <a:pt x="46732" y="26513"/>
                        </a:cubicBezTo>
                        <a:cubicBezTo>
                          <a:pt x="51609" y="25361"/>
                          <a:pt x="55909" y="22878"/>
                          <a:pt x="54623" y="20085"/>
                        </a:cubicBezTo>
                        <a:cubicBezTo>
                          <a:pt x="53870" y="18357"/>
                          <a:pt x="50323" y="18268"/>
                          <a:pt x="47575" y="17426"/>
                        </a:cubicBezTo>
                        <a:cubicBezTo>
                          <a:pt x="41058" y="15431"/>
                          <a:pt x="34807" y="13524"/>
                          <a:pt x="29266" y="9490"/>
                        </a:cubicBezTo>
                        <a:cubicBezTo>
                          <a:pt x="24567" y="6033"/>
                          <a:pt x="20001" y="890"/>
                          <a:pt x="11933" y="92"/>
                        </a:cubicBezTo>
                        <a:cubicBezTo>
                          <a:pt x="4618" y="-661"/>
                          <a:pt x="-968" y="3328"/>
                          <a:pt x="141" y="758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27" name="Forme libre : forme 21826">
                    <a:extLst>
                      <a:ext uri="{FF2B5EF4-FFF2-40B4-BE49-F238E27FC236}">
                        <a16:creationId xmlns:a16="http://schemas.microsoft.com/office/drawing/2014/main" id="{3BF7F53B-FE8E-4D53-BD97-57D7FE499213}"/>
                      </a:ext>
                    </a:extLst>
                  </p:cNvPr>
                  <p:cNvSpPr/>
                  <p:nvPr/>
                </p:nvSpPr>
                <p:spPr>
                  <a:xfrm>
                    <a:off x="7453117" y="964886"/>
                    <a:ext cx="18127" cy="4547"/>
                  </a:xfrm>
                  <a:custGeom>
                    <a:avLst/>
                    <a:gdLst>
                      <a:gd name="connsiteX0" fmla="*/ 2025 w 18127"/>
                      <a:gd name="connsiteY0" fmla="*/ 1085 h 4547"/>
                      <a:gd name="connsiteX1" fmla="*/ 119 w 18127"/>
                      <a:gd name="connsiteY1" fmla="*/ 1927 h 4547"/>
                      <a:gd name="connsiteX2" fmla="*/ 1227 w 18127"/>
                      <a:gd name="connsiteY2" fmla="*/ 3301 h 4547"/>
                      <a:gd name="connsiteX3" fmla="*/ 4463 w 18127"/>
                      <a:gd name="connsiteY3" fmla="*/ 4011 h 4547"/>
                      <a:gd name="connsiteX4" fmla="*/ 12532 w 18127"/>
                      <a:gd name="connsiteY4" fmla="*/ 4543 h 4547"/>
                      <a:gd name="connsiteX5" fmla="*/ 15457 w 18127"/>
                      <a:gd name="connsiteY5" fmla="*/ 4321 h 4547"/>
                      <a:gd name="connsiteX6" fmla="*/ 14438 w 18127"/>
                      <a:gd name="connsiteY6" fmla="*/ 154 h 4547"/>
                      <a:gd name="connsiteX7" fmla="*/ 2025 w 18127"/>
                      <a:gd name="connsiteY7" fmla="*/ 1085 h 4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127" h="4547">
                        <a:moveTo>
                          <a:pt x="2025" y="1085"/>
                        </a:moveTo>
                        <a:cubicBezTo>
                          <a:pt x="1139" y="1262"/>
                          <a:pt x="474" y="1440"/>
                          <a:pt x="119" y="1927"/>
                        </a:cubicBezTo>
                        <a:cubicBezTo>
                          <a:pt x="-280" y="2415"/>
                          <a:pt x="385" y="2947"/>
                          <a:pt x="1227" y="3301"/>
                        </a:cubicBezTo>
                        <a:cubicBezTo>
                          <a:pt x="2069" y="3656"/>
                          <a:pt x="3444" y="3878"/>
                          <a:pt x="4463" y="4011"/>
                        </a:cubicBezTo>
                        <a:cubicBezTo>
                          <a:pt x="7123" y="4321"/>
                          <a:pt x="9960" y="4587"/>
                          <a:pt x="12532" y="4543"/>
                        </a:cubicBezTo>
                        <a:cubicBezTo>
                          <a:pt x="13596" y="4543"/>
                          <a:pt x="14571" y="4543"/>
                          <a:pt x="15457" y="4321"/>
                        </a:cubicBezTo>
                        <a:cubicBezTo>
                          <a:pt x="19004" y="3257"/>
                          <a:pt x="19359" y="686"/>
                          <a:pt x="14438" y="154"/>
                        </a:cubicBezTo>
                        <a:cubicBezTo>
                          <a:pt x="10626" y="-289"/>
                          <a:pt x="5660" y="287"/>
                          <a:pt x="2025" y="108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28" name="Forme libre : forme 21827">
                    <a:extLst>
                      <a:ext uri="{FF2B5EF4-FFF2-40B4-BE49-F238E27FC236}">
                        <a16:creationId xmlns:a16="http://schemas.microsoft.com/office/drawing/2014/main" id="{3666840C-8175-4932-A4ED-CAB3DD78DE0E}"/>
                      </a:ext>
                    </a:extLst>
                  </p:cNvPr>
                  <p:cNvSpPr/>
                  <p:nvPr/>
                </p:nvSpPr>
                <p:spPr>
                  <a:xfrm>
                    <a:off x="7494597" y="977143"/>
                    <a:ext cx="27706" cy="15427"/>
                  </a:xfrm>
                  <a:custGeom>
                    <a:avLst/>
                    <a:gdLst>
                      <a:gd name="connsiteX0" fmla="*/ 27707 w 27706"/>
                      <a:gd name="connsiteY0" fmla="*/ 0 h 15427"/>
                      <a:gd name="connsiteX1" fmla="*/ 0 w 27706"/>
                      <a:gd name="connsiteY1" fmla="*/ 15427 h 15427"/>
                      <a:gd name="connsiteX2" fmla="*/ 27707 w 27706"/>
                      <a:gd name="connsiteY2" fmla="*/ 0 h 15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706" h="15427">
                        <a:moveTo>
                          <a:pt x="27707" y="0"/>
                        </a:moveTo>
                        <a:cubicBezTo>
                          <a:pt x="24781" y="7137"/>
                          <a:pt x="9974" y="12989"/>
                          <a:pt x="0" y="15427"/>
                        </a:cubicBezTo>
                        <a:cubicBezTo>
                          <a:pt x="10861" y="12634"/>
                          <a:pt x="21323" y="5896"/>
                          <a:pt x="2770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29" name="Forme libre : forme 21828">
                    <a:extLst>
                      <a:ext uri="{FF2B5EF4-FFF2-40B4-BE49-F238E27FC236}">
                        <a16:creationId xmlns:a16="http://schemas.microsoft.com/office/drawing/2014/main" id="{FC15E3EA-11F4-4D12-A5AB-6A7EEA1987B4}"/>
                      </a:ext>
                    </a:extLst>
                  </p:cNvPr>
                  <p:cNvSpPr/>
                  <p:nvPr/>
                </p:nvSpPr>
                <p:spPr>
                  <a:xfrm>
                    <a:off x="7432312" y="956633"/>
                    <a:ext cx="33735" cy="6678"/>
                  </a:xfrm>
                  <a:custGeom>
                    <a:avLst/>
                    <a:gdLst>
                      <a:gd name="connsiteX0" fmla="*/ 33736 w 33735"/>
                      <a:gd name="connsiteY0" fmla="*/ 427 h 6678"/>
                      <a:gd name="connsiteX1" fmla="*/ 0 w 33735"/>
                      <a:gd name="connsiteY1" fmla="*/ 6678 h 6678"/>
                      <a:gd name="connsiteX2" fmla="*/ 16225 w 33735"/>
                      <a:gd name="connsiteY2" fmla="*/ 1624 h 6678"/>
                      <a:gd name="connsiteX3" fmla="*/ 33736 w 33735"/>
                      <a:gd name="connsiteY3" fmla="*/ 427 h 6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735" h="6678">
                        <a:moveTo>
                          <a:pt x="33736" y="427"/>
                        </a:moveTo>
                        <a:cubicBezTo>
                          <a:pt x="22165" y="-1080"/>
                          <a:pt x="8866" y="1491"/>
                          <a:pt x="0" y="6678"/>
                        </a:cubicBezTo>
                        <a:cubicBezTo>
                          <a:pt x="3990" y="4107"/>
                          <a:pt x="10019" y="2467"/>
                          <a:pt x="16225" y="1624"/>
                        </a:cubicBezTo>
                        <a:cubicBezTo>
                          <a:pt x="22431" y="738"/>
                          <a:pt x="28682" y="560"/>
                          <a:pt x="33736" y="42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30" name="Forme libre : forme 21829">
                    <a:extLst>
                      <a:ext uri="{FF2B5EF4-FFF2-40B4-BE49-F238E27FC236}">
                        <a16:creationId xmlns:a16="http://schemas.microsoft.com/office/drawing/2014/main" id="{DD9FD46F-34CF-4CBB-A02F-0F43EBC0A9F7}"/>
                      </a:ext>
                    </a:extLst>
                  </p:cNvPr>
                  <p:cNvSpPr/>
                  <p:nvPr/>
                </p:nvSpPr>
                <p:spPr>
                  <a:xfrm>
                    <a:off x="7479898" y="971885"/>
                    <a:ext cx="16274" cy="4343"/>
                  </a:xfrm>
                  <a:custGeom>
                    <a:avLst/>
                    <a:gdLst>
                      <a:gd name="connsiteX0" fmla="*/ 16162 w 16274"/>
                      <a:gd name="connsiteY0" fmla="*/ 3263 h 4343"/>
                      <a:gd name="connsiteX1" fmla="*/ 6497 w 16274"/>
                      <a:gd name="connsiteY1" fmla="*/ 3928 h 4343"/>
                      <a:gd name="connsiteX2" fmla="*/ 202 w 16274"/>
                      <a:gd name="connsiteY2" fmla="*/ 825 h 4343"/>
                      <a:gd name="connsiteX3" fmla="*/ 9157 w 16274"/>
                      <a:gd name="connsiteY3" fmla="*/ 603 h 4343"/>
                      <a:gd name="connsiteX4" fmla="*/ 16162 w 16274"/>
                      <a:gd name="connsiteY4" fmla="*/ 3263 h 4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74" h="4343">
                        <a:moveTo>
                          <a:pt x="16162" y="3263"/>
                        </a:moveTo>
                        <a:cubicBezTo>
                          <a:pt x="15142" y="4948"/>
                          <a:pt x="8492" y="4238"/>
                          <a:pt x="6497" y="3928"/>
                        </a:cubicBezTo>
                        <a:cubicBezTo>
                          <a:pt x="4458" y="3662"/>
                          <a:pt x="-1128" y="2465"/>
                          <a:pt x="202" y="825"/>
                        </a:cubicBezTo>
                        <a:cubicBezTo>
                          <a:pt x="1488" y="-727"/>
                          <a:pt x="7295" y="337"/>
                          <a:pt x="9157" y="603"/>
                        </a:cubicBezTo>
                        <a:cubicBezTo>
                          <a:pt x="11019" y="914"/>
                          <a:pt x="17181" y="1623"/>
                          <a:pt x="16162" y="326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31" name="Forme libre : forme 21830">
                    <a:extLst>
                      <a:ext uri="{FF2B5EF4-FFF2-40B4-BE49-F238E27FC236}">
                        <a16:creationId xmlns:a16="http://schemas.microsoft.com/office/drawing/2014/main" id="{104380A8-15C5-40EA-B4B1-AC40F80CD8C9}"/>
                      </a:ext>
                    </a:extLst>
                  </p:cNvPr>
                  <p:cNvSpPr/>
                  <p:nvPr/>
                </p:nvSpPr>
                <p:spPr>
                  <a:xfrm>
                    <a:off x="7493923" y="973985"/>
                    <a:ext cx="4677" cy="1516"/>
                  </a:xfrm>
                  <a:custGeom>
                    <a:avLst/>
                    <a:gdLst>
                      <a:gd name="connsiteX0" fmla="*/ 4663 w 4677"/>
                      <a:gd name="connsiteY0" fmla="*/ 675 h 1516"/>
                      <a:gd name="connsiteX1" fmla="*/ 2535 w 4677"/>
                      <a:gd name="connsiteY1" fmla="*/ 1517 h 1516"/>
                      <a:gd name="connsiteX2" fmla="*/ 9 w 4677"/>
                      <a:gd name="connsiteY2" fmla="*/ 808 h 1516"/>
                      <a:gd name="connsiteX3" fmla="*/ 2048 w 4677"/>
                      <a:gd name="connsiteY3" fmla="*/ 10 h 1516"/>
                      <a:gd name="connsiteX4" fmla="*/ 4663 w 4677"/>
                      <a:gd name="connsiteY4" fmla="*/ 675 h 1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7" h="1516">
                        <a:moveTo>
                          <a:pt x="4663" y="675"/>
                        </a:moveTo>
                        <a:cubicBezTo>
                          <a:pt x="4841" y="1340"/>
                          <a:pt x="3334" y="1517"/>
                          <a:pt x="2535" y="1517"/>
                        </a:cubicBezTo>
                        <a:cubicBezTo>
                          <a:pt x="1737" y="1517"/>
                          <a:pt x="186" y="1428"/>
                          <a:pt x="9" y="808"/>
                        </a:cubicBezTo>
                        <a:cubicBezTo>
                          <a:pt x="-124" y="143"/>
                          <a:pt x="1294" y="10"/>
                          <a:pt x="2048" y="10"/>
                        </a:cubicBezTo>
                        <a:cubicBezTo>
                          <a:pt x="2890" y="-35"/>
                          <a:pt x="4486" y="54"/>
                          <a:pt x="4663" y="6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32" name="Forme libre : forme 21831">
                    <a:extLst>
                      <a:ext uri="{FF2B5EF4-FFF2-40B4-BE49-F238E27FC236}">
                        <a16:creationId xmlns:a16="http://schemas.microsoft.com/office/drawing/2014/main" id="{AE5AE29C-A92E-48F3-A2A6-3722BAB924B1}"/>
                      </a:ext>
                    </a:extLst>
                  </p:cNvPr>
                  <p:cNvSpPr/>
                  <p:nvPr/>
                </p:nvSpPr>
                <p:spPr>
                  <a:xfrm>
                    <a:off x="7480572" y="960995"/>
                    <a:ext cx="39521" cy="15292"/>
                  </a:xfrm>
                  <a:custGeom>
                    <a:avLst/>
                    <a:gdLst>
                      <a:gd name="connsiteX0" fmla="*/ 28787 w 39521"/>
                      <a:gd name="connsiteY0" fmla="*/ 6395 h 15292"/>
                      <a:gd name="connsiteX1" fmla="*/ 39160 w 39521"/>
                      <a:gd name="connsiteY1" fmla="*/ 12247 h 15292"/>
                      <a:gd name="connsiteX2" fmla="*/ 36633 w 39521"/>
                      <a:gd name="connsiteY2" fmla="*/ 15217 h 15292"/>
                      <a:gd name="connsiteX3" fmla="*/ 31624 w 39521"/>
                      <a:gd name="connsiteY3" fmla="*/ 14109 h 15292"/>
                      <a:gd name="connsiteX4" fmla="*/ 17083 w 39521"/>
                      <a:gd name="connsiteY4" fmla="*/ 8878 h 15292"/>
                      <a:gd name="connsiteX5" fmla="*/ 6222 w 39521"/>
                      <a:gd name="connsiteY5" fmla="*/ 6351 h 15292"/>
                      <a:gd name="connsiteX6" fmla="*/ 415 w 39521"/>
                      <a:gd name="connsiteY6" fmla="*/ 1696 h 15292"/>
                      <a:gd name="connsiteX7" fmla="*/ 9547 w 39521"/>
                      <a:gd name="connsiteY7" fmla="*/ 100 h 15292"/>
                      <a:gd name="connsiteX8" fmla="*/ 19610 w 39521"/>
                      <a:gd name="connsiteY8" fmla="*/ 1740 h 15292"/>
                      <a:gd name="connsiteX9" fmla="*/ 28787 w 39521"/>
                      <a:gd name="connsiteY9" fmla="*/ 6395 h 15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521" h="15292">
                        <a:moveTo>
                          <a:pt x="28787" y="6395"/>
                        </a:moveTo>
                        <a:cubicBezTo>
                          <a:pt x="33087" y="8213"/>
                          <a:pt x="36279" y="9454"/>
                          <a:pt x="39160" y="12247"/>
                        </a:cubicBezTo>
                        <a:cubicBezTo>
                          <a:pt x="40224" y="13267"/>
                          <a:pt x="38806" y="14951"/>
                          <a:pt x="36633" y="15217"/>
                        </a:cubicBezTo>
                        <a:cubicBezTo>
                          <a:pt x="34505" y="15527"/>
                          <a:pt x="33087" y="14818"/>
                          <a:pt x="31624" y="14109"/>
                        </a:cubicBezTo>
                        <a:cubicBezTo>
                          <a:pt x="27013" y="11981"/>
                          <a:pt x="22270" y="10518"/>
                          <a:pt x="17083" y="8878"/>
                        </a:cubicBezTo>
                        <a:cubicBezTo>
                          <a:pt x="15488" y="8346"/>
                          <a:pt x="10389" y="7637"/>
                          <a:pt x="6222" y="6351"/>
                        </a:cubicBezTo>
                        <a:cubicBezTo>
                          <a:pt x="2055" y="5065"/>
                          <a:pt x="-1181" y="3381"/>
                          <a:pt x="415" y="1696"/>
                        </a:cubicBezTo>
                        <a:cubicBezTo>
                          <a:pt x="1967" y="12"/>
                          <a:pt x="5690" y="-166"/>
                          <a:pt x="9547" y="100"/>
                        </a:cubicBezTo>
                        <a:cubicBezTo>
                          <a:pt x="13448" y="366"/>
                          <a:pt x="17527" y="1120"/>
                          <a:pt x="19610" y="1740"/>
                        </a:cubicBezTo>
                        <a:cubicBezTo>
                          <a:pt x="23777" y="3070"/>
                          <a:pt x="25551" y="5021"/>
                          <a:pt x="28787" y="639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43" name="Graphique 2">
                  <a:extLst>
                    <a:ext uri="{FF2B5EF4-FFF2-40B4-BE49-F238E27FC236}">
                      <a16:creationId xmlns:a16="http://schemas.microsoft.com/office/drawing/2014/main" id="{C519A6EF-7D67-4228-84D3-8E3A69C5C046}"/>
                    </a:ext>
                  </a:extLst>
                </p:cNvPr>
                <p:cNvGrpSpPr/>
                <p:nvPr/>
              </p:nvGrpSpPr>
              <p:grpSpPr>
                <a:xfrm>
                  <a:off x="7524475" y="906498"/>
                  <a:ext cx="64382" cy="78535"/>
                  <a:chOff x="7524475" y="906498"/>
                  <a:chExt cx="64382" cy="78535"/>
                </a:xfrm>
                <a:solidFill>
                  <a:schemeClr val="accent1"/>
                </a:solidFill>
              </p:grpSpPr>
              <p:sp>
                <p:nvSpPr>
                  <p:cNvPr id="21809" name="Forme libre : forme 21808">
                    <a:extLst>
                      <a:ext uri="{FF2B5EF4-FFF2-40B4-BE49-F238E27FC236}">
                        <a16:creationId xmlns:a16="http://schemas.microsoft.com/office/drawing/2014/main" id="{AE00FA14-ADE2-43A3-8CD6-F63DEA0E6281}"/>
                      </a:ext>
                    </a:extLst>
                  </p:cNvPr>
                  <p:cNvSpPr/>
                  <p:nvPr/>
                </p:nvSpPr>
                <p:spPr>
                  <a:xfrm>
                    <a:off x="7524475" y="906498"/>
                    <a:ext cx="64382" cy="78535"/>
                  </a:xfrm>
                  <a:custGeom>
                    <a:avLst/>
                    <a:gdLst>
                      <a:gd name="connsiteX0" fmla="*/ 63793 w 64382"/>
                      <a:gd name="connsiteY0" fmla="*/ 34427 h 78535"/>
                      <a:gd name="connsiteX1" fmla="*/ 57232 w 64382"/>
                      <a:gd name="connsiteY1" fmla="*/ 54375 h 78535"/>
                      <a:gd name="connsiteX2" fmla="*/ 40962 w 64382"/>
                      <a:gd name="connsiteY2" fmla="*/ 72418 h 78535"/>
                      <a:gd name="connsiteX3" fmla="*/ 34180 w 64382"/>
                      <a:gd name="connsiteY3" fmla="*/ 76009 h 78535"/>
                      <a:gd name="connsiteX4" fmla="*/ 27973 w 64382"/>
                      <a:gd name="connsiteY4" fmla="*/ 77871 h 78535"/>
                      <a:gd name="connsiteX5" fmla="*/ 22476 w 64382"/>
                      <a:gd name="connsiteY5" fmla="*/ 78536 h 78535"/>
                      <a:gd name="connsiteX6" fmla="*/ 17600 w 64382"/>
                      <a:gd name="connsiteY6" fmla="*/ 78226 h 78535"/>
                      <a:gd name="connsiteX7" fmla="*/ 9355 w 64382"/>
                      <a:gd name="connsiteY7" fmla="*/ 75832 h 78535"/>
                      <a:gd name="connsiteX8" fmla="*/ 2527 w 64382"/>
                      <a:gd name="connsiteY8" fmla="*/ 71665 h 78535"/>
                      <a:gd name="connsiteX9" fmla="*/ 1641 w 64382"/>
                      <a:gd name="connsiteY9" fmla="*/ 61690 h 78535"/>
                      <a:gd name="connsiteX10" fmla="*/ 11837 w 64382"/>
                      <a:gd name="connsiteY10" fmla="*/ 51538 h 78535"/>
                      <a:gd name="connsiteX11" fmla="*/ 21013 w 64382"/>
                      <a:gd name="connsiteY11" fmla="*/ 43559 h 78535"/>
                      <a:gd name="connsiteX12" fmla="*/ 25668 w 64382"/>
                      <a:gd name="connsiteY12" fmla="*/ 37707 h 78535"/>
                      <a:gd name="connsiteX13" fmla="*/ 29259 w 64382"/>
                      <a:gd name="connsiteY13" fmla="*/ 28265 h 78535"/>
                      <a:gd name="connsiteX14" fmla="*/ 35510 w 64382"/>
                      <a:gd name="connsiteY14" fmla="*/ 13458 h 78535"/>
                      <a:gd name="connsiteX15" fmla="*/ 45617 w 64382"/>
                      <a:gd name="connsiteY15" fmla="*/ 1976 h 78535"/>
                      <a:gd name="connsiteX16" fmla="*/ 55459 w 64382"/>
                      <a:gd name="connsiteY16" fmla="*/ 1888 h 78535"/>
                      <a:gd name="connsiteX17" fmla="*/ 62685 w 64382"/>
                      <a:gd name="connsiteY17" fmla="*/ 15010 h 78535"/>
                      <a:gd name="connsiteX18" fmla="*/ 63793 w 64382"/>
                      <a:gd name="connsiteY18" fmla="*/ 34427 h 78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64382" h="78535">
                        <a:moveTo>
                          <a:pt x="63793" y="34427"/>
                        </a:moveTo>
                        <a:cubicBezTo>
                          <a:pt x="63039" y="38860"/>
                          <a:pt x="61488" y="46396"/>
                          <a:pt x="57232" y="54375"/>
                        </a:cubicBezTo>
                        <a:cubicBezTo>
                          <a:pt x="53153" y="62355"/>
                          <a:pt x="45972" y="69404"/>
                          <a:pt x="40962" y="72418"/>
                        </a:cubicBezTo>
                        <a:cubicBezTo>
                          <a:pt x="38657" y="73970"/>
                          <a:pt x="36352" y="75034"/>
                          <a:pt x="34180" y="76009"/>
                        </a:cubicBezTo>
                        <a:cubicBezTo>
                          <a:pt x="32008" y="76763"/>
                          <a:pt x="29924" y="77472"/>
                          <a:pt x="27973" y="77871"/>
                        </a:cubicBezTo>
                        <a:cubicBezTo>
                          <a:pt x="26023" y="78226"/>
                          <a:pt x="24205" y="78447"/>
                          <a:pt x="22476" y="78536"/>
                        </a:cubicBezTo>
                        <a:cubicBezTo>
                          <a:pt x="20747" y="78536"/>
                          <a:pt x="19151" y="78447"/>
                          <a:pt x="17600" y="78226"/>
                        </a:cubicBezTo>
                        <a:cubicBezTo>
                          <a:pt x="14541" y="77871"/>
                          <a:pt x="11881" y="76851"/>
                          <a:pt x="9355" y="75832"/>
                        </a:cubicBezTo>
                        <a:cubicBezTo>
                          <a:pt x="6960" y="74635"/>
                          <a:pt x="4744" y="73260"/>
                          <a:pt x="2527" y="71665"/>
                        </a:cubicBezTo>
                        <a:cubicBezTo>
                          <a:pt x="-531" y="69448"/>
                          <a:pt x="-797" y="64350"/>
                          <a:pt x="1641" y="61690"/>
                        </a:cubicBezTo>
                        <a:cubicBezTo>
                          <a:pt x="5232" y="57745"/>
                          <a:pt x="8645" y="54464"/>
                          <a:pt x="11837" y="51538"/>
                        </a:cubicBezTo>
                        <a:cubicBezTo>
                          <a:pt x="15117" y="48612"/>
                          <a:pt x="18354" y="46041"/>
                          <a:pt x="21013" y="43559"/>
                        </a:cubicBezTo>
                        <a:cubicBezTo>
                          <a:pt x="22521" y="42229"/>
                          <a:pt x="24205" y="40411"/>
                          <a:pt x="25668" y="37707"/>
                        </a:cubicBezTo>
                        <a:cubicBezTo>
                          <a:pt x="27175" y="35047"/>
                          <a:pt x="28461" y="31235"/>
                          <a:pt x="29259" y="28265"/>
                        </a:cubicBezTo>
                        <a:cubicBezTo>
                          <a:pt x="30811" y="22812"/>
                          <a:pt x="32806" y="17758"/>
                          <a:pt x="35510" y="13458"/>
                        </a:cubicBezTo>
                        <a:cubicBezTo>
                          <a:pt x="38258" y="9114"/>
                          <a:pt x="41627" y="5478"/>
                          <a:pt x="45617" y="1976"/>
                        </a:cubicBezTo>
                        <a:cubicBezTo>
                          <a:pt x="48366" y="-462"/>
                          <a:pt x="53331" y="-817"/>
                          <a:pt x="55459" y="1888"/>
                        </a:cubicBezTo>
                        <a:cubicBezTo>
                          <a:pt x="58562" y="5833"/>
                          <a:pt x="61089" y="9912"/>
                          <a:pt x="62685" y="15010"/>
                        </a:cubicBezTo>
                        <a:cubicBezTo>
                          <a:pt x="64236" y="19975"/>
                          <a:pt x="64990" y="26092"/>
                          <a:pt x="63793" y="3442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10" name="Forme libre : forme 21809">
                    <a:extLst>
                      <a:ext uri="{FF2B5EF4-FFF2-40B4-BE49-F238E27FC236}">
                        <a16:creationId xmlns:a16="http://schemas.microsoft.com/office/drawing/2014/main" id="{786548AF-33B0-4452-A638-163A98C46D90}"/>
                      </a:ext>
                    </a:extLst>
                  </p:cNvPr>
                  <p:cNvSpPr/>
                  <p:nvPr/>
                </p:nvSpPr>
                <p:spPr>
                  <a:xfrm>
                    <a:off x="7524609" y="908164"/>
                    <a:ext cx="64188" cy="76700"/>
                  </a:xfrm>
                  <a:custGeom>
                    <a:avLst/>
                    <a:gdLst>
                      <a:gd name="connsiteX0" fmla="*/ 37903 w 64188"/>
                      <a:gd name="connsiteY0" fmla="*/ 56877 h 76700"/>
                      <a:gd name="connsiteX1" fmla="*/ 18663 w 64188"/>
                      <a:gd name="connsiteY1" fmla="*/ 67294 h 76700"/>
                      <a:gd name="connsiteX2" fmla="*/ 0 w 64188"/>
                      <a:gd name="connsiteY2" fmla="*/ 66053 h 76700"/>
                      <a:gd name="connsiteX3" fmla="*/ 2349 w 64188"/>
                      <a:gd name="connsiteY3" fmla="*/ 69866 h 76700"/>
                      <a:gd name="connsiteX4" fmla="*/ 7004 w 64188"/>
                      <a:gd name="connsiteY4" fmla="*/ 72880 h 76700"/>
                      <a:gd name="connsiteX5" fmla="*/ 24382 w 64188"/>
                      <a:gd name="connsiteY5" fmla="*/ 76560 h 76700"/>
                      <a:gd name="connsiteX6" fmla="*/ 40740 w 64188"/>
                      <a:gd name="connsiteY6" fmla="*/ 70664 h 76700"/>
                      <a:gd name="connsiteX7" fmla="*/ 46902 w 64188"/>
                      <a:gd name="connsiteY7" fmla="*/ 65832 h 76700"/>
                      <a:gd name="connsiteX8" fmla="*/ 58073 w 64188"/>
                      <a:gd name="connsiteY8" fmla="*/ 50537 h 76700"/>
                      <a:gd name="connsiteX9" fmla="*/ 63038 w 64188"/>
                      <a:gd name="connsiteY9" fmla="*/ 35598 h 76700"/>
                      <a:gd name="connsiteX10" fmla="*/ 63570 w 64188"/>
                      <a:gd name="connsiteY10" fmla="*/ 32761 h 76700"/>
                      <a:gd name="connsiteX11" fmla="*/ 63570 w 64188"/>
                      <a:gd name="connsiteY11" fmla="*/ 17954 h 76700"/>
                      <a:gd name="connsiteX12" fmla="*/ 57985 w 64188"/>
                      <a:gd name="connsiteY12" fmla="*/ 3945 h 76700"/>
                      <a:gd name="connsiteX13" fmla="*/ 55236 w 64188"/>
                      <a:gd name="connsiteY13" fmla="*/ 133 h 76700"/>
                      <a:gd name="connsiteX14" fmla="*/ 55103 w 64188"/>
                      <a:gd name="connsiteY14" fmla="*/ 0 h 76700"/>
                      <a:gd name="connsiteX15" fmla="*/ 50981 w 64188"/>
                      <a:gd name="connsiteY15" fmla="*/ 28815 h 76700"/>
                      <a:gd name="connsiteX16" fmla="*/ 37903 w 64188"/>
                      <a:gd name="connsiteY16" fmla="*/ 56877 h 76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4188" h="76700">
                        <a:moveTo>
                          <a:pt x="37903" y="56877"/>
                        </a:moveTo>
                        <a:cubicBezTo>
                          <a:pt x="32716" y="62374"/>
                          <a:pt x="25490" y="65964"/>
                          <a:pt x="18663" y="67294"/>
                        </a:cubicBezTo>
                        <a:cubicBezTo>
                          <a:pt x="11748" y="68713"/>
                          <a:pt x="5320" y="67959"/>
                          <a:pt x="0" y="66053"/>
                        </a:cubicBezTo>
                        <a:cubicBezTo>
                          <a:pt x="310" y="67560"/>
                          <a:pt x="1064" y="68979"/>
                          <a:pt x="2349" y="69866"/>
                        </a:cubicBezTo>
                        <a:cubicBezTo>
                          <a:pt x="3857" y="70974"/>
                          <a:pt x="5408" y="71949"/>
                          <a:pt x="7004" y="72880"/>
                        </a:cubicBezTo>
                        <a:cubicBezTo>
                          <a:pt x="11570" y="75451"/>
                          <a:pt x="17156" y="77225"/>
                          <a:pt x="24382" y="76560"/>
                        </a:cubicBezTo>
                        <a:cubicBezTo>
                          <a:pt x="29037" y="76161"/>
                          <a:pt x="34622" y="74520"/>
                          <a:pt x="40740" y="70664"/>
                        </a:cubicBezTo>
                        <a:cubicBezTo>
                          <a:pt x="42558" y="69422"/>
                          <a:pt x="44730" y="67915"/>
                          <a:pt x="46902" y="65832"/>
                        </a:cubicBezTo>
                        <a:cubicBezTo>
                          <a:pt x="51202" y="61886"/>
                          <a:pt x="55414" y="56212"/>
                          <a:pt x="58073" y="50537"/>
                        </a:cubicBezTo>
                        <a:cubicBezTo>
                          <a:pt x="60822" y="44863"/>
                          <a:pt x="62196" y="39543"/>
                          <a:pt x="63038" y="35598"/>
                        </a:cubicBezTo>
                        <a:cubicBezTo>
                          <a:pt x="63216" y="34578"/>
                          <a:pt x="63393" y="33603"/>
                          <a:pt x="63570" y="32761"/>
                        </a:cubicBezTo>
                        <a:cubicBezTo>
                          <a:pt x="64501" y="26776"/>
                          <a:pt x="64280" y="22077"/>
                          <a:pt x="63570" y="17954"/>
                        </a:cubicBezTo>
                        <a:cubicBezTo>
                          <a:pt x="62551" y="12324"/>
                          <a:pt x="60512" y="7980"/>
                          <a:pt x="57985" y="3945"/>
                        </a:cubicBezTo>
                        <a:cubicBezTo>
                          <a:pt x="57143" y="2660"/>
                          <a:pt x="56212" y="1374"/>
                          <a:pt x="55236" y="133"/>
                        </a:cubicBezTo>
                        <a:lnTo>
                          <a:pt x="55103" y="0"/>
                        </a:lnTo>
                        <a:cubicBezTo>
                          <a:pt x="53729" y="9310"/>
                          <a:pt x="52887" y="18974"/>
                          <a:pt x="50981" y="28815"/>
                        </a:cubicBezTo>
                        <a:cubicBezTo>
                          <a:pt x="49119" y="38568"/>
                          <a:pt x="45572" y="49074"/>
                          <a:pt x="37903" y="5687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11" name="Forme libre : forme 21810">
                    <a:extLst>
                      <a:ext uri="{FF2B5EF4-FFF2-40B4-BE49-F238E27FC236}">
                        <a16:creationId xmlns:a16="http://schemas.microsoft.com/office/drawing/2014/main" id="{93143D2D-1974-43C6-8FE0-FCC8D5CF5EA6}"/>
                      </a:ext>
                    </a:extLst>
                  </p:cNvPr>
                  <p:cNvSpPr/>
                  <p:nvPr/>
                </p:nvSpPr>
                <p:spPr>
                  <a:xfrm>
                    <a:off x="7555650" y="924646"/>
                    <a:ext cx="21536" cy="40719"/>
                  </a:xfrm>
                  <a:custGeom>
                    <a:avLst/>
                    <a:gdLst>
                      <a:gd name="connsiteX0" fmla="*/ 18299 w 21536"/>
                      <a:gd name="connsiteY0" fmla="*/ 8 h 40719"/>
                      <a:gd name="connsiteX1" fmla="*/ 21535 w 21536"/>
                      <a:gd name="connsiteY1" fmla="*/ 10027 h 40719"/>
                      <a:gd name="connsiteX2" fmla="*/ 18876 w 21536"/>
                      <a:gd name="connsiteY2" fmla="*/ 24745 h 40719"/>
                      <a:gd name="connsiteX3" fmla="*/ 10674 w 21536"/>
                      <a:gd name="connsiteY3" fmla="*/ 36936 h 40719"/>
                      <a:gd name="connsiteX4" fmla="*/ 522 w 21536"/>
                      <a:gd name="connsiteY4" fmla="*/ 39729 h 40719"/>
                      <a:gd name="connsiteX5" fmla="*/ 3094 w 21536"/>
                      <a:gd name="connsiteY5" fmla="*/ 30863 h 40719"/>
                      <a:gd name="connsiteX6" fmla="*/ 8014 w 21536"/>
                      <a:gd name="connsiteY6" fmla="*/ 20800 h 40719"/>
                      <a:gd name="connsiteX7" fmla="*/ 12359 w 21536"/>
                      <a:gd name="connsiteY7" fmla="*/ 8786 h 40719"/>
                      <a:gd name="connsiteX8" fmla="*/ 18299 w 21536"/>
                      <a:gd name="connsiteY8" fmla="*/ 8 h 40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536" h="40719">
                        <a:moveTo>
                          <a:pt x="18299" y="8"/>
                        </a:moveTo>
                        <a:cubicBezTo>
                          <a:pt x="20649" y="186"/>
                          <a:pt x="21580" y="4663"/>
                          <a:pt x="21535" y="10027"/>
                        </a:cubicBezTo>
                        <a:cubicBezTo>
                          <a:pt x="21535" y="15347"/>
                          <a:pt x="20161" y="21642"/>
                          <a:pt x="18876" y="24745"/>
                        </a:cubicBezTo>
                        <a:cubicBezTo>
                          <a:pt x="17812" y="27804"/>
                          <a:pt x="14841" y="33390"/>
                          <a:pt x="10674" y="36936"/>
                        </a:cubicBezTo>
                        <a:cubicBezTo>
                          <a:pt x="6596" y="40571"/>
                          <a:pt x="2030" y="41768"/>
                          <a:pt x="522" y="39729"/>
                        </a:cubicBezTo>
                        <a:cubicBezTo>
                          <a:pt x="-1029" y="37690"/>
                          <a:pt x="1188" y="34498"/>
                          <a:pt x="3094" y="30863"/>
                        </a:cubicBezTo>
                        <a:cubicBezTo>
                          <a:pt x="5133" y="27316"/>
                          <a:pt x="7039" y="23105"/>
                          <a:pt x="8014" y="20800"/>
                        </a:cubicBezTo>
                        <a:cubicBezTo>
                          <a:pt x="9034" y="18583"/>
                          <a:pt x="10719" y="13485"/>
                          <a:pt x="12359" y="8786"/>
                        </a:cubicBezTo>
                        <a:cubicBezTo>
                          <a:pt x="14043" y="4042"/>
                          <a:pt x="15950" y="-213"/>
                          <a:pt x="18299" y="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12" name="Forme libre : forme 21811">
                    <a:extLst>
                      <a:ext uri="{FF2B5EF4-FFF2-40B4-BE49-F238E27FC236}">
                        <a16:creationId xmlns:a16="http://schemas.microsoft.com/office/drawing/2014/main" id="{97E610FC-68E2-4A4B-8752-29E5DB78805B}"/>
                      </a:ext>
                    </a:extLst>
                  </p:cNvPr>
                  <p:cNvSpPr/>
                  <p:nvPr/>
                </p:nvSpPr>
                <p:spPr>
                  <a:xfrm>
                    <a:off x="7555346" y="939018"/>
                    <a:ext cx="21484" cy="26242"/>
                  </a:xfrm>
                  <a:custGeom>
                    <a:avLst/>
                    <a:gdLst>
                      <a:gd name="connsiteX0" fmla="*/ 3974 w 21484"/>
                      <a:gd name="connsiteY0" fmla="*/ 15959 h 26242"/>
                      <a:gd name="connsiteX1" fmla="*/ 1226 w 21484"/>
                      <a:gd name="connsiteY1" fmla="*/ 21013 h 26242"/>
                      <a:gd name="connsiteX2" fmla="*/ 738 w 21484"/>
                      <a:gd name="connsiteY2" fmla="*/ 25535 h 26242"/>
                      <a:gd name="connsiteX3" fmla="*/ 11067 w 21484"/>
                      <a:gd name="connsiteY3" fmla="*/ 22564 h 26242"/>
                      <a:gd name="connsiteX4" fmla="*/ 19401 w 21484"/>
                      <a:gd name="connsiteY4" fmla="*/ 10107 h 26242"/>
                      <a:gd name="connsiteX5" fmla="*/ 21485 w 21484"/>
                      <a:gd name="connsiteY5" fmla="*/ 0 h 26242"/>
                      <a:gd name="connsiteX6" fmla="*/ 19845 w 21484"/>
                      <a:gd name="connsiteY6" fmla="*/ 5187 h 26242"/>
                      <a:gd name="connsiteX7" fmla="*/ 12308 w 21484"/>
                      <a:gd name="connsiteY7" fmla="*/ 14807 h 26242"/>
                      <a:gd name="connsiteX8" fmla="*/ 3974 w 21484"/>
                      <a:gd name="connsiteY8" fmla="*/ 15959 h 26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484" h="26242">
                        <a:moveTo>
                          <a:pt x="3974" y="15959"/>
                        </a:moveTo>
                        <a:cubicBezTo>
                          <a:pt x="3531" y="17156"/>
                          <a:pt x="2290" y="19240"/>
                          <a:pt x="1226" y="21013"/>
                        </a:cubicBezTo>
                        <a:cubicBezTo>
                          <a:pt x="206" y="22875"/>
                          <a:pt x="-681" y="24515"/>
                          <a:pt x="738" y="25535"/>
                        </a:cubicBezTo>
                        <a:cubicBezTo>
                          <a:pt x="2866" y="27131"/>
                          <a:pt x="7210" y="25978"/>
                          <a:pt x="11067" y="22564"/>
                        </a:cubicBezTo>
                        <a:cubicBezTo>
                          <a:pt x="15013" y="19240"/>
                          <a:pt x="17983" y="14009"/>
                          <a:pt x="19401" y="10107"/>
                        </a:cubicBezTo>
                        <a:cubicBezTo>
                          <a:pt x="20377" y="7802"/>
                          <a:pt x="21396" y="2571"/>
                          <a:pt x="21485" y="0"/>
                        </a:cubicBezTo>
                        <a:cubicBezTo>
                          <a:pt x="21086" y="1463"/>
                          <a:pt x="20554" y="3901"/>
                          <a:pt x="19845" y="5187"/>
                        </a:cubicBezTo>
                        <a:cubicBezTo>
                          <a:pt x="17983" y="8822"/>
                          <a:pt x="15323" y="12634"/>
                          <a:pt x="12308" y="14807"/>
                        </a:cubicBezTo>
                        <a:cubicBezTo>
                          <a:pt x="9338" y="17023"/>
                          <a:pt x="6191" y="17511"/>
                          <a:pt x="3974" y="1595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13" name="Forme libre : forme 21812">
                    <a:extLst>
                      <a:ext uri="{FF2B5EF4-FFF2-40B4-BE49-F238E27FC236}">
                        <a16:creationId xmlns:a16="http://schemas.microsoft.com/office/drawing/2014/main" id="{43E98328-6721-4913-A5BC-010C2168CFAA}"/>
                      </a:ext>
                    </a:extLst>
                  </p:cNvPr>
                  <p:cNvSpPr/>
                  <p:nvPr/>
                </p:nvSpPr>
                <p:spPr>
                  <a:xfrm>
                    <a:off x="7558183" y="922268"/>
                    <a:ext cx="20564" cy="42386"/>
                  </a:xfrm>
                  <a:custGeom>
                    <a:avLst/>
                    <a:gdLst>
                      <a:gd name="connsiteX0" fmla="*/ 17229 w 20564"/>
                      <a:gd name="connsiteY0" fmla="*/ 125 h 42386"/>
                      <a:gd name="connsiteX1" fmla="*/ 20554 w 20564"/>
                      <a:gd name="connsiteY1" fmla="*/ 10676 h 42386"/>
                      <a:gd name="connsiteX2" fmla="*/ 18514 w 20564"/>
                      <a:gd name="connsiteY2" fmla="*/ 25305 h 42386"/>
                      <a:gd name="connsiteX3" fmla="*/ 10889 w 20564"/>
                      <a:gd name="connsiteY3" fmla="*/ 38117 h 42386"/>
                      <a:gd name="connsiteX4" fmla="*/ 738 w 20564"/>
                      <a:gd name="connsiteY4" fmla="*/ 41619 h 42386"/>
                      <a:gd name="connsiteX5" fmla="*/ 2910 w 20564"/>
                      <a:gd name="connsiteY5" fmla="*/ 32398 h 42386"/>
                      <a:gd name="connsiteX6" fmla="*/ 7476 w 20564"/>
                      <a:gd name="connsiteY6" fmla="*/ 21670 h 42386"/>
                      <a:gd name="connsiteX7" fmla="*/ 11510 w 20564"/>
                      <a:gd name="connsiteY7" fmla="*/ 8681 h 42386"/>
                      <a:gd name="connsiteX8" fmla="*/ 17229 w 20564"/>
                      <a:gd name="connsiteY8" fmla="*/ 125 h 42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564" h="42386">
                        <a:moveTo>
                          <a:pt x="17229" y="125"/>
                        </a:moveTo>
                        <a:cubicBezTo>
                          <a:pt x="19490" y="1056"/>
                          <a:pt x="20465" y="5489"/>
                          <a:pt x="20554" y="10676"/>
                        </a:cubicBezTo>
                        <a:cubicBezTo>
                          <a:pt x="20687" y="15863"/>
                          <a:pt x="19578" y="21848"/>
                          <a:pt x="18514" y="25305"/>
                        </a:cubicBezTo>
                        <a:cubicBezTo>
                          <a:pt x="17539" y="28719"/>
                          <a:pt x="14835" y="34349"/>
                          <a:pt x="10889" y="38117"/>
                        </a:cubicBezTo>
                        <a:cubicBezTo>
                          <a:pt x="7033" y="41930"/>
                          <a:pt x="2555" y="43437"/>
                          <a:pt x="738" y="41619"/>
                        </a:cubicBezTo>
                        <a:cubicBezTo>
                          <a:pt x="-1168" y="39757"/>
                          <a:pt x="1004" y="36299"/>
                          <a:pt x="2910" y="32398"/>
                        </a:cubicBezTo>
                        <a:cubicBezTo>
                          <a:pt x="4905" y="28542"/>
                          <a:pt x="6722" y="23931"/>
                          <a:pt x="7476" y="21670"/>
                        </a:cubicBezTo>
                        <a:cubicBezTo>
                          <a:pt x="8274" y="19409"/>
                          <a:pt x="9959" y="13779"/>
                          <a:pt x="11510" y="8681"/>
                        </a:cubicBezTo>
                        <a:cubicBezTo>
                          <a:pt x="13106" y="3583"/>
                          <a:pt x="14968" y="-806"/>
                          <a:pt x="17229" y="12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14" name="Forme libre : forme 21813">
                    <a:extLst>
                      <a:ext uri="{FF2B5EF4-FFF2-40B4-BE49-F238E27FC236}">
                        <a16:creationId xmlns:a16="http://schemas.microsoft.com/office/drawing/2014/main" id="{917D33C8-C40D-4C3D-B10B-704B53C9D154}"/>
                      </a:ext>
                    </a:extLst>
                  </p:cNvPr>
                  <p:cNvSpPr/>
                  <p:nvPr/>
                </p:nvSpPr>
                <p:spPr>
                  <a:xfrm>
                    <a:off x="7536489" y="935845"/>
                    <a:ext cx="46118" cy="41563"/>
                  </a:xfrm>
                  <a:custGeom>
                    <a:avLst/>
                    <a:gdLst>
                      <a:gd name="connsiteX0" fmla="*/ 799 w 46118"/>
                      <a:gd name="connsiteY0" fmla="*/ 36998 h 41563"/>
                      <a:gd name="connsiteX1" fmla="*/ 7980 w 46118"/>
                      <a:gd name="connsiteY1" fmla="*/ 40988 h 41563"/>
                      <a:gd name="connsiteX2" fmla="*/ 13788 w 46118"/>
                      <a:gd name="connsiteY2" fmla="*/ 41564 h 41563"/>
                      <a:gd name="connsiteX3" fmla="*/ 19861 w 46118"/>
                      <a:gd name="connsiteY3" fmla="*/ 41120 h 41563"/>
                      <a:gd name="connsiteX4" fmla="*/ 33515 w 46118"/>
                      <a:gd name="connsiteY4" fmla="*/ 34692 h 41563"/>
                      <a:gd name="connsiteX5" fmla="*/ 42958 w 46118"/>
                      <a:gd name="connsiteY5" fmla="*/ 22324 h 41563"/>
                      <a:gd name="connsiteX6" fmla="*/ 46105 w 46118"/>
                      <a:gd name="connsiteY6" fmla="*/ 9645 h 41563"/>
                      <a:gd name="connsiteX7" fmla="*/ 41716 w 46118"/>
                      <a:gd name="connsiteY7" fmla="*/ 70 h 41563"/>
                      <a:gd name="connsiteX8" fmla="*/ 37549 w 46118"/>
                      <a:gd name="connsiteY8" fmla="*/ 6587 h 41563"/>
                      <a:gd name="connsiteX9" fmla="*/ 23629 w 46118"/>
                      <a:gd name="connsiteY9" fmla="*/ 20728 h 41563"/>
                      <a:gd name="connsiteX10" fmla="*/ 15384 w 46118"/>
                      <a:gd name="connsiteY10" fmla="*/ 22634 h 41563"/>
                      <a:gd name="connsiteX11" fmla="*/ 7138 w 46118"/>
                      <a:gd name="connsiteY11" fmla="*/ 25294 h 41563"/>
                      <a:gd name="connsiteX12" fmla="*/ 799 w 46118"/>
                      <a:gd name="connsiteY12" fmla="*/ 36998 h 4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6118" h="41563">
                        <a:moveTo>
                          <a:pt x="799" y="36998"/>
                        </a:moveTo>
                        <a:cubicBezTo>
                          <a:pt x="2617" y="39569"/>
                          <a:pt x="3946" y="40145"/>
                          <a:pt x="7980" y="40988"/>
                        </a:cubicBezTo>
                        <a:cubicBezTo>
                          <a:pt x="9931" y="41253"/>
                          <a:pt x="11837" y="41431"/>
                          <a:pt x="13788" y="41564"/>
                        </a:cubicBezTo>
                        <a:cubicBezTo>
                          <a:pt x="15738" y="41519"/>
                          <a:pt x="17733" y="41431"/>
                          <a:pt x="19861" y="41120"/>
                        </a:cubicBezTo>
                        <a:cubicBezTo>
                          <a:pt x="23984" y="40234"/>
                          <a:pt x="28727" y="38682"/>
                          <a:pt x="33515" y="34692"/>
                        </a:cubicBezTo>
                        <a:cubicBezTo>
                          <a:pt x="37461" y="31412"/>
                          <a:pt x="40874" y="26890"/>
                          <a:pt x="42958" y="22324"/>
                        </a:cubicBezTo>
                        <a:cubicBezTo>
                          <a:pt x="44997" y="17758"/>
                          <a:pt x="45972" y="13325"/>
                          <a:pt x="46105" y="9645"/>
                        </a:cubicBezTo>
                        <a:cubicBezTo>
                          <a:pt x="46282" y="4148"/>
                          <a:pt x="44687" y="-639"/>
                          <a:pt x="41716" y="70"/>
                        </a:cubicBezTo>
                        <a:cubicBezTo>
                          <a:pt x="39899" y="513"/>
                          <a:pt x="39056" y="4015"/>
                          <a:pt x="37549" y="6587"/>
                        </a:cubicBezTo>
                        <a:cubicBezTo>
                          <a:pt x="34003" y="12571"/>
                          <a:pt x="29836" y="18290"/>
                          <a:pt x="23629" y="20728"/>
                        </a:cubicBezTo>
                        <a:cubicBezTo>
                          <a:pt x="21014" y="21748"/>
                          <a:pt x="18176" y="22191"/>
                          <a:pt x="15384" y="22634"/>
                        </a:cubicBezTo>
                        <a:cubicBezTo>
                          <a:pt x="12679" y="23166"/>
                          <a:pt x="9931" y="23610"/>
                          <a:pt x="7138" y="25294"/>
                        </a:cubicBezTo>
                        <a:cubicBezTo>
                          <a:pt x="1951" y="28043"/>
                          <a:pt x="-1684" y="33318"/>
                          <a:pt x="799" y="3699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15" name="Forme libre : forme 21814">
                    <a:extLst>
                      <a:ext uri="{FF2B5EF4-FFF2-40B4-BE49-F238E27FC236}">
                        <a16:creationId xmlns:a16="http://schemas.microsoft.com/office/drawing/2014/main" id="{CC365F44-4C4B-4D51-A231-BF0828D5E1A7}"/>
                      </a:ext>
                    </a:extLst>
                  </p:cNvPr>
                  <p:cNvSpPr/>
                  <p:nvPr/>
                </p:nvSpPr>
                <p:spPr>
                  <a:xfrm>
                    <a:off x="7545711" y="953375"/>
                    <a:ext cx="11239" cy="12041"/>
                  </a:xfrm>
                  <a:custGeom>
                    <a:avLst/>
                    <a:gdLst>
                      <a:gd name="connsiteX0" fmla="*/ 886 w 11239"/>
                      <a:gd name="connsiteY0" fmla="*/ 9715 h 12041"/>
                      <a:gd name="connsiteX1" fmla="*/ 0 w 11239"/>
                      <a:gd name="connsiteY1" fmla="*/ 11444 h 12041"/>
                      <a:gd name="connsiteX2" fmla="*/ 1551 w 11239"/>
                      <a:gd name="connsiteY2" fmla="*/ 11931 h 12041"/>
                      <a:gd name="connsiteX3" fmla="*/ 4344 w 11239"/>
                      <a:gd name="connsiteY3" fmla="*/ 10601 h 12041"/>
                      <a:gd name="connsiteX4" fmla="*/ 9753 w 11239"/>
                      <a:gd name="connsiteY4" fmla="*/ 5636 h 12041"/>
                      <a:gd name="connsiteX5" fmla="*/ 11083 w 11239"/>
                      <a:gd name="connsiteY5" fmla="*/ 3420 h 12041"/>
                      <a:gd name="connsiteX6" fmla="*/ 7314 w 11239"/>
                      <a:gd name="connsiteY6" fmla="*/ 1558 h 12041"/>
                      <a:gd name="connsiteX7" fmla="*/ 886 w 11239"/>
                      <a:gd name="connsiteY7" fmla="*/ 9715 h 12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39" h="12041">
                        <a:moveTo>
                          <a:pt x="886" y="9715"/>
                        </a:moveTo>
                        <a:cubicBezTo>
                          <a:pt x="354" y="10380"/>
                          <a:pt x="0" y="10823"/>
                          <a:pt x="0" y="11444"/>
                        </a:cubicBezTo>
                        <a:cubicBezTo>
                          <a:pt x="0" y="12064"/>
                          <a:pt x="709" y="12153"/>
                          <a:pt x="1551" y="11931"/>
                        </a:cubicBezTo>
                        <a:cubicBezTo>
                          <a:pt x="2394" y="11710"/>
                          <a:pt x="3591" y="11222"/>
                          <a:pt x="4344" y="10601"/>
                        </a:cubicBezTo>
                        <a:cubicBezTo>
                          <a:pt x="6428" y="9183"/>
                          <a:pt x="8378" y="7454"/>
                          <a:pt x="9753" y="5636"/>
                        </a:cubicBezTo>
                        <a:cubicBezTo>
                          <a:pt x="10285" y="4838"/>
                          <a:pt x="10817" y="4173"/>
                          <a:pt x="11083" y="3420"/>
                        </a:cubicBezTo>
                        <a:cubicBezTo>
                          <a:pt x="11836" y="6"/>
                          <a:pt x="9753" y="-1279"/>
                          <a:pt x="7314" y="1558"/>
                        </a:cubicBezTo>
                        <a:cubicBezTo>
                          <a:pt x="5364" y="3774"/>
                          <a:pt x="3059" y="7188"/>
                          <a:pt x="886" y="971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16" name="Forme libre : forme 21815">
                    <a:extLst>
                      <a:ext uri="{FF2B5EF4-FFF2-40B4-BE49-F238E27FC236}">
                        <a16:creationId xmlns:a16="http://schemas.microsoft.com/office/drawing/2014/main" id="{0D138B81-CBD7-4F38-A824-45C874308D83}"/>
                      </a:ext>
                    </a:extLst>
                  </p:cNvPr>
                  <p:cNvSpPr/>
                  <p:nvPr/>
                </p:nvSpPr>
                <p:spPr>
                  <a:xfrm>
                    <a:off x="7578471" y="909405"/>
                    <a:ext cx="9265" cy="30145"/>
                  </a:xfrm>
                  <a:custGeom>
                    <a:avLst/>
                    <a:gdLst>
                      <a:gd name="connsiteX0" fmla="*/ 0 w 9265"/>
                      <a:gd name="connsiteY0" fmla="*/ 0 h 30145"/>
                      <a:gd name="connsiteX1" fmla="*/ 9265 w 9265"/>
                      <a:gd name="connsiteY1" fmla="*/ 30145 h 30145"/>
                      <a:gd name="connsiteX2" fmla="*/ 0 w 9265"/>
                      <a:gd name="connsiteY2" fmla="*/ 0 h 30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265" h="30145">
                        <a:moveTo>
                          <a:pt x="0" y="0"/>
                        </a:moveTo>
                        <a:cubicBezTo>
                          <a:pt x="5852" y="4699"/>
                          <a:pt x="8911" y="19062"/>
                          <a:pt x="9265" y="30145"/>
                        </a:cubicBezTo>
                        <a:cubicBezTo>
                          <a:pt x="8822" y="18220"/>
                          <a:pt x="3946" y="766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17" name="Forme libre : forme 21816">
                    <a:extLst>
                      <a:ext uri="{FF2B5EF4-FFF2-40B4-BE49-F238E27FC236}">
                        <a16:creationId xmlns:a16="http://schemas.microsoft.com/office/drawing/2014/main" id="{E54D64BA-ED80-4534-8DD0-F3B087CC2455}"/>
                      </a:ext>
                    </a:extLst>
                  </p:cNvPr>
                  <p:cNvSpPr/>
                  <p:nvPr/>
                </p:nvSpPr>
                <p:spPr>
                  <a:xfrm>
                    <a:off x="7526826" y="950500"/>
                    <a:ext cx="19771" cy="18397"/>
                  </a:xfrm>
                  <a:custGeom>
                    <a:avLst/>
                    <a:gdLst>
                      <a:gd name="connsiteX0" fmla="*/ 19771 w 19771"/>
                      <a:gd name="connsiteY0" fmla="*/ 0 h 18397"/>
                      <a:gd name="connsiteX1" fmla="*/ 10994 w 19771"/>
                      <a:gd name="connsiteY1" fmla="*/ 8556 h 18397"/>
                      <a:gd name="connsiteX2" fmla="*/ 0 w 19771"/>
                      <a:gd name="connsiteY2" fmla="*/ 18397 h 18397"/>
                      <a:gd name="connsiteX3" fmla="*/ 11482 w 19771"/>
                      <a:gd name="connsiteY3" fmla="*/ 8955 h 18397"/>
                      <a:gd name="connsiteX4" fmla="*/ 19771 w 19771"/>
                      <a:gd name="connsiteY4" fmla="*/ 0 h 18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771" h="18397">
                        <a:moveTo>
                          <a:pt x="19771" y="0"/>
                        </a:moveTo>
                        <a:cubicBezTo>
                          <a:pt x="17422" y="2350"/>
                          <a:pt x="14496" y="5320"/>
                          <a:pt x="10994" y="8556"/>
                        </a:cubicBezTo>
                        <a:cubicBezTo>
                          <a:pt x="7580" y="11792"/>
                          <a:pt x="3635" y="15028"/>
                          <a:pt x="0" y="18397"/>
                        </a:cubicBezTo>
                        <a:cubicBezTo>
                          <a:pt x="3236" y="15073"/>
                          <a:pt x="7714" y="12147"/>
                          <a:pt x="11482" y="8955"/>
                        </a:cubicBezTo>
                        <a:cubicBezTo>
                          <a:pt x="15294" y="5807"/>
                          <a:pt x="18264" y="2616"/>
                          <a:pt x="1977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18" name="Forme libre : forme 21817">
                    <a:extLst>
                      <a:ext uri="{FF2B5EF4-FFF2-40B4-BE49-F238E27FC236}">
                        <a16:creationId xmlns:a16="http://schemas.microsoft.com/office/drawing/2014/main" id="{931A71EB-1636-456D-ADAD-05453CCAEA1A}"/>
                      </a:ext>
                    </a:extLst>
                  </p:cNvPr>
                  <p:cNvSpPr/>
                  <p:nvPr/>
                </p:nvSpPr>
                <p:spPr>
                  <a:xfrm>
                    <a:off x="7564424" y="934300"/>
                    <a:ext cx="7098" cy="15045"/>
                  </a:xfrm>
                  <a:custGeom>
                    <a:avLst/>
                    <a:gdLst>
                      <a:gd name="connsiteX0" fmla="*/ 6599 w 7098"/>
                      <a:gd name="connsiteY0" fmla="*/ 196 h 15045"/>
                      <a:gd name="connsiteX1" fmla="*/ 5047 w 7098"/>
                      <a:gd name="connsiteY1" fmla="*/ 9727 h 15045"/>
                      <a:gd name="connsiteX2" fmla="*/ 2787 w 7098"/>
                      <a:gd name="connsiteY2" fmla="*/ 13628 h 15045"/>
                      <a:gd name="connsiteX3" fmla="*/ 215 w 7098"/>
                      <a:gd name="connsiteY3" fmla="*/ 14648 h 15045"/>
                      <a:gd name="connsiteX4" fmla="*/ 2521 w 7098"/>
                      <a:gd name="connsiteY4" fmla="*/ 6358 h 15045"/>
                      <a:gd name="connsiteX5" fmla="*/ 6599 w 7098"/>
                      <a:gd name="connsiteY5" fmla="*/ 196 h 15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98" h="15045">
                        <a:moveTo>
                          <a:pt x="6599" y="196"/>
                        </a:moveTo>
                        <a:cubicBezTo>
                          <a:pt x="8062" y="1570"/>
                          <a:pt x="5934" y="7910"/>
                          <a:pt x="5047" y="9727"/>
                        </a:cubicBezTo>
                        <a:cubicBezTo>
                          <a:pt x="4693" y="10658"/>
                          <a:pt x="3718" y="12387"/>
                          <a:pt x="2787" y="13628"/>
                        </a:cubicBezTo>
                        <a:cubicBezTo>
                          <a:pt x="1767" y="14825"/>
                          <a:pt x="747" y="15535"/>
                          <a:pt x="215" y="14648"/>
                        </a:cubicBezTo>
                        <a:cubicBezTo>
                          <a:pt x="-760" y="13008"/>
                          <a:pt x="1856" y="8087"/>
                          <a:pt x="2521" y="6358"/>
                        </a:cubicBezTo>
                        <a:cubicBezTo>
                          <a:pt x="3230" y="4674"/>
                          <a:pt x="5180" y="-1134"/>
                          <a:pt x="6599" y="19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19" name="Forme libre : forme 21818">
                    <a:extLst>
                      <a:ext uri="{FF2B5EF4-FFF2-40B4-BE49-F238E27FC236}">
                        <a16:creationId xmlns:a16="http://schemas.microsoft.com/office/drawing/2014/main" id="{F5696B1D-F7B9-4775-96F8-5615D492AA3A}"/>
                      </a:ext>
                    </a:extLst>
                  </p:cNvPr>
                  <p:cNvSpPr/>
                  <p:nvPr/>
                </p:nvSpPr>
                <p:spPr>
                  <a:xfrm>
                    <a:off x="7569682" y="931924"/>
                    <a:ext cx="1867" cy="4522"/>
                  </a:xfrm>
                  <a:custGeom>
                    <a:avLst/>
                    <a:gdLst>
                      <a:gd name="connsiteX0" fmla="*/ 1341 w 1867"/>
                      <a:gd name="connsiteY0" fmla="*/ 1 h 4522"/>
                      <a:gd name="connsiteX1" fmla="*/ 1740 w 1867"/>
                      <a:gd name="connsiteY1" fmla="*/ 2218 h 4522"/>
                      <a:gd name="connsiteX2" fmla="*/ 499 w 1867"/>
                      <a:gd name="connsiteY2" fmla="*/ 4523 h 4522"/>
                      <a:gd name="connsiteX3" fmla="*/ 144 w 1867"/>
                      <a:gd name="connsiteY3" fmla="*/ 2350 h 4522"/>
                      <a:gd name="connsiteX4" fmla="*/ 1341 w 1867"/>
                      <a:gd name="connsiteY4" fmla="*/ 1 h 4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7" h="4522">
                        <a:moveTo>
                          <a:pt x="1341" y="1"/>
                        </a:moveTo>
                        <a:cubicBezTo>
                          <a:pt x="2006" y="-43"/>
                          <a:pt x="1917" y="1464"/>
                          <a:pt x="1740" y="2218"/>
                        </a:cubicBezTo>
                        <a:cubicBezTo>
                          <a:pt x="1607" y="2971"/>
                          <a:pt x="1164" y="4523"/>
                          <a:pt x="499" y="4523"/>
                        </a:cubicBezTo>
                        <a:cubicBezTo>
                          <a:pt x="-166" y="4523"/>
                          <a:pt x="-33" y="3104"/>
                          <a:pt x="144" y="2350"/>
                        </a:cubicBezTo>
                        <a:cubicBezTo>
                          <a:pt x="322" y="1597"/>
                          <a:pt x="676" y="45"/>
                          <a:pt x="13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20" name="Forme libre : forme 21819">
                    <a:extLst>
                      <a:ext uri="{FF2B5EF4-FFF2-40B4-BE49-F238E27FC236}">
                        <a16:creationId xmlns:a16="http://schemas.microsoft.com/office/drawing/2014/main" id="{AA7475A0-948E-47A1-A453-36840104D135}"/>
                      </a:ext>
                    </a:extLst>
                  </p:cNvPr>
                  <p:cNvSpPr/>
                  <p:nvPr/>
                </p:nvSpPr>
                <p:spPr>
                  <a:xfrm>
                    <a:off x="7555011" y="910738"/>
                    <a:ext cx="21393" cy="34625"/>
                  </a:xfrm>
                  <a:custGeom>
                    <a:avLst/>
                    <a:gdLst>
                      <a:gd name="connsiteX0" fmla="*/ 11003 w 21393"/>
                      <a:gd name="connsiteY0" fmla="*/ 9173 h 34625"/>
                      <a:gd name="connsiteX1" fmla="*/ 19071 w 21393"/>
                      <a:gd name="connsiteY1" fmla="*/ 174 h 34625"/>
                      <a:gd name="connsiteX2" fmla="*/ 21376 w 21393"/>
                      <a:gd name="connsiteY2" fmla="*/ 3321 h 34625"/>
                      <a:gd name="connsiteX3" fmla="*/ 19204 w 21393"/>
                      <a:gd name="connsiteY3" fmla="*/ 7976 h 34625"/>
                      <a:gd name="connsiteX4" fmla="*/ 11225 w 21393"/>
                      <a:gd name="connsiteY4" fmla="*/ 21187 h 34625"/>
                      <a:gd name="connsiteX5" fmla="*/ 6437 w 21393"/>
                      <a:gd name="connsiteY5" fmla="*/ 30673 h 34625"/>
                      <a:gd name="connsiteX6" fmla="*/ 585 w 21393"/>
                      <a:gd name="connsiteY6" fmla="*/ 33910 h 34625"/>
                      <a:gd name="connsiteX7" fmla="*/ 1162 w 21393"/>
                      <a:gd name="connsiteY7" fmla="*/ 26240 h 34625"/>
                      <a:gd name="connsiteX8" fmla="*/ 4708 w 21393"/>
                      <a:gd name="connsiteY8" fmla="*/ 17374 h 34625"/>
                      <a:gd name="connsiteX9" fmla="*/ 11003 w 21393"/>
                      <a:gd name="connsiteY9" fmla="*/ 9173 h 34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393" h="34625">
                        <a:moveTo>
                          <a:pt x="11003" y="9173"/>
                        </a:moveTo>
                        <a:cubicBezTo>
                          <a:pt x="13707" y="5227"/>
                          <a:pt x="15613" y="2257"/>
                          <a:pt x="19071" y="174"/>
                        </a:cubicBezTo>
                        <a:cubicBezTo>
                          <a:pt x="20357" y="-580"/>
                          <a:pt x="21554" y="1238"/>
                          <a:pt x="21376" y="3321"/>
                        </a:cubicBezTo>
                        <a:cubicBezTo>
                          <a:pt x="21155" y="5449"/>
                          <a:pt x="20179" y="6646"/>
                          <a:pt x="19204" y="7976"/>
                        </a:cubicBezTo>
                        <a:cubicBezTo>
                          <a:pt x="16145" y="12010"/>
                          <a:pt x="13840" y="16532"/>
                          <a:pt x="11225" y="21187"/>
                        </a:cubicBezTo>
                        <a:cubicBezTo>
                          <a:pt x="10382" y="22605"/>
                          <a:pt x="8698" y="27393"/>
                          <a:pt x="6437" y="30673"/>
                        </a:cubicBezTo>
                        <a:cubicBezTo>
                          <a:pt x="4176" y="33998"/>
                          <a:pt x="1694" y="35683"/>
                          <a:pt x="585" y="33910"/>
                        </a:cubicBezTo>
                        <a:cubicBezTo>
                          <a:pt x="-523" y="32181"/>
                          <a:pt x="98" y="29432"/>
                          <a:pt x="1162" y="26240"/>
                        </a:cubicBezTo>
                        <a:cubicBezTo>
                          <a:pt x="2225" y="23049"/>
                          <a:pt x="3688" y="19280"/>
                          <a:pt x="4708" y="17374"/>
                        </a:cubicBezTo>
                        <a:cubicBezTo>
                          <a:pt x="6703" y="13562"/>
                          <a:pt x="8964" y="12143"/>
                          <a:pt x="11003" y="917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44" name="Graphique 2">
                  <a:extLst>
                    <a:ext uri="{FF2B5EF4-FFF2-40B4-BE49-F238E27FC236}">
                      <a16:creationId xmlns:a16="http://schemas.microsoft.com/office/drawing/2014/main" id="{81B5A9BD-9ED4-4735-80BE-E604E2D38A3E}"/>
                    </a:ext>
                  </a:extLst>
                </p:cNvPr>
                <p:cNvGrpSpPr/>
                <p:nvPr/>
              </p:nvGrpSpPr>
              <p:grpSpPr>
                <a:xfrm>
                  <a:off x="7565949" y="823893"/>
                  <a:ext cx="61006" cy="82570"/>
                  <a:chOff x="7565949" y="823893"/>
                  <a:chExt cx="61006" cy="82570"/>
                </a:xfrm>
                <a:solidFill>
                  <a:schemeClr val="accent1"/>
                </a:solidFill>
              </p:grpSpPr>
              <p:sp>
                <p:nvSpPr>
                  <p:cNvPr id="21797" name="Forme libre : forme 21796">
                    <a:extLst>
                      <a:ext uri="{FF2B5EF4-FFF2-40B4-BE49-F238E27FC236}">
                        <a16:creationId xmlns:a16="http://schemas.microsoft.com/office/drawing/2014/main" id="{50E5306E-85AF-4A4E-87A7-79CFACE84A74}"/>
                      </a:ext>
                    </a:extLst>
                  </p:cNvPr>
                  <p:cNvSpPr/>
                  <p:nvPr/>
                </p:nvSpPr>
                <p:spPr>
                  <a:xfrm>
                    <a:off x="7565949" y="823893"/>
                    <a:ext cx="61006" cy="82524"/>
                  </a:xfrm>
                  <a:custGeom>
                    <a:avLst/>
                    <a:gdLst>
                      <a:gd name="connsiteX0" fmla="*/ 51046 w 61006"/>
                      <a:gd name="connsiteY0" fmla="*/ 36171 h 82524"/>
                      <a:gd name="connsiteX1" fmla="*/ 41958 w 61006"/>
                      <a:gd name="connsiteY1" fmla="*/ 48141 h 82524"/>
                      <a:gd name="connsiteX2" fmla="*/ 35175 w 61006"/>
                      <a:gd name="connsiteY2" fmla="*/ 58957 h 82524"/>
                      <a:gd name="connsiteX3" fmla="*/ 26220 w 61006"/>
                      <a:gd name="connsiteY3" fmla="*/ 71769 h 82524"/>
                      <a:gd name="connsiteX4" fmla="*/ 14783 w 61006"/>
                      <a:gd name="connsiteY4" fmla="*/ 81389 h 82524"/>
                      <a:gd name="connsiteX5" fmla="*/ 4986 w 61006"/>
                      <a:gd name="connsiteY5" fmla="*/ 79217 h 82524"/>
                      <a:gd name="connsiteX6" fmla="*/ 109 w 61006"/>
                      <a:gd name="connsiteY6" fmla="*/ 63612 h 82524"/>
                      <a:gd name="connsiteX7" fmla="*/ 3789 w 61006"/>
                      <a:gd name="connsiteY7" fmla="*/ 43175 h 82524"/>
                      <a:gd name="connsiteX8" fmla="*/ 12877 w 61006"/>
                      <a:gd name="connsiteY8" fmla="*/ 27394 h 82524"/>
                      <a:gd name="connsiteX9" fmla="*/ 15935 w 61006"/>
                      <a:gd name="connsiteY9" fmla="*/ 23404 h 82524"/>
                      <a:gd name="connsiteX10" fmla="*/ 18595 w 61006"/>
                      <a:gd name="connsiteY10" fmla="*/ 20168 h 82524"/>
                      <a:gd name="connsiteX11" fmla="*/ 23250 w 61006"/>
                      <a:gd name="connsiteY11" fmla="*/ 14804 h 82524"/>
                      <a:gd name="connsiteX12" fmla="*/ 52863 w 61006"/>
                      <a:gd name="connsiteY12" fmla="*/ 41 h 82524"/>
                      <a:gd name="connsiteX13" fmla="*/ 60932 w 61006"/>
                      <a:gd name="connsiteY13" fmla="*/ 5671 h 82524"/>
                      <a:gd name="connsiteX14" fmla="*/ 51046 w 61006"/>
                      <a:gd name="connsiteY14" fmla="*/ 36171 h 8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1006" h="82524">
                        <a:moveTo>
                          <a:pt x="51046" y="36171"/>
                        </a:moveTo>
                        <a:cubicBezTo>
                          <a:pt x="48829" y="39053"/>
                          <a:pt x="45416" y="43574"/>
                          <a:pt x="41958" y="48141"/>
                        </a:cubicBezTo>
                        <a:cubicBezTo>
                          <a:pt x="39120" y="51997"/>
                          <a:pt x="36682" y="56120"/>
                          <a:pt x="35175" y="58957"/>
                        </a:cubicBezTo>
                        <a:cubicBezTo>
                          <a:pt x="32294" y="64144"/>
                          <a:pt x="29545" y="68222"/>
                          <a:pt x="26220" y="71769"/>
                        </a:cubicBezTo>
                        <a:cubicBezTo>
                          <a:pt x="22895" y="75315"/>
                          <a:pt x="19172" y="78286"/>
                          <a:pt x="14783" y="81389"/>
                        </a:cubicBezTo>
                        <a:cubicBezTo>
                          <a:pt x="11813" y="83561"/>
                          <a:pt x="6803" y="82497"/>
                          <a:pt x="4986" y="79217"/>
                        </a:cubicBezTo>
                        <a:cubicBezTo>
                          <a:pt x="2415" y="74473"/>
                          <a:pt x="553" y="69464"/>
                          <a:pt x="109" y="63612"/>
                        </a:cubicBezTo>
                        <a:cubicBezTo>
                          <a:pt x="-334" y="57760"/>
                          <a:pt x="508" y="50933"/>
                          <a:pt x="3789" y="43175"/>
                        </a:cubicBezTo>
                        <a:cubicBezTo>
                          <a:pt x="5473" y="39008"/>
                          <a:pt x="8798" y="32979"/>
                          <a:pt x="12877" y="27394"/>
                        </a:cubicBezTo>
                        <a:cubicBezTo>
                          <a:pt x="13896" y="26064"/>
                          <a:pt x="15004" y="24556"/>
                          <a:pt x="15935" y="23404"/>
                        </a:cubicBezTo>
                        <a:cubicBezTo>
                          <a:pt x="16867" y="22296"/>
                          <a:pt x="17753" y="21232"/>
                          <a:pt x="18595" y="20168"/>
                        </a:cubicBezTo>
                        <a:cubicBezTo>
                          <a:pt x="20369" y="18128"/>
                          <a:pt x="21964" y="16267"/>
                          <a:pt x="23250" y="14804"/>
                        </a:cubicBezTo>
                        <a:cubicBezTo>
                          <a:pt x="33225" y="3810"/>
                          <a:pt x="42357" y="1194"/>
                          <a:pt x="52863" y="41"/>
                        </a:cubicBezTo>
                        <a:cubicBezTo>
                          <a:pt x="56498" y="-358"/>
                          <a:pt x="60754" y="2169"/>
                          <a:pt x="60932" y="5671"/>
                        </a:cubicBezTo>
                        <a:cubicBezTo>
                          <a:pt x="61463" y="15735"/>
                          <a:pt x="59247" y="24911"/>
                          <a:pt x="51046" y="3617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98" name="Forme libre : forme 21797">
                    <a:extLst>
                      <a:ext uri="{FF2B5EF4-FFF2-40B4-BE49-F238E27FC236}">
                        <a16:creationId xmlns:a16="http://schemas.microsoft.com/office/drawing/2014/main" id="{7B06110F-0760-43D4-BEE3-6AD2B2F70252}"/>
                      </a:ext>
                    </a:extLst>
                  </p:cNvPr>
                  <p:cNvSpPr/>
                  <p:nvPr/>
                </p:nvSpPr>
                <p:spPr>
                  <a:xfrm>
                    <a:off x="7576299" y="829387"/>
                    <a:ext cx="50522" cy="77076"/>
                  </a:xfrm>
                  <a:custGeom>
                    <a:avLst/>
                    <a:gdLst>
                      <a:gd name="connsiteX0" fmla="*/ 15516 w 50522"/>
                      <a:gd name="connsiteY0" fmla="*/ 43976 h 77076"/>
                      <a:gd name="connsiteX1" fmla="*/ 0 w 50522"/>
                      <a:gd name="connsiteY1" fmla="*/ 77047 h 77076"/>
                      <a:gd name="connsiteX2" fmla="*/ 4345 w 50522"/>
                      <a:gd name="connsiteY2" fmla="*/ 75983 h 77076"/>
                      <a:gd name="connsiteX3" fmla="*/ 8645 w 50522"/>
                      <a:gd name="connsiteY3" fmla="*/ 72791 h 77076"/>
                      <a:gd name="connsiteX4" fmla="*/ 19062 w 50522"/>
                      <a:gd name="connsiteY4" fmla="*/ 62418 h 77076"/>
                      <a:gd name="connsiteX5" fmla="*/ 24737 w 50522"/>
                      <a:gd name="connsiteY5" fmla="*/ 53508 h 77076"/>
                      <a:gd name="connsiteX6" fmla="*/ 26776 w 50522"/>
                      <a:gd name="connsiteY6" fmla="*/ 49917 h 77076"/>
                      <a:gd name="connsiteX7" fmla="*/ 32273 w 50522"/>
                      <a:gd name="connsiteY7" fmla="*/ 41582 h 77076"/>
                      <a:gd name="connsiteX8" fmla="*/ 39233 w 50522"/>
                      <a:gd name="connsiteY8" fmla="*/ 32539 h 77076"/>
                      <a:gd name="connsiteX9" fmla="*/ 40607 w 50522"/>
                      <a:gd name="connsiteY9" fmla="*/ 30677 h 77076"/>
                      <a:gd name="connsiteX10" fmla="*/ 47213 w 50522"/>
                      <a:gd name="connsiteY10" fmla="*/ 19328 h 77076"/>
                      <a:gd name="connsiteX11" fmla="*/ 50493 w 50522"/>
                      <a:gd name="connsiteY11" fmla="*/ 4876 h 77076"/>
                      <a:gd name="connsiteX12" fmla="*/ 50449 w 50522"/>
                      <a:gd name="connsiteY12" fmla="*/ 177 h 77076"/>
                      <a:gd name="connsiteX13" fmla="*/ 50404 w 50522"/>
                      <a:gd name="connsiteY13" fmla="*/ 0 h 77076"/>
                      <a:gd name="connsiteX14" fmla="*/ 31298 w 50522"/>
                      <a:gd name="connsiteY14" fmla="*/ 21323 h 77076"/>
                      <a:gd name="connsiteX15" fmla="*/ 22387 w 50522"/>
                      <a:gd name="connsiteY15" fmla="*/ 32495 h 77076"/>
                      <a:gd name="connsiteX16" fmla="*/ 15516 w 50522"/>
                      <a:gd name="connsiteY16" fmla="*/ 43976 h 77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0522" h="77076">
                        <a:moveTo>
                          <a:pt x="15516" y="43976"/>
                        </a:moveTo>
                        <a:cubicBezTo>
                          <a:pt x="10196" y="55059"/>
                          <a:pt x="6783" y="67826"/>
                          <a:pt x="0" y="77047"/>
                        </a:cubicBezTo>
                        <a:cubicBezTo>
                          <a:pt x="1552" y="77180"/>
                          <a:pt x="3103" y="76870"/>
                          <a:pt x="4345" y="75983"/>
                        </a:cubicBezTo>
                        <a:cubicBezTo>
                          <a:pt x="5807" y="74919"/>
                          <a:pt x="7315" y="73855"/>
                          <a:pt x="8645" y="72791"/>
                        </a:cubicBezTo>
                        <a:cubicBezTo>
                          <a:pt x="12590" y="69688"/>
                          <a:pt x="16004" y="66408"/>
                          <a:pt x="19062" y="62418"/>
                        </a:cubicBezTo>
                        <a:cubicBezTo>
                          <a:pt x="21013" y="59802"/>
                          <a:pt x="22831" y="56921"/>
                          <a:pt x="24737" y="53508"/>
                        </a:cubicBezTo>
                        <a:cubicBezTo>
                          <a:pt x="25357" y="52488"/>
                          <a:pt x="25934" y="51202"/>
                          <a:pt x="26776" y="49917"/>
                        </a:cubicBezTo>
                        <a:cubicBezTo>
                          <a:pt x="28239" y="47301"/>
                          <a:pt x="30189" y="44375"/>
                          <a:pt x="32273" y="41582"/>
                        </a:cubicBezTo>
                        <a:cubicBezTo>
                          <a:pt x="34844" y="38258"/>
                          <a:pt x="37282" y="35066"/>
                          <a:pt x="39233" y="32539"/>
                        </a:cubicBezTo>
                        <a:cubicBezTo>
                          <a:pt x="39721" y="31874"/>
                          <a:pt x="40208" y="31253"/>
                          <a:pt x="40607" y="30677"/>
                        </a:cubicBezTo>
                        <a:cubicBezTo>
                          <a:pt x="43533" y="26687"/>
                          <a:pt x="45661" y="22963"/>
                          <a:pt x="47213" y="19328"/>
                        </a:cubicBezTo>
                        <a:cubicBezTo>
                          <a:pt x="49296" y="14363"/>
                          <a:pt x="50183" y="9664"/>
                          <a:pt x="50493" y="4876"/>
                        </a:cubicBezTo>
                        <a:cubicBezTo>
                          <a:pt x="50537" y="3325"/>
                          <a:pt x="50537" y="1729"/>
                          <a:pt x="50449" y="177"/>
                        </a:cubicBezTo>
                        <a:lnTo>
                          <a:pt x="50404" y="0"/>
                        </a:lnTo>
                        <a:cubicBezTo>
                          <a:pt x="43888" y="6827"/>
                          <a:pt x="37415" y="13964"/>
                          <a:pt x="31298" y="21323"/>
                        </a:cubicBezTo>
                        <a:cubicBezTo>
                          <a:pt x="28239" y="25003"/>
                          <a:pt x="25224" y="28727"/>
                          <a:pt x="22387" y="32495"/>
                        </a:cubicBezTo>
                        <a:cubicBezTo>
                          <a:pt x="19772" y="36174"/>
                          <a:pt x="17334" y="39942"/>
                          <a:pt x="15516" y="4397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99" name="Forme libre : forme 21798">
                    <a:extLst>
                      <a:ext uri="{FF2B5EF4-FFF2-40B4-BE49-F238E27FC236}">
                        <a16:creationId xmlns:a16="http://schemas.microsoft.com/office/drawing/2014/main" id="{8AF840E3-2561-4F98-B1B7-07E8C7C8C4CF}"/>
                      </a:ext>
                    </a:extLst>
                  </p:cNvPr>
                  <p:cNvSpPr/>
                  <p:nvPr/>
                </p:nvSpPr>
                <p:spPr>
                  <a:xfrm>
                    <a:off x="7584345" y="839035"/>
                    <a:ext cx="28963" cy="35952"/>
                  </a:xfrm>
                  <a:custGeom>
                    <a:avLst/>
                    <a:gdLst>
                      <a:gd name="connsiteX0" fmla="*/ 28216 w 28963"/>
                      <a:gd name="connsiteY0" fmla="*/ 460 h 35952"/>
                      <a:gd name="connsiteX1" fmla="*/ 17932 w 28963"/>
                      <a:gd name="connsiteY1" fmla="*/ 21828 h 35952"/>
                      <a:gd name="connsiteX2" fmla="*/ 9952 w 28963"/>
                      <a:gd name="connsiteY2" fmla="*/ 30916 h 35952"/>
                      <a:gd name="connsiteX3" fmla="*/ 1618 w 28963"/>
                      <a:gd name="connsiteY3" fmla="*/ 35748 h 35952"/>
                      <a:gd name="connsiteX4" fmla="*/ 1618 w 28963"/>
                      <a:gd name="connsiteY4" fmla="*/ 25906 h 35952"/>
                      <a:gd name="connsiteX5" fmla="*/ 8844 w 28963"/>
                      <a:gd name="connsiteY5" fmla="*/ 14735 h 35952"/>
                      <a:gd name="connsiteX6" fmla="*/ 28216 w 28963"/>
                      <a:gd name="connsiteY6" fmla="*/ 460 h 35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63" h="35952">
                        <a:moveTo>
                          <a:pt x="28216" y="460"/>
                        </a:moveTo>
                        <a:cubicBezTo>
                          <a:pt x="31807" y="3386"/>
                          <a:pt x="21478" y="17217"/>
                          <a:pt x="17932" y="21828"/>
                        </a:cubicBezTo>
                        <a:cubicBezTo>
                          <a:pt x="16025" y="24222"/>
                          <a:pt x="12966" y="27724"/>
                          <a:pt x="9952" y="30916"/>
                        </a:cubicBezTo>
                        <a:cubicBezTo>
                          <a:pt x="6937" y="34063"/>
                          <a:pt x="3967" y="36723"/>
                          <a:pt x="1618" y="35748"/>
                        </a:cubicBezTo>
                        <a:cubicBezTo>
                          <a:pt x="-776" y="34728"/>
                          <a:pt x="-289" y="30472"/>
                          <a:pt x="1618" y="25906"/>
                        </a:cubicBezTo>
                        <a:cubicBezTo>
                          <a:pt x="3524" y="21384"/>
                          <a:pt x="7071" y="16685"/>
                          <a:pt x="8844" y="14735"/>
                        </a:cubicBezTo>
                        <a:cubicBezTo>
                          <a:pt x="12390" y="10435"/>
                          <a:pt x="24493" y="-2599"/>
                          <a:pt x="28216" y="46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00" name="Forme libre : forme 21799">
                    <a:extLst>
                      <a:ext uri="{FF2B5EF4-FFF2-40B4-BE49-F238E27FC236}">
                        <a16:creationId xmlns:a16="http://schemas.microsoft.com/office/drawing/2014/main" id="{CE95A773-CA9A-43F4-A8D8-15BD4F009C83}"/>
                      </a:ext>
                    </a:extLst>
                  </p:cNvPr>
                  <p:cNvSpPr/>
                  <p:nvPr/>
                </p:nvSpPr>
                <p:spPr>
                  <a:xfrm>
                    <a:off x="7584283" y="852927"/>
                    <a:ext cx="23535" cy="22103"/>
                  </a:xfrm>
                  <a:custGeom>
                    <a:avLst/>
                    <a:gdLst>
                      <a:gd name="connsiteX0" fmla="*/ 2212 w 23535"/>
                      <a:gd name="connsiteY0" fmla="*/ 11260 h 22103"/>
                      <a:gd name="connsiteX1" fmla="*/ 217 w 23535"/>
                      <a:gd name="connsiteY1" fmla="*/ 17599 h 22103"/>
                      <a:gd name="connsiteX2" fmla="*/ 1591 w 23535"/>
                      <a:gd name="connsiteY2" fmla="*/ 22077 h 22103"/>
                      <a:gd name="connsiteX3" fmla="*/ 10014 w 23535"/>
                      <a:gd name="connsiteY3" fmla="*/ 17023 h 22103"/>
                      <a:gd name="connsiteX4" fmla="*/ 18216 w 23535"/>
                      <a:gd name="connsiteY4" fmla="*/ 7758 h 22103"/>
                      <a:gd name="connsiteX5" fmla="*/ 23535 w 23535"/>
                      <a:gd name="connsiteY5" fmla="*/ 0 h 22103"/>
                      <a:gd name="connsiteX6" fmla="*/ 20077 w 23535"/>
                      <a:gd name="connsiteY6" fmla="*/ 3679 h 22103"/>
                      <a:gd name="connsiteX7" fmla="*/ 10724 w 23535"/>
                      <a:gd name="connsiteY7" fmla="*/ 10063 h 22103"/>
                      <a:gd name="connsiteX8" fmla="*/ 2212 w 23535"/>
                      <a:gd name="connsiteY8" fmla="*/ 11260 h 22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535" h="22103">
                        <a:moveTo>
                          <a:pt x="2212" y="11260"/>
                        </a:moveTo>
                        <a:cubicBezTo>
                          <a:pt x="1724" y="12679"/>
                          <a:pt x="749" y="15339"/>
                          <a:pt x="217" y="17599"/>
                        </a:cubicBezTo>
                        <a:cubicBezTo>
                          <a:pt x="-226" y="19905"/>
                          <a:pt x="-93" y="21855"/>
                          <a:pt x="1591" y="22077"/>
                        </a:cubicBezTo>
                        <a:cubicBezTo>
                          <a:pt x="4251" y="22387"/>
                          <a:pt x="7133" y="19993"/>
                          <a:pt x="10014" y="17023"/>
                        </a:cubicBezTo>
                        <a:cubicBezTo>
                          <a:pt x="12940" y="14009"/>
                          <a:pt x="15733" y="10684"/>
                          <a:pt x="18216" y="7758"/>
                        </a:cubicBezTo>
                        <a:cubicBezTo>
                          <a:pt x="19545" y="6073"/>
                          <a:pt x="22294" y="2128"/>
                          <a:pt x="23535" y="0"/>
                        </a:cubicBezTo>
                        <a:cubicBezTo>
                          <a:pt x="22604" y="1020"/>
                          <a:pt x="21141" y="2837"/>
                          <a:pt x="20077" y="3679"/>
                        </a:cubicBezTo>
                        <a:cubicBezTo>
                          <a:pt x="17107" y="6029"/>
                          <a:pt x="13738" y="8512"/>
                          <a:pt x="10724" y="10063"/>
                        </a:cubicBezTo>
                        <a:cubicBezTo>
                          <a:pt x="7620" y="11615"/>
                          <a:pt x="4783" y="12590"/>
                          <a:pt x="2212" y="1126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01" name="Forme libre : forme 21800">
                    <a:extLst>
                      <a:ext uri="{FF2B5EF4-FFF2-40B4-BE49-F238E27FC236}">
                        <a16:creationId xmlns:a16="http://schemas.microsoft.com/office/drawing/2014/main" id="{345E8F5E-F241-490D-AEE2-BA5956D68886}"/>
                      </a:ext>
                    </a:extLst>
                  </p:cNvPr>
                  <p:cNvSpPr/>
                  <p:nvPr/>
                </p:nvSpPr>
                <p:spPr>
                  <a:xfrm>
                    <a:off x="7586586" y="837716"/>
                    <a:ext cx="28916" cy="35780"/>
                  </a:xfrm>
                  <a:custGeom>
                    <a:avLst/>
                    <a:gdLst>
                      <a:gd name="connsiteX0" fmla="*/ 28458 w 28916"/>
                      <a:gd name="connsiteY0" fmla="*/ 759 h 35780"/>
                      <a:gd name="connsiteX1" fmla="*/ 18129 w 28916"/>
                      <a:gd name="connsiteY1" fmla="*/ 22393 h 35780"/>
                      <a:gd name="connsiteX2" fmla="*/ 14405 w 28916"/>
                      <a:gd name="connsiteY2" fmla="*/ 26782 h 35780"/>
                      <a:gd name="connsiteX3" fmla="*/ 10061 w 28916"/>
                      <a:gd name="connsiteY3" fmla="*/ 31303 h 35780"/>
                      <a:gd name="connsiteX4" fmla="*/ 1594 w 28916"/>
                      <a:gd name="connsiteY4" fmla="*/ 35559 h 35780"/>
                      <a:gd name="connsiteX5" fmla="*/ 1860 w 28916"/>
                      <a:gd name="connsiteY5" fmla="*/ 25895 h 35780"/>
                      <a:gd name="connsiteX6" fmla="*/ 9086 w 28916"/>
                      <a:gd name="connsiteY6" fmla="*/ 15078 h 35780"/>
                      <a:gd name="connsiteX7" fmla="*/ 28458 w 28916"/>
                      <a:gd name="connsiteY7" fmla="*/ 759 h 35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916" h="35780">
                        <a:moveTo>
                          <a:pt x="28458" y="759"/>
                        </a:moveTo>
                        <a:cubicBezTo>
                          <a:pt x="31074" y="4882"/>
                          <a:pt x="21809" y="17383"/>
                          <a:pt x="18129" y="22393"/>
                        </a:cubicBezTo>
                        <a:cubicBezTo>
                          <a:pt x="17243" y="23634"/>
                          <a:pt x="15824" y="25230"/>
                          <a:pt x="14405" y="26782"/>
                        </a:cubicBezTo>
                        <a:cubicBezTo>
                          <a:pt x="13076" y="28333"/>
                          <a:pt x="11480" y="29840"/>
                          <a:pt x="10061" y="31303"/>
                        </a:cubicBezTo>
                        <a:cubicBezTo>
                          <a:pt x="7002" y="34141"/>
                          <a:pt x="4076" y="36534"/>
                          <a:pt x="1594" y="35559"/>
                        </a:cubicBezTo>
                        <a:cubicBezTo>
                          <a:pt x="-844" y="34673"/>
                          <a:pt x="-268" y="30372"/>
                          <a:pt x="1860" y="25895"/>
                        </a:cubicBezTo>
                        <a:cubicBezTo>
                          <a:pt x="3943" y="21373"/>
                          <a:pt x="7534" y="17029"/>
                          <a:pt x="9086" y="15078"/>
                        </a:cubicBezTo>
                        <a:cubicBezTo>
                          <a:pt x="12233" y="11044"/>
                          <a:pt x="25754" y="-3452"/>
                          <a:pt x="28458" y="75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02" name="Forme libre : forme 21801">
                    <a:extLst>
                      <a:ext uri="{FF2B5EF4-FFF2-40B4-BE49-F238E27FC236}">
                        <a16:creationId xmlns:a16="http://schemas.microsoft.com/office/drawing/2014/main" id="{63A19C77-EC86-42A0-9731-5031A0930FFC}"/>
                      </a:ext>
                    </a:extLst>
                  </p:cNvPr>
                  <p:cNvSpPr/>
                  <p:nvPr/>
                </p:nvSpPr>
                <p:spPr>
                  <a:xfrm>
                    <a:off x="7572918" y="850981"/>
                    <a:ext cx="39398" cy="43269"/>
                  </a:xfrm>
                  <a:custGeom>
                    <a:avLst/>
                    <a:gdLst>
                      <a:gd name="connsiteX0" fmla="*/ 6573 w 39398"/>
                      <a:gd name="connsiteY0" fmla="*/ 43218 h 43269"/>
                      <a:gd name="connsiteX1" fmla="*/ 13489 w 39398"/>
                      <a:gd name="connsiteY1" fmla="*/ 39450 h 43269"/>
                      <a:gd name="connsiteX2" fmla="*/ 27409 w 39398"/>
                      <a:gd name="connsiteY2" fmla="*/ 25884 h 43269"/>
                      <a:gd name="connsiteX3" fmla="*/ 32861 w 39398"/>
                      <a:gd name="connsiteY3" fmla="*/ 18481 h 43269"/>
                      <a:gd name="connsiteX4" fmla="*/ 35521 w 39398"/>
                      <a:gd name="connsiteY4" fmla="*/ 14225 h 43269"/>
                      <a:gd name="connsiteX5" fmla="*/ 37737 w 39398"/>
                      <a:gd name="connsiteY5" fmla="*/ 9881 h 43269"/>
                      <a:gd name="connsiteX6" fmla="*/ 37516 w 39398"/>
                      <a:gd name="connsiteY6" fmla="*/ 84 h 43269"/>
                      <a:gd name="connsiteX7" fmla="*/ 31088 w 39398"/>
                      <a:gd name="connsiteY7" fmla="*/ 3630 h 43269"/>
                      <a:gd name="connsiteX8" fmla="*/ 14508 w 39398"/>
                      <a:gd name="connsiteY8" fmla="*/ 14802 h 43269"/>
                      <a:gd name="connsiteX9" fmla="*/ 500 w 39398"/>
                      <a:gd name="connsiteY9" fmla="*/ 30451 h 43269"/>
                      <a:gd name="connsiteX10" fmla="*/ 6573 w 39398"/>
                      <a:gd name="connsiteY10" fmla="*/ 43218 h 43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9398" h="43269">
                        <a:moveTo>
                          <a:pt x="6573" y="43218"/>
                        </a:moveTo>
                        <a:cubicBezTo>
                          <a:pt x="9720" y="42819"/>
                          <a:pt x="10784" y="41932"/>
                          <a:pt x="13489" y="39450"/>
                        </a:cubicBezTo>
                        <a:cubicBezTo>
                          <a:pt x="18631" y="34795"/>
                          <a:pt x="22842" y="31559"/>
                          <a:pt x="27409" y="25884"/>
                        </a:cubicBezTo>
                        <a:cubicBezTo>
                          <a:pt x="29270" y="23491"/>
                          <a:pt x="31132" y="21008"/>
                          <a:pt x="32861" y="18481"/>
                        </a:cubicBezTo>
                        <a:cubicBezTo>
                          <a:pt x="33570" y="17284"/>
                          <a:pt x="34679" y="15688"/>
                          <a:pt x="35521" y="14225"/>
                        </a:cubicBezTo>
                        <a:cubicBezTo>
                          <a:pt x="36363" y="12762"/>
                          <a:pt x="37117" y="11300"/>
                          <a:pt x="37737" y="9881"/>
                        </a:cubicBezTo>
                        <a:cubicBezTo>
                          <a:pt x="39511" y="5670"/>
                          <a:pt x="40442" y="1015"/>
                          <a:pt x="37516" y="84"/>
                        </a:cubicBezTo>
                        <a:cubicBezTo>
                          <a:pt x="35743" y="-492"/>
                          <a:pt x="33393" y="2034"/>
                          <a:pt x="31088" y="3630"/>
                        </a:cubicBezTo>
                        <a:cubicBezTo>
                          <a:pt x="25591" y="7487"/>
                          <a:pt x="20493" y="10989"/>
                          <a:pt x="14508" y="14802"/>
                        </a:cubicBezTo>
                        <a:cubicBezTo>
                          <a:pt x="9454" y="17949"/>
                          <a:pt x="2672" y="21895"/>
                          <a:pt x="500" y="30451"/>
                        </a:cubicBezTo>
                        <a:cubicBezTo>
                          <a:pt x="-1362" y="38075"/>
                          <a:pt x="2273" y="43883"/>
                          <a:pt x="6573" y="4321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03" name="Forme libre : forme 21802">
                    <a:extLst>
                      <a:ext uri="{FF2B5EF4-FFF2-40B4-BE49-F238E27FC236}">
                        <a16:creationId xmlns:a16="http://schemas.microsoft.com/office/drawing/2014/main" id="{BCA622D0-C1E9-47A8-A559-753CF9854FC6}"/>
                      </a:ext>
                    </a:extLst>
                  </p:cNvPr>
                  <p:cNvSpPr/>
                  <p:nvPr/>
                </p:nvSpPr>
                <p:spPr>
                  <a:xfrm>
                    <a:off x="7577158" y="863405"/>
                    <a:ext cx="6922" cy="18940"/>
                  </a:xfrm>
                  <a:custGeom>
                    <a:avLst/>
                    <a:gdLst>
                      <a:gd name="connsiteX0" fmla="*/ 27 w 6922"/>
                      <a:gd name="connsiteY0" fmla="*/ 16697 h 18940"/>
                      <a:gd name="connsiteX1" fmla="*/ 559 w 6922"/>
                      <a:gd name="connsiteY1" fmla="*/ 18780 h 18940"/>
                      <a:gd name="connsiteX2" fmla="*/ 2067 w 6922"/>
                      <a:gd name="connsiteY2" fmla="*/ 17849 h 18940"/>
                      <a:gd name="connsiteX3" fmla="*/ 3352 w 6922"/>
                      <a:gd name="connsiteY3" fmla="*/ 14702 h 18940"/>
                      <a:gd name="connsiteX4" fmla="*/ 6012 w 6922"/>
                      <a:gd name="connsiteY4" fmla="*/ 6634 h 18940"/>
                      <a:gd name="connsiteX5" fmla="*/ 6854 w 6922"/>
                      <a:gd name="connsiteY5" fmla="*/ 3619 h 18940"/>
                      <a:gd name="connsiteX6" fmla="*/ 2510 w 6922"/>
                      <a:gd name="connsiteY6" fmla="*/ 3353 h 18940"/>
                      <a:gd name="connsiteX7" fmla="*/ 27 w 6922"/>
                      <a:gd name="connsiteY7" fmla="*/ 16697 h 18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22" h="18940">
                        <a:moveTo>
                          <a:pt x="27" y="16697"/>
                        </a:moveTo>
                        <a:cubicBezTo>
                          <a:pt x="72" y="17672"/>
                          <a:pt x="116" y="18337"/>
                          <a:pt x="559" y="18780"/>
                        </a:cubicBezTo>
                        <a:cubicBezTo>
                          <a:pt x="1003" y="19224"/>
                          <a:pt x="1579" y="18692"/>
                          <a:pt x="2067" y="17849"/>
                        </a:cubicBezTo>
                        <a:cubicBezTo>
                          <a:pt x="2510" y="17007"/>
                          <a:pt x="3042" y="15722"/>
                          <a:pt x="3352" y="14702"/>
                        </a:cubicBezTo>
                        <a:cubicBezTo>
                          <a:pt x="4150" y="12042"/>
                          <a:pt x="5214" y="9249"/>
                          <a:pt x="6012" y="6634"/>
                        </a:cubicBezTo>
                        <a:cubicBezTo>
                          <a:pt x="6367" y="5570"/>
                          <a:pt x="6766" y="4595"/>
                          <a:pt x="6854" y="3619"/>
                        </a:cubicBezTo>
                        <a:cubicBezTo>
                          <a:pt x="7342" y="-415"/>
                          <a:pt x="5126" y="-1833"/>
                          <a:pt x="2510" y="3353"/>
                        </a:cubicBezTo>
                        <a:cubicBezTo>
                          <a:pt x="515" y="7387"/>
                          <a:pt x="-150" y="12840"/>
                          <a:pt x="27" y="1669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04" name="Forme libre : forme 21803">
                    <a:extLst>
                      <a:ext uri="{FF2B5EF4-FFF2-40B4-BE49-F238E27FC236}">
                        <a16:creationId xmlns:a16="http://schemas.microsoft.com/office/drawing/2014/main" id="{73F88D10-7C93-42A1-8440-286D3E97A54C}"/>
                      </a:ext>
                    </a:extLst>
                  </p:cNvPr>
                  <p:cNvSpPr/>
                  <p:nvPr/>
                </p:nvSpPr>
                <p:spPr>
                  <a:xfrm>
                    <a:off x="7617083" y="829609"/>
                    <a:ext cx="8361" cy="29125"/>
                  </a:xfrm>
                  <a:custGeom>
                    <a:avLst/>
                    <a:gdLst>
                      <a:gd name="connsiteX0" fmla="*/ 7935 w 8361"/>
                      <a:gd name="connsiteY0" fmla="*/ 0 h 29125"/>
                      <a:gd name="connsiteX1" fmla="*/ 0 w 8361"/>
                      <a:gd name="connsiteY1" fmla="*/ 29125 h 29125"/>
                      <a:gd name="connsiteX2" fmla="*/ 7935 w 8361"/>
                      <a:gd name="connsiteY2" fmla="*/ 0 h 29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361" h="29125">
                        <a:moveTo>
                          <a:pt x="7935" y="0"/>
                        </a:moveTo>
                        <a:cubicBezTo>
                          <a:pt x="10063" y="7315"/>
                          <a:pt x="3724" y="20703"/>
                          <a:pt x="0" y="29125"/>
                        </a:cubicBezTo>
                        <a:cubicBezTo>
                          <a:pt x="4078" y="19993"/>
                          <a:pt x="6738" y="8600"/>
                          <a:pt x="793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05" name="Forme libre : forme 21804">
                    <a:extLst>
                      <a:ext uri="{FF2B5EF4-FFF2-40B4-BE49-F238E27FC236}">
                        <a16:creationId xmlns:a16="http://schemas.microsoft.com/office/drawing/2014/main" id="{A23D835C-A207-4F6F-A758-F665D8E33271}"/>
                      </a:ext>
                    </a:extLst>
                  </p:cNvPr>
                  <p:cNvSpPr/>
                  <p:nvPr/>
                </p:nvSpPr>
                <p:spPr>
                  <a:xfrm>
                    <a:off x="7567771" y="866404"/>
                    <a:ext cx="4138" cy="36307"/>
                  </a:xfrm>
                  <a:custGeom>
                    <a:avLst/>
                    <a:gdLst>
                      <a:gd name="connsiteX0" fmla="*/ 3518 w 4138"/>
                      <a:gd name="connsiteY0" fmla="*/ 0 h 36307"/>
                      <a:gd name="connsiteX1" fmla="*/ 105 w 4138"/>
                      <a:gd name="connsiteY1" fmla="*/ 19993 h 36307"/>
                      <a:gd name="connsiteX2" fmla="*/ 4139 w 4138"/>
                      <a:gd name="connsiteY2" fmla="*/ 36307 h 36307"/>
                      <a:gd name="connsiteX3" fmla="*/ 725 w 4138"/>
                      <a:gd name="connsiteY3" fmla="*/ 19727 h 36307"/>
                      <a:gd name="connsiteX4" fmla="*/ 3518 w 4138"/>
                      <a:gd name="connsiteY4" fmla="*/ 0 h 36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38" h="36307">
                        <a:moveTo>
                          <a:pt x="3518" y="0"/>
                        </a:moveTo>
                        <a:cubicBezTo>
                          <a:pt x="592" y="6783"/>
                          <a:pt x="-339" y="13787"/>
                          <a:pt x="105" y="19993"/>
                        </a:cubicBezTo>
                        <a:cubicBezTo>
                          <a:pt x="548" y="26200"/>
                          <a:pt x="2144" y="31697"/>
                          <a:pt x="4139" y="36307"/>
                        </a:cubicBezTo>
                        <a:cubicBezTo>
                          <a:pt x="2100" y="32096"/>
                          <a:pt x="858" y="26244"/>
                          <a:pt x="725" y="19727"/>
                        </a:cubicBezTo>
                        <a:cubicBezTo>
                          <a:pt x="548" y="13166"/>
                          <a:pt x="1656" y="6073"/>
                          <a:pt x="351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06" name="Forme libre : forme 21805">
                    <a:extLst>
                      <a:ext uri="{FF2B5EF4-FFF2-40B4-BE49-F238E27FC236}">
                        <a16:creationId xmlns:a16="http://schemas.microsoft.com/office/drawing/2014/main" id="{217EDCE6-FBBD-430C-BD07-913D6A0F57FE}"/>
                      </a:ext>
                    </a:extLst>
                  </p:cNvPr>
                  <p:cNvSpPr/>
                  <p:nvPr/>
                </p:nvSpPr>
                <p:spPr>
                  <a:xfrm>
                    <a:off x="7592872" y="845842"/>
                    <a:ext cx="11972" cy="12319"/>
                  </a:xfrm>
                  <a:custGeom>
                    <a:avLst/>
                    <a:gdLst>
                      <a:gd name="connsiteX0" fmla="*/ 11932 w 11972"/>
                      <a:gd name="connsiteY0" fmla="*/ 480 h 12319"/>
                      <a:gd name="connsiteX1" fmla="*/ 6302 w 11972"/>
                      <a:gd name="connsiteY1" fmla="*/ 8415 h 12319"/>
                      <a:gd name="connsiteX2" fmla="*/ 51 w 11972"/>
                      <a:gd name="connsiteY2" fmla="*/ 11784 h 12319"/>
                      <a:gd name="connsiteX3" fmla="*/ 5326 w 11972"/>
                      <a:gd name="connsiteY3" fmla="*/ 4248 h 12319"/>
                      <a:gd name="connsiteX4" fmla="*/ 11932 w 11972"/>
                      <a:gd name="connsiteY4" fmla="*/ 480 h 12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72" h="12319">
                        <a:moveTo>
                          <a:pt x="11932" y="480"/>
                        </a:moveTo>
                        <a:cubicBezTo>
                          <a:pt x="12464" y="2341"/>
                          <a:pt x="7720" y="6952"/>
                          <a:pt x="6302" y="8415"/>
                        </a:cubicBezTo>
                        <a:cubicBezTo>
                          <a:pt x="4839" y="9833"/>
                          <a:pt x="627" y="13734"/>
                          <a:pt x="51" y="11784"/>
                        </a:cubicBezTo>
                        <a:cubicBezTo>
                          <a:pt x="-525" y="9745"/>
                          <a:pt x="3952" y="5578"/>
                          <a:pt x="5326" y="4248"/>
                        </a:cubicBezTo>
                        <a:cubicBezTo>
                          <a:pt x="6745" y="2873"/>
                          <a:pt x="11400" y="-1427"/>
                          <a:pt x="11932" y="48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07" name="Forme libre : forme 21806">
                    <a:extLst>
                      <a:ext uri="{FF2B5EF4-FFF2-40B4-BE49-F238E27FC236}">
                        <a16:creationId xmlns:a16="http://schemas.microsoft.com/office/drawing/2014/main" id="{AA048A31-7A42-4271-A72A-AC2A82170D58}"/>
                      </a:ext>
                    </a:extLst>
                  </p:cNvPr>
                  <p:cNvSpPr/>
                  <p:nvPr/>
                </p:nvSpPr>
                <p:spPr>
                  <a:xfrm>
                    <a:off x="7602919" y="844010"/>
                    <a:ext cx="3421" cy="3650"/>
                  </a:xfrm>
                  <a:custGeom>
                    <a:avLst/>
                    <a:gdLst>
                      <a:gd name="connsiteX0" fmla="*/ 3215 w 3421"/>
                      <a:gd name="connsiteY0" fmla="*/ 51 h 3650"/>
                      <a:gd name="connsiteX1" fmla="*/ 2417 w 3421"/>
                      <a:gd name="connsiteY1" fmla="*/ 2178 h 3650"/>
                      <a:gd name="connsiteX2" fmla="*/ 200 w 3421"/>
                      <a:gd name="connsiteY2" fmla="*/ 3597 h 3650"/>
                      <a:gd name="connsiteX3" fmla="*/ 954 w 3421"/>
                      <a:gd name="connsiteY3" fmla="*/ 1513 h 3650"/>
                      <a:gd name="connsiteX4" fmla="*/ 3215 w 3421"/>
                      <a:gd name="connsiteY4" fmla="*/ 51 h 3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1" h="3650">
                        <a:moveTo>
                          <a:pt x="3215" y="51"/>
                        </a:moveTo>
                        <a:cubicBezTo>
                          <a:pt x="3835" y="361"/>
                          <a:pt x="2904" y="1602"/>
                          <a:pt x="2417" y="2178"/>
                        </a:cubicBezTo>
                        <a:cubicBezTo>
                          <a:pt x="1929" y="2799"/>
                          <a:pt x="821" y="3907"/>
                          <a:pt x="200" y="3597"/>
                        </a:cubicBezTo>
                        <a:cubicBezTo>
                          <a:pt x="-376" y="3287"/>
                          <a:pt x="422" y="2090"/>
                          <a:pt x="954" y="1513"/>
                        </a:cubicBezTo>
                        <a:cubicBezTo>
                          <a:pt x="1486" y="937"/>
                          <a:pt x="2639" y="-260"/>
                          <a:pt x="3215" y="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808" name="Forme libre : forme 21807">
                    <a:extLst>
                      <a:ext uri="{FF2B5EF4-FFF2-40B4-BE49-F238E27FC236}">
                        <a16:creationId xmlns:a16="http://schemas.microsoft.com/office/drawing/2014/main" id="{10E30F62-DE4D-42A6-9454-7113B2475C9D}"/>
                      </a:ext>
                    </a:extLst>
                  </p:cNvPr>
                  <p:cNvSpPr/>
                  <p:nvPr/>
                </p:nvSpPr>
                <p:spPr>
                  <a:xfrm>
                    <a:off x="7585125" y="828277"/>
                    <a:ext cx="36519" cy="24009"/>
                  </a:xfrm>
                  <a:custGeom>
                    <a:avLst/>
                    <a:gdLst>
                      <a:gd name="connsiteX0" fmla="*/ 23580 w 36519"/>
                      <a:gd name="connsiteY0" fmla="*/ 2795 h 24009"/>
                      <a:gd name="connsiteX1" fmla="*/ 35416 w 36519"/>
                      <a:gd name="connsiteY1" fmla="*/ 46 h 24009"/>
                      <a:gd name="connsiteX2" fmla="*/ 35461 w 36519"/>
                      <a:gd name="connsiteY2" fmla="*/ 3947 h 24009"/>
                      <a:gd name="connsiteX3" fmla="*/ 30983 w 36519"/>
                      <a:gd name="connsiteY3" fmla="*/ 6474 h 24009"/>
                      <a:gd name="connsiteX4" fmla="*/ 16842 w 36519"/>
                      <a:gd name="connsiteY4" fmla="*/ 13346 h 24009"/>
                      <a:gd name="connsiteX5" fmla="*/ 40 w 36519"/>
                      <a:gd name="connsiteY5" fmla="*/ 23010 h 24009"/>
                      <a:gd name="connsiteX6" fmla="*/ 13428 w 36519"/>
                      <a:gd name="connsiteY6" fmla="*/ 6563 h 24009"/>
                      <a:gd name="connsiteX7" fmla="*/ 23580 w 36519"/>
                      <a:gd name="connsiteY7" fmla="*/ 2795 h 24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6519" h="24009">
                        <a:moveTo>
                          <a:pt x="23580" y="2795"/>
                        </a:moveTo>
                        <a:cubicBezTo>
                          <a:pt x="28102" y="1022"/>
                          <a:pt x="31382" y="-264"/>
                          <a:pt x="35416" y="46"/>
                        </a:cubicBezTo>
                        <a:cubicBezTo>
                          <a:pt x="36879" y="179"/>
                          <a:pt x="36879" y="2351"/>
                          <a:pt x="35461" y="3947"/>
                        </a:cubicBezTo>
                        <a:cubicBezTo>
                          <a:pt x="34042" y="5543"/>
                          <a:pt x="32579" y="5987"/>
                          <a:pt x="30983" y="6474"/>
                        </a:cubicBezTo>
                        <a:cubicBezTo>
                          <a:pt x="26151" y="8026"/>
                          <a:pt x="21674" y="10464"/>
                          <a:pt x="16842" y="13346"/>
                        </a:cubicBezTo>
                        <a:cubicBezTo>
                          <a:pt x="13783" y="15119"/>
                          <a:pt x="838" y="27576"/>
                          <a:pt x="40" y="23010"/>
                        </a:cubicBezTo>
                        <a:cubicBezTo>
                          <a:pt x="-713" y="18133"/>
                          <a:pt x="9350" y="9001"/>
                          <a:pt x="13428" y="6563"/>
                        </a:cubicBezTo>
                        <a:cubicBezTo>
                          <a:pt x="17462" y="4080"/>
                          <a:pt x="20167" y="4169"/>
                          <a:pt x="23580" y="279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45" name="Graphique 2">
                  <a:extLst>
                    <a:ext uri="{FF2B5EF4-FFF2-40B4-BE49-F238E27FC236}">
                      <a16:creationId xmlns:a16="http://schemas.microsoft.com/office/drawing/2014/main" id="{8ED1639D-FA67-4B61-9AEA-CBF937F3E5E2}"/>
                    </a:ext>
                  </a:extLst>
                </p:cNvPr>
                <p:cNvGrpSpPr/>
                <p:nvPr/>
              </p:nvGrpSpPr>
              <p:grpSpPr>
                <a:xfrm>
                  <a:off x="7622422" y="763343"/>
                  <a:ext cx="80227" cy="64185"/>
                  <a:chOff x="7622422" y="763343"/>
                  <a:chExt cx="80227" cy="64185"/>
                </a:xfrm>
                <a:solidFill>
                  <a:schemeClr val="accent1"/>
                </a:solidFill>
              </p:grpSpPr>
              <p:sp>
                <p:nvSpPr>
                  <p:cNvPr id="21785" name="Forme libre : forme 21784">
                    <a:extLst>
                      <a:ext uri="{FF2B5EF4-FFF2-40B4-BE49-F238E27FC236}">
                        <a16:creationId xmlns:a16="http://schemas.microsoft.com/office/drawing/2014/main" id="{71DEBC8C-282B-4C66-ACD6-81C2D75D1387}"/>
                      </a:ext>
                    </a:extLst>
                  </p:cNvPr>
                  <p:cNvSpPr/>
                  <p:nvPr/>
                </p:nvSpPr>
                <p:spPr>
                  <a:xfrm>
                    <a:off x="7622422" y="763343"/>
                    <a:ext cx="80227" cy="64184"/>
                  </a:xfrm>
                  <a:custGeom>
                    <a:avLst/>
                    <a:gdLst>
                      <a:gd name="connsiteX0" fmla="*/ 61291 w 80227"/>
                      <a:gd name="connsiteY0" fmla="*/ 35058 h 64184"/>
                      <a:gd name="connsiteX1" fmla="*/ 37574 w 80227"/>
                      <a:gd name="connsiteY1" fmla="*/ 53544 h 64184"/>
                      <a:gd name="connsiteX2" fmla="*/ 6808 w 80227"/>
                      <a:gd name="connsiteY2" fmla="*/ 64183 h 64184"/>
                      <a:gd name="connsiteX3" fmla="*/ 25 w 80227"/>
                      <a:gd name="connsiteY3" fmla="*/ 56824 h 64184"/>
                      <a:gd name="connsiteX4" fmla="*/ 15187 w 80227"/>
                      <a:gd name="connsiteY4" fmla="*/ 26502 h 64184"/>
                      <a:gd name="connsiteX5" fmla="*/ 40632 w 80227"/>
                      <a:gd name="connsiteY5" fmla="*/ 6686 h 64184"/>
                      <a:gd name="connsiteX6" fmla="*/ 59163 w 80227"/>
                      <a:gd name="connsiteY6" fmla="*/ 125 h 64184"/>
                      <a:gd name="connsiteX7" fmla="*/ 75299 w 80227"/>
                      <a:gd name="connsiteY7" fmla="*/ 2474 h 64184"/>
                      <a:gd name="connsiteX8" fmla="*/ 79821 w 80227"/>
                      <a:gd name="connsiteY8" fmla="*/ 11207 h 64184"/>
                      <a:gd name="connsiteX9" fmla="*/ 61291 w 80227"/>
                      <a:gd name="connsiteY9" fmla="*/ 35058 h 64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0227" h="64184">
                        <a:moveTo>
                          <a:pt x="61291" y="35058"/>
                        </a:moveTo>
                        <a:cubicBezTo>
                          <a:pt x="55749" y="39136"/>
                          <a:pt x="43558" y="48756"/>
                          <a:pt x="37574" y="53544"/>
                        </a:cubicBezTo>
                        <a:cubicBezTo>
                          <a:pt x="26358" y="62321"/>
                          <a:pt x="17625" y="64050"/>
                          <a:pt x="6808" y="64183"/>
                        </a:cubicBezTo>
                        <a:cubicBezTo>
                          <a:pt x="3084" y="64272"/>
                          <a:pt x="-329" y="60503"/>
                          <a:pt x="25" y="56824"/>
                        </a:cubicBezTo>
                        <a:cubicBezTo>
                          <a:pt x="1089" y="46185"/>
                          <a:pt x="4636" y="36742"/>
                          <a:pt x="15187" y="26502"/>
                        </a:cubicBezTo>
                        <a:cubicBezTo>
                          <a:pt x="20817" y="21005"/>
                          <a:pt x="33362" y="11030"/>
                          <a:pt x="40632" y="6686"/>
                        </a:cubicBezTo>
                        <a:cubicBezTo>
                          <a:pt x="47326" y="2519"/>
                          <a:pt x="53444" y="568"/>
                          <a:pt x="59163" y="125"/>
                        </a:cubicBezTo>
                        <a:cubicBezTo>
                          <a:pt x="64837" y="-363"/>
                          <a:pt x="70157" y="612"/>
                          <a:pt x="75299" y="2474"/>
                        </a:cubicBezTo>
                        <a:cubicBezTo>
                          <a:pt x="78934" y="3760"/>
                          <a:pt x="81195" y="8060"/>
                          <a:pt x="79821" y="11207"/>
                        </a:cubicBezTo>
                        <a:cubicBezTo>
                          <a:pt x="75876" y="20295"/>
                          <a:pt x="71575" y="27167"/>
                          <a:pt x="61291" y="3505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86" name="Forme libre : forme 21785">
                    <a:extLst>
                      <a:ext uri="{FF2B5EF4-FFF2-40B4-BE49-F238E27FC236}">
                        <a16:creationId xmlns:a16="http://schemas.microsoft.com/office/drawing/2014/main" id="{B8494399-AB1E-4A21-B83A-3790AEFF9104}"/>
                      </a:ext>
                    </a:extLst>
                  </p:cNvPr>
                  <p:cNvSpPr/>
                  <p:nvPr/>
                </p:nvSpPr>
                <p:spPr>
                  <a:xfrm>
                    <a:off x="7624974" y="774373"/>
                    <a:ext cx="77268" cy="53154"/>
                  </a:xfrm>
                  <a:custGeom>
                    <a:avLst/>
                    <a:gdLst>
                      <a:gd name="connsiteX0" fmla="*/ 30455 w 77268"/>
                      <a:gd name="connsiteY0" fmla="*/ 29835 h 53154"/>
                      <a:gd name="connsiteX1" fmla="*/ 0 w 77268"/>
                      <a:gd name="connsiteY1" fmla="*/ 51557 h 53154"/>
                      <a:gd name="connsiteX2" fmla="*/ 4167 w 77268"/>
                      <a:gd name="connsiteY2" fmla="*/ 53153 h 53154"/>
                      <a:gd name="connsiteX3" fmla="*/ 9575 w 77268"/>
                      <a:gd name="connsiteY3" fmla="*/ 52887 h 53154"/>
                      <a:gd name="connsiteX4" fmla="*/ 24559 w 77268"/>
                      <a:gd name="connsiteY4" fmla="*/ 48986 h 53154"/>
                      <a:gd name="connsiteX5" fmla="*/ 34888 w 77268"/>
                      <a:gd name="connsiteY5" fmla="*/ 42469 h 53154"/>
                      <a:gd name="connsiteX6" fmla="*/ 38790 w 77268"/>
                      <a:gd name="connsiteY6" fmla="*/ 39410 h 53154"/>
                      <a:gd name="connsiteX7" fmla="*/ 56921 w 77268"/>
                      <a:gd name="connsiteY7" fmla="*/ 25269 h 53154"/>
                      <a:gd name="connsiteX8" fmla="*/ 58650 w 77268"/>
                      <a:gd name="connsiteY8" fmla="*/ 23983 h 53154"/>
                      <a:gd name="connsiteX9" fmla="*/ 67605 w 77268"/>
                      <a:gd name="connsiteY9" fmla="*/ 15826 h 53154"/>
                      <a:gd name="connsiteX10" fmla="*/ 75274 w 77268"/>
                      <a:gd name="connsiteY10" fmla="*/ 4300 h 53154"/>
                      <a:gd name="connsiteX11" fmla="*/ 77224 w 77268"/>
                      <a:gd name="connsiteY11" fmla="*/ 177 h 53154"/>
                      <a:gd name="connsiteX12" fmla="*/ 77269 w 77268"/>
                      <a:gd name="connsiteY12" fmla="*/ 0 h 53154"/>
                      <a:gd name="connsiteX13" fmla="*/ 30455 w 77268"/>
                      <a:gd name="connsiteY13" fmla="*/ 29835 h 53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7268" h="53154">
                        <a:moveTo>
                          <a:pt x="30455" y="29835"/>
                        </a:moveTo>
                        <a:cubicBezTo>
                          <a:pt x="21101" y="38657"/>
                          <a:pt x="10817" y="47966"/>
                          <a:pt x="0" y="51557"/>
                        </a:cubicBezTo>
                        <a:cubicBezTo>
                          <a:pt x="1197" y="52532"/>
                          <a:pt x="2660" y="53197"/>
                          <a:pt x="4167" y="53153"/>
                        </a:cubicBezTo>
                        <a:cubicBezTo>
                          <a:pt x="6029" y="53109"/>
                          <a:pt x="7846" y="53064"/>
                          <a:pt x="9575" y="52887"/>
                        </a:cubicBezTo>
                        <a:cubicBezTo>
                          <a:pt x="14629" y="52399"/>
                          <a:pt x="19505" y="51380"/>
                          <a:pt x="24559" y="48986"/>
                        </a:cubicBezTo>
                        <a:cubicBezTo>
                          <a:pt x="27840" y="47434"/>
                          <a:pt x="31209" y="45306"/>
                          <a:pt x="34888" y="42469"/>
                        </a:cubicBezTo>
                        <a:cubicBezTo>
                          <a:pt x="35997" y="41582"/>
                          <a:pt x="37327" y="40563"/>
                          <a:pt x="38790" y="39410"/>
                        </a:cubicBezTo>
                        <a:cubicBezTo>
                          <a:pt x="44419" y="34844"/>
                          <a:pt x="52045" y="28815"/>
                          <a:pt x="56921" y="25269"/>
                        </a:cubicBezTo>
                        <a:cubicBezTo>
                          <a:pt x="57542" y="24781"/>
                          <a:pt x="58118" y="24338"/>
                          <a:pt x="58650" y="23983"/>
                        </a:cubicBezTo>
                        <a:cubicBezTo>
                          <a:pt x="62285" y="21146"/>
                          <a:pt x="65211" y="18530"/>
                          <a:pt x="67605" y="15826"/>
                        </a:cubicBezTo>
                        <a:cubicBezTo>
                          <a:pt x="70841" y="12102"/>
                          <a:pt x="73146" y="8379"/>
                          <a:pt x="75274" y="4300"/>
                        </a:cubicBezTo>
                        <a:cubicBezTo>
                          <a:pt x="75939" y="2926"/>
                          <a:pt x="76604" y="1640"/>
                          <a:pt x="77224" y="177"/>
                        </a:cubicBezTo>
                        <a:lnTo>
                          <a:pt x="77269" y="0"/>
                        </a:lnTo>
                        <a:cubicBezTo>
                          <a:pt x="60024" y="5763"/>
                          <a:pt x="43843" y="17245"/>
                          <a:pt x="30455" y="2983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87" name="Forme libre : forme 21786">
                    <a:extLst>
                      <a:ext uri="{FF2B5EF4-FFF2-40B4-BE49-F238E27FC236}">
                        <a16:creationId xmlns:a16="http://schemas.microsoft.com/office/drawing/2014/main" id="{C0184DEB-D3EE-43F8-8306-C91483E636EE}"/>
                      </a:ext>
                    </a:extLst>
                  </p:cNvPr>
                  <p:cNvSpPr/>
                  <p:nvPr/>
                </p:nvSpPr>
                <p:spPr>
                  <a:xfrm>
                    <a:off x="7648701" y="776598"/>
                    <a:ext cx="37052" cy="27651"/>
                  </a:xfrm>
                  <a:custGeom>
                    <a:avLst/>
                    <a:gdLst>
                      <a:gd name="connsiteX0" fmla="*/ 36785 w 37052"/>
                      <a:gd name="connsiteY0" fmla="*/ 1099 h 27651"/>
                      <a:gd name="connsiteX1" fmla="*/ 31333 w 37052"/>
                      <a:gd name="connsiteY1" fmla="*/ 9788 h 27651"/>
                      <a:gd name="connsiteX2" fmla="*/ 20959 w 37052"/>
                      <a:gd name="connsiteY2" fmla="*/ 18388 h 27651"/>
                      <a:gd name="connsiteX3" fmla="*/ 656 w 37052"/>
                      <a:gd name="connsiteY3" fmla="*/ 26767 h 27651"/>
                      <a:gd name="connsiteX4" fmla="*/ 13955 w 37052"/>
                      <a:gd name="connsiteY4" fmla="*/ 9212 h 27651"/>
                      <a:gd name="connsiteX5" fmla="*/ 26057 w 37052"/>
                      <a:gd name="connsiteY5" fmla="*/ 2207 h 27651"/>
                      <a:gd name="connsiteX6" fmla="*/ 36785 w 37052"/>
                      <a:gd name="connsiteY6" fmla="*/ 1099 h 27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052" h="27651">
                        <a:moveTo>
                          <a:pt x="36785" y="1099"/>
                        </a:moveTo>
                        <a:cubicBezTo>
                          <a:pt x="37983" y="3183"/>
                          <a:pt x="34968" y="6375"/>
                          <a:pt x="31333" y="9788"/>
                        </a:cubicBezTo>
                        <a:cubicBezTo>
                          <a:pt x="27653" y="13157"/>
                          <a:pt x="23220" y="16615"/>
                          <a:pt x="20959" y="18388"/>
                        </a:cubicBezTo>
                        <a:cubicBezTo>
                          <a:pt x="16349" y="21669"/>
                          <a:pt x="4158" y="30446"/>
                          <a:pt x="656" y="26767"/>
                        </a:cubicBezTo>
                        <a:cubicBezTo>
                          <a:pt x="-2935" y="22999"/>
                          <a:pt x="9167" y="12271"/>
                          <a:pt x="13955" y="9212"/>
                        </a:cubicBezTo>
                        <a:cubicBezTo>
                          <a:pt x="16216" y="7572"/>
                          <a:pt x="21225" y="4335"/>
                          <a:pt x="26057" y="2207"/>
                        </a:cubicBezTo>
                        <a:cubicBezTo>
                          <a:pt x="30934" y="35"/>
                          <a:pt x="35589" y="-896"/>
                          <a:pt x="36785" y="109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88" name="Forme libre : forme 21787">
                    <a:extLst>
                      <a:ext uri="{FF2B5EF4-FFF2-40B4-BE49-F238E27FC236}">
                        <a16:creationId xmlns:a16="http://schemas.microsoft.com/office/drawing/2014/main" id="{7DB75315-79B3-4AE1-90FB-3DCF8272AE88}"/>
                      </a:ext>
                    </a:extLst>
                  </p:cNvPr>
                  <p:cNvSpPr/>
                  <p:nvPr/>
                </p:nvSpPr>
                <p:spPr>
                  <a:xfrm>
                    <a:off x="7648407" y="788958"/>
                    <a:ext cx="28523" cy="15175"/>
                  </a:xfrm>
                  <a:custGeom>
                    <a:avLst/>
                    <a:gdLst>
                      <a:gd name="connsiteX0" fmla="*/ 5161 w 28523"/>
                      <a:gd name="connsiteY0" fmla="*/ 4832 h 15175"/>
                      <a:gd name="connsiteX1" fmla="*/ 816 w 28523"/>
                      <a:gd name="connsiteY1" fmla="*/ 14585 h 15175"/>
                      <a:gd name="connsiteX2" fmla="*/ 21475 w 28523"/>
                      <a:gd name="connsiteY2" fmla="*/ 5896 h 15175"/>
                      <a:gd name="connsiteX3" fmla="*/ 28523 w 28523"/>
                      <a:gd name="connsiteY3" fmla="*/ 0 h 15175"/>
                      <a:gd name="connsiteX4" fmla="*/ 24312 w 28523"/>
                      <a:gd name="connsiteY4" fmla="*/ 2527 h 15175"/>
                      <a:gd name="connsiteX5" fmla="*/ 5161 w 28523"/>
                      <a:gd name="connsiteY5" fmla="*/ 4832 h 15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523" h="15175">
                        <a:moveTo>
                          <a:pt x="5161" y="4832"/>
                        </a:moveTo>
                        <a:cubicBezTo>
                          <a:pt x="3476" y="7270"/>
                          <a:pt x="-2065" y="12856"/>
                          <a:pt x="816" y="14585"/>
                        </a:cubicBezTo>
                        <a:cubicBezTo>
                          <a:pt x="5471" y="17289"/>
                          <a:pt x="15623" y="10063"/>
                          <a:pt x="21475" y="5896"/>
                        </a:cubicBezTo>
                        <a:cubicBezTo>
                          <a:pt x="23159" y="4655"/>
                          <a:pt x="26794" y="1596"/>
                          <a:pt x="28523" y="0"/>
                        </a:cubicBezTo>
                        <a:cubicBezTo>
                          <a:pt x="27371" y="709"/>
                          <a:pt x="25509" y="1995"/>
                          <a:pt x="24312" y="2527"/>
                        </a:cubicBezTo>
                        <a:cubicBezTo>
                          <a:pt x="17441" y="5320"/>
                          <a:pt x="9062" y="8822"/>
                          <a:pt x="5161" y="483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89" name="Forme libre : forme 21788">
                    <a:extLst>
                      <a:ext uri="{FF2B5EF4-FFF2-40B4-BE49-F238E27FC236}">
                        <a16:creationId xmlns:a16="http://schemas.microsoft.com/office/drawing/2014/main" id="{400D2FA7-9034-47C0-A8A7-2A21CA93D8ED}"/>
                      </a:ext>
                    </a:extLst>
                  </p:cNvPr>
                  <p:cNvSpPr/>
                  <p:nvPr/>
                </p:nvSpPr>
                <p:spPr>
                  <a:xfrm>
                    <a:off x="7651274" y="776193"/>
                    <a:ext cx="36925" cy="27519"/>
                  </a:xfrm>
                  <a:custGeom>
                    <a:avLst/>
                    <a:gdLst>
                      <a:gd name="connsiteX0" fmla="*/ 36872 w 36925"/>
                      <a:gd name="connsiteY0" fmla="*/ 1460 h 27519"/>
                      <a:gd name="connsiteX1" fmla="*/ 30932 w 36925"/>
                      <a:gd name="connsiteY1" fmla="*/ 10282 h 27519"/>
                      <a:gd name="connsiteX2" fmla="*/ 20869 w 36925"/>
                      <a:gd name="connsiteY2" fmla="*/ 18661 h 27519"/>
                      <a:gd name="connsiteX3" fmla="*/ 742 w 36925"/>
                      <a:gd name="connsiteY3" fmla="*/ 26640 h 27519"/>
                      <a:gd name="connsiteX4" fmla="*/ 14042 w 36925"/>
                      <a:gd name="connsiteY4" fmla="*/ 9307 h 27519"/>
                      <a:gd name="connsiteX5" fmla="*/ 26543 w 36925"/>
                      <a:gd name="connsiteY5" fmla="*/ 2125 h 27519"/>
                      <a:gd name="connsiteX6" fmla="*/ 36872 w 36925"/>
                      <a:gd name="connsiteY6" fmla="*/ 1460 h 27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925" h="27519">
                        <a:moveTo>
                          <a:pt x="36872" y="1460"/>
                        </a:moveTo>
                        <a:cubicBezTo>
                          <a:pt x="37360" y="3854"/>
                          <a:pt x="34434" y="7046"/>
                          <a:pt x="30932" y="10282"/>
                        </a:cubicBezTo>
                        <a:cubicBezTo>
                          <a:pt x="27385" y="13474"/>
                          <a:pt x="23263" y="16799"/>
                          <a:pt x="20869" y="18661"/>
                        </a:cubicBezTo>
                        <a:cubicBezTo>
                          <a:pt x="15992" y="22296"/>
                          <a:pt x="4555" y="30143"/>
                          <a:pt x="742" y="26640"/>
                        </a:cubicBezTo>
                        <a:cubicBezTo>
                          <a:pt x="-3203" y="23005"/>
                          <a:pt x="9653" y="12189"/>
                          <a:pt x="14042" y="9307"/>
                        </a:cubicBezTo>
                        <a:cubicBezTo>
                          <a:pt x="16170" y="7800"/>
                          <a:pt x="21445" y="4298"/>
                          <a:pt x="26543" y="2125"/>
                        </a:cubicBezTo>
                        <a:cubicBezTo>
                          <a:pt x="31641" y="-91"/>
                          <a:pt x="36429" y="-978"/>
                          <a:pt x="36872" y="146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90" name="Forme libre : forme 21789">
                    <a:extLst>
                      <a:ext uri="{FF2B5EF4-FFF2-40B4-BE49-F238E27FC236}">
                        <a16:creationId xmlns:a16="http://schemas.microsoft.com/office/drawing/2014/main" id="{611C253B-CA0E-4548-8290-2BD127B7F1D9}"/>
                      </a:ext>
                    </a:extLst>
                  </p:cNvPr>
                  <p:cNvSpPr/>
                  <p:nvPr/>
                </p:nvSpPr>
                <p:spPr>
                  <a:xfrm>
                    <a:off x="7631572" y="787490"/>
                    <a:ext cx="49363" cy="30988"/>
                  </a:xfrm>
                  <a:custGeom>
                    <a:avLst/>
                    <a:gdLst>
                      <a:gd name="connsiteX0" fmla="*/ 2845 w 49363"/>
                      <a:gd name="connsiteY0" fmla="*/ 30017 h 30988"/>
                      <a:gd name="connsiteX1" fmla="*/ 10780 w 49363"/>
                      <a:gd name="connsiteY1" fmla="*/ 30327 h 30988"/>
                      <a:gd name="connsiteX2" fmla="*/ 30551 w 49363"/>
                      <a:gd name="connsiteY2" fmla="*/ 22968 h 30988"/>
                      <a:gd name="connsiteX3" fmla="*/ 45934 w 49363"/>
                      <a:gd name="connsiteY3" fmla="*/ 9713 h 30988"/>
                      <a:gd name="connsiteX4" fmla="*/ 48284 w 49363"/>
                      <a:gd name="connsiteY4" fmla="*/ 359 h 30988"/>
                      <a:gd name="connsiteX5" fmla="*/ 41235 w 49363"/>
                      <a:gd name="connsiteY5" fmla="*/ 1866 h 30988"/>
                      <a:gd name="connsiteX6" fmla="*/ 22350 w 49363"/>
                      <a:gd name="connsiteY6" fmla="*/ 7984 h 30988"/>
                      <a:gd name="connsiteX7" fmla="*/ 3864 w 49363"/>
                      <a:gd name="connsiteY7" fmla="*/ 16008 h 30988"/>
                      <a:gd name="connsiteX8" fmla="*/ 2845 w 49363"/>
                      <a:gd name="connsiteY8" fmla="*/ 30017 h 30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363" h="30988">
                        <a:moveTo>
                          <a:pt x="2845" y="30017"/>
                        </a:moveTo>
                        <a:cubicBezTo>
                          <a:pt x="5726" y="31302"/>
                          <a:pt x="7145" y="31214"/>
                          <a:pt x="10780" y="30327"/>
                        </a:cubicBezTo>
                        <a:cubicBezTo>
                          <a:pt x="17740" y="28642"/>
                          <a:pt x="23414" y="27357"/>
                          <a:pt x="30551" y="22968"/>
                        </a:cubicBezTo>
                        <a:cubicBezTo>
                          <a:pt x="36492" y="19333"/>
                          <a:pt x="42255" y="14323"/>
                          <a:pt x="45934" y="9713"/>
                        </a:cubicBezTo>
                        <a:cubicBezTo>
                          <a:pt x="48638" y="6255"/>
                          <a:pt x="50722" y="2177"/>
                          <a:pt x="48284" y="359"/>
                        </a:cubicBezTo>
                        <a:cubicBezTo>
                          <a:pt x="46777" y="-749"/>
                          <a:pt x="43895" y="980"/>
                          <a:pt x="41235" y="1866"/>
                        </a:cubicBezTo>
                        <a:cubicBezTo>
                          <a:pt x="34985" y="3950"/>
                          <a:pt x="29177" y="6521"/>
                          <a:pt x="22350" y="7984"/>
                        </a:cubicBezTo>
                        <a:cubicBezTo>
                          <a:pt x="16543" y="9225"/>
                          <a:pt x="9317" y="9935"/>
                          <a:pt x="3864" y="16008"/>
                        </a:cubicBezTo>
                        <a:cubicBezTo>
                          <a:pt x="-1057" y="21594"/>
                          <a:pt x="-1145" y="28243"/>
                          <a:pt x="2845" y="3001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91" name="Forme libre : forme 21790">
                    <a:extLst>
                      <a:ext uri="{FF2B5EF4-FFF2-40B4-BE49-F238E27FC236}">
                        <a16:creationId xmlns:a16="http://schemas.microsoft.com/office/drawing/2014/main" id="{CAAA3FFE-21D2-47D4-912E-3F7697F8A0F3}"/>
                      </a:ext>
                    </a:extLst>
                  </p:cNvPr>
                  <p:cNvSpPr/>
                  <p:nvPr/>
                </p:nvSpPr>
                <p:spPr>
                  <a:xfrm>
                    <a:off x="7638750" y="791673"/>
                    <a:ext cx="12366" cy="15041"/>
                  </a:xfrm>
                  <a:custGeom>
                    <a:avLst/>
                    <a:gdLst>
                      <a:gd name="connsiteX0" fmla="*/ 544 w 12366"/>
                      <a:gd name="connsiteY0" fmla="*/ 12623 h 15041"/>
                      <a:gd name="connsiteX1" fmla="*/ 56 w 12366"/>
                      <a:gd name="connsiteY1" fmla="*/ 14663 h 15041"/>
                      <a:gd name="connsiteX2" fmla="*/ 1829 w 12366"/>
                      <a:gd name="connsiteY2" fmla="*/ 14574 h 15041"/>
                      <a:gd name="connsiteX3" fmla="*/ 4356 w 12366"/>
                      <a:gd name="connsiteY3" fmla="*/ 12357 h 15041"/>
                      <a:gd name="connsiteX4" fmla="*/ 9897 w 12366"/>
                      <a:gd name="connsiteY4" fmla="*/ 6240 h 15041"/>
                      <a:gd name="connsiteX5" fmla="*/ 11671 w 12366"/>
                      <a:gd name="connsiteY5" fmla="*/ 3802 h 15041"/>
                      <a:gd name="connsiteX6" fmla="*/ 7770 w 12366"/>
                      <a:gd name="connsiteY6" fmla="*/ 1940 h 15041"/>
                      <a:gd name="connsiteX7" fmla="*/ 544 w 12366"/>
                      <a:gd name="connsiteY7" fmla="*/ 12623 h 15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66" h="15041">
                        <a:moveTo>
                          <a:pt x="544" y="12623"/>
                        </a:moveTo>
                        <a:cubicBezTo>
                          <a:pt x="145" y="13466"/>
                          <a:pt x="-121" y="14086"/>
                          <a:pt x="56" y="14663"/>
                        </a:cubicBezTo>
                        <a:cubicBezTo>
                          <a:pt x="233" y="15283"/>
                          <a:pt x="1031" y="15062"/>
                          <a:pt x="1829" y="14574"/>
                        </a:cubicBezTo>
                        <a:cubicBezTo>
                          <a:pt x="2627" y="14086"/>
                          <a:pt x="3602" y="13111"/>
                          <a:pt x="4356" y="12357"/>
                        </a:cubicBezTo>
                        <a:cubicBezTo>
                          <a:pt x="6262" y="10407"/>
                          <a:pt x="8213" y="8279"/>
                          <a:pt x="9897" y="6240"/>
                        </a:cubicBezTo>
                        <a:cubicBezTo>
                          <a:pt x="10562" y="5398"/>
                          <a:pt x="11272" y="4644"/>
                          <a:pt x="11671" y="3802"/>
                        </a:cubicBezTo>
                        <a:cubicBezTo>
                          <a:pt x="13444" y="344"/>
                          <a:pt x="11715" y="-1740"/>
                          <a:pt x="7770" y="1940"/>
                        </a:cubicBezTo>
                        <a:cubicBezTo>
                          <a:pt x="4711" y="4821"/>
                          <a:pt x="2095" y="9210"/>
                          <a:pt x="544" y="1262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92" name="Forme libre : forme 21791">
                    <a:extLst>
                      <a:ext uri="{FF2B5EF4-FFF2-40B4-BE49-F238E27FC236}">
                        <a16:creationId xmlns:a16="http://schemas.microsoft.com/office/drawing/2014/main" id="{59549A7F-41B9-4A74-A44A-15D6054C4EE7}"/>
                      </a:ext>
                    </a:extLst>
                  </p:cNvPr>
                  <p:cNvSpPr/>
                  <p:nvPr/>
                </p:nvSpPr>
                <p:spPr>
                  <a:xfrm>
                    <a:off x="7684112" y="773708"/>
                    <a:ext cx="16535" cy="23451"/>
                  </a:xfrm>
                  <a:custGeom>
                    <a:avLst/>
                    <a:gdLst>
                      <a:gd name="connsiteX0" fmla="*/ 16535 w 16535"/>
                      <a:gd name="connsiteY0" fmla="*/ 0 h 23451"/>
                      <a:gd name="connsiteX1" fmla="*/ 9708 w 16535"/>
                      <a:gd name="connsiteY1" fmla="*/ 11836 h 23451"/>
                      <a:gd name="connsiteX2" fmla="*/ 0 w 16535"/>
                      <a:gd name="connsiteY2" fmla="*/ 23451 h 23451"/>
                      <a:gd name="connsiteX3" fmla="*/ 16535 w 16535"/>
                      <a:gd name="connsiteY3" fmla="*/ 0 h 23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535" h="23451">
                        <a:moveTo>
                          <a:pt x="16535" y="0"/>
                        </a:moveTo>
                        <a:cubicBezTo>
                          <a:pt x="15826" y="3679"/>
                          <a:pt x="12945" y="7802"/>
                          <a:pt x="9708" y="11836"/>
                        </a:cubicBezTo>
                        <a:cubicBezTo>
                          <a:pt x="6428" y="15870"/>
                          <a:pt x="2793" y="20171"/>
                          <a:pt x="0" y="23451"/>
                        </a:cubicBezTo>
                        <a:cubicBezTo>
                          <a:pt x="5985" y="16269"/>
                          <a:pt x="11659" y="6960"/>
                          <a:pt x="1653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93" name="Forme libre : forme 21792">
                    <a:extLst>
                      <a:ext uri="{FF2B5EF4-FFF2-40B4-BE49-F238E27FC236}">
                        <a16:creationId xmlns:a16="http://schemas.microsoft.com/office/drawing/2014/main" id="{D58E78F2-6EDE-42DB-92EA-AB7F123D4913}"/>
                      </a:ext>
                    </a:extLst>
                  </p:cNvPr>
                  <p:cNvSpPr/>
                  <p:nvPr/>
                </p:nvSpPr>
                <p:spPr>
                  <a:xfrm>
                    <a:off x="7623467" y="789933"/>
                    <a:ext cx="15693" cy="30455"/>
                  </a:xfrm>
                  <a:custGeom>
                    <a:avLst/>
                    <a:gdLst>
                      <a:gd name="connsiteX0" fmla="*/ 15693 w 15693"/>
                      <a:gd name="connsiteY0" fmla="*/ 0 h 30455"/>
                      <a:gd name="connsiteX1" fmla="*/ 0 w 15693"/>
                      <a:gd name="connsiteY1" fmla="*/ 30455 h 30455"/>
                      <a:gd name="connsiteX2" fmla="*/ 15693 w 15693"/>
                      <a:gd name="connsiteY2" fmla="*/ 0 h 30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693" h="30455">
                        <a:moveTo>
                          <a:pt x="15693" y="0"/>
                        </a:moveTo>
                        <a:cubicBezTo>
                          <a:pt x="6339" y="9088"/>
                          <a:pt x="1862" y="20703"/>
                          <a:pt x="0" y="30455"/>
                        </a:cubicBezTo>
                        <a:cubicBezTo>
                          <a:pt x="1241" y="21235"/>
                          <a:pt x="8733" y="8778"/>
                          <a:pt x="1569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94" name="Forme libre : forme 21793">
                    <a:extLst>
                      <a:ext uri="{FF2B5EF4-FFF2-40B4-BE49-F238E27FC236}">
                        <a16:creationId xmlns:a16="http://schemas.microsoft.com/office/drawing/2014/main" id="{73916DC4-27E6-4BB3-B826-F3C60136C3B0}"/>
                      </a:ext>
                    </a:extLst>
                  </p:cNvPr>
                  <p:cNvSpPr/>
                  <p:nvPr/>
                </p:nvSpPr>
                <p:spPr>
                  <a:xfrm>
                    <a:off x="7661458" y="781030"/>
                    <a:ext cx="14540" cy="9195"/>
                  </a:xfrm>
                  <a:custGeom>
                    <a:avLst/>
                    <a:gdLst>
                      <a:gd name="connsiteX0" fmla="*/ 14541 w 14540"/>
                      <a:gd name="connsiteY0" fmla="*/ 702 h 9195"/>
                      <a:gd name="connsiteX1" fmla="*/ 6916 w 14540"/>
                      <a:gd name="connsiteY1" fmla="*/ 6775 h 9195"/>
                      <a:gd name="connsiteX2" fmla="*/ 0 w 14540"/>
                      <a:gd name="connsiteY2" fmla="*/ 8415 h 9195"/>
                      <a:gd name="connsiteX3" fmla="*/ 7137 w 14540"/>
                      <a:gd name="connsiteY3" fmla="*/ 2475 h 9195"/>
                      <a:gd name="connsiteX4" fmla="*/ 14541 w 14540"/>
                      <a:gd name="connsiteY4" fmla="*/ 702 h 9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40" h="9195">
                        <a:moveTo>
                          <a:pt x="14541" y="702"/>
                        </a:moveTo>
                        <a:cubicBezTo>
                          <a:pt x="14497" y="2652"/>
                          <a:pt x="8689" y="5711"/>
                          <a:pt x="6916" y="6775"/>
                        </a:cubicBezTo>
                        <a:cubicBezTo>
                          <a:pt x="5143" y="7750"/>
                          <a:pt x="89" y="10543"/>
                          <a:pt x="0" y="8415"/>
                        </a:cubicBezTo>
                        <a:cubicBezTo>
                          <a:pt x="-44" y="6287"/>
                          <a:pt x="5409" y="3317"/>
                          <a:pt x="7137" y="2475"/>
                        </a:cubicBezTo>
                        <a:cubicBezTo>
                          <a:pt x="8822" y="1500"/>
                          <a:pt x="14585" y="-1293"/>
                          <a:pt x="14541" y="70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95" name="Forme libre : forme 21794">
                    <a:extLst>
                      <a:ext uri="{FF2B5EF4-FFF2-40B4-BE49-F238E27FC236}">
                        <a16:creationId xmlns:a16="http://schemas.microsoft.com/office/drawing/2014/main" id="{7B7EE19D-0FE3-4436-9ABB-26516CBE98CF}"/>
                      </a:ext>
                    </a:extLst>
                  </p:cNvPr>
                  <p:cNvSpPr/>
                  <p:nvPr/>
                </p:nvSpPr>
                <p:spPr>
                  <a:xfrm>
                    <a:off x="7673887" y="779828"/>
                    <a:ext cx="4173" cy="2831"/>
                  </a:xfrm>
                  <a:custGeom>
                    <a:avLst/>
                    <a:gdLst>
                      <a:gd name="connsiteX0" fmla="*/ 4062 w 4173"/>
                      <a:gd name="connsiteY0" fmla="*/ 130 h 2831"/>
                      <a:gd name="connsiteX1" fmla="*/ 2644 w 4173"/>
                      <a:gd name="connsiteY1" fmla="*/ 1948 h 2831"/>
                      <a:gd name="connsiteX2" fmla="*/ 117 w 4173"/>
                      <a:gd name="connsiteY2" fmla="*/ 2701 h 2831"/>
                      <a:gd name="connsiteX3" fmla="*/ 1447 w 4173"/>
                      <a:gd name="connsiteY3" fmla="*/ 884 h 2831"/>
                      <a:gd name="connsiteX4" fmla="*/ 4062 w 4173"/>
                      <a:gd name="connsiteY4" fmla="*/ 130 h 2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73" h="2831">
                        <a:moveTo>
                          <a:pt x="4062" y="130"/>
                        </a:moveTo>
                        <a:cubicBezTo>
                          <a:pt x="4550" y="574"/>
                          <a:pt x="3309" y="1505"/>
                          <a:pt x="2644" y="1948"/>
                        </a:cubicBezTo>
                        <a:cubicBezTo>
                          <a:pt x="1979" y="2347"/>
                          <a:pt x="605" y="3145"/>
                          <a:pt x="117" y="2701"/>
                        </a:cubicBezTo>
                        <a:cubicBezTo>
                          <a:pt x="-371" y="2258"/>
                          <a:pt x="782" y="1327"/>
                          <a:pt x="1447" y="884"/>
                        </a:cubicBezTo>
                        <a:cubicBezTo>
                          <a:pt x="2112" y="485"/>
                          <a:pt x="3575" y="-313"/>
                          <a:pt x="4062" y="1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96" name="Forme libre : forme 21795">
                    <a:extLst>
                      <a:ext uri="{FF2B5EF4-FFF2-40B4-BE49-F238E27FC236}">
                        <a16:creationId xmlns:a16="http://schemas.microsoft.com/office/drawing/2014/main" id="{B5F100DC-DB39-4738-AE74-38B14E0235F2}"/>
                      </a:ext>
                    </a:extLst>
                  </p:cNvPr>
                  <p:cNvSpPr/>
                  <p:nvPr/>
                </p:nvSpPr>
                <p:spPr>
                  <a:xfrm>
                    <a:off x="7655509" y="768199"/>
                    <a:ext cx="42342" cy="14599"/>
                  </a:xfrm>
                  <a:custGeom>
                    <a:avLst/>
                    <a:gdLst>
                      <a:gd name="connsiteX0" fmla="*/ 29489 w 42342"/>
                      <a:gd name="connsiteY0" fmla="*/ 233 h 14599"/>
                      <a:gd name="connsiteX1" fmla="*/ 41769 w 42342"/>
                      <a:gd name="connsiteY1" fmla="*/ 2317 h 14599"/>
                      <a:gd name="connsiteX2" fmla="*/ 40129 w 42342"/>
                      <a:gd name="connsiteY2" fmla="*/ 5863 h 14599"/>
                      <a:gd name="connsiteX3" fmla="*/ 35075 w 42342"/>
                      <a:gd name="connsiteY3" fmla="*/ 6395 h 14599"/>
                      <a:gd name="connsiteX4" fmla="*/ 19249 w 42342"/>
                      <a:gd name="connsiteY4" fmla="*/ 8213 h 14599"/>
                      <a:gd name="connsiteX5" fmla="*/ 8077 w 42342"/>
                      <a:gd name="connsiteY5" fmla="*/ 12690 h 14599"/>
                      <a:gd name="connsiteX6" fmla="*/ 9 w 42342"/>
                      <a:gd name="connsiteY6" fmla="*/ 13222 h 14599"/>
                      <a:gd name="connsiteX7" fmla="*/ 18185 w 42342"/>
                      <a:gd name="connsiteY7" fmla="*/ 632 h 14599"/>
                      <a:gd name="connsiteX8" fmla="*/ 29489 w 42342"/>
                      <a:gd name="connsiteY8" fmla="*/ 233 h 14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342" h="14599">
                        <a:moveTo>
                          <a:pt x="29489" y="233"/>
                        </a:moveTo>
                        <a:cubicBezTo>
                          <a:pt x="34587" y="100"/>
                          <a:pt x="38267" y="322"/>
                          <a:pt x="41769" y="2317"/>
                        </a:cubicBezTo>
                        <a:cubicBezTo>
                          <a:pt x="43054" y="3071"/>
                          <a:pt x="42035" y="5065"/>
                          <a:pt x="40129" y="5863"/>
                        </a:cubicBezTo>
                        <a:cubicBezTo>
                          <a:pt x="38222" y="6661"/>
                          <a:pt x="36715" y="6528"/>
                          <a:pt x="35075" y="6395"/>
                        </a:cubicBezTo>
                        <a:cubicBezTo>
                          <a:pt x="30021" y="6041"/>
                          <a:pt x="24835" y="6794"/>
                          <a:pt x="19249" y="8213"/>
                        </a:cubicBezTo>
                        <a:cubicBezTo>
                          <a:pt x="17475" y="8612"/>
                          <a:pt x="12466" y="10917"/>
                          <a:pt x="8077" y="12690"/>
                        </a:cubicBezTo>
                        <a:cubicBezTo>
                          <a:pt x="3689" y="14464"/>
                          <a:pt x="-213" y="15661"/>
                          <a:pt x="9" y="13222"/>
                        </a:cubicBezTo>
                        <a:cubicBezTo>
                          <a:pt x="408" y="8302"/>
                          <a:pt x="13220" y="1652"/>
                          <a:pt x="18185" y="632"/>
                        </a:cubicBezTo>
                        <a:cubicBezTo>
                          <a:pt x="23017" y="-565"/>
                          <a:pt x="25632" y="322"/>
                          <a:pt x="29489" y="23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46" name="Graphique 2">
                  <a:extLst>
                    <a:ext uri="{FF2B5EF4-FFF2-40B4-BE49-F238E27FC236}">
                      <a16:creationId xmlns:a16="http://schemas.microsoft.com/office/drawing/2014/main" id="{37ADD274-2B61-4658-B558-9E2B6F0C0F94}"/>
                    </a:ext>
                  </a:extLst>
                </p:cNvPr>
                <p:cNvGrpSpPr/>
                <p:nvPr/>
              </p:nvGrpSpPr>
              <p:grpSpPr>
                <a:xfrm>
                  <a:off x="7701828" y="753017"/>
                  <a:ext cx="86306" cy="57291"/>
                  <a:chOff x="7701828" y="753017"/>
                  <a:chExt cx="86306" cy="57291"/>
                </a:xfrm>
                <a:solidFill>
                  <a:schemeClr val="accent1"/>
                </a:solidFill>
              </p:grpSpPr>
              <p:sp>
                <p:nvSpPr>
                  <p:cNvPr id="21773" name="Forme libre : forme 21772">
                    <a:extLst>
                      <a:ext uri="{FF2B5EF4-FFF2-40B4-BE49-F238E27FC236}">
                        <a16:creationId xmlns:a16="http://schemas.microsoft.com/office/drawing/2014/main" id="{40B1F00D-B013-439C-9288-795F39BEC34E}"/>
                      </a:ext>
                    </a:extLst>
                  </p:cNvPr>
                  <p:cNvSpPr/>
                  <p:nvPr/>
                </p:nvSpPr>
                <p:spPr>
                  <a:xfrm>
                    <a:off x="7701828" y="753017"/>
                    <a:ext cx="86306" cy="57291"/>
                  </a:xfrm>
                  <a:custGeom>
                    <a:avLst/>
                    <a:gdLst>
                      <a:gd name="connsiteX0" fmla="*/ 49888 w 86306"/>
                      <a:gd name="connsiteY0" fmla="*/ 49816 h 57291"/>
                      <a:gd name="connsiteX1" fmla="*/ 36988 w 86306"/>
                      <a:gd name="connsiteY1" fmla="*/ 41837 h 57291"/>
                      <a:gd name="connsiteX2" fmla="*/ 24797 w 86306"/>
                      <a:gd name="connsiteY2" fmla="*/ 34965 h 57291"/>
                      <a:gd name="connsiteX3" fmla="*/ 22891 w 86306"/>
                      <a:gd name="connsiteY3" fmla="*/ 33946 h 57291"/>
                      <a:gd name="connsiteX4" fmla="*/ 21428 w 86306"/>
                      <a:gd name="connsiteY4" fmla="*/ 33059 h 57291"/>
                      <a:gd name="connsiteX5" fmla="*/ 19389 w 86306"/>
                      <a:gd name="connsiteY5" fmla="*/ 31641 h 57291"/>
                      <a:gd name="connsiteX6" fmla="*/ 14823 w 86306"/>
                      <a:gd name="connsiteY6" fmla="*/ 28493 h 57291"/>
                      <a:gd name="connsiteX7" fmla="*/ 3297 w 86306"/>
                      <a:gd name="connsiteY7" fmla="*/ 21001 h 57291"/>
                      <a:gd name="connsiteX8" fmla="*/ 1258 w 86306"/>
                      <a:gd name="connsiteY8" fmla="*/ 11204 h 57291"/>
                      <a:gd name="connsiteX9" fmla="*/ 15931 w 86306"/>
                      <a:gd name="connsiteY9" fmla="*/ 1185 h 57291"/>
                      <a:gd name="connsiteX10" fmla="*/ 27457 w 86306"/>
                      <a:gd name="connsiteY10" fmla="*/ 121 h 57291"/>
                      <a:gd name="connsiteX11" fmla="*/ 34240 w 86306"/>
                      <a:gd name="connsiteY11" fmla="*/ 1363 h 57291"/>
                      <a:gd name="connsiteX12" fmla="*/ 40003 w 86306"/>
                      <a:gd name="connsiteY12" fmla="*/ 3313 h 57291"/>
                      <a:gd name="connsiteX13" fmla="*/ 55208 w 86306"/>
                      <a:gd name="connsiteY13" fmla="*/ 11160 h 57291"/>
                      <a:gd name="connsiteX14" fmla="*/ 68552 w 86306"/>
                      <a:gd name="connsiteY14" fmla="*/ 20159 h 57291"/>
                      <a:gd name="connsiteX15" fmla="*/ 86063 w 86306"/>
                      <a:gd name="connsiteY15" fmla="*/ 46890 h 57291"/>
                      <a:gd name="connsiteX16" fmla="*/ 85885 w 86306"/>
                      <a:gd name="connsiteY16" fmla="*/ 52299 h 57291"/>
                      <a:gd name="connsiteX17" fmla="*/ 82649 w 86306"/>
                      <a:gd name="connsiteY17" fmla="*/ 56111 h 57291"/>
                      <a:gd name="connsiteX18" fmla="*/ 49888 w 86306"/>
                      <a:gd name="connsiteY18" fmla="*/ 49816 h 57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6306" h="57291">
                        <a:moveTo>
                          <a:pt x="49888" y="49816"/>
                        </a:moveTo>
                        <a:cubicBezTo>
                          <a:pt x="46785" y="47910"/>
                          <a:pt x="41909" y="44896"/>
                          <a:pt x="36988" y="41837"/>
                        </a:cubicBezTo>
                        <a:cubicBezTo>
                          <a:pt x="32200" y="38911"/>
                          <a:pt x="27590" y="36384"/>
                          <a:pt x="24797" y="34965"/>
                        </a:cubicBezTo>
                        <a:cubicBezTo>
                          <a:pt x="24132" y="34611"/>
                          <a:pt x="23511" y="34301"/>
                          <a:pt x="22891" y="33946"/>
                        </a:cubicBezTo>
                        <a:cubicBezTo>
                          <a:pt x="22403" y="33636"/>
                          <a:pt x="21916" y="33370"/>
                          <a:pt x="21428" y="33059"/>
                        </a:cubicBezTo>
                        <a:cubicBezTo>
                          <a:pt x="20763" y="32616"/>
                          <a:pt x="20143" y="32084"/>
                          <a:pt x="19389" y="31641"/>
                        </a:cubicBezTo>
                        <a:cubicBezTo>
                          <a:pt x="18014" y="30621"/>
                          <a:pt x="16463" y="29601"/>
                          <a:pt x="14823" y="28493"/>
                        </a:cubicBezTo>
                        <a:cubicBezTo>
                          <a:pt x="11498" y="26321"/>
                          <a:pt x="7730" y="23617"/>
                          <a:pt x="3297" y="21001"/>
                        </a:cubicBezTo>
                        <a:cubicBezTo>
                          <a:pt x="238" y="19095"/>
                          <a:pt x="-1225" y="14219"/>
                          <a:pt x="1258" y="11204"/>
                        </a:cubicBezTo>
                        <a:cubicBezTo>
                          <a:pt x="4715" y="6815"/>
                          <a:pt x="9281" y="3136"/>
                          <a:pt x="15931" y="1185"/>
                        </a:cubicBezTo>
                        <a:cubicBezTo>
                          <a:pt x="19211" y="210"/>
                          <a:pt x="23113" y="-233"/>
                          <a:pt x="27457" y="121"/>
                        </a:cubicBezTo>
                        <a:cubicBezTo>
                          <a:pt x="29629" y="254"/>
                          <a:pt x="31934" y="831"/>
                          <a:pt x="34240" y="1363"/>
                        </a:cubicBezTo>
                        <a:cubicBezTo>
                          <a:pt x="36102" y="1939"/>
                          <a:pt x="38097" y="2515"/>
                          <a:pt x="40003" y="3313"/>
                        </a:cubicBezTo>
                        <a:cubicBezTo>
                          <a:pt x="44170" y="4953"/>
                          <a:pt x="49933" y="7924"/>
                          <a:pt x="55208" y="11160"/>
                        </a:cubicBezTo>
                        <a:cubicBezTo>
                          <a:pt x="60484" y="14396"/>
                          <a:pt x="65404" y="17809"/>
                          <a:pt x="68552" y="20159"/>
                        </a:cubicBezTo>
                        <a:cubicBezTo>
                          <a:pt x="80433" y="29025"/>
                          <a:pt x="83092" y="37182"/>
                          <a:pt x="86063" y="46890"/>
                        </a:cubicBezTo>
                        <a:cubicBezTo>
                          <a:pt x="86506" y="48531"/>
                          <a:pt x="86284" y="50437"/>
                          <a:pt x="85885" y="52299"/>
                        </a:cubicBezTo>
                        <a:cubicBezTo>
                          <a:pt x="85442" y="54116"/>
                          <a:pt x="84511" y="55712"/>
                          <a:pt x="82649" y="56111"/>
                        </a:cubicBezTo>
                        <a:cubicBezTo>
                          <a:pt x="72364" y="58771"/>
                          <a:pt x="61947" y="57042"/>
                          <a:pt x="49888" y="4981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74" name="Forme libre : forme 21773">
                    <a:extLst>
                      <a:ext uri="{FF2B5EF4-FFF2-40B4-BE49-F238E27FC236}">
                        <a16:creationId xmlns:a16="http://schemas.microsoft.com/office/drawing/2014/main" id="{18F28128-6ED3-4B13-88A3-CF2B243D833F}"/>
                      </a:ext>
                    </a:extLst>
                  </p:cNvPr>
                  <p:cNvSpPr/>
                  <p:nvPr/>
                </p:nvSpPr>
                <p:spPr>
                  <a:xfrm>
                    <a:off x="7702288" y="770427"/>
                    <a:ext cx="82322" cy="39675"/>
                  </a:xfrm>
                  <a:custGeom>
                    <a:avLst/>
                    <a:gdLst>
                      <a:gd name="connsiteX0" fmla="*/ 33736 w 82322"/>
                      <a:gd name="connsiteY0" fmla="*/ 8113 h 39675"/>
                      <a:gd name="connsiteX1" fmla="*/ 25136 w 82322"/>
                      <a:gd name="connsiteY1" fmla="*/ 4610 h 39675"/>
                      <a:gd name="connsiteX2" fmla="*/ 17023 w 82322"/>
                      <a:gd name="connsiteY2" fmla="*/ 2483 h 39675"/>
                      <a:gd name="connsiteX3" fmla="*/ 0 w 82322"/>
                      <a:gd name="connsiteY3" fmla="*/ 0 h 39675"/>
                      <a:gd name="connsiteX4" fmla="*/ 2793 w 82322"/>
                      <a:gd name="connsiteY4" fmla="*/ 3502 h 39675"/>
                      <a:gd name="connsiteX5" fmla="*/ 7182 w 82322"/>
                      <a:gd name="connsiteY5" fmla="*/ 6251 h 39675"/>
                      <a:gd name="connsiteX6" fmla="*/ 17644 w 82322"/>
                      <a:gd name="connsiteY6" fmla="*/ 13211 h 39675"/>
                      <a:gd name="connsiteX7" fmla="*/ 20348 w 82322"/>
                      <a:gd name="connsiteY7" fmla="*/ 15161 h 39675"/>
                      <a:gd name="connsiteX8" fmla="*/ 21900 w 82322"/>
                      <a:gd name="connsiteY8" fmla="*/ 16136 h 39675"/>
                      <a:gd name="connsiteX9" fmla="*/ 24338 w 82322"/>
                      <a:gd name="connsiteY9" fmla="*/ 17466 h 39675"/>
                      <a:gd name="connsiteX10" fmla="*/ 28106 w 82322"/>
                      <a:gd name="connsiteY10" fmla="*/ 19506 h 39675"/>
                      <a:gd name="connsiteX11" fmla="*/ 47434 w 82322"/>
                      <a:gd name="connsiteY11" fmla="*/ 31120 h 39675"/>
                      <a:gd name="connsiteX12" fmla="*/ 49429 w 82322"/>
                      <a:gd name="connsiteY12" fmla="*/ 32317 h 39675"/>
                      <a:gd name="connsiteX13" fmla="*/ 61709 w 82322"/>
                      <a:gd name="connsiteY13" fmla="*/ 37947 h 39675"/>
                      <a:gd name="connsiteX14" fmla="*/ 77224 w 82322"/>
                      <a:gd name="connsiteY14" fmla="*/ 39455 h 39675"/>
                      <a:gd name="connsiteX15" fmla="*/ 82145 w 82322"/>
                      <a:gd name="connsiteY15" fmla="*/ 38524 h 39675"/>
                      <a:gd name="connsiteX16" fmla="*/ 82322 w 82322"/>
                      <a:gd name="connsiteY16" fmla="*/ 38435 h 39675"/>
                      <a:gd name="connsiteX17" fmla="*/ 57852 w 82322"/>
                      <a:gd name="connsiteY17" fmla="*/ 22165 h 39675"/>
                      <a:gd name="connsiteX18" fmla="*/ 33736 w 82322"/>
                      <a:gd name="connsiteY18" fmla="*/ 8113 h 39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2322" h="39675">
                        <a:moveTo>
                          <a:pt x="33736" y="8113"/>
                        </a:moveTo>
                        <a:cubicBezTo>
                          <a:pt x="30899" y="6871"/>
                          <a:pt x="27928" y="5674"/>
                          <a:pt x="25136" y="4610"/>
                        </a:cubicBezTo>
                        <a:cubicBezTo>
                          <a:pt x="22520" y="3679"/>
                          <a:pt x="19816" y="3015"/>
                          <a:pt x="17023" y="2483"/>
                        </a:cubicBezTo>
                        <a:cubicBezTo>
                          <a:pt x="11437" y="1419"/>
                          <a:pt x="5585" y="1153"/>
                          <a:pt x="0" y="0"/>
                        </a:cubicBezTo>
                        <a:cubicBezTo>
                          <a:pt x="532" y="1419"/>
                          <a:pt x="1507" y="2704"/>
                          <a:pt x="2793" y="3502"/>
                        </a:cubicBezTo>
                        <a:cubicBezTo>
                          <a:pt x="4344" y="4477"/>
                          <a:pt x="5807" y="5275"/>
                          <a:pt x="7182" y="6251"/>
                        </a:cubicBezTo>
                        <a:cubicBezTo>
                          <a:pt x="11171" y="8733"/>
                          <a:pt x="14674" y="11171"/>
                          <a:pt x="17644" y="13211"/>
                        </a:cubicBezTo>
                        <a:cubicBezTo>
                          <a:pt x="18619" y="13920"/>
                          <a:pt x="19505" y="14496"/>
                          <a:pt x="20348" y="15161"/>
                        </a:cubicBezTo>
                        <a:cubicBezTo>
                          <a:pt x="20880" y="15560"/>
                          <a:pt x="21013" y="15605"/>
                          <a:pt x="21900" y="16136"/>
                        </a:cubicBezTo>
                        <a:cubicBezTo>
                          <a:pt x="22697" y="16580"/>
                          <a:pt x="23495" y="17023"/>
                          <a:pt x="24338" y="17466"/>
                        </a:cubicBezTo>
                        <a:cubicBezTo>
                          <a:pt x="25402" y="18043"/>
                          <a:pt x="26687" y="18752"/>
                          <a:pt x="28106" y="19506"/>
                        </a:cubicBezTo>
                        <a:cubicBezTo>
                          <a:pt x="33736" y="22476"/>
                          <a:pt x="41937" y="27707"/>
                          <a:pt x="47434" y="31120"/>
                        </a:cubicBezTo>
                        <a:cubicBezTo>
                          <a:pt x="48143" y="31564"/>
                          <a:pt x="48808" y="31963"/>
                          <a:pt x="49429" y="32317"/>
                        </a:cubicBezTo>
                        <a:cubicBezTo>
                          <a:pt x="53729" y="34844"/>
                          <a:pt x="57763" y="36750"/>
                          <a:pt x="61709" y="37947"/>
                        </a:cubicBezTo>
                        <a:cubicBezTo>
                          <a:pt x="67117" y="39588"/>
                          <a:pt x="72259" y="39987"/>
                          <a:pt x="77224" y="39455"/>
                        </a:cubicBezTo>
                        <a:cubicBezTo>
                          <a:pt x="78909" y="39233"/>
                          <a:pt x="80328" y="38878"/>
                          <a:pt x="82145" y="38524"/>
                        </a:cubicBezTo>
                        <a:lnTo>
                          <a:pt x="82322" y="38435"/>
                        </a:lnTo>
                        <a:cubicBezTo>
                          <a:pt x="73368" y="33381"/>
                          <a:pt x="65831" y="27574"/>
                          <a:pt x="57852" y="22165"/>
                        </a:cubicBezTo>
                        <a:cubicBezTo>
                          <a:pt x="49961" y="16801"/>
                          <a:pt x="41937" y="11659"/>
                          <a:pt x="33736" y="811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75" name="Forme libre : forme 21774">
                    <a:extLst>
                      <a:ext uri="{FF2B5EF4-FFF2-40B4-BE49-F238E27FC236}">
                        <a16:creationId xmlns:a16="http://schemas.microsoft.com/office/drawing/2014/main" id="{C3CB6232-579F-4D95-ADBA-6126B0ED9CF5}"/>
                      </a:ext>
                    </a:extLst>
                  </p:cNvPr>
                  <p:cNvSpPr/>
                  <p:nvPr/>
                </p:nvSpPr>
                <p:spPr>
                  <a:xfrm>
                    <a:off x="7734228" y="771009"/>
                    <a:ext cx="37918" cy="26389"/>
                  </a:xfrm>
                  <a:custGeom>
                    <a:avLst/>
                    <a:gdLst>
                      <a:gd name="connsiteX0" fmla="*/ 37615 w 37918"/>
                      <a:gd name="connsiteY0" fmla="*/ 25396 h 26389"/>
                      <a:gd name="connsiteX1" fmla="*/ 15360 w 37918"/>
                      <a:gd name="connsiteY1" fmla="*/ 17328 h 26389"/>
                      <a:gd name="connsiteX2" fmla="*/ 5342 w 37918"/>
                      <a:gd name="connsiteY2" fmla="*/ 9925 h 26389"/>
                      <a:gd name="connsiteX3" fmla="*/ 199 w 37918"/>
                      <a:gd name="connsiteY3" fmla="*/ 1679 h 26389"/>
                      <a:gd name="connsiteX4" fmla="*/ 9952 w 37918"/>
                      <a:gd name="connsiteY4" fmla="*/ 1413 h 26389"/>
                      <a:gd name="connsiteX5" fmla="*/ 21478 w 37918"/>
                      <a:gd name="connsiteY5" fmla="*/ 7575 h 26389"/>
                      <a:gd name="connsiteX6" fmla="*/ 37615 w 37918"/>
                      <a:gd name="connsiteY6" fmla="*/ 25396 h 26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918" h="26389">
                        <a:moveTo>
                          <a:pt x="37615" y="25396"/>
                        </a:moveTo>
                        <a:cubicBezTo>
                          <a:pt x="35088" y="29386"/>
                          <a:pt x="20148" y="20254"/>
                          <a:pt x="15360" y="17328"/>
                        </a:cubicBezTo>
                        <a:cubicBezTo>
                          <a:pt x="12922" y="15777"/>
                          <a:pt x="8755" y="12851"/>
                          <a:pt x="5342" y="9925"/>
                        </a:cubicBezTo>
                        <a:cubicBezTo>
                          <a:pt x="1972" y="6955"/>
                          <a:pt x="-776" y="4073"/>
                          <a:pt x="199" y="1679"/>
                        </a:cubicBezTo>
                        <a:cubicBezTo>
                          <a:pt x="1174" y="-714"/>
                          <a:pt x="5430" y="-315"/>
                          <a:pt x="9952" y="1413"/>
                        </a:cubicBezTo>
                        <a:cubicBezTo>
                          <a:pt x="14474" y="3098"/>
                          <a:pt x="19173" y="5980"/>
                          <a:pt x="21478" y="7575"/>
                        </a:cubicBezTo>
                        <a:cubicBezTo>
                          <a:pt x="26221" y="10723"/>
                          <a:pt x="40141" y="21451"/>
                          <a:pt x="37615" y="2539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76" name="Forme libre : forme 21775">
                    <a:extLst>
                      <a:ext uri="{FF2B5EF4-FFF2-40B4-BE49-F238E27FC236}">
                        <a16:creationId xmlns:a16="http://schemas.microsoft.com/office/drawing/2014/main" id="{23C18417-362C-4212-AB5F-2E390AABCA30}"/>
                      </a:ext>
                    </a:extLst>
                  </p:cNvPr>
                  <p:cNvSpPr/>
                  <p:nvPr/>
                </p:nvSpPr>
                <p:spPr>
                  <a:xfrm>
                    <a:off x="7734236" y="770980"/>
                    <a:ext cx="23731" cy="22011"/>
                  </a:xfrm>
                  <a:custGeom>
                    <a:avLst/>
                    <a:gdLst>
                      <a:gd name="connsiteX0" fmla="*/ 10742 w 23731"/>
                      <a:gd name="connsiteY0" fmla="*/ 1885 h 22011"/>
                      <a:gd name="connsiteX1" fmla="*/ 14 w 23731"/>
                      <a:gd name="connsiteY1" fmla="*/ 1619 h 22011"/>
                      <a:gd name="connsiteX2" fmla="*/ 15574 w 23731"/>
                      <a:gd name="connsiteY2" fmla="*/ 17490 h 22011"/>
                      <a:gd name="connsiteX3" fmla="*/ 23731 w 23731"/>
                      <a:gd name="connsiteY3" fmla="*/ 22012 h 22011"/>
                      <a:gd name="connsiteX4" fmla="*/ 19786 w 23731"/>
                      <a:gd name="connsiteY4" fmla="*/ 18953 h 22011"/>
                      <a:gd name="connsiteX5" fmla="*/ 10742 w 23731"/>
                      <a:gd name="connsiteY5" fmla="*/ 1885 h 22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731" h="22011">
                        <a:moveTo>
                          <a:pt x="10742" y="1885"/>
                        </a:moveTo>
                        <a:cubicBezTo>
                          <a:pt x="7861" y="1132"/>
                          <a:pt x="325" y="-1794"/>
                          <a:pt x="14" y="1619"/>
                        </a:cubicBezTo>
                        <a:cubicBezTo>
                          <a:pt x="-429" y="6806"/>
                          <a:pt x="9590" y="13367"/>
                          <a:pt x="15574" y="17490"/>
                        </a:cubicBezTo>
                        <a:cubicBezTo>
                          <a:pt x="17348" y="18643"/>
                          <a:pt x="21515" y="20992"/>
                          <a:pt x="23731" y="22012"/>
                        </a:cubicBezTo>
                        <a:cubicBezTo>
                          <a:pt x="22623" y="21214"/>
                          <a:pt x="20673" y="19884"/>
                          <a:pt x="19786" y="18953"/>
                        </a:cubicBezTo>
                        <a:cubicBezTo>
                          <a:pt x="14599" y="13500"/>
                          <a:pt x="8482" y="6984"/>
                          <a:pt x="10742" y="188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77" name="Forme libre : forme 21776">
                    <a:extLst>
                      <a:ext uri="{FF2B5EF4-FFF2-40B4-BE49-F238E27FC236}">
                        <a16:creationId xmlns:a16="http://schemas.microsoft.com/office/drawing/2014/main" id="{1FED3247-935E-4979-832A-A8E007337A85}"/>
                      </a:ext>
                    </a:extLst>
                  </p:cNvPr>
                  <p:cNvSpPr/>
                  <p:nvPr/>
                </p:nvSpPr>
                <p:spPr>
                  <a:xfrm>
                    <a:off x="7735751" y="773194"/>
                    <a:ext cx="37991" cy="26285"/>
                  </a:xfrm>
                  <a:custGeom>
                    <a:avLst/>
                    <a:gdLst>
                      <a:gd name="connsiteX0" fmla="*/ 37422 w 37991"/>
                      <a:gd name="connsiteY0" fmla="*/ 25561 h 26285"/>
                      <a:gd name="connsiteX1" fmla="*/ 14769 w 37991"/>
                      <a:gd name="connsiteY1" fmla="*/ 17449 h 26285"/>
                      <a:gd name="connsiteX2" fmla="*/ 4927 w 37991"/>
                      <a:gd name="connsiteY2" fmla="*/ 10045 h 26285"/>
                      <a:gd name="connsiteX3" fmla="*/ 184 w 37991"/>
                      <a:gd name="connsiteY3" fmla="*/ 1667 h 26285"/>
                      <a:gd name="connsiteX4" fmla="*/ 9804 w 37991"/>
                      <a:gd name="connsiteY4" fmla="*/ 1534 h 26285"/>
                      <a:gd name="connsiteX5" fmla="*/ 21108 w 37991"/>
                      <a:gd name="connsiteY5" fmla="*/ 7740 h 26285"/>
                      <a:gd name="connsiteX6" fmla="*/ 37422 w 37991"/>
                      <a:gd name="connsiteY6" fmla="*/ 25561 h 26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991" h="26285">
                        <a:moveTo>
                          <a:pt x="37422" y="25561"/>
                        </a:moveTo>
                        <a:cubicBezTo>
                          <a:pt x="33609" y="28753"/>
                          <a:pt x="20000" y="20552"/>
                          <a:pt x="14769" y="17449"/>
                        </a:cubicBezTo>
                        <a:cubicBezTo>
                          <a:pt x="12109" y="15853"/>
                          <a:pt x="8119" y="12927"/>
                          <a:pt x="4927" y="10045"/>
                        </a:cubicBezTo>
                        <a:cubicBezTo>
                          <a:pt x="1736" y="7119"/>
                          <a:pt x="-703" y="4149"/>
                          <a:pt x="184" y="1667"/>
                        </a:cubicBezTo>
                        <a:cubicBezTo>
                          <a:pt x="1026" y="-816"/>
                          <a:pt x="5282" y="-240"/>
                          <a:pt x="9804" y="1534"/>
                        </a:cubicBezTo>
                        <a:cubicBezTo>
                          <a:pt x="14326" y="3307"/>
                          <a:pt x="18936" y="6321"/>
                          <a:pt x="21108" y="7740"/>
                        </a:cubicBezTo>
                        <a:cubicBezTo>
                          <a:pt x="25541" y="10622"/>
                          <a:pt x="41146" y="22458"/>
                          <a:pt x="37422" y="2556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78" name="Forme libre : forme 21777">
                    <a:extLst>
                      <a:ext uri="{FF2B5EF4-FFF2-40B4-BE49-F238E27FC236}">
                        <a16:creationId xmlns:a16="http://schemas.microsoft.com/office/drawing/2014/main" id="{7D2ECC44-DA5E-471A-B97A-58C49F5A7BD8}"/>
                      </a:ext>
                    </a:extLst>
                  </p:cNvPr>
                  <p:cNvSpPr/>
                  <p:nvPr/>
                </p:nvSpPr>
                <p:spPr>
                  <a:xfrm>
                    <a:off x="7714304" y="760213"/>
                    <a:ext cx="45874" cy="37453"/>
                  </a:xfrm>
                  <a:custGeom>
                    <a:avLst/>
                    <a:gdLst>
                      <a:gd name="connsiteX0" fmla="*/ 440 w 45874"/>
                      <a:gd name="connsiteY0" fmla="*/ 8663 h 37453"/>
                      <a:gd name="connsiteX1" fmla="*/ 5494 w 45874"/>
                      <a:gd name="connsiteY1" fmla="*/ 14426 h 37453"/>
                      <a:gd name="connsiteX2" fmla="*/ 11213 w 45874"/>
                      <a:gd name="connsiteY2" fmla="*/ 20366 h 37453"/>
                      <a:gd name="connsiteX3" fmla="*/ 18527 w 45874"/>
                      <a:gd name="connsiteY3" fmla="*/ 26927 h 37453"/>
                      <a:gd name="connsiteX4" fmla="*/ 36082 w 45874"/>
                      <a:gd name="connsiteY4" fmla="*/ 36370 h 37453"/>
                      <a:gd name="connsiteX5" fmla="*/ 45835 w 45874"/>
                      <a:gd name="connsiteY5" fmla="*/ 35262 h 37453"/>
                      <a:gd name="connsiteX6" fmla="*/ 41712 w 45874"/>
                      <a:gd name="connsiteY6" fmla="*/ 29188 h 37453"/>
                      <a:gd name="connsiteX7" fmla="*/ 29211 w 45874"/>
                      <a:gd name="connsiteY7" fmla="*/ 13672 h 37453"/>
                      <a:gd name="connsiteX8" fmla="*/ 23315 w 45874"/>
                      <a:gd name="connsiteY8" fmla="*/ 5781 h 37453"/>
                      <a:gd name="connsiteX9" fmla="*/ 18971 w 45874"/>
                      <a:gd name="connsiteY9" fmla="*/ 2324 h 37453"/>
                      <a:gd name="connsiteX10" fmla="*/ 12365 w 45874"/>
                      <a:gd name="connsiteY10" fmla="*/ 151 h 37453"/>
                      <a:gd name="connsiteX11" fmla="*/ 2169 w 45874"/>
                      <a:gd name="connsiteY11" fmla="*/ 2678 h 37453"/>
                      <a:gd name="connsiteX12" fmla="*/ 440 w 45874"/>
                      <a:gd name="connsiteY12" fmla="*/ 8663 h 37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5874" h="37453">
                        <a:moveTo>
                          <a:pt x="440" y="8663"/>
                        </a:moveTo>
                        <a:cubicBezTo>
                          <a:pt x="1726" y="11589"/>
                          <a:pt x="2834" y="12342"/>
                          <a:pt x="5494" y="14426"/>
                        </a:cubicBezTo>
                        <a:cubicBezTo>
                          <a:pt x="7976" y="16288"/>
                          <a:pt x="9661" y="18504"/>
                          <a:pt x="11213" y="20366"/>
                        </a:cubicBezTo>
                        <a:cubicBezTo>
                          <a:pt x="13074" y="22494"/>
                          <a:pt x="15468" y="24578"/>
                          <a:pt x="18527" y="26927"/>
                        </a:cubicBezTo>
                        <a:cubicBezTo>
                          <a:pt x="23670" y="30740"/>
                          <a:pt x="30275" y="34508"/>
                          <a:pt x="36082" y="36370"/>
                        </a:cubicBezTo>
                        <a:cubicBezTo>
                          <a:pt x="40382" y="37744"/>
                          <a:pt x="45170" y="38232"/>
                          <a:pt x="45835" y="35262"/>
                        </a:cubicBezTo>
                        <a:cubicBezTo>
                          <a:pt x="46234" y="33400"/>
                          <a:pt x="43485" y="31360"/>
                          <a:pt x="41712" y="29188"/>
                        </a:cubicBezTo>
                        <a:cubicBezTo>
                          <a:pt x="37456" y="24046"/>
                          <a:pt x="33156" y="19524"/>
                          <a:pt x="29211" y="13672"/>
                        </a:cubicBezTo>
                        <a:cubicBezTo>
                          <a:pt x="27526" y="11190"/>
                          <a:pt x="25797" y="8308"/>
                          <a:pt x="23315" y="5781"/>
                        </a:cubicBezTo>
                        <a:cubicBezTo>
                          <a:pt x="22118" y="4496"/>
                          <a:pt x="20611" y="3343"/>
                          <a:pt x="18971" y="2324"/>
                        </a:cubicBezTo>
                        <a:cubicBezTo>
                          <a:pt x="17108" y="1393"/>
                          <a:pt x="14848" y="373"/>
                          <a:pt x="12365" y="151"/>
                        </a:cubicBezTo>
                        <a:cubicBezTo>
                          <a:pt x="7888" y="-469"/>
                          <a:pt x="4208" y="905"/>
                          <a:pt x="2169" y="2678"/>
                        </a:cubicBezTo>
                        <a:cubicBezTo>
                          <a:pt x="41" y="4407"/>
                          <a:pt x="-491" y="6757"/>
                          <a:pt x="440" y="866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79" name="Forme libre : forme 21778">
                    <a:extLst>
                      <a:ext uri="{FF2B5EF4-FFF2-40B4-BE49-F238E27FC236}">
                        <a16:creationId xmlns:a16="http://schemas.microsoft.com/office/drawing/2014/main" id="{C098A98C-4500-4CFA-AE38-D70110E931BC}"/>
                      </a:ext>
                    </a:extLst>
                  </p:cNvPr>
                  <p:cNvSpPr/>
                  <p:nvPr/>
                </p:nvSpPr>
                <p:spPr>
                  <a:xfrm>
                    <a:off x="7726268" y="763928"/>
                    <a:ext cx="19416" cy="6578"/>
                  </a:xfrm>
                  <a:custGeom>
                    <a:avLst/>
                    <a:gdLst>
                      <a:gd name="connsiteX0" fmla="*/ 2308 w 19416"/>
                      <a:gd name="connsiteY0" fmla="*/ 71 h 6578"/>
                      <a:gd name="connsiteX1" fmla="*/ 135 w 19416"/>
                      <a:gd name="connsiteY1" fmla="*/ 736 h 6578"/>
                      <a:gd name="connsiteX2" fmla="*/ 1332 w 19416"/>
                      <a:gd name="connsiteY2" fmla="*/ 2154 h 6578"/>
                      <a:gd name="connsiteX3" fmla="*/ 4790 w 19416"/>
                      <a:gd name="connsiteY3" fmla="*/ 3307 h 6578"/>
                      <a:gd name="connsiteX4" fmla="*/ 12903 w 19416"/>
                      <a:gd name="connsiteY4" fmla="*/ 5834 h 6578"/>
                      <a:gd name="connsiteX5" fmla="*/ 15917 w 19416"/>
                      <a:gd name="connsiteY5" fmla="*/ 6543 h 6578"/>
                      <a:gd name="connsiteX6" fmla="*/ 16050 w 19416"/>
                      <a:gd name="connsiteY6" fmla="*/ 2199 h 6578"/>
                      <a:gd name="connsiteX7" fmla="*/ 2308 w 19416"/>
                      <a:gd name="connsiteY7" fmla="*/ 71 h 6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416" h="6578">
                        <a:moveTo>
                          <a:pt x="2308" y="71"/>
                        </a:moveTo>
                        <a:cubicBezTo>
                          <a:pt x="1288" y="115"/>
                          <a:pt x="534" y="248"/>
                          <a:pt x="135" y="736"/>
                        </a:cubicBezTo>
                        <a:cubicBezTo>
                          <a:pt x="-308" y="1223"/>
                          <a:pt x="401" y="1711"/>
                          <a:pt x="1332" y="2154"/>
                        </a:cubicBezTo>
                        <a:cubicBezTo>
                          <a:pt x="2219" y="2642"/>
                          <a:pt x="3638" y="3041"/>
                          <a:pt x="4790" y="3307"/>
                        </a:cubicBezTo>
                        <a:cubicBezTo>
                          <a:pt x="7494" y="4149"/>
                          <a:pt x="10332" y="5080"/>
                          <a:pt x="12903" y="5834"/>
                        </a:cubicBezTo>
                        <a:cubicBezTo>
                          <a:pt x="13967" y="6144"/>
                          <a:pt x="14942" y="6499"/>
                          <a:pt x="15917" y="6543"/>
                        </a:cubicBezTo>
                        <a:cubicBezTo>
                          <a:pt x="19818" y="6898"/>
                          <a:pt x="21237" y="4548"/>
                          <a:pt x="16050" y="2199"/>
                        </a:cubicBezTo>
                        <a:cubicBezTo>
                          <a:pt x="11927" y="470"/>
                          <a:pt x="6785" y="-239"/>
                          <a:pt x="2308" y="7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80" name="Forme libre : forme 21779">
                    <a:extLst>
                      <a:ext uri="{FF2B5EF4-FFF2-40B4-BE49-F238E27FC236}">
                        <a16:creationId xmlns:a16="http://schemas.microsoft.com/office/drawing/2014/main" id="{BD206B53-97D9-4A04-AF0D-0BC6E50CAAA7}"/>
                      </a:ext>
                    </a:extLst>
                  </p:cNvPr>
                  <p:cNvSpPr/>
                  <p:nvPr/>
                </p:nvSpPr>
                <p:spPr>
                  <a:xfrm>
                    <a:off x="7753091" y="802833"/>
                    <a:ext cx="30721" cy="5769"/>
                  </a:xfrm>
                  <a:custGeom>
                    <a:avLst/>
                    <a:gdLst>
                      <a:gd name="connsiteX0" fmla="*/ 30721 w 30721"/>
                      <a:gd name="connsiteY0" fmla="*/ 4389 h 5769"/>
                      <a:gd name="connsiteX1" fmla="*/ 16003 w 30721"/>
                      <a:gd name="connsiteY1" fmla="*/ 4788 h 5769"/>
                      <a:gd name="connsiteX2" fmla="*/ 0 w 30721"/>
                      <a:gd name="connsiteY2" fmla="*/ 0 h 5769"/>
                      <a:gd name="connsiteX3" fmla="*/ 30721 w 30721"/>
                      <a:gd name="connsiteY3" fmla="*/ 4389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721" h="5769">
                        <a:moveTo>
                          <a:pt x="30721" y="4389"/>
                        </a:moveTo>
                        <a:cubicBezTo>
                          <a:pt x="27352" y="6295"/>
                          <a:pt x="21722" y="6029"/>
                          <a:pt x="16003" y="4788"/>
                        </a:cubicBezTo>
                        <a:cubicBezTo>
                          <a:pt x="10240" y="3546"/>
                          <a:pt x="4389" y="1507"/>
                          <a:pt x="0" y="0"/>
                        </a:cubicBezTo>
                        <a:cubicBezTo>
                          <a:pt x="9487" y="3236"/>
                          <a:pt x="21811" y="5142"/>
                          <a:pt x="30721" y="43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81" name="Forme libre : forme 21780">
                    <a:extLst>
                      <a:ext uri="{FF2B5EF4-FFF2-40B4-BE49-F238E27FC236}">
                        <a16:creationId xmlns:a16="http://schemas.microsoft.com/office/drawing/2014/main" id="{525E1AB3-ABB1-45DF-A7E8-42AF8319594A}"/>
                      </a:ext>
                    </a:extLst>
                  </p:cNvPr>
                  <p:cNvSpPr/>
                  <p:nvPr/>
                </p:nvSpPr>
                <p:spPr>
                  <a:xfrm>
                    <a:off x="7703883" y="754679"/>
                    <a:ext cx="38612" cy="10206"/>
                  </a:xfrm>
                  <a:custGeom>
                    <a:avLst/>
                    <a:gdLst>
                      <a:gd name="connsiteX0" fmla="*/ 38612 w 38612"/>
                      <a:gd name="connsiteY0" fmla="*/ 3158 h 10206"/>
                      <a:gd name="connsiteX1" fmla="*/ 27441 w 38612"/>
                      <a:gd name="connsiteY1" fmla="*/ 232 h 10206"/>
                      <a:gd name="connsiteX2" fmla="*/ 15693 w 38612"/>
                      <a:gd name="connsiteY2" fmla="*/ 942 h 10206"/>
                      <a:gd name="connsiteX3" fmla="*/ 0 w 38612"/>
                      <a:gd name="connsiteY3" fmla="*/ 10207 h 10206"/>
                      <a:gd name="connsiteX4" fmla="*/ 16181 w 38612"/>
                      <a:gd name="connsiteY4" fmla="*/ 1518 h 10206"/>
                      <a:gd name="connsiteX5" fmla="*/ 28194 w 38612"/>
                      <a:gd name="connsiteY5" fmla="*/ 1074 h 10206"/>
                      <a:gd name="connsiteX6" fmla="*/ 31298 w 38612"/>
                      <a:gd name="connsiteY6" fmla="*/ 1518 h 10206"/>
                      <a:gd name="connsiteX7" fmla="*/ 33825 w 38612"/>
                      <a:gd name="connsiteY7" fmla="*/ 2005 h 10206"/>
                      <a:gd name="connsiteX8" fmla="*/ 38612 w 38612"/>
                      <a:gd name="connsiteY8" fmla="*/ 3158 h 10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612" h="10206">
                        <a:moveTo>
                          <a:pt x="38612" y="3158"/>
                        </a:moveTo>
                        <a:cubicBezTo>
                          <a:pt x="35199" y="1784"/>
                          <a:pt x="32007" y="897"/>
                          <a:pt x="27441" y="232"/>
                        </a:cubicBezTo>
                        <a:cubicBezTo>
                          <a:pt x="23185" y="-300"/>
                          <a:pt x="19239" y="144"/>
                          <a:pt x="15693" y="942"/>
                        </a:cubicBezTo>
                        <a:cubicBezTo>
                          <a:pt x="8645" y="2759"/>
                          <a:pt x="3591" y="6483"/>
                          <a:pt x="0" y="10207"/>
                        </a:cubicBezTo>
                        <a:cubicBezTo>
                          <a:pt x="3147" y="6616"/>
                          <a:pt x="8733" y="3025"/>
                          <a:pt x="16181" y="1518"/>
                        </a:cubicBezTo>
                        <a:cubicBezTo>
                          <a:pt x="19905" y="809"/>
                          <a:pt x="24027" y="498"/>
                          <a:pt x="28194" y="1074"/>
                        </a:cubicBezTo>
                        <a:cubicBezTo>
                          <a:pt x="29258" y="1207"/>
                          <a:pt x="30278" y="1385"/>
                          <a:pt x="31298" y="1518"/>
                        </a:cubicBezTo>
                        <a:cubicBezTo>
                          <a:pt x="32140" y="1695"/>
                          <a:pt x="32982" y="1828"/>
                          <a:pt x="33825" y="2005"/>
                        </a:cubicBezTo>
                        <a:cubicBezTo>
                          <a:pt x="35553" y="2360"/>
                          <a:pt x="37105" y="2759"/>
                          <a:pt x="38612" y="31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82" name="Forme libre : forme 21781">
                    <a:extLst>
                      <a:ext uri="{FF2B5EF4-FFF2-40B4-BE49-F238E27FC236}">
                        <a16:creationId xmlns:a16="http://schemas.microsoft.com/office/drawing/2014/main" id="{5A7EBF8F-E919-414F-BEA6-243814987A02}"/>
                      </a:ext>
                    </a:extLst>
                  </p:cNvPr>
                  <p:cNvSpPr/>
                  <p:nvPr/>
                </p:nvSpPr>
                <p:spPr>
                  <a:xfrm>
                    <a:off x="7751419" y="778570"/>
                    <a:ext cx="13296" cy="10953"/>
                  </a:xfrm>
                  <a:custGeom>
                    <a:avLst/>
                    <a:gdLst>
                      <a:gd name="connsiteX0" fmla="*/ 12888 w 13296"/>
                      <a:gd name="connsiteY0" fmla="*/ 10875 h 10953"/>
                      <a:gd name="connsiteX1" fmla="*/ 4465 w 13296"/>
                      <a:gd name="connsiteY1" fmla="*/ 5999 h 10953"/>
                      <a:gd name="connsiteX2" fmla="*/ 475 w 13296"/>
                      <a:gd name="connsiteY2" fmla="*/ 103 h 10953"/>
                      <a:gd name="connsiteX3" fmla="*/ 8543 w 13296"/>
                      <a:gd name="connsiteY3" fmla="*/ 4624 h 10953"/>
                      <a:gd name="connsiteX4" fmla="*/ 12888 w 13296"/>
                      <a:gd name="connsiteY4" fmla="*/ 10875 h 10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6" h="10953">
                        <a:moveTo>
                          <a:pt x="12888" y="10875"/>
                        </a:moveTo>
                        <a:cubicBezTo>
                          <a:pt x="11070" y="11584"/>
                          <a:pt x="6061" y="7284"/>
                          <a:pt x="4465" y="5999"/>
                        </a:cubicBezTo>
                        <a:cubicBezTo>
                          <a:pt x="2913" y="4669"/>
                          <a:pt x="-1431" y="901"/>
                          <a:pt x="475" y="103"/>
                        </a:cubicBezTo>
                        <a:cubicBezTo>
                          <a:pt x="2425" y="-695"/>
                          <a:pt x="7080" y="3383"/>
                          <a:pt x="8543" y="4624"/>
                        </a:cubicBezTo>
                        <a:cubicBezTo>
                          <a:pt x="9962" y="5910"/>
                          <a:pt x="14705" y="10121"/>
                          <a:pt x="12888" y="1087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83" name="Forme libre : forme 21782">
                    <a:extLst>
                      <a:ext uri="{FF2B5EF4-FFF2-40B4-BE49-F238E27FC236}">
                        <a16:creationId xmlns:a16="http://schemas.microsoft.com/office/drawing/2014/main" id="{C0601318-A06F-4C2C-B563-7798343BC1B9}"/>
                      </a:ext>
                    </a:extLst>
                  </p:cNvPr>
                  <p:cNvSpPr/>
                  <p:nvPr/>
                </p:nvSpPr>
                <p:spPr>
                  <a:xfrm>
                    <a:off x="7762762" y="787650"/>
                    <a:ext cx="3918" cy="3138"/>
                  </a:xfrm>
                  <a:custGeom>
                    <a:avLst/>
                    <a:gdLst>
                      <a:gd name="connsiteX0" fmla="*/ 3894 w 3918"/>
                      <a:gd name="connsiteY0" fmla="*/ 2903 h 3138"/>
                      <a:gd name="connsiteX1" fmla="*/ 1677 w 3918"/>
                      <a:gd name="connsiteY1" fmla="*/ 2327 h 3138"/>
                      <a:gd name="connsiteX2" fmla="*/ 37 w 3918"/>
                      <a:gd name="connsiteY2" fmla="*/ 244 h 3138"/>
                      <a:gd name="connsiteX3" fmla="*/ 2209 w 3918"/>
                      <a:gd name="connsiteY3" fmla="*/ 776 h 3138"/>
                      <a:gd name="connsiteX4" fmla="*/ 3894 w 3918"/>
                      <a:gd name="connsiteY4" fmla="*/ 2903 h 3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8" h="3138">
                        <a:moveTo>
                          <a:pt x="3894" y="2903"/>
                        </a:moveTo>
                        <a:cubicBezTo>
                          <a:pt x="3672" y="3524"/>
                          <a:pt x="2342" y="2770"/>
                          <a:pt x="1677" y="2327"/>
                        </a:cubicBezTo>
                        <a:cubicBezTo>
                          <a:pt x="1012" y="1884"/>
                          <a:pt x="-229" y="864"/>
                          <a:pt x="37" y="244"/>
                        </a:cubicBezTo>
                        <a:cubicBezTo>
                          <a:pt x="303" y="-377"/>
                          <a:pt x="1544" y="332"/>
                          <a:pt x="2209" y="776"/>
                        </a:cubicBezTo>
                        <a:cubicBezTo>
                          <a:pt x="2830" y="1219"/>
                          <a:pt x="4115" y="2283"/>
                          <a:pt x="3894" y="29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84" name="Forme libre : forme 21783">
                    <a:extLst>
                      <a:ext uri="{FF2B5EF4-FFF2-40B4-BE49-F238E27FC236}">
                        <a16:creationId xmlns:a16="http://schemas.microsoft.com/office/drawing/2014/main" id="{C6E17938-FDB6-4676-BB03-57C8BA02A608}"/>
                      </a:ext>
                    </a:extLst>
                  </p:cNvPr>
                  <p:cNvSpPr/>
                  <p:nvPr/>
                </p:nvSpPr>
                <p:spPr>
                  <a:xfrm>
                    <a:off x="7756354" y="770174"/>
                    <a:ext cx="27733" cy="33766"/>
                  </a:xfrm>
                  <a:custGeom>
                    <a:avLst/>
                    <a:gdLst>
                      <a:gd name="connsiteX0" fmla="*/ 23335 w 27733"/>
                      <a:gd name="connsiteY0" fmla="*/ 21310 h 33766"/>
                      <a:gd name="connsiteX1" fmla="*/ 27724 w 27733"/>
                      <a:gd name="connsiteY1" fmla="*/ 32349 h 33766"/>
                      <a:gd name="connsiteX2" fmla="*/ 23911 w 27733"/>
                      <a:gd name="connsiteY2" fmla="*/ 33146 h 33766"/>
                      <a:gd name="connsiteX3" fmla="*/ 20675 w 27733"/>
                      <a:gd name="connsiteY3" fmla="*/ 29157 h 33766"/>
                      <a:gd name="connsiteX4" fmla="*/ 12297 w 27733"/>
                      <a:gd name="connsiteY4" fmla="*/ 15990 h 33766"/>
                      <a:gd name="connsiteX5" fmla="*/ 4228 w 27733"/>
                      <a:gd name="connsiteY5" fmla="*/ 7435 h 33766"/>
                      <a:gd name="connsiteX6" fmla="*/ 948 w 27733"/>
                      <a:gd name="connsiteY6" fmla="*/ 120 h 33766"/>
                      <a:gd name="connsiteX7" fmla="*/ 18680 w 27733"/>
                      <a:gd name="connsiteY7" fmla="*/ 11868 h 33766"/>
                      <a:gd name="connsiteX8" fmla="*/ 23335 w 27733"/>
                      <a:gd name="connsiteY8" fmla="*/ 21310 h 33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733" h="33766">
                        <a:moveTo>
                          <a:pt x="23335" y="21310"/>
                        </a:moveTo>
                        <a:cubicBezTo>
                          <a:pt x="25596" y="25477"/>
                          <a:pt x="27236" y="28403"/>
                          <a:pt x="27724" y="32349"/>
                        </a:cubicBezTo>
                        <a:cubicBezTo>
                          <a:pt x="27901" y="33811"/>
                          <a:pt x="25729" y="34255"/>
                          <a:pt x="23911" y="33146"/>
                        </a:cubicBezTo>
                        <a:cubicBezTo>
                          <a:pt x="22050" y="32038"/>
                          <a:pt x="21429" y="30575"/>
                          <a:pt x="20675" y="29157"/>
                        </a:cubicBezTo>
                        <a:cubicBezTo>
                          <a:pt x="18414" y="24635"/>
                          <a:pt x="15666" y="20468"/>
                          <a:pt x="12297" y="15990"/>
                        </a:cubicBezTo>
                        <a:cubicBezTo>
                          <a:pt x="11277" y="14572"/>
                          <a:pt x="7420" y="10892"/>
                          <a:pt x="4228" y="7435"/>
                        </a:cubicBezTo>
                        <a:cubicBezTo>
                          <a:pt x="1081" y="3977"/>
                          <a:pt x="-1446" y="741"/>
                          <a:pt x="948" y="120"/>
                        </a:cubicBezTo>
                        <a:cubicBezTo>
                          <a:pt x="5824" y="-1166"/>
                          <a:pt x="16021" y="8232"/>
                          <a:pt x="18680" y="11868"/>
                        </a:cubicBezTo>
                        <a:cubicBezTo>
                          <a:pt x="21473" y="15547"/>
                          <a:pt x="21650" y="18207"/>
                          <a:pt x="23335" y="2131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47" name="Graphique 2">
                  <a:extLst>
                    <a:ext uri="{FF2B5EF4-FFF2-40B4-BE49-F238E27FC236}">
                      <a16:creationId xmlns:a16="http://schemas.microsoft.com/office/drawing/2014/main" id="{CB0E7152-4ADC-4762-A5D6-3CA7A7A0B37A}"/>
                    </a:ext>
                  </a:extLst>
                </p:cNvPr>
                <p:cNvGrpSpPr/>
                <p:nvPr/>
              </p:nvGrpSpPr>
              <p:grpSpPr>
                <a:xfrm>
                  <a:off x="7787007" y="736245"/>
                  <a:ext cx="49957" cy="87385"/>
                  <a:chOff x="7787007" y="736245"/>
                  <a:chExt cx="49957" cy="87385"/>
                </a:xfrm>
                <a:solidFill>
                  <a:schemeClr val="accent1"/>
                </a:solidFill>
              </p:grpSpPr>
              <p:sp>
                <p:nvSpPr>
                  <p:cNvPr id="21761" name="Forme libre : forme 21760">
                    <a:extLst>
                      <a:ext uri="{FF2B5EF4-FFF2-40B4-BE49-F238E27FC236}">
                        <a16:creationId xmlns:a16="http://schemas.microsoft.com/office/drawing/2014/main" id="{3A7C575F-C952-4585-A413-A958E65021A7}"/>
                      </a:ext>
                    </a:extLst>
                  </p:cNvPr>
                  <p:cNvSpPr/>
                  <p:nvPr/>
                </p:nvSpPr>
                <p:spPr>
                  <a:xfrm>
                    <a:off x="7787007" y="736245"/>
                    <a:ext cx="49859" cy="87385"/>
                  </a:xfrm>
                  <a:custGeom>
                    <a:avLst/>
                    <a:gdLst>
                      <a:gd name="connsiteX0" fmla="*/ 48317 w 49859"/>
                      <a:gd name="connsiteY0" fmla="*/ 34670 h 87385"/>
                      <a:gd name="connsiteX1" fmla="*/ 44948 w 49859"/>
                      <a:gd name="connsiteY1" fmla="*/ 49344 h 87385"/>
                      <a:gd name="connsiteX2" fmla="*/ 44017 w 49859"/>
                      <a:gd name="connsiteY2" fmla="*/ 53422 h 87385"/>
                      <a:gd name="connsiteX3" fmla="*/ 43086 w 49859"/>
                      <a:gd name="connsiteY3" fmla="*/ 58387 h 87385"/>
                      <a:gd name="connsiteX4" fmla="*/ 42199 w 49859"/>
                      <a:gd name="connsiteY4" fmla="*/ 63086 h 87385"/>
                      <a:gd name="connsiteX5" fmla="*/ 41933 w 49859"/>
                      <a:gd name="connsiteY5" fmla="*/ 64283 h 87385"/>
                      <a:gd name="connsiteX6" fmla="*/ 41490 w 49859"/>
                      <a:gd name="connsiteY6" fmla="*/ 65923 h 87385"/>
                      <a:gd name="connsiteX7" fmla="*/ 40692 w 49859"/>
                      <a:gd name="connsiteY7" fmla="*/ 68938 h 87385"/>
                      <a:gd name="connsiteX8" fmla="*/ 17951 w 49859"/>
                      <a:gd name="connsiteY8" fmla="*/ 87291 h 87385"/>
                      <a:gd name="connsiteX9" fmla="*/ 706 w 49859"/>
                      <a:gd name="connsiteY9" fmla="*/ 74923 h 87385"/>
                      <a:gd name="connsiteX10" fmla="*/ 4164 w 49859"/>
                      <a:gd name="connsiteY10" fmla="*/ 65436 h 87385"/>
                      <a:gd name="connsiteX11" fmla="*/ 9395 w 49859"/>
                      <a:gd name="connsiteY11" fmla="*/ 58210 h 87385"/>
                      <a:gd name="connsiteX12" fmla="*/ 8109 w 49859"/>
                      <a:gd name="connsiteY12" fmla="*/ 53688 h 87385"/>
                      <a:gd name="connsiteX13" fmla="*/ 8552 w 49859"/>
                      <a:gd name="connsiteY13" fmla="*/ 49743 h 87385"/>
                      <a:gd name="connsiteX14" fmla="*/ 9084 w 49859"/>
                      <a:gd name="connsiteY14" fmla="*/ 46418 h 87385"/>
                      <a:gd name="connsiteX15" fmla="*/ 10060 w 49859"/>
                      <a:gd name="connsiteY15" fmla="*/ 41985 h 87385"/>
                      <a:gd name="connsiteX16" fmla="*/ 14271 w 49859"/>
                      <a:gd name="connsiteY16" fmla="*/ 26380 h 87385"/>
                      <a:gd name="connsiteX17" fmla="*/ 35727 w 49859"/>
                      <a:gd name="connsiteY17" fmla="*/ 979 h 87385"/>
                      <a:gd name="connsiteX18" fmla="*/ 45347 w 49859"/>
                      <a:gd name="connsiteY18" fmla="*/ 2973 h 87385"/>
                      <a:gd name="connsiteX19" fmla="*/ 48317 w 49859"/>
                      <a:gd name="connsiteY19" fmla="*/ 34670 h 87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9859" h="87385">
                        <a:moveTo>
                          <a:pt x="48317" y="34670"/>
                        </a:moveTo>
                        <a:cubicBezTo>
                          <a:pt x="47608" y="38216"/>
                          <a:pt x="46101" y="43891"/>
                          <a:pt x="44948" y="49344"/>
                        </a:cubicBezTo>
                        <a:cubicBezTo>
                          <a:pt x="44638" y="50718"/>
                          <a:pt x="44328" y="52092"/>
                          <a:pt x="44017" y="53422"/>
                        </a:cubicBezTo>
                        <a:cubicBezTo>
                          <a:pt x="43707" y="54708"/>
                          <a:pt x="43396" y="56835"/>
                          <a:pt x="43086" y="58387"/>
                        </a:cubicBezTo>
                        <a:cubicBezTo>
                          <a:pt x="42776" y="60027"/>
                          <a:pt x="42466" y="61623"/>
                          <a:pt x="42199" y="63086"/>
                        </a:cubicBezTo>
                        <a:cubicBezTo>
                          <a:pt x="42111" y="63485"/>
                          <a:pt x="42111" y="63707"/>
                          <a:pt x="41933" y="64283"/>
                        </a:cubicBezTo>
                        <a:cubicBezTo>
                          <a:pt x="41801" y="64859"/>
                          <a:pt x="41623" y="65391"/>
                          <a:pt x="41490" y="65923"/>
                        </a:cubicBezTo>
                        <a:cubicBezTo>
                          <a:pt x="41224" y="66987"/>
                          <a:pt x="40914" y="68007"/>
                          <a:pt x="40692" y="68938"/>
                        </a:cubicBezTo>
                        <a:cubicBezTo>
                          <a:pt x="36392" y="82902"/>
                          <a:pt x="26196" y="88178"/>
                          <a:pt x="17951" y="87291"/>
                        </a:cubicBezTo>
                        <a:cubicBezTo>
                          <a:pt x="9705" y="86449"/>
                          <a:pt x="3809" y="80508"/>
                          <a:pt x="706" y="74923"/>
                        </a:cubicBezTo>
                        <a:cubicBezTo>
                          <a:pt x="-1466" y="70888"/>
                          <a:pt x="1858" y="66854"/>
                          <a:pt x="4164" y="65436"/>
                        </a:cubicBezTo>
                        <a:cubicBezTo>
                          <a:pt x="7621" y="63397"/>
                          <a:pt x="9129" y="60692"/>
                          <a:pt x="9395" y="58210"/>
                        </a:cubicBezTo>
                        <a:cubicBezTo>
                          <a:pt x="9705" y="55550"/>
                          <a:pt x="8375" y="53865"/>
                          <a:pt x="8109" y="53688"/>
                        </a:cubicBezTo>
                        <a:cubicBezTo>
                          <a:pt x="7887" y="54397"/>
                          <a:pt x="8286" y="51604"/>
                          <a:pt x="8552" y="49743"/>
                        </a:cubicBezTo>
                        <a:cubicBezTo>
                          <a:pt x="8730" y="48679"/>
                          <a:pt x="8818" y="47792"/>
                          <a:pt x="9084" y="46418"/>
                        </a:cubicBezTo>
                        <a:cubicBezTo>
                          <a:pt x="9395" y="44955"/>
                          <a:pt x="9749" y="43448"/>
                          <a:pt x="10060" y="41985"/>
                        </a:cubicBezTo>
                        <a:cubicBezTo>
                          <a:pt x="11301" y="35911"/>
                          <a:pt x="13118" y="30281"/>
                          <a:pt x="14271" y="26380"/>
                        </a:cubicBezTo>
                        <a:cubicBezTo>
                          <a:pt x="19103" y="12061"/>
                          <a:pt x="26506" y="6121"/>
                          <a:pt x="35727" y="979"/>
                        </a:cubicBezTo>
                        <a:cubicBezTo>
                          <a:pt x="38919" y="-795"/>
                          <a:pt x="43796" y="-174"/>
                          <a:pt x="45347" y="2973"/>
                        </a:cubicBezTo>
                        <a:cubicBezTo>
                          <a:pt x="49869" y="11928"/>
                          <a:pt x="51243" y="21282"/>
                          <a:pt x="48317" y="3467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62" name="Forme libre : forme 21761">
                    <a:extLst>
                      <a:ext uri="{FF2B5EF4-FFF2-40B4-BE49-F238E27FC236}">
                        <a16:creationId xmlns:a16="http://schemas.microsoft.com/office/drawing/2014/main" id="{D62BB017-99EF-4DCD-8CFE-5790705BD6A3}"/>
                      </a:ext>
                    </a:extLst>
                  </p:cNvPr>
                  <p:cNvSpPr/>
                  <p:nvPr/>
                </p:nvSpPr>
                <p:spPr>
                  <a:xfrm>
                    <a:off x="7787084" y="738997"/>
                    <a:ext cx="49881" cy="84558"/>
                  </a:xfrm>
                  <a:custGeom>
                    <a:avLst/>
                    <a:gdLst>
                      <a:gd name="connsiteX0" fmla="*/ 30110 w 49881"/>
                      <a:gd name="connsiteY0" fmla="*/ 55103 h 84558"/>
                      <a:gd name="connsiteX1" fmla="*/ 29799 w 49881"/>
                      <a:gd name="connsiteY1" fmla="*/ 57763 h 84558"/>
                      <a:gd name="connsiteX2" fmla="*/ 29267 w 49881"/>
                      <a:gd name="connsiteY2" fmla="*/ 60911 h 84558"/>
                      <a:gd name="connsiteX3" fmla="*/ 28470 w 49881"/>
                      <a:gd name="connsiteY3" fmla="*/ 63970 h 84558"/>
                      <a:gd name="connsiteX4" fmla="*/ 27361 w 49881"/>
                      <a:gd name="connsiteY4" fmla="*/ 66895 h 84558"/>
                      <a:gd name="connsiteX5" fmla="*/ 19116 w 49881"/>
                      <a:gd name="connsiteY5" fmla="*/ 75230 h 84558"/>
                      <a:gd name="connsiteX6" fmla="*/ 7989 w 49881"/>
                      <a:gd name="connsiteY6" fmla="*/ 73900 h 84558"/>
                      <a:gd name="connsiteX7" fmla="*/ 364 w 49881"/>
                      <a:gd name="connsiteY7" fmla="*/ 67294 h 84558"/>
                      <a:gd name="connsiteX8" fmla="*/ 674 w 49881"/>
                      <a:gd name="connsiteY8" fmla="*/ 72038 h 84558"/>
                      <a:gd name="connsiteX9" fmla="*/ 4841 w 49881"/>
                      <a:gd name="connsiteY9" fmla="*/ 77757 h 84558"/>
                      <a:gd name="connsiteX10" fmla="*/ 14239 w 49881"/>
                      <a:gd name="connsiteY10" fmla="*/ 83697 h 84558"/>
                      <a:gd name="connsiteX11" fmla="*/ 26874 w 49881"/>
                      <a:gd name="connsiteY11" fmla="*/ 83076 h 84558"/>
                      <a:gd name="connsiteX12" fmla="*/ 40616 w 49881"/>
                      <a:gd name="connsiteY12" fmla="*/ 66230 h 84558"/>
                      <a:gd name="connsiteX13" fmla="*/ 41857 w 49881"/>
                      <a:gd name="connsiteY13" fmla="*/ 61620 h 84558"/>
                      <a:gd name="connsiteX14" fmla="*/ 42567 w 49881"/>
                      <a:gd name="connsiteY14" fmla="*/ 58162 h 84558"/>
                      <a:gd name="connsiteX15" fmla="*/ 43897 w 49881"/>
                      <a:gd name="connsiteY15" fmla="*/ 50981 h 84558"/>
                      <a:gd name="connsiteX16" fmla="*/ 45226 w 49881"/>
                      <a:gd name="connsiteY16" fmla="*/ 45085 h 84558"/>
                      <a:gd name="connsiteX17" fmla="*/ 47798 w 49881"/>
                      <a:gd name="connsiteY17" fmla="*/ 34135 h 84558"/>
                      <a:gd name="connsiteX18" fmla="*/ 48330 w 49881"/>
                      <a:gd name="connsiteY18" fmla="*/ 31918 h 84558"/>
                      <a:gd name="connsiteX19" fmla="*/ 49881 w 49881"/>
                      <a:gd name="connsiteY19" fmla="*/ 19018 h 84558"/>
                      <a:gd name="connsiteX20" fmla="*/ 47221 w 49881"/>
                      <a:gd name="connsiteY20" fmla="*/ 4477 h 84558"/>
                      <a:gd name="connsiteX21" fmla="*/ 45315 w 49881"/>
                      <a:gd name="connsiteY21" fmla="*/ 133 h 84558"/>
                      <a:gd name="connsiteX22" fmla="*/ 45226 w 49881"/>
                      <a:gd name="connsiteY22" fmla="*/ 0 h 84558"/>
                      <a:gd name="connsiteX23" fmla="*/ 36094 w 49881"/>
                      <a:gd name="connsiteY23" fmla="*/ 27131 h 84558"/>
                      <a:gd name="connsiteX24" fmla="*/ 32548 w 49881"/>
                      <a:gd name="connsiteY24" fmla="*/ 40917 h 84558"/>
                      <a:gd name="connsiteX25" fmla="*/ 31218 w 49881"/>
                      <a:gd name="connsiteY25" fmla="*/ 47789 h 84558"/>
                      <a:gd name="connsiteX26" fmla="*/ 30110 w 49881"/>
                      <a:gd name="connsiteY26" fmla="*/ 55103 h 84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49881" h="84558">
                        <a:moveTo>
                          <a:pt x="30110" y="55103"/>
                        </a:moveTo>
                        <a:lnTo>
                          <a:pt x="29799" y="57763"/>
                        </a:lnTo>
                        <a:lnTo>
                          <a:pt x="29267" y="60911"/>
                        </a:lnTo>
                        <a:cubicBezTo>
                          <a:pt x="29134" y="61975"/>
                          <a:pt x="28780" y="62994"/>
                          <a:pt x="28470" y="63970"/>
                        </a:cubicBezTo>
                        <a:cubicBezTo>
                          <a:pt x="28115" y="64989"/>
                          <a:pt x="27893" y="66009"/>
                          <a:pt x="27361" y="66895"/>
                        </a:cubicBezTo>
                        <a:cubicBezTo>
                          <a:pt x="25721" y="70664"/>
                          <a:pt x="22884" y="73900"/>
                          <a:pt x="19116" y="75230"/>
                        </a:cubicBezTo>
                        <a:cubicBezTo>
                          <a:pt x="15303" y="76560"/>
                          <a:pt x="11269" y="75540"/>
                          <a:pt x="7989" y="73900"/>
                        </a:cubicBezTo>
                        <a:cubicBezTo>
                          <a:pt x="4664" y="72215"/>
                          <a:pt x="2048" y="69688"/>
                          <a:pt x="364" y="67294"/>
                        </a:cubicBezTo>
                        <a:cubicBezTo>
                          <a:pt x="-124" y="68757"/>
                          <a:pt x="-213" y="70442"/>
                          <a:pt x="674" y="72038"/>
                        </a:cubicBezTo>
                        <a:cubicBezTo>
                          <a:pt x="1738" y="74033"/>
                          <a:pt x="3112" y="75939"/>
                          <a:pt x="4841" y="77757"/>
                        </a:cubicBezTo>
                        <a:cubicBezTo>
                          <a:pt x="7324" y="80328"/>
                          <a:pt x="10471" y="82544"/>
                          <a:pt x="14239" y="83697"/>
                        </a:cubicBezTo>
                        <a:cubicBezTo>
                          <a:pt x="17963" y="84894"/>
                          <a:pt x="22441" y="84982"/>
                          <a:pt x="26874" y="83076"/>
                        </a:cubicBezTo>
                        <a:cubicBezTo>
                          <a:pt x="32592" y="80727"/>
                          <a:pt x="37823" y="75363"/>
                          <a:pt x="40616" y="66230"/>
                        </a:cubicBezTo>
                        <a:cubicBezTo>
                          <a:pt x="40971" y="64812"/>
                          <a:pt x="41414" y="63305"/>
                          <a:pt x="41857" y="61620"/>
                        </a:cubicBezTo>
                        <a:cubicBezTo>
                          <a:pt x="42168" y="60290"/>
                          <a:pt x="42301" y="59404"/>
                          <a:pt x="42567" y="58162"/>
                        </a:cubicBezTo>
                        <a:cubicBezTo>
                          <a:pt x="42966" y="55946"/>
                          <a:pt x="43409" y="53508"/>
                          <a:pt x="43897" y="50981"/>
                        </a:cubicBezTo>
                        <a:cubicBezTo>
                          <a:pt x="44340" y="49030"/>
                          <a:pt x="44783" y="47080"/>
                          <a:pt x="45226" y="45085"/>
                        </a:cubicBezTo>
                        <a:cubicBezTo>
                          <a:pt x="46069" y="41139"/>
                          <a:pt x="47177" y="37194"/>
                          <a:pt x="47798" y="34135"/>
                        </a:cubicBezTo>
                        <a:cubicBezTo>
                          <a:pt x="47975" y="33337"/>
                          <a:pt x="48152" y="32583"/>
                          <a:pt x="48330" y="31918"/>
                        </a:cubicBezTo>
                        <a:cubicBezTo>
                          <a:pt x="49438" y="27175"/>
                          <a:pt x="49793" y="22919"/>
                          <a:pt x="49881" y="19018"/>
                        </a:cubicBezTo>
                        <a:cubicBezTo>
                          <a:pt x="49837" y="13654"/>
                          <a:pt x="48773" y="8955"/>
                          <a:pt x="47221" y="4477"/>
                        </a:cubicBezTo>
                        <a:cubicBezTo>
                          <a:pt x="46689" y="3015"/>
                          <a:pt x="46024" y="1596"/>
                          <a:pt x="45315" y="133"/>
                        </a:cubicBezTo>
                        <a:lnTo>
                          <a:pt x="45226" y="0"/>
                        </a:lnTo>
                        <a:cubicBezTo>
                          <a:pt x="41946" y="8866"/>
                          <a:pt x="38754" y="17954"/>
                          <a:pt x="36094" y="27131"/>
                        </a:cubicBezTo>
                        <a:cubicBezTo>
                          <a:pt x="34720" y="31697"/>
                          <a:pt x="33612" y="36307"/>
                          <a:pt x="32548" y="40917"/>
                        </a:cubicBezTo>
                        <a:lnTo>
                          <a:pt x="31218" y="47789"/>
                        </a:lnTo>
                        <a:cubicBezTo>
                          <a:pt x="30686" y="50050"/>
                          <a:pt x="30420" y="52665"/>
                          <a:pt x="30110" y="5510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63" name="Forme libre : forme 21762">
                    <a:extLst>
                      <a:ext uri="{FF2B5EF4-FFF2-40B4-BE49-F238E27FC236}">
                        <a16:creationId xmlns:a16="http://schemas.microsoft.com/office/drawing/2014/main" id="{DE77C81C-22DD-4526-801C-F1FFCB8BFCEB}"/>
                      </a:ext>
                    </a:extLst>
                  </p:cNvPr>
                  <p:cNvSpPr/>
                  <p:nvPr/>
                </p:nvSpPr>
                <p:spPr>
                  <a:xfrm>
                    <a:off x="7808946" y="753812"/>
                    <a:ext cx="16163" cy="43264"/>
                  </a:xfrm>
                  <a:custGeom>
                    <a:avLst/>
                    <a:gdLst>
                      <a:gd name="connsiteX0" fmla="*/ 14143 w 16163"/>
                      <a:gd name="connsiteY0" fmla="*/ 79 h 43264"/>
                      <a:gd name="connsiteX1" fmla="*/ 13345 w 16163"/>
                      <a:gd name="connsiteY1" fmla="*/ 23664 h 43264"/>
                      <a:gd name="connsiteX2" fmla="*/ 9488 w 16163"/>
                      <a:gd name="connsiteY2" fmla="*/ 35677 h 43264"/>
                      <a:gd name="connsiteX3" fmla="*/ 6607 w 16163"/>
                      <a:gd name="connsiteY3" fmla="*/ 41396 h 43264"/>
                      <a:gd name="connsiteX4" fmla="*/ 3149 w 16163"/>
                      <a:gd name="connsiteY4" fmla="*/ 43125 h 43264"/>
                      <a:gd name="connsiteX5" fmla="*/ 2 w 16163"/>
                      <a:gd name="connsiteY5" fmla="*/ 33682 h 43264"/>
                      <a:gd name="connsiteX6" fmla="*/ 2130 w 16163"/>
                      <a:gd name="connsiteY6" fmla="*/ 20959 h 43264"/>
                      <a:gd name="connsiteX7" fmla="*/ 14143 w 16163"/>
                      <a:gd name="connsiteY7" fmla="*/ 79 h 43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163" h="43264">
                        <a:moveTo>
                          <a:pt x="14143" y="79"/>
                        </a:moveTo>
                        <a:cubicBezTo>
                          <a:pt x="18532" y="1365"/>
                          <a:pt x="14587" y="18078"/>
                          <a:pt x="13345" y="23664"/>
                        </a:cubicBezTo>
                        <a:cubicBezTo>
                          <a:pt x="12636" y="26501"/>
                          <a:pt x="11262" y="31200"/>
                          <a:pt x="9488" y="35677"/>
                        </a:cubicBezTo>
                        <a:cubicBezTo>
                          <a:pt x="8646" y="37982"/>
                          <a:pt x="7671" y="40022"/>
                          <a:pt x="6607" y="41396"/>
                        </a:cubicBezTo>
                        <a:cubicBezTo>
                          <a:pt x="5543" y="42770"/>
                          <a:pt x="4302" y="43612"/>
                          <a:pt x="3149" y="43125"/>
                        </a:cubicBezTo>
                        <a:cubicBezTo>
                          <a:pt x="711" y="42194"/>
                          <a:pt x="-43" y="38293"/>
                          <a:pt x="2" y="33682"/>
                        </a:cubicBezTo>
                        <a:cubicBezTo>
                          <a:pt x="135" y="29161"/>
                          <a:pt x="1376" y="23575"/>
                          <a:pt x="2130" y="20959"/>
                        </a:cubicBezTo>
                        <a:cubicBezTo>
                          <a:pt x="3593" y="15551"/>
                          <a:pt x="9488" y="-1295"/>
                          <a:pt x="14143" y="7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64" name="Forme libre : forme 21763">
                    <a:extLst>
                      <a:ext uri="{FF2B5EF4-FFF2-40B4-BE49-F238E27FC236}">
                        <a16:creationId xmlns:a16="http://schemas.microsoft.com/office/drawing/2014/main" id="{F4ED01F9-8197-4302-8DBD-2698D4760597}"/>
                      </a:ext>
                    </a:extLst>
                  </p:cNvPr>
                  <p:cNvSpPr/>
                  <p:nvPr/>
                </p:nvSpPr>
                <p:spPr>
                  <a:xfrm>
                    <a:off x="7809081" y="768078"/>
                    <a:ext cx="14983" cy="29099"/>
                  </a:xfrm>
                  <a:custGeom>
                    <a:avLst/>
                    <a:gdLst>
                      <a:gd name="connsiteX0" fmla="*/ 0 w 14983"/>
                      <a:gd name="connsiteY0" fmla="*/ 18619 h 29099"/>
                      <a:gd name="connsiteX1" fmla="*/ 443 w 14983"/>
                      <a:gd name="connsiteY1" fmla="*/ 24870 h 29099"/>
                      <a:gd name="connsiteX2" fmla="*/ 2970 w 14983"/>
                      <a:gd name="connsiteY2" fmla="*/ 29081 h 29099"/>
                      <a:gd name="connsiteX3" fmla="*/ 6517 w 14983"/>
                      <a:gd name="connsiteY3" fmla="*/ 26865 h 29099"/>
                      <a:gd name="connsiteX4" fmla="*/ 9354 w 14983"/>
                      <a:gd name="connsiteY4" fmla="*/ 21412 h 29099"/>
                      <a:gd name="connsiteX5" fmla="*/ 13344 w 14983"/>
                      <a:gd name="connsiteY5" fmla="*/ 9132 h 29099"/>
                      <a:gd name="connsiteX6" fmla="*/ 14984 w 14983"/>
                      <a:gd name="connsiteY6" fmla="*/ 0 h 29099"/>
                      <a:gd name="connsiteX7" fmla="*/ 13344 w 14983"/>
                      <a:gd name="connsiteY7" fmla="*/ 4699 h 29099"/>
                      <a:gd name="connsiteX8" fmla="*/ 0 w 14983"/>
                      <a:gd name="connsiteY8" fmla="*/ 18619 h 29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983" h="29099">
                        <a:moveTo>
                          <a:pt x="0" y="18619"/>
                        </a:moveTo>
                        <a:cubicBezTo>
                          <a:pt x="222" y="20038"/>
                          <a:pt x="133" y="22609"/>
                          <a:pt x="443" y="24870"/>
                        </a:cubicBezTo>
                        <a:cubicBezTo>
                          <a:pt x="709" y="27086"/>
                          <a:pt x="1374" y="28860"/>
                          <a:pt x="2970" y="29081"/>
                        </a:cubicBezTo>
                        <a:cubicBezTo>
                          <a:pt x="4211" y="29258"/>
                          <a:pt x="5497" y="28150"/>
                          <a:pt x="6517" y="26865"/>
                        </a:cubicBezTo>
                        <a:cubicBezTo>
                          <a:pt x="7581" y="25490"/>
                          <a:pt x="8511" y="23584"/>
                          <a:pt x="9354" y="21412"/>
                        </a:cubicBezTo>
                        <a:cubicBezTo>
                          <a:pt x="11083" y="17156"/>
                          <a:pt x="12368" y="12723"/>
                          <a:pt x="13344" y="9132"/>
                        </a:cubicBezTo>
                        <a:cubicBezTo>
                          <a:pt x="13920" y="7093"/>
                          <a:pt x="14718" y="2394"/>
                          <a:pt x="14984" y="0"/>
                        </a:cubicBezTo>
                        <a:cubicBezTo>
                          <a:pt x="14496" y="1286"/>
                          <a:pt x="14009" y="3546"/>
                          <a:pt x="13344" y="4699"/>
                        </a:cubicBezTo>
                        <a:cubicBezTo>
                          <a:pt x="9797" y="11304"/>
                          <a:pt x="5586" y="19328"/>
                          <a:pt x="0" y="1861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65" name="Forme libre : forme 21764">
                    <a:extLst>
                      <a:ext uri="{FF2B5EF4-FFF2-40B4-BE49-F238E27FC236}">
                        <a16:creationId xmlns:a16="http://schemas.microsoft.com/office/drawing/2014/main" id="{E0DB1244-7BEA-4EA8-A835-FC6E4954F9E6}"/>
                      </a:ext>
                    </a:extLst>
                  </p:cNvPr>
                  <p:cNvSpPr/>
                  <p:nvPr/>
                </p:nvSpPr>
                <p:spPr>
                  <a:xfrm>
                    <a:off x="7810573" y="751694"/>
                    <a:ext cx="16220" cy="43345"/>
                  </a:xfrm>
                  <a:custGeom>
                    <a:avLst/>
                    <a:gdLst>
                      <a:gd name="connsiteX0" fmla="*/ 14379 w 16220"/>
                      <a:gd name="connsiteY0" fmla="*/ 292 h 43345"/>
                      <a:gd name="connsiteX1" fmla="*/ 13581 w 16220"/>
                      <a:gd name="connsiteY1" fmla="*/ 24142 h 43345"/>
                      <a:gd name="connsiteX2" fmla="*/ 9635 w 16220"/>
                      <a:gd name="connsiteY2" fmla="*/ 35890 h 43345"/>
                      <a:gd name="connsiteX3" fmla="*/ 3118 w 16220"/>
                      <a:gd name="connsiteY3" fmla="*/ 43293 h 43345"/>
                      <a:gd name="connsiteX4" fmla="*/ 15 w 16220"/>
                      <a:gd name="connsiteY4" fmla="*/ 33939 h 43345"/>
                      <a:gd name="connsiteX5" fmla="*/ 2320 w 16220"/>
                      <a:gd name="connsiteY5" fmla="*/ 21260 h 43345"/>
                      <a:gd name="connsiteX6" fmla="*/ 14379 w 16220"/>
                      <a:gd name="connsiteY6" fmla="*/ 292 h 4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220" h="43345">
                        <a:moveTo>
                          <a:pt x="14379" y="292"/>
                        </a:moveTo>
                        <a:cubicBezTo>
                          <a:pt x="18413" y="3040"/>
                          <a:pt x="14733" y="18113"/>
                          <a:pt x="13581" y="24142"/>
                        </a:cubicBezTo>
                        <a:cubicBezTo>
                          <a:pt x="12783" y="27156"/>
                          <a:pt x="11541" y="31900"/>
                          <a:pt x="9635" y="35890"/>
                        </a:cubicBezTo>
                        <a:cubicBezTo>
                          <a:pt x="7862" y="40278"/>
                          <a:pt x="5690" y="43825"/>
                          <a:pt x="3118" y="43293"/>
                        </a:cubicBezTo>
                        <a:cubicBezTo>
                          <a:pt x="592" y="42805"/>
                          <a:pt x="-118" y="38549"/>
                          <a:pt x="15" y="33939"/>
                        </a:cubicBezTo>
                        <a:cubicBezTo>
                          <a:pt x="370" y="29151"/>
                          <a:pt x="1567" y="23743"/>
                          <a:pt x="2320" y="21260"/>
                        </a:cubicBezTo>
                        <a:cubicBezTo>
                          <a:pt x="3473" y="16118"/>
                          <a:pt x="10256" y="-2545"/>
                          <a:pt x="14379" y="29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66" name="Forme libre : forme 21765">
                    <a:extLst>
                      <a:ext uri="{FF2B5EF4-FFF2-40B4-BE49-F238E27FC236}">
                        <a16:creationId xmlns:a16="http://schemas.microsoft.com/office/drawing/2014/main" id="{C4938A75-AEF3-4C02-B107-41E9B551C829}"/>
                      </a:ext>
                    </a:extLst>
                  </p:cNvPr>
                  <p:cNvSpPr/>
                  <p:nvPr/>
                </p:nvSpPr>
                <p:spPr>
                  <a:xfrm>
                    <a:off x="7798631" y="765363"/>
                    <a:ext cx="31350" cy="50026"/>
                  </a:xfrm>
                  <a:custGeom>
                    <a:avLst/>
                    <a:gdLst>
                      <a:gd name="connsiteX0" fmla="*/ 830 w 31350"/>
                      <a:gd name="connsiteY0" fmla="*/ 45938 h 50026"/>
                      <a:gd name="connsiteX1" fmla="*/ 3889 w 31350"/>
                      <a:gd name="connsiteY1" fmla="*/ 49041 h 50026"/>
                      <a:gd name="connsiteX2" fmla="*/ 6061 w 31350"/>
                      <a:gd name="connsiteY2" fmla="*/ 49795 h 50026"/>
                      <a:gd name="connsiteX3" fmla="*/ 9076 w 31350"/>
                      <a:gd name="connsiteY3" fmla="*/ 49972 h 50026"/>
                      <a:gd name="connsiteX4" fmla="*/ 20557 w 31350"/>
                      <a:gd name="connsiteY4" fmla="*/ 44209 h 50026"/>
                      <a:gd name="connsiteX5" fmla="*/ 22862 w 31350"/>
                      <a:gd name="connsiteY5" fmla="*/ 41239 h 50026"/>
                      <a:gd name="connsiteX6" fmla="*/ 24902 w 31350"/>
                      <a:gd name="connsiteY6" fmla="*/ 37515 h 50026"/>
                      <a:gd name="connsiteX7" fmla="*/ 26586 w 31350"/>
                      <a:gd name="connsiteY7" fmla="*/ 33215 h 50026"/>
                      <a:gd name="connsiteX8" fmla="*/ 27739 w 31350"/>
                      <a:gd name="connsiteY8" fmla="*/ 29801 h 50026"/>
                      <a:gd name="connsiteX9" fmla="*/ 29335 w 31350"/>
                      <a:gd name="connsiteY9" fmla="*/ 23728 h 50026"/>
                      <a:gd name="connsiteX10" fmla="*/ 30443 w 31350"/>
                      <a:gd name="connsiteY10" fmla="*/ 18630 h 50026"/>
                      <a:gd name="connsiteX11" fmla="*/ 31330 w 31350"/>
                      <a:gd name="connsiteY11" fmla="*/ 8833 h 50026"/>
                      <a:gd name="connsiteX12" fmla="*/ 27163 w 31350"/>
                      <a:gd name="connsiteY12" fmla="*/ 11 h 50026"/>
                      <a:gd name="connsiteX13" fmla="*/ 22730 w 31350"/>
                      <a:gd name="connsiteY13" fmla="*/ 5774 h 50026"/>
                      <a:gd name="connsiteX14" fmla="*/ 12002 w 31350"/>
                      <a:gd name="connsiteY14" fmla="*/ 22487 h 50026"/>
                      <a:gd name="connsiteX15" fmla="*/ 9209 w 31350"/>
                      <a:gd name="connsiteY15" fmla="*/ 25812 h 50026"/>
                      <a:gd name="connsiteX16" fmla="*/ 6549 w 31350"/>
                      <a:gd name="connsiteY16" fmla="*/ 28693 h 50026"/>
                      <a:gd name="connsiteX17" fmla="*/ 3135 w 31350"/>
                      <a:gd name="connsiteY17" fmla="*/ 33082 h 50026"/>
                      <a:gd name="connsiteX18" fmla="*/ 741 w 31350"/>
                      <a:gd name="connsiteY18" fmla="*/ 39200 h 50026"/>
                      <a:gd name="connsiteX19" fmla="*/ 830 w 31350"/>
                      <a:gd name="connsiteY19" fmla="*/ 45938 h 50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1350" h="50026">
                        <a:moveTo>
                          <a:pt x="830" y="45938"/>
                        </a:moveTo>
                        <a:cubicBezTo>
                          <a:pt x="1761" y="47489"/>
                          <a:pt x="2647" y="48332"/>
                          <a:pt x="3889" y="49041"/>
                        </a:cubicBezTo>
                        <a:cubicBezTo>
                          <a:pt x="4510" y="49396"/>
                          <a:pt x="5219" y="49662"/>
                          <a:pt x="6061" y="49795"/>
                        </a:cubicBezTo>
                        <a:cubicBezTo>
                          <a:pt x="6903" y="49972"/>
                          <a:pt x="7923" y="50105"/>
                          <a:pt x="9076" y="49972"/>
                        </a:cubicBezTo>
                        <a:cubicBezTo>
                          <a:pt x="13553" y="49617"/>
                          <a:pt x="17365" y="47711"/>
                          <a:pt x="20557" y="44209"/>
                        </a:cubicBezTo>
                        <a:cubicBezTo>
                          <a:pt x="21488" y="43411"/>
                          <a:pt x="22109" y="42303"/>
                          <a:pt x="22862" y="41239"/>
                        </a:cubicBezTo>
                        <a:cubicBezTo>
                          <a:pt x="23616" y="40131"/>
                          <a:pt x="24370" y="38934"/>
                          <a:pt x="24902" y="37515"/>
                        </a:cubicBezTo>
                        <a:cubicBezTo>
                          <a:pt x="25434" y="36229"/>
                          <a:pt x="26143" y="34367"/>
                          <a:pt x="26586" y="33215"/>
                        </a:cubicBezTo>
                        <a:cubicBezTo>
                          <a:pt x="26985" y="32151"/>
                          <a:pt x="27340" y="30998"/>
                          <a:pt x="27739" y="29801"/>
                        </a:cubicBezTo>
                        <a:cubicBezTo>
                          <a:pt x="28359" y="27895"/>
                          <a:pt x="28847" y="25501"/>
                          <a:pt x="29335" y="23728"/>
                        </a:cubicBezTo>
                        <a:cubicBezTo>
                          <a:pt x="29822" y="22043"/>
                          <a:pt x="30177" y="20315"/>
                          <a:pt x="30443" y="18630"/>
                        </a:cubicBezTo>
                        <a:cubicBezTo>
                          <a:pt x="30931" y="15261"/>
                          <a:pt x="31463" y="11803"/>
                          <a:pt x="31330" y="8833"/>
                        </a:cubicBezTo>
                        <a:cubicBezTo>
                          <a:pt x="31152" y="4355"/>
                          <a:pt x="30221" y="-255"/>
                          <a:pt x="27163" y="11"/>
                        </a:cubicBezTo>
                        <a:cubicBezTo>
                          <a:pt x="25301" y="188"/>
                          <a:pt x="24104" y="3380"/>
                          <a:pt x="22730" y="5774"/>
                        </a:cubicBezTo>
                        <a:cubicBezTo>
                          <a:pt x="19227" y="11404"/>
                          <a:pt x="16301" y="17078"/>
                          <a:pt x="12002" y="22487"/>
                        </a:cubicBezTo>
                        <a:cubicBezTo>
                          <a:pt x="11115" y="23595"/>
                          <a:pt x="10139" y="24703"/>
                          <a:pt x="9209" y="25812"/>
                        </a:cubicBezTo>
                        <a:cubicBezTo>
                          <a:pt x="8233" y="26920"/>
                          <a:pt x="7258" y="28205"/>
                          <a:pt x="6549" y="28693"/>
                        </a:cubicBezTo>
                        <a:cubicBezTo>
                          <a:pt x="4997" y="30067"/>
                          <a:pt x="3977" y="31043"/>
                          <a:pt x="3135" y="33082"/>
                        </a:cubicBezTo>
                        <a:cubicBezTo>
                          <a:pt x="2382" y="34944"/>
                          <a:pt x="1451" y="37072"/>
                          <a:pt x="741" y="39200"/>
                        </a:cubicBezTo>
                        <a:cubicBezTo>
                          <a:pt x="-57" y="41283"/>
                          <a:pt x="-456" y="43721"/>
                          <a:pt x="830" y="4593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67" name="Forme libre : forme 21766">
                    <a:extLst>
                      <a:ext uri="{FF2B5EF4-FFF2-40B4-BE49-F238E27FC236}">
                        <a16:creationId xmlns:a16="http://schemas.microsoft.com/office/drawing/2014/main" id="{7666223F-EE4D-41F3-A371-64EBFE0ED3BF}"/>
                      </a:ext>
                    </a:extLst>
                  </p:cNvPr>
                  <p:cNvSpPr/>
                  <p:nvPr/>
                </p:nvSpPr>
                <p:spPr>
                  <a:xfrm>
                    <a:off x="7803705" y="786979"/>
                    <a:ext cx="4437" cy="15588"/>
                  </a:xfrm>
                  <a:custGeom>
                    <a:avLst/>
                    <a:gdLst>
                      <a:gd name="connsiteX0" fmla="*/ 1076 w 4437"/>
                      <a:gd name="connsiteY0" fmla="*/ 12973 h 15588"/>
                      <a:gd name="connsiteX1" fmla="*/ 1431 w 4437"/>
                      <a:gd name="connsiteY1" fmla="*/ 15100 h 15588"/>
                      <a:gd name="connsiteX2" fmla="*/ 2849 w 4437"/>
                      <a:gd name="connsiteY2" fmla="*/ 15145 h 15588"/>
                      <a:gd name="connsiteX3" fmla="*/ 3958 w 4437"/>
                      <a:gd name="connsiteY3" fmla="*/ 12662 h 15588"/>
                      <a:gd name="connsiteX4" fmla="*/ 4401 w 4437"/>
                      <a:gd name="connsiteY4" fmla="*/ 5702 h 15588"/>
                      <a:gd name="connsiteX5" fmla="*/ 4179 w 4437"/>
                      <a:gd name="connsiteY5" fmla="*/ 2821 h 15588"/>
                      <a:gd name="connsiteX6" fmla="*/ 101 w 4437"/>
                      <a:gd name="connsiteY6" fmla="*/ 3397 h 15588"/>
                      <a:gd name="connsiteX7" fmla="*/ 455 w 4437"/>
                      <a:gd name="connsiteY7" fmla="*/ 8052 h 15588"/>
                      <a:gd name="connsiteX8" fmla="*/ 1076 w 4437"/>
                      <a:gd name="connsiteY8" fmla="*/ 12973 h 15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37" h="15588">
                        <a:moveTo>
                          <a:pt x="1076" y="12973"/>
                        </a:moveTo>
                        <a:cubicBezTo>
                          <a:pt x="1076" y="13771"/>
                          <a:pt x="1076" y="14391"/>
                          <a:pt x="1431" y="15100"/>
                        </a:cubicBezTo>
                        <a:cubicBezTo>
                          <a:pt x="1741" y="15810"/>
                          <a:pt x="2317" y="15677"/>
                          <a:pt x="2849" y="15145"/>
                        </a:cubicBezTo>
                        <a:cubicBezTo>
                          <a:pt x="3426" y="14657"/>
                          <a:pt x="3692" y="13505"/>
                          <a:pt x="3958" y="12662"/>
                        </a:cubicBezTo>
                        <a:cubicBezTo>
                          <a:pt x="4445" y="10313"/>
                          <a:pt x="4489" y="8140"/>
                          <a:pt x="4401" y="5702"/>
                        </a:cubicBezTo>
                        <a:cubicBezTo>
                          <a:pt x="4357" y="4638"/>
                          <a:pt x="4401" y="3663"/>
                          <a:pt x="4179" y="2821"/>
                        </a:cubicBezTo>
                        <a:cubicBezTo>
                          <a:pt x="3204" y="-814"/>
                          <a:pt x="588" y="-1258"/>
                          <a:pt x="101" y="3397"/>
                        </a:cubicBezTo>
                        <a:cubicBezTo>
                          <a:pt x="-165" y="5569"/>
                          <a:pt x="145" y="6500"/>
                          <a:pt x="455" y="8052"/>
                        </a:cubicBezTo>
                        <a:cubicBezTo>
                          <a:pt x="721" y="9559"/>
                          <a:pt x="987" y="11332"/>
                          <a:pt x="1076" y="1297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68" name="Forme libre : forme 21767">
                    <a:extLst>
                      <a:ext uri="{FF2B5EF4-FFF2-40B4-BE49-F238E27FC236}">
                        <a16:creationId xmlns:a16="http://schemas.microsoft.com/office/drawing/2014/main" id="{F6124277-633E-4E62-BAFF-3887FD7E7C2C}"/>
                      </a:ext>
                    </a:extLst>
                  </p:cNvPr>
                  <p:cNvSpPr/>
                  <p:nvPr/>
                </p:nvSpPr>
                <p:spPr>
                  <a:xfrm>
                    <a:off x="7830670" y="739928"/>
                    <a:ext cx="4211" cy="29790"/>
                  </a:xfrm>
                  <a:custGeom>
                    <a:avLst/>
                    <a:gdLst>
                      <a:gd name="connsiteX0" fmla="*/ 0 w 4211"/>
                      <a:gd name="connsiteY0" fmla="*/ 0 h 29790"/>
                      <a:gd name="connsiteX1" fmla="*/ 4211 w 4211"/>
                      <a:gd name="connsiteY1" fmla="*/ 29790 h 29790"/>
                      <a:gd name="connsiteX2" fmla="*/ 0 w 4211"/>
                      <a:gd name="connsiteY2" fmla="*/ 0 h 29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11" h="29790">
                        <a:moveTo>
                          <a:pt x="0" y="0"/>
                        </a:moveTo>
                        <a:cubicBezTo>
                          <a:pt x="4832" y="5896"/>
                          <a:pt x="4123" y="20703"/>
                          <a:pt x="4211" y="29790"/>
                        </a:cubicBezTo>
                        <a:cubicBezTo>
                          <a:pt x="4211" y="19905"/>
                          <a:pt x="2305" y="833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69" name="Forme libre : forme 21768">
                    <a:extLst>
                      <a:ext uri="{FF2B5EF4-FFF2-40B4-BE49-F238E27FC236}">
                        <a16:creationId xmlns:a16="http://schemas.microsoft.com/office/drawing/2014/main" id="{0CABDC4B-CA46-44C3-A9DD-E4BE75B6EAA9}"/>
                      </a:ext>
                    </a:extLst>
                  </p:cNvPr>
                  <p:cNvSpPr/>
                  <p:nvPr/>
                </p:nvSpPr>
                <p:spPr>
                  <a:xfrm>
                    <a:off x="7791348" y="790243"/>
                    <a:ext cx="6697" cy="12457"/>
                  </a:xfrm>
                  <a:custGeom>
                    <a:avLst/>
                    <a:gdLst>
                      <a:gd name="connsiteX0" fmla="*/ 4788 w 6697"/>
                      <a:gd name="connsiteY0" fmla="*/ 0 h 12457"/>
                      <a:gd name="connsiteX1" fmla="*/ 5719 w 6697"/>
                      <a:gd name="connsiteY1" fmla="*/ 1862 h 12457"/>
                      <a:gd name="connsiteX2" fmla="*/ 6118 w 6697"/>
                      <a:gd name="connsiteY2" fmla="*/ 5763 h 12457"/>
                      <a:gd name="connsiteX3" fmla="*/ 0 w 6697"/>
                      <a:gd name="connsiteY3" fmla="*/ 12457 h 12457"/>
                      <a:gd name="connsiteX4" fmla="*/ 6517 w 6697"/>
                      <a:gd name="connsiteY4" fmla="*/ 6295 h 12457"/>
                      <a:gd name="connsiteX5" fmla="*/ 4788 w 6697"/>
                      <a:gd name="connsiteY5" fmla="*/ 0 h 12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97" h="12457">
                        <a:moveTo>
                          <a:pt x="4788" y="0"/>
                        </a:moveTo>
                        <a:cubicBezTo>
                          <a:pt x="4965" y="310"/>
                          <a:pt x="5320" y="842"/>
                          <a:pt x="5719" y="1862"/>
                        </a:cubicBezTo>
                        <a:cubicBezTo>
                          <a:pt x="6073" y="2837"/>
                          <a:pt x="6384" y="4300"/>
                          <a:pt x="6118" y="5763"/>
                        </a:cubicBezTo>
                        <a:cubicBezTo>
                          <a:pt x="5586" y="8689"/>
                          <a:pt x="3369" y="11038"/>
                          <a:pt x="0" y="12457"/>
                        </a:cubicBezTo>
                        <a:cubicBezTo>
                          <a:pt x="3148" y="10905"/>
                          <a:pt x="5719" y="9221"/>
                          <a:pt x="6517" y="6295"/>
                        </a:cubicBezTo>
                        <a:cubicBezTo>
                          <a:pt x="7226" y="3192"/>
                          <a:pt x="5674" y="665"/>
                          <a:pt x="478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70" name="Forme libre : forme 21769">
                    <a:extLst>
                      <a:ext uri="{FF2B5EF4-FFF2-40B4-BE49-F238E27FC236}">
                        <a16:creationId xmlns:a16="http://schemas.microsoft.com/office/drawing/2014/main" id="{F6629222-398A-462B-B8EB-DDE523BED421}"/>
                      </a:ext>
                    </a:extLst>
                  </p:cNvPr>
                  <p:cNvSpPr/>
                  <p:nvPr/>
                </p:nvSpPr>
                <p:spPr>
                  <a:xfrm>
                    <a:off x="7811996" y="762954"/>
                    <a:ext cx="7029" cy="15730"/>
                  </a:xfrm>
                  <a:custGeom>
                    <a:avLst/>
                    <a:gdLst>
                      <a:gd name="connsiteX0" fmla="*/ 6704 w 7029"/>
                      <a:gd name="connsiteY0" fmla="*/ 247 h 15730"/>
                      <a:gd name="connsiteX1" fmla="*/ 4754 w 7029"/>
                      <a:gd name="connsiteY1" fmla="*/ 9778 h 15730"/>
                      <a:gd name="connsiteX2" fmla="*/ 454 w 7029"/>
                      <a:gd name="connsiteY2" fmla="*/ 15453 h 15730"/>
                      <a:gd name="connsiteX3" fmla="*/ 2183 w 7029"/>
                      <a:gd name="connsiteY3" fmla="*/ 6365 h 15730"/>
                      <a:gd name="connsiteX4" fmla="*/ 6704 w 7029"/>
                      <a:gd name="connsiteY4" fmla="*/ 247 h 15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29" h="15730">
                        <a:moveTo>
                          <a:pt x="6704" y="247"/>
                        </a:moveTo>
                        <a:cubicBezTo>
                          <a:pt x="7901" y="1754"/>
                          <a:pt x="5463" y="7872"/>
                          <a:pt x="4754" y="9778"/>
                        </a:cubicBezTo>
                        <a:cubicBezTo>
                          <a:pt x="4000" y="11640"/>
                          <a:pt x="1783" y="17004"/>
                          <a:pt x="454" y="15453"/>
                        </a:cubicBezTo>
                        <a:cubicBezTo>
                          <a:pt x="-1009" y="13812"/>
                          <a:pt x="1473" y="8138"/>
                          <a:pt x="2183" y="6365"/>
                        </a:cubicBezTo>
                        <a:cubicBezTo>
                          <a:pt x="2803" y="4547"/>
                          <a:pt x="5463" y="-1260"/>
                          <a:pt x="6704" y="24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71" name="Forme libre : forme 21770">
                    <a:extLst>
                      <a:ext uri="{FF2B5EF4-FFF2-40B4-BE49-F238E27FC236}">
                        <a16:creationId xmlns:a16="http://schemas.microsoft.com/office/drawing/2014/main" id="{A2140A7C-FDFD-4885-BBF6-33E301D94425}"/>
                      </a:ext>
                    </a:extLst>
                  </p:cNvPr>
                  <p:cNvSpPr/>
                  <p:nvPr/>
                </p:nvSpPr>
                <p:spPr>
                  <a:xfrm>
                    <a:off x="7817279" y="760629"/>
                    <a:ext cx="2134" cy="4523"/>
                  </a:xfrm>
                  <a:custGeom>
                    <a:avLst/>
                    <a:gdLst>
                      <a:gd name="connsiteX0" fmla="*/ 1732 w 2134"/>
                      <a:gd name="connsiteY0" fmla="*/ 1 h 4523"/>
                      <a:gd name="connsiteX1" fmla="*/ 1865 w 2134"/>
                      <a:gd name="connsiteY1" fmla="*/ 2306 h 4523"/>
                      <a:gd name="connsiteX2" fmla="*/ 402 w 2134"/>
                      <a:gd name="connsiteY2" fmla="*/ 4523 h 4523"/>
                      <a:gd name="connsiteX3" fmla="*/ 269 w 2134"/>
                      <a:gd name="connsiteY3" fmla="*/ 2306 h 4523"/>
                      <a:gd name="connsiteX4" fmla="*/ 1732 w 2134"/>
                      <a:gd name="connsiteY4" fmla="*/ 1 h 4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34" h="4523">
                        <a:moveTo>
                          <a:pt x="1732" y="1"/>
                        </a:moveTo>
                        <a:cubicBezTo>
                          <a:pt x="2397" y="45"/>
                          <a:pt x="2087" y="1552"/>
                          <a:pt x="1865" y="2306"/>
                        </a:cubicBezTo>
                        <a:cubicBezTo>
                          <a:pt x="1644" y="3060"/>
                          <a:pt x="1067" y="4567"/>
                          <a:pt x="402" y="4523"/>
                        </a:cubicBezTo>
                        <a:cubicBezTo>
                          <a:pt x="-263" y="4478"/>
                          <a:pt x="48" y="3060"/>
                          <a:pt x="269" y="2306"/>
                        </a:cubicBezTo>
                        <a:cubicBezTo>
                          <a:pt x="491" y="1552"/>
                          <a:pt x="1067" y="-43"/>
                          <a:pt x="173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72" name="Forme libre : forme 21771">
                    <a:extLst>
                      <a:ext uri="{FF2B5EF4-FFF2-40B4-BE49-F238E27FC236}">
                        <a16:creationId xmlns:a16="http://schemas.microsoft.com/office/drawing/2014/main" id="{806E991A-57E2-430E-B9BE-4CAC211A6E5C}"/>
                      </a:ext>
                    </a:extLst>
                  </p:cNvPr>
                  <p:cNvSpPr/>
                  <p:nvPr/>
                </p:nvSpPr>
                <p:spPr>
                  <a:xfrm>
                    <a:off x="7801940" y="740387"/>
                    <a:ext cx="25864" cy="36147"/>
                  </a:xfrm>
                  <a:custGeom>
                    <a:avLst/>
                    <a:gdLst>
                      <a:gd name="connsiteX0" fmla="*/ 14278 w 25864"/>
                      <a:gd name="connsiteY0" fmla="*/ 7255 h 36147"/>
                      <a:gd name="connsiteX1" fmla="*/ 24075 w 25864"/>
                      <a:gd name="connsiteY1" fmla="*/ 73 h 36147"/>
                      <a:gd name="connsiteX2" fmla="*/ 25627 w 25864"/>
                      <a:gd name="connsiteY2" fmla="*/ 3664 h 36147"/>
                      <a:gd name="connsiteX3" fmla="*/ 22524 w 25864"/>
                      <a:gd name="connsiteY3" fmla="*/ 7742 h 36147"/>
                      <a:gd name="connsiteX4" fmla="*/ 12239 w 25864"/>
                      <a:gd name="connsiteY4" fmla="*/ 19667 h 36147"/>
                      <a:gd name="connsiteX5" fmla="*/ 757 w 25864"/>
                      <a:gd name="connsiteY5" fmla="*/ 35582 h 36147"/>
                      <a:gd name="connsiteX6" fmla="*/ 6387 w 25864"/>
                      <a:gd name="connsiteY6" fmla="*/ 14791 h 36147"/>
                      <a:gd name="connsiteX7" fmla="*/ 14278 w 25864"/>
                      <a:gd name="connsiteY7" fmla="*/ 7255 h 36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864" h="36147">
                        <a:moveTo>
                          <a:pt x="14278" y="7255"/>
                        </a:moveTo>
                        <a:cubicBezTo>
                          <a:pt x="17691" y="3797"/>
                          <a:pt x="20307" y="1403"/>
                          <a:pt x="24075" y="73"/>
                        </a:cubicBezTo>
                        <a:cubicBezTo>
                          <a:pt x="25494" y="-415"/>
                          <a:pt x="26292" y="1625"/>
                          <a:pt x="25627" y="3664"/>
                        </a:cubicBezTo>
                        <a:cubicBezTo>
                          <a:pt x="24962" y="5659"/>
                          <a:pt x="23720" y="6634"/>
                          <a:pt x="22524" y="7742"/>
                        </a:cubicBezTo>
                        <a:cubicBezTo>
                          <a:pt x="18755" y="11111"/>
                          <a:pt x="15475" y="15013"/>
                          <a:pt x="12239" y="19667"/>
                        </a:cubicBezTo>
                        <a:cubicBezTo>
                          <a:pt x="10022" y="22416"/>
                          <a:pt x="3373" y="39439"/>
                          <a:pt x="757" y="35582"/>
                        </a:cubicBezTo>
                        <a:cubicBezTo>
                          <a:pt x="-2036" y="31459"/>
                          <a:pt x="3594" y="18603"/>
                          <a:pt x="6387" y="14791"/>
                        </a:cubicBezTo>
                        <a:cubicBezTo>
                          <a:pt x="9136" y="10845"/>
                          <a:pt x="11707" y="9870"/>
                          <a:pt x="14278" y="725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748" name="Graphique 2">
                  <a:extLst>
                    <a:ext uri="{FF2B5EF4-FFF2-40B4-BE49-F238E27FC236}">
                      <a16:creationId xmlns:a16="http://schemas.microsoft.com/office/drawing/2014/main" id="{2272B5B4-9086-4EEE-9EE9-060D06D3B90D}"/>
                    </a:ext>
                  </a:extLst>
                </p:cNvPr>
                <p:cNvGrpSpPr/>
                <p:nvPr/>
              </p:nvGrpSpPr>
              <p:grpSpPr>
                <a:xfrm>
                  <a:off x="7822135" y="650889"/>
                  <a:ext cx="55083" cy="86006"/>
                  <a:chOff x="7822135" y="650889"/>
                  <a:chExt cx="55083" cy="86006"/>
                </a:xfrm>
                <a:solidFill>
                  <a:schemeClr val="accent1"/>
                </a:solidFill>
              </p:grpSpPr>
              <p:sp>
                <p:nvSpPr>
                  <p:cNvPr id="21749" name="Forme libre : forme 21748">
                    <a:extLst>
                      <a:ext uri="{FF2B5EF4-FFF2-40B4-BE49-F238E27FC236}">
                        <a16:creationId xmlns:a16="http://schemas.microsoft.com/office/drawing/2014/main" id="{A0F1A2FC-2203-4414-B306-47875252F38F}"/>
                      </a:ext>
                    </a:extLst>
                  </p:cNvPr>
                  <p:cNvSpPr/>
                  <p:nvPr/>
                </p:nvSpPr>
                <p:spPr>
                  <a:xfrm>
                    <a:off x="7822135" y="650889"/>
                    <a:ext cx="55083" cy="86006"/>
                  </a:xfrm>
                  <a:custGeom>
                    <a:avLst/>
                    <a:gdLst>
                      <a:gd name="connsiteX0" fmla="*/ 49408 w 55083"/>
                      <a:gd name="connsiteY0" fmla="*/ 35665 h 86006"/>
                      <a:gd name="connsiteX1" fmla="*/ 35577 w 55083"/>
                      <a:gd name="connsiteY1" fmla="*/ 63194 h 86006"/>
                      <a:gd name="connsiteX2" fmla="*/ 11549 w 55083"/>
                      <a:gd name="connsiteY2" fmla="*/ 85493 h 86006"/>
                      <a:gd name="connsiteX3" fmla="*/ 2417 w 55083"/>
                      <a:gd name="connsiteY3" fmla="*/ 81370 h 86006"/>
                      <a:gd name="connsiteX4" fmla="*/ 4058 w 55083"/>
                      <a:gd name="connsiteY4" fmla="*/ 47723 h 86006"/>
                      <a:gd name="connsiteX5" fmla="*/ 10530 w 55083"/>
                      <a:gd name="connsiteY5" fmla="*/ 33537 h 86006"/>
                      <a:gd name="connsiteX6" fmla="*/ 18288 w 55083"/>
                      <a:gd name="connsiteY6" fmla="*/ 19528 h 86006"/>
                      <a:gd name="connsiteX7" fmla="*/ 24716 w 55083"/>
                      <a:gd name="connsiteY7" fmla="*/ 11150 h 86006"/>
                      <a:gd name="connsiteX8" fmla="*/ 31764 w 55083"/>
                      <a:gd name="connsiteY8" fmla="*/ 5387 h 86006"/>
                      <a:gd name="connsiteX9" fmla="*/ 39522 w 55083"/>
                      <a:gd name="connsiteY9" fmla="*/ 1751 h 86006"/>
                      <a:gd name="connsiteX10" fmla="*/ 48123 w 55083"/>
                      <a:gd name="connsiteY10" fmla="*/ 23 h 86006"/>
                      <a:gd name="connsiteX11" fmla="*/ 55038 w 55083"/>
                      <a:gd name="connsiteY11" fmla="*/ 6938 h 86006"/>
                      <a:gd name="connsiteX12" fmla="*/ 54595 w 55083"/>
                      <a:gd name="connsiteY12" fmla="*/ 20193 h 86006"/>
                      <a:gd name="connsiteX13" fmla="*/ 49408 w 55083"/>
                      <a:gd name="connsiteY13" fmla="*/ 35665 h 86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5083" h="86006">
                        <a:moveTo>
                          <a:pt x="49408" y="35665"/>
                        </a:moveTo>
                        <a:cubicBezTo>
                          <a:pt x="46083" y="42270"/>
                          <a:pt x="39035" y="56323"/>
                          <a:pt x="35577" y="63194"/>
                        </a:cubicBezTo>
                        <a:cubicBezTo>
                          <a:pt x="28750" y="76006"/>
                          <a:pt x="21435" y="81104"/>
                          <a:pt x="11549" y="85493"/>
                        </a:cubicBezTo>
                        <a:cubicBezTo>
                          <a:pt x="8180" y="87044"/>
                          <a:pt x="3526" y="84916"/>
                          <a:pt x="2417" y="81370"/>
                        </a:cubicBezTo>
                        <a:cubicBezTo>
                          <a:pt x="-774" y="71174"/>
                          <a:pt x="-1351" y="61199"/>
                          <a:pt x="4058" y="47723"/>
                        </a:cubicBezTo>
                        <a:cubicBezTo>
                          <a:pt x="5432" y="44088"/>
                          <a:pt x="7959" y="38812"/>
                          <a:pt x="10530" y="33537"/>
                        </a:cubicBezTo>
                        <a:cubicBezTo>
                          <a:pt x="13278" y="28261"/>
                          <a:pt x="16027" y="23030"/>
                          <a:pt x="18288" y="19528"/>
                        </a:cubicBezTo>
                        <a:cubicBezTo>
                          <a:pt x="20283" y="16248"/>
                          <a:pt x="22366" y="13499"/>
                          <a:pt x="24716" y="11150"/>
                        </a:cubicBezTo>
                        <a:cubicBezTo>
                          <a:pt x="26932" y="8844"/>
                          <a:pt x="29237" y="6938"/>
                          <a:pt x="31764" y="5387"/>
                        </a:cubicBezTo>
                        <a:cubicBezTo>
                          <a:pt x="34247" y="3835"/>
                          <a:pt x="36597" y="2682"/>
                          <a:pt x="39522" y="1751"/>
                        </a:cubicBezTo>
                        <a:cubicBezTo>
                          <a:pt x="42315" y="865"/>
                          <a:pt x="44798" y="244"/>
                          <a:pt x="48123" y="23"/>
                        </a:cubicBezTo>
                        <a:cubicBezTo>
                          <a:pt x="52467" y="-332"/>
                          <a:pt x="55171" y="3569"/>
                          <a:pt x="55038" y="6938"/>
                        </a:cubicBezTo>
                        <a:cubicBezTo>
                          <a:pt x="54994" y="11460"/>
                          <a:pt x="55348" y="15583"/>
                          <a:pt x="54595" y="20193"/>
                        </a:cubicBezTo>
                        <a:cubicBezTo>
                          <a:pt x="53886" y="24671"/>
                          <a:pt x="52290" y="29636"/>
                          <a:pt x="49408" y="3566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50" name="Forme libre : forme 21749">
                    <a:extLst>
                      <a:ext uri="{FF2B5EF4-FFF2-40B4-BE49-F238E27FC236}">
                        <a16:creationId xmlns:a16="http://schemas.microsoft.com/office/drawing/2014/main" id="{ED15FC8D-19D1-47F4-A678-B63AC756BAA4}"/>
                      </a:ext>
                    </a:extLst>
                  </p:cNvPr>
                  <p:cNvSpPr/>
                  <p:nvPr/>
                </p:nvSpPr>
                <p:spPr>
                  <a:xfrm>
                    <a:off x="7829163" y="657428"/>
                    <a:ext cx="47921" cy="79399"/>
                  </a:xfrm>
                  <a:custGeom>
                    <a:avLst/>
                    <a:gdLst>
                      <a:gd name="connsiteX0" fmla="*/ 19195 w 47921"/>
                      <a:gd name="connsiteY0" fmla="*/ 46902 h 79399"/>
                      <a:gd name="connsiteX1" fmla="*/ 0 w 47921"/>
                      <a:gd name="connsiteY1" fmla="*/ 79086 h 79399"/>
                      <a:gd name="connsiteX2" fmla="*/ 4433 w 47921"/>
                      <a:gd name="connsiteY2" fmla="*/ 78909 h 79399"/>
                      <a:gd name="connsiteX3" fmla="*/ 9354 w 47921"/>
                      <a:gd name="connsiteY3" fmla="*/ 76515 h 79399"/>
                      <a:gd name="connsiteX4" fmla="*/ 21589 w 47921"/>
                      <a:gd name="connsiteY4" fmla="*/ 66895 h 79399"/>
                      <a:gd name="connsiteX5" fmla="*/ 28460 w 47921"/>
                      <a:gd name="connsiteY5" fmla="*/ 56611 h 79399"/>
                      <a:gd name="connsiteX6" fmla="*/ 30721 w 47921"/>
                      <a:gd name="connsiteY6" fmla="*/ 52089 h 79399"/>
                      <a:gd name="connsiteX7" fmla="*/ 41272 w 47921"/>
                      <a:gd name="connsiteY7" fmla="*/ 31032 h 79399"/>
                      <a:gd name="connsiteX8" fmla="*/ 42247 w 47921"/>
                      <a:gd name="connsiteY8" fmla="*/ 29037 h 79399"/>
                      <a:gd name="connsiteX9" fmla="*/ 44863 w 47921"/>
                      <a:gd name="connsiteY9" fmla="*/ 23008 h 79399"/>
                      <a:gd name="connsiteX10" fmla="*/ 46592 w 47921"/>
                      <a:gd name="connsiteY10" fmla="*/ 17555 h 79399"/>
                      <a:gd name="connsiteX11" fmla="*/ 47700 w 47921"/>
                      <a:gd name="connsiteY11" fmla="*/ 10728 h 79399"/>
                      <a:gd name="connsiteX12" fmla="*/ 47922 w 47921"/>
                      <a:gd name="connsiteY12" fmla="*/ 4300 h 79399"/>
                      <a:gd name="connsiteX13" fmla="*/ 47877 w 47921"/>
                      <a:gd name="connsiteY13" fmla="*/ 177 h 79399"/>
                      <a:gd name="connsiteX14" fmla="*/ 47877 w 47921"/>
                      <a:gd name="connsiteY14" fmla="*/ 0 h 79399"/>
                      <a:gd name="connsiteX15" fmla="*/ 45572 w 47921"/>
                      <a:gd name="connsiteY15" fmla="*/ 1818 h 79399"/>
                      <a:gd name="connsiteX16" fmla="*/ 43356 w 47921"/>
                      <a:gd name="connsiteY16" fmla="*/ 4256 h 79399"/>
                      <a:gd name="connsiteX17" fmla="*/ 39100 w 47921"/>
                      <a:gd name="connsiteY17" fmla="*/ 9576 h 79399"/>
                      <a:gd name="connsiteX18" fmla="*/ 35154 w 47921"/>
                      <a:gd name="connsiteY18" fmla="*/ 15383 h 79399"/>
                      <a:gd name="connsiteX19" fmla="*/ 31475 w 47921"/>
                      <a:gd name="connsiteY19" fmla="*/ 21412 h 79399"/>
                      <a:gd name="connsiteX20" fmla="*/ 19195 w 47921"/>
                      <a:gd name="connsiteY20" fmla="*/ 46902 h 79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7921" h="79399">
                        <a:moveTo>
                          <a:pt x="19195" y="46902"/>
                        </a:moveTo>
                        <a:cubicBezTo>
                          <a:pt x="14363" y="58916"/>
                          <a:pt x="8600" y="71594"/>
                          <a:pt x="0" y="79086"/>
                        </a:cubicBezTo>
                        <a:cubicBezTo>
                          <a:pt x="1463" y="79530"/>
                          <a:pt x="3059" y="79530"/>
                          <a:pt x="4433" y="78909"/>
                        </a:cubicBezTo>
                        <a:cubicBezTo>
                          <a:pt x="6162" y="78155"/>
                          <a:pt x="7758" y="77358"/>
                          <a:pt x="9354" y="76515"/>
                        </a:cubicBezTo>
                        <a:cubicBezTo>
                          <a:pt x="13831" y="74077"/>
                          <a:pt x="17865" y="71151"/>
                          <a:pt x="21589" y="66895"/>
                        </a:cubicBezTo>
                        <a:cubicBezTo>
                          <a:pt x="23939" y="64103"/>
                          <a:pt x="26244" y="60778"/>
                          <a:pt x="28460" y="56611"/>
                        </a:cubicBezTo>
                        <a:cubicBezTo>
                          <a:pt x="29125" y="55325"/>
                          <a:pt x="29879" y="53818"/>
                          <a:pt x="30721" y="52089"/>
                        </a:cubicBezTo>
                        <a:cubicBezTo>
                          <a:pt x="34002" y="45572"/>
                          <a:pt x="38435" y="36750"/>
                          <a:pt x="41272" y="31032"/>
                        </a:cubicBezTo>
                        <a:cubicBezTo>
                          <a:pt x="41627" y="30322"/>
                          <a:pt x="41937" y="29657"/>
                          <a:pt x="42247" y="29037"/>
                        </a:cubicBezTo>
                        <a:cubicBezTo>
                          <a:pt x="43267" y="26865"/>
                          <a:pt x="44109" y="24870"/>
                          <a:pt x="44863" y="23008"/>
                        </a:cubicBezTo>
                        <a:cubicBezTo>
                          <a:pt x="45572" y="21146"/>
                          <a:pt x="46104" y="19195"/>
                          <a:pt x="46592" y="17555"/>
                        </a:cubicBezTo>
                        <a:cubicBezTo>
                          <a:pt x="47212" y="15294"/>
                          <a:pt x="47523" y="12945"/>
                          <a:pt x="47700" y="10728"/>
                        </a:cubicBezTo>
                        <a:cubicBezTo>
                          <a:pt x="47877" y="8733"/>
                          <a:pt x="47922" y="6517"/>
                          <a:pt x="47922" y="4300"/>
                        </a:cubicBezTo>
                        <a:cubicBezTo>
                          <a:pt x="47877" y="3103"/>
                          <a:pt x="47833" y="1729"/>
                          <a:pt x="47877" y="177"/>
                        </a:cubicBezTo>
                        <a:lnTo>
                          <a:pt x="47877" y="0"/>
                        </a:lnTo>
                        <a:lnTo>
                          <a:pt x="45572" y="1818"/>
                        </a:lnTo>
                        <a:lnTo>
                          <a:pt x="43356" y="4256"/>
                        </a:lnTo>
                        <a:cubicBezTo>
                          <a:pt x="41804" y="5807"/>
                          <a:pt x="40474" y="7714"/>
                          <a:pt x="39100" y="9576"/>
                        </a:cubicBezTo>
                        <a:cubicBezTo>
                          <a:pt x="37681" y="11393"/>
                          <a:pt x="36396" y="13344"/>
                          <a:pt x="35154" y="15383"/>
                        </a:cubicBezTo>
                        <a:cubicBezTo>
                          <a:pt x="33913" y="17378"/>
                          <a:pt x="32583" y="19328"/>
                          <a:pt x="31475" y="21412"/>
                        </a:cubicBezTo>
                        <a:cubicBezTo>
                          <a:pt x="26731" y="29657"/>
                          <a:pt x="22742" y="38346"/>
                          <a:pt x="19195" y="4690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51" name="Forme libre : forme 21750">
                    <a:extLst>
                      <a:ext uri="{FF2B5EF4-FFF2-40B4-BE49-F238E27FC236}">
                        <a16:creationId xmlns:a16="http://schemas.microsoft.com/office/drawing/2014/main" id="{651CB6EE-DFB1-4CE4-8F27-73CEEC3C0113}"/>
                      </a:ext>
                    </a:extLst>
                  </p:cNvPr>
                  <p:cNvSpPr/>
                  <p:nvPr/>
                </p:nvSpPr>
                <p:spPr>
                  <a:xfrm>
                    <a:off x="7840838" y="666883"/>
                    <a:ext cx="24044" cy="39362"/>
                  </a:xfrm>
                  <a:custGeom>
                    <a:avLst/>
                    <a:gdLst>
                      <a:gd name="connsiteX0" fmla="*/ 22991 w 24044"/>
                      <a:gd name="connsiteY0" fmla="*/ 297 h 39362"/>
                      <a:gd name="connsiteX1" fmla="*/ 22060 w 24044"/>
                      <a:gd name="connsiteY1" fmla="*/ 10493 h 39362"/>
                      <a:gd name="connsiteX2" fmla="*/ 16563 w 24044"/>
                      <a:gd name="connsiteY2" fmla="*/ 22906 h 39362"/>
                      <a:gd name="connsiteX3" fmla="*/ 1712 w 24044"/>
                      <a:gd name="connsiteY3" fmla="*/ 39176 h 39362"/>
                      <a:gd name="connsiteX4" fmla="*/ 6278 w 24044"/>
                      <a:gd name="connsiteY4" fmla="*/ 17675 h 39362"/>
                      <a:gd name="connsiteX5" fmla="*/ 13948 w 24044"/>
                      <a:gd name="connsiteY5" fmla="*/ 6105 h 39362"/>
                      <a:gd name="connsiteX6" fmla="*/ 22991 w 24044"/>
                      <a:gd name="connsiteY6" fmla="*/ 297 h 393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044" h="39362">
                        <a:moveTo>
                          <a:pt x="22991" y="297"/>
                        </a:moveTo>
                        <a:cubicBezTo>
                          <a:pt x="24942" y="1494"/>
                          <a:pt x="23922" y="5927"/>
                          <a:pt x="22060" y="10493"/>
                        </a:cubicBezTo>
                        <a:cubicBezTo>
                          <a:pt x="20376" y="15237"/>
                          <a:pt x="17804" y="20291"/>
                          <a:pt x="16563" y="22906"/>
                        </a:cubicBezTo>
                        <a:cubicBezTo>
                          <a:pt x="13815" y="27915"/>
                          <a:pt x="6367" y="41082"/>
                          <a:pt x="1712" y="39176"/>
                        </a:cubicBezTo>
                        <a:cubicBezTo>
                          <a:pt x="-3075" y="37181"/>
                          <a:pt x="3397" y="22507"/>
                          <a:pt x="6278" y="17675"/>
                        </a:cubicBezTo>
                        <a:cubicBezTo>
                          <a:pt x="7564" y="15237"/>
                          <a:pt x="10667" y="10183"/>
                          <a:pt x="13948" y="6105"/>
                        </a:cubicBezTo>
                        <a:cubicBezTo>
                          <a:pt x="17406" y="2071"/>
                          <a:pt x="20952" y="-988"/>
                          <a:pt x="22991" y="29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52" name="Forme libre : forme 21751">
                    <a:extLst>
                      <a:ext uri="{FF2B5EF4-FFF2-40B4-BE49-F238E27FC236}">
                        <a16:creationId xmlns:a16="http://schemas.microsoft.com/office/drawing/2014/main" id="{CC0CB7A2-53F3-45F0-A40D-8DB0B6B60248}"/>
                      </a:ext>
                    </a:extLst>
                  </p:cNvPr>
                  <p:cNvSpPr/>
                  <p:nvPr/>
                </p:nvSpPr>
                <p:spPr>
                  <a:xfrm>
                    <a:off x="7840810" y="681145"/>
                    <a:ext cx="20447" cy="25157"/>
                  </a:xfrm>
                  <a:custGeom>
                    <a:avLst/>
                    <a:gdLst>
                      <a:gd name="connsiteX0" fmla="*/ 1519 w 20447"/>
                      <a:gd name="connsiteY0" fmla="*/ 14496 h 25157"/>
                      <a:gd name="connsiteX1" fmla="*/ 1652 w 20447"/>
                      <a:gd name="connsiteY1" fmla="*/ 25136 h 25157"/>
                      <a:gd name="connsiteX2" fmla="*/ 16724 w 20447"/>
                      <a:gd name="connsiteY2" fmla="*/ 8467 h 25157"/>
                      <a:gd name="connsiteX3" fmla="*/ 20448 w 20447"/>
                      <a:gd name="connsiteY3" fmla="*/ 0 h 25157"/>
                      <a:gd name="connsiteX4" fmla="*/ 17744 w 20447"/>
                      <a:gd name="connsiteY4" fmla="*/ 4167 h 25157"/>
                      <a:gd name="connsiteX5" fmla="*/ 9720 w 20447"/>
                      <a:gd name="connsiteY5" fmla="*/ 12191 h 25157"/>
                      <a:gd name="connsiteX6" fmla="*/ 1519 w 20447"/>
                      <a:gd name="connsiteY6" fmla="*/ 14496 h 25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447" h="25157">
                        <a:moveTo>
                          <a:pt x="1519" y="14496"/>
                        </a:moveTo>
                        <a:cubicBezTo>
                          <a:pt x="1031" y="17422"/>
                          <a:pt x="-1717" y="24737"/>
                          <a:pt x="1652" y="25136"/>
                        </a:cubicBezTo>
                        <a:cubicBezTo>
                          <a:pt x="6971" y="25712"/>
                          <a:pt x="13222" y="14762"/>
                          <a:pt x="16724" y="8467"/>
                        </a:cubicBezTo>
                        <a:cubicBezTo>
                          <a:pt x="17655" y="6561"/>
                          <a:pt x="19650" y="2261"/>
                          <a:pt x="20448" y="0"/>
                        </a:cubicBezTo>
                        <a:cubicBezTo>
                          <a:pt x="19739" y="1153"/>
                          <a:pt x="18630" y="3192"/>
                          <a:pt x="17744" y="4167"/>
                        </a:cubicBezTo>
                        <a:cubicBezTo>
                          <a:pt x="15305" y="7004"/>
                          <a:pt x="12557" y="10107"/>
                          <a:pt x="9720" y="12191"/>
                        </a:cubicBezTo>
                        <a:cubicBezTo>
                          <a:pt x="6971" y="14319"/>
                          <a:pt x="4134" y="15516"/>
                          <a:pt x="1519" y="1449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53" name="Forme libre : forme 21752">
                    <a:extLst>
                      <a:ext uri="{FF2B5EF4-FFF2-40B4-BE49-F238E27FC236}">
                        <a16:creationId xmlns:a16="http://schemas.microsoft.com/office/drawing/2014/main" id="{1BCC4A4A-27C3-4777-B72E-EFDC67DB56E6}"/>
                      </a:ext>
                    </a:extLst>
                  </p:cNvPr>
                  <p:cNvSpPr/>
                  <p:nvPr/>
                </p:nvSpPr>
                <p:spPr>
                  <a:xfrm>
                    <a:off x="7842912" y="665313"/>
                    <a:ext cx="23928" cy="39346"/>
                  </a:xfrm>
                  <a:custGeom>
                    <a:avLst/>
                    <a:gdLst>
                      <a:gd name="connsiteX0" fmla="*/ 23267 w 23928"/>
                      <a:gd name="connsiteY0" fmla="*/ 626 h 39346"/>
                      <a:gd name="connsiteX1" fmla="*/ 16661 w 23928"/>
                      <a:gd name="connsiteY1" fmla="*/ 23324 h 39346"/>
                      <a:gd name="connsiteX2" fmla="*/ 1766 w 23928"/>
                      <a:gd name="connsiteY2" fmla="*/ 39194 h 39346"/>
                      <a:gd name="connsiteX3" fmla="*/ 6421 w 23928"/>
                      <a:gd name="connsiteY3" fmla="*/ 17871 h 39346"/>
                      <a:gd name="connsiteX4" fmla="*/ 14356 w 23928"/>
                      <a:gd name="connsiteY4" fmla="*/ 5902 h 39346"/>
                      <a:gd name="connsiteX5" fmla="*/ 19499 w 23928"/>
                      <a:gd name="connsiteY5" fmla="*/ 892 h 39346"/>
                      <a:gd name="connsiteX6" fmla="*/ 23267 w 23928"/>
                      <a:gd name="connsiteY6" fmla="*/ 626 h 39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928" h="39346">
                        <a:moveTo>
                          <a:pt x="23267" y="626"/>
                        </a:moveTo>
                        <a:cubicBezTo>
                          <a:pt x="26060" y="4217"/>
                          <a:pt x="19277" y="17694"/>
                          <a:pt x="16661" y="23324"/>
                        </a:cubicBezTo>
                        <a:cubicBezTo>
                          <a:pt x="13913" y="28821"/>
                          <a:pt x="6687" y="40834"/>
                          <a:pt x="1766" y="39194"/>
                        </a:cubicBezTo>
                        <a:cubicBezTo>
                          <a:pt x="-3287" y="37510"/>
                          <a:pt x="3850" y="22393"/>
                          <a:pt x="6421" y="17871"/>
                        </a:cubicBezTo>
                        <a:cubicBezTo>
                          <a:pt x="7618" y="15566"/>
                          <a:pt x="10854" y="10157"/>
                          <a:pt x="14356" y="5902"/>
                        </a:cubicBezTo>
                        <a:cubicBezTo>
                          <a:pt x="16174" y="3774"/>
                          <a:pt x="17903" y="1912"/>
                          <a:pt x="19499" y="892"/>
                        </a:cubicBezTo>
                        <a:cubicBezTo>
                          <a:pt x="21183" y="-127"/>
                          <a:pt x="22513" y="-349"/>
                          <a:pt x="23267" y="62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54" name="Forme libre : forme 21753">
                    <a:extLst>
                      <a:ext uri="{FF2B5EF4-FFF2-40B4-BE49-F238E27FC236}">
                        <a16:creationId xmlns:a16="http://schemas.microsoft.com/office/drawing/2014/main" id="{71030CA2-F44F-439F-A897-F078CDDCACB3}"/>
                      </a:ext>
                    </a:extLst>
                  </p:cNvPr>
                  <p:cNvSpPr/>
                  <p:nvPr/>
                </p:nvSpPr>
                <p:spPr>
                  <a:xfrm>
                    <a:off x="7829046" y="678866"/>
                    <a:ext cx="37036" cy="46212"/>
                  </a:xfrm>
                  <a:custGeom>
                    <a:avLst/>
                    <a:gdLst>
                      <a:gd name="connsiteX0" fmla="*/ 5481 w 37036"/>
                      <a:gd name="connsiteY0" fmla="*/ 46210 h 46212"/>
                      <a:gd name="connsiteX1" fmla="*/ 12928 w 37036"/>
                      <a:gd name="connsiteY1" fmla="*/ 43329 h 46212"/>
                      <a:gd name="connsiteX2" fmla="*/ 28090 w 37036"/>
                      <a:gd name="connsiteY2" fmla="*/ 28389 h 46212"/>
                      <a:gd name="connsiteX3" fmla="*/ 36468 w 37036"/>
                      <a:gd name="connsiteY3" fmla="*/ 9504 h 46212"/>
                      <a:gd name="connsiteX4" fmla="*/ 34429 w 37036"/>
                      <a:gd name="connsiteY4" fmla="*/ 17 h 46212"/>
                      <a:gd name="connsiteX5" fmla="*/ 28799 w 37036"/>
                      <a:gd name="connsiteY5" fmla="*/ 4539 h 46212"/>
                      <a:gd name="connsiteX6" fmla="*/ 14391 w 37036"/>
                      <a:gd name="connsiteY6" fmla="*/ 18237 h 46212"/>
                      <a:gd name="connsiteX7" fmla="*/ 870 w 37036"/>
                      <a:gd name="connsiteY7" fmla="*/ 33088 h 46212"/>
                      <a:gd name="connsiteX8" fmla="*/ 5481 w 37036"/>
                      <a:gd name="connsiteY8" fmla="*/ 46210 h 46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036" h="46212">
                        <a:moveTo>
                          <a:pt x="5481" y="46210"/>
                        </a:moveTo>
                        <a:cubicBezTo>
                          <a:pt x="8628" y="46255"/>
                          <a:pt x="9914" y="45590"/>
                          <a:pt x="12928" y="43329"/>
                        </a:cubicBezTo>
                        <a:cubicBezTo>
                          <a:pt x="18603" y="38940"/>
                          <a:pt x="23391" y="35482"/>
                          <a:pt x="28090" y="28389"/>
                        </a:cubicBezTo>
                        <a:cubicBezTo>
                          <a:pt x="32035" y="22493"/>
                          <a:pt x="35182" y="15356"/>
                          <a:pt x="36468" y="9504"/>
                        </a:cubicBezTo>
                        <a:cubicBezTo>
                          <a:pt x="37443" y="5204"/>
                          <a:pt x="37399" y="505"/>
                          <a:pt x="34429" y="17"/>
                        </a:cubicBezTo>
                        <a:cubicBezTo>
                          <a:pt x="32567" y="-249"/>
                          <a:pt x="30794" y="2589"/>
                          <a:pt x="28799" y="4539"/>
                        </a:cubicBezTo>
                        <a:cubicBezTo>
                          <a:pt x="24144" y="9238"/>
                          <a:pt x="19933" y="14026"/>
                          <a:pt x="14391" y="18237"/>
                        </a:cubicBezTo>
                        <a:cubicBezTo>
                          <a:pt x="9603" y="21784"/>
                          <a:pt x="3442" y="25375"/>
                          <a:pt x="870" y="33088"/>
                        </a:cubicBezTo>
                        <a:cubicBezTo>
                          <a:pt x="-1435" y="40004"/>
                          <a:pt x="1092" y="46166"/>
                          <a:pt x="5481" y="4621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55" name="Forme libre : forme 21754">
                    <a:extLst>
                      <a:ext uri="{FF2B5EF4-FFF2-40B4-BE49-F238E27FC236}">
                        <a16:creationId xmlns:a16="http://schemas.microsoft.com/office/drawing/2014/main" id="{64917D80-6ED2-4A78-A4D6-11D4C2CEFB03}"/>
                      </a:ext>
                    </a:extLst>
                  </p:cNvPr>
                  <p:cNvSpPr/>
                  <p:nvPr/>
                </p:nvSpPr>
                <p:spPr>
                  <a:xfrm>
                    <a:off x="7833640" y="695126"/>
                    <a:ext cx="6477" cy="18132"/>
                  </a:xfrm>
                  <a:custGeom>
                    <a:avLst/>
                    <a:gdLst>
                      <a:gd name="connsiteX0" fmla="*/ 0 w 6477"/>
                      <a:gd name="connsiteY0" fmla="*/ 15898 h 18132"/>
                      <a:gd name="connsiteX1" fmla="*/ 399 w 6477"/>
                      <a:gd name="connsiteY1" fmla="*/ 17937 h 18132"/>
                      <a:gd name="connsiteX2" fmla="*/ 1951 w 6477"/>
                      <a:gd name="connsiteY2" fmla="*/ 17139 h 18132"/>
                      <a:gd name="connsiteX3" fmla="*/ 3369 w 6477"/>
                      <a:gd name="connsiteY3" fmla="*/ 14125 h 18132"/>
                      <a:gd name="connsiteX4" fmla="*/ 5852 w 6477"/>
                      <a:gd name="connsiteY4" fmla="*/ 6278 h 18132"/>
                      <a:gd name="connsiteX5" fmla="*/ 6472 w 6477"/>
                      <a:gd name="connsiteY5" fmla="*/ 3352 h 18132"/>
                      <a:gd name="connsiteX6" fmla="*/ 2128 w 6477"/>
                      <a:gd name="connsiteY6" fmla="*/ 3264 h 18132"/>
                      <a:gd name="connsiteX7" fmla="*/ 0 w 6477"/>
                      <a:gd name="connsiteY7" fmla="*/ 15898 h 18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77" h="18132">
                        <a:moveTo>
                          <a:pt x="0" y="15898"/>
                        </a:moveTo>
                        <a:cubicBezTo>
                          <a:pt x="0" y="16829"/>
                          <a:pt x="0" y="17494"/>
                          <a:pt x="399" y="17937"/>
                        </a:cubicBezTo>
                        <a:cubicBezTo>
                          <a:pt x="798" y="18425"/>
                          <a:pt x="1419" y="17937"/>
                          <a:pt x="1951" y="17139"/>
                        </a:cubicBezTo>
                        <a:cubicBezTo>
                          <a:pt x="2483" y="16386"/>
                          <a:pt x="3015" y="15100"/>
                          <a:pt x="3369" y="14125"/>
                        </a:cubicBezTo>
                        <a:cubicBezTo>
                          <a:pt x="4300" y="11598"/>
                          <a:pt x="5231" y="8849"/>
                          <a:pt x="5852" y="6278"/>
                        </a:cubicBezTo>
                        <a:cubicBezTo>
                          <a:pt x="6118" y="5214"/>
                          <a:pt x="6428" y="4283"/>
                          <a:pt x="6472" y="3352"/>
                        </a:cubicBezTo>
                        <a:cubicBezTo>
                          <a:pt x="6606" y="-505"/>
                          <a:pt x="4211" y="-1657"/>
                          <a:pt x="2128" y="3264"/>
                        </a:cubicBezTo>
                        <a:cubicBezTo>
                          <a:pt x="665" y="7120"/>
                          <a:pt x="89" y="12174"/>
                          <a:pt x="0" y="1589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56" name="Forme libre : forme 21755">
                    <a:extLst>
                      <a:ext uri="{FF2B5EF4-FFF2-40B4-BE49-F238E27FC236}">
                        <a16:creationId xmlns:a16="http://schemas.microsoft.com/office/drawing/2014/main" id="{6B5FCADB-7267-4F66-B1AA-E39628307EE2}"/>
                      </a:ext>
                    </a:extLst>
                  </p:cNvPr>
                  <p:cNvSpPr/>
                  <p:nvPr/>
                </p:nvSpPr>
                <p:spPr>
                  <a:xfrm>
                    <a:off x="7871321" y="657383"/>
                    <a:ext cx="4523" cy="27884"/>
                  </a:xfrm>
                  <a:custGeom>
                    <a:avLst/>
                    <a:gdLst>
                      <a:gd name="connsiteX0" fmla="*/ 4211 w 4523"/>
                      <a:gd name="connsiteY0" fmla="*/ 0 h 27884"/>
                      <a:gd name="connsiteX1" fmla="*/ 4433 w 4523"/>
                      <a:gd name="connsiteY1" fmla="*/ 5985 h 27884"/>
                      <a:gd name="connsiteX2" fmla="*/ 3414 w 4523"/>
                      <a:gd name="connsiteY2" fmla="*/ 13078 h 27884"/>
                      <a:gd name="connsiteX3" fmla="*/ 1729 w 4523"/>
                      <a:gd name="connsiteY3" fmla="*/ 20747 h 27884"/>
                      <a:gd name="connsiteX4" fmla="*/ 0 w 4523"/>
                      <a:gd name="connsiteY4" fmla="*/ 27884 h 27884"/>
                      <a:gd name="connsiteX5" fmla="*/ 4211 w 4523"/>
                      <a:gd name="connsiteY5" fmla="*/ 0 h 2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523" h="27884">
                        <a:moveTo>
                          <a:pt x="4211" y="0"/>
                        </a:moveTo>
                        <a:cubicBezTo>
                          <a:pt x="4522" y="1818"/>
                          <a:pt x="4611" y="3591"/>
                          <a:pt x="4433" y="5985"/>
                        </a:cubicBezTo>
                        <a:cubicBezTo>
                          <a:pt x="4256" y="8201"/>
                          <a:pt x="3901" y="10418"/>
                          <a:pt x="3414" y="13078"/>
                        </a:cubicBezTo>
                        <a:cubicBezTo>
                          <a:pt x="2926" y="15605"/>
                          <a:pt x="2305" y="18087"/>
                          <a:pt x="1729" y="20747"/>
                        </a:cubicBezTo>
                        <a:cubicBezTo>
                          <a:pt x="1108" y="23362"/>
                          <a:pt x="488" y="25756"/>
                          <a:pt x="0" y="27884"/>
                        </a:cubicBezTo>
                        <a:cubicBezTo>
                          <a:pt x="2394" y="18530"/>
                          <a:pt x="2660" y="7758"/>
                          <a:pt x="421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57" name="Forme libre : forme 21756">
                    <a:extLst>
                      <a:ext uri="{FF2B5EF4-FFF2-40B4-BE49-F238E27FC236}">
                        <a16:creationId xmlns:a16="http://schemas.microsoft.com/office/drawing/2014/main" id="{F5F66427-87CC-4CE5-ACBB-83CF5A32F3E7}"/>
                      </a:ext>
                    </a:extLst>
                  </p:cNvPr>
                  <p:cNvSpPr/>
                  <p:nvPr/>
                </p:nvSpPr>
                <p:spPr>
                  <a:xfrm>
                    <a:off x="7824048" y="698035"/>
                    <a:ext cx="3607" cy="33957"/>
                  </a:xfrm>
                  <a:custGeom>
                    <a:avLst/>
                    <a:gdLst>
                      <a:gd name="connsiteX0" fmla="*/ 3608 w 3607"/>
                      <a:gd name="connsiteY0" fmla="*/ 0 h 33957"/>
                      <a:gd name="connsiteX1" fmla="*/ 1569 w 3607"/>
                      <a:gd name="connsiteY1" fmla="*/ 33957 h 33957"/>
                      <a:gd name="connsiteX2" fmla="*/ 3608 w 3607"/>
                      <a:gd name="connsiteY2" fmla="*/ 0 h 33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07" h="33957">
                        <a:moveTo>
                          <a:pt x="3608" y="0"/>
                        </a:moveTo>
                        <a:cubicBezTo>
                          <a:pt x="-1135" y="11925"/>
                          <a:pt x="-515" y="24293"/>
                          <a:pt x="1569" y="33957"/>
                        </a:cubicBezTo>
                        <a:cubicBezTo>
                          <a:pt x="-870" y="25047"/>
                          <a:pt x="904" y="10728"/>
                          <a:pt x="360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58" name="Forme libre : forme 21757">
                    <a:extLst>
                      <a:ext uri="{FF2B5EF4-FFF2-40B4-BE49-F238E27FC236}">
                        <a16:creationId xmlns:a16="http://schemas.microsoft.com/office/drawing/2014/main" id="{CC08532A-E5F6-4B38-8259-3C88F00FAA63}"/>
                      </a:ext>
                    </a:extLst>
                  </p:cNvPr>
                  <p:cNvSpPr/>
                  <p:nvPr/>
                </p:nvSpPr>
                <p:spPr>
                  <a:xfrm>
                    <a:off x="7847449" y="674702"/>
                    <a:ext cx="9862" cy="14127"/>
                  </a:xfrm>
                  <a:custGeom>
                    <a:avLst/>
                    <a:gdLst>
                      <a:gd name="connsiteX0" fmla="*/ 9731 w 9862"/>
                      <a:gd name="connsiteY0" fmla="*/ 370 h 14127"/>
                      <a:gd name="connsiteX1" fmla="*/ 5608 w 9862"/>
                      <a:gd name="connsiteY1" fmla="*/ 9191 h 14127"/>
                      <a:gd name="connsiteX2" fmla="*/ 156 w 9862"/>
                      <a:gd name="connsiteY2" fmla="*/ 13713 h 14127"/>
                      <a:gd name="connsiteX3" fmla="*/ 3924 w 9862"/>
                      <a:gd name="connsiteY3" fmla="*/ 5290 h 14127"/>
                      <a:gd name="connsiteX4" fmla="*/ 9731 w 9862"/>
                      <a:gd name="connsiteY4" fmla="*/ 370 h 14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2" h="14127">
                        <a:moveTo>
                          <a:pt x="9731" y="370"/>
                        </a:moveTo>
                        <a:cubicBezTo>
                          <a:pt x="10618" y="2143"/>
                          <a:pt x="6761" y="7507"/>
                          <a:pt x="5608" y="9191"/>
                        </a:cubicBezTo>
                        <a:cubicBezTo>
                          <a:pt x="4500" y="10876"/>
                          <a:pt x="1087" y="15531"/>
                          <a:pt x="156" y="13713"/>
                        </a:cubicBezTo>
                        <a:cubicBezTo>
                          <a:pt x="-775" y="11851"/>
                          <a:pt x="2727" y="6798"/>
                          <a:pt x="3924" y="5290"/>
                        </a:cubicBezTo>
                        <a:cubicBezTo>
                          <a:pt x="5032" y="3694"/>
                          <a:pt x="8845" y="-1404"/>
                          <a:pt x="9731" y="37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59" name="Forme libre : forme 21758">
                    <a:extLst>
                      <a:ext uri="{FF2B5EF4-FFF2-40B4-BE49-F238E27FC236}">
                        <a16:creationId xmlns:a16="http://schemas.microsoft.com/office/drawing/2014/main" id="{2E50D860-4E8C-442A-BC09-6E75E4143602}"/>
                      </a:ext>
                    </a:extLst>
                  </p:cNvPr>
                  <p:cNvSpPr/>
                  <p:nvPr/>
                </p:nvSpPr>
                <p:spPr>
                  <a:xfrm>
                    <a:off x="7855488" y="672617"/>
                    <a:ext cx="2887" cy="4066"/>
                  </a:xfrm>
                  <a:custGeom>
                    <a:avLst/>
                    <a:gdLst>
                      <a:gd name="connsiteX0" fmla="*/ 2623 w 2887"/>
                      <a:gd name="connsiteY0" fmla="*/ 16 h 4066"/>
                      <a:gd name="connsiteX1" fmla="*/ 2179 w 2887"/>
                      <a:gd name="connsiteY1" fmla="*/ 2233 h 4066"/>
                      <a:gd name="connsiteX2" fmla="*/ 273 w 2887"/>
                      <a:gd name="connsiteY2" fmla="*/ 4050 h 4066"/>
                      <a:gd name="connsiteX3" fmla="*/ 628 w 2887"/>
                      <a:gd name="connsiteY3" fmla="*/ 1834 h 4066"/>
                      <a:gd name="connsiteX4" fmla="*/ 2623 w 2887"/>
                      <a:gd name="connsiteY4" fmla="*/ 16 h 4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7" h="4066">
                        <a:moveTo>
                          <a:pt x="2623" y="16"/>
                        </a:moveTo>
                        <a:cubicBezTo>
                          <a:pt x="3288" y="238"/>
                          <a:pt x="2534" y="1568"/>
                          <a:pt x="2179" y="2233"/>
                        </a:cubicBezTo>
                        <a:cubicBezTo>
                          <a:pt x="1780" y="2898"/>
                          <a:pt x="894" y="4228"/>
                          <a:pt x="273" y="4050"/>
                        </a:cubicBezTo>
                        <a:cubicBezTo>
                          <a:pt x="-347" y="3873"/>
                          <a:pt x="229" y="2543"/>
                          <a:pt x="628" y="1834"/>
                        </a:cubicBezTo>
                        <a:cubicBezTo>
                          <a:pt x="1027" y="1169"/>
                          <a:pt x="2002" y="-161"/>
                          <a:pt x="2623" y="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760" name="Forme libre : forme 21759">
                    <a:extLst>
                      <a:ext uri="{FF2B5EF4-FFF2-40B4-BE49-F238E27FC236}">
                        <a16:creationId xmlns:a16="http://schemas.microsoft.com/office/drawing/2014/main" id="{235E0A20-6C28-4B0D-9FD0-225750E18203}"/>
                      </a:ext>
                    </a:extLst>
                  </p:cNvPr>
                  <p:cNvSpPr/>
                  <p:nvPr/>
                </p:nvSpPr>
                <p:spPr>
                  <a:xfrm>
                    <a:off x="7838504" y="655470"/>
                    <a:ext cx="33761" cy="29127"/>
                  </a:xfrm>
                  <a:custGeom>
                    <a:avLst/>
                    <a:gdLst>
                      <a:gd name="connsiteX0" fmla="*/ 20670 w 33761"/>
                      <a:gd name="connsiteY0" fmla="*/ 3687 h 29127"/>
                      <a:gd name="connsiteX1" fmla="*/ 32729 w 33761"/>
                      <a:gd name="connsiteY1" fmla="*/ 51 h 29127"/>
                      <a:gd name="connsiteX2" fmla="*/ 32729 w 33761"/>
                      <a:gd name="connsiteY2" fmla="*/ 4041 h 29127"/>
                      <a:gd name="connsiteX3" fmla="*/ 28384 w 33761"/>
                      <a:gd name="connsiteY3" fmla="*/ 6657 h 29127"/>
                      <a:gd name="connsiteX4" fmla="*/ 21602 w 33761"/>
                      <a:gd name="connsiteY4" fmla="*/ 10381 h 29127"/>
                      <a:gd name="connsiteX5" fmla="*/ 15085 w 33761"/>
                      <a:gd name="connsiteY5" fmla="*/ 15479 h 29127"/>
                      <a:gd name="connsiteX6" fmla="*/ 7150 w 33761"/>
                      <a:gd name="connsiteY6" fmla="*/ 24389 h 29127"/>
                      <a:gd name="connsiteX7" fmla="*/ 234 w 33761"/>
                      <a:gd name="connsiteY7" fmla="*/ 28290 h 29127"/>
                      <a:gd name="connsiteX8" fmla="*/ 10740 w 33761"/>
                      <a:gd name="connsiteY8" fmla="*/ 9228 h 29127"/>
                      <a:gd name="connsiteX9" fmla="*/ 15750 w 33761"/>
                      <a:gd name="connsiteY9" fmla="*/ 5947 h 29127"/>
                      <a:gd name="connsiteX10" fmla="*/ 20670 w 33761"/>
                      <a:gd name="connsiteY10" fmla="*/ 3687 h 29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3761" h="29127">
                        <a:moveTo>
                          <a:pt x="20670" y="3687"/>
                        </a:moveTo>
                        <a:cubicBezTo>
                          <a:pt x="25015" y="1204"/>
                          <a:pt x="28872" y="-303"/>
                          <a:pt x="32729" y="51"/>
                        </a:cubicBezTo>
                        <a:cubicBezTo>
                          <a:pt x="34236" y="273"/>
                          <a:pt x="33970" y="2401"/>
                          <a:pt x="32729" y="4041"/>
                        </a:cubicBezTo>
                        <a:cubicBezTo>
                          <a:pt x="31399" y="5637"/>
                          <a:pt x="29803" y="5992"/>
                          <a:pt x="28384" y="6657"/>
                        </a:cubicBezTo>
                        <a:cubicBezTo>
                          <a:pt x="26123" y="7676"/>
                          <a:pt x="23818" y="8918"/>
                          <a:pt x="21602" y="10381"/>
                        </a:cubicBezTo>
                        <a:cubicBezTo>
                          <a:pt x="19474" y="11888"/>
                          <a:pt x="17346" y="13617"/>
                          <a:pt x="15085" y="15479"/>
                        </a:cubicBezTo>
                        <a:cubicBezTo>
                          <a:pt x="13711" y="16631"/>
                          <a:pt x="10342" y="20887"/>
                          <a:pt x="7150" y="24389"/>
                        </a:cubicBezTo>
                        <a:cubicBezTo>
                          <a:pt x="4046" y="27891"/>
                          <a:pt x="1076" y="30551"/>
                          <a:pt x="234" y="28290"/>
                        </a:cubicBezTo>
                        <a:cubicBezTo>
                          <a:pt x="-1495" y="23769"/>
                          <a:pt x="6795" y="12420"/>
                          <a:pt x="10740" y="9228"/>
                        </a:cubicBezTo>
                        <a:cubicBezTo>
                          <a:pt x="12602" y="7588"/>
                          <a:pt x="14243" y="6701"/>
                          <a:pt x="15750" y="5947"/>
                        </a:cubicBezTo>
                        <a:cubicBezTo>
                          <a:pt x="17390" y="5150"/>
                          <a:pt x="18986" y="4573"/>
                          <a:pt x="20670" y="368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57" name="Graphique 2">
                <a:extLst>
                  <a:ext uri="{FF2B5EF4-FFF2-40B4-BE49-F238E27FC236}">
                    <a16:creationId xmlns:a16="http://schemas.microsoft.com/office/drawing/2014/main" id="{B34D6D6E-B2AD-45FA-8EF5-EFF91AB85881}"/>
                  </a:ext>
                </a:extLst>
              </p:cNvPr>
              <p:cNvGrpSpPr/>
              <p:nvPr/>
            </p:nvGrpSpPr>
            <p:grpSpPr>
              <a:xfrm>
                <a:off x="7237522" y="1257253"/>
                <a:ext cx="60567" cy="77150"/>
                <a:chOff x="7237522" y="1257253"/>
                <a:chExt cx="60567" cy="77150"/>
              </a:xfrm>
              <a:solidFill>
                <a:schemeClr val="accent1"/>
              </a:solidFill>
            </p:grpSpPr>
            <p:sp>
              <p:nvSpPr>
                <p:cNvPr id="21686" name="Forme libre : forme 21685">
                  <a:extLst>
                    <a:ext uri="{FF2B5EF4-FFF2-40B4-BE49-F238E27FC236}">
                      <a16:creationId xmlns:a16="http://schemas.microsoft.com/office/drawing/2014/main" id="{93DF5426-CE09-46F4-BAD8-750574FDEA52}"/>
                    </a:ext>
                  </a:extLst>
                </p:cNvPr>
                <p:cNvSpPr/>
                <p:nvPr/>
              </p:nvSpPr>
              <p:spPr>
                <a:xfrm>
                  <a:off x="7237522" y="1257253"/>
                  <a:ext cx="60567" cy="77150"/>
                </a:xfrm>
                <a:custGeom>
                  <a:avLst/>
                  <a:gdLst>
                    <a:gd name="connsiteX0" fmla="*/ 56433 w 60567"/>
                    <a:gd name="connsiteY0" fmla="*/ 46609 h 77150"/>
                    <a:gd name="connsiteX1" fmla="*/ 51424 w 60567"/>
                    <a:gd name="connsiteY1" fmla="*/ 62302 h 77150"/>
                    <a:gd name="connsiteX2" fmla="*/ 49473 w 60567"/>
                    <a:gd name="connsiteY2" fmla="*/ 65982 h 77150"/>
                    <a:gd name="connsiteX3" fmla="*/ 47345 w 60567"/>
                    <a:gd name="connsiteY3" fmla="*/ 69395 h 77150"/>
                    <a:gd name="connsiteX4" fmla="*/ 44952 w 60567"/>
                    <a:gd name="connsiteY4" fmla="*/ 71878 h 77150"/>
                    <a:gd name="connsiteX5" fmla="*/ 42514 w 60567"/>
                    <a:gd name="connsiteY5" fmla="*/ 73739 h 77150"/>
                    <a:gd name="connsiteX6" fmla="*/ 37415 w 60567"/>
                    <a:gd name="connsiteY6" fmla="*/ 76178 h 77150"/>
                    <a:gd name="connsiteX7" fmla="*/ 30234 w 60567"/>
                    <a:gd name="connsiteY7" fmla="*/ 77109 h 77150"/>
                    <a:gd name="connsiteX8" fmla="*/ 19993 w 60567"/>
                    <a:gd name="connsiteY8" fmla="*/ 73872 h 77150"/>
                    <a:gd name="connsiteX9" fmla="*/ 7758 w 60567"/>
                    <a:gd name="connsiteY9" fmla="*/ 59598 h 77150"/>
                    <a:gd name="connsiteX10" fmla="*/ 1374 w 60567"/>
                    <a:gd name="connsiteY10" fmla="*/ 42797 h 77150"/>
                    <a:gd name="connsiteX11" fmla="*/ 0 w 60567"/>
                    <a:gd name="connsiteY11" fmla="*/ 35571 h 77150"/>
                    <a:gd name="connsiteX12" fmla="*/ 399 w 60567"/>
                    <a:gd name="connsiteY12" fmla="*/ 31137 h 77150"/>
                    <a:gd name="connsiteX13" fmla="*/ 2350 w 60567"/>
                    <a:gd name="connsiteY13" fmla="*/ 22537 h 77150"/>
                    <a:gd name="connsiteX14" fmla="*/ 11836 w 60567"/>
                    <a:gd name="connsiteY14" fmla="*/ 19257 h 77150"/>
                    <a:gd name="connsiteX15" fmla="*/ 18885 w 60567"/>
                    <a:gd name="connsiteY15" fmla="*/ 24089 h 77150"/>
                    <a:gd name="connsiteX16" fmla="*/ 23673 w 60567"/>
                    <a:gd name="connsiteY16" fmla="*/ 26084 h 77150"/>
                    <a:gd name="connsiteX17" fmla="*/ 26732 w 60567"/>
                    <a:gd name="connsiteY17" fmla="*/ 23956 h 77150"/>
                    <a:gd name="connsiteX18" fmla="*/ 26820 w 60567"/>
                    <a:gd name="connsiteY18" fmla="*/ 23291 h 77150"/>
                    <a:gd name="connsiteX19" fmla="*/ 26909 w 60567"/>
                    <a:gd name="connsiteY19" fmla="*/ 23335 h 77150"/>
                    <a:gd name="connsiteX20" fmla="*/ 27264 w 60567"/>
                    <a:gd name="connsiteY20" fmla="*/ 23380 h 77150"/>
                    <a:gd name="connsiteX21" fmla="*/ 27618 w 60567"/>
                    <a:gd name="connsiteY21" fmla="*/ 23291 h 77150"/>
                    <a:gd name="connsiteX22" fmla="*/ 28549 w 60567"/>
                    <a:gd name="connsiteY22" fmla="*/ 21606 h 77150"/>
                    <a:gd name="connsiteX23" fmla="*/ 33559 w 60567"/>
                    <a:gd name="connsiteY23" fmla="*/ 13627 h 77150"/>
                    <a:gd name="connsiteX24" fmla="*/ 45661 w 60567"/>
                    <a:gd name="connsiteY24" fmla="*/ 1790 h 77150"/>
                    <a:gd name="connsiteX25" fmla="*/ 48232 w 60567"/>
                    <a:gd name="connsiteY25" fmla="*/ 416 h 77150"/>
                    <a:gd name="connsiteX26" fmla="*/ 51025 w 60567"/>
                    <a:gd name="connsiteY26" fmla="*/ 106 h 77150"/>
                    <a:gd name="connsiteX27" fmla="*/ 53685 w 60567"/>
                    <a:gd name="connsiteY27" fmla="*/ 194 h 77150"/>
                    <a:gd name="connsiteX28" fmla="*/ 55547 w 60567"/>
                    <a:gd name="connsiteY28" fmla="*/ 2411 h 77150"/>
                    <a:gd name="connsiteX29" fmla="*/ 60334 w 60567"/>
                    <a:gd name="connsiteY29" fmla="*/ 18725 h 77150"/>
                    <a:gd name="connsiteX30" fmla="*/ 60334 w 60567"/>
                    <a:gd name="connsiteY30" fmla="*/ 28566 h 77150"/>
                    <a:gd name="connsiteX31" fmla="*/ 60068 w 60567"/>
                    <a:gd name="connsiteY31" fmla="*/ 31270 h 77150"/>
                    <a:gd name="connsiteX32" fmla="*/ 59847 w 60567"/>
                    <a:gd name="connsiteY32" fmla="*/ 32778 h 77150"/>
                    <a:gd name="connsiteX33" fmla="*/ 59270 w 60567"/>
                    <a:gd name="connsiteY33" fmla="*/ 35305 h 77150"/>
                    <a:gd name="connsiteX34" fmla="*/ 56433 w 60567"/>
                    <a:gd name="connsiteY34" fmla="*/ 46609 h 77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60567" h="77150">
                      <a:moveTo>
                        <a:pt x="56433" y="46609"/>
                      </a:moveTo>
                      <a:cubicBezTo>
                        <a:pt x="55281" y="50953"/>
                        <a:pt x="53552" y="56495"/>
                        <a:pt x="51424" y="62302"/>
                      </a:cubicBezTo>
                      <a:cubicBezTo>
                        <a:pt x="50803" y="63499"/>
                        <a:pt x="50138" y="64740"/>
                        <a:pt x="49473" y="65982"/>
                      </a:cubicBezTo>
                      <a:cubicBezTo>
                        <a:pt x="48764" y="67134"/>
                        <a:pt x="48188" y="68819"/>
                        <a:pt x="47345" y="69395"/>
                      </a:cubicBezTo>
                      <a:cubicBezTo>
                        <a:pt x="46548" y="70237"/>
                        <a:pt x="45750" y="71035"/>
                        <a:pt x="44952" y="71878"/>
                      </a:cubicBezTo>
                      <a:cubicBezTo>
                        <a:pt x="44154" y="72764"/>
                        <a:pt x="43356" y="73075"/>
                        <a:pt x="42514" y="73739"/>
                      </a:cubicBezTo>
                      <a:cubicBezTo>
                        <a:pt x="40829" y="74892"/>
                        <a:pt x="39543" y="75513"/>
                        <a:pt x="37415" y="76178"/>
                      </a:cubicBezTo>
                      <a:cubicBezTo>
                        <a:pt x="35332" y="76887"/>
                        <a:pt x="32362" y="77286"/>
                        <a:pt x="30234" y="77109"/>
                      </a:cubicBezTo>
                      <a:cubicBezTo>
                        <a:pt x="25889" y="76931"/>
                        <a:pt x="22697" y="75468"/>
                        <a:pt x="19993" y="73872"/>
                      </a:cubicBezTo>
                      <a:cubicBezTo>
                        <a:pt x="15028" y="70902"/>
                        <a:pt x="10817" y="65361"/>
                        <a:pt x="7758" y="59598"/>
                      </a:cubicBezTo>
                      <a:cubicBezTo>
                        <a:pt x="4699" y="53791"/>
                        <a:pt x="2660" y="47895"/>
                        <a:pt x="1374" y="42797"/>
                      </a:cubicBezTo>
                      <a:cubicBezTo>
                        <a:pt x="754" y="40225"/>
                        <a:pt x="310" y="37876"/>
                        <a:pt x="0" y="35571"/>
                      </a:cubicBezTo>
                      <a:cubicBezTo>
                        <a:pt x="44" y="34063"/>
                        <a:pt x="177" y="32600"/>
                        <a:pt x="399" y="31137"/>
                      </a:cubicBezTo>
                      <a:cubicBezTo>
                        <a:pt x="798" y="28212"/>
                        <a:pt x="1463" y="25374"/>
                        <a:pt x="2350" y="22537"/>
                      </a:cubicBezTo>
                      <a:cubicBezTo>
                        <a:pt x="3546" y="18548"/>
                        <a:pt x="8467" y="17173"/>
                        <a:pt x="11836" y="19257"/>
                      </a:cubicBezTo>
                      <a:cubicBezTo>
                        <a:pt x="14274" y="20808"/>
                        <a:pt x="16624" y="22360"/>
                        <a:pt x="18885" y="24089"/>
                      </a:cubicBezTo>
                      <a:cubicBezTo>
                        <a:pt x="21456" y="26483"/>
                        <a:pt x="22609" y="26128"/>
                        <a:pt x="23673" y="26084"/>
                      </a:cubicBezTo>
                      <a:cubicBezTo>
                        <a:pt x="25801" y="25906"/>
                        <a:pt x="26554" y="24532"/>
                        <a:pt x="26732" y="23956"/>
                      </a:cubicBezTo>
                      <a:cubicBezTo>
                        <a:pt x="26820" y="23690"/>
                        <a:pt x="26865" y="23380"/>
                        <a:pt x="26820" y="23291"/>
                      </a:cubicBezTo>
                      <a:cubicBezTo>
                        <a:pt x="26776" y="23202"/>
                        <a:pt x="26820" y="23291"/>
                        <a:pt x="26909" y="23335"/>
                      </a:cubicBezTo>
                      <a:cubicBezTo>
                        <a:pt x="26953" y="23335"/>
                        <a:pt x="27042" y="23468"/>
                        <a:pt x="27264" y="23380"/>
                      </a:cubicBezTo>
                      <a:lnTo>
                        <a:pt x="27618" y="23291"/>
                      </a:lnTo>
                      <a:cubicBezTo>
                        <a:pt x="27662" y="23601"/>
                        <a:pt x="28194" y="22227"/>
                        <a:pt x="28549" y="21606"/>
                      </a:cubicBezTo>
                      <a:cubicBezTo>
                        <a:pt x="30101" y="18592"/>
                        <a:pt x="31741" y="15976"/>
                        <a:pt x="33559" y="13627"/>
                      </a:cubicBezTo>
                      <a:cubicBezTo>
                        <a:pt x="37105" y="8928"/>
                        <a:pt x="41183" y="5337"/>
                        <a:pt x="45661" y="1790"/>
                      </a:cubicBezTo>
                      <a:cubicBezTo>
                        <a:pt x="46459" y="1170"/>
                        <a:pt x="47301" y="726"/>
                        <a:pt x="48232" y="416"/>
                      </a:cubicBezTo>
                      <a:cubicBezTo>
                        <a:pt x="49163" y="17"/>
                        <a:pt x="50005" y="327"/>
                        <a:pt x="51025" y="106"/>
                      </a:cubicBezTo>
                      <a:cubicBezTo>
                        <a:pt x="51956" y="17"/>
                        <a:pt x="52887" y="-116"/>
                        <a:pt x="53685" y="194"/>
                      </a:cubicBezTo>
                      <a:cubicBezTo>
                        <a:pt x="54527" y="416"/>
                        <a:pt x="55059" y="1702"/>
                        <a:pt x="55547" y="2411"/>
                      </a:cubicBezTo>
                      <a:cubicBezTo>
                        <a:pt x="58073" y="7420"/>
                        <a:pt x="59714" y="12651"/>
                        <a:pt x="60334" y="18725"/>
                      </a:cubicBezTo>
                      <a:cubicBezTo>
                        <a:pt x="60645" y="21784"/>
                        <a:pt x="60645" y="25020"/>
                        <a:pt x="60334" y="28566"/>
                      </a:cubicBezTo>
                      <a:lnTo>
                        <a:pt x="60068" y="31270"/>
                      </a:lnTo>
                      <a:lnTo>
                        <a:pt x="59847" y="32778"/>
                      </a:lnTo>
                      <a:lnTo>
                        <a:pt x="59270" y="35305"/>
                      </a:lnTo>
                      <a:cubicBezTo>
                        <a:pt x="58473" y="38851"/>
                        <a:pt x="57586" y="42531"/>
                        <a:pt x="56433" y="46609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87" name="Forme libre : forme 21686">
                  <a:extLst>
                    <a:ext uri="{FF2B5EF4-FFF2-40B4-BE49-F238E27FC236}">
                      <a16:creationId xmlns:a16="http://schemas.microsoft.com/office/drawing/2014/main" id="{00688565-9433-4306-BEED-5B4E3EFCB7EC}"/>
                    </a:ext>
                  </a:extLst>
                </p:cNvPr>
                <p:cNvSpPr/>
                <p:nvPr/>
              </p:nvSpPr>
              <p:spPr>
                <a:xfrm>
                  <a:off x="7237610" y="1259531"/>
                  <a:ext cx="60380" cy="74748"/>
                </a:xfrm>
                <a:custGeom>
                  <a:avLst/>
                  <a:gdLst>
                    <a:gd name="connsiteX0" fmla="*/ 26554 w 60380"/>
                    <a:gd name="connsiteY0" fmla="*/ 60423 h 74748"/>
                    <a:gd name="connsiteX1" fmla="*/ 17555 w 60380"/>
                    <a:gd name="connsiteY1" fmla="*/ 52045 h 74748"/>
                    <a:gd name="connsiteX2" fmla="*/ 10373 w 60380"/>
                    <a:gd name="connsiteY2" fmla="*/ 39455 h 74748"/>
                    <a:gd name="connsiteX3" fmla="*/ 5275 w 60380"/>
                    <a:gd name="connsiteY3" fmla="*/ 16757 h 74748"/>
                    <a:gd name="connsiteX4" fmla="*/ 2261 w 60380"/>
                    <a:gd name="connsiteY4" fmla="*/ 20259 h 74748"/>
                    <a:gd name="connsiteX5" fmla="*/ 798 w 60380"/>
                    <a:gd name="connsiteY5" fmla="*/ 26155 h 74748"/>
                    <a:gd name="connsiteX6" fmla="*/ 177 w 60380"/>
                    <a:gd name="connsiteY6" fmla="*/ 30500 h 74748"/>
                    <a:gd name="connsiteX7" fmla="*/ 0 w 60380"/>
                    <a:gd name="connsiteY7" fmla="*/ 32716 h 74748"/>
                    <a:gd name="connsiteX8" fmla="*/ 0 w 60380"/>
                    <a:gd name="connsiteY8" fmla="*/ 33293 h 74748"/>
                    <a:gd name="connsiteX9" fmla="*/ 133 w 60380"/>
                    <a:gd name="connsiteY9" fmla="*/ 34135 h 74748"/>
                    <a:gd name="connsiteX10" fmla="*/ 399 w 60380"/>
                    <a:gd name="connsiteY10" fmla="*/ 35864 h 74748"/>
                    <a:gd name="connsiteX11" fmla="*/ 5187 w 60380"/>
                    <a:gd name="connsiteY11" fmla="*/ 51912 h 74748"/>
                    <a:gd name="connsiteX12" fmla="*/ 19860 w 60380"/>
                    <a:gd name="connsiteY12" fmla="*/ 71461 h 74748"/>
                    <a:gd name="connsiteX13" fmla="*/ 26909 w 60380"/>
                    <a:gd name="connsiteY13" fmla="*/ 74343 h 74748"/>
                    <a:gd name="connsiteX14" fmla="*/ 31475 w 60380"/>
                    <a:gd name="connsiteY14" fmla="*/ 74742 h 74748"/>
                    <a:gd name="connsiteX15" fmla="*/ 36795 w 60380"/>
                    <a:gd name="connsiteY15" fmla="*/ 73944 h 74748"/>
                    <a:gd name="connsiteX16" fmla="*/ 40651 w 60380"/>
                    <a:gd name="connsiteY16" fmla="*/ 72393 h 74748"/>
                    <a:gd name="connsiteX17" fmla="*/ 44109 w 60380"/>
                    <a:gd name="connsiteY17" fmla="*/ 70132 h 74748"/>
                    <a:gd name="connsiteX18" fmla="*/ 47567 w 60380"/>
                    <a:gd name="connsiteY18" fmla="*/ 66585 h 74748"/>
                    <a:gd name="connsiteX19" fmla="*/ 50493 w 60380"/>
                    <a:gd name="connsiteY19" fmla="*/ 61354 h 74748"/>
                    <a:gd name="connsiteX20" fmla="*/ 52842 w 60380"/>
                    <a:gd name="connsiteY20" fmla="*/ 55414 h 74748"/>
                    <a:gd name="connsiteX21" fmla="*/ 54749 w 60380"/>
                    <a:gd name="connsiteY21" fmla="*/ 49606 h 74748"/>
                    <a:gd name="connsiteX22" fmla="*/ 56300 w 60380"/>
                    <a:gd name="connsiteY22" fmla="*/ 44242 h 74748"/>
                    <a:gd name="connsiteX23" fmla="*/ 58428 w 60380"/>
                    <a:gd name="connsiteY23" fmla="*/ 36085 h 74748"/>
                    <a:gd name="connsiteX24" fmla="*/ 59315 w 60380"/>
                    <a:gd name="connsiteY24" fmla="*/ 32273 h 74748"/>
                    <a:gd name="connsiteX25" fmla="*/ 59714 w 60380"/>
                    <a:gd name="connsiteY25" fmla="*/ 30455 h 74748"/>
                    <a:gd name="connsiteX26" fmla="*/ 59847 w 60380"/>
                    <a:gd name="connsiteY26" fmla="*/ 29480 h 74748"/>
                    <a:gd name="connsiteX27" fmla="*/ 60379 w 60380"/>
                    <a:gd name="connsiteY27" fmla="*/ 21988 h 74748"/>
                    <a:gd name="connsiteX28" fmla="*/ 57497 w 60380"/>
                    <a:gd name="connsiteY28" fmla="*/ 4965 h 74748"/>
                    <a:gd name="connsiteX29" fmla="*/ 55369 w 60380"/>
                    <a:gd name="connsiteY29" fmla="*/ 133 h 74748"/>
                    <a:gd name="connsiteX30" fmla="*/ 55281 w 60380"/>
                    <a:gd name="connsiteY30" fmla="*/ 0 h 74748"/>
                    <a:gd name="connsiteX31" fmla="*/ 50803 w 60380"/>
                    <a:gd name="connsiteY31" fmla="*/ 16447 h 74748"/>
                    <a:gd name="connsiteX32" fmla="*/ 45705 w 60380"/>
                    <a:gd name="connsiteY32" fmla="*/ 34091 h 74748"/>
                    <a:gd name="connsiteX33" fmla="*/ 39100 w 60380"/>
                    <a:gd name="connsiteY33" fmla="*/ 53064 h 74748"/>
                    <a:gd name="connsiteX34" fmla="*/ 34844 w 60380"/>
                    <a:gd name="connsiteY34" fmla="*/ 60290 h 74748"/>
                    <a:gd name="connsiteX35" fmla="*/ 30633 w 60380"/>
                    <a:gd name="connsiteY35" fmla="*/ 61709 h 74748"/>
                    <a:gd name="connsiteX36" fmla="*/ 26554 w 60380"/>
                    <a:gd name="connsiteY36" fmla="*/ 60423 h 74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60380" h="74748">
                      <a:moveTo>
                        <a:pt x="26554" y="60423"/>
                      </a:moveTo>
                      <a:cubicBezTo>
                        <a:pt x="23229" y="58517"/>
                        <a:pt x="20348" y="55680"/>
                        <a:pt x="17555" y="52045"/>
                      </a:cubicBezTo>
                      <a:cubicBezTo>
                        <a:pt x="14806" y="48409"/>
                        <a:pt x="12324" y="43976"/>
                        <a:pt x="10373" y="39455"/>
                      </a:cubicBezTo>
                      <a:cubicBezTo>
                        <a:pt x="6162" y="29790"/>
                        <a:pt x="5142" y="23451"/>
                        <a:pt x="5275" y="16757"/>
                      </a:cubicBezTo>
                      <a:cubicBezTo>
                        <a:pt x="3901" y="17466"/>
                        <a:pt x="2748" y="18619"/>
                        <a:pt x="2261" y="20259"/>
                      </a:cubicBezTo>
                      <a:cubicBezTo>
                        <a:pt x="1685" y="22254"/>
                        <a:pt x="1153" y="24205"/>
                        <a:pt x="798" y="26155"/>
                      </a:cubicBezTo>
                      <a:cubicBezTo>
                        <a:pt x="532" y="27574"/>
                        <a:pt x="310" y="29037"/>
                        <a:pt x="177" y="30500"/>
                      </a:cubicBezTo>
                      <a:cubicBezTo>
                        <a:pt x="133" y="31253"/>
                        <a:pt x="88" y="32007"/>
                        <a:pt x="0" y="32716"/>
                      </a:cubicBezTo>
                      <a:lnTo>
                        <a:pt x="0" y="33293"/>
                      </a:lnTo>
                      <a:lnTo>
                        <a:pt x="133" y="34135"/>
                      </a:lnTo>
                      <a:lnTo>
                        <a:pt x="399" y="35864"/>
                      </a:lnTo>
                      <a:cubicBezTo>
                        <a:pt x="1197" y="40563"/>
                        <a:pt x="2704" y="46060"/>
                        <a:pt x="5187" y="51912"/>
                      </a:cubicBezTo>
                      <a:cubicBezTo>
                        <a:pt x="8334" y="59403"/>
                        <a:pt x="13388" y="67516"/>
                        <a:pt x="19860" y="71461"/>
                      </a:cubicBezTo>
                      <a:cubicBezTo>
                        <a:pt x="21811" y="72747"/>
                        <a:pt x="24160" y="73678"/>
                        <a:pt x="26909" y="74343"/>
                      </a:cubicBezTo>
                      <a:cubicBezTo>
                        <a:pt x="28283" y="74609"/>
                        <a:pt x="29746" y="74786"/>
                        <a:pt x="31475" y="74742"/>
                      </a:cubicBezTo>
                      <a:cubicBezTo>
                        <a:pt x="33159" y="74742"/>
                        <a:pt x="35154" y="74432"/>
                        <a:pt x="36795" y="73944"/>
                      </a:cubicBezTo>
                      <a:cubicBezTo>
                        <a:pt x="38479" y="73456"/>
                        <a:pt x="39499" y="73013"/>
                        <a:pt x="40651" y="72393"/>
                      </a:cubicBezTo>
                      <a:cubicBezTo>
                        <a:pt x="41760" y="71905"/>
                        <a:pt x="42957" y="70885"/>
                        <a:pt x="44109" y="70132"/>
                      </a:cubicBezTo>
                      <a:cubicBezTo>
                        <a:pt x="45262" y="69068"/>
                        <a:pt x="46459" y="67738"/>
                        <a:pt x="47567" y="66585"/>
                      </a:cubicBezTo>
                      <a:cubicBezTo>
                        <a:pt x="48631" y="65122"/>
                        <a:pt x="49562" y="63039"/>
                        <a:pt x="50493" y="61354"/>
                      </a:cubicBezTo>
                      <a:cubicBezTo>
                        <a:pt x="51513" y="59802"/>
                        <a:pt x="52133" y="57409"/>
                        <a:pt x="52842" y="55414"/>
                      </a:cubicBezTo>
                      <a:cubicBezTo>
                        <a:pt x="53508" y="53375"/>
                        <a:pt x="54172" y="51468"/>
                        <a:pt x="54749" y="49606"/>
                      </a:cubicBezTo>
                      <a:cubicBezTo>
                        <a:pt x="55281" y="47700"/>
                        <a:pt x="55813" y="45838"/>
                        <a:pt x="56300" y="44242"/>
                      </a:cubicBezTo>
                      <a:cubicBezTo>
                        <a:pt x="57098" y="41361"/>
                        <a:pt x="57807" y="38657"/>
                        <a:pt x="58428" y="36085"/>
                      </a:cubicBezTo>
                      <a:cubicBezTo>
                        <a:pt x="58739" y="34800"/>
                        <a:pt x="59004" y="33559"/>
                        <a:pt x="59315" y="32273"/>
                      </a:cubicBezTo>
                      <a:lnTo>
                        <a:pt x="59714" y="30455"/>
                      </a:lnTo>
                      <a:lnTo>
                        <a:pt x="59847" y="29480"/>
                      </a:lnTo>
                      <a:cubicBezTo>
                        <a:pt x="60201" y="26865"/>
                        <a:pt x="60379" y="24382"/>
                        <a:pt x="60379" y="21988"/>
                      </a:cubicBezTo>
                      <a:cubicBezTo>
                        <a:pt x="60423" y="15516"/>
                        <a:pt x="59315" y="10063"/>
                        <a:pt x="57497" y="4965"/>
                      </a:cubicBezTo>
                      <a:cubicBezTo>
                        <a:pt x="56876" y="3325"/>
                        <a:pt x="56167" y="1729"/>
                        <a:pt x="55369" y="133"/>
                      </a:cubicBezTo>
                      <a:lnTo>
                        <a:pt x="55281" y="0"/>
                      </a:lnTo>
                      <a:cubicBezTo>
                        <a:pt x="53862" y="5630"/>
                        <a:pt x="52355" y="10950"/>
                        <a:pt x="50803" y="16447"/>
                      </a:cubicBezTo>
                      <a:cubicBezTo>
                        <a:pt x="49119" y="22343"/>
                        <a:pt x="47390" y="28195"/>
                        <a:pt x="45705" y="34091"/>
                      </a:cubicBezTo>
                      <a:cubicBezTo>
                        <a:pt x="43755" y="40740"/>
                        <a:pt x="41715" y="47789"/>
                        <a:pt x="39100" y="53064"/>
                      </a:cubicBezTo>
                      <a:cubicBezTo>
                        <a:pt x="37726" y="55724"/>
                        <a:pt x="36795" y="58251"/>
                        <a:pt x="34844" y="60290"/>
                      </a:cubicBezTo>
                      <a:cubicBezTo>
                        <a:pt x="33780" y="61265"/>
                        <a:pt x="32140" y="61930"/>
                        <a:pt x="30633" y="61709"/>
                      </a:cubicBezTo>
                      <a:cubicBezTo>
                        <a:pt x="29081" y="61664"/>
                        <a:pt x="27795" y="61044"/>
                        <a:pt x="26554" y="60423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88" name="Forme libre : forme 21687">
                  <a:extLst>
                    <a:ext uri="{FF2B5EF4-FFF2-40B4-BE49-F238E27FC236}">
                      <a16:creationId xmlns:a16="http://schemas.microsoft.com/office/drawing/2014/main" id="{4023D35C-BFEE-4312-B108-1D3FBBBE452E}"/>
                    </a:ext>
                  </a:extLst>
                </p:cNvPr>
                <p:cNvSpPr/>
                <p:nvPr/>
              </p:nvSpPr>
              <p:spPr>
                <a:xfrm>
                  <a:off x="7260867" y="1278152"/>
                  <a:ext cx="25230" cy="43848"/>
                </a:xfrm>
                <a:custGeom>
                  <a:avLst/>
                  <a:gdLst>
                    <a:gd name="connsiteX0" fmla="*/ 23203 w 25230"/>
                    <a:gd name="connsiteY0" fmla="*/ 42 h 43848"/>
                    <a:gd name="connsiteX1" fmla="*/ 25153 w 25230"/>
                    <a:gd name="connsiteY1" fmla="*/ 3854 h 43848"/>
                    <a:gd name="connsiteX2" fmla="*/ 24488 w 25230"/>
                    <a:gd name="connsiteY2" fmla="*/ 12632 h 43848"/>
                    <a:gd name="connsiteX3" fmla="*/ 18770 w 25230"/>
                    <a:gd name="connsiteY3" fmla="*/ 33512 h 43848"/>
                    <a:gd name="connsiteX4" fmla="*/ 17174 w 25230"/>
                    <a:gd name="connsiteY4" fmla="*/ 36482 h 43848"/>
                    <a:gd name="connsiteX5" fmla="*/ 15090 w 25230"/>
                    <a:gd name="connsiteY5" fmla="*/ 39585 h 43848"/>
                    <a:gd name="connsiteX6" fmla="*/ 12696 w 25230"/>
                    <a:gd name="connsiteY6" fmla="*/ 42378 h 43848"/>
                    <a:gd name="connsiteX7" fmla="*/ 8706 w 25230"/>
                    <a:gd name="connsiteY7" fmla="*/ 43841 h 43848"/>
                    <a:gd name="connsiteX8" fmla="*/ 1924 w 25230"/>
                    <a:gd name="connsiteY8" fmla="*/ 39142 h 43848"/>
                    <a:gd name="connsiteX9" fmla="*/ 18 w 25230"/>
                    <a:gd name="connsiteY9" fmla="*/ 33334 h 43848"/>
                    <a:gd name="connsiteX10" fmla="*/ 727 w 25230"/>
                    <a:gd name="connsiteY10" fmla="*/ 31207 h 43848"/>
                    <a:gd name="connsiteX11" fmla="*/ 2145 w 25230"/>
                    <a:gd name="connsiteY11" fmla="*/ 30276 h 43848"/>
                    <a:gd name="connsiteX12" fmla="*/ 6756 w 25230"/>
                    <a:gd name="connsiteY12" fmla="*/ 29877 h 43848"/>
                    <a:gd name="connsiteX13" fmla="*/ 9105 w 25230"/>
                    <a:gd name="connsiteY13" fmla="*/ 27350 h 43848"/>
                    <a:gd name="connsiteX14" fmla="*/ 10125 w 25230"/>
                    <a:gd name="connsiteY14" fmla="*/ 24114 h 43848"/>
                    <a:gd name="connsiteX15" fmla="*/ 11632 w 25230"/>
                    <a:gd name="connsiteY15" fmla="*/ 19459 h 43848"/>
                    <a:gd name="connsiteX16" fmla="*/ 15932 w 25230"/>
                    <a:gd name="connsiteY16" fmla="*/ 8908 h 43848"/>
                    <a:gd name="connsiteX17" fmla="*/ 17572 w 25230"/>
                    <a:gd name="connsiteY17" fmla="*/ 5761 h 43848"/>
                    <a:gd name="connsiteX18" fmla="*/ 19479 w 25230"/>
                    <a:gd name="connsiteY18" fmla="*/ 2569 h 43848"/>
                    <a:gd name="connsiteX19" fmla="*/ 23203 w 25230"/>
                    <a:gd name="connsiteY19" fmla="*/ 42 h 43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5230" h="43848">
                      <a:moveTo>
                        <a:pt x="23203" y="42"/>
                      </a:moveTo>
                      <a:cubicBezTo>
                        <a:pt x="24355" y="308"/>
                        <a:pt x="24932" y="1726"/>
                        <a:pt x="25153" y="3854"/>
                      </a:cubicBezTo>
                      <a:cubicBezTo>
                        <a:pt x="25330" y="6027"/>
                        <a:pt x="25242" y="8509"/>
                        <a:pt x="24488" y="12632"/>
                      </a:cubicBezTo>
                      <a:cubicBezTo>
                        <a:pt x="23114" y="20257"/>
                        <a:pt x="20587" y="29965"/>
                        <a:pt x="18770" y="33512"/>
                      </a:cubicBezTo>
                      <a:cubicBezTo>
                        <a:pt x="18370" y="34620"/>
                        <a:pt x="17794" y="35418"/>
                        <a:pt x="17174" y="36482"/>
                      </a:cubicBezTo>
                      <a:cubicBezTo>
                        <a:pt x="16553" y="37590"/>
                        <a:pt x="15844" y="38610"/>
                        <a:pt x="15090" y="39585"/>
                      </a:cubicBezTo>
                      <a:cubicBezTo>
                        <a:pt x="14336" y="40605"/>
                        <a:pt x="13627" y="41536"/>
                        <a:pt x="12696" y="42378"/>
                      </a:cubicBezTo>
                      <a:cubicBezTo>
                        <a:pt x="11810" y="43176"/>
                        <a:pt x="10347" y="43930"/>
                        <a:pt x="8706" y="43841"/>
                      </a:cubicBezTo>
                      <a:cubicBezTo>
                        <a:pt x="5470" y="43531"/>
                        <a:pt x="3342" y="41181"/>
                        <a:pt x="1924" y="39142"/>
                      </a:cubicBezTo>
                      <a:cubicBezTo>
                        <a:pt x="505" y="37014"/>
                        <a:pt x="-116" y="34886"/>
                        <a:pt x="18" y="33334"/>
                      </a:cubicBezTo>
                      <a:cubicBezTo>
                        <a:pt x="62" y="32714"/>
                        <a:pt x="372" y="31650"/>
                        <a:pt x="727" y="31207"/>
                      </a:cubicBezTo>
                      <a:cubicBezTo>
                        <a:pt x="1126" y="30675"/>
                        <a:pt x="1569" y="30453"/>
                        <a:pt x="2145" y="30276"/>
                      </a:cubicBezTo>
                      <a:cubicBezTo>
                        <a:pt x="3298" y="29921"/>
                        <a:pt x="4717" y="30586"/>
                        <a:pt x="6756" y="29877"/>
                      </a:cubicBezTo>
                      <a:cubicBezTo>
                        <a:pt x="7776" y="29478"/>
                        <a:pt x="8618" y="28458"/>
                        <a:pt x="9105" y="27350"/>
                      </a:cubicBezTo>
                      <a:cubicBezTo>
                        <a:pt x="9549" y="26241"/>
                        <a:pt x="9815" y="25133"/>
                        <a:pt x="10125" y="24114"/>
                      </a:cubicBezTo>
                      <a:cubicBezTo>
                        <a:pt x="10701" y="22119"/>
                        <a:pt x="11233" y="20523"/>
                        <a:pt x="11632" y="19459"/>
                      </a:cubicBezTo>
                      <a:cubicBezTo>
                        <a:pt x="12386" y="17287"/>
                        <a:pt x="13937" y="13031"/>
                        <a:pt x="15932" y="8908"/>
                      </a:cubicBezTo>
                      <a:cubicBezTo>
                        <a:pt x="16464" y="7844"/>
                        <a:pt x="16952" y="6913"/>
                        <a:pt x="17572" y="5761"/>
                      </a:cubicBezTo>
                      <a:cubicBezTo>
                        <a:pt x="18193" y="4564"/>
                        <a:pt x="18858" y="3455"/>
                        <a:pt x="19479" y="2569"/>
                      </a:cubicBezTo>
                      <a:cubicBezTo>
                        <a:pt x="20764" y="796"/>
                        <a:pt x="22050" y="-224"/>
                        <a:pt x="23203" y="4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89" name="Forme libre : forme 21688">
                  <a:extLst>
                    <a:ext uri="{FF2B5EF4-FFF2-40B4-BE49-F238E27FC236}">
                      <a16:creationId xmlns:a16="http://schemas.microsoft.com/office/drawing/2014/main" id="{411AD739-25C4-4062-9C29-85A059668B61}"/>
                    </a:ext>
                  </a:extLst>
                </p:cNvPr>
                <p:cNvSpPr/>
                <p:nvPr/>
              </p:nvSpPr>
              <p:spPr>
                <a:xfrm>
                  <a:off x="7260706" y="1296991"/>
                  <a:ext cx="23230" cy="24966"/>
                </a:xfrm>
                <a:custGeom>
                  <a:avLst/>
                  <a:gdLst>
                    <a:gd name="connsiteX0" fmla="*/ 7715 w 23230"/>
                    <a:gd name="connsiteY0" fmla="*/ 10950 h 24966"/>
                    <a:gd name="connsiteX1" fmla="*/ 2794 w 23230"/>
                    <a:gd name="connsiteY1" fmla="*/ 11615 h 24966"/>
                    <a:gd name="connsiteX2" fmla="*/ 1 w 23230"/>
                    <a:gd name="connsiteY2" fmla="*/ 14275 h 24966"/>
                    <a:gd name="connsiteX3" fmla="*/ 2306 w 23230"/>
                    <a:gd name="connsiteY3" fmla="*/ 20481 h 24966"/>
                    <a:gd name="connsiteX4" fmla="*/ 8867 w 23230"/>
                    <a:gd name="connsiteY4" fmla="*/ 24958 h 24966"/>
                    <a:gd name="connsiteX5" fmla="*/ 12724 w 23230"/>
                    <a:gd name="connsiteY5" fmla="*/ 23628 h 24966"/>
                    <a:gd name="connsiteX6" fmla="*/ 15074 w 23230"/>
                    <a:gd name="connsiteY6" fmla="*/ 20924 h 24966"/>
                    <a:gd name="connsiteX7" fmla="*/ 17202 w 23230"/>
                    <a:gd name="connsiteY7" fmla="*/ 17777 h 24966"/>
                    <a:gd name="connsiteX8" fmla="*/ 19064 w 23230"/>
                    <a:gd name="connsiteY8" fmla="*/ 14319 h 24966"/>
                    <a:gd name="connsiteX9" fmla="*/ 23230 w 23230"/>
                    <a:gd name="connsiteY9" fmla="*/ 0 h 24966"/>
                    <a:gd name="connsiteX10" fmla="*/ 20659 w 23230"/>
                    <a:gd name="connsiteY10" fmla="*/ 7137 h 24966"/>
                    <a:gd name="connsiteX11" fmla="*/ 18842 w 23230"/>
                    <a:gd name="connsiteY11" fmla="*/ 10285 h 24966"/>
                    <a:gd name="connsiteX12" fmla="*/ 16936 w 23230"/>
                    <a:gd name="connsiteY12" fmla="*/ 12945 h 24966"/>
                    <a:gd name="connsiteX13" fmla="*/ 13433 w 23230"/>
                    <a:gd name="connsiteY13" fmla="*/ 16402 h 24966"/>
                    <a:gd name="connsiteX14" fmla="*/ 12015 w 23230"/>
                    <a:gd name="connsiteY14" fmla="*/ 17378 h 24966"/>
                    <a:gd name="connsiteX15" fmla="*/ 10463 w 23230"/>
                    <a:gd name="connsiteY15" fmla="*/ 17112 h 24966"/>
                    <a:gd name="connsiteX16" fmla="*/ 7715 w 23230"/>
                    <a:gd name="connsiteY16" fmla="*/ 10950 h 24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3230" h="24966">
                      <a:moveTo>
                        <a:pt x="7715" y="10950"/>
                      </a:moveTo>
                      <a:cubicBezTo>
                        <a:pt x="6606" y="12501"/>
                        <a:pt x="4257" y="11969"/>
                        <a:pt x="2794" y="11615"/>
                      </a:cubicBezTo>
                      <a:cubicBezTo>
                        <a:pt x="1287" y="11216"/>
                        <a:pt x="-43" y="11615"/>
                        <a:pt x="1" y="14275"/>
                      </a:cubicBezTo>
                      <a:cubicBezTo>
                        <a:pt x="134" y="16181"/>
                        <a:pt x="888" y="18397"/>
                        <a:pt x="2306" y="20481"/>
                      </a:cubicBezTo>
                      <a:cubicBezTo>
                        <a:pt x="3725" y="22476"/>
                        <a:pt x="5764" y="24648"/>
                        <a:pt x="8867" y="24958"/>
                      </a:cubicBezTo>
                      <a:cubicBezTo>
                        <a:pt x="10375" y="25047"/>
                        <a:pt x="11749" y="24382"/>
                        <a:pt x="12724" y="23628"/>
                      </a:cubicBezTo>
                      <a:cubicBezTo>
                        <a:pt x="13611" y="22830"/>
                        <a:pt x="14320" y="21944"/>
                        <a:pt x="15074" y="20924"/>
                      </a:cubicBezTo>
                      <a:cubicBezTo>
                        <a:pt x="15827" y="19949"/>
                        <a:pt x="16537" y="18974"/>
                        <a:pt x="17202" y="17777"/>
                      </a:cubicBezTo>
                      <a:cubicBezTo>
                        <a:pt x="17867" y="16624"/>
                        <a:pt x="18531" y="15649"/>
                        <a:pt x="19064" y="14319"/>
                      </a:cubicBezTo>
                      <a:cubicBezTo>
                        <a:pt x="20438" y="11659"/>
                        <a:pt x="22521" y="3901"/>
                        <a:pt x="23230" y="0"/>
                      </a:cubicBezTo>
                      <a:cubicBezTo>
                        <a:pt x="22566" y="2039"/>
                        <a:pt x="21502" y="5541"/>
                        <a:pt x="20659" y="7137"/>
                      </a:cubicBezTo>
                      <a:cubicBezTo>
                        <a:pt x="20083" y="8334"/>
                        <a:pt x="19462" y="9354"/>
                        <a:pt x="18842" y="10285"/>
                      </a:cubicBezTo>
                      <a:cubicBezTo>
                        <a:pt x="18177" y="11216"/>
                        <a:pt x="17601" y="12235"/>
                        <a:pt x="16936" y="12945"/>
                      </a:cubicBezTo>
                      <a:cubicBezTo>
                        <a:pt x="15650" y="14408"/>
                        <a:pt x="14453" y="15604"/>
                        <a:pt x="13433" y="16402"/>
                      </a:cubicBezTo>
                      <a:cubicBezTo>
                        <a:pt x="12946" y="16801"/>
                        <a:pt x="12414" y="17112"/>
                        <a:pt x="12015" y="17378"/>
                      </a:cubicBezTo>
                      <a:cubicBezTo>
                        <a:pt x="11527" y="17555"/>
                        <a:pt x="11173" y="17910"/>
                        <a:pt x="10463" y="17112"/>
                      </a:cubicBezTo>
                      <a:cubicBezTo>
                        <a:pt x="9266" y="16003"/>
                        <a:pt x="8202" y="13743"/>
                        <a:pt x="7715" y="1095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90" name="Forme libre : forme 21689">
                  <a:extLst>
                    <a:ext uri="{FF2B5EF4-FFF2-40B4-BE49-F238E27FC236}">
                      <a16:creationId xmlns:a16="http://schemas.microsoft.com/office/drawing/2014/main" id="{414C81AE-41F1-446B-81C5-5E9C1738EC1D}"/>
                    </a:ext>
                  </a:extLst>
                </p:cNvPr>
                <p:cNvSpPr/>
                <p:nvPr/>
              </p:nvSpPr>
              <p:spPr>
                <a:xfrm>
                  <a:off x="7262696" y="1275511"/>
                  <a:ext cx="25126" cy="47378"/>
                </a:xfrm>
                <a:custGeom>
                  <a:avLst/>
                  <a:gdLst>
                    <a:gd name="connsiteX0" fmla="*/ 23279 w 25126"/>
                    <a:gd name="connsiteY0" fmla="*/ 245 h 47378"/>
                    <a:gd name="connsiteX1" fmla="*/ 25053 w 25126"/>
                    <a:gd name="connsiteY1" fmla="*/ 4811 h 47378"/>
                    <a:gd name="connsiteX2" fmla="*/ 25097 w 25126"/>
                    <a:gd name="connsiteY2" fmla="*/ 8490 h 47378"/>
                    <a:gd name="connsiteX3" fmla="*/ 24964 w 25126"/>
                    <a:gd name="connsiteY3" fmla="*/ 10530 h 47378"/>
                    <a:gd name="connsiteX4" fmla="*/ 24875 w 25126"/>
                    <a:gd name="connsiteY4" fmla="*/ 11594 h 47378"/>
                    <a:gd name="connsiteX5" fmla="*/ 24654 w 25126"/>
                    <a:gd name="connsiteY5" fmla="*/ 12968 h 47378"/>
                    <a:gd name="connsiteX6" fmla="*/ 19068 w 25126"/>
                    <a:gd name="connsiteY6" fmla="*/ 34823 h 47378"/>
                    <a:gd name="connsiteX7" fmla="*/ 17428 w 25126"/>
                    <a:gd name="connsiteY7" fmla="*/ 38591 h 47378"/>
                    <a:gd name="connsiteX8" fmla="*/ 15167 w 25126"/>
                    <a:gd name="connsiteY8" fmla="*/ 41960 h 47378"/>
                    <a:gd name="connsiteX9" fmla="*/ 12729 w 25126"/>
                    <a:gd name="connsiteY9" fmla="*/ 44797 h 47378"/>
                    <a:gd name="connsiteX10" fmla="*/ 9891 w 25126"/>
                    <a:gd name="connsiteY10" fmla="*/ 46925 h 47378"/>
                    <a:gd name="connsiteX11" fmla="*/ 5724 w 25126"/>
                    <a:gd name="connsiteY11" fmla="*/ 47058 h 47378"/>
                    <a:gd name="connsiteX12" fmla="*/ 2533 w 25126"/>
                    <a:gd name="connsiteY12" fmla="*/ 44886 h 47378"/>
                    <a:gd name="connsiteX13" fmla="*/ 6 w 25126"/>
                    <a:gd name="connsiteY13" fmla="*/ 39478 h 47378"/>
                    <a:gd name="connsiteX14" fmla="*/ 538 w 25126"/>
                    <a:gd name="connsiteY14" fmla="*/ 37971 h 47378"/>
                    <a:gd name="connsiteX15" fmla="*/ 2045 w 25126"/>
                    <a:gd name="connsiteY15" fmla="*/ 36907 h 47378"/>
                    <a:gd name="connsiteX16" fmla="*/ 4483 w 25126"/>
                    <a:gd name="connsiteY16" fmla="*/ 36375 h 47378"/>
                    <a:gd name="connsiteX17" fmla="*/ 7365 w 25126"/>
                    <a:gd name="connsiteY17" fmla="*/ 34291 h 47378"/>
                    <a:gd name="connsiteX18" fmla="*/ 8827 w 25126"/>
                    <a:gd name="connsiteY18" fmla="*/ 30479 h 47378"/>
                    <a:gd name="connsiteX19" fmla="*/ 9847 w 25126"/>
                    <a:gd name="connsiteY19" fmla="*/ 26932 h 47378"/>
                    <a:gd name="connsiteX20" fmla="*/ 11399 w 25126"/>
                    <a:gd name="connsiteY20" fmla="*/ 21834 h 47378"/>
                    <a:gd name="connsiteX21" fmla="*/ 16053 w 25126"/>
                    <a:gd name="connsiteY21" fmla="*/ 9466 h 47378"/>
                    <a:gd name="connsiteX22" fmla="*/ 23279 w 25126"/>
                    <a:gd name="connsiteY22" fmla="*/ 245 h 47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5126" h="47378">
                      <a:moveTo>
                        <a:pt x="23279" y="245"/>
                      </a:moveTo>
                      <a:cubicBezTo>
                        <a:pt x="24299" y="954"/>
                        <a:pt x="24831" y="2594"/>
                        <a:pt x="25053" y="4811"/>
                      </a:cubicBezTo>
                      <a:cubicBezTo>
                        <a:pt x="25141" y="5919"/>
                        <a:pt x="25141" y="7160"/>
                        <a:pt x="25097" y="8490"/>
                      </a:cubicBezTo>
                      <a:lnTo>
                        <a:pt x="24964" y="10530"/>
                      </a:lnTo>
                      <a:lnTo>
                        <a:pt x="24875" y="11594"/>
                      </a:lnTo>
                      <a:lnTo>
                        <a:pt x="24654" y="12968"/>
                      </a:lnTo>
                      <a:cubicBezTo>
                        <a:pt x="23368" y="20548"/>
                        <a:pt x="20886" y="30257"/>
                        <a:pt x="19068" y="34823"/>
                      </a:cubicBezTo>
                      <a:cubicBezTo>
                        <a:pt x="18580" y="35931"/>
                        <a:pt x="18004" y="37173"/>
                        <a:pt x="17428" y="38591"/>
                      </a:cubicBezTo>
                      <a:cubicBezTo>
                        <a:pt x="16763" y="39699"/>
                        <a:pt x="15965" y="40808"/>
                        <a:pt x="15167" y="41960"/>
                      </a:cubicBezTo>
                      <a:cubicBezTo>
                        <a:pt x="14369" y="42980"/>
                        <a:pt x="13571" y="43911"/>
                        <a:pt x="12729" y="44797"/>
                      </a:cubicBezTo>
                      <a:cubicBezTo>
                        <a:pt x="11842" y="45595"/>
                        <a:pt x="11221" y="46482"/>
                        <a:pt x="9891" y="46925"/>
                      </a:cubicBezTo>
                      <a:cubicBezTo>
                        <a:pt x="8650" y="47457"/>
                        <a:pt x="7054" y="47546"/>
                        <a:pt x="5724" y="47058"/>
                      </a:cubicBezTo>
                      <a:cubicBezTo>
                        <a:pt x="4394" y="46571"/>
                        <a:pt x="3330" y="45773"/>
                        <a:pt x="2533" y="44886"/>
                      </a:cubicBezTo>
                      <a:cubicBezTo>
                        <a:pt x="892" y="43113"/>
                        <a:pt x="50" y="41074"/>
                        <a:pt x="6" y="39478"/>
                      </a:cubicBezTo>
                      <a:cubicBezTo>
                        <a:pt x="-39" y="38680"/>
                        <a:pt x="183" y="38192"/>
                        <a:pt x="538" y="37971"/>
                      </a:cubicBezTo>
                      <a:cubicBezTo>
                        <a:pt x="892" y="37483"/>
                        <a:pt x="1424" y="37040"/>
                        <a:pt x="2045" y="36907"/>
                      </a:cubicBezTo>
                      <a:cubicBezTo>
                        <a:pt x="2710" y="36685"/>
                        <a:pt x="3464" y="36685"/>
                        <a:pt x="4483" y="36375"/>
                      </a:cubicBezTo>
                      <a:cubicBezTo>
                        <a:pt x="5458" y="36153"/>
                        <a:pt x="6611" y="35444"/>
                        <a:pt x="7365" y="34291"/>
                      </a:cubicBezTo>
                      <a:cubicBezTo>
                        <a:pt x="8251" y="33183"/>
                        <a:pt x="8429" y="31676"/>
                        <a:pt x="8827" y="30479"/>
                      </a:cubicBezTo>
                      <a:cubicBezTo>
                        <a:pt x="9182" y="29237"/>
                        <a:pt x="9493" y="28040"/>
                        <a:pt x="9847" y="26932"/>
                      </a:cubicBezTo>
                      <a:cubicBezTo>
                        <a:pt x="10468" y="24848"/>
                        <a:pt x="11044" y="23031"/>
                        <a:pt x="11399" y="21834"/>
                      </a:cubicBezTo>
                      <a:cubicBezTo>
                        <a:pt x="12152" y="19529"/>
                        <a:pt x="13837" y="14386"/>
                        <a:pt x="16053" y="9466"/>
                      </a:cubicBezTo>
                      <a:cubicBezTo>
                        <a:pt x="18403" y="3791"/>
                        <a:pt x="21196" y="-1174"/>
                        <a:pt x="23279" y="24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91" name="Forme libre : forme 21690">
                  <a:extLst>
                    <a:ext uri="{FF2B5EF4-FFF2-40B4-BE49-F238E27FC236}">
                      <a16:creationId xmlns:a16="http://schemas.microsoft.com/office/drawing/2014/main" id="{A1BD0DFE-E563-4A6C-9000-3B2175B0EE4A}"/>
                    </a:ext>
                  </a:extLst>
                </p:cNvPr>
                <p:cNvSpPr/>
                <p:nvPr/>
              </p:nvSpPr>
              <p:spPr>
                <a:xfrm>
                  <a:off x="7246673" y="1288438"/>
                  <a:ext cx="41867" cy="42513"/>
                </a:xfrm>
                <a:custGeom>
                  <a:avLst/>
                  <a:gdLst>
                    <a:gd name="connsiteX0" fmla="*/ 1577 w 41867"/>
                    <a:gd name="connsiteY0" fmla="*/ 1859 h 42513"/>
                    <a:gd name="connsiteX1" fmla="*/ 690 w 41867"/>
                    <a:gd name="connsiteY1" fmla="*/ 12808 h 42513"/>
                    <a:gd name="connsiteX2" fmla="*/ 19088 w 41867"/>
                    <a:gd name="connsiteY2" fmla="*/ 41845 h 42513"/>
                    <a:gd name="connsiteX3" fmla="*/ 23211 w 41867"/>
                    <a:gd name="connsiteY3" fmla="*/ 42510 h 42513"/>
                    <a:gd name="connsiteX4" fmla="*/ 27511 w 41867"/>
                    <a:gd name="connsiteY4" fmla="*/ 41756 h 42513"/>
                    <a:gd name="connsiteX5" fmla="*/ 33052 w 41867"/>
                    <a:gd name="connsiteY5" fmla="*/ 38033 h 42513"/>
                    <a:gd name="connsiteX6" fmla="*/ 40544 w 41867"/>
                    <a:gd name="connsiteY6" fmla="*/ 21763 h 42513"/>
                    <a:gd name="connsiteX7" fmla="*/ 41830 w 41867"/>
                    <a:gd name="connsiteY7" fmla="*/ 8996 h 42513"/>
                    <a:gd name="connsiteX8" fmla="*/ 39258 w 41867"/>
                    <a:gd name="connsiteY8" fmla="*/ 4297 h 42513"/>
                    <a:gd name="connsiteX9" fmla="*/ 34027 w 41867"/>
                    <a:gd name="connsiteY9" fmla="*/ 12321 h 42513"/>
                    <a:gd name="connsiteX10" fmla="*/ 28220 w 41867"/>
                    <a:gd name="connsiteY10" fmla="*/ 20788 h 42513"/>
                    <a:gd name="connsiteX11" fmla="*/ 21349 w 41867"/>
                    <a:gd name="connsiteY11" fmla="*/ 22827 h 42513"/>
                    <a:gd name="connsiteX12" fmla="*/ 15497 w 41867"/>
                    <a:gd name="connsiteY12" fmla="*/ 10680 h 42513"/>
                    <a:gd name="connsiteX13" fmla="*/ 12394 w 41867"/>
                    <a:gd name="connsiteY13" fmla="*/ 2435 h 42513"/>
                    <a:gd name="connsiteX14" fmla="*/ 7252 w 41867"/>
                    <a:gd name="connsiteY14" fmla="*/ 85 h 42513"/>
                    <a:gd name="connsiteX15" fmla="*/ 1577 w 41867"/>
                    <a:gd name="connsiteY15" fmla="*/ 1859 h 42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1867" h="42513">
                      <a:moveTo>
                        <a:pt x="1577" y="1859"/>
                      </a:moveTo>
                      <a:cubicBezTo>
                        <a:pt x="-240" y="4740"/>
                        <a:pt x="-418" y="6691"/>
                        <a:pt x="690" y="12808"/>
                      </a:cubicBezTo>
                      <a:cubicBezTo>
                        <a:pt x="3084" y="24334"/>
                        <a:pt x="7872" y="37811"/>
                        <a:pt x="19088" y="41845"/>
                      </a:cubicBezTo>
                      <a:cubicBezTo>
                        <a:pt x="20329" y="42244"/>
                        <a:pt x="21703" y="42466"/>
                        <a:pt x="23211" y="42510"/>
                      </a:cubicBezTo>
                      <a:cubicBezTo>
                        <a:pt x="24718" y="42554"/>
                        <a:pt x="26314" y="42155"/>
                        <a:pt x="27511" y="41756"/>
                      </a:cubicBezTo>
                      <a:cubicBezTo>
                        <a:pt x="29905" y="40914"/>
                        <a:pt x="31279" y="39717"/>
                        <a:pt x="33052" y="38033"/>
                      </a:cubicBezTo>
                      <a:cubicBezTo>
                        <a:pt x="36465" y="34708"/>
                        <a:pt x="39480" y="28546"/>
                        <a:pt x="40544" y="21763"/>
                      </a:cubicBezTo>
                      <a:cubicBezTo>
                        <a:pt x="41564" y="17020"/>
                        <a:pt x="42007" y="12188"/>
                        <a:pt x="41830" y="8996"/>
                      </a:cubicBezTo>
                      <a:cubicBezTo>
                        <a:pt x="41652" y="5760"/>
                        <a:pt x="40810" y="4075"/>
                        <a:pt x="39258" y="4297"/>
                      </a:cubicBezTo>
                      <a:cubicBezTo>
                        <a:pt x="37397" y="4518"/>
                        <a:pt x="35801" y="9351"/>
                        <a:pt x="34027" y="12321"/>
                      </a:cubicBezTo>
                      <a:cubicBezTo>
                        <a:pt x="31988" y="15912"/>
                        <a:pt x="29993" y="18527"/>
                        <a:pt x="28220" y="20788"/>
                      </a:cubicBezTo>
                      <a:cubicBezTo>
                        <a:pt x="26403" y="23004"/>
                        <a:pt x="25294" y="25620"/>
                        <a:pt x="21349" y="22827"/>
                      </a:cubicBezTo>
                      <a:cubicBezTo>
                        <a:pt x="18246" y="19946"/>
                        <a:pt x="16605" y="14404"/>
                        <a:pt x="15497" y="10680"/>
                      </a:cubicBezTo>
                      <a:cubicBezTo>
                        <a:pt x="14344" y="6735"/>
                        <a:pt x="13768" y="4075"/>
                        <a:pt x="12394" y="2435"/>
                      </a:cubicBezTo>
                      <a:cubicBezTo>
                        <a:pt x="11153" y="972"/>
                        <a:pt x="9379" y="440"/>
                        <a:pt x="7252" y="85"/>
                      </a:cubicBezTo>
                      <a:cubicBezTo>
                        <a:pt x="5257" y="-136"/>
                        <a:pt x="2907" y="-48"/>
                        <a:pt x="1577" y="1859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92" name="Forme libre : forme 21691">
                  <a:extLst>
                    <a:ext uri="{FF2B5EF4-FFF2-40B4-BE49-F238E27FC236}">
                      <a16:creationId xmlns:a16="http://schemas.microsoft.com/office/drawing/2014/main" id="{3C2C78A1-2BC1-4F89-A01D-772D0A76AF17}"/>
                    </a:ext>
                  </a:extLst>
                </p:cNvPr>
                <p:cNvSpPr/>
                <p:nvPr/>
              </p:nvSpPr>
              <p:spPr>
                <a:xfrm>
                  <a:off x="7256747" y="1295932"/>
                  <a:ext cx="10113" cy="10315"/>
                </a:xfrm>
                <a:custGeom>
                  <a:avLst/>
                  <a:gdLst>
                    <a:gd name="connsiteX0" fmla="*/ 1611 w 10113"/>
                    <a:gd name="connsiteY0" fmla="*/ 128 h 10315"/>
                    <a:gd name="connsiteX1" fmla="*/ 281 w 10113"/>
                    <a:gd name="connsiteY1" fmla="*/ 305 h 10315"/>
                    <a:gd name="connsiteX2" fmla="*/ 325 w 10113"/>
                    <a:gd name="connsiteY2" fmla="*/ 2743 h 10315"/>
                    <a:gd name="connsiteX3" fmla="*/ 1965 w 10113"/>
                    <a:gd name="connsiteY3" fmla="*/ 5536 h 10315"/>
                    <a:gd name="connsiteX4" fmla="*/ 6753 w 10113"/>
                    <a:gd name="connsiteY4" fmla="*/ 9925 h 10315"/>
                    <a:gd name="connsiteX5" fmla="*/ 8704 w 10113"/>
                    <a:gd name="connsiteY5" fmla="*/ 10147 h 10315"/>
                    <a:gd name="connsiteX6" fmla="*/ 9989 w 10113"/>
                    <a:gd name="connsiteY6" fmla="*/ 5448 h 10315"/>
                    <a:gd name="connsiteX7" fmla="*/ 7551 w 10113"/>
                    <a:gd name="connsiteY7" fmla="*/ 1812 h 10315"/>
                    <a:gd name="connsiteX8" fmla="*/ 1611 w 10113"/>
                    <a:gd name="connsiteY8" fmla="*/ 128 h 10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113" h="10315">
                      <a:moveTo>
                        <a:pt x="1611" y="128"/>
                      </a:moveTo>
                      <a:cubicBezTo>
                        <a:pt x="1079" y="-5"/>
                        <a:pt x="724" y="-138"/>
                        <a:pt x="281" y="305"/>
                      </a:cubicBezTo>
                      <a:cubicBezTo>
                        <a:pt x="-163" y="748"/>
                        <a:pt x="-30" y="1724"/>
                        <a:pt x="325" y="2743"/>
                      </a:cubicBezTo>
                      <a:cubicBezTo>
                        <a:pt x="680" y="3719"/>
                        <a:pt x="1389" y="4827"/>
                        <a:pt x="1965" y="5536"/>
                      </a:cubicBezTo>
                      <a:cubicBezTo>
                        <a:pt x="3428" y="7442"/>
                        <a:pt x="5113" y="9171"/>
                        <a:pt x="6753" y="9925"/>
                      </a:cubicBezTo>
                      <a:cubicBezTo>
                        <a:pt x="7418" y="10235"/>
                        <a:pt x="8127" y="10501"/>
                        <a:pt x="8704" y="10147"/>
                      </a:cubicBezTo>
                      <a:cubicBezTo>
                        <a:pt x="9945" y="9393"/>
                        <a:pt x="10344" y="7044"/>
                        <a:pt x="9989" y="5448"/>
                      </a:cubicBezTo>
                      <a:cubicBezTo>
                        <a:pt x="9635" y="3807"/>
                        <a:pt x="8659" y="2566"/>
                        <a:pt x="7551" y="1812"/>
                      </a:cubicBezTo>
                      <a:cubicBezTo>
                        <a:pt x="5778" y="704"/>
                        <a:pt x="3783" y="748"/>
                        <a:pt x="1611" y="12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93" name="Forme libre : forme 21692">
                  <a:extLst>
                    <a:ext uri="{FF2B5EF4-FFF2-40B4-BE49-F238E27FC236}">
                      <a16:creationId xmlns:a16="http://schemas.microsoft.com/office/drawing/2014/main" id="{AF7520B5-93FB-452B-A661-889F9CEDD488}"/>
                    </a:ext>
                  </a:extLst>
                </p:cNvPr>
                <p:cNvSpPr/>
                <p:nvPr/>
              </p:nvSpPr>
              <p:spPr>
                <a:xfrm>
                  <a:off x="7291428" y="1260949"/>
                  <a:ext cx="4537" cy="40075"/>
                </a:xfrm>
                <a:custGeom>
                  <a:avLst/>
                  <a:gdLst>
                    <a:gd name="connsiteX0" fmla="*/ 0 w 4537"/>
                    <a:gd name="connsiteY0" fmla="*/ 0 h 40075"/>
                    <a:gd name="connsiteX1" fmla="*/ 4300 w 4537"/>
                    <a:gd name="connsiteY1" fmla="*/ 15604 h 40075"/>
                    <a:gd name="connsiteX2" fmla="*/ 4522 w 4537"/>
                    <a:gd name="connsiteY2" fmla="*/ 25712 h 40075"/>
                    <a:gd name="connsiteX3" fmla="*/ 4477 w 4537"/>
                    <a:gd name="connsiteY3" fmla="*/ 28194 h 40075"/>
                    <a:gd name="connsiteX4" fmla="*/ 4300 w 4537"/>
                    <a:gd name="connsiteY4" fmla="*/ 29879 h 40075"/>
                    <a:gd name="connsiteX5" fmla="*/ 3990 w 4537"/>
                    <a:gd name="connsiteY5" fmla="*/ 31963 h 40075"/>
                    <a:gd name="connsiteX6" fmla="*/ 2616 w 4537"/>
                    <a:gd name="connsiteY6" fmla="*/ 40075 h 40075"/>
                    <a:gd name="connsiteX7" fmla="*/ 3414 w 4537"/>
                    <a:gd name="connsiteY7" fmla="*/ 16491 h 40075"/>
                    <a:gd name="connsiteX8" fmla="*/ 0 w 4537"/>
                    <a:gd name="connsiteY8" fmla="*/ 0 h 40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37" h="40075">
                      <a:moveTo>
                        <a:pt x="0" y="0"/>
                      </a:moveTo>
                      <a:cubicBezTo>
                        <a:pt x="2616" y="3014"/>
                        <a:pt x="3857" y="9044"/>
                        <a:pt x="4300" y="15604"/>
                      </a:cubicBezTo>
                      <a:cubicBezTo>
                        <a:pt x="4522" y="18885"/>
                        <a:pt x="4566" y="22343"/>
                        <a:pt x="4522" y="25712"/>
                      </a:cubicBezTo>
                      <a:cubicBezTo>
                        <a:pt x="4522" y="26554"/>
                        <a:pt x="4477" y="27397"/>
                        <a:pt x="4477" y="28194"/>
                      </a:cubicBezTo>
                      <a:cubicBezTo>
                        <a:pt x="4477" y="28505"/>
                        <a:pt x="4389" y="29170"/>
                        <a:pt x="4300" y="29879"/>
                      </a:cubicBezTo>
                      <a:cubicBezTo>
                        <a:pt x="4211" y="30588"/>
                        <a:pt x="4079" y="31253"/>
                        <a:pt x="3990" y="31963"/>
                      </a:cubicBezTo>
                      <a:cubicBezTo>
                        <a:pt x="3502" y="34844"/>
                        <a:pt x="3059" y="37548"/>
                        <a:pt x="2616" y="40075"/>
                      </a:cubicBezTo>
                      <a:cubicBezTo>
                        <a:pt x="5187" y="26820"/>
                        <a:pt x="4034" y="23096"/>
                        <a:pt x="3414" y="16491"/>
                      </a:cubicBezTo>
                      <a:cubicBezTo>
                        <a:pt x="2571" y="10418"/>
                        <a:pt x="1374" y="46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94" name="Forme libre : forme 21693">
                  <a:extLst>
                    <a:ext uri="{FF2B5EF4-FFF2-40B4-BE49-F238E27FC236}">
                      <a16:creationId xmlns:a16="http://schemas.microsoft.com/office/drawing/2014/main" id="{6FC45E00-7E2F-412D-A2FD-6712DF8260D2}"/>
                    </a:ext>
                  </a:extLst>
                </p:cNvPr>
                <p:cNvSpPr/>
                <p:nvPr/>
              </p:nvSpPr>
              <p:spPr>
                <a:xfrm>
                  <a:off x="7248826" y="1277485"/>
                  <a:ext cx="15294" cy="8004"/>
                </a:xfrm>
                <a:custGeom>
                  <a:avLst/>
                  <a:gdLst>
                    <a:gd name="connsiteX0" fmla="*/ 15294 w 15294"/>
                    <a:gd name="connsiteY0" fmla="*/ 5674 h 8004"/>
                    <a:gd name="connsiteX1" fmla="*/ 11482 w 15294"/>
                    <a:gd name="connsiteY1" fmla="*/ 7359 h 8004"/>
                    <a:gd name="connsiteX2" fmla="*/ 9443 w 15294"/>
                    <a:gd name="connsiteY2" fmla="*/ 7004 h 8004"/>
                    <a:gd name="connsiteX3" fmla="*/ 8290 w 15294"/>
                    <a:gd name="connsiteY3" fmla="*/ 6605 h 8004"/>
                    <a:gd name="connsiteX4" fmla="*/ 6694 w 15294"/>
                    <a:gd name="connsiteY4" fmla="*/ 5364 h 8004"/>
                    <a:gd name="connsiteX5" fmla="*/ 0 w 15294"/>
                    <a:gd name="connsiteY5" fmla="*/ 0 h 8004"/>
                    <a:gd name="connsiteX6" fmla="*/ 6472 w 15294"/>
                    <a:gd name="connsiteY6" fmla="*/ 5364 h 8004"/>
                    <a:gd name="connsiteX7" fmla="*/ 8024 w 15294"/>
                    <a:gd name="connsiteY7" fmla="*/ 6738 h 8004"/>
                    <a:gd name="connsiteX8" fmla="*/ 9177 w 15294"/>
                    <a:gd name="connsiteY8" fmla="*/ 7270 h 8004"/>
                    <a:gd name="connsiteX9" fmla="*/ 11171 w 15294"/>
                    <a:gd name="connsiteY9" fmla="*/ 7891 h 8004"/>
                    <a:gd name="connsiteX10" fmla="*/ 15294 w 15294"/>
                    <a:gd name="connsiteY10" fmla="*/ 5674 h 8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294" h="8004">
                      <a:moveTo>
                        <a:pt x="15294" y="5674"/>
                      </a:moveTo>
                      <a:cubicBezTo>
                        <a:pt x="14895" y="5985"/>
                        <a:pt x="13876" y="7492"/>
                        <a:pt x="11482" y="7359"/>
                      </a:cubicBezTo>
                      <a:cubicBezTo>
                        <a:pt x="10906" y="7359"/>
                        <a:pt x="10196" y="7226"/>
                        <a:pt x="9443" y="7004"/>
                      </a:cubicBezTo>
                      <a:cubicBezTo>
                        <a:pt x="9088" y="6916"/>
                        <a:pt x="8689" y="6783"/>
                        <a:pt x="8290" y="6605"/>
                      </a:cubicBezTo>
                      <a:cubicBezTo>
                        <a:pt x="7891" y="6517"/>
                        <a:pt x="7226" y="5763"/>
                        <a:pt x="6694" y="5364"/>
                      </a:cubicBezTo>
                      <a:cubicBezTo>
                        <a:pt x="4433" y="3458"/>
                        <a:pt x="2172" y="1640"/>
                        <a:pt x="0" y="0"/>
                      </a:cubicBezTo>
                      <a:cubicBezTo>
                        <a:pt x="2084" y="1418"/>
                        <a:pt x="4256" y="3280"/>
                        <a:pt x="6472" y="5364"/>
                      </a:cubicBezTo>
                      <a:cubicBezTo>
                        <a:pt x="6960" y="5807"/>
                        <a:pt x="7669" y="6650"/>
                        <a:pt x="8024" y="6738"/>
                      </a:cubicBezTo>
                      <a:lnTo>
                        <a:pt x="9177" y="7270"/>
                      </a:lnTo>
                      <a:cubicBezTo>
                        <a:pt x="9886" y="7581"/>
                        <a:pt x="10551" y="7758"/>
                        <a:pt x="11171" y="7891"/>
                      </a:cubicBezTo>
                      <a:cubicBezTo>
                        <a:pt x="13565" y="8378"/>
                        <a:pt x="14807" y="7226"/>
                        <a:pt x="15294" y="56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95" name="Forme libre : forme 21694">
                  <a:extLst>
                    <a:ext uri="{FF2B5EF4-FFF2-40B4-BE49-F238E27FC236}">
                      <a16:creationId xmlns:a16="http://schemas.microsoft.com/office/drawing/2014/main" id="{1C32C2FA-3C55-43E6-BF5F-76D81EA556D9}"/>
                    </a:ext>
                  </a:extLst>
                </p:cNvPr>
                <p:cNvSpPr/>
                <p:nvPr/>
              </p:nvSpPr>
              <p:spPr>
                <a:xfrm>
                  <a:off x="7272887" y="1288764"/>
                  <a:ext cx="6837" cy="16183"/>
                </a:xfrm>
                <a:custGeom>
                  <a:avLst/>
                  <a:gdLst>
                    <a:gd name="connsiteX0" fmla="*/ 6572 w 6837"/>
                    <a:gd name="connsiteY0" fmla="*/ 335 h 16183"/>
                    <a:gd name="connsiteX1" fmla="*/ 4001 w 6837"/>
                    <a:gd name="connsiteY1" fmla="*/ 11551 h 16183"/>
                    <a:gd name="connsiteX2" fmla="*/ 100 w 6837"/>
                    <a:gd name="connsiteY2" fmla="*/ 14698 h 16183"/>
                    <a:gd name="connsiteX3" fmla="*/ 2316 w 6837"/>
                    <a:gd name="connsiteY3" fmla="*/ 5433 h 16183"/>
                    <a:gd name="connsiteX4" fmla="*/ 6572 w 6837"/>
                    <a:gd name="connsiteY4" fmla="*/ 335 h 16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37" h="16183">
                      <a:moveTo>
                        <a:pt x="6572" y="335"/>
                      </a:moveTo>
                      <a:cubicBezTo>
                        <a:pt x="7724" y="2286"/>
                        <a:pt x="4799" y="9645"/>
                        <a:pt x="4001" y="11551"/>
                      </a:cubicBezTo>
                      <a:cubicBezTo>
                        <a:pt x="3114" y="13723"/>
                        <a:pt x="631" y="18644"/>
                        <a:pt x="100" y="14698"/>
                      </a:cubicBezTo>
                      <a:cubicBezTo>
                        <a:pt x="-477" y="11019"/>
                        <a:pt x="1607" y="7074"/>
                        <a:pt x="2316" y="5433"/>
                      </a:cubicBezTo>
                      <a:cubicBezTo>
                        <a:pt x="2981" y="4059"/>
                        <a:pt x="5375" y="-1394"/>
                        <a:pt x="6572" y="33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96" name="Forme libre : forme 21695">
                  <a:extLst>
                    <a:ext uri="{FF2B5EF4-FFF2-40B4-BE49-F238E27FC236}">
                      <a16:creationId xmlns:a16="http://schemas.microsoft.com/office/drawing/2014/main" id="{5C970473-B37A-4682-9903-6BBFDFE3379E}"/>
                    </a:ext>
                  </a:extLst>
                </p:cNvPr>
                <p:cNvSpPr/>
                <p:nvPr/>
              </p:nvSpPr>
              <p:spPr>
                <a:xfrm>
                  <a:off x="7278110" y="1286217"/>
                  <a:ext cx="2128" cy="4905"/>
                </a:xfrm>
                <a:custGeom>
                  <a:avLst/>
                  <a:gdLst>
                    <a:gd name="connsiteX0" fmla="*/ 1748 w 2128"/>
                    <a:gd name="connsiteY0" fmla="*/ 1 h 4905"/>
                    <a:gd name="connsiteX1" fmla="*/ 1792 w 2128"/>
                    <a:gd name="connsiteY1" fmla="*/ 2616 h 4905"/>
                    <a:gd name="connsiteX2" fmla="*/ 329 w 2128"/>
                    <a:gd name="connsiteY2" fmla="*/ 4877 h 4905"/>
                    <a:gd name="connsiteX3" fmla="*/ 285 w 2128"/>
                    <a:gd name="connsiteY3" fmla="*/ 2306 h 4905"/>
                    <a:gd name="connsiteX4" fmla="*/ 1748 w 2128"/>
                    <a:gd name="connsiteY4" fmla="*/ 1 h 4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28" h="4905">
                      <a:moveTo>
                        <a:pt x="1748" y="1"/>
                      </a:moveTo>
                      <a:cubicBezTo>
                        <a:pt x="2413" y="45"/>
                        <a:pt x="2058" y="1730"/>
                        <a:pt x="1792" y="2616"/>
                      </a:cubicBezTo>
                      <a:cubicBezTo>
                        <a:pt x="1526" y="3459"/>
                        <a:pt x="950" y="5143"/>
                        <a:pt x="329" y="4877"/>
                      </a:cubicBezTo>
                      <a:cubicBezTo>
                        <a:pt x="-247" y="4611"/>
                        <a:pt x="63" y="3104"/>
                        <a:pt x="285" y="2306"/>
                      </a:cubicBezTo>
                      <a:cubicBezTo>
                        <a:pt x="507" y="1508"/>
                        <a:pt x="1083" y="-43"/>
                        <a:pt x="174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97" name="Forme libre : forme 21696">
                  <a:extLst>
                    <a:ext uri="{FF2B5EF4-FFF2-40B4-BE49-F238E27FC236}">
                      <a16:creationId xmlns:a16="http://schemas.microsoft.com/office/drawing/2014/main" id="{E74F2289-D5BE-48AA-B6AB-12322348E32A}"/>
                    </a:ext>
                  </a:extLst>
                </p:cNvPr>
                <p:cNvSpPr/>
                <p:nvPr/>
              </p:nvSpPr>
              <p:spPr>
                <a:xfrm>
                  <a:off x="7266515" y="1262174"/>
                  <a:ext cx="22182" cy="29462"/>
                </a:xfrm>
                <a:custGeom>
                  <a:avLst/>
                  <a:gdLst>
                    <a:gd name="connsiteX0" fmla="*/ 10549 w 22182"/>
                    <a:gd name="connsiteY0" fmla="*/ 9548 h 29462"/>
                    <a:gd name="connsiteX1" fmla="*/ 20258 w 22182"/>
                    <a:gd name="connsiteY1" fmla="*/ 150 h 29462"/>
                    <a:gd name="connsiteX2" fmla="*/ 21987 w 22182"/>
                    <a:gd name="connsiteY2" fmla="*/ 4051 h 29462"/>
                    <a:gd name="connsiteX3" fmla="*/ 18928 w 22182"/>
                    <a:gd name="connsiteY3" fmla="*/ 9149 h 29462"/>
                    <a:gd name="connsiteX4" fmla="*/ 13564 w 22182"/>
                    <a:gd name="connsiteY4" fmla="*/ 16020 h 29462"/>
                    <a:gd name="connsiteX5" fmla="*/ 11037 w 22182"/>
                    <a:gd name="connsiteY5" fmla="*/ 19788 h 29462"/>
                    <a:gd name="connsiteX6" fmla="*/ 9796 w 22182"/>
                    <a:gd name="connsiteY6" fmla="*/ 21694 h 29462"/>
                    <a:gd name="connsiteX7" fmla="*/ 8732 w 22182"/>
                    <a:gd name="connsiteY7" fmla="*/ 22980 h 29462"/>
                    <a:gd name="connsiteX8" fmla="*/ 4476 w 22182"/>
                    <a:gd name="connsiteY8" fmla="*/ 28743 h 29462"/>
                    <a:gd name="connsiteX9" fmla="*/ 797 w 22182"/>
                    <a:gd name="connsiteY9" fmla="*/ 26039 h 29462"/>
                    <a:gd name="connsiteX10" fmla="*/ 2703 w 22182"/>
                    <a:gd name="connsiteY10" fmla="*/ 18547 h 29462"/>
                    <a:gd name="connsiteX11" fmla="*/ 10549 w 22182"/>
                    <a:gd name="connsiteY11" fmla="*/ 9548 h 29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182" h="29462">
                      <a:moveTo>
                        <a:pt x="10549" y="9548"/>
                      </a:moveTo>
                      <a:cubicBezTo>
                        <a:pt x="14007" y="5292"/>
                        <a:pt x="16446" y="2233"/>
                        <a:pt x="20258" y="150"/>
                      </a:cubicBezTo>
                      <a:cubicBezTo>
                        <a:pt x="21677" y="-604"/>
                        <a:pt x="22608" y="1612"/>
                        <a:pt x="21987" y="4051"/>
                      </a:cubicBezTo>
                      <a:cubicBezTo>
                        <a:pt x="21366" y="6489"/>
                        <a:pt x="20169" y="7775"/>
                        <a:pt x="18928" y="9149"/>
                      </a:cubicBezTo>
                      <a:cubicBezTo>
                        <a:pt x="17022" y="11321"/>
                        <a:pt x="15249" y="13582"/>
                        <a:pt x="13564" y="16020"/>
                      </a:cubicBezTo>
                      <a:lnTo>
                        <a:pt x="11037" y="19788"/>
                      </a:lnTo>
                      <a:lnTo>
                        <a:pt x="9796" y="21694"/>
                      </a:lnTo>
                      <a:lnTo>
                        <a:pt x="8732" y="22980"/>
                      </a:lnTo>
                      <a:cubicBezTo>
                        <a:pt x="7845" y="24088"/>
                        <a:pt x="6028" y="27369"/>
                        <a:pt x="4476" y="28743"/>
                      </a:cubicBezTo>
                      <a:cubicBezTo>
                        <a:pt x="2836" y="30250"/>
                        <a:pt x="1595" y="29408"/>
                        <a:pt x="797" y="26039"/>
                      </a:cubicBezTo>
                      <a:cubicBezTo>
                        <a:pt x="-888" y="19434"/>
                        <a:pt x="265" y="21828"/>
                        <a:pt x="2703" y="18547"/>
                      </a:cubicBezTo>
                      <a:cubicBezTo>
                        <a:pt x="5407" y="14114"/>
                        <a:pt x="7934" y="12740"/>
                        <a:pt x="10549" y="9548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458" name="Graphique 2">
                <a:extLst>
                  <a:ext uri="{FF2B5EF4-FFF2-40B4-BE49-F238E27FC236}">
                    <a16:creationId xmlns:a16="http://schemas.microsoft.com/office/drawing/2014/main" id="{96C22061-9771-49EC-96E8-5AA9A9078C71}"/>
                  </a:ext>
                </a:extLst>
              </p:cNvPr>
              <p:cNvGrpSpPr/>
              <p:nvPr/>
            </p:nvGrpSpPr>
            <p:grpSpPr>
              <a:xfrm>
                <a:off x="7514006" y="982639"/>
                <a:ext cx="61394" cy="72264"/>
                <a:chOff x="7514006" y="982639"/>
                <a:chExt cx="61394" cy="72264"/>
              </a:xfrm>
              <a:solidFill>
                <a:schemeClr val="accent1"/>
              </a:solidFill>
            </p:grpSpPr>
            <p:sp>
              <p:nvSpPr>
                <p:cNvPr id="21674" name="Forme libre : forme 21673">
                  <a:extLst>
                    <a:ext uri="{FF2B5EF4-FFF2-40B4-BE49-F238E27FC236}">
                      <a16:creationId xmlns:a16="http://schemas.microsoft.com/office/drawing/2014/main" id="{4FF77839-FA59-4E4B-AC51-31B697494D55}"/>
                    </a:ext>
                  </a:extLst>
                </p:cNvPr>
                <p:cNvSpPr/>
                <p:nvPr/>
              </p:nvSpPr>
              <p:spPr>
                <a:xfrm>
                  <a:off x="7514046" y="982639"/>
                  <a:ext cx="61354" cy="72264"/>
                </a:xfrm>
                <a:custGeom>
                  <a:avLst/>
                  <a:gdLst>
                    <a:gd name="connsiteX0" fmla="*/ 27054 w 61354"/>
                    <a:gd name="connsiteY0" fmla="*/ 54395 h 72264"/>
                    <a:gd name="connsiteX1" fmla="*/ 19739 w 61354"/>
                    <a:gd name="connsiteY1" fmla="*/ 44465 h 72264"/>
                    <a:gd name="connsiteX2" fmla="*/ 11582 w 61354"/>
                    <a:gd name="connsiteY2" fmla="*/ 34889 h 72264"/>
                    <a:gd name="connsiteX3" fmla="*/ 3603 w 61354"/>
                    <a:gd name="connsiteY3" fmla="*/ 22432 h 72264"/>
                    <a:gd name="connsiteX4" fmla="*/ 101 w 61354"/>
                    <a:gd name="connsiteY4" fmla="*/ 9000 h 72264"/>
                    <a:gd name="connsiteX5" fmla="*/ 5509 w 61354"/>
                    <a:gd name="connsiteY5" fmla="*/ 533 h 72264"/>
                    <a:gd name="connsiteX6" fmla="*/ 21025 w 61354"/>
                    <a:gd name="connsiteY6" fmla="*/ 1287 h 72264"/>
                    <a:gd name="connsiteX7" fmla="*/ 36984 w 61354"/>
                    <a:gd name="connsiteY7" fmla="*/ 10552 h 72264"/>
                    <a:gd name="connsiteX8" fmla="*/ 41993 w 61354"/>
                    <a:gd name="connsiteY8" fmla="*/ 15517 h 72264"/>
                    <a:gd name="connsiteX9" fmla="*/ 47579 w 61354"/>
                    <a:gd name="connsiteY9" fmla="*/ 22033 h 72264"/>
                    <a:gd name="connsiteX10" fmla="*/ 52677 w 61354"/>
                    <a:gd name="connsiteY10" fmla="*/ 29038 h 72264"/>
                    <a:gd name="connsiteX11" fmla="*/ 56489 w 61354"/>
                    <a:gd name="connsiteY11" fmla="*/ 35244 h 72264"/>
                    <a:gd name="connsiteX12" fmla="*/ 58883 w 61354"/>
                    <a:gd name="connsiteY12" fmla="*/ 40076 h 72264"/>
                    <a:gd name="connsiteX13" fmla="*/ 60346 w 61354"/>
                    <a:gd name="connsiteY13" fmla="*/ 44731 h 72264"/>
                    <a:gd name="connsiteX14" fmla="*/ 61322 w 61354"/>
                    <a:gd name="connsiteY14" fmla="*/ 53198 h 72264"/>
                    <a:gd name="connsiteX15" fmla="*/ 57465 w 61354"/>
                    <a:gd name="connsiteY15" fmla="*/ 67872 h 72264"/>
                    <a:gd name="connsiteX16" fmla="*/ 48554 w 61354"/>
                    <a:gd name="connsiteY16" fmla="*/ 71861 h 72264"/>
                    <a:gd name="connsiteX17" fmla="*/ 27054 w 61354"/>
                    <a:gd name="connsiteY17" fmla="*/ 54395 h 72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1354" h="72264">
                      <a:moveTo>
                        <a:pt x="27054" y="54395"/>
                      </a:moveTo>
                      <a:cubicBezTo>
                        <a:pt x="25369" y="52001"/>
                        <a:pt x="22709" y="48144"/>
                        <a:pt x="19739" y="44465"/>
                      </a:cubicBezTo>
                      <a:cubicBezTo>
                        <a:pt x="16813" y="40741"/>
                        <a:pt x="13666" y="37195"/>
                        <a:pt x="11582" y="34889"/>
                      </a:cubicBezTo>
                      <a:cubicBezTo>
                        <a:pt x="7770" y="30501"/>
                        <a:pt x="5287" y="26555"/>
                        <a:pt x="3603" y="22432"/>
                      </a:cubicBezTo>
                      <a:cubicBezTo>
                        <a:pt x="1918" y="18310"/>
                        <a:pt x="1031" y="13921"/>
                        <a:pt x="101" y="9000"/>
                      </a:cubicBezTo>
                      <a:cubicBezTo>
                        <a:pt x="-520" y="5675"/>
                        <a:pt x="1785" y="1109"/>
                        <a:pt x="5509" y="533"/>
                      </a:cubicBezTo>
                      <a:cubicBezTo>
                        <a:pt x="10696" y="-309"/>
                        <a:pt x="15794" y="-221"/>
                        <a:pt x="21025" y="1287"/>
                      </a:cubicBezTo>
                      <a:cubicBezTo>
                        <a:pt x="26211" y="2794"/>
                        <a:pt x="31620" y="5631"/>
                        <a:pt x="36984" y="10552"/>
                      </a:cubicBezTo>
                      <a:cubicBezTo>
                        <a:pt x="38447" y="11837"/>
                        <a:pt x="40176" y="13522"/>
                        <a:pt x="41993" y="15517"/>
                      </a:cubicBezTo>
                      <a:cubicBezTo>
                        <a:pt x="43855" y="17467"/>
                        <a:pt x="45761" y="19684"/>
                        <a:pt x="47579" y="22033"/>
                      </a:cubicBezTo>
                      <a:cubicBezTo>
                        <a:pt x="49485" y="24294"/>
                        <a:pt x="51125" y="26777"/>
                        <a:pt x="52677" y="29038"/>
                      </a:cubicBezTo>
                      <a:cubicBezTo>
                        <a:pt x="54273" y="31254"/>
                        <a:pt x="55514" y="33471"/>
                        <a:pt x="56489" y="35244"/>
                      </a:cubicBezTo>
                      <a:cubicBezTo>
                        <a:pt x="57421" y="36929"/>
                        <a:pt x="58218" y="38480"/>
                        <a:pt x="58883" y="40076"/>
                      </a:cubicBezTo>
                      <a:cubicBezTo>
                        <a:pt x="59460" y="41672"/>
                        <a:pt x="59947" y="43224"/>
                        <a:pt x="60346" y="44731"/>
                      </a:cubicBezTo>
                      <a:cubicBezTo>
                        <a:pt x="61189" y="47701"/>
                        <a:pt x="61455" y="50494"/>
                        <a:pt x="61322" y="53198"/>
                      </a:cubicBezTo>
                      <a:cubicBezTo>
                        <a:pt x="61277" y="58474"/>
                        <a:pt x="59637" y="63261"/>
                        <a:pt x="57465" y="67872"/>
                      </a:cubicBezTo>
                      <a:cubicBezTo>
                        <a:pt x="55958" y="71064"/>
                        <a:pt x="51613" y="73191"/>
                        <a:pt x="48554" y="71861"/>
                      </a:cubicBezTo>
                      <a:cubicBezTo>
                        <a:pt x="39599" y="67960"/>
                        <a:pt x="33349" y="63306"/>
                        <a:pt x="27054" y="54395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75" name="Forme libre : forme 21674">
                  <a:extLst>
                    <a:ext uri="{FF2B5EF4-FFF2-40B4-BE49-F238E27FC236}">
                      <a16:creationId xmlns:a16="http://schemas.microsoft.com/office/drawing/2014/main" id="{4389AA09-2F58-430D-A46B-DA61EF14E5BF}"/>
                    </a:ext>
                  </a:extLst>
                </p:cNvPr>
                <p:cNvSpPr/>
                <p:nvPr/>
              </p:nvSpPr>
              <p:spPr>
                <a:xfrm>
                  <a:off x="7514006" y="987206"/>
                  <a:ext cx="48860" cy="67250"/>
                </a:xfrm>
                <a:custGeom>
                  <a:avLst/>
                  <a:gdLst>
                    <a:gd name="connsiteX0" fmla="*/ 23503 w 48860"/>
                    <a:gd name="connsiteY0" fmla="*/ 24471 h 67250"/>
                    <a:gd name="connsiteX1" fmla="*/ 717 w 48860"/>
                    <a:gd name="connsiteY1" fmla="*/ 0 h 67250"/>
                    <a:gd name="connsiteX2" fmla="*/ 96 w 48860"/>
                    <a:gd name="connsiteY2" fmla="*/ 4344 h 67250"/>
                    <a:gd name="connsiteX3" fmla="*/ 1116 w 48860"/>
                    <a:gd name="connsiteY3" fmla="*/ 9265 h 67250"/>
                    <a:gd name="connsiteX4" fmla="*/ 5726 w 48860"/>
                    <a:gd name="connsiteY4" fmla="*/ 22077 h 67250"/>
                    <a:gd name="connsiteX5" fmla="*/ 11667 w 48860"/>
                    <a:gd name="connsiteY5" fmla="*/ 30234 h 67250"/>
                    <a:gd name="connsiteX6" fmla="*/ 14371 w 48860"/>
                    <a:gd name="connsiteY6" fmla="*/ 33248 h 67250"/>
                    <a:gd name="connsiteX7" fmla="*/ 26119 w 48860"/>
                    <a:gd name="connsiteY7" fmla="*/ 48232 h 67250"/>
                    <a:gd name="connsiteX8" fmla="*/ 27182 w 48860"/>
                    <a:gd name="connsiteY8" fmla="*/ 49739 h 67250"/>
                    <a:gd name="connsiteX9" fmla="*/ 30552 w 48860"/>
                    <a:gd name="connsiteY9" fmla="*/ 54128 h 67250"/>
                    <a:gd name="connsiteX10" fmla="*/ 34054 w 48860"/>
                    <a:gd name="connsiteY10" fmla="*/ 57808 h 67250"/>
                    <a:gd name="connsiteX11" fmla="*/ 39152 w 48860"/>
                    <a:gd name="connsiteY11" fmla="*/ 61886 h 67250"/>
                    <a:gd name="connsiteX12" fmla="*/ 44649 w 48860"/>
                    <a:gd name="connsiteY12" fmla="*/ 65299 h 67250"/>
                    <a:gd name="connsiteX13" fmla="*/ 48683 w 48860"/>
                    <a:gd name="connsiteY13" fmla="*/ 67206 h 67250"/>
                    <a:gd name="connsiteX14" fmla="*/ 48860 w 48860"/>
                    <a:gd name="connsiteY14" fmla="*/ 67250 h 67250"/>
                    <a:gd name="connsiteX15" fmla="*/ 23503 w 48860"/>
                    <a:gd name="connsiteY15" fmla="*/ 24471 h 67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8860" h="67250">
                      <a:moveTo>
                        <a:pt x="23503" y="24471"/>
                      </a:moveTo>
                      <a:cubicBezTo>
                        <a:pt x="15125" y="16624"/>
                        <a:pt x="6125" y="8910"/>
                        <a:pt x="717" y="0"/>
                      </a:cubicBezTo>
                      <a:cubicBezTo>
                        <a:pt x="141" y="1419"/>
                        <a:pt x="-170" y="2970"/>
                        <a:pt x="96" y="4344"/>
                      </a:cubicBezTo>
                      <a:cubicBezTo>
                        <a:pt x="451" y="6073"/>
                        <a:pt x="761" y="7714"/>
                        <a:pt x="1116" y="9265"/>
                      </a:cubicBezTo>
                      <a:cubicBezTo>
                        <a:pt x="2135" y="13787"/>
                        <a:pt x="3421" y="17954"/>
                        <a:pt x="5726" y="22077"/>
                      </a:cubicBezTo>
                      <a:cubicBezTo>
                        <a:pt x="7234" y="24737"/>
                        <a:pt x="9184" y="27352"/>
                        <a:pt x="11667" y="30234"/>
                      </a:cubicBezTo>
                      <a:cubicBezTo>
                        <a:pt x="12376" y="31120"/>
                        <a:pt x="13396" y="32096"/>
                        <a:pt x="14371" y="33248"/>
                      </a:cubicBezTo>
                      <a:cubicBezTo>
                        <a:pt x="18405" y="37593"/>
                        <a:pt x="23237" y="44021"/>
                        <a:pt x="26119" y="48232"/>
                      </a:cubicBezTo>
                      <a:cubicBezTo>
                        <a:pt x="26517" y="48764"/>
                        <a:pt x="26872" y="49296"/>
                        <a:pt x="27182" y="49739"/>
                      </a:cubicBezTo>
                      <a:cubicBezTo>
                        <a:pt x="28424" y="51291"/>
                        <a:pt x="29443" y="52798"/>
                        <a:pt x="30552" y="54128"/>
                      </a:cubicBezTo>
                      <a:cubicBezTo>
                        <a:pt x="31660" y="55502"/>
                        <a:pt x="32945" y="56611"/>
                        <a:pt x="34054" y="57808"/>
                      </a:cubicBezTo>
                      <a:cubicBezTo>
                        <a:pt x="35605" y="59359"/>
                        <a:pt x="37334" y="60689"/>
                        <a:pt x="39152" y="61886"/>
                      </a:cubicBezTo>
                      <a:cubicBezTo>
                        <a:pt x="40969" y="63083"/>
                        <a:pt x="42654" y="64236"/>
                        <a:pt x="44649" y="65299"/>
                      </a:cubicBezTo>
                      <a:cubicBezTo>
                        <a:pt x="45934" y="65964"/>
                        <a:pt x="47264" y="66585"/>
                        <a:pt x="48683" y="67206"/>
                      </a:cubicBezTo>
                      <a:lnTo>
                        <a:pt x="48860" y="67250"/>
                      </a:lnTo>
                      <a:cubicBezTo>
                        <a:pt x="44206" y="51247"/>
                        <a:pt x="35605" y="35598"/>
                        <a:pt x="23503" y="24471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76" name="Forme libre : forme 21675">
                  <a:extLst>
                    <a:ext uri="{FF2B5EF4-FFF2-40B4-BE49-F238E27FC236}">
                      <a16:creationId xmlns:a16="http://schemas.microsoft.com/office/drawing/2014/main" id="{20CC9C21-BB40-4672-9333-9F9953343BBE}"/>
                    </a:ext>
                  </a:extLst>
                </p:cNvPr>
                <p:cNvSpPr/>
                <p:nvPr/>
              </p:nvSpPr>
              <p:spPr>
                <a:xfrm>
                  <a:off x="7537506" y="1005038"/>
                  <a:ext cx="24882" cy="34056"/>
                </a:xfrm>
                <a:custGeom>
                  <a:avLst/>
                  <a:gdLst>
                    <a:gd name="connsiteX0" fmla="*/ 23455 w 24882"/>
                    <a:gd name="connsiteY0" fmla="*/ 33858 h 34056"/>
                    <a:gd name="connsiteX1" fmla="*/ 15608 w 24882"/>
                    <a:gd name="connsiteY1" fmla="*/ 28582 h 34056"/>
                    <a:gd name="connsiteX2" fmla="*/ 8205 w 24882"/>
                    <a:gd name="connsiteY2" fmla="*/ 19184 h 34056"/>
                    <a:gd name="connsiteX3" fmla="*/ 2309 w 24882"/>
                    <a:gd name="connsiteY3" fmla="*/ 9786 h 34056"/>
                    <a:gd name="connsiteX4" fmla="*/ 802 w 24882"/>
                    <a:gd name="connsiteY4" fmla="*/ 831 h 34056"/>
                    <a:gd name="connsiteX5" fmla="*/ 9535 w 24882"/>
                    <a:gd name="connsiteY5" fmla="*/ 3358 h 34056"/>
                    <a:gd name="connsiteX6" fmla="*/ 17514 w 24882"/>
                    <a:gd name="connsiteY6" fmla="*/ 12357 h 34056"/>
                    <a:gd name="connsiteX7" fmla="*/ 20440 w 24882"/>
                    <a:gd name="connsiteY7" fmla="*/ 17145 h 34056"/>
                    <a:gd name="connsiteX8" fmla="*/ 23499 w 24882"/>
                    <a:gd name="connsiteY8" fmla="*/ 23795 h 34056"/>
                    <a:gd name="connsiteX9" fmla="*/ 23455 w 24882"/>
                    <a:gd name="connsiteY9" fmla="*/ 33858 h 34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82" h="34056">
                      <a:moveTo>
                        <a:pt x="23455" y="33858"/>
                      </a:moveTo>
                      <a:cubicBezTo>
                        <a:pt x="21416" y="34833"/>
                        <a:pt x="18312" y="32084"/>
                        <a:pt x="15608" y="28582"/>
                      </a:cubicBezTo>
                      <a:cubicBezTo>
                        <a:pt x="12638" y="25213"/>
                        <a:pt x="9756" y="21179"/>
                        <a:pt x="8205" y="19184"/>
                      </a:cubicBezTo>
                      <a:cubicBezTo>
                        <a:pt x="6786" y="17101"/>
                        <a:pt x="4215" y="13421"/>
                        <a:pt x="2309" y="9786"/>
                      </a:cubicBezTo>
                      <a:cubicBezTo>
                        <a:pt x="403" y="6195"/>
                        <a:pt x="-927" y="2693"/>
                        <a:pt x="802" y="831"/>
                      </a:cubicBezTo>
                      <a:cubicBezTo>
                        <a:pt x="2575" y="-1075"/>
                        <a:pt x="6121" y="521"/>
                        <a:pt x="9535" y="3358"/>
                      </a:cubicBezTo>
                      <a:cubicBezTo>
                        <a:pt x="12948" y="6195"/>
                        <a:pt x="16140" y="10141"/>
                        <a:pt x="17514" y="12357"/>
                      </a:cubicBezTo>
                      <a:cubicBezTo>
                        <a:pt x="18224" y="13465"/>
                        <a:pt x="19376" y="15106"/>
                        <a:pt x="20440" y="17145"/>
                      </a:cubicBezTo>
                      <a:cubicBezTo>
                        <a:pt x="21504" y="19184"/>
                        <a:pt x="22613" y="21534"/>
                        <a:pt x="23499" y="23795"/>
                      </a:cubicBezTo>
                      <a:cubicBezTo>
                        <a:pt x="25006" y="28582"/>
                        <a:pt x="25671" y="32794"/>
                        <a:pt x="23455" y="33858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77" name="Forme libre : forme 21676">
                  <a:extLst>
                    <a:ext uri="{FF2B5EF4-FFF2-40B4-BE49-F238E27FC236}">
                      <a16:creationId xmlns:a16="http://schemas.microsoft.com/office/drawing/2014/main" id="{97F680F4-61BB-4741-9D03-B513A7D65809}"/>
                    </a:ext>
                  </a:extLst>
                </p:cNvPr>
                <p:cNvSpPr/>
                <p:nvPr/>
              </p:nvSpPr>
              <p:spPr>
                <a:xfrm>
                  <a:off x="7537675" y="1004845"/>
                  <a:ext cx="13266" cy="25982"/>
                </a:xfrm>
                <a:custGeom>
                  <a:avLst/>
                  <a:gdLst>
                    <a:gd name="connsiteX0" fmla="*/ 9897 w 13266"/>
                    <a:gd name="connsiteY0" fmla="*/ 4216 h 25982"/>
                    <a:gd name="connsiteX1" fmla="*/ 4932 w 13266"/>
                    <a:gd name="connsiteY1" fmla="*/ 891 h 25982"/>
                    <a:gd name="connsiteX2" fmla="*/ 499 w 13266"/>
                    <a:gd name="connsiteY2" fmla="*/ 980 h 25982"/>
                    <a:gd name="connsiteX3" fmla="*/ 8168 w 13266"/>
                    <a:gd name="connsiteY3" fmla="*/ 19643 h 25982"/>
                    <a:gd name="connsiteX4" fmla="*/ 10651 w 13266"/>
                    <a:gd name="connsiteY4" fmla="*/ 22746 h 25982"/>
                    <a:gd name="connsiteX5" fmla="*/ 13266 w 13266"/>
                    <a:gd name="connsiteY5" fmla="*/ 25983 h 25982"/>
                    <a:gd name="connsiteX6" fmla="*/ 11272 w 13266"/>
                    <a:gd name="connsiteY6" fmla="*/ 22081 h 25982"/>
                    <a:gd name="connsiteX7" fmla="*/ 9897 w 13266"/>
                    <a:gd name="connsiteY7" fmla="*/ 4216 h 25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266" h="25982">
                      <a:moveTo>
                        <a:pt x="9897" y="4216"/>
                      </a:moveTo>
                      <a:cubicBezTo>
                        <a:pt x="8700" y="3551"/>
                        <a:pt x="6750" y="1911"/>
                        <a:pt x="4932" y="891"/>
                      </a:cubicBezTo>
                      <a:cubicBezTo>
                        <a:pt x="3026" y="-84"/>
                        <a:pt x="1253" y="-527"/>
                        <a:pt x="499" y="980"/>
                      </a:cubicBezTo>
                      <a:cubicBezTo>
                        <a:pt x="-1851" y="5590"/>
                        <a:pt x="4666" y="14368"/>
                        <a:pt x="8168" y="19643"/>
                      </a:cubicBezTo>
                      <a:cubicBezTo>
                        <a:pt x="8700" y="20397"/>
                        <a:pt x="9631" y="21594"/>
                        <a:pt x="10651" y="22746"/>
                      </a:cubicBezTo>
                      <a:cubicBezTo>
                        <a:pt x="11582" y="23988"/>
                        <a:pt x="12557" y="25229"/>
                        <a:pt x="13266" y="25983"/>
                      </a:cubicBezTo>
                      <a:cubicBezTo>
                        <a:pt x="12690" y="24919"/>
                        <a:pt x="11626" y="23190"/>
                        <a:pt x="11272" y="22081"/>
                      </a:cubicBezTo>
                      <a:cubicBezTo>
                        <a:pt x="9055" y="15831"/>
                        <a:pt x="6041" y="8206"/>
                        <a:pt x="9897" y="4216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78" name="Forme libre : forme 21677">
                  <a:extLst>
                    <a:ext uri="{FF2B5EF4-FFF2-40B4-BE49-F238E27FC236}">
                      <a16:creationId xmlns:a16="http://schemas.microsoft.com/office/drawing/2014/main" id="{05A3983D-8A8E-4BE9-BC55-ABC9923FC2ED}"/>
                    </a:ext>
                  </a:extLst>
                </p:cNvPr>
                <p:cNvSpPr/>
                <p:nvPr/>
              </p:nvSpPr>
              <p:spPr>
                <a:xfrm>
                  <a:off x="7538000" y="1007384"/>
                  <a:ext cx="24501" cy="34007"/>
                </a:xfrm>
                <a:custGeom>
                  <a:avLst/>
                  <a:gdLst>
                    <a:gd name="connsiteX0" fmla="*/ 22739 w 24501"/>
                    <a:gd name="connsiteY0" fmla="*/ 33994 h 34007"/>
                    <a:gd name="connsiteX1" fmla="*/ 7622 w 24501"/>
                    <a:gd name="connsiteY1" fmla="*/ 19099 h 34007"/>
                    <a:gd name="connsiteX2" fmla="*/ 4874 w 24501"/>
                    <a:gd name="connsiteY2" fmla="*/ 14932 h 34007"/>
                    <a:gd name="connsiteX3" fmla="*/ 1948 w 24501"/>
                    <a:gd name="connsiteY3" fmla="*/ 9789 h 34007"/>
                    <a:gd name="connsiteX4" fmla="*/ 839 w 24501"/>
                    <a:gd name="connsiteY4" fmla="*/ 879 h 34007"/>
                    <a:gd name="connsiteX5" fmla="*/ 9440 w 24501"/>
                    <a:gd name="connsiteY5" fmla="*/ 3494 h 34007"/>
                    <a:gd name="connsiteX6" fmla="*/ 14095 w 24501"/>
                    <a:gd name="connsiteY6" fmla="*/ 8327 h 34007"/>
                    <a:gd name="connsiteX7" fmla="*/ 17153 w 24501"/>
                    <a:gd name="connsiteY7" fmla="*/ 12538 h 34007"/>
                    <a:gd name="connsiteX8" fmla="*/ 20035 w 24501"/>
                    <a:gd name="connsiteY8" fmla="*/ 17370 h 34007"/>
                    <a:gd name="connsiteX9" fmla="*/ 23138 w 24501"/>
                    <a:gd name="connsiteY9" fmla="*/ 24374 h 34007"/>
                    <a:gd name="connsiteX10" fmla="*/ 22739 w 24501"/>
                    <a:gd name="connsiteY10" fmla="*/ 33994 h 34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501" h="34007">
                      <a:moveTo>
                        <a:pt x="22739" y="33994"/>
                      </a:moveTo>
                      <a:cubicBezTo>
                        <a:pt x="18262" y="34437"/>
                        <a:pt x="10991" y="23266"/>
                        <a:pt x="7622" y="19099"/>
                      </a:cubicBezTo>
                      <a:cubicBezTo>
                        <a:pt x="6780" y="18035"/>
                        <a:pt x="5849" y="16572"/>
                        <a:pt x="4874" y="14932"/>
                      </a:cubicBezTo>
                      <a:cubicBezTo>
                        <a:pt x="3810" y="13336"/>
                        <a:pt x="2790" y="11607"/>
                        <a:pt x="1948" y="9789"/>
                      </a:cubicBezTo>
                      <a:cubicBezTo>
                        <a:pt x="175" y="6376"/>
                        <a:pt x="-801" y="2830"/>
                        <a:pt x="839" y="879"/>
                      </a:cubicBezTo>
                      <a:cubicBezTo>
                        <a:pt x="2568" y="-1160"/>
                        <a:pt x="6026" y="613"/>
                        <a:pt x="9440" y="3494"/>
                      </a:cubicBezTo>
                      <a:cubicBezTo>
                        <a:pt x="11080" y="5002"/>
                        <a:pt x="12676" y="6731"/>
                        <a:pt x="14095" y="8327"/>
                      </a:cubicBezTo>
                      <a:cubicBezTo>
                        <a:pt x="15380" y="10011"/>
                        <a:pt x="16444" y="11518"/>
                        <a:pt x="17153" y="12538"/>
                      </a:cubicBezTo>
                      <a:cubicBezTo>
                        <a:pt x="17863" y="13513"/>
                        <a:pt x="18971" y="15242"/>
                        <a:pt x="20035" y="17370"/>
                      </a:cubicBezTo>
                      <a:cubicBezTo>
                        <a:pt x="21143" y="19498"/>
                        <a:pt x="22429" y="21892"/>
                        <a:pt x="23138" y="24374"/>
                      </a:cubicBezTo>
                      <a:cubicBezTo>
                        <a:pt x="24867" y="29206"/>
                        <a:pt x="25177" y="33640"/>
                        <a:pt x="22739" y="33994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79" name="Forme libre : forme 21678">
                  <a:extLst>
                    <a:ext uri="{FF2B5EF4-FFF2-40B4-BE49-F238E27FC236}">
                      <a16:creationId xmlns:a16="http://schemas.microsoft.com/office/drawing/2014/main" id="{25B6CE82-1241-4C77-8ED8-632CC04010FE}"/>
                    </a:ext>
                  </a:extLst>
                </p:cNvPr>
                <p:cNvSpPr/>
                <p:nvPr/>
              </p:nvSpPr>
              <p:spPr>
                <a:xfrm>
                  <a:off x="7523455" y="990094"/>
                  <a:ext cx="28662" cy="44365"/>
                </a:xfrm>
                <a:custGeom>
                  <a:avLst/>
                  <a:gdLst>
                    <a:gd name="connsiteX0" fmla="*/ 534 w 28662"/>
                    <a:gd name="connsiteY0" fmla="*/ 3895 h 44365"/>
                    <a:gd name="connsiteX1" fmla="*/ 977 w 28662"/>
                    <a:gd name="connsiteY1" fmla="*/ 11431 h 44365"/>
                    <a:gd name="connsiteX2" fmla="*/ 8026 w 28662"/>
                    <a:gd name="connsiteY2" fmla="*/ 28498 h 44365"/>
                    <a:gd name="connsiteX3" fmla="*/ 19419 w 28662"/>
                    <a:gd name="connsiteY3" fmla="*/ 41354 h 44365"/>
                    <a:gd name="connsiteX4" fmla="*/ 28196 w 28662"/>
                    <a:gd name="connsiteY4" fmla="*/ 43394 h 44365"/>
                    <a:gd name="connsiteX5" fmla="*/ 27398 w 28662"/>
                    <a:gd name="connsiteY5" fmla="*/ 36921 h 44365"/>
                    <a:gd name="connsiteX6" fmla="*/ 24871 w 28662"/>
                    <a:gd name="connsiteY6" fmla="*/ 28410 h 44365"/>
                    <a:gd name="connsiteX7" fmla="*/ 22389 w 28662"/>
                    <a:gd name="connsiteY7" fmla="*/ 19410 h 44365"/>
                    <a:gd name="connsiteX8" fmla="*/ 13877 w 28662"/>
                    <a:gd name="connsiteY8" fmla="*/ 2432 h 44365"/>
                    <a:gd name="connsiteX9" fmla="*/ 534 w 28662"/>
                    <a:gd name="connsiteY9" fmla="*/ 3895 h 44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662" h="44365">
                      <a:moveTo>
                        <a:pt x="534" y="3895"/>
                      </a:moveTo>
                      <a:cubicBezTo>
                        <a:pt x="-353" y="6909"/>
                        <a:pt x="-87" y="8195"/>
                        <a:pt x="977" y="11431"/>
                      </a:cubicBezTo>
                      <a:cubicBezTo>
                        <a:pt x="3016" y="17593"/>
                        <a:pt x="4169" y="22602"/>
                        <a:pt x="8026" y="28498"/>
                      </a:cubicBezTo>
                      <a:cubicBezTo>
                        <a:pt x="11262" y="33375"/>
                        <a:pt x="15296" y="38295"/>
                        <a:pt x="19419" y="41354"/>
                      </a:cubicBezTo>
                      <a:cubicBezTo>
                        <a:pt x="22345" y="43748"/>
                        <a:pt x="26201" y="45566"/>
                        <a:pt x="28196" y="43394"/>
                      </a:cubicBezTo>
                      <a:cubicBezTo>
                        <a:pt x="29393" y="42019"/>
                        <a:pt x="27975" y="39404"/>
                        <a:pt x="27398" y="36921"/>
                      </a:cubicBezTo>
                      <a:cubicBezTo>
                        <a:pt x="26689" y="34040"/>
                        <a:pt x="25669" y="31291"/>
                        <a:pt x="24871" y="28410"/>
                      </a:cubicBezTo>
                      <a:cubicBezTo>
                        <a:pt x="23896" y="25617"/>
                        <a:pt x="23142" y="22602"/>
                        <a:pt x="22389" y="19410"/>
                      </a:cubicBezTo>
                      <a:cubicBezTo>
                        <a:pt x="21236" y="14002"/>
                        <a:pt x="20305" y="6953"/>
                        <a:pt x="13877" y="2432"/>
                      </a:cubicBezTo>
                      <a:cubicBezTo>
                        <a:pt x="8070" y="-1602"/>
                        <a:pt x="1642" y="-273"/>
                        <a:pt x="534" y="389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80" name="Forme libre : forme 21679">
                  <a:extLst>
                    <a:ext uri="{FF2B5EF4-FFF2-40B4-BE49-F238E27FC236}">
                      <a16:creationId xmlns:a16="http://schemas.microsoft.com/office/drawing/2014/main" id="{4A4D9006-D3E0-4A1E-91B0-2970FA56143F}"/>
                    </a:ext>
                  </a:extLst>
                </p:cNvPr>
                <p:cNvSpPr/>
                <p:nvPr/>
              </p:nvSpPr>
              <p:spPr>
                <a:xfrm>
                  <a:off x="7534655" y="996073"/>
                  <a:ext cx="14930" cy="10607"/>
                </a:xfrm>
                <a:custGeom>
                  <a:avLst/>
                  <a:gdLst>
                    <a:gd name="connsiteX0" fmla="*/ 2322 w 14930"/>
                    <a:gd name="connsiteY0" fmla="*/ 309 h 10607"/>
                    <a:gd name="connsiteX1" fmla="*/ 327 w 14930"/>
                    <a:gd name="connsiteY1" fmla="*/ 132 h 10607"/>
                    <a:gd name="connsiteX2" fmla="*/ 504 w 14930"/>
                    <a:gd name="connsiteY2" fmla="*/ 1816 h 10607"/>
                    <a:gd name="connsiteX3" fmla="*/ 2765 w 14930"/>
                    <a:gd name="connsiteY3" fmla="*/ 3944 h 10607"/>
                    <a:gd name="connsiteX4" fmla="*/ 8883 w 14930"/>
                    <a:gd name="connsiteY4" fmla="*/ 8554 h 10607"/>
                    <a:gd name="connsiteX5" fmla="*/ 11232 w 14930"/>
                    <a:gd name="connsiteY5" fmla="*/ 10106 h 10607"/>
                    <a:gd name="connsiteX6" fmla="*/ 13006 w 14930"/>
                    <a:gd name="connsiteY6" fmla="*/ 6205 h 10607"/>
                    <a:gd name="connsiteX7" fmla="*/ 2322 w 14930"/>
                    <a:gd name="connsiteY7" fmla="*/ 309 h 10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930" h="10607">
                      <a:moveTo>
                        <a:pt x="2322" y="309"/>
                      </a:moveTo>
                      <a:cubicBezTo>
                        <a:pt x="1480" y="43"/>
                        <a:pt x="903" y="-134"/>
                        <a:pt x="327" y="132"/>
                      </a:cubicBezTo>
                      <a:cubicBezTo>
                        <a:pt x="-249" y="398"/>
                        <a:pt x="17" y="1107"/>
                        <a:pt x="504" y="1816"/>
                      </a:cubicBezTo>
                      <a:cubicBezTo>
                        <a:pt x="992" y="2525"/>
                        <a:pt x="1967" y="3323"/>
                        <a:pt x="2765" y="3944"/>
                      </a:cubicBezTo>
                      <a:cubicBezTo>
                        <a:pt x="4760" y="5451"/>
                        <a:pt x="6799" y="7225"/>
                        <a:pt x="8883" y="8554"/>
                      </a:cubicBezTo>
                      <a:cubicBezTo>
                        <a:pt x="9681" y="9131"/>
                        <a:pt x="10435" y="9751"/>
                        <a:pt x="11232" y="10106"/>
                      </a:cubicBezTo>
                      <a:cubicBezTo>
                        <a:pt x="14602" y="11525"/>
                        <a:pt x="16641" y="9840"/>
                        <a:pt x="13006" y="6205"/>
                      </a:cubicBezTo>
                      <a:cubicBezTo>
                        <a:pt x="10124" y="3412"/>
                        <a:pt x="5691" y="1284"/>
                        <a:pt x="2322" y="309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81" name="Forme libre : forme 21680">
                  <a:extLst>
                    <a:ext uri="{FF2B5EF4-FFF2-40B4-BE49-F238E27FC236}">
                      <a16:creationId xmlns:a16="http://schemas.microsoft.com/office/drawing/2014/main" id="{2F0142A4-4F3F-4C4F-B666-9145478EBD5E}"/>
                    </a:ext>
                  </a:extLst>
                </p:cNvPr>
                <p:cNvSpPr/>
                <p:nvPr/>
              </p:nvSpPr>
              <p:spPr>
                <a:xfrm>
                  <a:off x="7542208" y="1037300"/>
                  <a:ext cx="21234" cy="15693"/>
                </a:xfrm>
                <a:custGeom>
                  <a:avLst/>
                  <a:gdLst>
                    <a:gd name="connsiteX0" fmla="*/ 21235 w 21234"/>
                    <a:gd name="connsiteY0" fmla="*/ 15693 h 15693"/>
                    <a:gd name="connsiteX1" fmla="*/ 10108 w 21234"/>
                    <a:gd name="connsiteY1" fmla="*/ 8955 h 15693"/>
                    <a:gd name="connsiteX2" fmla="*/ 0 w 21234"/>
                    <a:gd name="connsiteY2" fmla="*/ 0 h 15693"/>
                    <a:gd name="connsiteX3" fmla="*/ 21235 w 21234"/>
                    <a:gd name="connsiteY3" fmla="*/ 15693 h 15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234" h="15693">
                      <a:moveTo>
                        <a:pt x="21235" y="15693"/>
                      </a:moveTo>
                      <a:cubicBezTo>
                        <a:pt x="17466" y="14984"/>
                        <a:pt x="13964" y="12014"/>
                        <a:pt x="10108" y="8955"/>
                      </a:cubicBezTo>
                      <a:cubicBezTo>
                        <a:pt x="6295" y="5586"/>
                        <a:pt x="2704" y="2438"/>
                        <a:pt x="0" y="0"/>
                      </a:cubicBezTo>
                      <a:cubicBezTo>
                        <a:pt x="6118" y="5231"/>
                        <a:pt x="14674" y="10994"/>
                        <a:pt x="21235" y="156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82" name="Forme libre : forme 21681">
                  <a:extLst>
                    <a:ext uri="{FF2B5EF4-FFF2-40B4-BE49-F238E27FC236}">
                      <a16:creationId xmlns:a16="http://schemas.microsoft.com/office/drawing/2014/main" id="{7AEE5498-5D10-4F7E-8603-10B862E5C938}"/>
                    </a:ext>
                  </a:extLst>
                </p:cNvPr>
                <p:cNvSpPr/>
                <p:nvPr/>
              </p:nvSpPr>
              <p:spPr>
                <a:xfrm>
                  <a:off x="7519555" y="984088"/>
                  <a:ext cx="31430" cy="10654"/>
                </a:xfrm>
                <a:custGeom>
                  <a:avLst/>
                  <a:gdLst>
                    <a:gd name="connsiteX0" fmla="*/ 31431 w 31430"/>
                    <a:gd name="connsiteY0" fmla="*/ 10654 h 10654"/>
                    <a:gd name="connsiteX1" fmla="*/ 0 w 31430"/>
                    <a:gd name="connsiteY1" fmla="*/ 148 h 10654"/>
                    <a:gd name="connsiteX2" fmla="*/ 15693 w 31430"/>
                    <a:gd name="connsiteY2" fmla="*/ 2541 h 10654"/>
                    <a:gd name="connsiteX3" fmla="*/ 31431 w 31430"/>
                    <a:gd name="connsiteY3" fmla="*/ 10654 h 10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430" h="10654">
                      <a:moveTo>
                        <a:pt x="31431" y="10654"/>
                      </a:moveTo>
                      <a:cubicBezTo>
                        <a:pt x="21855" y="2009"/>
                        <a:pt x="9576" y="-606"/>
                        <a:pt x="0" y="148"/>
                      </a:cubicBezTo>
                      <a:cubicBezTo>
                        <a:pt x="4477" y="-384"/>
                        <a:pt x="10108" y="547"/>
                        <a:pt x="15693" y="2541"/>
                      </a:cubicBezTo>
                      <a:cubicBezTo>
                        <a:pt x="21279" y="4536"/>
                        <a:pt x="26909" y="7551"/>
                        <a:pt x="31431" y="106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83" name="Forme libre : forme 21682">
                  <a:extLst>
                    <a:ext uri="{FF2B5EF4-FFF2-40B4-BE49-F238E27FC236}">
                      <a16:creationId xmlns:a16="http://schemas.microsoft.com/office/drawing/2014/main" id="{5777C96B-D823-4399-82C9-7CCD6825EF4C}"/>
                    </a:ext>
                  </a:extLst>
                </p:cNvPr>
                <p:cNvSpPr/>
                <p:nvPr/>
              </p:nvSpPr>
              <p:spPr>
                <a:xfrm>
                  <a:off x="7550772" y="1016330"/>
                  <a:ext cx="8027" cy="13655"/>
                </a:xfrm>
                <a:custGeom>
                  <a:avLst/>
                  <a:gdLst>
                    <a:gd name="connsiteX0" fmla="*/ 7262 w 8027"/>
                    <a:gd name="connsiteY0" fmla="*/ 13655 h 13655"/>
                    <a:gd name="connsiteX1" fmla="*/ 1987 w 8027"/>
                    <a:gd name="connsiteY1" fmla="*/ 6518 h 13655"/>
                    <a:gd name="connsiteX2" fmla="*/ 790 w 8027"/>
                    <a:gd name="connsiteY2" fmla="*/ 1 h 13655"/>
                    <a:gd name="connsiteX3" fmla="*/ 6154 w 8027"/>
                    <a:gd name="connsiteY3" fmla="*/ 6651 h 13655"/>
                    <a:gd name="connsiteX4" fmla="*/ 7262 w 8027"/>
                    <a:gd name="connsiteY4" fmla="*/ 13655 h 13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7" h="13655">
                      <a:moveTo>
                        <a:pt x="7262" y="13655"/>
                      </a:moveTo>
                      <a:cubicBezTo>
                        <a:pt x="5267" y="13611"/>
                        <a:pt x="2918" y="8114"/>
                        <a:pt x="1987" y="6518"/>
                      </a:cubicBezTo>
                      <a:cubicBezTo>
                        <a:pt x="1100" y="4922"/>
                        <a:pt x="-1205" y="134"/>
                        <a:pt x="790" y="1"/>
                      </a:cubicBezTo>
                      <a:cubicBezTo>
                        <a:pt x="2785" y="-87"/>
                        <a:pt x="5445" y="5011"/>
                        <a:pt x="6154" y="6651"/>
                      </a:cubicBezTo>
                      <a:cubicBezTo>
                        <a:pt x="6908" y="8335"/>
                        <a:pt x="9213" y="13699"/>
                        <a:pt x="7262" y="13655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84" name="Forme libre : forme 21683">
                  <a:extLst>
                    <a:ext uri="{FF2B5EF4-FFF2-40B4-BE49-F238E27FC236}">
                      <a16:creationId xmlns:a16="http://schemas.microsoft.com/office/drawing/2014/main" id="{A2E9A6A6-DE19-4332-B1D7-BF343041837A}"/>
                    </a:ext>
                  </a:extLst>
                </p:cNvPr>
                <p:cNvSpPr/>
                <p:nvPr/>
              </p:nvSpPr>
              <p:spPr>
                <a:xfrm>
                  <a:off x="7557241" y="1028018"/>
                  <a:ext cx="2488" cy="3925"/>
                </a:xfrm>
                <a:custGeom>
                  <a:avLst/>
                  <a:gdLst>
                    <a:gd name="connsiteX0" fmla="*/ 2300 w 2488"/>
                    <a:gd name="connsiteY0" fmla="*/ 3829 h 3925"/>
                    <a:gd name="connsiteX1" fmla="*/ 705 w 2488"/>
                    <a:gd name="connsiteY1" fmla="*/ 2455 h 3925"/>
                    <a:gd name="connsiteX2" fmla="*/ 172 w 2488"/>
                    <a:gd name="connsiteY2" fmla="*/ 105 h 3925"/>
                    <a:gd name="connsiteX3" fmla="*/ 1857 w 2488"/>
                    <a:gd name="connsiteY3" fmla="*/ 1346 h 3925"/>
                    <a:gd name="connsiteX4" fmla="*/ 2300 w 2488"/>
                    <a:gd name="connsiteY4" fmla="*/ 3829 h 3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8" h="3925">
                      <a:moveTo>
                        <a:pt x="2300" y="3829"/>
                      </a:moveTo>
                      <a:cubicBezTo>
                        <a:pt x="1813" y="4272"/>
                        <a:pt x="1059" y="3075"/>
                        <a:pt x="705" y="2455"/>
                      </a:cubicBezTo>
                      <a:cubicBezTo>
                        <a:pt x="350" y="1834"/>
                        <a:pt x="-315" y="548"/>
                        <a:pt x="172" y="105"/>
                      </a:cubicBezTo>
                      <a:cubicBezTo>
                        <a:pt x="660" y="-338"/>
                        <a:pt x="1458" y="726"/>
                        <a:pt x="1857" y="1346"/>
                      </a:cubicBezTo>
                      <a:cubicBezTo>
                        <a:pt x="2212" y="1967"/>
                        <a:pt x="2788" y="3386"/>
                        <a:pt x="2300" y="38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85" name="Forme libre : forme 21684">
                  <a:extLst>
                    <a:ext uri="{FF2B5EF4-FFF2-40B4-BE49-F238E27FC236}">
                      <a16:creationId xmlns:a16="http://schemas.microsoft.com/office/drawing/2014/main" id="{2C9993C0-A949-4655-AB1B-F3950B0228F0}"/>
                    </a:ext>
                  </a:extLst>
                </p:cNvPr>
                <p:cNvSpPr/>
                <p:nvPr/>
              </p:nvSpPr>
              <p:spPr>
                <a:xfrm>
                  <a:off x="7558239" y="1010385"/>
                  <a:ext cx="12876" cy="40091"/>
                </a:xfrm>
                <a:custGeom>
                  <a:avLst/>
                  <a:gdLst>
                    <a:gd name="connsiteX0" fmla="*/ 11853 w 12876"/>
                    <a:gd name="connsiteY0" fmla="*/ 28422 h 40091"/>
                    <a:gd name="connsiteX1" fmla="*/ 8573 w 12876"/>
                    <a:gd name="connsiteY1" fmla="*/ 39594 h 40091"/>
                    <a:gd name="connsiteX2" fmla="*/ 5248 w 12876"/>
                    <a:gd name="connsiteY2" fmla="*/ 37953 h 40091"/>
                    <a:gd name="connsiteX3" fmla="*/ 5248 w 12876"/>
                    <a:gd name="connsiteY3" fmla="*/ 33298 h 40091"/>
                    <a:gd name="connsiteX4" fmla="*/ 5869 w 12876"/>
                    <a:gd name="connsiteY4" fmla="*/ 26117 h 40091"/>
                    <a:gd name="connsiteX5" fmla="*/ 5115 w 12876"/>
                    <a:gd name="connsiteY5" fmla="*/ 18492 h 40091"/>
                    <a:gd name="connsiteX6" fmla="*/ 1569 w 12876"/>
                    <a:gd name="connsiteY6" fmla="*/ 7808 h 40091"/>
                    <a:gd name="connsiteX7" fmla="*/ 1391 w 12876"/>
                    <a:gd name="connsiteY7" fmla="*/ 6 h 40091"/>
                    <a:gd name="connsiteX8" fmla="*/ 8706 w 12876"/>
                    <a:gd name="connsiteY8" fmla="*/ 7232 h 40091"/>
                    <a:gd name="connsiteX9" fmla="*/ 12607 w 12876"/>
                    <a:gd name="connsiteY9" fmla="*/ 17783 h 40091"/>
                    <a:gd name="connsiteX10" fmla="*/ 11853 w 12876"/>
                    <a:gd name="connsiteY10" fmla="*/ 28422 h 40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876" h="40091">
                      <a:moveTo>
                        <a:pt x="11853" y="28422"/>
                      </a:moveTo>
                      <a:cubicBezTo>
                        <a:pt x="11499" y="33077"/>
                        <a:pt x="10922" y="36446"/>
                        <a:pt x="8573" y="39594"/>
                      </a:cubicBezTo>
                      <a:cubicBezTo>
                        <a:pt x="7731" y="40746"/>
                        <a:pt x="5869" y="39771"/>
                        <a:pt x="5248" y="37953"/>
                      </a:cubicBezTo>
                      <a:cubicBezTo>
                        <a:pt x="4672" y="36136"/>
                        <a:pt x="4982" y="34761"/>
                        <a:pt x="5248" y="33298"/>
                      </a:cubicBezTo>
                      <a:cubicBezTo>
                        <a:pt x="5647" y="30993"/>
                        <a:pt x="5869" y="28599"/>
                        <a:pt x="5869" y="26117"/>
                      </a:cubicBezTo>
                      <a:cubicBezTo>
                        <a:pt x="5736" y="23723"/>
                        <a:pt x="5470" y="21196"/>
                        <a:pt x="5115" y="18492"/>
                      </a:cubicBezTo>
                      <a:cubicBezTo>
                        <a:pt x="4893" y="16807"/>
                        <a:pt x="3032" y="12064"/>
                        <a:pt x="1569" y="7808"/>
                      </a:cubicBezTo>
                      <a:cubicBezTo>
                        <a:pt x="61" y="3641"/>
                        <a:pt x="-958" y="-171"/>
                        <a:pt x="1391" y="6"/>
                      </a:cubicBezTo>
                      <a:cubicBezTo>
                        <a:pt x="3696" y="272"/>
                        <a:pt x="6578" y="3375"/>
                        <a:pt x="8706" y="7232"/>
                      </a:cubicBezTo>
                      <a:cubicBezTo>
                        <a:pt x="10834" y="11044"/>
                        <a:pt x="12341" y="15389"/>
                        <a:pt x="12607" y="17783"/>
                      </a:cubicBezTo>
                      <a:cubicBezTo>
                        <a:pt x="13405" y="22437"/>
                        <a:pt x="12208" y="24831"/>
                        <a:pt x="11853" y="2842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459" name="Graphique 2">
                <a:extLst>
                  <a:ext uri="{FF2B5EF4-FFF2-40B4-BE49-F238E27FC236}">
                    <a16:creationId xmlns:a16="http://schemas.microsoft.com/office/drawing/2014/main" id="{C6B97FCF-EF0A-4953-8687-2CA71950D853}"/>
                  </a:ext>
                </a:extLst>
              </p:cNvPr>
              <p:cNvGrpSpPr/>
              <p:nvPr/>
            </p:nvGrpSpPr>
            <p:grpSpPr>
              <a:xfrm>
                <a:off x="4624862" y="1289010"/>
                <a:ext cx="99626" cy="71758"/>
                <a:chOff x="4624862" y="1289010"/>
                <a:chExt cx="99626" cy="71758"/>
              </a:xfrm>
              <a:solidFill>
                <a:schemeClr val="accent1"/>
              </a:solidFill>
            </p:grpSpPr>
            <p:sp>
              <p:nvSpPr>
                <p:cNvPr id="21662" name="Forme libre : forme 21661">
                  <a:extLst>
                    <a:ext uri="{FF2B5EF4-FFF2-40B4-BE49-F238E27FC236}">
                      <a16:creationId xmlns:a16="http://schemas.microsoft.com/office/drawing/2014/main" id="{57CB13BE-7537-4F42-B0EC-E8BC213A04FE}"/>
                    </a:ext>
                  </a:extLst>
                </p:cNvPr>
                <p:cNvSpPr/>
                <p:nvPr/>
              </p:nvSpPr>
              <p:spPr>
                <a:xfrm>
                  <a:off x="4624862" y="1289010"/>
                  <a:ext cx="99626" cy="71758"/>
                </a:xfrm>
                <a:custGeom>
                  <a:avLst/>
                  <a:gdLst>
                    <a:gd name="connsiteX0" fmla="*/ 42129 w 99626"/>
                    <a:gd name="connsiteY0" fmla="*/ 31476 h 71758"/>
                    <a:gd name="connsiteX1" fmla="*/ 45010 w 99626"/>
                    <a:gd name="connsiteY1" fmla="*/ 33294 h 71758"/>
                    <a:gd name="connsiteX2" fmla="*/ 48202 w 99626"/>
                    <a:gd name="connsiteY2" fmla="*/ 34890 h 71758"/>
                    <a:gd name="connsiteX3" fmla="*/ 53300 w 99626"/>
                    <a:gd name="connsiteY3" fmla="*/ 36042 h 71758"/>
                    <a:gd name="connsiteX4" fmla="*/ 53344 w 99626"/>
                    <a:gd name="connsiteY4" fmla="*/ 36087 h 71758"/>
                    <a:gd name="connsiteX5" fmla="*/ 53389 w 99626"/>
                    <a:gd name="connsiteY5" fmla="*/ 36042 h 71758"/>
                    <a:gd name="connsiteX6" fmla="*/ 54142 w 99626"/>
                    <a:gd name="connsiteY6" fmla="*/ 35555 h 71758"/>
                    <a:gd name="connsiteX7" fmla="*/ 58886 w 99626"/>
                    <a:gd name="connsiteY7" fmla="*/ 30811 h 71758"/>
                    <a:gd name="connsiteX8" fmla="*/ 74490 w 99626"/>
                    <a:gd name="connsiteY8" fmla="*/ 13123 h 71758"/>
                    <a:gd name="connsiteX9" fmla="*/ 90893 w 99626"/>
                    <a:gd name="connsiteY9" fmla="*/ 843 h 71758"/>
                    <a:gd name="connsiteX10" fmla="*/ 99449 w 99626"/>
                    <a:gd name="connsiteY10" fmla="*/ 6119 h 71758"/>
                    <a:gd name="connsiteX11" fmla="*/ 97941 w 99626"/>
                    <a:gd name="connsiteY11" fmla="*/ 27265 h 71758"/>
                    <a:gd name="connsiteX12" fmla="*/ 85617 w 99626"/>
                    <a:gd name="connsiteY12" fmla="*/ 53642 h 71758"/>
                    <a:gd name="connsiteX13" fmla="*/ 81761 w 99626"/>
                    <a:gd name="connsiteY13" fmla="*/ 58208 h 71758"/>
                    <a:gd name="connsiteX14" fmla="*/ 76086 w 99626"/>
                    <a:gd name="connsiteY14" fmla="*/ 63527 h 71758"/>
                    <a:gd name="connsiteX15" fmla="*/ 72096 w 99626"/>
                    <a:gd name="connsiteY15" fmla="*/ 66365 h 71758"/>
                    <a:gd name="connsiteX16" fmla="*/ 66954 w 99626"/>
                    <a:gd name="connsiteY16" fmla="*/ 69024 h 71758"/>
                    <a:gd name="connsiteX17" fmla="*/ 64161 w 99626"/>
                    <a:gd name="connsiteY17" fmla="*/ 70177 h 71758"/>
                    <a:gd name="connsiteX18" fmla="*/ 61191 w 99626"/>
                    <a:gd name="connsiteY18" fmla="*/ 70886 h 71758"/>
                    <a:gd name="connsiteX19" fmla="*/ 55162 w 99626"/>
                    <a:gd name="connsiteY19" fmla="*/ 71729 h 71758"/>
                    <a:gd name="connsiteX20" fmla="*/ 49532 w 99626"/>
                    <a:gd name="connsiteY20" fmla="*/ 71640 h 71758"/>
                    <a:gd name="connsiteX21" fmla="*/ 44567 w 99626"/>
                    <a:gd name="connsiteY21" fmla="*/ 70842 h 71758"/>
                    <a:gd name="connsiteX22" fmla="*/ 39868 w 99626"/>
                    <a:gd name="connsiteY22" fmla="*/ 69734 h 71758"/>
                    <a:gd name="connsiteX23" fmla="*/ 35834 w 99626"/>
                    <a:gd name="connsiteY23" fmla="*/ 68182 h 71758"/>
                    <a:gd name="connsiteX24" fmla="*/ 28918 w 99626"/>
                    <a:gd name="connsiteY24" fmla="*/ 64769 h 71758"/>
                    <a:gd name="connsiteX25" fmla="*/ 26037 w 99626"/>
                    <a:gd name="connsiteY25" fmla="*/ 63084 h 71758"/>
                    <a:gd name="connsiteX26" fmla="*/ 23687 w 99626"/>
                    <a:gd name="connsiteY26" fmla="*/ 61400 h 71758"/>
                    <a:gd name="connsiteX27" fmla="*/ 4580 w 99626"/>
                    <a:gd name="connsiteY27" fmla="*/ 38081 h 71758"/>
                    <a:gd name="connsiteX28" fmla="*/ 14 w 99626"/>
                    <a:gd name="connsiteY28" fmla="*/ 17113 h 71758"/>
                    <a:gd name="connsiteX29" fmla="*/ 7107 w 99626"/>
                    <a:gd name="connsiteY29" fmla="*/ 10109 h 71758"/>
                    <a:gd name="connsiteX30" fmla="*/ 23909 w 99626"/>
                    <a:gd name="connsiteY30" fmla="*/ 18842 h 71758"/>
                    <a:gd name="connsiteX31" fmla="*/ 42129 w 99626"/>
                    <a:gd name="connsiteY31" fmla="*/ 31476 h 71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99626" h="71758">
                      <a:moveTo>
                        <a:pt x="42129" y="31476"/>
                      </a:moveTo>
                      <a:cubicBezTo>
                        <a:pt x="43015" y="31964"/>
                        <a:pt x="43946" y="32584"/>
                        <a:pt x="45010" y="33294"/>
                      </a:cubicBezTo>
                      <a:cubicBezTo>
                        <a:pt x="46030" y="33781"/>
                        <a:pt x="47094" y="34313"/>
                        <a:pt x="48202" y="34890"/>
                      </a:cubicBezTo>
                      <a:cubicBezTo>
                        <a:pt x="50241" y="35555"/>
                        <a:pt x="52325" y="36308"/>
                        <a:pt x="53300" y="36042"/>
                      </a:cubicBezTo>
                      <a:cubicBezTo>
                        <a:pt x="53389" y="36175"/>
                        <a:pt x="53300" y="35909"/>
                        <a:pt x="53344" y="36087"/>
                      </a:cubicBezTo>
                      <a:cubicBezTo>
                        <a:pt x="53389" y="36042"/>
                        <a:pt x="53300" y="36131"/>
                        <a:pt x="53389" y="36042"/>
                      </a:cubicBezTo>
                      <a:cubicBezTo>
                        <a:pt x="53522" y="35909"/>
                        <a:pt x="53832" y="35688"/>
                        <a:pt x="54142" y="35555"/>
                      </a:cubicBezTo>
                      <a:cubicBezTo>
                        <a:pt x="55605" y="34313"/>
                        <a:pt x="57423" y="32584"/>
                        <a:pt x="58886" y="30811"/>
                      </a:cubicBezTo>
                      <a:cubicBezTo>
                        <a:pt x="64383" y="24428"/>
                        <a:pt x="69392" y="17911"/>
                        <a:pt x="74490" y="13123"/>
                      </a:cubicBezTo>
                      <a:cubicBezTo>
                        <a:pt x="79588" y="8202"/>
                        <a:pt x="84864" y="4390"/>
                        <a:pt x="90893" y="843"/>
                      </a:cubicBezTo>
                      <a:cubicBezTo>
                        <a:pt x="95237" y="-1639"/>
                        <a:pt x="99138" y="1730"/>
                        <a:pt x="99449" y="6119"/>
                      </a:cubicBezTo>
                      <a:cubicBezTo>
                        <a:pt x="99848" y="12768"/>
                        <a:pt x="99670" y="19595"/>
                        <a:pt x="97941" y="27265"/>
                      </a:cubicBezTo>
                      <a:cubicBezTo>
                        <a:pt x="96124" y="34934"/>
                        <a:pt x="93154" y="43401"/>
                        <a:pt x="85617" y="53642"/>
                      </a:cubicBezTo>
                      <a:cubicBezTo>
                        <a:pt x="84598" y="55016"/>
                        <a:pt x="83179" y="56567"/>
                        <a:pt x="81761" y="58208"/>
                      </a:cubicBezTo>
                      <a:cubicBezTo>
                        <a:pt x="80209" y="59892"/>
                        <a:pt x="78303" y="61710"/>
                        <a:pt x="76086" y="63527"/>
                      </a:cubicBezTo>
                      <a:cubicBezTo>
                        <a:pt x="74801" y="64458"/>
                        <a:pt x="73559" y="65389"/>
                        <a:pt x="72096" y="66365"/>
                      </a:cubicBezTo>
                      <a:cubicBezTo>
                        <a:pt x="70722" y="67384"/>
                        <a:pt x="68727" y="68182"/>
                        <a:pt x="66954" y="69024"/>
                      </a:cubicBezTo>
                      <a:cubicBezTo>
                        <a:pt x="66023" y="69423"/>
                        <a:pt x="65092" y="69822"/>
                        <a:pt x="64161" y="70177"/>
                      </a:cubicBezTo>
                      <a:lnTo>
                        <a:pt x="61191" y="70886"/>
                      </a:lnTo>
                      <a:cubicBezTo>
                        <a:pt x="59196" y="71241"/>
                        <a:pt x="57201" y="71906"/>
                        <a:pt x="55162" y="71729"/>
                      </a:cubicBezTo>
                      <a:cubicBezTo>
                        <a:pt x="53034" y="71729"/>
                        <a:pt x="51217" y="71729"/>
                        <a:pt x="49532" y="71640"/>
                      </a:cubicBezTo>
                      <a:cubicBezTo>
                        <a:pt x="47714" y="71640"/>
                        <a:pt x="46207" y="71152"/>
                        <a:pt x="44567" y="70842"/>
                      </a:cubicBezTo>
                      <a:cubicBezTo>
                        <a:pt x="42971" y="70487"/>
                        <a:pt x="41375" y="70133"/>
                        <a:pt x="39868" y="69734"/>
                      </a:cubicBezTo>
                      <a:cubicBezTo>
                        <a:pt x="38494" y="69202"/>
                        <a:pt x="37164" y="68670"/>
                        <a:pt x="35834" y="68182"/>
                      </a:cubicBezTo>
                      <a:cubicBezTo>
                        <a:pt x="33085" y="67163"/>
                        <a:pt x="30913" y="65921"/>
                        <a:pt x="28918" y="64769"/>
                      </a:cubicBezTo>
                      <a:cubicBezTo>
                        <a:pt x="27898" y="64192"/>
                        <a:pt x="26923" y="63616"/>
                        <a:pt x="26037" y="63084"/>
                      </a:cubicBezTo>
                      <a:cubicBezTo>
                        <a:pt x="25239" y="62508"/>
                        <a:pt x="24441" y="61931"/>
                        <a:pt x="23687" y="61400"/>
                      </a:cubicBezTo>
                      <a:cubicBezTo>
                        <a:pt x="12737" y="53287"/>
                        <a:pt x="7861" y="45263"/>
                        <a:pt x="4580" y="38081"/>
                      </a:cubicBezTo>
                      <a:cubicBezTo>
                        <a:pt x="1477" y="30811"/>
                        <a:pt x="369" y="24073"/>
                        <a:pt x="14" y="17113"/>
                      </a:cubicBezTo>
                      <a:cubicBezTo>
                        <a:pt x="-252" y="12192"/>
                        <a:pt x="3250" y="8513"/>
                        <a:pt x="7107" y="10109"/>
                      </a:cubicBezTo>
                      <a:cubicBezTo>
                        <a:pt x="12782" y="12369"/>
                        <a:pt x="18234" y="15118"/>
                        <a:pt x="23909" y="18842"/>
                      </a:cubicBezTo>
                      <a:cubicBezTo>
                        <a:pt x="29627" y="22255"/>
                        <a:pt x="35612" y="27087"/>
                        <a:pt x="42129" y="3147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63" name="Forme libre : forme 21662">
                  <a:extLst>
                    <a:ext uri="{FF2B5EF4-FFF2-40B4-BE49-F238E27FC236}">
                      <a16:creationId xmlns:a16="http://schemas.microsoft.com/office/drawing/2014/main" id="{A2C7C030-F7EE-4A18-A414-A44CF07DCB52}"/>
                    </a:ext>
                  </a:extLst>
                </p:cNvPr>
                <p:cNvSpPr/>
                <p:nvPr/>
              </p:nvSpPr>
              <p:spPr>
                <a:xfrm>
                  <a:off x="4631792" y="1289029"/>
                  <a:ext cx="88883" cy="49400"/>
                </a:xfrm>
                <a:custGeom>
                  <a:avLst/>
                  <a:gdLst>
                    <a:gd name="connsiteX0" fmla="*/ 57453 w 88883"/>
                    <a:gd name="connsiteY0" fmla="*/ 43470 h 49400"/>
                    <a:gd name="connsiteX1" fmla="*/ 73057 w 88883"/>
                    <a:gd name="connsiteY1" fmla="*/ 21083 h 49400"/>
                    <a:gd name="connsiteX2" fmla="*/ 88884 w 88883"/>
                    <a:gd name="connsiteY2" fmla="*/ 425 h 49400"/>
                    <a:gd name="connsiteX3" fmla="*/ 84007 w 88883"/>
                    <a:gd name="connsiteY3" fmla="*/ 824 h 49400"/>
                    <a:gd name="connsiteX4" fmla="*/ 78022 w 88883"/>
                    <a:gd name="connsiteY4" fmla="*/ 4592 h 49400"/>
                    <a:gd name="connsiteX5" fmla="*/ 62285 w 88883"/>
                    <a:gd name="connsiteY5" fmla="*/ 18645 h 49400"/>
                    <a:gd name="connsiteX6" fmla="*/ 52000 w 88883"/>
                    <a:gd name="connsiteY6" fmla="*/ 30791 h 49400"/>
                    <a:gd name="connsiteX7" fmla="*/ 50271 w 88883"/>
                    <a:gd name="connsiteY7" fmla="*/ 32698 h 49400"/>
                    <a:gd name="connsiteX8" fmla="*/ 48454 w 88883"/>
                    <a:gd name="connsiteY8" fmla="*/ 34515 h 49400"/>
                    <a:gd name="connsiteX9" fmla="*/ 46902 w 88883"/>
                    <a:gd name="connsiteY9" fmla="*/ 35801 h 49400"/>
                    <a:gd name="connsiteX10" fmla="*/ 46459 w 88883"/>
                    <a:gd name="connsiteY10" fmla="*/ 36155 h 49400"/>
                    <a:gd name="connsiteX11" fmla="*/ 46459 w 88883"/>
                    <a:gd name="connsiteY11" fmla="*/ 36155 h 49400"/>
                    <a:gd name="connsiteX12" fmla="*/ 46414 w 88883"/>
                    <a:gd name="connsiteY12" fmla="*/ 36155 h 49400"/>
                    <a:gd name="connsiteX13" fmla="*/ 46370 w 88883"/>
                    <a:gd name="connsiteY13" fmla="*/ 36111 h 49400"/>
                    <a:gd name="connsiteX14" fmla="*/ 45750 w 88883"/>
                    <a:gd name="connsiteY14" fmla="*/ 36155 h 49400"/>
                    <a:gd name="connsiteX15" fmla="*/ 37282 w 88883"/>
                    <a:gd name="connsiteY15" fmla="*/ 32831 h 49400"/>
                    <a:gd name="connsiteX16" fmla="*/ 35154 w 88883"/>
                    <a:gd name="connsiteY16" fmla="*/ 31501 h 49400"/>
                    <a:gd name="connsiteX17" fmla="*/ 21988 w 88883"/>
                    <a:gd name="connsiteY17" fmla="*/ 22147 h 49400"/>
                    <a:gd name="connsiteX18" fmla="*/ 5497 w 88883"/>
                    <a:gd name="connsiteY18" fmla="*/ 12350 h 49400"/>
                    <a:gd name="connsiteX19" fmla="*/ 177 w 88883"/>
                    <a:gd name="connsiteY19" fmla="*/ 10045 h 49400"/>
                    <a:gd name="connsiteX20" fmla="*/ 0 w 88883"/>
                    <a:gd name="connsiteY20" fmla="*/ 10000 h 49400"/>
                    <a:gd name="connsiteX21" fmla="*/ 26111 w 88883"/>
                    <a:gd name="connsiteY21" fmla="*/ 41076 h 49400"/>
                    <a:gd name="connsiteX22" fmla="*/ 43001 w 88883"/>
                    <a:gd name="connsiteY22" fmla="*/ 49189 h 49400"/>
                    <a:gd name="connsiteX23" fmla="*/ 50936 w 88883"/>
                    <a:gd name="connsiteY23" fmla="*/ 48524 h 49400"/>
                    <a:gd name="connsiteX24" fmla="*/ 54261 w 88883"/>
                    <a:gd name="connsiteY24" fmla="*/ 46440 h 49400"/>
                    <a:gd name="connsiteX25" fmla="*/ 57453 w 88883"/>
                    <a:gd name="connsiteY25" fmla="*/ 43470 h 49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88883" h="49400">
                      <a:moveTo>
                        <a:pt x="57453" y="43470"/>
                      </a:moveTo>
                      <a:cubicBezTo>
                        <a:pt x="63216" y="37220"/>
                        <a:pt x="68137" y="28841"/>
                        <a:pt x="73057" y="21083"/>
                      </a:cubicBezTo>
                      <a:cubicBezTo>
                        <a:pt x="78067" y="13325"/>
                        <a:pt x="82943" y="5700"/>
                        <a:pt x="88884" y="425"/>
                      </a:cubicBezTo>
                      <a:cubicBezTo>
                        <a:pt x="87465" y="-196"/>
                        <a:pt x="85780" y="-196"/>
                        <a:pt x="84007" y="824"/>
                      </a:cubicBezTo>
                      <a:cubicBezTo>
                        <a:pt x="81924" y="2021"/>
                        <a:pt x="79929" y="3306"/>
                        <a:pt x="78022" y="4592"/>
                      </a:cubicBezTo>
                      <a:cubicBezTo>
                        <a:pt x="72481" y="8404"/>
                        <a:pt x="67427" y="12882"/>
                        <a:pt x="62285" y="18645"/>
                      </a:cubicBezTo>
                      <a:cubicBezTo>
                        <a:pt x="58960" y="22324"/>
                        <a:pt x="55547" y="26624"/>
                        <a:pt x="52000" y="30791"/>
                      </a:cubicBezTo>
                      <a:cubicBezTo>
                        <a:pt x="51468" y="31456"/>
                        <a:pt x="50892" y="32077"/>
                        <a:pt x="50271" y="32698"/>
                      </a:cubicBezTo>
                      <a:cubicBezTo>
                        <a:pt x="49695" y="33318"/>
                        <a:pt x="49030" y="34116"/>
                        <a:pt x="48454" y="34515"/>
                      </a:cubicBezTo>
                      <a:cubicBezTo>
                        <a:pt x="47877" y="34959"/>
                        <a:pt x="47257" y="35668"/>
                        <a:pt x="46902" y="35801"/>
                      </a:cubicBezTo>
                      <a:cubicBezTo>
                        <a:pt x="46680" y="35978"/>
                        <a:pt x="46548" y="36023"/>
                        <a:pt x="46459" y="36155"/>
                      </a:cubicBezTo>
                      <a:lnTo>
                        <a:pt x="46459" y="36155"/>
                      </a:lnTo>
                      <a:cubicBezTo>
                        <a:pt x="46459" y="36200"/>
                        <a:pt x="46414" y="35978"/>
                        <a:pt x="46414" y="36155"/>
                      </a:cubicBezTo>
                      <a:cubicBezTo>
                        <a:pt x="46414" y="36200"/>
                        <a:pt x="46370" y="36111"/>
                        <a:pt x="46370" y="36111"/>
                      </a:cubicBezTo>
                      <a:cubicBezTo>
                        <a:pt x="46281" y="36111"/>
                        <a:pt x="45971" y="36111"/>
                        <a:pt x="45750" y="36155"/>
                      </a:cubicBezTo>
                      <a:cubicBezTo>
                        <a:pt x="43710" y="36067"/>
                        <a:pt x="40164" y="34515"/>
                        <a:pt x="37282" y="32831"/>
                      </a:cubicBezTo>
                      <a:cubicBezTo>
                        <a:pt x="36529" y="32343"/>
                        <a:pt x="35819" y="31900"/>
                        <a:pt x="35154" y="31501"/>
                      </a:cubicBezTo>
                      <a:cubicBezTo>
                        <a:pt x="30544" y="28442"/>
                        <a:pt x="26155" y="25029"/>
                        <a:pt x="21988" y="22147"/>
                      </a:cubicBezTo>
                      <a:cubicBezTo>
                        <a:pt x="16269" y="18157"/>
                        <a:pt x="10861" y="15010"/>
                        <a:pt x="5497" y="12350"/>
                      </a:cubicBezTo>
                      <a:cubicBezTo>
                        <a:pt x="3724" y="11507"/>
                        <a:pt x="1951" y="10754"/>
                        <a:pt x="177" y="10045"/>
                      </a:cubicBezTo>
                      <a:lnTo>
                        <a:pt x="0" y="10000"/>
                      </a:lnTo>
                      <a:cubicBezTo>
                        <a:pt x="7093" y="21438"/>
                        <a:pt x="15649" y="32786"/>
                        <a:pt x="26111" y="41076"/>
                      </a:cubicBezTo>
                      <a:cubicBezTo>
                        <a:pt x="31342" y="45155"/>
                        <a:pt x="37149" y="48347"/>
                        <a:pt x="43001" y="49189"/>
                      </a:cubicBezTo>
                      <a:cubicBezTo>
                        <a:pt x="45971" y="49588"/>
                        <a:pt x="48542" y="49455"/>
                        <a:pt x="50936" y="48524"/>
                      </a:cubicBezTo>
                      <a:cubicBezTo>
                        <a:pt x="52089" y="47948"/>
                        <a:pt x="53197" y="47371"/>
                        <a:pt x="54261" y="46440"/>
                      </a:cubicBezTo>
                      <a:cubicBezTo>
                        <a:pt x="55369" y="45642"/>
                        <a:pt x="56433" y="44490"/>
                        <a:pt x="57453" y="43470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64" name="Forme libre : forme 21663">
                  <a:extLst>
                    <a:ext uri="{FF2B5EF4-FFF2-40B4-BE49-F238E27FC236}">
                      <a16:creationId xmlns:a16="http://schemas.microsoft.com/office/drawing/2014/main" id="{070D9EE6-AB2D-4DE0-A773-CFA8BA56AF63}"/>
                    </a:ext>
                  </a:extLst>
                </p:cNvPr>
                <p:cNvSpPr/>
                <p:nvPr/>
              </p:nvSpPr>
              <p:spPr>
                <a:xfrm>
                  <a:off x="4642964" y="1320650"/>
                  <a:ext cx="54225" cy="27183"/>
                </a:xfrm>
                <a:custGeom>
                  <a:avLst/>
                  <a:gdLst>
                    <a:gd name="connsiteX0" fmla="*/ 443 w 54225"/>
                    <a:gd name="connsiteY0" fmla="*/ 413 h 27183"/>
                    <a:gd name="connsiteX1" fmla="*/ 12989 w 54225"/>
                    <a:gd name="connsiteY1" fmla="*/ 6397 h 27183"/>
                    <a:gd name="connsiteX2" fmla="*/ 28726 w 54225"/>
                    <a:gd name="connsiteY2" fmla="*/ 14643 h 27183"/>
                    <a:gd name="connsiteX3" fmla="*/ 31608 w 54225"/>
                    <a:gd name="connsiteY3" fmla="*/ 15352 h 27183"/>
                    <a:gd name="connsiteX4" fmla="*/ 33292 w 54225"/>
                    <a:gd name="connsiteY4" fmla="*/ 15751 h 27183"/>
                    <a:gd name="connsiteX5" fmla="*/ 35066 w 54225"/>
                    <a:gd name="connsiteY5" fmla="*/ 15884 h 27183"/>
                    <a:gd name="connsiteX6" fmla="*/ 41848 w 54225"/>
                    <a:gd name="connsiteY6" fmla="*/ 14909 h 27183"/>
                    <a:gd name="connsiteX7" fmla="*/ 53507 w 54225"/>
                    <a:gd name="connsiteY7" fmla="*/ 10786 h 27183"/>
                    <a:gd name="connsiteX8" fmla="*/ 47168 w 54225"/>
                    <a:gd name="connsiteY8" fmla="*/ 23021 h 27183"/>
                    <a:gd name="connsiteX9" fmla="*/ 35199 w 54225"/>
                    <a:gd name="connsiteY9" fmla="*/ 27144 h 27183"/>
                    <a:gd name="connsiteX10" fmla="*/ 25579 w 54225"/>
                    <a:gd name="connsiteY10" fmla="*/ 25726 h 27183"/>
                    <a:gd name="connsiteX11" fmla="*/ 16846 w 54225"/>
                    <a:gd name="connsiteY11" fmla="*/ 21425 h 27183"/>
                    <a:gd name="connsiteX12" fmla="*/ 7536 w 54225"/>
                    <a:gd name="connsiteY12" fmla="*/ 13756 h 27183"/>
                    <a:gd name="connsiteX13" fmla="*/ 443 w 54225"/>
                    <a:gd name="connsiteY13" fmla="*/ 413 h 27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4225" h="27183">
                      <a:moveTo>
                        <a:pt x="443" y="413"/>
                      </a:moveTo>
                      <a:cubicBezTo>
                        <a:pt x="2083" y="-1272"/>
                        <a:pt x="7226" y="2496"/>
                        <a:pt x="12989" y="6397"/>
                      </a:cubicBezTo>
                      <a:cubicBezTo>
                        <a:pt x="18752" y="10431"/>
                        <a:pt x="25401" y="13756"/>
                        <a:pt x="28726" y="14643"/>
                      </a:cubicBezTo>
                      <a:cubicBezTo>
                        <a:pt x="29524" y="14997"/>
                        <a:pt x="30544" y="15042"/>
                        <a:pt x="31608" y="15352"/>
                      </a:cubicBezTo>
                      <a:cubicBezTo>
                        <a:pt x="32140" y="15485"/>
                        <a:pt x="32716" y="15707"/>
                        <a:pt x="33292" y="15751"/>
                      </a:cubicBezTo>
                      <a:cubicBezTo>
                        <a:pt x="33869" y="15795"/>
                        <a:pt x="34445" y="15840"/>
                        <a:pt x="35066" y="15884"/>
                      </a:cubicBezTo>
                      <a:cubicBezTo>
                        <a:pt x="37282" y="16372"/>
                        <a:pt x="39587" y="15751"/>
                        <a:pt x="41848" y="14909"/>
                      </a:cubicBezTo>
                      <a:cubicBezTo>
                        <a:pt x="46680" y="12825"/>
                        <a:pt x="51424" y="9190"/>
                        <a:pt x="53507" y="10786"/>
                      </a:cubicBezTo>
                      <a:cubicBezTo>
                        <a:pt x="55502" y="12205"/>
                        <a:pt x="53330" y="17923"/>
                        <a:pt x="47168" y="23021"/>
                      </a:cubicBezTo>
                      <a:cubicBezTo>
                        <a:pt x="43932" y="25504"/>
                        <a:pt x="39366" y="27410"/>
                        <a:pt x="35199" y="27144"/>
                      </a:cubicBezTo>
                      <a:cubicBezTo>
                        <a:pt x="31120" y="27410"/>
                        <a:pt x="27840" y="26257"/>
                        <a:pt x="25579" y="25726"/>
                      </a:cubicBezTo>
                      <a:cubicBezTo>
                        <a:pt x="23495" y="24839"/>
                        <a:pt x="20082" y="23642"/>
                        <a:pt x="16846" y="21425"/>
                      </a:cubicBezTo>
                      <a:cubicBezTo>
                        <a:pt x="13521" y="19386"/>
                        <a:pt x="10240" y="16593"/>
                        <a:pt x="7536" y="13756"/>
                      </a:cubicBezTo>
                      <a:cubicBezTo>
                        <a:pt x="2039" y="8037"/>
                        <a:pt x="-1241" y="2053"/>
                        <a:pt x="443" y="413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65" name="Forme libre : forme 21664">
                  <a:extLst>
                    <a:ext uri="{FF2B5EF4-FFF2-40B4-BE49-F238E27FC236}">
                      <a16:creationId xmlns:a16="http://schemas.microsoft.com/office/drawing/2014/main" id="{D9048A25-AA8A-4078-8060-3DFEEC2966A9}"/>
                    </a:ext>
                  </a:extLst>
                </p:cNvPr>
                <p:cNvSpPr/>
                <p:nvPr/>
              </p:nvSpPr>
              <p:spPr>
                <a:xfrm>
                  <a:off x="4660519" y="1330194"/>
                  <a:ext cx="37066" cy="14274"/>
                </a:xfrm>
                <a:custGeom>
                  <a:avLst/>
                  <a:gdLst>
                    <a:gd name="connsiteX0" fmla="*/ 28283 w 37066"/>
                    <a:gd name="connsiteY0" fmla="*/ 14275 h 14274"/>
                    <a:gd name="connsiteX1" fmla="*/ 31874 w 37066"/>
                    <a:gd name="connsiteY1" fmla="*/ 11038 h 14274"/>
                    <a:gd name="connsiteX2" fmla="*/ 35243 w 37066"/>
                    <a:gd name="connsiteY2" fmla="*/ 6827 h 14274"/>
                    <a:gd name="connsiteX3" fmla="*/ 36085 w 37066"/>
                    <a:gd name="connsiteY3" fmla="*/ 975 h 14274"/>
                    <a:gd name="connsiteX4" fmla="*/ 24249 w 37066"/>
                    <a:gd name="connsiteY4" fmla="*/ 5408 h 14274"/>
                    <a:gd name="connsiteX5" fmla="*/ 17688 w 37066"/>
                    <a:gd name="connsiteY5" fmla="*/ 6384 h 14274"/>
                    <a:gd name="connsiteX6" fmla="*/ 14142 w 37066"/>
                    <a:gd name="connsiteY6" fmla="*/ 5852 h 14274"/>
                    <a:gd name="connsiteX7" fmla="*/ 10817 w 37066"/>
                    <a:gd name="connsiteY7" fmla="*/ 4965 h 14274"/>
                    <a:gd name="connsiteX8" fmla="*/ 0 w 37066"/>
                    <a:gd name="connsiteY8" fmla="*/ 0 h 14274"/>
                    <a:gd name="connsiteX9" fmla="*/ 2748 w 37066"/>
                    <a:gd name="connsiteY9" fmla="*/ 1995 h 14274"/>
                    <a:gd name="connsiteX10" fmla="*/ 5453 w 37066"/>
                    <a:gd name="connsiteY10" fmla="*/ 3813 h 14274"/>
                    <a:gd name="connsiteX11" fmla="*/ 18131 w 37066"/>
                    <a:gd name="connsiteY11" fmla="*/ 10639 h 14274"/>
                    <a:gd name="connsiteX12" fmla="*/ 28283 w 37066"/>
                    <a:gd name="connsiteY12" fmla="*/ 14275 h 14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7066" h="14274">
                      <a:moveTo>
                        <a:pt x="28283" y="14275"/>
                      </a:moveTo>
                      <a:cubicBezTo>
                        <a:pt x="29258" y="13477"/>
                        <a:pt x="30500" y="12280"/>
                        <a:pt x="31874" y="11038"/>
                      </a:cubicBezTo>
                      <a:cubicBezTo>
                        <a:pt x="33071" y="9708"/>
                        <a:pt x="34312" y="8201"/>
                        <a:pt x="35243" y="6827"/>
                      </a:cubicBezTo>
                      <a:cubicBezTo>
                        <a:pt x="37016" y="3901"/>
                        <a:pt x="37859" y="1419"/>
                        <a:pt x="36085" y="975"/>
                      </a:cubicBezTo>
                      <a:cubicBezTo>
                        <a:pt x="33337" y="266"/>
                        <a:pt x="28859" y="3502"/>
                        <a:pt x="24249" y="5408"/>
                      </a:cubicBezTo>
                      <a:cubicBezTo>
                        <a:pt x="22077" y="6206"/>
                        <a:pt x="19905" y="6738"/>
                        <a:pt x="17688" y="6384"/>
                      </a:cubicBezTo>
                      <a:cubicBezTo>
                        <a:pt x="16535" y="6251"/>
                        <a:pt x="15294" y="6295"/>
                        <a:pt x="14142" y="5852"/>
                      </a:cubicBezTo>
                      <a:cubicBezTo>
                        <a:pt x="12989" y="5453"/>
                        <a:pt x="11881" y="5497"/>
                        <a:pt x="10817" y="4965"/>
                      </a:cubicBezTo>
                      <a:cubicBezTo>
                        <a:pt x="8423" y="4256"/>
                        <a:pt x="2837" y="1729"/>
                        <a:pt x="0" y="0"/>
                      </a:cubicBezTo>
                      <a:cubicBezTo>
                        <a:pt x="754" y="532"/>
                        <a:pt x="1773" y="1286"/>
                        <a:pt x="2748" y="1995"/>
                      </a:cubicBezTo>
                      <a:cubicBezTo>
                        <a:pt x="3768" y="2660"/>
                        <a:pt x="4788" y="3236"/>
                        <a:pt x="5453" y="3813"/>
                      </a:cubicBezTo>
                      <a:cubicBezTo>
                        <a:pt x="9265" y="6738"/>
                        <a:pt x="13876" y="9487"/>
                        <a:pt x="18131" y="10639"/>
                      </a:cubicBezTo>
                      <a:cubicBezTo>
                        <a:pt x="22343" y="12191"/>
                        <a:pt x="26466" y="11969"/>
                        <a:pt x="28283" y="14275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66" name="Forme libre : forme 21665">
                  <a:extLst>
                    <a:ext uri="{FF2B5EF4-FFF2-40B4-BE49-F238E27FC236}">
                      <a16:creationId xmlns:a16="http://schemas.microsoft.com/office/drawing/2014/main" id="{773AB524-2020-4F88-982C-5F2B7826D62B}"/>
                    </a:ext>
                  </a:extLst>
                </p:cNvPr>
                <p:cNvSpPr/>
                <p:nvPr/>
              </p:nvSpPr>
              <p:spPr>
                <a:xfrm>
                  <a:off x="4641170" y="1317497"/>
                  <a:ext cx="52865" cy="28854"/>
                </a:xfrm>
                <a:custGeom>
                  <a:avLst/>
                  <a:gdLst>
                    <a:gd name="connsiteX0" fmla="*/ 818 w 52865"/>
                    <a:gd name="connsiteY0" fmla="*/ 108 h 28854"/>
                    <a:gd name="connsiteX1" fmla="*/ 13718 w 52865"/>
                    <a:gd name="connsiteY1" fmla="*/ 6890 h 28854"/>
                    <a:gd name="connsiteX2" fmla="*/ 28702 w 52865"/>
                    <a:gd name="connsiteY2" fmla="*/ 15535 h 28854"/>
                    <a:gd name="connsiteX3" fmla="*/ 31584 w 52865"/>
                    <a:gd name="connsiteY3" fmla="*/ 16643 h 28854"/>
                    <a:gd name="connsiteX4" fmla="*/ 34864 w 52865"/>
                    <a:gd name="connsiteY4" fmla="*/ 17530 h 28854"/>
                    <a:gd name="connsiteX5" fmla="*/ 38100 w 52865"/>
                    <a:gd name="connsiteY5" fmla="*/ 17973 h 28854"/>
                    <a:gd name="connsiteX6" fmla="*/ 39607 w 52865"/>
                    <a:gd name="connsiteY6" fmla="*/ 17929 h 28854"/>
                    <a:gd name="connsiteX7" fmla="*/ 41115 w 52865"/>
                    <a:gd name="connsiteY7" fmla="*/ 17796 h 28854"/>
                    <a:gd name="connsiteX8" fmla="*/ 42622 w 52865"/>
                    <a:gd name="connsiteY8" fmla="*/ 17486 h 28854"/>
                    <a:gd name="connsiteX9" fmla="*/ 44174 w 52865"/>
                    <a:gd name="connsiteY9" fmla="*/ 16954 h 28854"/>
                    <a:gd name="connsiteX10" fmla="*/ 47321 w 52865"/>
                    <a:gd name="connsiteY10" fmla="*/ 15845 h 28854"/>
                    <a:gd name="connsiteX11" fmla="*/ 52109 w 52865"/>
                    <a:gd name="connsiteY11" fmla="*/ 15579 h 28854"/>
                    <a:gd name="connsiteX12" fmla="*/ 51887 w 52865"/>
                    <a:gd name="connsiteY12" fmla="*/ 20145 h 28854"/>
                    <a:gd name="connsiteX13" fmla="*/ 49272 w 52865"/>
                    <a:gd name="connsiteY13" fmla="*/ 23559 h 28854"/>
                    <a:gd name="connsiteX14" fmla="*/ 47321 w 52865"/>
                    <a:gd name="connsiteY14" fmla="*/ 25332 h 28854"/>
                    <a:gd name="connsiteX15" fmla="*/ 44839 w 52865"/>
                    <a:gd name="connsiteY15" fmla="*/ 26839 h 28854"/>
                    <a:gd name="connsiteX16" fmla="*/ 43509 w 52865"/>
                    <a:gd name="connsiteY16" fmla="*/ 27593 h 28854"/>
                    <a:gd name="connsiteX17" fmla="*/ 42046 w 52865"/>
                    <a:gd name="connsiteY17" fmla="*/ 28036 h 28854"/>
                    <a:gd name="connsiteX18" fmla="*/ 38987 w 52865"/>
                    <a:gd name="connsiteY18" fmla="*/ 28746 h 28854"/>
                    <a:gd name="connsiteX19" fmla="*/ 33002 w 52865"/>
                    <a:gd name="connsiteY19" fmla="*/ 28746 h 28854"/>
                    <a:gd name="connsiteX20" fmla="*/ 27948 w 52865"/>
                    <a:gd name="connsiteY20" fmla="*/ 27726 h 28854"/>
                    <a:gd name="connsiteX21" fmla="*/ 24358 w 52865"/>
                    <a:gd name="connsiteY21" fmla="*/ 26307 h 28854"/>
                    <a:gd name="connsiteX22" fmla="*/ 20767 w 52865"/>
                    <a:gd name="connsiteY22" fmla="*/ 24534 h 28854"/>
                    <a:gd name="connsiteX23" fmla="*/ 16156 w 52865"/>
                    <a:gd name="connsiteY23" fmla="*/ 21608 h 28854"/>
                    <a:gd name="connsiteX24" fmla="*/ 6980 w 52865"/>
                    <a:gd name="connsiteY24" fmla="*/ 13230 h 28854"/>
                    <a:gd name="connsiteX25" fmla="*/ 818 w 52865"/>
                    <a:gd name="connsiteY25" fmla="*/ 108 h 28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2865" h="28854">
                      <a:moveTo>
                        <a:pt x="818" y="108"/>
                      </a:moveTo>
                      <a:cubicBezTo>
                        <a:pt x="3256" y="-690"/>
                        <a:pt x="8177" y="3078"/>
                        <a:pt x="13718" y="6890"/>
                      </a:cubicBezTo>
                      <a:cubicBezTo>
                        <a:pt x="19171" y="10836"/>
                        <a:pt x="25289" y="14294"/>
                        <a:pt x="28702" y="15535"/>
                      </a:cubicBezTo>
                      <a:cubicBezTo>
                        <a:pt x="29544" y="15845"/>
                        <a:pt x="30520" y="16244"/>
                        <a:pt x="31584" y="16643"/>
                      </a:cubicBezTo>
                      <a:cubicBezTo>
                        <a:pt x="32603" y="16865"/>
                        <a:pt x="33711" y="17131"/>
                        <a:pt x="34864" y="17530"/>
                      </a:cubicBezTo>
                      <a:cubicBezTo>
                        <a:pt x="36017" y="17663"/>
                        <a:pt x="37125" y="17752"/>
                        <a:pt x="38100" y="17973"/>
                      </a:cubicBezTo>
                      <a:cubicBezTo>
                        <a:pt x="38588" y="18018"/>
                        <a:pt x="39075" y="17885"/>
                        <a:pt x="39607" y="17929"/>
                      </a:cubicBezTo>
                      <a:cubicBezTo>
                        <a:pt x="40139" y="17973"/>
                        <a:pt x="40627" y="17929"/>
                        <a:pt x="41115" y="17796"/>
                      </a:cubicBezTo>
                      <a:lnTo>
                        <a:pt x="42622" y="17486"/>
                      </a:lnTo>
                      <a:cubicBezTo>
                        <a:pt x="43154" y="17308"/>
                        <a:pt x="43642" y="17131"/>
                        <a:pt x="44174" y="16954"/>
                      </a:cubicBezTo>
                      <a:cubicBezTo>
                        <a:pt x="45282" y="16643"/>
                        <a:pt x="46346" y="16200"/>
                        <a:pt x="47321" y="15845"/>
                      </a:cubicBezTo>
                      <a:cubicBezTo>
                        <a:pt x="49316" y="15225"/>
                        <a:pt x="51001" y="14870"/>
                        <a:pt x="52109" y="15579"/>
                      </a:cubicBezTo>
                      <a:cubicBezTo>
                        <a:pt x="53173" y="16289"/>
                        <a:pt x="53128" y="18018"/>
                        <a:pt x="51887" y="20145"/>
                      </a:cubicBezTo>
                      <a:cubicBezTo>
                        <a:pt x="51266" y="21209"/>
                        <a:pt x="50513" y="22451"/>
                        <a:pt x="49272" y="23559"/>
                      </a:cubicBezTo>
                      <a:cubicBezTo>
                        <a:pt x="48695" y="24135"/>
                        <a:pt x="48030" y="24756"/>
                        <a:pt x="47321" y="25332"/>
                      </a:cubicBezTo>
                      <a:cubicBezTo>
                        <a:pt x="46567" y="25864"/>
                        <a:pt x="45681" y="26352"/>
                        <a:pt x="44839" y="26839"/>
                      </a:cubicBezTo>
                      <a:lnTo>
                        <a:pt x="43509" y="27593"/>
                      </a:lnTo>
                      <a:lnTo>
                        <a:pt x="42046" y="28036"/>
                      </a:lnTo>
                      <a:cubicBezTo>
                        <a:pt x="41026" y="28302"/>
                        <a:pt x="40051" y="28701"/>
                        <a:pt x="38987" y="28746"/>
                      </a:cubicBezTo>
                      <a:cubicBezTo>
                        <a:pt x="36903" y="28790"/>
                        <a:pt x="34864" y="28967"/>
                        <a:pt x="33002" y="28746"/>
                      </a:cubicBezTo>
                      <a:cubicBezTo>
                        <a:pt x="31185" y="28391"/>
                        <a:pt x="29456" y="28036"/>
                        <a:pt x="27948" y="27726"/>
                      </a:cubicBezTo>
                      <a:cubicBezTo>
                        <a:pt x="26530" y="27194"/>
                        <a:pt x="25289" y="26706"/>
                        <a:pt x="24358" y="26307"/>
                      </a:cubicBezTo>
                      <a:cubicBezTo>
                        <a:pt x="23382" y="25953"/>
                        <a:pt x="22097" y="25377"/>
                        <a:pt x="20767" y="24534"/>
                      </a:cubicBezTo>
                      <a:cubicBezTo>
                        <a:pt x="19393" y="23692"/>
                        <a:pt x="17664" y="22850"/>
                        <a:pt x="16156" y="21608"/>
                      </a:cubicBezTo>
                      <a:cubicBezTo>
                        <a:pt x="12965" y="19303"/>
                        <a:pt x="9640" y="16333"/>
                        <a:pt x="6980" y="13230"/>
                      </a:cubicBezTo>
                      <a:cubicBezTo>
                        <a:pt x="1527" y="7068"/>
                        <a:pt x="-1576" y="861"/>
                        <a:pt x="818" y="108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67" name="Forme libre : forme 21666">
                  <a:extLst>
                    <a:ext uri="{FF2B5EF4-FFF2-40B4-BE49-F238E27FC236}">
                      <a16:creationId xmlns:a16="http://schemas.microsoft.com/office/drawing/2014/main" id="{0588D08A-F985-4D12-A6D0-697F9EB9E903}"/>
                    </a:ext>
                  </a:extLst>
                </p:cNvPr>
                <p:cNvSpPr/>
                <p:nvPr/>
              </p:nvSpPr>
              <p:spPr>
                <a:xfrm>
                  <a:off x="4657695" y="1305627"/>
                  <a:ext cx="58241" cy="37590"/>
                </a:xfrm>
                <a:custGeom>
                  <a:avLst/>
                  <a:gdLst>
                    <a:gd name="connsiteX0" fmla="*/ 54070 w 58241"/>
                    <a:gd name="connsiteY0" fmla="*/ 8 h 37590"/>
                    <a:gd name="connsiteX1" fmla="*/ 45292 w 58241"/>
                    <a:gd name="connsiteY1" fmla="*/ 4530 h 37590"/>
                    <a:gd name="connsiteX2" fmla="*/ 34786 w 58241"/>
                    <a:gd name="connsiteY2" fmla="*/ 13086 h 37590"/>
                    <a:gd name="connsiteX3" fmla="*/ 24457 w 58241"/>
                    <a:gd name="connsiteY3" fmla="*/ 21066 h 37590"/>
                    <a:gd name="connsiteX4" fmla="*/ 22639 w 58241"/>
                    <a:gd name="connsiteY4" fmla="*/ 22085 h 37590"/>
                    <a:gd name="connsiteX5" fmla="*/ 21708 w 58241"/>
                    <a:gd name="connsiteY5" fmla="*/ 22484 h 37590"/>
                    <a:gd name="connsiteX6" fmla="*/ 20999 w 58241"/>
                    <a:gd name="connsiteY6" fmla="*/ 22617 h 37590"/>
                    <a:gd name="connsiteX7" fmla="*/ 19935 w 58241"/>
                    <a:gd name="connsiteY7" fmla="*/ 22662 h 37590"/>
                    <a:gd name="connsiteX8" fmla="*/ 11202 w 58241"/>
                    <a:gd name="connsiteY8" fmla="*/ 21332 h 37590"/>
                    <a:gd name="connsiteX9" fmla="*/ 31 w 58241"/>
                    <a:gd name="connsiteY9" fmla="*/ 21332 h 37590"/>
                    <a:gd name="connsiteX10" fmla="*/ 6015 w 58241"/>
                    <a:gd name="connsiteY10" fmla="*/ 28868 h 37590"/>
                    <a:gd name="connsiteX11" fmla="*/ 17187 w 58241"/>
                    <a:gd name="connsiteY11" fmla="*/ 35961 h 37590"/>
                    <a:gd name="connsiteX12" fmla="*/ 20467 w 58241"/>
                    <a:gd name="connsiteY12" fmla="*/ 36892 h 37590"/>
                    <a:gd name="connsiteX13" fmla="*/ 23969 w 58241"/>
                    <a:gd name="connsiteY13" fmla="*/ 37513 h 37590"/>
                    <a:gd name="connsiteX14" fmla="*/ 31506 w 58241"/>
                    <a:gd name="connsiteY14" fmla="*/ 36670 h 37590"/>
                    <a:gd name="connsiteX15" fmla="*/ 55178 w 58241"/>
                    <a:gd name="connsiteY15" fmla="*/ 17830 h 37590"/>
                    <a:gd name="connsiteX16" fmla="*/ 54070 w 58241"/>
                    <a:gd name="connsiteY16" fmla="*/ 8 h 37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8241" h="37590">
                      <a:moveTo>
                        <a:pt x="54070" y="8"/>
                      </a:moveTo>
                      <a:cubicBezTo>
                        <a:pt x="50656" y="186"/>
                        <a:pt x="49194" y="1250"/>
                        <a:pt x="45292" y="4530"/>
                      </a:cubicBezTo>
                      <a:cubicBezTo>
                        <a:pt x="41613" y="7633"/>
                        <a:pt x="38155" y="10293"/>
                        <a:pt x="34786" y="13086"/>
                      </a:cubicBezTo>
                      <a:cubicBezTo>
                        <a:pt x="31417" y="15835"/>
                        <a:pt x="27826" y="18805"/>
                        <a:pt x="24457" y="21066"/>
                      </a:cubicBezTo>
                      <a:cubicBezTo>
                        <a:pt x="23748" y="21642"/>
                        <a:pt x="23127" y="21819"/>
                        <a:pt x="22639" y="22085"/>
                      </a:cubicBezTo>
                      <a:cubicBezTo>
                        <a:pt x="22152" y="22396"/>
                        <a:pt x="21974" y="22396"/>
                        <a:pt x="21708" y="22484"/>
                      </a:cubicBezTo>
                      <a:cubicBezTo>
                        <a:pt x="21487" y="22617"/>
                        <a:pt x="21176" y="22396"/>
                        <a:pt x="20999" y="22617"/>
                      </a:cubicBezTo>
                      <a:cubicBezTo>
                        <a:pt x="20689" y="22750"/>
                        <a:pt x="20644" y="22529"/>
                        <a:pt x="19935" y="22662"/>
                      </a:cubicBezTo>
                      <a:cubicBezTo>
                        <a:pt x="17630" y="22617"/>
                        <a:pt x="14482" y="22396"/>
                        <a:pt x="11202" y="21332"/>
                      </a:cubicBezTo>
                      <a:cubicBezTo>
                        <a:pt x="6414" y="20179"/>
                        <a:pt x="696" y="18140"/>
                        <a:pt x="31" y="21332"/>
                      </a:cubicBezTo>
                      <a:cubicBezTo>
                        <a:pt x="-368" y="23327"/>
                        <a:pt x="3222" y="26385"/>
                        <a:pt x="6015" y="28868"/>
                      </a:cubicBezTo>
                      <a:cubicBezTo>
                        <a:pt x="9296" y="31927"/>
                        <a:pt x="12975" y="34232"/>
                        <a:pt x="17187" y="35961"/>
                      </a:cubicBezTo>
                      <a:cubicBezTo>
                        <a:pt x="18251" y="36404"/>
                        <a:pt x="19315" y="36582"/>
                        <a:pt x="20467" y="36892"/>
                      </a:cubicBezTo>
                      <a:cubicBezTo>
                        <a:pt x="21575" y="37202"/>
                        <a:pt x="22772" y="37601"/>
                        <a:pt x="23969" y="37513"/>
                      </a:cubicBezTo>
                      <a:cubicBezTo>
                        <a:pt x="26407" y="37779"/>
                        <a:pt x="28934" y="37335"/>
                        <a:pt x="31506" y="36670"/>
                      </a:cubicBezTo>
                      <a:cubicBezTo>
                        <a:pt x="40150" y="34276"/>
                        <a:pt x="49593" y="28735"/>
                        <a:pt x="55178" y="17830"/>
                      </a:cubicBezTo>
                      <a:cubicBezTo>
                        <a:pt x="60055" y="7944"/>
                        <a:pt x="58680" y="-302"/>
                        <a:pt x="54070" y="8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68" name="Forme libre : forme 21667">
                  <a:extLst>
                    <a:ext uri="{FF2B5EF4-FFF2-40B4-BE49-F238E27FC236}">
                      <a16:creationId xmlns:a16="http://schemas.microsoft.com/office/drawing/2014/main" id="{67176852-42D2-469C-AEC2-958BA7E1A0B0}"/>
                    </a:ext>
                  </a:extLst>
                </p:cNvPr>
                <p:cNvSpPr/>
                <p:nvPr/>
              </p:nvSpPr>
              <p:spPr>
                <a:xfrm>
                  <a:off x="4691901" y="1321895"/>
                  <a:ext cx="16869" cy="24450"/>
                </a:xfrm>
                <a:custGeom>
                  <a:avLst/>
                  <a:gdLst>
                    <a:gd name="connsiteX0" fmla="*/ 16407 w 16869"/>
                    <a:gd name="connsiteY0" fmla="*/ 3024 h 24450"/>
                    <a:gd name="connsiteX1" fmla="*/ 16761 w 16869"/>
                    <a:gd name="connsiteY1" fmla="*/ 231 h 24450"/>
                    <a:gd name="connsiteX2" fmla="*/ 14722 w 16869"/>
                    <a:gd name="connsiteY2" fmla="*/ 1384 h 24450"/>
                    <a:gd name="connsiteX3" fmla="*/ 11974 w 16869"/>
                    <a:gd name="connsiteY3" fmla="*/ 5507 h 24450"/>
                    <a:gd name="connsiteX4" fmla="*/ 5058 w 16869"/>
                    <a:gd name="connsiteY4" fmla="*/ 15880 h 24450"/>
                    <a:gd name="connsiteX5" fmla="*/ 2132 w 16869"/>
                    <a:gd name="connsiteY5" fmla="*/ 19648 h 24450"/>
                    <a:gd name="connsiteX6" fmla="*/ 315 w 16869"/>
                    <a:gd name="connsiteY6" fmla="*/ 24348 h 24450"/>
                    <a:gd name="connsiteX7" fmla="*/ 7009 w 16869"/>
                    <a:gd name="connsiteY7" fmla="*/ 20535 h 24450"/>
                    <a:gd name="connsiteX8" fmla="*/ 16407 w 16869"/>
                    <a:gd name="connsiteY8" fmla="*/ 3024 h 24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869" h="24450">
                      <a:moveTo>
                        <a:pt x="16407" y="3024"/>
                      </a:moveTo>
                      <a:cubicBezTo>
                        <a:pt x="16761" y="1739"/>
                        <a:pt x="17027" y="852"/>
                        <a:pt x="16761" y="231"/>
                      </a:cubicBezTo>
                      <a:cubicBezTo>
                        <a:pt x="16495" y="-389"/>
                        <a:pt x="15609" y="320"/>
                        <a:pt x="14722" y="1384"/>
                      </a:cubicBezTo>
                      <a:cubicBezTo>
                        <a:pt x="13836" y="2448"/>
                        <a:pt x="12816" y="4177"/>
                        <a:pt x="11974" y="5507"/>
                      </a:cubicBezTo>
                      <a:cubicBezTo>
                        <a:pt x="9934" y="9009"/>
                        <a:pt x="7452" y="12600"/>
                        <a:pt x="5058" y="15880"/>
                      </a:cubicBezTo>
                      <a:cubicBezTo>
                        <a:pt x="4083" y="17255"/>
                        <a:pt x="2886" y="18407"/>
                        <a:pt x="2132" y="19648"/>
                      </a:cubicBezTo>
                      <a:cubicBezTo>
                        <a:pt x="403" y="22131"/>
                        <a:pt x="-528" y="23860"/>
                        <a:pt x="315" y="24348"/>
                      </a:cubicBezTo>
                      <a:cubicBezTo>
                        <a:pt x="1068" y="24791"/>
                        <a:pt x="3817" y="23860"/>
                        <a:pt x="7009" y="20535"/>
                      </a:cubicBezTo>
                      <a:cubicBezTo>
                        <a:pt x="12062" y="15304"/>
                        <a:pt x="14944" y="8167"/>
                        <a:pt x="16407" y="3024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69" name="Forme libre : forme 21668">
                  <a:extLst>
                    <a:ext uri="{FF2B5EF4-FFF2-40B4-BE49-F238E27FC236}">
                      <a16:creationId xmlns:a16="http://schemas.microsoft.com/office/drawing/2014/main" id="{AFE1D801-7728-427D-A4BD-A45D76A2BF44}"/>
                    </a:ext>
                  </a:extLst>
                </p:cNvPr>
                <p:cNvSpPr/>
                <p:nvPr/>
              </p:nvSpPr>
              <p:spPr>
                <a:xfrm>
                  <a:off x="4631881" y="1301246"/>
                  <a:ext cx="33735" cy="19106"/>
                </a:xfrm>
                <a:custGeom>
                  <a:avLst/>
                  <a:gdLst>
                    <a:gd name="connsiteX0" fmla="*/ 0 w 33735"/>
                    <a:gd name="connsiteY0" fmla="*/ 0 h 19106"/>
                    <a:gd name="connsiteX1" fmla="*/ 16225 w 33735"/>
                    <a:gd name="connsiteY1" fmla="*/ 8556 h 19106"/>
                    <a:gd name="connsiteX2" fmla="*/ 33736 w 33735"/>
                    <a:gd name="connsiteY2" fmla="*/ 19107 h 19106"/>
                    <a:gd name="connsiteX3" fmla="*/ 0 w 33735"/>
                    <a:gd name="connsiteY3" fmla="*/ 0 h 19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5" h="19106">
                      <a:moveTo>
                        <a:pt x="0" y="0"/>
                      </a:moveTo>
                      <a:cubicBezTo>
                        <a:pt x="4256" y="576"/>
                        <a:pt x="10063" y="4433"/>
                        <a:pt x="16225" y="8556"/>
                      </a:cubicBezTo>
                      <a:cubicBezTo>
                        <a:pt x="22343" y="12723"/>
                        <a:pt x="28904" y="17023"/>
                        <a:pt x="33736" y="19107"/>
                      </a:cubicBezTo>
                      <a:cubicBezTo>
                        <a:pt x="23096" y="14408"/>
                        <a:pt x="9531" y="58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70" name="Forme libre : forme 21669">
                  <a:extLst>
                    <a:ext uri="{FF2B5EF4-FFF2-40B4-BE49-F238E27FC236}">
                      <a16:creationId xmlns:a16="http://schemas.microsoft.com/office/drawing/2014/main" id="{9AFFE47B-7835-4B06-B6FE-71005AB22C13}"/>
                    </a:ext>
                  </a:extLst>
                </p:cNvPr>
                <p:cNvSpPr/>
                <p:nvPr/>
              </p:nvSpPr>
              <p:spPr>
                <a:xfrm>
                  <a:off x="4708352" y="1295483"/>
                  <a:ext cx="14811" cy="47965"/>
                </a:xfrm>
                <a:custGeom>
                  <a:avLst/>
                  <a:gdLst>
                    <a:gd name="connsiteX0" fmla="*/ 0 w 14811"/>
                    <a:gd name="connsiteY0" fmla="*/ 47966 h 47965"/>
                    <a:gd name="connsiteX1" fmla="*/ 12147 w 14811"/>
                    <a:gd name="connsiteY1" fmla="*/ 22032 h 47965"/>
                    <a:gd name="connsiteX2" fmla="*/ 14807 w 14811"/>
                    <a:gd name="connsiteY2" fmla="*/ 0 h 47965"/>
                    <a:gd name="connsiteX3" fmla="*/ 11393 w 14811"/>
                    <a:gd name="connsiteY3" fmla="*/ 22343 h 47965"/>
                    <a:gd name="connsiteX4" fmla="*/ 0 w 14811"/>
                    <a:gd name="connsiteY4" fmla="*/ 47966 h 47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11" h="47965">
                      <a:moveTo>
                        <a:pt x="0" y="47966"/>
                      </a:moveTo>
                      <a:cubicBezTo>
                        <a:pt x="7049" y="38967"/>
                        <a:pt x="10063" y="30145"/>
                        <a:pt x="12147" y="22032"/>
                      </a:cubicBezTo>
                      <a:cubicBezTo>
                        <a:pt x="14097" y="13920"/>
                        <a:pt x="14629" y="6428"/>
                        <a:pt x="14807" y="0"/>
                      </a:cubicBezTo>
                      <a:cubicBezTo>
                        <a:pt x="14895" y="5896"/>
                        <a:pt x="13787" y="13831"/>
                        <a:pt x="11393" y="22343"/>
                      </a:cubicBezTo>
                      <a:cubicBezTo>
                        <a:pt x="8911" y="30810"/>
                        <a:pt x="5541" y="39853"/>
                        <a:pt x="0" y="479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71" name="Forme libre : forme 21670">
                  <a:extLst>
                    <a:ext uri="{FF2B5EF4-FFF2-40B4-BE49-F238E27FC236}">
                      <a16:creationId xmlns:a16="http://schemas.microsoft.com/office/drawing/2014/main" id="{B76AFFEA-73F3-4607-959E-B6DC2DF2A634}"/>
                    </a:ext>
                  </a:extLst>
                </p:cNvPr>
                <p:cNvSpPr/>
                <p:nvPr/>
              </p:nvSpPr>
              <p:spPr>
                <a:xfrm>
                  <a:off x="4652576" y="1332540"/>
                  <a:ext cx="21730" cy="13141"/>
                </a:xfrm>
                <a:custGeom>
                  <a:avLst/>
                  <a:gdLst>
                    <a:gd name="connsiteX0" fmla="*/ 451 w 21730"/>
                    <a:gd name="connsiteY0" fmla="*/ 4 h 13141"/>
                    <a:gd name="connsiteX1" fmla="*/ 6347 w 21730"/>
                    <a:gd name="connsiteY1" fmla="*/ 3151 h 13141"/>
                    <a:gd name="connsiteX2" fmla="*/ 12731 w 21730"/>
                    <a:gd name="connsiteY2" fmla="*/ 7274 h 13141"/>
                    <a:gd name="connsiteX3" fmla="*/ 18671 w 21730"/>
                    <a:gd name="connsiteY3" fmla="*/ 10244 h 13141"/>
                    <a:gd name="connsiteX4" fmla="*/ 21420 w 21730"/>
                    <a:gd name="connsiteY4" fmla="*/ 12815 h 13141"/>
                    <a:gd name="connsiteX5" fmla="*/ 18627 w 21730"/>
                    <a:gd name="connsiteY5" fmla="*/ 13081 h 13141"/>
                    <a:gd name="connsiteX6" fmla="*/ 16588 w 21730"/>
                    <a:gd name="connsiteY6" fmla="*/ 12771 h 13141"/>
                    <a:gd name="connsiteX7" fmla="*/ 14504 w 21730"/>
                    <a:gd name="connsiteY7" fmla="*/ 12017 h 13141"/>
                    <a:gd name="connsiteX8" fmla="*/ 7766 w 21730"/>
                    <a:gd name="connsiteY8" fmla="*/ 8338 h 13141"/>
                    <a:gd name="connsiteX9" fmla="*/ 2224 w 21730"/>
                    <a:gd name="connsiteY9" fmla="*/ 3727 h 13141"/>
                    <a:gd name="connsiteX10" fmla="*/ 451 w 21730"/>
                    <a:gd name="connsiteY10" fmla="*/ 4 h 13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730" h="13141">
                      <a:moveTo>
                        <a:pt x="451" y="4"/>
                      </a:moveTo>
                      <a:cubicBezTo>
                        <a:pt x="1559" y="-85"/>
                        <a:pt x="3865" y="1511"/>
                        <a:pt x="6347" y="3151"/>
                      </a:cubicBezTo>
                      <a:cubicBezTo>
                        <a:pt x="8697" y="4969"/>
                        <a:pt x="11490" y="6387"/>
                        <a:pt x="12731" y="7274"/>
                      </a:cubicBezTo>
                      <a:cubicBezTo>
                        <a:pt x="14105" y="7806"/>
                        <a:pt x="16543" y="9402"/>
                        <a:pt x="18671" y="10244"/>
                      </a:cubicBezTo>
                      <a:cubicBezTo>
                        <a:pt x="20799" y="11175"/>
                        <a:pt x="22439" y="12150"/>
                        <a:pt x="21420" y="12815"/>
                      </a:cubicBezTo>
                      <a:cubicBezTo>
                        <a:pt x="20888" y="13125"/>
                        <a:pt x="19868" y="13214"/>
                        <a:pt x="18627" y="13081"/>
                      </a:cubicBezTo>
                      <a:cubicBezTo>
                        <a:pt x="18006" y="13037"/>
                        <a:pt x="17297" y="12904"/>
                        <a:pt x="16588" y="12771"/>
                      </a:cubicBezTo>
                      <a:cubicBezTo>
                        <a:pt x="15923" y="12549"/>
                        <a:pt x="15213" y="12283"/>
                        <a:pt x="14504" y="12017"/>
                      </a:cubicBezTo>
                      <a:cubicBezTo>
                        <a:pt x="11578" y="10998"/>
                        <a:pt x="9007" y="9180"/>
                        <a:pt x="7766" y="8338"/>
                      </a:cubicBezTo>
                      <a:cubicBezTo>
                        <a:pt x="6436" y="7584"/>
                        <a:pt x="4086" y="5501"/>
                        <a:pt x="2224" y="3727"/>
                      </a:cubicBezTo>
                      <a:cubicBezTo>
                        <a:pt x="407" y="1865"/>
                        <a:pt x="-657" y="137"/>
                        <a:pt x="451" y="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72" name="Forme libre : forme 21671">
                  <a:extLst>
                    <a:ext uri="{FF2B5EF4-FFF2-40B4-BE49-F238E27FC236}">
                      <a16:creationId xmlns:a16="http://schemas.microsoft.com/office/drawing/2014/main" id="{27304E64-8520-4AA3-8FB1-39BEBC1A7AA1}"/>
                    </a:ext>
                  </a:extLst>
                </p:cNvPr>
                <p:cNvSpPr/>
                <p:nvPr/>
              </p:nvSpPr>
              <p:spPr>
                <a:xfrm>
                  <a:off x="4649852" y="1330263"/>
                  <a:ext cx="5321" cy="4815"/>
                </a:xfrm>
                <a:custGeom>
                  <a:avLst/>
                  <a:gdLst>
                    <a:gd name="connsiteX0" fmla="*/ 27 w 5321"/>
                    <a:gd name="connsiteY0" fmla="*/ 153 h 4815"/>
                    <a:gd name="connsiteX1" fmla="*/ 2908 w 5321"/>
                    <a:gd name="connsiteY1" fmla="*/ 1661 h 4815"/>
                    <a:gd name="connsiteX2" fmla="*/ 5302 w 5321"/>
                    <a:gd name="connsiteY2" fmla="*/ 4631 h 4815"/>
                    <a:gd name="connsiteX3" fmla="*/ 2421 w 5321"/>
                    <a:gd name="connsiteY3" fmla="*/ 3256 h 4815"/>
                    <a:gd name="connsiteX4" fmla="*/ 27 w 5321"/>
                    <a:gd name="connsiteY4" fmla="*/ 153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1" h="4815">
                      <a:moveTo>
                        <a:pt x="27" y="153"/>
                      </a:moveTo>
                      <a:cubicBezTo>
                        <a:pt x="249" y="-467"/>
                        <a:pt x="2022" y="951"/>
                        <a:pt x="2908" y="1661"/>
                      </a:cubicBezTo>
                      <a:cubicBezTo>
                        <a:pt x="3795" y="2414"/>
                        <a:pt x="5524" y="3966"/>
                        <a:pt x="5302" y="4631"/>
                      </a:cubicBezTo>
                      <a:cubicBezTo>
                        <a:pt x="5081" y="5296"/>
                        <a:pt x="3352" y="4010"/>
                        <a:pt x="2421" y="3256"/>
                      </a:cubicBezTo>
                      <a:cubicBezTo>
                        <a:pt x="1534" y="2503"/>
                        <a:pt x="-239" y="818"/>
                        <a:pt x="27" y="1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73" name="Forme libre : forme 21672">
                  <a:extLst>
                    <a:ext uri="{FF2B5EF4-FFF2-40B4-BE49-F238E27FC236}">
                      <a16:creationId xmlns:a16="http://schemas.microsoft.com/office/drawing/2014/main" id="{61384836-6C24-49B1-A973-01D916A9884F}"/>
                    </a:ext>
                  </a:extLst>
                </p:cNvPr>
                <p:cNvSpPr/>
                <p:nvPr/>
              </p:nvSpPr>
              <p:spPr>
                <a:xfrm>
                  <a:off x="4629947" y="1305277"/>
                  <a:ext cx="43275" cy="50413"/>
                </a:xfrm>
                <a:custGeom>
                  <a:avLst/>
                  <a:gdLst>
                    <a:gd name="connsiteX0" fmla="*/ 3397 w 43275"/>
                    <a:gd name="connsiteY0" fmla="*/ 17026 h 50413"/>
                    <a:gd name="connsiteX1" fmla="*/ 116 w 43275"/>
                    <a:gd name="connsiteY1" fmla="*/ 846 h 50413"/>
                    <a:gd name="connsiteX2" fmla="*/ 4638 w 43275"/>
                    <a:gd name="connsiteY2" fmla="*/ 2752 h 50413"/>
                    <a:gd name="connsiteX3" fmla="*/ 7564 w 43275"/>
                    <a:gd name="connsiteY3" fmla="*/ 9446 h 50413"/>
                    <a:gd name="connsiteX4" fmla="*/ 17715 w 43275"/>
                    <a:gd name="connsiteY4" fmla="*/ 29572 h 50413"/>
                    <a:gd name="connsiteX5" fmla="*/ 31635 w 43275"/>
                    <a:gd name="connsiteY5" fmla="*/ 42162 h 50413"/>
                    <a:gd name="connsiteX6" fmla="*/ 36556 w 43275"/>
                    <a:gd name="connsiteY6" fmla="*/ 45088 h 50413"/>
                    <a:gd name="connsiteX7" fmla="*/ 40812 w 43275"/>
                    <a:gd name="connsiteY7" fmla="*/ 47216 h 50413"/>
                    <a:gd name="connsiteX8" fmla="*/ 42408 w 43275"/>
                    <a:gd name="connsiteY8" fmla="*/ 50009 h 50413"/>
                    <a:gd name="connsiteX9" fmla="*/ 23301 w 43275"/>
                    <a:gd name="connsiteY9" fmla="*/ 44733 h 50413"/>
                    <a:gd name="connsiteX10" fmla="*/ 9603 w 43275"/>
                    <a:gd name="connsiteY10" fmla="*/ 31567 h 50413"/>
                    <a:gd name="connsiteX11" fmla="*/ 3397 w 43275"/>
                    <a:gd name="connsiteY11" fmla="*/ 17026 h 50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75" h="50413">
                      <a:moveTo>
                        <a:pt x="3397" y="17026"/>
                      </a:moveTo>
                      <a:cubicBezTo>
                        <a:pt x="914" y="10510"/>
                        <a:pt x="-416" y="5678"/>
                        <a:pt x="116" y="846"/>
                      </a:cubicBezTo>
                      <a:cubicBezTo>
                        <a:pt x="338" y="-928"/>
                        <a:pt x="2820" y="269"/>
                        <a:pt x="4638" y="2752"/>
                      </a:cubicBezTo>
                      <a:cubicBezTo>
                        <a:pt x="6455" y="5234"/>
                        <a:pt x="6943" y="7274"/>
                        <a:pt x="7564" y="9446"/>
                      </a:cubicBezTo>
                      <a:cubicBezTo>
                        <a:pt x="9514" y="16096"/>
                        <a:pt x="12750" y="22701"/>
                        <a:pt x="17715" y="29572"/>
                      </a:cubicBezTo>
                      <a:cubicBezTo>
                        <a:pt x="19356" y="31656"/>
                        <a:pt x="24986" y="37773"/>
                        <a:pt x="31635" y="42162"/>
                      </a:cubicBezTo>
                      <a:cubicBezTo>
                        <a:pt x="33364" y="43182"/>
                        <a:pt x="35005" y="44157"/>
                        <a:pt x="36556" y="45088"/>
                      </a:cubicBezTo>
                      <a:cubicBezTo>
                        <a:pt x="38063" y="46019"/>
                        <a:pt x="39659" y="46551"/>
                        <a:pt x="40812" y="47216"/>
                      </a:cubicBezTo>
                      <a:cubicBezTo>
                        <a:pt x="43117" y="48457"/>
                        <a:pt x="44137" y="49432"/>
                        <a:pt x="42408" y="50009"/>
                      </a:cubicBezTo>
                      <a:cubicBezTo>
                        <a:pt x="38906" y="51339"/>
                        <a:pt x="29729" y="49344"/>
                        <a:pt x="23301" y="44733"/>
                      </a:cubicBezTo>
                      <a:cubicBezTo>
                        <a:pt x="16652" y="40345"/>
                        <a:pt x="11642" y="34626"/>
                        <a:pt x="9603" y="31567"/>
                      </a:cubicBezTo>
                      <a:cubicBezTo>
                        <a:pt x="5436" y="25361"/>
                        <a:pt x="5347" y="21903"/>
                        <a:pt x="3397" y="17026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460" name="Graphique 2">
                <a:extLst>
                  <a:ext uri="{FF2B5EF4-FFF2-40B4-BE49-F238E27FC236}">
                    <a16:creationId xmlns:a16="http://schemas.microsoft.com/office/drawing/2014/main" id="{37A6C9D8-B97C-45D2-A53E-8060AF51383B}"/>
                  </a:ext>
                </a:extLst>
              </p:cNvPr>
              <p:cNvGrpSpPr/>
              <p:nvPr/>
            </p:nvGrpSpPr>
            <p:grpSpPr>
              <a:xfrm>
                <a:off x="4212998" y="1034856"/>
                <a:ext cx="3090692" cy="383268"/>
                <a:chOff x="4212998" y="1034856"/>
                <a:chExt cx="3090692" cy="383268"/>
              </a:xfrm>
              <a:solidFill>
                <a:schemeClr val="accent1"/>
              </a:solidFill>
            </p:grpSpPr>
            <p:grpSp>
              <p:nvGrpSpPr>
                <p:cNvPr id="21131" name="Graphique 2">
                  <a:extLst>
                    <a:ext uri="{FF2B5EF4-FFF2-40B4-BE49-F238E27FC236}">
                      <a16:creationId xmlns:a16="http://schemas.microsoft.com/office/drawing/2014/main" id="{E0112FA1-F402-42C4-A0A5-E769A27B7B2A}"/>
                    </a:ext>
                  </a:extLst>
                </p:cNvPr>
                <p:cNvGrpSpPr/>
                <p:nvPr/>
              </p:nvGrpSpPr>
              <p:grpSpPr>
                <a:xfrm>
                  <a:off x="4212998" y="1242281"/>
                  <a:ext cx="26981" cy="45932"/>
                  <a:chOff x="4212998" y="1242281"/>
                  <a:chExt cx="26981" cy="45932"/>
                </a:xfrm>
                <a:solidFill>
                  <a:schemeClr val="accent1"/>
                </a:solidFill>
              </p:grpSpPr>
              <p:sp>
                <p:nvSpPr>
                  <p:cNvPr id="21652" name="Forme libre : forme 21651">
                    <a:extLst>
                      <a:ext uri="{FF2B5EF4-FFF2-40B4-BE49-F238E27FC236}">
                        <a16:creationId xmlns:a16="http://schemas.microsoft.com/office/drawing/2014/main" id="{2B52B6E3-4DD5-4F90-ADC8-2CAF7E61E41A}"/>
                      </a:ext>
                    </a:extLst>
                  </p:cNvPr>
                  <p:cNvSpPr/>
                  <p:nvPr/>
                </p:nvSpPr>
                <p:spPr>
                  <a:xfrm>
                    <a:off x="4212998" y="1242281"/>
                    <a:ext cx="26981" cy="45932"/>
                  </a:xfrm>
                  <a:custGeom>
                    <a:avLst/>
                    <a:gdLst>
                      <a:gd name="connsiteX0" fmla="*/ 26953 w 26981"/>
                      <a:gd name="connsiteY0" fmla="*/ 6877 h 45932"/>
                      <a:gd name="connsiteX1" fmla="*/ 19816 w 26981"/>
                      <a:gd name="connsiteY1" fmla="*/ 94 h 45932"/>
                      <a:gd name="connsiteX2" fmla="*/ 177 w 26981"/>
                      <a:gd name="connsiteY2" fmla="*/ 2710 h 45932"/>
                      <a:gd name="connsiteX3" fmla="*/ 0 w 26981"/>
                      <a:gd name="connsiteY3" fmla="*/ 45932 h 45932"/>
                      <a:gd name="connsiteX4" fmla="*/ 11659 w 26981"/>
                      <a:gd name="connsiteY4" fmla="*/ 35648 h 45932"/>
                      <a:gd name="connsiteX5" fmla="*/ 26953 w 26981"/>
                      <a:gd name="connsiteY5" fmla="*/ 6877 h 45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981" h="45932">
                        <a:moveTo>
                          <a:pt x="26953" y="6877"/>
                        </a:moveTo>
                        <a:cubicBezTo>
                          <a:pt x="27352" y="3419"/>
                          <a:pt x="23495" y="272"/>
                          <a:pt x="19816" y="94"/>
                        </a:cubicBezTo>
                        <a:cubicBezTo>
                          <a:pt x="13122" y="-216"/>
                          <a:pt x="6827" y="139"/>
                          <a:pt x="177" y="2710"/>
                        </a:cubicBezTo>
                        <a:lnTo>
                          <a:pt x="0" y="45932"/>
                        </a:lnTo>
                        <a:cubicBezTo>
                          <a:pt x="4522" y="42076"/>
                          <a:pt x="8911" y="38175"/>
                          <a:pt x="11659" y="35648"/>
                        </a:cubicBezTo>
                        <a:cubicBezTo>
                          <a:pt x="22077" y="25851"/>
                          <a:pt x="25934" y="16984"/>
                          <a:pt x="26953" y="687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53" name="Forme libre : forme 21652">
                    <a:extLst>
                      <a:ext uri="{FF2B5EF4-FFF2-40B4-BE49-F238E27FC236}">
                        <a16:creationId xmlns:a16="http://schemas.microsoft.com/office/drawing/2014/main" id="{78298747-CC59-4750-8F4A-4D89A567C04B}"/>
                      </a:ext>
                    </a:extLst>
                  </p:cNvPr>
                  <p:cNvSpPr/>
                  <p:nvPr/>
                </p:nvSpPr>
                <p:spPr>
                  <a:xfrm>
                    <a:off x="4212998" y="1248936"/>
                    <a:ext cx="26953" cy="39144"/>
                  </a:xfrm>
                  <a:custGeom>
                    <a:avLst/>
                    <a:gdLst>
                      <a:gd name="connsiteX0" fmla="*/ 26865 w 26953"/>
                      <a:gd name="connsiteY0" fmla="*/ 0 h 39144"/>
                      <a:gd name="connsiteX1" fmla="*/ 44 w 26953"/>
                      <a:gd name="connsiteY1" fmla="*/ 21589 h 39144"/>
                      <a:gd name="connsiteX2" fmla="*/ 0 w 26953"/>
                      <a:gd name="connsiteY2" fmla="*/ 39144 h 39144"/>
                      <a:gd name="connsiteX3" fmla="*/ 9841 w 26953"/>
                      <a:gd name="connsiteY3" fmla="*/ 30544 h 39144"/>
                      <a:gd name="connsiteX4" fmla="*/ 11615 w 26953"/>
                      <a:gd name="connsiteY4" fmla="*/ 28948 h 39144"/>
                      <a:gd name="connsiteX5" fmla="*/ 20392 w 26953"/>
                      <a:gd name="connsiteY5" fmla="*/ 18752 h 39144"/>
                      <a:gd name="connsiteX6" fmla="*/ 26200 w 26953"/>
                      <a:gd name="connsiteY6" fmla="*/ 4876 h 39144"/>
                      <a:gd name="connsiteX7" fmla="*/ 26953 w 26953"/>
                      <a:gd name="connsiteY7" fmla="*/ 177 h 39144"/>
                      <a:gd name="connsiteX8" fmla="*/ 26865 w 26953"/>
                      <a:gd name="connsiteY8" fmla="*/ 0 h 39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953" h="39144">
                        <a:moveTo>
                          <a:pt x="26865" y="0"/>
                        </a:moveTo>
                        <a:cubicBezTo>
                          <a:pt x="17910" y="6960"/>
                          <a:pt x="8822" y="14186"/>
                          <a:pt x="44" y="21589"/>
                        </a:cubicBezTo>
                        <a:lnTo>
                          <a:pt x="0" y="39144"/>
                        </a:lnTo>
                        <a:cubicBezTo>
                          <a:pt x="3635" y="36041"/>
                          <a:pt x="7137" y="32982"/>
                          <a:pt x="9841" y="30544"/>
                        </a:cubicBezTo>
                        <a:cubicBezTo>
                          <a:pt x="10462" y="29968"/>
                          <a:pt x="11083" y="29436"/>
                          <a:pt x="11615" y="28948"/>
                        </a:cubicBezTo>
                        <a:cubicBezTo>
                          <a:pt x="15339" y="25490"/>
                          <a:pt x="18176" y="22077"/>
                          <a:pt x="20392" y="18752"/>
                        </a:cubicBezTo>
                        <a:cubicBezTo>
                          <a:pt x="23407" y="14186"/>
                          <a:pt x="25136" y="9576"/>
                          <a:pt x="26200" y="4876"/>
                        </a:cubicBezTo>
                        <a:cubicBezTo>
                          <a:pt x="26510" y="3325"/>
                          <a:pt x="26776" y="1773"/>
                          <a:pt x="26953" y="177"/>
                        </a:cubicBezTo>
                        <a:lnTo>
                          <a:pt x="26865" y="0"/>
                        </a:ln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54" name="Forme libre : forme 21653">
                    <a:extLst>
                      <a:ext uri="{FF2B5EF4-FFF2-40B4-BE49-F238E27FC236}">
                        <a16:creationId xmlns:a16="http://schemas.microsoft.com/office/drawing/2014/main" id="{F2E047EA-7B73-427B-A8A4-C64D0C370C5F}"/>
                      </a:ext>
                    </a:extLst>
                  </p:cNvPr>
                  <p:cNvSpPr/>
                  <p:nvPr/>
                </p:nvSpPr>
                <p:spPr>
                  <a:xfrm>
                    <a:off x="4213042" y="1256066"/>
                    <a:ext cx="11513" cy="17207"/>
                  </a:xfrm>
                  <a:custGeom>
                    <a:avLst/>
                    <a:gdLst>
                      <a:gd name="connsiteX0" fmla="*/ 11038 w 11513"/>
                      <a:gd name="connsiteY0" fmla="*/ 716 h 17207"/>
                      <a:gd name="connsiteX1" fmla="*/ 44 w 11513"/>
                      <a:gd name="connsiteY1" fmla="*/ 3731 h 17207"/>
                      <a:gd name="connsiteX2" fmla="*/ 0 w 11513"/>
                      <a:gd name="connsiteY2" fmla="*/ 17207 h 17207"/>
                      <a:gd name="connsiteX3" fmla="*/ 11038 w 11513"/>
                      <a:gd name="connsiteY3" fmla="*/ 716 h 17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513" h="17207">
                        <a:moveTo>
                          <a:pt x="11038" y="716"/>
                        </a:moveTo>
                        <a:cubicBezTo>
                          <a:pt x="9398" y="-1146"/>
                          <a:pt x="4743" y="894"/>
                          <a:pt x="44" y="3731"/>
                        </a:cubicBezTo>
                        <a:lnTo>
                          <a:pt x="0" y="17207"/>
                        </a:lnTo>
                        <a:cubicBezTo>
                          <a:pt x="5453" y="12065"/>
                          <a:pt x="13565" y="3598"/>
                          <a:pt x="11038" y="71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55" name="Forme libre : forme 21654">
                    <a:extLst>
                      <a:ext uri="{FF2B5EF4-FFF2-40B4-BE49-F238E27FC236}">
                        <a16:creationId xmlns:a16="http://schemas.microsoft.com/office/drawing/2014/main" id="{B3729A0E-A029-4640-9603-B62EFB1D3FBA}"/>
                      </a:ext>
                    </a:extLst>
                  </p:cNvPr>
                  <p:cNvSpPr/>
                  <p:nvPr/>
                </p:nvSpPr>
                <p:spPr>
                  <a:xfrm>
                    <a:off x="4213042" y="1269284"/>
                    <a:ext cx="3856" cy="3989"/>
                  </a:xfrm>
                  <a:custGeom>
                    <a:avLst/>
                    <a:gdLst>
                      <a:gd name="connsiteX0" fmla="*/ 3857 w 3856"/>
                      <a:gd name="connsiteY0" fmla="*/ 0 h 3989"/>
                      <a:gd name="connsiteX1" fmla="*/ 0 w 3856"/>
                      <a:gd name="connsiteY1" fmla="*/ 2837 h 3989"/>
                      <a:gd name="connsiteX2" fmla="*/ 0 w 3856"/>
                      <a:gd name="connsiteY2" fmla="*/ 3990 h 3989"/>
                      <a:gd name="connsiteX3" fmla="*/ 3857 w 3856"/>
                      <a:gd name="connsiteY3" fmla="*/ 0 h 3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56" h="3989">
                        <a:moveTo>
                          <a:pt x="3857" y="0"/>
                        </a:moveTo>
                        <a:cubicBezTo>
                          <a:pt x="2793" y="798"/>
                          <a:pt x="1197" y="2128"/>
                          <a:pt x="0" y="2837"/>
                        </a:cubicBezTo>
                        <a:lnTo>
                          <a:pt x="0" y="3990"/>
                        </a:lnTo>
                        <a:cubicBezTo>
                          <a:pt x="1463" y="2571"/>
                          <a:pt x="2926" y="1064"/>
                          <a:pt x="3857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56" name="Forme libre : forme 21655">
                    <a:extLst>
                      <a:ext uri="{FF2B5EF4-FFF2-40B4-BE49-F238E27FC236}">
                        <a16:creationId xmlns:a16="http://schemas.microsoft.com/office/drawing/2014/main" id="{572D3486-546A-4270-9CE6-393BFC8D8828}"/>
                      </a:ext>
                    </a:extLst>
                  </p:cNvPr>
                  <p:cNvSpPr/>
                  <p:nvPr/>
                </p:nvSpPr>
                <p:spPr>
                  <a:xfrm>
                    <a:off x="4213042" y="1255143"/>
                    <a:ext cx="13863" cy="20080"/>
                  </a:xfrm>
                  <a:custGeom>
                    <a:avLst/>
                    <a:gdLst>
                      <a:gd name="connsiteX0" fmla="*/ 13654 w 13863"/>
                      <a:gd name="connsiteY0" fmla="*/ 1018 h 20080"/>
                      <a:gd name="connsiteX1" fmla="*/ 44 w 13863"/>
                      <a:gd name="connsiteY1" fmla="*/ 5673 h 20080"/>
                      <a:gd name="connsiteX2" fmla="*/ 0 w 13863"/>
                      <a:gd name="connsiteY2" fmla="*/ 20081 h 20080"/>
                      <a:gd name="connsiteX3" fmla="*/ 13654 w 13863"/>
                      <a:gd name="connsiteY3" fmla="*/ 1018 h 20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63" h="20080">
                        <a:moveTo>
                          <a:pt x="13654" y="1018"/>
                        </a:moveTo>
                        <a:cubicBezTo>
                          <a:pt x="12457" y="-1819"/>
                          <a:pt x="5807" y="1772"/>
                          <a:pt x="44" y="5673"/>
                        </a:cubicBezTo>
                        <a:lnTo>
                          <a:pt x="0" y="20081"/>
                        </a:lnTo>
                        <a:cubicBezTo>
                          <a:pt x="5009" y="15515"/>
                          <a:pt x="15471" y="5363"/>
                          <a:pt x="13654" y="101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57" name="Forme libre : forme 21656">
                    <a:extLst>
                      <a:ext uri="{FF2B5EF4-FFF2-40B4-BE49-F238E27FC236}">
                        <a16:creationId xmlns:a16="http://schemas.microsoft.com/office/drawing/2014/main" id="{14E8ECDA-5AF0-4D8C-9145-187DE0FA01C0}"/>
                      </a:ext>
                    </a:extLst>
                  </p:cNvPr>
                  <p:cNvSpPr/>
                  <p:nvPr/>
                </p:nvSpPr>
                <p:spPr>
                  <a:xfrm>
                    <a:off x="4212998" y="1267653"/>
                    <a:ext cx="8174" cy="15993"/>
                  </a:xfrm>
                  <a:custGeom>
                    <a:avLst/>
                    <a:gdLst>
                      <a:gd name="connsiteX0" fmla="*/ 6827 w 8174"/>
                      <a:gd name="connsiteY0" fmla="*/ 212 h 15993"/>
                      <a:gd name="connsiteX1" fmla="*/ 44 w 8174"/>
                      <a:gd name="connsiteY1" fmla="*/ 2428 h 15993"/>
                      <a:gd name="connsiteX2" fmla="*/ 0 w 8174"/>
                      <a:gd name="connsiteY2" fmla="*/ 15994 h 15993"/>
                      <a:gd name="connsiteX3" fmla="*/ 5098 w 8174"/>
                      <a:gd name="connsiteY3" fmla="*/ 9965 h 15993"/>
                      <a:gd name="connsiteX4" fmla="*/ 6827 w 8174"/>
                      <a:gd name="connsiteY4" fmla="*/ 212 h 15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4" h="15993">
                        <a:moveTo>
                          <a:pt x="6827" y="212"/>
                        </a:moveTo>
                        <a:cubicBezTo>
                          <a:pt x="5231" y="-630"/>
                          <a:pt x="2571" y="1231"/>
                          <a:pt x="44" y="2428"/>
                        </a:cubicBezTo>
                        <a:lnTo>
                          <a:pt x="0" y="15994"/>
                        </a:lnTo>
                        <a:cubicBezTo>
                          <a:pt x="1951" y="13999"/>
                          <a:pt x="3724" y="11959"/>
                          <a:pt x="5098" y="9965"/>
                        </a:cubicBezTo>
                        <a:cubicBezTo>
                          <a:pt x="7758" y="6108"/>
                          <a:pt x="9531" y="1675"/>
                          <a:pt x="6827" y="21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58" name="Forme libre : forme 21657">
                    <a:extLst>
                      <a:ext uri="{FF2B5EF4-FFF2-40B4-BE49-F238E27FC236}">
                        <a16:creationId xmlns:a16="http://schemas.microsoft.com/office/drawing/2014/main" id="{3F39451D-C5F1-43CD-9E02-2E827D128E08}"/>
                      </a:ext>
                    </a:extLst>
                  </p:cNvPr>
                  <p:cNvSpPr/>
                  <p:nvPr/>
                </p:nvSpPr>
                <p:spPr>
                  <a:xfrm>
                    <a:off x="4224967" y="1248936"/>
                    <a:ext cx="13197" cy="27751"/>
                  </a:xfrm>
                  <a:custGeom>
                    <a:avLst/>
                    <a:gdLst>
                      <a:gd name="connsiteX0" fmla="*/ 13122 w 13197"/>
                      <a:gd name="connsiteY0" fmla="*/ 0 h 27751"/>
                      <a:gd name="connsiteX1" fmla="*/ 0 w 13197"/>
                      <a:gd name="connsiteY1" fmla="*/ 27751 h 27751"/>
                      <a:gd name="connsiteX2" fmla="*/ 13122 w 13197"/>
                      <a:gd name="connsiteY2" fmla="*/ 0 h 27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197" h="27751">
                        <a:moveTo>
                          <a:pt x="13122" y="0"/>
                        </a:moveTo>
                        <a:cubicBezTo>
                          <a:pt x="14097" y="7625"/>
                          <a:pt x="5408" y="19949"/>
                          <a:pt x="0" y="27751"/>
                        </a:cubicBezTo>
                        <a:cubicBezTo>
                          <a:pt x="5896" y="19284"/>
                          <a:pt x="10639" y="8423"/>
                          <a:pt x="1312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59" name="Forme libre : forme 21658">
                    <a:extLst>
                      <a:ext uri="{FF2B5EF4-FFF2-40B4-BE49-F238E27FC236}">
                        <a16:creationId xmlns:a16="http://schemas.microsoft.com/office/drawing/2014/main" id="{283D20F6-D522-41D8-A4C4-0924EC9D1463}"/>
                      </a:ext>
                    </a:extLst>
                  </p:cNvPr>
                  <p:cNvSpPr/>
                  <p:nvPr/>
                </p:nvSpPr>
                <p:spPr>
                  <a:xfrm>
                    <a:off x="4213086" y="1261605"/>
                    <a:ext cx="2133" cy="3688"/>
                  </a:xfrm>
                  <a:custGeom>
                    <a:avLst/>
                    <a:gdLst>
                      <a:gd name="connsiteX0" fmla="*/ 2128 w 2133"/>
                      <a:gd name="connsiteY0" fmla="*/ 586 h 3688"/>
                      <a:gd name="connsiteX1" fmla="*/ 0 w 2133"/>
                      <a:gd name="connsiteY1" fmla="*/ 320 h 3688"/>
                      <a:gd name="connsiteX2" fmla="*/ 0 w 2133"/>
                      <a:gd name="connsiteY2" fmla="*/ 3689 h 3688"/>
                      <a:gd name="connsiteX3" fmla="*/ 2128 w 2133"/>
                      <a:gd name="connsiteY3" fmla="*/ 586 h 3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33" h="3688">
                        <a:moveTo>
                          <a:pt x="2128" y="586"/>
                        </a:moveTo>
                        <a:cubicBezTo>
                          <a:pt x="2039" y="-168"/>
                          <a:pt x="1153" y="-124"/>
                          <a:pt x="0" y="320"/>
                        </a:cubicBezTo>
                        <a:lnTo>
                          <a:pt x="0" y="3689"/>
                        </a:lnTo>
                        <a:cubicBezTo>
                          <a:pt x="1241" y="2536"/>
                          <a:pt x="2217" y="1428"/>
                          <a:pt x="2128" y="58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60" name="Forme libre : forme 21659">
                    <a:extLst>
                      <a:ext uri="{FF2B5EF4-FFF2-40B4-BE49-F238E27FC236}">
                        <a16:creationId xmlns:a16="http://schemas.microsoft.com/office/drawing/2014/main" id="{BC570314-E924-48AD-833E-6B161ADED987}"/>
                      </a:ext>
                    </a:extLst>
                  </p:cNvPr>
                  <p:cNvSpPr/>
                  <p:nvPr/>
                </p:nvSpPr>
                <p:spPr>
                  <a:xfrm>
                    <a:off x="4213164" y="1260146"/>
                    <a:ext cx="3919" cy="3160"/>
                  </a:xfrm>
                  <a:custGeom>
                    <a:avLst/>
                    <a:gdLst>
                      <a:gd name="connsiteX0" fmla="*/ 3780 w 3919"/>
                      <a:gd name="connsiteY0" fmla="*/ 94 h 3160"/>
                      <a:gd name="connsiteX1" fmla="*/ 1297 w 3919"/>
                      <a:gd name="connsiteY1" fmla="*/ 1158 h 3160"/>
                      <a:gd name="connsiteX2" fmla="*/ 144 w 3919"/>
                      <a:gd name="connsiteY2" fmla="*/ 3064 h 3160"/>
                      <a:gd name="connsiteX3" fmla="*/ 2583 w 3919"/>
                      <a:gd name="connsiteY3" fmla="*/ 2044 h 3160"/>
                      <a:gd name="connsiteX4" fmla="*/ 3780 w 3919"/>
                      <a:gd name="connsiteY4" fmla="*/ 94 h 3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9" h="3160">
                        <a:moveTo>
                          <a:pt x="3780" y="94"/>
                        </a:moveTo>
                        <a:cubicBezTo>
                          <a:pt x="3248" y="-305"/>
                          <a:pt x="1918" y="670"/>
                          <a:pt x="1297" y="1158"/>
                        </a:cubicBezTo>
                        <a:cubicBezTo>
                          <a:pt x="676" y="1645"/>
                          <a:pt x="-388" y="2665"/>
                          <a:pt x="144" y="3064"/>
                        </a:cubicBezTo>
                        <a:cubicBezTo>
                          <a:pt x="676" y="3463"/>
                          <a:pt x="1962" y="2532"/>
                          <a:pt x="2583" y="2044"/>
                        </a:cubicBezTo>
                        <a:cubicBezTo>
                          <a:pt x="3203" y="1556"/>
                          <a:pt x="4311" y="448"/>
                          <a:pt x="3780" y="9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61" name="Forme libre : forme 21660">
                    <a:extLst>
                      <a:ext uri="{FF2B5EF4-FFF2-40B4-BE49-F238E27FC236}">
                        <a16:creationId xmlns:a16="http://schemas.microsoft.com/office/drawing/2014/main" id="{65C47432-35EF-4E4D-8FF6-6A49E6D8B72E}"/>
                      </a:ext>
                    </a:extLst>
                  </p:cNvPr>
                  <p:cNvSpPr/>
                  <p:nvPr/>
                </p:nvSpPr>
                <p:spPr>
                  <a:xfrm>
                    <a:off x="4213086" y="1246582"/>
                    <a:ext cx="21691" cy="10599"/>
                  </a:xfrm>
                  <a:custGeom>
                    <a:avLst/>
                    <a:gdLst>
                      <a:gd name="connsiteX0" fmla="*/ 20791 w 21691"/>
                      <a:gd name="connsiteY0" fmla="*/ 403 h 10599"/>
                      <a:gd name="connsiteX1" fmla="*/ 8645 w 21691"/>
                      <a:gd name="connsiteY1" fmla="*/ 1245 h 10599"/>
                      <a:gd name="connsiteX2" fmla="*/ 44 w 21691"/>
                      <a:gd name="connsiteY2" fmla="*/ 2575 h 10599"/>
                      <a:gd name="connsiteX3" fmla="*/ 0 w 21691"/>
                      <a:gd name="connsiteY3" fmla="*/ 10599 h 10599"/>
                      <a:gd name="connsiteX4" fmla="*/ 177 w 21691"/>
                      <a:gd name="connsiteY4" fmla="*/ 10511 h 10599"/>
                      <a:gd name="connsiteX5" fmla="*/ 15339 w 21691"/>
                      <a:gd name="connsiteY5" fmla="*/ 6122 h 10599"/>
                      <a:gd name="connsiteX6" fmla="*/ 20171 w 21691"/>
                      <a:gd name="connsiteY6" fmla="*/ 4304 h 10599"/>
                      <a:gd name="connsiteX7" fmla="*/ 20791 w 21691"/>
                      <a:gd name="connsiteY7" fmla="*/ 403 h 10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691" h="10599">
                        <a:moveTo>
                          <a:pt x="20791" y="403"/>
                        </a:moveTo>
                        <a:cubicBezTo>
                          <a:pt x="16846" y="-484"/>
                          <a:pt x="13432" y="226"/>
                          <a:pt x="8645" y="1245"/>
                        </a:cubicBezTo>
                        <a:cubicBezTo>
                          <a:pt x="5674" y="1866"/>
                          <a:pt x="3280" y="1689"/>
                          <a:pt x="44" y="2575"/>
                        </a:cubicBezTo>
                        <a:lnTo>
                          <a:pt x="0" y="10599"/>
                        </a:lnTo>
                        <a:cubicBezTo>
                          <a:pt x="44" y="10599"/>
                          <a:pt x="133" y="10555"/>
                          <a:pt x="177" y="10511"/>
                        </a:cubicBezTo>
                        <a:cubicBezTo>
                          <a:pt x="5453" y="8471"/>
                          <a:pt x="10285" y="6875"/>
                          <a:pt x="15339" y="6122"/>
                        </a:cubicBezTo>
                        <a:cubicBezTo>
                          <a:pt x="16979" y="5856"/>
                          <a:pt x="18530" y="5678"/>
                          <a:pt x="20171" y="4304"/>
                        </a:cubicBezTo>
                        <a:cubicBezTo>
                          <a:pt x="21855" y="2930"/>
                          <a:pt x="22254" y="758"/>
                          <a:pt x="20791" y="40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32" name="Graphique 2">
                  <a:extLst>
                    <a:ext uri="{FF2B5EF4-FFF2-40B4-BE49-F238E27FC236}">
                      <a16:creationId xmlns:a16="http://schemas.microsoft.com/office/drawing/2014/main" id="{BC2248A8-DBDD-402C-B0E8-DD27A17CEC3F}"/>
                    </a:ext>
                  </a:extLst>
                </p:cNvPr>
                <p:cNvGrpSpPr/>
                <p:nvPr/>
              </p:nvGrpSpPr>
              <p:grpSpPr>
                <a:xfrm>
                  <a:off x="4236860" y="1188228"/>
                  <a:ext cx="84744" cy="59855"/>
                  <a:chOff x="4236860" y="1188228"/>
                  <a:chExt cx="84744" cy="59855"/>
                </a:xfrm>
                <a:solidFill>
                  <a:schemeClr val="accent1"/>
                </a:solidFill>
              </p:grpSpPr>
              <p:sp>
                <p:nvSpPr>
                  <p:cNvPr id="21640" name="Forme libre : forme 21639">
                    <a:extLst>
                      <a:ext uri="{FF2B5EF4-FFF2-40B4-BE49-F238E27FC236}">
                        <a16:creationId xmlns:a16="http://schemas.microsoft.com/office/drawing/2014/main" id="{31C57ACD-79F8-4072-9F0F-F633D6F75DE5}"/>
                      </a:ext>
                    </a:extLst>
                  </p:cNvPr>
                  <p:cNvSpPr/>
                  <p:nvPr/>
                </p:nvSpPr>
                <p:spPr>
                  <a:xfrm>
                    <a:off x="4236860" y="1188228"/>
                    <a:ext cx="84744" cy="59855"/>
                  </a:xfrm>
                  <a:custGeom>
                    <a:avLst/>
                    <a:gdLst>
                      <a:gd name="connsiteX0" fmla="*/ 64623 w 84744"/>
                      <a:gd name="connsiteY0" fmla="*/ 35217 h 59855"/>
                      <a:gd name="connsiteX1" fmla="*/ 51678 w 84744"/>
                      <a:gd name="connsiteY1" fmla="*/ 43729 h 59855"/>
                      <a:gd name="connsiteX2" fmla="*/ 38246 w 84744"/>
                      <a:gd name="connsiteY2" fmla="*/ 52373 h 59855"/>
                      <a:gd name="connsiteX3" fmla="*/ 5795 w 84744"/>
                      <a:gd name="connsiteY3" fmla="*/ 59289 h 59855"/>
                      <a:gd name="connsiteX4" fmla="*/ 165 w 84744"/>
                      <a:gd name="connsiteY4" fmla="*/ 50955 h 59855"/>
                      <a:gd name="connsiteX5" fmla="*/ 19050 w 84744"/>
                      <a:gd name="connsiteY5" fmla="*/ 22938 h 59855"/>
                      <a:gd name="connsiteX6" fmla="*/ 31862 w 84744"/>
                      <a:gd name="connsiteY6" fmla="*/ 13983 h 59855"/>
                      <a:gd name="connsiteX7" fmla="*/ 45472 w 84744"/>
                      <a:gd name="connsiteY7" fmla="*/ 5737 h 59855"/>
                      <a:gd name="connsiteX8" fmla="*/ 79340 w 84744"/>
                      <a:gd name="connsiteY8" fmla="*/ 2146 h 59855"/>
                      <a:gd name="connsiteX9" fmla="*/ 84439 w 84744"/>
                      <a:gd name="connsiteY9" fmla="*/ 10569 h 59855"/>
                      <a:gd name="connsiteX10" fmla="*/ 77479 w 84744"/>
                      <a:gd name="connsiteY10" fmla="*/ 23470 h 59855"/>
                      <a:gd name="connsiteX11" fmla="*/ 64623 w 84744"/>
                      <a:gd name="connsiteY11" fmla="*/ 35217 h 59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4744" h="59855">
                        <a:moveTo>
                          <a:pt x="64623" y="35217"/>
                        </a:moveTo>
                        <a:cubicBezTo>
                          <a:pt x="61564" y="37168"/>
                          <a:pt x="56687" y="40626"/>
                          <a:pt x="51678" y="43729"/>
                        </a:cubicBezTo>
                        <a:cubicBezTo>
                          <a:pt x="46669" y="46965"/>
                          <a:pt x="41659" y="50423"/>
                          <a:pt x="38246" y="52373"/>
                        </a:cubicBezTo>
                        <a:cubicBezTo>
                          <a:pt x="25656" y="60087"/>
                          <a:pt x="16524" y="60619"/>
                          <a:pt x="5795" y="59289"/>
                        </a:cubicBezTo>
                        <a:cubicBezTo>
                          <a:pt x="2072" y="58801"/>
                          <a:pt x="-721" y="54590"/>
                          <a:pt x="165" y="50955"/>
                        </a:cubicBezTo>
                        <a:cubicBezTo>
                          <a:pt x="2781" y="40537"/>
                          <a:pt x="7569" y="31804"/>
                          <a:pt x="19050" y="22938"/>
                        </a:cubicBezTo>
                        <a:cubicBezTo>
                          <a:pt x="22198" y="20632"/>
                          <a:pt x="26897" y="17219"/>
                          <a:pt x="31862" y="13983"/>
                        </a:cubicBezTo>
                        <a:cubicBezTo>
                          <a:pt x="36916" y="10835"/>
                          <a:pt x="41925" y="7688"/>
                          <a:pt x="45472" y="5737"/>
                        </a:cubicBezTo>
                        <a:cubicBezTo>
                          <a:pt x="58948" y="-1489"/>
                          <a:pt x="69011" y="-912"/>
                          <a:pt x="79340" y="2146"/>
                        </a:cubicBezTo>
                        <a:cubicBezTo>
                          <a:pt x="82976" y="3255"/>
                          <a:pt x="85680" y="7378"/>
                          <a:pt x="84439" y="10569"/>
                        </a:cubicBezTo>
                        <a:cubicBezTo>
                          <a:pt x="82621" y="15047"/>
                          <a:pt x="80582" y="19480"/>
                          <a:pt x="77479" y="23470"/>
                        </a:cubicBezTo>
                        <a:cubicBezTo>
                          <a:pt x="74331" y="27415"/>
                          <a:pt x="70297" y="31449"/>
                          <a:pt x="64623" y="3521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41" name="Forme libre : forme 21640">
                    <a:extLst>
                      <a:ext uri="{FF2B5EF4-FFF2-40B4-BE49-F238E27FC236}">
                        <a16:creationId xmlns:a16="http://schemas.microsoft.com/office/drawing/2014/main" id="{747C533A-6E81-4E7C-83BF-337B7B40CB83}"/>
                      </a:ext>
                    </a:extLst>
                  </p:cNvPr>
                  <p:cNvSpPr/>
                  <p:nvPr/>
                </p:nvSpPr>
                <p:spPr>
                  <a:xfrm>
                    <a:off x="4238665" y="1198664"/>
                    <a:ext cx="82588" cy="49393"/>
                  </a:xfrm>
                  <a:custGeom>
                    <a:avLst/>
                    <a:gdLst>
                      <a:gd name="connsiteX0" fmla="*/ 33426 w 82588"/>
                      <a:gd name="connsiteY0" fmla="*/ 28815 h 49393"/>
                      <a:gd name="connsiteX1" fmla="*/ 0 w 82588"/>
                      <a:gd name="connsiteY1" fmla="*/ 46636 h 49393"/>
                      <a:gd name="connsiteX2" fmla="*/ 3901 w 82588"/>
                      <a:gd name="connsiteY2" fmla="*/ 48853 h 49393"/>
                      <a:gd name="connsiteX3" fmla="*/ 9354 w 82588"/>
                      <a:gd name="connsiteY3" fmla="*/ 49340 h 49393"/>
                      <a:gd name="connsiteX4" fmla="*/ 25003 w 82588"/>
                      <a:gd name="connsiteY4" fmla="*/ 47390 h 49393"/>
                      <a:gd name="connsiteX5" fmla="*/ 36351 w 82588"/>
                      <a:gd name="connsiteY5" fmla="*/ 41937 h 49393"/>
                      <a:gd name="connsiteX6" fmla="*/ 40696 w 82588"/>
                      <a:gd name="connsiteY6" fmla="*/ 39233 h 49393"/>
                      <a:gd name="connsiteX7" fmla="*/ 60822 w 82588"/>
                      <a:gd name="connsiteY7" fmla="*/ 25978 h 49393"/>
                      <a:gd name="connsiteX8" fmla="*/ 62728 w 82588"/>
                      <a:gd name="connsiteY8" fmla="*/ 24737 h 49393"/>
                      <a:gd name="connsiteX9" fmla="*/ 72614 w 82588"/>
                      <a:gd name="connsiteY9" fmla="*/ 16447 h 49393"/>
                      <a:gd name="connsiteX10" fmla="*/ 80727 w 82588"/>
                      <a:gd name="connsiteY10" fmla="*/ 4389 h 49393"/>
                      <a:gd name="connsiteX11" fmla="*/ 82544 w 82588"/>
                      <a:gd name="connsiteY11" fmla="*/ 177 h 49393"/>
                      <a:gd name="connsiteX12" fmla="*/ 82589 w 82588"/>
                      <a:gd name="connsiteY12" fmla="*/ 0 h 49393"/>
                      <a:gd name="connsiteX13" fmla="*/ 33426 w 82588"/>
                      <a:gd name="connsiteY13" fmla="*/ 28815 h 49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2588" h="49393">
                        <a:moveTo>
                          <a:pt x="33426" y="28815"/>
                        </a:moveTo>
                        <a:cubicBezTo>
                          <a:pt x="22963" y="36706"/>
                          <a:pt x="11349" y="44730"/>
                          <a:pt x="0" y="46636"/>
                        </a:cubicBezTo>
                        <a:cubicBezTo>
                          <a:pt x="1020" y="47789"/>
                          <a:pt x="2394" y="48631"/>
                          <a:pt x="3901" y="48853"/>
                        </a:cubicBezTo>
                        <a:cubicBezTo>
                          <a:pt x="5763" y="49074"/>
                          <a:pt x="7581" y="49252"/>
                          <a:pt x="9354" y="49340"/>
                        </a:cubicBezTo>
                        <a:cubicBezTo>
                          <a:pt x="14496" y="49562"/>
                          <a:pt x="19506" y="49119"/>
                          <a:pt x="25003" y="47390"/>
                        </a:cubicBezTo>
                        <a:cubicBezTo>
                          <a:pt x="28549" y="46237"/>
                          <a:pt x="32229" y="44420"/>
                          <a:pt x="36351" y="41937"/>
                        </a:cubicBezTo>
                        <a:cubicBezTo>
                          <a:pt x="37593" y="41183"/>
                          <a:pt x="39056" y="40252"/>
                          <a:pt x="40696" y="39233"/>
                        </a:cubicBezTo>
                        <a:cubicBezTo>
                          <a:pt x="46947" y="35021"/>
                          <a:pt x="55502" y="29657"/>
                          <a:pt x="60822" y="25978"/>
                        </a:cubicBezTo>
                        <a:cubicBezTo>
                          <a:pt x="61487" y="25535"/>
                          <a:pt x="62152" y="25091"/>
                          <a:pt x="62728" y="24737"/>
                        </a:cubicBezTo>
                        <a:cubicBezTo>
                          <a:pt x="66762" y="22077"/>
                          <a:pt x="69954" y="19195"/>
                          <a:pt x="72614" y="16447"/>
                        </a:cubicBezTo>
                        <a:cubicBezTo>
                          <a:pt x="76205" y="12767"/>
                          <a:pt x="78687" y="8644"/>
                          <a:pt x="80727" y="4389"/>
                        </a:cubicBezTo>
                        <a:cubicBezTo>
                          <a:pt x="81392" y="3059"/>
                          <a:pt x="81968" y="1640"/>
                          <a:pt x="82544" y="177"/>
                        </a:cubicBezTo>
                        <a:lnTo>
                          <a:pt x="82589" y="0"/>
                        </a:lnTo>
                        <a:cubicBezTo>
                          <a:pt x="65344" y="7137"/>
                          <a:pt x="48321" y="17511"/>
                          <a:pt x="33426" y="2881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42" name="Forme libre : forme 21641">
                    <a:extLst>
                      <a:ext uri="{FF2B5EF4-FFF2-40B4-BE49-F238E27FC236}">
                        <a16:creationId xmlns:a16="http://schemas.microsoft.com/office/drawing/2014/main" id="{AC275A15-904F-4A58-9022-332518FDB3C0}"/>
                      </a:ext>
                    </a:extLst>
                  </p:cNvPr>
                  <p:cNvSpPr/>
                  <p:nvPr/>
                </p:nvSpPr>
                <p:spPr>
                  <a:xfrm>
                    <a:off x="4265604" y="1201470"/>
                    <a:ext cx="38918" cy="25732"/>
                  </a:xfrm>
                  <a:custGeom>
                    <a:avLst/>
                    <a:gdLst>
                      <a:gd name="connsiteX0" fmla="*/ 38671 w 38918"/>
                      <a:gd name="connsiteY0" fmla="*/ 1140 h 25732"/>
                      <a:gd name="connsiteX1" fmla="*/ 21737 w 38918"/>
                      <a:gd name="connsiteY1" fmla="*/ 17941 h 25732"/>
                      <a:gd name="connsiteX2" fmla="*/ 458 w 38918"/>
                      <a:gd name="connsiteY2" fmla="*/ 24546 h 25732"/>
                      <a:gd name="connsiteX3" fmla="*/ 15442 w 38918"/>
                      <a:gd name="connsiteY3" fmla="*/ 8277 h 25732"/>
                      <a:gd name="connsiteX4" fmla="*/ 38671 w 38918"/>
                      <a:gd name="connsiteY4" fmla="*/ 1140 h 25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18" h="25732">
                        <a:moveTo>
                          <a:pt x="38671" y="1140"/>
                        </a:moveTo>
                        <a:cubicBezTo>
                          <a:pt x="40977" y="5218"/>
                          <a:pt x="26525" y="14527"/>
                          <a:pt x="21737" y="17941"/>
                        </a:cubicBezTo>
                        <a:cubicBezTo>
                          <a:pt x="16772" y="20955"/>
                          <a:pt x="3561" y="28669"/>
                          <a:pt x="458" y="24546"/>
                        </a:cubicBezTo>
                        <a:cubicBezTo>
                          <a:pt x="-2601" y="20468"/>
                          <a:pt x="10477" y="10981"/>
                          <a:pt x="15442" y="8277"/>
                        </a:cubicBezTo>
                        <a:cubicBezTo>
                          <a:pt x="20185" y="5174"/>
                          <a:pt x="36322" y="-2983"/>
                          <a:pt x="38671" y="114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43" name="Forme libre : forme 21642">
                    <a:extLst>
                      <a:ext uri="{FF2B5EF4-FFF2-40B4-BE49-F238E27FC236}">
                        <a16:creationId xmlns:a16="http://schemas.microsoft.com/office/drawing/2014/main" id="{662E4029-0D29-4662-A8A1-727655F31A19}"/>
                      </a:ext>
                    </a:extLst>
                  </p:cNvPr>
                  <p:cNvSpPr/>
                  <p:nvPr/>
                </p:nvSpPr>
                <p:spPr>
                  <a:xfrm>
                    <a:off x="4265301" y="1213648"/>
                    <a:ext cx="29930" cy="13365"/>
                  </a:xfrm>
                  <a:custGeom>
                    <a:avLst/>
                    <a:gdLst>
                      <a:gd name="connsiteX0" fmla="*/ 6036 w 29930"/>
                      <a:gd name="connsiteY0" fmla="*/ 3192 h 13365"/>
                      <a:gd name="connsiteX1" fmla="*/ 672 w 29930"/>
                      <a:gd name="connsiteY1" fmla="*/ 12457 h 13365"/>
                      <a:gd name="connsiteX2" fmla="*/ 22350 w 29930"/>
                      <a:gd name="connsiteY2" fmla="*/ 5630 h 13365"/>
                      <a:gd name="connsiteX3" fmla="*/ 29931 w 29930"/>
                      <a:gd name="connsiteY3" fmla="*/ 0 h 13365"/>
                      <a:gd name="connsiteX4" fmla="*/ 25453 w 29930"/>
                      <a:gd name="connsiteY4" fmla="*/ 2350 h 13365"/>
                      <a:gd name="connsiteX5" fmla="*/ 6036 w 29930"/>
                      <a:gd name="connsiteY5" fmla="*/ 3192 h 13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30" h="13365">
                        <a:moveTo>
                          <a:pt x="6036" y="3192"/>
                        </a:moveTo>
                        <a:cubicBezTo>
                          <a:pt x="4174" y="5541"/>
                          <a:pt x="-2032" y="10418"/>
                          <a:pt x="672" y="12457"/>
                        </a:cubicBezTo>
                        <a:cubicBezTo>
                          <a:pt x="5017" y="15738"/>
                          <a:pt x="16055" y="9354"/>
                          <a:pt x="22350" y="5630"/>
                        </a:cubicBezTo>
                        <a:cubicBezTo>
                          <a:pt x="24167" y="4522"/>
                          <a:pt x="28024" y="1507"/>
                          <a:pt x="29931" y="0"/>
                        </a:cubicBezTo>
                        <a:cubicBezTo>
                          <a:pt x="28689" y="621"/>
                          <a:pt x="26694" y="1862"/>
                          <a:pt x="25453" y="2350"/>
                        </a:cubicBezTo>
                        <a:cubicBezTo>
                          <a:pt x="18271" y="4876"/>
                          <a:pt x="9494" y="7536"/>
                          <a:pt x="6036" y="319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44" name="Forme libre : forme 21643">
                    <a:extLst>
                      <a:ext uri="{FF2B5EF4-FFF2-40B4-BE49-F238E27FC236}">
                        <a16:creationId xmlns:a16="http://schemas.microsoft.com/office/drawing/2014/main" id="{63AF354F-7C24-4ABA-AC88-23B5A1530410}"/>
                      </a:ext>
                    </a:extLst>
                  </p:cNvPr>
                  <p:cNvSpPr/>
                  <p:nvPr/>
                </p:nvSpPr>
                <p:spPr>
                  <a:xfrm>
                    <a:off x="4268281" y="1201075"/>
                    <a:ext cx="38800" cy="25869"/>
                  </a:xfrm>
                  <a:custGeom>
                    <a:avLst/>
                    <a:gdLst>
                      <a:gd name="connsiteX0" fmla="*/ 38742 w 38800"/>
                      <a:gd name="connsiteY0" fmla="*/ 1491 h 25869"/>
                      <a:gd name="connsiteX1" fmla="*/ 37146 w 38800"/>
                      <a:gd name="connsiteY1" fmla="*/ 5525 h 25869"/>
                      <a:gd name="connsiteX2" fmla="*/ 32447 w 38800"/>
                      <a:gd name="connsiteY2" fmla="*/ 10313 h 25869"/>
                      <a:gd name="connsiteX3" fmla="*/ 21631 w 38800"/>
                      <a:gd name="connsiteY3" fmla="*/ 18337 h 25869"/>
                      <a:gd name="connsiteX4" fmla="*/ 10370 w 38800"/>
                      <a:gd name="connsiteY4" fmla="*/ 24233 h 25869"/>
                      <a:gd name="connsiteX5" fmla="*/ 529 w 38800"/>
                      <a:gd name="connsiteY5" fmla="*/ 24676 h 25869"/>
                      <a:gd name="connsiteX6" fmla="*/ 4962 w 38800"/>
                      <a:gd name="connsiteY6" fmla="*/ 16031 h 25869"/>
                      <a:gd name="connsiteX7" fmla="*/ 15469 w 38800"/>
                      <a:gd name="connsiteY7" fmla="*/ 8539 h 25869"/>
                      <a:gd name="connsiteX8" fmla="*/ 38742 w 38800"/>
                      <a:gd name="connsiteY8" fmla="*/ 1491 h 25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800" h="25869">
                        <a:moveTo>
                          <a:pt x="38742" y="1491"/>
                        </a:moveTo>
                        <a:cubicBezTo>
                          <a:pt x="39008" y="2688"/>
                          <a:pt x="38343" y="4062"/>
                          <a:pt x="37146" y="5525"/>
                        </a:cubicBezTo>
                        <a:cubicBezTo>
                          <a:pt x="35994" y="7077"/>
                          <a:pt x="34309" y="8717"/>
                          <a:pt x="32447" y="10313"/>
                        </a:cubicBezTo>
                        <a:cubicBezTo>
                          <a:pt x="28679" y="13460"/>
                          <a:pt x="24202" y="16475"/>
                          <a:pt x="21631" y="18337"/>
                        </a:cubicBezTo>
                        <a:cubicBezTo>
                          <a:pt x="19059" y="20154"/>
                          <a:pt x="14538" y="22504"/>
                          <a:pt x="10370" y="24233"/>
                        </a:cubicBezTo>
                        <a:cubicBezTo>
                          <a:pt x="6203" y="25917"/>
                          <a:pt x="2214" y="26671"/>
                          <a:pt x="529" y="24676"/>
                        </a:cubicBezTo>
                        <a:cubicBezTo>
                          <a:pt x="-1156" y="22681"/>
                          <a:pt x="1416" y="19312"/>
                          <a:pt x="4962" y="16031"/>
                        </a:cubicBezTo>
                        <a:cubicBezTo>
                          <a:pt x="8553" y="12795"/>
                          <a:pt x="13252" y="9914"/>
                          <a:pt x="15469" y="8539"/>
                        </a:cubicBezTo>
                        <a:cubicBezTo>
                          <a:pt x="19724" y="5614"/>
                          <a:pt x="37723" y="-3563"/>
                          <a:pt x="38742" y="149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45" name="Forme libre : forme 21644">
                    <a:extLst>
                      <a:ext uri="{FF2B5EF4-FFF2-40B4-BE49-F238E27FC236}">
                        <a16:creationId xmlns:a16="http://schemas.microsoft.com/office/drawing/2014/main" id="{C340371C-970C-4C47-8967-B8C8583ED263}"/>
                      </a:ext>
                    </a:extLst>
                  </p:cNvPr>
                  <p:cNvSpPr/>
                  <p:nvPr/>
                </p:nvSpPr>
                <p:spPr>
                  <a:xfrm>
                    <a:off x="4247114" y="1212387"/>
                    <a:ext cx="52127" cy="27413"/>
                  </a:xfrm>
                  <a:custGeom>
                    <a:avLst/>
                    <a:gdLst>
                      <a:gd name="connsiteX0" fmla="*/ 2191 w 52127"/>
                      <a:gd name="connsiteY0" fmla="*/ 25865 h 27413"/>
                      <a:gd name="connsiteX1" fmla="*/ 10082 w 52127"/>
                      <a:gd name="connsiteY1" fmla="*/ 27195 h 27413"/>
                      <a:gd name="connsiteX2" fmla="*/ 31006 w 52127"/>
                      <a:gd name="connsiteY2" fmla="*/ 22008 h 27413"/>
                      <a:gd name="connsiteX3" fmla="*/ 48073 w 52127"/>
                      <a:gd name="connsiteY3" fmla="*/ 9684 h 27413"/>
                      <a:gd name="connsiteX4" fmla="*/ 51132 w 52127"/>
                      <a:gd name="connsiteY4" fmla="*/ 419 h 27413"/>
                      <a:gd name="connsiteX5" fmla="*/ 43862 w 52127"/>
                      <a:gd name="connsiteY5" fmla="*/ 1571 h 27413"/>
                      <a:gd name="connsiteX6" fmla="*/ 24356 w 52127"/>
                      <a:gd name="connsiteY6" fmla="*/ 6271 h 27413"/>
                      <a:gd name="connsiteX7" fmla="*/ 5072 w 52127"/>
                      <a:gd name="connsiteY7" fmla="*/ 12211 h 27413"/>
                      <a:gd name="connsiteX8" fmla="*/ 2191 w 52127"/>
                      <a:gd name="connsiteY8" fmla="*/ 25865 h 27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127" h="27413">
                        <a:moveTo>
                          <a:pt x="2191" y="25865"/>
                        </a:moveTo>
                        <a:cubicBezTo>
                          <a:pt x="4851" y="27505"/>
                          <a:pt x="6314" y="27638"/>
                          <a:pt x="10082" y="27195"/>
                        </a:cubicBezTo>
                        <a:cubicBezTo>
                          <a:pt x="17308" y="26397"/>
                          <a:pt x="23159" y="25687"/>
                          <a:pt x="31006" y="22008"/>
                        </a:cubicBezTo>
                        <a:cubicBezTo>
                          <a:pt x="37434" y="18772"/>
                          <a:pt x="43951" y="14294"/>
                          <a:pt x="48073" y="9684"/>
                        </a:cubicBezTo>
                        <a:cubicBezTo>
                          <a:pt x="51132" y="6271"/>
                          <a:pt x="53570" y="2325"/>
                          <a:pt x="51132" y="419"/>
                        </a:cubicBezTo>
                        <a:cubicBezTo>
                          <a:pt x="49669" y="-734"/>
                          <a:pt x="46566" y="774"/>
                          <a:pt x="43862" y="1571"/>
                        </a:cubicBezTo>
                        <a:cubicBezTo>
                          <a:pt x="37478" y="3478"/>
                          <a:pt x="31272" y="5340"/>
                          <a:pt x="24356" y="6271"/>
                        </a:cubicBezTo>
                        <a:cubicBezTo>
                          <a:pt x="18460" y="7024"/>
                          <a:pt x="11146" y="6758"/>
                          <a:pt x="5072" y="12211"/>
                        </a:cubicBezTo>
                        <a:cubicBezTo>
                          <a:pt x="-469" y="16999"/>
                          <a:pt x="-1533" y="23560"/>
                          <a:pt x="2191" y="2586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46" name="Forme libre : forme 21645">
                    <a:extLst>
                      <a:ext uri="{FF2B5EF4-FFF2-40B4-BE49-F238E27FC236}">
                        <a16:creationId xmlns:a16="http://schemas.microsoft.com/office/drawing/2014/main" id="{0E4CDEE5-0E69-445A-B982-FBE5CFB3525E}"/>
                      </a:ext>
                    </a:extLst>
                  </p:cNvPr>
                  <p:cNvSpPr/>
                  <p:nvPr/>
                </p:nvSpPr>
                <p:spPr>
                  <a:xfrm>
                    <a:off x="4255230" y="1214405"/>
                    <a:ext cx="13719" cy="13789"/>
                  </a:xfrm>
                  <a:custGeom>
                    <a:avLst/>
                    <a:gdLst>
                      <a:gd name="connsiteX0" fmla="*/ 724 w 13719"/>
                      <a:gd name="connsiteY0" fmla="*/ 11346 h 13789"/>
                      <a:gd name="connsiteX1" fmla="*/ 15 w 13719"/>
                      <a:gd name="connsiteY1" fmla="*/ 13341 h 13789"/>
                      <a:gd name="connsiteX2" fmla="*/ 1788 w 13719"/>
                      <a:gd name="connsiteY2" fmla="*/ 13474 h 13789"/>
                      <a:gd name="connsiteX3" fmla="*/ 4537 w 13719"/>
                      <a:gd name="connsiteY3" fmla="*/ 11567 h 13789"/>
                      <a:gd name="connsiteX4" fmla="*/ 10743 w 13719"/>
                      <a:gd name="connsiteY4" fmla="*/ 6115 h 13789"/>
                      <a:gd name="connsiteX5" fmla="*/ 12782 w 13719"/>
                      <a:gd name="connsiteY5" fmla="*/ 3854 h 13789"/>
                      <a:gd name="connsiteX6" fmla="*/ 9103 w 13719"/>
                      <a:gd name="connsiteY6" fmla="*/ 1593 h 13789"/>
                      <a:gd name="connsiteX7" fmla="*/ 724 w 13719"/>
                      <a:gd name="connsiteY7" fmla="*/ 11346 h 13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719" h="13789">
                        <a:moveTo>
                          <a:pt x="724" y="11346"/>
                        </a:moveTo>
                        <a:cubicBezTo>
                          <a:pt x="237" y="12144"/>
                          <a:pt x="-74" y="12720"/>
                          <a:pt x="15" y="13341"/>
                        </a:cubicBezTo>
                        <a:cubicBezTo>
                          <a:pt x="104" y="13961"/>
                          <a:pt x="902" y="13873"/>
                          <a:pt x="1788" y="13474"/>
                        </a:cubicBezTo>
                        <a:cubicBezTo>
                          <a:pt x="2631" y="13075"/>
                          <a:pt x="3739" y="12277"/>
                          <a:pt x="4537" y="11567"/>
                        </a:cubicBezTo>
                        <a:cubicBezTo>
                          <a:pt x="6620" y="9794"/>
                          <a:pt x="8881" y="7977"/>
                          <a:pt x="10743" y="6115"/>
                        </a:cubicBezTo>
                        <a:cubicBezTo>
                          <a:pt x="11497" y="5361"/>
                          <a:pt x="12295" y="4652"/>
                          <a:pt x="12782" y="3854"/>
                        </a:cubicBezTo>
                        <a:cubicBezTo>
                          <a:pt x="14866" y="529"/>
                          <a:pt x="13403" y="-1643"/>
                          <a:pt x="9103" y="1593"/>
                        </a:cubicBezTo>
                        <a:cubicBezTo>
                          <a:pt x="5778" y="4075"/>
                          <a:pt x="2631" y="8110"/>
                          <a:pt x="724" y="1134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47" name="Forme libre : forme 21646">
                    <a:extLst>
                      <a:ext uri="{FF2B5EF4-FFF2-40B4-BE49-F238E27FC236}">
                        <a16:creationId xmlns:a16="http://schemas.microsoft.com/office/drawing/2014/main" id="{20CB4133-2EE6-4785-AF41-242AFEF8ADCB}"/>
                      </a:ext>
                    </a:extLst>
                  </p:cNvPr>
                  <p:cNvSpPr/>
                  <p:nvPr/>
                </p:nvSpPr>
                <p:spPr>
                  <a:xfrm>
                    <a:off x="4301970" y="1198132"/>
                    <a:ext cx="17643" cy="24116"/>
                  </a:xfrm>
                  <a:custGeom>
                    <a:avLst/>
                    <a:gdLst>
                      <a:gd name="connsiteX0" fmla="*/ 17644 w 17643"/>
                      <a:gd name="connsiteY0" fmla="*/ 0 h 24116"/>
                      <a:gd name="connsiteX1" fmla="*/ 0 w 17643"/>
                      <a:gd name="connsiteY1" fmla="*/ 24116 h 24116"/>
                      <a:gd name="connsiteX2" fmla="*/ 17644 w 17643"/>
                      <a:gd name="connsiteY2" fmla="*/ 0 h 24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643" h="24116">
                        <a:moveTo>
                          <a:pt x="17644" y="0"/>
                        </a:moveTo>
                        <a:cubicBezTo>
                          <a:pt x="16580" y="7403"/>
                          <a:pt x="6251" y="17422"/>
                          <a:pt x="0" y="24116"/>
                        </a:cubicBezTo>
                        <a:cubicBezTo>
                          <a:pt x="6827" y="16934"/>
                          <a:pt x="13078" y="7359"/>
                          <a:pt x="176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48" name="Forme libre : forme 21647">
                    <a:extLst>
                      <a:ext uri="{FF2B5EF4-FFF2-40B4-BE49-F238E27FC236}">
                        <a16:creationId xmlns:a16="http://schemas.microsoft.com/office/drawing/2014/main" id="{AEDBF8AF-6157-4BAF-915B-D3A69C93837D}"/>
                      </a:ext>
                    </a:extLst>
                  </p:cNvPr>
                  <p:cNvSpPr/>
                  <p:nvPr/>
                </p:nvSpPr>
                <p:spPr>
                  <a:xfrm>
                    <a:off x="4238000" y="1211476"/>
                    <a:ext cx="19416" cy="28061"/>
                  </a:xfrm>
                  <a:custGeom>
                    <a:avLst/>
                    <a:gdLst>
                      <a:gd name="connsiteX0" fmla="*/ 19417 w 19416"/>
                      <a:gd name="connsiteY0" fmla="*/ 0 h 28061"/>
                      <a:gd name="connsiteX1" fmla="*/ 0 w 19416"/>
                      <a:gd name="connsiteY1" fmla="*/ 28061 h 28061"/>
                      <a:gd name="connsiteX2" fmla="*/ 19417 w 19416"/>
                      <a:gd name="connsiteY2" fmla="*/ 0 h 28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416" h="28061">
                        <a:moveTo>
                          <a:pt x="19417" y="0"/>
                        </a:moveTo>
                        <a:cubicBezTo>
                          <a:pt x="9265" y="7891"/>
                          <a:pt x="3281" y="18663"/>
                          <a:pt x="0" y="28061"/>
                        </a:cubicBezTo>
                        <a:cubicBezTo>
                          <a:pt x="2660" y="19151"/>
                          <a:pt x="11659" y="7935"/>
                          <a:pt x="1941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49" name="Forme libre : forme 21648">
                    <a:extLst>
                      <a:ext uri="{FF2B5EF4-FFF2-40B4-BE49-F238E27FC236}">
                        <a16:creationId xmlns:a16="http://schemas.microsoft.com/office/drawing/2014/main" id="{CB9ECC0A-9297-470A-9CF0-5F7785E9F3A2}"/>
                      </a:ext>
                    </a:extLst>
                  </p:cNvPr>
                  <p:cNvSpPr/>
                  <p:nvPr/>
                </p:nvSpPr>
                <p:spPr>
                  <a:xfrm>
                    <a:off x="4279582" y="1205704"/>
                    <a:ext cx="15075" cy="8339"/>
                  </a:xfrm>
                  <a:custGeom>
                    <a:avLst/>
                    <a:gdLst>
                      <a:gd name="connsiteX0" fmla="*/ 15074 w 15075"/>
                      <a:gd name="connsiteY0" fmla="*/ 719 h 8339"/>
                      <a:gd name="connsiteX1" fmla="*/ 7050 w 15075"/>
                      <a:gd name="connsiteY1" fmla="*/ 6349 h 8339"/>
                      <a:gd name="connsiteX2" fmla="*/ 1 w 15075"/>
                      <a:gd name="connsiteY2" fmla="*/ 7502 h 8339"/>
                      <a:gd name="connsiteX3" fmla="*/ 7493 w 15075"/>
                      <a:gd name="connsiteY3" fmla="*/ 2049 h 8339"/>
                      <a:gd name="connsiteX4" fmla="*/ 15074 w 15075"/>
                      <a:gd name="connsiteY4" fmla="*/ 719 h 8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75" h="8339">
                        <a:moveTo>
                          <a:pt x="15074" y="719"/>
                        </a:moveTo>
                        <a:cubicBezTo>
                          <a:pt x="14941" y="2625"/>
                          <a:pt x="8867" y="5374"/>
                          <a:pt x="7050" y="6349"/>
                        </a:cubicBezTo>
                        <a:cubicBezTo>
                          <a:pt x="5232" y="7235"/>
                          <a:pt x="-88" y="9585"/>
                          <a:pt x="1" y="7502"/>
                        </a:cubicBezTo>
                        <a:cubicBezTo>
                          <a:pt x="134" y="5418"/>
                          <a:pt x="5764" y="2847"/>
                          <a:pt x="7493" y="2049"/>
                        </a:cubicBezTo>
                        <a:cubicBezTo>
                          <a:pt x="9222" y="1206"/>
                          <a:pt x="15207" y="-1187"/>
                          <a:pt x="15074" y="71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50" name="Forme libre : forme 21649">
                    <a:extLst>
                      <a:ext uri="{FF2B5EF4-FFF2-40B4-BE49-F238E27FC236}">
                        <a16:creationId xmlns:a16="http://schemas.microsoft.com/office/drawing/2014/main" id="{74F3B353-EC99-4718-B1F0-C5CEDE600308}"/>
                      </a:ext>
                    </a:extLst>
                  </p:cNvPr>
                  <p:cNvSpPr/>
                  <p:nvPr/>
                </p:nvSpPr>
                <p:spPr>
                  <a:xfrm>
                    <a:off x="4292476" y="1204618"/>
                    <a:ext cx="4312" cy="2723"/>
                  </a:xfrm>
                  <a:custGeom>
                    <a:avLst/>
                    <a:gdLst>
                      <a:gd name="connsiteX0" fmla="*/ 4219 w 4312"/>
                      <a:gd name="connsiteY0" fmla="*/ 164 h 2723"/>
                      <a:gd name="connsiteX1" fmla="*/ 2711 w 4312"/>
                      <a:gd name="connsiteY1" fmla="*/ 1938 h 2723"/>
                      <a:gd name="connsiteX2" fmla="*/ 96 w 4312"/>
                      <a:gd name="connsiteY2" fmla="*/ 2558 h 2723"/>
                      <a:gd name="connsiteX3" fmla="*/ 1559 w 4312"/>
                      <a:gd name="connsiteY3" fmla="*/ 830 h 2723"/>
                      <a:gd name="connsiteX4" fmla="*/ 4219 w 4312"/>
                      <a:gd name="connsiteY4" fmla="*/ 164 h 2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2" h="2723">
                        <a:moveTo>
                          <a:pt x="4219" y="164"/>
                        </a:moveTo>
                        <a:cubicBezTo>
                          <a:pt x="4662" y="652"/>
                          <a:pt x="3421" y="1539"/>
                          <a:pt x="2711" y="1938"/>
                        </a:cubicBezTo>
                        <a:cubicBezTo>
                          <a:pt x="2002" y="2337"/>
                          <a:pt x="584" y="3046"/>
                          <a:pt x="96" y="2558"/>
                        </a:cubicBezTo>
                        <a:cubicBezTo>
                          <a:pt x="-347" y="2071"/>
                          <a:pt x="850" y="1228"/>
                          <a:pt x="1559" y="830"/>
                        </a:cubicBezTo>
                        <a:cubicBezTo>
                          <a:pt x="2224" y="386"/>
                          <a:pt x="3731" y="-323"/>
                          <a:pt x="4219" y="1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51" name="Forme libre : forme 21650">
                    <a:extLst>
                      <a:ext uri="{FF2B5EF4-FFF2-40B4-BE49-F238E27FC236}">
                        <a16:creationId xmlns:a16="http://schemas.microsoft.com/office/drawing/2014/main" id="{C8D98AF3-F9B9-4F3B-902B-3DD418120755}"/>
                      </a:ext>
                    </a:extLst>
                  </p:cNvPr>
                  <p:cNvSpPr/>
                  <p:nvPr/>
                </p:nvSpPr>
                <p:spPr>
                  <a:xfrm>
                    <a:off x="4274191" y="1192973"/>
                    <a:ext cx="42412" cy="13314"/>
                  </a:xfrm>
                  <a:custGeom>
                    <a:avLst/>
                    <a:gdLst>
                      <a:gd name="connsiteX0" fmla="*/ 29641 w 42412"/>
                      <a:gd name="connsiteY0" fmla="*/ 416 h 13314"/>
                      <a:gd name="connsiteX1" fmla="*/ 41788 w 42412"/>
                      <a:gd name="connsiteY1" fmla="*/ 2145 h 13314"/>
                      <a:gd name="connsiteX2" fmla="*/ 40281 w 42412"/>
                      <a:gd name="connsiteY2" fmla="*/ 5825 h 13314"/>
                      <a:gd name="connsiteX3" fmla="*/ 35183 w 42412"/>
                      <a:gd name="connsiteY3" fmla="*/ 6578 h 13314"/>
                      <a:gd name="connsiteX4" fmla="*/ 27380 w 42412"/>
                      <a:gd name="connsiteY4" fmla="*/ 6711 h 13314"/>
                      <a:gd name="connsiteX5" fmla="*/ 19312 w 42412"/>
                      <a:gd name="connsiteY5" fmla="*/ 8130 h 13314"/>
                      <a:gd name="connsiteX6" fmla="*/ 28 w 42412"/>
                      <a:gd name="connsiteY6" fmla="*/ 11809 h 13314"/>
                      <a:gd name="connsiteX7" fmla="*/ 7697 w 42412"/>
                      <a:gd name="connsiteY7" fmla="*/ 4672 h 13314"/>
                      <a:gd name="connsiteX8" fmla="*/ 18470 w 42412"/>
                      <a:gd name="connsiteY8" fmla="*/ 549 h 13314"/>
                      <a:gd name="connsiteX9" fmla="*/ 29641 w 42412"/>
                      <a:gd name="connsiteY9" fmla="*/ 416 h 1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412" h="13314">
                        <a:moveTo>
                          <a:pt x="29641" y="416"/>
                        </a:moveTo>
                        <a:cubicBezTo>
                          <a:pt x="34651" y="416"/>
                          <a:pt x="38197" y="327"/>
                          <a:pt x="41788" y="2145"/>
                        </a:cubicBezTo>
                        <a:cubicBezTo>
                          <a:pt x="43118" y="2854"/>
                          <a:pt x="42187" y="4761"/>
                          <a:pt x="40281" y="5825"/>
                        </a:cubicBezTo>
                        <a:cubicBezTo>
                          <a:pt x="38374" y="6800"/>
                          <a:pt x="36823" y="6667"/>
                          <a:pt x="35183" y="6578"/>
                        </a:cubicBezTo>
                        <a:cubicBezTo>
                          <a:pt x="32656" y="6445"/>
                          <a:pt x="30040" y="6490"/>
                          <a:pt x="27380" y="6711"/>
                        </a:cubicBezTo>
                        <a:cubicBezTo>
                          <a:pt x="24809" y="7066"/>
                          <a:pt x="22149" y="7553"/>
                          <a:pt x="19312" y="8130"/>
                        </a:cubicBezTo>
                        <a:cubicBezTo>
                          <a:pt x="15677" y="8617"/>
                          <a:pt x="-770" y="16553"/>
                          <a:pt x="28" y="11809"/>
                        </a:cubicBezTo>
                        <a:cubicBezTo>
                          <a:pt x="427" y="9415"/>
                          <a:pt x="3841" y="6800"/>
                          <a:pt x="7697" y="4672"/>
                        </a:cubicBezTo>
                        <a:cubicBezTo>
                          <a:pt x="11643" y="2588"/>
                          <a:pt x="16120" y="1081"/>
                          <a:pt x="18470" y="549"/>
                        </a:cubicBezTo>
                        <a:cubicBezTo>
                          <a:pt x="23213" y="-603"/>
                          <a:pt x="25829" y="416"/>
                          <a:pt x="29641" y="41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33" name="Graphique 2">
                  <a:extLst>
                    <a:ext uri="{FF2B5EF4-FFF2-40B4-BE49-F238E27FC236}">
                      <a16:creationId xmlns:a16="http://schemas.microsoft.com/office/drawing/2014/main" id="{47840144-09E0-4DD2-BB7D-3844EFC8EA1A}"/>
                    </a:ext>
                  </a:extLst>
                </p:cNvPr>
                <p:cNvGrpSpPr/>
                <p:nvPr/>
              </p:nvGrpSpPr>
              <p:grpSpPr>
                <a:xfrm>
                  <a:off x="4320368" y="1161509"/>
                  <a:ext cx="95518" cy="42028"/>
                  <a:chOff x="4320368" y="1161509"/>
                  <a:chExt cx="95518" cy="42028"/>
                </a:xfrm>
                <a:solidFill>
                  <a:schemeClr val="accent1"/>
                </a:solidFill>
              </p:grpSpPr>
              <p:sp>
                <p:nvSpPr>
                  <p:cNvPr id="21628" name="Forme libre : forme 21627">
                    <a:extLst>
                      <a:ext uri="{FF2B5EF4-FFF2-40B4-BE49-F238E27FC236}">
                        <a16:creationId xmlns:a16="http://schemas.microsoft.com/office/drawing/2014/main" id="{48A99D45-51AB-45FD-9C0F-440BE611F1F0}"/>
                      </a:ext>
                    </a:extLst>
                  </p:cNvPr>
                  <p:cNvSpPr/>
                  <p:nvPr/>
                </p:nvSpPr>
                <p:spPr>
                  <a:xfrm>
                    <a:off x="4320368" y="1161509"/>
                    <a:ext cx="95518" cy="42028"/>
                  </a:xfrm>
                  <a:custGeom>
                    <a:avLst/>
                    <a:gdLst>
                      <a:gd name="connsiteX0" fmla="*/ 66718 w 95518"/>
                      <a:gd name="connsiteY0" fmla="*/ 34806 h 42028"/>
                      <a:gd name="connsiteX1" fmla="*/ 36085 w 95518"/>
                      <a:gd name="connsiteY1" fmla="*/ 40968 h 42028"/>
                      <a:gd name="connsiteX2" fmla="*/ 18220 w 95518"/>
                      <a:gd name="connsiteY2" fmla="*/ 41411 h 42028"/>
                      <a:gd name="connsiteX3" fmla="*/ 10861 w 95518"/>
                      <a:gd name="connsiteY3" fmla="*/ 39416 h 42028"/>
                      <a:gd name="connsiteX4" fmla="*/ 3856 w 95518"/>
                      <a:gd name="connsiteY4" fmla="*/ 36535 h 42028"/>
                      <a:gd name="connsiteX5" fmla="*/ 886 w 95518"/>
                      <a:gd name="connsiteY5" fmla="*/ 26959 h 42028"/>
                      <a:gd name="connsiteX6" fmla="*/ 11703 w 95518"/>
                      <a:gd name="connsiteY6" fmla="*/ 14857 h 42028"/>
                      <a:gd name="connsiteX7" fmla="*/ 28726 w 95518"/>
                      <a:gd name="connsiteY7" fmla="*/ 6656 h 42028"/>
                      <a:gd name="connsiteX8" fmla="*/ 59846 w 95518"/>
                      <a:gd name="connsiteY8" fmla="*/ 405 h 42028"/>
                      <a:gd name="connsiteX9" fmla="*/ 92297 w 95518"/>
                      <a:gd name="connsiteY9" fmla="*/ 9182 h 42028"/>
                      <a:gd name="connsiteX10" fmla="*/ 94424 w 95518"/>
                      <a:gd name="connsiteY10" fmla="*/ 18758 h 42028"/>
                      <a:gd name="connsiteX11" fmla="*/ 66718 w 95518"/>
                      <a:gd name="connsiteY11" fmla="*/ 34806 h 42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5518" h="42028">
                        <a:moveTo>
                          <a:pt x="66718" y="34806"/>
                        </a:moveTo>
                        <a:cubicBezTo>
                          <a:pt x="59359" y="36269"/>
                          <a:pt x="43710" y="39460"/>
                          <a:pt x="36085" y="40968"/>
                        </a:cubicBezTo>
                        <a:cubicBezTo>
                          <a:pt x="28948" y="42298"/>
                          <a:pt x="23318" y="42298"/>
                          <a:pt x="18220" y="41411"/>
                        </a:cubicBezTo>
                        <a:cubicBezTo>
                          <a:pt x="15648" y="40923"/>
                          <a:pt x="13254" y="40303"/>
                          <a:pt x="10861" y="39416"/>
                        </a:cubicBezTo>
                        <a:cubicBezTo>
                          <a:pt x="8511" y="38574"/>
                          <a:pt x="6295" y="37643"/>
                          <a:pt x="3856" y="36535"/>
                        </a:cubicBezTo>
                        <a:cubicBezTo>
                          <a:pt x="532" y="35027"/>
                          <a:pt x="-1153" y="30195"/>
                          <a:pt x="886" y="26959"/>
                        </a:cubicBezTo>
                        <a:cubicBezTo>
                          <a:pt x="3812" y="22127"/>
                          <a:pt x="7270" y="18226"/>
                          <a:pt x="11703" y="14857"/>
                        </a:cubicBezTo>
                        <a:cubicBezTo>
                          <a:pt x="16136" y="11488"/>
                          <a:pt x="21633" y="8739"/>
                          <a:pt x="28726" y="6656"/>
                        </a:cubicBezTo>
                        <a:cubicBezTo>
                          <a:pt x="36262" y="4350"/>
                          <a:pt x="51822" y="1291"/>
                          <a:pt x="59846" y="405"/>
                        </a:cubicBezTo>
                        <a:cubicBezTo>
                          <a:pt x="74919" y="-1368"/>
                          <a:pt x="83741" y="2887"/>
                          <a:pt x="92297" y="9182"/>
                        </a:cubicBezTo>
                        <a:cubicBezTo>
                          <a:pt x="95267" y="11355"/>
                          <a:pt x="96641" y="16098"/>
                          <a:pt x="94424" y="18758"/>
                        </a:cubicBezTo>
                        <a:cubicBezTo>
                          <a:pt x="87996" y="26516"/>
                          <a:pt x="80239" y="31791"/>
                          <a:pt x="66718" y="3480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29" name="Forme libre : forme 21628">
                    <a:extLst>
                      <a:ext uri="{FF2B5EF4-FFF2-40B4-BE49-F238E27FC236}">
                        <a16:creationId xmlns:a16="http://schemas.microsoft.com/office/drawing/2014/main" id="{1E8880FF-F3DB-49DC-B751-758AD82D6E22}"/>
                      </a:ext>
                    </a:extLst>
                  </p:cNvPr>
                  <p:cNvSpPr/>
                  <p:nvPr/>
                </p:nvSpPr>
                <p:spPr>
                  <a:xfrm>
                    <a:off x="4321077" y="1180045"/>
                    <a:ext cx="93804" cy="23392"/>
                  </a:xfrm>
                  <a:custGeom>
                    <a:avLst/>
                    <a:gdLst>
                      <a:gd name="connsiteX0" fmla="*/ 37238 w 93804"/>
                      <a:gd name="connsiteY0" fmla="*/ 9088 h 23392"/>
                      <a:gd name="connsiteX1" fmla="*/ 0 w 93804"/>
                      <a:gd name="connsiteY1" fmla="*/ 14762 h 23392"/>
                      <a:gd name="connsiteX2" fmla="*/ 3103 w 93804"/>
                      <a:gd name="connsiteY2" fmla="*/ 17954 h 23392"/>
                      <a:gd name="connsiteX3" fmla="*/ 7935 w 93804"/>
                      <a:gd name="connsiteY3" fmla="*/ 19993 h 23392"/>
                      <a:gd name="connsiteX4" fmla="*/ 23008 w 93804"/>
                      <a:gd name="connsiteY4" fmla="*/ 23362 h 23392"/>
                      <a:gd name="connsiteX5" fmla="*/ 35287 w 93804"/>
                      <a:gd name="connsiteY5" fmla="*/ 22343 h 23392"/>
                      <a:gd name="connsiteX6" fmla="*/ 40252 w 93804"/>
                      <a:gd name="connsiteY6" fmla="*/ 21412 h 23392"/>
                      <a:gd name="connsiteX7" fmla="*/ 63704 w 93804"/>
                      <a:gd name="connsiteY7" fmla="*/ 16668 h 23392"/>
                      <a:gd name="connsiteX8" fmla="*/ 65964 w 93804"/>
                      <a:gd name="connsiteY8" fmla="*/ 16181 h 23392"/>
                      <a:gd name="connsiteX9" fmla="*/ 78377 w 93804"/>
                      <a:gd name="connsiteY9" fmla="*/ 12102 h 23392"/>
                      <a:gd name="connsiteX10" fmla="*/ 90524 w 93804"/>
                      <a:gd name="connsiteY10" fmla="*/ 3635 h 23392"/>
                      <a:gd name="connsiteX11" fmla="*/ 93716 w 93804"/>
                      <a:gd name="connsiteY11" fmla="*/ 133 h 23392"/>
                      <a:gd name="connsiteX12" fmla="*/ 93804 w 93804"/>
                      <a:gd name="connsiteY12" fmla="*/ 0 h 23392"/>
                      <a:gd name="connsiteX13" fmla="*/ 37238 w 93804"/>
                      <a:gd name="connsiteY13" fmla="*/ 9088 h 23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3804" h="23392">
                        <a:moveTo>
                          <a:pt x="37238" y="9088"/>
                        </a:moveTo>
                        <a:cubicBezTo>
                          <a:pt x="24737" y="12812"/>
                          <a:pt x="11127" y="15826"/>
                          <a:pt x="0" y="14762"/>
                        </a:cubicBezTo>
                        <a:cubicBezTo>
                          <a:pt x="665" y="16136"/>
                          <a:pt x="1729" y="17333"/>
                          <a:pt x="3103" y="17954"/>
                        </a:cubicBezTo>
                        <a:cubicBezTo>
                          <a:pt x="4788" y="18708"/>
                          <a:pt x="6384" y="19417"/>
                          <a:pt x="7935" y="19993"/>
                        </a:cubicBezTo>
                        <a:cubicBezTo>
                          <a:pt x="12546" y="21811"/>
                          <a:pt x="17422" y="23185"/>
                          <a:pt x="23008" y="23362"/>
                        </a:cubicBezTo>
                        <a:cubicBezTo>
                          <a:pt x="26643" y="23495"/>
                          <a:pt x="30677" y="23185"/>
                          <a:pt x="35287" y="22343"/>
                        </a:cubicBezTo>
                        <a:cubicBezTo>
                          <a:pt x="36706" y="22077"/>
                          <a:pt x="38391" y="21767"/>
                          <a:pt x="40252" y="21412"/>
                        </a:cubicBezTo>
                        <a:cubicBezTo>
                          <a:pt x="47478" y="19949"/>
                          <a:pt x="57364" y="17954"/>
                          <a:pt x="63704" y="16668"/>
                        </a:cubicBezTo>
                        <a:cubicBezTo>
                          <a:pt x="64502" y="16491"/>
                          <a:pt x="65299" y="16314"/>
                          <a:pt x="65964" y="16181"/>
                        </a:cubicBezTo>
                        <a:cubicBezTo>
                          <a:pt x="70752" y="15117"/>
                          <a:pt x="74831" y="13743"/>
                          <a:pt x="78377" y="12102"/>
                        </a:cubicBezTo>
                        <a:cubicBezTo>
                          <a:pt x="83209" y="9797"/>
                          <a:pt x="87066" y="6916"/>
                          <a:pt x="90524" y="3635"/>
                        </a:cubicBezTo>
                        <a:cubicBezTo>
                          <a:pt x="91632" y="2527"/>
                          <a:pt x="92696" y="1374"/>
                          <a:pt x="93716" y="133"/>
                        </a:cubicBezTo>
                        <a:lnTo>
                          <a:pt x="93804" y="0"/>
                        </a:lnTo>
                        <a:cubicBezTo>
                          <a:pt x="74831" y="1197"/>
                          <a:pt x="55236" y="3901"/>
                          <a:pt x="37238" y="908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30" name="Forme libre : forme 21629">
                    <a:extLst>
                      <a:ext uri="{FF2B5EF4-FFF2-40B4-BE49-F238E27FC236}">
                        <a16:creationId xmlns:a16="http://schemas.microsoft.com/office/drawing/2014/main" id="{1490FA8C-382D-4AB8-BB2F-77DFAF068426}"/>
                      </a:ext>
                    </a:extLst>
                  </p:cNvPr>
                  <p:cNvSpPr/>
                  <p:nvPr/>
                </p:nvSpPr>
                <p:spPr>
                  <a:xfrm>
                    <a:off x="4353259" y="1174791"/>
                    <a:ext cx="44220" cy="13843"/>
                  </a:xfrm>
                  <a:custGeom>
                    <a:avLst/>
                    <a:gdLst>
                      <a:gd name="connsiteX0" fmla="*/ 44199 w 44220"/>
                      <a:gd name="connsiteY0" fmla="*/ 3215 h 13843"/>
                      <a:gd name="connsiteX1" fmla="*/ 22255 w 44220"/>
                      <a:gd name="connsiteY1" fmla="*/ 12480 h 13843"/>
                      <a:gd name="connsiteX2" fmla="*/ 90 w 44220"/>
                      <a:gd name="connsiteY2" fmla="*/ 10840 h 13843"/>
                      <a:gd name="connsiteX3" fmla="*/ 19995 w 44220"/>
                      <a:gd name="connsiteY3" fmla="*/ 1176 h 13843"/>
                      <a:gd name="connsiteX4" fmla="*/ 44199 w 44220"/>
                      <a:gd name="connsiteY4" fmla="*/ 3215 h 13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220" h="13843">
                        <a:moveTo>
                          <a:pt x="44199" y="3215"/>
                        </a:moveTo>
                        <a:cubicBezTo>
                          <a:pt x="44909" y="7737"/>
                          <a:pt x="27930" y="11239"/>
                          <a:pt x="22255" y="12480"/>
                        </a:cubicBezTo>
                        <a:cubicBezTo>
                          <a:pt x="16537" y="13456"/>
                          <a:pt x="1509" y="15672"/>
                          <a:pt x="90" y="10840"/>
                        </a:cubicBezTo>
                        <a:cubicBezTo>
                          <a:pt x="-1329" y="5831"/>
                          <a:pt x="14409" y="1885"/>
                          <a:pt x="19995" y="1176"/>
                        </a:cubicBezTo>
                        <a:cubicBezTo>
                          <a:pt x="25536" y="156"/>
                          <a:pt x="43446" y="-1617"/>
                          <a:pt x="44199" y="321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31" name="Forme libre : forme 21630">
                    <a:extLst>
                      <a:ext uri="{FF2B5EF4-FFF2-40B4-BE49-F238E27FC236}">
                        <a16:creationId xmlns:a16="http://schemas.microsoft.com/office/drawing/2014/main" id="{701979B5-1AC3-406C-98AE-008377E23412}"/>
                      </a:ext>
                    </a:extLst>
                  </p:cNvPr>
                  <p:cNvSpPr/>
                  <p:nvPr/>
                </p:nvSpPr>
                <p:spPr>
                  <a:xfrm>
                    <a:off x="4352849" y="1178982"/>
                    <a:ext cx="32063" cy="9631"/>
                  </a:xfrm>
                  <a:custGeom>
                    <a:avLst/>
                    <a:gdLst>
                      <a:gd name="connsiteX0" fmla="*/ 8657 w 32063"/>
                      <a:gd name="connsiteY0" fmla="*/ 0 h 9631"/>
                      <a:gd name="connsiteX1" fmla="*/ 278 w 32063"/>
                      <a:gd name="connsiteY1" fmla="*/ 6694 h 9631"/>
                      <a:gd name="connsiteX2" fmla="*/ 22931 w 32063"/>
                      <a:gd name="connsiteY2" fmla="*/ 8245 h 9631"/>
                      <a:gd name="connsiteX3" fmla="*/ 32064 w 32063"/>
                      <a:gd name="connsiteY3" fmla="*/ 5896 h 9631"/>
                      <a:gd name="connsiteX4" fmla="*/ 27054 w 32063"/>
                      <a:gd name="connsiteY4" fmla="*/ 6384 h 9631"/>
                      <a:gd name="connsiteX5" fmla="*/ 8657 w 32063"/>
                      <a:gd name="connsiteY5" fmla="*/ 0 h 9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063" h="9631">
                        <a:moveTo>
                          <a:pt x="8657" y="0"/>
                        </a:moveTo>
                        <a:cubicBezTo>
                          <a:pt x="6041" y="1418"/>
                          <a:pt x="-1539" y="3812"/>
                          <a:pt x="278" y="6694"/>
                        </a:cubicBezTo>
                        <a:cubicBezTo>
                          <a:pt x="3160" y="11260"/>
                          <a:pt x="15661" y="9442"/>
                          <a:pt x="22931" y="8245"/>
                        </a:cubicBezTo>
                        <a:cubicBezTo>
                          <a:pt x="25059" y="7847"/>
                          <a:pt x="29714" y="6650"/>
                          <a:pt x="32064" y="5896"/>
                        </a:cubicBezTo>
                        <a:cubicBezTo>
                          <a:pt x="30689" y="6073"/>
                          <a:pt x="28384" y="6428"/>
                          <a:pt x="27054" y="6384"/>
                        </a:cubicBezTo>
                        <a:cubicBezTo>
                          <a:pt x="19429" y="6029"/>
                          <a:pt x="10297" y="5408"/>
                          <a:pt x="8657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32" name="Forme libre : forme 21631">
                    <a:extLst>
                      <a:ext uri="{FF2B5EF4-FFF2-40B4-BE49-F238E27FC236}">
                        <a16:creationId xmlns:a16="http://schemas.microsoft.com/office/drawing/2014/main" id="{60152F26-B037-4D66-9794-A3AA5F76F504}"/>
                      </a:ext>
                    </a:extLst>
                  </p:cNvPr>
                  <p:cNvSpPr/>
                  <p:nvPr/>
                </p:nvSpPr>
                <p:spPr>
                  <a:xfrm>
                    <a:off x="4355737" y="1175601"/>
                    <a:ext cx="44274" cy="14014"/>
                  </a:xfrm>
                  <a:custGeom>
                    <a:avLst/>
                    <a:gdLst>
                      <a:gd name="connsiteX0" fmla="*/ 44248 w 44274"/>
                      <a:gd name="connsiteY0" fmla="*/ 3292 h 14014"/>
                      <a:gd name="connsiteX1" fmla="*/ 22039 w 44274"/>
                      <a:gd name="connsiteY1" fmla="*/ 12690 h 14014"/>
                      <a:gd name="connsiteX2" fmla="*/ 139 w 44274"/>
                      <a:gd name="connsiteY2" fmla="*/ 10784 h 14014"/>
                      <a:gd name="connsiteX3" fmla="*/ 19955 w 44274"/>
                      <a:gd name="connsiteY3" fmla="*/ 1297 h 14014"/>
                      <a:gd name="connsiteX4" fmla="*/ 44248 w 44274"/>
                      <a:gd name="connsiteY4" fmla="*/ 3292 h 140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274" h="14014">
                        <a:moveTo>
                          <a:pt x="44248" y="3292"/>
                        </a:moveTo>
                        <a:cubicBezTo>
                          <a:pt x="43406" y="8035"/>
                          <a:pt x="28156" y="11271"/>
                          <a:pt x="22039" y="12690"/>
                        </a:cubicBezTo>
                        <a:cubicBezTo>
                          <a:pt x="15921" y="13887"/>
                          <a:pt x="1912" y="15660"/>
                          <a:pt x="139" y="10784"/>
                        </a:cubicBezTo>
                        <a:cubicBezTo>
                          <a:pt x="-1678" y="5730"/>
                          <a:pt x="14813" y="2006"/>
                          <a:pt x="19955" y="1297"/>
                        </a:cubicBezTo>
                        <a:cubicBezTo>
                          <a:pt x="25098" y="189"/>
                          <a:pt x="45091" y="-1718"/>
                          <a:pt x="44248" y="329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33" name="Forme libre : forme 21632">
                    <a:extLst>
                      <a:ext uri="{FF2B5EF4-FFF2-40B4-BE49-F238E27FC236}">
                        <a16:creationId xmlns:a16="http://schemas.microsoft.com/office/drawing/2014/main" id="{0C987C6D-3D93-4E02-A9F9-CF6F7409C5AE}"/>
                      </a:ext>
                    </a:extLst>
                  </p:cNvPr>
                  <p:cNvSpPr/>
                  <p:nvPr/>
                </p:nvSpPr>
                <p:spPr>
                  <a:xfrm>
                    <a:off x="4332356" y="1178065"/>
                    <a:ext cx="56108" cy="19858"/>
                  </a:xfrm>
                  <a:custGeom>
                    <a:avLst/>
                    <a:gdLst>
                      <a:gd name="connsiteX0" fmla="*/ 1000 w 56108"/>
                      <a:gd name="connsiteY0" fmla="*/ 13241 h 19858"/>
                      <a:gd name="connsiteX1" fmla="*/ 7960 w 56108"/>
                      <a:gd name="connsiteY1" fmla="*/ 17142 h 19858"/>
                      <a:gd name="connsiteX2" fmla="*/ 29151 w 56108"/>
                      <a:gd name="connsiteY2" fmla="*/ 19713 h 19858"/>
                      <a:gd name="connsiteX3" fmla="*/ 49454 w 56108"/>
                      <a:gd name="connsiteY3" fmla="*/ 14615 h 19858"/>
                      <a:gd name="connsiteX4" fmla="*/ 55749 w 56108"/>
                      <a:gd name="connsiteY4" fmla="*/ 7078 h 19858"/>
                      <a:gd name="connsiteX5" fmla="*/ 48568 w 56108"/>
                      <a:gd name="connsiteY5" fmla="*/ 5527 h 19858"/>
                      <a:gd name="connsiteX6" fmla="*/ 28707 w 56108"/>
                      <a:gd name="connsiteY6" fmla="*/ 2645 h 19858"/>
                      <a:gd name="connsiteX7" fmla="*/ 8448 w 56108"/>
                      <a:gd name="connsiteY7" fmla="*/ 1271 h 19858"/>
                      <a:gd name="connsiteX8" fmla="*/ 1000 w 56108"/>
                      <a:gd name="connsiteY8" fmla="*/ 13241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6108" h="19858">
                        <a:moveTo>
                          <a:pt x="1000" y="13241"/>
                        </a:moveTo>
                        <a:cubicBezTo>
                          <a:pt x="2951" y="15679"/>
                          <a:pt x="4281" y="16299"/>
                          <a:pt x="7960" y="17142"/>
                        </a:cubicBezTo>
                        <a:cubicBezTo>
                          <a:pt x="14965" y="18871"/>
                          <a:pt x="20595" y="20333"/>
                          <a:pt x="29151" y="19713"/>
                        </a:cubicBezTo>
                        <a:cubicBezTo>
                          <a:pt x="36244" y="19181"/>
                          <a:pt x="43913" y="17275"/>
                          <a:pt x="49454" y="14615"/>
                        </a:cubicBezTo>
                        <a:cubicBezTo>
                          <a:pt x="53577" y="12664"/>
                          <a:pt x="57301" y="9738"/>
                          <a:pt x="55749" y="7078"/>
                        </a:cubicBezTo>
                        <a:cubicBezTo>
                          <a:pt x="54774" y="5438"/>
                          <a:pt x="51360" y="5882"/>
                          <a:pt x="48568" y="5527"/>
                        </a:cubicBezTo>
                        <a:cubicBezTo>
                          <a:pt x="41918" y="4773"/>
                          <a:pt x="35534" y="4419"/>
                          <a:pt x="28707" y="2645"/>
                        </a:cubicBezTo>
                        <a:cubicBezTo>
                          <a:pt x="22944" y="1094"/>
                          <a:pt x="16206" y="-1610"/>
                          <a:pt x="8448" y="1271"/>
                        </a:cubicBezTo>
                        <a:cubicBezTo>
                          <a:pt x="1444" y="3931"/>
                          <a:pt x="-1792" y="9827"/>
                          <a:pt x="1000" y="1324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34" name="Forme libre : forme 21633">
                    <a:extLst>
                      <a:ext uri="{FF2B5EF4-FFF2-40B4-BE49-F238E27FC236}">
                        <a16:creationId xmlns:a16="http://schemas.microsoft.com/office/drawing/2014/main" id="{2E8A4F75-EDB4-4DC3-A4C7-116748154BFD}"/>
                      </a:ext>
                    </a:extLst>
                  </p:cNvPr>
                  <p:cNvSpPr/>
                  <p:nvPr/>
                </p:nvSpPr>
                <p:spPr>
                  <a:xfrm>
                    <a:off x="4342474" y="1175188"/>
                    <a:ext cx="17349" cy="8912"/>
                  </a:xfrm>
                  <a:custGeom>
                    <a:avLst/>
                    <a:gdLst>
                      <a:gd name="connsiteX0" fmla="*/ 1389 w 17349"/>
                      <a:gd name="connsiteY0" fmla="*/ 6586 h 8912"/>
                      <a:gd name="connsiteX1" fmla="*/ 15 w 17349"/>
                      <a:gd name="connsiteY1" fmla="*/ 8182 h 8912"/>
                      <a:gd name="connsiteX2" fmla="*/ 1610 w 17349"/>
                      <a:gd name="connsiteY2" fmla="*/ 8891 h 8912"/>
                      <a:gd name="connsiteX3" fmla="*/ 4891 w 17349"/>
                      <a:gd name="connsiteY3" fmla="*/ 8093 h 8912"/>
                      <a:gd name="connsiteX4" fmla="*/ 12693 w 17349"/>
                      <a:gd name="connsiteY4" fmla="*/ 5212 h 8912"/>
                      <a:gd name="connsiteX5" fmla="*/ 15397 w 17349"/>
                      <a:gd name="connsiteY5" fmla="*/ 3837 h 8912"/>
                      <a:gd name="connsiteX6" fmla="*/ 12782 w 17349"/>
                      <a:gd name="connsiteY6" fmla="*/ 424 h 8912"/>
                      <a:gd name="connsiteX7" fmla="*/ 1389 w 17349"/>
                      <a:gd name="connsiteY7" fmla="*/ 6586 h 8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349" h="8912">
                        <a:moveTo>
                          <a:pt x="1389" y="6586"/>
                        </a:moveTo>
                        <a:cubicBezTo>
                          <a:pt x="635" y="7162"/>
                          <a:pt x="148" y="7561"/>
                          <a:pt x="15" y="8182"/>
                        </a:cubicBezTo>
                        <a:cubicBezTo>
                          <a:pt x="-118" y="8802"/>
                          <a:pt x="680" y="8980"/>
                          <a:pt x="1610" y="8891"/>
                        </a:cubicBezTo>
                        <a:cubicBezTo>
                          <a:pt x="2541" y="8802"/>
                          <a:pt x="3871" y="8448"/>
                          <a:pt x="4891" y="8093"/>
                        </a:cubicBezTo>
                        <a:cubicBezTo>
                          <a:pt x="7506" y="7206"/>
                          <a:pt x="10255" y="6231"/>
                          <a:pt x="12693" y="5212"/>
                        </a:cubicBezTo>
                        <a:cubicBezTo>
                          <a:pt x="13713" y="4768"/>
                          <a:pt x="14644" y="4414"/>
                          <a:pt x="15397" y="3837"/>
                        </a:cubicBezTo>
                        <a:cubicBezTo>
                          <a:pt x="18589" y="1576"/>
                          <a:pt x="17969" y="-1039"/>
                          <a:pt x="12782" y="424"/>
                        </a:cubicBezTo>
                        <a:cubicBezTo>
                          <a:pt x="8792" y="1576"/>
                          <a:pt x="4359" y="4281"/>
                          <a:pt x="1389" y="658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35" name="Forme libre : forme 21634">
                    <a:extLst>
                      <a:ext uri="{FF2B5EF4-FFF2-40B4-BE49-F238E27FC236}">
                        <a16:creationId xmlns:a16="http://schemas.microsoft.com/office/drawing/2014/main" id="{C700405E-AF90-4C70-B4F2-76F907895D57}"/>
                      </a:ext>
                    </a:extLst>
                  </p:cNvPr>
                  <p:cNvSpPr/>
                  <p:nvPr/>
                </p:nvSpPr>
                <p:spPr>
                  <a:xfrm>
                    <a:off x="4387972" y="1179070"/>
                    <a:ext cx="25445" cy="16313"/>
                  </a:xfrm>
                  <a:custGeom>
                    <a:avLst/>
                    <a:gdLst>
                      <a:gd name="connsiteX0" fmla="*/ 25446 w 25445"/>
                      <a:gd name="connsiteY0" fmla="*/ 0 h 16313"/>
                      <a:gd name="connsiteX1" fmla="*/ 0 w 25445"/>
                      <a:gd name="connsiteY1" fmla="*/ 16314 h 16313"/>
                      <a:gd name="connsiteX2" fmla="*/ 25446 w 25445"/>
                      <a:gd name="connsiteY2" fmla="*/ 0 h 16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445" h="16313">
                        <a:moveTo>
                          <a:pt x="25446" y="0"/>
                        </a:moveTo>
                        <a:cubicBezTo>
                          <a:pt x="21988" y="6738"/>
                          <a:pt x="8334" y="12413"/>
                          <a:pt x="0" y="16314"/>
                        </a:cubicBezTo>
                        <a:cubicBezTo>
                          <a:pt x="9088" y="12147"/>
                          <a:pt x="18708" y="5497"/>
                          <a:pt x="254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36" name="Forme libre : forme 21635">
                    <a:extLst>
                      <a:ext uri="{FF2B5EF4-FFF2-40B4-BE49-F238E27FC236}">
                        <a16:creationId xmlns:a16="http://schemas.microsoft.com/office/drawing/2014/main" id="{F641AF28-192A-4584-920E-EEACF227FC4D}"/>
                      </a:ext>
                    </a:extLst>
                  </p:cNvPr>
                  <p:cNvSpPr/>
                  <p:nvPr/>
                </p:nvSpPr>
                <p:spPr>
                  <a:xfrm>
                    <a:off x="4322140" y="1168963"/>
                    <a:ext cx="28283" cy="20126"/>
                  </a:xfrm>
                  <a:custGeom>
                    <a:avLst/>
                    <a:gdLst>
                      <a:gd name="connsiteX0" fmla="*/ 28283 w 28283"/>
                      <a:gd name="connsiteY0" fmla="*/ 0 h 20126"/>
                      <a:gd name="connsiteX1" fmla="*/ 0 w 28283"/>
                      <a:gd name="connsiteY1" fmla="*/ 20126 h 20126"/>
                      <a:gd name="connsiteX2" fmla="*/ 28283 w 28283"/>
                      <a:gd name="connsiteY2" fmla="*/ 0 h 20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283" h="20126">
                        <a:moveTo>
                          <a:pt x="28283" y="0"/>
                        </a:moveTo>
                        <a:cubicBezTo>
                          <a:pt x="15738" y="3812"/>
                          <a:pt x="6206" y="11836"/>
                          <a:pt x="0" y="20126"/>
                        </a:cubicBezTo>
                        <a:cubicBezTo>
                          <a:pt x="5408" y="12014"/>
                          <a:pt x="18043" y="4655"/>
                          <a:pt x="282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37" name="Forme libre : forme 21636">
                    <a:extLst>
                      <a:ext uri="{FF2B5EF4-FFF2-40B4-BE49-F238E27FC236}">
                        <a16:creationId xmlns:a16="http://schemas.microsoft.com/office/drawing/2014/main" id="{ED651567-E33A-4EEC-81F9-EA743ED074F8}"/>
                      </a:ext>
                    </a:extLst>
                  </p:cNvPr>
                  <p:cNvSpPr/>
                  <p:nvPr/>
                </p:nvSpPr>
                <p:spPr>
                  <a:xfrm>
                    <a:off x="4370458" y="1176378"/>
                    <a:ext cx="16658" cy="3929"/>
                  </a:xfrm>
                  <a:custGeom>
                    <a:avLst/>
                    <a:gdLst>
                      <a:gd name="connsiteX0" fmla="*/ 16582 w 16658"/>
                      <a:gd name="connsiteY0" fmla="*/ 1540 h 3929"/>
                      <a:gd name="connsiteX1" fmla="*/ 7051 w 16658"/>
                      <a:gd name="connsiteY1" fmla="*/ 3845 h 3929"/>
                      <a:gd name="connsiteX2" fmla="*/ 91 w 16658"/>
                      <a:gd name="connsiteY2" fmla="*/ 2294 h 3929"/>
                      <a:gd name="connsiteX3" fmla="*/ 9091 w 16658"/>
                      <a:gd name="connsiteY3" fmla="*/ 33 h 3929"/>
                      <a:gd name="connsiteX4" fmla="*/ 16582 w 16658"/>
                      <a:gd name="connsiteY4" fmla="*/ 1540 h 3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658" h="3929">
                        <a:moveTo>
                          <a:pt x="16582" y="1540"/>
                        </a:moveTo>
                        <a:cubicBezTo>
                          <a:pt x="15740" y="3357"/>
                          <a:pt x="9091" y="3623"/>
                          <a:pt x="7051" y="3845"/>
                        </a:cubicBezTo>
                        <a:cubicBezTo>
                          <a:pt x="5012" y="3978"/>
                          <a:pt x="-795" y="4200"/>
                          <a:pt x="91" y="2294"/>
                        </a:cubicBezTo>
                        <a:cubicBezTo>
                          <a:pt x="978" y="343"/>
                          <a:pt x="7184" y="166"/>
                          <a:pt x="9091" y="33"/>
                        </a:cubicBezTo>
                        <a:cubicBezTo>
                          <a:pt x="11041" y="-12"/>
                          <a:pt x="17425" y="-233"/>
                          <a:pt x="16582" y="154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38" name="Forme libre : forme 21637">
                    <a:extLst>
                      <a:ext uri="{FF2B5EF4-FFF2-40B4-BE49-F238E27FC236}">
                        <a16:creationId xmlns:a16="http://schemas.microsoft.com/office/drawing/2014/main" id="{5BAA5A47-2D33-4B1A-8C37-84C51133FCBF}"/>
                      </a:ext>
                    </a:extLst>
                  </p:cNvPr>
                  <p:cNvSpPr/>
                  <p:nvPr/>
                </p:nvSpPr>
                <p:spPr>
                  <a:xfrm>
                    <a:off x="4384881" y="1176669"/>
                    <a:ext cx="4717" cy="1651"/>
                  </a:xfrm>
                  <a:custGeom>
                    <a:avLst/>
                    <a:gdLst>
                      <a:gd name="connsiteX0" fmla="*/ 4687 w 4717"/>
                      <a:gd name="connsiteY0" fmla="*/ 495 h 1651"/>
                      <a:gd name="connsiteX1" fmla="*/ 2647 w 4717"/>
                      <a:gd name="connsiteY1" fmla="*/ 1559 h 1651"/>
                      <a:gd name="connsiteX2" fmla="*/ 32 w 4717"/>
                      <a:gd name="connsiteY2" fmla="*/ 1204 h 1651"/>
                      <a:gd name="connsiteX3" fmla="*/ 1982 w 4717"/>
                      <a:gd name="connsiteY3" fmla="*/ 96 h 1651"/>
                      <a:gd name="connsiteX4" fmla="*/ 4687 w 4717"/>
                      <a:gd name="connsiteY4" fmla="*/ 495 h 1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17" h="1651">
                        <a:moveTo>
                          <a:pt x="4687" y="495"/>
                        </a:moveTo>
                        <a:cubicBezTo>
                          <a:pt x="4953" y="1115"/>
                          <a:pt x="3445" y="1470"/>
                          <a:pt x="2647" y="1559"/>
                        </a:cubicBezTo>
                        <a:cubicBezTo>
                          <a:pt x="1849" y="1647"/>
                          <a:pt x="254" y="1825"/>
                          <a:pt x="32" y="1204"/>
                        </a:cubicBezTo>
                        <a:cubicBezTo>
                          <a:pt x="-234" y="584"/>
                          <a:pt x="1229" y="229"/>
                          <a:pt x="1982" y="96"/>
                        </a:cubicBezTo>
                        <a:cubicBezTo>
                          <a:pt x="2780" y="-37"/>
                          <a:pt x="4421" y="-126"/>
                          <a:pt x="4687" y="4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39" name="Forme libre : forme 21638">
                    <a:extLst>
                      <a:ext uri="{FF2B5EF4-FFF2-40B4-BE49-F238E27FC236}">
                        <a16:creationId xmlns:a16="http://schemas.microsoft.com/office/drawing/2014/main" id="{31160993-97E5-4ED8-BDF4-EE6B302E15C6}"/>
                      </a:ext>
                    </a:extLst>
                  </p:cNvPr>
                  <p:cNvSpPr/>
                  <p:nvPr/>
                </p:nvSpPr>
                <p:spPr>
                  <a:xfrm>
                    <a:off x="4368457" y="1164734"/>
                    <a:ext cx="42843" cy="13284"/>
                  </a:xfrm>
                  <a:custGeom>
                    <a:avLst/>
                    <a:gdLst>
                      <a:gd name="connsiteX0" fmla="*/ 31795 w 42843"/>
                      <a:gd name="connsiteY0" fmla="*/ 4406 h 13284"/>
                      <a:gd name="connsiteX1" fmla="*/ 42523 w 42843"/>
                      <a:gd name="connsiteY1" fmla="*/ 10346 h 13284"/>
                      <a:gd name="connsiteX2" fmla="*/ 39863 w 42843"/>
                      <a:gd name="connsiteY2" fmla="*/ 13227 h 13284"/>
                      <a:gd name="connsiteX3" fmla="*/ 34809 w 42843"/>
                      <a:gd name="connsiteY3" fmla="*/ 12075 h 13284"/>
                      <a:gd name="connsiteX4" fmla="*/ 19515 w 42843"/>
                      <a:gd name="connsiteY4" fmla="*/ 7775 h 13284"/>
                      <a:gd name="connsiteX5" fmla="*/ 231 w 42843"/>
                      <a:gd name="connsiteY5" fmla="*/ 4051 h 13284"/>
                      <a:gd name="connsiteX6" fmla="*/ 21510 w 42843"/>
                      <a:gd name="connsiteY6" fmla="*/ 416 h 13284"/>
                      <a:gd name="connsiteX7" fmla="*/ 31795 w 42843"/>
                      <a:gd name="connsiteY7" fmla="*/ 4406 h 13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843" h="13284">
                        <a:moveTo>
                          <a:pt x="31795" y="4406"/>
                        </a:moveTo>
                        <a:cubicBezTo>
                          <a:pt x="36449" y="6134"/>
                          <a:pt x="39730" y="7376"/>
                          <a:pt x="42523" y="10346"/>
                        </a:cubicBezTo>
                        <a:cubicBezTo>
                          <a:pt x="43542" y="11454"/>
                          <a:pt x="41991" y="13006"/>
                          <a:pt x="39863" y="13227"/>
                        </a:cubicBezTo>
                        <a:cubicBezTo>
                          <a:pt x="37735" y="13493"/>
                          <a:pt x="36316" y="12784"/>
                          <a:pt x="34809" y="12075"/>
                        </a:cubicBezTo>
                        <a:cubicBezTo>
                          <a:pt x="30154" y="9991"/>
                          <a:pt x="25145" y="8794"/>
                          <a:pt x="19515" y="7775"/>
                        </a:cubicBezTo>
                        <a:cubicBezTo>
                          <a:pt x="16013" y="7021"/>
                          <a:pt x="-2251" y="8041"/>
                          <a:pt x="231" y="4051"/>
                        </a:cubicBezTo>
                        <a:cubicBezTo>
                          <a:pt x="2758" y="-116"/>
                          <a:pt x="16766" y="-515"/>
                          <a:pt x="21510" y="416"/>
                        </a:cubicBezTo>
                        <a:cubicBezTo>
                          <a:pt x="26298" y="1258"/>
                          <a:pt x="28337" y="3164"/>
                          <a:pt x="31795" y="440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34" name="Graphique 2">
                  <a:extLst>
                    <a:ext uri="{FF2B5EF4-FFF2-40B4-BE49-F238E27FC236}">
                      <a16:creationId xmlns:a16="http://schemas.microsoft.com/office/drawing/2014/main" id="{003F9635-AF39-4D29-B48A-F9E11EE3ADAA}"/>
                    </a:ext>
                  </a:extLst>
                </p:cNvPr>
                <p:cNvGrpSpPr/>
                <p:nvPr/>
              </p:nvGrpSpPr>
              <p:grpSpPr>
                <a:xfrm>
                  <a:off x="4415872" y="1159141"/>
                  <a:ext cx="95367" cy="40391"/>
                  <a:chOff x="4415872" y="1159141"/>
                  <a:chExt cx="95367" cy="40391"/>
                </a:xfrm>
                <a:solidFill>
                  <a:schemeClr val="accent1"/>
                </a:solidFill>
              </p:grpSpPr>
              <p:sp>
                <p:nvSpPr>
                  <p:cNvPr id="21616" name="Forme libre : forme 21615">
                    <a:extLst>
                      <a:ext uri="{FF2B5EF4-FFF2-40B4-BE49-F238E27FC236}">
                        <a16:creationId xmlns:a16="http://schemas.microsoft.com/office/drawing/2014/main" id="{BFF2EE41-3D1C-4D00-BD0E-DCEEA1F3ED38}"/>
                      </a:ext>
                    </a:extLst>
                  </p:cNvPr>
                  <p:cNvSpPr/>
                  <p:nvPr/>
                </p:nvSpPr>
                <p:spPr>
                  <a:xfrm>
                    <a:off x="4415872" y="1159141"/>
                    <a:ext cx="95367" cy="40391"/>
                  </a:xfrm>
                  <a:custGeom>
                    <a:avLst/>
                    <a:gdLst>
                      <a:gd name="connsiteX0" fmla="*/ 60983 w 95367"/>
                      <a:gd name="connsiteY0" fmla="*/ 39434 h 40391"/>
                      <a:gd name="connsiteX1" fmla="*/ 31326 w 95367"/>
                      <a:gd name="connsiteY1" fmla="*/ 35001 h 40391"/>
                      <a:gd name="connsiteX2" fmla="*/ 14569 w 95367"/>
                      <a:gd name="connsiteY2" fmla="*/ 30214 h 40391"/>
                      <a:gd name="connsiteX3" fmla="*/ 2067 w 95367"/>
                      <a:gd name="connsiteY3" fmla="*/ 21259 h 40391"/>
                      <a:gd name="connsiteX4" fmla="*/ 2156 w 95367"/>
                      <a:gd name="connsiteY4" fmla="*/ 11240 h 40391"/>
                      <a:gd name="connsiteX5" fmla="*/ 34961 w 95367"/>
                      <a:gd name="connsiteY5" fmla="*/ 24 h 40391"/>
                      <a:gd name="connsiteX6" fmla="*/ 67500 w 95367"/>
                      <a:gd name="connsiteY6" fmla="*/ 4901 h 40391"/>
                      <a:gd name="connsiteX7" fmla="*/ 94453 w 95367"/>
                      <a:gd name="connsiteY7" fmla="*/ 26091 h 40391"/>
                      <a:gd name="connsiteX8" fmla="*/ 92236 w 95367"/>
                      <a:gd name="connsiteY8" fmla="*/ 35666 h 40391"/>
                      <a:gd name="connsiteX9" fmla="*/ 60983 w 95367"/>
                      <a:gd name="connsiteY9" fmla="*/ 39434 h 40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5367" h="40391">
                        <a:moveTo>
                          <a:pt x="60983" y="39434"/>
                        </a:moveTo>
                        <a:cubicBezTo>
                          <a:pt x="53934" y="38104"/>
                          <a:pt x="38685" y="35844"/>
                          <a:pt x="31326" y="35001"/>
                        </a:cubicBezTo>
                        <a:cubicBezTo>
                          <a:pt x="24543" y="34070"/>
                          <a:pt x="19179" y="32563"/>
                          <a:pt x="14569" y="30214"/>
                        </a:cubicBezTo>
                        <a:cubicBezTo>
                          <a:pt x="9958" y="27908"/>
                          <a:pt x="6101" y="24894"/>
                          <a:pt x="2067" y="21259"/>
                        </a:cubicBezTo>
                        <a:cubicBezTo>
                          <a:pt x="-726" y="18776"/>
                          <a:pt x="-681" y="13678"/>
                          <a:pt x="2156" y="11240"/>
                        </a:cubicBezTo>
                        <a:cubicBezTo>
                          <a:pt x="10401" y="4191"/>
                          <a:pt x="19445" y="-375"/>
                          <a:pt x="34961" y="24"/>
                        </a:cubicBezTo>
                        <a:cubicBezTo>
                          <a:pt x="43162" y="113"/>
                          <a:pt x="59432" y="2640"/>
                          <a:pt x="67500" y="4901"/>
                        </a:cubicBezTo>
                        <a:cubicBezTo>
                          <a:pt x="82661" y="9068"/>
                          <a:pt x="89266" y="16693"/>
                          <a:pt x="94453" y="26091"/>
                        </a:cubicBezTo>
                        <a:cubicBezTo>
                          <a:pt x="96226" y="29371"/>
                          <a:pt x="95384" y="34248"/>
                          <a:pt x="92236" y="35666"/>
                        </a:cubicBezTo>
                        <a:cubicBezTo>
                          <a:pt x="83060" y="39966"/>
                          <a:pt x="74149" y="41607"/>
                          <a:pt x="60983" y="3943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17" name="Forme libre : forme 21616">
                    <a:extLst>
                      <a:ext uri="{FF2B5EF4-FFF2-40B4-BE49-F238E27FC236}">
                        <a16:creationId xmlns:a16="http://schemas.microsoft.com/office/drawing/2014/main" id="{4AB53003-DF33-4B13-A0FC-E5EFC3F620C6}"/>
                      </a:ext>
                    </a:extLst>
                  </p:cNvPr>
                  <p:cNvSpPr/>
                  <p:nvPr/>
                </p:nvSpPr>
                <p:spPr>
                  <a:xfrm>
                    <a:off x="4415900" y="1176322"/>
                    <a:ext cx="92297" cy="23024"/>
                  </a:xfrm>
                  <a:custGeom>
                    <a:avLst/>
                    <a:gdLst>
                      <a:gd name="connsiteX0" fmla="*/ 37149 w 92297"/>
                      <a:gd name="connsiteY0" fmla="*/ 5674 h 23024"/>
                      <a:gd name="connsiteX1" fmla="*/ 0 w 92297"/>
                      <a:gd name="connsiteY1" fmla="*/ 0 h 23024"/>
                      <a:gd name="connsiteX2" fmla="*/ 1995 w 92297"/>
                      <a:gd name="connsiteY2" fmla="*/ 3990 h 23024"/>
                      <a:gd name="connsiteX3" fmla="*/ 6118 w 92297"/>
                      <a:gd name="connsiteY3" fmla="*/ 7492 h 23024"/>
                      <a:gd name="connsiteX4" fmla="*/ 19639 w 92297"/>
                      <a:gd name="connsiteY4" fmla="*/ 15028 h 23024"/>
                      <a:gd name="connsiteX5" fmla="*/ 31298 w 92297"/>
                      <a:gd name="connsiteY5" fmla="*/ 17644 h 23024"/>
                      <a:gd name="connsiteX6" fmla="*/ 36085 w 92297"/>
                      <a:gd name="connsiteY6" fmla="*/ 18264 h 23024"/>
                      <a:gd name="connsiteX7" fmla="*/ 58783 w 92297"/>
                      <a:gd name="connsiteY7" fmla="*/ 21722 h 23024"/>
                      <a:gd name="connsiteX8" fmla="*/ 60955 w 92297"/>
                      <a:gd name="connsiteY8" fmla="*/ 22077 h 23024"/>
                      <a:gd name="connsiteX9" fmla="*/ 73545 w 92297"/>
                      <a:gd name="connsiteY9" fmla="*/ 23008 h 23024"/>
                      <a:gd name="connsiteX10" fmla="*/ 87820 w 92297"/>
                      <a:gd name="connsiteY10" fmla="*/ 20171 h 23024"/>
                      <a:gd name="connsiteX11" fmla="*/ 92164 w 92297"/>
                      <a:gd name="connsiteY11" fmla="*/ 18353 h 23024"/>
                      <a:gd name="connsiteX12" fmla="*/ 92297 w 92297"/>
                      <a:gd name="connsiteY12" fmla="*/ 18264 h 23024"/>
                      <a:gd name="connsiteX13" fmla="*/ 37149 w 92297"/>
                      <a:gd name="connsiteY13" fmla="*/ 5674 h 2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2297" h="23024">
                        <a:moveTo>
                          <a:pt x="37149" y="5674"/>
                        </a:moveTo>
                        <a:cubicBezTo>
                          <a:pt x="24293" y="5142"/>
                          <a:pt x="10462" y="4788"/>
                          <a:pt x="0" y="0"/>
                        </a:cubicBezTo>
                        <a:cubicBezTo>
                          <a:pt x="177" y="1552"/>
                          <a:pt x="842" y="2970"/>
                          <a:pt x="1995" y="3990"/>
                        </a:cubicBezTo>
                        <a:cubicBezTo>
                          <a:pt x="3369" y="5231"/>
                          <a:pt x="4743" y="6428"/>
                          <a:pt x="6118" y="7492"/>
                        </a:cubicBezTo>
                        <a:cubicBezTo>
                          <a:pt x="10107" y="10639"/>
                          <a:pt x="14363" y="13211"/>
                          <a:pt x="19639" y="15028"/>
                        </a:cubicBezTo>
                        <a:cubicBezTo>
                          <a:pt x="23096" y="16181"/>
                          <a:pt x="26776" y="17067"/>
                          <a:pt x="31298" y="17644"/>
                        </a:cubicBezTo>
                        <a:cubicBezTo>
                          <a:pt x="32672" y="17821"/>
                          <a:pt x="34268" y="18043"/>
                          <a:pt x="36085" y="18264"/>
                        </a:cubicBezTo>
                        <a:cubicBezTo>
                          <a:pt x="43134" y="19062"/>
                          <a:pt x="52710" y="20569"/>
                          <a:pt x="58783" y="21722"/>
                        </a:cubicBezTo>
                        <a:cubicBezTo>
                          <a:pt x="59581" y="21855"/>
                          <a:pt x="60334" y="21988"/>
                          <a:pt x="60955" y="22077"/>
                        </a:cubicBezTo>
                        <a:cubicBezTo>
                          <a:pt x="65654" y="22830"/>
                          <a:pt x="69777" y="23096"/>
                          <a:pt x="73545" y="23008"/>
                        </a:cubicBezTo>
                        <a:cubicBezTo>
                          <a:pt x="78776" y="22742"/>
                          <a:pt x="83342" y="21722"/>
                          <a:pt x="87820" y="20171"/>
                        </a:cubicBezTo>
                        <a:cubicBezTo>
                          <a:pt x="89283" y="19594"/>
                          <a:pt x="90701" y="19018"/>
                          <a:pt x="92164" y="18353"/>
                        </a:cubicBezTo>
                        <a:lnTo>
                          <a:pt x="92297" y="18264"/>
                        </a:lnTo>
                        <a:cubicBezTo>
                          <a:pt x="74875" y="11349"/>
                          <a:pt x="55635" y="6472"/>
                          <a:pt x="37149" y="567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18" name="Forme libre : forme 21617">
                    <a:extLst>
                      <a:ext uri="{FF2B5EF4-FFF2-40B4-BE49-F238E27FC236}">
                        <a16:creationId xmlns:a16="http://schemas.microsoft.com/office/drawing/2014/main" id="{2E32434C-32D9-44DC-8F76-ED014131D621}"/>
                      </a:ext>
                    </a:extLst>
                  </p:cNvPr>
                  <p:cNvSpPr/>
                  <p:nvPr/>
                </p:nvSpPr>
                <p:spPr>
                  <a:xfrm>
                    <a:off x="4449414" y="1173335"/>
                    <a:ext cx="43908" cy="14521"/>
                  </a:xfrm>
                  <a:custGeom>
                    <a:avLst/>
                    <a:gdLst>
                      <a:gd name="connsiteX0" fmla="*/ 43844 w 43908"/>
                      <a:gd name="connsiteY0" fmla="*/ 12296 h 14521"/>
                      <a:gd name="connsiteX1" fmla="*/ 33692 w 43908"/>
                      <a:gd name="connsiteY1" fmla="*/ 14380 h 14521"/>
                      <a:gd name="connsiteX2" fmla="*/ 20171 w 43908"/>
                      <a:gd name="connsiteY2" fmla="*/ 12695 h 14521"/>
                      <a:gd name="connsiteX3" fmla="*/ 1 w 43908"/>
                      <a:gd name="connsiteY3" fmla="*/ 3784 h 14521"/>
                      <a:gd name="connsiteX4" fmla="*/ 22078 w 43908"/>
                      <a:gd name="connsiteY4" fmla="*/ 1302 h 14521"/>
                      <a:gd name="connsiteX5" fmla="*/ 35554 w 43908"/>
                      <a:gd name="connsiteY5" fmla="*/ 5336 h 14521"/>
                      <a:gd name="connsiteX6" fmla="*/ 43844 w 43908"/>
                      <a:gd name="connsiteY6" fmla="*/ 12296 h 1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908" h="14521">
                        <a:moveTo>
                          <a:pt x="43844" y="12296"/>
                        </a:moveTo>
                        <a:cubicBezTo>
                          <a:pt x="43268" y="14557"/>
                          <a:pt x="38746" y="14734"/>
                          <a:pt x="33692" y="14380"/>
                        </a:cubicBezTo>
                        <a:cubicBezTo>
                          <a:pt x="28639" y="14025"/>
                          <a:pt x="23009" y="13138"/>
                          <a:pt x="20171" y="12695"/>
                        </a:cubicBezTo>
                        <a:cubicBezTo>
                          <a:pt x="14541" y="11542"/>
                          <a:pt x="-132" y="8749"/>
                          <a:pt x="1" y="3784"/>
                        </a:cubicBezTo>
                        <a:cubicBezTo>
                          <a:pt x="178" y="-1535"/>
                          <a:pt x="16581" y="-117"/>
                          <a:pt x="22078" y="1302"/>
                        </a:cubicBezTo>
                        <a:cubicBezTo>
                          <a:pt x="24871" y="1834"/>
                          <a:pt x="30678" y="3297"/>
                          <a:pt x="35554" y="5336"/>
                        </a:cubicBezTo>
                        <a:cubicBezTo>
                          <a:pt x="40475" y="7375"/>
                          <a:pt x="44465" y="9991"/>
                          <a:pt x="43844" y="1229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19" name="Forme libre : forme 21618">
                    <a:extLst>
                      <a:ext uri="{FF2B5EF4-FFF2-40B4-BE49-F238E27FC236}">
                        <a16:creationId xmlns:a16="http://schemas.microsoft.com/office/drawing/2014/main" id="{70FC7D1C-9ED2-40F4-A14D-A61658EDB46F}"/>
                      </a:ext>
                    </a:extLst>
                  </p:cNvPr>
                  <p:cNvSpPr/>
                  <p:nvPr/>
                </p:nvSpPr>
                <p:spPr>
                  <a:xfrm>
                    <a:off x="4449137" y="1173440"/>
                    <a:ext cx="29934" cy="13742"/>
                  </a:xfrm>
                  <a:custGeom>
                    <a:avLst/>
                    <a:gdLst>
                      <a:gd name="connsiteX0" fmla="*/ 10208 w 29934"/>
                      <a:gd name="connsiteY0" fmla="*/ 0 h 13742"/>
                      <a:gd name="connsiteX1" fmla="*/ 56 w 29934"/>
                      <a:gd name="connsiteY1" fmla="*/ 3679 h 13742"/>
                      <a:gd name="connsiteX2" fmla="*/ 20714 w 29934"/>
                      <a:gd name="connsiteY2" fmla="*/ 12634 h 13742"/>
                      <a:gd name="connsiteX3" fmla="*/ 29935 w 29934"/>
                      <a:gd name="connsiteY3" fmla="*/ 13742 h 13742"/>
                      <a:gd name="connsiteX4" fmla="*/ 25147 w 29934"/>
                      <a:gd name="connsiteY4" fmla="*/ 12368 h 13742"/>
                      <a:gd name="connsiteX5" fmla="*/ 10208 w 29934"/>
                      <a:gd name="connsiteY5" fmla="*/ 0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34" h="13742">
                        <a:moveTo>
                          <a:pt x="10208" y="0"/>
                        </a:moveTo>
                        <a:cubicBezTo>
                          <a:pt x="7237" y="488"/>
                          <a:pt x="-742" y="355"/>
                          <a:pt x="56" y="3679"/>
                        </a:cubicBezTo>
                        <a:cubicBezTo>
                          <a:pt x="1386" y="8777"/>
                          <a:pt x="13621" y="11171"/>
                          <a:pt x="20714" y="12634"/>
                        </a:cubicBezTo>
                        <a:cubicBezTo>
                          <a:pt x="22798" y="12989"/>
                          <a:pt x="27541" y="13610"/>
                          <a:pt x="29935" y="13742"/>
                        </a:cubicBezTo>
                        <a:cubicBezTo>
                          <a:pt x="28605" y="13344"/>
                          <a:pt x="26344" y="12945"/>
                          <a:pt x="25147" y="12368"/>
                        </a:cubicBezTo>
                        <a:cubicBezTo>
                          <a:pt x="18320" y="9265"/>
                          <a:pt x="10030" y="5586"/>
                          <a:pt x="10208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20" name="Forme libre : forme 21619">
                    <a:extLst>
                      <a:ext uri="{FF2B5EF4-FFF2-40B4-BE49-F238E27FC236}">
                        <a16:creationId xmlns:a16="http://schemas.microsoft.com/office/drawing/2014/main" id="{DC4C3B16-880B-4012-9508-D45B081FC80B}"/>
                      </a:ext>
                    </a:extLst>
                  </p:cNvPr>
                  <p:cNvSpPr/>
                  <p:nvPr/>
                </p:nvSpPr>
                <p:spPr>
                  <a:xfrm>
                    <a:off x="4451675" y="1174901"/>
                    <a:ext cx="43835" cy="14554"/>
                  </a:xfrm>
                  <a:custGeom>
                    <a:avLst/>
                    <a:gdLst>
                      <a:gd name="connsiteX0" fmla="*/ 43578 w 43835"/>
                      <a:gd name="connsiteY0" fmla="*/ 12547 h 14554"/>
                      <a:gd name="connsiteX1" fmla="*/ 32938 w 43835"/>
                      <a:gd name="connsiteY1" fmla="*/ 14409 h 14554"/>
                      <a:gd name="connsiteX2" fmla="*/ 19728 w 43835"/>
                      <a:gd name="connsiteY2" fmla="*/ 12813 h 14554"/>
                      <a:gd name="connsiteX3" fmla="*/ 0 w 43835"/>
                      <a:gd name="connsiteY3" fmla="*/ 3681 h 14554"/>
                      <a:gd name="connsiteX4" fmla="*/ 9000 w 43835"/>
                      <a:gd name="connsiteY4" fmla="*/ 2 h 14554"/>
                      <a:gd name="connsiteX5" fmla="*/ 21944 w 43835"/>
                      <a:gd name="connsiteY5" fmla="*/ 1420 h 14554"/>
                      <a:gd name="connsiteX6" fmla="*/ 35820 w 43835"/>
                      <a:gd name="connsiteY6" fmla="*/ 5587 h 14554"/>
                      <a:gd name="connsiteX7" fmla="*/ 43578 w 43835"/>
                      <a:gd name="connsiteY7" fmla="*/ 12547 h 14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835" h="14554">
                        <a:moveTo>
                          <a:pt x="43578" y="12547"/>
                        </a:moveTo>
                        <a:cubicBezTo>
                          <a:pt x="42248" y="14586"/>
                          <a:pt x="37770" y="14764"/>
                          <a:pt x="32938" y="14409"/>
                        </a:cubicBezTo>
                        <a:cubicBezTo>
                          <a:pt x="28062" y="14055"/>
                          <a:pt x="22786" y="13301"/>
                          <a:pt x="19728" y="12813"/>
                        </a:cubicBezTo>
                        <a:cubicBezTo>
                          <a:pt x="13699" y="11661"/>
                          <a:pt x="178" y="8823"/>
                          <a:pt x="0" y="3681"/>
                        </a:cubicBezTo>
                        <a:cubicBezTo>
                          <a:pt x="-44" y="1021"/>
                          <a:pt x="4123" y="90"/>
                          <a:pt x="9000" y="2"/>
                        </a:cubicBezTo>
                        <a:cubicBezTo>
                          <a:pt x="13876" y="-43"/>
                          <a:pt x="19373" y="888"/>
                          <a:pt x="21944" y="1420"/>
                        </a:cubicBezTo>
                        <a:cubicBezTo>
                          <a:pt x="24515" y="1952"/>
                          <a:pt x="30722" y="3415"/>
                          <a:pt x="35820" y="5587"/>
                        </a:cubicBezTo>
                        <a:cubicBezTo>
                          <a:pt x="40918" y="7759"/>
                          <a:pt x="44908" y="10508"/>
                          <a:pt x="43578" y="1254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21" name="Forme libre : forme 21620">
                    <a:extLst>
                      <a:ext uri="{FF2B5EF4-FFF2-40B4-BE49-F238E27FC236}">
                        <a16:creationId xmlns:a16="http://schemas.microsoft.com/office/drawing/2014/main" id="{E3DEBF4C-6660-487D-B51A-03FF79053B5D}"/>
                      </a:ext>
                    </a:extLst>
                  </p:cNvPr>
                  <p:cNvSpPr/>
                  <p:nvPr/>
                </p:nvSpPr>
                <p:spPr>
                  <a:xfrm>
                    <a:off x="4428328" y="1167337"/>
                    <a:ext cx="53562" cy="26096"/>
                  </a:xfrm>
                  <a:custGeom>
                    <a:avLst/>
                    <a:gdLst>
                      <a:gd name="connsiteX0" fmla="*/ 340 w 53562"/>
                      <a:gd name="connsiteY0" fmla="*/ 9383 h 26096"/>
                      <a:gd name="connsiteX1" fmla="*/ 5881 w 53562"/>
                      <a:gd name="connsiteY1" fmla="*/ 15102 h 26096"/>
                      <a:gd name="connsiteX2" fmla="*/ 24855 w 53562"/>
                      <a:gd name="connsiteY2" fmla="*/ 23880 h 26096"/>
                      <a:gd name="connsiteX3" fmla="*/ 45026 w 53562"/>
                      <a:gd name="connsiteY3" fmla="*/ 25963 h 26096"/>
                      <a:gd name="connsiteX4" fmla="*/ 53537 w 53562"/>
                      <a:gd name="connsiteY4" fmla="*/ 21308 h 26096"/>
                      <a:gd name="connsiteX5" fmla="*/ 47508 w 53562"/>
                      <a:gd name="connsiteY5" fmla="*/ 17186 h 26096"/>
                      <a:gd name="connsiteX6" fmla="*/ 29909 w 53562"/>
                      <a:gd name="connsiteY6" fmla="*/ 7610 h 26096"/>
                      <a:gd name="connsiteX7" fmla="*/ 10802 w 53562"/>
                      <a:gd name="connsiteY7" fmla="*/ 29 h 26096"/>
                      <a:gd name="connsiteX8" fmla="*/ 340 w 53562"/>
                      <a:gd name="connsiteY8" fmla="*/ 9383 h 26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3562" h="26096">
                        <a:moveTo>
                          <a:pt x="340" y="9383"/>
                        </a:moveTo>
                        <a:cubicBezTo>
                          <a:pt x="1537" y="12309"/>
                          <a:pt x="2645" y="13152"/>
                          <a:pt x="5881" y="15102"/>
                        </a:cubicBezTo>
                        <a:cubicBezTo>
                          <a:pt x="12132" y="18693"/>
                          <a:pt x="16876" y="21840"/>
                          <a:pt x="24855" y="23880"/>
                        </a:cubicBezTo>
                        <a:cubicBezTo>
                          <a:pt x="31505" y="25564"/>
                          <a:pt x="39085" y="26451"/>
                          <a:pt x="45026" y="25963"/>
                        </a:cubicBezTo>
                        <a:cubicBezTo>
                          <a:pt x="49459" y="25520"/>
                          <a:pt x="53936" y="24323"/>
                          <a:pt x="53537" y="21308"/>
                        </a:cubicBezTo>
                        <a:cubicBezTo>
                          <a:pt x="53271" y="19446"/>
                          <a:pt x="49991" y="18471"/>
                          <a:pt x="47508" y="17186"/>
                        </a:cubicBezTo>
                        <a:cubicBezTo>
                          <a:pt x="41657" y="13994"/>
                          <a:pt x="35805" y="11556"/>
                          <a:pt x="29909" y="7610"/>
                        </a:cubicBezTo>
                        <a:cubicBezTo>
                          <a:pt x="24944" y="4241"/>
                          <a:pt x="19225" y="-414"/>
                          <a:pt x="10802" y="29"/>
                        </a:cubicBezTo>
                        <a:cubicBezTo>
                          <a:pt x="3399" y="562"/>
                          <a:pt x="-1344" y="5305"/>
                          <a:pt x="340" y="93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22" name="Forme libre : forme 21621">
                    <a:extLst>
                      <a:ext uri="{FF2B5EF4-FFF2-40B4-BE49-F238E27FC236}">
                        <a16:creationId xmlns:a16="http://schemas.microsoft.com/office/drawing/2014/main" id="{18423806-5E10-43EF-B47B-3BFDE7455380}"/>
                      </a:ext>
                    </a:extLst>
                  </p:cNvPr>
                  <p:cNvSpPr/>
                  <p:nvPr/>
                </p:nvSpPr>
                <p:spPr>
                  <a:xfrm>
                    <a:off x="4439632" y="1168227"/>
                    <a:ext cx="18948" cy="4918"/>
                  </a:xfrm>
                  <a:custGeom>
                    <a:avLst/>
                    <a:gdLst>
                      <a:gd name="connsiteX0" fmla="*/ 1892 w 18948"/>
                      <a:gd name="connsiteY0" fmla="*/ 2376 h 4918"/>
                      <a:gd name="connsiteX1" fmla="*/ 74 w 18948"/>
                      <a:gd name="connsiteY1" fmla="*/ 3484 h 4918"/>
                      <a:gd name="connsiteX2" fmla="*/ 1404 w 18948"/>
                      <a:gd name="connsiteY2" fmla="*/ 4681 h 4918"/>
                      <a:gd name="connsiteX3" fmla="*/ 4773 w 18948"/>
                      <a:gd name="connsiteY3" fmla="*/ 4903 h 4918"/>
                      <a:gd name="connsiteX4" fmla="*/ 13152 w 18948"/>
                      <a:gd name="connsiteY4" fmla="*/ 4548 h 4918"/>
                      <a:gd name="connsiteX5" fmla="*/ 16166 w 18948"/>
                      <a:gd name="connsiteY5" fmla="*/ 4149 h 4918"/>
                      <a:gd name="connsiteX6" fmla="*/ 14792 w 18948"/>
                      <a:gd name="connsiteY6" fmla="*/ 27 h 4918"/>
                      <a:gd name="connsiteX7" fmla="*/ 1892 w 18948"/>
                      <a:gd name="connsiteY7" fmla="*/ 2376 h 4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948" h="4918">
                        <a:moveTo>
                          <a:pt x="1892" y="2376"/>
                        </a:moveTo>
                        <a:cubicBezTo>
                          <a:pt x="1005" y="2686"/>
                          <a:pt x="384" y="2952"/>
                          <a:pt x="74" y="3484"/>
                        </a:cubicBezTo>
                        <a:cubicBezTo>
                          <a:pt x="-236" y="4016"/>
                          <a:pt x="473" y="4460"/>
                          <a:pt x="1404" y="4681"/>
                        </a:cubicBezTo>
                        <a:cubicBezTo>
                          <a:pt x="2335" y="4903"/>
                          <a:pt x="3709" y="4947"/>
                          <a:pt x="4773" y="4903"/>
                        </a:cubicBezTo>
                        <a:cubicBezTo>
                          <a:pt x="7522" y="4770"/>
                          <a:pt x="10492" y="4814"/>
                          <a:pt x="13152" y="4548"/>
                        </a:cubicBezTo>
                        <a:cubicBezTo>
                          <a:pt x="14260" y="4415"/>
                          <a:pt x="15279" y="4415"/>
                          <a:pt x="16166" y="4149"/>
                        </a:cubicBezTo>
                        <a:cubicBezTo>
                          <a:pt x="19934" y="2997"/>
                          <a:pt x="20245" y="381"/>
                          <a:pt x="14792" y="27"/>
                        </a:cubicBezTo>
                        <a:cubicBezTo>
                          <a:pt x="10536" y="-195"/>
                          <a:pt x="5438" y="1002"/>
                          <a:pt x="1892" y="237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23" name="Forme libre : forme 21622">
                    <a:extLst>
                      <a:ext uri="{FF2B5EF4-FFF2-40B4-BE49-F238E27FC236}">
                        <a16:creationId xmlns:a16="http://schemas.microsoft.com/office/drawing/2014/main" id="{8C85C832-86F5-443D-ADCE-16B494213EB2}"/>
                      </a:ext>
                    </a:extLst>
                  </p:cNvPr>
                  <p:cNvSpPr/>
                  <p:nvPr/>
                </p:nvSpPr>
                <p:spPr>
                  <a:xfrm>
                    <a:off x="4478008" y="1193167"/>
                    <a:ext cx="29302" cy="4876"/>
                  </a:xfrm>
                  <a:custGeom>
                    <a:avLst/>
                    <a:gdLst>
                      <a:gd name="connsiteX0" fmla="*/ 29303 w 29302"/>
                      <a:gd name="connsiteY0" fmla="*/ 0 h 4876"/>
                      <a:gd name="connsiteX1" fmla="*/ 15738 w 29302"/>
                      <a:gd name="connsiteY1" fmla="*/ 3901 h 4876"/>
                      <a:gd name="connsiteX2" fmla="*/ 0 w 29302"/>
                      <a:gd name="connsiteY2" fmla="*/ 4876 h 4876"/>
                      <a:gd name="connsiteX3" fmla="*/ 29303 w 29302"/>
                      <a:gd name="connsiteY3" fmla="*/ 0 h 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302" h="4876">
                        <a:moveTo>
                          <a:pt x="29303" y="0"/>
                        </a:moveTo>
                        <a:cubicBezTo>
                          <a:pt x="26288" y="2350"/>
                          <a:pt x="21146" y="3369"/>
                          <a:pt x="15738" y="3901"/>
                        </a:cubicBezTo>
                        <a:cubicBezTo>
                          <a:pt x="10240" y="4522"/>
                          <a:pt x="4477" y="4610"/>
                          <a:pt x="0" y="4876"/>
                        </a:cubicBezTo>
                        <a:cubicBezTo>
                          <a:pt x="9664" y="4344"/>
                          <a:pt x="20924" y="2039"/>
                          <a:pt x="2930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24" name="Forme libre : forme 21623">
                    <a:extLst>
                      <a:ext uri="{FF2B5EF4-FFF2-40B4-BE49-F238E27FC236}">
                        <a16:creationId xmlns:a16="http://schemas.microsoft.com/office/drawing/2014/main" id="{0FACECAE-B6B5-4F21-AD1F-01DF938793D4}"/>
                      </a:ext>
                    </a:extLst>
                  </p:cNvPr>
                  <p:cNvSpPr/>
                  <p:nvPr/>
                </p:nvSpPr>
                <p:spPr>
                  <a:xfrm>
                    <a:off x="4418605" y="1160346"/>
                    <a:ext cx="33248" cy="10877"/>
                  </a:xfrm>
                  <a:custGeom>
                    <a:avLst/>
                    <a:gdLst>
                      <a:gd name="connsiteX0" fmla="*/ 33248 w 33248"/>
                      <a:gd name="connsiteY0" fmla="*/ 17 h 10877"/>
                      <a:gd name="connsiteX1" fmla="*/ 0 w 33248"/>
                      <a:gd name="connsiteY1" fmla="*/ 10878 h 10877"/>
                      <a:gd name="connsiteX2" fmla="*/ 33248 w 33248"/>
                      <a:gd name="connsiteY2" fmla="*/ 17 h 10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248" h="10877">
                        <a:moveTo>
                          <a:pt x="33248" y="17"/>
                        </a:moveTo>
                        <a:cubicBezTo>
                          <a:pt x="19550" y="-338"/>
                          <a:pt x="8157" y="5070"/>
                          <a:pt x="0" y="10878"/>
                        </a:cubicBezTo>
                        <a:cubicBezTo>
                          <a:pt x="7315" y="5026"/>
                          <a:pt x="21545" y="1125"/>
                          <a:pt x="33248" y="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25" name="Forme libre : forme 21624">
                    <a:extLst>
                      <a:ext uri="{FF2B5EF4-FFF2-40B4-BE49-F238E27FC236}">
                        <a16:creationId xmlns:a16="http://schemas.microsoft.com/office/drawing/2014/main" id="{A73E90D8-EC39-4979-9DBE-883F6EDF3E44}"/>
                      </a:ext>
                    </a:extLst>
                  </p:cNvPr>
                  <p:cNvSpPr/>
                  <p:nvPr/>
                </p:nvSpPr>
                <p:spPr>
                  <a:xfrm>
                    <a:off x="4467777" y="1175695"/>
                    <a:ext cx="16176" cy="6263"/>
                  </a:xfrm>
                  <a:custGeom>
                    <a:avLst/>
                    <a:gdLst>
                      <a:gd name="connsiteX0" fmla="*/ 15950 w 16176"/>
                      <a:gd name="connsiteY0" fmla="*/ 5858 h 6263"/>
                      <a:gd name="connsiteX1" fmla="*/ 6241 w 16176"/>
                      <a:gd name="connsiteY1" fmla="*/ 4439 h 6263"/>
                      <a:gd name="connsiteX2" fmla="*/ 257 w 16176"/>
                      <a:gd name="connsiteY2" fmla="*/ 538 h 6263"/>
                      <a:gd name="connsiteX3" fmla="*/ 9522 w 16176"/>
                      <a:gd name="connsiteY3" fmla="*/ 1691 h 6263"/>
                      <a:gd name="connsiteX4" fmla="*/ 15950 w 16176"/>
                      <a:gd name="connsiteY4" fmla="*/ 5858 h 6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76" h="6263">
                        <a:moveTo>
                          <a:pt x="15950" y="5858"/>
                        </a:moveTo>
                        <a:cubicBezTo>
                          <a:pt x="14531" y="7144"/>
                          <a:pt x="8192" y="5016"/>
                          <a:pt x="6241" y="4439"/>
                        </a:cubicBezTo>
                        <a:cubicBezTo>
                          <a:pt x="4291" y="3819"/>
                          <a:pt x="-1251" y="2001"/>
                          <a:pt x="257" y="538"/>
                        </a:cubicBezTo>
                        <a:cubicBezTo>
                          <a:pt x="1764" y="-925"/>
                          <a:pt x="7704" y="982"/>
                          <a:pt x="9522" y="1691"/>
                        </a:cubicBezTo>
                        <a:cubicBezTo>
                          <a:pt x="11384" y="2223"/>
                          <a:pt x="17413" y="4528"/>
                          <a:pt x="15950" y="585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26" name="Forme libre : forme 21625">
                    <a:extLst>
                      <a:ext uri="{FF2B5EF4-FFF2-40B4-BE49-F238E27FC236}">
                        <a16:creationId xmlns:a16="http://schemas.microsoft.com/office/drawing/2014/main" id="{EA5F79A7-4E5E-4FAC-85F5-010B7E75ECA4}"/>
                      </a:ext>
                    </a:extLst>
                  </p:cNvPr>
                  <p:cNvSpPr/>
                  <p:nvPr/>
                </p:nvSpPr>
                <p:spPr>
                  <a:xfrm>
                    <a:off x="4481732" y="1180173"/>
                    <a:ext cx="4610" cy="1984"/>
                  </a:xfrm>
                  <a:custGeom>
                    <a:avLst/>
                    <a:gdLst>
                      <a:gd name="connsiteX0" fmla="*/ 4610 w 4610"/>
                      <a:gd name="connsiteY0" fmla="*/ 1557 h 1984"/>
                      <a:gd name="connsiteX1" fmla="*/ 2305 w 4610"/>
                      <a:gd name="connsiteY1" fmla="*/ 1779 h 1984"/>
                      <a:gd name="connsiteX2" fmla="*/ 0 w 4610"/>
                      <a:gd name="connsiteY2" fmla="*/ 449 h 1984"/>
                      <a:gd name="connsiteX3" fmla="*/ 2217 w 4610"/>
                      <a:gd name="connsiteY3" fmla="*/ 183 h 1984"/>
                      <a:gd name="connsiteX4" fmla="*/ 4610 w 4610"/>
                      <a:gd name="connsiteY4" fmla="*/ 1557 h 1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10" h="1984">
                        <a:moveTo>
                          <a:pt x="4610" y="1557"/>
                        </a:moveTo>
                        <a:cubicBezTo>
                          <a:pt x="4610" y="2222"/>
                          <a:pt x="3059" y="1956"/>
                          <a:pt x="2305" y="1779"/>
                        </a:cubicBezTo>
                        <a:cubicBezTo>
                          <a:pt x="1552" y="1602"/>
                          <a:pt x="0" y="1114"/>
                          <a:pt x="0" y="449"/>
                        </a:cubicBezTo>
                        <a:cubicBezTo>
                          <a:pt x="0" y="-216"/>
                          <a:pt x="1463" y="6"/>
                          <a:pt x="2217" y="183"/>
                        </a:cubicBezTo>
                        <a:cubicBezTo>
                          <a:pt x="3014" y="405"/>
                          <a:pt x="4610" y="892"/>
                          <a:pt x="4610" y="15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27" name="Forme libre : forme 21626">
                    <a:extLst>
                      <a:ext uri="{FF2B5EF4-FFF2-40B4-BE49-F238E27FC236}">
                        <a16:creationId xmlns:a16="http://schemas.microsoft.com/office/drawing/2014/main" id="{642CD661-4490-4DE8-A8D0-2473EA0AD091}"/>
                      </a:ext>
                    </a:extLst>
                  </p:cNvPr>
                  <p:cNvSpPr/>
                  <p:nvPr/>
                </p:nvSpPr>
                <p:spPr>
                  <a:xfrm>
                    <a:off x="4469235" y="1165373"/>
                    <a:ext cx="37704" cy="24910"/>
                  </a:xfrm>
                  <a:custGeom>
                    <a:avLst/>
                    <a:gdLst>
                      <a:gd name="connsiteX0" fmla="*/ 30230 w 37704"/>
                      <a:gd name="connsiteY0" fmla="*/ 13254 h 24910"/>
                      <a:gd name="connsiteX1" fmla="*/ 37633 w 37704"/>
                      <a:gd name="connsiteY1" fmla="*/ 23140 h 24910"/>
                      <a:gd name="connsiteX2" fmla="*/ 33998 w 37704"/>
                      <a:gd name="connsiteY2" fmla="*/ 24647 h 24910"/>
                      <a:gd name="connsiteX3" fmla="*/ 29875 w 37704"/>
                      <a:gd name="connsiteY3" fmla="*/ 21544 h 24910"/>
                      <a:gd name="connsiteX4" fmla="*/ 17462 w 37704"/>
                      <a:gd name="connsiteY4" fmla="*/ 11525 h 24910"/>
                      <a:gd name="connsiteX5" fmla="*/ 6513 w 37704"/>
                      <a:gd name="connsiteY5" fmla="*/ 6471 h 24910"/>
                      <a:gd name="connsiteX6" fmla="*/ 528 w 37704"/>
                      <a:gd name="connsiteY6" fmla="*/ 974 h 24910"/>
                      <a:gd name="connsiteX7" fmla="*/ 22161 w 37704"/>
                      <a:gd name="connsiteY7" fmla="*/ 5540 h 24910"/>
                      <a:gd name="connsiteX8" fmla="*/ 30230 w 37704"/>
                      <a:gd name="connsiteY8" fmla="*/ 13254 h 24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704" h="24910">
                        <a:moveTo>
                          <a:pt x="30230" y="13254"/>
                        </a:moveTo>
                        <a:cubicBezTo>
                          <a:pt x="33820" y="16712"/>
                          <a:pt x="36347" y="19283"/>
                          <a:pt x="37633" y="23140"/>
                        </a:cubicBezTo>
                        <a:cubicBezTo>
                          <a:pt x="38121" y="24558"/>
                          <a:pt x="36037" y="25356"/>
                          <a:pt x="33998" y="24647"/>
                        </a:cubicBezTo>
                        <a:cubicBezTo>
                          <a:pt x="32003" y="23938"/>
                          <a:pt x="30983" y="22785"/>
                          <a:pt x="29875" y="21544"/>
                        </a:cubicBezTo>
                        <a:cubicBezTo>
                          <a:pt x="26462" y="17731"/>
                          <a:pt x="22294" y="14672"/>
                          <a:pt x="17462" y="11525"/>
                        </a:cubicBezTo>
                        <a:cubicBezTo>
                          <a:pt x="15955" y="10550"/>
                          <a:pt x="10857" y="8466"/>
                          <a:pt x="6513" y="6471"/>
                        </a:cubicBezTo>
                        <a:cubicBezTo>
                          <a:pt x="2168" y="4521"/>
                          <a:pt x="-1378" y="2437"/>
                          <a:pt x="528" y="974"/>
                        </a:cubicBezTo>
                        <a:cubicBezTo>
                          <a:pt x="4473" y="-2085"/>
                          <a:pt x="18083" y="2792"/>
                          <a:pt x="22161" y="5540"/>
                        </a:cubicBezTo>
                        <a:cubicBezTo>
                          <a:pt x="26329" y="8156"/>
                          <a:pt x="27481" y="10727"/>
                          <a:pt x="30230" y="1325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35" name="Graphique 2">
                  <a:extLst>
                    <a:ext uri="{FF2B5EF4-FFF2-40B4-BE49-F238E27FC236}">
                      <a16:creationId xmlns:a16="http://schemas.microsoft.com/office/drawing/2014/main" id="{B7C71035-8312-46C2-A2C7-35782915AC36}"/>
                    </a:ext>
                  </a:extLst>
                </p:cNvPr>
                <p:cNvGrpSpPr/>
                <p:nvPr/>
              </p:nvGrpSpPr>
              <p:grpSpPr>
                <a:xfrm>
                  <a:off x="4510353" y="1185906"/>
                  <a:ext cx="80319" cy="64664"/>
                  <a:chOff x="4510353" y="1185906"/>
                  <a:chExt cx="80319" cy="64664"/>
                </a:xfrm>
                <a:solidFill>
                  <a:schemeClr val="accent1"/>
                </a:solidFill>
              </p:grpSpPr>
              <p:sp>
                <p:nvSpPr>
                  <p:cNvPr id="21604" name="Forme libre : forme 21603">
                    <a:extLst>
                      <a:ext uri="{FF2B5EF4-FFF2-40B4-BE49-F238E27FC236}">
                        <a16:creationId xmlns:a16="http://schemas.microsoft.com/office/drawing/2014/main" id="{1733F2C2-67CC-4CF2-8936-32857D6B1325}"/>
                      </a:ext>
                    </a:extLst>
                  </p:cNvPr>
                  <p:cNvSpPr/>
                  <p:nvPr/>
                </p:nvSpPr>
                <p:spPr>
                  <a:xfrm>
                    <a:off x="4510353" y="1185906"/>
                    <a:ext cx="80319" cy="64664"/>
                  </a:xfrm>
                  <a:custGeom>
                    <a:avLst/>
                    <a:gdLst>
                      <a:gd name="connsiteX0" fmla="*/ 43904 w 80319"/>
                      <a:gd name="connsiteY0" fmla="*/ 55050 h 64664"/>
                      <a:gd name="connsiteX1" fmla="*/ 18857 w 80319"/>
                      <a:gd name="connsiteY1" fmla="*/ 36254 h 64664"/>
                      <a:gd name="connsiteX2" fmla="*/ 11809 w 80319"/>
                      <a:gd name="connsiteY2" fmla="*/ 29959 h 64664"/>
                      <a:gd name="connsiteX3" fmla="*/ 7065 w 80319"/>
                      <a:gd name="connsiteY3" fmla="*/ 23886 h 64664"/>
                      <a:gd name="connsiteX4" fmla="*/ 416 w 80319"/>
                      <a:gd name="connsiteY4" fmla="*/ 10409 h 64664"/>
                      <a:gd name="connsiteX5" fmla="*/ 4893 w 80319"/>
                      <a:gd name="connsiteY5" fmla="*/ 1410 h 64664"/>
                      <a:gd name="connsiteX6" fmla="*/ 21340 w 80319"/>
                      <a:gd name="connsiteY6" fmla="*/ 479 h 64664"/>
                      <a:gd name="connsiteX7" fmla="*/ 30250 w 80319"/>
                      <a:gd name="connsiteY7" fmla="*/ 3050 h 64664"/>
                      <a:gd name="connsiteX8" fmla="*/ 39515 w 80319"/>
                      <a:gd name="connsiteY8" fmla="*/ 7794 h 64664"/>
                      <a:gd name="connsiteX9" fmla="*/ 64829 w 80319"/>
                      <a:gd name="connsiteY9" fmla="*/ 26856 h 64664"/>
                      <a:gd name="connsiteX10" fmla="*/ 80256 w 80319"/>
                      <a:gd name="connsiteY10" fmla="*/ 56247 h 64664"/>
                      <a:gd name="connsiteX11" fmla="*/ 74936 w 80319"/>
                      <a:gd name="connsiteY11" fmla="*/ 64493 h 64664"/>
                      <a:gd name="connsiteX12" fmla="*/ 43904 w 80319"/>
                      <a:gd name="connsiteY12" fmla="*/ 55050 h 64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0319" h="64664">
                        <a:moveTo>
                          <a:pt x="43904" y="55050"/>
                        </a:moveTo>
                        <a:cubicBezTo>
                          <a:pt x="37787" y="50617"/>
                          <a:pt x="24842" y="40776"/>
                          <a:pt x="18857" y="36254"/>
                        </a:cubicBezTo>
                        <a:cubicBezTo>
                          <a:pt x="16064" y="34038"/>
                          <a:pt x="13759" y="31954"/>
                          <a:pt x="11809" y="29959"/>
                        </a:cubicBezTo>
                        <a:cubicBezTo>
                          <a:pt x="9814" y="27831"/>
                          <a:pt x="8440" y="25925"/>
                          <a:pt x="7065" y="23886"/>
                        </a:cubicBezTo>
                        <a:cubicBezTo>
                          <a:pt x="4405" y="19807"/>
                          <a:pt x="2366" y="15418"/>
                          <a:pt x="416" y="10409"/>
                        </a:cubicBezTo>
                        <a:cubicBezTo>
                          <a:pt x="-959" y="6996"/>
                          <a:pt x="1214" y="2385"/>
                          <a:pt x="4893" y="1410"/>
                        </a:cubicBezTo>
                        <a:cubicBezTo>
                          <a:pt x="10168" y="36"/>
                          <a:pt x="15488" y="-452"/>
                          <a:pt x="21340" y="479"/>
                        </a:cubicBezTo>
                        <a:cubicBezTo>
                          <a:pt x="24354" y="1011"/>
                          <a:pt x="27280" y="1898"/>
                          <a:pt x="30250" y="3050"/>
                        </a:cubicBezTo>
                        <a:cubicBezTo>
                          <a:pt x="33309" y="4203"/>
                          <a:pt x="36324" y="5843"/>
                          <a:pt x="39515" y="7794"/>
                        </a:cubicBezTo>
                        <a:cubicBezTo>
                          <a:pt x="46387" y="12005"/>
                          <a:pt x="58888" y="21581"/>
                          <a:pt x="64829" y="26856"/>
                        </a:cubicBezTo>
                        <a:cubicBezTo>
                          <a:pt x="76044" y="36697"/>
                          <a:pt x="78793" y="45741"/>
                          <a:pt x="80256" y="56247"/>
                        </a:cubicBezTo>
                        <a:cubicBezTo>
                          <a:pt x="80743" y="59882"/>
                          <a:pt x="78394" y="64227"/>
                          <a:pt x="74936" y="64493"/>
                        </a:cubicBezTo>
                        <a:cubicBezTo>
                          <a:pt x="64829" y="65335"/>
                          <a:pt x="55386" y="63207"/>
                          <a:pt x="43904" y="5505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05" name="Forme libre : forme 21604">
                    <a:extLst>
                      <a:ext uri="{FF2B5EF4-FFF2-40B4-BE49-F238E27FC236}">
                        <a16:creationId xmlns:a16="http://schemas.microsoft.com/office/drawing/2014/main" id="{3C9DD730-F4E7-4DF5-B17E-EF4E3CCE3371}"/>
                      </a:ext>
                    </a:extLst>
                  </p:cNvPr>
                  <p:cNvSpPr/>
                  <p:nvPr/>
                </p:nvSpPr>
                <p:spPr>
                  <a:xfrm>
                    <a:off x="4510392" y="1191793"/>
                    <a:ext cx="75163" cy="58755"/>
                  </a:xfrm>
                  <a:custGeom>
                    <a:avLst/>
                    <a:gdLst>
                      <a:gd name="connsiteX0" fmla="*/ 29990 w 75163"/>
                      <a:gd name="connsiteY0" fmla="*/ 22830 h 58755"/>
                      <a:gd name="connsiteX1" fmla="*/ 13853 w 75163"/>
                      <a:gd name="connsiteY1" fmla="*/ 11925 h 58755"/>
                      <a:gd name="connsiteX2" fmla="*/ 377 w 75163"/>
                      <a:gd name="connsiteY2" fmla="*/ 0 h 58755"/>
                      <a:gd name="connsiteX3" fmla="*/ 421 w 75163"/>
                      <a:gd name="connsiteY3" fmla="*/ 4433 h 58755"/>
                      <a:gd name="connsiteX4" fmla="*/ 2505 w 75163"/>
                      <a:gd name="connsiteY4" fmla="*/ 9398 h 58755"/>
                      <a:gd name="connsiteX5" fmla="*/ 10174 w 75163"/>
                      <a:gd name="connsiteY5" fmla="*/ 22077 h 58755"/>
                      <a:gd name="connsiteX6" fmla="*/ 18863 w 75163"/>
                      <a:gd name="connsiteY6" fmla="*/ 30278 h 58755"/>
                      <a:gd name="connsiteX7" fmla="*/ 22808 w 75163"/>
                      <a:gd name="connsiteY7" fmla="*/ 33293 h 58755"/>
                      <a:gd name="connsiteX8" fmla="*/ 42048 w 75163"/>
                      <a:gd name="connsiteY8" fmla="*/ 47700 h 58755"/>
                      <a:gd name="connsiteX9" fmla="*/ 43954 w 75163"/>
                      <a:gd name="connsiteY9" fmla="*/ 49074 h 58755"/>
                      <a:gd name="connsiteX10" fmla="*/ 55569 w 75163"/>
                      <a:gd name="connsiteY10" fmla="*/ 55635 h 58755"/>
                      <a:gd name="connsiteX11" fmla="*/ 70242 w 75163"/>
                      <a:gd name="connsiteY11" fmla="*/ 58739 h 58755"/>
                      <a:gd name="connsiteX12" fmla="*/ 74986 w 75163"/>
                      <a:gd name="connsiteY12" fmla="*/ 58606 h 58755"/>
                      <a:gd name="connsiteX13" fmla="*/ 75163 w 75163"/>
                      <a:gd name="connsiteY13" fmla="*/ 58561 h 58755"/>
                      <a:gd name="connsiteX14" fmla="*/ 29990 w 75163"/>
                      <a:gd name="connsiteY14" fmla="*/ 22830 h 58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5163" h="58755">
                        <a:moveTo>
                          <a:pt x="29990" y="22830"/>
                        </a:moveTo>
                        <a:cubicBezTo>
                          <a:pt x="24493" y="19328"/>
                          <a:pt x="18863" y="15693"/>
                          <a:pt x="13853" y="11925"/>
                        </a:cubicBezTo>
                        <a:cubicBezTo>
                          <a:pt x="8844" y="8246"/>
                          <a:pt x="4012" y="4433"/>
                          <a:pt x="377" y="0"/>
                        </a:cubicBezTo>
                        <a:cubicBezTo>
                          <a:pt x="-111" y="1463"/>
                          <a:pt x="-155" y="3059"/>
                          <a:pt x="421" y="4433"/>
                        </a:cubicBezTo>
                        <a:cubicBezTo>
                          <a:pt x="1086" y="6162"/>
                          <a:pt x="1795" y="7802"/>
                          <a:pt x="2505" y="9398"/>
                        </a:cubicBezTo>
                        <a:cubicBezTo>
                          <a:pt x="4588" y="14009"/>
                          <a:pt x="6938" y="18087"/>
                          <a:pt x="10174" y="22077"/>
                        </a:cubicBezTo>
                        <a:cubicBezTo>
                          <a:pt x="12435" y="24825"/>
                          <a:pt x="15228" y="27352"/>
                          <a:pt x="18863" y="30278"/>
                        </a:cubicBezTo>
                        <a:cubicBezTo>
                          <a:pt x="19971" y="31120"/>
                          <a:pt x="21345" y="32140"/>
                          <a:pt x="22808" y="33293"/>
                        </a:cubicBezTo>
                        <a:cubicBezTo>
                          <a:pt x="28749" y="37770"/>
                          <a:pt x="36817" y="43799"/>
                          <a:pt x="42048" y="47700"/>
                        </a:cubicBezTo>
                        <a:cubicBezTo>
                          <a:pt x="42713" y="48188"/>
                          <a:pt x="43378" y="48675"/>
                          <a:pt x="43954" y="49074"/>
                        </a:cubicBezTo>
                        <a:cubicBezTo>
                          <a:pt x="48033" y="51956"/>
                          <a:pt x="51845" y="54084"/>
                          <a:pt x="55569" y="55635"/>
                        </a:cubicBezTo>
                        <a:cubicBezTo>
                          <a:pt x="60623" y="57675"/>
                          <a:pt x="65455" y="58517"/>
                          <a:pt x="70242" y="58739"/>
                        </a:cubicBezTo>
                        <a:cubicBezTo>
                          <a:pt x="71794" y="58783"/>
                          <a:pt x="73390" y="58739"/>
                          <a:pt x="74986" y="58606"/>
                        </a:cubicBezTo>
                        <a:lnTo>
                          <a:pt x="75163" y="58561"/>
                        </a:lnTo>
                        <a:cubicBezTo>
                          <a:pt x="60800" y="45838"/>
                          <a:pt x="45772" y="32849"/>
                          <a:pt x="29990" y="2283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06" name="Forme libre : forme 21605">
                    <a:extLst>
                      <a:ext uri="{FF2B5EF4-FFF2-40B4-BE49-F238E27FC236}">
                        <a16:creationId xmlns:a16="http://schemas.microsoft.com/office/drawing/2014/main" id="{8B9E8127-ABCD-4D31-8103-D5DF2BAAB15F}"/>
                      </a:ext>
                    </a:extLst>
                  </p:cNvPr>
                  <p:cNvSpPr/>
                  <p:nvPr/>
                </p:nvSpPr>
                <p:spPr>
                  <a:xfrm>
                    <a:off x="4539323" y="1207313"/>
                    <a:ext cx="35965" cy="29727"/>
                  </a:xfrm>
                  <a:custGeom>
                    <a:avLst/>
                    <a:gdLst>
                      <a:gd name="connsiteX0" fmla="*/ 35548 w 35965"/>
                      <a:gd name="connsiteY0" fmla="*/ 28944 h 29727"/>
                      <a:gd name="connsiteX1" fmla="*/ 13870 w 35965"/>
                      <a:gd name="connsiteY1" fmla="*/ 18881 h 29727"/>
                      <a:gd name="connsiteX2" fmla="*/ 394 w 35965"/>
                      <a:gd name="connsiteY2" fmla="*/ 1193 h 29727"/>
                      <a:gd name="connsiteX3" fmla="*/ 20830 w 35965"/>
                      <a:gd name="connsiteY3" fmla="*/ 9660 h 29727"/>
                      <a:gd name="connsiteX4" fmla="*/ 35548 w 35965"/>
                      <a:gd name="connsiteY4" fmla="*/ 28944 h 29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65" h="29727">
                        <a:moveTo>
                          <a:pt x="35548" y="28944"/>
                        </a:moveTo>
                        <a:cubicBezTo>
                          <a:pt x="32666" y="32623"/>
                          <a:pt x="18569" y="22339"/>
                          <a:pt x="13870" y="18881"/>
                        </a:cubicBezTo>
                        <a:cubicBezTo>
                          <a:pt x="9260" y="15290"/>
                          <a:pt x="-2266" y="5404"/>
                          <a:pt x="394" y="1193"/>
                        </a:cubicBezTo>
                        <a:cubicBezTo>
                          <a:pt x="3231" y="-3285"/>
                          <a:pt x="16574" y="6025"/>
                          <a:pt x="20830" y="9660"/>
                        </a:cubicBezTo>
                        <a:cubicBezTo>
                          <a:pt x="25219" y="13206"/>
                          <a:pt x="38474" y="25220"/>
                          <a:pt x="35548" y="2894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07" name="Forme libre : forme 21606">
                    <a:extLst>
                      <a:ext uri="{FF2B5EF4-FFF2-40B4-BE49-F238E27FC236}">
                        <a16:creationId xmlns:a16="http://schemas.microsoft.com/office/drawing/2014/main" id="{2AF28801-5067-4FA3-AB41-7852AC3E5F2A}"/>
                      </a:ext>
                    </a:extLst>
                  </p:cNvPr>
                  <p:cNvSpPr/>
                  <p:nvPr/>
                </p:nvSpPr>
                <p:spPr>
                  <a:xfrm>
                    <a:off x="4539345" y="1207196"/>
                    <a:ext cx="21916" cy="24450"/>
                  </a:xfrm>
                  <a:custGeom>
                    <a:avLst/>
                    <a:gdLst>
                      <a:gd name="connsiteX0" fmla="*/ 10745 w 21916"/>
                      <a:gd name="connsiteY0" fmla="*/ 3083 h 24450"/>
                      <a:gd name="connsiteX1" fmla="*/ 150 w 21916"/>
                      <a:gd name="connsiteY1" fmla="*/ 1265 h 24450"/>
                      <a:gd name="connsiteX2" fmla="*/ 14026 w 21916"/>
                      <a:gd name="connsiteY2" fmla="*/ 19219 h 24450"/>
                      <a:gd name="connsiteX3" fmla="*/ 21917 w 21916"/>
                      <a:gd name="connsiteY3" fmla="*/ 24450 h 24450"/>
                      <a:gd name="connsiteX4" fmla="*/ 18148 w 21916"/>
                      <a:gd name="connsiteY4" fmla="*/ 21037 h 24450"/>
                      <a:gd name="connsiteX5" fmla="*/ 10745 w 21916"/>
                      <a:gd name="connsiteY5" fmla="*/ 3083 h 24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916" h="24450">
                        <a:moveTo>
                          <a:pt x="10745" y="3083"/>
                        </a:moveTo>
                        <a:cubicBezTo>
                          <a:pt x="7908" y="2108"/>
                          <a:pt x="1125" y="-2059"/>
                          <a:pt x="150" y="1265"/>
                        </a:cubicBezTo>
                        <a:cubicBezTo>
                          <a:pt x="-1313" y="6363"/>
                          <a:pt x="8263" y="14653"/>
                          <a:pt x="14026" y="19219"/>
                        </a:cubicBezTo>
                        <a:cubicBezTo>
                          <a:pt x="15710" y="20594"/>
                          <a:pt x="19744" y="23254"/>
                          <a:pt x="21917" y="24450"/>
                        </a:cubicBezTo>
                        <a:cubicBezTo>
                          <a:pt x="20853" y="23520"/>
                          <a:pt x="19035" y="22057"/>
                          <a:pt x="18148" y="21037"/>
                        </a:cubicBezTo>
                        <a:cubicBezTo>
                          <a:pt x="13361" y="15097"/>
                          <a:pt x="7819" y="7826"/>
                          <a:pt x="10745" y="308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08" name="Forme libre : forme 21607">
                    <a:extLst>
                      <a:ext uri="{FF2B5EF4-FFF2-40B4-BE49-F238E27FC236}">
                        <a16:creationId xmlns:a16="http://schemas.microsoft.com/office/drawing/2014/main" id="{916F3B00-A530-4701-A279-2A942C92A16E}"/>
                      </a:ext>
                    </a:extLst>
                  </p:cNvPr>
                  <p:cNvSpPr/>
                  <p:nvPr/>
                </p:nvSpPr>
                <p:spPr>
                  <a:xfrm>
                    <a:off x="4540499" y="1209728"/>
                    <a:ext cx="36197" cy="29501"/>
                  </a:xfrm>
                  <a:custGeom>
                    <a:avLst/>
                    <a:gdLst>
                      <a:gd name="connsiteX0" fmla="*/ 35480 w 36197"/>
                      <a:gd name="connsiteY0" fmla="*/ 29012 h 29501"/>
                      <a:gd name="connsiteX1" fmla="*/ 13492 w 36197"/>
                      <a:gd name="connsiteY1" fmla="*/ 18905 h 29501"/>
                      <a:gd name="connsiteX2" fmla="*/ 4138 w 36197"/>
                      <a:gd name="connsiteY2" fmla="*/ 10304 h 29501"/>
                      <a:gd name="connsiteX3" fmla="*/ 370 w 36197"/>
                      <a:gd name="connsiteY3" fmla="*/ 1217 h 29501"/>
                      <a:gd name="connsiteX4" fmla="*/ 9990 w 36197"/>
                      <a:gd name="connsiteY4" fmla="*/ 2458 h 29501"/>
                      <a:gd name="connsiteX5" fmla="*/ 20629 w 36197"/>
                      <a:gd name="connsiteY5" fmla="*/ 9772 h 29501"/>
                      <a:gd name="connsiteX6" fmla="*/ 35480 w 36197"/>
                      <a:gd name="connsiteY6" fmla="*/ 29012 h 29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197" h="29501">
                        <a:moveTo>
                          <a:pt x="35480" y="29012"/>
                        </a:moveTo>
                        <a:cubicBezTo>
                          <a:pt x="31402" y="31716"/>
                          <a:pt x="18634" y="22495"/>
                          <a:pt x="13492" y="18905"/>
                        </a:cubicBezTo>
                        <a:cubicBezTo>
                          <a:pt x="10965" y="16998"/>
                          <a:pt x="7064" y="13762"/>
                          <a:pt x="4138" y="10304"/>
                        </a:cubicBezTo>
                        <a:cubicBezTo>
                          <a:pt x="1168" y="6979"/>
                          <a:pt x="-871" y="3522"/>
                          <a:pt x="370" y="1217"/>
                        </a:cubicBezTo>
                        <a:cubicBezTo>
                          <a:pt x="1656" y="-1089"/>
                          <a:pt x="5690" y="197"/>
                          <a:pt x="9990" y="2458"/>
                        </a:cubicBezTo>
                        <a:cubicBezTo>
                          <a:pt x="14201" y="4807"/>
                          <a:pt x="18634" y="8088"/>
                          <a:pt x="20629" y="9772"/>
                        </a:cubicBezTo>
                        <a:cubicBezTo>
                          <a:pt x="24796" y="12876"/>
                          <a:pt x="39603" y="26263"/>
                          <a:pt x="35480" y="2901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09" name="Forme libre : forme 21608">
                    <a:extLst>
                      <a:ext uri="{FF2B5EF4-FFF2-40B4-BE49-F238E27FC236}">
                        <a16:creationId xmlns:a16="http://schemas.microsoft.com/office/drawing/2014/main" id="{452C2484-94C5-4084-8F33-A339F805996B}"/>
                      </a:ext>
                    </a:extLst>
                  </p:cNvPr>
                  <p:cNvSpPr/>
                  <p:nvPr/>
                </p:nvSpPr>
                <p:spPr>
                  <a:xfrm>
                    <a:off x="4521841" y="1193167"/>
                    <a:ext cx="41398" cy="42973"/>
                  </a:xfrm>
                  <a:custGeom>
                    <a:avLst/>
                    <a:gdLst>
                      <a:gd name="connsiteX0" fmla="*/ 100 w 41398"/>
                      <a:gd name="connsiteY0" fmla="*/ 4655 h 42973"/>
                      <a:gd name="connsiteX1" fmla="*/ 2094 w 41398"/>
                      <a:gd name="connsiteY1" fmla="*/ 12280 h 42973"/>
                      <a:gd name="connsiteX2" fmla="*/ 14153 w 41398"/>
                      <a:gd name="connsiteY2" fmla="*/ 29525 h 42973"/>
                      <a:gd name="connsiteX3" fmla="*/ 31486 w 41398"/>
                      <a:gd name="connsiteY3" fmla="*/ 41361 h 42973"/>
                      <a:gd name="connsiteX4" fmla="*/ 41327 w 41398"/>
                      <a:gd name="connsiteY4" fmla="*/ 41051 h 42973"/>
                      <a:gd name="connsiteX5" fmla="*/ 37648 w 41398"/>
                      <a:gd name="connsiteY5" fmla="*/ 34623 h 42973"/>
                      <a:gd name="connsiteX6" fmla="*/ 26610 w 41398"/>
                      <a:gd name="connsiteY6" fmla="*/ 17866 h 42973"/>
                      <a:gd name="connsiteX7" fmla="*/ 13931 w 41398"/>
                      <a:gd name="connsiteY7" fmla="*/ 1818 h 42973"/>
                      <a:gd name="connsiteX8" fmla="*/ 4533 w 41398"/>
                      <a:gd name="connsiteY8" fmla="*/ 266 h 42973"/>
                      <a:gd name="connsiteX9" fmla="*/ 100 w 41398"/>
                      <a:gd name="connsiteY9" fmla="*/ 4655 h 42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1398" h="42973">
                        <a:moveTo>
                          <a:pt x="100" y="4655"/>
                        </a:moveTo>
                        <a:cubicBezTo>
                          <a:pt x="-255" y="7803"/>
                          <a:pt x="321" y="9088"/>
                          <a:pt x="2094" y="12280"/>
                        </a:cubicBezTo>
                        <a:cubicBezTo>
                          <a:pt x="5508" y="18486"/>
                          <a:pt x="8035" y="23584"/>
                          <a:pt x="14153" y="29525"/>
                        </a:cubicBezTo>
                        <a:cubicBezTo>
                          <a:pt x="19206" y="34401"/>
                          <a:pt x="25767" y="39012"/>
                          <a:pt x="31486" y="41361"/>
                        </a:cubicBezTo>
                        <a:cubicBezTo>
                          <a:pt x="35742" y="43134"/>
                          <a:pt x="40441" y="43977"/>
                          <a:pt x="41327" y="41051"/>
                        </a:cubicBezTo>
                        <a:cubicBezTo>
                          <a:pt x="41859" y="39278"/>
                          <a:pt x="39288" y="36928"/>
                          <a:pt x="37648" y="34623"/>
                        </a:cubicBezTo>
                        <a:cubicBezTo>
                          <a:pt x="33747" y="29170"/>
                          <a:pt x="29757" y="24161"/>
                          <a:pt x="26610" y="17866"/>
                        </a:cubicBezTo>
                        <a:cubicBezTo>
                          <a:pt x="23905" y="12546"/>
                          <a:pt x="21511" y="5630"/>
                          <a:pt x="13931" y="1818"/>
                        </a:cubicBezTo>
                        <a:cubicBezTo>
                          <a:pt x="10606" y="89"/>
                          <a:pt x="7104" y="-354"/>
                          <a:pt x="4533" y="266"/>
                        </a:cubicBezTo>
                        <a:cubicBezTo>
                          <a:pt x="2006" y="887"/>
                          <a:pt x="321" y="2483"/>
                          <a:pt x="100" y="465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10" name="Forme libre : forme 21609">
                    <a:extLst>
                      <a:ext uri="{FF2B5EF4-FFF2-40B4-BE49-F238E27FC236}">
                        <a16:creationId xmlns:a16="http://schemas.microsoft.com/office/drawing/2014/main" id="{9335BFB7-51AA-46EF-974E-58BDB5A99B65}"/>
                      </a:ext>
                    </a:extLst>
                  </p:cNvPr>
                  <p:cNvSpPr/>
                  <p:nvPr/>
                </p:nvSpPr>
                <p:spPr>
                  <a:xfrm>
                    <a:off x="4533797" y="1198769"/>
                    <a:ext cx="17375" cy="9035"/>
                  </a:xfrm>
                  <a:custGeom>
                    <a:avLst/>
                    <a:gdLst>
                      <a:gd name="connsiteX0" fmla="*/ 2373 w 17375"/>
                      <a:gd name="connsiteY0" fmla="*/ 161 h 9035"/>
                      <a:gd name="connsiteX1" fmla="*/ 245 w 17375"/>
                      <a:gd name="connsiteY1" fmla="*/ 205 h 9035"/>
                      <a:gd name="connsiteX2" fmla="*/ 821 w 17375"/>
                      <a:gd name="connsiteY2" fmla="*/ 1890 h 9035"/>
                      <a:gd name="connsiteX3" fmla="*/ 3614 w 17375"/>
                      <a:gd name="connsiteY3" fmla="*/ 3796 h 9035"/>
                      <a:gd name="connsiteX4" fmla="*/ 10973 w 17375"/>
                      <a:gd name="connsiteY4" fmla="*/ 7697 h 9035"/>
                      <a:gd name="connsiteX5" fmla="*/ 13766 w 17375"/>
                      <a:gd name="connsiteY5" fmla="*/ 8850 h 9035"/>
                      <a:gd name="connsiteX6" fmla="*/ 14608 w 17375"/>
                      <a:gd name="connsiteY6" fmla="*/ 4594 h 9035"/>
                      <a:gd name="connsiteX7" fmla="*/ 2373 w 17375"/>
                      <a:gd name="connsiteY7" fmla="*/ 161 h 9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375" h="9035">
                        <a:moveTo>
                          <a:pt x="2373" y="161"/>
                        </a:moveTo>
                        <a:cubicBezTo>
                          <a:pt x="1442" y="-16"/>
                          <a:pt x="777" y="-105"/>
                          <a:pt x="245" y="205"/>
                        </a:cubicBezTo>
                        <a:cubicBezTo>
                          <a:pt x="-287" y="516"/>
                          <a:pt x="112" y="1225"/>
                          <a:pt x="821" y="1890"/>
                        </a:cubicBezTo>
                        <a:cubicBezTo>
                          <a:pt x="1486" y="2555"/>
                          <a:pt x="2728" y="3220"/>
                          <a:pt x="3614" y="3796"/>
                        </a:cubicBezTo>
                        <a:cubicBezTo>
                          <a:pt x="6008" y="5170"/>
                          <a:pt x="8579" y="6545"/>
                          <a:pt x="10973" y="7697"/>
                        </a:cubicBezTo>
                        <a:cubicBezTo>
                          <a:pt x="11948" y="8185"/>
                          <a:pt x="12879" y="8628"/>
                          <a:pt x="13766" y="8850"/>
                        </a:cubicBezTo>
                        <a:cubicBezTo>
                          <a:pt x="17578" y="9692"/>
                          <a:pt x="19130" y="7564"/>
                          <a:pt x="14608" y="4594"/>
                        </a:cubicBezTo>
                        <a:cubicBezTo>
                          <a:pt x="11106" y="2333"/>
                          <a:pt x="6141" y="782"/>
                          <a:pt x="2373" y="16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11" name="Forme libre : forme 21610">
                    <a:extLst>
                      <a:ext uri="{FF2B5EF4-FFF2-40B4-BE49-F238E27FC236}">
                        <a16:creationId xmlns:a16="http://schemas.microsoft.com/office/drawing/2014/main" id="{674F88AB-8322-436B-B471-A13215CD4832}"/>
                      </a:ext>
                    </a:extLst>
                  </p:cNvPr>
                  <p:cNvSpPr/>
                  <p:nvPr/>
                </p:nvSpPr>
                <p:spPr>
                  <a:xfrm>
                    <a:off x="4555587" y="1241000"/>
                    <a:ext cx="29568" cy="8080"/>
                  </a:xfrm>
                  <a:custGeom>
                    <a:avLst/>
                    <a:gdLst>
                      <a:gd name="connsiteX0" fmla="*/ 29569 w 29568"/>
                      <a:gd name="connsiteY0" fmla="*/ 7581 h 8080"/>
                      <a:gd name="connsiteX1" fmla="*/ 0 w 29568"/>
                      <a:gd name="connsiteY1" fmla="*/ 0 h 8080"/>
                      <a:gd name="connsiteX2" fmla="*/ 29569 w 29568"/>
                      <a:gd name="connsiteY2" fmla="*/ 7581 h 8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568" h="8080">
                        <a:moveTo>
                          <a:pt x="29569" y="7581"/>
                        </a:moveTo>
                        <a:cubicBezTo>
                          <a:pt x="22298" y="9886"/>
                          <a:pt x="8556" y="3679"/>
                          <a:pt x="0" y="0"/>
                        </a:cubicBezTo>
                        <a:cubicBezTo>
                          <a:pt x="9309" y="4078"/>
                          <a:pt x="20924" y="6605"/>
                          <a:pt x="29569" y="758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12" name="Forme libre : forme 21611">
                    <a:extLst>
                      <a:ext uri="{FF2B5EF4-FFF2-40B4-BE49-F238E27FC236}">
                        <a16:creationId xmlns:a16="http://schemas.microsoft.com/office/drawing/2014/main" id="{46571E2B-F725-43B4-9E01-77F505D7282A}"/>
                      </a:ext>
                    </a:extLst>
                  </p:cNvPr>
                  <p:cNvSpPr/>
                  <p:nvPr/>
                </p:nvSpPr>
                <p:spPr>
                  <a:xfrm>
                    <a:off x="4515468" y="1187692"/>
                    <a:ext cx="34755" cy="7603"/>
                  </a:xfrm>
                  <a:custGeom>
                    <a:avLst/>
                    <a:gdLst>
                      <a:gd name="connsiteX0" fmla="*/ 34755 w 34755"/>
                      <a:gd name="connsiteY0" fmla="*/ 7603 h 7603"/>
                      <a:gd name="connsiteX1" fmla="*/ 16934 w 34755"/>
                      <a:gd name="connsiteY1" fmla="*/ 776 h 7603"/>
                      <a:gd name="connsiteX2" fmla="*/ 0 w 34755"/>
                      <a:gd name="connsiteY2" fmla="*/ 688 h 7603"/>
                      <a:gd name="connsiteX3" fmla="*/ 17067 w 34755"/>
                      <a:gd name="connsiteY3" fmla="*/ 1485 h 7603"/>
                      <a:gd name="connsiteX4" fmla="*/ 34755 w 34755"/>
                      <a:gd name="connsiteY4" fmla="*/ 7603 h 7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755" h="7603">
                        <a:moveTo>
                          <a:pt x="34755" y="7603"/>
                        </a:moveTo>
                        <a:cubicBezTo>
                          <a:pt x="29081" y="4145"/>
                          <a:pt x="23052" y="1973"/>
                          <a:pt x="16934" y="776"/>
                        </a:cubicBezTo>
                        <a:cubicBezTo>
                          <a:pt x="10728" y="-332"/>
                          <a:pt x="5009" y="-155"/>
                          <a:pt x="0" y="688"/>
                        </a:cubicBezTo>
                        <a:cubicBezTo>
                          <a:pt x="4610" y="-288"/>
                          <a:pt x="10639" y="-22"/>
                          <a:pt x="17067" y="1485"/>
                        </a:cubicBezTo>
                        <a:cubicBezTo>
                          <a:pt x="23362" y="2948"/>
                          <a:pt x="29524" y="5298"/>
                          <a:pt x="34755" y="76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13" name="Forme libre : forme 21612">
                    <a:extLst>
                      <a:ext uri="{FF2B5EF4-FFF2-40B4-BE49-F238E27FC236}">
                        <a16:creationId xmlns:a16="http://schemas.microsoft.com/office/drawing/2014/main" id="{BD4DB638-75D1-4766-8768-4E73E39C93E3}"/>
                      </a:ext>
                    </a:extLst>
                  </p:cNvPr>
                  <p:cNvSpPr/>
                  <p:nvPr/>
                </p:nvSpPr>
                <p:spPr>
                  <a:xfrm>
                    <a:off x="4555793" y="1216693"/>
                    <a:ext cx="12526" cy="11943"/>
                  </a:xfrm>
                  <a:custGeom>
                    <a:avLst/>
                    <a:gdLst>
                      <a:gd name="connsiteX0" fmla="*/ 12073 w 12526"/>
                      <a:gd name="connsiteY0" fmla="*/ 11895 h 11943"/>
                      <a:gd name="connsiteX1" fmla="*/ 4005 w 12526"/>
                      <a:gd name="connsiteY1" fmla="*/ 6309 h 11943"/>
                      <a:gd name="connsiteX2" fmla="*/ 547 w 12526"/>
                      <a:gd name="connsiteY2" fmla="*/ 59 h 11943"/>
                      <a:gd name="connsiteX3" fmla="*/ 8217 w 12526"/>
                      <a:gd name="connsiteY3" fmla="*/ 5290 h 11943"/>
                      <a:gd name="connsiteX4" fmla="*/ 12073 w 12526"/>
                      <a:gd name="connsiteY4" fmla="*/ 11895 h 11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26" h="11943">
                        <a:moveTo>
                          <a:pt x="12073" y="11895"/>
                        </a:moveTo>
                        <a:cubicBezTo>
                          <a:pt x="10212" y="12471"/>
                          <a:pt x="5468" y="7728"/>
                          <a:pt x="4005" y="6309"/>
                        </a:cubicBezTo>
                        <a:cubicBezTo>
                          <a:pt x="2542" y="4846"/>
                          <a:pt x="-1447" y="679"/>
                          <a:pt x="547" y="59"/>
                        </a:cubicBezTo>
                        <a:cubicBezTo>
                          <a:pt x="2587" y="-562"/>
                          <a:pt x="6842" y="3915"/>
                          <a:pt x="8217" y="5290"/>
                        </a:cubicBezTo>
                        <a:cubicBezTo>
                          <a:pt x="9547" y="6708"/>
                          <a:pt x="13935" y="11363"/>
                          <a:pt x="12073" y="1189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14" name="Forme libre : forme 21613">
                    <a:extLst>
                      <a:ext uri="{FF2B5EF4-FFF2-40B4-BE49-F238E27FC236}">
                        <a16:creationId xmlns:a16="http://schemas.microsoft.com/office/drawing/2014/main" id="{1F6C4FAD-39C9-4F88-97B5-42014EE9878F}"/>
                      </a:ext>
                    </a:extLst>
                  </p:cNvPr>
                  <p:cNvSpPr/>
                  <p:nvPr/>
                </p:nvSpPr>
                <p:spPr>
                  <a:xfrm>
                    <a:off x="4566409" y="1226684"/>
                    <a:ext cx="3767" cy="3401"/>
                  </a:xfrm>
                  <a:custGeom>
                    <a:avLst/>
                    <a:gdLst>
                      <a:gd name="connsiteX0" fmla="*/ 3719 w 3767"/>
                      <a:gd name="connsiteY0" fmla="*/ 3189 h 3401"/>
                      <a:gd name="connsiteX1" fmla="*/ 1546 w 3767"/>
                      <a:gd name="connsiteY1" fmla="*/ 2435 h 3401"/>
                      <a:gd name="connsiteX2" fmla="*/ 39 w 3767"/>
                      <a:gd name="connsiteY2" fmla="*/ 219 h 3401"/>
                      <a:gd name="connsiteX3" fmla="*/ 2167 w 3767"/>
                      <a:gd name="connsiteY3" fmla="*/ 972 h 3401"/>
                      <a:gd name="connsiteX4" fmla="*/ 3719 w 3767"/>
                      <a:gd name="connsiteY4" fmla="*/ 3189 h 3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7" h="3401">
                        <a:moveTo>
                          <a:pt x="3719" y="3189"/>
                        </a:moveTo>
                        <a:cubicBezTo>
                          <a:pt x="3453" y="3810"/>
                          <a:pt x="2167" y="2923"/>
                          <a:pt x="1546" y="2435"/>
                        </a:cubicBezTo>
                        <a:cubicBezTo>
                          <a:pt x="926" y="1948"/>
                          <a:pt x="-227" y="839"/>
                          <a:pt x="39" y="219"/>
                        </a:cubicBezTo>
                        <a:cubicBezTo>
                          <a:pt x="349" y="-402"/>
                          <a:pt x="1546" y="441"/>
                          <a:pt x="2167" y="972"/>
                        </a:cubicBezTo>
                        <a:cubicBezTo>
                          <a:pt x="2788" y="1460"/>
                          <a:pt x="4029" y="2613"/>
                          <a:pt x="3719" y="31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15" name="Forme libre : forme 21614">
                    <a:extLst>
                      <a:ext uri="{FF2B5EF4-FFF2-40B4-BE49-F238E27FC236}">
                        <a16:creationId xmlns:a16="http://schemas.microsoft.com/office/drawing/2014/main" id="{23B1C537-0C58-48C9-87E2-764B267AB4BA}"/>
                      </a:ext>
                    </a:extLst>
                  </p:cNvPr>
                  <p:cNvSpPr/>
                  <p:nvPr/>
                </p:nvSpPr>
                <p:spPr>
                  <a:xfrm>
                    <a:off x="4561494" y="1208850"/>
                    <a:ext cx="24830" cy="36356"/>
                  </a:xfrm>
                  <a:custGeom>
                    <a:avLst/>
                    <a:gdLst>
                      <a:gd name="connsiteX0" fmla="*/ 21756 w 24830"/>
                      <a:gd name="connsiteY0" fmla="*/ 23417 h 36356"/>
                      <a:gd name="connsiteX1" fmla="*/ 24815 w 24830"/>
                      <a:gd name="connsiteY1" fmla="*/ 35209 h 36356"/>
                      <a:gd name="connsiteX2" fmla="*/ 20914 w 24830"/>
                      <a:gd name="connsiteY2" fmla="*/ 35342 h 36356"/>
                      <a:gd name="connsiteX3" fmla="*/ 18254 w 24830"/>
                      <a:gd name="connsiteY3" fmla="*/ 30909 h 36356"/>
                      <a:gd name="connsiteX4" fmla="*/ 11028 w 24830"/>
                      <a:gd name="connsiteY4" fmla="*/ 16812 h 36356"/>
                      <a:gd name="connsiteX5" fmla="*/ 1009 w 24830"/>
                      <a:gd name="connsiteY5" fmla="*/ 55 h 36356"/>
                      <a:gd name="connsiteX6" fmla="*/ 17766 w 24830"/>
                      <a:gd name="connsiteY6" fmla="*/ 13265 h 36356"/>
                      <a:gd name="connsiteX7" fmla="*/ 21756 w 24830"/>
                      <a:gd name="connsiteY7" fmla="*/ 23417 h 36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830" h="36356">
                        <a:moveTo>
                          <a:pt x="21756" y="23417"/>
                        </a:moveTo>
                        <a:cubicBezTo>
                          <a:pt x="23662" y="27939"/>
                          <a:pt x="24992" y="31175"/>
                          <a:pt x="24815" y="35209"/>
                        </a:cubicBezTo>
                        <a:cubicBezTo>
                          <a:pt x="24771" y="36716"/>
                          <a:pt x="22554" y="36716"/>
                          <a:pt x="20914" y="35342"/>
                        </a:cubicBezTo>
                        <a:cubicBezTo>
                          <a:pt x="19273" y="33968"/>
                          <a:pt x="18786" y="32461"/>
                          <a:pt x="18254" y="30909"/>
                        </a:cubicBezTo>
                        <a:cubicBezTo>
                          <a:pt x="16569" y="26077"/>
                          <a:pt x="14042" y="21644"/>
                          <a:pt x="11028" y="16812"/>
                        </a:cubicBezTo>
                        <a:cubicBezTo>
                          <a:pt x="9210" y="13753"/>
                          <a:pt x="-3646" y="897"/>
                          <a:pt x="1009" y="55"/>
                        </a:cubicBezTo>
                        <a:cubicBezTo>
                          <a:pt x="5841" y="-832"/>
                          <a:pt x="15284" y="9276"/>
                          <a:pt x="17766" y="13265"/>
                        </a:cubicBezTo>
                        <a:cubicBezTo>
                          <a:pt x="20293" y="17344"/>
                          <a:pt x="20293" y="20004"/>
                          <a:pt x="21756" y="2341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36" name="Graphique 2">
                  <a:extLst>
                    <a:ext uri="{FF2B5EF4-FFF2-40B4-BE49-F238E27FC236}">
                      <a16:creationId xmlns:a16="http://schemas.microsoft.com/office/drawing/2014/main" id="{A9DFE8A0-8249-45B5-A94D-2A31B5082E08}"/>
                    </a:ext>
                  </a:extLst>
                </p:cNvPr>
                <p:cNvGrpSpPr/>
                <p:nvPr/>
              </p:nvGrpSpPr>
              <p:grpSpPr>
                <a:xfrm>
                  <a:off x="4587363" y="1245690"/>
                  <a:ext cx="80954" cy="64612"/>
                  <a:chOff x="4587363" y="1245690"/>
                  <a:chExt cx="80954" cy="64612"/>
                </a:xfrm>
                <a:solidFill>
                  <a:schemeClr val="accent1"/>
                </a:solidFill>
              </p:grpSpPr>
              <p:sp>
                <p:nvSpPr>
                  <p:cNvPr id="21592" name="Forme libre : forme 21591">
                    <a:extLst>
                      <a:ext uri="{FF2B5EF4-FFF2-40B4-BE49-F238E27FC236}">
                        <a16:creationId xmlns:a16="http://schemas.microsoft.com/office/drawing/2014/main" id="{040843C1-8A75-4760-959F-BA3687BE0394}"/>
                      </a:ext>
                    </a:extLst>
                  </p:cNvPr>
                  <p:cNvSpPr/>
                  <p:nvPr/>
                </p:nvSpPr>
                <p:spPr>
                  <a:xfrm>
                    <a:off x="4587363" y="1245690"/>
                    <a:ext cx="80954" cy="64612"/>
                  </a:xfrm>
                  <a:custGeom>
                    <a:avLst/>
                    <a:gdLst>
                      <a:gd name="connsiteX0" fmla="*/ 43099 w 80954"/>
                      <a:gd name="connsiteY0" fmla="*/ 62295 h 64612"/>
                      <a:gd name="connsiteX1" fmla="*/ 24436 w 80954"/>
                      <a:gd name="connsiteY1" fmla="*/ 51301 h 64612"/>
                      <a:gd name="connsiteX2" fmla="*/ 10427 w 80954"/>
                      <a:gd name="connsiteY2" fmla="*/ 35386 h 64612"/>
                      <a:gd name="connsiteX3" fmla="*/ 10250 w 80954"/>
                      <a:gd name="connsiteY3" fmla="*/ 35076 h 64612"/>
                      <a:gd name="connsiteX4" fmla="*/ 10294 w 80954"/>
                      <a:gd name="connsiteY4" fmla="*/ 35031 h 64612"/>
                      <a:gd name="connsiteX5" fmla="*/ 10339 w 80954"/>
                      <a:gd name="connsiteY5" fmla="*/ 34943 h 64612"/>
                      <a:gd name="connsiteX6" fmla="*/ 10294 w 80954"/>
                      <a:gd name="connsiteY6" fmla="*/ 34721 h 64612"/>
                      <a:gd name="connsiteX7" fmla="*/ 9585 w 80954"/>
                      <a:gd name="connsiteY7" fmla="*/ 33790 h 64612"/>
                      <a:gd name="connsiteX8" fmla="*/ 8211 w 80954"/>
                      <a:gd name="connsiteY8" fmla="*/ 31972 h 64612"/>
                      <a:gd name="connsiteX9" fmla="*/ 5861 w 80954"/>
                      <a:gd name="connsiteY9" fmla="*/ 28382 h 64612"/>
                      <a:gd name="connsiteX10" fmla="*/ 2581 w 80954"/>
                      <a:gd name="connsiteY10" fmla="*/ 21377 h 64612"/>
                      <a:gd name="connsiteX11" fmla="*/ 10 w 80954"/>
                      <a:gd name="connsiteY11" fmla="*/ 7058 h 64612"/>
                      <a:gd name="connsiteX12" fmla="*/ 7147 w 80954"/>
                      <a:gd name="connsiteY12" fmla="*/ 10 h 64612"/>
                      <a:gd name="connsiteX13" fmla="*/ 21289 w 80954"/>
                      <a:gd name="connsiteY13" fmla="*/ 2803 h 64612"/>
                      <a:gd name="connsiteX14" fmla="*/ 28248 w 80954"/>
                      <a:gd name="connsiteY14" fmla="*/ 6083 h 64612"/>
                      <a:gd name="connsiteX15" fmla="*/ 31795 w 80954"/>
                      <a:gd name="connsiteY15" fmla="*/ 8300 h 64612"/>
                      <a:gd name="connsiteX16" fmla="*/ 33613 w 80954"/>
                      <a:gd name="connsiteY16" fmla="*/ 9585 h 64612"/>
                      <a:gd name="connsiteX17" fmla="*/ 34543 w 80954"/>
                      <a:gd name="connsiteY17" fmla="*/ 10295 h 64612"/>
                      <a:gd name="connsiteX18" fmla="*/ 36184 w 80954"/>
                      <a:gd name="connsiteY18" fmla="*/ 11713 h 64612"/>
                      <a:gd name="connsiteX19" fmla="*/ 37647 w 80954"/>
                      <a:gd name="connsiteY19" fmla="*/ 13442 h 64612"/>
                      <a:gd name="connsiteX20" fmla="*/ 39110 w 80954"/>
                      <a:gd name="connsiteY20" fmla="*/ 15215 h 64612"/>
                      <a:gd name="connsiteX21" fmla="*/ 39553 w 80954"/>
                      <a:gd name="connsiteY21" fmla="*/ 15792 h 64612"/>
                      <a:gd name="connsiteX22" fmla="*/ 39819 w 80954"/>
                      <a:gd name="connsiteY22" fmla="*/ 16102 h 64612"/>
                      <a:gd name="connsiteX23" fmla="*/ 47311 w 80954"/>
                      <a:gd name="connsiteY23" fmla="*/ 23816 h 64612"/>
                      <a:gd name="connsiteX24" fmla="*/ 55689 w 80954"/>
                      <a:gd name="connsiteY24" fmla="*/ 29490 h 64612"/>
                      <a:gd name="connsiteX25" fmla="*/ 58482 w 80954"/>
                      <a:gd name="connsiteY25" fmla="*/ 30997 h 64612"/>
                      <a:gd name="connsiteX26" fmla="*/ 60965 w 80954"/>
                      <a:gd name="connsiteY26" fmla="*/ 32460 h 64612"/>
                      <a:gd name="connsiteX27" fmla="*/ 63314 w 80954"/>
                      <a:gd name="connsiteY27" fmla="*/ 34056 h 64612"/>
                      <a:gd name="connsiteX28" fmla="*/ 65664 w 80954"/>
                      <a:gd name="connsiteY28" fmla="*/ 35652 h 64612"/>
                      <a:gd name="connsiteX29" fmla="*/ 76481 w 80954"/>
                      <a:gd name="connsiteY29" fmla="*/ 42922 h 64612"/>
                      <a:gd name="connsiteX30" fmla="*/ 80382 w 80954"/>
                      <a:gd name="connsiteY30" fmla="*/ 51966 h 64612"/>
                      <a:gd name="connsiteX31" fmla="*/ 75284 w 80954"/>
                      <a:gd name="connsiteY31" fmla="*/ 58261 h 64612"/>
                      <a:gd name="connsiteX32" fmla="*/ 67437 w 80954"/>
                      <a:gd name="connsiteY32" fmla="*/ 62871 h 64612"/>
                      <a:gd name="connsiteX33" fmla="*/ 43099 w 80954"/>
                      <a:gd name="connsiteY33" fmla="*/ 62295 h 64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80954" h="64612">
                        <a:moveTo>
                          <a:pt x="43099" y="62295"/>
                        </a:moveTo>
                        <a:cubicBezTo>
                          <a:pt x="38134" y="60477"/>
                          <a:pt x="30554" y="56576"/>
                          <a:pt x="24436" y="51301"/>
                        </a:cubicBezTo>
                        <a:cubicBezTo>
                          <a:pt x="18230" y="46114"/>
                          <a:pt x="13220" y="39908"/>
                          <a:pt x="10427" y="35386"/>
                        </a:cubicBezTo>
                        <a:lnTo>
                          <a:pt x="10250" y="35076"/>
                        </a:lnTo>
                        <a:lnTo>
                          <a:pt x="10294" y="35031"/>
                        </a:lnTo>
                        <a:lnTo>
                          <a:pt x="10339" y="34943"/>
                        </a:lnTo>
                        <a:cubicBezTo>
                          <a:pt x="10294" y="34854"/>
                          <a:pt x="10472" y="34987"/>
                          <a:pt x="10294" y="34721"/>
                        </a:cubicBezTo>
                        <a:lnTo>
                          <a:pt x="9585" y="33790"/>
                        </a:lnTo>
                        <a:lnTo>
                          <a:pt x="8211" y="31972"/>
                        </a:lnTo>
                        <a:cubicBezTo>
                          <a:pt x="7369" y="30776"/>
                          <a:pt x="6571" y="29579"/>
                          <a:pt x="5861" y="28382"/>
                        </a:cubicBezTo>
                        <a:cubicBezTo>
                          <a:pt x="4487" y="26032"/>
                          <a:pt x="3379" y="23727"/>
                          <a:pt x="2581" y="21377"/>
                        </a:cubicBezTo>
                        <a:cubicBezTo>
                          <a:pt x="941" y="16767"/>
                          <a:pt x="320" y="12112"/>
                          <a:pt x="10" y="7058"/>
                        </a:cubicBezTo>
                        <a:cubicBezTo>
                          <a:pt x="-212" y="3335"/>
                          <a:pt x="3423" y="-212"/>
                          <a:pt x="7147" y="10"/>
                        </a:cubicBezTo>
                        <a:cubicBezTo>
                          <a:pt x="12068" y="320"/>
                          <a:pt x="16678" y="1118"/>
                          <a:pt x="21289" y="2803"/>
                        </a:cubicBezTo>
                        <a:cubicBezTo>
                          <a:pt x="23594" y="3645"/>
                          <a:pt x="25899" y="4709"/>
                          <a:pt x="28248" y="6083"/>
                        </a:cubicBezTo>
                        <a:cubicBezTo>
                          <a:pt x="29401" y="6748"/>
                          <a:pt x="30598" y="7502"/>
                          <a:pt x="31795" y="8300"/>
                        </a:cubicBezTo>
                        <a:lnTo>
                          <a:pt x="33613" y="9585"/>
                        </a:lnTo>
                        <a:lnTo>
                          <a:pt x="34543" y="10295"/>
                        </a:lnTo>
                        <a:lnTo>
                          <a:pt x="36184" y="11713"/>
                        </a:lnTo>
                        <a:cubicBezTo>
                          <a:pt x="36671" y="12289"/>
                          <a:pt x="37159" y="12866"/>
                          <a:pt x="37647" y="13442"/>
                        </a:cubicBezTo>
                        <a:cubicBezTo>
                          <a:pt x="38134" y="14018"/>
                          <a:pt x="38622" y="14595"/>
                          <a:pt x="39110" y="15215"/>
                        </a:cubicBezTo>
                        <a:lnTo>
                          <a:pt x="39553" y="15792"/>
                        </a:lnTo>
                        <a:lnTo>
                          <a:pt x="39819" y="16102"/>
                        </a:lnTo>
                        <a:cubicBezTo>
                          <a:pt x="41415" y="18053"/>
                          <a:pt x="44252" y="21244"/>
                          <a:pt x="47311" y="23816"/>
                        </a:cubicBezTo>
                        <a:cubicBezTo>
                          <a:pt x="50370" y="26387"/>
                          <a:pt x="53517" y="28470"/>
                          <a:pt x="55689" y="29490"/>
                        </a:cubicBezTo>
                        <a:cubicBezTo>
                          <a:pt x="56665" y="30155"/>
                          <a:pt x="57640" y="30465"/>
                          <a:pt x="58482" y="30997"/>
                        </a:cubicBezTo>
                        <a:cubicBezTo>
                          <a:pt x="59324" y="31573"/>
                          <a:pt x="60167" y="32017"/>
                          <a:pt x="60965" y="32460"/>
                        </a:cubicBezTo>
                        <a:cubicBezTo>
                          <a:pt x="61763" y="32904"/>
                          <a:pt x="62516" y="33568"/>
                          <a:pt x="63314" y="34056"/>
                        </a:cubicBezTo>
                        <a:cubicBezTo>
                          <a:pt x="64112" y="34499"/>
                          <a:pt x="64866" y="35031"/>
                          <a:pt x="65664" y="35652"/>
                        </a:cubicBezTo>
                        <a:cubicBezTo>
                          <a:pt x="68811" y="37824"/>
                          <a:pt x="72225" y="40528"/>
                          <a:pt x="76481" y="42922"/>
                        </a:cubicBezTo>
                        <a:cubicBezTo>
                          <a:pt x="79362" y="44695"/>
                          <a:pt x="82199" y="48951"/>
                          <a:pt x="80382" y="51966"/>
                        </a:cubicBezTo>
                        <a:cubicBezTo>
                          <a:pt x="79052" y="54182"/>
                          <a:pt x="77367" y="56266"/>
                          <a:pt x="75284" y="58261"/>
                        </a:cubicBezTo>
                        <a:cubicBezTo>
                          <a:pt x="73156" y="60034"/>
                          <a:pt x="70540" y="61541"/>
                          <a:pt x="67437" y="62871"/>
                        </a:cubicBezTo>
                        <a:cubicBezTo>
                          <a:pt x="61186" y="64866"/>
                          <a:pt x="52586" y="65708"/>
                          <a:pt x="43099" y="6229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93" name="Forme libre : forme 21592">
                    <a:extLst>
                      <a:ext uri="{FF2B5EF4-FFF2-40B4-BE49-F238E27FC236}">
                        <a16:creationId xmlns:a16="http://schemas.microsoft.com/office/drawing/2014/main" id="{AFA6B295-A36A-4BEB-B567-10B8ACFBF9B4}"/>
                      </a:ext>
                    </a:extLst>
                  </p:cNvPr>
                  <p:cNvSpPr/>
                  <p:nvPr/>
                </p:nvSpPr>
                <p:spPr>
                  <a:xfrm>
                    <a:off x="4587408" y="1248404"/>
                    <a:ext cx="80381" cy="61860"/>
                  </a:xfrm>
                  <a:custGeom>
                    <a:avLst/>
                    <a:gdLst>
                      <a:gd name="connsiteX0" fmla="*/ 23992 w 80381"/>
                      <a:gd name="connsiteY0" fmla="*/ 29879 h 61860"/>
                      <a:gd name="connsiteX1" fmla="*/ 20357 w 80381"/>
                      <a:gd name="connsiteY1" fmla="*/ 25357 h 61860"/>
                      <a:gd name="connsiteX2" fmla="*/ 19869 w 80381"/>
                      <a:gd name="connsiteY2" fmla="*/ 24692 h 61860"/>
                      <a:gd name="connsiteX3" fmla="*/ 19293 w 80381"/>
                      <a:gd name="connsiteY3" fmla="*/ 24116 h 61860"/>
                      <a:gd name="connsiteX4" fmla="*/ 16633 w 80381"/>
                      <a:gd name="connsiteY4" fmla="*/ 21501 h 61860"/>
                      <a:gd name="connsiteX5" fmla="*/ 13840 w 80381"/>
                      <a:gd name="connsiteY5" fmla="*/ 18619 h 61860"/>
                      <a:gd name="connsiteX6" fmla="*/ 8742 w 80381"/>
                      <a:gd name="connsiteY6" fmla="*/ 12634 h 61860"/>
                      <a:gd name="connsiteX7" fmla="*/ 1428 w 80381"/>
                      <a:gd name="connsiteY7" fmla="*/ 0 h 61860"/>
                      <a:gd name="connsiteX8" fmla="*/ 9 w 80381"/>
                      <a:gd name="connsiteY8" fmla="*/ 4256 h 61860"/>
                      <a:gd name="connsiteX9" fmla="*/ 541 w 80381"/>
                      <a:gd name="connsiteY9" fmla="*/ 9708 h 61860"/>
                      <a:gd name="connsiteX10" fmla="*/ 5417 w 80381"/>
                      <a:gd name="connsiteY10" fmla="*/ 24737 h 61860"/>
                      <a:gd name="connsiteX11" fmla="*/ 7900 w 80381"/>
                      <a:gd name="connsiteY11" fmla="*/ 28727 h 61860"/>
                      <a:gd name="connsiteX12" fmla="*/ 9407 w 80381"/>
                      <a:gd name="connsiteY12" fmla="*/ 30766 h 61860"/>
                      <a:gd name="connsiteX13" fmla="*/ 10249 w 80381"/>
                      <a:gd name="connsiteY13" fmla="*/ 31830 h 61860"/>
                      <a:gd name="connsiteX14" fmla="*/ 10471 w 80381"/>
                      <a:gd name="connsiteY14" fmla="*/ 32096 h 61860"/>
                      <a:gd name="connsiteX15" fmla="*/ 10471 w 80381"/>
                      <a:gd name="connsiteY15" fmla="*/ 32140 h 61860"/>
                      <a:gd name="connsiteX16" fmla="*/ 10427 w 80381"/>
                      <a:gd name="connsiteY16" fmla="*/ 32184 h 61860"/>
                      <a:gd name="connsiteX17" fmla="*/ 10382 w 80381"/>
                      <a:gd name="connsiteY17" fmla="*/ 32273 h 61860"/>
                      <a:gd name="connsiteX18" fmla="*/ 10338 w 80381"/>
                      <a:gd name="connsiteY18" fmla="*/ 32362 h 61860"/>
                      <a:gd name="connsiteX19" fmla="*/ 10471 w 80381"/>
                      <a:gd name="connsiteY19" fmla="*/ 32628 h 61860"/>
                      <a:gd name="connsiteX20" fmla="*/ 14417 w 80381"/>
                      <a:gd name="connsiteY20" fmla="*/ 38213 h 61860"/>
                      <a:gd name="connsiteX21" fmla="*/ 26164 w 80381"/>
                      <a:gd name="connsiteY21" fmla="*/ 49917 h 61860"/>
                      <a:gd name="connsiteX22" fmla="*/ 33257 w 80381"/>
                      <a:gd name="connsiteY22" fmla="*/ 54749 h 61860"/>
                      <a:gd name="connsiteX23" fmla="*/ 40084 w 80381"/>
                      <a:gd name="connsiteY23" fmla="*/ 58251 h 61860"/>
                      <a:gd name="connsiteX24" fmla="*/ 43099 w 80381"/>
                      <a:gd name="connsiteY24" fmla="*/ 59537 h 61860"/>
                      <a:gd name="connsiteX25" fmla="*/ 61363 w 80381"/>
                      <a:gd name="connsiteY25" fmla="*/ 61443 h 61860"/>
                      <a:gd name="connsiteX26" fmla="*/ 66417 w 80381"/>
                      <a:gd name="connsiteY26" fmla="*/ 60290 h 61860"/>
                      <a:gd name="connsiteX27" fmla="*/ 70717 w 80381"/>
                      <a:gd name="connsiteY27" fmla="*/ 58295 h 61860"/>
                      <a:gd name="connsiteX28" fmla="*/ 77322 w 80381"/>
                      <a:gd name="connsiteY28" fmla="*/ 53197 h 61860"/>
                      <a:gd name="connsiteX29" fmla="*/ 80292 w 80381"/>
                      <a:gd name="connsiteY29" fmla="*/ 49163 h 61860"/>
                      <a:gd name="connsiteX30" fmla="*/ 80381 w 80381"/>
                      <a:gd name="connsiteY30" fmla="*/ 48986 h 61860"/>
                      <a:gd name="connsiteX31" fmla="*/ 49305 w 80381"/>
                      <a:gd name="connsiteY31" fmla="*/ 47833 h 61860"/>
                      <a:gd name="connsiteX32" fmla="*/ 23992 w 80381"/>
                      <a:gd name="connsiteY32" fmla="*/ 29879 h 61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80381" h="61860">
                        <a:moveTo>
                          <a:pt x="23992" y="29879"/>
                        </a:moveTo>
                        <a:cubicBezTo>
                          <a:pt x="22706" y="28461"/>
                          <a:pt x="21377" y="26820"/>
                          <a:pt x="20357" y="25357"/>
                        </a:cubicBezTo>
                        <a:lnTo>
                          <a:pt x="19869" y="24692"/>
                        </a:lnTo>
                        <a:cubicBezTo>
                          <a:pt x="19736" y="24471"/>
                          <a:pt x="19470" y="24293"/>
                          <a:pt x="19293" y="24116"/>
                        </a:cubicBezTo>
                        <a:lnTo>
                          <a:pt x="16633" y="21501"/>
                        </a:lnTo>
                        <a:lnTo>
                          <a:pt x="13840" y="18619"/>
                        </a:lnTo>
                        <a:cubicBezTo>
                          <a:pt x="12023" y="16668"/>
                          <a:pt x="10294" y="14674"/>
                          <a:pt x="8742" y="12634"/>
                        </a:cubicBezTo>
                        <a:cubicBezTo>
                          <a:pt x="5595" y="8556"/>
                          <a:pt x="3024" y="4344"/>
                          <a:pt x="1428" y="0"/>
                        </a:cubicBezTo>
                        <a:cubicBezTo>
                          <a:pt x="497" y="1241"/>
                          <a:pt x="-80" y="2704"/>
                          <a:pt x="9" y="4256"/>
                        </a:cubicBezTo>
                        <a:cubicBezTo>
                          <a:pt x="142" y="6118"/>
                          <a:pt x="275" y="7935"/>
                          <a:pt x="541" y="9708"/>
                        </a:cubicBezTo>
                        <a:cubicBezTo>
                          <a:pt x="1250" y="14807"/>
                          <a:pt x="2580" y="19683"/>
                          <a:pt x="5417" y="24737"/>
                        </a:cubicBezTo>
                        <a:cubicBezTo>
                          <a:pt x="6127" y="26022"/>
                          <a:pt x="6969" y="27352"/>
                          <a:pt x="7900" y="28727"/>
                        </a:cubicBezTo>
                        <a:cubicBezTo>
                          <a:pt x="8388" y="29391"/>
                          <a:pt x="8875" y="30101"/>
                          <a:pt x="9407" y="30766"/>
                        </a:cubicBezTo>
                        <a:lnTo>
                          <a:pt x="10249" y="31830"/>
                        </a:lnTo>
                        <a:lnTo>
                          <a:pt x="10471" y="32096"/>
                        </a:lnTo>
                        <a:lnTo>
                          <a:pt x="10471" y="32140"/>
                        </a:lnTo>
                        <a:lnTo>
                          <a:pt x="10427" y="32184"/>
                        </a:lnTo>
                        <a:lnTo>
                          <a:pt x="10382" y="32273"/>
                        </a:lnTo>
                        <a:lnTo>
                          <a:pt x="10338" y="32362"/>
                        </a:lnTo>
                        <a:lnTo>
                          <a:pt x="10471" y="32628"/>
                        </a:lnTo>
                        <a:cubicBezTo>
                          <a:pt x="11446" y="34224"/>
                          <a:pt x="12865" y="36218"/>
                          <a:pt x="14417" y="38213"/>
                        </a:cubicBezTo>
                        <a:cubicBezTo>
                          <a:pt x="17475" y="42114"/>
                          <a:pt x="21642" y="46282"/>
                          <a:pt x="26164" y="49917"/>
                        </a:cubicBezTo>
                        <a:cubicBezTo>
                          <a:pt x="28514" y="51690"/>
                          <a:pt x="30819" y="53419"/>
                          <a:pt x="33257" y="54749"/>
                        </a:cubicBezTo>
                        <a:cubicBezTo>
                          <a:pt x="35562" y="56212"/>
                          <a:pt x="37956" y="57364"/>
                          <a:pt x="40084" y="58251"/>
                        </a:cubicBezTo>
                        <a:cubicBezTo>
                          <a:pt x="41192" y="58694"/>
                          <a:pt x="42212" y="59138"/>
                          <a:pt x="43099" y="59537"/>
                        </a:cubicBezTo>
                        <a:cubicBezTo>
                          <a:pt x="49881" y="61753"/>
                          <a:pt x="56132" y="62374"/>
                          <a:pt x="61363" y="61443"/>
                        </a:cubicBezTo>
                        <a:cubicBezTo>
                          <a:pt x="63181" y="61132"/>
                          <a:pt x="64821" y="60733"/>
                          <a:pt x="66417" y="60290"/>
                        </a:cubicBezTo>
                        <a:cubicBezTo>
                          <a:pt x="67968" y="59803"/>
                          <a:pt x="69387" y="59005"/>
                          <a:pt x="70717" y="58295"/>
                        </a:cubicBezTo>
                        <a:cubicBezTo>
                          <a:pt x="73377" y="56877"/>
                          <a:pt x="75549" y="55236"/>
                          <a:pt x="77322" y="53197"/>
                        </a:cubicBezTo>
                        <a:cubicBezTo>
                          <a:pt x="78475" y="51912"/>
                          <a:pt x="79450" y="50537"/>
                          <a:pt x="80292" y="49163"/>
                        </a:cubicBezTo>
                        <a:lnTo>
                          <a:pt x="80381" y="48986"/>
                        </a:lnTo>
                        <a:cubicBezTo>
                          <a:pt x="70495" y="51912"/>
                          <a:pt x="59280" y="51601"/>
                          <a:pt x="49305" y="47833"/>
                        </a:cubicBezTo>
                        <a:cubicBezTo>
                          <a:pt x="39242" y="44021"/>
                          <a:pt x="30863" y="37371"/>
                          <a:pt x="23992" y="2987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94" name="Forme libre : forme 21593">
                    <a:extLst>
                      <a:ext uri="{FF2B5EF4-FFF2-40B4-BE49-F238E27FC236}">
                        <a16:creationId xmlns:a16="http://schemas.microsoft.com/office/drawing/2014/main" id="{E96892A3-7D27-4CF2-85EC-6C7962A5B1F3}"/>
                      </a:ext>
                    </a:extLst>
                  </p:cNvPr>
                  <p:cNvSpPr/>
                  <p:nvPr/>
                </p:nvSpPr>
                <p:spPr>
                  <a:xfrm>
                    <a:off x="4611417" y="1271643"/>
                    <a:ext cx="38108" cy="26809"/>
                  </a:xfrm>
                  <a:custGeom>
                    <a:avLst/>
                    <a:gdLst>
                      <a:gd name="connsiteX0" fmla="*/ 38108 w 38108"/>
                      <a:gd name="connsiteY0" fmla="*/ 23885 h 26809"/>
                      <a:gd name="connsiteX1" fmla="*/ 27469 w 38108"/>
                      <a:gd name="connsiteY1" fmla="*/ 26500 h 26809"/>
                      <a:gd name="connsiteX2" fmla="*/ 12928 w 38108"/>
                      <a:gd name="connsiteY2" fmla="*/ 20782 h 26809"/>
                      <a:gd name="connsiteX3" fmla="*/ 2909 w 38108"/>
                      <a:gd name="connsiteY3" fmla="*/ 10630 h 26809"/>
                      <a:gd name="connsiteX4" fmla="*/ 1047 w 38108"/>
                      <a:gd name="connsiteY4" fmla="*/ 478 h 26809"/>
                      <a:gd name="connsiteX5" fmla="*/ 9913 w 38108"/>
                      <a:gd name="connsiteY5" fmla="*/ 3936 h 26809"/>
                      <a:gd name="connsiteX6" fmla="*/ 19312 w 38108"/>
                      <a:gd name="connsiteY6" fmla="*/ 11117 h 26809"/>
                      <a:gd name="connsiteX7" fmla="*/ 29951 w 38108"/>
                      <a:gd name="connsiteY7" fmla="*/ 17590 h 26809"/>
                      <a:gd name="connsiteX8" fmla="*/ 38108 w 38108"/>
                      <a:gd name="connsiteY8" fmla="*/ 23885 h 26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108" h="26809">
                        <a:moveTo>
                          <a:pt x="38108" y="23885"/>
                        </a:moveTo>
                        <a:cubicBezTo>
                          <a:pt x="38064" y="26323"/>
                          <a:pt x="33232" y="27387"/>
                          <a:pt x="27469" y="26500"/>
                        </a:cubicBezTo>
                        <a:cubicBezTo>
                          <a:pt x="21617" y="25835"/>
                          <a:pt x="15721" y="22511"/>
                          <a:pt x="12928" y="20782"/>
                        </a:cubicBezTo>
                        <a:cubicBezTo>
                          <a:pt x="10224" y="18875"/>
                          <a:pt x="5569" y="15019"/>
                          <a:pt x="2909" y="10630"/>
                        </a:cubicBezTo>
                        <a:cubicBezTo>
                          <a:pt x="116" y="6330"/>
                          <a:pt x="-992" y="1985"/>
                          <a:pt x="1047" y="478"/>
                        </a:cubicBezTo>
                        <a:cubicBezTo>
                          <a:pt x="3131" y="-1029"/>
                          <a:pt x="6411" y="1276"/>
                          <a:pt x="9913" y="3936"/>
                        </a:cubicBezTo>
                        <a:cubicBezTo>
                          <a:pt x="13371" y="6729"/>
                          <a:pt x="17317" y="9566"/>
                          <a:pt x="19312" y="11117"/>
                        </a:cubicBezTo>
                        <a:cubicBezTo>
                          <a:pt x="21395" y="12536"/>
                          <a:pt x="25695" y="15551"/>
                          <a:pt x="29951" y="17590"/>
                        </a:cubicBezTo>
                        <a:cubicBezTo>
                          <a:pt x="34074" y="19806"/>
                          <a:pt x="38152" y="21580"/>
                          <a:pt x="38108" y="2388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95" name="Forme libre : forme 21594">
                    <a:extLst>
                      <a:ext uri="{FF2B5EF4-FFF2-40B4-BE49-F238E27FC236}">
                        <a16:creationId xmlns:a16="http://schemas.microsoft.com/office/drawing/2014/main" id="{DC977913-6313-4B48-A216-2CBB69018234}"/>
                      </a:ext>
                    </a:extLst>
                  </p:cNvPr>
                  <p:cNvSpPr/>
                  <p:nvPr/>
                </p:nvSpPr>
                <p:spPr>
                  <a:xfrm>
                    <a:off x="4611547" y="1271278"/>
                    <a:ext cx="22815" cy="25712"/>
                  </a:xfrm>
                  <a:custGeom>
                    <a:avLst/>
                    <a:gdLst>
                      <a:gd name="connsiteX0" fmla="*/ 10315 w 22815"/>
                      <a:gd name="connsiteY0" fmla="*/ 4877 h 25712"/>
                      <a:gd name="connsiteX1" fmla="*/ 783 w 22815"/>
                      <a:gd name="connsiteY1" fmla="*/ 665 h 25712"/>
                      <a:gd name="connsiteX2" fmla="*/ 2778 w 22815"/>
                      <a:gd name="connsiteY2" fmla="*/ 10994 h 25712"/>
                      <a:gd name="connsiteX3" fmla="*/ 13019 w 22815"/>
                      <a:gd name="connsiteY3" fmla="*/ 21323 h 25712"/>
                      <a:gd name="connsiteX4" fmla="*/ 17629 w 22815"/>
                      <a:gd name="connsiteY4" fmla="*/ 23850 h 25712"/>
                      <a:gd name="connsiteX5" fmla="*/ 22816 w 22815"/>
                      <a:gd name="connsiteY5" fmla="*/ 25712 h 25712"/>
                      <a:gd name="connsiteX6" fmla="*/ 17807 w 22815"/>
                      <a:gd name="connsiteY6" fmla="*/ 22964 h 25712"/>
                      <a:gd name="connsiteX7" fmla="*/ 10315 w 22815"/>
                      <a:gd name="connsiteY7" fmla="*/ 4877 h 25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2815" h="25712">
                        <a:moveTo>
                          <a:pt x="10315" y="4877"/>
                        </a:moveTo>
                        <a:cubicBezTo>
                          <a:pt x="7743" y="3724"/>
                          <a:pt x="2778" y="-1906"/>
                          <a:pt x="783" y="665"/>
                        </a:cubicBezTo>
                        <a:cubicBezTo>
                          <a:pt x="-857" y="2793"/>
                          <a:pt x="207" y="6916"/>
                          <a:pt x="2778" y="10994"/>
                        </a:cubicBezTo>
                        <a:cubicBezTo>
                          <a:pt x="5305" y="15117"/>
                          <a:pt x="9605" y="18930"/>
                          <a:pt x="13019" y="21323"/>
                        </a:cubicBezTo>
                        <a:cubicBezTo>
                          <a:pt x="14083" y="21989"/>
                          <a:pt x="15812" y="22964"/>
                          <a:pt x="17629" y="23850"/>
                        </a:cubicBezTo>
                        <a:cubicBezTo>
                          <a:pt x="19535" y="24604"/>
                          <a:pt x="21486" y="25313"/>
                          <a:pt x="22816" y="25712"/>
                        </a:cubicBezTo>
                        <a:cubicBezTo>
                          <a:pt x="21397" y="25003"/>
                          <a:pt x="18959" y="23895"/>
                          <a:pt x="17807" y="22964"/>
                        </a:cubicBezTo>
                        <a:cubicBezTo>
                          <a:pt x="11157" y="17467"/>
                          <a:pt x="6413" y="8955"/>
                          <a:pt x="10315" y="487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96" name="Forme libre : forme 21595">
                    <a:extLst>
                      <a:ext uri="{FF2B5EF4-FFF2-40B4-BE49-F238E27FC236}">
                        <a16:creationId xmlns:a16="http://schemas.microsoft.com/office/drawing/2014/main" id="{EA7719A5-A920-4B8E-96F6-40BBCD04B6C5}"/>
                      </a:ext>
                    </a:extLst>
                  </p:cNvPr>
                  <p:cNvSpPr/>
                  <p:nvPr/>
                </p:nvSpPr>
                <p:spPr>
                  <a:xfrm>
                    <a:off x="4611860" y="1274164"/>
                    <a:ext cx="40133" cy="25869"/>
                  </a:xfrm>
                  <a:custGeom>
                    <a:avLst/>
                    <a:gdLst>
                      <a:gd name="connsiteX0" fmla="*/ 40059 w 40133"/>
                      <a:gd name="connsiteY0" fmla="*/ 22650 h 25869"/>
                      <a:gd name="connsiteX1" fmla="*/ 36246 w 40133"/>
                      <a:gd name="connsiteY1" fmla="*/ 25354 h 25869"/>
                      <a:gd name="connsiteX2" fmla="*/ 28666 w 40133"/>
                      <a:gd name="connsiteY2" fmla="*/ 25797 h 25869"/>
                      <a:gd name="connsiteX3" fmla="*/ 13771 w 40133"/>
                      <a:gd name="connsiteY3" fmla="*/ 20655 h 25869"/>
                      <a:gd name="connsiteX4" fmla="*/ 3087 w 40133"/>
                      <a:gd name="connsiteY4" fmla="*/ 10813 h 25869"/>
                      <a:gd name="connsiteX5" fmla="*/ 915 w 40133"/>
                      <a:gd name="connsiteY5" fmla="*/ 617 h 25869"/>
                      <a:gd name="connsiteX6" fmla="*/ 9958 w 40133"/>
                      <a:gd name="connsiteY6" fmla="*/ 3853 h 25869"/>
                      <a:gd name="connsiteX7" fmla="*/ 19800 w 40133"/>
                      <a:gd name="connsiteY7" fmla="*/ 10769 h 25869"/>
                      <a:gd name="connsiteX8" fmla="*/ 31503 w 40133"/>
                      <a:gd name="connsiteY8" fmla="*/ 16975 h 25869"/>
                      <a:gd name="connsiteX9" fmla="*/ 40059 w 40133"/>
                      <a:gd name="connsiteY9" fmla="*/ 22650 h 25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0133" h="25869">
                        <a:moveTo>
                          <a:pt x="40059" y="22650"/>
                        </a:moveTo>
                        <a:cubicBezTo>
                          <a:pt x="39660" y="23802"/>
                          <a:pt x="38330" y="24689"/>
                          <a:pt x="36246" y="25354"/>
                        </a:cubicBezTo>
                        <a:cubicBezTo>
                          <a:pt x="34207" y="25930"/>
                          <a:pt x="31547" y="25930"/>
                          <a:pt x="28666" y="25797"/>
                        </a:cubicBezTo>
                        <a:cubicBezTo>
                          <a:pt x="23036" y="25043"/>
                          <a:pt x="16829" y="22694"/>
                          <a:pt x="13771" y="20655"/>
                        </a:cubicBezTo>
                        <a:cubicBezTo>
                          <a:pt x="10490" y="18926"/>
                          <a:pt x="5968" y="14980"/>
                          <a:pt x="3087" y="10813"/>
                        </a:cubicBezTo>
                        <a:cubicBezTo>
                          <a:pt x="161" y="6690"/>
                          <a:pt x="-947" y="2390"/>
                          <a:pt x="915" y="617"/>
                        </a:cubicBezTo>
                        <a:cubicBezTo>
                          <a:pt x="2821" y="-1156"/>
                          <a:pt x="6234" y="1193"/>
                          <a:pt x="9958" y="3853"/>
                        </a:cubicBezTo>
                        <a:cubicBezTo>
                          <a:pt x="13682" y="6513"/>
                          <a:pt x="17716" y="9616"/>
                          <a:pt x="19800" y="10769"/>
                        </a:cubicBezTo>
                        <a:cubicBezTo>
                          <a:pt x="21750" y="12232"/>
                          <a:pt x="26848" y="14847"/>
                          <a:pt x="31503" y="16975"/>
                        </a:cubicBezTo>
                        <a:cubicBezTo>
                          <a:pt x="36291" y="18970"/>
                          <a:pt x="40768" y="20300"/>
                          <a:pt x="40059" y="2265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97" name="Forme libre : forme 21596">
                    <a:extLst>
                      <a:ext uri="{FF2B5EF4-FFF2-40B4-BE49-F238E27FC236}">
                        <a16:creationId xmlns:a16="http://schemas.microsoft.com/office/drawing/2014/main" id="{81DFA7C5-612F-4B1B-917E-4DABD3446790}"/>
                      </a:ext>
                    </a:extLst>
                  </p:cNvPr>
                  <p:cNvSpPr/>
                  <p:nvPr/>
                </p:nvSpPr>
                <p:spPr>
                  <a:xfrm>
                    <a:off x="4596965" y="1254527"/>
                    <a:ext cx="40575" cy="47505"/>
                  </a:xfrm>
                  <a:custGeom>
                    <a:avLst/>
                    <a:gdLst>
                      <a:gd name="connsiteX0" fmla="*/ 781 w 40575"/>
                      <a:gd name="connsiteY0" fmla="*/ 3098 h 47505"/>
                      <a:gd name="connsiteX1" fmla="*/ 958 w 40575"/>
                      <a:gd name="connsiteY1" fmla="*/ 11122 h 47505"/>
                      <a:gd name="connsiteX2" fmla="*/ 2909 w 40575"/>
                      <a:gd name="connsiteY2" fmla="*/ 17151 h 47505"/>
                      <a:gd name="connsiteX3" fmla="*/ 4017 w 40575"/>
                      <a:gd name="connsiteY3" fmla="*/ 20032 h 47505"/>
                      <a:gd name="connsiteX4" fmla="*/ 4815 w 40575"/>
                      <a:gd name="connsiteY4" fmla="*/ 22426 h 47505"/>
                      <a:gd name="connsiteX5" fmla="*/ 4771 w 40575"/>
                      <a:gd name="connsiteY5" fmla="*/ 22958 h 47505"/>
                      <a:gd name="connsiteX6" fmla="*/ 4682 w 40575"/>
                      <a:gd name="connsiteY6" fmla="*/ 23446 h 47505"/>
                      <a:gd name="connsiteX7" fmla="*/ 6145 w 40575"/>
                      <a:gd name="connsiteY7" fmla="*/ 26903 h 47505"/>
                      <a:gd name="connsiteX8" fmla="*/ 8361 w 40575"/>
                      <a:gd name="connsiteY8" fmla="*/ 30627 h 47505"/>
                      <a:gd name="connsiteX9" fmla="*/ 17893 w 40575"/>
                      <a:gd name="connsiteY9" fmla="*/ 40735 h 47505"/>
                      <a:gd name="connsiteX10" fmla="*/ 23744 w 40575"/>
                      <a:gd name="connsiteY10" fmla="*/ 44370 h 47505"/>
                      <a:gd name="connsiteX11" fmla="*/ 29596 w 40575"/>
                      <a:gd name="connsiteY11" fmla="*/ 46675 h 47505"/>
                      <a:gd name="connsiteX12" fmla="*/ 40546 w 40575"/>
                      <a:gd name="connsiteY12" fmla="*/ 44370 h 47505"/>
                      <a:gd name="connsiteX13" fmla="*/ 38241 w 40575"/>
                      <a:gd name="connsiteY13" fmla="*/ 41799 h 47505"/>
                      <a:gd name="connsiteX14" fmla="*/ 34472 w 40575"/>
                      <a:gd name="connsiteY14" fmla="*/ 38917 h 47505"/>
                      <a:gd name="connsiteX15" fmla="*/ 23212 w 40575"/>
                      <a:gd name="connsiteY15" fmla="*/ 22116 h 47505"/>
                      <a:gd name="connsiteX16" fmla="*/ 21306 w 40575"/>
                      <a:gd name="connsiteY16" fmla="*/ 11964 h 47505"/>
                      <a:gd name="connsiteX17" fmla="*/ 20641 w 40575"/>
                      <a:gd name="connsiteY17" fmla="*/ 10412 h 47505"/>
                      <a:gd name="connsiteX18" fmla="*/ 19799 w 40575"/>
                      <a:gd name="connsiteY18" fmla="*/ 8905 h 47505"/>
                      <a:gd name="connsiteX19" fmla="*/ 17449 w 40575"/>
                      <a:gd name="connsiteY19" fmla="*/ 5846 h 47505"/>
                      <a:gd name="connsiteX20" fmla="*/ 14789 w 40575"/>
                      <a:gd name="connsiteY20" fmla="*/ 3319 h 47505"/>
                      <a:gd name="connsiteX21" fmla="*/ 781 w 40575"/>
                      <a:gd name="connsiteY21" fmla="*/ 3098 h 4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40575" h="47505">
                        <a:moveTo>
                          <a:pt x="781" y="3098"/>
                        </a:moveTo>
                        <a:cubicBezTo>
                          <a:pt x="-372" y="6024"/>
                          <a:pt x="-194" y="7486"/>
                          <a:pt x="958" y="11122"/>
                        </a:cubicBezTo>
                        <a:cubicBezTo>
                          <a:pt x="1623" y="13205"/>
                          <a:pt x="2199" y="15200"/>
                          <a:pt x="2909" y="17151"/>
                        </a:cubicBezTo>
                        <a:cubicBezTo>
                          <a:pt x="3263" y="18126"/>
                          <a:pt x="3618" y="19101"/>
                          <a:pt x="4017" y="20032"/>
                        </a:cubicBezTo>
                        <a:cubicBezTo>
                          <a:pt x="4372" y="20963"/>
                          <a:pt x="5037" y="22160"/>
                          <a:pt x="4815" y="22426"/>
                        </a:cubicBezTo>
                        <a:cubicBezTo>
                          <a:pt x="4815" y="22603"/>
                          <a:pt x="4815" y="22781"/>
                          <a:pt x="4771" y="22958"/>
                        </a:cubicBezTo>
                        <a:lnTo>
                          <a:pt x="4682" y="23446"/>
                        </a:lnTo>
                        <a:cubicBezTo>
                          <a:pt x="4859" y="24243"/>
                          <a:pt x="5569" y="25751"/>
                          <a:pt x="6145" y="26903"/>
                        </a:cubicBezTo>
                        <a:cubicBezTo>
                          <a:pt x="6810" y="28100"/>
                          <a:pt x="7475" y="29386"/>
                          <a:pt x="8361" y="30627"/>
                        </a:cubicBezTo>
                        <a:cubicBezTo>
                          <a:pt x="10800" y="34395"/>
                          <a:pt x="14258" y="37853"/>
                          <a:pt x="17893" y="40735"/>
                        </a:cubicBezTo>
                        <a:cubicBezTo>
                          <a:pt x="19843" y="42065"/>
                          <a:pt x="21749" y="43350"/>
                          <a:pt x="23744" y="44370"/>
                        </a:cubicBezTo>
                        <a:cubicBezTo>
                          <a:pt x="25784" y="45301"/>
                          <a:pt x="27690" y="46143"/>
                          <a:pt x="29596" y="46675"/>
                        </a:cubicBezTo>
                        <a:cubicBezTo>
                          <a:pt x="35359" y="48315"/>
                          <a:pt x="41033" y="47517"/>
                          <a:pt x="40546" y="44370"/>
                        </a:cubicBezTo>
                        <a:cubicBezTo>
                          <a:pt x="40413" y="43394"/>
                          <a:pt x="39482" y="42597"/>
                          <a:pt x="38241" y="41799"/>
                        </a:cubicBezTo>
                        <a:cubicBezTo>
                          <a:pt x="37088" y="40868"/>
                          <a:pt x="35625" y="39937"/>
                          <a:pt x="34472" y="38917"/>
                        </a:cubicBezTo>
                        <a:cubicBezTo>
                          <a:pt x="29153" y="34041"/>
                          <a:pt x="25030" y="28677"/>
                          <a:pt x="23212" y="22116"/>
                        </a:cubicBezTo>
                        <a:cubicBezTo>
                          <a:pt x="22370" y="18879"/>
                          <a:pt x="22060" y="15510"/>
                          <a:pt x="21306" y="11964"/>
                        </a:cubicBezTo>
                        <a:cubicBezTo>
                          <a:pt x="21084" y="11432"/>
                          <a:pt x="20863" y="10900"/>
                          <a:pt x="20641" y="10412"/>
                        </a:cubicBezTo>
                        <a:cubicBezTo>
                          <a:pt x="20420" y="9880"/>
                          <a:pt x="20109" y="9437"/>
                          <a:pt x="19799" y="8905"/>
                        </a:cubicBezTo>
                        <a:cubicBezTo>
                          <a:pt x="18735" y="7486"/>
                          <a:pt x="18247" y="6733"/>
                          <a:pt x="17449" y="5846"/>
                        </a:cubicBezTo>
                        <a:cubicBezTo>
                          <a:pt x="16696" y="4959"/>
                          <a:pt x="15809" y="4117"/>
                          <a:pt x="14789" y="3319"/>
                        </a:cubicBezTo>
                        <a:cubicBezTo>
                          <a:pt x="9026" y="-1158"/>
                          <a:pt x="2377" y="-981"/>
                          <a:pt x="781" y="309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98" name="Forme libre : forme 21597">
                    <a:extLst>
                      <a:ext uri="{FF2B5EF4-FFF2-40B4-BE49-F238E27FC236}">
                        <a16:creationId xmlns:a16="http://schemas.microsoft.com/office/drawing/2014/main" id="{C2BFD880-7CA7-450A-9921-ABEA3E66338E}"/>
                      </a:ext>
                    </a:extLst>
                  </p:cNvPr>
                  <p:cNvSpPr/>
                  <p:nvPr/>
                </p:nvSpPr>
                <p:spPr>
                  <a:xfrm>
                    <a:off x="4608843" y="1261374"/>
                    <a:ext cx="14870" cy="12413"/>
                  </a:xfrm>
                  <a:custGeom>
                    <a:avLst/>
                    <a:gdLst>
                      <a:gd name="connsiteX0" fmla="*/ 2424 w 14870"/>
                      <a:gd name="connsiteY0" fmla="*/ 418 h 12413"/>
                      <a:gd name="connsiteX1" fmla="*/ 340 w 14870"/>
                      <a:gd name="connsiteY1" fmla="*/ 63 h 12413"/>
                      <a:gd name="connsiteX2" fmla="*/ 517 w 14870"/>
                      <a:gd name="connsiteY2" fmla="*/ 1836 h 12413"/>
                      <a:gd name="connsiteX3" fmla="*/ 2867 w 14870"/>
                      <a:gd name="connsiteY3" fmla="*/ 4230 h 12413"/>
                      <a:gd name="connsiteX4" fmla="*/ 4241 w 14870"/>
                      <a:gd name="connsiteY4" fmla="*/ 5383 h 12413"/>
                      <a:gd name="connsiteX5" fmla="*/ 5217 w 14870"/>
                      <a:gd name="connsiteY5" fmla="*/ 6358 h 12413"/>
                      <a:gd name="connsiteX6" fmla="*/ 6103 w 14870"/>
                      <a:gd name="connsiteY6" fmla="*/ 7422 h 12413"/>
                      <a:gd name="connsiteX7" fmla="*/ 8985 w 14870"/>
                      <a:gd name="connsiteY7" fmla="*/ 10303 h 12413"/>
                      <a:gd name="connsiteX8" fmla="*/ 11246 w 14870"/>
                      <a:gd name="connsiteY8" fmla="*/ 11944 h 12413"/>
                      <a:gd name="connsiteX9" fmla="*/ 13240 w 14870"/>
                      <a:gd name="connsiteY9" fmla="*/ 8220 h 12413"/>
                      <a:gd name="connsiteX10" fmla="*/ 9694 w 14870"/>
                      <a:gd name="connsiteY10" fmla="*/ 4939 h 12413"/>
                      <a:gd name="connsiteX11" fmla="*/ 8453 w 14870"/>
                      <a:gd name="connsiteY11" fmla="*/ 3787 h 12413"/>
                      <a:gd name="connsiteX12" fmla="*/ 7123 w 14870"/>
                      <a:gd name="connsiteY12" fmla="*/ 2767 h 12413"/>
                      <a:gd name="connsiteX13" fmla="*/ 4507 w 14870"/>
                      <a:gd name="connsiteY13" fmla="*/ 1349 h 12413"/>
                      <a:gd name="connsiteX14" fmla="*/ 2424 w 14870"/>
                      <a:gd name="connsiteY14" fmla="*/ 418 h 12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870" h="12413">
                        <a:moveTo>
                          <a:pt x="2424" y="418"/>
                        </a:moveTo>
                        <a:cubicBezTo>
                          <a:pt x="1581" y="107"/>
                          <a:pt x="961" y="-114"/>
                          <a:pt x="340" y="63"/>
                        </a:cubicBezTo>
                        <a:cubicBezTo>
                          <a:pt x="-236" y="285"/>
                          <a:pt x="-15" y="1038"/>
                          <a:pt x="517" y="1836"/>
                        </a:cubicBezTo>
                        <a:cubicBezTo>
                          <a:pt x="1049" y="2634"/>
                          <a:pt x="2069" y="3521"/>
                          <a:pt x="2867" y="4230"/>
                        </a:cubicBezTo>
                        <a:lnTo>
                          <a:pt x="4241" y="5383"/>
                        </a:lnTo>
                        <a:cubicBezTo>
                          <a:pt x="4552" y="5693"/>
                          <a:pt x="4950" y="6003"/>
                          <a:pt x="5217" y="6358"/>
                        </a:cubicBezTo>
                        <a:cubicBezTo>
                          <a:pt x="5527" y="6713"/>
                          <a:pt x="5837" y="7112"/>
                          <a:pt x="6103" y="7422"/>
                        </a:cubicBezTo>
                        <a:cubicBezTo>
                          <a:pt x="7078" y="8575"/>
                          <a:pt x="7965" y="9461"/>
                          <a:pt x="8985" y="10303"/>
                        </a:cubicBezTo>
                        <a:cubicBezTo>
                          <a:pt x="9738" y="10969"/>
                          <a:pt x="10448" y="11589"/>
                          <a:pt x="11246" y="11944"/>
                        </a:cubicBezTo>
                        <a:cubicBezTo>
                          <a:pt x="14570" y="13362"/>
                          <a:pt x="16388" y="11412"/>
                          <a:pt x="13240" y="8220"/>
                        </a:cubicBezTo>
                        <a:cubicBezTo>
                          <a:pt x="12221" y="7067"/>
                          <a:pt x="11112" y="6225"/>
                          <a:pt x="9694" y="4939"/>
                        </a:cubicBezTo>
                        <a:lnTo>
                          <a:pt x="8453" y="3787"/>
                        </a:lnTo>
                        <a:cubicBezTo>
                          <a:pt x="8054" y="3388"/>
                          <a:pt x="7566" y="3078"/>
                          <a:pt x="7123" y="2767"/>
                        </a:cubicBezTo>
                        <a:cubicBezTo>
                          <a:pt x="6014" y="2058"/>
                          <a:pt x="5217" y="1659"/>
                          <a:pt x="4507" y="1349"/>
                        </a:cubicBezTo>
                        <a:cubicBezTo>
                          <a:pt x="3887" y="994"/>
                          <a:pt x="3133" y="684"/>
                          <a:pt x="2424" y="41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99" name="Forme libre : forme 21598">
                    <a:extLst>
                      <a:ext uri="{FF2B5EF4-FFF2-40B4-BE49-F238E27FC236}">
                        <a16:creationId xmlns:a16="http://schemas.microsoft.com/office/drawing/2014/main" id="{DFE5110E-EB93-42B1-A229-CAFAD3EA786B}"/>
                      </a:ext>
                    </a:extLst>
                  </p:cNvPr>
                  <p:cNvSpPr/>
                  <p:nvPr/>
                </p:nvSpPr>
                <p:spPr>
                  <a:xfrm>
                    <a:off x="4632191" y="1296636"/>
                    <a:ext cx="33780" cy="11848"/>
                  </a:xfrm>
                  <a:custGeom>
                    <a:avLst/>
                    <a:gdLst>
                      <a:gd name="connsiteX0" fmla="*/ 33780 w 33780"/>
                      <a:gd name="connsiteY0" fmla="*/ 0 h 11848"/>
                      <a:gd name="connsiteX1" fmla="*/ 29702 w 33780"/>
                      <a:gd name="connsiteY1" fmla="*/ 5586 h 11848"/>
                      <a:gd name="connsiteX2" fmla="*/ 21367 w 33780"/>
                      <a:gd name="connsiteY2" fmla="*/ 9930 h 11848"/>
                      <a:gd name="connsiteX3" fmla="*/ 0 w 33780"/>
                      <a:gd name="connsiteY3" fmla="*/ 11127 h 11848"/>
                      <a:gd name="connsiteX4" fmla="*/ 10506 w 33780"/>
                      <a:gd name="connsiteY4" fmla="*/ 11482 h 11848"/>
                      <a:gd name="connsiteX5" fmla="*/ 20259 w 33780"/>
                      <a:gd name="connsiteY5" fmla="*/ 9221 h 11848"/>
                      <a:gd name="connsiteX6" fmla="*/ 33780 w 33780"/>
                      <a:gd name="connsiteY6" fmla="*/ 0 h 11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780" h="11848">
                        <a:moveTo>
                          <a:pt x="33780" y="0"/>
                        </a:moveTo>
                        <a:cubicBezTo>
                          <a:pt x="33204" y="1818"/>
                          <a:pt x="31785" y="3724"/>
                          <a:pt x="29702" y="5586"/>
                        </a:cubicBezTo>
                        <a:cubicBezTo>
                          <a:pt x="27529" y="7137"/>
                          <a:pt x="24692" y="8778"/>
                          <a:pt x="21367" y="9930"/>
                        </a:cubicBezTo>
                        <a:cubicBezTo>
                          <a:pt x="14718" y="12102"/>
                          <a:pt x="6295" y="12324"/>
                          <a:pt x="0" y="11127"/>
                        </a:cubicBezTo>
                        <a:cubicBezTo>
                          <a:pt x="3458" y="11659"/>
                          <a:pt x="7004" y="11925"/>
                          <a:pt x="10506" y="11482"/>
                        </a:cubicBezTo>
                        <a:cubicBezTo>
                          <a:pt x="13964" y="11304"/>
                          <a:pt x="17289" y="10285"/>
                          <a:pt x="20259" y="9221"/>
                        </a:cubicBezTo>
                        <a:cubicBezTo>
                          <a:pt x="26244" y="6916"/>
                          <a:pt x="30810" y="3414"/>
                          <a:pt x="3378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00" name="Forme libre : forme 21599">
                    <a:extLst>
                      <a:ext uri="{FF2B5EF4-FFF2-40B4-BE49-F238E27FC236}">
                        <a16:creationId xmlns:a16="http://schemas.microsoft.com/office/drawing/2014/main" id="{A4ADD2E5-F323-42D1-9055-8B25F47AEE5E}"/>
                      </a:ext>
                    </a:extLst>
                  </p:cNvPr>
                  <p:cNvSpPr/>
                  <p:nvPr/>
                </p:nvSpPr>
                <p:spPr>
                  <a:xfrm>
                    <a:off x="4594421" y="1246719"/>
                    <a:ext cx="32272" cy="16269"/>
                  </a:xfrm>
                  <a:custGeom>
                    <a:avLst/>
                    <a:gdLst>
                      <a:gd name="connsiteX0" fmla="*/ 32273 w 32272"/>
                      <a:gd name="connsiteY0" fmla="*/ 16269 h 16269"/>
                      <a:gd name="connsiteX1" fmla="*/ 31741 w 32272"/>
                      <a:gd name="connsiteY1" fmla="*/ 15693 h 16269"/>
                      <a:gd name="connsiteX2" fmla="*/ 31475 w 32272"/>
                      <a:gd name="connsiteY2" fmla="*/ 15383 h 16269"/>
                      <a:gd name="connsiteX3" fmla="*/ 31032 w 32272"/>
                      <a:gd name="connsiteY3" fmla="*/ 14851 h 16269"/>
                      <a:gd name="connsiteX4" fmla="*/ 29569 w 32272"/>
                      <a:gd name="connsiteY4" fmla="*/ 13166 h 16269"/>
                      <a:gd name="connsiteX5" fmla="*/ 28106 w 32272"/>
                      <a:gd name="connsiteY5" fmla="*/ 11526 h 16269"/>
                      <a:gd name="connsiteX6" fmla="*/ 26687 w 32272"/>
                      <a:gd name="connsiteY6" fmla="*/ 10329 h 16269"/>
                      <a:gd name="connsiteX7" fmla="*/ 25801 w 32272"/>
                      <a:gd name="connsiteY7" fmla="*/ 9708 h 16269"/>
                      <a:gd name="connsiteX8" fmla="*/ 24116 w 32272"/>
                      <a:gd name="connsiteY8" fmla="*/ 8600 h 16269"/>
                      <a:gd name="connsiteX9" fmla="*/ 20658 w 32272"/>
                      <a:gd name="connsiteY9" fmla="*/ 6650 h 16269"/>
                      <a:gd name="connsiteX10" fmla="*/ 13654 w 32272"/>
                      <a:gd name="connsiteY10" fmla="*/ 3546 h 16269"/>
                      <a:gd name="connsiteX11" fmla="*/ 0 w 32272"/>
                      <a:gd name="connsiteY11" fmla="*/ 0 h 16269"/>
                      <a:gd name="connsiteX12" fmla="*/ 13299 w 32272"/>
                      <a:gd name="connsiteY12" fmla="*/ 3945 h 16269"/>
                      <a:gd name="connsiteX13" fmla="*/ 20348 w 32272"/>
                      <a:gd name="connsiteY13" fmla="*/ 7359 h 16269"/>
                      <a:gd name="connsiteX14" fmla="*/ 23806 w 32272"/>
                      <a:gd name="connsiteY14" fmla="*/ 9265 h 16269"/>
                      <a:gd name="connsiteX15" fmla="*/ 25490 w 32272"/>
                      <a:gd name="connsiteY15" fmla="*/ 10240 h 16269"/>
                      <a:gd name="connsiteX16" fmla="*/ 26421 w 32272"/>
                      <a:gd name="connsiteY16" fmla="*/ 10817 h 16269"/>
                      <a:gd name="connsiteX17" fmla="*/ 27796 w 32272"/>
                      <a:gd name="connsiteY17" fmla="*/ 11836 h 16269"/>
                      <a:gd name="connsiteX18" fmla="*/ 29347 w 32272"/>
                      <a:gd name="connsiteY18" fmla="*/ 13388 h 16269"/>
                      <a:gd name="connsiteX19" fmla="*/ 30899 w 32272"/>
                      <a:gd name="connsiteY19" fmla="*/ 14984 h 16269"/>
                      <a:gd name="connsiteX20" fmla="*/ 31386 w 32272"/>
                      <a:gd name="connsiteY20" fmla="*/ 15516 h 16269"/>
                      <a:gd name="connsiteX21" fmla="*/ 31741 w 32272"/>
                      <a:gd name="connsiteY21" fmla="*/ 15782 h 16269"/>
                      <a:gd name="connsiteX22" fmla="*/ 32273 w 32272"/>
                      <a:gd name="connsiteY22" fmla="*/ 16269 h 16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2272" h="16269">
                        <a:moveTo>
                          <a:pt x="32273" y="16269"/>
                        </a:moveTo>
                        <a:lnTo>
                          <a:pt x="31741" y="15693"/>
                        </a:lnTo>
                        <a:lnTo>
                          <a:pt x="31475" y="15383"/>
                        </a:lnTo>
                        <a:lnTo>
                          <a:pt x="31032" y="14851"/>
                        </a:lnTo>
                        <a:lnTo>
                          <a:pt x="29569" y="13166"/>
                        </a:lnTo>
                        <a:lnTo>
                          <a:pt x="28106" y="11526"/>
                        </a:lnTo>
                        <a:lnTo>
                          <a:pt x="26687" y="10329"/>
                        </a:lnTo>
                        <a:lnTo>
                          <a:pt x="25801" y="9708"/>
                        </a:lnTo>
                        <a:lnTo>
                          <a:pt x="24116" y="8600"/>
                        </a:lnTo>
                        <a:cubicBezTo>
                          <a:pt x="22963" y="7891"/>
                          <a:pt x="21811" y="7226"/>
                          <a:pt x="20658" y="6650"/>
                        </a:cubicBezTo>
                        <a:cubicBezTo>
                          <a:pt x="18353" y="5408"/>
                          <a:pt x="16003" y="4389"/>
                          <a:pt x="13654" y="3546"/>
                        </a:cubicBezTo>
                        <a:cubicBezTo>
                          <a:pt x="8955" y="1818"/>
                          <a:pt x="4300" y="709"/>
                          <a:pt x="0" y="0"/>
                        </a:cubicBezTo>
                        <a:cubicBezTo>
                          <a:pt x="3990" y="399"/>
                          <a:pt x="8600" y="1906"/>
                          <a:pt x="13299" y="3945"/>
                        </a:cubicBezTo>
                        <a:cubicBezTo>
                          <a:pt x="15649" y="4965"/>
                          <a:pt x="18043" y="6118"/>
                          <a:pt x="20348" y="7359"/>
                        </a:cubicBezTo>
                        <a:cubicBezTo>
                          <a:pt x="21501" y="8024"/>
                          <a:pt x="22653" y="8644"/>
                          <a:pt x="23806" y="9265"/>
                        </a:cubicBezTo>
                        <a:lnTo>
                          <a:pt x="25490" y="10240"/>
                        </a:lnTo>
                        <a:cubicBezTo>
                          <a:pt x="25801" y="10462"/>
                          <a:pt x="25934" y="10462"/>
                          <a:pt x="26421" y="10817"/>
                        </a:cubicBezTo>
                        <a:lnTo>
                          <a:pt x="27796" y="11836"/>
                        </a:lnTo>
                        <a:cubicBezTo>
                          <a:pt x="28327" y="12368"/>
                          <a:pt x="28815" y="12856"/>
                          <a:pt x="29347" y="13388"/>
                        </a:cubicBezTo>
                        <a:cubicBezTo>
                          <a:pt x="29879" y="13920"/>
                          <a:pt x="30367" y="14452"/>
                          <a:pt x="30899" y="14984"/>
                        </a:cubicBezTo>
                        <a:lnTo>
                          <a:pt x="31386" y="15516"/>
                        </a:lnTo>
                        <a:lnTo>
                          <a:pt x="31741" y="15782"/>
                        </a:lnTo>
                        <a:lnTo>
                          <a:pt x="32273" y="1626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01" name="Forme libre : forme 21600">
                    <a:extLst>
                      <a:ext uri="{FF2B5EF4-FFF2-40B4-BE49-F238E27FC236}">
                        <a16:creationId xmlns:a16="http://schemas.microsoft.com/office/drawing/2014/main" id="{44E97BFA-C61D-4FE0-A7FF-F25BFB80065D}"/>
                      </a:ext>
                    </a:extLst>
                  </p:cNvPr>
                  <p:cNvSpPr/>
                  <p:nvPr/>
                </p:nvSpPr>
                <p:spPr>
                  <a:xfrm>
                    <a:off x="4626531" y="1282745"/>
                    <a:ext cx="13586" cy="9603"/>
                  </a:xfrm>
                  <a:custGeom>
                    <a:avLst/>
                    <a:gdLst>
                      <a:gd name="connsiteX0" fmla="*/ 13330 w 13586"/>
                      <a:gd name="connsiteY0" fmla="*/ 9281 h 9603"/>
                      <a:gd name="connsiteX1" fmla="*/ 4286 w 13586"/>
                      <a:gd name="connsiteY1" fmla="*/ 5911 h 9603"/>
                      <a:gd name="connsiteX2" fmla="*/ 562 w 13586"/>
                      <a:gd name="connsiteY2" fmla="*/ 60 h 9603"/>
                      <a:gd name="connsiteX3" fmla="*/ 8143 w 13586"/>
                      <a:gd name="connsiteY3" fmla="*/ 4227 h 9603"/>
                      <a:gd name="connsiteX4" fmla="*/ 11778 w 13586"/>
                      <a:gd name="connsiteY4" fmla="*/ 6798 h 9603"/>
                      <a:gd name="connsiteX5" fmla="*/ 13330 w 13586"/>
                      <a:gd name="connsiteY5" fmla="*/ 9281 h 9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86" h="9603">
                        <a:moveTo>
                          <a:pt x="13330" y="9281"/>
                        </a:moveTo>
                        <a:cubicBezTo>
                          <a:pt x="11734" y="10655"/>
                          <a:pt x="5793" y="7286"/>
                          <a:pt x="4286" y="5911"/>
                        </a:cubicBezTo>
                        <a:cubicBezTo>
                          <a:pt x="2557" y="4759"/>
                          <a:pt x="-1477" y="680"/>
                          <a:pt x="562" y="60"/>
                        </a:cubicBezTo>
                        <a:cubicBezTo>
                          <a:pt x="2469" y="-517"/>
                          <a:pt x="6636" y="3251"/>
                          <a:pt x="8143" y="4227"/>
                        </a:cubicBezTo>
                        <a:cubicBezTo>
                          <a:pt x="8896" y="4714"/>
                          <a:pt x="10492" y="5778"/>
                          <a:pt x="11778" y="6798"/>
                        </a:cubicBezTo>
                        <a:cubicBezTo>
                          <a:pt x="13064" y="7685"/>
                          <a:pt x="14083" y="8660"/>
                          <a:pt x="13330" y="928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02" name="Forme libre : forme 21601">
                    <a:extLst>
                      <a:ext uri="{FF2B5EF4-FFF2-40B4-BE49-F238E27FC236}">
                        <a16:creationId xmlns:a16="http://schemas.microsoft.com/office/drawing/2014/main" id="{5E9AFB6B-E2DC-4830-879C-0AEB4A8714F8}"/>
                      </a:ext>
                    </a:extLst>
                  </p:cNvPr>
                  <p:cNvSpPr/>
                  <p:nvPr/>
                </p:nvSpPr>
                <p:spPr>
                  <a:xfrm>
                    <a:off x="4638079" y="1290578"/>
                    <a:ext cx="4308" cy="2186"/>
                  </a:xfrm>
                  <a:custGeom>
                    <a:avLst/>
                    <a:gdLst>
                      <a:gd name="connsiteX0" fmla="*/ 4309 w 4308"/>
                      <a:gd name="connsiteY0" fmla="*/ 1802 h 2186"/>
                      <a:gd name="connsiteX1" fmla="*/ 2092 w 4308"/>
                      <a:gd name="connsiteY1" fmla="*/ 1891 h 2186"/>
                      <a:gd name="connsiteX2" fmla="*/ 8 w 4308"/>
                      <a:gd name="connsiteY2" fmla="*/ 384 h 2186"/>
                      <a:gd name="connsiteX3" fmla="*/ 2181 w 4308"/>
                      <a:gd name="connsiteY3" fmla="*/ 295 h 2186"/>
                      <a:gd name="connsiteX4" fmla="*/ 4309 w 4308"/>
                      <a:gd name="connsiteY4" fmla="*/ 1802 h 2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08" h="2186">
                        <a:moveTo>
                          <a:pt x="4309" y="1802"/>
                        </a:moveTo>
                        <a:cubicBezTo>
                          <a:pt x="4309" y="2467"/>
                          <a:pt x="2801" y="2113"/>
                          <a:pt x="2092" y="1891"/>
                        </a:cubicBezTo>
                        <a:cubicBezTo>
                          <a:pt x="1338" y="1625"/>
                          <a:pt x="-125" y="1049"/>
                          <a:pt x="8" y="384"/>
                        </a:cubicBezTo>
                        <a:cubicBezTo>
                          <a:pt x="97" y="-281"/>
                          <a:pt x="1471" y="74"/>
                          <a:pt x="2181" y="295"/>
                        </a:cubicBezTo>
                        <a:cubicBezTo>
                          <a:pt x="2846" y="561"/>
                          <a:pt x="4309" y="1138"/>
                          <a:pt x="4309" y="18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603" name="Forme libre : forme 21602">
                    <a:extLst>
                      <a:ext uri="{FF2B5EF4-FFF2-40B4-BE49-F238E27FC236}">
                        <a16:creationId xmlns:a16="http://schemas.microsoft.com/office/drawing/2014/main" id="{EADEC3CB-348D-4ABB-B685-3318429FD249}"/>
                      </a:ext>
                    </a:extLst>
                  </p:cNvPr>
                  <p:cNvSpPr/>
                  <p:nvPr/>
                </p:nvSpPr>
                <p:spPr>
                  <a:xfrm>
                    <a:off x="4632222" y="1274805"/>
                    <a:ext cx="31122" cy="21577"/>
                  </a:xfrm>
                  <a:custGeom>
                    <a:avLst/>
                    <a:gdLst>
                      <a:gd name="connsiteX0" fmla="*/ 21160 w 31122"/>
                      <a:gd name="connsiteY0" fmla="*/ 12433 h 21577"/>
                      <a:gd name="connsiteX1" fmla="*/ 26125 w 31122"/>
                      <a:gd name="connsiteY1" fmla="*/ 15181 h 21577"/>
                      <a:gd name="connsiteX2" fmla="*/ 30691 w 31122"/>
                      <a:gd name="connsiteY2" fmla="*/ 18284 h 21577"/>
                      <a:gd name="connsiteX3" fmla="*/ 28386 w 31122"/>
                      <a:gd name="connsiteY3" fmla="*/ 21521 h 21577"/>
                      <a:gd name="connsiteX4" fmla="*/ 23288 w 31122"/>
                      <a:gd name="connsiteY4" fmla="*/ 20368 h 21577"/>
                      <a:gd name="connsiteX5" fmla="*/ 16771 w 31122"/>
                      <a:gd name="connsiteY5" fmla="*/ 16866 h 21577"/>
                      <a:gd name="connsiteX6" fmla="*/ 10742 w 31122"/>
                      <a:gd name="connsiteY6" fmla="*/ 12787 h 21577"/>
                      <a:gd name="connsiteX7" fmla="*/ 7329 w 31122"/>
                      <a:gd name="connsiteY7" fmla="*/ 10526 h 21577"/>
                      <a:gd name="connsiteX8" fmla="*/ 2940 w 31122"/>
                      <a:gd name="connsiteY8" fmla="*/ 6670 h 21577"/>
                      <a:gd name="connsiteX9" fmla="*/ 1034 w 31122"/>
                      <a:gd name="connsiteY9" fmla="*/ 153 h 21577"/>
                      <a:gd name="connsiteX10" fmla="*/ 8259 w 31122"/>
                      <a:gd name="connsiteY10" fmla="*/ 2370 h 21577"/>
                      <a:gd name="connsiteX11" fmla="*/ 11939 w 31122"/>
                      <a:gd name="connsiteY11" fmla="*/ 4630 h 21577"/>
                      <a:gd name="connsiteX12" fmla="*/ 14732 w 31122"/>
                      <a:gd name="connsiteY12" fmla="*/ 6537 h 21577"/>
                      <a:gd name="connsiteX13" fmla="*/ 21160 w 31122"/>
                      <a:gd name="connsiteY13" fmla="*/ 12433 h 21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1122" h="21577">
                        <a:moveTo>
                          <a:pt x="21160" y="12433"/>
                        </a:moveTo>
                        <a:cubicBezTo>
                          <a:pt x="22889" y="13630"/>
                          <a:pt x="24573" y="14206"/>
                          <a:pt x="26125" y="15181"/>
                        </a:cubicBezTo>
                        <a:cubicBezTo>
                          <a:pt x="27721" y="16201"/>
                          <a:pt x="29184" y="17043"/>
                          <a:pt x="30691" y="18284"/>
                        </a:cubicBezTo>
                        <a:cubicBezTo>
                          <a:pt x="31844" y="19171"/>
                          <a:pt x="30558" y="21077"/>
                          <a:pt x="28386" y="21521"/>
                        </a:cubicBezTo>
                        <a:cubicBezTo>
                          <a:pt x="26169" y="21786"/>
                          <a:pt x="24706" y="21077"/>
                          <a:pt x="23288" y="20368"/>
                        </a:cubicBezTo>
                        <a:cubicBezTo>
                          <a:pt x="21027" y="19348"/>
                          <a:pt x="18899" y="17885"/>
                          <a:pt x="16771" y="16866"/>
                        </a:cubicBezTo>
                        <a:cubicBezTo>
                          <a:pt x="14732" y="15491"/>
                          <a:pt x="12648" y="14339"/>
                          <a:pt x="10742" y="12787"/>
                        </a:cubicBezTo>
                        <a:cubicBezTo>
                          <a:pt x="10166" y="12255"/>
                          <a:pt x="8836" y="11546"/>
                          <a:pt x="7329" y="10526"/>
                        </a:cubicBezTo>
                        <a:cubicBezTo>
                          <a:pt x="5910" y="9285"/>
                          <a:pt x="4181" y="8221"/>
                          <a:pt x="2940" y="6670"/>
                        </a:cubicBezTo>
                        <a:cubicBezTo>
                          <a:pt x="236" y="3877"/>
                          <a:pt x="-1050" y="729"/>
                          <a:pt x="1034" y="153"/>
                        </a:cubicBezTo>
                        <a:cubicBezTo>
                          <a:pt x="3117" y="-468"/>
                          <a:pt x="5733" y="907"/>
                          <a:pt x="8259" y="2370"/>
                        </a:cubicBezTo>
                        <a:cubicBezTo>
                          <a:pt x="9545" y="3079"/>
                          <a:pt x="10786" y="4010"/>
                          <a:pt x="11939" y="4630"/>
                        </a:cubicBezTo>
                        <a:cubicBezTo>
                          <a:pt x="13003" y="5384"/>
                          <a:pt x="13978" y="6049"/>
                          <a:pt x="14732" y="6537"/>
                        </a:cubicBezTo>
                        <a:cubicBezTo>
                          <a:pt x="17436" y="8664"/>
                          <a:pt x="18544" y="10659"/>
                          <a:pt x="21160" y="1243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37" name="Graphique 2">
                  <a:extLst>
                    <a:ext uri="{FF2B5EF4-FFF2-40B4-BE49-F238E27FC236}">
                      <a16:creationId xmlns:a16="http://schemas.microsoft.com/office/drawing/2014/main" id="{F6D835D6-0642-492E-A6BB-653EE7BAE92A}"/>
                    </a:ext>
                  </a:extLst>
                </p:cNvPr>
                <p:cNvGrpSpPr/>
                <p:nvPr/>
              </p:nvGrpSpPr>
              <p:grpSpPr>
                <a:xfrm>
                  <a:off x="4667460" y="1247425"/>
                  <a:ext cx="88981" cy="52956"/>
                  <a:chOff x="4667460" y="1247425"/>
                  <a:chExt cx="88981" cy="52956"/>
                </a:xfrm>
                <a:solidFill>
                  <a:schemeClr val="accent1"/>
                </a:solidFill>
              </p:grpSpPr>
              <p:sp>
                <p:nvSpPr>
                  <p:cNvPr id="21580" name="Forme libre : forme 21579">
                    <a:extLst>
                      <a:ext uri="{FF2B5EF4-FFF2-40B4-BE49-F238E27FC236}">
                        <a16:creationId xmlns:a16="http://schemas.microsoft.com/office/drawing/2014/main" id="{B1CD8A76-6DD0-45E5-A07D-D8E8D05AA70E}"/>
                      </a:ext>
                    </a:extLst>
                  </p:cNvPr>
                  <p:cNvSpPr/>
                  <p:nvPr/>
                </p:nvSpPr>
                <p:spPr>
                  <a:xfrm>
                    <a:off x="4667460" y="1247425"/>
                    <a:ext cx="88981" cy="52956"/>
                  </a:xfrm>
                  <a:custGeom>
                    <a:avLst/>
                    <a:gdLst>
                      <a:gd name="connsiteX0" fmla="*/ 68421 w 88981"/>
                      <a:gd name="connsiteY0" fmla="*/ 35335 h 52956"/>
                      <a:gd name="connsiteX1" fmla="*/ 53127 w 88981"/>
                      <a:gd name="connsiteY1" fmla="*/ 43182 h 52956"/>
                      <a:gd name="connsiteX2" fmla="*/ 37566 w 88981"/>
                      <a:gd name="connsiteY2" fmla="*/ 49654 h 52956"/>
                      <a:gd name="connsiteX3" fmla="*/ 19346 w 88981"/>
                      <a:gd name="connsiteY3" fmla="*/ 52934 h 52956"/>
                      <a:gd name="connsiteX4" fmla="*/ 11633 w 88981"/>
                      <a:gd name="connsiteY4" fmla="*/ 51915 h 52956"/>
                      <a:gd name="connsiteX5" fmla="*/ 3520 w 88981"/>
                      <a:gd name="connsiteY5" fmla="*/ 49432 h 52956"/>
                      <a:gd name="connsiteX6" fmla="*/ 816 w 88981"/>
                      <a:gd name="connsiteY6" fmla="*/ 39768 h 52956"/>
                      <a:gd name="connsiteX7" fmla="*/ 4407 w 88981"/>
                      <a:gd name="connsiteY7" fmla="*/ 33517 h 52956"/>
                      <a:gd name="connsiteX8" fmla="*/ 9505 w 88981"/>
                      <a:gd name="connsiteY8" fmla="*/ 27400 h 52956"/>
                      <a:gd name="connsiteX9" fmla="*/ 24533 w 88981"/>
                      <a:gd name="connsiteY9" fmla="*/ 17026 h 52956"/>
                      <a:gd name="connsiteX10" fmla="*/ 38010 w 88981"/>
                      <a:gd name="connsiteY10" fmla="*/ 10820 h 52956"/>
                      <a:gd name="connsiteX11" fmla="*/ 51087 w 88981"/>
                      <a:gd name="connsiteY11" fmla="*/ 4835 h 52956"/>
                      <a:gd name="connsiteX12" fmla="*/ 82385 w 88981"/>
                      <a:gd name="connsiteY12" fmla="*/ 978 h 52956"/>
                      <a:gd name="connsiteX13" fmla="*/ 88902 w 88981"/>
                      <a:gd name="connsiteY13" fmla="*/ 8337 h 52956"/>
                      <a:gd name="connsiteX14" fmla="*/ 68421 w 88981"/>
                      <a:gd name="connsiteY14" fmla="*/ 35335 h 52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8981" h="52956">
                        <a:moveTo>
                          <a:pt x="68421" y="35335"/>
                        </a:moveTo>
                        <a:cubicBezTo>
                          <a:pt x="64874" y="37418"/>
                          <a:pt x="59023" y="40522"/>
                          <a:pt x="53127" y="43182"/>
                        </a:cubicBezTo>
                        <a:cubicBezTo>
                          <a:pt x="47231" y="45841"/>
                          <a:pt x="41379" y="48280"/>
                          <a:pt x="37566" y="49654"/>
                        </a:cubicBezTo>
                        <a:cubicBezTo>
                          <a:pt x="30429" y="52225"/>
                          <a:pt x="24666" y="53112"/>
                          <a:pt x="19346" y="52934"/>
                        </a:cubicBezTo>
                        <a:cubicBezTo>
                          <a:pt x="16687" y="52846"/>
                          <a:pt x="14204" y="52491"/>
                          <a:pt x="11633" y="51915"/>
                        </a:cubicBezTo>
                        <a:cubicBezTo>
                          <a:pt x="8751" y="51338"/>
                          <a:pt x="6092" y="50496"/>
                          <a:pt x="3520" y="49432"/>
                        </a:cubicBezTo>
                        <a:cubicBezTo>
                          <a:pt x="-26" y="47969"/>
                          <a:pt x="-824" y="42871"/>
                          <a:pt x="816" y="39768"/>
                        </a:cubicBezTo>
                        <a:cubicBezTo>
                          <a:pt x="2057" y="37463"/>
                          <a:pt x="3077" y="35512"/>
                          <a:pt x="4407" y="33517"/>
                        </a:cubicBezTo>
                        <a:cubicBezTo>
                          <a:pt x="5914" y="31389"/>
                          <a:pt x="7554" y="29350"/>
                          <a:pt x="9505" y="27400"/>
                        </a:cubicBezTo>
                        <a:cubicBezTo>
                          <a:pt x="13362" y="23543"/>
                          <a:pt x="18194" y="20129"/>
                          <a:pt x="24533" y="17026"/>
                        </a:cubicBezTo>
                        <a:cubicBezTo>
                          <a:pt x="27947" y="15342"/>
                          <a:pt x="33000" y="13081"/>
                          <a:pt x="38010" y="10820"/>
                        </a:cubicBezTo>
                        <a:cubicBezTo>
                          <a:pt x="42886" y="8603"/>
                          <a:pt x="47763" y="6342"/>
                          <a:pt x="51087" y="4835"/>
                        </a:cubicBezTo>
                        <a:cubicBezTo>
                          <a:pt x="63234" y="-839"/>
                          <a:pt x="71967" y="-618"/>
                          <a:pt x="82385" y="978"/>
                        </a:cubicBezTo>
                        <a:cubicBezTo>
                          <a:pt x="85932" y="1510"/>
                          <a:pt x="89567" y="4879"/>
                          <a:pt x="88902" y="8337"/>
                        </a:cubicBezTo>
                        <a:cubicBezTo>
                          <a:pt x="86863" y="18312"/>
                          <a:pt x="81720" y="27267"/>
                          <a:pt x="68421" y="3533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81" name="Forme libre : forme 21580">
                    <a:extLst>
                      <a:ext uri="{FF2B5EF4-FFF2-40B4-BE49-F238E27FC236}">
                        <a16:creationId xmlns:a16="http://schemas.microsoft.com/office/drawing/2014/main" id="{2EB323A2-5151-4CE7-85A0-EEB90003C2B6}"/>
                      </a:ext>
                    </a:extLst>
                  </p:cNvPr>
                  <p:cNvSpPr/>
                  <p:nvPr/>
                </p:nvSpPr>
                <p:spPr>
                  <a:xfrm>
                    <a:off x="4667966" y="1255541"/>
                    <a:ext cx="88307" cy="44791"/>
                  </a:xfrm>
                  <a:custGeom>
                    <a:avLst/>
                    <a:gdLst>
                      <a:gd name="connsiteX0" fmla="*/ 36706 w 88307"/>
                      <a:gd name="connsiteY0" fmla="*/ 27973 h 44791"/>
                      <a:gd name="connsiteX1" fmla="*/ 18309 w 88307"/>
                      <a:gd name="connsiteY1" fmla="*/ 35642 h 44791"/>
                      <a:gd name="connsiteX2" fmla="*/ 9088 w 88307"/>
                      <a:gd name="connsiteY2" fmla="*/ 37903 h 44791"/>
                      <a:gd name="connsiteX3" fmla="*/ 0 w 88307"/>
                      <a:gd name="connsiteY3" fmla="*/ 37992 h 44791"/>
                      <a:gd name="connsiteX4" fmla="*/ 2970 w 88307"/>
                      <a:gd name="connsiteY4" fmla="*/ 41272 h 44791"/>
                      <a:gd name="connsiteX5" fmla="*/ 8423 w 88307"/>
                      <a:gd name="connsiteY5" fmla="*/ 43134 h 44791"/>
                      <a:gd name="connsiteX6" fmla="*/ 16358 w 88307"/>
                      <a:gd name="connsiteY6" fmla="*/ 44597 h 44791"/>
                      <a:gd name="connsiteX7" fmla="*/ 24515 w 88307"/>
                      <a:gd name="connsiteY7" fmla="*/ 44553 h 44791"/>
                      <a:gd name="connsiteX8" fmla="*/ 36972 w 88307"/>
                      <a:gd name="connsiteY8" fmla="*/ 41494 h 44791"/>
                      <a:gd name="connsiteX9" fmla="*/ 41937 w 88307"/>
                      <a:gd name="connsiteY9" fmla="*/ 39588 h 44791"/>
                      <a:gd name="connsiteX10" fmla="*/ 65610 w 88307"/>
                      <a:gd name="connsiteY10" fmla="*/ 28461 h 44791"/>
                      <a:gd name="connsiteX11" fmla="*/ 67871 w 88307"/>
                      <a:gd name="connsiteY11" fmla="*/ 27175 h 44791"/>
                      <a:gd name="connsiteX12" fmla="*/ 79175 w 88307"/>
                      <a:gd name="connsiteY12" fmla="*/ 18220 h 44791"/>
                      <a:gd name="connsiteX13" fmla="*/ 87110 w 88307"/>
                      <a:gd name="connsiteY13" fmla="*/ 4832 h 44791"/>
                      <a:gd name="connsiteX14" fmla="*/ 88307 w 88307"/>
                      <a:gd name="connsiteY14" fmla="*/ 177 h 44791"/>
                      <a:gd name="connsiteX15" fmla="*/ 88307 w 88307"/>
                      <a:gd name="connsiteY15" fmla="*/ 0 h 44791"/>
                      <a:gd name="connsiteX16" fmla="*/ 62906 w 88307"/>
                      <a:gd name="connsiteY16" fmla="*/ 14940 h 44791"/>
                      <a:gd name="connsiteX17" fmla="*/ 36706 w 88307"/>
                      <a:gd name="connsiteY17" fmla="*/ 27973 h 44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8307" h="44791">
                        <a:moveTo>
                          <a:pt x="36706" y="27973"/>
                        </a:moveTo>
                        <a:cubicBezTo>
                          <a:pt x="30766" y="30943"/>
                          <a:pt x="24515" y="33647"/>
                          <a:pt x="18309" y="35642"/>
                        </a:cubicBezTo>
                        <a:cubicBezTo>
                          <a:pt x="15206" y="36617"/>
                          <a:pt x="12147" y="37415"/>
                          <a:pt x="9088" y="37903"/>
                        </a:cubicBezTo>
                        <a:cubicBezTo>
                          <a:pt x="5852" y="38302"/>
                          <a:pt x="2749" y="38391"/>
                          <a:pt x="0" y="37992"/>
                        </a:cubicBezTo>
                        <a:cubicBezTo>
                          <a:pt x="576" y="39455"/>
                          <a:pt x="1507" y="40652"/>
                          <a:pt x="2970" y="41272"/>
                        </a:cubicBezTo>
                        <a:cubicBezTo>
                          <a:pt x="4743" y="42026"/>
                          <a:pt x="6561" y="42646"/>
                          <a:pt x="8423" y="43134"/>
                        </a:cubicBezTo>
                        <a:cubicBezTo>
                          <a:pt x="11304" y="43843"/>
                          <a:pt x="13743" y="44331"/>
                          <a:pt x="16358" y="44597"/>
                        </a:cubicBezTo>
                        <a:cubicBezTo>
                          <a:pt x="18929" y="44863"/>
                          <a:pt x="21634" y="44863"/>
                          <a:pt x="24515" y="44553"/>
                        </a:cubicBezTo>
                        <a:cubicBezTo>
                          <a:pt x="28239" y="44109"/>
                          <a:pt x="32317" y="43178"/>
                          <a:pt x="36972" y="41494"/>
                        </a:cubicBezTo>
                        <a:cubicBezTo>
                          <a:pt x="38391" y="40962"/>
                          <a:pt x="40075" y="40297"/>
                          <a:pt x="41937" y="39588"/>
                        </a:cubicBezTo>
                        <a:cubicBezTo>
                          <a:pt x="49163" y="36706"/>
                          <a:pt x="59315" y="32007"/>
                          <a:pt x="65610" y="28461"/>
                        </a:cubicBezTo>
                        <a:cubicBezTo>
                          <a:pt x="66408" y="28017"/>
                          <a:pt x="67161" y="27574"/>
                          <a:pt x="67871" y="27175"/>
                        </a:cubicBezTo>
                        <a:cubicBezTo>
                          <a:pt x="72570" y="24338"/>
                          <a:pt x="76294" y="21323"/>
                          <a:pt x="79175" y="18220"/>
                        </a:cubicBezTo>
                        <a:cubicBezTo>
                          <a:pt x="83076" y="13920"/>
                          <a:pt x="85470" y="9443"/>
                          <a:pt x="87110" y="4832"/>
                        </a:cubicBezTo>
                        <a:cubicBezTo>
                          <a:pt x="87598" y="3325"/>
                          <a:pt x="87997" y="1773"/>
                          <a:pt x="88307" y="177"/>
                        </a:cubicBezTo>
                        <a:lnTo>
                          <a:pt x="88307" y="0"/>
                        </a:lnTo>
                        <a:cubicBezTo>
                          <a:pt x="80150" y="5275"/>
                          <a:pt x="71639" y="10329"/>
                          <a:pt x="62906" y="14940"/>
                        </a:cubicBezTo>
                        <a:cubicBezTo>
                          <a:pt x="54128" y="19639"/>
                          <a:pt x="45218" y="23761"/>
                          <a:pt x="36706" y="2797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82" name="Forme libre : forme 21581">
                    <a:extLst>
                      <a:ext uri="{FF2B5EF4-FFF2-40B4-BE49-F238E27FC236}">
                        <a16:creationId xmlns:a16="http://schemas.microsoft.com/office/drawing/2014/main" id="{8D2BEAB0-4976-4160-886B-E674599D42B4}"/>
                      </a:ext>
                    </a:extLst>
                  </p:cNvPr>
                  <p:cNvSpPr/>
                  <p:nvPr/>
                </p:nvSpPr>
                <p:spPr>
                  <a:xfrm>
                    <a:off x="4698911" y="1260550"/>
                    <a:ext cx="40991" cy="22278"/>
                  </a:xfrm>
                  <a:custGeom>
                    <a:avLst/>
                    <a:gdLst>
                      <a:gd name="connsiteX0" fmla="*/ 40694 w 40991"/>
                      <a:gd name="connsiteY0" fmla="*/ 1065 h 22278"/>
                      <a:gd name="connsiteX1" fmla="*/ 34754 w 40991"/>
                      <a:gd name="connsiteY1" fmla="*/ 9754 h 22278"/>
                      <a:gd name="connsiteX2" fmla="*/ 22563 w 40991"/>
                      <a:gd name="connsiteY2" fmla="*/ 17246 h 22278"/>
                      <a:gd name="connsiteX3" fmla="*/ 220 w 40991"/>
                      <a:gd name="connsiteY3" fmla="*/ 20393 h 22278"/>
                      <a:gd name="connsiteX4" fmla="*/ 17465 w 40991"/>
                      <a:gd name="connsiteY4" fmla="*/ 6872 h 22278"/>
                      <a:gd name="connsiteX5" fmla="*/ 40694 w 40991"/>
                      <a:gd name="connsiteY5" fmla="*/ 1065 h 22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991" h="22278">
                        <a:moveTo>
                          <a:pt x="40694" y="1065"/>
                        </a:moveTo>
                        <a:cubicBezTo>
                          <a:pt x="41980" y="3015"/>
                          <a:pt x="38921" y="6518"/>
                          <a:pt x="34754" y="9754"/>
                        </a:cubicBezTo>
                        <a:cubicBezTo>
                          <a:pt x="30587" y="13034"/>
                          <a:pt x="25312" y="15916"/>
                          <a:pt x="22563" y="17246"/>
                        </a:cubicBezTo>
                        <a:cubicBezTo>
                          <a:pt x="17110" y="19950"/>
                          <a:pt x="2392" y="25048"/>
                          <a:pt x="220" y="20393"/>
                        </a:cubicBezTo>
                        <a:cubicBezTo>
                          <a:pt x="-1952" y="15738"/>
                          <a:pt x="12544" y="9089"/>
                          <a:pt x="17465" y="6872"/>
                        </a:cubicBezTo>
                        <a:cubicBezTo>
                          <a:pt x="22563" y="4922"/>
                          <a:pt x="38123" y="-2792"/>
                          <a:pt x="40694" y="106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83" name="Forme libre : forme 21582">
                    <a:extLst>
                      <a:ext uri="{FF2B5EF4-FFF2-40B4-BE49-F238E27FC236}">
                        <a16:creationId xmlns:a16="http://schemas.microsoft.com/office/drawing/2014/main" id="{14AC0E0F-D133-4E7F-9CD9-F1FC4EB0C7F4}"/>
                      </a:ext>
                    </a:extLst>
                  </p:cNvPr>
                  <p:cNvSpPr/>
                  <p:nvPr/>
                </p:nvSpPr>
                <p:spPr>
                  <a:xfrm>
                    <a:off x="4698466" y="1272653"/>
                    <a:ext cx="31608" cy="10059"/>
                  </a:xfrm>
                  <a:custGeom>
                    <a:avLst/>
                    <a:gdLst>
                      <a:gd name="connsiteX0" fmla="*/ 7404 w 31608"/>
                      <a:gd name="connsiteY0" fmla="*/ 310 h 10059"/>
                      <a:gd name="connsiteX1" fmla="*/ 444 w 31608"/>
                      <a:gd name="connsiteY1" fmla="*/ 8379 h 10059"/>
                      <a:gd name="connsiteX2" fmla="*/ 23230 w 31608"/>
                      <a:gd name="connsiteY2" fmla="*/ 5054 h 10059"/>
                      <a:gd name="connsiteX3" fmla="*/ 31608 w 31608"/>
                      <a:gd name="connsiteY3" fmla="*/ 0 h 10059"/>
                      <a:gd name="connsiteX4" fmla="*/ 26821 w 31608"/>
                      <a:gd name="connsiteY4" fmla="*/ 2084 h 10059"/>
                      <a:gd name="connsiteX5" fmla="*/ 7404 w 31608"/>
                      <a:gd name="connsiteY5" fmla="*/ 310 h 10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608" h="10059">
                        <a:moveTo>
                          <a:pt x="7404" y="310"/>
                        </a:moveTo>
                        <a:cubicBezTo>
                          <a:pt x="5187" y="2261"/>
                          <a:pt x="-1817" y="5852"/>
                          <a:pt x="444" y="8379"/>
                        </a:cubicBezTo>
                        <a:cubicBezTo>
                          <a:pt x="3990" y="12413"/>
                          <a:pt x="16314" y="8334"/>
                          <a:pt x="23230" y="5054"/>
                        </a:cubicBezTo>
                        <a:cubicBezTo>
                          <a:pt x="25269" y="4123"/>
                          <a:pt x="29569" y="1552"/>
                          <a:pt x="31608" y="0"/>
                        </a:cubicBezTo>
                        <a:cubicBezTo>
                          <a:pt x="30323" y="621"/>
                          <a:pt x="28151" y="1729"/>
                          <a:pt x="26821" y="2084"/>
                        </a:cubicBezTo>
                        <a:cubicBezTo>
                          <a:pt x="19240" y="4079"/>
                          <a:pt x="10064" y="5275"/>
                          <a:pt x="7404" y="31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84" name="Forme libre : forme 21583">
                    <a:extLst>
                      <a:ext uri="{FF2B5EF4-FFF2-40B4-BE49-F238E27FC236}">
                        <a16:creationId xmlns:a16="http://schemas.microsoft.com/office/drawing/2014/main" id="{5A55E046-3575-46E2-A927-5AF677D3CAC1}"/>
                      </a:ext>
                    </a:extLst>
                  </p:cNvPr>
                  <p:cNvSpPr/>
                  <p:nvPr/>
                </p:nvSpPr>
                <p:spPr>
                  <a:xfrm>
                    <a:off x="4701464" y="1260049"/>
                    <a:ext cx="40902" cy="23117"/>
                  </a:xfrm>
                  <a:custGeom>
                    <a:avLst/>
                    <a:gdLst>
                      <a:gd name="connsiteX0" fmla="*/ 40801 w 40902"/>
                      <a:gd name="connsiteY0" fmla="*/ 1299 h 23117"/>
                      <a:gd name="connsiteX1" fmla="*/ 22536 w 40902"/>
                      <a:gd name="connsiteY1" fmla="*/ 18056 h 23117"/>
                      <a:gd name="connsiteX2" fmla="*/ 282 w 40902"/>
                      <a:gd name="connsiteY2" fmla="*/ 21159 h 23117"/>
                      <a:gd name="connsiteX3" fmla="*/ 17438 w 40902"/>
                      <a:gd name="connsiteY3" fmla="*/ 7638 h 23117"/>
                      <a:gd name="connsiteX4" fmla="*/ 30427 w 40902"/>
                      <a:gd name="connsiteY4" fmla="*/ 2053 h 23117"/>
                      <a:gd name="connsiteX5" fmla="*/ 40801 w 40902"/>
                      <a:gd name="connsiteY5" fmla="*/ 1299 h 23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902" h="23117">
                        <a:moveTo>
                          <a:pt x="40801" y="1299"/>
                        </a:moveTo>
                        <a:cubicBezTo>
                          <a:pt x="42219" y="6131"/>
                          <a:pt x="28477" y="15130"/>
                          <a:pt x="22536" y="18056"/>
                        </a:cubicBezTo>
                        <a:cubicBezTo>
                          <a:pt x="16685" y="21204"/>
                          <a:pt x="2809" y="25770"/>
                          <a:pt x="282" y="21159"/>
                        </a:cubicBezTo>
                        <a:cubicBezTo>
                          <a:pt x="-2245" y="16593"/>
                          <a:pt x="12916" y="9855"/>
                          <a:pt x="17438" y="7638"/>
                        </a:cubicBezTo>
                        <a:cubicBezTo>
                          <a:pt x="19743" y="6574"/>
                          <a:pt x="25329" y="3959"/>
                          <a:pt x="30427" y="2053"/>
                        </a:cubicBezTo>
                        <a:cubicBezTo>
                          <a:pt x="35525" y="146"/>
                          <a:pt x="40180" y="-1050"/>
                          <a:pt x="40801" y="129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85" name="Forme libre : forme 21584">
                    <a:extLst>
                      <a:ext uri="{FF2B5EF4-FFF2-40B4-BE49-F238E27FC236}">
                        <a16:creationId xmlns:a16="http://schemas.microsoft.com/office/drawing/2014/main" id="{F90CADC9-E2DC-493C-918B-8379179AE62A}"/>
                      </a:ext>
                    </a:extLst>
                  </p:cNvPr>
                  <p:cNvSpPr/>
                  <p:nvPr/>
                </p:nvSpPr>
                <p:spPr>
                  <a:xfrm>
                    <a:off x="4678745" y="1271387"/>
                    <a:ext cx="55462" cy="21724"/>
                  </a:xfrm>
                  <a:custGeom>
                    <a:avLst/>
                    <a:gdLst>
                      <a:gd name="connsiteX0" fmla="*/ 1368 w 55462"/>
                      <a:gd name="connsiteY0" fmla="*/ 18112 h 21724"/>
                      <a:gd name="connsiteX1" fmla="*/ 8816 w 55462"/>
                      <a:gd name="connsiteY1" fmla="*/ 21082 h 21724"/>
                      <a:gd name="connsiteX2" fmla="*/ 30627 w 55462"/>
                      <a:gd name="connsiteY2" fmla="*/ 20062 h 21724"/>
                      <a:gd name="connsiteX3" fmla="*/ 50487 w 55462"/>
                      <a:gd name="connsiteY3" fmla="*/ 9777 h 21724"/>
                      <a:gd name="connsiteX4" fmla="*/ 54565 w 55462"/>
                      <a:gd name="connsiteY4" fmla="*/ 424 h 21724"/>
                      <a:gd name="connsiteX5" fmla="*/ 47073 w 55462"/>
                      <a:gd name="connsiteY5" fmla="*/ 1310 h 21724"/>
                      <a:gd name="connsiteX6" fmla="*/ 27036 w 55462"/>
                      <a:gd name="connsiteY6" fmla="*/ 3349 h 21724"/>
                      <a:gd name="connsiteX7" fmla="*/ 7087 w 55462"/>
                      <a:gd name="connsiteY7" fmla="*/ 5300 h 21724"/>
                      <a:gd name="connsiteX8" fmla="*/ 1368 w 55462"/>
                      <a:gd name="connsiteY8" fmla="*/ 18112 h 21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462" h="21724">
                        <a:moveTo>
                          <a:pt x="1368" y="18112"/>
                        </a:moveTo>
                        <a:cubicBezTo>
                          <a:pt x="3629" y="20328"/>
                          <a:pt x="5003" y="20683"/>
                          <a:pt x="8816" y="21082"/>
                        </a:cubicBezTo>
                        <a:cubicBezTo>
                          <a:pt x="16042" y="21791"/>
                          <a:pt x="21982" y="22412"/>
                          <a:pt x="30627" y="20062"/>
                        </a:cubicBezTo>
                        <a:cubicBezTo>
                          <a:pt x="37808" y="18112"/>
                          <a:pt x="45522" y="14166"/>
                          <a:pt x="50487" y="9777"/>
                        </a:cubicBezTo>
                        <a:cubicBezTo>
                          <a:pt x="54211" y="6497"/>
                          <a:pt x="56959" y="2374"/>
                          <a:pt x="54565" y="424"/>
                        </a:cubicBezTo>
                        <a:cubicBezTo>
                          <a:pt x="53102" y="-729"/>
                          <a:pt x="49911" y="778"/>
                          <a:pt x="47073" y="1310"/>
                        </a:cubicBezTo>
                        <a:cubicBezTo>
                          <a:pt x="40335" y="2596"/>
                          <a:pt x="33996" y="3793"/>
                          <a:pt x="27036" y="3349"/>
                        </a:cubicBezTo>
                        <a:cubicBezTo>
                          <a:pt x="21096" y="2950"/>
                          <a:pt x="14180" y="1399"/>
                          <a:pt x="7087" y="5300"/>
                        </a:cubicBezTo>
                        <a:cubicBezTo>
                          <a:pt x="659" y="8846"/>
                          <a:pt x="-1779" y="15053"/>
                          <a:pt x="1368" y="1811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86" name="Forme libre : forme 21585">
                    <a:extLst>
                      <a:ext uri="{FF2B5EF4-FFF2-40B4-BE49-F238E27FC236}">
                        <a16:creationId xmlns:a16="http://schemas.microsoft.com/office/drawing/2014/main" id="{A18CD6CF-FCF1-4428-B75E-38DAD5CBBC86}"/>
                      </a:ext>
                    </a:extLst>
                  </p:cNvPr>
                  <p:cNvSpPr/>
                  <p:nvPr/>
                </p:nvSpPr>
                <p:spPr>
                  <a:xfrm>
                    <a:off x="4688091" y="1269866"/>
                    <a:ext cx="15706" cy="11142"/>
                  </a:xfrm>
                  <a:custGeom>
                    <a:avLst/>
                    <a:gdLst>
                      <a:gd name="connsiteX0" fmla="*/ 1110 w 15706"/>
                      <a:gd name="connsiteY0" fmla="*/ 8771 h 11142"/>
                      <a:gd name="connsiteX1" fmla="*/ 2 w 15706"/>
                      <a:gd name="connsiteY1" fmla="*/ 10544 h 11142"/>
                      <a:gd name="connsiteX2" fmla="*/ 1686 w 15706"/>
                      <a:gd name="connsiteY2" fmla="*/ 11032 h 11142"/>
                      <a:gd name="connsiteX3" fmla="*/ 4790 w 15706"/>
                      <a:gd name="connsiteY3" fmla="*/ 9791 h 11142"/>
                      <a:gd name="connsiteX4" fmla="*/ 11927 w 15706"/>
                      <a:gd name="connsiteY4" fmla="*/ 5668 h 11142"/>
                      <a:gd name="connsiteX5" fmla="*/ 14321 w 15706"/>
                      <a:gd name="connsiteY5" fmla="*/ 3850 h 11142"/>
                      <a:gd name="connsiteX6" fmla="*/ 11173 w 15706"/>
                      <a:gd name="connsiteY6" fmla="*/ 925 h 11142"/>
                      <a:gd name="connsiteX7" fmla="*/ 1110 w 15706"/>
                      <a:gd name="connsiteY7" fmla="*/ 8771 h 11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706" h="11142">
                        <a:moveTo>
                          <a:pt x="1110" y="8771"/>
                        </a:moveTo>
                        <a:cubicBezTo>
                          <a:pt x="489" y="9436"/>
                          <a:pt x="46" y="9924"/>
                          <a:pt x="2" y="10544"/>
                        </a:cubicBezTo>
                        <a:cubicBezTo>
                          <a:pt x="-43" y="11165"/>
                          <a:pt x="755" y="11254"/>
                          <a:pt x="1686" y="11032"/>
                        </a:cubicBezTo>
                        <a:cubicBezTo>
                          <a:pt x="2617" y="10855"/>
                          <a:pt x="3859" y="10278"/>
                          <a:pt x="4790" y="9791"/>
                        </a:cubicBezTo>
                        <a:cubicBezTo>
                          <a:pt x="7183" y="8505"/>
                          <a:pt x="9755" y="7131"/>
                          <a:pt x="11927" y="5668"/>
                        </a:cubicBezTo>
                        <a:cubicBezTo>
                          <a:pt x="12813" y="5047"/>
                          <a:pt x="13700" y="4515"/>
                          <a:pt x="14321" y="3850"/>
                        </a:cubicBezTo>
                        <a:cubicBezTo>
                          <a:pt x="16936" y="1013"/>
                          <a:pt x="15828" y="-1381"/>
                          <a:pt x="11173" y="925"/>
                        </a:cubicBezTo>
                        <a:cubicBezTo>
                          <a:pt x="7494" y="2742"/>
                          <a:pt x="3681" y="6067"/>
                          <a:pt x="1110" y="877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87" name="Forme libre : forme 21586">
                    <a:extLst>
                      <a:ext uri="{FF2B5EF4-FFF2-40B4-BE49-F238E27FC236}">
                        <a16:creationId xmlns:a16="http://schemas.microsoft.com/office/drawing/2014/main" id="{60111C04-F6C6-449D-930B-72E14DB5AC31}"/>
                      </a:ext>
                    </a:extLst>
                  </p:cNvPr>
                  <p:cNvSpPr/>
                  <p:nvPr/>
                </p:nvSpPr>
                <p:spPr>
                  <a:xfrm>
                    <a:off x="4736546" y="1255408"/>
                    <a:ext cx="17962" cy="26110"/>
                  </a:xfrm>
                  <a:custGeom>
                    <a:avLst/>
                    <a:gdLst>
                      <a:gd name="connsiteX0" fmla="*/ 17954 w 17962"/>
                      <a:gd name="connsiteY0" fmla="*/ 0 h 26110"/>
                      <a:gd name="connsiteX1" fmla="*/ 0 w 17962"/>
                      <a:gd name="connsiteY1" fmla="*/ 26111 h 26110"/>
                      <a:gd name="connsiteX2" fmla="*/ 17954 w 17962"/>
                      <a:gd name="connsiteY2" fmla="*/ 0 h 26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962" h="26110">
                        <a:moveTo>
                          <a:pt x="17954" y="0"/>
                        </a:moveTo>
                        <a:cubicBezTo>
                          <a:pt x="18309" y="7669"/>
                          <a:pt x="7669" y="19328"/>
                          <a:pt x="0" y="26111"/>
                        </a:cubicBezTo>
                        <a:cubicBezTo>
                          <a:pt x="8290" y="18708"/>
                          <a:pt x="14674" y="8113"/>
                          <a:pt x="1795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88" name="Forme libre : forme 21587">
                    <a:extLst>
                      <a:ext uri="{FF2B5EF4-FFF2-40B4-BE49-F238E27FC236}">
                        <a16:creationId xmlns:a16="http://schemas.microsoft.com/office/drawing/2014/main" id="{0F57F1F1-71BB-4278-BB88-8BF4C44E607B}"/>
                      </a:ext>
                    </a:extLst>
                  </p:cNvPr>
                  <p:cNvSpPr/>
                  <p:nvPr/>
                </p:nvSpPr>
                <p:spPr>
                  <a:xfrm>
                    <a:off x="4669075" y="1265028"/>
                    <a:ext cx="24337" cy="22786"/>
                  </a:xfrm>
                  <a:custGeom>
                    <a:avLst/>
                    <a:gdLst>
                      <a:gd name="connsiteX0" fmla="*/ 24338 w 24337"/>
                      <a:gd name="connsiteY0" fmla="*/ 0 h 22786"/>
                      <a:gd name="connsiteX1" fmla="*/ 9797 w 24337"/>
                      <a:gd name="connsiteY1" fmla="*/ 10551 h 22786"/>
                      <a:gd name="connsiteX2" fmla="*/ 4211 w 24337"/>
                      <a:gd name="connsiteY2" fmla="*/ 16846 h 22786"/>
                      <a:gd name="connsiteX3" fmla="*/ 0 w 24337"/>
                      <a:gd name="connsiteY3" fmla="*/ 22786 h 22786"/>
                      <a:gd name="connsiteX4" fmla="*/ 4211 w 24337"/>
                      <a:gd name="connsiteY4" fmla="*/ 17067 h 22786"/>
                      <a:gd name="connsiteX5" fmla="*/ 10373 w 24337"/>
                      <a:gd name="connsiteY5" fmla="*/ 10861 h 22786"/>
                      <a:gd name="connsiteX6" fmla="*/ 24338 w 24337"/>
                      <a:gd name="connsiteY6" fmla="*/ 0 h 22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337" h="22786">
                        <a:moveTo>
                          <a:pt x="24338" y="0"/>
                        </a:moveTo>
                        <a:cubicBezTo>
                          <a:pt x="18796" y="2793"/>
                          <a:pt x="13920" y="6517"/>
                          <a:pt x="9797" y="10551"/>
                        </a:cubicBezTo>
                        <a:cubicBezTo>
                          <a:pt x="7758" y="12590"/>
                          <a:pt x="5896" y="14718"/>
                          <a:pt x="4211" y="16846"/>
                        </a:cubicBezTo>
                        <a:cubicBezTo>
                          <a:pt x="2483" y="19018"/>
                          <a:pt x="1419" y="20747"/>
                          <a:pt x="0" y="22786"/>
                        </a:cubicBezTo>
                        <a:cubicBezTo>
                          <a:pt x="1241" y="20791"/>
                          <a:pt x="2394" y="19151"/>
                          <a:pt x="4211" y="17067"/>
                        </a:cubicBezTo>
                        <a:cubicBezTo>
                          <a:pt x="6029" y="14984"/>
                          <a:pt x="8157" y="12900"/>
                          <a:pt x="10373" y="10861"/>
                        </a:cubicBezTo>
                        <a:cubicBezTo>
                          <a:pt x="14851" y="6827"/>
                          <a:pt x="19949" y="3059"/>
                          <a:pt x="243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89" name="Forme libre : forme 21588">
                    <a:extLst>
                      <a:ext uri="{FF2B5EF4-FFF2-40B4-BE49-F238E27FC236}">
                        <a16:creationId xmlns:a16="http://schemas.microsoft.com/office/drawing/2014/main" id="{690308B9-C270-4BC6-8B09-916EBCD960CD}"/>
                      </a:ext>
                    </a:extLst>
                  </p:cNvPr>
                  <p:cNvSpPr/>
                  <p:nvPr/>
                </p:nvSpPr>
                <p:spPr>
                  <a:xfrm>
                    <a:off x="4714449" y="1264579"/>
                    <a:ext cx="15453" cy="7109"/>
                  </a:xfrm>
                  <a:custGeom>
                    <a:avLst/>
                    <a:gdLst>
                      <a:gd name="connsiteX0" fmla="*/ 15447 w 15453"/>
                      <a:gd name="connsiteY0" fmla="*/ 759 h 7109"/>
                      <a:gd name="connsiteX1" fmla="*/ 7113 w 15453"/>
                      <a:gd name="connsiteY1" fmla="*/ 5813 h 7109"/>
                      <a:gd name="connsiteX2" fmla="*/ 20 w 15453"/>
                      <a:gd name="connsiteY2" fmla="*/ 6123 h 7109"/>
                      <a:gd name="connsiteX3" fmla="*/ 7956 w 15453"/>
                      <a:gd name="connsiteY3" fmla="*/ 1645 h 7109"/>
                      <a:gd name="connsiteX4" fmla="*/ 15447 w 15453"/>
                      <a:gd name="connsiteY4" fmla="*/ 759 h 7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53" h="7109">
                        <a:moveTo>
                          <a:pt x="15447" y="759"/>
                        </a:moveTo>
                        <a:cubicBezTo>
                          <a:pt x="15270" y="2754"/>
                          <a:pt x="9020" y="5148"/>
                          <a:pt x="7113" y="5813"/>
                        </a:cubicBezTo>
                        <a:cubicBezTo>
                          <a:pt x="5207" y="6522"/>
                          <a:pt x="-379" y="8162"/>
                          <a:pt x="20" y="6123"/>
                        </a:cubicBezTo>
                        <a:cubicBezTo>
                          <a:pt x="419" y="4084"/>
                          <a:pt x="6182" y="2266"/>
                          <a:pt x="7956" y="1645"/>
                        </a:cubicBezTo>
                        <a:cubicBezTo>
                          <a:pt x="9773" y="1069"/>
                          <a:pt x="15669" y="-1147"/>
                          <a:pt x="15447" y="75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90" name="Forme libre : forme 21589">
                    <a:extLst>
                      <a:ext uri="{FF2B5EF4-FFF2-40B4-BE49-F238E27FC236}">
                        <a16:creationId xmlns:a16="http://schemas.microsoft.com/office/drawing/2014/main" id="{779994F9-E7CF-4208-B9C2-EB6C35CB9D20}"/>
                      </a:ext>
                    </a:extLst>
                  </p:cNvPr>
                  <p:cNvSpPr/>
                  <p:nvPr/>
                </p:nvSpPr>
                <p:spPr>
                  <a:xfrm>
                    <a:off x="4727808" y="1263570"/>
                    <a:ext cx="4262" cy="2561"/>
                  </a:xfrm>
                  <a:custGeom>
                    <a:avLst/>
                    <a:gdLst>
                      <a:gd name="connsiteX0" fmla="*/ 4172 w 4262"/>
                      <a:gd name="connsiteY0" fmla="*/ 173 h 2561"/>
                      <a:gd name="connsiteX1" fmla="*/ 2665 w 4262"/>
                      <a:gd name="connsiteY1" fmla="*/ 1857 h 2561"/>
                      <a:gd name="connsiteX2" fmla="*/ 93 w 4262"/>
                      <a:gd name="connsiteY2" fmla="*/ 2389 h 2561"/>
                      <a:gd name="connsiteX3" fmla="*/ 1556 w 4262"/>
                      <a:gd name="connsiteY3" fmla="*/ 704 h 2561"/>
                      <a:gd name="connsiteX4" fmla="*/ 4172 w 4262"/>
                      <a:gd name="connsiteY4" fmla="*/ 173 h 2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2" h="2561">
                        <a:moveTo>
                          <a:pt x="4172" y="173"/>
                        </a:moveTo>
                        <a:cubicBezTo>
                          <a:pt x="4615" y="660"/>
                          <a:pt x="3330" y="1502"/>
                          <a:pt x="2665" y="1857"/>
                        </a:cubicBezTo>
                        <a:cubicBezTo>
                          <a:pt x="1955" y="2212"/>
                          <a:pt x="492" y="2877"/>
                          <a:pt x="93" y="2389"/>
                        </a:cubicBezTo>
                        <a:cubicBezTo>
                          <a:pt x="-350" y="1901"/>
                          <a:pt x="891" y="1103"/>
                          <a:pt x="1556" y="704"/>
                        </a:cubicBezTo>
                        <a:cubicBezTo>
                          <a:pt x="2221" y="350"/>
                          <a:pt x="3729" y="-315"/>
                          <a:pt x="4172" y="1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91" name="Forme libre : forme 21590">
                    <a:extLst>
                      <a:ext uri="{FF2B5EF4-FFF2-40B4-BE49-F238E27FC236}">
                        <a16:creationId xmlns:a16="http://schemas.microsoft.com/office/drawing/2014/main" id="{C4872C8F-AEA3-4849-AD35-56B81FD70157}"/>
                      </a:ext>
                    </a:extLst>
                  </p:cNvPr>
                  <p:cNvSpPr/>
                  <p:nvPr/>
                </p:nvSpPr>
                <p:spPr>
                  <a:xfrm>
                    <a:off x="4710320" y="1252118"/>
                    <a:ext cx="40928" cy="11283"/>
                  </a:xfrm>
                  <a:custGeom>
                    <a:avLst/>
                    <a:gdLst>
                      <a:gd name="connsiteX0" fmla="*/ 28133 w 40928"/>
                      <a:gd name="connsiteY0" fmla="*/ 275 h 11283"/>
                      <a:gd name="connsiteX1" fmla="*/ 40146 w 40928"/>
                      <a:gd name="connsiteY1" fmla="*/ 985 h 11283"/>
                      <a:gd name="connsiteX2" fmla="*/ 39171 w 40928"/>
                      <a:gd name="connsiteY2" fmla="*/ 4753 h 11283"/>
                      <a:gd name="connsiteX3" fmla="*/ 34162 w 40928"/>
                      <a:gd name="connsiteY3" fmla="*/ 5994 h 11283"/>
                      <a:gd name="connsiteX4" fmla="*/ 18646 w 40928"/>
                      <a:gd name="connsiteY4" fmla="*/ 7856 h 11283"/>
                      <a:gd name="connsiteX5" fmla="*/ 71 w 40928"/>
                      <a:gd name="connsiteY5" fmla="*/ 9452 h 11283"/>
                      <a:gd name="connsiteX6" fmla="*/ 17715 w 40928"/>
                      <a:gd name="connsiteY6" fmla="*/ 320 h 11283"/>
                      <a:gd name="connsiteX7" fmla="*/ 28133 w 40928"/>
                      <a:gd name="connsiteY7" fmla="*/ 275 h 11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928" h="11283">
                        <a:moveTo>
                          <a:pt x="28133" y="275"/>
                        </a:moveTo>
                        <a:cubicBezTo>
                          <a:pt x="32876" y="9"/>
                          <a:pt x="36334" y="-390"/>
                          <a:pt x="40146" y="985"/>
                        </a:cubicBezTo>
                        <a:cubicBezTo>
                          <a:pt x="41565" y="1472"/>
                          <a:pt x="40944" y="3600"/>
                          <a:pt x="39171" y="4753"/>
                        </a:cubicBezTo>
                        <a:cubicBezTo>
                          <a:pt x="37353" y="5950"/>
                          <a:pt x="35802" y="5950"/>
                          <a:pt x="34162" y="5994"/>
                        </a:cubicBezTo>
                        <a:cubicBezTo>
                          <a:pt x="29064" y="6127"/>
                          <a:pt x="24098" y="6969"/>
                          <a:pt x="18646" y="7856"/>
                        </a:cubicBezTo>
                        <a:cubicBezTo>
                          <a:pt x="15321" y="8610"/>
                          <a:pt x="-1215" y="14062"/>
                          <a:pt x="71" y="9452"/>
                        </a:cubicBezTo>
                        <a:cubicBezTo>
                          <a:pt x="1445" y="5019"/>
                          <a:pt x="13370" y="1206"/>
                          <a:pt x="17715" y="320"/>
                        </a:cubicBezTo>
                        <a:cubicBezTo>
                          <a:pt x="22104" y="-478"/>
                          <a:pt x="24586" y="497"/>
                          <a:pt x="28133" y="27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38" name="Graphique 2">
                  <a:extLst>
                    <a:ext uri="{FF2B5EF4-FFF2-40B4-BE49-F238E27FC236}">
                      <a16:creationId xmlns:a16="http://schemas.microsoft.com/office/drawing/2014/main" id="{939D3BCE-E397-4E57-91D7-54ECDBC114F0}"/>
                    </a:ext>
                  </a:extLst>
                </p:cNvPr>
                <p:cNvGrpSpPr/>
                <p:nvPr/>
              </p:nvGrpSpPr>
              <p:grpSpPr>
                <a:xfrm>
                  <a:off x="4753873" y="1198607"/>
                  <a:ext cx="87059" cy="56811"/>
                  <a:chOff x="4753873" y="1198607"/>
                  <a:chExt cx="87059" cy="56811"/>
                </a:xfrm>
                <a:solidFill>
                  <a:schemeClr val="accent1"/>
                </a:solidFill>
              </p:grpSpPr>
              <p:sp>
                <p:nvSpPr>
                  <p:cNvPr id="21568" name="Forme libre : forme 21567">
                    <a:extLst>
                      <a:ext uri="{FF2B5EF4-FFF2-40B4-BE49-F238E27FC236}">
                        <a16:creationId xmlns:a16="http://schemas.microsoft.com/office/drawing/2014/main" id="{3219A41A-8E19-43F8-B364-D8378B947EE0}"/>
                      </a:ext>
                    </a:extLst>
                  </p:cNvPr>
                  <p:cNvSpPr/>
                  <p:nvPr/>
                </p:nvSpPr>
                <p:spPr>
                  <a:xfrm>
                    <a:off x="4753873" y="1198607"/>
                    <a:ext cx="87059" cy="56811"/>
                  </a:xfrm>
                  <a:custGeom>
                    <a:avLst/>
                    <a:gdLst>
                      <a:gd name="connsiteX0" fmla="*/ 64996 w 87059"/>
                      <a:gd name="connsiteY0" fmla="*/ 35034 h 56811"/>
                      <a:gd name="connsiteX1" fmla="*/ 38131 w 87059"/>
                      <a:gd name="connsiteY1" fmla="*/ 50018 h 56811"/>
                      <a:gd name="connsiteX2" fmla="*/ 29486 w 87059"/>
                      <a:gd name="connsiteY2" fmla="*/ 54052 h 56811"/>
                      <a:gd name="connsiteX3" fmla="*/ 21108 w 87059"/>
                      <a:gd name="connsiteY3" fmla="*/ 56358 h 56811"/>
                      <a:gd name="connsiteX4" fmla="*/ 5282 w 87059"/>
                      <a:gd name="connsiteY4" fmla="*/ 55737 h 56811"/>
                      <a:gd name="connsiteX5" fmla="*/ 272 w 87059"/>
                      <a:gd name="connsiteY5" fmla="*/ 47048 h 56811"/>
                      <a:gd name="connsiteX6" fmla="*/ 6833 w 87059"/>
                      <a:gd name="connsiteY6" fmla="*/ 33039 h 56811"/>
                      <a:gd name="connsiteX7" fmla="*/ 12064 w 87059"/>
                      <a:gd name="connsiteY7" fmla="*/ 26567 h 56811"/>
                      <a:gd name="connsiteX8" fmla="*/ 20088 w 87059"/>
                      <a:gd name="connsiteY8" fmla="*/ 19873 h 56811"/>
                      <a:gd name="connsiteX9" fmla="*/ 48238 w 87059"/>
                      <a:gd name="connsiteY9" fmla="*/ 4224 h 56811"/>
                      <a:gd name="connsiteX10" fmla="*/ 81841 w 87059"/>
                      <a:gd name="connsiteY10" fmla="*/ 3027 h 56811"/>
                      <a:gd name="connsiteX11" fmla="*/ 86718 w 87059"/>
                      <a:gd name="connsiteY11" fmla="*/ 11539 h 56811"/>
                      <a:gd name="connsiteX12" fmla="*/ 78871 w 87059"/>
                      <a:gd name="connsiteY12" fmla="*/ 24218 h 56811"/>
                      <a:gd name="connsiteX13" fmla="*/ 64996 w 87059"/>
                      <a:gd name="connsiteY13" fmla="*/ 35034 h 56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7059" h="56811">
                        <a:moveTo>
                          <a:pt x="64996" y="35034"/>
                        </a:moveTo>
                        <a:cubicBezTo>
                          <a:pt x="58435" y="38492"/>
                          <a:pt x="44692" y="46383"/>
                          <a:pt x="38131" y="50018"/>
                        </a:cubicBezTo>
                        <a:cubicBezTo>
                          <a:pt x="35072" y="51792"/>
                          <a:pt x="32324" y="52944"/>
                          <a:pt x="29486" y="54052"/>
                        </a:cubicBezTo>
                        <a:cubicBezTo>
                          <a:pt x="26561" y="55205"/>
                          <a:pt x="23812" y="55959"/>
                          <a:pt x="21108" y="56358"/>
                        </a:cubicBezTo>
                        <a:cubicBezTo>
                          <a:pt x="15700" y="57200"/>
                          <a:pt x="10690" y="56801"/>
                          <a:pt x="5282" y="55737"/>
                        </a:cubicBezTo>
                        <a:cubicBezTo>
                          <a:pt x="1558" y="55028"/>
                          <a:pt x="-836" y="50506"/>
                          <a:pt x="272" y="47048"/>
                        </a:cubicBezTo>
                        <a:cubicBezTo>
                          <a:pt x="1913" y="41994"/>
                          <a:pt x="3863" y="37428"/>
                          <a:pt x="6833" y="33039"/>
                        </a:cubicBezTo>
                        <a:cubicBezTo>
                          <a:pt x="8296" y="30823"/>
                          <a:pt x="10025" y="28695"/>
                          <a:pt x="12064" y="26567"/>
                        </a:cubicBezTo>
                        <a:cubicBezTo>
                          <a:pt x="14370" y="24351"/>
                          <a:pt x="17029" y="22134"/>
                          <a:pt x="20088" y="19873"/>
                        </a:cubicBezTo>
                        <a:cubicBezTo>
                          <a:pt x="26694" y="15218"/>
                          <a:pt x="40702" y="7328"/>
                          <a:pt x="48238" y="4224"/>
                        </a:cubicBezTo>
                        <a:cubicBezTo>
                          <a:pt x="62203" y="-2026"/>
                          <a:pt x="71823" y="-386"/>
                          <a:pt x="81841" y="3027"/>
                        </a:cubicBezTo>
                        <a:cubicBezTo>
                          <a:pt x="85299" y="4224"/>
                          <a:pt x="88048" y="8303"/>
                          <a:pt x="86718" y="11539"/>
                        </a:cubicBezTo>
                        <a:cubicBezTo>
                          <a:pt x="84812" y="16238"/>
                          <a:pt x="82373" y="20449"/>
                          <a:pt x="78871" y="24218"/>
                        </a:cubicBezTo>
                        <a:cubicBezTo>
                          <a:pt x="75502" y="28207"/>
                          <a:pt x="70892" y="31488"/>
                          <a:pt x="64996" y="3503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69" name="Forme libre : forme 21568">
                    <a:extLst>
                      <a:ext uri="{FF2B5EF4-FFF2-40B4-BE49-F238E27FC236}">
                        <a16:creationId xmlns:a16="http://schemas.microsoft.com/office/drawing/2014/main" id="{29638AC8-CA75-4F14-B7E7-FF875529E23A}"/>
                      </a:ext>
                    </a:extLst>
                  </p:cNvPr>
                  <p:cNvSpPr/>
                  <p:nvPr/>
                </p:nvSpPr>
                <p:spPr>
                  <a:xfrm>
                    <a:off x="4755387" y="1209924"/>
                    <a:ext cx="85248" cy="45432"/>
                  </a:xfrm>
                  <a:custGeom>
                    <a:avLst/>
                    <a:gdLst>
                      <a:gd name="connsiteX0" fmla="*/ 34091 w 85248"/>
                      <a:gd name="connsiteY0" fmla="*/ 25490 h 45432"/>
                      <a:gd name="connsiteX1" fmla="*/ 0 w 85248"/>
                      <a:gd name="connsiteY1" fmla="*/ 41893 h 45432"/>
                      <a:gd name="connsiteX2" fmla="*/ 3724 w 85248"/>
                      <a:gd name="connsiteY2" fmla="*/ 44375 h 45432"/>
                      <a:gd name="connsiteX3" fmla="*/ 9177 w 85248"/>
                      <a:gd name="connsiteY3" fmla="*/ 45218 h 45432"/>
                      <a:gd name="connsiteX4" fmla="*/ 25269 w 85248"/>
                      <a:gd name="connsiteY4" fmla="*/ 43622 h 45432"/>
                      <a:gd name="connsiteX5" fmla="*/ 36573 w 85248"/>
                      <a:gd name="connsiteY5" fmla="*/ 38657 h 45432"/>
                      <a:gd name="connsiteX6" fmla="*/ 40873 w 85248"/>
                      <a:gd name="connsiteY6" fmla="*/ 36263 h 45432"/>
                      <a:gd name="connsiteX7" fmla="*/ 61443 w 85248"/>
                      <a:gd name="connsiteY7" fmla="*/ 24781 h 45432"/>
                      <a:gd name="connsiteX8" fmla="*/ 63438 w 85248"/>
                      <a:gd name="connsiteY8" fmla="*/ 23673 h 45432"/>
                      <a:gd name="connsiteX9" fmla="*/ 74077 w 85248"/>
                      <a:gd name="connsiteY9" fmla="*/ 16137 h 45432"/>
                      <a:gd name="connsiteX10" fmla="*/ 83209 w 85248"/>
                      <a:gd name="connsiteY10" fmla="*/ 4477 h 45432"/>
                      <a:gd name="connsiteX11" fmla="*/ 85204 w 85248"/>
                      <a:gd name="connsiteY11" fmla="*/ 177 h 45432"/>
                      <a:gd name="connsiteX12" fmla="*/ 85248 w 85248"/>
                      <a:gd name="connsiteY12" fmla="*/ 0 h 45432"/>
                      <a:gd name="connsiteX13" fmla="*/ 34091 w 85248"/>
                      <a:gd name="connsiteY13" fmla="*/ 25490 h 45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5248" h="45432">
                        <a:moveTo>
                          <a:pt x="34091" y="25490"/>
                        </a:moveTo>
                        <a:cubicBezTo>
                          <a:pt x="23673" y="32716"/>
                          <a:pt x="11526" y="40962"/>
                          <a:pt x="0" y="41893"/>
                        </a:cubicBezTo>
                        <a:cubicBezTo>
                          <a:pt x="931" y="43134"/>
                          <a:pt x="2217" y="44065"/>
                          <a:pt x="3724" y="44375"/>
                        </a:cubicBezTo>
                        <a:cubicBezTo>
                          <a:pt x="5586" y="44730"/>
                          <a:pt x="7403" y="45040"/>
                          <a:pt x="9177" y="45218"/>
                        </a:cubicBezTo>
                        <a:cubicBezTo>
                          <a:pt x="14363" y="45705"/>
                          <a:pt x="19594" y="45439"/>
                          <a:pt x="25269" y="43622"/>
                        </a:cubicBezTo>
                        <a:cubicBezTo>
                          <a:pt x="29081" y="42292"/>
                          <a:pt x="32583" y="40962"/>
                          <a:pt x="36573" y="38657"/>
                        </a:cubicBezTo>
                        <a:cubicBezTo>
                          <a:pt x="37726" y="37947"/>
                          <a:pt x="39233" y="37149"/>
                          <a:pt x="40873" y="36263"/>
                        </a:cubicBezTo>
                        <a:cubicBezTo>
                          <a:pt x="47124" y="32672"/>
                          <a:pt x="55813" y="27796"/>
                          <a:pt x="61443" y="24781"/>
                        </a:cubicBezTo>
                        <a:cubicBezTo>
                          <a:pt x="62152" y="24382"/>
                          <a:pt x="62861" y="23983"/>
                          <a:pt x="63438" y="23673"/>
                        </a:cubicBezTo>
                        <a:cubicBezTo>
                          <a:pt x="67649" y="21146"/>
                          <a:pt x="71151" y="18796"/>
                          <a:pt x="74077" y="16137"/>
                        </a:cubicBezTo>
                        <a:cubicBezTo>
                          <a:pt x="77978" y="12413"/>
                          <a:pt x="80860" y="8689"/>
                          <a:pt x="83209" y="4477"/>
                        </a:cubicBezTo>
                        <a:cubicBezTo>
                          <a:pt x="83919" y="3103"/>
                          <a:pt x="84628" y="1640"/>
                          <a:pt x="85204" y="177"/>
                        </a:cubicBezTo>
                        <a:lnTo>
                          <a:pt x="85248" y="0"/>
                        </a:lnTo>
                        <a:cubicBezTo>
                          <a:pt x="67472" y="6783"/>
                          <a:pt x="49429" y="14984"/>
                          <a:pt x="34091" y="2549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70" name="Forme libre : forme 21569">
                    <a:extLst>
                      <a:ext uri="{FF2B5EF4-FFF2-40B4-BE49-F238E27FC236}">
                        <a16:creationId xmlns:a16="http://schemas.microsoft.com/office/drawing/2014/main" id="{21695774-FBB5-45E3-BA9D-A288D68D6767}"/>
                      </a:ext>
                    </a:extLst>
                  </p:cNvPr>
                  <p:cNvSpPr/>
                  <p:nvPr/>
                </p:nvSpPr>
                <p:spPr>
                  <a:xfrm>
                    <a:off x="4783158" y="1211667"/>
                    <a:ext cx="40385" cy="23283"/>
                  </a:xfrm>
                  <a:custGeom>
                    <a:avLst/>
                    <a:gdLst>
                      <a:gd name="connsiteX0" fmla="*/ 40189 w 40385"/>
                      <a:gd name="connsiteY0" fmla="*/ 1405 h 23283"/>
                      <a:gd name="connsiteX1" fmla="*/ 33672 w 40385"/>
                      <a:gd name="connsiteY1" fmla="*/ 9517 h 23283"/>
                      <a:gd name="connsiteX2" fmla="*/ 21969 w 40385"/>
                      <a:gd name="connsiteY2" fmla="*/ 16743 h 23283"/>
                      <a:gd name="connsiteX3" fmla="*/ 424 w 40385"/>
                      <a:gd name="connsiteY3" fmla="*/ 21974 h 23283"/>
                      <a:gd name="connsiteX4" fmla="*/ 16427 w 40385"/>
                      <a:gd name="connsiteY4" fmla="*/ 6636 h 23283"/>
                      <a:gd name="connsiteX5" fmla="*/ 40189 w 40385"/>
                      <a:gd name="connsiteY5" fmla="*/ 1405 h 23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385" h="23283">
                        <a:moveTo>
                          <a:pt x="40189" y="1405"/>
                        </a:moveTo>
                        <a:cubicBezTo>
                          <a:pt x="41253" y="3533"/>
                          <a:pt x="37839" y="6547"/>
                          <a:pt x="33672" y="9517"/>
                        </a:cubicBezTo>
                        <a:cubicBezTo>
                          <a:pt x="29549" y="12576"/>
                          <a:pt x="24451" y="15236"/>
                          <a:pt x="21969" y="16743"/>
                        </a:cubicBezTo>
                        <a:cubicBezTo>
                          <a:pt x="16826" y="19403"/>
                          <a:pt x="3305" y="26097"/>
                          <a:pt x="424" y="21974"/>
                        </a:cubicBezTo>
                        <a:cubicBezTo>
                          <a:pt x="-2591" y="17674"/>
                          <a:pt x="11285" y="8985"/>
                          <a:pt x="16427" y="6636"/>
                        </a:cubicBezTo>
                        <a:cubicBezTo>
                          <a:pt x="21437" y="3932"/>
                          <a:pt x="38105" y="-2940"/>
                          <a:pt x="40189" y="140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71" name="Forme libre : forme 21570">
                    <a:extLst>
                      <a:ext uri="{FF2B5EF4-FFF2-40B4-BE49-F238E27FC236}">
                        <a16:creationId xmlns:a16="http://schemas.microsoft.com/office/drawing/2014/main" id="{38294605-A157-4240-A066-D2E80BB71902}"/>
                      </a:ext>
                    </a:extLst>
                  </p:cNvPr>
                  <p:cNvSpPr/>
                  <p:nvPr/>
                </p:nvSpPr>
                <p:spPr>
                  <a:xfrm>
                    <a:off x="4782820" y="1223357"/>
                    <a:ext cx="30551" cy="11422"/>
                  </a:xfrm>
                  <a:custGeom>
                    <a:avLst/>
                    <a:gdLst>
                      <a:gd name="connsiteX0" fmla="*/ 6524 w 30551"/>
                      <a:gd name="connsiteY0" fmla="*/ 1419 h 11422"/>
                      <a:gd name="connsiteX1" fmla="*/ 628 w 30551"/>
                      <a:gd name="connsiteY1" fmla="*/ 10373 h 11422"/>
                      <a:gd name="connsiteX2" fmla="*/ 22572 w 30551"/>
                      <a:gd name="connsiteY2" fmla="*/ 4921 h 11422"/>
                      <a:gd name="connsiteX3" fmla="*/ 30552 w 30551"/>
                      <a:gd name="connsiteY3" fmla="*/ 0 h 11422"/>
                      <a:gd name="connsiteX4" fmla="*/ 25897 w 30551"/>
                      <a:gd name="connsiteY4" fmla="*/ 1951 h 11422"/>
                      <a:gd name="connsiteX5" fmla="*/ 6524 w 30551"/>
                      <a:gd name="connsiteY5" fmla="*/ 1419 h 11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551" h="11422">
                        <a:moveTo>
                          <a:pt x="6524" y="1419"/>
                        </a:moveTo>
                        <a:cubicBezTo>
                          <a:pt x="4485" y="3635"/>
                          <a:pt x="-2031" y="8201"/>
                          <a:pt x="628" y="10373"/>
                        </a:cubicBezTo>
                        <a:cubicBezTo>
                          <a:pt x="4796" y="13743"/>
                          <a:pt x="16056" y="8201"/>
                          <a:pt x="22572" y="4921"/>
                        </a:cubicBezTo>
                        <a:cubicBezTo>
                          <a:pt x="24434" y="3857"/>
                          <a:pt x="28601" y="1419"/>
                          <a:pt x="30552" y="0"/>
                        </a:cubicBezTo>
                        <a:cubicBezTo>
                          <a:pt x="29266" y="576"/>
                          <a:pt x="27183" y="1596"/>
                          <a:pt x="25897" y="1951"/>
                        </a:cubicBezTo>
                        <a:cubicBezTo>
                          <a:pt x="18627" y="3901"/>
                          <a:pt x="9716" y="5940"/>
                          <a:pt x="6524" y="141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72" name="Forme libre : forme 21571">
                    <a:extLst>
                      <a:ext uri="{FF2B5EF4-FFF2-40B4-BE49-F238E27FC236}">
                        <a16:creationId xmlns:a16="http://schemas.microsoft.com/office/drawing/2014/main" id="{DAB93C22-F942-404D-BCBA-19FEA7E2A660}"/>
                      </a:ext>
                    </a:extLst>
                  </p:cNvPr>
                  <p:cNvSpPr/>
                  <p:nvPr/>
                </p:nvSpPr>
                <p:spPr>
                  <a:xfrm>
                    <a:off x="4785823" y="1211549"/>
                    <a:ext cx="40247" cy="23408"/>
                  </a:xfrm>
                  <a:custGeom>
                    <a:avLst/>
                    <a:gdLst>
                      <a:gd name="connsiteX0" fmla="*/ 40227 w 40247"/>
                      <a:gd name="connsiteY0" fmla="*/ 1612 h 23408"/>
                      <a:gd name="connsiteX1" fmla="*/ 33223 w 40247"/>
                      <a:gd name="connsiteY1" fmla="*/ 9946 h 23408"/>
                      <a:gd name="connsiteX2" fmla="*/ 21786 w 40247"/>
                      <a:gd name="connsiteY2" fmla="*/ 17127 h 23408"/>
                      <a:gd name="connsiteX3" fmla="*/ 10260 w 40247"/>
                      <a:gd name="connsiteY3" fmla="*/ 22181 h 23408"/>
                      <a:gd name="connsiteX4" fmla="*/ 462 w 40247"/>
                      <a:gd name="connsiteY4" fmla="*/ 22004 h 23408"/>
                      <a:gd name="connsiteX5" fmla="*/ 5428 w 40247"/>
                      <a:gd name="connsiteY5" fmla="*/ 13670 h 23408"/>
                      <a:gd name="connsiteX6" fmla="*/ 16466 w 40247"/>
                      <a:gd name="connsiteY6" fmla="*/ 6887 h 23408"/>
                      <a:gd name="connsiteX7" fmla="*/ 29810 w 40247"/>
                      <a:gd name="connsiteY7" fmla="*/ 1390 h 23408"/>
                      <a:gd name="connsiteX8" fmla="*/ 40227 w 40247"/>
                      <a:gd name="connsiteY8" fmla="*/ 1612 h 23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247" h="23408">
                        <a:moveTo>
                          <a:pt x="40227" y="1612"/>
                        </a:moveTo>
                        <a:cubicBezTo>
                          <a:pt x="40538" y="4050"/>
                          <a:pt x="37257" y="7153"/>
                          <a:pt x="33223" y="9946"/>
                        </a:cubicBezTo>
                        <a:cubicBezTo>
                          <a:pt x="29278" y="12916"/>
                          <a:pt x="24534" y="15576"/>
                          <a:pt x="21786" y="17127"/>
                        </a:cubicBezTo>
                        <a:cubicBezTo>
                          <a:pt x="19126" y="18723"/>
                          <a:pt x="14471" y="20807"/>
                          <a:pt x="10260" y="22181"/>
                        </a:cubicBezTo>
                        <a:cubicBezTo>
                          <a:pt x="6048" y="23600"/>
                          <a:pt x="2058" y="24087"/>
                          <a:pt x="462" y="22004"/>
                        </a:cubicBezTo>
                        <a:cubicBezTo>
                          <a:pt x="-1133" y="19920"/>
                          <a:pt x="1615" y="16728"/>
                          <a:pt x="5428" y="13670"/>
                        </a:cubicBezTo>
                        <a:cubicBezTo>
                          <a:pt x="9240" y="10655"/>
                          <a:pt x="14161" y="8128"/>
                          <a:pt x="16466" y="6887"/>
                        </a:cubicBezTo>
                        <a:cubicBezTo>
                          <a:pt x="18771" y="5690"/>
                          <a:pt x="24579" y="3119"/>
                          <a:pt x="29810" y="1390"/>
                        </a:cubicBezTo>
                        <a:cubicBezTo>
                          <a:pt x="35129" y="-162"/>
                          <a:pt x="39873" y="-827"/>
                          <a:pt x="40227" y="161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73" name="Forme libre : forme 21572">
                    <a:extLst>
                      <a:ext uri="{FF2B5EF4-FFF2-40B4-BE49-F238E27FC236}">
                        <a16:creationId xmlns:a16="http://schemas.microsoft.com/office/drawing/2014/main" id="{32EF3196-362D-461D-83A8-9793F8845A98}"/>
                      </a:ext>
                    </a:extLst>
                  </p:cNvPr>
                  <p:cNvSpPr/>
                  <p:nvPr/>
                </p:nvSpPr>
                <p:spPr>
                  <a:xfrm>
                    <a:off x="4764450" y="1222186"/>
                    <a:ext cx="52858" cy="24956"/>
                  </a:xfrm>
                  <a:custGeom>
                    <a:avLst/>
                    <a:gdLst>
                      <a:gd name="connsiteX0" fmla="*/ 2020 w 52858"/>
                      <a:gd name="connsiteY0" fmla="*/ 23247 h 24956"/>
                      <a:gd name="connsiteX1" fmla="*/ 9911 w 52858"/>
                      <a:gd name="connsiteY1" fmla="*/ 24799 h 24956"/>
                      <a:gd name="connsiteX2" fmla="*/ 20196 w 52858"/>
                      <a:gd name="connsiteY2" fmla="*/ 23558 h 24956"/>
                      <a:gd name="connsiteX3" fmla="*/ 30702 w 52858"/>
                      <a:gd name="connsiteY3" fmla="*/ 20455 h 24956"/>
                      <a:gd name="connsiteX4" fmla="*/ 48257 w 52858"/>
                      <a:gd name="connsiteY4" fmla="*/ 9549 h 24956"/>
                      <a:gd name="connsiteX5" fmla="*/ 52025 w 52858"/>
                      <a:gd name="connsiteY5" fmla="*/ 506 h 24956"/>
                      <a:gd name="connsiteX6" fmla="*/ 44711 w 52858"/>
                      <a:gd name="connsiteY6" fmla="*/ 1126 h 24956"/>
                      <a:gd name="connsiteX7" fmla="*/ 35002 w 52858"/>
                      <a:gd name="connsiteY7" fmla="*/ 3077 h 24956"/>
                      <a:gd name="connsiteX8" fmla="*/ 24939 w 52858"/>
                      <a:gd name="connsiteY8" fmla="*/ 4407 h 24956"/>
                      <a:gd name="connsiteX9" fmla="*/ 15231 w 52858"/>
                      <a:gd name="connsiteY9" fmla="*/ 5160 h 24956"/>
                      <a:gd name="connsiteX10" fmla="*/ 5168 w 52858"/>
                      <a:gd name="connsiteY10" fmla="*/ 9682 h 24956"/>
                      <a:gd name="connsiteX11" fmla="*/ 2020 w 52858"/>
                      <a:gd name="connsiteY11" fmla="*/ 23247 h 24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2858" h="24956">
                        <a:moveTo>
                          <a:pt x="2020" y="23247"/>
                        </a:moveTo>
                        <a:cubicBezTo>
                          <a:pt x="4636" y="25021"/>
                          <a:pt x="6054" y="25154"/>
                          <a:pt x="9911" y="24799"/>
                        </a:cubicBezTo>
                        <a:cubicBezTo>
                          <a:pt x="13590" y="24444"/>
                          <a:pt x="16960" y="24090"/>
                          <a:pt x="20196" y="23558"/>
                        </a:cubicBezTo>
                        <a:cubicBezTo>
                          <a:pt x="23521" y="22981"/>
                          <a:pt x="26757" y="21962"/>
                          <a:pt x="30702" y="20455"/>
                        </a:cubicBezTo>
                        <a:cubicBezTo>
                          <a:pt x="37130" y="17750"/>
                          <a:pt x="43824" y="13716"/>
                          <a:pt x="48257" y="9549"/>
                        </a:cubicBezTo>
                        <a:cubicBezTo>
                          <a:pt x="51582" y="6490"/>
                          <a:pt x="54286" y="2589"/>
                          <a:pt x="52025" y="506"/>
                        </a:cubicBezTo>
                        <a:cubicBezTo>
                          <a:pt x="50651" y="-736"/>
                          <a:pt x="47504" y="639"/>
                          <a:pt x="44711" y="1126"/>
                        </a:cubicBezTo>
                        <a:cubicBezTo>
                          <a:pt x="41386" y="1658"/>
                          <a:pt x="38283" y="2501"/>
                          <a:pt x="35002" y="3077"/>
                        </a:cubicBezTo>
                        <a:cubicBezTo>
                          <a:pt x="31722" y="3653"/>
                          <a:pt x="28441" y="4141"/>
                          <a:pt x="24939" y="4407"/>
                        </a:cubicBezTo>
                        <a:cubicBezTo>
                          <a:pt x="21969" y="4628"/>
                          <a:pt x="18600" y="4495"/>
                          <a:pt x="15231" y="5160"/>
                        </a:cubicBezTo>
                        <a:cubicBezTo>
                          <a:pt x="11906" y="5825"/>
                          <a:pt x="8359" y="7111"/>
                          <a:pt x="5168" y="9682"/>
                        </a:cubicBezTo>
                        <a:cubicBezTo>
                          <a:pt x="-285" y="14293"/>
                          <a:pt x="-1571" y="20765"/>
                          <a:pt x="2020" y="2324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74" name="Forme libre : forme 21573">
                    <a:extLst>
                      <a:ext uri="{FF2B5EF4-FFF2-40B4-BE49-F238E27FC236}">
                        <a16:creationId xmlns:a16="http://schemas.microsoft.com/office/drawing/2014/main" id="{F57C3AEC-A555-450A-B251-2353D79C9094}"/>
                      </a:ext>
                    </a:extLst>
                  </p:cNvPr>
                  <p:cNvSpPr/>
                  <p:nvPr/>
                </p:nvSpPr>
                <p:spPr>
                  <a:xfrm>
                    <a:off x="4772574" y="1222117"/>
                    <a:ext cx="14422" cy="13398"/>
                  </a:xfrm>
                  <a:custGeom>
                    <a:avLst/>
                    <a:gdLst>
                      <a:gd name="connsiteX0" fmla="*/ 812 w 14422"/>
                      <a:gd name="connsiteY0" fmla="*/ 10993 h 13398"/>
                      <a:gd name="connsiteX1" fmla="*/ 14 w 14422"/>
                      <a:gd name="connsiteY1" fmla="*/ 12943 h 13398"/>
                      <a:gd name="connsiteX2" fmla="*/ 1787 w 14422"/>
                      <a:gd name="connsiteY2" fmla="*/ 13120 h 13398"/>
                      <a:gd name="connsiteX3" fmla="*/ 4668 w 14422"/>
                      <a:gd name="connsiteY3" fmla="*/ 11303 h 13398"/>
                      <a:gd name="connsiteX4" fmla="*/ 11141 w 14422"/>
                      <a:gd name="connsiteY4" fmla="*/ 5983 h 13398"/>
                      <a:gd name="connsiteX5" fmla="*/ 13313 w 14422"/>
                      <a:gd name="connsiteY5" fmla="*/ 3855 h 13398"/>
                      <a:gd name="connsiteX6" fmla="*/ 9722 w 14422"/>
                      <a:gd name="connsiteY6" fmla="*/ 1417 h 13398"/>
                      <a:gd name="connsiteX7" fmla="*/ 812 w 14422"/>
                      <a:gd name="connsiteY7" fmla="*/ 10993 h 13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422" h="13398">
                        <a:moveTo>
                          <a:pt x="812" y="10993"/>
                        </a:moveTo>
                        <a:cubicBezTo>
                          <a:pt x="280" y="11746"/>
                          <a:pt x="-75" y="12322"/>
                          <a:pt x="14" y="12943"/>
                        </a:cubicBezTo>
                        <a:cubicBezTo>
                          <a:pt x="102" y="13564"/>
                          <a:pt x="900" y="13475"/>
                          <a:pt x="1787" y="13120"/>
                        </a:cubicBezTo>
                        <a:cubicBezTo>
                          <a:pt x="2673" y="12766"/>
                          <a:pt x="3826" y="11968"/>
                          <a:pt x="4668" y="11303"/>
                        </a:cubicBezTo>
                        <a:cubicBezTo>
                          <a:pt x="6885" y="9663"/>
                          <a:pt x="9101" y="7712"/>
                          <a:pt x="11141" y="5983"/>
                        </a:cubicBezTo>
                        <a:cubicBezTo>
                          <a:pt x="11983" y="5274"/>
                          <a:pt x="12781" y="4609"/>
                          <a:pt x="13313" y="3855"/>
                        </a:cubicBezTo>
                        <a:cubicBezTo>
                          <a:pt x="15618" y="663"/>
                          <a:pt x="14288" y="-1597"/>
                          <a:pt x="9722" y="1417"/>
                        </a:cubicBezTo>
                        <a:cubicBezTo>
                          <a:pt x="6176" y="3678"/>
                          <a:pt x="2939" y="7934"/>
                          <a:pt x="812" y="1099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75" name="Forme libre : forme 21574">
                    <a:extLst>
                      <a:ext uri="{FF2B5EF4-FFF2-40B4-BE49-F238E27FC236}">
                        <a16:creationId xmlns:a16="http://schemas.microsoft.com/office/drawing/2014/main" id="{DDDF6ED8-5906-4161-8FD7-C564FA9D3450}"/>
                      </a:ext>
                    </a:extLst>
                  </p:cNvPr>
                  <p:cNvSpPr/>
                  <p:nvPr/>
                </p:nvSpPr>
                <p:spPr>
                  <a:xfrm>
                    <a:off x="4819445" y="1209392"/>
                    <a:ext cx="19461" cy="23052"/>
                  </a:xfrm>
                  <a:custGeom>
                    <a:avLst/>
                    <a:gdLst>
                      <a:gd name="connsiteX0" fmla="*/ 19461 w 19461"/>
                      <a:gd name="connsiteY0" fmla="*/ 0 h 23052"/>
                      <a:gd name="connsiteX1" fmla="*/ 11748 w 19461"/>
                      <a:gd name="connsiteY1" fmla="*/ 12014 h 23052"/>
                      <a:gd name="connsiteX2" fmla="*/ 0 w 19461"/>
                      <a:gd name="connsiteY2" fmla="*/ 23052 h 23052"/>
                      <a:gd name="connsiteX3" fmla="*/ 19461 w 19461"/>
                      <a:gd name="connsiteY3" fmla="*/ 0 h 23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461" h="23052">
                        <a:moveTo>
                          <a:pt x="19461" y="0"/>
                        </a:moveTo>
                        <a:cubicBezTo>
                          <a:pt x="18885" y="3813"/>
                          <a:pt x="15605" y="7980"/>
                          <a:pt x="11748" y="12014"/>
                        </a:cubicBezTo>
                        <a:cubicBezTo>
                          <a:pt x="7935" y="16181"/>
                          <a:pt x="3325" y="19905"/>
                          <a:pt x="0" y="23052"/>
                        </a:cubicBezTo>
                        <a:cubicBezTo>
                          <a:pt x="7403" y="16403"/>
                          <a:pt x="14674" y="7270"/>
                          <a:pt x="1946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76" name="Forme libre : forme 21575">
                    <a:extLst>
                      <a:ext uri="{FF2B5EF4-FFF2-40B4-BE49-F238E27FC236}">
                        <a16:creationId xmlns:a16="http://schemas.microsoft.com/office/drawing/2014/main" id="{46F1013D-FD46-4334-B744-C443CECAB57E}"/>
                      </a:ext>
                    </a:extLst>
                  </p:cNvPr>
                  <p:cNvSpPr/>
                  <p:nvPr/>
                </p:nvSpPr>
                <p:spPr>
                  <a:xfrm>
                    <a:off x="4755165" y="1218746"/>
                    <a:ext cx="20392" cy="27263"/>
                  </a:xfrm>
                  <a:custGeom>
                    <a:avLst/>
                    <a:gdLst>
                      <a:gd name="connsiteX0" fmla="*/ 20392 w 20392"/>
                      <a:gd name="connsiteY0" fmla="*/ 0 h 27263"/>
                      <a:gd name="connsiteX1" fmla="*/ 13033 w 20392"/>
                      <a:gd name="connsiteY1" fmla="*/ 6428 h 27263"/>
                      <a:gd name="connsiteX2" fmla="*/ 7581 w 20392"/>
                      <a:gd name="connsiteY2" fmla="*/ 13255 h 27263"/>
                      <a:gd name="connsiteX3" fmla="*/ 0 w 20392"/>
                      <a:gd name="connsiteY3" fmla="*/ 27264 h 27263"/>
                      <a:gd name="connsiteX4" fmla="*/ 20392 w 20392"/>
                      <a:gd name="connsiteY4" fmla="*/ 0 h 27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392" h="27263">
                        <a:moveTo>
                          <a:pt x="20392" y="0"/>
                        </a:moveTo>
                        <a:cubicBezTo>
                          <a:pt x="17688" y="1995"/>
                          <a:pt x="15250" y="4167"/>
                          <a:pt x="13033" y="6428"/>
                        </a:cubicBezTo>
                        <a:cubicBezTo>
                          <a:pt x="10772" y="8733"/>
                          <a:pt x="9221" y="10905"/>
                          <a:pt x="7581" y="13255"/>
                        </a:cubicBezTo>
                        <a:cubicBezTo>
                          <a:pt x="4433" y="17954"/>
                          <a:pt x="1951" y="22742"/>
                          <a:pt x="0" y="27264"/>
                        </a:cubicBezTo>
                        <a:cubicBezTo>
                          <a:pt x="3369" y="18619"/>
                          <a:pt x="11615" y="8201"/>
                          <a:pt x="2039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77" name="Forme libre : forme 21576">
                    <a:extLst>
                      <a:ext uri="{FF2B5EF4-FFF2-40B4-BE49-F238E27FC236}">
                        <a16:creationId xmlns:a16="http://schemas.microsoft.com/office/drawing/2014/main" id="{39728583-F3DB-40C8-9AAC-8EC9137AB7C7}"/>
                      </a:ext>
                    </a:extLst>
                  </p:cNvPr>
                  <p:cNvSpPr/>
                  <p:nvPr/>
                </p:nvSpPr>
                <p:spPr>
                  <a:xfrm>
                    <a:off x="4797847" y="1215272"/>
                    <a:ext cx="15578" cy="7366"/>
                  </a:xfrm>
                  <a:custGeom>
                    <a:avLst/>
                    <a:gdLst>
                      <a:gd name="connsiteX0" fmla="*/ 15570 w 15578"/>
                      <a:gd name="connsiteY0" fmla="*/ 815 h 7366"/>
                      <a:gd name="connsiteX1" fmla="*/ 7102 w 15578"/>
                      <a:gd name="connsiteY1" fmla="*/ 5780 h 7366"/>
                      <a:gd name="connsiteX2" fmla="*/ 9 w 15578"/>
                      <a:gd name="connsiteY2" fmla="*/ 6445 h 7366"/>
                      <a:gd name="connsiteX3" fmla="*/ 7945 w 15578"/>
                      <a:gd name="connsiteY3" fmla="*/ 1568 h 7366"/>
                      <a:gd name="connsiteX4" fmla="*/ 15570 w 15578"/>
                      <a:gd name="connsiteY4" fmla="*/ 815 h 7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78" h="7366">
                        <a:moveTo>
                          <a:pt x="15570" y="815"/>
                        </a:moveTo>
                        <a:cubicBezTo>
                          <a:pt x="15304" y="2765"/>
                          <a:pt x="9053" y="5071"/>
                          <a:pt x="7102" y="5780"/>
                        </a:cubicBezTo>
                        <a:cubicBezTo>
                          <a:pt x="5196" y="6534"/>
                          <a:pt x="-257" y="8528"/>
                          <a:pt x="9" y="6445"/>
                        </a:cubicBezTo>
                        <a:cubicBezTo>
                          <a:pt x="275" y="4361"/>
                          <a:pt x="6083" y="2145"/>
                          <a:pt x="7945" y="1568"/>
                        </a:cubicBezTo>
                        <a:cubicBezTo>
                          <a:pt x="9762" y="948"/>
                          <a:pt x="15836" y="-1136"/>
                          <a:pt x="15570" y="81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78" name="Forme libre : forme 21577">
                    <a:extLst>
                      <a:ext uri="{FF2B5EF4-FFF2-40B4-BE49-F238E27FC236}">
                        <a16:creationId xmlns:a16="http://schemas.microsoft.com/office/drawing/2014/main" id="{2B4CF542-87A3-41CE-B214-75D022662A5D}"/>
                      </a:ext>
                    </a:extLst>
                  </p:cNvPr>
                  <p:cNvSpPr/>
                  <p:nvPr/>
                </p:nvSpPr>
                <p:spPr>
                  <a:xfrm>
                    <a:off x="4811255" y="1214354"/>
                    <a:ext cx="4377" cy="2471"/>
                  </a:xfrm>
                  <a:custGeom>
                    <a:avLst/>
                    <a:gdLst>
                      <a:gd name="connsiteX0" fmla="*/ 4289 w 4377"/>
                      <a:gd name="connsiteY0" fmla="*/ 181 h 2471"/>
                      <a:gd name="connsiteX1" fmla="*/ 2693 w 4377"/>
                      <a:gd name="connsiteY1" fmla="*/ 1821 h 2471"/>
                      <a:gd name="connsiteX2" fmla="*/ 77 w 4377"/>
                      <a:gd name="connsiteY2" fmla="*/ 2264 h 2471"/>
                      <a:gd name="connsiteX3" fmla="*/ 1629 w 4377"/>
                      <a:gd name="connsiteY3" fmla="*/ 624 h 2471"/>
                      <a:gd name="connsiteX4" fmla="*/ 4289 w 4377"/>
                      <a:gd name="connsiteY4" fmla="*/ 181 h 2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77" h="2471">
                        <a:moveTo>
                          <a:pt x="4289" y="181"/>
                        </a:moveTo>
                        <a:cubicBezTo>
                          <a:pt x="4732" y="668"/>
                          <a:pt x="3402" y="1510"/>
                          <a:pt x="2693" y="1821"/>
                        </a:cubicBezTo>
                        <a:cubicBezTo>
                          <a:pt x="1983" y="2176"/>
                          <a:pt x="476" y="2796"/>
                          <a:pt x="77" y="2264"/>
                        </a:cubicBezTo>
                        <a:cubicBezTo>
                          <a:pt x="-322" y="1732"/>
                          <a:pt x="920" y="979"/>
                          <a:pt x="1629" y="624"/>
                        </a:cubicBezTo>
                        <a:cubicBezTo>
                          <a:pt x="2338" y="314"/>
                          <a:pt x="3845" y="-307"/>
                          <a:pt x="4289" y="18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79" name="Forme libre : forme 21578">
                    <a:extLst>
                      <a:ext uri="{FF2B5EF4-FFF2-40B4-BE49-F238E27FC236}">
                        <a16:creationId xmlns:a16="http://schemas.microsoft.com/office/drawing/2014/main" id="{E29EB22D-EDA3-4DA9-9982-3D5266267D56}"/>
                      </a:ext>
                    </a:extLst>
                  </p:cNvPr>
                  <p:cNvSpPr/>
                  <p:nvPr/>
                </p:nvSpPr>
                <p:spPr>
                  <a:xfrm>
                    <a:off x="4793138" y="1202853"/>
                    <a:ext cx="42891" cy="11665"/>
                  </a:xfrm>
                  <a:custGeom>
                    <a:avLst/>
                    <a:gdLst>
                      <a:gd name="connsiteX0" fmla="*/ 30297 w 42891"/>
                      <a:gd name="connsiteY0" fmla="*/ 910 h 11665"/>
                      <a:gd name="connsiteX1" fmla="*/ 42311 w 42891"/>
                      <a:gd name="connsiteY1" fmla="*/ 3481 h 11665"/>
                      <a:gd name="connsiteX2" fmla="*/ 40626 w 42891"/>
                      <a:gd name="connsiteY2" fmla="*/ 7027 h 11665"/>
                      <a:gd name="connsiteX3" fmla="*/ 35484 w 42891"/>
                      <a:gd name="connsiteY3" fmla="*/ 7382 h 11665"/>
                      <a:gd name="connsiteX4" fmla="*/ 19613 w 42891"/>
                      <a:gd name="connsiteY4" fmla="*/ 7781 h 11665"/>
                      <a:gd name="connsiteX5" fmla="*/ 8043 w 42891"/>
                      <a:gd name="connsiteY5" fmla="*/ 10662 h 11665"/>
                      <a:gd name="connsiteX6" fmla="*/ 63 w 42891"/>
                      <a:gd name="connsiteY6" fmla="*/ 10042 h 11665"/>
                      <a:gd name="connsiteX7" fmla="*/ 19392 w 42891"/>
                      <a:gd name="connsiteY7" fmla="*/ 156 h 11665"/>
                      <a:gd name="connsiteX8" fmla="*/ 30297 w 42891"/>
                      <a:gd name="connsiteY8" fmla="*/ 910 h 11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891" h="11665">
                        <a:moveTo>
                          <a:pt x="30297" y="910"/>
                        </a:moveTo>
                        <a:cubicBezTo>
                          <a:pt x="35218" y="1176"/>
                          <a:pt x="38809" y="1530"/>
                          <a:pt x="42311" y="3481"/>
                        </a:cubicBezTo>
                        <a:cubicBezTo>
                          <a:pt x="43596" y="4234"/>
                          <a:pt x="42621" y="6185"/>
                          <a:pt x="40626" y="7027"/>
                        </a:cubicBezTo>
                        <a:cubicBezTo>
                          <a:pt x="38676" y="7869"/>
                          <a:pt x="37124" y="7603"/>
                          <a:pt x="35484" y="7382"/>
                        </a:cubicBezTo>
                        <a:cubicBezTo>
                          <a:pt x="30430" y="6850"/>
                          <a:pt x="25288" y="7116"/>
                          <a:pt x="19613" y="7781"/>
                        </a:cubicBezTo>
                        <a:cubicBezTo>
                          <a:pt x="17840" y="8003"/>
                          <a:pt x="12653" y="9643"/>
                          <a:pt x="8043" y="10662"/>
                        </a:cubicBezTo>
                        <a:cubicBezTo>
                          <a:pt x="3477" y="11815"/>
                          <a:pt x="-557" y="12391"/>
                          <a:pt x="63" y="10042"/>
                        </a:cubicBezTo>
                        <a:cubicBezTo>
                          <a:pt x="1216" y="5210"/>
                          <a:pt x="14604" y="732"/>
                          <a:pt x="19392" y="156"/>
                        </a:cubicBezTo>
                        <a:cubicBezTo>
                          <a:pt x="24135" y="-420"/>
                          <a:pt x="26618" y="777"/>
                          <a:pt x="30297" y="91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39" name="Graphique 2">
                  <a:extLst>
                    <a:ext uri="{FF2B5EF4-FFF2-40B4-BE49-F238E27FC236}">
                      <a16:creationId xmlns:a16="http://schemas.microsoft.com/office/drawing/2014/main" id="{CEB23F00-F98A-48F8-B125-132CCE65361E}"/>
                    </a:ext>
                  </a:extLst>
                </p:cNvPr>
                <p:cNvGrpSpPr/>
                <p:nvPr/>
              </p:nvGrpSpPr>
              <p:grpSpPr>
                <a:xfrm>
                  <a:off x="4839806" y="1171904"/>
                  <a:ext cx="95239" cy="42636"/>
                  <a:chOff x="4839806" y="1171904"/>
                  <a:chExt cx="95239" cy="42636"/>
                </a:xfrm>
                <a:solidFill>
                  <a:schemeClr val="accent1"/>
                </a:solidFill>
              </p:grpSpPr>
              <p:sp>
                <p:nvSpPr>
                  <p:cNvPr id="21556" name="Forme libre : forme 21555">
                    <a:extLst>
                      <a:ext uri="{FF2B5EF4-FFF2-40B4-BE49-F238E27FC236}">
                        <a16:creationId xmlns:a16="http://schemas.microsoft.com/office/drawing/2014/main" id="{42E40E11-A7F5-4F58-A604-99E02841BEDF}"/>
                      </a:ext>
                    </a:extLst>
                  </p:cNvPr>
                  <p:cNvSpPr/>
                  <p:nvPr/>
                </p:nvSpPr>
                <p:spPr>
                  <a:xfrm>
                    <a:off x="4839806" y="1171904"/>
                    <a:ext cx="95239" cy="42636"/>
                  </a:xfrm>
                  <a:custGeom>
                    <a:avLst/>
                    <a:gdLst>
                      <a:gd name="connsiteX0" fmla="*/ 66484 w 95239"/>
                      <a:gd name="connsiteY0" fmla="*/ 34695 h 42636"/>
                      <a:gd name="connsiteX1" fmla="*/ 36338 w 95239"/>
                      <a:gd name="connsiteY1" fmla="*/ 41345 h 42636"/>
                      <a:gd name="connsiteX2" fmla="*/ 3800 w 95239"/>
                      <a:gd name="connsiteY2" fmla="*/ 37444 h 42636"/>
                      <a:gd name="connsiteX3" fmla="*/ 874 w 95239"/>
                      <a:gd name="connsiteY3" fmla="*/ 27868 h 42636"/>
                      <a:gd name="connsiteX4" fmla="*/ 28137 w 95239"/>
                      <a:gd name="connsiteY4" fmla="*/ 7210 h 42636"/>
                      <a:gd name="connsiteX5" fmla="*/ 59479 w 95239"/>
                      <a:gd name="connsiteY5" fmla="*/ 383 h 42636"/>
                      <a:gd name="connsiteX6" fmla="*/ 92284 w 95239"/>
                      <a:gd name="connsiteY6" fmla="*/ 9693 h 42636"/>
                      <a:gd name="connsiteX7" fmla="*/ 93969 w 95239"/>
                      <a:gd name="connsiteY7" fmla="*/ 19401 h 42636"/>
                      <a:gd name="connsiteX8" fmla="*/ 88693 w 95239"/>
                      <a:gd name="connsiteY8" fmla="*/ 24455 h 42636"/>
                      <a:gd name="connsiteX9" fmla="*/ 82620 w 95239"/>
                      <a:gd name="connsiteY9" fmla="*/ 28799 h 42636"/>
                      <a:gd name="connsiteX10" fmla="*/ 66484 w 95239"/>
                      <a:gd name="connsiteY10" fmla="*/ 34695 h 42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5239" h="42636">
                        <a:moveTo>
                          <a:pt x="66484" y="34695"/>
                        </a:moveTo>
                        <a:cubicBezTo>
                          <a:pt x="59258" y="36291"/>
                          <a:pt x="43830" y="39705"/>
                          <a:pt x="36338" y="41345"/>
                        </a:cubicBezTo>
                        <a:cubicBezTo>
                          <a:pt x="22241" y="44226"/>
                          <a:pt x="13685" y="42010"/>
                          <a:pt x="3800" y="37444"/>
                        </a:cubicBezTo>
                        <a:cubicBezTo>
                          <a:pt x="386" y="35848"/>
                          <a:pt x="-1077" y="31016"/>
                          <a:pt x="874" y="27868"/>
                        </a:cubicBezTo>
                        <a:cubicBezTo>
                          <a:pt x="6548" y="18736"/>
                          <a:pt x="13996" y="11688"/>
                          <a:pt x="28137" y="7210"/>
                        </a:cubicBezTo>
                        <a:cubicBezTo>
                          <a:pt x="35585" y="4595"/>
                          <a:pt x="51322" y="1403"/>
                          <a:pt x="59479" y="383"/>
                        </a:cubicBezTo>
                        <a:cubicBezTo>
                          <a:pt x="74862" y="-1346"/>
                          <a:pt x="83906" y="2954"/>
                          <a:pt x="92284" y="9693"/>
                        </a:cubicBezTo>
                        <a:cubicBezTo>
                          <a:pt x="95210" y="12042"/>
                          <a:pt x="96318" y="16830"/>
                          <a:pt x="93969" y="19401"/>
                        </a:cubicBezTo>
                        <a:cubicBezTo>
                          <a:pt x="92284" y="21263"/>
                          <a:pt x="90555" y="22948"/>
                          <a:pt x="88693" y="24455"/>
                        </a:cubicBezTo>
                        <a:cubicBezTo>
                          <a:pt x="86831" y="26051"/>
                          <a:pt x="84837" y="27514"/>
                          <a:pt x="82620" y="28799"/>
                        </a:cubicBezTo>
                        <a:cubicBezTo>
                          <a:pt x="78320" y="31149"/>
                          <a:pt x="73133" y="33321"/>
                          <a:pt x="66484" y="3469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57" name="Forme libre : forme 21556">
                    <a:extLst>
                      <a:ext uri="{FF2B5EF4-FFF2-40B4-BE49-F238E27FC236}">
                        <a16:creationId xmlns:a16="http://schemas.microsoft.com/office/drawing/2014/main" id="{2001326A-12CE-45A7-AC0A-81C575F6E15A}"/>
                      </a:ext>
                    </a:extLst>
                  </p:cNvPr>
                  <p:cNvSpPr/>
                  <p:nvPr/>
                </p:nvSpPr>
                <p:spPr>
                  <a:xfrm>
                    <a:off x="4840458" y="1191084"/>
                    <a:ext cx="93360" cy="23406"/>
                  </a:xfrm>
                  <a:custGeom>
                    <a:avLst/>
                    <a:gdLst>
                      <a:gd name="connsiteX0" fmla="*/ 37238 w 93360"/>
                      <a:gd name="connsiteY0" fmla="*/ 8733 h 23406"/>
                      <a:gd name="connsiteX1" fmla="*/ 0 w 93360"/>
                      <a:gd name="connsiteY1" fmla="*/ 14940 h 23406"/>
                      <a:gd name="connsiteX2" fmla="*/ 3103 w 93360"/>
                      <a:gd name="connsiteY2" fmla="*/ 18220 h 23406"/>
                      <a:gd name="connsiteX3" fmla="*/ 8113 w 93360"/>
                      <a:gd name="connsiteY3" fmla="*/ 20348 h 23406"/>
                      <a:gd name="connsiteX4" fmla="*/ 23362 w 93360"/>
                      <a:gd name="connsiteY4" fmla="*/ 23407 h 23406"/>
                      <a:gd name="connsiteX5" fmla="*/ 35598 w 93360"/>
                      <a:gd name="connsiteY5" fmla="*/ 22121 h 23406"/>
                      <a:gd name="connsiteX6" fmla="*/ 40474 w 93360"/>
                      <a:gd name="connsiteY6" fmla="*/ 21013 h 23406"/>
                      <a:gd name="connsiteX7" fmla="*/ 52355 w 93360"/>
                      <a:gd name="connsiteY7" fmla="*/ 18353 h 23406"/>
                      <a:gd name="connsiteX8" fmla="*/ 63526 w 93360"/>
                      <a:gd name="connsiteY8" fmla="*/ 16004 h 23406"/>
                      <a:gd name="connsiteX9" fmla="*/ 65743 w 93360"/>
                      <a:gd name="connsiteY9" fmla="*/ 15472 h 23406"/>
                      <a:gd name="connsiteX10" fmla="*/ 77890 w 93360"/>
                      <a:gd name="connsiteY10" fmla="*/ 11526 h 23406"/>
                      <a:gd name="connsiteX11" fmla="*/ 89992 w 93360"/>
                      <a:gd name="connsiteY11" fmla="*/ 3414 h 23406"/>
                      <a:gd name="connsiteX12" fmla="*/ 93272 w 93360"/>
                      <a:gd name="connsiteY12" fmla="*/ 133 h 23406"/>
                      <a:gd name="connsiteX13" fmla="*/ 93361 w 93360"/>
                      <a:gd name="connsiteY13" fmla="*/ 0 h 23406"/>
                      <a:gd name="connsiteX14" fmla="*/ 37238 w 93360"/>
                      <a:gd name="connsiteY14" fmla="*/ 8733 h 23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3360" h="23406">
                        <a:moveTo>
                          <a:pt x="37238" y="8733"/>
                        </a:moveTo>
                        <a:cubicBezTo>
                          <a:pt x="24781" y="12546"/>
                          <a:pt x="11437" y="16491"/>
                          <a:pt x="0" y="14940"/>
                        </a:cubicBezTo>
                        <a:cubicBezTo>
                          <a:pt x="665" y="16358"/>
                          <a:pt x="1685" y="17555"/>
                          <a:pt x="3103" y="18220"/>
                        </a:cubicBezTo>
                        <a:cubicBezTo>
                          <a:pt x="4788" y="19018"/>
                          <a:pt x="6472" y="19727"/>
                          <a:pt x="8113" y="20348"/>
                        </a:cubicBezTo>
                        <a:cubicBezTo>
                          <a:pt x="12900" y="22121"/>
                          <a:pt x="17688" y="23274"/>
                          <a:pt x="23362" y="23407"/>
                        </a:cubicBezTo>
                        <a:cubicBezTo>
                          <a:pt x="26998" y="23407"/>
                          <a:pt x="30987" y="22963"/>
                          <a:pt x="35598" y="22121"/>
                        </a:cubicBezTo>
                        <a:cubicBezTo>
                          <a:pt x="36972" y="21811"/>
                          <a:pt x="38657" y="21412"/>
                          <a:pt x="40474" y="21013"/>
                        </a:cubicBezTo>
                        <a:cubicBezTo>
                          <a:pt x="44065" y="20215"/>
                          <a:pt x="48276" y="19284"/>
                          <a:pt x="52355" y="18353"/>
                        </a:cubicBezTo>
                        <a:cubicBezTo>
                          <a:pt x="56433" y="17511"/>
                          <a:pt x="60423" y="16668"/>
                          <a:pt x="63526" y="16004"/>
                        </a:cubicBezTo>
                        <a:cubicBezTo>
                          <a:pt x="64324" y="15826"/>
                          <a:pt x="65078" y="15649"/>
                          <a:pt x="65743" y="15472"/>
                        </a:cubicBezTo>
                        <a:cubicBezTo>
                          <a:pt x="70442" y="14541"/>
                          <a:pt x="74432" y="13122"/>
                          <a:pt x="77890" y="11526"/>
                        </a:cubicBezTo>
                        <a:cubicBezTo>
                          <a:pt x="82633" y="9487"/>
                          <a:pt x="86445" y="6472"/>
                          <a:pt x="89992" y="3414"/>
                        </a:cubicBezTo>
                        <a:cubicBezTo>
                          <a:pt x="91100" y="2394"/>
                          <a:pt x="92208" y="1286"/>
                          <a:pt x="93272" y="133"/>
                        </a:cubicBezTo>
                        <a:lnTo>
                          <a:pt x="93361" y="0"/>
                        </a:lnTo>
                        <a:cubicBezTo>
                          <a:pt x="74653" y="222"/>
                          <a:pt x="55059" y="3103"/>
                          <a:pt x="37238" y="873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58" name="Forme libre : forme 21557">
                    <a:extLst>
                      <a:ext uri="{FF2B5EF4-FFF2-40B4-BE49-F238E27FC236}">
                        <a16:creationId xmlns:a16="http://schemas.microsoft.com/office/drawing/2014/main" id="{1DA5B737-439B-4DAE-930C-9F2A4650B2E2}"/>
                      </a:ext>
                    </a:extLst>
                  </p:cNvPr>
                  <p:cNvSpPr/>
                  <p:nvPr/>
                </p:nvSpPr>
                <p:spPr>
                  <a:xfrm>
                    <a:off x="4872535" y="1185079"/>
                    <a:ext cx="44100" cy="14162"/>
                  </a:xfrm>
                  <a:custGeom>
                    <a:avLst/>
                    <a:gdLst>
                      <a:gd name="connsiteX0" fmla="*/ 44084 w 44100"/>
                      <a:gd name="connsiteY0" fmla="*/ 3256 h 14162"/>
                      <a:gd name="connsiteX1" fmla="*/ 22229 w 44100"/>
                      <a:gd name="connsiteY1" fmla="*/ 12565 h 14162"/>
                      <a:gd name="connsiteX2" fmla="*/ 107 w 44100"/>
                      <a:gd name="connsiteY2" fmla="*/ 11324 h 14162"/>
                      <a:gd name="connsiteX3" fmla="*/ 19879 w 44100"/>
                      <a:gd name="connsiteY3" fmla="*/ 1261 h 14162"/>
                      <a:gd name="connsiteX4" fmla="*/ 33843 w 44100"/>
                      <a:gd name="connsiteY4" fmla="*/ 20 h 14162"/>
                      <a:gd name="connsiteX5" fmla="*/ 44084 w 44100"/>
                      <a:gd name="connsiteY5" fmla="*/ 3256 h 14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4100" h="14162">
                        <a:moveTo>
                          <a:pt x="44084" y="3256"/>
                        </a:moveTo>
                        <a:cubicBezTo>
                          <a:pt x="44704" y="7822"/>
                          <a:pt x="27859" y="11235"/>
                          <a:pt x="22229" y="12565"/>
                        </a:cubicBezTo>
                        <a:cubicBezTo>
                          <a:pt x="16554" y="13629"/>
                          <a:pt x="1615" y="16112"/>
                          <a:pt x="107" y="11324"/>
                        </a:cubicBezTo>
                        <a:cubicBezTo>
                          <a:pt x="-1444" y="6315"/>
                          <a:pt x="14249" y="2059"/>
                          <a:pt x="19879" y="1261"/>
                        </a:cubicBezTo>
                        <a:cubicBezTo>
                          <a:pt x="22672" y="906"/>
                          <a:pt x="28523" y="-157"/>
                          <a:pt x="33843" y="20"/>
                        </a:cubicBezTo>
                        <a:cubicBezTo>
                          <a:pt x="39119" y="153"/>
                          <a:pt x="43773" y="862"/>
                          <a:pt x="44084" y="325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59" name="Forme libre : forme 21558">
                    <a:extLst>
                      <a:ext uri="{FF2B5EF4-FFF2-40B4-BE49-F238E27FC236}">
                        <a16:creationId xmlns:a16="http://schemas.microsoft.com/office/drawing/2014/main" id="{1E6F6686-D817-43B7-BDED-8ACB98850BAA}"/>
                      </a:ext>
                    </a:extLst>
                  </p:cNvPr>
                  <p:cNvSpPr/>
                  <p:nvPr/>
                </p:nvSpPr>
                <p:spPr>
                  <a:xfrm>
                    <a:off x="4872127" y="1189621"/>
                    <a:ext cx="31946" cy="9588"/>
                  </a:xfrm>
                  <a:custGeom>
                    <a:avLst/>
                    <a:gdLst>
                      <a:gd name="connsiteX0" fmla="*/ 8539 w 31946"/>
                      <a:gd name="connsiteY0" fmla="*/ 0 h 9588"/>
                      <a:gd name="connsiteX1" fmla="*/ 294 w 31946"/>
                      <a:gd name="connsiteY1" fmla="*/ 6871 h 9588"/>
                      <a:gd name="connsiteX2" fmla="*/ 22903 w 31946"/>
                      <a:gd name="connsiteY2" fmla="*/ 8024 h 9588"/>
                      <a:gd name="connsiteX3" fmla="*/ 31946 w 31946"/>
                      <a:gd name="connsiteY3" fmla="*/ 5541 h 9588"/>
                      <a:gd name="connsiteX4" fmla="*/ 26981 w 31946"/>
                      <a:gd name="connsiteY4" fmla="*/ 6118 h 9588"/>
                      <a:gd name="connsiteX5" fmla="*/ 8539 w 31946"/>
                      <a:gd name="connsiteY5" fmla="*/ 0 h 9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946" h="9588">
                        <a:moveTo>
                          <a:pt x="8539" y="0"/>
                        </a:moveTo>
                        <a:cubicBezTo>
                          <a:pt x="5924" y="1374"/>
                          <a:pt x="-1568" y="4078"/>
                          <a:pt x="294" y="6871"/>
                        </a:cubicBezTo>
                        <a:cubicBezTo>
                          <a:pt x="3264" y="11304"/>
                          <a:pt x="15721" y="9265"/>
                          <a:pt x="22903" y="8024"/>
                        </a:cubicBezTo>
                        <a:cubicBezTo>
                          <a:pt x="24986" y="7669"/>
                          <a:pt x="29641" y="6428"/>
                          <a:pt x="31946" y="5541"/>
                        </a:cubicBezTo>
                        <a:cubicBezTo>
                          <a:pt x="30572" y="5763"/>
                          <a:pt x="28311" y="6206"/>
                          <a:pt x="26981" y="6118"/>
                        </a:cubicBezTo>
                        <a:cubicBezTo>
                          <a:pt x="19401" y="5719"/>
                          <a:pt x="10313" y="5408"/>
                          <a:pt x="853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60" name="Forme libre : forme 21559">
                    <a:extLst>
                      <a:ext uri="{FF2B5EF4-FFF2-40B4-BE49-F238E27FC236}">
                        <a16:creationId xmlns:a16="http://schemas.microsoft.com/office/drawing/2014/main" id="{73D8E6FC-29D6-4629-AFE6-28744BE50A96}"/>
                      </a:ext>
                    </a:extLst>
                  </p:cNvPr>
                  <p:cNvSpPr/>
                  <p:nvPr/>
                </p:nvSpPr>
                <p:spPr>
                  <a:xfrm>
                    <a:off x="4875060" y="1185924"/>
                    <a:ext cx="44119" cy="14168"/>
                  </a:xfrm>
                  <a:custGeom>
                    <a:avLst/>
                    <a:gdLst>
                      <a:gd name="connsiteX0" fmla="*/ 44085 w 44119"/>
                      <a:gd name="connsiteY0" fmla="*/ 3387 h 14168"/>
                      <a:gd name="connsiteX1" fmla="*/ 22008 w 44119"/>
                      <a:gd name="connsiteY1" fmla="*/ 12696 h 14168"/>
                      <a:gd name="connsiteX2" fmla="*/ 153 w 44119"/>
                      <a:gd name="connsiteY2" fmla="*/ 11144 h 14168"/>
                      <a:gd name="connsiteX3" fmla="*/ 19836 w 44119"/>
                      <a:gd name="connsiteY3" fmla="*/ 1303 h 14168"/>
                      <a:gd name="connsiteX4" fmla="*/ 44085 w 44119"/>
                      <a:gd name="connsiteY4" fmla="*/ 3387 h 14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119" h="14168">
                        <a:moveTo>
                          <a:pt x="44085" y="3387"/>
                        </a:moveTo>
                        <a:cubicBezTo>
                          <a:pt x="43110" y="7997"/>
                          <a:pt x="28038" y="11189"/>
                          <a:pt x="22008" y="12696"/>
                        </a:cubicBezTo>
                        <a:cubicBezTo>
                          <a:pt x="15935" y="13893"/>
                          <a:pt x="2015" y="15932"/>
                          <a:pt x="153" y="11144"/>
                        </a:cubicBezTo>
                        <a:cubicBezTo>
                          <a:pt x="-1753" y="6135"/>
                          <a:pt x="14650" y="2012"/>
                          <a:pt x="19836" y="1303"/>
                        </a:cubicBezTo>
                        <a:cubicBezTo>
                          <a:pt x="24934" y="150"/>
                          <a:pt x="45061" y="-1712"/>
                          <a:pt x="44085" y="338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61" name="Forme libre : forme 21560">
                    <a:extLst>
                      <a:ext uri="{FF2B5EF4-FFF2-40B4-BE49-F238E27FC236}">
                        <a16:creationId xmlns:a16="http://schemas.microsoft.com/office/drawing/2014/main" id="{B2696968-FEEE-4594-90E2-912FE6E29C48}"/>
                      </a:ext>
                    </a:extLst>
                  </p:cNvPr>
                  <p:cNvSpPr/>
                  <p:nvPr/>
                </p:nvSpPr>
                <p:spPr>
                  <a:xfrm>
                    <a:off x="4851734" y="1189061"/>
                    <a:ext cx="55875" cy="19598"/>
                  </a:xfrm>
                  <a:custGeom>
                    <a:avLst/>
                    <a:gdLst>
                      <a:gd name="connsiteX0" fmla="*/ 1048 w 55875"/>
                      <a:gd name="connsiteY0" fmla="*/ 13460 h 19598"/>
                      <a:gd name="connsiteX1" fmla="*/ 8097 w 55875"/>
                      <a:gd name="connsiteY1" fmla="*/ 17272 h 19598"/>
                      <a:gd name="connsiteX2" fmla="*/ 29287 w 55875"/>
                      <a:gd name="connsiteY2" fmla="*/ 19312 h 19598"/>
                      <a:gd name="connsiteX3" fmla="*/ 49324 w 55875"/>
                      <a:gd name="connsiteY3" fmla="*/ 13992 h 19598"/>
                      <a:gd name="connsiteX4" fmla="*/ 55531 w 55875"/>
                      <a:gd name="connsiteY4" fmla="*/ 6456 h 19598"/>
                      <a:gd name="connsiteX5" fmla="*/ 48394 w 55875"/>
                      <a:gd name="connsiteY5" fmla="*/ 4904 h 19598"/>
                      <a:gd name="connsiteX6" fmla="*/ 38508 w 55875"/>
                      <a:gd name="connsiteY6" fmla="*/ 3929 h 19598"/>
                      <a:gd name="connsiteX7" fmla="*/ 28489 w 55875"/>
                      <a:gd name="connsiteY7" fmla="*/ 2333 h 19598"/>
                      <a:gd name="connsiteX8" fmla="*/ 8185 w 55875"/>
                      <a:gd name="connsiteY8" fmla="*/ 1446 h 19598"/>
                      <a:gd name="connsiteX9" fmla="*/ 1048 w 55875"/>
                      <a:gd name="connsiteY9" fmla="*/ 13460 h 19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5875" h="19598">
                        <a:moveTo>
                          <a:pt x="1048" y="13460"/>
                        </a:moveTo>
                        <a:cubicBezTo>
                          <a:pt x="3087" y="15898"/>
                          <a:pt x="4417" y="16430"/>
                          <a:pt x="8097" y="17272"/>
                        </a:cubicBezTo>
                        <a:cubicBezTo>
                          <a:pt x="15101" y="18735"/>
                          <a:pt x="20820" y="20243"/>
                          <a:pt x="29287" y="19312"/>
                        </a:cubicBezTo>
                        <a:cubicBezTo>
                          <a:pt x="36335" y="18735"/>
                          <a:pt x="43872" y="16608"/>
                          <a:pt x="49324" y="13992"/>
                        </a:cubicBezTo>
                        <a:cubicBezTo>
                          <a:pt x="53359" y="11864"/>
                          <a:pt x="57038" y="9116"/>
                          <a:pt x="55531" y="6456"/>
                        </a:cubicBezTo>
                        <a:cubicBezTo>
                          <a:pt x="54556" y="4771"/>
                          <a:pt x="51186" y="5126"/>
                          <a:pt x="48394" y="4904"/>
                        </a:cubicBezTo>
                        <a:cubicBezTo>
                          <a:pt x="45069" y="4549"/>
                          <a:pt x="41877" y="4239"/>
                          <a:pt x="38508" y="3929"/>
                        </a:cubicBezTo>
                        <a:cubicBezTo>
                          <a:pt x="35227" y="3619"/>
                          <a:pt x="31947" y="3175"/>
                          <a:pt x="28489" y="2333"/>
                        </a:cubicBezTo>
                        <a:cubicBezTo>
                          <a:pt x="22682" y="914"/>
                          <a:pt x="15855" y="-1613"/>
                          <a:pt x="8185" y="1446"/>
                        </a:cubicBezTo>
                        <a:cubicBezTo>
                          <a:pt x="1314" y="4239"/>
                          <a:pt x="-1789" y="10091"/>
                          <a:pt x="1048" y="1346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62" name="Forme libre : forme 21561">
                    <a:extLst>
                      <a:ext uri="{FF2B5EF4-FFF2-40B4-BE49-F238E27FC236}">
                        <a16:creationId xmlns:a16="http://schemas.microsoft.com/office/drawing/2014/main" id="{5ADD8E91-D476-4247-9B2A-5F17C825B809}"/>
                      </a:ext>
                    </a:extLst>
                  </p:cNvPr>
                  <p:cNvSpPr/>
                  <p:nvPr/>
                </p:nvSpPr>
                <p:spPr>
                  <a:xfrm>
                    <a:off x="4861730" y="1185877"/>
                    <a:ext cx="17205" cy="9221"/>
                  </a:xfrm>
                  <a:custGeom>
                    <a:avLst/>
                    <a:gdLst>
                      <a:gd name="connsiteX0" fmla="*/ 1337 w 17205"/>
                      <a:gd name="connsiteY0" fmla="*/ 6891 h 9221"/>
                      <a:gd name="connsiteX1" fmla="*/ 7 w 17205"/>
                      <a:gd name="connsiteY1" fmla="*/ 8531 h 9221"/>
                      <a:gd name="connsiteX2" fmla="*/ 1647 w 17205"/>
                      <a:gd name="connsiteY2" fmla="*/ 9196 h 9221"/>
                      <a:gd name="connsiteX3" fmla="*/ 4928 w 17205"/>
                      <a:gd name="connsiteY3" fmla="*/ 8354 h 9221"/>
                      <a:gd name="connsiteX4" fmla="*/ 12641 w 17205"/>
                      <a:gd name="connsiteY4" fmla="*/ 5295 h 9221"/>
                      <a:gd name="connsiteX5" fmla="*/ 15301 w 17205"/>
                      <a:gd name="connsiteY5" fmla="*/ 3832 h 9221"/>
                      <a:gd name="connsiteX6" fmla="*/ 12641 w 17205"/>
                      <a:gd name="connsiteY6" fmla="*/ 463 h 9221"/>
                      <a:gd name="connsiteX7" fmla="*/ 1337 w 17205"/>
                      <a:gd name="connsiteY7" fmla="*/ 6891 h 9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205" h="9221">
                        <a:moveTo>
                          <a:pt x="1337" y="6891"/>
                        </a:moveTo>
                        <a:cubicBezTo>
                          <a:pt x="628" y="7512"/>
                          <a:pt x="96" y="7911"/>
                          <a:pt x="7" y="8531"/>
                        </a:cubicBezTo>
                        <a:cubicBezTo>
                          <a:pt x="-82" y="9152"/>
                          <a:pt x="672" y="9285"/>
                          <a:pt x="1647" y="9196"/>
                        </a:cubicBezTo>
                        <a:cubicBezTo>
                          <a:pt x="2578" y="9063"/>
                          <a:pt x="3908" y="8709"/>
                          <a:pt x="4928" y="8354"/>
                        </a:cubicBezTo>
                        <a:cubicBezTo>
                          <a:pt x="7499" y="7467"/>
                          <a:pt x="10248" y="6403"/>
                          <a:pt x="12641" y="5295"/>
                        </a:cubicBezTo>
                        <a:cubicBezTo>
                          <a:pt x="13617" y="4808"/>
                          <a:pt x="14592" y="4409"/>
                          <a:pt x="15301" y="3832"/>
                        </a:cubicBezTo>
                        <a:cubicBezTo>
                          <a:pt x="18449" y="1571"/>
                          <a:pt x="17784" y="-1088"/>
                          <a:pt x="12641" y="463"/>
                        </a:cubicBezTo>
                        <a:cubicBezTo>
                          <a:pt x="8652" y="1793"/>
                          <a:pt x="4263" y="4542"/>
                          <a:pt x="1337" y="689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63" name="Forme libre : forme 21562">
                    <a:extLst>
                      <a:ext uri="{FF2B5EF4-FFF2-40B4-BE49-F238E27FC236}">
                        <a16:creationId xmlns:a16="http://schemas.microsoft.com/office/drawing/2014/main" id="{4518468E-5B16-43B6-9089-540EF03C157A}"/>
                      </a:ext>
                    </a:extLst>
                  </p:cNvPr>
                  <p:cNvSpPr/>
                  <p:nvPr/>
                </p:nvSpPr>
                <p:spPr>
                  <a:xfrm>
                    <a:off x="4907220" y="1189976"/>
                    <a:ext cx="25313" cy="15693"/>
                  </a:xfrm>
                  <a:custGeom>
                    <a:avLst/>
                    <a:gdLst>
                      <a:gd name="connsiteX0" fmla="*/ 25313 w 25313"/>
                      <a:gd name="connsiteY0" fmla="*/ 0 h 15693"/>
                      <a:gd name="connsiteX1" fmla="*/ 0 w 25313"/>
                      <a:gd name="connsiteY1" fmla="*/ 15693 h 15693"/>
                      <a:gd name="connsiteX2" fmla="*/ 25313 w 25313"/>
                      <a:gd name="connsiteY2" fmla="*/ 0 h 15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313" h="15693">
                        <a:moveTo>
                          <a:pt x="25313" y="0"/>
                        </a:moveTo>
                        <a:cubicBezTo>
                          <a:pt x="21545" y="6384"/>
                          <a:pt x="8113" y="11925"/>
                          <a:pt x="0" y="15693"/>
                        </a:cubicBezTo>
                        <a:cubicBezTo>
                          <a:pt x="8866" y="11659"/>
                          <a:pt x="18353" y="5054"/>
                          <a:pt x="2531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64" name="Forme libre : forme 21563">
                    <a:extLst>
                      <a:ext uri="{FF2B5EF4-FFF2-40B4-BE49-F238E27FC236}">
                        <a16:creationId xmlns:a16="http://schemas.microsoft.com/office/drawing/2014/main" id="{F2069208-392B-43CC-B8A7-D59FBBFE358E}"/>
                      </a:ext>
                    </a:extLst>
                  </p:cNvPr>
                  <p:cNvSpPr/>
                  <p:nvPr/>
                </p:nvSpPr>
                <p:spPr>
                  <a:xfrm>
                    <a:off x="4841566" y="1179824"/>
                    <a:ext cx="27795" cy="20525"/>
                  </a:xfrm>
                  <a:custGeom>
                    <a:avLst/>
                    <a:gdLst>
                      <a:gd name="connsiteX0" fmla="*/ 27796 w 27795"/>
                      <a:gd name="connsiteY0" fmla="*/ 0 h 20525"/>
                      <a:gd name="connsiteX1" fmla="*/ 0 w 27795"/>
                      <a:gd name="connsiteY1" fmla="*/ 20525 h 20525"/>
                      <a:gd name="connsiteX2" fmla="*/ 27796 w 27795"/>
                      <a:gd name="connsiteY2" fmla="*/ 0 h 20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795" h="20525">
                        <a:moveTo>
                          <a:pt x="27796" y="0"/>
                        </a:moveTo>
                        <a:cubicBezTo>
                          <a:pt x="15294" y="3945"/>
                          <a:pt x="6029" y="12590"/>
                          <a:pt x="0" y="20525"/>
                        </a:cubicBezTo>
                        <a:cubicBezTo>
                          <a:pt x="5231" y="12856"/>
                          <a:pt x="17555" y="4743"/>
                          <a:pt x="277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65" name="Forme libre : forme 21564">
                    <a:extLst>
                      <a:ext uri="{FF2B5EF4-FFF2-40B4-BE49-F238E27FC236}">
                        <a16:creationId xmlns:a16="http://schemas.microsoft.com/office/drawing/2014/main" id="{1B3254C6-BE22-4B27-A7CE-D334E29FDCD3}"/>
                      </a:ext>
                    </a:extLst>
                  </p:cNvPr>
                  <p:cNvSpPr/>
                  <p:nvPr/>
                </p:nvSpPr>
                <p:spPr>
                  <a:xfrm>
                    <a:off x="4889619" y="1186678"/>
                    <a:ext cx="16701" cy="4003"/>
                  </a:xfrm>
                  <a:custGeom>
                    <a:avLst/>
                    <a:gdLst>
                      <a:gd name="connsiteX0" fmla="*/ 16626 w 16701"/>
                      <a:gd name="connsiteY0" fmla="*/ 1569 h 4003"/>
                      <a:gd name="connsiteX1" fmla="*/ 7095 w 16701"/>
                      <a:gd name="connsiteY1" fmla="*/ 3918 h 4003"/>
                      <a:gd name="connsiteX2" fmla="*/ 91 w 16701"/>
                      <a:gd name="connsiteY2" fmla="*/ 2411 h 4003"/>
                      <a:gd name="connsiteX3" fmla="*/ 9134 w 16701"/>
                      <a:gd name="connsiteY3" fmla="*/ 106 h 4003"/>
                      <a:gd name="connsiteX4" fmla="*/ 16626 w 16701"/>
                      <a:gd name="connsiteY4" fmla="*/ 1569 h 4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01" h="4003">
                        <a:moveTo>
                          <a:pt x="16626" y="1569"/>
                        </a:moveTo>
                        <a:cubicBezTo>
                          <a:pt x="15784" y="3253"/>
                          <a:pt x="9134" y="3741"/>
                          <a:pt x="7095" y="3918"/>
                        </a:cubicBezTo>
                        <a:cubicBezTo>
                          <a:pt x="5056" y="4051"/>
                          <a:pt x="-796" y="4273"/>
                          <a:pt x="91" y="2411"/>
                        </a:cubicBezTo>
                        <a:cubicBezTo>
                          <a:pt x="933" y="460"/>
                          <a:pt x="7184" y="239"/>
                          <a:pt x="9134" y="106"/>
                        </a:cubicBezTo>
                        <a:cubicBezTo>
                          <a:pt x="11041" y="-72"/>
                          <a:pt x="17468" y="-249"/>
                          <a:pt x="16626" y="156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66" name="Forme libre : forme 21565">
                    <a:extLst>
                      <a:ext uri="{FF2B5EF4-FFF2-40B4-BE49-F238E27FC236}">
                        <a16:creationId xmlns:a16="http://schemas.microsoft.com/office/drawing/2014/main" id="{D0368902-755F-44C4-BC62-246507AFD195}"/>
                      </a:ext>
                    </a:extLst>
                  </p:cNvPr>
                  <p:cNvSpPr/>
                  <p:nvPr/>
                </p:nvSpPr>
                <p:spPr>
                  <a:xfrm>
                    <a:off x="4904041" y="1187008"/>
                    <a:ext cx="4762" cy="1625"/>
                  </a:xfrm>
                  <a:custGeom>
                    <a:avLst/>
                    <a:gdLst>
                      <a:gd name="connsiteX0" fmla="*/ 4731 w 4762"/>
                      <a:gd name="connsiteY0" fmla="*/ 485 h 1625"/>
                      <a:gd name="connsiteX1" fmla="*/ 2692 w 4762"/>
                      <a:gd name="connsiteY1" fmla="*/ 1549 h 1625"/>
                      <a:gd name="connsiteX2" fmla="*/ 32 w 4762"/>
                      <a:gd name="connsiteY2" fmla="*/ 1150 h 1625"/>
                      <a:gd name="connsiteX3" fmla="*/ 2027 w 4762"/>
                      <a:gd name="connsiteY3" fmla="*/ 131 h 1625"/>
                      <a:gd name="connsiteX4" fmla="*/ 4731 w 4762"/>
                      <a:gd name="connsiteY4" fmla="*/ 485 h 1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62" h="1625">
                        <a:moveTo>
                          <a:pt x="4731" y="485"/>
                        </a:moveTo>
                        <a:cubicBezTo>
                          <a:pt x="4997" y="1106"/>
                          <a:pt x="3490" y="1461"/>
                          <a:pt x="2692" y="1549"/>
                        </a:cubicBezTo>
                        <a:cubicBezTo>
                          <a:pt x="1894" y="1638"/>
                          <a:pt x="298" y="1771"/>
                          <a:pt x="32" y="1150"/>
                        </a:cubicBezTo>
                        <a:cubicBezTo>
                          <a:pt x="-234" y="530"/>
                          <a:pt x="1229" y="219"/>
                          <a:pt x="2027" y="131"/>
                        </a:cubicBezTo>
                        <a:cubicBezTo>
                          <a:pt x="2825" y="-47"/>
                          <a:pt x="4465" y="-135"/>
                          <a:pt x="4731" y="48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67" name="Forme libre : forme 21566">
                    <a:extLst>
                      <a:ext uri="{FF2B5EF4-FFF2-40B4-BE49-F238E27FC236}">
                        <a16:creationId xmlns:a16="http://schemas.microsoft.com/office/drawing/2014/main" id="{C20CB5C8-7134-44F4-BD25-987E34A1F995}"/>
                      </a:ext>
                    </a:extLst>
                  </p:cNvPr>
                  <p:cNvSpPr/>
                  <p:nvPr/>
                </p:nvSpPr>
                <p:spPr>
                  <a:xfrm>
                    <a:off x="4887581" y="1175130"/>
                    <a:ext cx="42984" cy="13510"/>
                  </a:xfrm>
                  <a:custGeom>
                    <a:avLst/>
                    <a:gdLst>
                      <a:gd name="connsiteX0" fmla="*/ 32052 w 42984"/>
                      <a:gd name="connsiteY0" fmla="*/ 4472 h 13510"/>
                      <a:gd name="connsiteX1" fmla="*/ 42691 w 42984"/>
                      <a:gd name="connsiteY1" fmla="*/ 10722 h 13510"/>
                      <a:gd name="connsiteX2" fmla="*/ 39943 w 42984"/>
                      <a:gd name="connsiteY2" fmla="*/ 13471 h 13510"/>
                      <a:gd name="connsiteX3" fmla="*/ 34978 w 42984"/>
                      <a:gd name="connsiteY3" fmla="*/ 12274 h 13510"/>
                      <a:gd name="connsiteX4" fmla="*/ 27707 w 42984"/>
                      <a:gd name="connsiteY4" fmla="*/ 9526 h 13510"/>
                      <a:gd name="connsiteX5" fmla="*/ 19684 w 42984"/>
                      <a:gd name="connsiteY5" fmla="*/ 7797 h 13510"/>
                      <a:gd name="connsiteX6" fmla="*/ 222 w 42984"/>
                      <a:gd name="connsiteY6" fmla="*/ 4161 h 13510"/>
                      <a:gd name="connsiteX7" fmla="*/ 21767 w 42984"/>
                      <a:gd name="connsiteY7" fmla="*/ 438 h 13510"/>
                      <a:gd name="connsiteX8" fmla="*/ 32052 w 42984"/>
                      <a:gd name="connsiteY8" fmla="*/ 4472 h 1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984" h="13510">
                        <a:moveTo>
                          <a:pt x="32052" y="4472"/>
                        </a:moveTo>
                        <a:cubicBezTo>
                          <a:pt x="36707" y="6378"/>
                          <a:pt x="39987" y="7531"/>
                          <a:pt x="42691" y="10722"/>
                        </a:cubicBezTo>
                        <a:cubicBezTo>
                          <a:pt x="43667" y="11875"/>
                          <a:pt x="42071" y="13338"/>
                          <a:pt x="39943" y="13471"/>
                        </a:cubicBezTo>
                        <a:cubicBezTo>
                          <a:pt x="37815" y="13693"/>
                          <a:pt x="36441" y="12939"/>
                          <a:pt x="34978" y="12274"/>
                        </a:cubicBezTo>
                        <a:cubicBezTo>
                          <a:pt x="32672" y="11210"/>
                          <a:pt x="30234" y="10279"/>
                          <a:pt x="27707" y="9526"/>
                        </a:cubicBezTo>
                        <a:cubicBezTo>
                          <a:pt x="25181" y="8860"/>
                          <a:pt x="22521" y="8329"/>
                          <a:pt x="19684" y="7797"/>
                        </a:cubicBezTo>
                        <a:cubicBezTo>
                          <a:pt x="16137" y="6866"/>
                          <a:pt x="-2216" y="8284"/>
                          <a:pt x="222" y="4161"/>
                        </a:cubicBezTo>
                        <a:cubicBezTo>
                          <a:pt x="2749" y="-6"/>
                          <a:pt x="16935" y="-582"/>
                          <a:pt x="21767" y="438"/>
                        </a:cubicBezTo>
                        <a:cubicBezTo>
                          <a:pt x="26555" y="1191"/>
                          <a:pt x="28550" y="3053"/>
                          <a:pt x="32052" y="447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40" name="Graphique 2">
                  <a:extLst>
                    <a:ext uri="{FF2B5EF4-FFF2-40B4-BE49-F238E27FC236}">
                      <a16:creationId xmlns:a16="http://schemas.microsoft.com/office/drawing/2014/main" id="{8525CA58-553E-413F-B72E-DA2DFC7005AC}"/>
                    </a:ext>
                  </a:extLst>
                </p:cNvPr>
                <p:cNvGrpSpPr/>
                <p:nvPr/>
              </p:nvGrpSpPr>
              <p:grpSpPr>
                <a:xfrm>
                  <a:off x="4935085" y="1173098"/>
                  <a:ext cx="95310" cy="41589"/>
                  <a:chOff x="4935085" y="1173098"/>
                  <a:chExt cx="95310" cy="41589"/>
                </a:xfrm>
                <a:solidFill>
                  <a:schemeClr val="accent1"/>
                </a:solidFill>
              </p:grpSpPr>
              <p:sp>
                <p:nvSpPr>
                  <p:cNvPr id="21544" name="Forme libre : forme 21543">
                    <a:extLst>
                      <a:ext uri="{FF2B5EF4-FFF2-40B4-BE49-F238E27FC236}">
                        <a16:creationId xmlns:a16="http://schemas.microsoft.com/office/drawing/2014/main" id="{6A7DD130-CEA2-4F08-9E79-E30C8EFC018D}"/>
                      </a:ext>
                    </a:extLst>
                  </p:cNvPr>
                  <p:cNvSpPr/>
                  <p:nvPr/>
                </p:nvSpPr>
                <p:spPr>
                  <a:xfrm>
                    <a:off x="4935085" y="1173098"/>
                    <a:ext cx="95310" cy="41589"/>
                  </a:xfrm>
                  <a:custGeom>
                    <a:avLst/>
                    <a:gdLst>
                      <a:gd name="connsiteX0" fmla="*/ 61064 w 95310"/>
                      <a:gd name="connsiteY0" fmla="*/ 40950 h 41589"/>
                      <a:gd name="connsiteX1" fmla="*/ 29101 w 95310"/>
                      <a:gd name="connsiteY1" fmla="*/ 34965 h 41589"/>
                      <a:gd name="connsiteX2" fmla="*/ 23870 w 95310"/>
                      <a:gd name="connsiteY2" fmla="*/ 33413 h 41589"/>
                      <a:gd name="connsiteX3" fmla="*/ 19880 w 95310"/>
                      <a:gd name="connsiteY3" fmla="*/ 31906 h 41589"/>
                      <a:gd name="connsiteX4" fmla="*/ 13186 w 95310"/>
                      <a:gd name="connsiteY4" fmla="*/ 28182 h 41589"/>
                      <a:gd name="connsiteX5" fmla="*/ 1793 w 95310"/>
                      <a:gd name="connsiteY5" fmla="*/ 18385 h 41589"/>
                      <a:gd name="connsiteX6" fmla="*/ 2458 w 95310"/>
                      <a:gd name="connsiteY6" fmla="*/ 8367 h 41589"/>
                      <a:gd name="connsiteX7" fmla="*/ 17176 w 95310"/>
                      <a:gd name="connsiteY7" fmla="*/ 1096 h 41589"/>
                      <a:gd name="connsiteX8" fmla="*/ 36549 w 95310"/>
                      <a:gd name="connsiteY8" fmla="*/ 609 h 41589"/>
                      <a:gd name="connsiteX9" fmla="*/ 66605 w 95310"/>
                      <a:gd name="connsiteY9" fmla="*/ 6283 h 41589"/>
                      <a:gd name="connsiteX10" fmla="*/ 93957 w 95310"/>
                      <a:gd name="connsiteY10" fmla="*/ 25434 h 41589"/>
                      <a:gd name="connsiteX11" fmla="*/ 92760 w 95310"/>
                      <a:gd name="connsiteY11" fmla="*/ 35187 h 41589"/>
                      <a:gd name="connsiteX12" fmla="*/ 61064 w 95310"/>
                      <a:gd name="connsiteY12" fmla="*/ 40950 h 41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5310" h="41589">
                        <a:moveTo>
                          <a:pt x="61064" y="40950"/>
                        </a:moveTo>
                        <a:cubicBezTo>
                          <a:pt x="53616" y="39886"/>
                          <a:pt x="37125" y="36960"/>
                          <a:pt x="29101" y="34965"/>
                        </a:cubicBezTo>
                        <a:cubicBezTo>
                          <a:pt x="27239" y="34477"/>
                          <a:pt x="25466" y="33990"/>
                          <a:pt x="23870" y="33413"/>
                        </a:cubicBezTo>
                        <a:cubicBezTo>
                          <a:pt x="22363" y="32926"/>
                          <a:pt x="21166" y="32483"/>
                          <a:pt x="19880" y="31906"/>
                        </a:cubicBezTo>
                        <a:cubicBezTo>
                          <a:pt x="17398" y="30887"/>
                          <a:pt x="15314" y="29424"/>
                          <a:pt x="13186" y="28182"/>
                        </a:cubicBezTo>
                        <a:cubicBezTo>
                          <a:pt x="9019" y="25700"/>
                          <a:pt x="5561" y="22020"/>
                          <a:pt x="1793" y="18385"/>
                        </a:cubicBezTo>
                        <a:cubicBezTo>
                          <a:pt x="-822" y="15770"/>
                          <a:pt x="-556" y="10716"/>
                          <a:pt x="2458" y="8367"/>
                        </a:cubicBezTo>
                        <a:cubicBezTo>
                          <a:pt x="6803" y="4909"/>
                          <a:pt x="11546" y="2736"/>
                          <a:pt x="17176" y="1096"/>
                        </a:cubicBezTo>
                        <a:cubicBezTo>
                          <a:pt x="22717" y="-145"/>
                          <a:pt x="30076" y="-367"/>
                          <a:pt x="36549" y="609"/>
                        </a:cubicBezTo>
                        <a:cubicBezTo>
                          <a:pt x="43908" y="1584"/>
                          <a:pt x="58891" y="4421"/>
                          <a:pt x="66605" y="6283"/>
                        </a:cubicBezTo>
                        <a:cubicBezTo>
                          <a:pt x="81013" y="9785"/>
                          <a:pt x="87928" y="16656"/>
                          <a:pt x="93957" y="25434"/>
                        </a:cubicBezTo>
                        <a:cubicBezTo>
                          <a:pt x="96041" y="28493"/>
                          <a:pt x="95775" y="33458"/>
                          <a:pt x="92760" y="35187"/>
                        </a:cubicBezTo>
                        <a:cubicBezTo>
                          <a:pt x="84116" y="40373"/>
                          <a:pt x="75117" y="42856"/>
                          <a:pt x="61064" y="4095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45" name="Forme libre : forme 21544">
                    <a:extLst>
                      <a:ext uri="{FF2B5EF4-FFF2-40B4-BE49-F238E27FC236}">
                        <a16:creationId xmlns:a16="http://schemas.microsoft.com/office/drawing/2014/main" id="{41B204D3-099D-4042-9603-35A3912F99DE}"/>
                      </a:ext>
                    </a:extLst>
                  </p:cNvPr>
                  <p:cNvSpPr/>
                  <p:nvPr/>
                </p:nvSpPr>
                <p:spPr>
                  <a:xfrm>
                    <a:off x="4935105" y="1187360"/>
                    <a:ext cx="92917" cy="27321"/>
                  </a:xfrm>
                  <a:custGeom>
                    <a:avLst/>
                    <a:gdLst>
                      <a:gd name="connsiteX0" fmla="*/ 36440 w 92917"/>
                      <a:gd name="connsiteY0" fmla="*/ 9310 h 27321"/>
                      <a:gd name="connsiteX1" fmla="*/ 26510 w 92917"/>
                      <a:gd name="connsiteY1" fmla="*/ 7669 h 27321"/>
                      <a:gd name="connsiteX2" fmla="*/ 17112 w 92917"/>
                      <a:gd name="connsiteY2" fmla="*/ 5719 h 27321"/>
                      <a:gd name="connsiteX3" fmla="*/ 0 w 92917"/>
                      <a:gd name="connsiteY3" fmla="*/ 0 h 27321"/>
                      <a:gd name="connsiteX4" fmla="*/ 1729 w 92917"/>
                      <a:gd name="connsiteY4" fmla="*/ 4079 h 27321"/>
                      <a:gd name="connsiteX5" fmla="*/ 5586 w 92917"/>
                      <a:gd name="connsiteY5" fmla="*/ 7802 h 27321"/>
                      <a:gd name="connsiteX6" fmla="*/ 11304 w 92917"/>
                      <a:gd name="connsiteY6" fmla="*/ 12590 h 27321"/>
                      <a:gd name="connsiteX7" fmla="*/ 14408 w 92917"/>
                      <a:gd name="connsiteY7" fmla="*/ 14585 h 27321"/>
                      <a:gd name="connsiteX8" fmla="*/ 17688 w 92917"/>
                      <a:gd name="connsiteY8" fmla="*/ 16580 h 27321"/>
                      <a:gd name="connsiteX9" fmla="*/ 22520 w 92917"/>
                      <a:gd name="connsiteY9" fmla="*/ 18663 h 27321"/>
                      <a:gd name="connsiteX10" fmla="*/ 29081 w 92917"/>
                      <a:gd name="connsiteY10" fmla="*/ 20658 h 27321"/>
                      <a:gd name="connsiteX11" fmla="*/ 34268 w 92917"/>
                      <a:gd name="connsiteY11" fmla="*/ 21855 h 27321"/>
                      <a:gd name="connsiteX12" fmla="*/ 58694 w 92917"/>
                      <a:gd name="connsiteY12" fmla="*/ 26333 h 27321"/>
                      <a:gd name="connsiteX13" fmla="*/ 61044 w 92917"/>
                      <a:gd name="connsiteY13" fmla="*/ 26687 h 27321"/>
                      <a:gd name="connsiteX14" fmla="*/ 74299 w 92917"/>
                      <a:gd name="connsiteY14" fmla="*/ 27131 h 27321"/>
                      <a:gd name="connsiteX15" fmla="*/ 88618 w 92917"/>
                      <a:gd name="connsiteY15" fmla="*/ 23185 h 27321"/>
                      <a:gd name="connsiteX16" fmla="*/ 92785 w 92917"/>
                      <a:gd name="connsiteY16" fmla="*/ 20969 h 27321"/>
                      <a:gd name="connsiteX17" fmla="*/ 92918 w 92917"/>
                      <a:gd name="connsiteY17" fmla="*/ 20880 h 27321"/>
                      <a:gd name="connsiteX18" fmla="*/ 36440 w 92917"/>
                      <a:gd name="connsiteY18" fmla="*/ 9310 h 273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2917" h="27321">
                        <a:moveTo>
                          <a:pt x="36440" y="9310"/>
                        </a:moveTo>
                        <a:cubicBezTo>
                          <a:pt x="33160" y="8866"/>
                          <a:pt x="29835" y="8334"/>
                          <a:pt x="26510" y="7669"/>
                        </a:cubicBezTo>
                        <a:cubicBezTo>
                          <a:pt x="23274" y="7093"/>
                          <a:pt x="20171" y="6561"/>
                          <a:pt x="17112" y="5719"/>
                        </a:cubicBezTo>
                        <a:cubicBezTo>
                          <a:pt x="10950" y="4433"/>
                          <a:pt x="5098" y="2483"/>
                          <a:pt x="0" y="0"/>
                        </a:cubicBezTo>
                        <a:cubicBezTo>
                          <a:pt x="133" y="1552"/>
                          <a:pt x="665" y="3014"/>
                          <a:pt x="1729" y="4079"/>
                        </a:cubicBezTo>
                        <a:cubicBezTo>
                          <a:pt x="3059" y="5364"/>
                          <a:pt x="4344" y="6605"/>
                          <a:pt x="5586" y="7802"/>
                        </a:cubicBezTo>
                        <a:cubicBezTo>
                          <a:pt x="7403" y="9576"/>
                          <a:pt x="9265" y="11171"/>
                          <a:pt x="11304" y="12590"/>
                        </a:cubicBezTo>
                        <a:cubicBezTo>
                          <a:pt x="12324" y="13299"/>
                          <a:pt x="13344" y="13964"/>
                          <a:pt x="14408" y="14585"/>
                        </a:cubicBezTo>
                        <a:cubicBezTo>
                          <a:pt x="15471" y="15294"/>
                          <a:pt x="16535" y="15959"/>
                          <a:pt x="17688" y="16580"/>
                        </a:cubicBezTo>
                        <a:cubicBezTo>
                          <a:pt x="19195" y="17378"/>
                          <a:pt x="20791" y="18043"/>
                          <a:pt x="22520" y="18663"/>
                        </a:cubicBezTo>
                        <a:cubicBezTo>
                          <a:pt x="24249" y="19284"/>
                          <a:pt x="26687" y="20082"/>
                          <a:pt x="29081" y="20658"/>
                        </a:cubicBezTo>
                        <a:cubicBezTo>
                          <a:pt x="30544" y="21013"/>
                          <a:pt x="32317" y="21412"/>
                          <a:pt x="34268" y="21855"/>
                        </a:cubicBezTo>
                        <a:cubicBezTo>
                          <a:pt x="41893" y="23451"/>
                          <a:pt x="52177" y="25269"/>
                          <a:pt x="58694" y="26333"/>
                        </a:cubicBezTo>
                        <a:cubicBezTo>
                          <a:pt x="59536" y="26466"/>
                          <a:pt x="60334" y="26554"/>
                          <a:pt x="61044" y="26687"/>
                        </a:cubicBezTo>
                        <a:cubicBezTo>
                          <a:pt x="66009" y="27352"/>
                          <a:pt x="70353" y="27485"/>
                          <a:pt x="74299" y="27131"/>
                        </a:cubicBezTo>
                        <a:cubicBezTo>
                          <a:pt x="79663" y="26599"/>
                          <a:pt x="84273" y="25136"/>
                          <a:pt x="88618" y="23185"/>
                        </a:cubicBezTo>
                        <a:cubicBezTo>
                          <a:pt x="90036" y="22520"/>
                          <a:pt x="91410" y="21767"/>
                          <a:pt x="92785" y="20969"/>
                        </a:cubicBezTo>
                        <a:lnTo>
                          <a:pt x="92918" y="20880"/>
                        </a:lnTo>
                        <a:cubicBezTo>
                          <a:pt x="74653" y="15604"/>
                          <a:pt x="55236" y="11748"/>
                          <a:pt x="36440" y="931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46" name="Forme libre : forme 21545">
                    <a:extLst>
                      <a:ext uri="{FF2B5EF4-FFF2-40B4-BE49-F238E27FC236}">
                        <a16:creationId xmlns:a16="http://schemas.microsoft.com/office/drawing/2014/main" id="{AAB6A627-1A0D-4290-B2B1-BE0BDCB2C1A6}"/>
                      </a:ext>
                    </a:extLst>
                  </p:cNvPr>
                  <p:cNvSpPr/>
                  <p:nvPr/>
                </p:nvSpPr>
                <p:spPr>
                  <a:xfrm>
                    <a:off x="4968367" y="1188369"/>
                    <a:ext cx="43950" cy="14668"/>
                  </a:xfrm>
                  <a:custGeom>
                    <a:avLst/>
                    <a:gdLst>
                      <a:gd name="connsiteX0" fmla="*/ 43918 w 43950"/>
                      <a:gd name="connsiteY0" fmla="*/ 12025 h 14668"/>
                      <a:gd name="connsiteX1" fmla="*/ 20024 w 43950"/>
                      <a:gd name="connsiteY1" fmla="*/ 13089 h 14668"/>
                      <a:gd name="connsiteX2" fmla="*/ 31 w 43950"/>
                      <a:gd name="connsiteY2" fmla="*/ 3025 h 14668"/>
                      <a:gd name="connsiteX3" fmla="*/ 22019 w 43950"/>
                      <a:gd name="connsiteY3" fmla="*/ 1740 h 14668"/>
                      <a:gd name="connsiteX4" fmla="*/ 43918 w 43950"/>
                      <a:gd name="connsiteY4" fmla="*/ 12025 h 14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50" h="14668">
                        <a:moveTo>
                          <a:pt x="43918" y="12025"/>
                        </a:moveTo>
                        <a:cubicBezTo>
                          <a:pt x="43076" y="16591"/>
                          <a:pt x="25831" y="14064"/>
                          <a:pt x="20024" y="13089"/>
                        </a:cubicBezTo>
                        <a:cubicBezTo>
                          <a:pt x="14261" y="12025"/>
                          <a:pt x="-767" y="8079"/>
                          <a:pt x="31" y="3025"/>
                        </a:cubicBezTo>
                        <a:cubicBezTo>
                          <a:pt x="784" y="-2028"/>
                          <a:pt x="16566" y="499"/>
                          <a:pt x="22019" y="1740"/>
                        </a:cubicBezTo>
                        <a:cubicBezTo>
                          <a:pt x="27427" y="2848"/>
                          <a:pt x="44805" y="7326"/>
                          <a:pt x="43918" y="1202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47" name="Forme libre : forme 21546">
                    <a:extLst>
                      <a:ext uri="{FF2B5EF4-FFF2-40B4-BE49-F238E27FC236}">
                        <a16:creationId xmlns:a16="http://schemas.microsoft.com/office/drawing/2014/main" id="{873F8071-856E-4290-BE2C-18FB08CF5C80}"/>
                      </a:ext>
                    </a:extLst>
                  </p:cNvPr>
                  <p:cNvSpPr/>
                  <p:nvPr/>
                </p:nvSpPr>
                <p:spPr>
                  <a:xfrm>
                    <a:off x="4968113" y="1188557"/>
                    <a:ext cx="29941" cy="14008"/>
                  </a:xfrm>
                  <a:custGeom>
                    <a:avLst/>
                    <a:gdLst>
                      <a:gd name="connsiteX0" fmla="*/ 10347 w 29941"/>
                      <a:gd name="connsiteY0" fmla="*/ 0 h 14008"/>
                      <a:gd name="connsiteX1" fmla="*/ 18 w 29941"/>
                      <a:gd name="connsiteY1" fmla="*/ 2793 h 14008"/>
                      <a:gd name="connsiteX2" fmla="*/ 20499 w 29941"/>
                      <a:gd name="connsiteY2" fmla="*/ 12945 h 14008"/>
                      <a:gd name="connsiteX3" fmla="*/ 29941 w 29941"/>
                      <a:gd name="connsiteY3" fmla="*/ 14009 h 14008"/>
                      <a:gd name="connsiteX4" fmla="*/ 25021 w 29941"/>
                      <a:gd name="connsiteY4" fmla="*/ 12723 h 14008"/>
                      <a:gd name="connsiteX5" fmla="*/ 10347 w 29941"/>
                      <a:gd name="connsiteY5" fmla="*/ 0 h 1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41" h="14008">
                        <a:moveTo>
                          <a:pt x="10347" y="0"/>
                        </a:moveTo>
                        <a:cubicBezTo>
                          <a:pt x="7421" y="355"/>
                          <a:pt x="-425" y="-532"/>
                          <a:pt x="18" y="2793"/>
                        </a:cubicBezTo>
                        <a:cubicBezTo>
                          <a:pt x="727" y="8157"/>
                          <a:pt x="13229" y="11526"/>
                          <a:pt x="20499" y="12945"/>
                        </a:cubicBezTo>
                        <a:cubicBezTo>
                          <a:pt x="22627" y="13344"/>
                          <a:pt x="27459" y="13920"/>
                          <a:pt x="29941" y="14009"/>
                        </a:cubicBezTo>
                        <a:cubicBezTo>
                          <a:pt x="28567" y="13698"/>
                          <a:pt x="26262" y="13255"/>
                          <a:pt x="25021" y="12723"/>
                        </a:cubicBezTo>
                        <a:cubicBezTo>
                          <a:pt x="18016" y="9664"/>
                          <a:pt x="9727" y="5586"/>
                          <a:pt x="10347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48" name="Forme libre : forme 21547">
                    <a:extLst>
                      <a:ext uri="{FF2B5EF4-FFF2-40B4-BE49-F238E27FC236}">
                        <a16:creationId xmlns:a16="http://schemas.microsoft.com/office/drawing/2014/main" id="{B8EB782C-BA2D-40AE-BB34-8CCEE87BFA5A}"/>
                      </a:ext>
                    </a:extLst>
                  </p:cNvPr>
                  <p:cNvSpPr/>
                  <p:nvPr/>
                </p:nvSpPr>
                <p:spPr>
                  <a:xfrm>
                    <a:off x="4970384" y="1190084"/>
                    <a:ext cx="44195" cy="14515"/>
                  </a:xfrm>
                  <a:custGeom>
                    <a:avLst/>
                    <a:gdLst>
                      <a:gd name="connsiteX0" fmla="*/ 43985 w 44195"/>
                      <a:gd name="connsiteY0" fmla="*/ 11994 h 14515"/>
                      <a:gd name="connsiteX1" fmla="*/ 19780 w 44195"/>
                      <a:gd name="connsiteY1" fmla="*/ 13147 h 14515"/>
                      <a:gd name="connsiteX2" fmla="*/ 8 w 44195"/>
                      <a:gd name="connsiteY2" fmla="*/ 3039 h 14515"/>
                      <a:gd name="connsiteX3" fmla="*/ 21952 w 44195"/>
                      <a:gd name="connsiteY3" fmla="*/ 1754 h 14515"/>
                      <a:gd name="connsiteX4" fmla="*/ 43985 w 44195"/>
                      <a:gd name="connsiteY4" fmla="*/ 11994 h 14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195" h="14515">
                        <a:moveTo>
                          <a:pt x="43985" y="11994"/>
                        </a:moveTo>
                        <a:cubicBezTo>
                          <a:pt x="41591" y="16205"/>
                          <a:pt x="26075" y="14078"/>
                          <a:pt x="19780" y="13147"/>
                        </a:cubicBezTo>
                        <a:cubicBezTo>
                          <a:pt x="13529" y="12127"/>
                          <a:pt x="-391" y="8270"/>
                          <a:pt x="8" y="3039"/>
                        </a:cubicBezTo>
                        <a:cubicBezTo>
                          <a:pt x="407" y="-2192"/>
                          <a:pt x="16854" y="690"/>
                          <a:pt x="21952" y="1754"/>
                        </a:cubicBezTo>
                        <a:cubicBezTo>
                          <a:pt x="27050" y="2685"/>
                          <a:pt x="46423" y="7605"/>
                          <a:pt x="43985" y="1199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49" name="Forme libre : forme 21548">
                    <a:extLst>
                      <a:ext uri="{FF2B5EF4-FFF2-40B4-BE49-F238E27FC236}">
                        <a16:creationId xmlns:a16="http://schemas.microsoft.com/office/drawing/2014/main" id="{0444DA7B-52AC-4E28-ACB8-CF640D55DAB5}"/>
                      </a:ext>
                    </a:extLst>
                  </p:cNvPr>
                  <p:cNvSpPr/>
                  <p:nvPr/>
                </p:nvSpPr>
                <p:spPr>
                  <a:xfrm>
                    <a:off x="4947607" y="1180476"/>
                    <a:ext cx="53460" cy="28455"/>
                  </a:xfrm>
                  <a:custGeom>
                    <a:avLst/>
                    <a:gdLst>
                      <a:gd name="connsiteX0" fmla="*/ 221 w 53460"/>
                      <a:gd name="connsiteY0" fmla="*/ 8125 h 28455"/>
                      <a:gd name="connsiteX1" fmla="*/ 5097 w 53460"/>
                      <a:gd name="connsiteY1" fmla="*/ 14332 h 28455"/>
                      <a:gd name="connsiteX2" fmla="*/ 12988 w 53460"/>
                      <a:gd name="connsiteY2" fmla="*/ 20316 h 28455"/>
                      <a:gd name="connsiteX3" fmla="*/ 23450 w 53460"/>
                      <a:gd name="connsiteY3" fmla="*/ 25370 h 28455"/>
                      <a:gd name="connsiteX4" fmla="*/ 44773 w 53460"/>
                      <a:gd name="connsiteY4" fmla="*/ 28340 h 28455"/>
                      <a:gd name="connsiteX5" fmla="*/ 53418 w 53460"/>
                      <a:gd name="connsiteY5" fmla="*/ 23508 h 28455"/>
                      <a:gd name="connsiteX6" fmla="*/ 47211 w 53460"/>
                      <a:gd name="connsiteY6" fmla="*/ 19518 h 28455"/>
                      <a:gd name="connsiteX7" fmla="*/ 29789 w 53460"/>
                      <a:gd name="connsiteY7" fmla="*/ 9499 h 28455"/>
                      <a:gd name="connsiteX8" fmla="*/ 22209 w 53460"/>
                      <a:gd name="connsiteY8" fmla="*/ 3648 h 28455"/>
                      <a:gd name="connsiteX9" fmla="*/ 11924 w 53460"/>
                      <a:gd name="connsiteY9" fmla="*/ 57 h 28455"/>
                      <a:gd name="connsiteX10" fmla="*/ 221 w 53460"/>
                      <a:gd name="connsiteY10" fmla="*/ 8125 h 28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3460" h="28455">
                        <a:moveTo>
                          <a:pt x="221" y="8125"/>
                        </a:moveTo>
                        <a:cubicBezTo>
                          <a:pt x="1107" y="11184"/>
                          <a:pt x="2171" y="11938"/>
                          <a:pt x="5097" y="14332"/>
                        </a:cubicBezTo>
                        <a:cubicBezTo>
                          <a:pt x="7890" y="16548"/>
                          <a:pt x="10195" y="18454"/>
                          <a:pt x="12988" y="20316"/>
                        </a:cubicBezTo>
                        <a:cubicBezTo>
                          <a:pt x="15914" y="22222"/>
                          <a:pt x="19238" y="23907"/>
                          <a:pt x="23450" y="25370"/>
                        </a:cubicBezTo>
                        <a:cubicBezTo>
                          <a:pt x="30454" y="27764"/>
                          <a:pt x="38567" y="28828"/>
                          <a:pt x="44773" y="28340"/>
                        </a:cubicBezTo>
                        <a:cubicBezTo>
                          <a:pt x="49384" y="27941"/>
                          <a:pt x="53950" y="26523"/>
                          <a:pt x="53418" y="23508"/>
                        </a:cubicBezTo>
                        <a:cubicBezTo>
                          <a:pt x="53063" y="21646"/>
                          <a:pt x="49738" y="20804"/>
                          <a:pt x="47211" y="19518"/>
                        </a:cubicBezTo>
                        <a:cubicBezTo>
                          <a:pt x="41227" y="16459"/>
                          <a:pt x="35331" y="13800"/>
                          <a:pt x="29789" y="9499"/>
                        </a:cubicBezTo>
                        <a:cubicBezTo>
                          <a:pt x="27440" y="7682"/>
                          <a:pt x="25046" y="5465"/>
                          <a:pt x="22209" y="3648"/>
                        </a:cubicBezTo>
                        <a:cubicBezTo>
                          <a:pt x="19372" y="1830"/>
                          <a:pt x="16357" y="279"/>
                          <a:pt x="11924" y="57"/>
                        </a:cubicBezTo>
                        <a:cubicBezTo>
                          <a:pt x="4033" y="-564"/>
                          <a:pt x="-1154" y="4002"/>
                          <a:pt x="221" y="812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50" name="Forme libre : forme 21549">
                    <a:extLst>
                      <a:ext uri="{FF2B5EF4-FFF2-40B4-BE49-F238E27FC236}">
                        <a16:creationId xmlns:a16="http://schemas.microsoft.com/office/drawing/2014/main" id="{4810C8A4-D06A-4AC6-885A-DF6BBB4334DC}"/>
                      </a:ext>
                    </a:extLst>
                  </p:cNvPr>
                  <p:cNvSpPr/>
                  <p:nvPr/>
                </p:nvSpPr>
                <p:spPr>
                  <a:xfrm>
                    <a:off x="4959297" y="1182849"/>
                    <a:ext cx="18706" cy="4559"/>
                  </a:xfrm>
                  <a:custGeom>
                    <a:avLst/>
                    <a:gdLst>
                      <a:gd name="connsiteX0" fmla="*/ 2096 w 18706"/>
                      <a:gd name="connsiteY0" fmla="*/ 1142 h 4559"/>
                      <a:gd name="connsiteX1" fmla="*/ 101 w 18706"/>
                      <a:gd name="connsiteY1" fmla="*/ 2029 h 4559"/>
                      <a:gd name="connsiteX2" fmla="*/ 1298 w 18706"/>
                      <a:gd name="connsiteY2" fmla="*/ 3359 h 4559"/>
                      <a:gd name="connsiteX3" fmla="*/ 4623 w 18706"/>
                      <a:gd name="connsiteY3" fmla="*/ 3979 h 4559"/>
                      <a:gd name="connsiteX4" fmla="*/ 12824 w 18706"/>
                      <a:gd name="connsiteY4" fmla="*/ 4556 h 4559"/>
                      <a:gd name="connsiteX5" fmla="*/ 15839 w 18706"/>
                      <a:gd name="connsiteY5" fmla="*/ 4378 h 4559"/>
                      <a:gd name="connsiteX6" fmla="*/ 14819 w 18706"/>
                      <a:gd name="connsiteY6" fmla="*/ 211 h 4559"/>
                      <a:gd name="connsiteX7" fmla="*/ 2096 w 18706"/>
                      <a:gd name="connsiteY7" fmla="*/ 1142 h 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706" h="4559">
                        <a:moveTo>
                          <a:pt x="2096" y="1142"/>
                        </a:moveTo>
                        <a:cubicBezTo>
                          <a:pt x="1165" y="1364"/>
                          <a:pt x="500" y="1541"/>
                          <a:pt x="101" y="2029"/>
                        </a:cubicBezTo>
                        <a:cubicBezTo>
                          <a:pt x="-254" y="2517"/>
                          <a:pt x="367" y="3004"/>
                          <a:pt x="1298" y="3359"/>
                        </a:cubicBezTo>
                        <a:cubicBezTo>
                          <a:pt x="2185" y="3669"/>
                          <a:pt x="3603" y="3846"/>
                          <a:pt x="4623" y="3979"/>
                        </a:cubicBezTo>
                        <a:cubicBezTo>
                          <a:pt x="7327" y="4290"/>
                          <a:pt x="10209" y="4556"/>
                          <a:pt x="12824" y="4556"/>
                        </a:cubicBezTo>
                        <a:cubicBezTo>
                          <a:pt x="13888" y="4556"/>
                          <a:pt x="14908" y="4600"/>
                          <a:pt x="15839" y="4378"/>
                        </a:cubicBezTo>
                        <a:cubicBezTo>
                          <a:pt x="19607" y="3492"/>
                          <a:pt x="20050" y="876"/>
                          <a:pt x="14819" y="211"/>
                        </a:cubicBezTo>
                        <a:cubicBezTo>
                          <a:pt x="10741" y="-321"/>
                          <a:pt x="5908" y="211"/>
                          <a:pt x="2096" y="114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51" name="Forme libre : forme 21550">
                    <a:extLst>
                      <a:ext uri="{FF2B5EF4-FFF2-40B4-BE49-F238E27FC236}">
                        <a16:creationId xmlns:a16="http://schemas.microsoft.com/office/drawing/2014/main" id="{0D0DEE5C-00F2-4AD6-862F-8B7CD4B38696}"/>
                      </a:ext>
                    </a:extLst>
                  </p:cNvPr>
                  <p:cNvSpPr/>
                  <p:nvPr/>
                </p:nvSpPr>
                <p:spPr>
                  <a:xfrm>
                    <a:off x="4997345" y="1206733"/>
                    <a:ext cx="29613" cy="6782"/>
                  </a:xfrm>
                  <a:custGeom>
                    <a:avLst/>
                    <a:gdLst>
                      <a:gd name="connsiteX0" fmla="*/ 29613 w 29613"/>
                      <a:gd name="connsiteY0" fmla="*/ 0 h 6782"/>
                      <a:gd name="connsiteX1" fmla="*/ 0 w 29613"/>
                      <a:gd name="connsiteY1" fmla="*/ 6783 h 6782"/>
                      <a:gd name="connsiteX2" fmla="*/ 29613 w 29613"/>
                      <a:gd name="connsiteY2" fmla="*/ 0 h 6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613" h="6782">
                        <a:moveTo>
                          <a:pt x="29613" y="0"/>
                        </a:moveTo>
                        <a:cubicBezTo>
                          <a:pt x="24116" y="5231"/>
                          <a:pt x="9354" y="6073"/>
                          <a:pt x="0" y="6783"/>
                        </a:cubicBezTo>
                        <a:cubicBezTo>
                          <a:pt x="10196" y="6073"/>
                          <a:pt x="21456" y="2926"/>
                          <a:pt x="2961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52" name="Forme libre : forme 21551">
                    <a:extLst>
                      <a:ext uri="{FF2B5EF4-FFF2-40B4-BE49-F238E27FC236}">
                        <a16:creationId xmlns:a16="http://schemas.microsoft.com/office/drawing/2014/main" id="{B2D35FF9-6BFC-476A-A6E7-EED735C466B0}"/>
                      </a:ext>
                    </a:extLst>
                  </p:cNvPr>
                  <p:cNvSpPr/>
                  <p:nvPr/>
                </p:nvSpPr>
                <p:spPr>
                  <a:xfrm>
                    <a:off x="4938208" y="1174567"/>
                    <a:ext cx="34312" cy="7783"/>
                  </a:xfrm>
                  <a:custGeom>
                    <a:avLst/>
                    <a:gdLst>
                      <a:gd name="connsiteX0" fmla="*/ 34312 w 34312"/>
                      <a:gd name="connsiteY0" fmla="*/ 424 h 7783"/>
                      <a:gd name="connsiteX1" fmla="*/ 25091 w 34312"/>
                      <a:gd name="connsiteY1" fmla="*/ 70 h 7783"/>
                      <a:gd name="connsiteX2" fmla="*/ 15516 w 34312"/>
                      <a:gd name="connsiteY2" fmla="*/ 1266 h 7783"/>
                      <a:gd name="connsiteX3" fmla="*/ 0 w 34312"/>
                      <a:gd name="connsiteY3" fmla="*/ 7783 h 7783"/>
                      <a:gd name="connsiteX4" fmla="*/ 15915 w 34312"/>
                      <a:gd name="connsiteY4" fmla="*/ 1843 h 7783"/>
                      <a:gd name="connsiteX5" fmla="*/ 25756 w 34312"/>
                      <a:gd name="connsiteY5" fmla="*/ 735 h 7783"/>
                      <a:gd name="connsiteX6" fmla="*/ 34312 w 34312"/>
                      <a:gd name="connsiteY6" fmla="*/ 424 h 7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312" h="7783">
                        <a:moveTo>
                          <a:pt x="34312" y="424"/>
                        </a:moveTo>
                        <a:cubicBezTo>
                          <a:pt x="31120" y="70"/>
                          <a:pt x="28416" y="-108"/>
                          <a:pt x="25091" y="70"/>
                        </a:cubicBezTo>
                        <a:cubicBezTo>
                          <a:pt x="21722" y="247"/>
                          <a:pt x="18530" y="646"/>
                          <a:pt x="15516" y="1266"/>
                        </a:cubicBezTo>
                        <a:cubicBezTo>
                          <a:pt x="9487" y="2818"/>
                          <a:pt x="4256" y="5079"/>
                          <a:pt x="0" y="7783"/>
                        </a:cubicBezTo>
                        <a:cubicBezTo>
                          <a:pt x="3857" y="5079"/>
                          <a:pt x="9576" y="3128"/>
                          <a:pt x="15915" y="1843"/>
                        </a:cubicBezTo>
                        <a:cubicBezTo>
                          <a:pt x="19107" y="1355"/>
                          <a:pt x="22431" y="1000"/>
                          <a:pt x="25756" y="735"/>
                        </a:cubicBezTo>
                        <a:cubicBezTo>
                          <a:pt x="28859" y="557"/>
                          <a:pt x="31564" y="469"/>
                          <a:pt x="34312" y="4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53" name="Forme libre : forme 21552">
                    <a:extLst>
                      <a:ext uri="{FF2B5EF4-FFF2-40B4-BE49-F238E27FC236}">
                        <a16:creationId xmlns:a16="http://schemas.microsoft.com/office/drawing/2014/main" id="{9D9A0FBF-E636-4B21-AC44-109A949F7994}"/>
                      </a:ext>
                    </a:extLst>
                  </p:cNvPr>
                  <p:cNvSpPr/>
                  <p:nvPr/>
                </p:nvSpPr>
                <p:spPr>
                  <a:xfrm>
                    <a:off x="4986625" y="1191135"/>
                    <a:ext cx="16108" cy="6140"/>
                  </a:xfrm>
                  <a:custGeom>
                    <a:avLst/>
                    <a:gdLst>
                      <a:gd name="connsiteX0" fmla="*/ 15907 w 16108"/>
                      <a:gd name="connsiteY0" fmla="*/ 5667 h 6140"/>
                      <a:gd name="connsiteX1" fmla="*/ 6199 w 16108"/>
                      <a:gd name="connsiteY1" fmla="*/ 4470 h 6140"/>
                      <a:gd name="connsiteX2" fmla="*/ 258 w 16108"/>
                      <a:gd name="connsiteY2" fmla="*/ 525 h 6140"/>
                      <a:gd name="connsiteX3" fmla="*/ 9435 w 16108"/>
                      <a:gd name="connsiteY3" fmla="*/ 1677 h 6140"/>
                      <a:gd name="connsiteX4" fmla="*/ 15907 w 16108"/>
                      <a:gd name="connsiteY4" fmla="*/ 5667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08" h="6140">
                        <a:moveTo>
                          <a:pt x="15907" y="5667"/>
                        </a:moveTo>
                        <a:cubicBezTo>
                          <a:pt x="14533" y="7041"/>
                          <a:pt x="8149" y="5046"/>
                          <a:pt x="6199" y="4470"/>
                        </a:cubicBezTo>
                        <a:cubicBezTo>
                          <a:pt x="4248" y="3850"/>
                          <a:pt x="-1249" y="1943"/>
                          <a:pt x="258" y="525"/>
                        </a:cubicBezTo>
                        <a:cubicBezTo>
                          <a:pt x="1766" y="-938"/>
                          <a:pt x="7617" y="1057"/>
                          <a:pt x="9435" y="1677"/>
                        </a:cubicBezTo>
                        <a:cubicBezTo>
                          <a:pt x="11252" y="2254"/>
                          <a:pt x="17281" y="4293"/>
                          <a:pt x="15907" y="566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54" name="Forme libre : forme 21553">
                    <a:extLst>
                      <a:ext uri="{FF2B5EF4-FFF2-40B4-BE49-F238E27FC236}">
                        <a16:creationId xmlns:a16="http://schemas.microsoft.com/office/drawing/2014/main" id="{54D73325-0816-44C4-8BF2-509ED8146D4C}"/>
                      </a:ext>
                    </a:extLst>
                  </p:cNvPr>
                  <p:cNvSpPr/>
                  <p:nvPr/>
                </p:nvSpPr>
                <p:spPr>
                  <a:xfrm>
                    <a:off x="5000537" y="1195487"/>
                    <a:ext cx="4611" cy="1921"/>
                  </a:xfrm>
                  <a:custGeom>
                    <a:avLst/>
                    <a:gdLst>
                      <a:gd name="connsiteX0" fmla="*/ 4610 w 4611"/>
                      <a:gd name="connsiteY0" fmla="*/ 1448 h 1921"/>
                      <a:gd name="connsiteX1" fmla="*/ 2350 w 4611"/>
                      <a:gd name="connsiteY1" fmla="*/ 1759 h 1921"/>
                      <a:gd name="connsiteX2" fmla="*/ 0 w 4611"/>
                      <a:gd name="connsiteY2" fmla="*/ 473 h 1921"/>
                      <a:gd name="connsiteX3" fmla="*/ 2217 w 4611"/>
                      <a:gd name="connsiteY3" fmla="*/ 163 h 1921"/>
                      <a:gd name="connsiteX4" fmla="*/ 4610 w 4611"/>
                      <a:gd name="connsiteY4" fmla="*/ 1448 h 1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11" h="1921">
                        <a:moveTo>
                          <a:pt x="4610" y="1448"/>
                        </a:moveTo>
                        <a:cubicBezTo>
                          <a:pt x="4655" y="2113"/>
                          <a:pt x="3103" y="1936"/>
                          <a:pt x="2350" y="1759"/>
                        </a:cubicBezTo>
                        <a:cubicBezTo>
                          <a:pt x="1596" y="1581"/>
                          <a:pt x="44" y="1138"/>
                          <a:pt x="0" y="473"/>
                        </a:cubicBezTo>
                        <a:cubicBezTo>
                          <a:pt x="0" y="-192"/>
                          <a:pt x="1419" y="-15"/>
                          <a:pt x="2217" y="163"/>
                        </a:cubicBezTo>
                        <a:cubicBezTo>
                          <a:pt x="2970" y="340"/>
                          <a:pt x="4566" y="783"/>
                          <a:pt x="4610" y="14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55" name="Forme libre : forme 21554">
                    <a:extLst>
                      <a:ext uri="{FF2B5EF4-FFF2-40B4-BE49-F238E27FC236}">
                        <a16:creationId xmlns:a16="http://schemas.microsoft.com/office/drawing/2014/main" id="{01257DA0-FB98-42EE-935B-25E6DA13A4CC}"/>
                      </a:ext>
                    </a:extLst>
                  </p:cNvPr>
                  <p:cNvSpPr/>
                  <p:nvPr/>
                </p:nvSpPr>
                <p:spPr>
                  <a:xfrm>
                    <a:off x="4988241" y="1180910"/>
                    <a:ext cx="37857" cy="23246"/>
                  </a:xfrm>
                  <a:custGeom>
                    <a:avLst/>
                    <a:gdLst>
                      <a:gd name="connsiteX0" fmla="*/ 29630 w 37857"/>
                      <a:gd name="connsiteY0" fmla="*/ 12080 h 23246"/>
                      <a:gd name="connsiteX1" fmla="*/ 37742 w 37857"/>
                      <a:gd name="connsiteY1" fmla="*/ 21257 h 23246"/>
                      <a:gd name="connsiteX2" fmla="*/ 34284 w 37857"/>
                      <a:gd name="connsiteY2" fmla="*/ 23119 h 23246"/>
                      <a:gd name="connsiteX3" fmla="*/ 29896 w 37857"/>
                      <a:gd name="connsiteY3" fmla="*/ 20370 h 23246"/>
                      <a:gd name="connsiteX4" fmla="*/ 16995 w 37857"/>
                      <a:gd name="connsiteY4" fmla="*/ 11194 h 23246"/>
                      <a:gd name="connsiteX5" fmla="*/ 549 w 37857"/>
                      <a:gd name="connsiteY5" fmla="*/ 953 h 23246"/>
                      <a:gd name="connsiteX6" fmla="*/ 21340 w 37857"/>
                      <a:gd name="connsiteY6" fmla="*/ 4943 h 23246"/>
                      <a:gd name="connsiteX7" fmla="*/ 29630 w 37857"/>
                      <a:gd name="connsiteY7" fmla="*/ 12080 h 23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857" h="23246">
                        <a:moveTo>
                          <a:pt x="29630" y="12080"/>
                        </a:moveTo>
                        <a:cubicBezTo>
                          <a:pt x="33398" y="15228"/>
                          <a:pt x="36102" y="17533"/>
                          <a:pt x="37742" y="21257"/>
                        </a:cubicBezTo>
                        <a:cubicBezTo>
                          <a:pt x="38363" y="22631"/>
                          <a:pt x="36368" y="23606"/>
                          <a:pt x="34284" y="23119"/>
                        </a:cubicBezTo>
                        <a:cubicBezTo>
                          <a:pt x="32201" y="22631"/>
                          <a:pt x="31093" y="21523"/>
                          <a:pt x="29896" y="20370"/>
                        </a:cubicBezTo>
                        <a:cubicBezTo>
                          <a:pt x="26172" y="16868"/>
                          <a:pt x="21872" y="14031"/>
                          <a:pt x="16995" y="11194"/>
                        </a:cubicBezTo>
                        <a:cubicBezTo>
                          <a:pt x="13936" y="9332"/>
                          <a:pt x="-3264" y="3835"/>
                          <a:pt x="549" y="953"/>
                        </a:cubicBezTo>
                        <a:cubicBezTo>
                          <a:pt x="4317" y="-1972"/>
                          <a:pt x="17217" y="2549"/>
                          <a:pt x="21340" y="4943"/>
                        </a:cubicBezTo>
                        <a:cubicBezTo>
                          <a:pt x="25551" y="7293"/>
                          <a:pt x="26792" y="9731"/>
                          <a:pt x="29630" y="1208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41" name="Graphique 2">
                  <a:extLst>
                    <a:ext uri="{FF2B5EF4-FFF2-40B4-BE49-F238E27FC236}">
                      <a16:creationId xmlns:a16="http://schemas.microsoft.com/office/drawing/2014/main" id="{A384F0C4-F9D5-458B-8C38-7AD4A6D76132}"/>
                    </a:ext>
                  </a:extLst>
                </p:cNvPr>
                <p:cNvGrpSpPr/>
                <p:nvPr/>
              </p:nvGrpSpPr>
              <p:grpSpPr>
                <a:xfrm>
                  <a:off x="5030014" y="1196913"/>
                  <a:ext cx="84617" cy="59108"/>
                  <a:chOff x="5030014" y="1196913"/>
                  <a:chExt cx="84617" cy="59108"/>
                </a:xfrm>
                <a:solidFill>
                  <a:schemeClr val="accent1"/>
                </a:solidFill>
              </p:grpSpPr>
              <p:sp>
                <p:nvSpPr>
                  <p:cNvPr id="21532" name="Forme libre : forme 21531">
                    <a:extLst>
                      <a:ext uri="{FF2B5EF4-FFF2-40B4-BE49-F238E27FC236}">
                        <a16:creationId xmlns:a16="http://schemas.microsoft.com/office/drawing/2014/main" id="{7B888FB9-5C1C-47CC-A0D5-E48D6C218991}"/>
                      </a:ext>
                    </a:extLst>
                  </p:cNvPr>
                  <p:cNvSpPr/>
                  <p:nvPr/>
                </p:nvSpPr>
                <p:spPr>
                  <a:xfrm>
                    <a:off x="5030014" y="1196913"/>
                    <a:ext cx="84617" cy="59108"/>
                  </a:xfrm>
                  <a:custGeom>
                    <a:avLst/>
                    <a:gdLst>
                      <a:gd name="connsiteX0" fmla="*/ 48546 w 84617"/>
                      <a:gd name="connsiteY0" fmla="*/ 50782 h 59108"/>
                      <a:gd name="connsiteX1" fmla="*/ 22922 w 84617"/>
                      <a:gd name="connsiteY1" fmla="*/ 35576 h 59108"/>
                      <a:gd name="connsiteX2" fmla="*/ 713 w 84617"/>
                      <a:gd name="connsiteY2" fmla="*/ 12613 h 59108"/>
                      <a:gd name="connsiteX3" fmla="*/ 4126 w 84617"/>
                      <a:gd name="connsiteY3" fmla="*/ 3170 h 59108"/>
                      <a:gd name="connsiteX4" fmla="*/ 39147 w 84617"/>
                      <a:gd name="connsiteY4" fmla="*/ 4412 h 59108"/>
                      <a:gd name="connsiteX5" fmla="*/ 53821 w 84617"/>
                      <a:gd name="connsiteY5" fmla="*/ 12081 h 59108"/>
                      <a:gd name="connsiteX6" fmla="*/ 67564 w 84617"/>
                      <a:gd name="connsiteY6" fmla="*/ 21302 h 59108"/>
                      <a:gd name="connsiteX7" fmla="*/ 84542 w 84617"/>
                      <a:gd name="connsiteY7" fmla="*/ 50604 h 59108"/>
                      <a:gd name="connsiteX8" fmla="*/ 79267 w 84617"/>
                      <a:gd name="connsiteY8" fmla="*/ 58894 h 59108"/>
                      <a:gd name="connsiteX9" fmla="*/ 48546 w 84617"/>
                      <a:gd name="connsiteY9" fmla="*/ 50782 h 59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4617" h="59108">
                        <a:moveTo>
                          <a:pt x="48546" y="50782"/>
                        </a:moveTo>
                        <a:cubicBezTo>
                          <a:pt x="42472" y="46836"/>
                          <a:pt x="29350" y="38990"/>
                          <a:pt x="22922" y="35576"/>
                        </a:cubicBezTo>
                        <a:cubicBezTo>
                          <a:pt x="11086" y="28971"/>
                          <a:pt x="5899" y="22188"/>
                          <a:pt x="713" y="12613"/>
                        </a:cubicBezTo>
                        <a:cubicBezTo>
                          <a:pt x="-1061" y="9332"/>
                          <a:pt x="624" y="4545"/>
                          <a:pt x="4126" y="3170"/>
                        </a:cubicBezTo>
                        <a:cubicBezTo>
                          <a:pt x="14145" y="-775"/>
                          <a:pt x="24829" y="-1750"/>
                          <a:pt x="39147" y="4412"/>
                        </a:cubicBezTo>
                        <a:cubicBezTo>
                          <a:pt x="42960" y="6052"/>
                          <a:pt x="48501" y="8889"/>
                          <a:pt x="53821" y="12081"/>
                        </a:cubicBezTo>
                        <a:cubicBezTo>
                          <a:pt x="59185" y="15228"/>
                          <a:pt x="64239" y="18819"/>
                          <a:pt x="67564" y="21302"/>
                        </a:cubicBezTo>
                        <a:cubicBezTo>
                          <a:pt x="79976" y="30877"/>
                          <a:pt x="82946" y="40142"/>
                          <a:pt x="84542" y="50604"/>
                        </a:cubicBezTo>
                        <a:cubicBezTo>
                          <a:pt x="85074" y="54240"/>
                          <a:pt x="82725" y="58584"/>
                          <a:pt x="79267" y="58894"/>
                        </a:cubicBezTo>
                        <a:cubicBezTo>
                          <a:pt x="69204" y="59825"/>
                          <a:pt x="59983" y="57830"/>
                          <a:pt x="48546" y="5078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33" name="Forme libre : forme 21532">
                    <a:extLst>
                      <a:ext uri="{FF2B5EF4-FFF2-40B4-BE49-F238E27FC236}">
                        <a16:creationId xmlns:a16="http://schemas.microsoft.com/office/drawing/2014/main" id="{CDB00235-3ED5-4DE6-9F78-AF3AF8732AB0}"/>
                      </a:ext>
                    </a:extLst>
                  </p:cNvPr>
                  <p:cNvSpPr/>
                  <p:nvPr/>
                </p:nvSpPr>
                <p:spPr>
                  <a:xfrm>
                    <a:off x="5030071" y="1205004"/>
                    <a:ext cx="79520" cy="50936"/>
                  </a:xfrm>
                  <a:custGeom>
                    <a:avLst/>
                    <a:gdLst>
                      <a:gd name="connsiteX0" fmla="*/ 32795 w 79520"/>
                      <a:gd name="connsiteY0" fmla="*/ 18353 h 50936"/>
                      <a:gd name="connsiteX1" fmla="*/ 168 w 79520"/>
                      <a:gd name="connsiteY1" fmla="*/ 0 h 50936"/>
                      <a:gd name="connsiteX2" fmla="*/ 700 w 79520"/>
                      <a:gd name="connsiteY2" fmla="*/ 4433 h 50936"/>
                      <a:gd name="connsiteX3" fmla="*/ 3404 w 79520"/>
                      <a:gd name="connsiteY3" fmla="*/ 9132 h 50936"/>
                      <a:gd name="connsiteX4" fmla="*/ 13245 w 79520"/>
                      <a:gd name="connsiteY4" fmla="*/ 20791 h 50936"/>
                      <a:gd name="connsiteX5" fmla="*/ 22910 w 79520"/>
                      <a:gd name="connsiteY5" fmla="*/ 27397 h 50936"/>
                      <a:gd name="connsiteX6" fmla="*/ 27077 w 79520"/>
                      <a:gd name="connsiteY6" fmla="*/ 29702 h 50936"/>
                      <a:gd name="connsiteX7" fmla="*/ 46671 w 79520"/>
                      <a:gd name="connsiteY7" fmla="*/ 41405 h 50936"/>
                      <a:gd name="connsiteX8" fmla="*/ 48577 w 79520"/>
                      <a:gd name="connsiteY8" fmla="*/ 42602 h 50936"/>
                      <a:gd name="connsiteX9" fmla="*/ 60059 w 79520"/>
                      <a:gd name="connsiteY9" fmla="*/ 48276 h 50936"/>
                      <a:gd name="connsiteX10" fmla="*/ 74600 w 79520"/>
                      <a:gd name="connsiteY10" fmla="*/ 50936 h 50936"/>
                      <a:gd name="connsiteX11" fmla="*/ 79343 w 79520"/>
                      <a:gd name="connsiteY11" fmla="*/ 50759 h 50936"/>
                      <a:gd name="connsiteX12" fmla="*/ 79520 w 79520"/>
                      <a:gd name="connsiteY12" fmla="*/ 50715 h 50936"/>
                      <a:gd name="connsiteX13" fmla="*/ 32795 w 79520"/>
                      <a:gd name="connsiteY13" fmla="*/ 18353 h 50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9520" h="50936">
                        <a:moveTo>
                          <a:pt x="32795" y="18353"/>
                        </a:moveTo>
                        <a:cubicBezTo>
                          <a:pt x="21092" y="12989"/>
                          <a:pt x="8502" y="7935"/>
                          <a:pt x="168" y="0"/>
                        </a:cubicBezTo>
                        <a:cubicBezTo>
                          <a:pt x="-142" y="1507"/>
                          <a:pt x="-54" y="3103"/>
                          <a:pt x="700" y="4433"/>
                        </a:cubicBezTo>
                        <a:cubicBezTo>
                          <a:pt x="1586" y="6073"/>
                          <a:pt x="2473" y="7625"/>
                          <a:pt x="3404" y="9132"/>
                        </a:cubicBezTo>
                        <a:cubicBezTo>
                          <a:pt x="6108" y="13432"/>
                          <a:pt x="9123" y="17289"/>
                          <a:pt x="13245" y="20791"/>
                        </a:cubicBezTo>
                        <a:cubicBezTo>
                          <a:pt x="15905" y="23052"/>
                          <a:pt x="19053" y="25224"/>
                          <a:pt x="22910" y="27397"/>
                        </a:cubicBezTo>
                        <a:cubicBezTo>
                          <a:pt x="24106" y="28061"/>
                          <a:pt x="25525" y="28859"/>
                          <a:pt x="27077" y="29702"/>
                        </a:cubicBezTo>
                        <a:cubicBezTo>
                          <a:pt x="33194" y="33071"/>
                          <a:pt x="41396" y="38036"/>
                          <a:pt x="46671" y="41405"/>
                        </a:cubicBezTo>
                        <a:cubicBezTo>
                          <a:pt x="47336" y="41848"/>
                          <a:pt x="48001" y="42247"/>
                          <a:pt x="48577" y="42602"/>
                        </a:cubicBezTo>
                        <a:cubicBezTo>
                          <a:pt x="52656" y="45085"/>
                          <a:pt x="56424" y="46946"/>
                          <a:pt x="60059" y="48276"/>
                        </a:cubicBezTo>
                        <a:cubicBezTo>
                          <a:pt x="65068" y="50050"/>
                          <a:pt x="69812" y="50803"/>
                          <a:pt x="74600" y="50936"/>
                        </a:cubicBezTo>
                        <a:cubicBezTo>
                          <a:pt x="76151" y="50936"/>
                          <a:pt x="77747" y="50892"/>
                          <a:pt x="79343" y="50759"/>
                        </a:cubicBezTo>
                        <a:lnTo>
                          <a:pt x="79520" y="50715"/>
                        </a:lnTo>
                        <a:cubicBezTo>
                          <a:pt x="65246" y="38080"/>
                          <a:pt x="49641" y="25889"/>
                          <a:pt x="32795" y="1835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34" name="Forme libre : forme 21533">
                    <a:extLst>
                      <a:ext uri="{FF2B5EF4-FFF2-40B4-BE49-F238E27FC236}">
                        <a16:creationId xmlns:a16="http://schemas.microsoft.com/office/drawing/2014/main" id="{B5404214-A337-4F17-8881-7D5DBBFCE67F}"/>
                      </a:ext>
                    </a:extLst>
                  </p:cNvPr>
                  <p:cNvSpPr/>
                  <p:nvPr/>
                </p:nvSpPr>
                <p:spPr>
                  <a:xfrm>
                    <a:off x="5061097" y="1215878"/>
                    <a:ext cx="37999" cy="26867"/>
                  </a:xfrm>
                  <a:custGeom>
                    <a:avLst/>
                    <a:gdLst>
                      <a:gd name="connsiteX0" fmla="*/ 37633 w 37999"/>
                      <a:gd name="connsiteY0" fmla="*/ 26009 h 26867"/>
                      <a:gd name="connsiteX1" fmla="*/ 27437 w 37999"/>
                      <a:gd name="connsiteY1" fmla="*/ 24103 h 26867"/>
                      <a:gd name="connsiteX2" fmla="*/ 15556 w 37999"/>
                      <a:gd name="connsiteY2" fmla="*/ 17409 h 26867"/>
                      <a:gd name="connsiteX3" fmla="*/ 5404 w 37999"/>
                      <a:gd name="connsiteY3" fmla="*/ 9961 h 26867"/>
                      <a:gd name="connsiteX4" fmla="*/ 218 w 37999"/>
                      <a:gd name="connsiteY4" fmla="*/ 1583 h 26867"/>
                      <a:gd name="connsiteX5" fmla="*/ 10015 w 37999"/>
                      <a:gd name="connsiteY5" fmla="*/ 1450 h 26867"/>
                      <a:gd name="connsiteX6" fmla="*/ 21629 w 37999"/>
                      <a:gd name="connsiteY6" fmla="*/ 7612 h 26867"/>
                      <a:gd name="connsiteX7" fmla="*/ 32535 w 37999"/>
                      <a:gd name="connsiteY7" fmla="*/ 16478 h 26867"/>
                      <a:gd name="connsiteX8" fmla="*/ 37633 w 37999"/>
                      <a:gd name="connsiteY8" fmla="*/ 26009 h 26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999" h="26867">
                        <a:moveTo>
                          <a:pt x="37633" y="26009"/>
                        </a:moveTo>
                        <a:cubicBezTo>
                          <a:pt x="36259" y="27916"/>
                          <a:pt x="32003" y="26364"/>
                          <a:pt x="27437" y="24103"/>
                        </a:cubicBezTo>
                        <a:cubicBezTo>
                          <a:pt x="22871" y="21842"/>
                          <a:pt x="18039" y="18872"/>
                          <a:pt x="15556" y="17409"/>
                        </a:cubicBezTo>
                        <a:cubicBezTo>
                          <a:pt x="13162" y="15858"/>
                          <a:pt x="8862" y="12976"/>
                          <a:pt x="5404" y="9961"/>
                        </a:cubicBezTo>
                        <a:cubicBezTo>
                          <a:pt x="1902" y="6991"/>
                          <a:pt x="-802" y="3933"/>
                          <a:pt x="218" y="1583"/>
                        </a:cubicBezTo>
                        <a:cubicBezTo>
                          <a:pt x="1237" y="-767"/>
                          <a:pt x="5493" y="-235"/>
                          <a:pt x="10015" y="1450"/>
                        </a:cubicBezTo>
                        <a:cubicBezTo>
                          <a:pt x="14536" y="3135"/>
                          <a:pt x="19324" y="5972"/>
                          <a:pt x="21629" y="7612"/>
                        </a:cubicBezTo>
                        <a:cubicBezTo>
                          <a:pt x="23979" y="9164"/>
                          <a:pt x="28811" y="12754"/>
                          <a:pt x="32535" y="16478"/>
                        </a:cubicBezTo>
                        <a:cubicBezTo>
                          <a:pt x="36347" y="20202"/>
                          <a:pt x="39007" y="24103"/>
                          <a:pt x="37633" y="2600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35" name="Forme libre : forme 21534">
                    <a:extLst>
                      <a:ext uri="{FF2B5EF4-FFF2-40B4-BE49-F238E27FC236}">
                        <a16:creationId xmlns:a16="http://schemas.microsoft.com/office/drawing/2014/main" id="{9F19FB34-D4FD-47DE-B442-0281F6BC69B3}"/>
                      </a:ext>
                    </a:extLst>
                  </p:cNvPr>
                  <p:cNvSpPr/>
                  <p:nvPr/>
                </p:nvSpPr>
                <p:spPr>
                  <a:xfrm>
                    <a:off x="5061111" y="1215830"/>
                    <a:ext cx="23876" cy="22111"/>
                  </a:xfrm>
                  <a:custGeom>
                    <a:avLst/>
                    <a:gdLst>
                      <a:gd name="connsiteX0" fmla="*/ 10799 w 23876"/>
                      <a:gd name="connsiteY0" fmla="*/ 1941 h 22111"/>
                      <a:gd name="connsiteX1" fmla="*/ 27 w 23876"/>
                      <a:gd name="connsiteY1" fmla="*/ 1542 h 22111"/>
                      <a:gd name="connsiteX2" fmla="*/ 15764 w 23876"/>
                      <a:gd name="connsiteY2" fmla="*/ 17590 h 22111"/>
                      <a:gd name="connsiteX3" fmla="*/ 23877 w 23876"/>
                      <a:gd name="connsiteY3" fmla="*/ 22112 h 22111"/>
                      <a:gd name="connsiteX4" fmla="*/ 19976 w 23876"/>
                      <a:gd name="connsiteY4" fmla="*/ 19009 h 22111"/>
                      <a:gd name="connsiteX5" fmla="*/ 10799 w 23876"/>
                      <a:gd name="connsiteY5" fmla="*/ 1941 h 22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876" h="22111">
                        <a:moveTo>
                          <a:pt x="10799" y="1941"/>
                        </a:moveTo>
                        <a:cubicBezTo>
                          <a:pt x="7873" y="1276"/>
                          <a:pt x="470" y="-1827"/>
                          <a:pt x="27" y="1542"/>
                        </a:cubicBezTo>
                        <a:cubicBezTo>
                          <a:pt x="-594" y="6773"/>
                          <a:pt x="9779" y="13512"/>
                          <a:pt x="15764" y="17590"/>
                        </a:cubicBezTo>
                        <a:cubicBezTo>
                          <a:pt x="17537" y="18743"/>
                          <a:pt x="21705" y="21048"/>
                          <a:pt x="23877" y="22112"/>
                        </a:cubicBezTo>
                        <a:cubicBezTo>
                          <a:pt x="22768" y="21269"/>
                          <a:pt x="20862" y="19984"/>
                          <a:pt x="19976" y="19009"/>
                        </a:cubicBezTo>
                        <a:cubicBezTo>
                          <a:pt x="14833" y="13556"/>
                          <a:pt x="8494" y="7083"/>
                          <a:pt x="10799" y="194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36" name="Forme libre : forme 21535">
                    <a:extLst>
                      <a:ext uri="{FF2B5EF4-FFF2-40B4-BE49-F238E27FC236}">
                        <a16:creationId xmlns:a16="http://schemas.microsoft.com/office/drawing/2014/main" id="{67110414-018A-47BB-8296-FB4CACC58457}"/>
                      </a:ext>
                    </a:extLst>
                  </p:cNvPr>
                  <p:cNvSpPr/>
                  <p:nvPr/>
                </p:nvSpPr>
                <p:spPr>
                  <a:xfrm>
                    <a:off x="5062645" y="1218051"/>
                    <a:ext cx="37910" cy="26801"/>
                  </a:xfrm>
                  <a:custGeom>
                    <a:avLst/>
                    <a:gdLst>
                      <a:gd name="connsiteX0" fmla="*/ 37237 w 37910"/>
                      <a:gd name="connsiteY0" fmla="*/ 26274 h 26801"/>
                      <a:gd name="connsiteX1" fmla="*/ 14983 w 37910"/>
                      <a:gd name="connsiteY1" fmla="*/ 17497 h 26801"/>
                      <a:gd name="connsiteX2" fmla="*/ 177 w 37910"/>
                      <a:gd name="connsiteY2" fmla="*/ 1626 h 26801"/>
                      <a:gd name="connsiteX3" fmla="*/ 9885 w 37910"/>
                      <a:gd name="connsiteY3" fmla="*/ 1582 h 26801"/>
                      <a:gd name="connsiteX4" fmla="*/ 21323 w 37910"/>
                      <a:gd name="connsiteY4" fmla="*/ 7788 h 26801"/>
                      <a:gd name="connsiteX5" fmla="*/ 32583 w 37910"/>
                      <a:gd name="connsiteY5" fmla="*/ 16921 h 26801"/>
                      <a:gd name="connsiteX6" fmla="*/ 37237 w 37910"/>
                      <a:gd name="connsiteY6" fmla="*/ 26274 h 26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910" h="26801">
                        <a:moveTo>
                          <a:pt x="37237" y="26274"/>
                        </a:moveTo>
                        <a:cubicBezTo>
                          <a:pt x="33248" y="28979"/>
                          <a:pt x="20303" y="20556"/>
                          <a:pt x="14983" y="17497"/>
                        </a:cubicBezTo>
                        <a:cubicBezTo>
                          <a:pt x="9841" y="14172"/>
                          <a:pt x="-1552" y="6459"/>
                          <a:pt x="177" y="1626"/>
                        </a:cubicBezTo>
                        <a:cubicBezTo>
                          <a:pt x="1108" y="-856"/>
                          <a:pt x="5363" y="-191"/>
                          <a:pt x="9885" y="1582"/>
                        </a:cubicBezTo>
                        <a:cubicBezTo>
                          <a:pt x="14451" y="3311"/>
                          <a:pt x="19150" y="6326"/>
                          <a:pt x="21323" y="7788"/>
                        </a:cubicBezTo>
                        <a:cubicBezTo>
                          <a:pt x="23495" y="9251"/>
                          <a:pt x="28682" y="12975"/>
                          <a:pt x="32583" y="16921"/>
                        </a:cubicBezTo>
                        <a:cubicBezTo>
                          <a:pt x="36528" y="20866"/>
                          <a:pt x="39232" y="24856"/>
                          <a:pt x="37237" y="2627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37" name="Forme libre : forme 21536">
                    <a:extLst>
                      <a:ext uri="{FF2B5EF4-FFF2-40B4-BE49-F238E27FC236}">
                        <a16:creationId xmlns:a16="http://schemas.microsoft.com/office/drawing/2014/main" id="{B1574DED-DCC2-4941-B98E-1F9EF6730CD2}"/>
                      </a:ext>
                    </a:extLst>
                  </p:cNvPr>
                  <p:cNvSpPr/>
                  <p:nvPr/>
                </p:nvSpPr>
                <p:spPr>
                  <a:xfrm>
                    <a:off x="5042114" y="1203821"/>
                    <a:ext cx="44962" cy="38648"/>
                  </a:xfrm>
                  <a:custGeom>
                    <a:avLst/>
                    <a:gdLst>
                      <a:gd name="connsiteX0" fmla="*/ 6 w 44962"/>
                      <a:gd name="connsiteY0" fmla="*/ 5793 h 38648"/>
                      <a:gd name="connsiteX1" fmla="*/ 3198 w 44962"/>
                      <a:gd name="connsiteY1" fmla="*/ 13063 h 38648"/>
                      <a:gd name="connsiteX2" fmla="*/ 17472 w 44962"/>
                      <a:gd name="connsiteY2" fmla="*/ 28092 h 38648"/>
                      <a:gd name="connsiteX3" fmla="*/ 35249 w 44962"/>
                      <a:gd name="connsiteY3" fmla="*/ 37578 h 38648"/>
                      <a:gd name="connsiteX4" fmla="*/ 44913 w 44962"/>
                      <a:gd name="connsiteY4" fmla="*/ 36514 h 38648"/>
                      <a:gd name="connsiteX5" fmla="*/ 40923 w 44962"/>
                      <a:gd name="connsiteY5" fmla="*/ 30441 h 38648"/>
                      <a:gd name="connsiteX6" fmla="*/ 28289 w 44962"/>
                      <a:gd name="connsiteY6" fmla="*/ 14881 h 38648"/>
                      <a:gd name="connsiteX7" fmla="*/ 13261 w 44962"/>
                      <a:gd name="connsiteY7" fmla="*/ 784 h 38648"/>
                      <a:gd name="connsiteX8" fmla="*/ 6 w 44962"/>
                      <a:gd name="connsiteY8" fmla="*/ 5793 h 38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962" h="38648">
                        <a:moveTo>
                          <a:pt x="6" y="5793"/>
                        </a:moveTo>
                        <a:cubicBezTo>
                          <a:pt x="95" y="8941"/>
                          <a:pt x="848" y="10137"/>
                          <a:pt x="3198" y="13063"/>
                        </a:cubicBezTo>
                        <a:cubicBezTo>
                          <a:pt x="7631" y="18649"/>
                          <a:pt x="10911" y="23215"/>
                          <a:pt x="17472" y="28092"/>
                        </a:cubicBezTo>
                        <a:cubicBezTo>
                          <a:pt x="22925" y="32170"/>
                          <a:pt x="29575" y="35761"/>
                          <a:pt x="35249" y="37578"/>
                        </a:cubicBezTo>
                        <a:cubicBezTo>
                          <a:pt x="39505" y="38908"/>
                          <a:pt x="44160" y="39440"/>
                          <a:pt x="44913" y="36514"/>
                        </a:cubicBezTo>
                        <a:cubicBezTo>
                          <a:pt x="45356" y="34697"/>
                          <a:pt x="42697" y="32569"/>
                          <a:pt x="40923" y="30441"/>
                        </a:cubicBezTo>
                        <a:cubicBezTo>
                          <a:pt x="36712" y="25299"/>
                          <a:pt x="32235" y="20777"/>
                          <a:pt x="28289" y="14881"/>
                        </a:cubicBezTo>
                        <a:cubicBezTo>
                          <a:pt x="24920" y="9916"/>
                          <a:pt x="21373" y="3399"/>
                          <a:pt x="13261" y="784"/>
                        </a:cubicBezTo>
                        <a:cubicBezTo>
                          <a:pt x="5902" y="-1477"/>
                          <a:pt x="-216" y="1449"/>
                          <a:pt x="6" y="579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38" name="Forme libre : forme 21537">
                    <a:extLst>
                      <a:ext uri="{FF2B5EF4-FFF2-40B4-BE49-F238E27FC236}">
                        <a16:creationId xmlns:a16="http://schemas.microsoft.com/office/drawing/2014/main" id="{542C9B3A-E8F3-4A48-83DD-2964F9C7D8A0}"/>
                      </a:ext>
                    </a:extLst>
                  </p:cNvPr>
                  <p:cNvSpPr/>
                  <p:nvPr/>
                </p:nvSpPr>
                <p:spPr>
                  <a:xfrm>
                    <a:off x="5054079" y="1208506"/>
                    <a:ext cx="18485" cy="6996"/>
                  </a:xfrm>
                  <a:custGeom>
                    <a:avLst/>
                    <a:gdLst>
                      <a:gd name="connsiteX0" fmla="*/ 2270 w 18485"/>
                      <a:gd name="connsiteY0" fmla="*/ 0 h 6996"/>
                      <a:gd name="connsiteX1" fmla="*/ 187 w 18485"/>
                      <a:gd name="connsiteY1" fmla="*/ 399 h 6996"/>
                      <a:gd name="connsiteX2" fmla="*/ 1029 w 18485"/>
                      <a:gd name="connsiteY2" fmla="*/ 1995 h 6996"/>
                      <a:gd name="connsiteX3" fmla="*/ 4088 w 18485"/>
                      <a:gd name="connsiteY3" fmla="*/ 3458 h 6996"/>
                      <a:gd name="connsiteX4" fmla="*/ 12023 w 18485"/>
                      <a:gd name="connsiteY4" fmla="*/ 6206 h 6996"/>
                      <a:gd name="connsiteX5" fmla="*/ 14993 w 18485"/>
                      <a:gd name="connsiteY5" fmla="*/ 6960 h 6996"/>
                      <a:gd name="connsiteX6" fmla="*/ 15215 w 18485"/>
                      <a:gd name="connsiteY6" fmla="*/ 2616 h 6996"/>
                      <a:gd name="connsiteX7" fmla="*/ 2270 w 18485"/>
                      <a:gd name="connsiteY7" fmla="*/ 0 h 6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485" h="6996">
                        <a:moveTo>
                          <a:pt x="2270" y="0"/>
                        </a:moveTo>
                        <a:cubicBezTo>
                          <a:pt x="1339" y="0"/>
                          <a:pt x="675" y="0"/>
                          <a:pt x="187" y="399"/>
                        </a:cubicBezTo>
                        <a:cubicBezTo>
                          <a:pt x="-301" y="798"/>
                          <a:pt x="231" y="1419"/>
                          <a:pt x="1029" y="1995"/>
                        </a:cubicBezTo>
                        <a:cubicBezTo>
                          <a:pt x="1827" y="2527"/>
                          <a:pt x="3113" y="3059"/>
                          <a:pt x="4088" y="3458"/>
                        </a:cubicBezTo>
                        <a:cubicBezTo>
                          <a:pt x="6704" y="4389"/>
                          <a:pt x="9452" y="5453"/>
                          <a:pt x="12023" y="6206"/>
                        </a:cubicBezTo>
                        <a:cubicBezTo>
                          <a:pt x="13087" y="6517"/>
                          <a:pt x="14063" y="6916"/>
                          <a:pt x="14993" y="6960"/>
                        </a:cubicBezTo>
                        <a:cubicBezTo>
                          <a:pt x="18939" y="7315"/>
                          <a:pt x="20224" y="5009"/>
                          <a:pt x="15215" y="2616"/>
                        </a:cubicBezTo>
                        <a:cubicBezTo>
                          <a:pt x="11314" y="798"/>
                          <a:pt x="6083" y="0"/>
                          <a:pt x="2270" y="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39" name="Forme libre : forme 21538">
                    <a:extLst>
                      <a:ext uri="{FF2B5EF4-FFF2-40B4-BE49-F238E27FC236}">
                        <a16:creationId xmlns:a16="http://schemas.microsoft.com/office/drawing/2014/main" id="{7BF355A8-F868-4DA5-8374-2FDF7784AB1E}"/>
                      </a:ext>
                    </a:extLst>
                  </p:cNvPr>
                  <p:cNvSpPr/>
                  <p:nvPr/>
                </p:nvSpPr>
                <p:spPr>
                  <a:xfrm>
                    <a:off x="5079845" y="1247606"/>
                    <a:ext cx="29347" cy="6924"/>
                  </a:xfrm>
                  <a:custGeom>
                    <a:avLst/>
                    <a:gdLst>
                      <a:gd name="connsiteX0" fmla="*/ 29347 w 29347"/>
                      <a:gd name="connsiteY0" fmla="*/ 6384 h 6924"/>
                      <a:gd name="connsiteX1" fmla="*/ 0 w 29347"/>
                      <a:gd name="connsiteY1" fmla="*/ 0 h 6924"/>
                      <a:gd name="connsiteX2" fmla="*/ 29347 w 29347"/>
                      <a:gd name="connsiteY2" fmla="*/ 6384 h 6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347" h="6924">
                        <a:moveTo>
                          <a:pt x="29347" y="6384"/>
                        </a:moveTo>
                        <a:cubicBezTo>
                          <a:pt x="22077" y="8733"/>
                          <a:pt x="8467" y="2837"/>
                          <a:pt x="0" y="0"/>
                        </a:cubicBezTo>
                        <a:cubicBezTo>
                          <a:pt x="9177" y="3236"/>
                          <a:pt x="20703" y="5453"/>
                          <a:pt x="29347" y="63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40" name="Forme libre : forme 21539">
                    <a:extLst>
                      <a:ext uri="{FF2B5EF4-FFF2-40B4-BE49-F238E27FC236}">
                        <a16:creationId xmlns:a16="http://schemas.microsoft.com/office/drawing/2014/main" id="{2186E90A-D9C0-4AB9-A745-A863871E5508}"/>
                      </a:ext>
                    </a:extLst>
                  </p:cNvPr>
                  <p:cNvSpPr/>
                  <p:nvPr/>
                </p:nvSpPr>
                <p:spPr>
                  <a:xfrm>
                    <a:off x="5034495" y="1198834"/>
                    <a:ext cx="35287" cy="3996"/>
                  </a:xfrm>
                  <a:custGeom>
                    <a:avLst/>
                    <a:gdLst>
                      <a:gd name="connsiteX0" fmla="*/ 35287 w 35287"/>
                      <a:gd name="connsiteY0" fmla="*/ 3997 h 3996"/>
                      <a:gd name="connsiteX1" fmla="*/ 0 w 35287"/>
                      <a:gd name="connsiteY1" fmla="*/ 2268 h 3996"/>
                      <a:gd name="connsiteX2" fmla="*/ 35287 w 35287"/>
                      <a:gd name="connsiteY2" fmla="*/ 3997 h 3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5287" h="3996">
                        <a:moveTo>
                          <a:pt x="35287" y="3997"/>
                        </a:moveTo>
                        <a:cubicBezTo>
                          <a:pt x="22653" y="-1500"/>
                          <a:pt x="9531" y="-569"/>
                          <a:pt x="0" y="2268"/>
                        </a:cubicBezTo>
                        <a:cubicBezTo>
                          <a:pt x="8778" y="-924"/>
                          <a:pt x="24027" y="584"/>
                          <a:pt x="35287" y="39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41" name="Forme libre : forme 21540">
                    <a:extLst>
                      <a:ext uri="{FF2B5EF4-FFF2-40B4-BE49-F238E27FC236}">
                        <a16:creationId xmlns:a16="http://schemas.microsoft.com/office/drawing/2014/main" id="{511C71E8-B3D5-4CDE-AAF2-CFF028C872C3}"/>
                      </a:ext>
                    </a:extLst>
                  </p:cNvPr>
                  <p:cNvSpPr/>
                  <p:nvPr/>
                </p:nvSpPr>
                <p:spPr>
                  <a:xfrm>
                    <a:off x="5078358" y="1223476"/>
                    <a:ext cx="13443" cy="11076"/>
                  </a:xfrm>
                  <a:custGeom>
                    <a:avLst/>
                    <a:gdLst>
                      <a:gd name="connsiteX0" fmla="*/ 13014 w 13443"/>
                      <a:gd name="connsiteY0" fmla="*/ 11008 h 11076"/>
                      <a:gd name="connsiteX1" fmla="*/ 4546 w 13443"/>
                      <a:gd name="connsiteY1" fmla="*/ 5999 h 11076"/>
                      <a:gd name="connsiteX2" fmla="*/ 468 w 13443"/>
                      <a:gd name="connsiteY2" fmla="*/ 103 h 11076"/>
                      <a:gd name="connsiteX3" fmla="*/ 8625 w 13443"/>
                      <a:gd name="connsiteY3" fmla="*/ 4669 h 11076"/>
                      <a:gd name="connsiteX4" fmla="*/ 13014 w 13443"/>
                      <a:gd name="connsiteY4" fmla="*/ 11008 h 11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43" h="11076">
                        <a:moveTo>
                          <a:pt x="13014" y="11008"/>
                        </a:moveTo>
                        <a:cubicBezTo>
                          <a:pt x="11196" y="11673"/>
                          <a:pt x="6142" y="7284"/>
                          <a:pt x="4546" y="5999"/>
                        </a:cubicBezTo>
                        <a:cubicBezTo>
                          <a:pt x="2995" y="4669"/>
                          <a:pt x="-1438" y="901"/>
                          <a:pt x="468" y="103"/>
                        </a:cubicBezTo>
                        <a:cubicBezTo>
                          <a:pt x="2418" y="-695"/>
                          <a:pt x="7206" y="3383"/>
                          <a:pt x="8625" y="4669"/>
                        </a:cubicBezTo>
                        <a:cubicBezTo>
                          <a:pt x="10176" y="5954"/>
                          <a:pt x="14875" y="10343"/>
                          <a:pt x="13014" y="1100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42" name="Forme libre : forme 21541">
                    <a:extLst>
                      <a:ext uri="{FF2B5EF4-FFF2-40B4-BE49-F238E27FC236}">
                        <a16:creationId xmlns:a16="http://schemas.microsoft.com/office/drawing/2014/main" id="{D85B0F3F-22E8-4D6F-A55E-44001F14AFB4}"/>
                      </a:ext>
                    </a:extLst>
                  </p:cNvPr>
                  <p:cNvSpPr/>
                  <p:nvPr/>
                </p:nvSpPr>
                <p:spPr>
                  <a:xfrm>
                    <a:off x="5089838" y="1232653"/>
                    <a:ext cx="3918" cy="3254"/>
                  </a:xfrm>
                  <a:custGeom>
                    <a:avLst/>
                    <a:gdLst>
                      <a:gd name="connsiteX0" fmla="*/ 3883 w 3918"/>
                      <a:gd name="connsiteY0" fmla="*/ 3027 h 3254"/>
                      <a:gd name="connsiteX1" fmla="*/ 1666 w 3918"/>
                      <a:gd name="connsiteY1" fmla="*/ 2362 h 3254"/>
                      <a:gd name="connsiteX2" fmla="*/ 26 w 3918"/>
                      <a:gd name="connsiteY2" fmla="*/ 234 h 3254"/>
                      <a:gd name="connsiteX3" fmla="*/ 2198 w 3918"/>
                      <a:gd name="connsiteY3" fmla="*/ 855 h 3254"/>
                      <a:gd name="connsiteX4" fmla="*/ 3883 w 3918"/>
                      <a:gd name="connsiteY4" fmla="*/ 3027 h 3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8" h="3254">
                        <a:moveTo>
                          <a:pt x="3883" y="3027"/>
                        </a:moveTo>
                        <a:cubicBezTo>
                          <a:pt x="3617" y="3648"/>
                          <a:pt x="2331" y="2850"/>
                          <a:pt x="1666" y="2362"/>
                        </a:cubicBezTo>
                        <a:cubicBezTo>
                          <a:pt x="1046" y="1875"/>
                          <a:pt x="-196" y="855"/>
                          <a:pt x="26" y="234"/>
                        </a:cubicBezTo>
                        <a:cubicBezTo>
                          <a:pt x="292" y="-386"/>
                          <a:pt x="1533" y="368"/>
                          <a:pt x="2198" y="855"/>
                        </a:cubicBezTo>
                        <a:cubicBezTo>
                          <a:pt x="2863" y="1343"/>
                          <a:pt x="4149" y="2407"/>
                          <a:pt x="3883" y="302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43" name="Forme libre : forme 21542">
                    <a:extLst>
                      <a:ext uri="{FF2B5EF4-FFF2-40B4-BE49-F238E27FC236}">
                        <a16:creationId xmlns:a16="http://schemas.microsoft.com/office/drawing/2014/main" id="{CE09E1AB-C1E3-4120-99DB-AE8E4C042FC3}"/>
                      </a:ext>
                    </a:extLst>
                  </p:cNvPr>
                  <p:cNvSpPr/>
                  <p:nvPr/>
                </p:nvSpPr>
                <p:spPr>
                  <a:xfrm>
                    <a:off x="5083323" y="1215031"/>
                    <a:ext cx="26985" cy="35546"/>
                  </a:xfrm>
                  <a:custGeom>
                    <a:avLst/>
                    <a:gdLst>
                      <a:gd name="connsiteX0" fmla="*/ 23653 w 26985"/>
                      <a:gd name="connsiteY0" fmla="*/ 22600 h 35546"/>
                      <a:gd name="connsiteX1" fmla="*/ 26977 w 26985"/>
                      <a:gd name="connsiteY1" fmla="*/ 34392 h 35546"/>
                      <a:gd name="connsiteX2" fmla="*/ 23076 w 26985"/>
                      <a:gd name="connsiteY2" fmla="*/ 34570 h 35546"/>
                      <a:gd name="connsiteX3" fmla="*/ 20328 w 26985"/>
                      <a:gd name="connsiteY3" fmla="*/ 30181 h 35546"/>
                      <a:gd name="connsiteX4" fmla="*/ 12526 w 26985"/>
                      <a:gd name="connsiteY4" fmla="*/ 16306 h 35546"/>
                      <a:gd name="connsiteX5" fmla="*/ 4369 w 26985"/>
                      <a:gd name="connsiteY5" fmla="*/ 7484 h 35546"/>
                      <a:gd name="connsiteX6" fmla="*/ 911 w 26985"/>
                      <a:gd name="connsiteY6" fmla="*/ 125 h 35546"/>
                      <a:gd name="connsiteX7" fmla="*/ 19175 w 26985"/>
                      <a:gd name="connsiteY7" fmla="*/ 12537 h 35546"/>
                      <a:gd name="connsiteX8" fmla="*/ 23653 w 26985"/>
                      <a:gd name="connsiteY8" fmla="*/ 22600 h 35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985" h="35546">
                        <a:moveTo>
                          <a:pt x="23653" y="22600"/>
                        </a:moveTo>
                        <a:cubicBezTo>
                          <a:pt x="25692" y="27122"/>
                          <a:pt x="27110" y="30358"/>
                          <a:pt x="26977" y="34392"/>
                        </a:cubicBezTo>
                        <a:cubicBezTo>
                          <a:pt x="26933" y="35900"/>
                          <a:pt x="24717" y="35900"/>
                          <a:pt x="23076" y="34570"/>
                        </a:cubicBezTo>
                        <a:cubicBezTo>
                          <a:pt x="21436" y="33196"/>
                          <a:pt x="20904" y="31733"/>
                          <a:pt x="20328" y="30181"/>
                        </a:cubicBezTo>
                        <a:cubicBezTo>
                          <a:pt x="18510" y="25393"/>
                          <a:pt x="15850" y="21005"/>
                          <a:pt x="12526" y="16306"/>
                        </a:cubicBezTo>
                        <a:cubicBezTo>
                          <a:pt x="11506" y="14798"/>
                          <a:pt x="7605" y="10986"/>
                          <a:pt x="4369" y="7484"/>
                        </a:cubicBezTo>
                        <a:cubicBezTo>
                          <a:pt x="1132" y="3982"/>
                          <a:pt x="-1439" y="745"/>
                          <a:pt x="911" y="125"/>
                        </a:cubicBezTo>
                        <a:cubicBezTo>
                          <a:pt x="5743" y="-1205"/>
                          <a:pt x="16515" y="8459"/>
                          <a:pt x="19175" y="12537"/>
                        </a:cubicBezTo>
                        <a:cubicBezTo>
                          <a:pt x="22012" y="16527"/>
                          <a:pt x="22101" y="19231"/>
                          <a:pt x="23653" y="2260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42" name="Graphique 2">
                  <a:extLst>
                    <a:ext uri="{FF2B5EF4-FFF2-40B4-BE49-F238E27FC236}">
                      <a16:creationId xmlns:a16="http://schemas.microsoft.com/office/drawing/2014/main" id="{04E181CA-C8E7-4B66-8B31-378F6ABA64AA}"/>
                    </a:ext>
                  </a:extLst>
                </p:cNvPr>
                <p:cNvGrpSpPr/>
                <p:nvPr/>
              </p:nvGrpSpPr>
              <p:grpSpPr>
                <a:xfrm>
                  <a:off x="5111444" y="1251010"/>
                  <a:ext cx="64252" cy="79883"/>
                  <a:chOff x="5111444" y="1251010"/>
                  <a:chExt cx="64252" cy="79883"/>
                </a:xfrm>
                <a:solidFill>
                  <a:schemeClr val="accent1"/>
                </a:solidFill>
              </p:grpSpPr>
              <p:sp>
                <p:nvSpPr>
                  <p:cNvPr id="21520" name="Forme libre : forme 21519">
                    <a:extLst>
                      <a:ext uri="{FF2B5EF4-FFF2-40B4-BE49-F238E27FC236}">
                        <a16:creationId xmlns:a16="http://schemas.microsoft.com/office/drawing/2014/main" id="{361C2696-673B-4346-A117-04C9BA90E8F5}"/>
                      </a:ext>
                    </a:extLst>
                  </p:cNvPr>
                  <p:cNvSpPr/>
                  <p:nvPr/>
                </p:nvSpPr>
                <p:spPr>
                  <a:xfrm>
                    <a:off x="5111444" y="1251010"/>
                    <a:ext cx="64252" cy="79883"/>
                  </a:xfrm>
                  <a:custGeom>
                    <a:avLst/>
                    <a:gdLst>
                      <a:gd name="connsiteX0" fmla="*/ 28470 w 64252"/>
                      <a:gd name="connsiteY0" fmla="*/ 63048 h 79883"/>
                      <a:gd name="connsiteX1" fmla="*/ 9984 w 64252"/>
                      <a:gd name="connsiteY1" fmla="*/ 37381 h 79883"/>
                      <a:gd name="connsiteX2" fmla="*/ 10 w 64252"/>
                      <a:gd name="connsiteY2" fmla="*/ 7103 h 79883"/>
                      <a:gd name="connsiteX3" fmla="*/ 7103 w 64252"/>
                      <a:gd name="connsiteY3" fmla="*/ 10 h 79883"/>
                      <a:gd name="connsiteX4" fmla="*/ 38090 w 64252"/>
                      <a:gd name="connsiteY4" fmla="*/ 16368 h 79883"/>
                      <a:gd name="connsiteX5" fmla="*/ 56487 w 64252"/>
                      <a:gd name="connsiteY5" fmla="*/ 41991 h 79883"/>
                      <a:gd name="connsiteX6" fmla="*/ 64245 w 64252"/>
                      <a:gd name="connsiteY6" fmla="*/ 71560 h 79883"/>
                      <a:gd name="connsiteX7" fmla="*/ 58926 w 64252"/>
                      <a:gd name="connsiteY7" fmla="*/ 79850 h 79883"/>
                      <a:gd name="connsiteX8" fmla="*/ 50946 w 64252"/>
                      <a:gd name="connsiteY8" fmla="*/ 79140 h 79883"/>
                      <a:gd name="connsiteX9" fmla="*/ 43055 w 64252"/>
                      <a:gd name="connsiteY9" fmla="*/ 76082 h 79883"/>
                      <a:gd name="connsiteX10" fmla="*/ 28470 w 64252"/>
                      <a:gd name="connsiteY10" fmla="*/ 63048 h 79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4252" h="79883">
                        <a:moveTo>
                          <a:pt x="28470" y="63048"/>
                        </a:moveTo>
                        <a:cubicBezTo>
                          <a:pt x="23505" y="56665"/>
                          <a:pt x="14329" y="43321"/>
                          <a:pt x="9984" y="37381"/>
                        </a:cubicBezTo>
                        <a:cubicBezTo>
                          <a:pt x="2049" y="25943"/>
                          <a:pt x="675" y="18097"/>
                          <a:pt x="10" y="7103"/>
                        </a:cubicBezTo>
                        <a:cubicBezTo>
                          <a:pt x="-212" y="3379"/>
                          <a:pt x="3423" y="-212"/>
                          <a:pt x="7103" y="10"/>
                        </a:cubicBezTo>
                        <a:cubicBezTo>
                          <a:pt x="17698" y="719"/>
                          <a:pt x="28204" y="4797"/>
                          <a:pt x="38090" y="16368"/>
                        </a:cubicBezTo>
                        <a:cubicBezTo>
                          <a:pt x="43587" y="22485"/>
                          <a:pt x="52497" y="35608"/>
                          <a:pt x="56487" y="41991"/>
                        </a:cubicBezTo>
                        <a:cubicBezTo>
                          <a:pt x="64112" y="54005"/>
                          <a:pt x="63713" y="61630"/>
                          <a:pt x="64245" y="71560"/>
                        </a:cubicBezTo>
                        <a:cubicBezTo>
                          <a:pt x="64378" y="74973"/>
                          <a:pt x="62649" y="79495"/>
                          <a:pt x="58926" y="79850"/>
                        </a:cubicBezTo>
                        <a:cubicBezTo>
                          <a:pt x="56354" y="79983"/>
                          <a:pt x="53739" y="79717"/>
                          <a:pt x="50946" y="79140"/>
                        </a:cubicBezTo>
                        <a:cubicBezTo>
                          <a:pt x="48330" y="78520"/>
                          <a:pt x="45715" y="77500"/>
                          <a:pt x="43055" y="76082"/>
                        </a:cubicBezTo>
                        <a:cubicBezTo>
                          <a:pt x="38046" y="73289"/>
                          <a:pt x="32992" y="68856"/>
                          <a:pt x="28470" y="6304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21" name="Forme libre : forme 21520">
                    <a:extLst>
                      <a:ext uri="{FF2B5EF4-FFF2-40B4-BE49-F238E27FC236}">
                        <a16:creationId xmlns:a16="http://schemas.microsoft.com/office/drawing/2014/main" id="{F97344F9-428D-4F00-B45F-DD66B4816690}"/>
                      </a:ext>
                    </a:extLst>
                  </p:cNvPr>
                  <p:cNvSpPr/>
                  <p:nvPr/>
                </p:nvSpPr>
                <p:spPr>
                  <a:xfrm>
                    <a:off x="5111489" y="1253768"/>
                    <a:ext cx="59102" cy="76992"/>
                  </a:xfrm>
                  <a:custGeom>
                    <a:avLst/>
                    <a:gdLst>
                      <a:gd name="connsiteX0" fmla="*/ 22839 w 59102"/>
                      <a:gd name="connsiteY0" fmla="*/ 30766 h 76992"/>
                      <a:gd name="connsiteX1" fmla="*/ 10560 w 59102"/>
                      <a:gd name="connsiteY1" fmla="*/ 15649 h 76992"/>
                      <a:gd name="connsiteX2" fmla="*/ 1427 w 59102"/>
                      <a:gd name="connsiteY2" fmla="*/ 0 h 76992"/>
                      <a:gd name="connsiteX3" fmla="*/ 9 w 59102"/>
                      <a:gd name="connsiteY3" fmla="*/ 4256 h 76992"/>
                      <a:gd name="connsiteX4" fmla="*/ 497 w 59102"/>
                      <a:gd name="connsiteY4" fmla="*/ 9664 h 76992"/>
                      <a:gd name="connsiteX5" fmla="*/ 4132 w 59102"/>
                      <a:gd name="connsiteY5" fmla="*/ 24293 h 76992"/>
                      <a:gd name="connsiteX6" fmla="*/ 10028 w 59102"/>
                      <a:gd name="connsiteY6" fmla="*/ 34534 h 76992"/>
                      <a:gd name="connsiteX7" fmla="*/ 12865 w 59102"/>
                      <a:gd name="connsiteY7" fmla="*/ 38524 h 76992"/>
                      <a:gd name="connsiteX8" fmla="*/ 27007 w 59102"/>
                      <a:gd name="connsiteY8" fmla="*/ 58207 h 76992"/>
                      <a:gd name="connsiteX9" fmla="*/ 28514 w 59102"/>
                      <a:gd name="connsiteY9" fmla="*/ 60157 h 76992"/>
                      <a:gd name="connsiteX10" fmla="*/ 38710 w 59102"/>
                      <a:gd name="connsiteY10" fmla="*/ 70309 h 76992"/>
                      <a:gd name="connsiteX11" fmla="*/ 46246 w 59102"/>
                      <a:gd name="connsiteY11" fmla="*/ 74565 h 76992"/>
                      <a:gd name="connsiteX12" fmla="*/ 53960 w 59102"/>
                      <a:gd name="connsiteY12" fmla="*/ 76737 h 76992"/>
                      <a:gd name="connsiteX13" fmla="*/ 58925 w 59102"/>
                      <a:gd name="connsiteY13" fmla="*/ 76958 h 76992"/>
                      <a:gd name="connsiteX14" fmla="*/ 59102 w 59102"/>
                      <a:gd name="connsiteY14" fmla="*/ 76914 h 76992"/>
                      <a:gd name="connsiteX15" fmla="*/ 39995 w 59102"/>
                      <a:gd name="connsiteY15" fmla="*/ 53685 h 76992"/>
                      <a:gd name="connsiteX16" fmla="*/ 22839 w 59102"/>
                      <a:gd name="connsiteY16" fmla="*/ 30766 h 76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9102" h="76992">
                        <a:moveTo>
                          <a:pt x="22839" y="30766"/>
                        </a:moveTo>
                        <a:cubicBezTo>
                          <a:pt x="18628" y="25845"/>
                          <a:pt x="14417" y="20702"/>
                          <a:pt x="10560" y="15649"/>
                        </a:cubicBezTo>
                        <a:cubicBezTo>
                          <a:pt x="6792" y="10551"/>
                          <a:pt x="3422" y="5453"/>
                          <a:pt x="1427" y="0"/>
                        </a:cubicBezTo>
                        <a:cubicBezTo>
                          <a:pt x="497" y="1241"/>
                          <a:pt x="-80" y="2704"/>
                          <a:pt x="9" y="4256"/>
                        </a:cubicBezTo>
                        <a:cubicBezTo>
                          <a:pt x="98" y="6118"/>
                          <a:pt x="319" y="7935"/>
                          <a:pt x="497" y="9664"/>
                        </a:cubicBezTo>
                        <a:cubicBezTo>
                          <a:pt x="984" y="14718"/>
                          <a:pt x="2048" y="19284"/>
                          <a:pt x="4132" y="24293"/>
                        </a:cubicBezTo>
                        <a:cubicBezTo>
                          <a:pt x="5595" y="27397"/>
                          <a:pt x="7368" y="30899"/>
                          <a:pt x="10028" y="34534"/>
                        </a:cubicBezTo>
                        <a:cubicBezTo>
                          <a:pt x="10826" y="35686"/>
                          <a:pt x="11801" y="37016"/>
                          <a:pt x="12865" y="38524"/>
                        </a:cubicBezTo>
                        <a:cubicBezTo>
                          <a:pt x="17254" y="44597"/>
                          <a:pt x="23150" y="52887"/>
                          <a:pt x="27007" y="58207"/>
                        </a:cubicBezTo>
                        <a:cubicBezTo>
                          <a:pt x="27538" y="58916"/>
                          <a:pt x="28070" y="59581"/>
                          <a:pt x="28514" y="60157"/>
                        </a:cubicBezTo>
                        <a:cubicBezTo>
                          <a:pt x="31794" y="64280"/>
                          <a:pt x="35163" y="67693"/>
                          <a:pt x="38710" y="70309"/>
                        </a:cubicBezTo>
                        <a:cubicBezTo>
                          <a:pt x="41192" y="72082"/>
                          <a:pt x="43586" y="73501"/>
                          <a:pt x="46246" y="74565"/>
                        </a:cubicBezTo>
                        <a:cubicBezTo>
                          <a:pt x="48773" y="75629"/>
                          <a:pt x="51300" y="76382"/>
                          <a:pt x="53960" y="76737"/>
                        </a:cubicBezTo>
                        <a:cubicBezTo>
                          <a:pt x="55644" y="76958"/>
                          <a:pt x="57285" y="77047"/>
                          <a:pt x="58925" y="76958"/>
                        </a:cubicBezTo>
                        <a:lnTo>
                          <a:pt x="59102" y="76914"/>
                        </a:lnTo>
                        <a:cubicBezTo>
                          <a:pt x="51300" y="70043"/>
                          <a:pt x="45625" y="61709"/>
                          <a:pt x="39995" y="53685"/>
                        </a:cubicBezTo>
                        <a:cubicBezTo>
                          <a:pt x="34365" y="45750"/>
                          <a:pt x="28868" y="37859"/>
                          <a:pt x="22839" y="3076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22" name="Forme libre : forme 21521">
                    <a:extLst>
                      <a:ext uri="{FF2B5EF4-FFF2-40B4-BE49-F238E27FC236}">
                        <a16:creationId xmlns:a16="http://schemas.microsoft.com/office/drawing/2014/main" id="{935C6931-C91F-468E-B435-CCA11C585C90}"/>
                      </a:ext>
                    </a:extLst>
                  </p:cNvPr>
                  <p:cNvSpPr/>
                  <p:nvPr/>
                </p:nvSpPr>
                <p:spPr>
                  <a:xfrm>
                    <a:off x="5134523" y="1277935"/>
                    <a:ext cx="27561" cy="37684"/>
                  </a:xfrm>
                  <a:custGeom>
                    <a:avLst/>
                    <a:gdLst>
                      <a:gd name="connsiteX0" fmla="*/ 26802 w 27561"/>
                      <a:gd name="connsiteY0" fmla="*/ 37231 h 37684"/>
                      <a:gd name="connsiteX1" fmla="*/ 8538 w 27561"/>
                      <a:gd name="connsiteY1" fmla="*/ 21493 h 37684"/>
                      <a:gd name="connsiteX2" fmla="*/ 1002 w 27561"/>
                      <a:gd name="connsiteY2" fmla="*/ 569 h 37684"/>
                      <a:gd name="connsiteX3" fmla="*/ 17936 w 27561"/>
                      <a:gd name="connsiteY3" fmla="*/ 14799 h 37684"/>
                      <a:gd name="connsiteX4" fmla="*/ 26802 w 27561"/>
                      <a:gd name="connsiteY4" fmla="*/ 37231 h 37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61" h="37684">
                        <a:moveTo>
                          <a:pt x="26802" y="37231"/>
                        </a:moveTo>
                        <a:cubicBezTo>
                          <a:pt x="23034" y="40378"/>
                          <a:pt x="11774" y="26281"/>
                          <a:pt x="8538" y="21493"/>
                        </a:cubicBezTo>
                        <a:cubicBezTo>
                          <a:pt x="5257" y="16573"/>
                          <a:pt x="-2811" y="3894"/>
                          <a:pt x="1002" y="569"/>
                        </a:cubicBezTo>
                        <a:cubicBezTo>
                          <a:pt x="4991" y="-2844"/>
                          <a:pt x="15099" y="10012"/>
                          <a:pt x="17936" y="14799"/>
                        </a:cubicBezTo>
                        <a:cubicBezTo>
                          <a:pt x="20951" y="19632"/>
                          <a:pt x="30260" y="34305"/>
                          <a:pt x="26802" y="3723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23" name="Forme libre : forme 21522">
                    <a:extLst>
                      <a:ext uri="{FF2B5EF4-FFF2-40B4-BE49-F238E27FC236}">
                        <a16:creationId xmlns:a16="http://schemas.microsoft.com/office/drawing/2014/main" id="{746A84BE-6CFB-4172-8F80-712849532833}"/>
                      </a:ext>
                    </a:extLst>
                  </p:cNvPr>
                  <p:cNvSpPr/>
                  <p:nvPr/>
                </p:nvSpPr>
                <p:spPr>
                  <a:xfrm>
                    <a:off x="5134626" y="1277616"/>
                    <a:ext cx="14597" cy="29437"/>
                  </a:xfrm>
                  <a:custGeom>
                    <a:avLst/>
                    <a:gdLst>
                      <a:gd name="connsiteX0" fmla="*/ 10253 w 14597"/>
                      <a:gd name="connsiteY0" fmla="*/ 5676 h 29437"/>
                      <a:gd name="connsiteX1" fmla="*/ 722 w 14597"/>
                      <a:gd name="connsiteY1" fmla="*/ 755 h 29437"/>
                      <a:gd name="connsiteX2" fmla="*/ 8524 w 14597"/>
                      <a:gd name="connsiteY2" fmla="*/ 22034 h 29437"/>
                      <a:gd name="connsiteX3" fmla="*/ 14597 w 14597"/>
                      <a:gd name="connsiteY3" fmla="*/ 29437 h 29437"/>
                      <a:gd name="connsiteX4" fmla="*/ 11937 w 14597"/>
                      <a:gd name="connsiteY4" fmla="*/ 25049 h 29437"/>
                      <a:gd name="connsiteX5" fmla="*/ 10253 w 14597"/>
                      <a:gd name="connsiteY5" fmla="*/ 5676 h 29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597" h="29437">
                        <a:moveTo>
                          <a:pt x="10253" y="5676"/>
                        </a:moveTo>
                        <a:cubicBezTo>
                          <a:pt x="7948" y="3858"/>
                          <a:pt x="2539" y="-2082"/>
                          <a:pt x="722" y="755"/>
                        </a:cubicBezTo>
                        <a:cubicBezTo>
                          <a:pt x="-2204" y="5233"/>
                          <a:pt x="4446" y="15828"/>
                          <a:pt x="8524" y="22034"/>
                        </a:cubicBezTo>
                        <a:cubicBezTo>
                          <a:pt x="9765" y="23852"/>
                          <a:pt x="12824" y="27664"/>
                          <a:pt x="14597" y="29437"/>
                        </a:cubicBezTo>
                        <a:cubicBezTo>
                          <a:pt x="13799" y="28240"/>
                          <a:pt x="12469" y="26290"/>
                          <a:pt x="11937" y="25049"/>
                        </a:cubicBezTo>
                        <a:cubicBezTo>
                          <a:pt x="9100" y="17956"/>
                          <a:pt x="6041" y="9400"/>
                          <a:pt x="10253" y="567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24" name="Forme libre : forme 21523">
                    <a:extLst>
                      <a:ext uri="{FF2B5EF4-FFF2-40B4-BE49-F238E27FC236}">
                        <a16:creationId xmlns:a16="http://schemas.microsoft.com/office/drawing/2014/main" id="{F7F0547C-33C5-4F20-ABC0-B9861ED27691}"/>
                      </a:ext>
                    </a:extLst>
                  </p:cNvPr>
                  <p:cNvSpPr/>
                  <p:nvPr/>
                </p:nvSpPr>
                <p:spPr>
                  <a:xfrm>
                    <a:off x="5134860" y="1280512"/>
                    <a:ext cx="28072" cy="37523"/>
                  </a:xfrm>
                  <a:custGeom>
                    <a:avLst/>
                    <a:gdLst>
                      <a:gd name="connsiteX0" fmla="*/ 27042 w 28072"/>
                      <a:gd name="connsiteY0" fmla="*/ 37314 h 37523"/>
                      <a:gd name="connsiteX1" fmla="*/ 8246 w 28072"/>
                      <a:gd name="connsiteY1" fmla="*/ 21443 h 37523"/>
                      <a:gd name="connsiteX2" fmla="*/ 1020 w 28072"/>
                      <a:gd name="connsiteY2" fmla="*/ 652 h 37523"/>
                      <a:gd name="connsiteX3" fmla="*/ 17777 w 28072"/>
                      <a:gd name="connsiteY3" fmla="*/ 14838 h 37523"/>
                      <a:gd name="connsiteX4" fmla="*/ 25047 w 28072"/>
                      <a:gd name="connsiteY4" fmla="*/ 27073 h 37523"/>
                      <a:gd name="connsiteX5" fmla="*/ 27042 w 28072"/>
                      <a:gd name="connsiteY5" fmla="*/ 37314 h 37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072" h="37523">
                        <a:moveTo>
                          <a:pt x="27042" y="37314"/>
                        </a:moveTo>
                        <a:cubicBezTo>
                          <a:pt x="22254" y="39308"/>
                          <a:pt x="11881" y="26541"/>
                          <a:pt x="8246" y="21443"/>
                        </a:cubicBezTo>
                        <a:cubicBezTo>
                          <a:pt x="4522" y="16256"/>
                          <a:pt x="-2660" y="4243"/>
                          <a:pt x="1020" y="652"/>
                        </a:cubicBezTo>
                        <a:cubicBezTo>
                          <a:pt x="4921" y="-3116"/>
                          <a:pt x="14984" y="10493"/>
                          <a:pt x="17777" y="14838"/>
                        </a:cubicBezTo>
                        <a:cubicBezTo>
                          <a:pt x="19240" y="17010"/>
                          <a:pt x="22565" y="22241"/>
                          <a:pt x="25047" y="27073"/>
                        </a:cubicBezTo>
                        <a:cubicBezTo>
                          <a:pt x="27485" y="31950"/>
                          <a:pt x="29303" y="36338"/>
                          <a:pt x="27042" y="3731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25" name="Forme libre : forme 21524">
                    <a:extLst>
                      <a:ext uri="{FF2B5EF4-FFF2-40B4-BE49-F238E27FC236}">
                        <a16:creationId xmlns:a16="http://schemas.microsoft.com/office/drawing/2014/main" id="{A3D6F2B5-F7B8-4CFD-8302-403DE4E846AB}"/>
                      </a:ext>
                    </a:extLst>
                  </p:cNvPr>
                  <p:cNvSpPr/>
                  <p:nvPr/>
                </p:nvSpPr>
                <p:spPr>
                  <a:xfrm>
                    <a:off x="5120704" y="1260265"/>
                    <a:ext cx="30052" cy="51085"/>
                  </a:xfrm>
                  <a:custGeom>
                    <a:avLst/>
                    <a:gdLst>
                      <a:gd name="connsiteX0" fmla="*/ 945 w 30052"/>
                      <a:gd name="connsiteY0" fmla="*/ 2857 h 51085"/>
                      <a:gd name="connsiteX1" fmla="*/ 591 w 30052"/>
                      <a:gd name="connsiteY1" fmla="*/ 10792 h 51085"/>
                      <a:gd name="connsiteX2" fmla="*/ 2896 w 30052"/>
                      <a:gd name="connsiteY2" fmla="*/ 20589 h 51085"/>
                      <a:gd name="connsiteX3" fmla="*/ 7063 w 30052"/>
                      <a:gd name="connsiteY3" fmla="*/ 30697 h 51085"/>
                      <a:gd name="connsiteX4" fmla="*/ 20096 w 30052"/>
                      <a:gd name="connsiteY4" fmla="*/ 47277 h 51085"/>
                      <a:gd name="connsiteX5" fmla="*/ 29760 w 30052"/>
                      <a:gd name="connsiteY5" fmla="*/ 49936 h 51085"/>
                      <a:gd name="connsiteX6" fmla="*/ 27987 w 30052"/>
                      <a:gd name="connsiteY6" fmla="*/ 42666 h 51085"/>
                      <a:gd name="connsiteX7" fmla="*/ 22446 w 30052"/>
                      <a:gd name="connsiteY7" fmla="*/ 23338 h 51085"/>
                      <a:gd name="connsiteX8" fmla="*/ 15087 w 30052"/>
                      <a:gd name="connsiteY8" fmla="*/ 4187 h 51085"/>
                      <a:gd name="connsiteX9" fmla="*/ 6575 w 30052"/>
                      <a:gd name="connsiteY9" fmla="*/ 20 h 51085"/>
                      <a:gd name="connsiteX10" fmla="*/ 945 w 30052"/>
                      <a:gd name="connsiteY10" fmla="*/ 2857 h 5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0052" h="51085">
                        <a:moveTo>
                          <a:pt x="945" y="2857"/>
                        </a:moveTo>
                        <a:cubicBezTo>
                          <a:pt x="-296" y="5694"/>
                          <a:pt x="-207" y="7157"/>
                          <a:pt x="591" y="10792"/>
                        </a:cubicBezTo>
                        <a:cubicBezTo>
                          <a:pt x="1389" y="14206"/>
                          <a:pt x="2009" y="17353"/>
                          <a:pt x="2896" y="20589"/>
                        </a:cubicBezTo>
                        <a:cubicBezTo>
                          <a:pt x="3871" y="23737"/>
                          <a:pt x="5024" y="27017"/>
                          <a:pt x="7063" y="30697"/>
                        </a:cubicBezTo>
                        <a:cubicBezTo>
                          <a:pt x="10343" y="36903"/>
                          <a:pt x="15220" y="43154"/>
                          <a:pt x="20096" y="47277"/>
                        </a:cubicBezTo>
                        <a:cubicBezTo>
                          <a:pt x="23687" y="50291"/>
                          <a:pt x="28120" y="52552"/>
                          <a:pt x="29760" y="49936"/>
                        </a:cubicBezTo>
                        <a:cubicBezTo>
                          <a:pt x="30780" y="48341"/>
                          <a:pt x="28874" y="45370"/>
                          <a:pt x="27987" y="42666"/>
                        </a:cubicBezTo>
                        <a:cubicBezTo>
                          <a:pt x="25859" y="36238"/>
                          <a:pt x="23598" y="30298"/>
                          <a:pt x="22446" y="23338"/>
                        </a:cubicBezTo>
                        <a:cubicBezTo>
                          <a:pt x="21515" y="17442"/>
                          <a:pt x="21116" y="10127"/>
                          <a:pt x="15087" y="4187"/>
                        </a:cubicBezTo>
                        <a:cubicBezTo>
                          <a:pt x="12250" y="1616"/>
                          <a:pt x="9147" y="241"/>
                          <a:pt x="6575" y="20"/>
                        </a:cubicBezTo>
                        <a:cubicBezTo>
                          <a:pt x="3915" y="-158"/>
                          <a:pt x="1788" y="862"/>
                          <a:pt x="945" y="285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26" name="Forme libre : forme 21525">
                    <a:extLst>
                      <a:ext uri="{FF2B5EF4-FFF2-40B4-BE49-F238E27FC236}">
                        <a16:creationId xmlns:a16="http://schemas.microsoft.com/office/drawing/2014/main" id="{6A2CAC2B-A2BF-4FBD-8336-FE4CC1A9F6BC}"/>
                      </a:ext>
                    </a:extLst>
                  </p:cNvPr>
                  <p:cNvSpPr/>
                  <p:nvPr/>
                </p:nvSpPr>
                <p:spPr>
                  <a:xfrm>
                    <a:off x="5132468" y="1267698"/>
                    <a:ext cx="14747" cy="13123"/>
                  </a:xfrm>
                  <a:custGeom>
                    <a:avLst/>
                    <a:gdLst>
                      <a:gd name="connsiteX0" fmla="*/ 2437 w 14747"/>
                      <a:gd name="connsiteY0" fmla="*/ 611 h 13123"/>
                      <a:gd name="connsiteX1" fmla="*/ 397 w 14747"/>
                      <a:gd name="connsiteY1" fmla="*/ 34 h 13123"/>
                      <a:gd name="connsiteX2" fmla="*/ 442 w 14747"/>
                      <a:gd name="connsiteY2" fmla="*/ 1808 h 13123"/>
                      <a:gd name="connsiteX3" fmla="*/ 2570 w 14747"/>
                      <a:gd name="connsiteY3" fmla="*/ 4467 h 13123"/>
                      <a:gd name="connsiteX4" fmla="*/ 8510 w 14747"/>
                      <a:gd name="connsiteY4" fmla="*/ 10363 h 13123"/>
                      <a:gd name="connsiteX5" fmla="*/ 10904 w 14747"/>
                      <a:gd name="connsiteY5" fmla="*/ 12270 h 13123"/>
                      <a:gd name="connsiteX6" fmla="*/ 12943 w 14747"/>
                      <a:gd name="connsiteY6" fmla="*/ 8457 h 13123"/>
                      <a:gd name="connsiteX7" fmla="*/ 2437 w 14747"/>
                      <a:gd name="connsiteY7" fmla="*/ 611 h 13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747" h="13123">
                        <a:moveTo>
                          <a:pt x="2437" y="611"/>
                        </a:moveTo>
                        <a:cubicBezTo>
                          <a:pt x="1594" y="167"/>
                          <a:pt x="1018" y="-99"/>
                          <a:pt x="397" y="34"/>
                        </a:cubicBezTo>
                        <a:cubicBezTo>
                          <a:pt x="-223" y="167"/>
                          <a:pt x="-46" y="1010"/>
                          <a:pt x="442" y="1808"/>
                        </a:cubicBezTo>
                        <a:cubicBezTo>
                          <a:pt x="885" y="2650"/>
                          <a:pt x="1816" y="3670"/>
                          <a:pt x="2570" y="4467"/>
                        </a:cubicBezTo>
                        <a:cubicBezTo>
                          <a:pt x="4520" y="6418"/>
                          <a:pt x="6515" y="8590"/>
                          <a:pt x="8510" y="10363"/>
                        </a:cubicBezTo>
                        <a:cubicBezTo>
                          <a:pt x="9308" y="11117"/>
                          <a:pt x="10062" y="11826"/>
                          <a:pt x="10904" y="12270"/>
                        </a:cubicBezTo>
                        <a:cubicBezTo>
                          <a:pt x="14273" y="14265"/>
                          <a:pt x="16490" y="12669"/>
                          <a:pt x="12943" y="8457"/>
                        </a:cubicBezTo>
                        <a:cubicBezTo>
                          <a:pt x="10239" y="5265"/>
                          <a:pt x="5850" y="2340"/>
                          <a:pt x="2437" y="61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27" name="Forme libre : forme 21526">
                    <a:extLst>
                      <a:ext uri="{FF2B5EF4-FFF2-40B4-BE49-F238E27FC236}">
                        <a16:creationId xmlns:a16="http://schemas.microsoft.com/office/drawing/2014/main" id="{0B5A6A91-69B7-480C-BB50-A76CDC13F44A}"/>
                      </a:ext>
                    </a:extLst>
                  </p:cNvPr>
                  <p:cNvSpPr/>
                  <p:nvPr/>
                </p:nvSpPr>
                <p:spPr>
                  <a:xfrm>
                    <a:off x="5141199" y="1314590"/>
                    <a:ext cx="28992" cy="14691"/>
                  </a:xfrm>
                  <a:custGeom>
                    <a:avLst/>
                    <a:gdLst>
                      <a:gd name="connsiteX0" fmla="*/ 28992 w 28992"/>
                      <a:gd name="connsiteY0" fmla="*/ 14363 h 14691"/>
                      <a:gd name="connsiteX1" fmla="*/ 22165 w 28992"/>
                      <a:gd name="connsiteY1" fmla="*/ 14097 h 14691"/>
                      <a:gd name="connsiteX2" fmla="*/ 14186 w 28992"/>
                      <a:gd name="connsiteY2" fmla="*/ 10551 h 14691"/>
                      <a:gd name="connsiteX3" fmla="*/ 0 w 28992"/>
                      <a:gd name="connsiteY3" fmla="*/ 0 h 14691"/>
                      <a:gd name="connsiteX4" fmla="*/ 28992 w 28992"/>
                      <a:gd name="connsiteY4" fmla="*/ 14363 h 14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92" h="14691">
                        <a:moveTo>
                          <a:pt x="28992" y="14363"/>
                        </a:moveTo>
                        <a:cubicBezTo>
                          <a:pt x="27175" y="14895"/>
                          <a:pt x="24825" y="14762"/>
                          <a:pt x="22165" y="14097"/>
                        </a:cubicBezTo>
                        <a:cubicBezTo>
                          <a:pt x="19727" y="13344"/>
                          <a:pt x="16846" y="12102"/>
                          <a:pt x="14186" y="10551"/>
                        </a:cubicBezTo>
                        <a:cubicBezTo>
                          <a:pt x="8822" y="7403"/>
                          <a:pt x="3680" y="3147"/>
                          <a:pt x="0" y="0"/>
                        </a:cubicBezTo>
                        <a:cubicBezTo>
                          <a:pt x="8024" y="6916"/>
                          <a:pt x="19905" y="13211"/>
                          <a:pt x="28992" y="1436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28" name="Forme libre : forme 21527">
                    <a:extLst>
                      <a:ext uri="{FF2B5EF4-FFF2-40B4-BE49-F238E27FC236}">
                        <a16:creationId xmlns:a16="http://schemas.microsoft.com/office/drawing/2014/main" id="{902B99E8-FC66-4180-ABF4-F1AAC231823C}"/>
                      </a:ext>
                    </a:extLst>
                  </p:cNvPr>
                  <p:cNvSpPr/>
                  <p:nvPr/>
                </p:nvSpPr>
                <p:spPr>
                  <a:xfrm>
                    <a:off x="5118457" y="1252128"/>
                    <a:ext cx="30987" cy="16890"/>
                  </a:xfrm>
                  <a:custGeom>
                    <a:avLst/>
                    <a:gdLst>
                      <a:gd name="connsiteX0" fmla="*/ 30987 w 30987"/>
                      <a:gd name="connsiteY0" fmla="*/ 16890 h 16890"/>
                      <a:gd name="connsiteX1" fmla="*/ 0 w 30987"/>
                      <a:gd name="connsiteY1" fmla="*/ 0 h 16890"/>
                      <a:gd name="connsiteX2" fmla="*/ 15826 w 30987"/>
                      <a:gd name="connsiteY2" fmla="*/ 5852 h 16890"/>
                      <a:gd name="connsiteX3" fmla="*/ 30987 w 30987"/>
                      <a:gd name="connsiteY3" fmla="*/ 16890 h 16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987" h="16890">
                        <a:moveTo>
                          <a:pt x="30987" y="16890"/>
                        </a:moveTo>
                        <a:cubicBezTo>
                          <a:pt x="22254" y="6694"/>
                          <a:pt x="9797" y="1507"/>
                          <a:pt x="0" y="0"/>
                        </a:cubicBezTo>
                        <a:cubicBezTo>
                          <a:pt x="4522" y="488"/>
                          <a:pt x="10373" y="2660"/>
                          <a:pt x="15826" y="5852"/>
                        </a:cubicBezTo>
                        <a:cubicBezTo>
                          <a:pt x="21323" y="8955"/>
                          <a:pt x="26643" y="13078"/>
                          <a:pt x="30987" y="1689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29" name="Forme libre : forme 21528">
                    <a:extLst>
                      <a:ext uri="{FF2B5EF4-FFF2-40B4-BE49-F238E27FC236}">
                        <a16:creationId xmlns:a16="http://schemas.microsoft.com/office/drawing/2014/main" id="{96905499-552C-46DA-8C93-69404F67840D}"/>
                      </a:ext>
                    </a:extLst>
                  </p:cNvPr>
                  <p:cNvSpPr/>
                  <p:nvPr/>
                </p:nvSpPr>
                <p:spPr>
                  <a:xfrm>
                    <a:off x="5148076" y="1291449"/>
                    <a:ext cx="9031" cy="14585"/>
                  </a:xfrm>
                  <a:custGeom>
                    <a:avLst/>
                    <a:gdLst>
                      <a:gd name="connsiteX0" fmla="*/ 8373 w 9031"/>
                      <a:gd name="connsiteY0" fmla="*/ 14585 h 14585"/>
                      <a:gd name="connsiteX1" fmla="*/ 2256 w 9031"/>
                      <a:gd name="connsiteY1" fmla="*/ 6960 h 14585"/>
                      <a:gd name="connsiteX2" fmla="*/ 793 w 9031"/>
                      <a:gd name="connsiteY2" fmla="*/ 0 h 14585"/>
                      <a:gd name="connsiteX3" fmla="*/ 6556 w 9031"/>
                      <a:gd name="connsiteY3" fmla="*/ 7226 h 14585"/>
                      <a:gd name="connsiteX4" fmla="*/ 8373 w 9031"/>
                      <a:gd name="connsiteY4" fmla="*/ 14585 h 14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31" h="14585">
                        <a:moveTo>
                          <a:pt x="8373" y="14585"/>
                        </a:moveTo>
                        <a:cubicBezTo>
                          <a:pt x="6423" y="14629"/>
                          <a:pt x="3187" y="8778"/>
                          <a:pt x="2256" y="6960"/>
                        </a:cubicBezTo>
                        <a:cubicBezTo>
                          <a:pt x="1280" y="5143"/>
                          <a:pt x="-1291" y="-44"/>
                          <a:pt x="793" y="0"/>
                        </a:cubicBezTo>
                        <a:cubicBezTo>
                          <a:pt x="2921" y="45"/>
                          <a:pt x="5669" y="5542"/>
                          <a:pt x="6556" y="7226"/>
                        </a:cubicBezTo>
                        <a:cubicBezTo>
                          <a:pt x="7398" y="8911"/>
                          <a:pt x="10324" y="14496"/>
                          <a:pt x="8373" y="1458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30" name="Forme libre : forme 21529">
                    <a:extLst>
                      <a:ext uri="{FF2B5EF4-FFF2-40B4-BE49-F238E27FC236}">
                        <a16:creationId xmlns:a16="http://schemas.microsoft.com/office/drawing/2014/main" id="{7E7F104C-11EF-44FF-B2D1-310066BC3C71}"/>
                      </a:ext>
                    </a:extLst>
                  </p:cNvPr>
                  <p:cNvSpPr/>
                  <p:nvPr/>
                </p:nvSpPr>
                <p:spPr>
                  <a:xfrm>
                    <a:off x="5155460" y="1303919"/>
                    <a:ext cx="2932" cy="4109"/>
                  </a:xfrm>
                  <a:custGeom>
                    <a:avLst/>
                    <a:gdLst>
                      <a:gd name="connsiteX0" fmla="*/ 2807 w 2932"/>
                      <a:gd name="connsiteY0" fmla="*/ 3977 h 4109"/>
                      <a:gd name="connsiteX1" fmla="*/ 945 w 2932"/>
                      <a:gd name="connsiteY1" fmla="*/ 2647 h 4109"/>
                      <a:gd name="connsiteX2" fmla="*/ 147 w 2932"/>
                      <a:gd name="connsiteY2" fmla="*/ 120 h 4109"/>
                      <a:gd name="connsiteX3" fmla="*/ 1965 w 2932"/>
                      <a:gd name="connsiteY3" fmla="*/ 1406 h 4109"/>
                      <a:gd name="connsiteX4" fmla="*/ 2807 w 2932"/>
                      <a:gd name="connsiteY4" fmla="*/ 3977 h 4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32" h="4109">
                        <a:moveTo>
                          <a:pt x="2807" y="3977"/>
                        </a:moveTo>
                        <a:cubicBezTo>
                          <a:pt x="2364" y="4509"/>
                          <a:pt x="1389" y="3312"/>
                          <a:pt x="945" y="2647"/>
                        </a:cubicBezTo>
                        <a:cubicBezTo>
                          <a:pt x="502" y="1982"/>
                          <a:pt x="-340" y="608"/>
                          <a:pt x="147" y="120"/>
                        </a:cubicBezTo>
                        <a:cubicBezTo>
                          <a:pt x="591" y="-367"/>
                          <a:pt x="1522" y="741"/>
                          <a:pt x="1965" y="1406"/>
                        </a:cubicBezTo>
                        <a:cubicBezTo>
                          <a:pt x="2408" y="2071"/>
                          <a:pt x="3250" y="3445"/>
                          <a:pt x="2807" y="39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31" name="Forme libre : forme 21530">
                    <a:extLst>
                      <a:ext uri="{FF2B5EF4-FFF2-40B4-BE49-F238E27FC236}">
                        <a16:creationId xmlns:a16="http://schemas.microsoft.com/office/drawing/2014/main" id="{98088787-FF0A-4343-BAED-9A1CF4D5DD9A}"/>
                      </a:ext>
                    </a:extLst>
                  </p:cNvPr>
                  <p:cNvSpPr/>
                  <p:nvPr/>
                </p:nvSpPr>
                <p:spPr>
                  <a:xfrm>
                    <a:off x="5155648" y="1285760"/>
                    <a:ext cx="15882" cy="39736"/>
                  </a:xfrm>
                  <a:custGeom>
                    <a:avLst/>
                    <a:gdLst>
                      <a:gd name="connsiteX0" fmla="*/ 14588 w 15882"/>
                      <a:gd name="connsiteY0" fmla="*/ 27057 h 39736"/>
                      <a:gd name="connsiteX1" fmla="*/ 15785 w 15882"/>
                      <a:gd name="connsiteY1" fmla="*/ 38672 h 39736"/>
                      <a:gd name="connsiteX2" fmla="*/ 11840 w 15882"/>
                      <a:gd name="connsiteY2" fmla="*/ 38539 h 39736"/>
                      <a:gd name="connsiteX3" fmla="*/ 9756 w 15882"/>
                      <a:gd name="connsiteY3" fmla="*/ 33751 h 39736"/>
                      <a:gd name="connsiteX4" fmla="*/ 5988 w 15882"/>
                      <a:gd name="connsiteY4" fmla="*/ 18678 h 39736"/>
                      <a:gd name="connsiteX5" fmla="*/ 1422 w 15882"/>
                      <a:gd name="connsiteY5" fmla="*/ 15 h 39736"/>
                      <a:gd name="connsiteX6" fmla="*/ 13347 w 15882"/>
                      <a:gd name="connsiteY6" fmla="*/ 16905 h 39736"/>
                      <a:gd name="connsiteX7" fmla="*/ 14588 w 15882"/>
                      <a:gd name="connsiteY7" fmla="*/ 27057 h 39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882" h="39736">
                        <a:moveTo>
                          <a:pt x="14588" y="27057"/>
                        </a:moveTo>
                        <a:cubicBezTo>
                          <a:pt x="15475" y="31534"/>
                          <a:pt x="16140" y="34771"/>
                          <a:pt x="15785" y="38672"/>
                        </a:cubicBezTo>
                        <a:cubicBezTo>
                          <a:pt x="15652" y="40135"/>
                          <a:pt x="13436" y="40090"/>
                          <a:pt x="11840" y="38539"/>
                        </a:cubicBezTo>
                        <a:cubicBezTo>
                          <a:pt x="10332" y="36943"/>
                          <a:pt x="10066" y="35347"/>
                          <a:pt x="9756" y="33751"/>
                        </a:cubicBezTo>
                        <a:cubicBezTo>
                          <a:pt x="8869" y="28742"/>
                          <a:pt x="7539" y="23998"/>
                          <a:pt x="5988" y="18678"/>
                        </a:cubicBezTo>
                        <a:cubicBezTo>
                          <a:pt x="5101" y="15442"/>
                          <a:pt x="-3277" y="-561"/>
                          <a:pt x="1422" y="15"/>
                        </a:cubicBezTo>
                        <a:cubicBezTo>
                          <a:pt x="6343" y="724"/>
                          <a:pt x="12061" y="12783"/>
                          <a:pt x="13347" y="16905"/>
                        </a:cubicBezTo>
                        <a:cubicBezTo>
                          <a:pt x="14677" y="21205"/>
                          <a:pt x="13967" y="23644"/>
                          <a:pt x="14588" y="2705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43" name="Graphique 2">
                  <a:extLst>
                    <a:ext uri="{FF2B5EF4-FFF2-40B4-BE49-F238E27FC236}">
                      <a16:creationId xmlns:a16="http://schemas.microsoft.com/office/drawing/2014/main" id="{9381223C-91F3-40EF-A4A5-90B2EDA8634F}"/>
                    </a:ext>
                  </a:extLst>
                </p:cNvPr>
                <p:cNvGrpSpPr/>
                <p:nvPr/>
              </p:nvGrpSpPr>
              <p:grpSpPr>
                <a:xfrm>
                  <a:off x="5172834" y="1282256"/>
                  <a:ext cx="75601" cy="70152"/>
                  <a:chOff x="5172834" y="1282256"/>
                  <a:chExt cx="75601" cy="70152"/>
                </a:xfrm>
                <a:solidFill>
                  <a:schemeClr val="accent1"/>
                </a:solidFill>
              </p:grpSpPr>
              <p:sp>
                <p:nvSpPr>
                  <p:cNvPr id="21508" name="Forme libre : forme 21507">
                    <a:extLst>
                      <a:ext uri="{FF2B5EF4-FFF2-40B4-BE49-F238E27FC236}">
                        <a16:creationId xmlns:a16="http://schemas.microsoft.com/office/drawing/2014/main" id="{F22E86FC-6040-44D3-B277-30029BC00657}"/>
                      </a:ext>
                    </a:extLst>
                  </p:cNvPr>
                  <p:cNvSpPr/>
                  <p:nvPr/>
                </p:nvSpPr>
                <p:spPr>
                  <a:xfrm>
                    <a:off x="5172834" y="1282256"/>
                    <a:ext cx="75601" cy="70152"/>
                  </a:xfrm>
                  <a:custGeom>
                    <a:avLst/>
                    <a:gdLst>
                      <a:gd name="connsiteX0" fmla="*/ 67312 w 75601"/>
                      <a:gd name="connsiteY0" fmla="*/ 36855 h 70152"/>
                      <a:gd name="connsiteX1" fmla="*/ 56761 w 75601"/>
                      <a:gd name="connsiteY1" fmla="*/ 50820 h 70152"/>
                      <a:gd name="connsiteX2" fmla="*/ 40979 w 75601"/>
                      <a:gd name="connsiteY2" fmla="*/ 64961 h 70152"/>
                      <a:gd name="connsiteX3" fmla="*/ 35615 w 75601"/>
                      <a:gd name="connsiteY3" fmla="*/ 67710 h 70152"/>
                      <a:gd name="connsiteX4" fmla="*/ 29409 w 75601"/>
                      <a:gd name="connsiteY4" fmla="*/ 69616 h 70152"/>
                      <a:gd name="connsiteX5" fmla="*/ 23336 w 75601"/>
                      <a:gd name="connsiteY5" fmla="*/ 70148 h 70152"/>
                      <a:gd name="connsiteX6" fmla="*/ 17839 w 75601"/>
                      <a:gd name="connsiteY6" fmla="*/ 69439 h 70152"/>
                      <a:gd name="connsiteX7" fmla="*/ 10391 w 75601"/>
                      <a:gd name="connsiteY7" fmla="*/ 66158 h 70152"/>
                      <a:gd name="connsiteX8" fmla="*/ 5204 w 75601"/>
                      <a:gd name="connsiteY8" fmla="*/ 61592 h 70152"/>
                      <a:gd name="connsiteX9" fmla="*/ 1924 w 75601"/>
                      <a:gd name="connsiteY9" fmla="*/ 56405 h 70152"/>
                      <a:gd name="connsiteX10" fmla="*/ 106 w 75601"/>
                      <a:gd name="connsiteY10" fmla="*/ 50953 h 70152"/>
                      <a:gd name="connsiteX11" fmla="*/ 6445 w 75601"/>
                      <a:gd name="connsiteY11" fmla="*/ 43195 h 70152"/>
                      <a:gd name="connsiteX12" fmla="*/ 19833 w 75601"/>
                      <a:gd name="connsiteY12" fmla="*/ 38850 h 70152"/>
                      <a:gd name="connsiteX13" fmla="*/ 22006 w 75601"/>
                      <a:gd name="connsiteY13" fmla="*/ 35392 h 70152"/>
                      <a:gd name="connsiteX14" fmla="*/ 29586 w 75601"/>
                      <a:gd name="connsiteY14" fmla="*/ 27723 h 70152"/>
                      <a:gd name="connsiteX15" fmla="*/ 38497 w 75601"/>
                      <a:gd name="connsiteY15" fmla="*/ 16951 h 70152"/>
                      <a:gd name="connsiteX16" fmla="*/ 66603 w 75601"/>
                      <a:gd name="connsiteY16" fmla="*/ 149 h 70152"/>
                      <a:gd name="connsiteX17" fmla="*/ 75114 w 75601"/>
                      <a:gd name="connsiteY17" fmla="*/ 5026 h 70152"/>
                      <a:gd name="connsiteX18" fmla="*/ 67312 w 75601"/>
                      <a:gd name="connsiteY18" fmla="*/ 36855 h 70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75601" h="70152">
                        <a:moveTo>
                          <a:pt x="67312" y="36855"/>
                        </a:moveTo>
                        <a:cubicBezTo>
                          <a:pt x="65140" y="40180"/>
                          <a:pt x="61372" y="45456"/>
                          <a:pt x="56761" y="50820"/>
                        </a:cubicBezTo>
                        <a:cubicBezTo>
                          <a:pt x="52195" y="56184"/>
                          <a:pt x="46432" y="61725"/>
                          <a:pt x="40979" y="64961"/>
                        </a:cubicBezTo>
                        <a:cubicBezTo>
                          <a:pt x="39339" y="65981"/>
                          <a:pt x="37344" y="66912"/>
                          <a:pt x="35615" y="67710"/>
                        </a:cubicBezTo>
                        <a:cubicBezTo>
                          <a:pt x="33709" y="68419"/>
                          <a:pt x="31537" y="69128"/>
                          <a:pt x="29409" y="69616"/>
                        </a:cubicBezTo>
                        <a:cubicBezTo>
                          <a:pt x="27281" y="69926"/>
                          <a:pt x="25242" y="70192"/>
                          <a:pt x="23336" y="70148"/>
                        </a:cubicBezTo>
                        <a:cubicBezTo>
                          <a:pt x="21385" y="70015"/>
                          <a:pt x="19568" y="69749"/>
                          <a:pt x="17839" y="69439"/>
                        </a:cubicBezTo>
                        <a:cubicBezTo>
                          <a:pt x="14735" y="68463"/>
                          <a:pt x="12475" y="67355"/>
                          <a:pt x="10391" y="66158"/>
                        </a:cubicBezTo>
                        <a:cubicBezTo>
                          <a:pt x="8396" y="64695"/>
                          <a:pt x="6667" y="63144"/>
                          <a:pt x="5204" y="61592"/>
                        </a:cubicBezTo>
                        <a:cubicBezTo>
                          <a:pt x="3741" y="60040"/>
                          <a:pt x="2810" y="58134"/>
                          <a:pt x="1924" y="56405"/>
                        </a:cubicBezTo>
                        <a:cubicBezTo>
                          <a:pt x="993" y="54676"/>
                          <a:pt x="461" y="52859"/>
                          <a:pt x="106" y="50953"/>
                        </a:cubicBezTo>
                        <a:cubicBezTo>
                          <a:pt x="-692" y="47051"/>
                          <a:pt x="3165" y="43594"/>
                          <a:pt x="6445" y="43195"/>
                        </a:cubicBezTo>
                        <a:cubicBezTo>
                          <a:pt x="12475" y="42352"/>
                          <a:pt x="16952" y="40668"/>
                          <a:pt x="19833" y="38850"/>
                        </a:cubicBezTo>
                        <a:cubicBezTo>
                          <a:pt x="20764" y="37476"/>
                          <a:pt x="19568" y="37210"/>
                          <a:pt x="22006" y="35392"/>
                        </a:cubicBezTo>
                        <a:cubicBezTo>
                          <a:pt x="23424" y="34240"/>
                          <a:pt x="26394" y="31403"/>
                          <a:pt x="29586" y="27723"/>
                        </a:cubicBezTo>
                        <a:cubicBezTo>
                          <a:pt x="32778" y="24088"/>
                          <a:pt x="36147" y="19788"/>
                          <a:pt x="38497" y="16951"/>
                        </a:cubicBezTo>
                        <a:cubicBezTo>
                          <a:pt x="47274" y="6090"/>
                          <a:pt x="56185" y="2233"/>
                          <a:pt x="66603" y="149"/>
                        </a:cubicBezTo>
                        <a:cubicBezTo>
                          <a:pt x="70193" y="-604"/>
                          <a:pt x="74671" y="1568"/>
                          <a:pt x="75114" y="5026"/>
                        </a:cubicBezTo>
                        <a:cubicBezTo>
                          <a:pt x="76444" y="15000"/>
                          <a:pt x="75424" y="24354"/>
                          <a:pt x="67312" y="3685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09" name="Forme libre : forme 21508">
                    <a:extLst>
                      <a:ext uri="{FF2B5EF4-FFF2-40B4-BE49-F238E27FC236}">
                        <a16:creationId xmlns:a16="http://schemas.microsoft.com/office/drawing/2014/main" id="{80F8D890-0DEC-4AC4-A321-22369DBD0130}"/>
                      </a:ext>
                    </a:extLst>
                  </p:cNvPr>
                  <p:cNvSpPr/>
                  <p:nvPr/>
                </p:nvSpPr>
                <p:spPr>
                  <a:xfrm>
                    <a:off x="5172841" y="1287149"/>
                    <a:ext cx="75427" cy="65166"/>
                  </a:xfrm>
                  <a:custGeom>
                    <a:avLst/>
                    <a:gdLst>
                      <a:gd name="connsiteX0" fmla="*/ 38445 w 75427"/>
                      <a:gd name="connsiteY0" fmla="*/ 46149 h 65166"/>
                      <a:gd name="connsiteX1" fmla="*/ 29889 w 75427"/>
                      <a:gd name="connsiteY1" fmla="*/ 52222 h 65166"/>
                      <a:gd name="connsiteX2" fmla="*/ 18496 w 75427"/>
                      <a:gd name="connsiteY2" fmla="*/ 54128 h 65166"/>
                      <a:gd name="connsiteX3" fmla="*/ 1118 w 75427"/>
                      <a:gd name="connsiteY3" fmla="*/ 41627 h 65166"/>
                      <a:gd name="connsiteX4" fmla="*/ 99 w 75427"/>
                      <a:gd name="connsiteY4" fmla="*/ 46016 h 65166"/>
                      <a:gd name="connsiteX5" fmla="*/ 808 w 75427"/>
                      <a:gd name="connsiteY5" fmla="*/ 48941 h 65166"/>
                      <a:gd name="connsiteX6" fmla="*/ 2005 w 75427"/>
                      <a:gd name="connsiteY6" fmla="*/ 51690 h 65166"/>
                      <a:gd name="connsiteX7" fmla="*/ 4266 w 75427"/>
                      <a:gd name="connsiteY7" fmla="*/ 55547 h 65166"/>
                      <a:gd name="connsiteX8" fmla="*/ 7635 w 75427"/>
                      <a:gd name="connsiteY8" fmla="*/ 59005 h 65166"/>
                      <a:gd name="connsiteX9" fmla="*/ 12024 w 75427"/>
                      <a:gd name="connsiteY9" fmla="*/ 62063 h 65166"/>
                      <a:gd name="connsiteX10" fmla="*/ 17787 w 75427"/>
                      <a:gd name="connsiteY10" fmla="*/ 64457 h 65166"/>
                      <a:gd name="connsiteX11" fmla="*/ 18629 w 75427"/>
                      <a:gd name="connsiteY11" fmla="*/ 64590 h 65166"/>
                      <a:gd name="connsiteX12" fmla="*/ 23993 w 75427"/>
                      <a:gd name="connsiteY12" fmla="*/ 65166 h 65166"/>
                      <a:gd name="connsiteX13" fmla="*/ 29889 w 75427"/>
                      <a:gd name="connsiteY13" fmla="*/ 64546 h 65166"/>
                      <a:gd name="connsiteX14" fmla="*/ 35741 w 75427"/>
                      <a:gd name="connsiteY14" fmla="*/ 62684 h 65166"/>
                      <a:gd name="connsiteX15" fmla="*/ 40839 w 75427"/>
                      <a:gd name="connsiteY15" fmla="*/ 60068 h 65166"/>
                      <a:gd name="connsiteX16" fmla="*/ 46912 w 75427"/>
                      <a:gd name="connsiteY16" fmla="*/ 55635 h 65166"/>
                      <a:gd name="connsiteX17" fmla="*/ 65797 w 75427"/>
                      <a:gd name="connsiteY17" fmla="*/ 34046 h 65166"/>
                      <a:gd name="connsiteX18" fmla="*/ 67172 w 75427"/>
                      <a:gd name="connsiteY18" fmla="*/ 31963 h 65166"/>
                      <a:gd name="connsiteX19" fmla="*/ 73333 w 75427"/>
                      <a:gd name="connsiteY19" fmla="*/ 19683 h 65166"/>
                      <a:gd name="connsiteX20" fmla="*/ 75417 w 75427"/>
                      <a:gd name="connsiteY20" fmla="*/ 4876 h 65166"/>
                      <a:gd name="connsiteX21" fmla="*/ 74974 w 75427"/>
                      <a:gd name="connsiteY21" fmla="*/ 177 h 65166"/>
                      <a:gd name="connsiteX22" fmla="*/ 74929 w 75427"/>
                      <a:gd name="connsiteY22" fmla="*/ 0 h 65166"/>
                      <a:gd name="connsiteX23" fmla="*/ 57463 w 75427"/>
                      <a:gd name="connsiteY23" fmla="*/ 23141 h 65166"/>
                      <a:gd name="connsiteX24" fmla="*/ 38445 w 75427"/>
                      <a:gd name="connsiteY24" fmla="*/ 46149 h 65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5427" h="65166">
                        <a:moveTo>
                          <a:pt x="38445" y="46149"/>
                        </a:moveTo>
                        <a:cubicBezTo>
                          <a:pt x="36140" y="48454"/>
                          <a:pt x="33214" y="50537"/>
                          <a:pt x="29889" y="52222"/>
                        </a:cubicBezTo>
                        <a:cubicBezTo>
                          <a:pt x="26387" y="53862"/>
                          <a:pt x="22264" y="54571"/>
                          <a:pt x="18496" y="54128"/>
                        </a:cubicBezTo>
                        <a:cubicBezTo>
                          <a:pt x="9852" y="52975"/>
                          <a:pt x="3424" y="47390"/>
                          <a:pt x="1118" y="41627"/>
                        </a:cubicBezTo>
                        <a:cubicBezTo>
                          <a:pt x="232" y="42912"/>
                          <a:pt x="-212" y="44420"/>
                          <a:pt x="99" y="46016"/>
                        </a:cubicBezTo>
                        <a:cubicBezTo>
                          <a:pt x="276" y="46991"/>
                          <a:pt x="542" y="47966"/>
                          <a:pt x="808" y="48941"/>
                        </a:cubicBezTo>
                        <a:cubicBezTo>
                          <a:pt x="1163" y="49872"/>
                          <a:pt x="1562" y="50759"/>
                          <a:pt x="2005" y="51690"/>
                        </a:cubicBezTo>
                        <a:cubicBezTo>
                          <a:pt x="2670" y="52975"/>
                          <a:pt x="3424" y="54261"/>
                          <a:pt x="4266" y="55547"/>
                        </a:cubicBezTo>
                        <a:cubicBezTo>
                          <a:pt x="5197" y="56744"/>
                          <a:pt x="6349" y="57852"/>
                          <a:pt x="7635" y="59005"/>
                        </a:cubicBezTo>
                        <a:cubicBezTo>
                          <a:pt x="8921" y="60113"/>
                          <a:pt x="10339" y="61310"/>
                          <a:pt x="12024" y="62063"/>
                        </a:cubicBezTo>
                        <a:cubicBezTo>
                          <a:pt x="13664" y="62906"/>
                          <a:pt x="15482" y="63704"/>
                          <a:pt x="17787" y="64457"/>
                        </a:cubicBezTo>
                        <a:cubicBezTo>
                          <a:pt x="18053" y="64501"/>
                          <a:pt x="18319" y="64546"/>
                          <a:pt x="18629" y="64590"/>
                        </a:cubicBezTo>
                        <a:cubicBezTo>
                          <a:pt x="20314" y="64856"/>
                          <a:pt x="22131" y="65122"/>
                          <a:pt x="23993" y="65166"/>
                        </a:cubicBezTo>
                        <a:cubicBezTo>
                          <a:pt x="25855" y="65078"/>
                          <a:pt x="27850" y="64900"/>
                          <a:pt x="29889" y="64546"/>
                        </a:cubicBezTo>
                        <a:cubicBezTo>
                          <a:pt x="31884" y="64014"/>
                          <a:pt x="33968" y="63393"/>
                          <a:pt x="35741" y="62684"/>
                        </a:cubicBezTo>
                        <a:cubicBezTo>
                          <a:pt x="37381" y="61930"/>
                          <a:pt x="39287" y="61044"/>
                          <a:pt x="40839" y="60068"/>
                        </a:cubicBezTo>
                        <a:cubicBezTo>
                          <a:pt x="42701" y="58872"/>
                          <a:pt x="44962" y="57364"/>
                          <a:pt x="46912" y="55635"/>
                        </a:cubicBezTo>
                        <a:cubicBezTo>
                          <a:pt x="54980" y="48897"/>
                          <a:pt x="61719" y="39765"/>
                          <a:pt x="65797" y="34046"/>
                        </a:cubicBezTo>
                        <a:cubicBezTo>
                          <a:pt x="66285" y="33292"/>
                          <a:pt x="66773" y="32583"/>
                          <a:pt x="67172" y="31963"/>
                        </a:cubicBezTo>
                        <a:cubicBezTo>
                          <a:pt x="70097" y="27485"/>
                          <a:pt x="72004" y="23495"/>
                          <a:pt x="73333" y="19683"/>
                        </a:cubicBezTo>
                        <a:cubicBezTo>
                          <a:pt x="75062" y="14496"/>
                          <a:pt x="75506" y="9620"/>
                          <a:pt x="75417" y="4876"/>
                        </a:cubicBezTo>
                        <a:cubicBezTo>
                          <a:pt x="75328" y="3325"/>
                          <a:pt x="75195" y="1773"/>
                          <a:pt x="74974" y="177"/>
                        </a:cubicBezTo>
                        <a:lnTo>
                          <a:pt x="74929" y="0"/>
                        </a:lnTo>
                        <a:cubicBezTo>
                          <a:pt x="69033" y="7403"/>
                          <a:pt x="63270" y="15294"/>
                          <a:pt x="57463" y="23141"/>
                        </a:cubicBezTo>
                        <a:cubicBezTo>
                          <a:pt x="51567" y="30943"/>
                          <a:pt x="45893" y="38967"/>
                          <a:pt x="38445" y="4614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10" name="Forme libre : forme 21509">
                    <a:extLst>
                      <a:ext uri="{FF2B5EF4-FFF2-40B4-BE49-F238E27FC236}">
                        <a16:creationId xmlns:a16="http://schemas.microsoft.com/office/drawing/2014/main" id="{0ED86135-C021-4BF7-BF67-EEDBF60FE3F4}"/>
                      </a:ext>
                    </a:extLst>
                  </p:cNvPr>
                  <p:cNvSpPr/>
                  <p:nvPr/>
                </p:nvSpPr>
                <p:spPr>
                  <a:xfrm>
                    <a:off x="5204563" y="1298260"/>
                    <a:ext cx="30834" cy="35187"/>
                  </a:xfrm>
                  <a:custGeom>
                    <a:avLst/>
                    <a:gdLst>
                      <a:gd name="connsiteX0" fmla="*/ 29909 w 30834"/>
                      <a:gd name="connsiteY0" fmla="*/ 327 h 35187"/>
                      <a:gd name="connsiteX1" fmla="*/ 20466 w 30834"/>
                      <a:gd name="connsiteY1" fmla="*/ 22669 h 35187"/>
                      <a:gd name="connsiteX2" fmla="*/ 10625 w 30834"/>
                      <a:gd name="connsiteY2" fmla="*/ 32068 h 35187"/>
                      <a:gd name="connsiteX3" fmla="*/ 473 w 30834"/>
                      <a:gd name="connsiteY3" fmla="*/ 34151 h 35187"/>
                      <a:gd name="connsiteX4" fmla="*/ 3709 w 30834"/>
                      <a:gd name="connsiteY4" fmla="*/ 25241 h 35187"/>
                      <a:gd name="connsiteX5" fmla="*/ 11334 w 30834"/>
                      <a:gd name="connsiteY5" fmla="*/ 15576 h 35187"/>
                      <a:gd name="connsiteX6" fmla="*/ 29909 w 30834"/>
                      <a:gd name="connsiteY6" fmla="*/ 327 h 35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834" h="35187">
                        <a:moveTo>
                          <a:pt x="29909" y="327"/>
                        </a:moveTo>
                        <a:cubicBezTo>
                          <a:pt x="33810" y="2942"/>
                          <a:pt x="24367" y="17837"/>
                          <a:pt x="20466" y="22669"/>
                        </a:cubicBezTo>
                        <a:cubicBezTo>
                          <a:pt x="18648" y="25063"/>
                          <a:pt x="14792" y="29230"/>
                          <a:pt x="10625" y="32068"/>
                        </a:cubicBezTo>
                        <a:cubicBezTo>
                          <a:pt x="6502" y="34993"/>
                          <a:pt x="1980" y="36235"/>
                          <a:pt x="473" y="34151"/>
                        </a:cubicBezTo>
                        <a:cubicBezTo>
                          <a:pt x="-990" y="32068"/>
                          <a:pt x="1182" y="28920"/>
                          <a:pt x="3709" y="25241"/>
                        </a:cubicBezTo>
                        <a:cubicBezTo>
                          <a:pt x="6324" y="21650"/>
                          <a:pt x="9605" y="17660"/>
                          <a:pt x="11334" y="15576"/>
                        </a:cubicBezTo>
                        <a:cubicBezTo>
                          <a:pt x="14925" y="11542"/>
                          <a:pt x="26007" y="-2289"/>
                          <a:pt x="29909" y="32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11" name="Forme libre : forme 21510">
                    <a:extLst>
                      <a:ext uri="{FF2B5EF4-FFF2-40B4-BE49-F238E27FC236}">
                        <a16:creationId xmlns:a16="http://schemas.microsoft.com/office/drawing/2014/main" id="{CEE8FD33-0FE2-4ED9-BFB1-0356C1AB747B}"/>
                      </a:ext>
                    </a:extLst>
                  </p:cNvPr>
                  <p:cNvSpPr/>
                  <p:nvPr/>
                </p:nvSpPr>
                <p:spPr>
                  <a:xfrm>
                    <a:off x="5204160" y="1312551"/>
                    <a:ext cx="26410" cy="20750"/>
                  </a:xfrm>
                  <a:custGeom>
                    <a:avLst/>
                    <a:gdLst>
                      <a:gd name="connsiteX0" fmla="*/ 4732 w 26410"/>
                      <a:gd name="connsiteY0" fmla="*/ 10374 h 20750"/>
                      <a:gd name="connsiteX1" fmla="*/ 1363 w 26410"/>
                      <a:gd name="connsiteY1" fmla="*/ 15472 h 20750"/>
                      <a:gd name="connsiteX2" fmla="*/ 698 w 26410"/>
                      <a:gd name="connsiteY2" fmla="*/ 19993 h 20750"/>
                      <a:gd name="connsiteX3" fmla="*/ 11027 w 26410"/>
                      <a:gd name="connsiteY3" fmla="*/ 17777 h 20750"/>
                      <a:gd name="connsiteX4" fmla="*/ 21090 w 26410"/>
                      <a:gd name="connsiteY4" fmla="*/ 8201 h 20750"/>
                      <a:gd name="connsiteX5" fmla="*/ 26410 w 26410"/>
                      <a:gd name="connsiteY5" fmla="*/ 0 h 20750"/>
                      <a:gd name="connsiteX6" fmla="*/ 23041 w 26410"/>
                      <a:gd name="connsiteY6" fmla="*/ 3946 h 20750"/>
                      <a:gd name="connsiteX7" fmla="*/ 4732 w 26410"/>
                      <a:gd name="connsiteY7" fmla="*/ 10374 h 20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6410" h="20750">
                        <a:moveTo>
                          <a:pt x="4732" y="10374"/>
                        </a:moveTo>
                        <a:cubicBezTo>
                          <a:pt x="4112" y="11615"/>
                          <a:pt x="2560" y="13654"/>
                          <a:pt x="1363" y="15472"/>
                        </a:cubicBezTo>
                        <a:cubicBezTo>
                          <a:pt x="211" y="17289"/>
                          <a:pt x="-676" y="18929"/>
                          <a:pt x="698" y="19993"/>
                        </a:cubicBezTo>
                        <a:cubicBezTo>
                          <a:pt x="2826" y="21634"/>
                          <a:pt x="7126" y="20481"/>
                          <a:pt x="11027" y="17777"/>
                        </a:cubicBezTo>
                        <a:cubicBezTo>
                          <a:pt x="14973" y="15117"/>
                          <a:pt x="18697" y="11171"/>
                          <a:pt x="21090" y="8201"/>
                        </a:cubicBezTo>
                        <a:cubicBezTo>
                          <a:pt x="22553" y="6472"/>
                          <a:pt x="25258" y="2261"/>
                          <a:pt x="26410" y="0"/>
                        </a:cubicBezTo>
                        <a:cubicBezTo>
                          <a:pt x="25524" y="1108"/>
                          <a:pt x="24061" y="3059"/>
                          <a:pt x="23041" y="3946"/>
                        </a:cubicBezTo>
                        <a:cubicBezTo>
                          <a:pt x="17145" y="9088"/>
                          <a:pt x="9032" y="14186"/>
                          <a:pt x="4732" y="1037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12" name="Forme libre : forme 21511">
                    <a:extLst>
                      <a:ext uri="{FF2B5EF4-FFF2-40B4-BE49-F238E27FC236}">
                        <a16:creationId xmlns:a16="http://schemas.microsoft.com/office/drawing/2014/main" id="{7C19DEF3-4953-4618-AAA8-7B2D0735BE05}"/>
                      </a:ext>
                    </a:extLst>
                  </p:cNvPr>
                  <p:cNvSpPr/>
                  <p:nvPr/>
                </p:nvSpPr>
                <p:spPr>
                  <a:xfrm>
                    <a:off x="5207121" y="1296681"/>
                    <a:ext cx="30385" cy="36180"/>
                  </a:xfrm>
                  <a:custGeom>
                    <a:avLst/>
                    <a:gdLst>
                      <a:gd name="connsiteX0" fmla="*/ 29745 w 30385"/>
                      <a:gd name="connsiteY0" fmla="*/ 619 h 36180"/>
                      <a:gd name="connsiteX1" fmla="*/ 20391 w 30385"/>
                      <a:gd name="connsiteY1" fmla="*/ 23361 h 36180"/>
                      <a:gd name="connsiteX2" fmla="*/ 10771 w 30385"/>
                      <a:gd name="connsiteY2" fmla="*/ 32937 h 36180"/>
                      <a:gd name="connsiteX3" fmla="*/ 664 w 30385"/>
                      <a:gd name="connsiteY3" fmla="*/ 35331 h 36180"/>
                      <a:gd name="connsiteX4" fmla="*/ 3678 w 30385"/>
                      <a:gd name="connsiteY4" fmla="*/ 26154 h 36180"/>
                      <a:gd name="connsiteX5" fmla="*/ 11259 w 30385"/>
                      <a:gd name="connsiteY5" fmla="*/ 16224 h 36180"/>
                      <a:gd name="connsiteX6" fmla="*/ 29745 w 30385"/>
                      <a:gd name="connsiteY6" fmla="*/ 619 h 36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385" h="36180">
                        <a:moveTo>
                          <a:pt x="29745" y="619"/>
                        </a:moveTo>
                        <a:cubicBezTo>
                          <a:pt x="32759" y="4476"/>
                          <a:pt x="24381" y="17997"/>
                          <a:pt x="20391" y="23361"/>
                        </a:cubicBezTo>
                        <a:cubicBezTo>
                          <a:pt x="18396" y="26021"/>
                          <a:pt x="14805" y="30100"/>
                          <a:pt x="10771" y="32937"/>
                        </a:cubicBezTo>
                        <a:cubicBezTo>
                          <a:pt x="6781" y="35818"/>
                          <a:pt x="2437" y="37192"/>
                          <a:pt x="664" y="35331"/>
                        </a:cubicBezTo>
                        <a:cubicBezTo>
                          <a:pt x="-1154" y="33424"/>
                          <a:pt x="1063" y="29967"/>
                          <a:pt x="3678" y="26154"/>
                        </a:cubicBezTo>
                        <a:cubicBezTo>
                          <a:pt x="6338" y="22386"/>
                          <a:pt x="9663" y="18174"/>
                          <a:pt x="11259" y="16224"/>
                        </a:cubicBezTo>
                        <a:cubicBezTo>
                          <a:pt x="14451" y="12367"/>
                          <a:pt x="26730" y="-3282"/>
                          <a:pt x="29745" y="61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13" name="Forme libre : forme 21512">
                    <a:extLst>
                      <a:ext uri="{FF2B5EF4-FFF2-40B4-BE49-F238E27FC236}">
                        <a16:creationId xmlns:a16="http://schemas.microsoft.com/office/drawing/2014/main" id="{0E897E46-A19D-4A19-877C-1176522C0BC0}"/>
                      </a:ext>
                    </a:extLst>
                  </p:cNvPr>
                  <p:cNvSpPr/>
                  <p:nvPr/>
                </p:nvSpPr>
                <p:spPr>
                  <a:xfrm>
                    <a:off x="5184809" y="1310374"/>
                    <a:ext cx="50344" cy="35106"/>
                  </a:xfrm>
                  <a:custGeom>
                    <a:avLst/>
                    <a:gdLst>
                      <a:gd name="connsiteX0" fmla="*/ 12 w 50344"/>
                      <a:gd name="connsiteY0" fmla="*/ 25317 h 35106"/>
                      <a:gd name="connsiteX1" fmla="*/ 5065 w 50344"/>
                      <a:gd name="connsiteY1" fmla="*/ 32233 h 35106"/>
                      <a:gd name="connsiteX2" fmla="*/ 6395 w 50344"/>
                      <a:gd name="connsiteY2" fmla="*/ 33031 h 35106"/>
                      <a:gd name="connsiteX3" fmla="*/ 20138 w 50344"/>
                      <a:gd name="connsiteY3" fmla="*/ 34715 h 35106"/>
                      <a:gd name="connsiteX4" fmla="*/ 33570 w 50344"/>
                      <a:gd name="connsiteY4" fmla="*/ 28908 h 35106"/>
                      <a:gd name="connsiteX5" fmla="*/ 48776 w 50344"/>
                      <a:gd name="connsiteY5" fmla="*/ 10111 h 35106"/>
                      <a:gd name="connsiteX6" fmla="*/ 48288 w 50344"/>
                      <a:gd name="connsiteY6" fmla="*/ 48 h 35106"/>
                      <a:gd name="connsiteX7" fmla="*/ 41949 w 50344"/>
                      <a:gd name="connsiteY7" fmla="*/ 4038 h 35106"/>
                      <a:gd name="connsiteX8" fmla="*/ 24660 w 50344"/>
                      <a:gd name="connsiteY8" fmla="*/ 14234 h 35106"/>
                      <a:gd name="connsiteX9" fmla="*/ 9233 w 50344"/>
                      <a:gd name="connsiteY9" fmla="*/ 17204 h 35106"/>
                      <a:gd name="connsiteX10" fmla="*/ 7371 w 50344"/>
                      <a:gd name="connsiteY10" fmla="*/ 18002 h 35106"/>
                      <a:gd name="connsiteX11" fmla="*/ 2317 w 50344"/>
                      <a:gd name="connsiteY11" fmla="*/ 20840 h 35106"/>
                      <a:gd name="connsiteX12" fmla="*/ 12 w 50344"/>
                      <a:gd name="connsiteY12" fmla="*/ 25317 h 35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0344" h="35106">
                        <a:moveTo>
                          <a:pt x="12" y="25317"/>
                        </a:moveTo>
                        <a:cubicBezTo>
                          <a:pt x="322" y="28598"/>
                          <a:pt x="1209" y="29750"/>
                          <a:pt x="5065" y="32233"/>
                        </a:cubicBezTo>
                        <a:cubicBezTo>
                          <a:pt x="5509" y="32499"/>
                          <a:pt x="5952" y="32765"/>
                          <a:pt x="6395" y="33031"/>
                        </a:cubicBezTo>
                        <a:cubicBezTo>
                          <a:pt x="10385" y="34848"/>
                          <a:pt x="15217" y="35646"/>
                          <a:pt x="20138" y="34715"/>
                        </a:cubicBezTo>
                        <a:cubicBezTo>
                          <a:pt x="24748" y="33873"/>
                          <a:pt x="29403" y="31922"/>
                          <a:pt x="33570" y="28908"/>
                        </a:cubicBezTo>
                        <a:cubicBezTo>
                          <a:pt x="41062" y="23544"/>
                          <a:pt x="46249" y="16141"/>
                          <a:pt x="48776" y="10111"/>
                        </a:cubicBezTo>
                        <a:cubicBezTo>
                          <a:pt x="50638" y="5590"/>
                          <a:pt x="51258" y="758"/>
                          <a:pt x="48288" y="48"/>
                        </a:cubicBezTo>
                        <a:cubicBezTo>
                          <a:pt x="46426" y="-395"/>
                          <a:pt x="44254" y="2309"/>
                          <a:pt x="41949" y="4038"/>
                        </a:cubicBezTo>
                        <a:cubicBezTo>
                          <a:pt x="36496" y="8072"/>
                          <a:pt x="31265" y="12195"/>
                          <a:pt x="24660" y="14234"/>
                        </a:cubicBezTo>
                        <a:cubicBezTo>
                          <a:pt x="19118" y="15875"/>
                          <a:pt x="12336" y="16141"/>
                          <a:pt x="9233" y="17204"/>
                        </a:cubicBezTo>
                        <a:cubicBezTo>
                          <a:pt x="8612" y="17382"/>
                          <a:pt x="7991" y="17603"/>
                          <a:pt x="7371" y="18002"/>
                        </a:cubicBezTo>
                        <a:cubicBezTo>
                          <a:pt x="5775" y="18446"/>
                          <a:pt x="3691" y="19687"/>
                          <a:pt x="2317" y="20840"/>
                        </a:cubicBezTo>
                        <a:cubicBezTo>
                          <a:pt x="898" y="21948"/>
                          <a:pt x="-121" y="23500"/>
                          <a:pt x="12" y="2531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14" name="Forme libre : forme 21513">
                    <a:extLst>
                      <a:ext uri="{FF2B5EF4-FFF2-40B4-BE49-F238E27FC236}">
                        <a16:creationId xmlns:a16="http://schemas.microsoft.com/office/drawing/2014/main" id="{531A5FAB-8DEB-4555-B82B-E24ECAE48354}"/>
                      </a:ext>
                    </a:extLst>
                  </p:cNvPr>
                  <p:cNvSpPr/>
                  <p:nvPr/>
                </p:nvSpPr>
                <p:spPr>
                  <a:xfrm>
                    <a:off x="5195043" y="1321121"/>
                    <a:ext cx="11413" cy="11513"/>
                  </a:xfrm>
                  <a:custGeom>
                    <a:avLst/>
                    <a:gdLst>
                      <a:gd name="connsiteX0" fmla="*/ 993 w 11413"/>
                      <a:gd name="connsiteY0" fmla="*/ 9206 h 11513"/>
                      <a:gd name="connsiteX1" fmla="*/ 18 w 11413"/>
                      <a:gd name="connsiteY1" fmla="*/ 10625 h 11513"/>
                      <a:gd name="connsiteX2" fmla="*/ 1304 w 11413"/>
                      <a:gd name="connsiteY2" fmla="*/ 11511 h 11513"/>
                      <a:gd name="connsiteX3" fmla="*/ 3919 w 11413"/>
                      <a:gd name="connsiteY3" fmla="*/ 10625 h 11513"/>
                      <a:gd name="connsiteX4" fmla="*/ 9461 w 11413"/>
                      <a:gd name="connsiteY4" fmla="*/ 5881 h 11513"/>
                      <a:gd name="connsiteX5" fmla="*/ 11012 w 11413"/>
                      <a:gd name="connsiteY5" fmla="*/ 3620 h 11513"/>
                      <a:gd name="connsiteX6" fmla="*/ 7244 w 11413"/>
                      <a:gd name="connsiteY6" fmla="*/ 1670 h 11513"/>
                      <a:gd name="connsiteX7" fmla="*/ 993 w 11413"/>
                      <a:gd name="connsiteY7" fmla="*/ 9206 h 1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413" h="11513">
                        <a:moveTo>
                          <a:pt x="993" y="9206"/>
                        </a:moveTo>
                        <a:cubicBezTo>
                          <a:pt x="506" y="9694"/>
                          <a:pt x="151" y="10048"/>
                          <a:pt x="18" y="10625"/>
                        </a:cubicBezTo>
                        <a:cubicBezTo>
                          <a:pt x="-115" y="11201"/>
                          <a:pt x="506" y="11467"/>
                          <a:pt x="1304" y="11511"/>
                        </a:cubicBezTo>
                        <a:cubicBezTo>
                          <a:pt x="2102" y="11556"/>
                          <a:pt x="3121" y="10979"/>
                          <a:pt x="3919" y="10625"/>
                        </a:cubicBezTo>
                        <a:cubicBezTo>
                          <a:pt x="5958" y="9428"/>
                          <a:pt x="7953" y="7743"/>
                          <a:pt x="9461" y="5881"/>
                        </a:cubicBezTo>
                        <a:cubicBezTo>
                          <a:pt x="10081" y="5083"/>
                          <a:pt x="10658" y="4374"/>
                          <a:pt x="11012" y="3620"/>
                        </a:cubicBezTo>
                        <a:cubicBezTo>
                          <a:pt x="12298" y="118"/>
                          <a:pt x="10347" y="-1433"/>
                          <a:pt x="7244" y="1670"/>
                        </a:cubicBezTo>
                        <a:cubicBezTo>
                          <a:pt x="4894" y="4020"/>
                          <a:pt x="2767" y="7167"/>
                          <a:pt x="993" y="920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15" name="Forme libre : forme 21514">
                    <a:extLst>
                      <a:ext uri="{FF2B5EF4-FFF2-40B4-BE49-F238E27FC236}">
                        <a16:creationId xmlns:a16="http://schemas.microsoft.com/office/drawing/2014/main" id="{A03BEA18-C60A-4890-B658-3FA8FA466133}"/>
                      </a:ext>
                    </a:extLst>
                  </p:cNvPr>
                  <p:cNvSpPr/>
                  <p:nvPr/>
                </p:nvSpPr>
                <p:spPr>
                  <a:xfrm>
                    <a:off x="5240190" y="1287504"/>
                    <a:ext cx="6670" cy="30233"/>
                  </a:xfrm>
                  <a:custGeom>
                    <a:avLst/>
                    <a:gdLst>
                      <a:gd name="connsiteX0" fmla="*/ 5896 w 6670"/>
                      <a:gd name="connsiteY0" fmla="*/ 0 h 30233"/>
                      <a:gd name="connsiteX1" fmla="*/ 0 w 6670"/>
                      <a:gd name="connsiteY1" fmla="*/ 30234 h 30233"/>
                      <a:gd name="connsiteX2" fmla="*/ 5896 w 6670"/>
                      <a:gd name="connsiteY2" fmla="*/ 0 h 30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670" h="30233">
                        <a:moveTo>
                          <a:pt x="5896" y="0"/>
                        </a:moveTo>
                        <a:cubicBezTo>
                          <a:pt x="8600" y="7093"/>
                          <a:pt x="3635" y="21057"/>
                          <a:pt x="0" y="30234"/>
                        </a:cubicBezTo>
                        <a:cubicBezTo>
                          <a:pt x="3945" y="20304"/>
                          <a:pt x="5453" y="8689"/>
                          <a:pt x="58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16" name="Forme libre : forme 21515">
                    <a:extLst>
                      <a:ext uri="{FF2B5EF4-FFF2-40B4-BE49-F238E27FC236}">
                        <a16:creationId xmlns:a16="http://schemas.microsoft.com/office/drawing/2014/main" id="{E4304BD0-4B56-45D5-BED1-30DB1391A5C6}"/>
                      </a:ext>
                    </a:extLst>
                  </p:cNvPr>
                  <p:cNvSpPr/>
                  <p:nvPr/>
                </p:nvSpPr>
                <p:spPr>
                  <a:xfrm>
                    <a:off x="5179102" y="1318181"/>
                    <a:ext cx="16757" cy="8289"/>
                  </a:xfrm>
                  <a:custGeom>
                    <a:avLst/>
                    <a:gdLst>
                      <a:gd name="connsiteX0" fmla="*/ 16757 w 16757"/>
                      <a:gd name="connsiteY0" fmla="*/ 0 h 8289"/>
                      <a:gd name="connsiteX1" fmla="*/ 15294 w 16757"/>
                      <a:gd name="connsiteY1" fmla="*/ 1419 h 8289"/>
                      <a:gd name="connsiteX2" fmla="*/ 14762 w 16757"/>
                      <a:gd name="connsiteY2" fmla="*/ 2084 h 8289"/>
                      <a:gd name="connsiteX3" fmla="*/ 14496 w 16757"/>
                      <a:gd name="connsiteY3" fmla="*/ 2571 h 8289"/>
                      <a:gd name="connsiteX4" fmla="*/ 13344 w 16757"/>
                      <a:gd name="connsiteY4" fmla="*/ 4832 h 8289"/>
                      <a:gd name="connsiteX5" fmla="*/ 0 w 16757"/>
                      <a:gd name="connsiteY5" fmla="*/ 8290 h 8289"/>
                      <a:gd name="connsiteX6" fmla="*/ 13299 w 16757"/>
                      <a:gd name="connsiteY6" fmla="*/ 5586 h 8289"/>
                      <a:gd name="connsiteX7" fmla="*/ 14762 w 16757"/>
                      <a:gd name="connsiteY7" fmla="*/ 3147 h 8289"/>
                      <a:gd name="connsiteX8" fmla="*/ 15604 w 16757"/>
                      <a:gd name="connsiteY8" fmla="*/ 1729 h 8289"/>
                      <a:gd name="connsiteX9" fmla="*/ 16757 w 16757"/>
                      <a:gd name="connsiteY9" fmla="*/ 0 h 8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757" h="8289">
                        <a:moveTo>
                          <a:pt x="16757" y="0"/>
                        </a:moveTo>
                        <a:cubicBezTo>
                          <a:pt x="16181" y="532"/>
                          <a:pt x="15649" y="1108"/>
                          <a:pt x="15294" y="1419"/>
                        </a:cubicBezTo>
                        <a:cubicBezTo>
                          <a:pt x="15117" y="1596"/>
                          <a:pt x="14895" y="1906"/>
                          <a:pt x="14762" y="2084"/>
                        </a:cubicBezTo>
                        <a:cubicBezTo>
                          <a:pt x="14674" y="2217"/>
                          <a:pt x="14496" y="2394"/>
                          <a:pt x="14496" y="2571"/>
                        </a:cubicBezTo>
                        <a:cubicBezTo>
                          <a:pt x="14363" y="3369"/>
                          <a:pt x="14008" y="3901"/>
                          <a:pt x="13344" y="4832"/>
                        </a:cubicBezTo>
                        <a:cubicBezTo>
                          <a:pt x="10240" y="6827"/>
                          <a:pt x="5187" y="8068"/>
                          <a:pt x="0" y="8290"/>
                        </a:cubicBezTo>
                        <a:cubicBezTo>
                          <a:pt x="4743" y="7847"/>
                          <a:pt x="9886" y="7448"/>
                          <a:pt x="13299" y="5586"/>
                        </a:cubicBezTo>
                        <a:cubicBezTo>
                          <a:pt x="14097" y="4699"/>
                          <a:pt x="14629" y="4078"/>
                          <a:pt x="14762" y="3147"/>
                        </a:cubicBezTo>
                        <a:cubicBezTo>
                          <a:pt x="14940" y="2793"/>
                          <a:pt x="15294" y="2261"/>
                          <a:pt x="15604" y="1729"/>
                        </a:cubicBezTo>
                        <a:cubicBezTo>
                          <a:pt x="16048" y="1153"/>
                          <a:pt x="16402" y="576"/>
                          <a:pt x="1675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17" name="Forme libre : forme 21516">
                    <a:extLst>
                      <a:ext uri="{FF2B5EF4-FFF2-40B4-BE49-F238E27FC236}">
                        <a16:creationId xmlns:a16="http://schemas.microsoft.com/office/drawing/2014/main" id="{7C4F6726-4F6A-44F4-978A-02DC53DAA2A9}"/>
                      </a:ext>
                    </a:extLst>
                  </p:cNvPr>
                  <p:cNvSpPr/>
                  <p:nvPr/>
                </p:nvSpPr>
                <p:spPr>
                  <a:xfrm>
                    <a:off x="5215630" y="1305594"/>
                    <a:ext cx="11680" cy="12548"/>
                  </a:xfrm>
                  <a:custGeom>
                    <a:avLst/>
                    <a:gdLst>
                      <a:gd name="connsiteX0" fmla="*/ 11615 w 11680"/>
                      <a:gd name="connsiteY0" fmla="*/ 440 h 12548"/>
                      <a:gd name="connsiteX1" fmla="*/ 6295 w 11680"/>
                      <a:gd name="connsiteY1" fmla="*/ 8641 h 12548"/>
                      <a:gd name="connsiteX2" fmla="*/ 45 w 11680"/>
                      <a:gd name="connsiteY2" fmla="*/ 11966 h 12548"/>
                      <a:gd name="connsiteX3" fmla="*/ 5187 w 11680"/>
                      <a:gd name="connsiteY3" fmla="*/ 4474 h 12548"/>
                      <a:gd name="connsiteX4" fmla="*/ 11615 w 11680"/>
                      <a:gd name="connsiteY4" fmla="*/ 440 h 12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80" h="12548">
                        <a:moveTo>
                          <a:pt x="11615" y="440"/>
                        </a:moveTo>
                        <a:cubicBezTo>
                          <a:pt x="12280" y="2302"/>
                          <a:pt x="7714" y="7178"/>
                          <a:pt x="6295" y="8641"/>
                        </a:cubicBezTo>
                        <a:cubicBezTo>
                          <a:pt x="4877" y="10149"/>
                          <a:pt x="621" y="14005"/>
                          <a:pt x="45" y="11966"/>
                        </a:cubicBezTo>
                        <a:cubicBezTo>
                          <a:pt x="-487" y="9971"/>
                          <a:pt x="3857" y="5848"/>
                          <a:pt x="5187" y="4474"/>
                        </a:cubicBezTo>
                        <a:cubicBezTo>
                          <a:pt x="6562" y="3144"/>
                          <a:pt x="10950" y="-1422"/>
                          <a:pt x="11615" y="44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18" name="Forme libre : forme 21517">
                    <a:extLst>
                      <a:ext uri="{FF2B5EF4-FFF2-40B4-BE49-F238E27FC236}">
                        <a16:creationId xmlns:a16="http://schemas.microsoft.com/office/drawing/2014/main" id="{E8E32FF3-77E0-411D-9478-70EE4D218E22}"/>
                      </a:ext>
                    </a:extLst>
                  </p:cNvPr>
                  <p:cNvSpPr/>
                  <p:nvPr/>
                </p:nvSpPr>
                <p:spPr>
                  <a:xfrm>
                    <a:off x="5225422" y="1303648"/>
                    <a:ext cx="3247" cy="3886"/>
                  </a:xfrm>
                  <a:custGeom>
                    <a:avLst/>
                    <a:gdLst>
                      <a:gd name="connsiteX0" fmla="*/ 3020 w 3247"/>
                      <a:gd name="connsiteY0" fmla="*/ 37 h 3886"/>
                      <a:gd name="connsiteX1" fmla="*/ 2355 w 3247"/>
                      <a:gd name="connsiteY1" fmla="*/ 2253 h 3886"/>
                      <a:gd name="connsiteX2" fmla="*/ 228 w 3247"/>
                      <a:gd name="connsiteY2" fmla="*/ 3849 h 3886"/>
                      <a:gd name="connsiteX3" fmla="*/ 848 w 3247"/>
                      <a:gd name="connsiteY3" fmla="*/ 1721 h 3886"/>
                      <a:gd name="connsiteX4" fmla="*/ 3020 w 3247"/>
                      <a:gd name="connsiteY4" fmla="*/ 37 h 3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7" h="3886">
                        <a:moveTo>
                          <a:pt x="3020" y="37"/>
                        </a:moveTo>
                        <a:cubicBezTo>
                          <a:pt x="3641" y="303"/>
                          <a:pt x="2843" y="1588"/>
                          <a:pt x="2355" y="2253"/>
                        </a:cubicBezTo>
                        <a:cubicBezTo>
                          <a:pt x="1868" y="2874"/>
                          <a:pt x="848" y="4115"/>
                          <a:pt x="228" y="3849"/>
                        </a:cubicBezTo>
                        <a:cubicBezTo>
                          <a:pt x="-393" y="3583"/>
                          <a:pt x="405" y="2342"/>
                          <a:pt x="848" y="1721"/>
                        </a:cubicBezTo>
                        <a:cubicBezTo>
                          <a:pt x="1336" y="1012"/>
                          <a:pt x="2400" y="-229"/>
                          <a:pt x="3020" y="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19" name="Forme libre : forme 21518">
                    <a:extLst>
                      <a:ext uri="{FF2B5EF4-FFF2-40B4-BE49-F238E27FC236}">
                        <a16:creationId xmlns:a16="http://schemas.microsoft.com/office/drawing/2014/main" id="{43617CB8-97BE-476D-B169-712BEF87A202}"/>
                      </a:ext>
                    </a:extLst>
                  </p:cNvPr>
                  <p:cNvSpPr/>
                  <p:nvPr/>
                </p:nvSpPr>
                <p:spPr>
                  <a:xfrm>
                    <a:off x="5207990" y="1286661"/>
                    <a:ext cx="34718" cy="25565"/>
                  </a:xfrm>
                  <a:custGeom>
                    <a:avLst/>
                    <a:gdLst>
                      <a:gd name="connsiteX0" fmla="*/ 21915 w 34718"/>
                      <a:gd name="connsiteY0" fmla="*/ 3857 h 25565"/>
                      <a:gd name="connsiteX1" fmla="*/ 33486 w 34718"/>
                      <a:gd name="connsiteY1" fmla="*/ 0 h 25565"/>
                      <a:gd name="connsiteX2" fmla="*/ 33840 w 34718"/>
                      <a:gd name="connsiteY2" fmla="*/ 3901 h 25565"/>
                      <a:gd name="connsiteX3" fmla="*/ 29585 w 34718"/>
                      <a:gd name="connsiteY3" fmla="*/ 6871 h 25565"/>
                      <a:gd name="connsiteX4" fmla="*/ 16019 w 34718"/>
                      <a:gd name="connsiteY4" fmla="*/ 14940 h 25565"/>
                      <a:gd name="connsiteX5" fmla="*/ 7286 w 34718"/>
                      <a:gd name="connsiteY5" fmla="*/ 22387 h 25565"/>
                      <a:gd name="connsiteX6" fmla="*/ 60 w 34718"/>
                      <a:gd name="connsiteY6" fmla="*/ 24471 h 25565"/>
                      <a:gd name="connsiteX7" fmla="*/ 12118 w 34718"/>
                      <a:gd name="connsiteY7" fmla="*/ 8423 h 25565"/>
                      <a:gd name="connsiteX8" fmla="*/ 21915 w 34718"/>
                      <a:gd name="connsiteY8" fmla="*/ 3857 h 25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718" h="25565">
                        <a:moveTo>
                          <a:pt x="21915" y="3857"/>
                        </a:moveTo>
                        <a:cubicBezTo>
                          <a:pt x="26260" y="1640"/>
                          <a:pt x="29452" y="89"/>
                          <a:pt x="33486" y="0"/>
                        </a:cubicBezTo>
                        <a:cubicBezTo>
                          <a:pt x="34993" y="0"/>
                          <a:pt x="35126" y="2172"/>
                          <a:pt x="33840" y="3901"/>
                        </a:cubicBezTo>
                        <a:cubicBezTo>
                          <a:pt x="32599" y="5630"/>
                          <a:pt x="31092" y="6206"/>
                          <a:pt x="29585" y="6871"/>
                        </a:cubicBezTo>
                        <a:cubicBezTo>
                          <a:pt x="24930" y="8911"/>
                          <a:pt x="20630" y="11703"/>
                          <a:pt x="16019" y="14940"/>
                        </a:cubicBezTo>
                        <a:cubicBezTo>
                          <a:pt x="14601" y="15959"/>
                          <a:pt x="10788" y="19639"/>
                          <a:pt x="7286" y="22387"/>
                        </a:cubicBezTo>
                        <a:cubicBezTo>
                          <a:pt x="3740" y="25136"/>
                          <a:pt x="459" y="26776"/>
                          <a:pt x="60" y="24471"/>
                        </a:cubicBezTo>
                        <a:cubicBezTo>
                          <a:pt x="-826" y="20126"/>
                          <a:pt x="8306" y="11304"/>
                          <a:pt x="12118" y="8423"/>
                        </a:cubicBezTo>
                        <a:cubicBezTo>
                          <a:pt x="15975" y="5674"/>
                          <a:pt x="18635" y="5497"/>
                          <a:pt x="21915" y="385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44" name="Graphique 2">
                  <a:extLst>
                    <a:ext uri="{FF2B5EF4-FFF2-40B4-BE49-F238E27FC236}">
                      <a16:creationId xmlns:a16="http://schemas.microsoft.com/office/drawing/2014/main" id="{316537D5-F4F8-401C-9E3B-D6D5988608D2}"/>
                    </a:ext>
                  </a:extLst>
                </p:cNvPr>
                <p:cNvGrpSpPr/>
                <p:nvPr/>
              </p:nvGrpSpPr>
              <p:grpSpPr>
                <a:xfrm>
                  <a:off x="5242717" y="1213048"/>
                  <a:ext cx="73258" cy="72048"/>
                  <a:chOff x="5242717" y="1213048"/>
                  <a:chExt cx="73258" cy="72048"/>
                </a:xfrm>
                <a:solidFill>
                  <a:schemeClr val="accent1"/>
                </a:solidFill>
              </p:grpSpPr>
              <p:sp>
                <p:nvSpPr>
                  <p:cNvPr id="21496" name="Forme libre : forme 21495">
                    <a:extLst>
                      <a:ext uri="{FF2B5EF4-FFF2-40B4-BE49-F238E27FC236}">
                        <a16:creationId xmlns:a16="http://schemas.microsoft.com/office/drawing/2014/main" id="{3C248461-1E66-4528-85B3-FFC33F17D616}"/>
                      </a:ext>
                    </a:extLst>
                  </p:cNvPr>
                  <p:cNvSpPr/>
                  <p:nvPr/>
                </p:nvSpPr>
                <p:spPr>
                  <a:xfrm>
                    <a:off x="5242717" y="1213048"/>
                    <a:ext cx="73258" cy="72048"/>
                  </a:xfrm>
                  <a:custGeom>
                    <a:avLst/>
                    <a:gdLst>
                      <a:gd name="connsiteX0" fmla="*/ 60025 w 73258"/>
                      <a:gd name="connsiteY0" fmla="*/ 36686 h 72048"/>
                      <a:gd name="connsiteX1" fmla="*/ 37460 w 73258"/>
                      <a:gd name="connsiteY1" fmla="*/ 58718 h 72048"/>
                      <a:gd name="connsiteX2" fmla="*/ 7404 w 73258"/>
                      <a:gd name="connsiteY2" fmla="*/ 72017 h 72048"/>
                      <a:gd name="connsiteX3" fmla="*/ 0 w 73258"/>
                      <a:gd name="connsiteY3" fmla="*/ 65235 h 72048"/>
                      <a:gd name="connsiteX4" fmla="*/ 12856 w 73258"/>
                      <a:gd name="connsiteY4" fmla="*/ 33671 h 72048"/>
                      <a:gd name="connsiteX5" fmla="*/ 35421 w 73258"/>
                      <a:gd name="connsiteY5" fmla="*/ 11727 h 72048"/>
                      <a:gd name="connsiteX6" fmla="*/ 39677 w 73258"/>
                      <a:gd name="connsiteY6" fmla="*/ 8447 h 72048"/>
                      <a:gd name="connsiteX7" fmla="*/ 43400 w 73258"/>
                      <a:gd name="connsiteY7" fmla="*/ 6141 h 72048"/>
                      <a:gd name="connsiteX8" fmla="*/ 50405 w 73258"/>
                      <a:gd name="connsiteY8" fmla="*/ 3127 h 72048"/>
                      <a:gd name="connsiteX9" fmla="*/ 64768 w 73258"/>
                      <a:gd name="connsiteY9" fmla="*/ 112 h 72048"/>
                      <a:gd name="connsiteX10" fmla="*/ 73013 w 73258"/>
                      <a:gd name="connsiteY10" fmla="*/ 5476 h 72048"/>
                      <a:gd name="connsiteX11" fmla="*/ 71019 w 73258"/>
                      <a:gd name="connsiteY11" fmla="*/ 20859 h 72048"/>
                      <a:gd name="connsiteX12" fmla="*/ 66586 w 73258"/>
                      <a:gd name="connsiteY12" fmla="*/ 28928 h 72048"/>
                      <a:gd name="connsiteX13" fmla="*/ 60025 w 73258"/>
                      <a:gd name="connsiteY13" fmla="*/ 36686 h 72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3258" h="72048">
                        <a:moveTo>
                          <a:pt x="60025" y="36686"/>
                        </a:moveTo>
                        <a:cubicBezTo>
                          <a:pt x="54794" y="41961"/>
                          <a:pt x="43179" y="53354"/>
                          <a:pt x="37460" y="58718"/>
                        </a:cubicBezTo>
                        <a:cubicBezTo>
                          <a:pt x="26732" y="68648"/>
                          <a:pt x="18132" y="70953"/>
                          <a:pt x="7404" y="72017"/>
                        </a:cubicBezTo>
                        <a:cubicBezTo>
                          <a:pt x="3680" y="72416"/>
                          <a:pt x="-44" y="68958"/>
                          <a:pt x="0" y="65235"/>
                        </a:cubicBezTo>
                        <a:cubicBezTo>
                          <a:pt x="222" y="54418"/>
                          <a:pt x="3237" y="44665"/>
                          <a:pt x="12856" y="33671"/>
                        </a:cubicBezTo>
                        <a:cubicBezTo>
                          <a:pt x="17955" y="27731"/>
                          <a:pt x="29170" y="16870"/>
                          <a:pt x="35421" y="11727"/>
                        </a:cubicBezTo>
                        <a:cubicBezTo>
                          <a:pt x="36839" y="10486"/>
                          <a:pt x="38302" y="9422"/>
                          <a:pt x="39677" y="8447"/>
                        </a:cubicBezTo>
                        <a:cubicBezTo>
                          <a:pt x="41051" y="7516"/>
                          <a:pt x="42159" y="6851"/>
                          <a:pt x="43400" y="6141"/>
                        </a:cubicBezTo>
                        <a:cubicBezTo>
                          <a:pt x="45794" y="4812"/>
                          <a:pt x="48100" y="3836"/>
                          <a:pt x="50405" y="3127"/>
                        </a:cubicBezTo>
                        <a:cubicBezTo>
                          <a:pt x="54971" y="1620"/>
                          <a:pt x="59448" y="1043"/>
                          <a:pt x="64768" y="112"/>
                        </a:cubicBezTo>
                        <a:cubicBezTo>
                          <a:pt x="68580" y="-597"/>
                          <a:pt x="72703" y="2152"/>
                          <a:pt x="73013" y="5476"/>
                        </a:cubicBezTo>
                        <a:cubicBezTo>
                          <a:pt x="73590" y="10264"/>
                          <a:pt x="73235" y="15451"/>
                          <a:pt x="71019" y="20859"/>
                        </a:cubicBezTo>
                        <a:cubicBezTo>
                          <a:pt x="69955" y="23519"/>
                          <a:pt x="68492" y="26223"/>
                          <a:pt x="66586" y="28928"/>
                        </a:cubicBezTo>
                        <a:cubicBezTo>
                          <a:pt x="64724" y="31587"/>
                          <a:pt x="62330" y="34292"/>
                          <a:pt x="60025" y="3668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97" name="Forme libre : forme 21496">
                    <a:extLst>
                      <a:ext uri="{FF2B5EF4-FFF2-40B4-BE49-F238E27FC236}">
                        <a16:creationId xmlns:a16="http://schemas.microsoft.com/office/drawing/2014/main" id="{504EB282-DDF8-430F-87F0-BF941615127D}"/>
                      </a:ext>
                    </a:extLst>
                  </p:cNvPr>
                  <p:cNvSpPr/>
                  <p:nvPr/>
                </p:nvSpPr>
                <p:spPr>
                  <a:xfrm>
                    <a:off x="5245732" y="1218347"/>
                    <a:ext cx="70228" cy="66739"/>
                  </a:xfrm>
                  <a:custGeom>
                    <a:avLst/>
                    <a:gdLst>
                      <a:gd name="connsiteX0" fmla="*/ 28904 w 70228"/>
                      <a:gd name="connsiteY0" fmla="*/ 41139 h 66739"/>
                      <a:gd name="connsiteX1" fmla="*/ 0 w 70228"/>
                      <a:gd name="connsiteY1" fmla="*/ 65477 h 66739"/>
                      <a:gd name="connsiteX2" fmla="*/ 4300 w 70228"/>
                      <a:gd name="connsiteY2" fmla="*/ 66718 h 66739"/>
                      <a:gd name="connsiteX3" fmla="*/ 9708 w 70228"/>
                      <a:gd name="connsiteY3" fmla="*/ 66009 h 66739"/>
                      <a:gd name="connsiteX4" fmla="*/ 24426 w 70228"/>
                      <a:gd name="connsiteY4" fmla="*/ 60911 h 66739"/>
                      <a:gd name="connsiteX5" fmla="*/ 34401 w 70228"/>
                      <a:gd name="connsiteY5" fmla="*/ 53419 h 66739"/>
                      <a:gd name="connsiteX6" fmla="*/ 38080 w 70228"/>
                      <a:gd name="connsiteY6" fmla="*/ 49917 h 66739"/>
                      <a:gd name="connsiteX7" fmla="*/ 55325 w 70228"/>
                      <a:gd name="connsiteY7" fmla="*/ 33027 h 66739"/>
                      <a:gd name="connsiteX8" fmla="*/ 56965 w 70228"/>
                      <a:gd name="connsiteY8" fmla="*/ 31386 h 66739"/>
                      <a:gd name="connsiteX9" fmla="*/ 59403 w 70228"/>
                      <a:gd name="connsiteY9" fmla="*/ 28771 h 66739"/>
                      <a:gd name="connsiteX10" fmla="*/ 61797 w 70228"/>
                      <a:gd name="connsiteY10" fmla="*/ 25934 h 66739"/>
                      <a:gd name="connsiteX11" fmla="*/ 65698 w 70228"/>
                      <a:gd name="connsiteY11" fmla="*/ 20215 h 66739"/>
                      <a:gd name="connsiteX12" fmla="*/ 70220 w 70228"/>
                      <a:gd name="connsiteY12" fmla="*/ 4832 h 66739"/>
                      <a:gd name="connsiteX13" fmla="*/ 69998 w 70228"/>
                      <a:gd name="connsiteY13" fmla="*/ 177 h 66739"/>
                      <a:gd name="connsiteX14" fmla="*/ 69954 w 70228"/>
                      <a:gd name="connsiteY14" fmla="*/ 0 h 66739"/>
                      <a:gd name="connsiteX15" fmla="*/ 60024 w 70228"/>
                      <a:gd name="connsiteY15" fmla="*/ 10817 h 66739"/>
                      <a:gd name="connsiteX16" fmla="*/ 49119 w 70228"/>
                      <a:gd name="connsiteY16" fmla="*/ 20880 h 66739"/>
                      <a:gd name="connsiteX17" fmla="*/ 28904 w 70228"/>
                      <a:gd name="connsiteY17" fmla="*/ 41139 h 66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0228" h="66739">
                        <a:moveTo>
                          <a:pt x="28904" y="41139"/>
                        </a:moveTo>
                        <a:cubicBezTo>
                          <a:pt x="20215" y="50936"/>
                          <a:pt x="10551" y="60955"/>
                          <a:pt x="0" y="65477"/>
                        </a:cubicBezTo>
                        <a:cubicBezTo>
                          <a:pt x="1286" y="66363"/>
                          <a:pt x="2793" y="66851"/>
                          <a:pt x="4300" y="66718"/>
                        </a:cubicBezTo>
                        <a:cubicBezTo>
                          <a:pt x="6162" y="66541"/>
                          <a:pt x="7935" y="66275"/>
                          <a:pt x="9708" y="66009"/>
                        </a:cubicBezTo>
                        <a:cubicBezTo>
                          <a:pt x="14718" y="65122"/>
                          <a:pt x="19506" y="63748"/>
                          <a:pt x="24426" y="60911"/>
                        </a:cubicBezTo>
                        <a:cubicBezTo>
                          <a:pt x="27618" y="59093"/>
                          <a:pt x="30854" y="56655"/>
                          <a:pt x="34401" y="53419"/>
                        </a:cubicBezTo>
                        <a:cubicBezTo>
                          <a:pt x="35465" y="52399"/>
                          <a:pt x="36706" y="51247"/>
                          <a:pt x="38080" y="49917"/>
                        </a:cubicBezTo>
                        <a:cubicBezTo>
                          <a:pt x="43400" y="44686"/>
                          <a:pt x="50670" y="37593"/>
                          <a:pt x="55325" y="33027"/>
                        </a:cubicBezTo>
                        <a:cubicBezTo>
                          <a:pt x="55901" y="32450"/>
                          <a:pt x="56478" y="31874"/>
                          <a:pt x="56965" y="31386"/>
                        </a:cubicBezTo>
                        <a:cubicBezTo>
                          <a:pt x="57807" y="30500"/>
                          <a:pt x="58650" y="29613"/>
                          <a:pt x="59403" y="28771"/>
                        </a:cubicBezTo>
                        <a:cubicBezTo>
                          <a:pt x="60246" y="27840"/>
                          <a:pt x="61044" y="26865"/>
                          <a:pt x="61797" y="25934"/>
                        </a:cubicBezTo>
                        <a:cubicBezTo>
                          <a:pt x="63305" y="24027"/>
                          <a:pt x="64590" y="22121"/>
                          <a:pt x="65698" y="20215"/>
                        </a:cubicBezTo>
                        <a:cubicBezTo>
                          <a:pt x="68669" y="14984"/>
                          <a:pt x="70043" y="9664"/>
                          <a:pt x="70220" y="4832"/>
                        </a:cubicBezTo>
                        <a:cubicBezTo>
                          <a:pt x="70264" y="3236"/>
                          <a:pt x="70131" y="1729"/>
                          <a:pt x="69998" y="177"/>
                        </a:cubicBezTo>
                        <a:lnTo>
                          <a:pt x="69954" y="0"/>
                        </a:lnTo>
                        <a:cubicBezTo>
                          <a:pt x="66940" y="3369"/>
                          <a:pt x="63571" y="7359"/>
                          <a:pt x="60024" y="10817"/>
                        </a:cubicBezTo>
                        <a:cubicBezTo>
                          <a:pt x="56522" y="14319"/>
                          <a:pt x="52709" y="17688"/>
                          <a:pt x="49119" y="20880"/>
                        </a:cubicBezTo>
                        <a:cubicBezTo>
                          <a:pt x="41893" y="27264"/>
                          <a:pt x="35110" y="34091"/>
                          <a:pt x="28904" y="4113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98" name="Forme libre : forme 21497">
                    <a:extLst>
                      <a:ext uri="{FF2B5EF4-FFF2-40B4-BE49-F238E27FC236}">
                        <a16:creationId xmlns:a16="http://schemas.microsoft.com/office/drawing/2014/main" id="{4E9D16F8-8F62-40E5-B7D2-B079D765A1FC}"/>
                      </a:ext>
                    </a:extLst>
                  </p:cNvPr>
                  <p:cNvSpPr/>
                  <p:nvPr/>
                </p:nvSpPr>
                <p:spPr>
                  <a:xfrm>
                    <a:off x="5267761" y="1227932"/>
                    <a:ext cx="34032" cy="31924"/>
                  </a:xfrm>
                  <a:custGeom>
                    <a:avLst/>
                    <a:gdLst>
                      <a:gd name="connsiteX0" fmla="*/ 33429 w 34032"/>
                      <a:gd name="connsiteY0" fmla="*/ 567 h 31924"/>
                      <a:gd name="connsiteX1" fmla="*/ 29661 w 34032"/>
                      <a:gd name="connsiteY1" fmla="*/ 10408 h 31924"/>
                      <a:gd name="connsiteX2" fmla="*/ 20352 w 34032"/>
                      <a:gd name="connsiteY2" fmla="*/ 20604 h 31924"/>
                      <a:gd name="connsiteX3" fmla="*/ 802 w 34032"/>
                      <a:gd name="connsiteY3" fmla="*/ 31244 h 31924"/>
                      <a:gd name="connsiteX4" fmla="*/ 12328 w 34032"/>
                      <a:gd name="connsiteY4" fmla="*/ 12359 h 31924"/>
                      <a:gd name="connsiteX5" fmla="*/ 23322 w 34032"/>
                      <a:gd name="connsiteY5" fmla="*/ 3803 h 31924"/>
                      <a:gd name="connsiteX6" fmla="*/ 33429 w 34032"/>
                      <a:gd name="connsiteY6" fmla="*/ 567 h 31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032" h="31924">
                        <a:moveTo>
                          <a:pt x="33429" y="567"/>
                        </a:moveTo>
                        <a:cubicBezTo>
                          <a:pt x="35158" y="2207"/>
                          <a:pt x="32942" y="6330"/>
                          <a:pt x="29661" y="10408"/>
                        </a:cubicBezTo>
                        <a:cubicBezTo>
                          <a:pt x="26469" y="14398"/>
                          <a:pt x="22435" y="18565"/>
                          <a:pt x="20352" y="20604"/>
                        </a:cubicBezTo>
                        <a:cubicBezTo>
                          <a:pt x="16096" y="24594"/>
                          <a:pt x="4570" y="34613"/>
                          <a:pt x="802" y="31244"/>
                        </a:cubicBezTo>
                        <a:cubicBezTo>
                          <a:pt x="-3055" y="27786"/>
                          <a:pt x="8028" y="15994"/>
                          <a:pt x="12328" y="12359"/>
                        </a:cubicBezTo>
                        <a:cubicBezTo>
                          <a:pt x="14411" y="10497"/>
                          <a:pt x="18889" y="6640"/>
                          <a:pt x="23322" y="3803"/>
                        </a:cubicBezTo>
                        <a:cubicBezTo>
                          <a:pt x="27578" y="966"/>
                          <a:pt x="31700" y="-1029"/>
                          <a:pt x="33429" y="56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99" name="Forme libre : forme 21498">
                    <a:extLst>
                      <a:ext uri="{FF2B5EF4-FFF2-40B4-BE49-F238E27FC236}">
                        <a16:creationId xmlns:a16="http://schemas.microsoft.com/office/drawing/2014/main" id="{9ED3E5EA-2BA2-4F3D-BAAC-C92477C7D3C8}"/>
                      </a:ext>
                    </a:extLst>
                  </p:cNvPr>
                  <p:cNvSpPr/>
                  <p:nvPr/>
                </p:nvSpPr>
                <p:spPr>
                  <a:xfrm>
                    <a:off x="5267424" y="1241444"/>
                    <a:ext cx="27204" cy="18305"/>
                  </a:xfrm>
                  <a:custGeom>
                    <a:avLst/>
                    <a:gdLst>
                      <a:gd name="connsiteX0" fmla="*/ 4419 w 27204"/>
                      <a:gd name="connsiteY0" fmla="*/ 7758 h 18305"/>
                      <a:gd name="connsiteX1" fmla="*/ 961 w 27204"/>
                      <a:gd name="connsiteY1" fmla="*/ 17910 h 18305"/>
                      <a:gd name="connsiteX2" fmla="*/ 20865 w 27204"/>
                      <a:gd name="connsiteY2" fmla="*/ 6960 h 18305"/>
                      <a:gd name="connsiteX3" fmla="*/ 27205 w 27204"/>
                      <a:gd name="connsiteY3" fmla="*/ 0 h 18305"/>
                      <a:gd name="connsiteX4" fmla="*/ 23259 w 27204"/>
                      <a:gd name="connsiteY4" fmla="*/ 3192 h 18305"/>
                      <a:gd name="connsiteX5" fmla="*/ 4419 w 27204"/>
                      <a:gd name="connsiteY5" fmla="*/ 7758 h 18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204" h="18305">
                        <a:moveTo>
                          <a:pt x="4419" y="7758"/>
                        </a:moveTo>
                        <a:cubicBezTo>
                          <a:pt x="3000" y="10373"/>
                          <a:pt x="-2098" y="16447"/>
                          <a:pt x="961" y="17910"/>
                        </a:cubicBezTo>
                        <a:cubicBezTo>
                          <a:pt x="5793" y="20215"/>
                          <a:pt x="15457" y="11925"/>
                          <a:pt x="20865" y="6960"/>
                        </a:cubicBezTo>
                        <a:cubicBezTo>
                          <a:pt x="22417" y="5453"/>
                          <a:pt x="25697" y="1906"/>
                          <a:pt x="27205" y="0"/>
                        </a:cubicBezTo>
                        <a:cubicBezTo>
                          <a:pt x="26141" y="887"/>
                          <a:pt x="24412" y="2483"/>
                          <a:pt x="23259" y="3192"/>
                        </a:cubicBezTo>
                        <a:cubicBezTo>
                          <a:pt x="16698" y="6960"/>
                          <a:pt x="8674" y="11393"/>
                          <a:pt x="4419" y="775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00" name="Forme libre : forme 21499">
                    <a:extLst>
                      <a:ext uri="{FF2B5EF4-FFF2-40B4-BE49-F238E27FC236}">
                        <a16:creationId xmlns:a16="http://schemas.microsoft.com/office/drawing/2014/main" id="{D6C73742-2018-4509-9395-7484CAB8D796}"/>
                      </a:ext>
                    </a:extLst>
                  </p:cNvPr>
                  <p:cNvSpPr/>
                  <p:nvPr/>
                </p:nvSpPr>
                <p:spPr>
                  <a:xfrm>
                    <a:off x="5270196" y="1226777"/>
                    <a:ext cx="33902" cy="32294"/>
                  </a:xfrm>
                  <a:custGeom>
                    <a:avLst/>
                    <a:gdLst>
                      <a:gd name="connsiteX0" fmla="*/ 33565 w 33902"/>
                      <a:gd name="connsiteY0" fmla="*/ 835 h 32294"/>
                      <a:gd name="connsiteX1" fmla="*/ 29442 w 33902"/>
                      <a:gd name="connsiteY1" fmla="*/ 11209 h 32294"/>
                      <a:gd name="connsiteX2" fmla="*/ 20354 w 33902"/>
                      <a:gd name="connsiteY2" fmla="*/ 21316 h 32294"/>
                      <a:gd name="connsiteX3" fmla="*/ 893 w 33902"/>
                      <a:gd name="connsiteY3" fmla="*/ 31645 h 32294"/>
                      <a:gd name="connsiteX4" fmla="*/ 12419 w 33902"/>
                      <a:gd name="connsiteY4" fmla="*/ 12893 h 32294"/>
                      <a:gd name="connsiteX5" fmla="*/ 23679 w 33902"/>
                      <a:gd name="connsiteY5" fmla="*/ 3983 h 32294"/>
                      <a:gd name="connsiteX6" fmla="*/ 33565 w 33902"/>
                      <a:gd name="connsiteY6" fmla="*/ 835 h 32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902" h="32294">
                        <a:moveTo>
                          <a:pt x="33565" y="835"/>
                        </a:moveTo>
                        <a:cubicBezTo>
                          <a:pt x="34762" y="2963"/>
                          <a:pt x="32634" y="7175"/>
                          <a:pt x="29442" y="11209"/>
                        </a:cubicBezTo>
                        <a:cubicBezTo>
                          <a:pt x="26295" y="15199"/>
                          <a:pt x="22615" y="19055"/>
                          <a:pt x="20354" y="21316"/>
                        </a:cubicBezTo>
                        <a:cubicBezTo>
                          <a:pt x="15877" y="25705"/>
                          <a:pt x="4971" y="34793"/>
                          <a:pt x="893" y="31645"/>
                        </a:cubicBezTo>
                        <a:cubicBezTo>
                          <a:pt x="-3318" y="28365"/>
                          <a:pt x="8518" y="16351"/>
                          <a:pt x="12419" y="12893"/>
                        </a:cubicBezTo>
                        <a:cubicBezTo>
                          <a:pt x="14325" y="11120"/>
                          <a:pt x="19113" y="6953"/>
                          <a:pt x="23679" y="3983"/>
                        </a:cubicBezTo>
                        <a:cubicBezTo>
                          <a:pt x="28157" y="968"/>
                          <a:pt x="32324" y="-1292"/>
                          <a:pt x="33565" y="83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01" name="Forme libre : forme 21500">
                    <a:extLst>
                      <a:ext uri="{FF2B5EF4-FFF2-40B4-BE49-F238E27FC236}">
                        <a16:creationId xmlns:a16="http://schemas.microsoft.com/office/drawing/2014/main" id="{E00FAF9A-6852-447D-8DF4-9B82FE14E4CA}"/>
                      </a:ext>
                    </a:extLst>
                  </p:cNvPr>
                  <p:cNvSpPr/>
                  <p:nvPr/>
                </p:nvSpPr>
                <p:spPr>
                  <a:xfrm>
                    <a:off x="5251304" y="1239706"/>
                    <a:ext cx="47580" cy="35581"/>
                  </a:xfrm>
                  <a:custGeom>
                    <a:avLst/>
                    <a:gdLst>
                      <a:gd name="connsiteX0" fmla="*/ 3249 w 47580"/>
                      <a:gd name="connsiteY0" fmla="*/ 34897 h 35581"/>
                      <a:gd name="connsiteX1" fmla="*/ 11229 w 47580"/>
                      <a:gd name="connsiteY1" fmla="*/ 34543 h 35581"/>
                      <a:gd name="connsiteX2" fmla="*/ 30601 w 47580"/>
                      <a:gd name="connsiteY2" fmla="*/ 25366 h 35581"/>
                      <a:gd name="connsiteX3" fmla="*/ 44965 w 47580"/>
                      <a:gd name="connsiteY3" fmla="*/ 9939 h 35581"/>
                      <a:gd name="connsiteX4" fmla="*/ 46117 w 47580"/>
                      <a:gd name="connsiteY4" fmla="*/ 186 h 35581"/>
                      <a:gd name="connsiteX5" fmla="*/ 39246 w 47580"/>
                      <a:gd name="connsiteY5" fmla="*/ 2802 h 35581"/>
                      <a:gd name="connsiteX6" fmla="*/ 21026 w 47580"/>
                      <a:gd name="connsiteY6" fmla="*/ 11225 h 35581"/>
                      <a:gd name="connsiteX7" fmla="*/ 3205 w 47580"/>
                      <a:gd name="connsiteY7" fmla="*/ 20889 h 35581"/>
                      <a:gd name="connsiteX8" fmla="*/ 3249 w 47580"/>
                      <a:gd name="connsiteY8" fmla="*/ 34897 h 35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7580" h="35581">
                        <a:moveTo>
                          <a:pt x="3249" y="34897"/>
                        </a:moveTo>
                        <a:cubicBezTo>
                          <a:pt x="6219" y="35961"/>
                          <a:pt x="7638" y="35740"/>
                          <a:pt x="11229" y="34543"/>
                        </a:cubicBezTo>
                        <a:cubicBezTo>
                          <a:pt x="18100" y="32282"/>
                          <a:pt x="23730" y="30553"/>
                          <a:pt x="30601" y="25366"/>
                        </a:cubicBezTo>
                        <a:cubicBezTo>
                          <a:pt x="36365" y="21066"/>
                          <a:pt x="41817" y="15214"/>
                          <a:pt x="44965" y="9939"/>
                        </a:cubicBezTo>
                        <a:cubicBezTo>
                          <a:pt x="47314" y="6038"/>
                          <a:pt x="48866" y="1560"/>
                          <a:pt x="46117" y="186"/>
                        </a:cubicBezTo>
                        <a:cubicBezTo>
                          <a:pt x="44433" y="-656"/>
                          <a:pt x="41773" y="1560"/>
                          <a:pt x="39246" y="2802"/>
                        </a:cubicBezTo>
                        <a:cubicBezTo>
                          <a:pt x="33261" y="5816"/>
                          <a:pt x="27720" y="9052"/>
                          <a:pt x="21026" y="11225"/>
                        </a:cubicBezTo>
                        <a:cubicBezTo>
                          <a:pt x="15352" y="13042"/>
                          <a:pt x="8214" y="14328"/>
                          <a:pt x="3205" y="20889"/>
                        </a:cubicBezTo>
                        <a:cubicBezTo>
                          <a:pt x="-1272" y="26740"/>
                          <a:pt x="-873" y="33434"/>
                          <a:pt x="3249" y="3489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02" name="Forme libre : forme 21501">
                    <a:extLst>
                      <a:ext uri="{FF2B5EF4-FFF2-40B4-BE49-F238E27FC236}">
                        <a16:creationId xmlns:a16="http://schemas.microsoft.com/office/drawing/2014/main" id="{559D69E9-FD88-43B4-9C08-6B7A083023D8}"/>
                      </a:ext>
                    </a:extLst>
                  </p:cNvPr>
                  <p:cNvSpPr/>
                  <p:nvPr/>
                </p:nvSpPr>
                <p:spPr>
                  <a:xfrm>
                    <a:off x="5258055" y="1247449"/>
                    <a:ext cx="11250" cy="15908"/>
                  </a:xfrm>
                  <a:custGeom>
                    <a:avLst/>
                    <a:gdLst>
                      <a:gd name="connsiteX0" fmla="*/ 400 w 11250"/>
                      <a:gd name="connsiteY0" fmla="*/ 13500 h 15908"/>
                      <a:gd name="connsiteX1" fmla="*/ 90 w 11250"/>
                      <a:gd name="connsiteY1" fmla="*/ 15584 h 15908"/>
                      <a:gd name="connsiteX2" fmla="*/ 1863 w 11250"/>
                      <a:gd name="connsiteY2" fmla="*/ 15362 h 15908"/>
                      <a:gd name="connsiteX3" fmla="*/ 4212 w 11250"/>
                      <a:gd name="connsiteY3" fmla="*/ 12968 h 15908"/>
                      <a:gd name="connsiteX4" fmla="*/ 9222 w 11250"/>
                      <a:gd name="connsiteY4" fmla="*/ 6363 h 15908"/>
                      <a:gd name="connsiteX5" fmla="*/ 10773 w 11250"/>
                      <a:gd name="connsiteY5" fmla="*/ 3747 h 15908"/>
                      <a:gd name="connsiteX6" fmla="*/ 6739 w 11250"/>
                      <a:gd name="connsiteY6" fmla="*/ 2240 h 15908"/>
                      <a:gd name="connsiteX7" fmla="*/ 400 w 11250"/>
                      <a:gd name="connsiteY7" fmla="*/ 13500 h 15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50" h="15908">
                        <a:moveTo>
                          <a:pt x="400" y="13500"/>
                        </a:moveTo>
                        <a:cubicBezTo>
                          <a:pt x="90" y="14387"/>
                          <a:pt x="-132" y="15008"/>
                          <a:pt x="90" y="15584"/>
                        </a:cubicBezTo>
                        <a:cubicBezTo>
                          <a:pt x="311" y="16160"/>
                          <a:pt x="1065" y="15894"/>
                          <a:pt x="1863" y="15362"/>
                        </a:cubicBezTo>
                        <a:cubicBezTo>
                          <a:pt x="2617" y="14830"/>
                          <a:pt x="3547" y="13766"/>
                          <a:pt x="4212" y="12968"/>
                        </a:cubicBezTo>
                        <a:cubicBezTo>
                          <a:pt x="5941" y="10840"/>
                          <a:pt x="7759" y="8535"/>
                          <a:pt x="9222" y="6363"/>
                        </a:cubicBezTo>
                        <a:cubicBezTo>
                          <a:pt x="9843" y="5476"/>
                          <a:pt x="10419" y="4634"/>
                          <a:pt x="10773" y="3747"/>
                        </a:cubicBezTo>
                        <a:cubicBezTo>
                          <a:pt x="12192" y="112"/>
                          <a:pt x="10330" y="-1750"/>
                          <a:pt x="6739" y="2240"/>
                        </a:cubicBezTo>
                        <a:cubicBezTo>
                          <a:pt x="3946" y="5343"/>
                          <a:pt x="1686" y="9998"/>
                          <a:pt x="400" y="1350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03" name="Forme libre : forme 21502">
                    <a:extLst>
                      <a:ext uri="{FF2B5EF4-FFF2-40B4-BE49-F238E27FC236}">
                        <a16:creationId xmlns:a16="http://schemas.microsoft.com/office/drawing/2014/main" id="{299DD058-0653-41BA-AF60-0BC507417A8C}"/>
                      </a:ext>
                    </a:extLst>
                  </p:cNvPr>
                  <p:cNvSpPr/>
                  <p:nvPr/>
                </p:nvSpPr>
                <p:spPr>
                  <a:xfrm>
                    <a:off x="5303007" y="1218569"/>
                    <a:ext cx="11515" cy="29879"/>
                  </a:xfrm>
                  <a:custGeom>
                    <a:avLst/>
                    <a:gdLst>
                      <a:gd name="connsiteX0" fmla="*/ 10950 w 11515"/>
                      <a:gd name="connsiteY0" fmla="*/ 0 h 29879"/>
                      <a:gd name="connsiteX1" fmla="*/ 8733 w 11515"/>
                      <a:gd name="connsiteY1" fmla="*/ 14718 h 29879"/>
                      <a:gd name="connsiteX2" fmla="*/ 4389 w 11515"/>
                      <a:gd name="connsiteY2" fmla="*/ 22963 h 29879"/>
                      <a:gd name="connsiteX3" fmla="*/ 0 w 11515"/>
                      <a:gd name="connsiteY3" fmla="*/ 29879 h 29879"/>
                      <a:gd name="connsiteX4" fmla="*/ 4079 w 11515"/>
                      <a:gd name="connsiteY4" fmla="*/ 22786 h 29879"/>
                      <a:gd name="connsiteX5" fmla="*/ 7536 w 11515"/>
                      <a:gd name="connsiteY5" fmla="*/ 14895 h 29879"/>
                      <a:gd name="connsiteX6" fmla="*/ 10950 w 11515"/>
                      <a:gd name="connsiteY6" fmla="*/ 0 h 29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515" h="29879">
                        <a:moveTo>
                          <a:pt x="10950" y="0"/>
                        </a:moveTo>
                        <a:cubicBezTo>
                          <a:pt x="12235" y="3546"/>
                          <a:pt x="11260" y="8999"/>
                          <a:pt x="8733" y="14718"/>
                        </a:cubicBezTo>
                        <a:cubicBezTo>
                          <a:pt x="7492" y="17555"/>
                          <a:pt x="5985" y="20348"/>
                          <a:pt x="4389" y="22963"/>
                        </a:cubicBezTo>
                        <a:cubicBezTo>
                          <a:pt x="2793" y="25490"/>
                          <a:pt x="1286" y="27840"/>
                          <a:pt x="0" y="29879"/>
                        </a:cubicBezTo>
                        <a:cubicBezTo>
                          <a:pt x="1241" y="27840"/>
                          <a:pt x="2793" y="25313"/>
                          <a:pt x="4079" y="22786"/>
                        </a:cubicBezTo>
                        <a:cubicBezTo>
                          <a:pt x="5408" y="20215"/>
                          <a:pt x="6561" y="17555"/>
                          <a:pt x="7536" y="14895"/>
                        </a:cubicBezTo>
                        <a:cubicBezTo>
                          <a:pt x="9531" y="9576"/>
                          <a:pt x="10595" y="4256"/>
                          <a:pt x="109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04" name="Forme libre : forme 21503">
                    <a:extLst>
                      <a:ext uri="{FF2B5EF4-FFF2-40B4-BE49-F238E27FC236}">
                        <a16:creationId xmlns:a16="http://schemas.microsoft.com/office/drawing/2014/main" id="{E9E541B2-951C-48BC-8646-E76A08299A8B}"/>
                      </a:ext>
                    </a:extLst>
                  </p:cNvPr>
                  <p:cNvSpPr/>
                  <p:nvPr/>
                </p:nvSpPr>
                <p:spPr>
                  <a:xfrm>
                    <a:off x="5243781" y="1246675"/>
                    <a:ext cx="13343" cy="31696"/>
                  </a:xfrm>
                  <a:custGeom>
                    <a:avLst/>
                    <a:gdLst>
                      <a:gd name="connsiteX0" fmla="*/ 13344 w 13343"/>
                      <a:gd name="connsiteY0" fmla="*/ 0 h 31696"/>
                      <a:gd name="connsiteX1" fmla="*/ 0 w 13343"/>
                      <a:gd name="connsiteY1" fmla="*/ 31697 h 31696"/>
                      <a:gd name="connsiteX2" fmla="*/ 13344 w 13343"/>
                      <a:gd name="connsiteY2" fmla="*/ 0 h 31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343" h="31696">
                        <a:moveTo>
                          <a:pt x="13344" y="0"/>
                        </a:moveTo>
                        <a:cubicBezTo>
                          <a:pt x="4876" y="9753"/>
                          <a:pt x="1108" y="21767"/>
                          <a:pt x="0" y="31697"/>
                        </a:cubicBezTo>
                        <a:cubicBezTo>
                          <a:pt x="532" y="22343"/>
                          <a:pt x="7270" y="9265"/>
                          <a:pt x="133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05" name="Forme libre : forme 21504">
                    <a:extLst>
                      <a:ext uri="{FF2B5EF4-FFF2-40B4-BE49-F238E27FC236}">
                        <a16:creationId xmlns:a16="http://schemas.microsoft.com/office/drawing/2014/main" id="{A0950DB7-5996-46EA-A174-2E991C641A90}"/>
                      </a:ext>
                    </a:extLst>
                  </p:cNvPr>
                  <p:cNvSpPr/>
                  <p:nvPr/>
                </p:nvSpPr>
                <p:spPr>
                  <a:xfrm>
                    <a:off x="5279188" y="1233831"/>
                    <a:ext cx="13455" cy="10875"/>
                  </a:xfrm>
                  <a:custGeom>
                    <a:avLst/>
                    <a:gdLst>
                      <a:gd name="connsiteX0" fmla="*/ 13446 w 13455"/>
                      <a:gd name="connsiteY0" fmla="*/ 565 h 10875"/>
                      <a:gd name="connsiteX1" fmla="*/ 6708 w 13455"/>
                      <a:gd name="connsiteY1" fmla="*/ 7702 h 10875"/>
                      <a:gd name="connsiteX2" fmla="*/ 14 w 13455"/>
                      <a:gd name="connsiteY2" fmla="*/ 10229 h 10875"/>
                      <a:gd name="connsiteX3" fmla="*/ 6353 w 13455"/>
                      <a:gd name="connsiteY3" fmla="*/ 3446 h 10875"/>
                      <a:gd name="connsiteX4" fmla="*/ 13446 w 13455"/>
                      <a:gd name="connsiteY4" fmla="*/ 565 h 10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55" h="10875">
                        <a:moveTo>
                          <a:pt x="13446" y="565"/>
                        </a:moveTo>
                        <a:cubicBezTo>
                          <a:pt x="13712" y="2515"/>
                          <a:pt x="8348" y="6460"/>
                          <a:pt x="6708" y="7702"/>
                        </a:cubicBezTo>
                        <a:cubicBezTo>
                          <a:pt x="5067" y="8943"/>
                          <a:pt x="324" y="12268"/>
                          <a:pt x="14" y="10229"/>
                        </a:cubicBezTo>
                        <a:cubicBezTo>
                          <a:pt x="-297" y="8145"/>
                          <a:pt x="4757" y="4554"/>
                          <a:pt x="6353" y="3446"/>
                        </a:cubicBezTo>
                        <a:cubicBezTo>
                          <a:pt x="7905" y="2249"/>
                          <a:pt x="13180" y="-1386"/>
                          <a:pt x="13446" y="56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06" name="Forme libre : forme 21505">
                    <a:extLst>
                      <a:ext uri="{FF2B5EF4-FFF2-40B4-BE49-F238E27FC236}">
                        <a16:creationId xmlns:a16="http://schemas.microsoft.com/office/drawing/2014/main" id="{E383B3BB-D3CE-46F3-9755-A4BD17289C8A}"/>
                      </a:ext>
                    </a:extLst>
                  </p:cNvPr>
                  <p:cNvSpPr/>
                  <p:nvPr/>
                </p:nvSpPr>
                <p:spPr>
                  <a:xfrm>
                    <a:off x="5290619" y="1232266"/>
                    <a:ext cx="3804" cy="3331"/>
                  </a:xfrm>
                  <a:custGeom>
                    <a:avLst/>
                    <a:gdLst>
                      <a:gd name="connsiteX0" fmla="*/ 3655 w 3804"/>
                      <a:gd name="connsiteY0" fmla="*/ 90 h 3331"/>
                      <a:gd name="connsiteX1" fmla="*/ 2547 w 3804"/>
                      <a:gd name="connsiteY1" fmla="*/ 2130 h 3331"/>
                      <a:gd name="connsiteX2" fmla="*/ 153 w 3804"/>
                      <a:gd name="connsiteY2" fmla="*/ 3238 h 3331"/>
                      <a:gd name="connsiteX3" fmla="*/ 1217 w 3804"/>
                      <a:gd name="connsiteY3" fmla="*/ 1243 h 3331"/>
                      <a:gd name="connsiteX4" fmla="*/ 3655 w 3804"/>
                      <a:gd name="connsiteY4" fmla="*/ 90 h 3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4" h="3331">
                        <a:moveTo>
                          <a:pt x="3655" y="90"/>
                        </a:moveTo>
                        <a:cubicBezTo>
                          <a:pt x="4187" y="445"/>
                          <a:pt x="3168" y="1598"/>
                          <a:pt x="2547" y="2130"/>
                        </a:cubicBezTo>
                        <a:cubicBezTo>
                          <a:pt x="1971" y="2662"/>
                          <a:pt x="685" y="3637"/>
                          <a:pt x="153" y="3238"/>
                        </a:cubicBezTo>
                        <a:cubicBezTo>
                          <a:pt x="-379" y="2839"/>
                          <a:pt x="597" y="1775"/>
                          <a:pt x="1217" y="1243"/>
                        </a:cubicBezTo>
                        <a:cubicBezTo>
                          <a:pt x="1794" y="711"/>
                          <a:pt x="3079" y="-309"/>
                          <a:pt x="3655" y="9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507" name="Forme libre : forme 21506">
                    <a:extLst>
                      <a:ext uri="{FF2B5EF4-FFF2-40B4-BE49-F238E27FC236}">
                        <a16:creationId xmlns:a16="http://schemas.microsoft.com/office/drawing/2014/main" id="{FBC39C8C-EA97-42DF-AD7E-C8142EFD695A}"/>
                      </a:ext>
                    </a:extLst>
                  </p:cNvPr>
                  <p:cNvSpPr/>
                  <p:nvPr/>
                </p:nvSpPr>
                <p:spPr>
                  <a:xfrm>
                    <a:off x="5272417" y="1217451"/>
                    <a:ext cx="38167" cy="20574"/>
                  </a:xfrm>
                  <a:custGeom>
                    <a:avLst/>
                    <a:gdLst>
                      <a:gd name="connsiteX0" fmla="*/ 25404 w 38167"/>
                      <a:gd name="connsiteY0" fmla="*/ 2448 h 20574"/>
                      <a:gd name="connsiteX1" fmla="*/ 37018 w 38167"/>
                      <a:gd name="connsiteY1" fmla="*/ 10 h 20574"/>
                      <a:gd name="connsiteX2" fmla="*/ 37151 w 38167"/>
                      <a:gd name="connsiteY2" fmla="*/ 3956 h 20574"/>
                      <a:gd name="connsiteX3" fmla="*/ 32630 w 38167"/>
                      <a:gd name="connsiteY3" fmla="*/ 6527 h 20574"/>
                      <a:gd name="connsiteX4" fmla="*/ 18089 w 38167"/>
                      <a:gd name="connsiteY4" fmla="*/ 11979 h 20574"/>
                      <a:gd name="connsiteX5" fmla="*/ 2 w 38167"/>
                      <a:gd name="connsiteY5" fmla="*/ 19383 h 20574"/>
                      <a:gd name="connsiteX6" fmla="*/ 6120 w 38167"/>
                      <a:gd name="connsiteY6" fmla="*/ 10916 h 20574"/>
                      <a:gd name="connsiteX7" fmla="*/ 15473 w 38167"/>
                      <a:gd name="connsiteY7" fmla="*/ 4887 h 20574"/>
                      <a:gd name="connsiteX8" fmla="*/ 25404 w 38167"/>
                      <a:gd name="connsiteY8" fmla="*/ 2448 h 20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167" h="20574">
                        <a:moveTo>
                          <a:pt x="25404" y="2448"/>
                        </a:moveTo>
                        <a:cubicBezTo>
                          <a:pt x="29837" y="1074"/>
                          <a:pt x="32984" y="-123"/>
                          <a:pt x="37018" y="10"/>
                        </a:cubicBezTo>
                        <a:cubicBezTo>
                          <a:pt x="38481" y="54"/>
                          <a:pt x="38570" y="2271"/>
                          <a:pt x="37151" y="3956"/>
                        </a:cubicBezTo>
                        <a:cubicBezTo>
                          <a:pt x="35733" y="5596"/>
                          <a:pt x="34181" y="6039"/>
                          <a:pt x="32630" y="6527"/>
                        </a:cubicBezTo>
                        <a:cubicBezTo>
                          <a:pt x="27753" y="7990"/>
                          <a:pt x="23187" y="9852"/>
                          <a:pt x="18089" y="11979"/>
                        </a:cubicBezTo>
                        <a:cubicBezTo>
                          <a:pt x="14764" y="13265"/>
                          <a:pt x="91" y="24126"/>
                          <a:pt x="2" y="19383"/>
                        </a:cubicBezTo>
                        <a:cubicBezTo>
                          <a:pt x="-87" y="16945"/>
                          <a:pt x="2751" y="13753"/>
                          <a:pt x="6120" y="10916"/>
                        </a:cubicBezTo>
                        <a:cubicBezTo>
                          <a:pt x="9533" y="8078"/>
                          <a:pt x="13612" y="5640"/>
                          <a:pt x="15473" y="4887"/>
                        </a:cubicBezTo>
                        <a:cubicBezTo>
                          <a:pt x="19508" y="3069"/>
                          <a:pt x="22079" y="3468"/>
                          <a:pt x="25404" y="244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45" name="Graphique 2">
                  <a:extLst>
                    <a:ext uri="{FF2B5EF4-FFF2-40B4-BE49-F238E27FC236}">
                      <a16:creationId xmlns:a16="http://schemas.microsoft.com/office/drawing/2014/main" id="{62131683-3483-4BE9-BDBB-D6864BDE07E6}"/>
                    </a:ext>
                  </a:extLst>
                </p:cNvPr>
                <p:cNvGrpSpPr/>
                <p:nvPr/>
              </p:nvGrpSpPr>
              <p:grpSpPr>
                <a:xfrm>
                  <a:off x="5311510" y="1171684"/>
                  <a:ext cx="93163" cy="46623"/>
                  <a:chOff x="5311510" y="1171684"/>
                  <a:chExt cx="93163" cy="46623"/>
                </a:xfrm>
                <a:solidFill>
                  <a:schemeClr val="accent1"/>
                </a:solidFill>
              </p:grpSpPr>
              <p:sp>
                <p:nvSpPr>
                  <p:cNvPr id="21484" name="Forme libre : forme 21483">
                    <a:extLst>
                      <a:ext uri="{FF2B5EF4-FFF2-40B4-BE49-F238E27FC236}">
                        <a16:creationId xmlns:a16="http://schemas.microsoft.com/office/drawing/2014/main" id="{A737A40F-77F7-4705-B818-5C913FFE7CE9}"/>
                      </a:ext>
                    </a:extLst>
                  </p:cNvPr>
                  <p:cNvSpPr/>
                  <p:nvPr/>
                </p:nvSpPr>
                <p:spPr>
                  <a:xfrm>
                    <a:off x="5311510" y="1171684"/>
                    <a:ext cx="93163" cy="46623"/>
                  </a:xfrm>
                  <a:custGeom>
                    <a:avLst/>
                    <a:gdLst>
                      <a:gd name="connsiteX0" fmla="*/ 65885 w 93163"/>
                      <a:gd name="connsiteY0" fmla="*/ 34827 h 46623"/>
                      <a:gd name="connsiteX1" fmla="*/ 51345 w 93163"/>
                      <a:gd name="connsiteY1" fmla="*/ 39127 h 46623"/>
                      <a:gd name="connsiteX2" fmla="*/ 36981 w 93163"/>
                      <a:gd name="connsiteY2" fmla="*/ 43738 h 46623"/>
                      <a:gd name="connsiteX3" fmla="*/ 20579 w 93163"/>
                      <a:gd name="connsiteY3" fmla="*/ 46619 h 46623"/>
                      <a:gd name="connsiteX4" fmla="*/ 13530 w 93163"/>
                      <a:gd name="connsiteY4" fmla="*/ 46043 h 46623"/>
                      <a:gd name="connsiteX5" fmla="*/ 6482 w 93163"/>
                      <a:gd name="connsiteY5" fmla="*/ 44979 h 46623"/>
                      <a:gd name="connsiteX6" fmla="*/ 142 w 93163"/>
                      <a:gd name="connsiteY6" fmla="*/ 37177 h 46623"/>
                      <a:gd name="connsiteX7" fmla="*/ 25145 w 93163"/>
                      <a:gd name="connsiteY7" fmla="*/ 10667 h 46623"/>
                      <a:gd name="connsiteX8" fmla="*/ 56354 w 93163"/>
                      <a:gd name="connsiteY8" fmla="*/ 1047 h 46623"/>
                      <a:gd name="connsiteX9" fmla="*/ 89558 w 93163"/>
                      <a:gd name="connsiteY9" fmla="*/ 7519 h 46623"/>
                      <a:gd name="connsiteX10" fmla="*/ 92262 w 93163"/>
                      <a:gd name="connsiteY10" fmla="*/ 17006 h 46623"/>
                      <a:gd name="connsiteX11" fmla="*/ 65885 w 93163"/>
                      <a:gd name="connsiteY11" fmla="*/ 34827 h 46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3163" h="46623">
                        <a:moveTo>
                          <a:pt x="65885" y="34827"/>
                        </a:moveTo>
                        <a:cubicBezTo>
                          <a:pt x="62383" y="35847"/>
                          <a:pt x="56886" y="37487"/>
                          <a:pt x="51345" y="39127"/>
                        </a:cubicBezTo>
                        <a:cubicBezTo>
                          <a:pt x="45936" y="40856"/>
                          <a:pt x="40528" y="42629"/>
                          <a:pt x="36981" y="43738"/>
                        </a:cubicBezTo>
                        <a:cubicBezTo>
                          <a:pt x="30420" y="45777"/>
                          <a:pt x="25367" y="46663"/>
                          <a:pt x="20579" y="46619"/>
                        </a:cubicBezTo>
                        <a:cubicBezTo>
                          <a:pt x="18229" y="46663"/>
                          <a:pt x="15791" y="46397"/>
                          <a:pt x="13530" y="46043"/>
                        </a:cubicBezTo>
                        <a:cubicBezTo>
                          <a:pt x="11269" y="45688"/>
                          <a:pt x="9008" y="45201"/>
                          <a:pt x="6482" y="44979"/>
                        </a:cubicBezTo>
                        <a:cubicBezTo>
                          <a:pt x="3024" y="44713"/>
                          <a:pt x="-789" y="41255"/>
                          <a:pt x="142" y="37177"/>
                        </a:cubicBezTo>
                        <a:cubicBezTo>
                          <a:pt x="3644" y="25518"/>
                          <a:pt x="11003" y="17050"/>
                          <a:pt x="25145" y="10667"/>
                        </a:cubicBezTo>
                        <a:cubicBezTo>
                          <a:pt x="32681" y="7209"/>
                          <a:pt x="48241" y="2510"/>
                          <a:pt x="56354" y="1047"/>
                        </a:cubicBezTo>
                        <a:cubicBezTo>
                          <a:pt x="71471" y="-1923"/>
                          <a:pt x="80603" y="1800"/>
                          <a:pt x="89558" y="7519"/>
                        </a:cubicBezTo>
                        <a:cubicBezTo>
                          <a:pt x="92661" y="9558"/>
                          <a:pt x="94301" y="14213"/>
                          <a:pt x="92262" y="17006"/>
                        </a:cubicBezTo>
                        <a:cubicBezTo>
                          <a:pt x="86233" y="25163"/>
                          <a:pt x="78918" y="30882"/>
                          <a:pt x="65885" y="3482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85" name="Forme libre : forme 21484">
                    <a:extLst>
                      <a:ext uri="{FF2B5EF4-FFF2-40B4-BE49-F238E27FC236}">
                        <a16:creationId xmlns:a16="http://schemas.microsoft.com/office/drawing/2014/main" id="{80F5C98E-CA51-4EE4-B152-64ADEB519985}"/>
                      </a:ext>
                    </a:extLst>
                  </p:cNvPr>
                  <p:cNvSpPr/>
                  <p:nvPr/>
                </p:nvSpPr>
                <p:spPr>
                  <a:xfrm>
                    <a:off x="5313824" y="1188424"/>
                    <a:ext cx="89991" cy="29830"/>
                  </a:xfrm>
                  <a:custGeom>
                    <a:avLst/>
                    <a:gdLst>
                      <a:gd name="connsiteX0" fmla="*/ 34667 w 89991"/>
                      <a:gd name="connsiteY0" fmla="*/ 13610 h 29830"/>
                      <a:gd name="connsiteX1" fmla="*/ 16801 w 89991"/>
                      <a:gd name="connsiteY1" fmla="*/ 20924 h 29830"/>
                      <a:gd name="connsiteX2" fmla="*/ 0 w 89991"/>
                      <a:gd name="connsiteY2" fmla="*/ 26466 h 29830"/>
                      <a:gd name="connsiteX3" fmla="*/ 4034 w 89991"/>
                      <a:gd name="connsiteY3" fmla="*/ 28239 h 29830"/>
                      <a:gd name="connsiteX4" fmla="*/ 8955 w 89991"/>
                      <a:gd name="connsiteY4" fmla="*/ 28948 h 29830"/>
                      <a:gd name="connsiteX5" fmla="*/ 15915 w 89991"/>
                      <a:gd name="connsiteY5" fmla="*/ 29790 h 29830"/>
                      <a:gd name="connsiteX6" fmla="*/ 23318 w 89991"/>
                      <a:gd name="connsiteY6" fmla="*/ 29524 h 29830"/>
                      <a:gd name="connsiteX7" fmla="*/ 34578 w 89991"/>
                      <a:gd name="connsiteY7" fmla="*/ 26953 h 29830"/>
                      <a:gd name="connsiteX8" fmla="*/ 39144 w 89991"/>
                      <a:gd name="connsiteY8" fmla="*/ 25446 h 29830"/>
                      <a:gd name="connsiteX9" fmla="*/ 61354 w 89991"/>
                      <a:gd name="connsiteY9" fmla="*/ 18619 h 29830"/>
                      <a:gd name="connsiteX10" fmla="*/ 63526 w 89991"/>
                      <a:gd name="connsiteY10" fmla="*/ 17954 h 29830"/>
                      <a:gd name="connsiteX11" fmla="*/ 75451 w 89991"/>
                      <a:gd name="connsiteY11" fmla="*/ 12989 h 29830"/>
                      <a:gd name="connsiteX12" fmla="*/ 86933 w 89991"/>
                      <a:gd name="connsiteY12" fmla="*/ 3768 h 29830"/>
                      <a:gd name="connsiteX13" fmla="*/ 89903 w 89991"/>
                      <a:gd name="connsiteY13" fmla="*/ 133 h 29830"/>
                      <a:gd name="connsiteX14" fmla="*/ 89992 w 89991"/>
                      <a:gd name="connsiteY14" fmla="*/ 0 h 29830"/>
                      <a:gd name="connsiteX15" fmla="*/ 34667 w 89991"/>
                      <a:gd name="connsiteY15" fmla="*/ 13610 h 29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9991" h="29830">
                        <a:moveTo>
                          <a:pt x="34667" y="13610"/>
                        </a:moveTo>
                        <a:cubicBezTo>
                          <a:pt x="28771" y="16137"/>
                          <a:pt x="22609" y="18663"/>
                          <a:pt x="16801" y="20924"/>
                        </a:cubicBezTo>
                        <a:cubicBezTo>
                          <a:pt x="10905" y="23274"/>
                          <a:pt x="5320" y="24648"/>
                          <a:pt x="0" y="26466"/>
                        </a:cubicBezTo>
                        <a:cubicBezTo>
                          <a:pt x="1197" y="27441"/>
                          <a:pt x="2616" y="28106"/>
                          <a:pt x="4034" y="28239"/>
                        </a:cubicBezTo>
                        <a:cubicBezTo>
                          <a:pt x="5763" y="28416"/>
                          <a:pt x="7403" y="28682"/>
                          <a:pt x="8955" y="28948"/>
                        </a:cubicBezTo>
                        <a:cubicBezTo>
                          <a:pt x="11216" y="29347"/>
                          <a:pt x="13477" y="29657"/>
                          <a:pt x="15915" y="29790"/>
                        </a:cubicBezTo>
                        <a:cubicBezTo>
                          <a:pt x="18264" y="29879"/>
                          <a:pt x="20703" y="29835"/>
                          <a:pt x="23318" y="29524"/>
                        </a:cubicBezTo>
                        <a:cubicBezTo>
                          <a:pt x="26643" y="29125"/>
                          <a:pt x="30278" y="28283"/>
                          <a:pt x="34578" y="26953"/>
                        </a:cubicBezTo>
                        <a:cubicBezTo>
                          <a:pt x="35864" y="26510"/>
                          <a:pt x="37415" y="26022"/>
                          <a:pt x="39144" y="25446"/>
                        </a:cubicBezTo>
                        <a:cubicBezTo>
                          <a:pt x="45838" y="23185"/>
                          <a:pt x="55236" y="20348"/>
                          <a:pt x="61354" y="18619"/>
                        </a:cubicBezTo>
                        <a:cubicBezTo>
                          <a:pt x="62152" y="18397"/>
                          <a:pt x="62861" y="18176"/>
                          <a:pt x="63526" y="17954"/>
                        </a:cubicBezTo>
                        <a:cubicBezTo>
                          <a:pt x="68137" y="16491"/>
                          <a:pt x="72038" y="14895"/>
                          <a:pt x="75451" y="12989"/>
                        </a:cubicBezTo>
                        <a:cubicBezTo>
                          <a:pt x="80062" y="10374"/>
                          <a:pt x="83697" y="7270"/>
                          <a:pt x="86933" y="3768"/>
                        </a:cubicBezTo>
                        <a:cubicBezTo>
                          <a:pt x="87953" y="2571"/>
                          <a:pt x="88972" y="1419"/>
                          <a:pt x="89903" y="133"/>
                        </a:cubicBezTo>
                        <a:lnTo>
                          <a:pt x="89992" y="0"/>
                        </a:lnTo>
                        <a:cubicBezTo>
                          <a:pt x="71196" y="2394"/>
                          <a:pt x="51734" y="6428"/>
                          <a:pt x="34667" y="1361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86" name="Forme libre : forme 21485">
                    <a:extLst>
                      <a:ext uri="{FF2B5EF4-FFF2-40B4-BE49-F238E27FC236}">
                        <a16:creationId xmlns:a16="http://schemas.microsoft.com/office/drawing/2014/main" id="{32304D5D-9C10-45FD-8192-E33BB50CDC70}"/>
                      </a:ext>
                    </a:extLst>
                  </p:cNvPr>
                  <p:cNvSpPr/>
                  <p:nvPr/>
                </p:nvSpPr>
                <p:spPr>
                  <a:xfrm>
                    <a:off x="5342971" y="1184954"/>
                    <a:ext cx="43382" cy="16319"/>
                  </a:xfrm>
                  <a:custGeom>
                    <a:avLst/>
                    <a:gdLst>
                      <a:gd name="connsiteX0" fmla="*/ 43334 w 43382"/>
                      <a:gd name="connsiteY0" fmla="*/ 2539 h 16319"/>
                      <a:gd name="connsiteX1" fmla="*/ 35221 w 43382"/>
                      <a:gd name="connsiteY1" fmla="*/ 9011 h 16319"/>
                      <a:gd name="connsiteX2" fmla="*/ 22277 w 43382"/>
                      <a:gd name="connsiteY2" fmla="*/ 13488 h 16319"/>
                      <a:gd name="connsiteX3" fmla="*/ 200 w 43382"/>
                      <a:gd name="connsiteY3" fmla="*/ 14153 h 16319"/>
                      <a:gd name="connsiteX4" fmla="*/ 19041 w 43382"/>
                      <a:gd name="connsiteY4" fmla="*/ 2406 h 16319"/>
                      <a:gd name="connsiteX5" fmla="*/ 32872 w 43382"/>
                      <a:gd name="connsiteY5" fmla="*/ 101 h 16319"/>
                      <a:gd name="connsiteX6" fmla="*/ 43334 w 43382"/>
                      <a:gd name="connsiteY6" fmla="*/ 2539 h 16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382" h="16319">
                        <a:moveTo>
                          <a:pt x="43334" y="2539"/>
                        </a:moveTo>
                        <a:cubicBezTo>
                          <a:pt x="43866" y="4844"/>
                          <a:pt x="39921" y="7060"/>
                          <a:pt x="35221" y="9011"/>
                        </a:cubicBezTo>
                        <a:cubicBezTo>
                          <a:pt x="30522" y="10917"/>
                          <a:pt x="25025" y="12690"/>
                          <a:pt x="22277" y="13488"/>
                        </a:cubicBezTo>
                        <a:cubicBezTo>
                          <a:pt x="16647" y="14863"/>
                          <a:pt x="2195" y="18719"/>
                          <a:pt x="200" y="14153"/>
                        </a:cubicBezTo>
                        <a:cubicBezTo>
                          <a:pt x="-1928" y="9277"/>
                          <a:pt x="13499" y="3514"/>
                          <a:pt x="19041" y="2406"/>
                        </a:cubicBezTo>
                        <a:cubicBezTo>
                          <a:pt x="21789" y="1696"/>
                          <a:pt x="27597" y="455"/>
                          <a:pt x="32872" y="101"/>
                        </a:cubicBezTo>
                        <a:cubicBezTo>
                          <a:pt x="38059" y="-254"/>
                          <a:pt x="42802" y="278"/>
                          <a:pt x="43334" y="253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87" name="Forme libre : forme 21486">
                    <a:extLst>
                      <a:ext uri="{FF2B5EF4-FFF2-40B4-BE49-F238E27FC236}">
                        <a16:creationId xmlns:a16="http://schemas.microsoft.com/office/drawing/2014/main" id="{1D6F4541-469D-435F-82FE-DD658FDBCACF}"/>
                      </a:ext>
                    </a:extLst>
                  </p:cNvPr>
                  <p:cNvSpPr/>
                  <p:nvPr/>
                </p:nvSpPr>
                <p:spPr>
                  <a:xfrm>
                    <a:off x="5342507" y="1191571"/>
                    <a:ext cx="31740" cy="9646"/>
                  </a:xfrm>
                  <a:custGeom>
                    <a:avLst/>
                    <a:gdLst>
                      <a:gd name="connsiteX0" fmla="*/ 7979 w 31740"/>
                      <a:gd name="connsiteY0" fmla="*/ 0 h 9646"/>
                      <a:gd name="connsiteX1" fmla="*/ 398 w 31740"/>
                      <a:gd name="connsiteY1" fmla="*/ 7669 h 9646"/>
                      <a:gd name="connsiteX2" fmla="*/ 22918 w 31740"/>
                      <a:gd name="connsiteY2" fmla="*/ 6827 h 9646"/>
                      <a:gd name="connsiteX3" fmla="*/ 31740 w 31740"/>
                      <a:gd name="connsiteY3" fmla="*/ 3724 h 9646"/>
                      <a:gd name="connsiteX4" fmla="*/ 26819 w 31740"/>
                      <a:gd name="connsiteY4" fmla="*/ 4655 h 9646"/>
                      <a:gd name="connsiteX5" fmla="*/ 7979 w 31740"/>
                      <a:gd name="connsiteY5" fmla="*/ 0 h 9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740" h="9646">
                        <a:moveTo>
                          <a:pt x="7979" y="0"/>
                        </a:moveTo>
                        <a:cubicBezTo>
                          <a:pt x="5540" y="1729"/>
                          <a:pt x="-1774" y="5009"/>
                          <a:pt x="398" y="7669"/>
                        </a:cubicBezTo>
                        <a:cubicBezTo>
                          <a:pt x="3812" y="11703"/>
                          <a:pt x="15825" y="8600"/>
                          <a:pt x="22918" y="6827"/>
                        </a:cubicBezTo>
                        <a:cubicBezTo>
                          <a:pt x="24957" y="6251"/>
                          <a:pt x="29523" y="4699"/>
                          <a:pt x="31740" y="3724"/>
                        </a:cubicBezTo>
                        <a:cubicBezTo>
                          <a:pt x="30366" y="3990"/>
                          <a:pt x="28149" y="4610"/>
                          <a:pt x="26819" y="4655"/>
                        </a:cubicBezTo>
                        <a:cubicBezTo>
                          <a:pt x="19283" y="4832"/>
                          <a:pt x="10239" y="5187"/>
                          <a:pt x="797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88" name="Forme libre : forme 21487">
                    <a:extLst>
                      <a:ext uri="{FF2B5EF4-FFF2-40B4-BE49-F238E27FC236}">
                        <a16:creationId xmlns:a16="http://schemas.microsoft.com/office/drawing/2014/main" id="{87F4D0B7-2161-4FF8-9955-6B232CE50738}"/>
                      </a:ext>
                    </a:extLst>
                  </p:cNvPr>
                  <p:cNvSpPr/>
                  <p:nvPr/>
                </p:nvSpPr>
                <p:spPr>
                  <a:xfrm>
                    <a:off x="5345512" y="1185528"/>
                    <a:ext cx="43374" cy="16395"/>
                  </a:xfrm>
                  <a:custGeom>
                    <a:avLst/>
                    <a:gdLst>
                      <a:gd name="connsiteX0" fmla="*/ 43364 w 43374"/>
                      <a:gd name="connsiteY0" fmla="*/ 2719 h 16395"/>
                      <a:gd name="connsiteX1" fmla="*/ 22041 w 43374"/>
                      <a:gd name="connsiteY1" fmla="*/ 13713 h 16395"/>
                      <a:gd name="connsiteX2" fmla="*/ 230 w 43374"/>
                      <a:gd name="connsiteY2" fmla="*/ 14023 h 16395"/>
                      <a:gd name="connsiteX3" fmla="*/ 6791 w 43374"/>
                      <a:gd name="connsiteY3" fmla="*/ 6886 h 16395"/>
                      <a:gd name="connsiteX4" fmla="*/ 19027 w 43374"/>
                      <a:gd name="connsiteY4" fmla="*/ 2541 h 16395"/>
                      <a:gd name="connsiteX5" fmla="*/ 33301 w 43374"/>
                      <a:gd name="connsiteY5" fmla="*/ 103 h 16395"/>
                      <a:gd name="connsiteX6" fmla="*/ 43364 w 43374"/>
                      <a:gd name="connsiteY6" fmla="*/ 2719 h 16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374" h="16395">
                        <a:moveTo>
                          <a:pt x="43364" y="2719"/>
                        </a:moveTo>
                        <a:cubicBezTo>
                          <a:pt x="42832" y="7506"/>
                          <a:pt x="27937" y="11762"/>
                          <a:pt x="22041" y="13713"/>
                        </a:cubicBezTo>
                        <a:cubicBezTo>
                          <a:pt x="16056" y="15397"/>
                          <a:pt x="2580" y="18633"/>
                          <a:pt x="230" y="14023"/>
                        </a:cubicBezTo>
                        <a:cubicBezTo>
                          <a:pt x="-922" y="11718"/>
                          <a:pt x="2403" y="9014"/>
                          <a:pt x="6791" y="6886"/>
                        </a:cubicBezTo>
                        <a:cubicBezTo>
                          <a:pt x="11136" y="4713"/>
                          <a:pt x="16500" y="3251"/>
                          <a:pt x="19027" y="2541"/>
                        </a:cubicBezTo>
                        <a:cubicBezTo>
                          <a:pt x="21554" y="1876"/>
                          <a:pt x="27760" y="502"/>
                          <a:pt x="33301" y="103"/>
                        </a:cubicBezTo>
                        <a:cubicBezTo>
                          <a:pt x="38798" y="-252"/>
                          <a:pt x="43630" y="236"/>
                          <a:pt x="43364" y="271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89" name="Forme libre : forme 21488">
                    <a:extLst>
                      <a:ext uri="{FF2B5EF4-FFF2-40B4-BE49-F238E27FC236}">
                        <a16:creationId xmlns:a16="http://schemas.microsoft.com/office/drawing/2014/main" id="{6FD7EC66-8B8A-41B4-A405-C790B3666ADD}"/>
                      </a:ext>
                    </a:extLst>
                  </p:cNvPr>
                  <p:cNvSpPr/>
                  <p:nvPr/>
                </p:nvSpPr>
                <p:spPr>
                  <a:xfrm>
                    <a:off x="5322743" y="1192138"/>
                    <a:ext cx="55194" cy="19029"/>
                  </a:xfrm>
                  <a:custGeom>
                    <a:avLst/>
                    <a:gdLst>
                      <a:gd name="connsiteX0" fmla="*/ 1721 w 55194"/>
                      <a:gd name="connsiteY0" fmla="*/ 15969 h 19029"/>
                      <a:gd name="connsiteX1" fmla="*/ 9213 w 55194"/>
                      <a:gd name="connsiteY1" fmla="*/ 18407 h 19029"/>
                      <a:gd name="connsiteX2" fmla="*/ 29871 w 55194"/>
                      <a:gd name="connsiteY2" fmla="*/ 18097 h 19029"/>
                      <a:gd name="connsiteX3" fmla="*/ 49111 w 55194"/>
                      <a:gd name="connsiteY3" fmla="*/ 11181 h 19029"/>
                      <a:gd name="connsiteX4" fmla="*/ 54741 w 55194"/>
                      <a:gd name="connsiteY4" fmla="*/ 3202 h 19029"/>
                      <a:gd name="connsiteX5" fmla="*/ 47470 w 55194"/>
                      <a:gd name="connsiteY5" fmla="*/ 2182 h 19029"/>
                      <a:gd name="connsiteX6" fmla="*/ 27433 w 55194"/>
                      <a:gd name="connsiteY6" fmla="*/ 1162 h 19029"/>
                      <a:gd name="connsiteX7" fmla="*/ 6863 w 55194"/>
                      <a:gd name="connsiteY7" fmla="*/ 2670 h 19029"/>
                      <a:gd name="connsiteX8" fmla="*/ 1721 w 55194"/>
                      <a:gd name="connsiteY8" fmla="*/ 15969 h 19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194" h="19029">
                        <a:moveTo>
                          <a:pt x="1721" y="15969"/>
                        </a:moveTo>
                        <a:cubicBezTo>
                          <a:pt x="4203" y="17964"/>
                          <a:pt x="5489" y="18141"/>
                          <a:pt x="9213" y="18407"/>
                        </a:cubicBezTo>
                        <a:cubicBezTo>
                          <a:pt x="16173" y="18851"/>
                          <a:pt x="21759" y="19693"/>
                          <a:pt x="29871" y="18097"/>
                        </a:cubicBezTo>
                        <a:cubicBezTo>
                          <a:pt x="36609" y="16811"/>
                          <a:pt x="43880" y="14240"/>
                          <a:pt x="49111" y="11181"/>
                        </a:cubicBezTo>
                        <a:cubicBezTo>
                          <a:pt x="52967" y="8832"/>
                          <a:pt x="56470" y="5729"/>
                          <a:pt x="54741" y="3202"/>
                        </a:cubicBezTo>
                        <a:cubicBezTo>
                          <a:pt x="53677" y="1650"/>
                          <a:pt x="50308" y="2226"/>
                          <a:pt x="47470" y="2182"/>
                        </a:cubicBezTo>
                        <a:cubicBezTo>
                          <a:pt x="40776" y="1916"/>
                          <a:pt x="34437" y="2271"/>
                          <a:pt x="27433" y="1162"/>
                        </a:cubicBezTo>
                        <a:cubicBezTo>
                          <a:pt x="21537" y="364"/>
                          <a:pt x="14311" y="-1630"/>
                          <a:pt x="6863" y="2670"/>
                        </a:cubicBezTo>
                        <a:cubicBezTo>
                          <a:pt x="125" y="6660"/>
                          <a:pt x="-1781" y="13309"/>
                          <a:pt x="1721" y="1596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90" name="Forme libre : forme 21489">
                    <a:extLst>
                      <a:ext uri="{FF2B5EF4-FFF2-40B4-BE49-F238E27FC236}">
                        <a16:creationId xmlns:a16="http://schemas.microsoft.com/office/drawing/2014/main" id="{B7A546E6-4CBA-4C71-B6BF-9140040BAFFD}"/>
                      </a:ext>
                    </a:extLst>
                  </p:cNvPr>
                  <p:cNvSpPr/>
                  <p:nvPr/>
                </p:nvSpPr>
                <p:spPr>
                  <a:xfrm>
                    <a:off x="5331998" y="1188180"/>
                    <a:ext cx="16528" cy="10929"/>
                  </a:xfrm>
                  <a:custGeom>
                    <a:avLst/>
                    <a:gdLst>
                      <a:gd name="connsiteX0" fmla="*/ 1154 w 16528"/>
                      <a:gd name="connsiteY0" fmla="*/ 8533 h 10929"/>
                      <a:gd name="connsiteX1" fmla="*/ 2 w 16528"/>
                      <a:gd name="connsiteY1" fmla="*/ 10351 h 10929"/>
                      <a:gd name="connsiteX2" fmla="*/ 1731 w 16528"/>
                      <a:gd name="connsiteY2" fmla="*/ 10839 h 10929"/>
                      <a:gd name="connsiteX3" fmla="*/ 4878 w 16528"/>
                      <a:gd name="connsiteY3" fmla="*/ 9509 h 10929"/>
                      <a:gd name="connsiteX4" fmla="*/ 12281 w 16528"/>
                      <a:gd name="connsiteY4" fmla="*/ 5563 h 10929"/>
                      <a:gd name="connsiteX5" fmla="*/ 14853 w 16528"/>
                      <a:gd name="connsiteY5" fmla="*/ 3879 h 10929"/>
                      <a:gd name="connsiteX6" fmla="*/ 11838 w 16528"/>
                      <a:gd name="connsiteY6" fmla="*/ 776 h 10929"/>
                      <a:gd name="connsiteX7" fmla="*/ 1154 w 16528"/>
                      <a:gd name="connsiteY7" fmla="*/ 8533 h 10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528" h="10929">
                        <a:moveTo>
                          <a:pt x="1154" y="8533"/>
                        </a:moveTo>
                        <a:cubicBezTo>
                          <a:pt x="489" y="9198"/>
                          <a:pt x="46" y="9686"/>
                          <a:pt x="2" y="10351"/>
                        </a:cubicBezTo>
                        <a:cubicBezTo>
                          <a:pt x="-43" y="10972"/>
                          <a:pt x="800" y="11016"/>
                          <a:pt x="1731" y="10839"/>
                        </a:cubicBezTo>
                        <a:cubicBezTo>
                          <a:pt x="2662" y="10617"/>
                          <a:pt x="3903" y="10041"/>
                          <a:pt x="4878" y="9509"/>
                        </a:cubicBezTo>
                        <a:cubicBezTo>
                          <a:pt x="7361" y="8312"/>
                          <a:pt x="9976" y="6937"/>
                          <a:pt x="12281" y="5563"/>
                        </a:cubicBezTo>
                        <a:cubicBezTo>
                          <a:pt x="13257" y="5031"/>
                          <a:pt x="14143" y="4544"/>
                          <a:pt x="14853" y="3879"/>
                        </a:cubicBezTo>
                        <a:cubicBezTo>
                          <a:pt x="17778" y="1174"/>
                          <a:pt x="16936" y="-1308"/>
                          <a:pt x="11838" y="776"/>
                        </a:cubicBezTo>
                        <a:cubicBezTo>
                          <a:pt x="7893" y="2416"/>
                          <a:pt x="3770" y="5741"/>
                          <a:pt x="1154" y="853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91" name="Forme libre : forme 21490">
                    <a:extLst>
                      <a:ext uri="{FF2B5EF4-FFF2-40B4-BE49-F238E27FC236}">
                        <a16:creationId xmlns:a16="http://schemas.microsoft.com/office/drawing/2014/main" id="{D5B63D3F-A8B7-4F7F-BA07-34721EE9B7C4}"/>
                      </a:ext>
                    </a:extLst>
                  </p:cNvPr>
                  <p:cNvSpPr/>
                  <p:nvPr/>
                </p:nvSpPr>
                <p:spPr>
                  <a:xfrm>
                    <a:off x="5378193" y="1187582"/>
                    <a:ext cx="24071" cy="17953"/>
                  </a:xfrm>
                  <a:custGeom>
                    <a:avLst/>
                    <a:gdLst>
                      <a:gd name="connsiteX0" fmla="*/ 24072 w 24071"/>
                      <a:gd name="connsiteY0" fmla="*/ 0 h 17953"/>
                      <a:gd name="connsiteX1" fmla="*/ 0 w 24071"/>
                      <a:gd name="connsiteY1" fmla="*/ 17954 h 17953"/>
                      <a:gd name="connsiteX2" fmla="*/ 24072 w 24071"/>
                      <a:gd name="connsiteY2" fmla="*/ 0 h 17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4071" h="17953">
                        <a:moveTo>
                          <a:pt x="24072" y="0"/>
                        </a:moveTo>
                        <a:cubicBezTo>
                          <a:pt x="21013" y="6960"/>
                          <a:pt x="7847" y="13432"/>
                          <a:pt x="0" y="17954"/>
                        </a:cubicBezTo>
                        <a:cubicBezTo>
                          <a:pt x="8600" y="13122"/>
                          <a:pt x="17688" y="5896"/>
                          <a:pt x="240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92" name="Forme libre : forme 21491">
                    <a:extLst>
                      <a:ext uri="{FF2B5EF4-FFF2-40B4-BE49-F238E27FC236}">
                        <a16:creationId xmlns:a16="http://schemas.microsoft.com/office/drawing/2014/main" id="{4C1C8165-1F73-4A4D-B326-7BBACDF3BE46}"/>
                      </a:ext>
                    </a:extLst>
                  </p:cNvPr>
                  <p:cNvSpPr/>
                  <p:nvPr/>
                </p:nvSpPr>
                <p:spPr>
                  <a:xfrm>
                    <a:off x="5312760" y="1182971"/>
                    <a:ext cx="25357" cy="26110"/>
                  </a:xfrm>
                  <a:custGeom>
                    <a:avLst/>
                    <a:gdLst>
                      <a:gd name="connsiteX0" fmla="*/ 25357 w 25357"/>
                      <a:gd name="connsiteY0" fmla="*/ 0 h 26110"/>
                      <a:gd name="connsiteX1" fmla="*/ 9487 w 25357"/>
                      <a:gd name="connsiteY1" fmla="*/ 11260 h 26110"/>
                      <a:gd name="connsiteX2" fmla="*/ 3901 w 25357"/>
                      <a:gd name="connsiteY2" fmla="*/ 18397 h 26110"/>
                      <a:gd name="connsiteX3" fmla="*/ 0 w 25357"/>
                      <a:gd name="connsiteY3" fmla="*/ 26111 h 26110"/>
                      <a:gd name="connsiteX4" fmla="*/ 25357 w 25357"/>
                      <a:gd name="connsiteY4" fmla="*/ 0 h 26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357" h="26110">
                        <a:moveTo>
                          <a:pt x="25357" y="0"/>
                        </a:moveTo>
                        <a:cubicBezTo>
                          <a:pt x="19151" y="2748"/>
                          <a:pt x="13743" y="6738"/>
                          <a:pt x="9487" y="11260"/>
                        </a:cubicBezTo>
                        <a:cubicBezTo>
                          <a:pt x="7315" y="13521"/>
                          <a:pt x="5497" y="16003"/>
                          <a:pt x="3901" y="18397"/>
                        </a:cubicBezTo>
                        <a:cubicBezTo>
                          <a:pt x="2305" y="20880"/>
                          <a:pt x="887" y="23540"/>
                          <a:pt x="0" y="26111"/>
                        </a:cubicBezTo>
                        <a:cubicBezTo>
                          <a:pt x="3236" y="16003"/>
                          <a:pt x="15338" y="6073"/>
                          <a:pt x="2535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93" name="Forme libre : forme 21492">
                    <a:extLst>
                      <a:ext uri="{FF2B5EF4-FFF2-40B4-BE49-F238E27FC236}">
                        <a16:creationId xmlns:a16="http://schemas.microsoft.com/office/drawing/2014/main" id="{52B26886-A3BC-45A2-B4BD-AAF457646597}"/>
                      </a:ext>
                    </a:extLst>
                  </p:cNvPr>
                  <p:cNvSpPr/>
                  <p:nvPr/>
                </p:nvSpPr>
                <p:spPr>
                  <a:xfrm>
                    <a:off x="5359425" y="1186969"/>
                    <a:ext cx="16561" cy="4680"/>
                  </a:xfrm>
                  <a:custGeom>
                    <a:avLst/>
                    <a:gdLst>
                      <a:gd name="connsiteX0" fmla="*/ 16507 w 16561"/>
                      <a:gd name="connsiteY0" fmla="*/ 1278 h 4680"/>
                      <a:gd name="connsiteX1" fmla="*/ 7153 w 16561"/>
                      <a:gd name="connsiteY1" fmla="*/ 4292 h 4680"/>
                      <a:gd name="connsiteX2" fmla="*/ 60 w 16561"/>
                      <a:gd name="connsiteY2" fmla="*/ 3405 h 4680"/>
                      <a:gd name="connsiteX3" fmla="*/ 8882 w 16561"/>
                      <a:gd name="connsiteY3" fmla="*/ 391 h 4680"/>
                      <a:gd name="connsiteX4" fmla="*/ 16507 w 16561"/>
                      <a:gd name="connsiteY4" fmla="*/ 1278 h 46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1" h="4680">
                        <a:moveTo>
                          <a:pt x="16507" y="1278"/>
                        </a:moveTo>
                        <a:cubicBezTo>
                          <a:pt x="15798" y="3051"/>
                          <a:pt x="9192" y="3982"/>
                          <a:pt x="7153" y="4292"/>
                        </a:cubicBezTo>
                        <a:cubicBezTo>
                          <a:pt x="5114" y="4558"/>
                          <a:pt x="-649" y="5356"/>
                          <a:pt x="60" y="3405"/>
                        </a:cubicBezTo>
                        <a:cubicBezTo>
                          <a:pt x="769" y="1411"/>
                          <a:pt x="6931" y="568"/>
                          <a:pt x="8882" y="391"/>
                        </a:cubicBezTo>
                        <a:cubicBezTo>
                          <a:pt x="10788" y="36"/>
                          <a:pt x="17216" y="-584"/>
                          <a:pt x="16507" y="127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94" name="Forme libre : forme 21493">
                    <a:extLst>
                      <a:ext uri="{FF2B5EF4-FFF2-40B4-BE49-F238E27FC236}">
                        <a16:creationId xmlns:a16="http://schemas.microsoft.com/office/drawing/2014/main" id="{E48D1D45-86C5-416F-AEF3-DE311EEF9496}"/>
                      </a:ext>
                    </a:extLst>
                  </p:cNvPr>
                  <p:cNvSpPr/>
                  <p:nvPr/>
                </p:nvSpPr>
                <p:spPr>
                  <a:xfrm>
                    <a:off x="5373716" y="1186856"/>
                    <a:ext cx="4695" cy="1824"/>
                  </a:xfrm>
                  <a:custGeom>
                    <a:avLst/>
                    <a:gdLst>
                      <a:gd name="connsiteX0" fmla="*/ 4654 w 4695"/>
                      <a:gd name="connsiteY0" fmla="*/ 372 h 1824"/>
                      <a:gd name="connsiteX1" fmla="*/ 2704 w 4695"/>
                      <a:gd name="connsiteY1" fmla="*/ 1613 h 1824"/>
                      <a:gd name="connsiteX2" fmla="*/ 44 w 4695"/>
                      <a:gd name="connsiteY2" fmla="*/ 1435 h 1824"/>
                      <a:gd name="connsiteX3" fmla="*/ 1950 w 4695"/>
                      <a:gd name="connsiteY3" fmla="*/ 194 h 1824"/>
                      <a:gd name="connsiteX4" fmla="*/ 4654 w 4695"/>
                      <a:gd name="connsiteY4" fmla="*/ 372 h 1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5" h="1824">
                        <a:moveTo>
                          <a:pt x="4654" y="372"/>
                        </a:moveTo>
                        <a:cubicBezTo>
                          <a:pt x="4964" y="948"/>
                          <a:pt x="3457" y="1435"/>
                          <a:pt x="2704" y="1613"/>
                        </a:cubicBezTo>
                        <a:cubicBezTo>
                          <a:pt x="1950" y="1790"/>
                          <a:pt x="354" y="2056"/>
                          <a:pt x="44" y="1435"/>
                        </a:cubicBezTo>
                        <a:cubicBezTo>
                          <a:pt x="-267" y="815"/>
                          <a:pt x="1152" y="372"/>
                          <a:pt x="1950" y="194"/>
                        </a:cubicBezTo>
                        <a:cubicBezTo>
                          <a:pt x="2704" y="17"/>
                          <a:pt x="4344" y="-205"/>
                          <a:pt x="4654" y="3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95" name="Forme libre : forme 21494">
                    <a:extLst>
                      <a:ext uri="{FF2B5EF4-FFF2-40B4-BE49-F238E27FC236}">
                        <a16:creationId xmlns:a16="http://schemas.microsoft.com/office/drawing/2014/main" id="{13B42E73-8B2E-4561-8F61-435401C810A4}"/>
                      </a:ext>
                    </a:extLst>
                  </p:cNvPr>
                  <p:cNvSpPr/>
                  <p:nvPr/>
                </p:nvSpPr>
                <p:spPr>
                  <a:xfrm>
                    <a:off x="5356642" y="1175156"/>
                    <a:ext cx="43369" cy="11732"/>
                  </a:xfrm>
                  <a:custGeom>
                    <a:avLst/>
                    <a:gdLst>
                      <a:gd name="connsiteX0" fmla="*/ 31880 w 43369"/>
                      <a:gd name="connsiteY0" fmla="*/ 3338 h 11732"/>
                      <a:gd name="connsiteX1" fmla="*/ 43007 w 43369"/>
                      <a:gd name="connsiteY1" fmla="*/ 8569 h 11732"/>
                      <a:gd name="connsiteX2" fmla="*/ 40569 w 43369"/>
                      <a:gd name="connsiteY2" fmla="*/ 11628 h 11732"/>
                      <a:gd name="connsiteX3" fmla="*/ 35471 w 43369"/>
                      <a:gd name="connsiteY3" fmla="*/ 10786 h 11732"/>
                      <a:gd name="connsiteX4" fmla="*/ 19867 w 43369"/>
                      <a:gd name="connsiteY4" fmla="*/ 7594 h 11732"/>
                      <a:gd name="connsiteX5" fmla="*/ 7897 w 43369"/>
                      <a:gd name="connsiteY5" fmla="*/ 7904 h 11732"/>
                      <a:gd name="connsiteX6" fmla="*/ 184 w 43369"/>
                      <a:gd name="connsiteY6" fmla="*/ 5555 h 11732"/>
                      <a:gd name="connsiteX7" fmla="*/ 21329 w 43369"/>
                      <a:gd name="connsiteY7" fmla="*/ 102 h 11732"/>
                      <a:gd name="connsiteX8" fmla="*/ 31880 w 43369"/>
                      <a:gd name="connsiteY8" fmla="*/ 3338 h 11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369" h="11732">
                        <a:moveTo>
                          <a:pt x="31880" y="3338"/>
                        </a:moveTo>
                        <a:cubicBezTo>
                          <a:pt x="36624" y="4668"/>
                          <a:pt x="40037" y="5865"/>
                          <a:pt x="43007" y="8569"/>
                        </a:cubicBezTo>
                        <a:cubicBezTo>
                          <a:pt x="44071" y="9589"/>
                          <a:pt x="42653" y="11274"/>
                          <a:pt x="40569" y="11628"/>
                        </a:cubicBezTo>
                        <a:cubicBezTo>
                          <a:pt x="38441" y="11983"/>
                          <a:pt x="37023" y="11362"/>
                          <a:pt x="35471" y="10786"/>
                        </a:cubicBezTo>
                        <a:cubicBezTo>
                          <a:pt x="30683" y="9013"/>
                          <a:pt x="25585" y="8170"/>
                          <a:pt x="19867" y="7594"/>
                        </a:cubicBezTo>
                        <a:cubicBezTo>
                          <a:pt x="18093" y="7417"/>
                          <a:pt x="12641" y="7816"/>
                          <a:pt x="7897" y="7904"/>
                        </a:cubicBezTo>
                        <a:cubicBezTo>
                          <a:pt x="3154" y="7993"/>
                          <a:pt x="-925" y="7727"/>
                          <a:pt x="184" y="5555"/>
                        </a:cubicBezTo>
                        <a:cubicBezTo>
                          <a:pt x="2400" y="1077"/>
                          <a:pt x="16542" y="-430"/>
                          <a:pt x="21329" y="102"/>
                        </a:cubicBezTo>
                        <a:cubicBezTo>
                          <a:pt x="26161" y="634"/>
                          <a:pt x="28289" y="2274"/>
                          <a:pt x="31880" y="333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46" name="Graphique 2">
                  <a:extLst>
                    <a:ext uri="{FF2B5EF4-FFF2-40B4-BE49-F238E27FC236}">
                      <a16:creationId xmlns:a16="http://schemas.microsoft.com/office/drawing/2014/main" id="{DF57E122-10BB-4E73-B665-D7F3F75A25B5}"/>
                    </a:ext>
                  </a:extLst>
                </p:cNvPr>
                <p:cNvGrpSpPr/>
                <p:nvPr/>
              </p:nvGrpSpPr>
              <p:grpSpPr>
                <a:xfrm>
                  <a:off x="5404481" y="1166382"/>
                  <a:ext cx="95912" cy="39177"/>
                  <a:chOff x="5404481" y="1166382"/>
                  <a:chExt cx="95912" cy="39177"/>
                </a:xfrm>
                <a:solidFill>
                  <a:schemeClr val="accent1"/>
                </a:solidFill>
              </p:grpSpPr>
              <p:sp>
                <p:nvSpPr>
                  <p:cNvPr id="21472" name="Forme libre : forme 21471">
                    <a:extLst>
                      <a:ext uri="{FF2B5EF4-FFF2-40B4-BE49-F238E27FC236}">
                        <a16:creationId xmlns:a16="http://schemas.microsoft.com/office/drawing/2014/main" id="{D87337D6-77E5-4BC5-AAFA-FC0B92D0AF33}"/>
                      </a:ext>
                    </a:extLst>
                  </p:cNvPr>
                  <p:cNvSpPr/>
                  <p:nvPr/>
                </p:nvSpPr>
                <p:spPr>
                  <a:xfrm>
                    <a:off x="5404481" y="1166382"/>
                    <a:ext cx="95912" cy="39177"/>
                  </a:xfrm>
                  <a:custGeom>
                    <a:avLst/>
                    <a:gdLst>
                      <a:gd name="connsiteX0" fmla="*/ 61974 w 95912"/>
                      <a:gd name="connsiteY0" fmla="*/ 38666 h 39177"/>
                      <a:gd name="connsiteX1" fmla="*/ 46857 w 95912"/>
                      <a:gd name="connsiteY1" fmla="*/ 36716 h 39177"/>
                      <a:gd name="connsiteX2" fmla="*/ 31652 w 95912"/>
                      <a:gd name="connsiteY2" fmla="*/ 34987 h 39177"/>
                      <a:gd name="connsiteX3" fmla="*/ 15116 w 95912"/>
                      <a:gd name="connsiteY3" fmla="*/ 30598 h 39177"/>
                      <a:gd name="connsiteX4" fmla="*/ 2349 w 95912"/>
                      <a:gd name="connsiteY4" fmla="*/ 22264 h 39177"/>
                      <a:gd name="connsiteX5" fmla="*/ 1861 w 95912"/>
                      <a:gd name="connsiteY5" fmla="*/ 12245 h 39177"/>
                      <a:gd name="connsiteX6" fmla="*/ 15338 w 95912"/>
                      <a:gd name="connsiteY6" fmla="*/ 3246 h 39177"/>
                      <a:gd name="connsiteX7" fmla="*/ 34711 w 95912"/>
                      <a:gd name="connsiteY7" fmla="*/ 10 h 39177"/>
                      <a:gd name="connsiteX8" fmla="*/ 66851 w 95912"/>
                      <a:gd name="connsiteY8" fmla="*/ 3955 h 39177"/>
                      <a:gd name="connsiteX9" fmla="*/ 94646 w 95912"/>
                      <a:gd name="connsiteY9" fmla="*/ 23283 h 39177"/>
                      <a:gd name="connsiteX10" fmla="*/ 93272 w 95912"/>
                      <a:gd name="connsiteY10" fmla="*/ 33036 h 39177"/>
                      <a:gd name="connsiteX11" fmla="*/ 61974 w 95912"/>
                      <a:gd name="connsiteY11" fmla="*/ 38666 h 39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5912" h="39177">
                        <a:moveTo>
                          <a:pt x="61974" y="38666"/>
                        </a:moveTo>
                        <a:cubicBezTo>
                          <a:pt x="58339" y="38179"/>
                          <a:pt x="52620" y="37469"/>
                          <a:pt x="46857" y="36716"/>
                        </a:cubicBezTo>
                        <a:cubicBezTo>
                          <a:pt x="41139" y="36051"/>
                          <a:pt x="35420" y="35430"/>
                          <a:pt x="31652" y="34987"/>
                        </a:cubicBezTo>
                        <a:cubicBezTo>
                          <a:pt x="24736" y="34100"/>
                          <a:pt x="19771" y="32770"/>
                          <a:pt x="15116" y="30598"/>
                        </a:cubicBezTo>
                        <a:cubicBezTo>
                          <a:pt x="10506" y="28515"/>
                          <a:pt x="6560" y="25677"/>
                          <a:pt x="2349" y="22264"/>
                        </a:cubicBezTo>
                        <a:cubicBezTo>
                          <a:pt x="-532" y="19959"/>
                          <a:pt x="-843" y="14861"/>
                          <a:pt x="1861" y="12245"/>
                        </a:cubicBezTo>
                        <a:cubicBezTo>
                          <a:pt x="5763" y="8477"/>
                          <a:pt x="10018" y="5418"/>
                          <a:pt x="15338" y="3246"/>
                        </a:cubicBezTo>
                        <a:cubicBezTo>
                          <a:pt x="20613" y="1118"/>
                          <a:pt x="27086" y="-123"/>
                          <a:pt x="34711" y="10"/>
                        </a:cubicBezTo>
                        <a:cubicBezTo>
                          <a:pt x="42912" y="10"/>
                          <a:pt x="58871" y="2049"/>
                          <a:pt x="66851" y="3955"/>
                        </a:cubicBezTo>
                        <a:cubicBezTo>
                          <a:pt x="81879" y="7324"/>
                          <a:pt x="88750" y="14417"/>
                          <a:pt x="94646" y="23283"/>
                        </a:cubicBezTo>
                        <a:cubicBezTo>
                          <a:pt x="96685" y="26387"/>
                          <a:pt x="96286" y="31307"/>
                          <a:pt x="93272" y="33036"/>
                        </a:cubicBezTo>
                        <a:cubicBezTo>
                          <a:pt x="84494" y="38046"/>
                          <a:pt x="75539" y="40262"/>
                          <a:pt x="61974" y="3866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73" name="Forme libre : forme 21472">
                    <a:extLst>
                      <a:ext uri="{FF2B5EF4-FFF2-40B4-BE49-F238E27FC236}">
                        <a16:creationId xmlns:a16="http://schemas.microsoft.com/office/drawing/2014/main" id="{B6A128B4-DC17-45E0-A2DA-92DA45797D3C}"/>
                      </a:ext>
                    </a:extLst>
                  </p:cNvPr>
                  <p:cNvSpPr/>
                  <p:nvPr/>
                </p:nvSpPr>
                <p:spPr>
                  <a:xfrm>
                    <a:off x="5404614" y="1184700"/>
                    <a:ext cx="93228" cy="20748"/>
                  </a:xfrm>
                  <a:custGeom>
                    <a:avLst/>
                    <a:gdLst>
                      <a:gd name="connsiteX0" fmla="*/ 37194 w 93228"/>
                      <a:gd name="connsiteY0" fmla="*/ 4477 h 20748"/>
                      <a:gd name="connsiteX1" fmla="*/ 0 w 93228"/>
                      <a:gd name="connsiteY1" fmla="*/ 0 h 20748"/>
                      <a:gd name="connsiteX2" fmla="*/ 2172 w 93228"/>
                      <a:gd name="connsiteY2" fmla="*/ 3857 h 20748"/>
                      <a:gd name="connsiteX3" fmla="*/ 6472 w 93228"/>
                      <a:gd name="connsiteY3" fmla="*/ 7137 h 20748"/>
                      <a:gd name="connsiteX4" fmla="*/ 19993 w 93228"/>
                      <a:gd name="connsiteY4" fmla="*/ 14097 h 20748"/>
                      <a:gd name="connsiteX5" fmla="*/ 31475 w 93228"/>
                      <a:gd name="connsiteY5" fmla="*/ 16535 h 20748"/>
                      <a:gd name="connsiteX6" fmla="*/ 36307 w 93228"/>
                      <a:gd name="connsiteY6" fmla="*/ 17067 h 20748"/>
                      <a:gd name="connsiteX7" fmla="*/ 59536 w 93228"/>
                      <a:gd name="connsiteY7" fmla="*/ 19949 h 20748"/>
                      <a:gd name="connsiteX8" fmla="*/ 61797 w 93228"/>
                      <a:gd name="connsiteY8" fmla="*/ 20259 h 20748"/>
                      <a:gd name="connsiteX9" fmla="*/ 74698 w 93228"/>
                      <a:gd name="connsiteY9" fmla="*/ 20570 h 20748"/>
                      <a:gd name="connsiteX10" fmla="*/ 88928 w 93228"/>
                      <a:gd name="connsiteY10" fmla="*/ 16757 h 20748"/>
                      <a:gd name="connsiteX11" fmla="*/ 93095 w 93228"/>
                      <a:gd name="connsiteY11" fmla="*/ 14629 h 20748"/>
                      <a:gd name="connsiteX12" fmla="*/ 93228 w 93228"/>
                      <a:gd name="connsiteY12" fmla="*/ 14541 h 20748"/>
                      <a:gd name="connsiteX13" fmla="*/ 37194 w 93228"/>
                      <a:gd name="connsiteY13" fmla="*/ 4477 h 207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3228" h="20748">
                        <a:moveTo>
                          <a:pt x="37194" y="4477"/>
                        </a:moveTo>
                        <a:cubicBezTo>
                          <a:pt x="24249" y="3990"/>
                          <a:pt x="10772" y="4123"/>
                          <a:pt x="0" y="0"/>
                        </a:cubicBezTo>
                        <a:cubicBezTo>
                          <a:pt x="266" y="1507"/>
                          <a:pt x="1020" y="2926"/>
                          <a:pt x="2172" y="3857"/>
                        </a:cubicBezTo>
                        <a:cubicBezTo>
                          <a:pt x="3635" y="5009"/>
                          <a:pt x="5054" y="6118"/>
                          <a:pt x="6472" y="7137"/>
                        </a:cubicBezTo>
                        <a:cubicBezTo>
                          <a:pt x="10595" y="10063"/>
                          <a:pt x="14895" y="12457"/>
                          <a:pt x="19993" y="14097"/>
                        </a:cubicBezTo>
                        <a:cubicBezTo>
                          <a:pt x="23318" y="15161"/>
                          <a:pt x="26953" y="15959"/>
                          <a:pt x="31475" y="16535"/>
                        </a:cubicBezTo>
                        <a:cubicBezTo>
                          <a:pt x="32849" y="16713"/>
                          <a:pt x="34489" y="16890"/>
                          <a:pt x="36307" y="17067"/>
                        </a:cubicBezTo>
                        <a:cubicBezTo>
                          <a:pt x="43444" y="17777"/>
                          <a:pt x="53286" y="19062"/>
                          <a:pt x="59536" y="19949"/>
                        </a:cubicBezTo>
                        <a:cubicBezTo>
                          <a:pt x="60334" y="20038"/>
                          <a:pt x="61132" y="20171"/>
                          <a:pt x="61797" y="20259"/>
                        </a:cubicBezTo>
                        <a:cubicBezTo>
                          <a:pt x="66629" y="20791"/>
                          <a:pt x="70841" y="20880"/>
                          <a:pt x="74698" y="20570"/>
                        </a:cubicBezTo>
                        <a:cubicBezTo>
                          <a:pt x="79973" y="20038"/>
                          <a:pt x="84539" y="18663"/>
                          <a:pt x="88928" y="16757"/>
                        </a:cubicBezTo>
                        <a:cubicBezTo>
                          <a:pt x="90347" y="16137"/>
                          <a:pt x="91721" y="15427"/>
                          <a:pt x="93095" y="14629"/>
                        </a:cubicBezTo>
                        <a:lnTo>
                          <a:pt x="93228" y="14541"/>
                        </a:lnTo>
                        <a:cubicBezTo>
                          <a:pt x="75185" y="8999"/>
                          <a:pt x="55724" y="5009"/>
                          <a:pt x="37194" y="447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74" name="Forme libre : forme 21473">
                    <a:extLst>
                      <a:ext uri="{FF2B5EF4-FFF2-40B4-BE49-F238E27FC236}">
                        <a16:creationId xmlns:a16="http://schemas.microsoft.com/office/drawing/2014/main" id="{004B72C8-05D1-4EE8-AB17-2CCD78361CC1}"/>
                      </a:ext>
                    </a:extLst>
                  </p:cNvPr>
                  <p:cNvSpPr/>
                  <p:nvPr/>
                </p:nvSpPr>
                <p:spPr>
                  <a:xfrm>
                    <a:off x="5438128" y="1180309"/>
                    <a:ext cx="44186" cy="13589"/>
                  </a:xfrm>
                  <a:custGeom>
                    <a:avLst/>
                    <a:gdLst>
                      <a:gd name="connsiteX0" fmla="*/ 44154 w 44186"/>
                      <a:gd name="connsiteY0" fmla="*/ 10952 h 13589"/>
                      <a:gd name="connsiteX1" fmla="*/ 34135 w 44186"/>
                      <a:gd name="connsiteY1" fmla="*/ 13568 h 13589"/>
                      <a:gd name="connsiteX2" fmla="*/ 20481 w 44186"/>
                      <a:gd name="connsiteY2" fmla="*/ 12415 h 13589"/>
                      <a:gd name="connsiteX3" fmla="*/ 0 w 44186"/>
                      <a:gd name="connsiteY3" fmla="*/ 3992 h 13589"/>
                      <a:gd name="connsiteX4" fmla="*/ 21988 w 44186"/>
                      <a:gd name="connsiteY4" fmla="*/ 978 h 13589"/>
                      <a:gd name="connsiteX5" fmla="*/ 35553 w 44186"/>
                      <a:gd name="connsiteY5" fmla="*/ 4436 h 13589"/>
                      <a:gd name="connsiteX6" fmla="*/ 44154 w 44186"/>
                      <a:gd name="connsiteY6" fmla="*/ 10952 h 13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186" h="13589">
                        <a:moveTo>
                          <a:pt x="44154" y="10952"/>
                        </a:moveTo>
                        <a:cubicBezTo>
                          <a:pt x="43710" y="13258"/>
                          <a:pt x="39189" y="13701"/>
                          <a:pt x="34135" y="13568"/>
                        </a:cubicBezTo>
                        <a:cubicBezTo>
                          <a:pt x="29037" y="13479"/>
                          <a:pt x="23318" y="12814"/>
                          <a:pt x="20481" y="12415"/>
                        </a:cubicBezTo>
                        <a:cubicBezTo>
                          <a:pt x="14762" y="11484"/>
                          <a:pt x="-44" y="8957"/>
                          <a:pt x="0" y="3992"/>
                        </a:cubicBezTo>
                        <a:cubicBezTo>
                          <a:pt x="89" y="-1283"/>
                          <a:pt x="16447" y="-219"/>
                          <a:pt x="21988" y="978"/>
                        </a:cubicBezTo>
                        <a:cubicBezTo>
                          <a:pt x="24781" y="1466"/>
                          <a:pt x="30588" y="2663"/>
                          <a:pt x="35553" y="4436"/>
                        </a:cubicBezTo>
                        <a:cubicBezTo>
                          <a:pt x="40474" y="6298"/>
                          <a:pt x="44597" y="8603"/>
                          <a:pt x="44154" y="1095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75" name="Forme libre : forme 21474">
                    <a:extLst>
                      <a:ext uri="{FF2B5EF4-FFF2-40B4-BE49-F238E27FC236}">
                        <a16:creationId xmlns:a16="http://schemas.microsoft.com/office/drawing/2014/main" id="{F495CB3D-286A-406E-9713-AC5567ED16BC}"/>
                      </a:ext>
                    </a:extLst>
                  </p:cNvPr>
                  <p:cNvSpPr/>
                  <p:nvPr/>
                </p:nvSpPr>
                <p:spPr>
                  <a:xfrm>
                    <a:off x="5437800" y="1180489"/>
                    <a:ext cx="30339" cy="13077"/>
                  </a:xfrm>
                  <a:custGeom>
                    <a:avLst/>
                    <a:gdLst>
                      <a:gd name="connsiteX0" fmla="*/ 10125 w 30339"/>
                      <a:gd name="connsiteY0" fmla="*/ 0 h 13077"/>
                      <a:gd name="connsiteX1" fmla="*/ 62 w 30339"/>
                      <a:gd name="connsiteY1" fmla="*/ 3857 h 13077"/>
                      <a:gd name="connsiteX2" fmla="*/ 20986 w 30339"/>
                      <a:gd name="connsiteY2" fmla="*/ 12324 h 13077"/>
                      <a:gd name="connsiteX3" fmla="*/ 30340 w 30339"/>
                      <a:gd name="connsiteY3" fmla="*/ 13078 h 13077"/>
                      <a:gd name="connsiteX4" fmla="*/ 25463 w 30339"/>
                      <a:gd name="connsiteY4" fmla="*/ 11925 h 13077"/>
                      <a:gd name="connsiteX5" fmla="*/ 10125 w 30339"/>
                      <a:gd name="connsiteY5" fmla="*/ 0 h 13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39" h="13077">
                        <a:moveTo>
                          <a:pt x="10125" y="0"/>
                        </a:moveTo>
                        <a:cubicBezTo>
                          <a:pt x="7199" y="576"/>
                          <a:pt x="-780" y="532"/>
                          <a:pt x="62" y="3857"/>
                        </a:cubicBezTo>
                        <a:cubicBezTo>
                          <a:pt x="1480" y="8955"/>
                          <a:pt x="13805" y="11127"/>
                          <a:pt x="20986" y="12324"/>
                        </a:cubicBezTo>
                        <a:cubicBezTo>
                          <a:pt x="23070" y="12679"/>
                          <a:pt x="27902" y="13033"/>
                          <a:pt x="30340" y="13078"/>
                        </a:cubicBezTo>
                        <a:cubicBezTo>
                          <a:pt x="28966" y="12767"/>
                          <a:pt x="26705" y="12368"/>
                          <a:pt x="25463" y="11925"/>
                        </a:cubicBezTo>
                        <a:cubicBezTo>
                          <a:pt x="18459" y="9043"/>
                          <a:pt x="10036" y="5630"/>
                          <a:pt x="10125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76" name="Forme libre : forme 21475">
                    <a:extLst>
                      <a:ext uri="{FF2B5EF4-FFF2-40B4-BE49-F238E27FC236}">
                        <a16:creationId xmlns:a16="http://schemas.microsoft.com/office/drawing/2014/main" id="{993E35F3-9978-43AC-ACD9-5189F9FA07E4}"/>
                      </a:ext>
                    </a:extLst>
                  </p:cNvPr>
                  <p:cNvSpPr/>
                  <p:nvPr/>
                </p:nvSpPr>
                <p:spPr>
                  <a:xfrm>
                    <a:off x="5440343" y="1181969"/>
                    <a:ext cx="44228" cy="13521"/>
                  </a:xfrm>
                  <a:custGeom>
                    <a:avLst/>
                    <a:gdLst>
                      <a:gd name="connsiteX0" fmla="*/ 44022 w 44228"/>
                      <a:gd name="connsiteY0" fmla="*/ 11021 h 13521"/>
                      <a:gd name="connsiteX1" fmla="*/ 20083 w 44228"/>
                      <a:gd name="connsiteY1" fmla="*/ 12484 h 13521"/>
                      <a:gd name="connsiteX2" fmla="*/ 1 w 44228"/>
                      <a:gd name="connsiteY2" fmla="*/ 3839 h 13521"/>
                      <a:gd name="connsiteX3" fmla="*/ 8912 w 44228"/>
                      <a:gd name="connsiteY3" fmla="*/ 27 h 13521"/>
                      <a:gd name="connsiteX4" fmla="*/ 21812 w 44228"/>
                      <a:gd name="connsiteY4" fmla="*/ 1046 h 13521"/>
                      <a:gd name="connsiteX5" fmla="*/ 35821 w 44228"/>
                      <a:gd name="connsiteY5" fmla="*/ 4593 h 13521"/>
                      <a:gd name="connsiteX6" fmla="*/ 44022 w 44228"/>
                      <a:gd name="connsiteY6" fmla="*/ 11021 h 13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228" h="13521">
                        <a:moveTo>
                          <a:pt x="44022" y="11021"/>
                        </a:moveTo>
                        <a:cubicBezTo>
                          <a:pt x="41584" y="15143"/>
                          <a:pt x="26245" y="13060"/>
                          <a:pt x="20083" y="12484"/>
                        </a:cubicBezTo>
                        <a:cubicBezTo>
                          <a:pt x="13921" y="11597"/>
                          <a:pt x="223" y="8981"/>
                          <a:pt x="1" y="3839"/>
                        </a:cubicBezTo>
                        <a:cubicBezTo>
                          <a:pt x="-87" y="1223"/>
                          <a:pt x="4036" y="160"/>
                          <a:pt x="8912" y="27"/>
                        </a:cubicBezTo>
                        <a:cubicBezTo>
                          <a:pt x="13744" y="-151"/>
                          <a:pt x="19241" y="603"/>
                          <a:pt x="21812" y="1046"/>
                        </a:cubicBezTo>
                        <a:cubicBezTo>
                          <a:pt x="24383" y="1445"/>
                          <a:pt x="30634" y="2686"/>
                          <a:pt x="35821" y="4593"/>
                        </a:cubicBezTo>
                        <a:cubicBezTo>
                          <a:pt x="41052" y="6410"/>
                          <a:pt x="45219" y="8893"/>
                          <a:pt x="44022" y="1102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77" name="Forme libre : forme 21476">
                    <a:extLst>
                      <a:ext uri="{FF2B5EF4-FFF2-40B4-BE49-F238E27FC236}">
                        <a16:creationId xmlns:a16="http://schemas.microsoft.com/office/drawing/2014/main" id="{3A1E5796-C302-45E0-A4AE-36574E19B531}"/>
                      </a:ext>
                    </a:extLst>
                  </p:cNvPr>
                  <p:cNvSpPr/>
                  <p:nvPr/>
                </p:nvSpPr>
                <p:spPr>
                  <a:xfrm>
                    <a:off x="5416946" y="1174706"/>
                    <a:ext cx="54170" cy="25469"/>
                  </a:xfrm>
                  <a:custGeom>
                    <a:avLst/>
                    <a:gdLst>
                      <a:gd name="connsiteX0" fmla="*/ 435 w 54170"/>
                      <a:gd name="connsiteY0" fmla="*/ 9728 h 25469"/>
                      <a:gd name="connsiteX1" fmla="*/ 6154 w 54170"/>
                      <a:gd name="connsiteY1" fmla="*/ 15225 h 25469"/>
                      <a:gd name="connsiteX2" fmla="*/ 25216 w 54170"/>
                      <a:gd name="connsiteY2" fmla="*/ 23648 h 25469"/>
                      <a:gd name="connsiteX3" fmla="*/ 45742 w 54170"/>
                      <a:gd name="connsiteY3" fmla="*/ 25199 h 25469"/>
                      <a:gd name="connsiteX4" fmla="*/ 54120 w 54170"/>
                      <a:gd name="connsiteY4" fmla="*/ 20190 h 25469"/>
                      <a:gd name="connsiteX5" fmla="*/ 47869 w 54170"/>
                      <a:gd name="connsiteY5" fmla="*/ 16333 h 25469"/>
                      <a:gd name="connsiteX6" fmla="*/ 29960 w 54170"/>
                      <a:gd name="connsiteY6" fmla="*/ 7290 h 25469"/>
                      <a:gd name="connsiteX7" fmla="*/ 10720 w 54170"/>
                      <a:gd name="connsiteY7" fmla="*/ 64 h 25469"/>
                      <a:gd name="connsiteX8" fmla="*/ 435 w 54170"/>
                      <a:gd name="connsiteY8" fmla="*/ 9728 h 25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170" h="25469">
                        <a:moveTo>
                          <a:pt x="435" y="9728"/>
                        </a:moveTo>
                        <a:cubicBezTo>
                          <a:pt x="1721" y="12609"/>
                          <a:pt x="2874" y="13407"/>
                          <a:pt x="6154" y="15225"/>
                        </a:cubicBezTo>
                        <a:cubicBezTo>
                          <a:pt x="12360" y="18638"/>
                          <a:pt x="17059" y="21697"/>
                          <a:pt x="25216" y="23648"/>
                        </a:cubicBezTo>
                        <a:cubicBezTo>
                          <a:pt x="31955" y="25288"/>
                          <a:pt x="39713" y="25864"/>
                          <a:pt x="45742" y="25199"/>
                        </a:cubicBezTo>
                        <a:cubicBezTo>
                          <a:pt x="50219" y="24667"/>
                          <a:pt x="54696" y="23160"/>
                          <a:pt x="54120" y="20190"/>
                        </a:cubicBezTo>
                        <a:cubicBezTo>
                          <a:pt x="53766" y="18372"/>
                          <a:pt x="50441" y="17574"/>
                          <a:pt x="47869" y="16333"/>
                        </a:cubicBezTo>
                        <a:cubicBezTo>
                          <a:pt x="41840" y="13407"/>
                          <a:pt x="35900" y="11102"/>
                          <a:pt x="29960" y="7290"/>
                        </a:cubicBezTo>
                        <a:cubicBezTo>
                          <a:pt x="24906" y="4098"/>
                          <a:pt x="19232" y="-601"/>
                          <a:pt x="10720" y="64"/>
                        </a:cubicBezTo>
                        <a:cubicBezTo>
                          <a:pt x="3051" y="729"/>
                          <a:pt x="-1471" y="5782"/>
                          <a:pt x="435" y="972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78" name="Forme libre : forme 21477">
                    <a:extLst>
                      <a:ext uri="{FF2B5EF4-FFF2-40B4-BE49-F238E27FC236}">
                        <a16:creationId xmlns:a16="http://schemas.microsoft.com/office/drawing/2014/main" id="{0B666061-7E6A-4809-B50B-66E390A2E3EF}"/>
                      </a:ext>
                    </a:extLst>
                  </p:cNvPr>
                  <p:cNvSpPr/>
                  <p:nvPr/>
                </p:nvSpPr>
                <p:spPr>
                  <a:xfrm>
                    <a:off x="5428216" y="1175374"/>
                    <a:ext cx="18976" cy="5041"/>
                  </a:xfrm>
                  <a:custGeom>
                    <a:avLst/>
                    <a:gdLst>
                      <a:gd name="connsiteX0" fmla="*/ 1844 w 18976"/>
                      <a:gd name="connsiteY0" fmla="*/ 2543 h 5041"/>
                      <a:gd name="connsiteX1" fmla="*/ 71 w 18976"/>
                      <a:gd name="connsiteY1" fmla="*/ 3696 h 5041"/>
                      <a:gd name="connsiteX2" fmla="*/ 1445 w 18976"/>
                      <a:gd name="connsiteY2" fmla="*/ 4848 h 5041"/>
                      <a:gd name="connsiteX3" fmla="*/ 4859 w 18976"/>
                      <a:gd name="connsiteY3" fmla="*/ 5026 h 5041"/>
                      <a:gd name="connsiteX4" fmla="*/ 13237 w 18976"/>
                      <a:gd name="connsiteY4" fmla="*/ 4538 h 5041"/>
                      <a:gd name="connsiteX5" fmla="*/ 16252 w 18976"/>
                      <a:gd name="connsiteY5" fmla="*/ 4095 h 5041"/>
                      <a:gd name="connsiteX6" fmla="*/ 14789 w 18976"/>
                      <a:gd name="connsiteY6" fmla="*/ 16 h 5041"/>
                      <a:gd name="connsiteX7" fmla="*/ 1844 w 18976"/>
                      <a:gd name="connsiteY7" fmla="*/ 2543 h 5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976" h="5041">
                        <a:moveTo>
                          <a:pt x="1844" y="2543"/>
                        </a:moveTo>
                        <a:cubicBezTo>
                          <a:pt x="957" y="2898"/>
                          <a:pt x="337" y="3164"/>
                          <a:pt x="71" y="3696"/>
                        </a:cubicBezTo>
                        <a:cubicBezTo>
                          <a:pt x="-239" y="4272"/>
                          <a:pt x="514" y="4627"/>
                          <a:pt x="1445" y="4848"/>
                        </a:cubicBezTo>
                        <a:cubicBezTo>
                          <a:pt x="2376" y="5026"/>
                          <a:pt x="3750" y="5070"/>
                          <a:pt x="4859" y="5026"/>
                        </a:cubicBezTo>
                        <a:cubicBezTo>
                          <a:pt x="7607" y="4893"/>
                          <a:pt x="10577" y="4848"/>
                          <a:pt x="13237" y="4538"/>
                        </a:cubicBezTo>
                        <a:cubicBezTo>
                          <a:pt x="14346" y="4405"/>
                          <a:pt x="15365" y="4405"/>
                          <a:pt x="16252" y="4095"/>
                        </a:cubicBezTo>
                        <a:cubicBezTo>
                          <a:pt x="19975" y="2854"/>
                          <a:pt x="20241" y="238"/>
                          <a:pt x="14789" y="16"/>
                        </a:cubicBezTo>
                        <a:cubicBezTo>
                          <a:pt x="10489" y="-161"/>
                          <a:pt x="5435" y="1125"/>
                          <a:pt x="1844" y="254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79" name="Forme libre : forme 21478">
                    <a:extLst>
                      <a:ext uri="{FF2B5EF4-FFF2-40B4-BE49-F238E27FC236}">
                        <a16:creationId xmlns:a16="http://schemas.microsoft.com/office/drawing/2014/main" id="{692CA2EE-6C29-437B-B243-703F85B5A08C}"/>
                      </a:ext>
                    </a:extLst>
                  </p:cNvPr>
                  <p:cNvSpPr/>
                  <p:nvPr/>
                </p:nvSpPr>
                <p:spPr>
                  <a:xfrm>
                    <a:off x="5467608" y="1197778"/>
                    <a:ext cx="29258" cy="6694"/>
                  </a:xfrm>
                  <a:custGeom>
                    <a:avLst/>
                    <a:gdLst>
                      <a:gd name="connsiteX0" fmla="*/ 29258 w 29258"/>
                      <a:gd name="connsiteY0" fmla="*/ 0 h 6694"/>
                      <a:gd name="connsiteX1" fmla="*/ 0 w 29258"/>
                      <a:gd name="connsiteY1" fmla="*/ 6694 h 6694"/>
                      <a:gd name="connsiteX2" fmla="*/ 29258 w 29258"/>
                      <a:gd name="connsiteY2" fmla="*/ 0 h 6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258" h="6694">
                        <a:moveTo>
                          <a:pt x="29258" y="0"/>
                        </a:moveTo>
                        <a:cubicBezTo>
                          <a:pt x="23628" y="5098"/>
                          <a:pt x="8999" y="5719"/>
                          <a:pt x="0" y="6694"/>
                        </a:cubicBezTo>
                        <a:cubicBezTo>
                          <a:pt x="9797" y="5763"/>
                          <a:pt x="21013" y="2793"/>
                          <a:pt x="2925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80" name="Forme libre : forme 21479">
                    <a:extLst>
                      <a:ext uri="{FF2B5EF4-FFF2-40B4-BE49-F238E27FC236}">
                        <a16:creationId xmlns:a16="http://schemas.microsoft.com/office/drawing/2014/main" id="{7F350E0F-B690-4560-AC1A-81AE5C410BD2}"/>
                      </a:ext>
                    </a:extLst>
                  </p:cNvPr>
                  <p:cNvSpPr/>
                  <p:nvPr/>
                </p:nvSpPr>
                <p:spPr>
                  <a:xfrm>
                    <a:off x="5407008" y="1167540"/>
                    <a:ext cx="33248" cy="11929"/>
                  </a:xfrm>
                  <a:custGeom>
                    <a:avLst/>
                    <a:gdLst>
                      <a:gd name="connsiteX0" fmla="*/ 33248 w 33248"/>
                      <a:gd name="connsiteY0" fmla="*/ 4 h 11929"/>
                      <a:gd name="connsiteX1" fmla="*/ 14363 w 33248"/>
                      <a:gd name="connsiteY1" fmla="*/ 3506 h 11929"/>
                      <a:gd name="connsiteX2" fmla="*/ 0 w 33248"/>
                      <a:gd name="connsiteY2" fmla="*/ 11929 h 11929"/>
                      <a:gd name="connsiteX3" fmla="*/ 14807 w 33248"/>
                      <a:gd name="connsiteY3" fmla="*/ 4038 h 11929"/>
                      <a:gd name="connsiteX4" fmla="*/ 33248 w 33248"/>
                      <a:gd name="connsiteY4" fmla="*/ 4 h 1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248" h="11929">
                        <a:moveTo>
                          <a:pt x="33248" y="4"/>
                        </a:moveTo>
                        <a:cubicBezTo>
                          <a:pt x="26599" y="-84"/>
                          <a:pt x="19993" y="1201"/>
                          <a:pt x="14363" y="3506"/>
                        </a:cubicBezTo>
                        <a:cubicBezTo>
                          <a:pt x="8733" y="5723"/>
                          <a:pt x="3946" y="8782"/>
                          <a:pt x="0" y="11929"/>
                        </a:cubicBezTo>
                        <a:cubicBezTo>
                          <a:pt x="3502" y="8870"/>
                          <a:pt x="8778" y="6078"/>
                          <a:pt x="14807" y="4038"/>
                        </a:cubicBezTo>
                        <a:cubicBezTo>
                          <a:pt x="20836" y="1910"/>
                          <a:pt x="27618" y="669"/>
                          <a:pt x="33248" y="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81" name="Forme libre : forme 21480">
                    <a:extLst>
                      <a:ext uri="{FF2B5EF4-FFF2-40B4-BE49-F238E27FC236}">
                        <a16:creationId xmlns:a16="http://schemas.microsoft.com/office/drawing/2014/main" id="{61ABB9DE-EE43-4E2D-A1A2-3D535C66047A}"/>
                      </a:ext>
                    </a:extLst>
                  </p:cNvPr>
                  <p:cNvSpPr/>
                  <p:nvPr/>
                </p:nvSpPr>
                <p:spPr>
                  <a:xfrm>
                    <a:off x="5456386" y="1182394"/>
                    <a:ext cx="16309" cy="5817"/>
                  </a:xfrm>
                  <a:custGeom>
                    <a:avLst/>
                    <a:gdLst>
                      <a:gd name="connsiteX0" fmla="*/ 16099 w 16309"/>
                      <a:gd name="connsiteY0" fmla="*/ 5320 h 5817"/>
                      <a:gd name="connsiteX1" fmla="*/ 6346 w 16309"/>
                      <a:gd name="connsiteY1" fmla="*/ 4345 h 5817"/>
                      <a:gd name="connsiteX2" fmla="*/ 228 w 16309"/>
                      <a:gd name="connsiteY2" fmla="*/ 621 h 5817"/>
                      <a:gd name="connsiteX3" fmla="*/ 9538 w 16309"/>
                      <a:gd name="connsiteY3" fmla="*/ 1419 h 5817"/>
                      <a:gd name="connsiteX4" fmla="*/ 16099 w 16309"/>
                      <a:gd name="connsiteY4" fmla="*/ 5320 h 5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09" h="5817">
                        <a:moveTo>
                          <a:pt x="16099" y="5320"/>
                        </a:moveTo>
                        <a:cubicBezTo>
                          <a:pt x="14724" y="6695"/>
                          <a:pt x="8341" y="4833"/>
                          <a:pt x="6346" y="4345"/>
                        </a:cubicBezTo>
                        <a:cubicBezTo>
                          <a:pt x="4395" y="3769"/>
                          <a:pt x="-1190" y="2173"/>
                          <a:pt x="228" y="621"/>
                        </a:cubicBezTo>
                        <a:cubicBezTo>
                          <a:pt x="1691" y="-930"/>
                          <a:pt x="7676" y="843"/>
                          <a:pt x="9538" y="1419"/>
                        </a:cubicBezTo>
                        <a:cubicBezTo>
                          <a:pt x="11400" y="1951"/>
                          <a:pt x="17517" y="3946"/>
                          <a:pt x="16099" y="532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82" name="Forme libre : forme 21481">
                    <a:extLst>
                      <a:ext uri="{FF2B5EF4-FFF2-40B4-BE49-F238E27FC236}">
                        <a16:creationId xmlns:a16="http://schemas.microsoft.com/office/drawing/2014/main" id="{1EB2F90A-721E-4391-89B0-037608242695}"/>
                      </a:ext>
                    </a:extLst>
                  </p:cNvPr>
                  <p:cNvSpPr/>
                  <p:nvPr/>
                </p:nvSpPr>
                <p:spPr>
                  <a:xfrm>
                    <a:off x="5470533" y="1186418"/>
                    <a:ext cx="4612" cy="1840"/>
                  </a:xfrm>
                  <a:custGeom>
                    <a:avLst/>
                    <a:gdLst>
                      <a:gd name="connsiteX0" fmla="*/ 4611 w 4612"/>
                      <a:gd name="connsiteY0" fmla="*/ 1386 h 1840"/>
                      <a:gd name="connsiteX1" fmla="*/ 2351 w 4612"/>
                      <a:gd name="connsiteY1" fmla="*/ 1696 h 1840"/>
                      <a:gd name="connsiteX2" fmla="*/ 1 w 4612"/>
                      <a:gd name="connsiteY2" fmla="*/ 499 h 1840"/>
                      <a:gd name="connsiteX3" fmla="*/ 2218 w 4612"/>
                      <a:gd name="connsiteY3" fmla="*/ 144 h 1840"/>
                      <a:gd name="connsiteX4" fmla="*/ 4611 w 4612"/>
                      <a:gd name="connsiteY4" fmla="*/ 1386 h 18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12" h="1840">
                        <a:moveTo>
                          <a:pt x="4611" y="1386"/>
                        </a:moveTo>
                        <a:cubicBezTo>
                          <a:pt x="4656" y="2050"/>
                          <a:pt x="3104" y="1829"/>
                          <a:pt x="2351" y="1696"/>
                        </a:cubicBezTo>
                        <a:cubicBezTo>
                          <a:pt x="1553" y="1563"/>
                          <a:pt x="1" y="1164"/>
                          <a:pt x="1" y="499"/>
                        </a:cubicBezTo>
                        <a:cubicBezTo>
                          <a:pt x="-43" y="-166"/>
                          <a:pt x="1420" y="-33"/>
                          <a:pt x="2218" y="144"/>
                        </a:cubicBezTo>
                        <a:cubicBezTo>
                          <a:pt x="2971" y="233"/>
                          <a:pt x="4567" y="721"/>
                          <a:pt x="4611" y="13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83" name="Forme libre : forme 21482">
                    <a:extLst>
                      <a:ext uri="{FF2B5EF4-FFF2-40B4-BE49-F238E27FC236}">
                        <a16:creationId xmlns:a16="http://schemas.microsoft.com/office/drawing/2014/main" id="{09CE5195-27A2-4B08-A228-D3696200F1D0}"/>
                      </a:ext>
                    </a:extLst>
                  </p:cNvPr>
                  <p:cNvSpPr/>
                  <p:nvPr/>
                </p:nvSpPr>
                <p:spPr>
                  <a:xfrm>
                    <a:off x="5457529" y="1172021"/>
                    <a:ext cx="38551" cy="23139"/>
                  </a:xfrm>
                  <a:custGeom>
                    <a:avLst/>
                    <a:gdLst>
                      <a:gd name="connsiteX0" fmla="*/ 30427 w 38551"/>
                      <a:gd name="connsiteY0" fmla="*/ 11882 h 23139"/>
                      <a:gd name="connsiteX1" fmla="*/ 38451 w 38551"/>
                      <a:gd name="connsiteY1" fmla="*/ 21191 h 23139"/>
                      <a:gd name="connsiteX2" fmla="*/ 34948 w 38551"/>
                      <a:gd name="connsiteY2" fmla="*/ 23009 h 23139"/>
                      <a:gd name="connsiteX3" fmla="*/ 30604 w 38551"/>
                      <a:gd name="connsiteY3" fmla="*/ 20171 h 23139"/>
                      <a:gd name="connsiteX4" fmla="*/ 17659 w 38551"/>
                      <a:gd name="connsiteY4" fmla="*/ 10951 h 23139"/>
                      <a:gd name="connsiteX5" fmla="*/ 6577 w 38551"/>
                      <a:gd name="connsiteY5" fmla="*/ 6429 h 23139"/>
                      <a:gd name="connsiteX6" fmla="*/ 503 w 38551"/>
                      <a:gd name="connsiteY6" fmla="*/ 1154 h 23139"/>
                      <a:gd name="connsiteX7" fmla="*/ 22004 w 38551"/>
                      <a:gd name="connsiteY7" fmla="*/ 4744 h 23139"/>
                      <a:gd name="connsiteX8" fmla="*/ 30427 w 38551"/>
                      <a:gd name="connsiteY8" fmla="*/ 11882 h 23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551" h="23139">
                        <a:moveTo>
                          <a:pt x="30427" y="11882"/>
                        </a:moveTo>
                        <a:cubicBezTo>
                          <a:pt x="34239" y="15073"/>
                          <a:pt x="36899" y="17467"/>
                          <a:pt x="38451" y="21191"/>
                        </a:cubicBezTo>
                        <a:cubicBezTo>
                          <a:pt x="39027" y="22565"/>
                          <a:pt x="37032" y="23496"/>
                          <a:pt x="34948" y="23009"/>
                        </a:cubicBezTo>
                        <a:cubicBezTo>
                          <a:pt x="32865" y="22521"/>
                          <a:pt x="31801" y="21368"/>
                          <a:pt x="30604" y="20171"/>
                        </a:cubicBezTo>
                        <a:cubicBezTo>
                          <a:pt x="26924" y="16625"/>
                          <a:pt x="22624" y="13788"/>
                          <a:pt x="17659" y="10951"/>
                        </a:cubicBezTo>
                        <a:cubicBezTo>
                          <a:pt x="16108" y="10108"/>
                          <a:pt x="10965" y="8202"/>
                          <a:pt x="6577" y="6429"/>
                        </a:cubicBezTo>
                        <a:cubicBezTo>
                          <a:pt x="2232" y="4567"/>
                          <a:pt x="-1359" y="2705"/>
                          <a:pt x="503" y="1154"/>
                        </a:cubicBezTo>
                        <a:cubicBezTo>
                          <a:pt x="4316" y="-2083"/>
                          <a:pt x="17837" y="2262"/>
                          <a:pt x="22004" y="4744"/>
                        </a:cubicBezTo>
                        <a:cubicBezTo>
                          <a:pt x="26304" y="7049"/>
                          <a:pt x="27545" y="9532"/>
                          <a:pt x="30427" y="1188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47" name="Graphique 2">
                  <a:extLst>
                    <a:ext uri="{FF2B5EF4-FFF2-40B4-BE49-F238E27FC236}">
                      <a16:creationId xmlns:a16="http://schemas.microsoft.com/office/drawing/2014/main" id="{956FDDE5-9AAC-4551-B835-2D90C25F9C26}"/>
                    </a:ext>
                  </a:extLst>
                </p:cNvPr>
                <p:cNvGrpSpPr/>
                <p:nvPr/>
              </p:nvGrpSpPr>
              <p:grpSpPr>
                <a:xfrm>
                  <a:off x="5499884" y="1188397"/>
                  <a:ext cx="80989" cy="63473"/>
                  <a:chOff x="5499884" y="1188397"/>
                  <a:chExt cx="80989" cy="63473"/>
                </a:xfrm>
                <a:solidFill>
                  <a:schemeClr val="accent1"/>
                </a:solidFill>
              </p:grpSpPr>
              <p:sp>
                <p:nvSpPr>
                  <p:cNvPr id="21460" name="Forme libre : forme 21459">
                    <a:extLst>
                      <a:ext uri="{FF2B5EF4-FFF2-40B4-BE49-F238E27FC236}">
                        <a16:creationId xmlns:a16="http://schemas.microsoft.com/office/drawing/2014/main" id="{F2B4CD09-879B-4F8E-BF56-6E3C5AA4A34E}"/>
                      </a:ext>
                    </a:extLst>
                  </p:cNvPr>
                  <p:cNvSpPr/>
                  <p:nvPr/>
                </p:nvSpPr>
                <p:spPr>
                  <a:xfrm>
                    <a:off x="5499884" y="1188397"/>
                    <a:ext cx="80989" cy="63473"/>
                  </a:xfrm>
                  <a:custGeom>
                    <a:avLst/>
                    <a:gdLst>
                      <a:gd name="connsiteX0" fmla="*/ 45481 w 80989"/>
                      <a:gd name="connsiteY0" fmla="*/ 51318 h 63473"/>
                      <a:gd name="connsiteX1" fmla="*/ 34265 w 80989"/>
                      <a:gd name="connsiteY1" fmla="*/ 42718 h 63473"/>
                      <a:gd name="connsiteX2" fmla="*/ 28059 w 80989"/>
                      <a:gd name="connsiteY2" fmla="*/ 38551 h 63473"/>
                      <a:gd name="connsiteX3" fmla="*/ 22916 w 80989"/>
                      <a:gd name="connsiteY3" fmla="*/ 35536 h 63473"/>
                      <a:gd name="connsiteX4" fmla="*/ 662 w 80989"/>
                      <a:gd name="connsiteY4" fmla="*/ 12218 h 63473"/>
                      <a:gd name="connsiteX5" fmla="*/ 4253 w 80989"/>
                      <a:gd name="connsiteY5" fmla="*/ 2864 h 63473"/>
                      <a:gd name="connsiteX6" fmla="*/ 38964 w 80989"/>
                      <a:gd name="connsiteY6" fmla="*/ 4327 h 63473"/>
                      <a:gd name="connsiteX7" fmla="*/ 46367 w 80989"/>
                      <a:gd name="connsiteY7" fmla="*/ 8095 h 63473"/>
                      <a:gd name="connsiteX8" fmla="*/ 54568 w 80989"/>
                      <a:gd name="connsiteY8" fmla="*/ 13371 h 63473"/>
                      <a:gd name="connsiteX9" fmla="*/ 67912 w 80989"/>
                      <a:gd name="connsiteY9" fmla="*/ 24409 h 63473"/>
                      <a:gd name="connsiteX10" fmla="*/ 80990 w 80989"/>
                      <a:gd name="connsiteY10" fmla="*/ 56061 h 63473"/>
                      <a:gd name="connsiteX11" fmla="*/ 74517 w 80989"/>
                      <a:gd name="connsiteY11" fmla="*/ 63465 h 63473"/>
                      <a:gd name="connsiteX12" fmla="*/ 45481 w 80989"/>
                      <a:gd name="connsiteY12" fmla="*/ 51318 h 63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0989" h="63473">
                        <a:moveTo>
                          <a:pt x="45481" y="51318"/>
                        </a:moveTo>
                        <a:cubicBezTo>
                          <a:pt x="42732" y="49234"/>
                          <a:pt x="38565" y="45644"/>
                          <a:pt x="34265" y="42718"/>
                        </a:cubicBezTo>
                        <a:cubicBezTo>
                          <a:pt x="32137" y="41078"/>
                          <a:pt x="30009" y="39881"/>
                          <a:pt x="28059" y="38551"/>
                        </a:cubicBezTo>
                        <a:cubicBezTo>
                          <a:pt x="26108" y="37398"/>
                          <a:pt x="24335" y="36378"/>
                          <a:pt x="22916" y="35536"/>
                        </a:cubicBezTo>
                        <a:cubicBezTo>
                          <a:pt x="10725" y="28887"/>
                          <a:pt x="5583" y="21882"/>
                          <a:pt x="662" y="12218"/>
                        </a:cubicBezTo>
                        <a:cubicBezTo>
                          <a:pt x="-1067" y="8938"/>
                          <a:pt x="751" y="4194"/>
                          <a:pt x="4253" y="2864"/>
                        </a:cubicBezTo>
                        <a:cubicBezTo>
                          <a:pt x="14405" y="-815"/>
                          <a:pt x="24867" y="-1569"/>
                          <a:pt x="38964" y="4327"/>
                        </a:cubicBezTo>
                        <a:cubicBezTo>
                          <a:pt x="41003" y="5302"/>
                          <a:pt x="43619" y="6588"/>
                          <a:pt x="46367" y="8095"/>
                        </a:cubicBezTo>
                        <a:cubicBezTo>
                          <a:pt x="48939" y="9736"/>
                          <a:pt x="51953" y="11420"/>
                          <a:pt x="54568" y="13371"/>
                        </a:cubicBezTo>
                        <a:cubicBezTo>
                          <a:pt x="60021" y="17183"/>
                          <a:pt x="64809" y="21439"/>
                          <a:pt x="67912" y="24409"/>
                        </a:cubicBezTo>
                        <a:cubicBezTo>
                          <a:pt x="79394" y="35669"/>
                          <a:pt x="80901" y="45466"/>
                          <a:pt x="80990" y="56061"/>
                        </a:cubicBezTo>
                        <a:cubicBezTo>
                          <a:pt x="80990" y="59741"/>
                          <a:pt x="77975" y="63686"/>
                          <a:pt x="74517" y="63465"/>
                        </a:cubicBezTo>
                        <a:cubicBezTo>
                          <a:pt x="64454" y="62844"/>
                          <a:pt x="55632" y="59519"/>
                          <a:pt x="45481" y="5131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61" name="Forme libre : forme 21460">
                    <a:extLst>
                      <a:ext uri="{FF2B5EF4-FFF2-40B4-BE49-F238E27FC236}">
                        <a16:creationId xmlns:a16="http://schemas.microsoft.com/office/drawing/2014/main" id="{201AB19A-F7CE-4312-9611-F866A02C2DEF}"/>
                      </a:ext>
                    </a:extLst>
                  </p:cNvPr>
                  <p:cNvSpPr/>
                  <p:nvPr/>
                </p:nvSpPr>
                <p:spPr>
                  <a:xfrm>
                    <a:off x="5499944" y="1196138"/>
                    <a:ext cx="74722" cy="55635"/>
                  </a:xfrm>
                  <a:custGeom>
                    <a:avLst/>
                    <a:gdLst>
                      <a:gd name="connsiteX0" fmla="*/ 32564 w 74722"/>
                      <a:gd name="connsiteY0" fmla="*/ 18708 h 55635"/>
                      <a:gd name="connsiteX1" fmla="*/ 203 w 74722"/>
                      <a:gd name="connsiteY1" fmla="*/ 0 h 55635"/>
                      <a:gd name="connsiteX2" fmla="*/ 646 w 74722"/>
                      <a:gd name="connsiteY2" fmla="*/ 4433 h 55635"/>
                      <a:gd name="connsiteX3" fmla="*/ 3261 w 74722"/>
                      <a:gd name="connsiteY3" fmla="*/ 9221 h 55635"/>
                      <a:gd name="connsiteX4" fmla="*/ 13014 w 74722"/>
                      <a:gd name="connsiteY4" fmla="*/ 21057 h 55635"/>
                      <a:gd name="connsiteX5" fmla="*/ 22900 w 74722"/>
                      <a:gd name="connsiteY5" fmla="*/ 27751 h 55635"/>
                      <a:gd name="connsiteX6" fmla="*/ 26580 w 74722"/>
                      <a:gd name="connsiteY6" fmla="*/ 29879 h 55635"/>
                      <a:gd name="connsiteX7" fmla="*/ 43780 w 74722"/>
                      <a:gd name="connsiteY7" fmla="*/ 42159 h 55635"/>
                      <a:gd name="connsiteX8" fmla="*/ 45464 w 74722"/>
                      <a:gd name="connsiteY8" fmla="*/ 43489 h 55635"/>
                      <a:gd name="connsiteX9" fmla="*/ 55882 w 74722"/>
                      <a:gd name="connsiteY9" fmla="*/ 50449 h 55635"/>
                      <a:gd name="connsiteX10" fmla="*/ 69846 w 74722"/>
                      <a:gd name="connsiteY10" fmla="*/ 55103 h 55635"/>
                      <a:gd name="connsiteX11" fmla="*/ 74546 w 74722"/>
                      <a:gd name="connsiteY11" fmla="*/ 55635 h 55635"/>
                      <a:gd name="connsiteX12" fmla="*/ 74723 w 74722"/>
                      <a:gd name="connsiteY12" fmla="*/ 55635 h 55635"/>
                      <a:gd name="connsiteX13" fmla="*/ 32564 w 74722"/>
                      <a:gd name="connsiteY13" fmla="*/ 18708 h 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4722" h="55635">
                        <a:moveTo>
                          <a:pt x="32564" y="18708"/>
                        </a:moveTo>
                        <a:cubicBezTo>
                          <a:pt x="21171" y="13432"/>
                          <a:pt x="8226" y="8068"/>
                          <a:pt x="203" y="0"/>
                        </a:cubicBezTo>
                        <a:cubicBezTo>
                          <a:pt x="-152" y="1507"/>
                          <a:pt x="-63" y="3103"/>
                          <a:pt x="646" y="4433"/>
                        </a:cubicBezTo>
                        <a:cubicBezTo>
                          <a:pt x="1488" y="6073"/>
                          <a:pt x="2331" y="7669"/>
                          <a:pt x="3261" y="9221"/>
                        </a:cubicBezTo>
                        <a:cubicBezTo>
                          <a:pt x="5877" y="13565"/>
                          <a:pt x="8847" y="17511"/>
                          <a:pt x="13014" y="21057"/>
                        </a:cubicBezTo>
                        <a:cubicBezTo>
                          <a:pt x="15763" y="23362"/>
                          <a:pt x="18955" y="25579"/>
                          <a:pt x="22900" y="27751"/>
                        </a:cubicBezTo>
                        <a:cubicBezTo>
                          <a:pt x="24097" y="28416"/>
                          <a:pt x="25161" y="29125"/>
                          <a:pt x="26580" y="29879"/>
                        </a:cubicBezTo>
                        <a:cubicBezTo>
                          <a:pt x="31855" y="32894"/>
                          <a:pt x="39125" y="38302"/>
                          <a:pt x="43780" y="42159"/>
                        </a:cubicBezTo>
                        <a:cubicBezTo>
                          <a:pt x="44401" y="42646"/>
                          <a:pt x="44977" y="43090"/>
                          <a:pt x="45464" y="43489"/>
                        </a:cubicBezTo>
                        <a:cubicBezTo>
                          <a:pt x="49100" y="46370"/>
                          <a:pt x="52513" y="48675"/>
                          <a:pt x="55882" y="50449"/>
                        </a:cubicBezTo>
                        <a:cubicBezTo>
                          <a:pt x="60537" y="52887"/>
                          <a:pt x="65103" y="54261"/>
                          <a:pt x="69846" y="55103"/>
                        </a:cubicBezTo>
                        <a:cubicBezTo>
                          <a:pt x="71398" y="55369"/>
                          <a:pt x="72950" y="55547"/>
                          <a:pt x="74546" y="55635"/>
                        </a:cubicBezTo>
                        <a:lnTo>
                          <a:pt x="74723" y="55635"/>
                        </a:lnTo>
                        <a:cubicBezTo>
                          <a:pt x="62576" y="41139"/>
                          <a:pt x="48834" y="26466"/>
                          <a:pt x="32564" y="1870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62" name="Forme libre : forme 21461">
                    <a:extLst>
                      <a:ext uri="{FF2B5EF4-FFF2-40B4-BE49-F238E27FC236}">
                        <a16:creationId xmlns:a16="http://schemas.microsoft.com/office/drawing/2014/main" id="{548E4DD6-8F71-438F-A6D5-BE2A5B5D982C}"/>
                      </a:ext>
                    </a:extLst>
                  </p:cNvPr>
                  <p:cNvSpPr/>
                  <p:nvPr/>
                </p:nvSpPr>
                <p:spPr>
                  <a:xfrm>
                    <a:off x="5530913" y="1207416"/>
                    <a:ext cx="35618" cy="29724"/>
                  </a:xfrm>
                  <a:custGeom>
                    <a:avLst/>
                    <a:gdLst>
                      <a:gd name="connsiteX0" fmla="*/ 35065 w 35618"/>
                      <a:gd name="connsiteY0" fmla="*/ 29107 h 29724"/>
                      <a:gd name="connsiteX1" fmla="*/ 25224 w 35618"/>
                      <a:gd name="connsiteY1" fmla="*/ 25915 h 29724"/>
                      <a:gd name="connsiteX2" fmla="*/ 14363 w 35618"/>
                      <a:gd name="connsiteY2" fmla="*/ 17980 h 29724"/>
                      <a:gd name="connsiteX3" fmla="*/ 5053 w 35618"/>
                      <a:gd name="connsiteY3" fmla="*/ 10001 h 29724"/>
                      <a:gd name="connsiteX4" fmla="*/ 221 w 35618"/>
                      <a:gd name="connsiteY4" fmla="*/ 1533 h 29724"/>
                      <a:gd name="connsiteX5" fmla="*/ 10063 w 35618"/>
                      <a:gd name="connsiteY5" fmla="*/ 1711 h 29724"/>
                      <a:gd name="connsiteX6" fmla="*/ 21367 w 35618"/>
                      <a:gd name="connsiteY6" fmla="*/ 8848 h 29724"/>
                      <a:gd name="connsiteX7" fmla="*/ 31297 w 35618"/>
                      <a:gd name="connsiteY7" fmla="*/ 19000 h 29724"/>
                      <a:gd name="connsiteX8" fmla="*/ 35065 w 35618"/>
                      <a:gd name="connsiteY8" fmla="*/ 29107 h 29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618" h="29724">
                        <a:moveTo>
                          <a:pt x="35065" y="29107"/>
                        </a:moveTo>
                        <a:cubicBezTo>
                          <a:pt x="33381" y="30836"/>
                          <a:pt x="29435" y="28664"/>
                          <a:pt x="25224" y="25915"/>
                        </a:cubicBezTo>
                        <a:cubicBezTo>
                          <a:pt x="21057" y="23078"/>
                          <a:pt x="16579" y="19709"/>
                          <a:pt x="14363" y="17980"/>
                        </a:cubicBezTo>
                        <a:cubicBezTo>
                          <a:pt x="12146" y="16207"/>
                          <a:pt x="8289" y="13015"/>
                          <a:pt x="5053" y="10001"/>
                        </a:cubicBezTo>
                        <a:cubicBezTo>
                          <a:pt x="1861" y="6898"/>
                          <a:pt x="-798" y="3972"/>
                          <a:pt x="221" y="1533"/>
                        </a:cubicBezTo>
                        <a:cubicBezTo>
                          <a:pt x="1196" y="-772"/>
                          <a:pt x="5541" y="-284"/>
                          <a:pt x="10063" y="1711"/>
                        </a:cubicBezTo>
                        <a:cubicBezTo>
                          <a:pt x="14629" y="3617"/>
                          <a:pt x="19195" y="6986"/>
                          <a:pt x="21367" y="8848"/>
                        </a:cubicBezTo>
                        <a:cubicBezTo>
                          <a:pt x="23584" y="10666"/>
                          <a:pt x="28061" y="14744"/>
                          <a:pt x="31297" y="19000"/>
                        </a:cubicBezTo>
                        <a:cubicBezTo>
                          <a:pt x="34622" y="23123"/>
                          <a:pt x="36661" y="27423"/>
                          <a:pt x="35065" y="2910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63" name="Forme libre : forme 21462">
                    <a:extLst>
                      <a:ext uri="{FF2B5EF4-FFF2-40B4-BE49-F238E27FC236}">
                        <a16:creationId xmlns:a16="http://schemas.microsoft.com/office/drawing/2014/main" id="{AB2A2D05-8F3C-406C-9D7E-38DB69538E97}"/>
                      </a:ext>
                    </a:extLst>
                  </p:cNvPr>
                  <p:cNvSpPr/>
                  <p:nvPr/>
                </p:nvSpPr>
                <p:spPr>
                  <a:xfrm>
                    <a:off x="5530870" y="1207288"/>
                    <a:ext cx="22030" cy="23605"/>
                  </a:xfrm>
                  <a:custGeom>
                    <a:avLst/>
                    <a:gdLst>
                      <a:gd name="connsiteX0" fmla="*/ 10859 w 22030"/>
                      <a:gd name="connsiteY0" fmla="*/ 2282 h 23605"/>
                      <a:gd name="connsiteX1" fmla="*/ 42 w 22030"/>
                      <a:gd name="connsiteY1" fmla="*/ 1529 h 23605"/>
                      <a:gd name="connsiteX2" fmla="*/ 5096 w 22030"/>
                      <a:gd name="connsiteY2" fmla="*/ 10084 h 23605"/>
                      <a:gd name="connsiteX3" fmla="*/ 14538 w 22030"/>
                      <a:gd name="connsiteY3" fmla="*/ 18286 h 23605"/>
                      <a:gd name="connsiteX4" fmla="*/ 22030 w 22030"/>
                      <a:gd name="connsiteY4" fmla="*/ 23605 h 23605"/>
                      <a:gd name="connsiteX5" fmla="*/ 18528 w 22030"/>
                      <a:gd name="connsiteY5" fmla="*/ 20103 h 23605"/>
                      <a:gd name="connsiteX6" fmla="*/ 10859 w 22030"/>
                      <a:gd name="connsiteY6" fmla="*/ 2282 h 23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030" h="23605">
                        <a:moveTo>
                          <a:pt x="10859" y="2282"/>
                        </a:moveTo>
                        <a:cubicBezTo>
                          <a:pt x="7978" y="1263"/>
                          <a:pt x="397" y="-1841"/>
                          <a:pt x="42" y="1529"/>
                        </a:cubicBezTo>
                        <a:cubicBezTo>
                          <a:pt x="-357" y="4321"/>
                          <a:pt x="2126" y="7114"/>
                          <a:pt x="5096" y="10084"/>
                        </a:cubicBezTo>
                        <a:cubicBezTo>
                          <a:pt x="8111" y="12966"/>
                          <a:pt x="11834" y="16025"/>
                          <a:pt x="14538" y="18286"/>
                        </a:cubicBezTo>
                        <a:cubicBezTo>
                          <a:pt x="16179" y="19527"/>
                          <a:pt x="19991" y="22320"/>
                          <a:pt x="22030" y="23605"/>
                        </a:cubicBezTo>
                        <a:cubicBezTo>
                          <a:pt x="21055" y="22675"/>
                          <a:pt x="19326" y="21167"/>
                          <a:pt x="18528" y="20103"/>
                        </a:cubicBezTo>
                        <a:cubicBezTo>
                          <a:pt x="14184" y="14119"/>
                          <a:pt x="8421" y="7292"/>
                          <a:pt x="10859" y="228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64" name="Forme libre : forme 21463">
                    <a:extLst>
                      <a:ext uri="{FF2B5EF4-FFF2-40B4-BE49-F238E27FC236}">
                        <a16:creationId xmlns:a16="http://schemas.microsoft.com/office/drawing/2014/main" id="{9C148827-F5C7-493E-B19E-43F032DB351C}"/>
                      </a:ext>
                    </a:extLst>
                  </p:cNvPr>
                  <p:cNvSpPr/>
                  <p:nvPr/>
                </p:nvSpPr>
                <p:spPr>
                  <a:xfrm>
                    <a:off x="5532346" y="1209635"/>
                    <a:ext cx="35328" cy="29766"/>
                  </a:xfrm>
                  <a:custGeom>
                    <a:avLst/>
                    <a:gdLst>
                      <a:gd name="connsiteX0" fmla="*/ 34430 w 35328"/>
                      <a:gd name="connsiteY0" fmla="*/ 29459 h 29766"/>
                      <a:gd name="connsiteX1" fmla="*/ 24234 w 35328"/>
                      <a:gd name="connsiteY1" fmla="*/ 25824 h 29766"/>
                      <a:gd name="connsiteX2" fmla="*/ 13595 w 35328"/>
                      <a:gd name="connsiteY2" fmla="*/ 18110 h 29766"/>
                      <a:gd name="connsiteX3" fmla="*/ 4551 w 35328"/>
                      <a:gd name="connsiteY3" fmla="*/ 10086 h 29766"/>
                      <a:gd name="connsiteX4" fmla="*/ 207 w 35328"/>
                      <a:gd name="connsiteY4" fmla="*/ 1575 h 29766"/>
                      <a:gd name="connsiteX5" fmla="*/ 9915 w 35328"/>
                      <a:gd name="connsiteY5" fmla="*/ 1885 h 29766"/>
                      <a:gd name="connsiteX6" fmla="*/ 20909 w 35328"/>
                      <a:gd name="connsiteY6" fmla="*/ 9111 h 29766"/>
                      <a:gd name="connsiteX7" fmla="*/ 31061 w 35328"/>
                      <a:gd name="connsiteY7" fmla="*/ 19573 h 29766"/>
                      <a:gd name="connsiteX8" fmla="*/ 34430 w 35328"/>
                      <a:gd name="connsiteY8" fmla="*/ 29459 h 29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328" h="29766">
                        <a:moveTo>
                          <a:pt x="34430" y="29459"/>
                        </a:moveTo>
                        <a:cubicBezTo>
                          <a:pt x="32258" y="30567"/>
                          <a:pt x="28268" y="28528"/>
                          <a:pt x="24234" y="25824"/>
                        </a:cubicBezTo>
                        <a:cubicBezTo>
                          <a:pt x="20200" y="23119"/>
                          <a:pt x="16033" y="19883"/>
                          <a:pt x="13595" y="18110"/>
                        </a:cubicBezTo>
                        <a:cubicBezTo>
                          <a:pt x="11201" y="16248"/>
                          <a:pt x="7521" y="13101"/>
                          <a:pt x="4551" y="10086"/>
                        </a:cubicBezTo>
                        <a:cubicBezTo>
                          <a:pt x="1625" y="6983"/>
                          <a:pt x="-724" y="4013"/>
                          <a:pt x="207" y="1575"/>
                        </a:cubicBezTo>
                        <a:cubicBezTo>
                          <a:pt x="1138" y="-863"/>
                          <a:pt x="5482" y="-243"/>
                          <a:pt x="9915" y="1885"/>
                        </a:cubicBezTo>
                        <a:cubicBezTo>
                          <a:pt x="14393" y="3969"/>
                          <a:pt x="18870" y="7426"/>
                          <a:pt x="20909" y="9111"/>
                        </a:cubicBezTo>
                        <a:cubicBezTo>
                          <a:pt x="22993" y="10751"/>
                          <a:pt x="27692" y="15140"/>
                          <a:pt x="31061" y="19573"/>
                        </a:cubicBezTo>
                        <a:cubicBezTo>
                          <a:pt x="34475" y="24006"/>
                          <a:pt x="36647" y="28306"/>
                          <a:pt x="34430" y="2945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65" name="Forme libre : forme 21464">
                    <a:extLst>
                      <a:ext uri="{FF2B5EF4-FFF2-40B4-BE49-F238E27FC236}">
                        <a16:creationId xmlns:a16="http://schemas.microsoft.com/office/drawing/2014/main" id="{FCE1C621-89F2-4B54-9EF6-83FD9F44D574}"/>
                      </a:ext>
                    </a:extLst>
                  </p:cNvPr>
                  <p:cNvSpPr/>
                  <p:nvPr/>
                </p:nvSpPr>
                <p:spPr>
                  <a:xfrm>
                    <a:off x="5511937" y="1195290"/>
                    <a:ext cx="42821" cy="39962"/>
                  </a:xfrm>
                  <a:custGeom>
                    <a:avLst/>
                    <a:gdLst>
                      <a:gd name="connsiteX0" fmla="*/ 2 w 42821"/>
                      <a:gd name="connsiteY0" fmla="*/ 5679 h 39962"/>
                      <a:gd name="connsiteX1" fmla="*/ 3105 w 42821"/>
                      <a:gd name="connsiteY1" fmla="*/ 12994 h 39962"/>
                      <a:gd name="connsiteX2" fmla="*/ 9489 w 42821"/>
                      <a:gd name="connsiteY2" fmla="*/ 20885 h 39962"/>
                      <a:gd name="connsiteX3" fmla="*/ 13124 w 42821"/>
                      <a:gd name="connsiteY3" fmla="*/ 24520 h 39962"/>
                      <a:gd name="connsiteX4" fmla="*/ 17025 w 42821"/>
                      <a:gd name="connsiteY4" fmla="*/ 27978 h 39962"/>
                      <a:gd name="connsiteX5" fmla="*/ 33073 w 42821"/>
                      <a:gd name="connsiteY5" fmla="*/ 38218 h 39962"/>
                      <a:gd name="connsiteX6" fmla="*/ 42693 w 42821"/>
                      <a:gd name="connsiteY6" fmla="*/ 38263 h 39962"/>
                      <a:gd name="connsiteX7" fmla="*/ 39501 w 42821"/>
                      <a:gd name="connsiteY7" fmla="*/ 31746 h 39962"/>
                      <a:gd name="connsiteX8" fmla="*/ 28241 w 42821"/>
                      <a:gd name="connsiteY8" fmla="*/ 15210 h 39962"/>
                      <a:gd name="connsiteX9" fmla="*/ 22478 w 42821"/>
                      <a:gd name="connsiteY9" fmla="*/ 6965 h 39962"/>
                      <a:gd name="connsiteX10" fmla="*/ 13257 w 42821"/>
                      <a:gd name="connsiteY10" fmla="*/ 847 h 39962"/>
                      <a:gd name="connsiteX11" fmla="*/ 2 w 42821"/>
                      <a:gd name="connsiteY11" fmla="*/ 5679 h 399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2821" h="39962">
                        <a:moveTo>
                          <a:pt x="2" y="5679"/>
                        </a:moveTo>
                        <a:cubicBezTo>
                          <a:pt x="46" y="8827"/>
                          <a:pt x="756" y="10068"/>
                          <a:pt x="3105" y="12994"/>
                        </a:cubicBezTo>
                        <a:cubicBezTo>
                          <a:pt x="5277" y="15875"/>
                          <a:pt x="7272" y="18358"/>
                          <a:pt x="9489" y="20885"/>
                        </a:cubicBezTo>
                        <a:cubicBezTo>
                          <a:pt x="10597" y="22126"/>
                          <a:pt x="11794" y="23323"/>
                          <a:pt x="13124" y="24520"/>
                        </a:cubicBezTo>
                        <a:cubicBezTo>
                          <a:pt x="14365" y="25717"/>
                          <a:pt x="15562" y="26869"/>
                          <a:pt x="17025" y="27978"/>
                        </a:cubicBezTo>
                        <a:cubicBezTo>
                          <a:pt x="21813" y="31879"/>
                          <a:pt x="27709" y="35869"/>
                          <a:pt x="33073" y="38218"/>
                        </a:cubicBezTo>
                        <a:cubicBezTo>
                          <a:pt x="37018" y="39947"/>
                          <a:pt x="41540" y="41055"/>
                          <a:pt x="42693" y="38263"/>
                        </a:cubicBezTo>
                        <a:cubicBezTo>
                          <a:pt x="43402" y="36489"/>
                          <a:pt x="41008" y="34140"/>
                          <a:pt x="39501" y="31746"/>
                        </a:cubicBezTo>
                        <a:cubicBezTo>
                          <a:pt x="35866" y="26249"/>
                          <a:pt x="32053" y="21195"/>
                          <a:pt x="28241" y="15210"/>
                        </a:cubicBezTo>
                        <a:cubicBezTo>
                          <a:pt x="26734" y="12506"/>
                          <a:pt x="24872" y="9758"/>
                          <a:pt x="22478" y="6965"/>
                        </a:cubicBezTo>
                        <a:cubicBezTo>
                          <a:pt x="20128" y="4482"/>
                          <a:pt x="17247" y="2088"/>
                          <a:pt x="13257" y="847"/>
                        </a:cubicBezTo>
                        <a:cubicBezTo>
                          <a:pt x="6075" y="-1502"/>
                          <a:pt x="-131" y="1335"/>
                          <a:pt x="2" y="567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66" name="Forme libre : forme 21465">
                    <a:extLst>
                      <a:ext uri="{FF2B5EF4-FFF2-40B4-BE49-F238E27FC236}">
                        <a16:creationId xmlns:a16="http://schemas.microsoft.com/office/drawing/2014/main" id="{AB731FF2-DCF9-4FD6-B573-4C38C8ED29A4}"/>
                      </a:ext>
                    </a:extLst>
                  </p:cNvPr>
                  <p:cNvSpPr/>
                  <p:nvPr/>
                </p:nvSpPr>
                <p:spPr>
                  <a:xfrm>
                    <a:off x="5523898" y="1199950"/>
                    <a:ext cx="18690" cy="7205"/>
                  </a:xfrm>
                  <a:custGeom>
                    <a:avLst/>
                    <a:gdLst>
                      <a:gd name="connsiteX0" fmla="*/ 2271 w 18690"/>
                      <a:gd name="connsiteY0" fmla="*/ 0 h 7205"/>
                      <a:gd name="connsiteX1" fmla="*/ 188 w 18690"/>
                      <a:gd name="connsiteY1" fmla="*/ 399 h 7205"/>
                      <a:gd name="connsiteX2" fmla="*/ 986 w 18690"/>
                      <a:gd name="connsiteY2" fmla="*/ 1951 h 7205"/>
                      <a:gd name="connsiteX3" fmla="*/ 4044 w 18690"/>
                      <a:gd name="connsiteY3" fmla="*/ 3414 h 7205"/>
                      <a:gd name="connsiteX4" fmla="*/ 12024 w 18690"/>
                      <a:gd name="connsiteY4" fmla="*/ 6251 h 7205"/>
                      <a:gd name="connsiteX5" fmla="*/ 15083 w 18690"/>
                      <a:gd name="connsiteY5" fmla="*/ 7093 h 7205"/>
                      <a:gd name="connsiteX6" fmla="*/ 15349 w 18690"/>
                      <a:gd name="connsiteY6" fmla="*/ 2748 h 7205"/>
                      <a:gd name="connsiteX7" fmla="*/ 2271 w 18690"/>
                      <a:gd name="connsiteY7" fmla="*/ 0 h 7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690" h="7205">
                        <a:moveTo>
                          <a:pt x="2271" y="0"/>
                        </a:moveTo>
                        <a:cubicBezTo>
                          <a:pt x="1340" y="0"/>
                          <a:pt x="675" y="0"/>
                          <a:pt x="188" y="399"/>
                        </a:cubicBezTo>
                        <a:cubicBezTo>
                          <a:pt x="-300" y="798"/>
                          <a:pt x="232" y="1419"/>
                          <a:pt x="986" y="1951"/>
                        </a:cubicBezTo>
                        <a:cubicBezTo>
                          <a:pt x="1784" y="2483"/>
                          <a:pt x="3025" y="3059"/>
                          <a:pt x="4044" y="3414"/>
                        </a:cubicBezTo>
                        <a:cubicBezTo>
                          <a:pt x="6616" y="4344"/>
                          <a:pt x="9364" y="5275"/>
                          <a:pt x="12024" y="6251"/>
                        </a:cubicBezTo>
                        <a:cubicBezTo>
                          <a:pt x="13088" y="6605"/>
                          <a:pt x="14108" y="6960"/>
                          <a:pt x="15083" y="7093"/>
                        </a:cubicBezTo>
                        <a:cubicBezTo>
                          <a:pt x="19028" y="7758"/>
                          <a:pt x="20580" y="5364"/>
                          <a:pt x="15349" y="2748"/>
                        </a:cubicBezTo>
                        <a:cubicBezTo>
                          <a:pt x="11182" y="621"/>
                          <a:pt x="6039" y="133"/>
                          <a:pt x="2271" y="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67" name="Forme libre : forme 21466">
                    <a:extLst>
                      <a:ext uri="{FF2B5EF4-FFF2-40B4-BE49-F238E27FC236}">
                        <a16:creationId xmlns:a16="http://schemas.microsoft.com/office/drawing/2014/main" id="{D603D487-7CAD-4858-A806-EC105589D521}"/>
                      </a:ext>
                    </a:extLst>
                  </p:cNvPr>
                  <p:cNvSpPr/>
                  <p:nvPr/>
                </p:nvSpPr>
                <p:spPr>
                  <a:xfrm>
                    <a:off x="5546606" y="1239804"/>
                    <a:ext cx="27972" cy="10320"/>
                  </a:xfrm>
                  <a:custGeom>
                    <a:avLst/>
                    <a:gdLst>
                      <a:gd name="connsiteX0" fmla="*/ 27973 w 27972"/>
                      <a:gd name="connsiteY0" fmla="*/ 10196 h 10320"/>
                      <a:gd name="connsiteX1" fmla="*/ 0 w 27972"/>
                      <a:gd name="connsiteY1" fmla="*/ 0 h 10320"/>
                      <a:gd name="connsiteX2" fmla="*/ 27973 w 27972"/>
                      <a:gd name="connsiteY2" fmla="*/ 10196 h 10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972" h="10320">
                        <a:moveTo>
                          <a:pt x="27973" y="10196"/>
                        </a:moveTo>
                        <a:cubicBezTo>
                          <a:pt x="20437" y="11393"/>
                          <a:pt x="7847" y="3679"/>
                          <a:pt x="0" y="0"/>
                        </a:cubicBezTo>
                        <a:cubicBezTo>
                          <a:pt x="8511" y="4167"/>
                          <a:pt x="19550" y="8024"/>
                          <a:pt x="27973" y="1019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68" name="Forme libre : forme 21467">
                    <a:extLst>
                      <a:ext uri="{FF2B5EF4-FFF2-40B4-BE49-F238E27FC236}">
                        <a16:creationId xmlns:a16="http://schemas.microsoft.com/office/drawing/2014/main" id="{2A2CCD36-5ADE-4473-AEC7-559A81FE5709}"/>
                      </a:ext>
                    </a:extLst>
                  </p:cNvPr>
                  <p:cNvSpPr/>
                  <p:nvPr/>
                </p:nvSpPr>
                <p:spPr>
                  <a:xfrm>
                    <a:off x="5504536" y="1190248"/>
                    <a:ext cx="35065" cy="4027"/>
                  </a:xfrm>
                  <a:custGeom>
                    <a:avLst/>
                    <a:gdLst>
                      <a:gd name="connsiteX0" fmla="*/ 35066 w 35065"/>
                      <a:gd name="connsiteY0" fmla="*/ 4028 h 4027"/>
                      <a:gd name="connsiteX1" fmla="*/ 0 w 35065"/>
                      <a:gd name="connsiteY1" fmla="*/ 1989 h 4027"/>
                      <a:gd name="connsiteX2" fmla="*/ 35066 w 35065"/>
                      <a:gd name="connsiteY2" fmla="*/ 4028 h 4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5065" h="4027">
                        <a:moveTo>
                          <a:pt x="35066" y="4028"/>
                        </a:moveTo>
                        <a:cubicBezTo>
                          <a:pt x="22387" y="-1425"/>
                          <a:pt x="9708" y="-538"/>
                          <a:pt x="0" y="1989"/>
                        </a:cubicBezTo>
                        <a:cubicBezTo>
                          <a:pt x="8955" y="-893"/>
                          <a:pt x="23717" y="703"/>
                          <a:pt x="35066" y="40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69" name="Forme libre : forme 21468">
                    <a:extLst>
                      <a:ext uri="{FF2B5EF4-FFF2-40B4-BE49-F238E27FC236}">
                        <a16:creationId xmlns:a16="http://schemas.microsoft.com/office/drawing/2014/main" id="{7BACA2ED-405D-4468-B89B-033966EA0BFE}"/>
                      </a:ext>
                    </a:extLst>
                  </p:cNvPr>
                  <p:cNvSpPr/>
                  <p:nvPr/>
                </p:nvSpPr>
                <p:spPr>
                  <a:xfrm>
                    <a:off x="5547880" y="1215889"/>
                    <a:ext cx="12330" cy="12367"/>
                  </a:xfrm>
                  <a:custGeom>
                    <a:avLst/>
                    <a:gdLst>
                      <a:gd name="connsiteX0" fmla="*/ 11803 w 12330"/>
                      <a:gd name="connsiteY0" fmla="*/ 12344 h 12367"/>
                      <a:gd name="connsiteX1" fmla="*/ 4001 w 12330"/>
                      <a:gd name="connsiteY1" fmla="*/ 6360 h 12367"/>
                      <a:gd name="connsiteX2" fmla="*/ 544 w 12330"/>
                      <a:gd name="connsiteY2" fmla="*/ 65 h 12367"/>
                      <a:gd name="connsiteX3" fmla="*/ 8257 w 12330"/>
                      <a:gd name="connsiteY3" fmla="*/ 5517 h 12367"/>
                      <a:gd name="connsiteX4" fmla="*/ 11803 w 12330"/>
                      <a:gd name="connsiteY4" fmla="*/ 12344 h 12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30" h="12367">
                        <a:moveTo>
                          <a:pt x="11803" y="12344"/>
                        </a:moveTo>
                        <a:cubicBezTo>
                          <a:pt x="9942" y="12743"/>
                          <a:pt x="5464" y="7823"/>
                          <a:pt x="4001" y="6360"/>
                        </a:cubicBezTo>
                        <a:cubicBezTo>
                          <a:pt x="2583" y="4897"/>
                          <a:pt x="-1451" y="641"/>
                          <a:pt x="544" y="65"/>
                        </a:cubicBezTo>
                        <a:cubicBezTo>
                          <a:pt x="2583" y="-600"/>
                          <a:pt x="6971" y="4054"/>
                          <a:pt x="8257" y="5517"/>
                        </a:cubicBezTo>
                        <a:cubicBezTo>
                          <a:pt x="9587" y="6980"/>
                          <a:pt x="13798" y="11901"/>
                          <a:pt x="11803" y="1234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70" name="Forme libre : forme 21469">
                    <a:extLst>
                      <a:ext uri="{FF2B5EF4-FFF2-40B4-BE49-F238E27FC236}">
                        <a16:creationId xmlns:a16="http://schemas.microsoft.com/office/drawing/2014/main" id="{C63AEC6D-A670-4175-8194-C6A09E6EED42}"/>
                      </a:ext>
                    </a:extLst>
                  </p:cNvPr>
                  <p:cNvSpPr/>
                  <p:nvPr/>
                </p:nvSpPr>
                <p:spPr>
                  <a:xfrm>
                    <a:off x="5558342" y="1226278"/>
                    <a:ext cx="3579" cy="3594"/>
                  </a:xfrm>
                  <a:custGeom>
                    <a:avLst/>
                    <a:gdLst>
                      <a:gd name="connsiteX0" fmla="*/ 3513 w 3579"/>
                      <a:gd name="connsiteY0" fmla="*/ 3418 h 3594"/>
                      <a:gd name="connsiteX1" fmla="*/ 1385 w 3579"/>
                      <a:gd name="connsiteY1" fmla="*/ 2487 h 3594"/>
                      <a:gd name="connsiteX2" fmla="*/ 56 w 3579"/>
                      <a:gd name="connsiteY2" fmla="*/ 182 h 3594"/>
                      <a:gd name="connsiteX3" fmla="*/ 2095 w 3579"/>
                      <a:gd name="connsiteY3" fmla="*/ 1068 h 3594"/>
                      <a:gd name="connsiteX4" fmla="*/ 3513 w 3579"/>
                      <a:gd name="connsiteY4" fmla="*/ 3418 h 3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9" h="3594">
                        <a:moveTo>
                          <a:pt x="3513" y="3418"/>
                        </a:moveTo>
                        <a:cubicBezTo>
                          <a:pt x="3203" y="3994"/>
                          <a:pt x="1962" y="3019"/>
                          <a:pt x="1385" y="2487"/>
                        </a:cubicBezTo>
                        <a:cubicBezTo>
                          <a:pt x="809" y="1955"/>
                          <a:pt x="-255" y="714"/>
                          <a:pt x="56" y="182"/>
                        </a:cubicBezTo>
                        <a:cubicBezTo>
                          <a:pt x="410" y="-394"/>
                          <a:pt x="1518" y="536"/>
                          <a:pt x="2095" y="1068"/>
                        </a:cubicBezTo>
                        <a:cubicBezTo>
                          <a:pt x="2715" y="1645"/>
                          <a:pt x="3868" y="2842"/>
                          <a:pt x="3513" y="34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71" name="Forme libre : forme 21470">
                    <a:extLst>
                      <a:ext uri="{FF2B5EF4-FFF2-40B4-BE49-F238E27FC236}">
                        <a16:creationId xmlns:a16="http://schemas.microsoft.com/office/drawing/2014/main" id="{79495CC0-24FF-45F5-AF6A-0598FC46DEBD}"/>
                      </a:ext>
                    </a:extLst>
                  </p:cNvPr>
                  <p:cNvSpPr/>
                  <p:nvPr/>
                </p:nvSpPr>
                <p:spPr>
                  <a:xfrm>
                    <a:off x="5553489" y="1208022"/>
                    <a:ext cx="23112" cy="38624"/>
                  </a:xfrm>
                  <a:custGeom>
                    <a:avLst/>
                    <a:gdLst>
                      <a:gd name="connsiteX0" fmla="*/ 21267 w 23112"/>
                      <a:gd name="connsiteY0" fmla="*/ 25487 h 38624"/>
                      <a:gd name="connsiteX1" fmla="*/ 22863 w 23112"/>
                      <a:gd name="connsiteY1" fmla="*/ 37678 h 38624"/>
                      <a:gd name="connsiteX2" fmla="*/ 18962 w 23112"/>
                      <a:gd name="connsiteY2" fmla="*/ 37279 h 38624"/>
                      <a:gd name="connsiteX3" fmla="*/ 16879 w 23112"/>
                      <a:gd name="connsiteY3" fmla="*/ 32535 h 38624"/>
                      <a:gd name="connsiteX4" fmla="*/ 11027 w 23112"/>
                      <a:gd name="connsiteY4" fmla="*/ 17685 h 38624"/>
                      <a:gd name="connsiteX5" fmla="*/ 3845 w 23112"/>
                      <a:gd name="connsiteY5" fmla="*/ 7843 h 38624"/>
                      <a:gd name="connsiteX6" fmla="*/ 1008 w 23112"/>
                      <a:gd name="connsiteY6" fmla="*/ 41 h 38624"/>
                      <a:gd name="connsiteX7" fmla="*/ 10761 w 23112"/>
                      <a:gd name="connsiteY7" fmla="*/ 5449 h 38624"/>
                      <a:gd name="connsiteX8" fmla="*/ 18164 w 23112"/>
                      <a:gd name="connsiteY8" fmla="*/ 14803 h 38624"/>
                      <a:gd name="connsiteX9" fmla="*/ 21267 w 23112"/>
                      <a:gd name="connsiteY9" fmla="*/ 25487 h 38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112" h="38624">
                        <a:moveTo>
                          <a:pt x="21267" y="25487"/>
                        </a:moveTo>
                        <a:cubicBezTo>
                          <a:pt x="22686" y="30230"/>
                          <a:pt x="23573" y="33688"/>
                          <a:pt x="22863" y="37678"/>
                        </a:cubicBezTo>
                        <a:cubicBezTo>
                          <a:pt x="22597" y="39141"/>
                          <a:pt x="20381" y="38831"/>
                          <a:pt x="18962" y="37279"/>
                        </a:cubicBezTo>
                        <a:cubicBezTo>
                          <a:pt x="17499" y="35683"/>
                          <a:pt x="17277" y="34131"/>
                          <a:pt x="16879" y="32535"/>
                        </a:cubicBezTo>
                        <a:cubicBezTo>
                          <a:pt x="15770" y="27570"/>
                          <a:pt x="13775" y="22783"/>
                          <a:pt x="11027" y="17685"/>
                        </a:cubicBezTo>
                        <a:cubicBezTo>
                          <a:pt x="10229" y="16044"/>
                          <a:pt x="6771" y="11744"/>
                          <a:pt x="3845" y="7843"/>
                        </a:cubicBezTo>
                        <a:cubicBezTo>
                          <a:pt x="964" y="3942"/>
                          <a:pt x="-1430" y="440"/>
                          <a:pt x="1008" y="41"/>
                        </a:cubicBezTo>
                        <a:cubicBezTo>
                          <a:pt x="3491" y="-358"/>
                          <a:pt x="7392" y="2213"/>
                          <a:pt x="10761" y="5449"/>
                        </a:cubicBezTo>
                        <a:cubicBezTo>
                          <a:pt x="14174" y="8685"/>
                          <a:pt x="16967" y="12631"/>
                          <a:pt x="18164" y="14803"/>
                        </a:cubicBezTo>
                        <a:cubicBezTo>
                          <a:pt x="20425" y="19192"/>
                          <a:pt x="20248" y="21852"/>
                          <a:pt x="21267" y="2548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48" name="Graphique 2">
                  <a:extLst>
                    <a:ext uri="{FF2B5EF4-FFF2-40B4-BE49-F238E27FC236}">
                      <a16:creationId xmlns:a16="http://schemas.microsoft.com/office/drawing/2014/main" id="{740097CD-3015-4C7A-9924-529FB8852874}"/>
                    </a:ext>
                  </a:extLst>
                </p:cNvPr>
                <p:cNvGrpSpPr/>
                <p:nvPr/>
              </p:nvGrpSpPr>
              <p:grpSpPr>
                <a:xfrm>
                  <a:off x="5575772" y="1248406"/>
                  <a:ext cx="64986" cy="79948"/>
                  <a:chOff x="5575772" y="1248406"/>
                  <a:chExt cx="64986" cy="79948"/>
                </a:xfrm>
                <a:solidFill>
                  <a:schemeClr val="accent1"/>
                </a:solidFill>
              </p:grpSpPr>
              <p:sp>
                <p:nvSpPr>
                  <p:cNvPr id="21448" name="Forme libre : forme 21447">
                    <a:extLst>
                      <a:ext uri="{FF2B5EF4-FFF2-40B4-BE49-F238E27FC236}">
                        <a16:creationId xmlns:a16="http://schemas.microsoft.com/office/drawing/2014/main" id="{D9393140-42E9-4399-9693-BA4F4B7D9E87}"/>
                      </a:ext>
                    </a:extLst>
                  </p:cNvPr>
                  <p:cNvSpPr/>
                  <p:nvPr/>
                </p:nvSpPr>
                <p:spPr>
                  <a:xfrm>
                    <a:off x="5575772" y="1248406"/>
                    <a:ext cx="64986" cy="79948"/>
                  </a:xfrm>
                  <a:custGeom>
                    <a:avLst/>
                    <a:gdLst>
                      <a:gd name="connsiteX0" fmla="*/ 29528 w 64986"/>
                      <a:gd name="connsiteY0" fmla="*/ 63524 h 79948"/>
                      <a:gd name="connsiteX1" fmla="*/ 9624 w 64986"/>
                      <a:gd name="connsiteY1" fmla="*/ 38964 h 79948"/>
                      <a:gd name="connsiteX2" fmla="*/ 8072 w 64986"/>
                      <a:gd name="connsiteY2" fmla="*/ 36837 h 79948"/>
                      <a:gd name="connsiteX3" fmla="*/ 6343 w 64986"/>
                      <a:gd name="connsiteY3" fmla="*/ 34354 h 79948"/>
                      <a:gd name="connsiteX4" fmla="*/ 3728 w 64986"/>
                      <a:gd name="connsiteY4" fmla="*/ 29744 h 79948"/>
                      <a:gd name="connsiteX5" fmla="*/ 890 w 64986"/>
                      <a:gd name="connsiteY5" fmla="*/ 21587 h 79948"/>
                      <a:gd name="connsiteX6" fmla="*/ 358 w 64986"/>
                      <a:gd name="connsiteY6" fmla="*/ 6027 h 79948"/>
                      <a:gd name="connsiteX7" fmla="*/ 8471 w 64986"/>
                      <a:gd name="connsiteY7" fmla="*/ 131 h 79948"/>
                      <a:gd name="connsiteX8" fmla="*/ 36710 w 64986"/>
                      <a:gd name="connsiteY8" fmla="*/ 16710 h 79948"/>
                      <a:gd name="connsiteX9" fmla="*/ 56481 w 64986"/>
                      <a:gd name="connsiteY9" fmla="*/ 41181 h 79948"/>
                      <a:gd name="connsiteX10" fmla="*/ 64816 w 64986"/>
                      <a:gd name="connsiteY10" fmla="*/ 72789 h 79948"/>
                      <a:gd name="connsiteX11" fmla="*/ 58077 w 64986"/>
                      <a:gd name="connsiteY11" fmla="*/ 79926 h 79948"/>
                      <a:gd name="connsiteX12" fmla="*/ 29528 w 64986"/>
                      <a:gd name="connsiteY12" fmla="*/ 63524 h 79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4986" h="79948">
                        <a:moveTo>
                          <a:pt x="29528" y="63524"/>
                        </a:moveTo>
                        <a:cubicBezTo>
                          <a:pt x="24563" y="57672"/>
                          <a:pt x="14411" y="45038"/>
                          <a:pt x="9624" y="38964"/>
                        </a:cubicBezTo>
                        <a:cubicBezTo>
                          <a:pt x="9092" y="38255"/>
                          <a:pt x="8560" y="37546"/>
                          <a:pt x="8072" y="36837"/>
                        </a:cubicBezTo>
                        <a:cubicBezTo>
                          <a:pt x="7496" y="35994"/>
                          <a:pt x="6919" y="35152"/>
                          <a:pt x="6343" y="34354"/>
                        </a:cubicBezTo>
                        <a:cubicBezTo>
                          <a:pt x="5235" y="32670"/>
                          <a:pt x="4526" y="31251"/>
                          <a:pt x="3728" y="29744"/>
                        </a:cubicBezTo>
                        <a:cubicBezTo>
                          <a:pt x="2353" y="26862"/>
                          <a:pt x="1467" y="24158"/>
                          <a:pt x="890" y="21587"/>
                        </a:cubicBezTo>
                        <a:cubicBezTo>
                          <a:pt x="-262" y="16356"/>
                          <a:pt x="-129" y="11435"/>
                          <a:pt x="358" y="6027"/>
                        </a:cubicBezTo>
                        <a:cubicBezTo>
                          <a:pt x="713" y="2303"/>
                          <a:pt x="4836" y="-667"/>
                          <a:pt x="8471" y="131"/>
                        </a:cubicBezTo>
                        <a:cubicBezTo>
                          <a:pt x="19066" y="2347"/>
                          <a:pt x="27711" y="7489"/>
                          <a:pt x="36710" y="16710"/>
                        </a:cubicBezTo>
                        <a:cubicBezTo>
                          <a:pt x="42207" y="22385"/>
                          <a:pt x="52048" y="34709"/>
                          <a:pt x="56481" y="41181"/>
                        </a:cubicBezTo>
                        <a:cubicBezTo>
                          <a:pt x="64949" y="53283"/>
                          <a:pt x="65392" y="62327"/>
                          <a:pt x="64816" y="72789"/>
                        </a:cubicBezTo>
                        <a:cubicBezTo>
                          <a:pt x="64594" y="76380"/>
                          <a:pt x="61535" y="80281"/>
                          <a:pt x="58077" y="79926"/>
                        </a:cubicBezTo>
                        <a:cubicBezTo>
                          <a:pt x="48014" y="78818"/>
                          <a:pt x="38882" y="74296"/>
                          <a:pt x="29528" y="6352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49" name="Forme libre : forme 21448">
                    <a:extLst>
                      <a:ext uri="{FF2B5EF4-FFF2-40B4-BE49-F238E27FC236}">
                        <a16:creationId xmlns:a16="http://schemas.microsoft.com/office/drawing/2014/main" id="{C9C1C4E8-35D9-454A-A96D-D8C94B2D0010}"/>
                      </a:ext>
                    </a:extLst>
                  </p:cNvPr>
                  <p:cNvSpPr/>
                  <p:nvPr/>
                </p:nvSpPr>
                <p:spPr>
                  <a:xfrm>
                    <a:off x="5575855" y="1250399"/>
                    <a:ext cx="58304" cy="77845"/>
                  </a:xfrm>
                  <a:custGeom>
                    <a:avLst/>
                    <a:gdLst>
                      <a:gd name="connsiteX0" fmla="*/ 22264 w 58304"/>
                      <a:gd name="connsiteY0" fmla="*/ 32539 h 77845"/>
                      <a:gd name="connsiteX1" fmla="*/ 9630 w 58304"/>
                      <a:gd name="connsiteY1" fmla="*/ 16846 h 77845"/>
                      <a:gd name="connsiteX2" fmla="*/ 2404 w 58304"/>
                      <a:gd name="connsiteY2" fmla="*/ 0 h 77845"/>
                      <a:gd name="connsiteX3" fmla="*/ 364 w 58304"/>
                      <a:gd name="connsiteY3" fmla="*/ 3946 h 77845"/>
                      <a:gd name="connsiteX4" fmla="*/ 10 w 58304"/>
                      <a:gd name="connsiteY4" fmla="*/ 9398 h 77845"/>
                      <a:gd name="connsiteX5" fmla="*/ 2581 w 58304"/>
                      <a:gd name="connsiteY5" fmla="*/ 25091 h 77845"/>
                      <a:gd name="connsiteX6" fmla="*/ 5374 w 58304"/>
                      <a:gd name="connsiteY6" fmla="*/ 30810 h 77845"/>
                      <a:gd name="connsiteX7" fmla="*/ 7502 w 58304"/>
                      <a:gd name="connsiteY7" fmla="*/ 34046 h 77845"/>
                      <a:gd name="connsiteX8" fmla="*/ 9585 w 58304"/>
                      <a:gd name="connsiteY8" fmla="*/ 36928 h 77845"/>
                      <a:gd name="connsiteX9" fmla="*/ 12733 w 58304"/>
                      <a:gd name="connsiteY9" fmla="*/ 40873 h 77845"/>
                      <a:gd name="connsiteX10" fmla="*/ 27983 w 58304"/>
                      <a:gd name="connsiteY10" fmla="*/ 59669 h 77845"/>
                      <a:gd name="connsiteX11" fmla="*/ 29534 w 58304"/>
                      <a:gd name="connsiteY11" fmla="*/ 61487 h 77845"/>
                      <a:gd name="connsiteX12" fmla="*/ 39464 w 58304"/>
                      <a:gd name="connsiteY12" fmla="*/ 70708 h 77845"/>
                      <a:gd name="connsiteX13" fmla="*/ 53384 w 58304"/>
                      <a:gd name="connsiteY13" fmla="*/ 77047 h 77845"/>
                      <a:gd name="connsiteX14" fmla="*/ 58128 w 58304"/>
                      <a:gd name="connsiteY14" fmla="*/ 77845 h 77845"/>
                      <a:gd name="connsiteX15" fmla="*/ 58305 w 58304"/>
                      <a:gd name="connsiteY15" fmla="*/ 77845 h 77845"/>
                      <a:gd name="connsiteX16" fmla="*/ 22264 w 58304"/>
                      <a:gd name="connsiteY16" fmla="*/ 32539 h 77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8304" h="77845">
                        <a:moveTo>
                          <a:pt x="22264" y="32539"/>
                        </a:moveTo>
                        <a:cubicBezTo>
                          <a:pt x="17831" y="28017"/>
                          <a:pt x="12954" y="22431"/>
                          <a:pt x="9630" y="16846"/>
                        </a:cubicBezTo>
                        <a:cubicBezTo>
                          <a:pt x="6172" y="11260"/>
                          <a:pt x="3601" y="5630"/>
                          <a:pt x="2404" y="0"/>
                        </a:cubicBezTo>
                        <a:cubicBezTo>
                          <a:pt x="1295" y="1064"/>
                          <a:pt x="497" y="2438"/>
                          <a:pt x="364" y="3946"/>
                        </a:cubicBezTo>
                        <a:cubicBezTo>
                          <a:pt x="187" y="5807"/>
                          <a:pt x="54" y="7625"/>
                          <a:pt x="10" y="9398"/>
                        </a:cubicBezTo>
                        <a:cubicBezTo>
                          <a:pt x="-79" y="14541"/>
                          <a:pt x="409" y="19506"/>
                          <a:pt x="2581" y="25091"/>
                        </a:cubicBezTo>
                        <a:cubicBezTo>
                          <a:pt x="3246" y="26865"/>
                          <a:pt x="4221" y="28815"/>
                          <a:pt x="5374" y="30810"/>
                        </a:cubicBezTo>
                        <a:cubicBezTo>
                          <a:pt x="5950" y="31830"/>
                          <a:pt x="6704" y="32938"/>
                          <a:pt x="7502" y="34046"/>
                        </a:cubicBezTo>
                        <a:cubicBezTo>
                          <a:pt x="8300" y="35154"/>
                          <a:pt x="8832" y="35952"/>
                          <a:pt x="9585" y="36928"/>
                        </a:cubicBezTo>
                        <a:cubicBezTo>
                          <a:pt x="10472" y="38036"/>
                          <a:pt x="11536" y="39410"/>
                          <a:pt x="12733" y="40873"/>
                        </a:cubicBezTo>
                        <a:cubicBezTo>
                          <a:pt x="17432" y="46681"/>
                          <a:pt x="23860" y="54571"/>
                          <a:pt x="27983" y="59669"/>
                        </a:cubicBezTo>
                        <a:cubicBezTo>
                          <a:pt x="28515" y="60335"/>
                          <a:pt x="29047" y="60955"/>
                          <a:pt x="29534" y="61487"/>
                        </a:cubicBezTo>
                        <a:cubicBezTo>
                          <a:pt x="32859" y="65300"/>
                          <a:pt x="36139" y="68358"/>
                          <a:pt x="39464" y="70708"/>
                        </a:cubicBezTo>
                        <a:cubicBezTo>
                          <a:pt x="44030" y="73900"/>
                          <a:pt x="48641" y="75850"/>
                          <a:pt x="53384" y="77047"/>
                        </a:cubicBezTo>
                        <a:cubicBezTo>
                          <a:pt x="54936" y="77402"/>
                          <a:pt x="56532" y="77668"/>
                          <a:pt x="58128" y="77845"/>
                        </a:cubicBezTo>
                        <a:lnTo>
                          <a:pt x="58305" y="77845"/>
                        </a:lnTo>
                        <a:cubicBezTo>
                          <a:pt x="46380" y="62462"/>
                          <a:pt x="35208" y="46060"/>
                          <a:pt x="22264" y="3253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50" name="Forme libre : forme 21449">
                    <a:extLst>
                      <a:ext uri="{FF2B5EF4-FFF2-40B4-BE49-F238E27FC236}">
                        <a16:creationId xmlns:a16="http://schemas.microsoft.com/office/drawing/2014/main" id="{D740A509-8549-42A5-AB9D-A9C9BEB6BD5F}"/>
                      </a:ext>
                    </a:extLst>
                  </p:cNvPr>
                  <p:cNvSpPr/>
                  <p:nvPr/>
                </p:nvSpPr>
                <p:spPr>
                  <a:xfrm>
                    <a:off x="5598099" y="1276214"/>
                    <a:ext cx="29187" cy="36409"/>
                  </a:xfrm>
                  <a:custGeom>
                    <a:avLst/>
                    <a:gdLst>
                      <a:gd name="connsiteX0" fmla="*/ 28391 w 29187"/>
                      <a:gd name="connsiteY0" fmla="*/ 35982 h 36409"/>
                      <a:gd name="connsiteX1" fmla="*/ 9639 w 29187"/>
                      <a:gd name="connsiteY1" fmla="*/ 21087 h 36409"/>
                      <a:gd name="connsiteX2" fmla="*/ 861 w 29187"/>
                      <a:gd name="connsiteY2" fmla="*/ 651 h 36409"/>
                      <a:gd name="connsiteX3" fmla="*/ 18594 w 29187"/>
                      <a:gd name="connsiteY3" fmla="*/ 13861 h 36409"/>
                      <a:gd name="connsiteX4" fmla="*/ 28391 w 29187"/>
                      <a:gd name="connsiteY4" fmla="*/ 35982 h 3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87" h="36409">
                        <a:moveTo>
                          <a:pt x="28391" y="35982"/>
                        </a:moveTo>
                        <a:cubicBezTo>
                          <a:pt x="24756" y="38953"/>
                          <a:pt x="13318" y="25609"/>
                          <a:pt x="9639" y="21087"/>
                        </a:cubicBezTo>
                        <a:cubicBezTo>
                          <a:pt x="6048" y="16432"/>
                          <a:pt x="-2774" y="4064"/>
                          <a:pt x="861" y="651"/>
                        </a:cubicBezTo>
                        <a:cubicBezTo>
                          <a:pt x="4674" y="-2940"/>
                          <a:pt x="15402" y="9295"/>
                          <a:pt x="18594" y="13861"/>
                        </a:cubicBezTo>
                        <a:cubicBezTo>
                          <a:pt x="22007" y="18339"/>
                          <a:pt x="32070" y="33012"/>
                          <a:pt x="28391" y="3598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51" name="Forme libre : forme 21450">
                    <a:extLst>
                      <a:ext uri="{FF2B5EF4-FFF2-40B4-BE49-F238E27FC236}">
                        <a16:creationId xmlns:a16="http://schemas.microsoft.com/office/drawing/2014/main" id="{F01BAD21-B4DD-4EC7-892F-A1FDAF5996EA}"/>
                      </a:ext>
                    </a:extLst>
                  </p:cNvPr>
                  <p:cNvSpPr/>
                  <p:nvPr/>
                </p:nvSpPr>
                <p:spPr>
                  <a:xfrm>
                    <a:off x="5598244" y="1275862"/>
                    <a:ext cx="16055" cy="28664"/>
                  </a:xfrm>
                  <a:custGeom>
                    <a:avLst/>
                    <a:gdLst>
                      <a:gd name="connsiteX0" fmla="*/ 10381 w 16055"/>
                      <a:gd name="connsiteY0" fmla="*/ 5213 h 28664"/>
                      <a:gd name="connsiteX1" fmla="*/ 584 w 16055"/>
                      <a:gd name="connsiteY1" fmla="*/ 825 h 28664"/>
                      <a:gd name="connsiteX2" fmla="*/ 9628 w 16055"/>
                      <a:gd name="connsiteY2" fmla="*/ 21660 h 28664"/>
                      <a:gd name="connsiteX3" fmla="*/ 16056 w 16055"/>
                      <a:gd name="connsiteY3" fmla="*/ 28664 h 28664"/>
                      <a:gd name="connsiteX4" fmla="*/ 13219 w 16055"/>
                      <a:gd name="connsiteY4" fmla="*/ 24453 h 28664"/>
                      <a:gd name="connsiteX5" fmla="*/ 10381 w 16055"/>
                      <a:gd name="connsiteY5" fmla="*/ 5213 h 28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55" h="28664">
                        <a:moveTo>
                          <a:pt x="10381" y="5213"/>
                        </a:moveTo>
                        <a:cubicBezTo>
                          <a:pt x="7899" y="3573"/>
                          <a:pt x="2313" y="-2101"/>
                          <a:pt x="584" y="825"/>
                        </a:cubicBezTo>
                        <a:cubicBezTo>
                          <a:pt x="-2120" y="5435"/>
                          <a:pt x="5195" y="15764"/>
                          <a:pt x="9628" y="21660"/>
                        </a:cubicBezTo>
                        <a:cubicBezTo>
                          <a:pt x="10958" y="23345"/>
                          <a:pt x="14238" y="26980"/>
                          <a:pt x="16056" y="28664"/>
                        </a:cubicBezTo>
                        <a:cubicBezTo>
                          <a:pt x="15258" y="27512"/>
                          <a:pt x="13795" y="25650"/>
                          <a:pt x="13219" y="24453"/>
                        </a:cubicBezTo>
                        <a:cubicBezTo>
                          <a:pt x="9982" y="17537"/>
                          <a:pt x="6347" y="9159"/>
                          <a:pt x="10381" y="521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52" name="Forme libre : forme 21451">
                    <a:extLst>
                      <a:ext uri="{FF2B5EF4-FFF2-40B4-BE49-F238E27FC236}">
                        <a16:creationId xmlns:a16="http://schemas.microsoft.com/office/drawing/2014/main" id="{A27AA4E4-B16F-496A-9806-6E7A58D07DF1}"/>
                      </a:ext>
                    </a:extLst>
                  </p:cNvPr>
                  <p:cNvSpPr/>
                  <p:nvPr/>
                </p:nvSpPr>
                <p:spPr>
                  <a:xfrm>
                    <a:off x="5598651" y="1278754"/>
                    <a:ext cx="29458" cy="36278"/>
                  </a:xfrm>
                  <a:custGeom>
                    <a:avLst/>
                    <a:gdLst>
                      <a:gd name="connsiteX0" fmla="*/ 28371 w 29458"/>
                      <a:gd name="connsiteY0" fmla="*/ 36102 h 36278"/>
                      <a:gd name="connsiteX1" fmla="*/ 9309 w 29458"/>
                      <a:gd name="connsiteY1" fmla="*/ 21074 h 36278"/>
                      <a:gd name="connsiteX2" fmla="*/ 886 w 29458"/>
                      <a:gd name="connsiteY2" fmla="*/ 726 h 36278"/>
                      <a:gd name="connsiteX3" fmla="*/ 18441 w 29458"/>
                      <a:gd name="connsiteY3" fmla="*/ 13936 h 36278"/>
                      <a:gd name="connsiteX4" fmla="*/ 28371 w 29458"/>
                      <a:gd name="connsiteY4" fmla="*/ 36102 h 36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458" h="36278">
                        <a:moveTo>
                          <a:pt x="28371" y="36102"/>
                        </a:moveTo>
                        <a:cubicBezTo>
                          <a:pt x="23761" y="37875"/>
                          <a:pt x="13343" y="25861"/>
                          <a:pt x="9309" y="21074"/>
                        </a:cubicBezTo>
                        <a:cubicBezTo>
                          <a:pt x="5319" y="16153"/>
                          <a:pt x="-2660" y="4538"/>
                          <a:pt x="886" y="726"/>
                        </a:cubicBezTo>
                        <a:cubicBezTo>
                          <a:pt x="4521" y="-3175"/>
                          <a:pt x="15382" y="9725"/>
                          <a:pt x="18441" y="13936"/>
                        </a:cubicBezTo>
                        <a:cubicBezTo>
                          <a:pt x="21633" y="18015"/>
                          <a:pt x="32982" y="34329"/>
                          <a:pt x="28371" y="3610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53" name="Forme libre : forme 21452">
                    <a:extLst>
                      <a:ext uri="{FF2B5EF4-FFF2-40B4-BE49-F238E27FC236}">
                        <a16:creationId xmlns:a16="http://schemas.microsoft.com/office/drawing/2014/main" id="{E74966CE-ECDE-4043-8C86-6BDB8A683D27}"/>
                      </a:ext>
                    </a:extLst>
                  </p:cNvPr>
                  <p:cNvSpPr/>
                  <p:nvPr/>
                </p:nvSpPr>
                <p:spPr>
                  <a:xfrm>
                    <a:off x="5584227" y="1258502"/>
                    <a:ext cx="31602" cy="50272"/>
                  </a:xfrm>
                  <a:custGeom>
                    <a:avLst/>
                    <a:gdLst>
                      <a:gd name="connsiteX0" fmla="*/ 1390 w 31602"/>
                      <a:gd name="connsiteY0" fmla="*/ 2315 h 50272"/>
                      <a:gd name="connsiteX1" fmla="*/ 371 w 31602"/>
                      <a:gd name="connsiteY1" fmla="*/ 10294 h 50272"/>
                      <a:gd name="connsiteX2" fmla="*/ 7686 w 31602"/>
                      <a:gd name="connsiteY2" fmla="*/ 31174 h 50272"/>
                      <a:gd name="connsiteX3" fmla="*/ 21694 w 31602"/>
                      <a:gd name="connsiteY3" fmla="*/ 46956 h 50272"/>
                      <a:gd name="connsiteX4" fmla="*/ 31358 w 31602"/>
                      <a:gd name="connsiteY4" fmla="*/ 49040 h 50272"/>
                      <a:gd name="connsiteX5" fmla="*/ 29275 w 31602"/>
                      <a:gd name="connsiteY5" fmla="*/ 41947 h 50272"/>
                      <a:gd name="connsiteX6" fmla="*/ 22625 w 31602"/>
                      <a:gd name="connsiteY6" fmla="*/ 23017 h 50272"/>
                      <a:gd name="connsiteX7" fmla="*/ 15133 w 31602"/>
                      <a:gd name="connsiteY7" fmla="*/ 4664 h 50272"/>
                      <a:gd name="connsiteX8" fmla="*/ 1390 w 31602"/>
                      <a:gd name="connsiteY8" fmla="*/ 2315 h 50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602" h="50272">
                        <a:moveTo>
                          <a:pt x="1390" y="2315"/>
                        </a:moveTo>
                        <a:cubicBezTo>
                          <a:pt x="-205" y="5063"/>
                          <a:pt x="-250" y="6482"/>
                          <a:pt x="371" y="10294"/>
                        </a:cubicBezTo>
                        <a:cubicBezTo>
                          <a:pt x="1302" y="17432"/>
                          <a:pt x="3385" y="24214"/>
                          <a:pt x="7686" y="31174"/>
                        </a:cubicBezTo>
                        <a:cubicBezTo>
                          <a:pt x="11409" y="37203"/>
                          <a:pt x="16685" y="43232"/>
                          <a:pt x="21694" y="46956"/>
                        </a:cubicBezTo>
                        <a:cubicBezTo>
                          <a:pt x="25418" y="49704"/>
                          <a:pt x="29807" y="51655"/>
                          <a:pt x="31358" y="49040"/>
                        </a:cubicBezTo>
                        <a:cubicBezTo>
                          <a:pt x="32289" y="47399"/>
                          <a:pt x="30339" y="44562"/>
                          <a:pt x="29275" y="41947"/>
                        </a:cubicBezTo>
                        <a:cubicBezTo>
                          <a:pt x="26836" y="35696"/>
                          <a:pt x="24132" y="29889"/>
                          <a:pt x="22625" y="23017"/>
                        </a:cubicBezTo>
                        <a:cubicBezTo>
                          <a:pt x="21472" y="17210"/>
                          <a:pt x="20276" y="9851"/>
                          <a:pt x="15133" y="4664"/>
                        </a:cubicBezTo>
                        <a:cubicBezTo>
                          <a:pt x="10257" y="-523"/>
                          <a:pt x="3607" y="-1498"/>
                          <a:pt x="1390" y="231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54" name="Forme libre : forme 21453">
                    <a:extLst>
                      <a:ext uri="{FF2B5EF4-FFF2-40B4-BE49-F238E27FC236}">
                        <a16:creationId xmlns:a16="http://schemas.microsoft.com/office/drawing/2014/main" id="{AE08EC43-7B40-4675-B416-54E4DCBEA126}"/>
                      </a:ext>
                    </a:extLst>
                  </p:cNvPr>
                  <p:cNvSpPr/>
                  <p:nvPr/>
                </p:nvSpPr>
                <p:spPr>
                  <a:xfrm>
                    <a:off x="5595923" y="1266194"/>
                    <a:ext cx="14721" cy="12367"/>
                  </a:xfrm>
                  <a:custGeom>
                    <a:avLst/>
                    <a:gdLst>
                      <a:gd name="connsiteX0" fmla="*/ 2417 w 14721"/>
                      <a:gd name="connsiteY0" fmla="*/ 608 h 12367"/>
                      <a:gd name="connsiteX1" fmla="*/ 422 w 14721"/>
                      <a:gd name="connsiteY1" fmla="*/ 31 h 12367"/>
                      <a:gd name="connsiteX2" fmla="*/ 378 w 14721"/>
                      <a:gd name="connsiteY2" fmla="*/ 1760 h 12367"/>
                      <a:gd name="connsiteX3" fmla="*/ 2417 w 14721"/>
                      <a:gd name="connsiteY3" fmla="*/ 4287 h 12367"/>
                      <a:gd name="connsiteX4" fmla="*/ 8490 w 14721"/>
                      <a:gd name="connsiteY4" fmla="*/ 9873 h 12367"/>
                      <a:gd name="connsiteX5" fmla="*/ 10928 w 14721"/>
                      <a:gd name="connsiteY5" fmla="*/ 11690 h 12367"/>
                      <a:gd name="connsiteX6" fmla="*/ 12790 w 14721"/>
                      <a:gd name="connsiteY6" fmla="*/ 7789 h 12367"/>
                      <a:gd name="connsiteX7" fmla="*/ 7648 w 14721"/>
                      <a:gd name="connsiteY7" fmla="*/ 3578 h 12367"/>
                      <a:gd name="connsiteX8" fmla="*/ 2417 w 14721"/>
                      <a:gd name="connsiteY8" fmla="*/ 608 h 12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21" h="12367">
                        <a:moveTo>
                          <a:pt x="2417" y="608"/>
                        </a:moveTo>
                        <a:cubicBezTo>
                          <a:pt x="1619" y="209"/>
                          <a:pt x="1042" y="-102"/>
                          <a:pt x="422" y="31"/>
                        </a:cubicBezTo>
                        <a:cubicBezTo>
                          <a:pt x="-199" y="164"/>
                          <a:pt x="-66" y="962"/>
                          <a:pt x="378" y="1760"/>
                        </a:cubicBezTo>
                        <a:cubicBezTo>
                          <a:pt x="776" y="2602"/>
                          <a:pt x="1663" y="3578"/>
                          <a:pt x="2417" y="4287"/>
                        </a:cubicBezTo>
                        <a:cubicBezTo>
                          <a:pt x="4279" y="6149"/>
                          <a:pt x="6451" y="8232"/>
                          <a:pt x="8490" y="9873"/>
                        </a:cubicBezTo>
                        <a:cubicBezTo>
                          <a:pt x="9332" y="10582"/>
                          <a:pt x="10086" y="11247"/>
                          <a:pt x="10928" y="11690"/>
                        </a:cubicBezTo>
                        <a:cubicBezTo>
                          <a:pt x="14430" y="13419"/>
                          <a:pt x="16425" y="11735"/>
                          <a:pt x="12790" y="7789"/>
                        </a:cubicBezTo>
                        <a:cubicBezTo>
                          <a:pt x="11372" y="6282"/>
                          <a:pt x="9554" y="4863"/>
                          <a:pt x="7648" y="3578"/>
                        </a:cubicBezTo>
                        <a:cubicBezTo>
                          <a:pt x="5742" y="2292"/>
                          <a:pt x="4101" y="1494"/>
                          <a:pt x="2417" y="60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55" name="Forme libre : forme 21454">
                    <a:extLst>
                      <a:ext uri="{FF2B5EF4-FFF2-40B4-BE49-F238E27FC236}">
                        <a16:creationId xmlns:a16="http://schemas.microsoft.com/office/drawing/2014/main" id="{831A1C2F-46D0-47C0-A6C6-848308F83E9B}"/>
                      </a:ext>
                    </a:extLst>
                  </p:cNvPr>
                  <p:cNvSpPr/>
                  <p:nvPr/>
                </p:nvSpPr>
                <p:spPr>
                  <a:xfrm>
                    <a:off x="5606586" y="1312329"/>
                    <a:ext cx="27529" cy="14173"/>
                  </a:xfrm>
                  <a:custGeom>
                    <a:avLst/>
                    <a:gdLst>
                      <a:gd name="connsiteX0" fmla="*/ 27529 w 27529"/>
                      <a:gd name="connsiteY0" fmla="*/ 14097 h 14173"/>
                      <a:gd name="connsiteX1" fmla="*/ 0 w 27529"/>
                      <a:gd name="connsiteY1" fmla="*/ 0 h 14173"/>
                      <a:gd name="connsiteX2" fmla="*/ 27529 w 27529"/>
                      <a:gd name="connsiteY2" fmla="*/ 14097 h 1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529" h="14173">
                        <a:moveTo>
                          <a:pt x="27529" y="14097"/>
                        </a:moveTo>
                        <a:cubicBezTo>
                          <a:pt x="19905" y="15117"/>
                          <a:pt x="7492" y="5674"/>
                          <a:pt x="0" y="0"/>
                        </a:cubicBezTo>
                        <a:cubicBezTo>
                          <a:pt x="8157" y="6206"/>
                          <a:pt x="19107" y="11526"/>
                          <a:pt x="27529" y="140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56" name="Forme libre : forme 21455">
                    <a:extLst>
                      <a:ext uri="{FF2B5EF4-FFF2-40B4-BE49-F238E27FC236}">
                        <a16:creationId xmlns:a16="http://schemas.microsoft.com/office/drawing/2014/main" id="{3ADE4D8D-5F71-4BDC-B21D-33211662968E}"/>
                      </a:ext>
                    </a:extLst>
                  </p:cNvPr>
                  <p:cNvSpPr/>
                  <p:nvPr/>
                </p:nvSpPr>
                <p:spPr>
                  <a:xfrm>
                    <a:off x="5584021" y="1249512"/>
                    <a:ext cx="28416" cy="17111"/>
                  </a:xfrm>
                  <a:custGeom>
                    <a:avLst/>
                    <a:gdLst>
                      <a:gd name="connsiteX0" fmla="*/ 28416 w 28416"/>
                      <a:gd name="connsiteY0" fmla="*/ 17112 h 17111"/>
                      <a:gd name="connsiteX1" fmla="*/ 24914 w 28416"/>
                      <a:gd name="connsiteY1" fmla="*/ 13787 h 17111"/>
                      <a:gd name="connsiteX2" fmla="*/ 21811 w 28416"/>
                      <a:gd name="connsiteY2" fmla="*/ 11393 h 17111"/>
                      <a:gd name="connsiteX3" fmla="*/ 14762 w 28416"/>
                      <a:gd name="connsiteY3" fmla="*/ 6650 h 17111"/>
                      <a:gd name="connsiteX4" fmla="*/ 0 w 28416"/>
                      <a:gd name="connsiteY4" fmla="*/ 0 h 17111"/>
                      <a:gd name="connsiteX5" fmla="*/ 14629 w 28416"/>
                      <a:gd name="connsiteY5" fmla="*/ 7315 h 17111"/>
                      <a:gd name="connsiteX6" fmla="*/ 21767 w 28416"/>
                      <a:gd name="connsiteY6" fmla="*/ 12280 h 17111"/>
                      <a:gd name="connsiteX7" fmla="*/ 25003 w 28416"/>
                      <a:gd name="connsiteY7" fmla="*/ 14496 h 17111"/>
                      <a:gd name="connsiteX8" fmla="*/ 28416 w 28416"/>
                      <a:gd name="connsiteY8" fmla="*/ 17112 h 17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416" h="17111">
                        <a:moveTo>
                          <a:pt x="28416" y="17112"/>
                        </a:moveTo>
                        <a:cubicBezTo>
                          <a:pt x="27264" y="15959"/>
                          <a:pt x="26111" y="14851"/>
                          <a:pt x="24914" y="13787"/>
                        </a:cubicBezTo>
                        <a:cubicBezTo>
                          <a:pt x="23850" y="12900"/>
                          <a:pt x="22919" y="12235"/>
                          <a:pt x="21811" y="11393"/>
                        </a:cubicBezTo>
                        <a:cubicBezTo>
                          <a:pt x="19594" y="9753"/>
                          <a:pt x="17200" y="8113"/>
                          <a:pt x="14762" y="6650"/>
                        </a:cubicBezTo>
                        <a:cubicBezTo>
                          <a:pt x="9841" y="3724"/>
                          <a:pt x="4743" y="1507"/>
                          <a:pt x="0" y="0"/>
                        </a:cubicBezTo>
                        <a:cubicBezTo>
                          <a:pt x="4522" y="1197"/>
                          <a:pt x="9664" y="3990"/>
                          <a:pt x="14629" y="7315"/>
                        </a:cubicBezTo>
                        <a:cubicBezTo>
                          <a:pt x="17112" y="8955"/>
                          <a:pt x="19550" y="10684"/>
                          <a:pt x="21767" y="12280"/>
                        </a:cubicBezTo>
                        <a:cubicBezTo>
                          <a:pt x="22919" y="13033"/>
                          <a:pt x="23806" y="13610"/>
                          <a:pt x="25003" y="14496"/>
                        </a:cubicBezTo>
                        <a:cubicBezTo>
                          <a:pt x="26155" y="15427"/>
                          <a:pt x="27308" y="16270"/>
                          <a:pt x="28416" y="171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57" name="Forme libre : forme 21456">
                    <a:extLst>
                      <a:ext uri="{FF2B5EF4-FFF2-40B4-BE49-F238E27FC236}">
                        <a16:creationId xmlns:a16="http://schemas.microsoft.com/office/drawing/2014/main" id="{B62ED704-04AB-43FE-A094-7A3320762059}"/>
                      </a:ext>
                    </a:extLst>
                  </p:cNvPr>
                  <p:cNvSpPr/>
                  <p:nvPr/>
                </p:nvSpPr>
                <p:spPr>
                  <a:xfrm>
                    <a:off x="5612301" y="1288966"/>
                    <a:ext cx="9760" cy="14189"/>
                  </a:xfrm>
                  <a:custGeom>
                    <a:avLst/>
                    <a:gdLst>
                      <a:gd name="connsiteX0" fmla="*/ 9135 w 9760"/>
                      <a:gd name="connsiteY0" fmla="*/ 14187 h 14189"/>
                      <a:gd name="connsiteX1" fmla="*/ 2619 w 9760"/>
                      <a:gd name="connsiteY1" fmla="*/ 6872 h 14189"/>
                      <a:gd name="connsiteX2" fmla="*/ 757 w 9760"/>
                      <a:gd name="connsiteY2" fmla="*/ 1 h 14189"/>
                      <a:gd name="connsiteX3" fmla="*/ 6919 w 9760"/>
                      <a:gd name="connsiteY3" fmla="*/ 6917 h 14189"/>
                      <a:gd name="connsiteX4" fmla="*/ 9135 w 9760"/>
                      <a:gd name="connsiteY4" fmla="*/ 14187 h 1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60" h="14189">
                        <a:moveTo>
                          <a:pt x="9135" y="14187"/>
                        </a:moveTo>
                        <a:cubicBezTo>
                          <a:pt x="7185" y="14320"/>
                          <a:pt x="3727" y="8601"/>
                          <a:pt x="2619" y="6872"/>
                        </a:cubicBezTo>
                        <a:cubicBezTo>
                          <a:pt x="1555" y="5099"/>
                          <a:pt x="-1371" y="90"/>
                          <a:pt x="757" y="1"/>
                        </a:cubicBezTo>
                        <a:cubicBezTo>
                          <a:pt x="2840" y="-88"/>
                          <a:pt x="5988" y="5232"/>
                          <a:pt x="6919" y="6917"/>
                        </a:cubicBezTo>
                        <a:cubicBezTo>
                          <a:pt x="7938" y="8513"/>
                          <a:pt x="11086" y="14054"/>
                          <a:pt x="9135" y="1418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58" name="Forme libre : forme 21457">
                    <a:extLst>
                      <a:ext uri="{FF2B5EF4-FFF2-40B4-BE49-F238E27FC236}">
                        <a16:creationId xmlns:a16="http://schemas.microsoft.com/office/drawing/2014/main" id="{D0641F07-C17E-4FA8-8BD1-9441B338D847}"/>
                      </a:ext>
                    </a:extLst>
                  </p:cNvPr>
                  <p:cNvSpPr/>
                  <p:nvPr/>
                </p:nvSpPr>
                <p:spPr>
                  <a:xfrm>
                    <a:off x="5620385" y="1301078"/>
                    <a:ext cx="3074" cy="3984"/>
                  </a:xfrm>
                  <a:custGeom>
                    <a:avLst/>
                    <a:gdLst>
                      <a:gd name="connsiteX0" fmla="*/ 2958 w 3074"/>
                      <a:gd name="connsiteY0" fmla="*/ 3848 h 3984"/>
                      <a:gd name="connsiteX1" fmla="*/ 1052 w 3074"/>
                      <a:gd name="connsiteY1" fmla="*/ 2607 h 3984"/>
                      <a:gd name="connsiteX2" fmla="*/ 120 w 3074"/>
                      <a:gd name="connsiteY2" fmla="*/ 124 h 3984"/>
                      <a:gd name="connsiteX3" fmla="*/ 2027 w 3074"/>
                      <a:gd name="connsiteY3" fmla="*/ 1321 h 3984"/>
                      <a:gd name="connsiteX4" fmla="*/ 2958 w 3074"/>
                      <a:gd name="connsiteY4" fmla="*/ 3848 h 3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4" h="3984">
                        <a:moveTo>
                          <a:pt x="2958" y="3848"/>
                        </a:moveTo>
                        <a:cubicBezTo>
                          <a:pt x="2559" y="4380"/>
                          <a:pt x="1495" y="3227"/>
                          <a:pt x="1052" y="2607"/>
                        </a:cubicBezTo>
                        <a:cubicBezTo>
                          <a:pt x="564" y="1986"/>
                          <a:pt x="-323" y="612"/>
                          <a:pt x="120" y="124"/>
                        </a:cubicBezTo>
                        <a:cubicBezTo>
                          <a:pt x="564" y="-363"/>
                          <a:pt x="1539" y="700"/>
                          <a:pt x="2027" y="1321"/>
                        </a:cubicBezTo>
                        <a:cubicBezTo>
                          <a:pt x="2470" y="1942"/>
                          <a:pt x="3401" y="3316"/>
                          <a:pt x="2958" y="38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59" name="Forme libre : forme 21458">
                    <a:extLst>
                      <a:ext uri="{FF2B5EF4-FFF2-40B4-BE49-F238E27FC236}">
                        <a16:creationId xmlns:a16="http://schemas.microsoft.com/office/drawing/2014/main" id="{9AFDD698-35DB-40C2-995A-7E4A1A3109DC}"/>
                      </a:ext>
                    </a:extLst>
                  </p:cNvPr>
                  <p:cNvSpPr/>
                  <p:nvPr/>
                </p:nvSpPr>
                <p:spPr>
                  <a:xfrm>
                    <a:off x="5619664" y="1282844"/>
                    <a:ext cx="16866" cy="40271"/>
                  </a:xfrm>
                  <a:custGeom>
                    <a:avLst/>
                    <a:gdLst>
                      <a:gd name="connsiteX0" fmla="*/ 15870 w 16866"/>
                      <a:gd name="connsiteY0" fmla="*/ 27268 h 40271"/>
                      <a:gd name="connsiteX1" fmla="*/ 16402 w 16866"/>
                      <a:gd name="connsiteY1" fmla="*/ 39370 h 40271"/>
                      <a:gd name="connsiteX2" fmla="*/ 12545 w 16866"/>
                      <a:gd name="connsiteY2" fmla="*/ 38750 h 40271"/>
                      <a:gd name="connsiteX3" fmla="*/ 10860 w 16866"/>
                      <a:gd name="connsiteY3" fmla="*/ 33873 h 40271"/>
                      <a:gd name="connsiteX4" fmla="*/ 7004 w 16866"/>
                      <a:gd name="connsiteY4" fmla="*/ 18579 h 40271"/>
                      <a:gd name="connsiteX5" fmla="*/ 1329 w 16866"/>
                      <a:gd name="connsiteY5" fmla="*/ 5 h 40271"/>
                      <a:gd name="connsiteX6" fmla="*/ 14363 w 16866"/>
                      <a:gd name="connsiteY6" fmla="*/ 16717 h 40271"/>
                      <a:gd name="connsiteX7" fmla="*/ 15870 w 16866"/>
                      <a:gd name="connsiteY7" fmla="*/ 27268 h 40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866" h="40271">
                        <a:moveTo>
                          <a:pt x="15870" y="27268"/>
                        </a:moveTo>
                        <a:cubicBezTo>
                          <a:pt x="16712" y="32012"/>
                          <a:pt x="17333" y="35425"/>
                          <a:pt x="16402" y="39370"/>
                        </a:cubicBezTo>
                        <a:cubicBezTo>
                          <a:pt x="16047" y="40833"/>
                          <a:pt x="13875" y="40434"/>
                          <a:pt x="12545" y="38750"/>
                        </a:cubicBezTo>
                        <a:cubicBezTo>
                          <a:pt x="11171" y="37065"/>
                          <a:pt x="11038" y="35514"/>
                          <a:pt x="10860" y="33873"/>
                        </a:cubicBezTo>
                        <a:cubicBezTo>
                          <a:pt x="10195" y="28820"/>
                          <a:pt x="8777" y="23943"/>
                          <a:pt x="7004" y="18579"/>
                        </a:cubicBezTo>
                        <a:cubicBezTo>
                          <a:pt x="5984" y="15254"/>
                          <a:pt x="-3414" y="-306"/>
                          <a:pt x="1329" y="5"/>
                        </a:cubicBezTo>
                        <a:cubicBezTo>
                          <a:pt x="6206" y="315"/>
                          <a:pt x="12900" y="12284"/>
                          <a:pt x="14363" y="16717"/>
                        </a:cubicBezTo>
                        <a:cubicBezTo>
                          <a:pt x="15870" y="21106"/>
                          <a:pt x="15205" y="23677"/>
                          <a:pt x="15870" y="2726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49" name="Graphique 2">
                  <a:extLst>
                    <a:ext uri="{FF2B5EF4-FFF2-40B4-BE49-F238E27FC236}">
                      <a16:creationId xmlns:a16="http://schemas.microsoft.com/office/drawing/2014/main" id="{59358B34-5E01-4548-98C0-3A0598E7B9F8}"/>
                    </a:ext>
                  </a:extLst>
                </p:cNvPr>
                <p:cNvGrpSpPr/>
                <p:nvPr/>
              </p:nvGrpSpPr>
              <p:grpSpPr>
                <a:xfrm>
                  <a:off x="5635307" y="1325048"/>
                  <a:ext cx="80533" cy="65773"/>
                  <a:chOff x="5635307" y="1325048"/>
                  <a:chExt cx="80533" cy="65773"/>
                </a:xfrm>
                <a:solidFill>
                  <a:schemeClr val="accent1"/>
                </a:solidFill>
              </p:grpSpPr>
              <p:sp>
                <p:nvSpPr>
                  <p:cNvPr id="21436" name="Forme libre : forme 21435">
                    <a:extLst>
                      <a:ext uri="{FF2B5EF4-FFF2-40B4-BE49-F238E27FC236}">
                        <a16:creationId xmlns:a16="http://schemas.microsoft.com/office/drawing/2014/main" id="{D60F993B-03F7-4C6F-AA86-5EC9C288FB54}"/>
                      </a:ext>
                    </a:extLst>
                  </p:cNvPr>
                  <p:cNvSpPr/>
                  <p:nvPr/>
                </p:nvSpPr>
                <p:spPr>
                  <a:xfrm>
                    <a:off x="5635307" y="1325048"/>
                    <a:ext cx="80533" cy="65773"/>
                  </a:xfrm>
                  <a:custGeom>
                    <a:avLst/>
                    <a:gdLst>
                      <a:gd name="connsiteX0" fmla="*/ 41765 w 80533"/>
                      <a:gd name="connsiteY0" fmla="*/ 62333 h 65773"/>
                      <a:gd name="connsiteX1" fmla="*/ 24742 w 80533"/>
                      <a:gd name="connsiteY1" fmla="*/ 51738 h 65773"/>
                      <a:gd name="connsiteX2" fmla="*/ 11221 w 80533"/>
                      <a:gd name="connsiteY2" fmla="*/ 39015 h 65773"/>
                      <a:gd name="connsiteX3" fmla="*/ 316 w 80533"/>
                      <a:gd name="connsiteY3" fmla="*/ 5900 h 65773"/>
                      <a:gd name="connsiteX4" fmla="*/ 8561 w 80533"/>
                      <a:gd name="connsiteY4" fmla="*/ 137 h 65773"/>
                      <a:gd name="connsiteX5" fmla="*/ 36845 w 80533"/>
                      <a:gd name="connsiteY5" fmla="*/ 14943 h 65773"/>
                      <a:gd name="connsiteX6" fmla="*/ 46819 w 80533"/>
                      <a:gd name="connsiteY6" fmla="*/ 23632 h 65773"/>
                      <a:gd name="connsiteX7" fmla="*/ 56439 w 80533"/>
                      <a:gd name="connsiteY7" fmla="*/ 30415 h 65773"/>
                      <a:gd name="connsiteX8" fmla="*/ 65615 w 80533"/>
                      <a:gd name="connsiteY8" fmla="*/ 37242 h 65773"/>
                      <a:gd name="connsiteX9" fmla="*/ 75279 w 80533"/>
                      <a:gd name="connsiteY9" fmla="*/ 44246 h 65773"/>
                      <a:gd name="connsiteX10" fmla="*/ 80156 w 80533"/>
                      <a:gd name="connsiteY10" fmla="*/ 52802 h 65773"/>
                      <a:gd name="connsiteX11" fmla="*/ 75191 w 80533"/>
                      <a:gd name="connsiteY11" fmla="*/ 59540 h 65773"/>
                      <a:gd name="connsiteX12" fmla="*/ 71378 w 80533"/>
                      <a:gd name="connsiteY12" fmla="*/ 62378 h 65773"/>
                      <a:gd name="connsiteX13" fmla="*/ 66635 w 80533"/>
                      <a:gd name="connsiteY13" fmla="*/ 64372 h 65773"/>
                      <a:gd name="connsiteX14" fmla="*/ 41765 w 80533"/>
                      <a:gd name="connsiteY14" fmla="*/ 62333 h 65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0533" h="65773">
                        <a:moveTo>
                          <a:pt x="41765" y="62333"/>
                        </a:moveTo>
                        <a:cubicBezTo>
                          <a:pt x="36933" y="60383"/>
                          <a:pt x="30417" y="56260"/>
                          <a:pt x="24742" y="51738"/>
                        </a:cubicBezTo>
                        <a:cubicBezTo>
                          <a:pt x="18979" y="47216"/>
                          <a:pt x="14236" y="42296"/>
                          <a:pt x="11221" y="39015"/>
                        </a:cubicBezTo>
                        <a:cubicBezTo>
                          <a:pt x="405" y="26558"/>
                          <a:pt x="-748" y="16717"/>
                          <a:pt x="316" y="5900"/>
                        </a:cubicBezTo>
                        <a:cubicBezTo>
                          <a:pt x="715" y="2132"/>
                          <a:pt x="4971" y="-661"/>
                          <a:pt x="8561" y="137"/>
                        </a:cubicBezTo>
                        <a:cubicBezTo>
                          <a:pt x="18979" y="2442"/>
                          <a:pt x="27313" y="6255"/>
                          <a:pt x="36845" y="14943"/>
                        </a:cubicBezTo>
                        <a:cubicBezTo>
                          <a:pt x="39416" y="17204"/>
                          <a:pt x="43095" y="20751"/>
                          <a:pt x="46819" y="23632"/>
                        </a:cubicBezTo>
                        <a:cubicBezTo>
                          <a:pt x="50498" y="26647"/>
                          <a:pt x="54134" y="29129"/>
                          <a:pt x="56439" y="30415"/>
                        </a:cubicBezTo>
                        <a:cubicBezTo>
                          <a:pt x="60783" y="32942"/>
                          <a:pt x="63133" y="34937"/>
                          <a:pt x="65615" y="37242"/>
                        </a:cubicBezTo>
                        <a:cubicBezTo>
                          <a:pt x="68053" y="39370"/>
                          <a:pt x="70979" y="42251"/>
                          <a:pt x="75279" y="44246"/>
                        </a:cubicBezTo>
                        <a:cubicBezTo>
                          <a:pt x="78161" y="45753"/>
                          <a:pt x="81707" y="49522"/>
                          <a:pt x="80156" y="52802"/>
                        </a:cubicBezTo>
                        <a:cubicBezTo>
                          <a:pt x="78959" y="55107"/>
                          <a:pt x="77496" y="57723"/>
                          <a:pt x="75191" y="59540"/>
                        </a:cubicBezTo>
                        <a:cubicBezTo>
                          <a:pt x="74083" y="60516"/>
                          <a:pt x="72797" y="61447"/>
                          <a:pt x="71378" y="62378"/>
                        </a:cubicBezTo>
                        <a:cubicBezTo>
                          <a:pt x="69960" y="63131"/>
                          <a:pt x="68364" y="63796"/>
                          <a:pt x="66635" y="64372"/>
                        </a:cubicBezTo>
                        <a:cubicBezTo>
                          <a:pt x="59719" y="66678"/>
                          <a:pt x="50498" y="66234"/>
                          <a:pt x="41765" y="6233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37" name="Forme libre : forme 21436">
                    <a:extLst>
                      <a:ext uri="{FF2B5EF4-FFF2-40B4-BE49-F238E27FC236}">
                        <a16:creationId xmlns:a16="http://schemas.microsoft.com/office/drawing/2014/main" id="{9FBBC7C2-E326-4750-8D57-266A980FA51B}"/>
                      </a:ext>
                    </a:extLst>
                  </p:cNvPr>
                  <p:cNvSpPr/>
                  <p:nvPr/>
                </p:nvSpPr>
                <p:spPr>
                  <a:xfrm>
                    <a:off x="5635356" y="1326958"/>
                    <a:ext cx="80017" cy="63785"/>
                  </a:xfrm>
                  <a:custGeom>
                    <a:avLst/>
                    <a:gdLst>
                      <a:gd name="connsiteX0" fmla="*/ 23806 w 80017"/>
                      <a:gd name="connsiteY0" fmla="*/ 31918 h 63785"/>
                      <a:gd name="connsiteX1" fmla="*/ 2438 w 80017"/>
                      <a:gd name="connsiteY1" fmla="*/ 0 h 63785"/>
                      <a:gd name="connsiteX2" fmla="*/ 310 w 80017"/>
                      <a:gd name="connsiteY2" fmla="*/ 3946 h 63785"/>
                      <a:gd name="connsiteX3" fmla="*/ 0 w 80017"/>
                      <a:gd name="connsiteY3" fmla="*/ 9487 h 63785"/>
                      <a:gd name="connsiteX4" fmla="*/ 3458 w 80017"/>
                      <a:gd name="connsiteY4" fmla="*/ 25579 h 63785"/>
                      <a:gd name="connsiteX5" fmla="*/ 11216 w 80017"/>
                      <a:gd name="connsiteY5" fmla="*/ 37061 h 63785"/>
                      <a:gd name="connsiteX6" fmla="*/ 15205 w 80017"/>
                      <a:gd name="connsiteY6" fmla="*/ 41272 h 63785"/>
                      <a:gd name="connsiteX7" fmla="*/ 26288 w 80017"/>
                      <a:gd name="connsiteY7" fmla="*/ 50981 h 63785"/>
                      <a:gd name="connsiteX8" fmla="*/ 38923 w 80017"/>
                      <a:gd name="connsiteY8" fmla="*/ 59005 h 63785"/>
                      <a:gd name="connsiteX9" fmla="*/ 41760 w 80017"/>
                      <a:gd name="connsiteY9" fmla="*/ 60335 h 63785"/>
                      <a:gd name="connsiteX10" fmla="*/ 60024 w 80017"/>
                      <a:gd name="connsiteY10" fmla="*/ 63659 h 63785"/>
                      <a:gd name="connsiteX11" fmla="*/ 70220 w 80017"/>
                      <a:gd name="connsiteY11" fmla="*/ 60822 h 63785"/>
                      <a:gd name="connsiteX12" fmla="*/ 77225 w 80017"/>
                      <a:gd name="connsiteY12" fmla="*/ 55325 h 63785"/>
                      <a:gd name="connsiteX13" fmla="*/ 79973 w 80017"/>
                      <a:gd name="connsiteY13" fmla="*/ 50848 h 63785"/>
                      <a:gd name="connsiteX14" fmla="*/ 80017 w 80017"/>
                      <a:gd name="connsiteY14" fmla="*/ 50670 h 63785"/>
                      <a:gd name="connsiteX15" fmla="*/ 64103 w 80017"/>
                      <a:gd name="connsiteY15" fmla="*/ 53330 h 63785"/>
                      <a:gd name="connsiteX16" fmla="*/ 48675 w 80017"/>
                      <a:gd name="connsiteY16" fmla="*/ 49119 h 63785"/>
                      <a:gd name="connsiteX17" fmla="*/ 23806 w 80017"/>
                      <a:gd name="connsiteY17" fmla="*/ 31918 h 63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0017" h="63785">
                        <a:moveTo>
                          <a:pt x="23806" y="31918"/>
                        </a:moveTo>
                        <a:cubicBezTo>
                          <a:pt x="13521" y="23052"/>
                          <a:pt x="4389" y="11304"/>
                          <a:pt x="2438" y="0"/>
                        </a:cubicBezTo>
                        <a:cubicBezTo>
                          <a:pt x="1286" y="1020"/>
                          <a:pt x="443" y="2394"/>
                          <a:pt x="310" y="3946"/>
                        </a:cubicBezTo>
                        <a:cubicBezTo>
                          <a:pt x="133" y="5807"/>
                          <a:pt x="0" y="7669"/>
                          <a:pt x="0" y="9487"/>
                        </a:cubicBezTo>
                        <a:cubicBezTo>
                          <a:pt x="0" y="14762"/>
                          <a:pt x="842" y="19949"/>
                          <a:pt x="3458" y="25579"/>
                        </a:cubicBezTo>
                        <a:cubicBezTo>
                          <a:pt x="5187" y="29214"/>
                          <a:pt x="7669" y="33027"/>
                          <a:pt x="11216" y="37061"/>
                        </a:cubicBezTo>
                        <a:cubicBezTo>
                          <a:pt x="12368" y="38258"/>
                          <a:pt x="13698" y="39721"/>
                          <a:pt x="15205" y="41272"/>
                        </a:cubicBezTo>
                        <a:cubicBezTo>
                          <a:pt x="18264" y="44287"/>
                          <a:pt x="22121" y="47789"/>
                          <a:pt x="26288" y="50981"/>
                        </a:cubicBezTo>
                        <a:cubicBezTo>
                          <a:pt x="30500" y="54172"/>
                          <a:pt x="34977" y="57054"/>
                          <a:pt x="38923" y="59005"/>
                        </a:cubicBezTo>
                        <a:cubicBezTo>
                          <a:pt x="39942" y="59492"/>
                          <a:pt x="40918" y="59936"/>
                          <a:pt x="41760" y="60335"/>
                        </a:cubicBezTo>
                        <a:cubicBezTo>
                          <a:pt x="47966" y="63039"/>
                          <a:pt x="54350" y="64191"/>
                          <a:pt x="60024" y="63659"/>
                        </a:cubicBezTo>
                        <a:cubicBezTo>
                          <a:pt x="63881" y="63438"/>
                          <a:pt x="67339" y="62196"/>
                          <a:pt x="70220" y="60822"/>
                        </a:cubicBezTo>
                        <a:cubicBezTo>
                          <a:pt x="73102" y="59271"/>
                          <a:pt x="75407" y="57364"/>
                          <a:pt x="77225" y="55325"/>
                        </a:cubicBezTo>
                        <a:cubicBezTo>
                          <a:pt x="78333" y="53862"/>
                          <a:pt x="79219" y="52355"/>
                          <a:pt x="79973" y="50848"/>
                        </a:cubicBezTo>
                        <a:lnTo>
                          <a:pt x="80017" y="50670"/>
                        </a:lnTo>
                        <a:cubicBezTo>
                          <a:pt x="75097" y="52843"/>
                          <a:pt x="69511" y="53596"/>
                          <a:pt x="64103" y="53330"/>
                        </a:cubicBezTo>
                        <a:cubicBezTo>
                          <a:pt x="58606" y="52976"/>
                          <a:pt x="53463" y="51202"/>
                          <a:pt x="48675" y="49119"/>
                        </a:cubicBezTo>
                        <a:cubicBezTo>
                          <a:pt x="39189" y="44597"/>
                          <a:pt x="31165" y="38302"/>
                          <a:pt x="23806" y="3191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38" name="Forme libre : forme 21437">
                    <a:extLst>
                      <a:ext uri="{FF2B5EF4-FFF2-40B4-BE49-F238E27FC236}">
                        <a16:creationId xmlns:a16="http://schemas.microsoft.com/office/drawing/2014/main" id="{E100778D-DD03-4A49-905F-31C26E36475E}"/>
                      </a:ext>
                    </a:extLst>
                  </p:cNvPr>
                  <p:cNvSpPr/>
                  <p:nvPr/>
                </p:nvSpPr>
                <p:spPr>
                  <a:xfrm>
                    <a:off x="5658716" y="1351893"/>
                    <a:ext cx="38183" cy="27046"/>
                  </a:xfrm>
                  <a:custGeom>
                    <a:avLst/>
                    <a:gdLst>
                      <a:gd name="connsiteX0" fmla="*/ 38172 w 38183"/>
                      <a:gd name="connsiteY0" fmla="*/ 24538 h 27046"/>
                      <a:gd name="connsiteX1" fmla="*/ 27355 w 38183"/>
                      <a:gd name="connsiteY1" fmla="*/ 26356 h 27046"/>
                      <a:gd name="connsiteX2" fmla="*/ 19243 w 38183"/>
                      <a:gd name="connsiteY2" fmla="*/ 23386 h 27046"/>
                      <a:gd name="connsiteX3" fmla="*/ 13480 w 38183"/>
                      <a:gd name="connsiteY3" fmla="*/ 19972 h 27046"/>
                      <a:gd name="connsiteX4" fmla="*/ 3594 w 38183"/>
                      <a:gd name="connsiteY4" fmla="*/ 10485 h 27046"/>
                      <a:gd name="connsiteX5" fmla="*/ 712 w 38183"/>
                      <a:gd name="connsiteY5" fmla="*/ 777 h 27046"/>
                      <a:gd name="connsiteX6" fmla="*/ 10022 w 38183"/>
                      <a:gd name="connsiteY6" fmla="*/ 3215 h 27046"/>
                      <a:gd name="connsiteX7" fmla="*/ 19996 w 38183"/>
                      <a:gd name="connsiteY7" fmla="*/ 10396 h 27046"/>
                      <a:gd name="connsiteX8" fmla="*/ 30503 w 38183"/>
                      <a:gd name="connsiteY8" fmla="*/ 17622 h 27046"/>
                      <a:gd name="connsiteX9" fmla="*/ 33384 w 38183"/>
                      <a:gd name="connsiteY9" fmla="*/ 19529 h 27046"/>
                      <a:gd name="connsiteX10" fmla="*/ 35867 w 38183"/>
                      <a:gd name="connsiteY10" fmla="*/ 21169 h 27046"/>
                      <a:gd name="connsiteX11" fmla="*/ 38172 w 38183"/>
                      <a:gd name="connsiteY11" fmla="*/ 24538 h 270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8183" h="27046">
                        <a:moveTo>
                          <a:pt x="38172" y="24538"/>
                        </a:moveTo>
                        <a:cubicBezTo>
                          <a:pt x="38039" y="26932"/>
                          <a:pt x="32941" y="27774"/>
                          <a:pt x="27355" y="26356"/>
                        </a:cubicBezTo>
                        <a:cubicBezTo>
                          <a:pt x="24474" y="25824"/>
                          <a:pt x="21769" y="24494"/>
                          <a:pt x="19243" y="23386"/>
                        </a:cubicBezTo>
                        <a:cubicBezTo>
                          <a:pt x="16893" y="22100"/>
                          <a:pt x="14721" y="20947"/>
                          <a:pt x="13480" y="19972"/>
                        </a:cubicBezTo>
                        <a:cubicBezTo>
                          <a:pt x="10864" y="18154"/>
                          <a:pt x="6475" y="14431"/>
                          <a:pt x="3594" y="10485"/>
                        </a:cubicBezTo>
                        <a:cubicBezTo>
                          <a:pt x="579" y="6584"/>
                          <a:pt x="-1017" y="2639"/>
                          <a:pt x="712" y="777"/>
                        </a:cubicBezTo>
                        <a:cubicBezTo>
                          <a:pt x="2486" y="-1129"/>
                          <a:pt x="6165" y="777"/>
                          <a:pt x="10022" y="3215"/>
                        </a:cubicBezTo>
                        <a:cubicBezTo>
                          <a:pt x="13834" y="5786"/>
                          <a:pt x="17913" y="8845"/>
                          <a:pt x="19996" y="10396"/>
                        </a:cubicBezTo>
                        <a:cubicBezTo>
                          <a:pt x="22080" y="12037"/>
                          <a:pt x="26468" y="15096"/>
                          <a:pt x="30503" y="17622"/>
                        </a:cubicBezTo>
                        <a:cubicBezTo>
                          <a:pt x="31522" y="18243"/>
                          <a:pt x="32498" y="18908"/>
                          <a:pt x="33384" y="19529"/>
                        </a:cubicBezTo>
                        <a:cubicBezTo>
                          <a:pt x="34315" y="20061"/>
                          <a:pt x="35157" y="20593"/>
                          <a:pt x="35867" y="21169"/>
                        </a:cubicBezTo>
                        <a:cubicBezTo>
                          <a:pt x="37330" y="22410"/>
                          <a:pt x="38305" y="23341"/>
                          <a:pt x="38172" y="2453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39" name="Forme libre : forme 21438">
                    <a:extLst>
                      <a:ext uri="{FF2B5EF4-FFF2-40B4-BE49-F238E27FC236}">
                        <a16:creationId xmlns:a16="http://schemas.microsoft.com/office/drawing/2014/main" id="{98C8805F-17E4-46B3-9240-E5F7271FE08B}"/>
                      </a:ext>
                    </a:extLst>
                  </p:cNvPr>
                  <p:cNvSpPr/>
                  <p:nvPr/>
                </p:nvSpPr>
                <p:spPr>
                  <a:xfrm>
                    <a:off x="5658755" y="1351620"/>
                    <a:ext cx="22927" cy="25078"/>
                  </a:xfrm>
                  <a:custGeom>
                    <a:avLst/>
                    <a:gdLst>
                      <a:gd name="connsiteX0" fmla="*/ 10559 w 22927"/>
                      <a:gd name="connsiteY0" fmla="*/ 4110 h 25078"/>
                      <a:gd name="connsiteX1" fmla="*/ 451 w 22927"/>
                      <a:gd name="connsiteY1" fmla="*/ 918 h 25078"/>
                      <a:gd name="connsiteX2" fmla="*/ 13618 w 22927"/>
                      <a:gd name="connsiteY2" fmla="*/ 20423 h 25078"/>
                      <a:gd name="connsiteX3" fmla="*/ 22927 w 22927"/>
                      <a:gd name="connsiteY3" fmla="*/ 25078 h 25078"/>
                      <a:gd name="connsiteX4" fmla="*/ 18228 w 22927"/>
                      <a:gd name="connsiteY4" fmla="*/ 22108 h 25078"/>
                      <a:gd name="connsiteX5" fmla="*/ 10559 w 22927"/>
                      <a:gd name="connsiteY5" fmla="*/ 4110 h 25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927" h="25078">
                        <a:moveTo>
                          <a:pt x="10559" y="4110"/>
                        </a:moveTo>
                        <a:cubicBezTo>
                          <a:pt x="7899" y="3046"/>
                          <a:pt x="2003" y="-2053"/>
                          <a:pt x="451" y="918"/>
                        </a:cubicBezTo>
                        <a:cubicBezTo>
                          <a:pt x="-2120" y="5705"/>
                          <a:pt x="6835" y="15857"/>
                          <a:pt x="13618" y="20423"/>
                        </a:cubicBezTo>
                        <a:cubicBezTo>
                          <a:pt x="15524" y="21798"/>
                          <a:pt x="20267" y="24324"/>
                          <a:pt x="22927" y="25078"/>
                        </a:cubicBezTo>
                        <a:cubicBezTo>
                          <a:pt x="21553" y="24324"/>
                          <a:pt x="19248" y="23172"/>
                          <a:pt x="18228" y="22108"/>
                        </a:cubicBezTo>
                        <a:cubicBezTo>
                          <a:pt x="12110" y="16478"/>
                          <a:pt x="7057" y="8587"/>
                          <a:pt x="10559" y="411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40" name="Forme libre : forme 21439">
                    <a:extLst>
                      <a:ext uri="{FF2B5EF4-FFF2-40B4-BE49-F238E27FC236}">
                        <a16:creationId xmlns:a16="http://schemas.microsoft.com/office/drawing/2014/main" id="{70012A23-C050-4275-8CFB-1ABA2E322521}"/>
                      </a:ext>
                    </a:extLst>
                  </p:cNvPr>
                  <p:cNvSpPr/>
                  <p:nvPr/>
                </p:nvSpPr>
                <p:spPr>
                  <a:xfrm>
                    <a:off x="5659486" y="1354416"/>
                    <a:ext cx="39845" cy="26203"/>
                  </a:xfrm>
                  <a:custGeom>
                    <a:avLst/>
                    <a:gdLst>
                      <a:gd name="connsiteX0" fmla="*/ 39751 w 39845"/>
                      <a:gd name="connsiteY0" fmla="*/ 23478 h 26203"/>
                      <a:gd name="connsiteX1" fmla="*/ 35762 w 39845"/>
                      <a:gd name="connsiteY1" fmla="*/ 25961 h 26203"/>
                      <a:gd name="connsiteX2" fmla="*/ 28092 w 39845"/>
                      <a:gd name="connsiteY2" fmla="*/ 25739 h 26203"/>
                      <a:gd name="connsiteX3" fmla="*/ 13818 w 39845"/>
                      <a:gd name="connsiteY3" fmla="*/ 19932 h 26203"/>
                      <a:gd name="connsiteX4" fmla="*/ 3533 w 39845"/>
                      <a:gd name="connsiteY4" fmla="*/ 10622 h 26203"/>
                      <a:gd name="connsiteX5" fmla="*/ 651 w 39845"/>
                      <a:gd name="connsiteY5" fmla="*/ 869 h 26203"/>
                      <a:gd name="connsiteX6" fmla="*/ 10005 w 39845"/>
                      <a:gd name="connsiteY6" fmla="*/ 3219 h 26203"/>
                      <a:gd name="connsiteX7" fmla="*/ 20201 w 39845"/>
                      <a:gd name="connsiteY7" fmla="*/ 10223 h 26203"/>
                      <a:gd name="connsiteX8" fmla="*/ 31683 w 39845"/>
                      <a:gd name="connsiteY8" fmla="*/ 17183 h 26203"/>
                      <a:gd name="connsiteX9" fmla="*/ 39751 w 39845"/>
                      <a:gd name="connsiteY9" fmla="*/ 23478 h 26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845" h="26203">
                        <a:moveTo>
                          <a:pt x="39751" y="23478"/>
                        </a:moveTo>
                        <a:cubicBezTo>
                          <a:pt x="39308" y="24631"/>
                          <a:pt x="37889" y="25429"/>
                          <a:pt x="35762" y="25961"/>
                        </a:cubicBezTo>
                        <a:cubicBezTo>
                          <a:pt x="33722" y="26315"/>
                          <a:pt x="30885" y="26315"/>
                          <a:pt x="28092" y="25739"/>
                        </a:cubicBezTo>
                        <a:cubicBezTo>
                          <a:pt x="22329" y="24764"/>
                          <a:pt x="16832" y="21749"/>
                          <a:pt x="13818" y="19932"/>
                        </a:cubicBezTo>
                        <a:cubicBezTo>
                          <a:pt x="10803" y="18114"/>
                          <a:pt x="6459" y="14435"/>
                          <a:pt x="3533" y="10622"/>
                        </a:cubicBezTo>
                        <a:cubicBezTo>
                          <a:pt x="651" y="6765"/>
                          <a:pt x="-989" y="2953"/>
                          <a:pt x="651" y="869"/>
                        </a:cubicBezTo>
                        <a:cubicBezTo>
                          <a:pt x="2247" y="-1170"/>
                          <a:pt x="6060" y="692"/>
                          <a:pt x="10005" y="3219"/>
                        </a:cubicBezTo>
                        <a:cubicBezTo>
                          <a:pt x="13951" y="5746"/>
                          <a:pt x="18162" y="8849"/>
                          <a:pt x="20201" y="10223"/>
                        </a:cubicBezTo>
                        <a:cubicBezTo>
                          <a:pt x="22285" y="11553"/>
                          <a:pt x="27117" y="14922"/>
                          <a:pt x="31683" y="17183"/>
                        </a:cubicBezTo>
                        <a:cubicBezTo>
                          <a:pt x="36161" y="19577"/>
                          <a:pt x="40549" y="21129"/>
                          <a:pt x="39751" y="2347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41" name="Forme libre : forme 21440">
                    <a:extLst>
                      <a:ext uri="{FF2B5EF4-FFF2-40B4-BE49-F238E27FC236}">
                        <a16:creationId xmlns:a16="http://schemas.microsoft.com/office/drawing/2014/main" id="{70B34622-AEED-488E-8061-200F600D9B31}"/>
                      </a:ext>
                    </a:extLst>
                  </p:cNvPr>
                  <p:cNvSpPr/>
                  <p:nvPr/>
                </p:nvSpPr>
                <p:spPr>
                  <a:xfrm>
                    <a:off x="5643949" y="1334910"/>
                    <a:ext cx="40663" cy="46761"/>
                  </a:xfrm>
                  <a:custGeom>
                    <a:avLst/>
                    <a:gdLst>
                      <a:gd name="connsiteX0" fmla="*/ 1205 w 40663"/>
                      <a:gd name="connsiteY0" fmla="*/ 2510 h 46761"/>
                      <a:gd name="connsiteX1" fmla="*/ 584 w 40663"/>
                      <a:gd name="connsiteY1" fmla="*/ 10578 h 46761"/>
                      <a:gd name="connsiteX2" fmla="*/ 9805 w 40663"/>
                      <a:gd name="connsiteY2" fmla="*/ 31458 h 46761"/>
                      <a:gd name="connsiteX3" fmla="*/ 29843 w 40663"/>
                      <a:gd name="connsiteY3" fmla="*/ 45688 h 46761"/>
                      <a:gd name="connsiteX4" fmla="*/ 40659 w 40663"/>
                      <a:gd name="connsiteY4" fmla="*/ 44004 h 46761"/>
                      <a:gd name="connsiteX5" fmla="*/ 35118 w 40663"/>
                      <a:gd name="connsiteY5" fmla="*/ 38196 h 46761"/>
                      <a:gd name="connsiteX6" fmla="*/ 23725 w 40663"/>
                      <a:gd name="connsiteY6" fmla="*/ 21439 h 46761"/>
                      <a:gd name="connsiteX7" fmla="*/ 15036 w 40663"/>
                      <a:gd name="connsiteY7" fmla="*/ 3973 h 46761"/>
                      <a:gd name="connsiteX8" fmla="*/ 1205 w 40663"/>
                      <a:gd name="connsiteY8" fmla="*/ 2510 h 46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663" h="46761">
                        <a:moveTo>
                          <a:pt x="1205" y="2510"/>
                        </a:moveTo>
                        <a:cubicBezTo>
                          <a:pt x="-302" y="5303"/>
                          <a:pt x="-258" y="6722"/>
                          <a:pt x="584" y="10578"/>
                        </a:cubicBezTo>
                        <a:cubicBezTo>
                          <a:pt x="2269" y="17849"/>
                          <a:pt x="3820" y="23966"/>
                          <a:pt x="9805" y="31458"/>
                        </a:cubicBezTo>
                        <a:cubicBezTo>
                          <a:pt x="14770" y="37709"/>
                          <a:pt x="22617" y="43472"/>
                          <a:pt x="29843" y="45688"/>
                        </a:cubicBezTo>
                        <a:cubicBezTo>
                          <a:pt x="35207" y="47417"/>
                          <a:pt x="40837" y="47196"/>
                          <a:pt x="40659" y="44004"/>
                        </a:cubicBezTo>
                        <a:cubicBezTo>
                          <a:pt x="40526" y="42186"/>
                          <a:pt x="37290" y="40280"/>
                          <a:pt x="35118" y="38196"/>
                        </a:cubicBezTo>
                        <a:cubicBezTo>
                          <a:pt x="30109" y="33143"/>
                          <a:pt x="26208" y="27912"/>
                          <a:pt x="23725" y="21439"/>
                        </a:cubicBezTo>
                        <a:cubicBezTo>
                          <a:pt x="21641" y="15942"/>
                          <a:pt x="20755" y="9115"/>
                          <a:pt x="15036" y="3973"/>
                        </a:cubicBezTo>
                        <a:cubicBezTo>
                          <a:pt x="9849" y="-682"/>
                          <a:pt x="3333" y="-1347"/>
                          <a:pt x="1205" y="251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42" name="Forme libre : forme 21441">
                    <a:extLst>
                      <a:ext uri="{FF2B5EF4-FFF2-40B4-BE49-F238E27FC236}">
                        <a16:creationId xmlns:a16="http://schemas.microsoft.com/office/drawing/2014/main" id="{B8E18DE7-5B51-49EF-B2C2-18BC12CCB9DD}"/>
                      </a:ext>
                    </a:extLst>
                  </p:cNvPr>
                  <p:cNvSpPr/>
                  <p:nvPr/>
                </p:nvSpPr>
                <p:spPr>
                  <a:xfrm>
                    <a:off x="5655783" y="1342196"/>
                    <a:ext cx="15130" cy="11070"/>
                  </a:xfrm>
                  <a:custGeom>
                    <a:avLst/>
                    <a:gdLst>
                      <a:gd name="connsiteX0" fmla="*/ 2360 w 15130"/>
                      <a:gd name="connsiteY0" fmla="*/ 500 h 11070"/>
                      <a:gd name="connsiteX1" fmla="*/ 365 w 15130"/>
                      <a:gd name="connsiteY1" fmla="*/ 56 h 11070"/>
                      <a:gd name="connsiteX2" fmla="*/ 409 w 15130"/>
                      <a:gd name="connsiteY2" fmla="*/ 1785 h 11070"/>
                      <a:gd name="connsiteX3" fmla="*/ 2626 w 15130"/>
                      <a:gd name="connsiteY3" fmla="*/ 4224 h 11070"/>
                      <a:gd name="connsiteX4" fmla="*/ 8965 w 15130"/>
                      <a:gd name="connsiteY4" fmla="*/ 9277 h 11070"/>
                      <a:gd name="connsiteX5" fmla="*/ 11492 w 15130"/>
                      <a:gd name="connsiteY5" fmla="*/ 10740 h 11070"/>
                      <a:gd name="connsiteX6" fmla="*/ 12999 w 15130"/>
                      <a:gd name="connsiteY6" fmla="*/ 6750 h 11070"/>
                      <a:gd name="connsiteX7" fmla="*/ 2360 w 15130"/>
                      <a:gd name="connsiteY7" fmla="*/ 500 h 11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130" h="11070">
                        <a:moveTo>
                          <a:pt x="2360" y="500"/>
                        </a:moveTo>
                        <a:cubicBezTo>
                          <a:pt x="1562" y="145"/>
                          <a:pt x="941" y="-121"/>
                          <a:pt x="365" y="56"/>
                        </a:cubicBezTo>
                        <a:cubicBezTo>
                          <a:pt x="-212" y="234"/>
                          <a:pt x="-34" y="987"/>
                          <a:pt x="409" y="1785"/>
                        </a:cubicBezTo>
                        <a:cubicBezTo>
                          <a:pt x="852" y="2583"/>
                          <a:pt x="1827" y="3514"/>
                          <a:pt x="2626" y="4224"/>
                        </a:cubicBezTo>
                        <a:cubicBezTo>
                          <a:pt x="4620" y="6041"/>
                          <a:pt x="6793" y="7859"/>
                          <a:pt x="8965" y="9277"/>
                        </a:cubicBezTo>
                        <a:cubicBezTo>
                          <a:pt x="9852" y="9854"/>
                          <a:pt x="10649" y="10474"/>
                          <a:pt x="11492" y="10740"/>
                        </a:cubicBezTo>
                        <a:cubicBezTo>
                          <a:pt x="15083" y="11893"/>
                          <a:pt x="16767" y="9898"/>
                          <a:pt x="12999" y="6750"/>
                        </a:cubicBezTo>
                        <a:cubicBezTo>
                          <a:pt x="10073" y="4179"/>
                          <a:pt x="5729" y="1963"/>
                          <a:pt x="2360" y="50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43" name="Forme libre : forme 21442">
                    <a:extLst>
                      <a:ext uri="{FF2B5EF4-FFF2-40B4-BE49-F238E27FC236}">
                        <a16:creationId xmlns:a16="http://schemas.microsoft.com/office/drawing/2014/main" id="{85F5B555-FD1A-48FB-8BD1-E8F44976822A}"/>
                      </a:ext>
                    </a:extLst>
                  </p:cNvPr>
                  <p:cNvSpPr/>
                  <p:nvPr/>
                </p:nvSpPr>
                <p:spPr>
                  <a:xfrm>
                    <a:off x="5678668" y="1377185"/>
                    <a:ext cx="34844" cy="11634"/>
                  </a:xfrm>
                  <a:custGeom>
                    <a:avLst/>
                    <a:gdLst>
                      <a:gd name="connsiteX0" fmla="*/ 34844 w 34844"/>
                      <a:gd name="connsiteY0" fmla="*/ 0 h 11634"/>
                      <a:gd name="connsiteX1" fmla="*/ 30899 w 34844"/>
                      <a:gd name="connsiteY1" fmla="*/ 5852 h 11634"/>
                      <a:gd name="connsiteX2" fmla="*/ 26953 w 34844"/>
                      <a:gd name="connsiteY2" fmla="*/ 8511 h 11634"/>
                      <a:gd name="connsiteX3" fmla="*/ 21944 w 34844"/>
                      <a:gd name="connsiteY3" fmla="*/ 10418 h 11634"/>
                      <a:gd name="connsiteX4" fmla="*/ 0 w 34844"/>
                      <a:gd name="connsiteY4" fmla="*/ 10152 h 11634"/>
                      <a:gd name="connsiteX5" fmla="*/ 20747 w 34844"/>
                      <a:gd name="connsiteY5" fmla="*/ 9753 h 11634"/>
                      <a:gd name="connsiteX6" fmla="*/ 34844 w 34844"/>
                      <a:gd name="connsiteY6" fmla="*/ 0 h 11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44" h="11634">
                        <a:moveTo>
                          <a:pt x="34844" y="0"/>
                        </a:moveTo>
                        <a:cubicBezTo>
                          <a:pt x="34401" y="1862"/>
                          <a:pt x="33204" y="4123"/>
                          <a:pt x="30899" y="5852"/>
                        </a:cubicBezTo>
                        <a:cubicBezTo>
                          <a:pt x="29790" y="6738"/>
                          <a:pt x="28461" y="7758"/>
                          <a:pt x="26953" y="8511"/>
                        </a:cubicBezTo>
                        <a:cubicBezTo>
                          <a:pt x="25446" y="9221"/>
                          <a:pt x="23761" y="9841"/>
                          <a:pt x="21944" y="10418"/>
                        </a:cubicBezTo>
                        <a:cubicBezTo>
                          <a:pt x="14629" y="12501"/>
                          <a:pt x="6029" y="11570"/>
                          <a:pt x="0" y="10152"/>
                        </a:cubicBezTo>
                        <a:cubicBezTo>
                          <a:pt x="6650" y="11703"/>
                          <a:pt x="14230" y="11748"/>
                          <a:pt x="20747" y="9753"/>
                        </a:cubicBezTo>
                        <a:cubicBezTo>
                          <a:pt x="27308" y="7492"/>
                          <a:pt x="32229" y="3945"/>
                          <a:pt x="348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44" name="Forme libre : forme 21443">
                    <a:extLst>
                      <a:ext uri="{FF2B5EF4-FFF2-40B4-BE49-F238E27FC236}">
                        <a16:creationId xmlns:a16="http://schemas.microsoft.com/office/drawing/2014/main" id="{668ABAC1-75CD-40CA-88E1-0B6DCED7A872}"/>
                      </a:ext>
                    </a:extLst>
                  </p:cNvPr>
                  <p:cNvSpPr/>
                  <p:nvPr/>
                </p:nvSpPr>
                <p:spPr>
                  <a:xfrm>
                    <a:off x="5643469" y="1326205"/>
                    <a:ext cx="28549" cy="15249"/>
                  </a:xfrm>
                  <a:custGeom>
                    <a:avLst/>
                    <a:gdLst>
                      <a:gd name="connsiteX0" fmla="*/ 28549 w 28549"/>
                      <a:gd name="connsiteY0" fmla="*/ 15250 h 15249"/>
                      <a:gd name="connsiteX1" fmla="*/ 0 w 28549"/>
                      <a:gd name="connsiteY1" fmla="*/ 0 h 15249"/>
                      <a:gd name="connsiteX2" fmla="*/ 28549 w 28549"/>
                      <a:gd name="connsiteY2" fmla="*/ 15250 h 15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549" h="15249">
                        <a:moveTo>
                          <a:pt x="28549" y="15250"/>
                        </a:moveTo>
                        <a:cubicBezTo>
                          <a:pt x="19949" y="7802"/>
                          <a:pt x="9442" y="3059"/>
                          <a:pt x="0" y="0"/>
                        </a:cubicBezTo>
                        <a:cubicBezTo>
                          <a:pt x="8910" y="2438"/>
                          <a:pt x="20126" y="10107"/>
                          <a:pt x="28549" y="1525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45" name="Forme libre : forme 21444">
                    <a:extLst>
                      <a:ext uri="{FF2B5EF4-FFF2-40B4-BE49-F238E27FC236}">
                        <a16:creationId xmlns:a16="http://schemas.microsoft.com/office/drawing/2014/main" id="{47AE0184-74EA-4DFF-8A2D-106744830C67}"/>
                      </a:ext>
                    </a:extLst>
                  </p:cNvPr>
                  <p:cNvSpPr/>
                  <p:nvPr/>
                </p:nvSpPr>
                <p:spPr>
                  <a:xfrm>
                    <a:off x="5674398" y="1362269"/>
                    <a:ext cx="13384" cy="10182"/>
                  </a:xfrm>
                  <a:custGeom>
                    <a:avLst/>
                    <a:gdLst>
                      <a:gd name="connsiteX0" fmla="*/ 13092 w 13384"/>
                      <a:gd name="connsiteY0" fmla="*/ 9951 h 10182"/>
                      <a:gd name="connsiteX1" fmla="*/ 4225 w 13384"/>
                      <a:gd name="connsiteY1" fmla="*/ 6005 h 10182"/>
                      <a:gd name="connsiteX2" fmla="*/ 546 w 13384"/>
                      <a:gd name="connsiteY2" fmla="*/ 65 h 10182"/>
                      <a:gd name="connsiteX3" fmla="*/ 4536 w 13384"/>
                      <a:gd name="connsiteY3" fmla="*/ 1705 h 10182"/>
                      <a:gd name="connsiteX4" fmla="*/ 8215 w 13384"/>
                      <a:gd name="connsiteY4" fmla="*/ 4498 h 10182"/>
                      <a:gd name="connsiteX5" fmla="*/ 13092 w 13384"/>
                      <a:gd name="connsiteY5" fmla="*/ 9951 h 10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84" h="10182">
                        <a:moveTo>
                          <a:pt x="13092" y="9951"/>
                        </a:moveTo>
                        <a:cubicBezTo>
                          <a:pt x="11407" y="11148"/>
                          <a:pt x="5733" y="7380"/>
                          <a:pt x="4225" y="6005"/>
                        </a:cubicBezTo>
                        <a:cubicBezTo>
                          <a:pt x="2541" y="4853"/>
                          <a:pt x="-1449" y="641"/>
                          <a:pt x="546" y="65"/>
                        </a:cubicBezTo>
                        <a:cubicBezTo>
                          <a:pt x="1521" y="-245"/>
                          <a:pt x="3073" y="597"/>
                          <a:pt x="4536" y="1705"/>
                        </a:cubicBezTo>
                        <a:cubicBezTo>
                          <a:pt x="6043" y="2725"/>
                          <a:pt x="7506" y="3922"/>
                          <a:pt x="8215" y="4498"/>
                        </a:cubicBezTo>
                        <a:cubicBezTo>
                          <a:pt x="9589" y="5651"/>
                          <a:pt x="14643" y="8931"/>
                          <a:pt x="13092" y="9951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46" name="Forme libre : forme 21445">
                    <a:extLst>
                      <a:ext uri="{FF2B5EF4-FFF2-40B4-BE49-F238E27FC236}">
                        <a16:creationId xmlns:a16="http://schemas.microsoft.com/office/drawing/2014/main" id="{7189122A-44B9-4FAD-8504-A7768FF2318D}"/>
                      </a:ext>
                    </a:extLst>
                  </p:cNvPr>
                  <p:cNvSpPr/>
                  <p:nvPr/>
                </p:nvSpPr>
                <p:spPr>
                  <a:xfrm>
                    <a:off x="5685789" y="1370668"/>
                    <a:ext cx="4228" cy="2388"/>
                  </a:xfrm>
                  <a:custGeom>
                    <a:avLst/>
                    <a:gdLst>
                      <a:gd name="connsiteX0" fmla="*/ 4227 w 4228"/>
                      <a:gd name="connsiteY0" fmla="*/ 2039 h 2388"/>
                      <a:gd name="connsiteX1" fmla="*/ 1966 w 4228"/>
                      <a:gd name="connsiteY1" fmla="*/ 1995 h 2388"/>
                      <a:gd name="connsiteX2" fmla="*/ 16 w 4228"/>
                      <a:gd name="connsiteY2" fmla="*/ 311 h 2388"/>
                      <a:gd name="connsiteX3" fmla="*/ 2188 w 4228"/>
                      <a:gd name="connsiteY3" fmla="*/ 444 h 2388"/>
                      <a:gd name="connsiteX4" fmla="*/ 4227 w 4228"/>
                      <a:gd name="connsiteY4" fmla="*/ 2039 h 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8" h="2388">
                        <a:moveTo>
                          <a:pt x="4227" y="2039"/>
                        </a:moveTo>
                        <a:cubicBezTo>
                          <a:pt x="4183" y="2704"/>
                          <a:pt x="2720" y="2261"/>
                          <a:pt x="1966" y="1995"/>
                        </a:cubicBezTo>
                        <a:cubicBezTo>
                          <a:pt x="1213" y="1773"/>
                          <a:pt x="-162" y="976"/>
                          <a:pt x="16" y="311"/>
                        </a:cubicBezTo>
                        <a:cubicBezTo>
                          <a:pt x="193" y="-354"/>
                          <a:pt x="1478" y="222"/>
                          <a:pt x="2188" y="444"/>
                        </a:cubicBezTo>
                        <a:cubicBezTo>
                          <a:pt x="2853" y="710"/>
                          <a:pt x="4271" y="1375"/>
                          <a:pt x="4227" y="20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47" name="Forme libre : forme 21446">
                    <a:extLst>
                      <a:ext uri="{FF2B5EF4-FFF2-40B4-BE49-F238E27FC236}">
                        <a16:creationId xmlns:a16="http://schemas.microsoft.com/office/drawing/2014/main" id="{AFED7CB1-1E1D-4F50-BE12-5CB15AAE2630}"/>
                      </a:ext>
                    </a:extLst>
                  </p:cNvPr>
                  <p:cNvSpPr/>
                  <p:nvPr/>
                </p:nvSpPr>
                <p:spPr>
                  <a:xfrm>
                    <a:off x="5680073" y="1354358"/>
                    <a:ext cx="30567" cy="23106"/>
                  </a:xfrm>
                  <a:custGeom>
                    <a:avLst/>
                    <a:gdLst>
                      <a:gd name="connsiteX0" fmla="*/ 20894 w 30567"/>
                      <a:gd name="connsiteY0" fmla="*/ 14006 h 23106"/>
                      <a:gd name="connsiteX1" fmla="*/ 30070 w 30567"/>
                      <a:gd name="connsiteY1" fmla="*/ 19680 h 23106"/>
                      <a:gd name="connsiteX2" fmla="*/ 27942 w 30567"/>
                      <a:gd name="connsiteY2" fmla="*/ 22916 h 23106"/>
                      <a:gd name="connsiteX3" fmla="*/ 25105 w 30567"/>
                      <a:gd name="connsiteY3" fmla="*/ 22960 h 23106"/>
                      <a:gd name="connsiteX4" fmla="*/ 22800 w 30567"/>
                      <a:gd name="connsiteY4" fmla="*/ 21941 h 23106"/>
                      <a:gd name="connsiteX5" fmla="*/ 10875 w 30567"/>
                      <a:gd name="connsiteY5" fmla="*/ 13695 h 23106"/>
                      <a:gd name="connsiteX6" fmla="*/ 3206 w 30567"/>
                      <a:gd name="connsiteY6" fmla="*/ 6913 h 23106"/>
                      <a:gd name="connsiteX7" fmla="*/ 1033 w 30567"/>
                      <a:gd name="connsiteY7" fmla="*/ 130 h 23106"/>
                      <a:gd name="connsiteX8" fmla="*/ 4757 w 30567"/>
                      <a:gd name="connsiteY8" fmla="*/ 706 h 23106"/>
                      <a:gd name="connsiteX9" fmla="*/ 8924 w 30567"/>
                      <a:gd name="connsiteY9" fmla="*/ 3056 h 23106"/>
                      <a:gd name="connsiteX10" fmla="*/ 12692 w 30567"/>
                      <a:gd name="connsiteY10" fmla="*/ 5716 h 23106"/>
                      <a:gd name="connsiteX11" fmla="*/ 15352 w 30567"/>
                      <a:gd name="connsiteY11" fmla="*/ 7888 h 23106"/>
                      <a:gd name="connsiteX12" fmla="*/ 18145 w 30567"/>
                      <a:gd name="connsiteY12" fmla="*/ 11124 h 23106"/>
                      <a:gd name="connsiteX13" fmla="*/ 20894 w 30567"/>
                      <a:gd name="connsiteY13" fmla="*/ 14006 h 23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0567" h="23106">
                        <a:moveTo>
                          <a:pt x="20894" y="14006"/>
                        </a:moveTo>
                        <a:cubicBezTo>
                          <a:pt x="24041" y="16178"/>
                          <a:pt x="26878" y="17286"/>
                          <a:pt x="30070" y="19680"/>
                        </a:cubicBezTo>
                        <a:cubicBezTo>
                          <a:pt x="31267" y="20478"/>
                          <a:pt x="30203" y="22517"/>
                          <a:pt x="27942" y="22916"/>
                        </a:cubicBezTo>
                        <a:cubicBezTo>
                          <a:pt x="26834" y="23138"/>
                          <a:pt x="25903" y="23182"/>
                          <a:pt x="25105" y="22960"/>
                        </a:cubicBezTo>
                        <a:cubicBezTo>
                          <a:pt x="24263" y="22694"/>
                          <a:pt x="23553" y="22296"/>
                          <a:pt x="22800" y="21941"/>
                        </a:cubicBezTo>
                        <a:cubicBezTo>
                          <a:pt x="18322" y="19680"/>
                          <a:pt x="14554" y="17020"/>
                          <a:pt x="10875" y="13695"/>
                        </a:cubicBezTo>
                        <a:cubicBezTo>
                          <a:pt x="9722" y="12720"/>
                          <a:pt x="5865" y="10149"/>
                          <a:pt x="3206" y="6913"/>
                        </a:cubicBezTo>
                        <a:cubicBezTo>
                          <a:pt x="457" y="3854"/>
                          <a:pt x="-1183" y="662"/>
                          <a:pt x="1033" y="130"/>
                        </a:cubicBezTo>
                        <a:cubicBezTo>
                          <a:pt x="2142" y="-180"/>
                          <a:pt x="3427" y="86"/>
                          <a:pt x="4757" y="706"/>
                        </a:cubicBezTo>
                        <a:cubicBezTo>
                          <a:pt x="6131" y="1283"/>
                          <a:pt x="7550" y="2036"/>
                          <a:pt x="8924" y="3056"/>
                        </a:cubicBezTo>
                        <a:cubicBezTo>
                          <a:pt x="10299" y="3809"/>
                          <a:pt x="11584" y="4918"/>
                          <a:pt x="12692" y="5716"/>
                        </a:cubicBezTo>
                        <a:cubicBezTo>
                          <a:pt x="13801" y="6469"/>
                          <a:pt x="14776" y="7356"/>
                          <a:pt x="15352" y="7888"/>
                        </a:cubicBezTo>
                        <a:cubicBezTo>
                          <a:pt x="16549" y="8863"/>
                          <a:pt x="17392" y="10149"/>
                          <a:pt x="18145" y="11124"/>
                        </a:cubicBezTo>
                        <a:cubicBezTo>
                          <a:pt x="18943" y="12011"/>
                          <a:pt x="19741" y="13075"/>
                          <a:pt x="20894" y="1400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50" name="Graphique 2">
                  <a:extLst>
                    <a:ext uri="{FF2B5EF4-FFF2-40B4-BE49-F238E27FC236}">
                      <a16:creationId xmlns:a16="http://schemas.microsoft.com/office/drawing/2014/main" id="{E939257B-080E-4E9C-B137-BA1F3ABBA3CD}"/>
                    </a:ext>
                  </a:extLst>
                </p:cNvPr>
                <p:cNvGrpSpPr/>
                <p:nvPr/>
              </p:nvGrpSpPr>
              <p:grpSpPr>
                <a:xfrm>
                  <a:off x="5714157" y="1306205"/>
                  <a:ext cx="74105" cy="71374"/>
                  <a:chOff x="5714157" y="1306205"/>
                  <a:chExt cx="74105" cy="71374"/>
                </a:xfrm>
                <a:solidFill>
                  <a:schemeClr val="accent1"/>
                </a:solidFill>
              </p:grpSpPr>
              <p:sp>
                <p:nvSpPr>
                  <p:cNvPr id="21424" name="Forme libre : forme 21423">
                    <a:extLst>
                      <a:ext uri="{FF2B5EF4-FFF2-40B4-BE49-F238E27FC236}">
                        <a16:creationId xmlns:a16="http://schemas.microsoft.com/office/drawing/2014/main" id="{39291017-C065-4842-B466-F0E321721CA2}"/>
                      </a:ext>
                    </a:extLst>
                  </p:cNvPr>
                  <p:cNvSpPr/>
                  <p:nvPr/>
                </p:nvSpPr>
                <p:spPr>
                  <a:xfrm>
                    <a:off x="5714157" y="1306205"/>
                    <a:ext cx="74105" cy="71374"/>
                  </a:xfrm>
                  <a:custGeom>
                    <a:avLst/>
                    <a:gdLst>
                      <a:gd name="connsiteX0" fmla="*/ 59423 w 74105"/>
                      <a:gd name="connsiteY0" fmla="*/ 35383 h 71374"/>
                      <a:gd name="connsiteX1" fmla="*/ 38410 w 74105"/>
                      <a:gd name="connsiteY1" fmla="*/ 57238 h 71374"/>
                      <a:gd name="connsiteX2" fmla="*/ 30741 w 74105"/>
                      <a:gd name="connsiteY2" fmla="*/ 64198 h 71374"/>
                      <a:gd name="connsiteX3" fmla="*/ 26485 w 74105"/>
                      <a:gd name="connsiteY3" fmla="*/ 67168 h 71374"/>
                      <a:gd name="connsiteX4" fmla="*/ 21964 w 74105"/>
                      <a:gd name="connsiteY4" fmla="*/ 69296 h 71374"/>
                      <a:gd name="connsiteX5" fmla="*/ 13097 w 74105"/>
                      <a:gd name="connsiteY5" fmla="*/ 71291 h 71374"/>
                      <a:gd name="connsiteX6" fmla="*/ 4497 w 74105"/>
                      <a:gd name="connsiteY6" fmla="*/ 70493 h 71374"/>
                      <a:gd name="connsiteX7" fmla="*/ 330 w 74105"/>
                      <a:gd name="connsiteY7" fmla="*/ 61361 h 71374"/>
                      <a:gd name="connsiteX8" fmla="*/ 1394 w 74105"/>
                      <a:gd name="connsiteY8" fmla="*/ 58080 h 71374"/>
                      <a:gd name="connsiteX9" fmla="*/ 2281 w 74105"/>
                      <a:gd name="connsiteY9" fmla="*/ 54755 h 71374"/>
                      <a:gd name="connsiteX10" fmla="*/ 4187 w 74105"/>
                      <a:gd name="connsiteY10" fmla="*/ 48505 h 71374"/>
                      <a:gd name="connsiteX11" fmla="*/ 6802 w 74105"/>
                      <a:gd name="connsiteY11" fmla="*/ 42166 h 71374"/>
                      <a:gd name="connsiteX12" fmla="*/ 7689 w 74105"/>
                      <a:gd name="connsiteY12" fmla="*/ 40525 h 71374"/>
                      <a:gd name="connsiteX13" fmla="*/ 9019 w 74105"/>
                      <a:gd name="connsiteY13" fmla="*/ 38353 h 71374"/>
                      <a:gd name="connsiteX14" fmla="*/ 12122 w 74105"/>
                      <a:gd name="connsiteY14" fmla="*/ 33876 h 71374"/>
                      <a:gd name="connsiteX15" fmla="*/ 34731 w 74105"/>
                      <a:gd name="connsiteY15" fmla="*/ 10425 h 71374"/>
                      <a:gd name="connsiteX16" fmla="*/ 67358 w 74105"/>
                      <a:gd name="connsiteY16" fmla="*/ 317 h 71374"/>
                      <a:gd name="connsiteX17" fmla="*/ 74052 w 74105"/>
                      <a:gd name="connsiteY17" fmla="*/ 7499 h 71374"/>
                      <a:gd name="connsiteX18" fmla="*/ 59423 w 74105"/>
                      <a:gd name="connsiteY18" fmla="*/ 35383 h 71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74105" h="71374">
                        <a:moveTo>
                          <a:pt x="59423" y="35383"/>
                        </a:moveTo>
                        <a:cubicBezTo>
                          <a:pt x="54281" y="40437"/>
                          <a:pt x="43464" y="51741"/>
                          <a:pt x="38410" y="57238"/>
                        </a:cubicBezTo>
                        <a:cubicBezTo>
                          <a:pt x="35972" y="59854"/>
                          <a:pt x="33933" y="61627"/>
                          <a:pt x="30741" y="64198"/>
                        </a:cubicBezTo>
                        <a:cubicBezTo>
                          <a:pt x="29278" y="65306"/>
                          <a:pt x="27860" y="66326"/>
                          <a:pt x="26485" y="67168"/>
                        </a:cubicBezTo>
                        <a:cubicBezTo>
                          <a:pt x="24934" y="68010"/>
                          <a:pt x="23426" y="68675"/>
                          <a:pt x="21964" y="69296"/>
                        </a:cubicBezTo>
                        <a:cubicBezTo>
                          <a:pt x="19126" y="70493"/>
                          <a:pt x="16068" y="71114"/>
                          <a:pt x="13097" y="71291"/>
                        </a:cubicBezTo>
                        <a:cubicBezTo>
                          <a:pt x="10260" y="71557"/>
                          <a:pt x="7290" y="71158"/>
                          <a:pt x="4497" y="70493"/>
                        </a:cubicBezTo>
                        <a:cubicBezTo>
                          <a:pt x="640" y="69606"/>
                          <a:pt x="-690" y="64553"/>
                          <a:pt x="330" y="61361"/>
                        </a:cubicBezTo>
                        <a:cubicBezTo>
                          <a:pt x="685" y="60208"/>
                          <a:pt x="1039" y="59100"/>
                          <a:pt x="1394" y="58080"/>
                        </a:cubicBezTo>
                        <a:cubicBezTo>
                          <a:pt x="1704" y="56928"/>
                          <a:pt x="2015" y="55819"/>
                          <a:pt x="2281" y="54755"/>
                        </a:cubicBezTo>
                        <a:cubicBezTo>
                          <a:pt x="2901" y="52761"/>
                          <a:pt x="3478" y="50588"/>
                          <a:pt x="4187" y="48505"/>
                        </a:cubicBezTo>
                        <a:cubicBezTo>
                          <a:pt x="4941" y="46599"/>
                          <a:pt x="5738" y="44293"/>
                          <a:pt x="6802" y="42166"/>
                        </a:cubicBezTo>
                        <a:cubicBezTo>
                          <a:pt x="7068" y="41589"/>
                          <a:pt x="7334" y="41146"/>
                          <a:pt x="7689" y="40525"/>
                        </a:cubicBezTo>
                        <a:lnTo>
                          <a:pt x="9019" y="38353"/>
                        </a:lnTo>
                        <a:cubicBezTo>
                          <a:pt x="9950" y="36890"/>
                          <a:pt x="11014" y="35427"/>
                          <a:pt x="12122" y="33876"/>
                        </a:cubicBezTo>
                        <a:cubicBezTo>
                          <a:pt x="16999" y="27359"/>
                          <a:pt x="28303" y="15700"/>
                          <a:pt x="34731" y="10425"/>
                        </a:cubicBezTo>
                        <a:cubicBezTo>
                          <a:pt x="46745" y="450"/>
                          <a:pt x="56675" y="-747"/>
                          <a:pt x="67358" y="317"/>
                        </a:cubicBezTo>
                        <a:cubicBezTo>
                          <a:pt x="71038" y="672"/>
                          <a:pt x="74584" y="4041"/>
                          <a:pt x="74052" y="7499"/>
                        </a:cubicBezTo>
                        <a:cubicBezTo>
                          <a:pt x="72501" y="17429"/>
                          <a:pt x="68777" y="25763"/>
                          <a:pt x="59423" y="3538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25" name="Forme libre : forme 21424">
                    <a:extLst>
                      <a:ext uri="{FF2B5EF4-FFF2-40B4-BE49-F238E27FC236}">
                        <a16:creationId xmlns:a16="http://schemas.microsoft.com/office/drawing/2014/main" id="{EAF73B3B-A1C7-47F7-82EC-B3EFB2A3FEA3}"/>
                      </a:ext>
                    </a:extLst>
                  </p:cNvPr>
                  <p:cNvSpPr/>
                  <p:nvPr/>
                </p:nvSpPr>
                <p:spPr>
                  <a:xfrm>
                    <a:off x="5715108" y="1313393"/>
                    <a:ext cx="73101" cy="64058"/>
                  </a:xfrm>
                  <a:custGeom>
                    <a:avLst/>
                    <a:gdLst>
                      <a:gd name="connsiteX0" fmla="*/ 31076 w 73101"/>
                      <a:gd name="connsiteY0" fmla="*/ 38213 h 64058"/>
                      <a:gd name="connsiteX1" fmla="*/ 24958 w 73101"/>
                      <a:gd name="connsiteY1" fmla="*/ 45838 h 64058"/>
                      <a:gd name="connsiteX2" fmla="*/ 17688 w 73101"/>
                      <a:gd name="connsiteY2" fmla="*/ 53330 h 64058"/>
                      <a:gd name="connsiteX3" fmla="*/ 0 w 73101"/>
                      <a:gd name="connsiteY3" fmla="*/ 60423 h 64058"/>
                      <a:gd name="connsiteX4" fmla="*/ 3458 w 73101"/>
                      <a:gd name="connsiteY4" fmla="*/ 63216 h 64058"/>
                      <a:gd name="connsiteX5" fmla="*/ 9398 w 73101"/>
                      <a:gd name="connsiteY5" fmla="*/ 64058 h 64058"/>
                      <a:gd name="connsiteX6" fmla="*/ 18220 w 73101"/>
                      <a:gd name="connsiteY6" fmla="*/ 62950 h 64058"/>
                      <a:gd name="connsiteX7" fmla="*/ 27086 w 73101"/>
                      <a:gd name="connsiteY7" fmla="*/ 58827 h 64058"/>
                      <a:gd name="connsiteX8" fmla="*/ 32761 w 73101"/>
                      <a:gd name="connsiteY8" fmla="*/ 54350 h 64058"/>
                      <a:gd name="connsiteX9" fmla="*/ 37371 w 73101"/>
                      <a:gd name="connsiteY9" fmla="*/ 49917 h 64058"/>
                      <a:gd name="connsiteX10" fmla="*/ 40740 w 73101"/>
                      <a:gd name="connsiteY10" fmla="*/ 46370 h 64058"/>
                      <a:gd name="connsiteX11" fmla="*/ 56832 w 73101"/>
                      <a:gd name="connsiteY11" fmla="*/ 29657 h 64058"/>
                      <a:gd name="connsiteX12" fmla="*/ 58384 w 73101"/>
                      <a:gd name="connsiteY12" fmla="*/ 28062 h 64058"/>
                      <a:gd name="connsiteX13" fmla="*/ 66363 w 73101"/>
                      <a:gd name="connsiteY13" fmla="*/ 18131 h 64058"/>
                      <a:gd name="connsiteX14" fmla="*/ 72171 w 73101"/>
                      <a:gd name="connsiteY14" fmla="*/ 4788 h 64058"/>
                      <a:gd name="connsiteX15" fmla="*/ 73102 w 73101"/>
                      <a:gd name="connsiteY15" fmla="*/ 177 h 64058"/>
                      <a:gd name="connsiteX16" fmla="*/ 73102 w 73101"/>
                      <a:gd name="connsiteY16" fmla="*/ 0 h 64058"/>
                      <a:gd name="connsiteX17" fmla="*/ 31076 w 73101"/>
                      <a:gd name="connsiteY17" fmla="*/ 38213 h 64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3101" h="64058">
                        <a:moveTo>
                          <a:pt x="31076" y="38213"/>
                        </a:moveTo>
                        <a:cubicBezTo>
                          <a:pt x="29037" y="40696"/>
                          <a:pt x="27042" y="43356"/>
                          <a:pt x="24958" y="45838"/>
                        </a:cubicBezTo>
                        <a:cubicBezTo>
                          <a:pt x="22875" y="48321"/>
                          <a:pt x="20259" y="51114"/>
                          <a:pt x="17688" y="53330"/>
                        </a:cubicBezTo>
                        <a:cubicBezTo>
                          <a:pt x="12324" y="57808"/>
                          <a:pt x="5763" y="60645"/>
                          <a:pt x="0" y="60423"/>
                        </a:cubicBezTo>
                        <a:cubicBezTo>
                          <a:pt x="754" y="61753"/>
                          <a:pt x="1862" y="62861"/>
                          <a:pt x="3458" y="63216"/>
                        </a:cubicBezTo>
                        <a:cubicBezTo>
                          <a:pt x="5364" y="63659"/>
                          <a:pt x="7403" y="64014"/>
                          <a:pt x="9398" y="64058"/>
                        </a:cubicBezTo>
                        <a:cubicBezTo>
                          <a:pt x="12147" y="64058"/>
                          <a:pt x="15250" y="63792"/>
                          <a:pt x="18220" y="62950"/>
                        </a:cubicBezTo>
                        <a:cubicBezTo>
                          <a:pt x="21013" y="62019"/>
                          <a:pt x="24293" y="60778"/>
                          <a:pt x="27086" y="58827"/>
                        </a:cubicBezTo>
                        <a:cubicBezTo>
                          <a:pt x="28948" y="57586"/>
                          <a:pt x="30810" y="56079"/>
                          <a:pt x="32761" y="54350"/>
                        </a:cubicBezTo>
                        <a:cubicBezTo>
                          <a:pt x="34268" y="53064"/>
                          <a:pt x="35819" y="51601"/>
                          <a:pt x="37371" y="49917"/>
                        </a:cubicBezTo>
                        <a:cubicBezTo>
                          <a:pt x="38346" y="48897"/>
                          <a:pt x="39455" y="47700"/>
                          <a:pt x="40740" y="46370"/>
                        </a:cubicBezTo>
                        <a:cubicBezTo>
                          <a:pt x="45528" y="41051"/>
                          <a:pt x="52399" y="34046"/>
                          <a:pt x="56832" y="29657"/>
                        </a:cubicBezTo>
                        <a:cubicBezTo>
                          <a:pt x="57409" y="29081"/>
                          <a:pt x="57941" y="28549"/>
                          <a:pt x="58384" y="28062"/>
                        </a:cubicBezTo>
                        <a:cubicBezTo>
                          <a:pt x="61620" y="24515"/>
                          <a:pt x="64369" y="21456"/>
                          <a:pt x="66363" y="18131"/>
                        </a:cubicBezTo>
                        <a:cubicBezTo>
                          <a:pt x="69201" y="13831"/>
                          <a:pt x="70841" y="9265"/>
                          <a:pt x="72171" y="4788"/>
                        </a:cubicBezTo>
                        <a:cubicBezTo>
                          <a:pt x="72570" y="3281"/>
                          <a:pt x="72880" y="1773"/>
                          <a:pt x="73102" y="177"/>
                        </a:cubicBezTo>
                        <a:lnTo>
                          <a:pt x="73102" y="0"/>
                        </a:lnTo>
                        <a:cubicBezTo>
                          <a:pt x="57497" y="10595"/>
                          <a:pt x="42514" y="23584"/>
                          <a:pt x="31076" y="3821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26" name="Forme libre : forme 21425">
                    <a:extLst>
                      <a:ext uri="{FF2B5EF4-FFF2-40B4-BE49-F238E27FC236}">
                        <a16:creationId xmlns:a16="http://schemas.microsoft.com/office/drawing/2014/main" id="{AB92E2CA-BA7E-4656-943A-021B7E7A3561}"/>
                      </a:ext>
                    </a:extLst>
                  </p:cNvPr>
                  <p:cNvSpPr/>
                  <p:nvPr/>
                </p:nvSpPr>
                <p:spPr>
                  <a:xfrm>
                    <a:off x="5739095" y="1319962"/>
                    <a:ext cx="33639" cy="32252"/>
                  </a:xfrm>
                  <a:custGeom>
                    <a:avLst/>
                    <a:gdLst>
                      <a:gd name="connsiteX0" fmla="*/ 33155 w 33639"/>
                      <a:gd name="connsiteY0" fmla="*/ 702 h 32252"/>
                      <a:gd name="connsiteX1" fmla="*/ 29077 w 33639"/>
                      <a:gd name="connsiteY1" fmla="*/ 10233 h 32252"/>
                      <a:gd name="connsiteX2" fmla="*/ 19945 w 33639"/>
                      <a:gd name="connsiteY2" fmla="*/ 20385 h 32252"/>
                      <a:gd name="connsiteX3" fmla="*/ 10325 w 33639"/>
                      <a:gd name="connsiteY3" fmla="*/ 28630 h 32252"/>
                      <a:gd name="connsiteX4" fmla="*/ 927 w 33639"/>
                      <a:gd name="connsiteY4" fmla="*/ 31689 h 32252"/>
                      <a:gd name="connsiteX5" fmla="*/ 3099 w 33639"/>
                      <a:gd name="connsiteY5" fmla="*/ 22158 h 32252"/>
                      <a:gd name="connsiteX6" fmla="*/ 11699 w 33639"/>
                      <a:gd name="connsiteY6" fmla="*/ 12316 h 32252"/>
                      <a:gd name="connsiteX7" fmla="*/ 22693 w 33639"/>
                      <a:gd name="connsiteY7" fmla="*/ 3583 h 32252"/>
                      <a:gd name="connsiteX8" fmla="*/ 33155 w 33639"/>
                      <a:gd name="connsiteY8" fmla="*/ 702 h 32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639" h="32252">
                        <a:moveTo>
                          <a:pt x="33155" y="702"/>
                        </a:moveTo>
                        <a:cubicBezTo>
                          <a:pt x="34707" y="2475"/>
                          <a:pt x="32313" y="6376"/>
                          <a:pt x="29077" y="10233"/>
                        </a:cubicBezTo>
                        <a:cubicBezTo>
                          <a:pt x="25929" y="14223"/>
                          <a:pt x="21940" y="18301"/>
                          <a:pt x="19945" y="20385"/>
                        </a:cubicBezTo>
                        <a:cubicBezTo>
                          <a:pt x="17861" y="22379"/>
                          <a:pt x="14093" y="25970"/>
                          <a:pt x="10325" y="28630"/>
                        </a:cubicBezTo>
                        <a:cubicBezTo>
                          <a:pt x="6690" y="31379"/>
                          <a:pt x="2922" y="33241"/>
                          <a:pt x="927" y="31689"/>
                        </a:cubicBezTo>
                        <a:cubicBezTo>
                          <a:pt x="-1113" y="30093"/>
                          <a:pt x="483" y="26192"/>
                          <a:pt x="3099" y="22158"/>
                        </a:cubicBezTo>
                        <a:cubicBezTo>
                          <a:pt x="5847" y="18212"/>
                          <a:pt x="9571" y="14178"/>
                          <a:pt x="11699" y="12316"/>
                        </a:cubicBezTo>
                        <a:cubicBezTo>
                          <a:pt x="13738" y="10366"/>
                          <a:pt x="18260" y="6465"/>
                          <a:pt x="22693" y="3583"/>
                        </a:cubicBezTo>
                        <a:cubicBezTo>
                          <a:pt x="27259" y="746"/>
                          <a:pt x="31648" y="-1071"/>
                          <a:pt x="33155" y="70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27" name="Forme libre : forme 21426">
                    <a:extLst>
                      <a:ext uri="{FF2B5EF4-FFF2-40B4-BE49-F238E27FC236}">
                        <a16:creationId xmlns:a16="http://schemas.microsoft.com/office/drawing/2014/main" id="{4B77BEF3-0A9F-42F5-8060-C002D34C656D}"/>
                      </a:ext>
                    </a:extLst>
                  </p:cNvPr>
                  <p:cNvSpPr/>
                  <p:nvPr/>
                </p:nvSpPr>
                <p:spPr>
                  <a:xfrm>
                    <a:off x="5738862" y="1333209"/>
                    <a:ext cx="26606" cy="18859"/>
                  </a:xfrm>
                  <a:custGeom>
                    <a:avLst/>
                    <a:gdLst>
                      <a:gd name="connsiteX0" fmla="*/ 3997 w 26606"/>
                      <a:gd name="connsiteY0" fmla="*/ 8246 h 18859"/>
                      <a:gd name="connsiteX1" fmla="*/ 1072 w 26606"/>
                      <a:gd name="connsiteY1" fmla="*/ 18575 h 18859"/>
                      <a:gd name="connsiteX2" fmla="*/ 10603 w 26606"/>
                      <a:gd name="connsiteY2" fmla="*/ 15339 h 18859"/>
                      <a:gd name="connsiteX3" fmla="*/ 20400 w 26606"/>
                      <a:gd name="connsiteY3" fmla="*/ 6960 h 18859"/>
                      <a:gd name="connsiteX4" fmla="*/ 26606 w 26606"/>
                      <a:gd name="connsiteY4" fmla="*/ 0 h 18859"/>
                      <a:gd name="connsiteX5" fmla="*/ 22705 w 26606"/>
                      <a:gd name="connsiteY5" fmla="*/ 3148 h 18859"/>
                      <a:gd name="connsiteX6" fmla="*/ 3997 w 26606"/>
                      <a:gd name="connsiteY6" fmla="*/ 8246 h 18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606" h="18859">
                        <a:moveTo>
                          <a:pt x="3997" y="8246"/>
                        </a:moveTo>
                        <a:cubicBezTo>
                          <a:pt x="2712" y="10994"/>
                          <a:pt x="-2120" y="17289"/>
                          <a:pt x="1072" y="18575"/>
                        </a:cubicBezTo>
                        <a:cubicBezTo>
                          <a:pt x="3554" y="19550"/>
                          <a:pt x="7101" y="17910"/>
                          <a:pt x="10603" y="15339"/>
                        </a:cubicBezTo>
                        <a:cubicBezTo>
                          <a:pt x="14194" y="12856"/>
                          <a:pt x="17740" y="9443"/>
                          <a:pt x="20400" y="6960"/>
                        </a:cubicBezTo>
                        <a:cubicBezTo>
                          <a:pt x="21907" y="5453"/>
                          <a:pt x="25099" y="1906"/>
                          <a:pt x="26606" y="0"/>
                        </a:cubicBezTo>
                        <a:cubicBezTo>
                          <a:pt x="25542" y="887"/>
                          <a:pt x="23858" y="2438"/>
                          <a:pt x="22705" y="3148"/>
                        </a:cubicBezTo>
                        <a:cubicBezTo>
                          <a:pt x="16277" y="7004"/>
                          <a:pt x="8475" y="11703"/>
                          <a:pt x="3997" y="824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28" name="Forme libre : forme 21427">
                    <a:extLst>
                      <a:ext uri="{FF2B5EF4-FFF2-40B4-BE49-F238E27FC236}">
                        <a16:creationId xmlns:a16="http://schemas.microsoft.com/office/drawing/2014/main" id="{757B9884-7831-4C53-9156-7B4673969FA3}"/>
                      </a:ext>
                    </a:extLst>
                  </p:cNvPr>
                  <p:cNvSpPr/>
                  <p:nvPr/>
                </p:nvSpPr>
                <p:spPr>
                  <a:xfrm>
                    <a:off x="5741577" y="1319044"/>
                    <a:ext cx="33517" cy="32255"/>
                  </a:xfrm>
                  <a:custGeom>
                    <a:avLst/>
                    <a:gdLst>
                      <a:gd name="connsiteX0" fmla="*/ 33334 w 33517"/>
                      <a:gd name="connsiteY0" fmla="*/ 1043 h 32255"/>
                      <a:gd name="connsiteX1" fmla="*/ 19946 w 33517"/>
                      <a:gd name="connsiteY1" fmla="*/ 20859 h 32255"/>
                      <a:gd name="connsiteX2" fmla="*/ 1017 w 33517"/>
                      <a:gd name="connsiteY2" fmla="*/ 31720 h 32255"/>
                      <a:gd name="connsiteX3" fmla="*/ 11878 w 33517"/>
                      <a:gd name="connsiteY3" fmla="*/ 12569 h 32255"/>
                      <a:gd name="connsiteX4" fmla="*/ 23226 w 33517"/>
                      <a:gd name="connsiteY4" fmla="*/ 3569 h 32255"/>
                      <a:gd name="connsiteX5" fmla="*/ 33334 w 33517"/>
                      <a:gd name="connsiteY5" fmla="*/ 1043 h 32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517" h="32255">
                        <a:moveTo>
                          <a:pt x="33334" y="1043"/>
                        </a:moveTo>
                        <a:cubicBezTo>
                          <a:pt x="35063" y="5476"/>
                          <a:pt x="24113" y="16292"/>
                          <a:pt x="19946" y="20859"/>
                        </a:cubicBezTo>
                        <a:cubicBezTo>
                          <a:pt x="15468" y="25114"/>
                          <a:pt x="5317" y="34601"/>
                          <a:pt x="1017" y="31720"/>
                        </a:cubicBezTo>
                        <a:cubicBezTo>
                          <a:pt x="-3417" y="28705"/>
                          <a:pt x="7844" y="15982"/>
                          <a:pt x="11878" y="12569"/>
                        </a:cubicBezTo>
                        <a:cubicBezTo>
                          <a:pt x="13739" y="10707"/>
                          <a:pt x="18572" y="6584"/>
                          <a:pt x="23226" y="3569"/>
                        </a:cubicBezTo>
                        <a:cubicBezTo>
                          <a:pt x="27881" y="555"/>
                          <a:pt x="32359" y="-1263"/>
                          <a:pt x="33334" y="104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29" name="Forme libre : forme 21428">
                    <a:extLst>
                      <a:ext uri="{FF2B5EF4-FFF2-40B4-BE49-F238E27FC236}">
                        <a16:creationId xmlns:a16="http://schemas.microsoft.com/office/drawing/2014/main" id="{27F717D4-BCEC-41FC-974D-E441A3E6A183}"/>
                      </a:ext>
                    </a:extLst>
                  </p:cNvPr>
                  <p:cNvSpPr/>
                  <p:nvPr/>
                </p:nvSpPr>
                <p:spPr>
                  <a:xfrm>
                    <a:off x="5723486" y="1331513"/>
                    <a:ext cx="46190" cy="36834"/>
                  </a:xfrm>
                  <a:custGeom>
                    <a:avLst/>
                    <a:gdLst>
                      <a:gd name="connsiteX0" fmla="*/ 2748 w 46190"/>
                      <a:gd name="connsiteY0" fmla="*/ 35831 h 36834"/>
                      <a:gd name="connsiteX1" fmla="*/ 11038 w 46190"/>
                      <a:gd name="connsiteY1" fmla="*/ 35876 h 36834"/>
                      <a:gd name="connsiteX2" fmla="*/ 16270 w 46190"/>
                      <a:gd name="connsiteY2" fmla="*/ 33703 h 36834"/>
                      <a:gd name="connsiteX3" fmla="*/ 21146 w 46190"/>
                      <a:gd name="connsiteY3" fmla="*/ 31354 h 36834"/>
                      <a:gd name="connsiteX4" fmla="*/ 30234 w 46190"/>
                      <a:gd name="connsiteY4" fmla="*/ 25280 h 36834"/>
                      <a:gd name="connsiteX5" fmla="*/ 43666 w 46190"/>
                      <a:gd name="connsiteY5" fmla="*/ 9853 h 36834"/>
                      <a:gd name="connsiteX6" fmla="*/ 44730 w 46190"/>
                      <a:gd name="connsiteY6" fmla="*/ 189 h 36834"/>
                      <a:gd name="connsiteX7" fmla="*/ 37903 w 46190"/>
                      <a:gd name="connsiteY7" fmla="*/ 2760 h 36834"/>
                      <a:gd name="connsiteX8" fmla="*/ 19905 w 46190"/>
                      <a:gd name="connsiteY8" fmla="*/ 11627 h 36834"/>
                      <a:gd name="connsiteX9" fmla="*/ 10861 w 46190"/>
                      <a:gd name="connsiteY9" fmla="*/ 15262 h 36834"/>
                      <a:gd name="connsiteX10" fmla="*/ 6472 w 46190"/>
                      <a:gd name="connsiteY10" fmla="*/ 18232 h 36834"/>
                      <a:gd name="connsiteX11" fmla="*/ 4433 w 46190"/>
                      <a:gd name="connsiteY11" fmla="*/ 20227 h 36834"/>
                      <a:gd name="connsiteX12" fmla="*/ 2793 w 46190"/>
                      <a:gd name="connsiteY12" fmla="*/ 22222 h 36834"/>
                      <a:gd name="connsiteX13" fmla="*/ 798 w 46190"/>
                      <a:gd name="connsiteY13" fmla="*/ 26344 h 36834"/>
                      <a:gd name="connsiteX14" fmla="*/ 0 w 46190"/>
                      <a:gd name="connsiteY14" fmla="*/ 30157 h 36834"/>
                      <a:gd name="connsiteX15" fmla="*/ 2748 w 46190"/>
                      <a:gd name="connsiteY15" fmla="*/ 35831 h 36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46190" h="36834">
                        <a:moveTo>
                          <a:pt x="2748" y="35831"/>
                        </a:moveTo>
                        <a:cubicBezTo>
                          <a:pt x="5541" y="37205"/>
                          <a:pt x="7049" y="37117"/>
                          <a:pt x="11038" y="35876"/>
                        </a:cubicBezTo>
                        <a:cubicBezTo>
                          <a:pt x="12812" y="35211"/>
                          <a:pt x="14541" y="34501"/>
                          <a:pt x="16270" y="33703"/>
                        </a:cubicBezTo>
                        <a:cubicBezTo>
                          <a:pt x="17998" y="32905"/>
                          <a:pt x="19727" y="32019"/>
                          <a:pt x="21146" y="31354"/>
                        </a:cubicBezTo>
                        <a:cubicBezTo>
                          <a:pt x="24116" y="29802"/>
                          <a:pt x="26998" y="27940"/>
                          <a:pt x="30234" y="25280"/>
                        </a:cubicBezTo>
                        <a:cubicBezTo>
                          <a:pt x="35553" y="20803"/>
                          <a:pt x="40696" y="15084"/>
                          <a:pt x="43666" y="9853"/>
                        </a:cubicBezTo>
                        <a:cubicBezTo>
                          <a:pt x="45971" y="6041"/>
                          <a:pt x="47434" y="1563"/>
                          <a:pt x="44730" y="189"/>
                        </a:cubicBezTo>
                        <a:cubicBezTo>
                          <a:pt x="43045" y="-653"/>
                          <a:pt x="40430" y="1519"/>
                          <a:pt x="37903" y="2760"/>
                        </a:cubicBezTo>
                        <a:cubicBezTo>
                          <a:pt x="31963" y="5775"/>
                          <a:pt x="26554" y="9144"/>
                          <a:pt x="19905" y="11627"/>
                        </a:cubicBezTo>
                        <a:cubicBezTo>
                          <a:pt x="17112" y="12735"/>
                          <a:pt x="13964" y="13666"/>
                          <a:pt x="10861" y="15262"/>
                        </a:cubicBezTo>
                        <a:cubicBezTo>
                          <a:pt x="9354" y="16060"/>
                          <a:pt x="7847" y="17035"/>
                          <a:pt x="6472" y="18232"/>
                        </a:cubicBezTo>
                        <a:cubicBezTo>
                          <a:pt x="5763" y="18852"/>
                          <a:pt x="5098" y="19473"/>
                          <a:pt x="4433" y="20227"/>
                        </a:cubicBezTo>
                        <a:cubicBezTo>
                          <a:pt x="3812" y="20847"/>
                          <a:pt x="3280" y="21512"/>
                          <a:pt x="2793" y="22222"/>
                        </a:cubicBezTo>
                        <a:cubicBezTo>
                          <a:pt x="1862" y="23552"/>
                          <a:pt x="1241" y="24970"/>
                          <a:pt x="798" y="26344"/>
                        </a:cubicBezTo>
                        <a:cubicBezTo>
                          <a:pt x="310" y="27630"/>
                          <a:pt x="44" y="28916"/>
                          <a:pt x="0" y="30157"/>
                        </a:cubicBezTo>
                        <a:cubicBezTo>
                          <a:pt x="44" y="32639"/>
                          <a:pt x="842" y="34856"/>
                          <a:pt x="2748" y="3583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30" name="Forme libre : forme 21429">
                    <a:extLst>
                      <a:ext uri="{FF2B5EF4-FFF2-40B4-BE49-F238E27FC236}">
                        <a16:creationId xmlns:a16="http://schemas.microsoft.com/office/drawing/2014/main" id="{49D707F7-E783-45D8-98D1-5C1C4F31C519}"/>
                      </a:ext>
                    </a:extLst>
                  </p:cNvPr>
                  <p:cNvSpPr/>
                  <p:nvPr/>
                </p:nvSpPr>
                <p:spPr>
                  <a:xfrm>
                    <a:off x="5729870" y="1339922"/>
                    <a:ext cx="10439" cy="16527"/>
                  </a:xfrm>
                  <a:custGeom>
                    <a:avLst/>
                    <a:gdLst>
                      <a:gd name="connsiteX0" fmla="*/ 266 w 10439"/>
                      <a:gd name="connsiteY0" fmla="*/ 14255 h 16527"/>
                      <a:gd name="connsiteX1" fmla="*/ 134 w 10439"/>
                      <a:gd name="connsiteY1" fmla="*/ 16206 h 16527"/>
                      <a:gd name="connsiteX2" fmla="*/ 1862 w 10439"/>
                      <a:gd name="connsiteY2" fmla="*/ 15940 h 16527"/>
                      <a:gd name="connsiteX3" fmla="*/ 4035 w 10439"/>
                      <a:gd name="connsiteY3" fmla="*/ 13413 h 16527"/>
                      <a:gd name="connsiteX4" fmla="*/ 8645 w 10439"/>
                      <a:gd name="connsiteY4" fmla="*/ 6453 h 16527"/>
                      <a:gd name="connsiteX5" fmla="*/ 10064 w 10439"/>
                      <a:gd name="connsiteY5" fmla="*/ 3749 h 16527"/>
                      <a:gd name="connsiteX6" fmla="*/ 5941 w 10439"/>
                      <a:gd name="connsiteY6" fmla="*/ 2507 h 16527"/>
                      <a:gd name="connsiteX7" fmla="*/ 266 w 10439"/>
                      <a:gd name="connsiteY7" fmla="*/ 14255 h 16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39" h="16527">
                        <a:moveTo>
                          <a:pt x="266" y="14255"/>
                        </a:moveTo>
                        <a:cubicBezTo>
                          <a:pt x="45" y="15053"/>
                          <a:pt x="-132" y="15674"/>
                          <a:pt x="134" y="16206"/>
                        </a:cubicBezTo>
                        <a:cubicBezTo>
                          <a:pt x="399" y="16782"/>
                          <a:pt x="1109" y="16516"/>
                          <a:pt x="1862" y="15940"/>
                        </a:cubicBezTo>
                        <a:cubicBezTo>
                          <a:pt x="2572" y="15408"/>
                          <a:pt x="3458" y="14255"/>
                          <a:pt x="4035" y="13413"/>
                        </a:cubicBezTo>
                        <a:cubicBezTo>
                          <a:pt x="5631" y="11152"/>
                          <a:pt x="7226" y="8669"/>
                          <a:pt x="8645" y="6453"/>
                        </a:cubicBezTo>
                        <a:cubicBezTo>
                          <a:pt x="9221" y="5522"/>
                          <a:pt x="9798" y="4635"/>
                          <a:pt x="10064" y="3749"/>
                        </a:cubicBezTo>
                        <a:cubicBezTo>
                          <a:pt x="11305" y="-19"/>
                          <a:pt x="9354" y="-1793"/>
                          <a:pt x="5941" y="2507"/>
                        </a:cubicBezTo>
                        <a:cubicBezTo>
                          <a:pt x="3237" y="5744"/>
                          <a:pt x="1330" y="10753"/>
                          <a:pt x="266" y="1425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31" name="Forme libre : forme 21430">
                    <a:extLst>
                      <a:ext uri="{FF2B5EF4-FFF2-40B4-BE49-F238E27FC236}">
                        <a16:creationId xmlns:a16="http://schemas.microsoft.com/office/drawing/2014/main" id="{256195E1-3B65-4102-A5F6-518977933777}"/>
                      </a:ext>
                    </a:extLst>
                  </p:cNvPr>
                  <p:cNvSpPr/>
                  <p:nvPr/>
                </p:nvSpPr>
                <p:spPr>
                  <a:xfrm>
                    <a:off x="5773802" y="1313349"/>
                    <a:ext cx="12692" cy="26953"/>
                  </a:xfrm>
                  <a:custGeom>
                    <a:avLst/>
                    <a:gdLst>
                      <a:gd name="connsiteX0" fmla="*/ 12679 w 12692"/>
                      <a:gd name="connsiteY0" fmla="*/ 0 h 26953"/>
                      <a:gd name="connsiteX1" fmla="*/ 0 w 12692"/>
                      <a:gd name="connsiteY1" fmla="*/ 26953 h 26953"/>
                      <a:gd name="connsiteX2" fmla="*/ 12679 w 12692"/>
                      <a:gd name="connsiteY2" fmla="*/ 0 h 26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692" h="26953">
                        <a:moveTo>
                          <a:pt x="12679" y="0"/>
                        </a:moveTo>
                        <a:cubicBezTo>
                          <a:pt x="13078" y="7536"/>
                          <a:pt x="4655" y="19328"/>
                          <a:pt x="0" y="26953"/>
                        </a:cubicBezTo>
                        <a:cubicBezTo>
                          <a:pt x="5142" y="18752"/>
                          <a:pt x="9576" y="8068"/>
                          <a:pt x="1267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32" name="Forme libre : forme 21431">
                    <a:extLst>
                      <a:ext uri="{FF2B5EF4-FFF2-40B4-BE49-F238E27FC236}">
                        <a16:creationId xmlns:a16="http://schemas.microsoft.com/office/drawing/2014/main" id="{05501B9C-2A37-4161-BAFD-1BD5ED89BE3D}"/>
                      </a:ext>
                    </a:extLst>
                  </p:cNvPr>
                  <p:cNvSpPr/>
                  <p:nvPr/>
                </p:nvSpPr>
                <p:spPr>
                  <a:xfrm>
                    <a:off x="5715330" y="1339858"/>
                    <a:ext cx="12589" cy="28238"/>
                  </a:xfrm>
                  <a:custGeom>
                    <a:avLst/>
                    <a:gdLst>
                      <a:gd name="connsiteX0" fmla="*/ 12590 w 12589"/>
                      <a:gd name="connsiteY0" fmla="*/ 0 h 28238"/>
                      <a:gd name="connsiteX1" fmla="*/ 7492 w 12589"/>
                      <a:gd name="connsiteY1" fmla="*/ 8246 h 28238"/>
                      <a:gd name="connsiteX2" fmla="*/ 4832 w 12589"/>
                      <a:gd name="connsiteY2" fmla="*/ 15117 h 28238"/>
                      <a:gd name="connsiteX3" fmla="*/ 0 w 12589"/>
                      <a:gd name="connsiteY3" fmla="*/ 28239 h 28238"/>
                      <a:gd name="connsiteX4" fmla="*/ 5453 w 12589"/>
                      <a:gd name="connsiteY4" fmla="*/ 15250 h 28238"/>
                      <a:gd name="connsiteX5" fmla="*/ 8378 w 12589"/>
                      <a:gd name="connsiteY5" fmla="*/ 8113 h 28238"/>
                      <a:gd name="connsiteX6" fmla="*/ 12590 w 12589"/>
                      <a:gd name="connsiteY6" fmla="*/ 0 h 28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589" h="28238">
                        <a:moveTo>
                          <a:pt x="12590" y="0"/>
                        </a:moveTo>
                        <a:cubicBezTo>
                          <a:pt x="10595" y="2660"/>
                          <a:pt x="8866" y="5541"/>
                          <a:pt x="7492" y="8246"/>
                        </a:cubicBezTo>
                        <a:cubicBezTo>
                          <a:pt x="6428" y="10373"/>
                          <a:pt x="5674" y="12900"/>
                          <a:pt x="4832" y="15117"/>
                        </a:cubicBezTo>
                        <a:cubicBezTo>
                          <a:pt x="3192" y="19550"/>
                          <a:pt x="1906" y="24205"/>
                          <a:pt x="0" y="28239"/>
                        </a:cubicBezTo>
                        <a:cubicBezTo>
                          <a:pt x="1862" y="23806"/>
                          <a:pt x="3679" y="19461"/>
                          <a:pt x="5453" y="15250"/>
                        </a:cubicBezTo>
                        <a:cubicBezTo>
                          <a:pt x="6428" y="12856"/>
                          <a:pt x="7270" y="10462"/>
                          <a:pt x="8378" y="8113"/>
                        </a:cubicBezTo>
                        <a:cubicBezTo>
                          <a:pt x="9753" y="5275"/>
                          <a:pt x="11171" y="2527"/>
                          <a:pt x="1259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33" name="Forme libre : forme 21432">
                    <a:extLst>
                      <a:ext uri="{FF2B5EF4-FFF2-40B4-BE49-F238E27FC236}">
                        <a16:creationId xmlns:a16="http://schemas.microsoft.com/office/drawing/2014/main" id="{D3221279-8DBC-4FA7-A04A-49715125A805}"/>
                      </a:ext>
                    </a:extLst>
                  </p:cNvPr>
                  <p:cNvSpPr/>
                  <p:nvPr/>
                </p:nvSpPr>
                <p:spPr>
                  <a:xfrm>
                    <a:off x="5750115" y="1325644"/>
                    <a:ext cx="13370" cy="11031"/>
                  </a:xfrm>
                  <a:custGeom>
                    <a:avLst/>
                    <a:gdLst>
                      <a:gd name="connsiteX0" fmla="*/ 13357 w 13370"/>
                      <a:gd name="connsiteY0" fmla="*/ 560 h 11031"/>
                      <a:gd name="connsiteX1" fmla="*/ 6664 w 13370"/>
                      <a:gd name="connsiteY1" fmla="*/ 7742 h 11031"/>
                      <a:gd name="connsiteX2" fmla="*/ 14 w 13370"/>
                      <a:gd name="connsiteY2" fmla="*/ 10402 h 11031"/>
                      <a:gd name="connsiteX3" fmla="*/ 6265 w 13370"/>
                      <a:gd name="connsiteY3" fmla="*/ 3442 h 11031"/>
                      <a:gd name="connsiteX4" fmla="*/ 13357 w 13370"/>
                      <a:gd name="connsiteY4" fmla="*/ 560 h 11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70" h="11031">
                        <a:moveTo>
                          <a:pt x="13357" y="560"/>
                        </a:moveTo>
                        <a:cubicBezTo>
                          <a:pt x="13668" y="2555"/>
                          <a:pt x="8215" y="6412"/>
                          <a:pt x="6664" y="7742"/>
                        </a:cubicBezTo>
                        <a:cubicBezTo>
                          <a:pt x="5068" y="8983"/>
                          <a:pt x="324" y="12441"/>
                          <a:pt x="14" y="10402"/>
                        </a:cubicBezTo>
                        <a:cubicBezTo>
                          <a:pt x="-296" y="8362"/>
                          <a:pt x="4669" y="4594"/>
                          <a:pt x="6265" y="3442"/>
                        </a:cubicBezTo>
                        <a:cubicBezTo>
                          <a:pt x="7860" y="2289"/>
                          <a:pt x="13091" y="-1390"/>
                          <a:pt x="13357" y="56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34" name="Forme libre : forme 21433">
                    <a:extLst>
                      <a:ext uri="{FF2B5EF4-FFF2-40B4-BE49-F238E27FC236}">
                        <a16:creationId xmlns:a16="http://schemas.microsoft.com/office/drawing/2014/main" id="{1E1CDA1F-0A66-434D-8F27-67977A6BF6BF}"/>
                      </a:ext>
                    </a:extLst>
                  </p:cNvPr>
                  <p:cNvSpPr/>
                  <p:nvPr/>
                </p:nvSpPr>
                <p:spPr>
                  <a:xfrm>
                    <a:off x="5761458" y="1324090"/>
                    <a:ext cx="3840" cy="3299"/>
                  </a:xfrm>
                  <a:custGeom>
                    <a:avLst/>
                    <a:gdLst>
                      <a:gd name="connsiteX0" fmla="*/ 3700 w 3840"/>
                      <a:gd name="connsiteY0" fmla="*/ 76 h 3299"/>
                      <a:gd name="connsiteX1" fmla="*/ 2547 w 3840"/>
                      <a:gd name="connsiteY1" fmla="*/ 2071 h 3299"/>
                      <a:gd name="connsiteX2" fmla="*/ 153 w 3840"/>
                      <a:gd name="connsiteY2" fmla="*/ 3223 h 3299"/>
                      <a:gd name="connsiteX3" fmla="*/ 1217 w 3840"/>
                      <a:gd name="connsiteY3" fmla="*/ 1228 h 3299"/>
                      <a:gd name="connsiteX4" fmla="*/ 3700 w 3840"/>
                      <a:gd name="connsiteY4" fmla="*/ 76 h 3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40" h="3299">
                        <a:moveTo>
                          <a:pt x="3700" y="76"/>
                        </a:moveTo>
                        <a:cubicBezTo>
                          <a:pt x="4232" y="475"/>
                          <a:pt x="3123" y="1539"/>
                          <a:pt x="2547" y="2071"/>
                        </a:cubicBezTo>
                        <a:cubicBezTo>
                          <a:pt x="1971" y="2603"/>
                          <a:pt x="685" y="3578"/>
                          <a:pt x="153" y="3223"/>
                        </a:cubicBezTo>
                        <a:cubicBezTo>
                          <a:pt x="-379" y="2824"/>
                          <a:pt x="597" y="1760"/>
                          <a:pt x="1217" y="1228"/>
                        </a:cubicBezTo>
                        <a:cubicBezTo>
                          <a:pt x="1793" y="696"/>
                          <a:pt x="3123" y="-279"/>
                          <a:pt x="3700" y="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35" name="Forme libre : forme 21434">
                    <a:extLst>
                      <a:ext uri="{FF2B5EF4-FFF2-40B4-BE49-F238E27FC236}">
                        <a16:creationId xmlns:a16="http://schemas.microsoft.com/office/drawing/2014/main" id="{9245BD67-8F40-4C39-B6E3-B53BFA65001C}"/>
                      </a:ext>
                    </a:extLst>
                  </p:cNvPr>
                  <p:cNvSpPr/>
                  <p:nvPr/>
                </p:nvSpPr>
                <p:spPr>
                  <a:xfrm>
                    <a:off x="5743078" y="1310536"/>
                    <a:ext cx="40110" cy="19532"/>
                  </a:xfrm>
                  <a:custGeom>
                    <a:avLst/>
                    <a:gdLst>
                      <a:gd name="connsiteX0" fmla="*/ 26956 w 40110"/>
                      <a:gd name="connsiteY0" fmla="*/ 1128 h 19532"/>
                      <a:gd name="connsiteX1" fmla="*/ 39280 w 40110"/>
                      <a:gd name="connsiteY1" fmla="*/ 641 h 19532"/>
                      <a:gd name="connsiteX2" fmla="*/ 38482 w 40110"/>
                      <a:gd name="connsiteY2" fmla="*/ 4453 h 19532"/>
                      <a:gd name="connsiteX3" fmla="*/ 33606 w 40110"/>
                      <a:gd name="connsiteY3" fmla="*/ 6093 h 19532"/>
                      <a:gd name="connsiteX4" fmla="*/ 18312 w 40110"/>
                      <a:gd name="connsiteY4" fmla="*/ 10615 h 19532"/>
                      <a:gd name="connsiteX5" fmla="*/ 7938 w 40110"/>
                      <a:gd name="connsiteY5" fmla="*/ 16689 h 19532"/>
                      <a:gd name="connsiteX6" fmla="*/ 3 w 40110"/>
                      <a:gd name="connsiteY6" fmla="*/ 18373 h 19532"/>
                      <a:gd name="connsiteX7" fmla="*/ 16051 w 40110"/>
                      <a:gd name="connsiteY7" fmla="*/ 3345 h 19532"/>
                      <a:gd name="connsiteX8" fmla="*/ 26956 w 40110"/>
                      <a:gd name="connsiteY8" fmla="*/ 1128 h 19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110" h="19532">
                        <a:moveTo>
                          <a:pt x="26956" y="1128"/>
                        </a:moveTo>
                        <a:cubicBezTo>
                          <a:pt x="31833" y="109"/>
                          <a:pt x="35335" y="-556"/>
                          <a:pt x="39280" y="641"/>
                        </a:cubicBezTo>
                        <a:cubicBezTo>
                          <a:pt x="40699" y="1040"/>
                          <a:pt x="40211" y="3212"/>
                          <a:pt x="38482" y="4453"/>
                        </a:cubicBezTo>
                        <a:cubicBezTo>
                          <a:pt x="36753" y="5694"/>
                          <a:pt x="35246" y="5916"/>
                          <a:pt x="33606" y="6093"/>
                        </a:cubicBezTo>
                        <a:cubicBezTo>
                          <a:pt x="28508" y="6714"/>
                          <a:pt x="23676" y="8443"/>
                          <a:pt x="18312" y="10615"/>
                        </a:cubicBezTo>
                        <a:cubicBezTo>
                          <a:pt x="16671" y="11324"/>
                          <a:pt x="12061" y="14295"/>
                          <a:pt x="7938" y="16689"/>
                        </a:cubicBezTo>
                        <a:cubicBezTo>
                          <a:pt x="3860" y="19082"/>
                          <a:pt x="92" y="20767"/>
                          <a:pt x="3" y="18373"/>
                        </a:cubicBezTo>
                        <a:cubicBezTo>
                          <a:pt x="-219" y="13452"/>
                          <a:pt x="11440" y="5074"/>
                          <a:pt x="16051" y="3345"/>
                        </a:cubicBezTo>
                        <a:cubicBezTo>
                          <a:pt x="20573" y="1439"/>
                          <a:pt x="23233" y="1838"/>
                          <a:pt x="26956" y="112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51" name="Graphique 2">
                  <a:extLst>
                    <a:ext uri="{FF2B5EF4-FFF2-40B4-BE49-F238E27FC236}">
                      <a16:creationId xmlns:a16="http://schemas.microsoft.com/office/drawing/2014/main" id="{B569835F-7ED3-46E2-89FB-F83BE3E177BD}"/>
                    </a:ext>
                  </a:extLst>
                </p:cNvPr>
                <p:cNvGrpSpPr/>
                <p:nvPr/>
              </p:nvGrpSpPr>
              <p:grpSpPr>
                <a:xfrm>
                  <a:off x="5785766" y="1267454"/>
                  <a:ext cx="93043" cy="46612"/>
                  <a:chOff x="5785766" y="1267454"/>
                  <a:chExt cx="93043" cy="46612"/>
                </a:xfrm>
                <a:solidFill>
                  <a:schemeClr val="accent1"/>
                </a:solidFill>
              </p:grpSpPr>
              <p:sp>
                <p:nvSpPr>
                  <p:cNvPr id="21412" name="Forme libre : forme 21411">
                    <a:extLst>
                      <a:ext uri="{FF2B5EF4-FFF2-40B4-BE49-F238E27FC236}">
                        <a16:creationId xmlns:a16="http://schemas.microsoft.com/office/drawing/2014/main" id="{46BB928C-18BA-4BF4-AF6A-95757164107C}"/>
                      </a:ext>
                    </a:extLst>
                  </p:cNvPr>
                  <p:cNvSpPr/>
                  <p:nvPr/>
                </p:nvSpPr>
                <p:spPr>
                  <a:xfrm>
                    <a:off x="5785766" y="1267454"/>
                    <a:ext cx="93043" cy="46612"/>
                  </a:xfrm>
                  <a:custGeom>
                    <a:avLst/>
                    <a:gdLst>
                      <a:gd name="connsiteX0" fmla="*/ 64596 w 93043"/>
                      <a:gd name="connsiteY0" fmla="*/ 34812 h 46612"/>
                      <a:gd name="connsiteX1" fmla="*/ 58478 w 93043"/>
                      <a:gd name="connsiteY1" fmla="*/ 36319 h 46612"/>
                      <a:gd name="connsiteX2" fmla="*/ 50898 w 93043"/>
                      <a:gd name="connsiteY2" fmla="*/ 38447 h 46612"/>
                      <a:gd name="connsiteX3" fmla="*/ 43317 w 93043"/>
                      <a:gd name="connsiteY3" fmla="*/ 40929 h 46612"/>
                      <a:gd name="connsiteX4" fmla="*/ 37067 w 93043"/>
                      <a:gd name="connsiteY4" fmla="*/ 43190 h 46612"/>
                      <a:gd name="connsiteX5" fmla="*/ 5281 w 93043"/>
                      <a:gd name="connsiteY5" fmla="*/ 44786 h 46612"/>
                      <a:gd name="connsiteX6" fmla="*/ 316 w 93043"/>
                      <a:gd name="connsiteY6" fmla="*/ 36053 h 46612"/>
                      <a:gd name="connsiteX7" fmla="*/ 24388 w 93043"/>
                      <a:gd name="connsiteY7" fmla="*/ 10430 h 46612"/>
                      <a:gd name="connsiteX8" fmla="*/ 31348 w 93043"/>
                      <a:gd name="connsiteY8" fmla="*/ 7415 h 46612"/>
                      <a:gd name="connsiteX9" fmla="*/ 40081 w 93043"/>
                      <a:gd name="connsiteY9" fmla="*/ 4445 h 46612"/>
                      <a:gd name="connsiteX10" fmla="*/ 56838 w 93043"/>
                      <a:gd name="connsiteY10" fmla="*/ 588 h 46612"/>
                      <a:gd name="connsiteX11" fmla="*/ 90618 w 93043"/>
                      <a:gd name="connsiteY11" fmla="*/ 10563 h 46612"/>
                      <a:gd name="connsiteX12" fmla="*/ 91416 w 93043"/>
                      <a:gd name="connsiteY12" fmla="*/ 20360 h 46612"/>
                      <a:gd name="connsiteX13" fmla="*/ 64596 w 93043"/>
                      <a:gd name="connsiteY13" fmla="*/ 34812 h 46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3043" h="46612">
                        <a:moveTo>
                          <a:pt x="64596" y="34812"/>
                        </a:moveTo>
                        <a:cubicBezTo>
                          <a:pt x="62956" y="35299"/>
                          <a:pt x="60828" y="35654"/>
                          <a:pt x="58478" y="36319"/>
                        </a:cubicBezTo>
                        <a:cubicBezTo>
                          <a:pt x="56129" y="36984"/>
                          <a:pt x="53513" y="37738"/>
                          <a:pt x="50898" y="38447"/>
                        </a:cubicBezTo>
                        <a:cubicBezTo>
                          <a:pt x="48327" y="39333"/>
                          <a:pt x="45711" y="40176"/>
                          <a:pt x="43317" y="40929"/>
                        </a:cubicBezTo>
                        <a:cubicBezTo>
                          <a:pt x="40968" y="41816"/>
                          <a:pt x="38795" y="42614"/>
                          <a:pt x="37067" y="43190"/>
                        </a:cubicBezTo>
                        <a:cubicBezTo>
                          <a:pt x="24344" y="47756"/>
                          <a:pt x="15832" y="47180"/>
                          <a:pt x="5281" y="44786"/>
                        </a:cubicBezTo>
                        <a:cubicBezTo>
                          <a:pt x="1646" y="44033"/>
                          <a:pt x="-925" y="39599"/>
                          <a:pt x="316" y="36053"/>
                        </a:cubicBezTo>
                        <a:cubicBezTo>
                          <a:pt x="3951" y="25857"/>
                          <a:pt x="10291" y="17212"/>
                          <a:pt x="24388" y="10430"/>
                        </a:cubicBezTo>
                        <a:cubicBezTo>
                          <a:pt x="26294" y="9587"/>
                          <a:pt x="28688" y="8479"/>
                          <a:pt x="31348" y="7415"/>
                        </a:cubicBezTo>
                        <a:cubicBezTo>
                          <a:pt x="34096" y="6484"/>
                          <a:pt x="37111" y="5465"/>
                          <a:pt x="40081" y="4445"/>
                        </a:cubicBezTo>
                        <a:cubicBezTo>
                          <a:pt x="46199" y="2716"/>
                          <a:pt x="52449" y="1120"/>
                          <a:pt x="56838" y="588"/>
                        </a:cubicBezTo>
                        <a:cubicBezTo>
                          <a:pt x="73152" y="-1761"/>
                          <a:pt x="82594" y="3204"/>
                          <a:pt x="90618" y="10563"/>
                        </a:cubicBezTo>
                        <a:cubicBezTo>
                          <a:pt x="93411" y="13178"/>
                          <a:pt x="93943" y="18055"/>
                          <a:pt x="91416" y="20360"/>
                        </a:cubicBezTo>
                        <a:cubicBezTo>
                          <a:pt x="84146" y="27098"/>
                          <a:pt x="76831" y="31797"/>
                          <a:pt x="64596" y="3481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13" name="Forme libre : forme 21412">
                    <a:extLst>
                      <a:ext uri="{FF2B5EF4-FFF2-40B4-BE49-F238E27FC236}">
                        <a16:creationId xmlns:a16="http://schemas.microsoft.com/office/drawing/2014/main" id="{4CB7F4CA-631E-4F88-A8F9-53BDF3228159}"/>
                      </a:ext>
                    </a:extLst>
                  </p:cNvPr>
                  <p:cNvSpPr/>
                  <p:nvPr/>
                </p:nvSpPr>
                <p:spPr>
                  <a:xfrm>
                    <a:off x="5787190" y="1287283"/>
                    <a:ext cx="90080" cy="26727"/>
                  </a:xfrm>
                  <a:custGeom>
                    <a:avLst/>
                    <a:gdLst>
                      <a:gd name="connsiteX0" fmla="*/ 35243 w 90080"/>
                      <a:gd name="connsiteY0" fmla="*/ 9929 h 26727"/>
                      <a:gd name="connsiteX1" fmla="*/ 0 w 90080"/>
                      <a:gd name="connsiteY1" fmla="*/ 22431 h 26727"/>
                      <a:gd name="connsiteX2" fmla="*/ 3724 w 90080"/>
                      <a:gd name="connsiteY2" fmla="*/ 24913 h 26727"/>
                      <a:gd name="connsiteX3" fmla="*/ 9044 w 90080"/>
                      <a:gd name="connsiteY3" fmla="*/ 25977 h 26727"/>
                      <a:gd name="connsiteX4" fmla="*/ 24205 w 90080"/>
                      <a:gd name="connsiteY4" fmla="*/ 26199 h 26727"/>
                      <a:gd name="connsiteX5" fmla="*/ 35553 w 90080"/>
                      <a:gd name="connsiteY5" fmla="*/ 23317 h 26727"/>
                      <a:gd name="connsiteX6" fmla="*/ 39986 w 90080"/>
                      <a:gd name="connsiteY6" fmla="*/ 21721 h 26727"/>
                      <a:gd name="connsiteX7" fmla="*/ 50803 w 90080"/>
                      <a:gd name="connsiteY7" fmla="*/ 18130 h 26727"/>
                      <a:gd name="connsiteX8" fmla="*/ 61088 w 90080"/>
                      <a:gd name="connsiteY8" fmla="*/ 15426 h 26727"/>
                      <a:gd name="connsiteX9" fmla="*/ 63127 w 90080"/>
                      <a:gd name="connsiteY9" fmla="*/ 14894 h 26727"/>
                      <a:gd name="connsiteX10" fmla="*/ 74520 w 90080"/>
                      <a:gd name="connsiteY10" fmla="*/ 10993 h 26727"/>
                      <a:gd name="connsiteX11" fmla="*/ 86490 w 90080"/>
                      <a:gd name="connsiteY11" fmla="*/ 3501 h 26727"/>
                      <a:gd name="connsiteX12" fmla="*/ 89992 w 90080"/>
                      <a:gd name="connsiteY12" fmla="*/ 442 h 26727"/>
                      <a:gd name="connsiteX13" fmla="*/ 90081 w 90080"/>
                      <a:gd name="connsiteY13" fmla="*/ 309 h 26727"/>
                      <a:gd name="connsiteX14" fmla="*/ 35243 w 90080"/>
                      <a:gd name="connsiteY14" fmla="*/ 9929 h 26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0080" h="26727">
                        <a:moveTo>
                          <a:pt x="35243" y="9929"/>
                        </a:moveTo>
                        <a:cubicBezTo>
                          <a:pt x="23540" y="15160"/>
                          <a:pt x="11437" y="21322"/>
                          <a:pt x="0" y="22431"/>
                        </a:cubicBezTo>
                        <a:cubicBezTo>
                          <a:pt x="931" y="23672"/>
                          <a:pt x="2217" y="24558"/>
                          <a:pt x="3724" y="24913"/>
                        </a:cubicBezTo>
                        <a:cubicBezTo>
                          <a:pt x="5541" y="25312"/>
                          <a:pt x="7315" y="25667"/>
                          <a:pt x="9044" y="25977"/>
                        </a:cubicBezTo>
                        <a:cubicBezTo>
                          <a:pt x="14009" y="26686"/>
                          <a:pt x="18885" y="27130"/>
                          <a:pt x="24205" y="26199"/>
                        </a:cubicBezTo>
                        <a:cubicBezTo>
                          <a:pt x="27707" y="25800"/>
                          <a:pt x="31342" y="24691"/>
                          <a:pt x="35553" y="23317"/>
                        </a:cubicBezTo>
                        <a:cubicBezTo>
                          <a:pt x="36839" y="22918"/>
                          <a:pt x="38346" y="22342"/>
                          <a:pt x="39986" y="21721"/>
                        </a:cubicBezTo>
                        <a:cubicBezTo>
                          <a:pt x="43223" y="20524"/>
                          <a:pt x="47079" y="19327"/>
                          <a:pt x="50803" y="18130"/>
                        </a:cubicBezTo>
                        <a:cubicBezTo>
                          <a:pt x="54571" y="17155"/>
                          <a:pt x="58207" y="15958"/>
                          <a:pt x="61088" y="15426"/>
                        </a:cubicBezTo>
                        <a:cubicBezTo>
                          <a:pt x="61842" y="15249"/>
                          <a:pt x="62507" y="15072"/>
                          <a:pt x="63127" y="14894"/>
                        </a:cubicBezTo>
                        <a:cubicBezTo>
                          <a:pt x="67472" y="13564"/>
                          <a:pt x="71196" y="12722"/>
                          <a:pt x="74520" y="10993"/>
                        </a:cubicBezTo>
                        <a:cubicBezTo>
                          <a:pt x="79086" y="8910"/>
                          <a:pt x="82810" y="6383"/>
                          <a:pt x="86490" y="3501"/>
                        </a:cubicBezTo>
                        <a:cubicBezTo>
                          <a:pt x="87642" y="2526"/>
                          <a:pt x="88795" y="1506"/>
                          <a:pt x="89992" y="442"/>
                        </a:cubicBezTo>
                        <a:lnTo>
                          <a:pt x="90081" y="309"/>
                        </a:lnTo>
                        <a:cubicBezTo>
                          <a:pt x="71594" y="-1109"/>
                          <a:pt x="51956" y="2393"/>
                          <a:pt x="35243" y="992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14" name="Forme libre : forme 21413">
                    <a:extLst>
                      <a:ext uri="{FF2B5EF4-FFF2-40B4-BE49-F238E27FC236}">
                        <a16:creationId xmlns:a16="http://schemas.microsoft.com/office/drawing/2014/main" id="{3F73B0EB-23F6-4F86-B2BA-40FDE555417A}"/>
                      </a:ext>
                    </a:extLst>
                  </p:cNvPr>
                  <p:cNvSpPr/>
                  <p:nvPr/>
                </p:nvSpPr>
                <p:spPr>
                  <a:xfrm>
                    <a:off x="5816799" y="1280632"/>
                    <a:ext cx="43504" cy="15880"/>
                  </a:xfrm>
                  <a:custGeom>
                    <a:avLst/>
                    <a:gdLst>
                      <a:gd name="connsiteX0" fmla="*/ 43493 w 43504"/>
                      <a:gd name="connsiteY0" fmla="*/ 3413 h 15880"/>
                      <a:gd name="connsiteX1" fmla="*/ 34937 w 43504"/>
                      <a:gd name="connsiteY1" fmla="*/ 9088 h 15880"/>
                      <a:gd name="connsiteX2" fmla="*/ 22125 w 43504"/>
                      <a:gd name="connsiteY2" fmla="*/ 13033 h 15880"/>
                      <a:gd name="connsiteX3" fmla="*/ 226 w 43504"/>
                      <a:gd name="connsiteY3" fmla="*/ 13831 h 15880"/>
                      <a:gd name="connsiteX4" fmla="*/ 19066 w 43504"/>
                      <a:gd name="connsiteY4" fmla="*/ 1862 h 15880"/>
                      <a:gd name="connsiteX5" fmla="*/ 25140 w 43504"/>
                      <a:gd name="connsiteY5" fmla="*/ 665 h 15880"/>
                      <a:gd name="connsiteX6" fmla="*/ 33164 w 43504"/>
                      <a:gd name="connsiteY6" fmla="*/ 0 h 15880"/>
                      <a:gd name="connsiteX7" fmla="*/ 43493 w 43504"/>
                      <a:gd name="connsiteY7" fmla="*/ 3413 h 15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504" h="15880">
                        <a:moveTo>
                          <a:pt x="43493" y="3413"/>
                        </a:moveTo>
                        <a:cubicBezTo>
                          <a:pt x="43759" y="5763"/>
                          <a:pt x="39636" y="7625"/>
                          <a:pt x="34937" y="9088"/>
                        </a:cubicBezTo>
                        <a:cubicBezTo>
                          <a:pt x="30238" y="10817"/>
                          <a:pt x="24829" y="12102"/>
                          <a:pt x="22125" y="13033"/>
                        </a:cubicBezTo>
                        <a:cubicBezTo>
                          <a:pt x="16584" y="14053"/>
                          <a:pt x="2442" y="18397"/>
                          <a:pt x="226" y="13831"/>
                        </a:cubicBezTo>
                        <a:cubicBezTo>
                          <a:pt x="-2035" y="9088"/>
                          <a:pt x="13303" y="2704"/>
                          <a:pt x="19066" y="1862"/>
                        </a:cubicBezTo>
                        <a:cubicBezTo>
                          <a:pt x="20485" y="1596"/>
                          <a:pt x="22613" y="975"/>
                          <a:pt x="25140" y="665"/>
                        </a:cubicBezTo>
                        <a:cubicBezTo>
                          <a:pt x="27667" y="355"/>
                          <a:pt x="30504" y="89"/>
                          <a:pt x="33164" y="0"/>
                        </a:cubicBezTo>
                        <a:cubicBezTo>
                          <a:pt x="38572" y="133"/>
                          <a:pt x="43227" y="1108"/>
                          <a:pt x="43493" y="341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15" name="Forme libre : forme 21414">
                    <a:extLst>
                      <a:ext uri="{FF2B5EF4-FFF2-40B4-BE49-F238E27FC236}">
                        <a16:creationId xmlns:a16="http://schemas.microsoft.com/office/drawing/2014/main" id="{217AB545-27FC-48AB-A100-6D82C4D74D22}"/>
                      </a:ext>
                    </a:extLst>
                  </p:cNvPr>
                  <p:cNvSpPr/>
                  <p:nvPr/>
                </p:nvSpPr>
                <p:spPr>
                  <a:xfrm>
                    <a:off x="5816382" y="1286750"/>
                    <a:ext cx="31496" cy="9657"/>
                  </a:xfrm>
                  <a:custGeom>
                    <a:avLst/>
                    <a:gdLst>
                      <a:gd name="connsiteX0" fmla="*/ 7869 w 31496"/>
                      <a:gd name="connsiteY0" fmla="*/ 0 h 9657"/>
                      <a:gd name="connsiteX1" fmla="*/ 421 w 31496"/>
                      <a:gd name="connsiteY1" fmla="*/ 7802 h 9657"/>
                      <a:gd name="connsiteX2" fmla="*/ 22764 w 31496"/>
                      <a:gd name="connsiteY2" fmla="*/ 6827 h 9657"/>
                      <a:gd name="connsiteX3" fmla="*/ 27020 w 31496"/>
                      <a:gd name="connsiteY3" fmla="*/ 5497 h 9657"/>
                      <a:gd name="connsiteX4" fmla="*/ 31497 w 31496"/>
                      <a:gd name="connsiteY4" fmla="*/ 4078 h 9657"/>
                      <a:gd name="connsiteX5" fmla="*/ 26621 w 31496"/>
                      <a:gd name="connsiteY5" fmla="*/ 4655 h 9657"/>
                      <a:gd name="connsiteX6" fmla="*/ 15361 w 31496"/>
                      <a:gd name="connsiteY6" fmla="*/ 4167 h 9657"/>
                      <a:gd name="connsiteX7" fmla="*/ 7869 w 31496"/>
                      <a:gd name="connsiteY7" fmla="*/ 0 h 9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96" h="9657">
                        <a:moveTo>
                          <a:pt x="7869" y="0"/>
                        </a:moveTo>
                        <a:cubicBezTo>
                          <a:pt x="5342" y="1596"/>
                          <a:pt x="-1796" y="5320"/>
                          <a:pt x="421" y="7802"/>
                        </a:cubicBezTo>
                        <a:cubicBezTo>
                          <a:pt x="3967" y="11836"/>
                          <a:pt x="15760" y="8245"/>
                          <a:pt x="22764" y="6827"/>
                        </a:cubicBezTo>
                        <a:cubicBezTo>
                          <a:pt x="23783" y="6605"/>
                          <a:pt x="25379" y="6029"/>
                          <a:pt x="27020" y="5497"/>
                        </a:cubicBezTo>
                        <a:cubicBezTo>
                          <a:pt x="28660" y="5054"/>
                          <a:pt x="30389" y="4522"/>
                          <a:pt x="31497" y="4078"/>
                        </a:cubicBezTo>
                        <a:cubicBezTo>
                          <a:pt x="30167" y="4300"/>
                          <a:pt x="27951" y="4699"/>
                          <a:pt x="26621" y="4655"/>
                        </a:cubicBezTo>
                        <a:cubicBezTo>
                          <a:pt x="22941" y="4788"/>
                          <a:pt x="18818" y="4699"/>
                          <a:pt x="15361" y="4167"/>
                        </a:cubicBezTo>
                        <a:cubicBezTo>
                          <a:pt x="11903" y="3768"/>
                          <a:pt x="9021" y="2571"/>
                          <a:pt x="786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16" name="Forme libre : forme 21415">
                    <a:extLst>
                      <a:ext uri="{FF2B5EF4-FFF2-40B4-BE49-F238E27FC236}">
                        <a16:creationId xmlns:a16="http://schemas.microsoft.com/office/drawing/2014/main" id="{A6846068-DB90-41C4-9EE3-2E967E323527}"/>
                      </a:ext>
                    </a:extLst>
                  </p:cNvPr>
                  <p:cNvSpPr/>
                  <p:nvPr/>
                </p:nvSpPr>
                <p:spPr>
                  <a:xfrm>
                    <a:off x="5819347" y="1281439"/>
                    <a:ext cx="43474" cy="15558"/>
                  </a:xfrm>
                  <a:custGeom>
                    <a:avLst/>
                    <a:gdLst>
                      <a:gd name="connsiteX0" fmla="*/ 43427 w 43474"/>
                      <a:gd name="connsiteY0" fmla="*/ 3582 h 15558"/>
                      <a:gd name="connsiteX1" fmla="*/ 34339 w 43474"/>
                      <a:gd name="connsiteY1" fmla="*/ 9256 h 15558"/>
                      <a:gd name="connsiteX2" fmla="*/ 27468 w 43474"/>
                      <a:gd name="connsiteY2" fmla="*/ 11429 h 15558"/>
                      <a:gd name="connsiteX3" fmla="*/ 21838 w 43474"/>
                      <a:gd name="connsiteY3" fmla="*/ 13024 h 15558"/>
                      <a:gd name="connsiteX4" fmla="*/ 293 w 43474"/>
                      <a:gd name="connsiteY4" fmla="*/ 13335 h 15558"/>
                      <a:gd name="connsiteX5" fmla="*/ 19045 w 43474"/>
                      <a:gd name="connsiteY5" fmla="*/ 1764 h 15558"/>
                      <a:gd name="connsiteX6" fmla="*/ 25163 w 43474"/>
                      <a:gd name="connsiteY6" fmla="*/ 656 h 15558"/>
                      <a:gd name="connsiteX7" fmla="*/ 33586 w 43474"/>
                      <a:gd name="connsiteY7" fmla="*/ 35 h 15558"/>
                      <a:gd name="connsiteX8" fmla="*/ 43427 w 43474"/>
                      <a:gd name="connsiteY8" fmla="*/ 3582 h 15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474" h="15558">
                        <a:moveTo>
                          <a:pt x="43427" y="3582"/>
                        </a:moveTo>
                        <a:cubicBezTo>
                          <a:pt x="42895" y="5887"/>
                          <a:pt x="38861" y="7882"/>
                          <a:pt x="34339" y="9256"/>
                        </a:cubicBezTo>
                        <a:cubicBezTo>
                          <a:pt x="32078" y="9921"/>
                          <a:pt x="29685" y="10852"/>
                          <a:pt x="27468" y="11429"/>
                        </a:cubicBezTo>
                        <a:cubicBezTo>
                          <a:pt x="25251" y="12049"/>
                          <a:pt x="23257" y="12537"/>
                          <a:pt x="21838" y="13024"/>
                        </a:cubicBezTo>
                        <a:cubicBezTo>
                          <a:pt x="15986" y="14443"/>
                          <a:pt x="2776" y="17768"/>
                          <a:pt x="293" y="13335"/>
                        </a:cubicBezTo>
                        <a:cubicBezTo>
                          <a:pt x="-2367" y="8503"/>
                          <a:pt x="13814" y="2651"/>
                          <a:pt x="19045" y="1764"/>
                        </a:cubicBezTo>
                        <a:cubicBezTo>
                          <a:pt x="20331" y="1410"/>
                          <a:pt x="22547" y="922"/>
                          <a:pt x="25163" y="656"/>
                        </a:cubicBezTo>
                        <a:cubicBezTo>
                          <a:pt x="27778" y="390"/>
                          <a:pt x="30748" y="-142"/>
                          <a:pt x="33586" y="35"/>
                        </a:cubicBezTo>
                        <a:cubicBezTo>
                          <a:pt x="39260" y="213"/>
                          <a:pt x="44003" y="1099"/>
                          <a:pt x="43427" y="358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17" name="Forme libre : forme 21416">
                    <a:extLst>
                      <a:ext uri="{FF2B5EF4-FFF2-40B4-BE49-F238E27FC236}">
                        <a16:creationId xmlns:a16="http://schemas.microsoft.com/office/drawing/2014/main" id="{44AB6EFD-9CEC-49B5-8C5F-C6F274786B72}"/>
                      </a:ext>
                    </a:extLst>
                  </p:cNvPr>
                  <p:cNvSpPr/>
                  <p:nvPr/>
                </p:nvSpPr>
                <p:spPr>
                  <a:xfrm>
                    <a:off x="5796808" y="1287595"/>
                    <a:ext cx="54573" cy="18936"/>
                  </a:xfrm>
                  <a:custGeom>
                    <a:avLst/>
                    <a:gdLst>
                      <a:gd name="connsiteX0" fmla="*/ 1686 w 54573"/>
                      <a:gd name="connsiteY0" fmla="*/ 16178 h 18936"/>
                      <a:gd name="connsiteX1" fmla="*/ 9267 w 54573"/>
                      <a:gd name="connsiteY1" fmla="*/ 18572 h 18936"/>
                      <a:gd name="connsiteX2" fmla="*/ 29925 w 54573"/>
                      <a:gd name="connsiteY2" fmla="*/ 17730 h 18936"/>
                      <a:gd name="connsiteX3" fmla="*/ 39767 w 54573"/>
                      <a:gd name="connsiteY3" fmla="*/ 14937 h 18936"/>
                      <a:gd name="connsiteX4" fmla="*/ 48455 w 54573"/>
                      <a:gd name="connsiteY4" fmla="*/ 11124 h 18936"/>
                      <a:gd name="connsiteX5" fmla="*/ 54218 w 54573"/>
                      <a:gd name="connsiteY5" fmla="*/ 3500 h 18936"/>
                      <a:gd name="connsiteX6" fmla="*/ 47170 w 54573"/>
                      <a:gd name="connsiteY6" fmla="*/ 2081 h 18936"/>
                      <a:gd name="connsiteX7" fmla="*/ 27221 w 54573"/>
                      <a:gd name="connsiteY7" fmla="*/ 928 h 18936"/>
                      <a:gd name="connsiteX8" fmla="*/ 6696 w 54573"/>
                      <a:gd name="connsiteY8" fmla="*/ 2968 h 18936"/>
                      <a:gd name="connsiteX9" fmla="*/ 1686 w 54573"/>
                      <a:gd name="connsiteY9" fmla="*/ 16178 h 18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573" h="18936">
                        <a:moveTo>
                          <a:pt x="1686" y="16178"/>
                        </a:moveTo>
                        <a:cubicBezTo>
                          <a:pt x="4125" y="18173"/>
                          <a:pt x="5543" y="18439"/>
                          <a:pt x="9267" y="18572"/>
                        </a:cubicBezTo>
                        <a:cubicBezTo>
                          <a:pt x="16360" y="18927"/>
                          <a:pt x="22034" y="19459"/>
                          <a:pt x="29925" y="17730"/>
                        </a:cubicBezTo>
                        <a:cubicBezTo>
                          <a:pt x="33250" y="17109"/>
                          <a:pt x="36619" y="16178"/>
                          <a:pt x="39767" y="14937"/>
                        </a:cubicBezTo>
                        <a:cubicBezTo>
                          <a:pt x="42958" y="13962"/>
                          <a:pt x="45929" y="12499"/>
                          <a:pt x="48455" y="11124"/>
                        </a:cubicBezTo>
                        <a:cubicBezTo>
                          <a:pt x="52179" y="9130"/>
                          <a:pt x="55726" y="6115"/>
                          <a:pt x="54218" y="3500"/>
                        </a:cubicBezTo>
                        <a:cubicBezTo>
                          <a:pt x="53288" y="1904"/>
                          <a:pt x="49963" y="2391"/>
                          <a:pt x="47170" y="2081"/>
                        </a:cubicBezTo>
                        <a:cubicBezTo>
                          <a:pt x="40609" y="1638"/>
                          <a:pt x="34225" y="1815"/>
                          <a:pt x="27221" y="928"/>
                        </a:cubicBezTo>
                        <a:cubicBezTo>
                          <a:pt x="21281" y="175"/>
                          <a:pt x="13966" y="-1466"/>
                          <a:pt x="6696" y="2968"/>
                        </a:cubicBezTo>
                        <a:cubicBezTo>
                          <a:pt x="90" y="6913"/>
                          <a:pt x="-1727" y="13474"/>
                          <a:pt x="1686" y="1617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18" name="Forme libre : forme 21417">
                    <a:extLst>
                      <a:ext uri="{FF2B5EF4-FFF2-40B4-BE49-F238E27FC236}">
                        <a16:creationId xmlns:a16="http://schemas.microsoft.com/office/drawing/2014/main" id="{5BCCD248-F890-4852-9A63-FCB253EBD047}"/>
                      </a:ext>
                    </a:extLst>
                  </p:cNvPr>
                  <p:cNvSpPr/>
                  <p:nvPr/>
                </p:nvSpPr>
                <p:spPr>
                  <a:xfrm>
                    <a:off x="5805942" y="1283432"/>
                    <a:ext cx="16321" cy="11286"/>
                  </a:xfrm>
                  <a:custGeom>
                    <a:avLst/>
                    <a:gdLst>
                      <a:gd name="connsiteX0" fmla="*/ 1064 w 16321"/>
                      <a:gd name="connsiteY0" fmla="*/ 8904 h 11286"/>
                      <a:gd name="connsiteX1" fmla="*/ 0 w 16321"/>
                      <a:gd name="connsiteY1" fmla="*/ 10721 h 11286"/>
                      <a:gd name="connsiteX2" fmla="*/ 1729 w 16321"/>
                      <a:gd name="connsiteY2" fmla="*/ 11165 h 11286"/>
                      <a:gd name="connsiteX3" fmla="*/ 4832 w 16321"/>
                      <a:gd name="connsiteY3" fmla="*/ 9746 h 11286"/>
                      <a:gd name="connsiteX4" fmla="*/ 12147 w 16321"/>
                      <a:gd name="connsiteY4" fmla="*/ 5623 h 11286"/>
                      <a:gd name="connsiteX5" fmla="*/ 14674 w 16321"/>
                      <a:gd name="connsiteY5" fmla="*/ 3850 h 11286"/>
                      <a:gd name="connsiteX6" fmla="*/ 11570 w 16321"/>
                      <a:gd name="connsiteY6" fmla="*/ 880 h 11286"/>
                      <a:gd name="connsiteX7" fmla="*/ 1064 w 16321"/>
                      <a:gd name="connsiteY7" fmla="*/ 8904 h 11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321" h="11286">
                        <a:moveTo>
                          <a:pt x="1064" y="8904"/>
                        </a:moveTo>
                        <a:cubicBezTo>
                          <a:pt x="443" y="9613"/>
                          <a:pt x="0" y="10101"/>
                          <a:pt x="0" y="10721"/>
                        </a:cubicBezTo>
                        <a:cubicBezTo>
                          <a:pt x="0" y="11342"/>
                          <a:pt x="798" y="11386"/>
                          <a:pt x="1729" y="11165"/>
                        </a:cubicBezTo>
                        <a:cubicBezTo>
                          <a:pt x="2660" y="10943"/>
                          <a:pt x="3901" y="10278"/>
                          <a:pt x="4832" y="9746"/>
                        </a:cubicBezTo>
                        <a:cubicBezTo>
                          <a:pt x="7226" y="8328"/>
                          <a:pt x="9886" y="7086"/>
                          <a:pt x="12147" y="5623"/>
                        </a:cubicBezTo>
                        <a:cubicBezTo>
                          <a:pt x="13078" y="5047"/>
                          <a:pt x="14009" y="4515"/>
                          <a:pt x="14674" y="3850"/>
                        </a:cubicBezTo>
                        <a:cubicBezTo>
                          <a:pt x="17599" y="1235"/>
                          <a:pt x="16668" y="-1425"/>
                          <a:pt x="11570" y="880"/>
                        </a:cubicBezTo>
                        <a:cubicBezTo>
                          <a:pt x="7625" y="2609"/>
                          <a:pt x="3546" y="5978"/>
                          <a:pt x="1064" y="890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19" name="Forme libre : forme 21418">
                    <a:extLst>
                      <a:ext uri="{FF2B5EF4-FFF2-40B4-BE49-F238E27FC236}">
                        <a16:creationId xmlns:a16="http://schemas.microsoft.com/office/drawing/2014/main" id="{68363ECF-7F94-4628-A1A9-DC496C06FC3A}"/>
                      </a:ext>
                    </a:extLst>
                  </p:cNvPr>
                  <p:cNvSpPr/>
                  <p:nvPr/>
                </p:nvSpPr>
                <p:spPr>
                  <a:xfrm>
                    <a:off x="5851160" y="1286440"/>
                    <a:ext cx="24825" cy="14895"/>
                  </a:xfrm>
                  <a:custGeom>
                    <a:avLst/>
                    <a:gdLst>
                      <a:gd name="connsiteX0" fmla="*/ 24825 w 24825"/>
                      <a:gd name="connsiteY0" fmla="*/ 0 h 14895"/>
                      <a:gd name="connsiteX1" fmla="*/ 13565 w 24825"/>
                      <a:gd name="connsiteY1" fmla="*/ 8157 h 14895"/>
                      <a:gd name="connsiteX2" fmla="*/ 6428 w 24825"/>
                      <a:gd name="connsiteY2" fmla="*/ 11748 h 14895"/>
                      <a:gd name="connsiteX3" fmla="*/ 0 w 24825"/>
                      <a:gd name="connsiteY3" fmla="*/ 14895 h 14895"/>
                      <a:gd name="connsiteX4" fmla="*/ 6295 w 24825"/>
                      <a:gd name="connsiteY4" fmla="*/ 11482 h 14895"/>
                      <a:gd name="connsiteX5" fmla="*/ 12723 w 24825"/>
                      <a:gd name="connsiteY5" fmla="*/ 7581 h 14895"/>
                      <a:gd name="connsiteX6" fmla="*/ 24825 w 24825"/>
                      <a:gd name="connsiteY6" fmla="*/ 0 h 14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825" h="14895">
                        <a:moveTo>
                          <a:pt x="24825" y="0"/>
                        </a:moveTo>
                        <a:cubicBezTo>
                          <a:pt x="22698" y="3192"/>
                          <a:pt x="18309" y="5674"/>
                          <a:pt x="13565" y="8157"/>
                        </a:cubicBezTo>
                        <a:cubicBezTo>
                          <a:pt x="11083" y="9398"/>
                          <a:pt x="8689" y="10639"/>
                          <a:pt x="6428" y="11748"/>
                        </a:cubicBezTo>
                        <a:cubicBezTo>
                          <a:pt x="4079" y="12856"/>
                          <a:pt x="1906" y="13787"/>
                          <a:pt x="0" y="14895"/>
                        </a:cubicBezTo>
                        <a:cubicBezTo>
                          <a:pt x="1951" y="13831"/>
                          <a:pt x="4034" y="12679"/>
                          <a:pt x="6295" y="11482"/>
                        </a:cubicBezTo>
                        <a:cubicBezTo>
                          <a:pt x="8423" y="10285"/>
                          <a:pt x="10551" y="8822"/>
                          <a:pt x="12723" y="7581"/>
                        </a:cubicBezTo>
                        <a:cubicBezTo>
                          <a:pt x="16757" y="5009"/>
                          <a:pt x="20969" y="2350"/>
                          <a:pt x="2482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20" name="Forme libre : forme 21419">
                    <a:extLst>
                      <a:ext uri="{FF2B5EF4-FFF2-40B4-BE49-F238E27FC236}">
                        <a16:creationId xmlns:a16="http://schemas.microsoft.com/office/drawing/2014/main" id="{97209AC8-7525-4317-A569-1DA7D0A947E4}"/>
                      </a:ext>
                    </a:extLst>
                  </p:cNvPr>
                  <p:cNvSpPr/>
                  <p:nvPr/>
                </p:nvSpPr>
                <p:spPr>
                  <a:xfrm>
                    <a:off x="5787057" y="1278460"/>
                    <a:ext cx="24559" cy="25490"/>
                  </a:xfrm>
                  <a:custGeom>
                    <a:avLst/>
                    <a:gdLst>
                      <a:gd name="connsiteX0" fmla="*/ 24559 w 24559"/>
                      <a:gd name="connsiteY0" fmla="*/ 0 h 25490"/>
                      <a:gd name="connsiteX1" fmla="*/ 0 w 24559"/>
                      <a:gd name="connsiteY1" fmla="*/ 25490 h 25490"/>
                      <a:gd name="connsiteX2" fmla="*/ 24559 w 24559"/>
                      <a:gd name="connsiteY2" fmla="*/ 0 h 25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4559" h="25490">
                        <a:moveTo>
                          <a:pt x="24559" y="0"/>
                        </a:moveTo>
                        <a:cubicBezTo>
                          <a:pt x="12058" y="5940"/>
                          <a:pt x="4079" y="16314"/>
                          <a:pt x="0" y="25490"/>
                        </a:cubicBezTo>
                        <a:cubicBezTo>
                          <a:pt x="3369" y="16624"/>
                          <a:pt x="14541" y="6295"/>
                          <a:pt x="2455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21" name="Forme libre : forme 21420">
                    <a:extLst>
                      <a:ext uri="{FF2B5EF4-FFF2-40B4-BE49-F238E27FC236}">
                        <a16:creationId xmlns:a16="http://schemas.microsoft.com/office/drawing/2014/main" id="{C90DBA93-2669-486A-97F4-0165F4316636}"/>
                      </a:ext>
                    </a:extLst>
                  </p:cNvPr>
                  <p:cNvSpPr/>
                  <p:nvPr/>
                </p:nvSpPr>
                <p:spPr>
                  <a:xfrm>
                    <a:off x="5833279" y="1282440"/>
                    <a:ext cx="16714" cy="4344"/>
                  </a:xfrm>
                  <a:custGeom>
                    <a:avLst/>
                    <a:gdLst>
                      <a:gd name="connsiteX0" fmla="*/ 16639 w 16714"/>
                      <a:gd name="connsiteY0" fmla="*/ 1429 h 4344"/>
                      <a:gd name="connsiteX1" fmla="*/ 7153 w 16714"/>
                      <a:gd name="connsiteY1" fmla="*/ 4000 h 4344"/>
                      <a:gd name="connsiteX2" fmla="*/ 60 w 16714"/>
                      <a:gd name="connsiteY2" fmla="*/ 2980 h 4344"/>
                      <a:gd name="connsiteX3" fmla="*/ 9014 w 16714"/>
                      <a:gd name="connsiteY3" fmla="*/ 99 h 4344"/>
                      <a:gd name="connsiteX4" fmla="*/ 16639 w 16714"/>
                      <a:gd name="connsiteY4" fmla="*/ 1429 h 4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14" h="4344">
                        <a:moveTo>
                          <a:pt x="16639" y="1429"/>
                        </a:moveTo>
                        <a:cubicBezTo>
                          <a:pt x="15841" y="3291"/>
                          <a:pt x="9192" y="3690"/>
                          <a:pt x="7153" y="4000"/>
                        </a:cubicBezTo>
                        <a:cubicBezTo>
                          <a:pt x="5158" y="4310"/>
                          <a:pt x="-650" y="4931"/>
                          <a:pt x="60" y="2980"/>
                        </a:cubicBezTo>
                        <a:cubicBezTo>
                          <a:pt x="813" y="1074"/>
                          <a:pt x="7064" y="187"/>
                          <a:pt x="9014" y="99"/>
                        </a:cubicBezTo>
                        <a:cubicBezTo>
                          <a:pt x="11009" y="10"/>
                          <a:pt x="17482" y="-389"/>
                          <a:pt x="16639" y="142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22" name="Forme libre : forme 21421">
                    <a:extLst>
                      <a:ext uri="{FF2B5EF4-FFF2-40B4-BE49-F238E27FC236}">
                        <a16:creationId xmlns:a16="http://schemas.microsoft.com/office/drawing/2014/main" id="{F139E630-A14D-4CB0-B6FA-1DFB4AF7A284}"/>
                      </a:ext>
                    </a:extLst>
                  </p:cNvPr>
                  <p:cNvSpPr/>
                  <p:nvPr/>
                </p:nvSpPr>
                <p:spPr>
                  <a:xfrm>
                    <a:off x="5847669" y="1282527"/>
                    <a:ext cx="4762" cy="1696"/>
                  </a:xfrm>
                  <a:custGeom>
                    <a:avLst/>
                    <a:gdLst>
                      <a:gd name="connsiteX0" fmla="*/ 4732 w 4762"/>
                      <a:gd name="connsiteY0" fmla="*/ 499 h 1696"/>
                      <a:gd name="connsiteX1" fmla="*/ 2693 w 4762"/>
                      <a:gd name="connsiteY1" fmla="*/ 1563 h 1696"/>
                      <a:gd name="connsiteX2" fmla="*/ 33 w 4762"/>
                      <a:gd name="connsiteY2" fmla="*/ 1297 h 1696"/>
                      <a:gd name="connsiteX3" fmla="*/ 1983 w 4762"/>
                      <a:gd name="connsiteY3" fmla="*/ 144 h 1696"/>
                      <a:gd name="connsiteX4" fmla="*/ 4732 w 4762"/>
                      <a:gd name="connsiteY4" fmla="*/ 499 h 1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62" h="1696">
                        <a:moveTo>
                          <a:pt x="4732" y="499"/>
                        </a:moveTo>
                        <a:cubicBezTo>
                          <a:pt x="4998" y="1120"/>
                          <a:pt x="3446" y="1386"/>
                          <a:pt x="2693" y="1563"/>
                        </a:cubicBezTo>
                        <a:cubicBezTo>
                          <a:pt x="1895" y="1696"/>
                          <a:pt x="299" y="1873"/>
                          <a:pt x="33" y="1297"/>
                        </a:cubicBezTo>
                        <a:cubicBezTo>
                          <a:pt x="-233" y="676"/>
                          <a:pt x="1185" y="277"/>
                          <a:pt x="1983" y="144"/>
                        </a:cubicBezTo>
                        <a:cubicBezTo>
                          <a:pt x="2826" y="-33"/>
                          <a:pt x="4466" y="-166"/>
                          <a:pt x="4732" y="4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23" name="Forme libre : forme 21422">
                    <a:extLst>
                      <a:ext uri="{FF2B5EF4-FFF2-40B4-BE49-F238E27FC236}">
                        <a16:creationId xmlns:a16="http://schemas.microsoft.com/office/drawing/2014/main" id="{3355CD8F-BB17-4F23-9048-70B7552AEA64}"/>
                      </a:ext>
                    </a:extLst>
                  </p:cNvPr>
                  <p:cNvSpPr/>
                  <p:nvPr/>
                </p:nvSpPr>
                <p:spPr>
                  <a:xfrm>
                    <a:off x="5830442" y="1270763"/>
                    <a:ext cx="43829" cy="14036"/>
                  </a:xfrm>
                  <a:custGeom>
                    <a:avLst/>
                    <a:gdLst>
                      <a:gd name="connsiteX0" fmla="*/ 33174 w 43829"/>
                      <a:gd name="connsiteY0" fmla="*/ 4549 h 14036"/>
                      <a:gd name="connsiteX1" fmla="*/ 43592 w 43829"/>
                      <a:gd name="connsiteY1" fmla="*/ 11421 h 14036"/>
                      <a:gd name="connsiteX2" fmla="*/ 40666 w 43829"/>
                      <a:gd name="connsiteY2" fmla="*/ 14036 h 14036"/>
                      <a:gd name="connsiteX3" fmla="*/ 35745 w 43829"/>
                      <a:gd name="connsiteY3" fmla="*/ 12485 h 14036"/>
                      <a:gd name="connsiteX4" fmla="*/ 20363 w 43829"/>
                      <a:gd name="connsiteY4" fmla="*/ 7697 h 14036"/>
                      <a:gd name="connsiteX5" fmla="*/ 8083 w 43829"/>
                      <a:gd name="connsiteY5" fmla="*/ 7475 h 14036"/>
                      <a:gd name="connsiteX6" fmla="*/ 192 w 43829"/>
                      <a:gd name="connsiteY6" fmla="*/ 5037 h 14036"/>
                      <a:gd name="connsiteX7" fmla="*/ 10344 w 43829"/>
                      <a:gd name="connsiteY7" fmla="*/ 559 h 14036"/>
                      <a:gd name="connsiteX8" fmla="*/ 22535 w 43829"/>
                      <a:gd name="connsiteY8" fmla="*/ 382 h 14036"/>
                      <a:gd name="connsiteX9" fmla="*/ 33174 w 43829"/>
                      <a:gd name="connsiteY9" fmla="*/ 4549 h 14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3829" h="14036">
                        <a:moveTo>
                          <a:pt x="33174" y="4549"/>
                        </a:moveTo>
                        <a:cubicBezTo>
                          <a:pt x="37873" y="6544"/>
                          <a:pt x="41154" y="8140"/>
                          <a:pt x="43592" y="11421"/>
                        </a:cubicBezTo>
                        <a:cubicBezTo>
                          <a:pt x="44479" y="12618"/>
                          <a:pt x="42750" y="13992"/>
                          <a:pt x="40666" y="14036"/>
                        </a:cubicBezTo>
                        <a:cubicBezTo>
                          <a:pt x="38538" y="14036"/>
                          <a:pt x="37208" y="13238"/>
                          <a:pt x="35745" y="12485"/>
                        </a:cubicBezTo>
                        <a:cubicBezTo>
                          <a:pt x="31224" y="10002"/>
                          <a:pt x="26214" y="8894"/>
                          <a:pt x="20363" y="7697"/>
                        </a:cubicBezTo>
                        <a:cubicBezTo>
                          <a:pt x="18589" y="7475"/>
                          <a:pt x="12959" y="7564"/>
                          <a:pt x="8083" y="7475"/>
                        </a:cubicBezTo>
                        <a:cubicBezTo>
                          <a:pt x="3251" y="7564"/>
                          <a:pt x="-961" y="7209"/>
                          <a:pt x="192" y="5037"/>
                        </a:cubicBezTo>
                        <a:cubicBezTo>
                          <a:pt x="1389" y="2953"/>
                          <a:pt x="5645" y="1180"/>
                          <a:pt x="10344" y="559"/>
                        </a:cubicBezTo>
                        <a:cubicBezTo>
                          <a:pt x="15043" y="-105"/>
                          <a:pt x="20008" y="-194"/>
                          <a:pt x="22535" y="382"/>
                        </a:cubicBezTo>
                        <a:cubicBezTo>
                          <a:pt x="27633" y="1313"/>
                          <a:pt x="29628" y="3042"/>
                          <a:pt x="33174" y="454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52" name="Graphique 2">
                  <a:extLst>
                    <a:ext uri="{FF2B5EF4-FFF2-40B4-BE49-F238E27FC236}">
                      <a16:creationId xmlns:a16="http://schemas.microsoft.com/office/drawing/2014/main" id="{53E84898-9A90-4C35-B3B2-3B3034948F13}"/>
                    </a:ext>
                  </a:extLst>
                </p:cNvPr>
                <p:cNvGrpSpPr/>
                <p:nvPr/>
              </p:nvGrpSpPr>
              <p:grpSpPr>
                <a:xfrm>
                  <a:off x="5878759" y="1273938"/>
                  <a:ext cx="79810" cy="67117"/>
                  <a:chOff x="5878759" y="1273938"/>
                  <a:chExt cx="79810" cy="67117"/>
                </a:xfrm>
                <a:solidFill>
                  <a:schemeClr val="accent1"/>
                </a:solidFill>
              </p:grpSpPr>
              <p:sp>
                <p:nvSpPr>
                  <p:cNvPr id="21400" name="Forme libre : forme 21399">
                    <a:extLst>
                      <a:ext uri="{FF2B5EF4-FFF2-40B4-BE49-F238E27FC236}">
                        <a16:creationId xmlns:a16="http://schemas.microsoft.com/office/drawing/2014/main" id="{F6069966-D5A7-4B86-B963-324248DE56EA}"/>
                      </a:ext>
                    </a:extLst>
                  </p:cNvPr>
                  <p:cNvSpPr/>
                  <p:nvPr/>
                </p:nvSpPr>
                <p:spPr>
                  <a:xfrm>
                    <a:off x="5878759" y="1273938"/>
                    <a:ext cx="79810" cy="67117"/>
                  </a:xfrm>
                  <a:custGeom>
                    <a:avLst/>
                    <a:gdLst>
                      <a:gd name="connsiteX0" fmla="*/ 41335 w 79810"/>
                      <a:gd name="connsiteY0" fmla="*/ 55060 h 67117"/>
                      <a:gd name="connsiteX1" fmla="*/ 30341 w 79810"/>
                      <a:gd name="connsiteY1" fmla="*/ 43844 h 67117"/>
                      <a:gd name="connsiteX2" fmla="*/ 20677 w 79810"/>
                      <a:gd name="connsiteY2" fmla="*/ 35067 h 67117"/>
                      <a:gd name="connsiteX3" fmla="*/ 10392 w 79810"/>
                      <a:gd name="connsiteY3" fmla="*/ 25757 h 67117"/>
                      <a:gd name="connsiteX4" fmla="*/ 1304 w 79810"/>
                      <a:gd name="connsiteY4" fmla="*/ 14497 h 67117"/>
                      <a:gd name="connsiteX5" fmla="*/ 3077 w 79810"/>
                      <a:gd name="connsiteY5" fmla="*/ 4611 h 67117"/>
                      <a:gd name="connsiteX6" fmla="*/ 19613 w 79810"/>
                      <a:gd name="connsiteY6" fmla="*/ 1 h 67117"/>
                      <a:gd name="connsiteX7" fmla="*/ 41335 w 79810"/>
                      <a:gd name="connsiteY7" fmla="*/ 6695 h 67117"/>
                      <a:gd name="connsiteX8" fmla="*/ 55299 w 79810"/>
                      <a:gd name="connsiteY8" fmla="*/ 18310 h 67117"/>
                      <a:gd name="connsiteX9" fmla="*/ 66072 w 79810"/>
                      <a:gd name="connsiteY9" fmla="*/ 30146 h 67117"/>
                      <a:gd name="connsiteX10" fmla="*/ 73874 w 79810"/>
                      <a:gd name="connsiteY10" fmla="*/ 42780 h 67117"/>
                      <a:gd name="connsiteX11" fmla="*/ 78218 w 79810"/>
                      <a:gd name="connsiteY11" fmla="*/ 54040 h 67117"/>
                      <a:gd name="connsiteX12" fmla="*/ 77908 w 79810"/>
                      <a:gd name="connsiteY12" fmla="*/ 63882 h 67117"/>
                      <a:gd name="connsiteX13" fmla="*/ 60176 w 79810"/>
                      <a:gd name="connsiteY13" fmla="*/ 66320 h 67117"/>
                      <a:gd name="connsiteX14" fmla="*/ 41335 w 79810"/>
                      <a:gd name="connsiteY14" fmla="*/ 55060 h 67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9810" h="67117">
                        <a:moveTo>
                          <a:pt x="41335" y="55060"/>
                        </a:moveTo>
                        <a:cubicBezTo>
                          <a:pt x="38320" y="52178"/>
                          <a:pt x="34153" y="47701"/>
                          <a:pt x="30341" y="43844"/>
                        </a:cubicBezTo>
                        <a:cubicBezTo>
                          <a:pt x="26573" y="39943"/>
                          <a:pt x="22716" y="36751"/>
                          <a:pt x="20677" y="35067"/>
                        </a:cubicBezTo>
                        <a:cubicBezTo>
                          <a:pt x="16731" y="31919"/>
                          <a:pt x="13451" y="29038"/>
                          <a:pt x="10392" y="25757"/>
                        </a:cubicBezTo>
                        <a:cubicBezTo>
                          <a:pt x="7333" y="22432"/>
                          <a:pt x="4540" y="18709"/>
                          <a:pt x="1304" y="14497"/>
                        </a:cubicBezTo>
                        <a:cubicBezTo>
                          <a:pt x="-912" y="11616"/>
                          <a:pt x="-292" y="6562"/>
                          <a:pt x="3077" y="4611"/>
                        </a:cubicBezTo>
                        <a:cubicBezTo>
                          <a:pt x="7909" y="1863"/>
                          <a:pt x="13229" y="45"/>
                          <a:pt x="19613" y="1"/>
                        </a:cubicBezTo>
                        <a:cubicBezTo>
                          <a:pt x="25908" y="-44"/>
                          <a:pt x="33400" y="1641"/>
                          <a:pt x="41335" y="6695"/>
                        </a:cubicBezTo>
                        <a:cubicBezTo>
                          <a:pt x="45502" y="9355"/>
                          <a:pt x="50777" y="13699"/>
                          <a:pt x="55299" y="18310"/>
                        </a:cubicBezTo>
                        <a:cubicBezTo>
                          <a:pt x="59865" y="22876"/>
                          <a:pt x="63722" y="27397"/>
                          <a:pt x="66072" y="30146"/>
                        </a:cubicBezTo>
                        <a:cubicBezTo>
                          <a:pt x="70549" y="35421"/>
                          <a:pt x="72544" y="39189"/>
                          <a:pt x="73874" y="42780"/>
                        </a:cubicBezTo>
                        <a:cubicBezTo>
                          <a:pt x="75204" y="46415"/>
                          <a:pt x="75869" y="50051"/>
                          <a:pt x="78218" y="54040"/>
                        </a:cubicBezTo>
                        <a:cubicBezTo>
                          <a:pt x="79726" y="56789"/>
                          <a:pt x="81011" y="61798"/>
                          <a:pt x="77908" y="63882"/>
                        </a:cubicBezTo>
                        <a:cubicBezTo>
                          <a:pt x="73386" y="66941"/>
                          <a:pt x="67002" y="68005"/>
                          <a:pt x="60176" y="66320"/>
                        </a:cubicBezTo>
                        <a:cubicBezTo>
                          <a:pt x="53393" y="64635"/>
                          <a:pt x="46921" y="60380"/>
                          <a:pt x="41335" y="5506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01" name="Forme libre : forme 21400">
                    <a:extLst>
                      <a:ext uri="{FF2B5EF4-FFF2-40B4-BE49-F238E27FC236}">
                        <a16:creationId xmlns:a16="http://schemas.microsoft.com/office/drawing/2014/main" id="{F05CA172-2C3C-42C9-A78A-56D0B1D83453}"/>
                      </a:ext>
                    </a:extLst>
                  </p:cNvPr>
                  <p:cNvSpPr/>
                  <p:nvPr/>
                </p:nvSpPr>
                <p:spPr>
                  <a:xfrm>
                    <a:off x="5878774" y="1284090"/>
                    <a:ext cx="77981" cy="56850"/>
                  </a:xfrm>
                  <a:custGeom>
                    <a:avLst/>
                    <a:gdLst>
                      <a:gd name="connsiteX0" fmla="*/ 31434 w 77981"/>
                      <a:gd name="connsiteY0" fmla="*/ 17333 h 56850"/>
                      <a:gd name="connsiteX1" fmla="*/ 3 w 77981"/>
                      <a:gd name="connsiteY1" fmla="*/ 0 h 56850"/>
                      <a:gd name="connsiteX2" fmla="*/ 1289 w 77981"/>
                      <a:gd name="connsiteY2" fmla="*/ 4300 h 56850"/>
                      <a:gd name="connsiteX3" fmla="*/ 4481 w 77981"/>
                      <a:gd name="connsiteY3" fmla="*/ 8467 h 56850"/>
                      <a:gd name="connsiteX4" fmla="*/ 13657 w 77981"/>
                      <a:gd name="connsiteY4" fmla="*/ 18841 h 56850"/>
                      <a:gd name="connsiteX5" fmla="*/ 20662 w 77981"/>
                      <a:gd name="connsiteY5" fmla="*/ 24870 h 56850"/>
                      <a:gd name="connsiteX6" fmla="*/ 23587 w 77981"/>
                      <a:gd name="connsiteY6" fmla="*/ 27352 h 56850"/>
                      <a:gd name="connsiteX7" fmla="*/ 31390 w 77981"/>
                      <a:gd name="connsiteY7" fmla="*/ 34667 h 56850"/>
                      <a:gd name="connsiteX8" fmla="*/ 39547 w 77981"/>
                      <a:gd name="connsiteY8" fmla="*/ 43090 h 56850"/>
                      <a:gd name="connsiteX9" fmla="*/ 41320 w 77981"/>
                      <a:gd name="connsiteY9" fmla="*/ 44863 h 56850"/>
                      <a:gd name="connsiteX10" fmla="*/ 54353 w 77981"/>
                      <a:gd name="connsiteY10" fmla="*/ 54039 h 56850"/>
                      <a:gd name="connsiteX11" fmla="*/ 73016 w 77981"/>
                      <a:gd name="connsiteY11" fmla="*/ 56034 h 56850"/>
                      <a:gd name="connsiteX12" fmla="*/ 77848 w 77981"/>
                      <a:gd name="connsiteY12" fmla="*/ 53685 h 56850"/>
                      <a:gd name="connsiteX13" fmla="*/ 77981 w 77981"/>
                      <a:gd name="connsiteY13" fmla="*/ 53552 h 56850"/>
                      <a:gd name="connsiteX14" fmla="*/ 63086 w 77981"/>
                      <a:gd name="connsiteY14" fmla="*/ 47168 h 56850"/>
                      <a:gd name="connsiteX15" fmla="*/ 51738 w 77981"/>
                      <a:gd name="connsiteY15" fmla="*/ 36795 h 56850"/>
                      <a:gd name="connsiteX16" fmla="*/ 31434 w 77981"/>
                      <a:gd name="connsiteY16" fmla="*/ 17333 h 56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7981" h="56850">
                        <a:moveTo>
                          <a:pt x="31434" y="17333"/>
                        </a:moveTo>
                        <a:cubicBezTo>
                          <a:pt x="21681" y="9974"/>
                          <a:pt x="9623" y="6295"/>
                          <a:pt x="3" y="0"/>
                        </a:cubicBezTo>
                        <a:cubicBezTo>
                          <a:pt x="-41" y="1552"/>
                          <a:pt x="358" y="3103"/>
                          <a:pt x="1289" y="4300"/>
                        </a:cubicBezTo>
                        <a:cubicBezTo>
                          <a:pt x="2397" y="5763"/>
                          <a:pt x="3506" y="7137"/>
                          <a:pt x="4481" y="8467"/>
                        </a:cubicBezTo>
                        <a:cubicBezTo>
                          <a:pt x="7495" y="12324"/>
                          <a:pt x="10377" y="15737"/>
                          <a:pt x="13657" y="18841"/>
                        </a:cubicBezTo>
                        <a:cubicBezTo>
                          <a:pt x="15785" y="20835"/>
                          <a:pt x="18090" y="22786"/>
                          <a:pt x="20662" y="24870"/>
                        </a:cubicBezTo>
                        <a:cubicBezTo>
                          <a:pt x="21415" y="25446"/>
                          <a:pt x="22390" y="26333"/>
                          <a:pt x="23587" y="27352"/>
                        </a:cubicBezTo>
                        <a:cubicBezTo>
                          <a:pt x="25893" y="29214"/>
                          <a:pt x="28597" y="31918"/>
                          <a:pt x="31390" y="34667"/>
                        </a:cubicBezTo>
                        <a:cubicBezTo>
                          <a:pt x="34360" y="37770"/>
                          <a:pt x="37286" y="40740"/>
                          <a:pt x="39547" y="43090"/>
                        </a:cubicBezTo>
                        <a:cubicBezTo>
                          <a:pt x="40167" y="43710"/>
                          <a:pt x="40788" y="44331"/>
                          <a:pt x="41320" y="44863"/>
                        </a:cubicBezTo>
                        <a:cubicBezTo>
                          <a:pt x="45354" y="48720"/>
                          <a:pt x="49698" y="51867"/>
                          <a:pt x="54353" y="54039"/>
                        </a:cubicBezTo>
                        <a:cubicBezTo>
                          <a:pt x="60781" y="57010"/>
                          <a:pt x="67652" y="57542"/>
                          <a:pt x="73016" y="56034"/>
                        </a:cubicBezTo>
                        <a:cubicBezTo>
                          <a:pt x="74790" y="55414"/>
                          <a:pt x="76430" y="54616"/>
                          <a:pt x="77848" y="53685"/>
                        </a:cubicBezTo>
                        <a:lnTo>
                          <a:pt x="77981" y="53552"/>
                        </a:lnTo>
                        <a:cubicBezTo>
                          <a:pt x="72484" y="52887"/>
                          <a:pt x="67342" y="50271"/>
                          <a:pt x="63086" y="47168"/>
                        </a:cubicBezTo>
                        <a:cubicBezTo>
                          <a:pt x="58786" y="44021"/>
                          <a:pt x="55151" y="40385"/>
                          <a:pt x="51738" y="36795"/>
                        </a:cubicBezTo>
                        <a:cubicBezTo>
                          <a:pt x="45044" y="29569"/>
                          <a:pt x="38749" y="22387"/>
                          <a:pt x="31434" y="1733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02" name="Forme libre : forme 21401">
                    <a:extLst>
                      <a:ext uri="{FF2B5EF4-FFF2-40B4-BE49-F238E27FC236}">
                        <a16:creationId xmlns:a16="http://schemas.microsoft.com/office/drawing/2014/main" id="{F418ABD4-3E75-4BBD-97AA-E580BA693941}"/>
                      </a:ext>
                    </a:extLst>
                  </p:cNvPr>
                  <p:cNvSpPr/>
                  <p:nvPr/>
                </p:nvSpPr>
                <p:spPr>
                  <a:xfrm>
                    <a:off x="5909435" y="1294253"/>
                    <a:ext cx="32758" cy="33198"/>
                  </a:xfrm>
                  <a:custGeom>
                    <a:avLst/>
                    <a:gdLst>
                      <a:gd name="connsiteX0" fmla="*/ 32381 w 32758"/>
                      <a:gd name="connsiteY0" fmla="*/ 32395 h 33198"/>
                      <a:gd name="connsiteX1" fmla="*/ 22141 w 32758"/>
                      <a:gd name="connsiteY1" fmla="*/ 29248 h 33198"/>
                      <a:gd name="connsiteX2" fmla="*/ 11678 w 32758"/>
                      <a:gd name="connsiteY2" fmla="*/ 19761 h 33198"/>
                      <a:gd name="connsiteX3" fmla="*/ 3743 w 32758"/>
                      <a:gd name="connsiteY3" fmla="*/ 10230 h 33198"/>
                      <a:gd name="connsiteX4" fmla="*/ 418 w 32758"/>
                      <a:gd name="connsiteY4" fmla="*/ 1098 h 33198"/>
                      <a:gd name="connsiteX5" fmla="*/ 10127 w 32758"/>
                      <a:gd name="connsiteY5" fmla="*/ 2915 h 33198"/>
                      <a:gd name="connsiteX6" fmla="*/ 20013 w 32758"/>
                      <a:gd name="connsiteY6" fmla="*/ 11781 h 33198"/>
                      <a:gd name="connsiteX7" fmla="*/ 28480 w 32758"/>
                      <a:gd name="connsiteY7" fmla="*/ 22554 h 33198"/>
                      <a:gd name="connsiteX8" fmla="*/ 32381 w 32758"/>
                      <a:gd name="connsiteY8" fmla="*/ 32395 h 33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758" h="33198">
                        <a:moveTo>
                          <a:pt x="32381" y="32395"/>
                        </a:moveTo>
                        <a:cubicBezTo>
                          <a:pt x="31007" y="34346"/>
                          <a:pt x="26441" y="32528"/>
                          <a:pt x="22141" y="29248"/>
                        </a:cubicBezTo>
                        <a:cubicBezTo>
                          <a:pt x="17796" y="26012"/>
                          <a:pt x="13718" y="21844"/>
                          <a:pt x="11678" y="19761"/>
                        </a:cubicBezTo>
                        <a:cubicBezTo>
                          <a:pt x="9684" y="17677"/>
                          <a:pt x="6403" y="13732"/>
                          <a:pt x="3743" y="10230"/>
                        </a:cubicBezTo>
                        <a:cubicBezTo>
                          <a:pt x="1128" y="6683"/>
                          <a:pt x="-912" y="3225"/>
                          <a:pt x="418" y="1098"/>
                        </a:cubicBezTo>
                        <a:cubicBezTo>
                          <a:pt x="1793" y="-1075"/>
                          <a:pt x="5960" y="211"/>
                          <a:pt x="10127" y="2915"/>
                        </a:cubicBezTo>
                        <a:cubicBezTo>
                          <a:pt x="14338" y="5575"/>
                          <a:pt x="18151" y="9653"/>
                          <a:pt x="20013" y="11781"/>
                        </a:cubicBezTo>
                        <a:cubicBezTo>
                          <a:pt x="21919" y="13909"/>
                          <a:pt x="25598" y="18431"/>
                          <a:pt x="28480" y="22554"/>
                        </a:cubicBezTo>
                        <a:cubicBezTo>
                          <a:pt x="31317" y="26765"/>
                          <a:pt x="33711" y="30489"/>
                          <a:pt x="32381" y="3239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03" name="Forme libre : forme 21402">
                    <a:extLst>
                      <a:ext uri="{FF2B5EF4-FFF2-40B4-BE49-F238E27FC236}">
                        <a16:creationId xmlns:a16="http://schemas.microsoft.com/office/drawing/2014/main" id="{627E8935-008C-48CA-8452-4C4403D0608A}"/>
                      </a:ext>
                    </a:extLst>
                  </p:cNvPr>
                  <p:cNvSpPr/>
                  <p:nvPr/>
                </p:nvSpPr>
                <p:spPr>
                  <a:xfrm>
                    <a:off x="5909504" y="1294053"/>
                    <a:ext cx="18835" cy="26654"/>
                  </a:xfrm>
                  <a:custGeom>
                    <a:avLst/>
                    <a:gdLst>
                      <a:gd name="connsiteX0" fmla="*/ 10723 w 18835"/>
                      <a:gd name="connsiteY0" fmla="*/ 3780 h 26654"/>
                      <a:gd name="connsiteX1" fmla="*/ 172 w 18835"/>
                      <a:gd name="connsiteY1" fmla="*/ 1209 h 26654"/>
                      <a:gd name="connsiteX2" fmla="*/ 3675 w 18835"/>
                      <a:gd name="connsiteY2" fmla="*/ 10430 h 26654"/>
                      <a:gd name="connsiteX3" fmla="*/ 11787 w 18835"/>
                      <a:gd name="connsiteY3" fmla="*/ 20182 h 26654"/>
                      <a:gd name="connsiteX4" fmla="*/ 18836 w 18835"/>
                      <a:gd name="connsiteY4" fmla="*/ 26655 h 26654"/>
                      <a:gd name="connsiteX5" fmla="*/ 15600 w 18835"/>
                      <a:gd name="connsiteY5" fmla="*/ 22665 h 26654"/>
                      <a:gd name="connsiteX6" fmla="*/ 10723 w 18835"/>
                      <a:gd name="connsiteY6" fmla="*/ 3780 h 2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835" h="26654">
                        <a:moveTo>
                          <a:pt x="10723" y="3780"/>
                        </a:moveTo>
                        <a:cubicBezTo>
                          <a:pt x="8063" y="2317"/>
                          <a:pt x="1103" y="-2116"/>
                          <a:pt x="172" y="1209"/>
                        </a:cubicBezTo>
                        <a:cubicBezTo>
                          <a:pt x="-581" y="3780"/>
                          <a:pt x="1236" y="7060"/>
                          <a:pt x="3675" y="10430"/>
                        </a:cubicBezTo>
                        <a:cubicBezTo>
                          <a:pt x="6157" y="13754"/>
                          <a:pt x="9260" y="17522"/>
                          <a:pt x="11787" y="20182"/>
                        </a:cubicBezTo>
                        <a:cubicBezTo>
                          <a:pt x="13206" y="21734"/>
                          <a:pt x="16797" y="25103"/>
                          <a:pt x="18836" y="26655"/>
                        </a:cubicBezTo>
                        <a:cubicBezTo>
                          <a:pt x="17905" y="25591"/>
                          <a:pt x="16265" y="23817"/>
                          <a:pt x="15600" y="22665"/>
                        </a:cubicBezTo>
                        <a:cubicBezTo>
                          <a:pt x="11787" y="15971"/>
                          <a:pt x="7487" y="8257"/>
                          <a:pt x="10723" y="378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04" name="Forme libre : forme 21403">
                    <a:extLst>
                      <a:ext uri="{FF2B5EF4-FFF2-40B4-BE49-F238E27FC236}">
                        <a16:creationId xmlns:a16="http://schemas.microsoft.com/office/drawing/2014/main" id="{263F2311-B856-4C84-A1A3-DFEBBBE9E965}"/>
                      </a:ext>
                    </a:extLst>
                  </p:cNvPr>
                  <p:cNvSpPr/>
                  <p:nvPr/>
                </p:nvSpPr>
                <p:spPr>
                  <a:xfrm>
                    <a:off x="5910443" y="1296723"/>
                    <a:ext cx="33208" cy="32954"/>
                  </a:xfrm>
                  <a:custGeom>
                    <a:avLst/>
                    <a:gdLst>
                      <a:gd name="connsiteX0" fmla="*/ 32615 w 33208"/>
                      <a:gd name="connsiteY0" fmla="*/ 32363 h 32954"/>
                      <a:gd name="connsiteX1" fmla="*/ 21621 w 33208"/>
                      <a:gd name="connsiteY1" fmla="*/ 29083 h 32954"/>
                      <a:gd name="connsiteX2" fmla="*/ 11070 w 33208"/>
                      <a:gd name="connsiteY2" fmla="*/ 19817 h 32954"/>
                      <a:gd name="connsiteX3" fmla="*/ 3268 w 33208"/>
                      <a:gd name="connsiteY3" fmla="*/ 10242 h 32954"/>
                      <a:gd name="connsiteX4" fmla="*/ 475 w 33208"/>
                      <a:gd name="connsiteY4" fmla="*/ 1110 h 32954"/>
                      <a:gd name="connsiteX5" fmla="*/ 9962 w 33208"/>
                      <a:gd name="connsiteY5" fmla="*/ 3105 h 32954"/>
                      <a:gd name="connsiteX6" fmla="*/ 19581 w 33208"/>
                      <a:gd name="connsiteY6" fmla="*/ 11926 h 32954"/>
                      <a:gd name="connsiteX7" fmla="*/ 28536 w 33208"/>
                      <a:gd name="connsiteY7" fmla="*/ 22876 h 32954"/>
                      <a:gd name="connsiteX8" fmla="*/ 32615 w 33208"/>
                      <a:gd name="connsiteY8" fmla="*/ 32363 h 32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208" h="32954">
                        <a:moveTo>
                          <a:pt x="32615" y="32363"/>
                        </a:moveTo>
                        <a:cubicBezTo>
                          <a:pt x="30664" y="33959"/>
                          <a:pt x="25965" y="32141"/>
                          <a:pt x="21621" y="29083"/>
                        </a:cubicBezTo>
                        <a:cubicBezTo>
                          <a:pt x="17320" y="26024"/>
                          <a:pt x="13286" y="21990"/>
                          <a:pt x="11070" y="19817"/>
                        </a:cubicBezTo>
                        <a:cubicBezTo>
                          <a:pt x="8853" y="17556"/>
                          <a:pt x="5661" y="13788"/>
                          <a:pt x="3268" y="10242"/>
                        </a:cubicBezTo>
                        <a:cubicBezTo>
                          <a:pt x="918" y="6695"/>
                          <a:pt x="-900" y="3371"/>
                          <a:pt x="475" y="1110"/>
                        </a:cubicBezTo>
                        <a:cubicBezTo>
                          <a:pt x="1760" y="-1107"/>
                          <a:pt x="5972" y="223"/>
                          <a:pt x="9962" y="3105"/>
                        </a:cubicBezTo>
                        <a:cubicBezTo>
                          <a:pt x="13996" y="5942"/>
                          <a:pt x="17852" y="10020"/>
                          <a:pt x="19581" y="11926"/>
                        </a:cubicBezTo>
                        <a:cubicBezTo>
                          <a:pt x="21355" y="13877"/>
                          <a:pt x="25344" y="18620"/>
                          <a:pt x="28536" y="22876"/>
                        </a:cubicBezTo>
                        <a:cubicBezTo>
                          <a:pt x="31639" y="27176"/>
                          <a:pt x="34477" y="30811"/>
                          <a:pt x="32615" y="3236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05" name="Forme libre : forme 21404">
                    <a:extLst>
                      <a:ext uri="{FF2B5EF4-FFF2-40B4-BE49-F238E27FC236}">
                        <a16:creationId xmlns:a16="http://schemas.microsoft.com/office/drawing/2014/main" id="{E0A457BC-A8CD-4F74-8915-4BAFF7C5E0BD}"/>
                      </a:ext>
                    </a:extLst>
                  </p:cNvPr>
                  <p:cNvSpPr/>
                  <p:nvPr/>
                </p:nvSpPr>
                <p:spPr>
                  <a:xfrm>
                    <a:off x="5891096" y="1280944"/>
                    <a:ext cx="39105" cy="44212"/>
                  </a:xfrm>
                  <a:custGeom>
                    <a:avLst/>
                    <a:gdLst>
                      <a:gd name="connsiteX0" fmla="*/ 50 w 39105"/>
                      <a:gd name="connsiteY0" fmla="*/ 6116 h 44212"/>
                      <a:gd name="connsiteX1" fmla="*/ 3419 w 39105"/>
                      <a:gd name="connsiteY1" fmla="*/ 13165 h 44212"/>
                      <a:gd name="connsiteX2" fmla="*/ 8694 w 39105"/>
                      <a:gd name="connsiteY2" fmla="*/ 20701 h 44212"/>
                      <a:gd name="connsiteX3" fmla="*/ 14191 w 39105"/>
                      <a:gd name="connsiteY3" fmla="*/ 28193 h 44212"/>
                      <a:gd name="connsiteX4" fmla="*/ 28909 w 39105"/>
                      <a:gd name="connsiteY4" fmla="*/ 41360 h 44212"/>
                      <a:gd name="connsiteX5" fmla="*/ 38972 w 39105"/>
                      <a:gd name="connsiteY5" fmla="*/ 42689 h 44212"/>
                      <a:gd name="connsiteX6" fmla="*/ 36091 w 39105"/>
                      <a:gd name="connsiteY6" fmla="*/ 35685 h 44212"/>
                      <a:gd name="connsiteX7" fmla="*/ 27491 w 39105"/>
                      <a:gd name="connsiteY7" fmla="*/ 17509 h 44212"/>
                      <a:gd name="connsiteX8" fmla="*/ 23146 w 39105"/>
                      <a:gd name="connsiteY8" fmla="*/ 8422 h 44212"/>
                      <a:gd name="connsiteX9" fmla="*/ 13571 w 39105"/>
                      <a:gd name="connsiteY9" fmla="*/ 974 h 44212"/>
                      <a:gd name="connsiteX10" fmla="*/ 50 w 39105"/>
                      <a:gd name="connsiteY10" fmla="*/ 6116 h 44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9105" h="44212">
                        <a:moveTo>
                          <a:pt x="50" y="6116"/>
                        </a:moveTo>
                        <a:cubicBezTo>
                          <a:pt x="360" y="9264"/>
                          <a:pt x="1202" y="10372"/>
                          <a:pt x="3419" y="13165"/>
                        </a:cubicBezTo>
                        <a:cubicBezTo>
                          <a:pt x="5502" y="15825"/>
                          <a:pt x="7098" y="18263"/>
                          <a:pt x="8694" y="20701"/>
                        </a:cubicBezTo>
                        <a:cubicBezTo>
                          <a:pt x="10334" y="23140"/>
                          <a:pt x="11753" y="25312"/>
                          <a:pt x="14191" y="28193"/>
                        </a:cubicBezTo>
                        <a:cubicBezTo>
                          <a:pt x="18137" y="32759"/>
                          <a:pt x="23457" y="37902"/>
                          <a:pt x="28909" y="41360"/>
                        </a:cubicBezTo>
                        <a:cubicBezTo>
                          <a:pt x="32943" y="43931"/>
                          <a:pt x="37775" y="45571"/>
                          <a:pt x="38972" y="42689"/>
                        </a:cubicBezTo>
                        <a:cubicBezTo>
                          <a:pt x="39682" y="40916"/>
                          <a:pt x="37376" y="38256"/>
                          <a:pt x="36091" y="35685"/>
                        </a:cubicBezTo>
                        <a:cubicBezTo>
                          <a:pt x="33076" y="29612"/>
                          <a:pt x="30150" y="24115"/>
                          <a:pt x="27491" y="17509"/>
                        </a:cubicBezTo>
                        <a:cubicBezTo>
                          <a:pt x="26382" y="14628"/>
                          <a:pt x="25185" y="11525"/>
                          <a:pt x="23146" y="8422"/>
                        </a:cubicBezTo>
                        <a:cubicBezTo>
                          <a:pt x="21018" y="5363"/>
                          <a:pt x="17915" y="2481"/>
                          <a:pt x="13571" y="974"/>
                        </a:cubicBezTo>
                        <a:cubicBezTo>
                          <a:pt x="5458" y="-1819"/>
                          <a:pt x="-615" y="1861"/>
                          <a:pt x="50" y="611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06" name="Forme libre : forme 21405">
                    <a:extLst>
                      <a:ext uri="{FF2B5EF4-FFF2-40B4-BE49-F238E27FC236}">
                        <a16:creationId xmlns:a16="http://schemas.microsoft.com/office/drawing/2014/main" id="{74547960-EB1F-4D15-B855-7F523D59E4B2}"/>
                      </a:ext>
                    </a:extLst>
                  </p:cNvPr>
                  <p:cNvSpPr/>
                  <p:nvPr/>
                </p:nvSpPr>
                <p:spPr>
                  <a:xfrm>
                    <a:off x="5903194" y="1285770"/>
                    <a:ext cx="18451" cy="9480"/>
                  </a:xfrm>
                  <a:custGeom>
                    <a:avLst/>
                    <a:gdLst>
                      <a:gd name="connsiteX0" fmla="*/ 2404 w 18451"/>
                      <a:gd name="connsiteY0" fmla="*/ 49 h 9480"/>
                      <a:gd name="connsiteX1" fmla="*/ 188 w 18451"/>
                      <a:gd name="connsiteY1" fmla="*/ 315 h 9480"/>
                      <a:gd name="connsiteX2" fmla="*/ 986 w 18451"/>
                      <a:gd name="connsiteY2" fmla="*/ 1956 h 9480"/>
                      <a:gd name="connsiteX3" fmla="*/ 4089 w 18451"/>
                      <a:gd name="connsiteY3" fmla="*/ 3640 h 9480"/>
                      <a:gd name="connsiteX4" fmla="*/ 11803 w 18451"/>
                      <a:gd name="connsiteY4" fmla="*/ 7719 h 9480"/>
                      <a:gd name="connsiteX5" fmla="*/ 14640 w 18451"/>
                      <a:gd name="connsiteY5" fmla="*/ 9093 h 9480"/>
                      <a:gd name="connsiteX6" fmla="*/ 15659 w 18451"/>
                      <a:gd name="connsiteY6" fmla="*/ 4837 h 9480"/>
                      <a:gd name="connsiteX7" fmla="*/ 2404 w 18451"/>
                      <a:gd name="connsiteY7" fmla="*/ 49 h 9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451" h="9480">
                        <a:moveTo>
                          <a:pt x="2404" y="49"/>
                        </a:moveTo>
                        <a:cubicBezTo>
                          <a:pt x="1429" y="-39"/>
                          <a:pt x="720" y="-39"/>
                          <a:pt x="188" y="315"/>
                        </a:cubicBezTo>
                        <a:cubicBezTo>
                          <a:pt x="-300" y="714"/>
                          <a:pt x="232" y="1379"/>
                          <a:pt x="986" y="1956"/>
                        </a:cubicBezTo>
                        <a:cubicBezTo>
                          <a:pt x="1784" y="2532"/>
                          <a:pt x="3069" y="3197"/>
                          <a:pt x="4089" y="3640"/>
                        </a:cubicBezTo>
                        <a:cubicBezTo>
                          <a:pt x="6660" y="4881"/>
                          <a:pt x="9453" y="6344"/>
                          <a:pt x="11803" y="7719"/>
                        </a:cubicBezTo>
                        <a:cubicBezTo>
                          <a:pt x="12778" y="8250"/>
                          <a:pt x="13709" y="8827"/>
                          <a:pt x="14640" y="9093"/>
                        </a:cubicBezTo>
                        <a:cubicBezTo>
                          <a:pt x="18452" y="10378"/>
                          <a:pt x="20403" y="8339"/>
                          <a:pt x="15659" y="4837"/>
                        </a:cubicBezTo>
                        <a:cubicBezTo>
                          <a:pt x="12157" y="2089"/>
                          <a:pt x="6350" y="315"/>
                          <a:pt x="2404" y="4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07" name="Forme libre : forme 21406">
                    <a:extLst>
                      <a:ext uri="{FF2B5EF4-FFF2-40B4-BE49-F238E27FC236}">
                        <a16:creationId xmlns:a16="http://schemas.microsoft.com/office/drawing/2014/main" id="{3069F711-58F7-4466-9E8B-30E645A163B1}"/>
                      </a:ext>
                    </a:extLst>
                  </p:cNvPr>
                  <p:cNvSpPr/>
                  <p:nvPr/>
                </p:nvSpPr>
                <p:spPr>
                  <a:xfrm>
                    <a:off x="5921513" y="1329352"/>
                    <a:ext cx="33957" cy="9811"/>
                  </a:xfrm>
                  <a:custGeom>
                    <a:avLst/>
                    <a:gdLst>
                      <a:gd name="connsiteX0" fmla="*/ 33957 w 33957"/>
                      <a:gd name="connsiteY0" fmla="*/ 6916 h 9811"/>
                      <a:gd name="connsiteX1" fmla="*/ 17511 w 33957"/>
                      <a:gd name="connsiteY1" fmla="*/ 8689 h 9811"/>
                      <a:gd name="connsiteX2" fmla="*/ 0 w 33957"/>
                      <a:gd name="connsiteY2" fmla="*/ 0 h 9811"/>
                      <a:gd name="connsiteX3" fmla="*/ 16934 w 33957"/>
                      <a:gd name="connsiteY3" fmla="*/ 7492 h 9811"/>
                      <a:gd name="connsiteX4" fmla="*/ 33957 w 33957"/>
                      <a:gd name="connsiteY4" fmla="*/ 6916 h 9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957" h="9811">
                        <a:moveTo>
                          <a:pt x="33957" y="6916"/>
                        </a:moveTo>
                        <a:cubicBezTo>
                          <a:pt x="31298" y="9974"/>
                          <a:pt x="24515" y="10684"/>
                          <a:pt x="17511" y="8689"/>
                        </a:cubicBezTo>
                        <a:cubicBezTo>
                          <a:pt x="10551" y="6694"/>
                          <a:pt x="4256" y="2704"/>
                          <a:pt x="0" y="0"/>
                        </a:cubicBezTo>
                        <a:cubicBezTo>
                          <a:pt x="4655" y="3014"/>
                          <a:pt x="10684" y="5985"/>
                          <a:pt x="16934" y="7492"/>
                        </a:cubicBezTo>
                        <a:cubicBezTo>
                          <a:pt x="23185" y="9044"/>
                          <a:pt x="29613" y="8778"/>
                          <a:pt x="33957" y="69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08" name="Forme libre : forme 21407">
                    <a:extLst>
                      <a:ext uri="{FF2B5EF4-FFF2-40B4-BE49-F238E27FC236}">
                        <a16:creationId xmlns:a16="http://schemas.microsoft.com/office/drawing/2014/main" id="{7C8CF4B1-A712-4A01-97C9-3087CFB69785}"/>
                      </a:ext>
                    </a:extLst>
                  </p:cNvPr>
                  <p:cNvSpPr/>
                  <p:nvPr/>
                </p:nvSpPr>
                <p:spPr>
                  <a:xfrm>
                    <a:off x="5882369" y="1275841"/>
                    <a:ext cx="38302" cy="6520"/>
                  </a:xfrm>
                  <a:custGeom>
                    <a:avLst/>
                    <a:gdLst>
                      <a:gd name="connsiteX0" fmla="*/ 38302 w 38302"/>
                      <a:gd name="connsiteY0" fmla="*/ 6520 h 6520"/>
                      <a:gd name="connsiteX1" fmla="*/ 17200 w 38302"/>
                      <a:gd name="connsiteY1" fmla="*/ 3 h 6520"/>
                      <a:gd name="connsiteX2" fmla="*/ 0 w 38302"/>
                      <a:gd name="connsiteY2" fmla="*/ 3683 h 6520"/>
                      <a:gd name="connsiteX3" fmla="*/ 17466 w 38302"/>
                      <a:gd name="connsiteY3" fmla="*/ 669 h 6520"/>
                      <a:gd name="connsiteX4" fmla="*/ 38302 w 38302"/>
                      <a:gd name="connsiteY4" fmla="*/ 6520 h 6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302" h="6520">
                        <a:moveTo>
                          <a:pt x="38302" y="6520"/>
                        </a:moveTo>
                        <a:cubicBezTo>
                          <a:pt x="31431" y="1954"/>
                          <a:pt x="23850" y="92"/>
                          <a:pt x="17200" y="3"/>
                        </a:cubicBezTo>
                        <a:cubicBezTo>
                          <a:pt x="10506" y="-85"/>
                          <a:pt x="4699" y="1555"/>
                          <a:pt x="0" y="3683"/>
                        </a:cubicBezTo>
                        <a:cubicBezTo>
                          <a:pt x="4256" y="1511"/>
                          <a:pt x="10506" y="225"/>
                          <a:pt x="17466" y="669"/>
                        </a:cubicBezTo>
                        <a:cubicBezTo>
                          <a:pt x="24471" y="1023"/>
                          <a:pt x="32051" y="3240"/>
                          <a:pt x="38302" y="65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09" name="Forme libre : forme 21408">
                    <a:extLst>
                      <a:ext uri="{FF2B5EF4-FFF2-40B4-BE49-F238E27FC236}">
                        <a16:creationId xmlns:a16="http://schemas.microsoft.com/office/drawing/2014/main" id="{3A61ED13-0BF4-4FEE-B46D-5EB6BDB765AE}"/>
                      </a:ext>
                    </a:extLst>
                  </p:cNvPr>
                  <p:cNvSpPr/>
                  <p:nvPr/>
                </p:nvSpPr>
                <p:spPr>
                  <a:xfrm>
                    <a:off x="5924970" y="1305182"/>
                    <a:ext cx="10867" cy="13418"/>
                  </a:xfrm>
                  <a:custGeom>
                    <a:avLst/>
                    <a:gdLst>
                      <a:gd name="connsiteX0" fmla="*/ 10329 w 10867"/>
                      <a:gd name="connsiteY0" fmla="*/ 13398 h 13418"/>
                      <a:gd name="connsiteX1" fmla="*/ 3148 w 10867"/>
                      <a:gd name="connsiteY1" fmla="*/ 6748 h 13418"/>
                      <a:gd name="connsiteX2" fmla="*/ 665 w 10867"/>
                      <a:gd name="connsiteY2" fmla="*/ 10 h 13418"/>
                      <a:gd name="connsiteX3" fmla="*/ 7403 w 10867"/>
                      <a:gd name="connsiteY3" fmla="*/ 6394 h 13418"/>
                      <a:gd name="connsiteX4" fmla="*/ 10329 w 10867"/>
                      <a:gd name="connsiteY4" fmla="*/ 13398 h 13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67" h="13418">
                        <a:moveTo>
                          <a:pt x="10329" y="13398"/>
                        </a:moveTo>
                        <a:cubicBezTo>
                          <a:pt x="8379" y="13797"/>
                          <a:pt x="4389" y="8389"/>
                          <a:pt x="3148" y="6748"/>
                        </a:cubicBezTo>
                        <a:cubicBezTo>
                          <a:pt x="1951" y="5064"/>
                          <a:pt x="-1418" y="320"/>
                          <a:pt x="665" y="10"/>
                        </a:cubicBezTo>
                        <a:cubicBezTo>
                          <a:pt x="2793" y="-256"/>
                          <a:pt x="6340" y="4842"/>
                          <a:pt x="7403" y="6394"/>
                        </a:cubicBezTo>
                        <a:cubicBezTo>
                          <a:pt x="8556" y="7990"/>
                          <a:pt x="12236" y="13088"/>
                          <a:pt x="10329" y="1339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10" name="Forme libre : forme 21409">
                    <a:extLst>
                      <a:ext uri="{FF2B5EF4-FFF2-40B4-BE49-F238E27FC236}">
                        <a16:creationId xmlns:a16="http://schemas.microsoft.com/office/drawing/2014/main" id="{1AF57685-02E5-45F3-BF7A-26A569E6D22A}"/>
                      </a:ext>
                    </a:extLst>
                  </p:cNvPr>
                  <p:cNvSpPr/>
                  <p:nvPr/>
                </p:nvSpPr>
                <p:spPr>
                  <a:xfrm>
                    <a:off x="5934074" y="1316604"/>
                    <a:ext cx="3380" cy="3698"/>
                  </a:xfrm>
                  <a:custGeom>
                    <a:avLst/>
                    <a:gdLst>
                      <a:gd name="connsiteX0" fmla="*/ 3309 w 3380"/>
                      <a:gd name="connsiteY0" fmla="*/ 3528 h 3698"/>
                      <a:gd name="connsiteX1" fmla="*/ 1270 w 3380"/>
                      <a:gd name="connsiteY1" fmla="*/ 2508 h 3698"/>
                      <a:gd name="connsiteX2" fmla="*/ 73 w 3380"/>
                      <a:gd name="connsiteY2" fmla="*/ 158 h 3698"/>
                      <a:gd name="connsiteX3" fmla="*/ 2068 w 3380"/>
                      <a:gd name="connsiteY3" fmla="*/ 1134 h 3698"/>
                      <a:gd name="connsiteX4" fmla="*/ 3309 w 3380"/>
                      <a:gd name="connsiteY4" fmla="*/ 3528 h 3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0" h="3698">
                        <a:moveTo>
                          <a:pt x="3309" y="3528"/>
                        </a:moveTo>
                        <a:cubicBezTo>
                          <a:pt x="2955" y="4104"/>
                          <a:pt x="1802" y="3084"/>
                          <a:pt x="1270" y="2508"/>
                        </a:cubicBezTo>
                        <a:cubicBezTo>
                          <a:pt x="738" y="1932"/>
                          <a:pt x="-281" y="690"/>
                          <a:pt x="73" y="158"/>
                        </a:cubicBezTo>
                        <a:cubicBezTo>
                          <a:pt x="428" y="-374"/>
                          <a:pt x="1536" y="557"/>
                          <a:pt x="2068" y="1134"/>
                        </a:cubicBezTo>
                        <a:cubicBezTo>
                          <a:pt x="2600" y="1710"/>
                          <a:pt x="3664" y="2951"/>
                          <a:pt x="3309" y="35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411" name="Forme libre : forme 21410">
                    <a:extLst>
                      <a:ext uri="{FF2B5EF4-FFF2-40B4-BE49-F238E27FC236}">
                        <a16:creationId xmlns:a16="http://schemas.microsoft.com/office/drawing/2014/main" id="{F8BB118D-3B93-4EF6-A398-819C42F26135}"/>
                      </a:ext>
                    </a:extLst>
                  </p:cNvPr>
                  <p:cNvSpPr/>
                  <p:nvPr/>
                </p:nvSpPr>
                <p:spPr>
                  <a:xfrm>
                    <a:off x="5931751" y="1298409"/>
                    <a:ext cx="22624" cy="35245"/>
                  </a:xfrm>
                  <a:custGeom>
                    <a:avLst/>
                    <a:gdLst>
                      <a:gd name="connsiteX0" fmla="*/ 17867 w 22624"/>
                      <a:gd name="connsiteY0" fmla="*/ 23495 h 35245"/>
                      <a:gd name="connsiteX1" fmla="*/ 20261 w 22624"/>
                      <a:gd name="connsiteY1" fmla="*/ 28505 h 35245"/>
                      <a:gd name="connsiteX2" fmla="*/ 22522 w 22624"/>
                      <a:gd name="connsiteY2" fmla="*/ 33425 h 35245"/>
                      <a:gd name="connsiteX3" fmla="*/ 18976 w 22624"/>
                      <a:gd name="connsiteY3" fmla="*/ 34977 h 35245"/>
                      <a:gd name="connsiteX4" fmla="*/ 15208 w 22624"/>
                      <a:gd name="connsiteY4" fmla="*/ 31342 h 35245"/>
                      <a:gd name="connsiteX5" fmla="*/ 8425 w 22624"/>
                      <a:gd name="connsiteY5" fmla="*/ 17821 h 35245"/>
                      <a:gd name="connsiteX6" fmla="*/ 2662 w 22624"/>
                      <a:gd name="connsiteY6" fmla="*/ 7935 h 35245"/>
                      <a:gd name="connsiteX7" fmla="*/ 1199 w 22624"/>
                      <a:gd name="connsiteY7" fmla="*/ 0 h 35245"/>
                      <a:gd name="connsiteX8" fmla="*/ 9622 w 22624"/>
                      <a:gd name="connsiteY8" fmla="*/ 6206 h 35245"/>
                      <a:gd name="connsiteX9" fmla="*/ 15252 w 22624"/>
                      <a:gd name="connsiteY9" fmla="*/ 14674 h 35245"/>
                      <a:gd name="connsiteX10" fmla="*/ 16759 w 22624"/>
                      <a:gd name="connsiteY10" fmla="*/ 19373 h 35245"/>
                      <a:gd name="connsiteX11" fmla="*/ 17867 w 22624"/>
                      <a:gd name="connsiteY11" fmla="*/ 23495 h 35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624" h="35245">
                        <a:moveTo>
                          <a:pt x="17867" y="23495"/>
                        </a:moveTo>
                        <a:cubicBezTo>
                          <a:pt x="18665" y="25490"/>
                          <a:pt x="19552" y="26820"/>
                          <a:pt x="20261" y="28505"/>
                        </a:cubicBezTo>
                        <a:cubicBezTo>
                          <a:pt x="21059" y="29968"/>
                          <a:pt x="21813" y="31475"/>
                          <a:pt x="22522" y="33425"/>
                        </a:cubicBezTo>
                        <a:cubicBezTo>
                          <a:pt x="23098" y="34800"/>
                          <a:pt x="21148" y="35731"/>
                          <a:pt x="18976" y="34977"/>
                        </a:cubicBezTo>
                        <a:cubicBezTo>
                          <a:pt x="16803" y="34268"/>
                          <a:pt x="16050" y="32628"/>
                          <a:pt x="15208" y="31342"/>
                        </a:cubicBezTo>
                        <a:cubicBezTo>
                          <a:pt x="12769" y="26865"/>
                          <a:pt x="10730" y="22697"/>
                          <a:pt x="8425" y="17821"/>
                        </a:cubicBezTo>
                        <a:cubicBezTo>
                          <a:pt x="7716" y="16314"/>
                          <a:pt x="4878" y="12058"/>
                          <a:pt x="2662" y="7935"/>
                        </a:cubicBezTo>
                        <a:cubicBezTo>
                          <a:pt x="445" y="3857"/>
                          <a:pt x="-1239" y="44"/>
                          <a:pt x="1199" y="0"/>
                        </a:cubicBezTo>
                        <a:cubicBezTo>
                          <a:pt x="3681" y="0"/>
                          <a:pt x="6962" y="2926"/>
                          <a:pt x="9622" y="6206"/>
                        </a:cubicBezTo>
                        <a:cubicBezTo>
                          <a:pt x="12282" y="9442"/>
                          <a:pt x="14410" y="12945"/>
                          <a:pt x="15252" y="14674"/>
                        </a:cubicBezTo>
                        <a:cubicBezTo>
                          <a:pt x="16094" y="16535"/>
                          <a:pt x="16449" y="17954"/>
                          <a:pt x="16759" y="19373"/>
                        </a:cubicBezTo>
                        <a:cubicBezTo>
                          <a:pt x="17069" y="20835"/>
                          <a:pt x="17291" y="22121"/>
                          <a:pt x="17867" y="2349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53" name="Graphique 2">
                  <a:extLst>
                    <a:ext uri="{FF2B5EF4-FFF2-40B4-BE49-F238E27FC236}">
                      <a16:creationId xmlns:a16="http://schemas.microsoft.com/office/drawing/2014/main" id="{EF488919-8428-4CDB-87BE-C09C56A0A1D6}"/>
                    </a:ext>
                  </a:extLst>
                </p:cNvPr>
                <p:cNvGrpSpPr/>
                <p:nvPr/>
              </p:nvGrpSpPr>
              <p:grpSpPr>
                <a:xfrm>
                  <a:off x="5958571" y="1295113"/>
                  <a:ext cx="92246" cy="49999"/>
                  <a:chOff x="5958571" y="1295113"/>
                  <a:chExt cx="92246" cy="49999"/>
                </a:xfrm>
                <a:solidFill>
                  <a:schemeClr val="accent1"/>
                </a:solidFill>
              </p:grpSpPr>
              <p:sp>
                <p:nvSpPr>
                  <p:cNvPr id="21388" name="Forme libre : forme 21387">
                    <a:extLst>
                      <a:ext uri="{FF2B5EF4-FFF2-40B4-BE49-F238E27FC236}">
                        <a16:creationId xmlns:a16="http://schemas.microsoft.com/office/drawing/2014/main" id="{4F840FA2-B283-476B-AEC3-406E090438E5}"/>
                      </a:ext>
                    </a:extLst>
                  </p:cNvPr>
                  <p:cNvSpPr/>
                  <p:nvPr/>
                </p:nvSpPr>
                <p:spPr>
                  <a:xfrm>
                    <a:off x="5958601" y="1295113"/>
                    <a:ext cx="92216" cy="49999"/>
                  </a:xfrm>
                  <a:custGeom>
                    <a:avLst/>
                    <a:gdLst>
                      <a:gd name="connsiteX0" fmla="*/ 65006 w 92216"/>
                      <a:gd name="connsiteY0" fmla="*/ 34859 h 49999"/>
                      <a:gd name="connsiteX1" fmla="*/ 50510 w 92216"/>
                      <a:gd name="connsiteY1" fmla="*/ 39248 h 49999"/>
                      <a:gd name="connsiteX2" fmla="*/ 42796 w 92216"/>
                      <a:gd name="connsiteY2" fmla="*/ 41731 h 49999"/>
                      <a:gd name="connsiteX3" fmla="*/ 38851 w 92216"/>
                      <a:gd name="connsiteY3" fmla="*/ 43238 h 49999"/>
                      <a:gd name="connsiteX4" fmla="*/ 36102 w 92216"/>
                      <a:gd name="connsiteY4" fmla="*/ 44568 h 49999"/>
                      <a:gd name="connsiteX5" fmla="*/ 30295 w 92216"/>
                      <a:gd name="connsiteY5" fmla="*/ 47671 h 49999"/>
                      <a:gd name="connsiteX6" fmla="*/ 18459 w 92216"/>
                      <a:gd name="connsiteY6" fmla="*/ 49976 h 49999"/>
                      <a:gd name="connsiteX7" fmla="*/ 1657 w 92216"/>
                      <a:gd name="connsiteY7" fmla="*/ 43238 h 49999"/>
                      <a:gd name="connsiteX8" fmla="*/ 2500 w 92216"/>
                      <a:gd name="connsiteY8" fmla="*/ 33219 h 49999"/>
                      <a:gd name="connsiteX9" fmla="*/ 6933 w 92216"/>
                      <a:gd name="connsiteY9" fmla="*/ 28343 h 49999"/>
                      <a:gd name="connsiteX10" fmla="*/ 10923 w 92216"/>
                      <a:gd name="connsiteY10" fmla="*/ 23644 h 49999"/>
                      <a:gd name="connsiteX11" fmla="*/ 13582 w 92216"/>
                      <a:gd name="connsiteY11" fmla="*/ 19743 h 49999"/>
                      <a:gd name="connsiteX12" fmla="*/ 16109 w 92216"/>
                      <a:gd name="connsiteY12" fmla="*/ 16861 h 49999"/>
                      <a:gd name="connsiteX13" fmla="*/ 22138 w 92216"/>
                      <a:gd name="connsiteY13" fmla="*/ 12339 h 49999"/>
                      <a:gd name="connsiteX14" fmla="*/ 30871 w 92216"/>
                      <a:gd name="connsiteY14" fmla="*/ 8172 h 49999"/>
                      <a:gd name="connsiteX15" fmla="*/ 39516 w 92216"/>
                      <a:gd name="connsiteY15" fmla="*/ 5246 h 49999"/>
                      <a:gd name="connsiteX16" fmla="*/ 55298 w 92216"/>
                      <a:gd name="connsiteY16" fmla="*/ 1123 h 49999"/>
                      <a:gd name="connsiteX17" fmla="*/ 88590 w 92216"/>
                      <a:gd name="connsiteY17" fmla="*/ 7419 h 49999"/>
                      <a:gd name="connsiteX18" fmla="*/ 91295 w 92216"/>
                      <a:gd name="connsiteY18" fmla="*/ 16861 h 49999"/>
                      <a:gd name="connsiteX19" fmla="*/ 65006 w 92216"/>
                      <a:gd name="connsiteY19" fmla="*/ 34859 h 49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92216" h="49999">
                        <a:moveTo>
                          <a:pt x="65006" y="34859"/>
                        </a:moveTo>
                        <a:cubicBezTo>
                          <a:pt x="61504" y="35923"/>
                          <a:pt x="56007" y="37608"/>
                          <a:pt x="50510" y="39248"/>
                        </a:cubicBezTo>
                        <a:cubicBezTo>
                          <a:pt x="47850" y="40090"/>
                          <a:pt x="45190" y="40977"/>
                          <a:pt x="42796" y="41731"/>
                        </a:cubicBezTo>
                        <a:cubicBezTo>
                          <a:pt x="40890" y="42396"/>
                          <a:pt x="39649" y="42928"/>
                          <a:pt x="38851" y="43238"/>
                        </a:cubicBezTo>
                        <a:cubicBezTo>
                          <a:pt x="38097" y="43548"/>
                          <a:pt x="37521" y="43770"/>
                          <a:pt x="36102" y="44568"/>
                        </a:cubicBezTo>
                        <a:cubicBezTo>
                          <a:pt x="34773" y="45321"/>
                          <a:pt x="32556" y="46696"/>
                          <a:pt x="30295" y="47671"/>
                        </a:cubicBezTo>
                        <a:cubicBezTo>
                          <a:pt x="25685" y="49710"/>
                          <a:pt x="21739" y="50109"/>
                          <a:pt x="18459" y="49976"/>
                        </a:cubicBezTo>
                        <a:cubicBezTo>
                          <a:pt x="11765" y="49533"/>
                          <a:pt x="6046" y="47361"/>
                          <a:pt x="1657" y="43238"/>
                        </a:cubicBezTo>
                        <a:cubicBezTo>
                          <a:pt x="-1357" y="40489"/>
                          <a:pt x="239" y="35480"/>
                          <a:pt x="2500" y="33219"/>
                        </a:cubicBezTo>
                        <a:cubicBezTo>
                          <a:pt x="4140" y="31756"/>
                          <a:pt x="5647" y="29761"/>
                          <a:pt x="6933" y="28343"/>
                        </a:cubicBezTo>
                        <a:cubicBezTo>
                          <a:pt x="8263" y="26658"/>
                          <a:pt x="9637" y="25107"/>
                          <a:pt x="10923" y="23644"/>
                        </a:cubicBezTo>
                        <a:cubicBezTo>
                          <a:pt x="12297" y="22092"/>
                          <a:pt x="12962" y="20895"/>
                          <a:pt x="13582" y="19743"/>
                        </a:cubicBezTo>
                        <a:cubicBezTo>
                          <a:pt x="13937" y="19166"/>
                          <a:pt x="14602" y="18280"/>
                          <a:pt x="16109" y="16861"/>
                        </a:cubicBezTo>
                        <a:cubicBezTo>
                          <a:pt x="17617" y="15442"/>
                          <a:pt x="19833" y="13713"/>
                          <a:pt x="22138" y="12339"/>
                        </a:cubicBezTo>
                        <a:cubicBezTo>
                          <a:pt x="24665" y="10788"/>
                          <a:pt x="27768" y="9325"/>
                          <a:pt x="30871" y="8172"/>
                        </a:cubicBezTo>
                        <a:cubicBezTo>
                          <a:pt x="33930" y="7020"/>
                          <a:pt x="36501" y="6222"/>
                          <a:pt x="39516" y="5246"/>
                        </a:cubicBezTo>
                        <a:cubicBezTo>
                          <a:pt x="45323" y="3473"/>
                          <a:pt x="51264" y="1921"/>
                          <a:pt x="55298" y="1123"/>
                        </a:cubicBezTo>
                        <a:cubicBezTo>
                          <a:pt x="70415" y="-1980"/>
                          <a:pt x="79636" y="1744"/>
                          <a:pt x="88590" y="7419"/>
                        </a:cubicBezTo>
                        <a:cubicBezTo>
                          <a:pt x="91694" y="9413"/>
                          <a:pt x="93378" y="14112"/>
                          <a:pt x="91295" y="16861"/>
                        </a:cubicBezTo>
                        <a:cubicBezTo>
                          <a:pt x="85310" y="25151"/>
                          <a:pt x="77995" y="30737"/>
                          <a:pt x="65006" y="3485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89" name="Forme libre : forme 21388">
                    <a:extLst>
                      <a:ext uri="{FF2B5EF4-FFF2-40B4-BE49-F238E27FC236}">
                        <a16:creationId xmlns:a16="http://schemas.microsoft.com/office/drawing/2014/main" id="{80BF0C83-6ACD-4708-822F-6F23F8533E53}"/>
                      </a:ext>
                    </a:extLst>
                  </p:cNvPr>
                  <p:cNvSpPr/>
                  <p:nvPr/>
                </p:nvSpPr>
                <p:spPr>
                  <a:xfrm>
                    <a:off x="5958571" y="1311797"/>
                    <a:ext cx="91324" cy="33314"/>
                  </a:xfrm>
                  <a:custGeom>
                    <a:avLst/>
                    <a:gdLst>
                      <a:gd name="connsiteX0" fmla="*/ 36354 w 91324"/>
                      <a:gd name="connsiteY0" fmla="*/ 13831 h 33314"/>
                      <a:gd name="connsiteX1" fmla="*/ 29084 w 91324"/>
                      <a:gd name="connsiteY1" fmla="*/ 18442 h 33314"/>
                      <a:gd name="connsiteX2" fmla="*/ 19198 w 91324"/>
                      <a:gd name="connsiteY2" fmla="*/ 23894 h 33314"/>
                      <a:gd name="connsiteX3" fmla="*/ 3 w 91324"/>
                      <a:gd name="connsiteY3" fmla="*/ 22387 h 33314"/>
                      <a:gd name="connsiteX4" fmla="*/ 1643 w 91324"/>
                      <a:gd name="connsiteY4" fmla="*/ 26554 h 33314"/>
                      <a:gd name="connsiteX5" fmla="*/ 6608 w 91324"/>
                      <a:gd name="connsiteY5" fmla="*/ 30101 h 33314"/>
                      <a:gd name="connsiteX6" fmla="*/ 10820 w 91324"/>
                      <a:gd name="connsiteY6" fmla="*/ 31918 h 33314"/>
                      <a:gd name="connsiteX7" fmla="*/ 15341 w 91324"/>
                      <a:gd name="connsiteY7" fmla="*/ 32938 h 33314"/>
                      <a:gd name="connsiteX8" fmla="*/ 26203 w 91324"/>
                      <a:gd name="connsiteY8" fmla="*/ 32406 h 33314"/>
                      <a:gd name="connsiteX9" fmla="*/ 34581 w 91324"/>
                      <a:gd name="connsiteY9" fmla="*/ 28727 h 33314"/>
                      <a:gd name="connsiteX10" fmla="*/ 38793 w 91324"/>
                      <a:gd name="connsiteY10" fmla="*/ 26510 h 33314"/>
                      <a:gd name="connsiteX11" fmla="*/ 41364 w 91324"/>
                      <a:gd name="connsiteY11" fmla="*/ 25490 h 33314"/>
                      <a:gd name="connsiteX12" fmla="*/ 43270 w 91324"/>
                      <a:gd name="connsiteY12" fmla="*/ 24781 h 33314"/>
                      <a:gd name="connsiteX13" fmla="*/ 46019 w 91324"/>
                      <a:gd name="connsiteY13" fmla="*/ 23894 h 33314"/>
                      <a:gd name="connsiteX14" fmla="*/ 51915 w 91324"/>
                      <a:gd name="connsiteY14" fmla="*/ 21988 h 33314"/>
                      <a:gd name="connsiteX15" fmla="*/ 62776 w 91324"/>
                      <a:gd name="connsiteY15" fmla="*/ 18752 h 33314"/>
                      <a:gd name="connsiteX16" fmla="*/ 64948 w 91324"/>
                      <a:gd name="connsiteY16" fmla="*/ 18087 h 33314"/>
                      <a:gd name="connsiteX17" fmla="*/ 76828 w 91324"/>
                      <a:gd name="connsiteY17" fmla="*/ 13078 h 33314"/>
                      <a:gd name="connsiteX18" fmla="*/ 88266 w 91324"/>
                      <a:gd name="connsiteY18" fmla="*/ 3812 h 33314"/>
                      <a:gd name="connsiteX19" fmla="*/ 91236 w 91324"/>
                      <a:gd name="connsiteY19" fmla="*/ 133 h 33314"/>
                      <a:gd name="connsiteX20" fmla="*/ 91325 w 91324"/>
                      <a:gd name="connsiteY20" fmla="*/ 0 h 33314"/>
                      <a:gd name="connsiteX21" fmla="*/ 63086 w 91324"/>
                      <a:gd name="connsiteY21" fmla="*/ 5054 h 33314"/>
                      <a:gd name="connsiteX22" fmla="*/ 36354 w 91324"/>
                      <a:gd name="connsiteY22" fmla="*/ 13831 h 3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91324" h="33314">
                        <a:moveTo>
                          <a:pt x="36354" y="13831"/>
                        </a:moveTo>
                        <a:cubicBezTo>
                          <a:pt x="33650" y="15161"/>
                          <a:pt x="31567" y="16491"/>
                          <a:pt x="29084" y="18442"/>
                        </a:cubicBezTo>
                        <a:cubicBezTo>
                          <a:pt x="26602" y="20481"/>
                          <a:pt x="22700" y="22963"/>
                          <a:pt x="19198" y="23894"/>
                        </a:cubicBezTo>
                        <a:cubicBezTo>
                          <a:pt x="12238" y="25845"/>
                          <a:pt x="4924" y="25756"/>
                          <a:pt x="3" y="22387"/>
                        </a:cubicBezTo>
                        <a:cubicBezTo>
                          <a:pt x="-41" y="23939"/>
                          <a:pt x="402" y="25446"/>
                          <a:pt x="1643" y="26554"/>
                        </a:cubicBezTo>
                        <a:cubicBezTo>
                          <a:pt x="3150" y="27928"/>
                          <a:pt x="4835" y="29214"/>
                          <a:pt x="6608" y="30101"/>
                        </a:cubicBezTo>
                        <a:cubicBezTo>
                          <a:pt x="7938" y="30766"/>
                          <a:pt x="9313" y="31386"/>
                          <a:pt x="10820" y="31918"/>
                        </a:cubicBezTo>
                        <a:cubicBezTo>
                          <a:pt x="12283" y="32362"/>
                          <a:pt x="13746" y="32672"/>
                          <a:pt x="15341" y="32938"/>
                        </a:cubicBezTo>
                        <a:cubicBezTo>
                          <a:pt x="18578" y="33470"/>
                          <a:pt x="21903" y="33559"/>
                          <a:pt x="26203" y="32406"/>
                        </a:cubicBezTo>
                        <a:cubicBezTo>
                          <a:pt x="28907" y="31697"/>
                          <a:pt x="32187" y="30145"/>
                          <a:pt x="34581" y="28727"/>
                        </a:cubicBezTo>
                        <a:cubicBezTo>
                          <a:pt x="37019" y="27264"/>
                          <a:pt x="37817" y="26953"/>
                          <a:pt x="38793" y="26510"/>
                        </a:cubicBezTo>
                        <a:cubicBezTo>
                          <a:pt x="39413" y="26244"/>
                          <a:pt x="40122" y="25889"/>
                          <a:pt x="41364" y="25490"/>
                        </a:cubicBezTo>
                        <a:cubicBezTo>
                          <a:pt x="41896" y="25269"/>
                          <a:pt x="42649" y="25047"/>
                          <a:pt x="43270" y="24781"/>
                        </a:cubicBezTo>
                        <a:cubicBezTo>
                          <a:pt x="44157" y="24515"/>
                          <a:pt x="45088" y="24205"/>
                          <a:pt x="46019" y="23894"/>
                        </a:cubicBezTo>
                        <a:cubicBezTo>
                          <a:pt x="47969" y="23318"/>
                          <a:pt x="49920" y="22564"/>
                          <a:pt x="51915" y="21988"/>
                        </a:cubicBezTo>
                        <a:cubicBezTo>
                          <a:pt x="55860" y="20791"/>
                          <a:pt x="59717" y="19594"/>
                          <a:pt x="62776" y="18752"/>
                        </a:cubicBezTo>
                        <a:cubicBezTo>
                          <a:pt x="63529" y="18486"/>
                          <a:pt x="64283" y="18264"/>
                          <a:pt x="64948" y="18087"/>
                        </a:cubicBezTo>
                        <a:cubicBezTo>
                          <a:pt x="69558" y="16668"/>
                          <a:pt x="73415" y="14940"/>
                          <a:pt x="76828" y="13078"/>
                        </a:cubicBezTo>
                        <a:cubicBezTo>
                          <a:pt x="81439" y="10418"/>
                          <a:pt x="85030" y="7315"/>
                          <a:pt x="88266" y="3812"/>
                        </a:cubicBezTo>
                        <a:cubicBezTo>
                          <a:pt x="89286" y="2660"/>
                          <a:pt x="90261" y="1374"/>
                          <a:pt x="91236" y="133"/>
                        </a:cubicBezTo>
                        <a:lnTo>
                          <a:pt x="91325" y="0"/>
                        </a:lnTo>
                        <a:cubicBezTo>
                          <a:pt x="81927" y="1197"/>
                          <a:pt x="72395" y="2837"/>
                          <a:pt x="63086" y="5054"/>
                        </a:cubicBezTo>
                        <a:cubicBezTo>
                          <a:pt x="53865" y="7315"/>
                          <a:pt x="44378" y="10285"/>
                          <a:pt x="36354" y="1383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90" name="Forme libre : forme 21389">
                    <a:extLst>
                      <a:ext uri="{FF2B5EF4-FFF2-40B4-BE49-F238E27FC236}">
                        <a16:creationId xmlns:a16="http://schemas.microsoft.com/office/drawing/2014/main" id="{B5AA25B8-5A72-4D4F-8A34-8857D958FAC5}"/>
                      </a:ext>
                    </a:extLst>
                  </p:cNvPr>
                  <p:cNvSpPr/>
                  <p:nvPr/>
                </p:nvSpPr>
                <p:spPr>
                  <a:xfrm>
                    <a:off x="5989176" y="1308394"/>
                    <a:ext cx="43249" cy="16507"/>
                  </a:xfrm>
                  <a:custGeom>
                    <a:avLst/>
                    <a:gdLst>
                      <a:gd name="connsiteX0" fmla="*/ 43209 w 43249"/>
                      <a:gd name="connsiteY0" fmla="*/ 2516 h 16507"/>
                      <a:gd name="connsiteX1" fmla="*/ 22196 w 43249"/>
                      <a:gd name="connsiteY1" fmla="*/ 13599 h 16507"/>
                      <a:gd name="connsiteX2" fmla="*/ 9827 w 43249"/>
                      <a:gd name="connsiteY2" fmla="*/ 16214 h 16507"/>
                      <a:gd name="connsiteX3" fmla="*/ 341 w 43249"/>
                      <a:gd name="connsiteY3" fmla="*/ 14752 h 16507"/>
                      <a:gd name="connsiteX4" fmla="*/ 6591 w 43249"/>
                      <a:gd name="connsiteY4" fmla="*/ 7038 h 16507"/>
                      <a:gd name="connsiteX5" fmla="*/ 18871 w 43249"/>
                      <a:gd name="connsiteY5" fmla="*/ 2516 h 16507"/>
                      <a:gd name="connsiteX6" fmla="*/ 43209 w 43249"/>
                      <a:gd name="connsiteY6" fmla="*/ 2516 h 16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249" h="16507">
                        <a:moveTo>
                          <a:pt x="43209" y="2516"/>
                        </a:moveTo>
                        <a:cubicBezTo>
                          <a:pt x="44184" y="6949"/>
                          <a:pt x="27649" y="11781"/>
                          <a:pt x="22196" y="13599"/>
                        </a:cubicBezTo>
                        <a:cubicBezTo>
                          <a:pt x="19403" y="14397"/>
                          <a:pt x="14393" y="15638"/>
                          <a:pt x="9827" y="16214"/>
                        </a:cubicBezTo>
                        <a:cubicBezTo>
                          <a:pt x="5394" y="16658"/>
                          <a:pt x="1759" y="16880"/>
                          <a:pt x="341" y="14752"/>
                        </a:cubicBezTo>
                        <a:cubicBezTo>
                          <a:pt x="-1078" y="12579"/>
                          <a:pt x="2114" y="9210"/>
                          <a:pt x="6591" y="7038"/>
                        </a:cubicBezTo>
                        <a:cubicBezTo>
                          <a:pt x="10891" y="4822"/>
                          <a:pt x="16122" y="3137"/>
                          <a:pt x="18871" y="2516"/>
                        </a:cubicBezTo>
                        <a:cubicBezTo>
                          <a:pt x="24324" y="965"/>
                          <a:pt x="42145" y="-2271"/>
                          <a:pt x="43209" y="251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91" name="Forme libre : forme 21390">
                    <a:extLst>
                      <a:ext uri="{FF2B5EF4-FFF2-40B4-BE49-F238E27FC236}">
                        <a16:creationId xmlns:a16="http://schemas.microsoft.com/office/drawing/2014/main" id="{C4D068DB-BE70-4CDC-A4E8-AB0F1BDB6C3D}"/>
                      </a:ext>
                    </a:extLst>
                  </p:cNvPr>
                  <p:cNvSpPr/>
                  <p:nvPr/>
                </p:nvSpPr>
                <p:spPr>
                  <a:xfrm>
                    <a:off x="5988819" y="1315210"/>
                    <a:ext cx="31684" cy="9624"/>
                  </a:xfrm>
                  <a:custGeom>
                    <a:avLst/>
                    <a:gdLst>
                      <a:gd name="connsiteX0" fmla="*/ 7835 w 31684"/>
                      <a:gd name="connsiteY0" fmla="*/ 0 h 9624"/>
                      <a:gd name="connsiteX1" fmla="*/ 2205 w 31684"/>
                      <a:gd name="connsiteY1" fmla="*/ 3680 h 9624"/>
                      <a:gd name="connsiteX2" fmla="*/ 565 w 31684"/>
                      <a:gd name="connsiteY2" fmla="*/ 8068 h 9624"/>
                      <a:gd name="connsiteX3" fmla="*/ 10229 w 31684"/>
                      <a:gd name="connsiteY3" fmla="*/ 9398 h 9624"/>
                      <a:gd name="connsiteX4" fmla="*/ 22863 w 31684"/>
                      <a:gd name="connsiteY4" fmla="*/ 6738 h 9624"/>
                      <a:gd name="connsiteX5" fmla="*/ 31685 w 31684"/>
                      <a:gd name="connsiteY5" fmla="*/ 3591 h 9624"/>
                      <a:gd name="connsiteX6" fmla="*/ 26764 w 31684"/>
                      <a:gd name="connsiteY6" fmla="*/ 4522 h 9624"/>
                      <a:gd name="connsiteX7" fmla="*/ 7835 w 31684"/>
                      <a:gd name="connsiteY7" fmla="*/ 0 h 9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684" h="9624">
                        <a:moveTo>
                          <a:pt x="7835" y="0"/>
                        </a:moveTo>
                        <a:cubicBezTo>
                          <a:pt x="6638" y="842"/>
                          <a:pt x="4067" y="2128"/>
                          <a:pt x="2205" y="3680"/>
                        </a:cubicBezTo>
                        <a:cubicBezTo>
                          <a:pt x="343" y="5231"/>
                          <a:pt x="-721" y="6960"/>
                          <a:pt x="565" y="8068"/>
                        </a:cubicBezTo>
                        <a:cubicBezTo>
                          <a:pt x="2604" y="9841"/>
                          <a:pt x="6017" y="9797"/>
                          <a:pt x="10229" y="9398"/>
                        </a:cubicBezTo>
                        <a:cubicBezTo>
                          <a:pt x="14573" y="8911"/>
                          <a:pt x="19361" y="7669"/>
                          <a:pt x="22863" y="6738"/>
                        </a:cubicBezTo>
                        <a:cubicBezTo>
                          <a:pt x="24902" y="6118"/>
                          <a:pt x="29424" y="4610"/>
                          <a:pt x="31685" y="3591"/>
                        </a:cubicBezTo>
                        <a:cubicBezTo>
                          <a:pt x="30355" y="3901"/>
                          <a:pt x="28094" y="4477"/>
                          <a:pt x="26764" y="4522"/>
                        </a:cubicBezTo>
                        <a:cubicBezTo>
                          <a:pt x="19184" y="4788"/>
                          <a:pt x="10096" y="5142"/>
                          <a:pt x="7835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92" name="Forme libre : forme 21391">
                    <a:extLst>
                      <a:ext uri="{FF2B5EF4-FFF2-40B4-BE49-F238E27FC236}">
                        <a16:creationId xmlns:a16="http://schemas.microsoft.com/office/drawing/2014/main" id="{0BA10AF5-AEFC-41B9-8C23-5AF379BF3988}"/>
                      </a:ext>
                    </a:extLst>
                  </p:cNvPr>
                  <p:cNvSpPr/>
                  <p:nvPr/>
                </p:nvSpPr>
                <p:spPr>
                  <a:xfrm>
                    <a:off x="5991830" y="1308934"/>
                    <a:ext cx="43177" cy="16546"/>
                  </a:xfrm>
                  <a:custGeom>
                    <a:avLst/>
                    <a:gdLst>
                      <a:gd name="connsiteX0" fmla="*/ 43170 w 43177"/>
                      <a:gd name="connsiteY0" fmla="*/ 2686 h 16546"/>
                      <a:gd name="connsiteX1" fmla="*/ 21936 w 43177"/>
                      <a:gd name="connsiteY1" fmla="*/ 13813 h 16546"/>
                      <a:gd name="connsiteX2" fmla="*/ 9701 w 43177"/>
                      <a:gd name="connsiteY2" fmla="*/ 16384 h 16546"/>
                      <a:gd name="connsiteX3" fmla="*/ 347 w 43177"/>
                      <a:gd name="connsiteY3" fmla="*/ 14389 h 16546"/>
                      <a:gd name="connsiteX4" fmla="*/ 6642 w 43177"/>
                      <a:gd name="connsiteY4" fmla="*/ 7075 h 16546"/>
                      <a:gd name="connsiteX5" fmla="*/ 18833 w 43177"/>
                      <a:gd name="connsiteY5" fmla="*/ 2642 h 16546"/>
                      <a:gd name="connsiteX6" fmla="*/ 33063 w 43177"/>
                      <a:gd name="connsiteY6" fmla="*/ 159 h 16546"/>
                      <a:gd name="connsiteX7" fmla="*/ 43170 w 43177"/>
                      <a:gd name="connsiteY7" fmla="*/ 2686 h 16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177" h="16546">
                        <a:moveTo>
                          <a:pt x="43170" y="2686"/>
                        </a:moveTo>
                        <a:cubicBezTo>
                          <a:pt x="42638" y="7429"/>
                          <a:pt x="27788" y="11862"/>
                          <a:pt x="21936" y="13813"/>
                        </a:cubicBezTo>
                        <a:cubicBezTo>
                          <a:pt x="19010" y="14788"/>
                          <a:pt x="14089" y="15852"/>
                          <a:pt x="9701" y="16384"/>
                        </a:cubicBezTo>
                        <a:cubicBezTo>
                          <a:pt x="5135" y="16783"/>
                          <a:pt x="1810" y="16562"/>
                          <a:pt x="347" y="14389"/>
                        </a:cubicBezTo>
                        <a:cubicBezTo>
                          <a:pt x="-1116" y="12173"/>
                          <a:pt x="2253" y="9114"/>
                          <a:pt x="6642" y="7075"/>
                        </a:cubicBezTo>
                        <a:cubicBezTo>
                          <a:pt x="10986" y="4858"/>
                          <a:pt x="16306" y="3351"/>
                          <a:pt x="18833" y="2642"/>
                        </a:cubicBezTo>
                        <a:cubicBezTo>
                          <a:pt x="21360" y="2021"/>
                          <a:pt x="27522" y="469"/>
                          <a:pt x="33063" y="159"/>
                        </a:cubicBezTo>
                        <a:cubicBezTo>
                          <a:pt x="38560" y="-329"/>
                          <a:pt x="43392" y="248"/>
                          <a:pt x="43170" y="268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93" name="Forme libre : forme 21392">
                    <a:extLst>
                      <a:ext uri="{FF2B5EF4-FFF2-40B4-BE49-F238E27FC236}">
                        <a16:creationId xmlns:a16="http://schemas.microsoft.com/office/drawing/2014/main" id="{1BF8A16E-1DFF-4574-9213-19F9A8B6C4AF}"/>
                      </a:ext>
                    </a:extLst>
                  </p:cNvPr>
                  <p:cNvSpPr/>
                  <p:nvPr/>
                </p:nvSpPr>
                <p:spPr>
                  <a:xfrm>
                    <a:off x="5970538" y="1316350"/>
                    <a:ext cx="53570" cy="20613"/>
                  </a:xfrm>
                  <a:custGeom>
                    <a:avLst/>
                    <a:gdLst>
                      <a:gd name="connsiteX0" fmla="*/ 936 w 53570"/>
                      <a:gd name="connsiteY0" fmla="*/ 17214 h 20613"/>
                      <a:gd name="connsiteX1" fmla="*/ 8649 w 53570"/>
                      <a:gd name="connsiteY1" fmla="*/ 20583 h 20613"/>
                      <a:gd name="connsiteX2" fmla="*/ 20796 w 53570"/>
                      <a:gd name="connsiteY2" fmla="*/ 18455 h 20613"/>
                      <a:gd name="connsiteX3" fmla="*/ 28687 w 53570"/>
                      <a:gd name="connsiteY3" fmla="*/ 17347 h 20613"/>
                      <a:gd name="connsiteX4" fmla="*/ 30859 w 53570"/>
                      <a:gd name="connsiteY4" fmla="*/ 16903 h 20613"/>
                      <a:gd name="connsiteX5" fmla="*/ 33430 w 53570"/>
                      <a:gd name="connsiteY5" fmla="*/ 16283 h 20613"/>
                      <a:gd name="connsiteX6" fmla="*/ 38484 w 53570"/>
                      <a:gd name="connsiteY6" fmla="*/ 14642 h 20613"/>
                      <a:gd name="connsiteX7" fmla="*/ 47527 w 53570"/>
                      <a:gd name="connsiteY7" fmla="*/ 10475 h 20613"/>
                      <a:gd name="connsiteX8" fmla="*/ 53113 w 53570"/>
                      <a:gd name="connsiteY8" fmla="*/ 2451 h 20613"/>
                      <a:gd name="connsiteX9" fmla="*/ 45843 w 53570"/>
                      <a:gd name="connsiteY9" fmla="*/ 1520 h 20613"/>
                      <a:gd name="connsiteX10" fmla="*/ 25805 w 53570"/>
                      <a:gd name="connsiteY10" fmla="*/ 634 h 20613"/>
                      <a:gd name="connsiteX11" fmla="*/ 15432 w 53570"/>
                      <a:gd name="connsiteY11" fmla="*/ 324 h 20613"/>
                      <a:gd name="connsiteX12" fmla="*/ 9536 w 53570"/>
                      <a:gd name="connsiteY12" fmla="*/ 2407 h 20613"/>
                      <a:gd name="connsiteX13" fmla="*/ 5413 w 53570"/>
                      <a:gd name="connsiteY13" fmla="*/ 5200 h 20613"/>
                      <a:gd name="connsiteX14" fmla="*/ 936 w 53570"/>
                      <a:gd name="connsiteY14" fmla="*/ 17214 h 20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3570" h="20613">
                        <a:moveTo>
                          <a:pt x="936" y="17214"/>
                        </a:moveTo>
                        <a:cubicBezTo>
                          <a:pt x="2930" y="19696"/>
                          <a:pt x="4305" y="20405"/>
                          <a:pt x="8649" y="20583"/>
                        </a:cubicBezTo>
                        <a:cubicBezTo>
                          <a:pt x="12772" y="20849"/>
                          <a:pt x="17693" y="19341"/>
                          <a:pt x="20796" y="18455"/>
                        </a:cubicBezTo>
                        <a:cubicBezTo>
                          <a:pt x="23855" y="17746"/>
                          <a:pt x="25362" y="18012"/>
                          <a:pt x="28687" y="17347"/>
                        </a:cubicBezTo>
                        <a:cubicBezTo>
                          <a:pt x="29440" y="17214"/>
                          <a:pt x="30017" y="17081"/>
                          <a:pt x="30859" y="16903"/>
                        </a:cubicBezTo>
                        <a:cubicBezTo>
                          <a:pt x="31701" y="16726"/>
                          <a:pt x="32588" y="16504"/>
                          <a:pt x="33430" y="16283"/>
                        </a:cubicBezTo>
                        <a:cubicBezTo>
                          <a:pt x="35159" y="15839"/>
                          <a:pt x="36844" y="15219"/>
                          <a:pt x="38484" y="14642"/>
                        </a:cubicBezTo>
                        <a:cubicBezTo>
                          <a:pt x="41809" y="13534"/>
                          <a:pt x="44912" y="11938"/>
                          <a:pt x="47527" y="10475"/>
                        </a:cubicBezTo>
                        <a:cubicBezTo>
                          <a:pt x="51384" y="8170"/>
                          <a:pt x="54842" y="4934"/>
                          <a:pt x="53113" y="2451"/>
                        </a:cubicBezTo>
                        <a:cubicBezTo>
                          <a:pt x="52005" y="855"/>
                          <a:pt x="48680" y="1609"/>
                          <a:pt x="45843" y="1520"/>
                        </a:cubicBezTo>
                        <a:cubicBezTo>
                          <a:pt x="39149" y="1299"/>
                          <a:pt x="32810" y="1698"/>
                          <a:pt x="25805" y="634"/>
                        </a:cubicBezTo>
                        <a:cubicBezTo>
                          <a:pt x="22791" y="235"/>
                          <a:pt x="19377" y="-386"/>
                          <a:pt x="15432" y="324"/>
                        </a:cubicBezTo>
                        <a:cubicBezTo>
                          <a:pt x="13481" y="678"/>
                          <a:pt x="11353" y="1387"/>
                          <a:pt x="9536" y="2407"/>
                        </a:cubicBezTo>
                        <a:cubicBezTo>
                          <a:pt x="7674" y="3427"/>
                          <a:pt x="6433" y="4313"/>
                          <a:pt x="5413" y="5200"/>
                        </a:cubicBezTo>
                        <a:cubicBezTo>
                          <a:pt x="2044" y="8303"/>
                          <a:pt x="-1813" y="13623"/>
                          <a:pt x="936" y="1721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94" name="Forme libre : forme 21393">
                    <a:extLst>
                      <a:ext uri="{FF2B5EF4-FFF2-40B4-BE49-F238E27FC236}">
                        <a16:creationId xmlns:a16="http://schemas.microsoft.com/office/drawing/2014/main" id="{CAAE1B0B-46D5-42DB-9E83-6BD8CCC5324A}"/>
                      </a:ext>
                    </a:extLst>
                  </p:cNvPr>
                  <p:cNvSpPr/>
                  <p:nvPr/>
                </p:nvSpPr>
                <p:spPr>
                  <a:xfrm>
                    <a:off x="5978750" y="1311891"/>
                    <a:ext cx="15906" cy="13463"/>
                  </a:xfrm>
                  <a:custGeom>
                    <a:avLst/>
                    <a:gdLst>
                      <a:gd name="connsiteX0" fmla="*/ 526 w 15906"/>
                      <a:gd name="connsiteY0" fmla="*/ 11166 h 13463"/>
                      <a:gd name="connsiteX1" fmla="*/ 39 w 15906"/>
                      <a:gd name="connsiteY1" fmla="*/ 12984 h 13463"/>
                      <a:gd name="connsiteX2" fmla="*/ 1679 w 15906"/>
                      <a:gd name="connsiteY2" fmla="*/ 13205 h 13463"/>
                      <a:gd name="connsiteX3" fmla="*/ 4294 w 15906"/>
                      <a:gd name="connsiteY3" fmla="*/ 11255 h 13463"/>
                      <a:gd name="connsiteX4" fmla="*/ 11476 w 15906"/>
                      <a:gd name="connsiteY4" fmla="*/ 5758 h 13463"/>
                      <a:gd name="connsiteX5" fmla="*/ 14136 w 15906"/>
                      <a:gd name="connsiteY5" fmla="*/ 3896 h 13463"/>
                      <a:gd name="connsiteX6" fmla="*/ 15732 w 15906"/>
                      <a:gd name="connsiteY6" fmla="*/ 527 h 13463"/>
                      <a:gd name="connsiteX7" fmla="*/ 10855 w 15906"/>
                      <a:gd name="connsiteY7" fmla="*/ 1014 h 13463"/>
                      <a:gd name="connsiteX8" fmla="*/ 4427 w 15906"/>
                      <a:gd name="connsiteY8" fmla="*/ 5669 h 13463"/>
                      <a:gd name="connsiteX9" fmla="*/ 526 w 15906"/>
                      <a:gd name="connsiteY9" fmla="*/ 11166 h 13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906" h="13463">
                        <a:moveTo>
                          <a:pt x="526" y="11166"/>
                        </a:moveTo>
                        <a:cubicBezTo>
                          <a:pt x="127" y="11920"/>
                          <a:pt x="-94" y="12407"/>
                          <a:pt x="39" y="12984"/>
                        </a:cubicBezTo>
                        <a:cubicBezTo>
                          <a:pt x="172" y="13604"/>
                          <a:pt x="881" y="13560"/>
                          <a:pt x="1679" y="13205"/>
                        </a:cubicBezTo>
                        <a:cubicBezTo>
                          <a:pt x="2477" y="12851"/>
                          <a:pt x="3496" y="11964"/>
                          <a:pt x="4294" y="11255"/>
                        </a:cubicBezTo>
                        <a:cubicBezTo>
                          <a:pt x="6422" y="9304"/>
                          <a:pt x="9126" y="7354"/>
                          <a:pt x="11476" y="5758"/>
                        </a:cubicBezTo>
                        <a:cubicBezTo>
                          <a:pt x="12451" y="5137"/>
                          <a:pt x="13427" y="4517"/>
                          <a:pt x="14136" y="3896"/>
                        </a:cubicBezTo>
                        <a:cubicBezTo>
                          <a:pt x="15687" y="2477"/>
                          <a:pt x="16219" y="1192"/>
                          <a:pt x="15732" y="527"/>
                        </a:cubicBezTo>
                        <a:cubicBezTo>
                          <a:pt x="15289" y="-182"/>
                          <a:pt x="13648" y="-316"/>
                          <a:pt x="10855" y="1014"/>
                        </a:cubicBezTo>
                        <a:cubicBezTo>
                          <a:pt x="8683" y="2034"/>
                          <a:pt x="6334" y="3674"/>
                          <a:pt x="4427" y="5669"/>
                        </a:cubicBezTo>
                        <a:cubicBezTo>
                          <a:pt x="2477" y="7620"/>
                          <a:pt x="1236" y="9659"/>
                          <a:pt x="526" y="1116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95" name="Forme libre : forme 21394">
                    <a:extLst>
                      <a:ext uri="{FF2B5EF4-FFF2-40B4-BE49-F238E27FC236}">
                        <a16:creationId xmlns:a16="http://schemas.microsoft.com/office/drawing/2014/main" id="{B4C43DF2-454E-4B67-B453-29FE3553A375}"/>
                      </a:ext>
                    </a:extLst>
                  </p:cNvPr>
                  <p:cNvSpPr/>
                  <p:nvPr/>
                </p:nvSpPr>
                <p:spPr>
                  <a:xfrm>
                    <a:off x="6024405" y="1310866"/>
                    <a:ext cx="23983" cy="18042"/>
                  </a:xfrm>
                  <a:custGeom>
                    <a:avLst/>
                    <a:gdLst>
                      <a:gd name="connsiteX0" fmla="*/ 23983 w 23983"/>
                      <a:gd name="connsiteY0" fmla="*/ 0 h 18042"/>
                      <a:gd name="connsiteX1" fmla="*/ 0 w 23983"/>
                      <a:gd name="connsiteY1" fmla="*/ 18043 h 18042"/>
                      <a:gd name="connsiteX2" fmla="*/ 23983 w 23983"/>
                      <a:gd name="connsiteY2" fmla="*/ 0 h 180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983" h="18042">
                        <a:moveTo>
                          <a:pt x="23983" y="0"/>
                        </a:moveTo>
                        <a:cubicBezTo>
                          <a:pt x="20924" y="7049"/>
                          <a:pt x="7847" y="13477"/>
                          <a:pt x="0" y="18043"/>
                        </a:cubicBezTo>
                        <a:cubicBezTo>
                          <a:pt x="8556" y="13255"/>
                          <a:pt x="17599" y="5985"/>
                          <a:pt x="239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96" name="Forme libre : forme 21395">
                    <a:extLst>
                      <a:ext uri="{FF2B5EF4-FFF2-40B4-BE49-F238E27FC236}">
                        <a16:creationId xmlns:a16="http://schemas.microsoft.com/office/drawing/2014/main" id="{3B7B290B-D106-417A-8C1C-75B4F83D0ACC}"/>
                      </a:ext>
                    </a:extLst>
                  </p:cNvPr>
                  <p:cNvSpPr/>
                  <p:nvPr/>
                </p:nvSpPr>
                <p:spPr>
                  <a:xfrm>
                    <a:off x="5961588" y="1307719"/>
                    <a:ext cx="21057" cy="21633"/>
                  </a:xfrm>
                  <a:custGeom>
                    <a:avLst/>
                    <a:gdLst>
                      <a:gd name="connsiteX0" fmla="*/ 21057 w 21057"/>
                      <a:gd name="connsiteY0" fmla="*/ 0 h 21633"/>
                      <a:gd name="connsiteX1" fmla="*/ 12014 w 21057"/>
                      <a:gd name="connsiteY1" fmla="*/ 7669 h 21633"/>
                      <a:gd name="connsiteX2" fmla="*/ 10817 w 21057"/>
                      <a:gd name="connsiteY2" fmla="*/ 9886 h 21633"/>
                      <a:gd name="connsiteX3" fmla="*/ 9310 w 21057"/>
                      <a:gd name="connsiteY3" fmla="*/ 12191 h 21633"/>
                      <a:gd name="connsiteX4" fmla="*/ 4832 w 21057"/>
                      <a:gd name="connsiteY4" fmla="*/ 17156 h 21633"/>
                      <a:gd name="connsiteX5" fmla="*/ 0 w 21057"/>
                      <a:gd name="connsiteY5" fmla="*/ 21634 h 21633"/>
                      <a:gd name="connsiteX6" fmla="*/ 4832 w 21057"/>
                      <a:gd name="connsiteY6" fmla="*/ 17378 h 21633"/>
                      <a:gd name="connsiteX7" fmla="*/ 9797 w 21057"/>
                      <a:gd name="connsiteY7" fmla="*/ 12590 h 21633"/>
                      <a:gd name="connsiteX8" fmla="*/ 12856 w 21057"/>
                      <a:gd name="connsiteY8" fmla="*/ 7847 h 21633"/>
                      <a:gd name="connsiteX9" fmla="*/ 21057 w 21057"/>
                      <a:gd name="connsiteY9" fmla="*/ 0 h 21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057" h="21633">
                        <a:moveTo>
                          <a:pt x="21057" y="0"/>
                        </a:moveTo>
                        <a:cubicBezTo>
                          <a:pt x="17023" y="2217"/>
                          <a:pt x="13078" y="5985"/>
                          <a:pt x="12014" y="7669"/>
                        </a:cubicBezTo>
                        <a:cubicBezTo>
                          <a:pt x="11393" y="8556"/>
                          <a:pt x="11171" y="9177"/>
                          <a:pt x="10817" y="9886"/>
                        </a:cubicBezTo>
                        <a:cubicBezTo>
                          <a:pt x="10462" y="10595"/>
                          <a:pt x="9930" y="11349"/>
                          <a:pt x="9310" y="12191"/>
                        </a:cubicBezTo>
                        <a:cubicBezTo>
                          <a:pt x="7935" y="13876"/>
                          <a:pt x="6384" y="15339"/>
                          <a:pt x="4832" y="17156"/>
                        </a:cubicBezTo>
                        <a:cubicBezTo>
                          <a:pt x="3325" y="18619"/>
                          <a:pt x="1685" y="20392"/>
                          <a:pt x="0" y="21634"/>
                        </a:cubicBezTo>
                        <a:cubicBezTo>
                          <a:pt x="1507" y="20392"/>
                          <a:pt x="3192" y="18663"/>
                          <a:pt x="4832" y="17378"/>
                        </a:cubicBezTo>
                        <a:cubicBezTo>
                          <a:pt x="6517" y="15649"/>
                          <a:pt x="8334" y="14275"/>
                          <a:pt x="9797" y="12590"/>
                        </a:cubicBezTo>
                        <a:cubicBezTo>
                          <a:pt x="11349" y="10906"/>
                          <a:pt x="11526" y="9797"/>
                          <a:pt x="12856" y="7847"/>
                        </a:cubicBezTo>
                        <a:cubicBezTo>
                          <a:pt x="14186" y="5674"/>
                          <a:pt x="17865" y="2128"/>
                          <a:pt x="2105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97" name="Forme libre : forme 21396">
                    <a:extLst>
                      <a:ext uri="{FF2B5EF4-FFF2-40B4-BE49-F238E27FC236}">
                        <a16:creationId xmlns:a16="http://schemas.microsoft.com/office/drawing/2014/main" id="{610444F3-5926-4899-BF2E-D807DC45B9C3}"/>
                      </a:ext>
                    </a:extLst>
                  </p:cNvPr>
                  <p:cNvSpPr/>
                  <p:nvPr/>
                </p:nvSpPr>
                <p:spPr>
                  <a:xfrm>
                    <a:off x="6005549" y="1310428"/>
                    <a:ext cx="16516" cy="4798"/>
                  </a:xfrm>
                  <a:custGeom>
                    <a:avLst/>
                    <a:gdLst>
                      <a:gd name="connsiteX0" fmla="*/ 16462 w 16516"/>
                      <a:gd name="connsiteY0" fmla="*/ 1236 h 4798"/>
                      <a:gd name="connsiteX1" fmla="*/ 7153 w 16516"/>
                      <a:gd name="connsiteY1" fmla="*/ 4339 h 4798"/>
                      <a:gd name="connsiteX2" fmla="*/ 60 w 16516"/>
                      <a:gd name="connsiteY2" fmla="*/ 3497 h 4798"/>
                      <a:gd name="connsiteX3" fmla="*/ 8882 w 16516"/>
                      <a:gd name="connsiteY3" fmla="*/ 394 h 4798"/>
                      <a:gd name="connsiteX4" fmla="*/ 16462 w 16516"/>
                      <a:gd name="connsiteY4" fmla="*/ 1236 h 4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16" h="4798">
                        <a:moveTo>
                          <a:pt x="16462" y="1236"/>
                        </a:moveTo>
                        <a:cubicBezTo>
                          <a:pt x="15753" y="3009"/>
                          <a:pt x="9192" y="4029"/>
                          <a:pt x="7153" y="4339"/>
                        </a:cubicBezTo>
                        <a:cubicBezTo>
                          <a:pt x="5158" y="4694"/>
                          <a:pt x="-650" y="5492"/>
                          <a:pt x="60" y="3497"/>
                        </a:cubicBezTo>
                        <a:cubicBezTo>
                          <a:pt x="769" y="1546"/>
                          <a:pt x="6931" y="571"/>
                          <a:pt x="8882" y="394"/>
                        </a:cubicBezTo>
                        <a:cubicBezTo>
                          <a:pt x="10788" y="128"/>
                          <a:pt x="17171" y="-670"/>
                          <a:pt x="16462" y="123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98" name="Forme libre : forme 21397">
                    <a:extLst>
                      <a:ext uri="{FF2B5EF4-FFF2-40B4-BE49-F238E27FC236}">
                        <a16:creationId xmlns:a16="http://schemas.microsoft.com/office/drawing/2014/main" id="{1AE86728-DF99-4BF7-8E36-081C41C42991}"/>
                      </a:ext>
                    </a:extLst>
                  </p:cNvPr>
                  <p:cNvSpPr/>
                  <p:nvPr/>
                </p:nvSpPr>
                <p:spPr>
                  <a:xfrm>
                    <a:off x="6019795" y="1310300"/>
                    <a:ext cx="4696" cy="1826"/>
                  </a:xfrm>
                  <a:custGeom>
                    <a:avLst/>
                    <a:gdLst>
                      <a:gd name="connsiteX0" fmla="*/ 4654 w 4696"/>
                      <a:gd name="connsiteY0" fmla="*/ 389 h 1826"/>
                      <a:gd name="connsiteX1" fmla="*/ 2704 w 4696"/>
                      <a:gd name="connsiteY1" fmla="*/ 1630 h 1826"/>
                      <a:gd name="connsiteX2" fmla="*/ 44 w 4696"/>
                      <a:gd name="connsiteY2" fmla="*/ 1453 h 1826"/>
                      <a:gd name="connsiteX3" fmla="*/ 1906 w 4696"/>
                      <a:gd name="connsiteY3" fmla="*/ 211 h 1826"/>
                      <a:gd name="connsiteX4" fmla="*/ 4654 w 4696"/>
                      <a:gd name="connsiteY4" fmla="*/ 389 h 1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6" h="1826">
                        <a:moveTo>
                          <a:pt x="4654" y="389"/>
                        </a:moveTo>
                        <a:cubicBezTo>
                          <a:pt x="4964" y="965"/>
                          <a:pt x="3502" y="1453"/>
                          <a:pt x="2704" y="1630"/>
                        </a:cubicBezTo>
                        <a:cubicBezTo>
                          <a:pt x="1906" y="1763"/>
                          <a:pt x="354" y="2073"/>
                          <a:pt x="44" y="1453"/>
                        </a:cubicBezTo>
                        <a:cubicBezTo>
                          <a:pt x="-267" y="876"/>
                          <a:pt x="1152" y="389"/>
                          <a:pt x="1906" y="211"/>
                        </a:cubicBezTo>
                        <a:cubicBezTo>
                          <a:pt x="2704" y="34"/>
                          <a:pt x="4344" y="-232"/>
                          <a:pt x="4654" y="3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99" name="Forme libre : forme 21398">
                    <a:extLst>
                      <a:ext uri="{FF2B5EF4-FFF2-40B4-BE49-F238E27FC236}">
                        <a16:creationId xmlns:a16="http://schemas.microsoft.com/office/drawing/2014/main" id="{9E9E9E6D-7B83-4D13-843D-C5B55BCF1F3E}"/>
                      </a:ext>
                    </a:extLst>
                  </p:cNvPr>
                  <p:cNvSpPr/>
                  <p:nvPr/>
                </p:nvSpPr>
                <p:spPr>
                  <a:xfrm>
                    <a:off x="6002721" y="1298568"/>
                    <a:ext cx="43387" cy="11644"/>
                  </a:xfrm>
                  <a:custGeom>
                    <a:avLst/>
                    <a:gdLst>
                      <a:gd name="connsiteX0" fmla="*/ 31880 w 43387"/>
                      <a:gd name="connsiteY0" fmla="*/ 3299 h 11644"/>
                      <a:gd name="connsiteX1" fmla="*/ 43007 w 43387"/>
                      <a:gd name="connsiteY1" fmla="*/ 8486 h 11644"/>
                      <a:gd name="connsiteX2" fmla="*/ 40569 w 43387"/>
                      <a:gd name="connsiteY2" fmla="*/ 11545 h 11644"/>
                      <a:gd name="connsiteX3" fmla="*/ 35471 w 43387"/>
                      <a:gd name="connsiteY3" fmla="*/ 10747 h 11644"/>
                      <a:gd name="connsiteX4" fmla="*/ 19867 w 43387"/>
                      <a:gd name="connsiteY4" fmla="*/ 7643 h 11644"/>
                      <a:gd name="connsiteX5" fmla="*/ 7897 w 43387"/>
                      <a:gd name="connsiteY5" fmla="*/ 7998 h 11644"/>
                      <a:gd name="connsiteX6" fmla="*/ 184 w 43387"/>
                      <a:gd name="connsiteY6" fmla="*/ 5693 h 11644"/>
                      <a:gd name="connsiteX7" fmla="*/ 21329 w 43387"/>
                      <a:gd name="connsiteY7" fmla="*/ 107 h 11644"/>
                      <a:gd name="connsiteX8" fmla="*/ 31880 w 43387"/>
                      <a:gd name="connsiteY8" fmla="*/ 3299 h 11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387" h="11644">
                        <a:moveTo>
                          <a:pt x="31880" y="3299"/>
                        </a:moveTo>
                        <a:cubicBezTo>
                          <a:pt x="36624" y="4585"/>
                          <a:pt x="40081" y="5782"/>
                          <a:pt x="43007" y="8486"/>
                        </a:cubicBezTo>
                        <a:cubicBezTo>
                          <a:pt x="44116" y="9505"/>
                          <a:pt x="42653" y="11190"/>
                          <a:pt x="40569" y="11545"/>
                        </a:cubicBezTo>
                        <a:cubicBezTo>
                          <a:pt x="38441" y="11899"/>
                          <a:pt x="37023" y="11234"/>
                          <a:pt x="35471" y="10747"/>
                        </a:cubicBezTo>
                        <a:cubicBezTo>
                          <a:pt x="30683" y="9062"/>
                          <a:pt x="25585" y="8131"/>
                          <a:pt x="19867" y="7643"/>
                        </a:cubicBezTo>
                        <a:cubicBezTo>
                          <a:pt x="18093" y="7422"/>
                          <a:pt x="12641" y="7954"/>
                          <a:pt x="7897" y="7998"/>
                        </a:cubicBezTo>
                        <a:cubicBezTo>
                          <a:pt x="3154" y="8175"/>
                          <a:pt x="-925" y="7865"/>
                          <a:pt x="184" y="5693"/>
                        </a:cubicBezTo>
                        <a:cubicBezTo>
                          <a:pt x="2356" y="1260"/>
                          <a:pt x="16497" y="-469"/>
                          <a:pt x="21329" y="107"/>
                        </a:cubicBezTo>
                        <a:cubicBezTo>
                          <a:pt x="26117" y="551"/>
                          <a:pt x="28289" y="2324"/>
                          <a:pt x="31880" y="329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54" name="Graphique 2">
                  <a:extLst>
                    <a:ext uri="{FF2B5EF4-FFF2-40B4-BE49-F238E27FC236}">
                      <a16:creationId xmlns:a16="http://schemas.microsoft.com/office/drawing/2014/main" id="{86CE8712-E93D-42BD-866C-52965B41D886}"/>
                    </a:ext>
                  </a:extLst>
                </p:cNvPr>
                <p:cNvGrpSpPr/>
                <p:nvPr/>
              </p:nvGrpSpPr>
              <p:grpSpPr>
                <a:xfrm>
                  <a:off x="6050590" y="1289301"/>
                  <a:ext cx="93856" cy="41147"/>
                  <a:chOff x="6050590" y="1289301"/>
                  <a:chExt cx="93856" cy="41147"/>
                </a:xfrm>
                <a:solidFill>
                  <a:schemeClr val="accent1"/>
                </a:solidFill>
              </p:grpSpPr>
              <p:sp>
                <p:nvSpPr>
                  <p:cNvPr id="21376" name="Forme libre : forme 21375">
                    <a:extLst>
                      <a:ext uri="{FF2B5EF4-FFF2-40B4-BE49-F238E27FC236}">
                        <a16:creationId xmlns:a16="http://schemas.microsoft.com/office/drawing/2014/main" id="{D2C608F1-08D6-4017-9C0C-6790D741212D}"/>
                      </a:ext>
                    </a:extLst>
                  </p:cNvPr>
                  <p:cNvSpPr/>
                  <p:nvPr/>
                </p:nvSpPr>
                <p:spPr>
                  <a:xfrm>
                    <a:off x="6050590" y="1289301"/>
                    <a:ext cx="93856" cy="41147"/>
                  </a:xfrm>
                  <a:custGeom>
                    <a:avLst/>
                    <a:gdLst>
                      <a:gd name="connsiteX0" fmla="*/ 59862 w 93856"/>
                      <a:gd name="connsiteY0" fmla="*/ 39209 h 41147"/>
                      <a:gd name="connsiteX1" fmla="*/ 46474 w 93856"/>
                      <a:gd name="connsiteY1" fmla="*/ 36726 h 41147"/>
                      <a:gd name="connsiteX2" fmla="*/ 38583 w 93856"/>
                      <a:gd name="connsiteY2" fmla="*/ 35751 h 41147"/>
                      <a:gd name="connsiteX3" fmla="*/ 31978 w 93856"/>
                      <a:gd name="connsiteY3" fmla="*/ 35086 h 41147"/>
                      <a:gd name="connsiteX4" fmla="*/ 2365 w 93856"/>
                      <a:gd name="connsiteY4" fmla="*/ 22718 h 41147"/>
                      <a:gd name="connsiteX5" fmla="*/ 1877 w 93856"/>
                      <a:gd name="connsiteY5" fmla="*/ 12699 h 41147"/>
                      <a:gd name="connsiteX6" fmla="*/ 34416 w 93856"/>
                      <a:gd name="connsiteY6" fmla="*/ 20 h 41147"/>
                      <a:gd name="connsiteX7" fmla="*/ 41996 w 93856"/>
                      <a:gd name="connsiteY7" fmla="*/ 331 h 41147"/>
                      <a:gd name="connsiteX8" fmla="*/ 51217 w 93856"/>
                      <a:gd name="connsiteY8" fmla="*/ 1306 h 41147"/>
                      <a:gd name="connsiteX9" fmla="*/ 55961 w 93856"/>
                      <a:gd name="connsiteY9" fmla="*/ 2015 h 41147"/>
                      <a:gd name="connsiteX10" fmla="*/ 60571 w 93856"/>
                      <a:gd name="connsiteY10" fmla="*/ 3035 h 41147"/>
                      <a:gd name="connsiteX11" fmla="*/ 68418 w 93856"/>
                      <a:gd name="connsiteY11" fmla="*/ 5163 h 41147"/>
                      <a:gd name="connsiteX12" fmla="*/ 74136 w 93856"/>
                      <a:gd name="connsiteY12" fmla="*/ 7335 h 41147"/>
                      <a:gd name="connsiteX13" fmla="*/ 79057 w 93856"/>
                      <a:gd name="connsiteY13" fmla="*/ 10128 h 41147"/>
                      <a:gd name="connsiteX14" fmla="*/ 86549 w 93856"/>
                      <a:gd name="connsiteY14" fmla="*/ 16644 h 41147"/>
                      <a:gd name="connsiteX15" fmla="*/ 89209 w 93856"/>
                      <a:gd name="connsiteY15" fmla="*/ 20146 h 41147"/>
                      <a:gd name="connsiteX16" fmla="*/ 90982 w 93856"/>
                      <a:gd name="connsiteY16" fmla="*/ 23693 h 41147"/>
                      <a:gd name="connsiteX17" fmla="*/ 93598 w 93856"/>
                      <a:gd name="connsiteY17" fmla="*/ 31140 h 41147"/>
                      <a:gd name="connsiteX18" fmla="*/ 89342 w 93856"/>
                      <a:gd name="connsiteY18" fmla="*/ 40007 h 41147"/>
                      <a:gd name="connsiteX19" fmla="*/ 74668 w 93856"/>
                      <a:gd name="connsiteY19" fmla="*/ 41026 h 41147"/>
                      <a:gd name="connsiteX20" fmla="*/ 59862 w 93856"/>
                      <a:gd name="connsiteY20" fmla="*/ 39209 h 41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93856" h="41147">
                        <a:moveTo>
                          <a:pt x="59862" y="39209"/>
                        </a:moveTo>
                        <a:cubicBezTo>
                          <a:pt x="56803" y="38499"/>
                          <a:pt x="51794" y="37436"/>
                          <a:pt x="46474" y="36726"/>
                        </a:cubicBezTo>
                        <a:cubicBezTo>
                          <a:pt x="43814" y="36327"/>
                          <a:pt x="41154" y="35928"/>
                          <a:pt x="38583" y="35751"/>
                        </a:cubicBezTo>
                        <a:cubicBezTo>
                          <a:pt x="36056" y="35529"/>
                          <a:pt x="33795" y="35175"/>
                          <a:pt x="31978" y="35086"/>
                        </a:cubicBezTo>
                        <a:cubicBezTo>
                          <a:pt x="18368" y="33845"/>
                          <a:pt x="10787" y="29456"/>
                          <a:pt x="2365" y="22718"/>
                        </a:cubicBezTo>
                        <a:cubicBezTo>
                          <a:pt x="-561" y="20368"/>
                          <a:pt x="-827" y="15314"/>
                          <a:pt x="1877" y="12699"/>
                        </a:cubicBezTo>
                        <a:cubicBezTo>
                          <a:pt x="9635" y="5163"/>
                          <a:pt x="18900" y="198"/>
                          <a:pt x="34416" y="20"/>
                        </a:cubicBezTo>
                        <a:cubicBezTo>
                          <a:pt x="36455" y="-68"/>
                          <a:pt x="39115" y="153"/>
                          <a:pt x="41996" y="331"/>
                        </a:cubicBezTo>
                        <a:cubicBezTo>
                          <a:pt x="44878" y="464"/>
                          <a:pt x="48025" y="818"/>
                          <a:pt x="51217" y="1306"/>
                        </a:cubicBezTo>
                        <a:cubicBezTo>
                          <a:pt x="52813" y="1527"/>
                          <a:pt x="54409" y="1793"/>
                          <a:pt x="55961" y="2015"/>
                        </a:cubicBezTo>
                        <a:cubicBezTo>
                          <a:pt x="57557" y="2370"/>
                          <a:pt x="59064" y="2724"/>
                          <a:pt x="60571" y="3035"/>
                        </a:cubicBezTo>
                        <a:cubicBezTo>
                          <a:pt x="63541" y="3655"/>
                          <a:pt x="66245" y="4365"/>
                          <a:pt x="68418" y="5163"/>
                        </a:cubicBezTo>
                        <a:cubicBezTo>
                          <a:pt x="70457" y="5828"/>
                          <a:pt x="72363" y="6581"/>
                          <a:pt x="74136" y="7335"/>
                        </a:cubicBezTo>
                        <a:cubicBezTo>
                          <a:pt x="75910" y="8221"/>
                          <a:pt x="77550" y="9197"/>
                          <a:pt x="79057" y="10128"/>
                        </a:cubicBezTo>
                        <a:cubicBezTo>
                          <a:pt x="82072" y="11945"/>
                          <a:pt x="84554" y="14295"/>
                          <a:pt x="86549" y="16644"/>
                        </a:cubicBezTo>
                        <a:cubicBezTo>
                          <a:pt x="87524" y="17797"/>
                          <a:pt x="88544" y="18994"/>
                          <a:pt x="89209" y="20146"/>
                        </a:cubicBezTo>
                        <a:cubicBezTo>
                          <a:pt x="89874" y="21299"/>
                          <a:pt x="90450" y="22496"/>
                          <a:pt x="90982" y="23693"/>
                        </a:cubicBezTo>
                        <a:cubicBezTo>
                          <a:pt x="92046" y="26087"/>
                          <a:pt x="92844" y="28569"/>
                          <a:pt x="93598" y="31140"/>
                        </a:cubicBezTo>
                        <a:cubicBezTo>
                          <a:pt x="94573" y="34731"/>
                          <a:pt x="92711" y="39297"/>
                          <a:pt x="89342" y="40007"/>
                        </a:cubicBezTo>
                        <a:cubicBezTo>
                          <a:pt x="84465" y="41071"/>
                          <a:pt x="79545" y="41337"/>
                          <a:pt x="74668" y="41026"/>
                        </a:cubicBezTo>
                        <a:cubicBezTo>
                          <a:pt x="70058" y="41071"/>
                          <a:pt x="65713" y="40361"/>
                          <a:pt x="59862" y="3920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77" name="Forme libre : forme 21376">
                    <a:extLst>
                      <a:ext uri="{FF2B5EF4-FFF2-40B4-BE49-F238E27FC236}">
                        <a16:creationId xmlns:a16="http://schemas.microsoft.com/office/drawing/2014/main" id="{39C8ECBF-9DB9-4852-9734-7190B102B102}"/>
                      </a:ext>
                    </a:extLst>
                  </p:cNvPr>
                  <p:cNvSpPr/>
                  <p:nvPr/>
                </p:nvSpPr>
                <p:spPr>
                  <a:xfrm>
                    <a:off x="6050693" y="1308029"/>
                    <a:ext cx="89326" cy="22328"/>
                  </a:xfrm>
                  <a:custGeom>
                    <a:avLst/>
                    <a:gdLst>
                      <a:gd name="connsiteX0" fmla="*/ 37238 w 89326"/>
                      <a:gd name="connsiteY0" fmla="*/ 4034 h 22328"/>
                      <a:gd name="connsiteX1" fmla="*/ 0 w 89326"/>
                      <a:gd name="connsiteY1" fmla="*/ 0 h 22328"/>
                      <a:gd name="connsiteX2" fmla="*/ 2217 w 89326"/>
                      <a:gd name="connsiteY2" fmla="*/ 3901 h 22328"/>
                      <a:gd name="connsiteX3" fmla="*/ 6517 w 89326"/>
                      <a:gd name="connsiteY3" fmla="*/ 7137 h 22328"/>
                      <a:gd name="connsiteX4" fmla="*/ 20171 w 89326"/>
                      <a:gd name="connsiteY4" fmla="*/ 14053 h 22328"/>
                      <a:gd name="connsiteX5" fmla="*/ 25623 w 89326"/>
                      <a:gd name="connsiteY5" fmla="*/ 15338 h 22328"/>
                      <a:gd name="connsiteX6" fmla="*/ 31830 w 89326"/>
                      <a:gd name="connsiteY6" fmla="*/ 16270 h 22328"/>
                      <a:gd name="connsiteX7" fmla="*/ 36529 w 89326"/>
                      <a:gd name="connsiteY7" fmla="*/ 16757 h 22328"/>
                      <a:gd name="connsiteX8" fmla="*/ 57808 w 89326"/>
                      <a:gd name="connsiteY8" fmla="*/ 19993 h 22328"/>
                      <a:gd name="connsiteX9" fmla="*/ 59714 w 89326"/>
                      <a:gd name="connsiteY9" fmla="*/ 20437 h 22328"/>
                      <a:gd name="connsiteX10" fmla="*/ 62728 w 89326"/>
                      <a:gd name="connsiteY10" fmla="*/ 20969 h 22328"/>
                      <a:gd name="connsiteX11" fmla="*/ 65433 w 89326"/>
                      <a:gd name="connsiteY11" fmla="*/ 21501 h 22328"/>
                      <a:gd name="connsiteX12" fmla="*/ 70531 w 89326"/>
                      <a:gd name="connsiteY12" fmla="*/ 22121 h 22328"/>
                      <a:gd name="connsiteX13" fmla="*/ 84495 w 89326"/>
                      <a:gd name="connsiteY13" fmla="*/ 22032 h 22328"/>
                      <a:gd name="connsiteX14" fmla="*/ 89150 w 89326"/>
                      <a:gd name="connsiteY14" fmla="*/ 21235 h 22328"/>
                      <a:gd name="connsiteX15" fmla="*/ 89327 w 89326"/>
                      <a:gd name="connsiteY15" fmla="*/ 21190 h 22328"/>
                      <a:gd name="connsiteX16" fmla="*/ 64679 w 89326"/>
                      <a:gd name="connsiteY16" fmla="*/ 8246 h 22328"/>
                      <a:gd name="connsiteX17" fmla="*/ 37238 w 89326"/>
                      <a:gd name="connsiteY17" fmla="*/ 4034 h 22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9326" h="22328">
                        <a:moveTo>
                          <a:pt x="37238" y="4034"/>
                        </a:moveTo>
                        <a:cubicBezTo>
                          <a:pt x="24426" y="3813"/>
                          <a:pt x="10684" y="4079"/>
                          <a:pt x="0" y="0"/>
                        </a:cubicBezTo>
                        <a:cubicBezTo>
                          <a:pt x="310" y="1507"/>
                          <a:pt x="1020" y="2926"/>
                          <a:pt x="2217" y="3901"/>
                        </a:cubicBezTo>
                        <a:cubicBezTo>
                          <a:pt x="3679" y="5054"/>
                          <a:pt x="5098" y="6162"/>
                          <a:pt x="6517" y="7137"/>
                        </a:cubicBezTo>
                        <a:cubicBezTo>
                          <a:pt x="10639" y="10107"/>
                          <a:pt x="14940" y="12413"/>
                          <a:pt x="20171" y="14053"/>
                        </a:cubicBezTo>
                        <a:cubicBezTo>
                          <a:pt x="21855" y="14585"/>
                          <a:pt x="23673" y="14984"/>
                          <a:pt x="25623" y="15338"/>
                        </a:cubicBezTo>
                        <a:cubicBezTo>
                          <a:pt x="27529" y="15737"/>
                          <a:pt x="29569" y="16048"/>
                          <a:pt x="31830" y="16270"/>
                        </a:cubicBezTo>
                        <a:cubicBezTo>
                          <a:pt x="33204" y="16358"/>
                          <a:pt x="34800" y="16535"/>
                          <a:pt x="36529" y="16757"/>
                        </a:cubicBezTo>
                        <a:cubicBezTo>
                          <a:pt x="43489" y="17200"/>
                          <a:pt x="52399" y="18796"/>
                          <a:pt x="57808" y="19993"/>
                        </a:cubicBezTo>
                        <a:cubicBezTo>
                          <a:pt x="58517" y="20171"/>
                          <a:pt x="59137" y="20304"/>
                          <a:pt x="59714" y="20437"/>
                        </a:cubicBezTo>
                        <a:cubicBezTo>
                          <a:pt x="60733" y="20614"/>
                          <a:pt x="61753" y="20791"/>
                          <a:pt x="62728" y="20969"/>
                        </a:cubicBezTo>
                        <a:cubicBezTo>
                          <a:pt x="63659" y="21190"/>
                          <a:pt x="64546" y="21368"/>
                          <a:pt x="65433" y="21501"/>
                        </a:cubicBezTo>
                        <a:cubicBezTo>
                          <a:pt x="67206" y="21811"/>
                          <a:pt x="69023" y="21855"/>
                          <a:pt x="70531" y="22121"/>
                        </a:cubicBezTo>
                        <a:cubicBezTo>
                          <a:pt x="74742" y="22298"/>
                          <a:pt x="79796" y="22520"/>
                          <a:pt x="84495" y="22032"/>
                        </a:cubicBezTo>
                        <a:cubicBezTo>
                          <a:pt x="86046" y="21855"/>
                          <a:pt x="87598" y="21589"/>
                          <a:pt x="89150" y="21235"/>
                        </a:cubicBezTo>
                        <a:lnTo>
                          <a:pt x="89327" y="21190"/>
                        </a:lnTo>
                        <a:cubicBezTo>
                          <a:pt x="81436" y="15649"/>
                          <a:pt x="73634" y="10905"/>
                          <a:pt x="64679" y="8246"/>
                        </a:cubicBezTo>
                        <a:cubicBezTo>
                          <a:pt x="55813" y="5408"/>
                          <a:pt x="46459" y="4079"/>
                          <a:pt x="37238" y="403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78" name="Forme libre : forme 21377">
                    <a:extLst>
                      <a:ext uri="{FF2B5EF4-FFF2-40B4-BE49-F238E27FC236}">
                        <a16:creationId xmlns:a16="http://schemas.microsoft.com/office/drawing/2014/main" id="{E83940A1-4A79-48A6-9EF2-E4BFBA54E632}"/>
                      </a:ext>
                    </a:extLst>
                  </p:cNvPr>
                  <p:cNvSpPr/>
                  <p:nvPr/>
                </p:nvSpPr>
                <p:spPr>
                  <a:xfrm>
                    <a:off x="6084207" y="1303164"/>
                    <a:ext cx="43407" cy="15499"/>
                  </a:xfrm>
                  <a:custGeom>
                    <a:avLst/>
                    <a:gdLst>
                      <a:gd name="connsiteX0" fmla="*/ 43223 w 43407"/>
                      <a:gd name="connsiteY0" fmla="*/ 13997 h 15499"/>
                      <a:gd name="connsiteX1" fmla="*/ 33115 w 43407"/>
                      <a:gd name="connsiteY1" fmla="*/ 14795 h 15499"/>
                      <a:gd name="connsiteX2" fmla="*/ 25845 w 43407"/>
                      <a:gd name="connsiteY2" fmla="*/ 13598 h 15499"/>
                      <a:gd name="connsiteX3" fmla="*/ 20082 w 43407"/>
                      <a:gd name="connsiteY3" fmla="*/ 12667 h 15499"/>
                      <a:gd name="connsiteX4" fmla="*/ 14674 w 43407"/>
                      <a:gd name="connsiteY4" fmla="*/ 11514 h 15499"/>
                      <a:gd name="connsiteX5" fmla="*/ 8068 w 43407"/>
                      <a:gd name="connsiteY5" fmla="*/ 9741 h 15499"/>
                      <a:gd name="connsiteX6" fmla="*/ 0 w 43407"/>
                      <a:gd name="connsiteY6" fmla="*/ 4111 h 15499"/>
                      <a:gd name="connsiteX7" fmla="*/ 8955 w 43407"/>
                      <a:gd name="connsiteY7" fmla="*/ 77 h 15499"/>
                      <a:gd name="connsiteX8" fmla="*/ 16314 w 43407"/>
                      <a:gd name="connsiteY8" fmla="*/ 343 h 15499"/>
                      <a:gd name="connsiteX9" fmla="*/ 22165 w 43407"/>
                      <a:gd name="connsiteY9" fmla="*/ 1318 h 15499"/>
                      <a:gd name="connsiteX10" fmla="*/ 28195 w 43407"/>
                      <a:gd name="connsiteY10" fmla="*/ 2914 h 15499"/>
                      <a:gd name="connsiteX11" fmla="*/ 35731 w 43407"/>
                      <a:gd name="connsiteY11" fmla="*/ 6017 h 15499"/>
                      <a:gd name="connsiteX12" fmla="*/ 43223 w 43407"/>
                      <a:gd name="connsiteY12" fmla="*/ 13997 h 15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407" h="15499">
                        <a:moveTo>
                          <a:pt x="43223" y="13997"/>
                        </a:moveTo>
                        <a:cubicBezTo>
                          <a:pt x="42292" y="16036"/>
                          <a:pt x="37859" y="15681"/>
                          <a:pt x="33115" y="14795"/>
                        </a:cubicBezTo>
                        <a:cubicBezTo>
                          <a:pt x="30677" y="14529"/>
                          <a:pt x="28106" y="14086"/>
                          <a:pt x="25845" y="13598"/>
                        </a:cubicBezTo>
                        <a:cubicBezTo>
                          <a:pt x="23540" y="13243"/>
                          <a:pt x="21456" y="12933"/>
                          <a:pt x="20082" y="12667"/>
                        </a:cubicBezTo>
                        <a:cubicBezTo>
                          <a:pt x="18708" y="12357"/>
                          <a:pt x="16801" y="11958"/>
                          <a:pt x="14674" y="11514"/>
                        </a:cubicBezTo>
                        <a:cubicBezTo>
                          <a:pt x="12546" y="11071"/>
                          <a:pt x="10240" y="10317"/>
                          <a:pt x="8068" y="9741"/>
                        </a:cubicBezTo>
                        <a:cubicBezTo>
                          <a:pt x="3724" y="8455"/>
                          <a:pt x="0" y="6594"/>
                          <a:pt x="0" y="4111"/>
                        </a:cubicBezTo>
                        <a:cubicBezTo>
                          <a:pt x="0" y="1495"/>
                          <a:pt x="4079" y="387"/>
                          <a:pt x="8955" y="77"/>
                        </a:cubicBezTo>
                        <a:cubicBezTo>
                          <a:pt x="11393" y="-145"/>
                          <a:pt x="13964" y="166"/>
                          <a:pt x="16314" y="343"/>
                        </a:cubicBezTo>
                        <a:cubicBezTo>
                          <a:pt x="18663" y="565"/>
                          <a:pt x="20747" y="919"/>
                          <a:pt x="22165" y="1318"/>
                        </a:cubicBezTo>
                        <a:cubicBezTo>
                          <a:pt x="23584" y="1673"/>
                          <a:pt x="25756" y="2205"/>
                          <a:pt x="28195" y="2914"/>
                        </a:cubicBezTo>
                        <a:cubicBezTo>
                          <a:pt x="30633" y="3801"/>
                          <a:pt x="33293" y="4865"/>
                          <a:pt x="35731" y="6017"/>
                        </a:cubicBezTo>
                        <a:cubicBezTo>
                          <a:pt x="40607" y="8677"/>
                          <a:pt x="44287" y="11736"/>
                          <a:pt x="43223" y="1399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79" name="Forme libre : forme 21378">
                    <a:extLst>
                      <a:ext uri="{FF2B5EF4-FFF2-40B4-BE49-F238E27FC236}">
                        <a16:creationId xmlns:a16="http://schemas.microsoft.com/office/drawing/2014/main" id="{DCD9F4B1-BAA5-42ED-9B90-4A40366D79EE}"/>
                      </a:ext>
                    </a:extLst>
                  </p:cNvPr>
                  <p:cNvSpPr/>
                  <p:nvPr/>
                </p:nvSpPr>
                <p:spPr>
                  <a:xfrm>
                    <a:off x="6083911" y="1303330"/>
                    <a:ext cx="29554" cy="13964"/>
                  </a:xfrm>
                  <a:custGeom>
                    <a:avLst/>
                    <a:gdLst>
                      <a:gd name="connsiteX0" fmla="*/ 10138 w 29554"/>
                      <a:gd name="connsiteY0" fmla="*/ 0 h 13964"/>
                      <a:gd name="connsiteX1" fmla="*/ 75 w 29554"/>
                      <a:gd name="connsiteY1" fmla="*/ 3946 h 13964"/>
                      <a:gd name="connsiteX2" fmla="*/ 20644 w 29554"/>
                      <a:gd name="connsiteY2" fmla="*/ 12590 h 13964"/>
                      <a:gd name="connsiteX3" fmla="*/ 29555 w 29554"/>
                      <a:gd name="connsiteY3" fmla="*/ 13964 h 13964"/>
                      <a:gd name="connsiteX4" fmla="*/ 24989 w 29554"/>
                      <a:gd name="connsiteY4" fmla="*/ 12368 h 13964"/>
                      <a:gd name="connsiteX5" fmla="*/ 10138 w 29554"/>
                      <a:gd name="connsiteY5" fmla="*/ 0 h 13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54" h="13964">
                        <a:moveTo>
                          <a:pt x="10138" y="0"/>
                        </a:moveTo>
                        <a:cubicBezTo>
                          <a:pt x="7168" y="621"/>
                          <a:pt x="-856" y="621"/>
                          <a:pt x="75" y="3946"/>
                        </a:cubicBezTo>
                        <a:cubicBezTo>
                          <a:pt x="1626" y="8999"/>
                          <a:pt x="13817" y="10994"/>
                          <a:pt x="20644" y="12590"/>
                        </a:cubicBezTo>
                        <a:cubicBezTo>
                          <a:pt x="22684" y="12989"/>
                          <a:pt x="27250" y="13610"/>
                          <a:pt x="29555" y="13964"/>
                        </a:cubicBezTo>
                        <a:cubicBezTo>
                          <a:pt x="28269" y="13565"/>
                          <a:pt x="26186" y="12856"/>
                          <a:pt x="24989" y="12368"/>
                        </a:cubicBezTo>
                        <a:cubicBezTo>
                          <a:pt x="18472" y="9088"/>
                          <a:pt x="10049" y="5586"/>
                          <a:pt x="10138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80" name="Forme libre : forme 21379">
                    <a:extLst>
                      <a:ext uri="{FF2B5EF4-FFF2-40B4-BE49-F238E27FC236}">
                        <a16:creationId xmlns:a16="http://schemas.microsoft.com/office/drawing/2014/main" id="{362BEE5E-AD86-4E6B-8DDD-280C5CA5AFAF}"/>
                      </a:ext>
                    </a:extLst>
                  </p:cNvPr>
                  <p:cNvSpPr/>
                  <p:nvPr/>
                </p:nvSpPr>
                <p:spPr>
                  <a:xfrm>
                    <a:off x="6086421" y="1304793"/>
                    <a:ext cx="43035" cy="15653"/>
                  </a:xfrm>
                  <a:custGeom>
                    <a:avLst/>
                    <a:gdLst>
                      <a:gd name="connsiteX0" fmla="*/ 42561 w 43035"/>
                      <a:gd name="connsiteY0" fmla="*/ 14541 h 15653"/>
                      <a:gd name="connsiteX1" fmla="*/ 38394 w 43035"/>
                      <a:gd name="connsiteY1" fmla="*/ 15649 h 15653"/>
                      <a:gd name="connsiteX2" fmla="*/ 32054 w 43035"/>
                      <a:gd name="connsiteY2" fmla="*/ 14984 h 15653"/>
                      <a:gd name="connsiteX3" fmla="*/ 19509 w 43035"/>
                      <a:gd name="connsiteY3" fmla="*/ 12812 h 15653"/>
                      <a:gd name="connsiteX4" fmla="*/ 7761 w 43035"/>
                      <a:gd name="connsiteY4" fmla="*/ 9753 h 15653"/>
                      <a:gd name="connsiteX5" fmla="*/ 3 w 43035"/>
                      <a:gd name="connsiteY5" fmla="*/ 3901 h 15653"/>
                      <a:gd name="connsiteX6" fmla="*/ 8914 w 43035"/>
                      <a:gd name="connsiteY6" fmla="*/ 0 h 15653"/>
                      <a:gd name="connsiteX7" fmla="*/ 16317 w 43035"/>
                      <a:gd name="connsiteY7" fmla="*/ 443 h 15653"/>
                      <a:gd name="connsiteX8" fmla="*/ 21991 w 43035"/>
                      <a:gd name="connsiteY8" fmla="*/ 1507 h 15653"/>
                      <a:gd name="connsiteX9" fmla="*/ 35867 w 43035"/>
                      <a:gd name="connsiteY9" fmla="*/ 6561 h 15653"/>
                      <a:gd name="connsiteX10" fmla="*/ 42561 w 43035"/>
                      <a:gd name="connsiteY10" fmla="*/ 14541 h 15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3035" h="15653">
                        <a:moveTo>
                          <a:pt x="42561" y="14541"/>
                        </a:moveTo>
                        <a:cubicBezTo>
                          <a:pt x="41719" y="15427"/>
                          <a:pt x="40211" y="15693"/>
                          <a:pt x="38394" y="15649"/>
                        </a:cubicBezTo>
                        <a:cubicBezTo>
                          <a:pt x="36576" y="15605"/>
                          <a:pt x="34315" y="15427"/>
                          <a:pt x="32054" y="14984"/>
                        </a:cubicBezTo>
                        <a:cubicBezTo>
                          <a:pt x="27488" y="14275"/>
                          <a:pt x="22479" y="13211"/>
                          <a:pt x="19509" y="12812"/>
                        </a:cubicBezTo>
                        <a:cubicBezTo>
                          <a:pt x="16627" y="12191"/>
                          <a:pt x="11884" y="11216"/>
                          <a:pt x="7761" y="9753"/>
                        </a:cubicBezTo>
                        <a:cubicBezTo>
                          <a:pt x="3638" y="8423"/>
                          <a:pt x="136" y="6561"/>
                          <a:pt x="3" y="3901"/>
                        </a:cubicBezTo>
                        <a:cubicBezTo>
                          <a:pt x="-130" y="1286"/>
                          <a:pt x="3993" y="222"/>
                          <a:pt x="8914" y="0"/>
                        </a:cubicBezTo>
                        <a:cubicBezTo>
                          <a:pt x="11352" y="0"/>
                          <a:pt x="13967" y="177"/>
                          <a:pt x="16317" y="443"/>
                        </a:cubicBezTo>
                        <a:cubicBezTo>
                          <a:pt x="18666" y="709"/>
                          <a:pt x="20661" y="1241"/>
                          <a:pt x="21991" y="1507"/>
                        </a:cubicBezTo>
                        <a:cubicBezTo>
                          <a:pt x="24607" y="1995"/>
                          <a:pt x="30902" y="3813"/>
                          <a:pt x="35867" y="6561"/>
                        </a:cubicBezTo>
                        <a:cubicBezTo>
                          <a:pt x="40921" y="9177"/>
                          <a:pt x="44334" y="12856"/>
                          <a:pt x="42561" y="1454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81" name="Forme libre : forme 21380">
                    <a:extLst>
                      <a:ext uri="{FF2B5EF4-FFF2-40B4-BE49-F238E27FC236}">
                        <a16:creationId xmlns:a16="http://schemas.microsoft.com/office/drawing/2014/main" id="{1D2B453F-BAF8-4F6D-8F7E-71A17EFD25DB}"/>
                      </a:ext>
                    </a:extLst>
                  </p:cNvPr>
                  <p:cNvSpPr/>
                  <p:nvPr/>
                </p:nvSpPr>
                <p:spPr>
                  <a:xfrm>
                    <a:off x="6063025" y="1297820"/>
                    <a:ext cx="53057" cy="25433"/>
                  </a:xfrm>
                  <a:custGeom>
                    <a:avLst/>
                    <a:gdLst>
                      <a:gd name="connsiteX0" fmla="*/ 435 w 53057"/>
                      <a:gd name="connsiteY0" fmla="*/ 9899 h 25433"/>
                      <a:gd name="connsiteX1" fmla="*/ 6243 w 53057"/>
                      <a:gd name="connsiteY1" fmla="*/ 15352 h 25433"/>
                      <a:gd name="connsiteX2" fmla="*/ 25349 w 53057"/>
                      <a:gd name="connsiteY2" fmla="*/ 23464 h 25433"/>
                      <a:gd name="connsiteX3" fmla="*/ 44678 w 53057"/>
                      <a:gd name="connsiteY3" fmla="*/ 25282 h 25433"/>
                      <a:gd name="connsiteX4" fmla="*/ 53056 w 53057"/>
                      <a:gd name="connsiteY4" fmla="*/ 21026 h 25433"/>
                      <a:gd name="connsiteX5" fmla="*/ 47515 w 53057"/>
                      <a:gd name="connsiteY5" fmla="*/ 16593 h 25433"/>
                      <a:gd name="connsiteX6" fmla="*/ 38915 w 53057"/>
                      <a:gd name="connsiteY6" fmla="*/ 11983 h 25433"/>
                      <a:gd name="connsiteX7" fmla="*/ 30049 w 53057"/>
                      <a:gd name="connsiteY7" fmla="*/ 7017 h 25433"/>
                      <a:gd name="connsiteX8" fmla="*/ 10676 w 53057"/>
                      <a:gd name="connsiteY8" fmla="*/ 102 h 25433"/>
                      <a:gd name="connsiteX9" fmla="*/ 435 w 53057"/>
                      <a:gd name="connsiteY9" fmla="*/ 9899 h 25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057" h="25433">
                        <a:moveTo>
                          <a:pt x="435" y="9899"/>
                        </a:moveTo>
                        <a:cubicBezTo>
                          <a:pt x="1765" y="12781"/>
                          <a:pt x="2918" y="13534"/>
                          <a:pt x="6243" y="15352"/>
                        </a:cubicBezTo>
                        <a:cubicBezTo>
                          <a:pt x="12538" y="18765"/>
                          <a:pt x="17503" y="21602"/>
                          <a:pt x="25349" y="23464"/>
                        </a:cubicBezTo>
                        <a:cubicBezTo>
                          <a:pt x="31999" y="24883"/>
                          <a:pt x="39003" y="25814"/>
                          <a:pt x="44678" y="25282"/>
                        </a:cubicBezTo>
                        <a:cubicBezTo>
                          <a:pt x="48712" y="25105"/>
                          <a:pt x="53145" y="23996"/>
                          <a:pt x="53056" y="21026"/>
                        </a:cubicBezTo>
                        <a:cubicBezTo>
                          <a:pt x="52968" y="19164"/>
                          <a:pt x="49820" y="18100"/>
                          <a:pt x="47515" y="16593"/>
                        </a:cubicBezTo>
                        <a:cubicBezTo>
                          <a:pt x="44633" y="15041"/>
                          <a:pt x="41841" y="13578"/>
                          <a:pt x="38915" y="11983"/>
                        </a:cubicBezTo>
                        <a:cubicBezTo>
                          <a:pt x="35989" y="10608"/>
                          <a:pt x="33063" y="8835"/>
                          <a:pt x="30049" y="7017"/>
                        </a:cubicBezTo>
                        <a:cubicBezTo>
                          <a:pt x="24995" y="3826"/>
                          <a:pt x="19054" y="-740"/>
                          <a:pt x="10676" y="102"/>
                        </a:cubicBezTo>
                        <a:cubicBezTo>
                          <a:pt x="3051" y="856"/>
                          <a:pt x="-1471" y="5954"/>
                          <a:pt x="435" y="989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82" name="Forme libre : forme 21381">
                    <a:extLst>
                      <a:ext uri="{FF2B5EF4-FFF2-40B4-BE49-F238E27FC236}">
                        <a16:creationId xmlns:a16="http://schemas.microsoft.com/office/drawing/2014/main" id="{AE880FB6-CC9D-45BD-9747-90D2EA5FF868}"/>
                      </a:ext>
                    </a:extLst>
                  </p:cNvPr>
                  <p:cNvSpPr/>
                  <p:nvPr/>
                </p:nvSpPr>
                <p:spPr>
                  <a:xfrm>
                    <a:off x="6074221" y="1298262"/>
                    <a:ext cx="19034" cy="5261"/>
                  </a:xfrm>
                  <a:custGeom>
                    <a:avLst/>
                    <a:gdLst>
                      <a:gd name="connsiteX0" fmla="*/ 1830 w 19034"/>
                      <a:gd name="connsiteY0" fmla="*/ 2763 h 5261"/>
                      <a:gd name="connsiteX1" fmla="*/ 56 w 19034"/>
                      <a:gd name="connsiteY1" fmla="*/ 4004 h 5261"/>
                      <a:gd name="connsiteX2" fmla="*/ 1431 w 19034"/>
                      <a:gd name="connsiteY2" fmla="*/ 5112 h 5261"/>
                      <a:gd name="connsiteX3" fmla="*/ 4844 w 19034"/>
                      <a:gd name="connsiteY3" fmla="*/ 5245 h 5261"/>
                      <a:gd name="connsiteX4" fmla="*/ 13223 w 19034"/>
                      <a:gd name="connsiteY4" fmla="*/ 4580 h 5261"/>
                      <a:gd name="connsiteX5" fmla="*/ 16282 w 19034"/>
                      <a:gd name="connsiteY5" fmla="*/ 4092 h 5261"/>
                      <a:gd name="connsiteX6" fmla="*/ 14774 w 19034"/>
                      <a:gd name="connsiteY6" fmla="*/ 14 h 5261"/>
                      <a:gd name="connsiteX7" fmla="*/ 1830 w 19034"/>
                      <a:gd name="connsiteY7" fmla="*/ 2763 h 5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34" h="5261">
                        <a:moveTo>
                          <a:pt x="1830" y="2763"/>
                        </a:moveTo>
                        <a:cubicBezTo>
                          <a:pt x="943" y="3161"/>
                          <a:pt x="367" y="3427"/>
                          <a:pt x="56" y="4004"/>
                        </a:cubicBezTo>
                        <a:cubicBezTo>
                          <a:pt x="-209" y="4580"/>
                          <a:pt x="500" y="4935"/>
                          <a:pt x="1431" y="5112"/>
                        </a:cubicBezTo>
                        <a:cubicBezTo>
                          <a:pt x="2362" y="5245"/>
                          <a:pt x="3736" y="5289"/>
                          <a:pt x="4844" y="5245"/>
                        </a:cubicBezTo>
                        <a:cubicBezTo>
                          <a:pt x="7593" y="5156"/>
                          <a:pt x="10563" y="4846"/>
                          <a:pt x="13223" y="4580"/>
                        </a:cubicBezTo>
                        <a:cubicBezTo>
                          <a:pt x="14331" y="4491"/>
                          <a:pt x="15351" y="4403"/>
                          <a:pt x="16282" y="4092"/>
                        </a:cubicBezTo>
                        <a:cubicBezTo>
                          <a:pt x="20050" y="2807"/>
                          <a:pt x="20316" y="191"/>
                          <a:pt x="14774" y="14"/>
                        </a:cubicBezTo>
                        <a:cubicBezTo>
                          <a:pt x="10430" y="-163"/>
                          <a:pt x="5332" y="1388"/>
                          <a:pt x="1830" y="276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83" name="Forme libre : forme 21382">
                    <a:extLst>
                      <a:ext uri="{FF2B5EF4-FFF2-40B4-BE49-F238E27FC236}">
                        <a16:creationId xmlns:a16="http://schemas.microsoft.com/office/drawing/2014/main" id="{7019125B-1F3E-4547-B1CE-26882B32E462}"/>
                      </a:ext>
                    </a:extLst>
                  </p:cNvPr>
                  <p:cNvSpPr/>
                  <p:nvPr/>
                </p:nvSpPr>
                <p:spPr>
                  <a:xfrm>
                    <a:off x="6111560" y="1327349"/>
                    <a:ext cx="27972" cy="1355"/>
                  </a:xfrm>
                  <a:custGeom>
                    <a:avLst/>
                    <a:gdLst>
                      <a:gd name="connsiteX0" fmla="*/ 27973 w 27972"/>
                      <a:gd name="connsiteY0" fmla="*/ 141 h 1355"/>
                      <a:gd name="connsiteX1" fmla="*/ 13964 w 27972"/>
                      <a:gd name="connsiteY1" fmla="*/ 1028 h 1355"/>
                      <a:gd name="connsiteX2" fmla="*/ 0 w 27972"/>
                      <a:gd name="connsiteY2" fmla="*/ 629 h 1355"/>
                      <a:gd name="connsiteX3" fmla="*/ 13610 w 27972"/>
                      <a:gd name="connsiteY3" fmla="*/ 97 h 1355"/>
                      <a:gd name="connsiteX4" fmla="*/ 20968 w 27972"/>
                      <a:gd name="connsiteY4" fmla="*/ 141 h 1355"/>
                      <a:gd name="connsiteX5" fmla="*/ 27973 w 27972"/>
                      <a:gd name="connsiteY5" fmla="*/ 141 h 1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72" h="1355">
                        <a:moveTo>
                          <a:pt x="27973" y="141"/>
                        </a:moveTo>
                        <a:cubicBezTo>
                          <a:pt x="24559" y="1870"/>
                          <a:pt x="19107" y="1338"/>
                          <a:pt x="13964" y="1028"/>
                        </a:cubicBezTo>
                        <a:cubicBezTo>
                          <a:pt x="9088" y="762"/>
                          <a:pt x="4034" y="540"/>
                          <a:pt x="0" y="629"/>
                        </a:cubicBezTo>
                        <a:cubicBezTo>
                          <a:pt x="4344" y="584"/>
                          <a:pt x="8999" y="186"/>
                          <a:pt x="13610" y="97"/>
                        </a:cubicBezTo>
                        <a:cubicBezTo>
                          <a:pt x="15915" y="-125"/>
                          <a:pt x="18530" y="97"/>
                          <a:pt x="20968" y="141"/>
                        </a:cubicBezTo>
                        <a:cubicBezTo>
                          <a:pt x="23451" y="186"/>
                          <a:pt x="25756" y="230"/>
                          <a:pt x="27973" y="1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84" name="Forme libre : forme 21383">
                    <a:extLst>
                      <a:ext uri="{FF2B5EF4-FFF2-40B4-BE49-F238E27FC236}">
                        <a16:creationId xmlns:a16="http://schemas.microsoft.com/office/drawing/2014/main" id="{3E21092F-BF1D-4604-9683-1BCA8D1BE774}"/>
                      </a:ext>
                    </a:extLst>
                  </p:cNvPr>
                  <p:cNvSpPr/>
                  <p:nvPr/>
                </p:nvSpPr>
                <p:spPr>
                  <a:xfrm>
                    <a:off x="6053176" y="1290429"/>
                    <a:ext cx="32937" cy="12368"/>
                  </a:xfrm>
                  <a:custGeom>
                    <a:avLst/>
                    <a:gdLst>
                      <a:gd name="connsiteX0" fmla="*/ 32938 w 32937"/>
                      <a:gd name="connsiteY0" fmla="*/ 0 h 12368"/>
                      <a:gd name="connsiteX1" fmla="*/ 0 w 32937"/>
                      <a:gd name="connsiteY1" fmla="*/ 12368 h 12368"/>
                      <a:gd name="connsiteX2" fmla="*/ 32938 w 32937"/>
                      <a:gd name="connsiteY2" fmla="*/ 0 h 12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937" h="12368">
                        <a:moveTo>
                          <a:pt x="32938" y="0"/>
                        </a:moveTo>
                        <a:cubicBezTo>
                          <a:pt x="19195" y="44"/>
                          <a:pt x="7758" y="6029"/>
                          <a:pt x="0" y="12368"/>
                        </a:cubicBezTo>
                        <a:cubicBezTo>
                          <a:pt x="6916" y="6029"/>
                          <a:pt x="21235" y="1463"/>
                          <a:pt x="329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85" name="Forme libre : forme 21384">
                    <a:extLst>
                      <a:ext uri="{FF2B5EF4-FFF2-40B4-BE49-F238E27FC236}">
                        <a16:creationId xmlns:a16="http://schemas.microsoft.com/office/drawing/2014/main" id="{082C42CF-A875-4FC2-96C5-F65B7C108756}"/>
                      </a:ext>
                    </a:extLst>
                  </p:cNvPr>
                  <p:cNvSpPr/>
                  <p:nvPr/>
                </p:nvSpPr>
                <p:spPr>
                  <a:xfrm>
                    <a:off x="6102539" y="1305455"/>
                    <a:ext cx="16159" cy="6814"/>
                  </a:xfrm>
                  <a:custGeom>
                    <a:avLst/>
                    <a:gdLst>
                      <a:gd name="connsiteX0" fmla="*/ 15892 w 16159"/>
                      <a:gd name="connsiteY0" fmla="*/ 6475 h 6814"/>
                      <a:gd name="connsiteX1" fmla="*/ 6228 w 16159"/>
                      <a:gd name="connsiteY1" fmla="*/ 4569 h 6814"/>
                      <a:gd name="connsiteX2" fmla="*/ 243 w 16159"/>
                      <a:gd name="connsiteY2" fmla="*/ 535 h 6814"/>
                      <a:gd name="connsiteX3" fmla="*/ 9641 w 16159"/>
                      <a:gd name="connsiteY3" fmla="*/ 1820 h 6814"/>
                      <a:gd name="connsiteX4" fmla="*/ 15892 w 16159"/>
                      <a:gd name="connsiteY4" fmla="*/ 6475 h 68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59" h="6814">
                        <a:moveTo>
                          <a:pt x="15892" y="6475"/>
                        </a:moveTo>
                        <a:cubicBezTo>
                          <a:pt x="14296" y="7761"/>
                          <a:pt x="8267" y="5012"/>
                          <a:pt x="6228" y="4569"/>
                        </a:cubicBezTo>
                        <a:cubicBezTo>
                          <a:pt x="4321" y="3904"/>
                          <a:pt x="-1220" y="1953"/>
                          <a:pt x="243" y="535"/>
                        </a:cubicBezTo>
                        <a:cubicBezTo>
                          <a:pt x="1750" y="-1017"/>
                          <a:pt x="7779" y="1244"/>
                          <a:pt x="9641" y="1820"/>
                        </a:cubicBezTo>
                        <a:cubicBezTo>
                          <a:pt x="11503" y="2618"/>
                          <a:pt x="17488" y="5234"/>
                          <a:pt x="15892" y="647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86" name="Forme libre : forme 21385">
                    <a:extLst>
                      <a:ext uri="{FF2B5EF4-FFF2-40B4-BE49-F238E27FC236}">
                        <a16:creationId xmlns:a16="http://schemas.microsoft.com/office/drawing/2014/main" id="{C7F5956D-85C5-446D-A3C7-6792889E44CD}"/>
                      </a:ext>
                    </a:extLst>
                  </p:cNvPr>
                  <p:cNvSpPr/>
                  <p:nvPr/>
                </p:nvSpPr>
                <p:spPr>
                  <a:xfrm>
                    <a:off x="6116524" y="1310508"/>
                    <a:ext cx="4523" cy="2246"/>
                  </a:xfrm>
                  <a:custGeom>
                    <a:avLst/>
                    <a:gdLst>
                      <a:gd name="connsiteX0" fmla="*/ 4523 w 4523"/>
                      <a:gd name="connsiteY0" fmla="*/ 1909 h 2246"/>
                      <a:gd name="connsiteX1" fmla="*/ 2218 w 4523"/>
                      <a:gd name="connsiteY1" fmla="*/ 1865 h 2246"/>
                      <a:gd name="connsiteX2" fmla="*/ 1 w 4523"/>
                      <a:gd name="connsiteY2" fmla="*/ 402 h 2246"/>
                      <a:gd name="connsiteX3" fmla="*/ 2306 w 4523"/>
                      <a:gd name="connsiteY3" fmla="*/ 269 h 2246"/>
                      <a:gd name="connsiteX4" fmla="*/ 4523 w 4523"/>
                      <a:gd name="connsiteY4" fmla="*/ 1909 h 2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3" h="2246">
                        <a:moveTo>
                          <a:pt x="4523" y="1909"/>
                        </a:moveTo>
                        <a:cubicBezTo>
                          <a:pt x="4434" y="2574"/>
                          <a:pt x="2971" y="2087"/>
                          <a:pt x="2218" y="1865"/>
                        </a:cubicBezTo>
                        <a:cubicBezTo>
                          <a:pt x="1464" y="1643"/>
                          <a:pt x="-43" y="1067"/>
                          <a:pt x="1" y="402"/>
                        </a:cubicBezTo>
                        <a:cubicBezTo>
                          <a:pt x="45" y="-263"/>
                          <a:pt x="1508" y="48"/>
                          <a:pt x="2306" y="269"/>
                        </a:cubicBezTo>
                        <a:cubicBezTo>
                          <a:pt x="3060" y="447"/>
                          <a:pt x="4567" y="1244"/>
                          <a:pt x="4523" y="19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87" name="Forme libre : forme 21386">
                    <a:extLst>
                      <a:ext uri="{FF2B5EF4-FFF2-40B4-BE49-F238E27FC236}">
                        <a16:creationId xmlns:a16="http://schemas.microsoft.com/office/drawing/2014/main" id="{2B3DC02C-35D0-4069-A26D-71B48313F4C9}"/>
                      </a:ext>
                    </a:extLst>
                  </p:cNvPr>
                  <p:cNvSpPr/>
                  <p:nvPr/>
                </p:nvSpPr>
                <p:spPr>
                  <a:xfrm>
                    <a:off x="6104048" y="1295253"/>
                    <a:ext cx="36022" cy="28970"/>
                  </a:xfrm>
                  <a:custGeom>
                    <a:avLst/>
                    <a:gdLst>
                      <a:gd name="connsiteX0" fmla="*/ 30875 w 36022"/>
                      <a:gd name="connsiteY0" fmla="*/ 16322 h 28970"/>
                      <a:gd name="connsiteX1" fmla="*/ 36017 w 36022"/>
                      <a:gd name="connsiteY1" fmla="*/ 27627 h 28970"/>
                      <a:gd name="connsiteX2" fmla="*/ 32160 w 36022"/>
                      <a:gd name="connsiteY2" fmla="*/ 28292 h 28970"/>
                      <a:gd name="connsiteX3" fmla="*/ 28880 w 36022"/>
                      <a:gd name="connsiteY3" fmla="*/ 24302 h 28970"/>
                      <a:gd name="connsiteX4" fmla="*/ 24180 w 36022"/>
                      <a:gd name="connsiteY4" fmla="*/ 18007 h 28970"/>
                      <a:gd name="connsiteX5" fmla="*/ 17797 w 36022"/>
                      <a:gd name="connsiteY5" fmla="*/ 12332 h 28970"/>
                      <a:gd name="connsiteX6" fmla="*/ 13364 w 36022"/>
                      <a:gd name="connsiteY6" fmla="*/ 9850 h 28970"/>
                      <a:gd name="connsiteX7" fmla="*/ 6714 w 36022"/>
                      <a:gd name="connsiteY7" fmla="*/ 6569 h 28970"/>
                      <a:gd name="connsiteX8" fmla="*/ 552 w 36022"/>
                      <a:gd name="connsiteY8" fmla="*/ 895 h 28970"/>
                      <a:gd name="connsiteX9" fmla="*/ 11901 w 36022"/>
                      <a:gd name="connsiteY9" fmla="*/ 1294 h 28970"/>
                      <a:gd name="connsiteX10" fmla="*/ 23338 w 36022"/>
                      <a:gd name="connsiteY10" fmla="*/ 6968 h 28970"/>
                      <a:gd name="connsiteX11" fmla="*/ 30875 w 36022"/>
                      <a:gd name="connsiteY11" fmla="*/ 16322 h 28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6022" h="28970">
                        <a:moveTo>
                          <a:pt x="30875" y="16322"/>
                        </a:moveTo>
                        <a:cubicBezTo>
                          <a:pt x="34022" y="20534"/>
                          <a:pt x="35574" y="23593"/>
                          <a:pt x="36017" y="27627"/>
                        </a:cubicBezTo>
                        <a:cubicBezTo>
                          <a:pt x="36150" y="29134"/>
                          <a:pt x="33978" y="29400"/>
                          <a:pt x="32160" y="28292"/>
                        </a:cubicBezTo>
                        <a:cubicBezTo>
                          <a:pt x="30343" y="27183"/>
                          <a:pt x="29633" y="25765"/>
                          <a:pt x="28880" y="24302"/>
                        </a:cubicBezTo>
                        <a:cubicBezTo>
                          <a:pt x="27594" y="22174"/>
                          <a:pt x="25998" y="20090"/>
                          <a:pt x="24180" y="18007"/>
                        </a:cubicBezTo>
                        <a:cubicBezTo>
                          <a:pt x="22319" y="16056"/>
                          <a:pt x="20146" y="14283"/>
                          <a:pt x="17797" y="12332"/>
                        </a:cubicBezTo>
                        <a:cubicBezTo>
                          <a:pt x="17088" y="11667"/>
                          <a:pt x="15403" y="10914"/>
                          <a:pt x="13364" y="9850"/>
                        </a:cubicBezTo>
                        <a:cubicBezTo>
                          <a:pt x="11325" y="8786"/>
                          <a:pt x="8931" y="7545"/>
                          <a:pt x="6714" y="6569"/>
                        </a:cubicBezTo>
                        <a:cubicBezTo>
                          <a:pt x="2281" y="4397"/>
                          <a:pt x="-1443" y="2358"/>
                          <a:pt x="552" y="895"/>
                        </a:cubicBezTo>
                        <a:cubicBezTo>
                          <a:pt x="2547" y="-612"/>
                          <a:pt x="7202" y="-36"/>
                          <a:pt x="11901" y="1294"/>
                        </a:cubicBezTo>
                        <a:cubicBezTo>
                          <a:pt x="16600" y="2846"/>
                          <a:pt x="21210" y="5195"/>
                          <a:pt x="23338" y="6968"/>
                        </a:cubicBezTo>
                        <a:cubicBezTo>
                          <a:pt x="27594" y="10205"/>
                          <a:pt x="28436" y="13175"/>
                          <a:pt x="30875" y="1632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55" name="Graphique 2">
                  <a:extLst>
                    <a:ext uri="{FF2B5EF4-FFF2-40B4-BE49-F238E27FC236}">
                      <a16:creationId xmlns:a16="http://schemas.microsoft.com/office/drawing/2014/main" id="{592E3F32-098B-4476-83BE-5C3FED08A6E5}"/>
                    </a:ext>
                  </a:extLst>
                </p:cNvPr>
                <p:cNvGrpSpPr/>
                <p:nvPr/>
              </p:nvGrpSpPr>
              <p:grpSpPr>
                <a:xfrm>
                  <a:off x="6142110" y="1323439"/>
                  <a:ext cx="78349" cy="66813"/>
                  <a:chOff x="6142110" y="1323439"/>
                  <a:chExt cx="78349" cy="66813"/>
                </a:xfrm>
                <a:solidFill>
                  <a:schemeClr val="accent1"/>
                </a:solidFill>
              </p:grpSpPr>
              <p:sp>
                <p:nvSpPr>
                  <p:cNvPr id="21364" name="Forme libre : forme 21363">
                    <a:extLst>
                      <a:ext uri="{FF2B5EF4-FFF2-40B4-BE49-F238E27FC236}">
                        <a16:creationId xmlns:a16="http://schemas.microsoft.com/office/drawing/2014/main" id="{D5202206-046C-4B3C-A5A4-5B18F0A362A7}"/>
                      </a:ext>
                    </a:extLst>
                  </p:cNvPr>
                  <p:cNvSpPr/>
                  <p:nvPr/>
                </p:nvSpPr>
                <p:spPr>
                  <a:xfrm>
                    <a:off x="6142148" y="1323439"/>
                    <a:ext cx="78311" cy="66813"/>
                  </a:xfrm>
                  <a:custGeom>
                    <a:avLst/>
                    <a:gdLst>
                      <a:gd name="connsiteX0" fmla="*/ 41272 w 78311"/>
                      <a:gd name="connsiteY0" fmla="*/ 57780 h 66813"/>
                      <a:gd name="connsiteX1" fmla="*/ 15737 w 78311"/>
                      <a:gd name="connsiteY1" fmla="*/ 37077 h 66813"/>
                      <a:gd name="connsiteX2" fmla="*/ 88 w 78311"/>
                      <a:gd name="connsiteY2" fmla="*/ 7908 h 66813"/>
                      <a:gd name="connsiteX3" fmla="*/ 6383 w 78311"/>
                      <a:gd name="connsiteY3" fmla="*/ 61 h 66813"/>
                      <a:gd name="connsiteX4" fmla="*/ 38612 w 78311"/>
                      <a:gd name="connsiteY4" fmla="*/ 10390 h 66813"/>
                      <a:gd name="connsiteX5" fmla="*/ 62107 w 78311"/>
                      <a:gd name="connsiteY5" fmla="*/ 29497 h 66813"/>
                      <a:gd name="connsiteX6" fmla="*/ 78066 w 78311"/>
                      <a:gd name="connsiteY6" fmla="*/ 57071 h 66813"/>
                      <a:gd name="connsiteX7" fmla="*/ 73899 w 78311"/>
                      <a:gd name="connsiteY7" fmla="*/ 65981 h 66813"/>
                      <a:gd name="connsiteX8" fmla="*/ 41272 w 78311"/>
                      <a:gd name="connsiteY8" fmla="*/ 57780 h 66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311" h="66813">
                        <a:moveTo>
                          <a:pt x="41272" y="57780"/>
                        </a:moveTo>
                        <a:cubicBezTo>
                          <a:pt x="34711" y="53214"/>
                          <a:pt x="21589" y="42441"/>
                          <a:pt x="15737" y="37077"/>
                        </a:cubicBezTo>
                        <a:cubicBezTo>
                          <a:pt x="4699" y="27014"/>
                          <a:pt x="1906" y="18547"/>
                          <a:pt x="88" y="7908"/>
                        </a:cubicBezTo>
                        <a:cubicBezTo>
                          <a:pt x="-577" y="4272"/>
                          <a:pt x="2615" y="283"/>
                          <a:pt x="6383" y="61"/>
                        </a:cubicBezTo>
                        <a:cubicBezTo>
                          <a:pt x="17156" y="-427"/>
                          <a:pt x="27086" y="1923"/>
                          <a:pt x="38612" y="10390"/>
                        </a:cubicBezTo>
                        <a:cubicBezTo>
                          <a:pt x="44818" y="14912"/>
                          <a:pt x="56389" y="24576"/>
                          <a:pt x="62107" y="29497"/>
                        </a:cubicBezTo>
                        <a:cubicBezTo>
                          <a:pt x="72791" y="38806"/>
                          <a:pt x="75540" y="46963"/>
                          <a:pt x="78066" y="57071"/>
                        </a:cubicBezTo>
                        <a:cubicBezTo>
                          <a:pt x="78953" y="60528"/>
                          <a:pt x="77401" y="65227"/>
                          <a:pt x="73899" y="65981"/>
                        </a:cubicBezTo>
                        <a:cubicBezTo>
                          <a:pt x="63836" y="68153"/>
                          <a:pt x="53418" y="66291"/>
                          <a:pt x="41272" y="5778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65" name="Forme libre : forme 21364">
                    <a:extLst>
                      <a:ext uri="{FF2B5EF4-FFF2-40B4-BE49-F238E27FC236}">
                        <a16:creationId xmlns:a16="http://schemas.microsoft.com/office/drawing/2014/main" id="{FFBE82FB-BA9D-4DC8-AD1B-83108961B149}"/>
                      </a:ext>
                    </a:extLst>
                  </p:cNvPr>
                  <p:cNvSpPr/>
                  <p:nvPr/>
                </p:nvSpPr>
                <p:spPr>
                  <a:xfrm>
                    <a:off x="6142110" y="1326914"/>
                    <a:ext cx="74114" cy="63188"/>
                  </a:xfrm>
                  <a:custGeom>
                    <a:avLst/>
                    <a:gdLst>
                      <a:gd name="connsiteX0" fmla="*/ 27567 w 74114"/>
                      <a:gd name="connsiteY0" fmla="*/ 27042 h 63188"/>
                      <a:gd name="connsiteX1" fmla="*/ 1013 w 74114"/>
                      <a:gd name="connsiteY1" fmla="*/ 0 h 63188"/>
                      <a:gd name="connsiteX2" fmla="*/ 82 w 74114"/>
                      <a:gd name="connsiteY2" fmla="*/ 4344 h 63188"/>
                      <a:gd name="connsiteX3" fmla="*/ 1146 w 74114"/>
                      <a:gd name="connsiteY3" fmla="*/ 9664 h 63188"/>
                      <a:gd name="connsiteX4" fmla="*/ 7352 w 74114"/>
                      <a:gd name="connsiteY4" fmla="*/ 24027 h 63188"/>
                      <a:gd name="connsiteX5" fmla="*/ 15775 w 74114"/>
                      <a:gd name="connsiteY5" fmla="*/ 33514 h 63188"/>
                      <a:gd name="connsiteX6" fmla="*/ 19676 w 74114"/>
                      <a:gd name="connsiteY6" fmla="*/ 36972 h 63188"/>
                      <a:gd name="connsiteX7" fmla="*/ 39315 w 74114"/>
                      <a:gd name="connsiteY7" fmla="*/ 52754 h 63188"/>
                      <a:gd name="connsiteX8" fmla="*/ 41310 w 74114"/>
                      <a:gd name="connsiteY8" fmla="*/ 54217 h 63188"/>
                      <a:gd name="connsiteX9" fmla="*/ 53678 w 74114"/>
                      <a:gd name="connsiteY9" fmla="*/ 60866 h 63188"/>
                      <a:gd name="connsiteX10" fmla="*/ 69150 w 74114"/>
                      <a:gd name="connsiteY10" fmla="*/ 63127 h 63188"/>
                      <a:gd name="connsiteX11" fmla="*/ 73938 w 74114"/>
                      <a:gd name="connsiteY11" fmla="*/ 62418 h 63188"/>
                      <a:gd name="connsiteX12" fmla="*/ 74115 w 74114"/>
                      <a:gd name="connsiteY12" fmla="*/ 62374 h 63188"/>
                      <a:gd name="connsiteX13" fmla="*/ 27567 w 74114"/>
                      <a:gd name="connsiteY13" fmla="*/ 27042 h 63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4114" h="63188">
                        <a:moveTo>
                          <a:pt x="27567" y="27042"/>
                        </a:moveTo>
                        <a:cubicBezTo>
                          <a:pt x="16928" y="19240"/>
                          <a:pt x="6244" y="10152"/>
                          <a:pt x="1013" y="0"/>
                        </a:cubicBezTo>
                        <a:cubicBezTo>
                          <a:pt x="215" y="1330"/>
                          <a:pt x="-184" y="2881"/>
                          <a:pt x="82" y="4344"/>
                        </a:cubicBezTo>
                        <a:cubicBezTo>
                          <a:pt x="392" y="6162"/>
                          <a:pt x="747" y="7935"/>
                          <a:pt x="1146" y="9664"/>
                        </a:cubicBezTo>
                        <a:cubicBezTo>
                          <a:pt x="2343" y="14629"/>
                          <a:pt x="4116" y="19284"/>
                          <a:pt x="7352" y="24027"/>
                        </a:cubicBezTo>
                        <a:cubicBezTo>
                          <a:pt x="9436" y="27086"/>
                          <a:pt x="12140" y="30189"/>
                          <a:pt x="15775" y="33514"/>
                        </a:cubicBezTo>
                        <a:cubicBezTo>
                          <a:pt x="16883" y="34489"/>
                          <a:pt x="18213" y="35686"/>
                          <a:pt x="19676" y="36972"/>
                        </a:cubicBezTo>
                        <a:cubicBezTo>
                          <a:pt x="25484" y="41937"/>
                          <a:pt x="33774" y="48675"/>
                          <a:pt x="39315" y="52754"/>
                        </a:cubicBezTo>
                        <a:cubicBezTo>
                          <a:pt x="40024" y="53286"/>
                          <a:pt x="40734" y="53773"/>
                          <a:pt x="41310" y="54217"/>
                        </a:cubicBezTo>
                        <a:cubicBezTo>
                          <a:pt x="45654" y="57231"/>
                          <a:pt x="49733" y="59403"/>
                          <a:pt x="53678" y="60866"/>
                        </a:cubicBezTo>
                        <a:cubicBezTo>
                          <a:pt x="59086" y="62817"/>
                          <a:pt x="64185" y="63393"/>
                          <a:pt x="69150" y="63127"/>
                        </a:cubicBezTo>
                        <a:cubicBezTo>
                          <a:pt x="70790" y="62994"/>
                          <a:pt x="72341" y="62773"/>
                          <a:pt x="73938" y="62418"/>
                        </a:cubicBezTo>
                        <a:lnTo>
                          <a:pt x="74115" y="62374"/>
                        </a:lnTo>
                        <a:cubicBezTo>
                          <a:pt x="57757" y="51468"/>
                          <a:pt x="42906" y="38125"/>
                          <a:pt x="27567" y="2704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66" name="Forme libre : forme 21365">
                    <a:extLst>
                      <a:ext uri="{FF2B5EF4-FFF2-40B4-BE49-F238E27FC236}">
                        <a16:creationId xmlns:a16="http://schemas.microsoft.com/office/drawing/2014/main" id="{6251468D-D98E-4F16-8FAB-E9326B3568D7}"/>
                      </a:ext>
                    </a:extLst>
                  </p:cNvPr>
                  <p:cNvSpPr/>
                  <p:nvPr/>
                </p:nvSpPr>
                <p:spPr>
                  <a:xfrm>
                    <a:off x="6168919" y="1346806"/>
                    <a:ext cx="35585" cy="30257"/>
                  </a:xfrm>
                  <a:custGeom>
                    <a:avLst/>
                    <a:gdLst>
                      <a:gd name="connsiteX0" fmla="*/ 35248 w 35585"/>
                      <a:gd name="connsiteY0" fmla="*/ 29360 h 30257"/>
                      <a:gd name="connsiteX1" fmla="*/ 13259 w 35585"/>
                      <a:gd name="connsiteY1" fmla="*/ 19430 h 30257"/>
                      <a:gd name="connsiteX2" fmla="*/ 536 w 35585"/>
                      <a:gd name="connsiteY2" fmla="*/ 988 h 30257"/>
                      <a:gd name="connsiteX3" fmla="*/ 20441 w 35585"/>
                      <a:gd name="connsiteY3" fmla="*/ 10386 h 30257"/>
                      <a:gd name="connsiteX4" fmla="*/ 35248 w 35585"/>
                      <a:gd name="connsiteY4" fmla="*/ 29360 h 30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585" h="30257">
                        <a:moveTo>
                          <a:pt x="35248" y="29360"/>
                        </a:moveTo>
                        <a:cubicBezTo>
                          <a:pt x="32543" y="33305"/>
                          <a:pt x="17825" y="23198"/>
                          <a:pt x="13259" y="19430"/>
                        </a:cubicBezTo>
                        <a:cubicBezTo>
                          <a:pt x="8605" y="15706"/>
                          <a:pt x="-2567" y="5066"/>
                          <a:pt x="536" y="988"/>
                        </a:cubicBezTo>
                        <a:cubicBezTo>
                          <a:pt x="3640" y="-3135"/>
                          <a:pt x="16274" y="6751"/>
                          <a:pt x="20441" y="10386"/>
                        </a:cubicBezTo>
                        <a:cubicBezTo>
                          <a:pt x="24564" y="14110"/>
                          <a:pt x="37863" y="25547"/>
                          <a:pt x="35248" y="2936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67" name="Forme libre : forme 21366">
                    <a:extLst>
                      <a:ext uri="{FF2B5EF4-FFF2-40B4-BE49-F238E27FC236}">
                        <a16:creationId xmlns:a16="http://schemas.microsoft.com/office/drawing/2014/main" id="{A4F898FA-4F1B-4968-9B2E-11EBAF9B37E8}"/>
                      </a:ext>
                    </a:extLst>
                  </p:cNvPr>
                  <p:cNvSpPr/>
                  <p:nvPr/>
                </p:nvSpPr>
                <p:spPr>
                  <a:xfrm>
                    <a:off x="6168979" y="1346609"/>
                    <a:ext cx="21356" cy="25256"/>
                  </a:xfrm>
                  <a:custGeom>
                    <a:avLst/>
                    <a:gdLst>
                      <a:gd name="connsiteX0" fmla="*/ 10673 w 21356"/>
                      <a:gd name="connsiteY0" fmla="*/ 3578 h 25256"/>
                      <a:gd name="connsiteX1" fmla="*/ 255 w 21356"/>
                      <a:gd name="connsiteY1" fmla="*/ 1096 h 25256"/>
                      <a:gd name="connsiteX2" fmla="*/ 13377 w 21356"/>
                      <a:gd name="connsiteY2" fmla="*/ 19848 h 25256"/>
                      <a:gd name="connsiteX3" fmla="*/ 21357 w 21356"/>
                      <a:gd name="connsiteY3" fmla="*/ 25256 h 25256"/>
                      <a:gd name="connsiteX4" fmla="*/ 17544 w 21356"/>
                      <a:gd name="connsiteY4" fmla="*/ 21798 h 25256"/>
                      <a:gd name="connsiteX5" fmla="*/ 10673 w 21356"/>
                      <a:gd name="connsiteY5" fmla="*/ 3578 h 25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356" h="25256">
                        <a:moveTo>
                          <a:pt x="10673" y="3578"/>
                        </a:moveTo>
                        <a:cubicBezTo>
                          <a:pt x="7924" y="2470"/>
                          <a:pt x="1496" y="-2052"/>
                          <a:pt x="255" y="1096"/>
                        </a:cubicBezTo>
                        <a:cubicBezTo>
                          <a:pt x="-1651" y="6105"/>
                          <a:pt x="7570" y="15060"/>
                          <a:pt x="13377" y="19848"/>
                        </a:cubicBezTo>
                        <a:cubicBezTo>
                          <a:pt x="15061" y="21222"/>
                          <a:pt x="19140" y="24059"/>
                          <a:pt x="21357" y="25256"/>
                        </a:cubicBezTo>
                        <a:cubicBezTo>
                          <a:pt x="20292" y="24325"/>
                          <a:pt x="18386" y="22862"/>
                          <a:pt x="17544" y="21798"/>
                        </a:cubicBezTo>
                        <a:cubicBezTo>
                          <a:pt x="12668" y="15769"/>
                          <a:pt x="7481" y="8189"/>
                          <a:pt x="10673" y="357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68" name="Forme libre : forme 21367">
                    <a:extLst>
                      <a:ext uri="{FF2B5EF4-FFF2-40B4-BE49-F238E27FC236}">
                        <a16:creationId xmlns:a16="http://schemas.microsoft.com/office/drawing/2014/main" id="{02404924-6673-4034-8228-CF5DE12DC16E}"/>
                      </a:ext>
                    </a:extLst>
                  </p:cNvPr>
                  <p:cNvSpPr/>
                  <p:nvPr/>
                </p:nvSpPr>
                <p:spPr>
                  <a:xfrm>
                    <a:off x="6169943" y="1349217"/>
                    <a:ext cx="36077" cy="30006"/>
                  </a:xfrm>
                  <a:custGeom>
                    <a:avLst/>
                    <a:gdLst>
                      <a:gd name="connsiteX0" fmla="*/ 35465 w 36077"/>
                      <a:gd name="connsiteY0" fmla="*/ 29387 h 30006"/>
                      <a:gd name="connsiteX1" fmla="*/ 13034 w 36077"/>
                      <a:gd name="connsiteY1" fmla="*/ 19456 h 30006"/>
                      <a:gd name="connsiteX2" fmla="*/ 488 w 36077"/>
                      <a:gd name="connsiteY2" fmla="*/ 1059 h 30006"/>
                      <a:gd name="connsiteX3" fmla="*/ 20304 w 36077"/>
                      <a:gd name="connsiteY3" fmla="*/ 10413 h 30006"/>
                      <a:gd name="connsiteX4" fmla="*/ 35465 w 36077"/>
                      <a:gd name="connsiteY4" fmla="*/ 29387 h 30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77" h="30006">
                        <a:moveTo>
                          <a:pt x="35465" y="29387"/>
                        </a:moveTo>
                        <a:cubicBezTo>
                          <a:pt x="31520" y="32445"/>
                          <a:pt x="18087" y="23402"/>
                          <a:pt x="13034" y="19456"/>
                        </a:cubicBezTo>
                        <a:cubicBezTo>
                          <a:pt x="7891" y="15555"/>
                          <a:pt x="-2349" y="5448"/>
                          <a:pt x="488" y="1059"/>
                        </a:cubicBezTo>
                        <a:cubicBezTo>
                          <a:pt x="3369" y="-3330"/>
                          <a:pt x="16358" y="7132"/>
                          <a:pt x="20304" y="10413"/>
                        </a:cubicBezTo>
                        <a:cubicBezTo>
                          <a:pt x="24205" y="13826"/>
                          <a:pt x="39277" y="26461"/>
                          <a:pt x="35465" y="2938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69" name="Forme libre : forme 21368">
                    <a:extLst>
                      <a:ext uri="{FF2B5EF4-FFF2-40B4-BE49-F238E27FC236}">
                        <a16:creationId xmlns:a16="http://schemas.microsoft.com/office/drawing/2014/main" id="{2249734D-9A21-4236-8318-CDA03896AC1B}"/>
                      </a:ext>
                    </a:extLst>
                  </p:cNvPr>
                  <p:cNvSpPr/>
                  <p:nvPr/>
                </p:nvSpPr>
                <p:spPr>
                  <a:xfrm>
                    <a:off x="6152503" y="1331422"/>
                    <a:ext cx="39931" cy="44961"/>
                  </a:xfrm>
                  <a:custGeom>
                    <a:avLst/>
                    <a:gdLst>
                      <a:gd name="connsiteX0" fmla="*/ 462 w 39931"/>
                      <a:gd name="connsiteY0" fmla="*/ 3649 h 44961"/>
                      <a:gd name="connsiteX1" fmla="*/ 1393 w 39931"/>
                      <a:gd name="connsiteY1" fmla="*/ 11584 h 44961"/>
                      <a:gd name="connsiteX2" fmla="*/ 12342 w 39931"/>
                      <a:gd name="connsiteY2" fmla="*/ 30292 h 44961"/>
                      <a:gd name="connsiteX3" fmla="*/ 29853 w 39931"/>
                      <a:gd name="connsiteY3" fmla="*/ 43236 h 44961"/>
                      <a:gd name="connsiteX4" fmla="*/ 39872 w 39931"/>
                      <a:gd name="connsiteY4" fmla="*/ 43015 h 44961"/>
                      <a:gd name="connsiteX5" fmla="*/ 36104 w 39931"/>
                      <a:gd name="connsiteY5" fmla="*/ 36542 h 44961"/>
                      <a:gd name="connsiteX6" fmla="*/ 25553 w 39931"/>
                      <a:gd name="connsiteY6" fmla="*/ 19431 h 44961"/>
                      <a:gd name="connsiteX7" fmla="*/ 14514 w 39931"/>
                      <a:gd name="connsiteY7" fmla="*/ 2585 h 44961"/>
                      <a:gd name="connsiteX8" fmla="*/ 462 w 39931"/>
                      <a:gd name="connsiteY8" fmla="*/ 3649 h 44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931" h="44961">
                        <a:moveTo>
                          <a:pt x="462" y="3649"/>
                        </a:moveTo>
                        <a:cubicBezTo>
                          <a:pt x="-381" y="6663"/>
                          <a:pt x="-70" y="8082"/>
                          <a:pt x="1393" y="11584"/>
                        </a:cubicBezTo>
                        <a:cubicBezTo>
                          <a:pt x="4141" y="18278"/>
                          <a:pt x="6358" y="23819"/>
                          <a:pt x="12342" y="30292"/>
                        </a:cubicBezTo>
                        <a:cubicBezTo>
                          <a:pt x="17263" y="35700"/>
                          <a:pt x="23957" y="40665"/>
                          <a:pt x="29853" y="43236"/>
                        </a:cubicBezTo>
                        <a:cubicBezTo>
                          <a:pt x="34242" y="45142"/>
                          <a:pt x="39074" y="45985"/>
                          <a:pt x="39872" y="43015"/>
                        </a:cubicBezTo>
                        <a:cubicBezTo>
                          <a:pt x="40359" y="41197"/>
                          <a:pt x="37744" y="38892"/>
                          <a:pt x="36104" y="36542"/>
                        </a:cubicBezTo>
                        <a:cubicBezTo>
                          <a:pt x="32203" y="31001"/>
                          <a:pt x="28346" y="25859"/>
                          <a:pt x="25553" y="19431"/>
                        </a:cubicBezTo>
                        <a:cubicBezTo>
                          <a:pt x="23159" y="13978"/>
                          <a:pt x="21341" y="7062"/>
                          <a:pt x="14514" y="2585"/>
                        </a:cubicBezTo>
                        <a:cubicBezTo>
                          <a:pt x="8264" y="-1405"/>
                          <a:pt x="1614" y="-563"/>
                          <a:pt x="462" y="364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70" name="Forme libre : forme 21369">
                    <a:extLst>
                      <a:ext uri="{FF2B5EF4-FFF2-40B4-BE49-F238E27FC236}">
                        <a16:creationId xmlns:a16="http://schemas.microsoft.com/office/drawing/2014/main" id="{43EA0A10-868B-4A9A-9940-EEFB6B18975A}"/>
                      </a:ext>
                    </a:extLst>
                  </p:cNvPr>
                  <p:cNvSpPr/>
                  <p:nvPr/>
                </p:nvSpPr>
                <p:spPr>
                  <a:xfrm>
                    <a:off x="6164452" y="1337674"/>
                    <a:ext cx="16527" cy="9985"/>
                  </a:xfrm>
                  <a:custGeom>
                    <a:avLst/>
                    <a:gdLst>
                      <a:gd name="connsiteX0" fmla="*/ 2388 w 16527"/>
                      <a:gd name="connsiteY0" fmla="*/ 278 h 9985"/>
                      <a:gd name="connsiteX1" fmla="*/ 305 w 16527"/>
                      <a:gd name="connsiteY1" fmla="*/ 145 h 9985"/>
                      <a:gd name="connsiteX2" fmla="*/ 659 w 16527"/>
                      <a:gd name="connsiteY2" fmla="*/ 1874 h 9985"/>
                      <a:gd name="connsiteX3" fmla="*/ 3231 w 16527"/>
                      <a:gd name="connsiteY3" fmla="*/ 4002 h 9985"/>
                      <a:gd name="connsiteX4" fmla="*/ 10190 w 16527"/>
                      <a:gd name="connsiteY4" fmla="*/ 8435 h 9985"/>
                      <a:gd name="connsiteX5" fmla="*/ 12895 w 16527"/>
                      <a:gd name="connsiteY5" fmla="*/ 9720 h 9985"/>
                      <a:gd name="connsiteX6" fmla="*/ 14003 w 16527"/>
                      <a:gd name="connsiteY6" fmla="*/ 5553 h 9985"/>
                      <a:gd name="connsiteX7" fmla="*/ 2388 w 16527"/>
                      <a:gd name="connsiteY7" fmla="*/ 278 h 9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527" h="9985">
                        <a:moveTo>
                          <a:pt x="2388" y="278"/>
                        </a:moveTo>
                        <a:cubicBezTo>
                          <a:pt x="1502" y="12"/>
                          <a:pt x="881" y="-121"/>
                          <a:pt x="305" y="145"/>
                        </a:cubicBezTo>
                        <a:cubicBezTo>
                          <a:pt x="-272" y="411"/>
                          <a:pt x="39" y="1165"/>
                          <a:pt x="659" y="1874"/>
                        </a:cubicBezTo>
                        <a:cubicBezTo>
                          <a:pt x="1280" y="2583"/>
                          <a:pt x="2344" y="3425"/>
                          <a:pt x="3231" y="4002"/>
                        </a:cubicBezTo>
                        <a:cubicBezTo>
                          <a:pt x="5491" y="5553"/>
                          <a:pt x="7885" y="7149"/>
                          <a:pt x="10190" y="8435"/>
                        </a:cubicBezTo>
                        <a:cubicBezTo>
                          <a:pt x="11122" y="8967"/>
                          <a:pt x="12008" y="9499"/>
                          <a:pt x="12895" y="9720"/>
                        </a:cubicBezTo>
                        <a:cubicBezTo>
                          <a:pt x="16619" y="10740"/>
                          <a:pt x="18259" y="8701"/>
                          <a:pt x="14003" y="5553"/>
                        </a:cubicBezTo>
                        <a:cubicBezTo>
                          <a:pt x="10767" y="3115"/>
                          <a:pt x="5979" y="1298"/>
                          <a:pt x="2388" y="27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71" name="Forme libre : forme 21370">
                    <a:extLst>
                      <a:ext uri="{FF2B5EF4-FFF2-40B4-BE49-F238E27FC236}">
                        <a16:creationId xmlns:a16="http://schemas.microsoft.com/office/drawing/2014/main" id="{ECB9B20C-FD7C-4BAB-AA37-D54B9E1A54E7}"/>
                      </a:ext>
                    </a:extLst>
                  </p:cNvPr>
                  <p:cNvSpPr/>
                  <p:nvPr/>
                </p:nvSpPr>
                <p:spPr>
                  <a:xfrm>
                    <a:off x="6184795" y="1381308"/>
                    <a:ext cx="30854" cy="7338"/>
                  </a:xfrm>
                  <a:custGeom>
                    <a:avLst/>
                    <a:gdLst>
                      <a:gd name="connsiteX0" fmla="*/ 30854 w 30854"/>
                      <a:gd name="connsiteY0" fmla="*/ 6295 h 7338"/>
                      <a:gd name="connsiteX1" fmla="*/ 0 w 30854"/>
                      <a:gd name="connsiteY1" fmla="*/ 0 h 7338"/>
                      <a:gd name="connsiteX2" fmla="*/ 30854 w 30854"/>
                      <a:gd name="connsiteY2" fmla="*/ 6295 h 7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854" h="7338">
                        <a:moveTo>
                          <a:pt x="30854" y="6295"/>
                        </a:moveTo>
                        <a:cubicBezTo>
                          <a:pt x="23850" y="9708"/>
                          <a:pt x="8866" y="3990"/>
                          <a:pt x="0" y="0"/>
                        </a:cubicBezTo>
                        <a:cubicBezTo>
                          <a:pt x="9708" y="4300"/>
                          <a:pt x="22032" y="6517"/>
                          <a:pt x="30854" y="62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72" name="Forme libre : forme 21371">
                    <a:extLst>
                      <a:ext uri="{FF2B5EF4-FFF2-40B4-BE49-F238E27FC236}">
                        <a16:creationId xmlns:a16="http://schemas.microsoft.com/office/drawing/2014/main" id="{26B23245-58DD-4B13-BC91-48D6C2F25477}"/>
                      </a:ext>
                    </a:extLst>
                  </p:cNvPr>
                  <p:cNvSpPr/>
                  <p:nvPr/>
                </p:nvSpPr>
                <p:spPr>
                  <a:xfrm>
                    <a:off x="6148443" y="1324564"/>
                    <a:ext cx="32450" cy="10817"/>
                  </a:xfrm>
                  <a:custGeom>
                    <a:avLst/>
                    <a:gdLst>
                      <a:gd name="connsiteX0" fmla="*/ 32450 w 32450"/>
                      <a:gd name="connsiteY0" fmla="*/ 10817 h 10817"/>
                      <a:gd name="connsiteX1" fmla="*/ 0 w 32450"/>
                      <a:gd name="connsiteY1" fmla="*/ 0 h 10817"/>
                      <a:gd name="connsiteX2" fmla="*/ 32450 w 32450"/>
                      <a:gd name="connsiteY2" fmla="*/ 10817 h 10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450" h="10817">
                        <a:moveTo>
                          <a:pt x="32450" y="10817"/>
                        </a:moveTo>
                        <a:cubicBezTo>
                          <a:pt x="22210" y="3414"/>
                          <a:pt x="10019" y="444"/>
                          <a:pt x="0" y="0"/>
                        </a:cubicBezTo>
                        <a:cubicBezTo>
                          <a:pt x="9398" y="-44"/>
                          <a:pt x="22831" y="5719"/>
                          <a:pt x="32450" y="10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73" name="Forme libre : forme 21372">
                    <a:extLst>
                      <a:ext uri="{FF2B5EF4-FFF2-40B4-BE49-F238E27FC236}">
                        <a16:creationId xmlns:a16="http://schemas.microsoft.com/office/drawing/2014/main" id="{978708A8-EB37-43CC-BCED-41D48DAFB3DB}"/>
                      </a:ext>
                    </a:extLst>
                  </p:cNvPr>
                  <p:cNvSpPr/>
                  <p:nvPr/>
                </p:nvSpPr>
                <p:spPr>
                  <a:xfrm>
                    <a:off x="6184970" y="1356882"/>
                    <a:ext cx="12420" cy="11936"/>
                  </a:xfrm>
                  <a:custGeom>
                    <a:avLst/>
                    <a:gdLst>
                      <a:gd name="connsiteX0" fmla="*/ 11971 w 12420"/>
                      <a:gd name="connsiteY0" fmla="*/ 11880 h 11936"/>
                      <a:gd name="connsiteX1" fmla="*/ 3903 w 12420"/>
                      <a:gd name="connsiteY1" fmla="*/ 6339 h 11936"/>
                      <a:gd name="connsiteX2" fmla="*/ 578 w 12420"/>
                      <a:gd name="connsiteY2" fmla="*/ 44 h 11936"/>
                      <a:gd name="connsiteX3" fmla="*/ 8070 w 12420"/>
                      <a:gd name="connsiteY3" fmla="*/ 5363 h 11936"/>
                      <a:gd name="connsiteX4" fmla="*/ 11971 w 12420"/>
                      <a:gd name="connsiteY4" fmla="*/ 11880 h 11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20" h="11936">
                        <a:moveTo>
                          <a:pt x="11971" y="11880"/>
                        </a:moveTo>
                        <a:cubicBezTo>
                          <a:pt x="10109" y="12501"/>
                          <a:pt x="5366" y="7802"/>
                          <a:pt x="3903" y="6339"/>
                        </a:cubicBezTo>
                        <a:cubicBezTo>
                          <a:pt x="2440" y="4876"/>
                          <a:pt x="-1462" y="576"/>
                          <a:pt x="578" y="44"/>
                        </a:cubicBezTo>
                        <a:cubicBezTo>
                          <a:pt x="2617" y="-488"/>
                          <a:pt x="6740" y="3989"/>
                          <a:pt x="8070" y="5363"/>
                        </a:cubicBezTo>
                        <a:cubicBezTo>
                          <a:pt x="9400" y="6738"/>
                          <a:pt x="13833" y="11259"/>
                          <a:pt x="11971" y="1188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74" name="Forme libre : forme 21373">
                    <a:extLst>
                      <a:ext uri="{FF2B5EF4-FFF2-40B4-BE49-F238E27FC236}">
                        <a16:creationId xmlns:a16="http://schemas.microsoft.com/office/drawing/2014/main" id="{883DFE99-1223-4CA2-9FC8-D882B95DF271}"/>
                      </a:ext>
                    </a:extLst>
                  </p:cNvPr>
                  <p:cNvSpPr/>
                  <p:nvPr/>
                </p:nvSpPr>
                <p:spPr>
                  <a:xfrm>
                    <a:off x="6195472" y="1366903"/>
                    <a:ext cx="3767" cy="3320"/>
                  </a:xfrm>
                  <a:custGeom>
                    <a:avLst/>
                    <a:gdLst>
                      <a:gd name="connsiteX0" fmla="*/ 3730 w 3767"/>
                      <a:gd name="connsiteY0" fmla="*/ 3101 h 3320"/>
                      <a:gd name="connsiteX1" fmla="*/ 1558 w 3767"/>
                      <a:gd name="connsiteY1" fmla="*/ 2392 h 3320"/>
                      <a:gd name="connsiteX2" fmla="*/ 50 w 3767"/>
                      <a:gd name="connsiteY2" fmla="*/ 220 h 3320"/>
                      <a:gd name="connsiteX3" fmla="*/ 2178 w 3767"/>
                      <a:gd name="connsiteY3" fmla="*/ 929 h 3320"/>
                      <a:gd name="connsiteX4" fmla="*/ 3730 w 3767"/>
                      <a:gd name="connsiteY4" fmla="*/ 3101 h 3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7" h="3320">
                        <a:moveTo>
                          <a:pt x="3730" y="3101"/>
                        </a:moveTo>
                        <a:cubicBezTo>
                          <a:pt x="3464" y="3722"/>
                          <a:pt x="2178" y="2879"/>
                          <a:pt x="1558" y="2392"/>
                        </a:cubicBezTo>
                        <a:cubicBezTo>
                          <a:pt x="937" y="1904"/>
                          <a:pt x="-260" y="840"/>
                          <a:pt x="50" y="220"/>
                        </a:cubicBezTo>
                        <a:cubicBezTo>
                          <a:pt x="361" y="-401"/>
                          <a:pt x="1558" y="441"/>
                          <a:pt x="2178" y="929"/>
                        </a:cubicBezTo>
                        <a:cubicBezTo>
                          <a:pt x="2799" y="1372"/>
                          <a:pt x="3996" y="2480"/>
                          <a:pt x="3730" y="310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75" name="Forme libre : forme 21374">
                    <a:extLst>
                      <a:ext uri="{FF2B5EF4-FFF2-40B4-BE49-F238E27FC236}">
                        <a16:creationId xmlns:a16="http://schemas.microsoft.com/office/drawing/2014/main" id="{4AB3F0FA-AFF6-4A07-BAC9-9E34DB0FE693}"/>
                      </a:ext>
                    </a:extLst>
                  </p:cNvPr>
                  <p:cNvSpPr/>
                  <p:nvPr/>
                </p:nvSpPr>
                <p:spPr>
                  <a:xfrm>
                    <a:off x="6190871" y="1349220"/>
                    <a:ext cx="25315" cy="35041"/>
                  </a:xfrm>
                  <a:custGeom>
                    <a:avLst/>
                    <a:gdLst>
                      <a:gd name="connsiteX0" fmla="*/ 21364 w 25315"/>
                      <a:gd name="connsiteY0" fmla="*/ 22424 h 35041"/>
                      <a:gd name="connsiteX1" fmla="*/ 25310 w 25315"/>
                      <a:gd name="connsiteY1" fmla="*/ 33728 h 35041"/>
                      <a:gd name="connsiteX2" fmla="*/ 21408 w 25315"/>
                      <a:gd name="connsiteY2" fmla="*/ 34305 h 35041"/>
                      <a:gd name="connsiteX3" fmla="*/ 18350 w 25315"/>
                      <a:gd name="connsiteY3" fmla="*/ 30138 h 35041"/>
                      <a:gd name="connsiteX4" fmla="*/ 10592 w 25315"/>
                      <a:gd name="connsiteY4" fmla="*/ 16528 h 35041"/>
                      <a:gd name="connsiteX5" fmla="*/ 1061 w 25315"/>
                      <a:gd name="connsiteY5" fmla="*/ 37 h 35041"/>
                      <a:gd name="connsiteX6" fmla="*/ 17197 w 25315"/>
                      <a:gd name="connsiteY6" fmla="*/ 12804 h 35041"/>
                      <a:gd name="connsiteX7" fmla="*/ 21364 w 25315"/>
                      <a:gd name="connsiteY7" fmla="*/ 22424 h 35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315" h="35041">
                        <a:moveTo>
                          <a:pt x="21364" y="22424"/>
                        </a:moveTo>
                        <a:cubicBezTo>
                          <a:pt x="23448" y="26680"/>
                          <a:pt x="25044" y="29739"/>
                          <a:pt x="25310" y="33728"/>
                        </a:cubicBezTo>
                        <a:cubicBezTo>
                          <a:pt x="25443" y="35191"/>
                          <a:pt x="23226" y="35502"/>
                          <a:pt x="21408" y="34305"/>
                        </a:cubicBezTo>
                        <a:cubicBezTo>
                          <a:pt x="19635" y="33064"/>
                          <a:pt x="19015" y="31645"/>
                          <a:pt x="18350" y="30138"/>
                        </a:cubicBezTo>
                        <a:cubicBezTo>
                          <a:pt x="16266" y="25483"/>
                          <a:pt x="13651" y="21183"/>
                          <a:pt x="10592" y="16528"/>
                        </a:cubicBezTo>
                        <a:cubicBezTo>
                          <a:pt x="8686" y="13647"/>
                          <a:pt x="-3638" y="791"/>
                          <a:pt x="1061" y="37"/>
                        </a:cubicBezTo>
                        <a:cubicBezTo>
                          <a:pt x="5760" y="-672"/>
                          <a:pt x="14670" y="9036"/>
                          <a:pt x="17197" y="12804"/>
                        </a:cubicBezTo>
                        <a:cubicBezTo>
                          <a:pt x="19724" y="16572"/>
                          <a:pt x="19813" y="19188"/>
                          <a:pt x="21364" y="2242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56" name="Graphique 2">
                  <a:extLst>
                    <a:ext uri="{FF2B5EF4-FFF2-40B4-BE49-F238E27FC236}">
                      <a16:creationId xmlns:a16="http://schemas.microsoft.com/office/drawing/2014/main" id="{8F8AFB44-87EB-4706-B0B6-210AE6B072E2}"/>
                    </a:ext>
                  </a:extLst>
                </p:cNvPr>
                <p:cNvGrpSpPr/>
                <p:nvPr/>
              </p:nvGrpSpPr>
              <p:grpSpPr>
                <a:xfrm>
                  <a:off x="6218381" y="1348083"/>
                  <a:ext cx="74700" cy="67660"/>
                  <a:chOff x="6218381" y="1348083"/>
                  <a:chExt cx="74700" cy="67660"/>
                </a:xfrm>
                <a:solidFill>
                  <a:schemeClr val="accent1"/>
                </a:solidFill>
              </p:grpSpPr>
              <p:sp>
                <p:nvSpPr>
                  <p:cNvPr id="21352" name="Forme libre : forme 21351">
                    <a:extLst>
                      <a:ext uri="{FF2B5EF4-FFF2-40B4-BE49-F238E27FC236}">
                        <a16:creationId xmlns:a16="http://schemas.microsoft.com/office/drawing/2014/main" id="{8091770D-DDDA-458A-BC93-2374C7B9B3C2}"/>
                      </a:ext>
                    </a:extLst>
                  </p:cNvPr>
                  <p:cNvSpPr/>
                  <p:nvPr/>
                </p:nvSpPr>
                <p:spPr>
                  <a:xfrm>
                    <a:off x="6218381" y="1348083"/>
                    <a:ext cx="74700" cy="67660"/>
                  </a:xfrm>
                  <a:custGeom>
                    <a:avLst/>
                    <a:gdLst>
                      <a:gd name="connsiteX0" fmla="*/ 68508 w 74700"/>
                      <a:gd name="connsiteY0" fmla="*/ 37126 h 67660"/>
                      <a:gd name="connsiteX1" fmla="*/ 57957 w 74700"/>
                      <a:gd name="connsiteY1" fmla="*/ 52598 h 67660"/>
                      <a:gd name="connsiteX2" fmla="*/ 53657 w 74700"/>
                      <a:gd name="connsiteY2" fmla="*/ 57208 h 67660"/>
                      <a:gd name="connsiteX3" fmla="*/ 47761 w 74700"/>
                      <a:gd name="connsiteY3" fmla="*/ 62129 h 67660"/>
                      <a:gd name="connsiteX4" fmla="*/ 34063 w 74700"/>
                      <a:gd name="connsiteY4" fmla="*/ 67404 h 67660"/>
                      <a:gd name="connsiteX5" fmla="*/ 23556 w 74700"/>
                      <a:gd name="connsiteY5" fmla="*/ 67006 h 67660"/>
                      <a:gd name="connsiteX6" fmla="*/ 19744 w 74700"/>
                      <a:gd name="connsiteY6" fmla="*/ 65942 h 67660"/>
                      <a:gd name="connsiteX7" fmla="*/ 16508 w 74700"/>
                      <a:gd name="connsiteY7" fmla="*/ 64612 h 67660"/>
                      <a:gd name="connsiteX8" fmla="*/ 7730 w 74700"/>
                      <a:gd name="connsiteY8" fmla="*/ 58228 h 67660"/>
                      <a:gd name="connsiteX9" fmla="*/ 150 w 74700"/>
                      <a:gd name="connsiteY9" fmla="*/ 43377 h 67660"/>
                      <a:gd name="connsiteX10" fmla="*/ 6001 w 74700"/>
                      <a:gd name="connsiteY10" fmla="*/ 35220 h 67660"/>
                      <a:gd name="connsiteX11" fmla="*/ 20320 w 74700"/>
                      <a:gd name="connsiteY11" fmla="*/ 33935 h 67660"/>
                      <a:gd name="connsiteX12" fmla="*/ 26216 w 74700"/>
                      <a:gd name="connsiteY12" fmla="*/ 33536 h 67660"/>
                      <a:gd name="connsiteX13" fmla="*/ 27945 w 74700"/>
                      <a:gd name="connsiteY13" fmla="*/ 33092 h 67660"/>
                      <a:gd name="connsiteX14" fmla="*/ 28078 w 74700"/>
                      <a:gd name="connsiteY14" fmla="*/ 32649 h 67660"/>
                      <a:gd name="connsiteX15" fmla="*/ 28078 w 74700"/>
                      <a:gd name="connsiteY15" fmla="*/ 32383 h 67660"/>
                      <a:gd name="connsiteX16" fmla="*/ 28787 w 74700"/>
                      <a:gd name="connsiteY16" fmla="*/ 31585 h 67660"/>
                      <a:gd name="connsiteX17" fmla="*/ 29630 w 74700"/>
                      <a:gd name="connsiteY17" fmla="*/ 30787 h 67660"/>
                      <a:gd name="connsiteX18" fmla="*/ 30605 w 74700"/>
                      <a:gd name="connsiteY18" fmla="*/ 29679 h 67660"/>
                      <a:gd name="connsiteX19" fmla="*/ 38186 w 74700"/>
                      <a:gd name="connsiteY19" fmla="*/ 19571 h 67660"/>
                      <a:gd name="connsiteX20" fmla="*/ 63632 w 74700"/>
                      <a:gd name="connsiteY20" fmla="*/ 465 h 67660"/>
                      <a:gd name="connsiteX21" fmla="*/ 72852 w 74700"/>
                      <a:gd name="connsiteY21" fmla="*/ 3834 h 67660"/>
                      <a:gd name="connsiteX22" fmla="*/ 68508 w 74700"/>
                      <a:gd name="connsiteY22" fmla="*/ 37126 h 6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74700" h="67660">
                        <a:moveTo>
                          <a:pt x="68508" y="37126"/>
                        </a:moveTo>
                        <a:cubicBezTo>
                          <a:pt x="66425" y="40806"/>
                          <a:pt x="63055" y="46525"/>
                          <a:pt x="57957" y="52598"/>
                        </a:cubicBezTo>
                        <a:cubicBezTo>
                          <a:pt x="56627" y="54150"/>
                          <a:pt x="55342" y="55613"/>
                          <a:pt x="53657" y="57208"/>
                        </a:cubicBezTo>
                        <a:cubicBezTo>
                          <a:pt x="52150" y="58760"/>
                          <a:pt x="50465" y="60134"/>
                          <a:pt x="47761" y="62129"/>
                        </a:cubicBezTo>
                        <a:cubicBezTo>
                          <a:pt x="42885" y="65099"/>
                          <a:pt x="38097" y="67094"/>
                          <a:pt x="34063" y="67404"/>
                        </a:cubicBezTo>
                        <a:cubicBezTo>
                          <a:pt x="30384" y="67848"/>
                          <a:pt x="26704" y="67715"/>
                          <a:pt x="23556" y="67006"/>
                        </a:cubicBezTo>
                        <a:cubicBezTo>
                          <a:pt x="22094" y="66740"/>
                          <a:pt x="20941" y="66341"/>
                          <a:pt x="19744" y="65942"/>
                        </a:cubicBezTo>
                        <a:cubicBezTo>
                          <a:pt x="18547" y="65543"/>
                          <a:pt x="17439" y="65144"/>
                          <a:pt x="16508" y="64612"/>
                        </a:cubicBezTo>
                        <a:cubicBezTo>
                          <a:pt x="12518" y="62750"/>
                          <a:pt x="9903" y="60489"/>
                          <a:pt x="7730" y="58228"/>
                        </a:cubicBezTo>
                        <a:cubicBezTo>
                          <a:pt x="3519" y="53662"/>
                          <a:pt x="1568" y="48697"/>
                          <a:pt x="150" y="43377"/>
                        </a:cubicBezTo>
                        <a:cubicBezTo>
                          <a:pt x="-737" y="39653"/>
                          <a:pt x="2455" y="35664"/>
                          <a:pt x="6001" y="35220"/>
                        </a:cubicBezTo>
                        <a:cubicBezTo>
                          <a:pt x="11144" y="34511"/>
                          <a:pt x="15932" y="34112"/>
                          <a:pt x="20320" y="33935"/>
                        </a:cubicBezTo>
                        <a:cubicBezTo>
                          <a:pt x="22537" y="33890"/>
                          <a:pt x="24532" y="33713"/>
                          <a:pt x="26216" y="33536"/>
                        </a:cubicBezTo>
                        <a:cubicBezTo>
                          <a:pt x="26881" y="33358"/>
                          <a:pt x="27945" y="33314"/>
                          <a:pt x="27945" y="33092"/>
                        </a:cubicBezTo>
                        <a:cubicBezTo>
                          <a:pt x="27989" y="32915"/>
                          <a:pt x="28078" y="32738"/>
                          <a:pt x="28078" y="32649"/>
                        </a:cubicBezTo>
                        <a:cubicBezTo>
                          <a:pt x="28078" y="32472"/>
                          <a:pt x="28123" y="32472"/>
                          <a:pt x="28078" y="32383"/>
                        </a:cubicBezTo>
                        <a:cubicBezTo>
                          <a:pt x="27723" y="32560"/>
                          <a:pt x="28211" y="32250"/>
                          <a:pt x="28787" y="31585"/>
                        </a:cubicBezTo>
                        <a:lnTo>
                          <a:pt x="29630" y="30787"/>
                        </a:lnTo>
                        <a:lnTo>
                          <a:pt x="30605" y="29679"/>
                        </a:lnTo>
                        <a:cubicBezTo>
                          <a:pt x="33220" y="26620"/>
                          <a:pt x="36191" y="22409"/>
                          <a:pt x="38186" y="19571"/>
                        </a:cubicBezTo>
                        <a:cubicBezTo>
                          <a:pt x="45722" y="8622"/>
                          <a:pt x="53701" y="4056"/>
                          <a:pt x="63632" y="465"/>
                        </a:cubicBezTo>
                        <a:cubicBezTo>
                          <a:pt x="67045" y="-776"/>
                          <a:pt x="71833" y="509"/>
                          <a:pt x="72852" y="3834"/>
                        </a:cubicBezTo>
                        <a:cubicBezTo>
                          <a:pt x="75734" y="13542"/>
                          <a:pt x="75911" y="23384"/>
                          <a:pt x="68508" y="3712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53" name="Forme libre : forme 21352">
                    <a:extLst>
                      <a:ext uri="{FF2B5EF4-FFF2-40B4-BE49-F238E27FC236}">
                        <a16:creationId xmlns:a16="http://schemas.microsoft.com/office/drawing/2014/main" id="{A8DC7521-D326-48F1-AEF9-DB95CF2B938B}"/>
                      </a:ext>
                    </a:extLst>
                  </p:cNvPr>
                  <p:cNvSpPr/>
                  <p:nvPr/>
                </p:nvSpPr>
                <p:spPr>
                  <a:xfrm>
                    <a:off x="6218409" y="1351828"/>
                    <a:ext cx="74459" cy="63847"/>
                  </a:xfrm>
                  <a:custGeom>
                    <a:avLst/>
                    <a:gdLst>
                      <a:gd name="connsiteX0" fmla="*/ 37891 w 74459"/>
                      <a:gd name="connsiteY0" fmla="*/ 49296 h 63847"/>
                      <a:gd name="connsiteX1" fmla="*/ 25390 w 74459"/>
                      <a:gd name="connsiteY1" fmla="*/ 51601 h 63847"/>
                      <a:gd name="connsiteX2" fmla="*/ 14573 w 74459"/>
                      <a:gd name="connsiteY2" fmla="*/ 48143 h 63847"/>
                      <a:gd name="connsiteX3" fmla="*/ 875 w 74459"/>
                      <a:gd name="connsiteY3" fmla="*/ 35154 h 63847"/>
                      <a:gd name="connsiteX4" fmla="*/ 166 w 74459"/>
                      <a:gd name="connsiteY4" fmla="*/ 39588 h 63847"/>
                      <a:gd name="connsiteX5" fmla="*/ 1850 w 74459"/>
                      <a:gd name="connsiteY5" fmla="*/ 44952 h 63847"/>
                      <a:gd name="connsiteX6" fmla="*/ 13199 w 74459"/>
                      <a:gd name="connsiteY6" fmla="*/ 59005 h 63847"/>
                      <a:gd name="connsiteX7" fmla="*/ 21045 w 74459"/>
                      <a:gd name="connsiteY7" fmla="*/ 62595 h 63847"/>
                      <a:gd name="connsiteX8" fmla="*/ 26897 w 74459"/>
                      <a:gd name="connsiteY8" fmla="*/ 63748 h 63847"/>
                      <a:gd name="connsiteX9" fmla="*/ 33946 w 74459"/>
                      <a:gd name="connsiteY9" fmla="*/ 63615 h 63847"/>
                      <a:gd name="connsiteX10" fmla="*/ 38689 w 74459"/>
                      <a:gd name="connsiteY10" fmla="*/ 62595 h 63847"/>
                      <a:gd name="connsiteX11" fmla="*/ 43832 w 74459"/>
                      <a:gd name="connsiteY11" fmla="*/ 60467 h 63847"/>
                      <a:gd name="connsiteX12" fmla="*/ 53097 w 74459"/>
                      <a:gd name="connsiteY12" fmla="*/ 53818 h 63847"/>
                      <a:gd name="connsiteX13" fmla="*/ 59126 w 74459"/>
                      <a:gd name="connsiteY13" fmla="*/ 47212 h 63847"/>
                      <a:gd name="connsiteX14" fmla="*/ 67061 w 74459"/>
                      <a:gd name="connsiteY14" fmla="*/ 35686 h 63847"/>
                      <a:gd name="connsiteX15" fmla="*/ 68391 w 74459"/>
                      <a:gd name="connsiteY15" fmla="*/ 33426 h 63847"/>
                      <a:gd name="connsiteX16" fmla="*/ 73578 w 74459"/>
                      <a:gd name="connsiteY16" fmla="*/ 20126 h 63847"/>
                      <a:gd name="connsiteX17" fmla="*/ 73844 w 74459"/>
                      <a:gd name="connsiteY17" fmla="*/ 4788 h 63847"/>
                      <a:gd name="connsiteX18" fmla="*/ 72691 w 74459"/>
                      <a:gd name="connsiteY18" fmla="*/ 177 h 63847"/>
                      <a:gd name="connsiteX19" fmla="*/ 72602 w 74459"/>
                      <a:gd name="connsiteY19" fmla="*/ 0 h 63847"/>
                      <a:gd name="connsiteX20" fmla="*/ 57929 w 74459"/>
                      <a:gd name="connsiteY20" fmla="*/ 25402 h 63847"/>
                      <a:gd name="connsiteX21" fmla="*/ 49595 w 74459"/>
                      <a:gd name="connsiteY21" fmla="*/ 37859 h 63847"/>
                      <a:gd name="connsiteX22" fmla="*/ 37891 w 74459"/>
                      <a:gd name="connsiteY22" fmla="*/ 49296 h 63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74459" h="63847">
                        <a:moveTo>
                          <a:pt x="37891" y="49296"/>
                        </a:moveTo>
                        <a:cubicBezTo>
                          <a:pt x="34256" y="51513"/>
                          <a:pt x="29734" y="52089"/>
                          <a:pt x="25390" y="51601"/>
                        </a:cubicBezTo>
                        <a:cubicBezTo>
                          <a:pt x="21356" y="51114"/>
                          <a:pt x="17721" y="49784"/>
                          <a:pt x="14573" y="48143"/>
                        </a:cubicBezTo>
                        <a:cubicBezTo>
                          <a:pt x="8278" y="44774"/>
                          <a:pt x="3668" y="40164"/>
                          <a:pt x="875" y="35154"/>
                        </a:cubicBezTo>
                        <a:cubicBezTo>
                          <a:pt x="121" y="36484"/>
                          <a:pt x="-233" y="38080"/>
                          <a:pt x="166" y="39588"/>
                        </a:cubicBezTo>
                        <a:cubicBezTo>
                          <a:pt x="653" y="41449"/>
                          <a:pt x="1185" y="43223"/>
                          <a:pt x="1850" y="44952"/>
                        </a:cubicBezTo>
                        <a:cubicBezTo>
                          <a:pt x="3934" y="49917"/>
                          <a:pt x="6860" y="54749"/>
                          <a:pt x="13199" y="59005"/>
                        </a:cubicBezTo>
                        <a:cubicBezTo>
                          <a:pt x="15327" y="60334"/>
                          <a:pt x="17809" y="61620"/>
                          <a:pt x="21045" y="62595"/>
                        </a:cubicBezTo>
                        <a:cubicBezTo>
                          <a:pt x="22553" y="63083"/>
                          <a:pt x="24503" y="63438"/>
                          <a:pt x="26897" y="63748"/>
                        </a:cubicBezTo>
                        <a:cubicBezTo>
                          <a:pt x="29114" y="63837"/>
                          <a:pt x="31508" y="63970"/>
                          <a:pt x="33946" y="63615"/>
                        </a:cubicBezTo>
                        <a:cubicBezTo>
                          <a:pt x="35409" y="63438"/>
                          <a:pt x="37049" y="63216"/>
                          <a:pt x="38689" y="62595"/>
                        </a:cubicBezTo>
                        <a:cubicBezTo>
                          <a:pt x="40374" y="62063"/>
                          <a:pt x="42147" y="61443"/>
                          <a:pt x="43832" y="60467"/>
                        </a:cubicBezTo>
                        <a:cubicBezTo>
                          <a:pt x="47201" y="59005"/>
                          <a:pt x="51279" y="55724"/>
                          <a:pt x="53097" y="53818"/>
                        </a:cubicBezTo>
                        <a:cubicBezTo>
                          <a:pt x="55535" y="51557"/>
                          <a:pt x="57308" y="49385"/>
                          <a:pt x="59126" y="47212"/>
                        </a:cubicBezTo>
                        <a:cubicBezTo>
                          <a:pt x="62539" y="42912"/>
                          <a:pt x="65110" y="38878"/>
                          <a:pt x="67061" y="35686"/>
                        </a:cubicBezTo>
                        <a:cubicBezTo>
                          <a:pt x="67549" y="34844"/>
                          <a:pt x="67992" y="34091"/>
                          <a:pt x="68391" y="33426"/>
                        </a:cubicBezTo>
                        <a:cubicBezTo>
                          <a:pt x="71051" y="28549"/>
                          <a:pt x="72691" y="24160"/>
                          <a:pt x="73578" y="20126"/>
                        </a:cubicBezTo>
                        <a:cubicBezTo>
                          <a:pt x="74775" y="14541"/>
                          <a:pt x="74642" y="9576"/>
                          <a:pt x="73844" y="4788"/>
                        </a:cubicBezTo>
                        <a:cubicBezTo>
                          <a:pt x="73533" y="3236"/>
                          <a:pt x="73179" y="1685"/>
                          <a:pt x="72691" y="177"/>
                        </a:cubicBezTo>
                        <a:lnTo>
                          <a:pt x="72602" y="0"/>
                        </a:lnTo>
                        <a:cubicBezTo>
                          <a:pt x="67948" y="8423"/>
                          <a:pt x="63116" y="16979"/>
                          <a:pt x="57929" y="25402"/>
                        </a:cubicBezTo>
                        <a:cubicBezTo>
                          <a:pt x="55313" y="29613"/>
                          <a:pt x="52653" y="33825"/>
                          <a:pt x="49595" y="37859"/>
                        </a:cubicBezTo>
                        <a:cubicBezTo>
                          <a:pt x="46447" y="41804"/>
                          <a:pt x="43433" y="45927"/>
                          <a:pt x="37891" y="4929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54" name="Forme libre : forme 21353">
                    <a:extLst>
                      <a:ext uri="{FF2B5EF4-FFF2-40B4-BE49-F238E27FC236}">
                        <a16:creationId xmlns:a16="http://schemas.microsoft.com/office/drawing/2014/main" id="{3E19B811-8FBE-4BCC-84DD-680839C449DE}"/>
                      </a:ext>
                    </a:extLst>
                  </p:cNvPr>
                  <p:cNvSpPr/>
                  <p:nvPr/>
                </p:nvSpPr>
                <p:spPr>
                  <a:xfrm>
                    <a:off x="6250388" y="1364845"/>
                    <a:ext cx="30276" cy="35681"/>
                  </a:xfrm>
                  <a:custGeom>
                    <a:avLst/>
                    <a:gdLst>
                      <a:gd name="connsiteX0" fmla="*/ 29053 w 30276"/>
                      <a:gd name="connsiteY0" fmla="*/ 194 h 35681"/>
                      <a:gd name="connsiteX1" fmla="*/ 21384 w 30276"/>
                      <a:gd name="connsiteY1" fmla="*/ 23423 h 35681"/>
                      <a:gd name="connsiteX2" fmla="*/ 11054 w 30276"/>
                      <a:gd name="connsiteY2" fmla="*/ 33309 h 35681"/>
                      <a:gd name="connsiteX3" fmla="*/ 60 w 30276"/>
                      <a:gd name="connsiteY3" fmla="*/ 33531 h 35681"/>
                      <a:gd name="connsiteX4" fmla="*/ 4715 w 30276"/>
                      <a:gd name="connsiteY4" fmla="*/ 25950 h 35681"/>
                      <a:gd name="connsiteX5" fmla="*/ 11985 w 30276"/>
                      <a:gd name="connsiteY5" fmla="*/ 16729 h 35681"/>
                      <a:gd name="connsiteX6" fmla="*/ 29053 w 30276"/>
                      <a:gd name="connsiteY6" fmla="*/ 194 h 35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276" h="35681">
                        <a:moveTo>
                          <a:pt x="29053" y="194"/>
                        </a:moveTo>
                        <a:cubicBezTo>
                          <a:pt x="33353" y="2322"/>
                          <a:pt x="25240" y="18325"/>
                          <a:pt x="21384" y="23423"/>
                        </a:cubicBezTo>
                        <a:cubicBezTo>
                          <a:pt x="19521" y="25950"/>
                          <a:pt x="15842" y="30428"/>
                          <a:pt x="11054" y="33309"/>
                        </a:cubicBezTo>
                        <a:cubicBezTo>
                          <a:pt x="5779" y="36634"/>
                          <a:pt x="592" y="36235"/>
                          <a:pt x="60" y="33531"/>
                        </a:cubicBezTo>
                        <a:cubicBezTo>
                          <a:pt x="-472" y="31181"/>
                          <a:pt x="2631" y="28876"/>
                          <a:pt x="4715" y="25950"/>
                        </a:cubicBezTo>
                        <a:cubicBezTo>
                          <a:pt x="7330" y="22847"/>
                          <a:pt x="10345" y="18768"/>
                          <a:pt x="11985" y="16729"/>
                        </a:cubicBezTo>
                        <a:cubicBezTo>
                          <a:pt x="15310" y="12784"/>
                          <a:pt x="24930" y="-1845"/>
                          <a:pt x="29053" y="19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55" name="Forme libre : forme 21354">
                    <a:extLst>
                      <a:ext uri="{FF2B5EF4-FFF2-40B4-BE49-F238E27FC236}">
                        <a16:creationId xmlns:a16="http://schemas.microsoft.com/office/drawing/2014/main" id="{A367B704-622C-458A-857E-6CC539D39BAA}"/>
                      </a:ext>
                    </a:extLst>
                  </p:cNvPr>
                  <p:cNvSpPr/>
                  <p:nvPr/>
                </p:nvSpPr>
                <p:spPr>
                  <a:xfrm>
                    <a:off x="6249935" y="1379357"/>
                    <a:ext cx="26846" cy="21079"/>
                  </a:xfrm>
                  <a:custGeom>
                    <a:avLst/>
                    <a:gdLst>
                      <a:gd name="connsiteX0" fmla="*/ 5700 w 26846"/>
                      <a:gd name="connsiteY0" fmla="*/ 11039 h 21079"/>
                      <a:gd name="connsiteX1" fmla="*/ 4326 w 26846"/>
                      <a:gd name="connsiteY1" fmla="*/ 12989 h 21079"/>
                      <a:gd name="connsiteX2" fmla="*/ 2287 w 26846"/>
                      <a:gd name="connsiteY2" fmla="*/ 15161 h 21079"/>
                      <a:gd name="connsiteX3" fmla="*/ 248 w 26846"/>
                      <a:gd name="connsiteY3" fmla="*/ 19107 h 21079"/>
                      <a:gd name="connsiteX4" fmla="*/ 11463 w 26846"/>
                      <a:gd name="connsiteY4" fmla="*/ 18796 h 21079"/>
                      <a:gd name="connsiteX5" fmla="*/ 21970 w 26846"/>
                      <a:gd name="connsiteY5" fmla="*/ 8689 h 21079"/>
                      <a:gd name="connsiteX6" fmla="*/ 26846 w 26846"/>
                      <a:gd name="connsiteY6" fmla="*/ 0 h 21079"/>
                      <a:gd name="connsiteX7" fmla="*/ 23699 w 26846"/>
                      <a:gd name="connsiteY7" fmla="*/ 4256 h 21079"/>
                      <a:gd name="connsiteX8" fmla="*/ 14079 w 26846"/>
                      <a:gd name="connsiteY8" fmla="*/ 11393 h 21079"/>
                      <a:gd name="connsiteX9" fmla="*/ 5700 w 26846"/>
                      <a:gd name="connsiteY9" fmla="*/ 11039 h 21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846" h="21079">
                        <a:moveTo>
                          <a:pt x="5700" y="11039"/>
                        </a:moveTo>
                        <a:cubicBezTo>
                          <a:pt x="5390" y="11615"/>
                          <a:pt x="4858" y="12280"/>
                          <a:pt x="4326" y="12989"/>
                        </a:cubicBezTo>
                        <a:cubicBezTo>
                          <a:pt x="3750" y="13698"/>
                          <a:pt x="2952" y="14408"/>
                          <a:pt x="2287" y="15161"/>
                        </a:cubicBezTo>
                        <a:cubicBezTo>
                          <a:pt x="868" y="16491"/>
                          <a:pt x="-595" y="17644"/>
                          <a:pt x="248" y="19107"/>
                        </a:cubicBezTo>
                        <a:cubicBezTo>
                          <a:pt x="1533" y="21634"/>
                          <a:pt x="6498" y="21944"/>
                          <a:pt x="11463" y="18796"/>
                        </a:cubicBezTo>
                        <a:cubicBezTo>
                          <a:pt x="16029" y="16092"/>
                          <a:pt x="19620" y="11881"/>
                          <a:pt x="21970" y="8689"/>
                        </a:cubicBezTo>
                        <a:cubicBezTo>
                          <a:pt x="23344" y="6827"/>
                          <a:pt x="25915" y="2350"/>
                          <a:pt x="26846" y="0"/>
                        </a:cubicBezTo>
                        <a:cubicBezTo>
                          <a:pt x="26048" y="1197"/>
                          <a:pt x="24674" y="3281"/>
                          <a:pt x="23699" y="4256"/>
                        </a:cubicBezTo>
                        <a:cubicBezTo>
                          <a:pt x="20817" y="7004"/>
                          <a:pt x="17492" y="9886"/>
                          <a:pt x="14079" y="11393"/>
                        </a:cubicBezTo>
                        <a:cubicBezTo>
                          <a:pt x="10843" y="13033"/>
                          <a:pt x="7651" y="12989"/>
                          <a:pt x="5700" y="1103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56" name="Forme libre : forme 21355">
                    <a:extLst>
                      <a:ext uri="{FF2B5EF4-FFF2-40B4-BE49-F238E27FC236}">
                        <a16:creationId xmlns:a16="http://schemas.microsoft.com/office/drawing/2014/main" id="{EA4E8ED7-DEF1-44AA-8112-A60463E32C98}"/>
                      </a:ext>
                    </a:extLst>
                  </p:cNvPr>
                  <p:cNvSpPr/>
                  <p:nvPr/>
                </p:nvSpPr>
                <p:spPr>
                  <a:xfrm>
                    <a:off x="6252929" y="1363073"/>
                    <a:ext cx="29675" cy="37423"/>
                  </a:xfrm>
                  <a:custGeom>
                    <a:avLst/>
                    <a:gdLst>
                      <a:gd name="connsiteX0" fmla="*/ 28728 w 29675"/>
                      <a:gd name="connsiteY0" fmla="*/ 458 h 37423"/>
                      <a:gd name="connsiteX1" fmla="*/ 21236 w 29675"/>
                      <a:gd name="connsiteY1" fmla="*/ 24175 h 37423"/>
                      <a:gd name="connsiteX2" fmla="*/ 11350 w 29675"/>
                      <a:gd name="connsiteY2" fmla="*/ 34415 h 37423"/>
                      <a:gd name="connsiteX3" fmla="*/ 7893 w 29675"/>
                      <a:gd name="connsiteY3" fmla="*/ 36322 h 37423"/>
                      <a:gd name="connsiteX4" fmla="*/ 4390 w 29675"/>
                      <a:gd name="connsiteY4" fmla="*/ 37341 h 37423"/>
                      <a:gd name="connsiteX5" fmla="*/ 223 w 29675"/>
                      <a:gd name="connsiteY5" fmla="*/ 35834 h 37423"/>
                      <a:gd name="connsiteX6" fmla="*/ 1154 w 29675"/>
                      <a:gd name="connsiteY6" fmla="*/ 32022 h 37423"/>
                      <a:gd name="connsiteX7" fmla="*/ 2706 w 29675"/>
                      <a:gd name="connsiteY7" fmla="*/ 29805 h 37423"/>
                      <a:gd name="connsiteX8" fmla="*/ 4568 w 29675"/>
                      <a:gd name="connsiteY8" fmla="*/ 27278 h 37423"/>
                      <a:gd name="connsiteX9" fmla="*/ 11749 w 29675"/>
                      <a:gd name="connsiteY9" fmla="*/ 17437 h 37423"/>
                      <a:gd name="connsiteX10" fmla="*/ 28728 w 29675"/>
                      <a:gd name="connsiteY10" fmla="*/ 458 h 37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675" h="37423">
                        <a:moveTo>
                          <a:pt x="28728" y="458"/>
                        </a:moveTo>
                        <a:cubicBezTo>
                          <a:pt x="32230" y="3916"/>
                          <a:pt x="25182" y="18501"/>
                          <a:pt x="21236" y="24175"/>
                        </a:cubicBezTo>
                        <a:cubicBezTo>
                          <a:pt x="19463" y="27012"/>
                          <a:pt x="15784" y="31401"/>
                          <a:pt x="11350" y="34415"/>
                        </a:cubicBezTo>
                        <a:cubicBezTo>
                          <a:pt x="10286" y="35169"/>
                          <a:pt x="9178" y="35790"/>
                          <a:pt x="7893" y="36322"/>
                        </a:cubicBezTo>
                        <a:cubicBezTo>
                          <a:pt x="6651" y="36942"/>
                          <a:pt x="5454" y="37297"/>
                          <a:pt x="4390" y="37341"/>
                        </a:cubicBezTo>
                        <a:cubicBezTo>
                          <a:pt x="2307" y="37652"/>
                          <a:pt x="844" y="37075"/>
                          <a:pt x="223" y="35834"/>
                        </a:cubicBezTo>
                        <a:cubicBezTo>
                          <a:pt x="-353" y="34637"/>
                          <a:pt x="268" y="33485"/>
                          <a:pt x="1154" y="32022"/>
                        </a:cubicBezTo>
                        <a:cubicBezTo>
                          <a:pt x="1642" y="31357"/>
                          <a:pt x="2174" y="30603"/>
                          <a:pt x="2706" y="29805"/>
                        </a:cubicBezTo>
                        <a:cubicBezTo>
                          <a:pt x="3238" y="29051"/>
                          <a:pt x="3947" y="28209"/>
                          <a:pt x="4568" y="27278"/>
                        </a:cubicBezTo>
                        <a:cubicBezTo>
                          <a:pt x="7228" y="23732"/>
                          <a:pt x="10331" y="19520"/>
                          <a:pt x="11749" y="17437"/>
                        </a:cubicBezTo>
                        <a:cubicBezTo>
                          <a:pt x="14853" y="13713"/>
                          <a:pt x="25315" y="-2956"/>
                          <a:pt x="28728" y="45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57" name="Forme libre : forme 21356">
                    <a:extLst>
                      <a:ext uri="{FF2B5EF4-FFF2-40B4-BE49-F238E27FC236}">
                        <a16:creationId xmlns:a16="http://schemas.microsoft.com/office/drawing/2014/main" id="{08DB0D23-317C-4506-B64C-8795D078A34F}"/>
                      </a:ext>
                    </a:extLst>
                  </p:cNvPr>
                  <p:cNvSpPr/>
                  <p:nvPr/>
                </p:nvSpPr>
                <p:spPr>
                  <a:xfrm>
                    <a:off x="6229925" y="1377080"/>
                    <a:ext cx="51608" cy="33681"/>
                  </a:xfrm>
                  <a:custGeom>
                    <a:avLst/>
                    <a:gdLst>
                      <a:gd name="connsiteX0" fmla="*/ 43 w 51608"/>
                      <a:gd name="connsiteY0" fmla="*/ 16996 h 33681"/>
                      <a:gd name="connsiteX1" fmla="*/ 3191 w 51608"/>
                      <a:gd name="connsiteY1" fmla="*/ 24665 h 33681"/>
                      <a:gd name="connsiteX2" fmla="*/ 13387 w 51608"/>
                      <a:gd name="connsiteY2" fmla="*/ 32157 h 33681"/>
                      <a:gd name="connsiteX3" fmla="*/ 32272 w 51608"/>
                      <a:gd name="connsiteY3" fmla="*/ 31182 h 33681"/>
                      <a:gd name="connsiteX4" fmla="*/ 36660 w 51608"/>
                      <a:gd name="connsiteY4" fmla="*/ 28522 h 33681"/>
                      <a:gd name="connsiteX5" fmla="*/ 39808 w 51608"/>
                      <a:gd name="connsiteY5" fmla="*/ 25950 h 33681"/>
                      <a:gd name="connsiteX6" fmla="*/ 44729 w 51608"/>
                      <a:gd name="connsiteY6" fmla="*/ 20586 h 33681"/>
                      <a:gd name="connsiteX7" fmla="*/ 50403 w 51608"/>
                      <a:gd name="connsiteY7" fmla="*/ 10213 h 33681"/>
                      <a:gd name="connsiteX8" fmla="*/ 49250 w 51608"/>
                      <a:gd name="connsiteY8" fmla="*/ 17 h 33681"/>
                      <a:gd name="connsiteX9" fmla="*/ 43177 w 51608"/>
                      <a:gd name="connsiteY9" fmla="*/ 4583 h 33681"/>
                      <a:gd name="connsiteX10" fmla="*/ 26198 w 51608"/>
                      <a:gd name="connsiteY10" fmla="*/ 15045 h 33681"/>
                      <a:gd name="connsiteX11" fmla="*/ 18884 w 51608"/>
                      <a:gd name="connsiteY11" fmla="*/ 14114 h 33681"/>
                      <a:gd name="connsiteX12" fmla="*/ 12278 w 51608"/>
                      <a:gd name="connsiteY12" fmla="*/ 11853 h 33681"/>
                      <a:gd name="connsiteX13" fmla="*/ 43 w 51608"/>
                      <a:gd name="connsiteY13" fmla="*/ 16996 h 3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1608" h="33681">
                        <a:moveTo>
                          <a:pt x="43" y="16996"/>
                        </a:moveTo>
                        <a:cubicBezTo>
                          <a:pt x="-179" y="20143"/>
                          <a:pt x="398" y="21517"/>
                          <a:pt x="3191" y="24665"/>
                        </a:cubicBezTo>
                        <a:cubicBezTo>
                          <a:pt x="5895" y="27635"/>
                          <a:pt x="8865" y="30295"/>
                          <a:pt x="13387" y="32157"/>
                        </a:cubicBezTo>
                        <a:cubicBezTo>
                          <a:pt x="18485" y="33974"/>
                          <a:pt x="25179" y="34728"/>
                          <a:pt x="32272" y="31182"/>
                        </a:cubicBezTo>
                        <a:cubicBezTo>
                          <a:pt x="33779" y="30650"/>
                          <a:pt x="35242" y="29541"/>
                          <a:pt x="36660" y="28522"/>
                        </a:cubicBezTo>
                        <a:cubicBezTo>
                          <a:pt x="37946" y="27679"/>
                          <a:pt x="38877" y="26837"/>
                          <a:pt x="39808" y="25950"/>
                        </a:cubicBezTo>
                        <a:cubicBezTo>
                          <a:pt x="41847" y="24177"/>
                          <a:pt x="43222" y="22404"/>
                          <a:pt x="44729" y="20586"/>
                        </a:cubicBezTo>
                        <a:cubicBezTo>
                          <a:pt x="47344" y="16996"/>
                          <a:pt x="49295" y="13405"/>
                          <a:pt x="50403" y="10213"/>
                        </a:cubicBezTo>
                        <a:cubicBezTo>
                          <a:pt x="52088" y="5425"/>
                          <a:pt x="52265" y="460"/>
                          <a:pt x="49250" y="17"/>
                        </a:cubicBezTo>
                        <a:cubicBezTo>
                          <a:pt x="47389" y="-249"/>
                          <a:pt x="45394" y="2677"/>
                          <a:pt x="43177" y="4583"/>
                        </a:cubicBezTo>
                        <a:cubicBezTo>
                          <a:pt x="37990" y="8972"/>
                          <a:pt x="32759" y="13626"/>
                          <a:pt x="26198" y="15045"/>
                        </a:cubicBezTo>
                        <a:cubicBezTo>
                          <a:pt x="23627" y="15533"/>
                          <a:pt x="20967" y="14956"/>
                          <a:pt x="18884" y="14114"/>
                        </a:cubicBezTo>
                        <a:cubicBezTo>
                          <a:pt x="16623" y="13183"/>
                          <a:pt x="15515" y="12252"/>
                          <a:pt x="12278" y="11853"/>
                        </a:cubicBezTo>
                        <a:cubicBezTo>
                          <a:pt x="6826" y="10967"/>
                          <a:pt x="442" y="12563"/>
                          <a:pt x="43" y="1699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58" name="Forme libre : forme 21357">
                    <a:extLst>
                      <a:ext uri="{FF2B5EF4-FFF2-40B4-BE49-F238E27FC236}">
                        <a16:creationId xmlns:a16="http://schemas.microsoft.com/office/drawing/2014/main" id="{DFDB34E2-F480-4622-B3F7-AECE6C5F5E4F}"/>
                      </a:ext>
                    </a:extLst>
                  </p:cNvPr>
                  <p:cNvSpPr/>
                  <p:nvPr/>
                </p:nvSpPr>
                <p:spPr>
                  <a:xfrm>
                    <a:off x="6241402" y="1387948"/>
                    <a:ext cx="11987" cy="7022"/>
                  </a:xfrm>
                  <a:custGeom>
                    <a:avLst/>
                    <a:gdLst>
                      <a:gd name="connsiteX0" fmla="*/ 1821 w 11987"/>
                      <a:gd name="connsiteY0" fmla="*/ 4354 h 7022"/>
                      <a:gd name="connsiteX1" fmla="*/ 136 w 11987"/>
                      <a:gd name="connsiteY1" fmla="*/ 5196 h 7022"/>
                      <a:gd name="connsiteX2" fmla="*/ 1023 w 11987"/>
                      <a:gd name="connsiteY2" fmla="*/ 6526 h 7022"/>
                      <a:gd name="connsiteX3" fmla="*/ 3904 w 11987"/>
                      <a:gd name="connsiteY3" fmla="*/ 7014 h 7022"/>
                      <a:gd name="connsiteX4" fmla="*/ 10111 w 11987"/>
                      <a:gd name="connsiteY4" fmla="*/ 5196 h 7022"/>
                      <a:gd name="connsiteX5" fmla="*/ 11707 w 11987"/>
                      <a:gd name="connsiteY5" fmla="*/ 3512 h 7022"/>
                      <a:gd name="connsiteX6" fmla="*/ 8914 w 11987"/>
                      <a:gd name="connsiteY6" fmla="*/ 586 h 7022"/>
                      <a:gd name="connsiteX7" fmla="*/ 1821 w 11987"/>
                      <a:gd name="connsiteY7" fmla="*/ 4354 h 7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987" h="7022">
                        <a:moveTo>
                          <a:pt x="1821" y="4354"/>
                        </a:moveTo>
                        <a:cubicBezTo>
                          <a:pt x="1067" y="4576"/>
                          <a:pt x="535" y="4709"/>
                          <a:pt x="136" y="5196"/>
                        </a:cubicBezTo>
                        <a:cubicBezTo>
                          <a:pt x="-263" y="5684"/>
                          <a:pt x="269" y="6172"/>
                          <a:pt x="1023" y="6526"/>
                        </a:cubicBezTo>
                        <a:cubicBezTo>
                          <a:pt x="1777" y="6925"/>
                          <a:pt x="3062" y="7058"/>
                          <a:pt x="3904" y="7014"/>
                        </a:cubicBezTo>
                        <a:cubicBezTo>
                          <a:pt x="6121" y="6970"/>
                          <a:pt x="8515" y="6526"/>
                          <a:pt x="10111" y="5196"/>
                        </a:cubicBezTo>
                        <a:cubicBezTo>
                          <a:pt x="10776" y="4709"/>
                          <a:pt x="11352" y="4088"/>
                          <a:pt x="11707" y="3512"/>
                        </a:cubicBezTo>
                        <a:cubicBezTo>
                          <a:pt x="12726" y="630"/>
                          <a:pt x="10776" y="-921"/>
                          <a:pt x="8914" y="586"/>
                        </a:cubicBezTo>
                        <a:cubicBezTo>
                          <a:pt x="7185" y="1916"/>
                          <a:pt x="5057" y="3468"/>
                          <a:pt x="1821" y="435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59" name="Forme libre : forme 21358">
                    <a:extLst>
                      <a:ext uri="{FF2B5EF4-FFF2-40B4-BE49-F238E27FC236}">
                        <a16:creationId xmlns:a16="http://schemas.microsoft.com/office/drawing/2014/main" id="{C94BEB2C-AD6F-4E5E-882C-B1F49F42C74B}"/>
                      </a:ext>
                    </a:extLst>
                  </p:cNvPr>
                  <p:cNvSpPr/>
                  <p:nvPr/>
                </p:nvSpPr>
                <p:spPr>
                  <a:xfrm>
                    <a:off x="6286844" y="1352448"/>
                    <a:ext cx="4339" cy="31342"/>
                  </a:xfrm>
                  <a:custGeom>
                    <a:avLst/>
                    <a:gdLst>
                      <a:gd name="connsiteX0" fmla="*/ 2571 w 4339"/>
                      <a:gd name="connsiteY0" fmla="*/ 0 h 31342"/>
                      <a:gd name="connsiteX1" fmla="*/ 0 w 4339"/>
                      <a:gd name="connsiteY1" fmla="*/ 31342 h 31342"/>
                      <a:gd name="connsiteX2" fmla="*/ 2571 w 4339"/>
                      <a:gd name="connsiteY2" fmla="*/ 0 h 3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39" h="31342">
                        <a:moveTo>
                          <a:pt x="2571" y="0"/>
                        </a:moveTo>
                        <a:cubicBezTo>
                          <a:pt x="6472" y="6605"/>
                          <a:pt x="3148" y="21589"/>
                          <a:pt x="0" y="31342"/>
                        </a:cubicBezTo>
                        <a:cubicBezTo>
                          <a:pt x="3369" y="20747"/>
                          <a:pt x="3546" y="8689"/>
                          <a:pt x="257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60" name="Forme libre : forme 21359">
                    <a:extLst>
                      <a:ext uri="{FF2B5EF4-FFF2-40B4-BE49-F238E27FC236}">
                        <a16:creationId xmlns:a16="http://schemas.microsoft.com/office/drawing/2014/main" id="{64CD5703-54EE-443F-B184-E4D765BCF3AE}"/>
                      </a:ext>
                    </a:extLst>
                  </p:cNvPr>
                  <p:cNvSpPr/>
                  <p:nvPr/>
                </p:nvSpPr>
                <p:spPr>
                  <a:xfrm>
                    <a:off x="6224471" y="1381751"/>
                    <a:ext cx="22342" cy="2662"/>
                  </a:xfrm>
                  <a:custGeom>
                    <a:avLst/>
                    <a:gdLst>
                      <a:gd name="connsiteX0" fmla="*/ 22343 w 22342"/>
                      <a:gd name="connsiteY0" fmla="*/ 0 h 2662"/>
                      <a:gd name="connsiteX1" fmla="*/ 21988 w 22342"/>
                      <a:gd name="connsiteY1" fmla="*/ 576 h 2662"/>
                      <a:gd name="connsiteX2" fmla="*/ 21767 w 22342"/>
                      <a:gd name="connsiteY2" fmla="*/ 931 h 2662"/>
                      <a:gd name="connsiteX3" fmla="*/ 20747 w 22342"/>
                      <a:gd name="connsiteY3" fmla="*/ 1241 h 2662"/>
                      <a:gd name="connsiteX4" fmla="*/ 14762 w 22342"/>
                      <a:gd name="connsiteY4" fmla="*/ 2039 h 2662"/>
                      <a:gd name="connsiteX5" fmla="*/ 0 w 22342"/>
                      <a:gd name="connsiteY5" fmla="*/ 2571 h 2662"/>
                      <a:gd name="connsiteX6" fmla="*/ 14851 w 22342"/>
                      <a:gd name="connsiteY6" fmla="*/ 2660 h 2662"/>
                      <a:gd name="connsiteX7" fmla="*/ 21013 w 22342"/>
                      <a:gd name="connsiteY7" fmla="*/ 1906 h 2662"/>
                      <a:gd name="connsiteX8" fmla="*/ 22077 w 22342"/>
                      <a:gd name="connsiteY8" fmla="*/ 975 h 2662"/>
                      <a:gd name="connsiteX9" fmla="*/ 22343 w 22342"/>
                      <a:gd name="connsiteY9" fmla="*/ 0 h 2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342" h="2662">
                        <a:moveTo>
                          <a:pt x="22343" y="0"/>
                        </a:moveTo>
                        <a:lnTo>
                          <a:pt x="21988" y="576"/>
                        </a:lnTo>
                        <a:cubicBezTo>
                          <a:pt x="21900" y="709"/>
                          <a:pt x="21855" y="798"/>
                          <a:pt x="21767" y="931"/>
                        </a:cubicBezTo>
                        <a:cubicBezTo>
                          <a:pt x="21501" y="1064"/>
                          <a:pt x="21190" y="1197"/>
                          <a:pt x="20747" y="1241"/>
                        </a:cubicBezTo>
                        <a:cubicBezTo>
                          <a:pt x="19240" y="1729"/>
                          <a:pt x="17023" y="1818"/>
                          <a:pt x="14762" y="2039"/>
                        </a:cubicBezTo>
                        <a:cubicBezTo>
                          <a:pt x="10108" y="2305"/>
                          <a:pt x="4832" y="2394"/>
                          <a:pt x="0" y="2571"/>
                        </a:cubicBezTo>
                        <a:cubicBezTo>
                          <a:pt x="4477" y="2172"/>
                          <a:pt x="9974" y="2704"/>
                          <a:pt x="14851" y="2660"/>
                        </a:cubicBezTo>
                        <a:cubicBezTo>
                          <a:pt x="17245" y="2616"/>
                          <a:pt x="19461" y="2394"/>
                          <a:pt x="21013" y="1906"/>
                        </a:cubicBezTo>
                        <a:cubicBezTo>
                          <a:pt x="21900" y="1596"/>
                          <a:pt x="21855" y="1286"/>
                          <a:pt x="22077" y="975"/>
                        </a:cubicBezTo>
                        <a:cubicBezTo>
                          <a:pt x="22210" y="665"/>
                          <a:pt x="22299" y="310"/>
                          <a:pt x="223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61" name="Forme libre : forme 21360">
                    <a:extLst>
                      <a:ext uri="{FF2B5EF4-FFF2-40B4-BE49-F238E27FC236}">
                        <a16:creationId xmlns:a16="http://schemas.microsoft.com/office/drawing/2014/main" id="{B69D780B-6288-481D-BF91-FA163839496C}"/>
                      </a:ext>
                    </a:extLst>
                  </p:cNvPr>
                  <p:cNvSpPr/>
                  <p:nvPr/>
                </p:nvSpPr>
                <p:spPr>
                  <a:xfrm>
                    <a:off x="6262141" y="1372812"/>
                    <a:ext cx="10939" cy="13053"/>
                  </a:xfrm>
                  <a:custGeom>
                    <a:avLst/>
                    <a:gdLst>
                      <a:gd name="connsiteX0" fmla="*/ 10828 w 10939"/>
                      <a:gd name="connsiteY0" fmla="*/ 383 h 13053"/>
                      <a:gd name="connsiteX1" fmla="*/ 6129 w 10939"/>
                      <a:gd name="connsiteY1" fmla="*/ 8939 h 13053"/>
                      <a:gd name="connsiteX2" fmla="*/ 55 w 10939"/>
                      <a:gd name="connsiteY2" fmla="*/ 12486 h 13053"/>
                      <a:gd name="connsiteX3" fmla="*/ 4755 w 10939"/>
                      <a:gd name="connsiteY3" fmla="*/ 4861 h 13053"/>
                      <a:gd name="connsiteX4" fmla="*/ 10828 w 10939"/>
                      <a:gd name="connsiteY4" fmla="*/ 383 h 13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39" h="13053">
                        <a:moveTo>
                          <a:pt x="10828" y="383"/>
                        </a:moveTo>
                        <a:cubicBezTo>
                          <a:pt x="11670" y="2157"/>
                          <a:pt x="7503" y="7432"/>
                          <a:pt x="6129" y="8939"/>
                        </a:cubicBezTo>
                        <a:cubicBezTo>
                          <a:pt x="4843" y="10535"/>
                          <a:pt x="676" y="14525"/>
                          <a:pt x="55" y="12486"/>
                        </a:cubicBezTo>
                        <a:cubicBezTo>
                          <a:pt x="-521" y="10535"/>
                          <a:pt x="3558" y="6368"/>
                          <a:pt x="4755" y="4861"/>
                        </a:cubicBezTo>
                        <a:cubicBezTo>
                          <a:pt x="6040" y="3487"/>
                          <a:pt x="9986" y="-1390"/>
                          <a:pt x="10828" y="38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62" name="Forme libre : forme 21361">
                    <a:extLst>
                      <a:ext uri="{FF2B5EF4-FFF2-40B4-BE49-F238E27FC236}">
                        <a16:creationId xmlns:a16="http://schemas.microsoft.com/office/drawing/2014/main" id="{746527DA-1DBC-4557-9D20-8DE36A707F1F}"/>
                      </a:ext>
                    </a:extLst>
                  </p:cNvPr>
                  <p:cNvSpPr/>
                  <p:nvPr/>
                </p:nvSpPr>
                <p:spPr>
                  <a:xfrm>
                    <a:off x="6271252" y="1370741"/>
                    <a:ext cx="2945" cy="4031"/>
                  </a:xfrm>
                  <a:custGeom>
                    <a:avLst/>
                    <a:gdLst>
                      <a:gd name="connsiteX0" fmla="*/ 2692 w 2945"/>
                      <a:gd name="connsiteY0" fmla="*/ 16 h 4031"/>
                      <a:gd name="connsiteX1" fmla="*/ 2248 w 2945"/>
                      <a:gd name="connsiteY1" fmla="*/ 2277 h 4031"/>
                      <a:gd name="connsiteX2" fmla="*/ 254 w 2945"/>
                      <a:gd name="connsiteY2" fmla="*/ 4006 h 4031"/>
                      <a:gd name="connsiteX3" fmla="*/ 697 w 2945"/>
                      <a:gd name="connsiteY3" fmla="*/ 1834 h 4031"/>
                      <a:gd name="connsiteX4" fmla="*/ 2692 w 2945"/>
                      <a:gd name="connsiteY4" fmla="*/ 16 h 4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45" h="4031">
                        <a:moveTo>
                          <a:pt x="2692" y="16"/>
                        </a:moveTo>
                        <a:cubicBezTo>
                          <a:pt x="3312" y="193"/>
                          <a:pt x="2647" y="1612"/>
                          <a:pt x="2248" y="2277"/>
                        </a:cubicBezTo>
                        <a:cubicBezTo>
                          <a:pt x="1849" y="2942"/>
                          <a:pt x="874" y="4228"/>
                          <a:pt x="254" y="4006"/>
                        </a:cubicBezTo>
                        <a:cubicBezTo>
                          <a:pt x="-367" y="3784"/>
                          <a:pt x="298" y="2499"/>
                          <a:pt x="697" y="1834"/>
                        </a:cubicBezTo>
                        <a:cubicBezTo>
                          <a:pt x="1096" y="1169"/>
                          <a:pt x="2071" y="-161"/>
                          <a:pt x="2692" y="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63" name="Forme libre : forme 21362">
                    <a:extLst>
                      <a:ext uri="{FF2B5EF4-FFF2-40B4-BE49-F238E27FC236}">
                        <a16:creationId xmlns:a16="http://schemas.microsoft.com/office/drawing/2014/main" id="{F4622D95-2D81-4F76-831D-ACE5B9D84595}"/>
                      </a:ext>
                    </a:extLst>
                  </p:cNvPr>
                  <p:cNvSpPr/>
                  <p:nvPr/>
                </p:nvSpPr>
                <p:spPr>
                  <a:xfrm>
                    <a:off x="6254327" y="1352293"/>
                    <a:ext cx="31916" cy="27753"/>
                  </a:xfrm>
                  <a:custGeom>
                    <a:avLst/>
                    <a:gdLst>
                      <a:gd name="connsiteX0" fmla="*/ 19573 w 31916"/>
                      <a:gd name="connsiteY0" fmla="*/ 5342 h 27753"/>
                      <a:gd name="connsiteX1" fmla="*/ 30434 w 31916"/>
                      <a:gd name="connsiteY1" fmla="*/ 22 h 27753"/>
                      <a:gd name="connsiteX2" fmla="*/ 31409 w 31916"/>
                      <a:gd name="connsiteY2" fmla="*/ 3835 h 27753"/>
                      <a:gd name="connsiteX3" fmla="*/ 27597 w 31916"/>
                      <a:gd name="connsiteY3" fmla="*/ 7337 h 27753"/>
                      <a:gd name="connsiteX4" fmla="*/ 15096 w 31916"/>
                      <a:gd name="connsiteY4" fmla="*/ 16735 h 27753"/>
                      <a:gd name="connsiteX5" fmla="*/ 7072 w 31916"/>
                      <a:gd name="connsiteY5" fmla="*/ 24582 h 27753"/>
                      <a:gd name="connsiteX6" fmla="*/ 112 w 31916"/>
                      <a:gd name="connsiteY6" fmla="*/ 26710 h 27753"/>
                      <a:gd name="connsiteX7" fmla="*/ 3570 w 31916"/>
                      <a:gd name="connsiteY7" fmla="*/ 18420 h 27753"/>
                      <a:gd name="connsiteX8" fmla="*/ 10485 w 31916"/>
                      <a:gd name="connsiteY8" fmla="*/ 10662 h 27753"/>
                      <a:gd name="connsiteX9" fmla="*/ 19573 w 31916"/>
                      <a:gd name="connsiteY9" fmla="*/ 5342 h 27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1916" h="27753">
                        <a:moveTo>
                          <a:pt x="19573" y="5342"/>
                        </a:moveTo>
                        <a:cubicBezTo>
                          <a:pt x="23563" y="2682"/>
                          <a:pt x="26444" y="732"/>
                          <a:pt x="30434" y="22"/>
                        </a:cubicBezTo>
                        <a:cubicBezTo>
                          <a:pt x="31897" y="-244"/>
                          <a:pt x="32385" y="1929"/>
                          <a:pt x="31409" y="3835"/>
                        </a:cubicBezTo>
                        <a:cubicBezTo>
                          <a:pt x="30434" y="5741"/>
                          <a:pt x="29016" y="6495"/>
                          <a:pt x="27597" y="7337"/>
                        </a:cubicBezTo>
                        <a:cubicBezTo>
                          <a:pt x="23253" y="9952"/>
                          <a:pt x="19307" y="13189"/>
                          <a:pt x="15096" y="16735"/>
                        </a:cubicBezTo>
                        <a:cubicBezTo>
                          <a:pt x="13766" y="17843"/>
                          <a:pt x="10352" y="21789"/>
                          <a:pt x="7072" y="24582"/>
                        </a:cubicBezTo>
                        <a:cubicBezTo>
                          <a:pt x="3747" y="27419"/>
                          <a:pt x="688" y="28882"/>
                          <a:pt x="112" y="26710"/>
                        </a:cubicBezTo>
                        <a:cubicBezTo>
                          <a:pt x="-465" y="24582"/>
                          <a:pt x="1264" y="21612"/>
                          <a:pt x="3570" y="18420"/>
                        </a:cubicBezTo>
                        <a:cubicBezTo>
                          <a:pt x="5875" y="15316"/>
                          <a:pt x="8801" y="12125"/>
                          <a:pt x="10485" y="10662"/>
                        </a:cubicBezTo>
                        <a:cubicBezTo>
                          <a:pt x="13943" y="7780"/>
                          <a:pt x="16559" y="7293"/>
                          <a:pt x="19573" y="534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57" name="Graphique 2">
                  <a:extLst>
                    <a:ext uri="{FF2B5EF4-FFF2-40B4-BE49-F238E27FC236}">
                      <a16:creationId xmlns:a16="http://schemas.microsoft.com/office/drawing/2014/main" id="{29CCB374-DDD4-4E75-8BF3-3D0D230952FD}"/>
                    </a:ext>
                  </a:extLst>
                </p:cNvPr>
                <p:cNvGrpSpPr/>
                <p:nvPr/>
              </p:nvGrpSpPr>
              <p:grpSpPr>
                <a:xfrm>
                  <a:off x="6283609" y="1265084"/>
                  <a:ext cx="59030" cy="84448"/>
                  <a:chOff x="6283609" y="1265084"/>
                  <a:chExt cx="59030" cy="84448"/>
                </a:xfrm>
                <a:solidFill>
                  <a:schemeClr val="accent1"/>
                </a:solidFill>
              </p:grpSpPr>
              <p:sp>
                <p:nvSpPr>
                  <p:cNvPr id="21340" name="Forme libre : forme 21339">
                    <a:extLst>
                      <a:ext uri="{FF2B5EF4-FFF2-40B4-BE49-F238E27FC236}">
                        <a16:creationId xmlns:a16="http://schemas.microsoft.com/office/drawing/2014/main" id="{6856E58D-F15C-485F-B2EE-C417055250DB}"/>
                      </a:ext>
                    </a:extLst>
                  </p:cNvPr>
                  <p:cNvSpPr/>
                  <p:nvPr/>
                </p:nvSpPr>
                <p:spPr>
                  <a:xfrm>
                    <a:off x="6283609" y="1265084"/>
                    <a:ext cx="59030" cy="84446"/>
                  </a:xfrm>
                  <a:custGeom>
                    <a:avLst/>
                    <a:gdLst>
                      <a:gd name="connsiteX0" fmla="*/ 52487 w 59030"/>
                      <a:gd name="connsiteY0" fmla="*/ 36473 h 84446"/>
                      <a:gd name="connsiteX1" fmla="*/ 36173 w 59030"/>
                      <a:gd name="connsiteY1" fmla="*/ 64091 h 84446"/>
                      <a:gd name="connsiteX2" fmla="*/ 9397 w 59030"/>
                      <a:gd name="connsiteY2" fmla="*/ 84217 h 84446"/>
                      <a:gd name="connsiteX3" fmla="*/ 886 w 59030"/>
                      <a:gd name="connsiteY3" fmla="*/ 78853 h 84446"/>
                      <a:gd name="connsiteX4" fmla="*/ 6161 w 59030"/>
                      <a:gd name="connsiteY4" fmla="*/ 45827 h 84446"/>
                      <a:gd name="connsiteX5" fmla="*/ 21943 w 59030"/>
                      <a:gd name="connsiteY5" fmla="*/ 19140 h 84446"/>
                      <a:gd name="connsiteX6" fmla="*/ 49472 w 59030"/>
                      <a:gd name="connsiteY6" fmla="*/ 210 h 84446"/>
                      <a:gd name="connsiteX7" fmla="*/ 58206 w 59030"/>
                      <a:gd name="connsiteY7" fmla="*/ 4732 h 84446"/>
                      <a:gd name="connsiteX8" fmla="*/ 52487 w 59030"/>
                      <a:gd name="connsiteY8" fmla="*/ 36473 h 84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030" h="84446">
                        <a:moveTo>
                          <a:pt x="52487" y="36473"/>
                        </a:moveTo>
                        <a:cubicBezTo>
                          <a:pt x="48896" y="43078"/>
                          <a:pt x="40562" y="57353"/>
                          <a:pt x="36173" y="64091"/>
                        </a:cubicBezTo>
                        <a:cubicBezTo>
                          <a:pt x="28016" y="76681"/>
                          <a:pt x="19815" y="81070"/>
                          <a:pt x="9397" y="84217"/>
                        </a:cubicBezTo>
                        <a:cubicBezTo>
                          <a:pt x="5807" y="85281"/>
                          <a:pt x="1551" y="82489"/>
                          <a:pt x="886" y="78853"/>
                        </a:cubicBezTo>
                        <a:cubicBezTo>
                          <a:pt x="-932" y="68347"/>
                          <a:pt x="-311" y="58594"/>
                          <a:pt x="6161" y="45827"/>
                        </a:cubicBezTo>
                        <a:cubicBezTo>
                          <a:pt x="9575" y="39000"/>
                          <a:pt x="17466" y="25745"/>
                          <a:pt x="21943" y="19140"/>
                        </a:cubicBezTo>
                        <a:cubicBezTo>
                          <a:pt x="30277" y="6771"/>
                          <a:pt x="39144" y="2781"/>
                          <a:pt x="49472" y="210"/>
                        </a:cubicBezTo>
                        <a:cubicBezTo>
                          <a:pt x="53063" y="-676"/>
                          <a:pt x="57585" y="1319"/>
                          <a:pt x="58206" y="4732"/>
                        </a:cubicBezTo>
                        <a:cubicBezTo>
                          <a:pt x="60023" y="14706"/>
                          <a:pt x="59137" y="24016"/>
                          <a:pt x="52487" y="3647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41" name="Forme libre : forme 21340">
                    <a:extLst>
                      <a:ext uri="{FF2B5EF4-FFF2-40B4-BE49-F238E27FC236}">
                        <a16:creationId xmlns:a16="http://schemas.microsoft.com/office/drawing/2014/main" id="{5BF3CE6B-BADA-4135-92A7-8372D9E46650}"/>
                      </a:ext>
                    </a:extLst>
                  </p:cNvPr>
                  <p:cNvSpPr/>
                  <p:nvPr/>
                </p:nvSpPr>
                <p:spPr>
                  <a:xfrm>
                    <a:off x="6288484" y="1269683"/>
                    <a:ext cx="54041" cy="79849"/>
                  </a:xfrm>
                  <a:custGeom>
                    <a:avLst/>
                    <a:gdLst>
                      <a:gd name="connsiteX0" fmla="*/ 22919 w 54041"/>
                      <a:gd name="connsiteY0" fmla="*/ 48897 h 79849"/>
                      <a:gd name="connsiteX1" fmla="*/ 0 w 54041"/>
                      <a:gd name="connsiteY1" fmla="*/ 79175 h 79849"/>
                      <a:gd name="connsiteX2" fmla="*/ 4433 w 54041"/>
                      <a:gd name="connsiteY2" fmla="*/ 79618 h 79849"/>
                      <a:gd name="connsiteX3" fmla="*/ 9620 w 54041"/>
                      <a:gd name="connsiteY3" fmla="*/ 77845 h 79849"/>
                      <a:gd name="connsiteX4" fmla="*/ 23141 w 54041"/>
                      <a:gd name="connsiteY4" fmla="*/ 69422 h 79849"/>
                      <a:gd name="connsiteX5" fmla="*/ 31209 w 54041"/>
                      <a:gd name="connsiteY5" fmla="*/ 59492 h 79849"/>
                      <a:gd name="connsiteX6" fmla="*/ 34002 w 54041"/>
                      <a:gd name="connsiteY6" fmla="*/ 55103 h 79849"/>
                      <a:gd name="connsiteX7" fmla="*/ 46415 w 54041"/>
                      <a:gd name="connsiteY7" fmla="*/ 33958 h 79849"/>
                      <a:gd name="connsiteX8" fmla="*/ 47523 w 54041"/>
                      <a:gd name="connsiteY8" fmla="*/ 31874 h 79849"/>
                      <a:gd name="connsiteX9" fmla="*/ 52577 w 54041"/>
                      <a:gd name="connsiteY9" fmla="*/ 19639 h 79849"/>
                      <a:gd name="connsiteX10" fmla="*/ 53907 w 54041"/>
                      <a:gd name="connsiteY10" fmla="*/ 4832 h 79849"/>
                      <a:gd name="connsiteX11" fmla="*/ 53286 w 54041"/>
                      <a:gd name="connsiteY11" fmla="*/ 177 h 79849"/>
                      <a:gd name="connsiteX12" fmla="*/ 53242 w 54041"/>
                      <a:gd name="connsiteY12" fmla="*/ 0 h 79849"/>
                      <a:gd name="connsiteX13" fmla="*/ 22919 w 54041"/>
                      <a:gd name="connsiteY13" fmla="*/ 48897 h 79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041" h="79849">
                        <a:moveTo>
                          <a:pt x="22919" y="48897"/>
                        </a:moveTo>
                        <a:cubicBezTo>
                          <a:pt x="16979" y="60600"/>
                          <a:pt x="9620" y="72880"/>
                          <a:pt x="0" y="79175"/>
                        </a:cubicBezTo>
                        <a:cubicBezTo>
                          <a:pt x="1419" y="79840"/>
                          <a:pt x="2970" y="80062"/>
                          <a:pt x="4433" y="79618"/>
                        </a:cubicBezTo>
                        <a:cubicBezTo>
                          <a:pt x="6251" y="79086"/>
                          <a:pt x="7980" y="78510"/>
                          <a:pt x="9620" y="77845"/>
                        </a:cubicBezTo>
                        <a:cubicBezTo>
                          <a:pt x="14452" y="75939"/>
                          <a:pt x="18885" y="73412"/>
                          <a:pt x="23141" y="69422"/>
                        </a:cubicBezTo>
                        <a:cubicBezTo>
                          <a:pt x="25889" y="66807"/>
                          <a:pt x="28549" y="63615"/>
                          <a:pt x="31209" y="59492"/>
                        </a:cubicBezTo>
                        <a:cubicBezTo>
                          <a:pt x="32007" y="58251"/>
                          <a:pt x="32938" y="56744"/>
                          <a:pt x="34002" y="55103"/>
                        </a:cubicBezTo>
                        <a:cubicBezTo>
                          <a:pt x="37947" y="48587"/>
                          <a:pt x="43134" y="39632"/>
                          <a:pt x="46415" y="33958"/>
                        </a:cubicBezTo>
                        <a:cubicBezTo>
                          <a:pt x="46813" y="33204"/>
                          <a:pt x="47213" y="32495"/>
                          <a:pt x="47523" y="31874"/>
                        </a:cubicBezTo>
                        <a:cubicBezTo>
                          <a:pt x="49917" y="27485"/>
                          <a:pt x="51513" y="23451"/>
                          <a:pt x="52577" y="19639"/>
                        </a:cubicBezTo>
                        <a:cubicBezTo>
                          <a:pt x="53951" y="14408"/>
                          <a:pt x="54261" y="9620"/>
                          <a:pt x="53907" y="4832"/>
                        </a:cubicBezTo>
                        <a:cubicBezTo>
                          <a:pt x="53773" y="3280"/>
                          <a:pt x="53552" y="1729"/>
                          <a:pt x="53286" y="177"/>
                        </a:cubicBezTo>
                        <a:lnTo>
                          <a:pt x="53242" y="0"/>
                        </a:lnTo>
                        <a:cubicBezTo>
                          <a:pt x="41982" y="15294"/>
                          <a:pt x="31431" y="32051"/>
                          <a:pt x="22919" y="4889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42" name="Forme libre : forme 21341">
                    <a:extLst>
                      <a:ext uri="{FF2B5EF4-FFF2-40B4-BE49-F238E27FC236}">
                        <a16:creationId xmlns:a16="http://schemas.microsoft.com/office/drawing/2014/main" id="{8FF2CC47-5524-463D-A017-12BF95EC2014}"/>
                      </a:ext>
                    </a:extLst>
                  </p:cNvPr>
                  <p:cNvSpPr/>
                  <p:nvPr/>
                </p:nvSpPr>
                <p:spPr>
                  <a:xfrm>
                    <a:off x="6303920" y="1281407"/>
                    <a:ext cx="26031" cy="38700"/>
                  </a:xfrm>
                  <a:custGeom>
                    <a:avLst/>
                    <a:gdLst>
                      <a:gd name="connsiteX0" fmla="*/ 24995 w 26031"/>
                      <a:gd name="connsiteY0" fmla="*/ 289 h 38700"/>
                      <a:gd name="connsiteX1" fmla="*/ 17636 w 26031"/>
                      <a:gd name="connsiteY1" fmla="*/ 23031 h 38700"/>
                      <a:gd name="connsiteX2" fmla="*/ 1410 w 26031"/>
                      <a:gd name="connsiteY2" fmla="*/ 38414 h 38700"/>
                      <a:gd name="connsiteX3" fmla="*/ 7661 w 26031"/>
                      <a:gd name="connsiteY3" fmla="*/ 17224 h 38700"/>
                      <a:gd name="connsiteX4" fmla="*/ 24995 w 26031"/>
                      <a:gd name="connsiteY4" fmla="*/ 289 h 38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031" h="38700">
                        <a:moveTo>
                          <a:pt x="24995" y="289"/>
                        </a:moveTo>
                        <a:cubicBezTo>
                          <a:pt x="28940" y="2683"/>
                          <a:pt x="20561" y="17933"/>
                          <a:pt x="17636" y="23031"/>
                        </a:cubicBezTo>
                        <a:cubicBezTo>
                          <a:pt x="14621" y="28041"/>
                          <a:pt x="5932" y="40764"/>
                          <a:pt x="1410" y="38414"/>
                        </a:cubicBezTo>
                        <a:cubicBezTo>
                          <a:pt x="-3156" y="36020"/>
                          <a:pt x="4558" y="21923"/>
                          <a:pt x="7661" y="17224"/>
                        </a:cubicBezTo>
                        <a:cubicBezTo>
                          <a:pt x="10631" y="12480"/>
                          <a:pt x="20872" y="-2237"/>
                          <a:pt x="24995" y="28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43" name="Forme libre : forme 21342">
                    <a:extLst>
                      <a:ext uri="{FF2B5EF4-FFF2-40B4-BE49-F238E27FC236}">
                        <a16:creationId xmlns:a16="http://schemas.microsoft.com/office/drawing/2014/main" id="{FDDF9672-7849-4495-8E82-A95593D4C81E}"/>
                      </a:ext>
                    </a:extLst>
                  </p:cNvPr>
                  <p:cNvSpPr/>
                  <p:nvPr/>
                </p:nvSpPr>
                <p:spPr>
                  <a:xfrm>
                    <a:off x="6303864" y="1295793"/>
                    <a:ext cx="22124" cy="24323"/>
                  </a:xfrm>
                  <a:custGeom>
                    <a:avLst/>
                    <a:gdLst>
                      <a:gd name="connsiteX0" fmla="*/ 2220 w 22124"/>
                      <a:gd name="connsiteY0" fmla="*/ 13565 h 24323"/>
                      <a:gd name="connsiteX1" fmla="*/ 1422 w 22124"/>
                      <a:gd name="connsiteY1" fmla="*/ 24249 h 24323"/>
                      <a:gd name="connsiteX2" fmla="*/ 17869 w 22124"/>
                      <a:gd name="connsiteY2" fmla="*/ 8467 h 24323"/>
                      <a:gd name="connsiteX3" fmla="*/ 22125 w 22124"/>
                      <a:gd name="connsiteY3" fmla="*/ 0 h 24323"/>
                      <a:gd name="connsiteX4" fmla="*/ 19199 w 22124"/>
                      <a:gd name="connsiteY4" fmla="*/ 4167 h 24323"/>
                      <a:gd name="connsiteX5" fmla="*/ 2220 w 22124"/>
                      <a:gd name="connsiteY5" fmla="*/ 13565 h 24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124" h="24323">
                        <a:moveTo>
                          <a:pt x="2220" y="13565"/>
                        </a:moveTo>
                        <a:cubicBezTo>
                          <a:pt x="1555" y="16447"/>
                          <a:pt x="-1903" y="23584"/>
                          <a:pt x="1422" y="24249"/>
                        </a:cubicBezTo>
                        <a:cubicBezTo>
                          <a:pt x="6698" y="25313"/>
                          <a:pt x="13968" y="14762"/>
                          <a:pt x="17869" y="8467"/>
                        </a:cubicBezTo>
                        <a:cubicBezTo>
                          <a:pt x="18977" y="6605"/>
                          <a:pt x="21194" y="2305"/>
                          <a:pt x="22125" y="0"/>
                        </a:cubicBezTo>
                        <a:cubicBezTo>
                          <a:pt x="21371" y="1153"/>
                          <a:pt x="20130" y="3192"/>
                          <a:pt x="19199" y="4167"/>
                        </a:cubicBezTo>
                        <a:cubicBezTo>
                          <a:pt x="13924" y="9620"/>
                          <a:pt x="7274" y="16004"/>
                          <a:pt x="2220" y="1356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44" name="Forme libre : forme 21343">
                    <a:extLst>
                      <a:ext uri="{FF2B5EF4-FFF2-40B4-BE49-F238E27FC236}">
                        <a16:creationId xmlns:a16="http://schemas.microsoft.com/office/drawing/2014/main" id="{418D441D-10D5-4A65-8CF4-F757F2A65169}"/>
                      </a:ext>
                    </a:extLst>
                  </p:cNvPr>
                  <p:cNvSpPr/>
                  <p:nvPr/>
                </p:nvSpPr>
                <p:spPr>
                  <a:xfrm>
                    <a:off x="6306198" y="1279752"/>
                    <a:ext cx="25807" cy="38949"/>
                  </a:xfrm>
                  <a:custGeom>
                    <a:avLst/>
                    <a:gdLst>
                      <a:gd name="connsiteX0" fmla="*/ 25066 w 25807"/>
                      <a:gd name="connsiteY0" fmla="*/ 570 h 38949"/>
                      <a:gd name="connsiteX1" fmla="*/ 17663 w 25807"/>
                      <a:gd name="connsiteY1" fmla="*/ 23622 h 38949"/>
                      <a:gd name="connsiteX2" fmla="*/ 1482 w 25807"/>
                      <a:gd name="connsiteY2" fmla="*/ 38694 h 38949"/>
                      <a:gd name="connsiteX3" fmla="*/ 7733 w 25807"/>
                      <a:gd name="connsiteY3" fmla="*/ 17637 h 38949"/>
                      <a:gd name="connsiteX4" fmla="*/ 25066 w 25807"/>
                      <a:gd name="connsiteY4" fmla="*/ 570 h 38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07" h="38949">
                        <a:moveTo>
                          <a:pt x="25066" y="570"/>
                        </a:moveTo>
                        <a:cubicBezTo>
                          <a:pt x="28170" y="4294"/>
                          <a:pt x="20722" y="18036"/>
                          <a:pt x="17663" y="23622"/>
                        </a:cubicBezTo>
                        <a:cubicBezTo>
                          <a:pt x="14516" y="29075"/>
                          <a:pt x="6270" y="40822"/>
                          <a:pt x="1482" y="38694"/>
                        </a:cubicBezTo>
                        <a:cubicBezTo>
                          <a:pt x="-3350" y="36567"/>
                          <a:pt x="4940" y="22026"/>
                          <a:pt x="7733" y="17637"/>
                        </a:cubicBezTo>
                        <a:cubicBezTo>
                          <a:pt x="10348" y="13160"/>
                          <a:pt x="21786" y="-3243"/>
                          <a:pt x="25066" y="57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45" name="Forme libre : forme 21344">
                    <a:extLst>
                      <a:ext uri="{FF2B5EF4-FFF2-40B4-BE49-F238E27FC236}">
                        <a16:creationId xmlns:a16="http://schemas.microsoft.com/office/drawing/2014/main" id="{111A2369-ADCA-4CAB-9803-FFC5CD5F41E7}"/>
                      </a:ext>
                    </a:extLst>
                  </p:cNvPr>
                  <p:cNvSpPr/>
                  <p:nvPr/>
                </p:nvSpPr>
                <p:spPr>
                  <a:xfrm>
                    <a:off x="6290738" y="1293458"/>
                    <a:ext cx="39926" cy="44750"/>
                  </a:xfrm>
                  <a:custGeom>
                    <a:avLst/>
                    <a:gdLst>
                      <a:gd name="connsiteX0" fmla="*/ 4617 w 39926"/>
                      <a:gd name="connsiteY0" fmla="*/ 44627 h 44750"/>
                      <a:gd name="connsiteX1" fmla="*/ 12331 w 39926"/>
                      <a:gd name="connsiteY1" fmla="*/ 42499 h 44750"/>
                      <a:gd name="connsiteX2" fmla="*/ 29088 w 39926"/>
                      <a:gd name="connsiteY2" fmla="*/ 28668 h 44750"/>
                      <a:gd name="connsiteX3" fmla="*/ 39063 w 39926"/>
                      <a:gd name="connsiteY3" fmla="*/ 9783 h 44750"/>
                      <a:gd name="connsiteX4" fmla="*/ 37555 w 39926"/>
                      <a:gd name="connsiteY4" fmla="*/ 30 h 44750"/>
                      <a:gd name="connsiteX5" fmla="*/ 31659 w 39926"/>
                      <a:gd name="connsiteY5" fmla="*/ 4463 h 44750"/>
                      <a:gd name="connsiteX6" fmla="*/ 16276 w 39926"/>
                      <a:gd name="connsiteY6" fmla="*/ 17363 h 44750"/>
                      <a:gd name="connsiteX7" fmla="*/ 1470 w 39926"/>
                      <a:gd name="connsiteY7" fmla="*/ 30929 h 44750"/>
                      <a:gd name="connsiteX8" fmla="*/ 4617 w 39926"/>
                      <a:gd name="connsiteY8" fmla="*/ 44627 h 44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926" h="44750">
                        <a:moveTo>
                          <a:pt x="4617" y="44627"/>
                        </a:moveTo>
                        <a:cubicBezTo>
                          <a:pt x="7720" y="45026"/>
                          <a:pt x="9095" y="44494"/>
                          <a:pt x="12331" y="42499"/>
                        </a:cubicBezTo>
                        <a:cubicBezTo>
                          <a:pt x="18537" y="38686"/>
                          <a:pt x="23680" y="35539"/>
                          <a:pt x="29088" y="28668"/>
                        </a:cubicBezTo>
                        <a:cubicBezTo>
                          <a:pt x="33610" y="22949"/>
                          <a:pt x="37378" y="15767"/>
                          <a:pt x="39063" y="9783"/>
                        </a:cubicBezTo>
                        <a:cubicBezTo>
                          <a:pt x="40304" y="5350"/>
                          <a:pt x="40526" y="562"/>
                          <a:pt x="37555" y="30"/>
                        </a:cubicBezTo>
                        <a:cubicBezTo>
                          <a:pt x="35693" y="-325"/>
                          <a:pt x="33743" y="2557"/>
                          <a:pt x="31659" y="4463"/>
                        </a:cubicBezTo>
                        <a:cubicBezTo>
                          <a:pt x="26694" y="8985"/>
                          <a:pt x="22217" y="13595"/>
                          <a:pt x="16276" y="17363"/>
                        </a:cubicBezTo>
                        <a:cubicBezTo>
                          <a:pt x="11267" y="20600"/>
                          <a:pt x="4750" y="23570"/>
                          <a:pt x="1470" y="30929"/>
                        </a:cubicBezTo>
                        <a:cubicBezTo>
                          <a:pt x="-1500" y="37623"/>
                          <a:pt x="273" y="44050"/>
                          <a:pt x="4617" y="4462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46" name="Forme libre : forme 21345">
                    <a:extLst>
                      <a:ext uri="{FF2B5EF4-FFF2-40B4-BE49-F238E27FC236}">
                        <a16:creationId xmlns:a16="http://schemas.microsoft.com/office/drawing/2014/main" id="{A0467976-D7D2-4D7B-A846-F7BE0671B996}"/>
                      </a:ext>
                    </a:extLst>
                  </p:cNvPr>
                  <p:cNvSpPr/>
                  <p:nvPr/>
                </p:nvSpPr>
                <p:spPr>
                  <a:xfrm>
                    <a:off x="6295986" y="1308582"/>
                    <a:ext cx="7759" cy="17679"/>
                  </a:xfrm>
                  <a:custGeom>
                    <a:avLst/>
                    <a:gdLst>
                      <a:gd name="connsiteX0" fmla="*/ 79 w 7759"/>
                      <a:gd name="connsiteY0" fmla="*/ 15361 h 17679"/>
                      <a:gd name="connsiteX1" fmla="*/ 257 w 7759"/>
                      <a:gd name="connsiteY1" fmla="*/ 17445 h 17679"/>
                      <a:gd name="connsiteX2" fmla="*/ 1897 w 7759"/>
                      <a:gd name="connsiteY2" fmla="*/ 16824 h 17679"/>
                      <a:gd name="connsiteX3" fmla="*/ 3626 w 7759"/>
                      <a:gd name="connsiteY3" fmla="*/ 13943 h 17679"/>
                      <a:gd name="connsiteX4" fmla="*/ 6862 w 7759"/>
                      <a:gd name="connsiteY4" fmla="*/ 6362 h 17679"/>
                      <a:gd name="connsiteX5" fmla="*/ 7704 w 7759"/>
                      <a:gd name="connsiteY5" fmla="*/ 3481 h 17679"/>
                      <a:gd name="connsiteX6" fmla="*/ 3404 w 7759"/>
                      <a:gd name="connsiteY6" fmla="*/ 3037 h 17679"/>
                      <a:gd name="connsiteX7" fmla="*/ 79 w 7759"/>
                      <a:gd name="connsiteY7" fmla="*/ 15361 h 17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759" h="17679">
                        <a:moveTo>
                          <a:pt x="79" y="15361"/>
                        </a:moveTo>
                        <a:cubicBezTo>
                          <a:pt x="-9" y="16292"/>
                          <a:pt x="-98" y="16913"/>
                          <a:pt x="257" y="17445"/>
                        </a:cubicBezTo>
                        <a:cubicBezTo>
                          <a:pt x="611" y="17977"/>
                          <a:pt x="1276" y="17534"/>
                          <a:pt x="1897" y="16824"/>
                        </a:cubicBezTo>
                        <a:cubicBezTo>
                          <a:pt x="2517" y="16115"/>
                          <a:pt x="3138" y="14918"/>
                          <a:pt x="3626" y="13943"/>
                        </a:cubicBezTo>
                        <a:cubicBezTo>
                          <a:pt x="4778" y="11504"/>
                          <a:pt x="5975" y="8800"/>
                          <a:pt x="6862" y="6362"/>
                        </a:cubicBezTo>
                        <a:cubicBezTo>
                          <a:pt x="7217" y="5343"/>
                          <a:pt x="7616" y="4411"/>
                          <a:pt x="7704" y="3481"/>
                        </a:cubicBezTo>
                        <a:cubicBezTo>
                          <a:pt x="8148" y="-376"/>
                          <a:pt x="5842" y="-1706"/>
                          <a:pt x="3404" y="3037"/>
                        </a:cubicBezTo>
                        <a:cubicBezTo>
                          <a:pt x="1542" y="6672"/>
                          <a:pt x="523" y="11682"/>
                          <a:pt x="79" y="1536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47" name="Forme libre : forme 21346">
                    <a:extLst>
                      <a:ext uri="{FF2B5EF4-FFF2-40B4-BE49-F238E27FC236}">
                        <a16:creationId xmlns:a16="http://schemas.microsoft.com/office/drawing/2014/main" id="{249F6D72-63B6-4A9B-B894-B47A2976C8A6}"/>
                      </a:ext>
                    </a:extLst>
                  </p:cNvPr>
                  <p:cNvSpPr/>
                  <p:nvPr/>
                </p:nvSpPr>
                <p:spPr>
                  <a:xfrm>
                    <a:off x="6335963" y="1270126"/>
                    <a:ext cx="5021" cy="30056"/>
                  </a:xfrm>
                  <a:custGeom>
                    <a:avLst/>
                    <a:gdLst>
                      <a:gd name="connsiteX0" fmla="*/ 4034 w 5021"/>
                      <a:gd name="connsiteY0" fmla="*/ 0 h 30056"/>
                      <a:gd name="connsiteX1" fmla="*/ 0 w 5021"/>
                      <a:gd name="connsiteY1" fmla="*/ 30056 h 30056"/>
                      <a:gd name="connsiteX2" fmla="*/ 4034 w 5021"/>
                      <a:gd name="connsiteY2" fmla="*/ 0 h 30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021" h="30056">
                        <a:moveTo>
                          <a:pt x="4034" y="0"/>
                        </a:moveTo>
                        <a:cubicBezTo>
                          <a:pt x="7004" y="6960"/>
                          <a:pt x="2571" y="21101"/>
                          <a:pt x="0" y="30056"/>
                        </a:cubicBezTo>
                        <a:cubicBezTo>
                          <a:pt x="2882" y="20392"/>
                          <a:pt x="3946" y="8733"/>
                          <a:pt x="403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48" name="Forme libre : forme 21347">
                    <a:extLst>
                      <a:ext uri="{FF2B5EF4-FFF2-40B4-BE49-F238E27FC236}">
                        <a16:creationId xmlns:a16="http://schemas.microsoft.com/office/drawing/2014/main" id="{3399935D-D4E6-45FC-820C-58532DDD145D}"/>
                      </a:ext>
                    </a:extLst>
                  </p:cNvPr>
                  <p:cNvSpPr/>
                  <p:nvPr/>
                </p:nvSpPr>
                <p:spPr>
                  <a:xfrm>
                    <a:off x="6285343" y="1310511"/>
                    <a:ext cx="5934" cy="33336"/>
                  </a:xfrm>
                  <a:custGeom>
                    <a:avLst/>
                    <a:gdLst>
                      <a:gd name="connsiteX0" fmla="*/ 5935 w 5934"/>
                      <a:gd name="connsiteY0" fmla="*/ 0 h 33336"/>
                      <a:gd name="connsiteX1" fmla="*/ 260 w 5934"/>
                      <a:gd name="connsiteY1" fmla="*/ 33337 h 33336"/>
                      <a:gd name="connsiteX2" fmla="*/ 5935 w 5934"/>
                      <a:gd name="connsiteY2" fmla="*/ 0 h 33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934" h="33336">
                        <a:moveTo>
                          <a:pt x="5935" y="0"/>
                        </a:moveTo>
                        <a:cubicBezTo>
                          <a:pt x="305" y="11349"/>
                          <a:pt x="-538" y="23451"/>
                          <a:pt x="260" y="33337"/>
                        </a:cubicBezTo>
                        <a:cubicBezTo>
                          <a:pt x="-981" y="24160"/>
                          <a:pt x="2433" y="10373"/>
                          <a:pt x="593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49" name="Forme libre : forme 21348">
                    <a:extLst>
                      <a:ext uri="{FF2B5EF4-FFF2-40B4-BE49-F238E27FC236}">
                        <a16:creationId xmlns:a16="http://schemas.microsoft.com/office/drawing/2014/main" id="{83B4856B-C05A-4272-948C-799A33CC2CA6}"/>
                      </a:ext>
                    </a:extLst>
                  </p:cNvPr>
                  <p:cNvSpPr/>
                  <p:nvPr/>
                </p:nvSpPr>
                <p:spPr>
                  <a:xfrm>
                    <a:off x="6311738" y="1289193"/>
                    <a:ext cx="10496" cy="13759"/>
                  </a:xfrm>
                  <a:custGeom>
                    <a:avLst/>
                    <a:gdLst>
                      <a:gd name="connsiteX0" fmla="*/ 10394 w 10496"/>
                      <a:gd name="connsiteY0" fmla="*/ 395 h 13759"/>
                      <a:gd name="connsiteX1" fmla="*/ 5872 w 10496"/>
                      <a:gd name="connsiteY1" fmla="*/ 9084 h 13759"/>
                      <a:gd name="connsiteX2" fmla="*/ 109 w 10496"/>
                      <a:gd name="connsiteY2" fmla="*/ 13295 h 13759"/>
                      <a:gd name="connsiteX3" fmla="*/ 4365 w 10496"/>
                      <a:gd name="connsiteY3" fmla="*/ 5050 h 13759"/>
                      <a:gd name="connsiteX4" fmla="*/ 10394 w 10496"/>
                      <a:gd name="connsiteY4" fmla="*/ 395 h 13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96" h="13759">
                        <a:moveTo>
                          <a:pt x="10394" y="395"/>
                        </a:moveTo>
                        <a:cubicBezTo>
                          <a:pt x="11192" y="2168"/>
                          <a:pt x="7113" y="7443"/>
                          <a:pt x="5872" y="9084"/>
                        </a:cubicBezTo>
                        <a:cubicBezTo>
                          <a:pt x="4631" y="10724"/>
                          <a:pt x="951" y="15201"/>
                          <a:pt x="109" y="13295"/>
                        </a:cubicBezTo>
                        <a:cubicBezTo>
                          <a:pt x="-689" y="11389"/>
                          <a:pt x="3123" y="6557"/>
                          <a:pt x="4365" y="5050"/>
                        </a:cubicBezTo>
                        <a:cubicBezTo>
                          <a:pt x="5561" y="3542"/>
                          <a:pt x="9596" y="-1423"/>
                          <a:pt x="10394" y="39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50" name="Forme libre : forme 21349">
                    <a:extLst>
                      <a:ext uri="{FF2B5EF4-FFF2-40B4-BE49-F238E27FC236}">
                        <a16:creationId xmlns:a16="http://schemas.microsoft.com/office/drawing/2014/main" id="{217CE1F8-F2E5-4FAE-A76E-5C5AA47F919E}"/>
                      </a:ext>
                    </a:extLst>
                  </p:cNvPr>
                  <p:cNvSpPr/>
                  <p:nvPr/>
                </p:nvSpPr>
                <p:spPr>
                  <a:xfrm>
                    <a:off x="6320416" y="1287133"/>
                    <a:ext cx="2979" cy="4031"/>
                  </a:xfrm>
                  <a:custGeom>
                    <a:avLst/>
                    <a:gdLst>
                      <a:gd name="connsiteX0" fmla="*/ 2735 w 2979"/>
                      <a:gd name="connsiteY0" fmla="*/ 16 h 4031"/>
                      <a:gd name="connsiteX1" fmla="*/ 2247 w 2979"/>
                      <a:gd name="connsiteY1" fmla="*/ 2277 h 4031"/>
                      <a:gd name="connsiteX2" fmla="*/ 252 w 2979"/>
                      <a:gd name="connsiteY2" fmla="*/ 4006 h 4031"/>
                      <a:gd name="connsiteX3" fmla="*/ 740 w 2979"/>
                      <a:gd name="connsiteY3" fmla="*/ 1834 h 4031"/>
                      <a:gd name="connsiteX4" fmla="*/ 2735 w 2979"/>
                      <a:gd name="connsiteY4" fmla="*/ 16 h 4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9" h="4031">
                        <a:moveTo>
                          <a:pt x="2735" y="16"/>
                        </a:moveTo>
                        <a:cubicBezTo>
                          <a:pt x="3356" y="238"/>
                          <a:pt x="2646" y="1612"/>
                          <a:pt x="2247" y="2277"/>
                        </a:cubicBezTo>
                        <a:cubicBezTo>
                          <a:pt x="1804" y="2942"/>
                          <a:pt x="873" y="4227"/>
                          <a:pt x="252" y="4006"/>
                        </a:cubicBezTo>
                        <a:cubicBezTo>
                          <a:pt x="-368" y="3784"/>
                          <a:pt x="297" y="2499"/>
                          <a:pt x="740" y="1834"/>
                        </a:cubicBezTo>
                        <a:cubicBezTo>
                          <a:pt x="1139" y="1169"/>
                          <a:pt x="2114" y="-161"/>
                          <a:pt x="2735" y="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51" name="Forme libre : forme 21350">
                    <a:extLst>
                      <a:ext uri="{FF2B5EF4-FFF2-40B4-BE49-F238E27FC236}">
                        <a16:creationId xmlns:a16="http://schemas.microsoft.com/office/drawing/2014/main" id="{0486E0AC-A9E3-48AA-8C75-1D1A0F5A50B7}"/>
                      </a:ext>
                    </a:extLst>
                  </p:cNvPr>
                  <p:cNvSpPr/>
                  <p:nvPr/>
                </p:nvSpPr>
                <p:spPr>
                  <a:xfrm>
                    <a:off x="6303137" y="1269458"/>
                    <a:ext cx="33531" cy="28677"/>
                  </a:xfrm>
                  <a:custGeom>
                    <a:avLst/>
                    <a:gdLst>
                      <a:gd name="connsiteX0" fmla="*/ 20812 w 33531"/>
                      <a:gd name="connsiteY0" fmla="*/ 4391 h 28677"/>
                      <a:gd name="connsiteX1" fmla="*/ 32250 w 33531"/>
                      <a:gd name="connsiteY1" fmla="*/ 3 h 28677"/>
                      <a:gd name="connsiteX2" fmla="*/ 32782 w 33531"/>
                      <a:gd name="connsiteY2" fmla="*/ 3904 h 28677"/>
                      <a:gd name="connsiteX3" fmla="*/ 28659 w 33531"/>
                      <a:gd name="connsiteY3" fmla="*/ 7007 h 28677"/>
                      <a:gd name="connsiteX4" fmla="*/ 15537 w 33531"/>
                      <a:gd name="connsiteY4" fmla="*/ 15873 h 28677"/>
                      <a:gd name="connsiteX5" fmla="*/ 154 w 33531"/>
                      <a:gd name="connsiteY5" fmla="*/ 27798 h 28677"/>
                      <a:gd name="connsiteX6" fmla="*/ 11193 w 33531"/>
                      <a:gd name="connsiteY6" fmla="*/ 9578 h 28677"/>
                      <a:gd name="connsiteX7" fmla="*/ 20812 w 33531"/>
                      <a:gd name="connsiteY7" fmla="*/ 4391 h 28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3531" h="28677">
                        <a:moveTo>
                          <a:pt x="20812" y="4391"/>
                        </a:moveTo>
                        <a:cubicBezTo>
                          <a:pt x="25113" y="1953"/>
                          <a:pt x="28216" y="269"/>
                          <a:pt x="32250" y="3"/>
                        </a:cubicBezTo>
                        <a:cubicBezTo>
                          <a:pt x="33757" y="-86"/>
                          <a:pt x="33934" y="2086"/>
                          <a:pt x="32782" y="3904"/>
                        </a:cubicBezTo>
                        <a:cubicBezTo>
                          <a:pt x="31585" y="5677"/>
                          <a:pt x="30166" y="6298"/>
                          <a:pt x="28659" y="7007"/>
                        </a:cubicBezTo>
                        <a:cubicBezTo>
                          <a:pt x="24093" y="9268"/>
                          <a:pt x="19926" y="12282"/>
                          <a:pt x="15537" y="15873"/>
                        </a:cubicBezTo>
                        <a:cubicBezTo>
                          <a:pt x="12700" y="18045"/>
                          <a:pt x="1573" y="32320"/>
                          <a:pt x="154" y="27798"/>
                        </a:cubicBezTo>
                        <a:cubicBezTo>
                          <a:pt x="-1264" y="23188"/>
                          <a:pt x="7469" y="12593"/>
                          <a:pt x="11193" y="9578"/>
                        </a:cubicBezTo>
                        <a:cubicBezTo>
                          <a:pt x="14872" y="6519"/>
                          <a:pt x="17665" y="6209"/>
                          <a:pt x="20812" y="439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58" name="Graphique 2">
                  <a:extLst>
                    <a:ext uri="{FF2B5EF4-FFF2-40B4-BE49-F238E27FC236}">
                      <a16:creationId xmlns:a16="http://schemas.microsoft.com/office/drawing/2014/main" id="{E8E60A41-5842-4EF4-9669-D62B142FB0F3}"/>
                    </a:ext>
                  </a:extLst>
                </p:cNvPr>
                <p:cNvGrpSpPr/>
                <p:nvPr/>
              </p:nvGrpSpPr>
              <p:grpSpPr>
                <a:xfrm>
                  <a:off x="6336271" y="1199854"/>
                  <a:ext cx="77440" cy="67721"/>
                  <a:chOff x="6336271" y="1199854"/>
                  <a:chExt cx="77440" cy="67721"/>
                </a:xfrm>
                <a:solidFill>
                  <a:schemeClr val="accent1"/>
                </a:solidFill>
              </p:grpSpPr>
              <p:sp>
                <p:nvSpPr>
                  <p:cNvPr id="21328" name="Forme libre : forme 21327">
                    <a:extLst>
                      <a:ext uri="{FF2B5EF4-FFF2-40B4-BE49-F238E27FC236}">
                        <a16:creationId xmlns:a16="http://schemas.microsoft.com/office/drawing/2014/main" id="{FDEF1267-480E-4CE4-A4EB-E784CF0EFE28}"/>
                      </a:ext>
                    </a:extLst>
                  </p:cNvPr>
                  <p:cNvSpPr/>
                  <p:nvPr/>
                </p:nvSpPr>
                <p:spPr>
                  <a:xfrm>
                    <a:off x="6336271" y="1199854"/>
                    <a:ext cx="77440" cy="67721"/>
                  </a:xfrm>
                  <a:custGeom>
                    <a:avLst/>
                    <a:gdLst>
                      <a:gd name="connsiteX0" fmla="*/ 60603 w 77440"/>
                      <a:gd name="connsiteY0" fmla="*/ 35427 h 67721"/>
                      <a:gd name="connsiteX1" fmla="*/ 48190 w 77440"/>
                      <a:gd name="connsiteY1" fmla="*/ 45491 h 67721"/>
                      <a:gd name="connsiteX2" fmla="*/ 44555 w 77440"/>
                      <a:gd name="connsiteY2" fmla="*/ 48283 h 67721"/>
                      <a:gd name="connsiteX3" fmla="*/ 41673 w 77440"/>
                      <a:gd name="connsiteY3" fmla="*/ 50633 h 67721"/>
                      <a:gd name="connsiteX4" fmla="*/ 36797 w 77440"/>
                      <a:gd name="connsiteY4" fmla="*/ 54711 h 67721"/>
                      <a:gd name="connsiteX5" fmla="*/ 7627 w 77440"/>
                      <a:gd name="connsiteY5" fmla="*/ 67656 h 67721"/>
                      <a:gd name="connsiteX6" fmla="*/ 2 w 77440"/>
                      <a:gd name="connsiteY6" fmla="*/ 61184 h 67721"/>
                      <a:gd name="connsiteX7" fmla="*/ 13257 w 77440"/>
                      <a:gd name="connsiteY7" fmla="*/ 28689 h 67721"/>
                      <a:gd name="connsiteX8" fmla="*/ 18931 w 77440"/>
                      <a:gd name="connsiteY8" fmla="*/ 23325 h 67721"/>
                      <a:gd name="connsiteX9" fmla="*/ 22523 w 77440"/>
                      <a:gd name="connsiteY9" fmla="*/ 20266 h 67721"/>
                      <a:gd name="connsiteX10" fmla="*/ 25891 w 77440"/>
                      <a:gd name="connsiteY10" fmla="*/ 17606 h 67721"/>
                      <a:gd name="connsiteX11" fmla="*/ 38348 w 77440"/>
                      <a:gd name="connsiteY11" fmla="*/ 8341 h 67721"/>
                      <a:gd name="connsiteX12" fmla="*/ 70843 w 77440"/>
                      <a:gd name="connsiteY12" fmla="*/ 539 h 67721"/>
                      <a:gd name="connsiteX13" fmla="*/ 77360 w 77440"/>
                      <a:gd name="connsiteY13" fmla="*/ 7898 h 67721"/>
                      <a:gd name="connsiteX14" fmla="*/ 60603 w 77440"/>
                      <a:gd name="connsiteY14" fmla="*/ 35427 h 67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7440" h="67721">
                        <a:moveTo>
                          <a:pt x="60603" y="35427"/>
                        </a:moveTo>
                        <a:cubicBezTo>
                          <a:pt x="57721" y="37910"/>
                          <a:pt x="53022" y="41678"/>
                          <a:pt x="48190" y="45491"/>
                        </a:cubicBezTo>
                        <a:cubicBezTo>
                          <a:pt x="46993" y="46422"/>
                          <a:pt x="45752" y="47397"/>
                          <a:pt x="44555" y="48283"/>
                        </a:cubicBezTo>
                        <a:cubicBezTo>
                          <a:pt x="43580" y="49081"/>
                          <a:pt x="42604" y="49879"/>
                          <a:pt x="41673" y="50633"/>
                        </a:cubicBezTo>
                        <a:cubicBezTo>
                          <a:pt x="39811" y="52051"/>
                          <a:pt x="38171" y="53647"/>
                          <a:pt x="36797" y="54711"/>
                        </a:cubicBezTo>
                        <a:cubicBezTo>
                          <a:pt x="26734" y="63400"/>
                          <a:pt x="18355" y="66237"/>
                          <a:pt x="7627" y="67656"/>
                        </a:cubicBezTo>
                        <a:cubicBezTo>
                          <a:pt x="3948" y="68232"/>
                          <a:pt x="47" y="64907"/>
                          <a:pt x="2" y="61184"/>
                        </a:cubicBezTo>
                        <a:cubicBezTo>
                          <a:pt x="-86" y="50411"/>
                          <a:pt x="2307" y="40259"/>
                          <a:pt x="13257" y="28689"/>
                        </a:cubicBezTo>
                        <a:cubicBezTo>
                          <a:pt x="14765" y="27182"/>
                          <a:pt x="16582" y="25276"/>
                          <a:pt x="18931" y="23325"/>
                        </a:cubicBezTo>
                        <a:cubicBezTo>
                          <a:pt x="20084" y="22350"/>
                          <a:pt x="21281" y="21330"/>
                          <a:pt x="22523" y="20266"/>
                        </a:cubicBezTo>
                        <a:cubicBezTo>
                          <a:pt x="23631" y="19380"/>
                          <a:pt x="24739" y="18493"/>
                          <a:pt x="25891" y="17606"/>
                        </a:cubicBezTo>
                        <a:cubicBezTo>
                          <a:pt x="30413" y="14060"/>
                          <a:pt x="35068" y="10602"/>
                          <a:pt x="38348" y="8341"/>
                        </a:cubicBezTo>
                        <a:cubicBezTo>
                          <a:pt x="50539" y="-170"/>
                          <a:pt x="60248" y="-791"/>
                          <a:pt x="70843" y="539"/>
                        </a:cubicBezTo>
                        <a:cubicBezTo>
                          <a:pt x="74478" y="982"/>
                          <a:pt x="78025" y="4484"/>
                          <a:pt x="77360" y="7898"/>
                        </a:cubicBezTo>
                        <a:cubicBezTo>
                          <a:pt x="75453" y="17828"/>
                          <a:pt x="71287" y="26207"/>
                          <a:pt x="60603" y="3542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29" name="Forme libre : forme 21328">
                    <a:extLst>
                      <a:ext uri="{FF2B5EF4-FFF2-40B4-BE49-F238E27FC236}">
                        <a16:creationId xmlns:a16="http://schemas.microsoft.com/office/drawing/2014/main" id="{B4CFB114-554A-4841-9344-54328867F50D}"/>
                      </a:ext>
                    </a:extLst>
                  </p:cNvPr>
                  <p:cNvSpPr/>
                  <p:nvPr/>
                </p:nvSpPr>
                <p:spPr>
                  <a:xfrm>
                    <a:off x="6339509" y="1207575"/>
                    <a:ext cx="74077" cy="59992"/>
                  </a:xfrm>
                  <a:custGeom>
                    <a:avLst/>
                    <a:gdLst>
                      <a:gd name="connsiteX0" fmla="*/ 28416 w 74077"/>
                      <a:gd name="connsiteY0" fmla="*/ 34622 h 59992"/>
                      <a:gd name="connsiteX1" fmla="*/ 0 w 74077"/>
                      <a:gd name="connsiteY1" fmla="*/ 58872 h 59992"/>
                      <a:gd name="connsiteX2" fmla="*/ 4344 w 74077"/>
                      <a:gd name="connsiteY2" fmla="*/ 59936 h 59992"/>
                      <a:gd name="connsiteX3" fmla="*/ 9708 w 74077"/>
                      <a:gd name="connsiteY3" fmla="*/ 59049 h 59992"/>
                      <a:gd name="connsiteX4" fmla="*/ 24072 w 74077"/>
                      <a:gd name="connsiteY4" fmla="*/ 53773 h 59992"/>
                      <a:gd name="connsiteX5" fmla="*/ 33514 w 74077"/>
                      <a:gd name="connsiteY5" fmla="*/ 46991 h 59992"/>
                      <a:gd name="connsiteX6" fmla="*/ 36972 w 74077"/>
                      <a:gd name="connsiteY6" fmla="*/ 44021 h 59992"/>
                      <a:gd name="connsiteX7" fmla="*/ 55502 w 74077"/>
                      <a:gd name="connsiteY7" fmla="*/ 29214 h 59992"/>
                      <a:gd name="connsiteX8" fmla="*/ 57320 w 74077"/>
                      <a:gd name="connsiteY8" fmla="*/ 27707 h 59992"/>
                      <a:gd name="connsiteX9" fmla="*/ 66408 w 74077"/>
                      <a:gd name="connsiteY9" fmla="*/ 18087 h 59992"/>
                      <a:gd name="connsiteX10" fmla="*/ 72969 w 74077"/>
                      <a:gd name="connsiteY10" fmla="*/ 4788 h 59992"/>
                      <a:gd name="connsiteX11" fmla="*/ 74077 w 74077"/>
                      <a:gd name="connsiteY11" fmla="*/ 177 h 59992"/>
                      <a:gd name="connsiteX12" fmla="*/ 74077 w 74077"/>
                      <a:gd name="connsiteY12" fmla="*/ 0 h 59992"/>
                      <a:gd name="connsiteX13" fmla="*/ 50404 w 74077"/>
                      <a:gd name="connsiteY13" fmla="*/ 16491 h 59992"/>
                      <a:gd name="connsiteX14" fmla="*/ 39011 w 74077"/>
                      <a:gd name="connsiteY14" fmla="*/ 25446 h 59992"/>
                      <a:gd name="connsiteX15" fmla="*/ 33470 w 74077"/>
                      <a:gd name="connsiteY15" fmla="*/ 30056 h 59992"/>
                      <a:gd name="connsiteX16" fmla="*/ 28416 w 74077"/>
                      <a:gd name="connsiteY16" fmla="*/ 34622 h 59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4077" h="59992">
                        <a:moveTo>
                          <a:pt x="28416" y="34622"/>
                        </a:moveTo>
                        <a:cubicBezTo>
                          <a:pt x="19461" y="43622"/>
                          <a:pt x="10329" y="53906"/>
                          <a:pt x="0" y="58872"/>
                        </a:cubicBezTo>
                        <a:cubicBezTo>
                          <a:pt x="1286" y="59714"/>
                          <a:pt x="2837" y="60157"/>
                          <a:pt x="4344" y="59936"/>
                        </a:cubicBezTo>
                        <a:cubicBezTo>
                          <a:pt x="6206" y="59669"/>
                          <a:pt x="7980" y="59403"/>
                          <a:pt x="9708" y="59049"/>
                        </a:cubicBezTo>
                        <a:cubicBezTo>
                          <a:pt x="14674" y="57985"/>
                          <a:pt x="19373" y="56478"/>
                          <a:pt x="24072" y="53773"/>
                        </a:cubicBezTo>
                        <a:cubicBezTo>
                          <a:pt x="27131" y="52000"/>
                          <a:pt x="30234" y="49784"/>
                          <a:pt x="33514" y="46991"/>
                        </a:cubicBezTo>
                        <a:cubicBezTo>
                          <a:pt x="34534" y="46193"/>
                          <a:pt x="35686" y="45129"/>
                          <a:pt x="36972" y="44021"/>
                        </a:cubicBezTo>
                        <a:cubicBezTo>
                          <a:pt x="42691" y="39455"/>
                          <a:pt x="50493" y="33204"/>
                          <a:pt x="55502" y="29214"/>
                        </a:cubicBezTo>
                        <a:cubicBezTo>
                          <a:pt x="56167" y="28682"/>
                          <a:pt x="56744" y="28150"/>
                          <a:pt x="57320" y="27707"/>
                        </a:cubicBezTo>
                        <a:cubicBezTo>
                          <a:pt x="61132" y="24426"/>
                          <a:pt x="64058" y="21235"/>
                          <a:pt x="66408" y="18087"/>
                        </a:cubicBezTo>
                        <a:cubicBezTo>
                          <a:pt x="69555" y="13743"/>
                          <a:pt x="71506" y="9310"/>
                          <a:pt x="72969" y="4788"/>
                        </a:cubicBezTo>
                        <a:cubicBezTo>
                          <a:pt x="73412" y="3281"/>
                          <a:pt x="73767" y="1773"/>
                          <a:pt x="74077" y="177"/>
                        </a:cubicBezTo>
                        <a:lnTo>
                          <a:pt x="74077" y="0"/>
                        </a:lnTo>
                        <a:cubicBezTo>
                          <a:pt x="66098" y="5098"/>
                          <a:pt x="58162" y="10684"/>
                          <a:pt x="50404" y="16491"/>
                        </a:cubicBezTo>
                        <a:cubicBezTo>
                          <a:pt x="46548" y="19417"/>
                          <a:pt x="42735" y="22387"/>
                          <a:pt x="39011" y="25446"/>
                        </a:cubicBezTo>
                        <a:lnTo>
                          <a:pt x="33470" y="30056"/>
                        </a:lnTo>
                        <a:cubicBezTo>
                          <a:pt x="31697" y="31564"/>
                          <a:pt x="30057" y="33071"/>
                          <a:pt x="28416" y="3462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30" name="Forme libre : forme 21329">
                    <a:extLst>
                      <a:ext uri="{FF2B5EF4-FFF2-40B4-BE49-F238E27FC236}">
                        <a16:creationId xmlns:a16="http://schemas.microsoft.com/office/drawing/2014/main" id="{5CFC7457-C420-44FE-9BA2-0D0FB7B32785}"/>
                      </a:ext>
                    </a:extLst>
                  </p:cNvPr>
                  <p:cNvSpPr/>
                  <p:nvPr/>
                </p:nvSpPr>
                <p:spPr>
                  <a:xfrm>
                    <a:off x="6361231" y="1213331"/>
                    <a:ext cx="36479" cy="29041"/>
                  </a:xfrm>
                  <a:custGeom>
                    <a:avLst/>
                    <a:gdLst>
                      <a:gd name="connsiteX0" fmla="*/ 36086 w 36479"/>
                      <a:gd name="connsiteY0" fmla="*/ 849 h 29041"/>
                      <a:gd name="connsiteX1" fmla="*/ 21058 w 36479"/>
                      <a:gd name="connsiteY1" fmla="*/ 19468 h 29041"/>
                      <a:gd name="connsiteX2" fmla="*/ 10330 w 36479"/>
                      <a:gd name="connsiteY2" fmla="*/ 26473 h 29041"/>
                      <a:gd name="connsiteX3" fmla="*/ 710 w 36479"/>
                      <a:gd name="connsiteY3" fmla="*/ 28246 h 29041"/>
                      <a:gd name="connsiteX4" fmla="*/ 4124 w 36479"/>
                      <a:gd name="connsiteY4" fmla="*/ 19025 h 29041"/>
                      <a:gd name="connsiteX5" fmla="*/ 13877 w 36479"/>
                      <a:gd name="connsiteY5" fmla="*/ 10469 h 29041"/>
                      <a:gd name="connsiteX6" fmla="*/ 36086 w 36479"/>
                      <a:gd name="connsiteY6" fmla="*/ 849 h 29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479" h="29041">
                        <a:moveTo>
                          <a:pt x="36086" y="849"/>
                        </a:moveTo>
                        <a:cubicBezTo>
                          <a:pt x="38924" y="4484"/>
                          <a:pt x="25624" y="15744"/>
                          <a:pt x="21058" y="19468"/>
                        </a:cubicBezTo>
                        <a:cubicBezTo>
                          <a:pt x="18797" y="21286"/>
                          <a:pt x="14276" y="24345"/>
                          <a:pt x="10330" y="26473"/>
                        </a:cubicBezTo>
                        <a:cubicBezTo>
                          <a:pt x="6340" y="28467"/>
                          <a:pt x="2572" y="30063"/>
                          <a:pt x="710" y="28246"/>
                        </a:cubicBezTo>
                        <a:cubicBezTo>
                          <a:pt x="-1107" y="26473"/>
                          <a:pt x="755" y="22616"/>
                          <a:pt x="4124" y="19025"/>
                        </a:cubicBezTo>
                        <a:cubicBezTo>
                          <a:pt x="7404" y="15346"/>
                          <a:pt x="11616" y="12154"/>
                          <a:pt x="13877" y="10469"/>
                        </a:cubicBezTo>
                        <a:cubicBezTo>
                          <a:pt x="18310" y="7100"/>
                          <a:pt x="33116" y="-2963"/>
                          <a:pt x="36086" y="84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31" name="Forme libre : forme 21330">
                    <a:extLst>
                      <a:ext uri="{FF2B5EF4-FFF2-40B4-BE49-F238E27FC236}">
                        <a16:creationId xmlns:a16="http://schemas.microsoft.com/office/drawing/2014/main" id="{38152075-CD74-474F-B9CE-92401E5EB879}"/>
                      </a:ext>
                    </a:extLst>
                  </p:cNvPr>
                  <p:cNvSpPr/>
                  <p:nvPr/>
                </p:nvSpPr>
                <p:spPr>
                  <a:xfrm>
                    <a:off x="6360855" y="1226327"/>
                    <a:ext cx="28659" cy="15929"/>
                  </a:xfrm>
                  <a:custGeom>
                    <a:avLst/>
                    <a:gdLst>
                      <a:gd name="connsiteX0" fmla="*/ 5164 w 28659"/>
                      <a:gd name="connsiteY0" fmla="*/ 5453 h 15929"/>
                      <a:gd name="connsiteX1" fmla="*/ 908 w 28659"/>
                      <a:gd name="connsiteY1" fmla="*/ 15427 h 15929"/>
                      <a:gd name="connsiteX2" fmla="*/ 10661 w 28659"/>
                      <a:gd name="connsiteY2" fmla="*/ 13477 h 15929"/>
                      <a:gd name="connsiteX3" fmla="*/ 21611 w 28659"/>
                      <a:gd name="connsiteY3" fmla="*/ 6384 h 15929"/>
                      <a:gd name="connsiteX4" fmla="*/ 28660 w 28659"/>
                      <a:gd name="connsiteY4" fmla="*/ 0 h 15929"/>
                      <a:gd name="connsiteX5" fmla="*/ 24448 w 28659"/>
                      <a:gd name="connsiteY5" fmla="*/ 2837 h 15929"/>
                      <a:gd name="connsiteX6" fmla="*/ 5164 w 28659"/>
                      <a:gd name="connsiteY6" fmla="*/ 5453 h 15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659" h="15929">
                        <a:moveTo>
                          <a:pt x="5164" y="5453"/>
                        </a:moveTo>
                        <a:cubicBezTo>
                          <a:pt x="3347" y="7935"/>
                          <a:pt x="-2150" y="13831"/>
                          <a:pt x="908" y="15427"/>
                        </a:cubicBezTo>
                        <a:cubicBezTo>
                          <a:pt x="3302" y="16713"/>
                          <a:pt x="6893" y="15338"/>
                          <a:pt x="10661" y="13477"/>
                        </a:cubicBezTo>
                        <a:cubicBezTo>
                          <a:pt x="14385" y="11526"/>
                          <a:pt x="18729" y="8600"/>
                          <a:pt x="21611" y="6384"/>
                        </a:cubicBezTo>
                        <a:cubicBezTo>
                          <a:pt x="23340" y="5054"/>
                          <a:pt x="26975" y="1818"/>
                          <a:pt x="28660" y="0"/>
                        </a:cubicBezTo>
                        <a:cubicBezTo>
                          <a:pt x="27507" y="798"/>
                          <a:pt x="25645" y="2261"/>
                          <a:pt x="24448" y="2837"/>
                        </a:cubicBezTo>
                        <a:cubicBezTo>
                          <a:pt x="17533" y="6073"/>
                          <a:pt x="9021" y="9443"/>
                          <a:pt x="5164" y="545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32" name="Forme libre : forme 21331">
                    <a:extLst>
                      <a:ext uri="{FF2B5EF4-FFF2-40B4-BE49-F238E27FC236}">
                        <a16:creationId xmlns:a16="http://schemas.microsoft.com/office/drawing/2014/main" id="{67CB096E-44A8-4182-BB86-F43CF157B0F9}"/>
                      </a:ext>
                    </a:extLst>
                  </p:cNvPr>
                  <p:cNvSpPr/>
                  <p:nvPr/>
                </p:nvSpPr>
                <p:spPr>
                  <a:xfrm>
                    <a:off x="6363734" y="1212584"/>
                    <a:ext cx="36388" cy="29188"/>
                  </a:xfrm>
                  <a:custGeom>
                    <a:avLst/>
                    <a:gdLst>
                      <a:gd name="connsiteX0" fmla="*/ 36243 w 36388"/>
                      <a:gd name="connsiteY0" fmla="*/ 1153 h 29188"/>
                      <a:gd name="connsiteX1" fmla="*/ 21082 w 36388"/>
                      <a:gd name="connsiteY1" fmla="*/ 20038 h 29188"/>
                      <a:gd name="connsiteX2" fmla="*/ 10309 w 36388"/>
                      <a:gd name="connsiteY2" fmla="*/ 26998 h 29188"/>
                      <a:gd name="connsiteX3" fmla="*/ 778 w 36388"/>
                      <a:gd name="connsiteY3" fmla="*/ 28372 h 29188"/>
                      <a:gd name="connsiteX4" fmla="*/ 4280 w 36388"/>
                      <a:gd name="connsiteY4" fmla="*/ 19284 h 29188"/>
                      <a:gd name="connsiteX5" fmla="*/ 13989 w 36388"/>
                      <a:gd name="connsiteY5" fmla="*/ 10862 h 29188"/>
                      <a:gd name="connsiteX6" fmla="*/ 36243 w 36388"/>
                      <a:gd name="connsiteY6" fmla="*/ 1153 h 29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388" h="29188">
                        <a:moveTo>
                          <a:pt x="36243" y="1153"/>
                        </a:moveTo>
                        <a:cubicBezTo>
                          <a:pt x="37839" y="5763"/>
                          <a:pt x="25914" y="15915"/>
                          <a:pt x="21082" y="20038"/>
                        </a:cubicBezTo>
                        <a:cubicBezTo>
                          <a:pt x="18643" y="22033"/>
                          <a:pt x="14388" y="25003"/>
                          <a:pt x="10309" y="26998"/>
                        </a:cubicBezTo>
                        <a:cubicBezTo>
                          <a:pt x="6497" y="28904"/>
                          <a:pt x="2729" y="30057"/>
                          <a:pt x="778" y="28372"/>
                        </a:cubicBezTo>
                        <a:cubicBezTo>
                          <a:pt x="-1217" y="26599"/>
                          <a:pt x="867" y="22920"/>
                          <a:pt x="4280" y="19284"/>
                        </a:cubicBezTo>
                        <a:cubicBezTo>
                          <a:pt x="7605" y="15827"/>
                          <a:pt x="11905" y="12457"/>
                          <a:pt x="13989" y="10862"/>
                        </a:cubicBezTo>
                        <a:cubicBezTo>
                          <a:pt x="18023" y="7625"/>
                          <a:pt x="34558" y="-3590"/>
                          <a:pt x="36243" y="115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33" name="Forme libre : forme 21332">
                    <a:extLst>
                      <a:ext uri="{FF2B5EF4-FFF2-40B4-BE49-F238E27FC236}">
                        <a16:creationId xmlns:a16="http://schemas.microsoft.com/office/drawing/2014/main" id="{8EF8692F-0BDD-41CA-9DFF-162AACAA55A6}"/>
                      </a:ext>
                    </a:extLst>
                  </p:cNvPr>
                  <p:cNvSpPr/>
                  <p:nvPr/>
                </p:nvSpPr>
                <p:spPr>
                  <a:xfrm>
                    <a:off x="6344617" y="1224780"/>
                    <a:ext cx="49155" cy="32793"/>
                  </a:xfrm>
                  <a:custGeom>
                    <a:avLst/>
                    <a:gdLst>
                      <a:gd name="connsiteX0" fmla="*/ 3404 w 49155"/>
                      <a:gd name="connsiteY0" fmla="*/ 32180 h 32793"/>
                      <a:gd name="connsiteX1" fmla="*/ 11340 w 49155"/>
                      <a:gd name="connsiteY1" fmla="*/ 31692 h 32793"/>
                      <a:gd name="connsiteX2" fmla="*/ 30180 w 49155"/>
                      <a:gd name="connsiteY2" fmla="*/ 23624 h 32793"/>
                      <a:gd name="connsiteX3" fmla="*/ 34259 w 49155"/>
                      <a:gd name="connsiteY3" fmla="*/ 20875 h 32793"/>
                      <a:gd name="connsiteX4" fmla="*/ 38692 w 49155"/>
                      <a:gd name="connsiteY4" fmla="*/ 17417 h 32793"/>
                      <a:gd name="connsiteX5" fmla="*/ 45829 w 49155"/>
                      <a:gd name="connsiteY5" fmla="*/ 9925 h 32793"/>
                      <a:gd name="connsiteX6" fmla="*/ 47913 w 49155"/>
                      <a:gd name="connsiteY6" fmla="*/ 261 h 32793"/>
                      <a:gd name="connsiteX7" fmla="*/ 40820 w 49155"/>
                      <a:gd name="connsiteY7" fmla="*/ 2301 h 32793"/>
                      <a:gd name="connsiteX8" fmla="*/ 21802 w 49155"/>
                      <a:gd name="connsiteY8" fmla="*/ 8817 h 32793"/>
                      <a:gd name="connsiteX9" fmla="*/ 3227 w 49155"/>
                      <a:gd name="connsiteY9" fmla="*/ 18082 h 32793"/>
                      <a:gd name="connsiteX10" fmla="*/ 3404 w 49155"/>
                      <a:gd name="connsiteY10" fmla="*/ 32180 h 32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9155" h="32793">
                        <a:moveTo>
                          <a:pt x="3404" y="32180"/>
                        </a:moveTo>
                        <a:cubicBezTo>
                          <a:pt x="6419" y="33199"/>
                          <a:pt x="7793" y="32889"/>
                          <a:pt x="11340" y="31692"/>
                        </a:cubicBezTo>
                        <a:cubicBezTo>
                          <a:pt x="18078" y="29431"/>
                          <a:pt x="23575" y="27791"/>
                          <a:pt x="30180" y="23624"/>
                        </a:cubicBezTo>
                        <a:cubicBezTo>
                          <a:pt x="31599" y="22826"/>
                          <a:pt x="32885" y="21895"/>
                          <a:pt x="34259" y="20875"/>
                        </a:cubicBezTo>
                        <a:cubicBezTo>
                          <a:pt x="35810" y="19767"/>
                          <a:pt x="37273" y="18614"/>
                          <a:pt x="38692" y="17417"/>
                        </a:cubicBezTo>
                        <a:cubicBezTo>
                          <a:pt x="41485" y="14979"/>
                          <a:pt x="43967" y="12408"/>
                          <a:pt x="45829" y="9925"/>
                        </a:cubicBezTo>
                        <a:cubicBezTo>
                          <a:pt x="48622" y="6202"/>
                          <a:pt x="50528" y="1857"/>
                          <a:pt x="47913" y="261"/>
                        </a:cubicBezTo>
                        <a:cubicBezTo>
                          <a:pt x="46273" y="-714"/>
                          <a:pt x="43480" y="1281"/>
                          <a:pt x="40820" y="2301"/>
                        </a:cubicBezTo>
                        <a:cubicBezTo>
                          <a:pt x="34569" y="4783"/>
                          <a:pt x="28673" y="7310"/>
                          <a:pt x="21802" y="8817"/>
                        </a:cubicBezTo>
                        <a:cubicBezTo>
                          <a:pt x="15861" y="10058"/>
                          <a:pt x="8502" y="11388"/>
                          <a:pt x="3227" y="18082"/>
                        </a:cubicBezTo>
                        <a:cubicBezTo>
                          <a:pt x="-1428" y="24111"/>
                          <a:pt x="-763" y="30850"/>
                          <a:pt x="3404" y="3218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34" name="Forme libre : forme 21333">
                    <a:extLst>
                      <a:ext uri="{FF2B5EF4-FFF2-40B4-BE49-F238E27FC236}">
                        <a16:creationId xmlns:a16="http://schemas.microsoft.com/office/drawing/2014/main" id="{3EF6385F-FC19-4622-BFE7-EF98C6EFAAD9}"/>
                      </a:ext>
                    </a:extLst>
                  </p:cNvPr>
                  <p:cNvSpPr/>
                  <p:nvPr/>
                </p:nvSpPr>
                <p:spPr>
                  <a:xfrm>
                    <a:off x="6351346" y="1229755"/>
                    <a:ext cx="12216" cy="15825"/>
                  </a:xfrm>
                  <a:custGeom>
                    <a:avLst/>
                    <a:gdLst>
                      <a:gd name="connsiteX0" fmla="*/ 443 w 12216"/>
                      <a:gd name="connsiteY0" fmla="*/ 13418 h 15825"/>
                      <a:gd name="connsiteX1" fmla="*/ 89 w 12216"/>
                      <a:gd name="connsiteY1" fmla="*/ 15501 h 15825"/>
                      <a:gd name="connsiteX2" fmla="*/ 1862 w 12216"/>
                      <a:gd name="connsiteY2" fmla="*/ 15280 h 15825"/>
                      <a:gd name="connsiteX3" fmla="*/ 4300 w 12216"/>
                      <a:gd name="connsiteY3" fmla="*/ 12886 h 15825"/>
                      <a:gd name="connsiteX4" fmla="*/ 9664 w 12216"/>
                      <a:gd name="connsiteY4" fmla="*/ 6369 h 15825"/>
                      <a:gd name="connsiteX5" fmla="*/ 11482 w 12216"/>
                      <a:gd name="connsiteY5" fmla="*/ 3842 h 15825"/>
                      <a:gd name="connsiteX6" fmla="*/ 7492 w 12216"/>
                      <a:gd name="connsiteY6" fmla="*/ 2069 h 15825"/>
                      <a:gd name="connsiteX7" fmla="*/ 3325 w 12216"/>
                      <a:gd name="connsiteY7" fmla="*/ 7566 h 15825"/>
                      <a:gd name="connsiteX8" fmla="*/ 443 w 12216"/>
                      <a:gd name="connsiteY8" fmla="*/ 13418 h 1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216" h="15825">
                        <a:moveTo>
                          <a:pt x="443" y="13418"/>
                        </a:moveTo>
                        <a:cubicBezTo>
                          <a:pt x="89" y="14304"/>
                          <a:pt x="-133" y="14925"/>
                          <a:pt x="89" y="15501"/>
                        </a:cubicBezTo>
                        <a:cubicBezTo>
                          <a:pt x="310" y="16078"/>
                          <a:pt x="1064" y="15812"/>
                          <a:pt x="1862" y="15280"/>
                        </a:cubicBezTo>
                        <a:cubicBezTo>
                          <a:pt x="2660" y="14748"/>
                          <a:pt x="3591" y="13728"/>
                          <a:pt x="4300" y="12886"/>
                        </a:cubicBezTo>
                        <a:cubicBezTo>
                          <a:pt x="6029" y="10714"/>
                          <a:pt x="8068" y="8541"/>
                          <a:pt x="9664" y="6369"/>
                        </a:cubicBezTo>
                        <a:cubicBezTo>
                          <a:pt x="10329" y="5438"/>
                          <a:pt x="11039" y="4685"/>
                          <a:pt x="11482" y="3842"/>
                        </a:cubicBezTo>
                        <a:cubicBezTo>
                          <a:pt x="13299" y="296"/>
                          <a:pt x="11659" y="-1788"/>
                          <a:pt x="7492" y="2069"/>
                        </a:cubicBezTo>
                        <a:cubicBezTo>
                          <a:pt x="5985" y="3621"/>
                          <a:pt x="4522" y="5571"/>
                          <a:pt x="3325" y="7566"/>
                        </a:cubicBezTo>
                        <a:cubicBezTo>
                          <a:pt x="2084" y="9605"/>
                          <a:pt x="1108" y="11645"/>
                          <a:pt x="443" y="1341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35" name="Forme libre : forme 21334">
                    <a:extLst>
                      <a:ext uri="{FF2B5EF4-FFF2-40B4-BE49-F238E27FC236}">
                        <a16:creationId xmlns:a16="http://schemas.microsoft.com/office/drawing/2014/main" id="{DFC83954-17D4-4746-B9E9-809899FA82A6}"/>
                      </a:ext>
                    </a:extLst>
                  </p:cNvPr>
                  <p:cNvSpPr/>
                  <p:nvPr/>
                </p:nvSpPr>
                <p:spPr>
                  <a:xfrm>
                    <a:off x="6397273" y="1207398"/>
                    <a:ext cx="14546" cy="26642"/>
                  </a:xfrm>
                  <a:custGeom>
                    <a:avLst/>
                    <a:gdLst>
                      <a:gd name="connsiteX0" fmla="*/ 14540 w 14546"/>
                      <a:gd name="connsiteY0" fmla="*/ 0 h 26642"/>
                      <a:gd name="connsiteX1" fmla="*/ 0 w 14546"/>
                      <a:gd name="connsiteY1" fmla="*/ 26643 h 26642"/>
                      <a:gd name="connsiteX2" fmla="*/ 14540 w 14546"/>
                      <a:gd name="connsiteY2" fmla="*/ 0 h 26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546" h="26642">
                        <a:moveTo>
                          <a:pt x="14540" y="0"/>
                        </a:moveTo>
                        <a:cubicBezTo>
                          <a:pt x="14806" y="7581"/>
                          <a:pt x="5630" y="19151"/>
                          <a:pt x="0" y="26643"/>
                        </a:cubicBezTo>
                        <a:cubicBezTo>
                          <a:pt x="6162" y="18530"/>
                          <a:pt x="11304" y="8068"/>
                          <a:pt x="1454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36" name="Forme libre : forme 21335">
                    <a:extLst>
                      <a:ext uri="{FF2B5EF4-FFF2-40B4-BE49-F238E27FC236}">
                        <a16:creationId xmlns:a16="http://schemas.microsoft.com/office/drawing/2014/main" id="{9B5E7CC2-468A-4D72-9FDA-6B758D7E3D24}"/>
                      </a:ext>
                    </a:extLst>
                  </p:cNvPr>
                  <p:cNvSpPr/>
                  <p:nvPr/>
                </p:nvSpPr>
                <p:spPr>
                  <a:xfrm>
                    <a:off x="6337337" y="1228544"/>
                    <a:ext cx="13831" cy="32583"/>
                  </a:xfrm>
                  <a:custGeom>
                    <a:avLst/>
                    <a:gdLst>
                      <a:gd name="connsiteX0" fmla="*/ 13831 w 13831"/>
                      <a:gd name="connsiteY0" fmla="*/ 0 h 32583"/>
                      <a:gd name="connsiteX1" fmla="*/ 0 w 13831"/>
                      <a:gd name="connsiteY1" fmla="*/ 32583 h 32583"/>
                      <a:gd name="connsiteX2" fmla="*/ 13831 w 13831"/>
                      <a:gd name="connsiteY2" fmla="*/ 0 h 32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831" h="32583">
                        <a:moveTo>
                          <a:pt x="13831" y="0"/>
                        </a:moveTo>
                        <a:cubicBezTo>
                          <a:pt x="4078" y="10196"/>
                          <a:pt x="754" y="22609"/>
                          <a:pt x="0" y="32583"/>
                        </a:cubicBezTo>
                        <a:cubicBezTo>
                          <a:pt x="133" y="23185"/>
                          <a:pt x="6517" y="9664"/>
                          <a:pt x="1383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37" name="Forme libre : forme 21336">
                    <a:extLst>
                      <a:ext uri="{FF2B5EF4-FFF2-40B4-BE49-F238E27FC236}">
                        <a16:creationId xmlns:a16="http://schemas.microsoft.com/office/drawing/2014/main" id="{D583EE3B-6E1E-45FE-B791-894C04996CEB}"/>
                      </a:ext>
                    </a:extLst>
                  </p:cNvPr>
                  <p:cNvSpPr/>
                  <p:nvPr/>
                </p:nvSpPr>
                <p:spPr>
                  <a:xfrm>
                    <a:off x="6373954" y="1218481"/>
                    <a:ext cx="14232" cy="9654"/>
                  </a:xfrm>
                  <a:custGeom>
                    <a:avLst/>
                    <a:gdLst>
                      <a:gd name="connsiteX0" fmla="*/ 14231 w 14232"/>
                      <a:gd name="connsiteY0" fmla="*/ 620 h 9654"/>
                      <a:gd name="connsiteX1" fmla="*/ 6872 w 14232"/>
                      <a:gd name="connsiteY1" fmla="*/ 7092 h 9654"/>
                      <a:gd name="connsiteX2" fmla="*/ 1 w 14232"/>
                      <a:gd name="connsiteY2" fmla="*/ 8910 h 9654"/>
                      <a:gd name="connsiteX3" fmla="*/ 6917 w 14232"/>
                      <a:gd name="connsiteY3" fmla="*/ 2792 h 9654"/>
                      <a:gd name="connsiteX4" fmla="*/ 14231 w 14232"/>
                      <a:gd name="connsiteY4" fmla="*/ 620 h 9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32" h="9654">
                        <a:moveTo>
                          <a:pt x="14231" y="620"/>
                        </a:moveTo>
                        <a:cubicBezTo>
                          <a:pt x="14320" y="2571"/>
                          <a:pt x="8646" y="6028"/>
                          <a:pt x="6872" y="7092"/>
                        </a:cubicBezTo>
                        <a:cubicBezTo>
                          <a:pt x="5143" y="8156"/>
                          <a:pt x="45" y="10993"/>
                          <a:pt x="1" y="8910"/>
                        </a:cubicBezTo>
                        <a:cubicBezTo>
                          <a:pt x="-88" y="6826"/>
                          <a:pt x="5276" y="3767"/>
                          <a:pt x="6917" y="2792"/>
                        </a:cubicBezTo>
                        <a:cubicBezTo>
                          <a:pt x="8557" y="1861"/>
                          <a:pt x="14098" y="-1331"/>
                          <a:pt x="14231" y="62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38" name="Forme libre : forme 21337">
                    <a:extLst>
                      <a:ext uri="{FF2B5EF4-FFF2-40B4-BE49-F238E27FC236}">
                        <a16:creationId xmlns:a16="http://schemas.microsoft.com/office/drawing/2014/main" id="{47021513-64B3-49BB-8ED5-2F1940DDDE96}"/>
                      </a:ext>
                    </a:extLst>
                  </p:cNvPr>
                  <p:cNvSpPr/>
                  <p:nvPr/>
                </p:nvSpPr>
                <p:spPr>
                  <a:xfrm>
                    <a:off x="6386110" y="1217119"/>
                    <a:ext cx="4028" cy="3058"/>
                  </a:xfrm>
                  <a:custGeom>
                    <a:avLst/>
                    <a:gdLst>
                      <a:gd name="connsiteX0" fmla="*/ 3892 w 4028"/>
                      <a:gd name="connsiteY0" fmla="*/ 120 h 3058"/>
                      <a:gd name="connsiteX1" fmla="*/ 2607 w 4028"/>
                      <a:gd name="connsiteY1" fmla="*/ 2027 h 3058"/>
                      <a:gd name="connsiteX2" fmla="*/ 124 w 4028"/>
                      <a:gd name="connsiteY2" fmla="*/ 2957 h 3058"/>
                      <a:gd name="connsiteX3" fmla="*/ 1365 w 4028"/>
                      <a:gd name="connsiteY3" fmla="*/ 1095 h 3058"/>
                      <a:gd name="connsiteX4" fmla="*/ 3892 w 4028"/>
                      <a:gd name="connsiteY4" fmla="*/ 120 h 3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8" h="3058">
                        <a:moveTo>
                          <a:pt x="3892" y="120"/>
                        </a:moveTo>
                        <a:cubicBezTo>
                          <a:pt x="4424" y="519"/>
                          <a:pt x="3271" y="1583"/>
                          <a:pt x="2607" y="2027"/>
                        </a:cubicBezTo>
                        <a:cubicBezTo>
                          <a:pt x="1986" y="2470"/>
                          <a:pt x="612" y="3356"/>
                          <a:pt x="124" y="2957"/>
                        </a:cubicBezTo>
                        <a:cubicBezTo>
                          <a:pt x="-364" y="2514"/>
                          <a:pt x="700" y="1539"/>
                          <a:pt x="1365" y="1095"/>
                        </a:cubicBezTo>
                        <a:cubicBezTo>
                          <a:pt x="1986" y="564"/>
                          <a:pt x="3360" y="-323"/>
                          <a:pt x="3892" y="1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39" name="Forme libre : forme 21338">
                    <a:extLst>
                      <a:ext uri="{FF2B5EF4-FFF2-40B4-BE49-F238E27FC236}">
                        <a16:creationId xmlns:a16="http://schemas.microsoft.com/office/drawing/2014/main" id="{DE4A5DBA-582D-4F31-A648-333137B10904}"/>
                      </a:ext>
                    </a:extLst>
                  </p:cNvPr>
                  <p:cNvSpPr/>
                  <p:nvPr/>
                </p:nvSpPr>
                <p:spPr>
                  <a:xfrm>
                    <a:off x="6367920" y="1204303"/>
                    <a:ext cx="40658" cy="16499"/>
                  </a:xfrm>
                  <a:custGeom>
                    <a:avLst/>
                    <a:gdLst>
                      <a:gd name="connsiteX0" fmla="*/ 27580 w 40658"/>
                      <a:gd name="connsiteY0" fmla="*/ 745 h 16499"/>
                      <a:gd name="connsiteX1" fmla="*/ 39859 w 40658"/>
                      <a:gd name="connsiteY1" fmla="*/ 745 h 16499"/>
                      <a:gd name="connsiteX2" fmla="*/ 38973 w 40658"/>
                      <a:gd name="connsiteY2" fmla="*/ 4557 h 16499"/>
                      <a:gd name="connsiteX3" fmla="*/ 34008 w 40658"/>
                      <a:gd name="connsiteY3" fmla="*/ 6020 h 16499"/>
                      <a:gd name="connsiteX4" fmla="*/ 18581 w 40658"/>
                      <a:gd name="connsiteY4" fmla="*/ 9611 h 16499"/>
                      <a:gd name="connsiteX5" fmla="*/ 6 w 40658"/>
                      <a:gd name="connsiteY5" fmla="*/ 15152 h 16499"/>
                      <a:gd name="connsiteX6" fmla="*/ 16807 w 40658"/>
                      <a:gd name="connsiteY6" fmla="*/ 2208 h 16499"/>
                      <a:gd name="connsiteX7" fmla="*/ 27580 w 40658"/>
                      <a:gd name="connsiteY7" fmla="*/ 745 h 16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658" h="16499">
                        <a:moveTo>
                          <a:pt x="27580" y="745"/>
                        </a:moveTo>
                        <a:cubicBezTo>
                          <a:pt x="32456" y="35"/>
                          <a:pt x="35958" y="-497"/>
                          <a:pt x="39859" y="745"/>
                        </a:cubicBezTo>
                        <a:cubicBezTo>
                          <a:pt x="41278" y="1188"/>
                          <a:pt x="40702" y="3316"/>
                          <a:pt x="38973" y="4557"/>
                        </a:cubicBezTo>
                        <a:cubicBezTo>
                          <a:pt x="37244" y="5798"/>
                          <a:pt x="35648" y="5887"/>
                          <a:pt x="34008" y="6020"/>
                        </a:cubicBezTo>
                        <a:cubicBezTo>
                          <a:pt x="28910" y="6463"/>
                          <a:pt x="23945" y="7838"/>
                          <a:pt x="18581" y="9611"/>
                        </a:cubicBezTo>
                        <a:cubicBezTo>
                          <a:pt x="15167" y="10675"/>
                          <a:pt x="-349" y="19896"/>
                          <a:pt x="6" y="15152"/>
                        </a:cubicBezTo>
                        <a:cubicBezTo>
                          <a:pt x="316" y="10364"/>
                          <a:pt x="12241" y="3670"/>
                          <a:pt x="16807" y="2208"/>
                        </a:cubicBezTo>
                        <a:cubicBezTo>
                          <a:pt x="21285" y="656"/>
                          <a:pt x="23945" y="1365"/>
                          <a:pt x="27580" y="74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59" name="Graphique 2">
                  <a:extLst>
                    <a:ext uri="{FF2B5EF4-FFF2-40B4-BE49-F238E27FC236}">
                      <a16:creationId xmlns:a16="http://schemas.microsoft.com/office/drawing/2014/main" id="{7119832D-77C7-4B09-9290-0E941B9E6D1B}"/>
                    </a:ext>
                  </a:extLst>
                </p:cNvPr>
                <p:cNvGrpSpPr/>
                <p:nvPr/>
              </p:nvGrpSpPr>
              <p:grpSpPr>
                <a:xfrm>
                  <a:off x="6411289" y="1159457"/>
                  <a:ext cx="92121" cy="48783"/>
                  <a:chOff x="6411289" y="1159457"/>
                  <a:chExt cx="92121" cy="48783"/>
                </a:xfrm>
                <a:solidFill>
                  <a:schemeClr val="accent1"/>
                </a:solidFill>
              </p:grpSpPr>
              <p:sp>
                <p:nvSpPr>
                  <p:cNvPr id="21316" name="Forme libre : forme 21315">
                    <a:extLst>
                      <a:ext uri="{FF2B5EF4-FFF2-40B4-BE49-F238E27FC236}">
                        <a16:creationId xmlns:a16="http://schemas.microsoft.com/office/drawing/2014/main" id="{F3030BE2-78D0-436E-AB96-F2CE47728C2A}"/>
                      </a:ext>
                    </a:extLst>
                  </p:cNvPr>
                  <p:cNvSpPr/>
                  <p:nvPr/>
                </p:nvSpPr>
                <p:spPr>
                  <a:xfrm>
                    <a:off x="6411289" y="1159457"/>
                    <a:ext cx="92121" cy="48783"/>
                  </a:xfrm>
                  <a:custGeom>
                    <a:avLst/>
                    <a:gdLst>
                      <a:gd name="connsiteX0" fmla="*/ 65558 w 92121"/>
                      <a:gd name="connsiteY0" fmla="*/ 34863 h 48783"/>
                      <a:gd name="connsiteX1" fmla="*/ 51416 w 92121"/>
                      <a:gd name="connsiteY1" fmla="*/ 39695 h 48783"/>
                      <a:gd name="connsiteX2" fmla="*/ 37319 w 92121"/>
                      <a:gd name="connsiteY2" fmla="*/ 45015 h 48783"/>
                      <a:gd name="connsiteX3" fmla="*/ 5135 w 92121"/>
                      <a:gd name="connsiteY3" fmla="*/ 46921 h 48783"/>
                      <a:gd name="connsiteX4" fmla="*/ 347 w 92121"/>
                      <a:gd name="connsiteY4" fmla="*/ 38099 h 48783"/>
                      <a:gd name="connsiteX5" fmla="*/ 23887 w 92121"/>
                      <a:gd name="connsiteY5" fmla="*/ 12565 h 48783"/>
                      <a:gd name="connsiteX6" fmla="*/ 39004 w 92121"/>
                      <a:gd name="connsiteY6" fmla="*/ 6225 h 48783"/>
                      <a:gd name="connsiteX7" fmla="*/ 54874 w 92121"/>
                      <a:gd name="connsiteY7" fmla="*/ 1438 h 48783"/>
                      <a:gd name="connsiteX8" fmla="*/ 88344 w 92121"/>
                      <a:gd name="connsiteY8" fmla="*/ 6802 h 48783"/>
                      <a:gd name="connsiteX9" fmla="*/ 91270 w 92121"/>
                      <a:gd name="connsiteY9" fmla="*/ 16200 h 48783"/>
                      <a:gd name="connsiteX10" fmla="*/ 65558 w 92121"/>
                      <a:gd name="connsiteY10" fmla="*/ 34863 h 48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2121" h="48783">
                        <a:moveTo>
                          <a:pt x="65558" y="34863"/>
                        </a:moveTo>
                        <a:cubicBezTo>
                          <a:pt x="62145" y="36016"/>
                          <a:pt x="56825" y="37878"/>
                          <a:pt x="51416" y="39695"/>
                        </a:cubicBezTo>
                        <a:cubicBezTo>
                          <a:pt x="46097" y="41690"/>
                          <a:pt x="40777" y="43729"/>
                          <a:pt x="37319" y="45015"/>
                        </a:cubicBezTo>
                        <a:cubicBezTo>
                          <a:pt x="24375" y="49980"/>
                          <a:pt x="15686" y="49404"/>
                          <a:pt x="5135" y="46921"/>
                        </a:cubicBezTo>
                        <a:cubicBezTo>
                          <a:pt x="1500" y="46079"/>
                          <a:pt x="-939" y="41601"/>
                          <a:pt x="347" y="38099"/>
                        </a:cubicBezTo>
                        <a:cubicBezTo>
                          <a:pt x="4071" y="27992"/>
                          <a:pt x="10233" y="19525"/>
                          <a:pt x="23887" y="12565"/>
                        </a:cubicBezTo>
                        <a:cubicBezTo>
                          <a:pt x="27522" y="10747"/>
                          <a:pt x="33196" y="8309"/>
                          <a:pt x="39004" y="6225"/>
                        </a:cubicBezTo>
                        <a:cubicBezTo>
                          <a:pt x="44811" y="4186"/>
                          <a:pt x="50796" y="2457"/>
                          <a:pt x="54874" y="1438"/>
                        </a:cubicBezTo>
                        <a:cubicBezTo>
                          <a:pt x="69769" y="-2065"/>
                          <a:pt x="79212" y="1260"/>
                          <a:pt x="88344" y="6802"/>
                        </a:cubicBezTo>
                        <a:cubicBezTo>
                          <a:pt x="91536" y="8752"/>
                          <a:pt x="93265" y="13318"/>
                          <a:pt x="91270" y="16200"/>
                        </a:cubicBezTo>
                        <a:cubicBezTo>
                          <a:pt x="85463" y="24490"/>
                          <a:pt x="78503" y="30341"/>
                          <a:pt x="65558" y="3486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17" name="Forme libre : forme 21316">
                    <a:extLst>
                      <a:ext uri="{FF2B5EF4-FFF2-40B4-BE49-F238E27FC236}">
                        <a16:creationId xmlns:a16="http://schemas.microsoft.com/office/drawing/2014/main" id="{468EC701-D52E-43F8-98F2-A2B7303486ED}"/>
                      </a:ext>
                    </a:extLst>
                  </p:cNvPr>
                  <p:cNvSpPr/>
                  <p:nvPr/>
                </p:nvSpPr>
                <p:spPr>
                  <a:xfrm>
                    <a:off x="6412656" y="1175435"/>
                    <a:ext cx="89947" cy="32778"/>
                  </a:xfrm>
                  <a:custGeom>
                    <a:avLst/>
                    <a:gdLst>
                      <a:gd name="connsiteX0" fmla="*/ 35332 w 89947"/>
                      <a:gd name="connsiteY0" fmla="*/ 15649 h 32778"/>
                      <a:gd name="connsiteX1" fmla="*/ 0 w 89947"/>
                      <a:gd name="connsiteY1" fmla="*/ 28372 h 32778"/>
                      <a:gd name="connsiteX2" fmla="*/ 3680 w 89947"/>
                      <a:gd name="connsiteY2" fmla="*/ 30943 h 32778"/>
                      <a:gd name="connsiteX3" fmla="*/ 8999 w 89947"/>
                      <a:gd name="connsiteY3" fmla="*/ 32007 h 32778"/>
                      <a:gd name="connsiteX4" fmla="*/ 24382 w 89947"/>
                      <a:gd name="connsiteY4" fmla="*/ 32229 h 32778"/>
                      <a:gd name="connsiteX5" fmla="*/ 35908 w 89947"/>
                      <a:gd name="connsiteY5" fmla="*/ 29037 h 32778"/>
                      <a:gd name="connsiteX6" fmla="*/ 40430 w 89947"/>
                      <a:gd name="connsiteY6" fmla="*/ 27308 h 32778"/>
                      <a:gd name="connsiteX7" fmla="*/ 62019 w 89947"/>
                      <a:gd name="connsiteY7" fmla="*/ 19550 h 32778"/>
                      <a:gd name="connsiteX8" fmla="*/ 64191 w 89947"/>
                      <a:gd name="connsiteY8" fmla="*/ 18841 h 32778"/>
                      <a:gd name="connsiteX9" fmla="*/ 75939 w 89947"/>
                      <a:gd name="connsiteY9" fmla="*/ 13477 h 32778"/>
                      <a:gd name="connsiteX10" fmla="*/ 87022 w 89947"/>
                      <a:gd name="connsiteY10" fmla="*/ 3901 h 32778"/>
                      <a:gd name="connsiteX11" fmla="*/ 89859 w 89947"/>
                      <a:gd name="connsiteY11" fmla="*/ 177 h 32778"/>
                      <a:gd name="connsiteX12" fmla="*/ 89947 w 89947"/>
                      <a:gd name="connsiteY12" fmla="*/ 0 h 32778"/>
                      <a:gd name="connsiteX13" fmla="*/ 35332 w 89947"/>
                      <a:gd name="connsiteY13" fmla="*/ 15649 h 32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9947" h="32778">
                        <a:moveTo>
                          <a:pt x="35332" y="15649"/>
                        </a:moveTo>
                        <a:cubicBezTo>
                          <a:pt x="23673" y="21190"/>
                          <a:pt x="11482" y="27485"/>
                          <a:pt x="0" y="28372"/>
                        </a:cubicBezTo>
                        <a:cubicBezTo>
                          <a:pt x="931" y="29613"/>
                          <a:pt x="2172" y="30588"/>
                          <a:pt x="3680" y="30943"/>
                        </a:cubicBezTo>
                        <a:cubicBezTo>
                          <a:pt x="5497" y="31342"/>
                          <a:pt x="7270" y="31741"/>
                          <a:pt x="8999" y="32007"/>
                        </a:cubicBezTo>
                        <a:cubicBezTo>
                          <a:pt x="14053" y="32849"/>
                          <a:pt x="18929" y="33115"/>
                          <a:pt x="24382" y="32229"/>
                        </a:cubicBezTo>
                        <a:cubicBezTo>
                          <a:pt x="27928" y="31697"/>
                          <a:pt x="31652" y="30633"/>
                          <a:pt x="35908" y="29037"/>
                        </a:cubicBezTo>
                        <a:cubicBezTo>
                          <a:pt x="37194" y="28549"/>
                          <a:pt x="38745" y="27973"/>
                          <a:pt x="40430" y="27308"/>
                        </a:cubicBezTo>
                        <a:cubicBezTo>
                          <a:pt x="46991" y="24692"/>
                          <a:pt x="56123" y="21501"/>
                          <a:pt x="62019" y="19550"/>
                        </a:cubicBezTo>
                        <a:cubicBezTo>
                          <a:pt x="62773" y="19284"/>
                          <a:pt x="63526" y="19018"/>
                          <a:pt x="64191" y="18841"/>
                        </a:cubicBezTo>
                        <a:cubicBezTo>
                          <a:pt x="68802" y="17245"/>
                          <a:pt x="72614" y="15427"/>
                          <a:pt x="75939" y="13477"/>
                        </a:cubicBezTo>
                        <a:cubicBezTo>
                          <a:pt x="80416" y="10728"/>
                          <a:pt x="83918" y="7492"/>
                          <a:pt x="87022" y="3901"/>
                        </a:cubicBezTo>
                        <a:cubicBezTo>
                          <a:pt x="87997" y="2704"/>
                          <a:pt x="88972" y="1463"/>
                          <a:pt x="89859" y="177"/>
                        </a:cubicBezTo>
                        <a:lnTo>
                          <a:pt x="89947" y="0"/>
                        </a:lnTo>
                        <a:cubicBezTo>
                          <a:pt x="71284" y="2793"/>
                          <a:pt x="51912" y="7581"/>
                          <a:pt x="35332" y="1564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18" name="Forme libre : forme 21317">
                    <a:extLst>
                      <a:ext uri="{FF2B5EF4-FFF2-40B4-BE49-F238E27FC236}">
                        <a16:creationId xmlns:a16="http://schemas.microsoft.com/office/drawing/2014/main" id="{9C106073-5561-4A58-B477-F1DDDBAEB553}"/>
                      </a:ext>
                    </a:extLst>
                  </p:cNvPr>
                  <p:cNvSpPr/>
                  <p:nvPr/>
                </p:nvSpPr>
                <p:spPr>
                  <a:xfrm>
                    <a:off x="6442250" y="1172689"/>
                    <a:ext cx="42900" cy="17685"/>
                  </a:xfrm>
                  <a:custGeom>
                    <a:avLst/>
                    <a:gdLst>
                      <a:gd name="connsiteX0" fmla="*/ 42842 w 42900"/>
                      <a:gd name="connsiteY0" fmla="*/ 2302 h 17685"/>
                      <a:gd name="connsiteX1" fmla="*/ 22228 w 42900"/>
                      <a:gd name="connsiteY1" fmla="*/ 14006 h 17685"/>
                      <a:gd name="connsiteX2" fmla="*/ 10037 w 42900"/>
                      <a:gd name="connsiteY2" fmla="*/ 17153 h 17685"/>
                      <a:gd name="connsiteX3" fmla="*/ 240 w 42900"/>
                      <a:gd name="connsiteY3" fmla="*/ 15779 h 17685"/>
                      <a:gd name="connsiteX4" fmla="*/ 6402 w 42900"/>
                      <a:gd name="connsiteY4" fmla="*/ 8154 h 17685"/>
                      <a:gd name="connsiteX5" fmla="*/ 18505 w 42900"/>
                      <a:gd name="connsiteY5" fmla="*/ 3100 h 17685"/>
                      <a:gd name="connsiteX6" fmla="*/ 32247 w 42900"/>
                      <a:gd name="connsiteY6" fmla="*/ 263 h 17685"/>
                      <a:gd name="connsiteX7" fmla="*/ 42842 w 42900"/>
                      <a:gd name="connsiteY7" fmla="*/ 2302 h 17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900" h="17685">
                        <a:moveTo>
                          <a:pt x="42842" y="2302"/>
                        </a:moveTo>
                        <a:cubicBezTo>
                          <a:pt x="43995" y="6691"/>
                          <a:pt x="27548" y="12055"/>
                          <a:pt x="22228" y="14006"/>
                        </a:cubicBezTo>
                        <a:cubicBezTo>
                          <a:pt x="19524" y="14937"/>
                          <a:pt x="14559" y="16355"/>
                          <a:pt x="10037" y="17153"/>
                        </a:cubicBezTo>
                        <a:cubicBezTo>
                          <a:pt x="5560" y="17996"/>
                          <a:pt x="1393" y="18040"/>
                          <a:pt x="240" y="15779"/>
                        </a:cubicBezTo>
                        <a:cubicBezTo>
                          <a:pt x="-912" y="13474"/>
                          <a:pt x="2235" y="10637"/>
                          <a:pt x="6402" y="8154"/>
                        </a:cubicBezTo>
                        <a:cubicBezTo>
                          <a:pt x="10569" y="5716"/>
                          <a:pt x="15800" y="3898"/>
                          <a:pt x="18505" y="3100"/>
                        </a:cubicBezTo>
                        <a:cubicBezTo>
                          <a:pt x="21253" y="2302"/>
                          <a:pt x="27016" y="795"/>
                          <a:pt x="32247" y="263"/>
                        </a:cubicBezTo>
                        <a:cubicBezTo>
                          <a:pt x="37478" y="-357"/>
                          <a:pt x="42222" y="42"/>
                          <a:pt x="42842" y="230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19" name="Forme libre : forme 21318">
                    <a:extLst>
                      <a:ext uri="{FF2B5EF4-FFF2-40B4-BE49-F238E27FC236}">
                        <a16:creationId xmlns:a16="http://schemas.microsoft.com/office/drawing/2014/main" id="{3CD59607-DA4A-4144-AC6C-F5DE3F476651}"/>
                      </a:ext>
                    </a:extLst>
                  </p:cNvPr>
                  <p:cNvSpPr/>
                  <p:nvPr/>
                </p:nvSpPr>
                <p:spPr>
                  <a:xfrm>
                    <a:off x="6441814" y="1180533"/>
                    <a:ext cx="31530" cy="9740"/>
                  </a:xfrm>
                  <a:custGeom>
                    <a:avLst/>
                    <a:gdLst>
                      <a:gd name="connsiteX0" fmla="*/ 7636 w 31530"/>
                      <a:gd name="connsiteY0" fmla="*/ 0 h 9740"/>
                      <a:gd name="connsiteX1" fmla="*/ 454 w 31530"/>
                      <a:gd name="connsiteY1" fmla="*/ 8024 h 9740"/>
                      <a:gd name="connsiteX2" fmla="*/ 22886 w 31530"/>
                      <a:gd name="connsiteY2" fmla="*/ 6118 h 9740"/>
                      <a:gd name="connsiteX3" fmla="*/ 31530 w 31530"/>
                      <a:gd name="connsiteY3" fmla="*/ 2704 h 9740"/>
                      <a:gd name="connsiteX4" fmla="*/ 26654 w 31530"/>
                      <a:gd name="connsiteY4" fmla="*/ 3813 h 9740"/>
                      <a:gd name="connsiteX5" fmla="*/ 7636 w 31530"/>
                      <a:gd name="connsiteY5" fmla="*/ 0 h 9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530" h="9740">
                        <a:moveTo>
                          <a:pt x="7636" y="0"/>
                        </a:moveTo>
                        <a:cubicBezTo>
                          <a:pt x="5242" y="1818"/>
                          <a:pt x="-1851" y="5497"/>
                          <a:pt x="454" y="8024"/>
                        </a:cubicBezTo>
                        <a:cubicBezTo>
                          <a:pt x="4090" y="11969"/>
                          <a:pt x="15926" y="8157"/>
                          <a:pt x="22886" y="6118"/>
                        </a:cubicBezTo>
                        <a:cubicBezTo>
                          <a:pt x="24925" y="5497"/>
                          <a:pt x="29314" y="3768"/>
                          <a:pt x="31530" y="2704"/>
                        </a:cubicBezTo>
                        <a:cubicBezTo>
                          <a:pt x="30156" y="3015"/>
                          <a:pt x="27984" y="3724"/>
                          <a:pt x="26654" y="3813"/>
                        </a:cubicBezTo>
                        <a:cubicBezTo>
                          <a:pt x="19162" y="4211"/>
                          <a:pt x="10163" y="5009"/>
                          <a:pt x="763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20" name="Forme libre : forme 21319">
                    <a:extLst>
                      <a:ext uri="{FF2B5EF4-FFF2-40B4-BE49-F238E27FC236}">
                        <a16:creationId xmlns:a16="http://schemas.microsoft.com/office/drawing/2014/main" id="{4DAF2074-CDE2-4E4C-B619-B069C387D33A}"/>
                      </a:ext>
                    </a:extLst>
                  </p:cNvPr>
                  <p:cNvSpPr/>
                  <p:nvPr/>
                </p:nvSpPr>
                <p:spPr>
                  <a:xfrm>
                    <a:off x="6444815" y="1173112"/>
                    <a:ext cx="42895" cy="17661"/>
                  </a:xfrm>
                  <a:custGeom>
                    <a:avLst/>
                    <a:gdLst>
                      <a:gd name="connsiteX0" fmla="*/ 42892 w 42895"/>
                      <a:gd name="connsiteY0" fmla="*/ 2501 h 17661"/>
                      <a:gd name="connsiteX1" fmla="*/ 22013 w 42895"/>
                      <a:gd name="connsiteY1" fmla="*/ 14293 h 17661"/>
                      <a:gd name="connsiteX2" fmla="*/ 290 w 42895"/>
                      <a:gd name="connsiteY2" fmla="*/ 15623 h 17661"/>
                      <a:gd name="connsiteX3" fmla="*/ 6453 w 42895"/>
                      <a:gd name="connsiteY3" fmla="*/ 8131 h 17661"/>
                      <a:gd name="connsiteX4" fmla="*/ 18510 w 42895"/>
                      <a:gd name="connsiteY4" fmla="*/ 3210 h 17661"/>
                      <a:gd name="connsiteX5" fmla="*/ 32696 w 42895"/>
                      <a:gd name="connsiteY5" fmla="*/ 240 h 17661"/>
                      <a:gd name="connsiteX6" fmla="*/ 42892 w 42895"/>
                      <a:gd name="connsiteY6" fmla="*/ 2501 h 17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895" h="17661">
                        <a:moveTo>
                          <a:pt x="42892" y="2501"/>
                        </a:moveTo>
                        <a:cubicBezTo>
                          <a:pt x="42582" y="7333"/>
                          <a:pt x="27731" y="12076"/>
                          <a:pt x="22013" y="14293"/>
                        </a:cubicBezTo>
                        <a:cubicBezTo>
                          <a:pt x="16161" y="16155"/>
                          <a:pt x="2906" y="20056"/>
                          <a:pt x="290" y="15623"/>
                        </a:cubicBezTo>
                        <a:cubicBezTo>
                          <a:pt x="-995" y="13406"/>
                          <a:pt x="2152" y="10436"/>
                          <a:pt x="6453" y="8131"/>
                        </a:cubicBezTo>
                        <a:cubicBezTo>
                          <a:pt x="10708" y="5737"/>
                          <a:pt x="15984" y="4008"/>
                          <a:pt x="18510" y="3210"/>
                        </a:cubicBezTo>
                        <a:cubicBezTo>
                          <a:pt x="21037" y="2456"/>
                          <a:pt x="27155" y="772"/>
                          <a:pt x="32696" y="240"/>
                        </a:cubicBezTo>
                        <a:cubicBezTo>
                          <a:pt x="38193" y="-337"/>
                          <a:pt x="43026" y="18"/>
                          <a:pt x="42892" y="250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21" name="Forme libre : forme 21320">
                    <a:extLst>
                      <a:ext uri="{FF2B5EF4-FFF2-40B4-BE49-F238E27FC236}">
                        <a16:creationId xmlns:a16="http://schemas.microsoft.com/office/drawing/2014/main" id="{805EAD28-2458-45CE-8F12-EBF438379210}"/>
                      </a:ext>
                    </a:extLst>
                  </p:cNvPr>
                  <p:cNvSpPr/>
                  <p:nvPr/>
                </p:nvSpPr>
                <p:spPr>
                  <a:xfrm>
                    <a:off x="6422323" y="1181674"/>
                    <a:ext cx="54729" cy="18918"/>
                  </a:xfrm>
                  <a:custGeom>
                    <a:avLst/>
                    <a:gdLst>
                      <a:gd name="connsiteX0" fmla="*/ 1681 w 54729"/>
                      <a:gd name="connsiteY0" fmla="*/ 16281 h 18918"/>
                      <a:gd name="connsiteX1" fmla="*/ 9306 w 54729"/>
                      <a:gd name="connsiteY1" fmla="*/ 18675 h 18918"/>
                      <a:gd name="connsiteX2" fmla="*/ 30186 w 54729"/>
                      <a:gd name="connsiteY2" fmla="*/ 17389 h 18918"/>
                      <a:gd name="connsiteX3" fmla="*/ 48894 w 54729"/>
                      <a:gd name="connsiteY3" fmla="*/ 9676 h 18918"/>
                      <a:gd name="connsiteX4" fmla="*/ 54214 w 54729"/>
                      <a:gd name="connsiteY4" fmla="*/ 1474 h 18918"/>
                      <a:gd name="connsiteX5" fmla="*/ 46943 w 54729"/>
                      <a:gd name="connsiteY5" fmla="*/ 765 h 18918"/>
                      <a:gd name="connsiteX6" fmla="*/ 26906 w 54729"/>
                      <a:gd name="connsiteY6" fmla="*/ 676 h 18918"/>
                      <a:gd name="connsiteX7" fmla="*/ 6558 w 54729"/>
                      <a:gd name="connsiteY7" fmla="*/ 3115 h 18918"/>
                      <a:gd name="connsiteX8" fmla="*/ 1681 w 54729"/>
                      <a:gd name="connsiteY8" fmla="*/ 16281 h 18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729" h="18918">
                        <a:moveTo>
                          <a:pt x="1681" y="16281"/>
                        </a:moveTo>
                        <a:cubicBezTo>
                          <a:pt x="4120" y="18276"/>
                          <a:pt x="5538" y="18586"/>
                          <a:pt x="9306" y="18675"/>
                        </a:cubicBezTo>
                        <a:cubicBezTo>
                          <a:pt x="16444" y="18985"/>
                          <a:pt x="22162" y="19340"/>
                          <a:pt x="30186" y="17389"/>
                        </a:cubicBezTo>
                        <a:cubicBezTo>
                          <a:pt x="36880" y="15793"/>
                          <a:pt x="43885" y="12823"/>
                          <a:pt x="48894" y="9676"/>
                        </a:cubicBezTo>
                        <a:cubicBezTo>
                          <a:pt x="52573" y="7193"/>
                          <a:pt x="56076" y="3957"/>
                          <a:pt x="54214" y="1474"/>
                        </a:cubicBezTo>
                        <a:cubicBezTo>
                          <a:pt x="53105" y="-33"/>
                          <a:pt x="49736" y="676"/>
                          <a:pt x="46943" y="765"/>
                        </a:cubicBezTo>
                        <a:cubicBezTo>
                          <a:pt x="40294" y="721"/>
                          <a:pt x="33954" y="1386"/>
                          <a:pt x="26906" y="676"/>
                        </a:cubicBezTo>
                        <a:cubicBezTo>
                          <a:pt x="20966" y="144"/>
                          <a:pt x="13695" y="-1363"/>
                          <a:pt x="6558" y="3115"/>
                        </a:cubicBezTo>
                        <a:cubicBezTo>
                          <a:pt x="130" y="7060"/>
                          <a:pt x="-1732" y="13532"/>
                          <a:pt x="1681" y="1628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22" name="Forme libre : forme 21321">
                    <a:extLst>
                      <a:ext uri="{FF2B5EF4-FFF2-40B4-BE49-F238E27FC236}">
                        <a16:creationId xmlns:a16="http://schemas.microsoft.com/office/drawing/2014/main" id="{B532D27D-7069-45CE-91F3-F2A003C608E2}"/>
                      </a:ext>
                    </a:extLst>
                  </p:cNvPr>
                  <p:cNvSpPr/>
                  <p:nvPr/>
                </p:nvSpPr>
                <p:spPr>
                  <a:xfrm>
                    <a:off x="6431363" y="1177373"/>
                    <a:ext cx="15971" cy="11516"/>
                  </a:xfrm>
                  <a:custGeom>
                    <a:avLst/>
                    <a:gdLst>
                      <a:gd name="connsiteX0" fmla="*/ 1064 w 15971"/>
                      <a:gd name="connsiteY0" fmla="*/ 9101 h 11516"/>
                      <a:gd name="connsiteX1" fmla="*/ 0 w 15971"/>
                      <a:gd name="connsiteY1" fmla="*/ 10963 h 11516"/>
                      <a:gd name="connsiteX2" fmla="*/ 1729 w 15971"/>
                      <a:gd name="connsiteY2" fmla="*/ 11362 h 11516"/>
                      <a:gd name="connsiteX3" fmla="*/ 4788 w 15971"/>
                      <a:gd name="connsiteY3" fmla="*/ 9943 h 11516"/>
                      <a:gd name="connsiteX4" fmla="*/ 11969 w 15971"/>
                      <a:gd name="connsiteY4" fmla="*/ 5687 h 11516"/>
                      <a:gd name="connsiteX5" fmla="*/ 14452 w 15971"/>
                      <a:gd name="connsiteY5" fmla="*/ 3870 h 11516"/>
                      <a:gd name="connsiteX6" fmla="*/ 11260 w 15971"/>
                      <a:gd name="connsiteY6" fmla="*/ 944 h 11516"/>
                      <a:gd name="connsiteX7" fmla="*/ 1064 w 15971"/>
                      <a:gd name="connsiteY7" fmla="*/ 9101 h 11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971" h="11516">
                        <a:moveTo>
                          <a:pt x="1064" y="9101"/>
                        </a:moveTo>
                        <a:cubicBezTo>
                          <a:pt x="443" y="9810"/>
                          <a:pt x="0" y="10342"/>
                          <a:pt x="0" y="10963"/>
                        </a:cubicBezTo>
                        <a:cubicBezTo>
                          <a:pt x="0" y="11583"/>
                          <a:pt x="798" y="11628"/>
                          <a:pt x="1729" y="11362"/>
                        </a:cubicBezTo>
                        <a:cubicBezTo>
                          <a:pt x="2660" y="11096"/>
                          <a:pt x="3857" y="10431"/>
                          <a:pt x="4788" y="9943"/>
                        </a:cubicBezTo>
                        <a:cubicBezTo>
                          <a:pt x="7226" y="8613"/>
                          <a:pt x="9708" y="7062"/>
                          <a:pt x="11969" y="5687"/>
                        </a:cubicBezTo>
                        <a:cubicBezTo>
                          <a:pt x="12900" y="5067"/>
                          <a:pt x="13787" y="4535"/>
                          <a:pt x="14452" y="3870"/>
                        </a:cubicBezTo>
                        <a:cubicBezTo>
                          <a:pt x="17200" y="1033"/>
                          <a:pt x="16269" y="-1406"/>
                          <a:pt x="11260" y="944"/>
                        </a:cubicBezTo>
                        <a:cubicBezTo>
                          <a:pt x="7448" y="2717"/>
                          <a:pt x="3546" y="6264"/>
                          <a:pt x="1064" y="910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23" name="Forme libre : forme 21322">
                    <a:extLst>
                      <a:ext uri="{FF2B5EF4-FFF2-40B4-BE49-F238E27FC236}">
                        <a16:creationId xmlns:a16="http://schemas.microsoft.com/office/drawing/2014/main" id="{9D71B219-407B-4D2C-B1F0-2D4CC0178E14}"/>
                      </a:ext>
                    </a:extLst>
                  </p:cNvPr>
                  <p:cNvSpPr/>
                  <p:nvPr/>
                </p:nvSpPr>
                <p:spPr>
                  <a:xfrm>
                    <a:off x="6477645" y="1174548"/>
                    <a:ext cx="23406" cy="18707"/>
                  </a:xfrm>
                  <a:custGeom>
                    <a:avLst/>
                    <a:gdLst>
                      <a:gd name="connsiteX0" fmla="*/ 23407 w 23406"/>
                      <a:gd name="connsiteY0" fmla="*/ 0 h 18707"/>
                      <a:gd name="connsiteX1" fmla="*/ 0 w 23406"/>
                      <a:gd name="connsiteY1" fmla="*/ 18708 h 18707"/>
                      <a:gd name="connsiteX2" fmla="*/ 23407 w 23406"/>
                      <a:gd name="connsiteY2" fmla="*/ 0 h 18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406" h="18707">
                        <a:moveTo>
                          <a:pt x="23407" y="0"/>
                        </a:moveTo>
                        <a:cubicBezTo>
                          <a:pt x="20525" y="7004"/>
                          <a:pt x="7758" y="13920"/>
                          <a:pt x="0" y="18708"/>
                        </a:cubicBezTo>
                        <a:cubicBezTo>
                          <a:pt x="8467" y="13610"/>
                          <a:pt x="17156" y="6029"/>
                          <a:pt x="2340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24" name="Forme libre : forme 21323">
                    <a:extLst>
                      <a:ext uri="{FF2B5EF4-FFF2-40B4-BE49-F238E27FC236}">
                        <a16:creationId xmlns:a16="http://schemas.microsoft.com/office/drawing/2014/main" id="{E3507790-7603-49E7-ADFD-98DF20414E71}"/>
                      </a:ext>
                    </a:extLst>
                  </p:cNvPr>
                  <p:cNvSpPr/>
                  <p:nvPr/>
                </p:nvSpPr>
                <p:spPr>
                  <a:xfrm>
                    <a:off x="6412611" y="1172553"/>
                    <a:ext cx="24071" cy="25445"/>
                  </a:xfrm>
                  <a:custGeom>
                    <a:avLst/>
                    <a:gdLst>
                      <a:gd name="connsiteX0" fmla="*/ 24072 w 24071"/>
                      <a:gd name="connsiteY0" fmla="*/ 0 h 25445"/>
                      <a:gd name="connsiteX1" fmla="*/ 0 w 24071"/>
                      <a:gd name="connsiteY1" fmla="*/ 25446 h 25445"/>
                      <a:gd name="connsiteX2" fmla="*/ 24072 w 24071"/>
                      <a:gd name="connsiteY2" fmla="*/ 0 h 25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4071" h="25445">
                        <a:moveTo>
                          <a:pt x="24072" y="0"/>
                        </a:moveTo>
                        <a:cubicBezTo>
                          <a:pt x="11969" y="6118"/>
                          <a:pt x="4256" y="16403"/>
                          <a:pt x="0" y="25446"/>
                        </a:cubicBezTo>
                        <a:cubicBezTo>
                          <a:pt x="3502" y="16757"/>
                          <a:pt x="14408" y="6472"/>
                          <a:pt x="240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25" name="Forme libre : forme 21324">
                    <a:extLst>
                      <a:ext uri="{FF2B5EF4-FFF2-40B4-BE49-F238E27FC236}">
                        <a16:creationId xmlns:a16="http://schemas.microsoft.com/office/drawing/2014/main" id="{587C3096-6DF7-4BB3-89B9-151FA5375B17}"/>
                      </a:ext>
                    </a:extLst>
                  </p:cNvPr>
                  <p:cNvSpPr/>
                  <p:nvPr/>
                </p:nvSpPr>
                <p:spPr>
                  <a:xfrm>
                    <a:off x="6458314" y="1174911"/>
                    <a:ext cx="16453" cy="5137"/>
                  </a:xfrm>
                  <a:custGeom>
                    <a:avLst/>
                    <a:gdLst>
                      <a:gd name="connsiteX0" fmla="*/ 16405 w 16453"/>
                      <a:gd name="connsiteY0" fmla="*/ 1144 h 5137"/>
                      <a:gd name="connsiteX1" fmla="*/ 7184 w 16453"/>
                      <a:gd name="connsiteY1" fmla="*/ 4558 h 5137"/>
                      <a:gd name="connsiteX2" fmla="*/ 47 w 16453"/>
                      <a:gd name="connsiteY2" fmla="*/ 3937 h 5137"/>
                      <a:gd name="connsiteX3" fmla="*/ 8780 w 16453"/>
                      <a:gd name="connsiteY3" fmla="*/ 524 h 5137"/>
                      <a:gd name="connsiteX4" fmla="*/ 16405 w 16453"/>
                      <a:gd name="connsiteY4" fmla="*/ 1144 h 5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53" h="5137">
                        <a:moveTo>
                          <a:pt x="16405" y="1144"/>
                        </a:moveTo>
                        <a:cubicBezTo>
                          <a:pt x="15740" y="2962"/>
                          <a:pt x="9223" y="4115"/>
                          <a:pt x="7184" y="4558"/>
                        </a:cubicBezTo>
                        <a:cubicBezTo>
                          <a:pt x="5145" y="4868"/>
                          <a:pt x="-574" y="5977"/>
                          <a:pt x="47" y="3937"/>
                        </a:cubicBezTo>
                        <a:cubicBezTo>
                          <a:pt x="668" y="1854"/>
                          <a:pt x="6830" y="790"/>
                          <a:pt x="8780" y="524"/>
                        </a:cubicBezTo>
                        <a:cubicBezTo>
                          <a:pt x="10731" y="169"/>
                          <a:pt x="17070" y="-717"/>
                          <a:pt x="16405" y="114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26" name="Forme libre : forme 21325">
                    <a:extLst>
                      <a:ext uri="{FF2B5EF4-FFF2-40B4-BE49-F238E27FC236}">
                        <a16:creationId xmlns:a16="http://schemas.microsoft.com/office/drawing/2014/main" id="{E828FAA0-5F83-4BF9-845D-5AFE79F5582A}"/>
                      </a:ext>
                    </a:extLst>
                  </p:cNvPr>
                  <p:cNvSpPr/>
                  <p:nvPr/>
                </p:nvSpPr>
                <p:spPr>
                  <a:xfrm>
                    <a:off x="6472502" y="1174659"/>
                    <a:ext cx="4653" cy="1880"/>
                  </a:xfrm>
                  <a:custGeom>
                    <a:avLst/>
                    <a:gdLst>
                      <a:gd name="connsiteX0" fmla="*/ 4611 w 4653"/>
                      <a:gd name="connsiteY0" fmla="*/ 333 h 1880"/>
                      <a:gd name="connsiteX1" fmla="*/ 2705 w 4653"/>
                      <a:gd name="connsiteY1" fmla="*/ 1618 h 1880"/>
                      <a:gd name="connsiteX2" fmla="*/ 45 w 4653"/>
                      <a:gd name="connsiteY2" fmla="*/ 1530 h 1880"/>
                      <a:gd name="connsiteX3" fmla="*/ 1862 w 4653"/>
                      <a:gd name="connsiteY3" fmla="*/ 244 h 1880"/>
                      <a:gd name="connsiteX4" fmla="*/ 4611 w 4653"/>
                      <a:gd name="connsiteY4" fmla="*/ 333 h 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53" h="1880">
                        <a:moveTo>
                          <a:pt x="4611" y="333"/>
                        </a:moveTo>
                        <a:cubicBezTo>
                          <a:pt x="4921" y="909"/>
                          <a:pt x="3458" y="1441"/>
                          <a:pt x="2705" y="1618"/>
                        </a:cubicBezTo>
                        <a:cubicBezTo>
                          <a:pt x="1951" y="1796"/>
                          <a:pt x="355" y="2150"/>
                          <a:pt x="45" y="1530"/>
                        </a:cubicBezTo>
                        <a:cubicBezTo>
                          <a:pt x="-265" y="953"/>
                          <a:pt x="1109" y="421"/>
                          <a:pt x="1862" y="244"/>
                        </a:cubicBezTo>
                        <a:cubicBezTo>
                          <a:pt x="2661" y="67"/>
                          <a:pt x="4301" y="-244"/>
                          <a:pt x="4611" y="33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27" name="Forme libre : forme 21326">
                    <a:extLst>
                      <a:ext uri="{FF2B5EF4-FFF2-40B4-BE49-F238E27FC236}">
                        <a16:creationId xmlns:a16="http://schemas.microsoft.com/office/drawing/2014/main" id="{A1FD39B9-3706-4956-99AA-3B71B92CC62B}"/>
                      </a:ext>
                    </a:extLst>
                  </p:cNvPr>
                  <p:cNvSpPr/>
                  <p:nvPr/>
                </p:nvSpPr>
                <p:spPr>
                  <a:xfrm>
                    <a:off x="6455157" y="1163038"/>
                    <a:ext cx="43539" cy="11048"/>
                  </a:xfrm>
                  <a:custGeom>
                    <a:avLst/>
                    <a:gdLst>
                      <a:gd name="connsiteX0" fmla="*/ 31842 w 43539"/>
                      <a:gd name="connsiteY0" fmla="*/ 2866 h 11048"/>
                      <a:gd name="connsiteX1" fmla="*/ 43146 w 43539"/>
                      <a:gd name="connsiteY1" fmla="*/ 7743 h 11048"/>
                      <a:gd name="connsiteX2" fmla="*/ 40797 w 43539"/>
                      <a:gd name="connsiteY2" fmla="*/ 10890 h 11048"/>
                      <a:gd name="connsiteX3" fmla="*/ 35699 w 43539"/>
                      <a:gd name="connsiteY3" fmla="*/ 10225 h 11048"/>
                      <a:gd name="connsiteX4" fmla="*/ 20006 w 43539"/>
                      <a:gd name="connsiteY4" fmla="*/ 7565 h 11048"/>
                      <a:gd name="connsiteX5" fmla="*/ 8036 w 43539"/>
                      <a:gd name="connsiteY5" fmla="*/ 8319 h 11048"/>
                      <a:gd name="connsiteX6" fmla="*/ 145 w 43539"/>
                      <a:gd name="connsiteY6" fmla="*/ 6324 h 11048"/>
                      <a:gd name="connsiteX7" fmla="*/ 9677 w 43539"/>
                      <a:gd name="connsiteY7" fmla="*/ 1270 h 11048"/>
                      <a:gd name="connsiteX8" fmla="*/ 21158 w 43539"/>
                      <a:gd name="connsiteY8" fmla="*/ 29 h 11048"/>
                      <a:gd name="connsiteX9" fmla="*/ 31842 w 43539"/>
                      <a:gd name="connsiteY9" fmla="*/ 2866 h 11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3539" h="11048">
                        <a:moveTo>
                          <a:pt x="31842" y="2866"/>
                        </a:moveTo>
                        <a:cubicBezTo>
                          <a:pt x="36674" y="4063"/>
                          <a:pt x="40088" y="5083"/>
                          <a:pt x="43146" y="7743"/>
                        </a:cubicBezTo>
                        <a:cubicBezTo>
                          <a:pt x="44255" y="8718"/>
                          <a:pt x="42880" y="10447"/>
                          <a:pt x="40797" y="10890"/>
                        </a:cubicBezTo>
                        <a:cubicBezTo>
                          <a:pt x="38713" y="11333"/>
                          <a:pt x="37250" y="10757"/>
                          <a:pt x="35699" y="10225"/>
                        </a:cubicBezTo>
                        <a:cubicBezTo>
                          <a:pt x="30867" y="8629"/>
                          <a:pt x="25724" y="7964"/>
                          <a:pt x="20006" y="7565"/>
                        </a:cubicBezTo>
                        <a:cubicBezTo>
                          <a:pt x="18232" y="7432"/>
                          <a:pt x="12824" y="8009"/>
                          <a:pt x="8036" y="8319"/>
                        </a:cubicBezTo>
                        <a:cubicBezTo>
                          <a:pt x="3249" y="8541"/>
                          <a:pt x="-830" y="8585"/>
                          <a:pt x="145" y="6324"/>
                        </a:cubicBezTo>
                        <a:cubicBezTo>
                          <a:pt x="1165" y="4063"/>
                          <a:pt x="5243" y="2290"/>
                          <a:pt x="9677" y="1270"/>
                        </a:cubicBezTo>
                        <a:cubicBezTo>
                          <a:pt x="14110" y="206"/>
                          <a:pt x="18720" y="-104"/>
                          <a:pt x="21158" y="29"/>
                        </a:cubicBezTo>
                        <a:cubicBezTo>
                          <a:pt x="25990" y="339"/>
                          <a:pt x="28207" y="1935"/>
                          <a:pt x="31842" y="286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60" name="Graphique 2">
                  <a:extLst>
                    <a:ext uri="{FF2B5EF4-FFF2-40B4-BE49-F238E27FC236}">
                      <a16:creationId xmlns:a16="http://schemas.microsoft.com/office/drawing/2014/main" id="{F7B8D7D2-3CB6-42D9-A613-341D197B619A}"/>
                    </a:ext>
                  </a:extLst>
                </p:cNvPr>
                <p:cNvGrpSpPr/>
                <p:nvPr/>
              </p:nvGrpSpPr>
              <p:grpSpPr>
                <a:xfrm>
                  <a:off x="6503190" y="1152512"/>
                  <a:ext cx="95679" cy="39375"/>
                  <a:chOff x="6503190" y="1152512"/>
                  <a:chExt cx="95679" cy="39375"/>
                </a:xfrm>
                <a:solidFill>
                  <a:schemeClr val="accent1"/>
                </a:solidFill>
              </p:grpSpPr>
              <p:sp>
                <p:nvSpPr>
                  <p:cNvPr id="21304" name="Forme libre : forme 21303">
                    <a:extLst>
                      <a:ext uri="{FF2B5EF4-FFF2-40B4-BE49-F238E27FC236}">
                        <a16:creationId xmlns:a16="http://schemas.microsoft.com/office/drawing/2014/main" id="{F806322A-C7C9-4EB7-B821-74DD16ABA3E3}"/>
                      </a:ext>
                    </a:extLst>
                  </p:cNvPr>
                  <p:cNvSpPr/>
                  <p:nvPr/>
                </p:nvSpPr>
                <p:spPr>
                  <a:xfrm>
                    <a:off x="6503190" y="1152512"/>
                    <a:ext cx="95679" cy="39375"/>
                  </a:xfrm>
                  <a:custGeom>
                    <a:avLst/>
                    <a:gdLst>
                      <a:gd name="connsiteX0" fmla="*/ 61565 w 95679"/>
                      <a:gd name="connsiteY0" fmla="*/ 38660 h 39375"/>
                      <a:gd name="connsiteX1" fmla="*/ 46802 w 95679"/>
                      <a:gd name="connsiteY1" fmla="*/ 36577 h 39375"/>
                      <a:gd name="connsiteX2" fmla="*/ 32129 w 95679"/>
                      <a:gd name="connsiteY2" fmla="*/ 35070 h 39375"/>
                      <a:gd name="connsiteX3" fmla="*/ 2471 w 95679"/>
                      <a:gd name="connsiteY3" fmla="*/ 23011 h 39375"/>
                      <a:gd name="connsiteX4" fmla="*/ 1762 w 95679"/>
                      <a:gd name="connsiteY4" fmla="*/ 12993 h 39375"/>
                      <a:gd name="connsiteX5" fmla="*/ 34212 w 95679"/>
                      <a:gd name="connsiteY5" fmla="*/ 4 h 39375"/>
                      <a:gd name="connsiteX6" fmla="*/ 50881 w 95679"/>
                      <a:gd name="connsiteY6" fmla="*/ 1112 h 39375"/>
                      <a:gd name="connsiteX7" fmla="*/ 67150 w 95679"/>
                      <a:gd name="connsiteY7" fmla="*/ 4038 h 39375"/>
                      <a:gd name="connsiteX8" fmla="*/ 94502 w 95679"/>
                      <a:gd name="connsiteY8" fmla="*/ 24031 h 39375"/>
                      <a:gd name="connsiteX9" fmla="*/ 92951 w 95679"/>
                      <a:gd name="connsiteY9" fmla="*/ 33739 h 39375"/>
                      <a:gd name="connsiteX10" fmla="*/ 61565 w 95679"/>
                      <a:gd name="connsiteY10" fmla="*/ 38660 h 39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5679" h="39375">
                        <a:moveTo>
                          <a:pt x="61565" y="38660"/>
                        </a:moveTo>
                        <a:cubicBezTo>
                          <a:pt x="57974" y="38173"/>
                          <a:pt x="52432" y="37375"/>
                          <a:pt x="46802" y="36577"/>
                        </a:cubicBezTo>
                        <a:cubicBezTo>
                          <a:pt x="41172" y="35912"/>
                          <a:pt x="35853" y="35424"/>
                          <a:pt x="32129" y="35070"/>
                        </a:cubicBezTo>
                        <a:cubicBezTo>
                          <a:pt x="18431" y="33872"/>
                          <a:pt x="10983" y="29661"/>
                          <a:pt x="2471" y="23011"/>
                        </a:cubicBezTo>
                        <a:cubicBezTo>
                          <a:pt x="-454" y="20751"/>
                          <a:pt x="-898" y="15653"/>
                          <a:pt x="1762" y="12993"/>
                        </a:cubicBezTo>
                        <a:cubicBezTo>
                          <a:pt x="9387" y="5323"/>
                          <a:pt x="18829" y="270"/>
                          <a:pt x="34212" y="4"/>
                        </a:cubicBezTo>
                        <a:cubicBezTo>
                          <a:pt x="38291" y="-41"/>
                          <a:pt x="44719" y="314"/>
                          <a:pt x="50881" y="1112"/>
                        </a:cubicBezTo>
                        <a:cubicBezTo>
                          <a:pt x="57043" y="1910"/>
                          <a:pt x="63116" y="3063"/>
                          <a:pt x="67150" y="4038"/>
                        </a:cubicBezTo>
                        <a:cubicBezTo>
                          <a:pt x="82267" y="7762"/>
                          <a:pt x="88873" y="15032"/>
                          <a:pt x="94502" y="24031"/>
                        </a:cubicBezTo>
                        <a:cubicBezTo>
                          <a:pt x="96453" y="27134"/>
                          <a:pt x="96010" y="32055"/>
                          <a:pt x="92951" y="33739"/>
                        </a:cubicBezTo>
                        <a:cubicBezTo>
                          <a:pt x="84085" y="38572"/>
                          <a:pt x="74908" y="40567"/>
                          <a:pt x="61565" y="3866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05" name="Forme libre : forme 21304">
                    <a:extLst>
                      <a:ext uri="{FF2B5EF4-FFF2-40B4-BE49-F238E27FC236}">
                        <a16:creationId xmlns:a16="http://schemas.microsoft.com/office/drawing/2014/main" id="{FAAFDC60-5439-4854-9727-27AA4D262A32}"/>
                      </a:ext>
                    </a:extLst>
                  </p:cNvPr>
                  <p:cNvSpPr/>
                  <p:nvPr/>
                </p:nvSpPr>
                <p:spPr>
                  <a:xfrm>
                    <a:off x="6503312" y="1171623"/>
                    <a:ext cx="92917" cy="20200"/>
                  </a:xfrm>
                  <a:custGeom>
                    <a:avLst/>
                    <a:gdLst>
                      <a:gd name="connsiteX0" fmla="*/ 37282 w 92917"/>
                      <a:gd name="connsiteY0" fmla="*/ 3635 h 20200"/>
                      <a:gd name="connsiteX1" fmla="*/ 0 w 92917"/>
                      <a:gd name="connsiteY1" fmla="*/ 0 h 20200"/>
                      <a:gd name="connsiteX2" fmla="*/ 2261 w 92917"/>
                      <a:gd name="connsiteY2" fmla="*/ 3857 h 20200"/>
                      <a:gd name="connsiteX3" fmla="*/ 6605 w 92917"/>
                      <a:gd name="connsiteY3" fmla="*/ 7049 h 20200"/>
                      <a:gd name="connsiteX4" fmla="*/ 20259 w 92917"/>
                      <a:gd name="connsiteY4" fmla="*/ 13787 h 20200"/>
                      <a:gd name="connsiteX5" fmla="*/ 31918 w 92917"/>
                      <a:gd name="connsiteY5" fmla="*/ 15915 h 20200"/>
                      <a:gd name="connsiteX6" fmla="*/ 36662 w 92917"/>
                      <a:gd name="connsiteY6" fmla="*/ 16358 h 20200"/>
                      <a:gd name="connsiteX7" fmla="*/ 59182 w 92917"/>
                      <a:gd name="connsiteY7" fmla="*/ 19195 h 20200"/>
                      <a:gd name="connsiteX8" fmla="*/ 61398 w 92917"/>
                      <a:gd name="connsiteY8" fmla="*/ 19506 h 20200"/>
                      <a:gd name="connsiteX9" fmla="*/ 74210 w 92917"/>
                      <a:gd name="connsiteY9" fmla="*/ 20082 h 20200"/>
                      <a:gd name="connsiteX10" fmla="*/ 88529 w 92917"/>
                      <a:gd name="connsiteY10" fmla="*/ 16624 h 20200"/>
                      <a:gd name="connsiteX11" fmla="*/ 92785 w 92917"/>
                      <a:gd name="connsiteY11" fmla="*/ 14541 h 20200"/>
                      <a:gd name="connsiteX12" fmla="*/ 92918 w 92917"/>
                      <a:gd name="connsiteY12" fmla="*/ 14452 h 20200"/>
                      <a:gd name="connsiteX13" fmla="*/ 37282 w 92917"/>
                      <a:gd name="connsiteY13" fmla="*/ 3635 h 20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2917" h="20200">
                        <a:moveTo>
                          <a:pt x="37282" y="3635"/>
                        </a:moveTo>
                        <a:cubicBezTo>
                          <a:pt x="24426" y="3502"/>
                          <a:pt x="10772" y="3857"/>
                          <a:pt x="0" y="0"/>
                        </a:cubicBezTo>
                        <a:cubicBezTo>
                          <a:pt x="310" y="1507"/>
                          <a:pt x="1064" y="2926"/>
                          <a:pt x="2261" y="3857"/>
                        </a:cubicBezTo>
                        <a:cubicBezTo>
                          <a:pt x="3724" y="5009"/>
                          <a:pt x="5187" y="6029"/>
                          <a:pt x="6605" y="7049"/>
                        </a:cubicBezTo>
                        <a:cubicBezTo>
                          <a:pt x="10772" y="9886"/>
                          <a:pt x="15073" y="12235"/>
                          <a:pt x="20259" y="13787"/>
                        </a:cubicBezTo>
                        <a:cubicBezTo>
                          <a:pt x="23628" y="14762"/>
                          <a:pt x="27441" y="15471"/>
                          <a:pt x="31918" y="15915"/>
                        </a:cubicBezTo>
                        <a:cubicBezTo>
                          <a:pt x="33248" y="16048"/>
                          <a:pt x="34888" y="16181"/>
                          <a:pt x="36662" y="16358"/>
                        </a:cubicBezTo>
                        <a:cubicBezTo>
                          <a:pt x="43444" y="16890"/>
                          <a:pt x="53020" y="18176"/>
                          <a:pt x="59182" y="19195"/>
                        </a:cubicBezTo>
                        <a:cubicBezTo>
                          <a:pt x="59980" y="19328"/>
                          <a:pt x="60733" y="19417"/>
                          <a:pt x="61398" y="19506"/>
                        </a:cubicBezTo>
                        <a:cubicBezTo>
                          <a:pt x="66142" y="20171"/>
                          <a:pt x="70353" y="20348"/>
                          <a:pt x="74210" y="20082"/>
                        </a:cubicBezTo>
                        <a:cubicBezTo>
                          <a:pt x="79485" y="19727"/>
                          <a:pt x="84140" y="18397"/>
                          <a:pt x="88529" y="16624"/>
                        </a:cubicBezTo>
                        <a:cubicBezTo>
                          <a:pt x="89947" y="16003"/>
                          <a:pt x="91366" y="15294"/>
                          <a:pt x="92785" y="14541"/>
                        </a:cubicBezTo>
                        <a:lnTo>
                          <a:pt x="92918" y="14452"/>
                        </a:lnTo>
                        <a:cubicBezTo>
                          <a:pt x="74964" y="8600"/>
                          <a:pt x="55635" y="3768"/>
                          <a:pt x="37282" y="363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06" name="Forme libre : forme 21305">
                    <a:extLst>
                      <a:ext uri="{FF2B5EF4-FFF2-40B4-BE49-F238E27FC236}">
                        <a16:creationId xmlns:a16="http://schemas.microsoft.com/office/drawing/2014/main" id="{C9316060-EE80-4B80-891B-1BC3B576CDF4}"/>
                      </a:ext>
                    </a:extLst>
                  </p:cNvPr>
                  <p:cNvSpPr/>
                  <p:nvPr/>
                </p:nvSpPr>
                <p:spPr>
                  <a:xfrm>
                    <a:off x="6536782" y="1166289"/>
                    <a:ext cx="44105" cy="13892"/>
                  </a:xfrm>
                  <a:custGeom>
                    <a:avLst/>
                    <a:gdLst>
                      <a:gd name="connsiteX0" fmla="*/ 44065 w 44105"/>
                      <a:gd name="connsiteY0" fmla="*/ 11451 h 13892"/>
                      <a:gd name="connsiteX1" fmla="*/ 33958 w 44105"/>
                      <a:gd name="connsiteY1" fmla="*/ 13845 h 13892"/>
                      <a:gd name="connsiteX2" fmla="*/ 20392 w 44105"/>
                      <a:gd name="connsiteY2" fmla="*/ 12470 h 13892"/>
                      <a:gd name="connsiteX3" fmla="*/ 8113 w 44105"/>
                      <a:gd name="connsiteY3" fmla="*/ 9722 h 13892"/>
                      <a:gd name="connsiteX4" fmla="*/ 0 w 44105"/>
                      <a:gd name="connsiteY4" fmla="*/ 4180 h 13892"/>
                      <a:gd name="connsiteX5" fmla="*/ 8911 w 44105"/>
                      <a:gd name="connsiteY5" fmla="*/ 58 h 13892"/>
                      <a:gd name="connsiteX6" fmla="*/ 22033 w 44105"/>
                      <a:gd name="connsiteY6" fmla="*/ 1033 h 13892"/>
                      <a:gd name="connsiteX7" fmla="*/ 35598 w 44105"/>
                      <a:gd name="connsiteY7" fmla="*/ 4757 h 13892"/>
                      <a:gd name="connsiteX8" fmla="*/ 44065 w 44105"/>
                      <a:gd name="connsiteY8" fmla="*/ 11451 h 13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105" h="13892">
                        <a:moveTo>
                          <a:pt x="44065" y="11451"/>
                        </a:moveTo>
                        <a:cubicBezTo>
                          <a:pt x="43577" y="13800"/>
                          <a:pt x="39056" y="14022"/>
                          <a:pt x="33958" y="13845"/>
                        </a:cubicBezTo>
                        <a:cubicBezTo>
                          <a:pt x="28904" y="13579"/>
                          <a:pt x="23229" y="12869"/>
                          <a:pt x="20392" y="12470"/>
                        </a:cubicBezTo>
                        <a:cubicBezTo>
                          <a:pt x="17555" y="12027"/>
                          <a:pt x="12501" y="11052"/>
                          <a:pt x="8113" y="9722"/>
                        </a:cubicBezTo>
                        <a:cubicBezTo>
                          <a:pt x="3768" y="8481"/>
                          <a:pt x="0" y="6707"/>
                          <a:pt x="0" y="4180"/>
                        </a:cubicBezTo>
                        <a:cubicBezTo>
                          <a:pt x="0" y="1565"/>
                          <a:pt x="4034" y="412"/>
                          <a:pt x="8911" y="58"/>
                        </a:cubicBezTo>
                        <a:cubicBezTo>
                          <a:pt x="13743" y="-208"/>
                          <a:pt x="19240" y="501"/>
                          <a:pt x="22033" y="1033"/>
                        </a:cubicBezTo>
                        <a:cubicBezTo>
                          <a:pt x="24826" y="1565"/>
                          <a:pt x="30677" y="2806"/>
                          <a:pt x="35598" y="4757"/>
                        </a:cubicBezTo>
                        <a:cubicBezTo>
                          <a:pt x="40563" y="6619"/>
                          <a:pt x="44553" y="9190"/>
                          <a:pt x="44065" y="1145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07" name="Forme libre : forme 21306">
                    <a:extLst>
                      <a:ext uri="{FF2B5EF4-FFF2-40B4-BE49-F238E27FC236}">
                        <a16:creationId xmlns:a16="http://schemas.microsoft.com/office/drawing/2014/main" id="{A4755716-74E9-4CBA-9142-9BC0563F1947}"/>
                      </a:ext>
                    </a:extLst>
                  </p:cNvPr>
                  <p:cNvSpPr/>
                  <p:nvPr/>
                </p:nvSpPr>
                <p:spPr>
                  <a:xfrm>
                    <a:off x="6536479" y="1166480"/>
                    <a:ext cx="30182" cy="13254"/>
                  </a:xfrm>
                  <a:custGeom>
                    <a:avLst/>
                    <a:gdLst>
                      <a:gd name="connsiteX0" fmla="*/ 10101 w 30182"/>
                      <a:gd name="connsiteY0" fmla="*/ 0 h 13254"/>
                      <a:gd name="connsiteX1" fmla="*/ 82 w 30182"/>
                      <a:gd name="connsiteY1" fmla="*/ 4034 h 13254"/>
                      <a:gd name="connsiteX2" fmla="*/ 20917 w 30182"/>
                      <a:gd name="connsiteY2" fmla="*/ 12368 h 13254"/>
                      <a:gd name="connsiteX3" fmla="*/ 30182 w 30182"/>
                      <a:gd name="connsiteY3" fmla="*/ 13255 h 13254"/>
                      <a:gd name="connsiteX4" fmla="*/ 25350 w 30182"/>
                      <a:gd name="connsiteY4" fmla="*/ 12014 h 13254"/>
                      <a:gd name="connsiteX5" fmla="*/ 10101 w 30182"/>
                      <a:gd name="connsiteY5" fmla="*/ 0 h 13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182" h="13254">
                        <a:moveTo>
                          <a:pt x="10101" y="0"/>
                        </a:moveTo>
                        <a:cubicBezTo>
                          <a:pt x="7130" y="621"/>
                          <a:pt x="-894" y="709"/>
                          <a:pt x="82" y="4034"/>
                        </a:cubicBezTo>
                        <a:cubicBezTo>
                          <a:pt x="1678" y="9088"/>
                          <a:pt x="13780" y="10994"/>
                          <a:pt x="20917" y="12368"/>
                        </a:cubicBezTo>
                        <a:cubicBezTo>
                          <a:pt x="23001" y="12679"/>
                          <a:pt x="27744" y="13211"/>
                          <a:pt x="30182" y="13255"/>
                        </a:cubicBezTo>
                        <a:cubicBezTo>
                          <a:pt x="28852" y="12945"/>
                          <a:pt x="26547" y="12546"/>
                          <a:pt x="25350" y="12014"/>
                        </a:cubicBezTo>
                        <a:cubicBezTo>
                          <a:pt x="18479" y="8999"/>
                          <a:pt x="10101" y="5630"/>
                          <a:pt x="10101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08" name="Forme libre : forme 21307">
                    <a:extLst>
                      <a:ext uri="{FF2B5EF4-FFF2-40B4-BE49-F238E27FC236}">
                        <a16:creationId xmlns:a16="http://schemas.microsoft.com/office/drawing/2014/main" id="{E2E8A253-FDDC-4AD9-9770-054A8F6F5CA1}"/>
                      </a:ext>
                    </a:extLst>
                  </p:cNvPr>
                  <p:cNvSpPr/>
                  <p:nvPr/>
                </p:nvSpPr>
                <p:spPr>
                  <a:xfrm>
                    <a:off x="6538993" y="1167952"/>
                    <a:ext cx="44128" cy="13871"/>
                  </a:xfrm>
                  <a:custGeom>
                    <a:avLst/>
                    <a:gdLst>
                      <a:gd name="connsiteX0" fmla="*/ 43893 w 44128"/>
                      <a:gd name="connsiteY0" fmla="*/ 11561 h 13871"/>
                      <a:gd name="connsiteX1" fmla="*/ 19954 w 44128"/>
                      <a:gd name="connsiteY1" fmla="*/ 12536 h 13871"/>
                      <a:gd name="connsiteX2" fmla="*/ 7852 w 44128"/>
                      <a:gd name="connsiteY2" fmla="*/ 9788 h 13871"/>
                      <a:gd name="connsiteX3" fmla="*/ 6 w 44128"/>
                      <a:gd name="connsiteY3" fmla="*/ 3980 h 13871"/>
                      <a:gd name="connsiteX4" fmla="*/ 8872 w 44128"/>
                      <a:gd name="connsiteY4" fmla="*/ 35 h 13871"/>
                      <a:gd name="connsiteX5" fmla="*/ 21861 w 44128"/>
                      <a:gd name="connsiteY5" fmla="*/ 1099 h 13871"/>
                      <a:gd name="connsiteX6" fmla="*/ 35825 w 44128"/>
                      <a:gd name="connsiteY6" fmla="*/ 4911 h 13871"/>
                      <a:gd name="connsiteX7" fmla="*/ 43893 w 44128"/>
                      <a:gd name="connsiteY7" fmla="*/ 11561 h 13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128" h="13871">
                        <a:moveTo>
                          <a:pt x="43893" y="11561"/>
                        </a:moveTo>
                        <a:cubicBezTo>
                          <a:pt x="41322" y="15684"/>
                          <a:pt x="26072" y="13157"/>
                          <a:pt x="19954" y="12536"/>
                        </a:cubicBezTo>
                        <a:cubicBezTo>
                          <a:pt x="16896" y="12182"/>
                          <a:pt x="12019" y="11118"/>
                          <a:pt x="7852" y="9788"/>
                        </a:cubicBezTo>
                        <a:cubicBezTo>
                          <a:pt x="3685" y="8414"/>
                          <a:pt x="183" y="6640"/>
                          <a:pt x="6" y="3980"/>
                        </a:cubicBezTo>
                        <a:cubicBezTo>
                          <a:pt x="-172" y="1409"/>
                          <a:pt x="3951" y="212"/>
                          <a:pt x="8872" y="35"/>
                        </a:cubicBezTo>
                        <a:cubicBezTo>
                          <a:pt x="13748" y="-187"/>
                          <a:pt x="19245" y="700"/>
                          <a:pt x="21861" y="1099"/>
                        </a:cubicBezTo>
                        <a:cubicBezTo>
                          <a:pt x="24432" y="1587"/>
                          <a:pt x="30638" y="2917"/>
                          <a:pt x="35825" y="4911"/>
                        </a:cubicBezTo>
                        <a:cubicBezTo>
                          <a:pt x="41012" y="6951"/>
                          <a:pt x="45179" y="9389"/>
                          <a:pt x="43893" y="1156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09" name="Forme libre : forme 21308">
                    <a:extLst>
                      <a:ext uri="{FF2B5EF4-FFF2-40B4-BE49-F238E27FC236}">
                        <a16:creationId xmlns:a16="http://schemas.microsoft.com/office/drawing/2014/main" id="{C37DC804-D211-4D32-B684-5E3D0B20007D}"/>
                      </a:ext>
                    </a:extLst>
                  </p:cNvPr>
                  <p:cNvSpPr/>
                  <p:nvPr/>
                </p:nvSpPr>
                <p:spPr>
                  <a:xfrm>
                    <a:off x="6515579" y="1161125"/>
                    <a:ext cx="54000" cy="25111"/>
                  </a:xfrm>
                  <a:custGeom>
                    <a:avLst/>
                    <a:gdLst>
                      <a:gd name="connsiteX0" fmla="*/ 456 w 54000"/>
                      <a:gd name="connsiteY0" fmla="*/ 9965 h 25111"/>
                      <a:gd name="connsiteX1" fmla="*/ 6308 w 54000"/>
                      <a:gd name="connsiteY1" fmla="*/ 15374 h 25111"/>
                      <a:gd name="connsiteX2" fmla="*/ 25503 w 54000"/>
                      <a:gd name="connsiteY2" fmla="*/ 23353 h 25111"/>
                      <a:gd name="connsiteX3" fmla="*/ 45541 w 54000"/>
                      <a:gd name="connsiteY3" fmla="*/ 24905 h 25111"/>
                      <a:gd name="connsiteX4" fmla="*/ 53964 w 54000"/>
                      <a:gd name="connsiteY4" fmla="*/ 20028 h 25111"/>
                      <a:gd name="connsiteX5" fmla="*/ 47846 w 54000"/>
                      <a:gd name="connsiteY5" fmla="*/ 16039 h 25111"/>
                      <a:gd name="connsiteX6" fmla="*/ 30025 w 54000"/>
                      <a:gd name="connsiteY6" fmla="*/ 6862 h 25111"/>
                      <a:gd name="connsiteX7" fmla="*/ 10564 w 54000"/>
                      <a:gd name="connsiteY7" fmla="*/ 124 h 25111"/>
                      <a:gd name="connsiteX8" fmla="*/ 456 w 54000"/>
                      <a:gd name="connsiteY8" fmla="*/ 9965 h 25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000" h="25111">
                        <a:moveTo>
                          <a:pt x="456" y="9965"/>
                        </a:moveTo>
                        <a:cubicBezTo>
                          <a:pt x="1831" y="12802"/>
                          <a:pt x="2983" y="13645"/>
                          <a:pt x="6308" y="15374"/>
                        </a:cubicBezTo>
                        <a:cubicBezTo>
                          <a:pt x="12603" y="18699"/>
                          <a:pt x="17612" y="21536"/>
                          <a:pt x="25503" y="23353"/>
                        </a:cubicBezTo>
                        <a:cubicBezTo>
                          <a:pt x="32020" y="24816"/>
                          <a:pt x="39556" y="25481"/>
                          <a:pt x="45541" y="24905"/>
                        </a:cubicBezTo>
                        <a:cubicBezTo>
                          <a:pt x="49974" y="24373"/>
                          <a:pt x="54451" y="23087"/>
                          <a:pt x="53964" y="20028"/>
                        </a:cubicBezTo>
                        <a:cubicBezTo>
                          <a:pt x="53653" y="18166"/>
                          <a:pt x="50329" y="17280"/>
                          <a:pt x="47846" y="16039"/>
                        </a:cubicBezTo>
                        <a:cubicBezTo>
                          <a:pt x="41906" y="12980"/>
                          <a:pt x="36010" y="10675"/>
                          <a:pt x="30025" y="6862"/>
                        </a:cubicBezTo>
                        <a:cubicBezTo>
                          <a:pt x="24927" y="3715"/>
                          <a:pt x="18987" y="-807"/>
                          <a:pt x="10564" y="124"/>
                        </a:cubicBezTo>
                        <a:cubicBezTo>
                          <a:pt x="2983" y="922"/>
                          <a:pt x="-1494" y="6064"/>
                          <a:pt x="456" y="996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10" name="Forme libre : forme 21309">
                    <a:extLst>
                      <a:ext uri="{FF2B5EF4-FFF2-40B4-BE49-F238E27FC236}">
                        <a16:creationId xmlns:a16="http://schemas.microsoft.com/office/drawing/2014/main" id="{BBA08A64-9743-47C5-BC0D-67F771FE2B44}"/>
                      </a:ext>
                    </a:extLst>
                  </p:cNvPr>
                  <p:cNvSpPr/>
                  <p:nvPr/>
                </p:nvSpPr>
                <p:spPr>
                  <a:xfrm>
                    <a:off x="6526796" y="1161463"/>
                    <a:ext cx="18985" cy="5278"/>
                  </a:xfrm>
                  <a:custGeom>
                    <a:avLst/>
                    <a:gdLst>
                      <a:gd name="connsiteX0" fmla="*/ 1785 w 18985"/>
                      <a:gd name="connsiteY0" fmla="*/ 2845 h 5278"/>
                      <a:gd name="connsiteX1" fmla="*/ 56 w 18985"/>
                      <a:gd name="connsiteY1" fmla="*/ 4042 h 5278"/>
                      <a:gd name="connsiteX2" fmla="*/ 1431 w 18985"/>
                      <a:gd name="connsiteY2" fmla="*/ 5151 h 5278"/>
                      <a:gd name="connsiteX3" fmla="*/ 4844 w 18985"/>
                      <a:gd name="connsiteY3" fmla="*/ 5239 h 5278"/>
                      <a:gd name="connsiteX4" fmla="*/ 13179 w 18985"/>
                      <a:gd name="connsiteY4" fmla="*/ 4530 h 5278"/>
                      <a:gd name="connsiteX5" fmla="*/ 16237 w 18985"/>
                      <a:gd name="connsiteY5" fmla="*/ 4042 h 5278"/>
                      <a:gd name="connsiteX6" fmla="*/ 14686 w 18985"/>
                      <a:gd name="connsiteY6" fmla="*/ 8 h 5278"/>
                      <a:gd name="connsiteX7" fmla="*/ 1785 w 18985"/>
                      <a:gd name="connsiteY7" fmla="*/ 2845 h 5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985" h="5278">
                        <a:moveTo>
                          <a:pt x="1785" y="2845"/>
                        </a:moveTo>
                        <a:cubicBezTo>
                          <a:pt x="899" y="3200"/>
                          <a:pt x="322" y="3510"/>
                          <a:pt x="56" y="4042"/>
                        </a:cubicBezTo>
                        <a:cubicBezTo>
                          <a:pt x="-209" y="4619"/>
                          <a:pt x="500" y="4973"/>
                          <a:pt x="1431" y="5151"/>
                        </a:cubicBezTo>
                        <a:cubicBezTo>
                          <a:pt x="2362" y="5328"/>
                          <a:pt x="3736" y="5284"/>
                          <a:pt x="4844" y="5239"/>
                        </a:cubicBezTo>
                        <a:cubicBezTo>
                          <a:pt x="7593" y="5062"/>
                          <a:pt x="10519" y="4840"/>
                          <a:pt x="13179" y="4530"/>
                        </a:cubicBezTo>
                        <a:cubicBezTo>
                          <a:pt x="14287" y="4397"/>
                          <a:pt x="15306" y="4353"/>
                          <a:pt x="16237" y="4042"/>
                        </a:cubicBezTo>
                        <a:cubicBezTo>
                          <a:pt x="20005" y="2757"/>
                          <a:pt x="20271" y="97"/>
                          <a:pt x="14686" y="8"/>
                        </a:cubicBezTo>
                        <a:cubicBezTo>
                          <a:pt x="10341" y="-125"/>
                          <a:pt x="5288" y="1382"/>
                          <a:pt x="1785" y="284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11" name="Forme libre : forme 21310">
                    <a:extLst>
                      <a:ext uri="{FF2B5EF4-FFF2-40B4-BE49-F238E27FC236}">
                        <a16:creationId xmlns:a16="http://schemas.microsoft.com/office/drawing/2014/main" id="{80540794-5B4C-4B87-A7C1-9548FB5CEC8B}"/>
                      </a:ext>
                    </a:extLst>
                  </p:cNvPr>
                  <p:cNvSpPr/>
                  <p:nvPr/>
                </p:nvSpPr>
                <p:spPr>
                  <a:xfrm>
                    <a:off x="6565908" y="1184612"/>
                    <a:ext cx="29391" cy="6028"/>
                  </a:xfrm>
                  <a:custGeom>
                    <a:avLst/>
                    <a:gdLst>
                      <a:gd name="connsiteX0" fmla="*/ 29391 w 29391"/>
                      <a:gd name="connsiteY0" fmla="*/ 0 h 6028"/>
                      <a:gd name="connsiteX1" fmla="*/ 0 w 29391"/>
                      <a:gd name="connsiteY1" fmla="*/ 6029 h 6028"/>
                      <a:gd name="connsiteX2" fmla="*/ 29391 w 29391"/>
                      <a:gd name="connsiteY2" fmla="*/ 0 h 6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391" h="6028">
                        <a:moveTo>
                          <a:pt x="29391" y="0"/>
                        </a:moveTo>
                        <a:cubicBezTo>
                          <a:pt x="23673" y="5009"/>
                          <a:pt x="8911" y="5231"/>
                          <a:pt x="0" y="6029"/>
                        </a:cubicBezTo>
                        <a:cubicBezTo>
                          <a:pt x="9708" y="5275"/>
                          <a:pt x="21102" y="2571"/>
                          <a:pt x="2939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12" name="Forme libre : forme 21311">
                    <a:extLst>
                      <a:ext uri="{FF2B5EF4-FFF2-40B4-BE49-F238E27FC236}">
                        <a16:creationId xmlns:a16="http://schemas.microsoft.com/office/drawing/2014/main" id="{1D7D5F2C-4526-45CD-B5CE-8F64D2E3C84A}"/>
                      </a:ext>
                    </a:extLst>
                  </p:cNvPr>
                  <p:cNvSpPr/>
                  <p:nvPr/>
                </p:nvSpPr>
                <p:spPr>
                  <a:xfrm>
                    <a:off x="6505618" y="1153668"/>
                    <a:ext cx="32893" cy="12678"/>
                  </a:xfrm>
                  <a:custGeom>
                    <a:avLst/>
                    <a:gdLst>
                      <a:gd name="connsiteX0" fmla="*/ 32893 w 32893"/>
                      <a:gd name="connsiteY0" fmla="*/ 0 h 12678"/>
                      <a:gd name="connsiteX1" fmla="*/ 0 w 32893"/>
                      <a:gd name="connsiteY1" fmla="*/ 12679 h 12678"/>
                      <a:gd name="connsiteX2" fmla="*/ 32893 w 32893"/>
                      <a:gd name="connsiteY2" fmla="*/ 0 h 12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893" h="12678">
                        <a:moveTo>
                          <a:pt x="32893" y="0"/>
                        </a:moveTo>
                        <a:cubicBezTo>
                          <a:pt x="19284" y="177"/>
                          <a:pt x="7669" y="6206"/>
                          <a:pt x="0" y="12679"/>
                        </a:cubicBezTo>
                        <a:cubicBezTo>
                          <a:pt x="6871" y="6162"/>
                          <a:pt x="21323" y="1552"/>
                          <a:pt x="3289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13" name="Forme libre : forme 21312">
                    <a:extLst>
                      <a:ext uri="{FF2B5EF4-FFF2-40B4-BE49-F238E27FC236}">
                        <a16:creationId xmlns:a16="http://schemas.microsoft.com/office/drawing/2014/main" id="{CE978873-24DC-419E-928B-7CF5EDEF5F22}"/>
                      </a:ext>
                    </a:extLst>
                  </p:cNvPr>
                  <p:cNvSpPr/>
                  <p:nvPr/>
                </p:nvSpPr>
                <p:spPr>
                  <a:xfrm>
                    <a:off x="6555071" y="1168416"/>
                    <a:ext cx="16292" cy="5992"/>
                  </a:xfrm>
                  <a:custGeom>
                    <a:avLst/>
                    <a:gdLst>
                      <a:gd name="connsiteX0" fmla="*/ 16067 w 16292"/>
                      <a:gd name="connsiteY0" fmla="*/ 5556 h 5992"/>
                      <a:gd name="connsiteX1" fmla="*/ 6315 w 16292"/>
                      <a:gd name="connsiteY1" fmla="*/ 4359 h 5992"/>
                      <a:gd name="connsiteX2" fmla="*/ 241 w 16292"/>
                      <a:gd name="connsiteY2" fmla="*/ 591 h 5992"/>
                      <a:gd name="connsiteX3" fmla="*/ 9551 w 16292"/>
                      <a:gd name="connsiteY3" fmla="*/ 1522 h 5992"/>
                      <a:gd name="connsiteX4" fmla="*/ 16067 w 16292"/>
                      <a:gd name="connsiteY4" fmla="*/ 5556 h 5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92" h="5992">
                        <a:moveTo>
                          <a:pt x="16067" y="5556"/>
                        </a:moveTo>
                        <a:cubicBezTo>
                          <a:pt x="14649" y="6842"/>
                          <a:pt x="8310" y="4935"/>
                          <a:pt x="6315" y="4359"/>
                        </a:cubicBezTo>
                        <a:cubicBezTo>
                          <a:pt x="4364" y="3738"/>
                          <a:pt x="-1221" y="2098"/>
                          <a:pt x="241" y="591"/>
                        </a:cubicBezTo>
                        <a:cubicBezTo>
                          <a:pt x="1704" y="-916"/>
                          <a:pt x="7733" y="857"/>
                          <a:pt x="9551" y="1522"/>
                        </a:cubicBezTo>
                        <a:cubicBezTo>
                          <a:pt x="11457" y="2054"/>
                          <a:pt x="17530" y="4182"/>
                          <a:pt x="16067" y="555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14" name="Forme libre : forme 21313">
                    <a:extLst>
                      <a:ext uri="{FF2B5EF4-FFF2-40B4-BE49-F238E27FC236}">
                        <a16:creationId xmlns:a16="http://schemas.microsoft.com/office/drawing/2014/main" id="{33716CC0-7D7E-4480-BA55-BD0B575BB127}"/>
                      </a:ext>
                    </a:extLst>
                  </p:cNvPr>
                  <p:cNvSpPr/>
                  <p:nvPr/>
                </p:nvSpPr>
                <p:spPr>
                  <a:xfrm>
                    <a:off x="6569144" y="1172657"/>
                    <a:ext cx="4654" cy="1921"/>
                  </a:xfrm>
                  <a:custGeom>
                    <a:avLst/>
                    <a:gdLst>
                      <a:gd name="connsiteX0" fmla="*/ 4655 w 4654"/>
                      <a:gd name="connsiteY0" fmla="*/ 1448 h 1921"/>
                      <a:gd name="connsiteX1" fmla="*/ 2350 w 4654"/>
                      <a:gd name="connsiteY1" fmla="*/ 1759 h 1921"/>
                      <a:gd name="connsiteX2" fmla="*/ 0 w 4654"/>
                      <a:gd name="connsiteY2" fmla="*/ 473 h 1921"/>
                      <a:gd name="connsiteX3" fmla="*/ 2217 w 4654"/>
                      <a:gd name="connsiteY3" fmla="*/ 163 h 1921"/>
                      <a:gd name="connsiteX4" fmla="*/ 4655 w 4654"/>
                      <a:gd name="connsiteY4" fmla="*/ 1448 h 1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54" h="1921">
                        <a:moveTo>
                          <a:pt x="4655" y="1448"/>
                        </a:moveTo>
                        <a:cubicBezTo>
                          <a:pt x="4655" y="2113"/>
                          <a:pt x="3148" y="1936"/>
                          <a:pt x="2350" y="1759"/>
                        </a:cubicBezTo>
                        <a:cubicBezTo>
                          <a:pt x="1596" y="1581"/>
                          <a:pt x="44" y="1138"/>
                          <a:pt x="0" y="473"/>
                        </a:cubicBezTo>
                        <a:cubicBezTo>
                          <a:pt x="0" y="-192"/>
                          <a:pt x="1463" y="-15"/>
                          <a:pt x="2217" y="163"/>
                        </a:cubicBezTo>
                        <a:cubicBezTo>
                          <a:pt x="3014" y="340"/>
                          <a:pt x="4611" y="783"/>
                          <a:pt x="4655" y="14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15" name="Forme libre : forme 21314">
                    <a:extLst>
                      <a:ext uri="{FF2B5EF4-FFF2-40B4-BE49-F238E27FC236}">
                        <a16:creationId xmlns:a16="http://schemas.microsoft.com/office/drawing/2014/main" id="{E11D6182-DC9A-4134-85AF-EEEECB6AB7C1}"/>
                      </a:ext>
                    </a:extLst>
                  </p:cNvPr>
                  <p:cNvSpPr/>
                  <p:nvPr/>
                </p:nvSpPr>
                <p:spPr>
                  <a:xfrm>
                    <a:off x="6556349" y="1158130"/>
                    <a:ext cx="38239" cy="23818"/>
                  </a:xfrm>
                  <a:custGeom>
                    <a:avLst/>
                    <a:gdLst>
                      <a:gd name="connsiteX0" fmla="*/ 30350 w 38239"/>
                      <a:gd name="connsiteY0" fmla="*/ 12429 h 23818"/>
                      <a:gd name="connsiteX1" fmla="*/ 38153 w 38239"/>
                      <a:gd name="connsiteY1" fmla="*/ 21916 h 23818"/>
                      <a:gd name="connsiteX2" fmla="*/ 34650 w 38239"/>
                      <a:gd name="connsiteY2" fmla="*/ 23645 h 23818"/>
                      <a:gd name="connsiteX3" fmla="*/ 30395 w 38239"/>
                      <a:gd name="connsiteY3" fmla="*/ 20763 h 23818"/>
                      <a:gd name="connsiteX4" fmla="*/ 17672 w 38239"/>
                      <a:gd name="connsiteY4" fmla="*/ 11232 h 23818"/>
                      <a:gd name="connsiteX5" fmla="*/ 6633 w 38239"/>
                      <a:gd name="connsiteY5" fmla="*/ 6444 h 23818"/>
                      <a:gd name="connsiteX6" fmla="*/ 516 w 38239"/>
                      <a:gd name="connsiteY6" fmla="*/ 1080 h 23818"/>
                      <a:gd name="connsiteX7" fmla="*/ 22193 w 38239"/>
                      <a:gd name="connsiteY7" fmla="*/ 5070 h 23818"/>
                      <a:gd name="connsiteX8" fmla="*/ 30350 w 38239"/>
                      <a:gd name="connsiteY8" fmla="*/ 12429 h 23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239" h="23818">
                        <a:moveTo>
                          <a:pt x="30350" y="12429"/>
                        </a:moveTo>
                        <a:cubicBezTo>
                          <a:pt x="34030" y="15754"/>
                          <a:pt x="36690" y="18103"/>
                          <a:pt x="38153" y="21916"/>
                        </a:cubicBezTo>
                        <a:cubicBezTo>
                          <a:pt x="38685" y="23290"/>
                          <a:pt x="36690" y="24221"/>
                          <a:pt x="34650" y="23645"/>
                        </a:cubicBezTo>
                        <a:cubicBezTo>
                          <a:pt x="32567" y="23068"/>
                          <a:pt x="31547" y="21916"/>
                          <a:pt x="30395" y="20763"/>
                        </a:cubicBezTo>
                        <a:cubicBezTo>
                          <a:pt x="26804" y="17084"/>
                          <a:pt x="22592" y="14158"/>
                          <a:pt x="17672" y="11232"/>
                        </a:cubicBezTo>
                        <a:cubicBezTo>
                          <a:pt x="16120" y="10301"/>
                          <a:pt x="11022" y="8350"/>
                          <a:pt x="6633" y="6444"/>
                        </a:cubicBezTo>
                        <a:cubicBezTo>
                          <a:pt x="2289" y="4538"/>
                          <a:pt x="-1391" y="2632"/>
                          <a:pt x="516" y="1080"/>
                        </a:cubicBezTo>
                        <a:cubicBezTo>
                          <a:pt x="4461" y="-2112"/>
                          <a:pt x="18071" y="2543"/>
                          <a:pt x="22193" y="5070"/>
                        </a:cubicBezTo>
                        <a:cubicBezTo>
                          <a:pt x="26316" y="7553"/>
                          <a:pt x="27557" y="9902"/>
                          <a:pt x="30350" y="1242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61" name="Graphique 2">
                  <a:extLst>
                    <a:ext uri="{FF2B5EF4-FFF2-40B4-BE49-F238E27FC236}">
                      <a16:creationId xmlns:a16="http://schemas.microsoft.com/office/drawing/2014/main" id="{101239C3-F122-42D8-A38B-CFE3DD6CE9A4}"/>
                    </a:ext>
                  </a:extLst>
                </p:cNvPr>
                <p:cNvGrpSpPr/>
                <p:nvPr/>
              </p:nvGrpSpPr>
              <p:grpSpPr>
                <a:xfrm>
                  <a:off x="6598358" y="1175438"/>
                  <a:ext cx="87534" cy="55034"/>
                  <a:chOff x="6598358" y="1175438"/>
                  <a:chExt cx="87534" cy="55034"/>
                </a:xfrm>
                <a:solidFill>
                  <a:schemeClr val="accent1"/>
                </a:solidFill>
              </p:grpSpPr>
              <p:sp>
                <p:nvSpPr>
                  <p:cNvPr id="21292" name="Forme libre : forme 21291">
                    <a:extLst>
                      <a:ext uri="{FF2B5EF4-FFF2-40B4-BE49-F238E27FC236}">
                        <a16:creationId xmlns:a16="http://schemas.microsoft.com/office/drawing/2014/main" id="{6ECCF54C-5CE6-4F91-AFA9-F26B879B9EF8}"/>
                      </a:ext>
                    </a:extLst>
                  </p:cNvPr>
                  <p:cNvSpPr/>
                  <p:nvPr/>
                </p:nvSpPr>
                <p:spPr>
                  <a:xfrm>
                    <a:off x="6598358" y="1175438"/>
                    <a:ext cx="87534" cy="55034"/>
                  </a:xfrm>
                  <a:custGeom>
                    <a:avLst/>
                    <a:gdLst>
                      <a:gd name="connsiteX0" fmla="*/ 51247 w 87534"/>
                      <a:gd name="connsiteY0" fmla="*/ 49426 h 55034"/>
                      <a:gd name="connsiteX1" fmla="*/ 23451 w 87534"/>
                      <a:gd name="connsiteY1" fmla="*/ 35550 h 55034"/>
                      <a:gd name="connsiteX2" fmla="*/ 621 w 87534"/>
                      <a:gd name="connsiteY2" fmla="*/ 12099 h 55034"/>
                      <a:gd name="connsiteX3" fmla="*/ 4389 w 87534"/>
                      <a:gd name="connsiteY3" fmla="*/ 2790 h 55034"/>
                      <a:gd name="connsiteX4" fmla="*/ 38612 w 87534"/>
                      <a:gd name="connsiteY4" fmla="*/ 3898 h 55034"/>
                      <a:gd name="connsiteX5" fmla="*/ 67161 w 87534"/>
                      <a:gd name="connsiteY5" fmla="*/ 18173 h 55034"/>
                      <a:gd name="connsiteX6" fmla="*/ 87243 w 87534"/>
                      <a:gd name="connsiteY6" fmla="*/ 44949 h 55034"/>
                      <a:gd name="connsiteX7" fmla="*/ 83121 w 87534"/>
                      <a:gd name="connsiteY7" fmla="*/ 53859 h 55034"/>
                      <a:gd name="connsiteX8" fmla="*/ 51247 w 87534"/>
                      <a:gd name="connsiteY8" fmla="*/ 49426 h 55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7534" h="55034">
                        <a:moveTo>
                          <a:pt x="51247" y="49426"/>
                        </a:moveTo>
                        <a:cubicBezTo>
                          <a:pt x="44553" y="46101"/>
                          <a:pt x="30367" y="39008"/>
                          <a:pt x="23451" y="35550"/>
                        </a:cubicBezTo>
                        <a:cubicBezTo>
                          <a:pt x="10595" y="28989"/>
                          <a:pt x="5453" y="21763"/>
                          <a:pt x="621" y="12099"/>
                        </a:cubicBezTo>
                        <a:cubicBezTo>
                          <a:pt x="-1064" y="8730"/>
                          <a:pt x="842" y="4031"/>
                          <a:pt x="4389" y="2790"/>
                        </a:cubicBezTo>
                        <a:cubicBezTo>
                          <a:pt x="14585" y="-801"/>
                          <a:pt x="24825" y="-1422"/>
                          <a:pt x="38612" y="3898"/>
                        </a:cubicBezTo>
                        <a:cubicBezTo>
                          <a:pt x="46016" y="6735"/>
                          <a:pt x="60202" y="13828"/>
                          <a:pt x="67161" y="18173"/>
                        </a:cubicBezTo>
                        <a:cubicBezTo>
                          <a:pt x="80062" y="26108"/>
                          <a:pt x="84229" y="34708"/>
                          <a:pt x="87243" y="44949"/>
                        </a:cubicBezTo>
                        <a:cubicBezTo>
                          <a:pt x="88263" y="48495"/>
                          <a:pt x="86534" y="53106"/>
                          <a:pt x="83121" y="53859"/>
                        </a:cubicBezTo>
                        <a:cubicBezTo>
                          <a:pt x="73323" y="56076"/>
                          <a:pt x="63836" y="55455"/>
                          <a:pt x="51247" y="4942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93" name="Forme libre : forme 21292">
                    <a:extLst>
                      <a:ext uri="{FF2B5EF4-FFF2-40B4-BE49-F238E27FC236}">
                        <a16:creationId xmlns:a16="http://schemas.microsoft.com/office/drawing/2014/main" id="{B17A0156-61A8-4CB4-8036-5C8F47305567}"/>
                      </a:ext>
                    </a:extLst>
                  </p:cNvPr>
                  <p:cNvSpPr/>
                  <p:nvPr/>
                </p:nvSpPr>
                <p:spPr>
                  <a:xfrm>
                    <a:off x="6598429" y="1182971"/>
                    <a:ext cx="83270" cy="47378"/>
                  </a:xfrm>
                  <a:custGeom>
                    <a:avLst/>
                    <a:gdLst>
                      <a:gd name="connsiteX0" fmla="*/ 33044 w 83270"/>
                      <a:gd name="connsiteY0" fmla="*/ 18619 h 47378"/>
                      <a:gd name="connsiteX1" fmla="*/ 239 w 83270"/>
                      <a:gd name="connsiteY1" fmla="*/ 0 h 47378"/>
                      <a:gd name="connsiteX2" fmla="*/ 594 w 83270"/>
                      <a:gd name="connsiteY2" fmla="*/ 4477 h 47378"/>
                      <a:gd name="connsiteX3" fmla="*/ 3165 w 83270"/>
                      <a:gd name="connsiteY3" fmla="*/ 9265 h 47378"/>
                      <a:gd name="connsiteX4" fmla="*/ 13051 w 83270"/>
                      <a:gd name="connsiteY4" fmla="*/ 21235 h 47378"/>
                      <a:gd name="connsiteX5" fmla="*/ 23424 w 83270"/>
                      <a:gd name="connsiteY5" fmla="*/ 27928 h 47378"/>
                      <a:gd name="connsiteX6" fmla="*/ 27902 w 83270"/>
                      <a:gd name="connsiteY6" fmla="*/ 30189 h 47378"/>
                      <a:gd name="connsiteX7" fmla="*/ 49180 w 83270"/>
                      <a:gd name="connsiteY7" fmla="*/ 40784 h 47378"/>
                      <a:gd name="connsiteX8" fmla="*/ 51220 w 83270"/>
                      <a:gd name="connsiteY8" fmla="*/ 41804 h 47378"/>
                      <a:gd name="connsiteX9" fmla="*/ 63588 w 83270"/>
                      <a:gd name="connsiteY9" fmla="*/ 46326 h 47378"/>
                      <a:gd name="connsiteX10" fmla="*/ 78439 w 83270"/>
                      <a:gd name="connsiteY10" fmla="*/ 47079 h 47378"/>
                      <a:gd name="connsiteX11" fmla="*/ 83094 w 83270"/>
                      <a:gd name="connsiteY11" fmla="*/ 46237 h 47378"/>
                      <a:gd name="connsiteX12" fmla="*/ 83271 w 83270"/>
                      <a:gd name="connsiteY12" fmla="*/ 46193 h 47378"/>
                      <a:gd name="connsiteX13" fmla="*/ 33044 w 83270"/>
                      <a:gd name="connsiteY13" fmla="*/ 18619 h 47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3270" h="47378">
                        <a:moveTo>
                          <a:pt x="33044" y="18619"/>
                        </a:moveTo>
                        <a:cubicBezTo>
                          <a:pt x="20942" y="13787"/>
                          <a:pt x="8174" y="8245"/>
                          <a:pt x="239" y="0"/>
                        </a:cubicBezTo>
                        <a:cubicBezTo>
                          <a:pt x="-160" y="1507"/>
                          <a:pt x="-71" y="3103"/>
                          <a:pt x="594" y="4477"/>
                        </a:cubicBezTo>
                        <a:cubicBezTo>
                          <a:pt x="1436" y="6162"/>
                          <a:pt x="2278" y="7758"/>
                          <a:pt x="3165" y="9265"/>
                        </a:cubicBezTo>
                        <a:cubicBezTo>
                          <a:pt x="5736" y="13654"/>
                          <a:pt x="8751" y="17599"/>
                          <a:pt x="13051" y="21235"/>
                        </a:cubicBezTo>
                        <a:cubicBezTo>
                          <a:pt x="15888" y="23540"/>
                          <a:pt x="19213" y="25756"/>
                          <a:pt x="23424" y="27928"/>
                        </a:cubicBezTo>
                        <a:cubicBezTo>
                          <a:pt x="24710" y="28593"/>
                          <a:pt x="26217" y="29347"/>
                          <a:pt x="27902" y="30189"/>
                        </a:cubicBezTo>
                        <a:cubicBezTo>
                          <a:pt x="34551" y="33381"/>
                          <a:pt x="43506" y="37859"/>
                          <a:pt x="49180" y="40784"/>
                        </a:cubicBezTo>
                        <a:cubicBezTo>
                          <a:pt x="49934" y="41139"/>
                          <a:pt x="50599" y="41494"/>
                          <a:pt x="51220" y="41804"/>
                        </a:cubicBezTo>
                        <a:cubicBezTo>
                          <a:pt x="55653" y="43932"/>
                          <a:pt x="59776" y="45395"/>
                          <a:pt x="63588" y="46326"/>
                        </a:cubicBezTo>
                        <a:cubicBezTo>
                          <a:pt x="68863" y="47478"/>
                          <a:pt x="73696" y="47611"/>
                          <a:pt x="78439" y="47079"/>
                        </a:cubicBezTo>
                        <a:cubicBezTo>
                          <a:pt x="79991" y="46902"/>
                          <a:pt x="81542" y="46592"/>
                          <a:pt x="83094" y="46237"/>
                        </a:cubicBezTo>
                        <a:lnTo>
                          <a:pt x="83271" y="46193"/>
                        </a:lnTo>
                        <a:cubicBezTo>
                          <a:pt x="67400" y="35642"/>
                          <a:pt x="50422" y="25402"/>
                          <a:pt x="33044" y="1861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94" name="Forme libre : forme 21293">
                    <a:extLst>
                      <a:ext uri="{FF2B5EF4-FFF2-40B4-BE49-F238E27FC236}">
                        <a16:creationId xmlns:a16="http://schemas.microsoft.com/office/drawing/2014/main" id="{958D7E90-EE04-4AA9-9F36-C8984E9A331C}"/>
                      </a:ext>
                    </a:extLst>
                  </p:cNvPr>
                  <p:cNvSpPr/>
                  <p:nvPr/>
                </p:nvSpPr>
                <p:spPr>
                  <a:xfrm>
                    <a:off x="6629514" y="1193964"/>
                    <a:ext cx="39851" cy="24013"/>
                  </a:xfrm>
                  <a:custGeom>
                    <a:avLst/>
                    <a:gdLst>
                      <a:gd name="connsiteX0" fmla="*/ 39596 w 39851"/>
                      <a:gd name="connsiteY0" fmla="*/ 22876 h 24013"/>
                      <a:gd name="connsiteX1" fmla="*/ 16633 w 39851"/>
                      <a:gd name="connsiteY1" fmla="*/ 16626 h 24013"/>
                      <a:gd name="connsiteX2" fmla="*/ 186 w 39851"/>
                      <a:gd name="connsiteY2" fmla="*/ 1730 h 24013"/>
                      <a:gd name="connsiteX3" fmla="*/ 21864 w 39851"/>
                      <a:gd name="connsiteY3" fmla="*/ 6341 h 24013"/>
                      <a:gd name="connsiteX4" fmla="*/ 39596 w 39851"/>
                      <a:gd name="connsiteY4" fmla="*/ 22876 h 24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51" h="24013">
                        <a:moveTo>
                          <a:pt x="39596" y="22876"/>
                        </a:moveTo>
                        <a:cubicBezTo>
                          <a:pt x="37335" y="26910"/>
                          <a:pt x="21820" y="19108"/>
                          <a:pt x="16633" y="16626"/>
                        </a:cubicBezTo>
                        <a:cubicBezTo>
                          <a:pt x="11535" y="13833"/>
                          <a:pt x="-1720" y="6429"/>
                          <a:pt x="186" y="1730"/>
                        </a:cubicBezTo>
                        <a:cubicBezTo>
                          <a:pt x="2092" y="-3102"/>
                          <a:pt x="17032" y="3415"/>
                          <a:pt x="21864" y="6341"/>
                        </a:cubicBezTo>
                        <a:cubicBezTo>
                          <a:pt x="26873" y="8956"/>
                          <a:pt x="41990" y="18665"/>
                          <a:pt x="39596" y="2287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95" name="Forme libre : forme 21294">
                    <a:extLst>
                      <a:ext uri="{FF2B5EF4-FFF2-40B4-BE49-F238E27FC236}">
                        <a16:creationId xmlns:a16="http://schemas.microsoft.com/office/drawing/2014/main" id="{7CF67EDF-D797-4149-B360-8CBCC3B6E54F}"/>
                      </a:ext>
                    </a:extLst>
                  </p:cNvPr>
                  <p:cNvSpPr/>
                  <p:nvPr/>
                </p:nvSpPr>
                <p:spPr>
                  <a:xfrm>
                    <a:off x="6629460" y="1193976"/>
                    <a:ext cx="25508" cy="20514"/>
                  </a:xfrm>
                  <a:custGeom>
                    <a:avLst/>
                    <a:gdLst>
                      <a:gd name="connsiteX0" fmla="*/ 10747 w 25508"/>
                      <a:gd name="connsiteY0" fmla="*/ 1496 h 20514"/>
                      <a:gd name="connsiteX1" fmla="*/ 19 w 25508"/>
                      <a:gd name="connsiteY1" fmla="*/ 1629 h 20514"/>
                      <a:gd name="connsiteX2" fmla="*/ 16909 w 25508"/>
                      <a:gd name="connsiteY2" fmla="*/ 16746 h 20514"/>
                      <a:gd name="connsiteX3" fmla="*/ 25509 w 25508"/>
                      <a:gd name="connsiteY3" fmla="*/ 20514 h 20514"/>
                      <a:gd name="connsiteX4" fmla="*/ 21253 w 25508"/>
                      <a:gd name="connsiteY4" fmla="*/ 17810 h 20514"/>
                      <a:gd name="connsiteX5" fmla="*/ 10747 w 25508"/>
                      <a:gd name="connsiteY5" fmla="*/ 1496 h 20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08" h="20514">
                        <a:moveTo>
                          <a:pt x="10747" y="1496"/>
                        </a:moveTo>
                        <a:cubicBezTo>
                          <a:pt x="7776" y="1097"/>
                          <a:pt x="373" y="-1740"/>
                          <a:pt x="19" y="1629"/>
                        </a:cubicBezTo>
                        <a:cubicBezTo>
                          <a:pt x="-514" y="6993"/>
                          <a:pt x="10525" y="13199"/>
                          <a:pt x="16909" y="16746"/>
                        </a:cubicBezTo>
                        <a:cubicBezTo>
                          <a:pt x="18815" y="17721"/>
                          <a:pt x="23204" y="19716"/>
                          <a:pt x="25509" y="20514"/>
                        </a:cubicBezTo>
                        <a:cubicBezTo>
                          <a:pt x="24312" y="19805"/>
                          <a:pt x="22273" y="18696"/>
                          <a:pt x="21253" y="17810"/>
                        </a:cubicBezTo>
                        <a:cubicBezTo>
                          <a:pt x="15534" y="12889"/>
                          <a:pt x="8752" y="6771"/>
                          <a:pt x="10747" y="149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96" name="Forme libre : forme 21295">
                    <a:extLst>
                      <a:ext uri="{FF2B5EF4-FFF2-40B4-BE49-F238E27FC236}">
                        <a16:creationId xmlns:a16="http://schemas.microsoft.com/office/drawing/2014/main" id="{46308221-7D1C-4663-96D5-A23149D018B0}"/>
                      </a:ext>
                    </a:extLst>
                  </p:cNvPr>
                  <p:cNvSpPr/>
                  <p:nvPr/>
                </p:nvSpPr>
                <p:spPr>
                  <a:xfrm>
                    <a:off x="6631108" y="1196088"/>
                    <a:ext cx="39997" cy="23902"/>
                  </a:xfrm>
                  <a:custGeom>
                    <a:avLst/>
                    <a:gdLst>
                      <a:gd name="connsiteX0" fmla="*/ 39465 w 39997"/>
                      <a:gd name="connsiteY0" fmla="*/ 23058 h 23902"/>
                      <a:gd name="connsiteX1" fmla="*/ 16235 w 39997"/>
                      <a:gd name="connsiteY1" fmla="*/ 16718 h 23902"/>
                      <a:gd name="connsiteX2" fmla="*/ 143 w 39997"/>
                      <a:gd name="connsiteY2" fmla="*/ 1779 h 23902"/>
                      <a:gd name="connsiteX3" fmla="*/ 21644 w 39997"/>
                      <a:gd name="connsiteY3" fmla="*/ 6434 h 23902"/>
                      <a:gd name="connsiteX4" fmla="*/ 39465 w 39997"/>
                      <a:gd name="connsiteY4" fmla="*/ 23058 h 23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97" h="23902">
                        <a:moveTo>
                          <a:pt x="39465" y="23058"/>
                        </a:moveTo>
                        <a:cubicBezTo>
                          <a:pt x="35874" y="26294"/>
                          <a:pt x="21821" y="19378"/>
                          <a:pt x="16235" y="16718"/>
                        </a:cubicBezTo>
                        <a:cubicBezTo>
                          <a:pt x="10694" y="13837"/>
                          <a:pt x="-1453" y="6744"/>
                          <a:pt x="143" y="1779"/>
                        </a:cubicBezTo>
                        <a:cubicBezTo>
                          <a:pt x="1783" y="-3275"/>
                          <a:pt x="17122" y="3774"/>
                          <a:pt x="21644" y="6434"/>
                        </a:cubicBezTo>
                        <a:cubicBezTo>
                          <a:pt x="26343" y="8827"/>
                          <a:pt x="43189" y="19644"/>
                          <a:pt x="39465" y="2305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97" name="Forme libre : forme 21296">
                    <a:extLst>
                      <a:ext uri="{FF2B5EF4-FFF2-40B4-BE49-F238E27FC236}">
                        <a16:creationId xmlns:a16="http://schemas.microsoft.com/office/drawing/2014/main" id="{131F73EB-8C13-48A2-8A3F-3132BF99F32D}"/>
                      </a:ext>
                    </a:extLst>
                  </p:cNvPr>
                  <p:cNvSpPr/>
                  <p:nvPr/>
                </p:nvSpPr>
                <p:spPr>
                  <a:xfrm>
                    <a:off x="6610370" y="1182281"/>
                    <a:ext cx="46920" cy="36999"/>
                  </a:xfrm>
                  <a:custGeom>
                    <a:avLst/>
                    <a:gdLst>
                      <a:gd name="connsiteX0" fmla="*/ 2 w 46920"/>
                      <a:gd name="connsiteY0" fmla="*/ 5744 h 36999"/>
                      <a:gd name="connsiteX1" fmla="*/ 3105 w 46920"/>
                      <a:gd name="connsiteY1" fmla="*/ 13058 h 36999"/>
                      <a:gd name="connsiteX2" fmla="*/ 18266 w 46920"/>
                      <a:gd name="connsiteY2" fmla="*/ 28042 h 36999"/>
                      <a:gd name="connsiteX3" fmla="*/ 37329 w 46920"/>
                      <a:gd name="connsiteY3" fmla="*/ 36421 h 36999"/>
                      <a:gd name="connsiteX4" fmla="*/ 46904 w 46920"/>
                      <a:gd name="connsiteY4" fmla="*/ 34382 h 36999"/>
                      <a:gd name="connsiteX5" fmla="*/ 42249 w 46920"/>
                      <a:gd name="connsiteY5" fmla="*/ 28707 h 36999"/>
                      <a:gd name="connsiteX6" fmla="*/ 28374 w 46920"/>
                      <a:gd name="connsiteY6" fmla="*/ 14211 h 36999"/>
                      <a:gd name="connsiteX7" fmla="*/ 13168 w 46920"/>
                      <a:gd name="connsiteY7" fmla="*/ 734 h 36999"/>
                      <a:gd name="connsiteX8" fmla="*/ 2 w 46920"/>
                      <a:gd name="connsiteY8" fmla="*/ 5744 h 36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20" h="36999">
                        <a:moveTo>
                          <a:pt x="2" y="5744"/>
                        </a:moveTo>
                        <a:cubicBezTo>
                          <a:pt x="46" y="8891"/>
                          <a:pt x="756" y="10088"/>
                          <a:pt x="3105" y="13058"/>
                        </a:cubicBezTo>
                        <a:cubicBezTo>
                          <a:pt x="7583" y="18733"/>
                          <a:pt x="11173" y="23299"/>
                          <a:pt x="18266" y="28042"/>
                        </a:cubicBezTo>
                        <a:cubicBezTo>
                          <a:pt x="24207" y="31943"/>
                          <a:pt x="31344" y="35135"/>
                          <a:pt x="37329" y="36421"/>
                        </a:cubicBezTo>
                        <a:cubicBezTo>
                          <a:pt x="41717" y="37396"/>
                          <a:pt x="46505" y="37396"/>
                          <a:pt x="46904" y="34382"/>
                        </a:cubicBezTo>
                        <a:cubicBezTo>
                          <a:pt x="47170" y="32520"/>
                          <a:pt x="44244" y="30746"/>
                          <a:pt x="42249" y="28707"/>
                        </a:cubicBezTo>
                        <a:cubicBezTo>
                          <a:pt x="37506" y="23964"/>
                          <a:pt x="32630" y="19841"/>
                          <a:pt x="28374" y="14211"/>
                        </a:cubicBezTo>
                        <a:cubicBezTo>
                          <a:pt x="24739" y="9512"/>
                          <a:pt x="21059" y="3173"/>
                          <a:pt x="13168" y="734"/>
                        </a:cubicBezTo>
                        <a:cubicBezTo>
                          <a:pt x="6075" y="-1394"/>
                          <a:pt x="-131" y="1355"/>
                          <a:pt x="2" y="574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98" name="Forme libre : forme 21297">
                    <a:extLst>
                      <a:ext uri="{FF2B5EF4-FFF2-40B4-BE49-F238E27FC236}">
                        <a16:creationId xmlns:a16="http://schemas.microsoft.com/office/drawing/2014/main" id="{46BD1356-E7EF-4FC8-AFDA-A139CEAA648C}"/>
                      </a:ext>
                    </a:extLst>
                  </p:cNvPr>
                  <p:cNvSpPr/>
                  <p:nvPr/>
                </p:nvSpPr>
                <p:spPr>
                  <a:xfrm>
                    <a:off x="6622243" y="1186872"/>
                    <a:ext cx="18387" cy="6474"/>
                  </a:xfrm>
                  <a:custGeom>
                    <a:avLst/>
                    <a:gdLst>
                      <a:gd name="connsiteX0" fmla="*/ 2270 w 18387"/>
                      <a:gd name="connsiteY0" fmla="*/ 0 h 6474"/>
                      <a:gd name="connsiteX1" fmla="*/ 187 w 18387"/>
                      <a:gd name="connsiteY1" fmla="*/ 443 h 6474"/>
                      <a:gd name="connsiteX2" fmla="*/ 1029 w 18387"/>
                      <a:gd name="connsiteY2" fmla="*/ 1995 h 6474"/>
                      <a:gd name="connsiteX3" fmla="*/ 4088 w 18387"/>
                      <a:gd name="connsiteY3" fmla="*/ 3413 h 6474"/>
                      <a:gd name="connsiteX4" fmla="*/ 12023 w 18387"/>
                      <a:gd name="connsiteY4" fmla="*/ 5896 h 6474"/>
                      <a:gd name="connsiteX5" fmla="*/ 14994 w 18387"/>
                      <a:gd name="connsiteY5" fmla="*/ 6472 h 6474"/>
                      <a:gd name="connsiteX6" fmla="*/ 15038 w 18387"/>
                      <a:gd name="connsiteY6" fmla="*/ 2172 h 6474"/>
                      <a:gd name="connsiteX7" fmla="*/ 2270 w 18387"/>
                      <a:gd name="connsiteY7" fmla="*/ 0 h 6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387" h="6474">
                        <a:moveTo>
                          <a:pt x="2270" y="0"/>
                        </a:moveTo>
                        <a:cubicBezTo>
                          <a:pt x="1340" y="0"/>
                          <a:pt x="674" y="44"/>
                          <a:pt x="187" y="443"/>
                        </a:cubicBezTo>
                        <a:cubicBezTo>
                          <a:pt x="-301" y="842"/>
                          <a:pt x="231" y="1463"/>
                          <a:pt x="1029" y="1995"/>
                        </a:cubicBezTo>
                        <a:cubicBezTo>
                          <a:pt x="1827" y="2527"/>
                          <a:pt x="3068" y="3059"/>
                          <a:pt x="4088" y="3413"/>
                        </a:cubicBezTo>
                        <a:cubicBezTo>
                          <a:pt x="6659" y="4344"/>
                          <a:pt x="9496" y="5187"/>
                          <a:pt x="12023" y="5896"/>
                        </a:cubicBezTo>
                        <a:cubicBezTo>
                          <a:pt x="13087" y="6162"/>
                          <a:pt x="14062" y="6472"/>
                          <a:pt x="14994" y="6472"/>
                        </a:cubicBezTo>
                        <a:cubicBezTo>
                          <a:pt x="18939" y="6561"/>
                          <a:pt x="20047" y="4167"/>
                          <a:pt x="15038" y="2172"/>
                        </a:cubicBezTo>
                        <a:cubicBezTo>
                          <a:pt x="11225" y="532"/>
                          <a:pt x="6039" y="44"/>
                          <a:pt x="2270" y="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99" name="Forme libre : forme 21298">
                    <a:extLst>
                      <a:ext uri="{FF2B5EF4-FFF2-40B4-BE49-F238E27FC236}">
                        <a16:creationId xmlns:a16="http://schemas.microsoft.com/office/drawing/2014/main" id="{B976D510-72A5-4F4E-808E-08D23AEDB9FF}"/>
                      </a:ext>
                    </a:extLst>
                  </p:cNvPr>
                  <p:cNvSpPr/>
                  <p:nvPr/>
                </p:nvSpPr>
                <p:spPr>
                  <a:xfrm>
                    <a:off x="6650890" y="1224687"/>
                    <a:ext cx="30233" cy="4047"/>
                  </a:xfrm>
                  <a:custGeom>
                    <a:avLst/>
                    <a:gdLst>
                      <a:gd name="connsiteX0" fmla="*/ 30234 w 30233"/>
                      <a:gd name="connsiteY0" fmla="*/ 2793 h 4047"/>
                      <a:gd name="connsiteX1" fmla="*/ 0 w 30233"/>
                      <a:gd name="connsiteY1" fmla="*/ 0 h 4047"/>
                      <a:gd name="connsiteX2" fmla="*/ 30234 w 30233"/>
                      <a:gd name="connsiteY2" fmla="*/ 2793 h 4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233" h="4047">
                        <a:moveTo>
                          <a:pt x="30234" y="2793"/>
                        </a:moveTo>
                        <a:cubicBezTo>
                          <a:pt x="23407" y="6073"/>
                          <a:pt x="9044" y="2128"/>
                          <a:pt x="0" y="0"/>
                        </a:cubicBezTo>
                        <a:cubicBezTo>
                          <a:pt x="9797" y="2394"/>
                          <a:pt x="21545" y="3059"/>
                          <a:pt x="30234" y="27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00" name="Forme libre : forme 21299">
                    <a:extLst>
                      <a:ext uri="{FF2B5EF4-FFF2-40B4-BE49-F238E27FC236}">
                        <a16:creationId xmlns:a16="http://schemas.microsoft.com/office/drawing/2014/main" id="{621D7E70-AF34-4C3E-8412-F281654E9234}"/>
                      </a:ext>
                    </a:extLst>
                  </p:cNvPr>
                  <p:cNvSpPr/>
                  <p:nvPr/>
                </p:nvSpPr>
                <p:spPr>
                  <a:xfrm>
                    <a:off x="6603013" y="1177300"/>
                    <a:ext cx="34533" cy="3455"/>
                  </a:xfrm>
                  <a:custGeom>
                    <a:avLst/>
                    <a:gdLst>
                      <a:gd name="connsiteX0" fmla="*/ 34534 w 34533"/>
                      <a:gd name="connsiteY0" fmla="*/ 3455 h 3455"/>
                      <a:gd name="connsiteX1" fmla="*/ 0 w 34533"/>
                      <a:gd name="connsiteY1" fmla="*/ 1948 h 3455"/>
                      <a:gd name="connsiteX2" fmla="*/ 34534 w 34533"/>
                      <a:gd name="connsiteY2" fmla="*/ 3455 h 3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533" h="3455">
                        <a:moveTo>
                          <a:pt x="34534" y="3455"/>
                        </a:moveTo>
                        <a:cubicBezTo>
                          <a:pt x="22343" y="-1244"/>
                          <a:pt x="9708" y="-535"/>
                          <a:pt x="0" y="1948"/>
                        </a:cubicBezTo>
                        <a:cubicBezTo>
                          <a:pt x="8955" y="-889"/>
                          <a:pt x="23628" y="840"/>
                          <a:pt x="34534" y="34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01" name="Forme libre : forme 21300">
                    <a:extLst>
                      <a:ext uri="{FF2B5EF4-FFF2-40B4-BE49-F238E27FC236}">
                        <a16:creationId xmlns:a16="http://schemas.microsoft.com/office/drawing/2014/main" id="{ED8F9F98-061C-4E25-8FE1-F2E7B4BE0DC0}"/>
                      </a:ext>
                    </a:extLst>
                  </p:cNvPr>
                  <p:cNvSpPr/>
                  <p:nvPr/>
                </p:nvSpPr>
                <p:spPr>
                  <a:xfrm>
                    <a:off x="6647095" y="1200638"/>
                    <a:ext cx="14267" cy="9904"/>
                  </a:xfrm>
                  <a:custGeom>
                    <a:avLst/>
                    <a:gdLst>
                      <a:gd name="connsiteX0" fmla="*/ 13903 w 14267"/>
                      <a:gd name="connsiteY0" fmla="*/ 9774 h 9904"/>
                      <a:gd name="connsiteX1" fmla="*/ 4992 w 14267"/>
                      <a:gd name="connsiteY1" fmla="*/ 5651 h 9904"/>
                      <a:gd name="connsiteX2" fmla="*/ 426 w 14267"/>
                      <a:gd name="connsiteY2" fmla="*/ 154 h 9904"/>
                      <a:gd name="connsiteX3" fmla="*/ 8938 w 14267"/>
                      <a:gd name="connsiteY3" fmla="*/ 3966 h 9904"/>
                      <a:gd name="connsiteX4" fmla="*/ 13903 w 14267"/>
                      <a:gd name="connsiteY4" fmla="*/ 9774 h 9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67" h="9904">
                        <a:moveTo>
                          <a:pt x="13903" y="9774"/>
                        </a:moveTo>
                        <a:cubicBezTo>
                          <a:pt x="12129" y="10660"/>
                          <a:pt x="6721" y="6804"/>
                          <a:pt x="4992" y="5651"/>
                        </a:cubicBezTo>
                        <a:cubicBezTo>
                          <a:pt x="3308" y="4498"/>
                          <a:pt x="-1436" y="1085"/>
                          <a:pt x="426" y="154"/>
                        </a:cubicBezTo>
                        <a:cubicBezTo>
                          <a:pt x="2288" y="-777"/>
                          <a:pt x="7386" y="2769"/>
                          <a:pt x="8938" y="3966"/>
                        </a:cubicBezTo>
                        <a:cubicBezTo>
                          <a:pt x="10489" y="5075"/>
                          <a:pt x="15676" y="8843"/>
                          <a:pt x="13903" y="977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02" name="Forme libre : forme 21301">
                    <a:extLst>
                      <a:ext uri="{FF2B5EF4-FFF2-40B4-BE49-F238E27FC236}">
                        <a16:creationId xmlns:a16="http://schemas.microsoft.com/office/drawing/2014/main" id="{24D9E368-4360-4C7F-A632-53A28B16C7A9}"/>
                      </a:ext>
                    </a:extLst>
                  </p:cNvPr>
                  <p:cNvSpPr/>
                  <p:nvPr/>
                </p:nvSpPr>
                <p:spPr>
                  <a:xfrm>
                    <a:off x="6659334" y="1208765"/>
                    <a:ext cx="4117" cy="2841"/>
                  </a:xfrm>
                  <a:custGeom>
                    <a:avLst/>
                    <a:gdLst>
                      <a:gd name="connsiteX0" fmla="*/ 4102 w 4117"/>
                      <a:gd name="connsiteY0" fmla="*/ 2578 h 2841"/>
                      <a:gd name="connsiteX1" fmla="*/ 1841 w 4117"/>
                      <a:gd name="connsiteY1" fmla="*/ 2179 h 2841"/>
                      <a:gd name="connsiteX2" fmla="*/ 24 w 4117"/>
                      <a:gd name="connsiteY2" fmla="*/ 273 h 2841"/>
                      <a:gd name="connsiteX3" fmla="*/ 2240 w 4117"/>
                      <a:gd name="connsiteY3" fmla="*/ 628 h 2841"/>
                      <a:gd name="connsiteX4" fmla="*/ 4102 w 4117"/>
                      <a:gd name="connsiteY4" fmla="*/ 2578 h 2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7" h="2841">
                        <a:moveTo>
                          <a:pt x="4102" y="2578"/>
                        </a:moveTo>
                        <a:cubicBezTo>
                          <a:pt x="3925" y="3199"/>
                          <a:pt x="2506" y="2578"/>
                          <a:pt x="1841" y="2179"/>
                        </a:cubicBezTo>
                        <a:cubicBezTo>
                          <a:pt x="1177" y="1780"/>
                          <a:pt x="-198" y="894"/>
                          <a:pt x="24" y="273"/>
                        </a:cubicBezTo>
                        <a:cubicBezTo>
                          <a:pt x="201" y="-347"/>
                          <a:pt x="1575" y="229"/>
                          <a:pt x="2240" y="628"/>
                        </a:cubicBezTo>
                        <a:cubicBezTo>
                          <a:pt x="2905" y="983"/>
                          <a:pt x="4280" y="1913"/>
                          <a:pt x="4102" y="257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303" name="Forme libre : forme 21302">
                    <a:extLst>
                      <a:ext uri="{FF2B5EF4-FFF2-40B4-BE49-F238E27FC236}">
                        <a16:creationId xmlns:a16="http://schemas.microsoft.com/office/drawing/2014/main" id="{BA25F5B9-6AFD-4E78-91D0-B8F600AE486F}"/>
                      </a:ext>
                    </a:extLst>
                  </p:cNvPr>
                  <p:cNvSpPr/>
                  <p:nvPr/>
                </p:nvSpPr>
                <p:spPr>
                  <a:xfrm>
                    <a:off x="6651346" y="1191695"/>
                    <a:ext cx="30271" cy="32483"/>
                  </a:xfrm>
                  <a:custGeom>
                    <a:avLst/>
                    <a:gdLst>
                      <a:gd name="connsiteX0" fmla="*/ 25434 w 30271"/>
                      <a:gd name="connsiteY0" fmla="*/ 19914 h 32483"/>
                      <a:gd name="connsiteX1" fmla="*/ 30266 w 30271"/>
                      <a:gd name="connsiteY1" fmla="*/ 31130 h 32483"/>
                      <a:gd name="connsiteX2" fmla="*/ 26409 w 30271"/>
                      <a:gd name="connsiteY2" fmla="*/ 31839 h 32483"/>
                      <a:gd name="connsiteX3" fmla="*/ 23128 w 30271"/>
                      <a:gd name="connsiteY3" fmla="*/ 27849 h 32483"/>
                      <a:gd name="connsiteX4" fmla="*/ 13730 w 30271"/>
                      <a:gd name="connsiteY4" fmla="*/ 15082 h 32483"/>
                      <a:gd name="connsiteX5" fmla="*/ 4775 w 30271"/>
                      <a:gd name="connsiteY5" fmla="*/ 7191 h 32483"/>
                      <a:gd name="connsiteX6" fmla="*/ 830 w 30271"/>
                      <a:gd name="connsiteY6" fmla="*/ 231 h 32483"/>
                      <a:gd name="connsiteX7" fmla="*/ 19848 w 30271"/>
                      <a:gd name="connsiteY7" fmla="*/ 10516 h 32483"/>
                      <a:gd name="connsiteX8" fmla="*/ 25434 w 30271"/>
                      <a:gd name="connsiteY8" fmla="*/ 19914 h 32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271" h="32483">
                        <a:moveTo>
                          <a:pt x="25434" y="19914"/>
                        </a:moveTo>
                        <a:cubicBezTo>
                          <a:pt x="28005" y="24081"/>
                          <a:pt x="29867" y="27140"/>
                          <a:pt x="30266" y="31130"/>
                        </a:cubicBezTo>
                        <a:cubicBezTo>
                          <a:pt x="30399" y="32637"/>
                          <a:pt x="28227" y="32903"/>
                          <a:pt x="26409" y="31839"/>
                        </a:cubicBezTo>
                        <a:cubicBezTo>
                          <a:pt x="24591" y="30731"/>
                          <a:pt x="23882" y="29312"/>
                          <a:pt x="23128" y="27849"/>
                        </a:cubicBezTo>
                        <a:cubicBezTo>
                          <a:pt x="20690" y="23372"/>
                          <a:pt x="17498" y="19338"/>
                          <a:pt x="13730" y="15082"/>
                        </a:cubicBezTo>
                        <a:cubicBezTo>
                          <a:pt x="12578" y="13708"/>
                          <a:pt x="8278" y="10383"/>
                          <a:pt x="4775" y="7191"/>
                        </a:cubicBezTo>
                        <a:cubicBezTo>
                          <a:pt x="1273" y="4088"/>
                          <a:pt x="-1431" y="1029"/>
                          <a:pt x="830" y="231"/>
                        </a:cubicBezTo>
                        <a:cubicBezTo>
                          <a:pt x="5352" y="-1498"/>
                          <a:pt x="16834" y="6925"/>
                          <a:pt x="19848" y="10516"/>
                        </a:cubicBezTo>
                        <a:cubicBezTo>
                          <a:pt x="23040" y="14062"/>
                          <a:pt x="23439" y="16811"/>
                          <a:pt x="25434" y="1991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62" name="Graphique 2">
                  <a:extLst>
                    <a:ext uri="{FF2B5EF4-FFF2-40B4-BE49-F238E27FC236}">
                      <a16:creationId xmlns:a16="http://schemas.microsoft.com/office/drawing/2014/main" id="{CA41C8AF-932F-42B6-90FB-DAB3D3A55182}"/>
                    </a:ext>
                  </a:extLst>
                </p:cNvPr>
                <p:cNvGrpSpPr/>
                <p:nvPr/>
              </p:nvGrpSpPr>
              <p:grpSpPr>
                <a:xfrm>
                  <a:off x="6683771" y="1223239"/>
                  <a:ext cx="69462" cy="77019"/>
                  <a:chOff x="6683771" y="1223239"/>
                  <a:chExt cx="69462" cy="77019"/>
                </a:xfrm>
                <a:solidFill>
                  <a:schemeClr val="accent1"/>
                </a:solidFill>
              </p:grpSpPr>
              <p:sp>
                <p:nvSpPr>
                  <p:cNvPr id="21280" name="Forme libre : forme 21279">
                    <a:extLst>
                      <a:ext uri="{FF2B5EF4-FFF2-40B4-BE49-F238E27FC236}">
                        <a16:creationId xmlns:a16="http://schemas.microsoft.com/office/drawing/2014/main" id="{C3D5FD98-5C4A-4DA2-AFA9-09EFBA2BA98A}"/>
                      </a:ext>
                    </a:extLst>
                  </p:cNvPr>
                  <p:cNvSpPr/>
                  <p:nvPr/>
                </p:nvSpPr>
                <p:spPr>
                  <a:xfrm>
                    <a:off x="6683771" y="1223239"/>
                    <a:ext cx="69462" cy="77019"/>
                  </a:xfrm>
                  <a:custGeom>
                    <a:avLst/>
                    <a:gdLst>
                      <a:gd name="connsiteX0" fmla="*/ 34636 w 69462"/>
                      <a:gd name="connsiteY0" fmla="*/ 57172 h 77019"/>
                      <a:gd name="connsiteX1" fmla="*/ 15307 w 69462"/>
                      <a:gd name="connsiteY1" fmla="*/ 36691 h 77019"/>
                      <a:gd name="connsiteX2" fmla="*/ 102 w 69462"/>
                      <a:gd name="connsiteY2" fmla="*/ 8053 h 77019"/>
                      <a:gd name="connsiteX3" fmla="*/ 6219 w 69462"/>
                      <a:gd name="connsiteY3" fmla="*/ 118 h 77019"/>
                      <a:gd name="connsiteX4" fmla="*/ 39069 w 69462"/>
                      <a:gd name="connsiteY4" fmla="*/ 10846 h 77019"/>
                      <a:gd name="connsiteX5" fmla="*/ 51348 w 69462"/>
                      <a:gd name="connsiteY5" fmla="*/ 22151 h 77019"/>
                      <a:gd name="connsiteX6" fmla="*/ 62564 w 69462"/>
                      <a:gd name="connsiteY6" fmla="*/ 35938 h 77019"/>
                      <a:gd name="connsiteX7" fmla="*/ 67884 w 69462"/>
                      <a:gd name="connsiteY7" fmla="*/ 46976 h 77019"/>
                      <a:gd name="connsiteX8" fmla="*/ 69125 w 69462"/>
                      <a:gd name="connsiteY8" fmla="*/ 52384 h 77019"/>
                      <a:gd name="connsiteX9" fmla="*/ 69391 w 69462"/>
                      <a:gd name="connsiteY9" fmla="*/ 57084 h 77019"/>
                      <a:gd name="connsiteX10" fmla="*/ 65579 w 69462"/>
                      <a:gd name="connsiteY10" fmla="*/ 71934 h 77019"/>
                      <a:gd name="connsiteX11" fmla="*/ 56934 w 69462"/>
                      <a:gd name="connsiteY11" fmla="*/ 76634 h 77019"/>
                      <a:gd name="connsiteX12" fmla="*/ 44477 w 69462"/>
                      <a:gd name="connsiteY12" fmla="*/ 68033 h 77019"/>
                      <a:gd name="connsiteX13" fmla="*/ 41773 w 69462"/>
                      <a:gd name="connsiteY13" fmla="*/ 65019 h 77019"/>
                      <a:gd name="connsiteX14" fmla="*/ 39512 w 69462"/>
                      <a:gd name="connsiteY14" fmla="*/ 62802 h 77019"/>
                      <a:gd name="connsiteX15" fmla="*/ 34636 w 69462"/>
                      <a:gd name="connsiteY15" fmla="*/ 57172 h 7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9462" h="77019">
                        <a:moveTo>
                          <a:pt x="34636" y="57172"/>
                        </a:moveTo>
                        <a:cubicBezTo>
                          <a:pt x="31266" y="52429"/>
                          <a:pt x="20804" y="41834"/>
                          <a:pt x="15307" y="36691"/>
                        </a:cubicBezTo>
                        <a:cubicBezTo>
                          <a:pt x="5289" y="26983"/>
                          <a:pt x="2097" y="18737"/>
                          <a:pt x="102" y="8053"/>
                        </a:cubicBezTo>
                        <a:cubicBezTo>
                          <a:pt x="-608" y="4418"/>
                          <a:pt x="2496" y="384"/>
                          <a:pt x="6219" y="118"/>
                        </a:cubicBezTo>
                        <a:cubicBezTo>
                          <a:pt x="16947" y="-547"/>
                          <a:pt x="27055" y="1404"/>
                          <a:pt x="39069" y="10846"/>
                        </a:cubicBezTo>
                        <a:cubicBezTo>
                          <a:pt x="42260" y="13418"/>
                          <a:pt x="46915" y="17496"/>
                          <a:pt x="51348" y="22151"/>
                        </a:cubicBezTo>
                        <a:cubicBezTo>
                          <a:pt x="55826" y="26673"/>
                          <a:pt x="59948" y="32081"/>
                          <a:pt x="62564" y="35938"/>
                        </a:cubicBezTo>
                        <a:cubicBezTo>
                          <a:pt x="64958" y="39661"/>
                          <a:pt x="66731" y="43297"/>
                          <a:pt x="67884" y="46976"/>
                        </a:cubicBezTo>
                        <a:cubicBezTo>
                          <a:pt x="68504" y="48705"/>
                          <a:pt x="68815" y="50611"/>
                          <a:pt x="69125" y="52384"/>
                        </a:cubicBezTo>
                        <a:cubicBezTo>
                          <a:pt x="69391" y="54158"/>
                          <a:pt x="69568" y="55887"/>
                          <a:pt x="69391" y="57084"/>
                        </a:cubicBezTo>
                        <a:cubicBezTo>
                          <a:pt x="68948" y="62315"/>
                          <a:pt x="67485" y="67014"/>
                          <a:pt x="65579" y="71934"/>
                        </a:cubicBezTo>
                        <a:cubicBezTo>
                          <a:pt x="64249" y="75348"/>
                          <a:pt x="60126" y="78052"/>
                          <a:pt x="56934" y="76634"/>
                        </a:cubicBezTo>
                        <a:cubicBezTo>
                          <a:pt x="52324" y="74550"/>
                          <a:pt x="48157" y="71846"/>
                          <a:pt x="44477" y="68033"/>
                        </a:cubicBezTo>
                        <a:cubicBezTo>
                          <a:pt x="43546" y="67102"/>
                          <a:pt x="42660" y="65950"/>
                          <a:pt x="41773" y="65019"/>
                        </a:cubicBezTo>
                        <a:cubicBezTo>
                          <a:pt x="40975" y="64310"/>
                          <a:pt x="40221" y="63600"/>
                          <a:pt x="39512" y="62802"/>
                        </a:cubicBezTo>
                        <a:cubicBezTo>
                          <a:pt x="37960" y="61162"/>
                          <a:pt x="36497" y="59344"/>
                          <a:pt x="34636" y="5717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81" name="Forme libre : forme 21280">
                    <a:extLst>
                      <a:ext uri="{FF2B5EF4-FFF2-40B4-BE49-F238E27FC236}">
                        <a16:creationId xmlns:a16="http://schemas.microsoft.com/office/drawing/2014/main" id="{33C86ACD-AC24-4EA9-9537-F02022B1C37B}"/>
                      </a:ext>
                    </a:extLst>
                  </p:cNvPr>
                  <p:cNvSpPr/>
                  <p:nvPr/>
                </p:nvSpPr>
                <p:spPr>
                  <a:xfrm>
                    <a:off x="6683855" y="1226815"/>
                    <a:ext cx="57204" cy="73013"/>
                  </a:xfrm>
                  <a:custGeom>
                    <a:avLst/>
                    <a:gdLst>
                      <a:gd name="connsiteX0" fmla="*/ 27192 w 57204"/>
                      <a:gd name="connsiteY0" fmla="*/ 26865 h 73013"/>
                      <a:gd name="connsiteX1" fmla="*/ 948 w 57204"/>
                      <a:gd name="connsiteY1" fmla="*/ 0 h 73013"/>
                      <a:gd name="connsiteX2" fmla="*/ 106 w 57204"/>
                      <a:gd name="connsiteY2" fmla="*/ 4389 h 73013"/>
                      <a:gd name="connsiteX3" fmla="*/ 1259 w 57204"/>
                      <a:gd name="connsiteY3" fmla="*/ 9708 h 73013"/>
                      <a:gd name="connsiteX4" fmla="*/ 7509 w 57204"/>
                      <a:gd name="connsiteY4" fmla="*/ 23894 h 73013"/>
                      <a:gd name="connsiteX5" fmla="*/ 15311 w 57204"/>
                      <a:gd name="connsiteY5" fmla="*/ 33071 h 73013"/>
                      <a:gd name="connsiteX6" fmla="*/ 18769 w 57204"/>
                      <a:gd name="connsiteY6" fmla="*/ 36440 h 73013"/>
                      <a:gd name="connsiteX7" fmla="*/ 33487 w 57204"/>
                      <a:gd name="connsiteY7" fmla="*/ 52133 h 73013"/>
                      <a:gd name="connsiteX8" fmla="*/ 34684 w 57204"/>
                      <a:gd name="connsiteY8" fmla="*/ 53596 h 73013"/>
                      <a:gd name="connsiteX9" fmla="*/ 41467 w 57204"/>
                      <a:gd name="connsiteY9" fmla="*/ 61044 h 73013"/>
                      <a:gd name="connsiteX10" fmla="*/ 42708 w 57204"/>
                      <a:gd name="connsiteY10" fmla="*/ 62329 h 73013"/>
                      <a:gd name="connsiteX11" fmla="*/ 44038 w 57204"/>
                      <a:gd name="connsiteY11" fmla="*/ 63792 h 73013"/>
                      <a:gd name="connsiteX12" fmla="*/ 46831 w 57204"/>
                      <a:gd name="connsiteY12" fmla="*/ 66452 h 73013"/>
                      <a:gd name="connsiteX13" fmla="*/ 52771 w 57204"/>
                      <a:gd name="connsiteY13" fmla="*/ 70797 h 73013"/>
                      <a:gd name="connsiteX14" fmla="*/ 57027 w 57204"/>
                      <a:gd name="connsiteY14" fmla="*/ 72969 h 73013"/>
                      <a:gd name="connsiteX15" fmla="*/ 57204 w 57204"/>
                      <a:gd name="connsiteY15" fmla="*/ 73013 h 73013"/>
                      <a:gd name="connsiteX16" fmla="*/ 52328 w 57204"/>
                      <a:gd name="connsiteY16" fmla="*/ 59315 h 73013"/>
                      <a:gd name="connsiteX17" fmla="*/ 46166 w 57204"/>
                      <a:gd name="connsiteY17" fmla="*/ 47124 h 73013"/>
                      <a:gd name="connsiteX18" fmla="*/ 27192 w 57204"/>
                      <a:gd name="connsiteY18" fmla="*/ 26865 h 73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7204" h="73013">
                        <a:moveTo>
                          <a:pt x="27192" y="26865"/>
                        </a:moveTo>
                        <a:cubicBezTo>
                          <a:pt x="17218" y="18752"/>
                          <a:pt x="6356" y="10063"/>
                          <a:pt x="948" y="0"/>
                        </a:cubicBezTo>
                        <a:cubicBezTo>
                          <a:pt x="195" y="1330"/>
                          <a:pt x="-204" y="2882"/>
                          <a:pt x="106" y="4389"/>
                        </a:cubicBezTo>
                        <a:cubicBezTo>
                          <a:pt x="461" y="6206"/>
                          <a:pt x="815" y="7980"/>
                          <a:pt x="1259" y="9708"/>
                        </a:cubicBezTo>
                        <a:cubicBezTo>
                          <a:pt x="2588" y="14629"/>
                          <a:pt x="4406" y="19240"/>
                          <a:pt x="7509" y="23894"/>
                        </a:cubicBezTo>
                        <a:cubicBezTo>
                          <a:pt x="9548" y="26865"/>
                          <a:pt x="12075" y="29879"/>
                          <a:pt x="15311" y="33071"/>
                        </a:cubicBezTo>
                        <a:cubicBezTo>
                          <a:pt x="16287" y="34046"/>
                          <a:pt x="17439" y="35199"/>
                          <a:pt x="18769" y="36440"/>
                        </a:cubicBezTo>
                        <a:cubicBezTo>
                          <a:pt x="23867" y="41272"/>
                          <a:pt x="30207" y="47922"/>
                          <a:pt x="33487" y="52133"/>
                        </a:cubicBezTo>
                        <a:cubicBezTo>
                          <a:pt x="33975" y="52665"/>
                          <a:pt x="34329" y="53153"/>
                          <a:pt x="34684" y="53596"/>
                        </a:cubicBezTo>
                        <a:cubicBezTo>
                          <a:pt x="37300" y="56699"/>
                          <a:pt x="39294" y="59049"/>
                          <a:pt x="41467" y="61044"/>
                        </a:cubicBezTo>
                        <a:cubicBezTo>
                          <a:pt x="41866" y="61310"/>
                          <a:pt x="42265" y="61753"/>
                          <a:pt x="42708" y="62329"/>
                        </a:cubicBezTo>
                        <a:lnTo>
                          <a:pt x="44038" y="63792"/>
                        </a:lnTo>
                        <a:cubicBezTo>
                          <a:pt x="44924" y="64723"/>
                          <a:pt x="45855" y="65610"/>
                          <a:pt x="46831" y="66452"/>
                        </a:cubicBezTo>
                        <a:cubicBezTo>
                          <a:pt x="48737" y="68092"/>
                          <a:pt x="50687" y="69511"/>
                          <a:pt x="52771" y="70797"/>
                        </a:cubicBezTo>
                        <a:cubicBezTo>
                          <a:pt x="54145" y="71595"/>
                          <a:pt x="55564" y="72304"/>
                          <a:pt x="57027" y="72969"/>
                        </a:cubicBezTo>
                        <a:lnTo>
                          <a:pt x="57204" y="73013"/>
                        </a:lnTo>
                        <a:cubicBezTo>
                          <a:pt x="55608" y="68491"/>
                          <a:pt x="53968" y="63925"/>
                          <a:pt x="52328" y="59315"/>
                        </a:cubicBezTo>
                        <a:cubicBezTo>
                          <a:pt x="50687" y="54926"/>
                          <a:pt x="48870" y="50981"/>
                          <a:pt x="46166" y="47124"/>
                        </a:cubicBezTo>
                        <a:cubicBezTo>
                          <a:pt x="40979" y="39455"/>
                          <a:pt x="34285" y="32672"/>
                          <a:pt x="27192" y="2686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82" name="Forme libre : forme 21281">
                    <a:extLst>
                      <a:ext uri="{FF2B5EF4-FFF2-40B4-BE49-F238E27FC236}">
                        <a16:creationId xmlns:a16="http://schemas.microsoft.com/office/drawing/2014/main" id="{B509D1E1-CB03-43BE-B920-B868F8B279F8}"/>
                      </a:ext>
                    </a:extLst>
                  </p:cNvPr>
                  <p:cNvSpPr/>
                  <p:nvPr/>
                </p:nvSpPr>
                <p:spPr>
                  <a:xfrm>
                    <a:off x="6710487" y="1246716"/>
                    <a:ext cx="29387" cy="35794"/>
                  </a:xfrm>
                  <a:custGeom>
                    <a:avLst/>
                    <a:gdLst>
                      <a:gd name="connsiteX0" fmla="*/ 28001 w 29387"/>
                      <a:gd name="connsiteY0" fmla="*/ 35645 h 35794"/>
                      <a:gd name="connsiteX1" fmla="*/ 19844 w 29387"/>
                      <a:gd name="connsiteY1" fmla="*/ 29793 h 35794"/>
                      <a:gd name="connsiteX2" fmla="*/ 11111 w 29387"/>
                      <a:gd name="connsiteY2" fmla="*/ 20085 h 35794"/>
                      <a:gd name="connsiteX3" fmla="*/ 3442 w 29387"/>
                      <a:gd name="connsiteY3" fmla="*/ 10332 h 35794"/>
                      <a:gd name="connsiteX4" fmla="*/ 604 w 29387"/>
                      <a:gd name="connsiteY4" fmla="*/ 890 h 35794"/>
                      <a:gd name="connsiteX5" fmla="*/ 10091 w 29387"/>
                      <a:gd name="connsiteY5" fmla="*/ 3283 h 35794"/>
                      <a:gd name="connsiteX6" fmla="*/ 19711 w 29387"/>
                      <a:gd name="connsiteY6" fmla="*/ 12416 h 35794"/>
                      <a:gd name="connsiteX7" fmla="*/ 27424 w 29387"/>
                      <a:gd name="connsiteY7" fmla="*/ 24651 h 35794"/>
                      <a:gd name="connsiteX8" fmla="*/ 29375 w 29387"/>
                      <a:gd name="connsiteY8" fmla="*/ 31700 h 35794"/>
                      <a:gd name="connsiteX9" fmla="*/ 28001 w 29387"/>
                      <a:gd name="connsiteY9" fmla="*/ 35645 h 35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9387" h="35794">
                        <a:moveTo>
                          <a:pt x="28001" y="35645"/>
                        </a:moveTo>
                        <a:cubicBezTo>
                          <a:pt x="25829" y="36532"/>
                          <a:pt x="22991" y="33340"/>
                          <a:pt x="19844" y="29793"/>
                        </a:cubicBezTo>
                        <a:cubicBezTo>
                          <a:pt x="16430" y="26025"/>
                          <a:pt x="12928" y="22080"/>
                          <a:pt x="11111" y="20085"/>
                        </a:cubicBezTo>
                        <a:cubicBezTo>
                          <a:pt x="9293" y="17957"/>
                          <a:pt x="6057" y="14056"/>
                          <a:pt x="3442" y="10332"/>
                        </a:cubicBezTo>
                        <a:cubicBezTo>
                          <a:pt x="915" y="6520"/>
                          <a:pt x="-1036" y="2929"/>
                          <a:pt x="604" y="890"/>
                        </a:cubicBezTo>
                        <a:cubicBezTo>
                          <a:pt x="2200" y="-1061"/>
                          <a:pt x="6190" y="402"/>
                          <a:pt x="10091" y="3283"/>
                        </a:cubicBezTo>
                        <a:cubicBezTo>
                          <a:pt x="14081" y="6032"/>
                          <a:pt x="17938" y="10155"/>
                          <a:pt x="19711" y="12416"/>
                        </a:cubicBezTo>
                        <a:cubicBezTo>
                          <a:pt x="21573" y="14588"/>
                          <a:pt x="25252" y="19553"/>
                          <a:pt x="27424" y="24651"/>
                        </a:cubicBezTo>
                        <a:cubicBezTo>
                          <a:pt x="28488" y="27178"/>
                          <a:pt x="29242" y="29705"/>
                          <a:pt x="29375" y="31700"/>
                        </a:cubicBezTo>
                        <a:cubicBezTo>
                          <a:pt x="29464" y="33739"/>
                          <a:pt x="29065" y="35157"/>
                          <a:pt x="28001" y="3564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83" name="Forme libre : forme 21282">
                    <a:extLst>
                      <a:ext uri="{FF2B5EF4-FFF2-40B4-BE49-F238E27FC236}">
                        <a16:creationId xmlns:a16="http://schemas.microsoft.com/office/drawing/2014/main" id="{F95488AA-66FD-49F8-8834-A579F4E25058}"/>
                      </a:ext>
                    </a:extLst>
                  </p:cNvPr>
                  <p:cNvSpPr/>
                  <p:nvPr/>
                </p:nvSpPr>
                <p:spPr>
                  <a:xfrm>
                    <a:off x="6710614" y="1246409"/>
                    <a:ext cx="17235" cy="27086"/>
                  </a:xfrm>
                  <a:custGeom>
                    <a:avLst/>
                    <a:gdLst>
                      <a:gd name="connsiteX0" fmla="*/ 10585 w 17235"/>
                      <a:gd name="connsiteY0" fmla="*/ 4212 h 27086"/>
                      <a:gd name="connsiteX1" fmla="*/ 301 w 17235"/>
                      <a:gd name="connsiteY1" fmla="*/ 1020 h 27086"/>
                      <a:gd name="connsiteX2" fmla="*/ 11117 w 17235"/>
                      <a:gd name="connsiteY2" fmla="*/ 20525 h 27086"/>
                      <a:gd name="connsiteX3" fmla="*/ 17235 w 17235"/>
                      <a:gd name="connsiteY3" fmla="*/ 27086 h 27086"/>
                      <a:gd name="connsiteX4" fmla="*/ 14619 w 17235"/>
                      <a:gd name="connsiteY4" fmla="*/ 23052 h 27086"/>
                      <a:gd name="connsiteX5" fmla="*/ 10585 w 17235"/>
                      <a:gd name="connsiteY5" fmla="*/ 4212 h 27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35" h="27086">
                        <a:moveTo>
                          <a:pt x="10585" y="4212"/>
                        </a:moveTo>
                        <a:cubicBezTo>
                          <a:pt x="7925" y="2749"/>
                          <a:pt x="1586" y="-2083"/>
                          <a:pt x="301" y="1020"/>
                        </a:cubicBezTo>
                        <a:cubicBezTo>
                          <a:pt x="-1694" y="5985"/>
                          <a:pt x="6728" y="15117"/>
                          <a:pt x="11117" y="20525"/>
                        </a:cubicBezTo>
                        <a:cubicBezTo>
                          <a:pt x="12536" y="22033"/>
                          <a:pt x="15595" y="25446"/>
                          <a:pt x="17235" y="27086"/>
                        </a:cubicBezTo>
                        <a:cubicBezTo>
                          <a:pt x="16614" y="25934"/>
                          <a:pt x="15151" y="24249"/>
                          <a:pt x="14619" y="23052"/>
                        </a:cubicBezTo>
                        <a:cubicBezTo>
                          <a:pt x="11561" y="16536"/>
                          <a:pt x="7083" y="8556"/>
                          <a:pt x="10585" y="421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84" name="Forme libre : forme 21283">
                    <a:extLst>
                      <a:ext uri="{FF2B5EF4-FFF2-40B4-BE49-F238E27FC236}">
                        <a16:creationId xmlns:a16="http://schemas.microsoft.com/office/drawing/2014/main" id="{43DBD331-89C7-4EA3-924D-008518EDABDB}"/>
                      </a:ext>
                    </a:extLst>
                  </p:cNvPr>
                  <p:cNvSpPr/>
                  <p:nvPr/>
                </p:nvSpPr>
                <p:spPr>
                  <a:xfrm>
                    <a:off x="6711392" y="1249131"/>
                    <a:ext cx="28612" cy="35847"/>
                  </a:xfrm>
                  <a:custGeom>
                    <a:avLst/>
                    <a:gdLst>
                      <a:gd name="connsiteX0" fmla="*/ 26875 w 28612"/>
                      <a:gd name="connsiteY0" fmla="*/ 35846 h 35847"/>
                      <a:gd name="connsiteX1" fmla="*/ 22929 w 28612"/>
                      <a:gd name="connsiteY1" fmla="*/ 33940 h 35847"/>
                      <a:gd name="connsiteX2" fmla="*/ 18674 w 28612"/>
                      <a:gd name="connsiteY2" fmla="*/ 29463 h 35847"/>
                      <a:gd name="connsiteX3" fmla="*/ 14196 w 28612"/>
                      <a:gd name="connsiteY3" fmla="*/ 24276 h 35847"/>
                      <a:gd name="connsiteX4" fmla="*/ 10428 w 28612"/>
                      <a:gd name="connsiteY4" fmla="*/ 20020 h 35847"/>
                      <a:gd name="connsiteX5" fmla="*/ 542 w 28612"/>
                      <a:gd name="connsiteY5" fmla="*/ 958 h 35847"/>
                      <a:gd name="connsiteX6" fmla="*/ 9940 w 28612"/>
                      <a:gd name="connsiteY6" fmla="*/ 3396 h 35847"/>
                      <a:gd name="connsiteX7" fmla="*/ 15482 w 28612"/>
                      <a:gd name="connsiteY7" fmla="*/ 8272 h 35847"/>
                      <a:gd name="connsiteX8" fmla="*/ 19294 w 28612"/>
                      <a:gd name="connsiteY8" fmla="*/ 12572 h 35847"/>
                      <a:gd name="connsiteX9" fmla="*/ 26964 w 28612"/>
                      <a:gd name="connsiteY9" fmla="*/ 25296 h 35847"/>
                      <a:gd name="connsiteX10" fmla="*/ 28604 w 28612"/>
                      <a:gd name="connsiteY10" fmla="*/ 32521 h 35847"/>
                      <a:gd name="connsiteX11" fmla="*/ 26875 w 28612"/>
                      <a:gd name="connsiteY11" fmla="*/ 35846 h 35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8612" h="35847">
                        <a:moveTo>
                          <a:pt x="26875" y="35846"/>
                        </a:moveTo>
                        <a:cubicBezTo>
                          <a:pt x="25678" y="35891"/>
                          <a:pt x="24304" y="35093"/>
                          <a:pt x="22929" y="33940"/>
                        </a:cubicBezTo>
                        <a:cubicBezTo>
                          <a:pt x="21644" y="32743"/>
                          <a:pt x="20181" y="31147"/>
                          <a:pt x="18674" y="29463"/>
                        </a:cubicBezTo>
                        <a:cubicBezTo>
                          <a:pt x="17122" y="27689"/>
                          <a:pt x="15570" y="25916"/>
                          <a:pt x="14196" y="24276"/>
                        </a:cubicBezTo>
                        <a:cubicBezTo>
                          <a:pt x="12644" y="22636"/>
                          <a:pt x="11403" y="21128"/>
                          <a:pt x="10428" y="20020"/>
                        </a:cubicBezTo>
                        <a:cubicBezTo>
                          <a:pt x="6749" y="15498"/>
                          <a:pt x="-2295" y="5169"/>
                          <a:pt x="542" y="958"/>
                        </a:cubicBezTo>
                        <a:cubicBezTo>
                          <a:pt x="2094" y="-1170"/>
                          <a:pt x="5995" y="515"/>
                          <a:pt x="9940" y="3396"/>
                        </a:cubicBezTo>
                        <a:cubicBezTo>
                          <a:pt x="11891" y="4859"/>
                          <a:pt x="13797" y="6676"/>
                          <a:pt x="15482" y="8272"/>
                        </a:cubicBezTo>
                        <a:cubicBezTo>
                          <a:pt x="17122" y="9957"/>
                          <a:pt x="18452" y="11553"/>
                          <a:pt x="19294" y="12572"/>
                        </a:cubicBezTo>
                        <a:cubicBezTo>
                          <a:pt x="20979" y="14612"/>
                          <a:pt x="24880" y="19887"/>
                          <a:pt x="26964" y="25296"/>
                        </a:cubicBezTo>
                        <a:cubicBezTo>
                          <a:pt x="28072" y="27955"/>
                          <a:pt x="28648" y="30615"/>
                          <a:pt x="28604" y="32521"/>
                        </a:cubicBezTo>
                        <a:cubicBezTo>
                          <a:pt x="28692" y="34561"/>
                          <a:pt x="28072" y="35758"/>
                          <a:pt x="26875" y="3584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85" name="Forme libre : forme 21284">
                    <a:extLst>
                      <a:ext uri="{FF2B5EF4-FFF2-40B4-BE49-F238E27FC236}">
                        <a16:creationId xmlns:a16="http://schemas.microsoft.com/office/drawing/2014/main" id="{0105B57C-E021-4830-80D5-9964E0414648}"/>
                      </a:ext>
                    </a:extLst>
                  </p:cNvPr>
                  <p:cNvSpPr/>
                  <p:nvPr/>
                </p:nvSpPr>
                <p:spPr>
                  <a:xfrm>
                    <a:off x="6694317" y="1231064"/>
                    <a:ext cx="34882" cy="46355"/>
                  </a:xfrm>
                  <a:custGeom>
                    <a:avLst/>
                    <a:gdLst>
                      <a:gd name="connsiteX0" fmla="*/ 416 w 34882"/>
                      <a:gd name="connsiteY0" fmla="*/ 3730 h 46355"/>
                      <a:gd name="connsiteX1" fmla="*/ 1436 w 34882"/>
                      <a:gd name="connsiteY1" fmla="*/ 11621 h 46355"/>
                      <a:gd name="connsiteX2" fmla="*/ 11410 w 34882"/>
                      <a:gd name="connsiteY2" fmla="*/ 30063 h 46355"/>
                      <a:gd name="connsiteX3" fmla="*/ 25374 w 34882"/>
                      <a:gd name="connsiteY3" fmla="*/ 43495 h 46355"/>
                      <a:gd name="connsiteX4" fmla="*/ 30517 w 34882"/>
                      <a:gd name="connsiteY4" fmla="*/ 46110 h 46355"/>
                      <a:gd name="connsiteX5" fmla="*/ 34507 w 34882"/>
                      <a:gd name="connsiteY5" fmla="*/ 45268 h 46355"/>
                      <a:gd name="connsiteX6" fmla="*/ 32955 w 34882"/>
                      <a:gd name="connsiteY6" fmla="*/ 38441 h 46355"/>
                      <a:gd name="connsiteX7" fmla="*/ 25197 w 34882"/>
                      <a:gd name="connsiteY7" fmla="*/ 20088 h 46355"/>
                      <a:gd name="connsiteX8" fmla="*/ 14469 w 34882"/>
                      <a:gd name="connsiteY8" fmla="*/ 2622 h 46355"/>
                      <a:gd name="connsiteX9" fmla="*/ 416 w 34882"/>
                      <a:gd name="connsiteY9" fmla="*/ 3730 h 46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882" h="46355">
                        <a:moveTo>
                          <a:pt x="416" y="3730"/>
                        </a:moveTo>
                        <a:cubicBezTo>
                          <a:pt x="-382" y="6789"/>
                          <a:pt x="-27" y="8163"/>
                          <a:pt x="1436" y="11621"/>
                        </a:cubicBezTo>
                        <a:cubicBezTo>
                          <a:pt x="4184" y="18271"/>
                          <a:pt x="6268" y="23679"/>
                          <a:pt x="11410" y="30063"/>
                        </a:cubicBezTo>
                        <a:cubicBezTo>
                          <a:pt x="15666" y="35427"/>
                          <a:pt x="20853" y="40392"/>
                          <a:pt x="25374" y="43495"/>
                        </a:cubicBezTo>
                        <a:cubicBezTo>
                          <a:pt x="27103" y="44647"/>
                          <a:pt x="28921" y="45667"/>
                          <a:pt x="30517" y="46110"/>
                        </a:cubicBezTo>
                        <a:cubicBezTo>
                          <a:pt x="32113" y="46554"/>
                          <a:pt x="33620" y="46465"/>
                          <a:pt x="34507" y="45268"/>
                        </a:cubicBezTo>
                        <a:cubicBezTo>
                          <a:pt x="35615" y="43805"/>
                          <a:pt x="34019" y="40968"/>
                          <a:pt x="32955" y="38441"/>
                        </a:cubicBezTo>
                        <a:cubicBezTo>
                          <a:pt x="30650" y="32323"/>
                          <a:pt x="27547" y="26738"/>
                          <a:pt x="25197" y="20088"/>
                        </a:cubicBezTo>
                        <a:cubicBezTo>
                          <a:pt x="23247" y="14369"/>
                          <a:pt x="21429" y="7232"/>
                          <a:pt x="14469" y="2622"/>
                        </a:cubicBezTo>
                        <a:cubicBezTo>
                          <a:pt x="8174" y="-1501"/>
                          <a:pt x="1480" y="-482"/>
                          <a:pt x="416" y="373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86" name="Forme libre : forme 21285">
                    <a:extLst>
                      <a:ext uri="{FF2B5EF4-FFF2-40B4-BE49-F238E27FC236}">
                        <a16:creationId xmlns:a16="http://schemas.microsoft.com/office/drawing/2014/main" id="{721BFFD0-E71E-4DDF-8E3E-86A6CCDE4CE0}"/>
                      </a:ext>
                    </a:extLst>
                  </p:cNvPr>
                  <p:cNvSpPr/>
                  <p:nvPr/>
                </p:nvSpPr>
                <p:spPr>
                  <a:xfrm>
                    <a:off x="6706232" y="1237322"/>
                    <a:ext cx="16580" cy="10704"/>
                  </a:xfrm>
                  <a:custGeom>
                    <a:avLst/>
                    <a:gdLst>
                      <a:gd name="connsiteX0" fmla="*/ 2421 w 16580"/>
                      <a:gd name="connsiteY0" fmla="*/ 309 h 10704"/>
                      <a:gd name="connsiteX1" fmla="*/ 293 w 16580"/>
                      <a:gd name="connsiteY1" fmla="*/ 132 h 10704"/>
                      <a:gd name="connsiteX2" fmla="*/ 648 w 16580"/>
                      <a:gd name="connsiteY2" fmla="*/ 1860 h 10704"/>
                      <a:gd name="connsiteX3" fmla="*/ 3219 w 16580"/>
                      <a:gd name="connsiteY3" fmla="*/ 4077 h 10704"/>
                      <a:gd name="connsiteX4" fmla="*/ 10135 w 16580"/>
                      <a:gd name="connsiteY4" fmla="*/ 8776 h 10704"/>
                      <a:gd name="connsiteX5" fmla="*/ 12839 w 16580"/>
                      <a:gd name="connsiteY5" fmla="*/ 10239 h 10704"/>
                      <a:gd name="connsiteX6" fmla="*/ 14169 w 16580"/>
                      <a:gd name="connsiteY6" fmla="*/ 6116 h 10704"/>
                      <a:gd name="connsiteX7" fmla="*/ 2421 w 16580"/>
                      <a:gd name="connsiteY7" fmla="*/ 309 h 10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580" h="10704">
                        <a:moveTo>
                          <a:pt x="2421" y="309"/>
                        </a:moveTo>
                        <a:cubicBezTo>
                          <a:pt x="1535" y="43"/>
                          <a:pt x="870" y="-134"/>
                          <a:pt x="293" y="132"/>
                        </a:cubicBezTo>
                        <a:cubicBezTo>
                          <a:pt x="-283" y="398"/>
                          <a:pt x="72" y="1107"/>
                          <a:pt x="648" y="1860"/>
                        </a:cubicBezTo>
                        <a:cubicBezTo>
                          <a:pt x="1224" y="2614"/>
                          <a:pt x="2333" y="3456"/>
                          <a:pt x="3219" y="4077"/>
                        </a:cubicBezTo>
                        <a:cubicBezTo>
                          <a:pt x="5480" y="5629"/>
                          <a:pt x="7874" y="7402"/>
                          <a:pt x="10135" y="8776"/>
                        </a:cubicBezTo>
                        <a:cubicBezTo>
                          <a:pt x="11066" y="9352"/>
                          <a:pt x="11952" y="9929"/>
                          <a:pt x="12839" y="10239"/>
                        </a:cubicBezTo>
                        <a:cubicBezTo>
                          <a:pt x="16519" y="11658"/>
                          <a:pt x="18381" y="9707"/>
                          <a:pt x="14169" y="6116"/>
                        </a:cubicBezTo>
                        <a:cubicBezTo>
                          <a:pt x="10889" y="3456"/>
                          <a:pt x="6057" y="1373"/>
                          <a:pt x="2421" y="30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87" name="Forme libre : forme 21286">
                    <a:extLst>
                      <a:ext uri="{FF2B5EF4-FFF2-40B4-BE49-F238E27FC236}">
                        <a16:creationId xmlns:a16="http://schemas.microsoft.com/office/drawing/2014/main" id="{27D2BAFF-5BBE-4C6F-AC3A-4F24C49DD11C}"/>
                      </a:ext>
                    </a:extLst>
                  </p:cNvPr>
                  <p:cNvSpPr/>
                  <p:nvPr/>
                </p:nvSpPr>
                <p:spPr>
                  <a:xfrm>
                    <a:off x="6719515" y="1280632"/>
                    <a:ext cx="21987" cy="17466"/>
                  </a:xfrm>
                  <a:custGeom>
                    <a:avLst/>
                    <a:gdLst>
                      <a:gd name="connsiteX0" fmla="*/ 21988 w 21987"/>
                      <a:gd name="connsiteY0" fmla="*/ 17466 h 17466"/>
                      <a:gd name="connsiteX1" fmla="*/ 10196 w 21987"/>
                      <a:gd name="connsiteY1" fmla="*/ 9044 h 17466"/>
                      <a:gd name="connsiteX2" fmla="*/ 4921 w 21987"/>
                      <a:gd name="connsiteY2" fmla="*/ 3945 h 17466"/>
                      <a:gd name="connsiteX3" fmla="*/ 0 w 21987"/>
                      <a:gd name="connsiteY3" fmla="*/ 0 h 17466"/>
                      <a:gd name="connsiteX4" fmla="*/ 5142 w 21987"/>
                      <a:gd name="connsiteY4" fmla="*/ 3724 h 17466"/>
                      <a:gd name="connsiteX5" fmla="*/ 7714 w 21987"/>
                      <a:gd name="connsiteY5" fmla="*/ 5586 h 17466"/>
                      <a:gd name="connsiteX6" fmla="*/ 9043 w 21987"/>
                      <a:gd name="connsiteY6" fmla="*/ 6561 h 17466"/>
                      <a:gd name="connsiteX7" fmla="*/ 10462 w 21987"/>
                      <a:gd name="connsiteY7" fmla="*/ 7935 h 17466"/>
                      <a:gd name="connsiteX8" fmla="*/ 21988 w 21987"/>
                      <a:gd name="connsiteY8" fmla="*/ 17466 h 17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87" h="17466">
                        <a:moveTo>
                          <a:pt x="21988" y="17466"/>
                        </a:moveTo>
                        <a:cubicBezTo>
                          <a:pt x="18220" y="16757"/>
                          <a:pt x="14097" y="13299"/>
                          <a:pt x="10196" y="9044"/>
                        </a:cubicBezTo>
                        <a:cubicBezTo>
                          <a:pt x="8201" y="6605"/>
                          <a:pt x="6517" y="5453"/>
                          <a:pt x="4921" y="3945"/>
                        </a:cubicBezTo>
                        <a:cubicBezTo>
                          <a:pt x="3147" y="2527"/>
                          <a:pt x="1596" y="1153"/>
                          <a:pt x="0" y="0"/>
                        </a:cubicBezTo>
                        <a:cubicBezTo>
                          <a:pt x="1729" y="1241"/>
                          <a:pt x="3325" y="2483"/>
                          <a:pt x="5142" y="3724"/>
                        </a:cubicBezTo>
                        <a:cubicBezTo>
                          <a:pt x="6073" y="4344"/>
                          <a:pt x="6782" y="4965"/>
                          <a:pt x="7714" y="5586"/>
                        </a:cubicBezTo>
                        <a:lnTo>
                          <a:pt x="9043" y="6561"/>
                        </a:lnTo>
                        <a:lnTo>
                          <a:pt x="10462" y="7935"/>
                        </a:lnTo>
                        <a:cubicBezTo>
                          <a:pt x="14408" y="11703"/>
                          <a:pt x="18397" y="14984"/>
                          <a:pt x="21988" y="1746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88" name="Forme libre : forme 21287">
                    <a:extLst>
                      <a:ext uri="{FF2B5EF4-FFF2-40B4-BE49-F238E27FC236}">
                        <a16:creationId xmlns:a16="http://schemas.microsoft.com/office/drawing/2014/main" id="{E3D6E93F-EC55-4697-8BA8-CAE19F3C7E42}"/>
                      </a:ext>
                    </a:extLst>
                  </p:cNvPr>
                  <p:cNvSpPr/>
                  <p:nvPr/>
                </p:nvSpPr>
                <p:spPr>
                  <a:xfrm>
                    <a:off x="6690034" y="1224408"/>
                    <a:ext cx="33026" cy="11272"/>
                  </a:xfrm>
                  <a:custGeom>
                    <a:avLst/>
                    <a:gdLst>
                      <a:gd name="connsiteX0" fmla="*/ 33027 w 33026"/>
                      <a:gd name="connsiteY0" fmla="*/ 11273 h 11272"/>
                      <a:gd name="connsiteX1" fmla="*/ 0 w 33026"/>
                      <a:gd name="connsiteY1" fmla="*/ 13 h 11272"/>
                      <a:gd name="connsiteX2" fmla="*/ 33027 w 33026"/>
                      <a:gd name="connsiteY2" fmla="*/ 11273 h 11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026" h="11272">
                        <a:moveTo>
                          <a:pt x="33027" y="11273"/>
                        </a:moveTo>
                        <a:cubicBezTo>
                          <a:pt x="22387" y="2850"/>
                          <a:pt x="10019" y="234"/>
                          <a:pt x="0" y="13"/>
                        </a:cubicBezTo>
                        <a:cubicBezTo>
                          <a:pt x="9354" y="-298"/>
                          <a:pt x="23052" y="5199"/>
                          <a:pt x="33027" y="112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89" name="Forme libre : forme 21288">
                    <a:extLst>
                      <a:ext uri="{FF2B5EF4-FFF2-40B4-BE49-F238E27FC236}">
                        <a16:creationId xmlns:a16="http://schemas.microsoft.com/office/drawing/2014/main" id="{4C46F5D4-C184-48FB-B2C9-32D5D9896274}"/>
                      </a:ext>
                    </a:extLst>
                  </p:cNvPr>
                  <p:cNvSpPr/>
                  <p:nvPr/>
                </p:nvSpPr>
                <p:spPr>
                  <a:xfrm>
                    <a:off x="6725740" y="1258152"/>
                    <a:ext cx="9950" cy="14368"/>
                  </a:xfrm>
                  <a:custGeom>
                    <a:avLst/>
                    <a:gdLst>
                      <a:gd name="connsiteX0" fmla="*/ 9246 w 9950"/>
                      <a:gd name="connsiteY0" fmla="*/ 14368 h 14368"/>
                      <a:gd name="connsiteX1" fmla="*/ 5833 w 9950"/>
                      <a:gd name="connsiteY1" fmla="*/ 11176 h 14368"/>
                      <a:gd name="connsiteX2" fmla="*/ 2907 w 9950"/>
                      <a:gd name="connsiteY2" fmla="*/ 6831 h 14368"/>
                      <a:gd name="connsiteX3" fmla="*/ 690 w 9950"/>
                      <a:gd name="connsiteY3" fmla="*/ 4 h 14368"/>
                      <a:gd name="connsiteX4" fmla="*/ 7207 w 9950"/>
                      <a:gd name="connsiteY4" fmla="*/ 6920 h 14368"/>
                      <a:gd name="connsiteX5" fmla="*/ 9246 w 9950"/>
                      <a:gd name="connsiteY5" fmla="*/ 14368 h 14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950" h="14368">
                        <a:moveTo>
                          <a:pt x="9246" y="14368"/>
                        </a:moveTo>
                        <a:cubicBezTo>
                          <a:pt x="8227" y="14368"/>
                          <a:pt x="7030" y="12860"/>
                          <a:pt x="5833" y="11176"/>
                        </a:cubicBezTo>
                        <a:cubicBezTo>
                          <a:pt x="4592" y="9535"/>
                          <a:pt x="3439" y="7674"/>
                          <a:pt x="2907" y="6831"/>
                        </a:cubicBezTo>
                        <a:cubicBezTo>
                          <a:pt x="1799" y="5147"/>
                          <a:pt x="-1393" y="226"/>
                          <a:pt x="690" y="4"/>
                        </a:cubicBezTo>
                        <a:cubicBezTo>
                          <a:pt x="2774" y="-173"/>
                          <a:pt x="6320" y="5102"/>
                          <a:pt x="7207" y="6920"/>
                        </a:cubicBezTo>
                        <a:cubicBezTo>
                          <a:pt x="8360" y="8516"/>
                          <a:pt x="11285" y="14456"/>
                          <a:pt x="9246" y="1436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90" name="Forme libre : forme 21289">
                    <a:extLst>
                      <a:ext uri="{FF2B5EF4-FFF2-40B4-BE49-F238E27FC236}">
                        <a16:creationId xmlns:a16="http://schemas.microsoft.com/office/drawing/2014/main" id="{CA642321-8135-498C-AFE3-F2FEC4F551CC}"/>
                      </a:ext>
                    </a:extLst>
                  </p:cNvPr>
                  <p:cNvSpPr/>
                  <p:nvPr/>
                </p:nvSpPr>
                <p:spPr>
                  <a:xfrm>
                    <a:off x="6734035" y="1270411"/>
                    <a:ext cx="2861" cy="4253"/>
                  </a:xfrm>
                  <a:custGeom>
                    <a:avLst/>
                    <a:gdLst>
                      <a:gd name="connsiteX0" fmla="*/ 2680 w 2861"/>
                      <a:gd name="connsiteY0" fmla="*/ 4148 h 4253"/>
                      <a:gd name="connsiteX1" fmla="*/ 906 w 2861"/>
                      <a:gd name="connsiteY1" fmla="*/ 2685 h 4253"/>
                      <a:gd name="connsiteX2" fmla="*/ 153 w 2861"/>
                      <a:gd name="connsiteY2" fmla="*/ 114 h 4253"/>
                      <a:gd name="connsiteX3" fmla="*/ 1970 w 2861"/>
                      <a:gd name="connsiteY3" fmla="*/ 1488 h 4253"/>
                      <a:gd name="connsiteX4" fmla="*/ 2680 w 2861"/>
                      <a:gd name="connsiteY4" fmla="*/ 4148 h 4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1" h="4253">
                        <a:moveTo>
                          <a:pt x="2680" y="4148"/>
                        </a:moveTo>
                        <a:cubicBezTo>
                          <a:pt x="2192" y="4636"/>
                          <a:pt x="1349" y="3306"/>
                          <a:pt x="906" y="2685"/>
                        </a:cubicBezTo>
                        <a:cubicBezTo>
                          <a:pt x="463" y="2020"/>
                          <a:pt x="-335" y="601"/>
                          <a:pt x="153" y="114"/>
                        </a:cubicBezTo>
                        <a:cubicBezTo>
                          <a:pt x="596" y="-374"/>
                          <a:pt x="1527" y="823"/>
                          <a:pt x="1970" y="1488"/>
                        </a:cubicBezTo>
                        <a:cubicBezTo>
                          <a:pt x="2458" y="2109"/>
                          <a:pt x="3212" y="3660"/>
                          <a:pt x="2680" y="41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91" name="Forme libre : forme 21290">
                    <a:extLst>
                      <a:ext uri="{FF2B5EF4-FFF2-40B4-BE49-F238E27FC236}">
                        <a16:creationId xmlns:a16="http://schemas.microsoft.com/office/drawing/2014/main" id="{E46DE99C-7A9C-40A5-9555-18F3AF2E11D6}"/>
                      </a:ext>
                    </a:extLst>
                  </p:cNvPr>
                  <p:cNvSpPr/>
                  <p:nvPr/>
                </p:nvSpPr>
                <p:spPr>
                  <a:xfrm>
                    <a:off x="6732634" y="1251550"/>
                    <a:ext cx="15997" cy="43740"/>
                  </a:xfrm>
                  <a:custGeom>
                    <a:avLst/>
                    <a:gdLst>
                      <a:gd name="connsiteX0" fmla="*/ 15164 w 15997"/>
                      <a:gd name="connsiteY0" fmla="*/ 31432 h 43740"/>
                      <a:gd name="connsiteX1" fmla="*/ 12061 w 15997"/>
                      <a:gd name="connsiteY1" fmla="*/ 43180 h 43740"/>
                      <a:gd name="connsiteX2" fmla="*/ 8558 w 15997"/>
                      <a:gd name="connsiteY2" fmla="*/ 41407 h 43740"/>
                      <a:gd name="connsiteX3" fmla="*/ 8381 w 15997"/>
                      <a:gd name="connsiteY3" fmla="*/ 36264 h 43740"/>
                      <a:gd name="connsiteX4" fmla="*/ 7716 w 15997"/>
                      <a:gd name="connsiteY4" fmla="*/ 19862 h 43740"/>
                      <a:gd name="connsiteX5" fmla="*/ 2618 w 15997"/>
                      <a:gd name="connsiteY5" fmla="*/ 8247 h 43740"/>
                      <a:gd name="connsiteX6" fmla="*/ 1244 w 15997"/>
                      <a:gd name="connsiteY6" fmla="*/ 1 h 43740"/>
                      <a:gd name="connsiteX7" fmla="*/ 9933 w 15997"/>
                      <a:gd name="connsiteY7" fmla="*/ 7449 h 43740"/>
                      <a:gd name="connsiteX8" fmla="*/ 15430 w 15997"/>
                      <a:gd name="connsiteY8" fmla="*/ 19374 h 43740"/>
                      <a:gd name="connsiteX9" fmla="*/ 15873 w 15997"/>
                      <a:gd name="connsiteY9" fmla="*/ 26157 h 43740"/>
                      <a:gd name="connsiteX10" fmla="*/ 15563 w 15997"/>
                      <a:gd name="connsiteY10" fmla="*/ 28950 h 43740"/>
                      <a:gd name="connsiteX11" fmla="*/ 15164 w 15997"/>
                      <a:gd name="connsiteY11" fmla="*/ 31432 h 43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997" h="43740">
                        <a:moveTo>
                          <a:pt x="15164" y="31432"/>
                        </a:moveTo>
                        <a:cubicBezTo>
                          <a:pt x="14588" y="36264"/>
                          <a:pt x="14144" y="39722"/>
                          <a:pt x="12061" y="43180"/>
                        </a:cubicBezTo>
                        <a:cubicBezTo>
                          <a:pt x="11263" y="44465"/>
                          <a:pt x="9356" y="43401"/>
                          <a:pt x="8558" y="41407"/>
                        </a:cubicBezTo>
                        <a:cubicBezTo>
                          <a:pt x="7805" y="39412"/>
                          <a:pt x="8115" y="37860"/>
                          <a:pt x="8381" y="36264"/>
                        </a:cubicBezTo>
                        <a:cubicBezTo>
                          <a:pt x="9356" y="31388"/>
                          <a:pt x="9179" y="25846"/>
                          <a:pt x="7716" y="19862"/>
                        </a:cubicBezTo>
                        <a:cubicBezTo>
                          <a:pt x="7273" y="18044"/>
                          <a:pt x="4790" y="12769"/>
                          <a:pt x="2618" y="8247"/>
                        </a:cubicBezTo>
                        <a:cubicBezTo>
                          <a:pt x="402" y="3858"/>
                          <a:pt x="-1239" y="-87"/>
                          <a:pt x="1244" y="1"/>
                        </a:cubicBezTo>
                        <a:cubicBezTo>
                          <a:pt x="3682" y="179"/>
                          <a:pt x="7140" y="3238"/>
                          <a:pt x="9933" y="7449"/>
                        </a:cubicBezTo>
                        <a:cubicBezTo>
                          <a:pt x="12770" y="11528"/>
                          <a:pt x="14853" y="16581"/>
                          <a:pt x="15430" y="19374"/>
                        </a:cubicBezTo>
                        <a:cubicBezTo>
                          <a:pt x="16139" y="22034"/>
                          <a:pt x="16050" y="24251"/>
                          <a:pt x="15873" y="26157"/>
                        </a:cubicBezTo>
                        <a:lnTo>
                          <a:pt x="15563" y="28950"/>
                        </a:lnTo>
                        <a:cubicBezTo>
                          <a:pt x="15430" y="29703"/>
                          <a:pt x="15252" y="30501"/>
                          <a:pt x="15164" y="3143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63" name="Graphique 2">
                  <a:extLst>
                    <a:ext uri="{FF2B5EF4-FFF2-40B4-BE49-F238E27FC236}">
                      <a16:creationId xmlns:a16="http://schemas.microsoft.com/office/drawing/2014/main" id="{9559AA63-09FA-436F-8F18-EF1A9803A634}"/>
                    </a:ext>
                  </a:extLst>
                </p:cNvPr>
                <p:cNvGrpSpPr/>
                <p:nvPr/>
              </p:nvGrpSpPr>
              <p:grpSpPr>
                <a:xfrm>
                  <a:off x="6736884" y="1299175"/>
                  <a:ext cx="52202" cy="89367"/>
                  <a:chOff x="6736884" y="1299175"/>
                  <a:chExt cx="52202" cy="89367"/>
                </a:xfrm>
                <a:solidFill>
                  <a:schemeClr val="accent1"/>
                </a:solidFill>
              </p:grpSpPr>
              <p:sp>
                <p:nvSpPr>
                  <p:cNvPr id="21268" name="Forme libre : forme 21267">
                    <a:extLst>
                      <a:ext uri="{FF2B5EF4-FFF2-40B4-BE49-F238E27FC236}">
                        <a16:creationId xmlns:a16="http://schemas.microsoft.com/office/drawing/2014/main" id="{BF8CE25C-0243-4D67-85A8-9800817B5174}"/>
                      </a:ext>
                    </a:extLst>
                  </p:cNvPr>
                  <p:cNvSpPr/>
                  <p:nvPr/>
                </p:nvSpPr>
                <p:spPr>
                  <a:xfrm>
                    <a:off x="6736884" y="1299175"/>
                    <a:ext cx="52202" cy="89367"/>
                  </a:xfrm>
                  <a:custGeom>
                    <a:avLst/>
                    <a:gdLst>
                      <a:gd name="connsiteX0" fmla="*/ 16942 w 52202"/>
                      <a:gd name="connsiteY0" fmla="*/ 69188 h 89367"/>
                      <a:gd name="connsiteX1" fmla="*/ 2756 w 52202"/>
                      <a:gd name="connsiteY1" fmla="*/ 37713 h 89367"/>
                      <a:gd name="connsiteX2" fmla="*/ 4574 w 52202"/>
                      <a:gd name="connsiteY2" fmla="*/ 3711 h 89367"/>
                      <a:gd name="connsiteX3" fmla="*/ 14194 w 52202"/>
                      <a:gd name="connsiteY3" fmla="*/ 874 h 89367"/>
                      <a:gd name="connsiteX4" fmla="*/ 35739 w 52202"/>
                      <a:gd name="connsiteY4" fmla="*/ 25655 h 89367"/>
                      <a:gd name="connsiteX5" fmla="*/ 47442 w 52202"/>
                      <a:gd name="connsiteY5" fmla="*/ 51899 h 89367"/>
                      <a:gd name="connsiteX6" fmla="*/ 51831 w 52202"/>
                      <a:gd name="connsiteY6" fmla="*/ 81911 h 89367"/>
                      <a:gd name="connsiteX7" fmla="*/ 45403 w 52202"/>
                      <a:gd name="connsiteY7" fmla="*/ 89359 h 89367"/>
                      <a:gd name="connsiteX8" fmla="*/ 16942 w 52202"/>
                      <a:gd name="connsiteY8" fmla="*/ 69188 h 89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202" h="89367">
                        <a:moveTo>
                          <a:pt x="16942" y="69188"/>
                        </a:moveTo>
                        <a:cubicBezTo>
                          <a:pt x="12509" y="61962"/>
                          <a:pt x="5283" y="45648"/>
                          <a:pt x="2756" y="37713"/>
                        </a:cubicBezTo>
                        <a:cubicBezTo>
                          <a:pt x="-2120" y="22774"/>
                          <a:pt x="97" y="13597"/>
                          <a:pt x="4574" y="3711"/>
                        </a:cubicBezTo>
                        <a:cubicBezTo>
                          <a:pt x="6126" y="298"/>
                          <a:pt x="11046" y="-1032"/>
                          <a:pt x="14194" y="874"/>
                        </a:cubicBezTo>
                        <a:cubicBezTo>
                          <a:pt x="23326" y="6460"/>
                          <a:pt x="30064" y="13287"/>
                          <a:pt x="35739" y="25655"/>
                        </a:cubicBezTo>
                        <a:cubicBezTo>
                          <a:pt x="38709" y="32349"/>
                          <a:pt x="44383" y="45515"/>
                          <a:pt x="47442" y="51899"/>
                        </a:cubicBezTo>
                        <a:cubicBezTo>
                          <a:pt x="53072" y="63913"/>
                          <a:pt x="52407" y="71804"/>
                          <a:pt x="51831" y="81911"/>
                        </a:cubicBezTo>
                        <a:cubicBezTo>
                          <a:pt x="51609" y="85369"/>
                          <a:pt x="49038" y="89580"/>
                          <a:pt x="45403" y="89359"/>
                        </a:cubicBezTo>
                        <a:cubicBezTo>
                          <a:pt x="35118" y="88605"/>
                          <a:pt x="25011" y="82709"/>
                          <a:pt x="16942" y="6918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69" name="Forme libre : forme 21268">
                    <a:extLst>
                      <a:ext uri="{FF2B5EF4-FFF2-40B4-BE49-F238E27FC236}">
                        <a16:creationId xmlns:a16="http://schemas.microsoft.com/office/drawing/2014/main" id="{C10328D5-61C6-4847-AEE4-DCD4195D9930}"/>
                      </a:ext>
                    </a:extLst>
                  </p:cNvPr>
                  <p:cNvSpPr/>
                  <p:nvPr/>
                </p:nvSpPr>
                <p:spPr>
                  <a:xfrm>
                    <a:off x="6736999" y="1299739"/>
                    <a:ext cx="45553" cy="88706"/>
                  </a:xfrm>
                  <a:custGeom>
                    <a:avLst/>
                    <a:gdLst>
                      <a:gd name="connsiteX0" fmla="*/ 16251 w 45553"/>
                      <a:gd name="connsiteY0" fmla="*/ 37238 h 88706"/>
                      <a:gd name="connsiteX1" fmla="*/ 7828 w 45553"/>
                      <a:gd name="connsiteY1" fmla="*/ 0 h 88706"/>
                      <a:gd name="connsiteX2" fmla="*/ 4548 w 45553"/>
                      <a:gd name="connsiteY2" fmla="*/ 3059 h 88706"/>
                      <a:gd name="connsiteX3" fmla="*/ 2464 w 45553"/>
                      <a:gd name="connsiteY3" fmla="*/ 8157 h 88706"/>
                      <a:gd name="connsiteX4" fmla="*/ 70 w 45553"/>
                      <a:gd name="connsiteY4" fmla="*/ 24072 h 88706"/>
                      <a:gd name="connsiteX5" fmla="*/ 2730 w 45553"/>
                      <a:gd name="connsiteY5" fmla="*/ 37061 h 88706"/>
                      <a:gd name="connsiteX6" fmla="*/ 4592 w 45553"/>
                      <a:gd name="connsiteY6" fmla="*/ 42203 h 88706"/>
                      <a:gd name="connsiteX7" fmla="*/ 15630 w 45553"/>
                      <a:gd name="connsiteY7" fmla="*/ 66275 h 88706"/>
                      <a:gd name="connsiteX8" fmla="*/ 16916 w 45553"/>
                      <a:gd name="connsiteY8" fmla="*/ 68536 h 88706"/>
                      <a:gd name="connsiteX9" fmla="*/ 26181 w 45553"/>
                      <a:gd name="connsiteY9" fmla="*/ 80150 h 88706"/>
                      <a:gd name="connsiteX10" fmla="*/ 40500 w 45553"/>
                      <a:gd name="connsiteY10" fmla="*/ 87953 h 88706"/>
                      <a:gd name="connsiteX11" fmla="*/ 45376 w 45553"/>
                      <a:gd name="connsiteY11" fmla="*/ 88706 h 88706"/>
                      <a:gd name="connsiteX12" fmla="*/ 45554 w 45553"/>
                      <a:gd name="connsiteY12" fmla="*/ 88706 h 88706"/>
                      <a:gd name="connsiteX13" fmla="*/ 16251 w 45553"/>
                      <a:gd name="connsiteY13" fmla="*/ 37238 h 88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5553" h="88706">
                        <a:moveTo>
                          <a:pt x="16251" y="37238"/>
                        </a:moveTo>
                        <a:cubicBezTo>
                          <a:pt x="10532" y="25136"/>
                          <a:pt x="6188" y="11393"/>
                          <a:pt x="7828" y="0"/>
                        </a:cubicBezTo>
                        <a:cubicBezTo>
                          <a:pt x="6409" y="621"/>
                          <a:pt x="5213" y="1640"/>
                          <a:pt x="4548" y="3059"/>
                        </a:cubicBezTo>
                        <a:cubicBezTo>
                          <a:pt x="3750" y="4743"/>
                          <a:pt x="3085" y="6428"/>
                          <a:pt x="2464" y="8157"/>
                        </a:cubicBezTo>
                        <a:cubicBezTo>
                          <a:pt x="735" y="13033"/>
                          <a:pt x="-284" y="18131"/>
                          <a:pt x="70" y="24072"/>
                        </a:cubicBezTo>
                        <a:cubicBezTo>
                          <a:pt x="336" y="27928"/>
                          <a:pt x="1134" y="32184"/>
                          <a:pt x="2730" y="37061"/>
                        </a:cubicBezTo>
                        <a:cubicBezTo>
                          <a:pt x="3218" y="38524"/>
                          <a:pt x="3838" y="40297"/>
                          <a:pt x="4592" y="42203"/>
                        </a:cubicBezTo>
                        <a:cubicBezTo>
                          <a:pt x="7429" y="49739"/>
                          <a:pt x="12039" y="59891"/>
                          <a:pt x="15630" y="66275"/>
                        </a:cubicBezTo>
                        <a:cubicBezTo>
                          <a:pt x="16073" y="67073"/>
                          <a:pt x="16517" y="67871"/>
                          <a:pt x="16916" y="68536"/>
                        </a:cubicBezTo>
                        <a:cubicBezTo>
                          <a:pt x="19797" y="73323"/>
                          <a:pt x="22901" y="77136"/>
                          <a:pt x="26181" y="80150"/>
                        </a:cubicBezTo>
                        <a:cubicBezTo>
                          <a:pt x="30747" y="84184"/>
                          <a:pt x="35624" y="86623"/>
                          <a:pt x="40500" y="87953"/>
                        </a:cubicBezTo>
                        <a:cubicBezTo>
                          <a:pt x="42140" y="88307"/>
                          <a:pt x="43780" y="88573"/>
                          <a:pt x="45376" y="88706"/>
                        </a:cubicBezTo>
                        <a:lnTo>
                          <a:pt x="45554" y="88706"/>
                        </a:lnTo>
                        <a:cubicBezTo>
                          <a:pt x="32432" y="73235"/>
                          <a:pt x="24541" y="54483"/>
                          <a:pt x="16251" y="3723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70" name="Forme libre : forme 21269">
                    <a:extLst>
                      <a:ext uri="{FF2B5EF4-FFF2-40B4-BE49-F238E27FC236}">
                        <a16:creationId xmlns:a16="http://schemas.microsoft.com/office/drawing/2014/main" id="{3F670C5C-A947-47E1-81D5-53D2501A7BF0}"/>
                      </a:ext>
                    </a:extLst>
                  </p:cNvPr>
                  <p:cNvSpPr/>
                  <p:nvPr/>
                </p:nvSpPr>
                <p:spPr>
                  <a:xfrm>
                    <a:off x="6753989" y="1331292"/>
                    <a:ext cx="22181" cy="41068"/>
                  </a:xfrm>
                  <a:custGeom>
                    <a:avLst/>
                    <a:gdLst>
                      <a:gd name="connsiteX0" fmla="*/ 21161 w 22181"/>
                      <a:gd name="connsiteY0" fmla="*/ 40751 h 41068"/>
                      <a:gd name="connsiteX1" fmla="*/ 12339 w 22181"/>
                      <a:gd name="connsiteY1" fmla="*/ 34855 h 41068"/>
                      <a:gd name="connsiteX2" fmla="*/ 4847 w 22181"/>
                      <a:gd name="connsiteY2" fmla="*/ 22619 h 41068"/>
                      <a:gd name="connsiteX3" fmla="*/ 2010 w 22181"/>
                      <a:gd name="connsiteY3" fmla="*/ 188 h 41068"/>
                      <a:gd name="connsiteX4" fmla="*/ 15265 w 22181"/>
                      <a:gd name="connsiteY4" fmla="*/ 17610 h 41068"/>
                      <a:gd name="connsiteX5" fmla="*/ 20274 w 22181"/>
                      <a:gd name="connsiteY5" fmla="*/ 30155 h 41068"/>
                      <a:gd name="connsiteX6" fmla="*/ 21161 w 22181"/>
                      <a:gd name="connsiteY6" fmla="*/ 40751 h 410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181" h="41068">
                        <a:moveTo>
                          <a:pt x="21161" y="40751"/>
                        </a:moveTo>
                        <a:cubicBezTo>
                          <a:pt x="19210" y="42080"/>
                          <a:pt x="15620" y="39066"/>
                          <a:pt x="12339" y="34855"/>
                        </a:cubicBezTo>
                        <a:cubicBezTo>
                          <a:pt x="9014" y="30643"/>
                          <a:pt x="6177" y="25323"/>
                          <a:pt x="4847" y="22619"/>
                        </a:cubicBezTo>
                        <a:cubicBezTo>
                          <a:pt x="2143" y="17166"/>
                          <a:pt x="-2778" y="2183"/>
                          <a:pt x="2010" y="188"/>
                        </a:cubicBezTo>
                        <a:cubicBezTo>
                          <a:pt x="6665" y="-1807"/>
                          <a:pt x="13004" y="12645"/>
                          <a:pt x="15265" y="17610"/>
                        </a:cubicBezTo>
                        <a:cubicBezTo>
                          <a:pt x="16329" y="20137"/>
                          <a:pt x="18590" y="25368"/>
                          <a:pt x="20274" y="30155"/>
                        </a:cubicBezTo>
                        <a:cubicBezTo>
                          <a:pt x="21959" y="34943"/>
                          <a:pt x="23111" y="39421"/>
                          <a:pt x="21161" y="4075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71" name="Forme libre : forme 21270">
                    <a:extLst>
                      <a:ext uri="{FF2B5EF4-FFF2-40B4-BE49-F238E27FC236}">
                        <a16:creationId xmlns:a16="http://schemas.microsoft.com/office/drawing/2014/main" id="{E0DCAD5E-EFF6-494B-B3D1-1C4C8924CD89}"/>
                      </a:ext>
                    </a:extLst>
                  </p:cNvPr>
                  <p:cNvSpPr/>
                  <p:nvPr/>
                </p:nvSpPr>
                <p:spPr>
                  <a:xfrm>
                    <a:off x="6754048" y="1330892"/>
                    <a:ext cx="9885" cy="31752"/>
                  </a:xfrm>
                  <a:custGeom>
                    <a:avLst/>
                    <a:gdLst>
                      <a:gd name="connsiteX0" fmla="*/ 9753 w 9885"/>
                      <a:gd name="connsiteY0" fmla="*/ 7504 h 31752"/>
                      <a:gd name="connsiteX1" fmla="*/ 1818 w 9885"/>
                      <a:gd name="connsiteY1" fmla="*/ 411 h 31752"/>
                      <a:gd name="connsiteX2" fmla="*/ 4876 w 9885"/>
                      <a:gd name="connsiteY2" fmla="*/ 23330 h 31752"/>
                      <a:gd name="connsiteX3" fmla="*/ 9886 w 9885"/>
                      <a:gd name="connsiteY3" fmla="*/ 31753 h 31752"/>
                      <a:gd name="connsiteX4" fmla="*/ 7802 w 9885"/>
                      <a:gd name="connsiteY4" fmla="*/ 26921 h 31752"/>
                      <a:gd name="connsiteX5" fmla="*/ 9753 w 9885"/>
                      <a:gd name="connsiteY5" fmla="*/ 7504 h 31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85" h="31752">
                        <a:moveTo>
                          <a:pt x="9753" y="7504"/>
                        </a:moveTo>
                        <a:cubicBezTo>
                          <a:pt x="7802" y="5287"/>
                          <a:pt x="4389" y="-1762"/>
                          <a:pt x="1818" y="411"/>
                        </a:cubicBezTo>
                        <a:cubicBezTo>
                          <a:pt x="-2394" y="3868"/>
                          <a:pt x="1596" y="16370"/>
                          <a:pt x="4876" y="23330"/>
                        </a:cubicBezTo>
                        <a:cubicBezTo>
                          <a:pt x="5808" y="25369"/>
                          <a:pt x="8379" y="29713"/>
                          <a:pt x="9886" y="31753"/>
                        </a:cubicBezTo>
                        <a:cubicBezTo>
                          <a:pt x="9265" y="30423"/>
                          <a:pt x="8157" y="28295"/>
                          <a:pt x="7802" y="26921"/>
                        </a:cubicBezTo>
                        <a:cubicBezTo>
                          <a:pt x="5896" y="19251"/>
                          <a:pt x="4744" y="10075"/>
                          <a:pt x="9753" y="750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72" name="Forme libre : forme 21271">
                    <a:extLst>
                      <a:ext uri="{FF2B5EF4-FFF2-40B4-BE49-F238E27FC236}">
                        <a16:creationId xmlns:a16="http://schemas.microsoft.com/office/drawing/2014/main" id="{41097B30-6056-4DF2-951B-2C74668E22D0}"/>
                      </a:ext>
                    </a:extLst>
                  </p:cNvPr>
                  <p:cNvSpPr/>
                  <p:nvPr/>
                </p:nvSpPr>
                <p:spPr>
                  <a:xfrm>
                    <a:off x="6753596" y="1333885"/>
                    <a:ext cx="23104" cy="40977"/>
                  </a:xfrm>
                  <a:custGeom>
                    <a:avLst/>
                    <a:gdLst>
                      <a:gd name="connsiteX0" fmla="*/ 21864 w 23104"/>
                      <a:gd name="connsiteY0" fmla="*/ 40862 h 40977"/>
                      <a:gd name="connsiteX1" fmla="*/ 12599 w 23104"/>
                      <a:gd name="connsiteY1" fmla="*/ 34567 h 40977"/>
                      <a:gd name="connsiteX2" fmla="*/ 4929 w 23104"/>
                      <a:gd name="connsiteY2" fmla="*/ 22597 h 40977"/>
                      <a:gd name="connsiteX3" fmla="*/ 2048 w 23104"/>
                      <a:gd name="connsiteY3" fmla="*/ 255 h 40977"/>
                      <a:gd name="connsiteX4" fmla="*/ 15392 w 23104"/>
                      <a:gd name="connsiteY4" fmla="*/ 17588 h 40977"/>
                      <a:gd name="connsiteX5" fmla="*/ 20933 w 23104"/>
                      <a:gd name="connsiteY5" fmla="*/ 30533 h 40977"/>
                      <a:gd name="connsiteX6" fmla="*/ 21864 w 23104"/>
                      <a:gd name="connsiteY6" fmla="*/ 40862 h 40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104" h="40977">
                        <a:moveTo>
                          <a:pt x="21864" y="40862"/>
                        </a:moveTo>
                        <a:cubicBezTo>
                          <a:pt x="19514" y="41615"/>
                          <a:pt x="15879" y="38601"/>
                          <a:pt x="12599" y="34567"/>
                        </a:cubicBezTo>
                        <a:cubicBezTo>
                          <a:pt x="9318" y="30533"/>
                          <a:pt x="6437" y="25523"/>
                          <a:pt x="4929" y="22597"/>
                        </a:cubicBezTo>
                        <a:cubicBezTo>
                          <a:pt x="1782" y="16746"/>
                          <a:pt x="-2651" y="2693"/>
                          <a:pt x="2048" y="255"/>
                        </a:cubicBezTo>
                        <a:cubicBezTo>
                          <a:pt x="6658" y="-2139"/>
                          <a:pt x="13131" y="13022"/>
                          <a:pt x="15392" y="17588"/>
                        </a:cubicBezTo>
                        <a:cubicBezTo>
                          <a:pt x="16455" y="19893"/>
                          <a:pt x="18982" y="25479"/>
                          <a:pt x="20933" y="30533"/>
                        </a:cubicBezTo>
                        <a:cubicBezTo>
                          <a:pt x="22839" y="35542"/>
                          <a:pt x="24213" y="40108"/>
                          <a:pt x="21864" y="4086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73" name="Forme libre : forme 21272">
                    <a:extLst>
                      <a:ext uri="{FF2B5EF4-FFF2-40B4-BE49-F238E27FC236}">
                        <a16:creationId xmlns:a16="http://schemas.microsoft.com/office/drawing/2014/main" id="{9ABAB50B-3B02-4E5E-8C6D-D6B6D56EDF28}"/>
                      </a:ext>
                    </a:extLst>
                  </p:cNvPr>
                  <p:cNvSpPr/>
                  <p:nvPr/>
                </p:nvSpPr>
                <p:spPr>
                  <a:xfrm>
                    <a:off x="6743889" y="1310918"/>
                    <a:ext cx="21399" cy="55815"/>
                  </a:xfrm>
                  <a:custGeom>
                    <a:avLst/>
                    <a:gdLst>
                      <a:gd name="connsiteX0" fmla="*/ 4529 w 21399"/>
                      <a:gd name="connsiteY0" fmla="*/ 1146 h 55815"/>
                      <a:gd name="connsiteX1" fmla="*/ 1116 w 21399"/>
                      <a:gd name="connsiteY1" fmla="*/ 8416 h 55815"/>
                      <a:gd name="connsiteX2" fmla="*/ 1426 w 21399"/>
                      <a:gd name="connsiteY2" fmla="*/ 30626 h 55815"/>
                      <a:gd name="connsiteX3" fmla="*/ 11622 w 21399"/>
                      <a:gd name="connsiteY3" fmla="*/ 50796 h 55815"/>
                      <a:gd name="connsiteX4" fmla="*/ 20976 w 21399"/>
                      <a:gd name="connsiteY4" fmla="*/ 54919 h 55815"/>
                      <a:gd name="connsiteX5" fmla="*/ 20090 w 21399"/>
                      <a:gd name="connsiteY5" fmla="*/ 47383 h 55815"/>
                      <a:gd name="connsiteX6" fmla="*/ 18228 w 21399"/>
                      <a:gd name="connsiteY6" fmla="*/ 27301 h 55815"/>
                      <a:gd name="connsiteX7" fmla="*/ 16986 w 21399"/>
                      <a:gd name="connsiteY7" fmla="*/ 7485 h 55815"/>
                      <a:gd name="connsiteX8" fmla="*/ 4529 w 21399"/>
                      <a:gd name="connsiteY8" fmla="*/ 1146 h 55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399" h="55815">
                        <a:moveTo>
                          <a:pt x="4529" y="1146"/>
                        </a:moveTo>
                        <a:cubicBezTo>
                          <a:pt x="2180" y="3229"/>
                          <a:pt x="1692" y="4603"/>
                          <a:pt x="1116" y="8416"/>
                        </a:cubicBezTo>
                        <a:cubicBezTo>
                          <a:pt x="8" y="15686"/>
                          <a:pt x="-835" y="21759"/>
                          <a:pt x="1426" y="30626"/>
                        </a:cubicBezTo>
                        <a:cubicBezTo>
                          <a:pt x="3288" y="38029"/>
                          <a:pt x="7234" y="45787"/>
                          <a:pt x="11622" y="50796"/>
                        </a:cubicBezTo>
                        <a:cubicBezTo>
                          <a:pt x="14903" y="54564"/>
                          <a:pt x="19070" y="57313"/>
                          <a:pt x="20976" y="54919"/>
                        </a:cubicBezTo>
                        <a:cubicBezTo>
                          <a:pt x="22129" y="53456"/>
                          <a:pt x="20621" y="50220"/>
                          <a:pt x="20090" y="47383"/>
                        </a:cubicBezTo>
                        <a:cubicBezTo>
                          <a:pt x="18848" y="40644"/>
                          <a:pt x="17651" y="34305"/>
                          <a:pt x="18228" y="27301"/>
                        </a:cubicBezTo>
                        <a:cubicBezTo>
                          <a:pt x="18715" y="21360"/>
                          <a:pt x="20489" y="14622"/>
                          <a:pt x="16986" y="7485"/>
                        </a:cubicBezTo>
                        <a:cubicBezTo>
                          <a:pt x="13750" y="1101"/>
                          <a:pt x="7766" y="-1780"/>
                          <a:pt x="4529" y="114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74" name="Forme libre : forme 21273">
                    <a:extLst>
                      <a:ext uri="{FF2B5EF4-FFF2-40B4-BE49-F238E27FC236}">
                        <a16:creationId xmlns:a16="http://schemas.microsoft.com/office/drawing/2014/main" id="{063126EF-6A35-47B3-BE13-1BD749F0B20A}"/>
                      </a:ext>
                    </a:extLst>
                  </p:cNvPr>
                  <p:cNvSpPr/>
                  <p:nvPr/>
                </p:nvSpPr>
                <p:spPr>
                  <a:xfrm>
                    <a:off x="6756281" y="1320484"/>
                    <a:ext cx="10651" cy="15774"/>
                  </a:xfrm>
                  <a:custGeom>
                    <a:avLst/>
                    <a:gdLst>
                      <a:gd name="connsiteX0" fmla="*/ 2377 w 10651"/>
                      <a:gd name="connsiteY0" fmla="*/ 1199 h 15774"/>
                      <a:gd name="connsiteX1" fmla="*/ 649 w 10651"/>
                      <a:gd name="connsiteY1" fmla="*/ 2 h 15774"/>
                      <a:gd name="connsiteX2" fmla="*/ 72 w 10651"/>
                      <a:gd name="connsiteY2" fmla="*/ 1642 h 15774"/>
                      <a:gd name="connsiteX3" fmla="*/ 1181 w 10651"/>
                      <a:gd name="connsiteY3" fmla="*/ 4790 h 15774"/>
                      <a:gd name="connsiteX4" fmla="*/ 5037 w 10651"/>
                      <a:gd name="connsiteY4" fmla="*/ 11971 h 15774"/>
                      <a:gd name="connsiteX5" fmla="*/ 6810 w 10651"/>
                      <a:gd name="connsiteY5" fmla="*/ 14365 h 15774"/>
                      <a:gd name="connsiteX6" fmla="*/ 9781 w 10651"/>
                      <a:gd name="connsiteY6" fmla="*/ 11262 h 15774"/>
                      <a:gd name="connsiteX7" fmla="*/ 2377 w 10651"/>
                      <a:gd name="connsiteY7" fmla="*/ 1199 h 15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651" h="15774">
                        <a:moveTo>
                          <a:pt x="2377" y="1199"/>
                        </a:moveTo>
                        <a:cubicBezTo>
                          <a:pt x="1757" y="534"/>
                          <a:pt x="1269" y="91"/>
                          <a:pt x="649" y="2"/>
                        </a:cubicBezTo>
                        <a:cubicBezTo>
                          <a:pt x="28" y="-43"/>
                          <a:pt x="-105" y="755"/>
                          <a:pt x="72" y="1642"/>
                        </a:cubicBezTo>
                        <a:cubicBezTo>
                          <a:pt x="205" y="2573"/>
                          <a:pt x="737" y="3814"/>
                          <a:pt x="1181" y="4790"/>
                        </a:cubicBezTo>
                        <a:cubicBezTo>
                          <a:pt x="2333" y="7228"/>
                          <a:pt x="3663" y="9799"/>
                          <a:pt x="5037" y="11971"/>
                        </a:cubicBezTo>
                        <a:cubicBezTo>
                          <a:pt x="5614" y="12858"/>
                          <a:pt x="6146" y="13744"/>
                          <a:pt x="6810" y="14365"/>
                        </a:cubicBezTo>
                        <a:cubicBezTo>
                          <a:pt x="9603" y="16981"/>
                          <a:pt x="11997" y="15961"/>
                          <a:pt x="9781" y="11262"/>
                        </a:cubicBezTo>
                        <a:cubicBezTo>
                          <a:pt x="8141" y="7715"/>
                          <a:pt x="4949" y="3859"/>
                          <a:pt x="2377" y="119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75" name="Forme libre : forme 21274">
                    <a:extLst>
                      <a:ext uri="{FF2B5EF4-FFF2-40B4-BE49-F238E27FC236}">
                        <a16:creationId xmlns:a16="http://schemas.microsoft.com/office/drawing/2014/main" id="{0976BF6F-0235-4D03-8E05-E87BEB0C44E8}"/>
                      </a:ext>
                    </a:extLst>
                  </p:cNvPr>
                  <p:cNvSpPr/>
                  <p:nvPr/>
                </p:nvSpPr>
                <p:spPr>
                  <a:xfrm>
                    <a:off x="6755112" y="1369073"/>
                    <a:ext cx="27352" cy="17669"/>
                  </a:xfrm>
                  <a:custGeom>
                    <a:avLst/>
                    <a:gdLst>
                      <a:gd name="connsiteX0" fmla="*/ 27352 w 27352"/>
                      <a:gd name="connsiteY0" fmla="*/ 17555 h 17669"/>
                      <a:gd name="connsiteX1" fmla="*/ 13166 w 27352"/>
                      <a:gd name="connsiteY1" fmla="*/ 12280 h 17669"/>
                      <a:gd name="connsiteX2" fmla="*/ 0 w 27352"/>
                      <a:gd name="connsiteY2" fmla="*/ 0 h 17669"/>
                      <a:gd name="connsiteX3" fmla="*/ 27352 w 27352"/>
                      <a:gd name="connsiteY3" fmla="*/ 17555 h 17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352" h="17669">
                        <a:moveTo>
                          <a:pt x="27352" y="17555"/>
                        </a:moveTo>
                        <a:cubicBezTo>
                          <a:pt x="23495" y="18220"/>
                          <a:pt x="18220" y="15915"/>
                          <a:pt x="13166" y="12280"/>
                        </a:cubicBezTo>
                        <a:cubicBezTo>
                          <a:pt x="8113" y="8645"/>
                          <a:pt x="3369" y="3813"/>
                          <a:pt x="0" y="0"/>
                        </a:cubicBezTo>
                        <a:cubicBezTo>
                          <a:pt x="7403" y="8379"/>
                          <a:pt x="18663" y="15294"/>
                          <a:pt x="27352" y="175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76" name="Forme libre : forme 21275">
                    <a:extLst>
                      <a:ext uri="{FF2B5EF4-FFF2-40B4-BE49-F238E27FC236}">
                        <a16:creationId xmlns:a16="http://schemas.microsoft.com/office/drawing/2014/main" id="{E11D35AC-9510-4770-96B6-A210F8DEC31E}"/>
                      </a:ext>
                    </a:extLst>
                  </p:cNvPr>
                  <p:cNvSpPr/>
                  <p:nvPr/>
                </p:nvSpPr>
                <p:spPr>
                  <a:xfrm>
                    <a:off x="6750502" y="1300892"/>
                    <a:ext cx="21544" cy="25312"/>
                  </a:xfrm>
                  <a:custGeom>
                    <a:avLst/>
                    <a:gdLst>
                      <a:gd name="connsiteX0" fmla="*/ 21545 w 21544"/>
                      <a:gd name="connsiteY0" fmla="*/ 25313 h 25312"/>
                      <a:gd name="connsiteX1" fmla="*/ 0 w 21544"/>
                      <a:gd name="connsiteY1" fmla="*/ 0 h 25312"/>
                      <a:gd name="connsiteX2" fmla="*/ 21545 w 21544"/>
                      <a:gd name="connsiteY2" fmla="*/ 25313 h 25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544" h="25312">
                        <a:moveTo>
                          <a:pt x="21545" y="25313"/>
                        </a:moveTo>
                        <a:cubicBezTo>
                          <a:pt x="16403" y="14408"/>
                          <a:pt x="7935" y="5940"/>
                          <a:pt x="0" y="0"/>
                        </a:cubicBezTo>
                        <a:cubicBezTo>
                          <a:pt x="7669" y="5187"/>
                          <a:pt x="15737" y="16668"/>
                          <a:pt x="21545" y="253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77" name="Forme libre : forme 21276">
                    <a:extLst>
                      <a:ext uri="{FF2B5EF4-FFF2-40B4-BE49-F238E27FC236}">
                        <a16:creationId xmlns:a16="http://schemas.microsoft.com/office/drawing/2014/main" id="{0897D1C3-E422-4A2B-A5FB-891F7F099B13}"/>
                      </a:ext>
                    </a:extLst>
                  </p:cNvPr>
                  <p:cNvSpPr/>
                  <p:nvPr/>
                </p:nvSpPr>
                <p:spPr>
                  <a:xfrm>
                    <a:off x="6764929" y="1346931"/>
                    <a:ext cx="7106" cy="15495"/>
                  </a:xfrm>
                  <a:custGeom>
                    <a:avLst/>
                    <a:gdLst>
                      <a:gd name="connsiteX0" fmla="*/ 6320 w 7106"/>
                      <a:gd name="connsiteY0" fmla="*/ 15492 h 15495"/>
                      <a:gd name="connsiteX1" fmla="*/ 1266 w 7106"/>
                      <a:gd name="connsiteY1" fmla="*/ 7113 h 15495"/>
                      <a:gd name="connsiteX2" fmla="*/ 1000 w 7106"/>
                      <a:gd name="connsiteY2" fmla="*/ 20 h 15495"/>
                      <a:gd name="connsiteX3" fmla="*/ 5433 w 7106"/>
                      <a:gd name="connsiteY3" fmla="*/ 8000 h 15495"/>
                      <a:gd name="connsiteX4" fmla="*/ 6320 w 7106"/>
                      <a:gd name="connsiteY4" fmla="*/ 15492 h 15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6" h="15495">
                        <a:moveTo>
                          <a:pt x="6320" y="15492"/>
                        </a:moveTo>
                        <a:cubicBezTo>
                          <a:pt x="4325" y="15315"/>
                          <a:pt x="1887" y="9064"/>
                          <a:pt x="1266" y="7113"/>
                        </a:cubicBezTo>
                        <a:cubicBezTo>
                          <a:pt x="557" y="5207"/>
                          <a:pt x="-1039" y="-379"/>
                          <a:pt x="1000" y="20"/>
                        </a:cubicBezTo>
                        <a:cubicBezTo>
                          <a:pt x="3039" y="419"/>
                          <a:pt x="4812" y="6182"/>
                          <a:pt x="5433" y="8000"/>
                        </a:cubicBezTo>
                        <a:cubicBezTo>
                          <a:pt x="6054" y="9817"/>
                          <a:pt x="8270" y="15669"/>
                          <a:pt x="6320" y="1549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78" name="Forme libre : forme 21277">
                    <a:extLst>
                      <a:ext uri="{FF2B5EF4-FFF2-40B4-BE49-F238E27FC236}">
                        <a16:creationId xmlns:a16="http://schemas.microsoft.com/office/drawing/2014/main" id="{1FA096C5-2F9D-41DF-9857-FFCFE5868B86}"/>
                      </a:ext>
                    </a:extLst>
                  </p:cNvPr>
                  <p:cNvSpPr/>
                  <p:nvPr/>
                </p:nvSpPr>
                <p:spPr>
                  <a:xfrm>
                    <a:off x="6770500" y="1360290"/>
                    <a:ext cx="2536" cy="4262"/>
                  </a:xfrm>
                  <a:custGeom>
                    <a:avLst/>
                    <a:gdLst>
                      <a:gd name="connsiteX0" fmla="*/ 2389 w 2536"/>
                      <a:gd name="connsiteY0" fmla="*/ 4172 h 4262"/>
                      <a:gd name="connsiteX1" fmla="*/ 704 w 2536"/>
                      <a:gd name="connsiteY1" fmla="*/ 2665 h 4262"/>
                      <a:gd name="connsiteX2" fmla="*/ 172 w 2536"/>
                      <a:gd name="connsiteY2" fmla="*/ 93 h 4262"/>
                      <a:gd name="connsiteX3" fmla="*/ 1857 w 2536"/>
                      <a:gd name="connsiteY3" fmla="*/ 1556 h 4262"/>
                      <a:gd name="connsiteX4" fmla="*/ 2389 w 2536"/>
                      <a:gd name="connsiteY4" fmla="*/ 4172 h 4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36" h="4262">
                        <a:moveTo>
                          <a:pt x="2389" y="4172"/>
                        </a:moveTo>
                        <a:cubicBezTo>
                          <a:pt x="1901" y="4615"/>
                          <a:pt x="1059" y="3330"/>
                          <a:pt x="704" y="2665"/>
                        </a:cubicBezTo>
                        <a:cubicBezTo>
                          <a:pt x="350" y="1955"/>
                          <a:pt x="-315" y="492"/>
                          <a:pt x="172" y="93"/>
                        </a:cubicBezTo>
                        <a:cubicBezTo>
                          <a:pt x="660" y="-350"/>
                          <a:pt x="1458" y="891"/>
                          <a:pt x="1857" y="1556"/>
                        </a:cubicBezTo>
                        <a:cubicBezTo>
                          <a:pt x="2167" y="2221"/>
                          <a:pt x="2832" y="3729"/>
                          <a:pt x="2389" y="41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79" name="Forme libre : forme 21278">
                    <a:extLst>
                      <a:ext uri="{FF2B5EF4-FFF2-40B4-BE49-F238E27FC236}">
                        <a16:creationId xmlns:a16="http://schemas.microsoft.com/office/drawing/2014/main" id="{93BDCC13-451A-4A4D-AE54-1E8E97439BD0}"/>
                      </a:ext>
                    </a:extLst>
                  </p:cNvPr>
                  <p:cNvSpPr/>
                  <p:nvPr/>
                </p:nvSpPr>
                <p:spPr>
                  <a:xfrm>
                    <a:off x="6773255" y="1342930"/>
                    <a:ext cx="11500" cy="40356"/>
                  </a:xfrm>
                  <a:custGeom>
                    <a:avLst/>
                    <a:gdLst>
                      <a:gd name="connsiteX0" fmla="*/ 10983 w 11500"/>
                      <a:gd name="connsiteY0" fmla="*/ 27650 h 40356"/>
                      <a:gd name="connsiteX1" fmla="*/ 10983 w 11500"/>
                      <a:gd name="connsiteY1" fmla="*/ 39442 h 40356"/>
                      <a:gd name="connsiteX2" fmla="*/ 7126 w 11500"/>
                      <a:gd name="connsiteY2" fmla="*/ 38821 h 40356"/>
                      <a:gd name="connsiteX3" fmla="*/ 5530 w 11500"/>
                      <a:gd name="connsiteY3" fmla="*/ 33900 h 40356"/>
                      <a:gd name="connsiteX4" fmla="*/ 3358 w 11500"/>
                      <a:gd name="connsiteY4" fmla="*/ 18562 h 40356"/>
                      <a:gd name="connsiteX5" fmla="*/ 1851 w 11500"/>
                      <a:gd name="connsiteY5" fmla="*/ 76 h 40356"/>
                      <a:gd name="connsiteX6" fmla="*/ 10850 w 11500"/>
                      <a:gd name="connsiteY6" fmla="*/ 17542 h 40356"/>
                      <a:gd name="connsiteX7" fmla="*/ 10983 w 11500"/>
                      <a:gd name="connsiteY7" fmla="*/ 27650 h 40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500" h="40356">
                        <a:moveTo>
                          <a:pt x="10983" y="27650"/>
                        </a:moveTo>
                        <a:cubicBezTo>
                          <a:pt x="11382" y="32260"/>
                          <a:pt x="11914" y="35496"/>
                          <a:pt x="10983" y="39442"/>
                        </a:cubicBezTo>
                        <a:cubicBezTo>
                          <a:pt x="10672" y="40905"/>
                          <a:pt x="8500" y="40550"/>
                          <a:pt x="7126" y="38821"/>
                        </a:cubicBezTo>
                        <a:cubicBezTo>
                          <a:pt x="5752" y="37137"/>
                          <a:pt x="5707" y="35496"/>
                          <a:pt x="5530" y="33900"/>
                        </a:cubicBezTo>
                        <a:cubicBezTo>
                          <a:pt x="5131" y="28802"/>
                          <a:pt x="4289" y="23970"/>
                          <a:pt x="3358" y="18562"/>
                        </a:cubicBezTo>
                        <a:cubicBezTo>
                          <a:pt x="2604" y="15281"/>
                          <a:pt x="-2760" y="-1254"/>
                          <a:pt x="1851" y="76"/>
                        </a:cubicBezTo>
                        <a:cubicBezTo>
                          <a:pt x="6284" y="1450"/>
                          <a:pt x="10008" y="13331"/>
                          <a:pt x="10850" y="17542"/>
                        </a:cubicBezTo>
                        <a:cubicBezTo>
                          <a:pt x="11648" y="21754"/>
                          <a:pt x="10717" y="24192"/>
                          <a:pt x="10983" y="2765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64" name="Graphique 2">
                  <a:extLst>
                    <a:ext uri="{FF2B5EF4-FFF2-40B4-BE49-F238E27FC236}">
                      <a16:creationId xmlns:a16="http://schemas.microsoft.com/office/drawing/2014/main" id="{1024FA44-DA4B-4995-9026-5852EBA072E6}"/>
                    </a:ext>
                  </a:extLst>
                </p:cNvPr>
                <p:cNvGrpSpPr/>
                <p:nvPr/>
              </p:nvGrpSpPr>
              <p:grpSpPr>
                <a:xfrm>
                  <a:off x="6784326" y="1356892"/>
                  <a:ext cx="80595" cy="61232"/>
                  <a:chOff x="6784326" y="1356892"/>
                  <a:chExt cx="80595" cy="61232"/>
                </a:xfrm>
                <a:solidFill>
                  <a:schemeClr val="accent1"/>
                </a:solidFill>
              </p:grpSpPr>
              <p:sp>
                <p:nvSpPr>
                  <p:cNvPr id="21256" name="Forme libre : forme 21255">
                    <a:extLst>
                      <a:ext uri="{FF2B5EF4-FFF2-40B4-BE49-F238E27FC236}">
                        <a16:creationId xmlns:a16="http://schemas.microsoft.com/office/drawing/2014/main" id="{387C22DE-8FB5-452A-9DDF-5C584A3CDD75}"/>
                      </a:ext>
                    </a:extLst>
                  </p:cNvPr>
                  <p:cNvSpPr/>
                  <p:nvPr/>
                </p:nvSpPr>
                <p:spPr>
                  <a:xfrm>
                    <a:off x="6784415" y="1356892"/>
                    <a:ext cx="80507" cy="61232"/>
                  </a:xfrm>
                  <a:custGeom>
                    <a:avLst/>
                    <a:gdLst>
                      <a:gd name="connsiteX0" fmla="*/ 68758 w 80507"/>
                      <a:gd name="connsiteY0" fmla="*/ 37095 h 61232"/>
                      <a:gd name="connsiteX1" fmla="*/ 55370 w 80507"/>
                      <a:gd name="connsiteY1" fmla="*/ 49641 h 61232"/>
                      <a:gd name="connsiteX2" fmla="*/ 45750 w 80507"/>
                      <a:gd name="connsiteY2" fmla="*/ 56157 h 61232"/>
                      <a:gd name="connsiteX3" fmla="*/ 40253 w 80507"/>
                      <a:gd name="connsiteY3" fmla="*/ 58817 h 61232"/>
                      <a:gd name="connsiteX4" fmla="*/ 33825 w 80507"/>
                      <a:gd name="connsiteY4" fmla="*/ 60768 h 61232"/>
                      <a:gd name="connsiteX5" fmla="*/ 28372 w 80507"/>
                      <a:gd name="connsiteY5" fmla="*/ 61122 h 61232"/>
                      <a:gd name="connsiteX6" fmla="*/ 25801 w 80507"/>
                      <a:gd name="connsiteY6" fmla="*/ 61211 h 61232"/>
                      <a:gd name="connsiteX7" fmla="*/ 23097 w 80507"/>
                      <a:gd name="connsiteY7" fmla="*/ 60812 h 61232"/>
                      <a:gd name="connsiteX8" fmla="*/ 15516 w 80507"/>
                      <a:gd name="connsiteY8" fmla="*/ 58418 h 61232"/>
                      <a:gd name="connsiteX9" fmla="*/ 5808 w 80507"/>
                      <a:gd name="connsiteY9" fmla="*/ 50971 h 61232"/>
                      <a:gd name="connsiteX10" fmla="*/ 0 w 80507"/>
                      <a:gd name="connsiteY10" fmla="*/ 34302 h 61232"/>
                      <a:gd name="connsiteX11" fmla="*/ 7581 w 80507"/>
                      <a:gd name="connsiteY11" fmla="*/ 27741 h 61232"/>
                      <a:gd name="connsiteX12" fmla="*/ 20659 w 80507"/>
                      <a:gd name="connsiteY12" fmla="*/ 28007 h 61232"/>
                      <a:gd name="connsiteX13" fmla="*/ 25269 w 80507"/>
                      <a:gd name="connsiteY13" fmla="*/ 27298 h 61232"/>
                      <a:gd name="connsiteX14" fmla="*/ 26200 w 80507"/>
                      <a:gd name="connsiteY14" fmla="*/ 27076 h 61232"/>
                      <a:gd name="connsiteX15" fmla="*/ 26599 w 80507"/>
                      <a:gd name="connsiteY15" fmla="*/ 26899 h 61232"/>
                      <a:gd name="connsiteX16" fmla="*/ 26466 w 80507"/>
                      <a:gd name="connsiteY16" fmla="*/ 26721 h 61232"/>
                      <a:gd name="connsiteX17" fmla="*/ 26510 w 80507"/>
                      <a:gd name="connsiteY17" fmla="*/ 26234 h 61232"/>
                      <a:gd name="connsiteX18" fmla="*/ 26865 w 80507"/>
                      <a:gd name="connsiteY18" fmla="*/ 25968 h 61232"/>
                      <a:gd name="connsiteX19" fmla="*/ 28461 w 80507"/>
                      <a:gd name="connsiteY19" fmla="*/ 25037 h 61232"/>
                      <a:gd name="connsiteX20" fmla="*/ 33249 w 80507"/>
                      <a:gd name="connsiteY20" fmla="*/ 21623 h 61232"/>
                      <a:gd name="connsiteX21" fmla="*/ 43223 w 80507"/>
                      <a:gd name="connsiteY21" fmla="*/ 13112 h 61232"/>
                      <a:gd name="connsiteX22" fmla="*/ 71950 w 80507"/>
                      <a:gd name="connsiteY22" fmla="*/ 79 h 61232"/>
                      <a:gd name="connsiteX23" fmla="*/ 80328 w 80507"/>
                      <a:gd name="connsiteY23" fmla="*/ 5221 h 61232"/>
                      <a:gd name="connsiteX24" fmla="*/ 68758 w 80507"/>
                      <a:gd name="connsiteY24" fmla="*/ 37095 h 61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80507" h="61232">
                        <a:moveTo>
                          <a:pt x="68758" y="37095"/>
                        </a:moveTo>
                        <a:cubicBezTo>
                          <a:pt x="65920" y="40242"/>
                          <a:pt x="61221" y="45030"/>
                          <a:pt x="55370" y="49641"/>
                        </a:cubicBezTo>
                        <a:cubicBezTo>
                          <a:pt x="52533" y="51946"/>
                          <a:pt x="49119" y="54207"/>
                          <a:pt x="45750" y="56157"/>
                        </a:cubicBezTo>
                        <a:cubicBezTo>
                          <a:pt x="43844" y="57133"/>
                          <a:pt x="41982" y="58019"/>
                          <a:pt x="40253" y="58817"/>
                        </a:cubicBezTo>
                        <a:cubicBezTo>
                          <a:pt x="38170" y="59526"/>
                          <a:pt x="35909" y="60236"/>
                          <a:pt x="33825" y="60768"/>
                        </a:cubicBezTo>
                        <a:cubicBezTo>
                          <a:pt x="31919" y="60989"/>
                          <a:pt x="30101" y="61034"/>
                          <a:pt x="28372" y="61122"/>
                        </a:cubicBezTo>
                        <a:cubicBezTo>
                          <a:pt x="27486" y="61078"/>
                          <a:pt x="26643" y="61300"/>
                          <a:pt x="25801" y="61211"/>
                        </a:cubicBezTo>
                        <a:cubicBezTo>
                          <a:pt x="24914" y="61122"/>
                          <a:pt x="23984" y="60989"/>
                          <a:pt x="23097" y="60812"/>
                        </a:cubicBezTo>
                        <a:cubicBezTo>
                          <a:pt x="20082" y="60324"/>
                          <a:pt x="17777" y="59393"/>
                          <a:pt x="15516" y="58418"/>
                        </a:cubicBezTo>
                        <a:cubicBezTo>
                          <a:pt x="11172" y="56335"/>
                          <a:pt x="7980" y="53719"/>
                          <a:pt x="5808" y="50971"/>
                        </a:cubicBezTo>
                        <a:cubicBezTo>
                          <a:pt x="1375" y="45518"/>
                          <a:pt x="178" y="39888"/>
                          <a:pt x="0" y="34302"/>
                        </a:cubicBezTo>
                        <a:cubicBezTo>
                          <a:pt x="-44" y="30401"/>
                          <a:pt x="4167" y="27475"/>
                          <a:pt x="7581" y="27741"/>
                        </a:cubicBezTo>
                        <a:cubicBezTo>
                          <a:pt x="12635" y="28096"/>
                          <a:pt x="17068" y="28273"/>
                          <a:pt x="20659" y="28007"/>
                        </a:cubicBezTo>
                        <a:cubicBezTo>
                          <a:pt x="22476" y="27918"/>
                          <a:pt x="23984" y="27653"/>
                          <a:pt x="25269" y="27298"/>
                        </a:cubicBezTo>
                        <a:cubicBezTo>
                          <a:pt x="25579" y="27209"/>
                          <a:pt x="25890" y="27165"/>
                          <a:pt x="26200" y="27076"/>
                        </a:cubicBezTo>
                        <a:cubicBezTo>
                          <a:pt x="26333" y="27032"/>
                          <a:pt x="26555" y="26988"/>
                          <a:pt x="26599" y="26899"/>
                        </a:cubicBezTo>
                        <a:cubicBezTo>
                          <a:pt x="26555" y="26810"/>
                          <a:pt x="26510" y="26766"/>
                          <a:pt x="26466" y="26721"/>
                        </a:cubicBezTo>
                        <a:cubicBezTo>
                          <a:pt x="26466" y="26411"/>
                          <a:pt x="26599" y="26367"/>
                          <a:pt x="26510" y="26234"/>
                        </a:cubicBezTo>
                        <a:cubicBezTo>
                          <a:pt x="26422" y="26145"/>
                          <a:pt x="26466" y="26190"/>
                          <a:pt x="26865" y="25968"/>
                        </a:cubicBezTo>
                        <a:cubicBezTo>
                          <a:pt x="27353" y="25658"/>
                          <a:pt x="27885" y="25347"/>
                          <a:pt x="28461" y="25037"/>
                        </a:cubicBezTo>
                        <a:cubicBezTo>
                          <a:pt x="29835" y="24062"/>
                          <a:pt x="31431" y="23131"/>
                          <a:pt x="33249" y="21623"/>
                        </a:cubicBezTo>
                        <a:cubicBezTo>
                          <a:pt x="36795" y="18964"/>
                          <a:pt x="40608" y="15417"/>
                          <a:pt x="43223" y="13112"/>
                        </a:cubicBezTo>
                        <a:cubicBezTo>
                          <a:pt x="52976" y="4157"/>
                          <a:pt x="61576" y="1586"/>
                          <a:pt x="71950" y="79"/>
                        </a:cubicBezTo>
                        <a:cubicBezTo>
                          <a:pt x="75540" y="-453"/>
                          <a:pt x="79974" y="1763"/>
                          <a:pt x="80328" y="5221"/>
                        </a:cubicBezTo>
                        <a:cubicBezTo>
                          <a:pt x="81215" y="15373"/>
                          <a:pt x="79043" y="25303"/>
                          <a:pt x="68758" y="3709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57" name="Forme libre : forme 21256">
                    <a:extLst>
                      <a:ext uri="{FF2B5EF4-FFF2-40B4-BE49-F238E27FC236}">
                        <a16:creationId xmlns:a16="http://schemas.microsoft.com/office/drawing/2014/main" id="{5A75285C-7E02-413C-8587-0AE965DC3887}"/>
                      </a:ext>
                    </a:extLst>
                  </p:cNvPr>
                  <p:cNvSpPr/>
                  <p:nvPr/>
                </p:nvSpPr>
                <p:spPr>
                  <a:xfrm>
                    <a:off x="6784326" y="1361891"/>
                    <a:ext cx="80372" cy="56042"/>
                  </a:xfrm>
                  <a:custGeom>
                    <a:avLst/>
                    <a:gdLst>
                      <a:gd name="connsiteX0" fmla="*/ 37016 w 80372"/>
                      <a:gd name="connsiteY0" fmla="*/ 41272 h 56042"/>
                      <a:gd name="connsiteX1" fmla="*/ 31298 w 80372"/>
                      <a:gd name="connsiteY1" fmla="*/ 43622 h 56042"/>
                      <a:gd name="connsiteX2" fmla="*/ 28061 w 80372"/>
                      <a:gd name="connsiteY2" fmla="*/ 44065 h 56042"/>
                      <a:gd name="connsiteX3" fmla="*/ 24736 w 80372"/>
                      <a:gd name="connsiteY3" fmla="*/ 44109 h 56042"/>
                      <a:gd name="connsiteX4" fmla="*/ 13521 w 80372"/>
                      <a:gd name="connsiteY4" fmla="*/ 40386 h 56042"/>
                      <a:gd name="connsiteX5" fmla="*/ 1773 w 80372"/>
                      <a:gd name="connsiteY5" fmla="*/ 25091 h 56042"/>
                      <a:gd name="connsiteX6" fmla="*/ 0 w 80372"/>
                      <a:gd name="connsiteY6" fmla="*/ 29214 h 56042"/>
                      <a:gd name="connsiteX7" fmla="*/ 620 w 80372"/>
                      <a:gd name="connsiteY7" fmla="*/ 34977 h 56042"/>
                      <a:gd name="connsiteX8" fmla="*/ 11836 w 80372"/>
                      <a:gd name="connsiteY8" fmla="*/ 51247 h 56042"/>
                      <a:gd name="connsiteX9" fmla="*/ 15782 w 80372"/>
                      <a:gd name="connsiteY9" fmla="*/ 53419 h 56042"/>
                      <a:gd name="connsiteX10" fmla="*/ 20481 w 80372"/>
                      <a:gd name="connsiteY10" fmla="*/ 55103 h 56042"/>
                      <a:gd name="connsiteX11" fmla="*/ 23274 w 80372"/>
                      <a:gd name="connsiteY11" fmla="*/ 55680 h 56042"/>
                      <a:gd name="connsiteX12" fmla="*/ 26731 w 80372"/>
                      <a:gd name="connsiteY12" fmla="*/ 55990 h 56042"/>
                      <a:gd name="connsiteX13" fmla="*/ 33780 w 80372"/>
                      <a:gd name="connsiteY13" fmla="*/ 55591 h 56042"/>
                      <a:gd name="connsiteX14" fmla="*/ 42735 w 80372"/>
                      <a:gd name="connsiteY14" fmla="*/ 52488 h 56042"/>
                      <a:gd name="connsiteX15" fmla="*/ 66895 w 80372"/>
                      <a:gd name="connsiteY15" fmla="*/ 33913 h 56042"/>
                      <a:gd name="connsiteX16" fmla="*/ 68713 w 80372"/>
                      <a:gd name="connsiteY16" fmla="*/ 31963 h 56042"/>
                      <a:gd name="connsiteX17" fmla="*/ 76781 w 80372"/>
                      <a:gd name="connsiteY17" fmla="*/ 20038 h 56042"/>
                      <a:gd name="connsiteX18" fmla="*/ 80372 w 80372"/>
                      <a:gd name="connsiteY18" fmla="*/ 4965 h 56042"/>
                      <a:gd name="connsiteX19" fmla="*/ 80150 w 80372"/>
                      <a:gd name="connsiteY19" fmla="*/ 177 h 56042"/>
                      <a:gd name="connsiteX20" fmla="*/ 80106 w 80372"/>
                      <a:gd name="connsiteY20" fmla="*/ 0 h 56042"/>
                      <a:gd name="connsiteX21" fmla="*/ 60290 w 80372"/>
                      <a:gd name="connsiteY21" fmla="*/ 21811 h 56042"/>
                      <a:gd name="connsiteX22" fmla="*/ 37016 w 80372"/>
                      <a:gd name="connsiteY22" fmla="*/ 41272 h 560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0372" h="56042">
                        <a:moveTo>
                          <a:pt x="37016" y="41272"/>
                        </a:moveTo>
                        <a:cubicBezTo>
                          <a:pt x="35465" y="42292"/>
                          <a:pt x="33425" y="42912"/>
                          <a:pt x="31298" y="43622"/>
                        </a:cubicBezTo>
                        <a:cubicBezTo>
                          <a:pt x="30234" y="43888"/>
                          <a:pt x="29170" y="43932"/>
                          <a:pt x="28061" y="44065"/>
                        </a:cubicBezTo>
                        <a:cubicBezTo>
                          <a:pt x="26997" y="44242"/>
                          <a:pt x="25889" y="44287"/>
                          <a:pt x="24736" y="44109"/>
                        </a:cubicBezTo>
                        <a:cubicBezTo>
                          <a:pt x="20525" y="43710"/>
                          <a:pt x="16757" y="42380"/>
                          <a:pt x="13521" y="40386"/>
                        </a:cubicBezTo>
                        <a:cubicBezTo>
                          <a:pt x="7004" y="36484"/>
                          <a:pt x="3236" y="30588"/>
                          <a:pt x="1773" y="25091"/>
                        </a:cubicBezTo>
                        <a:cubicBezTo>
                          <a:pt x="709" y="26200"/>
                          <a:pt x="0" y="27618"/>
                          <a:pt x="0" y="29214"/>
                        </a:cubicBezTo>
                        <a:cubicBezTo>
                          <a:pt x="0" y="31165"/>
                          <a:pt x="266" y="33071"/>
                          <a:pt x="620" y="34977"/>
                        </a:cubicBezTo>
                        <a:cubicBezTo>
                          <a:pt x="1862" y="40430"/>
                          <a:pt x="4566" y="46326"/>
                          <a:pt x="11836" y="51247"/>
                        </a:cubicBezTo>
                        <a:cubicBezTo>
                          <a:pt x="13077" y="52000"/>
                          <a:pt x="14363" y="52710"/>
                          <a:pt x="15782" y="53419"/>
                        </a:cubicBezTo>
                        <a:cubicBezTo>
                          <a:pt x="17245" y="54039"/>
                          <a:pt x="18841" y="54571"/>
                          <a:pt x="20481" y="55103"/>
                        </a:cubicBezTo>
                        <a:cubicBezTo>
                          <a:pt x="21412" y="55325"/>
                          <a:pt x="22032" y="55458"/>
                          <a:pt x="23274" y="55680"/>
                        </a:cubicBezTo>
                        <a:cubicBezTo>
                          <a:pt x="24426" y="55857"/>
                          <a:pt x="25668" y="56167"/>
                          <a:pt x="26731" y="55990"/>
                        </a:cubicBezTo>
                        <a:cubicBezTo>
                          <a:pt x="28948" y="55901"/>
                          <a:pt x="31298" y="55857"/>
                          <a:pt x="33780" y="55591"/>
                        </a:cubicBezTo>
                        <a:cubicBezTo>
                          <a:pt x="36795" y="54837"/>
                          <a:pt x="40385" y="53773"/>
                          <a:pt x="42735" y="52488"/>
                        </a:cubicBezTo>
                        <a:cubicBezTo>
                          <a:pt x="53419" y="47346"/>
                          <a:pt x="61797" y="39189"/>
                          <a:pt x="66895" y="33913"/>
                        </a:cubicBezTo>
                        <a:cubicBezTo>
                          <a:pt x="67560" y="33204"/>
                          <a:pt x="68181" y="32583"/>
                          <a:pt x="68713" y="31963"/>
                        </a:cubicBezTo>
                        <a:cubicBezTo>
                          <a:pt x="72392" y="27796"/>
                          <a:pt x="75008" y="23850"/>
                          <a:pt x="76781" y="20038"/>
                        </a:cubicBezTo>
                        <a:cubicBezTo>
                          <a:pt x="79175" y="14807"/>
                          <a:pt x="80195" y="9841"/>
                          <a:pt x="80372" y="4965"/>
                        </a:cubicBezTo>
                        <a:cubicBezTo>
                          <a:pt x="80372" y="3369"/>
                          <a:pt x="80328" y="1773"/>
                          <a:pt x="80150" y="177"/>
                        </a:cubicBezTo>
                        <a:lnTo>
                          <a:pt x="80106" y="0"/>
                        </a:lnTo>
                        <a:cubicBezTo>
                          <a:pt x="73855" y="7403"/>
                          <a:pt x="67250" y="14762"/>
                          <a:pt x="60290" y="21811"/>
                        </a:cubicBezTo>
                        <a:cubicBezTo>
                          <a:pt x="53286" y="28860"/>
                          <a:pt x="46414" y="35908"/>
                          <a:pt x="37016" y="4127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58" name="Forme libre : forme 21257">
                    <a:extLst>
                      <a:ext uri="{FF2B5EF4-FFF2-40B4-BE49-F238E27FC236}">
                        <a16:creationId xmlns:a16="http://schemas.microsoft.com/office/drawing/2014/main" id="{6EED5668-567E-4BAD-A995-C6F9604A1DB3}"/>
                      </a:ext>
                    </a:extLst>
                  </p:cNvPr>
                  <p:cNvSpPr/>
                  <p:nvPr/>
                </p:nvSpPr>
                <p:spPr>
                  <a:xfrm>
                    <a:off x="6815386" y="1372179"/>
                    <a:ext cx="35737" cy="30363"/>
                  </a:xfrm>
                  <a:custGeom>
                    <a:avLst/>
                    <a:gdLst>
                      <a:gd name="connsiteX0" fmla="*/ 34993 w 35737"/>
                      <a:gd name="connsiteY0" fmla="*/ 440 h 30363"/>
                      <a:gd name="connsiteX1" fmla="*/ 22359 w 35737"/>
                      <a:gd name="connsiteY1" fmla="*/ 21364 h 30363"/>
                      <a:gd name="connsiteX2" fmla="*/ 10656 w 35737"/>
                      <a:gd name="connsiteY2" fmla="*/ 28856 h 30363"/>
                      <a:gd name="connsiteX3" fmla="*/ 3873 w 35737"/>
                      <a:gd name="connsiteY3" fmla="*/ 30363 h 30363"/>
                      <a:gd name="connsiteX4" fmla="*/ 105 w 35737"/>
                      <a:gd name="connsiteY4" fmla="*/ 28324 h 30363"/>
                      <a:gd name="connsiteX5" fmla="*/ 1346 w 35737"/>
                      <a:gd name="connsiteY5" fmla="*/ 24733 h 30363"/>
                      <a:gd name="connsiteX6" fmla="*/ 5425 w 35737"/>
                      <a:gd name="connsiteY6" fmla="*/ 20655 h 30363"/>
                      <a:gd name="connsiteX7" fmla="*/ 14601 w 35737"/>
                      <a:gd name="connsiteY7" fmla="*/ 12764 h 30363"/>
                      <a:gd name="connsiteX8" fmla="*/ 34993 w 35737"/>
                      <a:gd name="connsiteY8" fmla="*/ 440 h 30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737" h="30363">
                        <a:moveTo>
                          <a:pt x="34993" y="440"/>
                        </a:moveTo>
                        <a:cubicBezTo>
                          <a:pt x="38762" y="3454"/>
                          <a:pt x="27236" y="17330"/>
                          <a:pt x="22359" y="21364"/>
                        </a:cubicBezTo>
                        <a:cubicBezTo>
                          <a:pt x="20054" y="23403"/>
                          <a:pt x="15576" y="26950"/>
                          <a:pt x="10656" y="28856"/>
                        </a:cubicBezTo>
                        <a:cubicBezTo>
                          <a:pt x="8395" y="29920"/>
                          <a:pt x="5691" y="30319"/>
                          <a:pt x="3873" y="30363"/>
                        </a:cubicBezTo>
                        <a:cubicBezTo>
                          <a:pt x="1834" y="30230"/>
                          <a:pt x="460" y="29565"/>
                          <a:pt x="105" y="28324"/>
                        </a:cubicBezTo>
                        <a:cubicBezTo>
                          <a:pt x="-250" y="27083"/>
                          <a:pt x="327" y="25841"/>
                          <a:pt x="1346" y="24733"/>
                        </a:cubicBezTo>
                        <a:cubicBezTo>
                          <a:pt x="2322" y="23315"/>
                          <a:pt x="3829" y="22206"/>
                          <a:pt x="5425" y="20655"/>
                        </a:cubicBezTo>
                        <a:cubicBezTo>
                          <a:pt x="8705" y="17862"/>
                          <a:pt x="12562" y="14448"/>
                          <a:pt x="14601" y="12764"/>
                        </a:cubicBezTo>
                        <a:cubicBezTo>
                          <a:pt x="18857" y="9661"/>
                          <a:pt x="31403" y="-2442"/>
                          <a:pt x="34993" y="44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59" name="Forme libre : forme 21258">
                    <a:extLst>
                      <a:ext uri="{FF2B5EF4-FFF2-40B4-BE49-F238E27FC236}">
                        <a16:creationId xmlns:a16="http://schemas.microsoft.com/office/drawing/2014/main" id="{0488E70D-1BA1-40F9-8278-41949109615A}"/>
                      </a:ext>
                    </a:extLst>
                  </p:cNvPr>
                  <p:cNvSpPr/>
                  <p:nvPr/>
                </p:nvSpPr>
                <p:spPr>
                  <a:xfrm>
                    <a:off x="6815002" y="1386051"/>
                    <a:ext cx="29658" cy="16402"/>
                  </a:xfrm>
                  <a:custGeom>
                    <a:avLst/>
                    <a:gdLst>
                      <a:gd name="connsiteX0" fmla="*/ 6518 w 29658"/>
                      <a:gd name="connsiteY0" fmla="*/ 6428 h 16402"/>
                      <a:gd name="connsiteX1" fmla="*/ 2218 w 29658"/>
                      <a:gd name="connsiteY1" fmla="*/ 10506 h 16402"/>
                      <a:gd name="connsiteX2" fmla="*/ 267 w 29658"/>
                      <a:gd name="connsiteY2" fmla="*/ 14585 h 16402"/>
                      <a:gd name="connsiteX3" fmla="*/ 4523 w 29658"/>
                      <a:gd name="connsiteY3" fmla="*/ 16402 h 16402"/>
                      <a:gd name="connsiteX4" fmla="*/ 11040 w 29658"/>
                      <a:gd name="connsiteY4" fmla="*/ 14984 h 16402"/>
                      <a:gd name="connsiteX5" fmla="*/ 14453 w 29658"/>
                      <a:gd name="connsiteY5" fmla="*/ 13432 h 16402"/>
                      <a:gd name="connsiteX6" fmla="*/ 17601 w 29658"/>
                      <a:gd name="connsiteY6" fmla="*/ 11482 h 16402"/>
                      <a:gd name="connsiteX7" fmla="*/ 22965 w 29658"/>
                      <a:gd name="connsiteY7" fmla="*/ 7359 h 16402"/>
                      <a:gd name="connsiteX8" fmla="*/ 29659 w 29658"/>
                      <a:gd name="connsiteY8" fmla="*/ 0 h 16402"/>
                      <a:gd name="connsiteX9" fmla="*/ 25624 w 29658"/>
                      <a:gd name="connsiteY9" fmla="*/ 3413 h 16402"/>
                      <a:gd name="connsiteX10" fmla="*/ 6518 w 29658"/>
                      <a:gd name="connsiteY10" fmla="*/ 6428 h 16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658" h="16402">
                        <a:moveTo>
                          <a:pt x="6518" y="6428"/>
                        </a:moveTo>
                        <a:cubicBezTo>
                          <a:pt x="5676" y="7625"/>
                          <a:pt x="3769" y="9044"/>
                          <a:pt x="2218" y="10506"/>
                        </a:cubicBezTo>
                        <a:cubicBezTo>
                          <a:pt x="710" y="11836"/>
                          <a:pt x="-575" y="13166"/>
                          <a:pt x="267" y="14585"/>
                        </a:cubicBezTo>
                        <a:cubicBezTo>
                          <a:pt x="976" y="15693"/>
                          <a:pt x="2528" y="16314"/>
                          <a:pt x="4523" y="16402"/>
                        </a:cubicBezTo>
                        <a:cubicBezTo>
                          <a:pt x="6296" y="16358"/>
                          <a:pt x="8867" y="16003"/>
                          <a:pt x="11040" y="14984"/>
                        </a:cubicBezTo>
                        <a:cubicBezTo>
                          <a:pt x="12148" y="14541"/>
                          <a:pt x="13301" y="14009"/>
                          <a:pt x="14453" y="13432"/>
                        </a:cubicBezTo>
                        <a:cubicBezTo>
                          <a:pt x="15517" y="12812"/>
                          <a:pt x="16581" y="12147"/>
                          <a:pt x="17601" y="11482"/>
                        </a:cubicBezTo>
                        <a:cubicBezTo>
                          <a:pt x="19729" y="10152"/>
                          <a:pt x="21458" y="8644"/>
                          <a:pt x="22965" y="7359"/>
                        </a:cubicBezTo>
                        <a:cubicBezTo>
                          <a:pt x="24782" y="5896"/>
                          <a:pt x="28107" y="2039"/>
                          <a:pt x="29659" y="0"/>
                        </a:cubicBezTo>
                        <a:cubicBezTo>
                          <a:pt x="28595" y="975"/>
                          <a:pt x="26821" y="2704"/>
                          <a:pt x="25624" y="3413"/>
                        </a:cubicBezTo>
                        <a:cubicBezTo>
                          <a:pt x="18886" y="7714"/>
                          <a:pt x="9799" y="11171"/>
                          <a:pt x="6518" y="642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60" name="Forme libre : forme 21259">
                    <a:extLst>
                      <a:ext uri="{FF2B5EF4-FFF2-40B4-BE49-F238E27FC236}">
                        <a16:creationId xmlns:a16="http://schemas.microsoft.com/office/drawing/2014/main" id="{6A589017-CF33-43A0-A4D8-412E7EDB9824}"/>
                      </a:ext>
                    </a:extLst>
                  </p:cNvPr>
                  <p:cNvSpPr/>
                  <p:nvPr/>
                </p:nvSpPr>
                <p:spPr>
                  <a:xfrm>
                    <a:off x="6818009" y="1370880"/>
                    <a:ext cx="35301" cy="31760"/>
                  </a:xfrm>
                  <a:custGeom>
                    <a:avLst/>
                    <a:gdLst>
                      <a:gd name="connsiteX0" fmla="*/ 34853 w 35301"/>
                      <a:gd name="connsiteY0" fmla="*/ 764 h 31760"/>
                      <a:gd name="connsiteX1" fmla="*/ 22352 w 35301"/>
                      <a:gd name="connsiteY1" fmla="*/ 22265 h 31760"/>
                      <a:gd name="connsiteX2" fmla="*/ 17475 w 35301"/>
                      <a:gd name="connsiteY2" fmla="*/ 26299 h 31760"/>
                      <a:gd name="connsiteX3" fmla="*/ 10870 w 35301"/>
                      <a:gd name="connsiteY3" fmla="*/ 30067 h 31760"/>
                      <a:gd name="connsiteX4" fmla="*/ 275 w 35301"/>
                      <a:gd name="connsiteY4" fmla="*/ 30156 h 31760"/>
                      <a:gd name="connsiteX5" fmla="*/ 1162 w 35301"/>
                      <a:gd name="connsiteY5" fmla="*/ 26343 h 31760"/>
                      <a:gd name="connsiteX6" fmla="*/ 5373 w 35301"/>
                      <a:gd name="connsiteY6" fmla="*/ 21954 h 31760"/>
                      <a:gd name="connsiteX7" fmla="*/ 10515 w 35301"/>
                      <a:gd name="connsiteY7" fmla="*/ 17300 h 31760"/>
                      <a:gd name="connsiteX8" fmla="*/ 14550 w 35301"/>
                      <a:gd name="connsiteY8" fmla="*/ 13665 h 31760"/>
                      <a:gd name="connsiteX9" fmla="*/ 25233 w 35301"/>
                      <a:gd name="connsiteY9" fmla="*/ 4532 h 31760"/>
                      <a:gd name="connsiteX10" fmla="*/ 34853 w 35301"/>
                      <a:gd name="connsiteY10" fmla="*/ 764 h 31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5301" h="31760">
                        <a:moveTo>
                          <a:pt x="34853" y="764"/>
                        </a:moveTo>
                        <a:cubicBezTo>
                          <a:pt x="37557" y="4931"/>
                          <a:pt x="27361" y="17654"/>
                          <a:pt x="22352" y="22265"/>
                        </a:cubicBezTo>
                        <a:cubicBezTo>
                          <a:pt x="21111" y="23417"/>
                          <a:pt x="19426" y="24880"/>
                          <a:pt x="17475" y="26299"/>
                        </a:cubicBezTo>
                        <a:cubicBezTo>
                          <a:pt x="15392" y="27673"/>
                          <a:pt x="13264" y="29092"/>
                          <a:pt x="10870" y="30067"/>
                        </a:cubicBezTo>
                        <a:cubicBezTo>
                          <a:pt x="6260" y="32150"/>
                          <a:pt x="1428" y="32461"/>
                          <a:pt x="275" y="30156"/>
                        </a:cubicBezTo>
                        <a:cubicBezTo>
                          <a:pt x="-346" y="29047"/>
                          <a:pt x="142" y="27717"/>
                          <a:pt x="1162" y="26343"/>
                        </a:cubicBezTo>
                        <a:cubicBezTo>
                          <a:pt x="2181" y="25058"/>
                          <a:pt x="3689" y="23506"/>
                          <a:pt x="5373" y="21954"/>
                        </a:cubicBezTo>
                        <a:cubicBezTo>
                          <a:pt x="7058" y="20447"/>
                          <a:pt x="8831" y="18674"/>
                          <a:pt x="10515" y="17300"/>
                        </a:cubicBezTo>
                        <a:cubicBezTo>
                          <a:pt x="12111" y="15792"/>
                          <a:pt x="13619" y="14507"/>
                          <a:pt x="14550" y="13665"/>
                        </a:cubicBezTo>
                        <a:cubicBezTo>
                          <a:pt x="16411" y="11980"/>
                          <a:pt x="20977" y="7901"/>
                          <a:pt x="25233" y="4532"/>
                        </a:cubicBezTo>
                        <a:cubicBezTo>
                          <a:pt x="29445" y="1163"/>
                          <a:pt x="33568" y="-1319"/>
                          <a:pt x="34853" y="76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61" name="Forme libre : forme 21260">
                    <a:extLst>
                      <a:ext uri="{FF2B5EF4-FFF2-40B4-BE49-F238E27FC236}">
                        <a16:creationId xmlns:a16="http://schemas.microsoft.com/office/drawing/2014/main" id="{F9ABD69C-FDB3-4A0F-BBFA-173D932BEC05}"/>
                      </a:ext>
                    </a:extLst>
                  </p:cNvPr>
                  <p:cNvSpPr/>
                  <p:nvPr/>
                </p:nvSpPr>
                <p:spPr>
                  <a:xfrm>
                    <a:off x="6795050" y="1384210"/>
                    <a:ext cx="54034" cy="28783"/>
                  </a:xfrm>
                  <a:custGeom>
                    <a:avLst/>
                    <a:gdLst>
                      <a:gd name="connsiteX0" fmla="*/ 227 w 54034"/>
                      <a:gd name="connsiteY0" fmla="*/ 11905 h 28783"/>
                      <a:gd name="connsiteX1" fmla="*/ 2887 w 54034"/>
                      <a:gd name="connsiteY1" fmla="*/ 19929 h 28783"/>
                      <a:gd name="connsiteX2" fmla="*/ 13747 w 54034"/>
                      <a:gd name="connsiteY2" fmla="*/ 27642 h 28783"/>
                      <a:gd name="connsiteX3" fmla="*/ 15831 w 54034"/>
                      <a:gd name="connsiteY3" fmla="*/ 28263 h 28783"/>
                      <a:gd name="connsiteX4" fmla="*/ 17915 w 54034"/>
                      <a:gd name="connsiteY4" fmla="*/ 28485 h 28783"/>
                      <a:gd name="connsiteX5" fmla="*/ 22525 w 54034"/>
                      <a:gd name="connsiteY5" fmla="*/ 28751 h 28783"/>
                      <a:gd name="connsiteX6" fmla="*/ 27446 w 54034"/>
                      <a:gd name="connsiteY6" fmla="*/ 27864 h 28783"/>
                      <a:gd name="connsiteX7" fmla="*/ 31702 w 54034"/>
                      <a:gd name="connsiteY7" fmla="*/ 26445 h 28783"/>
                      <a:gd name="connsiteX8" fmla="*/ 51251 w 54034"/>
                      <a:gd name="connsiteY8" fmla="*/ 10309 h 28783"/>
                      <a:gd name="connsiteX9" fmla="*/ 52404 w 54034"/>
                      <a:gd name="connsiteY9" fmla="*/ 113 h 28783"/>
                      <a:gd name="connsiteX10" fmla="*/ 45444 w 54034"/>
                      <a:gd name="connsiteY10" fmla="*/ 3216 h 28783"/>
                      <a:gd name="connsiteX11" fmla="*/ 26603 w 54034"/>
                      <a:gd name="connsiteY11" fmla="*/ 10043 h 28783"/>
                      <a:gd name="connsiteX12" fmla="*/ 22303 w 54034"/>
                      <a:gd name="connsiteY12" fmla="*/ 9954 h 28783"/>
                      <a:gd name="connsiteX13" fmla="*/ 18491 w 54034"/>
                      <a:gd name="connsiteY13" fmla="*/ 9201 h 28783"/>
                      <a:gd name="connsiteX14" fmla="*/ 15565 w 54034"/>
                      <a:gd name="connsiteY14" fmla="*/ 8137 h 28783"/>
                      <a:gd name="connsiteX15" fmla="*/ 14146 w 54034"/>
                      <a:gd name="connsiteY15" fmla="*/ 7693 h 28783"/>
                      <a:gd name="connsiteX16" fmla="*/ 12240 w 54034"/>
                      <a:gd name="connsiteY16" fmla="*/ 7339 h 28783"/>
                      <a:gd name="connsiteX17" fmla="*/ 227 w 54034"/>
                      <a:gd name="connsiteY17" fmla="*/ 11905 h 28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034" h="28783">
                        <a:moveTo>
                          <a:pt x="227" y="11905"/>
                        </a:moveTo>
                        <a:cubicBezTo>
                          <a:pt x="-350" y="14964"/>
                          <a:pt x="49" y="16515"/>
                          <a:pt x="2887" y="19929"/>
                        </a:cubicBezTo>
                        <a:cubicBezTo>
                          <a:pt x="5723" y="23165"/>
                          <a:pt x="8827" y="25913"/>
                          <a:pt x="13747" y="27642"/>
                        </a:cubicBezTo>
                        <a:cubicBezTo>
                          <a:pt x="14412" y="27864"/>
                          <a:pt x="15166" y="28130"/>
                          <a:pt x="15831" y="28263"/>
                        </a:cubicBezTo>
                        <a:cubicBezTo>
                          <a:pt x="16496" y="28263"/>
                          <a:pt x="17205" y="28440"/>
                          <a:pt x="17915" y="28485"/>
                        </a:cubicBezTo>
                        <a:cubicBezTo>
                          <a:pt x="19378" y="28573"/>
                          <a:pt x="20885" y="28884"/>
                          <a:pt x="22525" y="28751"/>
                        </a:cubicBezTo>
                        <a:cubicBezTo>
                          <a:pt x="24165" y="28529"/>
                          <a:pt x="25850" y="28219"/>
                          <a:pt x="27446" y="27864"/>
                        </a:cubicBezTo>
                        <a:cubicBezTo>
                          <a:pt x="28997" y="27509"/>
                          <a:pt x="30239" y="26977"/>
                          <a:pt x="31702" y="26445"/>
                        </a:cubicBezTo>
                        <a:cubicBezTo>
                          <a:pt x="41144" y="22589"/>
                          <a:pt x="47572" y="15983"/>
                          <a:pt x="51251" y="10309"/>
                        </a:cubicBezTo>
                        <a:cubicBezTo>
                          <a:pt x="54000" y="6053"/>
                          <a:pt x="55285" y="1221"/>
                          <a:pt x="52404" y="113"/>
                        </a:cubicBezTo>
                        <a:cubicBezTo>
                          <a:pt x="50631" y="-552"/>
                          <a:pt x="48060" y="1886"/>
                          <a:pt x="45444" y="3216"/>
                        </a:cubicBezTo>
                        <a:cubicBezTo>
                          <a:pt x="39415" y="6408"/>
                          <a:pt x="33430" y="9600"/>
                          <a:pt x="26603" y="10043"/>
                        </a:cubicBezTo>
                        <a:cubicBezTo>
                          <a:pt x="25185" y="10220"/>
                          <a:pt x="23722" y="10043"/>
                          <a:pt x="22303" y="9954"/>
                        </a:cubicBezTo>
                        <a:cubicBezTo>
                          <a:pt x="20885" y="9910"/>
                          <a:pt x="19466" y="9555"/>
                          <a:pt x="18491" y="9201"/>
                        </a:cubicBezTo>
                        <a:cubicBezTo>
                          <a:pt x="17516" y="8979"/>
                          <a:pt x="16452" y="8314"/>
                          <a:pt x="15565" y="8137"/>
                        </a:cubicBezTo>
                        <a:cubicBezTo>
                          <a:pt x="15210" y="7915"/>
                          <a:pt x="14856" y="7782"/>
                          <a:pt x="14146" y="7693"/>
                        </a:cubicBezTo>
                        <a:cubicBezTo>
                          <a:pt x="13526" y="7516"/>
                          <a:pt x="12905" y="7383"/>
                          <a:pt x="12240" y="7339"/>
                        </a:cubicBezTo>
                        <a:cubicBezTo>
                          <a:pt x="7586" y="6718"/>
                          <a:pt x="1290" y="7605"/>
                          <a:pt x="227" y="1190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62" name="Forme libre : forme 21261">
                    <a:extLst>
                      <a:ext uri="{FF2B5EF4-FFF2-40B4-BE49-F238E27FC236}">
                        <a16:creationId xmlns:a16="http://schemas.microsoft.com/office/drawing/2014/main" id="{8674C532-A3FF-4E03-AEEA-2830E31A6033}"/>
                      </a:ext>
                    </a:extLst>
                  </p:cNvPr>
                  <p:cNvSpPr/>
                  <p:nvPr/>
                </p:nvSpPr>
                <p:spPr>
                  <a:xfrm>
                    <a:off x="6806507" y="1389787"/>
                    <a:ext cx="12756" cy="7746"/>
                  </a:xfrm>
                  <a:custGeom>
                    <a:avLst/>
                    <a:gdLst>
                      <a:gd name="connsiteX0" fmla="*/ 1758 w 12756"/>
                      <a:gd name="connsiteY0" fmla="*/ 5131 h 7746"/>
                      <a:gd name="connsiteX1" fmla="*/ 118 w 12756"/>
                      <a:gd name="connsiteY1" fmla="*/ 5973 h 7746"/>
                      <a:gd name="connsiteX2" fmla="*/ 1005 w 12756"/>
                      <a:gd name="connsiteY2" fmla="*/ 7303 h 7746"/>
                      <a:gd name="connsiteX3" fmla="*/ 3798 w 12756"/>
                      <a:gd name="connsiteY3" fmla="*/ 7746 h 7746"/>
                      <a:gd name="connsiteX4" fmla="*/ 7078 w 12756"/>
                      <a:gd name="connsiteY4" fmla="*/ 7125 h 7746"/>
                      <a:gd name="connsiteX5" fmla="*/ 9960 w 12756"/>
                      <a:gd name="connsiteY5" fmla="*/ 5485 h 7746"/>
                      <a:gd name="connsiteX6" fmla="*/ 11910 w 12756"/>
                      <a:gd name="connsiteY6" fmla="*/ 3668 h 7746"/>
                      <a:gd name="connsiteX7" fmla="*/ 12398 w 12756"/>
                      <a:gd name="connsiteY7" fmla="*/ 343 h 7746"/>
                      <a:gd name="connsiteX8" fmla="*/ 11024 w 12756"/>
                      <a:gd name="connsiteY8" fmla="*/ 33 h 7746"/>
                      <a:gd name="connsiteX9" fmla="*/ 8896 w 12756"/>
                      <a:gd name="connsiteY9" fmla="*/ 786 h 7746"/>
                      <a:gd name="connsiteX10" fmla="*/ 7920 w 12756"/>
                      <a:gd name="connsiteY10" fmla="*/ 1451 h 7746"/>
                      <a:gd name="connsiteX11" fmla="*/ 7122 w 12756"/>
                      <a:gd name="connsiteY11" fmla="*/ 1939 h 7746"/>
                      <a:gd name="connsiteX12" fmla="*/ 5615 w 12756"/>
                      <a:gd name="connsiteY12" fmla="*/ 3091 h 7746"/>
                      <a:gd name="connsiteX13" fmla="*/ 1758 w 12756"/>
                      <a:gd name="connsiteY13" fmla="*/ 5131 h 7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2756" h="7746">
                        <a:moveTo>
                          <a:pt x="1758" y="5131"/>
                        </a:moveTo>
                        <a:cubicBezTo>
                          <a:pt x="1049" y="5352"/>
                          <a:pt x="517" y="5485"/>
                          <a:pt x="118" y="5973"/>
                        </a:cubicBezTo>
                        <a:cubicBezTo>
                          <a:pt x="-237" y="6461"/>
                          <a:pt x="251" y="6948"/>
                          <a:pt x="1005" y="7303"/>
                        </a:cubicBezTo>
                        <a:cubicBezTo>
                          <a:pt x="1758" y="7746"/>
                          <a:pt x="3000" y="7702"/>
                          <a:pt x="3798" y="7746"/>
                        </a:cubicBezTo>
                        <a:cubicBezTo>
                          <a:pt x="4906" y="7746"/>
                          <a:pt x="6059" y="7347"/>
                          <a:pt x="7078" y="7125"/>
                        </a:cubicBezTo>
                        <a:cubicBezTo>
                          <a:pt x="8053" y="6594"/>
                          <a:pt x="9029" y="6150"/>
                          <a:pt x="9960" y="5485"/>
                        </a:cubicBezTo>
                        <a:cubicBezTo>
                          <a:pt x="10713" y="4865"/>
                          <a:pt x="11422" y="4333"/>
                          <a:pt x="11910" y="3668"/>
                        </a:cubicBezTo>
                        <a:cubicBezTo>
                          <a:pt x="12885" y="2338"/>
                          <a:pt x="12974" y="875"/>
                          <a:pt x="12398" y="343"/>
                        </a:cubicBezTo>
                        <a:cubicBezTo>
                          <a:pt x="12087" y="33"/>
                          <a:pt x="11644" y="-56"/>
                          <a:pt x="11024" y="33"/>
                        </a:cubicBezTo>
                        <a:cubicBezTo>
                          <a:pt x="10447" y="77"/>
                          <a:pt x="9738" y="299"/>
                          <a:pt x="8896" y="786"/>
                        </a:cubicBezTo>
                        <a:cubicBezTo>
                          <a:pt x="8585" y="964"/>
                          <a:pt x="8231" y="1230"/>
                          <a:pt x="7920" y="1451"/>
                        </a:cubicBezTo>
                        <a:cubicBezTo>
                          <a:pt x="7654" y="1584"/>
                          <a:pt x="7344" y="1761"/>
                          <a:pt x="7122" y="1939"/>
                        </a:cubicBezTo>
                        <a:cubicBezTo>
                          <a:pt x="6679" y="2293"/>
                          <a:pt x="6236" y="2825"/>
                          <a:pt x="5615" y="3091"/>
                        </a:cubicBezTo>
                        <a:cubicBezTo>
                          <a:pt x="4418" y="4022"/>
                          <a:pt x="3354" y="4687"/>
                          <a:pt x="1758" y="513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63" name="Forme libre : forme 21262">
                    <a:extLst>
                      <a:ext uri="{FF2B5EF4-FFF2-40B4-BE49-F238E27FC236}">
                        <a16:creationId xmlns:a16="http://schemas.microsoft.com/office/drawing/2014/main" id="{C77E8EB3-8F04-4C88-9E1D-E76ADEAF4FD1}"/>
                      </a:ext>
                    </a:extLst>
                  </p:cNvPr>
                  <p:cNvSpPr/>
                  <p:nvPr/>
                </p:nvSpPr>
                <p:spPr>
                  <a:xfrm>
                    <a:off x="6853438" y="1362334"/>
                    <a:ext cx="9927" cy="30233"/>
                  </a:xfrm>
                  <a:custGeom>
                    <a:avLst/>
                    <a:gdLst>
                      <a:gd name="connsiteX0" fmla="*/ 9354 w 9927"/>
                      <a:gd name="connsiteY0" fmla="*/ 0 h 30233"/>
                      <a:gd name="connsiteX1" fmla="*/ 0 w 9927"/>
                      <a:gd name="connsiteY1" fmla="*/ 30234 h 30233"/>
                      <a:gd name="connsiteX2" fmla="*/ 9354 w 9927"/>
                      <a:gd name="connsiteY2" fmla="*/ 0 h 30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927" h="30233">
                        <a:moveTo>
                          <a:pt x="9354" y="0"/>
                        </a:moveTo>
                        <a:cubicBezTo>
                          <a:pt x="11925" y="7270"/>
                          <a:pt x="5320" y="21412"/>
                          <a:pt x="0" y="30234"/>
                        </a:cubicBezTo>
                        <a:cubicBezTo>
                          <a:pt x="5719" y="20614"/>
                          <a:pt x="8600" y="8733"/>
                          <a:pt x="935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64" name="Forme libre : forme 21263">
                    <a:extLst>
                      <a:ext uri="{FF2B5EF4-FFF2-40B4-BE49-F238E27FC236}">
                        <a16:creationId xmlns:a16="http://schemas.microsoft.com/office/drawing/2014/main" id="{52600728-902B-49D6-8FAB-29F0B3FA6675}"/>
                      </a:ext>
                    </a:extLst>
                  </p:cNvPr>
                  <p:cNvSpPr/>
                  <p:nvPr/>
                </p:nvSpPr>
                <p:spPr>
                  <a:xfrm>
                    <a:off x="6791730" y="1384234"/>
                    <a:ext cx="19463" cy="2961"/>
                  </a:xfrm>
                  <a:custGeom>
                    <a:avLst/>
                    <a:gdLst>
                      <a:gd name="connsiteX0" fmla="*/ 19417 w 19463"/>
                      <a:gd name="connsiteY0" fmla="*/ 0 h 2961"/>
                      <a:gd name="connsiteX1" fmla="*/ 19195 w 19463"/>
                      <a:gd name="connsiteY1" fmla="*/ 532 h 2961"/>
                      <a:gd name="connsiteX2" fmla="*/ 19062 w 19463"/>
                      <a:gd name="connsiteY2" fmla="*/ 931 h 2961"/>
                      <a:gd name="connsiteX3" fmla="*/ 18353 w 19463"/>
                      <a:gd name="connsiteY3" fmla="*/ 1330 h 2961"/>
                      <a:gd name="connsiteX4" fmla="*/ 13432 w 19463"/>
                      <a:gd name="connsiteY4" fmla="*/ 2350 h 2961"/>
                      <a:gd name="connsiteX5" fmla="*/ 0 w 19463"/>
                      <a:gd name="connsiteY5" fmla="*/ 1419 h 2961"/>
                      <a:gd name="connsiteX6" fmla="*/ 13432 w 19463"/>
                      <a:gd name="connsiteY6" fmla="*/ 2926 h 2961"/>
                      <a:gd name="connsiteX7" fmla="*/ 18575 w 19463"/>
                      <a:gd name="connsiteY7" fmla="*/ 1951 h 2961"/>
                      <a:gd name="connsiteX8" fmla="*/ 19062 w 19463"/>
                      <a:gd name="connsiteY8" fmla="*/ 1463 h 2961"/>
                      <a:gd name="connsiteX9" fmla="*/ 19328 w 19463"/>
                      <a:gd name="connsiteY9" fmla="*/ 887 h 2961"/>
                      <a:gd name="connsiteX10" fmla="*/ 19417 w 19463"/>
                      <a:gd name="connsiteY10" fmla="*/ 0 h 2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463" h="2961">
                        <a:moveTo>
                          <a:pt x="19417" y="0"/>
                        </a:moveTo>
                        <a:cubicBezTo>
                          <a:pt x="19461" y="222"/>
                          <a:pt x="19373" y="266"/>
                          <a:pt x="19195" y="532"/>
                        </a:cubicBezTo>
                        <a:cubicBezTo>
                          <a:pt x="19107" y="709"/>
                          <a:pt x="19018" y="842"/>
                          <a:pt x="19062" y="931"/>
                        </a:cubicBezTo>
                        <a:cubicBezTo>
                          <a:pt x="19195" y="1064"/>
                          <a:pt x="18575" y="1241"/>
                          <a:pt x="18353" y="1330"/>
                        </a:cubicBezTo>
                        <a:cubicBezTo>
                          <a:pt x="17023" y="1773"/>
                          <a:pt x="15383" y="2172"/>
                          <a:pt x="13432" y="2350"/>
                        </a:cubicBezTo>
                        <a:cubicBezTo>
                          <a:pt x="9531" y="2793"/>
                          <a:pt x="4610" y="2172"/>
                          <a:pt x="0" y="1419"/>
                        </a:cubicBezTo>
                        <a:cubicBezTo>
                          <a:pt x="4344" y="1906"/>
                          <a:pt x="9354" y="3192"/>
                          <a:pt x="13432" y="2926"/>
                        </a:cubicBezTo>
                        <a:cubicBezTo>
                          <a:pt x="15471" y="2970"/>
                          <a:pt x="17200" y="2394"/>
                          <a:pt x="18575" y="1951"/>
                        </a:cubicBezTo>
                        <a:cubicBezTo>
                          <a:pt x="19018" y="1818"/>
                          <a:pt x="19062" y="1596"/>
                          <a:pt x="19062" y="1463"/>
                        </a:cubicBezTo>
                        <a:lnTo>
                          <a:pt x="19328" y="887"/>
                        </a:lnTo>
                        <a:cubicBezTo>
                          <a:pt x="19461" y="621"/>
                          <a:pt x="19506" y="355"/>
                          <a:pt x="1941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65" name="Forme libre : forme 21264">
                    <a:extLst>
                      <a:ext uri="{FF2B5EF4-FFF2-40B4-BE49-F238E27FC236}">
                        <a16:creationId xmlns:a16="http://schemas.microsoft.com/office/drawing/2014/main" id="{BAC7DF03-2D8D-4297-9EA2-881E01D6CBB5}"/>
                      </a:ext>
                    </a:extLst>
                  </p:cNvPr>
                  <p:cNvSpPr/>
                  <p:nvPr/>
                </p:nvSpPr>
                <p:spPr>
                  <a:xfrm>
                    <a:off x="6829096" y="1378635"/>
                    <a:ext cx="13197" cy="10739"/>
                  </a:xfrm>
                  <a:custGeom>
                    <a:avLst/>
                    <a:gdLst>
                      <a:gd name="connsiteX0" fmla="*/ 13171 w 13197"/>
                      <a:gd name="connsiteY0" fmla="*/ 500 h 10739"/>
                      <a:gd name="connsiteX1" fmla="*/ 6699 w 13197"/>
                      <a:gd name="connsiteY1" fmla="*/ 7815 h 10739"/>
                      <a:gd name="connsiteX2" fmla="*/ 5 w 13197"/>
                      <a:gd name="connsiteY2" fmla="*/ 10031 h 10739"/>
                      <a:gd name="connsiteX3" fmla="*/ 6255 w 13197"/>
                      <a:gd name="connsiteY3" fmla="*/ 3559 h 10739"/>
                      <a:gd name="connsiteX4" fmla="*/ 13171 w 13197"/>
                      <a:gd name="connsiteY4" fmla="*/ 500 h 10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97" h="10739">
                        <a:moveTo>
                          <a:pt x="13171" y="500"/>
                        </a:moveTo>
                        <a:cubicBezTo>
                          <a:pt x="13614" y="2451"/>
                          <a:pt x="8339" y="6618"/>
                          <a:pt x="6699" y="7815"/>
                        </a:cubicBezTo>
                        <a:cubicBezTo>
                          <a:pt x="5014" y="9056"/>
                          <a:pt x="182" y="12115"/>
                          <a:pt x="5" y="10031"/>
                        </a:cubicBezTo>
                        <a:cubicBezTo>
                          <a:pt x="-173" y="7948"/>
                          <a:pt x="4792" y="4756"/>
                          <a:pt x="6255" y="3559"/>
                        </a:cubicBezTo>
                        <a:cubicBezTo>
                          <a:pt x="7851" y="2495"/>
                          <a:pt x="12772" y="-1362"/>
                          <a:pt x="13171" y="50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66" name="Forme libre : forme 21265">
                    <a:extLst>
                      <a:ext uri="{FF2B5EF4-FFF2-40B4-BE49-F238E27FC236}">
                        <a16:creationId xmlns:a16="http://schemas.microsoft.com/office/drawing/2014/main" id="{CAE1016B-48E9-496C-8787-664A54D9A243}"/>
                      </a:ext>
                    </a:extLst>
                  </p:cNvPr>
                  <p:cNvSpPr/>
                  <p:nvPr/>
                </p:nvSpPr>
                <p:spPr>
                  <a:xfrm>
                    <a:off x="6840356" y="1376939"/>
                    <a:ext cx="3594" cy="3508"/>
                  </a:xfrm>
                  <a:custGeom>
                    <a:avLst/>
                    <a:gdLst>
                      <a:gd name="connsiteX0" fmla="*/ 3418 w 3594"/>
                      <a:gd name="connsiteY0" fmla="*/ 69 h 3508"/>
                      <a:gd name="connsiteX1" fmla="*/ 2487 w 3594"/>
                      <a:gd name="connsiteY1" fmla="*/ 2152 h 3508"/>
                      <a:gd name="connsiteX2" fmla="*/ 182 w 3594"/>
                      <a:gd name="connsiteY2" fmla="*/ 3438 h 3508"/>
                      <a:gd name="connsiteX3" fmla="*/ 1068 w 3594"/>
                      <a:gd name="connsiteY3" fmla="*/ 1399 h 3508"/>
                      <a:gd name="connsiteX4" fmla="*/ 3418 w 3594"/>
                      <a:gd name="connsiteY4" fmla="*/ 69 h 3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4" h="3508">
                        <a:moveTo>
                          <a:pt x="3418" y="69"/>
                        </a:moveTo>
                        <a:cubicBezTo>
                          <a:pt x="3994" y="379"/>
                          <a:pt x="3019" y="1576"/>
                          <a:pt x="2487" y="2152"/>
                        </a:cubicBezTo>
                        <a:cubicBezTo>
                          <a:pt x="1955" y="2728"/>
                          <a:pt x="758" y="3792"/>
                          <a:pt x="182" y="3438"/>
                        </a:cubicBezTo>
                        <a:cubicBezTo>
                          <a:pt x="-395" y="3083"/>
                          <a:pt x="537" y="1975"/>
                          <a:pt x="1068" y="1399"/>
                        </a:cubicBezTo>
                        <a:cubicBezTo>
                          <a:pt x="1600" y="822"/>
                          <a:pt x="2842" y="-286"/>
                          <a:pt x="3418" y="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67" name="Forme libre : forme 21266">
                    <a:extLst>
                      <a:ext uri="{FF2B5EF4-FFF2-40B4-BE49-F238E27FC236}">
                        <a16:creationId xmlns:a16="http://schemas.microsoft.com/office/drawing/2014/main" id="{B0519DFF-5119-45F4-AD05-3C1CEF015B81}"/>
                      </a:ext>
                    </a:extLst>
                  </p:cNvPr>
                  <p:cNvSpPr/>
                  <p:nvPr/>
                </p:nvSpPr>
                <p:spPr>
                  <a:xfrm>
                    <a:off x="6822848" y="1361266"/>
                    <a:ext cx="36593" cy="20950"/>
                  </a:xfrm>
                  <a:custGeom>
                    <a:avLst/>
                    <a:gdLst>
                      <a:gd name="connsiteX0" fmla="*/ 23719 w 36593"/>
                      <a:gd name="connsiteY0" fmla="*/ 2930 h 20950"/>
                      <a:gd name="connsiteX1" fmla="*/ 35423 w 36593"/>
                      <a:gd name="connsiteY1" fmla="*/ 4 h 20950"/>
                      <a:gd name="connsiteX2" fmla="*/ 35600 w 36593"/>
                      <a:gd name="connsiteY2" fmla="*/ 3950 h 20950"/>
                      <a:gd name="connsiteX3" fmla="*/ 31167 w 36593"/>
                      <a:gd name="connsiteY3" fmla="*/ 6610 h 20950"/>
                      <a:gd name="connsiteX4" fmla="*/ 16937 w 36593"/>
                      <a:gd name="connsiteY4" fmla="*/ 13038 h 20950"/>
                      <a:gd name="connsiteX5" fmla="*/ 7361 w 36593"/>
                      <a:gd name="connsiteY5" fmla="*/ 18934 h 20950"/>
                      <a:gd name="connsiteX6" fmla="*/ 2 w 36593"/>
                      <a:gd name="connsiteY6" fmla="*/ 19643 h 20950"/>
                      <a:gd name="connsiteX7" fmla="*/ 5322 w 36593"/>
                      <a:gd name="connsiteY7" fmla="*/ 12151 h 20950"/>
                      <a:gd name="connsiteX8" fmla="*/ 13789 w 36593"/>
                      <a:gd name="connsiteY8" fmla="*/ 6166 h 20950"/>
                      <a:gd name="connsiteX9" fmla="*/ 23719 w 36593"/>
                      <a:gd name="connsiteY9" fmla="*/ 2930 h 20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6593" h="20950">
                        <a:moveTo>
                          <a:pt x="23719" y="2930"/>
                        </a:moveTo>
                        <a:cubicBezTo>
                          <a:pt x="28152" y="1201"/>
                          <a:pt x="31388" y="-84"/>
                          <a:pt x="35423" y="4"/>
                        </a:cubicBezTo>
                        <a:cubicBezTo>
                          <a:pt x="36930" y="49"/>
                          <a:pt x="36974" y="2265"/>
                          <a:pt x="35600" y="3950"/>
                        </a:cubicBezTo>
                        <a:cubicBezTo>
                          <a:pt x="34226" y="5590"/>
                          <a:pt x="32719" y="6078"/>
                          <a:pt x="31167" y="6610"/>
                        </a:cubicBezTo>
                        <a:cubicBezTo>
                          <a:pt x="26379" y="8250"/>
                          <a:pt x="21857" y="10555"/>
                          <a:pt x="16937" y="13038"/>
                        </a:cubicBezTo>
                        <a:cubicBezTo>
                          <a:pt x="15429" y="13836"/>
                          <a:pt x="11218" y="16894"/>
                          <a:pt x="7361" y="18934"/>
                        </a:cubicBezTo>
                        <a:cubicBezTo>
                          <a:pt x="3460" y="20884"/>
                          <a:pt x="46" y="21948"/>
                          <a:pt x="2" y="19643"/>
                        </a:cubicBezTo>
                        <a:cubicBezTo>
                          <a:pt x="-86" y="17293"/>
                          <a:pt x="2396" y="14766"/>
                          <a:pt x="5322" y="12151"/>
                        </a:cubicBezTo>
                        <a:cubicBezTo>
                          <a:pt x="8292" y="9713"/>
                          <a:pt x="11794" y="7142"/>
                          <a:pt x="13789" y="6166"/>
                        </a:cubicBezTo>
                        <a:cubicBezTo>
                          <a:pt x="17690" y="4038"/>
                          <a:pt x="20394" y="4216"/>
                          <a:pt x="23719" y="293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65" name="Graphique 2">
                  <a:extLst>
                    <a:ext uri="{FF2B5EF4-FFF2-40B4-BE49-F238E27FC236}">
                      <a16:creationId xmlns:a16="http://schemas.microsoft.com/office/drawing/2014/main" id="{E1910E57-5441-4BF5-903B-72E81116073F}"/>
                    </a:ext>
                  </a:extLst>
                </p:cNvPr>
                <p:cNvGrpSpPr/>
                <p:nvPr/>
              </p:nvGrpSpPr>
              <p:grpSpPr>
                <a:xfrm>
                  <a:off x="6859600" y="1281075"/>
                  <a:ext cx="65883" cy="78899"/>
                  <a:chOff x="6859600" y="1281075"/>
                  <a:chExt cx="65883" cy="78899"/>
                </a:xfrm>
                <a:solidFill>
                  <a:schemeClr val="accent1"/>
                </a:solidFill>
              </p:grpSpPr>
              <p:sp>
                <p:nvSpPr>
                  <p:cNvPr id="21244" name="Forme libre : forme 21243">
                    <a:extLst>
                      <a:ext uri="{FF2B5EF4-FFF2-40B4-BE49-F238E27FC236}">
                        <a16:creationId xmlns:a16="http://schemas.microsoft.com/office/drawing/2014/main" id="{D4825F57-3C42-4F9F-AB78-5510B8F729DD}"/>
                      </a:ext>
                    </a:extLst>
                  </p:cNvPr>
                  <p:cNvSpPr/>
                  <p:nvPr/>
                </p:nvSpPr>
                <p:spPr>
                  <a:xfrm>
                    <a:off x="6859600" y="1281075"/>
                    <a:ext cx="65883" cy="78895"/>
                  </a:xfrm>
                  <a:custGeom>
                    <a:avLst/>
                    <a:gdLst>
                      <a:gd name="connsiteX0" fmla="*/ 57498 w 65883"/>
                      <a:gd name="connsiteY0" fmla="*/ 36751 h 78895"/>
                      <a:gd name="connsiteX1" fmla="*/ 37460 w 65883"/>
                      <a:gd name="connsiteY1" fmla="*/ 63128 h 78895"/>
                      <a:gd name="connsiteX2" fmla="*/ 7315 w 65883"/>
                      <a:gd name="connsiteY2" fmla="*/ 78865 h 78895"/>
                      <a:gd name="connsiteX3" fmla="*/ 0 w 65883"/>
                      <a:gd name="connsiteY3" fmla="*/ 71994 h 78895"/>
                      <a:gd name="connsiteX4" fmla="*/ 10374 w 65883"/>
                      <a:gd name="connsiteY4" fmla="*/ 40785 h 78895"/>
                      <a:gd name="connsiteX5" fmla="*/ 28594 w 65883"/>
                      <a:gd name="connsiteY5" fmla="*/ 16935 h 78895"/>
                      <a:gd name="connsiteX6" fmla="*/ 56567 w 65883"/>
                      <a:gd name="connsiteY6" fmla="*/ 178 h 78895"/>
                      <a:gd name="connsiteX7" fmla="*/ 65255 w 65883"/>
                      <a:gd name="connsiteY7" fmla="*/ 4788 h 78895"/>
                      <a:gd name="connsiteX8" fmla="*/ 57498 w 65883"/>
                      <a:gd name="connsiteY8" fmla="*/ 36751 h 78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5883" h="78895">
                        <a:moveTo>
                          <a:pt x="57498" y="36751"/>
                        </a:moveTo>
                        <a:cubicBezTo>
                          <a:pt x="53242" y="43312"/>
                          <a:pt x="42957" y="56966"/>
                          <a:pt x="37460" y="63128"/>
                        </a:cubicBezTo>
                        <a:cubicBezTo>
                          <a:pt x="27220" y="74698"/>
                          <a:pt x="18132" y="77713"/>
                          <a:pt x="7315" y="78865"/>
                        </a:cubicBezTo>
                        <a:cubicBezTo>
                          <a:pt x="3547" y="79264"/>
                          <a:pt x="-44" y="75673"/>
                          <a:pt x="0" y="71994"/>
                        </a:cubicBezTo>
                        <a:cubicBezTo>
                          <a:pt x="178" y="61355"/>
                          <a:pt x="2394" y="52134"/>
                          <a:pt x="10374" y="40785"/>
                        </a:cubicBezTo>
                        <a:cubicBezTo>
                          <a:pt x="14674" y="34756"/>
                          <a:pt x="23717" y="22875"/>
                          <a:pt x="28594" y="16935"/>
                        </a:cubicBezTo>
                        <a:cubicBezTo>
                          <a:pt x="37637" y="5763"/>
                          <a:pt x="46238" y="2483"/>
                          <a:pt x="56567" y="178"/>
                        </a:cubicBezTo>
                        <a:cubicBezTo>
                          <a:pt x="60113" y="-620"/>
                          <a:pt x="64679" y="1330"/>
                          <a:pt x="65255" y="4788"/>
                        </a:cubicBezTo>
                        <a:cubicBezTo>
                          <a:pt x="66940" y="14763"/>
                          <a:pt x="65522" y="24516"/>
                          <a:pt x="57498" y="3675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45" name="Forme libre : forme 21244">
                    <a:extLst>
                      <a:ext uri="{FF2B5EF4-FFF2-40B4-BE49-F238E27FC236}">
                        <a16:creationId xmlns:a16="http://schemas.microsoft.com/office/drawing/2014/main" id="{5461B231-ABF8-4DF7-9EB6-FF83761BBED3}"/>
                      </a:ext>
                    </a:extLst>
                  </p:cNvPr>
                  <p:cNvSpPr/>
                  <p:nvPr/>
                </p:nvSpPr>
                <p:spPr>
                  <a:xfrm>
                    <a:off x="6862526" y="1285597"/>
                    <a:ext cx="62760" cy="74376"/>
                  </a:xfrm>
                  <a:custGeom>
                    <a:avLst/>
                    <a:gdLst>
                      <a:gd name="connsiteX0" fmla="*/ 27751 w 62760"/>
                      <a:gd name="connsiteY0" fmla="*/ 46902 h 74376"/>
                      <a:gd name="connsiteX1" fmla="*/ 0 w 62760"/>
                      <a:gd name="connsiteY1" fmla="*/ 73057 h 74376"/>
                      <a:gd name="connsiteX2" fmla="*/ 4300 w 62760"/>
                      <a:gd name="connsiteY2" fmla="*/ 74343 h 74376"/>
                      <a:gd name="connsiteX3" fmla="*/ 9753 w 62760"/>
                      <a:gd name="connsiteY3" fmla="*/ 73545 h 74376"/>
                      <a:gd name="connsiteX4" fmla="*/ 24692 w 62760"/>
                      <a:gd name="connsiteY4" fmla="*/ 67427 h 74376"/>
                      <a:gd name="connsiteX5" fmla="*/ 34401 w 62760"/>
                      <a:gd name="connsiteY5" fmla="*/ 58606 h 74376"/>
                      <a:gd name="connsiteX6" fmla="*/ 37859 w 62760"/>
                      <a:gd name="connsiteY6" fmla="*/ 54483 h 74376"/>
                      <a:gd name="connsiteX7" fmla="*/ 53064 w 62760"/>
                      <a:gd name="connsiteY7" fmla="*/ 34224 h 74376"/>
                      <a:gd name="connsiteX8" fmla="*/ 54439 w 62760"/>
                      <a:gd name="connsiteY8" fmla="*/ 32184 h 74376"/>
                      <a:gd name="connsiteX9" fmla="*/ 60601 w 62760"/>
                      <a:gd name="connsiteY9" fmla="*/ 19949 h 74376"/>
                      <a:gd name="connsiteX10" fmla="*/ 62728 w 62760"/>
                      <a:gd name="connsiteY10" fmla="*/ 4921 h 74376"/>
                      <a:gd name="connsiteX11" fmla="*/ 62196 w 62760"/>
                      <a:gd name="connsiteY11" fmla="*/ 177 h 74376"/>
                      <a:gd name="connsiteX12" fmla="*/ 62152 w 62760"/>
                      <a:gd name="connsiteY12" fmla="*/ 0 h 74376"/>
                      <a:gd name="connsiteX13" fmla="*/ 27751 w 62760"/>
                      <a:gd name="connsiteY13" fmla="*/ 46902 h 74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2760" h="74376">
                        <a:moveTo>
                          <a:pt x="27751" y="46902"/>
                        </a:moveTo>
                        <a:cubicBezTo>
                          <a:pt x="20215" y="57808"/>
                          <a:pt x="10684" y="68757"/>
                          <a:pt x="0" y="73057"/>
                        </a:cubicBezTo>
                        <a:cubicBezTo>
                          <a:pt x="1241" y="73988"/>
                          <a:pt x="2749" y="74520"/>
                          <a:pt x="4300" y="74343"/>
                        </a:cubicBezTo>
                        <a:cubicBezTo>
                          <a:pt x="6162" y="74166"/>
                          <a:pt x="7980" y="73900"/>
                          <a:pt x="9753" y="73545"/>
                        </a:cubicBezTo>
                        <a:cubicBezTo>
                          <a:pt x="14895" y="72570"/>
                          <a:pt x="19727" y="70797"/>
                          <a:pt x="24692" y="67427"/>
                        </a:cubicBezTo>
                        <a:cubicBezTo>
                          <a:pt x="27840" y="65211"/>
                          <a:pt x="31120" y="62374"/>
                          <a:pt x="34401" y="58606"/>
                        </a:cubicBezTo>
                        <a:cubicBezTo>
                          <a:pt x="35376" y="57453"/>
                          <a:pt x="36573" y="56034"/>
                          <a:pt x="37859" y="54483"/>
                        </a:cubicBezTo>
                        <a:cubicBezTo>
                          <a:pt x="42824" y="48365"/>
                          <a:pt x="49208" y="39809"/>
                          <a:pt x="53064" y="34224"/>
                        </a:cubicBezTo>
                        <a:cubicBezTo>
                          <a:pt x="53552" y="33514"/>
                          <a:pt x="53995" y="32805"/>
                          <a:pt x="54439" y="32184"/>
                        </a:cubicBezTo>
                        <a:cubicBezTo>
                          <a:pt x="57276" y="27840"/>
                          <a:pt x="59271" y="23806"/>
                          <a:pt x="60601" y="19949"/>
                        </a:cubicBezTo>
                        <a:cubicBezTo>
                          <a:pt x="62374" y="14674"/>
                          <a:pt x="62906" y="9753"/>
                          <a:pt x="62728" y="4921"/>
                        </a:cubicBezTo>
                        <a:cubicBezTo>
                          <a:pt x="62640" y="3325"/>
                          <a:pt x="62462" y="1773"/>
                          <a:pt x="62196" y="177"/>
                        </a:cubicBezTo>
                        <a:lnTo>
                          <a:pt x="62152" y="0"/>
                        </a:lnTo>
                        <a:cubicBezTo>
                          <a:pt x="50715" y="15471"/>
                          <a:pt x="38612" y="31253"/>
                          <a:pt x="27751" y="4690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46" name="Forme libre : forme 21245">
                    <a:extLst>
                      <a:ext uri="{FF2B5EF4-FFF2-40B4-BE49-F238E27FC236}">
                        <a16:creationId xmlns:a16="http://schemas.microsoft.com/office/drawing/2014/main" id="{CD859D63-9CE9-492F-84E2-7643221B7555}"/>
                      </a:ext>
                    </a:extLst>
                  </p:cNvPr>
                  <p:cNvSpPr/>
                  <p:nvPr/>
                </p:nvSpPr>
                <p:spPr>
                  <a:xfrm>
                    <a:off x="6883137" y="1297006"/>
                    <a:ext cx="29290" cy="36386"/>
                  </a:xfrm>
                  <a:custGeom>
                    <a:avLst/>
                    <a:gdLst>
                      <a:gd name="connsiteX0" fmla="*/ 28375 w 29290"/>
                      <a:gd name="connsiteY0" fmla="*/ 339 h 36386"/>
                      <a:gd name="connsiteX1" fmla="*/ 19110 w 29290"/>
                      <a:gd name="connsiteY1" fmla="*/ 22549 h 36386"/>
                      <a:gd name="connsiteX2" fmla="*/ 1023 w 29290"/>
                      <a:gd name="connsiteY2" fmla="*/ 35892 h 36386"/>
                      <a:gd name="connsiteX3" fmla="*/ 9801 w 29290"/>
                      <a:gd name="connsiteY3" fmla="*/ 15722 h 36386"/>
                      <a:gd name="connsiteX4" fmla="*/ 28375 w 29290"/>
                      <a:gd name="connsiteY4" fmla="*/ 339 h 36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290" h="36386">
                        <a:moveTo>
                          <a:pt x="28375" y="339"/>
                        </a:moveTo>
                        <a:cubicBezTo>
                          <a:pt x="32277" y="2954"/>
                          <a:pt x="22656" y="17805"/>
                          <a:pt x="19110" y="22549"/>
                        </a:cubicBezTo>
                        <a:cubicBezTo>
                          <a:pt x="15608" y="27336"/>
                          <a:pt x="5190" y="38907"/>
                          <a:pt x="1023" y="35892"/>
                        </a:cubicBezTo>
                        <a:cubicBezTo>
                          <a:pt x="-3100" y="32878"/>
                          <a:pt x="6343" y="20066"/>
                          <a:pt x="9801" y="15722"/>
                        </a:cubicBezTo>
                        <a:cubicBezTo>
                          <a:pt x="13303" y="11422"/>
                          <a:pt x="24474" y="-2321"/>
                          <a:pt x="28375" y="33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47" name="Forme libre : forme 21246">
                    <a:extLst>
                      <a:ext uri="{FF2B5EF4-FFF2-40B4-BE49-F238E27FC236}">
                        <a16:creationId xmlns:a16="http://schemas.microsoft.com/office/drawing/2014/main" id="{31168325-6357-4875-91FD-EACE5F040AA3}"/>
                      </a:ext>
                    </a:extLst>
                  </p:cNvPr>
                  <p:cNvSpPr/>
                  <p:nvPr/>
                </p:nvSpPr>
                <p:spPr>
                  <a:xfrm>
                    <a:off x="6882888" y="1311265"/>
                    <a:ext cx="24633" cy="22046"/>
                  </a:xfrm>
                  <a:custGeom>
                    <a:avLst/>
                    <a:gdLst>
                      <a:gd name="connsiteX0" fmla="*/ 3355 w 24633"/>
                      <a:gd name="connsiteY0" fmla="*/ 11349 h 22046"/>
                      <a:gd name="connsiteX1" fmla="*/ 1138 w 24633"/>
                      <a:gd name="connsiteY1" fmla="*/ 21811 h 22046"/>
                      <a:gd name="connsiteX2" fmla="*/ 19535 w 24633"/>
                      <a:gd name="connsiteY2" fmla="*/ 8113 h 22046"/>
                      <a:gd name="connsiteX3" fmla="*/ 24634 w 24633"/>
                      <a:gd name="connsiteY3" fmla="*/ 0 h 22046"/>
                      <a:gd name="connsiteX4" fmla="*/ 21309 w 24633"/>
                      <a:gd name="connsiteY4" fmla="*/ 3901 h 22046"/>
                      <a:gd name="connsiteX5" fmla="*/ 3355 w 24633"/>
                      <a:gd name="connsiteY5" fmla="*/ 11349 h 220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633" h="22046">
                        <a:moveTo>
                          <a:pt x="3355" y="11349"/>
                        </a:moveTo>
                        <a:cubicBezTo>
                          <a:pt x="2379" y="14142"/>
                          <a:pt x="-2054" y="20658"/>
                          <a:pt x="1138" y="21811"/>
                        </a:cubicBezTo>
                        <a:cubicBezTo>
                          <a:pt x="6236" y="23673"/>
                          <a:pt x="14969" y="14053"/>
                          <a:pt x="19535" y="8113"/>
                        </a:cubicBezTo>
                        <a:cubicBezTo>
                          <a:pt x="20866" y="6384"/>
                          <a:pt x="23525" y="2217"/>
                          <a:pt x="24634" y="0"/>
                        </a:cubicBezTo>
                        <a:cubicBezTo>
                          <a:pt x="23747" y="1108"/>
                          <a:pt x="22328" y="3014"/>
                          <a:pt x="21309" y="3901"/>
                        </a:cubicBezTo>
                        <a:cubicBezTo>
                          <a:pt x="15501" y="8955"/>
                          <a:pt x="8098" y="14452"/>
                          <a:pt x="3355" y="1134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48" name="Forme libre : forme 21247">
                    <a:extLst>
                      <a:ext uri="{FF2B5EF4-FFF2-40B4-BE49-F238E27FC236}">
                        <a16:creationId xmlns:a16="http://schemas.microsoft.com/office/drawing/2014/main" id="{80DDD274-6354-435E-84BA-9DA6DB36BD2D}"/>
                      </a:ext>
                    </a:extLst>
                  </p:cNvPr>
                  <p:cNvSpPr/>
                  <p:nvPr/>
                </p:nvSpPr>
                <p:spPr>
                  <a:xfrm>
                    <a:off x="6885528" y="1295447"/>
                    <a:ext cx="29009" cy="36845"/>
                  </a:xfrm>
                  <a:custGeom>
                    <a:avLst/>
                    <a:gdLst>
                      <a:gd name="connsiteX0" fmla="*/ 28378 w 29009"/>
                      <a:gd name="connsiteY0" fmla="*/ 612 h 36845"/>
                      <a:gd name="connsiteX1" fmla="*/ 19112 w 29009"/>
                      <a:gd name="connsiteY1" fmla="*/ 23221 h 36845"/>
                      <a:gd name="connsiteX2" fmla="*/ 1114 w 29009"/>
                      <a:gd name="connsiteY2" fmla="*/ 36387 h 36845"/>
                      <a:gd name="connsiteX3" fmla="*/ 9847 w 29009"/>
                      <a:gd name="connsiteY3" fmla="*/ 16261 h 36845"/>
                      <a:gd name="connsiteX4" fmla="*/ 28378 w 29009"/>
                      <a:gd name="connsiteY4" fmla="*/ 612 h 36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009" h="36845">
                        <a:moveTo>
                          <a:pt x="28378" y="612"/>
                        </a:moveTo>
                        <a:cubicBezTo>
                          <a:pt x="31392" y="4513"/>
                          <a:pt x="22836" y="17990"/>
                          <a:pt x="19112" y="23221"/>
                        </a:cubicBezTo>
                        <a:cubicBezTo>
                          <a:pt x="15433" y="28496"/>
                          <a:pt x="5591" y="39180"/>
                          <a:pt x="1114" y="36387"/>
                        </a:cubicBezTo>
                        <a:cubicBezTo>
                          <a:pt x="-3319" y="33639"/>
                          <a:pt x="6700" y="20384"/>
                          <a:pt x="9847" y="16261"/>
                        </a:cubicBezTo>
                        <a:cubicBezTo>
                          <a:pt x="12995" y="12227"/>
                          <a:pt x="25363" y="-3245"/>
                          <a:pt x="28378" y="61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49" name="Forme libre : forme 21248">
                    <a:extLst>
                      <a:ext uri="{FF2B5EF4-FFF2-40B4-BE49-F238E27FC236}">
                        <a16:creationId xmlns:a16="http://schemas.microsoft.com/office/drawing/2014/main" id="{7975F90E-CE8C-44DC-A364-53412F58FE0D}"/>
                      </a:ext>
                    </a:extLst>
                  </p:cNvPr>
                  <p:cNvSpPr/>
                  <p:nvPr/>
                </p:nvSpPr>
                <p:spPr>
                  <a:xfrm>
                    <a:off x="6867845" y="1309089"/>
                    <a:ext cx="44298" cy="40757"/>
                  </a:xfrm>
                  <a:custGeom>
                    <a:avLst/>
                    <a:gdLst>
                      <a:gd name="connsiteX0" fmla="*/ 3503 w 44298"/>
                      <a:gd name="connsiteY0" fmla="*/ 40212 h 40757"/>
                      <a:gd name="connsiteX1" fmla="*/ 11527 w 44298"/>
                      <a:gd name="connsiteY1" fmla="*/ 39459 h 40757"/>
                      <a:gd name="connsiteX2" fmla="*/ 30412 w 44298"/>
                      <a:gd name="connsiteY2" fmla="*/ 28066 h 40757"/>
                      <a:gd name="connsiteX3" fmla="*/ 42825 w 44298"/>
                      <a:gd name="connsiteY3" fmla="*/ 10023 h 40757"/>
                      <a:gd name="connsiteX4" fmla="*/ 42248 w 44298"/>
                      <a:gd name="connsiteY4" fmla="*/ 48 h 40757"/>
                      <a:gd name="connsiteX5" fmla="*/ 35953 w 44298"/>
                      <a:gd name="connsiteY5" fmla="*/ 4038 h 40757"/>
                      <a:gd name="connsiteX6" fmla="*/ 19196 w 44298"/>
                      <a:gd name="connsiteY6" fmla="*/ 15165 h 40757"/>
                      <a:gd name="connsiteX7" fmla="*/ 2661 w 44298"/>
                      <a:gd name="connsiteY7" fmla="*/ 26292 h 40757"/>
                      <a:gd name="connsiteX8" fmla="*/ 3503 w 44298"/>
                      <a:gd name="connsiteY8" fmla="*/ 40212 h 40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298" h="40757">
                        <a:moveTo>
                          <a:pt x="3503" y="40212"/>
                        </a:moveTo>
                        <a:cubicBezTo>
                          <a:pt x="6518" y="41143"/>
                          <a:pt x="7936" y="40877"/>
                          <a:pt x="11527" y="39459"/>
                        </a:cubicBezTo>
                        <a:cubicBezTo>
                          <a:pt x="18309" y="36710"/>
                          <a:pt x="23940" y="34272"/>
                          <a:pt x="30412" y="28066"/>
                        </a:cubicBezTo>
                        <a:cubicBezTo>
                          <a:pt x="35776" y="22879"/>
                          <a:pt x="40475" y="15963"/>
                          <a:pt x="42825" y="10023"/>
                        </a:cubicBezTo>
                        <a:cubicBezTo>
                          <a:pt x="44553" y="5590"/>
                          <a:pt x="45218" y="802"/>
                          <a:pt x="42248" y="48"/>
                        </a:cubicBezTo>
                        <a:cubicBezTo>
                          <a:pt x="40431" y="-395"/>
                          <a:pt x="38214" y="2309"/>
                          <a:pt x="35953" y="4038"/>
                        </a:cubicBezTo>
                        <a:cubicBezTo>
                          <a:pt x="30545" y="8117"/>
                          <a:pt x="25580" y="12195"/>
                          <a:pt x="19196" y="15165"/>
                        </a:cubicBezTo>
                        <a:cubicBezTo>
                          <a:pt x="13788" y="17692"/>
                          <a:pt x="7005" y="19643"/>
                          <a:pt x="2661" y="26292"/>
                        </a:cubicBezTo>
                        <a:cubicBezTo>
                          <a:pt x="-1285" y="32321"/>
                          <a:pt x="-708" y="38882"/>
                          <a:pt x="3503" y="4021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50" name="Forme libre : forme 21249">
                    <a:extLst>
                      <a:ext uri="{FF2B5EF4-FFF2-40B4-BE49-F238E27FC236}">
                        <a16:creationId xmlns:a16="http://schemas.microsoft.com/office/drawing/2014/main" id="{5F7627F5-0BAE-4BE1-8612-DFF2432BABE3}"/>
                      </a:ext>
                    </a:extLst>
                  </p:cNvPr>
                  <p:cNvSpPr/>
                  <p:nvPr/>
                </p:nvSpPr>
                <p:spPr>
                  <a:xfrm>
                    <a:off x="6874096" y="1321353"/>
                    <a:ext cx="9708" cy="16593"/>
                  </a:xfrm>
                  <a:custGeom>
                    <a:avLst/>
                    <a:gdLst>
                      <a:gd name="connsiteX0" fmla="*/ 267 w 9708"/>
                      <a:gd name="connsiteY0" fmla="*/ 14206 h 16593"/>
                      <a:gd name="connsiteX1" fmla="*/ 133 w 9708"/>
                      <a:gd name="connsiteY1" fmla="*/ 16289 h 16593"/>
                      <a:gd name="connsiteX2" fmla="*/ 1862 w 9708"/>
                      <a:gd name="connsiteY2" fmla="*/ 15935 h 16593"/>
                      <a:gd name="connsiteX3" fmla="*/ 3990 w 9708"/>
                      <a:gd name="connsiteY3" fmla="*/ 13363 h 16593"/>
                      <a:gd name="connsiteX4" fmla="*/ 8246 w 9708"/>
                      <a:gd name="connsiteY4" fmla="*/ 6359 h 16593"/>
                      <a:gd name="connsiteX5" fmla="*/ 9487 w 9708"/>
                      <a:gd name="connsiteY5" fmla="*/ 3611 h 16593"/>
                      <a:gd name="connsiteX6" fmla="*/ 5320 w 9708"/>
                      <a:gd name="connsiteY6" fmla="*/ 2591 h 16593"/>
                      <a:gd name="connsiteX7" fmla="*/ 267 w 9708"/>
                      <a:gd name="connsiteY7" fmla="*/ 14206 h 1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708" h="16593">
                        <a:moveTo>
                          <a:pt x="267" y="14206"/>
                        </a:moveTo>
                        <a:cubicBezTo>
                          <a:pt x="45" y="15092"/>
                          <a:pt x="-133" y="15713"/>
                          <a:pt x="133" y="16289"/>
                        </a:cubicBezTo>
                        <a:cubicBezTo>
                          <a:pt x="399" y="16865"/>
                          <a:pt x="1153" y="16555"/>
                          <a:pt x="1862" y="15935"/>
                        </a:cubicBezTo>
                        <a:cubicBezTo>
                          <a:pt x="2572" y="15314"/>
                          <a:pt x="3414" y="14250"/>
                          <a:pt x="3990" y="13363"/>
                        </a:cubicBezTo>
                        <a:cubicBezTo>
                          <a:pt x="5498" y="11102"/>
                          <a:pt x="7049" y="8664"/>
                          <a:pt x="8246" y="6359"/>
                        </a:cubicBezTo>
                        <a:cubicBezTo>
                          <a:pt x="8734" y="5384"/>
                          <a:pt x="9266" y="4541"/>
                          <a:pt x="9487" y="3611"/>
                        </a:cubicBezTo>
                        <a:cubicBezTo>
                          <a:pt x="10418" y="-158"/>
                          <a:pt x="8290" y="-1709"/>
                          <a:pt x="5320" y="2591"/>
                        </a:cubicBezTo>
                        <a:cubicBezTo>
                          <a:pt x="2971" y="5916"/>
                          <a:pt x="1242" y="10659"/>
                          <a:pt x="267" y="1420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51" name="Forme libre : forme 21250">
                    <a:extLst>
                      <a:ext uri="{FF2B5EF4-FFF2-40B4-BE49-F238E27FC236}">
                        <a16:creationId xmlns:a16="http://schemas.microsoft.com/office/drawing/2014/main" id="{C5489526-D04B-474E-A551-8997AEF2DA50}"/>
                      </a:ext>
                    </a:extLst>
                  </p:cNvPr>
                  <p:cNvSpPr/>
                  <p:nvPr/>
                </p:nvSpPr>
                <p:spPr>
                  <a:xfrm>
                    <a:off x="6917142" y="1286129"/>
                    <a:ext cx="6768" cy="30366"/>
                  </a:xfrm>
                  <a:custGeom>
                    <a:avLst/>
                    <a:gdLst>
                      <a:gd name="connsiteX0" fmla="*/ 5896 w 6768"/>
                      <a:gd name="connsiteY0" fmla="*/ 0 h 30366"/>
                      <a:gd name="connsiteX1" fmla="*/ 0 w 6768"/>
                      <a:gd name="connsiteY1" fmla="*/ 30367 h 30366"/>
                      <a:gd name="connsiteX2" fmla="*/ 5896 w 6768"/>
                      <a:gd name="connsiteY2" fmla="*/ 0 h 30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768" h="30366">
                        <a:moveTo>
                          <a:pt x="5896" y="0"/>
                        </a:moveTo>
                        <a:cubicBezTo>
                          <a:pt x="8866" y="7049"/>
                          <a:pt x="3591" y="21412"/>
                          <a:pt x="0" y="30367"/>
                        </a:cubicBezTo>
                        <a:cubicBezTo>
                          <a:pt x="3901" y="20614"/>
                          <a:pt x="5674" y="8733"/>
                          <a:pt x="58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52" name="Forme libre : forme 21251">
                    <a:extLst>
                      <a:ext uri="{FF2B5EF4-FFF2-40B4-BE49-F238E27FC236}">
                        <a16:creationId xmlns:a16="http://schemas.microsoft.com/office/drawing/2014/main" id="{3B716536-CA89-4F9B-B637-E7F0ABF8F7FC}"/>
                      </a:ext>
                    </a:extLst>
                  </p:cNvPr>
                  <p:cNvSpPr/>
                  <p:nvPr/>
                </p:nvSpPr>
                <p:spPr>
                  <a:xfrm>
                    <a:off x="6860664" y="1321683"/>
                    <a:ext cx="10861" cy="31519"/>
                  </a:xfrm>
                  <a:custGeom>
                    <a:avLst/>
                    <a:gdLst>
                      <a:gd name="connsiteX0" fmla="*/ 10861 w 10861"/>
                      <a:gd name="connsiteY0" fmla="*/ 0 h 31519"/>
                      <a:gd name="connsiteX1" fmla="*/ 0 w 10861"/>
                      <a:gd name="connsiteY1" fmla="*/ 31519 h 31519"/>
                      <a:gd name="connsiteX2" fmla="*/ 10861 w 10861"/>
                      <a:gd name="connsiteY2" fmla="*/ 0 h 3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861" h="31519">
                        <a:moveTo>
                          <a:pt x="10861" y="0"/>
                        </a:moveTo>
                        <a:cubicBezTo>
                          <a:pt x="3901" y="10107"/>
                          <a:pt x="1108" y="21722"/>
                          <a:pt x="0" y="31519"/>
                        </a:cubicBezTo>
                        <a:cubicBezTo>
                          <a:pt x="576" y="22343"/>
                          <a:pt x="6162" y="9531"/>
                          <a:pt x="1086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53" name="Forme libre : forme 21252">
                    <a:extLst>
                      <a:ext uri="{FF2B5EF4-FFF2-40B4-BE49-F238E27FC236}">
                        <a16:creationId xmlns:a16="http://schemas.microsoft.com/office/drawing/2014/main" id="{BFF3A162-543F-4C23-B126-BDFDB9F7D55D}"/>
                      </a:ext>
                    </a:extLst>
                  </p:cNvPr>
                  <p:cNvSpPr/>
                  <p:nvPr/>
                </p:nvSpPr>
                <p:spPr>
                  <a:xfrm>
                    <a:off x="6892744" y="1304309"/>
                    <a:ext cx="11564" cy="12774"/>
                  </a:xfrm>
                  <a:custGeom>
                    <a:avLst/>
                    <a:gdLst>
                      <a:gd name="connsiteX0" fmla="*/ 11498 w 11564"/>
                      <a:gd name="connsiteY0" fmla="*/ 440 h 12774"/>
                      <a:gd name="connsiteX1" fmla="*/ 6222 w 11564"/>
                      <a:gd name="connsiteY1" fmla="*/ 8685 h 12774"/>
                      <a:gd name="connsiteX2" fmla="*/ 60 w 11564"/>
                      <a:gd name="connsiteY2" fmla="*/ 12232 h 12774"/>
                      <a:gd name="connsiteX3" fmla="*/ 5114 w 11564"/>
                      <a:gd name="connsiteY3" fmla="*/ 4518 h 12774"/>
                      <a:gd name="connsiteX4" fmla="*/ 11498 w 11564"/>
                      <a:gd name="connsiteY4" fmla="*/ 440 h 12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64" h="12774">
                        <a:moveTo>
                          <a:pt x="11498" y="440"/>
                        </a:moveTo>
                        <a:cubicBezTo>
                          <a:pt x="12163" y="2302"/>
                          <a:pt x="7641" y="7178"/>
                          <a:pt x="6222" y="8685"/>
                        </a:cubicBezTo>
                        <a:cubicBezTo>
                          <a:pt x="4804" y="10193"/>
                          <a:pt x="681" y="14227"/>
                          <a:pt x="60" y="12232"/>
                        </a:cubicBezTo>
                        <a:cubicBezTo>
                          <a:pt x="-560" y="10237"/>
                          <a:pt x="3784" y="5937"/>
                          <a:pt x="5114" y="4518"/>
                        </a:cubicBezTo>
                        <a:cubicBezTo>
                          <a:pt x="6400" y="3144"/>
                          <a:pt x="10833" y="-1422"/>
                          <a:pt x="11498" y="44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54" name="Forme libre : forme 21253">
                    <a:extLst>
                      <a:ext uri="{FF2B5EF4-FFF2-40B4-BE49-F238E27FC236}">
                        <a16:creationId xmlns:a16="http://schemas.microsoft.com/office/drawing/2014/main" id="{D2F4F9EC-DF97-4BD8-9A5E-25782D8AC3F7}"/>
                      </a:ext>
                    </a:extLst>
                  </p:cNvPr>
                  <p:cNvSpPr/>
                  <p:nvPr/>
                </p:nvSpPr>
                <p:spPr>
                  <a:xfrm>
                    <a:off x="6902374" y="1302373"/>
                    <a:ext cx="3247" cy="3875"/>
                  </a:xfrm>
                  <a:custGeom>
                    <a:avLst/>
                    <a:gdLst>
                      <a:gd name="connsiteX0" fmla="*/ 3020 w 3247"/>
                      <a:gd name="connsiteY0" fmla="*/ 26 h 3875"/>
                      <a:gd name="connsiteX1" fmla="*/ 2355 w 3247"/>
                      <a:gd name="connsiteY1" fmla="*/ 2243 h 3875"/>
                      <a:gd name="connsiteX2" fmla="*/ 228 w 3247"/>
                      <a:gd name="connsiteY2" fmla="*/ 3839 h 3875"/>
                      <a:gd name="connsiteX3" fmla="*/ 848 w 3247"/>
                      <a:gd name="connsiteY3" fmla="*/ 1711 h 3875"/>
                      <a:gd name="connsiteX4" fmla="*/ 3020 w 3247"/>
                      <a:gd name="connsiteY4" fmla="*/ 26 h 3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7" h="3875">
                        <a:moveTo>
                          <a:pt x="3020" y="26"/>
                        </a:moveTo>
                        <a:cubicBezTo>
                          <a:pt x="3641" y="292"/>
                          <a:pt x="2843" y="1578"/>
                          <a:pt x="2355" y="2243"/>
                        </a:cubicBezTo>
                        <a:cubicBezTo>
                          <a:pt x="1868" y="2863"/>
                          <a:pt x="848" y="4105"/>
                          <a:pt x="228" y="3839"/>
                        </a:cubicBezTo>
                        <a:cubicBezTo>
                          <a:pt x="-393" y="3573"/>
                          <a:pt x="405" y="2331"/>
                          <a:pt x="848" y="1711"/>
                        </a:cubicBezTo>
                        <a:cubicBezTo>
                          <a:pt x="1336" y="1046"/>
                          <a:pt x="2444" y="-196"/>
                          <a:pt x="3020" y="2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55" name="Forme libre : forme 21254">
                    <a:extLst>
                      <a:ext uri="{FF2B5EF4-FFF2-40B4-BE49-F238E27FC236}">
                        <a16:creationId xmlns:a16="http://schemas.microsoft.com/office/drawing/2014/main" id="{FF56D80E-6206-4194-9BE7-D3760FD38B87}"/>
                      </a:ext>
                    </a:extLst>
                  </p:cNvPr>
                  <p:cNvSpPr/>
                  <p:nvPr/>
                </p:nvSpPr>
                <p:spPr>
                  <a:xfrm>
                    <a:off x="6884805" y="1285375"/>
                    <a:ext cx="34888" cy="26117"/>
                  </a:xfrm>
                  <a:custGeom>
                    <a:avLst/>
                    <a:gdLst>
                      <a:gd name="connsiteX0" fmla="*/ 22141 w 34888"/>
                      <a:gd name="connsiteY0" fmla="*/ 3902 h 26117"/>
                      <a:gd name="connsiteX1" fmla="*/ 33623 w 34888"/>
                      <a:gd name="connsiteY1" fmla="*/ 1 h 26117"/>
                      <a:gd name="connsiteX2" fmla="*/ 34066 w 34888"/>
                      <a:gd name="connsiteY2" fmla="*/ 3902 h 26117"/>
                      <a:gd name="connsiteX3" fmla="*/ 29854 w 34888"/>
                      <a:gd name="connsiteY3" fmla="*/ 6916 h 26117"/>
                      <a:gd name="connsiteX4" fmla="*/ 16289 w 34888"/>
                      <a:gd name="connsiteY4" fmla="*/ 14940 h 26117"/>
                      <a:gd name="connsiteX5" fmla="*/ 64 w 34888"/>
                      <a:gd name="connsiteY5" fmla="*/ 25092 h 26117"/>
                      <a:gd name="connsiteX6" fmla="*/ 12388 w 34888"/>
                      <a:gd name="connsiteY6" fmla="*/ 8424 h 26117"/>
                      <a:gd name="connsiteX7" fmla="*/ 22141 w 34888"/>
                      <a:gd name="connsiteY7" fmla="*/ 3902 h 26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888" h="26117">
                        <a:moveTo>
                          <a:pt x="22141" y="3902"/>
                        </a:moveTo>
                        <a:cubicBezTo>
                          <a:pt x="26485" y="1730"/>
                          <a:pt x="29589" y="134"/>
                          <a:pt x="33623" y="1"/>
                        </a:cubicBezTo>
                        <a:cubicBezTo>
                          <a:pt x="35130" y="-44"/>
                          <a:pt x="35307" y="2128"/>
                          <a:pt x="34066" y="3902"/>
                        </a:cubicBezTo>
                        <a:cubicBezTo>
                          <a:pt x="32825" y="5675"/>
                          <a:pt x="31362" y="6251"/>
                          <a:pt x="29854" y="6916"/>
                        </a:cubicBezTo>
                        <a:cubicBezTo>
                          <a:pt x="25200" y="8955"/>
                          <a:pt x="20900" y="11704"/>
                          <a:pt x="16289" y="14940"/>
                        </a:cubicBezTo>
                        <a:cubicBezTo>
                          <a:pt x="13408" y="16935"/>
                          <a:pt x="1039" y="29791"/>
                          <a:pt x="64" y="25092"/>
                        </a:cubicBezTo>
                        <a:cubicBezTo>
                          <a:pt x="-867" y="20437"/>
                          <a:pt x="8576" y="11128"/>
                          <a:pt x="12388" y="8424"/>
                        </a:cubicBezTo>
                        <a:cubicBezTo>
                          <a:pt x="16201" y="5675"/>
                          <a:pt x="18860" y="5542"/>
                          <a:pt x="22141" y="390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66" name="Graphique 2">
                  <a:extLst>
                    <a:ext uri="{FF2B5EF4-FFF2-40B4-BE49-F238E27FC236}">
                      <a16:creationId xmlns:a16="http://schemas.microsoft.com/office/drawing/2014/main" id="{983E7DA1-2CF8-4F7E-BF35-89B7911526F2}"/>
                    </a:ext>
                  </a:extLst>
                </p:cNvPr>
                <p:cNvGrpSpPr/>
                <p:nvPr/>
              </p:nvGrpSpPr>
              <p:grpSpPr>
                <a:xfrm>
                  <a:off x="6919320" y="1205888"/>
                  <a:ext cx="67205" cy="77646"/>
                  <a:chOff x="6919320" y="1205888"/>
                  <a:chExt cx="67205" cy="77646"/>
                </a:xfrm>
                <a:solidFill>
                  <a:schemeClr val="accent1"/>
                </a:solidFill>
              </p:grpSpPr>
              <p:sp>
                <p:nvSpPr>
                  <p:cNvPr id="21232" name="Forme libre : forme 21231">
                    <a:extLst>
                      <a:ext uri="{FF2B5EF4-FFF2-40B4-BE49-F238E27FC236}">
                        <a16:creationId xmlns:a16="http://schemas.microsoft.com/office/drawing/2014/main" id="{0A8D3774-72EB-4D4C-9632-0790A1E98A10}"/>
                      </a:ext>
                    </a:extLst>
                  </p:cNvPr>
                  <p:cNvSpPr/>
                  <p:nvPr/>
                </p:nvSpPr>
                <p:spPr>
                  <a:xfrm>
                    <a:off x="6919320" y="1205888"/>
                    <a:ext cx="67205" cy="77646"/>
                  </a:xfrm>
                  <a:custGeom>
                    <a:avLst/>
                    <a:gdLst>
                      <a:gd name="connsiteX0" fmla="*/ 56782 w 67205"/>
                      <a:gd name="connsiteY0" fmla="*/ 35999 h 77646"/>
                      <a:gd name="connsiteX1" fmla="*/ 37011 w 67205"/>
                      <a:gd name="connsiteY1" fmla="*/ 61267 h 77646"/>
                      <a:gd name="connsiteX2" fmla="*/ 7708 w 67205"/>
                      <a:gd name="connsiteY2" fmla="*/ 77581 h 77646"/>
                      <a:gd name="connsiteX3" fmla="*/ 39 w 67205"/>
                      <a:gd name="connsiteY3" fmla="*/ 71109 h 77646"/>
                      <a:gd name="connsiteX4" fmla="*/ 9747 w 67205"/>
                      <a:gd name="connsiteY4" fmla="*/ 39146 h 77646"/>
                      <a:gd name="connsiteX5" fmla="*/ 28898 w 67205"/>
                      <a:gd name="connsiteY5" fmla="*/ 14808 h 77646"/>
                      <a:gd name="connsiteX6" fmla="*/ 43926 w 67205"/>
                      <a:gd name="connsiteY6" fmla="*/ 3327 h 77646"/>
                      <a:gd name="connsiteX7" fmla="*/ 59708 w 67205"/>
                      <a:gd name="connsiteY7" fmla="*/ 2 h 77646"/>
                      <a:gd name="connsiteX8" fmla="*/ 67200 w 67205"/>
                      <a:gd name="connsiteY8" fmla="*/ 6341 h 77646"/>
                      <a:gd name="connsiteX9" fmla="*/ 66402 w 67205"/>
                      <a:gd name="connsiteY9" fmla="*/ 13612 h 77646"/>
                      <a:gd name="connsiteX10" fmla="*/ 64850 w 67205"/>
                      <a:gd name="connsiteY10" fmla="*/ 20616 h 77646"/>
                      <a:gd name="connsiteX11" fmla="*/ 56782 w 67205"/>
                      <a:gd name="connsiteY11" fmla="*/ 35999 h 7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7205" h="77646">
                        <a:moveTo>
                          <a:pt x="56782" y="35999"/>
                        </a:moveTo>
                        <a:cubicBezTo>
                          <a:pt x="52393" y="41983"/>
                          <a:pt x="42242" y="55150"/>
                          <a:pt x="37011" y="61267"/>
                        </a:cubicBezTo>
                        <a:cubicBezTo>
                          <a:pt x="27169" y="72660"/>
                          <a:pt x="18436" y="75941"/>
                          <a:pt x="7708" y="77581"/>
                        </a:cubicBezTo>
                        <a:cubicBezTo>
                          <a:pt x="3984" y="78157"/>
                          <a:pt x="172" y="74833"/>
                          <a:pt x="39" y="71109"/>
                        </a:cubicBezTo>
                        <a:cubicBezTo>
                          <a:pt x="-316" y="60425"/>
                          <a:pt x="1679" y="50894"/>
                          <a:pt x="9747" y="39146"/>
                        </a:cubicBezTo>
                        <a:cubicBezTo>
                          <a:pt x="14047" y="32896"/>
                          <a:pt x="23490" y="20793"/>
                          <a:pt x="28898" y="14808"/>
                        </a:cubicBezTo>
                        <a:cubicBezTo>
                          <a:pt x="33908" y="9178"/>
                          <a:pt x="38784" y="5632"/>
                          <a:pt x="43926" y="3327"/>
                        </a:cubicBezTo>
                        <a:cubicBezTo>
                          <a:pt x="48936" y="1066"/>
                          <a:pt x="54388" y="2"/>
                          <a:pt x="59708" y="2"/>
                        </a:cubicBezTo>
                        <a:cubicBezTo>
                          <a:pt x="63432" y="-87"/>
                          <a:pt x="67377" y="2884"/>
                          <a:pt x="67200" y="6341"/>
                        </a:cubicBezTo>
                        <a:cubicBezTo>
                          <a:pt x="67111" y="8868"/>
                          <a:pt x="66845" y="11262"/>
                          <a:pt x="66402" y="13612"/>
                        </a:cubicBezTo>
                        <a:cubicBezTo>
                          <a:pt x="66092" y="16050"/>
                          <a:pt x="65604" y="18178"/>
                          <a:pt x="64850" y="20616"/>
                        </a:cubicBezTo>
                        <a:cubicBezTo>
                          <a:pt x="63388" y="25359"/>
                          <a:pt x="60861" y="30413"/>
                          <a:pt x="56782" y="3599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33" name="Forme libre : forme 21232">
                    <a:extLst>
                      <a:ext uri="{FF2B5EF4-FFF2-40B4-BE49-F238E27FC236}">
                        <a16:creationId xmlns:a16="http://schemas.microsoft.com/office/drawing/2014/main" id="{33015CD9-66B8-46D4-BD2B-5BA1BB816AA7}"/>
                      </a:ext>
                    </a:extLst>
                  </p:cNvPr>
                  <p:cNvSpPr/>
                  <p:nvPr/>
                </p:nvSpPr>
                <p:spPr>
                  <a:xfrm>
                    <a:off x="6922595" y="1212008"/>
                    <a:ext cx="63880" cy="71494"/>
                  </a:xfrm>
                  <a:custGeom>
                    <a:avLst/>
                    <a:gdLst>
                      <a:gd name="connsiteX0" fmla="*/ 26820 w 63880"/>
                      <a:gd name="connsiteY0" fmla="*/ 43533 h 71494"/>
                      <a:gd name="connsiteX1" fmla="*/ 0 w 63880"/>
                      <a:gd name="connsiteY1" fmla="*/ 70398 h 71494"/>
                      <a:gd name="connsiteX2" fmla="*/ 4344 w 63880"/>
                      <a:gd name="connsiteY2" fmla="*/ 71417 h 71494"/>
                      <a:gd name="connsiteX3" fmla="*/ 9753 w 63880"/>
                      <a:gd name="connsiteY3" fmla="*/ 70398 h 71494"/>
                      <a:gd name="connsiteX4" fmla="*/ 24293 w 63880"/>
                      <a:gd name="connsiteY4" fmla="*/ 63881 h 71494"/>
                      <a:gd name="connsiteX5" fmla="*/ 33647 w 63880"/>
                      <a:gd name="connsiteY5" fmla="*/ 55103 h 71494"/>
                      <a:gd name="connsiteX6" fmla="*/ 37016 w 63880"/>
                      <a:gd name="connsiteY6" fmla="*/ 51069 h 71494"/>
                      <a:gd name="connsiteX7" fmla="*/ 52089 w 63880"/>
                      <a:gd name="connsiteY7" fmla="*/ 31697 h 71494"/>
                      <a:gd name="connsiteX8" fmla="*/ 53463 w 63880"/>
                      <a:gd name="connsiteY8" fmla="*/ 29790 h 71494"/>
                      <a:gd name="connsiteX9" fmla="*/ 59980 w 63880"/>
                      <a:gd name="connsiteY9" fmla="*/ 18619 h 71494"/>
                      <a:gd name="connsiteX10" fmla="*/ 63482 w 63880"/>
                      <a:gd name="connsiteY10" fmla="*/ 4832 h 71494"/>
                      <a:gd name="connsiteX11" fmla="*/ 63881 w 63880"/>
                      <a:gd name="connsiteY11" fmla="*/ 177 h 71494"/>
                      <a:gd name="connsiteX12" fmla="*/ 63881 w 63880"/>
                      <a:gd name="connsiteY12" fmla="*/ 0 h 71494"/>
                      <a:gd name="connsiteX13" fmla="*/ 44153 w 63880"/>
                      <a:gd name="connsiteY13" fmla="*/ 20525 h 71494"/>
                      <a:gd name="connsiteX14" fmla="*/ 26820 w 63880"/>
                      <a:gd name="connsiteY14" fmla="*/ 43533 h 71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3880" h="71494">
                        <a:moveTo>
                          <a:pt x="26820" y="43533"/>
                        </a:moveTo>
                        <a:cubicBezTo>
                          <a:pt x="19373" y="54394"/>
                          <a:pt x="10373" y="65477"/>
                          <a:pt x="0" y="70398"/>
                        </a:cubicBezTo>
                        <a:cubicBezTo>
                          <a:pt x="1286" y="71240"/>
                          <a:pt x="2837" y="71683"/>
                          <a:pt x="4344" y="71417"/>
                        </a:cubicBezTo>
                        <a:cubicBezTo>
                          <a:pt x="6206" y="71107"/>
                          <a:pt x="7980" y="70797"/>
                          <a:pt x="9753" y="70398"/>
                        </a:cubicBezTo>
                        <a:cubicBezTo>
                          <a:pt x="14806" y="69156"/>
                          <a:pt x="19550" y="67294"/>
                          <a:pt x="24293" y="63881"/>
                        </a:cubicBezTo>
                        <a:cubicBezTo>
                          <a:pt x="27352" y="61664"/>
                          <a:pt x="30455" y="58827"/>
                          <a:pt x="33647" y="55103"/>
                        </a:cubicBezTo>
                        <a:cubicBezTo>
                          <a:pt x="34622" y="53951"/>
                          <a:pt x="35731" y="52577"/>
                          <a:pt x="37016" y="51069"/>
                        </a:cubicBezTo>
                        <a:cubicBezTo>
                          <a:pt x="41848" y="45085"/>
                          <a:pt x="48143" y="36839"/>
                          <a:pt x="52089" y="31697"/>
                        </a:cubicBezTo>
                        <a:cubicBezTo>
                          <a:pt x="52576" y="31032"/>
                          <a:pt x="53064" y="30367"/>
                          <a:pt x="53463" y="29790"/>
                        </a:cubicBezTo>
                        <a:cubicBezTo>
                          <a:pt x="56344" y="25756"/>
                          <a:pt x="58473" y="22121"/>
                          <a:pt x="59980" y="18619"/>
                        </a:cubicBezTo>
                        <a:cubicBezTo>
                          <a:pt x="62063" y="13831"/>
                          <a:pt x="62728" y="9487"/>
                          <a:pt x="63482" y="4832"/>
                        </a:cubicBezTo>
                        <a:cubicBezTo>
                          <a:pt x="63659" y="3325"/>
                          <a:pt x="63792" y="1773"/>
                          <a:pt x="63881" y="177"/>
                        </a:cubicBezTo>
                        <a:lnTo>
                          <a:pt x="63881" y="0"/>
                        </a:lnTo>
                        <a:cubicBezTo>
                          <a:pt x="56655" y="5985"/>
                          <a:pt x="50404" y="13078"/>
                          <a:pt x="44153" y="20525"/>
                        </a:cubicBezTo>
                        <a:cubicBezTo>
                          <a:pt x="37947" y="28017"/>
                          <a:pt x="32140" y="35775"/>
                          <a:pt x="26820" y="4353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34" name="Forme libre : forme 21233">
                    <a:extLst>
                      <a:ext uri="{FF2B5EF4-FFF2-40B4-BE49-F238E27FC236}">
                        <a16:creationId xmlns:a16="http://schemas.microsoft.com/office/drawing/2014/main" id="{A2800C2B-A699-46C2-853B-227845A379FD}"/>
                      </a:ext>
                    </a:extLst>
                  </p:cNvPr>
                  <p:cNvSpPr/>
                  <p:nvPr/>
                </p:nvSpPr>
                <p:spPr>
                  <a:xfrm>
                    <a:off x="6942212" y="1220884"/>
                    <a:ext cx="30174" cy="35627"/>
                  </a:xfrm>
                  <a:custGeom>
                    <a:avLst/>
                    <a:gdLst>
                      <a:gd name="connsiteX0" fmla="*/ 29457 w 30174"/>
                      <a:gd name="connsiteY0" fmla="*/ 478 h 35627"/>
                      <a:gd name="connsiteX1" fmla="*/ 19128 w 30174"/>
                      <a:gd name="connsiteY1" fmla="*/ 22023 h 35627"/>
                      <a:gd name="connsiteX2" fmla="*/ 1041 w 30174"/>
                      <a:gd name="connsiteY2" fmla="*/ 35145 h 35627"/>
                      <a:gd name="connsiteX3" fmla="*/ 9996 w 30174"/>
                      <a:gd name="connsiteY3" fmla="*/ 14974 h 35627"/>
                      <a:gd name="connsiteX4" fmla="*/ 29457 w 30174"/>
                      <a:gd name="connsiteY4" fmla="*/ 478 h 35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74" h="35627">
                        <a:moveTo>
                          <a:pt x="29457" y="478"/>
                        </a:moveTo>
                        <a:cubicBezTo>
                          <a:pt x="32960" y="3448"/>
                          <a:pt x="22675" y="17280"/>
                          <a:pt x="19128" y="22023"/>
                        </a:cubicBezTo>
                        <a:cubicBezTo>
                          <a:pt x="15493" y="26589"/>
                          <a:pt x="5208" y="38115"/>
                          <a:pt x="1041" y="35145"/>
                        </a:cubicBezTo>
                        <a:cubicBezTo>
                          <a:pt x="-3126" y="32175"/>
                          <a:pt x="6317" y="19186"/>
                          <a:pt x="9996" y="14974"/>
                        </a:cubicBezTo>
                        <a:cubicBezTo>
                          <a:pt x="13498" y="10586"/>
                          <a:pt x="25778" y="-2669"/>
                          <a:pt x="29457" y="47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35" name="Forme libre : forme 21234">
                    <a:extLst>
                      <a:ext uri="{FF2B5EF4-FFF2-40B4-BE49-F238E27FC236}">
                        <a16:creationId xmlns:a16="http://schemas.microsoft.com/office/drawing/2014/main" id="{B87EE73C-F162-4DC5-AFE2-66D23C8A724F}"/>
                      </a:ext>
                    </a:extLst>
                  </p:cNvPr>
                  <p:cNvSpPr/>
                  <p:nvPr/>
                </p:nvSpPr>
                <p:spPr>
                  <a:xfrm>
                    <a:off x="6942038" y="1234838"/>
                    <a:ext cx="24842" cy="21539"/>
                  </a:xfrm>
                  <a:custGeom>
                    <a:avLst/>
                    <a:gdLst>
                      <a:gd name="connsiteX0" fmla="*/ 3342 w 24842"/>
                      <a:gd name="connsiteY0" fmla="*/ 10861 h 21539"/>
                      <a:gd name="connsiteX1" fmla="*/ 1126 w 24842"/>
                      <a:gd name="connsiteY1" fmla="*/ 21323 h 21539"/>
                      <a:gd name="connsiteX2" fmla="*/ 19523 w 24842"/>
                      <a:gd name="connsiteY2" fmla="*/ 7847 h 21539"/>
                      <a:gd name="connsiteX3" fmla="*/ 24843 w 24842"/>
                      <a:gd name="connsiteY3" fmla="*/ 0 h 21539"/>
                      <a:gd name="connsiteX4" fmla="*/ 21429 w 24842"/>
                      <a:gd name="connsiteY4" fmla="*/ 3724 h 21539"/>
                      <a:gd name="connsiteX5" fmla="*/ 3342 w 24842"/>
                      <a:gd name="connsiteY5" fmla="*/ 10861 h 2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42" h="21539">
                        <a:moveTo>
                          <a:pt x="3342" y="10861"/>
                        </a:moveTo>
                        <a:cubicBezTo>
                          <a:pt x="2323" y="13654"/>
                          <a:pt x="-2022" y="20215"/>
                          <a:pt x="1126" y="21323"/>
                        </a:cubicBezTo>
                        <a:cubicBezTo>
                          <a:pt x="6224" y="23097"/>
                          <a:pt x="14869" y="13565"/>
                          <a:pt x="19523" y="7847"/>
                        </a:cubicBezTo>
                        <a:cubicBezTo>
                          <a:pt x="20853" y="6118"/>
                          <a:pt x="23646" y="2172"/>
                          <a:pt x="24843" y="0"/>
                        </a:cubicBezTo>
                        <a:cubicBezTo>
                          <a:pt x="23912" y="1064"/>
                          <a:pt x="22449" y="2882"/>
                          <a:pt x="21429" y="3724"/>
                        </a:cubicBezTo>
                        <a:cubicBezTo>
                          <a:pt x="15445" y="8512"/>
                          <a:pt x="8041" y="13964"/>
                          <a:pt x="3342" y="1086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36" name="Forme libre : forme 21235">
                    <a:extLst>
                      <a:ext uri="{FF2B5EF4-FFF2-40B4-BE49-F238E27FC236}">
                        <a16:creationId xmlns:a16="http://schemas.microsoft.com/office/drawing/2014/main" id="{C47D074F-6400-4D7B-AC6A-792A570A52D1}"/>
                      </a:ext>
                    </a:extLst>
                  </p:cNvPr>
                  <p:cNvSpPr/>
                  <p:nvPr/>
                </p:nvSpPr>
                <p:spPr>
                  <a:xfrm>
                    <a:off x="6944639" y="1219564"/>
                    <a:ext cx="29965" cy="35793"/>
                  </a:xfrm>
                  <a:custGeom>
                    <a:avLst/>
                    <a:gdLst>
                      <a:gd name="connsiteX0" fmla="*/ 29557 w 29965"/>
                      <a:gd name="connsiteY0" fmla="*/ 779 h 35793"/>
                      <a:gd name="connsiteX1" fmla="*/ 19140 w 29965"/>
                      <a:gd name="connsiteY1" fmla="*/ 22501 h 35793"/>
                      <a:gd name="connsiteX2" fmla="*/ 1141 w 29965"/>
                      <a:gd name="connsiteY2" fmla="*/ 35357 h 35793"/>
                      <a:gd name="connsiteX3" fmla="*/ 10096 w 29965"/>
                      <a:gd name="connsiteY3" fmla="*/ 15275 h 35793"/>
                      <a:gd name="connsiteX4" fmla="*/ 19982 w 29965"/>
                      <a:gd name="connsiteY4" fmla="*/ 4813 h 35793"/>
                      <a:gd name="connsiteX5" fmla="*/ 29557 w 29965"/>
                      <a:gd name="connsiteY5" fmla="*/ 779 h 35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65" h="35793">
                        <a:moveTo>
                          <a:pt x="29557" y="779"/>
                        </a:moveTo>
                        <a:cubicBezTo>
                          <a:pt x="31996" y="4857"/>
                          <a:pt x="22863" y="17358"/>
                          <a:pt x="19140" y="22501"/>
                        </a:cubicBezTo>
                        <a:cubicBezTo>
                          <a:pt x="15327" y="27510"/>
                          <a:pt x="5574" y="38061"/>
                          <a:pt x="1141" y="35357"/>
                        </a:cubicBezTo>
                        <a:cubicBezTo>
                          <a:pt x="-3381" y="32608"/>
                          <a:pt x="6771" y="19309"/>
                          <a:pt x="10096" y="15275"/>
                        </a:cubicBezTo>
                        <a:cubicBezTo>
                          <a:pt x="11736" y="13280"/>
                          <a:pt x="15815" y="8492"/>
                          <a:pt x="19982" y="4813"/>
                        </a:cubicBezTo>
                        <a:cubicBezTo>
                          <a:pt x="24105" y="1178"/>
                          <a:pt x="28272" y="-1349"/>
                          <a:pt x="29557" y="77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37" name="Forme libre : forme 21236">
                    <a:extLst>
                      <a:ext uri="{FF2B5EF4-FFF2-40B4-BE49-F238E27FC236}">
                        <a16:creationId xmlns:a16="http://schemas.microsoft.com/office/drawing/2014/main" id="{DBDCE475-186F-491F-86E1-8C5E33771CBC}"/>
                      </a:ext>
                    </a:extLst>
                  </p:cNvPr>
                  <p:cNvSpPr/>
                  <p:nvPr/>
                </p:nvSpPr>
                <p:spPr>
                  <a:xfrm>
                    <a:off x="6927160" y="1232848"/>
                    <a:ext cx="44157" cy="40295"/>
                  </a:xfrm>
                  <a:custGeom>
                    <a:avLst/>
                    <a:gdLst>
                      <a:gd name="connsiteX0" fmla="*/ 3680 w 44157"/>
                      <a:gd name="connsiteY0" fmla="*/ 39849 h 40295"/>
                      <a:gd name="connsiteX1" fmla="*/ 11615 w 44157"/>
                      <a:gd name="connsiteY1" fmla="*/ 38829 h 40295"/>
                      <a:gd name="connsiteX2" fmla="*/ 30145 w 44157"/>
                      <a:gd name="connsiteY2" fmla="*/ 27347 h 40295"/>
                      <a:gd name="connsiteX3" fmla="*/ 42514 w 44157"/>
                      <a:gd name="connsiteY3" fmla="*/ 9925 h 40295"/>
                      <a:gd name="connsiteX4" fmla="*/ 42292 w 44157"/>
                      <a:gd name="connsiteY4" fmla="*/ 84 h 40295"/>
                      <a:gd name="connsiteX5" fmla="*/ 35864 w 44157"/>
                      <a:gd name="connsiteY5" fmla="*/ 3675 h 40295"/>
                      <a:gd name="connsiteX6" fmla="*/ 18930 w 44157"/>
                      <a:gd name="connsiteY6" fmla="*/ 14491 h 40295"/>
                      <a:gd name="connsiteX7" fmla="*/ 2439 w 44157"/>
                      <a:gd name="connsiteY7" fmla="*/ 25929 h 40295"/>
                      <a:gd name="connsiteX8" fmla="*/ 3680 w 44157"/>
                      <a:gd name="connsiteY8" fmla="*/ 39849 h 40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157" h="40295">
                        <a:moveTo>
                          <a:pt x="3680" y="39849"/>
                        </a:moveTo>
                        <a:cubicBezTo>
                          <a:pt x="6739" y="40691"/>
                          <a:pt x="8113" y="40336"/>
                          <a:pt x="11615" y="38829"/>
                        </a:cubicBezTo>
                        <a:cubicBezTo>
                          <a:pt x="18309" y="35903"/>
                          <a:pt x="23806" y="33465"/>
                          <a:pt x="30145" y="27347"/>
                        </a:cubicBezTo>
                        <a:cubicBezTo>
                          <a:pt x="35421" y="22249"/>
                          <a:pt x="40076" y="15600"/>
                          <a:pt x="42514" y="9925"/>
                        </a:cubicBezTo>
                        <a:cubicBezTo>
                          <a:pt x="44287" y="5670"/>
                          <a:pt x="45174" y="1015"/>
                          <a:pt x="42292" y="84"/>
                        </a:cubicBezTo>
                        <a:cubicBezTo>
                          <a:pt x="40475" y="-493"/>
                          <a:pt x="38169" y="2034"/>
                          <a:pt x="35864" y="3675"/>
                        </a:cubicBezTo>
                        <a:cubicBezTo>
                          <a:pt x="30367" y="7487"/>
                          <a:pt x="25314" y="11521"/>
                          <a:pt x="18930" y="14491"/>
                        </a:cubicBezTo>
                        <a:cubicBezTo>
                          <a:pt x="13521" y="17018"/>
                          <a:pt x="6695" y="19057"/>
                          <a:pt x="2439" y="25929"/>
                        </a:cubicBezTo>
                        <a:cubicBezTo>
                          <a:pt x="-1374" y="32091"/>
                          <a:pt x="-531" y="38696"/>
                          <a:pt x="3680" y="3984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38" name="Forme libre : forme 21237">
                    <a:extLst>
                      <a:ext uri="{FF2B5EF4-FFF2-40B4-BE49-F238E27FC236}">
                        <a16:creationId xmlns:a16="http://schemas.microsoft.com/office/drawing/2014/main" id="{635C635C-0690-497F-B189-63D07F07D788}"/>
                      </a:ext>
                    </a:extLst>
                  </p:cNvPr>
                  <p:cNvSpPr/>
                  <p:nvPr/>
                </p:nvSpPr>
                <p:spPr>
                  <a:xfrm>
                    <a:off x="6933245" y="1244420"/>
                    <a:ext cx="9611" cy="16776"/>
                  </a:xfrm>
                  <a:custGeom>
                    <a:avLst/>
                    <a:gdLst>
                      <a:gd name="connsiteX0" fmla="*/ 255 w 9611"/>
                      <a:gd name="connsiteY0" fmla="*/ 14402 h 16776"/>
                      <a:gd name="connsiteX1" fmla="*/ 167 w 9611"/>
                      <a:gd name="connsiteY1" fmla="*/ 16485 h 16776"/>
                      <a:gd name="connsiteX2" fmla="*/ 1896 w 9611"/>
                      <a:gd name="connsiteY2" fmla="*/ 16086 h 16776"/>
                      <a:gd name="connsiteX3" fmla="*/ 3979 w 9611"/>
                      <a:gd name="connsiteY3" fmla="*/ 13471 h 16776"/>
                      <a:gd name="connsiteX4" fmla="*/ 8191 w 9611"/>
                      <a:gd name="connsiteY4" fmla="*/ 6378 h 16776"/>
                      <a:gd name="connsiteX5" fmla="*/ 9388 w 9611"/>
                      <a:gd name="connsiteY5" fmla="*/ 3629 h 16776"/>
                      <a:gd name="connsiteX6" fmla="*/ 5220 w 9611"/>
                      <a:gd name="connsiteY6" fmla="*/ 2610 h 16776"/>
                      <a:gd name="connsiteX7" fmla="*/ 255 w 9611"/>
                      <a:gd name="connsiteY7" fmla="*/ 14402 h 16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611" h="16776">
                        <a:moveTo>
                          <a:pt x="255" y="14402"/>
                        </a:moveTo>
                        <a:cubicBezTo>
                          <a:pt x="34" y="15288"/>
                          <a:pt x="-143" y="15909"/>
                          <a:pt x="167" y="16485"/>
                        </a:cubicBezTo>
                        <a:cubicBezTo>
                          <a:pt x="433" y="17061"/>
                          <a:pt x="1186" y="16707"/>
                          <a:pt x="1896" y="16086"/>
                        </a:cubicBezTo>
                        <a:cubicBezTo>
                          <a:pt x="2605" y="15466"/>
                          <a:pt x="3403" y="14357"/>
                          <a:pt x="3979" y="13471"/>
                        </a:cubicBezTo>
                        <a:cubicBezTo>
                          <a:pt x="5442" y="11166"/>
                          <a:pt x="6994" y="8727"/>
                          <a:pt x="8191" y="6378"/>
                        </a:cubicBezTo>
                        <a:cubicBezTo>
                          <a:pt x="8678" y="5402"/>
                          <a:pt x="9166" y="4516"/>
                          <a:pt x="9388" y="3629"/>
                        </a:cubicBezTo>
                        <a:cubicBezTo>
                          <a:pt x="10319" y="-139"/>
                          <a:pt x="8235" y="-1735"/>
                          <a:pt x="5220" y="2610"/>
                        </a:cubicBezTo>
                        <a:cubicBezTo>
                          <a:pt x="2871" y="6023"/>
                          <a:pt x="1186" y="10811"/>
                          <a:pt x="255" y="1440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39" name="Forme libre : forme 21238">
                    <a:extLst>
                      <a:ext uri="{FF2B5EF4-FFF2-40B4-BE49-F238E27FC236}">
                        <a16:creationId xmlns:a16="http://schemas.microsoft.com/office/drawing/2014/main" id="{38F5FF5B-71E5-428A-B427-F59B44696BD5}"/>
                      </a:ext>
                    </a:extLst>
                  </p:cNvPr>
                  <p:cNvSpPr/>
                  <p:nvPr/>
                </p:nvSpPr>
                <p:spPr>
                  <a:xfrm>
                    <a:off x="6976146" y="1212141"/>
                    <a:ext cx="8705" cy="28416"/>
                  </a:xfrm>
                  <a:custGeom>
                    <a:avLst/>
                    <a:gdLst>
                      <a:gd name="connsiteX0" fmla="*/ 8512 w 8705"/>
                      <a:gd name="connsiteY0" fmla="*/ 0 h 28416"/>
                      <a:gd name="connsiteX1" fmla="*/ 8157 w 8705"/>
                      <a:gd name="connsiteY1" fmla="*/ 6339 h 28416"/>
                      <a:gd name="connsiteX2" fmla="*/ 6073 w 8705"/>
                      <a:gd name="connsiteY2" fmla="*/ 13698 h 28416"/>
                      <a:gd name="connsiteX3" fmla="*/ 0 w 8705"/>
                      <a:gd name="connsiteY3" fmla="*/ 28416 h 28416"/>
                      <a:gd name="connsiteX4" fmla="*/ 8512 w 8705"/>
                      <a:gd name="connsiteY4" fmla="*/ 0 h 28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05" h="28416">
                        <a:moveTo>
                          <a:pt x="8512" y="0"/>
                        </a:moveTo>
                        <a:cubicBezTo>
                          <a:pt x="8911" y="1862"/>
                          <a:pt x="8645" y="4034"/>
                          <a:pt x="8157" y="6339"/>
                        </a:cubicBezTo>
                        <a:cubicBezTo>
                          <a:pt x="7714" y="8733"/>
                          <a:pt x="6960" y="11039"/>
                          <a:pt x="6073" y="13698"/>
                        </a:cubicBezTo>
                        <a:cubicBezTo>
                          <a:pt x="4300" y="18752"/>
                          <a:pt x="1906" y="24249"/>
                          <a:pt x="0" y="28416"/>
                        </a:cubicBezTo>
                        <a:cubicBezTo>
                          <a:pt x="4167" y="19195"/>
                          <a:pt x="6295" y="8379"/>
                          <a:pt x="851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40" name="Forme libre : forme 21239">
                    <a:extLst>
                      <a:ext uri="{FF2B5EF4-FFF2-40B4-BE49-F238E27FC236}">
                        <a16:creationId xmlns:a16="http://schemas.microsoft.com/office/drawing/2014/main" id="{6F41C275-A044-489F-AFE8-BA70EE4258FF}"/>
                      </a:ext>
                    </a:extLst>
                  </p:cNvPr>
                  <p:cNvSpPr/>
                  <p:nvPr/>
                </p:nvSpPr>
                <p:spPr>
                  <a:xfrm>
                    <a:off x="6920378" y="1244902"/>
                    <a:ext cx="10151" cy="32184"/>
                  </a:xfrm>
                  <a:custGeom>
                    <a:avLst/>
                    <a:gdLst>
                      <a:gd name="connsiteX0" fmla="*/ 10152 w 10151"/>
                      <a:gd name="connsiteY0" fmla="*/ 0 h 32184"/>
                      <a:gd name="connsiteX1" fmla="*/ 0 w 10151"/>
                      <a:gd name="connsiteY1" fmla="*/ 32184 h 32184"/>
                      <a:gd name="connsiteX2" fmla="*/ 10152 w 10151"/>
                      <a:gd name="connsiteY2" fmla="*/ 0 h 32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151" h="32184">
                        <a:moveTo>
                          <a:pt x="10152" y="0"/>
                        </a:moveTo>
                        <a:cubicBezTo>
                          <a:pt x="3103" y="10418"/>
                          <a:pt x="576" y="22298"/>
                          <a:pt x="0" y="32184"/>
                        </a:cubicBezTo>
                        <a:cubicBezTo>
                          <a:pt x="88" y="22919"/>
                          <a:pt x="5364" y="9753"/>
                          <a:pt x="1015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41" name="Forme libre : forme 21240">
                    <a:extLst>
                      <a:ext uri="{FF2B5EF4-FFF2-40B4-BE49-F238E27FC236}">
                        <a16:creationId xmlns:a16="http://schemas.microsoft.com/office/drawing/2014/main" id="{E97E6C49-031B-416E-AC33-85046B543FB1}"/>
                      </a:ext>
                    </a:extLst>
                  </p:cNvPr>
                  <p:cNvSpPr/>
                  <p:nvPr/>
                </p:nvSpPr>
                <p:spPr>
                  <a:xfrm>
                    <a:off x="6951935" y="1227716"/>
                    <a:ext cx="11973" cy="12478"/>
                  </a:xfrm>
                  <a:custGeom>
                    <a:avLst/>
                    <a:gdLst>
                      <a:gd name="connsiteX0" fmla="*/ 11932 w 11973"/>
                      <a:gd name="connsiteY0" fmla="*/ 472 h 12478"/>
                      <a:gd name="connsiteX1" fmla="*/ 6302 w 11973"/>
                      <a:gd name="connsiteY1" fmla="*/ 8496 h 12478"/>
                      <a:gd name="connsiteX2" fmla="*/ 51 w 11973"/>
                      <a:gd name="connsiteY2" fmla="*/ 11910 h 12478"/>
                      <a:gd name="connsiteX3" fmla="*/ 5327 w 11973"/>
                      <a:gd name="connsiteY3" fmla="*/ 4329 h 12478"/>
                      <a:gd name="connsiteX4" fmla="*/ 11932 w 11973"/>
                      <a:gd name="connsiteY4" fmla="*/ 472 h 12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73" h="12478">
                        <a:moveTo>
                          <a:pt x="11932" y="472"/>
                        </a:moveTo>
                        <a:cubicBezTo>
                          <a:pt x="12464" y="2334"/>
                          <a:pt x="7765" y="7033"/>
                          <a:pt x="6302" y="8496"/>
                        </a:cubicBezTo>
                        <a:cubicBezTo>
                          <a:pt x="4839" y="9959"/>
                          <a:pt x="627" y="13949"/>
                          <a:pt x="51" y="11910"/>
                        </a:cubicBezTo>
                        <a:cubicBezTo>
                          <a:pt x="-525" y="9915"/>
                          <a:pt x="3908" y="5615"/>
                          <a:pt x="5327" y="4329"/>
                        </a:cubicBezTo>
                        <a:cubicBezTo>
                          <a:pt x="6701" y="2955"/>
                          <a:pt x="11356" y="-1434"/>
                          <a:pt x="11932" y="47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42" name="Forme libre : forme 21241">
                    <a:extLst>
                      <a:ext uri="{FF2B5EF4-FFF2-40B4-BE49-F238E27FC236}">
                        <a16:creationId xmlns:a16="http://schemas.microsoft.com/office/drawing/2014/main" id="{CF06A34E-FC86-4D5A-89C3-B39B6B0752E3}"/>
                      </a:ext>
                    </a:extLst>
                  </p:cNvPr>
                  <p:cNvSpPr/>
                  <p:nvPr/>
                </p:nvSpPr>
                <p:spPr>
                  <a:xfrm>
                    <a:off x="6961988" y="1225890"/>
                    <a:ext cx="3396" cy="3725"/>
                  </a:xfrm>
                  <a:custGeom>
                    <a:avLst/>
                    <a:gdLst>
                      <a:gd name="connsiteX0" fmla="*/ 3209 w 3396"/>
                      <a:gd name="connsiteY0" fmla="*/ 38 h 3725"/>
                      <a:gd name="connsiteX1" fmla="*/ 2411 w 3396"/>
                      <a:gd name="connsiteY1" fmla="*/ 2210 h 3725"/>
                      <a:gd name="connsiteX2" fmla="*/ 194 w 3396"/>
                      <a:gd name="connsiteY2" fmla="*/ 3673 h 3725"/>
                      <a:gd name="connsiteX3" fmla="*/ 948 w 3396"/>
                      <a:gd name="connsiteY3" fmla="*/ 1545 h 3725"/>
                      <a:gd name="connsiteX4" fmla="*/ 3209 w 3396"/>
                      <a:gd name="connsiteY4" fmla="*/ 38 h 3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96" h="3725">
                        <a:moveTo>
                          <a:pt x="3209" y="38"/>
                        </a:moveTo>
                        <a:cubicBezTo>
                          <a:pt x="3785" y="304"/>
                          <a:pt x="2898" y="1590"/>
                          <a:pt x="2411" y="2210"/>
                        </a:cubicBezTo>
                        <a:cubicBezTo>
                          <a:pt x="1879" y="2831"/>
                          <a:pt x="771" y="3983"/>
                          <a:pt x="194" y="3673"/>
                        </a:cubicBezTo>
                        <a:cubicBezTo>
                          <a:pt x="-382" y="3363"/>
                          <a:pt x="460" y="2166"/>
                          <a:pt x="948" y="1545"/>
                        </a:cubicBezTo>
                        <a:cubicBezTo>
                          <a:pt x="1480" y="969"/>
                          <a:pt x="2632" y="-228"/>
                          <a:pt x="3209" y="3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43" name="Forme libre : forme 21242">
                    <a:extLst>
                      <a:ext uri="{FF2B5EF4-FFF2-40B4-BE49-F238E27FC236}">
                        <a16:creationId xmlns:a16="http://schemas.microsoft.com/office/drawing/2014/main" id="{BA3008BE-B947-4889-98D9-245D3F44A884}"/>
                      </a:ext>
                    </a:extLst>
                  </p:cNvPr>
                  <p:cNvSpPr/>
                  <p:nvPr/>
                </p:nvSpPr>
                <p:spPr>
                  <a:xfrm>
                    <a:off x="6944134" y="1210214"/>
                    <a:ext cx="37166" cy="24149"/>
                  </a:xfrm>
                  <a:custGeom>
                    <a:avLst/>
                    <a:gdLst>
                      <a:gd name="connsiteX0" fmla="*/ 23944 w 37166"/>
                      <a:gd name="connsiteY0" fmla="*/ 2548 h 24149"/>
                      <a:gd name="connsiteX1" fmla="*/ 36179 w 37166"/>
                      <a:gd name="connsiteY1" fmla="*/ 199 h 24149"/>
                      <a:gd name="connsiteX2" fmla="*/ 35869 w 37166"/>
                      <a:gd name="connsiteY2" fmla="*/ 4100 h 24149"/>
                      <a:gd name="connsiteX3" fmla="*/ 31259 w 37166"/>
                      <a:gd name="connsiteY3" fmla="*/ 6405 h 24149"/>
                      <a:gd name="connsiteX4" fmla="*/ 16895 w 37166"/>
                      <a:gd name="connsiteY4" fmla="*/ 13276 h 24149"/>
                      <a:gd name="connsiteX5" fmla="*/ 50 w 37166"/>
                      <a:gd name="connsiteY5" fmla="*/ 23118 h 24149"/>
                      <a:gd name="connsiteX6" fmla="*/ 13482 w 37166"/>
                      <a:gd name="connsiteY6" fmla="*/ 6449 h 24149"/>
                      <a:gd name="connsiteX7" fmla="*/ 23944 w 37166"/>
                      <a:gd name="connsiteY7" fmla="*/ 2548 h 2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166" h="24149">
                        <a:moveTo>
                          <a:pt x="23944" y="2548"/>
                        </a:moveTo>
                        <a:cubicBezTo>
                          <a:pt x="28599" y="775"/>
                          <a:pt x="32190" y="-511"/>
                          <a:pt x="36179" y="199"/>
                        </a:cubicBezTo>
                        <a:cubicBezTo>
                          <a:pt x="37687" y="465"/>
                          <a:pt x="37376" y="2592"/>
                          <a:pt x="35869" y="4100"/>
                        </a:cubicBezTo>
                        <a:cubicBezTo>
                          <a:pt x="34406" y="5607"/>
                          <a:pt x="32854" y="5917"/>
                          <a:pt x="31259" y="6405"/>
                        </a:cubicBezTo>
                        <a:cubicBezTo>
                          <a:pt x="26382" y="7868"/>
                          <a:pt x="21772" y="10306"/>
                          <a:pt x="16895" y="13276"/>
                        </a:cubicBezTo>
                        <a:cubicBezTo>
                          <a:pt x="13748" y="15050"/>
                          <a:pt x="848" y="27817"/>
                          <a:pt x="50" y="23118"/>
                        </a:cubicBezTo>
                        <a:cubicBezTo>
                          <a:pt x="-793" y="18374"/>
                          <a:pt x="9315" y="8976"/>
                          <a:pt x="13482" y="6449"/>
                        </a:cubicBezTo>
                        <a:cubicBezTo>
                          <a:pt x="17693" y="3922"/>
                          <a:pt x="20353" y="3922"/>
                          <a:pt x="23944" y="254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67" name="Graphique 2">
                  <a:extLst>
                    <a:ext uri="{FF2B5EF4-FFF2-40B4-BE49-F238E27FC236}">
                      <a16:creationId xmlns:a16="http://schemas.microsoft.com/office/drawing/2014/main" id="{65F4BF33-CA01-41C5-9EFA-371450DEB590}"/>
                    </a:ext>
                  </a:extLst>
                </p:cNvPr>
                <p:cNvGrpSpPr/>
                <p:nvPr/>
              </p:nvGrpSpPr>
              <p:grpSpPr>
                <a:xfrm>
                  <a:off x="6982891" y="1155278"/>
                  <a:ext cx="87713" cy="55733"/>
                  <a:chOff x="6982891" y="1155278"/>
                  <a:chExt cx="87713" cy="55733"/>
                </a:xfrm>
                <a:solidFill>
                  <a:schemeClr val="accent1"/>
                </a:solidFill>
              </p:grpSpPr>
              <p:sp>
                <p:nvSpPr>
                  <p:cNvPr id="21220" name="Forme libre : forme 21219">
                    <a:extLst>
                      <a:ext uri="{FF2B5EF4-FFF2-40B4-BE49-F238E27FC236}">
                        <a16:creationId xmlns:a16="http://schemas.microsoft.com/office/drawing/2014/main" id="{92B897C2-9F32-4386-BD93-509D0DFF2277}"/>
                      </a:ext>
                    </a:extLst>
                  </p:cNvPr>
                  <p:cNvSpPr/>
                  <p:nvPr/>
                </p:nvSpPr>
                <p:spPr>
                  <a:xfrm>
                    <a:off x="6982891" y="1155278"/>
                    <a:ext cx="87713" cy="55733"/>
                  </a:xfrm>
                  <a:custGeom>
                    <a:avLst/>
                    <a:gdLst>
                      <a:gd name="connsiteX0" fmla="*/ 64894 w 87713"/>
                      <a:gd name="connsiteY0" fmla="*/ 35008 h 55733"/>
                      <a:gd name="connsiteX1" fmla="*/ 37808 w 87713"/>
                      <a:gd name="connsiteY1" fmla="*/ 49415 h 55733"/>
                      <a:gd name="connsiteX2" fmla="*/ 6067 w 87713"/>
                      <a:gd name="connsiteY2" fmla="*/ 55223 h 55733"/>
                      <a:gd name="connsiteX3" fmla="*/ 126 w 87713"/>
                      <a:gd name="connsiteY3" fmla="*/ 47110 h 55733"/>
                      <a:gd name="connsiteX4" fmla="*/ 20385 w 87713"/>
                      <a:gd name="connsiteY4" fmla="*/ 18871 h 55733"/>
                      <a:gd name="connsiteX5" fmla="*/ 48935 w 87713"/>
                      <a:gd name="connsiteY5" fmla="*/ 3755 h 55733"/>
                      <a:gd name="connsiteX6" fmla="*/ 82848 w 87713"/>
                      <a:gd name="connsiteY6" fmla="*/ 3710 h 55733"/>
                      <a:gd name="connsiteX7" fmla="*/ 87281 w 87713"/>
                      <a:gd name="connsiteY7" fmla="*/ 12488 h 55733"/>
                      <a:gd name="connsiteX8" fmla="*/ 64894 w 87713"/>
                      <a:gd name="connsiteY8" fmla="*/ 35008 h 55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7713" h="55733">
                        <a:moveTo>
                          <a:pt x="64894" y="35008"/>
                        </a:moveTo>
                        <a:cubicBezTo>
                          <a:pt x="58377" y="38466"/>
                          <a:pt x="44590" y="45825"/>
                          <a:pt x="37808" y="49415"/>
                        </a:cubicBezTo>
                        <a:cubicBezTo>
                          <a:pt x="25306" y="56021"/>
                          <a:pt x="16883" y="56375"/>
                          <a:pt x="6067" y="55223"/>
                        </a:cubicBezTo>
                        <a:cubicBezTo>
                          <a:pt x="2431" y="54912"/>
                          <a:pt x="-672" y="50878"/>
                          <a:pt x="126" y="47110"/>
                        </a:cubicBezTo>
                        <a:cubicBezTo>
                          <a:pt x="2609" y="36648"/>
                          <a:pt x="7884" y="27294"/>
                          <a:pt x="20385" y="18871"/>
                        </a:cubicBezTo>
                        <a:cubicBezTo>
                          <a:pt x="27079" y="14394"/>
                          <a:pt x="41265" y="6769"/>
                          <a:pt x="48935" y="3755"/>
                        </a:cubicBezTo>
                        <a:cubicBezTo>
                          <a:pt x="63209" y="-2053"/>
                          <a:pt x="72918" y="-368"/>
                          <a:pt x="82848" y="3710"/>
                        </a:cubicBezTo>
                        <a:cubicBezTo>
                          <a:pt x="86306" y="5084"/>
                          <a:pt x="88744" y="9340"/>
                          <a:pt x="87281" y="12488"/>
                        </a:cubicBezTo>
                        <a:cubicBezTo>
                          <a:pt x="82937" y="21620"/>
                          <a:pt x="76907" y="28624"/>
                          <a:pt x="64894" y="3500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21" name="Forme libre : forme 21220">
                    <a:extLst>
                      <a:ext uri="{FF2B5EF4-FFF2-40B4-BE49-F238E27FC236}">
                        <a16:creationId xmlns:a16="http://schemas.microsoft.com/office/drawing/2014/main" id="{017EBF9F-3AE7-4333-B408-B1FB64F6008C}"/>
                      </a:ext>
                    </a:extLst>
                  </p:cNvPr>
                  <p:cNvSpPr/>
                  <p:nvPr/>
                </p:nvSpPr>
                <p:spPr>
                  <a:xfrm>
                    <a:off x="6984968" y="1167544"/>
                    <a:ext cx="85203" cy="43464"/>
                  </a:xfrm>
                  <a:custGeom>
                    <a:avLst/>
                    <a:gdLst>
                      <a:gd name="connsiteX0" fmla="*/ 33514 w 85203"/>
                      <a:gd name="connsiteY0" fmla="*/ 23939 h 43464"/>
                      <a:gd name="connsiteX1" fmla="*/ 0 w 85203"/>
                      <a:gd name="connsiteY1" fmla="*/ 40962 h 43464"/>
                      <a:gd name="connsiteX2" fmla="*/ 3945 w 85203"/>
                      <a:gd name="connsiteY2" fmla="*/ 42957 h 43464"/>
                      <a:gd name="connsiteX3" fmla="*/ 9354 w 85203"/>
                      <a:gd name="connsiteY3" fmla="*/ 43400 h 43464"/>
                      <a:gd name="connsiteX4" fmla="*/ 24559 w 85203"/>
                      <a:gd name="connsiteY4" fmla="*/ 41804 h 43464"/>
                      <a:gd name="connsiteX5" fmla="*/ 35686 w 85203"/>
                      <a:gd name="connsiteY5" fmla="*/ 37149 h 43464"/>
                      <a:gd name="connsiteX6" fmla="*/ 40031 w 85203"/>
                      <a:gd name="connsiteY6" fmla="*/ 34844 h 43464"/>
                      <a:gd name="connsiteX7" fmla="*/ 60733 w 85203"/>
                      <a:gd name="connsiteY7" fmla="*/ 23806 h 43464"/>
                      <a:gd name="connsiteX8" fmla="*/ 62728 w 85203"/>
                      <a:gd name="connsiteY8" fmla="*/ 22697 h 43464"/>
                      <a:gd name="connsiteX9" fmla="*/ 73456 w 85203"/>
                      <a:gd name="connsiteY9" fmla="*/ 15560 h 43464"/>
                      <a:gd name="connsiteX10" fmla="*/ 82943 w 85203"/>
                      <a:gd name="connsiteY10" fmla="*/ 4344 h 43464"/>
                      <a:gd name="connsiteX11" fmla="*/ 85160 w 85203"/>
                      <a:gd name="connsiteY11" fmla="*/ 177 h 43464"/>
                      <a:gd name="connsiteX12" fmla="*/ 85204 w 85203"/>
                      <a:gd name="connsiteY12" fmla="*/ 0 h 43464"/>
                      <a:gd name="connsiteX13" fmla="*/ 58428 w 85203"/>
                      <a:gd name="connsiteY13" fmla="*/ 10240 h 43464"/>
                      <a:gd name="connsiteX14" fmla="*/ 33514 w 85203"/>
                      <a:gd name="connsiteY14" fmla="*/ 23939 h 43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5203" h="43464">
                        <a:moveTo>
                          <a:pt x="33514" y="23939"/>
                        </a:moveTo>
                        <a:cubicBezTo>
                          <a:pt x="22609" y="31076"/>
                          <a:pt x="11171" y="38479"/>
                          <a:pt x="0" y="40962"/>
                        </a:cubicBezTo>
                        <a:cubicBezTo>
                          <a:pt x="1064" y="42070"/>
                          <a:pt x="2438" y="42824"/>
                          <a:pt x="3945" y="42957"/>
                        </a:cubicBezTo>
                        <a:cubicBezTo>
                          <a:pt x="5763" y="43090"/>
                          <a:pt x="7580" y="43311"/>
                          <a:pt x="9354" y="43400"/>
                        </a:cubicBezTo>
                        <a:cubicBezTo>
                          <a:pt x="14408" y="43622"/>
                          <a:pt x="19239" y="43311"/>
                          <a:pt x="24559" y="41804"/>
                        </a:cubicBezTo>
                        <a:cubicBezTo>
                          <a:pt x="27928" y="40740"/>
                          <a:pt x="31696" y="39410"/>
                          <a:pt x="35686" y="37149"/>
                        </a:cubicBezTo>
                        <a:cubicBezTo>
                          <a:pt x="36883" y="36440"/>
                          <a:pt x="38435" y="35731"/>
                          <a:pt x="40031" y="34844"/>
                        </a:cubicBezTo>
                        <a:cubicBezTo>
                          <a:pt x="46326" y="31253"/>
                          <a:pt x="55147" y="26732"/>
                          <a:pt x="60733" y="23806"/>
                        </a:cubicBezTo>
                        <a:cubicBezTo>
                          <a:pt x="61443" y="23407"/>
                          <a:pt x="62107" y="23052"/>
                          <a:pt x="62728" y="22697"/>
                        </a:cubicBezTo>
                        <a:cubicBezTo>
                          <a:pt x="67028" y="20437"/>
                          <a:pt x="70486" y="18043"/>
                          <a:pt x="73456" y="15560"/>
                        </a:cubicBezTo>
                        <a:cubicBezTo>
                          <a:pt x="77490" y="12191"/>
                          <a:pt x="80372" y="8290"/>
                          <a:pt x="82943" y="4344"/>
                        </a:cubicBezTo>
                        <a:cubicBezTo>
                          <a:pt x="83741" y="3014"/>
                          <a:pt x="84450" y="1640"/>
                          <a:pt x="85160" y="177"/>
                        </a:cubicBezTo>
                        <a:lnTo>
                          <a:pt x="85204" y="0"/>
                        </a:lnTo>
                        <a:cubicBezTo>
                          <a:pt x="76161" y="2748"/>
                          <a:pt x="67206" y="6428"/>
                          <a:pt x="58428" y="10240"/>
                        </a:cubicBezTo>
                        <a:cubicBezTo>
                          <a:pt x="49739" y="14363"/>
                          <a:pt x="41228" y="18708"/>
                          <a:pt x="33514" y="2393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22" name="Forme libre : forme 21221">
                    <a:extLst>
                      <a:ext uri="{FF2B5EF4-FFF2-40B4-BE49-F238E27FC236}">
                        <a16:creationId xmlns:a16="http://schemas.microsoft.com/office/drawing/2014/main" id="{5288F87B-212C-420E-8A18-0DA9B746B7CC}"/>
                      </a:ext>
                    </a:extLst>
                  </p:cNvPr>
                  <p:cNvSpPr/>
                  <p:nvPr/>
                </p:nvSpPr>
                <p:spPr>
                  <a:xfrm>
                    <a:off x="7012251" y="1168425"/>
                    <a:ext cx="40743" cy="22524"/>
                  </a:xfrm>
                  <a:custGeom>
                    <a:avLst/>
                    <a:gdLst>
                      <a:gd name="connsiteX0" fmla="*/ 40588 w 40743"/>
                      <a:gd name="connsiteY0" fmla="*/ 1513 h 22524"/>
                      <a:gd name="connsiteX1" fmla="*/ 33894 w 40743"/>
                      <a:gd name="connsiteY1" fmla="*/ 9449 h 22524"/>
                      <a:gd name="connsiteX2" fmla="*/ 22013 w 40743"/>
                      <a:gd name="connsiteY2" fmla="*/ 16320 h 22524"/>
                      <a:gd name="connsiteX3" fmla="*/ 10310 w 40743"/>
                      <a:gd name="connsiteY3" fmla="*/ 21240 h 22524"/>
                      <a:gd name="connsiteX4" fmla="*/ 379 w 40743"/>
                      <a:gd name="connsiteY4" fmla="*/ 21107 h 22524"/>
                      <a:gd name="connsiteX5" fmla="*/ 5477 w 40743"/>
                      <a:gd name="connsiteY5" fmla="*/ 12773 h 22524"/>
                      <a:gd name="connsiteX6" fmla="*/ 16649 w 40743"/>
                      <a:gd name="connsiteY6" fmla="*/ 6035 h 22524"/>
                      <a:gd name="connsiteX7" fmla="*/ 29771 w 40743"/>
                      <a:gd name="connsiteY7" fmla="*/ 1114 h 22524"/>
                      <a:gd name="connsiteX8" fmla="*/ 40588 w 40743"/>
                      <a:gd name="connsiteY8" fmla="*/ 1513 h 2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743" h="22524">
                        <a:moveTo>
                          <a:pt x="40588" y="1513"/>
                        </a:moveTo>
                        <a:cubicBezTo>
                          <a:pt x="41518" y="3597"/>
                          <a:pt x="38149" y="6700"/>
                          <a:pt x="33894" y="9449"/>
                        </a:cubicBezTo>
                        <a:cubicBezTo>
                          <a:pt x="29638" y="12241"/>
                          <a:pt x="24628" y="15079"/>
                          <a:pt x="22013" y="16320"/>
                        </a:cubicBezTo>
                        <a:cubicBezTo>
                          <a:pt x="19486" y="17738"/>
                          <a:pt x="14698" y="19778"/>
                          <a:pt x="10310" y="21240"/>
                        </a:cubicBezTo>
                        <a:cubicBezTo>
                          <a:pt x="5965" y="22703"/>
                          <a:pt x="1798" y="23235"/>
                          <a:pt x="379" y="21107"/>
                        </a:cubicBezTo>
                        <a:cubicBezTo>
                          <a:pt x="-1039" y="18935"/>
                          <a:pt x="1709" y="15788"/>
                          <a:pt x="5477" y="12773"/>
                        </a:cubicBezTo>
                        <a:cubicBezTo>
                          <a:pt x="9246" y="9759"/>
                          <a:pt x="14166" y="7321"/>
                          <a:pt x="16649" y="6035"/>
                        </a:cubicBezTo>
                        <a:cubicBezTo>
                          <a:pt x="19220" y="4882"/>
                          <a:pt x="24673" y="2489"/>
                          <a:pt x="29771" y="1114"/>
                        </a:cubicBezTo>
                        <a:cubicBezTo>
                          <a:pt x="34958" y="-171"/>
                          <a:pt x="39612" y="-703"/>
                          <a:pt x="40588" y="151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23" name="Forme libre : forme 21222">
                    <a:extLst>
                      <a:ext uri="{FF2B5EF4-FFF2-40B4-BE49-F238E27FC236}">
                        <a16:creationId xmlns:a16="http://schemas.microsoft.com/office/drawing/2014/main" id="{EC13FC2F-0252-408E-BF22-175F5CCBB934}"/>
                      </a:ext>
                    </a:extLst>
                  </p:cNvPr>
                  <p:cNvSpPr/>
                  <p:nvPr/>
                </p:nvSpPr>
                <p:spPr>
                  <a:xfrm>
                    <a:off x="7011853" y="1179868"/>
                    <a:ext cx="30701" cy="10928"/>
                  </a:xfrm>
                  <a:custGeom>
                    <a:avLst/>
                    <a:gdLst>
                      <a:gd name="connsiteX0" fmla="*/ 6674 w 30701"/>
                      <a:gd name="connsiteY0" fmla="*/ 931 h 10928"/>
                      <a:gd name="connsiteX1" fmla="*/ 601 w 30701"/>
                      <a:gd name="connsiteY1" fmla="*/ 9797 h 10928"/>
                      <a:gd name="connsiteX2" fmla="*/ 22633 w 30701"/>
                      <a:gd name="connsiteY2" fmla="*/ 4743 h 10928"/>
                      <a:gd name="connsiteX3" fmla="*/ 30702 w 30701"/>
                      <a:gd name="connsiteY3" fmla="*/ 0 h 10928"/>
                      <a:gd name="connsiteX4" fmla="*/ 26047 w 30701"/>
                      <a:gd name="connsiteY4" fmla="*/ 1862 h 10928"/>
                      <a:gd name="connsiteX5" fmla="*/ 6674 w 30701"/>
                      <a:gd name="connsiteY5" fmla="*/ 931 h 10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701" h="10928">
                        <a:moveTo>
                          <a:pt x="6674" y="931"/>
                        </a:moveTo>
                        <a:cubicBezTo>
                          <a:pt x="4635" y="3147"/>
                          <a:pt x="-2015" y="7536"/>
                          <a:pt x="601" y="9797"/>
                        </a:cubicBezTo>
                        <a:cubicBezTo>
                          <a:pt x="4723" y="13255"/>
                          <a:pt x="16072" y="7980"/>
                          <a:pt x="22633" y="4743"/>
                        </a:cubicBezTo>
                        <a:cubicBezTo>
                          <a:pt x="24539" y="3813"/>
                          <a:pt x="28707" y="1463"/>
                          <a:pt x="30702" y="0"/>
                        </a:cubicBezTo>
                        <a:cubicBezTo>
                          <a:pt x="29416" y="576"/>
                          <a:pt x="27332" y="1552"/>
                          <a:pt x="26047" y="1862"/>
                        </a:cubicBezTo>
                        <a:cubicBezTo>
                          <a:pt x="18732" y="3591"/>
                          <a:pt x="9822" y="5586"/>
                          <a:pt x="6674" y="93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24" name="Forme libre : forme 21223">
                    <a:extLst>
                      <a:ext uri="{FF2B5EF4-FFF2-40B4-BE49-F238E27FC236}">
                        <a16:creationId xmlns:a16="http://schemas.microsoft.com/office/drawing/2014/main" id="{6AF9B7EF-AEF3-47AB-B180-81BBC2E6C279}"/>
                      </a:ext>
                    </a:extLst>
                  </p:cNvPr>
                  <p:cNvSpPr/>
                  <p:nvPr/>
                </p:nvSpPr>
                <p:spPr>
                  <a:xfrm>
                    <a:off x="7014882" y="1168354"/>
                    <a:ext cx="40668" cy="22652"/>
                  </a:xfrm>
                  <a:custGeom>
                    <a:avLst/>
                    <a:gdLst>
                      <a:gd name="connsiteX0" fmla="*/ 40661 w 40668"/>
                      <a:gd name="connsiteY0" fmla="*/ 1806 h 22652"/>
                      <a:gd name="connsiteX1" fmla="*/ 21865 w 40668"/>
                      <a:gd name="connsiteY1" fmla="*/ 16745 h 22652"/>
                      <a:gd name="connsiteX2" fmla="*/ 10250 w 40668"/>
                      <a:gd name="connsiteY2" fmla="*/ 21533 h 22652"/>
                      <a:gd name="connsiteX3" fmla="*/ 453 w 40668"/>
                      <a:gd name="connsiteY3" fmla="*/ 21178 h 22652"/>
                      <a:gd name="connsiteX4" fmla="*/ 5551 w 40668"/>
                      <a:gd name="connsiteY4" fmla="*/ 12889 h 22652"/>
                      <a:gd name="connsiteX5" fmla="*/ 16723 w 40668"/>
                      <a:gd name="connsiteY5" fmla="*/ 6328 h 22652"/>
                      <a:gd name="connsiteX6" fmla="*/ 40661 w 40668"/>
                      <a:gd name="connsiteY6" fmla="*/ 1806 h 22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668" h="22652">
                        <a:moveTo>
                          <a:pt x="40661" y="1806"/>
                        </a:moveTo>
                        <a:cubicBezTo>
                          <a:pt x="41016" y="6505"/>
                          <a:pt x="27318" y="13731"/>
                          <a:pt x="21865" y="16745"/>
                        </a:cubicBezTo>
                        <a:cubicBezTo>
                          <a:pt x="19117" y="18164"/>
                          <a:pt x="14550" y="20336"/>
                          <a:pt x="10250" y="21533"/>
                        </a:cubicBezTo>
                        <a:cubicBezTo>
                          <a:pt x="6039" y="22863"/>
                          <a:pt x="2049" y="23306"/>
                          <a:pt x="453" y="21178"/>
                        </a:cubicBezTo>
                        <a:cubicBezTo>
                          <a:pt x="-1143" y="19095"/>
                          <a:pt x="1694" y="15903"/>
                          <a:pt x="5551" y="12889"/>
                        </a:cubicBezTo>
                        <a:cubicBezTo>
                          <a:pt x="9497" y="10096"/>
                          <a:pt x="14329" y="7436"/>
                          <a:pt x="16723" y="6328"/>
                        </a:cubicBezTo>
                        <a:cubicBezTo>
                          <a:pt x="21377" y="3889"/>
                          <a:pt x="40129" y="-3337"/>
                          <a:pt x="40661" y="180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25" name="Forme libre : forme 21224">
                    <a:extLst>
                      <a:ext uri="{FF2B5EF4-FFF2-40B4-BE49-F238E27FC236}">
                        <a16:creationId xmlns:a16="http://schemas.microsoft.com/office/drawing/2014/main" id="{99DA3C49-2474-43EE-832E-63FCF94E7F04}"/>
                      </a:ext>
                    </a:extLst>
                  </p:cNvPr>
                  <p:cNvSpPr/>
                  <p:nvPr/>
                </p:nvSpPr>
                <p:spPr>
                  <a:xfrm>
                    <a:off x="6993308" y="1178741"/>
                    <a:ext cx="53161" cy="24090"/>
                  </a:xfrm>
                  <a:custGeom>
                    <a:avLst/>
                    <a:gdLst>
                      <a:gd name="connsiteX0" fmla="*/ 2167 w 53161"/>
                      <a:gd name="connsiteY0" fmla="*/ 22451 h 24090"/>
                      <a:gd name="connsiteX1" fmla="*/ 10014 w 53161"/>
                      <a:gd name="connsiteY1" fmla="*/ 23958 h 24090"/>
                      <a:gd name="connsiteX2" fmla="*/ 20121 w 53161"/>
                      <a:gd name="connsiteY2" fmla="*/ 22938 h 24090"/>
                      <a:gd name="connsiteX3" fmla="*/ 30716 w 53161"/>
                      <a:gd name="connsiteY3" fmla="*/ 20057 h 24090"/>
                      <a:gd name="connsiteX4" fmla="*/ 40336 w 53161"/>
                      <a:gd name="connsiteY4" fmla="*/ 15358 h 24090"/>
                      <a:gd name="connsiteX5" fmla="*/ 48449 w 53161"/>
                      <a:gd name="connsiteY5" fmla="*/ 9550 h 24090"/>
                      <a:gd name="connsiteX6" fmla="*/ 52394 w 53161"/>
                      <a:gd name="connsiteY6" fmla="*/ 596 h 24090"/>
                      <a:gd name="connsiteX7" fmla="*/ 45080 w 53161"/>
                      <a:gd name="connsiteY7" fmla="*/ 1039 h 24090"/>
                      <a:gd name="connsiteX8" fmla="*/ 25219 w 53161"/>
                      <a:gd name="connsiteY8" fmla="*/ 3876 h 24090"/>
                      <a:gd name="connsiteX9" fmla="*/ 15511 w 53161"/>
                      <a:gd name="connsiteY9" fmla="*/ 4408 h 24090"/>
                      <a:gd name="connsiteX10" fmla="*/ 5359 w 53161"/>
                      <a:gd name="connsiteY10" fmla="*/ 8752 h 24090"/>
                      <a:gd name="connsiteX11" fmla="*/ 2167 w 53161"/>
                      <a:gd name="connsiteY11" fmla="*/ 22451 h 24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3161" h="24090">
                        <a:moveTo>
                          <a:pt x="2167" y="22451"/>
                        </a:moveTo>
                        <a:cubicBezTo>
                          <a:pt x="4827" y="24135"/>
                          <a:pt x="6290" y="24268"/>
                          <a:pt x="10014" y="23958"/>
                        </a:cubicBezTo>
                        <a:cubicBezTo>
                          <a:pt x="13560" y="23648"/>
                          <a:pt x="16752" y="23426"/>
                          <a:pt x="20121" y="22938"/>
                        </a:cubicBezTo>
                        <a:cubicBezTo>
                          <a:pt x="23446" y="22406"/>
                          <a:pt x="26771" y="21520"/>
                          <a:pt x="30716" y="20057"/>
                        </a:cubicBezTo>
                        <a:cubicBezTo>
                          <a:pt x="33952" y="18771"/>
                          <a:pt x="37233" y="17131"/>
                          <a:pt x="40336" y="15358"/>
                        </a:cubicBezTo>
                        <a:cubicBezTo>
                          <a:pt x="43351" y="13496"/>
                          <a:pt x="46188" y="11501"/>
                          <a:pt x="48449" y="9550"/>
                        </a:cubicBezTo>
                        <a:cubicBezTo>
                          <a:pt x="51774" y="6491"/>
                          <a:pt x="54566" y="2723"/>
                          <a:pt x="52394" y="596"/>
                        </a:cubicBezTo>
                        <a:cubicBezTo>
                          <a:pt x="51020" y="-779"/>
                          <a:pt x="47872" y="596"/>
                          <a:pt x="45080" y="1039"/>
                        </a:cubicBezTo>
                        <a:cubicBezTo>
                          <a:pt x="38474" y="2058"/>
                          <a:pt x="32312" y="3654"/>
                          <a:pt x="25219" y="3876"/>
                        </a:cubicBezTo>
                        <a:cubicBezTo>
                          <a:pt x="22249" y="4009"/>
                          <a:pt x="18924" y="3920"/>
                          <a:pt x="15511" y="4408"/>
                        </a:cubicBezTo>
                        <a:cubicBezTo>
                          <a:pt x="12142" y="5029"/>
                          <a:pt x="8684" y="6181"/>
                          <a:pt x="5359" y="8752"/>
                        </a:cubicBezTo>
                        <a:cubicBezTo>
                          <a:pt x="-404" y="13584"/>
                          <a:pt x="-1601" y="20146"/>
                          <a:pt x="2167" y="2245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26" name="Forme libre : forme 21225">
                    <a:extLst>
                      <a:ext uri="{FF2B5EF4-FFF2-40B4-BE49-F238E27FC236}">
                        <a16:creationId xmlns:a16="http://schemas.microsoft.com/office/drawing/2014/main" id="{06361665-8B6F-4843-92AB-96B24D2F0D1B}"/>
                      </a:ext>
                    </a:extLst>
                  </p:cNvPr>
                  <p:cNvSpPr/>
                  <p:nvPr/>
                </p:nvSpPr>
                <p:spPr>
                  <a:xfrm>
                    <a:off x="7001589" y="1178123"/>
                    <a:ext cx="14585" cy="13067"/>
                  </a:xfrm>
                  <a:custGeom>
                    <a:avLst/>
                    <a:gdLst>
                      <a:gd name="connsiteX0" fmla="*/ 846 w 14585"/>
                      <a:gd name="connsiteY0" fmla="*/ 10700 h 13067"/>
                      <a:gd name="connsiteX1" fmla="*/ 4 w 14585"/>
                      <a:gd name="connsiteY1" fmla="*/ 12606 h 13067"/>
                      <a:gd name="connsiteX2" fmla="*/ 1777 w 14585"/>
                      <a:gd name="connsiteY2" fmla="*/ 12827 h 13067"/>
                      <a:gd name="connsiteX3" fmla="*/ 4658 w 14585"/>
                      <a:gd name="connsiteY3" fmla="*/ 11099 h 13067"/>
                      <a:gd name="connsiteX4" fmla="*/ 11219 w 14585"/>
                      <a:gd name="connsiteY4" fmla="*/ 5956 h 13067"/>
                      <a:gd name="connsiteX5" fmla="*/ 13436 w 14585"/>
                      <a:gd name="connsiteY5" fmla="*/ 3873 h 13067"/>
                      <a:gd name="connsiteX6" fmla="*/ 9889 w 14585"/>
                      <a:gd name="connsiteY6" fmla="*/ 1346 h 13067"/>
                      <a:gd name="connsiteX7" fmla="*/ 846 w 14585"/>
                      <a:gd name="connsiteY7" fmla="*/ 10700 h 1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585" h="13067">
                        <a:moveTo>
                          <a:pt x="846" y="10700"/>
                        </a:moveTo>
                        <a:cubicBezTo>
                          <a:pt x="314" y="11453"/>
                          <a:pt x="-41" y="12030"/>
                          <a:pt x="4" y="12606"/>
                        </a:cubicBezTo>
                        <a:cubicBezTo>
                          <a:pt x="92" y="13226"/>
                          <a:pt x="890" y="13138"/>
                          <a:pt x="1777" y="12827"/>
                        </a:cubicBezTo>
                        <a:cubicBezTo>
                          <a:pt x="2663" y="12473"/>
                          <a:pt x="3816" y="11719"/>
                          <a:pt x="4658" y="11099"/>
                        </a:cubicBezTo>
                        <a:cubicBezTo>
                          <a:pt x="6875" y="9458"/>
                          <a:pt x="9180" y="7596"/>
                          <a:pt x="11219" y="5956"/>
                        </a:cubicBezTo>
                        <a:cubicBezTo>
                          <a:pt x="12062" y="5247"/>
                          <a:pt x="12860" y="4626"/>
                          <a:pt x="13436" y="3873"/>
                        </a:cubicBezTo>
                        <a:cubicBezTo>
                          <a:pt x="15786" y="725"/>
                          <a:pt x="14500" y="-1580"/>
                          <a:pt x="9889" y="1346"/>
                        </a:cubicBezTo>
                        <a:cubicBezTo>
                          <a:pt x="6343" y="3562"/>
                          <a:pt x="3018" y="7641"/>
                          <a:pt x="846" y="1070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27" name="Forme libre : forme 21226">
                    <a:extLst>
                      <a:ext uri="{FF2B5EF4-FFF2-40B4-BE49-F238E27FC236}">
                        <a16:creationId xmlns:a16="http://schemas.microsoft.com/office/drawing/2014/main" id="{1C3AB439-2747-4569-9840-974942B6B556}"/>
                      </a:ext>
                    </a:extLst>
                  </p:cNvPr>
                  <p:cNvSpPr/>
                  <p:nvPr/>
                </p:nvSpPr>
                <p:spPr>
                  <a:xfrm>
                    <a:off x="7048362" y="1166968"/>
                    <a:ext cx="20170" cy="22165"/>
                  </a:xfrm>
                  <a:custGeom>
                    <a:avLst/>
                    <a:gdLst>
                      <a:gd name="connsiteX0" fmla="*/ 20171 w 20170"/>
                      <a:gd name="connsiteY0" fmla="*/ 0 h 22165"/>
                      <a:gd name="connsiteX1" fmla="*/ 0 w 20170"/>
                      <a:gd name="connsiteY1" fmla="*/ 22165 h 22165"/>
                      <a:gd name="connsiteX2" fmla="*/ 20171 w 20170"/>
                      <a:gd name="connsiteY2" fmla="*/ 0 h 22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170" h="22165">
                        <a:moveTo>
                          <a:pt x="20171" y="0"/>
                        </a:moveTo>
                        <a:cubicBezTo>
                          <a:pt x="18442" y="7315"/>
                          <a:pt x="6871" y="16314"/>
                          <a:pt x="0" y="22165"/>
                        </a:cubicBezTo>
                        <a:cubicBezTo>
                          <a:pt x="7580" y="15915"/>
                          <a:pt x="14984" y="6827"/>
                          <a:pt x="2017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28" name="Forme libre : forme 21227">
                    <a:extLst>
                      <a:ext uri="{FF2B5EF4-FFF2-40B4-BE49-F238E27FC236}">
                        <a16:creationId xmlns:a16="http://schemas.microsoft.com/office/drawing/2014/main" id="{C81A899C-C50A-4BA7-B257-606DFADF337C}"/>
                      </a:ext>
                    </a:extLst>
                  </p:cNvPr>
                  <p:cNvSpPr/>
                  <p:nvPr/>
                </p:nvSpPr>
                <p:spPr>
                  <a:xfrm>
                    <a:off x="6984082" y="1174548"/>
                    <a:ext cx="20791" cy="28150"/>
                  </a:xfrm>
                  <a:custGeom>
                    <a:avLst/>
                    <a:gdLst>
                      <a:gd name="connsiteX0" fmla="*/ 20791 w 20791"/>
                      <a:gd name="connsiteY0" fmla="*/ 0 h 28150"/>
                      <a:gd name="connsiteX1" fmla="*/ 0 w 20791"/>
                      <a:gd name="connsiteY1" fmla="*/ 28150 h 28150"/>
                      <a:gd name="connsiteX2" fmla="*/ 20791 w 20791"/>
                      <a:gd name="connsiteY2" fmla="*/ 0 h 28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791" h="28150">
                        <a:moveTo>
                          <a:pt x="20791" y="0"/>
                        </a:moveTo>
                        <a:cubicBezTo>
                          <a:pt x="9753" y="7448"/>
                          <a:pt x="3147" y="18663"/>
                          <a:pt x="0" y="28150"/>
                        </a:cubicBezTo>
                        <a:cubicBezTo>
                          <a:pt x="2483" y="19062"/>
                          <a:pt x="12235" y="7536"/>
                          <a:pt x="2079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29" name="Forme libre : forme 21228">
                    <a:extLst>
                      <a:ext uri="{FF2B5EF4-FFF2-40B4-BE49-F238E27FC236}">
                        <a16:creationId xmlns:a16="http://schemas.microsoft.com/office/drawing/2014/main" id="{DFA9AE3E-7025-4AEB-9AE9-590EC7BF8367}"/>
                      </a:ext>
                    </a:extLst>
                  </p:cNvPr>
                  <p:cNvSpPr/>
                  <p:nvPr/>
                </p:nvSpPr>
                <p:spPr>
                  <a:xfrm>
                    <a:off x="7027070" y="1171768"/>
                    <a:ext cx="15720" cy="7087"/>
                  </a:xfrm>
                  <a:custGeom>
                    <a:avLst/>
                    <a:gdLst>
                      <a:gd name="connsiteX0" fmla="*/ 15706 w 15720"/>
                      <a:gd name="connsiteY0" fmla="*/ 874 h 7087"/>
                      <a:gd name="connsiteX1" fmla="*/ 7150 w 15720"/>
                      <a:gd name="connsiteY1" fmla="*/ 5662 h 7087"/>
                      <a:gd name="connsiteX2" fmla="*/ 13 w 15720"/>
                      <a:gd name="connsiteY2" fmla="*/ 6150 h 7087"/>
                      <a:gd name="connsiteX3" fmla="*/ 8081 w 15720"/>
                      <a:gd name="connsiteY3" fmla="*/ 1495 h 7087"/>
                      <a:gd name="connsiteX4" fmla="*/ 15706 w 15720"/>
                      <a:gd name="connsiteY4" fmla="*/ 874 h 7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20" h="7087">
                        <a:moveTo>
                          <a:pt x="15706" y="874"/>
                        </a:moveTo>
                        <a:cubicBezTo>
                          <a:pt x="15351" y="2736"/>
                          <a:pt x="9100" y="5042"/>
                          <a:pt x="7150" y="5662"/>
                        </a:cubicBezTo>
                        <a:cubicBezTo>
                          <a:pt x="5199" y="6283"/>
                          <a:pt x="-298" y="8233"/>
                          <a:pt x="13" y="6150"/>
                        </a:cubicBezTo>
                        <a:cubicBezTo>
                          <a:pt x="279" y="4022"/>
                          <a:pt x="6219" y="2027"/>
                          <a:pt x="8081" y="1495"/>
                        </a:cubicBezTo>
                        <a:cubicBezTo>
                          <a:pt x="9943" y="830"/>
                          <a:pt x="16060" y="-1120"/>
                          <a:pt x="15706" y="87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30" name="Forme libre : forme 21229">
                    <a:extLst>
                      <a:ext uri="{FF2B5EF4-FFF2-40B4-BE49-F238E27FC236}">
                        <a16:creationId xmlns:a16="http://schemas.microsoft.com/office/drawing/2014/main" id="{16559C4B-12D0-4C13-AB30-E85242861977}"/>
                      </a:ext>
                    </a:extLst>
                  </p:cNvPr>
                  <p:cNvSpPr/>
                  <p:nvPr/>
                </p:nvSpPr>
                <p:spPr>
                  <a:xfrm>
                    <a:off x="7040573" y="1170997"/>
                    <a:ext cx="4492" cy="2314"/>
                  </a:xfrm>
                  <a:custGeom>
                    <a:avLst/>
                    <a:gdLst>
                      <a:gd name="connsiteX0" fmla="*/ 4420 w 4492"/>
                      <a:gd name="connsiteY0" fmla="*/ 226 h 2314"/>
                      <a:gd name="connsiteX1" fmla="*/ 2735 w 4492"/>
                      <a:gd name="connsiteY1" fmla="*/ 1778 h 2314"/>
                      <a:gd name="connsiteX2" fmla="*/ 75 w 4492"/>
                      <a:gd name="connsiteY2" fmla="*/ 2088 h 2314"/>
                      <a:gd name="connsiteX3" fmla="*/ 1671 w 4492"/>
                      <a:gd name="connsiteY3" fmla="*/ 537 h 2314"/>
                      <a:gd name="connsiteX4" fmla="*/ 4420 w 4492"/>
                      <a:gd name="connsiteY4" fmla="*/ 226 h 2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2" h="2314">
                        <a:moveTo>
                          <a:pt x="4420" y="226"/>
                        </a:moveTo>
                        <a:cubicBezTo>
                          <a:pt x="4818" y="758"/>
                          <a:pt x="3489" y="1468"/>
                          <a:pt x="2735" y="1778"/>
                        </a:cubicBezTo>
                        <a:cubicBezTo>
                          <a:pt x="2026" y="2088"/>
                          <a:pt x="474" y="2620"/>
                          <a:pt x="75" y="2088"/>
                        </a:cubicBezTo>
                        <a:cubicBezTo>
                          <a:pt x="-324" y="1556"/>
                          <a:pt x="962" y="847"/>
                          <a:pt x="1671" y="537"/>
                        </a:cubicBezTo>
                        <a:cubicBezTo>
                          <a:pt x="2469" y="226"/>
                          <a:pt x="4020" y="-306"/>
                          <a:pt x="4420" y="22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31" name="Forme libre : forme 21230">
                    <a:extLst>
                      <a:ext uri="{FF2B5EF4-FFF2-40B4-BE49-F238E27FC236}">
                        <a16:creationId xmlns:a16="http://schemas.microsoft.com/office/drawing/2014/main" id="{FE3103ED-A1C9-4D58-B236-CDDA4C5ABE0B}"/>
                      </a:ext>
                    </a:extLst>
                  </p:cNvPr>
                  <p:cNvSpPr/>
                  <p:nvPr/>
                </p:nvSpPr>
                <p:spPr>
                  <a:xfrm>
                    <a:off x="7022538" y="1159411"/>
                    <a:ext cx="43200" cy="11218"/>
                  </a:xfrm>
                  <a:custGeom>
                    <a:avLst/>
                    <a:gdLst>
                      <a:gd name="connsiteX0" fmla="*/ 30745 w 43200"/>
                      <a:gd name="connsiteY0" fmla="*/ 1262 h 11218"/>
                      <a:gd name="connsiteX1" fmla="*/ 42670 w 43200"/>
                      <a:gd name="connsiteY1" fmla="*/ 4276 h 11218"/>
                      <a:gd name="connsiteX2" fmla="*/ 40808 w 43200"/>
                      <a:gd name="connsiteY2" fmla="*/ 7690 h 11218"/>
                      <a:gd name="connsiteX3" fmla="*/ 35665 w 43200"/>
                      <a:gd name="connsiteY3" fmla="*/ 7911 h 11218"/>
                      <a:gd name="connsiteX4" fmla="*/ 27952 w 43200"/>
                      <a:gd name="connsiteY4" fmla="*/ 7291 h 11218"/>
                      <a:gd name="connsiteX5" fmla="*/ 19751 w 43200"/>
                      <a:gd name="connsiteY5" fmla="*/ 7778 h 11218"/>
                      <a:gd name="connsiteX6" fmla="*/ 68 w 43200"/>
                      <a:gd name="connsiteY6" fmla="*/ 9552 h 11218"/>
                      <a:gd name="connsiteX7" fmla="*/ 19751 w 43200"/>
                      <a:gd name="connsiteY7" fmla="*/ 109 h 11218"/>
                      <a:gd name="connsiteX8" fmla="*/ 30745 w 43200"/>
                      <a:gd name="connsiteY8" fmla="*/ 1262 h 11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200" h="11218">
                        <a:moveTo>
                          <a:pt x="30745" y="1262"/>
                        </a:moveTo>
                        <a:cubicBezTo>
                          <a:pt x="35665" y="1705"/>
                          <a:pt x="39212" y="2060"/>
                          <a:pt x="42670" y="4276"/>
                        </a:cubicBezTo>
                        <a:cubicBezTo>
                          <a:pt x="43911" y="5074"/>
                          <a:pt x="42847" y="6980"/>
                          <a:pt x="40808" y="7690"/>
                        </a:cubicBezTo>
                        <a:cubicBezTo>
                          <a:pt x="38813" y="8443"/>
                          <a:pt x="37306" y="8177"/>
                          <a:pt x="35665" y="7911"/>
                        </a:cubicBezTo>
                        <a:cubicBezTo>
                          <a:pt x="33139" y="7512"/>
                          <a:pt x="30568" y="7335"/>
                          <a:pt x="27952" y="7291"/>
                        </a:cubicBezTo>
                        <a:cubicBezTo>
                          <a:pt x="25336" y="7335"/>
                          <a:pt x="22632" y="7512"/>
                          <a:pt x="19751" y="7778"/>
                        </a:cubicBezTo>
                        <a:cubicBezTo>
                          <a:pt x="16160" y="7867"/>
                          <a:pt x="-1218" y="14118"/>
                          <a:pt x="68" y="9552"/>
                        </a:cubicBezTo>
                        <a:cubicBezTo>
                          <a:pt x="1309" y="4719"/>
                          <a:pt x="14919" y="508"/>
                          <a:pt x="19751" y="109"/>
                        </a:cubicBezTo>
                        <a:cubicBezTo>
                          <a:pt x="24583" y="-379"/>
                          <a:pt x="27021" y="907"/>
                          <a:pt x="30745" y="126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68" name="Graphique 2">
                  <a:extLst>
                    <a:ext uri="{FF2B5EF4-FFF2-40B4-BE49-F238E27FC236}">
                      <a16:creationId xmlns:a16="http://schemas.microsoft.com/office/drawing/2014/main" id="{50B4046A-58CD-426F-9344-3E7B5BF1EBB5}"/>
                    </a:ext>
                  </a:extLst>
                </p:cNvPr>
                <p:cNvGrpSpPr/>
                <p:nvPr/>
              </p:nvGrpSpPr>
              <p:grpSpPr>
                <a:xfrm>
                  <a:off x="7069751" y="1137359"/>
                  <a:ext cx="95151" cy="36815"/>
                  <a:chOff x="7069751" y="1137359"/>
                  <a:chExt cx="95151" cy="36815"/>
                </a:xfrm>
                <a:solidFill>
                  <a:schemeClr val="accent1"/>
                </a:solidFill>
              </p:grpSpPr>
              <p:sp>
                <p:nvSpPr>
                  <p:cNvPr id="21208" name="Forme libre : forme 21207">
                    <a:extLst>
                      <a:ext uri="{FF2B5EF4-FFF2-40B4-BE49-F238E27FC236}">
                        <a16:creationId xmlns:a16="http://schemas.microsoft.com/office/drawing/2014/main" id="{9CBAC117-43FA-4152-96F5-868F77C29A0C}"/>
                      </a:ext>
                    </a:extLst>
                  </p:cNvPr>
                  <p:cNvSpPr/>
                  <p:nvPr/>
                </p:nvSpPr>
                <p:spPr>
                  <a:xfrm>
                    <a:off x="7069751" y="1137359"/>
                    <a:ext cx="95151" cy="36802"/>
                  </a:xfrm>
                  <a:custGeom>
                    <a:avLst/>
                    <a:gdLst>
                      <a:gd name="connsiteX0" fmla="*/ 62130 w 95151"/>
                      <a:gd name="connsiteY0" fmla="*/ 36170 h 36802"/>
                      <a:gd name="connsiteX1" fmla="*/ 49052 w 95151"/>
                      <a:gd name="connsiteY1" fmla="*/ 35771 h 36802"/>
                      <a:gd name="connsiteX2" fmla="*/ 34689 w 95151"/>
                      <a:gd name="connsiteY2" fmla="*/ 36569 h 36802"/>
                      <a:gd name="connsiteX3" fmla="*/ 3435 w 95151"/>
                      <a:gd name="connsiteY3" fmla="*/ 29742 h 36802"/>
                      <a:gd name="connsiteX4" fmla="*/ 1086 w 95151"/>
                      <a:gd name="connsiteY4" fmla="*/ 19989 h 36802"/>
                      <a:gd name="connsiteX5" fmla="*/ 30921 w 95151"/>
                      <a:gd name="connsiteY5" fmla="*/ 1680 h 36802"/>
                      <a:gd name="connsiteX6" fmla="*/ 47855 w 95151"/>
                      <a:gd name="connsiteY6" fmla="*/ 84 h 36802"/>
                      <a:gd name="connsiteX7" fmla="*/ 57519 w 95151"/>
                      <a:gd name="connsiteY7" fmla="*/ 306 h 36802"/>
                      <a:gd name="connsiteX8" fmla="*/ 61908 w 95151"/>
                      <a:gd name="connsiteY8" fmla="*/ 616 h 36802"/>
                      <a:gd name="connsiteX9" fmla="*/ 65854 w 95151"/>
                      <a:gd name="connsiteY9" fmla="*/ 1281 h 36802"/>
                      <a:gd name="connsiteX10" fmla="*/ 72104 w 95151"/>
                      <a:gd name="connsiteY10" fmla="*/ 2700 h 36802"/>
                      <a:gd name="connsiteX11" fmla="*/ 77202 w 95151"/>
                      <a:gd name="connsiteY11" fmla="*/ 4872 h 36802"/>
                      <a:gd name="connsiteX12" fmla="*/ 81591 w 95151"/>
                      <a:gd name="connsiteY12" fmla="*/ 7266 h 36802"/>
                      <a:gd name="connsiteX13" fmla="*/ 85093 w 95151"/>
                      <a:gd name="connsiteY13" fmla="*/ 10103 h 36802"/>
                      <a:gd name="connsiteX14" fmla="*/ 94447 w 95151"/>
                      <a:gd name="connsiteY14" fmla="*/ 23314 h 36802"/>
                      <a:gd name="connsiteX15" fmla="*/ 91565 w 95151"/>
                      <a:gd name="connsiteY15" fmla="*/ 32667 h 36802"/>
                      <a:gd name="connsiteX16" fmla="*/ 62130 w 95151"/>
                      <a:gd name="connsiteY16" fmla="*/ 36170 h 36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5151" h="36802">
                        <a:moveTo>
                          <a:pt x="62130" y="36170"/>
                        </a:moveTo>
                        <a:cubicBezTo>
                          <a:pt x="59337" y="35859"/>
                          <a:pt x="54327" y="35638"/>
                          <a:pt x="49052" y="35771"/>
                        </a:cubicBezTo>
                        <a:cubicBezTo>
                          <a:pt x="43777" y="35815"/>
                          <a:pt x="38280" y="36436"/>
                          <a:pt x="34689" y="36569"/>
                        </a:cubicBezTo>
                        <a:cubicBezTo>
                          <a:pt x="21168" y="37633"/>
                          <a:pt x="12967" y="35017"/>
                          <a:pt x="3435" y="29742"/>
                        </a:cubicBezTo>
                        <a:cubicBezTo>
                          <a:pt x="155" y="28057"/>
                          <a:pt x="-1086" y="23092"/>
                          <a:pt x="1086" y="19989"/>
                        </a:cubicBezTo>
                        <a:cubicBezTo>
                          <a:pt x="7425" y="11344"/>
                          <a:pt x="15538" y="4517"/>
                          <a:pt x="30921" y="1680"/>
                        </a:cubicBezTo>
                        <a:cubicBezTo>
                          <a:pt x="35088" y="1059"/>
                          <a:pt x="41294" y="173"/>
                          <a:pt x="47855" y="84"/>
                        </a:cubicBezTo>
                        <a:cubicBezTo>
                          <a:pt x="51047" y="-137"/>
                          <a:pt x="54460" y="129"/>
                          <a:pt x="57519" y="306"/>
                        </a:cubicBezTo>
                        <a:cubicBezTo>
                          <a:pt x="59071" y="395"/>
                          <a:pt x="60534" y="483"/>
                          <a:pt x="61908" y="616"/>
                        </a:cubicBezTo>
                        <a:cubicBezTo>
                          <a:pt x="63327" y="882"/>
                          <a:pt x="64701" y="1104"/>
                          <a:pt x="65854" y="1281"/>
                        </a:cubicBezTo>
                        <a:cubicBezTo>
                          <a:pt x="68070" y="1680"/>
                          <a:pt x="70153" y="2168"/>
                          <a:pt x="72104" y="2700"/>
                        </a:cubicBezTo>
                        <a:cubicBezTo>
                          <a:pt x="73922" y="3365"/>
                          <a:pt x="75650" y="4118"/>
                          <a:pt x="77202" y="4872"/>
                        </a:cubicBezTo>
                        <a:cubicBezTo>
                          <a:pt x="78798" y="5626"/>
                          <a:pt x="80217" y="6424"/>
                          <a:pt x="81591" y="7266"/>
                        </a:cubicBezTo>
                        <a:cubicBezTo>
                          <a:pt x="82876" y="8197"/>
                          <a:pt x="84029" y="9128"/>
                          <a:pt x="85093" y="10103"/>
                        </a:cubicBezTo>
                        <a:cubicBezTo>
                          <a:pt x="89482" y="13916"/>
                          <a:pt x="92142" y="18437"/>
                          <a:pt x="94447" y="23314"/>
                        </a:cubicBezTo>
                        <a:cubicBezTo>
                          <a:pt x="96087" y="26639"/>
                          <a:pt x="94757" y="31559"/>
                          <a:pt x="91565" y="32667"/>
                        </a:cubicBezTo>
                        <a:cubicBezTo>
                          <a:pt x="82212" y="36524"/>
                          <a:pt x="73212" y="37101"/>
                          <a:pt x="62130" y="3617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09" name="Forme libre : forme 21208">
                    <a:extLst>
                      <a:ext uri="{FF2B5EF4-FFF2-40B4-BE49-F238E27FC236}">
                        <a16:creationId xmlns:a16="http://schemas.microsoft.com/office/drawing/2014/main" id="{090F1649-7972-488D-A914-31B63FFDF60C}"/>
                      </a:ext>
                    </a:extLst>
                  </p:cNvPr>
                  <p:cNvSpPr/>
                  <p:nvPr/>
                </p:nvSpPr>
                <p:spPr>
                  <a:xfrm>
                    <a:off x="7070261" y="1159627"/>
                    <a:ext cx="91100" cy="14547"/>
                  </a:xfrm>
                  <a:custGeom>
                    <a:avLst/>
                    <a:gdLst>
                      <a:gd name="connsiteX0" fmla="*/ 37327 w 91100"/>
                      <a:gd name="connsiteY0" fmla="*/ 1356 h 14547"/>
                      <a:gd name="connsiteX1" fmla="*/ 0 w 91100"/>
                      <a:gd name="connsiteY1" fmla="*/ 4060 h 14547"/>
                      <a:gd name="connsiteX2" fmla="*/ 2881 w 91100"/>
                      <a:gd name="connsiteY2" fmla="*/ 7430 h 14547"/>
                      <a:gd name="connsiteX3" fmla="*/ 7714 w 91100"/>
                      <a:gd name="connsiteY3" fmla="*/ 9912 h 14547"/>
                      <a:gd name="connsiteX4" fmla="*/ 14718 w 91100"/>
                      <a:gd name="connsiteY4" fmla="*/ 12572 h 14547"/>
                      <a:gd name="connsiteX5" fmla="*/ 22343 w 91100"/>
                      <a:gd name="connsiteY5" fmla="*/ 14212 h 14547"/>
                      <a:gd name="connsiteX6" fmla="*/ 34091 w 91100"/>
                      <a:gd name="connsiteY6" fmla="*/ 14256 h 14547"/>
                      <a:gd name="connsiteX7" fmla="*/ 38745 w 91100"/>
                      <a:gd name="connsiteY7" fmla="*/ 13946 h 14547"/>
                      <a:gd name="connsiteX8" fmla="*/ 49872 w 91100"/>
                      <a:gd name="connsiteY8" fmla="*/ 13326 h 14547"/>
                      <a:gd name="connsiteX9" fmla="*/ 55236 w 91100"/>
                      <a:gd name="connsiteY9" fmla="*/ 13414 h 14547"/>
                      <a:gd name="connsiteX10" fmla="*/ 57675 w 91100"/>
                      <a:gd name="connsiteY10" fmla="*/ 13459 h 14547"/>
                      <a:gd name="connsiteX11" fmla="*/ 59669 w 91100"/>
                      <a:gd name="connsiteY11" fmla="*/ 13680 h 14547"/>
                      <a:gd name="connsiteX12" fmla="*/ 61487 w 91100"/>
                      <a:gd name="connsiteY12" fmla="*/ 13813 h 14547"/>
                      <a:gd name="connsiteX13" fmla="*/ 64368 w 91100"/>
                      <a:gd name="connsiteY13" fmla="*/ 13902 h 14547"/>
                      <a:gd name="connsiteX14" fmla="*/ 67206 w 91100"/>
                      <a:gd name="connsiteY14" fmla="*/ 14123 h 14547"/>
                      <a:gd name="connsiteX15" fmla="*/ 72614 w 91100"/>
                      <a:gd name="connsiteY15" fmla="*/ 14079 h 14547"/>
                      <a:gd name="connsiteX16" fmla="*/ 79707 w 91100"/>
                      <a:gd name="connsiteY16" fmla="*/ 13326 h 14547"/>
                      <a:gd name="connsiteX17" fmla="*/ 86534 w 91100"/>
                      <a:gd name="connsiteY17" fmla="*/ 11863 h 14547"/>
                      <a:gd name="connsiteX18" fmla="*/ 90967 w 91100"/>
                      <a:gd name="connsiteY18" fmla="*/ 10311 h 14547"/>
                      <a:gd name="connsiteX19" fmla="*/ 91100 w 91100"/>
                      <a:gd name="connsiteY19" fmla="*/ 10222 h 14547"/>
                      <a:gd name="connsiteX20" fmla="*/ 64723 w 91100"/>
                      <a:gd name="connsiteY20" fmla="*/ 1046 h 14547"/>
                      <a:gd name="connsiteX21" fmla="*/ 37327 w 91100"/>
                      <a:gd name="connsiteY21" fmla="*/ 1356 h 14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1100" h="14547">
                        <a:moveTo>
                          <a:pt x="37327" y="1356"/>
                        </a:moveTo>
                        <a:cubicBezTo>
                          <a:pt x="24692" y="3351"/>
                          <a:pt x="11304" y="6188"/>
                          <a:pt x="0" y="4060"/>
                        </a:cubicBezTo>
                        <a:cubicBezTo>
                          <a:pt x="576" y="5479"/>
                          <a:pt x="1551" y="6765"/>
                          <a:pt x="2881" y="7430"/>
                        </a:cubicBezTo>
                        <a:cubicBezTo>
                          <a:pt x="4522" y="8316"/>
                          <a:pt x="6118" y="9158"/>
                          <a:pt x="7714" y="9912"/>
                        </a:cubicBezTo>
                        <a:cubicBezTo>
                          <a:pt x="10019" y="10976"/>
                          <a:pt x="12324" y="11907"/>
                          <a:pt x="14718" y="12572"/>
                        </a:cubicBezTo>
                        <a:cubicBezTo>
                          <a:pt x="17112" y="13326"/>
                          <a:pt x="19639" y="13946"/>
                          <a:pt x="22343" y="14212"/>
                        </a:cubicBezTo>
                        <a:cubicBezTo>
                          <a:pt x="25845" y="14478"/>
                          <a:pt x="29657" y="14789"/>
                          <a:pt x="34091" y="14256"/>
                        </a:cubicBezTo>
                        <a:cubicBezTo>
                          <a:pt x="35420" y="14168"/>
                          <a:pt x="37016" y="14079"/>
                          <a:pt x="38745" y="13946"/>
                        </a:cubicBezTo>
                        <a:cubicBezTo>
                          <a:pt x="42203" y="13547"/>
                          <a:pt x="46060" y="13547"/>
                          <a:pt x="49872" y="13326"/>
                        </a:cubicBezTo>
                        <a:cubicBezTo>
                          <a:pt x="51734" y="13281"/>
                          <a:pt x="53508" y="13414"/>
                          <a:pt x="55236" y="13414"/>
                        </a:cubicBezTo>
                        <a:cubicBezTo>
                          <a:pt x="56079" y="13414"/>
                          <a:pt x="56921" y="13414"/>
                          <a:pt x="57675" y="13459"/>
                        </a:cubicBezTo>
                        <a:cubicBezTo>
                          <a:pt x="58384" y="13547"/>
                          <a:pt x="59049" y="13636"/>
                          <a:pt x="59669" y="13680"/>
                        </a:cubicBezTo>
                        <a:cubicBezTo>
                          <a:pt x="60334" y="13725"/>
                          <a:pt x="60955" y="13769"/>
                          <a:pt x="61487" y="13813"/>
                        </a:cubicBezTo>
                        <a:cubicBezTo>
                          <a:pt x="62462" y="13902"/>
                          <a:pt x="63393" y="13813"/>
                          <a:pt x="64368" y="13902"/>
                        </a:cubicBezTo>
                        <a:cubicBezTo>
                          <a:pt x="65344" y="14035"/>
                          <a:pt x="66275" y="14079"/>
                          <a:pt x="67206" y="14123"/>
                        </a:cubicBezTo>
                        <a:cubicBezTo>
                          <a:pt x="69067" y="14256"/>
                          <a:pt x="70841" y="13991"/>
                          <a:pt x="72614" y="14079"/>
                        </a:cubicBezTo>
                        <a:cubicBezTo>
                          <a:pt x="75052" y="14079"/>
                          <a:pt x="77357" y="13769"/>
                          <a:pt x="79707" y="13326"/>
                        </a:cubicBezTo>
                        <a:cubicBezTo>
                          <a:pt x="82012" y="12971"/>
                          <a:pt x="84273" y="12528"/>
                          <a:pt x="86534" y="11863"/>
                        </a:cubicBezTo>
                        <a:cubicBezTo>
                          <a:pt x="87997" y="11419"/>
                          <a:pt x="89504" y="10887"/>
                          <a:pt x="90967" y="10311"/>
                        </a:cubicBezTo>
                        <a:lnTo>
                          <a:pt x="91100" y="10222"/>
                        </a:lnTo>
                        <a:cubicBezTo>
                          <a:pt x="82677" y="6144"/>
                          <a:pt x="73767" y="2686"/>
                          <a:pt x="64723" y="1046"/>
                        </a:cubicBezTo>
                        <a:cubicBezTo>
                          <a:pt x="55901" y="-639"/>
                          <a:pt x="46326" y="-107"/>
                          <a:pt x="37327" y="135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10" name="Forme libre : forme 21209">
                    <a:extLst>
                      <a:ext uri="{FF2B5EF4-FFF2-40B4-BE49-F238E27FC236}">
                        <a16:creationId xmlns:a16="http://schemas.microsoft.com/office/drawing/2014/main" id="{90487BED-EE41-459A-8195-772448E91FE4}"/>
                      </a:ext>
                    </a:extLst>
                  </p:cNvPr>
                  <p:cNvSpPr/>
                  <p:nvPr/>
                </p:nvSpPr>
                <p:spPr>
                  <a:xfrm>
                    <a:off x="7103031" y="1150253"/>
                    <a:ext cx="44269" cy="12064"/>
                  </a:xfrm>
                  <a:custGeom>
                    <a:avLst/>
                    <a:gdLst>
                      <a:gd name="connsiteX0" fmla="*/ 44189 w 44269"/>
                      <a:gd name="connsiteY0" fmla="*/ 9799 h 12064"/>
                      <a:gd name="connsiteX1" fmla="*/ 34214 w 44269"/>
                      <a:gd name="connsiteY1" fmla="*/ 11927 h 12064"/>
                      <a:gd name="connsiteX2" fmla="*/ 26988 w 44269"/>
                      <a:gd name="connsiteY2" fmla="*/ 11750 h 12064"/>
                      <a:gd name="connsiteX3" fmla="*/ 21225 w 44269"/>
                      <a:gd name="connsiteY3" fmla="*/ 11705 h 12064"/>
                      <a:gd name="connsiteX4" fmla="*/ 8946 w 44269"/>
                      <a:gd name="connsiteY4" fmla="*/ 10730 h 12064"/>
                      <a:gd name="connsiteX5" fmla="*/ 35 w 44269"/>
                      <a:gd name="connsiteY5" fmla="*/ 6607 h 12064"/>
                      <a:gd name="connsiteX6" fmla="*/ 8148 w 44269"/>
                      <a:gd name="connsiteY6" fmla="*/ 1066 h 12064"/>
                      <a:gd name="connsiteX7" fmla="*/ 21447 w 44269"/>
                      <a:gd name="connsiteY7" fmla="*/ 135 h 12064"/>
                      <a:gd name="connsiteX8" fmla="*/ 27698 w 44269"/>
                      <a:gd name="connsiteY8" fmla="*/ 756 h 12064"/>
                      <a:gd name="connsiteX9" fmla="*/ 35721 w 44269"/>
                      <a:gd name="connsiteY9" fmla="*/ 2795 h 12064"/>
                      <a:gd name="connsiteX10" fmla="*/ 44189 w 44269"/>
                      <a:gd name="connsiteY10" fmla="*/ 9799 h 12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4269" h="12064">
                        <a:moveTo>
                          <a:pt x="44189" y="9799"/>
                        </a:moveTo>
                        <a:cubicBezTo>
                          <a:pt x="43568" y="11927"/>
                          <a:pt x="39046" y="12326"/>
                          <a:pt x="34214" y="11927"/>
                        </a:cubicBezTo>
                        <a:cubicBezTo>
                          <a:pt x="31776" y="11972"/>
                          <a:pt x="29249" y="11927"/>
                          <a:pt x="26988" y="11750"/>
                        </a:cubicBezTo>
                        <a:cubicBezTo>
                          <a:pt x="24727" y="11617"/>
                          <a:pt x="22600" y="11794"/>
                          <a:pt x="21225" y="11705"/>
                        </a:cubicBezTo>
                        <a:cubicBezTo>
                          <a:pt x="18477" y="11439"/>
                          <a:pt x="13423" y="11484"/>
                          <a:pt x="8946" y="10730"/>
                        </a:cubicBezTo>
                        <a:cubicBezTo>
                          <a:pt x="4468" y="10287"/>
                          <a:pt x="479" y="9134"/>
                          <a:pt x="35" y="6607"/>
                        </a:cubicBezTo>
                        <a:cubicBezTo>
                          <a:pt x="-408" y="4081"/>
                          <a:pt x="3404" y="2307"/>
                          <a:pt x="8148" y="1066"/>
                        </a:cubicBezTo>
                        <a:cubicBezTo>
                          <a:pt x="12936" y="135"/>
                          <a:pt x="18521" y="-219"/>
                          <a:pt x="21447" y="135"/>
                        </a:cubicBezTo>
                        <a:cubicBezTo>
                          <a:pt x="22910" y="268"/>
                          <a:pt x="25127" y="357"/>
                          <a:pt x="27698" y="756"/>
                        </a:cubicBezTo>
                        <a:cubicBezTo>
                          <a:pt x="30269" y="1288"/>
                          <a:pt x="33106" y="1997"/>
                          <a:pt x="35721" y="2795"/>
                        </a:cubicBezTo>
                        <a:cubicBezTo>
                          <a:pt x="40820" y="4967"/>
                          <a:pt x="44898" y="7405"/>
                          <a:pt x="44189" y="979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11" name="Forme libre : forme 21210">
                    <a:extLst>
                      <a:ext uri="{FF2B5EF4-FFF2-40B4-BE49-F238E27FC236}">
                        <a16:creationId xmlns:a16="http://schemas.microsoft.com/office/drawing/2014/main" id="{03EC61B5-0231-4E3D-B718-E78352FBC647}"/>
                      </a:ext>
                    </a:extLst>
                  </p:cNvPr>
                  <p:cNvSpPr/>
                  <p:nvPr/>
                </p:nvSpPr>
                <p:spPr>
                  <a:xfrm>
                    <a:off x="7102699" y="1151275"/>
                    <a:ext cx="30689" cy="10789"/>
                  </a:xfrm>
                  <a:custGeom>
                    <a:avLst/>
                    <a:gdLst>
                      <a:gd name="connsiteX0" fmla="*/ 9410 w 30689"/>
                      <a:gd name="connsiteY0" fmla="*/ 0 h 10789"/>
                      <a:gd name="connsiteX1" fmla="*/ 190 w 30689"/>
                      <a:gd name="connsiteY1" fmla="*/ 5630 h 10789"/>
                      <a:gd name="connsiteX2" fmla="*/ 9322 w 30689"/>
                      <a:gd name="connsiteY2" fmla="*/ 9708 h 10789"/>
                      <a:gd name="connsiteX3" fmla="*/ 21823 w 30689"/>
                      <a:gd name="connsiteY3" fmla="*/ 10728 h 10789"/>
                      <a:gd name="connsiteX4" fmla="*/ 26212 w 30689"/>
                      <a:gd name="connsiteY4" fmla="*/ 10684 h 10789"/>
                      <a:gd name="connsiteX5" fmla="*/ 30689 w 30689"/>
                      <a:gd name="connsiteY5" fmla="*/ 10772 h 10789"/>
                      <a:gd name="connsiteX6" fmla="*/ 26035 w 30689"/>
                      <a:gd name="connsiteY6" fmla="*/ 9797 h 10789"/>
                      <a:gd name="connsiteX7" fmla="*/ 9410 w 30689"/>
                      <a:gd name="connsiteY7" fmla="*/ 0 h 10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0689" h="10789">
                        <a:moveTo>
                          <a:pt x="9410" y="0"/>
                        </a:moveTo>
                        <a:cubicBezTo>
                          <a:pt x="6573" y="1108"/>
                          <a:pt x="-1318" y="2571"/>
                          <a:pt x="190" y="5630"/>
                        </a:cubicBezTo>
                        <a:cubicBezTo>
                          <a:pt x="1387" y="8068"/>
                          <a:pt x="5066" y="9265"/>
                          <a:pt x="9322" y="9708"/>
                        </a:cubicBezTo>
                        <a:cubicBezTo>
                          <a:pt x="13533" y="10506"/>
                          <a:pt x="18365" y="10373"/>
                          <a:pt x="21823" y="10728"/>
                        </a:cubicBezTo>
                        <a:cubicBezTo>
                          <a:pt x="22843" y="10772"/>
                          <a:pt x="24483" y="10772"/>
                          <a:pt x="26212" y="10684"/>
                        </a:cubicBezTo>
                        <a:cubicBezTo>
                          <a:pt x="27852" y="10772"/>
                          <a:pt x="29537" y="10817"/>
                          <a:pt x="30689" y="10772"/>
                        </a:cubicBezTo>
                        <a:cubicBezTo>
                          <a:pt x="29404" y="10551"/>
                          <a:pt x="27276" y="10196"/>
                          <a:pt x="26035" y="9797"/>
                        </a:cubicBezTo>
                        <a:cubicBezTo>
                          <a:pt x="19119" y="7581"/>
                          <a:pt x="10297" y="5586"/>
                          <a:pt x="9410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12" name="Forme libre : forme 21211">
                    <a:extLst>
                      <a:ext uri="{FF2B5EF4-FFF2-40B4-BE49-F238E27FC236}">
                        <a16:creationId xmlns:a16="http://schemas.microsoft.com/office/drawing/2014/main" id="{B12470CF-F06E-42E6-B921-54B887853425}"/>
                      </a:ext>
                    </a:extLst>
                  </p:cNvPr>
                  <p:cNvSpPr/>
                  <p:nvPr/>
                </p:nvSpPr>
                <p:spPr>
                  <a:xfrm>
                    <a:off x="7105536" y="1151629"/>
                    <a:ext cx="43840" cy="12294"/>
                  </a:xfrm>
                  <a:custGeom>
                    <a:avLst/>
                    <a:gdLst>
                      <a:gd name="connsiteX0" fmla="*/ 43546 w 43840"/>
                      <a:gd name="connsiteY0" fmla="*/ 10373 h 12294"/>
                      <a:gd name="connsiteX1" fmla="*/ 39556 w 43840"/>
                      <a:gd name="connsiteY1" fmla="*/ 12014 h 12294"/>
                      <a:gd name="connsiteX2" fmla="*/ 33128 w 43840"/>
                      <a:gd name="connsiteY2" fmla="*/ 12191 h 12294"/>
                      <a:gd name="connsiteX3" fmla="*/ 26257 w 43840"/>
                      <a:gd name="connsiteY3" fmla="*/ 11925 h 12294"/>
                      <a:gd name="connsiteX4" fmla="*/ 23242 w 43840"/>
                      <a:gd name="connsiteY4" fmla="*/ 11703 h 12294"/>
                      <a:gd name="connsiteX5" fmla="*/ 20671 w 43840"/>
                      <a:gd name="connsiteY5" fmla="*/ 11748 h 12294"/>
                      <a:gd name="connsiteX6" fmla="*/ 57 w 43840"/>
                      <a:gd name="connsiteY6" fmla="*/ 6251 h 12294"/>
                      <a:gd name="connsiteX7" fmla="*/ 8170 w 43840"/>
                      <a:gd name="connsiteY7" fmla="*/ 887 h 12294"/>
                      <a:gd name="connsiteX8" fmla="*/ 15529 w 43840"/>
                      <a:gd name="connsiteY8" fmla="*/ 0 h 12294"/>
                      <a:gd name="connsiteX9" fmla="*/ 21292 w 43840"/>
                      <a:gd name="connsiteY9" fmla="*/ 177 h 12294"/>
                      <a:gd name="connsiteX10" fmla="*/ 27542 w 43840"/>
                      <a:gd name="connsiteY10" fmla="*/ 975 h 12294"/>
                      <a:gd name="connsiteX11" fmla="*/ 35788 w 43840"/>
                      <a:gd name="connsiteY11" fmla="*/ 3325 h 12294"/>
                      <a:gd name="connsiteX12" fmla="*/ 42216 w 43840"/>
                      <a:gd name="connsiteY12" fmla="*/ 6827 h 12294"/>
                      <a:gd name="connsiteX13" fmla="*/ 43546 w 43840"/>
                      <a:gd name="connsiteY13" fmla="*/ 10373 h 12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3840" h="12294">
                        <a:moveTo>
                          <a:pt x="43546" y="10373"/>
                        </a:moveTo>
                        <a:cubicBezTo>
                          <a:pt x="42837" y="11393"/>
                          <a:pt x="41374" y="11881"/>
                          <a:pt x="39556" y="12014"/>
                        </a:cubicBezTo>
                        <a:cubicBezTo>
                          <a:pt x="37694" y="12324"/>
                          <a:pt x="35433" y="12368"/>
                          <a:pt x="33128" y="12191"/>
                        </a:cubicBezTo>
                        <a:cubicBezTo>
                          <a:pt x="30823" y="11925"/>
                          <a:pt x="28429" y="12102"/>
                          <a:pt x="26257" y="11925"/>
                        </a:cubicBezTo>
                        <a:cubicBezTo>
                          <a:pt x="25193" y="11836"/>
                          <a:pt x="24129" y="11792"/>
                          <a:pt x="23242" y="11703"/>
                        </a:cubicBezTo>
                        <a:cubicBezTo>
                          <a:pt x="22267" y="11703"/>
                          <a:pt x="21380" y="11703"/>
                          <a:pt x="20671" y="11748"/>
                        </a:cubicBezTo>
                        <a:cubicBezTo>
                          <a:pt x="14908" y="11171"/>
                          <a:pt x="1299" y="11304"/>
                          <a:pt x="57" y="6251"/>
                        </a:cubicBezTo>
                        <a:cubicBezTo>
                          <a:pt x="-519" y="3768"/>
                          <a:pt x="3338" y="1773"/>
                          <a:pt x="8170" y="887"/>
                        </a:cubicBezTo>
                        <a:cubicBezTo>
                          <a:pt x="10564" y="443"/>
                          <a:pt x="13179" y="177"/>
                          <a:pt x="15529" y="0"/>
                        </a:cubicBezTo>
                        <a:cubicBezTo>
                          <a:pt x="17878" y="0"/>
                          <a:pt x="19962" y="89"/>
                          <a:pt x="21292" y="177"/>
                        </a:cubicBezTo>
                        <a:cubicBezTo>
                          <a:pt x="22622" y="222"/>
                          <a:pt x="24927" y="355"/>
                          <a:pt x="27542" y="975"/>
                        </a:cubicBezTo>
                        <a:cubicBezTo>
                          <a:pt x="30158" y="1552"/>
                          <a:pt x="33217" y="2084"/>
                          <a:pt x="35788" y="3325"/>
                        </a:cubicBezTo>
                        <a:cubicBezTo>
                          <a:pt x="38404" y="4433"/>
                          <a:pt x="40797" y="5541"/>
                          <a:pt x="42216" y="6827"/>
                        </a:cubicBezTo>
                        <a:cubicBezTo>
                          <a:pt x="43635" y="8157"/>
                          <a:pt x="44255" y="9354"/>
                          <a:pt x="43546" y="1037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13" name="Forme libre : forme 21212">
                    <a:extLst>
                      <a:ext uri="{FF2B5EF4-FFF2-40B4-BE49-F238E27FC236}">
                        <a16:creationId xmlns:a16="http://schemas.microsoft.com/office/drawing/2014/main" id="{7F339E57-1F21-49D4-A3D2-FE8B388DB948}"/>
                      </a:ext>
                    </a:extLst>
                  </p:cNvPr>
                  <p:cNvSpPr/>
                  <p:nvPr/>
                </p:nvSpPr>
                <p:spPr>
                  <a:xfrm>
                    <a:off x="7081911" y="1148808"/>
                    <a:ext cx="54302" cy="21283"/>
                  </a:xfrm>
                  <a:custGeom>
                    <a:avLst/>
                    <a:gdLst>
                      <a:gd name="connsiteX0" fmla="*/ 851 w 54302"/>
                      <a:gd name="connsiteY0" fmla="*/ 12175 h 21283"/>
                      <a:gd name="connsiteX1" fmla="*/ 7545 w 54302"/>
                      <a:gd name="connsiteY1" fmla="*/ 16564 h 21283"/>
                      <a:gd name="connsiteX2" fmla="*/ 17165 w 54302"/>
                      <a:gd name="connsiteY2" fmla="*/ 19534 h 21283"/>
                      <a:gd name="connsiteX3" fmla="*/ 22130 w 54302"/>
                      <a:gd name="connsiteY3" fmla="*/ 20509 h 21283"/>
                      <a:gd name="connsiteX4" fmla="*/ 27716 w 54302"/>
                      <a:gd name="connsiteY4" fmla="*/ 21175 h 21283"/>
                      <a:gd name="connsiteX5" fmla="*/ 37779 w 54302"/>
                      <a:gd name="connsiteY5" fmla="*/ 21086 h 21283"/>
                      <a:gd name="connsiteX6" fmla="*/ 46822 w 54302"/>
                      <a:gd name="connsiteY6" fmla="*/ 19800 h 21283"/>
                      <a:gd name="connsiteX7" fmla="*/ 54270 w 54302"/>
                      <a:gd name="connsiteY7" fmla="*/ 14392 h 21283"/>
                      <a:gd name="connsiteX8" fmla="*/ 48285 w 54302"/>
                      <a:gd name="connsiteY8" fmla="*/ 10801 h 21283"/>
                      <a:gd name="connsiteX9" fmla="*/ 39108 w 54302"/>
                      <a:gd name="connsiteY9" fmla="*/ 7521 h 21283"/>
                      <a:gd name="connsiteX10" fmla="*/ 29533 w 54302"/>
                      <a:gd name="connsiteY10" fmla="*/ 4107 h 21283"/>
                      <a:gd name="connsiteX11" fmla="*/ 20357 w 54302"/>
                      <a:gd name="connsiteY11" fmla="*/ 694 h 21283"/>
                      <a:gd name="connsiteX12" fmla="*/ 9185 w 54302"/>
                      <a:gd name="connsiteY12" fmla="*/ 738 h 21283"/>
                      <a:gd name="connsiteX13" fmla="*/ 851 w 54302"/>
                      <a:gd name="connsiteY13" fmla="*/ 12175 h 21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02" h="21283">
                        <a:moveTo>
                          <a:pt x="851" y="12175"/>
                        </a:moveTo>
                        <a:cubicBezTo>
                          <a:pt x="2669" y="14746"/>
                          <a:pt x="3954" y="15411"/>
                          <a:pt x="7545" y="16564"/>
                        </a:cubicBezTo>
                        <a:cubicBezTo>
                          <a:pt x="10914" y="17584"/>
                          <a:pt x="13973" y="18648"/>
                          <a:pt x="17165" y="19534"/>
                        </a:cubicBezTo>
                        <a:cubicBezTo>
                          <a:pt x="18761" y="19933"/>
                          <a:pt x="20401" y="20288"/>
                          <a:pt x="22130" y="20509"/>
                        </a:cubicBezTo>
                        <a:cubicBezTo>
                          <a:pt x="23859" y="20864"/>
                          <a:pt x="25676" y="21086"/>
                          <a:pt x="27716" y="21175"/>
                        </a:cubicBezTo>
                        <a:cubicBezTo>
                          <a:pt x="31085" y="21219"/>
                          <a:pt x="34454" y="21440"/>
                          <a:pt x="37779" y="21086"/>
                        </a:cubicBezTo>
                        <a:cubicBezTo>
                          <a:pt x="41015" y="20864"/>
                          <a:pt x="44118" y="20554"/>
                          <a:pt x="46822" y="19800"/>
                        </a:cubicBezTo>
                        <a:cubicBezTo>
                          <a:pt x="50546" y="19135"/>
                          <a:pt x="54713" y="17318"/>
                          <a:pt x="54270" y="14392"/>
                        </a:cubicBezTo>
                        <a:cubicBezTo>
                          <a:pt x="53960" y="12574"/>
                          <a:pt x="50768" y="11998"/>
                          <a:pt x="48285" y="10801"/>
                        </a:cubicBezTo>
                        <a:cubicBezTo>
                          <a:pt x="45315" y="9560"/>
                          <a:pt x="42212" y="8717"/>
                          <a:pt x="39108" y="7521"/>
                        </a:cubicBezTo>
                        <a:cubicBezTo>
                          <a:pt x="35961" y="6634"/>
                          <a:pt x="32814" y="5526"/>
                          <a:pt x="29533" y="4107"/>
                        </a:cubicBezTo>
                        <a:cubicBezTo>
                          <a:pt x="26740" y="3043"/>
                          <a:pt x="23726" y="1625"/>
                          <a:pt x="20357" y="694"/>
                        </a:cubicBezTo>
                        <a:cubicBezTo>
                          <a:pt x="16987" y="-149"/>
                          <a:pt x="13264" y="-326"/>
                          <a:pt x="9185" y="738"/>
                        </a:cubicBezTo>
                        <a:cubicBezTo>
                          <a:pt x="1826" y="2999"/>
                          <a:pt x="-1765" y="8584"/>
                          <a:pt x="851" y="1217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14" name="Forme libre : forme 21213">
                    <a:extLst>
                      <a:ext uri="{FF2B5EF4-FFF2-40B4-BE49-F238E27FC236}">
                        <a16:creationId xmlns:a16="http://schemas.microsoft.com/office/drawing/2014/main" id="{46C817E0-2504-41F9-9573-F6121EA54AD8}"/>
                      </a:ext>
                    </a:extLst>
                  </p:cNvPr>
                  <p:cNvSpPr/>
                  <p:nvPr/>
                </p:nvSpPr>
                <p:spPr>
                  <a:xfrm>
                    <a:off x="7092446" y="1147078"/>
                    <a:ext cx="18371" cy="7481"/>
                  </a:xfrm>
                  <a:custGeom>
                    <a:avLst/>
                    <a:gdLst>
                      <a:gd name="connsiteX0" fmla="*/ 1532 w 18371"/>
                      <a:gd name="connsiteY0" fmla="*/ 5127 h 7481"/>
                      <a:gd name="connsiteX1" fmla="*/ 25 w 18371"/>
                      <a:gd name="connsiteY1" fmla="*/ 6590 h 7481"/>
                      <a:gd name="connsiteX2" fmla="*/ 1576 w 18371"/>
                      <a:gd name="connsiteY2" fmla="*/ 7477 h 7481"/>
                      <a:gd name="connsiteX3" fmla="*/ 4946 w 18371"/>
                      <a:gd name="connsiteY3" fmla="*/ 6989 h 7481"/>
                      <a:gd name="connsiteX4" fmla="*/ 13102 w 18371"/>
                      <a:gd name="connsiteY4" fmla="*/ 4906 h 7481"/>
                      <a:gd name="connsiteX5" fmla="*/ 16028 w 18371"/>
                      <a:gd name="connsiteY5" fmla="*/ 3886 h 7481"/>
                      <a:gd name="connsiteX6" fmla="*/ 13812 w 18371"/>
                      <a:gd name="connsiteY6" fmla="*/ 162 h 7481"/>
                      <a:gd name="connsiteX7" fmla="*/ 1532 w 18371"/>
                      <a:gd name="connsiteY7" fmla="*/ 5127 h 7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371" h="7481">
                        <a:moveTo>
                          <a:pt x="1532" y="5127"/>
                        </a:moveTo>
                        <a:cubicBezTo>
                          <a:pt x="734" y="5615"/>
                          <a:pt x="202" y="5970"/>
                          <a:pt x="25" y="6590"/>
                        </a:cubicBezTo>
                        <a:cubicBezTo>
                          <a:pt x="-153" y="7167"/>
                          <a:pt x="645" y="7432"/>
                          <a:pt x="1576" y="7477"/>
                        </a:cubicBezTo>
                        <a:cubicBezTo>
                          <a:pt x="2552" y="7521"/>
                          <a:pt x="3882" y="7255"/>
                          <a:pt x="4946" y="6989"/>
                        </a:cubicBezTo>
                        <a:cubicBezTo>
                          <a:pt x="7561" y="6324"/>
                          <a:pt x="10354" y="5571"/>
                          <a:pt x="13102" y="4906"/>
                        </a:cubicBezTo>
                        <a:cubicBezTo>
                          <a:pt x="14166" y="4595"/>
                          <a:pt x="15186" y="4329"/>
                          <a:pt x="16028" y="3886"/>
                        </a:cubicBezTo>
                        <a:cubicBezTo>
                          <a:pt x="19530" y="1935"/>
                          <a:pt x="19353" y="-680"/>
                          <a:pt x="13812" y="162"/>
                        </a:cubicBezTo>
                        <a:cubicBezTo>
                          <a:pt x="9467" y="650"/>
                          <a:pt x="4724" y="3088"/>
                          <a:pt x="1532" y="512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15" name="Forme libre : forme 21214">
                    <a:extLst>
                      <a:ext uri="{FF2B5EF4-FFF2-40B4-BE49-F238E27FC236}">
                        <a16:creationId xmlns:a16="http://schemas.microsoft.com/office/drawing/2014/main" id="{D9C273EE-697D-49E9-9714-A060893730DC}"/>
                      </a:ext>
                    </a:extLst>
                  </p:cNvPr>
                  <p:cNvSpPr/>
                  <p:nvPr/>
                </p:nvSpPr>
                <p:spPr>
                  <a:xfrm>
                    <a:off x="7132856" y="1168342"/>
                    <a:ext cx="27884" cy="4521"/>
                  </a:xfrm>
                  <a:custGeom>
                    <a:avLst/>
                    <a:gdLst>
                      <a:gd name="connsiteX0" fmla="*/ 27884 w 27884"/>
                      <a:gd name="connsiteY0" fmla="*/ 0 h 4521"/>
                      <a:gd name="connsiteX1" fmla="*/ 14319 w 27884"/>
                      <a:gd name="connsiteY1" fmla="*/ 3192 h 4521"/>
                      <a:gd name="connsiteX2" fmla="*/ 6605 w 27884"/>
                      <a:gd name="connsiteY2" fmla="*/ 3768 h 4521"/>
                      <a:gd name="connsiteX3" fmla="*/ 0 w 27884"/>
                      <a:gd name="connsiteY3" fmla="*/ 4522 h 4521"/>
                      <a:gd name="connsiteX4" fmla="*/ 27884 w 27884"/>
                      <a:gd name="connsiteY4" fmla="*/ 0 h 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84" h="4521">
                        <a:moveTo>
                          <a:pt x="27884" y="0"/>
                        </a:moveTo>
                        <a:cubicBezTo>
                          <a:pt x="24692" y="2305"/>
                          <a:pt x="19594" y="2571"/>
                          <a:pt x="14319" y="3192"/>
                        </a:cubicBezTo>
                        <a:cubicBezTo>
                          <a:pt x="11703" y="3414"/>
                          <a:pt x="9043" y="3414"/>
                          <a:pt x="6605" y="3768"/>
                        </a:cubicBezTo>
                        <a:cubicBezTo>
                          <a:pt x="4167" y="4079"/>
                          <a:pt x="1862" y="3990"/>
                          <a:pt x="0" y="4522"/>
                        </a:cubicBezTo>
                        <a:cubicBezTo>
                          <a:pt x="7714" y="3281"/>
                          <a:pt x="18708" y="1507"/>
                          <a:pt x="278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16" name="Forme libre : forme 21215">
                    <a:extLst>
                      <a:ext uri="{FF2B5EF4-FFF2-40B4-BE49-F238E27FC236}">
                        <a16:creationId xmlns:a16="http://schemas.microsoft.com/office/drawing/2014/main" id="{5F386373-ABEC-4099-AEBA-CE734B136432}"/>
                      </a:ext>
                    </a:extLst>
                  </p:cNvPr>
                  <p:cNvSpPr/>
                  <p:nvPr/>
                </p:nvSpPr>
                <p:spPr>
                  <a:xfrm>
                    <a:off x="7071680" y="1140015"/>
                    <a:ext cx="30322" cy="18042"/>
                  </a:xfrm>
                  <a:custGeom>
                    <a:avLst/>
                    <a:gdLst>
                      <a:gd name="connsiteX0" fmla="*/ 30322 w 30322"/>
                      <a:gd name="connsiteY0" fmla="*/ 0 h 18042"/>
                      <a:gd name="connsiteX1" fmla="*/ 0 w 30322"/>
                      <a:gd name="connsiteY1" fmla="*/ 18043 h 18042"/>
                      <a:gd name="connsiteX2" fmla="*/ 30322 w 30322"/>
                      <a:gd name="connsiteY2" fmla="*/ 0 h 180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322" h="18042">
                        <a:moveTo>
                          <a:pt x="30322" y="0"/>
                        </a:moveTo>
                        <a:cubicBezTo>
                          <a:pt x="16713" y="2483"/>
                          <a:pt x="6517" y="10506"/>
                          <a:pt x="0" y="18043"/>
                        </a:cubicBezTo>
                        <a:cubicBezTo>
                          <a:pt x="5719" y="10595"/>
                          <a:pt x="18974" y="3502"/>
                          <a:pt x="3032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17" name="Forme libre : forme 21216">
                    <a:extLst>
                      <a:ext uri="{FF2B5EF4-FFF2-40B4-BE49-F238E27FC236}">
                        <a16:creationId xmlns:a16="http://schemas.microsoft.com/office/drawing/2014/main" id="{9BE579B4-A4D0-47A5-AB72-FA0C7EBFB739}"/>
                      </a:ext>
                    </a:extLst>
                  </p:cNvPr>
                  <p:cNvSpPr/>
                  <p:nvPr/>
                </p:nvSpPr>
                <p:spPr>
                  <a:xfrm>
                    <a:off x="7121035" y="1151531"/>
                    <a:ext cx="16780" cy="5075"/>
                  </a:xfrm>
                  <a:custGeom>
                    <a:avLst/>
                    <a:gdLst>
                      <a:gd name="connsiteX0" fmla="*/ 16565 w 16780"/>
                      <a:gd name="connsiteY0" fmla="*/ 4487 h 5075"/>
                      <a:gd name="connsiteX1" fmla="*/ 6723 w 16780"/>
                      <a:gd name="connsiteY1" fmla="*/ 3955 h 5075"/>
                      <a:gd name="connsiteX2" fmla="*/ 162 w 16780"/>
                      <a:gd name="connsiteY2" fmla="*/ 896 h 5075"/>
                      <a:gd name="connsiteX3" fmla="*/ 9693 w 16780"/>
                      <a:gd name="connsiteY3" fmla="*/ 763 h 5075"/>
                      <a:gd name="connsiteX4" fmla="*/ 16565 w 16780"/>
                      <a:gd name="connsiteY4" fmla="*/ 4487 h 5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80" h="5075">
                        <a:moveTo>
                          <a:pt x="16565" y="4487"/>
                        </a:moveTo>
                        <a:cubicBezTo>
                          <a:pt x="15146" y="6039"/>
                          <a:pt x="8807" y="4044"/>
                          <a:pt x="6723" y="3955"/>
                        </a:cubicBezTo>
                        <a:cubicBezTo>
                          <a:pt x="4728" y="3645"/>
                          <a:pt x="-1035" y="2536"/>
                          <a:pt x="162" y="896"/>
                        </a:cubicBezTo>
                        <a:cubicBezTo>
                          <a:pt x="1448" y="-744"/>
                          <a:pt x="7742" y="276"/>
                          <a:pt x="9693" y="763"/>
                        </a:cubicBezTo>
                        <a:cubicBezTo>
                          <a:pt x="11644" y="1295"/>
                          <a:pt x="18027" y="3068"/>
                          <a:pt x="16565" y="448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18" name="Forme libre : forme 21217">
                    <a:extLst>
                      <a:ext uri="{FF2B5EF4-FFF2-40B4-BE49-F238E27FC236}">
                        <a16:creationId xmlns:a16="http://schemas.microsoft.com/office/drawing/2014/main" id="{379B186F-0150-4E69-A1A1-8201939E6421}"/>
                      </a:ext>
                    </a:extLst>
                  </p:cNvPr>
                  <p:cNvSpPr/>
                  <p:nvPr/>
                </p:nvSpPr>
                <p:spPr>
                  <a:xfrm>
                    <a:off x="7135515" y="1154728"/>
                    <a:ext cx="4700" cy="1878"/>
                  </a:xfrm>
                  <a:custGeom>
                    <a:avLst/>
                    <a:gdLst>
                      <a:gd name="connsiteX0" fmla="*/ 4700 w 4700"/>
                      <a:gd name="connsiteY0" fmla="*/ 1468 h 1878"/>
                      <a:gd name="connsiteX1" fmla="*/ 2395 w 4700"/>
                      <a:gd name="connsiteY1" fmla="*/ 1689 h 1878"/>
                      <a:gd name="connsiteX2" fmla="*/ 1 w 4700"/>
                      <a:gd name="connsiteY2" fmla="*/ 537 h 1878"/>
                      <a:gd name="connsiteX3" fmla="*/ 2262 w 4700"/>
                      <a:gd name="connsiteY3" fmla="*/ 93 h 1878"/>
                      <a:gd name="connsiteX4" fmla="*/ 4700 w 4700"/>
                      <a:gd name="connsiteY4" fmla="*/ 1468 h 1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00" h="1878">
                        <a:moveTo>
                          <a:pt x="4700" y="1468"/>
                        </a:moveTo>
                        <a:cubicBezTo>
                          <a:pt x="4700" y="2133"/>
                          <a:pt x="3193" y="1822"/>
                          <a:pt x="2395" y="1689"/>
                        </a:cubicBezTo>
                        <a:cubicBezTo>
                          <a:pt x="1597" y="1556"/>
                          <a:pt x="45" y="1202"/>
                          <a:pt x="1" y="537"/>
                        </a:cubicBezTo>
                        <a:cubicBezTo>
                          <a:pt x="-43" y="-128"/>
                          <a:pt x="1464" y="-39"/>
                          <a:pt x="2262" y="93"/>
                        </a:cubicBezTo>
                        <a:cubicBezTo>
                          <a:pt x="3104" y="182"/>
                          <a:pt x="4700" y="847"/>
                          <a:pt x="4700" y="14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19" name="Forme libre : forme 21218">
                    <a:extLst>
                      <a:ext uri="{FF2B5EF4-FFF2-40B4-BE49-F238E27FC236}">
                        <a16:creationId xmlns:a16="http://schemas.microsoft.com/office/drawing/2014/main" id="{8D5BDEBA-1E23-459B-9612-5EA62F49593F}"/>
                      </a:ext>
                    </a:extLst>
                  </p:cNvPr>
                  <p:cNvSpPr/>
                  <p:nvPr/>
                </p:nvSpPr>
                <p:spPr>
                  <a:xfrm>
                    <a:off x="7120907" y="1140781"/>
                    <a:ext cx="39695" cy="24542"/>
                  </a:xfrm>
                  <a:custGeom>
                    <a:avLst/>
                    <a:gdLst>
                      <a:gd name="connsiteX0" fmla="*/ 32696 w 39695"/>
                      <a:gd name="connsiteY0" fmla="*/ 12577 h 24542"/>
                      <a:gd name="connsiteX1" fmla="*/ 39656 w 39695"/>
                      <a:gd name="connsiteY1" fmla="*/ 22906 h 24542"/>
                      <a:gd name="connsiteX2" fmla="*/ 35932 w 39695"/>
                      <a:gd name="connsiteY2" fmla="*/ 24192 h 24542"/>
                      <a:gd name="connsiteX3" fmla="*/ 32031 w 39695"/>
                      <a:gd name="connsiteY3" fmla="*/ 20867 h 24542"/>
                      <a:gd name="connsiteX4" fmla="*/ 26534 w 39695"/>
                      <a:gd name="connsiteY4" fmla="*/ 15326 h 24542"/>
                      <a:gd name="connsiteX5" fmla="*/ 19486 w 39695"/>
                      <a:gd name="connsiteY5" fmla="*/ 10582 h 24542"/>
                      <a:gd name="connsiteX6" fmla="*/ 14698 w 39695"/>
                      <a:gd name="connsiteY6" fmla="*/ 8676 h 24542"/>
                      <a:gd name="connsiteX7" fmla="*/ 7472 w 39695"/>
                      <a:gd name="connsiteY7" fmla="*/ 6327 h 24542"/>
                      <a:gd name="connsiteX8" fmla="*/ 423 w 39695"/>
                      <a:gd name="connsiteY8" fmla="*/ 1672 h 24542"/>
                      <a:gd name="connsiteX9" fmla="*/ 11905 w 39695"/>
                      <a:gd name="connsiteY9" fmla="*/ 386 h 24542"/>
                      <a:gd name="connsiteX10" fmla="*/ 19220 w 39695"/>
                      <a:gd name="connsiteY10" fmla="*/ 2204 h 24542"/>
                      <a:gd name="connsiteX11" fmla="*/ 24273 w 39695"/>
                      <a:gd name="connsiteY11" fmla="*/ 4553 h 24542"/>
                      <a:gd name="connsiteX12" fmla="*/ 29238 w 39695"/>
                      <a:gd name="connsiteY12" fmla="*/ 8499 h 24542"/>
                      <a:gd name="connsiteX13" fmla="*/ 32696 w 39695"/>
                      <a:gd name="connsiteY13" fmla="*/ 12577 h 24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9695" h="24542">
                        <a:moveTo>
                          <a:pt x="32696" y="12577"/>
                        </a:moveTo>
                        <a:cubicBezTo>
                          <a:pt x="36331" y="16124"/>
                          <a:pt x="38636" y="19005"/>
                          <a:pt x="39656" y="22906"/>
                        </a:cubicBezTo>
                        <a:cubicBezTo>
                          <a:pt x="40011" y="24369"/>
                          <a:pt x="37883" y="24990"/>
                          <a:pt x="35932" y="24192"/>
                        </a:cubicBezTo>
                        <a:cubicBezTo>
                          <a:pt x="33982" y="23305"/>
                          <a:pt x="33095" y="22064"/>
                          <a:pt x="32031" y="20867"/>
                        </a:cubicBezTo>
                        <a:cubicBezTo>
                          <a:pt x="30391" y="18917"/>
                          <a:pt x="28573" y="17099"/>
                          <a:pt x="26534" y="15326"/>
                        </a:cubicBezTo>
                        <a:cubicBezTo>
                          <a:pt x="24406" y="13730"/>
                          <a:pt x="22057" y="12178"/>
                          <a:pt x="19486" y="10582"/>
                        </a:cubicBezTo>
                        <a:cubicBezTo>
                          <a:pt x="18732" y="10006"/>
                          <a:pt x="16870" y="9474"/>
                          <a:pt x="14698" y="8676"/>
                        </a:cubicBezTo>
                        <a:cubicBezTo>
                          <a:pt x="12526" y="7967"/>
                          <a:pt x="9866" y="6859"/>
                          <a:pt x="7472" y="6327"/>
                        </a:cubicBezTo>
                        <a:cubicBezTo>
                          <a:pt x="2728" y="4997"/>
                          <a:pt x="-1350" y="3401"/>
                          <a:pt x="423" y="1672"/>
                        </a:cubicBezTo>
                        <a:cubicBezTo>
                          <a:pt x="2241" y="32"/>
                          <a:pt x="6896" y="-412"/>
                          <a:pt x="11905" y="386"/>
                        </a:cubicBezTo>
                        <a:cubicBezTo>
                          <a:pt x="14432" y="874"/>
                          <a:pt x="17003" y="1539"/>
                          <a:pt x="19220" y="2204"/>
                        </a:cubicBezTo>
                        <a:cubicBezTo>
                          <a:pt x="21436" y="2913"/>
                          <a:pt x="23121" y="3888"/>
                          <a:pt x="24273" y="4553"/>
                        </a:cubicBezTo>
                        <a:cubicBezTo>
                          <a:pt x="26534" y="5928"/>
                          <a:pt x="27997" y="7213"/>
                          <a:pt x="29238" y="8499"/>
                        </a:cubicBezTo>
                        <a:cubicBezTo>
                          <a:pt x="30391" y="9873"/>
                          <a:pt x="31366" y="11203"/>
                          <a:pt x="32696" y="1257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69" name="Graphique 2">
                  <a:extLst>
                    <a:ext uri="{FF2B5EF4-FFF2-40B4-BE49-F238E27FC236}">
                      <a16:creationId xmlns:a16="http://schemas.microsoft.com/office/drawing/2014/main" id="{38001617-B3FE-47E5-AEE6-C66B9FC9C764}"/>
                    </a:ext>
                  </a:extLst>
                </p:cNvPr>
                <p:cNvGrpSpPr/>
                <p:nvPr/>
              </p:nvGrpSpPr>
              <p:grpSpPr>
                <a:xfrm>
                  <a:off x="7163708" y="1162317"/>
                  <a:ext cx="83779" cy="61929"/>
                  <a:chOff x="7163708" y="1162317"/>
                  <a:chExt cx="83779" cy="61929"/>
                </a:xfrm>
                <a:solidFill>
                  <a:schemeClr val="accent1"/>
                </a:solidFill>
              </p:grpSpPr>
              <p:sp>
                <p:nvSpPr>
                  <p:cNvPr id="21196" name="Forme libre : forme 21195">
                    <a:extLst>
                      <a:ext uri="{FF2B5EF4-FFF2-40B4-BE49-F238E27FC236}">
                        <a16:creationId xmlns:a16="http://schemas.microsoft.com/office/drawing/2014/main" id="{A13CECA6-59B5-44E0-B805-4190616EA038}"/>
                      </a:ext>
                    </a:extLst>
                  </p:cNvPr>
                  <p:cNvSpPr/>
                  <p:nvPr/>
                </p:nvSpPr>
                <p:spPr>
                  <a:xfrm>
                    <a:off x="7163714" y="1162317"/>
                    <a:ext cx="83773" cy="61929"/>
                  </a:xfrm>
                  <a:custGeom>
                    <a:avLst/>
                    <a:gdLst>
                      <a:gd name="connsiteX0" fmla="*/ 45702 w 83773"/>
                      <a:gd name="connsiteY0" fmla="*/ 55055 h 61929"/>
                      <a:gd name="connsiteX1" fmla="*/ 18527 w 83773"/>
                      <a:gd name="connsiteY1" fmla="*/ 36436 h 61929"/>
                      <a:gd name="connsiteX2" fmla="*/ 263 w 83773"/>
                      <a:gd name="connsiteY2" fmla="*/ 9439 h 61929"/>
                      <a:gd name="connsiteX3" fmla="*/ 5405 w 83773"/>
                      <a:gd name="connsiteY3" fmla="*/ 794 h 61929"/>
                      <a:gd name="connsiteX4" fmla="*/ 39052 w 83773"/>
                      <a:gd name="connsiteY4" fmla="*/ 7887 h 61929"/>
                      <a:gd name="connsiteX5" fmla="*/ 63967 w 83773"/>
                      <a:gd name="connsiteY5" fmla="*/ 25087 h 61929"/>
                      <a:gd name="connsiteX6" fmla="*/ 70838 w 83773"/>
                      <a:gd name="connsiteY6" fmla="*/ 30939 h 61929"/>
                      <a:gd name="connsiteX7" fmla="*/ 73365 w 83773"/>
                      <a:gd name="connsiteY7" fmla="*/ 33821 h 61929"/>
                      <a:gd name="connsiteX8" fmla="*/ 75359 w 83773"/>
                      <a:gd name="connsiteY8" fmla="*/ 36525 h 61929"/>
                      <a:gd name="connsiteX9" fmla="*/ 77798 w 83773"/>
                      <a:gd name="connsiteY9" fmla="*/ 41844 h 61929"/>
                      <a:gd name="connsiteX10" fmla="*/ 80458 w 83773"/>
                      <a:gd name="connsiteY10" fmla="*/ 47474 h 61929"/>
                      <a:gd name="connsiteX11" fmla="*/ 82807 w 83773"/>
                      <a:gd name="connsiteY11" fmla="*/ 57493 h 61929"/>
                      <a:gd name="connsiteX12" fmla="*/ 75271 w 83773"/>
                      <a:gd name="connsiteY12" fmla="*/ 61350 h 61929"/>
                      <a:gd name="connsiteX13" fmla="*/ 70040 w 83773"/>
                      <a:gd name="connsiteY13" fmla="*/ 61882 h 61929"/>
                      <a:gd name="connsiteX14" fmla="*/ 67380 w 83773"/>
                      <a:gd name="connsiteY14" fmla="*/ 61793 h 61929"/>
                      <a:gd name="connsiteX15" fmla="*/ 64986 w 83773"/>
                      <a:gd name="connsiteY15" fmla="*/ 61660 h 61929"/>
                      <a:gd name="connsiteX16" fmla="*/ 45702 w 83773"/>
                      <a:gd name="connsiteY16" fmla="*/ 55055 h 6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3773" h="61929">
                        <a:moveTo>
                          <a:pt x="45702" y="55055"/>
                        </a:moveTo>
                        <a:cubicBezTo>
                          <a:pt x="38476" y="50888"/>
                          <a:pt x="24689" y="41135"/>
                          <a:pt x="18527" y="36436"/>
                        </a:cubicBezTo>
                        <a:cubicBezTo>
                          <a:pt x="6868" y="27570"/>
                          <a:pt x="3499" y="19635"/>
                          <a:pt x="263" y="9439"/>
                        </a:cubicBezTo>
                        <a:cubicBezTo>
                          <a:pt x="-845" y="5892"/>
                          <a:pt x="1681" y="1459"/>
                          <a:pt x="5405" y="794"/>
                        </a:cubicBezTo>
                        <a:cubicBezTo>
                          <a:pt x="16178" y="-1201"/>
                          <a:pt x="26595" y="351"/>
                          <a:pt x="39052" y="7887"/>
                        </a:cubicBezTo>
                        <a:cubicBezTo>
                          <a:pt x="45746" y="11921"/>
                          <a:pt x="58071" y="20787"/>
                          <a:pt x="63967" y="25087"/>
                        </a:cubicBezTo>
                        <a:cubicBezTo>
                          <a:pt x="66715" y="27038"/>
                          <a:pt x="69020" y="29121"/>
                          <a:pt x="70838" y="30939"/>
                        </a:cubicBezTo>
                        <a:cubicBezTo>
                          <a:pt x="71769" y="31870"/>
                          <a:pt x="72611" y="32845"/>
                          <a:pt x="73365" y="33821"/>
                        </a:cubicBezTo>
                        <a:cubicBezTo>
                          <a:pt x="74074" y="34663"/>
                          <a:pt x="74739" y="35594"/>
                          <a:pt x="75359" y="36525"/>
                        </a:cubicBezTo>
                        <a:cubicBezTo>
                          <a:pt x="76556" y="38520"/>
                          <a:pt x="77842" y="40248"/>
                          <a:pt x="77798" y="41844"/>
                        </a:cubicBezTo>
                        <a:cubicBezTo>
                          <a:pt x="78152" y="43573"/>
                          <a:pt x="79039" y="45347"/>
                          <a:pt x="80458" y="47474"/>
                        </a:cubicBezTo>
                        <a:cubicBezTo>
                          <a:pt x="82319" y="50179"/>
                          <a:pt x="85334" y="54745"/>
                          <a:pt x="82807" y="57493"/>
                        </a:cubicBezTo>
                        <a:cubicBezTo>
                          <a:pt x="80901" y="59488"/>
                          <a:pt x="78463" y="60463"/>
                          <a:pt x="75271" y="61350"/>
                        </a:cubicBezTo>
                        <a:cubicBezTo>
                          <a:pt x="73675" y="61882"/>
                          <a:pt x="71946" y="62015"/>
                          <a:pt x="70040" y="61882"/>
                        </a:cubicBezTo>
                        <a:cubicBezTo>
                          <a:pt x="69020" y="61838"/>
                          <a:pt x="68089" y="61793"/>
                          <a:pt x="67380" y="61793"/>
                        </a:cubicBezTo>
                        <a:cubicBezTo>
                          <a:pt x="66582" y="61793"/>
                          <a:pt x="65695" y="61749"/>
                          <a:pt x="64986" y="61660"/>
                        </a:cubicBezTo>
                        <a:cubicBezTo>
                          <a:pt x="58868" y="61128"/>
                          <a:pt x="52174" y="58912"/>
                          <a:pt x="45702" y="5505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97" name="Forme libre : forme 21196">
                    <a:extLst>
                      <a:ext uri="{FF2B5EF4-FFF2-40B4-BE49-F238E27FC236}">
                        <a16:creationId xmlns:a16="http://schemas.microsoft.com/office/drawing/2014/main" id="{BF761945-1C63-46C9-A267-28B013155A03}"/>
                      </a:ext>
                    </a:extLst>
                  </p:cNvPr>
                  <p:cNvSpPr/>
                  <p:nvPr/>
                </p:nvSpPr>
                <p:spPr>
                  <a:xfrm>
                    <a:off x="7163708" y="1167189"/>
                    <a:ext cx="82856" cy="56871"/>
                  </a:xfrm>
                  <a:custGeom>
                    <a:avLst/>
                    <a:gdLst>
                      <a:gd name="connsiteX0" fmla="*/ 29704 w 82856"/>
                      <a:gd name="connsiteY0" fmla="*/ 23983 h 56871"/>
                      <a:gd name="connsiteX1" fmla="*/ 578 w 82856"/>
                      <a:gd name="connsiteY1" fmla="*/ 0 h 56871"/>
                      <a:gd name="connsiteX2" fmla="*/ 268 w 82856"/>
                      <a:gd name="connsiteY2" fmla="*/ 4477 h 56871"/>
                      <a:gd name="connsiteX3" fmla="*/ 1997 w 82856"/>
                      <a:gd name="connsiteY3" fmla="*/ 9576 h 56871"/>
                      <a:gd name="connsiteX4" fmla="*/ 9533 w 82856"/>
                      <a:gd name="connsiteY4" fmla="*/ 22963 h 56871"/>
                      <a:gd name="connsiteX5" fmla="*/ 18577 w 82856"/>
                      <a:gd name="connsiteY5" fmla="*/ 31475 h 56871"/>
                      <a:gd name="connsiteX6" fmla="*/ 22700 w 82856"/>
                      <a:gd name="connsiteY6" fmla="*/ 34534 h 56871"/>
                      <a:gd name="connsiteX7" fmla="*/ 43535 w 82856"/>
                      <a:gd name="connsiteY7" fmla="*/ 48764 h 56871"/>
                      <a:gd name="connsiteX8" fmla="*/ 45752 w 82856"/>
                      <a:gd name="connsiteY8" fmla="*/ 50094 h 56871"/>
                      <a:gd name="connsiteX9" fmla="*/ 59539 w 82856"/>
                      <a:gd name="connsiteY9" fmla="*/ 55813 h 56871"/>
                      <a:gd name="connsiteX10" fmla="*/ 68759 w 82856"/>
                      <a:gd name="connsiteY10" fmla="*/ 56788 h 56871"/>
                      <a:gd name="connsiteX11" fmla="*/ 74035 w 82856"/>
                      <a:gd name="connsiteY11" fmla="*/ 56655 h 56871"/>
                      <a:gd name="connsiteX12" fmla="*/ 78468 w 82856"/>
                      <a:gd name="connsiteY12" fmla="*/ 55325 h 56871"/>
                      <a:gd name="connsiteX13" fmla="*/ 80818 w 82856"/>
                      <a:gd name="connsiteY13" fmla="*/ 54217 h 56871"/>
                      <a:gd name="connsiteX14" fmla="*/ 82768 w 82856"/>
                      <a:gd name="connsiteY14" fmla="*/ 52532 h 56871"/>
                      <a:gd name="connsiteX15" fmla="*/ 82857 w 82856"/>
                      <a:gd name="connsiteY15" fmla="*/ 52399 h 56871"/>
                      <a:gd name="connsiteX16" fmla="*/ 80685 w 82856"/>
                      <a:gd name="connsiteY16" fmla="*/ 52355 h 56871"/>
                      <a:gd name="connsiteX17" fmla="*/ 78557 w 82856"/>
                      <a:gd name="connsiteY17" fmla="*/ 51912 h 56871"/>
                      <a:gd name="connsiteX18" fmla="*/ 74301 w 82856"/>
                      <a:gd name="connsiteY18" fmla="*/ 50892 h 56871"/>
                      <a:gd name="connsiteX19" fmla="*/ 66853 w 82856"/>
                      <a:gd name="connsiteY19" fmla="*/ 47567 h 56871"/>
                      <a:gd name="connsiteX20" fmla="*/ 60248 w 82856"/>
                      <a:gd name="connsiteY20" fmla="*/ 43799 h 56871"/>
                      <a:gd name="connsiteX21" fmla="*/ 53953 w 82856"/>
                      <a:gd name="connsiteY21" fmla="*/ 39809 h 56871"/>
                      <a:gd name="connsiteX22" fmla="*/ 29704 w 82856"/>
                      <a:gd name="connsiteY22" fmla="*/ 23983 h 56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2856" h="56871">
                        <a:moveTo>
                          <a:pt x="29704" y="23983"/>
                        </a:moveTo>
                        <a:cubicBezTo>
                          <a:pt x="18488" y="17067"/>
                          <a:pt x="7184" y="9265"/>
                          <a:pt x="578" y="0"/>
                        </a:cubicBezTo>
                        <a:cubicBezTo>
                          <a:pt x="2" y="1418"/>
                          <a:pt x="-220" y="3014"/>
                          <a:pt x="268" y="4477"/>
                        </a:cubicBezTo>
                        <a:cubicBezTo>
                          <a:pt x="800" y="6251"/>
                          <a:pt x="1376" y="7935"/>
                          <a:pt x="1997" y="9576"/>
                        </a:cubicBezTo>
                        <a:cubicBezTo>
                          <a:pt x="3770" y="14275"/>
                          <a:pt x="5943" y="18708"/>
                          <a:pt x="9533" y="22963"/>
                        </a:cubicBezTo>
                        <a:cubicBezTo>
                          <a:pt x="11839" y="25756"/>
                          <a:pt x="14764" y="28505"/>
                          <a:pt x="18577" y="31475"/>
                        </a:cubicBezTo>
                        <a:cubicBezTo>
                          <a:pt x="19774" y="32362"/>
                          <a:pt x="21148" y="33381"/>
                          <a:pt x="22700" y="34534"/>
                        </a:cubicBezTo>
                        <a:cubicBezTo>
                          <a:pt x="28773" y="38967"/>
                          <a:pt x="37551" y="45040"/>
                          <a:pt x="43535" y="48764"/>
                        </a:cubicBezTo>
                        <a:cubicBezTo>
                          <a:pt x="44333" y="49252"/>
                          <a:pt x="45087" y="49695"/>
                          <a:pt x="45752" y="50094"/>
                        </a:cubicBezTo>
                        <a:cubicBezTo>
                          <a:pt x="50451" y="52842"/>
                          <a:pt x="55061" y="54704"/>
                          <a:pt x="59539" y="55813"/>
                        </a:cubicBezTo>
                        <a:cubicBezTo>
                          <a:pt x="62731" y="56522"/>
                          <a:pt x="65479" y="56877"/>
                          <a:pt x="68759" y="56788"/>
                        </a:cubicBezTo>
                        <a:cubicBezTo>
                          <a:pt x="70666" y="56877"/>
                          <a:pt x="72439" y="56965"/>
                          <a:pt x="74035" y="56655"/>
                        </a:cubicBezTo>
                        <a:cubicBezTo>
                          <a:pt x="75675" y="56256"/>
                          <a:pt x="77138" y="55813"/>
                          <a:pt x="78468" y="55325"/>
                        </a:cubicBezTo>
                        <a:cubicBezTo>
                          <a:pt x="79310" y="54970"/>
                          <a:pt x="80108" y="54616"/>
                          <a:pt x="80818" y="54217"/>
                        </a:cubicBezTo>
                        <a:cubicBezTo>
                          <a:pt x="81527" y="53640"/>
                          <a:pt x="82192" y="53108"/>
                          <a:pt x="82768" y="52532"/>
                        </a:cubicBezTo>
                        <a:lnTo>
                          <a:pt x="82857" y="52399"/>
                        </a:lnTo>
                        <a:lnTo>
                          <a:pt x="80685" y="52355"/>
                        </a:lnTo>
                        <a:lnTo>
                          <a:pt x="78557" y="51912"/>
                        </a:lnTo>
                        <a:cubicBezTo>
                          <a:pt x="77138" y="51557"/>
                          <a:pt x="75675" y="51424"/>
                          <a:pt x="74301" y="50892"/>
                        </a:cubicBezTo>
                        <a:cubicBezTo>
                          <a:pt x="71419" y="49739"/>
                          <a:pt x="69070" y="48853"/>
                          <a:pt x="66853" y="47567"/>
                        </a:cubicBezTo>
                        <a:cubicBezTo>
                          <a:pt x="64548" y="46415"/>
                          <a:pt x="62376" y="45173"/>
                          <a:pt x="60248" y="43799"/>
                        </a:cubicBezTo>
                        <a:cubicBezTo>
                          <a:pt x="58076" y="42513"/>
                          <a:pt x="55992" y="41183"/>
                          <a:pt x="53953" y="39809"/>
                        </a:cubicBezTo>
                        <a:cubicBezTo>
                          <a:pt x="45707" y="34445"/>
                          <a:pt x="37728" y="28859"/>
                          <a:pt x="29704" y="2398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98" name="Forme libre : forme 21197">
                    <a:extLst>
                      <a:ext uri="{FF2B5EF4-FFF2-40B4-BE49-F238E27FC236}">
                        <a16:creationId xmlns:a16="http://schemas.microsoft.com/office/drawing/2014/main" id="{540A5454-3782-47E5-A0A8-360A63D6C407}"/>
                      </a:ext>
                    </a:extLst>
                  </p:cNvPr>
                  <p:cNvSpPr/>
                  <p:nvPr/>
                </p:nvSpPr>
                <p:spPr>
                  <a:xfrm>
                    <a:off x="7192265" y="1183908"/>
                    <a:ext cx="37682" cy="27585"/>
                  </a:xfrm>
                  <a:custGeom>
                    <a:avLst/>
                    <a:gdLst>
                      <a:gd name="connsiteX0" fmla="*/ 37499 w 37682"/>
                      <a:gd name="connsiteY0" fmla="*/ 26371 h 27585"/>
                      <a:gd name="connsiteX1" fmla="*/ 26948 w 37682"/>
                      <a:gd name="connsiteY1" fmla="*/ 25485 h 27585"/>
                      <a:gd name="connsiteX2" fmla="*/ 14536 w 37682"/>
                      <a:gd name="connsiteY2" fmla="*/ 18569 h 27585"/>
                      <a:gd name="connsiteX3" fmla="*/ 394 w 37682"/>
                      <a:gd name="connsiteY3" fmla="*/ 1191 h 27585"/>
                      <a:gd name="connsiteX4" fmla="*/ 21008 w 37682"/>
                      <a:gd name="connsiteY4" fmla="*/ 8993 h 27585"/>
                      <a:gd name="connsiteX5" fmla="*/ 31647 w 37682"/>
                      <a:gd name="connsiteY5" fmla="*/ 17505 h 27585"/>
                      <a:gd name="connsiteX6" fmla="*/ 37499 w 37682"/>
                      <a:gd name="connsiteY6" fmla="*/ 26371 h 27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682" h="27585">
                        <a:moveTo>
                          <a:pt x="37499" y="26371"/>
                        </a:moveTo>
                        <a:cubicBezTo>
                          <a:pt x="36435" y="28543"/>
                          <a:pt x="31869" y="27524"/>
                          <a:pt x="26948" y="25485"/>
                        </a:cubicBezTo>
                        <a:cubicBezTo>
                          <a:pt x="22072" y="23357"/>
                          <a:pt x="17018" y="20254"/>
                          <a:pt x="14536" y="18569"/>
                        </a:cubicBezTo>
                        <a:cubicBezTo>
                          <a:pt x="9615" y="15200"/>
                          <a:pt x="-2310" y="5447"/>
                          <a:pt x="394" y="1191"/>
                        </a:cubicBezTo>
                        <a:cubicBezTo>
                          <a:pt x="3187" y="-3198"/>
                          <a:pt x="16575" y="5713"/>
                          <a:pt x="21008" y="8993"/>
                        </a:cubicBezTo>
                        <a:cubicBezTo>
                          <a:pt x="23225" y="10634"/>
                          <a:pt x="27835" y="14091"/>
                          <a:pt x="31647" y="17505"/>
                        </a:cubicBezTo>
                        <a:cubicBezTo>
                          <a:pt x="35416" y="20874"/>
                          <a:pt x="38474" y="24332"/>
                          <a:pt x="37499" y="2637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99" name="Forme libre : forme 21198">
                    <a:extLst>
                      <a:ext uri="{FF2B5EF4-FFF2-40B4-BE49-F238E27FC236}">
                        <a16:creationId xmlns:a16="http://schemas.microsoft.com/office/drawing/2014/main" id="{DEF2A1B2-1808-4245-B871-D578631BD086}"/>
                      </a:ext>
                    </a:extLst>
                  </p:cNvPr>
                  <p:cNvSpPr/>
                  <p:nvPr/>
                </p:nvSpPr>
                <p:spPr>
                  <a:xfrm>
                    <a:off x="7192291" y="1183701"/>
                    <a:ext cx="23109" cy="23696"/>
                  </a:xfrm>
                  <a:custGeom>
                    <a:avLst/>
                    <a:gdLst>
                      <a:gd name="connsiteX0" fmla="*/ 10741 w 23109"/>
                      <a:gd name="connsiteY0" fmla="*/ 2905 h 23696"/>
                      <a:gd name="connsiteX1" fmla="*/ 146 w 23109"/>
                      <a:gd name="connsiteY1" fmla="*/ 1265 h 23696"/>
                      <a:gd name="connsiteX2" fmla="*/ 14687 w 23109"/>
                      <a:gd name="connsiteY2" fmla="*/ 18909 h 23696"/>
                      <a:gd name="connsiteX3" fmla="*/ 23110 w 23109"/>
                      <a:gd name="connsiteY3" fmla="*/ 23696 h 23696"/>
                      <a:gd name="connsiteX4" fmla="*/ 18987 w 23109"/>
                      <a:gd name="connsiteY4" fmla="*/ 20549 h 23696"/>
                      <a:gd name="connsiteX5" fmla="*/ 10741 w 23109"/>
                      <a:gd name="connsiteY5" fmla="*/ 2905 h 23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09" h="23696">
                        <a:moveTo>
                          <a:pt x="10741" y="2905"/>
                        </a:moveTo>
                        <a:cubicBezTo>
                          <a:pt x="7949" y="2019"/>
                          <a:pt x="1077" y="-2016"/>
                          <a:pt x="146" y="1265"/>
                        </a:cubicBezTo>
                        <a:cubicBezTo>
                          <a:pt x="-1317" y="6407"/>
                          <a:pt x="8525" y="14609"/>
                          <a:pt x="14687" y="18909"/>
                        </a:cubicBezTo>
                        <a:cubicBezTo>
                          <a:pt x="16504" y="20150"/>
                          <a:pt x="20760" y="22677"/>
                          <a:pt x="23110" y="23696"/>
                        </a:cubicBezTo>
                        <a:cubicBezTo>
                          <a:pt x="21913" y="22854"/>
                          <a:pt x="19918" y="21524"/>
                          <a:pt x="18987" y="20549"/>
                        </a:cubicBezTo>
                        <a:cubicBezTo>
                          <a:pt x="13667" y="14919"/>
                          <a:pt x="7904" y="7782"/>
                          <a:pt x="10741" y="290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00" name="Forme libre : forme 21199">
                    <a:extLst>
                      <a:ext uri="{FF2B5EF4-FFF2-40B4-BE49-F238E27FC236}">
                        <a16:creationId xmlns:a16="http://schemas.microsoft.com/office/drawing/2014/main" id="{CAA018F0-C787-498A-96E8-3CF873ED4671}"/>
                      </a:ext>
                    </a:extLst>
                  </p:cNvPr>
                  <p:cNvSpPr/>
                  <p:nvPr/>
                </p:nvSpPr>
                <p:spPr>
                  <a:xfrm>
                    <a:off x="7193539" y="1186185"/>
                    <a:ext cx="38285" cy="27271"/>
                  </a:xfrm>
                  <a:custGeom>
                    <a:avLst/>
                    <a:gdLst>
                      <a:gd name="connsiteX0" fmla="*/ 37865 w 38285"/>
                      <a:gd name="connsiteY0" fmla="*/ 26266 h 27271"/>
                      <a:gd name="connsiteX1" fmla="*/ 33387 w 38285"/>
                      <a:gd name="connsiteY1" fmla="*/ 27197 h 27271"/>
                      <a:gd name="connsiteX2" fmla="*/ 26649 w 38285"/>
                      <a:gd name="connsiteY2" fmla="*/ 25246 h 27271"/>
                      <a:gd name="connsiteX3" fmla="*/ 14281 w 38285"/>
                      <a:gd name="connsiteY3" fmla="*/ 18597 h 27271"/>
                      <a:gd name="connsiteX4" fmla="*/ 361 w 38285"/>
                      <a:gd name="connsiteY4" fmla="*/ 1263 h 27271"/>
                      <a:gd name="connsiteX5" fmla="*/ 20842 w 38285"/>
                      <a:gd name="connsiteY5" fmla="*/ 9066 h 27271"/>
                      <a:gd name="connsiteX6" fmla="*/ 32057 w 38285"/>
                      <a:gd name="connsiteY6" fmla="*/ 17710 h 27271"/>
                      <a:gd name="connsiteX7" fmla="*/ 37865 w 38285"/>
                      <a:gd name="connsiteY7" fmla="*/ 26266 h 27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285" h="27271">
                        <a:moveTo>
                          <a:pt x="37865" y="26266"/>
                        </a:moveTo>
                        <a:cubicBezTo>
                          <a:pt x="37023" y="27153"/>
                          <a:pt x="35427" y="27419"/>
                          <a:pt x="33387" y="27197"/>
                        </a:cubicBezTo>
                        <a:cubicBezTo>
                          <a:pt x="31437" y="26931"/>
                          <a:pt x="29087" y="26178"/>
                          <a:pt x="26649" y="25246"/>
                        </a:cubicBezTo>
                        <a:cubicBezTo>
                          <a:pt x="21861" y="23252"/>
                          <a:pt x="16941" y="20370"/>
                          <a:pt x="14281" y="18597"/>
                        </a:cubicBezTo>
                        <a:cubicBezTo>
                          <a:pt x="8828" y="15050"/>
                          <a:pt x="-2122" y="5830"/>
                          <a:pt x="361" y="1263"/>
                        </a:cubicBezTo>
                        <a:cubicBezTo>
                          <a:pt x="2888" y="-3391"/>
                          <a:pt x="16675" y="6096"/>
                          <a:pt x="20842" y="9066"/>
                        </a:cubicBezTo>
                        <a:cubicBezTo>
                          <a:pt x="22925" y="10573"/>
                          <a:pt x="27935" y="14208"/>
                          <a:pt x="32057" y="17710"/>
                        </a:cubicBezTo>
                        <a:cubicBezTo>
                          <a:pt x="36091" y="21212"/>
                          <a:pt x="39505" y="24493"/>
                          <a:pt x="37865" y="2626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01" name="Forme libre : forme 21200">
                    <a:extLst>
                      <a:ext uri="{FF2B5EF4-FFF2-40B4-BE49-F238E27FC236}">
                        <a16:creationId xmlns:a16="http://schemas.microsoft.com/office/drawing/2014/main" id="{5B581890-9925-4CF7-90A9-9D2C78E07AD6}"/>
                      </a:ext>
                    </a:extLst>
                  </p:cNvPr>
                  <p:cNvSpPr/>
                  <p:nvPr/>
                </p:nvSpPr>
                <p:spPr>
                  <a:xfrm>
                    <a:off x="7174837" y="1169691"/>
                    <a:ext cx="42854" cy="42407"/>
                  </a:xfrm>
                  <a:custGeom>
                    <a:avLst/>
                    <a:gdLst>
                      <a:gd name="connsiteX0" fmla="*/ 178 w 42854"/>
                      <a:gd name="connsiteY0" fmla="*/ 4370 h 42407"/>
                      <a:gd name="connsiteX1" fmla="*/ 1951 w 42854"/>
                      <a:gd name="connsiteY1" fmla="*/ 12128 h 42407"/>
                      <a:gd name="connsiteX2" fmla="*/ 14320 w 42854"/>
                      <a:gd name="connsiteY2" fmla="*/ 29639 h 42407"/>
                      <a:gd name="connsiteX3" fmla="*/ 32762 w 42854"/>
                      <a:gd name="connsiteY3" fmla="*/ 41165 h 42407"/>
                      <a:gd name="connsiteX4" fmla="*/ 42825 w 42854"/>
                      <a:gd name="connsiteY4" fmla="*/ 40145 h 42407"/>
                      <a:gd name="connsiteX5" fmla="*/ 38436 w 42854"/>
                      <a:gd name="connsiteY5" fmla="*/ 34027 h 42407"/>
                      <a:gd name="connsiteX6" fmla="*/ 26555 w 42854"/>
                      <a:gd name="connsiteY6" fmla="*/ 17758 h 42407"/>
                      <a:gd name="connsiteX7" fmla="*/ 14010 w 42854"/>
                      <a:gd name="connsiteY7" fmla="*/ 1888 h 42407"/>
                      <a:gd name="connsiteX8" fmla="*/ 178 w 42854"/>
                      <a:gd name="connsiteY8" fmla="*/ 4370 h 42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854" h="42407">
                        <a:moveTo>
                          <a:pt x="178" y="4370"/>
                        </a:moveTo>
                        <a:cubicBezTo>
                          <a:pt x="-309" y="7473"/>
                          <a:pt x="178" y="8803"/>
                          <a:pt x="1951" y="12128"/>
                        </a:cubicBezTo>
                        <a:cubicBezTo>
                          <a:pt x="5321" y="18512"/>
                          <a:pt x="7980" y="23698"/>
                          <a:pt x="14320" y="29639"/>
                        </a:cubicBezTo>
                        <a:cubicBezTo>
                          <a:pt x="19595" y="34559"/>
                          <a:pt x="26644" y="39037"/>
                          <a:pt x="32762" y="41165"/>
                        </a:cubicBezTo>
                        <a:cubicBezTo>
                          <a:pt x="37328" y="42761"/>
                          <a:pt x="42337" y="43204"/>
                          <a:pt x="42825" y="40145"/>
                        </a:cubicBezTo>
                        <a:cubicBezTo>
                          <a:pt x="43179" y="38283"/>
                          <a:pt x="40253" y="36244"/>
                          <a:pt x="38436" y="34027"/>
                        </a:cubicBezTo>
                        <a:cubicBezTo>
                          <a:pt x="34091" y="28796"/>
                          <a:pt x="29880" y="23964"/>
                          <a:pt x="26555" y="17758"/>
                        </a:cubicBezTo>
                        <a:cubicBezTo>
                          <a:pt x="23762" y="12483"/>
                          <a:pt x="21324" y="5700"/>
                          <a:pt x="14010" y="1888"/>
                        </a:cubicBezTo>
                        <a:cubicBezTo>
                          <a:pt x="7448" y="-1615"/>
                          <a:pt x="799" y="70"/>
                          <a:pt x="178" y="437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02" name="Forme libre : forme 21201">
                    <a:extLst>
                      <a:ext uri="{FF2B5EF4-FFF2-40B4-BE49-F238E27FC236}">
                        <a16:creationId xmlns:a16="http://schemas.microsoft.com/office/drawing/2014/main" id="{F78EB198-D498-46DA-ACA8-8DDB090D0714}"/>
                      </a:ext>
                    </a:extLst>
                  </p:cNvPr>
                  <p:cNvSpPr/>
                  <p:nvPr/>
                </p:nvSpPr>
                <p:spPr>
                  <a:xfrm>
                    <a:off x="7186782" y="1175318"/>
                    <a:ext cx="17287" cy="8823"/>
                  </a:xfrm>
                  <a:custGeom>
                    <a:avLst/>
                    <a:gdLst>
                      <a:gd name="connsiteX0" fmla="*/ 2375 w 17287"/>
                      <a:gd name="connsiteY0" fmla="*/ 161 h 8823"/>
                      <a:gd name="connsiteX1" fmla="*/ 246 w 17287"/>
                      <a:gd name="connsiteY1" fmla="*/ 205 h 8823"/>
                      <a:gd name="connsiteX2" fmla="*/ 778 w 17287"/>
                      <a:gd name="connsiteY2" fmla="*/ 1890 h 8823"/>
                      <a:gd name="connsiteX3" fmla="*/ 3571 w 17287"/>
                      <a:gd name="connsiteY3" fmla="*/ 3796 h 8823"/>
                      <a:gd name="connsiteX4" fmla="*/ 10930 w 17287"/>
                      <a:gd name="connsiteY4" fmla="*/ 7609 h 8823"/>
                      <a:gd name="connsiteX5" fmla="*/ 13723 w 17287"/>
                      <a:gd name="connsiteY5" fmla="*/ 8673 h 8823"/>
                      <a:gd name="connsiteX6" fmla="*/ 14521 w 17287"/>
                      <a:gd name="connsiteY6" fmla="*/ 4417 h 8823"/>
                      <a:gd name="connsiteX7" fmla="*/ 2375 w 17287"/>
                      <a:gd name="connsiteY7" fmla="*/ 161 h 8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287" h="8823">
                        <a:moveTo>
                          <a:pt x="2375" y="161"/>
                        </a:moveTo>
                        <a:cubicBezTo>
                          <a:pt x="1443" y="-16"/>
                          <a:pt x="823" y="-105"/>
                          <a:pt x="246" y="205"/>
                        </a:cubicBezTo>
                        <a:cubicBezTo>
                          <a:pt x="-285" y="516"/>
                          <a:pt x="114" y="1225"/>
                          <a:pt x="778" y="1890"/>
                        </a:cubicBezTo>
                        <a:cubicBezTo>
                          <a:pt x="1443" y="2555"/>
                          <a:pt x="2641" y="3264"/>
                          <a:pt x="3571" y="3796"/>
                        </a:cubicBezTo>
                        <a:cubicBezTo>
                          <a:pt x="5921" y="5170"/>
                          <a:pt x="8492" y="6545"/>
                          <a:pt x="10930" y="7609"/>
                        </a:cubicBezTo>
                        <a:cubicBezTo>
                          <a:pt x="11906" y="8052"/>
                          <a:pt x="12837" y="8495"/>
                          <a:pt x="13723" y="8673"/>
                        </a:cubicBezTo>
                        <a:cubicBezTo>
                          <a:pt x="17536" y="9426"/>
                          <a:pt x="18999" y="7254"/>
                          <a:pt x="14521" y="4417"/>
                        </a:cubicBezTo>
                        <a:cubicBezTo>
                          <a:pt x="11019" y="2333"/>
                          <a:pt x="6098" y="826"/>
                          <a:pt x="2375" y="16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03" name="Forme libre : forme 21202">
                    <a:extLst>
                      <a:ext uri="{FF2B5EF4-FFF2-40B4-BE49-F238E27FC236}">
                        <a16:creationId xmlns:a16="http://schemas.microsoft.com/office/drawing/2014/main" id="{0255B4C6-18E8-4C25-8E41-9E450E75F992}"/>
                      </a:ext>
                    </a:extLst>
                  </p:cNvPr>
                  <p:cNvSpPr/>
                  <p:nvPr/>
                </p:nvSpPr>
                <p:spPr>
                  <a:xfrm>
                    <a:off x="7210834" y="1217372"/>
                    <a:ext cx="33957" cy="4867"/>
                  </a:xfrm>
                  <a:custGeom>
                    <a:avLst/>
                    <a:gdLst>
                      <a:gd name="connsiteX0" fmla="*/ 33958 w 33957"/>
                      <a:gd name="connsiteY0" fmla="*/ 1153 h 4867"/>
                      <a:gd name="connsiteX1" fmla="*/ 27884 w 33957"/>
                      <a:gd name="connsiteY1" fmla="*/ 4522 h 4867"/>
                      <a:gd name="connsiteX2" fmla="*/ 22697 w 33957"/>
                      <a:gd name="connsiteY2" fmla="*/ 4788 h 4867"/>
                      <a:gd name="connsiteX3" fmla="*/ 17688 w 33957"/>
                      <a:gd name="connsiteY3" fmla="*/ 4477 h 4867"/>
                      <a:gd name="connsiteX4" fmla="*/ 8201 w 33957"/>
                      <a:gd name="connsiteY4" fmla="*/ 2571 h 4867"/>
                      <a:gd name="connsiteX5" fmla="*/ 0 w 33957"/>
                      <a:gd name="connsiteY5" fmla="*/ 0 h 4867"/>
                      <a:gd name="connsiteX6" fmla="*/ 8290 w 33957"/>
                      <a:gd name="connsiteY6" fmla="*/ 2261 h 4867"/>
                      <a:gd name="connsiteX7" fmla="*/ 17112 w 33957"/>
                      <a:gd name="connsiteY7" fmla="*/ 3458 h 4867"/>
                      <a:gd name="connsiteX8" fmla="*/ 26421 w 33957"/>
                      <a:gd name="connsiteY8" fmla="*/ 3458 h 4867"/>
                      <a:gd name="connsiteX9" fmla="*/ 33958 w 33957"/>
                      <a:gd name="connsiteY9" fmla="*/ 1153 h 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957" h="4867">
                        <a:moveTo>
                          <a:pt x="33958" y="1153"/>
                        </a:moveTo>
                        <a:cubicBezTo>
                          <a:pt x="32982" y="2749"/>
                          <a:pt x="30987" y="3724"/>
                          <a:pt x="27884" y="4522"/>
                        </a:cubicBezTo>
                        <a:cubicBezTo>
                          <a:pt x="26377" y="4921"/>
                          <a:pt x="24648" y="4921"/>
                          <a:pt x="22697" y="4788"/>
                        </a:cubicBezTo>
                        <a:cubicBezTo>
                          <a:pt x="20924" y="4743"/>
                          <a:pt x="19240" y="4743"/>
                          <a:pt x="17688" y="4477"/>
                        </a:cubicBezTo>
                        <a:cubicBezTo>
                          <a:pt x="14541" y="4079"/>
                          <a:pt x="11083" y="3414"/>
                          <a:pt x="8201" y="2571"/>
                        </a:cubicBezTo>
                        <a:cubicBezTo>
                          <a:pt x="5143" y="1773"/>
                          <a:pt x="2305" y="842"/>
                          <a:pt x="0" y="0"/>
                        </a:cubicBezTo>
                        <a:cubicBezTo>
                          <a:pt x="2527" y="887"/>
                          <a:pt x="5364" y="1640"/>
                          <a:pt x="8290" y="2261"/>
                        </a:cubicBezTo>
                        <a:cubicBezTo>
                          <a:pt x="11083" y="2882"/>
                          <a:pt x="14142" y="3236"/>
                          <a:pt x="17112" y="3458"/>
                        </a:cubicBezTo>
                        <a:cubicBezTo>
                          <a:pt x="19905" y="3680"/>
                          <a:pt x="23141" y="3502"/>
                          <a:pt x="26421" y="3458"/>
                        </a:cubicBezTo>
                        <a:cubicBezTo>
                          <a:pt x="29480" y="2926"/>
                          <a:pt x="32051" y="2084"/>
                          <a:pt x="33958" y="115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04" name="Forme libre : forme 21203">
                    <a:extLst>
                      <a:ext uri="{FF2B5EF4-FFF2-40B4-BE49-F238E27FC236}">
                        <a16:creationId xmlns:a16="http://schemas.microsoft.com/office/drawing/2014/main" id="{997EF950-94B0-4DF5-80A0-1FF2B5C6154E}"/>
                      </a:ext>
                    </a:extLst>
                  </p:cNvPr>
                  <p:cNvSpPr/>
                  <p:nvPr/>
                </p:nvSpPr>
                <p:spPr>
                  <a:xfrm>
                    <a:off x="7169208" y="1163943"/>
                    <a:ext cx="33824" cy="7812"/>
                  </a:xfrm>
                  <a:custGeom>
                    <a:avLst/>
                    <a:gdLst>
                      <a:gd name="connsiteX0" fmla="*/ 33824 w 33824"/>
                      <a:gd name="connsiteY0" fmla="*/ 7813 h 7812"/>
                      <a:gd name="connsiteX1" fmla="*/ 0 w 33824"/>
                      <a:gd name="connsiteY1" fmla="*/ 276 h 7812"/>
                      <a:gd name="connsiteX2" fmla="*/ 33824 w 33824"/>
                      <a:gd name="connsiteY2" fmla="*/ 7813 h 7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824" h="7812">
                        <a:moveTo>
                          <a:pt x="33824" y="7813"/>
                        </a:moveTo>
                        <a:cubicBezTo>
                          <a:pt x="22830" y="1163"/>
                          <a:pt x="10107" y="-699"/>
                          <a:pt x="0" y="276"/>
                        </a:cubicBezTo>
                        <a:cubicBezTo>
                          <a:pt x="9398" y="-1186"/>
                          <a:pt x="23761" y="3424"/>
                          <a:pt x="33824" y="78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05" name="Forme libre : forme 21204">
                    <a:extLst>
                      <a:ext uri="{FF2B5EF4-FFF2-40B4-BE49-F238E27FC236}">
                        <a16:creationId xmlns:a16="http://schemas.microsoft.com/office/drawing/2014/main" id="{DB51DA53-C5F7-4BE2-8DFF-EEF024B8AEF7}"/>
                      </a:ext>
                    </a:extLst>
                  </p:cNvPr>
                  <p:cNvSpPr/>
                  <p:nvPr/>
                </p:nvSpPr>
                <p:spPr>
                  <a:xfrm>
                    <a:off x="7208910" y="1192829"/>
                    <a:ext cx="13218" cy="10988"/>
                  </a:xfrm>
                  <a:custGeom>
                    <a:avLst/>
                    <a:gdLst>
                      <a:gd name="connsiteX0" fmla="*/ 12830 w 13218"/>
                      <a:gd name="connsiteY0" fmla="*/ 10890 h 10988"/>
                      <a:gd name="connsiteX1" fmla="*/ 4319 w 13218"/>
                      <a:gd name="connsiteY1" fmla="*/ 6057 h 10988"/>
                      <a:gd name="connsiteX2" fmla="*/ 506 w 13218"/>
                      <a:gd name="connsiteY2" fmla="*/ 73 h 10988"/>
                      <a:gd name="connsiteX3" fmla="*/ 8397 w 13218"/>
                      <a:gd name="connsiteY3" fmla="*/ 4772 h 10988"/>
                      <a:gd name="connsiteX4" fmla="*/ 12830 w 13218"/>
                      <a:gd name="connsiteY4" fmla="*/ 10890 h 10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18" h="10988">
                        <a:moveTo>
                          <a:pt x="12830" y="10890"/>
                        </a:moveTo>
                        <a:cubicBezTo>
                          <a:pt x="11013" y="11687"/>
                          <a:pt x="5870" y="7432"/>
                          <a:pt x="4319" y="6057"/>
                        </a:cubicBezTo>
                        <a:cubicBezTo>
                          <a:pt x="2767" y="4728"/>
                          <a:pt x="-1445" y="738"/>
                          <a:pt x="506" y="73"/>
                        </a:cubicBezTo>
                        <a:cubicBezTo>
                          <a:pt x="2501" y="-592"/>
                          <a:pt x="6978" y="3486"/>
                          <a:pt x="8397" y="4772"/>
                        </a:cubicBezTo>
                        <a:cubicBezTo>
                          <a:pt x="9816" y="6057"/>
                          <a:pt x="14603" y="10092"/>
                          <a:pt x="12830" y="1089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06" name="Forme libre : forme 21205">
                    <a:extLst>
                      <a:ext uri="{FF2B5EF4-FFF2-40B4-BE49-F238E27FC236}">
                        <a16:creationId xmlns:a16="http://schemas.microsoft.com/office/drawing/2014/main" id="{133D915C-56E0-46C5-BD6D-FA1CE7A53459}"/>
                      </a:ext>
                    </a:extLst>
                  </p:cNvPr>
                  <p:cNvSpPr/>
                  <p:nvPr/>
                </p:nvSpPr>
                <p:spPr>
                  <a:xfrm>
                    <a:off x="7220197" y="1201966"/>
                    <a:ext cx="3953" cy="3078"/>
                  </a:xfrm>
                  <a:custGeom>
                    <a:avLst/>
                    <a:gdLst>
                      <a:gd name="connsiteX0" fmla="*/ 3937 w 3953"/>
                      <a:gd name="connsiteY0" fmla="*/ 2816 h 3078"/>
                      <a:gd name="connsiteX1" fmla="*/ 1720 w 3953"/>
                      <a:gd name="connsiteY1" fmla="*/ 2284 h 3078"/>
                      <a:gd name="connsiteX2" fmla="*/ 36 w 3953"/>
                      <a:gd name="connsiteY2" fmla="*/ 245 h 3078"/>
                      <a:gd name="connsiteX3" fmla="*/ 2208 w 3953"/>
                      <a:gd name="connsiteY3" fmla="*/ 732 h 3078"/>
                      <a:gd name="connsiteX4" fmla="*/ 3937 w 3953"/>
                      <a:gd name="connsiteY4" fmla="*/ 2816 h 3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3" h="3078">
                        <a:moveTo>
                          <a:pt x="3937" y="2816"/>
                        </a:moveTo>
                        <a:cubicBezTo>
                          <a:pt x="3715" y="3481"/>
                          <a:pt x="2385" y="2727"/>
                          <a:pt x="1720" y="2284"/>
                        </a:cubicBezTo>
                        <a:cubicBezTo>
                          <a:pt x="1055" y="1840"/>
                          <a:pt x="-230" y="865"/>
                          <a:pt x="36" y="245"/>
                        </a:cubicBezTo>
                        <a:cubicBezTo>
                          <a:pt x="258" y="-376"/>
                          <a:pt x="1543" y="333"/>
                          <a:pt x="2208" y="732"/>
                        </a:cubicBezTo>
                        <a:cubicBezTo>
                          <a:pt x="2829" y="1176"/>
                          <a:pt x="4114" y="2195"/>
                          <a:pt x="3937" y="28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207" name="Forme libre : forme 21206">
                    <a:extLst>
                      <a:ext uri="{FF2B5EF4-FFF2-40B4-BE49-F238E27FC236}">
                        <a16:creationId xmlns:a16="http://schemas.microsoft.com/office/drawing/2014/main" id="{5C057129-DBFA-478E-A38C-E59DC877124B}"/>
                      </a:ext>
                    </a:extLst>
                  </p:cNvPr>
                  <p:cNvSpPr/>
                  <p:nvPr/>
                </p:nvSpPr>
                <p:spPr>
                  <a:xfrm>
                    <a:off x="7214298" y="1184708"/>
                    <a:ext cx="28501" cy="31362"/>
                  </a:xfrm>
                  <a:custGeom>
                    <a:avLst/>
                    <a:gdLst>
                      <a:gd name="connsiteX0" fmla="*/ 22559 w 28501"/>
                      <a:gd name="connsiteY0" fmla="*/ 19764 h 31362"/>
                      <a:gd name="connsiteX1" fmla="*/ 25529 w 28501"/>
                      <a:gd name="connsiteY1" fmla="*/ 24463 h 31362"/>
                      <a:gd name="connsiteX2" fmla="*/ 28278 w 28501"/>
                      <a:gd name="connsiteY2" fmla="*/ 29206 h 31362"/>
                      <a:gd name="connsiteX3" fmla="*/ 25174 w 28501"/>
                      <a:gd name="connsiteY3" fmla="*/ 31246 h 31362"/>
                      <a:gd name="connsiteX4" fmla="*/ 21007 w 28501"/>
                      <a:gd name="connsiteY4" fmla="*/ 27877 h 31362"/>
                      <a:gd name="connsiteX5" fmla="*/ 16530 w 28501"/>
                      <a:gd name="connsiteY5" fmla="*/ 21848 h 31362"/>
                      <a:gd name="connsiteX6" fmla="*/ 11698 w 28501"/>
                      <a:gd name="connsiteY6" fmla="*/ 15641 h 31362"/>
                      <a:gd name="connsiteX7" fmla="*/ 970 w 28501"/>
                      <a:gd name="connsiteY7" fmla="*/ 81 h 31362"/>
                      <a:gd name="connsiteX8" fmla="*/ 17771 w 28501"/>
                      <a:gd name="connsiteY8" fmla="*/ 11120 h 31362"/>
                      <a:gd name="connsiteX9" fmla="*/ 22559 w 28501"/>
                      <a:gd name="connsiteY9" fmla="*/ 19764 h 313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501" h="31362">
                        <a:moveTo>
                          <a:pt x="22559" y="19764"/>
                        </a:moveTo>
                        <a:cubicBezTo>
                          <a:pt x="23800" y="21759"/>
                          <a:pt x="24953" y="23000"/>
                          <a:pt x="25529" y="24463"/>
                        </a:cubicBezTo>
                        <a:cubicBezTo>
                          <a:pt x="26283" y="26015"/>
                          <a:pt x="27214" y="27300"/>
                          <a:pt x="28278" y="29206"/>
                        </a:cubicBezTo>
                        <a:cubicBezTo>
                          <a:pt x="29120" y="30625"/>
                          <a:pt x="27480" y="31733"/>
                          <a:pt x="25174" y="31246"/>
                        </a:cubicBezTo>
                        <a:cubicBezTo>
                          <a:pt x="22958" y="30492"/>
                          <a:pt x="21938" y="29118"/>
                          <a:pt x="21007" y="27877"/>
                        </a:cubicBezTo>
                        <a:cubicBezTo>
                          <a:pt x="19544" y="25793"/>
                          <a:pt x="18082" y="23709"/>
                          <a:pt x="16530" y="21848"/>
                        </a:cubicBezTo>
                        <a:cubicBezTo>
                          <a:pt x="15023" y="19764"/>
                          <a:pt x="13383" y="17769"/>
                          <a:pt x="11698" y="15641"/>
                        </a:cubicBezTo>
                        <a:cubicBezTo>
                          <a:pt x="9570" y="13026"/>
                          <a:pt x="-3641" y="1278"/>
                          <a:pt x="970" y="81"/>
                        </a:cubicBezTo>
                        <a:cubicBezTo>
                          <a:pt x="5669" y="-939"/>
                          <a:pt x="15111" y="7928"/>
                          <a:pt x="17771" y="11120"/>
                        </a:cubicBezTo>
                        <a:cubicBezTo>
                          <a:pt x="20431" y="14489"/>
                          <a:pt x="20741" y="16927"/>
                          <a:pt x="22559" y="1976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70" name="Graphique 2">
                  <a:extLst>
                    <a:ext uri="{FF2B5EF4-FFF2-40B4-BE49-F238E27FC236}">
                      <a16:creationId xmlns:a16="http://schemas.microsoft.com/office/drawing/2014/main" id="{26E0AD39-2D12-46CE-9266-3530A4649E12}"/>
                    </a:ext>
                  </a:extLst>
                </p:cNvPr>
                <p:cNvGrpSpPr/>
                <p:nvPr/>
              </p:nvGrpSpPr>
              <p:grpSpPr>
                <a:xfrm>
                  <a:off x="7246946" y="1126590"/>
                  <a:ext cx="40723" cy="93937"/>
                  <a:chOff x="7246946" y="1126590"/>
                  <a:chExt cx="40723" cy="93937"/>
                </a:xfrm>
                <a:solidFill>
                  <a:schemeClr val="accent1"/>
                </a:solidFill>
              </p:grpSpPr>
              <p:sp>
                <p:nvSpPr>
                  <p:cNvPr id="21184" name="Forme libre : forme 21183">
                    <a:extLst>
                      <a:ext uri="{FF2B5EF4-FFF2-40B4-BE49-F238E27FC236}">
                        <a16:creationId xmlns:a16="http://schemas.microsoft.com/office/drawing/2014/main" id="{F26DA822-B733-4AE5-B760-FAFE80557C1D}"/>
                      </a:ext>
                    </a:extLst>
                  </p:cNvPr>
                  <p:cNvSpPr/>
                  <p:nvPr/>
                </p:nvSpPr>
                <p:spPr>
                  <a:xfrm>
                    <a:off x="7246946" y="1126590"/>
                    <a:ext cx="40723" cy="93937"/>
                  </a:xfrm>
                  <a:custGeom>
                    <a:avLst/>
                    <a:gdLst>
                      <a:gd name="connsiteX0" fmla="*/ 40714 w 40723"/>
                      <a:gd name="connsiteY0" fmla="*/ 32797 h 93937"/>
                      <a:gd name="connsiteX1" fmla="*/ 39207 w 40723"/>
                      <a:gd name="connsiteY1" fmla="*/ 50308 h 93937"/>
                      <a:gd name="connsiteX2" fmla="*/ 35217 w 40723"/>
                      <a:gd name="connsiteY2" fmla="*/ 68395 h 93937"/>
                      <a:gd name="connsiteX3" fmla="*/ 30075 w 40723"/>
                      <a:gd name="connsiteY3" fmla="*/ 79478 h 93937"/>
                      <a:gd name="connsiteX4" fmla="*/ 26706 w 40723"/>
                      <a:gd name="connsiteY4" fmla="*/ 83955 h 93937"/>
                      <a:gd name="connsiteX5" fmla="*/ 24844 w 40723"/>
                      <a:gd name="connsiteY5" fmla="*/ 85906 h 93937"/>
                      <a:gd name="connsiteX6" fmla="*/ 22494 w 40723"/>
                      <a:gd name="connsiteY6" fmla="*/ 88211 h 93937"/>
                      <a:gd name="connsiteX7" fmla="*/ 3299 w 40723"/>
                      <a:gd name="connsiteY7" fmla="*/ 92865 h 93937"/>
                      <a:gd name="connsiteX8" fmla="*/ 639 w 40723"/>
                      <a:gd name="connsiteY8" fmla="*/ 82758 h 93937"/>
                      <a:gd name="connsiteX9" fmla="*/ 63 w 40723"/>
                      <a:gd name="connsiteY9" fmla="*/ 72473 h 93937"/>
                      <a:gd name="connsiteX10" fmla="*/ 1481 w 40723"/>
                      <a:gd name="connsiteY10" fmla="*/ 58509 h 93937"/>
                      <a:gd name="connsiteX11" fmla="*/ 5649 w 40723"/>
                      <a:gd name="connsiteY11" fmla="*/ 31556 h 93937"/>
                      <a:gd name="connsiteX12" fmla="*/ 10170 w 40723"/>
                      <a:gd name="connsiteY12" fmla="*/ 15419 h 93937"/>
                      <a:gd name="connsiteX13" fmla="*/ 13894 w 40723"/>
                      <a:gd name="connsiteY13" fmla="*/ 9213 h 93937"/>
                      <a:gd name="connsiteX14" fmla="*/ 16066 w 40723"/>
                      <a:gd name="connsiteY14" fmla="*/ 6287 h 93937"/>
                      <a:gd name="connsiteX15" fmla="*/ 18460 w 40723"/>
                      <a:gd name="connsiteY15" fmla="*/ 3051 h 93937"/>
                      <a:gd name="connsiteX16" fmla="*/ 28124 w 40723"/>
                      <a:gd name="connsiteY16" fmla="*/ 1189 h 93937"/>
                      <a:gd name="connsiteX17" fmla="*/ 33267 w 40723"/>
                      <a:gd name="connsiteY17" fmla="*/ 6509 h 93937"/>
                      <a:gd name="connsiteX18" fmla="*/ 37301 w 40723"/>
                      <a:gd name="connsiteY18" fmla="*/ 13557 h 93937"/>
                      <a:gd name="connsiteX19" fmla="*/ 40714 w 40723"/>
                      <a:gd name="connsiteY19" fmla="*/ 32797 h 93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0723" h="93937">
                        <a:moveTo>
                          <a:pt x="40714" y="32797"/>
                        </a:moveTo>
                        <a:cubicBezTo>
                          <a:pt x="40670" y="36964"/>
                          <a:pt x="40182" y="43569"/>
                          <a:pt x="39207" y="50308"/>
                        </a:cubicBezTo>
                        <a:cubicBezTo>
                          <a:pt x="38232" y="57046"/>
                          <a:pt x="36680" y="63873"/>
                          <a:pt x="35217" y="68395"/>
                        </a:cubicBezTo>
                        <a:cubicBezTo>
                          <a:pt x="33843" y="72606"/>
                          <a:pt x="32114" y="76286"/>
                          <a:pt x="30075" y="79478"/>
                        </a:cubicBezTo>
                        <a:cubicBezTo>
                          <a:pt x="29011" y="81118"/>
                          <a:pt x="27947" y="82581"/>
                          <a:pt x="26706" y="83955"/>
                        </a:cubicBezTo>
                        <a:cubicBezTo>
                          <a:pt x="26085" y="84664"/>
                          <a:pt x="25509" y="85285"/>
                          <a:pt x="24844" y="85906"/>
                        </a:cubicBezTo>
                        <a:cubicBezTo>
                          <a:pt x="24223" y="86438"/>
                          <a:pt x="23292" y="87590"/>
                          <a:pt x="22494" y="88211"/>
                        </a:cubicBezTo>
                        <a:cubicBezTo>
                          <a:pt x="15933" y="94018"/>
                          <a:pt x="8973" y="95082"/>
                          <a:pt x="3299" y="92865"/>
                        </a:cubicBezTo>
                        <a:cubicBezTo>
                          <a:pt x="-691" y="91181"/>
                          <a:pt x="-336" y="85684"/>
                          <a:pt x="639" y="82758"/>
                        </a:cubicBezTo>
                        <a:cubicBezTo>
                          <a:pt x="2146" y="78281"/>
                          <a:pt x="1260" y="74291"/>
                          <a:pt x="63" y="72473"/>
                        </a:cubicBezTo>
                        <a:cubicBezTo>
                          <a:pt x="-159" y="68927"/>
                          <a:pt x="329" y="64316"/>
                          <a:pt x="1481" y="58509"/>
                        </a:cubicBezTo>
                        <a:cubicBezTo>
                          <a:pt x="2856" y="52347"/>
                          <a:pt x="4895" y="38693"/>
                          <a:pt x="5649" y="31556"/>
                        </a:cubicBezTo>
                        <a:cubicBezTo>
                          <a:pt x="6447" y="24906"/>
                          <a:pt x="7998" y="19808"/>
                          <a:pt x="10170" y="15419"/>
                        </a:cubicBezTo>
                        <a:cubicBezTo>
                          <a:pt x="11278" y="13203"/>
                          <a:pt x="12520" y="11164"/>
                          <a:pt x="13894" y="9213"/>
                        </a:cubicBezTo>
                        <a:cubicBezTo>
                          <a:pt x="14603" y="8282"/>
                          <a:pt x="15313" y="7307"/>
                          <a:pt x="16066" y="6287"/>
                        </a:cubicBezTo>
                        <a:cubicBezTo>
                          <a:pt x="16820" y="5179"/>
                          <a:pt x="17618" y="4115"/>
                          <a:pt x="18460" y="3051"/>
                        </a:cubicBezTo>
                        <a:cubicBezTo>
                          <a:pt x="20765" y="81"/>
                          <a:pt x="25553" y="-1072"/>
                          <a:pt x="28124" y="1189"/>
                        </a:cubicBezTo>
                        <a:cubicBezTo>
                          <a:pt x="29986" y="2918"/>
                          <a:pt x="31671" y="4425"/>
                          <a:pt x="33267" y="6509"/>
                        </a:cubicBezTo>
                        <a:cubicBezTo>
                          <a:pt x="34863" y="8637"/>
                          <a:pt x="36192" y="10942"/>
                          <a:pt x="37301" y="13557"/>
                        </a:cubicBezTo>
                        <a:cubicBezTo>
                          <a:pt x="39562" y="18744"/>
                          <a:pt x="40847" y="24995"/>
                          <a:pt x="40714" y="3279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85" name="Forme libre : forme 21184">
                    <a:extLst>
                      <a:ext uri="{FF2B5EF4-FFF2-40B4-BE49-F238E27FC236}">
                        <a16:creationId xmlns:a16="http://schemas.microsoft.com/office/drawing/2014/main" id="{ADB64564-DE4C-4FBA-BB8C-C14F58EE1B55}"/>
                      </a:ext>
                    </a:extLst>
                  </p:cNvPr>
                  <p:cNvSpPr/>
                  <p:nvPr/>
                </p:nvSpPr>
                <p:spPr>
                  <a:xfrm>
                    <a:off x="7247275" y="1127735"/>
                    <a:ext cx="40348" cy="92723"/>
                  </a:xfrm>
                  <a:custGeom>
                    <a:avLst/>
                    <a:gdLst>
                      <a:gd name="connsiteX0" fmla="*/ 23983 w 40348"/>
                      <a:gd name="connsiteY0" fmla="*/ 58872 h 92723"/>
                      <a:gd name="connsiteX1" fmla="*/ 16979 w 40348"/>
                      <a:gd name="connsiteY1" fmla="*/ 78821 h 92723"/>
                      <a:gd name="connsiteX2" fmla="*/ 13432 w 40348"/>
                      <a:gd name="connsiteY2" fmla="*/ 83387 h 92723"/>
                      <a:gd name="connsiteX3" fmla="*/ 9132 w 40348"/>
                      <a:gd name="connsiteY3" fmla="*/ 86844 h 92723"/>
                      <a:gd name="connsiteX4" fmla="*/ 0 w 40348"/>
                      <a:gd name="connsiteY4" fmla="*/ 88130 h 92723"/>
                      <a:gd name="connsiteX5" fmla="*/ 2926 w 40348"/>
                      <a:gd name="connsiteY5" fmla="*/ 91676 h 92723"/>
                      <a:gd name="connsiteX6" fmla="*/ 9132 w 40348"/>
                      <a:gd name="connsiteY6" fmla="*/ 92696 h 92723"/>
                      <a:gd name="connsiteX7" fmla="*/ 19018 w 40348"/>
                      <a:gd name="connsiteY7" fmla="*/ 89371 h 92723"/>
                      <a:gd name="connsiteX8" fmla="*/ 23983 w 40348"/>
                      <a:gd name="connsiteY8" fmla="*/ 85160 h 92723"/>
                      <a:gd name="connsiteX9" fmla="*/ 27707 w 40348"/>
                      <a:gd name="connsiteY9" fmla="*/ 81081 h 92723"/>
                      <a:gd name="connsiteX10" fmla="*/ 34800 w 40348"/>
                      <a:gd name="connsiteY10" fmla="*/ 67206 h 92723"/>
                      <a:gd name="connsiteX11" fmla="*/ 36440 w 40348"/>
                      <a:gd name="connsiteY11" fmla="*/ 61398 h 92723"/>
                      <a:gd name="connsiteX12" fmla="*/ 40253 w 40348"/>
                      <a:gd name="connsiteY12" fmla="*/ 34268 h 92723"/>
                      <a:gd name="connsiteX13" fmla="*/ 40341 w 40348"/>
                      <a:gd name="connsiteY13" fmla="*/ 31697 h 92723"/>
                      <a:gd name="connsiteX14" fmla="*/ 38656 w 40348"/>
                      <a:gd name="connsiteY14" fmla="*/ 17289 h 92723"/>
                      <a:gd name="connsiteX15" fmla="*/ 31165 w 40348"/>
                      <a:gd name="connsiteY15" fmla="*/ 3325 h 92723"/>
                      <a:gd name="connsiteX16" fmla="*/ 27840 w 40348"/>
                      <a:gd name="connsiteY16" fmla="*/ 89 h 92723"/>
                      <a:gd name="connsiteX17" fmla="*/ 27707 w 40348"/>
                      <a:gd name="connsiteY17" fmla="*/ 0 h 92723"/>
                      <a:gd name="connsiteX18" fmla="*/ 23983 w 40348"/>
                      <a:gd name="connsiteY18" fmla="*/ 58872 h 92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0348" h="92723">
                        <a:moveTo>
                          <a:pt x="23983" y="58872"/>
                        </a:moveTo>
                        <a:cubicBezTo>
                          <a:pt x="22830" y="65610"/>
                          <a:pt x="20880" y="72703"/>
                          <a:pt x="16979" y="78821"/>
                        </a:cubicBezTo>
                        <a:cubicBezTo>
                          <a:pt x="16048" y="80239"/>
                          <a:pt x="14806" y="82057"/>
                          <a:pt x="13432" y="83387"/>
                        </a:cubicBezTo>
                        <a:cubicBezTo>
                          <a:pt x="12102" y="84805"/>
                          <a:pt x="10684" y="86002"/>
                          <a:pt x="9132" y="86844"/>
                        </a:cubicBezTo>
                        <a:cubicBezTo>
                          <a:pt x="6118" y="88618"/>
                          <a:pt x="2793" y="89105"/>
                          <a:pt x="0" y="88130"/>
                        </a:cubicBezTo>
                        <a:cubicBezTo>
                          <a:pt x="399" y="89549"/>
                          <a:pt x="1330" y="91145"/>
                          <a:pt x="2926" y="91676"/>
                        </a:cubicBezTo>
                        <a:cubicBezTo>
                          <a:pt x="4876" y="92474"/>
                          <a:pt x="7004" y="92829"/>
                          <a:pt x="9132" y="92696"/>
                        </a:cubicBezTo>
                        <a:cubicBezTo>
                          <a:pt x="12324" y="92652"/>
                          <a:pt x="15649" y="91499"/>
                          <a:pt x="19018" y="89371"/>
                        </a:cubicBezTo>
                        <a:cubicBezTo>
                          <a:pt x="20658" y="88219"/>
                          <a:pt x="22343" y="86977"/>
                          <a:pt x="23983" y="85160"/>
                        </a:cubicBezTo>
                        <a:cubicBezTo>
                          <a:pt x="25357" y="83919"/>
                          <a:pt x="26510" y="82589"/>
                          <a:pt x="27707" y="81081"/>
                        </a:cubicBezTo>
                        <a:cubicBezTo>
                          <a:pt x="30677" y="77269"/>
                          <a:pt x="33071" y="72658"/>
                          <a:pt x="34800" y="67206"/>
                        </a:cubicBezTo>
                        <a:cubicBezTo>
                          <a:pt x="35332" y="65565"/>
                          <a:pt x="35908" y="63571"/>
                          <a:pt x="36440" y="61398"/>
                        </a:cubicBezTo>
                        <a:cubicBezTo>
                          <a:pt x="38568" y="52843"/>
                          <a:pt x="39942" y="41494"/>
                          <a:pt x="40253" y="34268"/>
                        </a:cubicBezTo>
                        <a:cubicBezTo>
                          <a:pt x="40297" y="33337"/>
                          <a:pt x="40297" y="32450"/>
                          <a:pt x="40341" y="31697"/>
                        </a:cubicBezTo>
                        <a:cubicBezTo>
                          <a:pt x="40430" y="26155"/>
                          <a:pt x="39765" y="21412"/>
                          <a:pt x="38656" y="17289"/>
                        </a:cubicBezTo>
                        <a:cubicBezTo>
                          <a:pt x="37061" y="11703"/>
                          <a:pt x="34356" y="6960"/>
                          <a:pt x="31165" y="3325"/>
                        </a:cubicBezTo>
                        <a:cubicBezTo>
                          <a:pt x="30101" y="2217"/>
                          <a:pt x="28992" y="1153"/>
                          <a:pt x="27840" y="89"/>
                        </a:cubicBezTo>
                        <a:lnTo>
                          <a:pt x="27707" y="0"/>
                        </a:lnTo>
                        <a:cubicBezTo>
                          <a:pt x="28594" y="19373"/>
                          <a:pt x="27086" y="39588"/>
                          <a:pt x="23983" y="5887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86" name="Forme libre : forme 21185">
                    <a:extLst>
                      <a:ext uri="{FF2B5EF4-FFF2-40B4-BE49-F238E27FC236}">
                        <a16:creationId xmlns:a16="http://schemas.microsoft.com/office/drawing/2014/main" id="{4182B135-4B29-461A-B5BB-919863CA7C6A}"/>
                      </a:ext>
                    </a:extLst>
                  </p:cNvPr>
                  <p:cNvSpPr/>
                  <p:nvPr/>
                </p:nvSpPr>
                <p:spPr>
                  <a:xfrm>
                    <a:off x="7263121" y="1145067"/>
                    <a:ext cx="13083" cy="44571"/>
                  </a:xfrm>
                  <a:custGeom>
                    <a:avLst/>
                    <a:gdLst>
                      <a:gd name="connsiteX0" fmla="*/ 8447 w 13083"/>
                      <a:gd name="connsiteY0" fmla="*/ 1 h 44571"/>
                      <a:gd name="connsiteX1" fmla="*/ 12747 w 13083"/>
                      <a:gd name="connsiteY1" fmla="*/ 9621 h 44571"/>
                      <a:gd name="connsiteX2" fmla="*/ 12703 w 13083"/>
                      <a:gd name="connsiteY2" fmla="*/ 23984 h 44571"/>
                      <a:gd name="connsiteX3" fmla="*/ 9555 w 13083"/>
                      <a:gd name="connsiteY3" fmla="*/ 37018 h 44571"/>
                      <a:gd name="connsiteX4" fmla="*/ 2728 w 13083"/>
                      <a:gd name="connsiteY4" fmla="*/ 44510 h 44571"/>
                      <a:gd name="connsiteX5" fmla="*/ 24 w 13083"/>
                      <a:gd name="connsiteY5" fmla="*/ 35289 h 44571"/>
                      <a:gd name="connsiteX6" fmla="*/ 1265 w 13083"/>
                      <a:gd name="connsiteY6" fmla="*/ 22832 h 44571"/>
                      <a:gd name="connsiteX7" fmla="*/ 8447 w 13083"/>
                      <a:gd name="connsiteY7" fmla="*/ 1 h 4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083" h="44571">
                        <a:moveTo>
                          <a:pt x="8447" y="1"/>
                        </a:moveTo>
                        <a:cubicBezTo>
                          <a:pt x="10796" y="-87"/>
                          <a:pt x="12215" y="4346"/>
                          <a:pt x="12747" y="9621"/>
                        </a:cubicBezTo>
                        <a:cubicBezTo>
                          <a:pt x="13323" y="14897"/>
                          <a:pt x="13057" y="20926"/>
                          <a:pt x="12703" y="23984"/>
                        </a:cubicBezTo>
                        <a:cubicBezTo>
                          <a:pt x="12392" y="26999"/>
                          <a:pt x="11373" y="32452"/>
                          <a:pt x="9555" y="37018"/>
                        </a:cubicBezTo>
                        <a:cubicBezTo>
                          <a:pt x="7782" y="41584"/>
                          <a:pt x="5211" y="45086"/>
                          <a:pt x="2728" y="44510"/>
                        </a:cubicBezTo>
                        <a:cubicBezTo>
                          <a:pt x="246" y="43933"/>
                          <a:pt x="-109" y="39855"/>
                          <a:pt x="24" y="35289"/>
                        </a:cubicBezTo>
                        <a:cubicBezTo>
                          <a:pt x="201" y="30678"/>
                          <a:pt x="866" y="25492"/>
                          <a:pt x="1265" y="22832"/>
                        </a:cubicBezTo>
                        <a:cubicBezTo>
                          <a:pt x="2285" y="17468"/>
                          <a:pt x="3881" y="223"/>
                          <a:pt x="8447" y="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87" name="Forme libre : forme 21186">
                    <a:extLst>
                      <a:ext uri="{FF2B5EF4-FFF2-40B4-BE49-F238E27FC236}">
                        <a16:creationId xmlns:a16="http://schemas.microsoft.com/office/drawing/2014/main" id="{D1B0A33B-4CF7-4409-8A3D-415C6A670697}"/>
                      </a:ext>
                    </a:extLst>
                  </p:cNvPr>
                  <p:cNvSpPr/>
                  <p:nvPr/>
                </p:nvSpPr>
                <p:spPr>
                  <a:xfrm>
                    <a:off x="7263322" y="1158988"/>
                    <a:ext cx="12880" cy="30813"/>
                  </a:xfrm>
                  <a:custGeom>
                    <a:avLst/>
                    <a:gdLst>
                      <a:gd name="connsiteX0" fmla="*/ 0 w 12880"/>
                      <a:gd name="connsiteY0" fmla="*/ 20525 h 30813"/>
                      <a:gd name="connsiteX1" fmla="*/ 2483 w 12880"/>
                      <a:gd name="connsiteY1" fmla="*/ 30810 h 30813"/>
                      <a:gd name="connsiteX2" fmla="*/ 12590 w 12880"/>
                      <a:gd name="connsiteY2" fmla="*/ 9841 h 30813"/>
                      <a:gd name="connsiteX3" fmla="*/ 12723 w 12880"/>
                      <a:gd name="connsiteY3" fmla="*/ 0 h 30813"/>
                      <a:gd name="connsiteX4" fmla="*/ 11969 w 12880"/>
                      <a:gd name="connsiteY4" fmla="*/ 5187 h 30813"/>
                      <a:gd name="connsiteX5" fmla="*/ 0 w 12880"/>
                      <a:gd name="connsiteY5" fmla="*/ 20525 h 30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880" h="30813">
                        <a:moveTo>
                          <a:pt x="0" y="20525"/>
                        </a:moveTo>
                        <a:cubicBezTo>
                          <a:pt x="443" y="23407"/>
                          <a:pt x="-842" y="30987"/>
                          <a:pt x="2483" y="30810"/>
                        </a:cubicBezTo>
                        <a:cubicBezTo>
                          <a:pt x="8024" y="30544"/>
                          <a:pt x="11836" y="17466"/>
                          <a:pt x="12590" y="9841"/>
                        </a:cubicBezTo>
                        <a:cubicBezTo>
                          <a:pt x="12900" y="7625"/>
                          <a:pt x="12989" y="2571"/>
                          <a:pt x="12723" y="0"/>
                        </a:cubicBezTo>
                        <a:cubicBezTo>
                          <a:pt x="12590" y="1419"/>
                          <a:pt x="12368" y="3857"/>
                          <a:pt x="11969" y="5187"/>
                        </a:cubicBezTo>
                        <a:cubicBezTo>
                          <a:pt x="9664" y="12723"/>
                          <a:pt x="5586" y="21190"/>
                          <a:pt x="0" y="2052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88" name="Forme libre : forme 21187">
                    <a:extLst>
                      <a:ext uri="{FF2B5EF4-FFF2-40B4-BE49-F238E27FC236}">
                        <a16:creationId xmlns:a16="http://schemas.microsoft.com/office/drawing/2014/main" id="{AAE36CBD-2C87-41DD-9B7C-0303CF4B44B9}"/>
                      </a:ext>
                    </a:extLst>
                  </p:cNvPr>
                  <p:cNvSpPr/>
                  <p:nvPr/>
                </p:nvSpPr>
                <p:spPr>
                  <a:xfrm>
                    <a:off x="7264806" y="1142610"/>
                    <a:ext cx="12895" cy="44997"/>
                  </a:xfrm>
                  <a:custGeom>
                    <a:avLst/>
                    <a:gdLst>
                      <a:gd name="connsiteX0" fmla="*/ 7959 w 12895"/>
                      <a:gd name="connsiteY0" fmla="*/ 65 h 44997"/>
                      <a:gd name="connsiteX1" fmla="*/ 12658 w 12895"/>
                      <a:gd name="connsiteY1" fmla="*/ 24447 h 44997"/>
                      <a:gd name="connsiteX2" fmla="*/ 9688 w 12895"/>
                      <a:gd name="connsiteY2" fmla="*/ 37480 h 44997"/>
                      <a:gd name="connsiteX3" fmla="*/ 2861 w 12895"/>
                      <a:gd name="connsiteY3" fmla="*/ 44972 h 44997"/>
                      <a:gd name="connsiteX4" fmla="*/ 24 w 12895"/>
                      <a:gd name="connsiteY4" fmla="*/ 35751 h 44997"/>
                      <a:gd name="connsiteX5" fmla="*/ 1132 w 12895"/>
                      <a:gd name="connsiteY5" fmla="*/ 23205 h 44997"/>
                      <a:gd name="connsiteX6" fmla="*/ 3216 w 12895"/>
                      <a:gd name="connsiteY6" fmla="*/ 9285 h 44997"/>
                      <a:gd name="connsiteX7" fmla="*/ 7959 w 12895"/>
                      <a:gd name="connsiteY7" fmla="*/ 65 h 44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5" h="44997">
                        <a:moveTo>
                          <a:pt x="7959" y="65"/>
                        </a:moveTo>
                        <a:cubicBezTo>
                          <a:pt x="12836" y="1394"/>
                          <a:pt x="13323" y="17841"/>
                          <a:pt x="12658" y="24447"/>
                        </a:cubicBezTo>
                        <a:cubicBezTo>
                          <a:pt x="12392" y="27727"/>
                          <a:pt x="11461" y="33091"/>
                          <a:pt x="9688" y="37480"/>
                        </a:cubicBezTo>
                        <a:cubicBezTo>
                          <a:pt x="7959" y="41913"/>
                          <a:pt x="5477" y="45326"/>
                          <a:pt x="2861" y="44972"/>
                        </a:cubicBezTo>
                        <a:cubicBezTo>
                          <a:pt x="246" y="44617"/>
                          <a:pt x="-109" y="40450"/>
                          <a:pt x="24" y="35751"/>
                        </a:cubicBezTo>
                        <a:cubicBezTo>
                          <a:pt x="157" y="31052"/>
                          <a:pt x="822" y="25732"/>
                          <a:pt x="1132" y="23205"/>
                        </a:cubicBezTo>
                        <a:cubicBezTo>
                          <a:pt x="1442" y="20678"/>
                          <a:pt x="2196" y="14605"/>
                          <a:pt x="3216" y="9285"/>
                        </a:cubicBezTo>
                        <a:cubicBezTo>
                          <a:pt x="4235" y="3966"/>
                          <a:pt x="5610" y="-600"/>
                          <a:pt x="7959" y="6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89" name="Forme libre : forme 21188">
                    <a:extLst>
                      <a:ext uri="{FF2B5EF4-FFF2-40B4-BE49-F238E27FC236}">
                        <a16:creationId xmlns:a16="http://schemas.microsoft.com/office/drawing/2014/main" id="{28118D8E-B2F7-43BE-8FF5-7F9DCEA0C851}"/>
                      </a:ext>
                    </a:extLst>
                  </p:cNvPr>
                  <p:cNvSpPr/>
                  <p:nvPr/>
                </p:nvSpPr>
                <p:spPr>
                  <a:xfrm>
                    <a:off x="7253536" y="1155640"/>
                    <a:ext cx="29783" cy="53842"/>
                  </a:xfrm>
                  <a:custGeom>
                    <a:avLst/>
                    <a:gdLst>
                      <a:gd name="connsiteX0" fmla="*/ 4467 w 29783"/>
                      <a:gd name="connsiteY0" fmla="*/ 53487 h 53842"/>
                      <a:gd name="connsiteX1" fmla="*/ 8324 w 29783"/>
                      <a:gd name="connsiteY1" fmla="*/ 53531 h 53842"/>
                      <a:gd name="connsiteX2" fmla="*/ 12535 w 29783"/>
                      <a:gd name="connsiteY2" fmla="*/ 50960 h 53842"/>
                      <a:gd name="connsiteX3" fmla="*/ 26898 w 29783"/>
                      <a:gd name="connsiteY3" fmla="*/ 31676 h 53842"/>
                      <a:gd name="connsiteX4" fmla="*/ 29292 w 29783"/>
                      <a:gd name="connsiteY4" fmla="*/ 8535 h 53842"/>
                      <a:gd name="connsiteX5" fmla="*/ 23485 w 29783"/>
                      <a:gd name="connsiteY5" fmla="*/ 157 h 53842"/>
                      <a:gd name="connsiteX6" fmla="*/ 20293 w 29783"/>
                      <a:gd name="connsiteY6" fmla="*/ 7028 h 53842"/>
                      <a:gd name="connsiteX7" fmla="*/ 11205 w 29783"/>
                      <a:gd name="connsiteY7" fmla="*/ 24982 h 53842"/>
                      <a:gd name="connsiteX8" fmla="*/ 610 w 29783"/>
                      <a:gd name="connsiteY8" fmla="*/ 40675 h 53842"/>
                      <a:gd name="connsiteX9" fmla="*/ 654 w 29783"/>
                      <a:gd name="connsiteY9" fmla="*/ 48522 h 53842"/>
                      <a:gd name="connsiteX10" fmla="*/ 4467 w 29783"/>
                      <a:gd name="connsiteY10" fmla="*/ 53487 h 53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783" h="53842">
                        <a:moveTo>
                          <a:pt x="4467" y="53487"/>
                        </a:moveTo>
                        <a:cubicBezTo>
                          <a:pt x="5930" y="53930"/>
                          <a:pt x="7126" y="53975"/>
                          <a:pt x="8324" y="53531"/>
                        </a:cubicBezTo>
                        <a:cubicBezTo>
                          <a:pt x="9565" y="52999"/>
                          <a:pt x="10895" y="52246"/>
                          <a:pt x="12535" y="50960"/>
                        </a:cubicBezTo>
                        <a:cubicBezTo>
                          <a:pt x="18874" y="45951"/>
                          <a:pt x="23529" y="40808"/>
                          <a:pt x="26898" y="31676"/>
                        </a:cubicBezTo>
                        <a:cubicBezTo>
                          <a:pt x="29647" y="24007"/>
                          <a:pt x="30400" y="15096"/>
                          <a:pt x="29292" y="8535"/>
                        </a:cubicBezTo>
                        <a:cubicBezTo>
                          <a:pt x="28494" y="3615"/>
                          <a:pt x="26366" y="-907"/>
                          <a:pt x="23485" y="157"/>
                        </a:cubicBezTo>
                        <a:cubicBezTo>
                          <a:pt x="21712" y="777"/>
                          <a:pt x="21312" y="4324"/>
                          <a:pt x="20293" y="7028"/>
                        </a:cubicBezTo>
                        <a:cubicBezTo>
                          <a:pt x="17855" y="13412"/>
                          <a:pt x="15505" y="19529"/>
                          <a:pt x="11205" y="24982"/>
                        </a:cubicBezTo>
                        <a:cubicBezTo>
                          <a:pt x="7481" y="29637"/>
                          <a:pt x="2339" y="33937"/>
                          <a:pt x="610" y="40675"/>
                        </a:cubicBezTo>
                        <a:cubicBezTo>
                          <a:pt x="-144" y="43601"/>
                          <a:pt x="-277" y="46616"/>
                          <a:pt x="654" y="48522"/>
                        </a:cubicBezTo>
                        <a:cubicBezTo>
                          <a:pt x="1364" y="50605"/>
                          <a:pt x="2472" y="52866"/>
                          <a:pt x="4467" y="5348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90" name="Forme libre : forme 21189">
                    <a:extLst>
                      <a:ext uri="{FF2B5EF4-FFF2-40B4-BE49-F238E27FC236}">
                        <a16:creationId xmlns:a16="http://schemas.microsoft.com/office/drawing/2014/main" id="{34850AE9-5C4F-469A-9D62-037F4A771F3D}"/>
                      </a:ext>
                    </a:extLst>
                  </p:cNvPr>
                  <p:cNvSpPr/>
                  <p:nvPr/>
                </p:nvSpPr>
                <p:spPr>
                  <a:xfrm>
                    <a:off x="7257431" y="1179894"/>
                    <a:ext cx="4734" cy="17609"/>
                  </a:xfrm>
                  <a:custGeom>
                    <a:avLst/>
                    <a:gdLst>
                      <a:gd name="connsiteX0" fmla="*/ 350 w 4734"/>
                      <a:gd name="connsiteY0" fmla="*/ 15534 h 17609"/>
                      <a:gd name="connsiteX1" fmla="*/ 926 w 4734"/>
                      <a:gd name="connsiteY1" fmla="*/ 17440 h 17609"/>
                      <a:gd name="connsiteX2" fmla="*/ 2434 w 4734"/>
                      <a:gd name="connsiteY2" fmla="*/ 16643 h 17609"/>
                      <a:gd name="connsiteX3" fmla="*/ 3542 w 4734"/>
                      <a:gd name="connsiteY3" fmla="*/ 13628 h 17609"/>
                      <a:gd name="connsiteX4" fmla="*/ 4694 w 4734"/>
                      <a:gd name="connsiteY4" fmla="*/ 5737 h 17609"/>
                      <a:gd name="connsiteX5" fmla="*/ 4606 w 4734"/>
                      <a:gd name="connsiteY5" fmla="*/ 2811 h 17609"/>
                      <a:gd name="connsiteX6" fmla="*/ 394 w 4734"/>
                      <a:gd name="connsiteY6" fmla="*/ 3609 h 17609"/>
                      <a:gd name="connsiteX7" fmla="*/ 350 w 4734"/>
                      <a:gd name="connsiteY7" fmla="*/ 15534 h 17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34" h="17609">
                        <a:moveTo>
                          <a:pt x="350" y="15534"/>
                        </a:moveTo>
                        <a:cubicBezTo>
                          <a:pt x="439" y="16377"/>
                          <a:pt x="483" y="16997"/>
                          <a:pt x="926" y="17440"/>
                        </a:cubicBezTo>
                        <a:cubicBezTo>
                          <a:pt x="1370" y="17884"/>
                          <a:pt x="1946" y="17396"/>
                          <a:pt x="2434" y="16643"/>
                        </a:cubicBezTo>
                        <a:cubicBezTo>
                          <a:pt x="2921" y="15889"/>
                          <a:pt x="3276" y="14603"/>
                          <a:pt x="3542" y="13628"/>
                        </a:cubicBezTo>
                        <a:cubicBezTo>
                          <a:pt x="4118" y="11057"/>
                          <a:pt x="4562" y="8308"/>
                          <a:pt x="4694" y="5737"/>
                        </a:cubicBezTo>
                        <a:cubicBezTo>
                          <a:pt x="4739" y="4673"/>
                          <a:pt x="4783" y="3698"/>
                          <a:pt x="4606" y="2811"/>
                        </a:cubicBezTo>
                        <a:cubicBezTo>
                          <a:pt x="3719" y="-868"/>
                          <a:pt x="1192" y="-1267"/>
                          <a:pt x="394" y="3609"/>
                        </a:cubicBezTo>
                        <a:cubicBezTo>
                          <a:pt x="-271" y="7377"/>
                          <a:pt x="40" y="12032"/>
                          <a:pt x="350" y="1553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91" name="Forme libre : forme 21190">
                    <a:extLst>
                      <a:ext uri="{FF2B5EF4-FFF2-40B4-BE49-F238E27FC236}">
                        <a16:creationId xmlns:a16="http://schemas.microsoft.com/office/drawing/2014/main" id="{F5776209-CC7A-4901-91BC-ED854E844C5C}"/>
                      </a:ext>
                    </a:extLst>
                  </p:cNvPr>
                  <p:cNvSpPr/>
                  <p:nvPr/>
                </p:nvSpPr>
                <p:spPr>
                  <a:xfrm>
                    <a:off x="7273873" y="1129109"/>
                    <a:ext cx="13077" cy="29036"/>
                  </a:xfrm>
                  <a:custGeom>
                    <a:avLst/>
                    <a:gdLst>
                      <a:gd name="connsiteX0" fmla="*/ 0 w 13077"/>
                      <a:gd name="connsiteY0" fmla="*/ 0 h 29036"/>
                      <a:gd name="connsiteX1" fmla="*/ 4655 w 13077"/>
                      <a:gd name="connsiteY1" fmla="*/ 4433 h 29036"/>
                      <a:gd name="connsiteX2" fmla="*/ 8511 w 13077"/>
                      <a:gd name="connsiteY2" fmla="*/ 11969 h 29036"/>
                      <a:gd name="connsiteX3" fmla="*/ 13078 w 13077"/>
                      <a:gd name="connsiteY3" fmla="*/ 29037 h 29036"/>
                      <a:gd name="connsiteX4" fmla="*/ 0 w 13077"/>
                      <a:gd name="connsiteY4" fmla="*/ 0 h 29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77" h="29036">
                        <a:moveTo>
                          <a:pt x="0" y="0"/>
                        </a:moveTo>
                        <a:cubicBezTo>
                          <a:pt x="1685" y="975"/>
                          <a:pt x="3192" y="2261"/>
                          <a:pt x="4655" y="4433"/>
                        </a:cubicBezTo>
                        <a:cubicBezTo>
                          <a:pt x="6118" y="6561"/>
                          <a:pt x="7403" y="9176"/>
                          <a:pt x="8511" y="11969"/>
                        </a:cubicBezTo>
                        <a:cubicBezTo>
                          <a:pt x="10728" y="17599"/>
                          <a:pt x="12191" y="23983"/>
                          <a:pt x="13078" y="29037"/>
                        </a:cubicBezTo>
                        <a:cubicBezTo>
                          <a:pt x="11216" y="18176"/>
                          <a:pt x="5364" y="66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92" name="Forme libre : forme 21191">
                    <a:extLst>
                      <a:ext uri="{FF2B5EF4-FFF2-40B4-BE49-F238E27FC236}">
                        <a16:creationId xmlns:a16="http://schemas.microsoft.com/office/drawing/2014/main" id="{002C289E-7802-4BD2-85AF-0E765335F6E3}"/>
                      </a:ext>
                    </a:extLst>
                  </p:cNvPr>
                  <p:cNvSpPr/>
                  <p:nvPr/>
                </p:nvSpPr>
                <p:spPr>
                  <a:xfrm>
                    <a:off x="7248294" y="1184479"/>
                    <a:ext cx="1462" cy="25578"/>
                  </a:xfrm>
                  <a:custGeom>
                    <a:avLst/>
                    <a:gdLst>
                      <a:gd name="connsiteX0" fmla="*/ 1463 w 1462"/>
                      <a:gd name="connsiteY0" fmla="*/ 0 h 25578"/>
                      <a:gd name="connsiteX1" fmla="*/ 443 w 1462"/>
                      <a:gd name="connsiteY1" fmla="*/ 14541 h 25578"/>
                      <a:gd name="connsiteX2" fmla="*/ 931 w 1462"/>
                      <a:gd name="connsiteY2" fmla="*/ 16934 h 25578"/>
                      <a:gd name="connsiteX3" fmla="*/ 1241 w 1462"/>
                      <a:gd name="connsiteY3" fmla="*/ 19550 h 25578"/>
                      <a:gd name="connsiteX4" fmla="*/ 0 w 1462"/>
                      <a:gd name="connsiteY4" fmla="*/ 25579 h 25578"/>
                      <a:gd name="connsiteX5" fmla="*/ 1330 w 1462"/>
                      <a:gd name="connsiteY5" fmla="*/ 19727 h 25578"/>
                      <a:gd name="connsiteX6" fmla="*/ 1241 w 1462"/>
                      <a:gd name="connsiteY6" fmla="*/ 17112 h 25578"/>
                      <a:gd name="connsiteX7" fmla="*/ 1020 w 1462"/>
                      <a:gd name="connsiteY7" fmla="*/ 14496 h 25578"/>
                      <a:gd name="connsiteX8" fmla="*/ 1463 w 1462"/>
                      <a:gd name="connsiteY8" fmla="*/ 0 h 25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62" h="25578">
                        <a:moveTo>
                          <a:pt x="1463" y="0"/>
                        </a:moveTo>
                        <a:cubicBezTo>
                          <a:pt x="532" y="5320"/>
                          <a:pt x="399" y="10196"/>
                          <a:pt x="443" y="14541"/>
                        </a:cubicBezTo>
                        <a:cubicBezTo>
                          <a:pt x="310" y="15782"/>
                          <a:pt x="842" y="16048"/>
                          <a:pt x="931" y="16934"/>
                        </a:cubicBezTo>
                        <a:cubicBezTo>
                          <a:pt x="1108" y="17732"/>
                          <a:pt x="1197" y="18575"/>
                          <a:pt x="1241" y="19550"/>
                        </a:cubicBezTo>
                        <a:cubicBezTo>
                          <a:pt x="1286" y="21412"/>
                          <a:pt x="887" y="23584"/>
                          <a:pt x="0" y="25579"/>
                        </a:cubicBezTo>
                        <a:cubicBezTo>
                          <a:pt x="754" y="23628"/>
                          <a:pt x="1241" y="21589"/>
                          <a:pt x="1330" y="19727"/>
                        </a:cubicBezTo>
                        <a:cubicBezTo>
                          <a:pt x="1374" y="18752"/>
                          <a:pt x="1330" y="17910"/>
                          <a:pt x="1241" y="17112"/>
                        </a:cubicBezTo>
                        <a:cubicBezTo>
                          <a:pt x="1153" y="16269"/>
                          <a:pt x="842" y="15826"/>
                          <a:pt x="1020" y="14496"/>
                        </a:cubicBezTo>
                        <a:cubicBezTo>
                          <a:pt x="1286" y="9930"/>
                          <a:pt x="1419" y="4655"/>
                          <a:pt x="146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93" name="Forme libre : forme 21192">
                    <a:extLst>
                      <a:ext uri="{FF2B5EF4-FFF2-40B4-BE49-F238E27FC236}">
                        <a16:creationId xmlns:a16="http://schemas.microsoft.com/office/drawing/2014/main" id="{B84E5F42-5058-47D2-BA90-1D0B6824AF4E}"/>
                      </a:ext>
                    </a:extLst>
                  </p:cNvPr>
                  <p:cNvSpPr/>
                  <p:nvPr/>
                </p:nvSpPr>
                <p:spPr>
                  <a:xfrm>
                    <a:off x="7265523" y="1155166"/>
                    <a:ext cx="5028" cy="16254"/>
                  </a:xfrm>
                  <a:custGeom>
                    <a:avLst/>
                    <a:gdLst>
                      <a:gd name="connsiteX0" fmla="*/ 4227 w 5028"/>
                      <a:gd name="connsiteY0" fmla="*/ 143 h 16254"/>
                      <a:gd name="connsiteX1" fmla="*/ 4138 w 5028"/>
                      <a:gd name="connsiteY1" fmla="*/ 9895 h 16254"/>
                      <a:gd name="connsiteX2" fmla="*/ 636 w 5028"/>
                      <a:gd name="connsiteY2" fmla="*/ 16013 h 16254"/>
                      <a:gd name="connsiteX3" fmla="*/ 1035 w 5028"/>
                      <a:gd name="connsiteY3" fmla="*/ 6925 h 16254"/>
                      <a:gd name="connsiteX4" fmla="*/ 4227 w 5028"/>
                      <a:gd name="connsiteY4" fmla="*/ 143 h 16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8" h="16254">
                        <a:moveTo>
                          <a:pt x="4227" y="143"/>
                        </a:moveTo>
                        <a:cubicBezTo>
                          <a:pt x="5823" y="1340"/>
                          <a:pt x="4626" y="7945"/>
                          <a:pt x="4138" y="9895"/>
                        </a:cubicBezTo>
                        <a:cubicBezTo>
                          <a:pt x="3739" y="11890"/>
                          <a:pt x="2143" y="17476"/>
                          <a:pt x="636" y="16013"/>
                        </a:cubicBezTo>
                        <a:cubicBezTo>
                          <a:pt x="-827" y="14594"/>
                          <a:pt x="636" y="8787"/>
                          <a:pt x="1035" y="6925"/>
                        </a:cubicBezTo>
                        <a:cubicBezTo>
                          <a:pt x="1434" y="5152"/>
                          <a:pt x="2675" y="-1010"/>
                          <a:pt x="4227" y="14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94" name="Forme libre : forme 21193">
                    <a:extLst>
                      <a:ext uri="{FF2B5EF4-FFF2-40B4-BE49-F238E27FC236}">
                        <a16:creationId xmlns:a16="http://schemas.microsoft.com/office/drawing/2014/main" id="{C583066B-B4A7-4294-A46B-E0EC49FBE64B}"/>
                      </a:ext>
                    </a:extLst>
                  </p:cNvPr>
                  <p:cNvSpPr/>
                  <p:nvPr/>
                </p:nvSpPr>
                <p:spPr>
                  <a:xfrm>
                    <a:off x="7268537" y="1152685"/>
                    <a:ext cx="1580" cy="4666"/>
                  </a:xfrm>
                  <a:custGeom>
                    <a:avLst/>
                    <a:gdLst>
                      <a:gd name="connsiteX0" fmla="*/ 903 w 1580"/>
                      <a:gd name="connsiteY0" fmla="*/ 8 h 4666"/>
                      <a:gd name="connsiteX1" fmla="*/ 1568 w 1580"/>
                      <a:gd name="connsiteY1" fmla="*/ 2180 h 4666"/>
                      <a:gd name="connsiteX2" fmla="*/ 637 w 1580"/>
                      <a:gd name="connsiteY2" fmla="*/ 4663 h 4666"/>
                      <a:gd name="connsiteX3" fmla="*/ 16 w 1580"/>
                      <a:gd name="connsiteY3" fmla="*/ 2535 h 4666"/>
                      <a:gd name="connsiteX4" fmla="*/ 903 w 1580"/>
                      <a:gd name="connsiteY4" fmla="*/ 8 h 4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0" h="4666">
                        <a:moveTo>
                          <a:pt x="903" y="8"/>
                        </a:moveTo>
                        <a:cubicBezTo>
                          <a:pt x="1568" y="-125"/>
                          <a:pt x="1612" y="1427"/>
                          <a:pt x="1568" y="2180"/>
                        </a:cubicBezTo>
                        <a:cubicBezTo>
                          <a:pt x="1524" y="2978"/>
                          <a:pt x="1302" y="4574"/>
                          <a:pt x="637" y="4663"/>
                        </a:cubicBezTo>
                        <a:cubicBezTo>
                          <a:pt x="-28" y="4751"/>
                          <a:pt x="-28" y="3333"/>
                          <a:pt x="16" y="2535"/>
                        </a:cubicBezTo>
                        <a:cubicBezTo>
                          <a:pt x="61" y="1781"/>
                          <a:pt x="238" y="141"/>
                          <a:pt x="903" y="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95" name="Forme libre : forme 21194">
                    <a:extLst>
                      <a:ext uri="{FF2B5EF4-FFF2-40B4-BE49-F238E27FC236}">
                        <a16:creationId xmlns:a16="http://schemas.microsoft.com/office/drawing/2014/main" id="{86B9D2B5-63CD-4FBC-98BA-78134F742EB4}"/>
                      </a:ext>
                    </a:extLst>
                  </p:cNvPr>
                  <p:cNvSpPr/>
                  <p:nvPr/>
                </p:nvSpPr>
                <p:spPr>
                  <a:xfrm>
                    <a:off x="7254974" y="1131068"/>
                    <a:ext cx="17627" cy="39128"/>
                  </a:xfrm>
                  <a:custGeom>
                    <a:avLst/>
                    <a:gdLst>
                      <a:gd name="connsiteX0" fmla="*/ 8171 w 17627"/>
                      <a:gd name="connsiteY0" fmla="*/ 10233 h 39128"/>
                      <a:gd name="connsiteX1" fmla="*/ 14821 w 17627"/>
                      <a:gd name="connsiteY1" fmla="*/ 302 h 39128"/>
                      <a:gd name="connsiteX2" fmla="*/ 17613 w 17627"/>
                      <a:gd name="connsiteY2" fmla="*/ 3051 h 39128"/>
                      <a:gd name="connsiteX3" fmla="*/ 16150 w 17627"/>
                      <a:gd name="connsiteY3" fmla="*/ 8016 h 39128"/>
                      <a:gd name="connsiteX4" fmla="*/ 9722 w 17627"/>
                      <a:gd name="connsiteY4" fmla="*/ 22202 h 39128"/>
                      <a:gd name="connsiteX5" fmla="*/ 6353 w 17627"/>
                      <a:gd name="connsiteY5" fmla="*/ 33019 h 39128"/>
                      <a:gd name="connsiteX6" fmla="*/ 1299 w 17627"/>
                      <a:gd name="connsiteY6" fmla="*/ 38649 h 39128"/>
                      <a:gd name="connsiteX7" fmla="*/ 2851 w 17627"/>
                      <a:gd name="connsiteY7" fmla="*/ 19054 h 39128"/>
                      <a:gd name="connsiteX8" fmla="*/ 8171 w 17627"/>
                      <a:gd name="connsiteY8" fmla="*/ 10233 h 39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627" h="39128">
                        <a:moveTo>
                          <a:pt x="8171" y="10233"/>
                        </a:moveTo>
                        <a:cubicBezTo>
                          <a:pt x="10387" y="6065"/>
                          <a:pt x="11762" y="3095"/>
                          <a:pt x="14821" y="302"/>
                        </a:cubicBezTo>
                        <a:cubicBezTo>
                          <a:pt x="15973" y="-673"/>
                          <a:pt x="17436" y="834"/>
                          <a:pt x="17613" y="3051"/>
                        </a:cubicBezTo>
                        <a:cubicBezTo>
                          <a:pt x="17746" y="5223"/>
                          <a:pt x="16948" y="6597"/>
                          <a:pt x="16150" y="8016"/>
                        </a:cubicBezTo>
                        <a:cubicBezTo>
                          <a:pt x="13668" y="12449"/>
                          <a:pt x="11762" y="17104"/>
                          <a:pt x="9722" y="22202"/>
                        </a:cubicBezTo>
                        <a:cubicBezTo>
                          <a:pt x="9102" y="23798"/>
                          <a:pt x="7905" y="28852"/>
                          <a:pt x="6353" y="33019"/>
                        </a:cubicBezTo>
                        <a:cubicBezTo>
                          <a:pt x="4802" y="37186"/>
                          <a:pt x="2895" y="40378"/>
                          <a:pt x="1299" y="38649"/>
                        </a:cubicBezTo>
                        <a:cubicBezTo>
                          <a:pt x="-1759" y="35280"/>
                          <a:pt x="1344" y="23222"/>
                          <a:pt x="2851" y="19054"/>
                        </a:cubicBezTo>
                        <a:cubicBezTo>
                          <a:pt x="4403" y="14976"/>
                          <a:pt x="6486" y="13380"/>
                          <a:pt x="8171" y="1023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71" name="Graphique 2">
                  <a:extLst>
                    <a:ext uri="{FF2B5EF4-FFF2-40B4-BE49-F238E27FC236}">
                      <a16:creationId xmlns:a16="http://schemas.microsoft.com/office/drawing/2014/main" id="{BD8EFE5F-CC0D-466A-8E5B-0F7B093AE508}"/>
                    </a:ext>
                  </a:extLst>
                </p:cNvPr>
                <p:cNvGrpSpPr/>
                <p:nvPr/>
              </p:nvGrpSpPr>
              <p:grpSpPr>
                <a:xfrm>
                  <a:off x="7256336" y="1034856"/>
                  <a:ext cx="47353" cy="91695"/>
                  <a:chOff x="7256336" y="1034856"/>
                  <a:chExt cx="47353" cy="91695"/>
                </a:xfrm>
                <a:solidFill>
                  <a:schemeClr val="accent1"/>
                </a:solidFill>
              </p:grpSpPr>
              <p:sp>
                <p:nvSpPr>
                  <p:cNvPr id="21172" name="Forme libre : forme 21171">
                    <a:extLst>
                      <a:ext uri="{FF2B5EF4-FFF2-40B4-BE49-F238E27FC236}">
                        <a16:creationId xmlns:a16="http://schemas.microsoft.com/office/drawing/2014/main" id="{9AA3B88A-AEBA-46C7-B56E-318706111076}"/>
                      </a:ext>
                    </a:extLst>
                  </p:cNvPr>
                  <p:cNvSpPr/>
                  <p:nvPr/>
                </p:nvSpPr>
                <p:spPr>
                  <a:xfrm>
                    <a:off x="7256336" y="1034856"/>
                    <a:ext cx="47353" cy="91695"/>
                  </a:xfrm>
                  <a:custGeom>
                    <a:avLst/>
                    <a:gdLst>
                      <a:gd name="connsiteX0" fmla="*/ 43205 w 47353"/>
                      <a:gd name="connsiteY0" fmla="*/ 35249 h 91695"/>
                      <a:gd name="connsiteX1" fmla="*/ 38639 w 47353"/>
                      <a:gd name="connsiteY1" fmla="*/ 48548 h 91695"/>
                      <a:gd name="connsiteX2" fmla="*/ 36511 w 47353"/>
                      <a:gd name="connsiteY2" fmla="*/ 56173 h 91695"/>
                      <a:gd name="connsiteX3" fmla="*/ 34915 w 47353"/>
                      <a:gd name="connsiteY3" fmla="*/ 62513 h 91695"/>
                      <a:gd name="connsiteX4" fmla="*/ 19089 w 47353"/>
                      <a:gd name="connsiteY4" fmla="*/ 89821 h 91695"/>
                      <a:gd name="connsiteX5" fmla="*/ 9070 w 47353"/>
                      <a:gd name="connsiteY5" fmla="*/ 89333 h 91695"/>
                      <a:gd name="connsiteX6" fmla="*/ 603 w 47353"/>
                      <a:gd name="connsiteY6" fmla="*/ 54976 h 91695"/>
                      <a:gd name="connsiteX7" fmla="*/ 2021 w 47353"/>
                      <a:gd name="connsiteY7" fmla="*/ 47440 h 91695"/>
                      <a:gd name="connsiteX8" fmla="*/ 4415 w 47353"/>
                      <a:gd name="connsiteY8" fmla="*/ 38441 h 91695"/>
                      <a:gd name="connsiteX9" fmla="*/ 10621 w 47353"/>
                      <a:gd name="connsiteY9" fmla="*/ 22304 h 91695"/>
                      <a:gd name="connsiteX10" fmla="*/ 38506 w 47353"/>
                      <a:gd name="connsiteY10" fmla="*/ 139 h 91695"/>
                      <a:gd name="connsiteX11" fmla="*/ 44003 w 47353"/>
                      <a:gd name="connsiteY11" fmla="*/ 1247 h 91695"/>
                      <a:gd name="connsiteX12" fmla="*/ 46751 w 47353"/>
                      <a:gd name="connsiteY12" fmla="*/ 5459 h 91695"/>
                      <a:gd name="connsiteX13" fmla="*/ 43205 w 47353"/>
                      <a:gd name="connsiteY13" fmla="*/ 35249 h 91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7353" h="91695">
                        <a:moveTo>
                          <a:pt x="43205" y="35249"/>
                        </a:moveTo>
                        <a:cubicBezTo>
                          <a:pt x="42052" y="38397"/>
                          <a:pt x="40146" y="43362"/>
                          <a:pt x="38639" y="48548"/>
                        </a:cubicBezTo>
                        <a:cubicBezTo>
                          <a:pt x="37796" y="51120"/>
                          <a:pt x="37131" y="53735"/>
                          <a:pt x="36511" y="56173"/>
                        </a:cubicBezTo>
                        <a:cubicBezTo>
                          <a:pt x="35801" y="58567"/>
                          <a:pt x="35314" y="60784"/>
                          <a:pt x="34915" y="62513"/>
                        </a:cubicBezTo>
                        <a:cubicBezTo>
                          <a:pt x="31767" y="75457"/>
                          <a:pt x="26625" y="82196"/>
                          <a:pt x="19089" y="89821"/>
                        </a:cubicBezTo>
                        <a:cubicBezTo>
                          <a:pt x="16517" y="92480"/>
                          <a:pt x="11419" y="92303"/>
                          <a:pt x="9070" y="89333"/>
                        </a:cubicBezTo>
                        <a:cubicBezTo>
                          <a:pt x="2332" y="80821"/>
                          <a:pt x="-1570" y="70625"/>
                          <a:pt x="603" y="54976"/>
                        </a:cubicBezTo>
                        <a:cubicBezTo>
                          <a:pt x="824" y="52893"/>
                          <a:pt x="1356" y="50277"/>
                          <a:pt x="2021" y="47440"/>
                        </a:cubicBezTo>
                        <a:cubicBezTo>
                          <a:pt x="2686" y="44603"/>
                          <a:pt x="3396" y="41500"/>
                          <a:pt x="4415" y="38441"/>
                        </a:cubicBezTo>
                        <a:cubicBezTo>
                          <a:pt x="6233" y="32279"/>
                          <a:pt x="8671" y="26250"/>
                          <a:pt x="10621" y="22304"/>
                        </a:cubicBezTo>
                        <a:cubicBezTo>
                          <a:pt x="17892" y="7409"/>
                          <a:pt x="27778" y="2356"/>
                          <a:pt x="38506" y="139"/>
                        </a:cubicBezTo>
                        <a:cubicBezTo>
                          <a:pt x="40367" y="-260"/>
                          <a:pt x="42451" y="228"/>
                          <a:pt x="44003" y="1247"/>
                        </a:cubicBezTo>
                        <a:cubicBezTo>
                          <a:pt x="45510" y="2311"/>
                          <a:pt x="46574" y="3818"/>
                          <a:pt x="46751" y="5459"/>
                        </a:cubicBezTo>
                        <a:cubicBezTo>
                          <a:pt x="47992" y="15211"/>
                          <a:pt x="47549" y="23546"/>
                          <a:pt x="43205" y="3524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73" name="Forme libre : forme 21172">
                    <a:extLst>
                      <a:ext uri="{FF2B5EF4-FFF2-40B4-BE49-F238E27FC236}">
                        <a16:creationId xmlns:a16="http://schemas.microsoft.com/office/drawing/2014/main" id="{C16C8D78-E04A-4939-A66B-DEC6C2473DD9}"/>
                      </a:ext>
                    </a:extLst>
                  </p:cNvPr>
                  <p:cNvSpPr/>
                  <p:nvPr/>
                </p:nvSpPr>
                <p:spPr>
                  <a:xfrm>
                    <a:off x="7271258" y="1040137"/>
                    <a:ext cx="32207" cy="86401"/>
                  </a:xfrm>
                  <a:custGeom>
                    <a:avLst/>
                    <a:gdLst>
                      <a:gd name="connsiteX0" fmla="*/ 8556 w 32207"/>
                      <a:gd name="connsiteY0" fmla="*/ 50094 h 86401"/>
                      <a:gd name="connsiteX1" fmla="*/ 0 w 32207"/>
                      <a:gd name="connsiteY1" fmla="*/ 86401 h 86401"/>
                      <a:gd name="connsiteX2" fmla="*/ 4079 w 32207"/>
                      <a:gd name="connsiteY2" fmla="*/ 84583 h 86401"/>
                      <a:gd name="connsiteX3" fmla="*/ 7669 w 32207"/>
                      <a:gd name="connsiteY3" fmla="*/ 80682 h 86401"/>
                      <a:gd name="connsiteX4" fmla="*/ 16137 w 32207"/>
                      <a:gd name="connsiteY4" fmla="*/ 68181 h 86401"/>
                      <a:gd name="connsiteX5" fmla="*/ 19860 w 32207"/>
                      <a:gd name="connsiteY5" fmla="*/ 57231 h 86401"/>
                      <a:gd name="connsiteX6" fmla="*/ 20969 w 32207"/>
                      <a:gd name="connsiteY6" fmla="*/ 52710 h 86401"/>
                      <a:gd name="connsiteX7" fmla="*/ 27441 w 32207"/>
                      <a:gd name="connsiteY7" fmla="*/ 31918 h 86401"/>
                      <a:gd name="connsiteX8" fmla="*/ 28150 w 32207"/>
                      <a:gd name="connsiteY8" fmla="*/ 29968 h 86401"/>
                      <a:gd name="connsiteX9" fmla="*/ 31386 w 32207"/>
                      <a:gd name="connsiteY9" fmla="*/ 18575 h 86401"/>
                      <a:gd name="connsiteX10" fmla="*/ 32096 w 32207"/>
                      <a:gd name="connsiteY10" fmla="*/ 4699 h 86401"/>
                      <a:gd name="connsiteX11" fmla="*/ 31697 w 32207"/>
                      <a:gd name="connsiteY11" fmla="*/ 177 h 86401"/>
                      <a:gd name="connsiteX12" fmla="*/ 31652 w 32207"/>
                      <a:gd name="connsiteY12" fmla="*/ 0 h 86401"/>
                      <a:gd name="connsiteX13" fmla="*/ 8556 w 32207"/>
                      <a:gd name="connsiteY13" fmla="*/ 50094 h 86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207" h="86401">
                        <a:moveTo>
                          <a:pt x="8556" y="50094"/>
                        </a:moveTo>
                        <a:cubicBezTo>
                          <a:pt x="6384" y="62684"/>
                          <a:pt x="5009" y="76116"/>
                          <a:pt x="0" y="86401"/>
                        </a:cubicBezTo>
                        <a:cubicBezTo>
                          <a:pt x="1552" y="86268"/>
                          <a:pt x="3014" y="85692"/>
                          <a:pt x="4079" y="84583"/>
                        </a:cubicBezTo>
                        <a:cubicBezTo>
                          <a:pt x="5364" y="83254"/>
                          <a:pt x="6561" y="81968"/>
                          <a:pt x="7669" y="80682"/>
                        </a:cubicBezTo>
                        <a:cubicBezTo>
                          <a:pt x="11260" y="76959"/>
                          <a:pt x="13787" y="73013"/>
                          <a:pt x="16137" y="68181"/>
                        </a:cubicBezTo>
                        <a:cubicBezTo>
                          <a:pt x="17600" y="65034"/>
                          <a:pt x="18708" y="61443"/>
                          <a:pt x="19860" y="57231"/>
                        </a:cubicBezTo>
                        <a:cubicBezTo>
                          <a:pt x="20215" y="55946"/>
                          <a:pt x="20437" y="54394"/>
                          <a:pt x="20969" y="52710"/>
                        </a:cubicBezTo>
                        <a:cubicBezTo>
                          <a:pt x="22520" y="46060"/>
                          <a:pt x="25402" y="37371"/>
                          <a:pt x="27441" y="31918"/>
                        </a:cubicBezTo>
                        <a:cubicBezTo>
                          <a:pt x="27707" y="31209"/>
                          <a:pt x="27928" y="30544"/>
                          <a:pt x="28150" y="29968"/>
                        </a:cubicBezTo>
                        <a:cubicBezTo>
                          <a:pt x="29657" y="25756"/>
                          <a:pt x="30766" y="22077"/>
                          <a:pt x="31386" y="18575"/>
                        </a:cubicBezTo>
                        <a:cubicBezTo>
                          <a:pt x="32273" y="13787"/>
                          <a:pt x="32317" y="9265"/>
                          <a:pt x="32096" y="4699"/>
                        </a:cubicBezTo>
                        <a:cubicBezTo>
                          <a:pt x="32007" y="3236"/>
                          <a:pt x="31874" y="1685"/>
                          <a:pt x="31697" y="177"/>
                        </a:cubicBezTo>
                        <a:lnTo>
                          <a:pt x="31652" y="0"/>
                        </a:lnTo>
                        <a:cubicBezTo>
                          <a:pt x="19727" y="13698"/>
                          <a:pt x="11482" y="32140"/>
                          <a:pt x="8556" y="5009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74" name="Forme libre : forme 21173">
                    <a:extLst>
                      <a:ext uri="{FF2B5EF4-FFF2-40B4-BE49-F238E27FC236}">
                        <a16:creationId xmlns:a16="http://schemas.microsoft.com/office/drawing/2014/main" id="{662EFE3B-008A-459A-9D67-0B3A114CADA3}"/>
                      </a:ext>
                    </a:extLst>
                  </p:cNvPr>
                  <p:cNvSpPr/>
                  <p:nvPr/>
                </p:nvSpPr>
                <p:spPr>
                  <a:xfrm>
                    <a:off x="7271657" y="1051399"/>
                    <a:ext cx="19794" cy="41777"/>
                  </a:xfrm>
                  <a:custGeom>
                    <a:avLst/>
                    <a:gdLst>
                      <a:gd name="connsiteX0" fmla="*/ 18574 w 19794"/>
                      <a:gd name="connsiteY0" fmla="*/ 219 h 41777"/>
                      <a:gd name="connsiteX1" fmla="*/ 18353 w 19794"/>
                      <a:gd name="connsiteY1" fmla="*/ 10460 h 41777"/>
                      <a:gd name="connsiteX2" fmla="*/ 16136 w 19794"/>
                      <a:gd name="connsiteY2" fmla="*/ 17597 h 41777"/>
                      <a:gd name="connsiteX3" fmla="*/ 14318 w 19794"/>
                      <a:gd name="connsiteY3" fmla="*/ 23183 h 41777"/>
                      <a:gd name="connsiteX4" fmla="*/ 2837 w 19794"/>
                      <a:gd name="connsiteY4" fmla="*/ 41757 h 41777"/>
                      <a:gd name="connsiteX5" fmla="*/ 3369 w 19794"/>
                      <a:gd name="connsiteY5" fmla="*/ 19414 h 41777"/>
                      <a:gd name="connsiteX6" fmla="*/ 5851 w 19794"/>
                      <a:gd name="connsiteY6" fmla="*/ 13740 h 41777"/>
                      <a:gd name="connsiteX7" fmla="*/ 9885 w 19794"/>
                      <a:gd name="connsiteY7" fmla="*/ 6736 h 41777"/>
                      <a:gd name="connsiteX8" fmla="*/ 18574 w 19794"/>
                      <a:gd name="connsiteY8" fmla="*/ 219 h 41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794" h="41777">
                        <a:moveTo>
                          <a:pt x="18574" y="219"/>
                        </a:moveTo>
                        <a:cubicBezTo>
                          <a:pt x="20658" y="1372"/>
                          <a:pt x="19727" y="5716"/>
                          <a:pt x="18353" y="10460"/>
                        </a:cubicBezTo>
                        <a:cubicBezTo>
                          <a:pt x="17643" y="12854"/>
                          <a:pt x="16934" y="15380"/>
                          <a:pt x="16136" y="17597"/>
                        </a:cubicBezTo>
                        <a:cubicBezTo>
                          <a:pt x="15471" y="19858"/>
                          <a:pt x="14806" y="21853"/>
                          <a:pt x="14318" y="23183"/>
                        </a:cubicBezTo>
                        <a:cubicBezTo>
                          <a:pt x="12323" y="28414"/>
                          <a:pt x="7624" y="42378"/>
                          <a:pt x="2837" y="41757"/>
                        </a:cubicBezTo>
                        <a:cubicBezTo>
                          <a:pt x="-2616" y="41004"/>
                          <a:pt x="1063" y="24734"/>
                          <a:pt x="3369" y="19414"/>
                        </a:cubicBezTo>
                        <a:cubicBezTo>
                          <a:pt x="3901" y="18085"/>
                          <a:pt x="4787" y="16045"/>
                          <a:pt x="5851" y="13740"/>
                        </a:cubicBezTo>
                        <a:cubicBezTo>
                          <a:pt x="7004" y="11479"/>
                          <a:pt x="8378" y="8997"/>
                          <a:pt x="9885" y="6736"/>
                        </a:cubicBezTo>
                        <a:cubicBezTo>
                          <a:pt x="12988" y="2347"/>
                          <a:pt x="16491" y="-889"/>
                          <a:pt x="18574" y="21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75" name="Forme libre : forme 21174">
                    <a:extLst>
                      <a:ext uri="{FF2B5EF4-FFF2-40B4-BE49-F238E27FC236}">
                        <a16:creationId xmlns:a16="http://schemas.microsoft.com/office/drawing/2014/main" id="{EAC84C1D-81B8-4BEE-B737-E6D1116A67D5}"/>
                      </a:ext>
                    </a:extLst>
                  </p:cNvPr>
                  <p:cNvSpPr/>
                  <p:nvPr/>
                </p:nvSpPr>
                <p:spPr>
                  <a:xfrm>
                    <a:off x="7271951" y="1065672"/>
                    <a:ext cx="16817" cy="27813"/>
                  </a:xfrm>
                  <a:custGeom>
                    <a:avLst/>
                    <a:gdLst>
                      <a:gd name="connsiteX0" fmla="*/ 149 w 16817"/>
                      <a:gd name="connsiteY0" fmla="*/ 17245 h 27813"/>
                      <a:gd name="connsiteX1" fmla="*/ 16 w 16817"/>
                      <a:gd name="connsiteY1" fmla="*/ 23806 h 27813"/>
                      <a:gd name="connsiteX2" fmla="*/ 2543 w 16817"/>
                      <a:gd name="connsiteY2" fmla="*/ 27796 h 27813"/>
                      <a:gd name="connsiteX3" fmla="*/ 14158 w 16817"/>
                      <a:gd name="connsiteY3" fmla="*/ 8733 h 27813"/>
                      <a:gd name="connsiteX4" fmla="*/ 16817 w 16817"/>
                      <a:gd name="connsiteY4" fmla="*/ 0 h 27813"/>
                      <a:gd name="connsiteX5" fmla="*/ 14601 w 16817"/>
                      <a:gd name="connsiteY5" fmla="*/ 4389 h 27813"/>
                      <a:gd name="connsiteX6" fmla="*/ 149 w 16817"/>
                      <a:gd name="connsiteY6" fmla="*/ 17245 h 27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817" h="27813">
                        <a:moveTo>
                          <a:pt x="149" y="17245"/>
                        </a:moveTo>
                        <a:cubicBezTo>
                          <a:pt x="238" y="18752"/>
                          <a:pt x="-73" y="21501"/>
                          <a:pt x="16" y="23806"/>
                        </a:cubicBezTo>
                        <a:cubicBezTo>
                          <a:pt x="193" y="26111"/>
                          <a:pt x="858" y="28017"/>
                          <a:pt x="2543" y="27796"/>
                        </a:cubicBezTo>
                        <a:cubicBezTo>
                          <a:pt x="7641" y="26998"/>
                          <a:pt x="11631" y="15383"/>
                          <a:pt x="14158" y="8733"/>
                        </a:cubicBezTo>
                        <a:cubicBezTo>
                          <a:pt x="14867" y="6783"/>
                          <a:pt x="16197" y="2305"/>
                          <a:pt x="16817" y="0"/>
                        </a:cubicBezTo>
                        <a:cubicBezTo>
                          <a:pt x="16241" y="1241"/>
                          <a:pt x="15266" y="3281"/>
                          <a:pt x="14601" y="4389"/>
                        </a:cubicBezTo>
                        <a:cubicBezTo>
                          <a:pt x="10389" y="10418"/>
                          <a:pt x="5646" y="18131"/>
                          <a:pt x="149" y="1724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76" name="Forme libre : forme 21175">
                    <a:extLst>
                      <a:ext uri="{FF2B5EF4-FFF2-40B4-BE49-F238E27FC236}">
                        <a16:creationId xmlns:a16="http://schemas.microsoft.com/office/drawing/2014/main" id="{092A92A6-6D2B-4D8A-9722-062DA0112EE3}"/>
                      </a:ext>
                    </a:extLst>
                  </p:cNvPr>
                  <p:cNvSpPr/>
                  <p:nvPr/>
                </p:nvSpPr>
                <p:spPr>
                  <a:xfrm>
                    <a:off x="7273548" y="1049638"/>
                    <a:ext cx="19843" cy="41579"/>
                  </a:xfrm>
                  <a:custGeom>
                    <a:avLst/>
                    <a:gdLst>
                      <a:gd name="connsiteX0" fmla="*/ 18944 w 19843"/>
                      <a:gd name="connsiteY0" fmla="*/ 518 h 41579"/>
                      <a:gd name="connsiteX1" fmla="*/ 18412 w 19843"/>
                      <a:gd name="connsiteY1" fmla="*/ 11202 h 41579"/>
                      <a:gd name="connsiteX2" fmla="*/ 14467 w 19843"/>
                      <a:gd name="connsiteY2" fmla="*/ 23570 h 41579"/>
                      <a:gd name="connsiteX3" fmla="*/ 9634 w 19843"/>
                      <a:gd name="connsiteY3" fmla="*/ 34786 h 41579"/>
                      <a:gd name="connsiteX4" fmla="*/ 2674 w 19843"/>
                      <a:gd name="connsiteY4" fmla="*/ 41569 h 41579"/>
                      <a:gd name="connsiteX5" fmla="*/ 192 w 19843"/>
                      <a:gd name="connsiteY5" fmla="*/ 32170 h 41579"/>
                      <a:gd name="connsiteX6" fmla="*/ 3605 w 19843"/>
                      <a:gd name="connsiteY6" fmla="*/ 19536 h 41579"/>
                      <a:gd name="connsiteX7" fmla="*/ 10388 w 19843"/>
                      <a:gd name="connsiteY7" fmla="*/ 6547 h 41579"/>
                      <a:gd name="connsiteX8" fmla="*/ 18944 w 19843"/>
                      <a:gd name="connsiteY8" fmla="*/ 518 h 41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43" h="41579">
                        <a:moveTo>
                          <a:pt x="18944" y="518"/>
                        </a:moveTo>
                        <a:cubicBezTo>
                          <a:pt x="20629" y="2336"/>
                          <a:pt x="19653" y="6591"/>
                          <a:pt x="18412" y="11202"/>
                        </a:cubicBezTo>
                        <a:cubicBezTo>
                          <a:pt x="17082" y="15768"/>
                          <a:pt x="15397" y="20733"/>
                          <a:pt x="14467" y="23570"/>
                        </a:cubicBezTo>
                        <a:cubicBezTo>
                          <a:pt x="13403" y="26363"/>
                          <a:pt x="11762" y="30973"/>
                          <a:pt x="9634" y="34786"/>
                        </a:cubicBezTo>
                        <a:cubicBezTo>
                          <a:pt x="7728" y="38643"/>
                          <a:pt x="5246" y="41790"/>
                          <a:pt x="2674" y="41569"/>
                        </a:cubicBezTo>
                        <a:cubicBezTo>
                          <a:pt x="15" y="41303"/>
                          <a:pt x="-296" y="37091"/>
                          <a:pt x="192" y="32170"/>
                        </a:cubicBezTo>
                        <a:cubicBezTo>
                          <a:pt x="857" y="27338"/>
                          <a:pt x="2542" y="21974"/>
                          <a:pt x="3605" y="19536"/>
                        </a:cubicBezTo>
                        <a:cubicBezTo>
                          <a:pt x="4536" y="17054"/>
                          <a:pt x="7107" y="11113"/>
                          <a:pt x="10388" y="6547"/>
                        </a:cubicBezTo>
                        <a:cubicBezTo>
                          <a:pt x="13580" y="1892"/>
                          <a:pt x="17304" y="-1299"/>
                          <a:pt x="18944" y="51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77" name="Forme libre : forme 21176">
                    <a:extLst>
                      <a:ext uri="{FF2B5EF4-FFF2-40B4-BE49-F238E27FC236}">
                        <a16:creationId xmlns:a16="http://schemas.microsoft.com/office/drawing/2014/main" id="{047607E8-1836-45FA-AF01-00E274FA9DDE}"/>
                      </a:ext>
                    </a:extLst>
                  </p:cNvPr>
                  <p:cNvSpPr/>
                  <p:nvPr/>
                </p:nvSpPr>
                <p:spPr>
                  <a:xfrm>
                    <a:off x="7263791" y="1063229"/>
                    <a:ext cx="30123" cy="50834"/>
                  </a:xfrm>
                  <a:custGeom>
                    <a:avLst/>
                    <a:gdLst>
                      <a:gd name="connsiteX0" fmla="*/ 8442 w 30123"/>
                      <a:gd name="connsiteY0" fmla="*/ 50586 h 50834"/>
                      <a:gd name="connsiteX1" fmla="*/ 14515 w 30123"/>
                      <a:gd name="connsiteY1" fmla="*/ 45532 h 50834"/>
                      <a:gd name="connsiteX2" fmla="*/ 20278 w 30123"/>
                      <a:gd name="connsiteY2" fmla="*/ 37375 h 50834"/>
                      <a:gd name="connsiteX3" fmla="*/ 25199 w 30123"/>
                      <a:gd name="connsiteY3" fmla="*/ 27977 h 50834"/>
                      <a:gd name="connsiteX4" fmla="*/ 29987 w 30123"/>
                      <a:gd name="connsiteY4" fmla="*/ 9048 h 50834"/>
                      <a:gd name="connsiteX5" fmla="*/ 26928 w 30123"/>
                      <a:gd name="connsiteY5" fmla="*/ 4 h 50834"/>
                      <a:gd name="connsiteX6" fmla="*/ 21786 w 30123"/>
                      <a:gd name="connsiteY6" fmla="*/ 5014 h 50834"/>
                      <a:gd name="connsiteX7" fmla="*/ 9683 w 30123"/>
                      <a:gd name="connsiteY7" fmla="*/ 20884 h 50834"/>
                      <a:gd name="connsiteX8" fmla="*/ 19 w 30123"/>
                      <a:gd name="connsiteY8" fmla="*/ 39193 h 50834"/>
                      <a:gd name="connsiteX9" fmla="*/ 8442 w 30123"/>
                      <a:gd name="connsiteY9" fmla="*/ 50586 h 50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0123" h="50834">
                        <a:moveTo>
                          <a:pt x="8442" y="50586"/>
                        </a:moveTo>
                        <a:cubicBezTo>
                          <a:pt x="11456" y="49611"/>
                          <a:pt x="12254" y="48547"/>
                          <a:pt x="14515" y="45532"/>
                        </a:cubicBezTo>
                        <a:cubicBezTo>
                          <a:pt x="16687" y="42651"/>
                          <a:pt x="18505" y="40124"/>
                          <a:pt x="20278" y="37375"/>
                        </a:cubicBezTo>
                        <a:cubicBezTo>
                          <a:pt x="22184" y="34671"/>
                          <a:pt x="23559" y="31657"/>
                          <a:pt x="25199" y="27977"/>
                        </a:cubicBezTo>
                        <a:cubicBezTo>
                          <a:pt x="27593" y="21771"/>
                          <a:pt x="29588" y="14811"/>
                          <a:pt x="29987" y="9048"/>
                        </a:cubicBezTo>
                        <a:cubicBezTo>
                          <a:pt x="30430" y="4836"/>
                          <a:pt x="29898" y="270"/>
                          <a:pt x="26928" y="4"/>
                        </a:cubicBezTo>
                        <a:cubicBezTo>
                          <a:pt x="25066" y="-129"/>
                          <a:pt x="23603" y="2886"/>
                          <a:pt x="21786" y="5014"/>
                        </a:cubicBezTo>
                        <a:cubicBezTo>
                          <a:pt x="17796" y="10200"/>
                          <a:pt x="14294" y="15520"/>
                          <a:pt x="9683" y="20884"/>
                        </a:cubicBezTo>
                        <a:cubicBezTo>
                          <a:pt x="5693" y="25406"/>
                          <a:pt x="285" y="30637"/>
                          <a:pt x="19" y="39193"/>
                        </a:cubicBezTo>
                        <a:cubicBezTo>
                          <a:pt x="-336" y="46906"/>
                          <a:pt x="4363" y="52049"/>
                          <a:pt x="8442" y="5058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78" name="Forme libre : forme 21177">
                    <a:extLst>
                      <a:ext uri="{FF2B5EF4-FFF2-40B4-BE49-F238E27FC236}">
                        <a16:creationId xmlns:a16="http://schemas.microsoft.com/office/drawing/2014/main" id="{37C15C1E-8264-4B5D-AF2A-0295A8200E9E}"/>
                      </a:ext>
                    </a:extLst>
                  </p:cNvPr>
                  <p:cNvSpPr/>
                  <p:nvPr/>
                </p:nvSpPr>
                <p:spPr>
                  <a:xfrm>
                    <a:off x="7266002" y="1083143"/>
                    <a:ext cx="4658" cy="19287"/>
                  </a:xfrm>
                  <a:custGeom>
                    <a:avLst/>
                    <a:gdLst>
                      <a:gd name="connsiteX0" fmla="*/ 1177 w 4658"/>
                      <a:gd name="connsiteY0" fmla="*/ 17284 h 19287"/>
                      <a:gd name="connsiteX1" fmla="*/ 2152 w 4658"/>
                      <a:gd name="connsiteY1" fmla="*/ 19190 h 19287"/>
                      <a:gd name="connsiteX2" fmla="*/ 3438 w 4658"/>
                      <a:gd name="connsiteY2" fmla="*/ 17949 h 19287"/>
                      <a:gd name="connsiteX3" fmla="*/ 4015 w 4658"/>
                      <a:gd name="connsiteY3" fmla="*/ 14580 h 19287"/>
                      <a:gd name="connsiteX4" fmla="*/ 4547 w 4658"/>
                      <a:gd name="connsiteY4" fmla="*/ 6157 h 19287"/>
                      <a:gd name="connsiteX5" fmla="*/ 4591 w 4658"/>
                      <a:gd name="connsiteY5" fmla="*/ 3098 h 19287"/>
                      <a:gd name="connsiteX6" fmla="*/ 335 w 4658"/>
                      <a:gd name="connsiteY6" fmla="*/ 3985 h 19287"/>
                      <a:gd name="connsiteX7" fmla="*/ 1177 w 4658"/>
                      <a:gd name="connsiteY7" fmla="*/ 17284 h 19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58" h="19287">
                        <a:moveTo>
                          <a:pt x="1177" y="17284"/>
                        </a:moveTo>
                        <a:cubicBezTo>
                          <a:pt x="1443" y="18215"/>
                          <a:pt x="1621" y="18836"/>
                          <a:pt x="2152" y="19190"/>
                        </a:cubicBezTo>
                        <a:cubicBezTo>
                          <a:pt x="2685" y="19545"/>
                          <a:pt x="3128" y="18880"/>
                          <a:pt x="3438" y="17949"/>
                        </a:cubicBezTo>
                        <a:cubicBezTo>
                          <a:pt x="3704" y="17062"/>
                          <a:pt x="3837" y="15644"/>
                          <a:pt x="4015" y="14580"/>
                        </a:cubicBezTo>
                        <a:cubicBezTo>
                          <a:pt x="4325" y="11831"/>
                          <a:pt x="4547" y="8861"/>
                          <a:pt x="4547" y="6157"/>
                        </a:cubicBezTo>
                        <a:cubicBezTo>
                          <a:pt x="4635" y="5049"/>
                          <a:pt x="4724" y="4029"/>
                          <a:pt x="4591" y="3098"/>
                        </a:cubicBezTo>
                        <a:cubicBezTo>
                          <a:pt x="3970" y="-847"/>
                          <a:pt x="1399" y="-1512"/>
                          <a:pt x="335" y="3985"/>
                        </a:cubicBezTo>
                        <a:cubicBezTo>
                          <a:pt x="-419" y="8329"/>
                          <a:pt x="202" y="13605"/>
                          <a:pt x="1177" y="1728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79" name="Forme libre : forme 21178">
                    <a:extLst>
                      <a:ext uri="{FF2B5EF4-FFF2-40B4-BE49-F238E27FC236}">
                        <a16:creationId xmlns:a16="http://schemas.microsoft.com/office/drawing/2014/main" id="{5CBFBF8B-8B72-4995-8621-C8A61B6BB9D1}"/>
                      </a:ext>
                    </a:extLst>
                  </p:cNvPr>
                  <p:cNvSpPr/>
                  <p:nvPr/>
                </p:nvSpPr>
                <p:spPr>
                  <a:xfrm>
                    <a:off x="7299186" y="1040403"/>
                    <a:ext cx="2844" cy="28504"/>
                  </a:xfrm>
                  <a:custGeom>
                    <a:avLst/>
                    <a:gdLst>
                      <a:gd name="connsiteX0" fmla="*/ 2084 w 2844"/>
                      <a:gd name="connsiteY0" fmla="*/ 0 h 28504"/>
                      <a:gd name="connsiteX1" fmla="*/ 0 w 2844"/>
                      <a:gd name="connsiteY1" fmla="*/ 28505 h 28504"/>
                      <a:gd name="connsiteX2" fmla="*/ 2084 w 2844"/>
                      <a:gd name="connsiteY2" fmla="*/ 0 h 28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44" h="28504">
                        <a:moveTo>
                          <a:pt x="2084" y="0"/>
                        </a:moveTo>
                        <a:cubicBezTo>
                          <a:pt x="4389" y="7049"/>
                          <a:pt x="798" y="20082"/>
                          <a:pt x="0" y="28505"/>
                        </a:cubicBezTo>
                        <a:cubicBezTo>
                          <a:pt x="1064" y="19461"/>
                          <a:pt x="1419" y="8512"/>
                          <a:pt x="20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80" name="Forme libre : forme 21179">
                    <a:extLst>
                      <a:ext uri="{FF2B5EF4-FFF2-40B4-BE49-F238E27FC236}">
                        <a16:creationId xmlns:a16="http://schemas.microsoft.com/office/drawing/2014/main" id="{CDC0F621-DACC-4A8E-A2E0-AAA63A81F6F2}"/>
                      </a:ext>
                    </a:extLst>
                  </p:cNvPr>
                  <p:cNvSpPr/>
                  <p:nvPr/>
                </p:nvSpPr>
                <p:spPr>
                  <a:xfrm>
                    <a:off x="7257674" y="1088857"/>
                    <a:ext cx="8529" cy="34711"/>
                  </a:xfrm>
                  <a:custGeom>
                    <a:avLst/>
                    <a:gdLst>
                      <a:gd name="connsiteX0" fmla="*/ 506 w 8529"/>
                      <a:gd name="connsiteY0" fmla="*/ 0 h 34711"/>
                      <a:gd name="connsiteX1" fmla="*/ 107 w 8529"/>
                      <a:gd name="connsiteY1" fmla="*/ 10063 h 34711"/>
                      <a:gd name="connsiteX2" fmla="*/ 1659 w 8529"/>
                      <a:gd name="connsiteY2" fmla="*/ 19417 h 34711"/>
                      <a:gd name="connsiteX3" fmla="*/ 8530 w 8529"/>
                      <a:gd name="connsiteY3" fmla="*/ 34711 h 34711"/>
                      <a:gd name="connsiteX4" fmla="*/ 2235 w 8529"/>
                      <a:gd name="connsiteY4" fmla="*/ 19018 h 34711"/>
                      <a:gd name="connsiteX5" fmla="*/ 816 w 8529"/>
                      <a:gd name="connsiteY5" fmla="*/ 9398 h 34711"/>
                      <a:gd name="connsiteX6" fmla="*/ 506 w 8529"/>
                      <a:gd name="connsiteY6" fmla="*/ 0 h 34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529" h="34711">
                        <a:moveTo>
                          <a:pt x="506" y="0"/>
                        </a:moveTo>
                        <a:cubicBezTo>
                          <a:pt x="107" y="3458"/>
                          <a:pt x="-159" y="6827"/>
                          <a:pt x="107" y="10063"/>
                        </a:cubicBezTo>
                        <a:cubicBezTo>
                          <a:pt x="417" y="13344"/>
                          <a:pt x="949" y="16447"/>
                          <a:pt x="1659" y="19417"/>
                        </a:cubicBezTo>
                        <a:cubicBezTo>
                          <a:pt x="3432" y="25313"/>
                          <a:pt x="5648" y="30500"/>
                          <a:pt x="8530" y="34711"/>
                        </a:cubicBezTo>
                        <a:cubicBezTo>
                          <a:pt x="5604" y="30899"/>
                          <a:pt x="3742" y="25269"/>
                          <a:pt x="2235" y="19018"/>
                        </a:cubicBezTo>
                        <a:cubicBezTo>
                          <a:pt x="1659" y="15915"/>
                          <a:pt x="1171" y="12634"/>
                          <a:pt x="816" y="9398"/>
                        </a:cubicBezTo>
                        <a:cubicBezTo>
                          <a:pt x="506" y="6206"/>
                          <a:pt x="506" y="3015"/>
                          <a:pt x="50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81" name="Forme libre : forme 21180">
                    <a:extLst>
                      <a:ext uri="{FF2B5EF4-FFF2-40B4-BE49-F238E27FC236}">
                        <a16:creationId xmlns:a16="http://schemas.microsoft.com/office/drawing/2014/main" id="{AF3506E9-1447-4A91-954F-7E59C258982F}"/>
                      </a:ext>
                    </a:extLst>
                  </p:cNvPr>
                  <p:cNvSpPr/>
                  <p:nvPr/>
                </p:nvSpPr>
                <p:spPr>
                  <a:xfrm>
                    <a:off x="7275747" y="1059713"/>
                    <a:ext cx="8569" cy="15273"/>
                  </a:xfrm>
                  <a:custGeom>
                    <a:avLst/>
                    <a:gdLst>
                      <a:gd name="connsiteX0" fmla="*/ 8366 w 8569"/>
                      <a:gd name="connsiteY0" fmla="*/ 328 h 15273"/>
                      <a:gd name="connsiteX1" fmla="*/ 5174 w 8569"/>
                      <a:gd name="connsiteY1" fmla="*/ 9638 h 15273"/>
                      <a:gd name="connsiteX2" fmla="*/ 342 w 8569"/>
                      <a:gd name="connsiteY2" fmla="*/ 14957 h 15273"/>
                      <a:gd name="connsiteX3" fmla="*/ 3002 w 8569"/>
                      <a:gd name="connsiteY3" fmla="*/ 5914 h 15273"/>
                      <a:gd name="connsiteX4" fmla="*/ 8366 w 8569"/>
                      <a:gd name="connsiteY4" fmla="*/ 328 h 15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9" h="15273">
                        <a:moveTo>
                          <a:pt x="8366" y="328"/>
                        </a:moveTo>
                        <a:cubicBezTo>
                          <a:pt x="9430" y="2057"/>
                          <a:pt x="6017" y="7731"/>
                          <a:pt x="5174" y="9638"/>
                        </a:cubicBezTo>
                        <a:cubicBezTo>
                          <a:pt x="4199" y="11411"/>
                          <a:pt x="1495" y="16597"/>
                          <a:pt x="342" y="14957"/>
                        </a:cubicBezTo>
                        <a:cubicBezTo>
                          <a:pt x="-1032" y="13184"/>
                          <a:pt x="2115" y="7643"/>
                          <a:pt x="3002" y="5914"/>
                        </a:cubicBezTo>
                        <a:cubicBezTo>
                          <a:pt x="4022" y="4185"/>
                          <a:pt x="7347" y="-1401"/>
                          <a:pt x="8366" y="32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82" name="Forme libre : forme 21181">
                    <a:extLst>
                      <a:ext uri="{FF2B5EF4-FFF2-40B4-BE49-F238E27FC236}">
                        <a16:creationId xmlns:a16="http://schemas.microsoft.com/office/drawing/2014/main" id="{6B6B6690-AA04-4887-924D-22E4CEE489FC}"/>
                      </a:ext>
                    </a:extLst>
                  </p:cNvPr>
                  <p:cNvSpPr/>
                  <p:nvPr/>
                </p:nvSpPr>
                <p:spPr>
                  <a:xfrm>
                    <a:off x="7282498" y="1057506"/>
                    <a:ext cx="2717" cy="4317"/>
                  </a:xfrm>
                  <a:custGeom>
                    <a:avLst/>
                    <a:gdLst>
                      <a:gd name="connsiteX0" fmla="*/ 2414 w 2717"/>
                      <a:gd name="connsiteY0" fmla="*/ 8 h 4317"/>
                      <a:gd name="connsiteX1" fmla="*/ 2103 w 2717"/>
                      <a:gd name="connsiteY1" fmla="*/ 2314 h 4317"/>
                      <a:gd name="connsiteX2" fmla="*/ 330 w 2717"/>
                      <a:gd name="connsiteY2" fmla="*/ 4309 h 4317"/>
                      <a:gd name="connsiteX3" fmla="*/ 507 w 2717"/>
                      <a:gd name="connsiteY3" fmla="*/ 2048 h 4317"/>
                      <a:gd name="connsiteX4" fmla="*/ 2414 w 2717"/>
                      <a:gd name="connsiteY4" fmla="*/ 8 h 4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7" h="4317">
                        <a:moveTo>
                          <a:pt x="2414" y="8"/>
                        </a:moveTo>
                        <a:cubicBezTo>
                          <a:pt x="3079" y="141"/>
                          <a:pt x="2502" y="1604"/>
                          <a:pt x="2103" y="2314"/>
                        </a:cubicBezTo>
                        <a:cubicBezTo>
                          <a:pt x="1749" y="3023"/>
                          <a:pt x="995" y="4442"/>
                          <a:pt x="330" y="4309"/>
                        </a:cubicBezTo>
                        <a:cubicBezTo>
                          <a:pt x="-335" y="4176"/>
                          <a:pt x="153" y="2757"/>
                          <a:pt x="507" y="2048"/>
                        </a:cubicBezTo>
                        <a:cubicBezTo>
                          <a:pt x="906" y="1338"/>
                          <a:pt x="1749" y="-124"/>
                          <a:pt x="2414" y="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83" name="Forme libre : forme 21182">
                    <a:extLst>
                      <a:ext uri="{FF2B5EF4-FFF2-40B4-BE49-F238E27FC236}">
                        <a16:creationId xmlns:a16="http://schemas.microsoft.com/office/drawing/2014/main" id="{5CE85131-0DF7-4B57-AB4A-2FE5920230B8}"/>
                      </a:ext>
                    </a:extLst>
                  </p:cNvPr>
                  <p:cNvSpPr/>
                  <p:nvPr/>
                </p:nvSpPr>
                <p:spPr>
                  <a:xfrm>
                    <a:off x="7266158" y="1039339"/>
                    <a:ext cx="31789" cy="32732"/>
                  </a:xfrm>
                  <a:custGeom>
                    <a:avLst/>
                    <a:gdLst>
                      <a:gd name="connsiteX0" fmla="*/ 18887 w 31789"/>
                      <a:gd name="connsiteY0" fmla="*/ 4522 h 32732"/>
                      <a:gd name="connsiteX1" fmla="*/ 30590 w 31789"/>
                      <a:gd name="connsiteY1" fmla="*/ 0 h 32732"/>
                      <a:gd name="connsiteX2" fmla="*/ 30945 w 31789"/>
                      <a:gd name="connsiteY2" fmla="*/ 3901 h 32732"/>
                      <a:gd name="connsiteX3" fmla="*/ 26822 w 31789"/>
                      <a:gd name="connsiteY3" fmla="*/ 6960 h 32732"/>
                      <a:gd name="connsiteX4" fmla="*/ 14099 w 31789"/>
                      <a:gd name="connsiteY4" fmla="*/ 16846 h 32732"/>
                      <a:gd name="connsiteX5" fmla="*/ 6962 w 31789"/>
                      <a:gd name="connsiteY5" fmla="*/ 26865 h 32732"/>
                      <a:gd name="connsiteX6" fmla="*/ 490 w 31789"/>
                      <a:gd name="connsiteY6" fmla="*/ 32051 h 32732"/>
                      <a:gd name="connsiteX7" fmla="*/ 2485 w 31789"/>
                      <a:gd name="connsiteY7" fmla="*/ 21057 h 32732"/>
                      <a:gd name="connsiteX8" fmla="*/ 5942 w 31789"/>
                      <a:gd name="connsiteY8" fmla="*/ 15028 h 32732"/>
                      <a:gd name="connsiteX9" fmla="*/ 9267 w 31789"/>
                      <a:gd name="connsiteY9" fmla="*/ 10861 h 32732"/>
                      <a:gd name="connsiteX10" fmla="*/ 18887 w 31789"/>
                      <a:gd name="connsiteY10" fmla="*/ 4522 h 32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1789" h="32732">
                        <a:moveTo>
                          <a:pt x="18887" y="4522"/>
                        </a:moveTo>
                        <a:cubicBezTo>
                          <a:pt x="23187" y="1773"/>
                          <a:pt x="26556" y="44"/>
                          <a:pt x="30590" y="0"/>
                        </a:cubicBezTo>
                        <a:cubicBezTo>
                          <a:pt x="32053" y="0"/>
                          <a:pt x="32186" y="2217"/>
                          <a:pt x="30945" y="3901"/>
                        </a:cubicBezTo>
                        <a:cubicBezTo>
                          <a:pt x="29748" y="5630"/>
                          <a:pt x="28285" y="6206"/>
                          <a:pt x="26822" y="6960"/>
                        </a:cubicBezTo>
                        <a:cubicBezTo>
                          <a:pt x="22256" y="9265"/>
                          <a:pt x="18178" y="12634"/>
                          <a:pt x="14099" y="16846"/>
                        </a:cubicBezTo>
                        <a:cubicBezTo>
                          <a:pt x="12769" y="18131"/>
                          <a:pt x="9666" y="22830"/>
                          <a:pt x="6962" y="26865"/>
                        </a:cubicBezTo>
                        <a:cubicBezTo>
                          <a:pt x="4169" y="30854"/>
                          <a:pt x="1642" y="34224"/>
                          <a:pt x="490" y="32051"/>
                        </a:cubicBezTo>
                        <a:cubicBezTo>
                          <a:pt x="-752" y="29835"/>
                          <a:pt x="534" y="25402"/>
                          <a:pt x="2485" y="21057"/>
                        </a:cubicBezTo>
                        <a:cubicBezTo>
                          <a:pt x="3548" y="18929"/>
                          <a:pt x="4790" y="16801"/>
                          <a:pt x="5942" y="15028"/>
                        </a:cubicBezTo>
                        <a:cubicBezTo>
                          <a:pt x="7184" y="13255"/>
                          <a:pt x="8380" y="11792"/>
                          <a:pt x="9267" y="10861"/>
                        </a:cubicBezTo>
                        <a:cubicBezTo>
                          <a:pt x="12902" y="7182"/>
                          <a:pt x="15606" y="6605"/>
                          <a:pt x="18887" y="452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61" name="Graphique 2">
                <a:extLst>
                  <a:ext uri="{FF2B5EF4-FFF2-40B4-BE49-F238E27FC236}">
                    <a16:creationId xmlns:a16="http://schemas.microsoft.com/office/drawing/2014/main" id="{3D3BB57C-26C6-4D8A-8049-D4E3A3FD57B9}"/>
                  </a:ext>
                </a:extLst>
              </p:cNvPr>
              <p:cNvGrpSpPr/>
              <p:nvPr/>
            </p:nvGrpSpPr>
            <p:grpSpPr>
              <a:xfrm>
                <a:off x="7432034" y="860171"/>
                <a:ext cx="139409" cy="95647"/>
                <a:chOff x="7432034" y="860171"/>
                <a:chExt cx="139409" cy="95647"/>
              </a:xfrm>
              <a:solidFill>
                <a:schemeClr val="accent1"/>
              </a:solidFill>
            </p:grpSpPr>
            <p:grpSp>
              <p:nvGrpSpPr>
                <p:cNvPr id="21105" name="Graphique 2">
                  <a:extLst>
                    <a:ext uri="{FF2B5EF4-FFF2-40B4-BE49-F238E27FC236}">
                      <a16:creationId xmlns:a16="http://schemas.microsoft.com/office/drawing/2014/main" id="{6985F9CA-3D08-4F10-9BE7-DD95D753F345}"/>
                    </a:ext>
                  </a:extLst>
                </p:cNvPr>
                <p:cNvGrpSpPr/>
                <p:nvPr/>
              </p:nvGrpSpPr>
              <p:grpSpPr>
                <a:xfrm>
                  <a:off x="7432034" y="907234"/>
                  <a:ext cx="75121" cy="48585"/>
                  <a:chOff x="7432034" y="907234"/>
                  <a:chExt cx="75121" cy="48585"/>
                </a:xfrm>
                <a:solidFill>
                  <a:schemeClr val="accent1"/>
                </a:solidFill>
              </p:grpSpPr>
              <p:sp>
                <p:nvSpPr>
                  <p:cNvPr id="21119" name="Forme libre : forme 21118">
                    <a:extLst>
                      <a:ext uri="{FF2B5EF4-FFF2-40B4-BE49-F238E27FC236}">
                        <a16:creationId xmlns:a16="http://schemas.microsoft.com/office/drawing/2014/main" id="{0A0D0F94-432B-45D5-808B-F99AE1430630}"/>
                      </a:ext>
                    </a:extLst>
                  </p:cNvPr>
                  <p:cNvSpPr/>
                  <p:nvPr/>
                </p:nvSpPr>
                <p:spPr>
                  <a:xfrm>
                    <a:off x="7432034" y="907234"/>
                    <a:ext cx="75121" cy="48585"/>
                  </a:xfrm>
                  <a:custGeom>
                    <a:avLst/>
                    <a:gdLst>
                      <a:gd name="connsiteX0" fmla="*/ 58529 w 75121"/>
                      <a:gd name="connsiteY0" fmla="*/ 33912 h 48585"/>
                      <a:gd name="connsiteX1" fmla="*/ 33039 w 75121"/>
                      <a:gd name="connsiteY1" fmla="*/ 46147 h 48585"/>
                      <a:gd name="connsiteX2" fmla="*/ 3647 w 75121"/>
                      <a:gd name="connsiteY2" fmla="*/ 43753 h 48585"/>
                      <a:gd name="connsiteX3" fmla="*/ 500 w 75121"/>
                      <a:gd name="connsiteY3" fmla="*/ 34222 h 48585"/>
                      <a:gd name="connsiteX4" fmla="*/ 19562 w 75121"/>
                      <a:gd name="connsiteY4" fmla="*/ 13741 h 48585"/>
                      <a:gd name="connsiteX5" fmla="*/ 41683 w 75121"/>
                      <a:gd name="connsiteY5" fmla="*/ 3190 h 48585"/>
                      <a:gd name="connsiteX6" fmla="*/ 69168 w 75121"/>
                      <a:gd name="connsiteY6" fmla="*/ 2437 h 48585"/>
                      <a:gd name="connsiteX7" fmla="*/ 75064 w 75121"/>
                      <a:gd name="connsiteY7" fmla="*/ 10239 h 48585"/>
                      <a:gd name="connsiteX8" fmla="*/ 58529 w 75121"/>
                      <a:gd name="connsiteY8" fmla="*/ 33912 h 48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5121" h="48585">
                        <a:moveTo>
                          <a:pt x="58529" y="33912"/>
                        </a:moveTo>
                        <a:cubicBezTo>
                          <a:pt x="52810" y="37458"/>
                          <a:pt x="39644" y="43798"/>
                          <a:pt x="33039" y="46147"/>
                        </a:cubicBezTo>
                        <a:cubicBezTo>
                          <a:pt x="20714" y="50625"/>
                          <a:pt x="12513" y="48408"/>
                          <a:pt x="3647" y="43753"/>
                        </a:cubicBezTo>
                        <a:cubicBezTo>
                          <a:pt x="588" y="42113"/>
                          <a:pt x="-830" y="37237"/>
                          <a:pt x="500" y="34222"/>
                        </a:cubicBezTo>
                        <a:cubicBezTo>
                          <a:pt x="4445" y="25489"/>
                          <a:pt x="9455" y="19017"/>
                          <a:pt x="19562" y="13741"/>
                        </a:cubicBezTo>
                        <a:cubicBezTo>
                          <a:pt x="24970" y="10948"/>
                          <a:pt x="36009" y="5762"/>
                          <a:pt x="41683" y="3190"/>
                        </a:cubicBezTo>
                        <a:cubicBezTo>
                          <a:pt x="52278" y="-1597"/>
                          <a:pt x="60036" y="-267"/>
                          <a:pt x="69168" y="2437"/>
                        </a:cubicBezTo>
                        <a:cubicBezTo>
                          <a:pt x="72316" y="3368"/>
                          <a:pt x="75596" y="7003"/>
                          <a:pt x="75064" y="10239"/>
                        </a:cubicBezTo>
                        <a:cubicBezTo>
                          <a:pt x="73646" y="19504"/>
                          <a:pt x="69301" y="27351"/>
                          <a:pt x="58529" y="3391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20" name="Forme libre : forme 21119">
                    <a:extLst>
                      <a:ext uri="{FF2B5EF4-FFF2-40B4-BE49-F238E27FC236}">
                        <a16:creationId xmlns:a16="http://schemas.microsoft.com/office/drawing/2014/main" id="{C63C5BA2-6306-4567-BD3C-60CEFE73E4B0}"/>
                      </a:ext>
                    </a:extLst>
                  </p:cNvPr>
                  <p:cNvSpPr/>
                  <p:nvPr/>
                </p:nvSpPr>
                <p:spPr>
                  <a:xfrm>
                    <a:off x="7432800" y="917163"/>
                    <a:ext cx="74343" cy="38564"/>
                  </a:xfrm>
                  <a:custGeom>
                    <a:avLst/>
                    <a:gdLst>
                      <a:gd name="connsiteX0" fmla="*/ 31120 w 74343"/>
                      <a:gd name="connsiteY0" fmla="*/ 22963 h 38564"/>
                      <a:gd name="connsiteX1" fmla="*/ 0 w 74343"/>
                      <a:gd name="connsiteY1" fmla="*/ 30411 h 38564"/>
                      <a:gd name="connsiteX2" fmla="*/ 2837 w 74343"/>
                      <a:gd name="connsiteY2" fmla="*/ 33736 h 38564"/>
                      <a:gd name="connsiteX3" fmla="*/ 7403 w 74343"/>
                      <a:gd name="connsiteY3" fmla="*/ 35908 h 38564"/>
                      <a:gd name="connsiteX4" fmla="*/ 21368 w 74343"/>
                      <a:gd name="connsiteY4" fmla="*/ 38524 h 38564"/>
                      <a:gd name="connsiteX5" fmla="*/ 32273 w 74343"/>
                      <a:gd name="connsiteY5" fmla="*/ 36130 h 38564"/>
                      <a:gd name="connsiteX6" fmla="*/ 36529 w 74343"/>
                      <a:gd name="connsiteY6" fmla="*/ 34445 h 38564"/>
                      <a:gd name="connsiteX7" fmla="*/ 55946 w 74343"/>
                      <a:gd name="connsiteY7" fmla="*/ 24958 h 38564"/>
                      <a:gd name="connsiteX8" fmla="*/ 57763 w 74343"/>
                      <a:gd name="connsiteY8" fmla="*/ 23894 h 38564"/>
                      <a:gd name="connsiteX9" fmla="*/ 66940 w 74343"/>
                      <a:gd name="connsiteY9" fmla="*/ 16402 h 38564"/>
                      <a:gd name="connsiteX10" fmla="*/ 73412 w 74343"/>
                      <a:gd name="connsiteY10" fmla="*/ 4477 h 38564"/>
                      <a:gd name="connsiteX11" fmla="*/ 74343 w 74343"/>
                      <a:gd name="connsiteY11" fmla="*/ 177 h 38564"/>
                      <a:gd name="connsiteX12" fmla="*/ 74343 w 74343"/>
                      <a:gd name="connsiteY12" fmla="*/ 0 h 38564"/>
                      <a:gd name="connsiteX13" fmla="*/ 31120 w 74343"/>
                      <a:gd name="connsiteY13" fmla="*/ 22963 h 38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4343" h="38564">
                        <a:moveTo>
                          <a:pt x="31120" y="22963"/>
                        </a:moveTo>
                        <a:cubicBezTo>
                          <a:pt x="21323" y="28194"/>
                          <a:pt x="9886" y="32406"/>
                          <a:pt x="0" y="30411"/>
                        </a:cubicBezTo>
                        <a:cubicBezTo>
                          <a:pt x="621" y="31830"/>
                          <a:pt x="1596" y="33027"/>
                          <a:pt x="2837" y="33736"/>
                        </a:cubicBezTo>
                        <a:cubicBezTo>
                          <a:pt x="4345" y="34534"/>
                          <a:pt x="5896" y="35287"/>
                          <a:pt x="7403" y="35908"/>
                        </a:cubicBezTo>
                        <a:cubicBezTo>
                          <a:pt x="11792" y="37726"/>
                          <a:pt x="16225" y="38790"/>
                          <a:pt x="21368" y="38524"/>
                        </a:cubicBezTo>
                        <a:cubicBezTo>
                          <a:pt x="24692" y="38346"/>
                          <a:pt x="28239" y="37593"/>
                          <a:pt x="32273" y="36130"/>
                        </a:cubicBezTo>
                        <a:cubicBezTo>
                          <a:pt x="33470" y="35686"/>
                          <a:pt x="34933" y="35110"/>
                          <a:pt x="36529" y="34445"/>
                        </a:cubicBezTo>
                        <a:cubicBezTo>
                          <a:pt x="42691" y="31874"/>
                          <a:pt x="50892" y="27840"/>
                          <a:pt x="55946" y="24958"/>
                        </a:cubicBezTo>
                        <a:cubicBezTo>
                          <a:pt x="56611" y="24559"/>
                          <a:pt x="57187" y="24205"/>
                          <a:pt x="57763" y="23894"/>
                        </a:cubicBezTo>
                        <a:cubicBezTo>
                          <a:pt x="61576" y="21589"/>
                          <a:pt x="64590" y="19062"/>
                          <a:pt x="66940" y="16402"/>
                        </a:cubicBezTo>
                        <a:cubicBezTo>
                          <a:pt x="70132" y="12723"/>
                          <a:pt x="72082" y="8733"/>
                          <a:pt x="73412" y="4477"/>
                        </a:cubicBezTo>
                        <a:cubicBezTo>
                          <a:pt x="73811" y="3103"/>
                          <a:pt x="74122" y="1640"/>
                          <a:pt x="74343" y="177"/>
                        </a:cubicBezTo>
                        <a:lnTo>
                          <a:pt x="74343" y="0"/>
                        </a:lnTo>
                        <a:cubicBezTo>
                          <a:pt x="60246" y="8201"/>
                          <a:pt x="45173" y="15472"/>
                          <a:pt x="31120" y="2296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21" name="Forme libre : forme 21120">
                    <a:extLst>
                      <a:ext uri="{FF2B5EF4-FFF2-40B4-BE49-F238E27FC236}">
                        <a16:creationId xmlns:a16="http://schemas.microsoft.com/office/drawing/2014/main" id="{8359167E-77D0-4320-819A-05BB30FA3F11}"/>
                      </a:ext>
                    </a:extLst>
                  </p:cNvPr>
                  <p:cNvSpPr/>
                  <p:nvPr/>
                </p:nvSpPr>
                <p:spPr>
                  <a:xfrm>
                    <a:off x="7458647" y="919776"/>
                    <a:ext cx="34352" cy="19612"/>
                  </a:xfrm>
                  <a:custGeom>
                    <a:avLst/>
                    <a:gdLst>
                      <a:gd name="connsiteX0" fmla="*/ 34044 w 34352"/>
                      <a:gd name="connsiteY0" fmla="*/ 1332 h 19612"/>
                      <a:gd name="connsiteX1" fmla="*/ 19282 w 34352"/>
                      <a:gd name="connsiteY1" fmla="*/ 15518 h 19612"/>
                      <a:gd name="connsiteX2" fmla="*/ 264 w 34352"/>
                      <a:gd name="connsiteY2" fmla="*/ 17557 h 19612"/>
                      <a:gd name="connsiteX3" fmla="*/ 14139 w 34352"/>
                      <a:gd name="connsiteY3" fmla="*/ 5189 h 19612"/>
                      <a:gd name="connsiteX4" fmla="*/ 34044 w 34352"/>
                      <a:gd name="connsiteY4" fmla="*/ 1332 h 19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352" h="19612">
                        <a:moveTo>
                          <a:pt x="34044" y="1332"/>
                        </a:moveTo>
                        <a:cubicBezTo>
                          <a:pt x="36482" y="5455"/>
                          <a:pt x="23803" y="13346"/>
                          <a:pt x="19282" y="15518"/>
                        </a:cubicBezTo>
                        <a:cubicBezTo>
                          <a:pt x="14804" y="17823"/>
                          <a:pt x="2480" y="22212"/>
                          <a:pt x="264" y="17557"/>
                        </a:cubicBezTo>
                        <a:cubicBezTo>
                          <a:pt x="-1908" y="12947"/>
                          <a:pt x="9928" y="7095"/>
                          <a:pt x="14139" y="5189"/>
                        </a:cubicBezTo>
                        <a:cubicBezTo>
                          <a:pt x="18351" y="3416"/>
                          <a:pt x="31650" y="-2657"/>
                          <a:pt x="34044" y="133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22" name="Forme libre : forme 21121">
                    <a:extLst>
                      <a:ext uri="{FF2B5EF4-FFF2-40B4-BE49-F238E27FC236}">
                        <a16:creationId xmlns:a16="http://schemas.microsoft.com/office/drawing/2014/main" id="{0F412578-2673-4495-9FA3-D6A759D08F55}"/>
                      </a:ext>
                    </a:extLst>
                  </p:cNvPr>
                  <p:cNvSpPr/>
                  <p:nvPr/>
                </p:nvSpPr>
                <p:spPr>
                  <a:xfrm>
                    <a:off x="7458327" y="929886"/>
                    <a:ext cx="26694" cy="9416"/>
                  </a:xfrm>
                  <a:custGeom>
                    <a:avLst/>
                    <a:gdLst>
                      <a:gd name="connsiteX0" fmla="*/ 5815 w 26694"/>
                      <a:gd name="connsiteY0" fmla="*/ 0 h 9416"/>
                      <a:gd name="connsiteX1" fmla="*/ 451 w 26694"/>
                      <a:gd name="connsiteY1" fmla="*/ 7536 h 9416"/>
                      <a:gd name="connsiteX2" fmla="*/ 19824 w 26694"/>
                      <a:gd name="connsiteY2" fmla="*/ 5364 h 9416"/>
                      <a:gd name="connsiteX3" fmla="*/ 26695 w 26694"/>
                      <a:gd name="connsiteY3" fmla="*/ 1064 h 9416"/>
                      <a:gd name="connsiteX4" fmla="*/ 22705 w 26694"/>
                      <a:gd name="connsiteY4" fmla="*/ 2749 h 9416"/>
                      <a:gd name="connsiteX5" fmla="*/ 5815 w 26694"/>
                      <a:gd name="connsiteY5" fmla="*/ 0 h 9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694" h="9416">
                        <a:moveTo>
                          <a:pt x="5815" y="0"/>
                        </a:moveTo>
                        <a:cubicBezTo>
                          <a:pt x="4086" y="1818"/>
                          <a:pt x="-1633" y="4965"/>
                          <a:pt x="451" y="7536"/>
                        </a:cubicBezTo>
                        <a:cubicBezTo>
                          <a:pt x="3820" y="11659"/>
                          <a:pt x="14149" y="8113"/>
                          <a:pt x="19824" y="5364"/>
                        </a:cubicBezTo>
                        <a:cubicBezTo>
                          <a:pt x="21464" y="4566"/>
                          <a:pt x="25055" y="2394"/>
                          <a:pt x="26695" y="1064"/>
                        </a:cubicBezTo>
                        <a:cubicBezTo>
                          <a:pt x="25631" y="1552"/>
                          <a:pt x="23858" y="2483"/>
                          <a:pt x="22705" y="2749"/>
                        </a:cubicBezTo>
                        <a:cubicBezTo>
                          <a:pt x="16277" y="4123"/>
                          <a:pt x="8475" y="4965"/>
                          <a:pt x="5815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23" name="Forme libre : forme 21122">
                    <a:extLst>
                      <a:ext uri="{FF2B5EF4-FFF2-40B4-BE49-F238E27FC236}">
                        <a16:creationId xmlns:a16="http://schemas.microsoft.com/office/drawing/2014/main" id="{CCEEA2DE-6E00-4778-8DA9-692C0AE8676A}"/>
                      </a:ext>
                    </a:extLst>
                  </p:cNvPr>
                  <p:cNvSpPr/>
                  <p:nvPr/>
                </p:nvSpPr>
                <p:spPr>
                  <a:xfrm>
                    <a:off x="7460881" y="919634"/>
                    <a:ext cx="34221" cy="20236"/>
                  </a:xfrm>
                  <a:custGeom>
                    <a:avLst/>
                    <a:gdLst>
                      <a:gd name="connsiteX0" fmla="*/ 34115 w 34221"/>
                      <a:gd name="connsiteY0" fmla="*/ 1563 h 20236"/>
                      <a:gd name="connsiteX1" fmla="*/ 19264 w 34221"/>
                      <a:gd name="connsiteY1" fmla="*/ 16148 h 20236"/>
                      <a:gd name="connsiteX2" fmla="*/ 334 w 34221"/>
                      <a:gd name="connsiteY2" fmla="*/ 18143 h 20236"/>
                      <a:gd name="connsiteX3" fmla="*/ 14121 w 34221"/>
                      <a:gd name="connsiteY3" fmla="*/ 5775 h 20236"/>
                      <a:gd name="connsiteX4" fmla="*/ 34115 w 34221"/>
                      <a:gd name="connsiteY4" fmla="*/ 1563 h 20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21" h="20236">
                        <a:moveTo>
                          <a:pt x="34115" y="1563"/>
                        </a:moveTo>
                        <a:cubicBezTo>
                          <a:pt x="35444" y="6307"/>
                          <a:pt x="24051" y="13621"/>
                          <a:pt x="19264" y="16148"/>
                        </a:cubicBezTo>
                        <a:cubicBezTo>
                          <a:pt x="14520" y="18764"/>
                          <a:pt x="2905" y="22709"/>
                          <a:pt x="334" y="18143"/>
                        </a:cubicBezTo>
                        <a:cubicBezTo>
                          <a:pt x="-2193" y="13577"/>
                          <a:pt x="10309" y="7681"/>
                          <a:pt x="14121" y="5775"/>
                        </a:cubicBezTo>
                        <a:cubicBezTo>
                          <a:pt x="18022" y="3957"/>
                          <a:pt x="32873" y="-3092"/>
                          <a:pt x="34115" y="156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24" name="Forme libre : forme 21123">
                    <a:extLst>
                      <a:ext uri="{FF2B5EF4-FFF2-40B4-BE49-F238E27FC236}">
                        <a16:creationId xmlns:a16="http://schemas.microsoft.com/office/drawing/2014/main" id="{9AF87F25-BB61-42DE-A17B-A4D28403FEDA}"/>
                      </a:ext>
                    </a:extLst>
                  </p:cNvPr>
                  <p:cNvSpPr/>
                  <p:nvPr/>
                </p:nvSpPr>
                <p:spPr>
                  <a:xfrm>
                    <a:off x="7441709" y="929802"/>
                    <a:ext cx="46906" cy="19358"/>
                  </a:xfrm>
                  <a:custGeom>
                    <a:avLst/>
                    <a:gdLst>
                      <a:gd name="connsiteX0" fmla="*/ 1286 w 46906"/>
                      <a:gd name="connsiteY0" fmla="*/ 14580 h 19358"/>
                      <a:gd name="connsiteX1" fmla="*/ 7847 w 46906"/>
                      <a:gd name="connsiteY1" fmla="*/ 18082 h 19358"/>
                      <a:gd name="connsiteX2" fmla="*/ 26865 w 46906"/>
                      <a:gd name="connsiteY2" fmla="*/ 18215 h 19358"/>
                      <a:gd name="connsiteX3" fmla="*/ 43135 w 46906"/>
                      <a:gd name="connsiteY3" fmla="*/ 9260 h 19358"/>
                      <a:gd name="connsiteX4" fmla="*/ 46016 w 46906"/>
                      <a:gd name="connsiteY4" fmla="*/ 571 h 19358"/>
                      <a:gd name="connsiteX5" fmla="*/ 39588 w 46906"/>
                      <a:gd name="connsiteY5" fmla="*/ 837 h 19358"/>
                      <a:gd name="connsiteX6" fmla="*/ 22432 w 46906"/>
                      <a:gd name="connsiteY6" fmla="*/ 1768 h 19358"/>
                      <a:gd name="connsiteX7" fmla="*/ 5542 w 46906"/>
                      <a:gd name="connsiteY7" fmla="*/ 2566 h 19358"/>
                      <a:gd name="connsiteX8" fmla="*/ 1286 w 46906"/>
                      <a:gd name="connsiteY8" fmla="*/ 14580 h 19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06" h="19358">
                        <a:moveTo>
                          <a:pt x="1286" y="14580"/>
                        </a:moveTo>
                        <a:cubicBezTo>
                          <a:pt x="3281" y="16930"/>
                          <a:pt x="4523" y="17417"/>
                          <a:pt x="7847" y="18082"/>
                        </a:cubicBezTo>
                        <a:cubicBezTo>
                          <a:pt x="14187" y="19279"/>
                          <a:pt x="19506" y="20166"/>
                          <a:pt x="26865" y="18215"/>
                        </a:cubicBezTo>
                        <a:cubicBezTo>
                          <a:pt x="32983" y="16575"/>
                          <a:pt x="39234" y="13117"/>
                          <a:pt x="43135" y="9260"/>
                        </a:cubicBezTo>
                        <a:cubicBezTo>
                          <a:pt x="46061" y="6379"/>
                          <a:pt x="48188" y="2655"/>
                          <a:pt x="46016" y="571"/>
                        </a:cubicBezTo>
                        <a:cubicBezTo>
                          <a:pt x="44686" y="-714"/>
                          <a:pt x="42026" y="527"/>
                          <a:pt x="39588" y="837"/>
                        </a:cubicBezTo>
                        <a:cubicBezTo>
                          <a:pt x="33870" y="1591"/>
                          <a:pt x="28505" y="2522"/>
                          <a:pt x="22432" y="1768"/>
                        </a:cubicBezTo>
                        <a:cubicBezTo>
                          <a:pt x="17290" y="1148"/>
                          <a:pt x="11305" y="-714"/>
                          <a:pt x="5542" y="2566"/>
                        </a:cubicBezTo>
                        <a:cubicBezTo>
                          <a:pt x="400" y="5537"/>
                          <a:pt x="-1507" y="11344"/>
                          <a:pt x="1286" y="1458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25" name="Forme libre : forme 21124">
                    <a:extLst>
                      <a:ext uri="{FF2B5EF4-FFF2-40B4-BE49-F238E27FC236}">
                        <a16:creationId xmlns:a16="http://schemas.microsoft.com/office/drawing/2014/main" id="{5A28A604-A865-4080-A750-5039BD7192E8}"/>
                      </a:ext>
                    </a:extLst>
                  </p:cNvPr>
                  <p:cNvSpPr/>
                  <p:nvPr/>
                </p:nvSpPr>
                <p:spPr>
                  <a:xfrm>
                    <a:off x="7449424" y="926719"/>
                    <a:ext cx="12723" cy="10091"/>
                  </a:xfrm>
                  <a:custGeom>
                    <a:avLst/>
                    <a:gdLst>
                      <a:gd name="connsiteX0" fmla="*/ 842 w 12723"/>
                      <a:gd name="connsiteY0" fmla="*/ 7821 h 10091"/>
                      <a:gd name="connsiteX1" fmla="*/ 0 w 12723"/>
                      <a:gd name="connsiteY1" fmla="*/ 9461 h 10091"/>
                      <a:gd name="connsiteX2" fmla="*/ 1463 w 12723"/>
                      <a:gd name="connsiteY2" fmla="*/ 10038 h 10091"/>
                      <a:gd name="connsiteX3" fmla="*/ 4034 w 12723"/>
                      <a:gd name="connsiteY3" fmla="*/ 9018 h 10091"/>
                      <a:gd name="connsiteX4" fmla="*/ 9842 w 12723"/>
                      <a:gd name="connsiteY4" fmla="*/ 5383 h 10091"/>
                      <a:gd name="connsiteX5" fmla="*/ 11748 w 12723"/>
                      <a:gd name="connsiteY5" fmla="*/ 3743 h 10091"/>
                      <a:gd name="connsiteX6" fmla="*/ 8822 w 12723"/>
                      <a:gd name="connsiteY6" fmla="*/ 772 h 10091"/>
                      <a:gd name="connsiteX7" fmla="*/ 842 w 12723"/>
                      <a:gd name="connsiteY7" fmla="*/ 7821 h 10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723" h="10091">
                        <a:moveTo>
                          <a:pt x="842" y="7821"/>
                        </a:moveTo>
                        <a:cubicBezTo>
                          <a:pt x="355" y="8442"/>
                          <a:pt x="0" y="8885"/>
                          <a:pt x="0" y="9461"/>
                        </a:cubicBezTo>
                        <a:cubicBezTo>
                          <a:pt x="0" y="10082"/>
                          <a:pt x="709" y="10171"/>
                          <a:pt x="1463" y="10038"/>
                        </a:cubicBezTo>
                        <a:cubicBezTo>
                          <a:pt x="2217" y="9905"/>
                          <a:pt x="3280" y="9417"/>
                          <a:pt x="4034" y="9018"/>
                        </a:cubicBezTo>
                        <a:cubicBezTo>
                          <a:pt x="6029" y="7910"/>
                          <a:pt x="8113" y="6713"/>
                          <a:pt x="9842" y="5383"/>
                        </a:cubicBezTo>
                        <a:cubicBezTo>
                          <a:pt x="10551" y="4851"/>
                          <a:pt x="11260" y="4363"/>
                          <a:pt x="11748" y="3743"/>
                        </a:cubicBezTo>
                        <a:cubicBezTo>
                          <a:pt x="13743" y="1083"/>
                          <a:pt x="12634" y="-1267"/>
                          <a:pt x="8822" y="772"/>
                        </a:cubicBezTo>
                        <a:cubicBezTo>
                          <a:pt x="5896" y="2324"/>
                          <a:pt x="2882" y="5339"/>
                          <a:pt x="842" y="782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26" name="Forme libre : forme 21125">
                    <a:extLst>
                      <a:ext uri="{FF2B5EF4-FFF2-40B4-BE49-F238E27FC236}">
                        <a16:creationId xmlns:a16="http://schemas.microsoft.com/office/drawing/2014/main" id="{05B0914B-7BF7-4172-A7E8-CE62E07BC515}"/>
                      </a:ext>
                    </a:extLst>
                  </p:cNvPr>
                  <p:cNvSpPr/>
                  <p:nvPr/>
                </p:nvSpPr>
                <p:spPr>
                  <a:xfrm>
                    <a:off x="7491051" y="916853"/>
                    <a:ext cx="14474" cy="23140"/>
                  </a:xfrm>
                  <a:custGeom>
                    <a:avLst/>
                    <a:gdLst>
                      <a:gd name="connsiteX0" fmla="*/ 14452 w 14474"/>
                      <a:gd name="connsiteY0" fmla="*/ 0 h 23140"/>
                      <a:gd name="connsiteX1" fmla="*/ 0 w 14474"/>
                      <a:gd name="connsiteY1" fmla="*/ 23141 h 23140"/>
                      <a:gd name="connsiteX2" fmla="*/ 14452 w 14474"/>
                      <a:gd name="connsiteY2" fmla="*/ 0 h 23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474" h="23140">
                        <a:moveTo>
                          <a:pt x="14452" y="0"/>
                        </a:moveTo>
                        <a:cubicBezTo>
                          <a:pt x="14984" y="7359"/>
                          <a:pt x="5985" y="17289"/>
                          <a:pt x="0" y="23141"/>
                        </a:cubicBezTo>
                        <a:cubicBezTo>
                          <a:pt x="6517" y="16757"/>
                          <a:pt x="11836" y="7403"/>
                          <a:pt x="1445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27" name="Forme libre : forme 21126">
                    <a:extLst>
                      <a:ext uri="{FF2B5EF4-FFF2-40B4-BE49-F238E27FC236}">
                        <a16:creationId xmlns:a16="http://schemas.microsoft.com/office/drawing/2014/main" id="{D2E533D6-4783-4860-BEC3-F33C1B74DA32}"/>
                      </a:ext>
                    </a:extLst>
                  </p:cNvPr>
                  <p:cNvSpPr/>
                  <p:nvPr/>
                </p:nvSpPr>
                <p:spPr>
                  <a:xfrm>
                    <a:off x="7433332" y="921596"/>
                    <a:ext cx="19550" cy="20480"/>
                  </a:xfrm>
                  <a:custGeom>
                    <a:avLst/>
                    <a:gdLst>
                      <a:gd name="connsiteX0" fmla="*/ 19550 w 19550"/>
                      <a:gd name="connsiteY0" fmla="*/ 0 h 20480"/>
                      <a:gd name="connsiteX1" fmla="*/ 0 w 19550"/>
                      <a:gd name="connsiteY1" fmla="*/ 20481 h 20480"/>
                      <a:gd name="connsiteX2" fmla="*/ 19550 w 19550"/>
                      <a:gd name="connsiteY2" fmla="*/ 0 h 20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550" h="20480">
                        <a:moveTo>
                          <a:pt x="19550" y="0"/>
                        </a:moveTo>
                        <a:cubicBezTo>
                          <a:pt x="10640" y="4788"/>
                          <a:pt x="4389" y="12900"/>
                          <a:pt x="0" y="20481"/>
                        </a:cubicBezTo>
                        <a:cubicBezTo>
                          <a:pt x="3724" y="13166"/>
                          <a:pt x="12634" y="5453"/>
                          <a:pt x="195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28" name="Forme libre : forme 21127">
                    <a:extLst>
                      <a:ext uri="{FF2B5EF4-FFF2-40B4-BE49-F238E27FC236}">
                        <a16:creationId xmlns:a16="http://schemas.microsoft.com/office/drawing/2014/main" id="{40DDCA6F-15BA-485F-A2FD-321FC577881E}"/>
                      </a:ext>
                    </a:extLst>
                  </p:cNvPr>
                  <p:cNvSpPr/>
                  <p:nvPr/>
                </p:nvSpPr>
                <p:spPr>
                  <a:xfrm>
                    <a:off x="7471363" y="923003"/>
                    <a:ext cx="13082" cy="6168"/>
                  </a:xfrm>
                  <a:custGeom>
                    <a:avLst/>
                    <a:gdLst>
                      <a:gd name="connsiteX0" fmla="*/ 13083 w 13082"/>
                      <a:gd name="connsiteY0" fmla="*/ 854 h 6168"/>
                      <a:gd name="connsiteX1" fmla="*/ 6123 w 13082"/>
                      <a:gd name="connsiteY1" fmla="*/ 5198 h 6168"/>
                      <a:gd name="connsiteX2" fmla="*/ 5 w 13082"/>
                      <a:gd name="connsiteY2" fmla="*/ 5110 h 6168"/>
                      <a:gd name="connsiteX3" fmla="*/ 6566 w 13082"/>
                      <a:gd name="connsiteY3" fmla="*/ 1209 h 6168"/>
                      <a:gd name="connsiteX4" fmla="*/ 13083 w 13082"/>
                      <a:gd name="connsiteY4" fmla="*/ 854 h 6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82" h="6168">
                        <a:moveTo>
                          <a:pt x="13083" y="854"/>
                        </a:moveTo>
                        <a:cubicBezTo>
                          <a:pt x="13038" y="2716"/>
                          <a:pt x="7763" y="4622"/>
                          <a:pt x="6123" y="5198"/>
                        </a:cubicBezTo>
                        <a:cubicBezTo>
                          <a:pt x="4527" y="5775"/>
                          <a:pt x="-172" y="7105"/>
                          <a:pt x="5" y="5110"/>
                        </a:cubicBezTo>
                        <a:cubicBezTo>
                          <a:pt x="182" y="3159"/>
                          <a:pt x="5059" y="1696"/>
                          <a:pt x="6566" y="1209"/>
                        </a:cubicBezTo>
                        <a:cubicBezTo>
                          <a:pt x="8118" y="677"/>
                          <a:pt x="13127" y="-1008"/>
                          <a:pt x="13083" y="85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29" name="Forme libre : forme 21128">
                    <a:extLst>
                      <a:ext uri="{FF2B5EF4-FFF2-40B4-BE49-F238E27FC236}">
                        <a16:creationId xmlns:a16="http://schemas.microsoft.com/office/drawing/2014/main" id="{F6D5DC3C-C65C-4A0D-B2B0-40CE25E25134}"/>
                      </a:ext>
                    </a:extLst>
                  </p:cNvPr>
                  <p:cNvSpPr/>
                  <p:nvPr/>
                </p:nvSpPr>
                <p:spPr>
                  <a:xfrm>
                    <a:off x="7482582" y="922284"/>
                    <a:ext cx="3635" cy="2208"/>
                  </a:xfrm>
                  <a:custGeom>
                    <a:avLst/>
                    <a:gdLst>
                      <a:gd name="connsiteX0" fmla="*/ 3548 w 3635"/>
                      <a:gd name="connsiteY0" fmla="*/ 198 h 2208"/>
                      <a:gd name="connsiteX1" fmla="*/ 2307 w 3635"/>
                      <a:gd name="connsiteY1" fmla="*/ 1706 h 2208"/>
                      <a:gd name="connsiteX2" fmla="*/ 90 w 3635"/>
                      <a:gd name="connsiteY2" fmla="*/ 1972 h 2208"/>
                      <a:gd name="connsiteX3" fmla="*/ 1287 w 3635"/>
                      <a:gd name="connsiteY3" fmla="*/ 509 h 2208"/>
                      <a:gd name="connsiteX4" fmla="*/ 3548 w 3635"/>
                      <a:gd name="connsiteY4" fmla="*/ 198 h 2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35" h="2208">
                        <a:moveTo>
                          <a:pt x="3548" y="198"/>
                        </a:moveTo>
                        <a:cubicBezTo>
                          <a:pt x="3947" y="686"/>
                          <a:pt x="2883" y="1440"/>
                          <a:pt x="2307" y="1706"/>
                        </a:cubicBezTo>
                        <a:cubicBezTo>
                          <a:pt x="1730" y="2016"/>
                          <a:pt x="489" y="2504"/>
                          <a:pt x="90" y="1972"/>
                        </a:cubicBezTo>
                        <a:cubicBezTo>
                          <a:pt x="-309" y="1440"/>
                          <a:pt x="711" y="775"/>
                          <a:pt x="1287" y="509"/>
                        </a:cubicBezTo>
                        <a:cubicBezTo>
                          <a:pt x="1864" y="243"/>
                          <a:pt x="3149" y="-289"/>
                          <a:pt x="3548" y="1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30" name="Forme libre : forme 21129">
                    <a:extLst>
                      <a:ext uri="{FF2B5EF4-FFF2-40B4-BE49-F238E27FC236}">
                        <a16:creationId xmlns:a16="http://schemas.microsoft.com/office/drawing/2014/main" id="{AAE6EA7B-17B7-4EA9-B942-7357EB6E2207}"/>
                      </a:ext>
                    </a:extLst>
                  </p:cNvPr>
                  <p:cNvSpPr/>
                  <p:nvPr/>
                </p:nvSpPr>
                <p:spPr>
                  <a:xfrm>
                    <a:off x="7467123" y="911153"/>
                    <a:ext cx="35506" cy="9777"/>
                  </a:xfrm>
                  <a:custGeom>
                    <a:avLst/>
                    <a:gdLst>
                      <a:gd name="connsiteX0" fmla="*/ 24237 w 35506"/>
                      <a:gd name="connsiteY0" fmla="*/ 1000 h 9777"/>
                      <a:gd name="connsiteX1" fmla="*/ 34788 w 35506"/>
                      <a:gd name="connsiteY1" fmla="*/ 2995 h 9777"/>
                      <a:gd name="connsiteX2" fmla="*/ 34034 w 35506"/>
                      <a:gd name="connsiteY2" fmla="*/ 6498 h 9777"/>
                      <a:gd name="connsiteX3" fmla="*/ 29690 w 35506"/>
                      <a:gd name="connsiteY3" fmla="*/ 7118 h 9777"/>
                      <a:gd name="connsiteX4" fmla="*/ 16214 w 35506"/>
                      <a:gd name="connsiteY4" fmla="*/ 7429 h 9777"/>
                      <a:gd name="connsiteX5" fmla="*/ 33 w 35506"/>
                      <a:gd name="connsiteY5" fmla="*/ 7872 h 9777"/>
                      <a:gd name="connsiteX6" fmla="*/ 15105 w 35506"/>
                      <a:gd name="connsiteY6" fmla="*/ 70 h 9777"/>
                      <a:gd name="connsiteX7" fmla="*/ 24237 w 35506"/>
                      <a:gd name="connsiteY7" fmla="*/ 1000 h 9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506" h="9777">
                        <a:moveTo>
                          <a:pt x="24237" y="1000"/>
                        </a:moveTo>
                        <a:cubicBezTo>
                          <a:pt x="28405" y="1222"/>
                          <a:pt x="31375" y="1311"/>
                          <a:pt x="34788" y="2995"/>
                        </a:cubicBezTo>
                        <a:cubicBezTo>
                          <a:pt x="36029" y="3616"/>
                          <a:pt x="35586" y="5567"/>
                          <a:pt x="34034" y="6498"/>
                        </a:cubicBezTo>
                        <a:cubicBezTo>
                          <a:pt x="32483" y="7429"/>
                          <a:pt x="31109" y="7251"/>
                          <a:pt x="29690" y="7118"/>
                        </a:cubicBezTo>
                        <a:cubicBezTo>
                          <a:pt x="25213" y="6675"/>
                          <a:pt x="20913" y="6985"/>
                          <a:pt x="16214" y="7429"/>
                        </a:cubicBezTo>
                        <a:cubicBezTo>
                          <a:pt x="13288" y="7739"/>
                          <a:pt x="-765" y="12261"/>
                          <a:pt x="33" y="7872"/>
                        </a:cubicBezTo>
                        <a:cubicBezTo>
                          <a:pt x="831" y="3572"/>
                          <a:pt x="11249" y="513"/>
                          <a:pt x="15105" y="70"/>
                        </a:cubicBezTo>
                        <a:cubicBezTo>
                          <a:pt x="18962" y="-285"/>
                          <a:pt x="21134" y="823"/>
                          <a:pt x="24237" y="100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1106" name="Graphique 2">
                  <a:extLst>
                    <a:ext uri="{FF2B5EF4-FFF2-40B4-BE49-F238E27FC236}">
                      <a16:creationId xmlns:a16="http://schemas.microsoft.com/office/drawing/2014/main" id="{7F8373C9-9B04-4E4B-84EB-8B654D38D57D}"/>
                    </a:ext>
                  </a:extLst>
                </p:cNvPr>
                <p:cNvGrpSpPr/>
                <p:nvPr/>
              </p:nvGrpSpPr>
              <p:grpSpPr>
                <a:xfrm>
                  <a:off x="7504777" y="860171"/>
                  <a:ext cx="66667" cy="58603"/>
                  <a:chOff x="7504777" y="860171"/>
                  <a:chExt cx="66667" cy="58603"/>
                </a:xfrm>
                <a:solidFill>
                  <a:schemeClr val="accent1"/>
                </a:solidFill>
              </p:grpSpPr>
              <p:sp>
                <p:nvSpPr>
                  <p:cNvPr id="21107" name="Forme libre : forme 21106">
                    <a:extLst>
                      <a:ext uri="{FF2B5EF4-FFF2-40B4-BE49-F238E27FC236}">
                        <a16:creationId xmlns:a16="http://schemas.microsoft.com/office/drawing/2014/main" id="{0962379E-970B-4C67-9F3A-5B68F06DCC9A}"/>
                      </a:ext>
                    </a:extLst>
                  </p:cNvPr>
                  <p:cNvSpPr/>
                  <p:nvPr/>
                </p:nvSpPr>
                <p:spPr>
                  <a:xfrm>
                    <a:off x="7504777" y="860171"/>
                    <a:ext cx="66667" cy="58603"/>
                  </a:xfrm>
                  <a:custGeom>
                    <a:avLst/>
                    <a:gdLst>
                      <a:gd name="connsiteX0" fmla="*/ 57824 w 66667"/>
                      <a:gd name="connsiteY0" fmla="*/ 33939 h 58603"/>
                      <a:gd name="connsiteX1" fmla="*/ 34595 w 66667"/>
                      <a:gd name="connsiteY1" fmla="*/ 53223 h 58603"/>
                      <a:gd name="connsiteX2" fmla="*/ 4848 w 66667"/>
                      <a:gd name="connsiteY2" fmla="*/ 56194 h 58603"/>
                      <a:gd name="connsiteX3" fmla="*/ 194 w 66667"/>
                      <a:gd name="connsiteY3" fmla="*/ 47283 h 58603"/>
                      <a:gd name="connsiteX4" fmla="*/ 15000 w 66667"/>
                      <a:gd name="connsiteY4" fmla="*/ 24054 h 58603"/>
                      <a:gd name="connsiteX5" fmla="*/ 32511 w 66667"/>
                      <a:gd name="connsiteY5" fmla="*/ 9646 h 58603"/>
                      <a:gd name="connsiteX6" fmla="*/ 55474 w 66667"/>
                      <a:gd name="connsiteY6" fmla="*/ 204 h 58603"/>
                      <a:gd name="connsiteX7" fmla="*/ 64695 w 66667"/>
                      <a:gd name="connsiteY7" fmla="*/ 3484 h 58603"/>
                      <a:gd name="connsiteX8" fmla="*/ 57824 w 66667"/>
                      <a:gd name="connsiteY8" fmla="*/ 33939 h 58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667" h="58603">
                        <a:moveTo>
                          <a:pt x="57824" y="33939"/>
                        </a:moveTo>
                        <a:cubicBezTo>
                          <a:pt x="52992" y="39747"/>
                          <a:pt x="40845" y="49544"/>
                          <a:pt x="34595" y="53223"/>
                        </a:cubicBezTo>
                        <a:cubicBezTo>
                          <a:pt x="22891" y="60316"/>
                          <a:pt x="14291" y="59385"/>
                          <a:pt x="4848" y="56194"/>
                        </a:cubicBezTo>
                        <a:cubicBezTo>
                          <a:pt x="1568" y="55085"/>
                          <a:pt x="-693" y="50475"/>
                          <a:pt x="194" y="47283"/>
                        </a:cubicBezTo>
                        <a:cubicBezTo>
                          <a:pt x="2676" y="37974"/>
                          <a:pt x="6533" y="30925"/>
                          <a:pt x="15000" y="24054"/>
                        </a:cubicBezTo>
                        <a:cubicBezTo>
                          <a:pt x="19611" y="20419"/>
                          <a:pt x="28477" y="13326"/>
                          <a:pt x="32511" y="9646"/>
                        </a:cubicBezTo>
                        <a:cubicBezTo>
                          <a:pt x="40180" y="2775"/>
                          <a:pt x="46520" y="2198"/>
                          <a:pt x="55474" y="204"/>
                        </a:cubicBezTo>
                        <a:cubicBezTo>
                          <a:pt x="58489" y="-461"/>
                          <a:pt x="63454" y="470"/>
                          <a:pt x="64695" y="3484"/>
                        </a:cubicBezTo>
                        <a:cubicBezTo>
                          <a:pt x="68552" y="12483"/>
                          <a:pt x="67001" y="23389"/>
                          <a:pt x="57824" y="3393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08" name="Forme libre : forme 21107">
                    <a:extLst>
                      <a:ext uri="{FF2B5EF4-FFF2-40B4-BE49-F238E27FC236}">
                        <a16:creationId xmlns:a16="http://schemas.microsoft.com/office/drawing/2014/main" id="{C7704C1C-202A-47BF-99B1-1E6CDD94F92D}"/>
                      </a:ext>
                    </a:extLst>
                  </p:cNvPr>
                  <p:cNvSpPr/>
                  <p:nvPr/>
                </p:nvSpPr>
                <p:spPr>
                  <a:xfrm>
                    <a:off x="7506167" y="863522"/>
                    <a:ext cx="65121" cy="55133"/>
                  </a:xfrm>
                  <a:custGeom>
                    <a:avLst/>
                    <a:gdLst>
                      <a:gd name="connsiteX0" fmla="*/ 29436 w 65121"/>
                      <a:gd name="connsiteY0" fmla="*/ 37061 h 55133"/>
                      <a:gd name="connsiteX1" fmla="*/ 0 w 65121"/>
                      <a:gd name="connsiteY1" fmla="*/ 49961 h 55133"/>
                      <a:gd name="connsiteX2" fmla="*/ 3369 w 65121"/>
                      <a:gd name="connsiteY2" fmla="*/ 52754 h 55133"/>
                      <a:gd name="connsiteX3" fmla="*/ 8201 w 65121"/>
                      <a:gd name="connsiteY3" fmla="*/ 54172 h 55133"/>
                      <a:gd name="connsiteX4" fmla="*/ 22520 w 65121"/>
                      <a:gd name="connsiteY4" fmla="*/ 54350 h 55133"/>
                      <a:gd name="connsiteX5" fmla="*/ 33115 w 65121"/>
                      <a:gd name="connsiteY5" fmla="*/ 49784 h 55133"/>
                      <a:gd name="connsiteX6" fmla="*/ 37105 w 65121"/>
                      <a:gd name="connsiteY6" fmla="*/ 47168 h 55133"/>
                      <a:gd name="connsiteX7" fmla="*/ 54793 w 65121"/>
                      <a:gd name="connsiteY7" fmla="*/ 32184 h 55133"/>
                      <a:gd name="connsiteX8" fmla="*/ 56345 w 65121"/>
                      <a:gd name="connsiteY8" fmla="*/ 30500 h 55133"/>
                      <a:gd name="connsiteX9" fmla="*/ 63349 w 65121"/>
                      <a:gd name="connsiteY9" fmla="*/ 19284 h 55133"/>
                      <a:gd name="connsiteX10" fmla="*/ 64635 w 65121"/>
                      <a:gd name="connsiteY10" fmla="*/ 4522 h 55133"/>
                      <a:gd name="connsiteX11" fmla="*/ 63260 w 65121"/>
                      <a:gd name="connsiteY11" fmla="*/ 133 h 55133"/>
                      <a:gd name="connsiteX12" fmla="*/ 63172 w 65121"/>
                      <a:gd name="connsiteY12" fmla="*/ 0 h 55133"/>
                      <a:gd name="connsiteX13" fmla="*/ 47922 w 65121"/>
                      <a:gd name="connsiteY13" fmla="*/ 20437 h 55133"/>
                      <a:gd name="connsiteX14" fmla="*/ 29436 w 65121"/>
                      <a:gd name="connsiteY14" fmla="*/ 37061 h 55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5121" h="55133">
                        <a:moveTo>
                          <a:pt x="29436" y="37061"/>
                        </a:moveTo>
                        <a:cubicBezTo>
                          <a:pt x="20836" y="44375"/>
                          <a:pt x="10019" y="50360"/>
                          <a:pt x="0" y="49961"/>
                        </a:cubicBezTo>
                        <a:cubicBezTo>
                          <a:pt x="842" y="51247"/>
                          <a:pt x="1995" y="52311"/>
                          <a:pt x="3369" y="52754"/>
                        </a:cubicBezTo>
                        <a:cubicBezTo>
                          <a:pt x="5009" y="53330"/>
                          <a:pt x="6606" y="53818"/>
                          <a:pt x="8201" y="54172"/>
                        </a:cubicBezTo>
                        <a:cubicBezTo>
                          <a:pt x="12812" y="55281"/>
                          <a:pt x="17422" y="55547"/>
                          <a:pt x="22520" y="54350"/>
                        </a:cubicBezTo>
                        <a:cubicBezTo>
                          <a:pt x="25801" y="53508"/>
                          <a:pt x="29303" y="52133"/>
                          <a:pt x="33115" y="49784"/>
                        </a:cubicBezTo>
                        <a:cubicBezTo>
                          <a:pt x="34268" y="49074"/>
                          <a:pt x="35642" y="48232"/>
                          <a:pt x="37105" y="47168"/>
                        </a:cubicBezTo>
                        <a:cubicBezTo>
                          <a:pt x="42868" y="43223"/>
                          <a:pt x="50360" y="36928"/>
                          <a:pt x="54793" y="32184"/>
                        </a:cubicBezTo>
                        <a:cubicBezTo>
                          <a:pt x="55370" y="31608"/>
                          <a:pt x="55902" y="31032"/>
                          <a:pt x="56345" y="30500"/>
                        </a:cubicBezTo>
                        <a:cubicBezTo>
                          <a:pt x="59581" y="26776"/>
                          <a:pt x="61886" y="22963"/>
                          <a:pt x="63349" y="19284"/>
                        </a:cubicBezTo>
                        <a:cubicBezTo>
                          <a:pt x="65255" y="14097"/>
                          <a:pt x="65521" y="9132"/>
                          <a:pt x="64635" y="4522"/>
                        </a:cubicBezTo>
                        <a:cubicBezTo>
                          <a:pt x="64280" y="3015"/>
                          <a:pt x="63837" y="1552"/>
                          <a:pt x="63260" y="133"/>
                        </a:cubicBezTo>
                        <a:lnTo>
                          <a:pt x="63172" y="0"/>
                        </a:lnTo>
                        <a:cubicBezTo>
                          <a:pt x="59315" y="7802"/>
                          <a:pt x="53773" y="14452"/>
                          <a:pt x="47922" y="20437"/>
                        </a:cubicBezTo>
                        <a:cubicBezTo>
                          <a:pt x="41982" y="26466"/>
                          <a:pt x="35642" y="31874"/>
                          <a:pt x="29436" y="3706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09" name="Forme libre : forme 21108">
                    <a:extLst>
                      <a:ext uri="{FF2B5EF4-FFF2-40B4-BE49-F238E27FC236}">
                        <a16:creationId xmlns:a16="http://schemas.microsoft.com/office/drawing/2014/main" id="{5892FCF0-7349-4FDB-913D-22F617D38786}"/>
                      </a:ext>
                    </a:extLst>
                  </p:cNvPr>
                  <p:cNvSpPr/>
                  <p:nvPr/>
                </p:nvSpPr>
                <p:spPr>
                  <a:xfrm>
                    <a:off x="7529615" y="873625"/>
                    <a:ext cx="29460" cy="26574"/>
                  </a:xfrm>
                  <a:custGeom>
                    <a:avLst/>
                    <a:gdLst>
                      <a:gd name="connsiteX0" fmla="*/ 28553 w 29460"/>
                      <a:gd name="connsiteY0" fmla="*/ 493 h 26574"/>
                      <a:gd name="connsiteX1" fmla="*/ 26735 w 29460"/>
                      <a:gd name="connsiteY1" fmla="*/ 9580 h 26574"/>
                      <a:gd name="connsiteX2" fmla="*/ 18756 w 29460"/>
                      <a:gd name="connsiteY2" fmla="*/ 18846 h 26574"/>
                      <a:gd name="connsiteX3" fmla="*/ 536 w 29460"/>
                      <a:gd name="connsiteY3" fmla="*/ 25274 h 26574"/>
                      <a:gd name="connsiteX4" fmla="*/ 11131 w 29460"/>
                      <a:gd name="connsiteY4" fmla="*/ 10201 h 26574"/>
                      <a:gd name="connsiteX5" fmla="*/ 19908 w 29460"/>
                      <a:gd name="connsiteY5" fmla="*/ 3418 h 26574"/>
                      <a:gd name="connsiteX6" fmla="*/ 28553 w 29460"/>
                      <a:gd name="connsiteY6" fmla="*/ 493 h 26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460" h="26574">
                        <a:moveTo>
                          <a:pt x="28553" y="493"/>
                        </a:moveTo>
                        <a:cubicBezTo>
                          <a:pt x="30415" y="1867"/>
                          <a:pt x="29218" y="5768"/>
                          <a:pt x="26735" y="9580"/>
                        </a:cubicBezTo>
                        <a:cubicBezTo>
                          <a:pt x="24297" y="13482"/>
                          <a:pt x="20662" y="17161"/>
                          <a:pt x="18756" y="18846"/>
                        </a:cubicBezTo>
                        <a:cubicBezTo>
                          <a:pt x="14988" y="22436"/>
                          <a:pt x="3595" y="29485"/>
                          <a:pt x="536" y="25274"/>
                        </a:cubicBezTo>
                        <a:cubicBezTo>
                          <a:pt x="-2434" y="21239"/>
                          <a:pt x="7762" y="13127"/>
                          <a:pt x="11131" y="10201"/>
                        </a:cubicBezTo>
                        <a:cubicBezTo>
                          <a:pt x="12904" y="8827"/>
                          <a:pt x="16539" y="5857"/>
                          <a:pt x="19908" y="3418"/>
                        </a:cubicBezTo>
                        <a:cubicBezTo>
                          <a:pt x="23366" y="1069"/>
                          <a:pt x="26602" y="-970"/>
                          <a:pt x="28553" y="49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10" name="Forme libre : forme 21109">
                    <a:extLst>
                      <a:ext uri="{FF2B5EF4-FFF2-40B4-BE49-F238E27FC236}">
                        <a16:creationId xmlns:a16="http://schemas.microsoft.com/office/drawing/2014/main" id="{5E4B2693-FE93-48B3-A010-4A9EAA7ABCDA}"/>
                      </a:ext>
                    </a:extLst>
                  </p:cNvPr>
                  <p:cNvSpPr/>
                  <p:nvPr/>
                </p:nvSpPr>
                <p:spPr>
                  <a:xfrm>
                    <a:off x="7529279" y="886131"/>
                    <a:ext cx="24854" cy="13957"/>
                  </a:xfrm>
                  <a:custGeom>
                    <a:avLst/>
                    <a:gdLst>
                      <a:gd name="connsiteX0" fmla="*/ 4374 w 24854"/>
                      <a:gd name="connsiteY0" fmla="*/ 4433 h 13957"/>
                      <a:gd name="connsiteX1" fmla="*/ 694 w 24854"/>
                      <a:gd name="connsiteY1" fmla="*/ 12900 h 13957"/>
                      <a:gd name="connsiteX2" fmla="*/ 19269 w 24854"/>
                      <a:gd name="connsiteY2" fmla="*/ 6206 h 13957"/>
                      <a:gd name="connsiteX3" fmla="*/ 24855 w 24854"/>
                      <a:gd name="connsiteY3" fmla="*/ 0 h 13957"/>
                      <a:gd name="connsiteX4" fmla="*/ 21397 w 24854"/>
                      <a:gd name="connsiteY4" fmla="*/ 2837 h 13957"/>
                      <a:gd name="connsiteX5" fmla="*/ 4374 w 24854"/>
                      <a:gd name="connsiteY5" fmla="*/ 4433 h 13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54" h="13957">
                        <a:moveTo>
                          <a:pt x="4374" y="4433"/>
                        </a:moveTo>
                        <a:cubicBezTo>
                          <a:pt x="3088" y="6517"/>
                          <a:pt x="-1788" y="10817"/>
                          <a:pt x="694" y="12900"/>
                        </a:cubicBezTo>
                        <a:cubicBezTo>
                          <a:pt x="4817" y="16358"/>
                          <a:pt x="14392" y="10595"/>
                          <a:pt x="19269" y="6206"/>
                        </a:cubicBezTo>
                        <a:cubicBezTo>
                          <a:pt x="20732" y="5009"/>
                          <a:pt x="23613" y="1729"/>
                          <a:pt x="24855" y="0"/>
                        </a:cubicBezTo>
                        <a:cubicBezTo>
                          <a:pt x="23924" y="798"/>
                          <a:pt x="22461" y="2261"/>
                          <a:pt x="21397" y="2837"/>
                        </a:cubicBezTo>
                        <a:cubicBezTo>
                          <a:pt x="15501" y="6073"/>
                          <a:pt x="8009" y="8689"/>
                          <a:pt x="4374" y="443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11" name="Forme libre : forme 21110">
                    <a:extLst>
                      <a:ext uri="{FF2B5EF4-FFF2-40B4-BE49-F238E27FC236}">
                        <a16:creationId xmlns:a16="http://schemas.microsoft.com/office/drawing/2014/main" id="{F44180C9-0423-4D5C-AA4A-B06A1CA296E6}"/>
                      </a:ext>
                    </a:extLst>
                  </p:cNvPr>
                  <p:cNvSpPr/>
                  <p:nvPr/>
                </p:nvSpPr>
                <p:spPr>
                  <a:xfrm>
                    <a:off x="7531870" y="872516"/>
                    <a:ext cx="29189" cy="27568"/>
                  </a:xfrm>
                  <a:custGeom>
                    <a:avLst/>
                    <a:gdLst>
                      <a:gd name="connsiteX0" fmla="*/ 28470 w 29189"/>
                      <a:gd name="connsiteY0" fmla="*/ 670 h 27568"/>
                      <a:gd name="connsiteX1" fmla="*/ 26519 w 29189"/>
                      <a:gd name="connsiteY1" fmla="*/ 10334 h 27568"/>
                      <a:gd name="connsiteX2" fmla="*/ 18806 w 29189"/>
                      <a:gd name="connsiteY2" fmla="*/ 19777 h 27568"/>
                      <a:gd name="connsiteX3" fmla="*/ 630 w 29189"/>
                      <a:gd name="connsiteY3" fmla="*/ 26294 h 27568"/>
                      <a:gd name="connsiteX4" fmla="*/ 11092 w 29189"/>
                      <a:gd name="connsiteY4" fmla="*/ 11088 h 27568"/>
                      <a:gd name="connsiteX5" fmla="*/ 20047 w 29189"/>
                      <a:gd name="connsiteY5" fmla="*/ 3685 h 27568"/>
                      <a:gd name="connsiteX6" fmla="*/ 28470 w 29189"/>
                      <a:gd name="connsiteY6" fmla="*/ 670 h 27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89" h="27568">
                        <a:moveTo>
                          <a:pt x="28470" y="670"/>
                        </a:moveTo>
                        <a:cubicBezTo>
                          <a:pt x="30066" y="2576"/>
                          <a:pt x="28825" y="6478"/>
                          <a:pt x="26519" y="10334"/>
                        </a:cubicBezTo>
                        <a:cubicBezTo>
                          <a:pt x="24214" y="14191"/>
                          <a:pt x="20845" y="17826"/>
                          <a:pt x="18806" y="19777"/>
                        </a:cubicBezTo>
                        <a:cubicBezTo>
                          <a:pt x="14816" y="23855"/>
                          <a:pt x="3999" y="30328"/>
                          <a:pt x="630" y="26294"/>
                        </a:cubicBezTo>
                        <a:cubicBezTo>
                          <a:pt x="-2695" y="22348"/>
                          <a:pt x="8078" y="14014"/>
                          <a:pt x="11092" y="11088"/>
                        </a:cubicBezTo>
                        <a:cubicBezTo>
                          <a:pt x="12688" y="9714"/>
                          <a:pt x="16501" y="6389"/>
                          <a:pt x="20047" y="3685"/>
                        </a:cubicBezTo>
                        <a:cubicBezTo>
                          <a:pt x="23549" y="1025"/>
                          <a:pt x="26963" y="-1147"/>
                          <a:pt x="28470" y="67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12" name="Forme libre : forme 21111">
                    <a:extLst>
                      <a:ext uri="{FF2B5EF4-FFF2-40B4-BE49-F238E27FC236}">
                        <a16:creationId xmlns:a16="http://schemas.microsoft.com/office/drawing/2014/main" id="{16B18C7B-C6DC-4F9F-BE49-BD134F14B1C7}"/>
                      </a:ext>
                    </a:extLst>
                  </p:cNvPr>
                  <p:cNvSpPr/>
                  <p:nvPr/>
                </p:nvSpPr>
                <p:spPr>
                  <a:xfrm>
                    <a:off x="7513785" y="884477"/>
                    <a:ext cx="44570" cy="26529"/>
                  </a:xfrm>
                  <a:custGeom>
                    <a:avLst/>
                    <a:gdLst>
                      <a:gd name="connsiteX0" fmla="*/ 1958 w 44570"/>
                      <a:gd name="connsiteY0" fmla="*/ 24218 h 26529"/>
                      <a:gd name="connsiteX1" fmla="*/ 9006 w 44570"/>
                      <a:gd name="connsiteY1" fmla="*/ 26524 h 26529"/>
                      <a:gd name="connsiteX2" fmla="*/ 28069 w 44570"/>
                      <a:gd name="connsiteY2" fmla="*/ 22800 h 26529"/>
                      <a:gd name="connsiteX3" fmla="*/ 42476 w 44570"/>
                      <a:gd name="connsiteY3" fmla="*/ 9545 h 26529"/>
                      <a:gd name="connsiteX4" fmla="*/ 42875 w 44570"/>
                      <a:gd name="connsiteY4" fmla="*/ 147 h 26529"/>
                      <a:gd name="connsiteX5" fmla="*/ 36713 w 44570"/>
                      <a:gd name="connsiteY5" fmla="*/ 2496 h 26529"/>
                      <a:gd name="connsiteX6" fmla="*/ 20311 w 44570"/>
                      <a:gd name="connsiteY6" fmla="*/ 7727 h 26529"/>
                      <a:gd name="connsiteX7" fmla="*/ 4086 w 44570"/>
                      <a:gd name="connsiteY7" fmla="*/ 11673 h 26529"/>
                      <a:gd name="connsiteX8" fmla="*/ 1958 w 44570"/>
                      <a:gd name="connsiteY8" fmla="*/ 24218 h 26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570" h="26529">
                        <a:moveTo>
                          <a:pt x="1958" y="24218"/>
                        </a:moveTo>
                        <a:cubicBezTo>
                          <a:pt x="4307" y="26169"/>
                          <a:pt x="5593" y="26479"/>
                          <a:pt x="9006" y="26524"/>
                        </a:cubicBezTo>
                        <a:cubicBezTo>
                          <a:pt x="15479" y="26568"/>
                          <a:pt x="21020" y="26479"/>
                          <a:pt x="28069" y="22800"/>
                        </a:cubicBezTo>
                        <a:cubicBezTo>
                          <a:pt x="33965" y="19830"/>
                          <a:pt x="39550" y="14599"/>
                          <a:pt x="42476" y="9545"/>
                        </a:cubicBezTo>
                        <a:cubicBezTo>
                          <a:pt x="44693" y="5821"/>
                          <a:pt x="45624" y="1344"/>
                          <a:pt x="42875" y="147"/>
                        </a:cubicBezTo>
                        <a:cubicBezTo>
                          <a:pt x="41191" y="-563"/>
                          <a:pt x="38974" y="1477"/>
                          <a:pt x="36713" y="2496"/>
                        </a:cubicBezTo>
                        <a:cubicBezTo>
                          <a:pt x="31394" y="4979"/>
                          <a:pt x="26340" y="7107"/>
                          <a:pt x="20311" y="7727"/>
                        </a:cubicBezTo>
                        <a:cubicBezTo>
                          <a:pt x="15124" y="8215"/>
                          <a:pt x="9051" y="7506"/>
                          <a:pt x="4086" y="11673"/>
                        </a:cubicBezTo>
                        <a:cubicBezTo>
                          <a:pt x="-392" y="15485"/>
                          <a:pt x="-1323" y="21470"/>
                          <a:pt x="1958" y="2421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13" name="Forme libre : forme 21112">
                    <a:extLst>
                      <a:ext uri="{FF2B5EF4-FFF2-40B4-BE49-F238E27FC236}">
                        <a16:creationId xmlns:a16="http://schemas.microsoft.com/office/drawing/2014/main" id="{185C3ADC-E9D3-4D47-A45B-AB0606E45B59}"/>
                      </a:ext>
                    </a:extLst>
                  </p:cNvPr>
                  <p:cNvSpPr/>
                  <p:nvPr/>
                </p:nvSpPr>
                <p:spPr>
                  <a:xfrm>
                    <a:off x="7520602" y="888127"/>
                    <a:ext cx="10790" cy="11873"/>
                  </a:xfrm>
                  <a:custGeom>
                    <a:avLst/>
                    <a:gdLst>
                      <a:gd name="connsiteX0" fmla="*/ 549 w 10790"/>
                      <a:gd name="connsiteY0" fmla="*/ 9618 h 11873"/>
                      <a:gd name="connsiteX1" fmla="*/ 17 w 10790"/>
                      <a:gd name="connsiteY1" fmla="*/ 11392 h 11873"/>
                      <a:gd name="connsiteX2" fmla="*/ 1569 w 10790"/>
                      <a:gd name="connsiteY2" fmla="*/ 11702 h 11873"/>
                      <a:gd name="connsiteX3" fmla="*/ 3874 w 10790"/>
                      <a:gd name="connsiteY3" fmla="*/ 10239 h 11873"/>
                      <a:gd name="connsiteX4" fmla="*/ 8795 w 10790"/>
                      <a:gd name="connsiteY4" fmla="*/ 5584 h 11873"/>
                      <a:gd name="connsiteX5" fmla="*/ 10302 w 10790"/>
                      <a:gd name="connsiteY5" fmla="*/ 3589 h 11873"/>
                      <a:gd name="connsiteX6" fmla="*/ 6844 w 10790"/>
                      <a:gd name="connsiteY6" fmla="*/ 1284 h 11873"/>
                      <a:gd name="connsiteX7" fmla="*/ 549 w 10790"/>
                      <a:gd name="connsiteY7" fmla="*/ 9618 h 11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790" h="11873">
                        <a:moveTo>
                          <a:pt x="549" y="9618"/>
                        </a:moveTo>
                        <a:cubicBezTo>
                          <a:pt x="195" y="10283"/>
                          <a:pt x="-71" y="10771"/>
                          <a:pt x="17" y="11392"/>
                        </a:cubicBezTo>
                        <a:cubicBezTo>
                          <a:pt x="150" y="11968"/>
                          <a:pt x="815" y="11968"/>
                          <a:pt x="1569" y="11702"/>
                        </a:cubicBezTo>
                        <a:cubicBezTo>
                          <a:pt x="2278" y="11436"/>
                          <a:pt x="3253" y="10815"/>
                          <a:pt x="3874" y="10239"/>
                        </a:cubicBezTo>
                        <a:cubicBezTo>
                          <a:pt x="5603" y="8776"/>
                          <a:pt x="7376" y="7225"/>
                          <a:pt x="8795" y="5584"/>
                        </a:cubicBezTo>
                        <a:cubicBezTo>
                          <a:pt x="9371" y="4919"/>
                          <a:pt x="9947" y="4299"/>
                          <a:pt x="10302" y="3589"/>
                        </a:cubicBezTo>
                        <a:cubicBezTo>
                          <a:pt x="11676" y="619"/>
                          <a:pt x="10036" y="-1464"/>
                          <a:pt x="6844" y="1284"/>
                        </a:cubicBezTo>
                        <a:cubicBezTo>
                          <a:pt x="4362" y="3368"/>
                          <a:pt x="2056" y="6870"/>
                          <a:pt x="549" y="961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14" name="Forme libre : forme 21113">
                    <a:extLst>
                      <a:ext uri="{FF2B5EF4-FFF2-40B4-BE49-F238E27FC236}">
                        <a16:creationId xmlns:a16="http://schemas.microsoft.com/office/drawing/2014/main" id="{E5D086D7-B455-4E51-A4F3-0D285CEB9784}"/>
                      </a:ext>
                    </a:extLst>
                  </p:cNvPr>
                  <p:cNvSpPr/>
                  <p:nvPr/>
                </p:nvSpPr>
                <p:spPr>
                  <a:xfrm>
                    <a:off x="7562734" y="864187"/>
                    <a:ext cx="6921" cy="28593"/>
                  </a:xfrm>
                  <a:custGeom>
                    <a:avLst/>
                    <a:gdLst>
                      <a:gd name="connsiteX0" fmla="*/ 5009 w 6921"/>
                      <a:gd name="connsiteY0" fmla="*/ 0 h 28593"/>
                      <a:gd name="connsiteX1" fmla="*/ 6118 w 6921"/>
                      <a:gd name="connsiteY1" fmla="*/ 13698 h 28593"/>
                      <a:gd name="connsiteX2" fmla="*/ 0 w 6921"/>
                      <a:gd name="connsiteY2" fmla="*/ 28593 h 28593"/>
                      <a:gd name="connsiteX3" fmla="*/ 5009 w 6921"/>
                      <a:gd name="connsiteY3" fmla="*/ 0 h 28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21" h="28593">
                        <a:moveTo>
                          <a:pt x="5009" y="0"/>
                        </a:moveTo>
                        <a:cubicBezTo>
                          <a:pt x="7226" y="3014"/>
                          <a:pt x="7403" y="8290"/>
                          <a:pt x="6118" y="13698"/>
                        </a:cubicBezTo>
                        <a:cubicBezTo>
                          <a:pt x="4877" y="19195"/>
                          <a:pt x="2217" y="24559"/>
                          <a:pt x="0" y="28593"/>
                        </a:cubicBezTo>
                        <a:cubicBezTo>
                          <a:pt x="4965" y="19905"/>
                          <a:pt x="6827" y="7891"/>
                          <a:pt x="50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15" name="Forme libre : forme 21114">
                    <a:extLst>
                      <a:ext uri="{FF2B5EF4-FFF2-40B4-BE49-F238E27FC236}">
                        <a16:creationId xmlns:a16="http://schemas.microsoft.com/office/drawing/2014/main" id="{C81C8377-797D-4CE0-9BF0-170111527185}"/>
                      </a:ext>
                    </a:extLst>
                  </p:cNvPr>
                  <p:cNvSpPr/>
                  <p:nvPr/>
                </p:nvSpPr>
                <p:spPr>
                  <a:xfrm>
                    <a:off x="7505813" y="884668"/>
                    <a:ext cx="15249" cy="23318"/>
                  </a:xfrm>
                  <a:custGeom>
                    <a:avLst/>
                    <a:gdLst>
                      <a:gd name="connsiteX0" fmla="*/ 15250 w 15249"/>
                      <a:gd name="connsiteY0" fmla="*/ 0 h 23318"/>
                      <a:gd name="connsiteX1" fmla="*/ 0 w 15249"/>
                      <a:gd name="connsiteY1" fmla="*/ 23318 h 23318"/>
                      <a:gd name="connsiteX2" fmla="*/ 15250 w 15249"/>
                      <a:gd name="connsiteY2" fmla="*/ 0 h 23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249" h="23318">
                        <a:moveTo>
                          <a:pt x="15250" y="0"/>
                        </a:moveTo>
                        <a:cubicBezTo>
                          <a:pt x="7846" y="6206"/>
                          <a:pt x="3147" y="15117"/>
                          <a:pt x="0" y="23318"/>
                        </a:cubicBezTo>
                        <a:cubicBezTo>
                          <a:pt x="2571" y="15472"/>
                          <a:pt x="9930" y="6517"/>
                          <a:pt x="152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16" name="Forme libre : forme 21115">
                    <a:extLst>
                      <a:ext uri="{FF2B5EF4-FFF2-40B4-BE49-F238E27FC236}">
                        <a16:creationId xmlns:a16="http://schemas.microsoft.com/office/drawing/2014/main" id="{5383EDF5-C2B3-4562-B665-E70E64AFE50D}"/>
                      </a:ext>
                    </a:extLst>
                  </p:cNvPr>
                  <p:cNvSpPr/>
                  <p:nvPr/>
                </p:nvSpPr>
                <p:spPr>
                  <a:xfrm>
                    <a:off x="7540193" y="879010"/>
                    <a:ext cx="11293" cy="8876"/>
                  </a:xfrm>
                  <a:custGeom>
                    <a:avLst/>
                    <a:gdLst>
                      <a:gd name="connsiteX0" fmla="*/ 11236 w 11293"/>
                      <a:gd name="connsiteY0" fmla="*/ 516 h 8876"/>
                      <a:gd name="connsiteX1" fmla="*/ 5917 w 11293"/>
                      <a:gd name="connsiteY1" fmla="*/ 6678 h 8876"/>
                      <a:gd name="connsiteX2" fmla="*/ 21 w 11293"/>
                      <a:gd name="connsiteY2" fmla="*/ 8141 h 8876"/>
                      <a:gd name="connsiteX3" fmla="*/ 5207 w 11293"/>
                      <a:gd name="connsiteY3" fmla="*/ 2688 h 8876"/>
                      <a:gd name="connsiteX4" fmla="*/ 11236 w 11293"/>
                      <a:gd name="connsiteY4" fmla="*/ 516 h 8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93" h="8876">
                        <a:moveTo>
                          <a:pt x="11236" y="516"/>
                        </a:moveTo>
                        <a:cubicBezTo>
                          <a:pt x="11857" y="2378"/>
                          <a:pt x="7291" y="5703"/>
                          <a:pt x="5917" y="6678"/>
                        </a:cubicBezTo>
                        <a:cubicBezTo>
                          <a:pt x="4498" y="7653"/>
                          <a:pt x="331" y="10092"/>
                          <a:pt x="21" y="8141"/>
                        </a:cubicBezTo>
                        <a:cubicBezTo>
                          <a:pt x="-334" y="6190"/>
                          <a:pt x="3966" y="3619"/>
                          <a:pt x="5207" y="2688"/>
                        </a:cubicBezTo>
                        <a:cubicBezTo>
                          <a:pt x="6537" y="1890"/>
                          <a:pt x="10704" y="-1213"/>
                          <a:pt x="11236" y="51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17" name="Forme libre : forme 21116">
                    <a:extLst>
                      <a:ext uri="{FF2B5EF4-FFF2-40B4-BE49-F238E27FC236}">
                        <a16:creationId xmlns:a16="http://schemas.microsoft.com/office/drawing/2014/main" id="{8A4F7727-3CC9-4619-B403-65F683839D05}"/>
                      </a:ext>
                    </a:extLst>
                  </p:cNvPr>
                  <p:cNvSpPr/>
                  <p:nvPr/>
                </p:nvSpPr>
                <p:spPr>
                  <a:xfrm>
                    <a:off x="7549733" y="877627"/>
                    <a:ext cx="3050" cy="2974"/>
                  </a:xfrm>
                  <a:custGeom>
                    <a:avLst/>
                    <a:gdLst>
                      <a:gd name="connsiteX0" fmla="*/ 2849 w 3050"/>
                      <a:gd name="connsiteY0" fmla="*/ 82 h 2974"/>
                      <a:gd name="connsiteX1" fmla="*/ 2184 w 3050"/>
                      <a:gd name="connsiteY1" fmla="*/ 1899 h 2974"/>
                      <a:gd name="connsiteX2" fmla="*/ 189 w 3050"/>
                      <a:gd name="connsiteY2" fmla="*/ 2874 h 2974"/>
                      <a:gd name="connsiteX3" fmla="*/ 854 w 3050"/>
                      <a:gd name="connsiteY3" fmla="*/ 1101 h 2974"/>
                      <a:gd name="connsiteX4" fmla="*/ 2849 w 3050"/>
                      <a:gd name="connsiteY4" fmla="*/ 82 h 2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50" h="2974">
                        <a:moveTo>
                          <a:pt x="2849" y="82"/>
                        </a:moveTo>
                        <a:cubicBezTo>
                          <a:pt x="3425" y="436"/>
                          <a:pt x="2627" y="1456"/>
                          <a:pt x="2184" y="1899"/>
                        </a:cubicBezTo>
                        <a:cubicBezTo>
                          <a:pt x="1741" y="2387"/>
                          <a:pt x="721" y="3273"/>
                          <a:pt x="189" y="2874"/>
                        </a:cubicBezTo>
                        <a:cubicBezTo>
                          <a:pt x="-343" y="2520"/>
                          <a:pt x="367" y="1545"/>
                          <a:pt x="854" y="1101"/>
                        </a:cubicBezTo>
                        <a:cubicBezTo>
                          <a:pt x="1253" y="614"/>
                          <a:pt x="2273" y="-273"/>
                          <a:pt x="2849" y="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118" name="Forme libre : forme 21117">
                    <a:extLst>
                      <a:ext uri="{FF2B5EF4-FFF2-40B4-BE49-F238E27FC236}">
                        <a16:creationId xmlns:a16="http://schemas.microsoft.com/office/drawing/2014/main" id="{3B3BBA2B-E79F-47FD-A076-4EC1A40DE5ED}"/>
                      </a:ext>
                    </a:extLst>
                  </p:cNvPr>
                  <p:cNvSpPr/>
                  <p:nvPr/>
                </p:nvSpPr>
                <p:spPr>
                  <a:xfrm>
                    <a:off x="7533866" y="863826"/>
                    <a:ext cx="30951" cy="16967"/>
                  </a:xfrm>
                  <a:custGeom>
                    <a:avLst/>
                    <a:gdLst>
                      <a:gd name="connsiteX0" fmla="*/ 19425 w 30951"/>
                      <a:gd name="connsiteY0" fmla="*/ 2666 h 16967"/>
                      <a:gd name="connsiteX1" fmla="*/ 29400 w 30951"/>
                      <a:gd name="connsiteY1" fmla="*/ 6 h 16967"/>
                      <a:gd name="connsiteX2" fmla="*/ 30508 w 30951"/>
                      <a:gd name="connsiteY2" fmla="*/ 3420 h 16967"/>
                      <a:gd name="connsiteX3" fmla="*/ 26917 w 30951"/>
                      <a:gd name="connsiteY3" fmla="*/ 5991 h 16967"/>
                      <a:gd name="connsiteX4" fmla="*/ 14771 w 30951"/>
                      <a:gd name="connsiteY4" fmla="*/ 11089 h 16967"/>
                      <a:gd name="connsiteX5" fmla="*/ 6658 w 30951"/>
                      <a:gd name="connsiteY5" fmla="*/ 15566 h 16967"/>
                      <a:gd name="connsiteX6" fmla="*/ 8 w 30951"/>
                      <a:gd name="connsiteY6" fmla="*/ 15611 h 16967"/>
                      <a:gd name="connsiteX7" fmla="*/ 11180 w 30951"/>
                      <a:gd name="connsiteY7" fmla="*/ 4705 h 16967"/>
                      <a:gd name="connsiteX8" fmla="*/ 19425 w 30951"/>
                      <a:gd name="connsiteY8" fmla="*/ 2666 h 16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951" h="16967">
                        <a:moveTo>
                          <a:pt x="19425" y="2666"/>
                        </a:moveTo>
                        <a:cubicBezTo>
                          <a:pt x="23194" y="1425"/>
                          <a:pt x="25632" y="184"/>
                          <a:pt x="29400" y="6"/>
                        </a:cubicBezTo>
                        <a:cubicBezTo>
                          <a:pt x="30730" y="-127"/>
                          <a:pt x="31484" y="1868"/>
                          <a:pt x="30508" y="3420"/>
                        </a:cubicBezTo>
                        <a:cubicBezTo>
                          <a:pt x="29533" y="4971"/>
                          <a:pt x="28292" y="5548"/>
                          <a:pt x="26917" y="5991"/>
                        </a:cubicBezTo>
                        <a:cubicBezTo>
                          <a:pt x="22706" y="7498"/>
                          <a:pt x="18982" y="9271"/>
                          <a:pt x="14771" y="11089"/>
                        </a:cubicBezTo>
                        <a:cubicBezTo>
                          <a:pt x="13485" y="11665"/>
                          <a:pt x="9983" y="14059"/>
                          <a:pt x="6658" y="15566"/>
                        </a:cubicBezTo>
                        <a:cubicBezTo>
                          <a:pt x="3245" y="17029"/>
                          <a:pt x="186" y="17783"/>
                          <a:pt x="8" y="15611"/>
                        </a:cubicBezTo>
                        <a:cubicBezTo>
                          <a:pt x="-302" y="11355"/>
                          <a:pt x="8032" y="6213"/>
                          <a:pt x="11180" y="4705"/>
                        </a:cubicBezTo>
                        <a:cubicBezTo>
                          <a:pt x="14283" y="3242"/>
                          <a:pt x="16721" y="3641"/>
                          <a:pt x="19425" y="266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62" name="Graphique 2">
                <a:extLst>
                  <a:ext uri="{FF2B5EF4-FFF2-40B4-BE49-F238E27FC236}">
                    <a16:creationId xmlns:a16="http://schemas.microsoft.com/office/drawing/2014/main" id="{B3B44779-982F-4985-81A7-FF7B452CE49F}"/>
                  </a:ext>
                </a:extLst>
              </p:cNvPr>
              <p:cNvGrpSpPr/>
              <p:nvPr/>
            </p:nvGrpSpPr>
            <p:grpSpPr>
              <a:xfrm>
                <a:off x="7481803" y="906364"/>
                <a:ext cx="80737" cy="56860"/>
                <a:chOff x="7481803" y="906364"/>
                <a:chExt cx="80737" cy="56860"/>
              </a:xfrm>
              <a:solidFill>
                <a:schemeClr val="accent1"/>
              </a:solidFill>
            </p:grpSpPr>
            <p:sp>
              <p:nvSpPr>
                <p:cNvPr id="21093" name="Forme libre : forme 21092">
                  <a:extLst>
                    <a:ext uri="{FF2B5EF4-FFF2-40B4-BE49-F238E27FC236}">
                      <a16:creationId xmlns:a16="http://schemas.microsoft.com/office/drawing/2014/main" id="{CB14FEF9-085E-4E39-87BE-378CC3DE40E6}"/>
                    </a:ext>
                  </a:extLst>
                </p:cNvPr>
                <p:cNvSpPr/>
                <p:nvPr/>
              </p:nvSpPr>
              <p:spPr>
                <a:xfrm>
                  <a:off x="7481803" y="906364"/>
                  <a:ext cx="80737" cy="56860"/>
                </a:xfrm>
                <a:custGeom>
                  <a:avLst/>
                  <a:gdLst>
                    <a:gd name="connsiteX0" fmla="*/ 67986 w 80737"/>
                    <a:gd name="connsiteY0" fmla="*/ 36776 h 56860"/>
                    <a:gd name="connsiteX1" fmla="*/ 52958 w 80737"/>
                    <a:gd name="connsiteY1" fmla="*/ 47283 h 56860"/>
                    <a:gd name="connsiteX2" fmla="*/ 44003 w 80737"/>
                    <a:gd name="connsiteY2" fmla="*/ 51760 h 56860"/>
                    <a:gd name="connsiteX3" fmla="*/ 36423 w 80737"/>
                    <a:gd name="connsiteY3" fmla="*/ 54642 h 56860"/>
                    <a:gd name="connsiteX4" fmla="*/ 2377 w 80737"/>
                    <a:gd name="connsiteY4" fmla="*/ 49588 h 56860"/>
                    <a:gd name="connsiteX5" fmla="*/ 1534 w 80737"/>
                    <a:gd name="connsiteY5" fmla="*/ 39614 h 56860"/>
                    <a:gd name="connsiteX6" fmla="*/ 24586 w 80737"/>
                    <a:gd name="connsiteY6" fmla="*/ 21571 h 56860"/>
                    <a:gd name="connsiteX7" fmla="*/ 29596 w 80737"/>
                    <a:gd name="connsiteY7" fmla="*/ 19221 h 56860"/>
                    <a:gd name="connsiteX8" fmla="*/ 35403 w 80737"/>
                    <a:gd name="connsiteY8" fmla="*/ 16207 h 56860"/>
                    <a:gd name="connsiteX9" fmla="*/ 45378 w 80737"/>
                    <a:gd name="connsiteY9" fmla="*/ 10045 h 56860"/>
                    <a:gd name="connsiteX10" fmla="*/ 57524 w 80737"/>
                    <a:gd name="connsiteY10" fmla="*/ 3706 h 56860"/>
                    <a:gd name="connsiteX11" fmla="*/ 63730 w 80737"/>
                    <a:gd name="connsiteY11" fmla="*/ 1977 h 56860"/>
                    <a:gd name="connsiteX12" fmla="*/ 70380 w 80737"/>
                    <a:gd name="connsiteY12" fmla="*/ 248 h 56860"/>
                    <a:gd name="connsiteX13" fmla="*/ 79557 w 80737"/>
                    <a:gd name="connsiteY13" fmla="*/ 3883 h 56860"/>
                    <a:gd name="connsiteX14" fmla="*/ 79512 w 80737"/>
                    <a:gd name="connsiteY14" fmla="*/ 19620 h 56860"/>
                    <a:gd name="connsiteX15" fmla="*/ 77916 w 80737"/>
                    <a:gd name="connsiteY15" fmla="*/ 23965 h 56860"/>
                    <a:gd name="connsiteX16" fmla="*/ 75390 w 80737"/>
                    <a:gd name="connsiteY16" fmla="*/ 28221 h 56860"/>
                    <a:gd name="connsiteX17" fmla="*/ 72153 w 80737"/>
                    <a:gd name="connsiteY17" fmla="*/ 32609 h 56860"/>
                    <a:gd name="connsiteX18" fmla="*/ 67986 w 80737"/>
                    <a:gd name="connsiteY18" fmla="*/ 36776 h 56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80737" h="56860">
                      <a:moveTo>
                        <a:pt x="67986" y="36776"/>
                      </a:moveTo>
                      <a:cubicBezTo>
                        <a:pt x="64706" y="39791"/>
                        <a:pt x="58987" y="43914"/>
                        <a:pt x="52958" y="47283"/>
                      </a:cubicBezTo>
                      <a:cubicBezTo>
                        <a:pt x="49944" y="49056"/>
                        <a:pt x="46796" y="50386"/>
                        <a:pt x="44003" y="51760"/>
                      </a:cubicBezTo>
                      <a:cubicBezTo>
                        <a:pt x="41122" y="52957"/>
                        <a:pt x="38506" y="53933"/>
                        <a:pt x="36423" y="54642"/>
                      </a:cubicBezTo>
                      <a:cubicBezTo>
                        <a:pt x="20641" y="59430"/>
                        <a:pt x="11110" y="55883"/>
                        <a:pt x="2377" y="49588"/>
                      </a:cubicBezTo>
                      <a:cubicBezTo>
                        <a:pt x="-682" y="47327"/>
                        <a:pt x="-594" y="42229"/>
                        <a:pt x="1534" y="39614"/>
                      </a:cubicBezTo>
                      <a:cubicBezTo>
                        <a:pt x="7874" y="31811"/>
                        <a:pt x="14124" y="26314"/>
                        <a:pt x="24586" y="21571"/>
                      </a:cubicBezTo>
                      <a:cubicBezTo>
                        <a:pt x="25961" y="20862"/>
                        <a:pt x="27689" y="20108"/>
                        <a:pt x="29596" y="19221"/>
                      </a:cubicBezTo>
                      <a:cubicBezTo>
                        <a:pt x="31413" y="18246"/>
                        <a:pt x="33497" y="17315"/>
                        <a:pt x="35403" y="16207"/>
                      </a:cubicBezTo>
                      <a:cubicBezTo>
                        <a:pt x="39304" y="14079"/>
                        <a:pt x="42939" y="11641"/>
                        <a:pt x="45378" y="10045"/>
                      </a:cubicBezTo>
                      <a:cubicBezTo>
                        <a:pt x="49766" y="6853"/>
                        <a:pt x="53534" y="5035"/>
                        <a:pt x="57524" y="3706"/>
                      </a:cubicBezTo>
                      <a:cubicBezTo>
                        <a:pt x="59430" y="2996"/>
                        <a:pt x="61514" y="2464"/>
                        <a:pt x="63730" y="1977"/>
                      </a:cubicBezTo>
                      <a:cubicBezTo>
                        <a:pt x="65814" y="1445"/>
                        <a:pt x="68031" y="868"/>
                        <a:pt x="70380" y="248"/>
                      </a:cubicBezTo>
                      <a:cubicBezTo>
                        <a:pt x="73661" y="-550"/>
                        <a:pt x="78626" y="558"/>
                        <a:pt x="79557" y="3883"/>
                      </a:cubicBezTo>
                      <a:cubicBezTo>
                        <a:pt x="80887" y="8626"/>
                        <a:pt x="81374" y="14079"/>
                        <a:pt x="79512" y="19620"/>
                      </a:cubicBezTo>
                      <a:cubicBezTo>
                        <a:pt x="79069" y="21039"/>
                        <a:pt x="78582" y="22502"/>
                        <a:pt x="77916" y="23965"/>
                      </a:cubicBezTo>
                      <a:cubicBezTo>
                        <a:pt x="77207" y="25339"/>
                        <a:pt x="76365" y="26758"/>
                        <a:pt x="75390" y="28221"/>
                      </a:cubicBezTo>
                      <a:cubicBezTo>
                        <a:pt x="74414" y="29639"/>
                        <a:pt x="73395" y="31191"/>
                        <a:pt x="72153" y="32609"/>
                      </a:cubicBezTo>
                      <a:cubicBezTo>
                        <a:pt x="70912" y="33939"/>
                        <a:pt x="69538" y="35358"/>
                        <a:pt x="67986" y="36776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094" name="Forme libre : forme 21093">
                  <a:extLst>
                    <a:ext uri="{FF2B5EF4-FFF2-40B4-BE49-F238E27FC236}">
                      <a16:creationId xmlns:a16="http://schemas.microsoft.com/office/drawing/2014/main" id="{C2589EFB-EE90-4920-BC98-F0645C360C39}"/>
                    </a:ext>
                  </a:extLst>
                </p:cNvPr>
                <p:cNvSpPr/>
                <p:nvPr/>
              </p:nvSpPr>
              <p:spPr>
                <a:xfrm>
                  <a:off x="7481918" y="910026"/>
                  <a:ext cx="80557" cy="53152"/>
                </a:xfrm>
                <a:custGeom>
                  <a:avLst/>
                  <a:gdLst>
                    <a:gd name="connsiteX0" fmla="*/ 36396 w 80557"/>
                    <a:gd name="connsiteY0" fmla="*/ 37327 h 53152"/>
                    <a:gd name="connsiteX1" fmla="*/ 0 w 80557"/>
                    <a:gd name="connsiteY1" fmla="*/ 41981 h 53152"/>
                    <a:gd name="connsiteX2" fmla="*/ 2217 w 80557"/>
                    <a:gd name="connsiteY2" fmla="*/ 45838 h 53152"/>
                    <a:gd name="connsiteX3" fmla="*/ 6827 w 80557"/>
                    <a:gd name="connsiteY3" fmla="*/ 48853 h 53152"/>
                    <a:gd name="connsiteX4" fmla="*/ 22609 w 80557"/>
                    <a:gd name="connsiteY4" fmla="*/ 53153 h 53152"/>
                    <a:gd name="connsiteX5" fmla="*/ 36218 w 80557"/>
                    <a:gd name="connsiteY5" fmla="*/ 50936 h 53152"/>
                    <a:gd name="connsiteX6" fmla="*/ 41627 w 80557"/>
                    <a:gd name="connsiteY6" fmla="*/ 48941 h 53152"/>
                    <a:gd name="connsiteX7" fmla="*/ 65743 w 80557"/>
                    <a:gd name="connsiteY7" fmla="*/ 34933 h 53152"/>
                    <a:gd name="connsiteX8" fmla="*/ 67826 w 80557"/>
                    <a:gd name="connsiteY8" fmla="*/ 33071 h 53152"/>
                    <a:gd name="connsiteX9" fmla="*/ 77446 w 80557"/>
                    <a:gd name="connsiteY9" fmla="*/ 20924 h 53152"/>
                    <a:gd name="connsiteX10" fmla="*/ 80372 w 80557"/>
                    <a:gd name="connsiteY10" fmla="*/ 4876 h 53152"/>
                    <a:gd name="connsiteX11" fmla="*/ 79441 w 80557"/>
                    <a:gd name="connsiteY11" fmla="*/ 177 h 53152"/>
                    <a:gd name="connsiteX12" fmla="*/ 79353 w 80557"/>
                    <a:gd name="connsiteY12" fmla="*/ 0 h 53152"/>
                    <a:gd name="connsiteX13" fmla="*/ 60600 w 80557"/>
                    <a:gd name="connsiteY13" fmla="*/ 22077 h 53152"/>
                    <a:gd name="connsiteX14" fmla="*/ 36396 w 80557"/>
                    <a:gd name="connsiteY14" fmla="*/ 37327 h 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0557" h="53152">
                      <a:moveTo>
                        <a:pt x="36396" y="37327"/>
                      </a:moveTo>
                      <a:cubicBezTo>
                        <a:pt x="24737" y="43223"/>
                        <a:pt x="10329" y="46193"/>
                        <a:pt x="0" y="41981"/>
                      </a:cubicBezTo>
                      <a:cubicBezTo>
                        <a:pt x="266" y="43489"/>
                        <a:pt x="975" y="44907"/>
                        <a:pt x="2217" y="45838"/>
                      </a:cubicBezTo>
                      <a:cubicBezTo>
                        <a:pt x="3724" y="46946"/>
                        <a:pt x="5231" y="47966"/>
                        <a:pt x="6827" y="48853"/>
                      </a:cubicBezTo>
                      <a:cubicBezTo>
                        <a:pt x="11393" y="51380"/>
                        <a:pt x="16403" y="53020"/>
                        <a:pt x="22609" y="53153"/>
                      </a:cubicBezTo>
                      <a:cubicBezTo>
                        <a:pt x="26599" y="53153"/>
                        <a:pt x="31120" y="52532"/>
                        <a:pt x="36218" y="50936"/>
                      </a:cubicBezTo>
                      <a:cubicBezTo>
                        <a:pt x="37770" y="50404"/>
                        <a:pt x="39588" y="49695"/>
                        <a:pt x="41627" y="48941"/>
                      </a:cubicBezTo>
                      <a:cubicBezTo>
                        <a:pt x="49518" y="45838"/>
                        <a:pt x="59758" y="39809"/>
                        <a:pt x="65743" y="34933"/>
                      </a:cubicBezTo>
                      <a:cubicBezTo>
                        <a:pt x="66496" y="34268"/>
                        <a:pt x="67206" y="33647"/>
                        <a:pt x="67826" y="33071"/>
                      </a:cubicBezTo>
                      <a:cubicBezTo>
                        <a:pt x="72259" y="29214"/>
                        <a:pt x="75274" y="24870"/>
                        <a:pt x="77446" y="20924"/>
                      </a:cubicBezTo>
                      <a:cubicBezTo>
                        <a:pt x="80062" y="15161"/>
                        <a:pt x="80993" y="9930"/>
                        <a:pt x="80372" y="4876"/>
                      </a:cubicBezTo>
                      <a:cubicBezTo>
                        <a:pt x="80150" y="3236"/>
                        <a:pt x="79840" y="1685"/>
                        <a:pt x="79441" y="177"/>
                      </a:cubicBezTo>
                      <a:lnTo>
                        <a:pt x="79353" y="0"/>
                      </a:lnTo>
                      <a:cubicBezTo>
                        <a:pt x="74786" y="8556"/>
                        <a:pt x="68048" y="15870"/>
                        <a:pt x="60600" y="22077"/>
                      </a:cubicBezTo>
                      <a:cubicBezTo>
                        <a:pt x="53064" y="28239"/>
                        <a:pt x="44774" y="33160"/>
                        <a:pt x="36396" y="37327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095" name="Forme libre : forme 21094">
                  <a:extLst>
                    <a:ext uri="{FF2B5EF4-FFF2-40B4-BE49-F238E27FC236}">
                      <a16:creationId xmlns:a16="http://schemas.microsoft.com/office/drawing/2014/main" id="{BC016092-0970-4CEF-9E74-7C1F542088DA}"/>
                    </a:ext>
                  </a:extLst>
                </p:cNvPr>
                <p:cNvSpPr/>
                <p:nvPr/>
              </p:nvSpPr>
              <p:spPr>
                <a:xfrm>
                  <a:off x="7512702" y="921061"/>
                  <a:ext cx="36463" cy="25601"/>
                </a:xfrm>
                <a:custGeom>
                  <a:avLst/>
                  <a:gdLst>
                    <a:gd name="connsiteX0" fmla="*/ 35757 w 36463"/>
                    <a:gd name="connsiteY0" fmla="*/ 535 h 25601"/>
                    <a:gd name="connsiteX1" fmla="*/ 32432 w 36463"/>
                    <a:gd name="connsiteY1" fmla="*/ 10288 h 25601"/>
                    <a:gd name="connsiteX2" fmla="*/ 21837 w 36463"/>
                    <a:gd name="connsiteY2" fmla="*/ 19686 h 25601"/>
                    <a:gd name="connsiteX3" fmla="*/ 9867 w 36463"/>
                    <a:gd name="connsiteY3" fmla="*/ 24873 h 25601"/>
                    <a:gd name="connsiteX4" fmla="*/ 203 w 36463"/>
                    <a:gd name="connsiteY4" fmla="*/ 23587 h 25601"/>
                    <a:gd name="connsiteX5" fmla="*/ 5656 w 36463"/>
                    <a:gd name="connsiteY5" fmla="*/ 16140 h 25601"/>
                    <a:gd name="connsiteX6" fmla="*/ 15542 w 36463"/>
                    <a:gd name="connsiteY6" fmla="*/ 10022 h 25601"/>
                    <a:gd name="connsiteX7" fmla="*/ 26093 w 36463"/>
                    <a:gd name="connsiteY7" fmla="*/ 3550 h 25601"/>
                    <a:gd name="connsiteX8" fmla="*/ 35757 w 36463"/>
                    <a:gd name="connsiteY8" fmla="*/ 535 h 25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463" h="25601">
                      <a:moveTo>
                        <a:pt x="35757" y="535"/>
                      </a:moveTo>
                      <a:cubicBezTo>
                        <a:pt x="37530" y="1954"/>
                        <a:pt x="35801" y="6254"/>
                        <a:pt x="32432" y="10288"/>
                      </a:cubicBezTo>
                      <a:cubicBezTo>
                        <a:pt x="29152" y="14411"/>
                        <a:pt x="24319" y="18001"/>
                        <a:pt x="21837" y="19686"/>
                      </a:cubicBezTo>
                      <a:cubicBezTo>
                        <a:pt x="19266" y="21238"/>
                        <a:pt x="14478" y="23809"/>
                        <a:pt x="9867" y="24873"/>
                      </a:cubicBezTo>
                      <a:cubicBezTo>
                        <a:pt x="5301" y="26070"/>
                        <a:pt x="1134" y="25892"/>
                        <a:pt x="203" y="23587"/>
                      </a:cubicBezTo>
                      <a:cubicBezTo>
                        <a:pt x="-816" y="21193"/>
                        <a:pt x="2154" y="18622"/>
                        <a:pt x="5656" y="16140"/>
                      </a:cubicBezTo>
                      <a:cubicBezTo>
                        <a:pt x="9247" y="13746"/>
                        <a:pt x="13325" y="11174"/>
                        <a:pt x="15542" y="10022"/>
                      </a:cubicBezTo>
                      <a:cubicBezTo>
                        <a:pt x="17625" y="8736"/>
                        <a:pt x="21970" y="6076"/>
                        <a:pt x="26093" y="3550"/>
                      </a:cubicBezTo>
                      <a:cubicBezTo>
                        <a:pt x="30215" y="1200"/>
                        <a:pt x="33851" y="-1061"/>
                        <a:pt x="35757" y="535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096" name="Forme libre : forme 21095">
                  <a:extLst>
                    <a:ext uri="{FF2B5EF4-FFF2-40B4-BE49-F238E27FC236}">
                      <a16:creationId xmlns:a16="http://schemas.microsoft.com/office/drawing/2014/main" id="{4D2615E0-FDCF-4DA4-8C92-442635C7448A}"/>
                    </a:ext>
                  </a:extLst>
                </p:cNvPr>
                <p:cNvSpPr/>
                <p:nvPr/>
              </p:nvSpPr>
              <p:spPr>
                <a:xfrm>
                  <a:off x="7512342" y="934363"/>
                  <a:ext cx="29866" cy="12231"/>
                </a:xfrm>
                <a:custGeom>
                  <a:avLst/>
                  <a:gdLst>
                    <a:gd name="connsiteX0" fmla="*/ 6770 w 29866"/>
                    <a:gd name="connsiteY0" fmla="*/ 2527 h 12231"/>
                    <a:gd name="connsiteX1" fmla="*/ 387 w 29866"/>
                    <a:gd name="connsiteY1" fmla="*/ 10418 h 12231"/>
                    <a:gd name="connsiteX2" fmla="*/ 10272 w 29866"/>
                    <a:gd name="connsiteY2" fmla="*/ 11570 h 12231"/>
                    <a:gd name="connsiteX3" fmla="*/ 22463 w 29866"/>
                    <a:gd name="connsiteY3" fmla="*/ 6295 h 12231"/>
                    <a:gd name="connsiteX4" fmla="*/ 29867 w 29866"/>
                    <a:gd name="connsiteY4" fmla="*/ 0 h 12231"/>
                    <a:gd name="connsiteX5" fmla="*/ 25522 w 29866"/>
                    <a:gd name="connsiteY5" fmla="*/ 2793 h 12231"/>
                    <a:gd name="connsiteX6" fmla="*/ 6770 w 29866"/>
                    <a:gd name="connsiteY6" fmla="*/ 2527 h 12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866" h="12231">
                      <a:moveTo>
                        <a:pt x="6770" y="2527"/>
                      </a:moveTo>
                      <a:cubicBezTo>
                        <a:pt x="4953" y="4610"/>
                        <a:pt x="-1653" y="7714"/>
                        <a:pt x="387" y="10418"/>
                      </a:cubicBezTo>
                      <a:cubicBezTo>
                        <a:pt x="2027" y="12457"/>
                        <a:pt x="5972" y="12679"/>
                        <a:pt x="10272" y="11570"/>
                      </a:cubicBezTo>
                      <a:cubicBezTo>
                        <a:pt x="14617" y="10595"/>
                        <a:pt x="19227" y="8201"/>
                        <a:pt x="22463" y="6295"/>
                      </a:cubicBezTo>
                      <a:cubicBezTo>
                        <a:pt x="24281" y="5009"/>
                        <a:pt x="28271" y="2039"/>
                        <a:pt x="29867" y="0"/>
                      </a:cubicBezTo>
                      <a:cubicBezTo>
                        <a:pt x="28758" y="931"/>
                        <a:pt x="26808" y="2305"/>
                        <a:pt x="25522" y="2793"/>
                      </a:cubicBezTo>
                      <a:cubicBezTo>
                        <a:pt x="18429" y="5985"/>
                        <a:pt x="9474" y="7448"/>
                        <a:pt x="6770" y="2527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097" name="Forme libre : forme 21096">
                  <a:extLst>
                    <a:ext uri="{FF2B5EF4-FFF2-40B4-BE49-F238E27FC236}">
                      <a16:creationId xmlns:a16="http://schemas.microsoft.com/office/drawing/2014/main" id="{733DC2B0-9E56-4985-8FB1-2FB1C60898F5}"/>
                    </a:ext>
                  </a:extLst>
                </p:cNvPr>
                <p:cNvSpPr/>
                <p:nvPr/>
              </p:nvSpPr>
              <p:spPr>
                <a:xfrm>
                  <a:off x="7515151" y="919909"/>
                  <a:ext cx="36217" cy="27053"/>
                </a:xfrm>
                <a:custGeom>
                  <a:avLst/>
                  <a:gdLst>
                    <a:gd name="connsiteX0" fmla="*/ 35702 w 36217"/>
                    <a:gd name="connsiteY0" fmla="*/ 712 h 27053"/>
                    <a:gd name="connsiteX1" fmla="*/ 32244 w 36217"/>
                    <a:gd name="connsiteY1" fmla="*/ 11129 h 27053"/>
                    <a:gd name="connsiteX2" fmla="*/ 26924 w 36217"/>
                    <a:gd name="connsiteY2" fmla="*/ 16804 h 27053"/>
                    <a:gd name="connsiteX3" fmla="*/ 21915 w 36217"/>
                    <a:gd name="connsiteY3" fmla="*/ 20749 h 27053"/>
                    <a:gd name="connsiteX4" fmla="*/ 16640 w 36217"/>
                    <a:gd name="connsiteY4" fmla="*/ 23808 h 27053"/>
                    <a:gd name="connsiteX5" fmla="*/ 10034 w 36217"/>
                    <a:gd name="connsiteY5" fmla="*/ 26291 h 27053"/>
                    <a:gd name="connsiteX6" fmla="*/ 282 w 36217"/>
                    <a:gd name="connsiteY6" fmla="*/ 25049 h 27053"/>
                    <a:gd name="connsiteX7" fmla="*/ 5646 w 36217"/>
                    <a:gd name="connsiteY7" fmla="*/ 17513 h 27053"/>
                    <a:gd name="connsiteX8" fmla="*/ 11187 w 36217"/>
                    <a:gd name="connsiteY8" fmla="*/ 13834 h 27053"/>
                    <a:gd name="connsiteX9" fmla="*/ 15487 w 36217"/>
                    <a:gd name="connsiteY9" fmla="*/ 11085 h 27053"/>
                    <a:gd name="connsiteX10" fmla="*/ 20142 w 36217"/>
                    <a:gd name="connsiteY10" fmla="*/ 8115 h 27053"/>
                    <a:gd name="connsiteX11" fmla="*/ 26393 w 36217"/>
                    <a:gd name="connsiteY11" fmla="*/ 3903 h 27053"/>
                    <a:gd name="connsiteX12" fmla="*/ 35702 w 36217"/>
                    <a:gd name="connsiteY12" fmla="*/ 712 h 2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217" h="27053">
                      <a:moveTo>
                        <a:pt x="35702" y="712"/>
                      </a:moveTo>
                      <a:cubicBezTo>
                        <a:pt x="37209" y="2839"/>
                        <a:pt x="35214" y="6874"/>
                        <a:pt x="32244" y="11129"/>
                      </a:cubicBezTo>
                      <a:cubicBezTo>
                        <a:pt x="30604" y="13080"/>
                        <a:pt x="28742" y="15075"/>
                        <a:pt x="26924" y="16804"/>
                      </a:cubicBezTo>
                      <a:cubicBezTo>
                        <a:pt x="25063" y="18444"/>
                        <a:pt x="23245" y="19774"/>
                        <a:pt x="21915" y="20749"/>
                      </a:cubicBezTo>
                      <a:cubicBezTo>
                        <a:pt x="20630" y="21769"/>
                        <a:pt x="18723" y="22833"/>
                        <a:pt x="16640" y="23808"/>
                      </a:cubicBezTo>
                      <a:cubicBezTo>
                        <a:pt x="14556" y="24828"/>
                        <a:pt x="12295" y="25803"/>
                        <a:pt x="10034" y="26291"/>
                      </a:cubicBezTo>
                      <a:cubicBezTo>
                        <a:pt x="5601" y="27532"/>
                        <a:pt x="1523" y="27354"/>
                        <a:pt x="282" y="25049"/>
                      </a:cubicBezTo>
                      <a:cubicBezTo>
                        <a:pt x="-960" y="22700"/>
                        <a:pt x="2099" y="20129"/>
                        <a:pt x="5646" y="17513"/>
                      </a:cubicBezTo>
                      <a:cubicBezTo>
                        <a:pt x="7552" y="16227"/>
                        <a:pt x="9458" y="14986"/>
                        <a:pt x="11187" y="13834"/>
                      </a:cubicBezTo>
                      <a:cubicBezTo>
                        <a:pt x="12960" y="12725"/>
                        <a:pt x="14556" y="11794"/>
                        <a:pt x="15487" y="11085"/>
                      </a:cubicBezTo>
                      <a:cubicBezTo>
                        <a:pt x="16462" y="10420"/>
                        <a:pt x="18147" y="9312"/>
                        <a:pt x="20142" y="8115"/>
                      </a:cubicBezTo>
                      <a:cubicBezTo>
                        <a:pt x="22004" y="6741"/>
                        <a:pt x="24220" y="5233"/>
                        <a:pt x="26393" y="3903"/>
                      </a:cubicBezTo>
                      <a:cubicBezTo>
                        <a:pt x="30427" y="1022"/>
                        <a:pt x="34416" y="-1195"/>
                        <a:pt x="35702" y="712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098" name="Forme libre : forme 21097">
                  <a:extLst>
                    <a:ext uri="{FF2B5EF4-FFF2-40B4-BE49-F238E27FC236}">
                      <a16:creationId xmlns:a16="http://schemas.microsoft.com/office/drawing/2014/main" id="{EC2B7F0D-686E-4848-BA4F-DC52C84C429F}"/>
                    </a:ext>
                  </a:extLst>
                </p:cNvPr>
                <p:cNvSpPr/>
                <p:nvPr/>
              </p:nvSpPr>
              <p:spPr>
                <a:xfrm>
                  <a:off x="7493254" y="932641"/>
                  <a:ext cx="53242" cy="24093"/>
                </a:xfrm>
                <a:custGeom>
                  <a:avLst/>
                  <a:gdLst>
                    <a:gd name="connsiteX0" fmla="*/ 766 w 53242"/>
                    <a:gd name="connsiteY0" fmla="*/ 18036 h 24093"/>
                    <a:gd name="connsiteX1" fmla="*/ 7460 w 53242"/>
                    <a:gd name="connsiteY1" fmla="*/ 22247 h 24093"/>
                    <a:gd name="connsiteX2" fmla="*/ 29803 w 53242"/>
                    <a:gd name="connsiteY2" fmla="*/ 22602 h 24093"/>
                    <a:gd name="connsiteX3" fmla="*/ 49530 w 53242"/>
                    <a:gd name="connsiteY3" fmla="*/ 10234 h 24093"/>
                    <a:gd name="connsiteX4" fmla="*/ 51880 w 53242"/>
                    <a:gd name="connsiteY4" fmla="*/ 215 h 24093"/>
                    <a:gd name="connsiteX5" fmla="*/ 44743 w 53242"/>
                    <a:gd name="connsiteY5" fmla="*/ 2431 h 24093"/>
                    <a:gd name="connsiteX6" fmla="*/ 35389 w 53242"/>
                    <a:gd name="connsiteY6" fmla="*/ 5180 h 24093"/>
                    <a:gd name="connsiteX7" fmla="*/ 25813 w 53242"/>
                    <a:gd name="connsiteY7" fmla="*/ 5978 h 24093"/>
                    <a:gd name="connsiteX8" fmla="*/ 7505 w 53242"/>
                    <a:gd name="connsiteY8" fmla="*/ 6465 h 24093"/>
                    <a:gd name="connsiteX9" fmla="*/ 766 w 53242"/>
                    <a:gd name="connsiteY9" fmla="*/ 18036 h 24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242" h="24093">
                      <a:moveTo>
                        <a:pt x="766" y="18036"/>
                      </a:moveTo>
                      <a:cubicBezTo>
                        <a:pt x="2495" y="20651"/>
                        <a:pt x="3781" y="21316"/>
                        <a:pt x="7460" y="22247"/>
                      </a:cubicBezTo>
                      <a:cubicBezTo>
                        <a:pt x="14509" y="23932"/>
                        <a:pt x="20760" y="25217"/>
                        <a:pt x="29803" y="22602"/>
                      </a:cubicBezTo>
                      <a:cubicBezTo>
                        <a:pt x="37339" y="20385"/>
                        <a:pt x="45186" y="15598"/>
                        <a:pt x="49530" y="10234"/>
                      </a:cubicBezTo>
                      <a:cubicBezTo>
                        <a:pt x="52900" y="6421"/>
                        <a:pt x="54628" y="1500"/>
                        <a:pt x="51880" y="215"/>
                      </a:cubicBezTo>
                      <a:cubicBezTo>
                        <a:pt x="50151" y="-716"/>
                        <a:pt x="47491" y="1633"/>
                        <a:pt x="44743" y="2431"/>
                      </a:cubicBezTo>
                      <a:cubicBezTo>
                        <a:pt x="41551" y="3495"/>
                        <a:pt x="38581" y="4603"/>
                        <a:pt x="35389" y="5180"/>
                      </a:cubicBezTo>
                      <a:cubicBezTo>
                        <a:pt x="32286" y="5889"/>
                        <a:pt x="29094" y="6155"/>
                        <a:pt x="25813" y="5978"/>
                      </a:cubicBezTo>
                      <a:cubicBezTo>
                        <a:pt x="20139" y="5667"/>
                        <a:pt x="14021" y="3673"/>
                        <a:pt x="7505" y="6465"/>
                      </a:cubicBezTo>
                      <a:cubicBezTo>
                        <a:pt x="1697" y="8992"/>
                        <a:pt x="-1583" y="14356"/>
                        <a:pt x="766" y="1803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099" name="Forme libre : forme 21098">
                  <a:extLst>
                    <a:ext uri="{FF2B5EF4-FFF2-40B4-BE49-F238E27FC236}">
                      <a16:creationId xmlns:a16="http://schemas.microsoft.com/office/drawing/2014/main" id="{C09DDCB5-0FB3-4369-AE6F-65E03512D2CB}"/>
                    </a:ext>
                  </a:extLst>
                </p:cNvPr>
                <p:cNvSpPr/>
                <p:nvPr/>
              </p:nvSpPr>
              <p:spPr>
                <a:xfrm>
                  <a:off x="7502569" y="933837"/>
                  <a:ext cx="14480" cy="10034"/>
                </a:xfrm>
                <a:custGeom>
                  <a:avLst/>
                  <a:gdLst>
                    <a:gd name="connsiteX0" fmla="*/ 1160 w 14480"/>
                    <a:gd name="connsiteY0" fmla="*/ 7708 h 10034"/>
                    <a:gd name="connsiteX1" fmla="*/ 7 w 14480"/>
                    <a:gd name="connsiteY1" fmla="*/ 9304 h 10034"/>
                    <a:gd name="connsiteX2" fmla="*/ 1514 w 14480"/>
                    <a:gd name="connsiteY2" fmla="*/ 10013 h 10034"/>
                    <a:gd name="connsiteX3" fmla="*/ 4485 w 14480"/>
                    <a:gd name="connsiteY3" fmla="*/ 9082 h 10034"/>
                    <a:gd name="connsiteX4" fmla="*/ 11179 w 14480"/>
                    <a:gd name="connsiteY4" fmla="*/ 5492 h 10034"/>
                    <a:gd name="connsiteX5" fmla="*/ 13351 w 14480"/>
                    <a:gd name="connsiteY5" fmla="*/ 3807 h 10034"/>
                    <a:gd name="connsiteX6" fmla="*/ 10336 w 14480"/>
                    <a:gd name="connsiteY6" fmla="*/ 793 h 10034"/>
                    <a:gd name="connsiteX7" fmla="*/ 1160 w 14480"/>
                    <a:gd name="connsiteY7" fmla="*/ 7708 h 10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80" h="10034">
                      <a:moveTo>
                        <a:pt x="1160" y="7708"/>
                      </a:moveTo>
                      <a:cubicBezTo>
                        <a:pt x="539" y="8285"/>
                        <a:pt x="96" y="8684"/>
                        <a:pt x="7" y="9304"/>
                      </a:cubicBezTo>
                      <a:cubicBezTo>
                        <a:pt x="-81" y="9925"/>
                        <a:pt x="672" y="10102"/>
                        <a:pt x="1514" y="10013"/>
                      </a:cubicBezTo>
                      <a:cubicBezTo>
                        <a:pt x="2401" y="9969"/>
                        <a:pt x="3554" y="9481"/>
                        <a:pt x="4485" y="9082"/>
                      </a:cubicBezTo>
                      <a:cubicBezTo>
                        <a:pt x="6790" y="8063"/>
                        <a:pt x="9184" y="6866"/>
                        <a:pt x="11179" y="5492"/>
                      </a:cubicBezTo>
                      <a:cubicBezTo>
                        <a:pt x="12021" y="4915"/>
                        <a:pt x="12774" y="4428"/>
                        <a:pt x="13351" y="3807"/>
                      </a:cubicBezTo>
                      <a:cubicBezTo>
                        <a:pt x="15612" y="970"/>
                        <a:pt x="14415" y="-1247"/>
                        <a:pt x="10336" y="793"/>
                      </a:cubicBezTo>
                      <a:cubicBezTo>
                        <a:pt x="7145" y="2433"/>
                        <a:pt x="3687" y="5314"/>
                        <a:pt x="1160" y="7708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100" name="Forme libre : forme 21099">
                  <a:extLst>
                    <a:ext uri="{FF2B5EF4-FFF2-40B4-BE49-F238E27FC236}">
                      <a16:creationId xmlns:a16="http://schemas.microsoft.com/office/drawing/2014/main" id="{BA4F60F0-11BE-4096-9AF1-842EC9F97C44}"/>
                    </a:ext>
                  </a:extLst>
                </p:cNvPr>
                <p:cNvSpPr/>
                <p:nvPr/>
              </p:nvSpPr>
              <p:spPr>
                <a:xfrm>
                  <a:off x="7550232" y="910690"/>
                  <a:ext cx="10653" cy="31031"/>
                </a:xfrm>
                <a:custGeom>
                  <a:avLst/>
                  <a:gdLst>
                    <a:gd name="connsiteX0" fmla="*/ 9310 w 10653"/>
                    <a:gd name="connsiteY0" fmla="*/ 0 h 31031"/>
                    <a:gd name="connsiteX1" fmla="*/ 8999 w 10653"/>
                    <a:gd name="connsiteY1" fmla="*/ 14851 h 31031"/>
                    <a:gd name="connsiteX2" fmla="*/ 5009 w 10653"/>
                    <a:gd name="connsiteY2" fmla="*/ 23584 h 31031"/>
                    <a:gd name="connsiteX3" fmla="*/ 0 w 10653"/>
                    <a:gd name="connsiteY3" fmla="*/ 31032 h 31031"/>
                    <a:gd name="connsiteX4" fmla="*/ 9310 w 10653"/>
                    <a:gd name="connsiteY4" fmla="*/ 0 h 3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3" h="31031">
                      <a:moveTo>
                        <a:pt x="9310" y="0"/>
                      </a:moveTo>
                      <a:cubicBezTo>
                        <a:pt x="11171" y="3236"/>
                        <a:pt x="11127" y="8999"/>
                        <a:pt x="8999" y="14851"/>
                      </a:cubicBezTo>
                      <a:cubicBezTo>
                        <a:pt x="8113" y="17910"/>
                        <a:pt x="6561" y="20747"/>
                        <a:pt x="5009" y="23584"/>
                      </a:cubicBezTo>
                      <a:cubicBezTo>
                        <a:pt x="3502" y="26466"/>
                        <a:pt x="1640" y="28904"/>
                        <a:pt x="0" y="31032"/>
                      </a:cubicBezTo>
                      <a:cubicBezTo>
                        <a:pt x="7315" y="21589"/>
                        <a:pt x="10551" y="8645"/>
                        <a:pt x="93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101" name="Forme libre : forme 21100">
                  <a:extLst>
                    <a:ext uri="{FF2B5EF4-FFF2-40B4-BE49-F238E27FC236}">
                      <a16:creationId xmlns:a16="http://schemas.microsoft.com/office/drawing/2014/main" id="{FD50D8BD-CFC9-4EBB-B07C-333BB46997E3}"/>
                    </a:ext>
                  </a:extLst>
                </p:cNvPr>
                <p:cNvSpPr/>
                <p:nvPr/>
              </p:nvSpPr>
              <p:spPr>
                <a:xfrm>
                  <a:off x="7483958" y="928600"/>
                  <a:ext cx="23628" cy="18131"/>
                </a:xfrm>
                <a:custGeom>
                  <a:avLst/>
                  <a:gdLst>
                    <a:gd name="connsiteX0" fmla="*/ 23628 w 23628"/>
                    <a:gd name="connsiteY0" fmla="*/ 0 h 18131"/>
                    <a:gd name="connsiteX1" fmla="*/ 0 w 23628"/>
                    <a:gd name="connsiteY1" fmla="*/ 18131 h 18131"/>
                    <a:gd name="connsiteX2" fmla="*/ 23628 w 23628"/>
                    <a:gd name="connsiteY2" fmla="*/ 0 h 18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628" h="18131">
                      <a:moveTo>
                        <a:pt x="23628" y="0"/>
                      </a:moveTo>
                      <a:cubicBezTo>
                        <a:pt x="14496" y="4477"/>
                        <a:pt x="6650" y="11570"/>
                        <a:pt x="0" y="18131"/>
                      </a:cubicBezTo>
                      <a:cubicBezTo>
                        <a:pt x="5896" y="11792"/>
                        <a:pt x="16491" y="5364"/>
                        <a:pt x="2362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102" name="Forme libre : forme 21101">
                  <a:extLst>
                    <a:ext uri="{FF2B5EF4-FFF2-40B4-BE49-F238E27FC236}">
                      <a16:creationId xmlns:a16="http://schemas.microsoft.com/office/drawing/2014/main" id="{2A8BAED3-2577-499E-B576-2617A8FB8889}"/>
                    </a:ext>
                  </a:extLst>
                </p:cNvPr>
                <p:cNvSpPr/>
                <p:nvPr/>
              </p:nvSpPr>
              <p:spPr>
                <a:xfrm>
                  <a:off x="7526912" y="926676"/>
                  <a:ext cx="13533" cy="8545"/>
                </a:xfrm>
                <a:custGeom>
                  <a:avLst/>
                  <a:gdLst>
                    <a:gd name="connsiteX0" fmla="*/ 13523 w 13533"/>
                    <a:gd name="connsiteY0" fmla="*/ 594 h 8545"/>
                    <a:gd name="connsiteX1" fmla="*/ 10908 w 13533"/>
                    <a:gd name="connsiteY1" fmla="*/ 4141 h 8545"/>
                    <a:gd name="connsiteX2" fmla="*/ 6652 w 13533"/>
                    <a:gd name="connsiteY2" fmla="*/ 6712 h 8545"/>
                    <a:gd name="connsiteX3" fmla="*/ 3 w 13533"/>
                    <a:gd name="connsiteY3" fmla="*/ 7643 h 8545"/>
                    <a:gd name="connsiteX4" fmla="*/ 6741 w 13533"/>
                    <a:gd name="connsiteY4" fmla="*/ 2545 h 8545"/>
                    <a:gd name="connsiteX5" fmla="*/ 13523 w 13533"/>
                    <a:gd name="connsiteY5" fmla="*/ 594 h 8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33" h="8545">
                      <a:moveTo>
                        <a:pt x="13523" y="594"/>
                      </a:moveTo>
                      <a:cubicBezTo>
                        <a:pt x="13656" y="1525"/>
                        <a:pt x="12415" y="2899"/>
                        <a:pt x="10908" y="4141"/>
                      </a:cubicBezTo>
                      <a:cubicBezTo>
                        <a:pt x="9356" y="5293"/>
                        <a:pt x="7494" y="6268"/>
                        <a:pt x="6652" y="6712"/>
                      </a:cubicBezTo>
                      <a:cubicBezTo>
                        <a:pt x="5012" y="7776"/>
                        <a:pt x="-131" y="9682"/>
                        <a:pt x="3" y="7643"/>
                      </a:cubicBezTo>
                      <a:cubicBezTo>
                        <a:pt x="180" y="5692"/>
                        <a:pt x="5189" y="3387"/>
                        <a:pt x="6741" y="2545"/>
                      </a:cubicBezTo>
                      <a:cubicBezTo>
                        <a:pt x="8381" y="1924"/>
                        <a:pt x="13169" y="-1312"/>
                        <a:pt x="13523" y="594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103" name="Forme libre : forme 21102">
                  <a:extLst>
                    <a:ext uri="{FF2B5EF4-FFF2-40B4-BE49-F238E27FC236}">
                      <a16:creationId xmlns:a16="http://schemas.microsoft.com/office/drawing/2014/main" id="{263ACEA4-03F0-4B4F-A2E3-6B648867AD24}"/>
                    </a:ext>
                  </a:extLst>
                </p:cNvPr>
                <p:cNvSpPr/>
                <p:nvPr/>
              </p:nvSpPr>
              <p:spPr>
                <a:xfrm>
                  <a:off x="7538553" y="925308"/>
                  <a:ext cx="3627" cy="3013"/>
                </a:xfrm>
                <a:custGeom>
                  <a:avLst/>
                  <a:gdLst>
                    <a:gd name="connsiteX0" fmla="*/ 3478 w 3627"/>
                    <a:gd name="connsiteY0" fmla="*/ 101 h 3013"/>
                    <a:gd name="connsiteX1" fmla="*/ 2459 w 3627"/>
                    <a:gd name="connsiteY1" fmla="*/ 1963 h 3013"/>
                    <a:gd name="connsiteX2" fmla="*/ 154 w 3627"/>
                    <a:gd name="connsiteY2" fmla="*/ 2893 h 3013"/>
                    <a:gd name="connsiteX3" fmla="*/ 1173 w 3627"/>
                    <a:gd name="connsiteY3" fmla="*/ 1032 h 3013"/>
                    <a:gd name="connsiteX4" fmla="*/ 3478 w 3627"/>
                    <a:gd name="connsiteY4" fmla="*/ 101 h 3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27" h="3013">
                      <a:moveTo>
                        <a:pt x="3478" y="101"/>
                      </a:moveTo>
                      <a:cubicBezTo>
                        <a:pt x="4010" y="455"/>
                        <a:pt x="2991" y="1519"/>
                        <a:pt x="2459" y="1963"/>
                      </a:cubicBezTo>
                      <a:cubicBezTo>
                        <a:pt x="1883" y="2450"/>
                        <a:pt x="641" y="3337"/>
                        <a:pt x="154" y="2893"/>
                      </a:cubicBezTo>
                      <a:cubicBezTo>
                        <a:pt x="-378" y="2494"/>
                        <a:pt x="597" y="1519"/>
                        <a:pt x="1173" y="1032"/>
                      </a:cubicBezTo>
                      <a:cubicBezTo>
                        <a:pt x="1661" y="588"/>
                        <a:pt x="2902" y="-298"/>
                        <a:pt x="3478" y="1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104" name="Forme libre : forme 21103">
                  <a:extLst>
                    <a:ext uri="{FF2B5EF4-FFF2-40B4-BE49-F238E27FC236}">
                      <a16:creationId xmlns:a16="http://schemas.microsoft.com/office/drawing/2014/main" id="{1E025408-9214-4D8F-8339-89A4483CD646}"/>
                    </a:ext>
                  </a:extLst>
                </p:cNvPr>
                <p:cNvSpPr/>
                <p:nvPr/>
              </p:nvSpPr>
              <p:spPr>
                <a:xfrm>
                  <a:off x="7521930" y="910285"/>
                  <a:ext cx="34430" cy="17113"/>
                </a:xfrm>
                <a:custGeom>
                  <a:avLst/>
                  <a:gdLst>
                    <a:gd name="connsiteX0" fmla="*/ 22318 w 34430"/>
                    <a:gd name="connsiteY0" fmla="*/ 3154 h 17113"/>
                    <a:gd name="connsiteX1" fmla="*/ 27770 w 34430"/>
                    <a:gd name="connsiteY1" fmla="*/ 1203 h 17113"/>
                    <a:gd name="connsiteX2" fmla="*/ 33001 w 34430"/>
                    <a:gd name="connsiteY2" fmla="*/ 6 h 17113"/>
                    <a:gd name="connsiteX3" fmla="*/ 33843 w 34430"/>
                    <a:gd name="connsiteY3" fmla="*/ 3774 h 17113"/>
                    <a:gd name="connsiteX4" fmla="*/ 29765 w 34430"/>
                    <a:gd name="connsiteY4" fmla="*/ 6611 h 17113"/>
                    <a:gd name="connsiteX5" fmla="*/ 16333 w 34430"/>
                    <a:gd name="connsiteY5" fmla="*/ 12064 h 17113"/>
                    <a:gd name="connsiteX6" fmla="*/ 6979 w 34430"/>
                    <a:gd name="connsiteY6" fmla="*/ 16143 h 17113"/>
                    <a:gd name="connsiteX7" fmla="*/ 19 w 34430"/>
                    <a:gd name="connsiteY7" fmla="*/ 15433 h 17113"/>
                    <a:gd name="connsiteX8" fmla="*/ 1925 w 34430"/>
                    <a:gd name="connsiteY8" fmla="*/ 12286 h 17113"/>
                    <a:gd name="connsiteX9" fmla="*/ 5693 w 34430"/>
                    <a:gd name="connsiteY9" fmla="*/ 9360 h 17113"/>
                    <a:gd name="connsiteX10" fmla="*/ 13407 w 34430"/>
                    <a:gd name="connsiteY10" fmla="*/ 5237 h 17113"/>
                    <a:gd name="connsiteX11" fmla="*/ 22318 w 34430"/>
                    <a:gd name="connsiteY11" fmla="*/ 3154 h 17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430" h="17113">
                      <a:moveTo>
                        <a:pt x="22318" y="3154"/>
                      </a:moveTo>
                      <a:cubicBezTo>
                        <a:pt x="24268" y="2400"/>
                        <a:pt x="26041" y="1735"/>
                        <a:pt x="27770" y="1203"/>
                      </a:cubicBezTo>
                      <a:cubicBezTo>
                        <a:pt x="29455" y="627"/>
                        <a:pt x="31051" y="139"/>
                        <a:pt x="33001" y="6"/>
                      </a:cubicBezTo>
                      <a:cubicBezTo>
                        <a:pt x="34464" y="-127"/>
                        <a:pt x="34908" y="1957"/>
                        <a:pt x="33843" y="3774"/>
                      </a:cubicBezTo>
                      <a:cubicBezTo>
                        <a:pt x="32824" y="5592"/>
                        <a:pt x="31184" y="6035"/>
                        <a:pt x="29765" y="6611"/>
                      </a:cubicBezTo>
                      <a:cubicBezTo>
                        <a:pt x="24844" y="8606"/>
                        <a:pt x="20766" y="10291"/>
                        <a:pt x="16333" y="12064"/>
                      </a:cubicBezTo>
                      <a:cubicBezTo>
                        <a:pt x="14826" y="12552"/>
                        <a:pt x="10880" y="14990"/>
                        <a:pt x="6979" y="16143"/>
                      </a:cubicBezTo>
                      <a:cubicBezTo>
                        <a:pt x="3255" y="17517"/>
                        <a:pt x="-291" y="17561"/>
                        <a:pt x="19" y="15433"/>
                      </a:cubicBezTo>
                      <a:cubicBezTo>
                        <a:pt x="108" y="14325"/>
                        <a:pt x="861" y="13305"/>
                        <a:pt x="1925" y="12286"/>
                      </a:cubicBezTo>
                      <a:cubicBezTo>
                        <a:pt x="2901" y="11222"/>
                        <a:pt x="4230" y="10246"/>
                        <a:pt x="5693" y="9360"/>
                      </a:cubicBezTo>
                      <a:cubicBezTo>
                        <a:pt x="8486" y="7498"/>
                        <a:pt x="11678" y="5946"/>
                        <a:pt x="13407" y="5237"/>
                      </a:cubicBezTo>
                      <a:cubicBezTo>
                        <a:pt x="16732" y="3730"/>
                        <a:pt x="19480" y="4351"/>
                        <a:pt x="22318" y="315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463" name="Graphique 2">
                <a:extLst>
                  <a:ext uri="{FF2B5EF4-FFF2-40B4-BE49-F238E27FC236}">
                    <a16:creationId xmlns:a16="http://schemas.microsoft.com/office/drawing/2014/main" id="{39E8A01D-D279-41CD-ACA9-80D78EF6A289}"/>
                  </a:ext>
                </a:extLst>
              </p:cNvPr>
              <p:cNvGrpSpPr/>
              <p:nvPr/>
            </p:nvGrpSpPr>
            <p:grpSpPr>
              <a:xfrm>
                <a:off x="4213219" y="1125137"/>
                <a:ext cx="1269998" cy="191183"/>
                <a:chOff x="4213219" y="1125137"/>
                <a:chExt cx="1269998" cy="191183"/>
              </a:xfrm>
              <a:solidFill>
                <a:schemeClr val="accent1"/>
              </a:solidFill>
            </p:grpSpPr>
            <p:grpSp>
              <p:nvGrpSpPr>
                <p:cNvPr id="20899" name="Graphique 2">
                  <a:extLst>
                    <a:ext uri="{FF2B5EF4-FFF2-40B4-BE49-F238E27FC236}">
                      <a16:creationId xmlns:a16="http://schemas.microsoft.com/office/drawing/2014/main" id="{E64A678B-93FD-4FC4-B66F-897E1BD7CF5B}"/>
                    </a:ext>
                  </a:extLst>
                </p:cNvPr>
                <p:cNvGrpSpPr/>
                <p:nvPr/>
              </p:nvGrpSpPr>
              <p:grpSpPr>
                <a:xfrm>
                  <a:off x="4213219" y="1176085"/>
                  <a:ext cx="58192" cy="57112"/>
                  <a:chOff x="4213219" y="1176085"/>
                  <a:chExt cx="58192" cy="57112"/>
                </a:xfrm>
                <a:solidFill>
                  <a:schemeClr val="accent1"/>
                </a:solidFill>
              </p:grpSpPr>
              <p:sp>
                <p:nvSpPr>
                  <p:cNvPr id="21082" name="Forme libre : forme 21081">
                    <a:extLst>
                      <a:ext uri="{FF2B5EF4-FFF2-40B4-BE49-F238E27FC236}">
                        <a16:creationId xmlns:a16="http://schemas.microsoft.com/office/drawing/2014/main" id="{EA20CBAE-B3AE-463A-AB32-374E6793E1A7}"/>
                      </a:ext>
                    </a:extLst>
                  </p:cNvPr>
                  <p:cNvSpPr/>
                  <p:nvPr/>
                </p:nvSpPr>
                <p:spPr>
                  <a:xfrm>
                    <a:off x="4213219" y="1176085"/>
                    <a:ext cx="58192" cy="57112"/>
                  </a:xfrm>
                  <a:custGeom>
                    <a:avLst/>
                    <a:gdLst>
                      <a:gd name="connsiteX0" fmla="*/ 52178 w 58192"/>
                      <a:gd name="connsiteY0" fmla="*/ 1566 h 57112"/>
                      <a:gd name="connsiteX1" fmla="*/ 18619 w 58192"/>
                      <a:gd name="connsiteY1" fmla="*/ 5822 h 57112"/>
                      <a:gd name="connsiteX2" fmla="*/ 133 w 58192"/>
                      <a:gd name="connsiteY2" fmla="*/ 16772 h 57112"/>
                      <a:gd name="connsiteX3" fmla="*/ 0 w 58192"/>
                      <a:gd name="connsiteY3" fmla="*/ 57113 h 57112"/>
                      <a:gd name="connsiteX4" fmla="*/ 9930 w 58192"/>
                      <a:gd name="connsiteY4" fmla="*/ 52458 h 57112"/>
                      <a:gd name="connsiteX5" fmla="*/ 37548 w 58192"/>
                      <a:gd name="connsiteY5" fmla="*/ 35346 h 57112"/>
                      <a:gd name="connsiteX6" fmla="*/ 51114 w 58192"/>
                      <a:gd name="connsiteY6" fmla="*/ 23111 h 57112"/>
                      <a:gd name="connsiteX7" fmla="*/ 57985 w 58192"/>
                      <a:gd name="connsiteY7" fmla="*/ 9546 h 57112"/>
                      <a:gd name="connsiteX8" fmla="*/ 52178 w 58192"/>
                      <a:gd name="connsiteY8" fmla="*/ 1566 h 57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192" h="57112">
                        <a:moveTo>
                          <a:pt x="52178" y="1566"/>
                        </a:moveTo>
                        <a:cubicBezTo>
                          <a:pt x="41760" y="-739"/>
                          <a:pt x="32007" y="-1360"/>
                          <a:pt x="18619" y="5822"/>
                        </a:cubicBezTo>
                        <a:cubicBezTo>
                          <a:pt x="13876" y="8260"/>
                          <a:pt x="6472" y="12693"/>
                          <a:pt x="133" y="16772"/>
                        </a:cubicBezTo>
                        <a:lnTo>
                          <a:pt x="0" y="57113"/>
                        </a:lnTo>
                        <a:cubicBezTo>
                          <a:pt x="3103" y="56005"/>
                          <a:pt x="6339" y="54542"/>
                          <a:pt x="9930" y="52458"/>
                        </a:cubicBezTo>
                        <a:cubicBezTo>
                          <a:pt x="16934" y="48468"/>
                          <a:pt x="31076" y="39513"/>
                          <a:pt x="37548" y="35346"/>
                        </a:cubicBezTo>
                        <a:cubicBezTo>
                          <a:pt x="43489" y="31268"/>
                          <a:pt x="47877" y="27322"/>
                          <a:pt x="51114" y="23111"/>
                        </a:cubicBezTo>
                        <a:cubicBezTo>
                          <a:pt x="54350" y="18855"/>
                          <a:pt x="56433" y="14334"/>
                          <a:pt x="57985" y="9546"/>
                        </a:cubicBezTo>
                        <a:cubicBezTo>
                          <a:pt x="59049" y="6221"/>
                          <a:pt x="55857" y="2453"/>
                          <a:pt x="52178" y="156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83" name="Forme libre : forme 21082">
                    <a:extLst>
                      <a:ext uri="{FF2B5EF4-FFF2-40B4-BE49-F238E27FC236}">
                        <a16:creationId xmlns:a16="http://schemas.microsoft.com/office/drawing/2014/main" id="{5B9495E2-A84B-4186-B852-FC14756FB002}"/>
                      </a:ext>
                    </a:extLst>
                  </p:cNvPr>
                  <p:cNvSpPr/>
                  <p:nvPr/>
                </p:nvSpPr>
                <p:spPr>
                  <a:xfrm>
                    <a:off x="4213219" y="1185409"/>
                    <a:ext cx="57984" cy="47744"/>
                  </a:xfrm>
                  <a:custGeom>
                    <a:avLst/>
                    <a:gdLst>
                      <a:gd name="connsiteX0" fmla="*/ 7359 w 57984"/>
                      <a:gd name="connsiteY0" fmla="*/ 29879 h 47744"/>
                      <a:gd name="connsiteX1" fmla="*/ 44 w 57984"/>
                      <a:gd name="connsiteY1" fmla="*/ 34933 h 47744"/>
                      <a:gd name="connsiteX2" fmla="*/ 0 w 57984"/>
                      <a:gd name="connsiteY2" fmla="*/ 47745 h 47744"/>
                      <a:gd name="connsiteX3" fmla="*/ 9841 w 57984"/>
                      <a:gd name="connsiteY3" fmla="*/ 43134 h 47744"/>
                      <a:gd name="connsiteX4" fmla="*/ 14363 w 57984"/>
                      <a:gd name="connsiteY4" fmla="*/ 40474 h 47744"/>
                      <a:gd name="connsiteX5" fmla="*/ 35465 w 57984"/>
                      <a:gd name="connsiteY5" fmla="*/ 27308 h 47744"/>
                      <a:gd name="connsiteX6" fmla="*/ 37460 w 57984"/>
                      <a:gd name="connsiteY6" fmla="*/ 26022 h 47744"/>
                      <a:gd name="connsiteX7" fmla="*/ 47922 w 57984"/>
                      <a:gd name="connsiteY7" fmla="*/ 17378 h 47744"/>
                      <a:gd name="connsiteX8" fmla="*/ 56256 w 57984"/>
                      <a:gd name="connsiteY8" fmla="*/ 4655 h 47744"/>
                      <a:gd name="connsiteX9" fmla="*/ 57941 w 57984"/>
                      <a:gd name="connsiteY9" fmla="*/ 177 h 47744"/>
                      <a:gd name="connsiteX10" fmla="*/ 57985 w 57984"/>
                      <a:gd name="connsiteY10" fmla="*/ 0 h 47744"/>
                      <a:gd name="connsiteX11" fmla="*/ 7359 w 57984"/>
                      <a:gd name="connsiteY11" fmla="*/ 29879 h 47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7984" h="47744">
                        <a:moveTo>
                          <a:pt x="7359" y="29879"/>
                        </a:moveTo>
                        <a:cubicBezTo>
                          <a:pt x="4965" y="31608"/>
                          <a:pt x="2527" y="33293"/>
                          <a:pt x="44" y="34933"/>
                        </a:cubicBezTo>
                        <a:lnTo>
                          <a:pt x="0" y="47745"/>
                        </a:lnTo>
                        <a:cubicBezTo>
                          <a:pt x="3059" y="46636"/>
                          <a:pt x="6339" y="45173"/>
                          <a:pt x="9841" y="43134"/>
                        </a:cubicBezTo>
                        <a:cubicBezTo>
                          <a:pt x="11127" y="42380"/>
                          <a:pt x="12679" y="41494"/>
                          <a:pt x="14363" y="40474"/>
                        </a:cubicBezTo>
                        <a:cubicBezTo>
                          <a:pt x="20880" y="36396"/>
                          <a:pt x="29746" y="30899"/>
                          <a:pt x="35465" y="27308"/>
                        </a:cubicBezTo>
                        <a:cubicBezTo>
                          <a:pt x="36174" y="26820"/>
                          <a:pt x="36883" y="26377"/>
                          <a:pt x="37460" y="26022"/>
                        </a:cubicBezTo>
                        <a:cubicBezTo>
                          <a:pt x="41715" y="23185"/>
                          <a:pt x="45085" y="20259"/>
                          <a:pt x="47922" y="17378"/>
                        </a:cubicBezTo>
                        <a:cubicBezTo>
                          <a:pt x="51734" y="13388"/>
                          <a:pt x="54261" y="9132"/>
                          <a:pt x="56256" y="4655"/>
                        </a:cubicBezTo>
                        <a:cubicBezTo>
                          <a:pt x="56877" y="3192"/>
                          <a:pt x="57453" y="1729"/>
                          <a:pt x="57941" y="177"/>
                        </a:cubicBezTo>
                        <a:lnTo>
                          <a:pt x="57985" y="0"/>
                        </a:lnTo>
                        <a:cubicBezTo>
                          <a:pt x="40563" y="8822"/>
                          <a:pt x="22919" y="18663"/>
                          <a:pt x="7359" y="2987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84" name="Forme libre : forme 21083">
                    <a:extLst>
                      <a:ext uri="{FF2B5EF4-FFF2-40B4-BE49-F238E27FC236}">
                        <a16:creationId xmlns:a16="http://schemas.microsoft.com/office/drawing/2014/main" id="{4A51AB73-1E3D-4822-B354-4BFEA20A6CCC}"/>
                      </a:ext>
                    </a:extLst>
                  </p:cNvPr>
                  <p:cNvSpPr/>
                  <p:nvPr/>
                </p:nvSpPr>
                <p:spPr>
                  <a:xfrm>
                    <a:off x="4214175" y="1189283"/>
                    <a:ext cx="39998" cy="25646"/>
                  </a:xfrm>
                  <a:custGeom>
                    <a:avLst/>
                    <a:gdLst>
                      <a:gd name="connsiteX0" fmla="*/ 39740 w 39998"/>
                      <a:gd name="connsiteY0" fmla="*/ 1136 h 25646"/>
                      <a:gd name="connsiteX1" fmla="*/ 22229 w 39998"/>
                      <a:gd name="connsiteY1" fmla="*/ 18071 h 25646"/>
                      <a:gd name="connsiteX2" fmla="*/ 418 w 39998"/>
                      <a:gd name="connsiteY2" fmla="*/ 24410 h 25646"/>
                      <a:gd name="connsiteX3" fmla="*/ 16111 w 39998"/>
                      <a:gd name="connsiteY3" fmla="*/ 8274 h 25646"/>
                      <a:gd name="connsiteX4" fmla="*/ 39740 w 39998"/>
                      <a:gd name="connsiteY4" fmla="*/ 1136 h 25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98" h="25646">
                        <a:moveTo>
                          <a:pt x="39740" y="1136"/>
                        </a:moveTo>
                        <a:cubicBezTo>
                          <a:pt x="42134" y="5082"/>
                          <a:pt x="27238" y="14834"/>
                          <a:pt x="22229" y="18071"/>
                        </a:cubicBezTo>
                        <a:cubicBezTo>
                          <a:pt x="17087" y="21130"/>
                          <a:pt x="3344" y="28577"/>
                          <a:pt x="418" y="24410"/>
                        </a:cubicBezTo>
                        <a:cubicBezTo>
                          <a:pt x="-2552" y="20199"/>
                          <a:pt x="11102" y="11022"/>
                          <a:pt x="16111" y="8274"/>
                        </a:cubicBezTo>
                        <a:cubicBezTo>
                          <a:pt x="21032" y="5392"/>
                          <a:pt x="37257" y="-3031"/>
                          <a:pt x="39740" y="113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85" name="Forme libre : forme 21084">
                    <a:extLst>
                      <a:ext uri="{FF2B5EF4-FFF2-40B4-BE49-F238E27FC236}">
                        <a16:creationId xmlns:a16="http://schemas.microsoft.com/office/drawing/2014/main" id="{BECD4514-A3EB-4B67-9825-6DCB97541126}"/>
                      </a:ext>
                    </a:extLst>
                  </p:cNvPr>
                  <p:cNvSpPr/>
                  <p:nvPr/>
                </p:nvSpPr>
                <p:spPr>
                  <a:xfrm>
                    <a:off x="4213743" y="1201590"/>
                    <a:ext cx="30773" cy="13146"/>
                  </a:xfrm>
                  <a:custGeom>
                    <a:avLst/>
                    <a:gdLst>
                      <a:gd name="connsiteX0" fmla="*/ 6436 w 30773"/>
                      <a:gd name="connsiteY0" fmla="*/ 2970 h 13146"/>
                      <a:gd name="connsiteX1" fmla="*/ 629 w 30773"/>
                      <a:gd name="connsiteY1" fmla="*/ 12191 h 13146"/>
                      <a:gd name="connsiteX2" fmla="*/ 22883 w 30773"/>
                      <a:gd name="connsiteY2" fmla="*/ 5586 h 13146"/>
                      <a:gd name="connsiteX3" fmla="*/ 30774 w 30773"/>
                      <a:gd name="connsiteY3" fmla="*/ 0 h 13146"/>
                      <a:gd name="connsiteX4" fmla="*/ 26119 w 30773"/>
                      <a:gd name="connsiteY4" fmla="*/ 2305 h 13146"/>
                      <a:gd name="connsiteX5" fmla="*/ 6436 w 30773"/>
                      <a:gd name="connsiteY5" fmla="*/ 2970 h 13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773" h="13146">
                        <a:moveTo>
                          <a:pt x="6436" y="2970"/>
                        </a:moveTo>
                        <a:cubicBezTo>
                          <a:pt x="4486" y="5275"/>
                          <a:pt x="-2031" y="10107"/>
                          <a:pt x="629" y="12191"/>
                        </a:cubicBezTo>
                        <a:cubicBezTo>
                          <a:pt x="4885" y="15516"/>
                          <a:pt x="16366" y="9398"/>
                          <a:pt x="22883" y="5586"/>
                        </a:cubicBezTo>
                        <a:cubicBezTo>
                          <a:pt x="24745" y="4389"/>
                          <a:pt x="28823" y="1596"/>
                          <a:pt x="30774" y="0"/>
                        </a:cubicBezTo>
                        <a:cubicBezTo>
                          <a:pt x="29533" y="665"/>
                          <a:pt x="27449" y="1906"/>
                          <a:pt x="26119" y="2305"/>
                        </a:cubicBezTo>
                        <a:cubicBezTo>
                          <a:pt x="18849" y="4921"/>
                          <a:pt x="9805" y="7448"/>
                          <a:pt x="6436" y="297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86" name="Forme libre : forme 21085">
                    <a:extLst>
                      <a:ext uri="{FF2B5EF4-FFF2-40B4-BE49-F238E27FC236}">
                        <a16:creationId xmlns:a16="http://schemas.microsoft.com/office/drawing/2014/main" id="{5D8AD915-1AAC-41CD-A7DF-64CD983B3954}"/>
                      </a:ext>
                    </a:extLst>
                  </p:cNvPr>
                  <p:cNvSpPr/>
                  <p:nvPr/>
                </p:nvSpPr>
                <p:spPr>
                  <a:xfrm>
                    <a:off x="4216764" y="1188840"/>
                    <a:ext cx="39950" cy="25899"/>
                  </a:xfrm>
                  <a:custGeom>
                    <a:avLst/>
                    <a:gdLst>
                      <a:gd name="connsiteX0" fmla="*/ 39900 w 39950"/>
                      <a:gd name="connsiteY0" fmla="*/ 1402 h 25899"/>
                      <a:gd name="connsiteX1" fmla="*/ 22167 w 39950"/>
                      <a:gd name="connsiteY1" fmla="*/ 18558 h 25899"/>
                      <a:gd name="connsiteX2" fmla="*/ 10508 w 39950"/>
                      <a:gd name="connsiteY2" fmla="*/ 24366 h 25899"/>
                      <a:gd name="connsiteX3" fmla="*/ 489 w 39950"/>
                      <a:gd name="connsiteY3" fmla="*/ 24631 h 25899"/>
                      <a:gd name="connsiteX4" fmla="*/ 5321 w 39950"/>
                      <a:gd name="connsiteY4" fmla="*/ 16031 h 25899"/>
                      <a:gd name="connsiteX5" fmla="*/ 16138 w 39950"/>
                      <a:gd name="connsiteY5" fmla="*/ 8628 h 25899"/>
                      <a:gd name="connsiteX6" fmla="*/ 39900 w 39950"/>
                      <a:gd name="connsiteY6" fmla="*/ 1402 h 25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950" h="25899">
                        <a:moveTo>
                          <a:pt x="39900" y="1402"/>
                        </a:moveTo>
                        <a:cubicBezTo>
                          <a:pt x="40875" y="6101"/>
                          <a:pt x="27575" y="15056"/>
                          <a:pt x="22167" y="18558"/>
                        </a:cubicBezTo>
                        <a:cubicBezTo>
                          <a:pt x="19463" y="20331"/>
                          <a:pt x="14853" y="22814"/>
                          <a:pt x="10508" y="24366"/>
                        </a:cubicBezTo>
                        <a:cubicBezTo>
                          <a:pt x="6208" y="26006"/>
                          <a:pt x="2174" y="26671"/>
                          <a:pt x="489" y="24631"/>
                        </a:cubicBezTo>
                        <a:cubicBezTo>
                          <a:pt x="-1151" y="22592"/>
                          <a:pt x="1553" y="19267"/>
                          <a:pt x="5321" y="16031"/>
                        </a:cubicBezTo>
                        <a:cubicBezTo>
                          <a:pt x="9089" y="12884"/>
                          <a:pt x="13877" y="9958"/>
                          <a:pt x="16138" y="8628"/>
                        </a:cubicBezTo>
                        <a:cubicBezTo>
                          <a:pt x="20704" y="5879"/>
                          <a:pt x="38791" y="-3519"/>
                          <a:pt x="39900" y="140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87" name="Forme libre : forme 21086">
                    <a:extLst>
                      <a:ext uri="{FF2B5EF4-FFF2-40B4-BE49-F238E27FC236}">
                        <a16:creationId xmlns:a16="http://schemas.microsoft.com/office/drawing/2014/main" id="{140FB7F9-315F-419F-8F49-7C4793E37E96}"/>
                      </a:ext>
                    </a:extLst>
                  </p:cNvPr>
                  <p:cNvSpPr/>
                  <p:nvPr/>
                </p:nvSpPr>
                <p:spPr>
                  <a:xfrm>
                    <a:off x="4213219" y="1200305"/>
                    <a:ext cx="35442" cy="25933"/>
                  </a:xfrm>
                  <a:custGeom>
                    <a:avLst/>
                    <a:gdLst>
                      <a:gd name="connsiteX0" fmla="*/ 34489 w 35442"/>
                      <a:gd name="connsiteY0" fmla="*/ 399 h 25933"/>
                      <a:gd name="connsiteX1" fmla="*/ 27042 w 35442"/>
                      <a:gd name="connsiteY1" fmla="*/ 1596 h 25933"/>
                      <a:gd name="connsiteX2" fmla="*/ 7093 w 35442"/>
                      <a:gd name="connsiteY2" fmla="*/ 6073 h 25933"/>
                      <a:gd name="connsiteX3" fmla="*/ 89 w 35442"/>
                      <a:gd name="connsiteY3" fmla="*/ 6694 h 25933"/>
                      <a:gd name="connsiteX4" fmla="*/ 0 w 35442"/>
                      <a:gd name="connsiteY4" fmla="*/ 25934 h 25933"/>
                      <a:gd name="connsiteX5" fmla="*/ 13255 w 35442"/>
                      <a:gd name="connsiteY5" fmla="*/ 21988 h 25933"/>
                      <a:gd name="connsiteX6" fmla="*/ 31120 w 35442"/>
                      <a:gd name="connsiteY6" fmla="*/ 9709 h 25933"/>
                      <a:gd name="connsiteX7" fmla="*/ 34489 w 35442"/>
                      <a:gd name="connsiteY7" fmla="*/ 399 h 25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442" h="25933">
                        <a:moveTo>
                          <a:pt x="34489" y="399"/>
                        </a:moveTo>
                        <a:cubicBezTo>
                          <a:pt x="32982" y="-754"/>
                          <a:pt x="29879" y="887"/>
                          <a:pt x="27042" y="1596"/>
                        </a:cubicBezTo>
                        <a:cubicBezTo>
                          <a:pt x="20437" y="3369"/>
                          <a:pt x="14186" y="5364"/>
                          <a:pt x="7093" y="6073"/>
                        </a:cubicBezTo>
                        <a:cubicBezTo>
                          <a:pt x="4876" y="6295"/>
                          <a:pt x="2527" y="6384"/>
                          <a:pt x="89" y="6694"/>
                        </a:cubicBezTo>
                        <a:lnTo>
                          <a:pt x="0" y="25934"/>
                        </a:lnTo>
                        <a:cubicBezTo>
                          <a:pt x="4167" y="25269"/>
                          <a:pt x="8290" y="24205"/>
                          <a:pt x="13255" y="21988"/>
                        </a:cubicBezTo>
                        <a:cubicBezTo>
                          <a:pt x="19905" y="18885"/>
                          <a:pt x="26776" y="14363"/>
                          <a:pt x="31120" y="9709"/>
                        </a:cubicBezTo>
                        <a:cubicBezTo>
                          <a:pt x="34401" y="6384"/>
                          <a:pt x="36883" y="2261"/>
                          <a:pt x="34489" y="39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88" name="Forme libre : forme 21087">
                    <a:extLst>
                      <a:ext uri="{FF2B5EF4-FFF2-40B4-BE49-F238E27FC236}">
                        <a16:creationId xmlns:a16="http://schemas.microsoft.com/office/drawing/2014/main" id="{F8067BDA-8E4A-4F19-91B0-E86DAE7AC0FE}"/>
                      </a:ext>
                    </a:extLst>
                  </p:cNvPr>
                  <p:cNvSpPr/>
                  <p:nvPr/>
                </p:nvSpPr>
                <p:spPr>
                  <a:xfrm>
                    <a:off x="4213308" y="1202089"/>
                    <a:ext cx="4484" cy="7214"/>
                  </a:xfrm>
                  <a:custGeom>
                    <a:avLst/>
                    <a:gdLst>
                      <a:gd name="connsiteX0" fmla="*/ 0 w 4484"/>
                      <a:gd name="connsiteY0" fmla="*/ 1407 h 7214"/>
                      <a:gd name="connsiteX1" fmla="*/ 0 w 4484"/>
                      <a:gd name="connsiteY1" fmla="*/ 7214 h 7214"/>
                      <a:gd name="connsiteX2" fmla="*/ 1330 w 4484"/>
                      <a:gd name="connsiteY2" fmla="*/ 6062 h 7214"/>
                      <a:gd name="connsiteX3" fmla="*/ 3458 w 4484"/>
                      <a:gd name="connsiteY3" fmla="*/ 3845 h 7214"/>
                      <a:gd name="connsiteX4" fmla="*/ 0 w 4484"/>
                      <a:gd name="connsiteY4" fmla="*/ 1407 h 7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84" h="7214">
                        <a:moveTo>
                          <a:pt x="0" y="1407"/>
                        </a:moveTo>
                        <a:lnTo>
                          <a:pt x="0" y="7214"/>
                        </a:lnTo>
                        <a:cubicBezTo>
                          <a:pt x="443" y="6816"/>
                          <a:pt x="931" y="6461"/>
                          <a:pt x="1330" y="6062"/>
                        </a:cubicBezTo>
                        <a:cubicBezTo>
                          <a:pt x="2128" y="5308"/>
                          <a:pt x="2926" y="4643"/>
                          <a:pt x="3458" y="3845"/>
                        </a:cubicBezTo>
                        <a:cubicBezTo>
                          <a:pt x="5630" y="609"/>
                          <a:pt x="4300" y="-1563"/>
                          <a:pt x="0" y="140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89" name="Forme libre : forme 21088">
                    <a:extLst>
                      <a:ext uri="{FF2B5EF4-FFF2-40B4-BE49-F238E27FC236}">
                        <a16:creationId xmlns:a16="http://schemas.microsoft.com/office/drawing/2014/main" id="{2C919B47-917D-4081-B39F-0A9C040BFFD1}"/>
                      </a:ext>
                    </a:extLst>
                  </p:cNvPr>
                  <p:cNvSpPr/>
                  <p:nvPr/>
                </p:nvSpPr>
                <p:spPr>
                  <a:xfrm>
                    <a:off x="4251300" y="1185099"/>
                    <a:ext cx="18087" cy="25135"/>
                  </a:xfrm>
                  <a:custGeom>
                    <a:avLst/>
                    <a:gdLst>
                      <a:gd name="connsiteX0" fmla="*/ 18087 w 18087"/>
                      <a:gd name="connsiteY0" fmla="*/ 0 h 25135"/>
                      <a:gd name="connsiteX1" fmla="*/ 11304 w 18087"/>
                      <a:gd name="connsiteY1" fmla="*/ 12900 h 25135"/>
                      <a:gd name="connsiteX2" fmla="*/ 0 w 18087"/>
                      <a:gd name="connsiteY2" fmla="*/ 25136 h 25135"/>
                      <a:gd name="connsiteX3" fmla="*/ 10196 w 18087"/>
                      <a:gd name="connsiteY3" fmla="*/ 12723 h 25135"/>
                      <a:gd name="connsiteX4" fmla="*/ 18087 w 18087"/>
                      <a:gd name="connsiteY4" fmla="*/ 0 h 25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87" h="25135">
                        <a:moveTo>
                          <a:pt x="18087" y="0"/>
                        </a:moveTo>
                        <a:cubicBezTo>
                          <a:pt x="17777" y="3768"/>
                          <a:pt x="14940" y="8423"/>
                          <a:pt x="11304" y="12900"/>
                        </a:cubicBezTo>
                        <a:cubicBezTo>
                          <a:pt x="7669" y="17333"/>
                          <a:pt x="3325" y="21722"/>
                          <a:pt x="0" y="25136"/>
                        </a:cubicBezTo>
                        <a:cubicBezTo>
                          <a:pt x="3635" y="21412"/>
                          <a:pt x="7093" y="17067"/>
                          <a:pt x="10196" y="12723"/>
                        </a:cubicBezTo>
                        <a:cubicBezTo>
                          <a:pt x="13344" y="8379"/>
                          <a:pt x="15959" y="3768"/>
                          <a:pt x="1808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90" name="Forme libre : forme 21089">
                    <a:extLst>
                      <a:ext uri="{FF2B5EF4-FFF2-40B4-BE49-F238E27FC236}">
                        <a16:creationId xmlns:a16="http://schemas.microsoft.com/office/drawing/2014/main" id="{79800CBE-6644-4533-ABF7-27E664C9A633}"/>
                      </a:ext>
                    </a:extLst>
                  </p:cNvPr>
                  <p:cNvSpPr/>
                  <p:nvPr/>
                </p:nvSpPr>
                <p:spPr>
                  <a:xfrm>
                    <a:off x="4228687" y="1193596"/>
                    <a:ext cx="15390" cy="8328"/>
                  </a:xfrm>
                  <a:custGeom>
                    <a:avLst/>
                    <a:gdLst>
                      <a:gd name="connsiteX0" fmla="*/ 15387 w 15390"/>
                      <a:gd name="connsiteY0" fmla="*/ 724 h 8328"/>
                      <a:gd name="connsiteX1" fmla="*/ 7142 w 15390"/>
                      <a:gd name="connsiteY1" fmla="*/ 6354 h 8328"/>
                      <a:gd name="connsiteX2" fmla="*/ 4 w 15390"/>
                      <a:gd name="connsiteY2" fmla="*/ 7462 h 8328"/>
                      <a:gd name="connsiteX3" fmla="*/ 7762 w 15390"/>
                      <a:gd name="connsiteY3" fmla="*/ 2054 h 8328"/>
                      <a:gd name="connsiteX4" fmla="*/ 15387 w 15390"/>
                      <a:gd name="connsiteY4" fmla="*/ 724 h 8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90" h="8328">
                        <a:moveTo>
                          <a:pt x="15387" y="724"/>
                        </a:moveTo>
                        <a:cubicBezTo>
                          <a:pt x="15254" y="2719"/>
                          <a:pt x="9003" y="5467"/>
                          <a:pt x="7142" y="6354"/>
                        </a:cubicBezTo>
                        <a:cubicBezTo>
                          <a:pt x="5280" y="7240"/>
                          <a:pt x="-173" y="9590"/>
                          <a:pt x="4" y="7462"/>
                        </a:cubicBezTo>
                        <a:cubicBezTo>
                          <a:pt x="182" y="5379"/>
                          <a:pt x="5945" y="2807"/>
                          <a:pt x="7762" y="2054"/>
                        </a:cubicBezTo>
                        <a:cubicBezTo>
                          <a:pt x="9535" y="1300"/>
                          <a:pt x="15564" y="-1227"/>
                          <a:pt x="15387" y="72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91" name="Forme libre : forme 21090">
                    <a:extLst>
                      <a:ext uri="{FF2B5EF4-FFF2-40B4-BE49-F238E27FC236}">
                        <a16:creationId xmlns:a16="http://schemas.microsoft.com/office/drawing/2014/main" id="{B19E952E-C7A4-49C9-8171-DB8FFD052816}"/>
                      </a:ext>
                    </a:extLst>
                  </p:cNvPr>
                  <p:cNvSpPr/>
                  <p:nvPr/>
                </p:nvSpPr>
                <p:spPr>
                  <a:xfrm>
                    <a:off x="4241938" y="1192477"/>
                    <a:ext cx="4323" cy="2717"/>
                  </a:xfrm>
                  <a:custGeom>
                    <a:avLst/>
                    <a:gdLst>
                      <a:gd name="connsiteX0" fmla="*/ 4219 w 4323"/>
                      <a:gd name="connsiteY0" fmla="*/ 159 h 2717"/>
                      <a:gd name="connsiteX1" fmla="*/ 2711 w 4323"/>
                      <a:gd name="connsiteY1" fmla="*/ 1932 h 2717"/>
                      <a:gd name="connsiteX2" fmla="*/ 96 w 4323"/>
                      <a:gd name="connsiteY2" fmla="*/ 2553 h 2717"/>
                      <a:gd name="connsiteX3" fmla="*/ 1559 w 4323"/>
                      <a:gd name="connsiteY3" fmla="*/ 824 h 2717"/>
                      <a:gd name="connsiteX4" fmla="*/ 4219 w 4323"/>
                      <a:gd name="connsiteY4" fmla="*/ 159 h 2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3" h="2717">
                        <a:moveTo>
                          <a:pt x="4219" y="159"/>
                        </a:moveTo>
                        <a:cubicBezTo>
                          <a:pt x="4706" y="647"/>
                          <a:pt x="3376" y="1533"/>
                          <a:pt x="2711" y="1932"/>
                        </a:cubicBezTo>
                        <a:cubicBezTo>
                          <a:pt x="2002" y="2331"/>
                          <a:pt x="539" y="3040"/>
                          <a:pt x="96" y="2553"/>
                        </a:cubicBezTo>
                        <a:cubicBezTo>
                          <a:pt x="-347" y="2065"/>
                          <a:pt x="850" y="1223"/>
                          <a:pt x="1559" y="824"/>
                        </a:cubicBezTo>
                        <a:cubicBezTo>
                          <a:pt x="2224" y="425"/>
                          <a:pt x="3731" y="-329"/>
                          <a:pt x="4219" y="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92" name="Forme libre : forme 21091">
                    <a:extLst>
                      <a:ext uri="{FF2B5EF4-FFF2-40B4-BE49-F238E27FC236}">
                        <a16:creationId xmlns:a16="http://schemas.microsoft.com/office/drawing/2014/main" id="{C3E9D4C1-3861-475E-B49C-C084E0112B64}"/>
                      </a:ext>
                    </a:extLst>
                  </p:cNvPr>
                  <p:cNvSpPr/>
                  <p:nvPr/>
                </p:nvSpPr>
                <p:spPr>
                  <a:xfrm>
                    <a:off x="4223552" y="1180851"/>
                    <a:ext cx="42657" cy="13178"/>
                  </a:xfrm>
                  <a:custGeom>
                    <a:avLst/>
                    <a:gdLst>
                      <a:gd name="connsiteX0" fmla="*/ 29698 w 42657"/>
                      <a:gd name="connsiteY0" fmla="*/ 302 h 13178"/>
                      <a:gd name="connsiteX1" fmla="*/ 41978 w 42657"/>
                      <a:gd name="connsiteY1" fmla="*/ 1544 h 13178"/>
                      <a:gd name="connsiteX2" fmla="*/ 40648 w 42657"/>
                      <a:gd name="connsiteY2" fmla="*/ 5267 h 13178"/>
                      <a:gd name="connsiteX3" fmla="*/ 35505 w 42657"/>
                      <a:gd name="connsiteY3" fmla="*/ 6243 h 13178"/>
                      <a:gd name="connsiteX4" fmla="*/ 19502 w 42657"/>
                      <a:gd name="connsiteY4" fmla="*/ 8105 h 13178"/>
                      <a:gd name="connsiteX5" fmla="*/ 8064 w 42657"/>
                      <a:gd name="connsiteY5" fmla="*/ 11828 h 13178"/>
                      <a:gd name="connsiteX6" fmla="*/ 40 w 42657"/>
                      <a:gd name="connsiteY6" fmla="*/ 11651 h 13178"/>
                      <a:gd name="connsiteX7" fmla="*/ 18660 w 42657"/>
                      <a:gd name="connsiteY7" fmla="*/ 480 h 13178"/>
                      <a:gd name="connsiteX8" fmla="*/ 29698 w 42657"/>
                      <a:gd name="connsiteY8" fmla="*/ 302 h 13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657" h="13178">
                        <a:moveTo>
                          <a:pt x="29698" y="302"/>
                        </a:moveTo>
                        <a:cubicBezTo>
                          <a:pt x="34707" y="125"/>
                          <a:pt x="38254" y="-52"/>
                          <a:pt x="41978" y="1544"/>
                        </a:cubicBezTo>
                        <a:cubicBezTo>
                          <a:pt x="43352" y="2164"/>
                          <a:pt x="42510" y="4204"/>
                          <a:pt x="40648" y="5267"/>
                        </a:cubicBezTo>
                        <a:cubicBezTo>
                          <a:pt x="38741" y="6331"/>
                          <a:pt x="37146" y="6243"/>
                          <a:pt x="35505" y="6243"/>
                        </a:cubicBezTo>
                        <a:cubicBezTo>
                          <a:pt x="30319" y="6198"/>
                          <a:pt x="25132" y="6863"/>
                          <a:pt x="19502" y="8105"/>
                        </a:cubicBezTo>
                        <a:cubicBezTo>
                          <a:pt x="17729" y="8504"/>
                          <a:pt x="12586" y="10454"/>
                          <a:pt x="8064" y="11828"/>
                        </a:cubicBezTo>
                        <a:cubicBezTo>
                          <a:pt x="3543" y="13247"/>
                          <a:pt x="-447" y="14045"/>
                          <a:pt x="40" y="11651"/>
                        </a:cubicBezTo>
                        <a:cubicBezTo>
                          <a:pt x="927" y="6775"/>
                          <a:pt x="13960" y="1499"/>
                          <a:pt x="18660" y="480"/>
                        </a:cubicBezTo>
                        <a:cubicBezTo>
                          <a:pt x="23359" y="-584"/>
                          <a:pt x="25974" y="480"/>
                          <a:pt x="29698" y="30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00" name="Graphique 2">
                  <a:extLst>
                    <a:ext uri="{FF2B5EF4-FFF2-40B4-BE49-F238E27FC236}">
                      <a16:creationId xmlns:a16="http://schemas.microsoft.com/office/drawing/2014/main" id="{542F8CD1-AE16-4A19-8363-295926C98B7F}"/>
                    </a:ext>
                  </a:extLst>
                </p:cNvPr>
                <p:cNvGrpSpPr/>
                <p:nvPr/>
              </p:nvGrpSpPr>
              <p:grpSpPr>
                <a:xfrm>
                  <a:off x="4269603" y="1138023"/>
                  <a:ext cx="94172" cy="49419"/>
                  <a:chOff x="4269603" y="1138023"/>
                  <a:chExt cx="94172" cy="49419"/>
                </a:xfrm>
                <a:solidFill>
                  <a:schemeClr val="accent1"/>
                </a:solidFill>
              </p:grpSpPr>
              <p:sp>
                <p:nvSpPr>
                  <p:cNvPr id="21070" name="Forme libre : forme 21069">
                    <a:extLst>
                      <a:ext uri="{FF2B5EF4-FFF2-40B4-BE49-F238E27FC236}">
                        <a16:creationId xmlns:a16="http://schemas.microsoft.com/office/drawing/2014/main" id="{540F2454-B18D-44CB-A970-613861D1628D}"/>
                      </a:ext>
                    </a:extLst>
                  </p:cNvPr>
                  <p:cNvSpPr/>
                  <p:nvPr/>
                </p:nvSpPr>
                <p:spPr>
                  <a:xfrm>
                    <a:off x="4269603" y="1138023"/>
                    <a:ext cx="94172" cy="49419"/>
                  </a:xfrm>
                  <a:custGeom>
                    <a:avLst/>
                    <a:gdLst>
                      <a:gd name="connsiteX0" fmla="*/ 68097 w 94172"/>
                      <a:gd name="connsiteY0" fmla="*/ 34885 h 49419"/>
                      <a:gd name="connsiteX1" fmla="*/ 53246 w 94172"/>
                      <a:gd name="connsiteY1" fmla="*/ 40427 h 49419"/>
                      <a:gd name="connsiteX2" fmla="*/ 38085 w 94172"/>
                      <a:gd name="connsiteY2" fmla="*/ 46101 h 49419"/>
                      <a:gd name="connsiteX3" fmla="*/ 4527 w 94172"/>
                      <a:gd name="connsiteY3" fmla="*/ 46500 h 49419"/>
                      <a:gd name="connsiteX4" fmla="*/ 581 w 94172"/>
                      <a:gd name="connsiteY4" fmla="*/ 37279 h 49419"/>
                      <a:gd name="connsiteX5" fmla="*/ 25539 w 94172"/>
                      <a:gd name="connsiteY5" fmla="*/ 13296 h 49419"/>
                      <a:gd name="connsiteX6" fmla="*/ 40346 w 94172"/>
                      <a:gd name="connsiteY6" fmla="*/ 7134 h 49419"/>
                      <a:gd name="connsiteX7" fmla="*/ 55817 w 94172"/>
                      <a:gd name="connsiteY7" fmla="*/ 2036 h 49419"/>
                      <a:gd name="connsiteX8" fmla="*/ 74880 w 94172"/>
                      <a:gd name="connsiteY8" fmla="*/ 352 h 49419"/>
                      <a:gd name="connsiteX9" fmla="*/ 89908 w 94172"/>
                      <a:gd name="connsiteY9" fmla="*/ 5494 h 49419"/>
                      <a:gd name="connsiteX10" fmla="*/ 93499 w 94172"/>
                      <a:gd name="connsiteY10" fmla="*/ 14670 h 49419"/>
                      <a:gd name="connsiteX11" fmla="*/ 68097 w 94172"/>
                      <a:gd name="connsiteY11" fmla="*/ 34885 h 49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172" h="49419">
                        <a:moveTo>
                          <a:pt x="68097" y="34885"/>
                        </a:moveTo>
                        <a:cubicBezTo>
                          <a:pt x="64595" y="36348"/>
                          <a:pt x="58965" y="38476"/>
                          <a:pt x="53246" y="40427"/>
                        </a:cubicBezTo>
                        <a:cubicBezTo>
                          <a:pt x="47616" y="42643"/>
                          <a:pt x="41898" y="44860"/>
                          <a:pt x="38085" y="46101"/>
                        </a:cubicBezTo>
                        <a:cubicBezTo>
                          <a:pt x="24032" y="51111"/>
                          <a:pt x="14944" y="49781"/>
                          <a:pt x="4527" y="46500"/>
                        </a:cubicBezTo>
                        <a:cubicBezTo>
                          <a:pt x="936" y="45348"/>
                          <a:pt x="-1059" y="40648"/>
                          <a:pt x="581" y="37279"/>
                        </a:cubicBezTo>
                        <a:cubicBezTo>
                          <a:pt x="5280" y="27394"/>
                          <a:pt x="12018" y="19769"/>
                          <a:pt x="25539" y="13296"/>
                        </a:cubicBezTo>
                        <a:cubicBezTo>
                          <a:pt x="29175" y="11656"/>
                          <a:pt x="34716" y="9351"/>
                          <a:pt x="40346" y="7134"/>
                        </a:cubicBezTo>
                        <a:cubicBezTo>
                          <a:pt x="46065" y="5139"/>
                          <a:pt x="51872" y="3278"/>
                          <a:pt x="55817" y="2036"/>
                        </a:cubicBezTo>
                        <a:cubicBezTo>
                          <a:pt x="63176" y="-269"/>
                          <a:pt x="69471" y="-269"/>
                          <a:pt x="74880" y="352"/>
                        </a:cubicBezTo>
                        <a:cubicBezTo>
                          <a:pt x="80288" y="972"/>
                          <a:pt x="85120" y="3012"/>
                          <a:pt x="89908" y="5494"/>
                        </a:cubicBezTo>
                        <a:cubicBezTo>
                          <a:pt x="93233" y="7223"/>
                          <a:pt x="95316" y="11700"/>
                          <a:pt x="93499" y="14670"/>
                        </a:cubicBezTo>
                        <a:cubicBezTo>
                          <a:pt x="88135" y="23182"/>
                          <a:pt x="81263" y="29920"/>
                          <a:pt x="68097" y="3488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71" name="Forme libre : forme 21070">
                    <a:extLst>
                      <a:ext uri="{FF2B5EF4-FFF2-40B4-BE49-F238E27FC236}">
                        <a16:creationId xmlns:a16="http://schemas.microsoft.com/office/drawing/2014/main" id="{B1AF3089-0FE1-46CB-8ED2-9FAFBCA8B05F}"/>
                      </a:ext>
                    </a:extLst>
                  </p:cNvPr>
                  <p:cNvSpPr/>
                  <p:nvPr/>
                </p:nvSpPr>
                <p:spPr>
                  <a:xfrm>
                    <a:off x="4270672" y="1152516"/>
                    <a:ext cx="92518" cy="34831"/>
                  </a:xfrm>
                  <a:custGeom>
                    <a:avLst/>
                    <a:gdLst>
                      <a:gd name="connsiteX0" fmla="*/ 36972 w 92518"/>
                      <a:gd name="connsiteY0" fmla="*/ 18131 h 34831"/>
                      <a:gd name="connsiteX1" fmla="*/ 0 w 92518"/>
                      <a:gd name="connsiteY1" fmla="*/ 29081 h 34831"/>
                      <a:gd name="connsiteX2" fmla="*/ 3458 w 92518"/>
                      <a:gd name="connsiteY2" fmla="*/ 31963 h 34831"/>
                      <a:gd name="connsiteX3" fmla="*/ 8778 w 92518"/>
                      <a:gd name="connsiteY3" fmla="*/ 33470 h 34831"/>
                      <a:gd name="connsiteX4" fmla="*/ 24648 w 92518"/>
                      <a:gd name="connsiteY4" fmla="*/ 34578 h 34831"/>
                      <a:gd name="connsiteX5" fmla="*/ 37016 w 92518"/>
                      <a:gd name="connsiteY5" fmla="*/ 31519 h 34831"/>
                      <a:gd name="connsiteX6" fmla="*/ 41893 w 92518"/>
                      <a:gd name="connsiteY6" fmla="*/ 29790 h 34831"/>
                      <a:gd name="connsiteX7" fmla="*/ 53685 w 92518"/>
                      <a:gd name="connsiteY7" fmla="*/ 25269 h 34831"/>
                      <a:gd name="connsiteX8" fmla="*/ 64812 w 92518"/>
                      <a:gd name="connsiteY8" fmla="*/ 21190 h 34831"/>
                      <a:gd name="connsiteX9" fmla="*/ 66984 w 92518"/>
                      <a:gd name="connsiteY9" fmla="*/ 20304 h 34831"/>
                      <a:gd name="connsiteX10" fmla="*/ 78820 w 92518"/>
                      <a:gd name="connsiteY10" fmla="*/ 14363 h 34831"/>
                      <a:gd name="connsiteX11" fmla="*/ 84805 w 92518"/>
                      <a:gd name="connsiteY11" fmla="*/ 9398 h 34831"/>
                      <a:gd name="connsiteX12" fmla="*/ 89726 w 92518"/>
                      <a:gd name="connsiteY12" fmla="*/ 4078 h 34831"/>
                      <a:gd name="connsiteX13" fmla="*/ 92430 w 92518"/>
                      <a:gd name="connsiteY13" fmla="*/ 177 h 34831"/>
                      <a:gd name="connsiteX14" fmla="*/ 92519 w 92518"/>
                      <a:gd name="connsiteY14" fmla="*/ 0 h 34831"/>
                      <a:gd name="connsiteX15" fmla="*/ 64147 w 92518"/>
                      <a:gd name="connsiteY15" fmla="*/ 7448 h 34831"/>
                      <a:gd name="connsiteX16" fmla="*/ 36972 w 92518"/>
                      <a:gd name="connsiteY16" fmla="*/ 18131 h 34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2518" h="34831">
                        <a:moveTo>
                          <a:pt x="36972" y="18131"/>
                        </a:moveTo>
                        <a:cubicBezTo>
                          <a:pt x="24825" y="23628"/>
                          <a:pt x="11659" y="29258"/>
                          <a:pt x="0" y="29081"/>
                        </a:cubicBezTo>
                        <a:cubicBezTo>
                          <a:pt x="798" y="30411"/>
                          <a:pt x="1951" y="31475"/>
                          <a:pt x="3458" y="31963"/>
                        </a:cubicBezTo>
                        <a:cubicBezTo>
                          <a:pt x="5275" y="32539"/>
                          <a:pt x="7004" y="33026"/>
                          <a:pt x="8778" y="33470"/>
                        </a:cubicBezTo>
                        <a:cubicBezTo>
                          <a:pt x="13787" y="34622"/>
                          <a:pt x="18885" y="35199"/>
                          <a:pt x="24648" y="34578"/>
                        </a:cubicBezTo>
                        <a:cubicBezTo>
                          <a:pt x="28416" y="34179"/>
                          <a:pt x="32406" y="33026"/>
                          <a:pt x="37016" y="31519"/>
                        </a:cubicBezTo>
                        <a:cubicBezTo>
                          <a:pt x="38391" y="31032"/>
                          <a:pt x="40075" y="30455"/>
                          <a:pt x="41893" y="29790"/>
                        </a:cubicBezTo>
                        <a:cubicBezTo>
                          <a:pt x="45484" y="28505"/>
                          <a:pt x="49606" y="26732"/>
                          <a:pt x="53685" y="25269"/>
                        </a:cubicBezTo>
                        <a:cubicBezTo>
                          <a:pt x="57763" y="23850"/>
                          <a:pt x="61753" y="22387"/>
                          <a:pt x="64812" y="21190"/>
                        </a:cubicBezTo>
                        <a:cubicBezTo>
                          <a:pt x="65610" y="20880"/>
                          <a:pt x="66319" y="20569"/>
                          <a:pt x="66984" y="20304"/>
                        </a:cubicBezTo>
                        <a:cubicBezTo>
                          <a:pt x="71639" y="18397"/>
                          <a:pt x="75540" y="16624"/>
                          <a:pt x="78820" y="14363"/>
                        </a:cubicBezTo>
                        <a:cubicBezTo>
                          <a:pt x="81081" y="12812"/>
                          <a:pt x="83032" y="11171"/>
                          <a:pt x="84805" y="9398"/>
                        </a:cubicBezTo>
                        <a:cubicBezTo>
                          <a:pt x="86578" y="7669"/>
                          <a:pt x="88219" y="5985"/>
                          <a:pt x="89726" y="4078"/>
                        </a:cubicBezTo>
                        <a:cubicBezTo>
                          <a:pt x="90657" y="2837"/>
                          <a:pt x="91588" y="1551"/>
                          <a:pt x="92430" y="177"/>
                        </a:cubicBezTo>
                        <a:lnTo>
                          <a:pt x="92519" y="0"/>
                        </a:lnTo>
                        <a:cubicBezTo>
                          <a:pt x="82988" y="1773"/>
                          <a:pt x="73545" y="4743"/>
                          <a:pt x="64147" y="7448"/>
                        </a:cubicBezTo>
                        <a:cubicBezTo>
                          <a:pt x="54837" y="10684"/>
                          <a:pt x="45572" y="13920"/>
                          <a:pt x="36972" y="1813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72" name="Forme libre : forme 21071">
                    <a:extLst>
                      <a:ext uri="{FF2B5EF4-FFF2-40B4-BE49-F238E27FC236}">
                        <a16:creationId xmlns:a16="http://schemas.microsoft.com/office/drawing/2014/main" id="{14263642-1FFB-42DC-AAAF-3EA24CFB3259}"/>
                      </a:ext>
                    </a:extLst>
                  </p:cNvPr>
                  <p:cNvSpPr/>
                  <p:nvPr/>
                </p:nvSpPr>
                <p:spPr>
                  <a:xfrm>
                    <a:off x="4301899" y="1151210"/>
                    <a:ext cx="43520" cy="18662"/>
                  </a:xfrm>
                  <a:custGeom>
                    <a:avLst/>
                    <a:gdLst>
                      <a:gd name="connsiteX0" fmla="*/ 43426 w 43520"/>
                      <a:gd name="connsiteY0" fmla="*/ 1971 h 18662"/>
                      <a:gd name="connsiteX1" fmla="*/ 35668 w 43520"/>
                      <a:gd name="connsiteY1" fmla="*/ 9064 h 18662"/>
                      <a:gd name="connsiteX2" fmla="*/ 22768 w 43520"/>
                      <a:gd name="connsiteY2" fmla="*/ 14694 h 18662"/>
                      <a:gd name="connsiteX3" fmla="*/ 204 w 43520"/>
                      <a:gd name="connsiteY3" fmla="*/ 16644 h 18662"/>
                      <a:gd name="connsiteX4" fmla="*/ 18778 w 43520"/>
                      <a:gd name="connsiteY4" fmla="*/ 3877 h 18662"/>
                      <a:gd name="connsiteX5" fmla="*/ 32565 w 43520"/>
                      <a:gd name="connsiteY5" fmla="*/ 375 h 18662"/>
                      <a:gd name="connsiteX6" fmla="*/ 43426 w 43520"/>
                      <a:gd name="connsiteY6" fmla="*/ 1971 h 18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520" h="18662">
                        <a:moveTo>
                          <a:pt x="43426" y="1971"/>
                        </a:moveTo>
                        <a:cubicBezTo>
                          <a:pt x="44180" y="4232"/>
                          <a:pt x="40323" y="6803"/>
                          <a:pt x="35668" y="9064"/>
                        </a:cubicBezTo>
                        <a:cubicBezTo>
                          <a:pt x="31014" y="11413"/>
                          <a:pt x="25605" y="13763"/>
                          <a:pt x="22768" y="14694"/>
                        </a:cubicBezTo>
                        <a:cubicBezTo>
                          <a:pt x="17094" y="16423"/>
                          <a:pt x="2376" y="21432"/>
                          <a:pt x="204" y="16644"/>
                        </a:cubicBezTo>
                        <a:cubicBezTo>
                          <a:pt x="-1924" y="12078"/>
                          <a:pt x="13193" y="5296"/>
                          <a:pt x="18778" y="3877"/>
                        </a:cubicBezTo>
                        <a:cubicBezTo>
                          <a:pt x="21527" y="3035"/>
                          <a:pt x="27246" y="1217"/>
                          <a:pt x="32565" y="375"/>
                        </a:cubicBezTo>
                        <a:cubicBezTo>
                          <a:pt x="37885" y="-290"/>
                          <a:pt x="42673" y="-246"/>
                          <a:pt x="43426" y="197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73" name="Forme libre : forme 21072">
                    <a:extLst>
                      <a:ext uri="{FF2B5EF4-FFF2-40B4-BE49-F238E27FC236}">
                        <a16:creationId xmlns:a16="http://schemas.microsoft.com/office/drawing/2014/main" id="{8D637318-9F33-4976-9AEA-1395614458D5}"/>
                      </a:ext>
                    </a:extLst>
                  </p:cNvPr>
                  <p:cNvSpPr/>
                  <p:nvPr/>
                </p:nvSpPr>
                <p:spPr>
                  <a:xfrm>
                    <a:off x="4301422" y="1160052"/>
                    <a:ext cx="32244" cy="9732"/>
                  </a:xfrm>
                  <a:custGeom>
                    <a:avLst/>
                    <a:gdLst>
                      <a:gd name="connsiteX0" fmla="*/ 7863 w 32244"/>
                      <a:gd name="connsiteY0" fmla="*/ 0 h 9732"/>
                      <a:gd name="connsiteX1" fmla="*/ 415 w 32244"/>
                      <a:gd name="connsiteY1" fmla="*/ 7935 h 9732"/>
                      <a:gd name="connsiteX2" fmla="*/ 10611 w 32244"/>
                      <a:gd name="connsiteY2" fmla="*/ 9265 h 9732"/>
                      <a:gd name="connsiteX3" fmla="*/ 17349 w 32244"/>
                      <a:gd name="connsiteY3" fmla="*/ 7625 h 9732"/>
                      <a:gd name="connsiteX4" fmla="*/ 23467 w 32244"/>
                      <a:gd name="connsiteY4" fmla="*/ 5807 h 9732"/>
                      <a:gd name="connsiteX5" fmla="*/ 32245 w 32244"/>
                      <a:gd name="connsiteY5" fmla="*/ 1906 h 9732"/>
                      <a:gd name="connsiteX6" fmla="*/ 27280 w 32244"/>
                      <a:gd name="connsiteY6" fmla="*/ 3281 h 9732"/>
                      <a:gd name="connsiteX7" fmla="*/ 15576 w 32244"/>
                      <a:gd name="connsiteY7" fmla="*/ 3724 h 9732"/>
                      <a:gd name="connsiteX8" fmla="*/ 7863 w 32244"/>
                      <a:gd name="connsiteY8" fmla="*/ 0 h 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244" h="9732">
                        <a:moveTo>
                          <a:pt x="7863" y="0"/>
                        </a:moveTo>
                        <a:cubicBezTo>
                          <a:pt x="5469" y="1906"/>
                          <a:pt x="-1802" y="5408"/>
                          <a:pt x="415" y="7935"/>
                        </a:cubicBezTo>
                        <a:cubicBezTo>
                          <a:pt x="2188" y="9974"/>
                          <a:pt x="6178" y="10063"/>
                          <a:pt x="10611" y="9265"/>
                        </a:cubicBezTo>
                        <a:cubicBezTo>
                          <a:pt x="12828" y="8866"/>
                          <a:pt x="15133" y="8246"/>
                          <a:pt x="17349" y="7625"/>
                        </a:cubicBezTo>
                        <a:cubicBezTo>
                          <a:pt x="19566" y="7049"/>
                          <a:pt x="21694" y="6428"/>
                          <a:pt x="23467" y="5807"/>
                        </a:cubicBezTo>
                        <a:cubicBezTo>
                          <a:pt x="25551" y="5098"/>
                          <a:pt x="30072" y="3148"/>
                          <a:pt x="32245" y="1906"/>
                        </a:cubicBezTo>
                        <a:cubicBezTo>
                          <a:pt x="30870" y="2350"/>
                          <a:pt x="28654" y="3148"/>
                          <a:pt x="27280" y="3281"/>
                        </a:cubicBezTo>
                        <a:cubicBezTo>
                          <a:pt x="23423" y="3768"/>
                          <a:pt x="19211" y="4123"/>
                          <a:pt x="15576" y="3724"/>
                        </a:cubicBezTo>
                        <a:cubicBezTo>
                          <a:pt x="12074" y="3547"/>
                          <a:pt x="9104" y="2527"/>
                          <a:pt x="7863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74" name="Forme libre : forme 21073">
                    <a:extLst>
                      <a:ext uri="{FF2B5EF4-FFF2-40B4-BE49-F238E27FC236}">
                        <a16:creationId xmlns:a16="http://schemas.microsoft.com/office/drawing/2014/main" id="{D9666231-5683-4E43-B5AA-87CD70A5CD9D}"/>
                      </a:ext>
                    </a:extLst>
                  </p:cNvPr>
                  <p:cNvSpPr/>
                  <p:nvPr/>
                </p:nvSpPr>
                <p:spPr>
                  <a:xfrm>
                    <a:off x="4304492" y="1151511"/>
                    <a:ext cx="43493" cy="18828"/>
                  </a:xfrm>
                  <a:custGeom>
                    <a:avLst/>
                    <a:gdLst>
                      <a:gd name="connsiteX0" fmla="*/ 43493 w 43493"/>
                      <a:gd name="connsiteY0" fmla="*/ 2158 h 18828"/>
                      <a:gd name="connsiteX1" fmla="*/ 35203 w 43493"/>
                      <a:gd name="connsiteY1" fmla="*/ 9472 h 18828"/>
                      <a:gd name="connsiteX2" fmla="*/ 22613 w 43493"/>
                      <a:gd name="connsiteY2" fmla="*/ 15058 h 18828"/>
                      <a:gd name="connsiteX3" fmla="*/ 271 w 43493"/>
                      <a:gd name="connsiteY3" fmla="*/ 16742 h 18828"/>
                      <a:gd name="connsiteX4" fmla="*/ 18757 w 43493"/>
                      <a:gd name="connsiteY4" fmla="*/ 4108 h 18828"/>
                      <a:gd name="connsiteX5" fmla="*/ 32987 w 43493"/>
                      <a:gd name="connsiteY5" fmla="*/ 473 h 18828"/>
                      <a:gd name="connsiteX6" fmla="*/ 43493 w 43493"/>
                      <a:gd name="connsiteY6" fmla="*/ 2158 h 18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493" h="18828">
                        <a:moveTo>
                          <a:pt x="43493" y="2158"/>
                        </a:moveTo>
                        <a:cubicBezTo>
                          <a:pt x="43449" y="4640"/>
                          <a:pt x="39681" y="7256"/>
                          <a:pt x="35203" y="9472"/>
                        </a:cubicBezTo>
                        <a:cubicBezTo>
                          <a:pt x="30682" y="11600"/>
                          <a:pt x="25628" y="13994"/>
                          <a:pt x="22613" y="15058"/>
                        </a:cubicBezTo>
                        <a:cubicBezTo>
                          <a:pt x="16584" y="17097"/>
                          <a:pt x="2797" y="21397"/>
                          <a:pt x="271" y="16742"/>
                        </a:cubicBezTo>
                        <a:cubicBezTo>
                          <a:pt x="-2256" y="12132"/>
                          <a:pt x="13614" y="5571"/>
                          <a:pt x="18757" y="4108"/>
                        </a:cubicBezTo>
                        <a:cubicBezTo>
                          <a:pt x="21283" y="3355"/>
                          <a:pt x="27357" y="1138"/>
                          <a:pt x="32987" y="473"/>
                        </a:cubicBezTo>
                        <a:cubicBezTo>
                          <a:pt x="38617" y="-325"/>
                          <a:pt x="43538" y="-325"/>
                          <a:pt x="43493" y="215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75" name="Forme libre : forme 21074">
                    <a:extLst>
                      <a:ext uri="{FF2B5EF4-FFF2-40B4-BE49-F238E27FC236}">
                        <a16:creationId xmlns:a16="http://schemas.microsoft.com/office/drawing/2014/main" id="{FE0FAE0C-A4A3-48D0-9CBD-003A64FF415A}"/>
                      </a:ext>
                    </a:extLst>
                  </p:cNvPr>
                  <p:cNvSpPr/>
                  <p:nvPr/>
                </p:nvSpPr>
                <p:spPr>
                  <a:xfrm>
                    <a:off x="4281289" y="1160916"/>
                    <a:ext cx="56238" cy="19103"/>
                  </a:xfrm>
                  <a:custGeom>
                    <a:avLst/>
                    <a:gdLst>
                      <a:gd name="connsiteX0" fmla="*/ 1441 w 56238"/>
                      <a:gd name="connsiteY0" fmla="*/ 15672 h 19103"/>
                      <a:gd name="connsiteX1" fmla="*/ 9021 w 56238"/>
                      <a:gd name="connsiteY1" fmla="*/ 18553 h 19103"/>
                      <a:gd name="connsiteX2" fmla="*/ 30832 w 56238"/>
                      <a:gd name="connsiteY2" fmla="*/ 17711 h 19103"/>
                      <a:gd name="connsiteX3" fmla="*/ 41383 w 56238"/>
                      <a:gd name="connsiteY3" fmla="*/ 14120 h 19103"/>
                      <a:gd name="connsiteX4" fmla="*/ 50515 w 56238"/>
                      <a:gd name="connsiteY4" fmla="*/ 9333 h 19103"/>
                      <a:gd name="connsiteX5" fmla="*/ 55658 w 56238"/>
                      <a:gd name="connsiteY5" fmla="*/ 777 h 19103"/>
                      <a:gd name="connsiteX6" fmla="*/ 48210 w 56238"/>
                      <a:gd name="connsiteY6" fmla="*/ 511 h 19103"/>
                      <a:gd name="connsiteX7" fmla="*/ 27773 w 56238"/>
                      <a:gd name="connsiteY7" fmla="*/ 910 h 19103"/>
                      <a:gd name="connsiteX8" fmla="*/ 7248 w 56238"/>
                      <a:gd name="connsiteY8" fmla="*/ 2772 h 19103"/>
                      <a:gd name="connsiteX9" fmla="*/ 1441 w 56238"/>
                      <a:gd name="connsiteY9" fmla="*/ 15672 h 19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6238" h="19103">
                        <a:moveTo>
                          <a:pt x="1441" y="15672"/>
                        </a:moveTo>
                        <a:cubicBezTo>
                          <a:pt x="3746" y="17844"/>
                          <a:pt x="5165" y="18243"/>
                          <a:pt x="9021" y="18553"/>
                        </a:cubicBezTo>
                        <a:cubicBezTo>
                          <a:pt x="16336" y="19218"/>
                          <a:pt x="22276" y="19617"/>
                          <a:pt x="30832" y="17711"/>
                        </a:cubicBezTo>
                        <a:cubicBezTo>
                          <a:pt x="34379" y="16913"/>
                          <a:pt x="37970" y="15539"/>
                          <a:pt x="41383" y="14120"/>
                        </a:cubicBezTo>
                        <a:cubicBezTo>
                          <a:pt x="44797" y="12746"/>
                          <a:pt x="47944" y="11106"/>
                          <a:pt x="50515" y="9333"/>
                        </a:cubicBezTo>
                        <a:cubicBezTo>
                          <a:pt x="54328" y="6628"/>
                          <a:pt x="57608" y="3082"/>
                          <a:pt x="55658" y="777"/>
                        </a:cubicBezTo>
                        <a:cubicBezTo>
                          <a:pt x="54416" y="-686"/>
                          <a:pt x="51091" y="333"/>
                          <a:pt x="48210" y="511"/>
                        </a:cubicBezTo>
                        <a:cubicBezTo>
                          <a:pt x="41427" y="910"/>
                          <a:pt x="34866" y="1442"/>
                          <a:pt x="27773" y="910"/>
                        </a:cubicBezTo>
                        <a:cubicBezTo>
                          <a:pt x="21744" y="422"/>
                          <a:pt x="14518" y="-1440"/>
                          <a:pt x="7248" y="2772"/>
                        </a:cubicBezTo>
                        <a:cubicBezTo>
                          <a:pt x="643" y="6495"/>
                          <a:pt x="-1840" y="12657"/>
                          <a:pt x="1441" y="1567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76" name="Forme libre : forme 21075">
                    <a:extLst>
                      <a:ext uri="{FF2B5EF4-FFF2-40B4-BE49-F238E27FC236}">
                        <a16:creationId xmlns:a16="http://schemas.microsoft.com/office/drawing/2014/main" id="{D0E4A4FC-9B44-40E6-97E0-4EE1D215DA10}"/>
                      </a:ext>
                    </a:extLst>
                  </p:cNvPr>
                  <p:cNvSpPr/>
                  <p:nvPr/>
                </p:nvSpPr>
                <p:spPr>
                  <a:xfrm>
                    <a:off x="4290841" y="1156902"/>
                    <a:ext cx="16380" cy="11087"/>
                  </a:xfrm>
                  <a:custGeom>
                    <a:avLst/>
                    <a:gdLst>
                      <a:gd name="connsiteX0" fmla="*/ 1154 w 16380"/>
                      <a:gd name="connsiteY0" fmla="*/ 8692 h 11087"/>
                      <a:gd name="connsiteX1" fmla="*/ 2 w 16380"/>
                      <a:gd name="connsiteY1" fmla="*/ 10509 h 11087"/>
                      <a:gd name="connsiteX2" fmla="*/ 1731 w 16380"/>
                      <a:gd name="connsiteY2" fmla="*/ 10997 h 11087"/>
                      <a:gd name="connsiteX3" fmla="*/ 4878 w 16380"/>
                      <a:gd name="connsiteY3" fmla="*/ 9667 h 11087"/>
                      <a:gd name="connsiteX4" fmla="*/ 12281 w 16380"/>
                      <a:gd name="connsiteY4" fmla="*/ 5633 h 11087"/>
                      <a:gd name="connsiteX5" fmla="*/ 14808 w 16380"/>
                      <a:gd name="connsiteY5" fmla="*/ 3860 h 11087"/>
                      <a:gd name="connsiteX6" fmla="*/ 11661 w 16380"/>
                      <a:gd name="connsiteY6" fmla="*/ 890 h 11087"/>
                      <a:gd name="connsiteX7" fmla="*/ 1154 w 16380"/>
                      <a:gd name="connsiteY7" fmla="*/ 8692 h 11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380" h="11087">
                        <a:moveTo>
                          <a:pt x="1154" y="8692"/>
                        </a:moveTo>
                        <a:cubicBezTo>
                          <a:pt x="489" y="9357"/>
                          <a:pt x="46" y="9889"/>
                          <a:pt x="2" y="10509"/>
                        </a:cubicBezTo>
                        <a:cubicBezTo>
                          <a:pt x="-43" y="11130"/>
                          <a:pt x="800" y="11174"/>
                          <a:pt x="1731" y="10997"/>
                        </a:cubicBezTo>
                        <a:cubicBezTo>
                          <a:pt x="2662" y="10775"/>
                          <a:pt x="3947" y="10199"/>
                          <a:pt x="4878" y="9667"/>
                        </a:cubicBezTo>
                        <a:cubicBezTo>
                          <a:pt x="7316" y="8293"/>
                          <a:pt x="10020" y="7051"/>
                          <a:pt x="12281" y="5633"/>
                        </a:cubicBezTo>
                        <a:cubicBezTo>
                          <a:pt x="13212" y="5056"/>
                          <a:pt x="14143" y="4525"/>
                          <a:pt x="14808" y="3860"/>
                        </a:cubicBezTo>
                        <a:cubicBezTo>
                          <a:pt x="17645" y="1067"/>
                          <a:pt x="16670" y="-1371"/>
                          <a:pt x="11661" y="890"/>
                        </a:cubicBezTo>
                        <a:cubicBezTo>
                          <a:pt x="7804" y="2574"/>
                          <a:pt x="3770" y="5855"/>
                          <a:pt x="1154" y="869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77" name="Forme libre : forme 21076">
                    <a:extLst>
                      <a:ext uri="{FF2B5EF4-FFF2-40B4-BE49-F238E27FC236}">
                        <a16:creationId xmlns:a16="http://schemas.microsoft.com/office/drawing/2014/main" id="{3823ABE0-70F5-431D-984A-AA5D9504E63C}"/>
                      </a:ext>
                    </a:extLst>
                  </p:cNvPr>
                  <p:cNvSpPr/>
                  <p:nvPr/>
                </p:nvSpPr>
                <p:spPr>
                  <a:xfrm>
                    <a:off x="4338454" y="1151762"/>
                    <a:ext cx="23096" cy="20037"/>
                  </a:xfrm>
                  <a:custGeom>
                    <a:avLst/>
                    <a:gdLst>
                      <a:gd name="connsiteX0" fmla="*/ 23096 w 23096"/>
                      <a:gd name="connsiteY0" fmla="*/ 0 h 20037"/>
                      <a:gd name="connsiteX1" fmla="*/ 0 w 23096"/>
                      <a:gd name="connsiteY1" fmla="*/ 20038 h 20037"/>
                      <a:gd name="connsiteX2" fmla="*/ 23096 w 23096"/>
                      <a:gd name="connsiteY2" fmla="*/ 0 h 20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096" h="20037">
                        <a:moveTo>
                          <a:pt x="23096" y="0"/>
                        </a:moveTo>
                        <a:cubicBezTo>
                          <a:pt x="20570" y="7004"/>
                          <a:pt x="7802" y="15073"/>
                          <a:pt x="0" y="20038"/>
                        </a:cubicBezTo>
                        <a:cubicBezTo>
                          <a:pt x="8556" y="14762"/>
                          <a:pt x="17067" y="6162"/>
                          <a:pt x="230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78" name="Forme libre : forme 21077">
                    <a:extLst>
                      <a:ext uri="{FF2B5EF4-FFF2-40B4-BE49-F238E27FC236}">
                        <a16:creationId xmlns:a16="http://schemas.microsoft.com/office/drawing/2014/main" id="{9F937983-F8BD-4A0A-AF59-3C20A4AF5A54}"/>
                      </a:ext>
                    </a:extLst>
                  </p:cNvPr>
                  <p:cNvSpPr/>
                  <p:nvPr/>
                </p:nvSpPr>
                <p:spPr>
                  <a:xfrm>
                    <a:off x="4271160" y="1151895"/>
                    <a:ext cx="25490" cy="23894"/>
                  </a:xfrm>
                  <a:custGeom>
                    <a:avLst/>
                    <a:gdLst>
                      <a:gd name="connsiteX0" fmla="*/ 25490 w 25490"/>
                      <a:gd name="connsiteY0" fmla="*/ 0 h 23894"/>
                      <a:gd name="connsiteX1" fmla="*/ 0 w 25490"/>
                      <a:gd name="connsiteY1" fmla="*/ 23894 h 23894"/>
                      <a:gd name="connsiteX2" fmla="*/ 25490 w 25490"/>
                      <a:gd name="connsiteY2" fmla="*/ 0 h 23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490" h="23894">
                        <a:moveTo>
                          <a:pt x="25490" y="0"/>
                        </a:moveTo>
                        <a:cubicBezTo>
                          <a:pt x="13565" y="5719"/>
                          <a:pt x="5187" y="15161"/>
                          <a:pt x="0" y="23894"/>
                        </a:cubicBezTo>
                        <a:cubicBezTo>
                          <a:pt x="4433" y="15516"/>
                          <a:pt x="15959" y="6206"/>
                          <a:pt x="2549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79" name="Forme libre : forme 21078">
                    <a:extLst>
                      <a:ext uri="{FF2B5EF4-FFF2-40B4-BE49-F238E27FC236}">
                        <a16:creationId xmlns:a16="http://schemas.microsoft.com/office/drawing/2014/main" id="{61CD590B-6014-4C1B-AB5A-84B9F9ADF659}"/>
                      </a:ext>
                    </a:extLst>
                  </p:cNvPr>
                  <p:cNvSpPr/>
                  <p:nvPr/>
                </p:nvSpPr>
                <p:spPr>
                  <a:xfrm>
                    <a:off x="4318238" y="1153693"/>
                    <a:ext cx="16573" cy="5726"/>
                  </a:xfrm>
                  <a:custGeom>
                    <a:avLst/>
                    <a:gdLst>
                      <a:gd name="connsiteX0" fmla="*/ 16537 w 16573"/>
                      <a:gd name="connsiteY0" fmla="*/ 1039 h 5726"/>
                      <a:gd name="connsiteX1" fmla="*/ 7316 w 16573"/>
                      <a:gd name="connsiteY1" fmla="*/ 4985 h 5726"/>
                      <a:gd name="connsiteX2" fmla="*/ 46 w 16573"/>
                      <a:gd name="connsiteY2" fmla="*/ 4542 h 5726"/>
                      <a:gd name="connsiteX3" fmla="*/ 8779 w 16573"/>
                      <a:gd name="connsiteY3" fmla="*/ 862 h 5726"/>
                      <a:gd name="connsiteX4" fmla="*/ 16537 w 16573"/>
                      <a:gd name="connsiteY4" fmla="*/ 1039 h 5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73" h="5726">
                        <a:moveTo>
                          <a:pt x="16537" y="1039"/>
                        </a:moveTo>
                        <a:cubicBezTo>
                          <a:pt x="15961" y="2901"/>
                          <a:pt x="9355" y="4497"/>
                          <a:pt x="7316" y="4985"/>
                        </a:cubicBezTo>
                        <a:cubicBezTo>
                          <a:pt x="5277" y="5473"/>
                          <a:pt x="-575" y="6581"/>
                          <a:pt x="46" y="4542"/>
                        </a:cubicBezTo>
                        <a:cubicBezTo>
                          <a:pt x="666" y="2547"/>
                          <a:pt x="6873" y="1305"/>
                          <a:pt x="8779" y="862"/>
                        </a:cubicBezTo>
                        <a:cubicBezTo>
                          <a:pt x="10774" y="463"/>
                          <a:pt x="17113" y="-955"/>
                          <a:pt x="16537" y="103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80" name="Forme libre : forme 21079">
                    <a:extLst>
                      <a:ext uri="{FF2B5EF4-FFF2-40B4-BE49-F238E27FC236}">
                        <a16:creationId xmlns:a16="http://schemas.microsoft.com/office/drawing/2014/main" id="{2DD330CD-93A0-45D6-ABCF-9595DACC81E8}"/>
                      </a:ext>
                    </a:extLst>
                  </p:cNvPr>
                  <p:cNvSpPr/>
                  <p:nvPr/>
                </p:nvSpPr>
                <p:spPr>
                  <a:xfrm>
                    <a:off x="4332545" y="1153267"/>
                    <a:ext cx="4722" cy="2004"/>
                  </a:xfrm>
                  <a:custGeom>
                    <a:avLst/>
                    <a:gdLst>
                      <a:gd name="connsiteX0" fmla="*/ 4668 w 4722"/>
                      <a:gd name="connsiteY0" fmla="*/ 313 h 2004"/>
                      <a:gd name="connsiteX1" fmla="*/ 2762 w 4722"/>
                      <a:gd name="connsiteY1" fmla="*/ 1643 h 2004"/>
                      <a:gd name="connsiteX2" fmla="*/ 57 w 4722"/>
                      <a:gd name="connsiteY2" fmla="*/ 1731 h 2004"/>
                      <a:gd name="connsiteX3" fmla="*/ 1875 w 4722"/>
                      <a:gd name="connsiteY3" fmla="*/ 313 h 2004"/>
                      <a:gd name="connsiteX4" fmla="*/ 4668 w 4722"/>
                      <a:gd name="connsiteY4" fmla="*/ 313 h 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22" h="2004">
                        <a:moveTo>
                          <a:pt x="4668" y="313"/>
                        </a:moveTo>
                        <a:cubicBezTo>
                          <a:pt x="5022" y="889"/>
                          <a:pt x="3559" y="1465"/>
                          <a:pt x="2762" y="1643"/>
                        </a:cubicBezTo>
                        <a:cubicBezTo>
                          <a:pt x="1964" y="1820"/>
                          <a:pt x="412" y="2308"/>
                          <a:pt x="57" y="1731"/>
                        </a:cubicBezTo>
                        <a:cubicBezTo>
                          <a:pt x="-297" y="1155"/>
                          <a:pt x="1077" y="534"/>
                          <a:pt x="1875" y="313"/>
                        </a:cubicBezTo>
                        <a:cubicBezTo>
                          <a:pt x="2673" y="91"/>
                          <a:pt x="4313" y="-264"/>
                          <a:pt x="4668" y="3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81" name="Forme libre : forme 21080">
                    <a:extLst>
                      <a:ext uri="{FF2B5EF4-FFF2-40B4-BE49-F238E27FC236}">
                        <a16:creationId xmlns:a16="http://schemas.microsoft.com/office/drawing/2014/main" id="{2807ED96-0B09-49F0-9BF3-E3EF889BC347}"/>
                      </a:ext>
                    </a:extLst>
                  </p:cNvPr>
                  <p:cNvSpPr/>
                  <p:nvPr/>
                </p:nvSpPr>
                <p:spPr>
                  <a:xfrm>
                    <a:off x="4314870" y="1141709"/>
                    <a:ext cx="44074" cy="9912"/>
                  </a:xfrm>
                  <a:custGeom>
                    <a:avLst/>
                    <a:gdLst>
                      <a:gd name="connsiteX0" fmla="*/ 31919 w 44074"/>
                      <a:gd name="connsiteY0" fmla="*/ 2251 h 9912"/>
                      <a:gd name="connsiteX1" fmla="*/ 43622 w 44074"/>
                      <a:gd name="connsiteY1" fmla="*/ 6463 h 9912"/>
                      <a:gd name="connsiteX2" fmla="*/ 41406 w 44074"/>
                      <a:gd name="connsiteY2" fmla="*/ 9699 h 9912"/>
                      <a:gd name="connsiteX3" fmla="*/ 36175 w 44074"/>
                      <a:gd name="connsiteY3" fmla="*/ 9344 h 9912"/>
                      <a:gd name="connsiteX4" fmla="*/ 20082 w 44074"/>
                      <a:gd name="connsiteY4" fmla="*/ 7571 h 9912"/>
                      <a:gd name="connsiteX5" fmla="*/ 133 w 44074"/>
                      <a:gd name="connsiteY5" fmla="*/ 7083 h 9912"/>
                      <a:gd name="connsiteX6" fmla="*/ 20969 w 44074"/>
                      <a:gd name="connsiteY6" fmla="*/ 35 h 9912"/>
                      <a:gd name="connsiteX7" fmla="*/ 31919 w 44074"/>
                      <a:gd name="connsiteY7" fmla="*/ 2251 h 9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074" h="9912">
                        <a:moveTo>
                          <a:pt x="31919" y="2251"/>
                        </a:moveTo>
                        <a:cubicBezTo>
                          <a:pt x="36795" y="3049"/>
                          <a:pt x="40386" y="3936"/>
                          <a:pt x="43622" y="6463"/>
                        </a:cubicBezTo>
                        <a:cubicBezTo>
                          <a:pt x="44819" y="7393"/>
                          <a:pt x="43489" y="9167"/>
                          <a:pt x="41406" y="9699"/>
                        </a:cubicBezTo>
                        <a:cubicBezTo>
                          <a:pt x="39278" y="10186"/>
                          <a:pt x="37770" y="9743"/>
                          <a:pt x="36175" y="9344"/>
                        </a:cubicBezTo>
                        <a:cubicBezTo>
                          <a:pt x="31165" y="8147"/>
                          <a:pt x="25978" y="7748"/>
                          <a:pt x="20082" y="7571"/>
                        </a:cubicBezTo>
                        <a:cubicBezTo>
                          <a:pt x="16447" y="7393"/>
                          <a:pt x="-1728" y="11561"/>
                          <a:pt x="133" y="7083"/>
                        </a:cubicBezTo>
                        <a:cubicBezTo>
                          <a:pt x="2128" y="2739"/>
                          <a:pt x="15960" y="-364"/>
                          <a:pt x="20969" y="35"/>
                        </a:cubicBezTo>
                        <a:cubicBezTo>
                          <a:pt x="25934" y="123"/>
                          <a:pt x="28239" y="1586"/>
                          <a:pt x="31919" y="225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01" name="Graphique 2">
                  <a:extLst>
                    <a:ext uri="{FF2B5EF4-FFF2-40B4-BE49-F238E27FC236}">
                      <a16:creationId xmlns:a16="http://schemas.microsoft.com/office/drawing/2014/main" id="{C2B09687-2F5B-42A9-8840-D175F7DD7E2B}"/>
                    </a:ext>
                  </a:extLst>
                </p:cNvPr>
                <p:cNvGrpSpPr/>
                <p:nvPr/>
              </p:nvGrpSpPr>
              <p:grpSpPr>
                <a:xfrm>
                  <a:off x="4363351" y="1125137"/>
                  <a:ext cx="98743" cy="36424"/>
                  <a:chOff x="4363351" y="1125137"/>
                  <a:chExt cx="98743" cy="36424"/>
                </a:xfrm>
                <a:solidFill>
                  <a:schemeClr val="accent1"/>
                </a:solidFill>
              </p:grpSpPr>
              <p:sp>
                <p:nvSpPr>
                  <p:cNvPr id="21058" name="Forme libre : forme 21057">
                    <a:extLst>
                      <a:ext uri="{FF2B5EF4-FFF2-40B4-BE49-F238E27FC236}">
                        <a16:creationId xmlns:a16="http://schemas.microsoft.com/office/drawing/2014/main" id="{B3AAC341-7962-40C9-A455-149DABB6121D}"/>
                      </a:ext>
                    </a:extLst>
                  </p:cNvPr>
                  <p:cNvSpPr/>
                  <p:nvPr/>
                </p:nvSpPr>
                <p:spPr>
                  <a:xfrm>
                    <a:off x="4363351" y="1125137"/>
                    <a:ext cx="98743" cy="36424"/>
                  </a:xfrm>
                  <a:custGeom>
                    <a:avLst/>
                    <a:gdLst>
                      <a:gd name="connsiteX0" fmla="*/ 66469 w 98743"/>
                      <a:gd name="connsiteY0" fmla="*/ 35092 h 36424"/>
                      <a:gd name="connsiteX1" fmla="*/ 50687 w 98743"/>
                      <a:gd name="connsiteY1" fmla="*/ 35757 h 36424"/>
                      <a:gd name="connsiteX2" fmla="*/ 34595 w 98743"/>
                      <a:gd name="connsiteY2" fmla="*/ 36422 h 36424"/>
                      <a:gd name="connsiteX3" fmla="*/ 24754 w 98743"/>
                      <a:gd name="connsiteY3" fmla="*/ 35979 h 36424"/>
                      <a:gd name="connsiteX4" fmla="*/ 16730 w 98743"/>
                      <a:gd name="connsiteY4" fmla="*/ 34206 h 36424"/>
                      <a:gd name="connsiteX5" fmla="*/ 2898 w 98743"/>
                      <a:gd name="connsiteY5" fmla="*/ 27246 h 36424"/>
                      <a:gd name="connsiteX6" fmla="*/ 1480 w 98743"/>
                      <a:gd name="connsiteY6" fmla="*/ 17316 h 36424"/>
                      <a:gd name="connsiteX7" fmla="*/ 7243 w 98743"/>
                      <a:gd name="connsiteY7" fmla="*/ 11464 h 36424"/>
                      <a:gd name="connsiteX8" fmla="*/ 14158 w 98743"/>
                      <a:gd name="connsiteY8" fmla="*/ 6986 h 36424"/>
                      <a:gd name="connsiteX9" fmla="*/ 32777 w 98743"/>
                      <a:gd name="connsiteY9" fmla="*/ 1356 h 36424"/>
                      <a:gd name="connsiteX10" fmla="*/ 48825 w 98743"/>
                      <a:gd name="connsiteY10" fmla="*/ 115 h 36424"/>
                      <a:gd name="connsiteX11" fmla="*/ 65139 w 98743"/>
                      <a:gd name="connsiteY11" fmla="*/ 26 h 36424"/>
                      <a:gd name="connsiteX12" fmla="*/ 83758 w 98743"/>
                      <a:gd name="connsiteY12" fmla="*/ 4415 h 36424"/>
                      <a:gd name="connsiteX13" fmla="*/ 96437 w 98743"/>
                      <a:gd name="connsiteY13" fmla="*/ 14035 h 36424"/>
                      <a:gd name="connsiteX14" fmla="*/ 97013 w 98743"/>
                      <a:gd name="connsiteY14" fmla="*/ 23832 h 36424"/>
                      <a:gd name="connsiteX15" fmla="*/ 84113 w 98743"/>
                      <a:gd name="connsiteY15" fmla="*/ 31679 h 36424"/>
                      <a:gd name="connsiteX16" fmla="*/ 66469 w 98743"/>
                      <a:gd name="connsiteY16" fmla="*/ 35092 h 36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8743" h="36424">
                        <a:moveTo>
                          <a:pt x="66469" y="35092"/>
                        </a:moveTo>
                        <a:cubicBezTo>
                          <a:pt x="62701" y="35270"/>
                          <a:pt x="56716" y="35669"/>
                          <a:pt x="50687" y="35757"/>
                        </a:cubicBezTo>
                        <a:cubicBezTo>
                          <a:pt x="44658" y="35890"/>
                          <a:pt x="38585" y="36467"/>
                          <a:pt x="34595" y="36422"/>
                        </a:cubicBezTo>
                        <a:cubicBezTo>
                          <a:pt x="30827" y="36378"/>
                          <a:pt x="27635" y="36289"/>
                          <a:pt x="24754" y="35979"/>
                        </a:cubicBezTo>
                        <a:cubicBezTo>
                          <a:pt x="21828" y="35669"/>
                          <a:pt x="19212" y="35048"/>
                          <a:pt x="16730" y="34206"/>
                        </a:cubicBezTo>
                        <a:cubicBezTo>
                          <a:pt x="11765" y="32388"/>
                          <a:pt x="7464" y="30127"/>
                          <a:pt x="2898" y="27246"/>
                        </a:cubicBezTo>
                        <a:cubicBezTo>
                          <a:pt x="-249" y="25251"/>
                          <a:pt x="-1003" y="20197"/>
                          <a:pt x="1480" y="17316"/>
                        </a:cubicBezTo>
                        <a:cubicBezTo>
                          <a:pt x="3297" y="15232"/>
                          <a:pt x="5159" y="13281"/>
                          <a:pt x="7243" y="11464"/>
                        </a:cubicBezTo>
                        <a:cubicBezTo>
                          <a:pt x="9326" y="9779"/>
                          <a:pt x="11632" y="8316"/>
                          <a:pt x="14158" y="6986"/>
                        </a:cubicBezTo>
                        <a:cubicBezTo>
                          <a:pt x="19168" y="4460"/>
                          <a:pt x="25374" y="2021"/>
                          <a:pt x="32777" y="1356"/>
                        </a:cubicBezTo>
                        <a:cubicBezTo>
                          <a:pt x="36767" y="957"/>
                          <a:pt x="42752" y="292"/>
                          <a:pt x="48825" y="115"/>
                        </a:cubicBezTo>
                        <a:cubicBezTo>
                          <a:pt x="54899" y="-18"/>
                          <a:pt x="61016" y="-18"/>
                          <a:pt x="65139" y="26"/>
                        </a:cubicBezTo>
                        <a:cubicBezTo>
                          <a:pt x="72897" y="514"/>
                          <a:pt x="78837" y="2066"/>
                          <a:pt x="83758" y="4415"/>
                        </a:cubicBezTo>
                        <a:cubicBezTo>
                          <a:pt x="88679" y="6986"/>
                          <a:pt x="92624" y="10267"/>
                          <a:pt x="96437" y="14035"/>
                        </a:cubicBezTo>
                        <a:cubicBezTo>
                          <a:pt x="99097" y="16651"/>
                          <a:pt x="99673" y="21527"/>
                          <a:pt x="97013" y="23832"/>
                        </a:cubicBezTo>
                        <a:cubicBezTo>
                          <a:pt x="93112" y="27201"/>
                          <a:pt x="88989" y="29861"/>
                          <a:pt x="84113" y="31679"/>
                        </a:cubicBezTo>
                        <a:cubicBezTo>
                          <a:pt x="79236" y="33452"/>
                          <a:pt x="73518" y="34915"/>
                          <a:pt x="66469" y="3509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59" name="Forme libre : forme 21058">
                    <a:extLst>
                      <a:ext uri="{FF2B5EF4-FFF2-40B4-BE49-F238E27FC236}">
                        <a16:creationId xmlns:a16="http://schemas.microsoft.com/office/drawing/2014/main" id="{3EB0FD39-83EE-49B6-B0C1-86533C194B25}"/>
                      </a:ext>
                    </a:extLst>
                  </p:cNvPr>
                  <p:cNvSpPr/>
                  <p:nvPr/>
                </p:nvSpPr>
                <p:spPr>
                  <a:xfrm>
                    <a:off x="4363634" y="1147094"/>
                    <a:ext cx="96818" cy="14376"/>
                  </a:xfrm>
                  <a:custGeom>
                    <a:avLst/>
                    <a:gdLst>
                      <a:gd name="connsiteX0" fmla="*/ 38435 w 96818"/>
                      <a:gd name="connsiteY0" fmla="*/ 1610 h 14376"/>
                      <a:gd name="connsiteX1" fmla="*/ 28372 w 96818"/>
                      <a:gd name="connsiteY1" fmla="*/ 2541 h 14376"/>
                      <a:gd name="connsiteX2" fmla="*/ 18442 w 96818"/>
                      <a:gd name="connsiteY2" fmla="*/ 3339 h 14376"/>
                      <a:gd name="connsiteX3" fmla="*/ 8866 w 96818"/>
                      <a:gd name="connsiteY3" fmla="*/ 2940 h 14376"/>
                      <a:gd name="connsiteX4" fmla="*/ 0 w 96818"/>
                      <a:gd name="connsiteY4" fmla="*/ 1565 h 14376"/>
                      <a:gd name="connsiteX5" fmla="*/ 2571 w 96818"/>
                      <a:gd name="connsiteY5" fmla="*/ 5200 h 14376"/>
                      <a:gd name="connsiteX6" fmla="*/ 7226 w 96818"/>
                      <a:gd name="connsiteY6" fmla="*/ 7993 h 14376"/>
                      <a:gd name="connsiteX7" fmla="*/ 21855 w 96818"/>
                      <a:gd name="connsiteY7" fmla="*/ 13579 h 14376"/>
                      <a:gd name="connsiteX8" fmla="*/ 34268 w 96818"/>
                      <a:gd name="connsiteY8" fmla="*/ 14377 h 14376"/>
                      <a:gd name="connsiteX9" fmla="*/ 39410 w 96818"/>
                      <a:gd name="connsiteY9" fmla="*/ 14244 h 14376"/>
                      <a:gd name="connsiteX10" fmla="*/ 63792 w 96818"/>
                      <a:gd name="connsiteY10" fmla="*/ 13136 h 14376"/>
                      <a:gd name="connsiteX11" fmla="*/ 66142 w 96818"/>
                      <a:gd name="connsiteY11" fmla="*/ 13047 h 14376"/>
                      <a:gd name="connsiteX12" fmla="*/ 79264 w 96818"/>
                      <a:gd name="connsiteY12" fmla="*/ 11052 h 14376"/>
                      <a:gd name="connsiteX13" fmla="*/ 92873 w 96818"/>
                      <a:gd name="connsiteY13" fmla="*/ 4757 h 14376"/>
                      <a:gd name="connsiteX14" fmla="*/ 96686 w 96818"/>
                      <a:gd name="connsiteY14" fmla="*/ 1787 h 14376"/>
                      <a:gd name="connsiteX15" fmla="*/ 96819 w 96818"/>
                      <a:gd name="connsiteY15" fmla="*/ 1654 h 14376"/>
                      <a:gd name="connsiteX16" fmla="*/ 38435 w 96818"/>
                      <a:gd name="connsiteY16" fmla="*/ 1610 h 14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6818" h="14376">
                        <a:moveTo>
                          <a:pt x="38435" y="1610"/>
                        </a:moveTo>
                        <a:cubicBezTo>
                          <a:pt x="35154" y="2009"/>
                          <a:pt x="31741" y="2319"/>
                          <a:pt x="28372" y="2541"/>
                        </a:cubicBezTo>
                        <a:cubicBezTo>
                          <a:pt x="25047" y="2940"/>
                          <a:pt x="21722" y="3250"/>
                          <a:pt x="18442" y="3339"/>
                        </a:cubicBezTo>
                        <a:cubicBezTo>
                          <a:pt x="15161" y="3427"/>
                          <a:pt x="11969" y="3250"/>
                          <a:pt x="8866" y="2940"/>
                        </a:cubicBezTo>
                        <a:cubicBezTo>
                          <a:pt x="5807" y="2762"/>
                          <a:pt x="2837" y="2363"/>
                          <a:pt x="0" y="1565"/>
                        </a:cubicBezTo>
                        <a:cubicBezTo>
                          <a:pt x="443" y="3028"/>
                          <a:pt x="1286" y="4403"/>
                          <a:pt x="2571" y="5200"/>
                        </a:cubicBezTo>
                        <a:cubicBezTo>
                          <a:pt x="4167" y="6220"/>
                          <a:pt x="5674" y="7151"/>
                          <a:pt x="7226" y="7993"/>
                        </a:cubicBezTo>
                        <a:cubicBezTo>
                          <a:pt x="11703" y="10254"/>
                          <a:pt x="16314" y="12692"/>
                          <a:pt x="21855" y="13579"/>
                        </a:cubicBezTo>
                        <a:cubicBezTo>
                          <a:pt x="25446" y="14244"/>
                          <a:pt x="29347" y="14288"/>
                          <a:pt x="34268" y="14377"/>
                        </a:cubicBezTo>
                        <a:cubicBezTo>
                          <a:pt x="35731" y="14333"/>
                          <a:pt x="37504" y="14288"/>
                          <a:pt x="39410" y="14244"/>
                        </a:cubicBezTo>
                        <a:cubicBezTo>
                          <a:pt x="46946" y="13668"/>
                          <a:pt x="57231" y="13623"/>
                          <a:pt x="63792" y="13136"/>
                        </a:cubicBezTo>
                        <a:cubicBezTo>
                          <a:pt x="64635" y="13047"/>
                          <a:pt x="65433" y="13047"/>
                          <a:pt x="66142" y="13047"/>
                        </a:cubicBezTo>
                        <a:cubicBezTo>
                          <a:pt x="71151" y="12870"/>
                          <a:pt x="75451" y="12160"/>
                          <a:pt x="79264" y="11052"/>
                        </a:cubicBezTo>
                        <a:cubicBezTo>
                          <a:pt x="84495" y="9545"/>
                          <a:pt x="88839" y="7506"/>
                          <a:pt x="92873" y="4757"/>
                        </a:cubicBezTo>
                        <a:cubicBezTo>
                          <a:pt x="94159" y="3826"/>
                          <a:pt x="95445" y="2851"/>
                          <a:pt x="96686" y="1787"/>
                        </a:cubicBezTo>
                        <a:lnTo>
                          <a:pt x="96819" y="1654"/>
                        </a:lnTo>
                        <a:cubicBezTo>
                          <a:pt x="77579" y="-385"/>
                          <a:pt x="57364" y="-696"/>
                          <a:pt x="38435" y="1610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60" name="Forme libre : forme 21059">
                    <a:extLst>
                      <a:ext uri="{FF2B5EF4-FFF2-40B4-BE49-F238E27FC236}">
                        <a16:creationId xmlns:a16="http://schemas.microsoft.com/office/drawing/2014/main" id="{12CA68FC-756E-4E39-80EE-2682765D7FB2}"/>
                      </a:ext>
                    </a:extLst>
                  </p:cNvPr>
                  <p:cNvSpPr/>
                  <p:nvPr/>
                </p:nvSpPr>
                <p:spPr>
                  <a:xfrm>
                    <a:off x="4397575" y="1137973"/>
                    <a:ext cx="45678" cy="11572"/>
                  </a:xfrm>
                  <a:custGeom>
                    <a:avLst/>
                    <a:gdLst>
                      <a:gd name="connsiteX0" fmla="*/ 45678 w 45678"/>
                      <a:gd name="connsiteY0" fmla="*/ 5898 h 11572"/>
                      <a:gd name="connsiteX1" fmla="*/ 22050 w 45678"/>
                      <a:gd name="connsiteY1" fmla="*/ 11572 h 11572"/>
                      <a:gd name="connsiteX2" fmla="*/ 17 w 45678"/>
                      <a:gd name="connsiteY2" fmla="*/ 6430 h 11572"/>
                      <a:gd name="connsiteX3" fmla="*/ 21651 w 45678"/>
                      <a:gd name="connsiteY3" fmla="*/ 46 h 11572"/>
                      <a:gd name="connsiteX4" fmla="*/ 45678 w 45678"/>
                      <a:gd name="connsiteY4" fmla="*/ 5898 h 11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678" h="11572">
                        <a:moveTo>
                          <a:pt x="45678" y="5898"/>
                        </a:moveTo>
                        <a:cubicBezTo>
                          <a:pt x="45634" y="10641"/>
                          <a:pt x="27990" y="11085"/>
                          <a:pt x="22050" y="11572"/>
                        </a:cubicBezTo>
                        <a:cubicBezTo>
                          <a:pt x="16109" y="11484"/>
                          <a:pt x="638" y="11528"/>
                          <a:pt x="17" y="6430"/>
                        </a:cubicBezTo>
                        <a:cubicBezTo>
                          <a:pt x="-604" y="1332"/>
                          <a:pt x="15888" y="-308"/>
                          <a:pt x="21651" y="46"/>
                        </a:cubicBezTo>
                        <a:cubicBezTo>
                          <a:pt x="27414" y="-220"/>
                          <a:pt x="45722" y="1155"/>
                          <a:pt x="45678" y="589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61" name="Forme libre : forme 21060">
                    <a:extLst>
                      <a:ext uri="{FF2B5EF4-FFF2-40B4-BE49-F238E27FC236}">
                        <a16:creationId xmlns:a16="http://schemas.microsoft.com/office/drawing/2014/main" id="{99D790E4-A904-400B-96B9-942ABA8E17B3}"/>
                      </a:ext>
                    </a:extLst>
                  </p:cNvPr>
                  <p:cNvSpPr/>
                  <p:nvPr/>
                </p:nvSpPr>
                <p:spPr>
                  <a:xfrm>
                    <a:off x="4397223" y="1139128"/>
                    <a:ext cx="32243" cy="10417"/>
                  </a:xfrm>
                  <a:custGeom>
                    <a:avLst/>
                    <a:gdLst>
                      <a:gd name="connsiteX0" fmla="*/ 9679 w 32243"/>
                      <a:gd name="connsiteY0" fmla="*/ 0 h 10417"/>
                      <a:gd name="connsiteX1" fmla="*/ 148 w 32243"/>
                      <a:gd name="connsiteY1" fmla="*/ 5320 h 10417"/>
                      <a:gd name="connsiteX2" fmla="*/ 22668 w 32243"/>
                      <a:gd name="connsiteY2" fmla="*/ 10418 h 10417"/>
                      <a:gd name="connsiteX3" fmla="*/ 32243 w 32243"/>
                      <a:gd name="connsiteY3" fmla="*/ 9443 h 10417"/>
                      <a:gd name="connsiteX4" fmla="*/ 27101 w 32243"/>
                      <a:gd name="connsiteY4" fmla="*/ 9177 h 10417"/>
                      <a:gd name="connsiteX5" fmla="*/ 9679 w 32243"/>
                      <a:gd name="connsiteY5" fmla="*/ 0 h 10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243" h="10417">
                        <a:moveTo>
                          <a:pt x="9679" y="0"/>
                        </a:moveTo>
                        <a:cubicBezTo>
                          <a:pt x="6841" y="1108"/>
                          <a:pt x="-1182" y="2217"/>
                          <a:pt x="148" y="5320"/>
                        </a:cubicBezTo>
                        <a:cubicBezTo>
                          <a:pt x="2275" y="10329"/>
                          <a:pt x="15220" y="10329"/>
                          <a:pt x="22668" y="10418"/>
                        </a:cubicBezTo>
                        <a:cubicBezTo>
                          <a:pt x="24840" y="10418"/>
                          <a:pt x="29761" y="9841"/>
                          <a:pt x="32243" y="9443"/>
                        </a:cubicBezTo>
                        <a:cubicBezTo>
                          <a:pt x="30825" y="9310"/>
                          <a:pt x="28431" y="9487"/>
                          <a:pt x="27101" y="9177"/>
                        </a:cubicBezTo>
                        <a:cubicBezTo>
                          <a:pt x="19564" y="7714"/>
                          <a:pt x="10477" y="5408"/>
                          <a:pt x="967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62" name="Forme libre : forme 21061">
                    <a:extLst>
                      <a:ext uri="{FF2B5EF4-FFF2-40B4-BE49-F238E27FC236}">
                        <a16:creationId xmlns:a16="http://schemas.microsoft.com/office/drawing/2014/main" id="{2290F0CA-DD36-4B2D-B378-9C6596A9E376}"/>
                      </a:ext>
                    </a:extLst>
                  </p:cNvPr>
                  <p:cNvSpPr/>
                  <p:nvPr/>
                </p:nvSpPr>
                <p:spPr>
                  <a:xfrm>
                    <a:off x="4399946" y="1139236"/>
                    <a:ext cx="45843" cy="11755"/>
                  </a:xfrm>
                  <a:custGeom>
                    <a:avLst/>
                    <a:gdLst>
                      <a:gd name="connsiteX0" fmla="*/ 45745 w 45843"/>
                      <a:gd name="connsiteY0" fmla="*/ 5877 h 11755"/>
                      <a:gd name="connsiteX1" fmla="*/ 35549 w 45843"/>
                      <a:gd name="connsiteY1" fmla="*/ 10355 h 11755"/>
                      <a:gd name="connsiteX2" fmla="*/ 28013 w 45843"/>
                      <a:gd name="connsiteY2" fmla="*/ 11152 h 11755"/>
                      <a:gd name="connsiteX3" fmla="*/ 21807 w 45843"/>
                      <a:gd name="connsiteY3" fmla="*/ 11684 h 11755"/>
                      <a:gd name="connsiteX4" fmla="*/ 8906 w 45843"/>
                      <a:gd name="connsiteY4" fmla="*/ 10931 h 11755"/>
                      <a:gd name="connsiteX5" fmla="*/ 40 w 45843"/>
                      <a:gd name="connsiteY5" fmla="*/ 6365 h 11755"/>
                      <a:gd name="connsiteX6" fmla="*/ 8419 w 45843"/>
                      <a:gd name="connsiteY6" fmla="*/ 1134 h 11755"/>
                      <a:gd name="connsiteX7" fmla="*/ 21541 w 45843"/>
                      <a:gd name="connsiteY7" fmla="*/ 70 h 11755"/>
                      <a:gd name="connsiteX8" fmla="*/ 45745 w 45843"/>
                      <a:gd name="connsiteY8" fmla="*/ 5877 h 11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843" h="11755">
                        <a:moveTo>
                          <a:pt x="45745" y="5877"/>
                        </a:moveTo>
                        <a:cubicBezTo>
                          <a:pt x="44947" y="8227"/>
                          <a:pt x="40514" y="9557"/>
                          <a:pt x="35549" y="10355"/>
                        </a:cubicBezTo>
                        <a:cubicBezTo>
                          <a:pt x="33067" y="10753"/>
                          <a:pt x="30451" y="10975"/>
                          <a:pt x="28013" y="11152"/>
                        </a:cubicBezTo>
                        <a:cubicBezTo>
                          <a:pt x="25619" y="11418"/>
                          <a:pt x="23402" y="11596"/>
                          <a:pt x="21807" y="11684"/>
                        </a:cubicBezTo>
                        <a:cubicBezTo>
                          <a:pt x="18615" y="11906"/>
                          <a:pt x="13428" y="11596"/>
                          <a:pt x="8906" y="10931"/>
                        </a:cubicBezTo>
                        <a:cubicBezTo>
                          <a:pt x="4384" y="10310"/>
                          <a:pt x="528" y="8936"/>
                          <a:pt x="40" y="6365"/>
                        </a:cubicBezTo>
                        <a:cubicBezTo>
                          <a:pt x="-448" y="3794"/>
                          <a:pt x="3587" y="2153"/>
                          <a:pt x="8419" y="1134"/>
                        </a:cubicBezTo>
                        <a:cubicBezTo>
                          <a:pt x="13251" y="158"/>
                          <a:pt x="18881" y="158"/>
                          <a:pt x="21541" y="70"/>
                        </a:cubicBezTo>
                        <a:cubicBezTo>
                          <a:pt x="26949" y="-374"/>
                          <a:pt x="47430" y="1267"/>
                          <a:pt x="45745" y="587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63" name="Forme libre : forme 21062">
                    <a:extLst>
                      <a:ext uri="{FF2B5EF4-FFF2-40B4-BE49-F238E27FC236}">
                        <a16:creationId xmlns:a16="http://schemas.microsoft.com/office/drawing/2014/main" id="{67CCB26F-CBDC-4B28-A662-5A4B31756AA1}"/>
                      </a:ext>
                    </a:extLst>
                  </p:cNvPr>
                  <p:cNvSpPr/>
                  <p:nvPr/>
                </p:nvSpPr>
                <p:spPr>
                  <a:xfrm>
                    <a:off x="4375941" y="1135829"/>
                    <a:ext cx="56940" cy="22063"/>
                  </a:xfrm>
                  <a:custGeom>
                    <a:avLst/>
                    <a:gdLst>
                      <a:gd name="connsiteX0" fmla="*/ 638 w 56940"/>
                      <a:gd name="connsiteY0" fmla="*/ 11234 h 22063"/>
                      <a:gd name="connsiteX1" fmla="*/ 7066 w 56940"/>
                      <a:gd name="connsiteY1" fmla="*/ 16154 h 22063"/>
                      <a:gd name="connsiteX2" fmla="*/ 16686 w 56940"/>
                      <a:gd name="connsiteY2" fmla="*/ 19657 h 22063"/>
                      <a:gd name="connsiteX3" fmla="*/ 27902 w 56940"/>
                      <a:gd name="connsiteY3" fmla="*/ 21918 h 22063"/>
                      <a:gd name="connsiteX4" fmla="*/ 49181 w 56940"/>
                      <a:gd name="connsiteY4" fmla="*/ 20056 h 22063"/>
                      <a:gd name="connsiteX5" fmla="*/ 56761 w 56940"/>
                      <a:gd name="connsiteY5" fmla="*/ 13672 h 22063"/>
                      <a:gd name="connsiteX6" fmla="*/ 49801 w 56940"/>
                      <a:gd name="connsiteY6" fmla="*/ 10923 h 22063"/>
                      <a:gd name="connsiteX7" fmla="*/ 30251 w 56940"/>
                      <a:gd name="connsiteY7" fmla="*/ 4983 h 22063"/>
                      <a:gd name="connsiteX8" fmla="*/ 21164 w 56940"/>
                      <a:gd name="connsiteY8" fmla="*/ 1215 h 22063"/>
                      <a:gd name="connsiteX9" fmla="*/ 10036 w 56940"/>
                      <a:gd name="connsiteY9" fmla="*/ 550 h 22063"/>
                      <a:gd name="connsiteX10" fmla="*/ 638 w 56940"/>
                      <a:gd name="connsiteY10" fmla="*/ 11234 h 22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6940" h="22063">
                        <a:moveTo>
                          <a:pt x="638" y="11234"/>
                        </a:moveTo>
                        <a:cubicBezTo>
                          <a:pt x="2279" y="13982"/>
                          <a:pt x="3520" y="14736"/>
                          <a:pt x="7066" y="16154"/>
                        </a:cubicBezTo>
                        <a:cubicBezTo>
                          <a:pt x="10435" y="17484"/>
                          <a:pt x="13450" y="18726"/>
                          <a:pt x="16686" y="19657"/>
                        </a:cubicBezTo>
                        <a:cubicBezTo>
                          <a:pt x="20011" y="20765"/>
                          <a:pt x="23513" y="21563"/>
                          <a:pt x="27902" y="21918"/>
                        </a:cubicBezTo>
                        <a:cubicBezTo>
                          <a:pt x="35128" y="22316"/>
                          <a:pt x="43152" y="21962"/>
                          <a:pt x="49181" y="20056"/>
                        </a:cubicBezTo>
                        <a:cubicBezTo>
                          <a:pt x="53658" y="18593"/>
                          <a:pt x="57870" y="16598"/>
                          <a:pt x="56761" y="13672"/>
                        </a:cubicBezTo>
                        <a:cubicBezTo>
                          <a:pt x="56052" y="11943"/>
                          <a:pt x="52550" y="11588"/>
                          <a:pt x="49801" y="10923"/>
                        </a:cubicBezTo>
                        <a:cubicBezTo>
                          <a:pt x="43240" y="9328"/>
                          <a:pt x="36812" y="7599"/>
                          <a:pt x="30251" y="4983"/>
                        </a:cubicBezTo>
                        <a:cubicBezTo>
                          <a:pt x="27459" y="3830"/>
                          <a:pt x="24488" y="2279"/>
                          <a:pt x="21164" y="1215"/>
                        </a:cubicBezTo>
                        <a:cubicBezTo>
                          <a:pt x="17839" y="107"/>
                          <a:pt x="14204" y="-514"/>
                          <a:pt x="10036" y="550"/>
                        </a:cubicBezTo>
                        <a:cubicBezTo>
                          <a:pt x="2456" y="2190"/>
                          <a:pt x="-1667" y="7421"/>
                          <a:pt x="638" y="1123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64" name="Forme libre : forme 21063">
                    <a:extLst>
                      <a:ext uri="{FF2B5EF4-FFF2-40B4-BE49-F238E27FC236}">
                        <a16:creationId xmlns:a16="http://schemas.microsoft.com/office/drawing/2014/main" id="{F0FB2836-D2C4-4820-B269-A4955CD0EB52}"/>
                      </a:ext>
                    </a:extLst>
                  </p:cNvPr>
                  <p:cNvSpPr/>
                  <p:nvPr/>
                </p:nvSpPr>
                <p:spPr>
                  <a:xfrm>
                    <a:off x="4387002" y="1134735"/>
                    <a:ext cx="18664" cy="6760"/>
                  </a:xfrm>
                  <a:custGeom>
                    <a:avLst/>
                    <a:gdLst>
                      <a:gd name="connsiteX0" fmla="*/ 1679 w 18664"/>
                      <a:gd name="connsiteY0" fmla="*/ 4393 h 6760"/>
                      <a:gd name="connsiteX1" fmla="*/ 39 w 18664"/>
                      <a:gd name="connsiteY1" fmla="*/ 5812 h 6760"/>
                      <a:gd name="connsiteX2" fmla="*/ 1546 w 18664"/>
                      <a:gd name="connsiteY2" fmla="*/ 6743 h 6760"/>
                      <a:gd name="connsiteX3" fmla="*/ 4960 w 18664"/>
                      <a:gd name="connsiteY3" fmla="*/ 6388 h 6760"/>
                      <a:gd name="connsiteX4" fmla="*/ 13294 w 18664"/>
                      <a:gd name="connsiteY4" fmla="*/ 4837 h 6760"/>
                      <a:gd name="connsiteX5" fmla="*/ 16264 w 18664"/>
                      <a:gd name="connsiteY5" fmla="*/ 3906 h 6760"/>
                      <a:gd name="connsiteX6" fmla="*/ 14181 w 18664"/>
                      <a:gd name="connsiteY6" fmla="*/ 93 h 6760"/>
                      <a:gd name="connsiteX7" fmla="*/ 1679 w 18664"/>
                      <a:gd name="connsiteY7" fmla="*/ 4393 h 6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664" h="6760">
                        <a:moveTo>
                          <a:pt x="1679" y="4393"/>
                        </a:moveTo>
                        <a:cubicBezTo>
                          <a:pt x="837" y="4881"/>
                          <a:pt x="261" y="5236"/>
                          <a:pt x="39" y="5812"/>
                        </a:cubicBezTo>
                        <a:cubicBezTo>
                          <a:pt x="-183" y="6388"/>
                          <a:pt x="571" y="6699"/>
                          <a:pt x="1546" y="6743"/>
                        </a:cubicBezTo>
                        <a:cubicBezTo>
                          <a:pt x="2521" y="6832"/>
                          <a:pt x="3896" y="6566"/>
                          <a:pt x="4960" y="6388"/>
                        </a:cubicBezTo>
                        <a:cubicBezTo>
                          <a:pt x="7708" y="5989"/>
                          <a:pt x="10678" y="5502"/>
                          <a:pt x="13294" y="4837"/>
                        </a:cubicBezTo>
                        <a:cubicBezTo>
                          <a:pt x="14358" y="4571"/>
                          <a:pt x="15422" y="4349"/>
                          <a:pt x="16264" y="3906"/>
                        </a:cubicBezTo>
                        <a:cubicBezTo>
                          <a:pt x="19811" y="2088"/>
                          <a:pt x="19678" y="-527"/>
                          <a:pt x="14181" y="93"/>
                        </a:cubicBezTo>
                        <a:cubicBezTo>
                          <a:pt x="9969" y="714"/>
                          <a:pt x="5093" y="2354"/>
                          <a:pt x="1679" y="439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65" name="Forme libre : forme 21064">
                    <a:extLst>
                      <a:ext uri="{FF2B5EF4-FFF2-40B4-BE49-F238E27FC236}">
                        <a16:creationId xmlns:a16="http://schemas.microsoft.com/office/drawing/2014/main" id="{95086BEC-162A-4926-892C-C40F70076E0B}"/>
                      </a:ext>
                    </a:extLst>
                  </p:cNvPr>
                  <p:cNvSpPr/>
                  <p:nvPr/>
                </p:nvSpPr>
                <p:spPr>
                  <a:xfrm>
                    <a:off x="4430884" y="1147551"/>
                    <a:ext cx="28283" cy="11925"/>
                  </a:xfrm>
                  <a:custGeom>
                    <a:avLst/>
                    <a:gdLst>
                      <a:gd name="connsiteX0" fmla="*/ 28283 w 28283"/>
                      <a:gd name="connsiteY0" fmla="*/ 0 h 11925"/>
                      <a:gd name="connsiteX1" fmla="*/ 15782 w 28283"/>
                      <a:gd name="connsiteY1" fmla="*/ 7270 h 11925"/>
                      <a:gd name="connsiteX2" fmla="*/ 0 w 28283"/>
                      <a:gd name="connsiteY2" fmla="*/ 11925 h 11925"/>
                      <a:gd name="connsiteX3" fmla="*/ 14895 w 28283"/>
                      <a:gd name="connsiteY3" fmla="*/ 6561 h 11925"/>
                      <a:gd name="connsiteX4" fmla="*/ 28283 w 28283"/>
                      <a:gd name="connsiteY4" fmla="*/ 0 h 11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83" h="11925">
                        <a:moveTo>
                          <a:pt x="28283" y="0"/>
                        </a:moveTo>
                        <a:cubicBezTo>
                          <a:pt x="25978" y="3148"/>
                          <a:pt x="21146" y="5497"/>
                          <a:pt x="15782" y="7270"/>
                        </a:cubicBezTo>
                        <a:cubicBezTo>
                          <a:pt x="10418" y="9132"/>
                          <a:pt x="4522" y="10817"/>
                          <a:pt x="0" y="11925"/>
                        </a:cubicBezTo>
                        <a:cubicBezTo>
                          <a:pt x="4921" y="10728"/>
                          <a:pt x="10019" y="8689"/>
                          <a:pt x="14895" y="6561"/>
                        </a:cubicBezTo>
                        <a:cubicBezTo>
                          <a:pt x="19816" y="4566"/>
                          <a:pt x="24426" y="2217"/>
                          <a:pt x="282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66" name="Forme libre : forme 21065">
                    <a:extLst>
                      <a:ext uri="{FF2B5EF4-FFF2-40B4-BE49-F238E27FC236}">
                        <a16:creationId xmlns:a16="http://schemas.microsoft.com/office/drawing/2014/main" id="{35ACECB4-52E7-4418-901E-D35CAA39ED14}"/>
                      </a:ext>
                    </a:extLst>
                  </p:cNvPr>
                  <p:cNvSpPr/>
                  <p:nvPr/>
                </p:nvSpPr>
                <p:spPr>
                  <a:xfrm>
                    <a:off x="4365673" y="1127513"/>
                    <a:ext cx="31740" cy="15648"/>
                  </a:xfrm>
                  <a:custGeom>
                    <a:avLst/>
                    <a:gdLst>
                      <a:gd name="connsiteX0" fmla="*/ 31741 w 31740"/>
                      <a:gd name="connsiteY0" fmla="*/ 0 h 15648"/>
                      <a:gd name="connsiteX1" fmla="*/ 13610 w 31740"/>
                      <a:gd name="connsiteY1" fmla="*/ 5852 h 15648"/>
                      <a:gd name="connsiteX2" fmla="*/ 6118 w 31740"/>
                      <a:gd name="connsiteY2" fmla="*/ 10373 h 15648"/>
                      <a:gd name="connsiteX3" fmla="*/ 0 w 31740"/>
                      <a:gd name="connsiteY3" fmla="*/ 15649 h 15648"/>
                      <a:gd name="connsiteX4" fmla="*/ 6073 w 31740"/>
                      <a:gd name="connsiteY4" fmla="*/ 10551 h 15648"/>
                      <a:gd name="connsiteX5" fmla="*/ 14097 w 31740"/>
                      <a:gd name="connsiteY5" fmla="*/ 6295 h 15648"/>
                      <a:gd name="connsiteX6" fmla="*/ 31741 w 31740"/>
                      <a:gd name="connsiteY6" fmla="*/ 0 h 15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740" h="15648">
                        <a:moveTo>
                          <a:pt x="31741" y="0"/>
                        </a:moveTo>
                        <a:cubicBezTo>
                          <a:pt x="25224" y="665"/>
                          <a:pt x="18974" y="3103"/>
                          <a:pt x="13610" y="5852"/>
                        </a:cubicBezTo>
                        <a:cubicBezTo>
                          <a:pt x="10905" y="7270"/>
                          <a:pt x="8423" y="8778"/>
                          <a:pt x="6118" y="10373"/>
                        </a:cubicBezTo>
                        <a:cubicBezTo>
                          <a:pt x="3857" y="12014"/>
                          <a:pt x="1818" y="13920"/>
                          <a:pt x="0" y="15649"/>
                        </a:cubicBezTo>
                        <a:cubicBezTo>
                          <a:pt x="1640" y="13920"/>
                          <a:pt x="3679" y="12147"/>
                          <a:pt x="6073" y="10551"/>
                        </a:cubicBezTo>
                        <a:cubicBezTo>
                          <a:pt x="8512" y="9044"/>
                          <a:pt x="11216" y="7625"/>
                          <a:pt x="14097" y="6295"/>
                        </a:cubicBezTo>
                        <a:cubicBezTo>
                          <a:pt x="19860" y="3635"/>
                          <a:pt x="26244" y="1286"/>
                          <a:pt x="317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67" name="Forme libre : forme 21066">
                    <a:extLst>
                      <a:ext uri="{FF2B5EF4-FFF2-40B4-BE49-F238E27FC236}">
                        <a16:creationId xmlns:a16="http://schemas.microsoft.com/office/drawing/2014/main" id="{4A4ECF09-718D-4F42-A8DA-2FF0DAB04CD4}"/>
                      </a:ext>
                    </a:extLst>
                  </p:cNvPr>
                  <p:cNvSpPr/>
                  <p:nvPr/>
                </p:nvSpPr>
                <p:spPr>
                  <a:xfrm>
                    <a:off x="4415875" y="1139105"/>
                    <a:ext cx="17052" cy="3974"/>
                  </a:xfrm>
                  <a:custGeom>
                    <a:avLst/>
                    <a:gdLst>
                      <a:gd name="connsiteX0" fmla="*/ 16916 w 17052"/>
                      <a:gd name="connsiteY0" fmla="*/ 3037 h 3974"/>
                      <a:gd name="connsiteX1" fmla="*/ 12305 w 17052"/>
                      <a:gd name="connsiteY1" fmla="*/ 3968 h 3974"/>
                      <a:gd name="connsiteX2" fmla="*/ 6941 w 17052"/>
                      <a:gd name="connsiteY2" fmla="*/ 3746 h 3974"/>
                      <a:gd name="connsiteX3" fmla="*/ 159 w 17052"/>
                      <a:gd name="connsiteY3" fmla="*/ 1131 h 3974"/>
                      <a:gd name="connsiteX4" fmla="*/ 9601 w 17052"/>
                      <a:gd name="connsiteY4" fmla="*/ 333 h 3974"/>
                      <a:gd name="connsiteX5" fmla="*/ 16916 w 17052"/>
                      <a:gd name="connsiteY5" fmla="*/ 3037 h 3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52" h="3974">
                        <a:moveTo>
                          <a:pt x="16916" y="3037"/>
                        </a:moveTo>
                        <a:cubicBezTo>
                          <a:pt x="16340" y="3835"/>
                          <a:pt x="14389" y="4012"/>
                          <a:pt x="12305" y="3968"/>
                        </a:cubicBezTo>
                        <a:cubicBezTo>
                          <a:pt x="10222" y="4012"/>
                          <a:pt x="8005" y="3835"/>
                          <a:pt x="6941" y="3746"/>
                        </a:cubicBezTo>
                        <a:cubicBezTo>
                          <a:pt x="4858" y="3569"/>
                          <a:pt x="-1038" y="2860"/>
                          <a:pt x="159" y="1131"/>
                        </a:cubicBezTo>
                        <a:cubicBezTo>
                          <a:pt x="1356" y="-598"/>
                          <a:pt x="7651" y="111"/>
                          <a:pt x="9601" y="333"/>
                        </a:cubicBezTo>
                        <a:cubicBezTo>
                          <a:pt x="11596" y="421"/>
                          <a:pt x="18068" y="1441"/>
                          <a:pt x="16916" y="303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68" name="Forme libre : forme 21067">
                    <a:extLst>
                      <a:ext uri="{FF2B5EF4-FFF2-40B4-BE49-F238E27FC236}">
                        <a16:creationId xmlns:a16="http://schemas.microsoft.com/office/drawing/2014/main" id="{F43AF4E5-C4DA-4CD7-8298-5F105AC1CECC}"/>
                      </a:ext>
                    </a:extLst>
                  </p:cNvPr>
                  <p:cNvSpPr/>
                  <p:nvPr/>
                </p:nvSpPr>
                <p:spPr>
                  <a:xfrm>
                    <a:off x="4430654" y="1140936"/>
                    <a:ext cx="4809" cy="1570"/>
                  </a:xfrm>
                  <a:custGeom>
                    <a:avLst/>
                    <a:gdLst>
                      <a:gd name="connsiteX0" fmla="*/ 4796 w 4809"/>
                      <a:gd name="connsiteY0" fmla="*/ 852 h 1570"/>
                      <a:gd name="connsiteX1" fmla="*/ 2580 w 4809"/>
                      <a:gd name="connsiteY1" fmla="*/ 1561 h 1570"/>
                      <a:gd name="connsiteX2" fmla="*/ 8 w 4809"/>
                      <a:gd name="connsiteY2" fmla="*/ 719 h 1570"/>
                      <a:gd name="connsiteX3" fmla="*/ 2181 w 4809"/>
                      <a:gd name="connsiteY3" fmla="*/ 10 h 1570"/>
                      <a:gd name="connsiteX4" fmla="*/ 4796 w 4809"/>
                      <a:gd name="connsiteY4" fmla="*/ 852 h 1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9" h="1570">
                        <a:moveTo>
                          <a:pt x="4796" y="852"/>
                        </a:moveTo>
                        <a:cubicBezTo>
                          <a:pt x="4974" y="1517"/>
                          <a:pt x="3378" y="1606"/>
                          <a:pt x="2580" y="1561"/>
                        </a:cubicBezTo>
                        <a:cubicBezTo>
                          <a:pt x="1782" y="1517"/>
                          <a:pt x="142" y="1384"/>
                          <a:pt x="8" y="719"/>
                        </a:cubicBezTo>
                        <a:cubicBezTo>
                          <a:pt x="-125" y="54"/>
                          <a:pt x="1338" y="-35"/>
                          <a:pt x="2181" y="10"/>
                        </a:cubicBezTo>
                        <a:cubicBezTo>
                          <a:pt x="2979" y="54"/>
                          <a:pt x="4663" y="187"/>
                          <a:pt x="4796" y="8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69" name="Forme libre : forme 21068">
                    <a:extLst>
                      <a:ext uri="{FF2B5EF4-FFF2-40B4-BE49-F238E27FC236}">
                        <a16:creationId xmlns:a16="http://schemas.microsoft.com/office/drawing/2014/main" id="{A511CDE6-ACE7-4177-976A-CCDD25E72465}"/>
                      </a:ext>
                    </a:extLst>
                  </p:cNvPr>
                  <p:cNvSpPr/>
                  <p:nvPr/>
                </p:nvSpPr>
                <p:spPr>
                  <a:xfrm>
                    <a:off x="4415490" y="1128069"/>
                    <a:ext cx="42070" cy="17629"/>
                  </a:xfrm>
                  <a:custGeom>
                    <a:avLst/>
                    <a:gdLst>
                      <a:gd name="connsiteX0" fmla="*/ 32063 w 42070"/>
                      <a:gd name="connsiteY0" fmla="*/ 7513 h 17629"/>
                      <a:gd name="connsiteX1" fmla="*/ 41860 w 42070"/>
                      <a:gd name="connsiteY1" fmla="*/ 15182 h 17629"/>
                      <a:gd name="connsiteX2" fmla="*/ 38713 w 42070"/>
                      <a:gd name="connsiteY2" fmla="*/ 17620 h 17629"/>
                      <a:gd name="connsiteX3" fmla="*/ 33836 w 42070"/>
                      <a:gd name="connsiteY3" fmla="*/ 15625 h 17629"/>
                      <a:gd name="connsiteX4" fmla="*/ 19163 w 42070"/>
                      <a:gd name="connsiteY4" fmla="*/ 8931 h 17629"/>
                      <a:gd name="connsiteX5" fmla="*/ 366 w 42070"/>
                      <a:gd name="connsiteY5" fmla="*/ 2193 h 17629"/>
                      <a:gd name="connsiteX6" fmla="*/ 10873 w 42070"/>
                      <a:gd name="connsiteY6" fmla="*/ 21 h 17629"/>
                      <a:gd name="connsiteX7" fmla="*/ 22399 w 42070"/>
                      <a:gd name="connsiteY7" fmla="*/ 2015 h 17629"/>
                      <a:gd name="connsiteX8" fmla="*/ 32063 w 42070"/>
                      <a:gd name="connsiteY8" fmla="*/ 7513 h 17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070" h="17629">
                        <a:moveTo>
                          <a:pt x="32063" y="7513"/>
                        </a:moveTo>
                        <a:cubicBezTo>
                          <a:pt x="36452" y="10039"/>
                          <a:pt x="39555" y="11857"/>
                          <a:pt x="41860" y="15182"/>
                        </a:cubicBezTo>
                        <a:cubicBezTo>
                          <a:pt x="42702" y="16423"/>
                          <a:pt x="40885" y="17753"/>
                          <a:pt x="38713" y="17620"/>
                        </a:cubicBezTo>
                        <a:cubicBezTo>
                          <a:pt x="36540" y="17487"/>
                          <a:pt x="35255" y="16556"/>
                          <a:pt x="33836" y="15625"/>
                        </a:cubicBezTo>
                        <a:cubicBezTo>
                          <a:pt x="29492" y="12611"/>
                          <a:pt x="24660" y="10926"/>
                          <a:pt x="19163" y="8931"/>
                        </a:cubicBezTo>
                        <a:cubicBezTo>
                          <a:pt x="15794" y="7424"/>
                          <a:pt x="-2825" y="5872"/>
                          <a:pt x="366" y="2193"/>
                        </a:cubicBezTo>
                        <a:cubicBezTo>
                          <a:pt x="1962" y="375"/>
                          <a:pt x="6351" y="-112"/>
                          <a:pt x="10873" y="21"/>
                        </a:cubicBezTo>
                        <a:cubicBezTo>
                          <a:pt x="15395" y="154"/>
                          <a:pt x="20094" y="1306"/>
                          <a:pt x="22399" y="2015"/>
                        </a:cubicBezTo>
                        <a:cubicBezTo>
                          <a:pt x="27054" y="3611"/>
                          <a:pt x="28783" y="5606"/>
                          <a:pt x="32063" y="751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02" name="Graphique 2">
                  <a:extLst>
                    <a:ext uri="{FF2B5EF4-FFF2-40B4-BE49-F238E27FC236}">
                      <a16:creationId xmlns:a16="http://schemas.microsoft.com/office/drawing/2014/main" id="{6607A3E8-84A5-4CBE-ABC9-367C8EF2E3FF}"/>
                    </a:ext>
                  </a:extLst>
                </p:cNvPr>
                <p:cNvGrpSpPr/>
                <p:nvPr/>
              </p:nvGrpSpPr>
              <p:grpSpPr>
                <a:xfrm>
                  <a:off x="4462108" y="1133032"/>
                  <a:ext cx="94725" cy="46259"/>
                  <a:chOff x="4462108" y="1133032"/>
                  <a:chExt cx="94725" cy="46259"/>
                </a:xfrm>
                <a:solidFill>
                  <a:schemeClr val="accent1"/>
                </a:solidFill>
              </p:grpSpPr>
              <p:sp>
                <p:nvSpPr>
                  <p:cNvPr id="21046" name="Forme libre : forme 21045">
                    <a:extLst>
                      <a:ext uri="{FF2B5EF4-FFF2-40B4-BE49-F238E27FC236}">
                        <a16:creationId xmlns:a16="http://schemas.microsoft.com/office/drawing/2014/main" id="{08ADA11E-5B7C-406A-9A7B-22A030899A95}"/>
                      </a:ext>
                    </a:extLst>
                  </p:cNvPr>
                  <p:cNvSpPr/>
                  <p:nvPr/>
                </p:nvSpPr>
                <p:spPr>
                  <a:xfrm>
                    <a:off x="4462108" y="1133032"/>
                    <a:ext cx="94725" cy="46259"/>
                  </a:xfrm>
                  <a:custGeom>
                    <a:avLst/>
                    <a:gdLst>
                      <a:gd name="connsiteX0" fmla="*/ 58945 w 94725"/>
                      <a:gd name="connsiteY0" fmla="*/ 43600 h 46259"/>
                      <a:gd name="connsiteX1" fmla="*/ 28933 w 94725"/>
                      <a:gd name="connsiteY1" fmla="*/ 35000 h 46259"/>
                      <a:gd name="connsiteX2" fmla="*/ 12486 w 94725"/>
                      <a:gd name="connsiteY2" fmla="*/ 27463 h 46259"/>
                      <a:gd name="connsiteX3" fmla="*/ 1359 w 94725"/>
                      <a:gd name="connsiteY3" fmla="*/ 16602 h 46259"/>
                      <a:gd name="connsiteX4" fmla="*/ 3088 w 94725"/>
                      <a:gd name="connsiteY4" fmla="*/ 6716 h 46259"/>
                      <a:gd name="connsiteX5" fmla="*/ 18249 w 94725"/>
                      <a:gd name="connsiteY5" fmla="*/ 732 h 46259"/>
                      <a:gd name="connsiteX6" fmla="*/ 37622 w 94725"/>
                      <a:gd name="connsiteY6" fmla="*/ 998 h 46259"/>
                      <a:gd name="connsiteX7" fmla="*/ 69319 w 94725"/>
                      <a:gd name="connsiteY7" fmla="*/ 10130 h 46259"/>
                      <a:gd name="connsiteX8" fmla="*/ 94144 w 94725"/>
                      <a:gd name="connsiteY8" fmla="*/ 34468 h 46259"/>
                      <a:gd name="connsiteX9" fmla="*/ 90863 w 94725"/>
                      <a:gd name="connsiteY9" fmla="*/ 43733 h 46259"/>
                      <a:gd name="connsiteX10" fmla="*/ 83682 w 94725"/>
                      <a:gd name="connsiteY10" fmla="*/ 45506 h 46259"/>
                      <a:gd name="connsiteX11" fmla="*/ 76190 w 94725"/>
                      <a:gd name="connsiteY11" fmla="*/ 46260 h 46259"/>
                      <a:gd name="connsiteX12" fmla="*/ 68077 w 94725"/>
                      <a:gd name="connsiteY12" fmla="*/ 45639 h 46259"/>
                      <a:gd name="connsiteX13" fmla="*/ 58945 w 94725"/>
                      <a:gd name="connsiteY13" fmla="*/ 43600 h 46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25" h="46259">
                        <a:moveTo>
                          <a:pt x="58945" y="43600"/>
                        </a:moveTo>
                        <a:cubicBezTo>
                          <a:pt x="51941" y="41428"/>
                          <a:pt x="36469" y="37039"/>
                          <a:pt x="28933" y="35000"/>
                        </a:cubicBezTo>
                        <a:cubicBezTo>
                          <a:pt x="21973" y="32916"/>
                          <a:pt x="16742" y="30655"/>
                          <a:pt x="12486" y="27463"/>
                        </a:cubicBezTo>
                        <a:cubicBezTo>
                          <a:pt x="8186" y="24537"/>
                          <a:pt x="4773" y="20902"/>
                          <a:pt x="1359" y="16602"/>
                        </a:cubicBezTo>
                        <a:cubicBezTo>
                          <a:pt x="-1035" y="13632"/>
                          <a:pt x="-148" y="8623"/>
                          <a:pt x="3088" y="6716"/>
                        </a:cubicBezTo>
                        <a:cubicBezTo>
                          <a:pt x="7787" y="3968"/>
                          <a:pt x="12664" y="1840"/>
                          <a:pt x="18249" y="732"/>
                        </a:cubicBezTo>
                        <a:cubicBezTo>
                          <a:pt x="23791" y="-111"/>
                          <a:pt x="30174" y="-465"/>
                          <a:pt x="37622" y="998"/>
                        </a:cubicBezTo>
                        <a:cubicBezTo>
                          <a:pt x="45646" y="2372"/>
                          <a:pt x="61516" y="6761"/>
                          <a:pt x="69319" y="10130"/>
                        </a:cubicBezTo>
                        <a:cubicBezTo>
                          <a:pt x="84081" y="16070"/>
                          <a:pt x="89977" y="24449"/>
                          <a:pt x="94144" y="34468"/>
                        </a:cubicBezTo>
                        <a:cubicBezTo>
                          <a:pt x="95607" y="37970"/>
                          <a:pt x="94233" y="42669"/>
                          <a:pt x="90863" y="43733"/>
                        </a:cubicBezTo>
                        <a:cubicBezTo>
                          <a:pt x="88470" y="44486"/>
                          <a:pt x="86076" y="45107"/>
                          <a:pt x="83682" y="45506"/>
                        </a:cubicBezTo>
                        <a:cubicBezTo>
                          <a:pt x="81244" y="45994"/>
                          <a:pt x="78761" y="46260"/>
                          <a:pt x="76190" y="46260"/>
                        </a:cubicBezTo>
                        <a:cubicBezTo>
                          <a:pt x="73663" y="46215"/>
                          <a:pt x="71003" y="46038"/>
                          <a:pt x="68077" y="45639"/>
                        </a:cubicBezTo>
                        <a:cubicBezTo>
                          <a:pt x="65240" y="45284"/>
                          <a:pt x="62314" y="44398"/>
                          <a:pt x="58945" y="4360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47" name="Forme libre : forme 21046">
                    <a:extLst>
                      <a:ext uri="{FF2B5EF4-FFF2-40B4-BE49-F238E27FC236}">
                        <a16:creationId xmlns:a16="http://schemas.microsoft.com/office/drawing/2014/main" id="{7162D3C1-360C-43A5-836B-04029FBA423E}"/>
                      </a:ext>
                    </a:extLst>
                  </p:cNvPr>
                  <p:cNvSpPr/>
                  <p:nvPr/>
                </p:nvSpPr>
                <p:spPr>
                  <a:xfrm>
                    <a:off x="4462134" y="1145246"/>
                    <a:ext cx="91147" cy="33925"/>
                  </a:xfrm>
                  <a:custGeom>
                    <a:avLst/>
                    <a:gdLst>
                      <a:gd name="connsiteX0" fmla="*/ 36621 w 91147"/>
                      <a:gd name="connsiteY0" fmla="*/ 11703 h 33925"/>
                      <a:gd name="connsiteX1" fmla="*/ 3 w 91147"/>
                      <a:gd name="connsiteY1" fmla="*/ 0 h 33925"/>
                      <a:gd name="connsiteX2" fmla="*/ 1333 w 91147"/>
                      <a:gd name="connsiteY2" fmla="*/ 4300 h 33925"/>
                      <a:gd name="connsiteX3" fmla="*/ 4924 w 91147"/>
                      <a:gd name="connsiteY3" fmla="*/ 8512 h 33925"/>
                      <a:gd name="connsiteX4" fmla="*/ 17292 w 91147"/>
                      <a:gd name="connsiteY4" fmla="*/ 18220 h 33925"/>
                      <a:gd name="connsiteX5" fmla="*/ 28907 w 91147"/>
                      <a:gd name="connsiteY5" fmla="*/ 22742 h 33925"/>
                      <a:gd name="connsiteX6" fmla="*/ 33783 w 91147"/>
                      <a:gd name="connsiteY6" fmla="*/ 24116 h 33925"/>
                      <a:gd name="connsiteX7" fmla="*/ 45664 w 91147"/>
                      <a:gd name="connsiteY7" fmla="*/ 27397 h 33925"/>
                      <a:gd name="connsiteX8" fmla="*/ 56747 w 91147"/>
                      <a:gd name="connsiteY8" fmla="*/ 30677 h 33925"/>
                      <a:gd name="connsiteX9" fmla="*/ 58964 w 91147"/>
                      <a:gd name="connsiteY9" fmla="*/ 31298 h 33925"/>
                      <a:gd name="connsiteX10" fmla="*/ 71686 w 91147"/>
                      <a:gd name="connsiteY10" fmla="*/ 33736 h 33925"/>
                      <a:gd name="connsiteX11" fmla="*/ 86404 w 91147"/>
                      <a:gd name="connsiteY11" fmla="*/ 32672 h 33925"/>
                      <a:gd name="connsiteX12" fmla="*/ 90970 w 91147"/>
                      <a:gd name="connsiteY12" fmla="*/ 31431 h 33925"/>
                      <a:gd name="connsiteX13" fmla="*/ 91148 w 91147"/>
                      <a:gd name="connsiteY13" fmla="*/ 31342 h 33925"/>
                      <a:gd name="connsiteX14" fmla="*/ 36621 w 91147"/>
                      <a:gd name="connsiteY14" fmla="*/ 11703 h 33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1147" h="33925">
                        <a:moveTo>
                          <a:pt x="36621" y="11703"/>
                        </a:moveTo>
                        <a:cubicBezTo>
                          <a:pt x="23632" y="9044"/>
                          <a:pt x="9712" y="6605"/>
                          <a:pt x="3" y="0"/>
                        </a:cubicBezTo>
                        <a:cubicBezTo>
                          <a:pt x="-41" y="1552"/>
                          <a:pt x="358" y="3103"/>
                          <a:pt x="1333" y="4300"/>
                        </a:cubicBezTo>
                        <a:cubicBezTo>
                          <a:pt x="2530" y="5763"/>
                          <a:pt x="3683" y="7182"/>
                          <a:pt x="4924" y="8512"/>
                        </a:cubicBezTo>
                        <a:cubicBezTo>
                          <a:pt x="8426" y="12368"/>
                          <a:pt x="12283" y="15383"/>
                          <a:pt x="17292" y="18220"/>
                        </a:cubicBezTo>
                        <a:cubicBezTo>
                          <a:pt x="20529" y="20038"/>
                          <a:pt x="24385" y="21279"/>
                          <a:pt x="28907" y="22742"/>
                        </a:cubicBezTo>
                        <a:cubicBezTo>
                          <a:pt x="30281" y="23141"/>
                          <a:pt x="31966" y="23584"/>
                          <a:pt x="33783" y="24116"/>
                        </a:cubicBezTo>
                        <a:cubicBezTo>
                          <a:pt x="37419" y="24958"/>
                          <a:pt x="41586" y="26244"/>
                          <a:pt x="45664" y="27397"/>
                        </a:cubicBezTo>
                        <a:cubicBezTo>
                          <a:pt x="49787" y="28461"/>
                          <a:pt x="53644" y="29790"/>
                          <a:pt x="56747" y="30677"/>
                        </a:cubicBezTo>
                        <a:cubicBezTo>
                          <a:pt x="57545" y="30899"/>
                          <a:pt x="58298" y="31120"/>
                          <a:pt x="58964" y="31298"/>
                        </a:cubicBezTo>
                        <a:cubicBezTo>
                          <a:pt x="63707" y="32583"/>
                          <a:pt x="67741" y="33559"/>
                          <a:pt x="71686" y="33736"/>
                        </a:cubicBezTo>
                        <a:cubicBezTo>
                          <a:pt x="76917" y="34268"/>
                          <a:pt x="81750" y="33603"/>
                          <a:pt x="86404" y="32672"/>
                        </a:cubicBezTo>
                        <a:cubicBezTo>
                          <a:pt x="87912" y="32317"/>
                          <a:pt x="89419" y="31918"/>
                          <a:pt x="90970" y="31431"/>
                        </a:cubicBezTo>
                        <a:lnTo>
                          <a:pt x="91148" y="31342"/>
                        </a:lnTo>
                        <a:cubicBezTo>
                          <a:pt x="74258" y="22121"/>
                          <a:pt x="55240" y="15205"/>
                          <a:pt x="36621" y="1170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48" name="Forme libre : forme 21047">
                    <a:extLst>
                      <a:ext uri="{FF2B5EF4-FFF2-40B4-BE49-F238E27FC236}">
                        <a16:creationId xmlns:a16="http://schemas.microsoft.com/office/drawing/2014/main" id="{E63A018F-96B9-4BC5-8C06-4353A8290F66}"/>
                      </a:ext>
                    </a:extLst>
                  </p:cNvPr>
                  <p:cNvSpPr/>
                  <p:nvPr/>
                </p:nvSpPr>
                <p:spPr>
                  <a:xfrm>
                    <a:off x="4495739" y="1148857"/>
                    <a:ext cx="43519" cy="18522"/>
                  </a:xfrm>
                  <a:custGeom>
                    <a:avLst/>
                    <a:gdLst>
                      <a:gd name="connsiteX0" fmla="*/ 43401 w 43519"/>
                      <a:gd name="connsiteY0" fmla="*/ 16869 h 18522"/>
                      <a:gd name="connsiteX1" fmla="*/ 32895 w 43519"/>
                      <a:gd name="connsiteY1" fmla="*/ 17667 h 18522"/>
                      <a:gd name="connsiteX2" fmla="*/ 19374 w 43519"/>
                      <a:gd name="connsiteY2" fmla="*/ 14254 h 18522"/>
                      <a:gd name="connsiteX3" fmla="*/ 7316 w 43519"/>
                      <a:gd name="connsiteY3" fmla="*/ 9555 h 18522"/>
                      <a:gd name="connsiteX4" fmla="*/ 45 w 43519"/>
                      <a:gd name="connsiteY4" fmla="*/ 2639 h 18522"/>
                      <a:gd name="connsiteX5" fmla="*/ 9665 w 43519"/>
                      <a:gd name="connsiteY5" fmla="*/ 157 h 18522"/>
                      <a:gd name="connsiteX6" fmla="*/ 22654 w 43519"/>
                      <a:gd name="connsiteY6" fmla="*/ 3171 h 18522"/>
                      <a:gd name="connsiteX7" fmla="*/ 35776 w 43519"/>
                      <a:gd name="connsiteY7" fmla="*/ 8846 h 18522"/>
                      <a:gd name="connsiteX8" fmla="*/ 43401 w 43519"/>
                      <a:gd name="connsiteY8" fmla="*/ 16869 h 18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519" h="18522">
                        <a:moveTo>
                          <a:pt x="43401" y="16869"/>
                        </a:moveTo>
                        <a:cubicBezTo>
                          <a:pt x="42559" y="19086"/>
                          <a:pt x="37948" y="18776"/>
                          <a:pt x="32895" y="17667"/>
                        </a:cubicBezTo>
                        <a:cubicBezTo>
                          <a:pt x="27797" y="16736"/>
                          <a:pt x="22167" y="15141"/>
                          <a:pt x="19374" y="14254"/>
                        </a:cubicBezTo>
                        <a:cubicBezTo>
                          <a:pt x="16537" y="13500"/>
                          <a:pt x="11527" y="11683"/>
                          <a:pt x="7316" y="9555"/>
                        </a:cubicBezTo>
                        <a:cubicBezTo>
                          <a:pt x="3060" y="7604"/>
                          <a:pt x="-442" y="5166"/>
                          <a:pt x="45" y="2639"/>
                        </a:cubicBezTo>
                        <a:cubicBezTo>
                          <a:pt x="533" y="112"/>
                          <a:pt x="4789" y="-287"/>
                          <a:pt x="9665" y="157"/>
                        </a:cubicBezTo>
                        <a:cubicBezTo>
                          <a:pt x="14497" y="733"/>
                          <a:pt x="19906" y="2329"/>
                          <a:pt x="22654" y="3171"/>
                        </a:cubicBezTo>
                        <a:cubicBezTo>
                          <a:pt x="25403" y="4102"/>
                          <a:pt x="31033" y="6363"/>
                          <a:pt x="35776" y="8846"/>
                        </a:cubicBezTo>
                        <a:cubicBezTo>
                          <a:pt x="40475" y="11638"/>
                          <a:pt x="44243" y="14653"/>
                          <a:pt x="43401" y="1686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49" name="Forme libre : forme 21048">
                    <a:extLst>
                      <a:ext uri="{FF2B5EF4-FFF2-40B4-BE49-F238E27FC236}">
                        <a16:creationId xmlns:a16="http://schemas.microsoft.com/office/drawing/2014/main" id="{35DD5726-357F-4499-A7E9-27B61104AF93}"/>
                      </a:ext>
                    </a:extLst>
                  </p:cNvPr>
                  <p:cNvSpPr/>
                  <p:nvPr/>
                </p:nvSpPr>
                <p:spPr>
                  <a:xfrm>
                    <a:off x="4495552" y="1149165"/>
                    <a:ext cx="29003" cy="16383"/>
                  </a:xfrm>
                  <a:custGeom>
                    <a:avLst/>
                    <a:gdLst>
                      <a:gd name="connsiteX0" fmla="*/ 10739 w 29003"/>
                      <a:gd name="connsiteY0" fmla="*/ 114 h 16383"/>
                      <a:gd name="connsiteX1" fmla="*/ 11 w 29003"/>
                      <a:gd name="connsiteY1" fmla="*/ 2331 h 16383"/>
                      <a:gd name="connsiteX2" fmla="*/ 7503 w 29003"/>
                      <a:gd name="connsiteY2" fmla="*/ 9291 h 16383"/>
                      <a:gd name="connsiteX3" fmla="*/ 19783 w 29003"/>
                      <a:gd name="connsiteY3" fmla="*/ 14079 h 16383"/>
                      <a:gd name="connsiteX4" fmla="*/ 29004 w 29003"/>
                      <a:gd name="connsiteY4" fmla="*/ 16384 h 16383"/>
                      <a:gd name="connsiteX5" fmla="*/ 24305 w 29003"/>
                      <a:gd name="connsiteY5" fmla="*/ 14433 h 16383"/>
                      <a:gd name="connsiteX6" fmla="*/ 10739 w 29003"/>
                      <a:gd name="connsiteY6" fmla="*/ 114 h 16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003" h="16383">
                        <a:moveTo>
                          <a:pt x="10739" y="114"/>
                        </a:moveTo>
                        <a:cubicBezTo>
                          <a:pt x="7681" y="292"/>
                          <a:pt x="-343" y="-1038"/>
                          <a:pt x="11" y="2331"/>
                        </a:cubicBezTo>
                        <a:cubicBezTo>
                          <a:pt x="277" y="5035"/>
                          <a:pt x="3469" y="7385"/>
                          <a:pt x="7503" y="9291"/>
                        </a:cubicBezTo>
                        <a:cubicBezTo>
                          <a:pt x="11493" y="11330"/>
                          <a:pt x="16237" y="13059"/>
                          <a:pt x="19783" y="14079"/>
                        </a:cubicBezTo>
                        <a:cubicBezTo>
                          <a:pt x="21867" y="14744"/>
                          <a:pt x="26566" y="16029"/>
                          <a:pt x="29004" y="16384"/>
                        </a:cubicBezTo>
                        <a:cubicBezTo>
                          <a:pt x="27674" y="15896"/>
                          <a:pt x="25457" y="15143"/>
                          <a:pt x="24305" y="14433"/>
                        </a:cubicBezTo>
                        <a:cubicBezTo>
                          <a:pt x="17744" y="10399"/>
                          <a:pt x="9764" y="5744"/>
                          <a:pt x="10739" y="11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50" name="Forme libre : forme 21049">
                    <a:extLst>
                      <a:ext uri="{FF2B5EF4-FFF2-40B4-BE49-F238E27FC236}">
                        <a16:creationId xmlns:a16="http://schemas.microsoft.com/office/drawing/2014/main" id="{DB9B769E-ACCC-4BD8-9B6A-87A9F9314784}"/>
                      </a:ext>
                    </a:extLst>
                  </p:cNvPr>
                  <p:cNvSpPr/>
                  <p:nvPr/>
                </p:nvSpPr>
                <p:spPr>
                  <a:xfrm>
                    <a:off x="4497759" y="1150670"/>
                    <a:ext cx="43540" cy="18451"/>
                  </a:xfrm>
                  <a:custGeom>
                    <a:avLst/>
                    <a:gdLst>
                      <a:gd name="connsiteX0" fmla="*/ 43154 w 43540"/>
                      <a:gd name="connsiteY0" fmla="*/ 17095 h 18451"/>
                      <a:gd name="connsiteX1" fmla="*/ 32160 w 43540"/>
                      <a:gd name="connsiteY1" fmla="*/ 17672 h 18451"/>
                      <a:gd name="connsiteX2" fmla="*/ 18950 w 43540"/>
                      <a:gd name="connsiteY2" fmla="*/ 14391 h 18451"/>
                      <a:gd name="connsiteX3" fmla="*/ 7025 w 43540"/>
                      <a:gd name="connsiteY3" fmla="*/ 9692 h 18451"/>
                      <a:gd name="connsiteX4" fmla="*/ 20 w 43540"/>
                      <a:gd name="connsiteY4" fmla="*/ 2644 h 18451"/>
                      <a:gd name="connsiteX5" fmla="*/ 9596 w 43540"/>
                      <a:gd name="connsiteY5" fmla="*/ 250 h 18451"/>
                      <a:gd name="connsiteX6" fmla="*/ 22452 w 43540"/>
                      <a:gd name="connsiteY6" fmla="*/ 3353 h 18451"/>
                      <a:gd name="connsiteX7" fmla="*/ 36017 w 43540"/>
                      <a:gd name="connsiteY7" fmla="*/ 9249 h 18451"/>
                      <a:gd name="connsiteX8" fmla="*/ 43154 w 43540"/>
                      <a:gd name="connsiteY8" fmla="*/ 17095 h 18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540" h="18451">
                        <a:moveTo>
                          <a:pt x="43154" y="17095"/>
                        </a:moveTo>
                        <a:cubicBezTo>
                          <a:pt x="41603" y="18913"/>
                          <a:pt x="36992" y="18691"/>
                          <a:pt x="32160" y="17672"/>
                        </a:cubicBezTo>
                        <a:cubicBezTo>
                          <a:pt x="27328" y="16652"/>
                          <a:pt x="21920" y="15366"/>
                          <a:pt x="18950" y="14391"/>
                        </a:cubicBezTo>
                        <a:cubicBezTo>
                          <a:pt x="15935" y="13505"/>
                          <a:pt x="11059" y="11909"/>
                          <a:pt x="7025" y="9692"/>
                        </a:cubicBezTo>
                        <a:cubicBezTo>
                          <a:pt x="2991" y="7609"/>
                          <a:pt x="-290" y="5259"/>
                          <a:pt x="20" y="2644"/>
                        </a:cubicBezTo>
                        <a:cubicBezTo>
                          <a:pt x="331" y="72"/>
                          <a:pt x="4675" y="-371"/>
                          <a:pt x="9596" y="250"/>
                        </a:cubicBezTo>
                        <a:cubicBezTo>
                          <a:pt x="14472" y="1003"/>
                          <a:pt x="19925" y="2466"/>
                          <a:pt x="22452" y="3353"/>
                        </a:cubicBezTo>
                        <a:cubicBezTo>
                          <a:pt x="24934" y="4328"/>
                          <a:pt x="31096" y="6367"/>
                          <a:pt x="36017" y="9249"/>
                        </a:cubicBezTo>
                        <a:cubicBezTo>
                          <a:pt x="40982" y="12086"/>
                          <a:pt x="44795" y="15189"/>
                          <a:pt x="43154" y="1709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51" name="Forme libre : forme 21050">
                    <a:extLst>
                      <a:ext uri="{FF2B5EF4-FFF2-40B4-BE49-F238E27FC236}">
                        <a16:creationId xmlns:a16="http://schemas.microsoft.com/office/drawing/2014/main" id="{0535B45A-A3BC-44BA-8F39-538B685F7797}"/>
                      </a:ext>
                    </a:extLst>
                  </p:cNvPr>
                  <p:cNvSpPr/>
                  <p:nvPr/>
                </p:nvSpPr>
                <p:spPr>
                  <a:xfrm>
                    <a:off x="4474784" y="1140221"/>
                    <a:ext cx="52477" cy="30725"/>
                  </a:xfrm>
                  <a:custGeom>
                    <a:avLst/>
                    <a:gdLst>
                      <a:gd name="connsiteX0" fmla="*/ 121 w 52477"/>
                      <a:gd name="connsiteY0" fmla="*/ 7551 h 30725"/>
                      <a:gd name="connsiteX1" fmla="*/ 4776 w 52477"/>
                      <a:gd name="connsiteY1" fmla="*/ 14112 h 30725"/>
                      <a:gd name="connsiteX2" fmla="*/ 22863 w 52477"/>
                      <a:gd name="connsiteY2" fmla="*/ 25860 h 30725"/>
                      <a:gd name="connsiteX3" fmla="*/ 33236 w 52477"/>
                      <a:gd name="connsiteY3" fmla="*/ 29185 h 30725"/>
                      <a:gd name="connsiteX4" fmla="*/ 43255 w 52477"/>
                      <a:gd name="connsiteY4" fmla="*/ 30692 h 30725"/>
                      <a:gd name="connsiteX5" fmla="*/ 52476 w 52477"/>
                      <a:gd name="connsiteY5" fmla="*/ 27057 h 30725"/>
                      <a:gd name="connsiteX6" fmla="*/ 46802 w 52477"/>
                      <a:gd name="connsiteY6" fmla="*/ 22269 h 30725"/>
                      <a:gd name="connsiteX7" fmla="*/ 30177 w 52477"/>
                      <a:gd name="connsiteY7" fmla="*/ 10388 h 30725"/>
                      <a:gd name="connsiteX8" fmla="*/ 12179 w 52477"/>
                      <a:gd name="connsiteY8" fmla="*/ 103 h 30725"/>
                      <a:gd name="connsiteX9" fmla="*/ 121 w 52477"/>
                      <a:gd name="connsiteY9" fmla="*/ 7551 h 30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2477" h="30725">
                        <a:moveTo>
                          <a:pt x="121" y="7551"/>
                        </a:moveTo>
                        <a:cubicBezTo>
                          <a:pt x="830" y="10610"/>
                          <a:pt x="1806" y="11629"/>
                          <a:pt x="4776" y="14112"/>
                        </a:cubicBezTo>
                        <a:cubicBezTo>
                          <a:pt x="10406" y="18767"/>
                          <a:pt x="14928" y="22535"/>
                          <a:pt x="22863" y="25860"/>
                        </a:cubicBezTo>
                        <a:cubicBezTo>
                          <a:pt x="26188" y="27101"/>
                          <a:pt x="29734" y="28387"/>
                          <a:pt x="33236" y="29185"/>
                        </a:cubicBezTo>
                        <a:cubicBezTo>
                          <a:pt x="36783" y="29983"/>
                          <a:pt x="40241" y="30470"/>
                          <a:pt x="43255" y="30692"/>
                        </a:cubicBezTo>
                        <a:cubicBezTo>
                          <a:pt x="47777" y="30913"/>
                          <a:pt x="52565" y="30071"/>
                          <a:pt x="52476" y="27057"/>
                        </a:cubicBezTo>
                        <a:cubicBezTo>
                          <a:pt x="52387" y="25195"/>
                          <a:pt x="49151" y="23909"/>
                          <a:pt x="46802" y="22269"/>
                        </a:cubicBezTo>
                        <a:cubicBezTo>
                          <a:pt x="41260" y="18235"/>
                          <a:pt x="35541" y="15265"/>
                          <a:pt x="30177" y="10388"/>
                        </a:cubicBezTo>
                        <a:cubicBezTo>
                          <a:pt x="25567" y="6576"/>
                          <a:pt x="20646" y="768"/>
                          <a:pt x="12179" y="103"/>
                        </a:cubicBezTo>
                        <a:cubicBezTo>
                          <a:pt x="4643" y="-695"/>
                          <a:pt x="-899" y="3251"/>
                          <a:pt x="121" y="755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52" name="Forme libre : forme 21051">
                    <a:extLst>
                      <a:ext uri="{FF2B5EF4-FFF2-40B4-BE49-F238E27FC236}">
                        <a16:creationId xmlns:a16="http://schemas.microsoft.com/office/drawing/2014/main" id="{8B885400-F71F-4BC3-8872-396593DDC89E}"/>
                      </a:ext>
                    </a:extLst>
                  </p:cNvPr>
                  <p:cNvSpPr/>
                  <p:nvPr/>
                </p:nvSpPr>
                <p:spPr>
                  <a:xfrm>
                    <a:off x="4486711" y="1143041"/>
                    <a:ext cx="19269" cy="4820"/>
                  </a:xfrm>
                  <a:custGeom>
                    <a:avLst/>
                    <a:gdLst>
                      <a:gd name="connsiteX0" fmla="*/ 2113 w 19269"/>
                      <a:gd name="connsiteY0" fmla="*/ 830 h 4820"/>
                      <a:gd name="connsiteX1" fmla="*/ 118 w 19269"/>
                      <a:gd name="connsiteY1" fmla="*/ 1672 h 4820"/>
                      <a:gd name="connsiteX2" fmla="*/ 1271 w 19269"/>
                      <a:gd name="connsiteY2" fmla="*/ 3047 h 4820"/>
                      <a:gd name="connsiteX3" fmla="*/ 4640 w 19269"/>
                      <a:gd name="connsiteY3" fmla="*/ 3756 h 4820"/>
                      <a:gd name="connsiteX4" fmla="*/ 13063 w 19269"/>
                      <a:gd name="connsiteY4" fmla="*/ 4731 h 4820"/>
                      <a:gd name="connsiteX5" fmla="*/ 16166 w 19269"/>
                      <a:gd name="connsiteY5" fmla="*/ 4731 h 4820"/>
                      <a:gd name="connsiteX6" fmla="*/ 15324 w 19269"/>
                      <a:gd name="connsiteY6" fmla="*/ 476 h 4820"/>
                      <a:gd name="connsiteX7" fmla="*/ 2113 w 19269"/>
                      <a:gd name="connsiteY7" fmla="*/ 830 h 4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269" h="4820">
                        <a:moveTo>
                          <a:pt x="2113" y="830"/>
                        </a:moveTo>
                        <a:cubicBezTo>
                          <a:pt x="1182" y="1008"/>
                          <a:pt x="518" y="1185"/>
                          <a:pt x="118" y="1672"/>
                        </a:cubicBezTo>
                        <a:cubicBezTo>
                          <a:pt x="-280" y="2160"/>
                          <a:pt x="385" y="2692"/>
                          <a:pt x="1271" y="3047"/>
                        </a:cubicBezTo>
                        <a:cubicBezTo>
                          <a:pt x="2158" y="3401"/>
                          <a:pt x="3576" y="3623"/>
                          <a:pt x="4640" y="3756"/>
                        </a:cubicBezTo>
                        <a:cubicBezTo>
                          <a:pt x="7433" y="4111"/>
                          <a:pt x="10359" y="4598"/>
                          <a:pt x="13063" y="4731"/>
                        </a:cubicBezTo>
                        <a:cubicBezTo>
                          <a:pt x="14171" y="4776"/>
                          <a:pt x="15235" y="4909"/>
                          <a:pt x="16166" y="4731"/>
                        </a:cubicBezTo>
                        <a:cubicBezTo>
                          <a:pt x="20112" y="4066"/>
                          <a:pt x="20777" y="1539"/>
                          <a:pt x="15324" y="476"/>
                        </a:cubicBezTo>
                        <a:cubicBezTo>
                          <a:pt x="11113" y="-322"/>
                          <a:pt x="5882" y="-57"/>
                          <a:pt x="2113" y="83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53" name="Forme libre : forme 21052">
                    <a:extLst>
                      <a:ext uri="{FF2B5EF4-FFF2-40B4-BE49-F238E27FC236}">
                        <a16:creationId xmlns:a16="http://schemas.microsoft.com/office/drawing/2014/main" id="{16A94EB7-3874-4A92-A2B3-951833017A36}"/>
                      </a:ext>
                    </a:extLst>
                  </p:cNvPr>
                  <p:cNvSpPr/>
                  <p:nvPr/>
                </p:nvSpPr>
                <p:spPr>
                  <a:xfrm>
                    <a:off x="4522295" y="1174992"/>
                    <a:ext cx="30189" cy="2235"/>
                  </a:xfrm>
                  <a:custGeom>
                    <a:avLst/>
                    <a:gdLst>
                      <a:gd name="connsiteX0" fmla="*/ 30189 w 30189"/>
                      <a:gd name="connsiteY0" fmla="*/ 0 h 2235"/>
                      <a:gd name="connsiteX1" fmla="*/ 0 w 30189"/>
                      <a:gd name="connsiteY1" fmla="*/ 1197 h 2235"/>
                      <a:gd name="connsiteX2" fmla="*/ 30189 w 30189"/>
                      <a:gd name="connsiteY2" fmla="*/ 0 h 2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189" h="2235">
                        <a:moveTo>
                          <a:pt x="30189" y="0"/>
                        </a:moveTo>
                        <a:cubicBezTo>
                          <a:pt x="23673" y="3680"/>
                          <a:pt x="9044" y="1862"/>
                          <a:pt x="0" y="1197"/>
                        </a:cubicBezTo>
                        <a:cubicBezTo>
                          <a:pt x="9841" y="1995"/>
                          <a:pt x="21501" y="931"/>
                          <a:pt x="301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54" name="Forme libre : forme 21053">
                    <a:extLst>
                      <a:ext uri="{FF2B5EF4-FFF2-40B4-BE49-F238E27FC236}">
                        <a16:creationId xmlns:a16="http://schemas.microsoft.com/office/drawing/2014/main" id="{8C0E2717-CC5A-4BB3-B0F6-9EC40DFDEE59}"/>
                      </a:ext>
                    </a:extLst>
                  </p:cNvPr>
                  <p:cNvSpPr/>
                  <p:nvPr/>
                </p:nvSpPr>
                <p:spPr>
                  <a:xfrm>
                    <a:off x="4465684" y="1134565"/>
                    <a:ext cx="34932" cy="6159"/>
                  </a:xfrm>
                  <a:custGeom>
                    <a:avLst/>
                    <a:gdLst>
                      <a:gd name="connsiteX0" fmla="*/ 34933 w 34932"/>
                      <a:gd name="connsiteY0" fmla="*/ 795 h 6159"/>
                      <a:gd name="connsiteX1" fmla="*/ 0 w 34932"/>
                      <a:gd name="connsiteY1" fmla="*/ 6159 h 6159"/>
                      <a:gd name="connsiteX2" fmla="*/ 34933 w 34932"/>
                      <a:gd name="connsiteY2" fmla="*/ 795 h 6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932" h="6159">
                        <a:moveTo>
                          <a:pt x="34933" y="795"/>
                        </a:moveTo>
                        <a:cubicBezTo>
                          <a:pt x="21633" y="-1599"/>
                          <a:pt x="9132" y="1770"/>
                          <a:pt x="0" y="6159"/>
                        </a:cubicBezTo>
                        <a:cubicBezTo>
                          <a:pt x="8334" y="1593"/>
                          <a:pt x="23362" y="130"/>
                          <a:pt x="34933" y="7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55" name="Forme libre : forme 21054">
                    <a:extLst>
                      <a:ext uri="{FF2B5EF4-FFF2-40B4-BE49-F238E27FC236}">
                        <a16:creationId xmlns:a16="http://schemas.microsoft.com/office/drawing/2014/main" id="{629FECEF-7240-4F7F-B8FB-AB116047A74A}"/>
                      </a:ext>
                    </a:extLst>
                  </p:cNvPr>
                  <p:cNvSpPr/>
                  <p:nvPr/>
                </p:nvSpPr>
                <p:spPr>
                  <a:xfrm>
                    <a:off x="4514336" y="1152884"/>
                    <a:ext cx="15869" cy="7838"/>
                  </a:xfrm>
                  <a:custGeom>
                    <a:avLst/>
                    <a:gdLst>
                      <a:gd name="connsiteX0" fmla="*/ 15584 w 15869"/>
                      <a:gd name="connsiteY0" fmla="*/ 7567 h 7838"/>
                      <a:gd name="connsiteX1" fmla="*/ 5920 w 15869"/>
                      <a:gd name="connsiteY1" fmla="*/ 4996 h 7838"/>
                      <a:gd name="connsiteX2" fmla="*/ 334 w 15869"/>
                      <a:gd name="connsiteY2" fmla="*/ 341 h 7838"/>
                      <a:gd name="connsiteX3" fmla="*/ 4945 w 15869"/>
                      <a:gd name="connsiteY3" fmla="*/ 607 h 7838"/>
                      <a:gd name="connsiteX4" fmla="*/ 9555 w 15869"/>
                      <a:gd name="connsiteY4" fmla="*/ 2646 h 7838"/>
                      <a:gd name="connsiteX5" fmla="*/ 15584 w 15869"/>
                      <a:gd name="connsiteY5" fmla="*/ 7567 h 7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869" h="7838">
                        <a:moveTo>
                          <a:pt x="15584" y="7567"/>
                        </a:moveTo>
                        <a:cubicBezTo>
                          <a:pt x="13944" y="8719"/>
                          <a:pt x="7826" y="5882"/>
                          <a:pt x="5920" y="4996"/>
                        </a:cubicBezTo>
                        <a:cubicBezTo>
                          <a:pt x="4058" y="4020"/>
                          <a:pt x="-1395" y="1671"/>
                          <a:pt x="334" y="341"/>
                        </a:cubicBezTo>
                        <a:cubicBezTo>
                          <a:pt x="1176" y="-280"/>
                          <a:pt x="3083" y="31"/>
                          <a:pt x="4945" y="607"/>
                        </a:cubicBezTo>
                        <a:cubicBezTo>
                          <a:pt x="6806" y="1272"/>
                          <a:pt x="8668" y="2203"/>
                          <a:pt x="9555" y="2646"/>
                        </a:cubicBezTo>
                        <a:cubicBezTo>
                          <a:pt x="11328" y="3533"/>
                          <a:pt x="17224" y="6414"/>
                          <a:pt x="15584" y="756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56" name="Forme libre : forme 21055">
                    <a:extLst>
                      <a:ext uri="{FF2B5EF4-FFF2-40B4-BE49-F238E27FC236}">
                        <a16:creationId xmlns:a16="http://schemas.microsoft.com/office/drawing/2014/main" id="{1C8E0DEA-8B7D-4B78-8351-3ACB3D7414EE}"/>
                      </a:ext>
                    </a:extLst>
                  </p:cNvPr>
                  <p:cNvSpPr/>
                  <p:nvPr/>
                </p:nvSpPr>
                <p:spPr>
                  <a:xfrm>
                    <a:off x="4528010" y="1158979"/>
                    <a:ext cx="4526" cy="2394"/>
                  </a:xfrm>
                  <a:custGeom>
                    <a:avLst/>
                    <a:gdLst>
                      <a:gd name="connsiteX0" fmla="*/ 4526 w 4526"/>
                      <a:gd name="connsiteY0" fmla="*/ 2048 h 2394"/>
                      <a:gd name="connsiteX1" fmla="*/ 2176 w 4526"/>
                      <a:gd name="connsiteY1" fmla="*/ 1960 h 2394"/>
                      <a:gd name="connsiteX2" fmla="*/ 4 w 4526"/>
                      <a:gd name="connsiteY2" fmla="*/ 364 h 2394"/>
                      <a:gd name="connsiteX3" fmla="*/ 2309 w 4526"/>
                      <a:gd name="connsiteY3" fmla="*/ 364 h 2394"/>
                      <a:gd name="connsiteX4" fmla="*/ 4526 w 4526"/>
                      <a:gd name="connsiteY4" fmla="*/ 2048 h 2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6" h="2394">
                        <a:moveTo>
                          <a:pt x="4526" y="2048"/>
                        </a:moveTo>
                        <a:cubicBezTo>
                          <a:pt x="4437" y="2713"/>
                          <a:pt x="2930" y="2270"/>
                          <a:pt x="2176" y="1960"/>
                        </a:cubicBezTo>
                        <a:cubicBezTo>
                          <a:pt x="1422" y="1650"/>
                          <a:pt x="-85" y="1029"/>
                          <a:pt x="4" y="364"/>
                        </a:cubicBezTo>
                        <a:cubicBezTo>
                          <a:pt x="92" y="-301"/>
                          <a:pt x="1555" y="98"/>
                          <a:pt x="2309" y="364"/>
                        </a:cubicBezTo>
                        <a:cubicBezTo>
                          <a:pt x="3063" y="630"/>
                          <a:pt x="4570" y="1384"/>
                          <a:pt x="4526" y="20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57" name="Forme libre : forme 21056">
                    <a:extLst>
                      <a:ext uri="{FF2B5EF4-FFF2-40B4-BE49-F238E27FC236}">
                        <a16:creationId xmlns:a16="http://schemas.microsoft.com/office/drawing/2014/main" id="{888D235A-7AE2-4F31-A556-EF88319DCB22}"/>
                      </a:ext>
                    </a:extLst>
                  </p:cNvPr>
                  <p:cNvSpPr/>
                  <p:nvPr/>
                </p:nvSpPr>
                <p:spPr>
                  <a:xfrm>
                    <a:off x="4516920" y="1143086"/>
                    <a:ext cx="35638" cy="28723"/>
                  </a:xfrm>
                  <a:custGeom>
                    <a:avLst/>
                    <a:gdLst>
                      <a:gd name="connsiteX0" fmla="*/ 29180 w 35638"/>
                      <a:gd name="connsiteY0" fmla="*/ 16478 h 28723"/>
                      <a:gd name="connsiteX1" fmla="*/ 35608 w 35638"/>
                      <a:gd name="connsiteY1" fmla="*/ 27206 h 28723"/>
                      <a:gd name="connsiteX2" fmla="*/ 31796 w 35638"/>
                      <a:gd name="connsiteY2" fmla="*/ 28270 h 28723"/>
                      <a:gd name="connsiteX3" fmla="*/ 27939 w 35638"/>
                      <a:gd name="connsiteY3" fmla="*/ 24724 h 28723"/>
                      <a:gd name="connsiteX4" fmla="*/ 16457 w 35638"/>
                      <a:gd name="connsiteY4" fmla="*/ 13198 h 28723"/>
                      <a:gd name="connsiteX5" fmla="*/ 5995 w 35638"/>
                      <a:gd name="connsiteY5" fmla="*/ 6814 h 28723"/>
                      <a:gd name="connsiteX6" fmla="*/ 675 w 35638"/>
                      <a:gd name="connsiteY6" fmla="*/ 608 h 28723"/>
                      <a:gd name="connsiteX7" fmla="*/ 11448 w 35638"/>
                      <a:gd name="connsiteY7" fmla="*/ 2026 h 28723"/>
                      <a:gd name="connsiteX8" fmla="*/ 17565 w 35638"/>
                      <a:gd name="connsiteY8" fmla="*/ 4908 h 28723"/>
                      <a:gd name="connsiteX9" fmla="*/ 21866 w 35638"/>
                      <a:gd name="connsiteY9" fmla="*/ 7789 h 28723"/>
                      <a:gd name="connsiteX10" fmla="*/ 29180 w 35638"/>
                      <a:gd name="connsiteY10" fmla="*/ 16478 h 28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5638" h="28723">
                        <a:moveTo>
                          <a:pt x="29180" y="16478"/>
                        </a:moveTo>
                        <a:cubicBezTo>
                          <a:pt x="32416" y="20468"/>
                          <a:pt x="34766" y="23128"/>
                          <a:pt x="35608" y="27206"/>
                        </a:cubicBezTo>
                        <a:cubicBezTo>
                          <a:pt x="35918" y="28714"/>
                          <a:pt x="33791" y="29157"/>
                          <a:pt x="31796" y="28270"/>
                        </a:cubicBezTo>
                        <a:cubicBezTo>
                          <a:pt x="29801" y="27384"/>
                          <a:pt x="28914" y="26054"/>
                          <a:pt x="27939" y="24724"/>
                        </a:cubicBezTo>
                        <a:cubicBezTo>
                          <a:pt x="24924" y="20424"/>
                          <a:pt x="21023" y="17010"/>
                          <a:pt x="16457" y="13198"/>
                        </a:cubicBezTo>
                        <a:cubicBezTo>
                          <a:pt x="15083" y="11956"/>
                          <a:pt x="10074" y="9474"/>
                          <a:pt x="5995" y="6814"/>
                        </a:cubicBezTo>
                        <a:cubicBezTo>
                          <a:pt x="1917" y="4199"/>
                          <a:pt x="-1497" y="1893"/>
                          <a:pt x="675" y="608"/>
                        </a:cubicBezTo>
                        <a:cubicBezTo>
                          <a:pt x="2803" y="-678"/>
                          <a:pt x="7192" y="209"/>
                          <a:pt x="11448" y="2026"/>
                        </a:cubicBezTo>
                        <a:cubicBezTo>
                          <a:pt x="13576" y="2869"/>
                          <a:pt x="15704" y="3933"/>
                          <a:pt x="17565" y="4908"/>
                        </a:cubicBezTo>
                        <a:cubicBezTo>
                          <a:pt x="19383" y="5972"/>
                          <a:pt x="20890" y="7036"/>
                          <a:pt x="21866" y="7789"/>
                        </a:cubicBezTo>
                        <a:cubicBezTo>
                          <a:pt x="25811" y="10981"/>
                          <a:pt x="26742" y="13419"/>
                          <a:pt x="29180" y="1647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03" name="Graphique 2">
                  <a:extLst>
                    <a:ext uri="{FF2B5EF4-FFF2-40B4-BE49-F238E27FC236}">
                      <a16:creationId xmlns:a16="http://schemas.microsoft.com/office/drawing/2014/main" id="{AFA17495-EDFD-40AA-A8A5-8B1C1E3183FE}"/>
                    </a:ext>
                  </a:extLst>
                </p:cNvPr>
                <p:cNvGrpSpPr/>
                <p:nvPr/>
              </p:nvGrpSpPr>
              <p:grpSpPr>
                <a:xfrm>
                  <a:off x="4555357" y="1169783"/>
                  <a:ext cx="74939" cy="73345"/>
                  <a:chOff x="4555357" y="1169783"/>
                  <a:chExt cx="74939" cy="73345"/>
                </a:xfrm>
                <a:solidFill>
                  <a:schemeClr val="accent1"/>
                </a:solidFill>
              </p:grpSpPr>
              <p:sp>
                <p:nvSpPr>
                  <p:cNvPr id="21034" name="Forme libre : forme 21033">
                    <a:extLst>
                      <a:ext uri="{FF2B5EF4-FFF2-40B4-BE49-F238E27FC236}">
                        <a16:creationId xmlns:a16="http://schemas.microsoft.com/office/drawing/2014/main" id="{09D27FFB-8668-4AE3-B9B6-C81720C949FF}"/>
                      </a:ext>
                    </a:extLst>
                  </p:cNvPr>
                  <p:cNvSpPr/>
                  <p:nvPr/>
                </p:nvSpPr>
                <p:spPr>
                  <a:xfrm>
                    <a:off x="4555357" y="1169783"/>
                    <a:ext cx="74939" cy="73345"/>
                  </a:xfrm>
                  <a:custGeom>
                    <a:avLst/>
                    <a:gdLst>
                      <a:gd name="connsiteX0" fmla="*/ 36892 w 74939"/>
                      <a:gd name="connsiteY0" fmla="*/ 61243 h 73345"/>
                      <a:gd name="connsiteX1" fmla="*/ 14505 w 74939"/>
                      <a:gd name="connsiteY1" fmla="*/ 36063 h 73345"/>
                      <a:gd name="connsiteX2" fmla="*/ 11934 w 74939"/>
                      <a:gd name="connsiteY2" fmla="*/ 32827 h 73345"/>
                      <a:gd name="connsiteX3" fmla="*/ 9452 w 74939"/>
                      <a:gd name="connsiteY3" fmla="*/ 29590 h 73345"/>
                      <a:gd name="connsiteX4" fmla="*/ 5462 w 74939"/>
                      <a:gd name="connsiteY4" fmla="*/ 23074 h 73345"/>
                      <a:gd name="connsiteX5" fmla="*/ 231 w 74939"/>
                      <a:gd name="connsiteY5" fmla="*/ 8755 h 73345"/>
                      <a:gd name="connsiteX6" fmla="*/ 5728 w 74939"/>
                      <a:gd name="connsiteY6" fmla="*/ 332 h 73345"/>
                      <a:gd name="connsiteX7" fmla="*/ 22396 w 74939"/>
                      <a:gd name="connsiteY7" fmla="*/ 1573 h 73345"/>
                      <a:gd name="connsiteX8" fmla="*/ 31307 w 74939"/>
                      <a:gd name="connsiteY8" fmla="*/ 5474 h 73345"/>
                      <a:gd name="connsiteX9" fmla="*/ 40838 w 74939"/>
                      <a:gd name="connsiteY9" fmla="*/ 12833 h 73345"/>
                      <a:gd name="connsiteX10" fmla="*/ 61097 w 74939"/>
                      <a:gd name="connsiteY10" fmla="*/ 35930 h 73345"/>
                      <a:gd name="connsiteX11" fmla="*/ 74618 w 74939"/>
                      <a:gd name="connsiteY11" fmla="*/ 63282 h 73345"/>
                      <a:gd name="connsiteX12" fmla="*/ 70850 w 74939"/>
                      <a:gd name="connsiteY12" fmla="*/ 72414 h 73345"/>
                      <a:gd name="connsiteX13" fmla="*/ 62915 w 74939"/>
                      <a:gd name="connsiteY13" fmla="*/ 73345 h 73345"/>
                      <a:gd name="connsiteX14" fmla="*/ 54625 w 74939"/>
                      <a:gd name="connsiteY14" fmla="*/ 71971 h 73345"/>
                      <a:gd name="connsiteX15" fmla="*/ 45847 w 74939"/>
                      <a:gd name="connsiteY15" fmla="*/ 68070 h 73345"/>
                      <a:gd name="connsiteX16" fmla="*/ 36892 w 74939"/>
                      <a:gd name="connsiteY16" fmla="*/ 61243 h 7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4939" h="73345">
                        <a:moveTo>
                          <a:pt x="36892" y="61243"/>
                        </a:moveTo>
                        <a:cubicBezTo>
                          <a:pt x="30331" y="55480"/>
                          <a:pt x="18584" y="41028"/>
                          <a:pt x="14505" y="36063"/>
                        </a:cubicBezTo>
                        <a:cubicBezTo>
                          <a:pt x="13530" y="34999"/>
                          <a:pt x="12688" y="33891"/>
                          <a:pt x="11934" y="32827"/>
                        </a:cubicBezTo>
                        <a:cubicBezTo>
                          <a:pt x="11048" y="31763"/>
                          <a:pt x="10205" y="30699"/>
                          <a:pt x="9452" y="29590"/>
                        </a:cubicBezTo>
                        <a:cubicBezTo>
                          <a:pt x="8077" y="27374"/>
                          <a:pt x="6526" y="25290"/>
                          <a:pt x="5462" y="23074"/>
                        </a:cubicBezTo>
                        <a:cubicBezTo>
                          <a:pt x="3245" y="18596"/>
                          <a:pt x="1649" y="14030"/>
                          <a:pt x="231" y="8755"/>
                        </a:cubicBezTo>
                        <a:cubicBezTo>
                          <a:pt x="-833" y="5208"/>
                          <a:pt x="1915" y="908"/>
                          <a:pt x="5728" y="332"/>
                        </a:cubicBezTo>
                        <a:cubicBezTo>
                          <a:pt x="11136" y="-200"/>
                          <a:pt x="16678" y="-289"/>
                          <a:pt x="22396" y="1573"/>
                        </a:cubicBezTo>
                        <a:cubicBezTo>
                          <a:pt x="25278" y="2371"/>
                          <a:pt x="28248" y="3613"/>
                          <a:pt x="31307" y="5474"/>
                        </a:cubicBezTo>
                        <a:cubicBezTo>
                          <a:pt x="34366" y="7115"/>
                          <a:pt x="37557" y="9775"/>
                          <a:pt x="40838" y="12833"/>
                        </a:cubicBezTo>
                        <a:cubicBezTo>
                          <a:pt x="47222" y="19350"/>
                          <a:pt x="56309" y="30610"/>
                          <a:pt x="61097" y="35930"/>
                        </a:cubicBezTo>
                        <a:cubicBezTo>
                          <a:pt x="69919" y="45771"/>
                          <a:pt x="71692" y="53396"/>
                          <a:pt x="74618" y="63282"/>
                        </a:cubicBezTo>
                        <a:cubicBezTo>
                          <a:pt x="75593" y="66696"/>
                          <a:pt x="74352" y="71572"/>
                          <a:pt x="70850" y="72414"/>
                        </a:cubicBezTo>
                        <a:cubicBezTo>
                          <a:pt x="68323" y="72991"/>
                          <a:pt x="65708" y="73345"/>
                          <a:pt x="62915" y="73345"/>
                        </a:cubicBezTo>
                        <a:cubicBezTo>
                          <a:pt x="60166" y="73301"/>
                          <a:pt x="57506" y="72769"/>
                          <a:pt x="54625" y="71971"/>
                        </a:cubicBezTo>
                        <a:cubicBezTo>
                          <a:pt x="51655" y="71173"/>
                          <a:pt x="48817" y="69843"/>
                          <a:pt x="45847" y="68070"/>
                        </a:cubicBezTo>
                        <a:cubicBezTo>
                          <a:pt x="42833" y="66252"/>
                          <a:pt x="39907" y="63991"/>
                          <a:pt x="36892" y="6124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35" name="Forme libre : forme 21034">
                    <a:extLst>
                      <a:ext uri="{FF2B5EF4-FFF2-40B4-BE49-F238E27FC236}">
                        <a16:creationId xmlns:a16="http://schemas.microsoft.com/office/drawing/2014/main" id="{DAA6FD3B-A79B-4C7C-A6F7-D5B30781D701}"/>
                      </a:ext>
                    </a:extLst>
                  </p:cNvPr>
                  <p:cNvSpPr/>
                  <p:nvPr/>
                </p:nvSpPr>
                <p:spPr>
                  <a:xfrm>
                    <a:off x="4555445" y="1174016"/>
                    <a:ext cx="71027" cy="68919"/>
                  </a:xfrm>
                  <a:custGeom>
                    <a:avLst/>
                    <a:gdLst>
                      <a:gd name="connsiteX0" fmla="*/ 26918 w 71027"/>
                      <a:gd name="connsiteY0" fmla="*/ 26909 h 68919"/>
                      <a:gd name="connsiteX1" fmla="*/ 674 w 71027"/>
                      <a:gd name="connsiteY1" fmla="*/ 0 h 68919"/>
                      <a:gd name="connsiteX2" fmla="*/ 231 w 71027"/>
                      <a:gd name="connsiteY2" fmla="*/ 4433 h 68919"/>
                      <a:gd name="connsiteX3" fmla="*/ 1782 w 71027"/>
                      <a:gd name="connsiteY3" fmla="*/ 9664 h 68919"/>
                      <a:gd name="connsiteX4" fmla="*/ 4531 w 71027"/>
                      <a:gd name="connsiteY4" fmla="*/ 16624 h 68919"/>
                      <a:gd name="connsiteX5" fmla="*/ 8210 w 71027"/>
                      <a:gd name="connsiteY5" fmla="*/ 23274 h 68919"/>
                      <a:gd name="connsiteX6" fmla="*/ 14505 w 71027"/>
                      <a:gd name="connsiteY6" fmla="*/ 31741 h 68919"/>
                      <a:gd name="connsiteX7" fmla="*/ 17520 w 71027"/>
                      <a:gd name="connsiteY7" fmla="*/ 35376 h 68919"/>
                      <a:gd name="connsiteX8" fmla="*/ 34897 w 71027"/>
                      <a:gd name="connsiteY8" fmla="*/ 55059 h 68919"/>
                      <a:gd name="connsiteX9" fmla="*/ 36892 w 71027"/>
                      <a:gd name="connsiteY9" fmla="*/ 56921 h 68919"/>
                      <a:gd name="connsiteX10" fmla="*/ 49571 w 71027"/>
                      <a:gd name="connsiteY10" fmla="*/ 65654 h 68919"/>
                      <a:gd name="connsiteX11" fmla="*/ 57994 w 71027"/>
                      <a:gd name="connsiteY11" fmla="*/ 68314 h 68919"/>
                      <a:gd name="connsiteX12" fmla="*/ 61939 w 71027"/>
                      <a:gd name="connsiteY12" fmla="*/ 68890 h 68919"/>
                      <a:gd name="connsiteX13" fmla="*/ 65929 w 71027"/>
                      <a:gd name="connsiteY13" fmla="*/ 68846 h 68919"/>
                      <a:gd name="connsiteX14" fmla="*/ 70850 w 71027"/>
                      <a:gd name="connsiteY14" fmla="*/ 68092 h 68919"/>
                      <a:gd name="connsiteX15" fmla="*/ 71027 w 71027"/>
                      <a:gd name="connsiteY15" fmla="*/ 68048 h 68919"/>
                      <a:gd name="connsiteX16" fmla="*/ 26918 w 71027"/>
                      <a:gd name="connsiteY16" fmla="*/ 26909 h 68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1027" h="68919">
                        <a:moveTo>
                          <a:pt x="26918" y="26909"/>
                        </a:moveTo>
                        <a:cubicBezTo>
                          <a:pt x="18318" y="17511"/>
                          <a:pt x="7058" y="9797"/>
                          <a:pt x="674" y="0"/>
                        </a:cubicBezTo>
                        <a:cubicBezTo>
                          <a:pt x="9" y="1419"/>
                          <a:pt x="-213" y="2970"/>
                          <a:pt x="231" y="4433"/>
                        </a:cubicBezTo>
                        <a:cubicBezTo>
                          <a:pt x="763" y="6251"/>
                          <a:pt x="1295" y="8024"/>
                          <a:pt x="1782" y="9664"/>
                        </a:cubicBezTo>
                        <a:cubicBezTo>
                          <a:pt x="2536" y="12102"/>
                          <a:pt x="3467" y="14363"/>
                          <a:pt x="4531" y="16624"/>
                        </a:cubicBezTo>
                        <a:cubicBezTo>
                          <a:pt x="5506" y="18929"/>
                          <a:pt x="6703" y="21146"/>
                          <a:pt x="8210" y="23274"/>
                        </a:cubicBezTo>
                        <a:cubicBezTo>
                          <a:pt x="9939" y="26155"/>
                          <a:pt x="12200" y="28948"/>
                          <a:pt x="14505" y="31741"/>
                        </a:cubicBezTo>
                        <a:cubicBezTo>
                          <a:pt x="15259" y="32583"/>
                          <a:pt x="16367" y="34046"/>
                          <a:pt x="17520" y="35376"/>
                        </a:cubicBezTo>
                        <a:cubicBezTo>
                          <a:pt x="22130" y="41006"/>
                          <a:pt x="29578" y="49784"/>
                          <a:pt x="34897" y="55059"/>
                        </a:cubicBezTo>
                        <a:cubicBezTo>
                          <a:pt x="35607" y="55724"/>
                          <a:pt x="36316" y="56345"/>
                          <a:pt x="36892" y="56921"/>
                        </a:cubicBezTo>
                        <a:cubicBezTo>
                          <a:pt x="41104" y="60866"/>
                          <a:pt x="45493" y="63659"/>
                          <a:pt x="49571" y="65654"/>
                        </a:cubicBezTo>
                        <a:cubicBezTo>
                          <a:pt x="52364" y="66984"/>
                          <a:pt x="55334" y="67738"/>
                          <a:pt x="57994" y="68314"/>
                        </a:cubicBezTo>
                        <a:cubicBezTo>
                          <a:pt x="59324" y="68580"/>
                          <a:pt x="60654" y="68757"/>
                          <a:pt x="61939" y="68890"/>
                        </a:cubicBezTo>
                        <a:cubicBezTo>
                          <a:pt x="63269" y="68935"/>
                          <a:pt x="64644" y="68935"/>
                          <a:pt x="65929" y="68846"/>
                        </a:cubicBezTo>
                        <a:cubicBezTo>
                          <a:pt x="67614" y="68713"/>
                          <a:pt x="69254" y="68447"/>
                          <a:pt x="70850" y="68092"/>
                        </a:cubicBezTo>
                        <a:lnTo>
                          <a:pt x="71027" y="68048"/>
                        </a:lnTo>
                        <a:cubicBezTo>
                          <a:pt x="53117" y="57586"/>
                          <a:pt x="39995" y="40652"/>
                          <a:pt x="26918" y="2690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36" name="Forme libre : forme 21035">
                    <a:extLst>
                      <a:ext uri="{FF2B5EF4-FFF2-40B4-BE49-F238E27FC236}">
                        <a16:creationId xmlns:a16="http://schemas.microsoft.com/office/drawing/2014/main" id="{8017BD4A-91D4-4B64-9660-943D6BE0BF60}"/>
                      </a:ext>
                    </a:extLst>
                  </p:cNvPr>
                  <p:cNvSpPr/>
                  <p:nvPr/>
                </p:nvSpPr>
                <p:spPr>
                  <a:xfrm>
                    <a:off x="4582245" y="1194146"/>
                    <a:ext cx="32148" cy="35127"/>
                  </a:xfrm>
                  <a:custGeom>
                    <a:avLst/>
                    <a:gdLst>
                      <a:gd name="connsiteX0" fmla="*/ 31726 w 32148"/>
                      <a:gd name="connsiteY0" fmla="*/ 34397 h 35127"/>
                      <a:gd name="connsiteX1" fmla="*/ 21397 w 32148"/>
                      <a:gd name="connsiteY1" fmla="*/ 31250 h 35127"/>
                      <a:gd name="connsiteX2" fmla="*/ 10492 w 32148"/>
                      <a:gd name="connsiteY2" fmla="*/ 21409 h 35127"/>
                      <a:gd name="connsiteX3" fmla="*/ 2734 w 32148"/>
                      <a:gd name="connsiteY3" fmla="*/ 10547 h 35127"/>
                      <a:gd name="connsiteX4" fmla="*/ 828 w 32148"/>
                      <a:gd name="connsiteY4" fmla="*/ 662 h 35127"/>
                      <a:gd name="connsiteX5" fmla="*/ 10093 w 32148"/>
                      <a:gd name="connsiteY5" fmla="*/ 4208 h 35127"/>
                      <a:gd name="connsiteX6" fmla="*/ 19048 w 32148"/>
                      <a:gd name="connsiteY6" fmla="*/ 13651 h 35127"/>
                      <a:gd name="connsiteX7" fmla="*/ 27604 w 32148"/>
                      <a:gd name="connsiteY7" fmla="*/ 24379 h 35127"/>
                      <a:gd name="connsiteX8" fmla="*/ 31726 w 32148"/>
                      <a:gd name="connsiteY8" fmla="*/ 34397 h 35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148" h="35127">
                        <a:moveTo>
                          <a:pt x="31726" y="34397"/>
                        </a:moveTo>
                        <a:cubicBezTo>
                          <a:pt x="30352" y="36215"/>
                          <a:pt x="25830" y="34442"/>
                          <a:pt x="21397" y="31250"/>
                        </a:cubicBezTo>
                        <a:cubicBezTo>
                          <a:pt x="16920" y="28102"/>
                          <a:pt x="12575" y="23714"/>
                          <a:pt x="10492" y="21409"/>
                        </a:cubicBezTo>
                        <a:cubicBezTo>
                          <a:pt x="8453" y="19103"/>
                          <a:pt x="5039" y="14714"/>
                          <a:pt x="2734" y="10547"/>
                        </a:cubicBezTo>
                        <a:cubicBezTo>
                          <a:pt x="429" y="6380"/>
                          <a:pt x="-990" y="2523"/>
                          <a:pt x="828" y="662"/>
                        </a:cubicBezTo>
                        <a:cubicBezTo>
                          <a:pt x="2601" y="-1156"/>
                          <a:pt x="6458" y="1016"/>
                          <a:pt x="10093" y="4208"/>
                        </a:cubicBezTo>
                        <a:cubicBezTo>
                          <a:pt x="13728" y="7444"/>
                          <a:pt x="17275" y="11478"/>
                          <a:pt x="19048" y="13651"/>
                        </a:cubicBezTo>
                        <a:cubicBezTo>
                          <a:pt x="20865" y="15778"/>
                          <a:pt x="24500" y="20256"/>
                          <a:pt x="27604" y="24379"/>
                        </a:cubicBezTo>
                        <a:cubicBezTo>
                          <a:pt x="30618" y="28634"/>
                          <a:pt x="33189" y="32447"/>
                          <a:pt x="31726" y="3439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37" name="Forme libre : forme 21036">
                    <a:extLst>
                      <a:ext uri="{FF2B5EF4-FFF2-40B4-BE49-F238E27FC236}">
                        <a16:creationId xmlns:a16="http://schemas.microsoft.com/office/drawing/2014/main" id="{DE6D37B3-9BA3-4339-983B-89FE1CF50EB8}"/>
                      </a:ext>
                    </a:extLst>
                  </p:cNvPr>
                  <p:cNvSpPr/>
                  <p:nvPr/>
                </p:nvSpPr>
                <p:spPr>
                  <a:xfrm>
                    <a:off x="4582368" y="1193772"/>
                    <a:ext cx="17904" cy="28787"/>
                  </a:xfrm>
                  <a:custGeom>
                    <a:avLst/>
                    <a:gdLst>
                      <a:gd name="connsiteX0" fmla="*/ 10501 w 17904"/>
                      <a:gd name="connsiteY0" fmla="*/ 5247 h 28787"/>
                      <a:gd name="connsiteX1" fmla="*/ 527 w 17904"/>
                      <a:gd name="connsiteY1" fmla="*/ 859 h 28787"/>
                      <a:gd name="connsiteX2" fmla="*/ 10546 w 17904"/>
                      <a:gd name="connsiteY2" fmla="*/ 21960 h 28787"/>
                      <a:gd name="connsiteX3" fmla="*/ 17905 w 17904"/>
                      <a:gd name="connsiteY3" fmla="*/ 28787 h 28787"/>
                      <a:gd name="connsiteX4" fmla="*/ 14447 w 17904"/>
                      <a:gd name="connsiteY4" fmla="*/ 24664 h 28787"/>
                      <a:gd name="connsiteX5" fmla="*/ 10501 w 17904"/>
                      <a:gd name="connsiteY5" fmla="*/ 5247 h 28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904" h="28787">
                        <a:moveTo>
                          <a:pt x="10501" y="5247"/>
                        </a:moveTo>
                        <a:cubicBezTo>
                          <a:pt x="8019" y="3607"/>
                          <a:pt x="2123" y="-2156"/>
                          <a:pt x="527" y="859"/>
                        </a:cubicBezTo>
                        <a:cubicBezTo>
                          <a:pt x="-2044" y="5513"/>
                          <a:pt x="5359" y="15976"/>
                          <a:pt x="10546" y="21960"/>
                        </a:cubicBezTo>
                        <a:cubicBezTo>
                          <a:pt x="12097" y="23645"/>
                          <a:pt x="15732" y="27280"/>
                          <a:pt x="17905" y="28787"/>
                        </a:cubicBezTo>
                        <a:cubicBezTo>
                          <a:pt x="16841" y="27723"/>
                          <a:pt x="15156" y="25906"/>
                          <a:pt x="14447" y="24664"/>
                        </a:cubicBezTo>
                        <a:cubicBezTo>
                          <a:pt x="10280" y="17793"/>
                          <a:pt x="6556" y="9237"/>
                          <a:pt x="10501" y="524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38" name="Forme libre : forme 21037">
                    <a:extLst>
                      <a:ext uri="{FF2B5EF4-FFF2-40B4-BE49-F238E27FC236}">
                        <a16:creationId xmlns:a16="http://schemas.microsoft.com/office/drawing/2014/main" id="{FBC24B5C-30BD-4690-A132-EC9A7DE65392}"/>
                      </a:ext>
                    </a:extLst>
                  </p:cNvPr>
                  <p:cNvSpPr/>
                  <p:nvPr/>
                </p:nvSpPr>
                <p:spPr>
                  <a:xfrm>
                    <a:off x="4582854" y="1196763"/>
                    <a:ext cx="32937" cy="34805"/>
                  </a:xfrm>
                  <a:custGeom>
                    <a:avLst/>
                    <a:gdLst>
                      <a:gd name="connsiteX0" fmla="*/ 32270 w 32937"/>
                      <a:gd name="connsiteY0" fmla="*/ 34307 h 34805"/>
                      <a:gd name="connsiteX1" fmla="*/ 21365 w 32937"/>
                      <a:gd name="connsiteY1" fmla="*/ 30938 h 34805"/>
                      <a:gd name="connsiteX2" fmla="*/ 10371 w 32937"/>
                      <a:gd name="connsiteY2" fmla="*/ 21407 h 34805"/>
                      <a:gd name="connsiteX3" fmla="*/ 839 w 32937"/>
                      <a:gd name="connsiteY3" fmla="*/ 749 h 34805"/>
                      <a:gd name="connsiteX4" fmla="*/ 18971 w 32937"/>
                      <a:gd name="connsiteY4" fmla="*/ 13649 h 34805"/>
                      <a:gd name="connsiteX5" fmla="*/ 22916 w 32937"/>
                      <a:gd name="connsiteY5" fmla="*/ 18304 h 34805"/>
                      <a:gd name="connsiteX6" fmla="*/ 28147 w 32937"/>
                      <a:gd name="connsiteY6" fmla="*/ 24687 h 34805"/>
                      <a:gd name="connsiteX7" fmla="*/ 32270 w 32937"/>
                      <a:gd name="connsiteY7" fmla="*/ 34307 h 34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937" h="34805">
                        <a:moveTo>
                          <a:pt x="32270" y="34307"/>
                        </a:moveTo>
                        <a:cubicBezTo>
                          <a:pt x="30231" y="35770"/>
                          <a:pt x="25886" y="33819"/>
                          <a:pt x="21365" y="30938"/>
                        </a:cubicBezTo>
                        <a:cubicBezTo>
                          <a:pt x="17020" y="27923"/>
                          <a:pt x="12631" y="23845"/>
                          <a:pt x="10371" y="21407"/>
                        </a:cubicBezTo>
                        <a:cubicBezTo>
                          <a:pt x="5627" y="16442"/>
                          <a:pt x="-2663" y="4472"/>
                          <a:pt x="839" y="749"/>
                        </a:cubicBezTo>
                        <a:cubicBezTo>
                          <a:pt x="4430" y="-3241"/>
                          <a:pt x="15602" y="9836"/>
                          <a:pt x="18971" y="13649"/>
                        </a:cubicBezTo>
                        <a:cubicBezTo>
                          <a:pt x="19857" y="14624"/>
                          <a:pt x="21276" y="16309"/>
                          <a:pt x="22916" y="18304"/>
                        </a:cubicBezTo>
                        <a:cubicBezTo>
                          <a:pt x="24601" y="20210"/>
                          <a:pt x="26507" y="22471"/>
                          <a:pt x="28147" y="24687"/>
                        </a:cubicBezTo>
                        <a:cubicBezTo>
                          <a:pt x="31605" y="28766"/>
                          <a:pt x="34221" y="32977"/>
                          <a:pt x="32270" y="3430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39" name="Forme libre : forme 21038">
                    <a:extLst>
                      <a:ext uri="{FF2B5EF4-FFF2-40B4-BE49-F238E27FC236}">
                        <a16:creationId xmlns:a16="http://schemas.microsoft.com/office/drawing/2014/main" id="{2BF2DFCB-A59F-4419-A8F1-51A2BDB6D361}"/>
                      </a:ext>
                    </a:extLst>
                  </p:cNvPr>
                  <p:cNvSpPr/>
                  <p:nvPr/>
                </p:nvSpPr>
                <p:spPr>
                  <a:xfrm>
                    <a:off x="4566418" y="1177622"/>
                    <a:ext cx="35751" cy="49460"/>
                  </a:xfrm>
                  <a:custGeom>
                    <a:avLst/>
                    <a:gdLst>
                      <a:gd name="connsiteX0" fmla="*/ 340 w 35751"/>
                      <a:gd name="connsiteY0" fmla="*/ 3842 h 49460"/>
                      <a:gd name="connsiteX1" fmla="*/ 1537 w 35751"/>
                      <a:gd name="connsiteY1" fmla="*/ 11733 h 49460"/>
                      <a:gd name="connsiteX2" fmla="*/ 5173 w 35751"/>
                      <a:gd name="connsiteY2" fmla="*/ 20865 h 49460"/>
                      <a:gd name="connsiteX3" fmla="*/ 6990 w 35751"/>
                      <a:gd name="connsiteY3" fmla="*/ 25165 h 49460"/>
                      <a:gd name="connsiteX4" fmla="*/ 9783 w 35751"/>
                      <a:gd name="connsiteY4" fmla="*/ 30174 h 49460"/>
                      <a:gd name="connsiteX5" fmla="*/ 25343 w 35751"/>
                      <a:gd name="connsiteY5" fmla="*/ 46488 h 49460"/>
                      <a:gd name="connsiteX6" fmla="*/ 35628 w 35751"/>
                      <a:gd name="connsiteY6" fmla="*/ 47907 h 49460"/>
                      <a:gd name="connsiteX7" fmla="*/ 32480 w 35751"/>
                      <a:gd name="connsiteY7" fmla="*/ 40814 h 49460"/>
                      <a:gd name="connsiteX8" fmla="*/ 24678 w 35751"/>
                      <a:gd name="connsiteY8" fmla="*/ 21796 h 49460"/>
                      <a:gd name="connsiteX9" fmla="*/ 22151 w 35751"/>
                      <a:gd name="connsiteY9" fmla="*/ 12220 h 49460"/>
                      <a:gd name="connsiteX10" fmla="*/ 14704 w 35751"/>
                      <a:gd name="connsiteY10" fmla="*/ 2911 h 49460"/>
                      <a:gd name="connsiteX11" fmla="*/ 340 w 35751"/>
                      <a:gd name="connsiteY11" fmla="*/ 3842 h 49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5751" h="49460">
                        <a:moveTo>
                          <a:pt x="340" y="3842"/>
                        </a:moveTo>
                        <a:cubicBezTo>
                          <a:pt x="-369" y="6945"/>
                          <a:pt x="30" y="8363"/>
                          <a:pt x="1537" y="11733"/>
                        </a:cubicBezTo>
                        <a:cubicBezTo>
                          <a:pt x="2956" y="14969"/>
                          <a:pt x="3931" y="18027"/>
                          <a:pt x="5173" y="20865"/>
                        </a:cubicBezTo>
                        <a:cubicBezTo>
                          <a:pt x="5705" y="22328"/>
                          <a:pt x="6281" y="23746"/>
                          <a:pt x="6990" y="25165"/>
                        </a:cubicBezTo>
                        <a:cubicBezTo>
                          <a:pt x="7744" y="26672"/>
                          <a:pt x="8675" y="28445"/>
                          <a:pt x="9783" y="30174"/>
                        </a:cubicBezTo>
                        <a:cubicBezTo>
                          <a:pt x="13595" y="36292"/>
                          <a:pt x="19580" y="42808"/>
                          <a:pt x="25343" y="46488"/>
                        </a:cubicBezTo>
                        <a:cubicBezTo>
                          <a:pt x="29599" y="49281"/>
                          <a:pt x="34564" y="50788"/>
                          <a:pt x="35628" y="47907"/>
                        </a:cubicBezTo>
                        <a:cubicBezTo>
                          <a:pt x="36337" y="46089"/>
                          <a:pt x="33810" y="43473"/>
                          <a:pt x="32480" y="40814"/>
                        </a:cubicBezTo>
                        <a:cubicBezTo>
                          <a:pt x="29289" y="34607"/>
                          <a:pt x="26318" y="28756"/>
                          <a:pt x="24678" y="21796"/>
                        </a:cubicBezTo>
                        <a:cubicBezTo>
                          <a:pt x="24013" y="18825"/>
                          <a:pt x="23348" y="15545"/>
                          <a:pt x="22151" y="12220"/>
                        </a:cubicBezTo>
                        <a:cubicBezTo>
                          <a:pt x="20644" y="8895"/>
                          <a:pt x="18427" y="5349"/>
                          <a:pt x="14704" y="2911"/>
                        </a:cubicBezTo>
                        <a:cubicBezTo>
                          <a:pt x="7965" y="-1700"/>
                          <a:pt x="1183" y="-414"/>
                          <a:pt x="340" y="384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40" name="Forme libre : forme 21039">
                    <a:extLst>
                      <a:ext uri="{FF2B5EF4-FFF2-40B4-BE49-F238E27FC236}">
                        <a16:creationId xmlns:a16="http://schemas.microsoft.com/office/drawing/2014/main" id="{CCC66C53-B691-4A30-874B-32C7B94C1AEF}"/>
                      </a:ext>
                    </a:extLst>
                  </p:cNvPr>
                  <p:cNvSpPr/>
                  <p:nvPr/>
                </p:nvSpPr>
                <p:spPr>
                  <a:xfrm>
                    <a:off x="4578556" y="1184138"/>
                    <a:ext cx="16359" cy="12371"/>
                  </a:xfrm>
                  <a:custGeom>
                    <a:avLst/>
                    <a:gdLst>
                      <a:gd name="connsiteX0" fmla="*/ 2477 w 16359"/>
                      <a:gd name="connsiteY0" fmla="*/ 385 h 12371"/>
                      <a:gd name="connsiteX1" fmla="*/ 305 w 16359"/>
                      <a:gd name="connsiteY1" fmla="*/ 119 h 12371"/>
                      <a:gd name="connsiteX2" fmla="*/ 659 w 16359"/>
                      <a:gd name="connsiteY2" fmla="*/ 1892 h 12371"/>
                      <a:gd name="connsiteX3" fmla="*/ 3275 w 16359"/>
                      <a:gd name="connsiteY3" fmla="*/ 4286 h 12371"/>
                      <a:gd name="connsiteX4" fmla="*/ 9969 w 16359"/>
                      <a:gd name="connsiteY4" fmla="*/ 9871 h 12371"/>
                      <a:gd name="connsiteX5" fmla="*/ 12540 w 16359"/>
                      <a:gd name="connsiteY5" fmla="*/ 11689 h 12371"/>
                      <a:gd name="connsiteX6" fmla="*/ 14269 w 16359"/>
                      <a:gd name="connsiteY6" fmla="*/ 7699 h 12371"/>
                      <a:gd name="connsiteX7" fmla="*/ 2477 w 16359"/>
                      <a:gd name="connsiteY7" fmla="*/ 385 h 12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359" h="12371">
                        <a:moveTo>
                          <a:pt x="2477" y="385"/>
                        </a:moveTo>
                        <a:cubicBezTo>
                          <a:pt x="1546" y="74"/>
                          <a:pt x="881" y="-147"/>
                          <a:pt x="305" y="119"/>
                        </a:cubicBezTo>
                        <a:cubicBezTo>
                          <a:pt x="-272" y="340"/>
                          <a:pt x="39" y="1138"/>
                          <a:pt x="659" y="1892"/>
                        </a:cubicBezTo>
                        <a:cubicBezTo>
                          <a:pt x="1280" y="2646"/>
                          <a:pt x="2433" y="3532"/>
                          <a:pt x="3275" y="4286"/>
                        </a:cubicBezTo>
                        <a:cubicBezTo>
                          <a:pt x="5447" y="6103"/>
                          <a:pt x="7752" y="8010"/>
                          <a:pt x="9969" y="9871"/>
                        </a:cubicBezTo>
                        <a:cubicBezTo>
                          <a:pt x="10855" y="10581"/>
                          <a:pt x="11653" y="11290"/>
                          <a:pt x="12540" y="11689"/>
                        </a:cubicBezTo>
                        <a:cubicBezTo>
                          <a:pt x="16042" y="13418"/>
                          <a:pt x="18170" y="11778"/>
                          <a:pt x="14269" y="7699"/>
                        </a:cubicBezTo>
                        <a:cubicBezTo>
                          <a:pt x="11388" y="4640"/>
                          <a:pt x="6201" y="1582"/>
                          <a:pt x="2477" y="38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41" name="Forme libre : forme 21040">
                    <a:extLst>
                      <a:ext uri="{FF2B5EF4-FFF2-40B4-BE49-F238E27FC236}">
                        <a16:creationId xmlns:a16="http://schemas.microsoft.com/office/drawing/2014/main" id="{AAB93A5A-1582-41AB-AA64-06F9DACA1DE1}"/>
                      </a:ext>
                    </a:extLst>
                  </p:cNvPr>
                  <p:cNvSpPr/>
                  <p:nvPr/>
                </p:nvSpPr>
                <p:spPr>
                  <a:xfrm>
                    <a:off x="4593712" y="1231336"/>
                    <a:ext cx="32006" cy="10077"/>
                  </a:xfrm>
                  <a:custGeom>
                    <a:avLst/>
                    <a:gdLst>
                      <a:gd name="connsiteX0" fmla="*/ 32007 w 32006"/>
                      <a:gd name="connsiteY0" fmla="*/ 8955 h 10077"/>
                      <a:gd name="connsiteX1" fmla="*/ 25269 w 32006"/>
                      <a:gd name="connsiteY1" fmla="*/ 10063 h 10077"/>
                      <a:gd name="connsiteX2" fmla="*/ 16668 w 32006"/>
                      <a:gd name="connsiteY2" fmla="*/ 8201 h 10077"/>
                      <a:gd name="connsiteX3" fmla="*/ 0 w 32006"/>
                      <a:gd name="connsiteY3" fmla="*/ 0 h 10077"/>
                      <a:gd name="connsiteX4" fmla="*/ 32007 w 32006"/>
                      <a:gd name="connsiteY4" fmla="*/ 8955 h 10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06" h="10077">
                        <a:moveTo>
                          <a:pt x="32007" y="8955"/>
                        </a:moveTo>
                        <a:cubicBezTo>
                          <a:pt x="30278" y="9841"/>
                          <a:pt x="27973" y="10152"/>
                          <a:pt x="25269" y="10063"/>
                        </a:cubicBezTo>
                        <a:cubicBezTo>
                          <a:pt x="22653" y="9886"/>
                          <a:pt x="19772" y="9176"/>
                          <a:pt x="16668" y="8201"/>
                        </a:cubicBezTo>
                        <a:cubicBezTo>
                          <a:pt x="10639" y="6206"/>
                          <a:pt x="4433" y="2837"/>
                          <a:pt x="0" y="0"/>
                        </a:cubicBezTo>
                        <a:cubicBezTo>
                          <a:pt x="9841" y="6251"/>
                          <a:pt x="22875" y="9620"/>
                          <a:pt x="32007" y="89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42" name="Forme libre : forme 21041">
                    <a:extLst>
                      <a:ext uri="{FF2B5EF4-FFF2-40B4-BE49-F238E27FC236}">
                        <a16:creationId xmlns:a16="http://schemas.microsoft.com/office/drawing/2014/main" id="{C5649059-BF51-4DFD-BFDA-35C9A9586AA5}"/>
                      </a:ext>
                    </a:extLst>
                  </p:cNvPr>
                  <p:cNvSpPr/>
                  <p:nvPr/>
                </p:nvSpPr>
                <p:spPr>
                  <a:xfrm>
                    <a:off x="4561262" y="1171106"/>
                    <a:ext cx="34977" cy="13150"/>
                  </a:xfrm>
                  <a:custGeom>
                    <a:avLst/>
                    <a:gdLst>
                      <a:gd name="connsiteX0" fmla="*/ 34977 w 34977"/>
                      <a:gd name="connsiteY0" fmla="*/ 13151 h 13150"/>
                      <a:gd name="connsiteX1" fmla="*/ 26155 w 34977"/>
                      <a:gd name="connsiteY1" fmla="*/ 6368 h 13150"/>
                      <a:gd name="connsiteX2" fmla="*/ 16979 w 34977"/>
                      <a:gd name="connsiteY2" fmla="*/ 2378 h 13150"/>
                      <a:gd name="connsiteX3" fmla="*/ 0 w 34977"/>
                      <a:gd name="connsiteY3" fmla="*/ 73 h 13150"/>
                      <a:gd name="connsiteX4" fmla="*/ 34977 w 34977"/>
                      <a:gd name="connsiteY4" fmla="*/ 13151 h 13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77" h="13150">
                        <a:moveTo>
                          <a:pt x="34977" y="13151"/>
                        </a:moveTo>
                        <a:cubicBezTo>
                          <a:pt x="32362" y="10668"/>
                          <a:pt x="29170" y="8008"/>
                          <a:pt x="26155" y="6368"/>
                        </a:cubicBezTo>
                        <a:cubicBezTo>
                          <a:pt x="23096" y="4683"/>
                          <a:pt x="20038" y="3176"/>
                          <a:pt x="16979" y="2378"/>
                        </a:cubicBezTo>
                        <a:cubicBezTo>
                          <a:pt x="10950" y="383"/>
                          <a:pt x="5054" y="73"/>
                          <a:pt x="0" y="73"/>
                        </a:cubicBezTo>
                        <a:cubicBezTo>
                          <a:pt x="9398" y="-681"/>
                          <a:pt x="24426" y="4462"/>
                          <a:pt x="34977" y="131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43" name="Forme libre : forme 21042">
                    <a:extLst>
                      <a:ext uri="{FF2B5EF4-FFF2-40B4-BE49-F238E27FC236}">
                        <a16:creationId xmlns:a16="http://schemas.microsoft.com/office/drawing/2014/main" id="{DCF98C86-37E2-427C-A569-97CC3DCF68C8}"/>
                      </a:ext>
                    </a:extLst>
                  </p:cNvPr>
                  <p:cNvSpPr/>
                  <p:nvPr/>
                </p:nvSpPr>
                <p:spPr>
                  <a:xfrm>
                    <a:off x="4596874" y="1206819"/>
                    <a:ext cx="10915" cy="13544"/>
                  </a:xfrm>
                  <a:custGeom>
                    <a:avLst/>
                    <a:gdLst>
                      <a:gd name="connsiteX0" fmla="*/ 10403 w 10915"/>
                      <a:gd name="connsiteY0" fmla="*/ 13523 h 13544"/>
                      <a:gd name="connsiteX1" fmla="*/ 3044 w 10915"/>
                      <a:gd name="connsiteY1" fmla="*/ 6829 h 13544"/>
                      <a:gd name="connsiteX2" fmla="*/ 694 w 10915"/>
                      <a:gd name="connsiteY2" fmla="*/ 3 h 13544"/>
                      <a:gd name="connsiteX3" fmla="*/ 7344 w 10915"/>
                      <a:gd name="connsiteY3" fmla="*/ 6519 h 13544"/>
                      <a:gd name="connsiteX4" fmla="*/ 10403 w 10915"/>
                      <a:gd name="connsiteY4" fmla="*/ 13523 h 135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5" h="13544">
                        <a:moveTo>
                          <a:pt x="10403" y="13523"/>
                        </a:moveTo>
                        <a:cubicBezTo>
                          <a:pt x="8452" y="13922"/>
                          <a:pt x="4196" y="8558"/>
                          <a:pt x="3044" y="6829"/>
                        </a:cubicBezTo>
                        <a:cubicBezTo>
                          <a:pt x="1758" y="5189"/>
                          <a:pt x="-1389" y="180"/>
                          <a:pt x="694" y="3"/>
                        </a:cubicBezTo>
                        <a:cubicBezTo>
                          <a:pt x="2778" y="-130"/>
                          <a:pt x="6191" y="4923"/>
                          <a:pt x="7344" y="6519"/>
                        </a:cubicBezTo>
                        <a:cubicBezTo>
                          <a:pt x="8364" y="8159"/>
                          <a:pt x="12309" y="13125"/>
                          <a:pt x="10403" y="1352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44" name="Forme libre : forme 21043">
                    <a:extLst>
                      <a:ext uri="{FF2B5EF4-FFF2-40B4-BE49-F238E27FC236}">
                        <a16:creationId xmlns:a16="http://schemas.microsoft.com/office/drawing/2014/main" id="{EBEBFE74-B20B-440F-84C2-557C50118F19}"/>
                      </a:ext>
                    </a:extLst>
                  </p:cNvPr>
                  <p:cNvSpPr/>
                  <p:nvPr/>
                </p:nvSpPr>
                <p:spPr>
                  <a:xfrm>
                    <a:off x="4605965" y="1218349"/>
                    <a:ext cx="3508" cy="3715"/>
                  </a:xfrm>
                  <a:custGeom>
                    <a:avLst/>
                    <a:gdLst>
                      <a:gd name="connsiteX0" fmla="*/ 3440 w 3508"/>
                      <a:gd name="connsiteY0" fmla="*/ 3545 h 3715"/>
                      <a:gd name="connsiteX1" fmla="*/ 1356 w 3508"/>
                      <a:gd name="connsiteY1" fmla="*/ 2525 h 3715"/>
                      <a:gd name="connsiteX2" fmla="*/ 71 w 3508"/>
                      <a:gd name="connsiteY2" fmla="*/ 176 h 3715"/>
                      <a:gd name="connsiteX3" fmla="*/ 2110 w 3508"/>
                      <a:gd name="connsiteY3" fmla="*/ 1151 h 3715"/>
                      <a:gd name="connsiteX4" fmla="*/ 3440 w 3508"/>
                      <a:gd name="connsiteY4" fmla="*/ 3545 h 3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08" h="3715">
                        <a:moveTo>
                          <a:pt x="3440" y="3545"/>
                        </a:moveTo>
                        <a:cubicBezTo>
                          <a:pt x="3130" y="4121"/>
                          <a:pt x="1933" y="3102"/>
                          <a:pt x="1356" y="2525"/>
                        </a:cubicBezTo>
                        <a:cubicBezTo>
                          <a:pt x="780" y="1949"/>
                          <a:pt x="-284" y="708"/>
                          <a:pt x="71" y="176"/>
                        </a:cubicBezTo>
                        <a:cubicBezTo>
                          <a:pt x="425" y="-400"/>
                          <a:pt x="1534" y="575"/>
                          <a:pt x="2110" y="1151"/>
                        </a:cubicBezTo>
                        <a:cubicBezTo>
                          <a:pt x="2686" y="1728"/>
                          <a:pt x="3795" y="2969"/>
                          <a:pt x="3440" y="35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45" name="Forme libre : forme 21044">
                    <a:extLst>
                      <a:ext uri="{FF2B5EF4-FFF2-40B4-BE49-F238E27FC236}">
                        <a16:creationId xmlns:a16="http://schemas.microsoft.com/office/drawing/2014/main" id="{04701BAF-6B09-4366-A746-53D03C7A630B}"/>
                      </a:ext>
                    </a:extLst>
                  </p:cNvPr>
                  <p:cNvSpPr/>
                  <p:nvPr/>
                </p:nvSpPr>
                <p:spPr>
                  <a:xfrm>
                    <a:off x="4603893" y="1200393"/>
                    <a:ext cx="22190" cy="36593"/>
                  </a:xfrm>
                  <a:custGeom>
                    <a:avLst/>
                    <a:gdLst>
                      <a:gd name="connsiteX0" fmla="*/ 18324 w 22190"/>
                      <a:gd name="connsiteY0" fmla="*/ 23983 h 36593"/>
                      <a:gd name="connsiteX1" fmla="*/ 22181 w 22190"/>
                      <a:gd name="connsiteY1" fmla="*/ 35243 h 36593"/>
                      <a:gd name="connsiteX2" fmla="*/ 18191 w 22190"/>
                      <a:gd name="connsiteY2" fmla="*/ 35908 h 36593"/>
                      <a:gd name="connsiteX3" fmla="*/ 15132 w 22190"/>
                      <a:gd name="connsiteY3" fmla="*/ 31564 h 36593"/>
                      <a:gd name="connsiteX4" fmla="*/ 8216 w 22190"/>
                      <a:gd name="connsiteY4" fmla="*/ 17511 h 36593"/>
                      <a:gd name="connsiteX5" fmla="*/ 1301 w 22190"/>
                      <a:gd name="connsiteY5" fmla="*/ 0 h 36593"/>
                      <a:gd name="connsiteX6" fmla="*/ 9192 w 22190"/>
                      <a:gd name="connsiteY6" fmla="*/ 5896 h 36593"/>
                      <a:gd name="connsiteX7" fmla="*/ 15088 w 22190"/>
                      <a:gd name="connsiteY7" fmla="*/ 14363 h 36593"/>
                      <a:gd name="connsiteX8" fmla="*/ 18324 w 22190"/>
                      <a:gd name="connsiteY8" fmla="*/ 23983 h 3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190" h="36593">
                        <a:moveTo>
                          <a:pt x="18324" y="23983"/>
                        </a:moveTo>
                        <a:cubicBezTo>
                          <a:pt x="20230" y="28150"/>
                          <a:pt x="21649" y="31386"/>
                          <a:pt x="22181" y="35243"/>
                        </a:cubicBezTo>
                        <a:cubicBezTo>
                          <a:pt x="22358" y="36706"/>
                          <a:pt x="20141" y="37061"/>
                          <a:pt x="18191" y="35908"/>
                        </a:cubicBezTo>
                        <a:cubicBezTo>
                          <a:pt x="16373" y="34578"/>
                          <a:pt x="15797" y="33071"/>
                          <a:pt x="15132" y="31564"/>
                        </a:cubicBezTo>
                        <a:cubicBezTo>
                          <a:pt x="13004" y="26909"/>
                          <a:pt x="10788" y="22343"/>
                          <a:pt x="8216" y="17511"/>
                        </a:cubicBezTo>
                        <a:cubicBezTo>
                          <a:pt x="6532" y="14585"/>
                          <a:pt x="-3531" y="44"/>
                          <a:pt x="1301" y="0"/>
                        </a:cubicBezTo>
                        <a:cubicBezTo>
                          <a:pt x="3695" y="89"/>
                          <a:pt x="6621" y="2748"/>
                          <a:pt x="9192" y="5896"/>
                        </a:cubicBezTo>
                        <a:cubicBezTo>
                          <a:pt x="11807" y="8911"/>
                          <a:pt x="14068" y="12501"/>
                          <a:pt x="15088" y="14363"/>
                        </a:cubicBezTo>
                        <a:cubicBezTo>
                          <a:pt x="17171" y="18043"/>
                          <a:pt x="16905" y="20880"/>
                          <a:pt x="18324" y="239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04" name="Graphique 2">
                  <a:extLst>
                    <a:ext uri="{FF2B5EF4-FFF2-40B4-BE49-F238E27FC236}">
                      <a16:creationId xmlns:a16="http://schemas.microsoft.com/office/drawing/2014/main" id="{9C916F9E-EF19-4119-95E7-F52EADE18907}"/>
                    </a:ext>
                  </a:extLst>
                </p:cNvPr>
                <p:cNvGrpSpPr/>
                <p:nvPr/>
              </p:nvGrpSpPr>
              <p:grpSpPr>
                <a:xfrm>
                  <a:off x="4628688" y="1224855"/>
                  <a:ext cx="94834" cy="42300"/>
                  <a:chOff x="4628688" y="1224855"/>
                  <a:chExt cx="94834" cy="42300"/>
                </a:xfrm>
                <a:solidFill>
                  <a:schemeClr val="accent1"/>
                </a:solidFill>
              </p:grpSpPr>
              <p:sp>
                <p:nvSpPr>
                  <p:cNvPr id="21022" name="Forme libre : forme 21021">
                    <a:extLst>
                      <a:ext uri="{FF2B5EF4-FFF2-40B4-BE49-F238E27FC236}">
                        <a16:creationId xmlns:a16="http://schemas.microsoft.com/office/drawing/2014/main" id="{DCD78124-C5D3-44A2-B0C7-682237E7D81F}"/>
                      </a:ext>
                    </a:extLst>
                  </p:cNvPr>
                  <p:cNvSpPr/>
                  <p:nvPr/>
                </p:nvSpPr>
                <p:spPr>
                  <a:xfrm>
                    <a:off x="4628688" y="1224855"/>
                    <a:ext cx="94834" cy="42300"/>
                  </a:xfrm>
                  <a:custGeom>
                    <a:avLst/>
                    <a:gdLst>
                      <a:gd name="connsiteX0" fmla="*/ 71108 w 94834"/>
                      <a:gd name="connsiteY0" fmla="*/ 35429 h 42300"/>
                      <a:gd name="connsiteX1" fmla="*/ 62818 w 94834"/>
                      <a:gd name="connsiteY1" fmla="*/ 38266 h 42300"/>
                      <a:gd name="connsiteX2" fmla="*/ 52134 w 94834"/>
                      <a:gd name="connsiteY2" fmla="*/ 40926 h 42300"/>
                      <a:gd name="connsiteX3" fmla="*/ 40830 w 94834"/>
                      <a:gd name="connsiteY3" fmla="*/ 42300 h 42300"/>
                      <a:gd name="connsiteX4" fmla="*/ 31299 w 94834"/>
                      <a:gd name="connsiteY4" fmla="*/ 41990 h 42300"/>
                      <a:gd name="connsiteX5" fmla="*/ 9798 w 94834"/>
                      <a:gd name="connsiteY5" fmla="*/ 33478 h 42300"/>
                      <a:gd name="connsiteX6" fmla="*/ 6473 w 94834"/>
                      <a:gd name="connsiteY6" fmla="*/ 30375 h 42300"/>
                      <a:gd name="connsiteX7" fmla="*/ 3947 w 94834"/>
                      <a:gd name="connsiteY7" fmla="*/ 26784 h 42300"/>
                      <a:gd name="connsiteX8" fmla="*/ 267 w 94834"/>
                      <a:gd name="connsiteY8" fmla="*/ 19292 h 42300"/>
                      <a:gd name="connsiteX9" fmla="*/ 5542 w 94834"/>
                      <a:gd name="connsiteY9" fmla="*/ 10737 h 42300"/>
                      <a:gd name="connsiteX10" fmla="*/ 19640 w 94834"/>
                      <a:gd name="connsiteY10" fmla="*/ 7944 h 42300"/>
                      <a:gd name="connsiteX11" fmla="*/ 26467 w 94834"/>
                      <a:gd name="connsiteY11" fmla="*/ 7234 h 42300"/>
                      <a:gd name="connsiteX12" fmla="*/ 33914 w 94834"/>
                      <a:gd name="connsiteY12" fmla="*/ 6924 h 42300"/>
                      <a:gd name="connsiteX13" fmla="*/ 57676 w 94834"/>
                      <a:gd name="connsiteY13" fmla="*/ 2890 h 42300"/>
                      <a:gd name="connsiteX14" fmla="*/ 65877 w 94834"/>
                      <a:gd name="connsiteY14" fmla="*/ 718 h 42300"/>
                      <a:gd name="connsiteX15" fmla="*/ 73369 w 94834"/>
                      <a:gd name="connsiteY15" fmla="*/ 97 h 42300"/>
                      <a:gd name="connsiteX16" fmla="*/ 88131 w 94834"/>
                      <a:gd name="connsiteY16" fmla="*/ 1294 h 42300"/>
                      <a:gd name="connsiteX17" fmla="*/ 94736 w 94834"/>
                      <a:gd name="connsiteY17" fmla="*/ 8697 h 42300"/>
                      <a:gd name="connsiteX18" fmla="*/ 87909 w 94834"/>
                      <a:gd name="connsiteY18" fmla="*/ 23016 h 42300"/>
                      <a:gd name="connsiteX19" fmla="*/ 84895 w 94834"/>
                      <a:gd name="connsiteY19" fmla="*/ 26430 h 42300"/>
                      <a:gd name="connsiteX20" fmla="*/ 80994 w 94834"/>
                      <a:gd name="connsiteY20" fmla="*/ 29489 h 42300"/>
                      <a:gd name="connsiteX21" fmla="*/ 71108 w 94834"/>
                      <a:gd name="connsiteY21" fmla="*/ 35429 h 42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4834" h="42300">
                        <a:moveTo>
                          <a:pt x="71108" y="35429"/>
                        </a:moveTo>
                        <a:cubicBezTo>
                          <a:pt x="68936" y="36227"/>
                          <a:pt x="66054" y="37247"/>
                          <a:pt x="62818" y="38266"/>
                        </a:cubicBezTo>
                        <a:cubicBezTo>
                          <a:pt x="59582" y="39286"/>
                          <a:pt x="56035" y="40483"/>
                          <a:pt x="52134" y="40926"/>
                        </a:cubicBezTo>
                        <a:cubicBezTo>
                          <a:pt x="48278" y="41458"/>
                          <a:pt x="44465" y="42212"/>
                          <a:pt x="40830" y="42300"/>
                        </a:cubicBezTo>
                        <a:cubicBezTo>
                          <a:pt x="37195" y="42256"/>
                          <a:pt x="33870" y="42167"/>
                          <a:pt x="31299" y="41990"/>
                        </a:cubicBezTo>
                        <a:cubicBezTo>
                          <a:pt x="21590" y="40882"/>
                          <a:pt x="14542" y="37690"/>
                          <a:pt x="9798" y="33478"/>
                        </a:cubicBezTo>
                        <a:cubicBezTo>
                          <a:pt x="8601" y="32459"/>
                          <a:pt x="7493" y="31439"/>
                          <a:pt x="6473" y="30375"/>
                        </a:cubicBezTo>
                        <a:cubicBezTo>
                          <a:pt x="5542" y="29223"/>
                          <a:pt x="4700" y="27981"/>
                          <a:pt x="3947" y="26784"/>
                        </a:cubicBezTo>
                        <a:cubicBezTo>
                          <a:pt x="2439" y="24346"/>
                          <a:pt x="1242" y="21864"/>
                          <a:pt x="267" y="19292"/>
                        </a:cubicBezTo>
                        <a:cubicBezTo>
                          <a:pt x="-930" y="15480"/>
                          <a:pt x="2085" y="11490"/>
                          <a:pt x="5542" y="10737"/>
                        </a:cubicBezTo>
                        <a:cubicBezTo>
                          <a:pt x="10729" y="9362"/>
                          <a:pt x="15074" y="8830"/>
                          <a:pt x="19640" y="7944"/>
                        </a:cubicBezTo>
                        <a:cubicBezTo>
                          <a:pt x="21901" y="7633"/>
                          <a:pt x="24073" y="7633"/>
                          <a:pt x="26467" y="7234"/>
                        </a:cubicBezTo>
                        <a:cubicBezTo>
                          <a:pt x="28861" y="6835"/>
                          <a:pt x="31166" y="7367"/>
                          <a:pt x="33914" y="6924"/>
                        </a:cubicBezTo>
                        <a:cubicBezTo>
                          <a:pt x="39589" y="7367"/>
                          <a:pt x="51381" y="4796"/>
                          <a:pt x="57676" y="2890"/>
                        </a:cubicBezTo>
                        <a:cubicBezTo>
                          <a:pt x="60602" y="2225"/>
                          <a:pt x="63261" y="1073"/>
                          <a:pt x="65877" y="718"/>
                        </a:cubicBezTo>
                        <a:cubicBezTo>
                          <a:pt x="68448" y="186"/>
                          <a:pt x="70975" y="274"/>
                          <a:pt x="73369" y="97"/>
                        </a:cubicBezTo>
                        <a:cubicBezTo>
                          <a:pt x="78157" y="-257"/>
                          <a:pt x="82900" y="408"/>
                          <a:pt x="88131" y="1294"/>
                        </a:cubicBezTo>
                        <a:cubicBezTo>
                          <a:pt x="91766" y="1915"/>
                          <a:pt x="95490" y="5240"/>
                          <a:pt x="94736" y="8697"/>
                        </a:cubicBezTo>
                        <a:cubicBezTo>
                          <a:pt x="93584" y="13618"/>
                          <a:pt x="91500" y="18362"/>
                          <a:pt x="87909" y="23016"/>
                        </a:cubicBezTo>
                        <a:cubicBezTo>
                          <a:pt x="86978" y="24169"/>
                          <a:pt x="86048" y="25366"/>
                          <a:pt x="84895" y="26430"/>
                        </a:cubicBezTo>
                        <a:cubicBezTo>
                          <a:pt x="83698" y="27449"/>
                          <a:pt x="82412" y="28469"/>
                          <a:pt x="80994" y="29489"/>
                        </a:cubicBezTo>
                        <a:cubicBezTo>
                          <a:pt x="78201" y="31528"/>
                          <a:pt x="74920" y="33523"/>
                          <a:pt x="71108" y="3542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23" name="Forme libre : forme 21022">
                    <a:extLst>
                      <a:ext uri="{FF2B5EF4-FFF2-40B4-BE49-F238E27FC236}">
                        <a16:creationId xmlns:a16="http://schemas.microsoft.com/office/drawing/2014/main" id="{F9A63DAE-0196-4F50-B3D0-2B6FF41CCD4F}"/>
                      </a:ext>
                    </a:extLst>
                  </p:cNvPr>
                  <p:cNvSpPr/>
                  <p:nvPr/>
                </p:nvSpPr>
                <p:spPr>
                  <a:xfrm>
                    <a:off x="4628716" y="1233331"/>
                    <a:ext cx="94663" cy="33691"/>
                  </a:xfrm>
                  <a:custGeom>
                    <a:avLst/>
                    <a:gdLst>
                      <a:gd name="connsiteX0" fmla="*/ 37477 w 94663"/>
                      <a:gd name="connsiteY0" fmla="*/ 21013 h 33691"/>
                      <a:gd name="connsiteX1" fmla="*/ 15932 w 94663"/>
                      <a:gd name="connsiteY1" fmla="*/ 17954 h 33691"/>
                      <a:gd name="connsiteX2" fmla="*/ 682 w 94663"/>
                      <a:gd name="connsiteY2" fmla="*/ 6206 h 33691"/>
                      <a:gd name="connsiteX3" fmla="*/ 283 w 94663"/>
                      <a:gd name="connsiteY3" fmla="*/ 10728 h 33691"/>
                      <a:gd name="connsiteX4" fmla="*/ 2633 w 94663"/>
                      <a:gd name="connsiteY4" fmla="*/ 15959 h 33691"/>
                      <a:gd name="connsiteX5" fmla="*/ 7686 w 94663"/>
                      <a:gd name="connsiteY5" fmla="*/ 23008 h 33691"/>
                      <a:gd name="connsiteX6" fmla="*/ 15577 w 94663"/>
                      <a:gd name="connsiteY6" fmla="*/ 28948 h 33691"/>
                      <a:gd name="connsiteX7" fmla="*/ 22626 w 94663"/>
                      <a:gd name="connsiteY7" fmla="*/ 31652 h 33691"/>
                      <a:gd name="connsiteX8" fmla="*/ 31270 w 94663"/>
                      <a:gd name="connsiteY8" fmla="*/ 33381 h 33691"/>
                      <a:gd name="connsiteX9" fmla="*/ 38009 w 94663"/>
                      <a:gd name="connsiteY9" fmla="*/ 33647 h 33691"/>
                      <a:gd name="connsiteX10" fmla="*/ 41865 w 94663"/>
                      <a:gd name="connsiteY10" fmla="*/ 33692 h 33691"/>
                      <a:gd name="connsiteX11" fmla="*/ 45855 w 94663"/>
                      <a:gd name="connsiteY11" fmla="*/ 33204 h 33691"/>
                      <a:gd name="connsiteX12" fmla="*/ 54101 w 94663"/>
                      <a:gd name="connsiteY12" fmla="*/ 31963 h 33691"/>
                      <a:gd name="connsiteX13" fmla="*/ 61770 w 94663"/>
                      <a:gd name="connsiteY13" fmla="*/ 29968 h 33691"/>
                      <a:gd name="connsiteX14" fmla="*/ 68287 w 94663"/>
                      <a:gd name="connsiteY14" fmla="*/ 27840 h 33691"/>
                      <a:gd name="connsiteX15" fmla="*/ 71035 w 94663"/>
                      <a:gd name="connsiteY15" fmla="*/ 26865 h 33691"/>
                      <a:gd name="connsiteX16" fmla="*/ 84246 w 94663"/>
                      <a:gd name="connsiteY16" fmla="*/ 18397 h 33691"/>
                      <a:gd name="connsiteX17" fmla="*/ 93245 w 94663"/>
                      <a:gd name="connsiteY17" fmla="*/ 4788 h 33691"/>
                      <a:gd name="connsiteX18" fmla="*/ 94664 w 94663"/>
                      <a:gd name="connsiteY18" fmla="*/ 177 h 33691"/>
                      <a:gd name="connsiteX19" fmla="*/ 94664 w 94663"/>
                      <a:gd name="connsiteY19" fmla="*/ 0 h 33691"/>
                      <a:gd name="connsiteX20" fmla="*/ 37477 w 94663"/>
                      <a:gd name="connsiteY20" fmla="*/ 21013 h 33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94663" h="33691">
                        <a:moveTo>
                          <a:pt x="37477" y="21013"/>
                        </a:moveTo>
                        <a:cubicBezTo>
                          <a:pt x="30295" y="21634"/>
                          <a:pt x="22537" y="20614"/>
                          <a:pt x="15932" y="17954"/>
                        </a:cubicBezTo>
                        <a:cubicBezTo>
                          <a:pt x="9238" y="15383"/>
                          <a:pt x="3874" y="11039"/>
                          <a:pt x="682" y="6206"/>
                        </a:cubicBezTo>
                        <a:cubicBezTo>
                          <a:pt x="17" y="7581"/>
                          <a:pt x="-249" y="9221"/>
                          <a:pt x="283" y="10728"/>
                        </a:cubicBezTo>
                        <a:cubicBezTo>
                          <a:pt x="948" y="12501"/>
                          <a:pt x="1746" y="14230"/>
                          <a:pt x="2633" y="15959"/>
                        </a:cubicBezTo>
                        <a:cubicBezTo>
                          <a:pt x="4007" y="18353"/>
                          <a:pt x="5470" y="20969"/>
                          <a:pt x="7686" y="23008"/>
                        </a:cubicBezTo>
                        <a:cubicBezTo>
                          <a:pt x="9858" y="25091"/>
                          <a:pt x="12430" y="27086"/>
                          <a:pt x="15577" y="28948"/>
                        </a:cubicBezTo>
                        <a:cubicBezTo>
                          <a:pt x="17616" y="30056"/>
                          <a:pt x="20010" y="30810"/>
                          <a:pt x="22626" y="31652"/>
                        </a:cubicBezTo>
                        <a:cubicBezTo>
                          <a:pt x="25241" y="32362"/>
                          <a:pt x="28079" y="33381"/>
                          <a:pt x="31270" y="33381"/>
                        </a:cubicBezTo>
                        <a:cubicBezTo>
                          <a:pt x="33177" y="33514"/>
                          <a:pt x="35482" y="33603"/>
                          <a:pt x="38009" y="33647"/>
                        </a:cubicBezTo>
                        <a:cubicBezTo>
                          <a:pt x="39250" y="33647"/>
                          <a:pt x="40536" y="33692"/>
                          <a:pt x="41865" y="33692"/>
                        </a:cubicBezTo>
                        <a:cubicBezTo>
                          <a:pt x="43195" y="33603"/>
                          <a:pt x="44481" y="33381"/>
                          <a:pt x="45855" y="33204"/>
                        </a:cubicBezTo>
                        <a:cubicBezTo>
                          <a:pt x="48559" y="32805"/>
                          <a:pt x="51352" y="32362"/>
                          <a:pt x="54101" y="31963"/>
                        </a:cubicBezTo>
                        <a:cubicBezTo>
                          <a:pt x="56938" y="31652"/>
                          <a:pt x="59332" y="30633"/>
                          <a:pt x="61770" y="29968"/>
                        </a:cubicBezTo>
                        <a:cubicBezTo>
                          <a:pt x="64120" y="29214"/>
                          <a:pt x="66336" y="28461"/>
                          <a:pt x="68287" y="27840"/>
                        </a:cubicBezTo>
                        <a:cubicBezTo>
                          <a:pt x="69262" y="27485"/>
                          <a:pt x="70193" y="27175"/>
                          <a:pt x="71035" y="26865"/>
                        </a:cubicBezTo>
                        <a:cubicBezTo>
                          <a:pt x="76444" y="24160"/>
                          <a:pt x="80788" y="21279"/>
                          <a:pt x="84246" y="18397"/>
                        </a:cubicBezTo>
                        <a:cubicBezTo>
                          <a:pt x="88723" y="14097"/>
                          <a:pt x="91339" y="9354"/>
                          <a:pt x="93245" y="4788"/>
                        </a:cubicBezTo>
                        <a:cubicBezTo>
                          <a:pt x="93821" y="3281"/>
                          <a:pt x="94265" y="1729"/>
                          <a:pt x="94664" y="177"/>
                        </a:cubicBezTo>
                        <a:lnTo>
                          <a:pt x="94664" y="0"/>
                        </a:lnTo>
                        <a:cubicBezTo>
                          <a:pt x="77951" y="10861"/>
                          <a:pt x="58268" y="19860"/>
                          <a:pt x="37477" y="2101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24" name="Forme libre : forme 21023">
                    <a:extLst>
                      <a:ext uri="{FF2B5EF4-FFF2-40B4-BE49-F238E27FC236}">
                        <a16:creationId xmlns:a16="http://schemas.microsoft.com/office/drawing/2014/main" id="{0D1622DD-E377-41AA-938E-CD386338054B}"/>
                      </a:ext>
                    </a:extLst>
                  </p:cNvPr>
                  <p:cNvSpPr/>
                  <p:nvPr/>
                </p:nvSpPr>
                <p:spPr>
                  <a:xfrm>
                    <a:off x="4661893" y="1237812"/>
                    <a:ext cx="44434" cy="16914"/>
                  </a:xfrm>
                  <a:custGeom>
                    <a:avLst/>
                    <a:gdLst>
                      <a:gd name="connsiteX0" fmla="*/ 44198 w 44434"/>
                      <a:gd name="connsiteY0" fmla="*/ 1326 h 16914"/>
                      <a:gd name="connsiteX1" fmla="*/ 37238 w 44434"/>
                      <a:gd name="connsiteY1" fmla="*/ 9616 h 16914"/>
                      <a:gd name="connsiteX2" fmla="*/ 33603 w 44434"/>
                      <a:gd name="connsiteY2" fmla="*/ 11789 h 16914"/>
                      <a:gd name="connsiteX3" fmla="*/ 29702 w 44434"/>
                      <a:gd name="connsiteY3" fmla="*/ 13340 h 16914"/>
                      <a:gd name="connsiteX4" fmla="*/ 23363 w 44434"/>
                      <a:gd name="connsiteY4" fmla="*/ 15557 h 16914"/>
                      <a:gd name="connsiteX5" fmla="*/ 20614 w 44434"/>
                      <a:gd name="connsiteY5" fmla="*/ 16310 h 16914"/>
                      <a:gd name="connsiteX6" fmla="*/ 17068 w 44434"/>
                      <a:gd name="connsiteY6" fmla="*/ 16665 h 16914"/>
                      <a:gd name="connsiteX7" fmla="*/ 9266 w 44434"/>
                      <a:gd name="connsiteY7" fmla="*/ 16887 h 16914"/>
                      <a:gd name="connsiteX8" fmla="*/ 0 w 44434"/>
                      <a:gd name="connsiteY8" fmla="*/ 11966 h 16914"/>
                      <a:gd name="connsiteX9" fmla="*/ 8379 w 44434"/>
                      <a:gd name="connsiteY9" fmla="*/ 7222 h 16914"/>
                      <a:gd name="connsiteX10" fmla="*/ 15073 w 44434"/>
                      <a:gd name="connsiteY10" fmla="*/ 5582 h 16914"/>
                      <a:gd name="connsiteX11" fmla="*/ 20393 w 44434"/>
                      <a:gd name="connsiteY11" fmla="*/ 4474 h 16914"/>
                      <a:gd name="connsiteX12" fmla="*/ 26023 w 44434"/>
                      <a:gd name="connsiteY12" fmla="*/ 3055 h 16914"/>
                      <a:gd name="connsiteX13" fmla="*/ 33426 w 44434"/>
                      <a:gd name="connsiteY13" fmla="*/ 1282 h 16914"/>
                      <a:gd name="connsiteX14" fmla="*/ 44198 w 44434"/>
                      <a:gd name="connsiteY14" fmla="*/ 1326 h 16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4434" h="16914">
                        <a:moveTo>
                          <a:pt x="44198" y="1326"/>
                        </a:moveTo>
                        <a:cubicBezTo>
                          <a:pt x="45395" y="3366"/>
                          <a:pt x="41893" y="6558"/>
                          <a:pt x="37238" y="9616"/>
                        </a:cubicBezTo>
                        <a:cubicBezTo>
                          <a:pt x="36086" y="10370"/>
                          <a:pt x="34889" y="11168"/>
                          <a:pt x="33603" y="11789"/>
                        </a:cubicBezTo>
                        <a:cubicBezTo>
                          <a:pt x="32273" y="12321"/>
                          <a:pt x="30943" y="12852"/>
                          <a:pt x="29702" y="13340"/>
                        </a:cubicBezTo>
                        <a:cubicBezTo>
                          <a:pt x="27175" y="14315"/>
                          <a:pt x="24870" y="15069"/>
                          <a:pt x="23363" y="15557"/>
                        </a:cubicBezTo>
                        <a:cubicBezTo>
                          <a:pt x="22565" y="15778"/>
                          <a:pt x="21678" y="16089"/>
                          <a:pt x="20614" y="16310"/>
                        </a:cubicBezTo>
                        <a:cubicBezTo>
                          <a:pt x="19550" y="16399"/>
                          <a:pt x="18353" y="16532"/>
                          <a:pt x="17068" y="16665"/>
                        </a:cubicBezTo>
                        <a:cubicBezTo>
                          <a:pt x="14541" y="16842"/>
                          <a:pt x="11792" y="16975"/>
                          <a:pt x="9266" y="16887"/>
                        </a:cubicBezTo>
                        <a:cubicBezTo>
                          <a:pt x="4123" y="16266"/>
                          <a:pt x="-44" y="14448"/>
                          <a:pt x="0" y="11966"/>
                        </a:cubicBezTo>
                        <a:cubicBezTo>
                          <a:pt x="45" y="9350"/>
                          <a:pt x="3990" y="8153"/>
                          <a:pt x="8379" y="7222"/>
                        </a:cubicBezTo>
                        <a:cubicBezTo>
                          <a:pt x="10595" y="6513"/>
                          <a:pt x="12945" y="5981"/>
                          <a:pt x="15073" y="5582"/>
                        </a:cubicBezTo>
                        <a:cubicBezTo>
                          <a:pt x="17201" y="5228"/>
                          <a:pt x="19151" y="4917"/>
                          <a:pt x="20393" y="4474"/>
                        </a:cubicBezTo>
                        <a:cubicBezTo>
                          <a:pt x="21678" y="4119"/>
                          <a:pt x="23673" y="3587"/>
                          <a:pt x="26023" y="3055"/>
                        </a:cubicBezTo>
                        <a:cubicBezTo>
                          <a:pt x="28328" y="2523"/>
                          <a:pt x="30988" y="2080"/>
                          <a:pt x="33426" y="1282"/>
                        </a:cubicBezTo>
                        <a:cubicBezTo>
                          <a:pt x="38347" y="-136"/>
                          <a:pt x="43046" y="-713"/>
                          <a:pt x="44198" y="1326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25" name="Forme libre : forme 21024">
                    <a:extLst>
                      <a:ext uri="{FF2B5EF4-FFF2-40B4-BE49-F238E27FC236}">
                        <a16:creationId xmlns:a16="http://schemas.microsoft.com/office/drawing/2014/main" id="{03A767DB-A7C7-4B45-BB25-0DEE97A2EEB4}"/>
                      </a:ext>
                    </a:extLst>
                  </p:cNvPr>
                  <p:cNvSpPr/>
                  <p:nvPr/>
                </p:nvSpPr>
                <p:spPr>
                  <a:xfrm>
                    <a:off x="4661603" y="1244902"/>
                    <a:ext cx="33627" cy="9770"/>
                  </a:xfrm>
                  <a:custGeom>
                    <a:avLst/>
                    <a:gdLst>
                      <a:gd name="connsiteX0" fmla="*/ 9511 w 33627"/>
                      <a:gd name="connsiteY0" fmla="*/ 0 h 9770"/>
                      <a:gd name="connsiteX1" fmla="*/ 3526 w 33627"/>
                      <a:gd name="connsiteY1" fmla="*/ 1685 h 9770"/>
                      <a:gd name="connsiteX2" fmla="*/ 68 w 33627"/>
                      <a:gd name="connsiteY2" fmla="*/ 4832 h 9770"/>
                      <a:gd name="connsiteX3" fmla="*/ 9555 w 33627"/>
                      <a:gd name="connsiteY3" fmla="*/ 9708 h 9770"/>
                      <a:gd name="connsiteX4" fmla="*/ 17092 w 33627"/>
                      <a:gd name="connsiteY4" fmla="*/ 9531 h 9770"/>
                      <a:gd name="connsiteX5" fmla="*/ 20771 w 33627"/>
                      <a:gd name="connsiteY5" fmla="*/ 9177 h 9770"/>
                      <a:gd name="connsiteX6" fmla="*/ 23963 w 33627"/>
                      <a:gd name="connsiteY6" fmla="*/ 8378 h 9770"/>
                      <a:gd name="connsiteX7" fmla="*/ 33627 w 33627"/>
                      <a:gd name="connsiteY7" fmla="*/ 4610 h 9770"/>
                      <a:gd name="connsiteX8" fmla="*/ 28263 w 33627"/>
                      <a:gd name="connsiteY8" fmla="*/ 5896 h 9770"/>
                      <a:gd name="connsiteX9" fmla="*/ 22012 w 33627"/>
                      <a:gd name="connsiteY9" fmla="*/ 6295 h 9770"/>
                      <a:gd name="connsiteX10" fmla="*/ 16072 w 33627"/>
                      <a:gd name="connsiteY10" fmla="*/ 5408 h 9770"/>
                      <a:gd name="connsiteX11" fmla="*/ 9511 w 33627"/>
                      <a:gd name="connsiteY11" fmla="*/ 0 h 9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3627" h="9770">
                        <a:moveTo>
                          <a:pt x="9511" y="0"/>
                        </a:moveTo>
                        <a:cubicBezTo>
                          <a:pt x="8225" y="798"/>
                          <a:pt x="5654" y="1020"/>
                          <a:pt x="3526" y="1685"/>
                        </a:cubicBezTo>
                        <a:cubicBezTo>
                          <a:pt x="1398" y="2305"/>
                          <a:pt x="-375" y="3236"/>
                          <a:pt x="68" y="4832"/>
                        </a:cubicBezTo>
                        <a:cubicBezTo>
                          <a:pt x="778" y="7315"/>
                          <a:pt x="4723" y="9132"/>
                          <a:pt x="9555" y="9708"/>
                        </a:cubicBezTo>
                        <a:cubicBezTo>
                          <a:pt x="11949" y="9841"/>
                          <a:pt x="14565" y="9753"/>
                          <a:pt x="17092" y="9531"/>
                        </a:cubicBezTo>
                        <a:cubicBezTo>
                          <a:pt x="18377" y="9398"/>
                          <a:pt x="19574" y="9310"/>
                          <a:pt x="20771" y="9177"/>
                        </a:cubicBezTo>
                        <a:cubicBezTo>
                          <a:pt x="21924" y="8999"/>
                          <a:pt x="22988" y="8644"/>
                          <a:pt x="23963" y="8378"/>
                        </a:cubicBezTo>
                        <a:cubicBezTo>
                          <a:pt x="26268" y="7714"/>
                          <a:pt x="31278" y="5807"/>
                          <a:pt x="33627" y="4610"/>
                        </a:cubicBezTo>
                        <a:cubicBezTo>
                          <a:pt x="32164" y="5009"/>
                          <a:pt x="29682" y="5763"/>
                          <a:pt x="28263" y="5896"/>
                        </a:cubicBezTo>
                        <a:cubicBezTo>
                          <a:pt x="26224" y="6073"/>
                          <a:pt x="24052" y="6251"/>
                          <a:pt x="22012" y="6295"/>
                        </a:cubicBezTo>
                        <a:cubicBezTo>
                          <a:pt x="19973" y="6428"/>
                          <a:pt x="17845" y="5807"/>
                          <a:pt x="16072" y="5408"/>
                        </a:cubicBezTo>
                        <a:cubicBezTo>
                          <a:pt x="12481" y="4433"/>
                          <a:pt x="9954" y="2748"/>
                          <a:pt x="9511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26" name="Forme libre : forme 21025">
                    <a:extLst>
                      <a:ext uri="{FF2B5EF4-FFF2-40B4-BE49-F238E27FC236}">
                        <a16:creationId xmlns:a16="http://schemas.microsoft.com/office/drawing/2014/main" id="{1B3D0E0A-4FC1-41E9-950C-735BD2EF0CC0}"/>
                      </a:ext>
                    </a:extLst>
                  </p:cNvPr>
                  <p:cNvSpPr/>
                  <p:nvPr/>
                </p:nvSpPr>
                <p:spPr>
                  <a:xfrm>
                    <a:off x="4664275" y="1237612"/>
                    <a:ext cx="44671" cy="18140"/>
                  </a:xfrm>
                  <a:custGeom>
                    <a:avLst/>
                    <a:gdLst>
                      <a:gd name="connsiteX0" fmla="*/ 44609 w 44671"/>
                      <a:gd name="connsiteY0" fmla="*/ 1438 h 18140"/>
                      <a:gd name="connsiteX1" fmla="*/ 23596 w 44671"/>
                      <a:gd name="connsiteY1" fmla="*/ 16377 h 18140"/>
                      <a:gd name="connsiteX2" fmla="*/ 17168 w 44671"/>
                      <a:gd name="connsiteY2" fmla="*/ 17885 h 18140"/>
                      <a:gd name="connsiteX3" fmla="*/ 9410 w 44671"/>
                      <a:gd name="connsiteY3" fmla="*/ 18106 h 18140"/>
                      <a:gd name="connsiteX4" fmla="*/ 5864 w 44671"/>
                      <a:gd name="connsiteY4" fmla="*/ 17752 h 18140"/>
                      <a:gd name="connsiteX5" fmla="*/ 2894 w 44671"/>
                      <a:gd name="connsiteY5" fmla="*/ 16643 h 18140"/>
                      <a:gd name="connsiteX6" fmla="*/ 12 w 44671"/>
                      <a:gd name="connsiteY6" fmla="*/ 13407 h 18140"/>
                      <a:gd name="connsiteX7" fmla="*/ 2406 w 44671"/>
                      <a:gd name="connsiteY7" fmla="*/ 10393 h 18140"/>
                      <a:gd name="connsiteX8" fmla="*/ 5110 w 44671"/>
                      <a:gd name="connsiteY8" fmla="*/ 9462 h 18140"/>
                      <a:gd name="connsiteX9" fmla="*/ 8346 w 44671"/>
                      <a:gd name="connsiteY9" fmla="*/ 8353 h 18140"/>
                      <a:gd name="connsiteX10" fmla="*/ 15218 w 44671"/>
                      <a:gd name="connsiteY10" fmla="*/ 6713 h 18140"/>
                      <a:gd name="connsiteX11" fmla="*/ 20449 w 44671"/>
                      <a:gd name="connsiteY11" fmla="*/ 5206 h 18140"/>
                      <a:gd name="connsiteX12" fmla="*/ 44609 w 44671"/>
                      <a:gd name="connsiteY12" fmla="*/ 1438 h 18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4671" h="18140">
                        <a:moveTo>
                          <a:pt x="44609" y="1438"/>
                        </a:moveTo>
                        <a:cubicBezTo>
                          <a:pt x="45762" y="6181"/>
                          <a:pt x="30689" y="14782"/>
                          <a:pt x="23596" y="16377"/>
                        </a:cubicBezTo>
                        <a:cubicBezTo>
                          <a:pt x="21867" y="16865"/>
                          <a:pt x="19739" y="17752"/>
                          <a:pt x="17168" y="17885"/>
                        </a:cubicBezTo>
                        <a:cubicBezTo>
                          <a:pt x="14641" y="18106"/>
                          <a:pt x="11893" y="18195"/>
                          <a:pt x="9410" y="18106"/>
                        </a:cubicBezTo>
                        <a:cubicBezTo>
                          <a:pt x="8169" y="18062"/>
                          <a:pt x="6972" y="17929"/>
                          <a:pt x="5864" y="17752"/>
                        </a:cubicBezTo>
                        <a:cubicBezTo>
                          <a:pt x="4756" y="17441"/>
                          <a:pt x="3736" y="17042"/>
                          <a:pt x="2894" y="16643"/>
                        </a:cubicBezTo>
                        <a:cubicBezTo>
                          <a:pt x="1209" y="15801"/>
                          <a:pt x="145" y="14737"/>
                          <a:pt x="12" y="13407"/>
                        </a:cubicBezTo>
                        <a:cubicBezTo>
                          <a:pt x="-121" y="12122"/>
                          <a:pt x="854" y="11102"/>
                          <a:pt x="2406" y="10393"/>
                        </a:cubicBezTo>
                        <a:cubicBezTo>
                          <a:pt x="3160" y="10038"/>
                          <a:pt x="4091" y="9728"/>
                          <a:pt x="5110" y="9462"/>
                        </a:cubicBezTo>
                        <a:cubicBezTo>
                          <a:pt x="6130" y="9107"/>
                          <a:pt x="7194" y="8664"/>
                          <a:pt x="8346" y="8353"/>
                        </a:cubicBezTo>
                        <a:cubicBezTo>
                          <a:pt x="10607" y="7689"/>
                          <a:pt x="13045" y="7112"/>
                          <a:pt x="15218" y="6713"/>
                        </a:cubicBezTo>
                        <a:cubicBezTo>
                          <a:pt x="17390" y="6314"/>
                          <a:pt x="19252" y="5516"/>
                          <a:pt x="20449" y="5206"/>
                        </a:cubicBezTo>
                        <a:cubicBezTo>
                          <a:pt x="25502" y="4585"/>
                          <a:pt x="43545" y="-3128"/>
                          <a:pt x="44609" y="143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27" name="Forme libre : forme 21026">
                    <a:extLst>
                      <a:ext uri="{FF2B5EF4-FFF2-40B4-BE49-F238E27FC236}">
                        <a16:creationId xmlns:a16="http://schemas.microsoft.com/office/drawing/2014/main" id="{45C38812-1A9B-41F3-A2B3-DC2024009341}"/>
                      </a:ext>
                    </a:extLst>
                  </p:cNvPr>
                  <p:cNvSpPr/>
                  <p:nvPr/>
                </p:nvSpPr>
                <p:spPr>
                  <a:xfrm>
                    <a:off x="4640877" y="1239475"/>
                    <a:ext cx="58432" cy="24190"/>
                  </a:xfrm>
                  <a:custGeom>
                    <a:avLst/>
                    <a:gdLst>
                      <a:gd name="connsiteX0" fmla="*/ 4 w 58432"/>
                      <a:gd name="connsiteY0" fmla="*/ 6313 h 24190"/>
                      <a:gd name="connsiteX1" fmla="*/ 3993 w 58432"/>
                      <a:gd name="connsiteY1" fmla="*/ 13584 h 24190"/>
                      <a:gd name="connsiteX2" fmla="*/ 26868 w 58432"/>
                      <a:gd name="connsiteY2" fmla="*/ 23957 h 24190"/>
                      <a:gd name="connsiteX3" fmla="*/ 33695 w 58432"/>
                      <a:gd name="connsiteY3" fmla="*/ 23913 h 24190"/>
                      <a:gd name="connsiteX4" fmla="*/ 40478 w 58432"/>
                      <a:gd name="connsiteY4" fmla="*/ 22893 h 24190"/>
                      <a:gd name="connsiteX5" fmla="*/ 43714 w 58432"/>
                      <a:gd name="connsiteY5" fmla="*/ 22139 h 24190"/>
                      <a:gd name="connsiteX6" fmla="*/ 46640 w 58432"/>
                      <a:gd name="connsiteY6" fmla="*/ 20943 h 24190"/>
                      <a:gd name="connsiteX7" fmla="*/ 51871 w 58432"/>
                      <a:gd name="connsiteY7" fmla="*/ 18327 h 24190"/>
                      <a:gd name="connsiteX8" fmla="*/ 57456 w 58432"/>
                      <a:gd name="connsiteY8" fmla="*/ 13761 h 24190"/>
                      <a:gd name="connsiteX9" fmla="*/ 57722 w 58432"/>
                      <a:gd name="connsiteY9" fmla="*/ 9505 h 24190"/>
                      <a:gd name="connsiteX10" fmla="*/ 54442 w 58432"/>
                      <a:gd name="connsiteY10" fmla="*/ 9062 h 24190"/>
                      <a:gd name="connsiteX11" fmla="*/ 49787 w 58432"/>
                      <a:gd name="connsiteY11" fmla="*/ 9461 h 24190"/>
                      <a:gd name="connsiteX12" fmla="*/ 39414 w 58432"/>
                      <a:gd name="connsiteY12" fmla="*/ 9505 h 24190"/>
                      <a:gd name="connsiteX13" fmla="*/ 29484 w 58432"/>
                      <a:gd name="connsiteY13" fmla="*/ 7156 h 24190"/>
                      <a:gd name="connsiteX14" fmla="*/ 12062 w 58432"/>
                      <a:gd name="connsiteY14" fmla="*/ 18 h 24190"/>
                      <a:gd name="connsiteX15" fmla="*/ 9712 w 58432"/>
                      <a:gd name="connsiteY15" fmla="*/ 63 h 24190"/>
                      <a:gd name="connsiteX16" fmla="*/ 7540 w 58432"/>
                      <a:gd name="connsiteY16" fmla="*/ 151 h 24190"/>
                      <a:gd name="connsiteX17" fmla="*/ 3683 w 58432"/>
                      <a:gd name="connsiteY17" fmla="*/ 1260 h 24190"/>
                      <a:gd name="connsiteX18" fmla="*/ 4 w 58432"/>
                      <a:gd name="connsiteY18" fmla="*/ 6313 h 24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8432" h="24190">
                        <a:moveTo>
                          <a:pt x="4" y="6313"/>
                        </a:moveTo>
                        <a:cubicBezTo>
                          <a:pt x="181" y="9417"/>
                          <a:pt x="979" y="10658"/>
                          <a:pt x="3993" y="13584"/>
                        </a:cubicBezTo>
                        <a:cubicBezTo>
                          <a:pt x="9934" y="18770"/>
                          <a:pt x="16051" y="22937"/>
                          <a:pt x="26868" y="23957"/>
                        </a:cubicBezTo>
                        <a:cubicBezTo>
                          <a:pt x="29129" y="24356"/>
                          <a:pt x="31434" y="24179"/>
                          <a:pt x="33695" y="23913"/>
                        </a:cubicBezTo>
                        <a:cubicBezTo>
                          <a:pt x="36000" y="23691"/>
                          <a:pt x="38261" y="23336"/>
                          <a:pt x="40478" y="22893"/>
                        </a:cubicBezTo>
                        <a:cubicBezTo>
                          <a:pt x="41586" y="22671"/>
                          <a:pt x="42694" y="22450"/>
                          <a:pt x="43714" y="22139"/>
                        </a:cubicBezTo>
                        <a:cubicBezTo>
                          <a:pt x="44734" y="21741"/>
                          <a:pt x="45709" y="21342"/>
                          <a:pt x="46640" y="20943"/>
                        </a:cubicBezTo>
                        <a:cubicBezTo>
                          <a:pt x="48546" y="20100"/>
                          <a:pt x="50275" y="19214"/>
                          <a:pt x="51871" y="18327"/>
                        </a:cubicBezTo>
                        <a:cubicBezTo>
                          <a:pt x="54176" y="16908"/>
                          <a:pt x="56348" y="15490"/>
                          <a:pt x="57456" y="13761"/>
                        </a:cubicBezTo>
                        <a:cubicBezTo>
                          <a:pt x="58565" y="12076"/>
                          <a:pt x="58831" y="10525"/>
                          <a:pt x="57722" y="9505"/>
                        </a:cubicBezTo>
                        <a:cubicBezTo>
                          <a:pt x="57013" y="8840"/>
                          <a:pt x="55861" y="8885"/>
                          <a:pt x="54442" y="9062"/>
                        </a:cubicBezTo>
                        <a:cubicBezTo>
                          <a:pt x="52979" y="9151"/>
                          <a:pt x="51339" y="9417"/>
                          <a:pt x="49787" y="9461"/>
                        </a:cubicBezTo>
                        <a:cubicBezTo>
                          <a:pt x="46196" y="9505"/>
                          <a:pt x="42827" y="9904"/>
                          <a:pt x="39414" y="9505"/>
                        </a:cubicBezTo>
                        <a:cubicBezTo>
                          <a:pt x="36000" y="9018"/>
                          <a:pt x="32631" y="8308"/>
                          <a:pt x="29484" y="7156"/>
                        </a:cubicBezTo>
                        <a:cubicBezTo>
                          <a:pt x="23942" y="4540"/>
                          <a:pt x="19022" y="728"/>
                          <a:pt x="12062" y="18"/>
                        </a:cubicBezTo>
                        <a:cubicBezTo>
                          <a:pt x="11264" y="-26"/>
                          <a:pt x="10466" y="18"/>
                          <a:pt x="9712" y="63"/>
                        </a:cubicBezTo>
                        <a:cubicBezTo>
                          <a:pt x="8958" y="18"/>
                          <a:pt x="8249" y="63"/>
                          <a:pt x="7540" y="151"/>
                        </a:cubicBezTo>
                        <a:cubicBezTo>
                          <a:pt x="6121" y="329"/>
                          <a:pt x="4836" y="728"/>
                          <a:pt x="3683" y="1260"/>
                        </a:cubicBezTo>
                        <a:cubicBezTo>
                          <a:pt x="1511" y="2368"/>
                          <a:pt x="-85" y="4186"/>
                          <a:pt x="4" y="631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28" name="Forme libre : forme 21027">
                    <a:extLst>
                      <a:ext uri="{FF2B5EF4-FFF2-40B4-BE49-F238E27FC236}">
                        <a16:creationId xmlns:a16="http://schemas.microsoft.com/office/drawing/2014/main" id="{89996AB3-8D4D-48F2-90DC-66933A0ED946}"/>
                      </a:ext>
                    </a:extLst>
                  </p:cNvPr>
                  <p:cNvSpPr/>
                  <p:nvPr/>
                </p:nvSpPr>
                <p:spPr>
                  <a:xfrm>
                    <a:off x="4652610" y="1240460"/>
                    <a:ext cx="17184" cy="5381"/>
                  </a:xfrm>
                  <a:custGeom>
                    <a:avLst/>
                    <a:gdLst>
                      <a:gd name="connsiteX0" fmla="*/ 1924 w 17184"/>
                      <a:gd name="connsiteY0" fmla="*/ 2447 h 5381"/>
                      <a:gd name="connsiteX1" fmla="*/ 106 w 17184"/>
                      <a:gd name="connsiteY1" fmla="*/ 3333 h 5381"/>
                      <a:gd name="connsiteX2" fmla="*/ 1170 w 17184"/>
                      <a:gd name="connsiteY2" fmla="*/ 4663 h 5381"/>
                      <a:gd name="connsiteX3" fmla="*/ 4362 w 17184"/>
                      <a:gd name="connsiteY3" fmla="*/ 5240 h 5381"/>
                      <a:gd name="connsiteX4" fmla="*/ 12297 w 17184"/>
                      <a:gd name="connsiteY4" fmla="*/ 4663 h 5381"/>
                      <a:gd name="connsiteX5" fmla="*/ 15046 w 17184"/>
                      <a:gd name="connsiteY5" fmla="*/ 3954 h 5381"/>
                      <a:gd name="connsiteX6" fmla="*/ 17130 w 17184"/>
                      <a:gd name="connsiteY6" fmla="*/ 1250 h 5381"/>
                      <a:gd name="connsiteX7" fmla="*/ 13317 w 17184"/>
                      <a:gd name="connsiteY7" fmla="*/ 8 h 5381"/>
                      <a:gd name="connsiteX8" fmla="*/ 7510 w 17184"/>
                      <a:gd name="connsiteY8" fmla="*/ 1117 h 5381"/>
                      <a:gd name="connsiteX9" fmla="*/ 1924 w 17184"/>
                      <a:gd name="connsiteY9" fmla="*/ 2447 h 5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184" h="5381">
                        <a:moveTo>
                          <a:pt x="1924" y="2447"/>
                        </a:moveTo>
                        <a:cubicBezTo>
                          <a:pt x="1082" y="2668"/>
                          <a:pt x="461" y="2846"/>
                          <a:pt x="106" y="3333"/>
                        </a:cubicBezTo>
                        <a:cubicBezTo>
                          <a:pt x="-248" y="3821"/>
                          <a:pt x="328" y="4309"/>
                          <a:pt x="1170" y="4663"/>
                        </a:cubicBezTo>
                        <a:cubicBezTo>
                          <a:pt x="2013" y="4974"/>
                          <a:pt x="3343" y="5151"/>
                          <a:pt x="4362" y="5240"/>
                        </a:cubicBezTo>
                        <a:cubicBezTo>
                          <a:pt x="6978" y="5683"/>
                          <a:pt x="9815" y="4974"/>
                          <a:pt x="12297" y="4663"/>
                        </a:cubicBezTo>
                        <a:cubicBezTo>
                          <a:pt x="13317" y="4486"/>
                          <a:pt x="14292" y="4353"/>
                          <a:pt x="15046" y="3954"/>
                        </a:cubicBezTo>
                        <a:cubicBezTo>
                          <a:pt x="16686" y="3245"/>
                          <a:pt x="17396" y="2048"/>
                          <a:pt x="17130" y="1250"/>
                        </a:cubicBezTo>
                        <a:cubicBezTo>
                          <a:pt x="16864" y="540"/>
                          <a:pt x="15622" y="-80"/>
                          <a:pt x="13317" y="8"/>
                        </a:cubicBezTo>
                        <a:cubicBezTo>
                          <a:pt x="11500" y="97"/>
                          <a:pt x="9505" y="540"/>
                          <a:pt x="7510" y="1117"/>
                        </a:cubicBezTo>
                        <a:cubicBezTo>
                          <a:pt x="5559" y="1604"/>
                          <a:pt x="3653" y="1915"/>
                          <a:pt x="1924" y="244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29" name="Forme libre : forme 21028">
                    <a:extLst>
                      <a:ext uri="{FF2B5EF4-FFF2-40B4-BE49-F238E27FC236}">
                        <a16:creationId xmlns:a16="http://schemas.microsoft.com/office/drawing/2014/main" id="{6ADF8655-60DF-48C2-8341-5ACA0A44DCFE}"/>
                      </a:ext>
                    </a:extLst>
                  </p:cNvPr>
                  <p:cNvSpPr/>
                  <p:nvPr/>
                </p:nvSpPr>
                <p:spPr>
                  <a:xfrm>
                    <a:off x="4700683" y="1233154"/>
                    <a:ext cx="20837" cy="25933"/>
                  </a:xfrm>
                  <a:custGeom>
                    <a:avLst/>
                    <a:gdLst>
                      <a:gd name="connsiteX0" fmla="*/ 20836 w 20837"/>
                      <a:gd name="connsiteY0" fmla="*/ 0 h 25933"/>
                      <a:gd name="connsiteX1" fmla="*/ 14142 w 20837"/>
                      <a:gd name="connsiteY1" fmla="*/ 13565 h 25933"/>
                      <a:gd name="connsiteX2" fmla="*/ 7226 w 20837"/>
                      <a:gd name="connsiteY2" fmla="*/ 20259 h 25933"/>
                      <a:gd name="connsiteX3" fmla="*/ 0 w 20837"/>
                      <a:gd name="connsiteY3" fmla="*/ 25934 h 25933"/>
                      <a:gd name="connsiteX4" fmla="*/ 12989 w 20837"/>
                      <a:gd name="connsiteY4" fmla="*/ 13521 h 25933"/>
                      <a:gd name="connsiteX5" fmla="*/ 20836 w 20837"/>
                      <a:gd name="connsiteY5" fmla="*/ 0 h 25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837" h="25933">
                        <a:moveTo>
                          <a:pt x="20836" y="0"/>
                        </a:moveTo>
                        <a:cubicBezTo>
                          <a:pt x="20924" y="3812"/>
                          <a:pt x="18087" y="8644"/>
                          <a:pt x="14142" y="13565"/>
                        </a:cubicBezTo>
                        <a:cubicBezTo>
                          <a:pt x="12280" y="16136"/>
                          <a:pt x="9664" y="18131"/>
                          <a:pt x="7226" y="20259"/>
                        </a:cubicBezTo>
                        <a:cubicBezTo>
                          <a:pt x="4743" y="22298"/>
                          <a:pt x="2217" y="24249"/>
                          <a:pt x="0" y="25934"/>
                        </a:cubicBezTo>
                        <a:cubicBezTo>
                          <a:pt x="4832" y="22254"/>
                          <a:pt x="9487" y="18087"/>
                          <a:pt x="12989" y="13521"/>
                        </a:cubicBezTo>
                        <a:cubicBezTo>
                          <a:pt x="16358" y="8733"/>
                          <a:pt x="19062" y="4034"/>
                          <a:pt x="2083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30" name="Forme libre : forme 21029">
                    <a:extLst>
                      <a:ext uri="{FF2B5EF4-FFF2-40B4-BE49-F238E27FC236}">
                        <a16:creationId xmlns:a16="http://schemas.microsoft.com/office/drawing/2014/main" id="{D907EA70-83B3-408D-A16F-3EF4B8D44B0F}"/>
                      </a:ext>
                    </a:extLst>
                  </p:cNvPr>
                  <p:cNvSpPr/>
                  <p:nvPr/>
                </p:nvSpPr>
                <p:spPr>
                  <a:xfrm>
                    <a:off x="4634363" y="1232844"/>
                    <a:ext cx="29081" cy="3679"/>
                  </a:xfrm>
                  <a:custGeom>
                    <a:avLst/>
                    <a:gdLst>
                      <a:gd name="connsiteX0" fmla="*/ 29081 w 29081"/>
                      <a:gd name="connsiteY0" fmla="*/ 0 h 3679"/>
                      <a:gd name="connsiteX1" fmla="*/ 25446 w 29081"/>
                      <a:gd name="connsiteY1" fmla="*/ 399 h 3679"/>
                      <a:gd name="connsiteX2" fmla="*/ 21900 w 29081"/>
                      <a:gd name="connsiteY2" fmla="*/ 621 h 3679"/>
                      <a:gd name="connsiteX3" fmla="*/ 18264 w 29081"/>
                      <a:gd name="connsiteY3" fmla="*/ 1241 h 3679"/>
                      <a:gd name="connsiteX4" fmla="*/ 14674 w 29081"/>
                      <a:gd name="connsiteY4" fmla="*/ 1640 h 3679"/>
                      <a:gd name="connsiteX5" fmla="*/ 7315 w 29081"/>
                      <a:gd name="connsiteY5" fmla="*/ 2748 h 3679"/>
                      <a:gd name="connsiteX6" fmla="*/ 0 w 29081"/>
                      <a:gd name="connsiteY6" fmla="*/ 3679 h 3679"/>
                      <a:gd name="connsiteX7" fmla="*/ 7182 w 29081"/>
                      <a:gd name="connsiteY7" fmla="*/ 2881 h 3679"/>
                      <a:gd name="connsiteX8" fmla="*/ 14851 w 29081"/>
                      <a:gd name="connsiteY8" fmla="*/ 2217 h 3679"/>
                      <a:gd name="connsiteX9" fmla="*/ 22343 w 29081"/>
                      <a:gd name="connsiteY9" fmla="*/ 1241 h 3679"/>
                      <a:gd name="connsiteX10" fmla="*/ 25801 w 29081"/>
                      <a:gd name="connsiteY10" fmla="*/ 798 h 3679"/>
                      <a:gd name="connsiteX11" fmla="*/ 29081 w 29081"/>
                      <a:gd name="connsiteY11" fmla="*/ 0 h 3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9081" h="3679">
                        <a:moveTo>
                          <a:pt x="29081" y="0"/>
                        </a:moveTo>
                        <a:cubicBezTo>
                          <a:pt x="27884" y="44"/>
                          <a:pt x="26643" y="355"/>
                          <a:pt x="25446" y="399"/>
                        </a:cubicBezTo>
                        <a:cubicBezTo>
                          <a:pt x="24249" y="399"/>
                          <a:pt x="23096" y="488"/>
                          <a:pt x="21900" y="621"/>
                        </a:cubicBezTo>
                        <a:cubicBezTo>
                          <a:pt x="20703" y="754"/>
                          <a:pt x="19506" y="975"/>
                          <a:pt x="18264" y="1241"/>
                        </a:cubicBezTo>
                        <a:cubicBezTo>
                          <a:pt x="17023" y="1507"/>
                          <a:pt x="15870" y="1463"/>
                          <a:pt x="14674" y="1640"/>
                        </a:cubicBezTo>
                        <a:cubicBezTo>
                          <a:pt x="12280" y="1862"/>
                          <a:pt x="9708" y="2571"/>
                          <a:pt x="7315" y="2748"/>
                        </a:cubicBezTo>
                        <a:cubicBezTo>
                          <a:pt x="4876" y="2970"/>
                          <a:pt x="2438" y="3325"/>
                          <a:pt x="0" y="3679"/>
                        </a:cubicBezTo>
                        <a:cubicBezTo>
                          <a:pt x="2261" y="3236"/>
                          <a:pt x="4699" y="2970"/>
                          <a:pt x="7182" y="2881"/>
                        </a:cubicBezTo>
                        <a:cubicBezTo>
                          <a:pt x="9664" y="2837"/>
                          <a:pt x="12368" y="2305"/>
                          <a:pt x="14851" y="2217"/>
                        </a:cubicBezTo>
                        <a:cubicBezTo>
                          <a:pt x="17333" y="2261"/>
                          <a:pt x="19949" y="1596"/>
                          <a:pt x="22343" y="1241"/>
                        </a:cubicBezTo>
                        <a:cubicBezTo>
                          <a:pt x="23540" y="1108"/>
                          <a:pt x="24692" y="931"/>
                          <a:pt x="25801" y="798"/>
                        </a:cubicBezTo>
                        <a:cubicBezTo>
                          <a:pt x="26953" y="621"/>
                          <a:pt x="28017" y="310"/>
                          <a:pt x="2908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31" name="Forme libre : forme 21030">
                    <a:extLst>
                      <a:ext uri="{FF2B5EF4-FFF2-40B4-BE49-F238E27FC236}">
                        <a16:creationId xmlns:a16="http://schemas.microsoft.com/office/drawing/2014/main" id="{4222699A-2A5D-48FE-AFF4-4328C541DD53}"/>
                      </a:ext>
                    </a:extLst>
                  </p:cNvPr>
                  <p:cNvSpPr/>
                  <p:nvPr/>
                </p:nvSpPr>
                <p:spPr>
                  <a:xfrm>
                    <a:off x="4679758" y="1241273"/>
                    <a:ext cx="16239" cy="5276"/>
                  </a:xfrm>
                  <a:custGeom>
                    <a:avLst/>
                    <a:gdLst>
                      <a:gd name="connsiteX0" fmla="*/ 16225 w 16239"/>
                      <a:gd name="connsiteY0" fmla="*/ 880 h 5276"/>
                      <a:gd name="connsiteX1" fmla="*/ 7093 w 16239"/>
                      <a:gd name="connsiteY1" fmla="*/ 4737 h 5276"/>
                      <a:gd name="connsiteX2" fmla="*/ 2527 w 16239"/>
                      <a:gd name="connsiteY2" fmla="*/ 5269 h 5276"/>
                      <a:gd name="connsiteX3" fmla="*/ 89 w 16239"/>
                      <a:gd name="connsiteY3" fmla="*/ 3806 h 5276"/>
                      <a:gd name="connsiteX4" fmla="*/ 8644 w 16239"/>
                      <a:gd name="connsiteY4" fmla="*/ 747 h 5276"/>
                      <a:gd name="connsiteX5" fmla="*/ 13343 w 16239"/>
                      <a:gd name="connsiteY5" fmla="*/ 171 h 5276"/>
                      <a:gd name="connsiteX6" fmla="*/ 16225 w 16239"/>
                      <a:gd name="connsiteY6" fmla="*/ 880 h 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239" h="5276">
                        <a:moveTo>
                          <a:pt x="16225" y="880"/>
                        </a:moveTo>
                        <a:cubicBezTo>
                          <a:pt x="15915" y="3097"/>
                          <a:pt x="9132" y="4338"/>
                          <a:pt x="7093" y="4737"/>
                        </a:cubicBezTo>
                        <a:cubicBezTo>
                          <a:pt x="6073" y="4914"/>
                          <a:pt x="4078" y="5225"/>
                          <a:pt x="2527" y="5269"/>
                        </a:cubicBezTo>
                        <a:cubicBezTo>
                          <a:pt x="931" y="5358"/>
                          <a:pt x="-355" y="4693"/>
                          <a:pt x="89" y="3806"/>
                        </a:cubicBezTo>
                        <a:cubicBezTo>
                          <a:pt x="931" y="2077"/>
                          <a:pt x="6738" y="969"/>
                          <a:pt x="8644" y="747"/>
                        </a:cubicBezTo>
                        <a:cubicBezTo>
                          <a:pt x="9575" y="570"/>
                          <a:pt x="11570" y="260"/>
                          <a:pt x="13343" y="171"/>
                        </a:cubicBezTo>
                        <a:cubicBezTo>
                          <a:pt x="14984" y="-139"/>
                          <a:pt x="16402" y="-95"/>
                          <a:pt x="16225" y="88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32" name="Forme libre : forme 21031">
                    <a:extLst>
                      <a:ext uri="{FF2B5EF4-FFF2-40B4-BE49-F238E27FC236}">
                        <a16:creationId xmlns:a16="http://schemas.microsoft.com/office/drawing/2014/main" id="{8CE6CBD4-2CDB-4612-8048-9A092D88C981}"/>
                      </a:ext>
                    </a:extLst>
                  </p:cNvPr>
                  <p:cNvSpPr/>
                  <p:nvPr/>
                </p:nvSpPr>
                <p:spPr>
                  <a:xfrm>
                    <a:off x="4693839" y="1240475"/>
                    <a:ext cx="4432" cy="2427"/>
                  </a:xfrm>
                  <a:custGeom>
                    <a:avLst/>
                    <a:gdLst>
                      <a:gd name="connsiteX0" fmla="*/ 4361 w 4432"/>
                      <a:gd name="connsiteY0" fmla="*/ 216 h 2427"/>
                      <a:gd name="connsiteX1" fmla="*/ 2676 w 4432"/>
                      <a:gd name="connsiteY1" fmla="*/ 1856 h 2427"/>
                      <a:gd name="connsiteX2" fmla="*/ 61 w 4432"/>
                      <a:gd name="connsiteY2" fmla="*/ 2211 h 2427"/>
                      <a:gd name="connsiteX3" fmla="*/ 1701 w 4432"/>
                      <a:gd name="connsiteY3" fmla="*/ 615 h 2427"/>
                      <a:gd name="connsiteX4" fmla="*/ 4361 w 4432"/>
                      <a:gd name="connsiteY4" fmla="*/ 216 h 2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2" h="2427">
                        <a:moveTo>
                          <a:pt x="4361" y="216"/>
                        </a:moveTo>
                        <a:cubicBezTo>
                          <a:pt x="4760" y="748"/>
                          <a:pt x="3385" y="1501"/>
                          <a:pt x="2676" y="1856"/>
                        </a:cubicBezTo>
                        <a:cubicBezTo>
                          <a:pt x="1923" y="2166"/>
                          <a:pt x="415" y="2743"/>
                          <a:pt x="61" y="2211"/>
                        </a:cubicBezTo>
                        <a:cubicBezTo>
                          <a:pt x="-294" y="1679"/>
                          <a:pt x="992" y="969"/>
                          <a:pt x="1701" y="615"/>
                        </a:cubicBezTo>
                        <a:cubicBezTo>
                          <a:pt x="2410" y="260"/>
                          <a:pt x="3917" y="-316"/>
                          <a:pt x="4361" y="2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33" name="Forme libre : forme 21032">
                    <a:extLst>
                      <a:ext uri="{FF2B5EF4-FFF2-40B4-BE49-F238E27FC236}">
                        <a16:creationId xmlns:a16="http://schemas.microsoft.com/office/drawing/2014/main" id="{277BFF1C-A21E-45C1-8192-F4F009CE5825}"/>
                      </a:ext>
                    </a:extLst>
                  </p:cNvPr>
                  <p:cNvSpPr/>
                  <p:nvPr/>
                </p:nvSpPr>
                <p:spPr>
                  <a:xfrm>
                    <a:off x="4677724" y="1228963"/>
                    <a:ext cx="40490" cy="8903"/>
                  </a:xfrm>
                  <a:custGeom>
                    <a:avLst/>
                    <a:gdLst>
                      <a:gd name="connsiteX0" fmla="*/ 27746 w 40490"/>
                      <a:gd name="connsiteY0" fmla="*/ 910 h 8903"/>
                      <a:gd name="connsiteX1" fmla="*/ 39715 w 40490"/>
                      <a:gd name="connsiteY1" fmla="*/ 1797 h 8903"/>
                      <a:gd name="connsiteX2" fmla="*/ 38607 w 40490"/>
                      <a:gd name="connsiteY2" fmla="*/ 5565 h 8903"/>
                      <a:gd name="connsiteX3" fmla="*/ 33465 w 40490"/>
                      <a:gd name="connsiteY3" fmla="*/ 6762 h 8903"/>
                      <a:gd name="connsiteX4" fmla="*/ 17860 w 40490"/>
                      <a:gd name="connsiteY4" fmla="*/ 7648 h 8903"/>
                      <a:gd name="connsiteX5" fmla="*/ 13383 w 40490"/>
                      <a:gd name="connsiteY5" fmla="*/ 8446 h 8903"/>
                      <a:gd name="connsiteX6" fmla="*/ 6866 w 40490"/>
                      <a:gd name="connsiteY6" fmla="*/ 8890 h 8903"/>
                      <a:gd name="connsiteX7" fmla="*/ 1546 w 40490"/>
                      <a:gd name="connsiteY7" fmla="*/ 8535 h 8903"/>
                      <a:gd name="connsiteX8" fmla="*/ 172 w 40490"/>
                      <a:gd name="connsiteY8" fmla="*/ 6274 h 8903"/>
                      <a:gd name="connsiteX9" fmla="*/ 17594 w 40490"/>
                      <a:gd name="connsiteY9" fmla="*/ 68 h 8903"/>
                      <a:gd name="connsiteX10" fmla="*/ 27746 w 40490"/>
                      <a:gd name="connsiteY10" fmla="*/ 910 h 8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0490" h="8903">
                        <a:moveTo>
                          <a:pt x="27746" y="910"/>
                        </a:moveTo>
                        <a:cubicBezTo>
                          <a:pt x="32401" y="688"/>
                          <a:pt x="35859" y="467"/>
                          <a:pt x="39715" y="1797"/>
                        </a:cubicBezTo>
                        <a:cubicBezTo>
                          <a:pt x="41134" y="2284"/>
                          <a:pt x="40513" y="4412"/>
                          <a:pt x="38607" y="5565"/>
                        </a:cubicBezTo>
                        <a:cubicBezTo>
                          <a:pt x="36745" y="6762"/>
                          <a:pt x="35105" y="6717"/>
                          <a:pt x="33465" y="6762"/>
                        </a:cubicBezTo>
                        <a:cubicBezTo>
                          <a:pt x="28455" y="7072"/>
                          <a:pt x="23224" y="7116"/>
                          <a:pt x="17860" y="7648"/>
                        </a:cubicBezTo>
                        <a:cubicBezTo>
                          <a:pt x="17018" y="7693"/>
                          <a:pt x="15378" y="8180"/>
                          <a:pt x="13383" y="8446"/>
                        </a:cubicBezTo>
                        <a:cubicBezTo>
                          <a:pt x="11344" y="8624"/>
                          <a:pt x="8994" y="8801"/>
                          <a:pt x="6866" y="8890"/>
                        </a:cubicBezTo>
                        <a:cubicBezTo>
                          <a:pt x="4738" y="8934"/>
                          <a:pt x="2788" y="8890"/>
                          <a:pt x="1546" y="8535"/>
                        </a:cubicBezTo>
                        <a:cubicBezTo>
                          <a:pt x="261" y="8003"/>
                          <a:pt x="-315" y="7249"/>
                          <a:pt x="172" y="6274"/>
                        </a:cubicBezTo>
                        <a:cubicBezTo>
                          <a:pt x="2078" y="2196"/>
                          <a:pt x="13250" y="910"/>
                          <a:pt x="17594" y="68"/>
                        </a:cubicBezTo>
                        <a:cubicBezTo>
                          <a:pt x="21806" y="-331"/>
                          <a:pt x="24288" y="1176"/>
                          <a:pt x="27746" y="91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05" name="Graphique 2">
                  <a:extLst>
                    <a:ext uri="{FF2B5EF4-FFF2-40B4-BE49-F238E27FC236}">
                      <a16:creationId xmlns:a16="http://schemas.microsoft.com/office/drawing/2014/main" id="{48E1D3CF-D1A0-49B5-A4EA-CACF4EE9FB49}"/>
                    </a:ext>
                  </a:extLst>
                </p:cNvPr>
                <p:cNvGrpSpPr/>
                <p:nvPr/>
              </p:nvGrpSpPr>
              <p:grpSpPr>
                <a:xfrm>
                  <a:off x="4720993" y="1173833"/>
                  <a:ext cx="87417" cy="59315"/>
                  <a:chOff x="4720993" y="1173833"/>
                  <a:chExt cx="87417" cy="59315"/>
                </a:xfrm>
                <a:solidFill>
                  <a:schemeClr val="accent1"/>
                </a:solidFill>
              </p:grpSpPr>
              <p:sp>
                <p:nvSpPr>
                  <p:cNvPr id="21010" name="Forme libre : forme 21009">
                    <a:extLst>
                      <a:ext uri="{FF2B5EF4-FFF2-40B4-BE49-F238E27FC236}">
                        <a16:creationId xmlns:a16="http://schemas.microsoft.com/office/drawing/2014/main" id="{0C594F3B-D869-4721-900B-5844D900D0F3}"/>
                      </a:ext>
                    </a:extLst>
                  </p:cNvPr>
                  <p:cNvSpPr/>
                  <p:nvPr/>
                </p:nvSpPr>
                <p:spPr>
                  <a:xfrm>
                    <a:off x="4720993" y="1173833"/>
                    <a:ext cx="87417" cy="59315"/>
                  </a:xfrm>
                  <a:custGeom>
                    <a:avLst/>
                    <a:gdLst>
                      <a:gd name="connsiteX0" fmla="*/ 66844 w 87417"/>
                      <a:gd name="connsiteY0" fmla="*/ 35426 h 59315"/>
                      <a:gd name="connsiteX1" fmla="*/ 38916 w 87417"/>
                      <a:gd name="connsiteY1" fmla="*/ 52627 h 59315"/>
                      <a:gd name="connsiteX2" fmla="*/ 5313 w 87417"/>
                      <a:gd name="connsiteY2" fmla="*/ 58213 h 59315"/>
                      <a:gd name="connsiteX3" fmla="*/ 303 w 87417"/>
                      <a:gd name="connsiteY3" fmla="*/ 49524 h 59315"/>
                      <a:gd name="connsiteX4" fmla="*/ 20962 w 87417"/>
                      <a:gd name="connsiteY4" fmla="*/ 22437 h 59315"/>
                      <a:gd name="connsiteX5" fmla="*/ 47826 w 87417"/>
                      <a:gd name="connsiteY5" fmla="*/ 5902 h 59315"/>
                      <a:gd name="connsiteX6" fmla="*/ 81518 w 87417"/>
                      <a:gd name="connsiteY6" fmla="*/ 1602 h 59315"/>
                      <a:gd name="connsiteX7" fmla="*/ 87192 w 87417"/>
                      <a:gd name="connsiteY7" fmla="*/ 9626 h 59315"/>
                      <a:gd name="connsiteX8" fmla="*/ 66844 w 87417"/>
                      <a:gd name="connsiteY8" fmla="*/ 35426 h 59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7417" h="59315">
                        <a:moveTo>
                          <a:pt x="66844" y="35426"/>
                        </a:moveTo>
                        <a:cubicBezTo>
                          <a:pt x="60461" y="39638"/>
                          <a:pt x="46097" y="48681"/>
                          <a:pt x="38916" y="52627"/>
                        </a:cubicBezTo>
                        <a:cubicBezTo>
                          <a:pt x="25528" y="60119"/>
                          <a:pt x="16130" y="60207"/>
                          <a:pt x="5313" y="58213"/>
                        </a:cubicBezTo>
                        <a:cubicBezTo>
                          <a:pt x="1589" y="57503"/>
                          <a:pt x="-893" y="53070"/>
                          <a:pt x="303" y="49524"/>
                        </a:cubicBezTo>
                        <a:cubicBezTo>
                          <a:pt x="3761" y="39239"/>
                          <a:pt x="9081" y="30860"/>
                          <a:pt x="20962" y="22437"/>
                        </a:cubicBezTo>
                        <a:cubicBezTo>
                          <a:pt x="27301" y="17960"/>
                          <a:pt x="40645" y="9715"/>
                          <a:pt x="47826" y="5902"/>
                        </a:cubicBezTo>
                        <a:cubicBezTo>
                          <a:pt x="61170" y="-1324"/>
                          <a:pt x="71100" y="-792"/>
                          <a:pt x="81518" y="1602"/>
                        </a:cubicBezTo>
                        <a:cubicBezTo>
                          <a:pt x="85153" y="2444"/>
                          <a:pt x="88300" y="6345"/>
                          <a:pt x="87192" y="9626"/>
                        </a:cubicBezTo>
                        <a:cubicBezTo>
                          <a:pt x="84089" y="19467"/>
                          <a:pt x="78769" y="27314"/>
                          <a:pt x="66844" y="3542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11" name="Forme libre : forme 21010">
                    <a:extLst>
                      <a:ext uri="{FF2B5EF4-FFF2-40B4-BE49-F238E27FC236}">
                        <a16:creationId xmlns:a16="http://schemas.microsoft.com/office/drawing/2014/main" id="{1935BE55-3700-4DD0-8C44-F92BC49E18C0}"/>
                      </a:ext>
                    </a:extLst>
                  </p:cNvPr>
                  <p:cNvSpPr/>
                  <p:nvPr/>
                </p:nvSpPr>
                <p:spPr>
                  <a:xfrm>
                    <a:off x="4722493" y="1183193"/>
                    <a:ext cx="85691" cy="49909"/>
                  </a:xfrm>
                  <a:custGeom>
                    <a:avLst/>
                    <a:gdLst>
                      <a:gd name="connsiteX0" fmla="*/ 35066 w 85691"/>
                      <a:gd name="connsiteY0" fmla="*/ 29968 h 49909"/>
                      <a:gd name="connsiteX1" fmla="*/ 0 w 85691"/>
                      <a:gd name="connsiteY1" fmla="*/ 46415 h 49909"/>
                      <a:gd name="connsiteX2" fmla="*/ 3768 w 85691"/>
                      <a:gd name="connsiteY2" fmla="*/ 48853 h 49909"/>
                      <a:gd name="connsiteX3" fmla="*/ 9265 w 85691"/>
                      <a:gd name="connsiteY3" fmla="*/ 49651 h 49909"/>
                      <a:gd name="connsiteX4" fmla="*/ 25357 w 85691"/>
                      <a:gd name="connsiteY4" fmla="*/ 48365 h 49909"/>
                      <a:gd name="connsiteX5" fmla="*/ 37371 w 85691"/>
                      <a:gd name="connsiteY5" fmla="*/ 43223 h 49909"/>
                      <a:gd name="connsiteX6" fmla="*/ 41981 w 85691"/>
                      <a:gd name="connsiteY6" fmla="*/ 40563 h 49909"/>
                      <a:gd name="connsiteX7" fmla="*/ 63305 w 85691"/>
                      <a:gd name="connsiteY7" fmla="*/ 27308 h 49909"/>
                      <a:gd name="connsiteX8" fmla="*/ 65299 w 85691"/>
                      <a:gd name="connsiteY8" fmla="*/ 25978 h 49909"/>
                      <a:gd name="connsiteX9" fmla="*/ 75673 w 85691"/>
                      <a:gd name="connsiteY9" fmla="*/ 17333 h 49909"/>
                      <a:gd name="connsiteX10" fmla="*/ 83963 w 85691"/>
                      <a:gd name="connsiteY10" fmla="*/ 4699 h 49909"/>
                      <a:gd name="connsiteX11" fmla="*/ 85647 w 85691"/>
                      <a:gd name="connsiteY11" fmla="*/ 177 h 49909"/>
                      <a:gd name="connsiteX12" fmla="*/ 85692 w 85691"/>
                      <a:gd name="connsiteY12" fmla="*/ 0 h 49909"/>
                      <a:gd name="connsiteX13" fmla="*/ 35066 w 85691"/>
                      <a:gd name="connsiteY13" fmla="*/ 29968 h 49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5691" h="49909">
                        <a:moveTo>
                          <a:pt x="35066" y="29968"/>
                        </a:moveTo>
                        <a:cubicBezTo>
                          <a:pt x="24072" y="37681"/>
                          <a:pt x="11615" y="45218"/>
                          <a:pt x="0" y="46415"/>
                        </a:cubicBezTo>
                        <a:cubicBezTo>
                          <a:pt x="931" y="47656"/>
                          <a:pt x="2261" y="48587"/>
                          <a:pt x="3768" y="48853"/>
                        </a:cubicBezTo>
                        <a:cubicBezTo>
                          <a:pt x="5630" y="49207"/>
                          <a:pt x="7448" y="49473"/>
                          <a:pt x="9265" y="49651"/>
                        </a:cubicBezTo>
                        <a:cubicBezTo>
                          <a:pt x="14496" y="50183"/>
                          <a:pt x="19639" y="49961"/>
                          <a:pt x="25357" y="48365"/>
                        </a:cubicBezTo>
                        <a:cubicBezTo>
                          <a:pt x="29081" y="47301"/>
                          <a:pt x="32982" y="45661"/>
                          <a:pt x="37371" y="43223"/>
                        </a:cubicBezTo>
                        <a:cubicBezTo>
                          <a:pt x="38701" y="42469"/>
                          <a:pt x="40253" y="41582"/>
                          <a:pt x="41981" y="40563"/>
                        </a:cubicBezTo>
                        <a:cubicBezTo>
                          <a:pt x="48675" y="36529"/>
                          <a:pt x="57675" y="30943"/>
                          <a:pt x="63305" y="27308"/>
                        </a:cubicBezTo>
                        <a:cubicBezTo>
                          <a:pt x="64014" y="26820"/>
                          <a:pt x="64723" y="26377"/>
                          <a:pt x="65299" y="25978"/>
                        </a:cubicBezTo>
                        <a:cubicBezTo>
                          <a:pt x="69511" y="23052"/>
                          <a:pt x="72924" y="20259"/>
                          <a:pt x="75673" y="17333"/>
                        </a:cubicBezTo>
                        <a:cubicBezTo>
                          <a:pt x="79397" y="13255"/>
                          <a:pt x="81968" y="9177"/>
                          <a:pt x="83963" y="4699"/>
                        </a:cubicBezTo>
                        <a:cubicBezTo>
                          <a:pt x="84583" y="3236"/>
                          <a:pt x="85115" y="1729"/>
                          <a:pt x="85647" y="177"/>
                        </a:cubicBezTo>
                        <a:lnTo>
                          <a:pt x="85692" y="0"/>
                        </a:lnTo>
                        <a:cubicBezTo>
                          <a:pt x="68270" y="8689"/>
                          <a:pt x="50803" y="18841"/>
                          <a:pt x="35066" y="2996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12" name="Forme libre : forme 21011">
                    <a:extLst>
                      <a:ext uri="{FF2B5EF4-FFF2-40B4-BE49-F238E27FC236}">
                        <a16:creationId xmlns:a16="http://schemas.microsoft.com/office/drawing/2014/main" id="{420A292E-90BB-425E-9D9E-6A11E89E2186}"/>
                      </a:ext>
                    </a:extLst>
                  </p:cNvPr>
                  <p:cNvSpPr/>
                  <p:nvPr/>
                </p:nvSpPr>
                <p:spPr>
                  <a:xfrm>
                    <a:off x="4751169" y="1187104"/>
                    <a:ext cx="40030" cy="25615"/>
                  </a:xfrm>
                  <a:custGeom>
                    <a:avLst/>
                    <a:gdLst>
                      <a:gd name="connsiteX0" fmla="*/ 39771 w 40030"/>
                      <a:gd name="connsiteY0" fmla="*/ 1099 h 25615"/>
                      <a:gd name="connsiteX1" fmla="*/ 22305 w 40030"/>
                      <a:gd name="connsiteY1" fmla="*/ 18077 h 25615"/>
                      <a:gd name="connsiteX2" fmla="*/ 405 w 40030"/>
                      <a:gd name="connsiteY2" fmla="*/ 24328 h 25615"/>
                      <a:gd name="connsiteX3" fmla="*/ 16143 w 40030"/>
                      <a:gd name="connsiteY3" fmla="*/ 8280 h 25615"/>
                      <a:gd name="connsiteX4" fmla="*/ 39771 w 40030"/>
                      <a:gd name="connsiteY4" fmla="*/ 1099 h 25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30" h="25615">
                        <a:moveTo>
                          <a:pt x="39771" y="1099"/>
                        </a:moveTo>
                        <a:cubicBezTo>
                          <a:pt x="42165" y="5089"/>
                          <a:pt x="27314" y="14797"/>
                          <a:pt x="22305" y="18077"/>
                        </a:cubicBezTo>
                        <a:cubicBezTo>
                          <a:pt x="17207" y="21181"/>
                          <a:pt x="3331" y="28584"/>
                          <a:pt x="405" y="24328"/>
                        </a:cubicBezTo>
                        <a:cubicBezTo>
                          <a:pt x="-2520" y="20117"/>
                          <a:pt x="11178" y="11029"/>
                          <a:pt x="16143" y="8280"/>
                        </a:cubicBezTo>
                        <a:cubicBezTo>
                          <a:pt x="21019" y="5399"/>
                          <a:pt x="37289" y="-2980"/>
                          <a:pt x="39771" y="109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13" name="Forme libre : forme 21012">
                    <a:extLst>
                      <a:ext uri="{FF2B5EF4-FFF2-40B4-BE49-F238E27FC236}">
                        <a16:creationId xmlns:a16="http://schemas.microsoft.com/office/drawing/2014/main" id="{EAF29341-CAF6-42A4-89D0-2ECC11A62809}"/>
                      </a:ext>
                    </a:extLst>
                  </p:cNvPr>
                  <p:cNvSpPr/>
                  <p:nvPr/>
                </p:nvSpPr>
                <p:spPr>
                  <a:xfrm>
                    <a:off x="4750787" y="1199462"/>
                    <a:ext cx="30799" cy="13150"/>
                  </a:xfrm>
                  <a:custGeom>
                    <a:avLst/>
                    <a:gdLst>
                      <a:gd name="connsiteX0" fmla="*/ 6462 w 30799"/>
                      <a:gd name="connsiteY0" fmla="*/ 2970 h 13150"/>
                      <a:gd name="connsiteX1" fmla="*/ 610 w 30799"/>
                      <a:gd name="connsiteY1" fmla="*/ 12147 h 13150"/>
                      <a:gd name="connsiteX2" fmla="*/ 22909 w 30799"/>
                      <a:gd name="connsiteY2" fmla="*/ 5630 h 13150"/>
                      <a:gd name="connsiteX3" fmla="*/ 30800 w 30799"/>
                      <a:gd name="connsiteY3" fmla="*/ 0 h 13150"/>
                      <a:gd name="connsiteX4" fmla="*/ 26189 w 30799"/>
                      <a:gd name="connsiteY4" fmla="*/ 2350 h 13150"/>
                      <a:gd name="connsiteX5" fmla="*/ 6462 w 30799"/>
                      <a:gd name="connsiteY5" fmla="*/ 2970 h 13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799" h="13150">
                        <a:moveTo>
                          <a:pt x="6462" y="2970"/>
                        </a:moveTo>
                        <a:cubicBezTo>
                          <a:pt x="4512" y="5275"/>
                          <a:pt x="-2005" y="10019"/>
                          <a:pt x="610" y="12147"/>
                        </a:cubicBezTo>
                        <a:cubicBezTo>
                          <a:pt x="4822" y="15560"/>
                          <a:pt x="16437" y="9487"/>
                          <a:pt x="22909" y="5630"/>
                        </a:cubicBezTo>
                        <a:cubicBezTo>
                          <a:pt x="24771" y="4477"/>
                          <a:pt x="28849" y="1596"/>
                          <a:pt x="30800" y="0"/>
                        </a:cubicBezTo>
                        <a:cubicBezTo>
                          <a:pt x="29559" y="665"/>
                          <a:pt x="27475" y="1906"/>
                          <a:pt x="26189" y="2350"/>
                        </a:cubicBezTo>
                        <a:cubicBezTo>
                          <a:pt x="18830" y="4921"/>
                          <a:pt x="9787" y="7448"/>
                          <a:pt x="6462" y="297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14" name="Forme libre : forme 21013">
                    <a:extLst>
                      <a:ext uri="{FF2B5EF4-FFF2-40B4-BE49-F238E27FC236}">
                        <a16:creationId xmlns:a16="http://schemas.microsoft.com/office/drawing/2014/main" id="{7666F4F1-7803-4918-912D-22726B681D99}"/>
                      </a:ext>
                    </a:extLst>
                  </p:cNvPr>
                  <p:cNvSpPr/>
                  <p:nvPr/>
                </p:nvSpPr>
                <p:spPr>
                  <a:xfrm>
                    <a:off x="4753842" y="1186656"/>
                    <a:ext cx="39902" cy="25930"/>
                  </a:xfrm>
                  <a:custGeom>
                    <a:avLst/>
                    <a:gdLst>
                      <a:gd name="connsiteX0" fmla="*/ 39847 w 39902"/>
                      <a:gd name="connsiteY0" fmla="*/ 1369 h 25930"/>
                      <a:gd name="connsiteX1" fmla="*/ 22203 w 39902"/>
                      <a:gd name="connsiteY1" fmla="*/ 18614 h 25930"/>
                      <a:gd name="connsiteX2" fmla="*/ 481 w 39902"/>
                      <a:gd name="connsiteY2" fmla="*/ 24643 h 25930"/>
                      <a:gd name="connsiteX3" fmla="*/ 16174 w 39902"/>
                      <a:gd name="connsiteY3" fmla="*/ 8684 h 25930"/>
                      <a:gd name="connsiteX4" fmla="*/ 29252 w 39902"/>
                      <a:gd name="connsiteY4" fmla="*/ 2123 h 25930"/>
                      <a:gd name="connsiteX5" fmla="*/ 39847 w 39902"/>
                      <a:gd name="connsiteY5" fmla="*/ 1369 h 25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902" h="25930">
                        <a:moveTo>
                          <a:pt x="39847" y="1369"/>
                        </a:moveTo>
                        <a:cubicBezTo>
                          <a:pt x="40867" y="6112"/>
                          <a:pt x="27567" y="15023"/>
                          <a:pt x="22203" y="18614"/>
                        </a:cubicBezTo>
                        <a:cubicBezTo>
                          <a:pt x="16795" y="22116"/>
                          <a:pt x="3762" y="28721"/>
                          <a:pt x="481" y="24643"/>
                        </a:cubicBezTo>
                        <a:cubicBezTo>
                          <a:pt x="-2799" y="20520"/>
                          <a:pt x="11608" y="11343"/>
                          <a:pt x="16174" y="8684"/>
                        </a:cubicBezTo>
                        <a:cubicBezTo>
                          <a:pt x="18391" y="7265"/>
                          <a:pt x="24109" y="4251"/>
                          <a:pt x="29252" y="2123"/>
                        </a:cubicBezTo>
                        <a:cubicBezTo>
                          <a:pt x="34483" y="39"/>
                          <a:pt x="39315" y="-1025"/>
                          <a:pt x="39847" y="136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15" name="Forme libre : forme 21014">
                    <a:extLst>
                      <a:ext uri="{FF2B5EF4-FFF2-40B4-BE49-F238E27FC236}">
                        <a16:creationId xmlns:a16="http://schemas.microsoft.com/office/drawing/2014/main" id="{06BD47A3-0CAC-488B-B1DF-275E1B855FD7}"/>
                      </a:ext>
                    </a:extLst>
                  </p:cNvPr>
                  <p:cNvSpPr/>
                  <p:nvPr/>
                </p:nvSpPr>
                <p:spPr>
                  <a:xfrm>
                    <a:off x="4731869" y="1198095"/>
                    <a:ext cx="53846" cy="26829"/>
                  </a:xfrm>
                  <a:custGeom>
                    <a:avLst/>
                    <a:gdLst>
                      <a:gd name="connsiteX0" fmla="*/ 1929 w 53846"/>
                      <a:gd name="connsiteY0" fmla="*/ 25040 h 26829"/>
                      <a:gd name="connsiteX1" fmla="*/ 9864 w 53846"/>
                      <a:gd name="connsiteY1" fmla="*/ 26725 h 26829"/>
                      <a:gd name="connsiteX2" fmla="*/ 31542 w 53846"/>
                      <a:gd name="connsiteY2" fmla="*/ 22115 h 26829"/>
                      <a:gd name="connsiteX3" fmla="*/ 49541 w 53846"/>
                      <a:gd name="connsiteY3" fmla="*/ 9791 h 26829"/>
                      <a:gd name="connsiteX4" fmla="*/ 52865 w 53846"/>
                      <a:gd name="connsiteY4" fmla="*/ 392 h 26829"/>
                      <a:gd name="connsiteX5" fmla="*/ 45462 w 53846"/>
                      <a:gd name="connsiteY5" fmla="*/ 1634 h 26829"/>
                      <a:gd name="connsiteX6" fmla="*/ 25513 w 53846"/>
                      <a:gd name="connsiteY6" fmla="*/ 6111 h 26829"/>
                      <a:gd name="connsiteX7" fmla="*/ 5742 w 53846"/>
                      <a:gd name="connsiteY7" fmla="*/ 11386 h 26829"/>
                      <a:gd name="connsiteX8" fmla="*/ 1929 w 53846"/>
                      <a:gd name="connsiteY8" fmla="*/ 25040 h 26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3846" h="26829">
                        <a:moveTo>
                          <a:pt x="1929" y="25040"/>
                        </a:moveTo>
                        <a:cubicBezTo>
                          <a:pt x="4500" y="26858"/>
                          <a:pt x="5963" y="26991"/>
                          <a:pt x="9864" y="26725"/>
                        </a:cubicBezTo>
                        <a:cubicBezTo>
                          <a:pt x="17268" y="26237"/>
                          <a:pt x="23341" y="25705"/>
                          <a:pt x="31542" y="22115"/>
                        </a:cubicBezTo>
                        <a:cubicBezTo>
                          <a:pt x="38325" y="19056"/>
                          <a:pt x="45196" y="14445"/>
                          <a:pt x="49541" y="9791"/>
                        </a:cubicBezTo>
                        <a:cubicBezTo>
                          <a:pt x="52821" y="6421"/>
                          <a:pt x="55304" y="2254"/>
                          <a:pt x="52865" y="392"/>
                        </a:cubicBezTo>
                        <a:cubicBezTo>
                          <a:pt x="51358" y="-760"/>
                          <a:pt x="48255" y="924"/>
                          <a:pt x="45462" y="1634"/>
                        </a:cubicBezTo>
                        <a:cubicBezTo>
                          <a:pt x="38857" y="3451"/>
                          <a:pt x="32606" y="5446"/>
                          <a:pt x="25513" y="6111"/>
                        </a:cubicBezTo>
                        <a:cubicBezTo>
                          <a:pt x="19484" y="6687"/>
                          <a:pt x="12214" y="6288"/>
                          <a:pt x="5742" y="11386"/>
                        </a:cubicBezTo>
                        <a:cubicBezTo>
                          <a:pt x="-155" y="15952"/>
                          <a:pt x="-1662" y="22513"/>
                          <a:pt x="1929" y="2504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16" name="Forme libre : forme 21015">
                    <a:extLst>
                      <a:ext uri="{FF2B5EF4-FFF2-40B4-BE49-F238E27FC236}">
                        <a16:creationId xmlns:a16="http://schemas.microsoft.com/office/drawing/2014/main" id="{2D210668-A764-4273-9347-8F353C9A0DD4}"/>
                      </a:ext>
                    </a:extLst>
                  </p:cNvPr>
                  <p:cNvSpPr/>
                  <p:nvPr/>
                </p:nvSpPr>
                <p:spPr>
                  <a:xfrm>
                    <a:off x="4740444" y="1199955"/>
                    <a:ext cx="14452" cy="13330"/>
                  </a:xfrm>
                  <a:custGeom>
                    <a:avLst/>
                    <a:gdLst>
                      <a:gd name="connsiteX0" fmla="*/ 846 w 14452"/>
                      <a:gd name="connsiteY0" fmla="*/ 10901 h 13330"/>
                      <a:gd name="connsiteX1" fmla="*/ 4 w 14452"/>
                      <a:gd name="connsiteY1" fmla="*/ 12851 h 13330"/>
                      <a:gd name="connsiteX2" fmla="*/ 1777 w 14452"/>
                      <a:gd name="connsiteY2" fmla="*/ 13073 h 13330"/>
                      <a:gd name="connsiteX3" fmla="*/ 4703 w 14452"/>
                      <a:gd name="connsiteY3" fmla="*/ 11300 h 13330"/>
                      <a:gd name="connsiteX4" fmla="*/ 11264 w 14452"/>
                      <a:gd name="connsiteY4" fmla="*/ 6024 h 13330"/>
                      <a:gd name="connsiteX5" fmla="*/ 13392 w 14452"/>
                      <a:gd name="connsiteY5" fmla="*/ 3852 h 13330"/>
                      <a:gd name="connsiteX6" fmla="*/ 9757 w 14452"/>
                      <a:gd name="connsiteY6" fmla="*/ 1458 h 13330"/>
                      <a:gd name="connsiteX7" fmla="*/ 846 w 14452"/>
                      <a:gd name="connsiteY7" fmla="*/ 10901 h 13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452" h="13330">
                        <a:moveTo>
                          <a:pt x="846" y="10901"/>
                        </a:moveTo>
                        <a:cubicBezTo>
                          <a:pt x="314" y="11654"/>
                          <a:pt x="-41" y="12230"/>
                          <a:pt x="4" y="12851"/>
                        </a:cubicBezTo>
                        <a:cubicBezTo>
                          <a:pt x="48" y="13472"/>
                          <a:pt x="890" y="13427"/>
                          <a:pt x="1777" y="13073"/>
                        </a:cubicBezTo>
                        <a:cubicBezTo>
                          <a:pt x="2664" y="12718"/>
                          <a:pt x="3816" y="11920"/>
                          <a:pt x="4703" y="11300"/>
                        </a:cubicBezTo>
                        <a:cubicBezTo>
                          <a:pt x="6919" y="9615"/>
                          <a:pt x="9269" y="7797"/>
                          <a:pt x="11264" y="6024"/>
                        </a:cubicBezTo>
                        <a:cubicBezTo>
                          <a:pt x="12062" y="5270"/>
                          <a:pt x="12860" y="4606"/>
                          <a:pt x="13392" y="3852"/>
                        </a:cubicBezTo>
                        <a:cubicBezTo>
                          <a:pt x="15653" y="616"/>
                          <a:pt x="14234" y="-1601"/>
                          <a:pt x="9757" y="1458"/>
                        </a:cubicBezTo>
                        <a:cubicBezTo>
                          <a:pt x="6299" y="3808"/>
                          <a:pt x="2974" y="7797"/>
                          <a:pt x="846" y="1090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17" name="Forme libre : forme 21016">
                    <a:extLst>
                      <a:ext uri="{FF2B5EF4-FFF2-40B4-BE49-F238E27FC236}">
                        <a16:creationId xmlns:a16="http://schemas.microsoft.com/office/drawing/2014/main" id="{2C723CC7-BFA6-4AFE-AC61-F5148E35FC49}"/>
                      </a:ext>
                    </a:extLst>
                  </p:cNvPr>
                  <p:cNvSpPr/>
                  <p:nvPr/>
                </p:nvSpPr>
                <p:spPr>
                  <a:xfrm>
                    <a:off x="4788413" y="1182927"/>
                    <a:ext cx="17998" cy="25091"/>
                  </a:xfrm>
                  <a:custGeom>
                    <a:avLst/>
                    <a:gdLst>
                      <a:gd name="connsiteX0" fmla="*/ 17998 w 17998"/>
                      <a:gd name="connsiteY0" fmla="*/ 0 h 25091"/>
                      <a:gd name="connsiteX1" fmla="*/ 0 w 17998"/>
                      <a:gd name="connsiteY1" fmla="*/ 25091 h 25091"/>
                      <a:gd name="connsiteX2" fmla="*/ 17998 w 17998"/>
                      <a:gd name="connsiteY2" fmla="*/ 0 h 25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998" h="25091">
                        <a:moveTo>
                          <a:pt x="17998" y="0"/>
                        </a:moveTo>
                        <a:cubicBezTo>
                          <a:pt x="17378" y="7669"/>
                          <a:pt x="6561" y="18176"/>
                          <a:pt x="0" y="25091"/>
                        </a:cubicBezTo>
                        <a:cubicBezTo>
                          <a:pt x="7182" y="17644"/>
                          <a:pt x="13743" y="7802"/>
                          <a:pt x="1799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18" name="Forme libre : forme 21017">
                    <a:extLst>
                      <a:ext uri="{FF2B5EF4-FFF2-40B4-BE49-F238E27FC236}">
                        <a16:creationId xmlns:a16="http://schemas.microsoft.com/office/drawing/2014/main" id="{3602C2A4-7576-469A-B5D1-1AF9967BDF66}"/>
                      </a:ext>
                    </a:extLst>
                  </p:cNvPr>
                  <p:cNvSpPr/>
                  <p:nvPr/>
                </p:nvSpPr>
                <p:spPr>
                  <a:xfrm>
                    <a:off x="4722272" y="1196625"/>
                    <a:ext cx="21190" cy="27130"/>
                  </a:xfrm>
                  <a:custGeom>
                    <a:avLst/>
                    <a:gdLst>
                      <a:gd name="connsiteX0" fmla="*/ 21190 w 21190"/>
                      <a:gd name="connsiteY0" fmla="*/ 0 h 27130"/>
                      <a:gd name="connsiteX1" fmla="*/ 0 w 21190"/>
                      <a:gd name="connsiteY1" fmla="*/ 27131 h 27130"/>
                      <a:gd name="connsiteX2" fmla="*/ 21190 w 21190"/>
                      <a:gd name="connsiteY2" fmla="*/ 0 h 27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190" h="27130">
                        <a:moveTo>
                          <a:pt x="21190" y="0"/>
                        </a:moveTo>
                        <a:cubicBezTo>
                          <a:pt x="10728" y="7492"/>
                          <a:pt x="4078" y="17954"/>
                          <a:pt x="0" y="27131"/>
                        </a:cubicBezTo>
                        <a:cubicBezTo>
                          <a:pt x="3369" y="18397"/>
                          <a:pt x="13122" y="7625"/>
                          <a:pt x="2119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19" name="Forme libre : forme 21018">
                    <a:extLst>
                      <a:ext uri="{FF2B5EF4-FFF2-40B4-BE49-F238E27FC236}">
                        <a16:creationId xmlns:a16="http://schemas.microsoft.com/office/drawing/2014/main" id="{6BDF7F77-4EA8-4E0D-BA01-69F15148FD63}"/>
                      </a:ext>
                    </a:extLst>
                  </p:cNvPr>
                  <p:cNvSpPr/>
                  <p:nvPr/>
                </p:nvSpPr>
                <p:spPr>
                  <a:xfrm>
                    <a:off x="4765712" y="1191432"/>
                    <a:ext cx="15389" cy="8365"/>
                  </a:xfrm>
                  <a:custGeom>
                    <a:avLst/>
                    <a:gdLst>
                      <a:gd name="connsiteX0" fmla="*/ 15387 w 15389"/>
                      <a:gd name="connsiteY0" fmla="*/ 716 h 8365"/>
                      <a:gd name="connsiteX1" fmla="*/ 7142 w 15389"/>
                      <a:gd name="connsiteY1" fmla="*/ 6390 h 8365"/>
                      <a:gd name="connsiteX2" fmla="*/ 4 w 15389"/>
                      <a:gd name="connsiteY2" fmla="*/ 7499 h 8365"/>
                      <a:gd name="connsiteX3" fmla="*/ 7762 w 15389"/>
                      <a:gd name="connsiteY3" fmla="*/ 2090 h 8365"/>
                      <a:gd name="connsiteX4" fmla="*/ 15387 w 15389"/>
                      <a:gd name="connsiteY4" fmla="*/ 716 h 8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89" h="8365">
                        <a:moveTo>
                          <a:pt x="15387" y="716"/>
                        </a:moveTo>
                        <a:cubicBezTo>
                          <a:pt x="15254" y="2711"/>
                          <a:pt x="9048" y="5504"/>
                          <a:pt x="7142" y="6390"/>
                        </a:cubicBezTo>
                        <a:cubicBezTo>
                          <a:pt x="5235" y="7277"/>
                          <a:pt x="-173" y="9626"/>
                          <a:pt x="4" y="7499"/>
                        </a:cubicBezTo>
                        <a:cubicBezTo>
                          <a:pt x="182" y="5415"/>
                          <a:pt x="5945" y="2844"/>
                          <a:pt x="7762" y="2090"/>
                        </a:cubicBezTo>
                        <a:cubicBezTo>
                          <a:pt x="9535" y="1337"/>
                          <a:pt x="15520" y="-1235"/>
                          <a:pt x="15387" y="71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20" name="Forme libre : forme 21019">
                    <a:extLst>
                      <a:ext uri="{FF2B5EF4-FFF2-40B4-BE49-F238E27FC236}">
                        <a16:creationId xmlns:a16="http://schemas.microsoft.com/office/drawing/2014/main" id="{A64BB36E-EBE8-4629-85BF-65F2298F64A5}"/>
                      </a:ext>
                    </a:extLst>
                  </p:cNvPr>
                  <p:cNvSpPr/>
                  <p:nvPr/>
                </p:nvSpPr>
                <p:spPr>
                  <a:xfrm>
                    <a:off x="4778919" y="1190305"/>
                    <a:ext cx="4326" cy="2755"/>
                  </a:xfrm>
                  <a:custGeom>
                    <a:avLst/>
                    <a:gdLst>
                      <a:gd name="connsiteX0" fmla="*/ 4219 w 4326"/>
                      <a:gd name="connsiteY0" fmla="*/ 158 h 2755"/>
                      <a:gd name="connsiteX1" fmla="*/ 2711 w 4326"/>
                      <a:gd name="connsiteY1" fmla="*/ 1932 h 2755"/>
                      <a:gd name="connsiteX2" fmla="*/ 96 w 4326"/>
                      <a:gd name="connsiteY2" fmla="*/ 2597 h 2755"/>
                      <a:gd name="connsiteX3" fmla="*/ 1559 w 4326"/>
                      <a:gd name="connsiteY3" fmla="*/ 868 h 2755"/>
                      <a:gd name="connsiteX4" fmla="*/ 4219 w 4326"/>
                      <a:gd name="connsiteY4" fmla="*/ 158 h 2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6" h="2755">
                        <a:moveTo>
                          <a:pt x="4219" y="158"/>
                        </a:moveTo>
                        <a:cubicBezTo>
                          <a:pt x="4706" y="646"/>
                          <a:pt x="3421" y="1533"/>
                          <a:pt x="2711" y="1932"/>
                        </a:cubicBezTo>
                        <a:cubicBezTo>
                          <a:pt x="2002" y="2331"/>
                          <a:pt x="539" y="3084"/>
                          <a:pt x="96" y="2597"/>
                        </a:cubicBezTo>
                        <a:cubicBezTo>
                          <a:pt x="-347" y="2109"/>
                          <a:pt x="850" y="1267"/>
                          <a:pt x="1559" y="868"/>
                        </a:cubicBezTo>
                        <a:cubicBezTo>
                          <a:pt x="2268" y="424"/>
                          <a:pt x="3775" y="-329"/>
                          <a:pt x="4219" y="1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21" name="Forme libre : forme 21020">
                    <a:extLst>
                      <a:ext uri="{FF2B5EF4-FFF2-40B4-BE49-F238E27FC236}">
                        <a16:creationId xmlns:a16="http://schemas.microsoft.com/office/drawing/2014/main" id="{22179437-A20D-4D14-8B00-CBAA259BACB7}"/>
                      </a:ext>
                    </a:extLst>
                  </p:cNvPr>
                  <p:cNvSpPr/>
                  <p:nvPr/>
                </p:nvSpPr>
                <p:spPr>
                  <a:xfrm>
                    <a:off x="4760622" y="1178704"/>
                    <a:ext cx="42700" cy="13191"/>
                  </a:xfrm>
                  <a:custGeom>
                    <a:avLst/>
                    <a:gdLst>
                      <a:gd name="connsiteX0" fmla="*/ 29654 w 42700"/>
                      <a:gd name="connsiteY0" fmla="*/ 189 h 13191"/>
                      <a:gd name="connsiteX1" fmla="*/ 42022 w 42700"/>
                      <a:gd name="connsiteY1" fmla="*/ 1519 h 13191"/>
                      <a:gd name="connsiteX2" fmla="*/ 40648 w 42700"/>
                      <a:gd name="connsiteY2" fmla="*/ 5243 h 13191"/>
                      <a:gd name="connsiteX3" fmla="*/ 35461 w 42700"/>
                      <a:gd name="connsiteY3" fmla="*/ 6129 h 13191"/>
                      <a:gd name="connsiteX4" fmla="*/ 19458 w 42700"/>
                      <a:gd name="connsiteY4" fmla="*/ 8080 h 13191"/>
                      <a:gd name="connsiteX5" fmla="*/ 41 w 42700"/>
                      <a:gd name="connsiteY5" fmla="*/ 11671 h 13191"/>
                      <a:gd name="connsiteX6" fmla="*/ 18615 w 42700"/>
                      <a:gd name="connsiteY6" fmla="*/ 455 h 13191"/>
                      <a:gd name="connsiteX7" fmla="*/ 29654 w 42700"/>
                      <a:gd name="connsiteY7" fmla="*/ 189 h 13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700" h="13191">
                        <a:moveTo>
                          <a:pt x="29654" y="189"/>
                        </a:moveTo>
                        <a:cubicBezTo>
                          <a:pt x="34619" y="-33"/>
                          <a:pt x="38298" y="-77"/>
                          <a:pt x="42022" y="1519"/>
                        </a:cubicBezTo>
                        <a:cubicBezTo>
                          <a:pt x="43396" y="2139"/>
                          <a:pt x="42554" y="4179"/>
                          <a:pt x="40648" y="5243"/>
                        </a:cubicBezTo>
                        <a:cubicBezTo>
                          <a:pt x="38742" y="6307"/>
                          <a:pt x="37146" y="6174"/>
                          <a:pt x="35461" y="6129"/>
                        </a:cubicBezTo>
                        <a:cubicBezTo>
                          <a:pt x="30319" y="6085"/>
                          <a:pt x="25132" y="6839"/>
                          <a:pt x="19458" y="8080"/>
                        </a:cubicBezTo>
                        <a:cubicBezTo>
                          <a:pt x="15911" y="8745"/>
                          <a:pt x="-935" y="16370"/>
                          <a:pt x="41" y="11671"/>
                        </a:cubicBezTo>
                        <a:cubicBezTo>
                          <a:pt x="927" y="6883"/>
                          <a:pt x="13872" y="1475"/>
                          <a:pt x="18615" y="455"/>
                        </a:cubicBezTo>
                        <a:cubicBezTo>
                          <a:pt x="23314" y="-520"/>
                          <a:pt x="25886" y="411"/>
                          <a:pt x="29654" y="18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06" name="Graphique 2">
                  <a:extLst>
                    <a:ext uri="{FF2B5EF4-FFF2-40B4-BE49-F238E27FC236}">
                      <a16:creationId xmlns:a16="http://schemas.microsoft.com/office/drawing/2014/main" id="{4DCE318F-97A2-4742-B234-DD329AE2B8A2}"/>
                    </a:ext>
                  </a:extLst>
                </p:cNvPr>
                <p:cNvGrpSpPr/>
                <p:nvPr/>
              </p:nvGrpSpPr>
              <p:grpSpPr>
                <a:xfrm>
                  <a:off x="4806786" y="1141475"/>
                  <a:ext cx="96280" cy="44484"/>
                  <a:chOff x="4806786" y="1141475"/>
                  <a:chExt cx="96280" cy="44484"/>
                </a:xfrm>
                <a:solidFill>
                  <a:schemeClr val="accent1"/>
                </a:solidFill>
              </p:grpSpPr>
              <p:sp>
                <p:nvSpPr>
                  <p:cNvPr id="20998" name="Forme libre : forme 20997">
                    <a:extLst>
                      <a:ext uri="{FF2B5EF4-FFF2-40B4-BE49-F238E27FC236}">
                        <a16:creationId xmlns:a16="http://schemas.microsoft.com/office/drawing/2014/main" id="{C90DDDBC-ABBF-4651-98D4-EF08C2D11331}"/>
                      </a:ext>
                    </a:extLst>
                  </p:cNvPr>
                  <p:cNvSpPr/>
                  <p:nvPr/>
                </p:nvSpPr>
                <p:spPr>
                  <a:xfrm>
                    <a:off x="4806786" y="1141475"/>
                    <a:ext cx="96280" cy="44484"/>
                  </a:xfrm>
                  <a:custGeom>
                    <a:avLst/>
                    <a:gdLst>
                      <a:gd name="connsiteX0" fmla="*/ 67275 w 96280"/>
                      <a:gd name="connsiteY0" fmla="*/ 34802 h 44484"/>
                      <a:gd name="connsiteX1" fmla="*/ 52247 w 96280"/>
                      <a:gd name="connsiteY1" fmla="*/ 38349 h 44484"/>
                      <a:gd name="connsiteX2" fmla="*/ 37263 w 96280"/>
                      <a:gd name="connsiteY2" fmla="*/ 42338 h 44484"/>
                      <a:gd name="connsiteX3" fmla="*/ 4414 w 96280"/>
                      <a:gd name="connsiteY3" fmla="*/ 40964 h 44484"/>
                      <a:gd name="connsiteX4" fmla="*/ 646 w 96280"/>
                      <a:gd name="connsiteY4" fmla="*/ 31655 h 44484"/>
                      <a:gd name="connsiteX5" fmla="*/ 27333 w 96280"/>
                      <a:gd name="connsiteY5" fmla="*/ 8647 h 44484"/>
                      <a:gd name="connsiteX6" fmla="*/ 43204 w 96280"/>
                      <a:gd name="connsiteY6" fmla="*/ 3815 h 44484"/>
                      <a:gd name="connsiteX7" fmla="*/ 59562 w 96280"/>
                      <a:gd name="connsiteY7" fmla="*/ 579 h 44484"/>
                      <a:gd name="connsiteX8" fmla="*/ 92899 w 96280"/>
                      <a:gd name="connsiteY8" fmla="*/ 8736 h 44484"/>
                      <a:gd name="connsiteX9" fmla="*/ 95204 w 96280"/>
                      <a:gd name="connsiteY9" fmla="*/ 18311 h 44484"/>
                      <a:gd name="connsiteX10" fmla="*/ 67275 w 96280"/>
                      <a:gd name="connsiteY10" fmla="*/ 34802 h 4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6280" h="44484">
                        <a:moveTo>
                          <a:pt x="67275" y="34802"/>
                        </a:moveTo>
                        <a:cubicBezTo>
                          <a:pt x="63640" y="35644"/>
                          <a:pt x="57966" y="36974"/>
                          <a:pt x="52247" y="38349"/>
                        </a:cubicBezTo>
                        <a:cubicBezTo>
                          <a:pt x="46617" y="39856"/>
                          <a:pt x="40943" y="41363"/>
                          <a:pt x="37263" y="42338"/>
                        </a:cubicBezTo>
                        <a:cubicBezTo>
                          <a:pt x="23476" y="46062"/>
                          <a:pt x="14743" y="44511"/>
                          <a:pt x="4414" y="40964"/>
                        </a:cubicBezTo>
                        <a:cubicBezTo>
                          <a:pt x="823" y="39723"/>
                          <a:pt x="-1083" y="35024"/>
                          <a:pt x="646" y="31655"/>
                        </a:cubicBezTo>
                        <a:cubicBezTo>
                          <a:pt x="5567" y="21858"/>
                          <a:pt x="12837" y="14188"/>
                          <a:pt x="27333" y="8647"/>
                        </a:cubicBezTo>
                        <a:cubicBezTo>
                          <a:pt x="31190" y="7140"/>
                          <a:pt x="37175" y="5366"/>
                          <a:pt x="43204" y="3815"/>
                        </a:cubicBezTo>
                        <a:cubicBezTo>
                          <a:pt x="49277" y="2396"/>
                          <a:pt x="55395" y="1111"/>
                          <a:pt x="59562" y="579"/>
                        </a:cubicBezTo>
                        <a:cubicBezTo>
                          <a:pt x="75210" y="-1594"/>
                          <a:pt x="84032" y="2618"/>
                          <a:pt x="92899" y="8736"/>
                        </a:cubicBezTo>
                        <a:cubicBezTo>
                          <a:pt x="96002" y="10908"/>
                          <a:pt x="97420" y="15651"/>
                          <a:pt x="95204" y="18311"/>
                        </a:cubicBezTo>
                        <a:cubicBezTo>
                          <a:pt x="88820" y="26113"/>
                          <a:pt x="80752" y="31566"/>
                          <a:pt x="67275" y="3480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99" name="Forme libre : forme 20998">
                    <a:extLst>
                      <a:ext uri="{FF2B5EF4-FFF2-40B4-BE49-F238E27FC236}">
                        <a16:creationId xmlns:a16="http://schemas.microsoft.com/office/drawing/2014/main" id="{95530B41-8768-4DE8-B532-FCA483A8E7B1}"/>
                      </a:ext>
                    </a:extLst>
                  </p:cNvPr>
                  <p:cNvSpPr/>
                  <p:nvPr/>
                </p:nvSpPr>
                <p:spPr>
                  <a:xfrm>
                    <a:off x="4807697" y="1159653"/>
                    <a:ext cx="94336" cy="26219"/>
                  </a:xfrm>
                  <a:custGeom>
                    <a:avLst/>
                    <a:gdLst>
                      <a:gd name="connsiteX0" fmla="*/ 37238 w 94336"/>
                      <a:gd name="connsiteY0" fmla="*/ 10684 h 26219"/>
                      <a:gd name="connsiteX1" fmla="*/ 0 w 94336"/>
                      <a:gd name="connsiteY1" fmla="*/ 19772 h 26219"/>
                      <a:gd name="connsiteX2" fmla="*/ 3414 w 94336"/>
                      <a:gd name="connsiteY2" fmla="*/ 22697 h 26219"/>
                      <a:gd name="connsiteX3" fmla="*/ 8645 w 94336"/>
                      <a:gd name="connsiteY3" fmla="*/ 24338 h 26219"/>
                      <a:gd name="connsiteX4" fmla="*/ 24160 w 94336"/>
                      <a:gd name="connsiteY4" fmla="*/ 26111 h 26219"/>
                      <a:gd name="connsiteX5" fmla="*/ 36263 w 94336"/>
                      <a:gd name="connsiteY5" fmla="*/ 24116 h 26219"/>
                      <a:gd name="connsiteX6" fmla="*/ 41050 w 94336"/>
                      <a:gd name="connsiteY6" fmla="*/ 22786 h 26219"/>
                      <a:gd name="connsiteX7" fmla="*/ 64014 w 94336"/>
                      <a:gd name="connsiteY7" fmla="*/ 17112 h 26219"/>
                      <a:gd name="connsiteX8" fmla="*/ 66275 w 94336"/>
                      <a:gd name="connsiteY8" fmla="*/ 16580 h 26219"/>
                      <a:gd name="connsiteX9" fmla="*/ 78732 w 94336"/>
                      <a:gd name="connsiteY9" fmla="*/ 12280 h 26219"/>
                      <a:gd name="connsiteX10" fmla="*/ 91056 w 94336"/>
                      <a:gd name="connsiteY10" fmla="*/ 3635 h 26219"/>
                      <a:gd name="connsiteX11" fmla="*/ 94248 w 94336"/>
                      <a:gd name="connsiteY11" fmla="*/ 133 h 26219"/>
                      <a:gd name="connsiteX12" fmla="*/ 94336 w 94336"/>
                      <a:gd name="connsiteY12" fmla="*/ 0 h 26219"/>
                      <a:gd name="connsiteX13" fmla="*/ 37238 w 94336"/>
                      <a:gd name="connsiteY13" fmla="*/ 10684 h 26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336" h="26219">
                        <a:moveTo>
                          <a:pt x="37238" y="10684"/>
                        </a:moveTo>
                        <a:cubicBezTo>
                          <a:pt x="24825" y="15117"/>
                          <a:pt x="11659" y="20038"/>
                          <a:pt x="0" y="19772"/>
                        </a:cubicBezTo>
                        <a:cubicBezTo>
                          <a:pt x="754" y="21102"/>
                          <a:pt x="1951" y="22210"/>
                          <a:pt x="3414" y="22697"/>
                        </a:cubicBezTo>
                        <a:cubicBezTo>
                          <a:pt x="5187" y="23318"/>
                          <a:pt x="6916" y="23850"/>
                          <a:pt x="8645" y="24338"/>
                        </a:cubicBezTo>
                        <a:cubicBezTo>
                          <a:pt x="13610" y="25579"/>
                          <a:pt x="18575" y="26554"/>
                          <a:pt x="24160" y="26111"/>
                        </a:cubicBezTo>
                        <a:cubicBezTo>
                          <a:pt x="27840" y="26022"/>
                          <a:pt x="31697" y="25136"/>
                          <a:pt x="36263" y="24116"/>
                        </a:cubicBezTo>
                        <a:cubicBezTo>
                          <a:pt x="37637" y="23761"/>
                          <a:pt x="39277" y="23274"/>
                          <a:pt x="41050" y="22786"/>
                        </a:cubicBezTo>
                        <a:cubicBezTo>
                          <a:pt x="48099" y="20880"/>
                          <a:pt x="57719" y="18397"/>
                          <a:pt x="64014" y="17112"/>
                        </a:cubicBezTo>
                        <a:cubicBezTo>
                          <a:pt x="64812" y="16934"/>
                          <a:pt x="65565" y="16713"/>
                          <a:pt x="66275" y="16580"/>
                        </a:cubicBezTo>
                        <a:cubicBezTo>
                          <a:pt x="71018" y="15294"/>
                          <a:pt x="75185" y="14053"/>
                          <a:pt x="78732" y="12280"/>
                        </a:cubicBezTo>
                        <a:cubicBezTo>
                          <a:pt x="83653" y="9930"/>
                          <a:pt x="87554" y="7004"/>
                          <a:pt x="91056" y="3635"/>
                        </a:cubicBezTo>
                        <a:cubicBezTo>
                          <a:pt x="92164" y="2527"/>
                          <a:pt x="93228" y="1374"/>
                          <a:pt x="94248" y="133"/>
                        </a:cubicBezTo>
                        <a:lnTo>
                          <a:pt x="94336" y="0"/>
                        </a:lnTo>
                        <a:cubicBezTo>
                          <a:pt x="75052" y="1330"/>
                          <a:pt x="55015" y="4256"/>
                          <a:pt x="37238" y="1068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00" name="Forme libre : forme 20999">
                    <a:extLst>
                      <a:ext uri="{FF2B5EF4-FFF2-40B4-BE49-F238E27FC236}">
                        <a16:creationId xmlns:a16="http://schemas.microsoft.com/office/drawing/2014/main" id="{A466ACA2-ADDB-4792-9441-2242C1352A73}"/>
                      </a:ext>
                    </a:extLst>
                  </p:cNvPr>
                  <p:cNvSpPr/>
                  <p:nvPr/>
                </p:nvSpPr>
                <p:spPr>
                  <a:xfrm>
                    <a:off x="4839466" y="1154688"/>
                    <a:ext cx="44817" cy="14950"/>
                  </a:xfrm>
                  <a:custGeom>
                    <a:avLst/>
                    <a:gdLst>
                      <a:gd name="connsiteX0" fmla="*/ 44791 w 44817"/>
                      <a:gd name="connsiteY0" fmla="*/ 3059 h 14950"/>
                      <a:gd name="connsiteX1" fmla="*/ 36103 w 44817"/>
                      <a:gd name="connsiteY1" fmla="*/ 9044 h 14950"/>
                      <a:gd name="connsiteX2" fmla="*/ 22670 w 44817"/>
                      <a:gd name="connsiteY2" fmla="*/ 12856 h 14950"/>
                      <a:gd name="connsiteX3" fmla="*/ 150 w 44817"/>
                      <a:gd name="connsiteY3" fmla="*/ 12501 h 14950"/>
                      <a:gd name="connsiteX4" fmla="*/ 20010 w 44817"/>
                      <a:gd name="connsiteY4" fmla="*/ 1640 h 14950"/>
                      <a:gd name="connsiteX5" fmla="*/ 34241 w 44817"/>
                      <a:gd name="connsiteY5" fmla="*/ 0 h 14950"/>
                      <a:gd name="connsiteX6" fmla="*/ 44791 w 44817"/>
                      <a:gd name="connsiteY6" fmla="*/ 3059 h 14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817" h="14950">
                        <a:moveTo>
                          <a:pt x="44791" y="3059"/>
                        </a:moveTo>
                        <a:cubicBezTo>
                          <a:pt x="45190" y="5364"/>
                          <a:pt x="41023" y="7448"/>
                          <a:pt x="36103" y="9044"/>
                        </a:cubicBezTo>
                        <a:cubicBezTo>
                          <a:pt x="31226" y="10817"/>
                          <a:pt x="25507" y="12102"/>
                          <a:pt x="22670" y="12856"/>
                        </a:cubicBezTo>
                        <a:cubicBezTo>
                          <a:pt x="16863" y="13876"/>
                          <a:pt x="1968" y="17200"/>
                          <a:pt x="150" y="12501"/>
                        </a:cubicBezTo>
                        <a:cubicBezTo>
                          <a:pt x="-1712" y="7581"/>
                          <a:pt x="14247" y="2394"/>
                          <a:pt x="20010" y="1640"/>
                        </a:cubicBezTo>
                        <a:cubicBezTo>
                          <a:pt x="22848" y="1020"/>
                          <a:pt x="28832" y="177"/>
                          <a:pt x="34241" y="0"/>
                        </a:cubicBezTo>
                        <a:cubicBezTo>
                          <a:pt x="39649" y="0"/>
                          <a:pt x="44393" y="754"/>
                          <a:pt x="44791" y="305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01" name="Forme libre : forme 21000">
                    <a:extLst>
                      <a:ext uri="{FF2B5EF4-FFF2-40B4-BE49-F238E27FC236}">
                        <a16:creationId xmlns:a16="http://schemas.microsoft.com/office/drawing/2014/main" id="{DC18F443-0F61-4E13-BB66-AF68B9E8FE1B}"/>
                      </a:ext>
                    </a:extLst>
                  </p:cNvPr>
                  <p:cNvSpPr/>
                  <p:nvPr/>
                </p:nvSpPr>
                <p:spPr>
                  <a:xfrm>
                    <a:off x="4839094" y="1160008"/>
                    <a:ext cx="32484" cy="9588"/>
                  </a:xfrm>
                  <a:custGeom>
                    <a:avLst/>
                    <a:gdLst>
                      <a:gd name="connsiteX0" fmla="*/ 8501 w 32484"/>
                      <a:gd name="connsiteY0" fmla="*/ 0 h 9588"/>
                      <a:gd name="connsiteX1" fmla="*/ 344 w 32484"/>
                      <a:gd name="connsiteY1" fmla="*/ 7270 h 9588"/>
                      <a:gd name="connsiteX2" fmla="*/ 23307 w 32484"/>
                      <a:gd name="connsiteY2" fmla="*/ 7492 h 9588"/>
                      <a:gd name="connsiteX3" fmla="*/ 32484 w 32484"/>
                      <a:gd name="connsiteY3" fmla="*/ 4876 h 9588"/>
                      <a:gd name="connsiteX4" fmla="*/ 27386 w 32484"/>
                      <a:gd name="connsiteY4" fmla="*/ 5497 h 9588"/>
                      <a:gd name="connsiteX5" fmla="*/ 15816 w 32484"/>
                      <a:gd name="connsiteY5" fmla="*/ 4610 h 9588"/>
                      <a:gd name="connsiteX6" fmla="*/ 8501 w 32484"/>
                      <a:gd name="connsiteY6" fmla="*/ 0 h 9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484" h="9588">
                        <a:moveTo>
                          <a:pt x="8501" y="0"/>
                        </a:moveTo>
                        <a:cubicBezTo>
                          <a:pt x="5885" y="1507"/>
                          <a:pt x="-1695" y="4610"/>
                          <a:pt x="344" y="7270"/>
                        </a:cubicBezTo>
                        <a:cubicBezTo>
                          <a:pt x="3580" y="11570"/>
                          <a:pt x="15993" y="8822"/>
                          <a:pt x="23307" y="7492"/>
                        </a:cubicBezTo>
                        <a:cubicBezTo>
                          <a:pt x="25391" y="6960"/>
                          <a:pt x="30135" y="5719"/>
                          <a:pt x="32484" y="4876"/>
                        </a:cubicBezTo>
                        <a:cubicBezTo>
                          <a:pt x="31065" y="5098"/>
                          <a:pt x="28760" y="5541"/>
                          <a:pt x="27386" y="5497"/>
                        </a:cubicBezTo>
                        <a:cubicBezTo>
                          <a:pt x="23573" y="5453"/>
                          <a:pt x="19318" y="5364"/>
                          <a:pt x="15816" y="4610"/>
                        </a:cubicBezTo>
                        <a:cubicBezTo>
                          <a:pt x="12313" y="3990"/>
                          <a:pt x="9476" y="2660"/>
                          <a:pt x="8501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02" name="Forme libre : forme 21001">
                    <a:extLst>
                      <a:ext uri="{FF2B5EF4-FFF2-40B4-BE49-F238E27FC236}">
                        <a16:creationId xmlns:a16="http://schemas.microsoft.com/office/drawing/2014/main" id="{93F32CEB-9D07-4F47-ACE6-FB17C0629CB4}"/>
                      </a:ext>
                    </a:extLst>
                  </p:cNvPr>
                  <p:cNvSpPr/>
                  <p:nvPr/>
                </p:nvSpPr>
                <p:spPr>
                  <a:xfrm>
                    <a:off x="4842119" y="1155442"/>
                    <a:ext cx="44776" cy="14941"/>
                  </a:xfrm>
                  <a:custGeom>
                    <a:avLst/>
                    <a:gdLst>
                      <a:gd name="connsiteX0" fmla="*/ 44754 w 44776"/>
                      <a:gd name="connsiteY0" fmla="*/ 3147 h 14941"/>
                      <a:gd name="connsiteX1" fmla="*/ 35533 w 44776"/>
                      <a:gd name="connsiteY1" fmla="*/ 9221 h 14941"/>
                      <a:gd name="connsiteX2" fmla="*/ 22411 w 44776"/>
                      <a:gd name="connsiteY2" fmla="*/ 12989 h 14941"/>
                      <a:gd name="connsiteX3" fmla="*/ 201 w 44776"/>
                      <a:gd name="connsiteY3" fmla="*/ 12280 h 14941"/>
                      <a:gd name="connsiteX4" fmla="*/ 19973 w 44776"/>
                      <a:gd name="connsiteY4" fmla="*/ 1684 h 14941"/>
                      <a:gd name="connsiteX5" fmla="*/ 34646 w 44776"/>
                      <a:gd name="connsiteY5" fmla="*/ 0 h 14941"/>
                      <a:gd name="connsiteX6" fmla="*/ 44754 w 44776"/>
                      <a:gd name="connsiteY6" fmla="*/ 3147 h 14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776" h="14941">
                        <a:moveTo>
                          <a:pt x="44754" y="3147"/>
                        </a:moveTo>
                        <a:cubicBezTo>
                          <a:pt x="44355" y="5541"/>
                          <a:pt x="40276" y="7669"/>
                          <a:pt x="35533" y="9221"/>
                        </a:cubicBezTo>
                        <a:cubicBezTo>
                          <a:pt x="30834" y="10905"/>
                          <a:pt x="25470" y="12235"/>
                          <a:pt x="22411" y="12989"/>
                        </a:cubicBezTo>
                        <a:cubicBezTo>
                          <a:pt x="16249" y="14408"/>
                          <a:pt x="2329" y="16890"/>
                          <a:pt x="201" y="12280"/>
                        </a:cubicBezTo>
                        <a:cubicBezTo>
                          <a:pt x="-2015" y="7270"/>
                          <a:pt x="14697" y="2571"/>
                          <a:pt x="19973" y="1684"/>
                        </a:cubicBezTo>
                        <a:cubicBezTo>
                          <a:pt x="22588" y="1108"/>
                          <a:pt x="28972" y="133"/>
                          <a:pt x="34646" y="0"/>
                        </a:cubicBezTo>
                        <a:cubicBezTo>
                          <a:pt x="40276" y="0"/>
                          <a:pt x="45153" y="665"/>
                          <a:pt x="44754" y="314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03" name="Forme libre : forme 21002">
                    <a:extLst>
                      <a:ext uri="{FF2B5EF4-FFF2-40B4-BE49-F238E27FC236}">
                        <a16:creationId xmlns:a16="http://schemas.microsoft.com/office/drawing/2014/main" id="{F5A4C48F-193E-4AF2-B13F-FC5BAB60F0F4}"/>
                      </a:ext>
                    </a:extLst>
                  </p:cNvPr>
                  <p:cNvSpPr/>
                  <p:nvPr/>
                </p:nvSpPr>
                <p:spPr>
                  <a:xfrm>
                    <a:off x="4818598" y="1160006"/>
                    <a:ext cx="56639" cy="19281"/>
                  </a:xfrm>
                  <a:custGeom>
                    <a:avLst/>
                    <a:gdLst>
                      <a:gd name="connsiteX0" fmla="*/ 1291 w 56639"/>
                      <a:gd name="connsiteY0" fmla="*/ 14809 h 19281"/>
                      <a:gd name="connsiteX1" fmla="*/ 8694 w 56639"/>
                      <a:gd name="connsiteY1" fmla="*/ 17912 h 19281"/>
                      <a:gd name="connsiteX2" fmla="*/ 30062 w 56639"/>
                      <a:gd name="connsiteY2" fmla="*/ 18710 h 19281"/>
                      <a:gd name="connsiteX3" fmla="*/ 40612 w 56639"/>
                      <a:gd name="connsiteY3" fmla="*/ 16404 h 19281"/>
                      <a:gd name="connsiteX4" fmla="*/ 50055 w 56639"/>
                      <a:gd name="connsiteY4" fmla="*/ 12725 h 19281"/>
                      <a:gd name="connsiteX5" fmla="*/ 56261 w 56639"/>
                      <a:gd name="connsiteY5" fmla="*/ 5056 h 19281"/>
                      <a:gd name="connsiteX6" fmla="*/ 48947 w 56639"/>
                      <a:gd name="connsiteY6" fmla="*/ 3682 h 19281"/>
                      <a:gd name="connsiteX7" fmla="*/ 28643 w 56639"/>
                      <a:gd name="connsiteY7" fmla="*/ 1731 h 19281"/>
                      <a:gd name="connsiteX8" fmla="*/ 18890 w 56639"/>
                      <a:gd name="connsiteY8" fmla="*/ 91 h 19281"/>
                      <a:gd name="connsiteX9" fmla="*/ 7807 w 56639"/>
                      <a:gd name="connsiteY9" fmla="*/ 2086 h 19281"/>
                      <a:gd name="connsiteX10" fmla="*/ 1291 w 56639"/>
                      <a:gd name="connsiteY10" fmla="*/ 14809 h 19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6639" h="19281">
                        <a:moveTo>
                          <a:pt x="1291" y="14809"/>
                        </a:moveTo>
                        <a:cubicBezTo>
                          <a:pt x="3507" y="17069"/>
                          <a:pt x="4926" y="17468"/>
                          <a:pt x="8694" y="17912"/>
                        </a:cubicBezTo>
                        <a:cubicBezTo>
                          <a:pt x="15920" y="18931"/>
                          <a:pt x="21683" y="19951"/>
                          <a:pt x="30062" y="18710"/>
                        </a:cubicBezTo>
                        <a:cubicBezTo>
                          <a:pt x="33608" y="18311"/>
                          <a:pt x="37199" y="17424"/>
                          <a:pt x="40612" y="16404"/>
                        </a:cubicBezTo>
                        <a:cubicBezTo>
                          <a:pt x="44070" y="15474"/>
                          <a:pt x="47306" y="14099"/>
                          <a:pt x="50055" y="12725"/>
                        </a:cubicBezTo>
                        <a:cubicBezTo>
                          <a:pt x="54133" y="10686"/>
                          <a:pt x="57857" y="7627"/>
                          <a:pt x="56261" y="5056"/>
                        </a:cubicBezTo>
                        <a:cubicBezTo>
                          <a:pt x="55286" y="3460"/>
                          <a:pt x="51828" y="3947"/>
                          <a:pt x="48947" y="3682"/>
                        </a:cubicBezTo>
                        <a:cubicBezTo>
                          <a:pt x="42164" y="3150"/>
                          <a:pt x="35692" y="3061"/>
                          <a:pt x="28643" y="1731"/>
                        </a:cubicBezTo>
                        <a:cubicBezTo>
                          <a:pt x="25629" y="1066"/>
                          <a:pt x="22392" y="357"/>
                          <a:pt x="18890" y="91"/>
                        </a:cubicBezTo>
                        <a:cubicBezTo>
                          <a:pt x="15388" y="-220"/>
                          <a:pt x="11664" y="224"/>
                          <a:pt x="7807" y="2086"/>
                        </a:cubicBezTo>
                        <a:cubicBezTo>
                          <a:pt x="803" y="5410"/>
                          <a:pt x="-1812" y="11794"/>
                          <a:pt x="1291" y="1480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04" name="Forme libre : forme 21003">
                    <a:extLst>
                      <a:ext uri="{FF2B5EF4-FFF2-40B4-BE49-F238E27FC236}">
                        <a16:creationId xmlns:a16="http://schemas.microsoft.com/office/drawing/2014/main" id="{5E4E5727-FF09-4218-BACD-37C9D9F8D893}"/>
                      </a:ext>
                    </a:extLst>
                  </p:cNvPr>
                  <p:cNvSpPr/>
                  <p:nvPr/>
                </p:nvSpPr>
                <p:spPr>
                  <a:xfrm>
                    <a:off x="4828438" y="1156431"/>
                    <a:ext cx="17299" cy="10147"/>
                  </a:xfrm>
                  <a:custGeom>
                    <a:avLst/>
                    <a:gdLst>
                      <a:gd name="connsiteX0" fmla="*/ 1292 w 17299"/>
                      <a:gd name="connsiteY0" fmla="*/ 7788 h 10147"/>
                      <a:gd name="connsiteX1" fmla="*/ 6 w 17299"/>
                      <a:gd name="connsiteY1" fmla="*/ 9517 h 10147"/>
                      <a:gd name="connsiteX2" fmla="*/ 1691 w 17299"/>
                      <a:gd name="connsiteY2" fmla="*/ 10094 h 10147"/>
                      <a:gd name="connsiteX3" fmla="*/ 4971 w 17299"/>
                      <a:gd name="connsiteY3" fmla="*/ 8985 h 10147"/>
                      <a:gd name="connsiteX4" fmla="*/ 12729 w 17299"/>
                      <a:gd name="connsiteY4" fmla="*/ 5439 h 10147"/>
                      <a:gd name="connsiteX5" fmla="*/ 15434 w 17299"/>
                      <a:gd name="connsiteY5" fmla="*/ 3843 h 10147"/>
                      <a:gd name="connsiteX6" fmla="*/ 12552 w 17299"/>
                      <a:gd name="connsiteY6" fmla="*/ 607 h 10147"/>
                      <a:gd name="connsiteX7" fmla="*/ 1292 w 17299"/>
                      <a:gd name="connsiteY7" fmla="*/ 7788 h 10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299" h="10147">
                        <a:moveTo>
                          <a:pt x="1292" y="7788"/>
                        </a:moveTo>
                        <a:cubicBezTo>
                          <a:pt x="583" y="8453"/>
                          <a:pt x="95" y="8897"/>
                          <a:pt x="6" y="9517"/>
                        </a:cubicBezTo>
                        <a:cubicBezTo>
                          <a:pt x="-82" y="10138"/>
                          <a:pt x="760" y="10227"/>
                          <a:pt x="1691" y="10094"/>
                        </a:cubicBezTo>
                        <a:cubicBezTo>
                          <a:pt x="2666" y="9961"/>
                          <a:pt x="3952" y="9429"/>
                          <a:pt x="4971" y="8985"/>
                        </a:cubicBezTo>
                        <a:cubicBezTo>
                          <a:pt x="7543" y="7877"/>
                          <a:pt x="10335" y="6725"/>
                          <a:pt x="12729" y="5439"/>
                        </a:cubicBezTo>
                        <a:cubicBezTo>
                          <a:pt x="13705" y="4907"/>
                          <a:pt x="14680" y="4464"/>
                          <a:pt x="15434" y="3843"/>
                        </a:cubicBezTo>
                        <a:cubicBezTo>
                          <a:pt x="18581" y="1405"/>
                          <a:pt x="17827" y="-1211"/>
                          <a:pt x="12552" y="607"/>
                        </a:cubicBezTo>
                        <a:cubicBezTo>
                          <a:pt x="8474" y="2158"/>
                          <a:pt x="4085" y="5129"/>
                          <a:pt x="1292" y="778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05" name="Forme libre : forme 21004">
                    <a:extLst>
                      <a:ext uri="{FF2B5EF4-FFF2-40B4-BE49-F238E27FC236}">
                        <a16:creationId xmlns:a16="http://schemas.microsoft.com/office/drawing/2014/main" id="{93B97282-587B-4F20-AA32-E2EEAC02FEA0}"/>
                      </a:ext>
                    </a:extLst>
                  </p:cNvPr>
                  <p:cNvSpPr/>
                  <p:nvPr/>
                </p:nvSpPr>
                <p:spPr>
                  <a:xfrm>
                    <a:off x="4874948" y="1158633"/>
                    <a:ext cx="25623" cy="16712"/>
                  </a:xfrm>
                  <a:custGeom>
                    <a:avLst/>
                    <a:gdLst>
                      <a:gd name="connsiteX0" fmla="*/ 25623 w 25623"/>
                      <a:gd name="connsiteY0" fmla="*/ 0 h 16712"/>
                      <a:gd name="connsiteX1" fmla="*/ 0 w 25623"/>
                      <a:gd name="connsiteY1" fmla="*/ 16713 h 16712"/>
                      <a:gd name="connsiteX2" fmla="*/ 25623 w 25623"/>
                      <a:gd name="connsiteY2" fmla="*/ 0 h 16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623" h="16712">
                        <a:moveTo>
                          <a:pt x="25623" y="0"/>
                        </a:moveTo>
                        <a:cubicBezTo>
                          <a:pt x="22210" y="6783"/>
                          <a:pt x="8246" y="12679"/>
                          <a:pt x="0" y="16713"/>
                        </a:cubicBezTo>
                        <a:cubicBezTo>
                          <a:pt x="8999" y="12368"/>
                          <a:pt x="18841" y="5541"/>
                          <a:pt x="2562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06" name="Forme libre : forme 21005">
                    <a:extLst>
                      <a:ext uri="{FF2B5EF4-FFF2-40B4-BE49-F238E27FC236}">
                        <a16:creationId xmlns:a16="http://schemas.microsoft.com/office/drawing/2014/main" id="{CEC4821D-349A-472C-BD7F-F5CB1D8CFD38}"/>
                      </a:ext>
                    </a:extLst>
                  </p:cNvPr>
                  <p:cNvSpPr/>
                  <p:nvPr/>
                </p:nvSpPr>
                <p:spPr>
                  <a:xfrm>
                    <a:off x="4808362" y="1150831"/>
                    <a:ext cx="27219" cy="22874"/>
                  </a:xfrm>
                  <a:custGeom>
                    <a:avLst/>
                    <a:gdLst>
                      <a:gd name="connsiteX0" fmla="*/ 27219 w 27219"/>
                      <a:gd name="connsiteY0" fmla="*/ 0 h 22874"/>
                      <a:gd name="connsiteX1" fmla="*/ 0 w 27219"/>
                      <a:gd name="connsiteY1" fmla="*/ 22875 h 22874"/>
                      <a:gd name="connsiteX2" fmla="*/ 27219 w 27219"/>
                      <a:gd name="connsiteY2" fmla="*/ 0 h 22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219" h="22874">
                        <a:moveTo>
                          <a:pt x="27219" y="0"/>
                        </a:moveTo>
                        <a:cubicBezTo>
                          <a:pt x="14408" y="4876"/>
                          <a:pt x="5320" y="14230"/>
                          <a:pt x="0" y="22875"/>
                        </a:cubicBezTo>
                        <a:cubicBezTo>
                          <a:pt x="4522" y="14496"/>
                          <a:pt x="16801" y="5453"/>
                          <a:pt x="2721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07" name="Forme libre : forme 21006">
                    <a:extLst>
                      <a:ext uri="{FF2B5EF4-FFF2-40B4-BE49-F238E27FC236}">
                        <a16:creationId xmlns:a16="http://schemas.microsoft.com/office/drawing/2014/main" id="{766C58AC-F9A9-4847-AE4D-FAEB46DD7006}"/>
                      </a:ext>
                    </a:extLst>
                  </p:cNvPr>
                  <p:cNvSpPr/>
                  <p:nvPr/>
                </p:nvSpPr>
                <p:spPr>
                  <a:xfrm>
                    <a:off x="4856698" y="1156451"/>
                    <a:ext cx="17038" cy="4176"/>
                  </a:xfrm>
                  <a:custGeom>
                    <a:avLst/>
                    <a:gdLst>
                      <a:gd name="connsiteX0" fmla="*/ 16964 w 17038"/>
                      <a:gd name="connsiteY0" fmla="*/ 1429 h 4176"/>
                      <a:gd name="connsiteX1" fmla="*/ 7255 w 17038"/>
                      <a:gd name="connsiteY1" fmla="*/ 3956 h 4176"/>
                      <a:gd name="connsiteX2" fmla="*/ 74 w 17038"/>
                      <a:gd name="connsiteY2" fmla="*/ 2714 h 4176"/>
                      <a:gd name="connsiteX3" fmla="*/ 9250 w 17038"/>
                      <a:gd name="connsiteY3" fmla="*/ 99 h 4176"/>
                      <a:gd name="connsiteX4" fmla="*/ 16964 w 17038"/>
                      <a:gd name="connsiteY4" fmla="*/ 1429 h 4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38" h="4176">
                        <a:moveTo>
                          <a:pt x="16964" y="1429"/>
                        </a:moveTo>
                        <a:cubicBezTo>
                          <a:pt x="16122" y="3246"/>
                          <a:pt x="9383" y="3734"/>
                          <a:pt x="7255" y="3956"/>
                        </a:cubicBezTo>
                        <a:cubicBezTo>
                          <a:pt x="5172" y="4177"/>
                          <a:pt x="-724" y="4665"/>
                          <a:pt x="74" y="2714"/>
                        </a:cubicBezTo>
                        <a:cubicBezTo>
                          <a:pt x="916" y="808"/>
                          <a:pt x="7255" y="143"/>
                          <a:pt x="9250" y="99"/>
                        </a:cubicBezTo>
                        <a:cubicBezTo>
                          <a:pt x="11245" y="10"/>
                          <a:pt x="17806" y="-389"/>
                          <a:pt x="16964" y="142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08" name="Forme libre : forme 21007">
                    <a:extLst>
                      <a:ext uri="{FF2B5EF4-FFF2-40B4-BE49-F238E27FC236}">
                        <a16:creationId xmlns:a16="http://schemas.microsoft.com/office/drawing/2014/main" id="{3CCA33CA-A3B9-4D66-880E-DADCA77A2408}"/>
                      </a:ext>
                    </a:extLst>
                  </p:cNvPr>
                  <p:cNvSpPr/>
                  <p:nvPr/>
                </p:nvSpPr>
                <p:spPr>
                  <a:xfrm>
                    <a:off x="4871369" y="1156571"/>
                    <a:ext cx="4849" cy="1704"/>
                  </a:xfrm>
                  <a:custGeom>
                    <a:avLst/>
                    <a:gdLst>
                      <a:gd name="connsiteX0" fmla="*/ 4820 w 4849"/>
                      <a:gd name="connsiteY0" fmla="*/ 466 h 1704"/>
                      <a:gd name="connsiteX1" fmla="*/ 2736 w 4849"/>
                      <a:gd name="connsiteY1" fmla="*/ 1575 h 1704"/>
                      <a:gd name="connsiteX2" fmla="*/ 32 w 4849"/>
                      <a:gd name="connsiteY2" fmla="*/ 1264 h 1704"/>
                      <a:gd name="connsiteX3" fmla="*/ 2027 w 4849"/>
                      <a:gd name="connsiteY3" fmla="*/ 112 h 1704"/>
                      <a:gd name="connsiteX4" fmla="*/ 4820 w 4849"/>
                      <a:gd name="connsiteY4" fmla="*/ 466 h 1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49" h="1704">
                        <a:moveTo>
                          <a:pt x="4820" y="466"/>
                        </a:moveTo>
                        <a:cubicBezTo>
                          <a:pt x="5086" y="1087"/>
                          <a:pt x="3534" y="1397"/>
                          <a:pt x="2736" y="1575"/>
                        </a:cubicBezTo>
                        <a:cubicBezTo>
                          <a:pt x="1938" y="1708"/>
                          <a:pt x="298" y="1885"/>
                          <a:pt x="32" y="1264"/>
                        </a:cubicBezTo>
                        <a:cubicBezTo>
                          <a:pt x="-234" y="644"/>
                          <a:pt x="1229" y="245"/>
                          <a:pt x="2027" y="112"/>
                        </a:cubicBezTo>
                        <a:cubicBezTo>
                          <a:pt x="2869" y="-21"/>
                          <a:pt x="4554" y="-154"/>
                          <a:pt x="4820" y="46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1009" name="Forme libre : forme 21008">
                    <a:extLst>
                      <a:ext uri="{FF2B5EF4-FFF2-40B4-BE49-F238E27FC236}">
                        <a16:creationId xmlns:a16="http://schemas.microsoft.com/office/drawing/2014/main" id="{539D67EF-E3CE-4BB5-B5F4-62DABB971739}"/>
                      </a:ext>
                    </a:extLst>
                  </p:cNvPr>
                  <p:cNvSpPr/>
                  <p:nvPr/>
                </p:nvSpPr>
                <p:spPr>
                  <a:xfrm>
                    <a:off x="4854465" y="1144803"/>
                    <a:ext cx="43922" cy="12871"/>
                  </a:xfrm>
                  <a:custGeom>
                    <a:avLst/>
                    <a:gdLst>
                      <a:gd name="connsiteX0" fmla="*/ 32585 w 43922"/>
                      <a:gd name="connsiteY0" fmla="*/ 4078 h 12871"/>
                      <a:gd name="connsiteX1" fmla="*/ 43579 w 43922"/>
                      <a:gd name="connsiteY1" fmla="*/ 9841 h 12871"/>
                      <a:gd name="connsiteX2" fmla="*/ 40919 w 43922"/>
                      <a:gd name="connsiteY2" fmla="*/ 12811 h 12871"/>
                      <a:gd name="connsiteX3" fmla="*/ 35777 w 43922"/>
                      <a:gd name="connsiteY3" fmla="*/ 11747 h 12871"/>
                      <a:gd name="connsiteX4" fmla="*/ 20128 w 43922"/>
                      <a:gd name="connsiteY4" fmla="*/ 7669 h 12871"/>
                      <a:gd name="connsiteX5" fmla="*/ 7937 w 43922"/>
                      <a:gd name="connsiteY5" fmla="*/ 7359 h 12871"/>
                      <a:gd name="connsiteX6" fmla="*/ 223 w 43922"/>
                      <a:gd name="connsiteY6" fmla="*/ 4654 h 12871"/>
                      <a:gd name="connsiteX7" fmla="*/ 22123 w 43922"/>
                      <a:gd name="connsiteY7" fmla="*/ 310 h 12871"/>
                      <a:gd name="connsiteX8" fmla="*/ 32585 w 43922"/>
                      <a:gd name="connsiteY8" fmla="*/ 4078 h 12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922" h="12871">
                        <a:moveTo>
                          <a:pt x="32585" y="4078"/>
                        </a:moveTo>
                        <a:cubicBezTo>
                          <a:pt x="37328" y="5763"/>
                          <a:pt x="40697" y="6960"/>
                          <a:pt x="43579" y="9841"/>
                        </a:cubicBezTo>
                        <a:cubicBezTo>
                          <a:pt x="44643" y="10949"/>
                          <a:pt x="43091" y="12501"/>
                          <a:pt x="40919" y="12811"/>
                        </a:cubicBezTo>
                        <a:cubicBezTo>
                          <a:pt x="38747" y="13077"/>
                          <a:pt x="37328" y="12412"/>
                          <a:pt x="35777" y="11747"/>
                        </a:cubicBezTo>
                        <a:cubicBezTo>
                          <a:pt x="30989" y="9664"/>
                          <a:pt x="25891" y="8689"/>
                          <a:pt x="20128" y="7669"/>
                        </a:cubicBezTo>
                        <a:cubicBezTo>
                          <a:pt x="18310" y="7403"/>
                          <a:pt x="12769" y="7536"/>
                          <a:pt x="7937" y="7359"/>
                        </a:cubicBezTo>
                        <a:cubicBezTo>
                          <a:pt x="3105" y="7270"/>
                          <a:pt x="-1018" y="6738"/>
                          <a:pt x="223" y="4654"/>
                        </a:cubicBezTo>
                        <a:cubicBezTo>
                          <a:pt x="2750" y="310"/>
                          <a:pt x="17291" y="-577"/>
                          <a:pt x="22123" y="310"/>
                        </a:cubicBezTo>
                        <a:cubicBezTo>
                          <a:pt x="26955" y="1064"/>
                          <a:pt x="29038" y="2793"/>
                          <a:pt x="32585" y="407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07" name="Graphique 2">
                  <a:extLst>
                    <a:ext uri="{FF2B5EF4-FFF2-40B4-BE49-F238E27FC236}">
                      <a16:creationId xmlns:a16="http://schemas.microsoft.com/office/drawing/2014/main" id="{3AFFBF32-BE6C-4092-8EC3-A2778F15411A}"/>
                    </a:ext>
                  </a:extLst>
                </p:cNvPr>
                <p:cNvGrpSpPr/>
                <p:nvPr/>
              </p:nvGrpSpPr>
              <p:grpSpPr>
                <a:xfrm>
                  <a:off x="4902992" y="1138153"/>
                  <a:ext cx="98415" cy="37598"/>
                  <a:chOff x="4902992" y="1138153"/>
                  <a:chExt cx="98415" cy="37598"/>
                </a:xfrm>
                <a:solidFill>
                  <a:schemeClr val="accent1"/>
                </a:solidFill>
              </p:grpSpPr>
              <p:sp>
                <p:nvSpPr>
                  <p:cNvPr id="20986" name="Forme libre : forme 20985">
                    <a:extLst>
                      <a:ext uri="{FF2B5EF4-FFF2-40B4-BE49-F238E27FC236}">
                        <a16:creationId xmlns:a16="http://schemas.microsoft.com/office/drawing/2014/main" id="{557822C3-2B44-48F6-8F30-16CA3B921D1C}"/>
                      </a:ext>
                    </a:extLst>
                  </p:cNvPr>
                  <p:cNvSpPr/>
                  <p:nvPr/>
                </p:nvSpPr>
                <p:spPr>
                  <a:xfrm>
                    <a:off x="4902992" y="1138153"/>
                    <a:ext cx="98415" cy="37598"/>
                  </a:xfrm>
                  <a:custGeom>
                    <a:avLst/>
                    <a:gdLst>
                      <a:gd name="connsiteX0" fmla="*/ 64607 w 98415"/>
                      <a:gd name="connsiteY0" fmla="*/ 37504 h 37598"/>
                      <a:gd name="connsiteX1" fmla="*/ 32644 w 98415"/>
                      <a:gd name="connsiteY1" fmla="*/ 35022 h 37598"/>
                      <a:gd name="connsiteX2" fmla="*/ 2145 w 98415"/>
                      <a:gd name="connsiteY2" fmla="*/ 21767 h 37598"/>
                      <a:gd name="connsiteX3" fmla="*/ 2145 w 98415"/>
                      <a:gd name="connsiteY3" fmla="*/ 11748 h 37598"/>
                      <a:gd name="connsiteX4" fmla="*/ 34994 w 98415"/>
                      <a:gd name="connsiteY4" fmla="*/ 0 h 37598"/>
                      <a:gd name="connsiteX5" fmla="*/ 51042 w 98415"/>
                      <a:gd name="connsiteY5" fmla="*/ 709 h 37598"/>
                      <a:gd name="connsiteX6" fmla="*/ 67134 w 98415"/>
                      <a:gd name="connsiteY6" fmla="*/ 2527 h 37598"/>
                      <a:gd name="connsiteX7" fmla="*/ 84999 w 98415"/>
                      <a:gd name="connsiteY7" fmla="*/ 8866 h 37598"/>
                      <a:gd name="connsiteX8" fmla="*/ 96614 w 98415"/>
                      <a:gd name="connsiteY8" fmla="*/ 19594 h 37598"/>
                      <a:gd name="connsiteX9" fmla="*/ 96259 w 98415"/>
                      <a:gd name="connsiteY9" fmla="*/ 29436 h 37598"/>
                      <a:gd name="connsiteX10" fmla="*/ 82605 w 98415"/>
                      <a:gd name="connsiteY10" fmla="*/ 35997 h 37598"/>
                      <a:gd name="connsiteX11" fmla="*/ 74360 w 98415"/>
                      <a:gd name="connsiteY11" fmla="*/ 37371 h 37598"/>
                      <a:gd name="connsiteX12" fmla="*/ 64607 w 98415"/>
                      <a:gd name="connsiteY12" fmla="*/ 37504 h 37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8415" h="37598">
                        <a:moveTo>
                          <a:pt x="64607" y="37504"/>
                        </a:moveTo>
                        <a:cubicBezTo>
                          <a:pt x="57026" y="36928"/>
                          <a:pt x="40535" y="35819"/>
                          <a:pt x="32644" y="35022"/>
                        </a:cubicBezTo>
                        <a:cubicBezTo>
                          <a:pt x="17926" y="33736"/>
                          <a:pt x="10390" y="28860"/>
                          <a:pt x="2145" y="21767"/>
                        </a:cubicBezTo>
                        <a:cubicBezTo>
                          <a:pt x="-693" y="19328"/>
                          <a:pt x="-737" y="14230"/>
                          <a:pt x="2145" y="11748"/>
                        </a:cubicBezTo>
                        <a:cubicBezTo>
                          <a:pt x="10434" y="4522"/>
                          <a:pt x="19966" y="222"/>
                          <a:pt x="34994" y="0"/>
                        </a:cubicBezTo>
                        <a:cubicBezTo>
                          <a:pt x="38984" y="89"/>
                          <a:pt x="45057" y="177"/>
                          <a:pt x="51042" y="709"/>
                        </a:cubicBezTo>
                        <a:cubicBezTo>
                          <a:pt x="57026" y="1286"/>
                          <a:pt x="63100" y="1773"/>
                          <a:pt x="67134" y="2527"/>
                        </a:cubicBezTo>
                        <a:cubicBezTo>
                          <a:pt x="74714" y="3724"/>
                          <a:pt x="80433" y="5807"/>
                          <a:pt x="84999" y="8866"/>
                        </a:cubicBezTo>
                        <a:cubicBezTo>
                          <a:pt x="89610" y="11836"/>
                          <a:pt x="93200" y="15339"/>
                          <a:pt x="96614" y="19594"/>
                        </a:cubicBezTo>
                        <a:cubicBezTo>
                          <a:pt x="98963" y="22476"/>
                          <a:pt x="99185" y="27441"/>
                          <a:pt x="96259" y="29436"/>
                        </a:cubicBezTo>
                        <a:cubicBezTo>
                          <a:pt x="92092" y="32273"/>
                          <a:pt x="87703" y="34534"/>
                          <a:pt x="82605" y="35997"/>
                        </a:cubicBezTo>
                        <a:cubicBezTo>
                          <a:pt x="80034" y="36706"/>
                          <a:pt x="77330" y="37194"/>
                          <a:pt x="74360" y="37371"/>
                        </a:cubicBezTo>
                        <a:cubicBezTo>
                          <a:pt x="71434" y="37593"/>
                          <a:pt x="68153" y="37681"/>
                          <a:pt x="64607" y="3750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87" name="Forme libre : forme 20986">
                    <a:extLst>
                      <a:ext uri="{FF2B5EF4-FFF2-40B4-BE49-F238E27FC236}">
                        <a16:creationId xmlns:a16="http://schemas.microsoft.com/office/drawing/2014/main" id="{88CB8CA1-B33B-42EC-86B2-08262297AC94}"/>
                      </a:ext>
                    </a:extLst>
                  </p:cNvPr>
                  <p:cNvSpPr/>
                  <p:nvPr/>
                </p:nvSpPr>
                <p:spPr>
                  <a:xfrm>
                    <a:off x="4903053" y="1155841"/>
                    <a:ext cx="96286" cy="19842"/>
                  </a:xfrm>
                  <a:custGeom>
                    <a:avLst/>
                    <a:gdLst>
                      <a:gd name="connsiteX0" fmla="*/ 38169 w 96286"/>
                      <a:gd name="connsiteY0" fmla="*/ 5054 h 19842"/>
                      <a:gd name="connsiteX1" fmla="*/ 0 w 96286"/>
                      <a:gd name="connsiteY1" fmla="*/ 0 h 19842"/>
                      <a:gd name="connsiteX2" fmla="*/ 2039 w 96286"/>
                      <a:gd name="connsiteY2" fmla="*/ 3990 h 19842"/>
                      <a:gd name="connsiteX3" fmla="*/ 6295 w 96286"/>
                      <a:gd name="connsiteY3" fmla="*/ 7403 h 19842"/>
                      <a:gd name="connsiteX4" fmla="*/ 20171 w 96286"/>
                      <a:gd name="connsiteY4" fmla="*/ 14851 h 19842"/>
                      <a:gd name="connsiteX5" fmla="*/ 32539 w 96286"/>
                      <a:gd name="connsiteY5" fmla="*/ 17245 h 19842"/>
                      <a:gd name="connsiteX6" fmla="*/ 37681 w 96286"/>
                      <a:gd name="connsiteY6" fmla="*/ 17732 h 19842"/>
                      <a:gd name="connsiteX7" fmla="*/ 62108 w 96286"/>
                      <a:gd name="connsiteY7" fmla="*/ 19550 h 19842"/>
                      <a:gd name="connsiteX8" fmla="*/ 64457 w 96286"/>
                      <a:gd name="connsiteY8" fmla="*/ 19727 h 19842"/>
                      <a:gd name="connsiteX9" fmla="*/ 77845 w 96286"/>
                      <a:gd name="connsiteY9" fmla="*/ 19151 h 19842"/>
                      <a:gd name="connsiteX10" fmla="*/ 92120 w 96286"/>
                      <a:gd name="connsiteY10" fmla="*/ 14142 h 19842"/>
                      <a:gd name="connsiteX11" fmla="*/ 96154 w 96286"/>
                      <a:gd name="connsiteY11" fmla="*/ 11615 h 19842"/>
                      <a:gd name="connsiteX12" fmla="*/ 96287 w 96286"/>
                      <a:gd name="connsiteY12" fmla="*/ 11482 h 19842"/>
                      <a:gd name="connsiteX13" fmla="*/ 38169 w 96286"/>
                      <a:gd name="connsiteY13" fmla="*/ 5054 h 19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6286" h="19842">
                        <a:moveTo>
                          <a:pt x="38169" y="5054"/>
                        </a:moveTo>
                        <a:cubicBezTo>
                          <a:pt x="24825" y="5054"/>
                          <a:pt x="10684" y="4566"/>
                          <a:pt x="0" y="0"/>
                        </a:cubicBezTo>
                        <a:cubicBezTo>
                          <a:pt x="222" y="1551"/>
                          <a:pt x="887" y="2970"/>
                          <a:pt x="2039" y="3990"/>
                        </a:cubicBezTo>
                        <a:cubicBezTo>
                          <a:pt x="3458" y="5187"/>
                          <a:pt x="4876" y="6339"/>
                          <a:pt x="6295" y="7403"/>
                        </a:cubicBezTo>
                        <a:cubicBezTo>
                          <a:pt x="10418" y="10595"/>
                          <a:pt x="14718" y="13166"/>
                          <a:pt x="20171" y="14851"/>
                        </a:cubicBezTo>
                        <a:cubicBezTo>
                          <a:pt x="23717" y="16048"/>
                          <a:pt x="27751" y="16846"/>
                          <a:pt x="32539" y="17245"/>
                        </a:cubicBezTo>
                        <a:cubicBezTo>
                          <a:pt x="34002" y="17378"/>
                          <a:pt x="35731" y="17555"/>
                          <a:pt x="37681" y="17732"/>
                        </a:cubicBezTo>
                        <a:cubicBezTo>
                          <a:pt x="45262" y="18309"/>
                          <a:pt x="55502" y="19062"/>
                          <a:pt x="62108" y="19550"/>
                        </a:cubicBezTo>
                        <a:cubicBezTo>
                          <a:pt x="62950" y="19594"/>
                          <a:pt x="63748" y="19683"/>
                          <a:pt x="64457" y="19727"/>
                        </a:cubicBezTo>
                        <a:cubicBezTo>
                          <a:pt x="69511" y="20038"/>
                          <a:pt x="73900" y="19683"/>
                          <a:pt x="77845" y="19151"/>
                        </a:cubicBezTo>
                        <a:cubicBezTo>
                          <a:pt x="83254" y="18309"/>
                          <a:pt x="87864" y="16358"/>
                          <a:pt x="92120" y="14142"/>
                        </a:cubicBezTo>
                        <a:cubicBezTo>
                          <a:pt x="93494" y="13388"/>
                          <a:pt x="94824" y="12546"/>
                          <a:pt x="96154" y="11615"/>
                        </a:cubicBezTo>
                        <a:lnTo>
                          <a:pt x="96287" y="11482"/>
                        </a:lnTo>
                        <a:cubicBezTo>
                          <a:pt x="77313" y="7758"/>
                          <a:pt x="57276" y="5009"/>
                          <a:pt x="38169" y="505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88" name="Forme libre : forme 20987">
                    <a:extLst>
                      <a:ext uri="{FF2B5EF4-FFF2-40B4-BE49-F238E27FC236}">
                        <a16:creationId xmlns:a16="http://schemas.microsoft.com/office/drawing/2014/main" id="{0A0EA5B8-F36B-4567-9345-4DFAC37BFA29}"/>
                      </a:ext>
                    </a:extLst>
                  </p:cNvPr>
                  <p:cNvSpPr/>
                  <p:nvPr/>
                </p:nvSpPr>
                <p:spPr>
                  <a:xfrm>
                    <a:off x="4937321" y="1151721"/>
                    <a:ext cx="45450" cy="12462"/>
                  </a:xfrm>
                  <a:custGeom>
                    <a:avLst/>
                    <a:gdLst>
                      <a:gd name="connsiteX0" fmla="*/ 45439 w 45450"/>
                      <a:gd name="connsiteY0" fmla="*/ 9040 h 12462"/>
                      <a:gd name="connsiteX1" fmla="*/ 21323 w 45450"/>
                      <a:gd name="connsiteY1" fmla="*/ 12055 h 12462"/>
                      <a:gd name="connsiteX2" fmla="*/ 0 w 45450"/>
                      <a:gd name="connsiteY2" fmla="*/ 4341 h 12462"/>
                      <a:gd name="connsiteX3" fmla="*/ 22210 w 45450"/>
                      <a:gd name="connsiteY3" fmla="*/ 529 h 12462"/>
                      <a:gd name="connsiteX4" fmla="*/ 36174 w 45450"/>
                      <a:gd name="connsiteY4" fmla="*/ 3189 h 12462"/>
                      <a:gd name="connsiteX5" fmla="*/ 45439 w 45450"/>
                      <a:gd name="connsiteY5" fmla="*/ 9040 h 12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5450" h="12462">
                        <a:moveTo>
                          <a:pt x="45439" y="9040"/>
                        </a:moveTo>
                        <a:cubicBezTo>
                          <a:pt x="44952" y="13606"/>
                          <a:pt x="27264" y="12410"/>
                          <a:pt x="21323" y="12055"/>
                        </a:cubicBezTo>
                        <a:cubicBezTo>
                          <a:pt x="15427" y="11390"/>
                          <a:pt x="0" y="9484"/>
                          <a:pt x="0" y="4341"/>
                        </a:cubicBezTo>
                        <a:cubicBezTo>
                          <a:pt x="0" y="-801"/>
                          <a:pt x="16535" y="-313"/>
                          <a:pt x="22210" y="529"/>
                        </a:cubicBezTo>
                        <a:cubicBezTo>
                          <a:pt x="25047" y="795"/>
                          <a:pt x="30987" y="1681"/>
                          <a:pt x="36174" y="3189"/>
                        </a:cubicBezTo>
                        <a:cubicBezTo>
                          <a:pt x="41361" y="4607"/>
                          <a:pt x="45705" y="6646"/>
                          <a:pt x="45439" y="904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89" name="Forme libre : forme 20988">
                    <a:extLst>
                      <a:ext uri="{FF2B5EF4-FFF2-40B4-BE49-F238E27FC236}">
                        <a16:creationId xmlns:a16="http://schemas.microsoft.com/office/drawing/2014/main" id="{47245047-17F7-4569-82C0-E0C2D4148DBA}"/>
                      </a:ext>
                    </a:extLst>
                  </p:cNvPr>
                  <p:cNvSpPr/>
                  <p:nvPr/>
                </p:nvSpPr>
                <p:spPr>
                  <a:xfrm>
                    <a:off x="4936981" y="1151984"/>
                    <a:ext cx="31504" cy="12069"/>
                  </a:xfrm>
                  <a:custGeom>
                    <a:avLst/>
                    <a:gdLst>
                      <a:gd name="connsiteX0" fmla="*/ 10182 w 31504"/>
                      <a:gd name="connsiteY0" fmla="*/ 0 h 12069"/>
                      <a:gd name="connsiteX1" fmla="*/ 74 w 31504"/>
                      <a:gd name="connsiteY1" fmla="*/ 4079 h 12069"/>
                      <a:gd name="connsiteX2" fmla="*/ 21885 w 31504"/>
                      <a:gd name="connsiteY2" fmla="*/ 11836 h 12069"/>
                      <a:gd name="connsiteX3" fmla="*/ 31505 w 31504"/>
                      <a:gd name="connsiteY3" fmla="*/ 12058 h 12069"/>
                      <a:gd name="connsiteX4" fmla="*/ 26407 w 31504"/>
                      <a:gd name="connsiteY4" fmla="*/ 11127 h 12069"/>
                      <a:gd name="connsiteX5" fmla="*/ 10182 w 31504"/>
                      <a:gd name="connsiteY5" fmla="*/ 0 h 120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504" h="12069">
                        <a:moveTo>
                          <a:pt x="10182" y="0"/>
                        </a:moveTo>
                        <a:cubicBezTo>
                          <a:pt x="7212" y="709"/>
                          <a:pt x="-857" y="842"/>
                          <a:pt x="74" y="4079"/>
                        </a:cubicBezTo>
                        <a:cubicBezTo>
                          <a:pt x="1626" y="9310"/>
                          <a:pt x="14438" y="10950"/>
                          <a:pt x="21885" y="11836"/>
                        </a:cubicBezTo>
                        <a:cubicBezTo>
                          <a:pt x="24057" y="12014"/>
                          <a:pt x="29022" y="12102"/>
                          <a:pt x="31505" y="12058"/>
                        </a:cubicBezTo>
                        <a:cubicBezTo>
                          <a:pt x="30086" y="11836"/>
                          <a:pt x="27737" y="11526"/>
                          <a:pt x="26407" y="11127"/>
                        </a:cubicBezTo>
                        <a:cubicBezTo>
                          <a:pt x="19092" y="8866"/>
                          <a:pt x="10315" y="5541"/>
                          <a:pt x="10182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90" name="Forme libre : forme 20989">
                    <a:extLst>
                      <a:ext uri="{FF2B5EF4-FFF2-40B4-BE49-F238E27FC236}">
                        <a16:creationId xmlns:a16="http://schemas.microsoft.com/office/drawing/2014/main" id="{FF82F78F-F8ED-42A7-A70B-07A4C2D5C6E9}"/>
                      </a:ext>
                    </a:extLst>
                  </p:cNvPr>
                  <p:cNvSpPr/>
                  <p:nvPr/>
                </p:nvSpPr>
                <p:spPr>
                  <a:xfrm>
                    <a:off x="4939621" y="1153290"/>
                    <a:ext cx="45563" cy="12396"/>
                  </a:xfrm>
                  <a:custGeom>
                    <a:avLst/>
                    <a:gdLst>
                      <a:gd name="connsiteX0" fmla="*/ 45400 w 45563"/>
                      <a:gd name="connsiteY0" fmla="*/ 9023 h 12396"/>
                      <a:gd name="connsiteX1" fmla="*/ 21018 w 45563"/>
                      <a:gd name="connsiteY1" fmla="*/ 12082 h 12396"/>
                      <a:gd name="connsiteX2" fmla="*/ 8251 w 45563"/>
                      <a:gd name="connsiteY2" fmla="*/ 9910 h 12396"/>
                      <a:gd name="connsiteX3" fmla="*/ 5 w 45563"/>
                      <a:gd name="connsiteY3" fmla="*/ 4280 h 12396"/>
                      <a:gd name="connsiteX4" fmla="*/ 8960 w 45563"/>
                      <a:gd name="connsiteY4" fmla="*/ 113 h 12396"/>
                      <a:gd name="connsiteX5" fmla="*/ 22127 w 45563"/>
                      <a:gd name="connsiteY5" fmla="*/ 556 h 12396"/>
                      <a:gd name="connsiteX6" fmla="*/ 45400 w 45563"/>
                      <a:gd name="connsiteY6" fmla="*/ 9023 h 12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563" h="12396">
                        <a:moveTo>
                          <a:pt x="45400" y="9023"/>
                        </a:moveTo>
                        <a:cubicBezTo>
                          <a:pt x="43317" y="13368"/>
                          <a:pt x="27402" y="12392"/>
                          <a:pt x="21018" y="12082"/>
                        </a:cubicBezTo>
                        <a:cubicBezTo>
                          <a:pt x="17826" y="11949"/>
                          <a:pt x="12684" y="11107"/>
                          <a:pt x="8251" y="9910"/>
                        </a:cubicBezTo>
                        <a:cubicBezTo>
                          <a:pt x="3862" y="8713"/>
                          <a:pt x="183" y="6895"/>
                          <a:pt x="5" y="4280"/>
                        </a:cubicBezTo>
                        <a:cubicBezTo>
                          <a:pt x="-172" y="1664"/>
                          <a:pt x="4040" y="556"/>
                          <a:pt x="8960" y="113"/>
                        </a:cubicBezTo>
                        <a:cubicBezTo>
                          <a:pt x="13881" y="-242"/>
                          <a:pt x="19467" y="334"/>
                          <a:pt x="22127" y="556"/>
                        </a:cubicBezTo>
                        <a:cubicBezTo>
                          <a:pt x="27402" y="911"/>
                          <a:pt x="47573" y="4413"/>
                          <a:pt x="45400" y="902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91" name="Forme libre : forme 20990">
                    <a:extLst>
                      <a:ext uri="{FF2B5EF4-FFF2-40B4-BE49-F238E27FC236}">
                        <a16:creationId xmlns:a16="http://schemas.microsoft.com/office/drawing/2014/main" id="{8F5BDDE4-892A-423B-B354-0CA830B68675}"/>
                      </a:ext>
                    </a:extLst>
                  </p:cNvPr>
                  <p:cNvSpPr/>
                  <p:nvPr/>
                </p:nvSpPr>
                <p:spPr>
                  <a:xfrm>
                    <a:off x="4915762" y="1146545"/>
                    <a:ext cx="55930" cy="24754"/>
                  </a:xfrm>
                  <a:custGeom>
                    <a:avLst/>
                    <a:gdLst>
                      <a:gd name="connsiteX0" fmla="*/ 369 w 55930"/>
                      <a:gd name="connsiteY0" fmla="*/ 9561 h 24754"/>
                      <a:gd name="connsiteX1" fmla="*/ 6088 w 55930"/>
                      <a:gd name="connsiteY1" fmla="*/ 15147 h 24754"/>
                      <a:gd name="connsiteX2" fmla="*/ 26170 w 55930"/>
                      <a:gd name="connsiteY2" fmla="*/ 23481 h 24754"/>
                      <a:gd name="connsiteX3" fmla="*/ 47582 w 55930"/>
                      <a:gd name="connsiteY3" fmla="*/ 24057 h 24754"/>
                      <a:gd name="connsiteX4" fmla="*/ 55827 w 55930"/>
                      <a:gd name="connsiteY4" fmla="*/ 18605 h 24754"/>
                      <a:gd name="connsiteX5" fmla="*/ 49178 w 55930"/>
                      <a:gd name="connsiteY5" fmla="*/ 15103 h 24754"/>
                      <a:gd name="connsiteX6" fmla="*/ 30426 w 55930"/>
                      <a:gd name="connsiteY6" fmla="*/ 6946 h 24754"/>
                      <a:gd name="connsiteX7" fmla="*/ 10920 w 55930"/>
                      <a:gd name="connsiteY7" fmla="*/ 74 h 24754"/>
                      <a:gd name="connsiteX8" fmla="*/ 369 w 55930"/>
                      <a:gd name="connsiteY8" fmla="*/ 9561 h 24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930" h="24754">
                        <a:moveTo>
                          <a:pt x="369" y="9561"/>
                        </a:moveTo>
                        <a:cubicBezTo>
                          <a:pt x="1611" y="12443"/>
                          <a:pt x="2763" y="13374"/>
                          <a:pt x="6088" y="15147"/>
                        </a:cubicBezTo>
                        <a:cubicBezTo>
                          <a:pt x="12472" y="18871"/>
                          <a:pt x="17614" y="21664"/>
                          <a:pt x="26170" y="23481"/>
                        </a:cubicBezTo>
                        <a:cubicBezTo>
                          <a:pt x="33307" y="24811"/>
                          <a:pt x="41376" y="25254"/>
                          <a:pt x="47582" y="24057"/>
                        </a:cubicBezTo>
                        <a:cubicBezTo>
                          <a:pt x="52192" y="23348"/>
                          <a:pt x="56670" y="21531"/>
                          <a:pt x="55827" y="18605"/>
                        </a:cubicBezTo>
                        <a:cubicBezTo>
                          <a:pt x="55340" y="16787"/>
                          <a:pt x="51838" y="16211"/>
                          <a:pt x="49178" y="15103"/>
                        </a:cubicBezTo>
                        <a:cubicBezTo>
                          <a:pt x="42838" y="12709"/>
                          <a:pt x="36632" y="10448"/>
                          <a:pt x="30426" y="6946"/>
                        </a:cubicBezTo>
                        <a:cubicBezTo>
                          <a:pt x="25150" y="3887"/>
                          <a:pt x="19343" y="-635"/>
                          <a:pt x="10920" y="74"/>
                        </a:cubicBezTo>
                        <a:cubicBezTo>
                          <a:pt x="3384" y="606"/>
                          <a:pt x="-1404" y="5616"/>
                          <a:pt x="369" y="956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92" name="Forme libre : forme 20991">
                    <a:extLst>
                      <a:ext uri="{FF2B5EF4-FFF2-40B4-BE49-F238E27FC236}">
                        <a16:creationId xmlns:a16="http://schemas.microsoft.com/office/drawing/2014/main" id="{C1839433-F7D4-4327-A20B-CFE67FFF4C7C}"/>
                      </a:ext>
                    </a:extLst>
                  </p:cNvPr>
                  <p:cNvSpPr/>
                  <p:nvPr/>
                </p:nvSpPr>
                <p:spPr>
                  <a:xfrm>
                    <a:off x="4927187" y="1147099"/>
                    <a:ext cx="19065" cy="5231"/>
                  </a:xfrm>
                  <a:custGeom>
                    <a:avLst/>
                    <a:gdLst>
                      <a:gd name="connsiteX0" fmla="*/ 1889 w 19065"/>
                      <a:gd name="connsiteY0" fmla="*/ 2757 h 5231"/>
                      <a:gd name="connsiteX1" fmla="*/ 71 w 19065"/>
                      <a:gd name="connsiteY1" fmla="*/ 3910 h 5231"/>
                      <a:gd name="connsiteX2" fmla="*/ 1445 w 19065"/>
                      <a:gd name="connsiteY2" fmla="*/ 5062 h 5231"/>
                      <a:gd name="connsiteX3" fmla="*/ 4859 w 19065"/>
                      <a:gd name="connsiteY3" fmla="*/ 5195 h 5231"/>
                      <a:gd name="connsiteX4" fmla="*/ 13326 w 19065"/>
                      <a:gd name="connsiteY4" fmla="*/ 4575 h 5231"/>
                      <a:gd name="connsiteX5" fmla="*/ 16385 w 19065"/>
                      <a:gd name="connsiteY5" fmla="*/ 4043 h 5231"/>
                      <a:gd name="connsiteX6" fmla="*/ 14789 w 19065"/>
                      <a:gd name="connsiteY6" fmla="*/ 8 h 5231"/>
                      <a:gd name="connsiteX7" fmla="*/ 1889 w 19065"/>
                      <a:gd name="connsiteY7" fmla="*/ 2757 h 5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65" h="5231">
                        <a:moveTo>
                          <a:pt x="1889" y="2757"/>
                        </a:moveTo>
                        <a:cubicBezTo>
                          <a:pt x="1002" y="3112"/>
                          <a:pt x="381" y="3333"/>
                          <a:pt x="71" y="3910"/>
                        </a:cubicBezTo>
                        <a:cubicBezTo>
                          <a:pt x="-239" y="4442"/>
                          <a:pt x="514" y="4840"/>
                          <a:pt x="1445" y="5062"/>
                        </a:cubicBezTo>
                        <a:cubicBezTo>
                          <a:pt x="2376" y="5284"/>
                          <a:pt x="3795" y="5239"/>
                          <a:pt x="4859" y="5195"/>
                        </a:cubicBezTo>
                        <a:cubicBezTo>
                          <a:pt x="7652" y="5018"/>
                          <a:pt x="10622" y="4840"/>
                          <a:pt x="13326" y="4575"/>
                        </a:cubicBezTo>
                        <a:cubicBezTo>
                          <a:pt x="14434" y="4442"/>
                          <a:pt x="15454" y="4353"/>
                          <a:pt x="16385" y="4043"/>
                        </a:cubicBezTo>
                        <a:cubicBezTo>
                          <a:pt x="20109" y="2668"/>
                          <a:pt x="20286" y="53"/>
                          <a:pt x="14789" y="8"/>
                        </a:cubicBezTo>
                        <a:cubicBezTo>
                          <a:pt x="10533" y="-125"/>
                          <a:pt x="5479" y="1338"/>
                          <a:pt x="1889" y="275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93" name="Forme libre : forme 20992">
                    <a:extLst>
                      <a:ext uri="{FF2B5EF4-FFF2-40B4-BE49-F238E27FC236}">
                        <a16:creationId xmlns:a16="http://schemas.microsoft.com/office/drawing/2014/main" id="{6B8E49AE-C956-43DC-A1DC-28D45F9103CA}"/>
                      </a:ext>
                    </a:extLst>
                  </p:cNvPr>
                  <p:cNvSpPr/>
                  <p:nvPr/>
                </p:nvSpPr>
                <p:spPr>
                  <a:xfrm>
                    <a:off x="4968752" y="1165992"/>
                    <a:ext cx="29480" cy="8999"/>
                  </a:xfrm>
                  <a:custGeom>
                    <a:avLst/>
                    <a:gdLst>
                      <a:gd name="connsiteX0" fmla="*/ 29480 w 29480"/>
                      <a:gd name="connsiteY0" fmla="*/ 0 h 8999"/>
                      <a:gd name="connsiteX1" fmla="*/ 16314 w 29480"/>
                      <a:gd name="connsiteY1" fmla="*/ 6073 h 8999"/>
                      <a:gd name="connsiteX2" fmla="*/ 0 w 29480"/>
                      <a:gd name="connsiteY2" fmla="*/ 8999 h 8999"/>
                      <a:gd name="connsiteX3" fmla="*/ 15516 w 29480"/>
                      <a:gd name="connsiteY3" fmla="*/ 5275 h 8999"/>
                      <a:gd name="connsiteX4" fmla="*/ 29480 w 29480"/>
                      <a:gd name="connsiteY4" fmla="*/ 0 h 8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480" h="8999">
                        <a:moveTo>
                          <a:pt x="29480" y="0"/>
                        </a:moveTo>
                        <a:cubicBezTo>
                          <a:pt x="26953" y="2793"/>
                          <a:pt x="21855" y="4655"/>
                          <a:pt x="16314" y="6073"/>
                        </a:cubicBezTo>
                        <a:cubicBezTo>
                          <a:pt x="10772" y="7359"/>
                          <a:pt x="4699" y="8290"/>
                          <a:pt x="0" y="8999"/>
                        </a:cubicBezTo>
                        <a:cubicBezTo>
                          <a:pt x="5054" y="8201"/>
                          <a:pt x="10418" y="6783"/>
                          <a:pt x="15516" y="5275"/>
                        </a:cubicBezTo>
                        <a:cubicBezTo>
                          <a:pt x="20614" y="3680"/>
                          <a:pt x="25490" y="1685"/>
                          <a:pt x="2948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94" name="Forme libre : forme 20993">
                    <a:extLst>
                      <a:ext uri="{FF2B5EF4-FFF2-40B4-BE49-F238E27FC236}">
                        <a16:creationId xmlns:a16="http://schemas.microsoft.com/office/drawing/2014/main" id="{27296807-9FC3-4CBA-95F4-3CDFDD8A0568}"/>
                      </a:ext>
                    </a:extLst>
                  </p:cNvPr>
                  <p:cNvSpPr/>
                  <p:nvPr/>
                </p:nvSpPr>
                <p:spPr>
                  <a:xfrm>
                    <a:off x="4905802" y="1139305"/>
                    <a:ext cx="33292" cy="11437"/>
                  </a:xfrm>
                  <a:custGeom>
                    <a:avLst/>
                    <a:gdLst>
                      <a:gd name="connsiteX0" fmla="*/ 33293 w 33292"/>
                      <a:gd name="connsiteY0" fmla="*/ 0 h 11437"/>
                      <a:gd name="connsiteX1" fmla="*/ 0 w 33292"/>
                      <a:gd name="connsiteY1" fmla="*/ 11437 h 11437"/>
                      <a:gd name="connsiteX2" fmla="*/ 15205 w 33292"/>
                      <a:gd name="connsiteY2" fmla="*/ 4034 h 11437"/>
                      <a:gd name="connsiteX3" fmla="*/ 33293 w 33292"/>
                      <a:gd name="connsiteY3" fmla="*/ 0 h 11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92" h="11437">
                        <a:moveTo>
                          <a:pt x="33293" y="0"/>
                        </a:moveTo>
                        <a:cubicBezTo>
                          <a:pt x="19993" y="222"/>
                          <a:pt x="8246" y="5453"/>
                          <a:pt x="0" y="11437"/>
                        </a:cubicBezTo>
                        <a:cubicBezTo>
                          <a:pt x="3724" y="8334"/>
                          <a:pt x="9176" y="6118"/>
                          <a:pt x="15205" y="4034"/>
                        </a:cubicBezTo>
                        <a:cubicBezTo>
                          <a:pt x="21190" y="2172"/>
                          <a:pt x="27662" y="798"/>
                          <a:pt x="3329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95" name="Forme libre : forme 20994">
                    <a:extLst>
                      <a:ext uri="{FF2B5EF4-FFF2-40B4-BE49-F238E27FC236}">
                        <a16:creationId xmlns:a16="http://schemas.microsoft.com/office/drawing/2014/main" id="{D534E32A-2F21-4CDF-8D16-334A0291FC25}"/>
                      </a:ext>
                    </a:extLst>
                  </p:cNvPr>
                  <p:cNvSpPr/>
                  <p:nvPr/>
                </p:nvSpPr>
                <p:spPr>
                  <a:xfrm>
                    <a:off x="4955952" y="1153405"/>
                    <a:ext cx="16782" cy="5200"/>
                  </a:xfrm>
                  <a:custGeom>
                    <a:avLst/>
                    <a:gdLst>
                      <a:gd name="connsiteX0" fmla="*/ 16612 w 16782"/>
                      <a:gd name="connsiteY0" fmla="*/ 4564 h 5200"/>
                      <a:gd name="connsiteX1" fmla="*/ 6637 w 16782"/>
                      <a:gd name="connsiteY1" fmla="*/ 4121 h 5200"/>
                      <a:gd name="connsiteX2" fmla="*/ 209 w 16782"/>
                      <a:gd name="connsiteY2" fmla="*/ 751 h 5200"/>
                      <a:gd name="connsiteX3" fmla="*/ 9696 w 16782"/>
                      <a:gd name="connsiteY3" fmla="*/ 973 h 5200"/>
                      <a:gd name="connsiteX4" fmla="*/ 16612 w 16782"/>
                      <a:gd name="connsiteY4" fmla="*/ 4564 h 5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82" h="5200">
                        <a:moveTo>
                          <a:pt x="16612" y="4564"/>
                        </a:moveTo>
                        <a:cubicBezTo>
                          <a:pt x="15326" y="6071"/>
                          <a:pt x="8677" y="4475"/>
                          <a:pt x="6637" y="4121"/>
                        </a:cubicBezTo>
                        <a:cubicBezTo>
                          <a:pt x="4598" y="3722"/>
                          <a:pt x="-1165" y="2347"/>
                          <a:pt x="209" y="751"/>
                        </a:cubicBezTo>
                        <a:cubicBezTo>
                          <a:pt x="1584" y="-844"/>
                          <a:pt x="7746" y="530"/>
                          <a:pt x="9696" y="973"/>
                        </a:cubicBezTo>
                        <a:cubicBezTo>
                          <a:pt x="11558" y="1505"/>
                          <a:pt x="17897" y="3057"/>
                          <a:pt x="16612" y="456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96" name="Forme libre : forme 20995">
                    <a:extLst>
                      <a:ext uri="{FF2B5EF4-FFF2-40B4-BE49-F238E27FC236}">
                        <a16:creationId xmlns:a16="http://schemas.microsoft.com/office/drawing/2014/main" id="{9F681321-B9C8-4E76-B071-8B05919A2E2B}"/>
                      </a:ext>
                    </a:extLst>
                  </p:cNvPr>
                  <p:cNvSpPr/>
                  <p:nvPr/>
                </p:nvSpPr>
                <p:spPr>
                  <a:xfrm>
                    <a:off x="4970433" y="1156691"/>
                    <a:ext cx="4794" cy="1712"/>
                  </a:xfrm>
                  <a:custGeom>
                    <a:avLst/>
                    <a:gdLst>
                      <a:gd name="connsiteX0" fmla="*/ 4791 w 4794"/>
                      <a:gd name="connsiteY0" fmla="*/ 1144 h 1712"/>
                      <a:gd name="connsiteX1" fmla="*/ 2486 w 4794"/>
                      <a:gd name="connsiteY1" fmla="*/ 1632 h 1712"/>
                      <a:gd name="connsiteX2" fmla="*/ 4 w 4794"/>
                      <a:gd name="connsiteY2" fmla="*/ 568 h 1712"/>
                      <a:gd name="connsiteX3" fmla="*/ 2220 w 4794"/>
                      <a:gd name="connsiteY3" fmla="*/ 81 h 1712"/>
                      <a:gd name="connsiteX4" fmla="*/ 4791 w 4794"/>
                      <a:gd name="connsiteY4" fmla="*/ 1144 h 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94" h="1712">
                        <a:moveTo>
                          <a:pt x="4791" y="1144"/>
                        </a:moveTo>
                        <a:cubicBezTo>
                          <a:pt x="4880" y="1809"/>
                          <a:pt x="3284" y="1765"/>
                          <a:pt x="2486" y="1632"/>
                        </a:cubicBezTo>
                        <a:cubicBezTo>
                          <a:pt x="1688" y="1543"/>
                          <a:pt x="92" y="1233"/>
                          <a:pt x="4" y="568"/>
                        </a:cubicBezTo>
                        <a:cubicBezTo>
                          <a:pt x="-85" y="-97"/>
                          <a:pt x="1422" y="-52"/>
                          <a:pt x="2220" y="81"/>
                        </a:cubicBezTo>
                        <a:cubicBezTo>
                          <a:pt x="3063" y="169"/>
                          <a:pt x="4703" y="479"/>
                          <a:pt x="4791" y="11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97" name="Forme libre : forme 20996">
                    <a:extLst>
                      <a:ext uri="{FF2B5EF4-FFF2-40B4-BE49-F238E27FC236}">
                        <a16:creationId xmlns:a16="http://schemas.microsoft.com/office/drawing/2014/main" id="{C43611C4-FF7B-44B2-8456-1B12972DCBE2}"/>
                      </a:ext>
                    </a:extLst>
                  </p:cNvPr>
                  <p:cNvSpPr/>
                  <p:nvPr/>
                </p:nvSpPr>
                <p:spPr>
                  <a:xfrm>
                    <a:off x="4956549" y="1142871"/>
                    <a:ext cx="40459" cy="20794"/>
                  </a:xfrm>
                  <a:custGeom>
                    <a:avLst/>
                    <a:gdLst>
                      <a:gd name="connsiteX0" fmla="*/ 31309 w 40459"/>
                      <a:gd name="connsiteY0" fmla="*/ 10132 h 20794"/>
                      <a:gd name="connsiteX1" fmla="*/ 40308 w 40459"/>
                      <a:gd name="connsiteY1" fmla="*/ 18644 h 20794"/>
                      <a:gd name="connsiteX2" fmla="*/ 36983 w 40459"/>
                      <a:gd name="connsiteY2" fmla="*/ 20728 h 20794"/>
                      <a:gd name="connsiteX3" fmla="*/ 32284 w 40459"/>
                      <a:gd name="connsiteY3" fmla="*/ 18378 h 20794"/>
                      <a:gd name="connsiteX4" fmla="*/ 18364 w 40459"/>
                      <a:gd name="connsiteY4" fmla="*/ 10177 h 20794"/>
                      <a:gd name="connsiteX5" fmla="*/ 6883 w 40459"/>
                      <a:gd name="connsiteY5" fmla="*/ 6320 h 20794"/>
                      <a:gd name="connsiteX6" fmla="*/ 455 w 40459"/>
                      <a:gd name="connsiteY6" fmla="*/ 1399 h 20794"/>
                      <a:gd name="connsiteX7" fmla="*/ 11094 w 40459"/>
                      <a:gd name="connsiteY7" fmla="*/ 424 h 20794"/>
                      <a:gd name="connsiteX8" fmla="*/ 22266 w 40459"/>
                      <a:gd name="connsiteY8" fmla="*/ 3616 h 20794"/>
                      <a:gd name="connsiteX9" fmla="*/ 31309 w 40459"/>
                      <a:gd name="connsiteY9" fmla="*/ 10132 h 20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0459" h="20794">
                        <a:moveTo>
                          <a:pt x="31309" y="10132"/>
                        </a:moveTo>
                        <a:cubicBezTo>
                          <a:pt x="35387" y="13014"/>
                          <a:pt x="38358" y="15009"/>
                          <a:pt x="40308" y="18644"/>
                        </a:cubicBezTo>
                        <a:cubicBezTo>
                          <a:pt x="41018" y="19974"/>
                          <a:pt x="39111" y="21082"/>
                          <a:pt x="36983" y="20728"/>
                        </a:cubicBezTo>
                        <a:cubicBezTo>
                          <a:pt x="34811" y="20417"/>
                          <a:pt x="33614" y="19398"/>
                          <a:pt x="32284" y="18378"/>
                        </a:cubicBezTo>
                        <a:cubicBezTo>
                          <a:pt x="28206" y="15186"/>
                          <a:pt x="23640" y="12571"/>
                          <a:pt x="18364" y="10177"/>
                        </a:cubicBezTo>
                        <a:cubicBezTo>
                          <a:pt x="16724" y="9468"/>
                          <a:pt x="11404" y="7827"/>
                          <a:pt x="6883" y="6320"/>
                        </a:cubicBezTo>
                        <a:cubicBezTo>
                          <a:pt x="2361" y="4768"/>
                          <a:pt x="-1319" y="3039"/>
                          <a:pt x="455" y="1399"/>
                        </a:cubicBezTo>
                        <a:cubicBezTo>
                          <a:pt x="2272" y="-197"/>
                          <a:pt x="6617" y="-285"/>
                          <a:pt x="11094" y="424"/>
                        </a:cubicBezTo>
                        <a:cubicBezTo>
                          <a:pt x="15527" y="1178"/>
                          <a:pt x="20049" y="2596"/>
                          <a:pt x="22266" y="3616"/>
                        </a:cubicBezTo>
                        <a:cubicBezTo>
                          <a:pt x="26787" y="5522"/>
                          <a:pt x="28206" y="8005"/>
                          <a:pt x="31309" y="1013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08" name="Graphique 2">
                  <a:extLst>
                    <a:ext uri="{FF2B5EF4-FFF2-40B4-BE49-F238E27FC236}">
                      <a16:creationId xmlns:a16="http://schemas.microsoft.com/office/drawing/2014/main" id="{D2B5B187-5A4E-45A4-AF26-2E6B614DF461}"/>
                    </a:ext>
                  </a:extLst>
                </p:cNvPr>
                <p:cNvGrpSpPr/>
                <p:nvPr/>
              </p:nvGrpSpPr>
              <p:grpSpPr>
                <a:xfrm>
                  <a:off x="5001327" y="1153691"/>
                  <a:ext cx="93595" cy="48674"/>
                  <a:chOff x="5001327" y="1153691"/>
                  <a:chExt cx="93595" cy="48674"/>
                </a:xfrm>
                <a:solidFill>
                  <a:schemeClr val="accent1"/>
                </a:solidFill>
              </p:grpSpPr>
              <p:sp>
                <p:nvSpPr>
                  <p:cNvPr id="20974" name="Forme libre : forme 20973">
                    <a:extLst>
                      <a:ext uri="{FF2B5EF4-FFF2-40B4-BE49-F238E27FC236}">
                        <a16:creationId xmlns:a16="http://schemas.microsoft.com/office/drawing/2014/main" id="{33CDD06D-3B9B-4A68-860E-6E00F4D99A1F}"/>
                      </a:ext>
                    </a:extLst>
                  </p:cNvPr>
                  <p:cNvSpPr/>
                  <p:nvPr/>
                </p:nvSpPr>
                <p:spPr>
                  <a:xfrm>
                    <a:off x="5001327" y="1153691"/>
                    <a:ext cx="93595" cy="48674"/>
                  </a:xfrm>
                  <a:custGeom>
                    <a:avLst/>
                    <a:gdLst>
                      <a:gd name="connsiteX0" fmla="*/ 57461 w 93595"/>
                      <a:gd name="connsiteY0" fmla="*/ 45416 h 48674"/>
                      <a:gd name="connsiteX1" fmla="*/ 27449 w 93595"/>
                      <a:gd name="connsiteY1" fmla="*/ 35265 h 48674"/>
                      <a:gd name="connsiteX2" fmla="*/ 18317 w 93595"/>
                      <a:gd name="connsiteY2" fmla="*/ 31186 h 48674"/>
                      <a:gd name="connsiteX3" fmla="*/ 11313 w 93595"/>
                      <a:gd name="connsiteY3" fmla="*/ 26576 h 48674"/>
                      <a:gd name="connsiteX4" fmla="*/ 1028 w 93595"/>
                      <a:gd name="connsiteY4" fmla="*/ 14784 h 48674"/>
                      <a:gd name="connsiteX5" fmla="*/ 3599 w 93595"/>
                      <a:gd name="connsiteY5" fmla="*/ 5075 h 48674"/>
                      <a:gd name="connsiteX6" fmla="*/ 19071 w 93595"/>
                      <a:gd name="connsiteY6" fmla="*/ 332 h 48674"/>
                      <a:gd name="connsiteX7" fmla="*/ 27981 w 93595"/>
                      <a:gd name="connsiteY7" fmla="*/ 110 h 48674"/>
                      <a:gd name="connsiteX8" fmla="*/ 38177 w 93595"/>
                      <a:gd name="connsiteY8" fmla="*/ 1839 h 48674"/>
                      <a:gd name="connsiteX9" fmla="*/ 68987 w 93595"/>
                      <a:gd name="connsiteY9" fmla="*/ 12345 h 48674"/>
                      <a:gd name="connsiteX10" fmla="*/ 84858 w 93595"/>
                      <a:gd name="connsiteY10" fmla="*/ 23340 h 48674"/>
                      <a:gd name="connsiteX11" fmla="*/ 93015 w 93595"/>
                      <a:gd name="connsiteY11" fmla="*/ 37126 h 48674"/>
                      <a:gd name="connsiteX12" fmla="*/ 89734 w 93595"/>
                      <a:gd name="connsiteY12" fmla="*/ 46347 h 48674"/>
                      <a:gd name="connsiteX13" fmla="*/ 74928 w 93595"/>
                      <a:gd name="connsiteY13" fmla="*/ 48652 h 48674"/>
                      <a:gd name="connsiteX14" fmla="*/ 57461 w 93595"/>
                      <a:gd name="connsiteY14" fmla="*/ 45416 h 48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3595" h="48674">
                        <a:moveTo>
                          <a:pt x="57461" y="45416"/>
                        </a:moveTo>
                        <a:cubicBezTo>
                          <a:pt x="50235" y="42978"/>
                          <a:pt x="34897" y="37791"/>
                          <a:pt x="27449" y="35265"/>
                        </a:cubicBezTo>
                        <a:cubicBezTo>
                          <a:pt x="23947" y="34068"/>
                          <a:pt x="20977" y="32649"/>
                          <a:pt x="18317" y="31186"/>
                        </a:cubicBezTo>
                        <a:cubicBezTo>
                          <a:pt x="15657" y="29812"/>
                          <a:pt x="13352" y="28260"/>
                          <a:pt x="11313" y="26576"/>
                        </a:cubicBezTo>
                        <a:cubicBezTo>
                          <a:pt x="7234" y="23118"/>
                          <a:pt x="4131" y="19217"/>
                          <a:pt x="1028" y="14784"/>
                        </a:cubicBezTo>
                        <a:cubicBezTo>
                          <a:pt x="-1100" y="11680"/>
                          <a:pt x="230" y="6760"/>
                          <a:pt x="3599" y="5075"/>
                        </a:cubicBezTo>
                        <a:cubicBezTo>
                          <a:pt x="8520" y="2593"/>
                          <a:pt x="13485" y="952"/>
                          <a:pt x="19071" y="332"/>
                        </a:cubicBezTo>
                        <a:cubicBezTo>
                          <a:pt x="21863" y="21"/>
                          <a:pt x="24834" y="-112"/>
                          <a:pt x="27981" y="110"/>
                        </a:cubicBezTo>
                        <a:cubicBezTo>
                          <a:pt x="31129" y="376"/>
                          <a:pt x="34498" y="952"/>
                          <a:pt x="38177" y="1839"/>
                        </a:cubicBezTo>
                        <a:cubicBezTo>
                          <a:pt x="46024" y="3568"/>
                          <a:pt x="61362" y="8932"/>
                          <a:pt x="68987" y="12345"/>
                        </a:cubicBezTo>
                        <a:cubicBezTo>
                          <a:pt x="76169" y="15316"/>
                          <a:pt x="81090" y="19394"/>
                          <a:pt x="84858" y="23340"/>
                        </a:cubicBezTo>
                        <a:cubicBezTo>
                          <a:pt x="88582" y="27462"/>
                          <a:pt x="90931" y="32206"/>
                          <a:pt x="93015" y="37126"/>
                        </a:cubicBezTo>
                        <a:cubicBezTo>
                          <a:pt x="94478" y="40540"/>
                          <a:pt x="93103" y="45283"/>
                          <a:pt x="89734" y="46347"/>
                        </a:cubicBezTo>
                        <a:cubicBezTo>
                          <a:pt x="84858" y="47943"/>
                          <a:pt x="80070" y="48830"/>
                          <a:pt x="74928" y="48652"/>
                        </a:cubicBezTo>
                        <a:cubicBezTo>
                          <a:pt x="69652" y="48652"/>
                          <a:pt x="64111" y="47589"/>
                          <a:pt x="57461" y="4541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75" name="Forme libre : forme 20974">
                    <a:extLst>
                      <a:ext uri="{FF2B5EF4-FFF2-40B4-BE49-F238E27FC236}">
                        <a16:creationId xmlns:a16="http://schemas.microsoft.com/office/drawing/2014/main" id="{3F72449C-4473-4184-A80E-0713082ADA6E}"/>
                      </a:ext>
                    </a:extLst>
                  </p:cNvPr>
                  <p:cNvSpPr/>
                  <p:nvPr/>
                </p:nvSpPr>
                <p:spPr>
                  <a:xfrm>
                    <a:off x="5001327" y="1163998"/>
                    <a:ext cx="89822" cy="38155"/>
                  </a:xfrm>
                  <a:custGeom>
                    <a:avLst/>
                    <a:gdLst>
                      <a:gd name="connsiteX0" fmla="*/ 35827 w 89822"/>
                      <a:gd name="connsiteY0" fmla="*/ 14275 h 38155"/>
                      <a:gd name="connsiteX1" fmla="*/ 52 w 89822"/>
                      <a:gd name="connsiteY1" fmla="*/ 0 h 38155"/>
                      <a:gd name="connsiteX2" fmla="*/ 983 w 89822"/>
                      <a:gd name="connsiteY2" fmla="*/ 4389 h 38155"/>
                      <a:gd name="connsiteX3" fmla="*/ 4219 w 89822"/>
                      <a:gd name="connsiteY3" fmla="*/ 8822 h 38155"/>
                      <a:gd name="connsiteX4" fmla="*/ 15923 w 89822"/>
                      <a:gd name="connsiteY4" fmla="*/ 19506 h 38155"/>
                      <a:gd name="connsiteX5" fmla="*/ 27360 w 89822"/>
                      <a:gd name="connsiteY5" fmla="*/ 24870 h 38155"/>
                      <a:gd name="connsiteX6" fmla="*/ 32236 w 89822"/>
                      <a:gd name="connsiteY6" fmla="*/ 26466 h 38155"/>
                      <a:gd name="connsiteX7" fmla="*/ 44073 w 89822"/>
                      <a:gd name="connsiteY7" fmla="*/ 30455 h 38155"/>
                      <a:gd name="connsiteX8" fmla="*/ 55156 w 89822"/>
                      <a:gd name="connsiteY8" fmla="*/ 34312 h 38155"/>
                      <a:gd name="connsiteX9" fmla="*/ 57372 w 89822"/>
                      <a:gd name="connsiteY9" fmla="*/ 35021 h 38155"/>
                      <a:gd name="connsiteX10" fmla="*/ 70184 w 89822"/>
                      <a:gd name="connsiteY10" fmla="*/ 37947 h 38155"/>
                      <a:gd name="connsiteX11" fmla="*/ 85035 w 89822"/>
                      <a:gd name="connsiteY11" fmla="*/ 37194 h 38155"/>
                      <a:gd name="connsiteX12" fmla="*/ 89645 w 89822"/>
                      <a:gd name="connsiteY12" fmla="*/ 35908 h 38155"/>
                      <a:gd name="connsiteX13" fmla="*/ 89822 w 89822"/>
                      <a:gd name="connsiteY13" fmla="*/ 35819 h 38155"/>
                      <a:gd name="connsiteX14" fmla="*/ 35827 w 89822"/>
                      <a:gd name="connsiteY14" fmla="*/ 14275 h 38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9822" h="38155">
                        <a:moveTo>
                          <a:pt x="35827" y="14275"/>
                        </a:moveTo>
                        <a:cubicBezTo>
                          <a:pt x="22883" y="11216"/>
                          <a:pt x="9229" y="7093"/>
                          <a:pt x="52" y="0"/>
                        </a:cubicBezTo>
                        <a:cubicBezTo>
                          <a:pt x="-125" y="1552"/>
                          <a:pt x="141" y="3103"/>
                          <a:pt x="983" y="4389"/>
                        </a:cubicBezTo>
                        <a:cubicBezTo>
                          <a:pt x="2047" y="5940"/>
                          <a:pt x="3111" y="7403"/>
                          <a:pt x="4219" y="8822"/>
                        </a:cubicBezTo>
                        <a:cubicBezTo>
                          <a:pt x="7455" y="12812"/>
                          <a:pt x="11002" y="16580"/>
                          <a:pt x="15923" y="19506"/>
                        </a:cubicBezTo>
                        <a:cubicBezTo>
                          <a:pt x="19159" y="21368"/>
                          <a:pt x="22794" y="23318"/>
                          <a:pt x="27360" y="24870"/>
                        </a:cubicBezTo>
                        <a:cubicBezTo>
                          <a:pt x="28734" y="25313"/>
                          <a:pt x="30419" y="25889"/>
                          <a:pt x="32236" y="26466"/>
                        </a:cubicBezTo>
                        <a:cubicBezTo>
                          <a:pt x="35783" y="27707"/>
                          <a:pt x="39994" y="29170"/>
                          <a:pt x="44073" y="30455"/>
                        </a:cubicBezTo>
                        <a:cubicBezTo>
                          <a:pt x="48196" y="31741"/>
                          <a:pt x="52052" y="33337"/>
                          <a:pt x="55156" y="34312"/>
                        </a:cubicBezTo>
                        <a:cubicBezTo>
                          <a:pt x="55954" y="34578"/>
                          <a:pt x="56707" y="34800"/>
                          <a:pt x="57372" y="35021"/>
                        </a:cubicBezTo>
                        <a:cubicBezTo>
                          <a:pt x="62160" y="36484"/>
                          <a:pt x="66194" y="37593"/>
                          <a:pt x="70184" y="37947"/>
                        </a:cubicBezTo>
                        <a:cubicBezTo>
                          <a:pt x="75636" y="38346"/>
                          <a:pt x="80247" y="38213"/>
                          <a:pt x="85035" y="37194"/>
                        </a:cubicBezTo>
                        <a:cubicBezTo>
                          <a:pt x="86586" y="36839"/>
                          <a:pt x="88138" y="36440"/>
                          <a:pt x="89645" y="35908"/>
                        </a:cubicBezTo>
                        <a:lnTo>
                          <a:pt x="89822" y="35819"/>
                        </a:lnTo>
                        <a:cubicBezTo>
                          <a:pt x="73021" y="26554"/>
                          <a:pt x="54358" y="18885"/>
                          <a:pt x="35827" y="1427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76" name="Forme libre : forme 20975">
                    <a:extLst>
                      <a:ext uri="{FF2B5EF4-FFF2-40B4-BE49-F238E27FC236}">
                        <a16:creationId xmlns:a16="http://schemas.microsoft.com/office/drawing/2014/main" id="{3BAB7E67-46D3-4382-AF1F-AE19455435EC}"/>
                      </a:ext>
                    </a:extLst>
                  </p:cNvPr>
                  <p:cNvSpPr/>
                  <p:nvPr/>
                </p:nvSpPr>
                <p:spPr>
                  <a:xfrm>
                    <a:off x="5034424" y="1170455"/>
                    <a:ext cx="42939" cy="19891"/>
                  </a:xfrm>
                  <a:custGeom>
                    <a:avLst/>
                    <a:gdLst>
                      <a:gd name="connsiteX0" fmla="*/ 42805 w 42939"/>
                      <a:gd name="connsiteY0" fmla="*/ 18368 h 19891"/>
                      <a:gd name="connsiteX1" fmla="*/ 32299 w 42939"/>
                      <a:gd name="connsiteY1" fmla="*/ 18856 h 19891"/>
                      <a:gd name="connsiteX2" fmla="*/ 18822 w 42939"/>
                      <a:gd name="connsiteY2" fmla="*/ 14955 h 19891"/>
                      <a:gd name="connsiteX3" fmla="*/ 70 w 42939"/>
                      <a:gd name="connsiteY3" fmla="*/ 2320 h 19891"/>
                      <a:gd name="connsiteX4" fmla="*/ 22590 w 42939"/>
                      <a:gd name="connsiteY4" fmla="*/ 4049 h 19891"/>
                      <a:gd name="connsiteX5" fmla="*/ 35446 w 42939"/>
                      <a:gd name="connsiteY5" fmla="*/ 10211 h 19891"/>
                      <a:gd name="connsiteX6" fmla="*/ 42805 w 42939"/>
                      <a:gd name="connsiteY6" fmla="*/ 18368 h 19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939" h="19891">
                        <a:moveTo>
                          <a:pt x="42805" y="18368"/>
                        </a:moveTo>
                        <a:cubicBezTo>
                          <a:pt x="41919" y="20540"/>
                          <a:pt x="37308" y="20097"/>
                          <a:pt x="32299" y="18856"/>
                        </a:cubicBezTo>
                        <a:cubicBezTo>
                          <a:pt x="27201" y="17747"/>
                          <a:pt x="21615" y="15974"/>
                          <a:pt x="18822" y="14955"/>
                        </a:cubicBezTo>
                        <a:cubicBezTo>
                          <a:pt x="13281" y="12960"/>
                          <a:pt x="-1127" y="7152"/>
                          <a:pt x="70" y="2320"/>
                        </a:cubicBezTo>
                        <a:cubicBezTo>
                          <a:pt x="1356" y="-2822"/>
                          <a:pt x="17271" y="1877"/>
                          <a:pt x="22590" y="4049"/>
                        </a:cubicBezTo>
                        <a:cubicBezTo>
                          <a:pt x="25250" y="5157"/>
                          <a:pt x="30792" y="7507"/>
                          <a:pt x="35446" y="10211"/>
                        </a:cubicBezTo>
                        <a:cubicBezTo>
                          <a:pt x="40057" y="13048"/>
                          <a:pt x="43692" y="16196"/>
                          <a:pt x="42805" y="1836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77" name="Forme libre : forme 20976">
                    <a:extLst>
                      <a:ext uri="{FF2B5EF4-FFF2-40B4-BE49-F238E27FC236}">
                        <a16:creationId xmlns:a16="http://schemas.microsoft.com/office/drawing/2014/main" id="{EF741621-8672-475A-829A-F47CD0718295}"/>
                      </a:ext>
                    </a:extLst>
                  </p:cNvPr>
                  <p:cNvSpPr/>
                  <p:nvPr/>
                </p:nvSpPr>
                <p:spPr>
                  <a:xfrm>
                    <a:off x="5034271" y="1170608"/>
                    <a:ext cx="28373" cy="17594"/>
                  </a:xfrm>
                  <a:custGeom>
                    <a:avLst/>
                    <a:gdLst>
                      <a:gd name="connsiteX0" fmla="*/ 10818 w 28373"/>
                      <a:gd name="connsiteY0" fmla="*/ 571 h 17594"/>
                      <a:gd name="connsiteX1" fmla="*/ 2 w 28373"/>
                      <a:gd name="connsiteY1" fmla="*/ 2123 h 17594"/>
                      <a:gd name="connsiteX2" fmla="*/ 19197 w 28373"/>
                      <a:gd name="connsiteY2" fmla="*/ 14934 h 17594"/>
                      <a:gd name="connsiteX3" fmla="*/ 28373 w 28373"/>
                      <a:gd name="connsiteY3" fmla="*/ 17594 h 17594"/>
                      <a:gd name="connsiteX4" fmla="*/ 23719 w 28373"/>
                      <a:gd name="connsiteY4" fmla="*/ 15466 h 17594"/>
                      <a:gd name="connsiteX5" fmla="*/ 10818 w 28373"/>
                      <a:gd name="connsiteY5" fmla="*/ 571 h 17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373" h="17594">
                        <a:moveTo>
                          <a:pt x="10818" y="571"/>
                        </a:moveTo>
                        <a:cubicBezTo>
                          <a:pt x="7804" y="394"/>
                          <a:pt x="-131" y="-1291"/>
                          <a:pt x="2" y="2123"/>
                        </a:cubicBezTo>
                        <a:cubicBezTo>
                          <a:pt x="268" y="7398"/>
                          <a:pt x="12193" y="12363"/>
                          <a:pt x="19197" y="14934"/>
                        </a:cubicBezTo>
                        <a:cubicBezTo>
                          <a:pt x="21236" y="15732"/>
                          <a:pt x="25935" y="17107"/>
                          <a:pt x="28373" y="17594"/>
                        </a:cubicBezTo>
                        <a:cubicBezTo>
                          <a:pt x="27044" y="17062"/>
                          <a:pt x="24827" y="16220"/>
                          <a:pt x="23719" y="15466"/>
                        </a:cubicBezTo>
                        <a:cubicBezTo>
                          <a:pt x="17379" y="11078"/>
                          <a:pt x="9533" y="6157"/>
                          <a:pt x="10818" y="57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78" name="Forme libre : forme 20977">
                    <a:extLst>
                      <a:ext uri="{FF2B5EF4-FFF2-40B4-BE49-F238E27FC236}">
                        <a16:creationId xmlns:a16="http://schemas.microsoft.com/office/drawing/2014/main" id="{30FCC408-0A59-4E28-9234-1446613385DD}"/>
                      </a:ext>
                    </a:extLst>
                  </p:cNvPr>
                  <p:cNvSpPr/>
                  <p:nvPr/>
                </p:nvSpPr>
                <p:spPr>
                  <a:xfrm>
                    <a:off x="5036359" y="1172350"/>
                    <a:ext cx="43034" cy="19842"/>
                  </a:xfrm>
                  <a:custGeom>
                    <a:avLst/>
                    <a:gdLst>
                      <a:gd name="connsiteX0" fmla="*/ 42644 w 43034"/>
                      <a:gd name="connsiteY0" fmla="*/ 18557 h 19842"/>
                      <a:gd name="connsiteX1" fmla="*/ 31606 w 43034"/>
                      <a:gd name="connsiteY1" fmla="*/ 18867 h 19842"/>
                      <a:gd name="connsiteX2" fmla="*/ 18395 w 43034"/>
                      <a:gd name="connsiteY2" fmla="*/ 15099 h 19842"/>
                      <a:gd name="connsiteX3" fmla="*/ 6648 w 43034"/>
                      <a:gd name="connsiteY3" fmla="*/ 9868 h 19842"/>
                      <a:gd name="connsiteX4" fmla="*/ 42 w 43034"/>
                      <a:gd name="connsiteY4" fmla="*/ 2332 h 19842"/>
                      <a:gd name="connsiteX5" fmla="*/ 9706 w 43034"/>
                      <a:gd name="connsiteY5" fmla="*/ 558 h 19842"/>
                      <a:gd name="connsiteX6" fmla="*/ 22385 w 43034"/>
                      <a:gd name="connsiteY6" fmla="*/ 4238 h 19842"/>
                      <a:gd name="connsiteX7" fmla="*/ 35684 w 43034"/>
                      <a:gd name="connsiteY7" fmla="*/ 10577 h 19842"/>
                      <a:gd name="connsiteX8" fmla="*/ 42644 w 43034"/>
                      <a:gd name="connsiteY8" fmla="*/ 18557 h 19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034" h="19842">
                        <a:moveTo>
                          <a:pt x="42644" y="18557"/>
                        </a:moveTo>
                        <a:cubicBezTo>
                          <a:pt x="41004" y="20419"/>
                          <a:pt x="36438" y="20020"/>
                          <a:pt x="31606" y="18867"/>
                        </a:cubicBezTo>
                        <a:cubicBezTo>
                          <a:pt x="26774" y="17670"/>
                          <a:pt x="21365" y="16207"/>
                          <a:pt x="18395" y="15099"/>
                        </a:cubicBezTo>
                        <a:cubicBezTo>
                          <a:pt x="15425" y="13991"/>
                          <a:pt x="10593" y="12173"/>
                          <a:pt x="6648" y="9868"/>
                        </a:cubicBezTo>
                        <a:cubicBezTo>
                          <a:pt x="2702" y="7518"/>
                          <a:pt x="-401" y="4858"/>
                          <a:pt x="42" y="2332"/>
                        </a:cubicBezTo>
                        <a:cubicBezTo>
                          <a:pt x="530" y="-284"/>
                          <a:pt x="4874" y="-417"/>
                          <a:pt x="9706" y="558"/>
                        </a:cubicBezTo>
                        <a:cubicBezTo>
                          <a:pt x="14538" y="1445"/>
                          <a:pt x="19947" y="3174"/>
                          <a:pt x="22385" y="4238"/>
                        </a:cubicBezTo>
                        <a:cubicBezTo>
                          <a:pt x="24823" y="5302"/>
                          <a:pt x="30897" y="7518"/>
                          <a:pt x="35684" y="10577"/>
                        </a:cubicBezTo>
                        <a:cubicBezTo>
                          <a:pt x="40516" y="13503"/>
                          <a:pt x="44285" y="16650"/>
                          <a:pt x="42644" y="1855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79" name="Forme libre : forme 20978">
                    <a:extLst>
                      <a:ext uri="{FF2B5EF4-FFF2-40B4-BE49-F238E27FC236}">
                        <a16:creationId xmlns:a16="http://schemas.microsoft.com/office/drawing/2014/main" id="{285DFD72-09CF-4230-90C9-BF76A68D5C97}"/>
                      </a:ext>
                    </a:extLst>
                  </p:cNvPr>
                  <p:cNvSpPr/>
                  <p:nvPr/>
                </p:nvSpPr>
                <p:spPr>
                  <a:xfrm>
                    <a:off x="5013873" y="1160739"/>
                    <a:ext cx="51475" cy="32710"/>
                  </a:xfrm>
                  <a:custGeom>
                    <a:avLst/>
                    <a:gdLst>
                      <a:gd name="connsiteX0" fmla="*/ 52 w 51475"/>
                      <a:gd name="connsiteY0" fmla="*/ 6805 h 32710"/>
                      <a:gd name="connsiteX1" fmla="*/ 4219 w 51475"/>
                      <a:gd name="connsiteY1" fmla="*/ 13721 h 32710"/>
                      <a:gd name="connsiteX2" fmla="*/ 21685 w 51475"/>
                      <a:gd name="connsiteY2" fmla="*/ 26621 h 32710"/>
                      <a:gd name="connsiteX3" fmla="*/ 42078 w 51475"/>
                      <a:gd name="connsiteY3" fmla="*/ 32606 h 32710"/>
                      <a:gd name="connsiteX4" fmla="*/ 51476 w 51475"/>
                      <a:gd name="connsiteY4" fmla="*/ 29325 h 32710"/>
                      <a:gd name="connsiteX5" fmla="*/ 45934 w 51475"/>
                      <a:gd name="connsiteY5" fmla="*/ 24360 h 32710"/>
                      <a:gd name="connsiteX6" fmla="*/ 29887 w 51475"/>
                      <a:gd name="connsiteY6" fmla="*/ 11726 h 32710"/>
                      <a:gd name="connsiteX7" fmla="*/ 12686 w 51475"/>
                      <a:gd name="connsiteY7" fmla="*/ 244 h 32710"/>
                      <a:gd name="connsiteX8" fmla="*/ 52 w 51475"/>
                      <a:gd name="connsiteY8" fmla="*/ 6805 h 32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475" h="32710">
                        <a:moveTo>
                          <a:pt x="52" y="6805"/>
                        </a:moveTo>
                        <a:cubicBezTo>
                          <a:pt x="540" y="9952"/>
                          <a:pt x="1426" y="11105"/>
                          <a:pt x="4219" y="13721"/>
                        </a:cubicBezTo>
                        <a:cubicBezTo>
                          <a:pt x="9583" y="18597"/>
                          <a:pt x="13750" y="23074"/>
                          <a:pt x="21685" y="26621"/>
                        </a:cubicBezTo>
                        <a:cubicBezTo>
                          <a:pt x="28158" y="29901"/>
                          <a:pt x="35960" y="31941"/>
                          <a:pt x="42078" y="32606"/>
                        </a:cubicBezTo>
                        <a:cubicBezTo>
                          <a:pt x="46688" y="33005"/>
                          <a:pt x="51476" y="32340"/>
                          <a:pt x="51476" y="29325"/>
                        </a:cubicBezTo>
                        <a:cubicBezTo>
                          <a:pt x="51476" y="27463"/>
                          <a:pt x="48240" y="26089"/>
                          <a:pt x="45934" y="24360"/>
                        </a:cubicBezTo>
                        <a:cubicBezTo>
                          <a:pt x="40526" y="20193"/>
                          <a:pt x="34985" y="16779"/>
                          <a:pt x="29887" y="11726"/>
                        </a:cubicBezTo>
                        <a:cubicBezTo>
                          <a:pt x="25587" y="7337"/>
                          <a:pt x="20887" y="1884"/>
                          <a:pt x="12686" y="244"/>
                        </a:cubicBezTo>
                        <a:cubicBezTo>
                          <a:pt x="5194" y="-953"/>
                          <a:pt x="-613" y="2416"/>
                          <a:pt x="52" y="680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80" name="Forme libre : forme 20979">
                    <a:extLst>
                      <a:ext uri="{FF2B5EF4-FFF2-40B4-BE49-F238E27FC236}">
                        <a16:creationId xmlns:a16="http://schemas.microsoft.com/office/drawing/2014/main" id="{E24389B0-54F0-4A4B-8C04-FB100A8BA31D}"/>
                      </a:ext>
                    </a:extLst>
                  </p:cNvPr>
                  <p:cNvSpPr/>
                  <p:nvPr/>
                </p:nvSpPr>
                <p:spPr>
                  <a:xfrm>
                    <a:off x="5025943" y="1164296"/>
                    <a:ext cx="19141" cy="5045"/>
                  </a:xfrm>
                  <a:custGeom>
                    <a:avLst/>
                    <a:gdLst>
                      <a:gd name="connsiteX0" fmla="*/ 2124 w 19141"/>
                      <a:gd name="connsiteY0" fmla="*/ 323 h 5045"/>
                      <a:gd name="connsiteX1" fmla="*/ 129 w 19141"/>
                      <a:gd name="connsiteY1" fmla="*/ 987 h 5045"/>
                      <a:gd name="connsiteX2" fmla="*/ 1193 w 19141"/>
                      <a:gd name="connsiteY2" fmla="*/ 2450 h 5045"/>
                      <a:gd name="connsiteX3" fmla="*/ 4473 w 19141"/>
                      <a:gd name="connsiteY3" fmla="*/ 3470 h 5045"/>
                      <a:gd name="connsiteX4" fmla="*/ 12852 w 19141"/>
                      <a:gd name="connsiteY4" fmla="*/ 4844 h 5045"/>
                      <a:gd name="connsiteX5" fmla="*/ 15955 w 19141"/>
                      <a:gd name="connsiteY5" fmla="*/ 5022 h 5045"/>
                      <a:gd name="connsiteX6" fmla="*/ 15379 w 19141"/>
                      <a:gd name="connsiteY6" fmla="*/ 722 h 5045"/>
                      <a:gd name="connsiteX7" fmla="*/ 2124 w 19141"/>
                      <a:gd name="connsiteY7" fmla="*/ 323 h 5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141" h="5045">
                        <a:moveTo>
                          <a:pt x="2124" y="323"/>
                        </a:moveTo>
                        <a:cubicBezTo>
                          <a:pt x="1193" y="411"/>
                          <a:pt x="528" y="500"/>
                          <a:pt x="129" y="987"/>
                        </a:cubicBezTo>
                        <a:cubicBezTo>
                          <a:pt x="-270" y="1431"/>
                          <a:pt x="306" y="2007"/>
                          <a:pt x="1193" y="2450"/>
                        </a:cubicBezTo>
                        <a:cubicBezTo>
                          <a:pt x="2035" y="2894"/>
                          <a:pt x="3409" y="3248"/>
                          <a:pt x="4473" y="3470"/>
                        </a:cubicBezTo>
                        <a:cubicBezTo>
                          <a:pt x="7222" y="4046"/>
                          <a:pt x="10148" y="4578"/>
                          <a:pt x="12852" y="4844"/>
                        </a:cubicBezTo>
                        <a:cubicBezTo>
                          <a:pt x="13960" y="4933"/>
                          <a:pt x="15024" y="5110"/>
                          <a:pt x="15955" y="5022"/>
                        </a:cubicBezTo>
                        <a:cubicBezTo>
                          <a:pt x="19900" y="4711"/>
                          <a:pt x="20698" y="2140"/>
                          <a:pt x="15379" y="722"/>
                        </a:cubicBezTo>
                        <a:cubicBezTo>
                          <a:pt x="11167" y="-209"/>
                          <a:pt x="5892" y="-121"/>
                          <a:pt x="2124" y="32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81" name="Forme libre : forme 20980">
                    <a:extLst>
                      <a:ext uri="{FF2B5EF4-FFF2-40B4-BE49-F238E27FC236}">
                        <a16:creationId xmlns:a16="http://schemas.microsoft.com/office/drawing/2014/main" id="{41E70BEC-2D5F-4041-8696-EB9395E6264A}"/>
                      </a:ext>
                    </a:extLst>
                  </p:cNvPr>
                  <p:cNvSpPr/>
                  <p:nvPr/>
                </p:nvSpPr>
                <p:spPr>
                  <a:xfrm>
                    <a:off x="5060074" y="1198265"/>
                    <a:ext cx="30455" cy="2077"/>
                  </a:xfrm>
                  <a:custGeom>
                    <a:avLst/>
                    <a:gdLst>
                      <a:gd name="connsiteX0" fmla="*/ 30455 w 30455"/>
                      <a:gd name="connsiteY0" fmla="*/ 0 h 2077"/>
                      <a:gd name="connsiteX1" fmla="*/ 16225 w 30455"/>
                      <a:gd name="connsiteY1" fmla="*/ 1951 h 2077"/>
                      <a:gd name="connsiteX2" fmla="*/ 0 w 30455"/>
                      <a:gd name="connsiteY2" fmla="*/ 488 h 2077"/>
                      <a:gd name="connsiteX3" fmla="*/ 15693 w 30455"/>
                      <a:gd name="connsiteY3" fmla="*/ 975 h 2077"/>
                      <a:gd name="connsiteX4" fmla="*/ 30455 w 30455"/>
                      <a:gd name="connsiteY4" fmla="*/ 0 h 2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55" h="2077">
                        <a:moveTo>
                          <a:pt x="30455" y="0"/>
                        </a:moveTo>
                        <a:cubicBezTo>
                          <a:pt x="27131" y="1995"/>
                          <a:pt x="21811" y="2305"/>
                          <a:pt x="16225" y="1951"/>
                        </a:cubicBezTo>
                        <a:cubicBezTo>
                          <a:pt x="10506" y="1862"/>
                          <a:pt x="4610" y="1020"/>
                          <a:pt x="0" y="488"/>
                        </a:cubicBezTo>
                        <a:cubicBezTo>
                          <a:pt x="5009" y="1064"/>
                          <a:pt x="10329" y="1241"/>
                          <a:pt x="15693" y="975"/>
                        </a:cubicBezTo>
                        <a:cubicBezTo>
                          <a:pt x="20968" y="842"/>
                          <a:pt x="26022" y="576"/>
                          <a:pt x="3045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82" name="Forme libre : forme 20981">
                    <a:extLst>
                      <a:ext uri="{FF2B5EF4-FFF2-40B4-BE49-F238E27FC236}">
                        <a16:creationId xmlns:a16="http://schemas.microsoft.com/office/drawing/2014/main" id="{12BF0BAE-8706-4B1D-A787-7BC78E58E0C1}"/>
                      </a:ext>
                    </a:extLst>
                  </p:cNvPr>
                  <p:cNvSpPr/>
                  <p:nvPr/>
                </p:nvSpPr>
                <p:spPr>
                  <a:xfrm>
                    <a:off x="5005414" y="1155412"/>
                    <a:ext cx="34932" cy="4329"/>
                  </a:xfrm>
                  <a:custGeom>
                    <a:avLst/>
                    <a:gdLst>
                      <a:gd name="connsiteX0" fmla="*/ 34933 w 34932"/>
                      <a:gd name="connsiteY0" fmla="*/ 1448 h 4329"/>
                      <a:gd name="connsiteX1" fmla="*/ 16136 w 34932"/>
                      <a:gd name="connsiteY1" fmla="*/ 384 h 4329"/>
                      <a:gd name="connsiteX2" fmla="*/ 0 w 34932"/>
                      <a:gd name="connsiteY2" fmla="*/ 4330 h 4329"/>
                      <a:gd name="connsiteX3" fmla="*/ 34933 w 34932"/>
                      <a:gd name="connsiteY3" fmla="*/ 1448 h 4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932" h="4329">
                        <a:moveTo>
                          <a:pt x="34933" y="1448"/>
                        </a:moveTo>
                        <a:cubicBezTo>
                          <a:pt x="28460" y="-15"/>
                          <a:pt x="22077" y="-369"/>
                          <a:pt x="16136" y="384"/>
                        </a:cubicBezTo>
                        <a:cubicBezTo>
                          <a:pt x="10196" y="1049"/>
                          <a:pt x="4743" y="2424"/>
                          <a:pt x="0" y="4330"/>
                        </a:cubicBezTo>
                        <a:cubicBezTo>
                          <a:pt x="8645" y="429"/>
                          <a:pt x="23540" y="296"/>
                          <a:pt x="34933" y="14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83" name="Forme libre : forme 20982">
                    <a:extLst>
                      <a:ext uri="{FF2B5EF4-FFF2-40B4-BE49-F238E27FC236}">
                        <a16:creationId xmlns:a16="http://schemas.microsoft.com/office/drawing/2014/main" id="{325C4171-053A-4836-A27B-921CF65239AF}"/>
                      </a:ext>
                    </a:extLst>
                  </p:cNvPr>
                  <p:cNvSpPr/>
                  <p:nvPr/>
                </p:nvSpPr>
                <p:spPr>
                  <a:xfrm>
                    <a:off x="5052901" y="1175175"/>
                    <a:ext cx="15587" cy="8345"/>
                  </a:xfrm>
                  <a:custGeom>
                    <a:avLst/>
                    <a:gdLst>
                      <a:gd name="connsiteX0" fmla="*/ 15285 w 15587"/>
                      <a:gd name="connsiteY0" fmla="*/ 8107 h 8345"/>
                      <a:gd name="connsiteX1" fmla="*/ 5709 w 15587"/>
                      <a:gd name="connsiteY1" fmla="*/ 5225 h 8345"/>
                      <a:gd name="connsiteX2" fmla="*/ 345 w 15587"/>
                      <a:gd name="connsiteY2" fmla="*/ 304 h 8345"/>
                      <a:gd name="connsiteX3" fmla="*/ 9433 w 15587"/>
                      <a:gd name="connsiteY3" fmla="*/ 3053 h 8345"/>
                      <a:gd name="connsiteX4" fmla="*/ 15285 w 15587"/>
                      <a:gd name="connsiteY4" fmla="*/ 8107 h 8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87" h="8345">
                        <a:moveTo>
                          <a:pt x="15285" y="8107"/>
                        </a:moveTo>
                        <a:cubicBezTo>
                          <a:pt x="13645" y="9215"/>
                          <a:pt x="7571" y="6156"/>
                          <a:pt x="5709" y="5225"/>
                        </a:cubicBezTo>
                        <a:cubicBezTo>
                          <a:pt x="3847" y="4250"/>
                          <a:pt x="-1384" y="1413"/>
                          <a:pt x="345" y="304"/>
                        </a:cubicBezTo>
                        <a:cubicBezTo>
                          <a:pt x="2118" y="-981"/>
                          <a:pt x="7660" y="2166"/>
                          <a:pt x="9433" y="3053"/>
                        </a:cubicBezTo>
                        <a:cubicBezTo>
                          <a:pt x="11162" y="3940"/>
                          <a:pt x="16969" y="6998"/>
                          <a:pt x="15285" y="810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84" name="Forme libre : forme 20983">
                    <a:extLst>
                      <a:ext uri="{FF2B5EF4-FFF2-40B4-BE49-F238E27FC236}">
                        <a16:creationId xmlns:a16="http://schemas.microsoft.com/office/drawing/2014/main" id="{5619FE74-8168-416D-8A9B-3177AF088DC9}"/>
                      </a:ext>
                    </a:extLst>
                  </p:cNvPr>
                  <p:cNvSpPr/>
                  <p:nvPr/>
                </p:nvSpPr>
                <p:spPr>
                  <a:xfrm>
                    <a:off x="5066320" y="1181780"/>
                    <a:ext cx="4440" cy="2485"/>
                  </a:xfrm>
                  <a:custGeom>
                    <a:avLst/>
                    <a:gdLst>
                      <a:gd name="connsiteX0" fmla="*/ 4437 w 4440"/>
                      <a:gd name="connsiteY0" fmla="*/ 2166 h 2485"/>
                      <a:gd name="connsiteX1" fmla="*/ 2132 w 4440"/>
                      <a:gd name="connsiteY1" fmla="*/ 1989 h 2485"/>
                      <a:gd name="connsiteX2" fmla="*/ 4 w 4440"/>
                      <a:gd name="connsiteY2" fmla="*/ 349 h 2485"/>
                      <a:gd name="connsiteX3" fmla="*/ 2309 w 4440"/>
                      <a:gd name="connsiteY3" fmla="*/ 393 h 2485"/>
                      <a:gd name="connsiteX4" fmla="*/ 4437 w 4440"/>
                      <a:gd name="connsiteY4" fmla="*/ 2166 h 2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40" h="2485">
                        <a:moveTo>
                          <a:pt x="4437" y="2166"/>
                        </a:moveTo>
                        <a:cubicBezTo>
                          <a:pt x="4348" y="2831"/>
                          <a:pt x="2841" y="2299"/>
                          <a:pt x="2132" y="1989"/>
                        </a:cubicBezTo>
                        <a:cubicBezTo>
                          <a:pt x="1378" y="1678"/>
                          <a:pt x="-85" y="1014"/>
                          <a:pt x="4" y="349"/>
                        </a:cubicBezTo>
                        <a:cubicBezTo>
                          <a:pt x="92" y="-316"/>
                          <a:pt x="1555" y="127"/>
                          <a:pt x="2309" y="393"/>
                        </a:cubicBezTo>
                        <a:cubicBezTo>
                          <a:pt x="3063" y="703"/>
                          <a:pt x="4526" y="1501"/>
                          <a:pt x="4437" y="216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85" name="Forme libre : forme 20984">
                    <a:extLst>
                      <a:ext uri="{FF2B5EF4-FFF2-40B4-BE49-F238E27FC236}">
                        <a16:creationId xmlns:a16="http://schemas.microsoft.com/office/drawing/2014/main" id="{8C14B33E-EBBE-4D25-988D-0B800C13CD68}"/>
                      </a:ext>
                    </a:extLst>
                  </p:cNvPr>
                  <p:cNvSpPr/>
                  <p:nvPr/>
                </p:nvSpPr>
                <p:spPr>
                  <a:xfrm>
                    <a:off x="5055982" y="1165507"/>
                    <a:ext cx="34576" cy="29617"/>
                  </a:xfrm>
                  <a:custGeom>
                    <a:avLst/>
                    <a:gdLst>
                      <a:gd name="connsiteX0" fmla="*/ 28385 w 34576"/>
                      <a:gd name="connsiteY0" fmla="*/ 17198 h 29617"/>
                      <a:gd name="connsiteX1" fmla="*/ 34547 w 34576"/>
                      <a:gd name="connsiteY1" fmla="*/ 28103 h 29617"/>
                      <a:gd name="connsiteX2" fmla="*/ 30735 w 34576"/>
                      <a:gd name="connsiteY2" fmla="*/ 29123 h 29617"/>
                      <a:gd name="connsiteX3" fmla="*/ 27011 w 34576"/>
                      <a:gd name="connsiteY3" fmla="*/ 25399 h 29617"/>
                      <a:gd name="connsiteX4" fmla="*/ 15840 w 34576"/>
                      <a:gd name="connsiteY4" fmla="*/ 13651 h 29617"/>
                      <a:gd name="connsiteX5" fmla="*/ 678 w 34576"/>
                      <a:gd name="connsiteY5" fmla="*/ 485 h 29617"/>
                      <a:gd name="connsiteX6" fmla="*/ 11273 w 34576"/>
                      <a:gd name="connsiteY6" fmla="*/ 2347 h 29617"/>
                      <a:gd name="connsiteX7" fmla="*/ 17214 w 34576"/>
                      <a:gd name="connsiteY7" fmla="*/ 5406 h 29617"/>
                      <a:gd name="connsiteX8" fmla="*/ 21381 w 34576"/>
                      <a:gd name="connsiteY8" fmla="*/ 8420 h 29617"/>
                      <a:gd name="connsiteX9" fmla="*/ 28385 w 34576"/>
                      <a:gd name="connsiteY9" fmla="*/ 17198 h 29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576" h="29617">
                        <a:moveTo>
                          <a:pt x="28385" y="17198"/>
                        </a:moveTo>
                        <a:cubicBezTo>
                          <a:pt x="31533" y="21188"/>
                          <a:pt x="33705" y="24113"/>
                          <a:pt x="34547" y="28103"/>
                        </a:cubicBezTo>
                        <a:cubicBezTo>
                          <a:pt x="34858" y="29566"/>
                          <a:pt x="32685" y="30098"/>
                          <a:pt x="30735" y="29123"/>
                        </a:cubicBezTo>
                        <a:cubicBezTo>
                          <a:pt x="28784" y="28148"/>
                          <a:pt x="27942" y="26818"/>
                          <a:pt x="27011" y="25399"/>
                        </a:cubicBezTo>
                        <a:cubicBezTo>
                          <a:pt x="24041" y="21099"/>
                          <a:pt x="20228" y="17597"/>
                          <a:pt x="15840" y="13651"/>
                        </a:cubicBezTo>
                        <a:cubicBezTo>
                          <a:pt x="13135" y="11258"/>
                          <a:pt x="-3533" y="2613"/>
                          <a:pt x="678" y="485"/>
                        </a:cubicBezTo>
                        <a:cubicBezTo>
                          <a:pt x="2895" y="-756"/>
                          <a:pt x="7106" y="574"/>
                          <a:pt x="11273" y="2347"/>
                        </a:cubicBezTo>
                        <a:cubicBezTo>
                          <a:pt x="13357" y="3278"/>
                          <a:pt x="15441" y="4342"/>
                          <a:pt x="17214" y="5406"/>
                        </a:cubicBezTo>
                        <a:cubicBezTo>
                          <a:pt x="18987" y="6514"/>
                          <a:pt x="20450" y="7622"/>
                          <a:pt x="21381" y="8420"/>
                        </a:cubicBezTo>
                        <a:cubicBezTo>
                          <a:pt x="25149" y="11701"/>
                          <a:pt x="25947" y="14316"/>
                          <a:pt x="28385" y="1719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09" name="Graphique 2">
                  <a:extLst>
                    <a:ext uri="{FF2B5EF4-FFF2-40B4-BE49-F238E27FC236}">
                      <a16:creationId xmlns:a16="http://schemas.microsoft.com/office/drawing/2014/main" id="{1483416A-F69D-4DEB-A511-13D70EFA60A7}"/>
                    </a:ext>
                  </a:extLst>
                </p:cNvPr>
                <p:cNvGrpSpPr/>
                <p:nvPr/>
              </p:nvGrpSpPr>
              <p:grpSpPr>
                <a:xfrm>
                  <a:off x="5093476" y="1193044"/>
                  <a:ext cx="77838" cy="70085"/>
                  <a:chOff x="5093476" y="1193044"/>
                  <a:chExt cx="77838" cy="70085"/>
                </a:xfrm>
                <a:solidFill>
                  <a:schemeClr val="accent1"/>
                </a:solidFill>
              </p:grpSpPr>
              <p:sp>
                <p:nvSpPr>
                  <p:cNvPr id="20962" name="Forme libre : forme 20961">
                    <a:extLst>
                      <a:ext uri="{FF2B5EF4-FFF2-40B4-BE49-F238E27FC236}">
                        <a16:creationId xmlns:a16="http://schemas.microsoft.com/office/drawing/2014/main" id="{28D609A1-00E2-4525-942B-245FDAFEC629}"/>
                      </a:ext>
                    </a:extLst>
                  </p:cNvPr>
                  <p:cNvSpPr/>
                  <p:nvPr/>
                </p:nvSpPr>
                <p:spPr>
                  <a:xfrm>
                    <a:off x="5093476" y="1193044"/>
                    <a:ext cx="77838" cy="70085"/>
                  </a:xfrm>
                  <a:custGeom>
                    <a:avLst/>
                    <a:gdLst>
                      <a:gd name="connsiteX0" fmla="*/ 41872 w 77838"/>
                      <a:gd name="connsiteY0" fmla="*/ 57311 h 70085"/>
                      <a:gd name="connsiteX1" fmla="*/ 17268 w 77838"/>
                      <a:gd name="connsiteY1" fmla="*/ 36741 h 70085"/>
                      <a:gd name="connsiteX2" fmla="*/ 13411 w 77838"/>
                      <a:gd name="connsiteY2" fmla="*/ 33062 h 70085"/>
                      <a:gd name="connsiteX3" fmla="*/ 10352 w 77838"/>
                      <a:gd name="connsiteY3" fmla="*/ 29781 h 70085"/>
                      <a:gd name="connsiteX4" fmla="*/ 5831 w 77838"/>
                      <a:gd name="connsiteY4" fmla="*/ 23087 h 70085"/>
                      <a:gd name="connsiteX5" fmla="*/ 200 w 77838"/>
                      <a:gd name="connsiteY5" fmla="*/ 8768 h 70085"/>
                      <a:gd name="connsiteX6" fmla="*/ 5698 w 77838"/>
                      <a:gd name="connsiteY6" fmla="*/ 390 h 70085"/>
                      <a:gd name="connsiteX7" fmla="*/ 22144 w 77838"/>
                      <a:gd name="connsiteY7" fmla="*/ 1188 h 70085"/>
                      <a:gd name="connsiteX8" fmla="*/ 39788 w 77838"/>
                      <a:gd name="connsiteY8" fmla="*/ 9788 h 70085"/>
                      <a:gd name="connsiteX9" fmla="*/ 64480 w 77838"/>
                      <a:gd name="connsiteY9" fmla="*/ 30490 h 70085"/>
                      <a:gd name="connsiteX10" fmla="*/ 77735 w 77838"/>
                      <a:gd name="connsiteY10" fmla="*/ 63473 h 70085"/>
                      <a:gd name="connsiteX11" fmla="*/ 70376 w 77838"/>
                      <a:gd name="connsiteY11" fmla="*/ 69989 h 70085"/>
                      <a:gd name="connsiteX12" fmla="*/ 41872 w 77838"/>
                      <a:gd name="connsiteY12" fmla="*/ 57311 h 70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7838" h="70085">
                        <a:moveTo>
                          <a:pt x="41872" y="57311"/>
                        </a:moveTo>
                        <a:cubicBezTo>
                          <a:pt x="36197" y="52611"/>
                          <a:pt x="23386" y="42105"/>
                          <a:pt x="17268" y="36741"/>
                        </a:cubicBezTo>
                        <a:cubicBezTo>
                          <a:pt x="15849" y="35500"/>
                          <a:pt x="14564" y="34214"/>
                          <a:pt x="13411" y="33062"/>
                        </a:cubicBezTo>
                        <a:cubicBezTo>
                          <a:pt x="12303" y="31998"/>
                          <a:pt x="11283" y="30889"/>
                          <a:pt x="10352" y="29781"/>
                        </a:cubicBezTo>
                        <a:cubicBezTo>
                          <a:pt x="8535" y="27609"/>
                          <a:pt x="7072" y="25392"/>
                          <a:pt x="5831" y="23087"/>
                        </a:cubicBezTo>
                        <a:cubicBezTo>
                          <a:pt x="3215" y="18698"/>
                          <a:pt x="1619" y="14088"/>
                          <a:pt x="200" y="8768"/>
                        </a:cubicBezTo>
                        <a:cubicBezTo>
                          <a:pt x="-775" y="5089"/>
                          <a:pt x="1929" y="833"/>
                          <a:pt x="5698" y="390"/>
                        </a:cubicBezTo>
                        <a:cubicBezTo>
                          <a:pt x="11106" y="-187"/>
                          <a:pt x="16514" y="-275"/>
                          <a:pt x="22144" y="1188"/>
                        </a:cubicBezTo>
                        <a:cubicBezTo>
                          <a:pt x="27553" y="2739"/>
                          <a:pt x="34025" y="5532"/>
                          <a:pt x="39788" y="9788"/>
                        </a:cubicBezTo>
                        <a:cubicBezTo>
                          <a:pt x="46216" y="14310"/>
                          <a:pt x="58496" y="24506"/>
                          <a:pt x="64480" y="30490"/>
                        </a:cubicBezTo>
                        <a:cubicBezTo>
                          <a:pt x="75652" y="41484"/>
                          <a:pt x="78445" y="52168"/>
                          <a:pt x="77735" y="63473"/>
                        </a:cubicBezTo>
                        <a:cubicBezTo>
                          <a:pt x="77425" y="67374"/>
                          <a:pt x="73701" y="70699"/>
                          <a:pt x="70376" y="69989"/>
                        </a:cubicBezTo>
                        <a:cubicBezTo>
                          <a:pt x="60624" y="68305"/>
                          <a:pt x="52644" y="66088"/>
                          <a:pt x="41872" y="5731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63" name="Forme libre : forme 20962">
                    <a:extLst>
                      <a:ext uri="{FF2B5EF4-FFF2-40B4-BE49-F238E27FC236}">
                        <a16:creationId xmlns:a16="http://schemas.microsoft.com/office/drawing/2014/main" id="{A293E703-0497-4CA7-98E1-00C6CE8D9537}"/>
                      </a:ext>
                    </a:extLst>
                  </p:cNvPr>
                  <p:cNvSpPr/>
                  <p:nvPr/>
                </p:nvSpPr>
                <p:spPr>
                  <a:xfrm>
                    <a:off x="5093478" y="1197246"/>
                    <a:ext cx="70596" cy="65698"/>
                  </a:xfrm>
                  <a:custGeom>
                    <a:avLst/>
                    <a:gdLst>
                      <a:gd name="connsiteX0" fmla="*/ 29058 w 70596"/>
                      <a:gd name="connsiteY0" fmla="*/ 25845 h 65698"/>
                      <a:gd name="connsiteX1" fmla="*/ 686 w 70596"/>
                      <a:gd name="connsiteY1" fmla="*/ 0 h 65698"/>
                      <a:gd name="connsiteX2" fmla="*/ 199 w 70596"/>
                      <a:gd name="connsiteY2" fmla="*/ 4477 h 65698"/>
                      <a:gd name="connsiteX3" fmla="*/ 1795 w 70596"/>
                      <a:gd name="connsiteY3" fmla="*/ 9753 h 65698"/>
                      <a:gd name="connsiteX4" fmla="*/ 8799 w 70596"/>
                      <a:gd name="connsiteY4" fmla="*/ 23495 h 65698"/>
                      <a:gd name="connsiteX5" fmla="*/ 17311 w 70596"/>
                      <a:gd name="connsiteY5" fmla="*/ 32450 h 65698"/>
                      <a:gd name="connsiteX6" fmla="*/ 21300 w 70596"/>
                      <a:gd name="connsiteY6" fmla="*/ 35864 h 65698"/>
                      <a:gd name="connsiteX7" fmla="*/ 40141 w 70596"/>
                      <a:gd name="connsiteY7" fmla="*/ 51557 h 65698"/>
                      <a:gd name="connsiteX8" fmla="*/ 41959 w 70596"/>
                      <a:gd name="connsiteY8" fmla="*/ 53020 h 65698"/>
                      <a:gd name="connsiteX9" fmla="*/ 52598 w 70596"/>
                      <a:gd name="connsiteY9" fmla="*/ 60157 h 65698"/>
                      <a:gd name="connsiteX10" fmla="*/ 65942 w 70596"/>
                      <a:gd name="connsiteY10" fmla="*/ 64812 h 65698"/>
                      <a:gd name="connsiteX11" fmla="*/ 70419 w 70596"/>
                      <a:gd name="connsiteY11" fmla="*/ 65699 h 65698"/>
                      <a:gd name="connsiteX12" fmla="*/ 70596 w 70596"/>
                      <a:gd name="connsiteY12" fmla="*/ 65699 h 65698"/>
                      <a:gd name="connsiteX13" fmla="*/ 51711 w 70596"/>
                      <a:gd name="connsiteY13" fmla="*/ 44198 h 65698"/>
                      <a:gd name="connsiteX14" fmla="*/ 29058 w 70596"/>
                      <a:gd name="connsiteY14" fmla="*/ 25845 h 65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0596" h="65698">
                        <a:moveTo>
                          <a:pt x="29058" y="25845"/>
                        </a:moveTo>
                        <a:cubicBezTo>
                          <a:pt x="18197" y="17688"/>
                          <a:pt x="7114" y="9974"/>
                          <a:pt x="686" y="0"/>
                        </a:cubicBezTo>
                        <a:cubicBezTo>
                          <a:pt x="21" y="1374"/>
                          <a:pt x="-200" y="3014"/>
                          <a:pt x="199" y="4477"/>
                        </a:cubicBezTo>
                        <a:cubicBezTo>
                          <a:pt x="686" y="6295"/>
                          <a:pt x="1218" y="8068"/>
                          <a:pt x="1795" y="9753"/>
                        </a:cubicBezTo>
                        <a:cubicBezTo>
                          <a:pt x="3435" y="14629"/>
                          <a:pt x="5651" y="18929"/>
                          <a:pt x="8799" y="23495"/>
                        </a:cubicBezTo>
                        <a:cubicBezTo>
                          <a:pt x="10927" y="26421"/>
                          <a:pt x="13542" y="29037"/>
                          <a:pt x="17311" y="32450"/>
                        </a:cubicBezTo>
                        <a:cubicBezTo>
                          <a:pt x="18463" y="33425"/>
                          <a:pt x="19793" y="34578"/>
                          <a:pt x="21300" y="35864"/>
                        </a:cubicBezTo>
                        <a:cubicBezTo>
                          <a:pt x="27108" y="40696"/>
                          <a:pt x="35043" y="47301"/>
                          <a:pt x="40141" y="51557"/>
                        </a:cubicBezTo>
                        <a:cubicBezTo>
                          <a:pt x="40806" y="52089"/>
                          <a:pt x="41382" y="52576"/>
                          <a:pt x="41959" y="53020"/>
                        </a:cubicBezTo>
                        <a:cubicBezTo>
                          <a:pt x="45771" y="56123"/>
                          <a:pt x="49273" y="58428"/>
                          <a:pt x="52598" y="60157"/>
                        </a:cubicBezTo>
                        <a:cubicBezTo>
                          <a:pt x="57164" y="62507"/>
                          <a:pt x="61508" y="63748"/>
                          <a:pt x="65942" y="64812"/>
                        </a:cubicBezTo>
                        <a:cubicBezTo>
                          <a:pt x="67360" y="65078"/>
                          <a:pt x="68867" y="65388"/>
                          <a:pt x="70419" y="65699"/>
                        </a:cubicBezTo>
                        <a:lnTo>
                          <a:pt x="70596" y="65699"/>
                        </a:lnTo>
                        <a:cubicBezTo>
                          <a:pt x="65720" y="57985"/>
                          <a:pt x="58849" y="50848"/>
                          <a:pt x="51711" y="44198"/>
                        </a:cubicBezTo>
                        <a:cubicBezTo>
                          <a:pt x="44485" y="37593"/>
                          <a:pt x="36816" y="31431"/>
                          <a:pt x="29058" y="2584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64" name="Forme libre : forme 20963">
                    <a:extLst>
                      <a:ext uri="{FF2B5EF4-FFF2-40B4-BE49-F238E27FC236}">
                        <a16:creationId xmlns:a16="http://schemas.microsoft.com/office/drawing/2014/main" id="{081431DB-6585-4A05-A857-4F1D87396DBF}"/>
                      </a:ext>
                    </a:extLst>
                  </p:cNvPr>
                  <p:cNvSpPr/>
                  <p:nvPr/>
                </p:nvSpPr>
                <p:spPr>
                  <a:xfrm>
                    <a:off x="5121638" y="1215915"/>
                    <a:ext cx="35116" cy="32021"/>
                  </a:xfrm>
                  <a:custGeom>
                    <a:avLst/>
                    <a:gdLst>
                      <a:gd name="connsiteX0" fmla="*/ 34545 w 35116"/>
                      <a:gd name="connsiteY0" fmla="*/ 31425 h 32021"/>
                      <a:gd name="connsiteX1" fmla="*/ 24571 w 35116"/>
                      <a:gd name="connsiteY1" fmla="*/ 28100 h 32021"/>
                      <a:gd name="connsiteX2" fmla="*/ 13400 w 35116"/>
                      <a:gd name="connsiteY2" fmla="*/ 19677 h 32021"/>
                      <a:gd name="connsiteX3" fmla="*/ 499 w 35116"/>
                      <a:gd name="connsiteY3" fmla="*/ 1014 h 32021"/>
                      <a:gd name="connsiteX4" fmla="*/ 20803 w 35116"/>
                      <a:gd name="connsiteY4" fmla="*/ 10811 h 32021"/>
                      <a:gd name="connsiteX5" fmla="*/ 30644 w 35116"/>
                      <a:gd name="connsiteY5" fmla="*/ 21140 h 32021"/>
                      <a:gd name="connsiteX6" fmla="*/ 34545 w 35116"/>
                      <a:gd name="connsiteY6" fmla="*/ 31425 h 320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116" h="32021">
                        <a:moveTo>
                          <a:pt x="34545" y="31425"/>
                        </a:moveTo>
                        <a:cubicBezTo>
                          <a:pt x="32905" y="33109"/>
                          <a:pt x="28871" y="30981"/>
                          <a:pt x="24571" y="28100"/>
                        </a:cubicBezTo>
                        <a:cubicBezTo>
                          <a:pt x="20271" y="25218"/>
                          <a:pt x="15660" y="21583"/>
                          <a:pt x="13400" y="19677"/>
                        </a:cubicBezTo>
                        <a:cubicBezTo>
                          <a:pt x="8922" y="15776"/>
                          <a:pt x="-2515" y="5136"/>
                          <a:pt x="499" y="1014"/>
                        </a:cubicBezTo>
                        <a:cubicBezTo>
                          <a:pt x="3558" y="-3198"/>
                          <a:pt x="16636" y="6821"/>
                          <a:pt x="20803" y="10811"/>
                        </a:cubicBezTo>
                        <a:cubicBezTo>
                          <a:pt x="22931" y="12717"/>
                          <a:pt x="27319" y="16884"/>
                          <a:pt x="30644" y="21140"/>
                        </a:cubicBezTo>
                        <a:cubicBezTo>
                          <a:pt x="33969" y="25396"/>
                          <a:pt x="36230" y="29740"/>
                          <a:pt x="34545" y="3142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65" name="Forme libre : forme 20964">
                    <a:extLst>
                      <a:ext uri="{FF2B5EF4-FFF2-40B4-BE49-F238E27FC236}">
                        <a16:creationId xmlns:a16="http://schemas.microsoft.com/office/drawing/2014/main" id="{95C458CF-D464-4103-81EA-B29E35C2F30D}"/>
                      </a:ext>
                    </a:extLst>
                  </p:cNvPr>
                  <p:cNvSpPr/>
                  <p:nvPr/>
                </p:nvSpPr>
                <p:spPr>
                  <a:xfrm>
                    <a:off x="5121742" y="1215682"/>
                    <a:ext cx="21186" cy="25806"/>
                  </a:xfrm>
                  <a:custGeom>
                    <a:avLst/>
                    <a:gdLst>
                      <a:gd name="connsiteX0" fmla="*/ 10813 w 21186"/>
                      <a:gd name="connsiteY0" fmla="*/ 3641 h 25806"/>
                      <a:gd name="connsiteX1" fmla="*/ 217 w 21186"/>
                      <a:gd name="connsiteY1" fmla="*/ 1114 h 25806"/>
                      <a:gd name="connsiteX2" fmla="*/ 13517 w 21186"/>
                      <a:gd name="connsiteY2" fmla="*/ 20087 h 25806"/>
                      <a:gd name="connsiteX3" fmla="*/ 21186 w 21186"/>
                      <a:gd name="connsiteY3" fmla="*/ 25806 h 25806"/>
                      <a:gd name="connsiteX4" fmla="*/ 17595 w 21186"/>
                      <a:gd name="connsiteY4" fmla="*/ 22171 h 25806"/>
                      <a:gd name="connsiteX5" fmla="*/ 10813 w 21186"/>
                      <a:gd name="connsiteY5" fmla="*/ 3641 h 25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186" h="25806">
                        <a:moveTo>
                          <a:pt x="10813" y="3641"/>
                        </a:moveTo>
                        <a:cubicBezTo>
                          <a:pt x="8020" y="2488"/>
                          <a:pt x="1370" y="-2078"/>
                          <a:pt x="217" y="1114"/>
                        </a:cubicBezTo>
                        <a:cubicBezTo>
                          <a:pt x="-1556" y="6212"/>
                          <a:pt x="7931" y="15122"/>
                          <a:pt x="13517" y="20087"/>
                        </a:cubicBezTo>
                        <a:cubicBezTo>
                          <a:pt x="15201" y="21506"/>
                          <a:pt x="19103" y="24476"/>
                          <a:pt x="21186" y="25806"/>
                        </a:cubicBezTo>
                        <a:cubicBezTo>
                          <a:pt x="20166" y="24831"/>
                          <a:pt x="18393" y="23235"/>
                          <a:pt x="17595" y="22171"/>
                        </a:cubicBezTo>
                        <a:cubicBezTo>
                          <a:pt x="13029" y="15920"/>
                          <a:pt x="7621" y="8295"/>
                          <a:pt x="10813" y="364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66" name="Forme libre : forme 20965">
                    <a:extLst>
                      <a:ext uri="{FF2B5EF4-FFF2-40B4-BE49-F238E27FC236}">
                        <a16:creationId xmlns:a16="http://schemas.microsoft.com/office/drawing/2014/main" id="{59C2D461-CA2F-46E4-8A62-C42E543B0C0E}"/>
                      </a:ext>
                    </a:extLst>
                  </p:cNvPr>
                  <p:cNvSpPr/>
                  <p:nvPr/>
                </p:nvSpPr>
                <p:spPr>
                  <a:xfrm>
                    <a:off x="5122748" y="1218314"/>
                    <a:ext cx="35174" cy="31940"/>
                  </a:xfrm>
                  <a:custGeom>
                    <a:avLst/>
                    <a:gdLst>
                      <a:gd name="connsiteX0" fmla="*/ 34277 w 35174"/>
                      <a:gd name="connsiteY0" fmla="*/ 31641 h 31940"/>
                      <a:gd name="connsiteX1" fmla="*/ 23993 w 35174"/>
                      <a:gd name="connsiteY1" fmla="*/ 27873 h 31940"/>
                      <a:gd name="connsiteX2" fmla="*/ 13043 w 35174"/>
                      <a:gd name="connsiteY2" fmla="*/ 19672 h 31940"/>
                      <a:gd name="connsiteX3" fmla="*/ 453 w 35174"/>
                      <a:gd name="connsiteY3" fmla="*/ 1097 h 31940"/>
                      <a:gd name="connsiteX4" fmla="*/ 20623 w 35174"/>
                      <a:gd name="connsiteY4" fmla="*/ 10894 h 31940"/>
                      <a:gd name="connsiteX5" fmla="*/ 30820 w 35174"/>
                      <a:gd name="connsiteY5" fmla="*/ 21578 h 31940"/>
                      <a:gd name="connsiteX6" fmla="*/ 34277 w 35174"/>
                      <a:gd name="connsiteY6" fmla="*/ 31641 h 31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174" h="31940">
                        <a:moveTo>
                          <a:pt x="34277" y="31641"/>
                        </a:moveTo>
                        <a:cubicBezTo>
                          <a:pt x="32061" y="32749"/>
                          <a:pt x="28115" y="30622"/>
                          <a:pt x="23993" y="27873"/>
                        </a:cubicBezTo>
                        <a:cubicBezTo>
                          <a:pt x="19870" y="25124"/>
                          <a:pt x="15525" y="21711"/>
                          <a:pt x="13043" y="19672"/>
                        </a:cubicBezTo>
                        <a:cubicBezTo>
                          <a:pt x="8166" y="15593"/>
                          <a:pt x="-2296" y="5530"/>
                          <a:pt x="453" y="1097"/>
                        </a:cubicBezTo>
                        <a:cubicBezTo>
                          <a:pt x="3246" y="-3425"/>
                          <a:pt x="16678" y="7259"/>
                          <a:pt x="20623" y="10894"/>
                        </a:cubicBezTo>
                        <a:cubicBezTo>
                          <a:pt x="22618" y="12667"/>
                          <a:pt x="27317" y="17101"/>
                          <a:pt x="30820" y="21578"/>
                        </a:cubicBezTo>
                        <a:cubicBezTo>
                          <a:pt x="34322" y="26056"/>
                          <a:pt x="36494" y="30533"/>
                          <a:pt x="34277" y="3164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67" name="Forme libre : forme 20966">
                    <a:extLst>
                      <a:ext uri="{FF2B5EF4-FFF2-40B4-BE49-F238E27FC236}">
                        <a16:creationId xmlns:a16="http://schemas.microsoft.com/office/drawing/2014/main" id="{80BAC3D3-3FB7-42A9-A227-48EC82806CDF}"/>
                      </a:ext>
                    </a:extLst>
                  </p:cNvPr>
                  <p:cNvSpPr/>
                  <p:nvPr/>
                </p:nvSpPr>
                <p:spPr>
                  <a:xfrm>
                    <a:off x="5104598" y="1200636"/>
                    <a:ext cx="40139" cy="45253"/>
                  </a:xfrm>
                  <a:custGeom>
                    <a:avLst/>
                    <a:gdLst>
                      <a:gd name="connsiteX0" fmla="*/ 250 w 40139"/>
                      <a:gd name="connsiteY0" fmla="*/ 4013 h 45253"/>
                      <a:gd name="connsiteX1" fmla="*/ 1668 w 40139"/>
                      <a:gd name="connsiteY1" fmla="*/ 11948 h 45253"/>
                      <a:gd name="connsiteX2" fmla="*/ 6235 w 40139"/>
                      <a:gd name="connsiteY2" fmla="*/ 21036 h 45253"/>
                      <a:gd name="connsiteX3" fmla="*/ 13106 w 40139"/>
                      <a:gd name="connsiteY3" fmla="*/ 30301 h 45253"/>
                      <a:gd name="connsiteX4" fmla="*/ 30173 w 40139"/>
                      <a:gd name="connsiteY4" fmla="*/ 43246 h 45253"/>
                      <a:gd name="connsiteX5" fmla="*/ 40015 w 40139"/>
                      <a:gd name="connsiteY5" fmla="*/ 43556 h 45253"/>
                      <a:gd name="connsiteX6" fmla="*/ 36690 w 40139"/>
                      <a:gd name="connsiteY6" fmla="*/ 36907 h 45253"/>
                      <a:gd name="connsiteX7" fmla="*/ 26183 w 40139"/>
                      <a:gd name="connsiteY7" fmla="*/ 19396 h 45253"/>
                      <a:gd name="connsiteX8" fmla="*/ 14347 w 40139"/>
                      <a:gd name="connsiteY8" fmla="*/ 2461 h 45253"/>
                      <a:gd name="connsiteX9" fmla="*/ 5082 w 40139"/>
                      <a:gd name="connsiteY9" fmla="*/ 67 h 45253"/>
                      <a:gd name="connsiteX10" fmla="*/ 250 w 40139"/>
                      <a:gd name="connsiteY10" fmla="*/ 4013 h 45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0139" h="45253">
                        <a:moveTo>
                          <a:pt x="250" y="4013"/>
                        </a:moveTo>
                        <a:cubicBezTo>
                          <a:pt x="-326" y="7027"/>
                          <a:pt x="73" y="8490"/>
                          <a:pt x="1668" y="11948"/>
                        </a:cubicBezTo>
                        <a:cubicBezTo>
                          <a:pt x="3220" y="15229"/>
                          <a:pt x="4550" y="18154"/>
                          <a:pt x="6235" y="21036"/>
                        </a:cubicBezTo>
                        <a:cubicBezTo>
                          <a:pt x="7964" y="24095"/>
                          <a:pt x="10091" y="27065"/>
                          <a:pt x="13106" y="30301"/>
                        </a:cubicBezTo>
                        <a:cubicBezTo>
                          <a:pt x="18115" y="35665"/>
                          <a:pt x="24588" y="40586"/>
                          <a:pt x="30173" y="43246"/>
                        </a:cubicBezTo>
                        <a:cubicBezTo>
                          <a:pt x="34340" y="45241"/>
                          <a:pt x="38951" y="46393"/>
                          <a:pt x="40015" y="43556"/>
                        </a:cubicBezTo>
                        <a:cubicBezTo>
                          <a:pt x="40724" y="41783"/>
                          <a:pt x="38242" y="39300"/>
                          <a:pt x="36690" y="36907"/>
                        </a:cubicBezTo>
                        <a:cubicBezTo>
                          <a:pt x="33055" y="31143"/>
                          <a:pt x="29154" y="25912"/>
                          <a:pt x="26183" y="19396"/>
                        </a:cubicBezTo>
                        <a:cubicBezTo>
                          <a:pt x="23568" y="13854"/>
                          <a:pt x="21839" y="6850"/>
                          <a:pt x="14347" y="2461"/>
                        </a:cubicBezTo>
                        <a:cubicBezTo>
                          <a:pt x="11022" y="511"/>
                          <a:pt x="7653" y="-243"/>
                          <a:pt x="5082" y="67"/>
                        </a:cubicBezTo>
                        <a:cubicBezTo>
                          <a:pt x="2555" y="422"/>
                          <a:pt x="649" y="1885"/>
                          <a:pt x="250" y="401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68" name="Forme libre : forme 20967">
                    <a:extLst>
                      <a:ext uri="{FF2B5EF4-FFF2-40B4-BE49-F238E27FC236}">
                        <a16:creationId xmlns:a16="http://schemas.microsoft.com/office/drawing/2014/main" id="{ED6FBAA1-2991-41DA-9931-5F583101C015}"/>
                      </a:ext>
                    </a:extLst>
                  </p:cNvPr>
                  <p:cNvSpPr/>
                  <p:nvPr/>
                </p:nvSpPr>
                <p:spPr>
                  <a:xfrm>
                    <a:off x="5116717" y="1206787"/>
                    <a:ext cx="17177" cy="10026"/>
                  </a:xfrm>
                  <a:custGeom>
                    <a:avLst/>
                    <a:gdLst>
                      <a:gd name="connsiteX0" fmla="*/ 2450 w 17177"/>
                      <a:gd name="connsiteY0" fmla="*/ 256 h 10026"/>
                      <a:gd name="connsiteX1" fmla="*/ 278 w 17177"/>
                      <a:gd name="connsiteY1" fmla="*/ 167 h 10026"/>
                      <a:gd name="connsiteX2" fmla="*/ 765 w 17177"/>
                      <a:gd name="connsiteY2" fmla="*/ 1896 h 10026"/>
                      <a:gd name="connsiteX3" fmla="*/ 3514 w 17177"/>
                      <a:gd name="connsiteY3" fmla="*/ 3979 h 10026"/>
                      <a:gd name="connsiteX4" fmla="*/ 10695 w 17177"/>
                      <a:gd name="connsiteY4" fmla="*/ 8412 h 10026"/>
                      <a:gd name="connsiteX5" fmla="*/ 13488 w 17177"/>
                      <a:gd name="connsiteY5" fmla="*/ 9742 h 10026"/>
                      <a:gd name="connsiteX6" fmla="*/ 14552 w 17177"/>
                      <a:gd name="connsiteY6" fmla="*/ 5531 h 10026"/>
                      <a:gd name="connsiteX7" fmla="*/ 2450 w 17177"/>
                      <a:gd name="connsiteY7" fmla="*/ 256 h 10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177" h="10026">
                        <a:moveTo>
                          <a:pt x="2450" y="256"/>
                        </a:moveTo>
                        <a:cubicBezTo>
                          <a:pt x="1519" y="34"/>
                          <a:pt x="854" y="-143"/>
                          <a:pt x="278" y="167"/>
                        </a:cubicBezTo>
                        <a:cubicBezTo>
                          <a:pt x="-299" y="433"/>
                          <a:pt x="100" y="1186"/>
                          <a:pt x="765" y="1896"/>
                        </a:cubicBezTo>
                        <a:cubicBezTo>
                          <a:pt x="1430" y="2605"/>
                          <a:pt x="2627" y="3359"/>
                          <a:pt x="3514" y="3979"/>
                        </a:cubicBezTo>
                        <a:cubicBezTo>
                          <a:pt x="5819" y="5531"/>
                          <a:pt x="8346" y="7127"/>
                          <a:pt x="10695" y="8412"/>
                        </a:cubicBezTo>
                        <a:cubicBezTo>
                          <a:pt x="11671" y="8944"/>
                          <a:pt x="12557" y="9476"/>
                          <a:pt x="13488" y="9742"/>
                        </a:cubicBezTo>
                        <a:cubicBezTo>
                          <a:pt x="17301" y="10806"/>
                          <a:pt x="18941" y="8767"/>
                          <a:pt x="14552" y="5531"/>
                        </a:cubicBezTo>
                        <a:cubicBezTo>
                          <a:pt x="11006" y="3048"/>
                          <a:pt x="6306" y="1142"/>
                          <a:pt x="2450" y="25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69" name="Forme libre : forme 20968">
                    <a:extLst>
                      <a:ext uri="{FF2B5EF4-FFF2-40B4-BE49-F238E27FC236}">
                        <a16:creationId xmlns:a16="http://schemas.microsoft.com/office/drawing/2014/main" id="{E732A63E-9252-4E76-8922-22FD05F21772}"/>
                      </a:ext>
                    </a:extLst>
                  </p:cNvPr>
                  <p:cNvSpPr/>
                  <p:nvPr/>
                </p:nvSpPr>
                <p:spPr>
                  <a:xfrm>
                    <a:off x="5136633" y="1250487"/>
                    <a:ext cx="27573" cy="10785"/>
                  </a:xfrm>
                  <a:custGeom>
                    <a:avLst/>
                    <a:gdLst>
                      <a:gd name="connsiteX0" fmla="*/ 27574 w 27573"/>
                      <a:gd name="connsiteY0" fmla="*/ 10773 h 10785"/>
                      <a:gd name="connsiteX1" fmla="*/ 14230 w 27573"/>
                      <a:gd name="connsiteY1" fmla="*/ 7004 h 10785"/>
                      <a:gd name="connsiteX2" fmla="*/ 0 w 27573"/>
                      <a:gd name="connsiteY2" fmla="*/ 0 h 10785"/>
                      <a:gd name="connsiteX3" fmla="*/ 27574 w 27573"/>
                      <a:gd name="connsiteY3" fmla="*/ 10773 h 10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573" h="10785">
                        <a:moveTo>
                          <a:pt x="27574" y="10773"/>
                        </a:moveTo>
                        <a:cubicBezTo>
                          <a:pt x="23806" y="10950"/>
                          <a:pt x="19151" y="9221"/>
                          <a:pt x="14230" y="7004"/>
                        </a:cubicBezTo>
                        <a:cubicBezTo>
                          <a:pt x="9310" y="4788"/>
                          <a:pt x="4123" y="2084"/>
                          <a:pt x="0" y="0"/>
                        </a:cubicBezTo>
                        <a:cubicBezTo>
                          <a:pt x="8955" y="4522"/>
                          <a:pt x="19639" y="7669"/>
                          <a:pt x="27574" y="107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70" name="Forme libre : forme 20969">
                    <a:extLst>
                      <a:ext uri="{FF2B5EF4-FFF2-40B4-BE49-F238E27FC236}">
                        <a16:creationId xmlns:a16="http://schemas.microsoft.com/office/drawing/2014/main" id="{637CEF47-7AF8-448B-9E55-D983FFF8D603}"/>
                      </a:ext>
                    </a:extLst>
                  </p:cNvPr>
                  <p:cNvSpPr/>
                  <p:nvPr/>
                </p:nvSpPr>
                <p:spPr>
                  <a:xfrm>
                    <a:off x="5099262" y="1194442"/>
                    <a:ext cx="34179" cy="9897"/>
                  </a:xfrm>
                  <a:custGeom>
                    <a:avLst/>
                    <a:gdLst>
                      <a:gd name="connsiteX0" fmla="*/ 34179 w 34179"/>
                      <a:gd name="connsiteY0" fmla="*/ 9897 h 9897"/>
                      <a:gd name="connsiteX1" fmla="*/ 16801 w 34179"/>
                      <a:gd name="connsiteY1" fmla="*/ 1873 h 9897"/>
                      <a:gd name="connsiteX2" fmla="*/ 0 w 34179"/>
                      <a:gd name="connsiteY2" fmla="*/ 56 h 9897"/>
                      <a:gd name="connsiteX3" fmla="*/ 16890 w 34179"/>
                      <a:gd name="connsiteY3" fmla="*/ 2538 h 9897"/>
                      <a:gd name="connsiteX4" fmla="*/ 26067 w 34179"/>
                      <a:gd name="connsiteY4" fmla="*/ 5996 h 9897"/>
                      <a:gd name="connsiteX5" fmla="*/ 34179 w 34179"/>
                      <a:gd name="connsiteY5" fmla="*/ 9897 h 9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179" h="9897">
                        <a:moveTo>
                          <a:pt x="34179" y="9897"/>
                        </a:moveTo>
                        <a:cubicBezTo>
                          <a:pt x="29037" y="6173"/>
                          <a:pt x="22697" y="3513"/>
                          <a:pt x="16801" y="1873"/>
                        </a:cubicBezTo>
                        <a:cubicBezTo>
                          <a:pt x="10950" y="144"/>
                          <a:pt x="5009" y="11"/>
                          <a:pt x="0" y="56"/>
                        </a:cubicBezTo>
                        <a:cubicBezTo>
                          <a:pt x="4655" y="-210"/>
                          <a:pt x="10861" y="455"/>
                          <a:pt x="16890" y="2538"/>
                        </a:cubicBezTo>
                        <a:cubicBezTo>
                          <a:pt x="19949" y="3558"/>
                          <a:pt x="23052" y="4755"/>
                          <a:pt x="26067" y="5996"/>
                        </a:cubicBezTo>
                        <a:cubicBezTo>
                          <a:pt x="29081" y="7326"/>
                          <a:pt x="31652" y="8611"/>
                          <a:pt x="34179" y="98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71" name="Forme libre : forme 20970">
                    <a:extLst>
                      <a:ext uri="{FF2B5EF4-FFF2-40B4-BE49-F238E27FC236}">
                        <a16:creationId xmlns:a16="http://schemas.microsoft.com/office/drawing/2014/main" id="{602C7191-9F4B-4730-98C4-4E4B517FB323}"/>
                      </a:ext>
                    </a:extLst>
                  </p:cNvPr>
                  <p:cNvSpPr/>
                  <p:nvPr/>
                </p:nvSpPr>
                <p:spPr>
                  <a:xfrm>
                    <a:off x="5137961" y="1226248"/>
                    <a:ext cx="12272" cy="12691"/>
                  </a:xfrm>
                  <a:custGeom>
                    <a:avLst/>
                    <a:gdLst>
                      <a:gd name="connsiteX0" fmla="*/ 11750 w 12272"/>
                      <a:gd name="connsiteY0" fmla="*/ 12669 h 12691"/>
                      <a:gd name="connsiteX1" fmla="*/ 3859 w 12272"/>
                      <a:gd name="connsiteY1" fmla="*/ 6507 h 12691"/>
                      <a:gd name="connsiteX2" fmla="*/ 578 w 12272"/>
                      <a:gd name="connsiteY2" fmla="*/ 35 h 12691"/>
                      <a:gd name="connsiteX3" fmla="*/ 8114 w 12272"/>
                      <a:gd name="connsiteY3" fmla="*/ 5798 h 12691"/>
                      <a:gd name="connsiteX4" fmla="*/ 11750 w 12272"/>
                      <a:gd name="connsiteY4" fmla="*/ 12669 h 12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72" h="12691">
                        <a:moveTo>
                          <a:pt x="11750" y="12669"/>
                        </a:moveTo>
                        <a:cubicBezTo>
                          <a:pt x="9843" y="13068"/>
                          <a:pt x="5322" y="8015"/>
                          <a:pt x="3859" y="6507"/>
                        </a:cubicBezTo>
                        <a:cubicBezTo>
                          <a:pt x="2440" y="4956"/>
                          <a:pt x="-1461" y="523"/>
                          <a:pt x="578" y="35"/>
                        </a:cubicBezTo>
                        <a:cubicBezTo>
                          <a:pt x="2662" y="-453"/>
                          <a:pt x="6829" y="4291"/>
                          <a:pt x="8114" y="5798"/>
                        </a:cubicBezTo>
                        <a:cubicBezTo>
                          <a:pt x="9489" y="7217"/>
                          <a:pt x="13744" y="12226"/>
                          <a:pt x="11750" y="1266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72" name="Forme libre : forme 20971">
                    <a:extLst>
                      <a:ext uri="{FF2B5EF4-FFF2-40B4-BE49-F238E27FC236}">
                        <a16:creationId xmlns:a16="http://schemas.microsoft.com/office/drawing/2014/main" id="{F37B67B5-5966-41FF-89FC-505B9DF47381}"/>
                      </a:ext>
                    </a:extLst>
                  </p:cNvPr>
                  <p:cNvSpPr/>
                  <p:nvPr/>
                </p:nvSpPr>
                <p:spPr>
                  <a:xfrm>
                    <a:off x="5148416" y="1236918"/>
                    <a:ext cx="3607" cy="3682"/>
                  </a:xfrm>
                  <a:custGeom>
                    <a:avLst/>
                    <a:gdLst>
                      <a:gd name="connsiteX0" fmla="*/ 3556 w 3607"/>
                      <a:gd name="connsiteY0" fmla="*/ 3506 h 3682"/>
                      <a:gd name="connsiteX1" fmla="*/ 1428 w 3607"/>
                      <a:gd name="connsiteY1" fmla="*/ 2531 h 3682"/>
                      <a:gd name="connsiteX2" fmla="*/ 54 w 3607"/>
                      <a:gd name="connsiteY2" fmla="*/ 181 h 3682"/>
                      <a:gd name="connsiteX3" fmla="*/ 2137 w 3607"/>
                      <a:gd name="connsiteY3" fmla="*/ 1112 h 3682"/>
                      <a:gd name="connsiteX4" fmla="*/ 3556 w 3607"/>
                      <a:gd name="connsiteY4" fmla="*/ 3506 h 3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7" h="3682">
                        <a:moveTo>
                          <a:pt x="3556" y="3506"/>
                        </a:moveTo>
                        <a:cubicBezTo>
                          <a:pt x="3246" y="4082"/>
                          <a:pt x="2004" y="3107"/>
                          <a:pt x="1428" y="2531"/>
                        </a:cubicBezTo>
                        <a:cubicBezTo>
                          <a:pt x="852" y="1955"/>
                          <a:pt x="-257" y="758"/>
                          <a:pt x="54" y="181"/>
                        </a:cubicBezTo>
                        <a:cubicBezTo>
                          <a:pt x="364" y="-395"/>
                          <a:pt x="1561" y="536"/>
                          <a:pt x="2137" y="1112"/>
                        </a:cubicBezTo>
                        <a:cubicBezTo>
                          <a:pt x="2714" y="1689"/>
                          <a:pt x="3866" y="2930"/>
                          <a:pt x="3556" y="35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73" name="Forme libre : forme 20972">
                    <a:extLst>
                      <a:ext uri="{FF2B5EF4-FFF2-40B4-BE49-F238E27FC236}">
                        <a16:creationId xmlns:a16="http://schemas.microsoft.com/office/drawing/2014/main" id="{C5B324A6-1EF5-44AD-AA19-2C8B4C97AD9E}"/>
                      </a:ext>
                    </a:extLst>
                  </p:cNvPr>
                  <p:cNvSpPr/>
                  <p:nvPr/>
                </p:nvSpPr>
                <p:spPr>
                  <a:xfrm>
                    <a:off x="5144068" y="1218673"/>
                    <a:ext cx="22837" cy="39315"/>
                  </a:xfrm>
                  <a:custGeom>
                    <a:avLst/>
                    <a:gdLst>
                      <a:gd name="connsiteX0" fmla="*/ 21026 w 22837"/>
                      <a:gd name="connsiteY0" fmla="*/ 25785 h 39315"/>
                      <a:gd name="connsiteX1" fmla="*/ 22400 w 22837"/>
                      <a:gd name="connsiteY1" fmla="*/ 38464 h 39315"/>
                      <a:gd name="connsiteX2" fmla="*/ 18499 w 22837"/>
                      <a:gd name="connsiteY2" fmla="*/ 37710 h 39315"/>
                      <a:gd name="connsiteX3" fmla="*/ 16593 w 22837"/>
                      <a:gd name="connsiteY3" fmla="*/ 32834 h 39315"/>
                      <a:gd name="connsiteX4" fmla="*/ 10563 w 22837"/>
                      <a:gd name="connsiteY4" fmla="*/ 17717 h 39315"/>
                      <a:gd name="connsiteX5" fmla="*/ 1077 w 22837"/>
                      <a:gd name="connsiteY5" fmla="*/ 29 h 39315"/>
                      <a:gd name="connsiteX6" fmla="*/ 17701 w 22837"/>
                      <a:gd name="connsiteY6" fmla="*/ 14836 h 39315"/>
                      <a:gd name="connsiteX7" fmla="*/ 21026 w 22837"/>
                      <a:gd name="connsiteY7" fmla="*/ 25785 h 39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2837" h="39315">
                        <a:moveTo>
                          <a:pt x="21026" y="25785"/>
                        </a:moveTo>
                        <a:cubicBezTo>
                          <a:pt x="22533" y="30750"/>
                          <a:pt x="23419" y="34474"/>
                          <a:pt x="22400" y="38464"/>
                        </a:cubicBezTo>
                        <a:cubicBezTo>
                          <a:pt x="22001" y="39927"/>
                          <a:pt x="19829" y="39395"/>
                          <a:pt x="18499" y="37710"/>
                        </a:cubicBezTo>
                        <a:cubicBezTo>
                          <a:pt x="17125" y="36070"/>
                          <a:pt x="16947" y="34474"/>
                          <a:pt x="16593" y="32834"/>
                        </a:cubicBezTo>
                        <a:cubicBezTo>
                          <a:pt x="15529" y="27736"/>
                          <a:pt x="13356" y="22859"/>
                          <a:pt x="10563" y="17717"/>
                        </a:cubicBezTo>
                        <a:cubicBezTo>
                          <a:pt x="8923" y="14348"/>
                          <a:pt x="-3711" y="561"/>
                          <a:pt x="1077" y="29"/>
                        </a:cubicBezTo>
                        <a:cubicBezTo>
                          <a:pt x="5953" y="-636"/>
                          <a:pt x="15307" y="10314"/>
                          <a:pt x="17701" y="14836"/>
                        </a:cubicBezTo>
                        <a:cubicBezTo>
                          <a:pt x="20095" y="19269"/>
                          <a:pt x="19873" y="22106"/>
                          <a:pt x="21026" y="2578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10" name="Graphique 2">
                  <a:extLst>
                    <a:ext uri="{FF2B5EF4-FFF2-40B4-BE49-F238E27FC236}">
                      <a16:creationId xmlns:a16="http://schemas.microsoft.com/office/drawing/2014/main" id="{CF838ABE-9065-469A-8AEA-DD64E694626B}"/>
                    </a:ext>
                  </a:extLst>
                </p:cNvPr>
                <p:cNvGrpSpPr/>
                <p:nvPr/>
              </p:nvGrpSpPr>
              <p:grpSpPr>
                <a:xfrm>
                  <a:off x="5162123" y="1256899"/>
                  <a:ext cx="67052" cy="59421"/>
                  <a:chOff x="5162123" y="1256899"/>
                  <a:chExt cx="67052" cy="59421"/>
                </a:xfrm>
                <a:solidFill>
                  <a:schemeClr val="accent1"/>
                </a:solidFill>
              </p:grpSpPr>
              <p:sp>
                <p:nvSpPr>
                  <p:cNvPr id="20950" name="Forme libre : forme 20949">
                    <a:extLst>
                      <a:ext uri="{FF2B5EF4-FFF2-40B4-BE49-F238E27FC236}">
                        <a16:creationId xmlns:a16="http://schemas.microsoft.com/office/drawing/2014/main" id="{9B98DF24-D96F-4CCF-A755-DEB2E5CDECB6}"/>
                      </a:ext>
                    </a:extLst>
                  </p:cNvPr>
                  <p:cNvSpPr/>
                  <p:nvPr/>
                </p:nvSpPr>
                <p:spPr>
                  <a:xfrm>
                    <a:off x="5162168" y="1256899"/>
                    <a:ext cx="67007" cy="59421"/>
                  </a:xfrm>
                  <a:custGeom>
                    <a:avLst/>
                    <a:gdLst>
                      <a:gd name="connsiteX0" fmla="*/ 55281 w 67007"/>
                      <a:gd name="connsiteY0" fmla="*/ 37653 h 59421"/>
                      <a:gd name="connsiteX1" fmla="*/ 54793 w 67007"/>
                      <a:gd name="connsiteY1" fmla="*/ 38230 h 59421"/>
                      <a:gd name="connsiteX2" fmla="*/ 53685 w 67007"/>
                      <a:gd name="connsiteY2" fmla="*/ 39382 h 59421"/>
                      <a:gd name="connsiteX3" fmla="*/ 51247 w 67007"/>
                      <a:gd name="connsiteY3" fmla="*/ 41909 h 59421"/>
                      <a:gd name="connsiteX4" fmla="*/ 45617 w 67007"/>
                      <a:gd name="connsiteY4" fmla="*/ 47583 h 59421"/>
                      <a:gd name="connsiteX5" fmla="*/ 32229 w 67007"/>
                      <a:gd name="connsiteY5" fmla="*/ 57514 h 59421"/>
                      <a:gd name="connsiteX6" fmla="*/ 28859 w 67007"/>
                      <a:gd name="connsiteY6" fmla="*/ 58710 h 59421"/>
                      <a:gd name="connsiteX7" fmla="*/ 25623 w 67007"/>
                      <a:gd name="connsiteY7" fmla="*/ 59287 h 59421"/>
                      <a:gd name="connsiteX8" fmla="*/ 19151 w 67007"/>
                      <a:gd name="connsiteY8" fmla="*/ 58932 h 59421"/>
                      <a:gd name="connsiteX9" fmla="*/ 9841 w 67007"/>
                      <a:gd name="connsiteY9" fmla="*/ 53967 h 59421"/>
                      <a:gd name="connsiteX10" fmla="*/ 2172 w 67007"/>
                      <a:gd name="connsiteY10" fmla="*/ 37653 h 59421"/>
                      <a:gd name="connsiteX11" fmla="*/ 532 w 67007"/>
                      <a:gd name="connsiteY11" fmla="*/ 29142 h 59421"/>
                      <a:gd name="connsiteX12" fmla="*/ 133 w 67007"/>
                      <a:gd name="connsiteY12" fmla="*/ 26039 h 59421"/>
                      <a:gd name="connsiteX13" fmla="*/ 0 w 67007"/>
                      <a:gd name="connsiteY13" fmla="*/ 24576 h 59421"/>
                      <a:gd name="connsiteX14" fmla="*/ 44 w 67007"/>
                      <a:gd name="connsiteY14" fmla="*/ 23600 h 59421"/>
                      <a:gd name="connsiteX15" fmla="*/ 3014 w 67007"/>
                      <a:gd name="connsiteY15" fmla="*/ 8838 h 59421"/>
                      <a:gd name="connsiteX16" fmla="*/ 12014 w 67007"/>
                      <a:gd name="connsiteY16" fmla="*/ 4361 h 59421"/>
                      <a:gd name="connsiteX17" fmla="*/ 25668 w 67007"/>
                      <a:gd name="connsiteY17" fmla="*/ 13981 h 59421"/>
                      <a:gd name="connsiteX18" fmla="*/ 28549 w 67007"/>
                      <a:gd name="connsiteY18" fmla="*/ 14690 h 59421"/>
                      <a:gd name="connsiteX19" fmla="*/ 29569 w 67007"/>
                      <a:gd name="connsiteY19" fmla="*/ 13981 h 59421"/>
                      <a:gd name="connsiteX20" fmla="*/ 29923 w 67007"/>
                      <a:gd name="connsiteY20" fmla="*/ 13493 h 59421"/>
                      <a:gd name="connsiteX21" fmla="*/ 29968 w 67007"/>
                      <a:gd name="connsiteY21" fmla="*/ 13493 h 59421"/>
                      <a:gd name="connsiteX22" fmla="*/ 30189 w 67007"/>
                      <a:gd name="connsiteY22" fmla="*/ 13316 h 59421"/>
                      <a:gd name="connsiteX23" fmla="*/ 31165 w 67007"/>
                      <a:gd name="connsiteY23" fmla="*/ 12429 h 59421"/>
                      <a:gd name="connsiteX24" fmla="*/ 33071 w 67007"/>
                      <a:gd name="connsiteY24" fmla="*/ 10789 h 59421"/>
                      <a:gd name="connsiteX25" fmla="*/ 36617 w 67007"/>
                      <a:gd name="connsiteY25" fmla="*/ 8173 h 59421"/>
                      <a:gd name="connsiteX26" fmla="*/ 43533 w 67007"/>
                      <a:gd name="connsiteY26" fmla="*/ 4361 h 59421"/>
                      <a:gd name="connsiteX27" fmla="*/ 57985 w 67007"/>
                      <a:gd name="connsiteY27" fmla="*/ 149 h 59421"/>
                      <a:gd name="connsiteX28" fmla="*/ 66629 w 67007"/>
                      <a:gd name="connsiteY28" fmla="*/ 4804 h 59421"/>
                      <a:gd name="connsiteX29" fmla="*/ 65388 w 67007"/>
                      <a:gd name="connsiteY29" fmla="*/ 20497 h 59421"/>
                      <a:gd name="connsiteX30" fmla="*/ 55281 w 67007"/>
                      <a:gd name="connsiteY30" fmla="*/ 37653 h 59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67007" h="59421">
                        <a:moveTo>
                          <a:pt x="55281" y="37653"/>
                        </a:moveTo>
                        <a:lnTo>
                          <a:pt x="54793" y="38230"/>
                        </a:lnTo>
                        <a:cubicBezTo>
                          <a:pt x="54438" y="38584"/>
                          <a:pt x="54084" y="38983"/>
                          <a:pt x="53685" y="39382"/>
                        </a:cubicBezTo>
                        <a:cubicBezTo>
                          <a:pt x="52931" y="40180"/>
                          <a:pt x="52133" y="41022"/>
                          <a:pt x="51247" y="41909"/>
                        </a:cubicBezTo>
                        <a:cubicBezTo>
                          <a:pt x="49562" y="43727"/>
                          <a:pt x="47656" y="45589"/>
                          <a:pt x="45617" y="47583"/>
                        </a:cubicBezTo>
                        <a:cubicBezTo>
                          <a:pt x="41582" y="51352"/>
                          <a:pt x="36839" y="55652"/>
                          <a:pt x="32229" y="57514"/>
                        </a:cubicBezTo>
                        <a:cubicBezTo>
                          <a:pt x="31076" y="57957"/>
                          <a:pt x="29968" y="58356"/>
                          <a:pt x="28859" y="58710"/>
                        </a:cubicBezTo>
                        <a:cubicBezTo>
                          <a:pt x="27751" y="58888"/>
                          <a:pt x="26687" y="59243"/>
                          <a:pt x="25623" y="59287"/>
                        </a:cubicBezTo>
                        <a:cubicBezTo>
                          <a:pt x="23495" y="59553"/>
                          <a:pt x="21456" y="59420"/>
                          <a:pt x="19151" y="58932"/>
                        </a:cubicBezTo>
                        <a:cubicBezTo>
                          <a:pt x="14319" y="57780"/>
                          <a:pt x="11969" y="55962"/>
                          <a:pt x="9841" y="53967"/>
                        </a:cubicBezTo>
                        <a:cubicBezTo>
                          <a:pt x="5896" y="50465"/>
                          <a:pt x="3413" y="43771"/>
                          <a:pt x="2172" y="37653"/>
                        </a:cubicBezTo>
                        <a:cubicBezTo>
                          <a:pt x="1507" y="34594"/>
                          <a:pt x="975" y="31757"/>
                          <a:pt x="532" y="29142"/>
                        </a:cubicBezTo>
                        <a:cubicBezTo>
                          <a:pt x="355" y="27989"/>
                          <a:pt x="222" y="27058"/>
                          <a:pt x="133" y="26039"/>
                        </a:cubicBezTo>
                        <a:lnTo>
                          <a:pt x="0" y="24576"/>
                        </a:lnTo>
                        <a:cubicBezTo>
                          <a:pt x="0" y="24177"/>
                          <a:pt x="44" y="23955"/>
                          <a:pt x="44" y="23600"/>
                        </a:cubicBezTo>
                        <a:cubicBezTo>
                          <a:pt x="443" y="18680"/>
                          <a:pt x="1596" y="14025"/>
                          <a:pt x="3014" y="8838"/>
                        </a:cubicBezTo>
                        <a:cubicBezTo>
                          <a:pt x="3945" y="5247"/>
                          <a:pt x="8423" y="2854"/>
                          <a:pt x="12014" y="4361"/>
                        </a:cubicBezTo>
                        <a:cubicBezTo>
                          <a:pt x="17067" y="6489"/>
                          <a:pt x="21811" y="9902"/>
                          <a:pt x="25668" y="13981"/>
                        </a:cubicBezTo>
                        <a:cubicBezTo>
                          <a:pt x="27308" y="15355"/>
                          <a:pt x="27928" y="14778"/>
                          <a:pt x="28549" y="14690"/>
                        </a:cubicBezTo>
                        <a:cubicBezTo>
                          <a:pt x="29125" y="14468"/>
                          <a:pt x="29436" y="14158"/>
                          <a:pt x="29569" y="13981"/>
                        </a:cubicBezTo>
                        <a:cubicBezTo>
                          <a:pt x="29968" y="13493"/>
                          <a:pt x="29702" y="13316"/>
                          <a:pt x="29923" y="13493"/>
                        </a:cubicBezTo>
                        <a:lnTo>
                          <a:pt x="29968" y="13493"/>
                        </a:lnTo>
                        <a:cubicBezTo>
                          <a:pt x="29968" y="13493"/>
                          <a:pt x="29968" y="13537"/>
                          <a:pt x="30189" y="13316"/>
                        </a:cubicBezTo>
                        <a:lnTo>
                          <a:pt x="31165" y="12429"/>
                        </a:lnTo>
                        <a:cubicBezTo>
                          <a:pt x="31830" y="11897"/>
                          <a:pt x="32450" y="11321"/>
                          <a:pt x="33071" y="10789"/>
                        </a:cubicBezTo>
                        <a:cubicBezTo>
                          <a:pt x="34268" y="9813"/>
                          <a:pt x="35465" y="8971"/>
                          <a:pt x="36617" y="8173"/>
                        </a:cubicBezTo>
                        <a:cubicBezTo>
                          <a:pt x="38967" y="6622"/>
                          <a:pt x="41228" y="5380"/>
                          <a:pt x="43533" y="4361"/>
                        </a:cubicBezTo>
                        <a:cubicBezTo>
                          <a:pt x="48143" y="2366"/>
                          <a:pt x="52842" y="1213"/>
                          <a:pt x="57985" y="149"/>
                        </a:cubicBezTo>
                        <a:cubicBezTo>
                          <a:pt x="61531" y="-560"/>
                          <a:pt x="66142" y="1302"/>
                          <a:pt x="66629" y="4804"/>
                        </a:cubicBezTo>
                        <a:cubicBezTo>
                          <a:pt x="67339" y="9902"/>
                          <a:pt x="67117" y="15045"/>
                          <a:pt x="65388" y="20497"/>
                        </a:cubicBezTo>
                        <a:cubicBezTo>
                          <a:pt x="63659" y="26083"/>
                          <a:pt x="60201" y="31979"/>
                          <a:pt x="55281" y="3765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51" name="Forme libre : forme 20950">
                    <a:extLst>
                      <a:ext uri="{FF2B5EF4-FFF2-40B4-BE49-F238E27FC236}">
                        <a16:creationId xmlns:a16="http://schemas.microsoft.com/office/drawing/2014/main" id="{3E47F567-6340-43DA-B68E-4394B4653C28}"/>
                      </a:ext>
                    </a:extLst>
                  </p:cNvPr>
                  <p:cNvSpPr/>
                  <p:nvPr/>
                </p:nvSpPr>
                <p:spPr>
                  <a:xfrm>
                    <a:off x="5162123" y="1261703"/>
                    <a:ext cx="66807" cy="54547"/>
                  </a:xfrm>
                  <a:custGeom>
                    <a:avLst/>
                    <a:gdLst>
                      <a:gd name="connsiteX0" fmla="*/ 19462 w 66807"/>
                      <a:gd name="connsiteY0" fmla="*/ 40519 h 54547"/>
                      <a:gd name="connsiteX1" fmla="*/ 13389 w 66807"/>
                      <a:gd name="connsiteY1" fmla="*/ 31342 h 54547"/>
                      <a:gd name="connsiteX2" fmla="*/ 9310 w 66807"/>
                      <a:gd name="connsiteY2" fmla="*/ 18885 h 54547"/>
                      <a:gd name="connsiteX3" fmla="*/ 8513 w 66807"/>
                      <a:gd name="connsiteY3" fmla="*/ 16137 h 54547"/>
                      <a:gd name="connsiteX4" fmla="*/ 7936 w 66807"/>
                      <a:gd name="connsiteY4" fmla="*/ 13831 h 54547"/>
                      <a:gd name="connsiteX5" fmla="*/ 6917 w 66807"/>
                      <a:gd name="connsiteY5" fmla="*/ 9310 h 54547"/>
                      <a:gd name="connsiteX6" fmla="*/ 5675 w 66807"/>
                      <a:gd name="connsiteY6" fmla="*/ 443 h 54547"/>
                      <a:gd name="connsiteX7" fmla="*/ 3015 w 66807"/>
                      <a:gd name="connsiteY7" fmla="*/ 4034 h 54547"/>
                      <a:gd name="connsiteX8" fmla="*/ 1686 w 66807"/>
                      <a:gd name="connsiteY8" fmla="*/ 9265 h 54547"/>
                      <a:gd name="connsiteX9" fmla="*/ 311 w 66807"/>
                      <a:gd name="connsiteY9" fmla="*/ 16535 h 54547"/>
                      <a:gd name="connsiteX10" fmla="*/ 90 w 66807"/>
                      <a:gd name="connsiteY10" fmla="*/ 18397 h 54547"/>
                      <a:gd name="connsiteX11" fmla="*/ 90 w 66807"/>
                      <a:gd name="connsiteY11" fmla="*/ 20570 h 54547"/>
                      <a:gd name="connsiteX12" fmla="*/ 444 w 66807"/>
                      <a:gd name="connsiteY12" fmla="*/ 23584 h 54547"/>
                      <a:gd name="connsiteX13" fmla="*/ 1109 w 66807"/>
                      <a:gd name="connsiteY13" fmla="*/ 27485 h 54547"/>
                      <a:gd name="connsiteX14" fmla="*/ 3902 w 66807"/>
                      <a:gd name="connsiteY14" fmla="*/ 39277 h 54547"/>
                      <a:gd name="connsiteX15" fmla="*/ 9798 w 66807"/>
                      <a:gd name="connsiteY15" fmla="*/ 49119 h 54547"/>
                      <a:gd name="connsiteX16" fmla="*/ 15783 w 66807"/>
                      <a:gd name="connsiteY16" fmla="*/ 53064 h 54547"/>
                      <a:gd name="connsiteX17" fmla="*/ 34712 w 66807"/>
                      <a:gd name="connsiteY17" fmla="*/ 51380 h 54547"/>
                      <a:gd name="connsiteX18" fmla="*/ 52400 w 66807"/>
                      <a:gd name="connsiteY18" fmla="*/ 35864 h 54547"/>
                      <a:gd name="connsiteX19" fmla="*/ 55193 w 66807"/>
                      <a:gd name="connsiteY19" fmla="*/ 32849 h 54547"/>
                      <a:gd name="connsiteX20" fmla="*/ 63306 w 66807"/>
                      <a:gd name="connsiteY20" fmla="*/ 20658 h 54547"/>
                      <a:gd name="connsiteX21" fmla="*/ 66808 w 66807"/>
                      <a:gd name="connsiteY21" fmla="*/ 5054 h 54547"/>
                      <a:gd name="connsiteX22" fmla="*/ 66453 w 66807"/>
                      <a:gd name="connsiteY22" fmla="*/ 177 h 54547"/>
                      <a:gd name="connsiteX23" fmla="*/ 66409 w 66807"/>
                      <a:gd name="connsiteY23" fmla="*/ 0 h 54547"/>
                      <a:gd name="connsiteX24" fmla="*/ 46637 w 66807"/>
                      <a:gd name="connsiteY24" fmla="*/ 22831 h 54547"/>
                      <a:gd name="connsiteX25" fmla="*/ 40520 w 66807"/>
                      <a:gd name="connsiteY25" fmla="*/ 29081 h 54547"/>
                      <a:gd name="connsiteX26" fmla="*/ 33914 w 66807"/>
                      <a:gd name="connsiteY26" fmla="*/ 35332 h 54547"/>
                      <a:gd name="connsiteX27" fmla="*/ 27043 w 66807"/>
                      <a:gd name="connsiteY27" fmla="*/ 40120 h 54547"/>
                      <a:gd name="connsiteX28" fmla="*/ 23275 w 66807"/>
                      <a:gd name="connsiteY28" fmla="*/ 41494 h 54547"/>
                      <a:gd name="connsiteX29" fmla="*/ 19462 w 66807"/>
                      <a:gd name="connsiteY29" fmla="*/ 40519 h 54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6807" h="54547">
                        <a:moveTo>
                          <a:pt x="19462" y="40519"/>
                        </a:moveTo>
                        <a:cubicBezTo>
                          <a:pt x="16758" y="38258"/>
                          <a:pt x="15118" y="35155"/>
                          <a:pt x="13389" y="31342"/>
                        </a:cubicBezTo>
                        <a:cubicBezTo>
                          <a:pt x="11749" y="27485"/>
                          <a:pt x="10507" y="22831"/>
                          <a:pt x="9310" y="18885"/>
                        </a:cubicBezTo>
                        <a:lnTo>
                          <a:pt x="8513" y="16137"/>
                        </a:lnTo>
                        <a:lnTo>
                          <a:pt x="7936" y="13831"/>
                        </a:lnTo>
                        <a:cubicBezTo>
                          <a:pt x="7537" y="12324"/>
                          <a:pt x="7227" y="10817"/>
                          <a:pt x="6917" y="9310"/>
                        </a:cubicBezTo>
                        <a:cubicBezTo>
                          <a:pt x="6296" y="6295"/>
                          <a:pt x="5853" y="3369"/>
                          <a:pt x="5675" y="443"/>
                        </a:cubicBezTo>
                        <a:cubicBezTo>
                          <a:pt x="4390" y="1330"/>
                          <a:pt x="3414" y="2571"/>
                          <a:pt x="3015" y="4034"/>
                        </a:cubicBezTo>
                        <a:cubicBezTo>
                          <a:pt x="2528" y="5852"/>
                          <a:pt x="2084" y="7581"/>
                          <a:pt x="1686" y="9265"/>
                        </a:cubicBezTo>
                        <a:cubicBezTo>
                          <a:pt x="1109" y="11703"/>
                          <a:pt x="622" y="14097"/>
                          <a:pt x="311" y="16535"/>
                        </a:cubicBezTo>
                        <a:cubicBezTo>
                          <a:pt x="223" y="17156"/>
                          <a:pt x="178" y="17777"/>
                          <a:pt x="90" y="18397"/>
                        </a:cubicBezTo>
                        <a:cubicBezTo>
                          <a:pt x="45" y="19062"/>
                          <a:pt x="-88" y="19461"/>
                          <a:pt x="90" y="20570"/>
                        </a:cubicBezTo>
                        <a:cubicBezTo>
                          <a:pt x="223" y="21589"/>
                          <a:pt x="311" y="22609"/>
                          <a:pt x="444" y="23584"/>
                        </a:cubicBezTo>
                        <a:cubicBezTo>
                          <a:pt x="666" y="24914"/>
                          <a:pt x="888" y="26200"/>
                          <a:pt x="1109" y="27485"/>
                        </a:cubicBezTo>
                        <a:cubicBezTo>
                          <a:pt x="1819" y="31076"/>
                          <a:pt x="2572" y="35199"/>
                          <a:pt x="3902" y="39277"/>
                        </a:cubicBezTo>
                        <a:cubicBezTo>
                          <a:pt x="5276" y="43223"/>
                          <a:pt x="7316" y="46725"/>
                          <a:pt x="9798" y="49119"/>
                        </a:cubicBezTo>
                        <a:cubicBezTo>
                          <a:pt x="11350" y="50626"/>
                          <a:pt x="13123" y="51956"/>
                          <a:pt x="15783" y="53064"/>
                        </a:cubicBezTo>
                        <a:cubicBezTo>
                          <a:pt x="22078" y="55414"/>
                          <a:pt x="27930" y="55059"/>
                          <a:pt x="34712" y="51380"/>
                        </a:cubicBezTo>
                        <a:cubicBezTo>
                          <a:pt x="41450" y="47567"/>
                          <a:pt x="47790" y="40563"/>
                          <a:pt x="52400" y="35864"/>
                        </a:cubicBezTo>
                        <a:cubicBezTo>
                          <a:pt x="53553" y="34667"/>
                          <a:pt x="54971" y="33160"/>
                          <a:pt x="55193" y="32849"/>
                        </a:cubicBezTo>
                        <a:cubicBezTo>
                          <a:pt x="58606" y="28860"/>
                          <a:pt x="61532" y="24604"/>
                          <a:pt x="63306" y="20658"/>
                        </a:cubicBezTo>
                        <a:cubicBezTo>
                          <a:pt x="65832" y="15206"/>
                          <a:pt x="66763" y="10019"/>
                          <a:pt x="66808" y="5054"/>
                        </a:cubicBezTo>
                        <a:cubicBezTo>
                          <a:pt x="66763" y="3414"/>
                          <a:pt x="66675" y="1818"/>
                          <a:pt x="66453" y="177"/>
                        </a:cubicBezTo>
                        <a:lnTo>
                          <a:pt x="66409" y="0"/>
                        </a:lnTo>
                        <a:cubicBezTo>
                          <a:pt x="60424" y="7980"/>
                          <a:pt x="53641" y="15649"/>
                          <a:pt x="46637" y="22831"/>
                        </a:cubicBezTo>
                        <a:lnTo>
                          <a:pt x="40520" y="29081"/>
                        </a:lnTo>
                        <a:cubicBezTo>
                          <a:pt x="38392" y="31253"/>
                          <a:pt x="36175" y="33381"/>
                          <a:pt x="33914" y="35332"/>
                        </a:cubicBezTo>
                        <a:cubicBezTo>
                          <a:pt x="31653" y="37238"/>
                          <a:pt x="29392" y="38878"/>
                          <a:pt x="27043" y="40120"/>
                        </a:cubicBezTo>
                        <a:cubicBezTo>
                          <a:pt x="25846" y="40740"/>
                          <a:pt x="24649" y="41272"/>
                          <a:pt x="23275" y="41494"/>
                        </a:cubicBezTo>
                        <a:cubicBezTo>
                          <a:pt x="21989" y="41760"/>
                          <a:pt x="20482" y="41316"/>
                          <a:pt x="19462" y="4051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52" name="Forme libre : forme 20951">
                    <a:extLst>
                      <a:ext uri="{FF2B5EF4-FFF2-40B4-BE49-F238E27FC236}">
                        <a16:creationId xmlns:a16="http://schemas.microsoft.com/office/drawing/2014/main" id="{F6A2BC2F-8E12-4E8F-AEAE-776466E77506}"/>
                      </a:ext>
                    </a:extLst>
                  </p:cNvPr>
                  <p:cNvSpPr/>
                  <p:nvPr/>
                </p:nvSpPr>
                <p:spPr>
                  <a:xfrm>
                    <a:off x="5180498" y="1272753"/>
                    <a:ext cx="34760" cy="30902"/>
                  </a:xfrm>
                  <a:custGeom>
                    <a:avLst/>
                    <a:gdLst>
                      <a:gd name="connsiteX0" fmla="*/ 34025 w 34760"/>
                      <a:gd name="connsiteY0" fmla="*/ 431 h 30902"/>
                      <a:gd name="connsiteX1" fmla="*/ 30921 w 34760"/>
                      <a:gd name="connsiteY1" fmla="*/ 10716 h 30902"/>
                      <a:gd name="connsiteX2" fmla="*/ 28528 w 34760"/>
                      <a:gd name="connsiteY2" fmla="*/ 13997 h 30902"/>
                      <a:gd name="connsiteX3" fmla="*/ 25203 w 34760"/>
                      <a:gd name="connsiteY3" fmla="*/ 17898 h 30902"/>
                      <a:gd name="connsiteX4" fmla="*/ 19218 w 34760"/>
                      <a:gd name="connsiteY4" fmla="*/ 24015 h 30902"/>
                      <a:gd name="connsiteX5" fmla="*/ 13233 w 34760"/>
                      <a:gd name="connsiteY5" fmla="*/ 28448 h 30902"/>
                      <a:gd name="connsiteX6" fmla="*/ 5963 w 34760"/>
                      <a:gd name="connsiteY6" fmla="*/ 30887 h 30902"/>
                      <a:gd name="connsiteX7" fmla="*/ 2372 w 34760"/>
                      <a:gd name="connsiteY7" fmla="*/ 29867 h 30902"/>
                      <a:gd name="connsiteX8" fmla="*/ 466 w 34760"/>
                      <a:gd name="connsiteY8" fmla="*/ 26853 h 30902"/>
                      <a:gd name="connsiteX9" fmla="*/ 466 w 34760"/>
                      <a:gd name="connsiteY9" fmla="*/ 21311 h 30902"/>
                      <a:gd name="connsiteX10" fmla="*/ 3126 w 34760"/>
                      <a:gd name="connsiteY10" fmla="*/ 19449 h 30902"/>
                      <a:gd name="connsiteX11" fmla="*/ 5077 w 34760"/>
                      <a:gd name="connsiteY11" fmla="*/ 19760 h 30902"/>
                      <a:gd name="connsiteX12" fmla="*/ 7869 w 34760"/>
                      <a:gd name="connsiteY12" fmla="*/ 18740 h 30902"/>
                      <a:gd name="connsiteX13" fmla="*/ 15406 w 34760"/>
                      <a:gd name="connsiteY13" fmla="*/ 11736 h 30902"/>
                      <a:gd name="connsiteX14" fmla="*/ 18642 w 34760"/>
                      <a:gd name="connsiteY14" fmla="*/ 8854 h 30902"/>
                      <a:gd name="connsiteX15" fmla="*/ 20858 w 34760"/>
                      <a:gd name="connsiteY15" fmla="*/ 7037 h 30902"/>
                      <a:gd name="connsiteX16" fmla="*/ 23962 w 34760"/>
                      <a:gd name="connsiteY16" fmla="*/ 4510 h 30902"/>
                      <a:gd name="connsiteX17" fmla="*/ 34025 w 34760"/>
                      <a:gd name="connsiteY17" fmla="*/ 431 h 30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4760" h="30902">
                        <a:moveTo>
                          <a:pt x="34025" y="431"/>
                        </a:moveTo>
                        <a:cubicBezTo>
                          <a:pt x="35886" y="1894"/>
                          <a:pt x="33980" y="6239"/>
                          <a:pt x="30921" y="10716"/>
                        </a:cubicBezTo>
                        <a:cubicBezTo>
                          <a:pt x="30168" y="11824"/>
                          <a:pt x="29370" y="12933"/>
                          <a:pt x="28528" y="13997"/>
                        </a:cubicBezTo>
                        <a:cubicBezTo>
                          <a:pt x="27597" y="15194"/>
                          <a:pt x="26267" y="16656"/>
                          <a:pt x="25203" y="17898"/>
                        </a:cubicBezTo>
                        <a:cubicBezTo>
                          <a:pt x="22898" y="20469"/>
                          <a:pt x="20725" y="22685"/>
                          <a:pt x="19218" y="24015"/>
                        </a:cubicBezTo>
                        <a:cubicBezTo>
                          <a:pt x="17711" y="25390"/>
                          <a:pt x="15583" y="27119"/>
                          <a:pt x="13233" y="28448"/>
                        </a:cubicBezTo>
                        <a:cubicBezTo>
                          <a:pt x="10884" y="29734"/>
                          <a:pt x="8446" y="30754"/>
                          <a:pt x="5963" y="30887"/>
                        </a:cubicBezTo>
                        <a:cubicBezTo>
                          <a:pt x="4766" y="30975"/>
                          <a:pt x="3392" y="30709"/>
                          <a:pt x="2372" y="29867"/>
                        </a:cubicBezTo>
                        <a:cubicBezTo>
                          <a:pt x="1397" y="29025"/>
                          <a:pt x="821" y="27916"/>
                          <a:pt x="466" y="26853"/>
                        </a:cubicBezTo>
                        <a:cubicBezTo>
                          <a:pt x="-199" y="24725"/>
                          <a:pt x="-110" y="22685"/>
                          <a:pt x="466" y="21311"/>
                        </a:cubicBezTo>
                        <a:cubicBezTo>
                          <a:pt x="1087" y="19893"/>
                          <a:pt x="2106" y="19316"/>
                          <a:pt x="3126" y="19449"/>
                        </a:cubicBezTo>
                        <a:cubicBezTo>
                          <a:pt x="3658" y="19494"/>
                          <a:pt x="4234" y="19715"/>
                          <a:pt x="5077" y="19760"/>
                        </a:cubicBezTo>
                        <a:cubicBezTo>
                          <a:pt x="5919" y="19848"/>
                          <a:pt x="6983" y="19405"/>
                          <a:pt x="7869" y="18740"/>
                        </a:cubicBezTo>
                        <a:cubicBezTo>
                          <a:pt x="11327" y="16036"/>
                          <a:pt x="13854" y="13021"/>
                          <a:pt x="15406" y="11736"/>
                        </a:cubicBezTo>
                        <a:cubicBezTo>
                          <a:pt x="16159" y="11071"/>
                          <a:pt x="17312" y="10051"/>
                          <a:pt x="18642" y="8854"/>
                        </a:cubicBezTo>
                        <a:cubicBezTo>
                          <a:pt x="19351" y="8278"/>
                          <a:pt x="20105" y="7657"/>
                          <a:pt x="20858" y="7037"/>
                        </a:cubicBezTo>
                        <a:cubicBezTo>
                          <a:pt x="21834" y="6194"/>
                          <a:pt x="22942" y="5308"/>
                          <a:pt x="23962" y="4510"/>
                        </a:cubicBezTo>
                        <a:cubicBezTo>
                          <a:pt x="28173" y="1451"/>
                          <a:pt x="32163" y="-1032"/>
                          <a:pt x="34025" y="43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53" name="Forme libre : forme 20952">
                    <a:extLst>
                      <a:ext uri="{FF2B5EF4-FFF2-40B4-BE49-F238E27FC236}">
                        <a16:creationId xmlns:a16="http://schemas.microsoft.com/office/drawing/2014/main" id="{45491F23-BCF0-435D-B7E6-C6E3C2773679}"/>
                      </a:ext>
                    </a:extLst>
                  </p:cNvPr>
                  <p:cNvSpPr/>
                  <p:nvPr/>
                </p:nvSpPr>
                <p:spPr>
                  <a:xfrm>
                    <a:off x="5180615" y="1286794"/>
                    <a:ext cx="28100" cy="16806"/>
                  </a:xfrm>
                  <a:custGeom>
                    <a:avLst/>
                    <a:gdLst>
                      <a:gd name="connsiteX0" fmla="*/ 8329 w 28100"/>
                      <a:gd name="connsiteY0" fmla="*/ 4522 h 16806"/>
                      <a:gd name="connsiteX1" fmla="*/ 5979 w 28100"/>
                      <a:gd name="connsiteY1" fmla="*/ 6118 h 16806"/>
                      <a:gd name="connsiteX2" fmla="*/ 3408 w 28100"/>
                      <a:gd name="connsiteY2" fmla="*/ 5719 h 16806"/>
                      <a:gd name="connsiteX3" fmla="*/ 305 w 28100"/>
                      <a:gd name="connsiteY3" fmla="*/ 7093 h 16806"/>
                      <a:gd name="connsiteX4" fmla="*/ 571 w 28100"/>
                      <a:gd name="connsiteY4" fmla="*/ 13033 h 16806"/>
                      <a:gd name="connsiteX5" fmla="*/ 2477 w 28100"/>
                      <a:gd name="connsiteY5" fmla="*/ 15871 h 16806"/>
                      <a:gd name="connsiteX6" fmla="*/ 5846 w 28100"/>
                      <a:gd name="connsiteY6" fmla="*/ 16801 h 16806"/>
                      <a:gd name="connsiteX7" fmla="*/ 12806 w 28100"/>
                      <a:gd name="connsiteY7" fmla="*/ 14541 h 16806"/>
                      <a:gd name="connsiteX8" fmla="*/ 19323 w 28100"/>
                      <a:gd name="connsiteY8" fmla="*/ 9753 h 16806"/>
                      <a:gd name="connsiteX9" fmla="*/ 28101 w 28100"/>
                      <a:gd name="connsiteY9" fmla="*/ 0 h 16806"/>
                      <a:gd name="connsiteX10" fmla="*/ 23136 w 28100"/>
                      <a:gd name="connsiteY10" fmla="*/ 4566 h 16806"/>
                      <a:gd name="connsiteX11" fmla="*/ 12230 w 28100"/>
                      <a:gd name="connsiteY11" fmla="*/ 9930 h 16806"/>
                      <a:gd name="connsiteX12" fmla="*/ 8950 w 28100"/>
                      <a:gd name="connsiteY12" fmla="*/ 9177 h 16806"/>
                      <a:gd name="connsiteX13" fmla="*/ 8329 w 28100"/>
                      <a:gd name="connsiteY13" fmla="*/ 4522 h 16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8100" h="16806">
                        <a:moveTo>
                          <a:pt x="8329" y="4522"/>
                        </a:moveTo>
                        <a:cubicBezTo>
                          <a:pt x="7797" y="5142"/>
                          <a:pt x="6955" y="5807"/>
                          <a:pt x="5979" y="6118"/>
                        </a:cubicBezTo>
                        <a:cubicBezTo>
                          <a:pt x="4960" y="6428"/>
                          <a:pt x="4029" y="6029"/>
                          <a:pt x="3408" y="5719"/>
                        </a:cubicBezTo>
                        <a:cubicBezTo>
                          <a:pt x="2123" y="5054"/>
                          <a:pt x="970" y="4832"/>
                          <a:pt x="305" y="7093"/>
                        </a:cubicBezTo>
                        <a:cubicBezTo>
                          <a:pt x="-138" y="8822"/>
                          <a:pt x="-138" y="10950"/>
                          <a:pt x="571" y="13033"/>
                        </a:cubicBezTo>
                        <a:cubicBezTo>
                          <a:pt x="926" y="14097"/>
                          <a:pt x="1546" y="15117"/>
                          <a:pt x="2477" y="15871"/>
                        </a:cubicBezTo>
                        <a:cubicBezTo>
                          <a:pt x="3453" y="16624"/>
                          <a:pt x="4738" y="16846"/>
                          <a:pt x="5846" y="16801"/>
                        </a:cubicBezTo>
                        <a:cubicBezTo>
                          <a:pt x="8152" y="16668"/>
                          <a:pt x="10457" y="15782"/>
                          <a:pt x="12806" y="14541"/>
                        </a:cubicBezTo>
                        <a:cubicBezTo>
                          <a:pt x="15156" y="13211"/>
                          <a:pt x="17461" y="11482"/>
                          <a:pt x="19323" y="9753"/>
                        </a:cubicBezTo>
                        <a:cubicBezTo>
                          <a:pt x="21584" y="7847"/>
                          <a:pt x="26239" y="2527"/>
                          <a:pt x="28101" y="0"/>
                        </a:cubicBezTo>
                        <a:cubicBezTo>
                          <a:pt x="26815" y="1241"/>
                          <a:pt x="24554" y="3591"/>
                          <a:pt x="23136" y="4566"/>
                        </a:cubicBezTo>
                        <a:cubicBezTo>
                          <a:pt x="19190" y="7403"/>
                          <a:pt x="15067" y="9664"/>
                          <a:pt x="12230" y="9930"/>
                        </a:cubicBezTo>
                        <a:cubicBezTo>
                          <a:pt x="10812" y="10019"/>
                          <a:pt x="9659" y="10196"/>
                          <a:pt x="8950" y="9177"/>
                        </a:cubicBezTo>
                        <a:cubicBezTo>
                          <a:pt x="8373" y="8246"/>
                          <a:pt x="8107" y="6650"/>
                          <a:pt x="8329" y="4522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54" name="Forme libre : forme 20953">
                    <a:extLst>
                      <a:ext uri="{FF2B5EF4-FFF2-40B4-BE49-F238E27FC236}">
                        <a16:creationId xmlns:a16="http://schemas.microsoft.com/office/drawing/2014/main" id="{70EFF4A0-A8A6-4EC7-AE6E-870247880503}"/>
                      </a:ext>
                    </a:extLst>
                  </p:cNvPr>
                  <p:cNvSpPr/>
                  <p:nvPr/>
                </p:nvSpPr>
                <p:spPr>
                  <a:xfrm>
                    <a:off x="5181306" y="1271347"/>
                    <a:ext cx="36205" cy="33302"/>
                  </a:xfrm>
                  <a:custGeom>
                    <a:avLst/>
                    <a:gdLst>
                      <a:gd name="connsiteX0" fmla="*/ 35744 w 36205"/>
                      <a:gd name="connsiteY0" fmla="*/ 729 h 33302"/>
                      <a:gd name="connsiteX1" fmla="*/ 32375 w 36205"/>
                      <a:gd name="connsiteY1" fmla="*/ 11546 h 33302"/>
                      <a:gd name="connsiteX2" fmla="*/ 30070 w 36205"/>
                      <a:gd name="connsiteY2" fmla="*/ 14782 h 33302"/>
                      <a:gd name="connsiteX3" fmla="*/ 27321 w 36205"/>
                      <a:gd name="connsiteY3" fmla="*/ 18196 h 33302"/>
                      <a:gd name="connsiteX4" fmla="*/ 21115 w 36205"/>
                      <a:gd name="connsiteY4" fmla="*/ 24890 h 33302"/>
                      <a:gd name="connsiteX5" fmla="*/ 14687 w 36205"/>
                      <a:gd name="connsiteY5" fmla="*/ 30121 h 33302"/>
                      <a:gd name="connsiteX6" fmla="*/ 7328 w 36205"/>
                      <a:gd name="connsiteY6" fmla="*/ 33135 h 33302"/>
                      <a:gd name="connsiteX7" fmla="*/ 1166 w 36205"/>
                      <a:gd name="connsiteY7" fmla="*/ 31451 h 33302"/>
                      <a:gd name="connsiteX8" fmla="*/ 190 w 36205"/>
                      <a:gd name="connsiteY8" fmla="*/ 26264 h 33302"/>
                      <a:gd name="connsiteX9" fmla="*/ 1121 w 36205"/>
                      <a:gd name="connsiteY9" fmla="*/ 24978 h 33302"/>
                      <a:gd name="connsiteX10" fmla="*/ 2850 w 36205"/>
                      <a:gd name="connsiteY10" fmla="*/ 24446 h 33302"/>
                      <a:gd name="connsiteX11" fmla="*/ 8392 w 36205"/>
                      <a:gd name="connsiteY11" fmla="*/ 21343 h 33302"/>
                      <a:gd name="connsiteX12" fmla="*/ 16283 w 36205"/>
                      <a:gd name="connsiteY12" fmla="*/ 13364 h 33302"/>
                      <a:gd name="connsiteX13" fmla="*/ 19873 w 36205"/>
                      <a:gd name="connsiteY13" fmla="*/ 9994 h 33302"/>
                      <a:gd name="connsiteX14" fmla="*/ 22711 w 36205"/>
                      <a:gd name="connsiteY14" fmla="*/ 7468 h 33302"/>
                      <a:gd name="connsiteX15" fmla="*/ 25947 w 36205"/>
                      <a:gd name="connsiteY15" fmla="*/ 4763 h 33302"/>
                      <a:gd name="connsiteX16" fmla="*/ 35744 w 36205"/>
                      <a:gd name="connsiteY16" fmla="*/ 729 h 33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6205" h="33302">
                        <a:moveTo>
                          <a:pt x="35744" y="729"/>
                        </a:moveTo>
                        <a:cubicBezTo>
                          <a:pt x="37118" y="2768"/>
                          <a:pt x="35256" y="7157"/>
                          <a:pt x="32375" y="11546"/>
                        </a:cubicBezTo>
                        <a:cubicBezTo>
                          <a:pt x="31665" y="12654"/>
                          <a:pt x="30868" y="13763"/>
                          <a:pt x="30070" y="14782"/>
                        </a:cubicBezTo>
                        <a:cubicBezTo>
                          <a:pt x="29272" y="15846"/>
                          <a:pt x="28607" y="16688"/>
                          <a:pt x="27321" y="18196"/>
                        </a:cubicBezTo>
                        <a:cubicBezTo>
                          <a:pt x="25060" y="20855"/>
                          <a:pt x="22799" y="23205"/>
                          <a:pt x="21115" y="24890"/>
                        </a:cubicBezTo>
                        <a:cubicBezTo>
                          <a:pt x="19430" y="26530"/>
                          <a:pt x="17169" y="28525"/>
                          <a:pt x="14687" y="30121"/>
                        </a:cubicBezTo>
                        <a:cubicBezTo>
                          <a:pt x="12204" y="31672"/>
                          <a:pt x="9633" y="32736"/>
                          <a:pt x="7328" y="33135"/>
                        </a:cubicBezTo>
                        <a:cubicBezTo>
                          <a:pt x="5111" y="33534"/>
                          <a:pt x="2540" y="33312"/>
                          <a:pt x="1166" y="31451"/>
                        </a:cubicBezTo>
                        <a:cubicBezTo>
                          <a:pt x="-120" y="29722"/>
                          <a:pt x="-164" y="27682"/>
                          <a:pt x="190" y="26264"/>
                        </a:cubicBezTo>
                        <a:cubicBezTo>
                          <a:pt x="412" y="25555"/>
                          <a:pt x="722" y="25156"/>
                          <a:pt x="1121" y="24978"/>
                        </a:cubicBezTo>
                        <a:cubicBezTo>
                          <a:pt x="1565" y="24668"/>
                          <a:pt x="2141" y="24491"/>
                          <a:pt x="2850" y="24446"/>
                        </a:cubicBezTo>
                        <a:cubicBezTo>
                          <a:pt x="4313" y="24579"/>
                          <a:pt x="6751" y="23028"/>
                          <a:pt x="8392" y="21343"/>
                        </a:cubicBezTo>
                        <a:cubicBezTo>
                          <a:pt x="11451" y="18240"/>
                          <a:pt x="14731" y="14960"/>
                          <a:pt x="16283" y="13364"/>
                        </a:cubicBezTo>
                        <a:cubicBezTo>
                          <a:pt x="17036" y="12610"/>
                          <a:pt x="18322" y="11413"/>
                          <a:pt x="19873" y="9994"/>
                        </a:cubicBezTo>
                        <a:cubicBezTo>
                          <a:pt x="20760" y="9196"/>
                          <a:pt x="21735" y="8354"/>
                          <a:pt x="22711" y="7468"/>
                        </a:cubicBezTo>
                        <a:cubicBezTo>
                          <a:pt x="23775" y="6581"/>
                          <a:pt x="24883" y="5650"/>
                          <a:pt x="25947" y="4763"/>
                        </a:cubicBezTo>
                        <a:cubicBezTo>
                          <a:pt x="30336" y="1350"/>
                          <a:pt x="34370" y="-1354"/>
                          <a:pt x="35744" y="72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55" name="Forme libre : forme 20954">
                    <a:extLst>
                      <a:ext uri="{FF2B5EF4-FFF2-40B4-BE49-F238E27FC236}">
                        <a16:creationId xmlns:a16="http://schemas.microsoft.com/office/drawing/2014/main" id="{A4576DE3-0E4D-4627-B918-5051DA48DA6C}"/>
                      </a:ext>
                    </a:extLst>
                  </p:cNvPr>
                  <p:cNvSpPr/>
                  <p:nvPr/>
                </p:nvSpPr>
                <p:spPr>
                  <a:xfrm>
                    <a:off x="5170280" y="1272646"/>
                    <a:ext cx="42945" cy="40236"/>
                  </a:xfrm>
                  <a:custGeom>
                    <a:avLst/>
                    <a:gdLst>
                      <a:gd name="connsiteX0" fmla="*/ 2837 w 42945"/>
                      <a:gd name="connsiteY0" fmla="*/ 1381 h 40236"/>
                      <a:gd name="connsiteX1" fmla="*/ 0 w 42945"/>
                      <a:gd name="connsiteY1" fmla="*/ 9494 h 40236"/>
                      <a:gd name="connsiteX2" fmla="*/ 1241 w 42945"/>
                      <a:gd name="connsiteY2" fmla="*/ 26118 h 40236"/>
                      <a:gd name="connsiteX3" fmla="*/ 4211 w 42945"/>
                      <a:gd name="connsiteY3" fmla="*/ 33654 h 40236"/>
                      <a:gd name="connsiteX4" fmla="*/ 10019 w 42945"/>
                      <a:gd name="connsiteY4" fmla="*/ 39151 h 40236"/>
                      <a:gd name="connsiteX5" fmla="*/ 17732 w 42945"/>
                      <a:gd name="connsiteY5" fmla="*/ 40082 h 40236"/>
                      <a:gd name="connsiteX6" fmla="*/ 25269 w 42945"/>
                      <a:gd name="connsiteY6" fmla="*/ 37334 h 40236"/>
                      <a:gd name="connsiteX7" fmla="*/ 38391 w 42945"/>
                      <a:gd name="connsiteY7" fmla="*/ 24522 h 40236"/>
                      <a:gd name="connsiteX8" fmla="*/ 41627 w 42945"/>
                      <a:gd name="connsiteY8" fmla="*/ 19646 h 40236"/>
                      <a:gd name="connsiteX9" fmla="*/ 42868 w 42945"/>
                      <a:gd name="connsiteY9" fmla="*/ 16232 h 40236"/>
                      <a:gd name="connsiteX10" fmla="*/ 41316 w 42945"/>
                      <a:gd name="connsiteY10" fmla="*/ 12375 h 40236"/>
                      <a:gd name="connsiteX11" fmla="*/ 38169 w 42945"/>
                      <a:gd name="connsiteY11" fmla="*/ 13218 h 40236"/>
                      <a:gd name="connsiteX12" fmla="*/ 33913 w 42945"/>
                      <a:gd name="connsiteY12" fmla="*/ 16188 h 40236"/>
                      <a:gd name="connsiteX13" fmla="*/ 24914 w 42945"/>
                      <a:gd name="connsiteY13" fmla="*/ 21064 h 40236"/>
                      <a:gd name="connsiteX14" fmla="*/ 17732 w 42945"/>
                      <a:gd name="connsiteY14" fmla="*/ 21463 h 40236"/>
                      <a:gd name="connsiteX15" fmla="*/ 15472 w 42945"/>
                      <a:gd name="connsiteY15" fmla="*/ 17651 h 40236"/>
                      <a:gd name="connsiteX16" fmla="*/ 15161 w 42945"/>
                      <a:gd name="connsiteY16" fmla="*/ 12021 h 40236"/>
                      <a:gd name="connsiteX17" fmla="*/ 14363 w 42945"/>
                      <a:gd name="connsiteY17" fmla="*/ 4573 h 40236"/>
                      <a:gd name="connsiteX18" fmla="*/ 12368 w 42945"/>
                      <a:gd name="connsiteY18" fmla="*/ 2711 h 40236"/>
                      <a:gd name="connsiteX19" fmla="*/ 9132 w 42945"/>
                      <a:gd name="connsiteY19" fmla="*/ 761 h 40236"/>
                      <a:gd name="connsiteX20" fmla="*/ 2837 w 42945"/>
                      <a:gd name="connsiteY20" fmla="*/ 1381 h 40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2945" h="40236">
                        <a:moveTo>
                          <a:pt x="2837" y="1381"/>
                        </a:moveTo>
                        <a:cubicBezTo>
                          <a:pt x="665" y="3775"/>
                          <a:pt x="133" y="4662"/>
                          <a:pt x="0" y="9494"/>
                        </a:cubicBezTo>
                        <a:cubicBezTo>
                          <a:pt x="44" y="14459"/>
                          <a:pt x="-44" y="20444"/>
                          <a:pt x="1241" y="26118"/>
                        </a:cubicBezTo>
                        <a:cubicBezTo>
                          <a:pt x="1906" y="28778"/>
                          <a:pt x="2837" y="31526"/>
                          <a:pt x="4211" y="33654"/>
                        </a:cubicBezTo>
                        <a:cubicBezTo>
                          <a:pt x="5586" y="35871"/>
                          <a:pt x="7093" y="37733"/>
                          <a:pt x="10019" y="39151"/>
                        </a:cubicBezTo>
                        <a:cubicBezTo>
                          <a:pt x="12679" y="40304"/>
                          <a:pt x="15294" y="40393"/>
                          <a:pt x="17732" y="40082"/>
                        </a:cubicBezTo>
                        <a:cubicBezTo>
                          <a:pt x="20171" y="39728"/>
                          <a:pt x="22697" y="38930"/>
                          <a:pt x="25269" y="37334"/>
                        </a:cubicBezTo>
                        <a:cubicBezTo>
                          <a:pt x="30367" y="34275"/>
                          <a:pt x="35066" y="28955"/>
                          <a:pt x="38391" y="24522"/>
                        </a:cubicBezTo>
                        <a:cubicBezTo>
                          <a:pt x="39632" y="22838"/>
                          <a:pt x="40740" y="21153"/>
                          <a:pt x="41627" y="19646"/>
                        </a:cubicBezTo>
                        <a:cubicBezTo>
                          <a:pt x="42735" y="17917"/>
                          <a:pt x="42646" y="17252"/>
                          <a:pt x="42868" y="16232"/>
                        </a:cubicBezTo>
                        <a:cubicBezTo>
                          <a:pt x="43134" y="14370"/>
                          <a:pt x="42735" y="12907"/>
                          <a:pt x="41316" y="12375"/>
                        </a:cubicBezTo>
                        <a:cubicBezTo>
                          <a:pt x="40430" y="12021"/>
                          <a:pt x="39322" y="12464"/>
                          <a:pt x="38169" y="13218"/>
                        </a:cubicBezTo>
                        <a:cubicBezTo>
                          <a:pt x="36972" y="13927"/>
                          <a:pt x="35288" y="15346"/>
                          <a:pt x="33913" y="16188"/>
                        </a:cubicBezTo>
                        <a:cubicBezTo>
                          <a:pt x="30544" y="18272"/>
                          <a:pt x="27574" y="19956"/>
                          <a:pt x="24914" y="21064"/>
                        </a:cubicBezTo>
                        <a:cubicBezTo>
                          <a:pt x="22254" y="22217"/>
                          <a:pt x="19816" y="22838"/>
                          <a:pt x="17732" y="21463"/>
                        </a:cubicBezTo>
                        <a:cubicBezTo>
                          <a:pt x="16846" y="20931"/>
                          <a:pt x="15826" y="19601"/>
                          <a:pt x="15472" y="17651"/>
                        </a:cubicBezTo>
                        <a:cubicBezTo>
                          <a:pt x="15117" y="15745"/>
                          <a:pt x="15117" y="13705"/>
                          <a:pt x="15161" y="12021"/>
                        </a:cubicBezTo>
                        <a:cubicBezTo>
                          <a:pt x="15205" y="8519"/>
                          <a:pt x="15383" y="6214"/>
                          <a:pt x="14363" y="4573"/>
                        </a:cubicBezTo>
                        <a:cubicBezTo>
                          <a:pt x="13920" y="3820"/>
                          <a:pt x="13255" y="3243"/>
                          <a:pt x="12368" y="2711"/>
                        </a:cubicBezTo>
                        <a:cubicBezTo>
                          <a:pt x="11393" y="1913"/>
                          <a:pt x="10418" y="1470"/>
                          <a:pt x="9132" y="761"/>
                        </a:cubicBezTo>
                        <a:cubicBezTo>
                          <a:pt x="6650" y="-436"/>
                          <a:pt x="4344" y="-215"/>
                          <a:pt x="2837" y="138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56" name="Forme libre : forme 20955">
                    <a:extLst>
                      <a:ext uri="{FF2B5EF4-FFF2-40B4-BE49-F238E27FC236}">
                        <a16:creationId xmlns:a16="http://schemas.microsoft.com/office/drawing/2014/main" id="{CE2D77A5-F326-4745-AE7D-627AB789BA32}"/>
                      </a:ext>
                    </a:extLst>
                  </p:cNvPr>
                  <p:cNvSpPr/>
                  <p:nvPr/>
                </p:nvSpPr>
                <p:spPr>
                  <a:xfrm>
                    <a:off x="5180732" y="1280665"/>
                    <a:ext cx="8370" cy="10240"/>
                  </a:xfrm>
                  <a:custGeom>
                    <a:avLst/>
                    <a:gdLst>
                      <a:gd name="connsiteX0" fmla="*/ 1872 w 8370"/>
                      <a:gd name="connsiteY0" fmla="*/ 322 h 10240"/>
                      <a:gd name="connsiteX1" fmla="*/ 543 w 8370"/>
                      <a:gd name="connsiteY1" fmla="*/ 100 h 10240"/>
                      <a:gd name="connsiteX2" fmla="*/ 55 w 8370"/>
                      <a:gd name="connsiteY2" fmla="*/ 2051 h 10240"/>
                      <a:gd name="connsiteX3" fmla="*/ 897 w 8370"/>
                      <a:gd name="connsiteY3" fmla="*/ 4755 h 10240"/>
                      <a:gd name="connsiteX4" fmla="*/ 3956 w 8370"/>
                      <a:gd name="connsiteY4" fmla="*/ 9676 h 10240"/>
                      <a:gd name="connsiteX5" fmla="*/ 5862 w 8370"/>
                      <a:gd name="connsiteY5" fmla="*/ 10075 h 10240"/>
                      <a:gd name="connsiteX6" fmla="*/ 8345 w 8370"/>
                      <a:gd name="connsiteY6" fmla="*/ 5863 h 10240"/>
                      <a:gd name="connsiteX7" fmla="*/ 6749 w 8370"/>
                      <a:gd name="connsiteY7" fmla="*/ 3425 h 10240"/>
                      <a:gd name="connsiteX8" fmla="*/ 1872 w 8370"/>
                      <a:gd name="connsiteY8" fmla="*/ 322 h 10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70" h="10240">
                        <a:moveTo>
                          <a:pt x="1872" y="322"/>
                        </a:moveTo>
                        <a:cubicBezTo>
                          <a:pt x="1385" y="56"/>
                          <a:pt x="1075" y="-121"/>
                          <a:pt x="543" y="100"/>
                        </a:cubicBezTo>
                        <a:cubicBezTo>
                          <a:pt x="11" y="322"/>
                          <a:pt x="-78" y="1120"/>
                          <a:pt x="55" y="2051"/>
                        </a:cubicBezTo>
                        <a:cubicBezTo>
                          <a:pt x="188" y="2938"/>
                          <a:pt x="587" y="4002"/>
                          <a:pt x="897" y="4755"/>
                        </a:cubicBezTo>
                        <a:cubicBezTo>
                          <a:pt x="1784" y="6661"/>
                          <a:pt x="2671" y="8656"/>
                          <a:pt x="3956" y="9676"/>
                        </a:cubicBezTo>
                        <a:cubicBezTo>
                          <a:pt x="4488" y="10075"/>
                          <a:pt x="5109" y="10474"/>
                          <a:pt x="5862" y="10075"/>
                        </a:cubicBezTo>
                        <a:cubicBezTo>
                          <a:pt x="7503" y="9144"/>
                          <a:pt x="8256" y="6972"/>
                          <a:pt x="8345" y="5863"/>
                        </a:cubicBezTo>
                        <a:cubicBezTo>
                          <a:pt x="8522" y="4578"/>
                          <a:pt x="7769" y="4268"/>
                          <a:pt x="6749" y="3425"/>
                        </a:cubicBezTo>
                        <a:cubicBezTo>
                          <a:pt x="5419" y="2095"/>
                          <a:pt x="3867" y="1430"/>
                          <a:pt x="1872" y="32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57" name="Forme libre : forme 20956">
                    <a:extLst>
                      <a:ext uri="{FF2B5EF4-FFF2-40B4-BE49-F238E27FC236}">
                        <a16:creationId xmlns:a16="http://schemas.microsoft.com/office/drawing/2014/main" id="{533D26D7-67E7-4E60-99F3-1EA84FE46864}"/>
                      </a:ext>
                    </a:extLst>
                  </p:cNvPr>
                  <p:cNvSpPr/>
                  <p:nvPr/>
                </p:nvSpPr>
                <p:spPr>
                  <a:xfrm>
                    <a:off x="5217670" y="1262191"/>
                    <a:ext cx="9883" cy="31031"/>
                  </a:xfrm>
                  <a:custGeom>
                    <a:avLst/>
                    <a:gdLst>
                      <a:gd name="connsiteX0" fmla="*/ 9177 w 9883"/>
                      <a:gd name="connsiteY0" fmla="*/ 0 h 31031"/>
                      <a:gd name="connsiteX1" fmla="*/ 7758 w 9883"/>
                      <a:gd name="connsiteY1" fmla="*/ 14940 h 31031"/>
                      <a:gd name="connsiteX2" fmla="*/ 0 w 9883"/>
                      <a:gd name="connsiteY2" fmla="*/ 31032 h 31031"/>
                      <a:gd name="connsiteX3" fmla="*/ 9177 w 9883"/>
                      <a:gd name="connsiteY3" fmla="*/ 0 h 31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83" h="31031">
                        <a:moveTo>
                          <a:pt x="9177" y="0"/>
                        </a:moveTo>
                        <a:cubicBezTo>
                          <a:pt x="10595" y="3591"/>
                          <a:pt x="9753" y="9132"/>
                          <a:pt x="7758" y="14940"/>
                        </a:cubicBezTo>
                        <a:cubicBezTo>
                          <a:pt x="5807" y="20658"/>
                          <a:pt x="2438" y="26732"/>
                          <a:pt x="0" y="31032"/>
                        </a:cubicBezTo>
                        <a:cubicBezTo>
                          <a:pt x="5630" y="21456"/>
                          <a:pt x="8866" y="8866"/>
                          <a:pt x="917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58" name="Forme libre : forme 20957">
                    <a:extLst>
                      <a:ext uri="{FF2B5EF4-FFF2-40B4-BE49-F238E27FC236}">
                        <a16:creationId xmlns:a16="http://schemas.microsoft.com/office/drawing/2014/main" id="{0DA1B378-8CF8-47D7-A0A5-D821A8436AD8}"/>
                      </a:ext>
                    </a:extLst>
                  </p:cNvPr>
                  <p:cNvSpPr/>
                  <p:nvPr/>
                </p:nvSpPr>
                <p:spPr>
                  <a:xfrm>
                    <a:off x="5173650" y="1262324"/>
                    <a:ext cx="17377" cy="11253"/>
                  </a:xfrm>
                  <a:custGeom>
                    <a:avLst/>
                    <a:gdLst>
                      <a:gd name="connsiteX0" fmla="*/ 17378 w 17377"/>
                      <a:gd name="connsiteY0" fmla="*/ 10107 h 11253"/>
                      <a:gd name="connsiteX1" fmla="*/ 13122 w 17377"/>
                      <a:gd name="connsiteY1" fmla="*/ 10063 h 11253"/>
                      <a:gd name="connsiteX2" fmla="*/ 11881 w 17377"/>
                      <a:gd name="connsiteY2" fmla="*/ 9132 h 11253"/>
                      <a:gd name="connsiteX3" fmla="*/ 10240 w 17377"/>
                      <a:gd name="connsiteY3" fmla="*/ 7492 h 11253"/>
                      <a:gd name="connsiteX4" fmla="*/ 6871 w 17377"/>
                      <a:gd name="connsiteY4" fmla="*/ 4566 h 11253"/>
                      <a:gd name="connsiteX5" fmla="*/ 0 w 17377"/>
                      <a:gd name="connsiteY5" fmla="*/ 0 h 11253"/>
                      <a:gd name="connsiteX6" fmla="*/ 6650 w 17377"/>
                      <a:gd name="connsiteY6" fmla="*/ 4566 h 11253"/>
                      <a:gd name="connsiteX7" fmla="*/ 9930 w 17377"/>
                      <a:gd name="connsiteY7" fmla="*/ 7802 h 11253"/>
                      <a:gd name="connsiteX8" fmla="*/ 11526 w 17377"/>
                      <a:gd name="connsiteY8" fmla="*/ 9531 h 11253"/>
                      <a:gd name="connsiteX9" fmla="*/ 12723 w 17377"/>
                      <a:gd name="connsiteY9" fmla="*/ 10506 h 11253"/>
                      <a:gd name="connsiteX10" fmla="*/ 17378 w 17377"/>
                      <a:gd name="connsiteY10" fmla="*/ 10107 h 11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377" h="11253">
                        <a:moveTo>
                          <a:pt x="17378" y="10107"/>
                        </a:moveTo>
                        <a:cubicBezTo>
                          <a:pt x="16890" y="10107"/>
                          <a:pt x="15870" y="11393"/>
                          <a:pt x="13122" y="10063"/>
                        </a:cubicBezTo>
                        <a:cubicBezTo>
                          <a:pt x="12723" y="9753"/>
                          <a:pt x="12368" y="9576"/>
                          <a:pt x="11881" y="9132"/>
                        </a:cubicBezTo>
                        <a:lnTo>
                          <a:pt x="10240" y="7492"/>
                        </a:lnTo>
                        <a:cubicBezTo>
                          <a:pt x="9177" y="6428"/>
                          <a:pt x="7980" y="5453"/>
                          <a:pt x="6871" y="4566"/>
                        </a:cubicBezTo>
                        <a:cubicBezTo>
                          <a:pt x="4610" y="2748"/>
                          <a:pt x="2261" y="1241"/>
                          <a:pt x="0" y="0"/>
                        </a:cubicBezTo>
                        <a:cubicBezTo>
                          <a:pt x="2172" y="1064"/>
                          <a:pt x="4433" y="2616"/>
                          <a:pt x="6650" y="4566"/>
                        </a:cubicBezTo>
                        <a:cubicBezTo>
                          <a:pt x="7758" y="5541"/>
                          <a:pt x="8911" y="6605"/>
                          <a:pt x="9930" y="7802"/>
                        </a:cubicBezTo>
                        <a:lnTo>
                          <a:pt x="11526" y="9531"/>
                        </a:lnTo>
                        <a:lnTo>
                          <a:pt x="12723" y="10506"/>
                        </a:lnTo>
                        <a:cubicBezTo>
                          <a:pt x="15338" y="11881"/>
                          <a:pt x="16535" y="11127"/>
                          <a:pt x="17378" y="1010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59" name="Forme libre : forme 20958">
                    <a:extLst>
                      <a:ext uri="{FF2B5EF4-FFF2-40B4-BE49-F238E27FC236}">
                        <a16:creationId xmlns:a16="http://schemas.microsoft.com/office/drawing/2014/main" id="{F99F5A01-364E-409E-A399-26A7A7FF2996}"/>
                      </a:ext>
                    </a:extLst>
                  </p:cNvPr>
                  <p:cNvSpPr/>
                  <p:nvPr/>
                </p:nvSpPr>
                <p:spPr>
                  <a:xfrm>
                    <a:off x="5194565" y="1279406"/>
                    <a:ext cx="11827" cy="10737"/>
                  </a:xfrm>
                  <a:custGeom>
                    <a:avLst/>
                    <a:gdLst>
                      <a:gd name="connsiteX0" fmla="*/ 11801 w 11827"/>
                      <a:gd name="connsiteY0" fmla="*/ 517 h 10737"/>
                      <a:gd name="connsiteX1" fmla="*/ 5373 w 11827"/>
                      <a:gd name="connsiteY1" fmla="*/ 8142 h 10737"/>
                      <a:gd name="connsiteX2" fmla="*/ 53 w 11827"/>
                      <a:gd name="connsiteY2" fmla="*/ 9472 h 10737"/>
                      <a:gd name="connsiteX3" fmla="*/ 5329 w 11827"/>
                      <a:gd name="connsiteY3" fmla="*/ 3355 h 10737"/>
                      <a:gd name="connsiteX4" fmla="*/ 8698 w 11827"/>
                      <a:gd name="connsiteY4" fmla="*/ 1049 h 10737"/>
                      <a:gd name="connsiteX5" fmla="*/ 11801 w 11827"/>
                      <a:gd name="connsiteY5" fmla="*/ 517 h 10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827" h="10737">
                        <a:moveTo>
                          <a:pt x="11801" y="517"/>
                        </a:moveTo>
                        <a:cubicBezTo>
                          <a:pt x="12244" y="2424"/>
                          <a:pt x="6924" y="6901"/>
                          <a:pt x="5373" y="8142"/>
                        </a:cubicBezTo>
                        <a:cubicBezTo>
                          <a:pt x="3733" y="9517"/>
                          <a:pt x="-523" y="12398"/>
                          <a:pt x="53" y="9472"/>
                        </a:cubicBezTo>
                        <a:cubicBezTo>
                          <a:pt x="496" y="6724"/>
                          <a:pt x="4043" y="4374"/>
                          <a:pt x="5329" y="3355"/>
                        </a:cubicBezTo>
                        <a:cubicBezTo>
                          <a:pt x="5994" y="2867"/>
                          <a:pt x="7190" y="1980"/>
                          <a:pt x="8698" y="1049"/>
                        </a:cubicBezTo>
                        <a:cubicBezTo>
                          <a:pt x="10205" y="74"/>
                          <a:pt x="11579" y="-458"/>
                          <a:pt x="11801" y="51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60" name="Forme libre : forme 20959">
                    <a:extLst>
                      <a:ext uri="{FF2B5EF4-FFF2-40B4-BE49-F238E27FC236}">
                        <a16:creationId xmlns:a16="http://schemas.microsoft.com/office/drawing/2014/main" id="{EC28A276-EEB8-4601-AB1E-BA98FDC11E51}"/>
                      </a:ext>
                    </a:extLst>
                  </p:cNvPr>
                  <p:cNvSpPr/>
                  <p:nvPr/>
                </p:nvSpPr>
                <p:spPr>
                  <a:xfrm>
                    <a:off x="5204367" y="1277653"/>
                    <a:ext cx="3638" cy="3580"/>
                  </a:xfrm>
                  <a:custGeom>
                    <a:avLst/>
                    <a:gdLst>
                      <a:gd name="connsiteX0" fmla="*/ 3462 w 3638"/>
                      <a:gd name="connsiteY0" fmla="*/ 54 h 3580"/>
                      <a:gd name="connsiteX1" fmla="*/ 2531 w 3638"/>
                      <a:gd name="connsiteY1" fmla="*/ 2182 h 3580"/>
                      <a:gd name="connsiteX2" fmla="*/ 181 w 3638"/>
                      <a:gd name="connsiteY2" fmla="*/ 3512 h 3580"/>
                      <a:gd name="connsiteX3" fmla="*/ 1112 w 3638"/>
                      <a:gd name="connsiteY3" fmla="*/ 1428 h 3580"/>
                      <a:gd name="connsiteX4" fmla="*/ 3462 w 3638"/>
                      <a:gd name="connsiteY4" fmla="*/ 54 h 3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38" h="3580">
                        <a:moveTo>
                          <a:pt x="3462" y="54"/>
                        </a:moveTo>
                        <a:cubicBezTo>
                          <a:pt x="4038" y="364"/>
                          <a:pt x="3063" y="1605"/>
                          <a:pt x="2531" y="2182"/>
                        </a:cubicBezTo>
                        <a:cubicBezTo>
                          <a:pt x="1955" y="2758"/>
                          <a:pt x="758" y="3866"/>
                          <a:pt x="181" y="3512"/>
                        </a:cubicBezTo>
                        <a:cubicBezTo>
                          <a:pt x="-395" y="3157"/>
                          <a:pt x="536" y="2004"/>
                          <a:pt x="1112" y="1428"/>
                        </a:cubicBezTo>
                        <a:cubicBezTo>
                          <a:pt x="1689" y="852"/>
                          <a:pt x="2885" y="-257"/>
                          <a:pt x="3462" y="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61" name="Forme libre : forme 20960">
                    <a:extLst>
                      <a:ext uri="{FF2B5EF4-FFF2-40B4-BE49-F238E27FC236}">
                        <a16:creationId xmlns:a16="http://schemas.microsoft.com/office/drawing/2014/main" id="{F01713B8-4B6F-4ADF-8E04-48F2EEDD9EA6}"/>
                      </a:ext>
                    </a:extLst>
                  </p:cNvPr>
                  <p:cNvSpPr/>
                  <p:nvPr/>
                </p:nvSpPr>
                <p:spPr>
                  <a:xfrm>
                    <a:off x="5192813" y="1261392"/>
                    <a:ext cx="30648" cy="18210"/>
                  </a:xfrm>
                  <a:custGeom>
                    <a:avLst/>
                    <a:gdLst>
                      <a:gd name="connsiteX0" fmla="*/ 17764 w 30648"/>
                      <a:gd name="connsiteY0" fmla="*/ 3370 h 18210"/>
                      <a:gd name="connsiteX1" fmla="*/ 29423 w 30648"/>
                      <a:gd name="connsiteY1" fmla="*/ 1 h 18210"/>
                      <a:gd name="connsiteX2" fmla="*/ 29734 w 30648"/>
                      <a:gd name="connsiteY2" fmla="*/ 3946 h 18210"/>
                      <a:gd name="connsiteX3" fmla="*/ 25300 w 30648"/>
                      <a:gd name="connsiteY3" fmla="*/ 6828 h 18210"/>
                      <a:gd name="connsiteX4" fmla="*/ 11026 w 30648"/>
                      <a:gd name="connsiteY4" fmla="*/ 13655 h 18210"/>
                      <a:gd name="connsiteX5" fmla="*/ 32 w 30648"/>
                      <a:gd name="connsiteY5" fmla="*/ 15251 h 18210"/>
                      <a:gd name="connsiteX6" fmla="*/ 874 w 30648"/>
                      <a:gd name="connsiteY6" fmla="*/ 11527 h 18210"/>
                      <a:gd name="connsiteX7" fmla="*/ 1495 w 30648"/>
                      <a:gd name="connsiteY7" fmla="*/ 11216 h 18210"/>
                      <a:gd name="connsiteX8" fmla="*/ 3933 w 30648"/>
                      <a:gd name="connsiteY8" fmla="*/ 9310 h 18210"/>
                      <a:gd name="connsiteX9" fmla="*/ 7834 w 30648"/>
                      <a:gd name="connsiteY9" fmla="*/ 6739 h 18210"/>
                      <a:gd name="connsiteX10" fmla="*/ 17764 w 30648"/>
                      <a:gd name="connsiteY10" fmla="*/ 3370 h 18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0648" h="18210">
                        <a:moveTo>
                          <a:pt x="17764" y="3370"/>
                        </a:moveTo>
                        <a:cubicBezTo>
                          <a:pt x="22197" y="1552"/>
                          <a:pt x="25345" y="89"/>
                          <a:pt x="29423" y="1"/>
                        </a:cubicBezTo>
                        <a:cubicBezTo>
                          <a:pt x="30930" y="-44"/>
                          <a:pt x="31063" y="2173"/>
                          <a:pt x="29734" y="3946"/>
                        </a:cubicBezTo>
                        <a:cubicBezTo>
                          <a:pt x="28404" y="5675"/>
                          <a:pt x="26896" y="6251"/>
                          <a:pt x="25300" y="6828"/>
                        </a:cubicBezTo>
                        <a:cubicBezTo>
                          <a:pt x="20468" y="8689"/>
                          <a:pt x="15947" y="11039"/>
                          <a:pt x="11026" y="13655"/>
                        </a:cubicBezTo>
                        <a:cubicBezTo>
                          <a:pt x="5751" y="17556"/>
                          <a:pt x="-500" y="20792"/>
                          <a:pt x="32" y="15251"/>
                        </a:cubicBezTo>
                        <a:cubicBezTo>
                          <a:pt x="76" y="12724"/>
                          <a:pt x="254" y="11881"/>
                          <a:pt x="874" y="11527"/>
                        </a:cubicBezTo>
                        <a:cubicBezTo>
                          <a:pt x="1051" y="11394"/>
                          <a:pt x="1140" y="11438"/>
                          <a:pt x="1495" y="11216"/>
                        </a:cubicBezTo>
                        <a:cubicBezTo>
                          <a:pt x="2337" y="10551"/>
                          <a:pt x="3135" y="9886"/>
                          <a:pt x="3933" y="9310"/>
                        </a:cubicBezTo>
                        <a:cubicBezTo>
                          <a:pt x="5529" y="8158"/>
                          <a:pt x="6859" y="7315"/>
                          <a:pt x="7834" y="6739"/>
                        </a:cubicBezTo>
                        <a:cubicBezTo>
                          <a:pt x="11824" y="4611"/>
                          <a:pt x="14439" y="4744"/>
                          <a:pt x="17764" y="337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11" name="Graphique 2">
                  <a:extLst>
                    <a:ext uri="{FF2B5EF4-FFF2-40B4-BE49-F238E27FC236}">
                      <a16:creationId xmlns:a16="http://schemas.microsoft.com/office/drawing/2014/main" id="{AA81F907-A27A-45D1-9479-5E1B4F004CEA}"/>
                    </a:ext>
                  </a:extLst>
                </p:cNvPr>
                <p:cNvGrpSpPr/>
                <p:nvPr/>
              </p:nvGrpSpPr>
              <p:grpSpPr>
                <a:xfrm>
                  <a:off x="5223128" y="1183144"/>
                  <a:ext cx="71072" cy="76381"/>
                  <a:chOff x="5223128" y="1183144"/>
                  <a:chExt cx="71072" cy="76381"/>
                </a:xfrm>
                <a:solidFill>
                  <a:schemeClr val="accent1"/>
                </a:solidFill>
              </p:grpSpPr>
              <p:sp>
                <p:nvSpPr>
                  <p:cNvPr id="20938" name="Forme libre : forme 20937">
                    <a:extLst>
                      <a:ext uri="{FF2B5EF4-FFF2-40B4-BE49-F238E27FC236}">
                        <a16:creationId xmlns:a16="http://schemas.microsoft.com/office/drawing/2014/main" id="{005D5554-F9D8-4E7A-A34D-35DA8E3ABD6C}"/>
                      </a:ext>
                    </a:extLst>
                  </p:cNvPr>
                  <p:cNvSpPr/>
                  <p:nvPr/>
                </p:nvSpPr>
                <p:spPr>
                  <a:xfrm>
                    <a:off x="5223128" y="1183144"/>
                    <a:ext cx="71072" cy="76381"/>
                  </a:xfrm>
                  <a:custGeom>
                    <a:avLst/>
                    <a:gdLst>
                      <a:gd name="connsiteX0" fmla="*/ 56295 w 71072"/>
                      <a:gd name="connsiteY0" fmla="*/ 35691 h 76381"/>
                      <a:gd name="connsiteX1" fmla="*/ 46143 w 71072"/>
                      <a:gd name="connsiteY1" fmla="*/ 46730 h 76381"/>
                      <a:gd name="connsiteX2" fmla="*/ 40823 w 71072"/>
                      <a:gd name="connsiteY2" fmla="*/ 52980 h 76381"/>
                      <a:gd name="connsiteX3" fmla="*/ 38474 w 71072"/>
                      <a:gd name="connsiteY3" fmla="*/ 55729 h 76381"/>
                      <a:gd name="connsiteX4" fmla="*/ 36656 w 71072"/>
                      <a:gd name="connsiteY4" fmla="*/ 58123 h 76381"/>
                      <a:gd name="connsiteX5" fmla="*/ 33509 w 71072"/>
                      <a:gd name="connsiteY5" fmla="*/ 61713 h 76381"/>
                      <a:gd name="connsiteX6" fmla="*/ 30095 w 71072"/>
                      <a:gd name="connsiteY6" fmla="*/ 65260 h 76381"/>
                      <a:gd name="connsiteX7" fmla="*/ 23047 w 71072"/>
                      <a:gd name="connsiteY7" fmla="*/ 70801 h 76381"/>
                      <a:gd name="connsiteX8" fmla="*/ 7797 w 71072"/>
                      <a:gd name="connsiteY8" fmla="*/ 76298 h 76381"/>
                      <a:gd name="connsiteX9" fmla="*/ 83 w 71072"/>
                      <a:gd name="connsiteY9" fmla="*/ 69870 h 76381"/>
                      <a:gd name="connsiteX10" fmla="*/ 1147 w 71072"/>
                      <a:gd name="connsiteY10" fmla="*/ 54399 h 76381"/>
                      <a:gd name="connsiteX11" fmla="*/ 8595 w 71072"/>
                      <a:gd name="connsiteY11" fmla="*/ 36932 h 76381"/>
                      <a:gd name="connsiteX12" fmla="*/ 13161 w 71072"/>
                      <a:gd name="connsiteY12" fmla="*/ 30593 h 76381"/>
                      <a:gd name="connsiteX13" fmla="*/ 19146 w 71072"/>
                      <a:gd name="connsiteY13" fmla="*/ 23323 h 76381"/>
                      <a:gd name="connsiteX14" fmla="*/ 25529 w 71072"/>
                      <a:gd name="connsiteY14" fmla="*/ 16496 h 76381"/>
                      <a:gd name="connsiteX15" fmla="*/ 31204 w 71072"/>
                      <a:gd name="connsiteY15" fmla="*/ 11221 h 76381"/>
                      <a:gd name="connsiteX16" fmla="*/ 64142 w 71072"/>
                      <a:gd name="connsiteY16" fmla="*/ 138 h 76381"/>
                      <a:gd name="connsiteX17" fmla="*/ 71013 w 71072"/>
                      <a:gd name="connsiteY17" fmla="*/ 7186 h 76381"/>
                      <a:gd name="connsiteX18" fmla="*/ 56295 w 71072"/>
                      <a:gd name="connsiteY18" fmla="*/ 35691 h 76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71072" h="76381">
                        <a:moveTo>
                          <a:pt x="56295" y="35691"/>
                        </a:moveTo>
                        <a:cubicBezTo>
                          <a:pt x="53901" y="38395"/>
                          <a:pt x="49823" y="42429"/>
                          <a:pt x="46143" y="46730"/>
                        </a:cubicBezTo>
                        <a:cubicBezTo>
                          <a:pt x="44148" y="48769"/>
                          <a:pt x="42508" y="51030"/>
                          <a:pt x="40823" y="52980"/>
                        </a:cubicBezTo>
                        <a:cubicBezTo>
                          <a:pt x="39981" y="53956"/>
                          <a:pt x="39183" y="54886"/>
                          <a:pt x="38474" y="55729"/>
                        </a:cubicBezTo>
                        <a:cubicBezTo>
                          <a:pt x="37809" y="56615"/>
                          <a:pt x="37188" y="57413"/>
                          <a:pt x="36656" y="58123"/>
                        </a:cubicBezTo>
                        <a:cubicBezTo>
                          <a:pt x="35592" y="59453"/>
                          <a:pt x="34573" y="60650"/>
                          <a:pt x="33509" y="61713"/>
                        </a:cubicBezTo>
                        <a:cubicBezTo>
                          <a:pt x="32489" y="62733"/>
                          <a:pt x="31248" y="64240"/>
                          <a:pt x="30095" y="65260"/>
                        </a:cubicBezTo>
                        <a:cubicBezTo>
                          <a:pt x="27790" y="67521"/>
                          <a:pt x="25441" y="69338"/>
                          <a:pt x="23047" y="70801"/>
                        </a:cubicBezTo>
                        <a:cubicBezTo>
                          <a:pt x="18259" y="73727"/>
                          <a:pt x="13250" y="75279"/>
                          <a:pt x="7797" y="76298"/>
                        </a:cubicBezTo>
                        <a:cubicBezTo>
                          <a:pt x="4029" y="76963"/>
                          <a:pt x="216" y="73550"/>
                          <a:pt x="83" y="69870"/>
                        </a:cubicBezTo>
                        <a:cubicBezTo>
                          <a:pt x="-138" y="64551"/>
                          <a:pt x="39" y="59541"/>
                          <a:pt x="1147" y="54399"/>
                        </a:cubicBezTo>
                        <a:cubicBezTo>
                          <a:pt x="2300" y="49212"/>
                          <a:pt x="3940" y="44114"/>
                          <a:pt x="8595" y="36932"/>
                        </a:cubicBezTo>
                        <a:cubicBezTo>
                          <a:pt x="9703" y="35070"/>
                          <a:pt x="11299" y="32898"/>
                          <a:pt x="13161" y="30593"/>
                        </a:cubicBezTo>
                        <a:cubicBezTo>
                          <a:pt x="15023" y="28288"/>
                          <a:pt x="16929" y="25628"/>
                          <a:pt x="19146" y="23323"/>
                        </a:cubicBezTo>
                        <a:cubicBezTo>
                          <a:pt x="21318" y="20973"/>
                          <a:pt x="23446" y="18579"/>
                          <a:pt x="25529" y="16496"/>
                        </a:cubicBezTo>
                        <a:cubicBezTo>
                          <a:pt x="27657" y="14501"/>
                          <a:pt x="29608" y="12683"/>
                          <a:pt x="31204" y="11221"/>
                        </a:cubicBezTo>
                        <a:cubicBezTo>
                          <a:pt x="43350" y="625"/>
                          <a:pt x="53458" y="-483"/>
                          <a:pt x="64142" y="138"/>
                        </a:cubicBezTo>
                        <a:cubicBezTo>
                          <a:pt x="67910" y="404"/>
                          <a:pt x="71589" y="3729"/>
                          <a:pt x="71013" y="7186"/>
                        </a:cubicBezTo>
                        <a:cubicBezTo>
                          <a:pt x="69550" y="17338"/>
                          <a:pt x="65560" y="25805"/>
                          <a:pt x="56295" y="3569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39" name="Forme libre : forme 20938">
                    <a:extLst>
                      <a:ext uri="{FF2B5EF4-FFF2-40B4-BE49-F238E27FC236}">
                        <a16:creationId xmlns:a16="http://schemas.microsoft.com/office/drawing/2014/main" id="{28F31D28-F1F6-4068-AF38-FD68D3A6F691}"/>
                      </a:ext>
                    </a:extLst>
                  </p:cNvPr>
                  <p:cNvSpPr/>
                  <p:nvPr/>
                </p:nvSpPr>
                <p:spPr>
                  <a:xfrm>
                    <a:off x="5226448" y="1190020"/>
                    <a:ext cx="67604" cy="69477"/>
                  </a:xfrm>
                  <a:custGeom>
                    <a:avLst/>
                    <a:gdLst>
                      <a:gd name="connsiteX0" fmla="*/ 25978 w 67604"/>
                      <a:gd name="connsiteY0" fmla="*/ 39942 h 69477"/>
                      <a:gd name="connsiteX1" fmla="*/ 20481 w 67604"/>
                      <a:gd name="connsiteY1" fmla="*/ 48099 h 69477"/>
                      <a:gd name="connsiteX2" fmla="*/ 14452 w 67604"/>
                      <a:gd name="connsiteY2" fmla="*/ 56300 h 69477"/>
                      <a:gd name="connsiteX3" fmla="*/ 0 w 67604"/>
                      <a:gd name="connsiteY3" fmla="*/ 68403 h 69477"/>
                      <a:gd name="connsiteX4" fmla="*/ 4389 w 67604"/>
                      <a:gd name="connsiteY4" fmla="*/ 69378 h 69477"/>
                      <a:gd name="connsiteX5" fmla="*/ 9886 w 67604"/>
                      <a:gd name="connsiteY5" fmla="*/ 68092 h 69477"/>
                      <a:gd name="connsiteX6" fmla="*/ 24559 w 67604"/>
                      <a:gd name="connsiteY6" fmla="*/ 60246 h 69477"/>
                      <a:gd name="connsiteX7" fmla="*/ 29081 w 67604"/>
                      <a:gd name="connsiteY7" fmla="*/ 55768 h 69477"/>
                      <a:gd name="connsiteX8" fmla="*/ 33204 w 67604"/>
                      <a:gd name="connsiteY8" fmla="*/ 51114 h 69477"/>
                      <a:gd name="connsiteX9" fmla="*/ 36130 w 67604"/>
                      <a:gd name="connsiteY9" fmla="*/ 47434 h 69477"/>
                      <a:gd name="connsiteX10" fmla="*/ 51335 w 67604"/>
                      <a:gd name="connsiteY10" fmla="*/ 30322 h 69477"/>
                      <a:gd name="connsiteX11" fmla="*/ 52842 w 67604"/>
                      <a:gd name="connsiteY11" fmla="*/ 28638 h 69477"/>
                      <a:gd name="connsiteX12" fmla="*/ 60866 w 67604"/>
                      <a:gd name="connsiteY12" fmla="*/ 18530 h 69477"/>
                      <a:gd name="connsiteX13" fmla="*/ 66674 w 67604"/>
                      <a:gd name="connsiteY13" fmla="*/ 4832 h 69477"/>
                      <a:gd name="connsiteX14" fmla="*/ 67605 w 67604"/>
                      <a:gd name="connsiteY14" fmla="*/ 177 h 69477"/>
                      <a:gd name="connsiteX15" fmla="*/ 67605 w 67604"/>
                      <a:gd name="connsiteY15" fmla="*/ 0 h 69477"/>
                      <a:gd name="connsiteX16" fmla="*/ 44819 w 67604"/>
                      <a:gd name="connsiteY16" fmla="*/ 18264 h 69477"/>
                      <a:gd name="connsiteX17" fmla="*/ 25978 w 67604"/>
                      <a:gd name="connsiteY17" fmla="*/ 39942 h 69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7604" h="69477">
                        <a:moveTo>
                          <a:pt x="25978" y="39942"/>
                        </a:moveTo>
                        <a:cubicBezTo>
                          <a:pt x="24116" y="42602"/>
                          <a:pt x="22431" y="45439"/>
                          <a:pt x="20481" y="48099"/>
                        </a:cubicBezTo>
                        <a:cubicBezTo>
                          <a:pt x="18575" y="50803"/>
                          <a:pt x="16580" y="53773"/>
                          <a:pt x="14452" y="56300"/>
                        </a:cubicBezTo>
                        <a:cubicBezTo>
                          <a:pt x="10152" y="61487"/>
                          <a:pt x="5275" y="65876"/>
                          <a:pt x="0" y="68403"/>
                        </a:cubicBezTo>
                        <a:cubicBezTo>
                          <a:pt x="1286" y="69245"/>
                          <a:pt x="2837" y="69688"/>
                          <a:pt x="4389" y="69378"/>
                        </a:cubicBezTo>
                        <a:cubicBezTo>
                          <a:pt x="6251" y="69023"/>
                          <a:pt x="8113" y="68624"/>
                          <a:pt x="9886" y="68092"/>
                        </a:cubicBezTo>
                        <a:cubicBezTo>
                          <a:pt x="15028" y="66585"/>
                          <a:pt x="19860" y="64280"/>
                          <a:pt x="24559" y="60246"/>
                        </a:cubicBezTo>
                        <a:cubicBezTo>
                          <a:pt x="26067" y="58960"/>
                          <a:pt x="27574" y="57453"/>
                          <a:pt x="29081" y="55768"/>
                        </a:cubicBezTo>
                        <a:cubicBezTo>
                          <a:pt x="30500" y="54305"/>
                          <a:pt x="31830" y="52887"/>
                          <a:pt x="33204" y="51114"/>
                        </a:cubicBezTo>
                        <a:cubicBezTo>
                          <a:pt x="34046" y="50094"/>
                          <a:pt x="34933" y="48764"/>
                          <a:pt x="36130" y="47434"/>
                        </a:cubicBezTo>
                        <a:cubicBezTo>
                          <a:pt x="40474" y="42026"/>
                          <a:pt x="46946" y="34800"/>
                          <a:pt x="51335" y="30322"/>
                        </a:cubicBezTo>
                        <a:cubicBezTo>
                          <a:pt x="51867" y="29746"/>
                          <a:pt x="52399" y="29170"/>
                          <a:pt x="52842" y="28638"/>
                        </a:cubicBezTo>
                        <a:cubicBezTo>
                          <a:pt x="56212" y="25224"/>
                          <a:pt x="58694" y="21767"/>
                          <a:pt x="60866" y="18530"/>
                        </a:cubicBezTo>
                        <a:cubicBezTo>
                          <a:pt x="63615" y="13964"/>
                          <a:pt x="65432" y="9531"/>
                          <a:pt x="66674" y="4832"/>
                        </a:cubicBezTo>
                        <a:cubicBezTo>
                          <a:pt x="67028" y="3280"/>
                          <a:pt x="67383" y="1773"/>
                          <a:pt x="67605" y="177"/>
                        </a:cubicBezTo>
                        <a:lnTo>
                          <a:pt x="67605" y="0"/>
                        </a:lnTo>
                        <a:cubicBezTo>
                          <a:pt x="59714" y="5586"/>
                          <a:pt x="51956" y="11615"/>
                          <a:pt x="44819" y="18264"/>
                        </a:cubicBezTo>
                        <a:cubicBezTo>
                          <a:pt x="37770" y="25091"/>
                          <a:pt x="31209" y="32229"/>
                          <a:pt x="25978" y="3994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40" name="Forme libre : forme 20939">
                    <a:extLst>
                      <a:ext uri="{FF2B5EF4-FFF2-40B4-BE49-F238E27FC236}">
                        <a16:creationId xmlns:a16="http://schemas.microsoft.com/office/drawing/2014/main" id="{E312AA82-EEA1-4B21-9772-AF6BCB4EF4B4}"/>
                      </a:ext>
                    </a:extLst>
                  </p:cNvPr>
                  <p:cNvSpPr/>
                  <p:nvPr/>
                </p:nvSpPr>
                <p:spPr>
                  <a:xfrm>
                    <a:off x="5245183" y="1197158"/>
                    <a:ext cx="33257" cy="33800"/>
                  </a:xfrm>
                  <a:custGeom>
                    <a:avLst/>
                    <a:gdLst>
                      <a:gd name="connsiteX0" fmla="*/ 32822 w 33257"/>
                      <a:gd name="connsiteY0" fmla="*/ 708 h 33800"/>
                      <a:gd name="connsiteX1" fmla="*/ 19655 w 33257"/>
                      <a:gd name="connsiteY1" fmla="*/ 20879 h 33800"/>
                      <a:gd name="connsiteX2" fmla="*/ 1169 w 33257"/>
                      <a:gd name="connsiteY2" fmla="*/ 33425 h 33800"/>
                      <a:gd name="connsiteX3" fmla="*/ 11232 w 33257"/>
                      <a:gd name="connsiteY3" fmla="*/ 13032 h 33800"/>
                      <a:gd name="connsiteX4" fmla="*/ 22315 w 33257"/>
                      <a:gd name="connsiteY4" fmla="*/ 3856 h 33800"/>
                      <a:gd name="connsiteX5" fmla="*/ 32822 w 33257"/>
                      <a:gd name="connsiteY5" fmla="*/ 708 h 33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257" h="33800">
                        <a:moveTo>
                          <a:pt x="32822" y="708"/>
                        </a:moveTo>
                        <a:cubicBezTo>
                          <a:pt x="35703" y="4078"/>
                          <a:pt x="23512" y="16535"/>
                          <a:pt x="19655" y="20879"/>
                        </a:cubicBezTo>
                        <a:cubicBezTo>
                          <a:pt x="15621" y="25046"/>
                          <a:pt x="5159" y="35952"/>
                          <a:pt x="1169" y="33425"/>
                        </a:cubicBezTo>
                        <a:cubicBezTo>
                          <a:pt x="-3486" y="30410"/>
                          <a:pt x="6977" y="17022"/>
                          <a:pt x="11232" y="13032"/>
                        </a:cubicBezTo>
                        <a:cubicBezTo>
                          <a:pt x="13316" y="11038"/>
                          <a:pt x="17749" y="6826"/>
                          <a:pt x="22315" y="3856"/>
                        </a:cubicBezTo>
                        <a:cubicBezTo>
                          <a:pt x="26748" y="797"/>
                          <a:pt x="31181" y="-1109"/>
                          <a:pt x="32822" y="70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41" name="Forme libre : forme 20940">
                    <a:extLst>
                      <a:ext uri="{FF2B5EF4-FFF2-40B4-BE49-F238E27FC236}">
                        <a16:creationId xmlns:a16="http://schemas.microsoft.com/office/drawing/2014/main" id="{6EAF67ED-BD91-4E21-8C4D-4A06218435C5}"/>
                      </a:ext>
                    </a:extLst>
                  </p:cNvPr>
                  <p:cNvSpPr/>
                  <p:nvPr/>
                </p:nvSpPr>
                <p:spPr>
                  <a:xfrm>
                    <a:off x="5244966" y="1210634"/>
                    <a:ext cx="26122" cy="20222"/>
                  </a:xfrm>
                  <a:custGeom>
                    <a:avLst/>
                    <a:gdLst>
                      <a:gd name="connsiteX0" fmla="*/ 3603 w 26122"/>
                      <a:gd name="connsiteY0" fmla="*/ 9398 h 20222"/>
                      <a:gd name="connsiteX1" fmla="*/ 632 w 26122"/>
                      <a:gd name="connsiteY1" fmla="*/ 15383 h 20222"/>
                      <a:gd name="connsiteX2" fmla="*/ 1209 w 26122"/>
                      <a:gd name="connsiteY2" fmla="*/ 20082 h 20222"/>
                      <a:gd name="connsiteX3" fmla="*/ 20005 w 26122"/>
                      <a:gd name="connsiteY3" fmla="*/ 7182 h 20222"/>
                      <a:gd name="connsiteX4" fmla="*/ 26123 w 26122"/>
                      <a:gd name="connsiteY4" fmla="*/ 0 h 20222"/>
                      <a:gd name="connsiteX5" fmla="*/ 22310 w 26122"/>
                      <a:gd name="connsiteY5" fmla="*/ 3325 h 20222"/>
                      <a:gd name="connsiteX6" fmla="*/ 3603 w 26122"/>
                      <a:gd name="connsiteY6" fmla="*/ 9398 h 20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122" h="20222">
                        <a:moveTo>
                          <a:pt x="3603" y="9398"/>
                        </a:moveTo>
                        <a:cubicBezTo>
                          <a:pt x="3026" y="10817"/>
                          <a:pt x="1563" y="13211"/>
                          <a:pt x="632" y="15383"/>
                        </a:cubicBezTo>
                        <a:cubicBezTo>
                          <a:pt x="-210" y="17599"/>
                          <a:pt x="-387" y="19639"/>
                          <a:pt x="1209" y="20082"/>
                        </a:cubicBezTo>
                        <a:cubicBezTo>
                          <a:pt x="6174" y="21456"/>
                          <a:pt x="14907" y="12457"/>
                          <a:pt x="20005" y="7182"/>
                        </a:cubicBezTo>
                        <a:cubicBezTo>
                          <a:pt x="21512" y="5630"/>
                          <a:pt x="24704" y="2039"/>
                          <a:pt x="26123" y="0"/>
                        </a:cubicBezTo>
                        <a:cubicBezTo>
                          <a:pt x="25103" y="931"/>
                          <a:pt x="23418" y="2616"/>
                          <a:pt x="22310" y="3325"/>
                        </a:cubicBezTo>
                        <a:cubicBezTo>
                          <a:pt x="15882" y="7359"/>
                          <a:pt x="8213" y="12501"/>
                          <a:pt x="3603" y="939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42" name="Forme libre : forme 20941">
                    <a:extLst>
                      <a:ext uri="{FF2B5EF4-FFF2-40B4-BE49-F238E27FC236}">
                        <a16:creationId xmlns:a16="http://schemas.microsoft.com/office/drawing/2014/main" id="{E4B4F10D-C545-4252-94A8-B1A59D5906F1}"/>
                      </a:ext>
                    </a:extLst>
                  </p:cNvPr>
                  <p:cNvSpPr/>
                  <p:nvPr/>
                </p:nvSpPr>
                <p:spPr>
                  <a:xfrm>
                    <a:off x="5247577" y="1196206"/>
                    <a:ext cx="33278" cy="33594"/>
                  </a:xfrm>
                  <a:custGeom>
                    <a:avLst/>
                    <a:gdLst>
                      <a:gd name="connsiteX0" fmla="*/ 33088 w 33278"/>
                      <a:gd name="connsiteY0" fmla="*/ 995 h 33594"/>
                      <a:gd name="connsiteX1" fmla="*/ 19700 w 33278"/>
                      <a:gd name="connsiteY1" fmla="*/ 21255 h 33594"/>
                      <a:gd name="connsiteX2" fmla="*/ 10435 w 33278"/>
                      <a:gd name="connsiteY2" fmla="*/ 29810 h 33594"/>
                      <a:gd name="connsiteX3" fmla="*/ 1125 w 33278"/>
                      <a:gd name="connsiteY3" fmla="*/ 33180 h 33594"/>
                      <a:gd name="connsiteX4" fmla="*/ 2943 w 33278"/>
                      <a:gd name="connsiteY4" fmla="*/ 23515 h 33594"/>
                      <a:gd name="connsiteX5" fmla="*/ 11366 w 33278"/>
                      <a:gd name="connsiteY5" fmla="*/ 13231 h 33594"/>
                      <a:gd name="connsiteX6" fmla="*/ 22803 w 33278"/>
                      <a:gd name="connsiteY6" fmla="*/ 3788 h 33594"/>
                      <a:gd name="connsiteX7" fmla="*/ 33088 w 33278"/>
                      <a:gd name="connsiteY7" fmla="*/ 995 h 33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3278" h="33594">
                        <a:moveTo>
                          <a:pt x="33088" y="995"/>
                        </a:moveTo>
                        <a:cubicBezTo>
                          <a:pt x="34861" y="5473"/>
                          <a:pt x="23778" y="16555"/>
                          <a:pt x="19700" y="21255"/>
                        </a:cubicBezTo>
                        <a:cubicBezTo>
                          <a:pt x="17616" y="23560"/>
                          <a:pt x="13981" y="27062"/>
                          <a:pt x="10435" y="29810"/>
                        </a:cubicBezTo>
                        <a:cubicBezTo>
                          <a:pt x="7021" y="32603"/>
                          <a:pt x="3386" y="34465"/>
                          <a:pt x="1125" y="33180"/>
                        </a:cubicBezTo>
                        <a:cubicBezTo>
                          <a:pt x="-1180" y="31850"/>
                          <a:pt x="372" y="27815"/>
                          <a:pt x="2943" y="23515"/>
                        </a:cubicBezTo>
                        <a:cubicBezTo>
                          <a:pt x="5603" y="19304"/>
                          <a:pt x="9504" y="15092"/>
                          <a:pt x="11366" y="13231"/>
                        </a:cubicBezTo>
                        <a:cubicBezTo>
                          <a:pt x="13316" y="11369"/>
                          <a:pt x="18015" y="6847"/>
                          <a:pt x="22803" y="3788"/>
                        </a:cubicBezTo>
                        <a:cubicBezTo>
                          <a:pt x="27502" y="508"/>
                          <a:pt x="32157" y="-1221"/>
                          <a:pt x="33088" y="99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43" name="Forme libre : forme 20942">
                    <a:extLst>
                      <a:ext uri="{FF2B5EF4-FFF2-40B4-BE49-F238E27FC236}">
                        <a16:creationId xmlns:a16="http://schemas.microsoft.com/office/drawing/2014/main" id="{8F4F569B-72DC-4B85-B98B-821734490F38}"/>
                      </a:ext>
                    </a:extLst>
                  </p:cNvPr>
                  <p:cNvSpPr/>
                  <p:nvPr/>
                </p:nvSpPr>
                <p:spPr>
                  <a:xfrm>
                    <a:off x="5230678" y="1208899"/>
                    <a:ext cx="44856" cy="39707"/>
                  </a:xfrm>
                  <a:custGeom>
                    <a:avLst/>
                    <a:gdLst>
                      <a:gd name="connsiteX0" fmla="*/ 4015 w 44856"/>
                      <a:gd name="connsiteY0" fmla="*/ 39416 h 39707"/>
                      <a:gd name="connsiteX1" fmla="*/ 11995 w 44856"/>
                      <a:gd name="connsiteY1" fmla="*/ 37776 h 39707"/>
                      <a:gd name="connsiteX2" fmla="*/ 21216 w 44856"/>
                      <a:gd name="connsiteY2" fmla="*/ 32367 h 39707"/>
                      <a:gd name="connsiteX3" fmla="*/ 29683 w 44856"/>
                      <a:gd name="connsiteY3" fmla="*/ 25762 h 39707"/>
                      <a:gd name="connsiteX4" fmla="*/ 36820 w 44856"/>
                      <a:gd name="connsiteY4" fmla="*/ 18093 h 39707"/>
                      <a:gd name="connsiteX5" fmla="*/ 42450 w 44856"/>
                      <a:gd name="connsiteY5" fmla="*/ 9936 h 39707"/>
                      <a:gd name="connsiteX6" fmla="*/ 43381 w 44856"/>
                      <a:gd name="connsiteY6" fmla="*/ 183 h 39707"/>
                      <a:gd name="connsiteX7" fmla="*/ 36554 w 44856"/>
                      <a:gd name="connsiteY7" fmla="*/ 2976 h 39707"/>
                      <a:gd name="connsiteX8" fmla="*/ 27821 w 44856"/>
                      <a:gd name="connsiteY8" fmla="*/ 7985 h 39707"/>
                      <a:gd name="connsiteX9" fmla="*/ 18645 w 44856"/>
                      <a:gd name="connsiteY9" fmla="*/ 12773 h 39707"/>
                      <a:gd name="connsiteX10" fmla="*/ 9690 w 44856"/>
                      <a:gd name="connsiteY10" fmla="*/ 17250 h 39707"/>
                      <a:gd name="connsiteX11" fmla="*/ 1976 w 44856"/>
                      <a:gd name="connsiteY11" fmla="*/ 25496 h 39707"/>
                      <a:gd name="connsiteX12" fmla="*/ 4015 w 44856"/>
                      <a:gd name="connsiteY12" fmla="*/ 39416 h 39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4856" h="39707">
                        <a:moveTo>
                          <a:pt x="4015" y="39416"/>
                        </a:moveTo>
                        <a:cubicBezTo>
                          <a:pt x="7119" y="40081"/>
                          <a:pt x="8537" y="39638"/>
                          <a:pt x="11995" y="37776"/>
                        </a:cubicBezTo>
                        <a:cubicBezTo>
                          <a:pt x="15275" y="36091"/>
                          <a:pt x="18334" y="34141"/>
                          <a:pt x="21216" y="32367"/>
                        </a:cubicBezTo>
                        <a:cubicBezTo>
                          <a:pt x="24142" y="30683"/>
                          <a:pt x="26536" y="28466"/>
                          <a:pt x="29683" y="25762"/>
                        </a:cubicBezTo>
                        <a:cubicBezTo>
                          <a:pt x="32210" y="23457"/>
                          <a:pt x="34515" y="20708"/>
                          <a:pt x="36820" y="18093"/>
                        </a:cubicBezTo>
                        <a:cubicBezTo>
                          <a:pt x="38993" y="15344"/>
                          <a:pt x="40899" y="12551"/>
                          <a:pt x="42450" y="9936"/>
                        </a:cubicBezTo>
                        <a:cubicBezTo>
                          <a:pt x="44578" y="5946"/>
                          <a:pt x="46130" y="1513"/>
                          <a:pt x="43381" y="183"/>
                        </a:cubicBezTo>
                        <a:cubicBezTo>
                          <a:pt x="41652" y="-659"/>
                          <a:pt x="39037" y="1602"/>
                          <a:pt x="36554" y="2976"/>
                        </a:cubicBezTo>
                        <a:cubicBezTo>
                          <a:pt x="33540" y="4572"/>
                          <a:pt x="30703" y="6256"/>
                          <a:pt x="27821" y="7985"/>
                        </a:cubicBezTo>
                        <a:cubicBezTo>
                          <a:pt x="24895" y="9670"/>
                          <a:pt x="21881" y="11222"/>
                          <a:pt x="18645" y="12773"/>
                        </a:cubicBezTo>
                        <a:cubicBezTo>
                          <a:pt x="15896" y="14103"/>
                          <a:pt x="12571" y="15167"/>
                          <a:pt x="9690" y="17250"/>
                        </a:cubicBezTo>
                        <a:cubicBezTo>
                          <a:pt x="6808" y="19157"/>
                          <a:pt x="3705" y="21994"/>
                          <a:pt x="1976" y="25496"/>
                        </a:cubicBezTo>
                        <a:cubicBezTo>
                          <a:pt x="-1393" y="31924"/>
                          <a:pt x="-285" y="38441"/>
                          <a:pt x="4015" y="3941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44" name="Forme libre : forme 20943">
                    <a:extLst>
                      <a:ext uri="{FF2B5EF4-FFF2-40B4-BE49-F238E27FC236}">
                        <a16:creationId xmlns:a16="http://schemas.microsoft.com/office/drawing/2014/main" id="{91AB66DC-F423-4B3A-BBAC-B6541C2E7131}"/>
                      </a:ext>
                    </a:extLst>
                  </p:cNvPr>
                  <p:cNvSpPr/>
                  <p:nvPr/>
                </p:nvSpPr>
                <p:spPr>
                  <a:xfrm>
                    <a:off x="5236365" y="1218711"/>
                    <a:ext cx="9670" cy="17748"/>
                  </a:xfrm>
                  <a:custGeom>
                    <a:avLst/>
                    <a:gdLst>
                      <a:gd name="connsiteX0" fmla="*/ 146 w 9670"/>
                      <a:gd name="connsiteY0" fmla="*/ 15418 h 17748"/>
                      <a:gd name="connsiteX1" fmla="*/ 190 w 9670"/>
                      <a:gd name="connsiteY1" fmla="*/ 17501 h 17748"/>
                      <a:gd name="connsiteX2" fmla="*/ 1875 w 9670"/>
                      <a:gd name="connsiteY2" fmla="*/ 16970 h 17748"/>
                      <a:gd name="connsiteX3" fmla="*/ 3869 w 9670"/>
                      <a:gd name="connsiteY3" fmla="*/ 14132 h 17748"/>
                      <a:gd name="connsiteX4" fmla="*/ 7992 w 9670"/>
                      <a:gd name="connsiteY4" fmla="*/ 6552 h 17748"/>
                      <a:gd name="connsiteX5" fmla="*/ 9367 w 9670"/>
                      <a:gd name="connsiteY5" fmla="*/ 3715 h 17748"/>
                      <a:gd name="connsiteX6" fmla="*/ 5066 w 9670"/>
                      <a:gd name="connsiteY6" fmla="*/ 2784 h 17748"/>
                      <a:gd name="connsiteX7" fmla="*/ 146 w 9670"/>
                      <a:gd name="connsiteY7" fmla="*/ 15418 h 177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670" h="17748">
                        <a:moveTo>
                          <a:pt x="146" y="15418"/>
                        </a:moveTo>
                        <a:cubicBezTo>
                          <a:pt x="13" y="16349"/>
                          <a:pt x="-120" y="16970"/>
                          <a:pt x="190" y="17501"/>
                        </a:cubicBezTo>
                        <a:cubicBezTo>
                          <a:pt x="500" y="18034"/>
                          <a:pt x="1210" y="17635"/>
                          <a:pt x="1875" y="16970"/>
                        </a:cubicBezTo>
                        <a:cubicBezTo>
                          <a:pt x="2495" y="16305"/>
                          <a:pt x="3293" y="15108"/>
                          <a:pt x="3869" y="14132"/>
                        </a:cubicBezTo>
                        <a:cubicBezTo>
                          <a:pt x="5332" y="11694"/>
                          <a:pt x="6795" y="9034"/>
                          <a:pt x="7992" y="6552"/>
                        </a:cubicBezTo>
                        <a:cubicBezTo>
                          <a:pt x="8524" y="5577"/>
                          <a:pt x="9101" y="4646"/>
                          <a:pt x="9367" y="3715"/>
                        </a:cubicBezTo>
                        <a:cubicBezTo>
                          <a:pt x="10475" y="-142"/>
                          <a:pt x="8436" y="-1827"/>
                          <a:pt x="5066" y="2784"/>
                        </a:cubicBezTo>
                        <a:cubicBezTo>
                          <a:pt x="2540" y="6419"/>
                          <a:pt x="899" y="11739"/>
                          <a:pt x="146" y="1541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45" name="Forme libre : forme 20944">
                    <a:extLst>
                      <a:ext uri="{FF2B5EF4-FFF2-40B4-BE49-F238E27FC236}">
                        <a16:creationId xmlns:a16="http://schemas.microsoft.com/office/drawing/2014/main" id="{397B0BD7-C7F6-45CA-9451-AC40C4C015FB}"/>
                      </a:ext>
                    </a:extLst>
                  </p:cNvPr>
                  <p:cNvSpPr/>
                  <p:nvPr/>
                </p:nvSpPr>
                <p:spPr>
                  <a:xfrm>
                    <a:off x="5279601" y="1190064"/>
                    <a:ext cx="12705" cy="27485"/>
                  </a:xfrm>
                  <a:custGeom>
                    <a:avLst/>
                    <a:gdLst>
                      <a:gd name="connsiteX0" fmla="*/ 12679 w 12705"/>
                      <a:gd name="connsiteY0" fmla="*/ 0 h 27485"/>
                      <a:gd name="connsiteX1" fmla="*/ 0 w 12705"/>
                      <a:gd name="connsiteY1" fmla="*/ 27485 h 27485"/>
                      <a:gd name="connsiteX2" fmla="*/ 12679 w 12705"/>
                      <a:gd name="connsiteY2" fmla="*/ 0 h 27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705" h="27485">
                        <a:moveTo>
                          <a:pt x="12679" y="0"/>
                        </a:moveTo>
                        <a:cubicBezTo>
                          <a:pt x="13255" y="7669"/>
                          <a:pt x="4522" y="19683"/>
                          <a:pt x="0" y="27485"/>
                        </a:cubicBezTo>
                        <a:cubicBezTo>
                          <a:pt x="5054" y="19062"/>
                          <a:pt x="9753" y="8334"/>
                          <a:pt x="1267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46" name="Forme libre : forme 20945">
                    <a:extLst>
                      <a:ext uri="{FF2B5EF4-FFF2-40B4-BE49-F238E27FC236}">
                        <a16:creationId xmlns:a16="http://schemas.microsoft.com/office/drawing/2014/main" id="{1854FCDE-6B7B-4A52-9FE6-76C5496B5F0A}"/>
                      </a:ext>
                    </a:extLst>
                  </p:cNvPr>
                  <p:cNvSpPr/>
                  <p:nvPr/>
                </p:nvSpPr>
                <p:spPr>
                  <a:xfrm>
                    <a:off x="5224275" y="1219722"/>
                    <a:ext cx="9043" cy="33336"/>
                  </a:xfrm>
                  <a:custGeom>
                    <a:avLst/>
                    <a:gdLst>
                      <a:gd name="connsiteX0" fmla="*/ 9044 w 9043"/>
                      <a:gd name="connsiteY0" fmla="*/ 0 h 33336"/>
                      <a:gd name="connsiteX1" fmla="*/ 4344 w 9043"/>
                      <a:gd name="connsiteY1" fmla="*/ 9132 h 33336"/>
                      <a:gd name="connsiteX2" fmla="*/ 1995 w 9043"/>
                      <a:gd name="connsiteY2" fmla="*/ 17466 h 33336"/>
                      <a:gd name="connsiteX3" fmla="*/ 0 w 9043"/>
                      <a:gd name="connsiteY3" fmla="*/ 33337 h 33336"/>
                      <a:gd name="connsiteX4" fmla="*/ 2660 w 9043"/>
                      <a:gd name="connsiteY4" fmla="*/ 17422 h 33336"/>
                      <a:gd name="connsiteX5" fmla="*/ 5231 w 9043"/>
                      <a:gd name="connsiteY5" fmla="*/ 8866 h 33336"/>
                      <a:gd name="connsiteX6" fmla="*/ 9044 w 9043"/>
                      <a:gd name="connsiteY6" fmla="*/ 0 h 33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043" h="33336">
                        <a:moveTo>
                          <a:pt x="9044" y="0"/>
                        </a:moveTo>
                        <a:cubicBezTo>
                          <a:pt x="7182" y="3014"/>
                          <a:pt x="5497" y="6206"/>
                          <a:pt x="4344" y="9132"/>
                        </a:cubicBezTo>
                        <a:cubicBezTo>
                          <a:pt x="3369" y="11925"/>
                          <a:pt x="2571" y="14718"/>
                          <a:pt x="1995" y="17466"/>
                        </a:cubicBezTo>
                        <a:cubicBezTo>
                          <a:pt x="798" y="23008"/>
                          <a:pt x="266" y="28372"/>
                          <a:pt x="0" y="33337"/>
                        </a:cubicBezTo>
                        <a:cubicBezTo>
                          <a:pt x="0" y="28682"/>
                          <a:pt x="1108" y="23141"/>
                          <a:pt x="2660" y="17422"/>
                        </a:cubicBezTo>
                        <a:cubicBezTo>
                          <a:pt x="3414" y="14585"/>
                          <a:pt x="4300" y="11659"/>
                          <a:pt x="5231" y="8866"/>
                        </a:cubicBezTo>
                        <a:cubicBezTo>
                          <a:pt x="6428" y="5807"/>
                          <a:pt x="7714" y="2793"/>
                          <a:pt x="90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47" name="Forme libre : forme 20946">
                    <a:extLst>
                      <a:ext uri="{FF2B5EF4-FFF2-40B4-BE49-F238E27FC236}">
                        <a16:creationId xmlns:a16="http://schemas.microsoft.com/office/drawing/2014/main" id="{998EADDB-AAA1-4EB9-8F4B-FE1318569FBD}"/>
                      </a:ext>
                    </a:extLst>
                  </p:cNvPr>
                  <p:cNvSpPr/>
                  <p:nvPr/>
                </p:nvSpPr>
                <p:spPr>
                  <a:xfrm>
                    <a:off x="5255732" y="1203119"/>
                    <a:ext cx="13366" cy="11596"/>
                  </a:xfrm>
                  <a:custGeom>
                    <a:avLst/>
                    <a:gdLst>
                      <a:gd name="connsiteX0" fmla="*/ 13362 w 13366"/>
                      <a:gd name="connsiteY0" fmla="*/ 555 h 11596"/>
                      <a:gd name="connsiteX1" fmla="*/ 6668 w 13366"/>
                      <a:gd name="connsiteY1" fmla="*/ 8002 h 11596"/>
                      <a:gd name="connsiteX2" fmla="*/ 19 w 13366"/>
                      <a:gd name="connsiteY2" fmla="*/ 10972 h 11596"/>
                      <a:gd name="connsiteX3" fmla="*/ 2324 w 13366"/>
                      <a:gd name="connsiteY3" fmla="*/ 6938 h 11596"/>
                      <a:gd name="connsiteX4" fmla="*/ 6225 w 13366"/>
                      <a:gd name="connsiteY4" fmla="*/ 3702 h 11596"/>
                      <a:gd name="connsiteX5" fmla="*/ 10259 w 13366"/>
                      <a:gd name="connsiteY5" fmla="*/ 865 h 11596"/>
                      <a:gd name="connsiteX6" fmla="*/ 13362 w 13366"/>
                      <a:gd name="connsiteY6" fmla="*/ 555 h 11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366" h="11596">
                        <a:moveTo>
                          <a:pt x="13362" y="555"/>
                        </a:moveTo>
                        <a:cubicBezTo>
                          <a:pt x="13540" y="2417"/>
                          <a:pt x="8309" y="6672"/>
                          <a:pt x="6668" y="8002"/>
                        </a:cubicBezTo>
                        <a:cubicBezTo>
                          <a:pt x="4939" y="9199"/>
                          <a:pt x="462" y="13100"/>
                          <a:pt x="19" y="10972"/>
                        </a:cubicBezTo>
                        <a:cubicBezTo>
                          <a:pt x="-159" y="9953"/>
                          <a:pt x="950" y="8357"/>
                          <a:pt x="2324" y="6938"/>
                        </a:cubicBezTo>
                        <a:cubicBezTo>
                          <a:pt x="3742" y="5564"/>
                          <a:pt x="5427" y="4323"/>
                          <a:pt x="6225" y="3702"/>
                        </a:cubicBezTo>
                        <a:cubicBezTo>
                          <a:pt x="7023" y="3082"/>
                          <a:pt x="8708" y="1796"/>
                          <a:pt x="10259" y="865"/>
                        </a:cubicBezTo>
                        <a:cubicBezTo>
                          <a:pt x="11811" y="23"/>
                          <a:pt x="13229" y="-421"/>
                          <a:pt x="13362" y="55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48" name="Forme libre : forme 20947">
                    <a:extLst>
                      <a:ext uri="{FF2B5EF4-FFF2-40B4-BE49-F238E27FC236}">
                        <a16:creationId xmlns:a16="http://schemas.microsoft.com/office/drawing/2014/main" id="{610AB0C9-8EB5-4E02-B7C2-A9FF5B66600F}"/>
                      </a:ext>
                    </a:extLst>
                  </p:cNvPr>
                  <p:cNvSpPr/>
                  <p:nvPr/>
                </p:nvSpPr>
                <p:spPr>
                  <a:xfrm>
                    <a:off x="5266978" y="1201503"/>
                    <a:ext cx="3961" cy="3369"/>
                  </a:xfrm>
                  <a:custGeom>
                    <a:avLst/>
                    <a:gdLst>
                      <a:gd name="connsiteX0" fmla="*/ 3801 w 3961"/>
                      <a:gd name="connsiteY0" fmla="*/ 88 h 3369"/>
                      <a:gd name="connsiteX1" fmla="*/ 2648 w 3961"/>
                      <a:gd name="connsiteY1" fmla="*/ 2127 h 3369"/>
                      <a:gd name="connsiteX2" fmla="*/ 166 w 3961"/>
                      <a:gd name="connsiteY2" fmla="*/ 3279 h 3369"/>
                      <a:gd name="connsiteX3" fmla="*/ 1274 w 3961"/>
                      <a:gd name="connsiteY3" fmla="*/ 1285 h 3369"/>
                      <a:gd name="connsiteX4" fmla="*/ 3801 w 3961"/>
                      <a:gd name="connsiteY4" fmla="*/ 88 h 3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1" h="3369">
                        <a:moveTo>
                          <a:pt x="3801" y="88"/>
                        </a:moveTo>
                        <a:cubicBezTo>
                          <a:pt x="4377" y="442"/>
                          <a:pt x="3269" y="1595"/>
                          <a:pt x="2648" y="2127"/>
                        </a:cubicBezTo>
                        <a:cubicBezTo>
                          <a:pt x="2028" y="2659"/>
                          <a:pt x="742" y="3678"/>
                          <a:pt x="166" y="3279"/>
                        </a:cubicBezTo>
                        <a:cubicBezTo>
                          <a:pt x="-411" y="2925"/>
                          <a:pt x="653" y="1817"/>
                          <a:pt x="1274" y="1285"/>
                        </a:cubicBezTo>
                        <a:cubicBezTo>
                          <a:pt x="1939" y="753"/>
                          <a:pt x="3269" y="-311"/>
                          <a:pt x="3801" y="8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49" name="Forme libre : forme 20948">
                    <a:extLst>
                      <a:ext uri="{FF2B5EF4-FFF2-40B4-BE49-F238E27FC236}">
                        <a16:creationId xmlns:a16="http://schemas.microsoft.com/office/drawing/2014/main" id="{D8508488-0FE2-40AE-86BB-EC7D43C7D081}"/>
                      </a:ext>
                    </a:extLst>
                  </p:cNvPr>
                  <p:cNvSpPr/>
                  <p:nvPr/>
                </p:nvSpPr>
                <p:spPr>
                  <a:xfrm>
                    <a:off x="5248424" y="1187519"/>
                    <a:ext cx="40552" cy="20836"/>
                  </a:xfrm>
                  <a:custGeom>
                    <a:avLst/>
                    <a:gdLst>
                      <a:gd name="connsiteX0" fmla="*/ 27231 w 40552"/>
                      <a:gd name="connsiteY0" fmla="*/ 1304 h 20836"/>
                      <a:gd name="connsiteX1" fmla="*/ 39688 w 40552"/>
                      <a:gd name="connsiteY1" fmla="*/ 462 h 20836"/>
                      <a:gd name="connsiteX2" fmla="*/ 38934 w 40552"/>
                      <a:gd name="connsiteY2" fmla="*/ 4363 h 20836"/>
                      <a:gd name="connsiteX3" fmla="*/ 33969 w 40552"/>
                      <a:gd name="connsiteY3" fmla="*/ 6092 h 20836"/>
                      <a:gd name="connsiteX4" fmla="*/ 18542 w 40552"/>
                      <a:gd name="connsiteY4" fmla="*/ 11101 h 20836"/>
                      <a:gd name="connsiteX5" fmla="*/ 8036 w 40552"/>
                      <a:gd name="connsiteY5" fmla="*/ 17573 h 20836"/>
                      <a:gd name="connsiteX6" fmla="*/ 12 w 40552"/>
                      <a:gd name="connsiteY6" fmla="*/ 19701 h 20836"/>
                      <a:gd name="connsiteX7" fmla="*/ 16193 w 40552"/>
                      <a:gd name="connsiteY7" fmla="*/ 3787 h 20836"/>
                      <a:gd name="connsiteX8" fmla="*/ 27231 w 40552"/>
                      <a:gd name="connsiteY8" fmla="*/ 1304 h 20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552" h="20836">
                        <a:moveTo>
                          <a:pt x="27231" y="1304"/>
                        </a:moveTo>
                        <a:cubicBezTo>
                          <a:pt x="32152" y="107"/>
                          <a:pt x="35743" y="-469"/>
                          <a:pt x="39688" y="462"/>
                        </a:cubicBezTo>
                        <a:cubicBezTo>
                          <a:pt x="41151" y="816"/>
                          <a:pt x="40663" y="3033"/>
                          <a:pt x="38934" y="4363"/>
                        </a:cubicBezTo>
                        <a:cubicBezTo>
                          <a:pt x="37206" y="5693"/>
                          <a:pt x="35610" y="5870"/>
                          <a:pt x="33969" y="6092"/>
                        </a:cubicBezTo>
                        <a:cubicBezTo>
                          <a:pt x="28916" y="6978"/>
                          <a:pt x="23862" y="8619"/>
                          <a:pt x="18542" y="11101"/>
                        </a:cubicBezTo>
                        <a:cubicBezTo>
                          <a:pt x="16813" y="11766"/>
                          <a:pt x="12203" y="15002"/>
                          <a:pt x="8036" y="17573"/>
                        </a:cubicBezTo>
                        <a:cubicBezTo>
                          <a:pt x="3824" y="20100"/>
                          <a:pt x="234" y="22228"/>
                          <a:pt x="12" y="19701"/>
                        </a:cubicBezTo>
                        <a:cubicBezTo>
                          <a:pt x="-431" y="14470"/>
                          <a:pt x="11627" y="5693"/>
                          <a:pt x="16193" y="3787"/>
                        </a:cubicBezTo>
                        <a:cubicBezTo>
                          <a:pt x="20759" y="1659"/>
                          <a:pt x="23552" y="2235"/>
                          <a:pt x="27231" y="130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12" name="Graphique 2">
                  <a:extLst>
                    <a:ext uri="{FF2B5EF4-FFF2-40B4-BE49-F238E27FC236}">
                      <a16:creationId xmlns:a16="http://schemas.microsoft.com/office/drawing/2014/main" id="{382D768C-CE12-4E4E-926A-C6EE1EEF9EBA}"/>
                    </a:ext>
                  </a:extLst>
                </p:cNvPr>
                <p:cNvGrpSpPr/>
                <p:nvPr/>
              </p:nvGrpSpPr>
              <p:grpSpPr>
                <a:xfrm>
                  <a:off x="5291431" y="1141450"/>
                  <a:ext cx="93722" cy="48498"/>
                  <a:chOff x="5291431" y="1141450"/>
                  <a:chExt cx="93722" cy="48498"/>
                </a:xfrm>
                <a:solidFill>
                  <a:schemeClr val="accent1"/>
                </a:solidFill>
              </p:grpSpPr>
              <p:sp>
                <p:nvSpPr>
                  <p:cNvPr id="20926" name="Forme libre : forme 20925">
                    <a:extLst>
                      <a:ext uri="{FF2B5EF4-FFF2-40B4-BE49-F238E27FC236}">
                        <a16:creationId xmlns:a16="http://schemas.microsoft.com/office/drawing/2014/main" id="{567D7E7D-5EBA-42CA-816E-CC6D28781D6C}"/>
                      </a:ext>
                    </a:extLst>
                  </p:cNvPr>
                  <p:cNvSpPr/>
                  <p:nvPr/>
                </p:nvSpPr>
                <p:spPr>
                  <a:xfrm>
                    <a:off x="5291431" y="1141450"/>
                    <a:ext cx="93722" cy="48498"/>
                  </a:xfrm>
                  <a:custGeom>
                    <a:avLst/>
                    <a:gdLst>
                      <a:gd name="connsiteX0" fmla="*/ 65749 w 93722"/>
                      <a:gd name="connsiteY0" fmla="*/ 34916 h 48498"/>
                      <a:gd name="connsiteX1" fmla="*/ 50277 w 93722"/>
                      <a:gd name="connsiteY1" fmla="*/ 39083 h 48498"/>
                      <a:gd name="connsiteX2" fmla="*/ 45933 w 93722"/>
                      <a:gd name="connsiteY2" fmla="*/ 40236 h 48498"/>
                      <a:gd name="connsiteX3" fmla="*/ 44869 w 93722"/>
                      <a:gd name="connsiteY3" fmla="*/ 40502 h 48498"/>
                      <a:gd name="connsiteX4" fmla="*/ 44691 w 93722"/>
                      <a:gd name="connsiteY4" fmla="*/ 40546 h 48498"/>
                      <a:gd name="connsiteX5" fmla="*/ 44514 w 93722"/>
                      <a:gd name="connsiteY5" fmla="*/ 40591 h 48498"/>
                      <a:gd name="connsiteX6" fmla="*/ 38219 w 93722"/>
                      <a:gd name="connsiteY6" fmla="*/ 43428 h 48498"/>
                      <a:gd name="connsiteX7" fmla="*/ 5459 w 93722"/>
                      <a:gd name="connsiteY7" fmla="*/ 47329 h 48498"/>
                      <a:gd name="connsiteX8" fmla="*/ 272 w 93722"/>
                      <a:gd name="connsiteY8" fmla="*/ 38729 h 48498"/>
                      <a:gd name="connsiteX9" fmla="*/ 22925 w 93722"/>
                      <a:gd name="connsiteY9" fmla="*/ 11820 h 48498"/>
                      <a:gd name="connsiteX10" fmla="*/ 29663 w 93722"/>
                      <a:gd name="connsiteY10" fmla="*/ 8229 h 48498"/>
                      <a:gd name="connsiteX11" fmla="*/ 33254 w 93722"/>
                      <a:gd name="connsiteY11" fmla="*/ 6678 h 48498"/>
                      <a:gd name="connsiteX12" fmla="*/ 36357 w 93722"/>
                      <a:gd name="connsiteY12" fmla="*/ 5791 h 48498"/>
                      <a:gd name="connsiteX13" fmla="*/ 40746 w 93722"/>
                      <a:gd name="connsiteY13" fmla="*/ 4594 h 48498"/>
                      <a:gd name="connsiteX14" fmla="*/ 56439 w 93722"/>
                      <a:gd name="connsiteY14" fmla="*/ 1003 h 48498"/>
                      <a:gd name="connsiteX15" fmla="*/ 89820 w 93722"/>
                      <a:gd name="connsiteY15" fmla="*/ 7032 h 48498"/>
                      <a:gd name="connsiteX16" fmla="*/ 92879 w 93722"/>
                      <a:gd name="connsiteY16" fmla="*/ 16386 h 48498"/>
                      <a:gd name="connsiteX17" fmla="*/ 65749 w 93722"/>
                      <a:gd name="connsiteY17" fmla="*/ 34916 h 48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93722" h="48498">
                        <a:moveTo>
                          <a:pt x="65749" y="34916"/>
                        </a:moveTo>
                        <a:cubicBezTo>
                          <a:pt x="62069" y="36025"/>
                          <a:pt x="56173" y="37532"/>
                          <a:pt x="50277" y="39083"/>
                        </a:cubicBezTo>
                        <a:cubicBezTo>
                          <a:pt x="48814" y="39483"/>
                          <a:pt x="47351" y="39837"/>
                          <a:pt x="45933" y="40236"/>
                        </a:cubicBezTo>
                        <a:lnTo>
                          <a:pt x="44869" y="40502"/>
                        </a:lnTo>
                        <a:cubicBezTo>
                          <a:pt x="44559" y="40591"/>
                          <a:pt x="44736" y="40546"/>
                          <a:pt x="44691" y="40546"/>
                        </a:cubicBezTo>
                        <a:cubicBezTo>
                          <a:pt x="44647" y="40591"/>
                          <a:pt x="44824" y="40458"/>
                          <a:pt x="44514" y="40591"/>
                        </a:cubicBezTo>
                        <a:cubicBezTo>
                          <a:pt x="42120" y="41699"/>
                          <a:pt x="39948" y="42674"/>
                          <a:pt x="38219" y="43428"/>
                        </a:cubicBezTo>
                        <a:cubicBezTo>
                          <a:pt x="25097" y="49368"/>
                          <a:pt x="16187" y="49235"/>
                          <a:pt x="5459" y="47329"/>
                        </a:cubicBezTo>
                        <a:cubicBezTo>
                          <a:pt x="1779" y="46708"/>
                          <a:pt x="-881" y="42364"/>
                          <a:pt x="272" y="38729"/>
                        </a:cubicBezTo>
                        <a:cubicBezTo>
                          <a:pt x="3730" y="28355"/>
                          <a:pt x="9581" y="19578"/>
                          <a:pt x="22925" y="11820"/>
                        </a:cubicBezTo>
                        <a:cubicBezTo>
                          <a:pt x="24698" y="10800"/>
                          <a:pt x="26959" y="9559"/>
                          <a:pt x="29663" y="8229"/>
                        </a:cubicBezTo>
                        <a:cubicBezTo>
                          <a:pt x="30639" y="7786"/>
                          <a:pt x="31969" y="7032"/>
                          <a:pt x="33254" y="6678"/>
                        </a:cubicBezTo>
                        <a:cubicBezTo>
                          <a:pt x="34274" y="6367"/>
                          <a:pt x="35338" y="6101"/>
                          <a:pt x="36357" y="5791"/>
                        </a:cubicBezTo>
                        <a:cubicBezTo>
                          <a:pt x="37776" y="5392"/>
                          <a:pt x="39283" y="4993"/>
                          <a:pt x="40746" y="4594"/>
                        </a:cubicBezTo>
                        <a:cubicBezTo>
                          <a:pt x="46598" y="3042"/>
                          <a:pt x="52449" y="1757"/>
                          <a:pt x="56439" y="1003"/>
                        </a:cubicBezTo>
                        <a:cubicBezTo>
                          <a:pt x="71467" y="-1790"/>
                          <a:pt x="80511" y="1579"/>
                          <a:pt x="89820" y="7032"/>
                        </a:cubicBezTo>
                        <a:cubicBezTo>
                          <a:pt x="93012" y="8894"/>
                          <a:pt x="94919" y="13460"/>
                          <a:pt x="92879" y="16386"/>
                        </a:cubicBezTo>
                        <a:cubicBezTo>
                          <a:pt x="87072" y="24853"/>
                          <a:pt x="79491" y="30838"/>
                          <a:pt x="65749" y="3491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27" name="Forme libre : forme 20926">
                    <a:extLst>
                      <a:ext uri="{FF2B5EF4-FFF2-40B4-BE49-F238E27FC236}">
                        <a16:creationId xmlns:a16="http://schemas.microsoft.com/office/drawing/2014/main" id="{7B9B177F-68AE-41A3-A1FC-A0A4CE21A2CD}"/>
                      </a:ext>
                    </a:extLst>
                  </p:cNvPr>
                  <p:cNvSpPr/>
                  <p:nvPr/>
                </p:nvSpPr>
                <p:spPr>
                  <a:xfrm>
                    <a:off x="5293033" y="1157658"/>
                    <a:ext cx="91366" cy="32246"/>
                  </a:xfrm>
                  <a:custGeom>
                    <a:avLst/>
                    <a:gdLst>
                      <a:gd name="connsiteX0" fmla="*/ 35332 w 91366"/>
                      <a:gd name="connsiteY0" fmla="*/ 13831 h 32246"/>
                      <a:gd name="connsiteX1" fmla="*/ 0 w 91366"/>
                      <a:gd name="connsiteY1" fmla="*/ 28726 h 32246"/>
                      <a:gd name="connsiteX2" fmla="*/ 3813 w 91366"/>
                      <a:gd name="connsiteY2" fmla="*/ 31076 h 32246"/>
                      <a:gd name="connsiteX3" fmla="*/ 9221 w 91366"/>
                      <a:gd name="connsiteY3" fmla="*/ 31874 h 32246"/>
                      <a:gd name="connsiteX4" fmla="*/ 24870 w 91366"/>
                      <a:gd name="connsiteY4" fmla="*/ 31209 h 32246"/>
                      <a:gd name="connsiteX5" fmla="*/ 36573 w 91366"/>
                      <a:gd name="connsiteY5" fmla="*/ 27175 h 32246"/>
                      <a:gd name="connsiteX6" fmla="*/ 41095 w 91366"/>
                      <a:gd name="connsiteY6" fmla="*/ 25136 h 32246"/>
                      <a:gd name="connsiteX7" fmla="*/ 43090 w 91366"/>
                      <a:gd name="connsiteY7" fmla="*/ 24249 h 32246"/>
                      <a:gd name="connsiteX8" fmla="*/ 43090 w 91366"/>
                      <a:gd name="connsiteY8" fmla="*/ 24249 h 32246"/>
                      <a:gd name="connsiteX9" fmla="*/ 43976 w 91366"/>
                      <a:gd name="connsiteY9" fmla="*/ 24027 h 32246"/>
                      <a:gd name="connsiteX10" fmla="*/ 50227 w 91366"/>
                      <a:gd name="connsiteY10" fmla="*/ 22343 h 32246"/>
                      <a:gd name="connsiteX11" fmla="*/ 61797 w 91366"/>
                      <a:gd name="connsiteY11" fmla="*/ 19284 h 32246"/>
                      <a:gd name="connsiteX12" fmla="*/ 64103 w 91366"/>
                      <a:gd name="connsiteY12" fmla="*/ 18619 h 32246"/>
                      <a:gd name="connsiteX13" fmla="*/ 76604 w 91366"/>
                      <a:gd name="connsiteY13" fmla="*/ 13521 h 32246"/>
                      <a:gd name="connsiteX14" fmla="*/ 88352 w 91366"/>
                      <a:gd name="connsiteY14" fmla="*/ 3945 h 32246"/>
                      <a:gd name="connsiteX15" fmla="*/ 91277 w 91366"/>
                      <a:gd name="connsiteY15" fmla="*/ 177 h 32246"/>
                      <a:gd name="connsiteX16" fmla="*/ 91366 w 91366"/>
                      <a:gd name="connsiteY16" fmla="*/ 0 h 32246"/>
                      <a:gd name="connsiteX17" fmla="*/ 62418 w 91366"/>
                      <a:gd name="connsiteY17" fmla="*/ 5541 h 32246"/>
                      <a:gd name="connsiteX18" fmla="*/ 48143 w 91366"/>
                      <a:gd name="connsiteY18" fmla="*/ 9132 h 32246"/>
                      <a:gd name="connsiteX19" fmla="*/ 41184 w 91366"/>
                      <a:gd name="connsiteY19" fmla="*/ 11171 h 32246"/>
                      <a:gd name="connsiteX20" fmla="*/ 38302 w 91366"/>
                      <a:gd name="connsiteY20" fmla="*/ 12191 h 32246"/>
                      <a:gd name="connsiteX21" fmla="*/ 35332 w 91366"/>
                      <a:gd name="connsiteY21" fmla="*/ 13831 h 32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1366" h="32246">
                        <a:moveTo>
                          <a:pt x="35332" y="13831"/>
                        </a:moveTo>
                        <a:cubicBezTo>
                          <a:pt x="23806" y="20259"/>
                          <a:pt x="11526" y="27219"/>
                          <a:pt x="0" y="28726"/>
                        </a:cubicBezTo>
                        <a:cubicBezTo>
                          <a:pt x="975" y="29923"/>
                          <a:pt x="2305" y="30810"/>
                          <a:pt x="3813" y="31076"/>
                        </a:cubicBezTo>
                        <a:cubicBezTo>
                          <a:pt x="5674" y="31386"/>
                          <a:pt x="7448" y="31608"/>
                          <a:pt x="9221" y="31874"/>
                        </a:cubicBezTo>
                        <a:cubicBezTo>
                          <a:pt x="14363" y="32450"/>
                          <a:pt x="19328" y="32450"/>
                          <a:pt x="24870" y="31209"/>
                        </a:cubicBezTo>
                        <a:cubicBezTo>
                          <a:pt x="28461" y="30411"/>
                          <a:pt x="32273" y="29081"/>
                          <a:pt x="36573" y="27175"/>
                        </a:cubicBezTo>
                        <a:cubicBezTo>
                          <a:pt x="37859" y="26599"/>
                          <a:pt x="39410" y="25889"/>
                          <a:pt x="41095" y="25136"/>
                        </a:cubicBezTo>
                        <a:cubicBezTo>
                          <a:pt x="41715" y="24870"/>
                          <a:pt x="42380" y="24559"/>
                          <a:pt x="43090" y="24249"/>
                        </a:cubicBezTo>
                        <a:lnTo>
                          <a:pt x="43090" y="24249"/>
                        </a:lnTo>
                        <a:lnTo>
                          <a:pt x="43976" y="24027"/>
                        </a:lnTo>
                        <a:cubicBezTo>
                          <a:pt x="46016" y="23495"/>
                          <a:pt x="48143" y="22919"/>
                          <a:pt x="50227" y="22343"/>
                        </a:cubicBezTo>
                        <a:cubicBezTo>
                          <a:pt x="54483" y="21234"/>
                          <a:pt x="58561" y="20126"/>
                          <a:pt x="61797" y="19284"/>
                        </a:cubicBezTo>
                        <a:cubicBezTo>
                          <a:pt x="62640" y="19062"/>
                          <a:pt x="63393" y="18841"/>
                          <a:pt x="64103" y="18619"/>
                        </a:cubicBezTo>
                        <a:cubicBezTo>
                          <a:pt x="68979" y="17200"/>
                          <a:pt x="73102" y="15471"/>
                          <a:pt x="76604" y="13521"/>
                        </a:cubicBezTo>
                        <a:cubicBezTo>
                          <a:pt x="81392" y="10861"/>
                          <a:pt x="85116" y="7536"/>
                          <a:pt x="88352" y="3945"/>
                        </a:cubicBezTo>
                        <a:cubicBezTo>
                          <a:pt x="89371" y="2748"/>
                          <a:pt x="90347" y="1463"/>
                          <a:pt x="91277" y="177"/>
                        </a:cubicBezTo>
                        <a:lnTo>
                          <a:pt x="91366" y="0"/>
                        </a:lnTo>
                        <a:cubicBezTo>
                          <a:pt x="81746" y="1507"/>
                          <a:pt x="72038" y="3413"/>
                          <a:pt x="62418" y="5541"/>
                        </a:cubicBezTo>
                        <a:cubicBezTo>
                          <a:pt x="57630" y="6650"/>
                          <a:pt x="52843" y="7847"/>
                          <a:pt x="48143" y="9132"/>
                        </a:cubicBezTo>
                        <a:cubicBezTo>
                          <a:pt x="45794" y="9797"/>
                          <a:pt x="43444" y="10462"/>
                          <a:pt x="41184" y="11171"/>
                        </a:cubicBezTo>
                        <a:cubicBezTo>
                          <a:pt x="39942" y="11570"/>
                          <a:pt x="39056" y="11792"/>
                          <a:pt x="38302" y="12191"/>
                        </a:cubicBezTo>
                        <a:lnTo>
                          <a:pt x="35332" y="13831"/>
                        </a:ln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28" name="Forme libre : forme 20927">
                    <a:extLst>
                      <a:ext uri="{FF2B5EF4-FFF2-40B4-BE49-F238E27FC236}">
                        <a16:creationId xmlns:a16="http://schemas.microsoft.com/office/drawing/2014/main" id="{6D99D362-D0E2-4AC9-81D5-8AB3945B3651}"/>
                      </a:ext>
                    </a:extLst>
                  </p:cNvPr>
                  <p:cNvSpPr/>
                  <p:nvPr/>
                </p:nvSpPr>
                <p:spPr>
                  <a:xfrm>
                    <a:off x="5322309" y="1154746"/>
                    <a:ext cx="44231" cy="16134"/>
                  </a:xfrm>
                  <a:custGeom>
                    <a:avLst/>
                    <a:gdLst>
                      <a:gd name="connsiteX0" fmla="*/ 44180 w 44231"/>
                      <a:gd name="connsiteY0" fmla="*/ 2469 h 16134"/>
                      <a:gd name="connsiteX1" fmla="*/ 22414 w 44231"/>
                      <a:gd name="connsiteY1" fmla="*/ 13419 h 16134"/>
                      <a:gd name="connsiteX2" fmla="*/ 16651 w 44231"/>
                      <a:gd name="connsiteY2" fmla="*/ 14660 h 16134"/>
                      <a:gd name="connsiteX3" fmla="*/ 13104 w 44231"/>
                      <a:gd name="connsiteY3" fmla="*/ 15192 h 16134"/>
                      <a:gd name="connsiteX4" fmla="*/ 9824 w 44231"/>
                      <a:gd name="connsiteY4" fmla="*/ 15503 h 16134"/>
                      <a:gd name="connsiteX5" fmla="*/ 6987 w 44231"/>
                      <a:gd name="connsiteY5" fmla="*/ 15902 h 16134"/>
                      <a:gd name="connsiteX6" fmla="*/ 4061 w 44231"/>
                      <a:gd name="connsiteY6" fmla="*/ 16123 h 16134"/>
                      <a:gd name="connsiteX7" fmla="*/ 293 w 44231"/>
                      <a:gd name="connsiteY7" fmla="*/ 14527 h 16134"/>
                      <a:gd name="connsiteX8" fmla="*/ 1179 w 44231"/>
                      <a:gd name="connsiteY8" fmla="*/ 10671 h 16134"/>
                      <a:gd name="connsiteX9" fmla="*/ 3307 w 44231"/>
                      <a:gd name="connsiteY9" fmla="*/ 8543 h 16134"/>
                      <a:gd name="connsiteX10" fmla="*/ 4682 w 44231"/>
                      <a:gd name="connsiteY10" fmla="*/ 7479 h 16134"/>
                      <a:gd name="connsiteX11" fmla="*/ 6499 w 44231"/>
                      <a:gd name="connsiteY11" fmla="*/ 6370 h 16134"/>
                      <a:gd name="connsiteX12" fmla="*/ 10223 w 44231"/>
                      <a:gd name="connsiteY12" fmla="*/ 4907 h 16134"/>
                      <a:gd name="connsiteX13" fmla="*/ 13681 w 44231"/>
                      <a:gd name="connsiteY13" fmla="*/ 3755 h 16134"/>
                      <a:gd name="connsiteX14" fmla="*/ 19355 w 44231"/>
                      <a:gd name="connsiteY14" fmla="*/ 2292 h 16134"/>
                      <a:gd name="connsiteX15" fmla="*/ 44180 w 44231"/>
                      <a:gd name="connsiteY15" fmla="*/ 2469 h 16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44231" h="16134">
                        <a:moveTo>
                          <a:pt x="44180" y="2469"/>
                        </a:moveTo>
                        <a:cubicBezTo>
                          <a:pt x="45289" y="6991"/>
                          <a:pt x="28177" y="11823"/>
                          <a:pt x="22414" y="13419"/>
                        </a:cubicBezTo>
                        <a:cubicBezTo>
                          <a:pt x="20951" y="13774"/>
                          <a:pt x="18912" y="14217"/>
                          <a:pt x="16651" y="14660"/>
                        </a:cubicBezTo>
                        <a:cubicBezTo>
                          <a:pt x="15543" y="14838"/>
                          <a:pt x="14346" y="15015"/>
                          <a:pt x="13104" y="15192"/>
                        </a:cubicBezTo>
                        <a:cubicBezTo>
                          <a:pt x="11952" y="15325"/>
                          <a:pt x="10533" y="15547"/>
                          <a:pt x="9824" y="15503"/>
                        </a:cubicBezTo>
                        <a:cubicBezTo>
                          <a:pt x="9026" y="15503"/>
                          <a:pt x="8139" y="15724"/>
                          <a:pt x="6987" y="15902"/>
                        </a:cubicBezTo>
                        <a:cubicBezTo>
                          <a:pt x="5923" y="16079"/>
                          <a:pt x="4947" y="16168"/>
                          <a:pt x="4061" y="16123"/>
                        </a:cubicBezTo>
                        <a:cubicBezTo>
                          <a:pt x="2288" y="16079"/>
                          <a:pt x="913" y="15636"/>
                          <a:pt x="293" y="14527"/>
                        </a:cubicBezTo>
                        <a:cubicBezTo>
                          <a:pt x="-328" y="13419"/>
                          <a:pt x="71" y="12089"/>
                          <a:pt x="1179" y="10671"/>
                        </a:cubicBezTo>
                        <a:cubicBezTo>
                          <a:pt x="1756" y="9961"/>
                          <a:pt x="2465" y="9252"/>
                          <a:pt x="3307" y="8543"/>
                        </a:cubicBezTo>
                        <a:cubicBezTo>
                          <a:pt x="3706" y="8188"/>
                          <a:pt x="4194" y="7833"/>
                          <a:pt x="4682" y="7479"/>
                        </a:cubicBezTo>
                        <a:cubicBezTo>
                          <a:pt x="5258" y="7124"/>
                          <a:pt x="5834" y="6681"/>
                          <a:pt x="6499" y="6370"/>
                        </a:cubicBezTo>
                        <a:cubicBezTo>
                          <a:pt x="7740" y="5883"/>
                          <a:pt x="8982" y="5395"/>
                          <a:pt x="10223" y="4907"/>
                        </a:cubicBezTo>
                        <a:cubicBezTo>
                          <a:pt x="11420" y="4464"/>
                          <a:pt x="12572" y="4110"/>
                          <a:pt x="13681" y="3755"/>
                        </a:cubicBezTo>
                        <a:cubicBezTo>
                          <a:pt x="15942" y="3046"/>
                          <a:pt x="17981" y="2558"/>
                          <a:pt x="19355" y="2292"/>
                        </a:cubicBezTo>
                        <a:cubicBezTo>
                          <a:pt x="25029" y="918"/>
                          <a:pt x="43028" y="-2186"/>
                          <a:pt x="44180" y="246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29" name="Forme libre : forme 20928">
                    <a:extLst>
                      <a:ext uri="{FF2B5EF4-FFF2-40B4-BE49-F238E27FC236}">
                        <a16:creationId xmlns:a16="http://schemas.microsoft.com/office/drawing/2014/main" id="{0210EC8C-2CEE-4E95-B9E9-14DCE94E17AB}"/>
                      </a:ext>
                    </a:extLst>
                  </p:cNvPr>
                  <p:cNvSpPr/>
                  <p:nvPr/>
                </p:nvSpPr>
                <p:spPr>
                  <a:xfrm>
                    <a:off x="5321968" y="1160806"/>
                    <a:ext cx="32197" cy="9939"/>
                  </a:xfrm>
                  <a:custGeom>
                    <a:avLst/>
                    <a:gdLst>
                      <a:gd name="connsiteX0" fmla="*/ 7948 w 32197"/>
                      <a:gd name="connsiteY0" fmla="*/ 0 h 9939"/>
                      <a:gd name="connsiteX1" fmla="*/ 4978 w 32197"/>
                      <a:gd name="connsiteY1" fmla="*/ 1862 h 9939"/>
                      <a:gd name="connsiteX2" fmla="*/ 2141 w 32197"/>
                      <a:gd name="connsiteY2" fmla="*/ 4123 h 9939"/>
                      <a:gd name="connsiteX3" fmla="*/ 501 w 32197"/>
                      <a:gd name="connsiteY3" fmla="*/ 8556 h 9939"/>
                      <a:gd name="connsiteX4" fmla="*/ 4712 w 32197"/>
                      <a:gd name="connsiteY4" fmla="*/ 9930 h 9939"/>
                      <a:gd name="connsiteX5" fmla="*/ 10209 w 32197"/>
                      <a:gd name="connsiteY5" fmla="*/ 9443 h 9939"/>
                      <a:gd name="connsiteX6" fmla="*/ 13312 w 32197"/>
                      <a:gd name="connsiteY6" fmla="*/ 9177 h 9939"/>
                      <a:gd name="connsiteX7" fmla="*/ 16770 w 32197"/>
                      <a:gd name="connsiteY7" fmla="*/ 8644 h 9939"/>
                      <a:gd name="connsiteX8" fmla="*/ 23021 w 32197"/>
                      <a:gd name="connsiteY8" fmla="*/ 7315 h 9939"/>
                      <a:gd name="connsiteX9" fmla="*/ 32197 w 32197"/>
                      <a:gd name="connsiteY9" fmla="*/ 4300 h 9939"/>
                      <a:gd name="connsiteX10" fmla="*/ 27099 w 32197"/>
                      <a:gd name="connsiteY10" fmla="*/ 5142 h 9939"/>
                      <a:gd name="connsiteX11" fmla="*/ 7948 w 32197"/>
                      <a:gd name="connsiteY11" fmla="*/ 0 h 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2197" h="9939">
                        <a:moveTo>
                          <a:pt x="7948" y="0"/>
                        </a:moveTo>
                        <a:cubicBezTo>
                          <a:pt x="7151" y="399"/>
                          <a:pt x="5998" y="1064"/>
                          <a:pt x="4978" y="1862"/>
                        </a:cubicBezTo>
                        <a:cubicBezTo>
                          <a:pt x="4003" y="2571"/>
                          <a:pt x="2983" y="3369"/>
                          <a:pt x="2141" y="4123"/>
                        </a:cubicBezTo>
                        <a:cubicBezTo>
                          <a:pt x="412" y="5719"/>
                          <a:pt x="-696" y="7359"/>
                          <a:pt x="501" y="8556"/>
                        </a:cubicBezTo>
                        <a:cubicBezTo>
                          <a:pt x="1476" y="9487"/>
                          <a:pt x="2939" y="9886"/>
                          <a:pt x="4712" y="9930"/>
                        </a:cubicBezTo>
                        <a:cubicBezTo>
                          <a:pt x="6352" y="10019"/>
                          <a:pt x="8835" y="9443"/>
                          <a:pt x="10209" y="9443"/>
                        </a:cubicBezTo>
                        <a:cubicBezTo>
                          <a:pt x="10874" y="9487"/>
                          <a:pt x="12204" y="9310"/>
                          <a:pt x="13312" y="9177"/>
                        </a:cubicBezTo>
                        <a:cubicBezTo>
                          <a:pt x="14465" y="8999"/>
                          <a:pt x="15618" y="8822"/>
                          <a:pt x="16770" y="8644"/>
                        </a:cubicBezTo>
                        <a:cubicBezTo>
                          <a:pt x="19031" y="8245"/>
                          <a:pt x="21203" y="7758"/>
                          <a:pt x="23021" y="7315"/>
                        </a:cubicBezTo>
                        <a:cubicBezTo>
                          <a:pt x="25149" y="6783"/>
                          <a:pt x="29892" y="5275"/>
                          <a:pt x="32197" y="4300"/>
                        </a:cubicBezTo>
                        <a:cubicBezTo>
                          <a:pt x="30779" y="4566"/>
                          <a:pt x="28474" y="5142"/>
                          <a:pt x="27099" y="5142"/>
                        </a:cubicBezTo>
                        <a:cubicBezTo>
                          <a:pt x="19297" y="5364"/>
                          <a:pt x="10076" y="5231"/>
                          <a:pt x="7948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30" name="Forme libre : forme 20929">
                    <a:extLst>
                      <a:ext uri="{FF2B5EF4-FFF2-40B4-BE49-F238E27FC236}">
                        <a16:creationId xmlns:a16="http://schemas.microsoft.com/office/drawing/2014/main" id="{973A00DB-30C6-49CF-BBD5-557E0B797ADC}"/>
                      </a:ext>
                    </a:extLst>
                  </p:cNvPr>
                  <p:cNvSpPr/>
                  <p:nvPr/>
                </p:nvSpPr>
                <p:spPr>
                  <a:xfrm>
                    <a:off x="5325040" y="1155294"/>
                    <a:ext cx="44115" cy="15883"/>
                  </a:xfrm>
                  <a:custGeom>
                    <a:avLst/>
                    <a:gdLst>
                      <a:gd name="connsiteX0" fmla="*/ 44109 w 44115"/>
                      <a:gd name="connsiteY0" fmla="*/ 2630 h 15883"/>
                      <a:gd name="connsiteX1" fmla="*/ 22121 w 44115"/>
                      <a:gd name="connsiteY1" fmla="*/ 13713 h 15883"/>
                      <a:gd name="connsiteX2" fmla="*/ 9354 w 44115"/>
                      <a:gd name="connsiteY2" fmla="*/ 15841 h 15883"/>
                      <a:gd name="connsiteX3" fmla="*/ 6738 w 44115"/>
                      <a:gd name="connsiteY3" fmla="*/ 15752 h 15883"/>
                      <a:gd name="connsiteX4" fmla="*/ 4167 w 44115"/>
                      <a:gd name="connsiteY4" fmla="*/ 15752 h 15883"/>
                      <a:gd name="connsiteX5" fmla="*/ 355 w 44115"/>
                      <a:gd name="connsiteY5" fmla="*/ 14068 h 15883"/>
                      <a:gd name="connsiteX6" fmla="*/ 1153 w 44115"/>
                      <a:gd name="connsiteY6" fmla="*/ 10299 h 15883"/>
                      <a:gd name="connsiteX7" fmla="*/ 3369 w 44115"/>
                      <a:gd name="connsiteY7" fmla="*/ 8172 h 15883"/>
                      <a:gd name="connsiteX8" fmla="*/ 6738 w 44115"/>
                      <a:gd name="connsiteY8" fmla="*/ 6398 h 15883"/>
                      <a:gd name="connsiteX9" fmla="*/ 19284 w 44115"/>
                      <a:gd name="connsiteY9" fmla="*/ 2453 h 15883"/>
                      <a:gd name="connsiteX10" fmla="*/ 44109 w 44115"/>
                      <a:gd name="connsiteY10" fmla="*/ 2630 h 15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4115" h="15883">
                        <a:moveTo>
                          <a:pt x="44109" y="2630"/>
                        </a:moveTo>
                        <a:cubicBezTo>
                          <a:pt x="43622" y="7418"/>
                          <a:pt x="28283" y="11940"/>
                          <a:pt x="22121" y="13713"/>
                        </a:cubicBezTo>
                        <a:cubicBezTo>
                          <a:pt x="19018" y="14600"/>
                          <a:pt x="13876" y="15575"/>
                          <a:pt x="9354" y="15841"/>
                        </a:cubicBezTo>
                        <a:cubicBezTo>
                          <a:pt x="8068" y="15974"/>
                          <a:pt x="7492" y="15752"/>
                          <a:pt x="6738" y="15752"/>
                        </a:cubicBezTo>
                        <a:cubicBezTo>
                          <a:pt x="6118" y="15708"/>
                          <a:pt x="4965" y="15797"/>
                          <a:pt x="4167" y="15752"/>
                        </a:cubicBezTo>
                        <a:cubicBezTo>
                          <a:pt x="2438" y="15664"/>
                          <a:pt x="1064" y="15176"/>
                          <a:pt x="355" y="14068"/>
                        </a:cubicBezTo>
                        <a:cubicBezTo>
                          <a:pt x="-354" y="12959"/>
                          <a:pt x="44" y="11674"/>
                          <a:pt x="1153" y="10299"/>
                        </a:cubicBezTo>
                        <a:cubicBezTo>
                          <a:pt x="1729" y="9590"/>
                          <a:pt x="2394" y="8925"/>
                          <a:pt x="3369" y="8172"/>
                        </a:cubicBezTo>
                        <a:cubicBezTo>
                          <a:pt x="4300" y="7374"/>
                          <a:pt x="5719" y="6930"/>
                          <a:pt x="6738" y="6398"/>
                        </a:cubicBezTo>
                        <a:cubicBezTo>
                          <a:pt x="11260" y="4448"/>
                          <a:pt x="16713" y="3074"/>
                          <a:pt x="19284" y="2453"/>
                        </a:cubicBezTo>
                        <a:cubicBezTo>
                          <a:pt x="24427" y="1123"/>
                          <a:pt x="44508" y="-2423"/>
                          <a:pt x="44109" y="263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31" name="Forme libre : forme 20930">
                    <a:extLst>
                      <a:ext uri="{FF2B5EF4-FFF2-40B4-BE49-F238E27FC236}">
                        <a16:creationId xmlns:a16="http://schemas.microsoft.com/office/drawing/2014/main" id="{2551F3DF-015F-4719-BEEB-C9D7B34766C6}"/>
                      </a:ext>
                    </a:extLst>
                  </p:cNvPr>
                  <p:cNvSpPr/>
                  <p:nvPr/>
                </p:nvSpPr>
                <p:spPr>
                  <a:xfrm>
                    <a:off x="5302475" y="1162434"/>
                    <a:ext cx="55431" cy="19460"/>
                  </a:xfrm>
                  <a:custGeom>
                    <a:avLst/>
                    <a:gdLst>
                      <a:gd name="connsiteX0" fmla="*/ 1862 w 55431"/>
                      <a:gd name="connsiteY0" fmla="*/ 17479 h 19460"/>
                      <a:gd name="connsiteX1" fmla="*/ 9664 w 55431"/>
                      <a:gd name="connsiteY1" fmla="*/ 19429 h 19460"/>
                      <a:gd name="connsiteX2" fmla="*/ 30899 w 55431"/>
                      <a:gd name="connsiteY2" fmla="*/ 16725 h 19460"/>
                      <a:gd name="connsiteX3" fmla="*/ 34002 w 55431"/>
                      <a:gd name="connsiteY3" fmla="*/ 16104 h 19460"/>
                      <a:gd name="connsiteX4" fmla="*/ 39366 w 55431"/>
                      <a:gd name="connsiteY4" fmla="*/ 14641 h 19460"/>
                      <a:gd name="connsiteX5" fmla="*/ 48986 w 55431"/>
                      <a:gd name="connsiteY5" fmla="*/ 10652 h 19460"/>
                      <a:gd name="connsiteX6" fmla="*/ 54971 w 55431"/>
                      <a:gd name="connsiteY6" fmla="*/ 2672 h 19460"/>
                      <a:gd name="connsiteX7" fmla="*/ 47523 w 55431"/>
                      <a:gd name="connsiteY7" fmla="*/ 1652 h 19460"/>
                      <a:gd name="connsiteX8" fmla="*/ 26953 w 55431"/>
                      <a:gd name="connsiteY8" fmla="*/ 145 h 19460"/>
                      <a:gd name="connsiteX9" fmla="*/ 16802 w 55431"/>
                      <a:gd name="connsiteY9" fmla="*/ 190 h 19460"/>
                      <a:gd name="connsiteX10" fmla="*/ 6207 w 55431"/>
                      <a:gd name="connsiteY10" fmla="*/ 3958 h 19460"/>
                      <a:gd name="connsiteX11" fmla="*/ 1862 w 55431"/>
                      <a:gd name="connsiteY11" fmla="*/ 17479 h 19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431" h="19460">
                        <a:moveTo>
                          <a:pt x="1862" y="17479"/>
                        </a:moveTo>
                        <a:cubicBezTo>
                          <a:pt x="4433" y="19340"/>
                          <a:pt x="5852" y="19562"/>
                          <a:pt x="9664" y="19429"/>
                        </a:cubicBezTo>
                        <a:cubicBezTo>
                          <a:pt x="16935" y="19296"/>
                          <a:pt x="22875" y="19252"/>
                          <a:pt x="30899" y="16725"/>
                        </a:cubicBezTo>
                        <a:cubicBezTo>
                          <a:pt x="33514" y="15838"/>
                          <a:pt x="31386" y="16769"/>
                          <a:pt x="34002" y="16104"/>
                        </a:cubicBezTo>
                        <a:cubicBezTo>
                          <a:pt x="35775" y="15705"/>
                          <a:pt x="37637" y="15218"/>
                          <a:pt x="39366" y="14641"/>
                        </a:cubicBezTo>
                        <a:cubicBezTo>
                          <a:pt x="42913" y="13533"/>
                          <a:pt x="46237" y="12159"/>
                          <a:pt x="48986" y="10652"/>
                        </a:cubicBezTo>
                        <a:cubicBezTo>
                          <a:pt x="53109" y="8391"/>
                          <a:pt x="56744" y="5155"/>
                          <a:pt x="54971" y="2672"/>
                        </a:cubicBezTo>
                        <a:cubicBezTo>
                          <a:pt x="53862" y="1121"/>
                          <a:pt x="50404" y="1785"/>
                          <a:pt x="47523" y="1652"/>
                        </a:cubicBezTo>
                        <a:cubicBezTo>
                          <a:pt x="40607" y="1386"/>
                          <a:pt x="34312" y="1386"/>
                          <a:pt x="26953" y="145"/>
                        </a:cubicBezTo>
                        <a:cubicBezTo>
                          <a:pt x="23451" y="145"/>
                          <a:pt x="20348" y="-209"/>
                          <a:pt x="16802" y="190"/>
                        </a:cubicBezTo>
                        <a:cubicBezTo>
                          <a:pt x="13300" y="544"/>
                          <a:pt x="9709" y="1519"/>
                          <a:pt x="6207" y="3958"/>
                        </a:cubicBezTo>
                        <a:cubicBezTo>
                          <a:pt x="-44" y="8346"/>
                          <a:pt x="-1729" y="14952"/>
                          <a:pt x="1862" y="1747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32" name="Forme libre : forme 20931">
                    <a:extLst>
                      <a:ext uri="{FF2B5EF4-FFF2-40B4-BE49-F238E27FC236}">
                        <a16:creationId xmlns:a16="http://schemas.microsoft.com/office/drawing/2014/main" id="{2B0F56E9-6532-42CC-9BF5-2AF552681DE7}"/>
                      </a:ext>
                    </a:extLst>
                  </p:cNvPr>
                  <p:cNvSpPr/>
                  <p:nvPr/>
                </p:nvSpPr>
                <p:spPr>
                  <a:xfrm>
                    <a:off x="5311386" y="1157712"/>
                    <a:ext cx="16246" cy="12606"/>
                  </a:xfrm>
                  <a:custGeom>
                    <a:avLst/>
                    <a:gdLst>
                      <a:gd name="connsiteX0" fmla="*/ 975 w 16246"/>
                      <a:gd name="connsiteY0" fmla="*/ 10186 h 12606"/>
                      <a:gd name="connsiteX1" fmla="*/ 0 w 16246"/>
                      <a:gd name="connsiteY1" fmla="*/ 12093 h 12606"/>
                      <a:gd name="connsiteX2" fmla="*/ 1773 w 16246"/>
                      <a:gd name="connsiteY2" fmla="*/ 12403 h 12606"/>
                      <a:gd name="connsiteX3" fmla="*/ 4832 w 16246"/>
                      <a:gd name="connsiteY3" fmla="*/ 10807 h 12606"/>
                      <a:gd name="connsiteX4" fmla="*/ 11881 w 16246"/>
                      <a:gd name="connsiteY4" fmla="*/ 6019 h 12606"/>
                      <a:gd name="connsiteX5" fmla="*/ 14319 w 16246"/>
                      <a:gd name="connsiteY5" fmla="*/ 4024 h 12606"/>
                      <a:gd name="connsiteX6" fmla="*/ 16048 w 16246"/>
                      <a:gd name="connsiteY6" fmla="*/ 300 h 12606"/>
                      <a:gd name="connsiteX7" fmla="*/ 14097 w 16246"/>
                      <a:gd name="connsiteY7" fmla="*/ 123 h 12606"/>
                      <a:gd name="connsiteX8" fmla="*/ 10994 w 16246"/>
                      <a:gd name="connsiteY8" fmla="*/ 1320 h 12606"/>
                      <a:gd name="connsiteX9" fmla="*/ 975 w 16246"/>
                      <a:gd name="connsiteY9" fmla="*/ 10186 h 12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246" h="12606">
                        <a:moveTo>
                          <a:pt x="975" y="10186"/>
                        </a:moveTo>
                        <a:cubicBezTo>
                          <a:pt x="399" y="10940"/>
                          <a:pt x="0" y="11472"/>
                          <a:pt x="0" y="12093"/>
                        </a:cubicBezTo>
                        <a:cubicBezTo>
                          <a:pt x="44" y="12713"/>
                          <a:pt x="842" y="12713"/>
                          <a:pt x="1773" y="12403"/>
                        </a:cubicBezTo>
                        <a:cubicBezTo>
                          <a:pt x="2660" y="12093"/>
                          <a:pt x="3901" y="11383"/>
                          <a:pt x="4832" y="10807"/>
                        </a:cubicBezTo>
                        <a:cubicBezTo>
                          <a:pt x="7182" y="9300"/>
                          <a:pt x="9708" y="7659"/>
                          <a:pt x="11881" y="6019"/>
                        </a:cubicBezTo>
                        <a:cubicBezTo>
                          <a:pt x="12812" y="5354"/>
                          <a:pt x="13654" y="4778"/>
                          <a:pt x="14319" y="4024"/>
                        </a:cubicBezTo>
                        <a:cubicBezTo>
                          <a:pt x="15604" y="2561"/>
                          <a:pt x="16713" y="921"/>
                          <a:pt x="16048" y="300"/>
                        </a:cubicBezTo>
                        <a:cubicBezTo>
                          <a:pt x="15782" y="-10"/>
                          <a:pt x="15117" y="-99"/>
                          <a:pt x="14097" y="123"/>
                        </a:cubicBezTo>
                        <a:cubicBezTo>
                          <a:pt x="13122" y="300"/>
                          <a:pt x="12235" y="611"/>
                          <a:pt x="10994" y="1320"/>
                        </a:cubicBezTo>
                        <a:cubicBezTo>
                          <a:pt x="7093" y="3448"/>
                          <a:pt x="3369" y="7216"/>
                          <a:pt x="975" y="1018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33" name="Forme libre : forme 20932">
                    <a:extLst>
                      <a:ext uri="{FF2B5EF4-FFF2-40B4-BE49-F238E27FC236}">
                        <a16:creationId xmlns:a16="http://schemas.microsoft.com/office/drawing/2014/main" id="{F97746D1-D866-4331-AEDB-D231BBF2B83C}"/>
                      </a:ext>
                    </a:extLst>
                  </p:cNvPr>
                  <p:cNvSpPr/>
                  <p:nvPr/>
                </p:nvSpPr>
                <p:spPr>
                  <a:xfrm>
                    <a:off x="5358022" y="1156860"/>
                    <a:ext cx="24780" cy="18486"/>
                  </a:xfrm>
                  <a:custGeom>
                    <a:avLst/>
                    <a:gdLst>
                      <a:gd name="connsiteX0" fmla="*/ 24781 w 24780"/>
                      <a:gd name="connsiteY0" fmla="*/ 0 h 18486"/>
                      <a:gd name="connsiteX1" fmla="*/ 0 w 24780"/>
                      <a:gd name="connsiteY1" fmla="*/ 18486 h 18486"/>
                      <a:gd name="connsiteX2" fmla="*/ 24781 w 24780"/>
                      <a:gd name="connsiteY2" fmla="*/ 0 h 18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4780" h="18486">
                        <a:moveTo>
                          <a:pt x="24781" y="0"/>
                        </a:moveTo>
                        <a:cubicBezTo>
                          <a:pt x="21900" y="7093"/>
                          <a:pt x="8379" y="14009"/>
                          <a:pt x="0" y="18486"/>
                        </a:cubicBezTo>
                        <a:cubicBezTo>
                          <a:pt x="9132" y="13698"/>
                          <a:pt x="18442" y="6073"/>
                          <a:pt x="2478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34" name="Forme libre : forme 20933">
                    <a:extLst>
                      <a:ext uri="{FF2B5EF4-FFF2-40B4-BE49-F238E27FC236}">
                        <a16:creationId xmlns:a16="http://schemas.microsoft.com/office/drawing/2014/main" id="{DC8856DE-BA21-42F5-8E29-4C8C74A9BD12}"/>
                      </a:ext>
                    </a:extLst>
                  </p:cNvPr>
                  <p:cNvSpPr/>
                  <p:nvPr/>
                </p:nvSpPr>
                <p:spPr>
                  <a:xfrm>
                    <a:off x="5292767" y="1153757"/>
                    <a:ext cx="23185" cy="26864"/>
                  </a:xfrm>
                  <a:custGeom>
                    <a:avLst/>
                    <a:gdLst>
                      <a:gd name="connsiteX0" fmla="*/ 23185 w 23185"/>
                      <a:gd name="connsiteY0" fmla="*/ 0 h 26864"/>
                      <a:gd name="connsiteX1" fmla="*/ 0 w 23185"/>
                      <a:gd name="connsiteY1" fmla="*/ 26865 h 26864"/>
                      <a:gd name="connsiteX2" fmla="*/ 23185 w 23185"/>
                      <a:gd name="connsiteY2" fmla="*/ 0 h 26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185" h="26864">
                        <a:moveTo>
                          <a:pt x="23185" y="0"/>
                        </a:moveTo>
                        <a:cubicBezTo>
                          <a:pt x="11393" y="6827"/>
                          <a:pt x="4079" y="17555"/>
                          <a:pt x="0" y="26865"/>
                        </a:cubicBezTo>
                        <a:cubicBezTo>
                          <a:pt x="3280" y="17910"/>
                          <a:pt x="13831" y="7049"/>
                          <a:pt x="2318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35" name="Forme libre : forme 20934">
                    <a:extLst>
                      <a:ext uri="{FF2B5EF4-FFF2-40B4-BE49-F238E27FC236}">
                        <a16:creationId xmlns:a16="http://schemas.microsoft.com/office/drawing/2014/main" id="{FA316712-CA09-4A9D-8F95-F87082508A95}"/>
                      </a:ext>
                    </a:extLst>
                  </p:cNvPr>
                  <p:cNvSpPr/>
                  <p:nvPr/>
                </p:nvSpPr>
                <p:spPr>
                  <a:xfrm>
                    <a:off x="5339063" y="1156764"/>
                    <a:ext cx="16891" cy="4527"/>
                  </a:xfrm>
                  <a:custGeom>
                    <a:avLst/>
                    <a:gdLst>
                      <a:gd name="connsiteX0" fmla="*/ 16831 w 16891"/>
                      <a:gd name="connsiteY0" fmla="*/ 1249 h 4527"/>
                      <a:gd name="connsiteX1" fmla="*/ 7255 w 16891"/>
                      <a:gd name="connsiteY1" fmla="*/ 4219 h 4527"/>
                      <a:gd name="connsiteX2" fmla="*/ 74 w 16891"/>
                      <a:gd name="connsiteY2" fmla="*/ 3155 h 4527"/>
                      <a:gd name="connsiteX3" fmla="*/ 9117 w 16891"/>
                      <a:gd name="connsiteY3" fmla="*/ 318 h 4527"/>
                      <a:gd name="connsiteX4" fmla="*/ 16831 w 16891"/>
                      <a:gd name="connsiteY4" fmla="*/ 1249 h 4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891" h="4527">
                        <a:moveTo>
                          <a:pt x="16831" y="1249"/>
                        </a:moveTo>
                        <a:cubicBezTo>
                          <a:pt x="16077" y="3067"/>
                          <a:pt x="9339" y="3953"/>
                          <a:pt x="7255" y="4219"/>
                        </a:cubicBezTo>
                        <a:cubicBezTo>
                          <a:pt x="5172" y="4485"/>
                          <a:pt x="-724" y="5106"/>
                          <a:pt x="74" y="3155"/>
                        </a:cubicBezTo>
                        <a:cubicBezTo>
                          <a:pt x="872" y="1205"/>
                          <a:pt x="7122" y="495"/>
                          <a:pt x="9117" y="318"/>
                        </a:cubicBezTo>
                        <a:cubicBezTo>
                          <a:pt x="11068" y="96"/>
                          <a:pt x="17585" y="-613"/>
                          <a:pt x="16831" y="124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36" name="Forme libre : forme 20935">
                    <a:extLst>
                      <a:ext uri="{FF2B5EF4-FFF2-40B4-BE49-F238E27FC236}">
                        <a16:creationId xmlns:a16="http://schemas.microsoft.com/office/drawing/2014/main" id="{BD3218BD-A9AD-404B-90BA-4A7BBFF2BDE2}"/>
                      </a:ext>
                    </a:extLst>
                  </p:cNvPr>
                  <p:cNvSpPr/>
                  <p:nvPr/>
                </p:nvSpPr>
                <p:spPr>
                  <a:xfrm>
                    <a:off x="5353634" y="1156649"/>
                    <a:ext cx="4784" cy="1824"/>
                  </a:xfrm>
                  <a:custGeom>
                    <a:avLst/>
                    <a:gdLst>
                      <a:gd name="connsiteX0" fmla="*/ 4743 w 4784"/>
                      <a:gd name="connsiteY0" fmla="*/ 389 h 1824"/>
                      <a:gd name="connsiteX1" fmla="*/ 2748 w 4784"/>
                      <a:gd name="connsiteY1" fmla="*/ 1630 h 1824"/>
                      <a:gd name="connsiteX2" fmla="*/ 44 w 4784"/>
                      <a:gd name="connsiteY2" fmla="*/ 1453 h 1824"/>
                      <a:gd name="connsiteX3" fmla="*/ 1950 w 4784"/>
                      <a:gd name="connsiteY3" fmla="*/ 211 h 1824"/>
                      <a:gd name="connsiteX4" fmla="*/ 4743 w 4784"/>
                      <a:gd name="connsiteY4" fmla="*/ 389 h 1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84" h="1824">
                        <a:moveTo>
                          <a:pt x="4743" y="389"/>
                        </a:moveTo>
                        <a:cubicBezTo>
                          <a:pt x="5053" y="965"/>
                          <a:pt x="3546" y="1453"/>
                          <a:pt x="2748" y="1630"/>
                        </a:cubicBezTo>
                        <a:cubicBezTo>
                          <a:pt x="1950" y="1807"/>
                          <a:pt x="354" y="2029"/>
                          <a:pt x="44" y="1453"/>
                        </a:cubicBezTo>
                        <a:cubicBezTo>
                          <a:pt x="-267" y="876"/>
                          <a:pt x="1152" y="389"/>
                          <a:pt x="1950" y="211"/>
                        </a:cubicBezTo>
                        <a:cubicBezTo>
                          <a:pt x="2792" y="34"/>
                          <a:pt x="4432" y="-232"/>
                          <a:pt x="4743" y="3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37" name="Forme libre : forme 20936">
                    <a:extLst>
                      <a:ext uri="{FF2B5EF4-FFF2-40B4-BE49-F238E27FC236}">
                        <a16:creationId xmlns:a16="http://schemas.microsoft.com/office/drawing/2014/main" id="{9F51C3CA-D966-423E-8F67-082EC566849F}"/>
                      </a:ext>
                    </a:extLst>
                  </p:cNvPr>
                  <p:cNvSpPr/>
                  <p:nvPr/>
                </p:nvSpPr>
                <p:spPr>
                  <a:xfrm>
                    <a:off x="5336596" y="1144957"/>
                    <a:ext cx="43825" cy="11421"/>
                  </a:xfrm>
                  <a:custGeom>
                    <a:avLst/>
                    <a:gdLst>
                      <a:gd name="connsiteX0" fmla="*/ 32022 w 43825"/>
                      <a:gd name="connsiteY0" fmla="*/ 3214 h 11421"/>
                      <a:gd name="connsiteX1" fmla="*/ 43415 w 43825"/>
                      <a:gd name="connsiteY1" fmla="*/ 8179 h 11421"/>
                      <a:gd name="connsiteX2" fmla="*/ 40976 w 43825"/>
                      <a:gd name="connsiteY2" fmla="*/ 11282 h 11421"/>
                      <a:gd name="connsiteX3" fmla="*/ 35745 w 43825"/>
                      <a:gd name="connsiteY3" fmla="*/ 10617 h 11421"/>
                      <a:gd name="connsiteX4" fmla="*/ 19919 w 43825"/>
                      <a:gd name="connsiteY4" fmla="*/ 7603 h 11421"/>
                      <a:gd name="connsiteX5" fmla="*/ 192 w 43825"/>
                      <a:gd name="connsiteY5" fmla="*/ 5209 h 11421"/>
                      <a:gd name="connsiteX6" fmla="*/ 21382 w 43825"/>
                      <a:gd name="connsiteY6" fmla="*/ 111 h 11421"/>
                      <a:gd name="connsiteX7" fmla="*/ 32022 w 43825"/>
                      <a:gd name="connsiteY7" fmla="*/ 3214 h 11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825" h="11421">
                        <a:moveTo>
                          <a:pt x="32022" y="3214"/>
                        </a:moveTo>
                        <a:cubicBezTo>
                          <a:pt x="36854" y="4500"/>
                          <a:pt x="40311" y="5475"/>
                          <a:pt x="43415" y="8179"/>
                        </a:cubicBezTo>
                        <a:cubicBezTo>
                          <a:pt x="44567" y="9154"/>
                          <a:pt x="43149" y="10883"/>
                          <a:pt x="40976" y="11282"/>
                        </a:cubicBezTo>
                        <a:cubicBezTo>
                          <a:pt x="38804" y="11681"/>
                          <a:pt x="37341" y="11149"/>
                          <a:pt x="35745" y="10617"/>
                        </a:cubicBezTo>
                        <a:cubicBezTo>
                          <a:pt x="30825" y="8977"/>
                          <a:pt x="25682" y="8179"/>
                          <a:pt x="19919" y="7603"/>
                        </a:cubicBezTo>
                        <a:cubicBezTo>
                          <a:pt x="16328" y="7115"/>
                          <a:pt x="-2069" y="9420"/>
                          <a:pt x="192" y="5209"/>
                        </a:cubicBezTo>
                        <a:cubicBezTo>
                          <a:pt x="2541" y="909"/>
                          <a:pt x="16550" y="-421"/>
                          <a:pt x="21382" y="111"/>
                        </a:cubicBezTo>
                        <a:cubicBezTo>
                          <a:pt x="26214" y="554"/>
                          <a:pt x="28386" y="2239"/>
                          <a:pt x="32022" y="321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913" name="Graphique 2">
                  <a:extLst>
                    <a:ext uri="{FF2B5EF4-FFF2-40B4-BE49-F238E27FC236}">
                      <a16:creationId xmlns:a16="http://schemas.microsoft.com/office/drawing/2014/main" id="{6EE6E21D-90F1-457D-A56F-1C64F50EFAF4}"/>
                    </a:ext>
                  </a:extLst>
                </p:cNvPr>
                <p:cNvGrpSpPr/>
                <p:nvPr/>
              </p:nvGrpSpPr>
              <p:grpSpPr>
                <a:xfrm>
                  <a:off x="5384938" y="1132022"/>
                  <a:ext cx="98279" cy="35920"/>
                  <a:chOff x="5384938" y="1132022"/>
                  <a:chExt cx="98279" cy="35920"/>
                </a:xfrm>
                <a:solidFill>
                  <a:schemeClr val="accent1"/>
                </a:solidFill>
              </p:grpSpPr>
              <p:sp>
                <p:nvSpPr>
                  <p:cNvPr id="20914" name="Forme libre : forme 20913">
                    <a:extLst>
                      <a:ext uri="{FF2B5EF4-FFF2-40B4-BE49-F238E27FC236}">
                        <a16:creationId xmlns:a16="http://schemas.microsoft.com/office/drawing/2014/main" id="{1667A7AF-9E1A-497E-B025-DE7BF3527EC8}"/>
                      </a:ext>
                    </a:extLst>
                  </p:cNvPr>
                  <p:cNvSpPr/>
                  <p:nvPr/>
                </p:nvSpPr>
                <p:spPr>
                  <a:xfrm>
                    <a:off x="5384938" y="1132022"/>
                    <a:ext cx="98279" cy="35920"/>
                  </a:xfrm>
                  <a:custGeom>
                    <a:avLst/>
                    <a:gdLst>
                      <a:gd name="connsiteX0" fmla="*/ 65159 w 98279"/>
                      <a:gd name="connsiteY0" fmla="*/ 35832 h 35920"/>
                      <a:gd name="connsiteX1" fmla="*/ 58465 w 98279"/>
                      <a:gd name="connsiteY1" fmla="*/ 35743 h 35920"/>
                      <a:gd name="connsiteX2" fmla="*/ 50087 w 98279"/>
                      <a:gd name="connsiteY2" fmla="*/ 35655 h 35920"/>
                      <a:gd name="connsiteX3" fmla="*/ 41486 w 98279"/>
                      <a:gd name="connsiteY3" fmla="*/ 35743 h 35920"/>
                      <a:gd name="connsiteX4" fmla="*/ 34349 w 98279"/>
                      <a:gd name="connsiteY4" fmla="*/ 35921 h 35920"/>
                      <a:gd name="connsiteX5" fmla="*/ 2608 w 98279"/>
                      <a:gd name="connsiteY5" fmla="*/ 25724 h 35920"/>
                      <a:gd name="connsiteX6" fmla="*/ 1677 w 98279"/>
                      <a:gd name="connsiteY6" fmla="*/ 15706 h 35920"/>
                      <a:gd name="connsiteX7" fmla="*/ 33152 w 98279"/>
                      <a:gd name="connsiteY7" fmla="*/ 810 h 35920"/>
                      <a:gd name="connsiteX8" fmla="*/ 66445 w 98279"/>
                      <a:gd name="connsiteY8" fmla="*/ 722 h 35920"/>
                      <a:gd name="connsiteX9" fmla="*/ 85729 w 98279"/>
                      <a:gd name="connsiteY9" fmla="*/ 7371 h 35920"/>
                      <a:gd name="connsiteX10" fmla="*/ 97166 w 98279"/>
                      <a:gd name="connsiteY10" fmla="*/ 19518 h 35920"/>
                      <a:gd name="connsiteX11" fmla="*/ 95127 w 98279"/>
                      <a:gd name="connsiteY11" fmla="*/ 29094 h 35920"/>
                      <a:gd name="connsiteX12" fmla="*/ 88433 w 98279"/>
                      <a:gd name="connsiteY12" fmla="*/ 32108 h 35920"/>
                      <a:gd name="connsiteX13" fmla="*/ 81650 w 98279"/>
                      <a:gd name="connsiteY13" fmla="*/ 34280 h 35920"/>
                      <a:gd name="connsiteX14" fmla="*/ 74158 w 98279"/>
                      <a:gd name="connsiteY14" fmla="*/ 35477 h 35920"/>
                      <a:gd name="connsiteX15" fmla="*/ 65159 w 98279"/>
                      <a:gd name="connsiteY15" fmla="*/ 35832 h 35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8279" h="35920">
                        <a:moveTo>
                          <a:pt x="65159" y="35832"/>
                        </a:moveTo>
                        <a:cubicBezTo>
                          <a:pt x="63475" y="35699"/>
                          <a:pt x="61036" y="35832"/>
                          <a:pt x="58465" y="35743"/>
                        </a:cubicBezTo>
                        <a:cubicBezTo>
                          <a:pt x="55850" y="35788"/>
                          <a:pt x="53057" y="35522"/>
                          <a:pt x="50087" y="35655"/>
                        </a:cubicBezTo>
                        <a:cubicBezTo>
                          <a:pt x="47161" y="35699"/>
                          <a:pt x="44191" y="35699"/>
                          <a:pt x="41486" y="35743"/>
                        </a:cubicBezTo>
                        <a:cubicBezTo>
                          <a:pt x="38738" y="35788"/>
                          <a:pt x="36300" y="35876"/>
                          <a:pt x="34349" y="35921"/>
                        </a:cubicBezTo>
                        <a:cubicBezTo>
                          <a:pt x="19720" y="35965"/>
                          <a:pt x="11519" y="32152"/>
                          <a:pt x="2608" y="25724"/>
                        </a:cubicBezTo>
                        <a:cubicBezTo>
                          <a:pt x="-451" y="23552"/>
                          <a:pt x="-894" y="18499"/>
                          <a:pt x="1677" y="15706"/>
                        </a:cubicBezTo>
                        <a:cubicBezTo>
                          <a:pt x="9213" y="7948"/>
                          <a:pt x="17991" y="2406"/>
                          <a:pt x="33152" y="810"/>
                        </a:cubicBezTo>
                        <a:cubicBezTo>
                          <a:pt x="41132" y="-386"/>
                          <a:pt x="57800" y="-120"/>
                          <a:pt x="66445" y="722"/>
                        </a:cubicBezTo>
                        <a:cubicBezTo>
                          <a:pt x="74646" y="1874"/>
                          <a:pt x="80808" y="3914"/>
                          <a:pt x="85729" y="7371"/>
                        </a:cubicBezTo>
                        <a:cubicBezTo>
                          <a:pt x="90649" y="10386"/>
                          <a:pt x="94240" y="14863"/>
                          <a:pt x="97166" y="19518"/>
                        </a:cubicBezTo>
                        <a:cubicBezTo>
                          <a:pt x="99250" y="22754"/>
                          <a:pt x="98319" y="27453"/>
                          <a:pt x="95127" y="29094"/>
                        </a:cubicBezTo>
                        <a:cubicBezTo>
                          <a:pt x="92822" y="30246"/>
                          <a:pt x="90649" y="31266"/>
                          <a:pt x="88433" y="32108"/>
                        </a:cubicBezTo>
                        <a:cubicBezTo>
                          <a:pt x="86261" y="32906"/>
                          <a:pt x="84088" y="33527"/>
                          <a:pt x="81650" y="34280"/>
                        </a:cubicBezTo>
                        <a:cubicBezTo>
                          <a:pt x="79256" y="34901"/>
                          <a:pt x="76774" y="35300"/>
                          <a:pt x="74158" y="35477"/>
                        </a:cubicBezTo>
                        <a:cubicBezTo>
                          <a:pt x="71410" y="35788"/>
                          <a:pt x="68395" y="35965"/>
                          <a:pt x="65159" y="3583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15" name="Forme libre : forme 20914">
                    <a:extLst>
                      <a:ext uri="{FF2B5EF4-FFF2-40B4-BE49-F238E27FC236}">
                        <a16:creationId xmlns:a16="http://schemas.microsoft.com/office/drawing/2014/main" id="{336D3045-9696-4694-B392-3B3941D6BC33}"/>
                      </a:ext>
                    </a:extLst>
                  </p:cNvPr>
                  <p:cNvSpPr/>
                  <p:nvPr/>
                </p:nvSpPr>
                <p:spPr>
                  <a:xfrm>
                    <a:off x="5385064" y="1153846"/>
                    <a:ext cx="95134" cy="13964"/>
                  </a:xfrm>
                  <a:custGeom>
                    <a:avLst/>
                    <a:gdLst>
                      <a:gd name="connsiteX0" fmla="*/ 38479 w 95134"/>
                      <a:gd name="connsiteY0" fmla="*/ 1197 h 13964"/>
                      <a:gd name="connsiteX1" fmla="*/ 0 w 95134"/>
                      <a:gd name="connsiteY1" fmla="*/ 0 h 13964"/>
                      <a:gd name="connsiteX2" fmla="*/ 2394 w 95134"/>
                      <a:gd name="connsiteY2" fmla="*/ 3768 h 13964"/>
                      <a:gd name="connsiteX3" fmla="*/ 6960 w 95134"/>
                      <a:gd name="connsiteY3" fmla="*/ 6871 h 13964"/>
                      <a:gd name="connsiteX4" fmla="*/ 21634 w 95134"/>
                      <a:gd name="connsiteY4" fmla="*/ 12856 h 13964"/>
                      <a:gd name="connsiteX5" fmla="*/ 34135 w 95134"/>
                      <a:gd name="connsiteY5" fmla="*/ 13964 h 13964"/>
                      <a:gd name="connsiteX6" fmla="*/ 39233 w 95134"/>
                      <a:gd name="connsiteY6" fmla="*/ 13831 h 13964"/>
                      <a:gd name="connsiteX7" fmla="*/ 51468 w 95134"/>
                      <a:gd name="connsiteY7" fmla="*/ 13654 h 13964"/>
                      <a:gd name="connsiteX8" fmla="*/ 62773 w 95134"/>
                      <a:gd name="connsiteY8" fmla="*/ 13787 h 13964"/>
                      <a:gd name="connsiteX9" fmla="*/ 64989 w 95134"/>
                      <a:gd name="connsiteY9" fmla="*/ 13876 h 13964"/>
                      <a:gd name="connsiteX10" fmla="*/ 77269 w 95134"/>
                      <a:gd name="connsiteY10" fmla="*/ 13166 h 13964"/>
                      <a:gd name="connsiteX11" fmla="*/ 84317 w 95134"/>
                      <a:gd name="connsiteY11" fmla="*/ 11393 h 13964"/>
                      <a:gd name="connsiteX12" fmla="*/ 90745 w 95134"/>
                      <a:gd name="connsiteY12" fmla="*/ 9177 h 13964"/>
                      <a:gd name="connsiteX13" fmla="*/ 95001 w 95134"/>
                      <a:gd name="connsiteY13" fmla="*/ 7182 h 13964"/>
                      <a:gd name="connsiteX14" fmla="*/ 95134 w 95134"/>
                      <a:gd name="connsiteY14" fmla="*/ 7093 h 13964"/>
                      <a:gd name="connsiteX15" fmla="*/ 38479 w 95134"/>
                      <a:gd name="connsiteY15" fmla="*/ 1197 h 13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5134" h="13964">
                        <a:moveTo>
                          <a:pt x="38479" y="1197"/>
                        </a:moveTo>
                        <a:cubicBezTo>
                          <a:pt x="25269" y="2438"/>
                          <a:pt x="11083" y="3768"/>
                          <a:pt x="0" y="0"/>
                        </a:cubicBezTo>
                        <a:cubicBezTo>
                          <a:pt x="355" y="1507"/>
                          <a:pt x="1153" y="2881"/>
                          <a:pt x="2394" y="3768"/>
                        </a:cubicBezTo>
                        <a:cubicBezTo>
                          <a:pt x="3945" y="4832"/>
                          <a:pt x="5453" y="5896"/>
                          <a:pt x="6960" y="6871"/>
                        </a:cubicBezTo>
                        <a:cubicBezTo>
                          <a:pt x="11393" y="9620"/>
                          <a:pt x="16003" y="11615"/>
                          <a:pt x="21634" y="12856"/>
                        </a:cubicBezTo>
                        <a:cubicBezTo>
                          <a:pt x="25269" y="13610"/>
                          <a:pt x="29391" y="13920"/>
                          <a:pt x="34135" y="13964"/>
                        </a:cubicBezTo>
                        <a:cubicBezTo>
                          <a:pt x="35598" y="13920"/>
                          <a:pt x="37327" y="13876"/>
                          <a:pt x="39233" y="13831"/>
                        </a:cubicBezTo>
                        <a:cubicBezTo>
                          <a:pt x="42912" y="13787"/>
                          <a:pt x="47257" y="13698"/>
                          <a:pt x="51468" y="13654"/>
                        </a:cubicBezTo>
                        <a:cubicBezTo>
                          <a:pt x="55635" y="13698"/>
                          <a:pt x="59625" y="13831"/>
                          <a:pt x="62773" y="13787"/>
                        </a:cubicBezTo>
                        <a:cubicBezTo>
                          <a:pt x="63615" y="13743"/>
                          <a:pt x="64324" y="13831"/>
                          <a:pt x="64989" y="13876"/>
                        </a:cubicBezTo>
                        <a:cubicBezTo>
                          <a:pt x="69600" y="14142"/>
                          <a:pt x="73811" y="13477"/>
                          <a:pt x="77269" y="13166"/>
                        </a:cubicBezTo>
                        <a:cubicBezTo>
                          <a:pt x="79707" y="12812"/>
                          <a:pt x="82057" y="12191"/>
                          <a:pt x="84317" y="11393"/>
                        </a:cubicBezTo>
                        <a:cubicBezTo>
                          <a:pt x="86490" y="10772"/>
                          <a:pt x="88573" y="10063"/>
                          <a:pt x="90745" y="9177"/>
                        </a:cubicBezTo>
                        <a:cubicBezTo>
                          <a:pt x="92164" y="8556"/>
                          <a:pt x="93583" y="7891"/>
                          <a:pt x="95001" y="7182"/>
                        </a:cubicBezTo>
                        <a:lnTo>
                          <a:pt x="95134" y="7093"/>
                        </a:lnTo>
                        <a:cubicBezTo>
                          <a:pt x="77668" y="576"/>
                          <a:pt x="57320" y="-754"/>
                          <a:pt x="38479" y="119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16" name="Forme libre : forme 20915">
                    <a:extLst>
                      <a:ext uri="{FF2B5EF4-FFF2-40B4-BE49-F238E27FC236}">
                        <a16:creationId xmlns:a16="http://schemas.microsoft.com/office/drawing/2014/main" id="{FC5599F7-D38E-4753-A592-5862D9F68703}"/>
                      </a:ext>
                    </a:extLst>
                  </p:cNvPr>
                  <p:cNvSpPr/>
                  <p:nvPr/>
                </p:nvSpPr>
                <p:spPr>
                  <a:xfrm>
                    <a:off x="5419184" y="1144857"/>
                    <a:ext cx="45523" cy="11649"/>
                  </a:xfrm>
                  <a:custGeom>
                    <a:avLst/>
                    <a:gdLst>
                      <a:gd name="connsiteX0" fmla="*/ 45498 w 45523"/>
                      <a:gd name="connsiteY0" fmla="*/ 8014 h 11649"/>
                      <a:gd name="connsiteX1" fmla="*/ 21781 w 45523"/>
                      <a:gd name="connsiteY1" fmla="*/ 11649 h 11649"/>
                      <a:gd name="connsiteX2" fmla="*/ 15 w 45523"/>
                      <a:gd name="connsiteY2" fmla="*/ 5886 h 11649"/>
                      <a:gd name="connsiteX3" fmla="*/ 21914 w 45523"/>
                      <a:gd name="connsiteY3" fmla="*/ 123 h 11649"/>
                      <a:gd name="connsiteX4" fmla="*/ 45498 w 45523"/>
                      <a:gd name="connsiteY4" fmla="*/ 8014 h 1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523" h="11649">
                        <a:moveTo>
                          <a:pt x="45498" y="8014"/>
                        </a:moveTo>
                        <a:cubicBezTo>
                          <a:pt x="44833" y="12225"/>
                          <a:pt x="27633" y="11472"/>
                          <a:pt x="21781" y="11649"/>
                        </a:cubicBezTo>
                        <a:cubicBezTo>
                          <a:pt x="15974" y="11339"/>
                          <a:pt x="591" y="10851"/>
                          <a:pt x="15" y="5886"/>
                        </a:cubicBezTo>
                        <a:cubicBezTo>
                          <a:pt x="-562" y="655"/>
                          <a:pt x="16107" y="-409"/>
                          <a:pt x="21914" y="123"/>
                        </a:cubicBezTo>
                        <a:cubicBezTo>
                          <a:pt x="27677" y="167"/>
                          <a:pt x="46296" y="2827"/>
                          <a:pt x="45498" y="801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17" name="Forme libre : forme 20916">
                    <a:extLst>
                      <a:ext uri="{FF2B5EF4-FFF2-40B4-BE49-F238E27FC236}">
                        <a16:creationId xmlns:a16="http://schemas.microsoft.com/office/drawing/2014/main" id="{321D0864-8D7C-4604-BC1D-4F10E9764860}"/>
                      </a:ext>
                    </a:extLst>
                  </p:cNvPr>
                  <p:cNvSpPr/>
                  <p:nvPr/>
                </p:nvSpPr>
                <p:spPr>
                  <a:xfrm>
                    <a:off x="5418839" y="1145689"/>
                    <a:ext cx="31834" cy="10893"/>
                  </a:xfrm>
                  <a:custGeom>
                    <a:avLst/>
                    <a:gdLst>
                      <a:gd name="connsiteX0" fmla="*/ 9802 w 31834"/>
                      <a:gd name="connsiteY0" fmla="*/ 0 h 10893"/>
                      <a:gd name="connsiteX1" fmla="*/ 138 w 31834"/>
                      <a:gd name="connsiteY1" fmla="*/ 5098 h 10893"/>
                      <a:gd name="connsiteX2" fmla="*/ 22392 w 31834"/>
                      <a:gd name="connsiteY2" fmla="*/ 10861 h 10893"/>
                      <a:gd name="connsiteX3" fmla="*/ 31835 w 31834"/>
                      <a:gd name="connsiteY3" fmla="*/ 10506 h 10893"/>
                      <a:gd name="connsiteX4" fmla="*/ 26826 w 31834"/>
                      <a:gd name="connsiteY4" fmla="*/ 9930 h 10893"/>
                      <a:gd name="connsiteX5" fmla="*/ 9802 w 31834"/>
                      <a:gd name="connsiteY5" fmla="*/ 0 h 10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834" h="10893">
                        <a:moveTo>
                          <a:pt x="9802" y="0"/>
                        </a:moveTo>
                        <a:cubicBezTo>
                          <a:pt x="6877" y="798"/>
                          <a:pt x="-1147" y="1995"/>
                          <a:pt x="138" y="5098"/>
                        </a:cubicBezTo>
                        <a:cubicBezTo>
                          <a:pt x="2178" y="10019"/>
                          <a:pt x="15034" y="10506"/>
                          <a:pt x="22392" y="10861"/>
                        </a:cubicBezTo>
                        <a:cubicBezTo>
                          <a:pt x="24520" y="10994"/>
                          <a:pt x="29397" y="10684"/>
                          <a:pt x="31835" y="10506"/>
                        </a:cubicBezTo>
                        <a:cubicBezTo>
                          <a:pt x="30461" y="10240"/>
                          <a:pt x="28111" y="10285"/>
                          <a:pt x="26826" y="9930"/>
                        </a:cubicBezTo>
                        <a:cubicBezTo>
                          <a:pt x="19467" y="7802"/>
                          <a:pt x="10423" y="5630"/>
                          <a:pt x="9802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18" name="Forme libre : forme 20917">
                    <a:extLst>
                      <a:ext uri="{FF2B5EF4-FFF2-40B4-BE49-F238E27FC236}">
                        <a16:creationId xmlns:a16="http://schemas.microsoft.com/office/drawing/2014/main" id="{EE589387-35D8-49DE-BF92-23FBF4EFC286}"/>
                      </a:ext>
                    </a:extLst>
                  </p:cNvPr>
                  <p:cNvSpPr/>
                  <p:nvPr/>
                </p:nvSpPr>
                <p:spPr>
                  <a:xfrm>
                    <a:off x="5421648" y="1146265"/>
                    <a:ext cx="45393" cy="11747"/>
                  </a:xfrm>
                  <a:custGeom>
                    <a:avLst/>
                    <a:gdLst>
                      <a:gd name="connsiteX0" fmla="*/ 45206 w 45393"/>
                      <a:gd name="connsiteY0" fmla="*/ 8290 h 11747"/>
                      <a:gd name="connsiteX1" fmla="*/ 21356 w 45393"/>
                      <a:gd name="connsiteY1" fmla="*/ 11748 h 11747"/>
                      <a:gd name="connsiteX2" fmla="*/ 15549 w 45393"/>
                      <a:gd name="connsiteY2" fmla="*/ 11349 h 11747"/>
                      <a:gd name="connsiteX3" fmla="*/ 8722 w 45393"/>
                      <a:gd name="connsiteY3" fmla="*/ 10506 h 11747"/>
                      <a:gd name="connsiteX4" fmla="*/ 33 w 45393"/>
                      <a:gd name="connsiteY4" fmla="*/ 5630 h 11747"/>
                      <a:gd name="connsiteX5" fmla="*/ 8545 w 45393"/>
                      <a:gd name="connsiteY5" fmla="*/ 709 h 11747"/>
                      <a:gd name="connsiteX6" fmla="*/ 15992 w 45393"/>
                      <a:gd name="connsiteY6" fmla="*/ 0 h 11747"/>
                      <a:gd name="connsiteX7" fmla="*/ 21799 w 45393"/>
                      <a:gd name="connsiteY7" fmla="*/ 133 h 11747"/>
                      <a:gd name="connsiteX8" fmla="*/ 28094 w 45393"/>
                      <a:gd name="connsiteY8" fmla="*/ 576 h 11747"/>
                      <a:gd name="connsiteX9" fmla="*/ 36517 w 45393"/>
                      <a:gd name="connsiteY9" fmla="*/ 2261 h 11747"/>
                      <a:gd name="connsiteX10" fmla="*/ 40418 w 45393"/>
                      <a:gd name="connsiteY10" fmla="*/ 3413 h 11747"/>
                      <a:gd name="connsiteX11" fmla="*/ 43433 w 45393"/>
                      <a:gd name="connsiteY11" fmla="*/ 5009 h 11747"/>
                      <a:gd name="connsiteX12" fmla="*/ 45206 w 45393"/>
                      <a:gd name="connsiteY12" fmla="*/ 8290 h 11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5393" h="11747">
                        <a:moveTo>
                          <a:pt x="45206" y="8290"/>
                        </a:moveTo>
                        <a:cubicBezTo>
                          <a:pt x="42901" y="12368"/>
                          <a:pt x="27696" y="11304"/>
                          <a:pt x="21356" y="11748"/>
                        </a:cubicBezTo>
                        <a:cubicBezTo>
                          <a:pt x="19805" y="11748"/>
                          <a:pt x="17765" y="11615"/>
                          <a:pt x="15549" y="11349"/>
                        </a:cubicBezTo>
                        <a:cubicBezTo>
                          <a:pt x="13332" y="11216"/>
                          <a:pt x="10938" y="10950"/>
                          <a:pt x="8722" y="10506"/>
                        </a:cubicBezTo>
                        <a:cubicBezTo>
                          <a:pt x="4289" y="9576"/>
                          <a:pt x="476" y="8201"/>
                          <a:pt x="33" y="5630"/>
                        </a:cubicBezTo>
                        <a:cubicBezTo>
                          <a:pt x="-410" y="3059"/>
                          <a:pt x="3668" y="1374"/>
                          <a:pt x="8545" y="709"/>
                        </a:cubicBezTo>
                        <a:cubicBezTo>
                          <a:pt x="10983" y="310"/>
                          <a:pt x="13643" y="89"/>
                          <a:pt x="15992" y="0"/>
                        </a:cubicBezTo>
                        <a:cubicBezTo>
                          <a:pt x="18342" y="0"/>
                          <a:pt x="20470" y="89"/>
                          <a:pt x="21799" y="133"/>
                        </a:cubicBezTo>
                        <a:cubicBezTo>
                          <a:pt x="23129" y="177"/>
                          <a:pt x="25435" y="355"/>
                          <a:pt x="28094" y="576"/>
                        </a:cubicBezTo>
                        <a:cubicBezTo>
                          <a:pt x="30754" y="931"/>
                          <a:pt x="33769" y="1552"/>
                          <a:pt x="36517" y="2261"/>
                        </a:cubicBezTo>
                        <a:cubicBezTo>
                          <a:pt x="37892" y="2616"/>
                          <a:pt x="39222" y="2970"/>
                          <a:pt x="40418" y="3413"/>
                        </a:cubicBezTo>
                        <a:cubicBezTo>
                          <a:pt x="41571" y="3901"/>
                          <a:pt x="42635" y="4477"/>
                          <a:pt x="43433" y="5009"/>
                        </a:cubicBezTo>
                        <a:cubicBezTo>
                          <a:pt x="44985" y="6073"/>
                          <a:pt x="45783" y="7182"/>
                          <a:pt x="45206" y="829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19" name="Forme libre : forme 20918">
                    <a:extLst>
                      <a:ext uri="{FF2B5EF4-FFF2-40B4-BE49-F238E27FC236}">
                        <a16:creationId xmlns:a16="http://schemas.microsoft.com/office/drawing/2014/main" id="{5CF47403-1463-4714-B76F-94B51381B6A3}"/>
                      </a:ext>
                    </a:extLst>
                  </p:cNvPr>
                  <p:cNvSpPr/>
                  <p:nvPr/>
                </p:nvSpPr>
                <p:spPr>
                  <a:xfrm>
                    <a:off x="5397533" y="1142081"/>
                    <a:ext cx="56200" cy="22452"/>
                  </a:xfrm>
                  <a:custGeom>
                    <a:avLst/>
                    <a:gdLst>
                      <a:gd name="connsiteX0" fmla="*/ 564 w 56200"/>
                      <a:gd name="connsiteY0" fmla="*/ 10789 h 22452"/>
                      <a:gd name="connsiteX1" fmla="*/ 6859 w 56200"/>
                      <a:gd name="connsiteY1" fmla="*/ 15843 h 22452"/>
                      <a:gd name="connsiteX2" fmla="*/ 27561 w 56200"/>
                      <a:gd name="connsiteY2" fmla="*/ 22005 h 22452"/>
                      <a:gd name="connsiteX3" fmla="*/ 38422 w 56200"/>
                      <a:gd name="connsiteY3" fmla="*/ 22316 h 22452"/>
                      <a:gd name="connsiteX4" fmla="*/ 48308 w 56200"/>
                      <a:gd name="connsiteY4" fmla="*/ 21074 h 22452"/>
                      <a:gd name="connsiteX5" fmla="*/ 56111 w 56200"/>
                      <a:gd name="connsiteY5" fmla="*/ 15267 h 22452"/>
                      <a:gd name="connsiteX6" fmla="*/ 49505 w 56200"/>
                      <a:gd name="connsiteY6" fmla="*/ 12031 h 22452"/>
                      <a:gd name="connsiteX7" fmla="*/ 39930 w 56200"/>
                      <a:gd name="connsiteY7" fmla="*/ 8883 h 22452"/>
                      <a:gd name="connsiteX8" fmla="*/ 30266 w 56200"/>
                      <a:gd name="connsiteY8" fmla="*/ 5248 h 22452"/>
                      <a:gd name="connsiteX9" fmla="*/ 21222 w 56200"/>
                      <a:gd name="connsiteY9" fmla="*/ 1303 h 22452"/>
                      <a:gd name="connsiteX10" fmla="*/ 10095 w 56200"/>
                      <a:gd name="connsiteY10" fmla="*/ 372 h 22452"/>
                      <a:gd name="connsiteX11" fmla="*/ 564 w 56200"/>
                      <a:gd name="connsiteY11" fmla="*/ 10789 h 22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6200" h="22452">
                        <a:moveTo>
                          <a:pt x="564" y="10789"/>
                        </a:moveTo>
                        <a:cubicBezTo>
                          <a:pt x="2071" y="13538"/>
                          <a:pt x="3312" y="14336"/>
                          <a:pt x="6859" y="15843"/>
                        </a:cubicBezTo>
                        <a:cubicBezTo>
                          <a:pt x="13597" y="18680"/>
                          <a:pt x="19006" y="21207"/>
                          <a:pt x="27561" y="22005"/>
                        </a:cubicBezTo>
                        <a:cubicBezTo>
                          <a:pt x="31108" y="22449"/>
                          <a:pt x="34832" y="22582"/>
                          <a:pt x="38422" y="22316"/>
                        </a:cubicBezTo>
                        <a:cubicBezTo>
                          <a:pt x="42013" y="22094"/>
                          <a:pt x="45382" y="21828"/>
                          <a:pt x="48308" y="21074"/>
                        </a:cubicBezTo>
                        <a:cubicBezTo>
                          <a:pt x="52741" y="19833"/>
                          <a:pt x="56864" y="18281"/>
                          <a:pt x="56111" y="15267"/>
                        </a:cubicBezTo>
                        <a:cubicBezTo>
                          <a:pt x="55579" y="13494"/>
                          <a:pt x="52209" y="12829"/>
                          <a:pt x="49505" y="12031"/>
                        </a:cubicBezTo>
                        <a:cubicBezTo>
                          <a:pt x="46313" y="10967"/>
                          <a:pt x="43122" y="9992"/>
                          <a:pt x="39930" y="8883"/>
                        </a:cubicBezTo>
                        <a:cubicBezTo>
                          <a:pt x="36738" y="7908"/>
                          <a:pt x="33546" y="6800"/>
                          <a:pt x="30266" y="5248"/>
                        </a:cubicBezTo>
                        <a:cubicBezTo>
                          <a:pt x="27473" y="3874"/>
                          <a:pt x="24547" y="2367"/>
                          <a:pt x="21222" y="1303"/>
                        </a:cubicBezTo>
                        <a:cubicBezTo>
                          <a:pt x="17942" y="239"/>
                          <a:pt x="14218" y="-471"/>
                          <a:pt x="10095" y="372"/>
                        </a:cubicBezTo>
                        <a:cubicBezTo>
                          <a:pt x="2692" y="1702"/>
                          <a:pt x="-1608" y="6933"/>
                          <a:pt x="564" y="1078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20" name="Forme libre : forme 20919">
                    <a:extLst>
                      <a:ext uri="{FF2B5EF4-FFF2-40B4-BE49-F238E27FC236}">
                        <a16:creationId xmlns:a16="http://schemas.microsoft.com/office/drawing/2014/main" id="{6A51CDE3-B77C-443B-A2BB-1F0791DB8F34}"/>
                      </a:ext>
                    </a:extLst>
                  </p:cNvPr>
                  <p:cNvSpPr/>
                  <p:nvPr/>
                </p:nvSpPr>
                <p:spPr>
                  <a:xfrm>
                    <a:off x="5408653" y="1141189"/>
                    <a:ext cx="18752" cy="6474"/>
                  </a:xfrm>
                  <a:custGeom>
                    <a:avLst/>
                    <a:gdLst>
                      <a:gd name="connsiteX0" fmla="*/ 1724 w 18752"/>
                      <a:gd name="connsiteY0" fmla="*/ 4101 h 6474"/>
                      <a:gd name="connsiteX1" fmla="*/ 39 w 18752"/>
                      <a:gd name="connsiteY1" fmla="*/ 5476 h 6474"/>
                      <a:gd name="connsiteX2" fmla="*/ 1502 w 18752"/>
                      <a:gd name="connsiteY2" fmla="*/ 6451 h 6474"/>
                      <a:gd name="connsiteX3" fmla="*/ 4915 w 18752"/>
                      <a:gd name="connsiteY3" fmla="*/ 6229 h 6474"/>
                      <a:gd name="connsiteX4" fmla="*/ 13294 w 18752"/>
                      <a:gd name="connsiteY4" fmla="*/ 4766 h 6474"/>
                      <a:gd name="connsiteX5" fmla="*/ 16264 w 18752"/>
                      <a:gd name="connsiteY5" fmla="*/ 3880 h 6474"/>
                      <a:gd name="connsiteX6" fmla="*/ 14269 w 18752"/>
                      <a:gd name="connsiteY6" fmla="*/ 67 h 6474"/>
                      <a:gd name="connsiteX7" fmla="*/ 1724 w 18752"/>
                      <a:gd name="connsiteY7" fmla="*/ 4101 h 6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752" h="6474">
                        <a:moveTo>
                          <a:pt x="1724" y="4101"/>
                        </a:moveTo>
                        <a:cubicBezTo>
                          <a:pt x="881" y="4545"/>
                          <a:pt x="305" y="4855"/>
                          <a:pt x="39" y="5476"/>
                        </a:cubicBezTo>
                        <a:cubicBezTo>
                          <a:pt x="-183" y="6052"/>
                          <a:pt x="571" y="6362"/>
                          <a:pt x="1502" y="6451"/>
                        </a:cubicBezTo>
                        <a:cubicBezTo>
                          <a:pt x="2477" y="6540"/>
                          <a:pt x="3852" y="6362"/>
                          <a:pt x="4915" y="6229"/>
                        </a:cubicBezTo>
                        <a:cubicBezTo>
                          <a:pt x="7708" y="5875"/>
                          <a:pt x="10634" y="5387"/>
                          <a:pt x="13294" y="4766"/>
                        </a:cubicBezTo>
                        <a:cubicBezTo>
                          <a:pt x="14402" y="4500"/>
                          <a:pt x="15422" y="4279"/>
                          <a:pt x="16264" y="3880"/>
                        </a:cubicBezTo>
                        <a:cubicBezTo>
                          <a:pt x="19899" y="2284"/>
                          <a:pt x="19811" y="-465"/>
                          <a:pt x="14269" y="67"/>
                        </a:cubicBezTo>
                        <a:cubicBezTo>
                          <a:pt x="10058" y="511"/>
                          <a:pt x="5093" y="2284"/>
                          <a:pt x="1724" y="410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21" name="Forme libre : forme 20920">
                    <a:extLst>
                      <a:ext uri="{FF2B5EF4-FFF2-40B4-BE49-F238E27FC236}">
                        <a16:creationId xmlns:a16="http://schemas.microsoft.com/office/drawing/2014/main" id="{A50BF720-6CE8-404A-AF4D-BD04E4784F33}"/>
                      </a:ext>
                    </a:extLst>
                  </p:cNvPr>
                  <p:cNvSpPr/>
                  <p:nvPr/>
                </p:nvSpPr>
                <p:spPr>
                  <a:xfrm>
                    <a:off x="5451161" y="1159476"/>
                    <a:ext cx="28194" cy="7713"/>
                  </a:xfrm>
                  <a:custGeom>
                    <a:avLst/>
                    <a:gdLst>
                      <a:gd name="connsiteX0" fmla="*/ 28194 w 28194"/>
                      <a:gd name="connsiteY0" fmla="*/ 0 h 7713"/>
                      <a:gd name="connsiteX1" fmla="*/ 0 w 28194"/>
                      <a:gd name="connsiteY1" fmla="*/ 7714 h 7713"/>
                      <a:gd name="connsiteX2" fmla="*/ 7226 w 28194"/>
                      <a:gd name="connsiteY2" fmla="*/ 5940 h 7713"/>
                      <a:gd name="connsiteX3" fmla="*/ 14452 w 28194"/>
                      <a:gd name="connsiteY3" fmla="*/ 3946 h 7713"/>
                      <a:gd name="connsiteX4" fmla="*/ 28194 w 28194"/>
                      <a:gd name="connsiteY4" fmla="*/ 0 h 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194" h="7713">
                        <a:moveTo>
                          <a:pt x="28194" y="0"/>
                        </a:moveTo>
                        <a:cubicBezTo>
                          <a:pt x="22165" y="4655"/>
                          <a:pt x="8777" y="5586"/>
                          <a:pt x="0" y="7714"/>
                        </a:cubicBezTo>
                        <a:cubicBezTo>
                          <a:pt x="2350" y="7315"/>
                          <a:pt x="4743" y="6694"/>
                          <a:pt x="7226" y="5940"/>
                        </a:cubicBezTo>
                        <a:cubicBezTo>
                          <a:pt x="9664" y="5231"/>
                          <a:pt x="12014" y="4743"/>
                          <a:pt x="14452" y="3946"/>
                        </a:cubicBezTo>
                        <a:cubicBezTo>
                          <a:pt x="19373" y="2305"/>
                          <a:pt x="23939" y="1241"/>
                          <a:pt x="2819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22" name="Forme libre : forme 20921">
                    <a:extLst>
                      <a:ext uri="{FF2B5EF4-FFF2-40B4-BE49-F238E27FC236}">
                        <a16:creationId xmlns:a16="http://schemas.microsoft.com/office/drawing/2014/main" id="{A26B864A-93DD-4351-91A9-AD929BF440F8}"/>
                      </a:ext>
                    </a:extLst>
                  </p:cNvPr>
                  <p:cNvSpPr/>
                  <p:nvPr/>
                </p:nvSpPr>
                <p:spPr>
                  <a:xfrm>
                    <a:off x="5387325" y="1133808"/>
                    <a:ext cx="31962" cy="14673"/>
                  </a:xfrm>
                  <a:custGeom>
                    <a:avLst/>
                    <a:gdLst>
                      <a:gd name="connsiteX0" fmla="*/ 31963 w 31962"/>
                      <a:gd name="connsiteY0" fmla="*/ 0 h 14673"/>
                      <a:gd name="connsiteX1" fmla="*/ 0 w 31962"/>
                      <a:gd name="connsiteY1" fmla="*/ 14674 h 14673"/>
                      <a:gd name="connsiteX2" fmla="*/ 31963 w 31962"/>
                      <a:gd name="connsiteY2" fmla="*/ 0 h 1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962" h="14673">
                        <a:moveTo>
                          <a:pt x="31963" y="0"/>
                        </a:moveTo>
                        <a:cubicBezTo>
                          <a:pt x="18575" y="1419"/>
                          <a:pt x="7669" y="8113"/>
                          <a:pt x="0" y="14674"/>
                        </a:cubicBezTo>
                        <a:cubicBezTo>
                          <a:pt x="6827" y="8201"/>
                          <a:pt x="20702" y="2616"/>
                          <a:pt x="3196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23" name="Forme libre : forme 20922">
                    <a:extLst>
                      <a:ext uri="{FF2B5EF4-FFF2-40B4-BE49-F238E27FC236}">
                        <a16:creationId xmlns:a16="http://schemas.microsoft.com/office/drawing/2014/main" id="{C5F84EC8-2504-4586-838E-188D8ACDDF7C}"/>
                      </a:ext>
                    </a:extLst>
                  </p:cNvPr>
                  <p:cNvSpPr/>
                  <p:nvPr/>
                </p:nvSpPr>
                <p:spPr>
                  <a:xfrm>
                    <a:off x="5437592" y="1146098"/>
                    <a:ext cx="17028" cy="4595"/>
                  </a:xfrm>
                  <a:custGeom>
                    <a:avLst/>
                    <a:gdLst>
                      <a:gd name="connsiteX0" fmla="*/ 16850 w 17028"/>
                      <a:gd name="connsiteY0" fmla="*/ 3935 h 4595"/>
                      <a:gd name="connsiteX1" fmla="*/ 12151 w 17028"/>
                      <a:gd name="connsiteY1" fmla="*/ 4467 h 4595"/>
                      <a:gd name="connsiteX2" fmla="*/ 6831 w 17028"/>
                      <a:gd name="connsiteY2" fmla="*/ 3935 h 4595"/>
                      <a:gd name="connsiteX3" fmla="*/ 181 w 17028"/>
                      <a:gd name="connsiteY3" fmla="*/ 876 h 4595"/>
                      <a:gd name="connsiteX4" fmla="*/ 9713 w 17028"/>
                      <a:gd name="connsiteY4" fmla="*/ 654 h 4595"/>
                      <a:gd name="connsiteX5" fmla="*/ 16850 w 17028"/>
                      <a:gd name="connsiteY5" fmla="*/ 3935 h 4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28" h="4595">
                        <a:moveTo>
                          <a:pt x="16850" y="3935"/>
                        </a:moveTo>
                        <a:cubicBezTo>
                          <a:pt x="16229" y="4689"/>
                          <a:pt x="14234" y="4689"/>
                          <a:pt x="12151" y="4467"/>
                        </a:cubicBezTo>
                        <a:cubicBezTo>
                          <a:pt x="10067" y="4378"/>
                          <a:pt x="7851" y="4068"/>
                          <a:pt x="6831" y="3935"/>
                        </a:cubicBezTo>
                        <a:cubicBezTo>
                          <a:pt x="4792" y="3625"/>
                          <a:pt x="-1104" y="2561"/>
                          <a:pt x="181" y="876"/>
                        </a:cubicBezTo>
                        <a:cubicBezTo>
                          <a:pt x="1467" y="-764"/>
                          <a:pt x="7762" y="344"/>
                          <a:pt x="9713" y="654"/>
                        </a:cubicBezTo>
                        <a:cubicBezTo>
                          <a:pt x="11708" y="832"/>
                          <a:pt x="18180" y="2472"/>
                          <a:pt x="16850" y="393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24" name="Forme libre : forme 20923">
                    <a:extLst>
                      <a:ext uri="{FF2B5EF4-FFF2-40B4-BE49-F238E27FC236}">
                        <a16:creationId xmlns:a16="http://schemas.microsoft.com/office/drawing/2014/main" id="{27B52836-093A-4349-8059-86CA541F402E}"/>
                      </a:ext>
                    </a:extLst>
                  </p:cNvPr>
                  <p:cNvSpPr/>
                  <p:nvPr/>
                </p:nvSpPr>
                <p:spPr>
                  <a:xfrm>
                    <a:off x="5452310" y="1148787"/>
                    <a:ext cx="4839" cy="1695"/>
                  </a:xfrm>
                  <a:custGeom>
                    <a:avLst/>
                    <a:gdLst>
                      <a:gd name="connsiteX0" fmla="*/ 4836 w 4839"/>
                      <a:gd name="connsiteY0" fmla="*/ 1114 h 1695"/>
                      <a:gd name="connsiteX1" fmla="*/ 2531 w 4839"/>
                      <a:gd name="connsiteY1" fmla="*/ 1646 h 1695"/>
                      <a:gd name="connsiteX2" fmla="*/ 4 w 4839"/>
                      <a:gd name="connsiteY2" fmla="*/ 582 h 1695"/>
                      <a:gd name="connsiteX3" fmla="*/ 2220 w 4839"/>
                      <a:gd name="connsiteY3" fmla="*/ 50 h 1695"/>
                      <a:gd name="connsiteX4" fmla="*/ 4836 w 4839"/>
                      <a:gd name="connsiteY4" fmla="*/ 1114 h 1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39" h="1695">
                        <a:moveTo>
                          <a:pt x="4836" y="1114"/>
                        </a:moveTo>
                        <a:cubicBezTo>
                          <a:pt x="4925" y="1779"/>
                          <a:pt x="3329" y="1734"/>
                          <a:pt x="2531" y="1646"/>
                        </a:cubicBezTo>
                        <a:cubicBezTo>
                          <a:pt x="1733" y="1557"/>
                          <a:pt x="92" y="1247"/>
                          <a:pt x="4" y="582"/>
                        </a:cubicBezTo>
                        <a:cubicBezTo>
                          <a:pt x="-85" y="-83"/>
                          <a:pt x="1422" y="-39"/>
                          <a:pt x="2220" y="50"/>
                        </a:cubicBezTo>
                        <a:cubicBezTo>
                          <a:pt x="3063" y="139"/>
                          <a:pt x="4747" y="449"/>
                          <a:pt x="4836" y="11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925" name="Forme libre : forme 20924">
                    <a:extLst>
                      <a:ext uri="{FF2B5EF4-FFF2-40B4-BE49-F238E27FC236}">
                        <a16:creationId xmlns:a16="http://schemas.microsoft.com/office/drawing/2014/main" id="{AD7F634F-0392-43BE-B976-744D4C00D941}"/>
                      </a:ext>
                    </a:extLst>
                  </p:cNvPr>
                  <p:cNvSpPr/>
                  <p:nvPr/>
                </p:nvSpPr>
                <p:spPr>
                  <a:xfrm>
                    <a:off x="5437593" y="1135295"/>
                    <a:ext cx="41181" cy="21417"/>
                  </a:xfrm>
                  <a:custGeom>
                    <a:avLst/>
                    <a:gdLst>
                      <a:gd name="connsiteX0" fmla="*/ 32630 w 41181"/>
                      <a:gd name="connsiteY0" fmla="*/ 10083 h 21417"/>
                      <a:gd name="connsiteX1" fmla="*/ 41097 w 41181"/>
                      <a:gd name="connsiteY1" fmla="*/ 19570 h 21417"/>
                      <a:gd name="connsiteX2" fmla="*/ 37507 w 41181"/>
                      <a:gd name="connsiteY2" fmla="*/ 21210 h 21417"/>
                      <a:gd name="connsiteX3" fmla="*/ 33118 w 41181"/>
                      <a:gd name="connsiteY3" fmla="*/ 18329 h 21417"/>
                      <a:gd name="connsiteX4" fmla="*/ 19198 w 41181"/>
                      <a:gd name="connsiteY4" fmla="*/ 9773 h 21417"/>
                      <a:gd name="connsiteX5" fmla="*/ 402 w 41181"/>
                      <a:gd name="connsiteY5" fmla="*/ 1705 h 21417"/>
                      <a:gd name="connsiteX6" fmla="*/ 11351 w 41181"/>
                      <a:gd name="connsiteY6" fmla="*/ 198 h 21417"/>
                      <a:gd name="connsiteX7" fmla="*/ 23232 w 41181"/>
                      <a:gd name="connsiteY7" fmla="*/ 3168 h 21417"/>
                      <a:gd name="connsiteX8" fmla="*/ 28507 w 41181"/>
                      <a:gd name="connsiteY8" fmla="*/ 6492 h 21417"/>
                      <a:gd name="connsiteX9" fmla="*/ 32630 w 41181"/>
                      <a:gd name="connsiteY9" fmla="*/ 10083 h 21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1181" h="21417">
                        <a:moveTo>
                          <a:pt x="32630" y="10083"/>
                        </a:moveTo>
                        <a:cubicBezTo>
                          <a:pt x="36797" y="13009"/>
                          <a:pt x="39635" y="15802"/>
                          <a:pt x="41097" y="19570"/>
                        </a:cubicBezTo>
                        <a:cubicBezTo>
                          <a:pt x="41629" y="20989"/>
                          <a:pt x="39546" y="21831"/>
                          <a:pt x="37507" y="21210"/>
                        </a:cubicBezTo>
                        <a:cubicBezTo>
                          <a:pt x="35467" y="20501"/>
                          <a:pt x="34403" y="19393"/>
                          <a:pt x="33118" y="18329"/>
                        </a:cubicBezTo>
                        <a:cubicBezTo>
                          <a:pt x="29261" y="14960"/>
                          <a:pt x="24651" y="11989"/>
                          <a:pt x="19198" y="9773"/>
                        </a:cubicBezTo>
                        <a:cubicBezTo>
                          <a:pt x="15873" y="7822"/>
                          <a:pt x="-2968" y="5207"/>
                          <a:pt x="402" y="1705"/>
                        </a:cubicBezTo>
                        <a:cubicBezTo>
                          <a:pt x="2130" y="-24"/>
                          <a:pt x="6652" y="-246"/>
                          <a:pt x="11351" y="198"/>
                        </a:cubicBezTo>
                        <a:cubicBezTo>
                          <a:pt x="16006" y="641"/>
                          <a:pt x="20927" y="2237"/>
                          <a:pt x="23232" y="3168"/>
                        </a:cubicBezTo>
                        <a:cubicBezTo>
                          <a:pt x="25582" y="4099"/>
                          <a:pt x="27133" y="5251"/>
                          <a:pt x="28507" y="6492"/>
                        </a:cubicBezTo>
                        <a:cubicBezTo>
                          <a:pt x="29882" y="7734"/>
                          <a:pt x="31034" y="8931"/>
                          <a:pt x="32630" y="100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64" name="Graphique 2">
                <a:extLst>
                  <a:ext uri="{FF2B5EF4-FFF2-40B4-BE49-F238E27FC236}">
                    <a16:creationId xmlns:a16="http://schemas.microsoft.com/office/drawing/2014/main" id="{B2250154-0E1C-4DB6-A2F2-65EF1E517A5A}"/>
                  </a:ext>
                </a:extLst>
              </p:cNvPr>
              <p:cNvGrpSpPr/>
              <p:nvPr/>
            </p:nvGrpSpPr>
            <p:grpSpPr>
              <a:xfrm>
                <a:off x="5481224" y="1150136"/>
                <a:ext cx="952464" cy="220966"/>
                <a:chOff x="5481224" y="1150136"/>
                <a:chExt cx="952464" cy="220966"/>
              </a:xfrm>
              <a:solidFill>
                <a:schemeClr val="accent1"/>
              </a:solidFill>
            </p:grpSpPr>
            <p:grpSp>
              <p:nvGrpSpPr>
                <p:cNvPr id="20743" name="Graphique 2">
                  <a:extLst>
                    <a:ext uri="{FF2B5EF4-FFF2-40B4-BE49-F238E27FC236}">
                      <a16:creationId xmlns:a16="http://schemas.microsoft.com/office/drawing/2014/main" id="{F30C9B11-9E51-437F-AB86-31B4E2E1932C}"/>
                    </a:ext>
                  </a:extLst>
                </p:cNvPr>
                <p:cNvGrpSpPr/>
                <p:nvPr/>
              </p:nvGrpSpPr>
              <p:grpSpPr>
                <a:xfrm>
                  <a:off x="5481224" y="1150136"/>
                  <a:ext cx="89420" cy="51440"/>
                  <a:chOff x="5481224" y="1150136"/>
                  <a:chExt cx="89420" cy="51440"/>
                </a:xfrm>
                <a:solidFill>
                  <a:schemeClr val="accent1"/>
                </a:solidFill>
              </p:grpSpPr>
              <p:sp>
                <p:nvSpPr>
                  <p:cNvPr id="20887" name="Forme libre : forme 20886">
                    <a:extLst>
                      <a:ext uri="{FF2B5EF4-FFF2-40B4-BE49-F238E27FC236}">
                        <a16:creationId xmlns:a16="http://schemas.microsoft.com/office/drawing/2014/main" id="{8BCD0834-C3D8-486E-9814-AF8C6FD1AF80}"/>
                      </a:ext>
                    </a:extLst>
                  </p:cNvPr>
                  <p:cNvSpPr/>
                  <p:nvPr/>
                </p:nvSpPr>
                <p:spPr>
                  <a:xfrm>
                    <a:off x="5481224" y="1150136"/>
                    <a:ext cx="89420" cy="51440"/>
                  </a:xfrm>
                  <a:custGeom>
                    <a:avLst/>
                    <a:gdLst>
                      <a:gd name="connsiteX0" fmla="*/ 55008 w 89420"/>
                      <a:gd name="connsiteY0" fmla="*/ 42145 h 51440"/>
                      <a:gd name="connsiteX1" fmla="*/ 50487 w 89420"/>
                      <a:gd name="connsiteY1" fmla="*/ 40017 h 51440"/>
                      <a:gd name="connsiteX2" fmla="*/ 44147 w 89420"/>
                      <a:gd name="connsiteY2" fmla="*/ 37845 h 51440"/>
                      <a:gd name="connsiteX3" fmla="*/ 31114 w 89420"/>
                      <a:gd name="connsiteY3" fmla="*/ 34919 h 51440"/>
                      <a:gd name="connsiteX4" fmla="*/ 15244 w 89420"/>
                      <a:gd name="connsiteY4" fmla="*/ 30176 h 51440"/>
                      <a:gd name="connsiteX5" fmla="*/ 2609 w 89420"/>
                      <a:gd name="connsiteY5" fmla="*/ 21974 h 51440"/>
                      <a:gd name="connsiteX6" fmla="*/ 1767 w 89420"/>
                      <a:gd name="connsiteY6" fmla="*/ 11956 h 51440"/>
                      <a:gd name="connsiteX7" fmla="*/ 36079 w 89420"/>
                      <a:gd name="connsiteY7" fmla="*/ 119 h 51440"/>
                      <a:gd name="connsiteX8" fmla="*/ 54033 w 89420"/>
                      <a:gd name="connsiteY8" fmla="*/ 3533 h 51440"/>
                      <a:gd name="connsiteX9" fmla="*/ 72076 w 89420"/>
                      <a:gd name="connsiteY9" fmla="*/ 11512 h 51440"/>
                      <a:gd name="connsiteX10" fmla="*/ 82006 w 89420"/>
                      <a:gd name="connsiteY10" fmla="*/ 20423 h 51440"/>
                      <a:gd name="connsiteX11" fmla="*/ 85153 w 89420"/>
                      <a:gd name="connsiteY11" fmla="*/ 24989 h 51440"/>
                      <a:gd name="connsiteX12" fmla="*/ 86528 w 89420"/>
                      <a:gd name="connsiteY12" fmla="*/ 28491 h 51440"/>
                      <a:gd name="connsiteX13" fmla="*/ 89365 w 89420"/>
                      <a:gd name="connsiteY13" fmla="*/ 43165 h 51440"/>
                      <a:gd name="connsiteX14" fmla="*/ 84001 w 89420"/>
                      <a:gd name="connsiteY14" fmla="*/ 51366 h 51440"/>
                      <a:gd name="connsiteX15" fmla="*/ 68529 w 89420"/>
                      <a:gd name="connsiteY15" fmla="*/ 48883 h 51440"/>
                      <a:gd name="connsiteX16" fmla="*/ 64540 w 89420"/>
                      <a:gd name="connsiteY16" fmla="*/ 46933 h 51440"/>
                      <a:gd name="connsiteX17" fmla="*/ 60904 w 89420"/>
                      <a:gd name="connsiteY17" fmla="*/ 45027 h 51440"/>
                      <a:gd name="connsiteX18" fmla="*/ 58112 w 89420"/>
                      <a:gd name="connsiteY18" fmla="*/ 43608 h 51440"/>
                      <a:gd name="connsiteX19" fmla="*/ 55008 w 89420"/>
                      <a:gd name="connsiteY19" fmla="*/ 42145 h 51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89420" h="51440">
                        <a:moveTo>
                          <a:pt x="55008" y="42145"/>
                        </a:moveTo>
                        <a:cubicBezTo>
                          <a:pt x="53944" y="41480"/>
                          <a:pt x="52171" y="40904"/>
                          <a:pt x="50487" y="40017"/>
                        </a:cubicBezTo>
                        <a:cubicBezTo>
                          <a:pt x="48492" y="39396"/>
                          <a:pt x="46585" y="38377"/>
                          <a:pt x="44147" y="37845"/>
                        </a:cubicBezTo>
                        <a:cubicBezTo>
                          <a:pt x="39670" y="36382"/>
                          <a:pt x="34439" y="35584"/>
                          <a:pt x="31114" y="34919"/>
                        </a:cubicBezTo>
                        <a:cubicBezTo>
                          <a:pt x="24775" y="33767"/>
                          <a:pt x="19677" y="32348"/>
                          <a:pt x="15244" y="30176"/>
                        </a:cubicBezTo>
                        <a:cubicBezTo>
                          <a:pt x="10766" y="28004"/>
                          <a:pt x="6821" y="25211"/>
                          <a:pt x="2609" y="21974"/>
                        </a:cubicBezTo>
                        <a:cubicBezTo>
                          <a:pt x="-272" y="19758"/>
                          <a:pt x="-1070" y="14748"/>
                          <a:pt x="1767" y="11956"/>
                        </a:cubicBezTo>
                        <a:cubicBezTo>
                          <a:pt x="9702" y="4242"/>
                          <a:pt x="19544" y="-856"/>
                          <a:pt x="36079" y="119"/>
                        </a:cubicBezTo>
                        <a:cubicBezTo>
                          <a:pt x="40512" y="563"/>
                          <a:pt x="47206" y="1405"/>
                          <a:pt x="54033" y="3533"/>
                        </a:cubicBezTo>
                        <a:cubicBezTo>
                          <a:pt x="60860" y="5395"/>
                          <a:pt x="67687" y="8808"/>
                          <a:pt x="72076" y="11512"/>
                        </a:cubicBezTo>
                        <a:cubicBezTo>
                          <a:pt x="76154" y="14305"/>
                          <a:pt x="79568" y="17054"/>
                          <a:pt x="82006" y="20423"/>
                        </a:cubicBezTo>
                        <a:cubicBezTo>
                          <a:pt x="83203" y="21974"/>
                          <a:pt x="84489" y="23748"/>
                          <a:pt x="85153" y="24989"/>
                        </a:cubicBezTo>
                        <a:cubicBezTo>
                          <a:pt x="85685" y="26142"/>
                          <a:pt x="86129" y="27338"/>
                          <a:pt x="86528" y="28491"/>
                        </a:cubicBezTo>
                        <a:cubicBezTo>
                          <a:pt x="88035" y="33235"/>
                          <a:pt x="88833" y="37889"/>
                          <a:pt x="89365" y="43165"/>
                        </a:cubicBezTo>
                        <a:cubicBezTo>
                          <a:pt x="89808" y="46711"/>
                          <a:pt x="87547" y="51144"/>
                          <a:pt x="84001" y="51366"/>
                        </a:cubicBezTo>
                        <a:cubicBezTo>
                          <a:pt x="78903" y="51676"/>
                          <a:pt x="73805" y="51056"/>
                          <a:pt x="68529" y="48883"/>
                        </a:cubicBezTo>
                        <a:cubicBezTo>
                          <a:pt x="67244" y="48351"/>
                          <a:pt x="65914" y="47686"/>
                          <a:pt x="64540" y="46933"/>
                        </a:cubicBezTo>
                        <a:cubicBezTo>
                          <a:pt x="63210" y="46179"/>
                          <a:pt x="61702" y="45204"/>
                          <a:pt x="60904" y="45027"/>
                        </a:cubicBezTo>
                        <a:cubicBezTo>
                          <a:pt x="59929" y="44628"/>
                          <a:pt x="58998" y="44184"/>
                          <a:pt x="58112" y="43608"/>
                        </a:cubicBezTo>
                        <a:cubicBezTo>
                          <a:pt x="57092" y="43253"/>
                          <a:pt x="56028" y="42766"/>
                          <a:pt x="55008" y="4214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88" name="Forme libre : forme 20887">
                    <a:extLst>
                      <a:ext uri="{FF2B5EF4-FFF2-40B4-BE49-F238E27FC236}">
                        <a16:creationId xmlns:a16="http://schemas.microsoft.com/office/drawing/2014/main" id="{F9F02FEB-0182-4C22-B7C4-7AAC67983632}"/>
                      </a:ext>
                    </a:extLst>
                  </p:cNvPr>
                  <p:cNvSpPr/>
                  <p:nvPr/>
                </p:nvSpPr>
                <p:spPr>
                  <a:xfrm>
                    <a:off x="5481439" y="1168253"/>
                    <a:ext cx="84007" cy="33303"/>
                  </a:xfrm>
                  <a:custGeom>
                    <a:avLst/>
                    <a:gdLst>
                      <a:gd name="connsiteX0" fmla="*/ 37149 w 84007"/>
                      <a:gd name="connsiteY0" fmla="*/ 4965 h 33303"/>
                      <a:gd name="connsiteX1" fmla="*/ 0 w 84007"/>
                      <a:gd name="connsiteY1" fmla="*/ 0 h 33303"/>
                      <a:gd name="connsiteX2" fmla="*/ 2350 w 84007"/>
                      <a:gd name="connsiteY2" fmla="*/ 3768 h 33303"/>
                      <a:gd name="connsiteX3" fmla="*/ 6650 w 84007"/>
                      <a:gd name="connsiteY3" fmla="*/ 6960 h 33303"/>
                      <a:gd name="connsiteX4" fmla="*/ 19905 w 84007"/>
                      <a:gd name="connsiteY4" fmla="*/ 14009 h 33303"/>
                      <a:gd name="connsiteX5" fmla="*/ 30854 w 84007"/>
                      <a:gd name="connsiteY5" fmla="*/ 16713 h 33303"/>
                      <a:gd name="connsiteX6" fmla="*/ 35199 w 84007"/>
                      <a:gd name="connsiteY6" fmla="*/ 17511 h 33303"/>
                      <a:gd name="connsiteX7" fmla="*/ 53286 w 84007"/>
                      <a:gd name="connsiteY7" fmla="*/ 23229 h 33303"/>
                      <a:gd name="connsiteX8" fmla="*/ 54749 w 84007"/>
                      <a:gd name="connsiteY8" fmla="*/ 23983 h 33303"/>
                      <a:gd name="connsiteX9" fmla="*/ 59049 w 84007"/>
                      <a:gd name="connsiteY9" fmla="*/ 26155 h 33303"/>
                      <a:gd name="connsiteX10" fmla="*/ 63704 w 84007"/>
                      <a:gd name="connsiteY10" fmla="*/ 28461 h 33303"/>
                      <a:gd name="connsiteX11" fmla="*/ 78953 w 84007"/>
                      <a:gd name="connsiteY11" fmla="*/ 33204 h 33303"/>
                      <a:gd name="connsiteX12" fmla="*/ 83830 w 84007"/>
                      <a:gd name="connsiteY12" fmla="*/ 33204 h 33303"/>
                      <a:gd name="connsiteX13" fmla="*/ 84007 w 84007"/>
                      <a:gd name="connsiteY13" fmla="*/ 33160 h 33303"/>
                      <a:gd name="connsiteX14" fmla="*/ 73235 w 84007"/>
                      <a:gd name="connsiteY14" fmla="*/ 22786 h 33303"/>
                      <a:gd name="connsiteX15" fmla="*/ 68092 w 84007"/>
                      <a:gd name="connsiteY15" fmla="*/ 17732 h 33303"/>
                      <a:gd name="connsiteX16" fmla="*/ 65610 w 84007"/>
                      <a:gd name="connsiteY16" fmla="*/ 15471 h 33303"/>
                      <a:gd name="connsiteX17" fmla="*/ 62817 w 84007"/>
                      <a:gd name="connsiteY17" fmla="*/ 13565 h 33303"/>
                      <a:gd name="connsiteX18" fmla="*/ 37149 w 84007"/>
                      <a:gd name="connsiteY18" fmla="*/ 4965 h 33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4007" h="33303">
                        <a:moveTo>
                          <a:pt x="37149" y="4965"/>
                        </a:moveTo>
                        <a:cubicBezTo>
                          <a:pt x="24515" y="3591"/>
                          <a:pt x="10905" y="3679"/>
                          <a:pt x="0" y="0"/>
                        </a:cubicBezTo>
                        <a:cubicBezTo>
                          <a:pt x="399" y="1507"/>
                          <a:pt x="1153" y="2881"/>
                          <a:pt x="2350" y="3768"/>
                        </a:cubicBezTo>
                        <a:cubicBezTo>
                          <a:pt x="3857" y="4876"/>
                          <a:pt x="5320" y="5940"/>
                          <a:pt x="6650" y="6960"/>
                        </a:cubicBezTo>
                        <a:cubicBezTo>
                          <a:pt x="10772" y="9841"/>
                          <a:pt x="14940" y="12235"/>
                          <a:pt x="19905" y="14009"/>
                        </a:cubicBezTo>
                        <a:cubicBezTo>
                          <a:pt x="23141" y="15117"/>
                          <a:pt x="26732" y="16048"/>
                          <a:pt x="30854" y="16713"/>
                        </a:cubicBezTo>
                        <a:cubicBezTo>
                          <a:pt x="32096" y="16934"/>
                          <a:pt x="33559" y="17200"/>
                          <a:pt x="35199" y="17511"/>
                        </a:cubicBezTo>
                        <a:cubicBezTo>
                          <a:pt x="41582" y="18619"/>
                          <a:pt x="49340" y="21057"/>
                          <a:pt x="53286" y="23229"/>
                        </a:cubicBezTo>
                        <a:cubicBezTo>
                          <a:pt x="53862" y="23451"/>
                          <a:pt x="54350" y="23717"/>
                          <a:pt x="54749" y="23983"/>
                        </a:cubicBezTo>
                        <a:cubicBezTo>
                          <a:pt x="56167" y="24870"/>
                          <a:pt x="57852" y="25357"/>
                          <a:pt x="59049" y="26155"/>
                        </a:cubicBezTo>
                        <a:cubicBezTo>
                          <a:pt x="60423" y="26953"/>
                          <a:pt x="61531" y="27042"/>
                          <a:pt x="63704" y="28461"/>
                        </a:cubicBezTo>
                        <a:cubicBezTo>
                          <a:pt x="68935" y="31475"/>
                          <a:pt x="73988" y="32761"/>
                          <a:pt x="78953" y="33204"/>
                        </a:cubicBezTo>
                        <a:cubicBezTo>
                          <a:pt x="80549" y="33337"/>
                          <a:pt x="82190" y="33337"/>
                          <a:pt x="83830" y="33204"/>
                        </a:cubicBezTo>
                        <a:lnTo>
                          <a:pt x="84007" y="33160"/>
                        </a:lnTo>
                        <a:cubicBezTo>
                          <a:pt x="80328" y="29835"/>
                          <a:pt x="76693" y="26466"/>
                          <a:pt x="73235" y="22786"/>
                        </a:cubicBezTo>
                        <a:cubicBezTo>
                          <a:pt x="71461" y="20924"/>
                          <a:pt x="69733" y="19151"/>
                          <a:pt x="68092" y="17732"/>
                        </a:cubicBezTo>
                        <a:cubicBezTo>
                          <a:pt x="67250" y="16979"/>
                          <a:pt x="66496" y="16181"/>
                          <a:pt x="65610" y="15471"/>
                        </a:cubicBezTo>
                        <a:lnTo>
                          <a:pt x="62817" y="13565"/>
                        </a:lnTo>
                        <a:cubicBezTo>
                          <a:pt x="55281" y="8512"/>
                          <a:pt x="46149" y="5807"/>
                          <a:pt x="37149" y="496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89" name="Forme libre : forme 20888">
                    <a:extLst>
                      <a:ext uri="{FF2B5EF4-FFF2-40B4-BE49-F238E27FC236}">
                        <a16:creationId xmlns:a16="http://schemas.microsoft.com/office/drawing/2014/main" id="{6838693A-1565-44AC-B1E3-9A3C1B6F3DF2}"/>
                      </a:ext>
                    </a:extLst>
                  </p:cNvPr>
                  <p:cNvSpPr/>
                  <p:nvPr/>
                </p:nvSpPr>
                <p:spPr>
                  <a:xfrm>
                    <a:off x="5515210" y="1164847"/>
                    <a:ext cx="40651" cy="22261"/>
                  </a:xfrm>
                  <a:custGeom>
                    <a:avLst/>
                    <a:gdLst>
                      <a:gd name="connsiteX0" fmla="*/ 40085 w 40651"/>
                      <a:gd name="connsiteY0" fmla="*/ 21671 h 22261"/>
                      <a:gd name="connsiteX1" fmla="*/ 30288 w 40651"/>
                      <a:gd name="connsiteY1" fmla="*/ 19188 h 22261"/>
                      <a:gd name="connsiteX2" fmla="*/ 23860 w 40651"/>
                      <a:gd name="connsiteY2" fmla="*/ 16262 h 22261"/>
                      <a:gd name="connsiteX3" fmla="*/ 21022 w 40651"/>
                      <a:gd name="connsiteY3" fmla="*/ 15021 h 22261"/>
                      <a:gd name="connsiteX4" fmla="*/ 18673 w 40651"/>
                      <a:gd name="connsiteY4" fmla="*/ 14179 h 22261"/>
                      <a:gd name="connsiteX5" fmla="*/ 7501 w 40651"/>
                      <a:gd name="connsiteY5" fmla="*/ 9613 h 22261"/>
                      <a:gd name="connsiteX6" fmla="*/ 10 w 40651"/>
                      <a:gd name="connsiteY6" fmla="*/ 3229 h 22261"/>
                      <a:gd name="connsiteX7" fmla="*/ 9452 w 40651"/>
                      <a:gd name="connsiteY7" fmla="*/ 82 h 22261"/>
                      <a:gd name="connsiteX8" fmla="*/ 16988 w 40651"/>
                      <a:gd name="connsiteY8" fmla="*/ 1367 h 22261"/>
                      <a:gd name="connsiteX9" fmla="*/ 22840 w 40651"/>
                      <a:gd name="connsiteY9" fmla="*/ 3407 h 22261"/>
                      <a:gd name="connsiteX10" fmla="*/ 28647 w 40651"/>
                      <a:gd name="connsiteY10" fmla="*/ 6377 h 22261"/>
                      <a:gd name="connsiteX11" fmla="*/ 32194 w 40651"/>
                      <a:gd name="connsiteY11" fmla="*/ 8682 h 22261"/>
                      <a:gd name="connsiteX12" fmla="*/ 35474 w 40651"/>
                      <a:gd name="connsiteY12" fmla="*/ 11563 h 22261"/>
                      <a:gd name="connsiteX13" fmla="*/ 39952 w 40651"/>
                      <a:gd name="connsiteY13" fmla="*/ 17593 h 22261"/>
                      <a:gd name="connsiteX14" fmla="*/ 40085 w 40651"/>
                      <a:gd name="connsiteY14" fmla="*/ 21671 h 22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0651" h="22261">
                        <a:moveTo>
                          <a:pt x="40085" y="21671"/>
                        </a:moveTo>
                        <a:cubicBezTo>
                          <a:pt x="38356" y="23311"/>
                          <a:pt x="34366" y="21228"/>
                          <a:pt x="30288" y="19188"/>
                        </a:cubicBezTo>
                        <a:cubicBezTo>
                          <a:pt x="28115" y="18213"/>
                          <a:pt x="26032" y="17016"/>
                          <a:pt x="23860" y="16262"/>
                        </a:cubicBezTo>
                        <a:cubicBezTo>
                          <a:pt x="22840" y="15819"/>
                          <a:pt x="21865" y="15376"/>
                          <a:pt x="21022" y="15021"/>
                        </a:cubicBezTo>
                        <a:cubicBezTo>
                          <a:pt x="20136" y="14711"/>
                          <a:pt x="19338" y="14401"/>
                          <a:pt x="18673" y="14179"/>
                        </a:cubicBezTo>
                        <a:cubicBezTo>
                          <a:pt x="16190" y="13159"/>
                          <a:pt x="11802" y="11386"/>
                          <a:pt x="7501" y="9613"/>
                        </a:cubicBezTo>
                        <a:cubicBezTo>
                          <a:pt x="3467" y="7707"/>
                          <a:pt x="-212" y="5889"/>
                          <a:pt x="10" y="3229"/>
                        </a:cubicBezTo>
                        <a:cubicBezTo>
                          <a:pt x="187" y="747"/>
                          <a:pt x="4443" y="-317"/>
                          <a:pt x="9452" y="82"/>
                        </a:cubicBezTo>
                        <a:cubicBezTo>
                          <a:pt x="11979" y="170"/>
                          <a:pt x="14594" y="702"/>
                          <a:pt x="16988" y="1367"/>
                        </a:cubicBezTo>
                        <a:cubicBezTo>
                          <a:pt x="19382" y="1899"/>
                          <a:pt x="21421" y="2786"/>
                          <a:pt x="22840" y="3407"/>
                        </a:cubicBezTo>
                        <a:cubicBezTo>
                          <a:pt x="24214" y="3983"/>
                          <a:pt x="26387" y="4914"/>
                          <a:pt x="28647" y="6377"/>
                        </a:cubicBezTo>
                        <a:cubicBezTo>
                          <a:pt x="29800" y="7086"/>
                          <a:pt x="31041" y="7795"/>
                          <a:pt x="32194" y="8682"/>
                        </a:cubicBezTo>
                        <a:cubicBezTo>
                          <a:pt x="33302" y="9613"/>
                          <a:pt x="34410" y="10588"/>
                          <a:pt x="35474" y="11563"/>
                        </a:cubicBezTo>
                        <a:cubicBezTo>
                          <a:pt x="37647" y="13381"/>
                          <a:pt x="39021" y="15864"/>
                          <a:pt x="39952" y="17593"/>
                        </a:cubicBezTo>
                        <a:cubicBezTo>
                          <a:pt x="40838" y="19410"/>
                          <a:pt x="40883" y="20829"/>
                          <a:pt x="40085" y="2167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90" name="Forme libre : forme 20889">
                    <a:extLst>
                      <a:ext uri="{FF2B5EF4-FFF2-40B4-BE49-F238E27FC236}">
                        <a16:creationId xmlns:a16="http://schemas.microsoft.com/office/drawing/2014/main" id="{CC4A317E-048F-48AA-9E10-2F3EECE63A95}"/>
                      </a:ext>
                    </a:extLst>
                  </p:cNvPr>
                  <p:cNvSpPr/>
                  <p:nvPr/>
                </p:nvSpPr>
                <p:spPr>
                  <a:xfrm>
                    <a:off x="5514949" y="1165195"/>
                    <a:ext cx="27179" cy="17067"/>
                  </a:xfrm>
                  <a:custGeom>
                    <a:avLst/>
                    <a:gdLst>
                      <a:gd name="connsiteX0" fmla="*/ 10599 w 27179"/>
                      <a:gd name="connsiteY0" fmla="*/ 0 h 17067"/>
                      <a:gd name="connsiteX1" fmla="*/ 49 w 27179"/>
                      <a:gd name="connsiteY1" fmla="*/ 2881 h 17067"/>
                      <a:gd name="connsiteX2" fmla="*/ 7762 w 27179"/>
                      <a:gd name="connsiteY2" fmla="*/ 9265 h 17067"/>
                      <a:gd name="connsiteX3" fmla="*/ 13703 w 27179"/>
                      <a:gd name="connsiteY3" fmla="*/ 11748 h 17067"/>
                      <a:gd name="connsiteX4" fmla="*/ 19111 w 27179"/>
                      <a:gd name="connsiteY4" fmla="*/ 13920 h 17067"/>
                      <a:gd name="connsiteX5" fmla="*/ 27179 w 27179"/>
                      <a:gd name="connsiteY5" fmla="*/ 17067 h 17067"/>
                      <a:gd name="connsiteX6" fmla="*/ 23234 w 27179"/>
                      <a:gd name="connsiteY6" fmla="*/ 14585 h 17067"/>
                      <a:gd name="connsiteX7" fmla="*/ 10599 w 27179"/>
                      <a:gd name="connsiteY7" fmla="*/ 0 h 17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179" h="17067">
                        <a:moveTo>
                          <a:pt x="10599" y="0"/>
                        </a:moveTo>
                        <a:cubicBezTo>
                          <a:pt x="7496" y="44"/>
                          <a:pt x="-705" y="-399"/>
                          <a:pt x="49" y="2881"/>
                        </a:cubicBezTo>
                        <a:cubicBezTo>
                          <a:pt x="581" y="5630"/>
                          <a:pt x="3950" y="7403"/>
                          <a:pt x="7762" y="9265"/>
                        </a:cubicBezTo>
                        <a:cubicBezTo>
                          <a:pt x="9802" y="10107"/>
                          <a:pt x="11796" y="10950"/>
                          <a:pt x="13703" y="11748"/>
                        </a:cubicBezTo>
                        <a:cubicBezTo>
                          <a:pt x="15698" y="12457"/>
                          <a:pt x="17515" y="13299"/>
                          <a:pt x="19111" y="13920"/>
                        </a:cubicBezTo>
                        <a:cubicBezTo>
                          <a:pt x="21017" y="14541"/>
                          <a:pt x="25007" y="16314"/>
                          <a:pt x="27179" y="17067"/>
                        </a:cubicBezTo>
                        <a:cubicBezTo>
                          <a:pt x="26160" y="16314"/>
                          <a:pt x="24165" y="15427"/>
                          <a:pt x="23234" y="14585"/>
                        </a:cubicBezTo>
                        <a:cubicBezTo>
                          <a:pt x="17958" y="10019"/>
                          <a:pt x="9979" y="5453"/>
                          <a:pt x="1059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91" name="Forme libre : forme 20890">
                    <a:extLst>
                      <a:ext uri="{FF2B5EF4-FFF2-40B4-BE49-F238E27FC236}">
                        <a16:creationId xmlns:a16="http://schemas.microsoft.com/office/drawing/2014/main" id="{3BFE0CF6-6577-44F0-BEC6-8ECE9FAD0410}"/>
                      </a:ext>
                    </a:extLst>
                  </p:cNvPr>
                  <p:cNvSpPr/>
                  <p:nvPr/>
                </p:nvSpPr>
                <p:spPr>
                  <a:xfrm>
                    <a:off x="5517390" y="1166659"/>
                    <a:ext cx="39649" cy="22797"/>
                  </a:xfrm>
                  <a:custGeom>
                    <a:avLst/>
                    <a:gdLst>
                      <a:gd name="connsiteX0" fmla="*/ 38791 w 39649"/>
                      <a:gd name="connsiteY0" fmla="*/ 22474 h 22797"/>
                      <a:gd name="connsiteX1" fmla="*/ 34269 w 39649"/>
                      <a:gd name="connsiteY1" fmla="*/ 22031 h 22797"/>
                      <a:gd name="connsiteX2" fmla="*/ 28684 w 39649"/>
                      <a:gd name="connsiteY2" fmla="*/ 19371 h 22797"/>
                      <a:gd name="connsiteX3" fmla="*/ 22743 w 39649"/>
                      <a:gd name="connsiteY3" fmla="*/ 16490 h 22797"/>
                      <a:gd name="connsiteX4" fmla="*/ 17734 w 39649"/>
                      <a:gd name="connsiteY4" fmla="*/ 14362 h 22797"/>
                      <a:gd name="connsiteX5" fmla="*/ 12858 w 39649"/>
                      <a:gd name="connsiteY5" fmla="*/ 12278 h 22797"/>
                      <a:gd name="connsiteX6" fmla="*/ 7050 w 39649"/>
                      <a:gd name="connsiteY6" fmla="*/ 9663 h 22797"/>
                      <a:gd name="connsiteX7" fmla="*/ 2 w 39649"/>
                      <a:gd name="connsiteY7" fmla="*/ 3102 h 22797"/>
                      <a:gd name="connsiteX8" fmla="*/ 9356 w 39649"/>
                      <a:gd name="connsiteY8" fmla="*/ 132 h 22797"/>
                      <a:gd name="connsiteX9" fmla="*/ 16847 w 39649"/>
                      <a:gd name="connsiteY9" fmla="*/ 1639 h 22797"/>
                      <a:gd name="connsiteX10" fmla="*/ 22433 w 39649"/>
                      <a:gd name="connsiteY10" fmla="*/ 3767 h 22797"/>
                      <a:gd name="connsiteX11" fmla="*/ 28152 w 39649"/>
                      <a:gd name="connsiteY11" fmla="*/ 6914 h 22797"/>
                      <a:gd name="connsiteX12" fmla="*/ 34979 w 39649"/>
                      <a:gd name="connsiteY12" fmla="*/ 12544 h 22797"/>
                      <a:gd name="connsiteX13" fmla="*/ 38791 w 39649"/>
                      <a:gd name="connsiteY13" fmla="*/ 22474 h 22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9649" h="22797">
                        <a:moveTo>
                          <a:pt x="38791" y="22474"/>
                        </a:moveTo>
                        <a:cubicBezTo>
                          <a:pt x="37727" y="23051"/>
                          <a:pt x="36131" y="22829"/>
                          <a:pt x="34269" y="22031"/>
                        </a:cubicBezTo>
                        <a:cubicBezTo>
                          <a:pt x="32452" y="21322"/>
                          <a:pt x="30546" y="20479"/>
                          <a:pt x="28684" y="19371"/>
                        </a:cubicBezTo>
                        <a:cubicBezTo>
                          <a:pt x="26645" y="18484"/>
                          <a:pt x="24650" y="17376"/>
                          <a:pt x="22743" y="16490"/>
                        </a:cubicBezTo>
                        <a:cubicBezTo>
                          <a:pt x="20749" y="15736"/>
                          <a:pt x="19064" y="14849"/>
                          <a:pt x="17734" y="14362"/>
                        </a:cubicBezTo>
                        <a:cubicBezTo>
                          <a:pt x="16360" y="13918"/>
                          <a:pt x="14675" y="13165"/>
                          <a:pt x="12858" y="12278"/>
                        </a:cubicBezTo>
                        <a:cubicBezTo>
                          <a:pt x="10951" y="11569"/>
                          <a:pt x="8957" y="10549"/>
                          <a:pt x="7050" y="9663"/>
                        </a:cubicBezTo>
                        <a:cubicBezTo>
                          <a:pt x="3238" y="7801"/>
                          <a:pt x="-87" y="5673"/>
                          <a:pt x="2" y="3102"/>
                        </a:cubicBezTo>
                        <a:cubicBezTo>
                          <a:pt x="90" y="486"/>
                          <a:pt x="4346" y="-356"/>
                          <a:pt x="9356" y="132"/>
                        </a:cubicBezTo>
                        <a:cubicBezTo>
                          <a:pt x="11838" y="353"/>
                          <a:pt x="14498" y="1062"/>
                          <a:pt x="16847" y="1639"/>
                        </a:cubicBezTo>
                        <a:cubicBezTo>
                          <a:pt x="19153" y="2437"/>
                          <a:pt x="21148" y="3235"/>
                          <a:pt x="22433" y="3767"/>
                        </a:cubicBezTo>
                        <a:cubicBezTo>
                          <a:pt x="23719" y="4254"/>
                          <a:pt x="25758" y="5540"/>
                          <a:pt x="28152" y="6914"/>
                        </a:cubicBezTo>
                        <a:cubicBezTo>
                          <a:pt x="30457" y="8421"/>
                          <a:pt x="32940" y="10461"/>
                          <a:pt x="34979" y="12544"/>
                        </a:cubicBezTo>
                        <a:cubicBezTo>
                          <a:pt x="38880" y="17066"/>
                          <a:pt x="40919" y="21233"/>
                          <a:pt x="38791" y="2247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92" name="Forme libre : forme 20891">
                    <a:extLst>
                      <a:ext uri="{FF2B5EF4-FFF2-40B4-BE49-F238E27FC236}">
                        <a16:creationId xmlns:a16="http://schemas.microsoft.com/office/drawing/2014/main" id="{F31D4333-6740-458A-87C4-BF9B1EDB95B2}"/>
                      </a:ext>
                    </a:extLst>
                  </p:cNvPr>
                  <p:cNvSpPr/>
                  <p:nvPr/>
                </p:nvSpPr>
                <p:spPr>
                  <a:xfrm>
                    <a:off x="5493869" y="1158068"/>
                    <a:ext cx="50316" cy="28868"/>
                  </a:xfrm>
                  <a:custGeom>
                    <a:avLst/>
                    <a:gdLst>
                      <a:gd name="connsiteX0" fmla="*/ 426 w 50316"/>
                      <a:gd name="connsiteY0" fmla="*/ 9653 h 28868"/>
                      <a:gd name="connsiteX1" fmla="*/ 6145 w 50316"/>
                      <a:gd name="connsiteY1" fmla="*/ 15194 h 28868"/>
                      <a:gd name="connsiteX2" fmla="*/ 24276 w 50316"/>
                      <a:gd name="connsiteY2" fmla="*/ 24282 h 28868"/>
                      <a:gd name="connsiteX3" fmla="*/ 41521 w 50316"/>
                      <a:gd name="connsiteY3" fmla="*/ 28671 h 28868"/>
                      <a:gd name="connsiteX4" fmla="*/ 46929 w 50316"/>
                      <a:gd name="connsiteY4" fmla="*/ 28760 h 28868"/>
                      <a:gd name="connsiteX5" fmla="*/ 50254 w 50316"/>
                      <a:gd name="connsiteY5" fmla="*/ 26410 h 28868"/>
                      <a:gd name="connsiteX6" fmla="*/ 46264 w 50316"/>
                      <a:gd name="connsiteY6" fmla="*/ 20824 h 28868"/>
                      <a:gd name="connsiteX7" fmla="*/ 30571 w 50316"/>
                      <a:gd name="connsiteY7" fmla="*/ 8412 h 28868"/>
                      <a:gd name="connsiteX8" fmla="*/ 11154 w 50316"/>
                      <a:gd name="connsiteY8" fmla="*/ 33 h 28868"/>
                      <a:gd name="connsiteX9" fmla="*/ 426 w 50316"/>
                      <a:gd name="connsiteY9" fmla="*/ 9653 h 28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0316" h="28868">
                        <a:moveTo>
                          <a:pt x="426" y="9653"/>
                        </a:moveTo>
                        <a:cubicBezTo>
                          <a:pt x="1756" y="12579"/>
                          <a:pt x="2864" y="13332"/>
                          <a:pt x="6145" y="15194"/>
                        </a:cubicBezTo>
                        <a:cubicBezTo>
                          <a:pt x="12262" y="18741"/>
                          <a:pt x="17006" y="21800"/>
                          <a:pt x="24276" y="24282"/>
                        </a:cubicBezTo>
                        <a:cubicBezTo>
                          <a:pt x="30349" y="26366"/>
                          <a:pt x="36511" y="28006"/>
                          <a:pt x="41521" y="28671"/>
                        </a:cubicBezTo>
                        <a:cubicBezTo>
                          <a:pt x="43427" y="28893"/>
                          <a:pt x="45422" y="28937"/>
                          <a:pt x="46929" y="28760"/>
                        </a:cubicBezTo>
                        <a:cubicBezTo>
                          <a:pt x="48525" y="28538"/>
                          <a:pt x="49855" y="27873"/>
                          <a:pt x="50254" y="26410"/>
                        </a:cubicBezTo>
                        <a:cubicBezTo>
                          <a:pt x="50742" y="24637"/>
                          <a:pt x="48259" y="22597"/>
                          <a:pt x="46264" y="20824"/>
                        </a:cubicBezTo>
                        <a:cubicBezTo>
                          <a:pt x="41698" y="16258"/>
                          <a:pt x="36245" y="12845"/>
                          <a:pt x="30571" y="8412"/>
                        </a:cubicBezTo>
                        <a:cubicBezTo>
                          <a:pt x="25828" y="4555"/>
                          <a:pt x="19887" y="-455"/>
                          <a:pt x="11154" y="33"/>
                        </a:cubicBezTo>
                        <a:cubicBezTo>
                          <a:pt x="3174" y="609"/>
                          <a:pt x="-1480" y="5707"/>
                          <a:pt x="426" y="965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93" name="Forme libre : forme 20892">
                    <a:extLst>
                      <a:ext uri="{FF2B5EF4-FFF2-40B4-BE49-F238E27FC236}">
                        <a16:creationId xmlns:a16="http://schemas.microsoft.com/office/drawing/2014/main" id="{6E2CC2A5-825B-4924-8C8F-5BC1B584035A}"/>
                      </a:ext>
                    </a:extLst>
                  </p:cNvPr>
                  <p:cNvSpPr/>
                  <p:nvPr/>
                </p:nvSpPr>
                <p:spPr>
                  <a:xfrm>
                    <a:off x="5505393" y="1159421"/>
                    <a:ext cx="19732" cy="4576"/>
                  </a:xfrm>
                  <a:custGeom>
                    <a:avLst/>
                    <a:gdLst>
                      <a:gd name="connsiteX0" fmla="*/ 1936 w 19732"/>
                      <a:gd name="connsiteY0" fmla="*/ 2005 h 4576"/>
                      <a:gd name="connsiteX1" fmla="*/ 74 w 19732"/>
                      <a:gd name="connsiteY1" fmla="*/ 3114 h 4576"/>
                      <a:gd name="connsiteX2" fmla="*/ 1448 w 19732"/>
                      <a:gd name="connsiteY2" fmla="*/ 4311 h 4576"/>
                      <a:gd name="connsiteX3" fmla="*/ 4906 w 19732"/>
                      <a:gd name="connsiteY3" fmla="*/ 4577 h 4576"/>
                      <a:gd name="connsiteX4" fmla="*/ 13506 w 19732"/>
                      <a:gd name="connsiteY4" fmla="*/ 4577 h 4576"/>
                      <a:gd name="connsiteX5" fmla="*/ 16653 w 19732"/>
                      <a:gd name="connsiteY5" fmla="*/ 4311 h 4576"/>
                      <a:gd name="connsiteX6" fmla="*/ 15457 w 19732"/>
                      <a:gd name="connsiteY6" fmla="*/ 144 h 4576"/>
                      <a:gd name="connsiteX7" fmla="*/ 1936 w 19732"/>
                      <a:gd name="connsiteY7" fmla="*/ 2005 h 4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732" h="4576">
                        <a:moveTo>
                          <a:pt x="1936" y="2005"/>
                        </a:moveTo>
                        <a:cubicBezTo>
                          <a:pt x="1049" y="2316"/>
                          <a:pt x="384" y="2582"/>
                          <a:pt x="74" y="3114"/>
                        </a:cubicBezTo>
                        <a:cubicBezTo>
                          <a:pt x="-237" y="3646"/>
                          <a:pt x="473" y="4089"/>
                          <a:pt x="1448" y="4311"/>
                        </a:cubicBezTo>
                        <a:cubicBezTo>
                          <a:pt x="2379" y="4532"/>
                          <a:pt x="3798" y="4532"/>
                          <a:pt x="4906" y="4577"/>
                        </a:cubicBezTo>
                        <a:cubicBezTo>
                          <a:pt x="7699" y="4577"/>
                          <a:pt x="10625" y="4577"/>
                          <a:pt x="13506" y="4577"/>
                        </a:cubicBezTo>
                        <a:cubicBezTo>
                          <a:pt x="14659" y="4532"/>
                          <a:pt x="15723" y="4532"/>
                          <a:pt x="16653" y="4311"/>
                        </a:cubicBezTo>
                        <a:cubicBezTo>
                          <a:pt x="20643" y="3601"/>
                          <a:pt x="21264" y="897"/>
                          <a:pt x="15457" y="144"/>
                        </a:cubicBezTo>
                        <a:cubicBezTo>
                          <a:pt x="10935" y="-388"/>
                          <a:pt x="5571" y="631"/>
                          <a:pt x="1936" y="200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94" name="Forme libre : forme 20893">
                    <a:extLst>
                      <a:ext uri="{FF2B5EF4-FFF2-40B4-BE49-F238E27FC236}">
                        <a16:creationId xmlns:a16="http://schemas.microsoft.com/office/drawing/2014/main" id="{DCB913E4-0A7F-4CE7-8C43-237525A3CDC2}"/>
                      </a:ext>
                    </a:extLst>
                  </p:cNvPr>
                  <p:cNvSpPr/>
                  <p:nvPr/>
                </p:nvSpPr>
                <p:spPr>
                  <a:xfrm>
                    <a:off x="5537252" y="1192059"/>
                    <a:ext cx="27839" cy="7976"/>
                  </a:xfrm>
                  <a:custGeom>
                    <a:avLst/>
                    <a:gdLst>
                      <a:gd name="connsiteX0" fmla="*/ 27840 w 27839"/>
                      <a:gd name="connsiteY0" fmla="*/ 7581 h 7976"/>
                      <a:gd name="connsiteX1" fmla="*/ 13166 w 27839"/>
                      <a:gd name="connsiteY1" fmla="*/ 4965 h 7976"/>
                      <a:gd name="connsiteX2" fmla="*/ 5497 w 27839"/>
                      <a:gd name="connsiteY2" fmla="*/ 1507 h 7976"/>
                      <a:gd name="connsiteX3" fmla="*/ 2704 w 27839"/>
                      <a:gd name="connsiteY3" fmla="*/ 576 h 7976"/>
                      <a:gd name="connsiteX4" fmla="*/ 0 w 27839"/>
                      <a:gd name="connsiteY4" fmla="*/ 0 h 7976"/>
                      <a:gd name="connsiteX5" fmla="*/ 2837 w 27839"/>
                      <a:gd name="connsiteY5" fmla="*/ 532 h 7976"/>
                      <a:gd name="connsiteX6" fmla="*/ 5674 w 27839"/>
                      <a:gd name="connsiteY6" fmla="*/ 1241 h 7976"/>
                      <a:gd name="connsiteX7" fmla="*/ 7226 w 27839"/>
                      <a:gd name="connsiteY7" fmla="*/ 1596 h 7976"/>
                      <a:gd name="connsiteX8" fmla="*/ 8024 w 27839"/>
                      <a:gd name="connsiteY8" fmla="*/ 1773 h 7976"/>
                      <a:gd name="connsiteX9" fmla="*/ 8999 w 27839"/>
                      <a:gd name="connsiteY9" fmla="*/ 2217 h 7976"/>
                      <a:gd name="connsiteX10" fmla="*/ 12989 w 27839"/>
                      <a:gd name="connsiteY10" fmla="*/ 3813 h 7976"/>
                      <a:gd name="connsiteX11" fmla="*/ 27840 w 27839"/>
                      <a:gd name="connsiteY11" fmla="*/ 7581 h 7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7839" h="7976">
                        <a:moveTo>
                          <a:pt x="27840" y="7581"/>
                        </a:moveTo>
                        <a:cubicBezTo>
                          <a:pt x="24205" y="8645"/>
                          <a:pt x="18708" y="7492"/>
                          <a:pt x="13166" y="4965"/>
                        </a:cubicBezTo>
                        <a:cubicBezTo>
                          <a:pt x="10462" y="3813"/>
                          <a:pt x="7226" y="1773"/>
                          <a:pt x="5497" y="1507"/>
                        </a:cubicBezTo>
                        <a:cubicBezTo>
                          <a:pt x="4477" y="1197"/>
                          <a:pt x="3591" y="842"/>
                          <a:pt x="2704" y="576"/>
                        </a:cubicBezTo>
                        <a:cubicBezTo>
                          <a:pt x="1729" y="355"/>
                          <a:pt x="842" y="177"/>
                          <a:pt x="0" y="0"/>
                        </a:cubicBezTo>
                        <a:cubicBezTo>
                          <a:pt x="887" y="222"/>
                          <a:pt x="1818" y="355"/>
                          <a:pt x="2837" y="532"/>
                        </a:cubicBezTo>
                        <a:cubicBezTo>
                          <a:pt x="3724" y="754"/>
                          <a:pt x="4699" y="1020"/>
                          <a:pt x="5674" y="1241"/>
                        </a:cubicBezTo>
                        <a:lnTo>
                          <a:pt x="7226" y="1596"/>
                        </a:lnTo>
                        <a:lnTo>
                          <a:pt x="8024" y="1773"/>
                        </a:lnTo>
                        <a:lnTo>
                          <a:pt x="8999" y="2217"/>
                        </a:lnTo>
                        <a:cubicBezTo>
                          <a:pt x="10329" y="2793"/>
                          <a:pt x="11659" y="3325"/>
                          <a:pt x="12989" y="3813"/>
                        </a:cubicBezTo>
                        <a:cubicBezTo>
                          <a:pt x="18220" y="5852"/>
                          <a:pt x="23540" y="6960"/>
                          <a:pt x="27840" y="758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95" name="Forme libre : forme 20894">
                    <a:extLst>
                      <a:ext uri="{FF2B5EF4-FFF2-40B4-BE49-F238E27FC236}">
                        <a16:creationId xmlns:a16="http://schemas.microsoft.com/office/drawing/2014/main" id="{D28132A0-AAC6-4293-A748-CBEA17556A1C}"/>
                      </a:ext>
                    </a:extLst>
                  </p:cNvPr>
                  <p:cNvSpPr/>
                  <p:nvPr/>
                </p:nvSpPr>
                <p:spPr>
                  <a:xfrm>
                    <a:off x="5483745" y="1151372"/>
                    <a:ext cx="34711" cy="11517"/>
                  </a:xfrm>
                  <a:custGeom>
                    <a:avLst/>
                    <a:gdLst>
                      <a:gd name="connsiteX0" fmla="*/ 34711 w 34711"/>
                      <a:gd name="connsiteY0" fmla="*/ 124 h 11517"/>
                      <a:gd name="connsiteX1" fmla="*/ 0 w 34711"/>
                      <a:gd name="connsiteY1" fmla="*/ 11517 h 11517"/>
                      <a:gd name="connsiteX2" fmla="*/ 34711 w 34711"/>
                      <a:gd name="connsiteY2" fmla="*/ 124 h 11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711" h="11517">
                        <a:moveTo>
                          <a:pt x="34711" y="124"/>
                        </a:moveTo>
                        <a:cubicBezTo>
                          <a:pt x="20038" y="-940"/>
                          <a:pt x="7935" y="5001"/>
                          <a:pt x="0" y="11517"/>
                        </a:cubicBezTo>
                        <a:cubicBezTo>
                          <a:pt x="7049" y="4956"/>
                          <a:pt x="22077" y="523"/>
                          <a:pt x="34711" y="1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96" name="Forme libre : forme 20895">
                    <a:extLst>
                      <a:ext uri="{FF2B5EF4-FFF2-40B4-BE49-F238E27FC236}">
                        <a16:creationId xmlns:a16="http://schemas.microsoft.com/office/drawing/2014/main" id="{1ACB3D78-2269-40B5-94F1-468FBF7FC888}"/>
                      </a:ext>
                    </a:extLst>
                  </p:cNvPr>
                  <p:cNvSpPr/>
                  <p:nvPr/>
                </p:nvSpPr>
                <p:spPr>
                  <a:xfrm>
                    <a:off x="5533773" y="1168817"/>
                    <a:ext cx="14999" cy="9837"/>
                  </a:xfrm>
                  <a:custGeom>
                    <a:avLst/>
                    <a:gdLst>
                      <a:gd name="connsiteX0" fmla="*/ 14562 w 14999"/>
                      <a:gd name="connsiteY0" fmla="*/ 9766 h 9837"/>
                      <a:gd name="connsiteX1" fmla="*/ 10129 w 14999"/>
                      <a:gd name="connsiteY1" fmla="*/ 8081 h 9837"/>
                      <a:gd name="connsiteX2" fmla="*/ 5607 w 14999"/>
                      <a:gd name="connsiteY2" fmla="*/ 5333 h 9837"/>
                      <a:gd name="connsiteX3" fmla="*/ 332 w 14999"/>
                      <a:gd name="connsiteY3" fmla="*/ 235 h 9837"/>
                      <a:gd name="connsiteX4" fmla="*/ 9508 w 14999"/>
                      <a:gd name="connsiteY4" fmla="*/ 3604 h 9837"/>
                      <a:gd name="connsiteX5" fmla="*/ 14562 w 14999"/>
                      <a:gd name="connsiteY5" fmla="*/ 9766 h 9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999" h="9837">
                        <a:moveTo>
                          <a:pt x="14562" y="9766"/>
                        </a:moveTo>
                        <a:cubicBezTo>
                          <a:pt x="13587" y="10120"/>
                          <a:pt x="11947" y="9101"/>
                          <a:pt x="10129" y="8081"/>
                        </a:cubicBezTo>
                        <a:cubicBezTo>
                          <a:pt x="8311" y="7106"/>
                          <a:pt x="6450" y="5909"/>
                          <a:pt x="5607" y="5333"/>
                        </a:cubicBezTo>
                        <a:cubicBezTo>
                          <a:pt x="3834" y="4313"/>
                          <a:pt x="-1353" y="1387"/>
                          <a:pt x="332" y="235"/>
                        </a:cubicBezTo>
                        <a:cubicBezTo>
                          <a:pt x="2105" y="-874"/>
                          <a:pt x="7912" y="2230"/>
                          <a:pt x="9508" y="3604"/>
                        </a:cubicBezTo>
                        <a:cubicBezTo>
                          <a:pt x="11415" y="4579"/>
                          <a:pt x="16513" y="9101"/>
                          <a:pt x="14562" y="976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97" name="Forme libre : forme 20896">
                    <a:extLst>
                      <a:ext uri="{FF2B5EF4-FFF2-40B4-BE49-F238E27FC236}">
                        <a16:creationId xmlns:a16="http://schemas.microsoft.com/office/drawing/2014/main" id="{5829B6FF-6201-4FFB-B77E-532067D620EC}"/>
                      </a:ext>
                    </a:extLst>
                  </p:cNvPr>
                  <p:cNvSpPr/>
                  <p:nvPr/>
                </p:nvSpPr>
                <p:spPr>
                  <a:xfrm>
                    <a:off x="5546758" y="1176752"/>
                    <a:ext cx="4093" cy="3235"/>
                  </a:xfrm>
                  <a:custGeom>
                    <a:avLst/>
                    <a:gdLst>
                      <a:gd name="connsiteX0" fmla="*/ 4059 w 4093"/>
                      <a:gd name="connsiteY0" fmla="*/ 3027 h 3235"/>
                      <a:gd name="connsiteX1" fmla="*/ 1754 w 4093"/>
                      <a:gd name="connsiteY1" fmla="*/ 2362 h 3235"/>
                      <a:gd name="connsiteX2" fmla="*/ 25 w 4093"/>
                      <a:gd name="connsiteY2" fmla="*/ 234 h 3235"/>
                      <a:gd name="connsiteX3" fmla="*/ 2286 w 4093"/>
                      <a:gd name="connsiteY3" fmla="*/ 855 h 3235"/>
                      <a:gd name="connsiteX4" fmla="*/ 4059 w 4093"/>
                      <a:gd name="connsiteY4" fmla="*/ 3027 h 3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93" h="3235">
                        <a:moveTo>
                          <a:pt x="4059" y="3027"/>
                        </a:moveTo>
                        <a:cubicBezTo>
                          <a:pt x="3794" y="3604"/>
                          <a:pt x="2419" y="2850"/>
                          <a:pt x="1754" y="2362"/>
                        </a:cubicBezTo>
                        <a:cubicBezTo>
                          <a:pt x="1089" y="1919"/>
                          <a:pt x="-196" y="855"/>
                          <a:pt x="25" y="234"/>
                        </a:cubicBezTo>
                        <a:cubicBezTo>
                          <a:pt x="247" y="-386"/>
                          <a:pt x="1577" y="367"/>
                          <a:pt x="2286" y="855"/>
                        </a:cubicBezTo>
                        <a:cubicBezTo>
                          <a:pt x="2951" y="1343"/>
                          <a:pt x="4325" y="2407"/>
                          <a:pt x="4059" y="302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98" name="Forme libre : forme 20897">
                    <a:extLst>
                      <a:ext uri="{FF2B5EF4-FFF2-40B4-BE49-F238E27FC236}">
                        <a16:creationId xmlns:a16="http://schemas.microsoft.com/office/drawing/2014/main" id="{BCD77821-5F9D-46E0-8034-23449F8C09C1}"/>
                      </a:ext>
                    </a:extLst>
                  </p:cNvPr>
                  <p:cNvSpPr/>
                  <p:nvPr/>
                </p:nvSpPr>
                <p:spPr>
                  <a:xfrm>
                    <a:off x="5536757" y="1159406"/>
                    <a:ext cx="29578" cy="36825"/>
                  </a:xfrm>
                  <a:custGeom>
                    <a:avLst/>
                    <a:gdLst>
                      <a:gd name="connsiteX0" fmla="*/ 27226 w 29578"/>
                      <a:gd name="connsiteY0" fmla="*/ 23876 h 36825"/>
                      <a:gd name="connsiteX1" fmla="*/ 29532 w 29578"/>
                      <a:gd name="connsiteY1" fmla="*/ 35712 h 36825"/>
                      <a:gd name="connsiteX2" fmla="*/ 25586 w 29578"/>
                      <a:gd name="connsiteY2" fmla="*/ 35712 h 36825"/>
                      <a:gd name="connsiteX3" fmla="*/ 23104 w 29578"/>
                      <a:gd name="connsiteY3" fmla="*/ 31101 h 36825"/>
                      <a:gd name="connsiteX4" fmla="*/ 20621 w 29578"/>
                      <a:gd name="connsiteY4" fmla="*/ 23831 h 36825"/>
                      <a:gd name="connsiteX5" fmla="*/ 16188 w 29578"/>
                      <a:gd name="connsiteY5" fmla="*/ 16118 h 36825"/>
                      <a:gd name="connsiteX6" fmla="*/ 12420 w 29578"/>
                      <a:gd name="connsiteY6" fmla="*/ 12216 h 36825"/>
                      <a:gd name="connsiteX7" fmla="*/ 6258 w 29578"/>
                      <a:gd name="connsiteY7" fmla="*/ 7207 h 36825"/>
                      <a:gd name="connsiteX8" fmla="*/ 716 w 29578"/>
                      <a:gd name="connsiteY8" fmla="*/ 291 h 36825"/>
                      <a:gd name="connsiteX9" fmla="*/ 12774 w 29578"/>
                      <a:gd name="connsiteY9" fmla="*/ 3528 h 36825"/>
                      <a:gd name="connsiteX10" fmla="*/ 19202 w 29578"/>
                      <a:gd name="connsiteY10" fmla="*/ 8404 h 36825"/>
                      <a:gd name="connsiteX11" fmla="*/ 21685 w 29578"/>
                      <a:gd name="connsiteY11" fmla="*/ 10798 h 36825"/>
                      <a:gd name="connsiteX12" fmla="*/ 23325 w 29578"/>
                      <a:gd name="connsiteY12" fmla="*/ 13014 h 36825"/>
                      <a:gd name="connsiteX13" fmla="*/ 26207 w 29578"/>
                      <a:gd name="connsiteY13" fmla="*/ 19176 h 36825"/>
                      <a:gd name="connsiteX14" fmla="*/ 27226 w 29578"/>
                      <a:gd name="connsiteY14" fmla="*/ 23876 h 36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9578" h="36825">
                        <a:moveTo>
                          <a:pt x="27226" y="23876"/>
                        </a:moveTo>
                        <a:cubicBezTo>
                          <a:pt x="28556" y="28442"/>
                          <a:pt x="29842" y="31633"/>
                          <a:pt x="29532" y="35712"/>
                        </a:cubicBezTo>
                        <a:cubicBezTo>
                          <a:pt x="29443" y="37219"/>
                          <a:pt x="27226" y="37175"/>
                          <a:pt x="25586" y="35712"/>
                        </a:cubicBezTo>
                        <a:cubicBezTo>
                          <a:pt x="23946" y="34249"/>
                          <a:pt x="23502" y="32742"/>
                          <a:pt x="23104" y="31101"/>
                        </a:cubicBezTo>
                        <a:cubicBezTo>
                          <a:pt x="22439" y="28619"/>
                          <a:pt x="21596" y="26225"/>
                          <a:pt x="20621" y="23831"/>
                        </a:cubicBezTo>
                        <a:cubicBezTo>
                          <a:pt x="19468" y="21437"/>
                          <a:pt x="18050" y="18689"/>
                          <a:pt x="16188" y="16118"/>
                        </a:cubicBezTo>
                        <a:cubicBezTo>
                          <a:pt x="15567" y="15364"/>
                          <a:pt x="14149" y="13945"/>
                          <a:pt x="12420" y="12216"/>
                        </a:cubicBezTo>
                        <a:cubicBezTo>
                          <a:pt x="10647" y="10532"/>
                          <a:pt x="8341" y="8936"/>
                          <a:pt x="6258" y="7207"/>
                        </a:cubicBezTo>
                        <a:cubicBezTo>
                          <a:pt x="2046" y="4148"/>
                          <a:pt x="-1589" y="1355"/>
                          <a:pt x="716" y="291"/>
                        </a:cubicBezTo>
                        <a:cubicBezTo>
                          <a:pt x="3066" y="-595"/>
                          <a:pt x="8075" y="557"/>
                          <a:pt x="12774" y="3528"/>
                        </a:cubicBezTo>
                        <a:cubicBezTo>
                          <a:pt x="15168" y="4813"/>
                          <a:pt x="17385" y="6675"/>
                          <a:pt x="19202" y="8404"/>
                        </a:cubicBezTo>
                        <a:cubicBezTo>
                          <a:pt x="20133" y="9246"/>
                          <a:pt x="20976" y="10089"/>
                          <a:pt x="21685" y="10798"/>
                        </a:cubicBezTo>
                        <a:cubicBezTo>
                          <a:pt x="22350" y="11640"/>
                          <a:pt x="22882" y="12394"/>
                          <a:pt x="23325" y="13014"/>
                        </a:cubicBezTo>
                        <a:cubicBezTo>
                          <a:pt x="24921" y="15453"/>
                          <a:pt x="25985" y="17625"/>
                          <a:pt x="26207" y="19176"/>
                        </a:cubicBezTo>
                        <a:cubicBezTo>
                          <a:pt x="26561" y="20684"/>
                          <a:pt x="26739" y="22191"/>
                          <a:pt x="27226" y="2387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744" name="Graphique 2">
                  <a:extLst>
                    <a:ext uri="{FF2B5EF4-FFF2-40B4-BE49-F238E27FC236}">
                      <a16:creationId xmlns:a16="http://schemas.microsoft.com/office/drawing/2014/main" id="{2A2C6333-3FEB-4AE4-AD62-46299B77049C}"/>
                    </a:ext>
                  </a:extLst>
                </p:cNvPr>
                <p:cNvGrpSpPr/>
                <p:nvPr/>
              </p:nvGrpSpPr>
              <p:grpSpPr>
                <a:xfrm>
                  <a:off x="5567418" y="1196752"/>
                  <a:ext cx="73302" cy="73931"/>
                  <a:chOff x="5567418" y="1196752"/>
                  <a:chExt cx="73302" cy="73931"/>
                </a:xfrm>
                <a:solidFill>
                  <a:schemeClr val="accent1"/>
                </a:solidFill>
              </p:grpSpPr>
              <p:sp>
                <p:nvSpPr>
                  <p:cNvPr id="20875" name="Forme libre : forme 20874">
                    <a:extLst>
                      <a:ext uri="{FF2B5EF4-FFF2-40B4-BE49-F238E27FC236}">
                        <a16:creationId xmlns:a16="http://schemas.microsoft.com/office/drawing/2014/main" id="{AD4BABBC-BB46-45AC-B501-ACCC373B739C}"/>
                      </a:ext>
                    </a:extLst>
                  </p:cNvPr>
                  <p:cNvSpPr/>
                  <p:nvPr/>
                </p:nvSpPr>
                <p:spPr>
                  <a:xfrm>
                    <a:off x="5567418" y="1196752"/>
                    <a:ext cx="73302" cy="73931"/>
                  </a:xfrm>
                  <a:custGeom>
                    <a:avLst/>
                    <a:gdLst>
                      <a:gd name="connsiteX0" fmla="*/ 38104 w 73302"/>
                      <a:gd name="connsiteY0" fmla="*/ 58036 h 73931"/>
                      <a:gd name="connsiteX1" fmla="*/ 33493 w 73302"/>
                      <a:gd name="connsiteY1" fmla="*/ 53603 h 73931"/>
                      <a:gd name="connsiteX2" fmla="*/ 27464 w 73302"/>
                      <a:gd name="connsiteY2" fmla="*/ 48061 h 73931"/>
                      <a:gd name="connsiteX3" fmla="*/ 15628 w 73302"/>
                      <a:gd name="connsiteY3" fmla="*/ 37599 h 73931"/>
                      <a:gd name="connsiteX4" fmla="*/ 23 w 73302"/>
                      <a:gd name="connsiteY4" fmla="*/ 7144 h 73931"/>
                      <a:gd name="connsiteX5" fmla="*/ 7072 w 73302"/>
                      <a:gd name="connsiteY5" fmla="*/ 6 h 73931"/>
                      <a:gd name="connsiteX6" fmla="*/ 38591 w 73302"/>
                      <a:gd name="connsiteY6" fmla="*/ 11001 h 73931"/>
                      <a:gd name="connsiteX7" fmla="*/ 51048 w 73302"/>
                      <a:gd name="connsiteY7" fmla="*/ 21241 h 73931"/>
                      <a:gd name="connsiteX8" fmla="*/ 63062 w 73302"/>
                      <a:gd name="connsiteY8" fmla="*/ 33432 h 73931"/>
                      <a:gd name="connsiteX9" fmla="*/ 72549 w 73302"/>
                      <a:gd name="connsiteY9" fmla="*/ 51608 h 73931"/>
                      <a:gd name="connsiteX10" fmla="*/ 73303 w 73302"/>
                      <a:gd name="connsiteY10" fmla="*/ 59942 h 73931"/>
                      <a:gd name="connsiteX11" fmla="*/ 72239 w 73302"/>
                      <a:gd name="connsiteY11" fmla="*/ 68055 h 73931"/>
                      <a:gd name="connsiteX12" fmla="*/ 64259 w 73302"/>
                      <a:gd name="connsiteY12" fmla="*/ 73729 h 73931"/>
                      <a:gd name="connsiteX13" fmla="*/ 38104 w 73302"/>
                      <a:gd name="connsiteY13" fmla="*/ 58036 h 73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3302" h="73931">
                        <a:moveTo>
                          <a:pt x="38104" y="58036"/>
                        </a:moveTo>
                        <a:cubicBezTo>
                          <a:pt x="36862" y="56839"/>
                          <a:pt x="35222" y="55332"/>
                          <a:pt x="33493" y="53603"/>
                        </a:cubicBezTo>
                        <a:cubicBezTo>
                          <a:pt x="31631" y="51874"/>
                          <a:pt x="29548" y="49968"/>
                          <a:pt x="27464" y="48061"/>
                        </a:cubicBezTo>
                        <a:cubicBezTo>
                          <a:pt x="23031" y="44116"/>
                          <a:pt x="18554" y="40170"/>
                          <a:pt x="15628" y="37599"/>
                        </a:cubicBezTo>
                        <a:cubicBezTo>
                          <a:pt x="4501" y="27492"/>
                          <a:pt x="955" y="18138"/>
                          <a:pt x="23" y="7144"/>
                        </a:cubicBezTo>
                        <a:cubicBezTo>
                          <a:pt x="-331" y="3331"/>
                          <a:pt x="3393" y="-171"/>
                          <a:pt x="7072" y="6"/>
                        </a:cubicBezTo>
                        <a:cubicBezTo>
                          <a:pt x="17712" y="450"/>
                          <a:pt x="26799" y="2356"/>
                          <a:pt x="38591" y="11001"/>
                        </a:cubicBezTo>
                        <a:cubicBezTo>
                          <a:pt x="41739" y="13306"/>
                          <a:pt x="46438" y="17074"/>
                          <a:pt x="51048" y="21241"/>
                        </a:cubicBezTo>
                        <a:cubicBezTo>
                          <a:pt x="55703" y="25408"/>
                          <a:pt x="60181" y="30063"/>
                          <a:pt x="63062" y="33432"/>
                        </a:cubicBezTo>
                        <a:cubicBezTo>
                          <a:pt x="68470" y="39771"/>
                          <a:pt x="71308" y="45933"/>
                          <a:pt x="72549" y="51608"/>
                        </a:cubicBezTo>
                        <a:cubicBezTo>
                          <a:pt x="73081" y="54489"/>
                          <a:pt x="73303" y="57282"/>
                          <a:pt x="73303" y="59942"/>
                        </a:cubicBezTo>
                        <a:cubicBezTo>
                          <a:pt x="73170" y="62690"/>
                          <a:pt x="72771" y="65395"/>
                          <a:pt x="72239" y="68055"/>
                        </a:cubicBezTo>
                        <a:cubicBezTo>
                          <a:pt x="71529" y="71778"/>
                          <a:pt x="67584" y="74749"/>
                          <a:pt x="64259" y="73729"/>
                        </a:cubicBezTo>
                        <a:cubicBezTo>
                          <a:pt x="54506" y="70803"/>
                          <a:pt x="47059" y="66858"/>
                          <a:pt x="38104" y="5803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76" name="Forme libre : forme 20875">
                    <a:extLst>
                      <a:ext uri="{FF2B5EF4-FFF2-40B4-BE49-F238E27FC236}">
                        <a16:creationId xmlns:a16="http://schemas.microsoft.com/office/drawing/2014/main" id="{2A7F5C3B-B4C9-4BF6-8EE5-0BB2707FF944}"/>
                      </a:ext>
                    </a:extLst>
                  </p:cNvPr>
                  <p:cNvSpPr/>
                  <p:nvPr/>
                </p:nvSpPr>
                <p:spPr>
                  <a:xfrm>
                    <a:off x="5567467" y="1199507"/>
                    <a:ext cx="64387" cy="70929"/>
                  </a:xfrm>
                  <a:custGeom>
                    <a:avLst/>
                    <a:gdLst>
                      <a:gd name="connsiteX0" fmla="*/ 27460 w 64387"/>
                      <a:gd name="connsiteY0" fmla="*/ 28283 h 70929"/>
                      <a:gd name="connsiteX1" fmla="*/ 1393 w 64387"/>
                      <a:gd name="connsiteY1" fmla="*/ 0 h 70929"/>
                      <a:gd name="connsiteX2" fmla="*/ 19 w 64387"/>
                      <a:gd name="connsiteY2" fmla="*/ 4256 h 70929"/>
                      <a:gd name="connsiteX3" fmla="*/ 773 w 64387"/>
                      <a:gd name="connsiteY3" fmla="*/ 9797 h 70929"/>
                      <a:gd name="connsiteX4" fmla="*/ 7023 w 64387"/>
                      <a:gd name="connsiteY4" fmla="*/ 24958 h 70929"/>
                      <a:gd name="connsiteX5" fmla="*/ 15623 w 64387"/>
                      <a:gd name="connsiteY5" fmla="*/ 34667 h 70929"/>
                      <a:gd name="connsiteX6" fmla="*/ 19480 w 64387"/>
                      <a:gd name="connsiteY6" fmla="*/ 38125 h 70929"/>
                      <a:gd name="connsiteX7" fmla="*/ 36548 w 64387"/>
                      <a:gd name="connsiteY7" fmla="*/ 53685 h 70929"/>
                      <a:gd name="connsiteX8" fmla="*/ 38099 w 64387"/>
                      <a:gd name="connsiteY8" fmla="*/ 55148 h 70929"/>
                      <a:gd name="connsiteX9" fmla="*/ 42798 w 64387"/>
                      <a:gd name="connsiteY9" fmla="*/ 59404 h 70929"/>
                      <a:gd name="connsiteX10" fmla="*/ 47231 w 64387"/>
                      <a:gd name="connsiteY10" fmla="*/ 62861 h 70929"/>
                      <a:gd name="connsiteX11" fmla="*/ 59733 w 64387"/>
                      <a:gd name="connsiteY11" fmla="*/ 69422 h 70929"/>
                      <a:gd name="connsiteX12" fmla="*/ 64210 w 64387"/>
                      <a:gd name="connsiteY12" fmla="*/ 70885 h 70929"/>
                      <a:gd name="connsiteX13" fmla="*/ 64388 w 64387"/>
                      <a:gd name="connsiteY13" fmla="*/ 70930 h 70929"/>
                      <a:gd name="connsiteX14" fmla="*/ 48606 w 64387"/>
                      <a:gd name="connsiteY14" fmla="*/ 47346 h 70929"/>
                      <a:gd name="connsiteX15" fmla="*/ 27460 w 64387"/>
                      <a:gd name="connsiteY15" fmla="*/ 28283 h 70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4387" h="70929">
                        <a:moveTo>
                          <a:pt x="27460" y="28283"/>
                        </a:moveTo>
                        <a:cubicBezTo>
                          <a:pt x="16909" y="20481"/>
                          <a:pt x="5516" y="10950"/>
                          <a:pt x="1393" y="0"/>
                        </a:cubicBezTo>
                        <a:cubicBezTo>
                          <a:pt x="462" y="1241"/>
                          <a:pt x="-114" y="2704"/>
                          <a:pt x="19" y="4256"/>
                        </a:cubicBezTo>
                        <a:cubicBezTo>
                          <a:pt x="196" y="6162"/>
                          <a:pt x="418" y="8024"/>
                          <a:pt x="773" y="9797"/>
                        </a:cubicBezTo>
                        <a:cubicBezTo>
                          <a:pt x="1792" y="14984"/>
                          <a:pt x="3610" y="19949"/>
                          <a:pt x="7023" y="24958"/>
                        </a:cubicBezTo>
                        <a:cubicBezTo>
                          <a:pt x="9196" y="28150"/>
                          <a:pt x="12077" y="31386"/>
                          <a:pt x="15623" y="34667"/>
                        </a:cubicBezTo>
                        <a:cubicBezTo>
                          <a:pt x="16732" y="35642"/>
                          <a:pt x="18017" y="36839"/>
                          <a:pt x="19480" y="38125"/>
                        </a:cubicBezTo>
                        <a:cubicBezTo>
                          <a:pt x="25199" y="43045"/>
                          <a:pt x="32469" y="49473"/>
                          <a:pt x="36548" y="53685"/>
                        </a:cubicBezTo>
                        <a:cubicBezTo>
                          <a:pt x="37080" y="54217"/>
                          <a:pt x="37656" y="54705"/>
                          <a:pt x="38099" y="55148"/>
                        </a:cubicBezTo>
                        <a:cubicBezTo>
                          <a:pt x="39651" y="56744"/>
                          <a:pt x="41247" y="58162"/>
                          <a:pt x="42798" y="59404"/>
                        </a:cubicBezTo>
                        <a:cubicBezTo>
                          <a:pt x="44261" y="60733"/>
                          <a:pt x="45724" y="61842"/>
                          <a:pt x="47231" y="62861"/>
                        </a:cubicBezTo>
                        <a:cubicBezTo>
                          <a:pt x="51221" y="65699"/>
                          <a:pt x="55477" y="67605"/>
                          <a:pt x="59733" y="69422"/>
                        </a:cubicBezTo>
                        <a:cubicBezTo>
                          <a:pt x="61151" y="69954"/>
                          <a:pt x="62659" y="70442"/>
                          <a:pt x="64210" y="70885"/>
                        </a:cubicBezTo>
                        <a:lnTo>
                          <a:pt x="64388" y="70930"/>
                        </a:lnTo>
                        <a:cubicBezTo>
                          <a:pt x="60309" y="62462"/>
                          <a:pt x="54945" y="54483"/>
                          <a:pt x="48606" y="47346"/>
                        </a:cubicBezTo>
                        <a:cubicBezTo>
                          <a:pt x="42311" y="40208"/>
                          <a:pt x="35040" y="33958"/>
                          <a:pt x="27460" y="2828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77" name="Forme libre : forme 20876">
                    <a:extLst>
                      <a:ext uri="{FF2B5EF4-FFF2-40B4-BE49-F238E27FC236}">
                        <a16:creationId xmlns:a16="http://schemas.microsoft.com/office/drawing/2014/main" id="{17CC4263-6820-4476-AE23-79495E6E84EF}"/>
                      </a:ext>
                    </a:extLst>
                  </p:cNvPr>
                  <p:cNvSpPr/>
                  <p:nvPr/>
                </p:nvSpPr>
                <p:spPr>
                  <a:xfrm>
                    <a:off x="5594160" y="1220647"/>
                    <a:ext cx="32852" cy="33673"/>
                  </a:xfrm>
                  <a:custGeom>
                    <a:avLst/>
                    <a:gdLst>
                      <a:gd name="connsiteX0" fmla="*/ 32065 w 32852"/>
                      <a:gd name="connsiteY0" fmla="*/ 33253 h 33673"/>
                      <a:gd name="connsiteX1" fmla="*/ 22666 w 32852"/>
                      <a:gd name="connsiteY1" fmla="*/ 28820 h 33673"/>
                      <a:gd name="connsiteX2" fmla="*/ 16948 w 32852"/>
                      <a:gd name="connsiteY2" fmla="*/ 23811 h 33673"/>
                      <a:gd name="connsiteX3" fmla="*/ 12559 w 32852"/>
                      <a:gd name="connsiteY3" fmla="*/ 19777 h 33673"/>
                      <a:gd name="connsiteX4" fmla="*/ 501 w 32852"/>
                      <a:gd name="connsiteY4" fmla="*/ 980 h 33673"/>
                      <a:gd name="connsiteX5" fmla="*/ 20450 w 32852"/>
                      <a:gd name="connsiteY5" fmla="*/ 11354 h 33673"/>
                      <a:gd name="connsiteX6" fmla="*/ 24661 w 32852"/>
                      <a:gd name="connsiteY6" fmla="*/ 15964 h 33673"/>
                      <a:gd name="connsiteX7" fmla="*/ 29493 w 32852"/>
                      <a:gd name="connsiteY7" fmla="*/ 22525 h 33673"/>
                      <a:gd name="connsiteX8" fmla="*/ 32065 w 32852"/>
                      <a:gd name="connsiteY8" fmla="*/ 33253 h 3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852" h="33673">
                        <a:moveTo>
                          <a:pt x="32065" y="33253"/>
                        </a:moveTo>
                        <a:cubicBezTo>
                          <a:pt x="30114" y="34761"/>
                          <a:pt x="26656" y="31968"/>
                          <a:pt x="22666" y="28820"/>
                        </a:cubicBezTo>
                        <a:cubicBezTo>
                          <a:pt x="20716" y="27091"/>
                          <a:pt x="18721" y="25362"/>
                          <a:pt x="16948" y="23811"/>
                        </a:cubicBezTo>
                        <a:cubicBezTo>
                          <a:pt x="15175" y="22171"/>
                          <a:pt x="13579" y="20708"/>
                          <a:pt x="12559" y="19777"/>
                        </a:cubicBezTo>
                        <a:cubicBezTo>
                          <a:pt x="8569" y="15743"/>
                          <a:pt x="-2469" y="5059"/>
                          <a:pt x="501" y="980"/>
                        </a:cubicBezTo>
                        <a:cubicBezTo>
                          <a:pt x="3604" y="-3187"/>
                          <a:pt x="16504" y="7009"/>
                          <a:pt x="20450" y="11354"/>
                        </a:cubicBezTo>
                        <a:cubicBezTo>
                          <a:pt x="21470" y="12374"/>
                          <a:pt x="23021" y="13969"/>
                          <a:pt x="24661" y="15964"/>
                        </a:cubicBezTo>
                        <a:cubicBezTo>
                          <a:pt x="26346" y="17915"/>
                          <a:pt x="28075" y="20176"/>
                          <a:pt x="29493" y="22525"/>
                        </a:cubicBezTo>
                        <a:cubicBezTo>
                          <a:pt x="32464" y="27136"/>
                          <a:pt x="33838" y="31879"/>
                          <a:pt x="32065" y="3325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78" name="Forme libre : forme 20877">
                    <a:extLst>
                      <a:ext uri="{FF2B5EF4-FFF2-40B4-BE49-F238E27FC236}">
                        <a16:creationId xmlns:a16="http://schemas.microsoft.com/office/drawing/2014/main" id="{74C537AB-7709-4470-B1E3-5BCA1D1EE2D8}"/>
                      </a:ext>
                    </a:extLst>
                  </p:cNvPr>
                  <p:cNvSpPr/>
                  <p:nvPr/>
                </p:nvSpPr>
                <p:spPr>
                  <a:xfrm>
                    <a:off x="5594239" y="1220402"/>
                    <a:ext cx="19661" cy="26272"/>
                  </a:xfrm>
                  <a:custGeom>
                    <a:avLst/>
                    <a:gdLst>
                      <a:gd name="connsiteX0" fmla="*/ 10751 w 19661"/>
                      <a:gd name="connsiteY0" fmla="*/ 3797 h 26272"/>
                      <a:gd name="connsiteX1" fmla="*/ 245 w 19661"/>
                      <a:gd name="connsiteY1" fmla="*/ 1093 h 26272"/>
                      <a:gd name="connsiteX2" fmla="*/ 12613 w 19661"/>
                      <a:gd name="connsiteY2" fmla="*/ 20199 h 26272"/>
                      <a:gd name="connsiteX3" fmla="*/ 19662 w 19661"/>
                      <a:gd name="connsiteY3" fmla="*/ 26273 h 26272"/>
                      <a:gd name="connsiteX4" fmla="*/ 16470 w 19661"/>
                      <a:gd name="connsiteY4" fmla="*/ 22460 h 26272"/>
                      <a:gd name="connsiteX5" fmla="*/ 10751 w 19661"/>
                      <a:gd name="connsiteY5" fmla="*/ 3797 h 26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661" h="26272">
                        <a:moveTo>
                          <a:pt x="10751" y="3797"/>
                        </a:moveTo>
                        <a:cubicBezTo>
                          <a:pt x="7958" y="2600"/>
                          <a:pt x="1442" y="-2099"/>
                          <a:pt x="245" y="1093"/>
                        </a:cubicBezTo>
                        <a:cubicBezTo>
                          <a:pt x="-1617" y="6146"/>
                          <a:pt x="7603" y="15057"/>
                          <a:pt x="12613" y="20199"/>
                        </a:cubicBezTo>
                        <a:cubicBezTo>
                          <a:pt x="14209" y="21618"/>
                          <a:pt x="17622" y="24854"/>
                          <a:pt x="19662" y="26273"/>
                        </a:cubicBezTo>
                        <a:cubicBezTo>
                          <a:pt x="18731" y="25253"/>
                          <a:pt x="17135" y="23613"/>
                          <a:pt x="16470" y="22460"/>
                        </a:cubicBezTo>
                        <a:cubicBezTo>
                          <a:pt x="12569" y="16076"/>
                          <a:pt x="7471" y="8407"/>
                          <a:pt x="10751" y="379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79" name="Forme libre : forme 20878">
                    <a:extLst>
                      <a:ext uri="{FF2B5EF4-FFF2-40B4-BE49-F238E27FC236}">
                        <a16:creationId xmlns:a16="http://schemas.microsoft.com/office/drawing/2014/main" id="{D4083D8C-CF93-4CA3-BC04-7E9BEF13F686}"/>
                      </a:ext>
                    </a:extLst>
                  </p:cNvPr>
                  <p:cNvSpPr/>
                  <p:nvPr/>
                </p:nvSpPr>
                <p:spPr>
                  <a:xfrm>
                    <a:off x="5595152" y="1223127"/>
                    <a:ext cx="32679" cy="33566"/>
                  </a:xfrm>
                  <a:custGeom>
                    <a:avLst/>
                    <a:gdLst>
                      <a:gd name="connsiteX0" fmla="*/ 31516 w 32679"/>
                      <a:gd name="connsiteY0" fmla="*/ 33434 h 33566"/>
                      <a:gd name="connsiteX1" fmla="*/ 21896 w 32679"/>
                      <a:gd name="connsiteY1" fmla="*/ 28513 h 33566"/>
                      <a:gd name="connsiteX2" fmla="*/ 12054 w 32679"/>
                      <a:gd name="connsiteY2" fmla="*/ 19736 h 33566"/>
                      <a:gd name="connsiteX3" fmla="*/ 484 w 32679"/>
                      <a:gd name="connsiteY3" fmla="*/ 1028 h 33566"/>
                      <a:gd name="connsiteX4" fmla="*/ 10059 w 32679"/>
                      <a:gd name="connsiteY4" fmla="*/ 3067 h 33566"/>
                      <a:gd name="connsiteX5" fmla="*/ 20211 w 32679"/>
                      <a:gd name="connsiteY5" fmla="*/ 11490 h 33566"/>
                      <a:gd name="connsiteX6" fmla="*/ 29432 w 32679"/>
                      <a:gd name="connsiteY6" fmla="*/ 23105 h 33566"/>
                      <a:gd name="connsiteX7" fmla="*/ 31516 w 32679"/>
                      <a:gd name="connsiteY7" fmla="*/ 33434 h 33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679" h="33566">
                        <a:moveTo>
                          <a:pt x="31516" y="33434"/>
                        </a:moveTo>
                        <a:cubicBezTo>
                          <a:pt x="29166" y="34187"/>
                          <a:pt x="25575" y="31616"/>
                          <a:pt x="21896" y="28513"/>
                        </a:cubicBezTo>
                        <a:cubicBezTo>
                          <a:pt x="18216" y="25410"/>
                          <a:pt x="14271" y="21819"/>
                          <a:pt x="12054" y="19736"/>
                        </a:cubicBezTo>
                        <a:cubicBezTo>
                          <a:pt x="7710" y="15524"/>
                          <a:pt x="-2309" y="5417"/>
                          <a:pt x="484" y="1028"/>
                        </a:cubicBezTo>
                        <a:cubicBezTo>
                          <a:pt x="1903" y="-1144"/>
                          <a:pt x="5937" y="407"/>
                          <a:pt x="10059" y="3067"/>
                        </a:cubicBezTo>
                        <a:cubicBezTo>
                          <a:pt x="14182" y="5727"/>
                          <a:pt x="18305" y="9628"/>
                          <a:pt x="20211" y="11490"/>
                        </a:cubicBezTo>
                        <a:cubicBezTo>
                          <a:pt x="22073" y="13396"/>
                          <a:pt x="26462" y="18228"/>
                          <a:pt x="29432" y="23105"/>
                        </a:cubicBezTo>
                        <a:cubicBezTo>
                          <a:pt x="32314" y="28026"/>
                          <a:pt x="33910" y="32636"/>
                          <a:pt x="31516" y="3343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80" name="Forme libre : forme 20879">
                    <a:extLst>
                      <a:ext uri="{FF2B5EF4-FFF2-40B4-BE49-F238E27FC236}">
                        <a16:creationId xmlns:a16="http://schemas.microsoft.com/office/drawing/2014/main" id="{F0AF89A3-ABEE-402B-A837-9FFB4C0CC352}"/>
                      </a:ext>
                    </a:extLst>
                  </p:cNvPr>
                  <p:cNvSpPr/>
                  <p:nvPr/>
                </p:nvSpPr>
                <p:spPr>
                  <a:xfrm>
                    <a:off x="5577627" y="1205087"/>
                    <a:ext cx="37920" cy="45823"/>
                  </a:xfrm>
                  <a:custGeom>
                    <a:avLst/>
                    <a:gdLst>
                      <a:gd name="connsiteX0" fmla="*/ 543 w 37920"/>
                      <a:gd name="connsiteY0" fmla="*/ 3463 h 45823"/>
                      <a:gd name="connsiteX1" fmla="*/ 1341 w 37920"/>
                      <a:gd name="connsiteY1" fmla="*/ 11487 h 45823"/>
                      <a:gd name="connsiteX2" fmla="*/ 12335 w 37920"/>
                      <a:gd name="connsiteY2" fmla="*/ 30416 h 45823"/>
                      <a:gd name="connsiteX3" fmla="*/ 28117 w 37920"/>
                      <a:gd name="connsiteY3" fmla="*/ 43450 h 45823"/>
                      <a:gd name="connsiteX4" fmla="*/ 37692 w 37920"/>
                      <a:gd name="connsiteY4" fmla="*/ 44380 h 45823"/>
                      <a:gd name="connsiteX5" fmla="*/ 35121 w 37920"/>
                      <a:gd name="connsiteY5" fmla="*/ 37598 h 45823"/>
                      <a:gd name="connsiteX6" fmla="*/ 25679 w 37920"/>
                      <a:gd name="connsiteY6" fmla="*/ 19732 h 45823"/>
                      <a:gd name="connsiteX7" fmla="*/ 14552 w 37920"/>
                      <a:gd name="connsiteY7" fmla="*/ 2665 h 45823"/>
                      <a:gd name="connsiteX8" fmla="*/ 543 w 37920"/>
                      <a:gd name="connsiteY8" fmla="*/ 3463 h 45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920" h="45823">
                        <a:moveTo>
                          <a:pt x="543" y="3463"/>
                        </a:moveTo>
                        <a:cubicBezTo>
                          <a:pt x="-388" y="6477"/>
                          <a:pt x="-122" y="7896"/>
                          <a:pt x="1341" y="11487"/>
                        </a:cubicBezTo>
                        <a:cubicBezTo>
                          <a:pt x="4134" y="18358"/>
                          <a:pt x="6616" y="23988"/>
                          <a:pt x="12335" y="30416"/>
                        </a:cubicBezTo>
                        <a:cubicBezTo>
                          <a:pt x="17167" y="35780"/>
                          <a:pt x="23063" y="40568"/>
                          <a:pt x="28117" y="43450"/>
                        </a:cubicBezTo>
                        <a:cubicBezTo>
                          <a:pt x="31974" y="45533"/>
                          <a:pt x="36229" y="47085"/>
                          <a:pt x="37692" y="44380"/>
                        </a:cubicBezTo>
                        <a:cubicBezTo>
                          <a:pt x="38623" y="42696"/>
                          <a:pt x="36495" y="40036"/>
                          <a:pt x="35121" y="37598"/>
                        </a:cubicBezTo>
                        <a:cubicBezTo>
                          <a:pt x="32107" y="31658"/>
                          <a:pt x="28383" y="26338"/>
                          <a:pt x="25679" y="19732"/>
                        </a:cubicBezTo>
                        <a:cubicBezTo>
                          <a:pt x="23329" y="14191"/>
                          <a:pt x="21334" y="7143"/>
                          <a:pt x="14552" y="2665"/>
                        </a:cubicBezTo>
                        <a:cubicBezTo>
                          <a:pt x="8523" y="-1280"/>
                          <a:pt x="1873" y="-704"/>
                          <a:pt x="543" y="346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81" name="Forme libre : forme 20880">
                    <a:extLst>
                      <a:ext uri="{FF2B5EF4-FFF2-40B4-BE49-F238E27FC236}">
                        <a16:creationId xmlns:a16="http://schemas.microsoft.com/office/drawing/2014/main" id="{E170A996-5D05-410F-96BA-5AE94F985FBB}"/>
                      </a:ext>
                    </a:extLst>
                  </p:cNvPr>
                  <p:cNvSpPr/>
                  <p:nvPr/>
                </p:nvSpPr>
                <p:spPr>
                  <a:xfrm>
                    <a:off x="5589657" y="1211433"/>
                    <a:ext cx="16752" cy="10253"/>
                  </a:xfrm>
                  <a:custGeom>
                    <a:avLst/>
                    <a:gdLst>
                      <a:gd name="connsiteX0" fmla="*/ 2388 w 16752"/>
                      <a:gd name="connsiteY0" fmla="*/ 309 h 10253"/>
                      <a:gd name="connsiteX1" fmla="*/ 305 w 16752"/>
                      <a:gd name="connsiteY1" fmla="*/ 132 h 10253"/>
                      <a:gd name="connsiteX2" fmla="*/ 659 w 16752"/>
                      <a:gd name="connsiteY2" fmla="*/ 1861 h 10253"/>
                      <a:gd name="connsiteX3" fmla="*/ 3231 w 16752"/>
                      <a:gd name="connsiteY3" fmla="*/ 4033 h 10253"/>
                      <a:gd name="connsiteX4" fmla="*/ 10279 w 16752"/>
                      <a:gd name="connsiteY4" fmla="*/ 8555 h 10253"/>
                      <a:gd name="connsiteX5" fmla="*/ 13028 w 16752"/>
                      <a:gd name="connsiteY5" fmla="*/ 9929 h 10253"/>
                      <a:gd name="connsiteX6" fmla="*/ 14180 w 16752"/>
                      <a:gd name="connsiteY6" fmla="*/ 5762 h 10253"/>
                      <a:gd name="connsiteX7" fmla="*/ 2388 w 16752"/>
                      <a:gd name="connsiteY7" fmla="*/ 309 h 10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752" h="10253">
                        <a:moveTo>
                          <a:pt x="2388" y="309"/>
                        </a:moveTo>
                        <a:cubicBezTo>
                          <a:pt x="1502" y="43"/>
                          <a:pt x="881" y="-134"/>
                          <a:pt x="305" y="132"/>
                        </a:cubicBezTo>
                        <a:cubicBezTo>
                          <a:pt x="-272" y="398"/>
                          <a:pt x="39" y="1151"/>
                          <a:pt x="659" y="1861"/>
                        </a:cubicBezTo>
                        <a:cubicBezTo>
                          <a:pt x="1280" y="2570"/>
                          <a:pt x="2388" y="3412"/>
                          <a:pt x="3231" y="4033"/>
                        </a:cubicBezTo>
                        <a:cubicBezTo>
                          <a:pt x="5491" y="5629"/>
                          <a:pt x="7974" y="7225"/>
                          <a:pt x="10279" y="8555"/>
                        </a:cubicBezTo>
                        <a:cubicBezTo>
                          <a:pt x="11255" y="9086"/>
                          <a:pt x="12141" y="9663"/>
                          <a:pt x="13028" y="9929"/>
                        </a:cubicBezTo>
                        <a:cubicBezTo>
                          <a:pt x="16840" y="11081"/>
                          <a:pt x="18525" y="9042"/>
                          <a:pt x="14180" y="5762"/>
                        </a:cubicBezTo>
                        <a:cubicBezTo>
                          <a:pt x="10811" y="3190"/>
                          <a:pt x="5979" y="1329"/>
                          <a:pt x="2388" y="30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82" name="Forme libre : forme 20881">
                    <a:extLst>
                      <a:ext uri="{FF2B5EF4-FFF2-40B4-BE49-F238E27FC236}">
                        <a16:creationId xmlns:a16="http://schemas.microsoft.com/office/drawing/2014/main" id="{A8A6C061-7707-40F0-9EC1-25B75C27ABBA}"/>
                      </a:ext>
                    </a:extLst>
                  </p:cNvPr>
                  <p:cNvSpPr/>
                  <p:nvPr/>
                </p:nvSpPr>
                <p:spPr>
                  <a:xfrm>
                    <a:off x="5606719" y="1254965"/>
                    <a:ext cx="25490" cy="13786"/>
                  </a:xfrm>
                  <a:custGeom>
                    <a:avLst/>
                    <a:gdLst>
                      <a:gd name="connsiteX0" fmla="*/ 25490 w 25490"/>
                      <a:gd name="connsiteY0" fmla="*/ 13787 h 13786"/>
                      <a:gd name="connsiteX1" fmla="*/ 12723 w 25490"/>
                      <a:gd name="connsiteY1" fmla="*/ 8157 h 13786"/>
                      <a:gd name="connsiteX2" fmla="*/ 0 w 25490"/>
                      <a:gd name="connsiteY2" fmla="*/ 0 h 13786"/>
                      <a:gd name="connsiteX3" fmla="*/ 25490 w 25490"/>
                      <a:gd name="connsiteY3" fmla="*/ 13787 h 1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490" h="13786">
                        <a:moveTo>
                          <a:pt x="25490" y="13787"/>
                        </a:moveTo>
                        <a:cubicBezTo>
                          <a:pt x="21634" y="13565"/>
                          <a:pt x="17245" y="10950"/>
                          <a:pt x="12723" y="8157"/>
                        </a:cubicBezTo>
                        <a:cubicBezTo>
                          <a:pt x="7980" y="5142"/>
                          <a:pt x="3458" y="2217"/>
                          <a:pt x="0" y="0"/>
                        </a:cubicBezTo>
                        <a:cubicBezTo>
                          <a:pt x="7847" y="4743"/>
                          <a:pt x="17910" y="9576"/>
                          <a:pt x="25490" y="137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83" name="Forme libre : forme 20882">
                    <a:extLst>
                      <a:ext uri="{FF2B5EF4-FFF2-40B4-BE49-F238E27FC236}">
                        <a16:creationId xmlns:a16="http://schemas.microsoft.com/office/drawing/2014/main" id="{F581AF01-FE00-4454-9525-0C1011EF9285}"/>
                      </a:ext>
                    </a:extLst>
                  </p:cNvPr>
                  <p:cNvSpPr/>
                  <p:nvPr/>
                </p:nvSpPr>
                <p:spPr>
                  <a:xfrm>
                    <a:off x="5574357" y="1197778"/>
                    <a:ext cx="31829" cy="11481"/>
                  </a:xfrm>
                  <a:custGeom>
                    <a:avLst/>
                    <a:gdLst>
                      <a:gd name="connsiteX0" fmla="*/ 31830 w 31829"/>
                      <a:gd name="connsiteY0" fmla="*/ 11482 h 11481"/>
                      <a:gd name="connsiteX1" fmla="*/ 0 w 31829"/>
                      <a:gd name="connsiteY1" fmla="*/ 0 h 11481"/>
                      <a:gd name="connsiteX2" fmla="*/ 31830 w 31829"/>
                      <a:gd name="connsiteY2" fmla="*/ 11482 h 11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829" h="11481">
                        <a:moveTo>
                          <a:pt x="31830" y="11482"/>
                        </a:moveTo>
                        <a:cubicBezTo>
                          <a:pt x="21279" y="3857"/>
                          <a:pt x="9797" y="1330"/>
                          <a:pt x="0" y="0"/>
                        </a:cubicBezTo>
                        <a:cubicBezTo>
                          <a:pt x="9177" y="798"/>
                          <a:pt x="21900" y="6206"/>
                          <a:pt x="31830" y="114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84" name="Forme libre : forme 20883">
                    <a:extLst>
                      <a:ext uri="{FF2B5EF4-FFF2-40B4-BE49-F238E27FC236}">
                        <a16:creationId xmlns:a16="http://schemas.microsoft.com/office/drawing/2014/main" id="{4F8FCB69-66E7-41FA-A97E-AE32087C5365}"/>
                      </a:ext>
                    </a:extLst>
                  </p:cNvPr>
                  <p:cNvSpPr/>
                  <p:nvPr/>
                </p:nvSpPr>
                <p:spPr>
                  <a:xfrm>
                    <a:off x="5610171" y="1231314"/>
                    <a:ext cx="11314" cy="13501"/>
                  </a:xfrm>
                  <a:custGeom>
                    <a:avLst/>
                    <a:gdLst>
                      <a:gd name="connsiteX0" fmla="*/ 10733 w 11314"/>
                      <a:gd name="connsiteY0" fmla="*/ 13499 h 13501"/>
                      <a:gd name="connsiteX1" fmla="*/ 3507 w 11314"/>
                      <a:gd name="connsiteY1" fmla="*/ 6672 h 13501"/>
                      <a:gd name="connsiteX2" fmla="*/ 626 w 11314"/>
                      <a:gd name="connsiteY2" fmla="*/ 23 h 13501"/>
                      <a:gd name="connsiteX3" fmla="*/ 7808 w 11314"/>
                      <a:gd name="connsiteY3" fmla="*/ 6273 h 13501"/>
                      <a:gd name="connsiteX4" fmla="*/ 10733 w 11314"/>
                      <a:gd name="connsiteY4" fmla="*/ 13499 h 13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14" h="13501">
                        <a:moveTo>
                          <a:pt x="10733" y="13499"/>
                        </a:moveTo>
                        <a:cubicBezTo>
                          <a:pt x="8871" y="13632"/>
                          <a:pt x="4793" y="8313"/>
                          <a:pt x="3507" y="6672"/>
                        </a:cubicBezTo>
                        <a:cubicBezTo>
                          <a:pt x="2222" y="5076"/>
                          <a:pt x="-1458" y="422"/>
                          <a:pt x="626" y="23"/>
                        </a:cubicBezTo>
                        <a:cubicBezTo>
                          <a:pt x="2709" y="-376"/>
                          <a:pt x="6699" y="4589"/>
                          <a:pt x="7808" y="6273"/>
                        </a:cubicBezTo>
                        <a:cubicBezTo>
                          <a:pt x="9049" y="7825"/>
                          <a:pt x="12728" y="13278"/>
                          <a:pt x="10733" y="1349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85" name="Forme libre : forme 20884">
                    <a:extLst>
                      <a:ext uri="{FF2B5EF4-FFF2-40B4-BE49-F238E27FC236}">
                        <a16:creationId xmlns:a16="http://schemas.microsoft.com/office/drawing/2014/main" id="{C99D2B95-CAF7-4953-A808-577A68517366}"/>
                      </a:ext>
                    </a:extLst>
                  </p:cNvPr>
                  <p:cNvSpPr/>
                  <p:nvPr/>
                </p:nvSpPr>
                <p:spPr>
                  <a:xfrm>
                    <a:off x="5619718" y="1242718"/>
                    <a:ext cx="3316" cy="3964"/>
                  </a:xfrm>
                  <a:custGeom>
                    <a:avLst/>
                    <a:gdLst>
                      <a:gd name="connsiteX0" fmla="*/ 3226 w 3316"/>
                      <a:gd name="connsiteY0" fmla="*/ 3824 h 3964"/>
                      <a:gd name="connsiteX1" fmla="*/ 1187 w 3316"/>
                      <a:gd name="connsiteY1" fmla="*/ 2627 h 3964"/>
                      <a:gd name="connsiteX2" fmla="*/ 79 w 3316"/>
                      <a:gd name="connsiteY2" fmla="*/ 144 h 3964"/>
                      <a:gd name="connsiteX3" fmla="*/ 2073 w 3316"/>
                      <a:gd name="connsiteY3" fmla="*/ 1297 h 3964"/>
                      <a:gd name="connsiteX4" fmla="*/ 3226 w 3316"/>
                      <a:gd name="connsiteY4" fmla="*/ 3824 h 3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6" h="3964">
                        <a:moveTo>
                          <a:pt x="3226" y="3824"/>
                        </a:moveTo>
                        <a:cubicBezTo>
                          <a:pt x="2827" y="4356"/>
                          <a:pt x="1719" y="3248"/>
                          <a:pt x="1187" y="2627"/>
                        </a:cubicBezTo>
                        <a:cubicBezTo>
                          <a:pt x="655" y="2006"/>
                          <a:pt x="-276" y="676"/>
                          <a:pt x="79" y="144"/>
                        </a:cubicBezTo>
                        <a:cubicBezTo>
                          <a:pt x="478" y="-388"/>
                          <a:pt x="1542" y="676"/>
                          <a:pt x="2073" y="1297"/>
                        </a:cubicBezTo>
                        <a:cubicBezTo>
                          <a:pt x="2605" y="1918"/>
                          <a:pt x="3625" y="3292"/>
                          <a:pt x="3226" y="38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86" name="Forme libre : forme 20885">
                    <a:extLst>
                      <a:ext uri="{FF2B5EF4-FFF2-40B4-BE49-F238E27FC236}">
                        <a16:creationId xmlns:a16="http://schemas.microsoft.com/office/drawing/2014/main" id="{1E04BA4E-5652-4DA2-A1C3-E3B6A4601215}"/>
                      </a:ext>
                    </a:extLst>
                  </p:cNvPr>
                  <p:cNvSpPr/>
                  <p:nvPr/>
                </p:nvSpPr>
                <p:spPr>
                  <a:xfrm>
                    <a:off x="5616522" y="1224108"/>
                    <a:ext cx="19540" cy="41523"/>
                  </a:xfrm>
                  <a:custGeom>
                    <a:avLst/>
                    <a:gdLst>
                      <a:gd name="connsiteX0" fmla="*/ 18923 w 19540"/>
                      <a:gd name="connsiteY0" fmla="*/ 28241 h 41523"/>
                      <a:gd name="connsiteX1" fmla="*/ 18391 w 19540"/>
                      <a:gd name="connsiteY1" fmla="*/ 40831 h 41523"/>
                      <a:gd name="connsiteX2" fmla="*/ 14667 w 19540"/>
                      <a:gd name="connsiteY2" fmla="*/ 39545 h 41523"/>
                      <a:gd name="connsiteX3" fmla="*/ 13471 w 19540"/>
                      <a:gd name="connsiteY3" fmla="*/ 34492 h 41523"/>
                      <a:gd name="connsiteX4" fmla="*/ 12229 w 19540"/>
                      <a:gd name="connsiteY4" fmla="*/ 26734 h 41523"/>
                      <a:gd name="connsiteX5" fmla="*/ 9525 w 19540"/>
                      <a:gd name="connsiteY5" fmla="*/ 18710 h 41523"/>
                      <a:gd name="connsiteX6" fmla="*/ 7087 w 19540"/>
                      <a:gd name="connsiteY6" fmla="*/ 14232 h 41523"/>
                      <a:gd name="connsiteX7" fmla="*/ 3186 w 19540"/>
                      <a:gd name="connsiteY7" fmla="*/ 7982 h 41523"/>
                      <a:gd name="connsiteX8" fmla="*/ 1147 w 19540"/>
                      <a:gd name="connsiteY8" fmla="*/ 2 h 41523"/>
                      <a:gd name="connsiteX9" fmla="*/ 10279 w 19540"/>
                      <a:gd name="connsiteY9" fmla="*/ 6341 h 41523"/>
                      <a:gd name="connsiteX10" fmla="*/ 16973 w 19540"/>
                      <a:gd name="connsiteY10" fmla="*/ 16715 h 41523"/>
                      <a:gd name="connsiteX11" fmla="*/ 18923 w 19540"/>
                      <a:gd name="connsiteY11" fmla="*/ 28241 h 41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540" h="41523">
                        <a:moveTo>
                          <a:pt x="18923" y="28241"/>
                        </a:moveTo>
                        <a:cubicBezTo>
                          <a:pt x="19677" y="33383"/>
                          <a:pt x="19987" y="37019"/>
                          <a:pt x="18391" y="40831"/>
                        </a:cubicBezTo>
                        <a:cubicBezTo>
                          <a:pt x="17815" y="42205"/>
                          <a:pt x="15732" y="41407"/>
                          <a:pt x="14667" y="39545"/>
                        </a:cubicBezTo>
                        <a:cubicBezTo>
                          <a:pt x="13604" y="37683"/>
                          <a:pt x="13515" y="36176"/>
                          <a:pt x="13471" y="34492"/>
                        </a:cubicBezTo>
                        <a:cubicBezTo>
                          <a:pt x="13338" y="31920"/>
                          <a:pt x="12983" y="29305"/>
                          <a:pt x="12229" y="26734"/>
                        </a:cubicBezTo>
                        <a:cubicBezTo>
                          <a:pt x="11520" y="24118"/>
                          <a:pt x="10722" y="21414"/>
                          <a:pt x="9525" y="18710"/>
                        </a:cubicBezTo>
                        <a:cubicBezTo>
                          <a:pt x="9170" y="17867"/>
                          <a:pt x="8240" y="16227"/>
                          <a:pt x="7087" y="14232"/>
                        </a:cubicBezTo>
                        <a:cubicBezTo>
                          <a:pt x="5890" y="12326"/>
                          <a:pt x="4427" y="10110"/>
                          <a:pt x="3186" y="7982"/>
                        </a:cubicBezTo>
                        <a:cubicBezTo>
                          <a:pt x="615" y="3859"/>
                          <a:pt x="-1336" y="135"/>
                          <a:pt x="1147" y="2"/>
                        </a:cubicBezTo>
                        <a:cubicBezTo>
                          <a:pt x="3585" y="-87"/>
                          <a:pt x="7220" y="2618"/>
                          <a:pt x="10279" y="6341"/>
                        </a:cubicBezTo>
                        <a:cubicBezTo>
                          <a:pt x="13471" y="9844"/>
                          <a:pt x="15909" y="14454"/>
                          <a:pt x="16973" y="16715"/>
                        </a:cubicBezTo>
                        <a:cubicBezTo>
                          <a:pt x="18790" y="21680"/>
                          <a:pt x="18391" y="24340"/>
                          <a:pt x="18923" y="2824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745" name="Graphique 2">
                  <a:extLst>
                    <a:ext uri="{FF2B5EF4-FFF2-40B4-BE49-F238E27FC236}">
                      <a16:creationId xmlns:a16="http://schemas.microsoft.com/office/drawing/2014/main" id="{9FEBA34E-DDB7-49A8-99F5-9D3EC4B92748}"/>
                    </a:ext>
                  </a:extLst>
                </p:cNvPr>
                <p:cNvGrpSpPr/>
                <p:nvPr/>
              </p:nvGrpSpPr>
              <p:grpSpPr>
                <a:xfrm>
                  <a:off x="5629426" y="1269052"/>
                  <a:ext cx="78530" cy="69749"/>
                  <a:chOff x="5629426" y="1269052"/>
                  <a:chExt cx="78530" cy="69749"/>
                </a:xfrm>
                <a:solidFill>
                  <a:schemeClr val="accent1"/>
                </a:solidFill>
              </p:grpSpPr>
              <p:sp>
                <p:nvSpPr>
                  <p:cNvPr id="20863" name="Forme libre : forme 20862">
                    <a:extLst>
                      <a:ext uri="{FF2B5EF4-FFF2-40B4-BE49-F238E27FC236}">
                        <a16:creationId xmlns:a16="http://schemas.microsoft.com/office/drawing/2014/main" id="{1531A78A-AF77-4C98-8B0B-EA07FAA8B5EE}"/>
                      </a:ext>
                    </a:extLst>
                  </p:cNvPr>
                  <p:cNvSpPr/>
                  <p:nvPr/>
                </p:nvSpPr>
                <p:spPr>
                  <a:xfrm>
                    <a:off x="5629426" y="1269052"/>
                    <a:ext cx="78530" cy="69704"/>
                  </a:xfrm>
                  <a:custGeom>
                    <a:avLst/>
                    <a:gdLst>
                      <a:gd name="connsiteX0" fmla="*/ 40021 w 78530"/>
                      <a:gd name="connsiteY0" fmla="*/ 66196 h 69704"/>
                      <a:gd name="connsiteX1" fmla="*/ 36165 w 78530"/>
                      <a:gd name="connsiteY1" fmla="*/ 64511 h 69704"/>
                      <a:gd name="connsiteX2" fmla="*/ 31865 w 78530"/>
                      <a:gd name="connsiteY2" fmla="*/ 62029 h 69704"/>
                      <a:gd name="connsiteX3" fmla="*/ 22599 w 78530"/>
                      <a:gd name="connsiteY3" fmla="*/ 55601 h 69704"/>
                      <a:gd name="connsiteX4" fmla="*/ 14265 w 78530"/>
                      <a:gd name="connsiteY4" fmla="*/ 48020 h 69704"/>
                      <a:gd name="connsiteX5" fmla="*/ 8325 w 78530"/>
                      <a:gd name="connsiteY5" fmla="*/ 40972 h 69704"/>
                      <a:gd name="connsiteX6" fmla="*/ 3227 w 78530"/>
                      <a:gd name="connsiteY6" fmla="*/ 4310 h 69704"/>
                      <a:gd name="connsiteX7" fmla="*/ 12581 w 78530"/>
                      <a:gd name="connsiteY7" fmla="*/ 719 h 69704"/>
                      <a:gd name="connsiteX8" fmla="*/ 19452 w 78530"/>
                      <a:gd name="connsiteY8" fmla="*/ 5285 h 69704"/>
                      <a:gd name="connsiteX9" fmla="*/ 25082 w 78530"/>
                      <a:gd name="connsiteY9" fmla="*/ 9319 h 69704"/>
                      <a:gd name="connsiteX10" fmla="*/ 30446 w 78530"/>
                      <a:gd name="connsiteY10" fmla="*/ 13885 h 69704"/>
                      <a:gd name="connsiteX11" fmla="*/ 36032 w 78530"/>
                      <a:gd name="connsiteY11" fmla="*/ 19382 h 69704"/>
                      <a:gd name="connsiteX12" fmla="*/ 39800 w 78530"/>
                      <a:gd name="connsiteY12" fmla="*/ 23283 h 69704"/>
                      <a:gd name="connsiteX13" fmla="*/ 44676 w 78530"/>
                      <a:gd name="connsiteY13" fmla="*/ 27584 h 69704"/>
                      <a:gd name="connsiteX14" fmla="*/ 54296 w 78530"/>
                      <a:gd name="connsiteY14" fmla="*/ 34189 h 69704"/>
                      <a:gd name="connsiteX15" fmla="*/ 60414 w 78530"/>
                      <a:gd name="connsiteY15" fmla="*/ 38001 h 69704"/>
                      <a:gd name="connsiteX16" fmla="*/ 62985 w 78530"/>
                      <a:gd name="connsiteY16" fmla="*/ 40041 h 69704"/>
                      <a:gd name="connsiteX17" fmla="*/ 65379 w 78530"/>
                      <a:gd name="connsiteY17" fmla="*/ 41947 h 69704"/>
                      <a:gd name="connsiteX18" fmla="*/ 67684 w 78530"/>
                      <a:gd name="connsiteY18" fmla="*/ 44163 h 69704"/>
                      <a:gd name="connsiteX19" fmla="*/ 69989 w 78530"/>
                      <a:gd name="connsiteY19" fmla="*/ 46291 h 69704"/>
                      <a:gd name="connsiteX20" fmla="*/ 75132 w 78530"/>
                      <a:gd name="connsiteY20" fmla="*/ 50990 h 69704"/>
                      <a:gd name="connsiteX21" fmla="*/ 77525 w 78530"/>
                      <a:gd name="connsiteY21" fmla="*/ 60522 h 69704"/>
                      <a:gd name="connsiteX22" fmla="*/ 62852 w 78530"/>
                      <a:gd name="connsiteY22" fmla="*/ 69122 h 69704"/>
                      <a:gd name="connsiteX23" fmla="*/ 40021 w 78530"/>
                      <a:gd name="connsiteY23" fmla="*/ 66196 h 69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78530" h="69704">
                        <a:moveTo>
                          <a:pt x="40021" y="66196"/>
                        </a:moveTo>
                        <a:cubicBezTo>
                          <a:pt x="38869" y="65708"/>
                          <a:pt x="37539" y="65176"/>
                          <a:pt x="36165" y="64511"/>
                        </a:cubicBezTo>
                        <a:cubicBezTo>
                          <a:pt x="34835" y="63758"/>
                          <a:pt x="33372" y="62915"/>
                          <a:pt x="31865" y="62029"/>
                        </a:cubicBezTo>
                        <a:cubicBezTo>
                          <a:pt x="28717" y="60344"/>
                          <a:pt x="25658" y="57995"/>
                          <a:pt x="22599" y="55601"/>
                        </a:cubicBezTo>
                        <a:cubicBezTo>
                          <a:pt x="19452" y="53296"/>
                          <a:pt x="16881" y="50458"/>
                          <a:pt x="14265" y="48020"/>
                        </a:cubicBezTo>
                        <a:cubicBezTo>
                          <a:pt x="11871" y="45449"/>
                          <a:pt x="9876" y="42922"/>
                          <a:pt x="8325" y="40972"/>
                        </a:cubicBezTo>
                        <a:cubicBezTo>
                          <a:pt x="-2669" y="25810"/>
                          <a:pt x="-985" y="12910"/>
                          <a:pt x="3227" y="4310"/>
                        </a:cubicBezTo>
                        <a:cubicBezTo>
                          <a:pt x="4601" y="808"/>
                          <a:pt x="9256" y="-1143"/>
                          <a:pt x="12581" y="719"/>
                        </a:cubicBezTo>
                        <a:cubicBezTo>
                          <a:pt x="14975" y="2005"/>
                          <a:pt x="17324" y="3689"/>
                          <a:pt x="19452" y="5285"/>
                        </a:cubicBezTo>
                        <a:cubicBezTo>
                          <a:pt x="21491" y="6571"/>
                          <a:pt x="23397" y="7856"/>
                          <a:pt x="25082" y="9319"/>
                        </a:cubicBezTo>
                        <a:cubicBezTo>
                          <a:pt x="26944" y="10694"/>
                          <a:pt x="28806" y="12157"/>
                          <a:pt x="30446" y="13885"/>
                        </a:cubicBezTo>
                        <a:cubicBezTo>
                          <a:pt x="32397" y="15437"/>
                          <a:pt x="34037" y="17388"/>
                          <a:pt x="36032" y="19382"/>
                        </a:cubicBezTo>
                        <a:cubicBezTo>
                          <a:pt x="37096" y="20446"/>
                          <a:pt x="38381" y="21776"/>
                          <a:pt x="39800" y="23283"/>
                        </a:cubicBezTo>
                        <a:cubicBezTo>
                          <a:pt x="41396" y="24569"/>
                          <a:pt x="42903" y="26254"/>
                          <a:pt x="44676" y="27584"/>
                        </a:cubicBezTo>
                        <a:cubicBezTo>
                          <a:pt x="48134" y="30376"/>
                          <a:pt x="51769" y="32726"/>
                          <a:pt x="54296" y="34189"/>
                        </a:cubicBezTo>
                        <a:cubicBezTo>
                          <a:pt x="56646" y="35430"/>
                          <a:pt x="58596" y="36893"/>
                          <a:pt x="60414" y="38001"/>
                        </a:cubicBezTo>
                        <a:cubicBezTo>
                          <a:pt x="61300" y="38622"/>
                          <a:pt x="62143" y="39376"/>
                          <a:pt x="62985" y="40041"/>
                        </a:cubicBezTo>
                        <a:cubicBezTo>
                          <a:pt x="63783" y="40617"/>
                          <a:pt x="64581" y="41238"/>
                          <a:pt x="65379" y="41947"/>
                        </a:cubicBezTo>
                        <a:cubicBezTo>
                          <a:pt x="66132" y="42612"/>
                          <a:pt x="66930" y="43454"/>
                          <a:pt x="67684" y="44163"/>
                        </a:cubicBezTo>
                        <a:cubicBezTo>
                          <a:pt x="68438" y="44828"/>
                          <a:pt x="69236" y="45538"/>
                          <a:pt x="69989" y="46291"/>
                        </a:cubicBezTo>
                        <a:cubicBezTo>
                          <a:pt x="71585" y="47843"/>
                          <a:pt x="73270" y="49572"/>
                          <a:pt x="75132" y="50990"/>
                        </a:cubicBezTo>
                        <a:cubicBezTo>
                          <a:pt x="77703" y="53118"/>
                          <a:pt x="79875" y="57729"/>
                          <a:pt x="77525" y="60522"/>
                        </a:cubicBezTo>
                        <a:cubicBezTo>
                          <a:pt x="74112" y="64733"/>
                          <a:pt x="69280" y="67659"/>
                          <a:pt x="62852" y="69122"/>
                        </a:cubicBezTo>
                        <a:cubicBezTo>
                          <a:pt x="56557" y="70274"/>
                          <a:pt x="48489" y="69920"/>
                          <a:pt x="40021" y="6619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64" name="Forme libre : forme 20863">
                    <a:extLst>
                      <a:ext uri="{FF2B5EF4-FFF2-40B4-BE49-F238E27FC236}">
                        <a16:creationId xmlns:a16="http://schemas.microsoft.com/office/drawing/2014/main" id="{A91E2B8E-065F-48A7-B1F3-BAC4C7F2440E}"/>
                      </a:ext>
                    </a:extLst>
                  </p:cNvPr>
                  <p:cNvSpPr/>
                  <p:nvPr/>
                </p:nvSpPr>
                <p:spPr>
                  <a:xfrm>
                    <a:off x="5629621" y="1270037"/>
                    <a:ext cx="77418" cy="68764"/>
                  </a:xfrm>
                  <a:custGeom>
                    <a:avLst/>
                    <a:gdLst>
                      <a:gd name="connsiteX0" fmla="*/ 21429 w 77418"/>
                      <a:gd name="connsiteY0" fmla="*/ 36174 h 68764"/>
                      <a:gd name="connsiteX1" fmla="*/ 14469 w 77418"/>
                      <a:gd name="connsiteY1" fmla="*/ 27973 h 68764"/>
                      <a:gd name="connsiteX2" fmla="*/ 9238 w 77418"/>
                      <a:gd name="connsiteY2" fmla="*/ 18619 h 68764"/>
                      <a:gd name="connsiteX3" fmla="*/ 6533 w 77418"/>
                      <a:gd name="connsiteY3" fmla="*/ 8866 h 68764"/>
                      <a:gd name="connsiteX4" fmla="*/ 6179 w 77418"/>
                      <a:gd name="connsiteY4" fmla="*/ 0 h 68764"/>
                      <a:gd name="connsiteX5" fmla="*/ 3164 w 77418"/>
                      <a:gd name="connsiteY5" fmla="*/ 3325 h 68764"/>
                      <a:gd name="connsiteX6" fmla="*/ 1347 w 77418"/>
                      <a:gd name="connsiteY6" fmla="*/ 8379 h 68764"/>
                      <a:gd name="connsiteX7" fmla="*/ 371 w 77418"/>
                      <a:gd name="connsiteY7" fmla="*/ 12014 h 68764"/>
                      <a:gd name="connsiteX8" fmla="*/ 17 w 77418"/>
                      <a:gd name="connsiteY8" fmla="*/ 16358 h 68764"/>
                      <a:gd name="connsiteX9" fmla="*/ 150 w 77418"/>
                      <a:gd name="connsiteY9" fmla="*/ 21057 h 68764"/>
                      <a:gd name="connsiteX10" fmla="*/ 1214 w 77418"/>
                      <a:gd name="connsiteY10" fmla="*/ 25934 h 68764"/>
                      <a:gd name="connsiteX11" fmla="*/ 8218 w 77418"/>
                      <a:gd name="connsiteY11" fmla="*/ 39987 h 68764"/>
                      <a:gd name="connsiteX12" fmla="*/ 12341 w 77418"/>
                      <a:gd name="connsiteY12" fmla="*/ 45040 h 68764"/>
                      <a:gd name="connsiteX13" fmla="*/ 17793 w 77418"/>
                      <a:gd name="connsiteY13" fmla="*/ 50537 h 68764"/>
                      <a:gd name="connsiteX14" fmla="*/ 24133 w 77418"/>
                      <a:gd name="connsiteY14" fmla="*/ 55857 h 68764"/>
                      <a:gd name="connsiteX15" fmla="*/ 37033 w 77418"/>
                      <a:gd name="connsiteY15" fmla="*/ 63970 h 68764"/>
                      <a:gd name="connsiteX16" fmla="*/ 39870 w 77418"/>
                      <a:gd name="connsiteY16" fmla="*/ 65167 h 68764"/>
                      <a:gd name="connsiteX17" fmla="*/ 48692 w 77418"/>
                      <a:gd name="connsiteY17" fmla="*/ 67915 h 68764"/>
                      <a:gd name="connsiteX18" fmla="*/ 56760 w 77418"/>
                      <a:gd name="connsiteY18" fmla="*/ 68713 h 68764"/>
                      <a:gd name="connsiteX19" fmla="*/ 73650 w 77418"/>
                      <a:gd name="connsiteY19" fmla="*/ 63172 h 68764"/>
                      <a:gd name="connsiteX20" fmla="*/ 77330 w 77418"/>
                      <a:gd name="connsiteY20" fmla="*/ 59537 h 68764"/>
                      <a:gd name="connsiteX21" fmla="*/ 77419 w 77418"/>
                      <a:gd name="connsiteY21" fmla="*/ 59404 h 68764"/>
                      <a:gd name="connsiteX22" fmla="*/ 46697 w 77418"/>
                      <a:gd name="connsiteY22" fmla="*/ 53951 h 68764"/>
                      <a:gd name="connsiteX23" fmla="*/ 21429 w 77418"/>
                      <a:gd name="connsiteY23" fmla="*/ 36174 h 68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77418" h="68764">
                        <a:moveTo>
                          <a:pt x="21429" y="36174"/>
                        </a:moveTo>
                        <a:cubicBezTo>
                          <a:pt x="18946" y="33647"/>
                          <a:pt x="16419" y="30987"/>
                          <a:pt x="14469" y="27973"/>
                        </a:cubicBezTo>
                        <a:cubicBezTo>
                          <a:pt x="12252" y="25091"/>
                          <a:pt x="10656" y="21811"/>
                          <a:pt x="9238" y="18619"/>
                        </a:cubicBezTo>
                        <a:cubicBezTo>
                          <a:pt x="7819" y="15427"/>
                          <a:pt x="7110" y="11969"/>
                          <a:pt x="6533" y="8866"/>
                        </a:cubicBezTo>
                        <a:cubicBezTo>
                          <a:pt x="6090" y="5896"/>
                          <a:pt x="5957" y="2926"/>
                          <a:pt x="6179" y="0"/>
                        </a:cubicBezTo>
                        <a:cubicBezTo>
                          <a:pt x="4849" y="754"/>
                          <a:pt x="3696" y="1906"/>
                          <a:pt x="3164" y="3325"/>
                        </a:cubicBezTo>
                        <a:cubicBezTo>
                          <a:pt x="2499" y="5054"/>
                          <a:pt x="1879" y="6738"/>
                          <a:pt x="1347" y="8379"/>
                        </a:cubicBezTo>
                        <a:cubicBezTo>
                          <a:pt x="992" y="9620"/>
                          <a:pt x="549" y="10595"/>
                          <a:pt x="371" y="12014"/>
                        </a:cubicBezTo>
                        <a:cubicBezTo>
                          <a:pt x="194" y="13388"/>
                          <a:pt x="61" y="14851"/>
                          <a:pt x="17" y="16358"/>
                        </a:cubicBezTo>
                        <a:cubicBezTo>
                          <a:pt x="-28" y="17865"/>
                          <a:pt x="17" y="19417"/>
                          <a:pt x="150" y="21057"/>
                        </a:cubicBezTo>
                        <a:cubicBezTo>
                          <a:pt x="371" y="22653"/>
                          <a:pt x="770" y="24249"/>
                          <a:pt x="1214" y="25934"/>
                        </a:cubicBezTo>
                        <a:cubicBezTo>
                          <a:pt x="2322" y="30411"/>
                          <a:pt x="4716" y="34977"/>
                          <a:pt x="8218" y="39987"/>
                        </a:cubicBezTo>
                        <a:cubicBezTo>
                          <a:pt x="9370" y="41449"/>
                          <a:pt x="10745" y="43178"/>
                          <a:pt x="12341" y="45040"/>
                        </a:cubicBezTo>
                        <a:cubicBezTo>
                          <a:pt x="13804" y="46946"/>
                          <a:pt x="15843" y="48631"/>
                          <a:pt x="17793" y="50537"/>
                        </a:cubicBezTo>
                        <a:cubicBezTo>
                          <a:pt x="19700" y="52444"/>
                          <a:pt x="21872" y="54217"/>
                          <a:pt x="24133" y="55857"/>
                        </a:cubicBezTo>
                        <a:cubicBezTo>
                          <a:pt x="28433" y="59359"/>
                          <a:pt x="33309" y="61975"/>
                          <a:pt x="37033" y="63970"/>
                        </a:cubicBezTo>
                        <a:cubicBezTo>
                          <a:pt x="38053" y="64413"/>
                          <a:pt x="39028" y="64812"/>
                          <a:pt x="39870" y="65167"/>
                        </a:cubicBezTo>
                        <a:cubicBezTo>
                          <a:pt x="42885" y="66452"/>
                          <a:pt x="45766" y="67472"/>
                          <a:pt x="48692" y="67915"/>
                        </a:cubicBezTo>
                        <a:cubicBezTo>
                          <a:pt x="51574" y="68403"/>
                          <a:pt x="54145" y="68935"/>
                          <a:pt x="56760" y="68713"/>
                        </a:cubicBezTo>
                        <a:cubicBezTo>
                          <a:pt x="63765" y="68580"/>
                          <a:pt x="69395" y="66186"/>
                          <a:pt x="73650" y="63172"/>
                        </a:cubicBezTo>
                        <a:cubicBezTo>
                          <a:pt x="75025" y="62019"/>
                          <a:pt x="76266" y="60822"/>
                          <a:pt x="77330" y="59537"/>
                        </a:cubicBezTo>
                        <a:lnTo>
                          <a:pt x="77419" y="59404"/>
                        </a:lnTo>
                        <a:cubicBezTo>
                          <a:pt x="66912" y="60645"/>
                          <a:pt x="56184" y="58295"/>
                          <a:pt x="46697" y="53951"/>
                        </a:cubicBezTo>
                        <a:cubicBezTo>
                          <a:pt x="37122" y="49473"/>
                          <a:pt x="28699" y="43223"/>
                          <a:pt x="21429" y="36174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65" name="Forme libre : forme 20864">
                    <a:extLst>
                      <a:ext uri="{FF2B5EF4-FFF2-40B4-BE49-F238E27FC236}">
                        <a16:creationId xmlns:a16="http://schemas.microsoft.com/office/drawing/2014/main" id="{F26B0F1D-5199-4614-A806-AE50AD806708}"/>
                      </a:ext>
                    </a:extLst>
                  </p:cNvPr>
                  <p:cNvSpPr/>
                  <p:nvPr/>
                </p:nvSpPr>
                <p:spPr>
                  <a:xfrm>
                    <a:off x="5650817" y="1299328"/>
                    <a:ext cx="38336" cy="27464"/>
                  </a:xfrm>
                  <a:custGeom>
                    <a:avLst/>
                    <a:gdLst>
                      <a:gd name="connsiteX0" fmla="*/ 38313 w 38336"/>
                      <a:gd name="connsiteY0" fmla="*/ 25325 h 27464"/>
                      <a:gd name="connsiteX1" fmla="*/ 27452 w 38336"/>
                      <a:gd name="connsiteY1" fmla="*/ 26743 h 27464"/>
                      <a:gd name="connsiteX2" fmla="*/ 19384 w 38336"/>
                      <a:gd name="connsiteY2" fmla="*/ 23818 h 27464"/>
                      <a:gd name="connsiteX3" fmla="*/ 13444 w 38336"/>
                      <a:gd name="connsiteY3" fmla="*/ 20493 h 27464"/>
                      <a:gd name="connsiteX4" fmla="*/ 3336 w 38336"/>
                      <a:gd name="connsiteY4" fmla="*/ 10651 h 27464"/>
                      <a:gd name="connsiteX5" fmla="*/ 277 w 38336"/>
                      <a:gd name="connsiteY5" fmla="*/ 4711 h 27464"/>
                      <a:gd name="connsiteX6" fmla="*/ 854 w 38336"/>
                      <a:gd name="connsiteY6" fmla="*/ 632 h 27464"/>
                      <a:gd name="connsiteX7" fmla="*/ 10030 w 38336"/>
                      <a:gd name="connsiteY7" fmla="*/ 3647 h 27464"/>
                      <a:gd name="connsiteX8" fmla="*/ 19827 w 38336"/>
                      <a:gd name="connsiteY8" fmla="*/ 10917 h 27464"/>
                      <a:gd name="connsiteX9" fmla="*/ 24482 w 38336"/>
                      <a:gd name="connsiteY9" fmla="*/ 14109 h 27464"/>
                      <a:gd name="connsiteX10" fmla="*/ 30688 w 38336"/>
                      <a:gd name="connsiteY10" fmla="*/ 18099 h 27464"/>
                      <a:gd name="connsiteX11" fmla="*/ 38313 w 38336"/>
                      <a:gd name="connsiteY11" fmla="*/ 25325 h 27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8336" h="27464">
                        <a:moveTo>
                          <a:pt x="38313" y="25325"/>
                        </a:moveTo>
                        <a:cubicBezTo>
                          <a:pt x="37914" y="27763"/>
                          <a:pt x="33082" y="27940"/>
                          <a:pt x="27452" y="26743"/>
                        </a:cubicBezTo>
                        <a:cubicBezTo>
                          <a:pt x="24792" y="25945"/>
                          <a:pt x="21822" y="25059"/>
                          <a:pt x="19384" y="23818"/>
                        </a:cubicBezTo>
                        <a:cubicBezTo>
                          <a:pt x="16946" y="22576"/>
                          <a:pt x="14818" y="21379"/>
                          <a:pt x="13444" y="20493"/>
                        </a:cubicBezTo>
                        <a:cubicBezTo>
                          <a:pt x="10828" y="18587"/>
                          <a:pt x="6173" y="14863"/>
                          <a:pt x="3336" y="10651"/>
                        </a:cubicBezTo>
                        <a:cubicBezTo>
                          <a:pt x="1785" y="8656"/>
                          <a:pt x="721" y="6484"/>
                          <a:pt x="277" y="4711"/>
                        </a:cubicBezTo>
                        <a:cubicBezTo>
                          <a:pt x="-210" y="2938"/>
                          <a:pt x="-77" y="1475"/>
                          <a:pt x="854" y="632"/>
                        </a:cubicBezTo>
                        <a:cubicBezTo>
                          <a:pt x="2849" y="-1141"/>
                          <a:pt x="6218" y="1120"/>
                          <a:pt x="10030" y="3647"/>
                        </a:cubicBezTo>
                        <a:cubicBezTo>
                          <a:pt x="13665" y="6351"/>
                          <a:pt x="17833" y="9233"/>
                          <a:pt x="19827" y="10917"/>
                        </a:cubicBezTo>
                        <a:cubicBezTo>
                          <a:pt x="20936" y="11627"/>
                          <a:pt x="22620" y="12735"/>
                          <a:pt x="24482" y="14109"/>
                        </a:cubicBezTo>
                        <a:cubicBezTo>
                          <a:pt x="26344" y="15528"/>
                          <a:pt x="28649" y="16636"/>
                          <a:pt x="30688" y="18099"/>
                        </a:cubicBezTo>
                        <a:cubicBezTo>
                          <a:pt x="34856" y="20537"/>
                          <a:pt x="38668" y="23108"/>
                          <a:pt x="38313" y="2532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66" name="Forme libre : forme 20865">
                    <a:extLst>
                      <a:ext uri="{FF2B5EF4-FFF2-40B4-BE49-F238E27FC236}">
                        <a16:creationId xmlns:a16="http://schemas.microsoft.com/office/drawing/2014/main" id="{E983FBBB-4707-44D2-B3A6-D5D6E32F4EA9}"/>
                      </a:ext>
                    </a:extLst>
                  </p:cNvPr>
                  <p:cNvSpPr/>
                  <p:nvPr/>
                </p:nvSpPr>
                <p:spPr>
                  <a:xfrm>
                    <a:off x="5650979" y="1299015"/>
                    <a:ext cx="23034" cy="25549"/>
                  </a:xfrm>
                  <a:custGeom>
                    <a:avLst/>
                    <a:gdLst>
                      <a:gd name="connsiteX0" fmla="*/ 10444 w 23034"/>
                      <a:gd name="connsiteY0" fmla="*/ 4537 h 25549"/>
                      <a:gd name="connsiteX1" fmla="*/ 558 w 23034"/>
                      <a:gd name="connsiteY1" fmla="*/ 813 h 25549"/>
                      <a:gd name="connsiteX2" fmla="*/ 3218 w 23034"/>
                      <a:gd name="connsiteY2" fmla="*/ 11009 h 25549"/>
                      <a:gd name="connsiteX3" fmla="*/ 13547 w 23034"/>
                      <a:gd name="connsiteY3" fmla="*/ 21028 h 25549"/>
                      <a:gd name="connsiteX4" fmla="*/ 23034 w 23034"/>
                      <a:gd name="connsiteY4" fmla="*/ 25550 h 25549"/>
                      <a:gd name="connsiteX5" fmla="*/ 20507 w 23034"/>
                      <a:gd name="connsiteY5" fmla="*/ 24264 h 25549"/>
                      <a:gd name="connsiteX6" fmla="*/ 18291 w 23034"/>
                      <a:gd name="connsiteY6" fmla="*/ 22624 h 25549"/>
                      <a:gd name="connsiteX7" fmla="*/ 10444 w 23034"/>
                      <a:gd name="connsiteY7" fmla="*/ 4537 h 25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034" h="25549">
                        <a:moveTo>
                          <a:pt x="10444" y="4537"/>
                        </a:moveTo>
                        <a:cubicBezTo>
                          <a:pt x="7696" y="3561"/>
                          <a:pt x="2376" y="-2069"/>
                          <a:pt x="558" y="813"/>
                        </a:cubicBezTo>
                        <a:cubicBezTo>
                          <a:pt x="-772" y="2985"/>
                          <a:pt x="337" y="7197"/>
                          <a:pt x="3218" y="11009"/>
                        </a:cubicBezTo>
                        <a:cubicBezTo>
                          <a:pt x="5922" y="15043"/>
                          <a:pt x="10267" y="18634"/>
                          <a:pt x="13547" y="21028"/>
                        </a:cubicBezTo>
                        <a:cubicBezTo>
                          <a:pt x="15631" y="22225"/>
                          <a:pt x="20286" y="24973"/>
                          <a:pt x="23034" y="25550"/>
                        </a:cubicBezTo>
                        <a:cubicBezTo>
                          <a:pt x="22325" y="25195"/>
                          <a:pt x="21394" y="24752"/>
                          <a:pt x="20507" y="24264"/>
                        </a:cubicBezTo>
                        <a:cubicBezTo>
                          <a:pt x="19665" y="23688"/>
                          <a:pt x="18823" y="23111"/>
                          <a:pt x="18291" y="22624"/>
                        </a:cubicBezTo>
                        <a:cubicBezTo>
                          <a:pt x="11774" y="17171"/>
                          <a:pt x="6765" y="8793"/>
                          <a:pt x="10444" y="453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67" name="Forme libre : forme 20866">
                    <a:extLst>
                      <a:ext uri="{FF2B5EF4-FFF2-40B4-BE49-F238E27FC236}">
                        <a16:creationId xmlns:a16="http://schemas.microsoft.com/office/drawing/2014/main" id="{5A354979-7137-4166-ADE1-CA675C0C0F07}"/>
                      </a:ext>
                    </a:extLst>
                  </p:cNvPr>
                  <p:cNvSpPr/>
                  <p:nvPr/>
                </p:nvSpPr>
                <p:spPr>
                  <a:xfrm>
                    <a:off x="5651461" y="1301858"/>
                    <a:ext cx="40067" cy="26642"/>
                  </a:xfrm>
                  <a:custGeom>
                    <a:avLst/>
                    <a:gdLst>
                      <a:gd name="connsiteX0" fmla="*/ 39886 w 40067"/>
                      <a:gd name="connsiteY0" fmla="*/ 24391 h 26642"/>
                      <a:gd name="connsiteX1" fmla="*/ 35763 w 40067"/>
                      <a:gd name="connsiteY1" fmla="*/ 26563 h 26642"/>
                      <a:gd name="connsiteX2" fmla="*/ 28315 w 40067"/>
                      <a:gd name="connsiteY2" fmla="*/ 26075 h 26642"/>
                      <a:gd name="connsiteX3" fmla="*/ 20247 w 40067"/>
                      <a:gd name="connsiteY3" fmla="*/ 23548 h 26642"/>
                      <a:gd name="connsiteX4" fmla="*/ 14085 w 40067"/>
                      <a:gd name="connsiteY4" fmla="*/ 20357 h 26642"/>
                      <a:gd name="connsiteX5" fmla="*/ 8721 w 40067"/>
                      <a:gd name="connsiteY5" fmla="*/ 16411 h 26642"/>
                      <a:gd name="connsiteX6" fmla="*/ 3446 w 40067"/>
                      <a:gd name="connsiteY6" fmla="*/ 10781 h 26642"/>
                      <a:gd name="connsiteX7" fmla="*/ 786 w 40067"/>
                      <a:gd name="connsiteY7" fmla="*/ 718 h 26642"/>
                      <a:gd name="connsiteX8" fmla="*/ 10051 w 40067"/>
                      <a:gd name="connsiteY8" fmla="*/ 3555 h 26642"/>
                      <a:gd name="connsiteX9" fmla="*/ 15814 w 40067"/>
                      <a:gd name="connsiteY9" fmla="*/ 7545 h 26642"/>
                      <a:gd name="connsiteX10" fmla="*/ 20247 w 40067"/>
                      <a:gd name="connsiteY10" fmla="*/ 10559 h 26642"/>
                      <a:gd name="connsiteX11" fmla="*/ 25123 w 40067"/>
                      <a:gd name="connsiteY11" fmla="*/ 13707 h 26642"/>
                      <a:gd name="connsiteX12" fmla="*/ 32039 w 40067"/>
                      <a:gd name="connsiteY12" fmla="*/ 17564 h 26642"/>
                      <a:gd name="connsiteX13" fmla="*/ 38068 w 40067"/>
                      <a:gd name="connsiteY13" fmla="*/ 21110 h 26642"/>
                      <a:gd name="connsiteX14" fmla="*/ 39886 w 40067"/>
                      <a:gd name="connsiteY14" fmla="*/ 24391 h 26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0067" h="26642">
                        <a:moveTo>
                          <a:pt x="39886" y="24391"/>
                        </a:moveTo>
                        <a:cubicBezTo>
                          <a:pt x="39309" y="25499"/>
                          <a:pt x="37846" y="26164"/>
                          <a:pt x="35763" y="26563"/>
                        </a:cubicBezTo>
                        <a:cubicBezTo>
                          <a:pt x="33724" y="26784"/>
                          <a:pt x="31108" y="26518"/>
                          <a:pt x="28315" y="26075"/>
                        </a:cubicBezTo>
                        <a:cubicBezTo>
                          <a:pt x="25567" y="25588"/>
                          <a:pt x="22818" y="24479"/>
                          <a:pt x="20247" y="23548"/>
                        </a:cubicBezTo>
                        <a:cubicBezTo>
                          <a:pt x="17720" y="22529"/>
                          <a:pt x="15637" y="21199"/>
                          <a:pt x="14085" y="20357"/>
                        </a:cubicBezTo>
                        <a:cubicBezTo>
                          <a:pt x="12489" y="19514"/>
                          <a:pt x="10583" y="18096"/>
                          <a:pt x="8721" y="16411"/>
                        </a:cubicBezTo>
                        <a:cubicBezTo>
                          <a:pt x="6815" y="14771"/>
                          <a:pt x="4864" y="12909"/>
                          <a:pt x="3446" y="10781"/>
                        </a:cubicBezTo>
                        <a:cubicBezTo>
                          <a:pt x="387" y="6836"/>
                          <a:pt x="-988" y="2624"/>
                          <a:pt x="786" y="718"/>
                        </a:cubicBezTo>
                        <a:cubicBezTo>
                          <a:pt x="2603" y="-1188"/>
                          <a:pt x="6105" y="1028"/>
                          <a:pt x="10051" y="3555"/>
                        </a:cubicBezTo>
                        <a:cubicBezTo>
                          <a:pt x="11913" y="4974"/>
                          <a:pt x="13996" y="6304"/>
                          <a:pt x="15814" y="7545"/>
                        </a:cubicBezTo>
                        <a:cubicBezTo>
                          <a:pt x="17587" y="8875"/>
                          <a:pt x="19183" y="9939"/>
                          <a:pt x="20247" y="10559"/>
                        </a:cubicBezTo>
                        <a:cubicBezTo>
                          <a:pt x="21311" y="11180"/>
                          <a:pt x="23040" y="12421"/>
                          <a:pt x="25123" y="13707"/>
                        </a:cubicBezTo>
                        <a:cubicBezTo>
                          <a:pt x="27296" y="14771"/>
                          <a:pt x="29645" y="16455"/>
                          <a:pt x="32039" y="17564"/>
                        </a:cubicBezTo>
                        <a:cubicBezTo>
                          <a:pt x="34389" y="18672"/>
                          <a:pt x="36516" y="20179"/>
                          <a:pt x="38068" y="21110"/>
                        </a:cubicBezTo>
                        <a:cubicBezTo>
                          <a:pt x="39620" y="22218"/>
                          <a:pt x="40462" y="23327"/>
                          <a:pt x="39886" y="2439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68" name="Forme libre : forme 20867">
                    <a:extLst>
                      <a:ext uri="{FF2B5EF4-FFF2-40B4-BE49-F238E27FC236}">
                        <a16:creationId xmlns:a16="http://schemas.microsoft.com/office/drawing/2014/main" id="{524E2812-0385-43DD-BE2D-A909593C32CC}"/>
                      </a:ext>
                    </a:extLst>
                  </p:cNvPr>
                  <p:cNvSpPr/>
                  <p:nvPr/>
                </p:nvSpPr>
                <p:spPr>
                  <a:xfrm>
                    <a:off x="5637692" y="1280788"/>
                    <a:ext cx="39206" cy="48749"/>
                  </a:xfrm>
                  <a:custGeom>
                    <a:avLst/>
                    <a:gdLst>
                      <a:gd name="connsiteX0" fmla="*/ 2496 w 39206"/>
                      <a:gd name="connsiteY0" fmla="*/ 1396 h 48749"/>
                      <a:gd name="connsiteX1" fmla="*/ 58 w 39206"/>
                      <a:gd name="connsiteY1" fmla="*/ 9287 h 48749"/>
                      <a:gd name="connsiteX2" fmla="*/ 1654 w 39206"/>
                      <a:gd name="connsiteY2" fmla="*/ 20680 h 48749"/>
                      <a:gd name="connsiteX3" fmla="*/ 7594 w 39206"/>
                      <a:gd name="connsiteY3" fmla="*/ 32694 h 48749"/>
                      <a:gd name="connsiteX4" fmla="*/ 28474 w 39206"/>
                      <a:gd name="connsiteY4" fmla="*/ 47766 h 48749"/>
                      <a:gd name="connsiteX5" fmla="*/ 39202 w 39206"/>
                      <a:gd name="connsiteY5" fmla="*/ 45948 h 48749"/>
                      <a:gd name="connsiteX6" fmla="*/ 33617 w 39206"/>
                      <a:gd name="connsiteY6" fmla="*/ 40230 h 48749"/>
                      <a:gd name="connsiteX7" fmla="*/ 26790 w 39206"/>
                      <a:gd name="connsiteY7" fmla="*/ 32383 h 48749"/>
                      <a:gd name="connsiteX8" fmla="*/ 24041 w 39206"/>
                      <a:gd name="connsiteY8" fmla="*/ 28127 h 48749"/>
                      <a:gd name="connsiteX9" fmla="*/ 22091 w 39206"/>
                      <a:gd name="connsiteY9" fmla="*/ 23384 h 48749"/>
                      <a:gd name="connsiteX10" fmla="*/ 15485 w 39206"/>
                      <a:gd name="connsiteY10" fmla="*/ 5696 h 48749"/>
                      <a:gd name="connsiteX11" fmla="*/ 2496 w 39206"/>
                      <a:gd name="connsiteY11" fmla="*/ 1396 h 48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9206" h="48749">
                        <a:moveTo>
                          <a:pt x="2496" y="1396"/>
                        </a:moveTo>
                        <a:cubicBezTo>
                          <a:pt x="413" y="3701"/>
                          <a:pt x="-208" y="5297"/>
                          <a:pt x="58" y="9287"/>
                        </a:cubicBezTo>
                        <a:cubicBezTo>
                          <a:pt x="235" y="13188"/>
                          <a:pt x="501" y="16956"/>
                          <a:pt x="1654" y="20680"/>
                        </a:cubicBezTo>
                        <a:cubicBezTo>
                          <a:pt x="2629" y="24581"/>
                          <a:pt x="4580" y="28349"/>
                          <a:pt x="7594" y="32694"/>
                        </a:cubicBezTo>
                        <a:cubicBezTo>
                          <a:pt x="12914" y="39653"/>
                          <a:pt x="21160" y="45771"/>
                          <a:pt x="28474" y="47766"/>
                        </a:cubicBezTo>
                        <a:cubicBezTo>
                          <a:pt x="33838" y="49451"/>
                          <a:pt x="39380" y="49052"/>
                          <a:pt x="39202" y="45948"/>
                        </a:cubicBezTo>
                        <a:cubicBezTo>
                          <a:pt x="39202" y="43953"/>
                          <a:pt x="35744" y="42402"/>
                          <a:pt x="33617" y="40230"/>
                        </a:cubicBezTo>
                        <a:cubicBezTo>
                          <a:pt x="31134" y="37614"/>
                          <a:pt x="28651" y="35265"/>
                          <a:pt x="26790" y="32383"/>
                        </a:cubicBezTo>
                        <a:cubicBezTo>
                          <a:pt x="25814" y="30965"/>
                          <a:pt x="24839" y="29635"/>
                          <a:pt x="24041" y="28127"/>
                        </a:cubicBezTo>
                        <a:cubicBezTo>
                          <a:pt x="23287" y="26576"/>
                          <a:pt x="22622" y="25024"/>
                          <a:pt x="22091" y="23384"/>
                        </a:cubicBezTo>
                        <a:cubicBezTo>
                          <a:pt x="20140" y="17798"/>
                          <a:pt x="20051" y="11193"/>
                          <a:pt x="15485" y="5696"/>
                        </a:cubicBezTo>
                        <a:cubicBezTo>
                          <a:pt x="11495" y="642"/>
                          <a:pt x="5599" y="-1707"/>
                          <a:pt x="2496" y="139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69" name="Forme libre : forme 20868">
                    <a:extLst>
                      <a:ext uri="{FF2B5EF4-FFF2-40B4-BE49-F238E27FC236}">
                        <a16:creationId xmlns:a16="http://schemas.microsoft.com/office/drawing/2014/main" id="{38E59BB3-A653-4DF6-BA27-472D64A0BF2F}"/>
                      </a:ext>
                    </a:extLst>
                  </p:cNvPr>
                  <p:cNvSpPr/>
                  <p:nvPr/>
                </p:nvSpPr>
                <p:spPr>
                  <a:xfrm>
                    <a:off x="5649284" y="1289262"/>
                    <a:ext cx="13816" cy="11844"/>
                  </a:xfrm>
                  <a:custGeom>
                    <a:avLst/>
                    <a:gdLst>
                      <a:gd name="connsiteX0" fmla="*/ 2386 w 13816"/>
                      <a:gd name="connsiteY0" fmla="*/ 680 h 11844"/>
                      <a:gd name="connsiteX1" fmla="*/ 480 w 13816"/>
                      <a:gd name="connsiteY1" fmla="*/ 15 h 11844"/>
                      <a:gd name="connsiteX2" fmla="*/ 258 w 13816"/>
                      <a:gd name="connsiteY2" fmla="*/ 1700 h 11844"/>
                      <a:gd name="connsiteX3" fmla="*/ 2076 w 13816"/>
                      <a:gd name="connsiteY3" fmla="*/ 4360 h 11844"/>
                      <a:gd name="connsiteX4" fmla="*/ 7794 w 13816"/>
                      <a:gd name="connsiteY4" fmla="*/ 9901 h 11844"/>
                      <a:gd name="connsiteX5" fmla="*/ 10144 w 13816"/>
                      <a:gd name="connsiteY5" fmla="*/ 11497 h 11844"/>
                      <a:gd name="connsiteX6" fmla="*/ 11917 w 13816"/>
                      <a:gd name="connsiteY6" fmla="*/ 7596 h 11844"/>
                      <a:gd name="connsiteX7" fmla="*/ 7218 w 13816"/>
                      <a:gd name="connsiteY7" fmla="*/ 3961 h 11844"/>
                      <a:gd name="connsiteX8" fmla="*/ 2386 w 13816"/>
                      <a:gd name="connsiteY8" fmla="*/ 680 h 11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816" h="11844">
                        <a:moveTo>
                          <a:pt x="2386" y="680"/>
                        </a:moveTo>
                        <a:cubicBezTo>
                          <a:pt x="1632" y="237"/>
                          <a:pt x="1056" y="-73"/>
                          <a:pt x="480" y="15"/>
                        </a:cubicBezTo>
                        <a:cubicBezTo>
                          <a:pt x="-141" y="104"/>
                          <a:pt x="-97" y="902"/>
                          <a:pt x="258" y="1700"/>
                        </a:cubicBezTo>
                        <a:cubicBezTo>
                          <a:pt x="613" y="2542"/>
                          <a:pt x="1455" y="3606"/>
                          <a:pt x="2076" y="4360"/>
                        </a:cubicBezTo>
                        <a:cubicBezTo>
                          <a:pt x="3671" y="6443"/>
                          <a:pt x="5799" y="8349"/>
                          <a:pt x="7794" y="9901"/>
                        </a:cubicBezTo>
                        <a:cubicBezTo>
                          <a:pt x="8592" y="10522"/>
                          <a:pt x="9346" y="11142"/>
                          <a:pt x="10144" y="11497"/>
                        </a:cubicBezTo>
                        <a:cubicBezTo>
                          <a:pt x="13779" y="12649"/>
                          <a:pt x="15330" y="10832"/>
                          <a:pt x="11917" y="7596"/>
                        </a:cubicBezTo>
                        <a:cubicBezTo>
                          <a:pt x="10631" y="6266"/>
                          <a:pt x="8947" y="5113"/>
                          <a:pt x="7218" y="3961"/>
                        </a:cubicBezTo>
                        <a:cubicBezTo>
                          <a:pt x="5666" y="2675"/>
                          <a:pt x="3937" y="1567"/>
                          <a:pt x="2386" y="68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70" name="Forme libre : forme 20869">
                    <a:extLst>
                      <a:ext uri="{FF2B5EF4-FFF2-40B4-BE49-F238E27FC236}">
                        <a16:creationId xmlns:a16="http://schemas.microsoft.com/office/drawing/2014/main" id="{5E1AEC8D-709C-438B-8EFE-891C2A410594}"/>
                      </a:ext>
                    </a:extLst>
                  </p:cNvPr>
                  <p:cNvSpPr/>
                  <p:nvPr/>
                </p:nvSpPr>
                <p:spPr>
                  <a:xfrm>
                    <a:off x="5670999" y="1328421"/>
                    <a:ext cx="34356" cy="8319"/>
                  </a:xfrm>
                  <a:custGeom>
                    <a:avLst/>
                    <a:gdLst>
                      <a:gd name="connsiteX0" fmla="*/ 34356 w 34356"/>
                      <a:gd name="connsiteY0" fmla="*/ 0 h 8319"/>
                      <a:gd name="connsiteX1" fmla="*/ 20392 w 34356"/>
                      <a:gd name="connsiteY1" fmla="*/ 7669 h 8319"/>
                      <a:gd name="connsiteX2" fmla="*/ 9841 w 34356"/>
                      <a:gd name="connsiteY2" fmla="*/ 8157 h 8319"/>
                      <a:gd name="connsiteX3" fmla="*/ 4655 w 34356"/>
                      <a:gd name="connsiteY3" fmla="*/ 7669 h 8319"/>
                      <a:gd name="connsiteX4" fmla="*/ 0 w 34356"/>
                      <a:gd name="connsiteY4" fmla="*/ 6694 h 8319"/>
                      <a:gd name="connsiteX5" fmla="*/ 4788 w 34356"/>
                      <a:gd name="connsiteY5" fmla="*/ 7581 h 8319"/>
                      <a:gd name="connsiteX6" fmla="*/ 9797 w 34356"/>
                      <a:gd name="connsiteY6" fmla="*/ 7802 h 8319"/>
                      <a:gd name="connsiteX7" fmla="*/ 19417 w 34356"/>
                      <a:gd name="connsiteY7" fmla="*/ 6783 h 8319"/>
                      <a:gd name="connsiteX8" fmla="*/ 27840 w 34356"/>
                      <a:gd name="connsiteY8" fmla="*/ 3945 h 8319"/>
                      <a:gd name="connsiteX9" fmla="*/ 31342 w 34356"/>
                      <a:gd name="connsiteY9" fmla="*/ 2172 h 8319"/>
                      <a:gd name="connsiteX10" fmla="*/ 34356 w 34356"/>
                      <a:gd name="connsiteY10" fmla="*/ 0 h 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356" h="8319">
                        <a:moveTo>
                          <a:pt x="34356" y="0"/>
                        </a:moveTo>
                        <a:cubicBezTo>
                          <a:pt x="32628" y="3635"/>
                          <a:pt x="27219" y="6472"/>
                          <a:pt x="20392" y="7669"/>
                        </a:cubicBezTo>
                        <a:cubicBezTo>
                          <a:pt x="17023" y="8157"/>
                          <a:pt x="13255" y="8556"/>
                          <a:pt x="9841" y="8157"/>
                        </a:cubicBezTo>
                        <a:cubicBezTo>
                          <a:pt x="8068" y="8024"/>
                          <a:pt x="6339" y="7847"/>
                          <a:pt x="4655" y="7669"/>
                        </a:cubicBezTo>
                        <a:cubicBezTo>
                          <a:pt x="3014" y="7403"/>
                          <a:pt x="1463" y="7049"/>
                          <a:pt x="0" y="6694"/>
                        </a:cubicBezTo>
                        <a:cubicBezTo>
                          <a:pt x="1596" y="7049"/>
                          <a:pt x="3147" y="7403"/>
                          <a:pt x="4788" y="7581"/>
                        </a:cubicBezTo>
                        <a:cubicBezTo>
                          <a:pt x="6472" y="7714"/>
                          <a:pt x="8157" y="7802"/>
                          <a:pt x="9797" y="7802"/>
                        </a:cubicBezTo>
                        <a:cubicBezTo>
                          <a:pt x="13033" y="7980"/>
                          <a:pt x="16358" y="7448"/>
                          <a:pt x="19417" y="6783"/>
                        </a:cubicBezTo>
                        <a:cubicBezTo>
                          <a:pt x="22431" y="6295"/>
                          <a:pt x="25313" y="5142"/>
                          <a:pt x="27840" y="3945"/>
                        </a:cubicBezTo>
                        <a:cubicBezTo>
                          <a:pt x="29081" y="3369"/>
                          <a:pt x="30278" y="2748"/>
                          <a:pt x="31342" y="2172"/>
                        </a:cubicBezTo>
                        <a:cubicBezTo>
                          <a:pt x="32495" y="1463"/>
                          <a:pt x="33470" y="709"/>
                          <a:pt x="3435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71" name="Forme libre : forme 20870">
                    <a:extLst>
                      <a:ext uri="{FF2B5EF4-FFF2-40B4-BE49-F238E27FC236}">
                        <a16:creationId xmlns:a16="http://schemas.microsoft.com/office/drawing/2014/main" id="{2789BC9C-374B-4595-B1FA-5A84D479423E}"/>
                      </a:ext>
                    </a:extLst>
                  </p:cNvPr>
                  <p:cNvSpPr/>
                  <p:nvPr/>
                </p:nvSpPr>
                <p:spPr>
                  <a:xfrm>
                    <a:off x="5641430" y="1270747"/>
                    <a:ext cx="23761" cy="19062"/>
                  </a:xfrm>
                  <a:custGeom>
                    <a:avLst/>
                    <a:gdLst>
                      <a:gd name="connsiteX0" fmla="*/ 23761 w 23761"/>
                      <a:gd name="connsiteY0" fmla="*/ 19062 h 19062"/>
                      <a:gd name="connsiteX1" fmla="*/ 12368 w 23761"/>
                      <a:gd name="connsiteY1" fmla="*/ 9354 h 19062"/>
                      <a:gd name="connsiteX2" fmla="*/ 6428 w 23761"/>
                      <a:gd name="connsiteY2" fmla="*/ 4832 h 19062"/>
                      <a:gd name="connsiteX3" fmla="*/ 0 w 23761"/>
                      <a:gd name="connsiteY3" fmla="*/ 0 h 19062"/>
                      <a:gd name="connsiteX4" fmla="*/ 6206 w 23761"/>
                      <a:gd name="connsiteY4" fmla="*/ 4876 h 19062"/>
                      <a:gd name="connsiteX5" fmla="*/ 12058 w 23761"/>
                      <a:gd name="connsiteY5" fmla="*/ 9930 h 19062"/>
                      <a:gd name="connsiteX6" fmla="*/ 23761 w 23761"/>
                      <a:gd name="connsiteY6" fmla="*/ 19062 h 19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761" h="19062">
                        <a:moveTo>
                          <a:pt x="23761" y="19062"/>
                        </a:moveTo>
                        <a:cubicBezTo>
                          <a:pt x="20171" y="15516"/>
                          <a:pt x="16403" y="12368"/>
                          <a:pt x="12368" y="9354"/>
                        </a:cubicBezTo>
                        <a:cubicBezTo>
                          <a:pt x="10373" y="7847"/>
                          <a:pt x="8556" y="6295"/>
                          <a:pt x="6428" y="4832"/>
                        </a:cubicBezTo>
                        <a:cubicBezTo>
                          <a:pt x="4389" y="3369"/>
                          <a:pt x="2084" y="1330"/>
                          <a:pt x="0" y="0"/>
                        </a:cubicBezTo>
                        <a:cubicBezTo>
                          <a:pt x="1995" y="1153"/>
                          <a:pt x="4211" y="3236"/>
                          <a:pt x="6206" y="4876"/>
                        </a:cubicBezTo>
                        <a:cubicBezTo>
                          <a:pt x="8246" y="6472"/>
                          <a:pt x="9974" y="8290"/>
                          <a:pt x="12058" y="9930"/>
                        </a:cubicBezTo>
                        <a:cubicBezTo>
                          <a:pt x="16137" y="13255"/>
                          <a:pt x="20126" y="16580"/>
                          <a:pt x="23761" y="190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72" name="Forme libre : forme 20871">
                    <a:extLst>
                      <a:ext uri="{FF2B5EF4-FFF2-40B4-BE49-F238E27FC236}">
                        <a16:creationId xmlns:a16="http://schemas.microsoft.com/office/drawing/2014/main" id="{C8ED4202-C4C0-4A96-9864-99EDCC07498A}"/>
                      </a:ext>
                    </a:extLst>
                  </p:cNvPr>
                  <p:cNvSpPr/>
                  <p:nvPr/>
                </p:nvSpPr>
                <p:spPr>
                  <a:xfrm>
                    <a:off x="5666407" y="1310085"/>
                    <a:ext cx="13666" cy="10110"/>
                  </a:xfrm>
                  <a:custGeom>
                    <a:avLst/>
                    <a:gdLst>
                      <a:gd name="connsiteX0" fmla="*/ 13369 w 13666"/>
                      <a:gd name="connsiteY0" fmla="*/ 9914 h 10110"/>
                      <a:gd name="connsiteX1" fmla="*/ 8803 w 13666"/>
                      <a:gd name="connsiteY1" fmla="*/ 8938 h 10110"/>
                      <a:gd name="connsiteX2" fmla="*/ 4370 w 13666"/>
                      <a:gd name="connsiteY2" fmla="*/ 6013 h 10110"/>
                      <a:gd name="connsiteX3" fmla="*/ 558 w 13666"/>
                      <a:gd name="connsiteY3" fmla="*/ 72 h 10110"/>
                      <a:gd name="connsiteX4" fmla="*/ 4547 w 13666"/>
                      <a:gd name="connsiteY4" fmla="*/ 1668 h 10110"/>
                      <a:gd name="connsiteX5" fmla="*/ 8316 w 13666"/>
                      <a:gd name="connsiteY5" fmla="*/ 4461 h 10110"/>
                      <a:gd name="connsiteX6" fmla="*/ 13369 w 13666"/>
                      <a:gd name="connsiteY6" fmla="*/ 9914 h 10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666" h="10110">
                        <a:moveTo>
                          <a:pt x="13369" y="9914"/>
                        </a:moveTo>
                        <a:cubicBezTo>
                          <a:pt x="12571" y="10446"/>
                          <a:pt x="10665" y="9825"/>
                          <a:pt x="8803" y="8938"/>
                        </a:cubicBezTo>
                        <a:cubicBezTo>
                          <a:pt x="6897" y="8052"/>
                          <a:pt x="5212" y="6589"/>
                          <a:pt x="4370" y="6013"/>
                        </a:cubicBezTo>
                        <a:cubicBezTo>
                          <a:pt x="2597" y="4904"/>
                          <a:pt x="-1482" y="693"/>
                          <a:pt x="558" y="72"/>
                        </a:cubicBezTo>
                        <a:cubicBezTo>
                          <a:pt x="1577" y="-283"/>
                          <a:pt x="2996" y="737"/>
                          <a:pt x="4547" y="1668"/>
                        </a:cubicBezTo>
                        <a:cubicBezTo>
                          <a:pt x="6099" y="2643"/>
                          <a:pt x="7562" y="3885"/>
                          <a:pt x="8316" y="4461"/>
                        </a:cubicBezTo>
                        <a:cubicBezTo>
                          <a:pt x="9690" y="5747"/>
                          <a:pt x="14965" y="8805"/>
                          <a:pt x="13369" y="9914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73" name="Forme libre : forme 20872">
                    <a:extLst>
                      <a:ext uri="{FF2B5EF4-FFF2-40B4-BE49-F238E27FC236}">
                        <a16:creationId xmlns:a16="http://schemas.microsoft.com/office/drawing/2014/main" id="{80FA583A-8AA4-4E83-A9F3-7152C0A0E254}"/>
                      </a:ext>
                    </a:extLst>
                  </p:cNvPr>
                  <p:cNvSpPr/>
                  <p:nvPr/>
                </p:nvSpPr>
                <p:spPr>
                  <a:xfrm>
                    <a:off x="5678038" y="1318427"/>
                    <a:ext cx="4265" cy="2569"/>
                  </a:xfrm>
                  <a:custGeom>
                    <a:avLst/>
                    <a:gdLst>
                      <a:gd name="connsiteX0" fmla="*/ 4264 w 4265"/>
                      <a:gd name="connsiteY0" fmla="*/ 2192 h 2569"/>
                      <a:gd name="connsiteX1" fmla="*/ 2004 w 4265"/>
                      <a:gd name="connsiteY1" fmla="*/ 2103 h 2569"/>
                      <a:gd name="connsiteX2" fmla="*/ 9 w 4265"/>
                      <a:gd name="connsiteY2" fmla="*/ 330 h 2569"/>
                      <a:gd name="connsiteX3" fmla="*/ 2181 w 4265"/>
                      <a:gd name="connsiteY3" fmla="*/ 507 h 2569"/>
                      <a:gd name="connsiteX4" fmla="*/ 4264 w 4265"/>
                      <a:gd name="connsiteY4" fmla="*/ 2192 h 2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5" h="2569">
                        <a:moveTo>
                          <a:pt x="4264" y="2192"/>
                        </a:moveTo>
                        <a:cubicBezTo>
                          <a:pt x="4176" y="2901"/>
                          <a:pt x="2669" y="2458"/>
                          <a:pt x="2004" y="2103"/>
                        </a:cubicBezTo>
                        <a:cubicBezTo>
                          <a:pt x="1294" y="1749"/>
                          <a:pt x="-124" y="995"/>
                          <a:pt x="9" y="330"/>
                        </a:cubicBezTo>
                        <a:cubicBezTo>
                          <a:pt x="142" y="-335"/>
                          <a:pt x="1516" y="153"/>
                          <a:pt x="2181" y="507"/>
                        </a:cubicBezTo>
                        <a:cubicBezTo>
                          <a:pt x="2890" y="818"/>
                          <a:pt x="4309" y="1571"/>
                          <a:pt x="4264" y="2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74" name="Forme libre : forme 20873">
                    <a:extLst>
                      <a:ext uri="{FF2B5EF4-FFF2-40B4-BE49-F238E27FC236}">
                        <a16:creationId xmlns:a16="http://schemas.microsoft.com/office/drawing/2014/main" id="{FEADEC46-157B-452D-8E3E-9023B46EF6D2}"/>
                      </a:ext>
                    </a:extLst>
                  </p:cNvPr>
                  <p:cNvSpPr/>
                  <p:nvPr/>
                </p:nvSpPr>
                <p:spPr>
                  <a:xfrm>
                    <a:off x="5672016" y="1302086"/>
                    <a:ext cx="31192" cy="25062"/>
                  </a:xfrm>
                  <a:custGeom>
                    <a:avLst/>
                    <a:gdLst>
                      <a:gd name="connsiteX0" fmla="*/ 22256 w 31192"/>
                      <a:gd name="connsiteY0" fmla="*/ 14898 h 25062"/>
                      <a:gd name="connsiteX1" fmla="*/ 26866 w 31192"/>
                      <a:gd name="connsiteY1" fmla="*/ 18489 h 25062"/>
                      <a:gd name="connsiteX2" fmla="*/ 30900 w 31192"/>
                      <a:gd name="connsiteY2" fmla="*/ 22434 h 25062"/>
                      <a:gd name="connsiteX3" fmla="*/ 28019 w 31192"/>
                      <a:gd name="connsiteY3" fmla="*/ 25050 h 25062"/>
                      <a:gd name="connsiteX4" fmla="*/ 23098 w 31192"/>
                      <a:gd name="connsiteY4" fmla="*/ 23188 h 25062"/>
                      <a:gd name="connsiteX5" fmla="*/ 17069 w 31192"/>
                      <a:gd name="connsiteY5" fmla="*/ 18666 h 25062"/>
                      <a:gd name="connsiteX6" fmla="*/ 11218 w 31192"/>
                      <a:gd name="connsiteY6" fmla="*/ 13834 h 25062"/>
                      <a:gd name="connsiteX7" fmla="*/ 3238 w 31192"/>
                      <a:gd name="connsiteY7" fmla="*/ 6874 h 25062"/>
                      <a:gd name="connsiteX8" fmla="*/ 1021 w 31192"/>
                      <a:gd name="connsiteY8" fmla="*/ 136 h 25062"/>
                      <a:gd name="connsiteX9" fmla="*/ 4656 w 31192"/>
                      <a:gd name="connsiteY9" fmla="*/ 667 h 25062"/>
                      <a:gd name="connsiteX10" fmla="*/ 8868 w 31192"/>
                      <a:gd name="connsiteY10" fmla="*/ 2973 h 25062"/>
                      <a:gd name="connsiteX11" fmla="*/ 16005 w 31192"/>
                      <a:gd name="connsiteY11" fmla="*/ 8026 h 25062"/>
                      <a:gd name="connsiteX12" fmla="*/ 19241 w 31192"/>
                      <a:gd name="connsiteY12" fmla="*/ 11662 h 25062"/>
                      <a:gd name="connsiteX13" fmla="*/ 22256 w 31192"/>
                      <a:gd name="connsiteY13" fmla="*/ 14898 h 25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1192" h="25062">
                        <a:moveTo>
                          <a:pt x="22256" y="14898"/>
                        </a:moveTo>
                        <a:cubicBezTo>
                          <a:pt x="23896" y="16449"/>
                          <a:pt x="25448" y="17380"/>
                          <a:pt x="26866" y="18489"/>
                        </a:cubicBezTo>
                        <a:cubicBezTo>
                          <a:pt x="28285" y="19597"/>
                          <a:pt x="29615" y="20927"/>
                          <a:pt x="30900" y="22434"/>
                        </a:cubicBezTo>
                        <a:cubicBezTo>
                          <a:pt x="31876" y="23498"/>
                          <a:pt x="30280" y="25227"/>
                          <a:pt x="28019" y="25050"/>
                        </a:cubicBezTo>
                        <a:cubicBezTo>
                          <a:pt x="25758" y="25005"/>
                          <a:pt x="24428" y="24119"/>
                          <a:pt x="23098" y="23188"/>
                        </a:cubicBezTo>
                        <a:cubicBezTo>
                          <a:pt x="21059" y="21503"/>
                          <a:pt x="19064" y="20040"/>
                          <a:pt x="17069" y="18666"/>
                        </a:cubicBezTo>
                        <a:cubicBezTo>
                          <a:pt x="15119" y="17026"/>
                          <a:pt x="13212" y="15474"/>
                          <a:pt x="11218" y="13834"/>
                        </a:cubicBezTo>
                        <a:cubicBezTo>
                          <a:pt x="10065" y="12548"/>
                          <a:pt x="5942" y="10110"/>
                          <a:pt x="3238" y="6874"/>
                        </a:cubicBezTo>
                        <a:cubicBezTo>
                          <a:pt x="312" y="3992"/>
                          <a:pt x="-1107" y="623"/>
                          <a:pt x="1021" y="136"/>
                        </a:cubicBezTo>
                        <a:cubicBezTo>
                          <a:pt x="2085" y="-219"/>
                          <a:pt x="3282" y="180"/>
                          <a:pt x="4656" y="667"/>
                        </a:cubicBezTo>
                        <a:cubicBezTo>
                          <a:pt x="6031" y="1155"/>
                          <a:pt x="7494" y="1953"/>
                          <a:pt x="8868" y="2973"/>
                        </a:cubicBezTo>
                        <a:cubicBezTo>
                          <a:pt x="11749" y="4613"/>
                          <a:pt x="14542" y="7007"/>
                          <a:pt x="16005" y="8026"/>
                        </a:cubicBezTo>
                        <a:cubicBezTo>
                          <a:pt x="17424" y="9223"/>
                          <a:pt x="18355" y="10553"/>
                          <a:pt x="19241" y="11662"/>
                        </a:cubicBezTo>
                        <a:cubicBezTo>
                          <a:pt x="20217" y="12726"/>
                          <a:pt x="21015" y="13834"/>
                          <a:pt x="22256" y="1489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746" name="Graphique 2">
                  <a:extLst>
                    <a:ext uri="{FF2B5EF4-FFF2-40B4-BE49-F238E27FC236}">
                      <a16:creationId xmlns:a16="http://schemas.microsoft.com/office/drawing/2014/main" id="{08957F90-AFE0-4B42-B504-90A93D0A39D9}"/>
                    </a:ext>
                  </a:extLst>
                </p:cNvPr>
                <p:cNvGrpSpPr/>
                <p:nvPr/>
              </p:nvGrpSpPr>
              <p:grpSpPr>
                <a:xfrm>
                  <a:off x="5707726" y="1265511"/>
                  <a:ext cx="80204" cy="67916"/>
                  <a:chOff x="5707726" y="1265511"/>
                  <a:chExt cx="80204" cy="67916"/>
                </a:xfrm>
                <a:solidFill>
                  <a:schemeClr val="accent1"/>
                </a:solidFill>
              </p:grpSpPr>
              <p:sp>
                <p:nvSpPr>
                  <p:cNvPr id="20851" name="Forme libre : forme 20850">
                    <a:extLst>
                      <a:ext uri="{FF2B5EF4-FFF2-40B4-BE49-F238E27FC236}">
                        <a16:creationId xmlns:a16="http://schemas.microsoft.com/office/drawing/2014/main" id="{FB668F6A-2B6E-4EAA-B4EA-6849C993783C}"/>
                      </a:ext>
                    </a:extLst>
                  </p:cNvPr>
                  <p:cNvSpPr/>
                  <p:nvPr/>
                </p:nvSpPr>
                <p:spPr>
                  <a:xfrm>
                    <a:off x="5707726" y="1265511"/>
                    <a:ext cx="80204" cy="67916"/>
                  </a:xfrm>
                  <a:custGeom>
                    <a:avLst/>
                    <a:gdLst>
                      <a:gd name="connsiteX0" fmla="*/ 64126 w 80204"/>
                      <a:gd name="connsiteY0" fmla="*/ 35558 h 67916"/>
                      <a:gd name="connsiteX1" fmla="*/ 41561 w 80204"/>
                      <a:gd name="connsiteY1" fmla="*/ 57147 h 67916"/>
                      <a:gd name="connsiteX2" fmla="*/ 20016 w 80204"/>
                      <a:gd name="connsiteY2" fmla="*/ 67787 h 67916"/>
                      <a:gd name="connsiteX3" fmla="*/ 10707 w 80204"/>
                      <a:gd name="connsiteY3" fmla="*/ 67211 h 67916"/>
                      <a:gd name="connsiteX4" fmla="*/ 2727 w 80204"/>
                      <a:gd name="connsiteY4" fmla="*/ 63930 h 67916"/>
                      <a:gd name="connsiteX5" fmla="*/ 1441 w 80204"/>
                      <a:gd name="connsiteY5" fmla="*/ 53956 h 67916"/>
                      <a:gd name="connsiteX6" fmla="*/ 5431 w 80204"/>
                      <a:gd name="connsiteY6" fmla="*/ 48193 h 67916"/>
                      <a:gd name="connsiteX7" fmla="*/ 8845 w 80204"/>
                      <a:gd name="connsiteY7" fmla="*/ 42873 h 67916"/>
                      <a:gd name="connsiteX8" fmla="*/ 12391 w 80204"/>
                      <a:gd name="connsiteY8" fmla="*/ 37775 h 67916"/>
                      <a:gd name="connsiteX9" fmla="*/ 16824 w 80204"/>
                      <a:gd name="connsiteY9" fmla="*/ 32233 h 67916"/>
                      <a:gd name="connsiteX10" fmla="*/ 40364 w 80204"/>
                      <a:gd name="connsiteY10" fmla="*/ 9713 h 67916"/>
                      <a:gd name="connsiteX11" fmla="*/ 73834 w 80204"/>
                      <a:gd name="connsiteY11" fmla="*/ 625 h 67916"/>
                      <a:gd name="connsiteX12" fmla="*/ 80085 w 80204"/>
                      <a:gd name="connsiteY12" fmla="*/ 8206 h 67916"/>
                      <a:gd name="connsiteX13" fmla="*/ 78001 w 80204"/>
                      <a:gd name="connsiteY13" fmla="*/ 15255 h 67916"/>
                      <a:gd name="connsiteX14" fmla="*/ 74942 w 80204"/>
                      <a:gd name="connsiteY14" fmla="*/ 22037 h 67916"/>
                      <a:gd name="connsiteX15" fmla="*/ 70420 w 80204"/>
                      <a:gd name="connsiteY15" fmla="*/ 28643 h 67916"/>
                      <a:gd name="connsiteX16" fmla="*/ 64126 w 80204"/>
                      <a:gd name="connsiteY16" fmla="*/ 35558 h 67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0204" h="67916">
                        <a:moveTo>
                          <a:pt x="64126" y="35558"/>
                        </a:moveTo>
                        <a:cubicBezTo>
                          <a:pt x="58717" y="40390"/>
                          <a:pt x="47501" y="51695"/>
                          <a:pt x="41561" y="57147"/>
                        </a:cubicBezTo>
                        <a:cubicBezTo>
                          <a:pt x="34158" y="63841"/>
                          <a:pt x="26710" y="67211"/>
                          <a:pt x="20016" y="67787"/>
                        </a:cubicBezTo>
                        <a:cubicBezTo>
                          <a:pt x="16603" y="67964"/>
                          <a:pt x="13632" y="68097"/>
                          <a:pt x="10707" y="67211"/>
                        </a:cubicBezTo>
                        <a:cubicBezTo>
                          <a:pt x="7781" y="66413"/>
                          <a:pt x="5121" y="65260"/>
                          <a:pt x="2727" y="63930"/>
                        </a:cubicBezTo>
                        <a:cubicBezTo>
                          <a:pt x="-731" y="61625"/>
                          <a:pt x="-598" y="56615"/>
                          <a:pt x="1441" y="53956"/>
                        </a:cubicBezTo>
                        <a:cubicBezTo>
                          <a:pt x="2904" y="51828"/>
                          <a:pt x="4190" y="49877"/>
                          <a:pt x="5431" y="48193"/>
                        </a:cubicBezTo>
                        <a:cubicBezTo>
                          <a:pt x="6628" y="46286"/>
                          <a:pt x="7692" y="44380"/>
                          <a:pt x="8845" y="42873"/>
                        </a:cubicBezTo>
                        <a:cubicBezTo>
                          <a:pt x="9997" y="41188"/>
                          <a:pt x="11017" y="39282"/>
                          <a:pt x="12391" y="37775"/>
                        </a:cubicBezTo>
                        <a:cubicBezTo>
                          <a:pt x="13677" y="35957"/>
                          <a:pt x="14918" y="34095"/>
                          <a:pt x="16824" y="32233"/>
                        </a:cubicBezTo>
                        <a:cubicBezTo>
                          <a:pt x="22100" y="26204"/>
                          <a:pt x="33537" y="14811"/>
                          <a:pt x="40364" y="9713"/>
                        </a:cubicBezTo>
                        <a:cubicBezTo>
                          <a:pt x="52821" y="-39"/>
                          <a:pt x="63106" y="-970"/>
                          <a:pt x="73834" y="625"/>
                        </a:cubicBezTo>
                        <a:cubicBezTo>
                          <a:pt x="77558" y="1158"/>
                          <a:pt x="80883" y="4793"/>
                          <a:pt x="80085" y="8206"/>
                        </a:cubicBezTo>
                        <a:cubicBezTo>
                          <a:pt x="79508" y="10689"/>
                          <a:pt x="78843" y="12994"/>
                          <a:pt x="78001" y="15255"/>
                        </a:cubicBezTo>
                        <a:cubicBezTo>
                          <a:pt x="77159" y="17560"/>
                          <a:pt x="76184" y="19865"/>
                          <a:pt x="74942" y="22037"/>
                        </a:cubicBezTo>
                        <a:cubicBezTo>
                          <a:pt x="73657" y="24210"/>
                          <a:pt x="72194" y="26337"/>
                          <a:pt x="70420" y="28643"/>
                        </a:cubicBezTo>
                        <a:cubicBezTo>
                          <a:pt x="68692" y="31037"/>
                          <a:pt x="66519" y="33076"/>
                          <a:pt x="64126" y="3555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52" name="Forme libre : forme 20851">
                    <a:extLst>
                      <a:ext uri="{FF2B5EF4-FFF2-40B4-BE49-F238E27FC236}">
                        <a16:creationId xmlns:a16="http://schemas.microsoft.com/office/drawing/2014/main" id="{5083F37B-DA64-4D1D-9BE5-77352F04449A}"/>
                      </a:ext>
                    </a:extLst>
                  </p:cNvPr>
                  <p:cNvSpPr/>
                  <p:nvPr/>
                </p:nvSpPr>
                <p:spPr>
                  <a:xfrm>
                    <a:off x="5707838" y="1273584"/>
                    <a:ext cx="79884" cy="59802"/>
                  </a:xfrm>
                  <a:custGeom>
                    <a:avLst/>
                    <a:gdLst>
                      <a:gd name="connsiteX0" fmla="*/ 35952 w 79884"/>
                      <a:gd name="connsiteY0" fmla="*/ 36795 h 59802"/>
                      <a:gd name="connsiteX1" fmla="*/ 32583 w 79884"/>
                      <a:gd name="connsiteY1" fmla="*/ 40518 h 59802"/>
                      <a:gd name="connsiteX2" fmla="*/ 28505 w 79884"/>
                      <a:gd name="connsiteY2" fmla="*/ 44331 h 59802"/>
                      <a:gd name="connsiteX3" fmla="*/ 19284 w 79884"/>
                      <a:gd name="connsiteY3" fmla="*/ 50404 h 59802"/>
                      <a:gd name="connsiteX4" fmla="*/ 14230 w 79884"/>
                      <a:gd name="connsiteY4" fmla="*/ 52177 h 59802"/>
                      <a:gd name="connsiteX5" fmla="*/ 9221 w 79884"/>
                      <a:gd name="connsiteY5" fmla="*/ 53153 h 59802"/>
                      <a:gd name="connsiteX6" fmla="*/ 4389 w 79884"/>
                      <a:gd name="connsiteY6" fmla="*/ 53020 h 59802"/>
                      <a:gd name="connsiteX7" fmla="*/ 0 w 79884"/>
                      <a:gd name="connsiteY7" fmla="*/ 52045 h 59802"/>
                      <a:gd name="connsiteX8" fmla="*/ 2527 w 79884"/>
                      <a:gd name="connsiteY8" fmla="*/ 55901 h 59802"/>
                      <a:gd name="connsiteX9" fmla="*/ 7891 w 79884"/>
                      <a:gd name="connsiteY9" fmla="*/ 58295 h 59802"/>
                      <a:gd name="connsiteX10" fmla="*/ 12191 w 79884"/>
                      <a:gd name="connsiteY10" fmla="*/ 59536 h 59802"/>
                      <a:gd name="connsiteX11" fmla="*/ 16757 w 79884"/>
                      <a:gd name="connsiteY11" fmla="*/ 59802 h 59802"/>
                      <a:gd name="connsiteX12" fmla="*/ 21811 w 79884"/>
                      <a:gd name="connsiteY12" fmla="*/ 59492 h 59802"/>
                      <a:gd name="connsiteX13" fmla="*/ 26998 w 79884"/>
                      <a:gd name="connsiteY13" fmla="*/ 58029 h 59802"/>
                      <a:gd name="connsiteX14" fmla="*/ 34179 w 79884"/>
                      <a:gd name="connsiteY14" fmla="*/ 54616 h 59802"/>
                      <a:gd name="connsiteX15" fmla="*/ 41361 w 79884"/>
                      <a:gd name="connsiteY15" fmla="*/ 49074 h 59802"/>
                      <a:gd name="connsiteX16" fmla="*/ 45173 w 79884"/>
                      <a:gd name="connsiteY16" fmla="*/ 45528 h 59802"/>
                      <a:gd name="connsiteX17" fmla="*/ 53995 w 79884"/>
                      <a:gd name="connsiteY17" fmla="*/ 36928 h 59802"/>
                      <a:gd name="connsiteX18" fmla="*/ 58384 w 79884"/>
                      <a:gd name="connsiteY18" fmla="*/ 32628 h 59802"/>
                      <a:gd name="connsiteX19" fmla="*/ 62285 w 79884"/>
                      <a:gd name="connsiteY19" fmla="*/ 29037 h 59802"/>
                      <a:gd name="connsiteX20" fmla="*/ 63925 w 79884"/>
                      <a:gd name="connsiteY20" fmla="*/ 27441 h 59802"/>
                      <a:gd name="connsiteX21" fmla="*/ 72259 w 79884"/>
                      <a:gd name="connsiteY21" fmla="*/ 17777 h 59802"/>
                      <a:gd name="connsiteX22" fmla="*/ 78643 w 79884"/>
                      <a:gd name="connsiteY22" fmla="*/ 4699 h 59802"/>
                      <a:gd name="connsiteX23" fmla="*/ 79884 w 79884"/>
                      <a:gd name="connsiteY23" fmla="*/ 177 h 59802"/>
                      <a:gd name="connsiteX24" fmla="*/ 79884 w 79884"/>
                      <a:gd name="connsiteY24" fmla="*/ 0 h 59802"/>
                      <a:gd name="connsiteX25" fmla="*/ 35952 w 79884"/>
                      <a:gd name="connsiteY25" fmla="*/ 36795 h 59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79884" h="59802">
                        <a:moveTo>
                          <a:pt x="35952" y="36795"/>
                        </a:moveTo>
                        <a:cubicBezTo>
                          <a:pt x="34844" y="38036"/>
                          <a:pt x="33780" y="39233"/>
                          <a:pt x="32583" y="40518"/>
                        </a:cubicBezTo>
                        <a:cubicBezTo>
                          <a:pt x="31253" y="41804"/>
                          <a:pt x="29879" y="43090"/>
                          <a:pt x="28505" y="44331"/>
                        </a:cubicBezTo>
                        <a:cubicBezTo>
                          <a:pt x="25889" y="46991"/>
                          <a:pt x="22431" y="48675"/>
                          <a:pt x="19284" y="50404"/>
                        </a:cubicBezTo>
                        <a:cubicBezTo>
                          <a:pt x="17732" y="51335"/>
                          <a:pt x="15870" y="51646"/>
                          <a:pt x="14230" y="52177"/>
                        </a:cubicBezTo>
                        <a:cubicBezTo>
                          <a:pt x="12501" y="52576"/>
                          <a:pt x="10905" y="53108"/>
                          <a:pt x="9221" y="53153"/>
                        </a:cubicBezTo>
                        <a:cubicBezTo>
                          <a:pt x="7536" y="53197"/>
                          <a:pt x="5896" y="53153"/>
                          <a:pt x="4389" y="53020"/>
                        </a:cubicBezTo>
                        <a:cubicBezTo>
                          <a:pt x="2881" y="52931"/>
                          <a:pt x="1419" y="52665"/>
                          <a:pt x="0" y="52045"/>
                        </a:cubicBezTo>
                        <a:cubicBezTo>
                          <a:pt x="310" y="53552"/>
                          <a:pt x="1108" y="54970"/>
                          <a:pt x="2527" y="55901"/>
                        </a:cubicBezTo>
                        <a:cubicBezTo>
                          <a:pt x="4211" y="56832"/>
                          <a:pt x="5985" y="57630"/>
                          <a:pt x="7891" y="58295"/>
                        </a:cubicBezTo>
                        <a:cubicBezTo>
                          <a:pt x="9265" y="58783"/>
                          <a:pt x="10684" y="59226"/>
                          <a:pt x="12191" y="59536"/>
                        </a:cubicBezTo>
                        <a:cubicBezTo>
                          <a:pt x="13654" y="59758"/>
                          <a:pt x="15161" y="59802"/>
                          <a:pt x="16757" y="59802"/>
                        </a:cubicBezTo>
                        <a:cubicBezTo>
                          <a:pt x="18353" y="59802"/>
                          <a:pt x="20038" y="59714"/>
                          <a:pt x="21811" y="59492"/>
                        </a:cubicBezTo>
                        <a:cubicBezTo>
                          <a:pt x="23584" y="59270"/>
                          <a:pt x="25180" y="58650"/>
                          <a:pt x="26998" y="58029"/>
                        </a:cubicBezTo>
                        <a:cubicBezTo>
                          <a:pt x="29258" y="57143"/>
                          <a:pt x="31918" y="56212"/>
                          <a:pt x="34179" y="54616"/>
                        </a:cubicBezTo>
                        <a:cubicBezTo>
                          <a:pt x="36484" y="53064"/>
                          <a:pt x="38878" y="51247"/>
                          <a:pt x="41361" y="49074"/>
                        </a:cubicBezTo>
                        <a:cubicBezTo>
                          <a:pt x="42691" y="47922"/>
                          <a:pt x="43755" y="46858"/>
                          <a:pt x="45173" y="45528"/>
                        </a:cubicBezTo>
                        <a:cubicBezTo>
                          <a:pt x="47833" y="42912"/>
                          <a:pt x="50892" y="39765"/>
                          <a:pt x="53995" y="36928"/>
                        </a:cubicBezTo>
                        <a:cubicBezTo>
                          <a:pt x="55502" y="35465"/>
                          <a:pt x="57010" y="34002"/>
                          <a:pt x="58384" y="32628"/>
                        </a:cubicBezTo>
                        <a:cubicBezTo>
                          <a:pt x="59802" y="31342"/>
                          <a:pt x="61132" y="30101"/>
                          <a:pt x="62285" y="29037"/>
                        </a:cubicBezTo>
                        <a:cubicBezTo>
                          <a:pt x="62861" y="28460"/>
                          <a:pt x="63438" y="27928"/>
                          <a:pt x="63925" y="27441"/>
                        </a:cubicBezTo>
                        <a:cubicBezTo>
                          <a:pt x="67339" y="23983"/>
                          <a:pt x="70176" y="21057"/>
                          <a:pt x="72259" y="17777"/>
                        </a:cubicBezTo>
                        <a:cubicBezTo>
                          <a:pt x="75274" y="13654"/>
                          <a:pt x="77091" y="9088"/>
                          <a:pt x="78643" y="4699"/>
                        </a:cubicBezTo>
                        <a:cubicBezTo>
                          <a:pt x="79131" y="3236"/>
                          <a:pt x="79530" y="1729"/>
                          <a:pt x="79884" y="177"/>
                        </a:cubicBezTo>
                        <a:lnTo>
                          <a:pt x="79884" y="0"/>
                        </a:lnTo>
                        <a:cubicBezTo>
                          <a:pt x="63526" y="9531"/>
                          <a:pt x="48321" y="22564"/>
                          <a:pt x="35952" y="3679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53" name="Forme libre : forme 20852">
                    <a:extLst>
                      <a:ext uri="{FF2B5EF4-FFF2-40B4-BE49-F238E27FC236}">
                        <a16:creationId xmlns:a16="http://schemas.microsoft.com/office/drawing/2014/main" id="{267C865F-244C-4B5A-971C-71165E408008}"/>
                      </a:ext>
                    </a:extLst>
                  </p:cNvPr>
                  <p:cNvSpPr/>
                  <p:nvPr/>
                </p:nvSpPr>
                <p:spPr>
                  <a:xfrm>
                    <a:off x="5736862" y="1279298"/>
                    <a:ext cx="34969" cy="31533"/>
                  </a:xfrm>
                  <a:custGeom>
                    <a:avLst/>
                    <a:gdLst>
                      <a:gd name="connsiteX0" fmla="*/ 34546 w 34969"/>
                      <a:gd name="connsiteY0" fmla="*/ 758 h 31533"/>
                      <a:gd name="connsiteX1" fmla="*/ 30069 w 34969"/>
                      <a:gd name="connsiteY1" fmla="*/ 10201 h 31533"/>
                      <a:gd name="connsiteX2" fmla="*/ 20493 w 34969"/>
                      <a:gd name="connsiteY2" fmla="*/ 20175 h 31533"/>
                      <a:gd name="connsiteX3" fmla="*/ 810 w 34969"/>
                      <a:gd name="connsiteY3" fmla="*/ 30859 h 31533"/>
                      <a:gd name="connsiteX4" fmla="*/ 12558 w 34969"/>
                      <a:gd name="connsiteY4" fmla="*/ 11797 h 31533"/>
                      <a:gd name="connsiteX5" fmla="*/ 23951 w 34969"/>
                      <a:gd name="connsiteY5" fmla="*/ 3329 h 31533"/>
                      <a:gd name="connsiteX6" fmla="*/ 34546 w 34969"/>
                      <a:gd name="connsiteY6" fmla="*/ 758 h 31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969" h="31533">
                        <a:moveTo>
                          <a:pt x="34546" y="758"/>
                        </a:moveTo>
                        <a:cubicBezTo>
                          <a:pt x="36009" y="2576"/>
                          <a:pt x="33482" y="6433"/>
                          <a:pt x="30069" y="10201"/>
                        </a:cubicBezTo>
                        <a:cubicBezTo>
                          <a:pt x="26788" y="14191"/>
                          <a:pt x="22532" y="18092"/>
                          <a:pt x="20493" y="20175"/>
                        </a:cubicBezTo>
                        <a:cubicBezTo>
                          <a:pt x="16149" y="24076"/>
                          <a:pt x="4667" y="34228"/>
                          <a:pt x="810" y="30859"/>
                        </a:cubicBezTo>
                        <a:cubicBezTo>
                          <a:pt x="-3091" y="27490"/>
                          <a:pt x="8125" y="15432"/>
                          <a:pt x="12558" y="11797"/>
                        </a:cubicBezTo>
                        <a:cubicBezTo>
                          <a:pt x="14597" y="9846"/>
                          <a:pt x="19474" y="6211"/>
                          <a:pt x="23951" y="3329"/>
                        </a:cubicBezTo>
                        <a:cubicBezTo>
                          <a:pt x="28606" y="625"/>
                          <a:pt x="33039" y="-1059"/>
                          <a:pt x="34546" y="75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54" name="Forme libre : forme 20853">
                    <a:extLst>
                      <a:ext uri="{FF2B5EF4-FFF2-40B4-BE49-F238E27FC236}">
                        <a16:creationId xmlns:a16="http://schemas.microsoft.com/office/drawing/2014/main" id="{8D0C8703-8F35-4784-A3DE-58EEE630205A}"/>
                      </a:ext>
                    </a:extLst>
                  </p:cNvPr>
                  <p:cNvSpPr/>
                  <p:nvPr/>
                </p:nvSpPr>
                <p:spPr>
                  <a:xfrm>
                    <a:off x="5736506" y="1292469"/>
                    <a:ext cx="27543" cy="18243"/>
                  </a:xfrm>
                  <a:custGeom>
                    <a:avLst/>
                    <a:gdLst>
                      <a:gd name="connsiteX0" fmla="*/ 4491 w 27543"/>
                      <a:gd name="connsiteY0" fmla="*/ 7625 h 18243"/>
                      <a:gd name="connsiteX1" fmla="*/ 944 w 27543"/>
                      <a:gd name="connsiteY1" fmla="*/ 17865 h 18243"/>
                      <a:gd name="connsiteX2" fmla="*/ 20982 w 27543"/>
                      <a:gd name="connsiteY2" fmla="*/ 6827 h 18243"/>
                      <a:gd name="connsiteX3" fmla="*/ 27543 w 27543"/>
                      <a:gd name="connsiteY3" fmla="*/ 0 h 18243"/>
                      <a:gd name="connsiteX4" fmla="*/ 23509 w 27543"/>
                      <a:gd name="connsiteY4" fmla="*/ 3059 h 18243"/>
                      <a:gd name="connsiteX5" fmla="*/ 4491 w 27543"/>
                      <a:gd name="connsiteY5" fmla="*/ 7625 h 18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543" h="18243">
                        <a:moveTo>
                          <a:pt x="4491" y="7625"/>
                        </a:moveTo>
                        <a:cubicBezTo>
                          <a:pt x="3117" y="10329"/>
                          <a:pt x="-2114" y="16447"/>
                          <a:pt x="944" y="17865"/>
                        </a:cubicBezTo>
                        <a:cubicBezTo>
                          <a:pt x="5865" y="20126"/>
                          <a:pt x="15485" y="11703"/>
                          <a:pt x="20982" y="6827"/>
                        </a:cubicBezTo>
                        <a:cubicBezTo>
                          <a:pt x="22489" y="5275"/>
                          <a:pt x="25991" y="1951"/>
                          <a:pt x="27543" y="0"/>
                        </a:cubicBezTo>
                        <a:cubicBezTo>
                          <a:pt x="26479" y="887"/>
                          <a:pt x="24706" y="2438"/>
                          <a:pt x="23509" y="3059"/>
                        </a:cubicBezTo>
                        <a:cubicBezTo>
                          <a:pt x="16904" y="6783"/>
                          <a:pt x="8747" y="11171"/>
                          <a:pt x="4491" y="762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55" name="Forme libre : forme 20854">
                    <a:extLst>
                      <a:ext uri="{FF2B5EF4-FFF2-40B4-BE49-F238E27FC236}">
                        <a16:creationId xmlns:a16="http://schemas.microsoft.com/office/drawing/2014/main" id="{72B416BA-FC20-432D-BF01-ABFFFCC4879A}"/>
                      </a:ext>
                    </a:extLst>
                  </p:cNvPr>
                  <p:cNvSpPr/>
                  <p:nvPr/>
                </p:nvSpPr>
                <p:spPr>
                  <a:xfrm>
                    <a:off x="5739321" y="1278460"/>
                    <a:ext cx="34885" cy="31592"/>
                  </a:xfrm>
                  <a:custGeom>
                    <a:avLst/>
                    <a:gdLst>
                      <a:gd name="connsiteX0" fmla="*/ 34748 w 34885"/>
                      <a:gd name="connsiteY0" fmla="*/ 1109 h 31592"/>
                      <a:gd name="connsiteX1" fmla="*/ 29782 w 34885"/>
                      <a:gd name="connsiteY1" fmla="*/ 10861 h 31592"/>
                      <a:gd name="connsiteX2" fmla="*/ 20429 w 34885"/>
                      <a:gd name="connsiteY2" fmla="*/ 20570 h 31592"/>
                      <a:gd name="connsiteX3" fmla="*/ 10498 w 34885"/>
                      <a:gd name="connsiteY3" fmla="*/ 28505 h 31592"/>
                      <a:gd name="connsiteX4" fmla="*/ 879 w 34885"/>
                      <a:gd name="connsiteY4" fmla="*/ 30943 h 31592"/>
                      <a:gd name="connsiteX5" fmla="*/ 3627 w 34885"/>
                      <a:gd name="connsiteY5" fmla="*/ 21545 h 31592"/>
                      <a:gd name="connsiteX6" fmla="*/ 12671 w 34885"/>
                      <a:gd name="connsiteY6" fmla="*/ 12058 h 31592"/>
                      <a:gd name="connsiteX7" fmla="*/ 24463 w 34885"/>
                      <a:gd name="connsiteY7" fmla="*/ 3369 h 31592"/>
                      <a:gd name="connsiteX8" fmla="*/ 34748 w 34885"/>
                      <a:gd name="connsiteY8" fmla="*/ 1109 h 31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885" h="31592">
                        <a:moveTo>
                          <a:pt x="34748" y="1109"/>
                        </a:moveTo>
                        <a:cubicBezTo>
                          <a:pt x="35501" y="3325"/>
                          <a:pt x="33063" y="7182"/>
                          <a:pt x="29782" y="10861"/>
                        </a:cubicBezTo>
                        <a:cubicBezTo>
                          <a:pt x="26546" y="14541"/>
                          <a:pt x="22734" y="18486"/>
                          <a:pt x="20429" y="20570"/>
                        </a:cubicBezTo>
                        <a:cubicBezTo>
                          <a:pt x="18212" y="22831"/>
                          <a:pt x="14311" y="26067"/>
                          <a:pt x="10498" y="28505"/>
                        </a:cubicBezTo>
                        <a:cubicBezTo>
                          <a:pt x="6730" y="30988"/>
                          <a:pt x="2962" y="32539"/>
                          <a:pt x="879" y="30943"/>
                        </a:cubicBezTo>
                        <a:cubicBezTo>
                          <a:pt x="-1205" y="29347"/>
                          <a:pt x="701" y="25491"/>
                          <a:pt x="3627" y="21545"/>
                        </a:cubicBezTo>
                        <a:cubicBezTo>
                          <a:pt x="6597" y="17644"/>
                          <a:pt x="10720" y="13876"/>
                          <a:pt x="12671" y="12058"/>
                        </a:cubicBezTo>
                        <a:cubicBezTo>
                          <a:pt x="14710" y="10374"/>
                          <a:pt x="19586" y="6162"/>
                          <a:pt x="24463" y="3369"/>
                        </a:cubicBezTo>
                        <a:cubicBezTo>
                          <a:pt x="29295" y="443"/>
                          <a:pt x="33905" y="-1241"/>
                          <a:pt x="34748" y="1109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56" name="Forme libre : forme 20855">
                    <a:extLst>
                      <a:ext uri="{FF2B5EF4-FFF2-40B4-BE49-F238E27FC236}">
                        <a16:creationId xmlns:a16="http://schemas.microsoft.com/office/drawing/2014/main" id="{295C9809-A36D-416D-9721-5FD2E874B731}"/>
                      </a:ext>
                    </a:extLst>
                  </p:cNvPr>
                  <p:cNvSpPr/>
                  <p:nvPr/>
                </p:nvSpPr>
                <p:spPr>
                  <a:xfrm>
                    <a:off x="5719159" y="1290798"/>
                    <a:ext cx="49047" cy="34338"/>
                  </a:xfrm>
                  <a:custGeom>
                    <a:avLst/>
                    <a:gdLst>
                      <a:gd name="connsiteX0" fmla="*/ 1357 w 49047"/>
                      <a:gd name="connsiteY0" fmla="*/ 31904 h 34338"/>
                      <a:gd name="connsiteX1" fmla="*/ 4682 w 49047"/>
                      <a:gd name="connsiteY1" fmla="*/ 33988 h 34338"/>
                      <a:gd name="connsiteX2" fmla="*/ 9426 w 49047"/>
                      <a:gd name="connsiteY2" fmla="*/ 34165 h 34338"/>
                      <a:gd name="connsiteX3" fmla="*/ 21040 w 49047"/>
                      <a:gd name="connsiteY3" fmla="*/ 31416 h 34338"/>
                      <a:gd name="connsiteX4" fmla="*/ 26892 w 49047"/>
                      <a:gd name="connsiteY4" fmla="*/ 28446 h 34338"/>
                      <a:gd name="connsiteX5" fmla="*/ 31901 w 49047"/>
                      <a:gd name="connsiteY5" fmla="*/ 25121 h 34338"/>
                      <a:gd name="connsiteX6" fmla="*/ 46265 w 49047"/>
                      <a:gd name="connsiteY6" fmla="*/ 9916 h 34338"/>
                      <a:gd name="connsiteX7" fmla="*/ 47683 w 49047"/>
                      <a:gd name="connsiteY7" fmla="*/ 207 h 34338"/>
                      <a:gd name="connsiteX8" fmla="*/ 40768 w 49047"/>
                      <a:gd name="connsiteY8" fmla="*/ 2646 h 34338"/>
                      <a:gd name="connsiteX9" fmla="*/ 31813 w 49047"/>
                      <a:gd name="connsiteY9" fmla="*/ 7034 h 34338"/>
                      <a:gd name="connsiteX10" fmla="*/ 22326 w 49047"/>
                      <a:gd name="connsiteY10" fmla="*/ 10936 h 34338"/>
                      <a:gd name="connsiteX11" fmla="*/ 13061 w 49047"/>
                      <a:gd name="connsiteY11" fmla="*/ 14127 h 34338"/>
                      <a:gd name="connsiteX12" fmla="*/ 8761 w 49047"/>
                      <a:gd name="connsiteY12" fmla="*/ 16034 h 34338"/>
                      <a:gd name="connsiteX13" fmla="*/ 4948 w 49047"/>
                      <a:gd name="connsiteY13" fmla="*/ 18915 h 34338"/>
                      <a:gd name="connsiteX14" fmla="*/ 426 w 49047"/>
                      <a:gd name="connsiteY14" fmla="*/ 25653 h 34338"/>
                      <a:gd name="connsiteX15" fmla="*/ 1357 w 49047"/>
                      <a:gd name="connsiteY15" fmla="*/ 31904 h 34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49047" h="34338">
                        <a:moveTo>
                          <a:pt x="1357" y="31904"/>
                        </a:moveTo>
                        <a:cubicBezTo>
                          <a:pt x="2510" y="33012"/>
                          <a:pt x="3485" y="33633"/>
                          <a:pt x="4682" y="33988"/>
                        </a:cubicBezTo>
                        <a:cubicBezTo>
                          <a:pt x="5923" y="34342"/>
                          <a:pt x="7386" y="34475"/>
                          <a:pt x="9426" y="34165"/>
                        </a:cubicBezTo>
                        <a:cubicBezTo>
                          <a:pt x="13371" y="33677"/>
                          <a:pt x="17450" y="33190"/>
                          <a:pt x="21040" y="31416"/>
                        </a:cubicBezTo>
                        <a:cubicBezTo>
                          <a:pt x="22902" y="30618"/>
                          <a:pt x="24853" y="29643"/>
                          <a:pt x="26892" y="28446"/>
                        </a:cubicBezTo>
                        <a:cubicBezTo>
                          <a:pt x="28621" y="27471"/>
                          <a:pt x="30172" y="26451"/>
                          <a:pt x="31901" y="25121"/>
                        </a:cubicBezTo>
                        <a:cubicBezTo>
                          <a:pt x="37576" y="20733"/>
                          <a:pt x="43029" y="15058"/>
                          <a:pt x="46265" y="9916"/>
                        </a:cubicBezTo>
                        <a:cubicBezTo>
                          <a:pt x="48703" y="6148"/>
                          <a:pt x="50343" y="1626"/>
                          <a:pt x="47683" y="207"/>
                        </a:cubicBezTo>
                        <a:cubicBezTo>
                          <a:pt x="46043" y="-679"/>
                          <a:pt x="43339" y="1493"/>
                          <a:pt x="40768" y="2646"/>
                        </a:cubicBezTo>
                        <a:cubicBezTo>
                          <a:pt x="37664" y="4020"/>
                          <a:pt x="34783" y="5616"/>
                          <a:pt x="31813" y="7034"/>
                        </a:cubicBezTo>
                        <a:cubicBezTo>
                          <a:pt x="28798" y="8497"/>
                          <a:pt x="25651" y="9783"/>
                          <a:pt x="22326" y="10936"/>
                        </a:cubicBezTo>
                        <a:cubicBezTo>
                          <a:pt x="19444" y="11911"/>
                          <a:pt x="16253" y="12709"/>
                          <a:pt x="13061" y="14127"/>
                        </a:cubicBezTo>
                        <a:cubicBezTo>
                          <a:pt x="11509" y="14748"/>
                          <a:pt x="10135" y="15236"/>
                          <a:pt x="8761" y="16034"/>
                        </a:cubicBezTo>
                        <a:cubicBezTo>
                          <a:pt x="7386" y="16743"/>
                          <a:pt x="6323" y="17984"/>
                          <a:pt x="4948" y="18915"/>
                        </a:cubicBezTo>
                        <a:cubicBezTo>
                          <a:pt x="2599" y="20777"/>
                          <a:pt x="1313" y="23570"/>
                          <a:pt x="426" y="25653"/>
                        </a:cubicBezTo>
                        <a:cubicBezTo>
                          <a:pt x="-283" y="28003"/>
                          <a:pt x="-194" y="30397"/>
                          <a:pt x="1357" y="3190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57" name="Forme libre : forme 20856">
                    <a:extLst>
                      <a:ext uri="{FF2B5EF4-FFF2-40B4-BE49-F238E27FC236}">
                        <a16:creationId xmlns:a16="http://schemas.microsoft.com/office/drawing/2014/main" id="{19DDDED3-545F-46A9-AF7E-EA51B246446F}"/>
                      </a:ext>
                    </a:extLst>
                  </p:cNvPr>
                  <p:cNvSpPr/>
                  <p:nvPr/>
                </p:nvSpPr>
                <p:spPr>
                  <a:xfrm>
                    <a:off x="5727093" y="1298408"/>
                    <a:ext cx="11322" cy="15036"/>
                  </a:xfrm>
                  <a:custGeom>
                    <a:avLst/>
                    <a:gdLst>
                      <a:gd name="connsiteX0" fmla="*/ 561 w 11322"/>
                      <a:gd name="connsiteY0" fmla="*/ 12680 h 15036"/>
                      <a:gd name="connsiteX1" fmla="*/ 29 w 11322"/>
                      <a:gd name="connsiteY1" fmla="*/ 14586 h 15036"/>
                      <a:gd name="connsiteX2" fmla="*/ 1758 w 11322"/>
                      <a:gd name="connsiteY2" fmla="*/ 14719 h 15036"/>
                      <a:gd name="connsiteX3" fmla="*/ 4151 w 11322"/>
                      <a:gd name="connsiteY3" fmla="*/ 12592 h 15036"/>
                      <a:gd name="connsiteX4" fmla="*/ 9250 w 11322"/>
                      <a:gd name="connsiteY4" fmla="*/ 6385 h 15036"/>
                      <a:gd name="connsiteX5" fmla="*/ 10845 w 11322"/>
                      <a:gd name="connsiteY5" fmla="*/ 3770 h 15036"/>
                      <a:gd name="connsiteX6" fmla="*/ 6767 w 11322"/>
                      <a:gd name="connsiteY6" fmla="*/ 2307 h 15036"/>
                      <a:gd name="connsiteX7" fmla="*/ 561 w 11322"/>
                      <a:gd name="connsiteY7" fmla="*/ 12680 h 15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322" h="15036">
                        <a:moveTo>
                          <a:pt x="561" y="12680"/>
                        </a:moveTo>
                        <a:cubicBezTo>
                          <a:pt x="250" y="13522"/>
                          <a:pt x="-104" y="13966"/>
                          <a:pt x="29" y="14586"/>
                        </a:cubicBezTo>
                        <a:cubicBezTo>
                          <a:pt x="117" y="15163"/>
                          <a:pt x="960" y="15163"/>
                          <a:pt x="1758" y="14719"/>
                        </a:cubicBezTo>
                        <a:cubicBezTo>
                          <a:pt x="2511" y="14276"/>
                          <a:pt x="3487" y="13345"/>
                          <a:pt x="4151" y="12592"/>
                        </a:cubicBezTo>
                        <a:cubicBezTo>
                          <a:pt x="5925" y="10730"/>
                          <a:pt x="7742" y="8690"/>
                          <a:pt x="9250" y="6385"/>
                        </a:cubicBezTo>
                        <a:cubicBezTo>
                          <a:pt x="9870" y="5454"/>
                          <a:pt x="10491" y="4612"/>
                          <a:pt x="10845" y="3770"/>
                        </a:cubicBezTo>
                        <a:cubicBezTo>
                          <a:pt x="12264" y="90"/>
                          <a:pt x="10402" y="-1772"/>
                          <a:pt x="6767" y="2307"/>
                        </a:cubicBezTo>
                        <a:cubicBezTo>
                          <a:pt x="3797" y="5765"/>
                          <a:pt x="1979" y="9311"/>
                          <a:pt x="561" y="1268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58" name="Forme libre : forme 20857">
                    <a:extLst>
                      <a:ext uri="{FF2B5EF4-FFF2-40B4-BE49-F238E27FC236}">
                        <a16:creationId xmlns:a16="http://schemas.microsoft.com/office/drawing/2014/main" id="{B90870FD-BEE8-4BFC-8566-5F6A6339DB81}"/>
                      </a:ext>
                    </a:extLst>
                  </p:cNvPr>
                  <p:cNvSpPr/>
                  <p:nvPr/>
                </p:nvSpPr>
                <p:spPr>
                  <a:xfrm>
                    <a:off x="5772118" y="1273362"/>
                    <a:ext cx="13919" cy="26421"/>
                  </a:xfrm>
                  <a:custGeom>
                    <a:avLst/>
                    <a:gdLst>
                      <a:gd name="connsiteX0" fmla="*/ 13920 w 13919"/>
                      <a:gd name="connsiteY0" fmla="*/ 0 h 26421"/>
                      <a:gd name="connsiteX1" fmla="*/ 0 w 13919"/>
                      <a:gd name="connsiteY1" fmla="*/ 26421 h 26421"/>
                      <a:gd name="connsiteX2" fmla="*/ 13920 w 13919"/>
                      <a:gd name="connsiteY2" fmla="*/ 0 h 26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919" h="26421">
                        <a:moveTo>
                          <a:pt x="13920" y="0"/>
                        </a:moveTo>
                        <a:cubicBezTo>
                          <a:pt x="13743" y="7403"/>
                          <a:pt x="4965" y="18974"/>
                          <a:pt x="0" y="26421"/>
                        </a:cubicBezTo>
                        <a:cubicBezTo>
                          <a:pt x="5497" y="18397"/>
                          <a:pt x="10329" y="7847"/>
                          <a:pt x="139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59" name="Forme libre : forme 20858">
                    <a:extLst>
                      <a:ext uri="{FF2B5EF4-FFF2-40B4-BE49-F238E27FC236}">
                        <a16:creationId xmlns:a16="http://schemas.microsoft.com/office/drawing/2014/main" id="{DA3139ED-EFCB-4CC5-9CD8-0BFE35A0AA13}"/>
                      </a:ext>
                    </a:extLst>
                  </p:cNvPr>
                  <p:cNvSpPr/>
                  <p:nvPr/>
                </p:nvSpPr>
                <p:spPr>
                  <a:xfrm>
                    <a:off x="5709877" y="1297744"/>
                    <a:ext cx="16269" cy="22475"/>
                  </a:xfrm>
                  <a:custGeom>
                    <a:avLst/>
                    <a:gdLst>
                      <a:gd name="connsiteX0" fmla="*/ 16270 w 16269"/>
                      <a:gd name="connsiteY0" fmla="*/ 0 h 22475"/>
                      <a:gd name="connsiteX1" fmla="*/ 13831 w 16269"/>
                      <a:gd name="connsiteY1" fmla="*/ 2926 h 22475"/>
                      <a:gd name="connsiteX2" fmla="*/ 11969 w 16269"/>
                      <a:gd name="connsiteY2" fmla="*/ 5807 h 22475"/>
                      <a:gd name="connsiteX3" fmla="*/ 8334 w 16269"/>
                      <a:gd name="connsiteY3" fmla="*/ 11482 h 22475"/>
                      <a:gd name="connsiteX4" fmla="*/ 4433 w 16269"/>
                      <a:gd name="connsiteY4" fmla="*/ 17112 h 22475"/>
                      <a:gd name="connsiteX5" fmla="*/ 0 w 16269"/>
                      <a:gd name="connsiteY5" fmla="*/ 22476 h 22475"/>
                      <a:gd name="connsiteX6" fmla="*/ 4477 w 16269"/>
                      <a:gd name="connsiteY6" fmla="*/ 17333 h 22475"/>
                      <a:gd name="connsiteX7" fmla="*/ 8911 w 16269"/>
                      <a:gd name="connsiteY7" fmla="*/ 11748 h 22475"/>
                      <a:gd name="connsiteX8" fmla="*/ 12812 w 16269"/>
                      <a:gd name="connsiteY8" fmla="*/ 5896 h 22475"/>
                      <a:gd name="connsiteX9" fmla="*/ 14496 w 16269"/>
                      <a:gd name="connsiteY9" fmla="*/ 2970 h 22475"/>
                      <a:gd name="connsiteX10" fmla="*/ 16270 w 16269"/>
                      <a:gd name="connsiteY10" fmla="*/ 0 h 22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269" h="22475">
                        <a:moveTo>
                          <a:pt x="16270" y="0"/>
                        </a:moveTo>
                        <a:cubicBezTo>
                          <a:pt x="15028" y="1463"/>
                          <a:pt x="14541" y="1951"/>
                          <a:pt x="13831" y="2926"/>
                        </a:cubicBezTo>
                        <a:cubicBezTo>
                          <a:pt x="13166" y="3813"/>
                          <a:pt x="12546" y="4788"/>
                          <a:pt x="11969" y="5807"/>
                        </a:cubicBezTo>
                        <a:cubicBezTo>
                          <a:pt x="10728" y="7669"/>
                          <a:pt x="9443" y="9354"/>
                          <a:pt x="8334" y="11482"/>
                        </a:cubicBezTo>
                        <a:cubicBezTo>
                          <a:pt x="7093" y="13299"/>
                          <a:pt x="5719" y="15073"/>
                          <a:pt x="4433" y="17112"/>
                        </a:cubicBezTo>
                        <a:cubicBezTo>
                          <a:pt x="3014" y="18929"/>
                          <a:pt x="1507" y="20614"/>
                          <a:pt x="0" y="22476"/>
                        </a:cubicBezTo>
                        <a:cubicBezTo>
                          <a:pt x="1330" y="20658"/>
                          <a:pt x="2926" y="19018"/>
                          <a:pt x="4477" y="17333"/>
                        </a:cubicBezTo>
                        <a:cubicBezTo>
                          <a:pt x="5940" y="15294"/>
                          <a:pt x="7492" y="13698"/>
                          <a:pt x="8911" y="11748"/>
                        </a:cubicBezTo>
                        <a:cubicBezTo>
                          <a:pt x="10196" y="9576"/>
                          <a:pt x="11703" y="8024"/>
                          <a:pt x="12812" y="5896"/>
                        </a:cubicBezTo>
                        <a:cubicBezTo>
                          <a:pt x="13388" y="4876"/>
                          <a:pt x="13920" y="3901"/>
                          <a:pt x="14496" y="2970"/>
                        </a:cubicBezTo>
                        <a:cubicBezTo>
                          <a:pt x="14940" y="2039"/>
                          <a:pt x="15338" y="1330"/>
                          <a:pt x="162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60" name="Forme libre : forme 20859">
                    <a:extLst>
                      <a:ext uri="{FF2B5EF4-FFF2-40B4-BE49-F238E27FC236}">
                        <a16:creationId xmlns:a16="http://schemas.microsoft.com/office/drawing/2014/main" id="{55E68686-D8E9-4825-BDE2-987D59BED0B3}"/>
                      </a:ext>
                    </a:extLst>
                  </p:cNvPr>
                  <p:cNvSpPr/>
                  <p:nvPr/>
                </p:nvSpPr>
                <p:spPr>
                  <a:xfrm>
                    <a:off x="5748479" y="1284744"/>
                    <a:ext cx="13803" cy="10778"/>
                  </a:xfrm>
                  <a:custGeom>
                    <a:avLst/>
                    <a:gdLst>
                      <a:gd name="connsiteX0" fmla="*/ 13797 w 13803"/>
                      <a:gd name="connsiteY0" fmla="*/ 588 h 10778"/>
                      <a:gd name="connsiteX1" fmla="*/ 6748 w 13803"/>
                      <a:gd name="connsiteY1" fmla="*/ 7592 h 10778"/>
                      <a:gd name="connsiteX2" fmla="*/ 10 w 13803"/>
                      <a:gd name="connsiteY2" fmla="*/ 10119 h 10778"/>
                      <a:gd name="connsiteX3" fmla="*/ 6571 w 13803"/>
                      <a:gd name="connsiteY3" fmla="*/ 3336 h 10778"/>
                      <a:gd name="connsiteX4" fmla="*/ 13797 w 13803"/>
                      <a:gd name="connsiteY4" fmla="*/ 588 h 10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3" h="10778">
                        <a:moveTo>
                          <a:pt x="13797" y="588"/>
                        </a:moveTo>
                        <a:cubicBezTo>
                          <a:pt x="14019" y="2582"/>
                          <a:pt x="8477" y="6395"/>
                          <a:pt x="6748" y="7592"/>
                        </a:cubicBezTo>
                        <a:cubicBezTo>
                          <a:pt x="5064" y="8789"/>
                          <a:pt x="276" y="12202"/>
                          <a:pt x="10" y="10119"/>
                        </a:cubicBezTo>
                        <a:cubicBezTo>
                          <a:pt x="-256" y="7991"/>
                          <a:pt x="4842" y="4356"/>
                          <a:pt x="6571" y="3336"/>
                        </a:cubicBezTo>
                        <a:cubicBezTo>
                          <a:pt x="8211" y="2228"/>
                          <a:pt x="13620" y="-1407"/>
                          <a:pt x="13797" y="58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61" name="Forme libre : forme 20860">
                    <a:extLst>
                      <a:ext uri="{FF2B5EF4-FFF2-40B4-BE49-F238E27FC236}">
                        <a16:creationId xmlns:a16="http://schemas.microsoft.com/office/drawing/2014/main" id="{1A38EE38-2AA6-4B5B-A9CC-08B5B42F2FC0}"/>
                      </a:ext>
                    </a:extLst>
                  </p:cNvPr>
                  <p:cNvSpPr/>
                  <p:nvPr/>
                </p:nvSpPr>
                <p:spPr>
                  <a:xfrm>
                    <a:off x="5760269" y="1283284"/>
                    <a:ext cx="3960" cy="3248"/>
                  </a:xfrm>
                  <a:custGeom>
                    <a:avLst/>
                    <a:gdLst>
                      <a:gd name="connsiteX0" fmla="*/ 3824 w 3960"/>
                      <a:gd name="connsiteY0" fmla="*/ 97 h 3248"/>
                      <a:gd name="connsiteX1" fmla="*/ 2583 w 3960"/>
                      <a:gd name="connsiteY1" fmla="*/ 2047 h 3248"/>
                      <a:gd name="connsiteX2" fmla="*/ 145 w 3960"/>
                      <a:gd name="connsiteY2" fmla="*/ 3156 h 3248"/>
                      <a:gd name="connsiteX3" fmla="*/ 1253 w 3960"/>
                      <a:gd name="connsiteY3" fmla="*/ 1161 h 3248"/>
                      <a:gd name="connsiteX4" fmla="*/ 3824 w 3960"/>
                      <a:gd name="connsiteY4" fmla="*/ 97 h 3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0" h="3248">
                        <a:moveTo>
                          <a:pt x="3824" y="97"/>
                        </a:moveTo>
                        <a:cubicBezTo>
                          <a:pt x="4356" y="496"/>
                          <a:pt x="3204" y="1560"/>
                          <a:pt x="2583" y="2047"/>
                        </a:cubicBezTo>
                        <a:cubicBezTo>
                          <a:pt x="1962" y="2579"/>
                          <a:pt x="677" y="3554"/>
                          <a:pt x="145" y="3156"/>
                        </a:cubicBezTo>
                        <a:cubicBezTo>
                          <a:pt x="-387" y="2757"/>
                          <a:pt x="677" y="1693"/>
                          <a:pt x="1253" y="1161"/>
                        </a:cubicBezTo>
                        <a:cubicBezTo>
                          <a:pt x="1829" y="629"/>
                          <a:pt x="3292" y="-302"/>
                          <a:pt x="3824" y="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62" name="Forme libre : forme 20861">
                    <a:extLst>
                      <a:ext uri="{FF2B5EF4-FFF2-40B4-BE49-F238E27FC236}">
                        <a16:creationId xmlns:a16="http://schemas.microsoft.com/office/drawing/2014/main" id="{09D91155-4298-421E-BC0F-5AB14F769987}"/>
                      </a:ext>
                    </a:extLst>
                  </p:cNvPr>
                  <p:cNvSpPr/>
                  <p:nvPr/>
                </p:nvSpPr>
                <p:spPr>
                  <a:xfrm>
                    <a:off x="5741750" y="1270077"/>
                    <a:ext cx="41065" cy="18622"/>
                  </a:xfrm>
                  <a:custGeom>
                    <a:avLst/>
                    <a:gdLst>
                      <a:gd name="connsiteX0" fmla="*/ 27840 w 41065"/>
                      <a:gd name="connsiteY0" fmla="*/ 847 h 18622"/>
                      <a:gd name="connsiteX1" fmla="*/ 40297 w 41065"/>
                      <a:gd name="connsiteY1" fmla="*/ 847 h 18622"/>
                      <a:gd name="connsiteX2" fmla="*/ 39278 w 41065"/>
                      <a:gd name="connsiteY2" fmla="*/ 4615 h 18622"/>
                      <a:gd name="connsiteX3" fmla="*/ 34313 w 41065"/>
                      <a:gd name="connsiteY3" fmla="*/ 6078 h 18622"/>
                      <a:gd name="connsiteX4" fmla="*/ 18664 w 41065"/>
                      <a:gd name="connsiteY4" fmla="*/ 10112 h 18622"/>
                      <a:gd name="connsiteX5" fmla="*/ 7980 w 41065"/>
                      <a:gd name="connsiteY5" fmla="*/ 15919 h 18622"/>
                      <a:gd name="connsiteX6" fmla="*/ 0 w 41065"/>
                      <a:gd name="connsiteY6" fmla="*/ 17382 h 18622"/>
                      <a:gd name="connsiteX7" fmla="*/ 16713 w 41065"/>
                      <a:gd name="connsiteY7" fmla="*/ 2709 h 18622"/>
                      <a:gd name="connsiteX8" fmla="*/ 27840 w 41065"/>
                      <a:gd name="connsiteY8" fmla="*/ 847 h 18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065" h="18622">
                        <a:moveTo>
                          <a:pt x="27840" y="847"/>
                        </a:moveTo>
                        <a:cubicBezTo>
                          <a:pt x="32894" y="49"/>
                          <a:pt x="36396" y="-572"/>
                          <a:pt x="40297" y="847"/>
                        </a:cubicBezTo>
                        <a:cubicBezTo>
                          <a:pt x="41716" y="1334"/>
                          <a:pt x="41051" y="3462"/>
                          <a:pt x="39278" y="4615"/>
                        </a:cubicBezTo>
                        <a:cubicBezTo>
                          <a:pt x="37504" y="5901"/>
                          <a:pt x="35953" y="5945"/>
                          <a:pt x="34313" y="6078"/>
                        </a:cubicBezTo>
                        <a:cubicBezTo>
                          <a:pt x="29126" y="6433"/>
                          <a:pt x="24205" y="8117"/>
                          <a:pt x="18664" y="10112"/>
                        </a:cubicBezTo>
                        <a:cubicBezTo>
                          <a:pt x="16935" y="10733"/>
                          <a:pt x="12280" y="13703"/>
                          <a:pt x="7980" y="15919"/>
                        </a:cubicBezTo>
                        <a:cubicBezTo>
                          <a:pt x="3769" y="18225"/>
                          <a:pt x="45" y="19865"/>
                          <a:pt x="0" y="17382"/>
                        </a:cubicBezTo>
                        <a:cubicBezTo>
                          <a:pt x="-88" y="12417"/>
                          <a:pt x="11970" y="4349"/>
                          <a:pt x="16713" y="2709"/>
                        </a:cubicBezTo>
                        <a:cubicBezTo>
                          <a:pt x="21412" y="980"/>
                          <a:pt x="23984" y="1423"/>
                          <a:pt x="27840" y="84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747" name="Graphique 2">
                  <a:extLst>
                    <a:ext uri="{FF2B5EF4-FFF2-40B4-BE49-F238E27FC236}">
                      <a16:creationId xmlns:a16="http://schemas.microsoft.com/office/drawing/2014/main" id="{AFB3E966-A620-4A11-83B7-AC59FCE02C67}"/>
                    </a:ext>
                  </a:extLst>
                </p:cNvPr>
                <p:cNvGrpSpPr/>
                <p:nvPr/>
              </p:nvGrpSpPr>
              <p:grpSpPr>
                <a:xfrm>
                  <a:off x="5785834" y="1234482"/>
                  <a:ext cx="96149" cy="41160"/>
                  <a:chOff x="5785834" y="1234482"/>
                  <a:chExt cx="96149" cy="41160"/>
                </a:xfrm>
                <a:solidFill>
                  <a:schemeClr val="accent1"/>
                </a:solidFill>
              </p:grpSpPr>
              <p:sp>
                <p:nvSpPr>
                  <p:cNvPr id="20839" name="Forme libre : forme 20838">
                    <a:extLst>
                      <a:ext uri="{FF2B5EF4-FFF2-40B4-BE49-F238E27FC236}">
                        <a16:creationId xmlns:a16="http://schemas.microsoft.com/office/drawing/2014/main" id="{F3954933-875F-4EB9-9F0C-D3AE54CDD16F}"/>
                      </a:ext>
                    </a:extLst>
                  </p:cNvPr>
                  <p:cNvSpPr/>
                  <p:nvPr/>
                </p:nvSpPr>
                <p:spPr>
                  <a:xfrm>
                    <a:off x="5785834" y="1234482"/>
                    <a:ext cx="96149" cy="41160"/>
                  </a:xfrm>
                  <a:custGeom>
                    <a:avLst/>
                    <a:gdLst>
                      <a:gd name="connsiteX0" fmla="*/ 64971 w 96149"/>
                      <a:gd name="connsiteY0" fmla="*/ 34891 h 41160"/>
                      <a:gd name="connsiteX1" fmla="*/ 58498 w 96149"/>
                      <a:gd name="connsiteY1" fmla="*/ 35644 h 41160"/>
                      <a:gd name="connsiteX2" fmla="*/ 50563 w 96149"/>
                      <a:gd name="connsiteY2" fmla="*/ 36753 h 41160"/>
                      <a:gd name="connsiteX3" fmla="*/ 42717 w 96149"/>
                      <a:gd name="connsiteY3" fmla="*/ 38171 h 41160"/>
                      <a:gd name="connsiteX4" fmla="*/ 36333 w 96149"/>
                      <a:gd name="connsiteY4" fmla="*/ 39545 h 41160"/>
                      <a:gd name="connsiteX5" fmla="*/ 4813 w 96149"/>
                      <a:gd name="connsiteY5" fmla="*/ 38038 h 41160"/>
                      <a:gd name="connsiteX6" fmla="*/ 469 w 96149"/>
                      <a:gd name="connsiteY6" fmla="*/ 28995 h 41160"/>
                      <a:gd name="connsiteX7" fmla="*/ 27821 w 96149"/>
                      <a:gd name="connsiteY7" fmla="*/ 5499 h 41160"/>
                      <a:gd name="connsiteX8" fmla="*/ 35358 w 96149"/>
                      <a:gd name="connsiteY8" fmla="*/ 3371 h 41160"/>
                      <a:gd name="connsiteX9" fmla="*/ 44623 w 96149"/>
                      <a:gd name="connsiteY9" fmla="*/ 1509 h 41160"/>
                      <a:gd name="connsiteX10" fmla="*/ 54021 w 96149"/>
                      <a:gd name="connsiteY10" fmla="*/ 357 h 41160"/>
                      <a:gd name="connsiteX11" fmla="*/ 61823 w 96149"/>
                      <a:gd name="connsiteY11" fmla="*/ 2 h 41160"/>
                      <a:gd name="connsiteX12" fmla="*/ 93919 w 96149"/>
                      <a:gd name="connsiteY12" fmla="*/ 13390 h 41160"/>
                      <a:gd name="connsiteX13" fmla="*/ 94362 w 96149"/>
                      <a:gd name="connsiteY13" fmla="*/ 23187 h 41160"/>
                      <a:gd name="connsiteX14" fmla="*/ 64971 w 96149"/>
                      <a:gd name="connsiteY14" fmla="*/ 34891 h 41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6149" h="41160">
                        <a:moveTo>
                          <a:pt x="64971" y="34891"/>
                        </a:moveTo>
                        <a:cubicBezTo>
                          <a:pt x="63242" y="35157"/>
                          <a:pt x="60981" y="35378"/>
                          <a:pt x="58498" y="35644"/>
                        </a:cubicBezTo>
                        <a:cubicBezTo>
                          <a:pt x="56016" y="35910"/>
                          <a:pt x="53312" y="36398"/>
                          <a:pt x="50563" y="36753"/>
                        </a:cubicBezTo>
                        <a:cubicBezTo>
                          <a:pt x="47859" y="37152"/>
                          <a:pt x="45199" y="37772"/>
                          <a:pt x="42717" y="38171"/>
                        </a:cubicBezTo>
                        <a:cubicBezTo>
                          <a:pt x="40278" y="38703"/>
                          <a:pt x="38106" y="39191"/>
                          <a:pt x="36333" y="39545"/>
                        </a:cubicBezTo>
                        <a:cubicBezTo>
                          <a:pt x="23388" y="42383"/>
                          <a:pt x="15276" y="41230"/>
                          <a:pt x="4813" y="38038"/>
                        </a:cubicBezTo>
                        <a:cubicBezTo>
                          <a:pt x="1267" y="37107"/>
                          <a:pt x="-1038" y="32541"/>
                          <a:pt x="469" y="28995"/>
                        </a:cubicBezTo>
                        <a:cubicBezTo>
                          <a:pt x="4991" y="19153"/>
                          <a:pt x="12394" y="10597"/>
                          <a:pt x="27821" y="5499"/>
                        </a:cubicBezTo>
                        <a:cubicBezTo>
                          <a:pt x="29905" y="4879"/>
                          <a:pt x="32476" y="3992"/>
                          <a:pt x="35358" y="3371"/>
                        </a:cubicBezTo>
                        <a:cubicBezTo>
                          <a:pt x="38239" y="2751"/>
                          <a:pt x="41431" y="2086"/>
                          <a:pt x="44623" y="1509"/>
                        </a:cubicBezTo>
                        <a:cubicBezTo>
                          <a:pt x="47815" y="1110"/>
                          <a:pt x="51051" y="712"/>
                          <a:pt x="54021" y="357"/>
                        </a:cubicBezTo>
                        <a:cubicBezTo>
                          <a:pt x="56991" y="135"/>
                          <a:pt x="59651" y="47"/>
                          <a:pt x="61823" y="2"/>
                        </a:cubicBezTo>
                        <a:cubicBezTo>
                          <a:pt x="78137" y="-131"/>
                          <a:pt x="86382" y="5810"/>
                          <a:pt x="93919" y="13390"/>
                        </a:cubicBezTo>
                        <a:cubicBezTo>
                          <a:pt x="96579" y="16050"/>
                          <a:pt x="97022" y="21104"/>
                          <a:pt x="94362" y="23187"/>
                        </a:cubicBezTo>
                        <a:cubicBezTo>
                          <a:pt x="86604" y="29837"/>
                          <a:pt x="78048" y="33383"/>
                          <a:pt x="64971" y="3489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40" name="Forme libre : forme 20839">
                    <a:extLst>
                      <a:ext uri="{FF2B5EF4-FFF2-40B4-BE49-F238E27FC236}">
                        <a16:creationId xmlns:a16="http://schemas.microsoft.com/office/drawing/2014/main" id="{7EE0EF0D-3D93-4993-9FBB-33810D8D6278}"/>
                      </a:ext>
                    </a:extLst>
                  </p:cNvPr>
                  <p:cNvSpPr/>
                  <p:nvPr/>
                </p:nvSpPr>
                <p:spPr>
                  <a:xfrm>
                    <a:off x="5787057" y="1256017"/>
                    <a:ext cx="93228" cy="19551"/>
                  </a:xfrm>
                  <a:custGeom>
                    <a:avLst/>
                    <a:gdLst>
                      <a:gd name="connsiteX0" fmla="*/ 36440 w 93228"/>
                      <a:gd name="connsiteY0" fmla="*/ 4622 h 19551"/>
                      <a:gd name="connsiteX1" fmla="*/ 0 w 93228"/>
                      <a:gd name="connsiteY1" fmla="*/ 13799 h 19551"/>
                      <a:gd name="connsiteX2" fmla="*/ 3546 w 93228"/>
                      <a:gd name="connsiteY2" fmla="*/ 16459 h 19551"/>
                      <a:gd name="connsiteX3" fmla="*/ 8778 w 93228"/>
                      <a:gd name="connsiteY3" fmla="*/ 17877 h 19551"/>
                      <a:gd name="connsiteX4" fmla="*/ 16092 w 93228"/>
                      <a:gd name="connsiteY4" fmla="*/ 19163 h 19551"/>
                      <a:gd name="connsiteX5" fmla="*/ 23717 w 93228"/>
                      <a:gd name="connsiteY5" fmla="*/ 19473 h 19551"/>
                      <a:gd name="connsiteX6" fmla="*/ 35066 w 93228"/>
                      <a:gd name="connsiteY6" fmla="*/ 17922 h 19551"/>
                      <a:gd name="connsiteX7" fmla="*/ 39588 w 93228"/>
                      <a:gd name="connsiteY7" fmla="*/ 16902 h 19551"/>
                      <a:gd name="connsiteX8" fmla="*/ 61531 w 93228"/>
                      <a:gd name="connsiteY8" fmla="*/ 13533 h 19551"/>
                      <a:gd name="connsiteX9" fmla="*/ 63704 w 93228"/>
                      <a:gd name="connsiteY9" fmla="*/ 13267 h 19551"/>
                      <a:gd name="connsiteX10" fmla="*/ 76072 w 93228"/>
                      <a:gd name="connsiteY10" fmla="*/ 10873 h 19551"/>
                      <a:gd name="connsiteX11" fmla="*/ 89327 w 93228"/>
                      <a:gd name="connsiteY11" fmla="*/ 4445 h 19551"/>
                      <a:gd name="connsiteX12" fmla="*/ 93095 w 93228"/>
                      <a:gd name="connsiteY12" fmla="*/ 1519 h 19551"/>
                      <a:gd name="connsiteX13" fmla="*/ 93228 w 93228"/>
                      <a:gd name="connsiteY13" fmla="*/ 1386 h 19551"/>
                      <a:gd name="connsiteX14" fmla="*/ 64369 w 93228"/>
                      <a:gd name="connsiteY14" fmla="*/ 101 h 19551"/>
                      <a:gd name="connsiteX15" fmla="*/ 36440 w 93228"/>
                      <a:gd name="connsiteY15" fmla="*/ 4622 h 19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3228" h="19551">
                        <a:moveTo>
                          <a:pt x="36440" y="4622"/>
                        </a:moveTo>
                        <a:cubicBezTo>
                          <a:pt x="24072" y="8302"/>
                          <a:pt x="11526" y="13267"/>
                          <a:pt x="0" y="13799"/>
                        </a:cubicBezTo>
                        <a:cubicBezTo>
                          <a:pt x="842" y="15084"/>
                          <a:pt x="2084" y="16104"/>
                          <a:pt x="3546" y="16459"/>
                        </a:cubicBezTo>
                        <a:cubicBezTo>
                          <a:pt x="5408" y="16946"/>
                          <a:pt x="7137" y="17434"/>
                          <a:pt x="8778" y="17877"/>
                        </a:cubicBezTo>
                        <a:cubicBezTo>
                          <a:pt x="11260" y="18498"/>
                          <a:pt x="13654" y="18897"/>
                          <a:pt x="16092" y="19163"/>
                        </a:cubicBezTo>
                        <a:cubicBezTo>
                          <a:pt x="18575" y="19518"/>
                          <a:pt x="21102" y="19651"/>
                          <a:pt x="23717" y="19473"/>
                        </a:cubicBezTo>
                        <a:cubicBezTo>
                          <a:pt x="27175" y="19385"/>
                          <a:pt x="30810" y="18764"/>
                          <a:pt x="35066" y="17922"/>
                        </a:cubicBezTo>
                        <a:cubicBezTo>
                          <a:pt x="36351" y="17656"/>
                          <a:pt x="37903" y="17345"/>
                          <a:pt x="39588" y="16902"/>
                        </a:cubicBezTo>
                        <a:cubicBezTo>
                          <a:pt x="46237" y="15572"/>
                          <a:pt x="55414" y="13976"/>
                          <a:pt x="61531" y="13533"/>
                        </a:cubicBezTo>
                        <a:cubicBezTo>
                          <a:pt x="62285" y="13444"/>
                          <a:pt x="63039" y="13355"/>
                          <a:pt x="63704" y="13267"/>
                        </a:cubicBezTo>
                        <a:cubicBezTo>
                          <a:pt x="68358" y="12868"/>
                          <a:pt x="72393" y="11848"/>
                          <a:pt x="76072" y="10873"/>
                        </a:cubicBezTo>
                        <a:cubicBezTo>
                          <a:pt x="81081" y="9277"/>
                          <a:pt x="85337" y="7105"/>
                          <a:pt x="89327" y="4445"/>
                        </a:cubicBezTo>
                        <a:cubicBezTo>
                          <a:pt x="90612" y="3558"/>
                          <a:pt x="91854" y="2539"/>
                          <a:pt x="93095" y="1519"/>
                        </a:cubicBezTo>
                        <a:lnTo>
                          <a:pt x="93228" y="1386"/>
                        </a:lnTo>
                        <a:cubicBezTo>
                          <a:pt x="83697" y="367"/>
                          <a:pt x="73988" y="-254"/>
                          <a:pt x="64369" y="101"/>
                        </a:cubicBezTo>
                        <a:cubicBezTo>
                          <a:pt x="54749" y="544"/>
                          <a:pt x="45306" y="1962"/>
                          <a:pt x="36440" y="4622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41" name="Forme libre : forme 20840">
                    <a:extLst>
                      <a:ext uri="{FF2B5EF4-FFF2-40B4-BE49-F238E27FC236}">
                        <a16:creationId xmlns:a16="http://schemas.microsoft.com/office/drawing/2014/main" id="{F8D7C803-7FA3-4757-BAF6-55EDF5A5B678}"/>
                      </a:ext>
                    </a:extLst>
                  </p:cNvPr>
                  <p:cNvSpPr/>
                  <p:nvPr/>
                </p:nvSpPr>
                <p:spPr>
                  <a:xfrm>
                    <a:off x="5818341" y="1247597"/>
                    <a:ext cx="44920" cy="12554"/>
                  </a:xfrm>
                  <a:custGeom>
                    <a:avLst/>
                    <a:gdLst>
                      <a:gd name="connsiteX0" fmla="*/ 44921 w 44920"/>
                      <a:gd name="connsiteY0" fmla="*/ 4974 h 12554"/>
                      <a:gd name="connsiteX1" fmla="*/ 22090 w 44920"/>
                      <a:gd name="connsiteY1" fmla="*/ 11712 h 12554"/>
                      <a:gd name="connsiteX2" fmla="*/ 9545 w 44920"/>
                      <a:gd name="connsiteY2" fmla="*/ 12554 h 12554"/>
                      <a:gd name="connsiteX3" fmla="*/ 102 w 44920"/>
                      <a:gd name="connsiteY3" fmla="*/ 9673 h 12554"/>
                      <a:gd name="connsiteX4" fmla="*/ 7506 w 44920"/>
                      <a:gd name="connsiteY4" fmla="*/ 3067 h 12554"/>
                      <a:gd name="connsiteX5" fmla="*/ 20627 w 44920"/>
                      <a:gd name="connsiteY5" fmla="*/ 275 h 12554"/>
                      <a:gd name="connsiteX6" fmla="*/ 26878 w 44920"/>
                      <a:gd name="connsiteY6" fmla="*/ 9 h 12554"/>
                      <a:gd name="connsiteX7" fmla="*/ 34991 w 44920"/>
                      <a:gd name="connsiteY7" fmla="*/ 452 h 12554"/>
                      <a:gd name="connsiteX8" fmla="*/ 44921 w 44920"/>
                      <a:gd name="connsiteY8" fmla="*/ 4974 h 12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920" h="12554">
                        <a:moveTo>
                          <a:pt x="44921" y="4974"/>
                        </a:moveTo>
                        <a:cubicBezTo>
                          <a:pt x="44877" y="9362"/>
                          <a:pt x="27720" y="10781"/>
                          <a:pt x="22090" y="11712"/>
                        </a:cubicBezTo>
                        <a:cubicBezTo>
                          <a:pt x="19253" y="12067"/>
                          <a:pt x="14111" y="12421"/>
                          <a:pt x="9545" y="12554"/>
                        </a:cubicBezTo>
                        <a:cubicBezTo>
                          <a:pt x="4934" y="12377"/>
                          <a:pt x="900" y="12200"/>
                          <a:pt x="102" y="9673"/>
                        </a:cubicBezTo>
                        <a:cubicBezTo>
                          <a:pt x="-651" y="7323"/>
                          <a:pt x="2851" y="4619"/>
                          <a:pt x="7506" y="3067"/>
                        </a:cubicBezTo>
                        <a:cubicBezTo>
                          <a:pt x="12116" y="1294"/>
                          <a:pt x="17746" y="541"/>
                          <a:pt x="20627" y="275"/>
                        </a:cubicBezTo>
                        <a:cubicBezTo>
                          <a:pt x="22090" y="97"/>
                          <a:pt x="24307" y="-36"/>
                          <a:pt x="26878" y="9"/>
                        </a:cubicBezTo>
                        <a:cubicBezTo>
                          <a:pt x="29449" y="53"/>
                          <a:pt x="32287" y="-36"/>
                          <a:pt x="34991" y="452"/>
                        </a:cubicBezTo>
                        <a:cubicBezTo>
                          <a:pt x="40355" y="1073"/>
                          <a:pt x="44877" y="2535"/>
                          <a:pt x="44921" y="497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42" name="Forme libre : forme 20841">
                    <a:extLst>
                      <a:ext uri="{FF2B5EF4-FFF2-40B4-BE49-F238E27FC236}">
                        <a16:creationId xmlns:a16="http://schemas.microsoft.com/office/drawing/2014/main" id="{1A837829-61F4-45E2-941A-B977FCF344C3}"/>
                      </a:ext>
                    </a:extLst>
                  </p:cNvPr>
                  <p:cNvSpPr/>
                  <p:nvPr/>
                </p:nvSpPr>
                <p:spPr>
                  <a:xfrm>
                    <a:off x="5817909" y="1250487"/>
                    <a:ext cx="31964" cy="9653"/>
                  </a:xfrm>
                  <a:custGeom>
                    <a:avLst/>
                    <a:gdLst>
                      <a:gd name="connsiteX0" fmla="*/ 8824 w 31964"/>
                      <a:gd name="connsiteY0" fmla="*/ 0 h 9653"/>
                      <a:gd name="connsiteX1" fmla="*/ 312 w 31964"/>
                      <a:gd name="connsiteY1" fmla="*/ 6827 h 9653"/>
                      <a:gd name="connsiteX2" fmla="*/ 22788 w 31964"/>
                      <a:gd name="connsiteY2" fmla="*/ 8822 h 9653"/>
                      <a:gd name="connsiteX3" fmla="*/ 31965 w 31964"/>
                      <a:gd name="connsiteY3" fmla="*/ 7315 h 9653"/>
                      <a:gd name="connsiteX4" fmla="*/ 26955 w 31964"/>
                      <a:gd name="connsiteY4" fmla="*/ 7359 h 9653"/>
                      <a:gd name="connsiteX5" fmla="*/ 15740 w 31964"/>
                      <a:gd name="connsiteY5" fmla="*/ 5231 h 9653"/>
                      <a:gd name="connsiteX6" fmla="*/ 8824 w 31964"/>
                      <a:gd name="connsiteY6" fmla="*/ 0 h 9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964" h="9653">
                        <a:moveTo>
                          <a:pt x="8824" y="0"/>
                        </a:moveTo>
                        <a:cubicBezTo>
                          <a:pt x="6075" y="1241"/>
                          <a:pt x="-1638" y="4034"/>
                          <a:pt x="312" y="6827"/>
                        </a:cubicBezTo>
                        <a:cubicBezTo>
                          <a:pt x="3371" y="11171"/>
                          <a:pt x="15562" y="9354"/>
                          <a:pt x="22788" y="8822"/>
                        </a:cubicBezTo>
                        <a:cubicBezTo>
                          <a:pt x="24872" y="8467"/>
                          <a:pt x="29615" y="7935"/>
                          <a:pt x="31965" y="7315"/>
                        </a:cubicBezTo>
                        <a:cubicBezTo>
                          <a:pt x="30590" y="7359"/>
                          <a:pt x="28285" y="7536"/>
                          <a:pt x="26955" y="7359"/>
                        </a:cubicBezTo>
                        <a:cubicBezTo>
                          <a:pt x="23232" y="6694"/>
                          <a:pt x="19153" y="6428"/>
                          <a:pt x="15740" y="5231"/>
                        </a:cubicBezTo>
                        <a:cubicBezTo>
                          <a:pt x="12370" y="4211"/>
                          <a:pt x="9622" y="2749"/>
                          <a:pt x="8824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43" name="Forme libre : forme 20842">
                    <a:extLst>
                      <a:ext uri="{FF2B5EF4-FFF2-40B4-BE49-F238E27FC236}">
                        <a16:creationId xmlns:a16="http://schemas.microsoft.com/office/drawing/2014/main" id="{F7CDAF7A-CF9A-4BFD-BDED-228920DE906A}"/>
                      </a:ext>
                    </a:extLst>
                  </p:cNvPr>
                  <p:cNvSpPr/>
                  <p:nvPr/>
                </p:nvSpPr>
                <p:spPr>
                  <a:xfrm>
                    <a:off x="5820868" y="1248678"/>
                    <a:ext cx="44877" cy="12499"/>
                  </a:xfrm>
                  <a:custGeom>
                    <a:avLst/>
                    <a:gdLst>
                      <a:gd name="connsiteX0" fmla="*/ 44788 w 44877"/>
                      <a:gd name="connsiteY0" fmla="*/ 5178 h 12499"/>
                      <a:gd name="connsiteX1" fmla="*/ 21735 w 44877"/>
                      <a:gd name="connsiteY1" fmla="*/ 11740 h 12499"/>
                      <a:gd name="connsiteX2" fmla="*/ 146 w 44877"/>
                      <a:gd name="connsiteY2" fmla="*/ 9213 h 12499"/>
                      <a:gd name="connsiteX3" fmla="*/ 7550 w 44877"/>
                      <a:gd name="connsiteY3" fmla="*/ 2829 h 12499"/>
                      <a:gd name="connsiteX4" fmla="*/ 20539 w 44877"/>
                      <a:gd name="connsiteY4" fmla="*/ 213 h 12499"/>
                      <a:gd name="connsiteX5" fmla="*/ 35301 w 44877"/>
                      <a:gd name="connsiteY5" fmla="*/ 524 h 12499"/>
                      <a:gd name="connsiteX6" fmla="*/ 44788 w 44877"/>
                      <a:gd name="connsiteY6" fmla="*/ 5178 h 12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877" h="12499">
                        <a:moveTo>
                          <a:pt x="44788" y="5178"/>
                        </a:moveTo>
                        <a:cubicBezTo>
                          <a:pt x="43147" y="9612"/>
                          <a:pt x="27765" y="10853"/>
                          <a:pt x="21735" y="11740"/>
                        </a:cubicBezTo>
                        <a:cubicBezTo>
                          <a:pt x="15662" y="12493"/>
                          <a:pt x="2052" y="13779"/>
                          <a:pt x="146" y="9213"/>
                        </a:cubicBezTo>
                        <a:cubicBezTo>
                          <a:pt x="-785" y="6730"/>
                          <a:pt x="2850" y="4336"/>
                          <a:pt x="7550" y="2829"/>
                        </a:cubicBezTo>
                        <a:cubicBezTo>
                          <a:pt x="12204" y="1056"/>
                          <a:pt x="17923" y="657"/>
                          <a:pt x="20539" y="213"/>
                        </a:cubicBezTo>
                        <a:cubicBezTo>
                          <a:pt x="23198" y="125"/>
                          <a:pt x="29671" y="-363"/>
                          <a:pt x="35301" y="524"/>
                        </a:cubicBezTo>
                        <a:cubicBezTo>
                          <a:pt x="40975" y="1100"/>
                          <a:pt x="45586" y="2918"/>
                          <a:pt x="44788" y="517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44" name="Forme libre : forme 20843">
                    <a:extLst>
                      <a:ext uri="{FF2B5EF4-FFF2-40B4-BE49-F238E27FC236}">
                        <a16:creationId xmlns:a16="http://schemas.microsoft.com/office/drawing/2014/main" id="{E2DE76CE-5006-40EA-B9A5-44AA7D2BC27E}"/>
                      </a:ext>
                    </a:extLst>
                  </p:cNvPr>
                  <p:cNvSpPr/>
                  <p:nvPr/>
                </p:nvSpPr>
                <p:spPr>
                  <a:xfrm>
                    <a:off x="5797449" y="1249910"/>
                    <a:ext cx="55743" cy="19533"/>
                  </a:xfrm>
                  <a:custGeom>
                    <a:avLst/>
                    <a:gdLst>
                      <a:gd name="connsiteX0" fmla="*/ 1400 w 55743"/>
                      <a:gd name="connsiteY0" fmla="*/ 14675 h 19533"/>
                      <a:gd name="connsiteX1" fmla="*/ 8759 w 55743"/>
                      <a:gd name="connsiteY1" fmla="*/ 17778 h 19533"/>
                      <a:gd name="connsiteX2" fmla="*/ 29240 w 55743"/>
                      <a:gd name="connsiteY2" fmla="*/ 19329 h 19533"/>
                      <a:gd name="connsiteX3" fmla="*/ 48657 w 55743"/>
                      <a:gd name="connsiteY3" fmla="*/ 15384 h 19533"/>
                      <a:gd name="connsiteX4" fmla="*/ 55528 w 55743"/>
                      <a:gd name="connsiteY4" fmla="*/ 8557 h 19533"/>
                      <a:gd name="connsiteX5" fmla="*/ 48612 w 55743"/>
                      <a:gd name="connsiteY5" fmla="*/ 6252 h 19533"/>
                      <a:gd name="connsiteX6" fmla="*/ 38815 w 55743"/>
                      <a:gd name="connsiteY6" fmla="*/ 4478 h 19533"/>
                      <a:gd name="connsiteX7" fmla="*/ 28752 w 55743"/>
                      <a:gd name="connsiteY7" fmla="*/ 2351 h 19533"/>
                      <a:gd name="connsiteX8" fmla="*/ 19043 w 55743"/>
                      <a:gd name="connsiteY8" fmla="*/ 178 h 19533"/>
                      <a:gd name="connsiteX9" fmla="*/ 7739 w 55743"/>
                      <a:gd name="connsiteY9" fmla="*/ 1952 h 19533"/>
                      <a:gd name="connsiteX10" fmla="*/ 1400 w 55743"/>
                      <a:gd name="connsiteY10" fmla="*/ 14675 h 19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5743" h="19533">
                        <a:moveTo>
                          <a:pt x="1400" y="14675"/>
                        </a:moveTo>
                        <a:cubicBezTo>
                          <a:pt x="3705" y="16891"/>
                          <a:pt x="5079" y="17290"/>
                          <a:pt x="8759" y="17778"/>
                        </a:cubicBezTo>
                        <a:cubicBezTo>
                          <a:pt x="15763" y="18753"/>
                          <a:pt x="21260" y="20039"/>
                          <a:pt x="29240" y="19329"/>
                        </a:cubicBezTo>
                        <a:cubicBezTo>
                          <a:pt x="35934" y="19019"/>
                          <a:pt x="43115" y="17379"/>
                          <a:pt x="48657" y="15384"/>
                        </a:cubicBezTo>
                        <a:cubicBezTo>
                          <a:pt x="52735" y="13744"/>
                          <a:pt x="56725" y="11350"/>
                          <a:pt x="55528" y="8557"/>
                        </a:cubicBezTo>
                        <a:cubicBezTo>
                          <a:pt x="54774" y="6739"/>
                          <a:pt x="51361" y="6828"/>
                          <a:pt x="48612" y="6252"/>
                        </a:cubicBezTo>
                        <a:cubicBezTo>
                          <a:pt x="45332" y="5454"/>
                          <a:pt x="42096" y="5055"/>
                          <a:pt x="38815" y="4478"/>
                        </a:cubicBezTo>
                        <a:cubicBezTo>
                          <a:pt x="35535" y="3813"/>
                          <a:pt x="32210" y="3326"/>
                          <a:pt x="28752" y="2351"/>
                        </a:cubicBezTo>
                        <a:cubicBezTo>
                          <a:pt x="25782" y="1464"/>
                          <a:pt x="22590" y="577"/>
                          <a:pt x="19043" y="178"/>
                        </a:cubicBezTo>
                        <a:cubicBezTo>
                          <a:pt x="15497" y="-309"/>
                          <a:pt x="11685" y="178"/>
                          <a:pt x="7739" y="1952"/>
                        </a:cubicBezTo>
                        <a:cubicBezTo>
                          <a:pt x="646" y="5321"/>
                          <a:pt x="-1836" y="11704"/>
                          <a:pt x="1400" y="1467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45" name="Forme libre : forme 20844">
                    <a:extLst>
                      <a:ext uri="{FF2B5EF4-FFF2-40B4-BE49-F238E27FC236}">
                        <a16:creationId xmlns:a16="http://schemas.microsoft.com/office/drawing/2014/main" id="{0CC3619A-9A57-411D-B803-244EC6E7A433}"/>
                      </a:ext>
                    </a:extLst>
                  </p:cNvPr>
                  <p:cNvSpPr/>
                  <p:nvPr/>
                </p:nvSpPr>
                <p:spPr>
                  <a:xfrm>
                    <a:off x="5807266" y="1246660"/>
                    <a:ext cx="17723" cy="9637"/>
                  </a:xfrm>
                  <a:custGeom>
                    <a:avLst/>
                    <a:gdLst>
                      <a:gd name="connsiteX0" fmla="*/ 1336 w 17723"/>
                      <a:gd name="connsiteY0" fmla="*/ 7285 h 9637"/>
                      <a:gd name="connsiteX1" fmla="*/ 6 w 17723"/>
                      <a:gd name="connsiteY1" fmla="*/ 8970 h 9637"/>
                      <a:gd name="connsiteX2" fmla="*/ 1691 w 17723"/>
                      <a:gd name="connsiteY2" fmla="*/ 9591 h 9637"/>
                      <a:gd name="connsiteX3" fmla="*/ 4971 w 17723"/>
                      <a:gd name="connsiteY3" fmla="*/ 8527 h 9637"/>
                      <a:gd name="connsiteX4" fmla="*/ 12862 w 17723"/>
                      <a:gd name="connsiteY4" fmla="*/ 5291 h 9637"/>
                      <a:gd name="connsiteX5" fmla="*/ 15655 w 17723"/>
                      <a:gd name="connsiteY5" fmla="*/ 3828 h 9637"/>
                      <a:gd name="connsiteX6" fmla="*/ 12951 w 17723"/>
                      <a:gd name="connsiteY6" fmla="*/ 459 h 9637"/>
                      <a:gd name="connsiteX7" fmla="*/ 1336 w 17723"/>
                      <a:gd name="connsiteY7" fmla="*/ 7285 h 9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723" h="9637">
                        <a:moveTo>
                          <a:pt x="1336" y="7285"/>
                        </a:moveTo>
                        <a:cubicBezTo>
                          <a:pt x="627" y="7906"/>
                          <a:pt x="95" y="8349"/>
                          <a:pt x="6" y="8970"/>
                        </a:cubicBezTo>
                        <a:cubicBezTo>
                          <a:pt x="-82" y="9591"/>
                          <a:pt x="760" y="9724"/>
                          <a:pt x="1691" y="9591"/>
                        </a:cubicBezTo>
                        <a:cubicBezTo>
                          <a:pt x="2666" y="9458"/>
                          <a:pt x="3996" y="8970"/>
                          <a:pt x="4971" y="8527"/>
                        </a:cubicBezTo>
                        <a:cubicBezTo>
                          <a:pt x="7543" y="7374"/>
                          <a:pt x="10424" y="6488"/>
                          <a:pt x="12862" y="5291"/>
                        </a:cubicBezTo>
                        <a:cubicBezTo>
                          <a:pt x="13882" y="4803"/>
                          <a:pt x="14857" y="4360"/>
                          <a:pt x="15655" y="3828"/>
                        </a:cubicBezTo>
                        <a:cubicBezTo>
                          <a:pt x="18980" y="1611"/>
                          <a:pt x="18448" y="-1093"/>
                          <a:pt x="12951" y="459"/>
                        </a:cubicBezTo>
                        <a:cubicBezTo>
                          <a:pt x="8784" y="1788"/>
                          <a:pt x="4218" y="4626"/>
                          <a:pt x="1336" y="7285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46" name="Forme libre : forme 20845">
                    <a:extLst>
                      <a:ext uri="{FF2B5EF4-FFF2-40B4-BE49-F238E27FC236}">
                        <a16:creationId xmlns:a16="http://schemas.microsoft.com/office/drawing/2014/main" id="{EB564F35-25D7-4423-838F-27DC47939026}"/>
                      </a:ext>
                    </a:extLst>
                  </p:cNvPr>
                  <p:cNvSpPr/>
                  <p:nvPr/>
                </p:nvSpPr>
                <p:spPr>
                  <a:xfrm>
                    <a:off x="5851780" y="1256206"/>
                    <a:ext cx="27219" cy="12324"/>
                  </a:xfrm>
                  <a:custGeom>
                    <a:avLst/>
                    <a:gdLst>
                      <a:gd name="connsiteX0" fmla="*/ 27219 w 27219"/>
                      <a:gd name="connsiteY0" fmla="*/ 0 h 12324"/>
                      <a:gd name="connsiteX1" fmla="*/ 0 w 27219"/>
                      <a:gd name="connsiteY1" fmla="*/ 12324 h 12324"/>
                      <a:gd name="connsiteX2" fmla="*/ 27219 w 27219"/>
                      <a:gd name="connsiteY2" fmla="*/ 0 h 12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219" h="12324">
                        <a:moveTo>
                          <a:pt x="27219" y="0"/>
                        </a:moveTo>
                        <a:cubicBezTo>
                          <a:pt x="22564" y="6118"/>
                          <a:pt x="8245" y="9354"/>
                          <a:pt x="0" y="12324"/>
                        </a:cubicBezTo>
                        <a:cubicBezTo>
                          <a:pt x="8999" y="9265"/>
                          <a:pt x="19550" y="4300"/>
                          <a:pt x="2721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47" name="Forme libre : forme 20846">
                    <a:extLst>
                      <a:ext uri="{FF2B5EF4-FFF2-40B4-BE49-F238E27FC236}">
                        <a16:creationId xmlns:a16="http://schemas.microsoft.com/office/drawing/2014/main" id="{38846544-96A9-4CD1-B791-679892349E2A}"/>
                      </a:ext>
                    </a:extLst>
                  </p:cNvPr>
                  <p:cNvSpPr/>
                  <p:nvPr/>
                </p:nvSpPr>
                <p:spPr>
                  <a:xfrm>
                    <a:off x="5787234" y="1240646"/>
                    <a:ext cx="27839" cy="23273"/>
                  </a:xfrm>
                  <a:custGeom>
                    <a:avLst/>
                    <a:gdLst>
                      <a:gd name="connsiteX0" fmla="*/ 27840 w 27839"/>
                      <a:gd name="connsiteY0" fmla="*/ 0 h 23273"/>
                      <a:gd name="connsiteX1" fmla="*/ 0 w 27839"/>
                      <a:gd name="connsiteY1" fmla="*/ 23274 h 23273"/>
                      <a:gd name="connsiteX2" fmla="*/ 11260 w 27839"/>
                      <a:gd name="connsiteY2" fmla="*/ 10285 h 23273"/>
                      <a:gd name="connsiteX3" fmla="*/ 19373 w 27839"/>
                      <a:gd name="connsiteY3" fmla="*/ 4566 h 23273"/>
                      <a:gd name="connsiteX4" fmla="*/ 27840 w 27839"/>
                      <a:gd name="connsiteY4" fmla="*/ 0 h 23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39" h="23273">
                        <a:moveTo>
                          <a:pt x="27840" y="0"/>
                        </a:moveTo>
                        <a:cubicBezTo>
                          <a:pt x="14186" y="4389"/>
                          <a:pt x="4876" y="14408"/>
                          <a:pt x="0" y="23274"/>
                        </a:cubicBezTo>
                        <a:cubicBezTo>
                          <a:pt x="2172" y="19107"/>
                          <a:pt x="6118" y="14319"/>
                          <a:pt x="11260" y="10285"/>
                        </a:cubicBezTo>
                        <a:cubicBezTo>
                          <a:pt x="13743" y="8113"/>
                          <a:pt x="16535" y="6295"/>
                          <a:pt x="19373" y="4566"/>
                        </a:cubicBezTo>
                        <a:cubicBezTo>
                          <a:pt x="22210" y="2749"/>
                          <a:pt x="25091" y="1286"/>
                          <a:pt x="2784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48" name="Forme libre : forme 20847">
                    <a:extLst>
                      <a:ext uri="{FF2B5EF4-FFF2-40B4-BE49-F238E27FC236}">
                        <a16:creationId xmlns:a16="http://schemas.microsoft.com/office/drawing/2014/main" id="{6FF4A509-9C9F-4CDC-B4C7-3833D9BE35A6}"/>
                      </a:ext>
                    </a:extLst>
                  </p:cNvPr>
                  <p:cNvSpPr/>
                  <p:nvPr/>
                </p:nvSpPr>
                <p:spPr>
                  <a:xfrm>
                    <a:off x="5835925" y="1248733"/>
                    <a:ext cx="17035" cy="3728"/>
                  </a:xfrm>
                  <a:custGeom>
                    <a:avLst/>
                    <a:gdLst>
                      <a:gd name="connsiteX0" fmla="*/ 16919 w 17035"/>
                      <a:gd name="connsiteY0" fmla="*/ 2375 h 3728"/>
                      <a:gd name="connsiteX1" fmla="*/ 7077 w 17035"/>
                      <a:gd name="connsiteY1" fmla="*/ 3661 h 3728"/>
                      <a:gd name="connsiteX2" fmla="*/ 117 w 17035"/>
                      <a:gd name="connsiteY2" fmla="*/ 1710 h 3728"/>
                      <a:gd name="connsiteX3" fmla="*/ 9516 w 17035"/>
                      <a:gd name="connsiteY3" fmla="*/ 114 h 3728"/>
                      <a:gd name="connsiteX4" fmla="*/ 16919 w 17035"/>
                      <a:gd name="connsiteY4" fmla="*/ 2375 h 3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35" h="3728">
                        <a:moveTo>
                          <a:pt x="16919" y="2375"/>
                        </a:moveTo>
                        <a:cubicBezTo>
                          <a:pt x="15855" y="3882"/>
                          <a:pt x="9161" y="3794"/>
                          <a:pt x="7077" y="3661"/>
                        </a:cubicBezTo>
                        <a:cubicBezTo>
                          <a:pt x="4994" y="3572"/>
                          <a:pt x="-902" y="3572"/>
                          <a:pt x="117" y="1710"/>
                        </a:cubicBezTo>
                        <a:cubicBezTo>
                          <a:pt x="1137" y="-196"/>
                          <a:pt x="7521" y="-108"/>
                          <a:pt x="9516" y="114"/>
                        </a:cubicBezTo>
                        <a:cubicBezTo>
                          <a:pt x="11466" y="158"/>
                          <a:pt x="17983" y="646"/>
                          <a:pt x="16919" y="237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49" name="Forme libre : forme 20848">
                    <a:extLst>
                      <a:ext uri="{FF2B5EF4-FFF2-40B4-BE49-F238E27FC236}">
                        <a16:creationId xmlns:a16="http://schemas.microsoft.com/office/drawing/2014/main" id="{69C09BEE-FDF8-487E-B2BB-FDEE327EFB47}"/>
                      </a:ext>
                    </a:extLst>
                  </p:cNvPr>
                  <p:cNvSpPr/>
                  <p:nvPr/>
                </p:nvSpPr>
                <p:spPr>
                  <a:xfrm>
                    <a:off x="5850657" y="1249946"/>
                    <a:ext cx="4816" cy="1516"/>
                  </a:xfrm>
                  <a:custGeom>
                    <a:avLst/>
                    <a:gdLst>
                      <a:gd name="connsiteX0" fmla="*/ 4802 w 4816"/>
                      <a:gd name="connsiteY0" fmla="*/ 719 h 1516"/>
                      <a:gd name="connsiteX1" fmla="*/ 2630 w 4816"/>
                      <a:gd name="connsiteY1" fmla="*/ 1517 h 1516"/>
                      <a:gd name="connsiteX2" fmla="*/ 15 w 4816"/>
                      <a:gd name="connsiteY2" fmla="*/ 808 h 1516"/>
                      <a:gd name="connsiteX3" fmla="*/ 2143 w 4816"/>
                      <a:gd name="connsiteY3" fmla="*/ 10 h 1516"/>
                      <a:gd name="connsiteX4" fmla="*/ 4802 w 4816"/>
                      <a:gd name="connsiteY4" fmla="*/ 719 h 1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16" h="1516">
                        <a:moveTo>
                          <a:pt x="4802" y="719"/>
                        </a:moveTo>
                        <a:cubicBezTo>
                          <a:pt x="4980" y="1340"/>
                          <a:pt x="3428" y="1517"/>
                          <a:pt x="2630" y="1517"/>
                        </a:cubicBezTo>
                        <a:cubicBezTo>
                          <a:pt x="1832" y="1517"/>
                          <a:pt x="192" y="1428"/>
                          <a:pt x="15" y="808"/>
                        </a:cubicBezTo>
                        <a:cubicBezTo>
                          <a:pt x="-163" y="143"/>
                          <a:pt x="1300" y="10"/>
                          <a:pt x="2143" y="10"/>
                        </a:cubicBezTo>
                        <a:cubicBezTo>
                          <a:pt x="2941" y="-35"/>
                          <a:pt x="4625" y="54"/>
                          <a:pt x="4802" y="7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50" name="Forme libre : forme 20849">
                    <a:extLst>
                      <a:ext uri="{FF2B5EF4-FFF2-40B4-BE49-F238E27FC236}">
                        <a16:creationId xmlns:a16="http://schemas.microsoft.com/office/drawing/2014/main" id="{49EC2349-AAB3-4E82-AD97-5EB593C4A0F5}"/>
                      </a:ext>
                    </a:extLst>
                  </p:cNvPr>
                  <p:cNvSpPr/>
                  <p:nvPr/>
                </p:nvSpPr>
                <p:spPr>
                  <a:xfrm>
                    <a:off x="5834504" y="1237413"/>
                    <a:ext cx="42976" cy="16903"/>
                  </a:xfrm>
                  <a:custGeom>
                    <a:avLst/>
                    <a:gdLst>
                      <a:gd name="connsiteX0" fmla="*/ 32969 w 42976"/>
                      <a:gd name="connsiteY0" fmla="*/ 6868 h 16903"/>
                      <a:gd name="connsiteX1" fmla="*/ 42766 w 42976"/>
                      <a:gd name="connsiteY1" fmla="*/ 14493 h 16903"/>
                      <a:gd name="connsiteX2" fmla="*/ 39663 w 42976"/>
                      <a:gd name="connsiteY2" fmla="*/ 16887 h 16903"/>
                      <a:gd name="connsiteX3" fmla="*/ 34831 w 42976"/>
                      <a:gd name="connsiteY3" fmla="*/ 14892 h 16903"/>
                      <a:gd name="connsiteX4" fmla="*/ 20024 w 42976"/>
                      <a:gd name="connsiteY4" fmla="*/ 8464 h 16903"/>
                      <a:gd name="connsiteX5" fmla="*/ 7833 w 42976"/>
                      <a:gd name="connsiteY5" fmla="*/ 6558 h 16903"/>
                      <a:gd name="connsiteX6" fmla="*/ 297 w 42976"/>
                      <a:gd name="connsiteY6" fmla="*/ 3056 h 16903"/>
                      <a:gd name="connsiteX7" fmla="*/ 23039 w 42976"/>
                      <a:gd name="connsiteY7" fmla="*/ 1416 h 16903"/>
                      <a:gd name="connsiteX8" fmla="*/ 32969 w 42976"/>
                      <a:gd name="connsiteY8" fmla="*/ 6868 h 16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976" h="16903">
                        <a:moveTo>
                          <a:pt x="32969" y="6868"/>
                        </a:moveTo>
                        <a:cubicBezTo>
                          <a:pt x="37402" y="9174"/>
                          <a:pt x="40505" y="11213"/>
                          <a:pt x="42766" y="14493"/>
                        </a:cubicBezTo>
                        <a:cubicBezTo>
                          <a:pt x="43608" y="15734"/>
                          <a:pt x="41791" y="17064"/>
                          <a:pt x="39663" y="16887"/>
                        </a:cubicBezTo>
                        <a:cubicBezTo>
                          <a:pt x="37491" y="16754"/>
                          <a:pt x="36250" y="15734"/>
                          <a:pt x="34831" y="14892"/>
                        </a:cubicBezTo>
                        <a:cubicBezTo>
                          <a:pt x="30487" y="12188"/>
                          <a:pt x="25654" y="10104"/>
                          <a:pt x="20024" y="8464"/>
                        </a:cubicBezTo>
                        <a:cubicBezTo>
                          <a:pt x="18296" y="7844"/>
                          <a:pt x="12710" y="7312"/>
                          <a:pt x="7833" y="6558"/>
                        </a:cubicBezTo>
                        <a:cubicBezTo>
                          <a:pt x="3001" y="5893"/>
                          <a:pt x="-1166" y="5095"/>
                          <a:pt x="297" y="3056"/>
                        </a:cubicBezTo>
                        <a:cubicBezTo>
                          <a:pt x="3312" y="-1200"/>
                          <a:pt x="18340" y="-269"/>
                          <a:pt x="23039" y="1416"/>
                        </a:cubicBezTo>
                        <a:cubicBezTo>
                          <a:pt x="27871" y="2790"/>
                          <a:pt x="29600" y="5139"/>
                          <a:pt x="32969" y="6868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748" name="Graphique 2">
                  <a:extLst>
                    <a:ext uri="{FF2B5EF4-FFF2-40B4-BE49-F238E27FC236}">
                      <a16:creationId xmlns:a16="http://schemas.microsoft.com/office/drawing/2014/main" id="{367044E6-E7B6-494F-A3EC-287D5909C990}"/>
                    </a:ext>
                  </a:extLst>
                </p:cNvPr>
                <p:cNvGrpSpPr/>
                <p:nvPr/>
              </p:nvGrpSpPr>
              <p:grpSpPr>
                <a:xfrm>
                  <a:off x="5881891" y="1243616"/>
                  <a:ext cx="90566" cy="54706"/>
                  <a:chOff x="5881891" y="1243616"/>
                  <a:chExt cx="90566" cy="54706"/>
                </a:xfrm>
                <a:solidFill>
                  <a:schemeClr val="accent1"/>
                </a:solidFill>
              </p:grpSpPr>
              <p:sp>
                <p:nvSpPr>
                  <p:cNvPr id="20827" name="Forme libre : forme 20826">
                    <a:extLst>
                      <a:ext uri="{FF2B5EF4-FFF2-40B4-BE49-F238E27FC236}">
                        <a16:creationId xmlns:a16="http://schemas.microsoft.com/office/drawing/2014/main" id="{E5C4647C-19B8-4CEF-B467-B870953672F7}"/>
                      </a:ext>
                    </a:extLst>
                  </p:cNvPr>
                  <p:cNvSpPr/>
                  <p:nvPr/>
                </p:nvSpPr>
                <p:spPr>
                  <a:xfrm>
                    <a:off x="5881891" y="1243616"/>
                    <a:ext cx="90566" cy="54706"/>
                  </a:xfrm>
                  <a:custGeom>
                    <a:avLst/>
                    <a:gdLst>
                      <a:gd name="connsiteX0" fmla="*/ 52788 w 90566"/>
                      <a:gd name="connsiteY0" fmla="*/ 49606 h 54706"/>
                      <a:gd name="connsiteX1" fmla="*/ 46138 w 90566"/>
                      <a:gd name="connsiteY1" fmla="*/ 46237 h 54706"/>
                      <a:gd name="connsiteX2" fmla="*/ 38425 w 90566"/>
                      <a:gd name="connsiteY2" fmla="*/ 42158 h 54706"/>
                      <a:gd name="connsiteX3" fmla="*/ 24904 w 90566"/>
                      <a:gd name="connsiteY3" fmla="*/ 35376 h 54706"/>
                      <a:gd name="connsiteX4" fmla="*/ 17013 w 90566"/>
                      <a:gd name="connsiteY4" fmla="*/ 30898 h 54706"/>
                      <a:gd name="connsiteX5" fmla="*/ 10984 w 90566"/>
                      <a:gd name="connsiteY5" fmla="*/ 26155 h 54706"/>
                      <a:gd name="connsiteX6" fmla="*/ 5975 w 90566"/>
                      <a:gd name="connsiteY6" fmla="*/ 20746 h 54706"/>
                      <a:gd name="connsiteX7" fmla="*/ 1231 w 90566"/>
                      <a:gd name="connsiteY7" fmla="*/ 14762 h 54706"/>
                      <a:gd name="connsiteX8" fmla="*/ 3226 w 90566"/>
                      <a:gd name="connsiteY8" fmla="*/ 4920 h 54706"/>
                      <a:gd name="connsiteX9" fmla="*/ 10851 w 90566"/>
                      <a:gd name="connsiteY9" fmla="*/ 1596 h 54706"/>
                      <a:gd name="connsiteX10" fmla="*/ 19274 w 90566"/>
                      <a:gd name="connsiteY10" fmla="*/ 88 h 54706"/>
                      <a:gd name="connsiteX11" fmla="*/ 39400 w 90566"/>
                      <a:gd name="connsiteY11" fmla="*/ 3369 h 54706"/>
                      <a:gd name="connsiteX12" fmla="*/ 54561 w 90566"/>
                      <a:gd name="connsiteY12" fmla="*/ 10373 h 54706"/>
                      <a:gd name="connsiteX13" fmla="*/ 68304 w 90566"/>
                      <a:gd name="connsiteY13" fmla="*/ 18175 h 54706"/>
                      <a:gd name="connsiteX14" fmla="*/ 88563 w 90566"/>
                      <a:gd name="connsiteY14" fmla="*/ 39853 h 54706"/>
                      <a:gd name="connsiteX15" fmla="*/ 88829 w 90566"/>
                      <a:gd name="connsiteY15" fmla="*/ 49739 h 54706"/>
                      <a:gd name="connsiteX16" fmla="*/ 81470 w 90566"/>
                      <a:gd name="connsiteY16" fmla="*/ 53463 h 54706"/>
                      <a:gd name="connsiteX17" fmla="*/ 72648 w 90566"/>
                      <a:gd name="connsiteY17" fmla="*/ 54704 h 54706"/>
                      <a:gd name="connsiteX18" fmla="*/ 52788 w 90566"/>
                      <a:gd name="connsiteY18" fmla="*/ 49606 h 54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0566" h="54706">
                        <a:moveTo>
                          <a:pt x="52788" y="49606"/>
                        </a:moveTo>
                        <a:cubicBezTo>
                          <a:pt x="50971" y="48764"/>
                          <a:pt x="48710" y="47611"/>
                          <a:pt x="46138" y="46237"/>
                        </a:cubicBezTo>
                        <a:cubicBezTo>
                          <a:pt x="43745" y="44951"/>
                          <a:pt x="41085" y="43577"/>
                          <a:pt x="38425" y="42158"/>
                        </a:cubicBezTo>
                        <a:cubicBezTo>
                          <a:pt x="33238" y="39454"/>
                          <a:pt x="28140" y="36927"/>
                          <a:pt x="24904" y="35376"/>
                        </a:cubicBezTo>
                        <a:cubicBezTo>
                          <a:pt x="21889" y="33913"/>
                          <a:pt x="19318" y="32317"/>
                          <a:pt x="17013" y="30898"/>
                        </a:cubicBezTo>
                        <a:cubicBezTo>
                          <a:pt x="14752" y="29391"/>
                          <a:pt x="12802" y="27706"/>
                          <a:pt x="10984" y="26155"/>
                        </a:cubicBezTo>
                        <a:cubicBezTo>
                          <a:pt x="9166" y="24559"/>
                          <a:pt x="7571" y="22653"/>
                          <a:pt x="5975" y="20746"/>
                        </a:cubicBezTo>
                        <a:cubicBezTo>
                          <a:pt x="4379" y="18929"/>
                          <a:pt x="2827" y="16934"/>
                          <a:pt x="1231" y="14762"/>
                        </a:cubicBezTo>
                        <a:cubicBezTo>
                          <a:pt x="-985" y="11747"/>
                          <a:pt x="-143" y="6738"/>
                          <a:pt x="3226" y="4920"/>
                        </a:cubicBezTo>
                        <a:cubicBezTo>
                          <a:pt x="5664" y="3635"/>
                          <a:pt x="8191" y="2438"/>
                          <a:pt x="10851" y="1596"/>
                        </a:cubicBezTo>
                        <a:cubicBezTo>
                          <a:pt x="13511" y="842"/>
                          <a:pt x="16304" y="354"/>
                          <a:pt x="19274" y="88"/>
                        </a:cubicBezTo>
                        <a:cubicBezTo>
                          <a:pt x="25214" y="-311"/>
                          <a:pt x="31908" y="620"/>
                          <a:pt x="39400" y="3369"/>
                        </a:cubicBezTo>
                        <a:cubicBezTo>
                          <a:pt x="43390" y="4876"/>
                          <a:pt x="49197" y="7492"/>
                          <a:pt x="54561" y="10373"/>
                        </a:cubicBezTo>
                        <a:cubicBezTo>
                          <a:pt x="60014" y="13254"/>
                          <a:pt x="65068" y="16225"/>
                          <a:pt x="68304" y="18175"/>
                        </a:cubicBezTo>
                        <a:cubicBezTo>
                          <a:pt x="80584" y="25534"/>
                          <a:pt x="82756" y="31829"/>
                          <a:pt x="88563" y="39853"/>
                        </a:cubicBezTo>
                        <a:cubicBezTo>
                          <a:pt x="90514" y="42646"/>
                          <a:pt x="91755" y="47434"/>
                          <a:pt x="88829" y="49739"/>
                        </a:cubicBezTo>
                        <a:cubicBezTo>
                          <a:pt x="86746" y="51202"/>
                          <a:pt x="84219" y="52620"/>
                          <a:pt x="81470" y="53463"/>
                        </a:cubicBezTo>
                        <a:cubicBezTo>
                          <a:pt x="78855" y="54172"/>
                          <a:pt x="75707" y="54748"/>
                          <a:pt x="72648" y="54704"/>
                        </a:cubicBezTo>
                        <a:cubicBezTo>
                          <a:pt x="66442" y="54704"/>
                          <a:pt x="59748" y="52886"/>
                          <a:pt x="52788" y="4960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28" name="Forme libre : forme 20827">
                    <a:extLst>
                      <a:ext uri="{FF2B5EF4-FFF2-40B4-BE49-F238E27FC236}">
                        <a16:creationId xmlns:a16="http://schemas.microsoft.com/office/drawing/2014/main" id="{4A76CF55-CAEA-49E9-A2FF-6ED93AA5B02D}"/>
                      </a:ext>
                    </a:extLst>
                  </p:cNvPr>
                  <p:cNvSpPr/>
                  <p:nvPr/>
                </p:nvSpPr>
                <p:spPr>
                  <a:xfrm>
                    <a:off x="5881912" y="1253989"/>
                    <a:ext cx="88941" cy="44252"/>
                  </a:xfrm>
                  <a:custGeom>
                    <a:avLst/>
                    <a:gdLst>
                      <a:gd name="connsiteX0" fmla="*/ 34281 w 88941"/>
                      <a:gd name="connsiteY0" fmla="*/ 15427 h 44252"/>
                      <a:gd name="connsiteX1" fmla="*/ 13 w 88941"/>
                      <a:gd name="connsiteY1" fmla="*/ 0 h 44252"/>
                      <a:gd name="connsiteX2" fmla="*/ 1210 w 88941"/>
                      <a:gd name="connsiteY2" fmla="*/ 4344 h 44252"/>
                      <a:gd name="connsiteX3" fmla="*/ 4491 w 88941"/>
                      <a:gd name="connsiteY3" fmla="*/ 8600 h 44252"/>
                      <a:gd name="connsiteX4" fmla="*/ 9367 w 88941"/>
                      <a:gd name="connsiteY4" fmla="*/ 14142 h 44252"/>
                      <a:gd name="connsiteX5" fmla="*/ 15041 w 88941"/>
                      <a:gd name="connsiteY5" fmla="*/ 19062 h 44252"/>
                      <a:gd name="connsiteX6" fmla="*/ 19519 w 88941"/>
                      <a:gd name="connsiteY6" fmla="*/ 21988 h 44252"/>
                      <a:gd name="connsiteX7" fmla="*/ 24883 w 88941"/>
                      <a:gd name="connsiteY7" fmla="*/ 24958 h 44252"/>
                      <a:gd name="connsiteX8" fmla="*/ 29139 w 88941"/>
                      <a:gd name="connsiteY8" fmla="*/ 27042 h 44252"/>
                      <a:gd name="connsiteX9" fmla="*/ 50506 w 88941"/>
                      <a:gd name="connsiteY9" fmla="*/ 38080 h 44252"/>
                      <a:gd name="connsiteX10" fmla="*/ 52723 w 88941"/>
                      <a:gd name="connsiteY10" fmla="*/ 39189 h 44252"/>
                      <a:gd name="connsiteX11" fmla="*/ 59993 w 88941"/>
                      <a:gd name="connsiteY11" fmla="*/ 42114 h 44252"/>
                      <a:gd name="connsiteX12" fmla="*/ 67042 w 88941"/>
                      <a:gd name="connsiteY12" fmla="*/ 43843 h 44252"/>
                      <a:gd name="connsiteX13" fmla="*/ 84375 w 88941"/>
                      <a:gd name="connsiteY13" fmla="*/ 41937 h 44252"/>
                      <a:gd name="connsiteX14" fmla="*/ 88808 w 88941"/>
                      <a:gd name="connsiteY14" fmla="*/ 39366 h 44252"/>
                      <a:gd name="connsiteX15" fmla="*/ 88941 w 88941"/>
                      <a:gd name="connsiteY15" fmla="*/ 39233 h 44252"/>
                      <a:gd name="connsiteX16" fmla="*/ 60126 w 88941"/>
                      <a:gd name="connsiteY16" fmla="*/ 28283 h 44252"/>
                      <a:gd name="connsiteX17" fmla="*/ 34281 w 88941"/>
                      <a:gd name="connsiteY17" fmla="*/ 15427 h 44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8941" h="44252">
                        <a:moveTo>
                          <a:pt x="34281" y="15427"/>
                        </a:moveTo>
                        <a:cubicBezTo>
                          <a:pt x="22179" y="10551"/>
                          <a:pt x="9544" y="6384"/>
                          <a:pt x="13" y="0"/>
                        </a:cubicBezTo>
                        <a:cubicBezTo>
                          <a:pt x="-75" y="1552"/>
                          <a:pt x="279" y="3103"/>
                          <a:pt x="1210" y="4344"/>
                        </a:cubicBezTo>
                        <a:cubicBezTo>
                          <a:pt x="2318" y="5852"/>
                          <a:pt x="3382" y="7270"/>
                          <a:pt x="4491" y="8600"/>
                        </a:cubicBezTo>
                        <a:cubicBezTo>
                          <a:pt x="6086" y="10462"/>
                          <a:pt x="7638" y="12413"/>
                          <a:pt x="9367" y="14142"/>
                        </a:cubicBezTo>
                        <a:cubicBezTo>
                          <a:pt x="11052" y="15959"/>
                          <a:pt x="12958" y="17333"/>
                          <a:pt x="15041" y="19062"/>
                        </a:cubicBezTo>
                        <a:cubicBezTo>
                          <a:pt x="16416" y="20082"/>
                          <a:pt x="17879" y="21057"/>
                          <a:pt x="19519" y="21988"/>
                        </a:cubicBezTo>
                        <a:cubicBezTo>
                          <a:pt x="21159" y="22963"/>
                          <a:pt x="22932" y="24027"/>
                          <a:pt x="24883" y="24958"/>
                        </a:cubicBezTo>
                        <a:cubicBezTo>
                          <a:pt x="26080" y="25490"/>
                          <a:pt x="27543" y="26244"/>
                          <a:pt x="29139" y="27042"/>
                        </a:cubicBezTo>
                        <a:cubicBezTo>
                          <a:pt x="35434" y="30012"/>
                          <a:pt x="44211" y="34844"/>
                          <a:pt x="50506" y="38080"/>
                        </a:cubicBezTo>
                        <a:cubicBezTo>
                          <a:pt x="51304" y="38479"/>
                          <a:pt x="52058" y="38834"/>
                          <a:pt x="52723" y="39189"/>
                        </a:cubicBezTo>
                        <a:cubicBezTo>
                          <a:pt x="55250" y="40341"/>
                          <a:pt x="57599" y="41316"/>
                          <a:pt x="59993" y="42114"/>
                        </a:cubicBezTo>
                        <a:cubicBezTo>
                          <a:pt x="62475" y="42868"/>
                          <a:pt x="64781" y="43489"/>
                          <a:pt x="67042" y="43843"/>
                        </a:cubicBezTo>
                        <a:cubicBezTo>
                          <a:pt x="73514" y="44774"/>
                          <a:pt x="79366" y="44109"/>
                          <a:pt x="84375" y="41937"/>
                        </a:cubicBezTo>
                        <a:cubicBezTo>
                          <a:pt x="86015" y="41184"/>
                          <a:pt x="87478" y="40341"/>
                          <a:pt x="88808" y="39366"/>
                        </a:cubicBezTo>
                        <a:lnTo>
                          <a:pt x="88941" y="39233"/>
                        </a:lnTo>
                        <a:cubicBezTo>
                          <a:pt x="78213" y="37947"/>
                          <a:pt x="68859" y="32938"/>
                          <a:pt x="60126" y="28283"/>
                        </a:cubicBezTo>
                        <a:cubicBezTo>
                          <a:pt x="51437" y="23495"/>
                          <a:pt x="42970" y="18796"/>
                          <a:pt x="34281" y="1542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29" name="Forme libre : forme 20828">
                    <a:extLst>
                      <a:ext uri="{FF2B5EF4-FFF2-40B4-BE49-F238E27FC236}">
                        <a16:creationId xmlns:a16="http://schemas.microsoft.com/office/drawing/2014/main" id="{C7C0A6EA-386C-4F32-BC09-147215572D1F}"/>
                      </a:ext>
                    </a:extLst>
                  </p:cNvPr>
                  <p:cNvSpPr/>
                  <p:nvPr/>
                </p:nvSpPr>
                <p:spPr>
                  <a:xfrm>
                    <a:off x="5914214" y="1261769"/>
                    <a:ext cx="40454" cy="24232"/>
                  </a:xfrm>
                  <a:custGeom>
                    <a:avLst/>
                    <a:gdLst>
                      <a:gd name="connsiteX0" fmla="*/ 40326 w 40454"/>
                      <a:gd name="connsiteY0" fmla="*/ 22809 h 24232"/>
                      <a:gd name="connsiteX1" fmla="*/ 29642 w 40454"/>
                      <a:gd name="connsiteY1" fmla="*/ 22676 h 24232"/>
                      <a:gd name="connsiteX2" fmla="*/ 16653 w 40454"/>
                      <a:gd name="connsiteY2" fmla="*/ 16913 h 24232"/>
                      <a:gd name="connsiteX3" fmla="*/ 5836 w 40454"/>
                      <a:gd name="connsiteY3" fmla="*/ 9909 h 24232"/>
                      <a:gd name="connsiteX4" fmla="*/ 162 w 40454"/>
                      <a:gd name="connsiteY4" fmla="*/ 1752 h 24232"/>
                      <a:gd name="connsiteX5" fmla="*/ 10048 w 40454"/>
                      <a:gd name="connsiteY5" fmla="*/ 1176 h 24232"/>
                      <a:gd name="connsiteX6" fmla="*/ 22017 w 40454"/>
                      <a:gd name="connsiteY6" fmla="*/ 6717 h 24232"/>
                      <a:gd name="connsiteX7" fmla="*/ 33632 w 40454"/>
                      <a:gd name="connsiteY7" fmla="*/ 14386 h 24232"/>
                      <a:gd name="connsiteX8" fmla="*/ 40326 w 40454"/>
                      <a:gd name="connsiteY8" fmla="*/ 22809 h 24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454" h="24232">
                        <a:moveTo>
                          <a:pt x="40326" y="22809"/>
                        </a:moveTo>
                        <a:cubicBezTo>
                          <a:pt x="39528" y="24981"/>
                          <a:pt x="34696" y="24449"/>
                          <a:pt x="29642" y="22676"/>
                        </a:cubicBezTo>
                        <a:cubicBezTo>
                          <a:pt x="24544" y="20991"/>
                          <a:pt x="19268" y="18243"/>
                          <a:pt x="16653" y="16913"/>
                        </a:cubicBezTo>
                        <a:cubicBezTo>
                          <a:pt x="14037" y="15494"/>
                          <a:pt x="9516" y="12790"/>
                          <a:pt x="5836" y="9909"/>
                        </a:cubicBezTo>
                        <a:cubicBezTo>
                          <a:pt x="2157" y="7160"/>
                          <a:pt x="-725" y="4101"/>
                          <a:pt x="162" y="1752"/>
                        </a:cubicBezTo>
                        <a:cubicBezTo>
                          <a:pt x="1093" y="-686"/>
                          <a:pt x="5348" y="-287"/>
                          <a:pt x="10048" y="1176"/>
                        </a:cubicBezTo>
                        <a:cubicBezTo>
                          <a:pt x="14702" y="2683"/>
                          <a:pt x="19623" y="5254"/>
                          <a:pt x="22017" y="6717"/>
                        </a:cubicBezTo>
                        <a:cubicBezTo>
                          <a:pt x="24499" y="8135"/>
                          <a:pt x="29509" y="11283"/>
                          <a:pt x="33632" y="14386"/>
                        </a:cubicBezTo>
                        <a:cubicBezTo>
                          <a:pt x="37754" y="17578"/>
                          <a:pt x="41168" y="20548"/>
                          <a:pt x="40326" y="2280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30" name="Forme libre : forme 20829">
                    <a:extLst>
                      <a:ext uri="{FF2B5EF4-FFF2-40B4-BE49-F238E27FC236}">
                        <a16:creationId xmlns:a16="http://schemas.microsoft.com/office/drawing/2014/main" id="{05F8BB8F-E980-4BCF-8AD8-EE7AFC3EA91C}"/>
                      </a:ext>
                    </a:extLst>
                  </p:cNvPr>
                  <p:cNvSpPr/>
                  <p:nvPr/>
                </p:nvSpPr>
                <p:spPr>
                  <a:xfrm>
                    <a:off x="5914101" y="1261830"/>
                    <a:ext cx="25720" cy="21019"/>
                  </a:xfrm>
                  <a:custGeom>
                    <a:avLst/>
                    <a:gdLst>
                      <a:gd name="connsiteX0" fmla="*/ 10914 w 25720"/>
                      <a:gd name="connsiteY0" fmla="*/ 1558 h 21019"/>
                      <a:gd name="connsiteX1" fmla="*/ 9 w 25720"/>
                      <a:gd name="connsiteY1" fmla="*/ 1691 h 21019"/>
                      <a:gd name="connsiteX2" fmla="*/ 5904 w 25720"/>
                      <a:gd name="connsiteY2" fmla="*/ 9892 h 21019"/>
                      <a:gd name="connsiteX3" fmla="*/ 16899 w 25720"/>
                      <a:gd name="connsiteY3" fmla="*/ 17029 h 21019"/>
                      <a:gd name="connsiteX4" fmla="*/ 25720 w 25720"/>
                      <a:gd name="connsiteY4" fmla="*/ 21019 h 21019"/>
                      <a:gd name="connsiteX5" fmla="*/ 21332 w 25720"/>
                      <a:gd name="connsiteY5" fmla="*/ 18226 h 21019"/>
                      <a:gd name="connsiteX6" fmla="*/ 10914 w 25720"/>
                      <a:gd name="connsiteY6" fmla="*/ 1558 h 21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720" h="21019">
                        <a:moveTo>
                          <a:pt x="10914" y="1558"/>
                        </a:moveTo>
                        <a:cubicBezTo>
                          <a:pt x="7899" y="1070"/>
                          <a:pt x="319" y="-1767"/>
                          <a:pt x="9" y="1691"/>
                        </a:cubicBezTo>
                        <a:cubicBezTo>
                          <a:pt x="-169" y="4306"/>
                          <a:pt x="2447" y="7276"/>
                          <a:pt x="5904" y="9892"/>
                        </a:cubicBezTo>
                        <a:cubicBezTo>
                          <a:pt x="9362" y="12640"/>
                          <a:pt x="13662" y="15167"/>
                          <a:pt x="16899" y="17029"/>
                        </a:cubicBezTo>
                        <a:cubicBezTo>
                          <a:pt x="18805" y="18049"/>
                          <a:pt x="23327" y="20177"/>
                          <a:pt x="25720" y="21019"/>
                        </a:cubicBezTo>
                        <a:cubicBezTo>
                          <a:pt x="24479" y="20265"/>
                          <a:pt x="22396" y="19113"/>
                          <a:pt x="21332" y="18226"/>
                        </a:cubicBezTo>
                        <a:cubicBezTo>
                          <a:pt x="15569" y="13039"/>
                          <a:pt x="8919" y="6833"/>
                          <a:pt x="10914" y="155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31" name="Forme libre : forme 20830">
                    <a:extLst>
                      <a:ext uri="{FF2B5EF4-FFF2-40B4-BE49-F238E27FC236}">
                        <a16:creationId xmlns:a16="http://schemas.microsoft.com/office/drawing/2014/main" id="{D784C1C4-9D9B-4E3C-BC7D-E1C5E74259C2}"/>
                      </a:ext>
                    </a:extLst>
                  </p:cNvPr>
                  <p:cNvSpPr/>
                  <p:nvPr/>
                </p:nvSpPr>
                <p:spPr>
                  <a:xfrm>
                    <a:off x="5915861" y="1263936"/>
                    <a:ext cx="40831" cy="23972"/>
                  </a:xfrm>
                  <a:custGeom>
                    <a:avLst/>
                    <a:gdLst>
                      <a:gd name="connsiteX0" fmla="*/ 40496 w 40831"/>
                      <a:gd name="connsiteY0" fmla="*/ 22681 h 23972"/>
                      <a:gd name="connsiteX1" fmla="*/ 29103 w 40831"/>
                      <a:gd name="connsiteY1" fmla="*/ 22548 h 23972"/>
                      <a:gd name="connsiteX2" fmla="*/ 16159 w 40831"/>
                      <a:gd name="connsiteY2" fmla="*/ 17007 h 23972"/>
                      <a:gd name="connsiteX3" fmla="*/ 5475 w 40831"/>
                      <a:gd name="connsiteY3" fmla="*/ 10047 h 23972"/>
                      <a:gd name="connsiteX4" fmla="*/ 155 w 40831"/>
                      <a:gd name="connsiteY4" fmla="*/ 1757 h 23972"/>
                      <a:gd name="connsiteX5" fmla="*/ 9908 w 40831"/>
                      <a:gd name="connsiteY5" fmla="*/ 1269 h 23972"/>
                      <a:gd name="connsiteX6" fmla="*/ 21744 w 40831"/>
                      <a:gd name="connsiteY6" fmla="*/ 6810 h 23972"/>
                      <a:gd name="connsiteX7" fmla="*/ 33847 w 40831"/>
                      <a:gd name="connsiteY7" fmla="*/ 14568 h 23972"/>
                      <a:gd name="connsiteX8" fmla="*/ 39344 w 40831"/>
                      <a:gd name="connsiteY8" fmla="*/ 19134 h 23972"/>
                      <a:gd name="connsiteX9" fmla="*/ 40496 w 40831"/>
                      <a:gd name="connsiteY9" fmla="*/ 22681 h 23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0831" h="23972">
                        <a:moveTo>
                          <a:pt x="40496" y="22681"/>
                        </a:moveTo>
                        <a:cubicBezTo>
                          <a:pt x="38945" y="24676"/>
                          <a:pt x="34157" y="24144"/>
                          <a:pt x="29103" y="22548"/>
                        </a:cubicBezTo>
                        <a:cubicBezTo>
                          <a:pt x="24094" y="20952"/>
                          <a:pt x="18996" y="18469"/>
                          <a:pt x="16159" y="17007"/>
                        </a:cubicBezTo>
                        <a:cubicBezTo>
                          <a:pt x="13321" y="15544"/>
                          <a:pt x="8933" y="12839"/>
                          <a:pt x="5475" y="10047"/>
                        </a:cubicBezTo>
                        <a:cubicBezTo>
                          <a:pt x="2017" y="7254"/>
                          <a:pt x="-687" y="4328"/>
                          <a:pt x="155" y="1757"/>
                        </a:cubicBezTo>
                        <a:cubicBezTo>
                          <a:pt x="953" y="-726"/>
                          <a:pt x="5253" y="-283"/>
                          <a:pt x="9908" y="1269"/>
                        </a:cubicBezTo>
                        <a:cubicBezTo>
                          <a:pt x="14563" y="2865"/>
                          <a:pt x="19483" y="5525"/>
                          <a:pt x="21744" y="6810"/>
                        </a:cubicBezTo>
                        <a:cubicBezTo>
                          <a:pt x="24050" y="8096"/>
                          <a:pt x="29414" y="11332"/>
                          <a:pt x="33847" y="14568"/>
                        </a:cubicBezTo>
                        <a:cubicBezTo>
                          <a:pt x="36063" y="16120"/>
                          <a:pt x="38102" y="17672"/>
                          <a:pt x="39344" y="19134"/>
                        </a:cubicBezTo>
                        <a:cubicBezTo>
                          <a:pt x="40674" y="20509"/>
                          <a:pt x="41250" y="21706"/>
                          <a:pt x="40496" y="2268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32" name="Forme libre : forme 20831">
                    <a:extLst>
                      <a:ext uri="{FF2B5EF4-FFF2-40B4-BE49-F238E27FC236}">
                        <a16:creationId xmlns:a16="http://schemas.microsoft.com/office/drawing/2014/main" id="{BFFA6848-B776-477B-8DC6-9934B16891F4}"/>
                      </a:ext>
                    </a:extLst>
                  </p:cNvPr>
                  <p:cNvSpPr/>
                  <p:nvPr/>
                </p:nvSpPr>
                <p:spPr>
                  <a:xfrm>
                    <a:off x="5894380" y="1250616"/>
                    <a:ext cx="48017" cy="37077"/>
                  </a:xfrm>
                  <a:custGeom>
                    <a:avLst/>
                    <a:gdLst>
                      <a:gd name="connsiteX0" fmla="*/ 47 w 48017"/>
                      <a:gd name="connsiteY0" fmla="*/ 6521 h 37077"/>
                      <a:gd name="connsiteX1" fmla="*/ 3904 w 48017"/>
                      <a:gd name="connsiteY1" fmla="*/ 13436 h 37077"/>
                      <a:gd name="connsiteX2" fmla="*/ 19021 w 48017"/>
                      <a:gd name="connsiteY2" fmla="*/ 27578 h 37077"/>
                      <a:gd name="connsiteX3" fmla="*/ 38083 w 48017"/>
                      <a:gd name="connsiteY3" fmla="*/ 36355 h 37077"/>
                      <a:gd name="connsiteX4" fmla="*/ 48013 w 48017"/>
                      <a:gd name="connsiteY4" fmla="*/ 34449 h 37077"/>
                      <a:gd name="connsiteX5" fmla="*/ 43048 w 48017"/>
                      <a:gd name="connsiteY5" fmla="*/ 28686 h 37077"/>
                      <a:gd name="connsiteX6" fmla="*/ 29172 w 48017"/>
                      <a:gd name="connsiteY6" fmla="*/ 13835 h 37077"/>
                      <a:gd name="connsiteX7" fmla="*/ 13036 w 48017"/>
                      <a:gd name="connsiteY7" fmla="*/ 536 h 37077"/>
                      <a:gd name="connsiteX8" fmla="*/ 3372 w 48017"/>
                      <a:gd name="connsiteY8" fmla="*/ 1245 h 37077"/>
                      <a:gd name="connsiteX9" fmla="*/ 47 w 48017"/>
                      <a:gd name="connsiteY9" fmla="*/ 6521 h 37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8017" h="37077">
                        <a:moveTo>
                          <a:pt x="47" y="6521"/>
                        </a:moveTo>
                        <a:cubicBezTo>
                          <a:pt x="490" y="9668"/>
                          <a:pt x="1333" y="10732"/>
                          <a:pt x="3904" y="13436"/>
                        </a:cubicBezTo>
                        <a:cubicBezTo>
                          <a:pt x="8692" y="18712"/>
                          <a:pt x="12194" y="22923"/>
                          <a:pt x="19021" y="27578"/>
                        </a:cubicBezTo>
                        <a:cubicBezTo>
                          <a:pt x="24695" y="31302"/>
                          <a:pt x="31788" y="34804"/>
                          <a:pt x="38083" y="36355"/>
                        </a:cubicBezTo>
                        <a:cubicBezTo>
                          <a:pt x="42693" y="37508"/>
                          <a:pt x="47791" y="37552"/>
                          <a:pt x="48013" y="34449"/>
                        </a:cubicBezTo>
                        <a:cubicBezTo>
                          <a:pt x="48146" y="32543"/>
                          <a:pt x="45087" y="30725"/>
                          <a:pt x="43048" y="28686"/>
                        </a:cubicBezTo>
                        <a:cubicBezTo>
                          <a:pt x="38216" y="23854"/>
                          <a:pt x="33473" y="19554"/>
                          <a:pt x="29172" y="13835"/>
                        </a:cubicBezTo>
                        <a:cubicBezTo>
                          <a:pt x="25493" y="9092"/>
                          <a:pt x="21548" y="2575"/>
                          <a:pt x="13036" y="536"/>
                        </a:cubicBezTo>
                        <a:cubicBezTo>
                          <a:pt x="9224" y="-395"/>
                          <a:pt x="5766" y="-85"/>
                          <a:pt x="3372" y="1245"/>
                        </a:cubicBezTo>
                        <a:cubicBezTo>
                          <a:pt x="978" y="2442"/>
                          <a:pt x="-263" y="4348"/>
                          <a:pt x="47" y="652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33" name="Forme libre : forme 20832">
                    <a:extLst>
                      <a:ext uri="{FF2B5EF4-FFF2-40B4-BE49-F238E27FC236}">
                        <a16:creationId xmlns:a16="http://schemas.microsoft.com/office/drawing/2014/main" id="{B7542751-D5D9-4385-94CD-D6B8C0C3157C}"/>
                      </a:ext>
                    </a:extLst>
                  </p:cNvPr>
                  <p:cNvSpPr/>
                  <p:nvPr/>
                </p:nvSpPr>
                <p:spPr>
                  <a:xfrm>
                    <a:off x="5906464" y="1254852"/>
                    <a:ext cx="19080" cy="6323"/>
                  </a:xfrm>
                  <a:custGeom>
                    <a:avLst/>
                    <a:gdLst>
                      <a:gd name="connsiteX0" fmla="*/ 2281 w 19080"/>
                      <a:gd name="connsiteY0" fmla="*/ 24 h 6323"/>
                      <a:gd name="connsiteX1" fmla="*/ 153 w 19080"/>
                      <a:gd name="connsiteY1" fmla="*/ 556 h 6323"/>
                      <a:gd name="connsiteX2" fmla="*/ 1129 w 19080"/>
                      <a:gd name="connsiteY2" fmla="*/ 2063 h 6323"/>
                      <a:gd name="connsiteX3" fmla="*/ 4365 w 19080"/>
                      <a:gd name="connsiteY3" fmla="*/ 3348 h 6323"/>
                      <a:gd name="connsiteX4" fmla="*/ 12566 w 19080"/>
                      <a:gd name="connsiteY4" fmla="*/ 5698 h 6323"/>
                      <a:gd name="connsiteX5" fmla="*/ 15625 w 19080"/>
                      <a:gd name="connsiteY5" fmla="*/ 6319 h 6323"/>
                      <a:gd name="connsiteX6" fmla="*/ 15625 w 19080"/>
                      <a:gd name="connsiteY6" fmla="*/ 1974 h 6323"/>
                      <a:gd name="connsiteX7" fmla="*/ 2281 w 19080"/>
                      <a:gd name="connsiteY7" fmla="*/ 24 h 6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80" h="6323">
                        <a:moveTo>
                          <a:pt x="2281" y="24"/>
                        </a:moveTo>
                        <a:cubicBezTo>
                          <a:pt x="1306" y="68"/>
                          <a:pt x="641" y="157"/>
                          <a:pt x="153" y="556"/>
                        </a:cubicBezTo>
                        <a:cubicBezTo>
                          <a:pt x="-290" y="999"/>
                          <a:pt x="286" y="1575"/>
                          <a:pt x="1129" y="2063"/>
                        </a:cubicBezTo>
                        <a:cubicBezTo>
                          <a:pt x="1971" y="2506"/>
                          <a:pt x="3301" y="2994"/>
                          <a:pt x="4365" y="3348"/>
                        </a:cubicBezTo>
                        <a:cubicBezTo>
                          <a:pt x="7025" y="4235"/>
                          <a:pt x="9951" y="4989"/>
                          <a:pt x="12566" y="5698"/>
                        </a:cubicBezTo>
                        <a:cubicBezTo>
                          <a:pt x="13630" y="5964"/>
                          <a:pt x="14650" y="6319"/>
                          <a:pt x="15625" y="6319"/>
                        </a:cubicBezTo>
                        <a:cubicBezTo>
                          <a:pt x="19615" y="6452"/>
                          <a:pt x="20812" y="4102"/>
                          <a:pt x="15625" y="1974"/>
                        </a:cubicBezTo>
                        <a:cubicBezTo>
                          <a:pt x="11547" y="290"/>
                          <a:pt x="6094" y="-109"/>
                          <a:pt x="2281" y="2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34" name="Forme libre : forme 20833">
                    <a:extLst>
                      <a:ext uri="{FF2B5EF4-FFF2-40B4-BE49-F238E27FC236}">
                        <a16:creationId xmlns:a16="http://schemas.microsoft.com/office/drawing/2014/main" id="{10C03861-48AF-4753-96E4-4CCEDFB4AB94}"/>
                      </a:ext>
                    </a:extLst>
                  </p:cNvPr>
                  <p:cNvSpPr/>
                  <p:nvPr/>
                </p:nvSpPr>
                <p:spPr>
                  <a:xfrm>
                    <a:off x="5936098" y="1291892"/>
                    <a:ext cx="33425" cy="4339"/>
                  </a:xfrm>
                  <a:custGeom>
                    <a:avLst/>
                    <a:gdLst>
                      <a:gd name="connsiteX0" fmla="*/ 33426 w 33425"/>
                      <a:gd name="connsiteY0" fmla="*/ 0 h 4339"/>
                      <a:gd name="connsiteX1" fmla="*/ 18220 w 33425"/>
                      <a:gd name="connsiteY1" fmla="*/ 4300 h 4339"/>
                      <a:gd name="connsiteX2" fmla="*/ 0 w 33425"/>
                      <a:gd name="connsiteY2" fmla="*/ 1197 h 4339"/>
                      <a:gd name="connsiteX3" fmla="*/ 17511 w 33425"/>
                      <a:gd name="connsiteY3" fmla="*/ 3280 h 4339"/>
                      <a:gd name="connsiteX4" fmla="*/ 26200 w 33425"/>
                      <a:gd name="connsiteY4" fmla="*/ 2350 h 4339"/>
                      <a:gd name="connsiteX5" fmla="*/ 33426 w 33425"/>
                      <a:gd name="connsiteY5" fmla="*/ 0 h 4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425" h="4339">
                        <a:moveTo>
                          <a:pt x="33426" y="0"/>
                        </a:moveTo>
                        <a:cubicBezTo>
                          <a:pt x="30943" y="3059"/>
                          <a:pt x="24781" y="4610"/>
                          <a:pt x="18220" y="4300"/>
                        </a:cubicBezTo>
                        <a:cubicBezTo>
                          <a:pt x="11482" y="4123"/>
                          <a:pt x="4965" y="2394"/>
                          <a:pt x="0" y="1197"/>
                        </a:cubicBezTo>
                        <a:cubicBezTo>
                          <a:pt x="5364" y="2527"/>
                          <a:pt x="11393" y="3413"/>
                          <a:pt x="17511" y="3280"/>
                        </a:cubicBezTo>
                        <a:cubicBezTo>
                          <a:pt x="20437" y="3280"/>
                          <a:pt x="23451" y="2926"/>
                          <a:pt x="26200" y="2350"/>
                        </a:cubicBezTo>
                        <a:cubicBezTo>
                          <a:pt x="28815" y="1950"/>
                          <a:pt x="31386" y="931"/>
                          <a:pt x="3342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35" name="Forme libre : forme 20834">
                    <a:extLst>
                      <a:ext uri="{FF2B5EF4-FFF2-40B4-BE49-F238E27FC236}">
                        <a16:creationId xmlns:a16="http://schemas.microsoft.com/office/drawing/2014/main" id="{CA34247A-AF79-41BE-8DC6-76372A75CAAE}"/>
                      </a:ext>
                    </a:extLst>
                  </p:cNvPr>
                  <p:cNvSpPr/>
                  <p:nvPr/>
                </p:nvSpPr>
                <p:spPr>
                  <a:xfrm>
                    <a:off x="5885693" y="1245454"/>
                    <a:ext cx="36395" cy="4102"/>
                  </a:xfrm>
                  <a:custGeom>
                    <a:avLst/>
                    <a:gdLst>
                      <a:gd name="connsiteX0" fmla="*/ 36396 w 36395"/>
                      <a:gd name="connsiteY0" fmla="*/ 3038 h 4102"/>
                      <a:gd name="connsiteX1" fmla="*/ 0 w 36395"/>
                      <a:gd name="connsiteY1" fmla="*/ 4102 h 4102"/>
                      <a:gd name="connsiteX2" fmla="*/ 7669 w 36395"/>
                      <a:gd name="connsiteY2" fmla="*/ 1620 h 4102"/>
                      <a:gd name="connsiteX3" fmla="*/ 17067 w 36395"/>
                      <a:gd name="connsiteY3" fmla="*/ 689 h 4102"/>
                      <a:gd name="connsiteX4" fmla="*/ 27042 w 36395"/>
                      <a:gd name="connsiteY4" fmla="*/ 1309 h 4102"/>
                      <a:gd name="connsiteX5" fmla="*/ 36396 w 36395"/>
                      <a:gd name="connsiteY5" fmla="*/ 3038 h 4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395" h="4102">
                        <a:moveTo>
                          <a:pt x="36396" y="3038"/>
                        </a:moveTo>
                        <a:cubicBezTo>
                          <a:pt x="23185" y="-1971"/>
                          <a:pt x="9310" y="-198"/>
                          <a:pt x="0" y="4102"/>
                        </a:cubicBezTo>
                        <a:cubicBezTo>
                          <a:pt x="2128" y="3083"/>
                          <a:pt x="4788" y="2107"/>
                          <a:pt x="7669" y="1620"/>
                        </a:cubicBezTo>
                        <a:cubicBezTo>
                          <a:pt x="10551" y="1132"/>
                          <a:pt x="13743" y="822"/>
                          <a:pt x="17067" y="689"/>
                        </a:cubicBezTo>
                        <a:cubicBezTo>
                          <a:pt x="20304" y="733"/>
                          <a:pt x="23717" y="999"/>
                          <a:pt x="27042" y="1309"/>
                        </a:cubicBezTo>
                        <a:cubicBezTo>
                          <a:pt x="30234" y="1797"/>
                          <a:pt x="33381" y="2418"/>
                          <a:pt x="36396" y="303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36" name="Forme libre : forme 20835">
                    <a:extLst>
                      <a:ext uri="{FF2B5EF4-FFF2-40B4-BE49-F238E27FC236}">
                        <a16:creationId xmlns:a16="http://schemas.microsoft.com/office/drawing/2014/main" id="{BEFB3C8E-C614-46CF-A32F-C3E106F0FD0F}"/>
                      </a:ext>
                    </a:extLst>
                  </p:cNvPr>
                  <p:cNvSpPr/>
                  <p:nvPr/>
                </p:nvSpPr>
                <p:spPr>
                  <a:xfrm>
                    <a:off x="5931945" y="1268750"/>
                    <a:ext cx="14298" cy="10031"/>
                  </a:xfrm>
                  <a:custGeom>
                    <a:avLst/>
                    <a:gdLst>
                      <a:gd name="connsiteX0" fmla="*/ 13950 w 14298"/>
                      <a:gd name="connsiteY0" fmla="*/ 9888 h 10031"/>
                      <a:gd name="connsiteX1" fmla="*/ 4951 w 14298"/>
                      <a:gd name="connsiteY1" fmla="*/ 5765 h 10031"/>
                      <a:gd name="connsiteX2" fmla="*/ 429 w 14298"/>
                      <a:gd name="connsiteY2" fmla="*/ 135 h 10031"/>
                      <a:gd name="connsiteX3" fmla="*/ 8896 w 14298"/>
                      <a:gd name="connsiteY3" fmla="*/ 4125 h 10031"/>
                      <a:gd name="connsiteX4" fmla="*/ 13950 w 14298"/>
                      <a:gd name="connsiteY4" fmla="*/ 9888 h 10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98" h="10031">
                        <a:moveTo>
                          <a:pt x="13950" y="9888"/>
                        </a:moveTo>
                        <a:cubicBezTo>
                          <a:pt x="12177" y="10819"/>
                          <a:pt x="6635" y="6962"/>
                          <a:pt x="4951" y="5765"/>
                        </a:cubicBezTo>
                        <a:cubicBezTo>
                          <a:pt x="3266" y="4568"/>
                          <a:pt x="-1433" y="1022"/>
                          <a:pt x="429" y="135"/>
                        </a:cubicBezTo>
                        <a:cubicBezTo>
                          <a:pt x="2335" y="-752"/>
                          <a:pt x="7389" y="2972"/>
                          <a:pt x="8896" y="4125"/>
                        </a:cubicBezTo>
                        <a:cubicBezTo>
                          <a:pt x="10492" y="5278"/>
                          <a:pt x="15679" y="8957"/>
                          <a:pt x="13950" y="988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37" name="Forme libre : forme 20836">
                    <a:extLst>
                      <a:ext uri="{FF2B5EF4-FFF2-40B4-BE49-F238E27FC236}">
                        <a16:creationId xmlns:a16="http://schemas.microsoft.com/office/drawing/2014/main" id="{D3B36214-ABA9-45E3-B63E-976FC4673327}"/>
                      </a:ext>
                    </a:extLst>
                  </p:cNvPr>
                  <p:cNvSpPr/>
                  <p:nvPr/>
                </p:nvSpPr>
                <p:spPr>
                  <a:xfrm>
                    <a:off x="5944150" y="1276989"/>
                    <a:ext cx="4236" cy="2783"/>
                  </a:xfrm>
                  <a:custGeom>
                    <a:avLst/>
                    <a:gdLst>
                      <a:gd name="connsiteX0" fmla="*/ 4227 w 4236"/>
                      <a:gd name="connsiteY0" fmla="*/ 2491 h 2783"/>
                      <a:gd name="connsiteX1" fmla="*/ 1922 w 4236"/>
                      <a:gd name="connsiteY1" fmla="*/ 2137 h 2783"/>
                      <a:gd name="connsiteX2" fmla="*/ 16 w 4236"/>
                      <a:gd name="connsiteY2" fmla="*/ 275 h 2783"/>
                      <a:gd name="connsiteX3" fmla="*/ 2232 w 4236"/>
                      <a:gd name="connsiteY3" fmla="*/ 585 h 2783"/>
                      <a:gd name="connsiteX4" fmla="*/ 4227 w 4236"/>
                      <a:gd name="connsiteY4" fmla="*/ 2491 h 2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6" h="2783">
                        <a:moveTo>
                          <a:pt x="4227" y="2491"/>
                        </a:moveTo>
                        <a:cubicBezTo>
                          <a:pt x="4094" y="3156"/>
                          <a:pt x="2631" y="2535"/>
                          <a:pt x="1922" y="2137"/>
                        </a:cubicBezTo>
                        <a:cubicBezTo>
                          <a:pt x="1213" y="1738"/>
                          <a:pt x="-162" y="895"/>
                          <a:pt x="16" y="275"/>
                        </a:cubicBezTo>
                        <a:cubicBezTo>
                          <a:pt x="193" y="-346"/>
                          <a:pt x="1523" y="230"/>
                          <a:pt x="2232" y="585"/>
                        </a:cubicBezTo>
                        <a:cubicBezTo>
                          <a:pt x="2986" y="940"/>
                          <a:pt x="4360" y="1826"/>
                          <a:pt x="4227" y="24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38" name="Forme libre : forme 20837">
                    <a:extLst>
                      <a:ext uri="{FF2B5EF4-FFF2-40B4-BE49-F238E27FC236}">
                        <a16:creationId xmlns:a16="http://schemas.microsoft.com/office/drawing/2014/main" id="{D9A81E05-8366-4BDF-9DC7-B78B3C5C1DDB}"/>
                      </a:ext>
                    </a:extLst>
                  </p:cNvPr>
                  <p:cNvSpPr/>
                  <p:nvPr/>
                </p:nvSpPr>
                <p:spPr>
                  <a:xfrm>
                    <a:off x="5936368" y="1259957"/>
                    <a:ext cx="31854" cy="29648"/>
                  </a:xfrm>
                  <a:custGeom>
                    <a:avLst/>
                    <a:gdLst>
                      <a:gd name="connsiteX0" fmla="*/ 24821 w 31854"/>
                      <a:gd name="connsiteY0" fmla="*/ 18193 h 29648"/>
                      <a:gd name="connsiteX1" fmla="*/ 28634 w 31854"/>
                      <a:gd name="connsiteY1" fmla="*/ 22803 h 29648"/>
                      <a:gd name="connsiteX2" fmla="*/ 31693 w 31854"/>
                      <a:gd name="connsiteY2" fmla="*/ 27502 h 29648"/>
                      <a:gd name="connsiteX3" fmla="*/ 28279 w 31854"/>
                      <a:gd name="connsiteY3" fmla="*/ 29497 h 29648"/>
                      <a:gd name="connsiteX4" fmla="*/ 23935 w 31854"/>
                      <a:gd name="connsiteY4" fmla="*/ 26483 h 29648"/>
                      <a:gd name="connsiteX5" fmla="*/ 13472 w 31854"/>
                      <a:gd name="connsiteY5" fmla="*/ 14912 h 29648"/>
                      <a:gd name="connsiteX6" fmla="*/ 4695 w 31854"/>
                      <a:gd name="connsiteY6" fmla="*/ 7243 h 29648"/>
                      <a:gd name="connsiteX7" fmla="*/ 838 w 31854"/>
                      <a:gd name="connsiteY7" fmla="*/ 195 h 29648"/>
                      <a:gd name="connsiteX8" fmla="*/ 10724 w 31854"/>
                      <a:gd name="connsiteY8" fmla="*/ 3386 h 29648"/>
                      <a:gd name="connsiteX9" fmla="*/ 19191 w 31854"/>
                      <a:gd name="connsiteY9" fmla="*/ 9992 h 29648"/>
                      <a:gd name="connsiteX10" fmla="*/ 24821 w 31854"/>
                      <a:gd name="connsiteY10" fmla="*/ 18193 h 29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1854" h="29648">
                        <a:moveTo>
                          <a:pt x="24821" y="18193"/>
                        </a:moveTo>
                        <a:cubicBezTo>
                          <a:pt x="26240" y="20011"/>
                          <a:pt x="27481" y="21385"/>
                          <a:pt x="28634" y="22803"/>
                        </a:cubicBezTo>
                        <a:cubicBezTo>
                          <a:pt x="29786" y="24266"/>
                          <a:pt x="30761" y="25818"/>
                          <a:pt x="31693" y="27502"/>
                        </a:cubicBezTo>
                        <a:cubicBezTo>
                          <a:pt x="32446" y="28699"/>
                          <a:pt x="30451" y="30118"/>
                          <a:pt x="28279" y="29497"/>
                        </a:cubicBezTo>
                        <a:cubicBezTo>
                          <a:pt x="26107" y="28877"/>
                          <a:pt x="25043" y="27724"/>
                          <a:pt x="23935" y="26483"/>
                        </a:cubicBezTo>
                        <a:cubicBezTo>
                          <a:pt x="20654" y="22493"/>
                          <a:pt x="17285" y="18991"/>
                          <a:pt x="13472" y="14912"/>
                        </a:cubicBezTo>
                        <a:cubicBezTo>
                          <a:pt x="12320" y="13671"/>
                          <a:pt x="8108" y="10435"/>
                          <a:pt x="4695" y="7243"/>
                        </a:cubicBezTo>
                        <a:cubicBezTo>
                          <a:pt x="1237" y="4051"/>
                          <a:pt x="-1423" y="948"/>
                          <a:pt x="838" y="195"/>
                        </a:cubicBezTo>
                        <a:cubicBezTo>
                          <a:pt x="3099" y="-603"/>
                          <a:pt x="7177" y="1170"/>
                          <a:pt x="10724" y="3386"/>
                        </a:cubicBezTo>
                        <a:cubicBezTo>
                          <a:pt x="14403" y="5736"/>
                          <a:pt x="17640" y="8351"/>
                          <a:pt x="19191" y="9992"/>
                        </a:cubicBezTo>
                        <a:cubicBezTo>
                          <a:pt x="22161" y="13051"/>
                          <a:pt x="22738" y="15666"/>
                          <a:pt x="24821" y="1819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749" name="Graphique 2">
                  <a:extLst>
                    <a:ext uri="{FF2B5EF4-FFF2-40B4-BE49-F238E27FC236}">
                      <a16:creationId xmlns:a16="http://schemas.microsoft.com/office/drawing/2014/main" id="{55AC076D-5C20-46E2-8FB4-4F5F25E77EB2}"/>
                    </a:ext>
                  </a:extLst>
                </p:cNvPr>
                <p:cNvGrpSpPr/>
                <p:nvPr/>
              </p:nvGrpSpPr>
              <p:grpSpPr>
                <a:xfrm>
                  <a:off x="5972538" y="1256820"/>
                  <a:ext cx="96012" cy="43539"/>
                  <a:chOff x="5972538" y="1256820"/>
                  <a:chExt cx="96012" cy="43539"/>
                </a:xfrm>
                <a:solidFill>
                  <a:schemeClr val="accent1"/>
                </a:solidFill>
              </p:grpSpPr>
              <p:sp>
                <p:nvSpPr>
                  <p:cNvPr id="20815" name="Forme libre : forme 20814">
                    <a:extLst>
                      <a:ext uri="{FF2B5EF4-FFF2-40B4-BE49-F238E27FC236}">
                        <a16:creationId xmlns:a16="http://schemas.microsoft.com/office/drawing/2014/main" id="{6F8EA8CF-7BBC-40D3-848A-52FCCE1B62F6}"/>
                      </a:ext>
                    </a:extLst>
                  </p:cNvPr>
                  <p:cNvSpPr/>
                  <p:nvPr/>
                </p:nvSpPr>
                <p:spPr>
                  <a:xfrm>
                    <a:off x="5972596" y="1256820"/>
                    <a:ext cx="95953" cy="43539"/>
                  </a:xfrm>
                  <a:custGeom>
                    <a:avLst/>
                    <a:gdLst>
                      <a:gd name="connsiteX0" fmla="*/ 66616 w 95953"/>
                      <a:gd name="connsiteY0" fmla="*/ 34762 h 43539"/>
                      <a:gd name="connsiteX1" fmla="*/ 51720 w 95953"/>
                      <a:gd name="connsiteY1" fmla="*/ 37910 h 43539"/>
                      <a:gd name="connsiteX2" fmla="*/ 36870 w 95953"/>
                      <a:gd name="connsiteY2" fmla="*/ 41456 h 43539"/>
                      <a:gd name="connsiteX3" fmla="*/ 27915 w 95953"/>
                      <a:gd name="connsiteY3" fmla="*/ 43097 h 43539"/>
                      <a:gd name="connsiteX4" fmla="*/ 24014 w 95953"/>
                      <a:gd name="connsiteY4" fmla="*/ 43318 h 43539"/>
                      <a:gd name="connsiteX5" fmla="*/ 21531 w 95953"/>
                      <a:gd name="connsiteY5" fmla="*/ 43451 h 43539"/>
                      <a:gd name="connsiteX6" fmla="*/ 18827 w 95953"/>
                      <a:gd name="connsiteY6" fmla="*/ 43540 h 43539"/>
                      <a:gd name="connsiteX7" fmla="*/ 13906 w 95953"/>
                      <a:gd name="connsiteY7" fmla="*/ 43185 h 43539"/>
                      <a:gd name="connsiteX8" fmla="*/ 9296 w 95953"/>
                      <a:gd name="connsiteY8" fmla="*/ 41767 h 43539"/>
                      <a:gd name="connsiteX9" fmla="*/ 5262 w 95953"/>
                      <a:gd name="connsiteY9" fmla="*/ 39816 h 43539"/>
                      <a:gd name="connsiteX10" fmla="*/ 1759 w 95953"/>
                      <a:gd name="connsiteY10" fmla="*/ 37067 h 43539"/>
                      <a:gd name="connsiteX11" fmla="*/ 2424 w 95953"/>
                      <a:gd name="connsiteY11" fmla="*/ 27049 h 43539"/>
                      <a:gd name="connsiteX12" fmla="*/ 4907 w 95953"/>
                      <a:gd name="connsiteY12" fmla="*/ 24655 h 43539"/>
                      <a:gd name="connsiteX13" fmla="*/ 6990 w 95953"/>
                      <a:gd name="connsiteY13" fmla="*/ 22128 h 43539"/>
                      <a:gd name="connsiteX14" fmla="*/ 10714 w 95953"/>
                      <a:gd name="connsiteY14" fmla="*/ 17429 h 43539"/>
                      <a:gd name="connsiteX15" fmla="*/ 11645 w 95953"/>
                      <a:gd name="connsiteY15" fmla="*/ 16409 h 43539"/>
                      <a:gd name="connsiteX16" fmla="*/ 13507 w 95953"/>
                      <a:gd name="connsiteY16" fmla="*/ 14991 h 43539"/>
                      <a:gd name="connsiteX17" fmla="*/ 17630 w 95953"/>
                      <a:gd name="connsiteY17" fmla="*/ 12242 h 43539"/>
                      <a:gd name="connsiteX18" fmla="*/ 27560 w 95953"/>
                      <a:gd name="connsiteY18" fmla="*/ 7676 h 43539"/>
                      <a:gd name="connsiteX19" fmla="*/ 59877 w 95953"/>
                      <a:gd name="connsiteY19" fmla="*/ 406 h 43539"/>
                      <a:gd name="connsiteX20" fmla="*/ 92948 w 95953"/>
                      <a:gd name="connsiteY20" fmla="*/ 9804 h 43539"/>
                      <a:gd name="connsiteX21" fmla="*/ 94677 w 95953"/>
                      <a:gd name="connsiteY21" fmla="*/ 19468 h 43539"/>
                      <a:gd name="connsiteX22" fmla="*/ 83107 w 95953"/>
                      <a:gd name="connsiteY22" fmla="*/ 28866 h 43539"/>
                      <a:gd name="connsiteX23" fmla="*/ 66616 w 95953"/>
                      <a:gd name="connsiteY23" fmla="*/ 34762 h 43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95953" h="43539">
                        <a:moveTo>
                          <a:pt x="66616" y="34762"/>
                        </a:moveTo>
                        <a:cubicBezTo>
                          <a:pt x="63025" y="35472"/>
                          <a:pt x="57350" y="36713"/>
                          <a:pt x="51720" y="37910"/>
                        </a:cubicBezTo>
                        <a:cubicBezTo>
                          <a:pt x="46135" y="39240"/>
                          <a:pt x="40549" y="40570"/>
                          <a:pt x="36870" y="41456"/>
                        </a:cubicBezTo>
                        <a:cubicBezTo>
                          <a:pt x="33633" y="42387"/>
                          <a:pt x="30442" y="42698"/>
                          <a:pt x="27915" y="43097"/>
                        </a:cubicBezTo>
                        <a:cubicBezTo>
                          <a:pt x="26585" y="43230"/>
                          <a:pt x="25299" y="43318"/>
                          <a:pt x="24014" y="43318"/>
                        </a:cubicBezTo>
                        <a:cubicBezTo>
                          <a:pt x="23526" y="43274"/>
                          <a:pt x="22418" y="43407"/>
                          <a:pt x="21531" y="43451"/>
                        </a:cubicBezTo>
                        <a:cubicBezTo>
                          <a:pt x="20600" y="43496"/>
                          <a:pt x="19713" y="43540"/>
                          <a:pt x="18827" y="43540"/>
                        </a:cubicBezTo>
                        <a:cubicBezTo>
                          <a:pt x="17098" y="43540"/>
                          <a:pt x="15458" y="43407"/>
                          <a:pt x="13906" y="43185"/>
                        </a:cubicBezTo>
                        <a:cubicBezTo>
                          <a:pt x="12266" y="42786"/>
                          <a:pt x="10714" y="42299"/>
                          <a:pt x="9296" y="41767"/>
                        </a:cubicBezTo>
                        <a:cubicBezTo>
                          <a:pt x="7877" y="41190"/>
                          <a:pt x="6547" y="40658"/>
                          <a:pt x="5262" y="39816"/>
                        </a:cubicBezTo>
                        <a:cubicBezTo>
                          <a:pt x="4020" y="38974"/>
                          <a:pt x="2823" y="38043"/>
                          <a:pt x="1759" y="37067"/>
                        </a:cubicBezTo>
                        <a:cubicBezTo>
                          <a:pt x="-1255" y="34408"/>
                          <a:pt x="31" y="29354"/>
                          <a:pt x="2424" y="27049"/>
                        </a:cubicBezTo>
                        <a:cubicBezTo>
                          <a:pt x="3311" y="26206"/>
                          <a:pt x="4109" y="25497"/>
                          <a:pt x="4907" y="24655"/>
                        </a:cubicBezTo>
                        <a:cubicBezTo>
                          <a:pt x="5616" y="23768"/>
                          <a:pt x="6325" y="22926"/>
                          <a:pt x="6990" y="22128"/>
                        </a:cubicBezTo>
                        <a:cubicBezTo>
                          <a:pt x="8320" y="20754"/>
                          <a:pt x="9473" y="18848"/>
                          <a:pt x="10714" y="17429"/>
                        </a:cubicBezTo>
                        <a:lnTo>
                          <a:pt x="11645" y="16409"/>
                        </a:lnTo>
                        <a:lnTo>
                          <a:pt x="13507" y="14991"/>
                        </a:lnTo>
                        <a:cubicBezTo>
                          <a:pt x="14793" y="14060"/>
                          <a:pt x="16167" y="13129"/>
                          <a:pt x="17630" y="12242"/>
                        </a:cubicBezTo>
                        <a:cubicBezTo>
                          <a:pt x="20556" y="10469"/>
                          <a:pt x="23836" y="9050"/>
                          <a:pt x="27560" y="7676"/>
                        </a:cubicBezTo>
                        <a:cubicBezTo>
                          <a:pt x="35451" y="4750"/>
                          <a:pt x="51543" y="1292"/>
                          <a:pt x="59877" y="406"/>
                        </a:cubicBezTo>
                        <a:cubicBezTo>
                          <a:pt x="75482" y="-1456"/>
                          <a:pt x="84481" y="3332"/>
                          <a:pt x="92948" y="9804"/>
                        </a:cubicBezTo>
                        <a:cubicBezTo>
                          <a:pt x="95874" y="12109"/>
                          <a:pt x="97071" y="16986"/>
                          <a:pt x="94677" y="19468"/>
                        </a:cubicBezTo>
                        <a:cubicBezTo>
                          <a:pt x="91264" y="23192"/>
                          <a:pt x="87584" y="26428"/>
                          <a:pt x="83107" y="28866"/>
                        </a:cubicBezTo>
                        <a:cubicBezTo>
                          <a:pt x="78585" y="31438"/>
                          <a:pt x="73265" y="33211"/>
                          <a:pt x="66616" y="3476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16" name="Forme libre : forme 20815">
                    <a:extLst>
                      <a:ext uri="{FF2B5EF4-FFF2-40B4-BE49-F238E27FC236}">
                        <a16:creationId xmlns:a16="http://schemas.microsoft.com/office/drawing/2014/main" id="{A297A14A-B4B7-4E04-B935-9DE47EEC4B15}"/>
                      </a:ext>
                    </a:extLst>
                  </p:cNvPr>
                  <p:cNvSpPr/>
                  <p:nvPr/>
                </p:nvSpPr>
                <p:spPr>
                  <a:xfrm>
                    <a:off x="5972538" y="1276022"/>
                    <a:ext cx="94646" cy="24221"/>
                  </a:xfrm>
                  <a:custGeom>
                    <a:avLst/>
                    <a:gdLst>
                      <a:gd name="connsiteX0" fmla="*/ 37992 w 94646"/>
                      <a:gd name="connsiteY0" fmla="*/ 8866 h 24221"/>
                      <a:gd name="connsiteX1" fmla="*/ 19461 w 94646"/>
                      <a:gd name="connsiteY1" fmla="*/ 14940 h 24221"/>
                      <a:gd name="connsiteX2" fmla="*/ 0 w 94646"/>
                      <a:gd name="connsiteY2" fmla="*/ 13654 h 24221"/>
                      <a:gd name="connsiteX3" fmla="*/ 1729 w 94646"/>
                      <a:gd name="connsiteY3" fmla="*/ 17777 h 24221"/>
                      <a:gd name="connsiteX4" fmla="*/ 6694 w 94646"/>
                      <a:gd name="connsiteY4" fmla="*/ 21323 h 24221"/>
                      <a:gd name="connsiteX5" fmla="*/ 15649 w 94646"/>
                      <a:gd name="connsiteY5" fmla="*/ 24072 h 24221"/>
                      <a:gd name="connsiteX6" fmla="*/ 20836 w 94646"/>
                      <a:gd name="connsiteY6" fmla="*/ 24205 h 24221"/>
                      <a:gd name="connsiteX7" fmla="*/ 23540 w 94646"/>
                      <a:gd name="connsiteY7" fmla="*/ 24027 h 24221"/>
                      <a:gd name="connsiteX8" fmla="*/ 25490 w 94646"/>
                      <a:gd name="connsiteY8" fmla="*/ 24027 h 24221"/>
                      <a:gd name="connsiteX9" fmla="*/ 30766 w 94646"/>
                      <a:gd name="connsiteY9" fmla="*/ 23451 h 24221"/>
                      <a:gd name="connsiteX10" fmla="*/ 36839 w 94646"/>
                      <a:gd name="connsiteY10" fmla="*/ 22210 h 24221"/>
                      <a:gd name="connsiteX11" fmla="*/ 41538 w 94646"/>
                      <a:gd name="connsiteY11" fmla="*/ 21102 h 24221"/>
                      <a:gd name="connsiteX12" fmla="*/ 64324 w 94646"/>
                      <a:gd name="connsiteY12" fmla="*/ 15959 h 24221"/>
                      <a:gd name="connsiteX13" fmla="*/ 66541 w 94646"/>
                      <a:gd name="connsiteY13" fmla="*/ 15516 h 24221"/>
                      <a:gd name="connsiteX14" fmla="*/ 73146 w 94646"/>
                      <a:gd name="connsiteY14" fmla="*/ 13698 h 24221"/>
                      <a:gd name="connsiteX15" fmla="*/ 78865 w 94646"/>
                      <a:gd name="connsiteY15" fmla="*/ 11615 h 24221"/>
                      <a:gd name="connsiteX16" fmla="*/ 91233 w 94646"/>
                      <a:gd name="connsiteY16" fmla="*/ 3502 h 24221"/>
                      <a:gd name="connsiteX17" fmla="*/ 94558 w 94646"/>
                      <a:gd name="connsiteY17" fmla="*/ 133 h 24221"/>
                      <a:gd name="connsiteX18" fmla="*/ 94647 w 94646"/>
                      <a:gd name="connsiteY18" fmla="*/ 0 h 24221"/>
                      <a:gd name="connsiteX19" fmla="*/ 37992 w 94646"/>
                      <a:gd name="connsiteY19" fmla="*/ 8866 h 24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94646" h="24221">
                        <a:moveTo>
                          <a:pt x="37992" y="8866"/>
                        </a:moveTo>
                        <a:cubicBezTo>
                          <a:pt x="31785" y="10861"/>
                          <a:pt x="25535" y="13211"/>
                          <a:pt x="19461" y="14940"/>
                        </a:cubicBezTo>
                        <a:cubicBezTo>
                          <a:pt x="12413" y="17112"/>
                          <a:pt x="4965" y="16757"/>
                          <a:pt x="0" y="13654"/>
                        </a:cubicBezTo>
                        <a:cubicBezTo>
                          <a:pt x="0" y="15205"/>
                          <a:pt x="488" y="16668"/>
                          <a:pt x="1729" y="17777"/>
                        </a:cubicBezTo>
                        <a:cubicBezTo>
                          <a:pt x="3236" y="19062"/>
                          <a:pt x="4876" y="20481"/>
                          <a:pt x="6694" y="21323"/>
                        </a:cubicBezTo>
                        <a:cubicBezTo>
                          <a:pt x="9265" y="22520"/>
                          <a:pt x="12413" y="23806"/>
                          <a:pt x="15649" y="24072"/>
                        </a:cubicBezTo>
                        <a:cubicBezTo>
                          <a:pt x="17289" y="24205"/>
                          <a:pt x="18974" y="24249"/>
                          <a:pt x="20836" y="24205"/>
                        </a:cubicBezTo>
                        <a:cubicBezTo>
                          <a:pt x="21767" y="24160"/>
                          <a:pt x="22653" y="24116"/>
                          <a:pt x="23540" y="24027"/>
                        </a:cubicBezTo>
                        <a:lnTo>
                          <a:pt x="25490" y="24027"/>
                        </a:lnTo>
                        <a:cubicBezTo>
                          <a:pt x="27219" y="23983"/>
                          <a:pt x="28859" y="23717"/>
                          <a:pt x="30766" y="23451"/>
                        </a:cubicBezTo>
                        <a:cubicBezTo>
                          <a:pt x="32716" y="23185"/>
                          <a:pt x="34711" y="22786"/>
                          <a:pt x="36839" y="22210"/>
                        </a:cubicBezTo>
                        <a:cubicBezTo>
                          <a:pt x="38169" y="21900"/>
                          <a:pt x="39809" y="21501"/>
                          <a:pt x="41538" y="21102"/>
                        </a:cubicBezTo>
                        <a:cubicBezTo>
                          <a:pt x="48409" y="19240"/>
                          <a:pt x="58118" y="17245"/>
                          <a:pt x="64324" y="15959"/>
                        </a:cubicBezTo>
                        <a:cubicBezTo>
                          <a:pt x="65122" y="15782"/>
                          <a:pt x="65876" y="15649"/>
                          <a:pt x="66541" y="15516"/>
                        </a:cubicBezTo>
                        <a:cubicBezTo>
                          <a:pt x="68935" y="15028"/>
                          <a:pt x="71107" y="14408"/>
                          <a:pt x="73146" y="13698"/>
                        </a:cubicBezTo>
                        <a:cubicBezTo>
                          <a:pt x="75185" y="13122"/>
                          <a:pt x="77092" y="12413"/>
                          <a:pt x="78865" y="11615"/>
                        </a:cubicBezTo>
                        <a:cubicBezTo>
                          <a:pt x="83697" y="9310"/>
                          <a:pt x="87642" y="6738"/>
                          <a:pt x="91233" y="3502"/>
                        </a:cubicBezTo>
                        <a:cubicBezTo>
                          <a:pt x="92386" y="2438"/>
                          <a:pt x="93494" y="1241"/>
                          <a:pt x="94558" y="133"/>
                        </a:cubicBezTo>
                        <a:lnTo>
                          <a:pt x="94647" y="0"/>
                        </a:lnTo>
                        <a:cubicBezTo>
                          <a:pt x="75673" y="488"/>
                          <a:pt x="55724" y="2837"/>
                          <a:pt x="37992" y="886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17" name="Forme libre : forme 20816">
                    <a:extLst>
                      <a:ext uri="{FF2B5EF4-FFF2-40B4-BE49-F238E27FC236}">
                        <a16:creationId xmlns:a16="http://schemas.microsoft.com/office/drawing/2014/main" id="{BD4F7BA1-EBB1-4C3C-BFA2-3C044F99329C}"/>
                      </a:ext>
                    </a:extLst>
                  </p:cNvPr>
                  <p:cNvSpPr/>
                  <p:nvPr/>
                </p:nvSpPr>
                <p:spPr>
                  <a:xfrm>
                    <a:off x="6005217" y="1270051"/>
                    <a:ext cx="44603" cy="14170"/>
                  </a:xfrm>
                  <a:custGeom>
                    <a:avLst/>
                    <a:gdLst>
                      <a:gd name="connsiteX0" fmla="*/ 44590 w 44603"/>
                      <a:gd name="connsiteY0" fmla="*/ 3355 h 14170"/>
                      <a:gd name="connsiteX1" fmla="*/ 22424 w 44603"/>
                      <a:gd name="connsiteY1" fmla="*/ 12487 h 14170"/>
                      <a:gd name="connsiteX2" fmla="*/ 9746 w 44603"/>
                      <a:gd name="connsiteY2" fmla="*/ 14083 h 14170"/>
                      <a:gd name="connsiteX3" fmla="*/ 126 w 44603"/>
                      <a:gd name="connsiteY3" fmla="*/ 11512 h 14170"/>
                      <a:gd name="connsiteX4" fmla="*/ 7263 w 44603"/>
                      <a:gd name="connsiteY4" fmla="*/ 4685 h 14170"/>
                      <a:gd name="connsiteX5" fmla="*/ 20030 w 44603"/>
                      <a:gd name="connsiteY5" fmla="*/ 1183 h 14170"/>
                      <a:gd name="connsiteX6" fmla="*/ 44590 w 44603"/>
                      <a:gd name="connsiteY6" fmla="*/ 3355 h 14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603" h="14170">
                        <a:moveTo>
                          <a:pt x="44590" y="3355"/>
                        </a:moveTo>
                        <a:cubicBezTo>
                          <a:pt x="45166" y="7921"/>
                          <a:pt x="28054" y="11024"/>
                          <a:pt x="22424" y="12487"/>
                        </a:cubicBezTo>
                        <a:cubicBezTo>
                          <a:pt x="19543" y="12975"/>
                          <a:pt x="14400" y="13950"/>
                          <a:pt x="9746" y="14083"/>
                        </a:cubicBezTo>
                        <a:cubicBezTo>
                          <a:pt x="5135" y="14393"/>
                          <a:pt x="968" y="13950"/>
                          <a:pt x="126" y="11512"/>
                        </a:cubicBezTo>
                        <a:cubicBezTo>
                          <a:pt x="-717" y="9074"/>
                          <a:pt x="2786" y="6680"/>
                          <a:pt x="7263" y="4685"/>
                        </a:cubicBezTo>
                        <a:cubicBezTo>
                          <a:pt x="11785" y="2912"/>
                          <a:pt x="17193" y="1537"/>
                          <a:pt x="20030" y="1183"/>
                        </a:cubicBezTo>
                        <a:cubicBezTo>
                          <a:pt x="25660" y="-14"/>
                          <a:pt x="43969" y="-1477"/>
                          <a:pt x="44590" y="335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18" name="Forme libre : forme 20817">
                    <a:extLst>
                      <a:ext uri="{FF2B5EF4-FFF2-40B4-BE49-F238E27FC236}">
                        <a16:creationId xmlns:a16="http://schemas.microsoft.com/office/drawing/2014/main" id="{BC3A345C-D430-4FA5-84F9-609906B7F859}"/>
                      </a:ext>
                    </a:extLst>
                  </p:cNvPr>
                  <p:cNvSpPr/>
                  <p:nvPr/>
                </p:nvSpPr>
                <p:spPr>
                  <a:xfrm>
                    <a:off x="6004792" y="1274603"/>
                    <a:ext cx="32247" cy="9638"/>
                  </a:xfrm>
                  <a:custGeom>
                    <a:avLst/>
                    <a:gdLst>
                      <a:gd name="connsiteX0" fmla="*/ 8574 w 32247"/>
                      <a:gd name="connsiteY0" fmla="*/ 0 h 9638"/>
                      <a:gd name="connsiteX1" fmla="*/ 329 w 32247"/>
                      <a:gd name="connsiteY1" fmla="*/ 7093 h 9638"/>
                      <a:gd name="connsiteX2" fmla="*/ 10170 w 32247"/>
                      <a:gd name="connsiteY2" fmla="*/ 9576 h 9638"/>
                      <a:gd name="connsiteX3" fmla="*/ 23115 w 32247"/>
                      <a:gd name="connsiteY3" fmla="*/ 7980 h 9638"/>
                      <a:gd name="connsiteX4" fmla="*/ 32247 w 32247"/>
                      <a:gd name="connsiteY4" fmla="*/ 5586 h 9638"/>
                      <a:gd name="connsiteX5" fmla="*/ 27193 w 32247"/>
                      <a:gd name="connsiteY5" fmla="*/ 6073 h 9638"/>
                      <a:gd name="connsiteX6" fmla="*/ 8574 w 32247"/>
                      <a:gd name="connsiteY6" fmla="*/ 0 h 9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247" h="9638">
                        <a:moveTo>
                          <a:pt x="8574" y="0"/>
                        </a:moveTo>
                        <a:cubicBezTo>
                          <a:pt x="5959" y="1596"/>
                          <a:pt x="-1666" y="4344"/>
                          <a:pt x="329" y="7093"/>
                        </a:cubicBezTo>
                        <a:cubicBezTo>
                          <a:pt x="1881" y="9310"/>
                          <a:pt x="5826" y="9841"/>
                          <a:pt x="10170" y="9576"/>
                        </a:cubicBezTo>
                        <a:cubicBezTo>
                          <a:pt x="14603" y="9531"/>
                          <a:pt x="19480" y="8556"/>
                          <a:pt x="23115" y="7980"/>
                        </a:cubicBezTo>
                        <a:cubicBezTo>
                          <a:pt x="25243" y="7625"/>
                          <a:pt x="29898" y="6295"/>
                          <a:pt x="32247" y="5586"/>
                        </a:cubicBezTo>
                        <a:cubicBezTo>
                          <a:pt x="30873" y="5719"/>
                          <a:pt x="28523" y="6073"/>
                          <a:pt x="27193" y="6073"/>
                        </a:cubicBezTo>
                        <a:cubicBezTo>
                          <a:pt x="19613" y="5674"/>
                          <a:pt x="10436" y="5364"/>
                          <a:pt x="8574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19" name="Forme libre : forme 20818">
                    <a:extLst>
                      <a:ext uri="{FF2B5EF4-FFF2-40B4-BE49-F238E27FC236}">
                        <a16:creationId xmlns:a16="http://schemas.microsoft.com/office/drawing/2014/main" id="{343DC4AC-CF2F-4B61-AEAB-F782BE137C11}"/>
                      </a:ext>
                    </a:extLst>
                  </p:cNvPr>
                  <p:cNvSpPr/>
                  <p:nvPr/>
                </p:nvSpPr>
                <p:spPr>
                  <a:xfrm>
                    <a:off x="6007779" y="1270878"/>
                    <a:ext cx="44589" cy="14227"/>
                  </a:xfrm>
                  <a:custGeom>
                    <a:avLst/>
                    <a:gdLst>
                      <a:gd name="connsiteX0" fmla="*/ 44555 w 44589"/>
                      <a:gd name="connsiteY0" fmla="*/ 3460 h 14227"/>
                      <a:gd name="connsiteX1" fmla="*/ 35245 w 44589"/>
                      <a:gd name="connsiteY1" fmla="*/ 9223 h 14227"/>
                      <a:gd name="connsiteX2" fmla="*/ 22168 w 44589"/>
                      <a:gd name="connsiteY2" fmla="*/ 12680 h 14227"/>
                      <a:gd name="connsiteX3" fmla="*/ 180 w 44589"/>
                      <a:gd name="connsiteY3" fmla="*/ 11350 h 14227"/>
                      <a:gd name="connsiteX4" fmla="*/ 19995 w 44589"/>
                      <a:gd name="connsiteY4" fmla="*/ 1287 h 14227"/>
                      <a:gd name="connsiteX5" fmla="*/ 34580 w 44589"/>
                      <a:gd name="connsiteY5" fmla="*/ 2 h 14227"/>
                      <a:gd name="connsiteX6" fmla="*/ 44555 w 44589"/>
                      <a:gd name="connsiteY6" fmla="*/ 3460 h 14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589" h="14227">
                        <a:moveTo>
                          <a:pt x="44555" y="3460"/>
                        </a:moveTo>
                        <a:cubicBezTo>
                          <a:pt x="44067" y="5898"/>
                          <a:pt x="39944" y="7715"/>
                          <a:pt x="35245" y="9223"/>
                        </a:cubicBezTo>
                        <a:cubicBezTo>
                          <a:pt x="30546" y="10774"/>
                          <a:pt x="25182" y="11882"/>
                          <a:pt x="22168" y="12680"/>
                        </a:cubicBezTo>
                        <a:cubicBezTo>
                          <a:pt x="16006" y="13744"/>
                          <a:pt x="2219" y="16138"/>
                          <a:pt x="180" y="11350"/>
                        </a:cubicBezTo>
                        <a:cubicBezTo>
                          <a:pt x="-1904" y="6430"/>
                          <a:pt x="14720" y="1819"/>
                          <a:pt x="19995" y="1287"/>
                        </a:cubicBezTo>
                        <a:cubicBezTo>
                          <a:pt x="22567" y="755"/>
                          <a:pt x="28995" y="-42"/>
                          <a:pt x="34580" y="2"/>
                        </a:cubicBezTo>
                        <a:cubicBezTo>
                          <a:pt x="40255" y="91"/>
                          <a:pt x="45043" y="1066"/>
                          <a:pt x="44555" y="346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20" name="Forme libre : forme 20819">
                    <a:extLst>
                      <a:ext uri="{FF2B5EF4-FFF2-40B4-BE49-F238E27FC236}">
                        <a16:creationId xmlns:a16="http://schemas.microsoft.com/office/drawing/2014/main" id="{DC8C73FB-2D79-412F-A837-16B9B008981B}"/>
                      </a:ext>
                    </a:extLst>
                  </p:cNvPr>
                  <p:cNvSpPr/>
                  <p:nvPr/>
                </p:nvSpPr>
                <p:spPr>
                  <a:xfrm>
                    <a:off x="5984596" y="1274421"/>
                    <a:ext cx="55974" cy="19317"/>
                  </a:xfrm>
                  <a:custGeom>
                    <a:avLst/>
                    <a:gdLst>
                      <a:gd name="connsiteX0" fmla="*/ 975 w 55974"/>
                      <a:gd name="connsiteY0" fmla="*/ 14501 h 19317"/>
                      <a:gd name="connsiteX1" fmla="*/ 8689 w 55974"/>
                      <a:gd name="connsiteY1" fmla="*/ 17826 h 19317"/>
                      <a:gd name="connsiteX2" fmla="*/ 29436 w 55974"/>
                      <a:gd name="connsiteY2" fmla="*/ 18979 h 19317"/>
                      <a:gd name="connsiteX3" fmla="*/ 49296 w 55974"/>
                      <a:gd name="connsiteY3" fmla="*/ 13526 h 19317"/>
                      <a:gd name="connsiteX4" fmla="*/ 55635 w 55974"/>
                      <a:gd name="connsiteY4" fmla="*/ 6078 h 19317"/>
                      <a:gd name="connsiteX5" fmla="*/ 48409 w 55974"/>
                      <a:gd name="connsiteY5" fmla="*/ 4438 h 19317"/>
                      <a:gd name="connsiteX6" fmla="*/ 38435 w 55974"/>
                      <a:gd name="connsiteY6" fmla="*/ 3463 h 19317"/>
                      <a:gd name="connsiteX7" fmla="*/ 28283 w 55974"/>
                      <a:gd name="connsiteY7" fmla="*/ 1911 h 19317"/>
                      <a:gd name="connsiteX8" fmla="*/ 18619 w 55974"/>
                      <a:gd name="connsiteY8" fmla="*/ 49 h 19317"/>
                      <a:gd name="connsiteX9" fmla="*/ 7403 w 55974"/>
                      <a:gd name="connsiteY9" fmla="*/ 2044 h 19317"/>
                      <a:gd name="connsiteX10" fmla="*/ 2926 w 55974"/>
                      <a:gd name="connsiteY10" fmla="*/ 5103 h 19317"/>
                      <a:gd name="connsiteX11" fmla="*/ 754 w 55974"/>
                      <a:gd name="connsiteY11" fmla="*/ 8251 h 19317"/>
                      <a:gd name="connsiteX12" fmla="*/ 975 w 55974"/>
                      <a:gd name="connsiteY12" fmla="*/ 14501 h 19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5974" h="19317">
                        <a:moveTo>
                          <a:pt x="975" y="14501"/>
                        </a:moveTo>
                        <a:cubicBezTo>
                          <a:pt x="2926" y="16895"/>
                          <a:pt x="4610" y="17338"/>
                          <a:pt x="8689" y="17826"/>
                        </a:cubicBezTo>
                        <a:cubicBezTo>
                          <a:pt x="15693" y="18846"/>
                          <a:pt x="21102" y="19865"/>
                          <a:pt x="29436" y="18979"/>
                        </a:cubicBezTo>
                        <a:cubicBezTo>
                          <a:pt x="36307" y="18136"/>
                          <a:pt x="43843" y="16230"/>
                          <a:pt x="49296" y="13526"/>
                        </a:cubicBezTo>
                        <a:cubicBezTo>
                          <a:pt x="53375" y="11531"/>
                          <a:pt x="57143" y="8738"/>
                          <a:pt x="55635" y="6078"/>
                        </a:cubicBezTo>
                        <a:cubicBezTo>
                          <a:pt x="54704" y="4482"/>
                          <a:pt x="51247" y="4748"/>
                          <a:pt x="48409" y="4438"/>
                        </a:cubicBezTo>
                        <a:cubicBezTo>
                          <a:pt x="45040" y="4128"/>
                          <a:pt x="41848" y="3817"/>
                          <a:pt x="38435" y="3463"/>
                        </a:cubicBezTo>
                        <a:cubicBezTo>
                          <a:pt x="35110" y="3197"/>
                          <a:pt x="31785" y="2754"/>
                          <a:pt x="28283" y="1911"/>
                        </a:cubicBezTo>
                        <a:cubicBezTo>
                          <a:pt x="25313" y="1335"/>
                          <a:pt x="22121" y="448"/>
                          <a:pt x="18619" y="49"/>
                        </a:cubicBezTo>
                        <a:cubicBezTo>
                          <a:pt x="15117" y="-128"/>
                          <a:pt x="11349" y="94"/>
                          <a:pt x="7403" y="2044"/>
                        </a:cubicBezTo>
                        <a:cubicBezTo>
                          <a:pt x="5630" y="2931"/>
                          <a:pt x="4123" y="3995"/>
                          <a:pt x="2926" y="5103"/>
                        </a:cubicBezTo>
                        <a:cubicBezTo>
                          <a:pt x="1818" y="6167"/>
                          <a:pt x="1286" y="7098"/>
                          <a:pt x="754" y="8251"/>
                        </a:cubicBezTo>
                        <a:cubicBezTo>
                          <a:pt x="-177" y="10467"/>
                          <a:pt x="-399" y="12861"/>
                          <a:pt x="975" y="1450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21" name="Forme libre : forme 20820">
                    <a:extLst>
                      <a:ext uri="{FF2B5EF4-FFF2-40B4-BE49-F238E27FC236}">
                        <a16:creationId xmlns:a16="http://schemas.microsoft.com/office/drawing/2014/main" id="{132E1963-DC20-42F6-A93B-6ECF0615078C}"/>
                      </a:ext>
                    </a:extLst>
                  </p:cNvPr>
                  <p:cNvSpPr/>
                  <p:nvPr/>
                </p:nvSpPr>
                <p:spPr>
                  <a:xfrm>
                    <a:off x="5994165" y="1271001"/>
                    <a:ext cx="17329" cy="9889"/>
                  </a:xfrm>
                  <a:custGeom>
                    <a:avLst/>
                    <a:gdLst>
                      <a:gd name="connsiteX0" fmla="*/ 1292 w 17329"/>
                      <a:gd name="connsiteY0" fmla="*/ 7504 h 9889"/>
                      <a:gd name="connsiteX1" fmla="*/ 6 w 17329"/>
                      <a:gd name="connsiteY1" fmla="*/ 9277 h 9889"/>
                      <a:gd name="connsiteX2" fmla="*/ 1691 w 17329"/>
                      <a:gd name="connsiteY2" fmla="*/ 9809 h 9889"/>
                      <a:gd name="connsiteX3" fmla="*/ 4971 w 17329"/>
                      <a:gd name="connsiteY3" fmla="*/ 8789 h 9889"/>
                      <a:gd name="connsiteX4" fmla="*/ 12729 w 17329"/>
                      <a:gd name="connsiteY4" fmla="*/ 5376 h 9889"/>
                      <a:gd name="connsiteX5" fmla="*/ 15434 w 17329"/>
                      <a:gd name="connsiteY5" fmla="*/ 3868 h 9889"/>
                      <a:gd name="connsiteX6" fmla="*/ 12641 w 17329"/>
                      <a:gd name="connsiteY6" fmla="*/ 588 h 9889"/>
                      <a:gd name="connsiteX7" fmla="*/ 1292 w 17329"/>
                      <a:gd name="connsiteY7" fmla="*/ 7504 h 98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329" h="9889">
                        <a:moveTo>
                          <a:pt x="1292" y="7504"/>
                        </a:moveTo>
                        <a:cubicBezTo>
                          <a:pt x="583" y="8124"/>
                          <a:pt x="95" y="8656"/>
                          <a:pt x="6" y="9277"/>
                        </a:cubicBezTo>
                        <a:cubicBezTo>
                          <a:pt x="-82" y="9898"/>
                          <a:pt x="760" y="9986"/>
                          <a:pt x="1691" y="9809"/>
                        </a:cubicBezTo>
                        <a:cubicBezTo>
                          <a:pt x="2666" y="9676"/>
                          <a:pt x="3996" y="9188"/>
                          <a:pt x="4971" y="8789"/>
                        </a:cubicBezTo>
                        <a:cubicBezTo>
                          <a:pt x="7543" y="7681"/>
                          <a:pt x="10291" y="6484"/>
                          <a:pt x="12729" y="5376"/>
                        </a:cubicBezTo>
                        <a:cubicBezTo>
                          <a:pt x="13749" y="4888"/>
                          <a:pt x="14680" y="4489"/>
                          <a:pt x="15434" y="3868"/>
                        </a:cubicBezTo>
                        <a:cubicBezTo>
                          <a:pt x="18581" y="1386"/>
                          <a:pt x="17916" y="-1185"/>
                          <a:pt x="12641" y="588"/>
                        </a:cubicBezTo>
                        <a:cubicBezTo>
                          <a:pt x="8562" y="1829"/>
                          <a:pt x="4174" y="5021"/>
                          <a:pt x="1292" y="7504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22" name="Forme libre : forme 20821">
                    <a:extLst>
                      <a:ext uri="{FF2B5EF4-FFF2-40B4-BE49-F238E27FC236}">
                        <a16:creationId xmlns:a16="http://schemas.microsoft.com/office/drawing/2014/main" id="{36ADD0FE-C3AB-47D7-B5E4-8A324F63FA13}"/>
                      </a:ext>
                    </a:extLst>
                  </p:cNvPr>
                  <p:cNvSpPr/>
                  <p:nvPr/>
                </p:nvSpPr>
                <p:spPr>
                  <a:xfrm>
                    <a:off x="6040098" y="1274958"/>
                    <a:ext cx="25800" cy="15737"/>
                  </a:xfrm>
                  <a:custGeom>
                    <a:avLst/>
                    <a:gdLst>
                      <a:gd name="connsiteX0" fmla="*/ 25801 w 25800"/>
                      <a:gd name="connsiteY0" fmla="*/ 0 h 15737"/>
                      <a:gd name="connsiteX1" fmla="*/ 14541 w 25800"/>
                      <a:gd name="connsiteY1" fmla="*/ 8866 h 15737"/>
                      <a:gd name="connsiteX2" fmla="*/ 0 w 25800"/>
                      <a:gd name="connsiteY2" fmla="*/ 15737 h 15737"/>
                      <a:gd name="connsiteX3" fmla="*/ 25801 w 25800"/>
                      <a:gd name="connsiteY3" fmla="*/ 0 h 15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00" h="15737">
                        <a:moveTo>
                          <a:pt x="25801" y="0"/>
                        </a:moveTo>
                        <a:cubicBezTo>
                          <a:pt x="23939" y="3413"/>
                          <a:pt x="19506" y="6295"/>
                          <a:pt x="14541" y="8866"/>
                        </a:cubicBezTo>
                        <a:cubicBezTo>
                          <a:pt x="9620" y="11570"/>
                          <a:pt x="4123" y="13787"/>
                          <a:pt x="0" y="15737"/>
                        </a:cubicBezTo>
                        <a:cubicBezTo>
                          <a:pt x="8955" y="11526"/>
                          <a:pt x="18752" y="5320"/>
                          <a:pt x="2580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23" name="Forme libre : forme 20822">
                    <a:extLst>
                      <a:ext uri="{FF2B5EF4-FFF2-40B4-BE49-F238E27FC236}">
                        <a16:creationId xmlns:a16="http://schemas.microsoft.com/office/drawing/2014/main" id="{19C2CB5B-C01B-4609-98F8-6C5D20413096}"/>
                      </a:ext>
                    </a:extLst>
                  </p:cNvPr>
                  <p:cNvSpPr/>
                  <p:nvPr/>
                </p:nvSpPr>
                <p:spPr>
                  <a:xfrm>
                    <a:off x="5975508" y="1265161"/>
                    <a:ext cx="26022" cy="19549"/>
                  </a:xfrm>
                  <a:custGeom>
                    <a:avLst/>
                    <a:gdLst>
                      <a:gd name="connsiteX0" fmla="*/ 26022 w 26022"/>
                      <a:gd name="connsiteY0" fmla="*/ 0 h 19549"/>
                      <a:gd name="connsiteX1" fmla="*/ 16890 w 26022"/>
                      <a:gd name="connsiteY1" fmla="*/ 4344 h 19549"/>
                      <a:gd name="connsiteX2" fmla="*/ 9221 w 26022"/>
                      <a:gd name="connsiteY2" fmla="*/ 10107 h 19549"/>
                      <a:gd name="connsiteX3" fmla="*/ 0 w 26022"/>
                      <a:gd name="connsiteY3" fmla="*/ 19550 h 19549"/>
                      <a:gd name="connsiteX4" fmla="*/ 9708 w 26022"/>
                      <a:gd name="connsiteY4" fmla="*/ 10462 h 19549"/>
                      <a:gd name="connsiteX5" fmla="*/ 17821 w 26022"/>
                      <a:gd name="connsiteY5" fmla="*/ 4610 h 19549"/>
                      <a:gd name="connsiteX6" fmla="*/ 26022 w 26022"/>
                      <a:gd name="connsiteY6" fmla="*/ 0 h 19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022" h="19549">
                        <a:moveTo>
                          <a:pt x="26022" y="0"/>
                        </a:moveTo>
                        <a:cubicBezTo>
                          <a:pt x="22786" y="1108"/>
                          <a:pt x="19683" y="2748"/>
                          <a:pt x="16890" y="4344"/>
                        </a:cubicBezTo>
                        <a:cubicBezTo>
                          <a:pt x="14097" y="6073"/>
                          <a:pt x="11216" y="8290"/>
                          <a:pt x="9221" y="10107"/>
                        </a:cubicBezTo>
                        <a:cubicBezTo>
                          <a:pt x="6517" y="13299"/>
                          <a:pt x="3635" y="16934"/>
                          <a:pt x="0" y="19550"/>
                        </a:cubicBezTo>
                        <a:cubicBezTo>
                          <a:pt x="3280" y="16979"/>
                          <a:pt x="6650" y="13610"/>
                          <a:pt x="9708" y="10462"/>
                        </a:cubicBezTo>
                        <a:cubicBezTo>
                          <a:pt x="12235" y="8467"/>
                          <a:pt x="15028" y="6339"/>
                          <a:pt x="17821" y="4610"/>
                        </a:cubicBezTo>
                        <a:cubicBezTo>
                          <a:pt x="20614" y="2970"/>
                          <a:pt x="23407" y="1286"/>
                          <a:pt x="2602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24" name="Forme libre : forme 20823">
                    <a:extLst>
                      <a:ext uri="{FF2B5EF4-FFF2-40B4-BE49-F238E27FC236}">
                        <a16:creationId xmlns:a16="http://schemas.microsoft.com/office/drawing/2014/main" id="{CB22BEA1-0907-4FC4-AEBA-A771C25C05C4}"/>
                      </a:ext>
                    </a:extLst>
                  </p:cNvPr>
                  <p:cNvSpPr/>
                  <p:nvPr/>
                </p:nvSpPr>
                <p:spPr>
                  <a:xfrm>
                    <a:off x="6022454" y="1271594"/>
                    <a:ext cx="16929" cy="4008"/>
                  </a:xfrm>
                  <a:custGeom>
                    <a:avLst/>
                    <a:gdLst>
                      <a:gd name="connsiteX0" fmla="*/ 16847 w 16929"/>
                      <a:gd name="connsiteY0" fmla="*/ 1635 h 4008"/>
                      <a:gd name="connsiteX1" fmla="*/ 7183 w 16929"/>
                      <a:gd name="connsiteY1" fmla="*/ 3896 h 4008"/>
                      <a:gd name="connsiteX2" fmla="*/ 90 w 16929"/>
                      <a:gd name="connsiteY2" fmla="*/ 2388 h 4008"/>
                      <a:gd name="connsiteX3" fmla="*/ 9266 w 16929"/>
                      <a:gd name="connsiteY3" fmla="*/ 39 h 4008"/>
                      <a:gd name="connsiteX4" fmla="*/ 16847 w 16929"/>
                      <a:gd name="connsiteY4" fmla="*/ 1635 h 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29" h="4008">
                        <a:moveTo>
                          <a:pt x="16847" y="1635"/>
                        </a:moveTo>
                        <a:cubicBezTo>
                          <a:pt x="15960" y="3408"/>
                          <a:pt x="9222" y="3630"/>
                          <a:pt x="7183" y="3896"/>
                        </a:cubicBezTo>
                        <a:cubicBezTo>
                          <a:pt x="5143" y="4073"/>
                          <a:pt x="-797" y="4294"/>
                          <a:pt x="90" y="2388"/>
                        </a:cubicBezTo>
                        <a:cubicBezTo>
                          <a:pt x="976" y="482"/>
                          <a:pt x="7271" y="172"/>
                          <a:pt x="9266" y="39"/>
                        </a:cubicBezTo>
                        <a:cubicBezTo>
                          <a:pt x="11217" y="-50"/>
                          <a:pt x="17733" y="-139"/>
                          <a:pt x="16847" y="163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25" name="Forme libre : forme 20824">
                    <a:extLst>
                      <a:ext uri="{FF2B5EF4-FFF2-40B4-BE49-F238E27FC236}">
                        <a16:creationId xmlns:a16="http://schemas.microsoft.com/office/drawing/2014/main" id="{AB87E4CA-8385-4EF9-8BAB-34D043AD28FF}"/>
                      </a:ext>
                    </a:extLst>
                  </p:cNvPr>
                  <p:cNvSpPr/>
                  <p:nvPr/>
                </p:nvSpPr>
                <p:spPr>
                  <a:xfrm>
                    <a:off x="6037052" y="1271956"/>
                    <a:ext cx="4805" cy="1635"/>
                  </a:xfrm>
                  <a:custGeom>
                    <a:avLst/>
                    <a:gdLst>
                      <a:gd name="connsiteX0" fmla="*/ 4775 w 4805"/>
                      <a:gd name="connsiteY0" fmla="*/ 476 h 1635"/>
                      <a:gd name="connsiteX1" fmla="*/ 2692 w 4805"/>
                      <a:gd name="connsiteY1" fmla="*/ 1539 h 1635"/>
                      <a:gd name="connsiteX2" fmla="*/ 32 w 4805"/>
                      <a:gd name="connsiteY2" fmla="*/ 1141 h 1635"/>
                      <a:gd name="connsiteX3" fmla="*/ 2027 w 4805"/>
                      <a:gd name="connsiteY3" fmla="*/ 77 h 1635"/>
                      <a:gd name="connsiteX4" fmla="*/ 4775 w 4805"/>
                      <a:gd name="connsiteY4" fmla="*/ 476 h 1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5" h="1635">
                        <a:moveTo>
                          <a:pt x="4775" y="476"/>
                        </a:moveTo>
                        <a:cubicBezTo>
                          <a:pt x="5041" y="1096"/>
                          <a:pt x="3490" y="1451"/>
                          <a:pt x="2692" y="1539"/>
                        </a:cubicBezTo>
                        <a:cubicBezTo>
                          <a:pt x="1894" y="1672"/>
                          <a:pt x="254" y="1761"/>
                          <a:pt x="32" y="1141"/>
                        </a:cubicBezTo>
                        <a:cubicBezTo>
                          <a:pt x="-234" y="520"/>
                          <a:pt x="1229" y="210"/>
                          <a:pt x="2027" y="77"/>
                        </a:cubicBezTo>
                        <a:cubicBezTo>
                          <a:pt x="2869" y="-12"/>
                          <a:pt x="4509" y="-145"/>
                          <a:pt x="4775" y="4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26" name="Forme libre : forme 20825">
                    <a:extLst>
                      <a:ext uri="{FF2B5EF4-FFF2-40B4-BE49-F238E27FC236}">
                        <a16:creationId xmlns:a16="http://schemas.microsoft.com/office/drawing/2014/main" id="{E54F7C74-BA27-49FC-B314-7CBB2A744E5D}"/>
                      </a:ext>
                    </a:extLst>
                  </p:cNvPr>
                  <p:cNvSpPr/>
                  <p:nvPr/>
                </p:nvSpPr>
                <p:spPr>
                  <a:xfrm>
                    <a:off x="6020359" y="1260113"/>
                    <a:ext cx="43527" cy="13628"/>
                  </a:xfrm>
                  <a:custGeom>
                    <a:avLst/>
                    <a:gdLst>
                      <a:gd name="connsiteX0" fmla="*/ 32551 w 43527"/>
                      <a:gd name="connsiteY0" fmla="*/ 4471 h 13628"/>
                      <a:gd name="connsiteX1" fmla="*/ 43235 w 43527"/>
                      <a:gd name="connsiteY1" fmla="*/ 10766 h 13628"/>
                      <a:gd name="connsiteX2" fmla="*/ 40442 w 43527"/>
                      <a:gd name="connsiteY2" fmla="*/ 13603 h 13628"/>
                      <a:gd name="connsiteX3" fmla="*/ 35388 w 43527"/>
                      <a:gd name="connsiteY3" fmla="*/ 12273 h 13628"/>
                      <a:gd name="connsiteX4" fmla="*/ 19961 w 43527"/>
                      <a:gd name="connsiteY4" fmla="*/ 7752 h 13628"/>
                      <a:gd name="connsiteX5" fmla="*/ 234 w 43527"/>
                      <a:gd name="connsiteY5" fmla="*/ 4117 h 13628"/>
                      <a:gd name="connsiteX6" fmla="*/ 10341 w 43527"/>
                      <a:gd name="connsiteY6" fmla="*/ 260 h 13628"/>
                      <a:gd name="connsiteX7" fmla="*/ 22133 w 43527"/>
                      <a:gd name="connsiteY7" fmla="*/ 393 h 13628"/>
                      <a:gd name="connsiteX8" fmla="*/ 32551 w 43527"/>
                      <a:gd name="connsiteY8" fmla="*/ 4471 h 13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527" h="13628">
                        <a:moveTo>
                          <a:pt x="32551" y="4471"/>
                        </a:moveTo>
                        <a:cubicBezTo>
                          <a:pt x="37250" y="6289"/>
                          <a:pt x="40575" y="7796"/>
                          <a:pt x="43235" y="10766"/>
                        </a:cubicBezTo>
                        <a:cubicBezTo>
                          <a:pt x="44210" y="11874"/>
                          <a:pt x="42614" y="13426"/>
                          <a:pt x="40442" y="13603"/>
                        </a:cubicBezTo>
                        <a:cubicBezTo>
                          <a:pt x="38270" y="13781"/>
                          <a:pt x="36896" y="12983"/>
                          <a:pt x="35388" y="12273"/>
                        </a:cubicBezTo>
                        <a:cubicBezTo>
                          <a:pt x="30734" y="10190"/>
                          <a:pt x="25680" y="8727"/>
                          <a:pt x="19961" y="7752"/>
                        </a:cubicBezTo>
                        <a:cubicBezTo>
                          <a:pt x="16415" y="6865"/>
                          <a:pt x="-2293" y="8151"/>
                          <a:pt x="234" y="4117"/>
                        </a:cubicBezTo>
                        <a:cubicBezTo>
                          <a:pt x="1519" y="2077"/>
                          <a:pt x="5820" y="836"/>
                          <a:pt x="10341" y="260"/>
                        </a:cubicBezTo>
                        <a:cubicBezTo>
                          <a:pt x="14907" y="-184"/>
                          <a:pt x="19695" y="-6"/>
                          <a:pt x="22133" y="393"/>
                        </a:cubicBezTo>
                        <a:cubicBezTo>
                          <a:pt x="27010" y="1279"/>
                          <a:pt x="29005" y="3186"/>
                          <a:pt x="32551" y="447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750" name="Graphique 2">
                  <a:extLst>
                    <a:ext uri="{FF2B5EF4-FFF2-40B4-BE49-F238E27FC236}">
                      <a16:creationId xmlns:a16="http://schemas.microsoft.com/office/drawing/2014/main" id="{F774E761-51CA-4CCD-8E8C-1F12FA9E79E9}"/>
                    </a:ext>
                  </a:extLst>
                </p:cNvPr>
                <p:cNvGrpSpPr/>
                <p:nvPr/>
              </p:nvGrpSpPr>
              <p:grpSpPr>
                <a:xfrm>
                  <a:off x="6068482" y="1257352"/>
                  <a:ext cx="92898" cy="46598"/>
                  <a:chOff x="6068482" y="1257352"/>
                  <a:chExt cx="92898" cy="46598"/>
                </a:xfrm>
                <a:solidFill>
                  <a:schemeClr val="accent1"/>
                </a:solidFill>
              </p:grpSpPr>
              <p:sp>
                <p:nvSpPr>
                  <p:cNvPr id="20803" name="Forme libre : forme 20802">
                    <a:extLst>
                      <a:ext uri="{FF2B5EF4-FFF2-40B4-BE49-F238E27FC236}">
                        <a16:creationId xmlns:a16="http://schemas.microsoft.com/office/drawing/2014/main" id="{296F19FD-B1AE-434F-A7CE-4D0324CF98DC}"/>
                      </a:ext>
                    </a:extLst>
                  </p:cNvPr>
                  <p:cNvSpPr/>
                  <p:nvPr/>
                </p:nvSpPr>
                <p:spPr>
                  <a:xfrm>
                    <a:off x="6068482" y="1257352"/>
                    <a:ext cx="92898" cy="46598"/>
                  </a:xfrm>
                  <a:custGeom>
                    <a:avLst/>
                    <a:gdLst>
                      <a:gd name="connsiteX0" fmla="*/ 57885 w 92898"/>
                      <a:gd name="connsiteY0" fmla="*/ 42476 h 46598"/>
                      <a:gd name="connsiteX1" fmla="*/ 51900 w 92898"/>
                      <a:gd name="connsiteY1" fmla="*/ 40569 h 46598"/>
                      <a:gd name="connsiteX2" fmla="*/ 44364 w 92898"/>
                      <a:gd name="connsiteY2" fmla="*/ 38353 h 46598"/>
                      <a:gd name="connsiteX3" fmla="*/ 30045 w 92898"/>
                      <a:gd name="connsiteY3" fmla="*/ 34851 h 46598"/>
                      <a:gd name="connsiteX4" fmla="*/ 13775 w 92898"/>
                      <a:gd name="connsiteY4" fmla="*/ 28866 h 46598"/>
                      <a:gd name="connsiteX5" fmla="*/ 1850 w 92898"/>
                      <a:gd name="connsiteY5" fmla="*/ 19246 h 46598"/>
                      <a:gd name="connsiteX6" fmla="*/ 2427 w 92898"/>
                      <a:gd name="connsiteY6" fmla="*/ 9227 h 46598"/>
                      <a:gd name="connsiteX7" fmla="*/ 9209 w 92898"/>
                      <a:gd name="connsiteY7" fmla="*/ 4750 h 46598"/>
                      <a:gd name="connsiteX8" fmla="*/ 16923 w 92898"/>
                      <a:gd name="connsiteY8" fmla="*/ 1691 h 46598"/>
                      <a:gd name="connsiteX9" fmla="*/ 36694 w 92898"/>
                      <a:gd name="connsiteY9" fmla="*/ 406 h 46598"/>
                      <a:gd name="connsiteX10" fmla="*/ 69987 w 92898"/>
                      <a:gd name="connsiteY10" fmla="*/ 9671 h 46598"/>
                      <a:gd name="connsiteX11" fmla="*/ 86434 w 92898"/>
                      <a:gd name="connsiteY11" fmla="*/ 22527 h 46598"/>
                      <a:gd name="connsiteX12" fmla="*/ 90557 w 92898"/>
                      <a:gd name="connsiteY12" fmla="*/ 29797 h 46598"/>
                      <a:gd name="connsiteX13" fmla="*/ 92729 w 92898"/>
                      <a:gd name="connsiteY13" fmla="*/ 37422 h 46598"/>
                      <a:gd name="connsiteX14" fmla="*/ 87985 w 92898"/>
                      <a:gd name="connsiteY14" fmla="*/ 46022 h 46598"/>
                      <a:gd name="connsiteX15" fmla="*/ 80538 w 92898"/>
                      <a:gd name="connsiteY15" fmla="*/ 46598 h 46598"/>
                      <a:gd name="connsiteX16" fmla="*/ 76814 w 92898"/>
                      <a:gd name="connsiteY16" fmla="*/ 46421 h 46598"/>
                      <a:gd name="connsiteX17" fmla="*/ 73179 w 92898"/>
                      <a:gd name="connsiteY17" fmla="*/ 46244 h 46598"/>
                      <a:gd name="connsiteX18" fmla="*/ 65953 w 92898"/>
                      <a:gd name="connsiteY18" fmla="*/ 44870 h 46598"/>
                      <a:gd name="connsiteX19" fmla="*/ 57885 w 92898"/>
                      <a:gd name="connsiteY19" fmla="*/ 42476 h 46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92898" h="46598">
                        <a:moveTo>
                          <a:pt x="57885" y="42476"/>
                        </a:moveTo>
                        <a:cubicBezTo>
                          <a:pt x="56289" y="41988"/>
                          <a:pt x="54205" y="41367"/>
                          <a:pt x="51900" y="40569"/>
                        </a:cubicBezTo>
                        <a:cubicBezTo>
                          <a:pt x="49683" y="39683"/>
                          <a:pt x="47024" y="39018"/>
                          <a:pt x="44364" y="38353"/>
                        </a:cubicBezTo>
                        <a:cubicBezTo>
                          <a:pt x="39177" y="36713"/>
                          <a:pt x="33547" y="35870"/>
                          <a:pt x="30045" y="34851"/>
                        </a:cubicBezTo>
                        <a:cubicBezTo>
                          <a:pt x="23306" y="33476"/>
                          <a:pt x="18208" y="31349"/>
                          <a:pt x="13775" y="28866"/>
                        </a:cubicBezTo>
                        <a:cubicBezTo>
                          <a:pt x="9387" y="26162"/>
                          <a:pt x="5707" y="23059"/>
                          <a:pt x="1850" y="19246"/>
                        </a:cubicBezTo>
                        <a:cubicBezTo>
                          <a:pt x="-810" y="16586"/>
                          <a:pt x="-588" y="11533"/>
                          <a:pt x="2427" y="9227"/>
                        </a:cubicBezTo>
                        <a:cubicBezTo>
                          <a:pt x="4599" y="7587"/>
                          <a:pt x="6815" y="6080"/>
                          <a:pt x="9209" y="4750"/>
                        </a:cubicBezTo>
                        <a:cubicBezTo>
                          <a:pt x="11603" y="3509"/>
                          <a:pt x="14130" y="2533"/>
                          <a:pt x="16923" y="1691"/>
                        </a:cubicBezTo>
                        <a:cubicBezTo>
                          <a:pt x="22464" y="-38"/>
                          <a:pt x="28892" y="-392"/>
                          <a:pt x="36694" y="406"/>
                        </a:cubicBezTo>
                        <a:cubicBezTo>
                          <a:pt x="45073" y="1248"/>
                          <a:pt x="61786" y="5681"/>
                          <a:pt x="69987" y="9671"/>
                        </a:cubicBezTo>
                        <a:cubicBezTo>
                          <a:pt x="77656" y="13350"/>
                          <a:pt x="83020" y="17517"/>
                          <a:pt x="86434" y="22527"/>
                        </a:cubicBezTo>
                        <a:cubicBezTo>
                          <a:pt x="88163" y="24965"/>
                          <a:pt x="89670" y="27359"/>
                          <a:pt x="90557" y="29797"/>
                        </a:cubicBezTo>
                        <a:cubicBezTo>
                          <a:pt x="91443" y="32280"/>
                          <a:pt x="92152" y="34762"/>
                          <a:pt x="92729" y="37422"/>
                        </a:cubicBezTo>
                        <a:cubicBezTo>
                          <a:pt x="93527" y="41057"/>
                          <a:pt x="91443" y="45534"/>
                          <a:pt x="87985" y="46022"/>
                        </a:cubicBezTo>
                        <a:cubicBezTo>
                          <a:pt x="85459" y="46377"/>
                          <a:pt x="83020" y="46598"/>
                          <a:pt x="80538" y="46598"/>
                        </a:cubicBezTo>
                        <a:cubicBezTo>
                          <a:pt x="79296" y="46598"/>
                          <a:pt x="78055" y="46510"/>
                          <a:pt x="76814" y="46421"/>
                        </a:cubicBezTo>
                        <a:cubicBezTo>
                          <a:pt x="75617" y="46421"/>
                          <a:pt x="74376" y="46377"/>
                          <a:pt x="73179" y="46244"/>
                        </a:cubicBezTo>
                        <a:cubicBezTo>
                          <a:pt x="70741" y="46066"/>
                          <a:pt x="68480" y="45490"/>
                          <a:pt x="65953" y="44870"/>
                        </a:cubicBezTo>
                        <a:cubicBezTo>
                          <a:pt x="63382" y="44382"/>
                          <a:pt x="60722" y="43628"/>
                          <a:pt x="57885" y="42476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04" name="Forme libre : forme 20803">
                    <a:extLst>
                      <a:ext uri="{FF2B5EF4-FFF2-40B4-BE49-F238E27FC236}">
                        <a16:creationId xmlns:a16="http://schemas.microsoft.com/office/drawing/2014/main" id="{6CD19C24-C279-4058-BB9E-6E65CCBEAD39}"/>
                      </a:ext>
                    </a:extLst>
                  </p:cNvPr>
                  <p:cNvSpPr/>
                  <p:nvPr/>
                </p:nvSpPr>
                <p:spPr>
                  <a:xfrm>
                    <a:off x="6068514" y="1272343"/>
                    <a:ext cx="88262" cy="31478"/>
                  </a:xfrm>
                  <a:custGeom>
                    <a:avLst/>
                    <a:gdLst>
                      <a:gd name="connsiteX0" fmla="*/ 36928 w 88262"/>
                      <a:gd name="connsiteY0" fmla="*/ 8378 h 31478"/>
                      <a:gd name="connsiteX1" fmla="*/ 0 w 88262"/>
                      <a:gd name="connsiteY1" fmla="*/ 0 h 31478"/>
                      <a:gd name="connsiteX2" fmla="*/ 1818 w 88262"/>
                      <a:gd name="connsiteY2" fmla="*/ 4123 h 31478"/>
                      <a:gd name="connsiteX3" fmla="*/ 5807 w 88262"/>
                      <a:gd name="connsiteY3" fmla="*/ 7847 h 31478"/>
                      <a:gd name="connsiteX4" fmla="*/ 18708 w 88262"/>
                      <a:gd name="connsiteY4" fmla="*/ 16181 h 31478"/>
                      <a:gd name="connsiteX5" fmla="*/ 30056 w 88262"/>
                      <a:gd name="connsiteY5" fmla="*/ 19772 h 31478"/>
                      <a:gd name="connsiteX6" fmla="*/ 34667 w 88262"/>
                      <a:gd name="connsiteY6" fmla="*/ 20880 h 31478"/>
                      <a:gd name="connsiteX7" fmla="*/ 55857 w 88262"/>
                      <a:gd name="connsiteY7" fmla="*/ 26820 h 31478"/>
                      <a:gd name="connsiteX8" fmla="*/ 57852 w 88262"/>
                      <a:gd name="connsiteY8" fmla="*/ 27441 h 31478"/>
                      <a:gd name="connsiteX9" fmla="*/ 63704 w 88262"/>
                      <a:gd name="connsiteY9" fmla="*/ 29347 h 31478"/>
                      <a:gd name="connsiteX10" fmla="*/ 69112 w 88262"/>
                      <a:gd name="connsiteY10" fmla="*/ 30588 h 31478"/>
                      <a:gd name="connsiteX11" fmla="*/ 76116 w 88262"/>
                      <a:gd name="connsiteY11" fmla="*/ 31298 h 31478"/>
                      <a:gd name="connsiteX12" fmla="*/ 83342 w 88262"/>
                      <a:gd name="connsiteY12" fmla="*/ 31431 h 31478"/>
                      <a:gd name="connsiteX13" fmla="*/ 88086 w 88262"/>
                      <a:gd name="connsiteY13" fmla="*/ 30943 h 31478"/>
                      <a:gd name="connsiteX14" fmla="*/ 88263 w 88262"/>
                      <a:gd name="connsiteY14" fmla="*/ 30899 h 31478"/>
                      <a:gd name="connsiteX15" fmla="*/ 76604 w 88262"/>
                      <a:gd name="connsiteY15" fmla="*/ 22609 h 31478"/>
                      <a:gd name="connsiteX16" fmla="*/ 64147 w 88262"/>
                      <a:gd name="connsiteY16" fmla="*/ 15870 h 31478"/>
                      <a:gd name="connsiteX17" fmla="*/ 36928 w 88262"/>
                      <a:gd name="connsiteY17" fmla="*/ 8378 h 31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8262" h="31478">
                        <a:moveTo>
                          <a:pt x="36928" y="8378"/>
                        </a:moveTo>
                        <a:cubicBezTo>
                          <a:pt x="24116" y="6605"/>
                          <a:pt x="10374" y="5142"/>
                          <a:pt x="0" y="0"/>
                        </a:cubicBezTo>
                        <a:cubicBezTo>
                          <a:pt x="133" y="1551"/>
                          <a:pt x="709" y="3014"/>
                          <a:pt x="1818" y="4123"/>
                        </a:cubicBezTo>
                        <a:cubicBezTo>
                          <a:pt x="3148" y="5453"/>
                          <a:pt x="4477" y="6694"/>
                          <a:pt x="5807" y="7847"/>
                        </a:cubicBezTo>
                        <a:cubicBezTo>
                          <a:pt x="9664" y="11038"/>
                          <a:pt x="13610" y="14186"/>
                          <a:pt x="18708" y="16181"/>
                        </a:cubicBezTo>
                        <a:cubicBezTo>
                          <a:pt x="21944" y="17644"/>
                          <a:pt x="25623" y="18841"/>
                          <a:pt x="30056" y="19772"/>
                        </a:cubicBezTo>
                        <a:cubicBezTo>
                          <a:pt x="31342" y="20126"/>
                          <a:pt x="32938" y="20481"/>
                          <a:pt x="34667" y="20880"/>
                        </a:cubicBezTo>
                        <a:cubicBezTo>
                          <a:pt x="41582" y="22165"/>
                          <a:pt x="50360" y="24914"/>
                          <a:pt x="55857" y="26820"/>
                        </a:cubicBezTo>
                        <a:cubicBezTo>
                          <a:pt x="56566" y="27042"/>
                          <a:pt x="57276" y="27219"/>
                          <a:pt x="57852" y="27441"/>
                        </a:cubicBezTo>
                        <a:cubicBezTo>
                          <a:pt x="59847" y="28239"/>
                          <a:pt x="61797" y="28904"/>
                          <a:pt x="63704" y="29347"/>
                        </a:cubicBezTo>
                        <a:cubicBezTo>
                          <a:pt x="65610" y="29790"/>
                          <a:pt x="67472" y="30145"/>
                          <a:pt x="69112" y="30588"/>
                        </a:cubicBezTo>
                        <a:cubicBezTo>
                          <a:pt x="71462" y="31076"/>
                          <a:pt x="73767" y="31298"/>
                          <a:pt x="76116" y="31298"/>
                        </a:cubicBezTo>
                        <a:cubicBezTo>
                          <a:pt x="78510" y="31386"/>
                          <a:pt x="80948" y="31564"/>
                          <a:pt x="83342" y="31431"/>
                        </a:cubicBezTo>
                        <a:cubicBezTo>
                          <a:pt x="84894" y="31342"/>
                          <a:pt x="86490" y="31209"/>
                          <a:pt x="88086" y="30943"/>
                        </a:cubicBezTo>
                        <a:lnTo>
                          <a:pt x="88263" y="30899"/>
                        </a:lnTo>
                        <a:cubicBezTo>
                          <a:pt x="84495" y="27884"/>
                          <a:pt x="80594" y="25003"/>
                          <a:pt x="76604" y="22609"/>
                        </a:cubicBezTo>
                        <a:cubicBezTo>
                          <a:pt x="72792" y="19860"/>
                          <a:pt x="68358" y="17998"/>
                          <a:pt x="64147" y="15870"/>
                        </a:cubicBezTo>
                        <a:cubicBezTo>
                          <a:pt x="55281" y="12235"/>
                          <a:pt x="46149" y="9443"/>
                          <a:pt x="36928" y="837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05" name="Forme libre : forme 20804">
                    <a:extLst>
                      <a:ext uri="{FF2B5EF4-FFF2-40B4-BE49-F238E27FC236}">
                        <a16:creationId xmlns:a16="http://schemas.microsoft.com/office/drawing/2014/main" id="{002D474A-1688-4E5B-8027-335D2A22297E}"/>
                      </a:ext>
                    </a:extLst>
                  </p:cNvPr>
                  <p:cNvSpPr/>
                  <p:nvPr/>
                </p:nvSpPr>
                <p:spPr>
                  <a:xfrm>
                    <a:off x="6102270" y="1272507"/>
                    <a:ext cx="42581" cy="19024"/>
                  </a:xfrm>
                  <a:custGeom>
                    <a:avLst/>
                    <a:gdLst>
                      <a:gd name="connsiteX0" fmla="*/ 42361 w 42581"/>
                      <a:gd name="connsiteY0" fmla="*/ 17878 h 19024"/>
                      <a:gd name="connsiteX1" fmla="*/ 38637 w 42581"/>
                      <a:gd name="connsiteY1" fmla="*/ 18986 h 19024"/>
                      <a:gd name="connsiteX2" fmla="*/ 32031 w 42581"/>
                      <a:gd name="connsiteY2" fmla="*/ 17745 h 19024"/>
                      <a:gd name="connsiteX3" fmla="*/ 28441 w 42581"/>
                      <a:gd name="connsiteY3" fmla="*/ 16637 h 19024"/>
                      <a:gd name="connsiteX4" fmla="*/ 24805 w 42581"/>
                      <a:gd name="connsiteY4" fmla="*/ 15706 h 19024"/>
                      <a:gd name="connsiteX5" fmla="*/ 19175 w 42581"/>
                      <a:gd name="connsiteY5" fmla="*/ 13932 h 19024"/>
                      <a:gd name="connsiteX6" fmla="*/ 7428 w 42581"/>
                      <a:gd name="connsiteY6" fmla="*/ 9499 h 19024"/>
                      <a:gd name="connsiteX7" fmla="*/ 25 w 42581"/>
                      <a:gd name="connsiteY7" fmla="*/ 2938 h 19024"/>
                      <a:gd name="connsiteX8" fmla="*/ 9511 w 42581"/>
                      <a:gd name="connsiteY8" fmla="*/ 57 h 19024"/>
                      <a:gd name="connsiteX9" fmla="*/ 22633 w 42581"/>
                      <a:gd name="connsiteY9" fmla="*/ 2894 h 19024"/>
                      <a:gd name="connsiteX10" fmla="*/ 28441 w 42581"/>
                      <a:gd name="connsiteY10" fmla="*/ 5377 h 19024"/>
                      <a:gd name="connsiteX11" fmla="*/ 35622 w 42581"/>
                      <a:gd name="connsiteY11" fmla="*/ 9278 h 19024"/>
                      <a:gd name="connsiteX12" fmla="*/ 41208 w 42581"/>
                      <a:gd name="connsiteY12" fmla="*/ 13888 h 19024"/>
                      <a:gd name="connsiteX13" fmla="*/ 42361 w 42581"/>
                      <a:gd name="connsiteY13" fmla="*/ 17878 h 19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2581" h="19024">
                        <a:moveTo>
                          <a:pt x="42361" y="17878"/>
                        </a:moveTo>
                        <a:cubicBezTo>
                          <a:pt x="41784" y="18942"/>
                          <a:pt x="40454" y="19119"/>
                          <a:pt x="38637" y="18986"/>
                        </a:cubicBezTo>
                        <a:cubicBezTo>
                          <a:pt x="36775" y="18942"/>
                          <a:pt x="34425" y="18454"/>
                          <a:pt x="32031" y="17745"/>
                        </a:cubicBezTo>
                        <a:cubicBezTo>
                          <a:pt x="30834" y="17346"/>
                          <a:pt x="29593" y="16991"/>
                          <a:pt x="28441" y="16637"/>
                        </a:cubicBezTo>
                        <a:cubicBezTo>
                          <a:pt x="27199" y="16326"/>
                          <a:pt x="25958" y="15972"/>
                          <a:pt x="24805" y="15706"/>
                        </a:cubicBezTo>
                        <a:cubicBezTo>
                          <a:pt x="22500" y="15041"/>
                          <a:pt x="20505" y="14376"/>
                          <a:pt x="19175" y="13932"/>
                        </a:cubicBezTo>
                        <a:cubicBezTo>
                          <a:pt x="16427" y="13134"/>
                          <a:pt x="11595" y="11494"/>
                          <a:pt x="7428" y="9499"/>
                        </a:cubicBezTo>
                        <a:cubicBezTo>
                          <a:pt x="3216" y="7770"/>
                          <a:pt x="-330" y="5465"/>
                          <a:pt x="25" y="2938"/>
                        </a:cubicBezTo>
                        <a:cubicBezTo>
                          <a:pt x="335" y="412"/>
                          <a:pt x="4591" y="-209"/>
                          <a:pt x="9511" y="57"/>
                        </a:cubicBezTo>
                        <a:cubicBezTo>
                          <a:pt x="14388" y="500"/>
                          <a:pt x="19885" y="2007"/>
                          <a:pt x="22633" y="2894"/>
                        </a:cubicBezTo>
                        <a:cubicBezTo>
                          <a:pt x="24007" y="3426"/>
                          <a:pt x="26091" y="4313"/>
                          <a:pt x="28441" y="5377"/>
                        </a:cubicBezTo>
                        <a:cubicBezTo>
                          <a:pt x="30790" y="6396"/>
                          <a:pt x="33406" y="7637"/>
                          <a:pt x="35622" y="9278"/>
                        </a:cubicBezTo>
                        <a:cubicBezTo>
                          <a:pt x="37883" y="10829"/>
                          <a:pt x="39922" y="12425"/>
                          <a:pt x="41208" y="13888"/>
                        </a:cubicBezTo>
                        <a:cubicBezTo>
                          <a:pt x="42449" y="15307"/>
                          <a:pt x="42892" y="16902"/>
                          <a:pt x="42361" y="1787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06" name="Forme libre : forme 20805">
                    <a:extLst>
                      <a:ext uri="{FF2B5EF4-FFF2-40B4-BE49-F238E27FC236}">
                        <a16:creationId xmlns:a16="http://schemas.microsoft.com/office/drawing/2014/main" id="{8A006522-F382-482F-9D6D-08005999801E}"/>
                      </a:ext>
                    </a:extLst>
                  </p:cNvPr>
                  <p:cNvSpPr/>
                  <p:nvPr/>
                </p:nvSpPr>
                <p:spPr>
                  <a:xfrm>
                    <a:off x="6102003" y="1272741"/>
                    <a:ext cx="28530" cy="16225"/>
                  </a:xfrm>
                  <a:custGeom>
                    <a:avLst/>
                    <a:gdLst>
                      <a:gd name="connsiteX0" fmla="*/ 10620 w 28530"/>
                      <a:gd name="connsiteY0" fmla="*/ 0 h 16225"/>
                      <a:gd name="connsiteX1" fmla="*/ 25 w 28530"/>
                      <a:gd name="connsiteY1" fmla="*/ 2660 h 16225"/>
                      <a:gd name="connsiteX2" fmla="*/ 7695 w 28530"/>
                      <a:gd name="connsiteY2" fmla="*/ 9265 h 16225"/>
                      <a:gd name="connsiteX3" fmla="*/ 19664 w 28530"/>
                      <a:gd name="connsiteY3" fmla="*/ 13787 h 16225"/>
                      <a:gd name="connsiteX4" fmla="*/ 28530 w 28530"/>
                      <a:gd name="connsiteY4" fmla="*/ 16225 h 16225"/>
                      <a:gd name="connsiteX5" fmla="*/ 24008 w 28530"/>
                      <a:gd name="connsiteY5" fmla="*/ 14230 h 16225"/>
                      <a:gd name="connsiteX6" fmla="*/ 19221 w 28530"/>
                      <a:gd name="connsiteY6" fmla="*/ 10950 h 16225"/>
                      <a:gd name="connsiteX7" fmla="*/ 14699 w 28530"/>
                      <a:gd name="connsiteY7" fmla="*/ 7669 h 16225"/>
                      <a:gd name="connsiteX8" fmla="*/ 10620 w 28530"/>
                      <a:gd name="connsiteY8" fmla="*/ 0 h 16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530" h="16225">
                        <a:moveTo>
                          <a:pt x="10620" y="0"/>
                        </a:moveTo>
                        <a:cubicBezTo>
                          <a:pt x="7517" y="310"/>
                          <a:pt x="-507" y="-709"/>
                          <a:pt x="25" y="2660"/>
                        </a:cubicBezTo>
                        <a:cubicBezTo>
                          <a:pt x="424" y="5364"/>
                          <a:pt x="3705" y="7581"/>
                          <a:pt x="7695" y="9265"/>
                        </a:cubicBezTo>
                        <a:cubicBezTo>
                          <a:pt x="11596" y="11171"/>
                          <a:pt x="16250" y="12723"/>
                          <a:pt x="19664" y="13787"/>
                        </a:cubicBezTo>
                        <a:cubicBezTo>
                          <a:pt x="21615" y="14541"/>
                          <a:pt x="26136" y="15782"/>
                          <a:pt x="28530" y="16225"/>
                        </a:cubicBezTo>
                        <a:cubicBezTo>
                          <a:pt x="27245" y="15737"/>
                          <a:pt x="25117" y="14940"/>
                          <a:pt x="24008" y="14230"/>
                        </a:cubicBezTo>
                        <a:cubicBezTo>
                          <a:pt x="22457" y="13211"/>
                          <a:pt x="20816" y="12102"/>
                          <a:pt x="19221" y="10950"/>
                        </a:cubicBezTo>
                        <a:cubicBezTo>
                          <a:pt x="17580" y="9930"/>
                          <a:pt x="16029" y="8822"/>
                          <a:pt x="14699" y="7669"/>
                        </a:cubicBezTo>
                        <a:cubicBezTo>
                          <a:pt x="12039" y="5364"/>
                          <a:pt x="10221" y="2748"/>
                          <a:pt x="10620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07" name="Forme libre : forme 20806">
                    <a:extLst>
                      <a:ext uri="{FF2B5EF4-FFF2-40B4-BE49-F238E27FC236}">
                        <a16:creationId xmlns:a16="http://schemas.microsoft.com/office/drawing/2014/main" id="{E093173D-C569-497D-927F-CBE12973E9AC}"/>
                      </a:ext>
                    </a:extLst>
                  </p:cNvPr>
                  <p:cNvSpPr/>
                  <p:nvPr/>
                </p:nvSpPr>
                <p:spPr>
                  <a:xfrm>
                    <a:off x="6104371" y="1274210"/>
                    <a:ext cx="42247" cy="19267"/>
                  </a:xfrm>
                  <a:custGeom>
                    <a:avLst/>
                    <a:gdLst>
                      <a:gd name="connsiteX0" fmla="*/ 41722 w 42247"/>
                      <a:gd name="connsiteY0" fmla="*/ 18480 h 19267"/>
                      <a:gd name="connsiteX1" fmla="*/ 18537 w 42247"/>
                      <a:gd name="connsiteY1" fmla="*/ 14225 h 19267"/>
                      <a:gd name="connsiteX2" fmla="*/ 7100 w 42247"/>
                      <a:gd name="connsiteY2" fmla="*/ 9658 h 19267"/>
                      <a:gd name="connsiteX3" fmla="*/ 7 w 42247"/>
                      <a:gd name="connsiteY3" fmla="*/ 2920 h 19267"/>
                      <a:gd name="connsiteX4" fmla="*/ 9405 w 42247"/>
                      <a:gd name="connsiteY4" fmla="*/ 127 h 19267"/>
                      <a:gd name="connsiteX5" fmla="*/ 22305 w 42247"/>
                      <a:gd name="connsiteY5" fmla="*/ 3230 h 19267"/>
                      <a:gd name="connsiteX6" fmla="*/ 35605 w 42247"/>
                      <a:gd name="connsiteY6" fmla="*/ 9880 h 19267"/>
                      <a:gd name="connsiteX7" fmla="*/ 41722 w 42247"/>
                      <a:gd name="connsiteY7" fmla="*/ 18480 h 19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247" h="19267">
                        <a:moveTo>
                          <a:pt x="41722" y="18480"/>
                        </a:moveTo>
                        <a:cubicBezTo>
                          <a:pt x="38176" y="21317"/>
                          <a:pt x="24433" y="15687"/>
                          <a:pt x="18537" y="14225"/>
                        </a:cubicBezTo>
                        <a:cubicBezTo>
                          <a:pt x="15744" y="13072"/>
                          <a:pt x="10956" y="11831"/>
                          <a:pt x="7100" y="9658"/>
                        </a:cubicBezTo>
                        <a:cubicBezTo>
                          <a:pt x="3154" y="7752"/>
                          <a:pt x="-171" y="5580"/>
                          <a:pt x="7" y="2920"/>
                        </a:cubicBezTo>
                        <a:cubicBezTo>
                          <a:pt x="184" y="349"/>
                          <a:pt x="4484" y="-316"/>
                          <a:pt x="9405" y="127"/>
                        </a:cubicBezTo>
                        <a:cubicBezTo>
                          <a:pt x="14281" y="837"/>
                          <a:pt x="19823" y="2078"/>
                          <a:pt x="22305" y="3230"/>
                        </a:cubicBezTo>
                        <a:cubicBezTo>
                          <a:pt x="24788" y="4206"/>
                          <a:pt x="30950" y="6467"/>
                          <a:pt x="35605" y="9880"/>
                        </a:cubicBezTo>
                        <a:cubicBezTo>
                          <a:pt x="40437" y="12895"/>
                          <a:pt x="43540" y="16929"/>
                          <a:pt x="41722" y="1848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08" name="Forme libre : forme 20807">
                    <a:extLst>
                      <a:ext uri="{FF2B5EF4-FFF2-40B4-BE49-F238E27FC236}">
                        <a16:creationId xmlns:a16="http://schemas.microsoft.com/office/drawing/2014/main" id="{80204ADF-013F-4CE5-94A6-27BA76ABAFFE}"/>
                      </a:ext>
                    </a:extLst>
                  </p:cNvPr>
                  <p:cNvSpPr/>
                  <p:nvPr/>
                </p:nvSpPr>
                <p:spPr>
                  <a:xfrm>
                    <a:off x="6081120" y="1264892"/>
                    <a:ext cx="51853" cy="29406"/>
                  </a:xfrm>
                  <a:custGeom>
                    <a:avLst/>
                    <a:gdLst>
                      <a:gd name="connsiteX0" fmla="*/ 250 w 51853"/>
                      <a:gd name="connsiteY0" fmla="*/ 8559 h 29406"/>
                      <a:gd name="connsiteX1" fmla="*/ 5437 w 51853"/>
                      <a:gd name="connsiteY1" fmla="*/ 14632 h 29406"/>
                      <a:gd name="connsiteX2" fmla="*/ 13860 w 51853"/>
                      <a:gd name="connsiteY2" fmla="*/ 20306 h 29406"/>
                      <a:gd name="connsiteX3" fmla="*/ 23613 w 51853"/>
                      <a:gd name="connsiteY3" fmla="*/ 25006 h 29406"/>
                      <a:gd name="connsiteX4" fmla="*/ 33499 w 51853"/>
                      <a:gd name="connsiteY4" fmla="*/ 27931 h 29406"/>
                      <a:gd name="connsiteX5" fmla="*/ 42852 w 51853"/>
                      <a:gd name="connsiteY5" fmla="*/ 29394 h 29406"/>
                      <a:gd name="connsiteX6" fmla="*/ 51852 w 51853"/>
                      <a:gd name="connsiteY6" fmla="*/ 26114 h 29406"/>
                      <a:gd name="connsiteX7" fmla="*/ 50211 w 51853"/>
                      <a:gd name="connsiteY7" fmla="*/ 23410 h 29406"/>
                      <a:gd name="connsiteX8" fmla="*/ 46709 w 51853"/>
                      <a:gd name="connsiteY8" fmla="*/ 21060 h 29406"/>
                      <a:gd name="connsiteX9" fmla="*/ 30307 w 51853"/>
                      <a:gd name="connsiteY9" fmla="*/ 9224 h 29406"/>
                      <a:gd name="connsiteX10" fmla="*/ 22416 w 51853"/>
                      <a:gd name="connsiteY10" fmla="*/ 3239 h 29406"/>
                      <a:gd name="connsiteX11" fmla="*/ 11599 w 51853"/>
                      <a:gd name="connsiteY11" fmla="*/ 3 h 29406"/>
                      <a:gd name="connsiteX12" fmla="*/ 250 w 51853"/>
                      <a:gd name="connsiteY12" fmla="*/ 8559 h 29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853" h="29406">
                        <a:moveTo>
                          <a:pt x="250" y="8559"/>
                        </a:moveTo>
                        <a:cubicBezTo>
                          <a:pt x="1270" y="11573"/>
                          <a:pt x="2334" y="12549"/>
                          <a:pt x="5437" y="14632"/>
                        </a:cubicBezTo>
                        <a:cubicBezTo>
                          <a:pt x="8407" y="16538"/>
                          <a:pt x="10978" y="18666"/>
                          <a:pt x="13860" y="20306"/>
                        </a:cubicBezTo>
                        <a:cubicBezTo>
                          <a:pt x="16742" y="21902"/>
                          <a:pt x="19756" y="23587"/>
                          <a:pt x="23613" y="25006"/>
                        </a:cubicBezTo>
                        <a:cubicBezTo>
                          <a:pt x="26849" y="26069"/>
                          <a:pt x="30174" y="27178"/>
                          <a:pt x="33499" y="27931"/>
                        </a:cubicBezTo>
                        <a:cubicBezTo>
                          <a:pt x="36868" y="28508"/>
                          <a:pt x="39971" y="29217"/>
                          <a:pt x="42852" y="29394"/>
                        </a:cubicBezTo>
                        <a:cubicBezTo>
                          <a:pt x="47197" y="29483"/>
                          <a:pt x="51630" y="29173"/>
                          <a:pt x="51852" y="26114"/>
                        </a:cubicBezTo>
                        <a:cubicBezTo>
                          <a:pt x="51896" y="25183"/>
                          <a:pt x="51187" y="24296"/>
                          <a:pt x="50211" y="23410"/>
                        </a:cubicBezTo>
                        <a:cubicBezTo>
                          <a:pt x="49147" y="22656"/>
                          <a:pt x="47817" y="21902"/>
                          <a:pt x="46709" y="21060"/>
                        </a:cubicBezTo>
                        <a:cubicBezTo>
                          <a:pt x="41478" y="16937"/>
                          <a:pt x="35848" y="13923"/>
                          <a:pt x="30307" y="9224"/>
                        </a:cubicBezTo>
                        <a:cubicBezTo>
                          <a:pt x="27913" y="7362"/>
                          <a:pt x="25430" y="5145"/>
                          <a:pt x="22416" y="3239"/>
                        </a:cubicBezTo>
                        <a:cubicBezTo>
                          <a:pt x="19401" y="1333"/>
                          <a:pt x="15855" y="180"/>
                          <a:pt x="11599" y="3"/>
                        </a:cubicBezTo>
                        <a:cubicBezTo>
                          <a:pt x="3885" y="-130"/>
                          <a:pt x="-1213" y="4436"/>
                          <a:pt x="250" y="8559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09" name="Forme libre : forme 20808">
                    <a:extLst>
                      <a:ext uri="{FF2B5EF4-FFF2-40B4-BE49-F238E27FC236}">
                        <a16:creationId xmlns:a16="http://schemas.microsoft.com/office/drawing/2014/main" id="{49AD89DC-822A-49D9-8159-764BA064684A}"/>
                      </a:ext>
                    </a:extLst>
                  </p:cNvPr>
                  <p:cNvSpPr/>
                  <p:nvPr/>
                </p:nvSpPr>
                <p:spPr>
                  <a:xfrm>
                    <a:off x="6092803" y="1266821"/>
                    <a:ext cx="19384" cy="4652"/>
                  </a:xfrm>
                  <a:custGeom>
                    <a:avLst/>
                    <a:gdLst>
                      <a:gd name="connsiteX0" fmla="*/ 2000 w 19384"/>
                      <a:gd name="connsiteY0" fmla="*/ 1487 h 4652"/>
                      <a:gd name="connsiteX1" fmla="*/ 93 w 19384"/>
                      <a:gd name="connsiteY1" fmla="*/ 2463 h 4652"/>
                      <a:gd name="connsiteX2" fmla="*/ 1334 w 19384"/>
                      <a:gd name="connsiteY2" fmla="*/ 3748 h 4652"/>
                      <a:gd name="connsiteX3" fmla="*/ 4748 w 19384"/>
                      <a:gd name="connsiteY3" fmla="*/ 4236 h 4652"/>
                      <a:gd name="connsiteX4" fmla="*/ 13215 w 19384"/>
                      <a:gd name="connsiteY4" fmla="*/ 4635 h 4652"/>
                      <a:gd name="connsiteX5" fmla="*/ 16318 w 19384"/>
                      <a:gd name="connsiteY5" fmla="*/ 4502 h 4652"/>
                      <a:gd name="connsiteX6" fmla="*/ 15299 w 19384"/>
                      <a:gd name="connsiteY6" fmla="*/ 290 h 4652"/>
                      <a:gd name="connsiteX7" fmla="*/ 8427 w 19384"/>
                      <a:gd name="connsiteY7" fmla="*/ 157 h 4652"/>
                      <a:gd name="connsiteX8" fmla="*/ 2000 w 19384"/>
                      <a:gd name="connsiteY8" fmla="*/ 1487 h 4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84" h="4652">
                        <a:moveTo>
                          <a:pt x="2000" y="1487"/>
                        </a:moveTo>
                        <a:cubicBezTo>
                          <a:pt x="1069" y="1753"/>
                          <a:pt x="448" y="1931"/>
                          <a:pt x="93" y="2463"/>
                        </a:cubicBezTo>
                        <a:cubicBezTo>
                          <a:pt x="-261" y="2995"/>
                          <a:pt x="448" y="3438"/>
                          <a:pt x="1334" y="3748"/>
                        </a:cubicBezTo>
                        <a:cubicBezTo>
                          <a:pt x="2266" y="4059"/>
                          <a:pt x="3640" y="4192"/>
                          <a:pt x="4748" y="4236"/>
                        </a:cubicBezTo>
                        <a:cubicBezTo>
                          <a:pt x="7497" y="4369"/>
                          <a:pt x="10422" y="4502"/>
                          <a:pt x="13215" y="4635"/>
                        </a:cubicBezTo>
                        <a:cubicBezTo>
                          <a:pt x="14324" y="4635"/>
                          <a:pt x="15387" y="4724"/>
                          <a:pt x="16318" y="4502"/>
                        </a:cubicBezTo>
                        <a:cubicBezTo>
                          <a:pt x="20264" y="3660"/>
                          <a:pt x="20884" y="1133"/>
                          <a:pt x="15299" y="290"/>
                        </a:cubicBezTo>
                        <a:cubicBezTo>
                          <a:pt x="13127" y="-20"/>
                          <a:pt x="10733" y="-109"/>
                          <a:pt x="8427" y="157"/>
                        </a:cubicBezTo>
                        <a:cubicBezTo>
                          <a:pt x="6122" y="512"/>
                          <a:pt x="3861" y="956"/>
                          <a:pt x="2000" y="148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10" name="Forme libre : forme 20809">
                    <a:extLst>
                      <a:ext uri="{FF2B5EF4-FFF2-40B4-BE49-F238E27FC236}">
                        <a16:creationId xmlns:a16="http://schemas.microsoft.com/office/drawing/2014/main" id="{38ABC88A-6E8E-4CB0-B705-4E554FA89C50}"/>
                      </a:ext>
                    </a:extLst>
                  </p:cNvPr>
                  <p:cNvSpPr/>
                  <p:nvPr/>
                </p:nvSpPr>
                <p:spPr>
                  <a:xfrm>
                    <a:off x="6127475" y="1299517"/>
                    <a:ext cx="28815" cy="2817"/>
                  </a:xfrm>
                  <a:custGeom>
                    <a:avLst/>
                    <a:gdLst>
                      <a:gd name="connsiteX0" fmla="*/ 28815 w 28815"/>
                      <a:gd name="connsiteY0" fmla="*/ 1995 h 2817"/>
                      <a:gd name="connsiteX1" fmla="*/ 14629 w 28815"/>
                      <a:gd name="connsiteY1" fmla="*/ 2083 h 2817"/>
                      <a:gd name="connsiteX2" fmla="*/ 0 w 28815"/>
                      <a:gd name="connsiteY2" fmla="*/ 0 h 2817"/>
                      <a:gd name="connsiteX3" fmla="*/ 14275 w 28815"/>
                      <a:gd name="connsiteY3" fmla="*/ 1108 h 2817"/>
                      <a:gd name="connsiteX4" fmla="*/ 28815 w 28815"/>
                      <a:gd name="connsiteY4" fmla="*/ 1995 h 2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15" h="2817">
                        <a:moveTo>
                          <a:pt x="28815" y="1995"/>
                        </a:moveTo>
                        <a:cubicBezTo>
                          <a:pt x="25313" y="3502"/>
                          <a:pt x="19816" y="2571"/>
                          <a:pt x="14629" y="2083"/>
                        </a:cubicBezTo>
                        <a:cubicBezTo>
                          <a:pt x="9576" y="1197"/>
                          <a:pt x="4034" y="576"/>
                          <a:pt x="0" y="0"/>
                        </a:cubicBezTo>
                        <a:cubicBezTo>
                          <a:pt x="4389" y="665"/>
                          <a:pt x="9531" y="576"/>
                          <a:pt x="14275" y="1108"/>
                        </a:cubicBezTo>
                        <a:cubicBezTo>
                          <a:pt x="19240" y="1241"/>
                          <a:pt x="24471" y="1817"/>
                          <a:pt x="28815" y="19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11" name="Forme libre : forme 20810">
                    <a:extLst>
                      <a:ext uri="{FF2B5EF4-FFF2-40B4-BE49-F238E27FC236}">
                        <a16:creationId xmlns:a16="http://schemas.microsoft.com/office/drawing/2014/main" id="{02727CF7-3D49-42BD-BE0F-9167B097C7BE}"/>
                      </a:ext>
                    </a:extLst>
                  </p:cNvPr>
                  <p:cNvSpPr/>
                  <p:nvPr/>
                </p:nvSpPr>
                <p:spPr>
                  <a:xfrm>
                    <a:off x="6071529" y="1258695"/>
                    <a:ext cx="34666" cy="8682"/>
                  </a:xfrm>
                  <a:custGeom>
                    <a:avLst/>
                    <a:gdLst>
                      <a:gd name="connsiteX0" fmla="*/ 34667 w 34666"/>
                      <a:gd name="connsiteY0" fmla="*/ 304 h 8682"/>
                      <a:gd name="connsiteX1" fmla="*/ 0 w 34666"/>
                      <a:gd name="connsiteY1" fmla="*/ 8683 h 8682"/>
                      <a:gd name="connsiteX2" fmla="*/ 34667 w 34666"/>
                      <a:gd name="connsiteY2" fmla="*/ 304 h 8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666" h="8682">
                        <a:moveTo>
                          <a:pt x="34667" y="304"/>
                        </a:moveTo>
                        <a:cubicBezTo>
                          <a:pt x="20791" y="-1203"/>
                          <a:pt x="8511" y="3097"/>
                          <a:pt x="0" y="8683"/>
                        </a:cubicBezTo>
                        <a:cubicBezTo>
                          <a:pt x="7669" y="2964"/>
                          <a:pt x="22697" y="437"/>
                          <a:pt x="34667" y="3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12" name="Forme libre : forme 20811">
                    <a:extLst>
                      <a:ext uri="{FF2B5EF4-FFF2-40B4-BE49-F238E27FC236}">
                        <a16:creationId xmlns:a16="http://schemas.microsoft.com/office/drawing/2014/main" id="{6FC22418-C66B-4C12-834C-60D5D25015C4}"/>
                      </a:ext>
                    </a:extLst>
                  </p:cNvPr>
                  <p:cNvSpPr/>
                  <p:nvPr/>
                </p:nvSpPr>
                <p:spPr>
                  <a:xfrm>
                    <a:off x="6120726" y="1276208"/>
                    <a:ext cx="15624" cy="8284"/>
                  </a:xfrm>
                  <a:custGeom>
                    <a:avLst/>
                    <a:gdLst>
                      <a:gd name="connsiteX0" fmla="*/ 15305 w 15624"/>
                      <a:gd name="connsiteY0" fmla="*/ 8148 h 8284"/>
                      <a:gd name="connsiteX1" fmla="*/ 5818 w 15624"/>
                      <a:gd name="connsiteY1" fmla="*/ 5133 h 8284"/>
                      <a:gd name="connsiteX2" fmla="*/ 1784 w 15624"/>
                      <a:gd name="connsiteY2" fmla="*/ 2784 h 8284"/>
                      <a:gd name="connsiteX3" fmla="*/ 321 w 15624"/>
                      <a:gd name="connsiteY3" fmla="*/ 390 h 8284"/>
                      <a:gd name="connsiteX4" fmla="*/ 9542 w 15624"/>
                      <a:gd name="connsiteY4" fmla="*/ 2917 h 8284"/>
                      <a:gd name="connsiteX5" fmla="*/ 13797 w 15624"/>
                      <a:gd name="connsiteY5" fmla="*/ 5399 h 8284"/>
                      <a:gd name="connsiteX6" fmla="*/ 15305 w 15624"/>
                      <a:gd name="connsiteY6" fmla="*/ 8148 h 8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24" h="8284">
                        <a:moveTo>
                          <a:pt x="15305" y="8148"/>
                        </a:moveTo>
                        <a:cubicBezTo>
                          <a:pt x="13709" y="8946"/>
                          <a:pt x="7724" y="6020"/>
                          <a:pt x="5818" y="5133"/>
                        </a:cubicBezTo>
                        <a:cubicBezTo>
                          <a:pt x="4887" y="4690"/>
                          <a:pt x="3158" y="3670"/>
                          <a:pt x="1784" y="2784"/>
                        </a:cubicBezTo>
                        <a:cubicBezTo>
                          <a:pt x="410" y="1941"/>
                          <a:pt x="-522" y="1010"/>
                          <a:pt x="321" y="390"/>
                        </a:cubicBezTo>
                        <a:cubicBezTo>
                          <a:pt x="2094" y="-1073"/>
                          <a:pt x="7768" y="1986"/>
                          <a:pt x="9542" y="2917"/>
                        </a:cubicBezTo>
                        <a:cubicBezTo>
                          <a:pt x="10428" y="3404"/>
                          <a:pt x="12334" y="4335"/>
                          <a:pt x="13797" y="5399"/>
                        </a:cubicBezTo>
                        <a:cubicBezTo>
                          <a:pt x="15216" y="6508"/>
                          <a:pt x="16147" y="7616"/>
                          <a:pt x="15305" y="814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13" name="Forme libre : forme 20812">
                    <a:extLst>
                      <a:ext uri="{FF2B5EF4-FFF2-40B4-BE49-F238E27FC236}">
                        <a16:creationId xmlns:a16="http://schemas.microsoft.com/office/drawing/2014/main" id="{42E829F1-2ADB-4D67-A165-94625500F710}"/>
                      </a:ext>
                    </a:extLst>
                  </p:cNvPr>
                  <p:cNvSpPr/>
                  <p:nvPr/>
                </p:nvSpPr>
                <p:spPr>
                  <a:xfrm>
                    <a:off x="6134293" y="1282709"/>
                    <a:ext cx="4317" cy="2706"/>
                  </a:xfrm>
                  <a:custGeom>
                    <a:avLst/>
                    <a:gdLst>
                      <a:gd name="connsiteX0" fmla="*/ 4309 w 4317"/>
                      <a:gd name="connsiteY0" fmla="*/ 2401 h 2706"/>
                      <a:gd name="connsiteX1" fmla="*/ 2004 w 4317"/>
                      <a:gd name="connsiteY1" fmla="*/ 2135 h 2706"/>
                      <a:gd name="connsiteX2" fmla="*/ 9 w 4317"/>
                      <a:gd name="connsiteY2" fmla="*/ 317 h 2706"/>
                      <a:gd name="connsiteX3" fmla="*/ 2270 w 4317"/>
                      <a:gd name="connsiteY3" fmla="*/ 539 h 2706"/>
                      <a:gd name="connsiteX4" fmla="*/ 4309 w 4317"/>
                      <a:gd name="connsiteY4" fmla="*/ 2401 h 2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7" h="2706">
                        <a:moveTo>
                          <a:pt x="4309" y="2401"/>
                        </a:moveTo>
                        <a:cubicBezTo>
                          <a:pt x="4176" y="3066"/>
                          <a:pt x="2713" y="2490"/>
                          <a:pt x="2004" y="2135"/>
                        </a:cubicBezTo>
                        <a:cubicBezTo>
                          <a:pt x="1294" y="1780"/>
                          <a:pt x="-124" y="982"/>
                          <a:pt x="9" y="317"/>
                        </a:cubicBezTo>
                        <a:cubicBezTo>
                          <a:pt x="142" y="-348"/>
                          <a:pt x="1516" y="184"/>
                          <a:pt x="2270" y="539"/>
                        </a:cubicBezTo>
                        <a:cubicBezTo>
                          <a:pt x="2979" y="894"/>
                          <a:pt x="4442" y="1736"/>
                          <a:pt x="4309" y="240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14" name="Forme libre : forme 20813">
                    <a:extLst>
                      <a:ext uri="{FF2B5EF4-FFF2-40B4-BE49-F238E27FC236}">
                        <a16:creationId xmlns:a16="http://schemas.microsoft.com/office/drawing/2014/main" id="{30421104-043A-444D-BA22-1A7BF9DC51A5}"/>
                      </a:ext>
                    </a:extLst>
                  </p:cNvPr>
                  <p:cNvSpPr/>
                  <p:nvPr/>
                </p:nvSpPr>
                <p:spPr>
                  <a:xfrm>
                    <a:off x="6123381" y="1266486"/>
                    <a:ext cx="33707" cy="31673"/>
                  </a:xfrm>
                  <a:custGeom>
                    <a:avLst/>
                    <a:gdLst>
                      <a:gd name="connsiteX0" fmla="*/ 29052 w 33707"/>
                      <a:gd name="connsiteY0" fmla="*/ 18801 h 31673"/>
                      <a:gd name="connsiteX1" fmla="*/ 33706 w 33707"/>
                      <a:gd name="connsiteY1" fmla="*/ 30415 h 31673"/>
                      <a:gd name="connsiteX2" fmla="*/ 29761 w 33707"/>
                      <a:gd name="connsiteY2" fmla="*/ 30815 h 31673"/>
                      <a:gd name="connsiteX3" fmla="*/ 26613 w 33707"/>
                      <a:gd name="connsiteY3" fmla="*/ 26736 h 31673"/>
                      <a:gd name="connsiteX4" fmla="*/ 22358 w 33707"/>
                      <a:gd name="connsiteY4" fmla="*/ 20086 h 31673"/>
                      <a:gd name="connsiteX5" fmla="*/ 16462 w 33707"/>
                      <a:gd name="connsiteY5" fmla="*/ 13969 h 31673"/>
                      <a:gd name="connsiteX6" fmla="*/ 636 w 33707"/>
                      <a:gd name="connsiteY6" fmla="*/ 581 h 31673"/>
                      <a:gd name="connsiteX7" fmla="*/ 22446 w 33707"/>
                      <a:gd name="connsiteY7" fmla="*/ 9137 h 31673"/>
                      <a:gd name="connsiteX8" fmla="*/ 29052 w 33707"/>
                      <a:gd name="connsiteY8" fmla="*/ 18801 h 31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707" h="31673">
                        <a:moveTo>
                          <a:pt x="29052" y="18801"/>
                        </a:moveTo>
                        <a:cubicBezTo>
                          <a:pt x="31978" y="23145"/>
                          <a:pt x="33529" y="26337"/>
                          <a:pt x="33706" y="30415"/>
                        </a:cubicBezTo>
                        <a:cubicBezTo>
                          <a:pt x="33751" y="31923"/>
                          <a:pt x="31534" y="32100"/>
                          <a:pt x="29761" y="30815"/>
                        </a:cubicBezTo>
                        <a:cubicBezTo>
                          <a:pt x="28032" y="29529"/>
                          <a:pt x="27367" y="28155"/>
                          <a:pt x="26613" y="26736"/>
                        </a:cubicBezTo>
                        <a:cubicBezTo>
                          <a:pt x="25417" y="24475"/>
                          <a:pt x="23998" y="22303"/>
                          <a:pt x="22358" y="20086"/>
                        </a:cubicBezTo>
                        <a:cubicBezTo>
                          <a:pt x="20717" y="17914"/>
                          <a:pt x="18634" y="16097"/>
                          <a:pt x="16462" y="13969"/>
                        </a:cubicBezTo>
                        <a:cubicBezTo>
                          <a:pt x="14068" y="10821"/>
                          <a:pt x="-3532" y="2842"/>
                          <a:pt x="636" y="581"/>
                        </a:cubicBezTo>
                        <a:cubicBezTo>
                          <a:pt x="5069" y="-2123"/>
                          <a:pt x="18767" y="5280"/>
                          <a:pt x="22446" y="9137"/>
                        </a:cubicBezTo>
                        <a:cubicBezTo>
                          <a:pt x="26392" y="12461"/>
                          <a:pt x="26879" y="15565"/>
                          <a:pt x="29052" y="1880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751" name="Graphique 2">
                  <a:extLst>
                    <a:ext uri="{FF2B5EF4-FFF2-40B4-BE49-F238E27FC236}">
                      <a16:creationId xmlns:a16="http://schemas.microsoft.com/office/drawing/2014/main" id="{E84CCBBC-B99B-44A3-B540-760C9702DCDD}"/>
                    </a:ext>
                  </a:extLst>
                </p:cNvPr>
                <p:cNvGrpSpPr/>
                <p:nvPr/>
              </p:nvGrpSpPr>
              <p:grpSpPr>
                <a:xfrm>
                  <a:off x="6158726" y="1298010"/>
                  <a:ext cx="79919" cy="67054"/>
                  <a:chOff x="6158726" y="1298010"/>
                  <a:chExt cx="79919" cy="67054"/>
                </a:xfrm>
                <a:solidFill>
                  <a:schemeClr val="accent1"/>
                </a:solidFill>
              </p:grpSpPr>
              <p:sp>
                <p:nvSpPr>
                  <p:cNvPr id="20791" name="Forme libre : forme 20790">
                    <a:extLst>
                      <a:ext uri="{FF2B5EF4-FFF2-40B4-BE49-F238E27FC236}">
                        <a16:creationId xmlns:a16="http://schemas.microsoft.com/office/drawing/2014/main" id="{489FFA5C-6FC4-42F9-B8B2-F811FAC13258}"/>
                      </a:ext>
                    </a:extLst>
                  </p:cNvPr>
                  <p:cNvSpPr/>
                  <p:nvPr/>
                </p:nvSpPr>
                <p:spPr>
                  <a:xfrm>
                    <a:off x="6158726" y="1298010"/>
                    <a:ext cx="79919" cy="67054"/>
                  </a:xfrm>
                  <a:custGeom>
                    <a:avLst/>
                    <a:gdLst>
                      <a:gd name="connsiteX0" fmla="*/ 42028 w 79919"/>
                      <a:gd name="connsiteY0" fmla="*/ 59094 h 67054"/>
                      <a:gd name="connsiteX1" fmla="*/ 15252 w 79919"/>
                      <a:gd name="connsiteY1" fmla="*/ 37682 h 67054"/>
                      <a:gd name="connsiteX2" fmla="*/ 47 w 79919"/>
                      <a:gd name="connsiteY2" fmla="*/ 7492 h 67054"/>
                      <a:gd name="connsiteX3" fmla="*/ 6741 w 79919"/>
                      <a:gd name="connsiteY3" fmla="*/ 0 h 67054"/>
                      <a:gd name="connsiteX4" fmla="*/ 38570 w 79919"/>
                      <a:gd name="connsiteY4" fmla="*/ 11438 h 67054"/>
                      <a:gd name="connsiteX5" fmla="*/ 61711 w 79919"/>
                      <a:gd name="connsiteY5" fmla="*/ 30101 h 67054"/>
                      <a:gd name="connsiteX6" fmla="*/ 72838 w 79919"/>
                      <a:gd name="connsiteY6" fmla="*/ 42292 h 67054"/>
                      <a:gd name="connsiteX7" fmla="*/ 79000 w 79919"/>
                      <a:gd name="connsiteY7" fmla="*/ 54882 h 67054"/>
                      <a:gd name="connsiteX8" fmla="*/ 79887 w 79919"/>
                      <a:gd name="connsiteY8" fmla="*/ 60246 h 67054"/>
                      <a:gd name="connsiteX9" fmla="*/ 77227 w 79919"/>
                      <a:gd name="connsiteY9" fmla="*/ 64591 h 67054"/>
                      <a:gd name="connsiteX10" fmla="*/ 60824 w 79919"/>
                      <a:gd name="connsiteY10" fmla="*/ 66719 h 67054"/>
                      <a:gd name="connsiteX11" fmla="*/ 42028 w 79919"/>
                      <a:gd name="connsiteY11" fmla="*/ 59094 h 67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9919" h="67054">
                        <a:moveTo>
                          <a:pt x="42028" y="59094"/>
                        </a:moveTo>
                        <a:cubicBezTo>
                          <a:pt x="34846" y="54528"/>
                          <a:pt x="21192" y="43356"/>
                          <a:pt x="15252" y="37682"/>
                        </a:cubicBezTo>
                        <a:cubicBezTo>
                          <a:pt x="4036" y="27042"/>
                          <a:pt x="1465" y="18309"/>
                          <a:pt x="47" y="7492"/>
                        </a:cubicBezTo>
                        <a:cubicBezTo>
                          <a:pt x="-441" y="3769"/>
                          <a:pt x="2972" y="-44"/>
                          <a:pt x="6741" y="0"/>
                        </a:cubicBezTo>
                        <a:cubicBezTo>
                          <a:pt x="17602" y="45"/>
                          <a:pt x="27310" y="2838"/>
                          <a:pt x="38570" y="11438"/>
                        </a:cubicBezTo>
                        <a:cubicBezTo>
                          <a:pt x="44599" y="16093"/>
                          <a:pt x="56037" y="25535"/>
                          <a:pt x="61711" y="30101"/>
                        </a:cubicBezTo>
                        <a:cubicBezTo>
                          <a:pt x="67031" y="34401"/>
                          <a:pt x="70356" y="38302"/>
                          <a:pt x="72838" y="42292"/>
                        </a:cubicBezTo>
                        <a:cubicBezTo>
                          <a:pt x="75321" y="46326"/>
                          <a:pt x="76917" y="50449"/>
                          <a:pt x="79000" y="54882"/>
                        </a:cubicBezTo>
                        <a:cubicBezTo>
                          <a:pt x="79754" y="56478"/>
                          <a:pt x="80020" y="58384"/>
                          <a:pt x="79887" y="60246"/>
                        </a:cubicBezTo>
                        <a:cubicBezTo>
                          <a:pt x="79709" y="62064"/>
                          <a:pt x="79000" y="63793"/>
                          <a:pt x="77227" y="64591"/>
                        </a:cubicBezTo>
                        <a:cubicBezTo>
                          <a:pt x="72395" y="66807"/>
                          <a:pt x="66765" y="67561"/>
                          <a:pt x="60824" y="66719"/>
                        </a:cubicBezTo>
                        <a:cubicBezTo>
                          <a:pt x="54928" y="65876"/>
                          <a:pt x="48633" y="63394"/>
                          <a:pt x="42028" y="5909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92" name="Forme libre : forme 20791">
                    <a:extLst>
                      <a:ext uri="{FF2B5EF4-FFF2-40B4-BE49-F238E27FC236}">
                        <a16:creationId xmlns:a16="http://schemas.microsoft.com/office/drawing/2014/main" id="{EEB9E91A-87EF-43C2-9ADE-ACFCAA52DED9}"/>
                      </a:ext>
                    </a:extLst>
                  </p:cNvPr>
                  <p:cNvSpPr/>
                  <p:nvPr/>
                </p:nvSpPr>
                <p:spPr>
                  <a:xfrm>
                    <a:off x="6158825" y="1301113"/>
                    <a:ext cx="77349" cy="63755"/>
                  </a:xfrm>
                  <a:custGeom>
                    <a:avLst/>
                    <a:gdLst>
                      <a:gd name="connsiteX0" fmla="*/ 27211 w 77349"/>
                      <a:gd name="connsiteY0" fmla="*/ 28283 h 63755"/>
                      <a:gd name="connsiteX1" fmla="*/ 1189 w 77349"/>
                      <a:gd name="connsiteY1" fmla="*/ 0 h 63755"/>
                      <a:gd name="connsiteX2" fmla="*/ 36 w 77349"/>
                      <a:gd name="connsiteY2" fmla="*/ 4344 h 63755"/>
                      <a:gd name="connsiteX3" fmla="*/ 923 w 77349"/>
                      <a:gd name="connsiteY3" fmla="*/ 9753 h 63755"/>
                      <a:gd name="connsiteX4" fmla="*/ 6775 w 77349"/>
                      <a:gd name="connsiteY4" fmla="*/ 24559 h 63755"/>
                      <a:gd name="connsiteX5" fmla="*/ 15242 w 77349"/>
                      <a:gd name="connsiteY5" fmla="*/ 34489 h 63755"/>
                      <a:gd name="connsiteX6" fmla="*/ 19232 w 77349"/>
                      <a:gd name="connsiteY6" fmla="*/ 38125 h 63755"/>
                      <a:gd name="connsiteX7" fmla="*/ 39801 w 77349"/>
                      <a:gd name="connsiteY7" fmla="*/ 54438 h 63755"/>
                      <a:gd name="connsiteX8" fmla="*/ 41973 w 77349"/>
                      <a:gd name="connsiteY8" fmla="*/ 55901 h 63755"/>
                      <a:gd name="connsiteX9" fmla="*/ 55494 w 77349"/>
                      <a:gd name="connsiteY9" fmla="*/ 62329 h 63755"/>
                      <a:gd name="connsiteX10" fmla="*/ 72340 w 77349"/>
                      <a:gd name="connsiteY10" fmla="*/ 63039 h 63755"/>
                      <a:gd name="connsiteX11" fmla="*/ 77172 w 77349"/>
                      <a:gd name="connsiteY11" fmla="*/ 61354 h 63755"/>
                      <a:gd name="connsiteX12" fmla="*/ 77349 w 77349"/>
                      <a:gd name="connsiteY12" fmla="*/ 61265 h 63755"/>
                      <a:gd name="connsiteX13" fmla="*/ 50795 w 77349"/>
                      <a:gd name="connsiteY13" fmla="*/ 46060 h 63755"/>
                      <a:gd name="connsiteX14" fmla="*/ 27211 w 77349"/>
                      <a:gd name="connsiteY14" fmla="*/ 28283 h 63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7349" h="63755">
                        <a:moveTo>
                          <a:pt x="27211" y="28283"/>
                        </a:moveTo>
                        <a:cubicBezTo>
                          <a:pt x="16439" y="20215"/>
                          <a:pt x="5932" y="10551"/>
                          <a:pt x="1189" y="0"/>
                        </a:cubicBezTo>
                        <a:cubicBezTo>
                          <a:pt x="347" y="1286"/>
                          <a:pt x="-141" y="2793"/>
                          <a:pt x="36" y="4344"/>
                        </a:cubicBezTo>
                        <a:cubicBezTo>
                          <a:pt x="258" y="6206"/>
                          <a:pt x="568" y="8024"/>
                          <a:pt x="923" y="9753"/>
                        </a:cubicBezTo>
                        <a:cubicBezTo>
                          <a:pt x="1942" y="14807"/>
                          <a:pt x="3583" y="19639"/>
                          <a:pt x="6775" y="24559"/>
                        </a:cubicBezTo>
                        <a:cubicBezTo>
                          <a:pt x="8858" y="27751"/>
                          <a:pt x="11562" y="31032"/>
                          <a:pt x="15242" y="34489"/>
                        </a:cubicBezTo>
                        <a:cubicBezTo>
                          <a:pt x="16350" y="35553"/>
                          <a:pt x="17724" y="36750"/>
                          <a:pt x="19232" y="38125"/>
                        </a:cubicBezTo>
                        <a:cubicBezTo>
                          <a:pt x="25216" y="43356"/>
                          <a:pt x="33816" y="50271"/>
                          <a:pt x="39801" y="54438"/>
                        </a:cubicBezTo>
                        <a:cubicBezTo>
                          <a:pt x="40599" y="54970"/>
                          <a:pt x="41308" y="55458"/>
                          <a:pt x="41973" y="55901"/>
                        </a:cubicBezTo>
                        <a:cubicBezTo>
                          <a:pt x="46628" y="58960"/>
                          <a:pt x="51194" y="61044"/>
                          <a:pt x="55494" y="62329"/>
                        </a:cubicBezTo>
                        <a:cubicBezTo>
                          <a:pt x="61479" y="64014"/>
                          <a:pt x="67198" y="64147"/>
                          <a:pt x="72340" y="63039"/>
                        </a:cubicBezTo>
                        <a:cubicBezTo>
                          <a:pt x="74069" y="62595"/>
                          <a:pt x="75665" y="62063"/>
                          <a:pt x="77172" y="61354"/>
                        </a:cubicBezTo>
                        <a:lnTo>
                          <a:pt x="77349" y="61265"/>
                        </a:lnTo>
                        <a:cubicBezTo>
                          <a:pt x="67286" y="57763"/>
                          <a:pt x="58908" y="51912"/>
                          <a:pt x="50795" y="46060"/>
                        </a:cubicBezTo>
                        <a:cubicBezTo>
                          <a:pt x="42638" y="40208"/>
                          <a:pt x="34925" y="34046"/>
                          <a:pt x="27211" y="2828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93" name="Forme libre : forme 20792">
                    <a:extLst>
                      <a:ext uri="{FF2B5EF4-FFF2-40B4-BE49-F238E27FC236}">
                        <a16:creationId xmlns:a16="http://schemas.microsoft.com/office/drawing/2014/main" id="{E819C310-33C2-4FB1-A68B-B99313C69DCE}"/>
                      </a:ext>
                    </a:extLst>
                  </p:cNvPr>
                  <p:cNvSpPr/>
                  <p:nvPr/>
                </p:nvSpPr>
                <p:spPr>
                  <a:xfrm>
                    <a:off x="6185255" y="1322311"/>
                    <a:ext cx="36583" cy="29862"/>
                  </a:xfrm>
                  <a:custGeom>
                    <a:avLst/>
                    <a:gdLst>
                      <a:gd name="connsiteX0" fmla="*/ 36334 w 36583"/>
                      <a:gd name="connsiteY0" fmla="*/ 28808 h 29862"/>
                      <a:gd name="connsiteX1" fmla="*/ 25739 w 36583"/>
                      <a:gd name="connsiteY1" fmla="*/ 27345 h 29862"/>
                      <a:gd name="connsiteX2" fmla="*/ 13548 w 36583"/>
                      <a:gd name="connsiteY2" fmla="*/ 19631 h 29862"/>
                      <a:gd name="connsiteX3" fmla="*/ 559 w 36583"/>
                      <a:gd name="connsiteY3" fmla="*/ 923 h 29862"/>
                      <a:gd name="connsiteX4" fmla="*/ 20597 w 36583"/>
                      <a:gd name="connsiteY4" fmla="*/ 10455 h 29862"/>
                      <a:gd name="connsiteX5" fmla="*/ 30837 w 36583"/>
                      <a:gd name="connsiteY5" fmla="*/ 19587 h 29862"/>
                      <a:gd name="connsiteX6" fmla="*/ 36334 w 36583"/>
                      <a:gd name="connsiteY6" fmla="*/ 28808 h 29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583" h="29862">
                        <a:moveTo>
                          <a:pt x="36334" y="28808"/>
                        </a:moveTo>
                        <a:cubicBezTo>
                          <a:pt x="35181" y="30847"/>
                          <a:pt x="30571" y="29694"/>
                          <a:pt x="25739" y="27345"/>
                        </a:cubicBezTo>
                        <a:cubicBezTo>
                          <a:pt x="20907" y="24995"/>
                          <a:pt x="15942" y="21493"/>
                          <a:pt x="13548" y="19631"/>
                        </a:cubicBezTo>
                        <a:cubicBezTo>
                          <a:pt x="8672" y="15907"/>
                          <a:pt x="-2633" y="4958"/>
                          <a:pt x="559" y="923"/>
                        </a:cubicBezTo>
                        <a:cubicBezTo>
                          <a:pt x="3751" y="-3066"/>
                          <a:pt x="16341" y="6952"/>
                          <a:pt x="20597" y="10455"/>
                        </a:cubicBezTo>
                        <a:cubicBezTo>
                          <a:pt x="22725" y="12228"/>
                          <a:pt x="27158" y="15996"/>
                          <a:pt x="30837" y="19587"/>
                        </a:cubicBezTo>
                        <a:cubicBezTo>
                          <a:pt x="34472" y="23222"/>
                          <a:pt x="37487" y="26768"/>
                          <a:pt x="36334" y="28808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94" name="Forme libre : forme 20793">
                    <a:extLst>
                      <a:ext uri="{FF2B5EF4-FFF2-40B4-BE49-F238E27FC236}">
                        <a16:creationId xmlns:a16="http://schemas.microsoft.com/office/drawing/2014/main" id="{B6DF1DC8-EA0E-458F-ABD8-364C11BEDE95}"/>
                      </a:ext>
                    </a:extLst>
                  </p:cNvPr>
                  <p:cNvSpPr/>
                  <p:nvPr/>
                </p:nvSpPr>
                <p:spPr>
                  <a:xfrm>
                    <a:off x="6185317" y="1322033"/>
                    <a:ext cx="21952" cy="25450"/>
                  </a:xfrm>
                  <a:custGeom>
                    <a:avLst/>
                    <a:gdLst>
                      <a:gd name="connsiteX0" fmla="*/ 10737 w 21952"/>
                      <a:gd name="connsiteY0" fmla="*/ 3729 h 25450"/>
                      <a:gd name="connsiteX1" fmla="*/ 275 w 21952"/>
                      <a:gd name="connsiteY1" fmla="*/ 1069 h 25450"/>
                      <a:gd name="connsiteX2" fmla="*/ 13663 w 21952"/>
                      <a:gd name="connsiteY2" fmla="*/ 20087 h 25450"/>
                      <a:gd name="connsiteX3" fmla="*/ 21953 w 21952"/>
                      <a:gd name="connsiteY3" fmla="*/ 25451 h 25450"/>
                      <a:gd name="connsiteX4" fmla="*/ 17919 w 21952"/>
                      <a:gd name="connsiteY4" fmla="*/ 22037 h 25450"/>
                      <a:gd name="connsiteX5" fmla="*/ 10737 w 21952"/>
                      <a:gd name="connsiteY5" fmla="*/ 3729 h 25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952" h="25450">
                        <a:moveTo>
                          <a:pt x="10737" y="3729"/>
                        </a:moveTo>
                        <a:cubicBezTo>
                          <a:pt x="7989" y="2620"/>
                          <a:pt x="1560" y="-2079"/>
                          <a:pt x="275" y="1069"/>
                        </a:cubicBezTo>
                        <a:cubicBezTo>
                          <a:pt x="-1720" y="6078"/>
                          <a:pt x="7589" y="15299"/>
                          <a:pt x="13663" y="20087"/>
                        </a:cubicBezTo>
                        <a:cubicBezTo>
                          <a:pt x="15392" y="21505"/>
                          <a:pt x="19648" y="24298"/>
                          <a:pt x="21953" y="25451"/>
                        </a:cubicBezTo>
                        <a:cubicBezTo>
                          <a:pt x="20800" y="24564"/>
                          <a:pt x="18850" y="23057"/>
                          <a:pt x="17919" y="22037"/>
                        </a:cubicBezTo>
                        <a:cubicBezTo>
                          <a:pt x="12776" y="16008"/>
                          <a:pt x="7501" y="8339"/>
                          <a:pt x="10737" y="372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95" name="Forme libre : forme 20794">
                    <a:extLst>
                      <a:ext uri="{FF2B5EF4-FFF2-40B4-BE49-F238E27FC236}">
                        <a16:creationId xmlns:a16="http://schemas.microsoft.com/office/drawing/2014/main" id="{F6C43469-B1E8-4C7C-A7A0-66F8C81A5040}"/>
                      </a:ext>
                    </a:extLst>
                  </p:cNvPr>
                  <p:cNvSpPr/>
                  <p:nvPr/>
                </p:nvSpPr>
                <p:spPr>
                  <a:xfrm>
                    <a:off x="6186224" y="1324737"/>
                    <a:ext cx="37365" cy="29513"/>
                  </a:xfrm>
                  <a:custGeom>
                    <a:avLst/>
                    <a:gdLst>
                      <a:gd name="connsiteX0" fmla="*/ 36872 w 37365"/>
                      <a:gd name="connsiteY0" fmla="*/ 28687 h 29513"/>
                      <a:gd name="connsiteX1" fmla="*/ 25657 w 37365"/>
                      <a:gd name="connsiteY1" fmla="*/ 27047 h 29513"/>
                      <a:gd name="connsiteX2" fmla="*/ 13421 w 37365"/>
                      <a:gd name="connsiteY2" fmla="*/ 19644 h 29513"/>
                      <a:gd name="connsiteX3" fmla="*/ 521 w 37365"/>
                      <a:gd name="connsiteY3" fmla="*/ 1024 h 29513"/>
                      <a:gd name="connsiteX4" fmla="*/ 20514 w 37365"/>
                      <a:gd name="connsiteY4" fmla="*/ 10511 h 29513"/>
                      <a:gd name="connsiteX5" fmla="*/ 31375 w 37365"/>
                      <a:gd name="connsiteY5" fmla="*/ 19776 h 29513"/>
                      <a:gd name="connsiteX6" fmla="*/ 36872 w 37365"/>
                      <a:gd name="connsiteY6" fmla="*/ 28687 h 29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365" h="29513">
                        <a:moveTo>
                          <a:pt x="36872" y="28687"/>
                        </a:moveTo>
                        <a:cubicBezTo>
                          <a:pt x="35099" y="30372"/>
                          <a:pt x="30400" y="29308"/>
                          <a:pt x="25657" y="27047"/>
                        </a:cubicBezTo>
                        <a:cubicBezTo>
                          <a:pt x="20913" y="24830"/>
                          <a:pt x="16081" y="21594"/>
                          <a:pt x="13421" y="19644"/>
                        </a:cubicBezTo>
                        <a:cubicBezTo>
                          <a:pt x="8013" y="15742"/>
                          <a:pt x="-2449" y="5369"/>
                          <a:pt x="521" y="1024"/>
                        </a:cubicBezTo>
                        <a:cubicBezTo>
                          <a:pt x="3447" y="-3320"/>
                          <a:pt x="16436" y="7364"/>
                          <a:pt x="20514" y="10511"/>
                        </a:cubicBezTo>
                        <a:cubicBezTo>
                          <a:pt x="22509" y="12152"/>
                          <a:pt x="27386" y="16053"/>
                          <a:pt x="31375" y="19776"/>
                        </a:cubicBezTo>
                        <a:cubicBezTo>
                          <a:pt x="35365" y="23500"/>
                          <a:pt x="38646" y="27002"/>
                          <a:pt x="36872" y="2868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96" name="Forme libre : forme 20795">
                    <a:extLst>
                      <a:ext uri="{FF2B5EF4-FFF2-40B4-BE49-F238E27FC236}">
                        <a16:creationId xmlns:a16="http://schemas.microsoft.com/office/drawing/2014/main" id="{AA8B7B49-DF50-4319-8745-B51B33FA5CE6}"/>
                      </a:ext>
                    </a:extLst>
                  </p:cNvPr>
                  <p:cNvSpPr/>
                  <p:nvPr/>
                </p:nvSpPr>
                <p:spPr>
                  <a:xfrm>
                    <a:off x="6168964" y="1306449"/>
                    <a:ext cx="40604" cy="45652"/>
                  </a:xfrm>
                  <a:custGeom>
                    <a:avLst/>
                    <a:gdLst>
                      <a:gd name="connsiteX0" fmla="*/ 580 w 40604"/>
                      <a:gd name="connsiteY0" fmla="*/ 3397 h 45652"/>
                      <a:gd name="connsiteX1" fmla="*/ 1290 w 40604"/>
                      <a:gd name="connsiteY1" fmla="*/ 11421 h 45652"/>
                      <a:gd name="connsiteX2" fmla="*/ 12151 w 40604"/>
                      <a:gd name="connsiteY2" fmla="*/ 30705 h 45652"/>
                      <a:gd name="connsiteX3" fmla="*/ 30326 w 40604"/>
                      <a:gd name="connsiteY3" fmla="*/ 44005 h 45652"/>
                      <a:gd name="connsiteX4" fmla="*/ 40567 w 40604"/>
                      <a:gd name="connsiteY4" fmla="*/ 43606 h 45652"/>
                      <a:gd name="connsiteX5" fmla="*/ 36400 w 40604"/>
                      <a:gd name="connsiteY5" fmla="*/ 37178 h 45652"/>
                      <a:gd name="connsiteX6" fmla="*/ 25450 w 40604"/>
                      <a:gd name="connsiteY6" fmla="*/ 20022 h 45652"/>
                      <a:gd name="connsiteX7" fmla="*/ 14633 w 40604"/>
                      <a:gd name="connsiteY7" fmla="*/ 2910 h 45652"/>
                      <a:gd name="connsiteX8" fmla="*/ 580 w 40604"/>
                      <a:gd name="connsiteY8" fmla="*/ 3397 h 45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604" h="45652">
                        <a:moveTo>
                          <a:pt x="580" y="3397"/>
                        </a:moveTo>
                        <a:cubicBezTo>
                          <a:pt x="-395" y="6412"/>
                          <a:pt x="-129" y="7830"/>
                          <a:pt x="1290" y="11421"/>
                        </a:cubicBezTo>
                        <a:cubicBezTo>
                          <a:pt x="3905" y="18293"/>
                          <a:pt x="6077" y="23967"/>
                          <a:pt x="12151" y="30705"/>
                        </a:cubicBezTo>
                        <a:cubicBezTo>
                          <a:pt x="17204" y="36335"/>
                          <a:pt x="24164" y="41433"/>
                          <a:pt x="30326" y="44005"/>
                        </a:cubicBezTo>
                        <a:cubicBezTo>
                          <a:pt x="34892" y="45911"/>
                          <a:pt x="39946" y="46620"/>
                          <a:pt x="40567" y="43606"/>
                        </a:cubicBezTo>
                        <a:cubicBezTo>
                          <a:pt x="40966" y="41744"/>
                          <a:pt x="38129" y="39527"/>
                          <a:pt x="36400" y="37178"/>
                        </a:cubicBezTo>
                        <a:cubicBezTo>
                          <a:pt x="32232" y="31681"/>
                          <a:pt x="28287" y="26494"/>
                          <a:pt x="25450" y="20022"/>
                        </a:cubicBezTo>
                        <a:cubicBezTo>
                          <a:pt x="23056" y="14480"/>
                          <a:pt x="21327" y="7609"/>
                          <a:pt x="14633" y="2910"/>
                        </a:cubicBezTo>
                        <a:cubicBezTo>
                          <a:pt x="8604" y="-1302"/>
                          <a:pt x="1866" y="-770"/>
                          <a:pt x="580" y="339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97" name="Forme libre : forme 20796">
                    <a:extLst>
                      <a:ext uri="{FF2B5EF4-FFF2-40B4-BE49-F238E27FC236}">
                        <a16:creationId xmlns:a16="http://schemas.microsoft.com/office/drawing/2014/main" id="{9B076627-42F6-4CA9-AB20-8BD111B042A1}"/>
                      </a:ext>
                    </a:extLst>
                  </p:cNvPr>
                  <p:cNvSpPr/>
                  <p:nvPr/>
                </p:nvSpPr>
                <p:spPr>
                  <a:xfrm>
                    <a:off x="6180985" y="1312938"/>
                    <a:ext cx="16424" cy="10242"/>
                  </a:xfrm>
                  <a:custGeom>
                    <a:avLst/>
                    <a:gdLst>
                      <a:gd name="connsiteX0" fmla="*/ 2391 w 16424"/>
                      <a:gd name="connsiteY0" fmla="*/ 322 h 10242"/>
                      <a:gd name="connsiteX1" fmla="*/ 307 w 16424"/>
                      <a:gd name="connsiteY1" fmla="*/ 100 h 10242"/>
                      <a:gd name="connsiteX2" fmla="*/ 617 w 16424"/>
                      <a:gd name="connsiteY2" fmla="*/ 1829 h 10242"/>
                      <a:gd name="connsiteX3" fmla="*/ 3144 w 16424"/>
                      <a:gd name="connsiteY3" fmla="*/ 4046 h 10242"/>
                      <a:gd name="connsiteX4" fmla="*/ 10060 w 16424"/>
                      <a:gd name="connsiteY4" fmla="*/ 8612 h 10242"/>
                      <a:gd name="connsiteX5" fmla="*/ 12764 w 16424"/>
                      <a:gd name="connsiteY5" fmla="*/ 9942 h 10242"/>
                      <a:gd name="connsiteX6" fmla="*/ 13917 w 16424"/>
                      <a:gd name="connsiteY6" fmla="*/ 5775 h 10242"/>
                      <a:gd name="connsiteX7" fmla="*/ 2391 w 16424"/>
                      <a:gd name="connsiteY7" fmla="*/ 322 h 10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424" h="10242">
                        <a:moveTo>
                          <a:pt x="2391" y="322"/>
                        </a:moveTo>
                        <a:cubicBezTo>
                          <a:pt x="1504" y="56"/>
                          <a:pt x="883" y="-121"/>
                          <a:pt x="307" y="100"/>
                        </a:cubicBezTo>
                        <a:cubicBezTo>
                          <a:pt x="-269" y="366"/>
                          <a:pt x="41" y="1120"/>
                          <a:pt x="617" y="1829"/>
                        </a:cubicBezTo>
                        <a:cubicBezTo>
                          <a:pt x="1194" y="2583"/>
                          <a:pt x="2302" y="3425"/>
                          <a:pt x="3144" y="4046"/>
                        </a:cubicBezTo>
                        <a:cubicBezTo>
                          <a:pt x="5361" y="5642"/>
                          <a:pt x="7799" y="7326"/>
                          <a:pt x="10060" y="8612"/>
                        </a:cubicBezTo>
                        <a:cubicBezTo>
                          <a:pt x="10991" y="9144"/>
                          <a:pt x="11877" y="9676"/>
                          <a:pt x="12764" y="9942"/>
                        </a:cubicBezTo>
                        <a:cubicBezTo>
                          <a:pt x="16488" y="11050"/>
                          <a:pt x="18173" y="8967"/>
                          <a:pt x="13917" y="5775"/>
                        </a:cubicBezTo>
                        <a:cubicBezTo>
                          <a:pt x="10681" y="3381"/>
                          <a:pt x="5982" y="1430"/>
                          <a:pt x="2391" y="32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98" name="Forme libre : forme 20797">
                    <a:extLst>
                      <a:ext uri="{FF2B5EF4-FFF2-40B4-BE49-F238E27FC236}">
                        <a16:creationId xmlns:a16="http://schemas.microsoft.com/office/drawing/2014/main" id="{1457B85D-E4A2-42C1-B26A-DA175930B7EA}"/>
                      </a:ext>
                    </a:extLst>
                  </p:cNvPr>
                  <p:cNvSpPr/>
                  <p:nvPr/>
                </p:nvSpPr>
                <p:spPr>
                  <a:xfrm>
                    <a:off x="6202172" y="1357148"/>
                    <a:ext cx="32893" cy="6018"/>
                  </a:xfrm>
                  <a:custGeom>
                    <a:avLst/>
                    <a:gdLst>
                      <a:gd name="connsiteX0" fmla="*/ 32893 w 32893"/>
                      <a:gd name="connsiteY0" fmla="*/ 3724 h 6018"/>
                      <a:gd name="connsiteX1" fmla="*/ 17466 w 32893"/>
                      <a:gd name="connsiteY1" fmla="*/ 5408 h 6018"/>
                      <a:gd name="connsiteX2" fmla="*/ 0 w 32893"/>
                      <a:gd name="connsiteY2" fmla="*/ 0 h 6018"/>
                      <a:gd name="connsiteX3" fmla="*/ 32893 w 32893"/>
                      <a:gd name="connsiteY3" fmla="*/ 3724 h 6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893" h="6018">
                        <a:moveTo>
                          <a:pt x="32893" y="3724"/>
                        </a:moveTo>
                        <a:cubicBezTo>
                          <a:pt x="29835" y="6206"/>
                          <a:pt x="23761" y="6517"/>
                          <a:pt x="17466" y="5408"/>
                        </a:cubicBezTo>
                        <a:cubicBezTo>
                          <a:pt x="11171" y="4344"/>
                          <a:pt x="4788" y="1950"/>
                          <a:pt x="0" y="0"/>
                        </a:cubicBezTo>
                        <a:cubicBezTo>
                          <a:pt x="10329" y="4300"/>
                          <a:pt x="23894" y="5985"/>
                          <a:pt x="32893" y="37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99" name="Forme libre : forme 20798">
                    <a:extLst>
                      <a:ext uri="{FF2B5EF4-FFF2-40B4-BE49-F238E27FC236}">
                        <a16:creationId xmlns:a16="http://schemas.microsoft.com/office/drawing/2014/main" id="{E2639E9D-F75E-4872-8052-374E080CD18A}"/>
                      </a:ext>
                    </a:extLst>
                  </p:cNvPr>
                  <p:cNvSpPr/>
                  <p:nvPr/>
                </p:nvSpPr>
                <p:spPr>
                  <a:xfrm>
                    <a:off x="6165422" y="1299118"/>
                    <a:ext cx="32051" cy="11880"/>
                  </a:xfrm>
                  <a:custGeom>
                    <a:avLst/>
                    <a:gdLst>
                      <a:gd name="connsiteX0" fmla="*/ 32051 w 32051"/>
                      <a:gd name="connsiteY0" fmla="*/ 11881 h 11880"/>
                      <a:gd name="connsiteX1" fmla="*/ 0 w 32051"/>
                      <a:gd name="connsiteY1" fmla="*/ 0 h 11880"/>
                      <a:gd name="connsiteX2" fmla="*/ 32051 w 32051"/>
                      <a:gd name="connsiteY2" fmla="*/ 11881 h 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051" h="11880">
                        <a:moveTo>
                          <a:pt x="32051" y="11881"/>
                        </a:moveTo>
                        <a:cubicBezTo>
                          <a:pt x="22032" y="4389"/>
                          <a:pt x="10019" y="975"/>
                          <a:pt x="0" y="0"/>
                        </a:cubicBezTo>
                        <a:cubicBezTo>
                          <a:pt x="9442" y="443"/>
                          <a:pt x="22609" y="6694"/>
                          <a:pt x="32051" y="1188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00" name="Forme libre : forme 20799">
                    <a:extLst>
                      <a:ext uri="{FF2B5EF4-FFF2-40B4-BE49-F238E27FC236}">
                        <a16:creationId xmlns:a16="http://schemas.microsoft.com/office/drawing/2014/main" id="{53208F98-CE35-44E7-B496-F369326615B6}"/>
                      </a:ext>
                    </a:extLst>
                  </p:cNvPr>
                  <p:cNvSpPr/>
                  <p:nvPr/>
                </p:nvSpPr>
                <p:spPr>
                  <a:xfrm>
                    <a:off x="6201426" y="1332455"/>
                    <a:ext cx="12778" cy="11732"/>
                  </a:xfrm>
                  <a:custGeom>
                    <a:avLst/>
                    <a:gdLst>
                      <a:gd name="connsiteX0" fmla="*/ 12360 w 12778"/>
                      <a:gd name="connsiteY0" fmla="*/ 11659 h 11732"/>
                      <a:gd name="connsiteX1" fmla="*/ 4026 w 12778"/>
                      <a:gd name="connsiteY1" fmla="*/ 6339 h 11732"/>
                      <a:gd name="connsiteX2" fmla="*/ 568 w 12778"/>
                      <a:gd name="connsiteY2" fmla="*/ 44 h 11732"/>
                      <a:gd name="connsiteX3" fmla="*/ 8193 w 12778"/>
                      <a:gd name="connsiteY3" fmla="*/ 5275 h 11732"/>
                      <a:gd name="connsiteX4" fmla="*/ 12360 w 12778"/>
                      <a:gd name="connsiteY4" fmla="*/ 11659 h 11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78" h="11732">
                        <a:moveTo>
                          <a:pt x="12360" y="11659"/>
                        </a:moveTo>
                        <a:cubicBezTo>
                          <a:pt x="10499" y="12368"/>
                          <a:pt x="5489" y="7758"/>
                          <a:pt x="4026" y="6339"/>
                        </a:cubicBezTo>
                        <a:cubicBezTo>
                          <a:pt x="2519" y="4921"/>
                          <a:pt x="-1471" y="620"/>
                          <a:pt x="568" y="44"/>
                        </a:cubicBezTo>
                        <a:cubicBezTo>
                          <a:pt x="2608" y="-488"/>
                          <a:pt x="6819" y="3945"/>
                          <a:pt x="8193" y="5275"/>
                        </a:cubicBezTo>
                        <a:cubicBezTo>
                          <a:pt x="9568" y="6649"/>
                          <a:pt x="14178" y="10994"/>
                          <a:pt x="12360" y="1165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01" name="Forme libre : forme 20800">
                    <a:extLst>
                      <a:ext uri="{FF2B5EF4-FFF2-40B4-BE49-F238E27FC236}">
                        <a16:creationId xmlns:a16="http://schemas.microsoft.com/office/drawing/2014/main" id="{E550DCD2-111E-4C4E-A06E-B33FD908752D}"/>
                      </a:ext>
                    </a:extLst>
                  </p:cNvPr>
                  <p:cNvSpPr/>
                  <p:nvPr/>
                </p:nvSpPr>
                <p:spPr>
                  <a:xfrm>
                    <a:off x="6212287" y="1342284"/>
                    <a:ext cx="3918" cy="3217"/>
                  </a:xfrm>
                  <a:custGeom>
                    <a:avLst/>
                    <a:gdLst>
                      <a:gd name="connsiteX0" fmla="*/ 3894 w 3918"/>
                      <a:gd name="connsiteY0" fmla="*/ 2983 h 3217"/>
                      <a:gd name="connsiteX1" fmla="*/ 1677 w 3918"/>
                      <a:gd name="connsiteY1" fmla="*/ 2362 h 3217"/>
                      <a:gd name="connsiteX2" fmla="*/ 37 w 3918"/>
                      <a:gd name="connsiteY2" fmla="*/ 234 h 3217"/>
                      <a:gd name="connsiteX3" fmla="*/ 2209 w 3918"/>
                      <a:gd name="connsiteY3" fmla="*/ 855 h 3217"/>
                      <a:gd name="connsiteX4" fmla="*/ 3894 w 3918"/>
                      <a:gd name="connsiteY4" fmla="*/ 2983 h 3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8" h="3217">
                        <a:moveTo>
                          <a:pt x="3894" y="2983"/>
                        </a:moveTo>
                        <a:cubicBezTo>
                          <a:pt x="3672" y="3604"/>
                          <a:pt x="2298" y="2850"/>
                          <a:pt x="1677" y="2362"/>
                        </a:cubicBezTo>
                        <a:cubicBezTo>
                          <a:pt x="1012" y="1875"/>
                          <a:pt x="-229" y="855"/>
                          <a:pt x="37" y="234"/>
                        </a:cubicBezTo>
                        <a:cubicBezTo>
                          <a:pt x="303" y="-386"/>
                          <a:pt x="1544" y="367"/>
                          <a:pt x="2209" y="855"/>
                        </a:cubicBezTo>
                        <a:cubicBezTo>
                          <a:pt x="2830" y="1343"/>
                          <a:pt x="4115" y="2362"/>
                          <a:pt x="3894" y="29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802" name="Forme libre : forme 20801">
                    <a:extLst>
                      <a:ext uri="{FF2B5EF4-FFF2-40B4-BE49-F238E27FC236}">
                        <a16:creationId xmlns:a16="http://schemas.microsoft.com/office/drawing/2014/main" id="{5401585A-17D5-43B0-926B-B5A67D18F59F}"/>
                      </a:ext>
                    </a:extLst>
                  </p:cNvPr>
                  <p:cNvSpPr/>
                  <p:nvPr/>
                </p:nvSpPr>
                <p:spPr>
                  <a:xfrm>
                    <a:off x="6207268" y="1324831"/>
                    <a:ext cx="27280" cy="33081"/>
                  </a:xfrm>
                  <a:custGeom>
                    <a:avLst/>
                    <a:gdLst>
                      <a:gd name="connsiteX0" fmla="*/ 21857 w 27280"/>
                      <a:gd name="connsiteY0" fmla="*/ 20967 h 33081"/>
                      <a:gd name="connsiteX1" fmla="*/ 27221 w 27280"/>
                      <a:gd name="connsiteY1" fmla="*/ 31430 h 33081"/>
                      <a:gd name="connsiteX2" fmla="*/ 23497 w 27280"/>
                      <a:gd name="connsiteY2" fmla="*/ 32671 h 33081"/>
                      <a:gd name="connsiteX3" fmla="*/ 19774 w 27280"/>
                      <a:gd name="connsiteY3" fmla="*/ 28991 h 33081"/>
                      <a:gd name="connsiteX4" fmla="*/ 10907 w 27280"/>
                      <a:gd name="connsiteY4" fmla="*/ 16135 h 33081"/>
                      <a:gd name="connsiteX5" fmla="*/ 1066 w 27280"/>
                      <a:gd name="connsiteY5" fmla="*/ 43 h 33081"/>
                      <a:gd name="connsiteX6" fmla="*/ 17247 w 27280"/>
                      <a:gd name="connsiteY6" fmla="*/ 11968 h 33081"/>
                      <a:gd name="connsiteX7" fmla="*/ 21857 w 27280"/>
                      <a:gd name="connsiteY7" fmla="*/ 20967 h 33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280" h="33081">
                        <a:moveTo>
                          <a:pt x="21857" y="20967"/>
                        </a:moveTo>
                        <a:cubicBezTo>
                          <a:pt x="24251" y="24913"/>
                          <a:pt x="26157" y="27528"/>
                          <a:pt x="27221" y="31430"/>
                        </a:cubicBezTo>
                        <a:cubicBezTo>
                          <a:pt x="27665" y="32848"/>
                          <a:pt x="25537" y="33602"/>
                          <a:pt x="23497" y="32671"/>
                        </a:cubicBezTo>
                        <a:cubicBezTo>
                          <a:pt x="21414" y="31829"/>
                          <a:pt x="20660" y="30321"/>
                          <a:pt x="19774" y="28991"/>
                        </a:cubicBezTo>
                        <a:cubicBezTo>
                          <a:pt x="17114" y="24603"/>
                          <a:pt x="14188" y="20613"/>
                          <a:pt x="10907" y="16135"/>
                        </a:cubicBezTo>
                        <a:cubicBezTo>
                          <a:pt x="8824" y="13476"/>
                          <a:pt x="-3677" y="930"/>
                          <a:pt x="1066" y="43"/>
                        </a:cubicBezTo>
                        <a:cubicBezTo>
                          <a:pt x="5721" y="-710"/>
                          <a:pt x="14587" y="8599"/>
                          <a:pt x="17247" y="11968"/>
                        </a:cubicBezTo>
                        <a:cubicBezTo>
                          <a:pt x="19862" y="15382"/>
                          <a:pt x="20084" y="17997"/>
                          <a:pt x="21857" y="2096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752" name="Graphique 2">
                  <a:extLst>
                    <a:ext uri="{FF2B5EF4-FFF2-40B4-BE49-F238E27FC236}">
                      <a16:creationId xmlns:a16="http://schemas.microsoft.com/office/drawing/2014/main" id="{9144FEF7-11E6-4AF4-ACE5-F55EB87FB9FF}"/>
                    </a:ext>
                  </a:extLst>
                </p:cNvPr>
                <p:cNvGrpSpPr/>
                <p:nvPr/>
              </p:nvGrpSpPr>
              <p:grpSpPr>
                <a:xfrm>
                  <a:off x="6238305" y="1282089"/>
                  <a:ext cx="50973" cy="89013"/>
                  <a:chOff x="6238305" y="1282089"/>
                  <a:chExt cx="50973" cy="89013"/>
                </a:xfrm>
                <a:solidFill>
                  <a:schemeClr val="accent1"/>
                </a:solidFill>
              </p:grpSpPr>
              <p:sp>
                <p:nvSpPr>
                  <p:cNvPr id="20779" name="Forme libre : forme 20778">
                    <a:extLst>
                      <a:ext uri="{FF2B5EF4-FFF2-40B4-BE49-F238E27FC236}">
                        <a16:creationId xmlns:a16="http://schemas.microsoft.com/office/drawing/2014/main" id="{C67E180B-C050-443E-8477-4A8802EB3983}"/>
                      </a:ext>
                    </a:extLst>
                  </p:cNvPr>
                  <p:cNvSpPr/>
                  <p:nvPr/>
                </p:nvSpPr>
                <p:spPr>
                  <a:xfrm>
                    <a:off x="6238413" y="1282089"/>
                    <a:ext cx="50866" cy="89013"/>
                  </a:xfrm>
                  <a:custGeom>
                    <a:avLst/>
                    <a:gdLst>
                      <a:gd name="connsiteX0" fmla="*/ 47900 w 50866"/>
                      <a:gd name="connsiteY0" fmla="*/ 35294 h 89013"/>
                      <a:gd name="connsiteX1" fmla="*/ 44442 w 50866"/>
                      <a:gd name="connsiteY1" fmla="*/ 48682 h 89013"/>
                      <a:gd name="connsiteX2" fmla="*/ 43732 w 50866"/>
                      <a:gd name="connsiteY2" fmla="*/ 52450 h 89013"/>
                      <a:gd name="connsiteX3" fmla="*/ 43068 w 50866"/>
                      <a:gd name="connsiteY3" fmla="*/ 56395 h 89013"/>
                      <a:gd name="connsiteX4" fmla="*/ 40984 w 50866"/>
                      <a:gd name="connsiteY4" fmla="*/ 65793 h 89013"/>
                      <a:gd name="connsiteX5" fmla="*/ 38147 w 50866"/>
                      <a:gd name="connsiteY5" fmla="*/ 73019 h 89013"/>
                      <a:gd name="connsiteX6" fmla="*/ 35930 w 50866"/>
                      <a:gd name="connsiteY6" fmla="*/ 76876 h 89013"/>
                      <a:gd name="connsiteX7" fmla="*/ 33270 w 50866"/>
                      <a:gd name="connsiteY7" fmla="*/ 80511 h 89013"/>
                      <a:gd name="connsiteX8" fmla="*/ 20813 w 50866"/>
                      <a:gd name="connsiteY8" fmla="*/ 88447 h 89013"/>
                      <a:gd name="connsiteX9" fmla="*/ 1086 w 50866"/>
                      <a:gd name="connsiteY9" fmla="*/ 81886 h 89013"/>
                      <a:gd name="connsiteX10" fmla="*/ 3480 w 50866"/>
                      <a:gd name="connsiteY10" fmla="*/ 72133 h 89013"/>
                      <a:gd name="connsiteX11" fmla="*/ 7869 w 50866"/>
                      <a:gd name="connsiteY11" fmla="*/ 63710 h 89013"/>
                      <a:gd name="connsiteX12" fmla="*/ 7027 w 50866"/>
                      <a:gd name="connsiteY12" fmla="*/ 61006 h 89013"/>
                      <a:gd name="connsiteX13" fmla="*/ 6761 w 50866"/>
                      <a:gd name="connsiteY13" fmla="*/ 60651 h 89013"/>
                      <a:gd name="connsiteX14" fmla="*/ 6761 w 50866"/>
                      <a:gd name="connsiteY14" fmla="*/ 59543 h 89013"/>
                      <a:gd name="connsiteX15" fmla="*/ 6982 w 50866"/>
                      <a:gd name="connsiteY15" fmla="*/ 58213 h 89013"/>
                      <a:gd name="connsiteX16" fmla="*/ 7204 w 50866"/>
                      <a:gd name="connsiteY16" fmla="*/ 56440 h 89013"/>
                      <a:gd name="connsiteX17" fmla="*/ 7913 w 50866"/>
                      <a:gd name="connsiteY17" fmla="*/ 51386 h 89013"/>
                      <a:gd name="connsiteX18" fmla="*/ 8534 w 50866"/>
                      <a:gd name="connsiteY18" fmla="*/ 46908 h 89013"/>
                      <a:gd name="connsiteX19" fmla="*/ 9420 w 50866"/>
                      <a:gd name="connsiteY19" fmla="*/ 41943 h 89013"/>
                      <a:gd name="connsiteX20" fmla="*/ 14518 w 50866"/>
                      <a:gd name="connsiteY20" fmla="*/ 24787 h 89013"/>
                      <a:gd name="connsiteX21" fmla="*/ 39831 w 50866"/>
                      <a:gd name="connsiteY21" fmla="*/ 450 h 89013"/>
                      <a:gd name="connsiteX22" fmla="*/ 48963 w 50866"/>
                      <a:gd name="connsiteY22" fmla="*/ 4085 h 89013"/>
                      <a:gd name="connsiteX23" fmla="*/ 47900 w 50866"/>
                      <a:gd name="connsiteY23" fmla="*/ 35294 h 89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50866" h="89013">
                        <a:moveTo>
                          <a:pt x="47900" y="35294"/>
                        </a:moveTo>
                        <a:cubicBezTo>
                          <a:pt x="46969" y="38574"/>
                          <a:pt x="45461" y="43628"/>
                          <a:pt x="44442" y="48682"/>
                        </a:cubicBezTo>
                        <a:cubicBezTo>
                          <a:pt x="44220" y="49967"/>
                          <a:pt x="43866" y="51209"/>
                          <a:pt x="43732" y="52450"/>
                        </a:cubicBezTo>
                        <a:cubicBezTo>
                          <a:pt x="43511" y="53780"/>
                          <a:pt x="43289" y="55110"/>
                          <a:pt x="43068" y="56395"/>
                        </a:cubicBezTo>
                        <a:cubicBezTo>
                          <a:pt x="42491" y="59897"/>
                          <a:pt x="41871" y="63089"/>
                          <a:pt x="40984" y="65793"/>
                        </a:cubicBezTo>
                        <a:cubicBezTo>
                          <a:pt x="40363" y="68143"/>
                          <a:pt x="39211" y="70759"/>
                          <a:pt x="38147" y="73019"/>
                        </a:cubicBezTo>
                        <a:cubicBezTo>
                          <a:pt x="37703" y="73995"/>
                          <a:pt x="36728" y="75591"/>
                          <a:pt x="35930" y="76876"/>
                        </a:cubicBezTo>
                        <a:cubicBezTo>
                          <a:pt x="35044" y="78162"/>
                          <a:pt x="34201" y="79403"/>
                          <a:pt x="33270" y="80511"/>
                        </a:cubicBezTo>
                        <a:cubicBezTo>
                          <a:pt x="29369" y="84811"/>
                          <a:pt x="25069" y="87471"/>
                          <a:pt x="20813" y="88447"/>
                        </a:cubicBezTo>
                        <a:cubicBezTo>
                          <a:pt x="12213" y="90530"/>
                          <a:pt x="4987" y="86540"/>
                          <a:pt x="1086" y="81886"/>
                        </a:cubicBezTo>
                        <a:cubicBezTo>
                          <a:pt x="-1485" y="78472"/>
                          <a:pt x="997" y="73906"/>
                          <a:pt x="3480" y="72133"/>
                        </a:cubicBezTo>
                        <a:cubicBezTo>
                          <a:pt x="6893" y="69429"/>
                          <a:pt x="8046" y="66148"/>
                          <a:pt x="7869" y="63710"/>
                        </a:cubicBezTo>
                        <a:cubicBezTo>
                          <a:pt x="7780" y="62513"/>
                          <a:pt x="7425" y="61582"/>
                          <a:pt x="7027" y="61006"/>
                        </a:cubicBezTo>
                        <a:cubicBezTo>
                          <a:pt x="6938" y="60873"/>
                          <a:pt x="6849" y="60740"/>
                          <a:pt x="6761" y="60651"/>
                        </a:cubicBezTo>
                        <a:cubicBezTo>
                          <a:pt x="6627" y="60651"/>
                          <a:pt x="6761" y="59897"/>
                          <a:pt x="6761" y="59543"/>
                        </a:cubicBezTo>
                        <a:cubicBezTo>
                          <a:pt x="6805" y="59099"/>
                          <a:pt x="6893" y="58701"/>
                          <a:pt x="6982" y="58213"/>
                        </a:cubicBezTo>
                        <a:cubicBezTo>
                          <a:pt x="7027" y="57636"/>
                          <a:pt x="7115" y="57060"/>
                          <a:pt x="7204" y="56440"/>
                        </a:cubicBezTo>
                        <a:cubicBezTo>
                          <a:pt x="7470" y="55287"/>
                          <a:pt x="7603" y="53381"/>
                          <a:pt x="7913" y="51386"/>
                        </a:cubicBezTo>
                        <a:cubicBezTo>
                          <a:pt x="8135" y="49923"/>
                          <a:pt x="8312" y="48416"/>
                          <a:pt x="8534" y="46908"/>
                        </a:cubicBezTo>
                        <a:cubicBezTo>
                          <a:pt x="8755" y="45268"/>
                          <a:pt x="9110" y="43584"/>
                          <a:pt x="9420" y="41943"/>
                        </a:cubicBezTo>
                        <a:cubicBezTo>
                          <a:pt x="10795" y="35294"/>
                          <a:pt x="12834" y="28866"/>
                          <a:pt x="14518" y="24787"/>
                        </a:cubicBezTo>
                        <a:cubicBezTo>
                          <a:pt x="20902" y="9271"/>
                          <a:pt x="29812" y="4173"/>
                          <a:pt x="39831" y="450"/>
                        </a:cubicBezTo>
                        <a:cubicBezTo>
                          <a:pt x="43334" y="-836"/>
                          <a:pt x="48033" y="716"/>
                          <a:pt x="48963" y="4085"/>
                        </a:cubicBezTo>
                        <a:cubicBezTo>
                          <a:pt x="51756" y="13749"/>
                          <a:pt x="51535" y="23103"/>
                          <a:pt x="47900" y="3529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80" name="Forme libre : forme 20779">
                    <a:extLst>
                      <a:ext uri="{FF2B5EF4-FFF2-40B4-BE49-F238E27FC236}">
                        <a16:creationId xmlns:a16="http://schemas.microsoft.com/office/drawing/2014/main" id="{DD696945-4C77-4C22-B8B5-3176297A3D1F}"/>
                      </a:ext>
                    </a:extLst>
                  </p:cNvPr>
                  <p:cNvSpPr/>
                  <p:nvPr/>
                </p:nvSpPr>
                <p:spPr>
                  <a:xfrm>
                    <a:off x="6238305" y="1285863"/>
                    <a:ext cx="50779" cy="85056"/>
                  </a:xfrm>
                  <a:custGeom>
                    <a:avLst/>
                    <a:gdLst>
                      <a:gd name="connsiteX0" fmla="*/ 30053 w 50779"/>
                      <a:gd name="connsiteY0" fmla="*/ 53463 h 85056"/>
                      <a:gd name="connsiteX1" fmla="*/ 29122 w 50779"/>
                      <a:gd name="connsiteY1" fmla="*/ 58872 h 85056"/>
                      <a:gd name="connsiteX2" fmla="*/ 27438 w 50779"/>
                      <a:gd name="connsiteY2" fmla="*/ 64369 h 85056"/>
                      <a:gd name="connsiteX3" fmla="*/ 24467 w 50779"/>
                      <a:gd name="connsiteY3" fmla="*/ 70043 h 85056"/>
                      <a:gd name="connsiteX4" fmla="*/ 20079 w 50779"/>
                      <a:gd name="connsiteY4" fmla="*/ 74609 h 85056"/>
                      <a:gd name="connsiteX5" fmla="*/ 8996 w 50779"/>
                      <a:gd name="connsiteY5" fmla="*/ 77668 h 85056"/>
                      <a:gd name="connsiteX6" fmla="*/ 130 w 50779"/>
                      <a:gd name="connsiteY6" fmla="*/ 73456 h 85056"/>
                      <a:gd name="connsiteX7" fmla="*/ 1061 w 50779"/>
                      <a:gd name="connsiteY7" fmla="*/ 77978 h 85056"/>
                      <a:gd name="connsiteX8" fmla="*/ 6159 w 50779"/>
                      <a:gd name="connsiteY8" fmla="*/ 82323 h 85056"/>
                      <a:gd name="connsiteX9" fmla="*/ 29566 w 50779"/>
                      <a:gd name="connsiteY9" fmla="*/ 80150 h 85056"/>
                      <a:gd name="connsiteX10" fmla="*/ 33422 w 50779"/>
                      <a:gd name="connsiteY10" fmla="*/ 76382 h 85056"/>
                      <a:gd name="connsiteX11" fmla="*/ 36836 w 50779"/>
                      <a:gd name="connsiteY11" fmla="*/ 71506 h 85056"/>
                      <a:gd name="connsiteX12" fmla="*/ 37634 w 50779"/>
                      <a:gd name="connsiteY12" fmla="*/ 70176 h 85056"/>
                      <a:gd name="connsiteX13" fmla="*/ 38166 w 50779"/>
                      <a:gd name="connsiteY13" fmla="*/ 69068 h 85056"/>
                      <a:gd name="connsiteX14" fmla="*/ 39230 w 50779"/>
                      <a:gd name="connsiteY14" fmla="*/ 66762 h 85056"/>
                      <a:gd name="connsiteX15" fmla="*/ 40959 w 50779"/>
                      <a:gd name="connsiteY15" fmla="*/ 62019 h 85056"/>
                      <a:gd name="connsiteX16" fmla="*/ 42555 w 50779"/>
                      <a:gd name="connsiteY16" fmla="*/ 55325 h 85056"/>
                      <a:gd name="connsiteX17" fmla="*/ 43618 w 50779"/>
                      <a:gd name="connsiteY17" fmla="*/ 48986 h 85056"/>
                      <a:gd name="connsiteX18" fmla="*/ 44638 w 50779"/>
                      <a:gd name="connsiteY18" fmla="*/ 43533 h 85056"/>
                      <a:gd name="connsiteX19" fmla="*/ 47298 w 50779"/>
                      <a:gd name="connsiteY19" fmla="*/ 33514 h 85056"/>
                      <a:gd name="connsiteX20" fmla="*/ 47874 w 50779"/>
                      <a:gd name="connsiteY20" fmla="*/ 31475 h 85056"/>
                      <a:gd name="connsiteX21" fmla="*/ 50490 w 50779"/>
                      <a:gd name="connsiteY21" fmla="*/ 19417 h 85056"/>
                      <a:gd name="connsiteX22" fmla="*/ 50002 w 50779"/>
                      <a:gd name="connsiteY22" fmla="*/ 4788 h 85056"/>
                      <a:gd name="connsiteX23" fmla="*/ 48938 w 50779"/>
                      <a:gd name="connsiteY23" fmla="*/ 177 h 85056"/>
                      <a:gd name="connsiteX24" fmla="*/ 48850 w 50779"/>
                      <a:gd name="connsiteY24" fmla="*/ 0 h 85056"/>
                      <a:gd name="connsiteX25" fmla="*/ 36038 w 50779"/>
                      <a:gd name="connsiteY25" fmla="*/ 25756 h 85056"/>
                      <a:gd name="connsiteX26" fmla="*/ 32004 w 50779"/>
                      <a:gd name="connsiteY26" fmla="*/ 39322 h 85056"/>
                      <a:gd name="connsiteX27" fmla="*/ 30807 w 50779"/>
                      <a:gd name="connsiteY27" fmla="*/ 46193 h 85056"/>
                      <a:gd name="connsiteX28" fmla="*/ 30053 w 50779"/>
                      <a:gd name="connsiteY28" fmla="*/ 53463 h 85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0779" h="85056">
                        <a:moveTo>
                          <a:pt x="30053" y="53463"/>
                        </a:moveTo>
                        <a:cubicBezTo>
                          <a:pt x="29920" y="55236"/>
                          <a:pt x="29566" y="57054"/>
                          <a:pt x="29122" y="58872"/>
                        </a:cubicBezTo>
                        <a:cubicBezTo>
                          <a:pt x="28812" y="60689"/>
                          <a:pt x="28147" y="62551"/>
                          <a:pt x="27438" y="64369"/>
                        </a:cubicBezTo>
                        <a:cubicBezTo>
                          <a:pt x="26861" y="66142"/>
                          <a:pt x="25576" y="68270"/>
                          <a:pt x="24467" y="70043"/>
                        </a:cubicBezTo>
                        <a:cubicBezTo>
                          <a:pt x="23138" y="71772"/>
                          <a:pt x="21808" y="73412"/>
                          <a:pt x="20079" y="74609"/>
                        </a:cubicBezTo>
                        <a:cubicBezTo>
                          <a:pt x="16798" y="77136"/>
                          <a:pt x="12676" y="78156"/>
                          <a:pt x="8996" y="77668"/>
                        </a:cubicBezTo>
                        <a:cubicBezTo>
                          <a:pt x="5316" y="77047"/>
                          <a:pt x="2213" y="75540"/>
                          <a:pt x="130" y="73456"/>
                        </a:cubicBezTo>
                        <a:cubicBezTo>
                          <a:pt x="-181" y="74964"/>
                          <a:pt x="41" y="76560"/>
                          <a:pt x="1061" y="77978"/>
                        </a:cubicBezTo>
                        <a:cubicBezTo>
                          <a:pt x="2391" y="79530"/>
                          <a:pt x="4164" y="81126"/>
                          <a:pt x="6159" y="82323"/>
                        </a:cubicBezTo>
                        <a:cubicBezTo>
                          <a:pt x="11878" y="85825"/>
                          <a:pt x="21187" y="86800"/>
                          <a:pt x="29566" y="80150"/>
                        </a:cubicBezTo>
                        <a:cubicBezTo>
                          <a:pt x="30851" y="79042"/>
                          <a:pt x="32137" y="77801"/>
                          <a:pt x="33422" y="76382"/>
                        </a:cubicBezTo>
                        <a:cubicBezTo>
                          <a:pt x="34619" y="74919"/>
                          <a:pt x="35727" y="73279"/>
                          <a:pt x="36836" y="71506"/>
                        </a:cubicBezTo>
                        <a:lnTo>
                          <a:pt x="37634" y="70176"/>
                        </a:lnTo>
                        <a:lnTo>
                          <a:pt x="38166" y="69068"/>
                        </a:lnTo>
                        <a:cubicBezTo>
                          <a:pt x="38520" y="68314"/>
                          <a:pt x="38875" y="67560"/>
                          <a:pt x="39230" y="66762"/>
                        </a:cubicBezTo>
                        <a:cubicBezTo>
                          <a:pt x="39983" y="65122"/>
                          <a:pt x="40515" y="63571"/>
                          <a:pt x="40959" y="62019"/>
                        </a:cubicBezTo>
                        <a:cubicBezTo>
                          <a:pt x="41579" y="60068"/>
                          <a:pt x="42200" y="57719"/>
                          <a:pt x="42555" y="55325"/>
                        </a:cubicBezTo>
                        <a:cubicBezTo>
                          <a:pt x="42865" y="53375"/>
                          <a:pt x="43264" y="51202"/>
                          <a:pt x="43618" y="48986"/>
                        </a:cubicBezTo>
                        <a:cubicBezTo>
                          <a:pt x="43840" y="47212"/>
                          <a:pt x="44328" y="45351"/>
                          <a:pt x="44638" y="43533"/>
                        </a:cubicBezTo>
                        <a:cubicBezTo>
                          <a:pt x="45480" y="39898"/>
                          <a:pt x="46411" y="36307"/>
                          <a:pt x="47298" y="33514"/>
                        </a:cubicBezTo>
                        <a:cubicBezTo>
                          <a:pt x="47520" y="32805"/>
                          <a:pt x="47697" y="32096"/>
                          <a:pt x="47874" y="31475"/>
                        </a:cubicBezTo>
                        <a:cubicBezTo>
                          <a:pt x="49204" y="27131"/>
                          <a:pt x="49958" y="23185"/>
                          <a:pt x="50490" y="19417"/>
                        </a:cubicBezTo>
                        <a:cubicBezTo>
                          <a:pt x="51022" y="14275"/>
                          <a:pt x="50800" y="9531"/>
                          <a:pt x="50002" y="4788"/>
                        </a:cubicBezTo>
                        <a:cubicBezTo>
                          <a:pt x="49736" y="3236"/>
                          <a:pt x="49381" y="1729"/>
                          <a:pt x="48938" y="177"/>
                        </a:cubicBezTo>
                        <a:lnTo>
                          <a:pt x="48850" y="0"/>
                        </a:lnTo>
                        <a:cubicBezTo>
                          <a:pt x="43929" y="8201"/>
                          <a:pt x="39407" y="16801"/>
                          <a:pt x="36038" y="25756"/>
                        </a:cubicBezTo>
                        <a:cubicBezTo>
                          <a:pt x="34398" y="30234"/>
                          <a:pt x="32935" y="34755"/>
                          <a:pt x="32004" y="39322"/>
                        </a:cubicBezTo>
                        <a:cubicBezTo>
                          <a:pt x="31516" y="41582"/>
                          <a:pt x="31117" y="43888"/>
                          <a:pt x="30807" y="46193"/>
                        </a:cubicBezTo>
                        <a:cubicBezTo>
                          <a:pt x="30585" y="48675"/>
                          <a:pt x="30319" y="51069"/>
                          <a:pt x="30053" y="5346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81" name="Forme libre : forme 20780">
                    <a:extLst>
                      <a:ext uri="{FF2B5EF4-FFF2-40B4-BE49-F238E27FC236}">
                        <a16:creationId xmlns:a16="http://schemas.microsoft.com/office/drawing/2014/main" id="{5E170CF7-868C-4156-B6CD-B143403E3564}"/>
                      </a:ext>
                    </a:extLst>
                  </p:cNvPr>
                  <p:cNvSpPr/>
                  <p:nvPr/>
                </p:nvSpPr>
                <p:spPr>
                  <a:xfrm>
                    <a:off x="6259882" y="1299279"/>
                    <a:ext cx="17387" cy="43380"/>
                  </a:xfrm>
                  <a:custGeom>
                    <a:avLst/>
                    <a:gdLst>
                      <a:gd name="connsiteX0" fmla="*/ 15924 w 17387"/>
                      <a:gd name="connsiteY0" fmla="*/ 149 h 43380"/>
                      <a:gd name="connsiteX1" fmla="*/ 16456 w 17387"/>
                      <a:gd name="connsiteY1" fmla="*/ 10523 h 43380"/>
                      <a:gd name="connsiteX2" fmla="*/ 13264 w 17387"/>
                      <a:gd name="connsiteY2" fmla="*/ 23600 h 43380"/>
                      <a:gd name="connsiteX3" fmla="*/ 9674 w 17387"/>
                      <a:gd name="connsiteY3" fmla="*/ 35392 h 43380"/>
                      <a:gd name="connsiteX4" fmla="*/ 6792 w 17387"/>
                      <a:gd name="connsiteY4" fmla="*/ 41333 h 43380"/>
                      <a:gd name="connsiteX5" fmla="*/ 3112 w 17387"/>
                      <a:gd name="connsiteY5" fmla="*/ 43328 h 43380"/>
                      <a:gd name="connsiteX6" fmla="*/ 719 w 17387"/>
                      <a:gd name="connsiteY6" fmla="*/ 40269 h 43380"/>
                      <a:gd name="connsiteX7" fmla="*/ 9 w 17387"/>
                      <a:gd name="connsiteY7" fmla="*/ 34151 h 43380"/>
                      <a:gd name="connsiteX8" fmla="*/ 2049 w 17387"/>
                      <a:gd name="connsiteY8" fmla="*/ 20719 h 43380"/>
                      <a:gd name="connsiteX9" fmla="*/ 7723 w 17387"/>
                      <a:gd name="connsiteY9" fmla="*/ 7420 h 43380"/>
                      <a:gd name="connsiteX10" fmla="*/ 15924 w 17387"/>
                      <a:gd name="connsiteY10" fmla="*/ 149 h 4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387" h="43380">
                        <a:moveTo>
                          <a:pt x="15924" y="149"/>
                        </a:moveTo>
                        <a:cubicBezTo>
                          <a:pt x="18096" y="1080"/>
                          <a:pt x="17476" y="5602"/>
                          <a:pt x="16456" y="10523"/>
                        </a:cubicBezTo>
                        <a:cubicBezTo>
                          <a:pt x="15348" y="15443"/>
                          <a:pt x="14018" y="20896"/>
                          <a:pt x="13264" y="23600"/>
                        </a:cubicBezTo>
                        <a:cubicBezTo>
                          <a:pt x="12599" y="26349"/>
                          <a:pt x="11092" y="31136"/>
                          <a:pt x="9674" y="35392"/>
                        </a:cubicBezTo>
                        <a:cubicBezTo>
                          <a:pt x="8875" y="37476"/>
                          <a:pt x="7856" y="39914"/>
                          <a:pt x="6792" y="41333"/>
                        </a:cubicBezTo>
                        <a:cubicBezTo>
                          <a:pt x="5684" y="42840"/>
                          <a:pt x="4354" y="43594"/>
                          <a:pt x="3112" y="43328"/>
                        </a:cubicBezTo>
                        <a:cubicBezTo>
                          <a:pt x="1827" y="43062"/>
                          <a:pt x="1162" y="41909"/>
                          <a:pt x="719" y="40269"/>
                        </a:cubicBezTo>
                        <a:cubicBezTo>
                          <a:pt x="231" y="38584"/>
                          <a:pt x="9" y="36589"/>
                          <a:pt x="9" y="34151"/>
                        </a:cubicBezTo>
                        <a:cubicBezTo>
                          <a:pt x="-124" y="29142"/>
                          <a:pt x="1206" y="23512"/>
                          <a:pt x="2049" y="20719"/>
                        </a:cubicBezTo>
                        <a:cubicBezTo>
                          <a:pt x="2891" y="17926"/>
                          <a:pt x="4886" y="12074"/>
                          <a:pt x="7723" y="7420"/>
                        </a:cubicBezTo>
                        <a:cubicBezTo>
                          <a:pt x="10472" y="2765"/>
                          <a:pt x="13752" y="-782"/>
                          <a:pt x="15924" y="14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82" name="Forme libre : forme 20781">
                    <a:extLst>
                      <a:ext uri="{FF2B5EF4-FFF2-40B4-BE49-F238E27FC236}">
                        <a16:creationId xmlns:a16="http://schemas.microsoft.com/office/drawing/2014/main" id="{0A5D65DB-797A-4A7A-B5BA-3A018DD6C658}"/>
                      </a:ext>
                    </a:extLst>
                  </p:cNvPr>
                  <p:cNvSpPr/>
                  <p:nvPr/>
                </p:nvSpPr>
                <p:spPr>
                  <a:xfrm>
                    <a:off x="6260113" y="1313792"/>
                    <a:ext cx="15205" cy="29128"/>
                  </a:xfrm>
                  <a:custGeom>
                    <a:avLst/>
                    <a:gdLst>
                      <a:gd name="connsiteX0" fmla="*/ 0 w 15205"/>
                      <a:gd name="connsiteY0" fmla="*/ 18796 h 29128"/>
                      <a:gd name="connsiteX1" fmla="*/ 488 w 15205"/>
                      <a:gd name="connsiteY1" fmla="*/ 25180 h 29128"/>
                      <a:gd name="connsiteX2" fmla="*/ 2926 w 15205"/>
                      <a:gd name="connsiteY2" fmla="*/ 29125 h 29128"/>
                      <a:gd name="connsiteX3" fmla="*/ 9487 w 15205"/>
                      <a:gd name="connsiteY3" fmla="*/ 20969 h 29128"/>
                      <a:gd name="connsiteX4" fmla="*/ 13166 w 15205"/>
                      <a:gd name="connsiteY4" fmla="*/ 8955 h 29128"/>
                      <a:gd name="connsiteX5" fmla="*/ 15205 w 15205"/>
                      <a:gd name="connsiteY5" fmla="*/ 0 h 29128"/>
                      <a:gd name="connsiteX6" fmla="*/ 13299 w 15205"/>
                      <a:gd name="connsiteY6" fmla="*/ 4566 h 29128"/>
                      <a:gd name="connsiteX7" fmla="*/ 0 w 15205"/>
                      <a:gd name="connsiteY7" fmla="*/ 18796 h 29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205" h="29128">
                        <a:moveTo>
                          <a:pt x="0" y="18796"/>
                        </a:moveTo>
                        <a:cubicBezTo>
                          <a:pt x="222" y="20437"/>
                          <a:pt x="177" y="22964"/>
                          <a:pt x="488" y="25180"/>
                        </a:cubicBezTo>
                        <a:cubicBezTo>
                          <a:pt x="798" y="27397"/>
                          <a:pt x="1197" y="29214"/>
                          <a:pt x="2926" y="29125"/>
                        </a:cubicBezTo>
                        <a:cubicBezTo>
                          <a:pt x="5719" y="28992"/>
                          <a:pt x="7935" y="25224"/>
                          <a:pt x="9487" y="20969"/>
                        </a:cubicBezTo>
                        <a:cubicBezTo>
                          <a:pt x="10861" y="16979"/>
                          <a:pt x="12279" y="12368"/>
                          <a:pt x="13166" y="8955"/>
                        </a:cubicBezTo>
                        <a:cubicBezTo>
                          <a:pt x="13742" y="6960"/>
                          <a:pt x="14762" y="2394"/>
                          <a:pt x="15205" y="0"/>
                        </a:cubicBezTo>
                        <a:cubicBezTo>
                          <a:pt x="14718" y="1286"/>
                          <a:pt x="13920" y="3414"/>
                          <a:pt x="13299" y="4566"/>
                        </a:cubicBezTo>
                        <a:cubicBezTo>
                          <a:pt x="9443" y="10817"/>
                          <a:pt x="5541" y="18974"/>
                          <a:pt x="0" y="1879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83" name="Forme libre : forme 20782">
                    <a:extLst>
                      <a:ext uri="{FF2B5EF4-FFF2-40B4-BE49-F238E27FC236}">
                        <a16:creationId xmlns:a16="http://schemas.microsoft.com/office/drawing/2014/main" id="{4785E791-22BC-4A55-A34E-F1123CD9751B}"/>
                      </a:ext>
                    </a:extLst>
                  </p:cNvPr>
                  <p:cNvSpPr/>
                  <p:nvPr/>
                </p:nvSpPr>
                <p:spPr>
                  <a:xfrm>
                    <a:off x="6261569" y="1297323"/>
                    <a:ext cx="17499" cy="43302"/>
                  </a:xfrm>
                  <a:custGeom>
                    <a:avLst/>
                    <a:gdLst>
                      <a:gd name="connsiteX0" fmla="*/ 16321 w 17499"/>
                      <a:gd name="connsiteY0" fmla="*/ 421 h 43302"/>
                      <a:gd name="connsiteX1" fmla="*/ 16542 w 17499"/>
                      <a:gd name="connsiteY1" fmla="*/ 11282 h 43302"/>
                      <a:gd name="connsiteX2" fmla="*/ 13439 w 17499"/>
                      <a:gd name="connsiteY2" fmla="*/ 24050 h 43302"/>
                      <a:gd name="connsiteX3" fmla="*/ 9671 w 17499"/>
                      <a:gd name="connsiteY3" fmla="*/ 35576 h 43302"/>
                      <a:gd name="connsiteX4" fmla="*/ 8385 w 17499"/>
                      <a:gd name="connsiteY4" fmla="*/ 38413 h 43302"/>
                      <a:gd name="connsiteX5" fmla="*/ 6834 w 17499"/>
                      <a:gd name="connsiteY5" fmla="*/ 41073 h 43302"/>
                      <a:gd name="connsiteX6" fmla="*/ 3243 w 17499"/>
                      <a:gd name="connsiteY6" fmla="*/ 43289 h 43302"/>
                      <a:gd name="connsiteX7" fmla="*/ 627 w 17499"/>
                      <a:gd name="connsiteY7" fmla="*/ 40408 h 43302"/>
                      <a:gd name="connsiteX8" fmla="*/ 7 w 17499"/>
                      <a:gd name="connsiteY8" fmla="*/ 34024 h 43302"/>
                      <a:gd name="connsiteX9" fmla="*/ 2312 w 17499"/>
                      <a:gd name="connsiteY9" fmla="*/ 20858 h 43302"/>
                      <a:gd name="connsiteX10" fmla="*/ 8208 w 17499"/>
                      <a:gd name="connsiteY10" fmla="*/ 7248 h 43302"/>
                      <a:gd name="connsiteX11" fmla="*/ 16321 w 17499"/>
                      <a:gd name="connsiteY11" fmla="*/ 421 h 43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499" h="43302">
                        <a:moveTo>
                          <a:pt x="16321" y="421"/>
                        </a:moveTo>
                        <a:cubicBezTo>
                          <a:pt x="18138" y="2106"/>
                          <a:pt x="17562" y="6539"/>
                          <a:pt x="16542" y="11282"/>
                        </a:cubicBezTo>
                        <a:cubicBezTo>
                          <a:pt x="15567" y="16026"/>
                          <a:pt x="14148" y="21124"/>
                          <a:pt x="13439" y="24050"/>
                        </a:cubicBezTo>
                        <a:cubicBezTo>
                          <a:pt x="12641" y="26975"/>
                          <a:pt x="11267" y="31586"/>
                          <a:pt x="9671" y="35576"/>
                        </a:cubicBezTo>
                        <a:cubicBezTo>
                          <a:pt x="9272" y="36595"/>
                          <a:pt x="8873" y="37526"/>
                          <a:pt x="8385" y="38413"/>
                        </a:cubicBezTo>
                        <a:cubicBezTo>
                          <a:pt x="7898" y="39344"/>
                          <a:pt x="7366" y="40319"/>
                          <a:pt x="6834" y="41073"/>
                        </a:cubicBezTo>
                        <a:cubicBezTo>
                          <a:pt x="5725" y="42580"/>
                          <a:pt x="4528" y="43422"/>
                          <a:pt x="3243" y="43289"/>
                        </a:cubicBezTo>
                        <a:cubicBezTo>
                          <a:pt x="1957" y="43201"/>
                          <a:pt x="1115" y="42048"/>
                          <a:pt x="627" y="40408"/>
                        </a:cubicBezTo>
                        <a:cubicBezTo>
                          <a:pt x="140" y="38768"/>
                          <a:pt x="-38" y="36551"/>
                          <a:pt x="7" y="34024"/>
                        </a:cubicBezTo>
                        <a:cubicBezTo>
                          <a:pt x="95" y="29015"/>
                          <a:pt x="1470" y="23429"/>
                          <a:pt x="2312" y="20858"/>
                        </a:cubicBezTo>
                        <a:cubicBezTo>
                          <a:pt x="3065" y="18287"/>
                          <a:pt x="5326" y="12125"/>
                          <a:pt x="8208" y="7248"/>
                        </a:cubicBezTo>
                        <a:cubicBezTo>
                          <a:pt x="11178" y="2327"/>
                          <a:pt x="14547" y="-1263"/>
                          <a:pt x="16321" y="42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84" name="Forme libre : forme 20783">
                    <a:extLst>
                      <a:ext uri="{FF2B5EF4-FFF2-40B4-BE49-F238E27FC236}">
                        <a16:creationId xmlns:a16="http://schemas.microsoft.com/office/drawing/2014/main" id="{A4A77DF7-7A5A-4DD0-9736-4E7E6605D079}"/>
                      </a:ext>
                    </a:extLst>
                  </p:cNvPr>
                  <p:cNvSpPr/>
                  <p:nvPr/>
                </p:nvSpPr>
                <p:spPr>
                  <a:xfrm>
                    <a:off x="6250155" y="1311132"/>
                    <a:ext cx="30579" cy="50921"/>
                  </a:xfrm>
                  <a:custGeom>
                    <a:avLst/>
                    <a:gdLst>
                      <a:gd name="connsiteX0" fmla="*/ 1402 w 30579"/>
                      <a:gd name="connsiteY0" fmla="*/ 48941 h 50921"/>
                      <a:gd name="connsiteX1" fmla="*/ 4860 w 30579"/>
                      <a:gd name="connsiteY1" fmla="*/ 50848 h 50921"/>
                      <a:gd name="connsiteX2" fmla="*/ 10003 w 30579"/>
                      <a:gd name="connsiteY2" fmla="*/ 50005 h 50921"/>
                      <a:gd name="connsiteX3" fmla="*/ 16076 w 30579"/>
                      <a:gd name="connsiteY3" fmla="*/ 46459 h 50921"/>
                      <a:gd name="connsiteX4" fmla="*/ 18780 w 30579"/>
                      <a:gd name="connsiteY4" fmla="*/ 43888 h 50921"/>
                      <a:gd name="connsiteX5" fmla="*/ 20110 w 30579"/>
                      <a:gd name="connsiteY5" fmla="*/ 42425 h 50921"/>
                      <a:gd name="connsiteX6" fmla="*/ 21129 w 30579"/>
                      <a:gd name="connsiteY6" fmla="*/ 41139 h 50921"/>
                      <a:gd name="connsiteX7" fmla="*/ 24809 w 30579"/>
                      <a:gd name="connsiteY7" fmla="*/ 35287 h 50921"/>
                      <a:gd name="connsiteX8" fmla="*/ 27469 w 30579"/>
                      <a:gd name="connsiteY8" fmla="*/ 28283 h 50921"/>
                      <a:gd name="connsiteX9" fmla="*/ 28799 w 30579"/>
                      <a:gd name="connsiteY9" fmla="*/ 22919 h 50921"/>
                      <a:gd name="connsiteX10" fmla="*/ 29685 w 30579"/>
                      <a:gd name="connsiteY10" fmla="*/ 18131 h 50921"/>
                      <a:gd name="connsiteX11" fmla="*/ 30572 w 30579"/>
                      <a:gd name="connsiteY11" fmla="*/ 8866 h 50921"/>
                      <a:gd name="connsiteX12" fmla="*/ 26937 w 30579"/>
                      <a:gd name="connsiteY12" fmla="*/ 0 h 50921"/>
                      <a:gd name="connsiteX13" fmla="*/ 22105 w 30579"/>
                      <a:gd name="connsiteY13" fmla="*/ 5408 h 50921"/>
                      <a:gd name="connsiteX14" fmla="*/ 11377 w 30579"/>
                      <a:gd name="connsiteY14" fmla="*/ 22520 h 50921"/>
                      <a:gd name="connsiteX15" fmla="*/ 5658 w 30579"/>
                      <a:gd name="connsiteY15" fmla="*/ 29746 h 50921"/>
                      <a:gd name="connsiteX16" fmla="*/ 3087 w 30579"/>
                      <a:gd name="connsiteY16" fmla="*/ 33292 h 50921"/>
                      <a:gd name="connsiteX17" fmla="*/ 2112 w 30579"/>
                      <a:gd name="connsiteY17" fmla="*/ 34977 h 50921"/>
                      <a:gd name="connsiteX18" fmla="*/ 1491 w 30579"/>
                      <a:gd name="connsiteY18" fmla="*/ 36351 h 50921"/>
                      <a:gd name="connsiteX19" fmla="*/ 161 w 30579"/>
                      <a:gd name="connsiteY19" fmla="*/ 42646 h 50921"/>
                      <a:gd name="connsiteX20" fmla="*/ 1402 w 30579"/>
                      <a:gd name="connsiteY20" fmla="*/ 48941 h 50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0579" h="50921">
                        <a:moveTo>
                          <a:pt x="1402" y="48941"/>
                        </a:moveTo>
                        <a:cubicBezTo>
                          <a:pt x="2555" y="50094"/>
                          <a:pt x="3619" y="50715"/>
                          <a:pt x="4860" y="50848"/>
                        </a:cubicBezTo>
                        <a:cubicBezTo>
                          <a:pt x="6146" y="51025"/>
                          <a:pt x="7786" y="50936"/>
                          <a:pt x="10003" y="50005"/>
                        </a:cubicBezTo>
                        <a:cubicBezTo>
                          <a:pt x="12263" y="49252"/>
                          <a:pt x="14081" y="47922"/>
                          <a:pt x="16076" y="46459"/>
                        </a:cubicBezTo>
                        <a:cubicBezTo>
                          <a:pt x="16962" y="45661"/>
                          <a:pt x="17893" y="44819"/>
                          <a:pt x="18780" y="43888"/>
                        </a:cubicBezTo>
                        <a:lnTo>
                          <a:pt x="20110" y="42425"/>
                        </a:lnTo>
                        <a:lnTo>
                          <a:pt x="21129" y="41139"/>
                        </a:lnTo>
                        <a:cubicBezTo>
                          <a:pt x="22504" y="39366"/>
                          <a:pt x="23834" y="37327"/>
                          <a:pt x="24809" y="35287"/>
                        </a:cubicBezTo>
                        <a:cubicBezTo>
                          <a:pt x="25917" y="33115"/>
                          <a:pt x="26760" y="30854"/>
                          <a:pt x="27469" y="28283"/>
                        </a:cubicBezTo>
                        <a:cubicBezTo>
                          <a:pt x="28134" y="25889"/>
                          <a:pt x="28488" y="24515"/>
                          <a:pt x="28799" y="22919"/>
                        </a:cubicBezTo>
                        <a:cubicBezTo>
                          <a:pt x="29065" y="21323"/>
                          <a:pt x="29508" y="19727"/>
                          <a:pt x="29685" y="18131"/>
                        </a:cubicBezTo>
                        <a:cubicBezTo>
                          <a:pt x="30217" y="14940"/>
                          <a:pt x="30572" y="11748"/>
                          <a:pt x="30572" y="8866"/>
                        </a:cubicBezTo>
                        <a:cubicBezTo>
                          <a:pt x="30661" y="4610"/>
                          <a:pt x="29951" y="44"/>
                          <a:pt x="26937" y="0"/>
                        </a:cubicBezTo>
                        <a:cubicBezTo>
                          <a:pt x="25031" y="0"/>
                          <a:pt x="23701" y="3147"/>
                          <a:pt x="22105" y="5408"/>
                        </a:cubicBezTo>
                        <a:cubicBezTo>
                          <a:pt x="18337" y="10905"/>
                          <a:pt x="15411" y="16535"/>
                          <a:pt x="11377" y="22520"/>
                        </a:cubicBezTo>
                        <a:cubicBezTo>
                          <a:pt x="9559" y="25047"/>
                          <a:pt x="7653" y="27397"/>
                          <a:pt x="5658" y="29746"/>
                        </a:cubicBezTo>
                        <a:cubicBezTo>
                          <a:pt x="4727" y="30943"/>
                          <a:pt x="3885" y="32184"/>
                          <a:pt x="3087" y="33292"/>
                        </a:cubicBezTo>
                        <a:cubicBezTo>
                          <a:pt x="2732" y="33825"/>
                          <a:pt x="2377" y="34667"/>
                          <a:pt x="2112" y="34977"/>
                        </a:cubicBezTo>
                        <a:cubicBezTo>
                          <a:pt x="1846" y="35376"/>
                          <a:pt x="1668" y="35864"/>
                          <a:pt x="1491" y="36351"/>
                        </a:cubicBezTo>
                        <a:cubicBezTo>
                          <a:pt x="826" y="38125"/>
                          <a:pt x="516" y="40385"/>
                          <a:pt x="161" y="42646"/>
                        </a:cubicBezTo>
                        <a:cubicBezTo>
                          <a:pt x="-105" y="44952"/>
                          <a:pt x="-238" y="47301"/>
                          <a:pt x="1402" y="4894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85" name="Forme libre : forme 20784">
                    <a:extLst>
                      <a:ext uri="{FF2B5EF4-FFF2-40B4-BE49-F238E27FC236}">
                        <a16:creationId xmlns:a16="http://schemas.microsoft.com/office/drawing/2014/main" id="{2F7C9ADC-6ECD-4EC2-A04A-FAEBC1AA5306}"/>
                      </a:ext>
                    </a:extLst>
                  </p:cNvPr>
                  <p:cNvSpPr/>
                  <p:nvPr/>
                </p:nvSpPr>
                <p:spPr>
                  <a:xfrm>
                    <a:off x="6254619" y="1333287"/>
                    <a:ext cx="4518" cy="16532"/>
                  </a:xfrm>
                  <a:custGeom>
                    <a:avLst/>
                    <a:gdLst>
                      <a:gd name="connsiteX0" fmla="*/ 396 w 4518"/>
                      <a:gd name="connsiteY0" fmla="*/ 14551 h 16532"/>
                      <a:gd name="connsiteX1" fmla="*/ 839 w 4518"/>
                      <a:gd name="connsiteY1" fmla="*/ 16280 h 16532"/>
                      <a:gd name="connsiteX2" fmla="*/ 2302 w 4518"/>
                      <a:gd name="connsiteY2" fmla="*/ 15881 h 16532"/>
                      <a:gd name="connsiteX3" fmla="*/ 3499 w 4518"/>
                      <a:gd name="connsiteY3" fmla="*/ 13177 h 16532"/>
                      <a:gd name="connsiteX4" fmla="*/ 4518 w 4518"/>
                      <a:gd name="connsiteY4" fmla="*/ 5552 h 16532"/>
                      <a:gd name="connsiteX5" fmla="*/ 4252 w 4518"/>
                      <a:gd name="connsiteY5" fmla="*/ 2715 h 16532"/>
                      <a:gd name="connsiteX6" fmla="*/ 1992 w 4518"/>
                      <a:gd name="connsiteY6" fmla="*/ 10 h 16532"/>
                      <a:gd name="connsiteX7" fmla="*/ 130 w 4518"/>
                      <a:gd name="connsiteY7" fmla="*/ 3690 h 16532"/>
                      <a:gd name="connsiteX8" fmla="*/ 396 w 4518"/>
                      <a:gd name="connsiteY8" fmla="*/ 14551 h 16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18" h="16532">
                        <a:moveTo>
                          <a:pt x="396" y="14551"/>
                        </a:moveTo>
                        <a:cubicBezTo>
                          <a:pt x="440" y="15260"/>
                          <a:pt x="484" y="15792"/>
                          <a:pt x="839" y="16280"/>
                        </a:cubicBezTo>
                        <a:cubicBezTo>
                          <a:pt x="1194" y="16768"/>
                          <a:pt x="1770" y="16502"/>
                          <a:pt x="2302" y="15881"/>
                        </a:cubicBezTo>
                        <a:cubicBezTo>
                          <a:pt x="2834" y="15349"/>
                          <a:pt x="3277" y="14196"/>
                          <a:pt x="3499" y="13177"/>
                        </a:cubicBezTo>
                        <a:cubicBezTo>
                          <a:pt x="4208" y="10827"/>
                          <a:pt x="4518" y="7990"/>
                          <a:pt x="4518" y="5552"/>
                        </a:cubicBezTo>
                        <a:cubicBezTo>
                          <a:pt x="4474" y="4532"/>
                          <a:pt x="4474" y="3557"/>
                          <a:pt x="4252" y="2715"/>
                        </a:cubicBezTo>
                        <a:cubicBezTo>
                          <a:pt x="3720" y="1030"/>
                          <a:pt x="2834" y="-123"/>
                          <a:pt x="1992" y="10"/>
                        </a:cubicBezTo>
                        <a:cubicBezTo>
                          <a:pt x="1149" y="232"/>
                          <a:pt x="351" y="1429"/>
                          <a:pt x="130" y="3690"/>
                        </a:cubicBezTo>
                        <a:cubicBezTo>
                          <a:pt x="-181" y="7325"/>
                          <a:pt x="130" y="11625"/>
                          <a:pt x="396" y="1455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86" name="Forme libre : forme 20785">
                    <a:extLst>
                      <a:ext uri="{FF2B5EF4-FFF2-40B4-BE49-F238E27FC236}">
                        <a16:creationId xmlns:a16="http://schemas.microsoft.com/office/drawing/2014/main" id="{DD6FC65E-4688-4634-9AD1-199F3B37A754}"/>
                      </a:ext>
                    </a:extLst>
                  </p:cNvPr>
                  <p:cNvSpPr/>
                  <p:nvPr/>
                </p:nvSpPr>
                <p:spPr>
                  <a:xfrm>
                    <a:off x="6285559" y="1286573"/>
                    <a:ext cx="1777" cy="29613"/>
                  </a:xfrm>
                  <a:custGeom>
                    <a:avLst/>
                    <a:gdLst>
                      <a:gd name="connsiteX0" fmla="*/ 0 w 1777"/>
                      <a:gd name="connsiteY0" fmla="*/ 0 h 29613"/>
                      <a:gd name="connsiteX1" fmla="*/ 1640 w 1777"/>
                      <a:gd name="connsiteY1" fmla="*/ 14142 h 29613"/>
                      <a:gd name="connsiteX2" fmla="*/ 399 w 1777"/>
                      <a:gd name="connsiteY2" fmla="*/ 29613 h 29613"/>
                      <a:gd name="connsiteX3" fmla="*/ 0 w 1777"/>
                      <a:gd name="connsiteY3" fmla="*/ 0 h 29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77" h="29613">
                        <a:moveTo>
                          <a:pt x="0" y="0"/>
                        </a:moveTo>
                        <a:cubicBezTo>
                          <a:pt x="1862" y="3325"/>
                          <a:pt x="1951" y="8645"/>
                          <a:pt x="1640" y="14142"/>
                        </a:cubicBezTo>
                        <a:cubicBezTo>
                          <a:pt x="1330" y="19639"/>
                          <a:pt x="621" y="25357"/>
                          <a:pt x="399" y="29613"/>
                        </a:cubicBezTo>
                        <a:cubicBezTo>
                          <a:pt x="931" y="20392"/>
                          <a:pt x="665" y="873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87" name="Forme libre : forme 20786">
                    <a:extLst>
                      <a:ext uri="{FF2B5EF4-FFF2-40B4-BE49-F238E27FC236}">
                        <a16:creationId xmlns:a16="http://schemas.microsoft.com/office/drawing/2014/main" id="{1B0DDE9A-71F7-4236-B95E-41D35E7F68C0}"/>
                      </a:ext>
                    </a:extLst>
                  </p:cNvPr>
                  <p:cNvSpPr/>
                  <p:nvPr/>
                </p:nvSpPr>
                <p:spPr>
                  <a:xfrm>
                    <a:off x="6242159" y="1337997"/>
                    <a:ext cx="5702" cy="17067"/>
                  </a:xfrm>
                  <a:custGeom>
                    <a:avLst/>
                    <a:gdLst>
                      <a:gd name="connsiteX0" fmla="*/ 4655 w 5702"/>
                      <a:gd name="connsiteY0" fmla="*/ 0 h 17067"/>
                      <a:gd name="connsiteX1" fmla="*/ 4433 w 5702"/>
                      <a:gd name="connsiteY1" fmla="*/ 5453 h 17067"/>
                      <a:gd name="connsiteX2" fmla="*/ 5275 w 5702"/>
                      <a:gd name="connsiteY2" fmla="*/ 8733 h 17067"/>
                      <a:gd name="connsiteX3" fmla="*/ 0 w 5702"/>
                      <a:gd name="connsiteY3" fmla="*/ 17067 h 17067"/>
                      <a:gd name="connsiteX4" fmla="*/ 5674 w 5702"/>
                      <a:gd name="connsiteY4" fmla="*/ 9088 h 17067"/>
                      <a:gd name="connsiteX5" fmla="*/ 5009 w 5702"/>
                      <a:gd name="connsiteY5" fmla="*/ 5630 h 17067"/>
                      <a:gd name="connsiteX6" fmla="*/ 4832 w 5702"/>
                      <a:gd name="connsiteY6" fmla="*/ 3014 h 17067"/>
                      <a:gd name="connsiteX7" fmla="*/ 4655 w 5702"/>
                      <a:gd name="connsiteY7" fmla="*/ 0 h 17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02" h="17067">
                        <a:moveTo>
                          <a:pt x="4655" y="0"/>
                        </a:moveTo>
                        <a:cubicBezTo>
                          <a:pt x="4433" y="2172"/>
                          <a:pt x="4079" y="4433"/>
                          <a:pt x="4433" y="5453"/>
                        </a:cubicBezTo>
                        <a:cubicBezTo>
                          <a:pt x="4832" y="6162"/>
                          <a:pt x="5231" y="7315"/>
                          <a:pt x="5275" y="8733"/>
                        </a:cubicBezTo>
                        <a:cubicBezTo>
                          <a:pt x="5364" y="11615"/>
                          <a:pt x="3414" y="14984"/>
                          <a:pt x="0" y="17067"/>
                        </a:cubicBezTo>
                        <a:cubicBezTo>
                          <a:pt x="3103" y="14940"/>
                          <a:pt x="5586" y="12058"/>
                          <a:pt x="5674" y="9088"/>
                        </a:cubicBezTo>
                        <a:cubicBezTo>
                          <a:pt x="5808" y="7669"/>
                          <a:pt x="5453" y="6428"/>
                          <a:pt x="5009" y="5630"/>
                        </a:cubicBezTo>
                        <a:cubicBezTo>
                          <a:pt x="4877" y="4921"/>
                          <a:pt x="4832" y="3812"/>
                          <a:pt x="4832" y="3014"/>
                        </a:cubicBezTo>
                        <a:cubicBezTo>
                          <a:pt x="4743" y="1951"/>
                          <a:pt x="4699" y="975"/>
                          <a:pt x="465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88" name="Forme libre : forme 20787">
                    <a:extLst>
                      <a:ext uri="{FF2B5EF4-FFF2-40B4-BE49-F238E27FC236}">
                        <a16:creationId xmlns:a16="http://schemas.microsoft.com/office/drawing/2014/main" id="{30F9BB8E-7FE3-43C7-99BA-FF9147596AD4}"/>
                      </a:ext>
                    </a:extLst>
                  </p:cNvPr>
                  <p:cNvSpPr/>
                  <p:nvPr/>
                </p:nvSpPr>
                <p:spPr>
                  <a:xfrm>
                    <a:off x="6262886" y="1308125"/>
                    <a:ext cx="7653" cy="15972"/>
                  </a:xfrm>
                  <a:custGeom>
                    <a:avLst/>
                    <a:gdLst>
                      <a:gd name="connsiteX0" fmla="*/ 7423 w 7653"/>
                      <a:gd name="connsiteY0" fmla="*/ 303 h 15972"/>
                      <a:gd name="connsiteX1" fmla="*/ 4852 w 7653"/>
                      <a:gd name="connsiteY1" fmla="*/ 9923 h 15972"/>
                      <a:gd name="connsiteX2" fmla="*/ 419 w 7653"/>
                      <a:gd name="connsiteY2" fmla="*/ 15686 h 15972"/>
                      <a:gd name="connsiteX3" fmla="*/ 2414 w 7653"/>
                      <a:gd name="connsiteY3" fmla="*/ 6288 h 15972"/>
                      <a:gd name="connsiteX4" fmla="*/ 7423 w 7653"/>
                      <a:gd name="connsiteY4" fmla="*/ 303 h 15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53" h="15972">
                        <a:moveTo>
                          <a:pt x="7423" y="303"/>
                        </a:moveTo>
                        <a:cubicBezTo>
                          <a:pt x="8487" y="1899"/>
                          <a:pt x="5561" y="7928"/>
                          <a:pt x="4852" y="9923"/>
                        </a:cubicBezTo>
                        <a:cubicBezTo>
                          <a:pt x="3965" y="11785"/>
                          <a:pt x="1793" y="17282"/>
                          <a:pt x="419" y="15686"/>
                        </a:cubicBezTo>
                        <a:cubicBezTo>
                          <a:pt x="-1000" y="14046"/>
                          <a:pt x="1571" y="8105"/>
                          <a:pt x="2414" y="6288"/>
                        </a:cubicBezTo>
                        <a:cubicBezTo>
                          <a:pt x="3256" y="4426"/>
                          <a:pt x="6271" y="-1382"/>
                          <a:pt x="7423" y="30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89" name="Forme libre : forme 20788">
                    <a:extLst>
                      <a:ext uri="{FF2B5EF4-FFF2-40B4-BE49-F238E27FC236}">
                        <a16:creationId xmlns:a16="http://schemas.microsoft.com/office/drawing/2014/main" id="{88D515D0-ED42-442E-B241-8AE6CC8F7F73}"/>
                      </a:ext>
                    </a:extLst>
                  </p:cNvPr>
                  <p:cNvSpPr/>
                  <p:nvPr/>
                </p:nvSpPr>
                <p:spPr>
                  <a:xfrm>
                    <a:off x="6268766" y="1305809"/>
                    <a:ext cx="2465" cy="4485"/>
                  </a:xfrm>
                  <a:custGeom>
                    <a:avLst/>
                    <a:gdLst>
                      <a:gd name="connsiteX0" fmla="*/ 2119 w 2465"/>
                      <a:gd name="connsiteY0" fmla="*/ 4 h 4485"/>
                      <a:gd name="connsiteX1" fmla="*/ 2031 w 2465"/>
                      <a:gd name="connsiteY1" fmla="*/ 2353 h 4485"/>
                      <a:gd name="connsiteX2" fmla="*/ 346 w 2465"/>
                      <a:gd name="connsiteY2" fmla="*/ 4481 h 4485"/>
                      <a:gd name="connsiteX3" fmla="*/ 435 w 2465"/>
                      <a:gd name="connsiteY3" fmla="*/ 2220 h 4485"/>
                      <a:gd name="connsiteX4" fmla="*/ 2119 w 2465"/>
                      <a:gd name="connsiteY4" fmla="*/ 4 h 4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5" h="4485">
                        <a:moveTo>
                          <a:pt x="2119" y="4"/>
                        </a:moveTo>
                        <a:cubicBezTo>
                          <a:pt x="2784" y="92"/>
                          <a:pt x="2341" y="1600"/>
                          <a:pt x="2031" y="2353"/>
                        </a:cubicBezTo>
                        <a:cubicBezTo>
                          <a:pt x="1720" y="3107"/>
                          <a:pt x="1011" y="4570"/>
                          <a:pt x="346" y="4481"/>
                        </a:cubicBezTo>
                        <a:cubicBezTo>
                          <a:pt x="-319" y="4392"/>
                          <a:pt x="124" y="2974"/>
                          <a:pt x="435" y="2220"/>
                        </a:cubicBezTo>
                        <a:cubicBezTo>
                          <a:pt x="745" y="1422"/>
                          <a:pt x="1454" y="-85"/>
                          <a:pt x="2119" y="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90" name="Forme libre : forme 20789">
                    <a:extLst>
                      <a:ext uri="{FF2B5EF4-FFF2-40B4-BE49-F238E27FC236}">
                        <a16:creationId xmlns:a16="http://schemas.microsoft.com/office/drawing/2014/main" id="{CC3856BD-A5E4-42DC-AFD4-5CAF13E7AE20}"/>
                      </a:ext>
                    </a:extLst>
                  </p:cNvPr>
                  <p:cNvSpPr/>
                  <p:nvPr/>
                </p:nvSpPr>
                <p:spPr>
                  <a:xfrm>
                    <a:off x="6252932" y="1286329"/>
                    <a:ext cx="29442" cy="35593"/>
                  </a:xfrm>
                  <a:custGeom>
                    <a:avLst/>
                    <a:gdLst>
                      <a:gd name="connsiteX0" fmla="*/ 16978 w 29442"/>
                      <a:gd name="connsiteY0" fmla="*/ 5873 h 35593"/>
                      <a:gd name="connsiteX1" fmla="*/ 27972 w 29442"/>
                      <a:gd name="connsiteY1" fmla="*/ 22 h 35593"/>
                      <a:gd name="connsiteX2" fmla="*/ 28903 w 29442"/>
                      <a:gd name="connsiteY2" fmla="*/ 3879 h 35593"/>
                      <a:gd name="connsiteX3" fmla="*/ 25135 w 29442"/>
                      <a:gd name="connsiteY3" fmla="*/ 7469 h 35593"/>
                      <a:gd name="connsiteX4" fmla="*/ 13254 w 29442"/>
                      <a:gd name="connsiteY4" fmla="*/ 18463 h 35593"/>
                      <a:gd name="connsiteX5" fmla="*/ 6782 w 29442"/>
                      <a:gd name="connsiteY5" fmla="*/ 29103 h 35593"/>
                      <a:gd name="connsiteX6" fmla="*/ 664 w 29442"/>
                      <a:gd name="connsiteY6" fmla="*/ 34955 h 35593"/>
                      <a:gd name="connsiteX7" fmla="*/ 1905 w 29442"/>
                      <a:gd name="connsiteY7" fmla="*/ 23517 h 35593"/>
                      <a:gd name="connsiteX8" fmla="*/ 7979 w 29442"/>
                      <a:gd name="connsiteY8" fmla="*/ 12789 h 35593"/>
                      <a:gd name="connsiteX9" fmla="*/ 16978 w 29442"/>
                      <a:gd name="connsiteY9" fmla="*/ 5873 h 3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9442" h="35593">
                        <a:moveTo>
                          <a:pt x="16978" y="5873"/>
                        </a:moveTo>
                        <a:cubicBezTo>
                          <a:pt x="21012" y="2815"/>
                          <a:pt x="23982" y="731"/>
                          <a:pt x="27972" y="22"/>
                        </a:cubicBezTo>
                        <a:cubicBezTo>
                          <a:pt x="29435" y="-244"/>
                          <a:pt x="29923" y="1972"/>
                          <a:pt x="28903" y="3879"/>
                        </a:cubicBezTo>
                        <a:cubicBezTo>
                          <a:pt x="27883" y="5785"/>
                          <a:pt x="26509" y="6583"/>
                          <a:pt x="25135" y="7469"/>
                        </a:cubicBezTo>
                        <a:cubicBezTo>
                          <a:pt x="20790" y="10262"/>
                          <a:pt x="17066" y="13942"/>
                          <a:pt x="13254" y="18463"/>
                        </a:cubicBezTo>
                        <a:cubicBezTo>
                          <a:pt x="12057" y="19882"/>
                          <a:pt x="9220" y="24758"/>
                          <a:pt x="6782" y="29103"/>
                        </a:cubicBezTo>
                        <a:cubicBezTo>
                          <a:pt x="4255" y="33403"/>
                          <a:pt x="2038" y="37127"/>
                          <a:pt x="664" y="34955"/>
                        </a:cubicBezTo>
                        <a:cubicBezTo>
                          <a:pt x="-666" y="32782"/>
                          <a:pt x="132" y="28039"/>
                          <a:pt x="1905" y="23517"/>
                        </a:cubicBezTo>
                        <a:cubicBezTo>
                          <a:pt x="3678" y="18995"/>
                          <a:pt x="6338" y="14695"/>
                          <a:pt x="7979" y="12789"/>
                        </a:cubicBezTo>
                        <a:cubicBezTo>
                          <a:pt x="11259" y="8932"/>
                          <a:pt x="13963" y="8223"/>
                          <a:pt x="16978" y="587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753" name="Graphique 2">
                  <a:extLst>
                    <a:ext uri="{FF2B5EF4-FFF2-40B4-BE49-F238E27FC236}">
                      <a16:creationId xmlns:a16="http://schemas.microsoft.com/office/drawing/2014/main" id="{AEB672FA-5A69-4DB9-89E4-E109DAD1350D}"/>
                    </a:ext>
                  </a:extLst>
                </p:cNvPr>
                <p:cNvGrpSpPr/>
                <p:nvPr/>
              </p:nvGrpSpPr>
              <p:grpSpPr>
                <a:xfrm>
                  <a:off x="6280681" y="1205090"/>
                  <a:ext cx="67836" cy="78629"/>
                  <a:chOff x="6280681" y="1205090"/>
                  <a:chExt cx="67836" cy="78629"/>
                </a:xfrm>
                <a:solidFill>
                  <a:schemeClr val="accent1"/>
                </a:solidFill>
              </p:grpSpPr>
              <p:sp>
                <p:nvSpPr>
                  <p:cNvPr id="20767" name="Forme libre : forme 20766">
                    <a:extLst>
                      <a:ext uri="{FF2B5EF4-FFF2-40B4-BE49-F238E27FC236}">
                        <a16:creationId xmlns:a16="http://schemas.microsoft.com/office/drawing/2014/main" id="{3AB858E4-D6BF-4C05-A39D-EE0ED3E912ED}"/>
                      </a:ext>
                    </a:extLst>
                  </p:cNvPr>
                  <p:cNvSpPr/>
                  <p:nvPr/>
                </p:nvSpPr>
                <p:spPr>
                  <a:xfrm>
                    <a:off x="6280681" y="1205090"/>
                    <a:ext cx="67836" cy="78629"/>
                  </a:xfrm>
                  <a:custGeom>
                    <a:avLst/>
                    <a:gdLst>
                      <a:gd name="connsiteX0" fmla="*/ 56345 w 67836"/>
                      <a:gd name="connsiteY0" fmla="*/ 36087 h 78629"/>
                      <a:gd name="connsiteX1" fmla="*/ 36840 w 67836"/>
                      <a:gd name="connsiteY1" fmla="*/ 61001 h 78629"/>
                      <a:gd name="connsiteX2" fmla="*/ 8512 w 67836"/>
                      <a:gd name="connsiteY2" fmla="*/ 78468 h 78629"/>
                      <a:gd name="connsiteX3" fmla="*/ 311 w 67836"/>
                      <a:gd name="connsiteY3" fmla="*/ 72705 h 78629"/>
                      <a:gd name="connsiteX4" fmla="*/ 9089 w 67836"/>
                      <a:gd name="connsiteY4" fmla="*/ 39456 h 78629"/>
                      <a:gd name="connsiteX5" fmla="*/ 28949 w 67836"/>
                      <a:gd name="connsiteY5" fmla="*/ 14232 h 78629"/>
                      <a:gd name="connsiteX6" fmla="*/ 60291 w 67836"/>
                      <a:gd name="connsiteY6" fmla="*/ 2 h 78629"/>
                      <a:gd name="connsiteX7" fmla="*/ 67827 w 67836"/>
                      <a:gd name="connsiteY7" fmla="*/ 6341 h 78629"/>
                      <a:gd name="connsiteX8" fmla="*/ 56345 w 67836"/>
                      <a:gd name="connsiteY8" fmla="*/ 36087 h 78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836" h="78629">
                        <a:moveTo>
                          <a:pt x="56345" y="36087"/>
                        </a:moveTo>
                        <a:cubicBezTo>
                          <a:pt x="51824" y="41850"/>
                          <a:pt x="41894" y="54706"/>
                          <a:pt x="36840" y="61001"/>
                        </a:cubicBezTo>
                        <a:cubicBezTo>
                          <a:pt x="27309" y="72527"/>
                          <a:pt x="19107" y="75897"/>
                          <a:pt x="8512" y="78468"/>
                        </a:cubicBezTo>
                        <a:cubicBezTo>
                          <a:pt x="4877" y="79354"/>
                          <a:pt x="666" y="76473"/>
                          <a:pt x="311" y="72705"/>
                        </a:cubicBezTo>
                        <a:cubicBezTo>
                          <a:pt x="-842" y="61888"/>
                          <a:pt x="1021" y="51647"/>
                          <a:pt x="9089" y="39456"/>
                        </a:cubicBezTo>
                        <a:cubicBezTo>
                          <a:pt x="13300" y="32940"/>
                          <a:pt x="23097" y="20261"/>
                          <a:pt x="28949" y="14232"/>
                        </a:cubicBezTo>
                        <a:cubicBezTo>
                          <a:pt x="39633" y="2795"/>
                          <a:pt x="49607" y="401"/>
                          <a:pt x="60291" y="2"/>
                        </a:cubicBezTo>
                        <a:cubicBezTo>
                          <a:pt x="64059" y="-87"/>
                          <a:pt x="68049" y="2883"/>
                          <a:pt x="67827" y="6341"/>
                        </a:cubicBezTo>
                        <a:cubicBezTo>
                          <a:pt x="67384" y="16537"/>
                          <a:pt x="64635" y="25182"/>
                          <a:pt x="56345" y="3608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68" name="Forme libre : forme 20767">
                    <a:extLst>
                      <a:ext uri="{FF2B5EF4-FFF2-40B4-BE49-F238E27FC236}">
                        <a16:creationId xmlns:a16="http://schemas.microsoft.com/office/drawing/2014/main" id="{2564F3AB-1CE7-47FE-BFF6-F7CA2B8A794B}"/>
                      </a:ext>
                    </a:extLst>
                  </p:cNvPr>
                  <p:cNvSpPr/>
                  <p:nvPr/>
                </p:nvSpPr>
                <p:spPr>
                  <a:xfrm>
                    <a:off x="6284716" y="1211254"/>
                    <a:ext cx="63703" cy="72460"/>
                  </a:xfrm>
                  <a:custGeom>
                    <a:avLst/>
                    <a:gdLst>
                      <a:gd name="connsiteX0" fmla="*/ 25712 w 63703"/>
                      <a:gd name="connsiteY0" fmla="*/ 43356 h 72460"/>
                      <a:gd name="connsiteX1" fmla="*/ 0 w 63703"/>
                      <a:gd name="connsiteY1" fmla="*/ 71683 h 72460"/>
                      <a:gd name="connsiteX2" fmla="*/ 4433 w 63703"/>
                      <a:gd name="connsiteY2" fmla="*/ 72304 h 72460"/>
                      <a:gd name="connsiteX3" fmla="*/ 9708 w 63703"/>
                      <a:gd name="connsiteY3" fmla="*/ 70841 h 72460"/>
                      <a:gd name="connsiteX4" fmla="*/ 23717 w 63703"/>
                      <a:gd name="connsiteY4" fmla="*/ 63748 h 72460"/>
                      <a:gd name="connsiteX5" fmla="*/ 32761 w 63703"/>
                      <a:gd name="connsiteY5" fmla="*/ 54837 h 72460"/>
                      <a:gd name="connsiteX6" fmla="*/ 35997 w 63703"/>
                      <a:gd name="connsiteY6" fmla="*/ 50759 h 72460"/>
                      <a:gd name="connsiteX7" fmla="*/ 50847 w 63703"/>
                      <a:gd name="connsiteY7" fmla="*/ 31741 h 72460"/>
                      <a:gd name="connsiteX8" fmla="*/ 52222 w 63703"/>
                      <a:gd name="connsiteY8" fmla="*/ 29923 h 72460"/>
                      <a:gd name="connsiteX9" fmla="*/ 59093 w 63703"/>
                      <a:gd name="connsiteY9" fmla="*/ 19018 h 72460"/>
                      <a:gd name="connsiteX10" fmla="*/ 63260 w 63703"/>
                      <a:gd name="connsiteY10" fmla="*/ 4876 h 72460"/>
                      <a:gd name="connsiteX11" fmla="*/ 63704 w 63703"/>
                      <a:gd name="connsiteY11" fmla="*/ 177 h 72460"/>
                      <a:gd name="connsiteX12" fmla="*/ 63704 w 63703"/>
                      <a:gd name="connsiteY12" fmla="*/ 0 h 72460"/>
                      <a:gd name="connsiteX13" fmla="*/ 25712 w 63703"/>
                      <a:gd name="connsiteY13" fmla="*/ 43356 h 72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3703" h="72460">
                        <a:moveTo>
                          <a:pt x="25712" y="43356"/>
                        </a:moveTo>
                        <a:cubicBezTo>
                          <a:pt x="18309" y="54438"/>
                          <a:pt x="9886" y="65698"/>
                          <a:pt x="0" y="71683"/>
                        </a:cubicBezTo>
                        <a:cubicBezTo>
                          <a:pt x="1374" y="72392"/>
                          <a:pt x="2926" y="72658"/>
                          <a:pt x="4433" y="72304"/>
                        </a:cubicBezTo>
                        <a:cubicBezTo>
                          <a:pt x="6251" y="71860"/>
                          <a:pt x="8024" y="71373"/>
                          <a:pt x="9708" y="70841"/>
                        </a:cubicBezTo>
                        <a:cubicBezTo>
                          <a:pt x="14629" y="69289"/>
                          <a:pt x="19151" y="67250"/>
                          <a:pt x="23717" y="63748"/>
                        </a:cubicBezTo>
                        <a:cubicBezTo>
                          <a:pt x="26687" y="61487"/>
                          <a:pt x="29613" y="58561"/>
                          <a:pt x="32761" y="54837"/>
                        </a:cubicBezTo>
                        <a:cubicBezTo>
                          <a:pt x="33691" y="53685"/>
                          <a:pt x="34800" y="52310"/>
                          <a:pt x="35997" y="50759"/>
                        </a:cubicBezTo>
                        <a:cubicBezTo>
                          <a:pt x="40696" y="44774"/>
                          <a:pt x="46858" y="36662"/>
                          <a:pt x="50847" y="31741"/>
                        </a:cubicBezTo>
                        <a:cubicBezTo>
                          <a:pt x="51335" y="31076"/>
                          <a:pt x="51823" y="30455"/>
                          <a:pt x="52222" y="29923"/>
                        </a:cubicBezTo>
                        <a:cubicBezTo>
                          <a:pt x="55236" y="26111"/>
                          <a:pt x="57364" y="22431"/>
                          <a:pt x="59093" y="19018"/>
                        </a:cubicBezTo>
                        <a:cubicBezTo>
                          <a:pt x="61310" y="14186"/>
                          <a:pt x="62595" y="9664"/>
                          <a:pt x="63260" y="4876"/>
                        </a:cubicBezTo>
                        <a:cubicBezTo>
                          <a:pt x="63438" y="3280"/>
                          <a:pt x="63615" y="1773"/>
                          <a:pt x="63704" y="177"/>
                        </a:cubicBezTo>
                        <a:lnTo>
                          <a:pt x="63704" y="0"/>
                        </a:lnTo>
                        <a:cubicBezTo>
                          <a:pt x="49207" y="12457"/>
                          <a:pt x="36130" y="27485"/>
                          <a:pt x="25712" y="4335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69" name="Forme libre : forme 20768">
                    <a:extLst>
                      <a:ext uri="{FF2B5EF4-FFF2-40B4-BE49-F238E27FC236}">
                        <a16:creationId xmlns:a16="http://schemas.microsoft.com/office/drawing/2014/main" id="{857B5369-FFF2-4D99-BD9E-495A62D98973}"/>
                      </a:ext>
                    </a:extLst>
                  </p:cNvPr>
                  <p:cNvSpPr/>
                  <p:nvPr/>
                </p:nvSpPr>
                <p:spPr>
                  <a:xfrm>
                    <a:off x="6303212" y="1219942"/>
                    <a:ext cx="30806" cy="35638"/>
                  </a:xfrm>
                  <a:custGeom>
                    <a:avLst/>
                    <a:gdLst>
                      <a:gd name="connsiteX0" fmla="*/ 30180 w 30806"/>
                      <a:gd name="connsiteY0" fmla="*/ 534 h 35638"/>
                      <a:gd name="connsiteX1" fmla="*/ 19186 w 30806"/>
                      <a:gd name="connsiteY1" fmla="*/ 21857 h 35638"/>
                      <a:gd name="connsiteX2" fmla="*/ 1099 w 30806"/>
                      <a:gd name="connsiteY2" fmla="*/ 35201 h 35638"/>
                      <a:gd name="connsiteX3" fmla="*/ 10098 w 30806"/>
                      <a:gd name="connsiteY3" fmla="*/ 14720 h 35638"/>
                      <a:gd name="connsiteX4" fmla="*/ 30180 w 30806"/>
                      <a:gd name="connsiteY4" fmla="*/ 534 h 35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806" h="35638">
                        <a:moveTo>
                          <a:pt x="30180" y="534"/>
                        </a:moveTo>
                        <a:cubicBezTo>
                          <a:pt x="33505" y="3548"/>
                          <a:pt x="22688" y="17158"/>
                          <a:pt x="19186" y="21857"/>
                        </a:cubicBezTo>
                        <a:cubicBezTo>
                          <a:pt x="15462" y="26334"/>
                          <a:pt x="5355" y="38038"/>
                          <a:pt x="1099" y="35201"/>
                        </a:cubicBezTo>
                        <a:cubicBezTo>
                          <a:pt x="-3201" y="32319"/>
                          <a:pt x="6242" y="18975"/>
                          <a:pt x="10098" y="14720"/>
                        </a:cubicBezTo>
                        <a:cubicBezTo>
                          <a:pt x="13689" y="10331"/>
                          <a:pt x="26501" y="-2791"/>
                          <a:pt x="30180" y="53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70" name="Forme libre : forme 20769">
                    <a:extLst>
                      <a:ext uri="{FF2B5EF4-FFF2-40B4-BE49-F238E27FC236}">
                        <a16:creationId xmlns:a16="http://schemas.microsoft.com/office/drawing/2014/main" id="{7A11798A-99E3-4A72-80B0-5C433EA61507}"/>
                      </a:ext>
                    </a:extLst>
                  </p:cNvPr>
                  <p:cNvSpPr/>
                  <p:nvPr/>
                </p:nvSpPr>
                <p:spPr>
                  <a:xfrm>
                    <a:off x="6303011" y="1233863"/>
                    <a:ext cx="25016" cy="21684"/>
                  </a:xfrm>
                  <a:custGeom>
                    <a:avLst/>
                    <a:gdLst>
                      <a:gd name="connsiteX0" fmla="*/ 3294 w 25016"/>
                      <a:gd name="connsiteY0" fmla="*/ 10906 h 21684"/>
                      <a:gd name="connsiteX1" fmla="*/ 1167 w 25016"/>
                      <a:gd name="connsiteY1" fmla="*/ 21501 h 21684"/>
                      <a:gd name="connsiteX2" fmla="*/ 19564 w 25016"/>
                      <a:gd name="connsiteY2" fmla="*/ 7758 h 21684"/>
                      <a:gd name="connsiteX3" fmla="*/ 25017 w 25016"/>
                      <a:gd name="connsiteY3" fmla="*/ 0 h 21684"/>
                      <a:gd name="connsiteX4" fmla="*/ 21514 w 25016"/>
                      <a:gd name="connsiteY4" fmla="*/ 3680 h 21684"/>
                      <a:gd name="connsiteX5" fmla="*/ 3294 w 25016"/>
                      <a:gd name="connsiteY5" fmla="*/ 10906 h 21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016" h="21684">
                        <a:moveTo>
                          <a:pt x="3294" y="10906"/>
                        </a:moveTo>
                        <a:cubicBezTo>
                          <a:pt x="2230" y="13698"/>
                          <a:pt x="-2025" y="20481"/>
                          <a:pt x="1167" y="21501"/>
                        </a:cubicBezTo>
                        <a:cubicBezTo>
                          <a:pt x="6309" y="23141"/>
                          <a:pt x="14776" y="13432"/>
                          <a:pt x="19564" y="7758"/>
                        </a:cubicBezTo>
                        <a:cubicBezTo>
                          <a:pt x="20894" y="6029"/>
                          <a:pt x="23775" y="2172"/>
                          <a:pt x="25017" y="0"/>
                        </a:cubicBezTo>
                        <a:cubicBezTo>
                          <a:pt x="24086" y="1064"/>
                          <a:pt x="22578" y="2837"/>
                          <a:pt x="21514" y="3680"/>
                        </a:cubicBezTo>
                        <a:cubicBezTo>
                          <a:pt x="15397" y="8334"/>
                          <a:pt x="7993" y="13920"/>
                          <a:pt x="3294" y="1090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71" name="Forme libre : forme 20770">
                    <a:extLst>
                      <a:ext uri="{FF2B5EF4-FFF2-40B4-BE49-F238E27FC236}">
                        <a16:creationId xmlns:a16="http://schemas.microsoft.com/office/drawing/2014/main" id="{3A6502E8-3E48-45C0-8645-3F5923E0C008}"/>
                      </a:ext>
                    </a:extLst>
                  </p:cNvPr>
                  <p:cNvSpPr/>
                  <p:nvPr/>
                </p:nvSpPr>
                <p:spPr>
                  <a:xfrm>
                    <a:off x="6305573" y="1218765"/>
                    <a:ext cx="30683" cy="35708"/>
                  </a:xfrm>
                  <a:custGeom>
                    <a:avLst/>
                    <a:gdLst>
                      <a:gd name="connsiteX0" fmla="*/ 30346 w 30683"/>
                      <a:gd name="connsiteY0" fmla="*/ 823 h 35708"/>
                      <a:gd name="connsiteX1" fmla="*/ 19174 w 30683"/>
                      <a:gd name="connsiteY1" fmla="*/ 22324 h 35708"/>
                      <a:gd name="connsiteX2" fmla="*/ 1176 w 30683"/>
                      <a:gd name="connsiteY2" fmla="*/ 35313 h 35708"/>
                      <a:gd name="connsiteX3" fmla="*/ 10220 w 30683"/>
                      <a:gd name="connsiteY3" fmla="*/ 14965 h 35708"/>
                      <a:gd name="connsiteX4" fmla="*/ 20549 w 30683"/>
                      <a:gd name="connsiteY4" fmla="*/ 4591 h 35708"/>
                      <a:gd name="connsiteX5" fmla="*/ 30346 w 30683"/>
                      <a:gd name="connsiteY5" fmla="*/ 823 h 35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683" h="35708">
                        <a:moveTo>
                          <a:pt x="30346" y="823"/>
                        </a:moveTo>
                        <a:cubicBezTo>
                          <a:pt x="32607" y="5035"/>
                          <a:pt x="22898" y="17226"/>
                          <a:pt x="19174" y="22324"/>
                        </a:cubicBezTo>
                        <a:cubicBezTo>
                          <a:pt x="15318" y="27289"/>
                          <a:pt x="5654" y="37884"/>
                          <a:pt x="1176" y="35313"/>
                        </a:cubicBezTo>
                        <a:cubicBezTo>
                          <a:pt x="-3434" y="32653"/>
                          <a:pt x="6762" y="18999"/>
                          <a:pt x="10220" y="14965"/>
                        </a:cubicBezTo>
                        <a:cubicBezTo>
                          <a:pt x="11948" y="12970"/>
                          <a:pt x="16160" y="8138"/>
                          <a:pt x="20549" y="4591"/>
                        </a:cubicBezTo>
                        <a:cubicBezTo>
                          <a:pt x="24805" y="956"/>
                          <a:pt x="29193" y="-1305"/>
                          <a:pt x="30346" y="82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72" name="Forme libre : forme 20771">
                    <a:extLst>
                      <a:ext uri="{FF2B5EF4-FFF2-40B4-BE49-F238E27FC236}">
                        <a16:creationId xmlns:a16="http://schemas.microsoft.com/office/drawing/2014/main" id="{8A7E7EDE-C6B3-493F-B19B-6F261221FCDB}"/>
                      </a:ext>
                    </a:extLst>
                  </p:cNvPr>
                  <p:cNvSpPr/>
                  <p:nvPr/>
                </p:nvSpPr>
                <p:spPr>
                  <a:xfrm>
                    <a:off x="6288353" y="1231937"/>
                    <a:ext cx="44100" cy="40888"/>
                  </a:xfrm>
                  <a:custGeom>
                    <a:avLst/>
                    <a:gdLst>
                      <a:gd name="connsiteX0" fmla="*/ 3988 w 44100"/>
                      <a:gd name="connsiteY0" fmla="*/ 40583 h 40888"/>
                      <a:gd name="connsiteX1" fmla="*/ 11879 w 44100"/>
                      <a:gd name="connsiteY1" fmla="*/ 39165 h 40888"/>
                      <a:gd name="connsiteX2" fmla="*/ 30055 w 44100"/>
                      <a:gd name="connsiteY2" fmla="*/ 27195 h 40888"/>
                      <a:gd name="connsiteX3" fmla="*/ 42334 w 44100"/>
                      <a:gd name="connsiteY3" fmla="*/ 9951 h 40888"/>
                      <a:gd name="connsiteX4" fmla="*/ 42334 w 44100"/>
                      <a:gd name="connsiteY4" fmla="*/ 109 h 40888"/>
                      <a:gd name="connsiteX5" fmla="*/ 35818 w 44100"/>
                      <a:gd name="connsiteY5" fmla="*/ 3567 h 40888"/>
                      <a:gd name="connsiteX6" fmla="*/ 18706 w 44100"/>
                      <a:gd name="connsiteY6" fmla="*/ 14472 h 40888"/>
                      <a:gd name="connsiteX7" fmla="*/ 2259 w 44100"/>
                      <a:gd name="connsiteY7" fmla="*/ 26575 h 40888"/>
                      <a:gd name="connsiteX8" fmla="*/ 3988 w 44100"/>
                      <a:gd name="connsiteY8" fmla="*/ 40583 h 40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100" h="40888">
                        <a:moveTo>
                          <a:pt x="3988" y="40583"/>
                        </a:moveTo>
                        <a:cubicBezTo>
                          <a:pt x="7091" y="41248"/>
                          <a:pt x="8466" y="40849"/>
                          <a:pt x="11879" y="39165"/>
                        </a:cubicBezTo>
                        <a:cubicBezTo>
                          <a:pt x="18440" y="35973"/>
                          <a:pt x="23849" y="33446"/>
                          <a:pt x="30055" y="27195"/>
                        </a:cubicBezTo>
                        <a:cubicBezTo>
                          <a:pt x="35242" y="22097"/>
                          <a:pt x="39808" y="15536"/>
                          <a:pt x="42334" y="9951"/>
                        </a:cubicBezTo>
                        <a:cubicBezTo>
                          <a:pt x="44152" y="5739"/>
                          <a:pt x="45172" y="1129"/>
                          <a:pt x="42334" y="109"/>
                        </a:cubicBezTo>
                        <a:cubicBezTo>
                          <a:pt x="40517" y="-556"/>
                          <a:pt x="38167" y="1971"/>
                          <a:pt x="35818" y="3567"/>
                        </a:cubicBezTo>
                        <a:cubicBezTo>
                          <a:pt x="30188" y="7291"/>
                          <a:pt x="25134" y="11325"/>
                          <a:pt x="18706" y="14472"/>
                        </a:cubicBezTo>
                        <a:cubicBezTo>
                          <a:pt x="13253" y="17132"/>
                          <a:pt x="6426" y="19393"/>
                          <a:pt x="2259" y="26575"/>
                        </a:cubicBezTo>
                        <a:cubicBezTo>
                          <a:pt x="-1509" y="33047"/>
                          <a:pt x="-312" y="39697"/>
                          <a:pt x="3988" y="4058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73" name="Forme libre : forme 20772">
                    <a:extLst>
                      <a:ext uri="{FF2B5EF4-FFF2-40B4-BE49-F238E27FC236}">
                        <a16:creationId xmlns:a16="http://schemas.microsoft.com/office/drawing/2014/main" id="{021B3D5D-D960-4576-AD76-65CFFAE395A5}"/>
                      </a:ext>
                    </a:extLst>
                  </p:cNvPr>
                  <p:cNvSpPr/>
                  <p:nvPr/>
                </p:nvSpPr>
                <p:spPr>
                  <a:xfrm>
                    <a:off x="6294287" y="1243562"/>
                    <a:ext cx="9506" cy="17221"/>
                  </a:xfrm>
                  <a:custGeom>
                    <a:avLst/>
                    <a:gdLst>
                      <a:gd name="connsiteX0" fmla="*/ 227 w 9506"/>
                      <a:gd name="connsiteY0" fmla="*/ 14816 h 17221"/>
                      <a:gd name="connsiteX1" fmla="*/ 183 w 9506"/>
                      <a:gd name="connsiteY1" fmla="*/ 16944 h 17221"/>
                      <a:gd name="connsiteX2" fmla="*/ 1911 w 9506"/>
                      <a:gd name="connsiteY2" fmla="*/ 16456 h 17221"/>
                      <a:gd name="connsiteX3" fmla="*/ 3951 w 9506"/>
                      <a:gd name="connsiteY3" fmla="*/ 13752 h 17221"/>
                      <a:gd name="connsiteX4" fmla="*/ 8074 w 9506"/>
                      <a:gd name="connsiteY4" fmla="*/ 6482 h 17221"/>
                      <a:gd name="connsiteX5" fmla="*/ 9271 w 9506"/>
                      <a:gd name="connsiteY5" fmla="*/ 3645 h 17221"/>
                      <a:gd name="connsiteX6" fmla="*/ 5059 w 9506"/>
                      <a:gd name="connsiteY6" fmla="*/ 2714 h 17221"/>
                      <a:gd name="connsiteX7" fmla="*/ 227 w 9506"/>
                      <a:gd name="connsiteY7" fmla="*/ 14816 h 17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506" h="17221">
                        <a:moveTo>
                          <a:pt x="227" y="14816"/>
                        </a:moveTo>
                        <a:cubicBezTo>
                          <a:pt x="5" y="15703"/>
                          <a:pt x="-128" y="16368"/>
                          <a:pt x="183" y="16944"/>
                        </a:cubicBezTo>
                        <a:cubicBezTo>
                          <a:pt x="493" y="17520"/>
                          <a:pt x="1202" y="17121"/>
                          <a:pt x="1911" y="16456"/>
                        </a:cubicBezTo>
                        <a:cubicBezTo>
                          <a:pt x="2621" y="15791"/>
                          <a:pt x="3374" y="14639"/>
                          <a:pt x="3951" y="13752"/>
                        </a:cubicBezTo>
                        <a:cubicBezTo>
                          <a:pt x="5369" y="11403"/>
                          <a:pt x="6921" y="8876"/>
                          <a:pt x="8074" y="6482"/>
                        </a:cubicBezTo>
                        <a:cubicBezTo>
                          <a:pt x="8561" y="5507"/>
                          <a:pt x="9049" y="4576"/>
                          <a:pt x="9271" y="3645"/>
                        </a:cubicBezTo>
                        <a:cubicBezTo>
                          <a:pt x="10246" y="-168"/>
                          <a:pt x="8074" y="-1764"/>
                          <a:pt x="5059" y="2714"/>
                        </a:cubicBezTo>
                        <a:cubicBezTo>
                          <a:pt x="2710" y="6216"/>
                          <a:pt x="1069" y="11092"/>
                          <a:pt x="227" y="1481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74" name="Forme libre : forme 20773">
                    <a:extLst>
                      <a:ext uri="{FF2B5EF4-FFF2-40B4-BE49-F238E27FC236}">
                        <a16:creationId xmlns:a16="http://schemas.microsoft.com/office/drawing/2014/main" id="{2B45F849-E22C-4ADD-B0D6-FF3273302C03}"/>
                      </a:ext>
                    </a:extLst>
                  </p:cNvPr>
                  <p:cNvSpPr/>
                  <p:nvPr/>
                </p:nvSpPr>
                <p:spPr>
                  <a:xfrm>
                    <a:off x="6337116" y="1211343"/>
                    <a:ext cx="9693" cy="28549"/>
                  </a:xfrm>
                  <a:custGeom>
                    <a:avLst/>
                    <a:gdLst>
                      <a:gd name="connsiteX0" fmla="*/ 9531 w 9693"/>
                      <a:gd name="connsiteY0" fmla="*/ 0 h 28549"/>
                      <a:gd name="connsiteX1" fmla="*/ 0 w 9693"/>
                      <a:gd name="connsiteY1" fmla="*/ 28549 h 28549"/>
                      <a:gd name="connsiteX2" fmla="*/ 9531 w 9693"/>
                      <a:gd name="connsiteY2" fmla="*/ 0 h 28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693" h="28549">
                        <a:moveTo>
                          <a:pt x="9531" y="0"/>
                        </a:moveTo>
                        <a:cubicBezTo>
                          <a:pt x="10861" y="7536"/>
                          <a:pt x="3724" y="20215"/>
                          <a:pt x="0" y="28549"/>
                        </a:cubicBezTo>
                        <a:cubicBezTo>
                          <a:pt x="4211" y="19594"/>
                          <a:pt x="7536" y="8556"/>
                          <a:pt x="953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75" name="Forme libre : forme 20774">
                    <a:extLst>
                      <a:ext uri="{FF2B5EF4-FFF2-40B4-BE49-F238E27FC236}">
                        <a16:creationId xmlns:a16="http://schemas.microsoft.com/office/drawing/2014/main" id="{295BDE69-231A-4BD8-BD38-08FCECDC6DF7}"/>
                      </a:ext>
                    </a:extLst>
                  </p:cNvPr>
                  <p:cNvSpPr/>
                  <p:nvPr/>
                </p:nvSpPr>
                <p:spPr>
                  <a:xfrm>
                    <a:off x="6282005" y="1244325"/>
                    <a:ext cx="9316" cy="33425"/>
                  </a:xfrm>
                  <a:custGeom>
                    <a:avLst/>
                    <a:gdLst>
                      <a:gd name="connsiteX0" fmla="*/ 9317 w 9316"/>
                      <a:gd name="connsiteY0" fmla="*/ 0 h 33425"/>
                      <a:gd name="connsiteX1" fmla="*/ 51 w 9316"/>
                      <a:gd name="connsiteY1" fmla="*/ 33426 h 33425"/>
                      <a:gd name="connsiteX2" fmla="*/ 9317 w 9316"/>
                      <a:gd name="connsiteY2" fmla="*/ 0 h 33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316" h="33425">
                        <a:moveTo>
                          <a:pt x="9317" y="0"/>
                        </a:moveTo>
                        <a:cubicBezTo>
                          <a:pt x="2224" y="10817"/>
                          <a:pt x="-81" y="23318"/>
                          <a:pt x="51" y="33426"/>
                        </a:cubicBezTo>
                        <a:cubicBezTo>
                          <a:pt x="-569" y="23983"/>
                          <a:pt x="4529" y="10019"/>
                          <a:pt x="931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76" name="Forme libre : forme 20775">
                    <a:extLst>
                      <a:ext uri="{FF2B5EF4-FFF2-40B4-BE49-F238E27FC236}">
                        <a16:creationId xmlns:a16="http://schemas.microsoft.com/office/drawing/2014/main" id="{A9AE2EC1-143C-4D2C-9FFA-6013EE99072A}"/>
                      </a:ext>
                    </a:extLst>
                  </p:cNvPr>
                  <p:cNvSpPr/>
                  <p:nvPr/>
                </p:nvSpPr>
                <p:spPr>
                  <a:xfrm>
                    <a:off x="6312950" y="1226674"/>
                    <a:ext cx="12313" cy="12476"/>
                  </a:xfrm>
                  <a:custGeom>
                    <a:avLst/>
                    <a:gdLst>
                      <a:gd name="connsiteX0" fmla="*/ 12285 w 12313"/>
                      <a:gd name="connsiteY0" fmla="*/ 496 h 12476"/>
                      <a:gd name="connsiteX1" fmla="*/ 6389 w 12313"/>
                      <a:gd name="connsiteY1" fmla="*/ 8475 h 12476"/>
                      <a:gd name="connsiteX2" fmla="*/ 50 w 12313"/>
                      <a:gd name="connsiteY2" fmla="*/ 11933 h 12476"/>
                      <a:gd name="connsiteX3" fmla="*/ 5547 w 12313"/>
                      <a:gd name="connsiteY3" fmla="*/ 4264 h 12476"/>
                      <a:gd name="connsiteX4" fmla="*/ 12285 w 12313"/>
                      <a:gd name="connsiteY4" fmla="*/ 496 h 1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13" h="12476">
                        <a:moveTo>
                          <a:pt x="12285" y="496"/>
                        </a:moveTo>
                        <a:cubicBezTo>
                          <a:pt x="12729" y="2357"/>
                          <a:pt x="7896" y="7056"/>
                          <a:pt x="6389" y="8475"/>
                        </a:cubicBezTo>
                        <a:cubicBezTo>
                          <a:pt x="4882" y="9894"/>
                          <a:pt x="626" y="13928"/>
                          <a:pt x="50" y="11933"/>
                        </a:cubicBezTo>
                        <a:cubicBezTo>
                          <a:pt x="-526" y="9894"/>
                          <a:pt x="4040" y="5549"/>
                          <a:pt x="5547" y="4264"/>
                        </a:cubicBezTo>
                        <a:cubicBezTo>
                          <a:pt x="6921" y="2889"/>
                          <a:pt x="11753" y="-1455"/>
                          <a:pt x="12285" y="49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77" name="Forme libre : forme 20776">
                    <a:extLst>
                      <a:ext uri="{FF2B5EF4-FFF2-40B4-BE49-F238E27FC236}">
                        <a16:creationId xmlns:a16="http://schemas.microsoft.com/office/drawing/2014/main" id="{EAA80BFC-D1E4-43AB-99DF-6EEE2BC64F5E}"/>
                      </a:ext>
                    </a:extLst>
                  </p:cNvPr>
                  <p:cNvSpPr/>
                  <p:nvPr/>
                </p:nvSpPr>
                <p:spPr>
                  <a:xfrm>
                    <a:off x="6323274" y="1224858"/>
                    <a:ext cx="3561" cy="3649"/>
                  </a:xfrm>
                  <a:custGeom>
                    <a:avLst/>
                    <a:gdLst>
                      <a:gd name="connsiteX0" fmla="*/ 3380 w 3561"/>
                      <a:gd name="connsiteY0" fmla="*/ 51 h 3649"/>
                      <a:gd name="connsiteX1" fmla="*/ 2493 w 3561"/>
                      <a:gd name="connsiteY1" fmla="*/ 2178 h 3649"/>
                      <a:gd name="connsiteX2" fmla="*/ 188 w 3561"/>
                      <a:gd name="connsiteY2" fmla="*/ 3597 h 3649"/>
                      <a:gd name="connsiteX3" fmla="*/ 1030 w 3561"/>
                      <a:gd name="connsiteY3" fmla="*/ 1514 h 3649"/>
                      <a:gd name="connsiteX4" fmla="*/ 3380 w 3561"/>
                      <a:gd name="connsiteY4" fmla="*/ 51 h 3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1" h="3649">
                        <a:moveTo>
                          <a:pt x="3380" y="51"/>
                        </a:moveTo>
                        <a:cubicBezTo>
                          <a:pt x="3956" y="361"/>
                          <a:pt x="3025" y="1602"/>
                          <a:pt x="2493" y="2178"/>
                        </a:cubicBezTo>
                        <a:cubicBezTo>
                          <a:pt x="1961" y="2755"/>
                          <a:pt x="764" y="3907"/>
                          <a:pt x="188" y="3597"/>
                        </a:cubicBezTo>
                        <a:cubicBezTo>
                          <a:pt x="-389" y="3287"/>
                          <a:pt x="498" y="2090"/>
                          <a:pt x="1030" y="1514"/>
                        </a:cubicBezTo>
                        <a:cubicBezTo>
                          <a:pt x="1606" y="937"/>
                          <a:pt x="2803" y="-260"/>
                          <a:pt x="3380" y="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78" name="Forme libre : forme 20777">
                    <a:extLst>
                      <a:ext uri="{FF2B5EF4-FFF2-40B4-BE49-F238E27FC236}">
                        <a16:creationId xmlns:a16="http://schemas.microsoft.com/office/drawing/2014/main" id="{0E098097-B6B0-4E88-8457-0D300568FA11}"/>
                      </a:ext>
                    </a:extLst>
                  </p:cNvPr>
                  <p:cNvSpPr/>
                  <p:nvPr/>
                </p:nvSpPr>
                <p:spPr>
                  <a:xfrm>
                    <a:off x="6305150" y="1209513"/>
                    <a:ext cx="38136" cy="23731"/>
                  </a:xfrm>
                  <a:custGeom>
                    <a:avLst/>
                    <a:gdLst>
                      <a:gd name="connsiteX0" fmla="*/ 24917 w 38136"/>
                      <a:gd name="connsiteY0" fmla="*/ 2273 h 23731"/>
                      <a:gd name="connsiteX1" fmla="*/ 37152 w 38136"/>
                      <a:gd name="connsiteY1" fmla="*/ 146 h 23731"/>
                      <a:gd name="connsiteX2" fmla="*/ 36842 w 38136"/>
                      <a:gd name="connsiteY2" fmla="*/ 4091 h 23731"/>
                      <a:gd name="connsiteX3" fmla="*/ 32098 w 38136"/>
                      <a:gd name="connsiteY3" fmla="*/ 6308 h 23731"/>
                      <a:gd name="connsiteX4" fmla="*/ 17380 w 38136"/>
                      <a:gd name="connsiteY4" fmla="*/ 12824 h 23731"/>
                      <a:gd name="connsiteX5" fmla="*/ 47 w 38136"/>
                      <a:gd name="connsiteY5" fmla="*/ 22710 h 23731"/>
                      <a:gd name="connsiteX6" fmla="*/ 14233 w 38136"/>
                      <a:gd name="connsiteY6" fmla="*/ 5820 h 23731"/>
                      <a:gd name="connsiteX7" fmla="*/ 24917 w 38136"/>
                      <a:gd name="connsiteY7" fmla="*/ 2273 h 23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136" h="23731">
                        <a:moveTo>
                          <a:pt x="24917" y="2273"/>
                        </a:moveTo>
                        <a:cubicBezTo>
                          <a:pt x="29660" y="589"/>
                          <a:pt x="33207" y="-386"/>
                          <a:pt x="37152" y="146"/>
                        </a:cubicBezTo>
                        <a:cubicBezTo>
                          <a:pt x="38615" y="367"/>
                          <a:pt x="38393" y="2584"/>
                          <a:pt x="36842" y="4091"/>
                        </a:cubicBezTo>
                        <a:cubicBezTo>
                          <a:pt x="35290" y="5598"/>
                          <a:pt x="33739" y="5909"/>
                          <a:pt x="32098" y="6308"/>
                        </a:cubicBezTo>
                        <a:cubicBezTo>
                          <a:pt x="27178" y="7682"/>
                          <a:pt x="22390" y="9898"/>
                          <a:pt x="17380" y="12824"/>
                        </a:cubicBezTo>
                        <a:cubicBezTo>
                          <a:pt x="14056" y="14464"/>
                          <a:pt x="756" y="27409"/>
                          <a:pt x="47" y="22710"/>
                        </a:cubicBezTo>
                        <a:cubicBezTo>
                          <a:pt x="-795" y="17834"/>
                          <a:pt x="9888" y="8258"/>
                          <a:pt x="14233" y="5820"/>
                        </a:cubicBezTo>
                        <a:cubicBezTo>
                          <a:pt x="18489" y="3337"/>
                          <a:pt x="21370" y="3559"/>
                          <a:pt x="24917" y="227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754" name="Graphique 2">
                  <a:extLst>
                    <a:ext uri="{FF2B5EF4-FFF2-40B4-BE49-F238E27FC236}">
                      <a16:creationId xmlns:a16="http://schemas.microsoft.com/office/drawing/2014/main" id="{95DE3A7D-B87C-4B37-B607-46A8FCD93B1E}"/>
                    </a:ext>
                  </a:extLst>
                </p:cNvPr>
                <p:cNvGrpSpPr/>
                <p:nvPr/>
              </p:nvGrpSpPr>
              <p:grpSpPr>
                <a:xfrm>
                  <a:off x="6344968" y="1154105"/>
                  <a:ext cx="88720" cy="55901"/>
                  <a:chOff x="6344968" y="1154105"/>
                  <a:chExt cx="88720" cy="55901"/>
                </a:xfrm>
                <a:solidFill>
                  <a:schemeClr val="accent1"/>
                </a:solidFill>
              </p:grpSpPr>
              <p:sp>
                <p:nvSpPr>
                  <p:cNvPr id="20755" name="Forme libre : forme 20754">
                    <a:extLst>
                      <a:ext uri="{FF2B5EF4-FFF2-40B4-BE49-F238E27FC236}">
                        <a16:creationId xmlns:a16="http://schemas.microsoft.com/office/drawing/2014/main" id="{4905A69B-9D48-43F5-B33C-6DE343C365D0}"/>
                      </a:ext>
                    </a:extLst>
                  </p:cNvPr>
                  <p:cNvSpPr/>
                  <p:nvPr/>
                </p:nvSpPr>
                <p:spPr>
                  <a:xfrm>
                    <a:off x="6344968" y="1154105"/>
                    <a:ext cx="88720" cy="55901"/>
                  </a:xfrm>
                  <a:custGeom>
                    <a:avLst/>
                    <a:gdLst>
                      <a:gd name="connsiteX0" fmla="*/ 65339 w 88720"/>
                      <a:gd name="connsiteY0" fmla="*/ 35073 h 55901"/>
                      <a:gd name="connsiteX1" fmla="*/ 37986 w 88720"/>
                      <a:gd name="connsiteY1" fmla="*/ 49392 h 55901"/>
                      <a:gd name="connsiteX2" fmla="*/ 6112 w 88720"/>
                      <a:gd name="connsiteY2" fmla="*/ 55554 h 55901"/>
                      <a:gd name="connsiteX3" fmla="*/ 128 w 88720"/>
                      <a:gd name="connsiteY3" fmla="*/ 47485 h 55901"/>
                      <a:gd name="connsiteX4" fmla="*/ 20608 w 88720"/>
                      <a:gd name="connsiteY4" fmla="*/ 18848 h 55901"/>
                      <a:gd name="connsiteX5" fmla="*/ 49690 w 88720"/>
                      <a:gd name="connsiteY5" fmla="*/ 3687 h 55901"/>
                      <a:gd name="connsiteX6" fmla="*/ 83736 w 88720"/>
                      <a:gd name="connsiteY6" fmla="*/ 3598 h 55901"/>
                      <a:gd name="connsiteX7" fmla="*/ 88302 w 88720"/>
                      <a:gd name="connsiteY7" fmla="*/ 12287 h 55901"/>
                      <a:gd name="connsiteX8" fmla="*/ 79790 w 88720"/>
                      <a:gd name="connsiteY8" fmla="*/ 24655 h 55901"/>
                      <a:gd name="connsiteX9" fmla="*/ 65339 w 88720"/>
                      <a:gd name="connsiteY9" fmla="*/ 35073 h 55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8720" h="55901">
                        <a:moveTo>
                          <a:pt x="65339" y="35073"/>
                        </a:moveTo>
                        <a:cubicBezTo>
                          <a:pt x="58600" y="38265"/>
                          <a:pt x="44636" y="45801"/>
                          <a:pt x="37986" y="49392"/>
                        </a:cubicBezTo>
                        <a:cubicBezTo>
                          <a:pt x="25485" y="56041"/>
                          <a:pt x="16929" y="56440"/>
                          <a:pt x="6112" y="55554"/>
                        </a:cubicBezTo>
                        <a:cubicBezTo>
                          <a:pt x="2389" y="55243"/>
                          <a:pt x="-670" y="51209"/>
                          <a:pt x="128" y="47485"/>
                        </a:cubicBezTo>
                        <a:cubicBezTo>
                          <a:pt x="2521" y="36846"/>
                          <a:pt x="7797" y="27403"/>
                          <a:pt x="20608" y="18848"/>
                        </a:cubicBezTo>
                        <a:cubicBezTo>
                          <a:pt x="27391" y="14193"/>
                          <a:pt x="41932" y="6568"/>
                          <a:pt x="49690" y="3687"/>
                        </a:cubicBezTo>
                        <a:cubicBezTo>
                          <a:pt x="64097" y="-2165"/>
                          <a:pt x="73761" y="-170"/>
                          <a:pt x="83736" y="3598"/>
                        </a:cubicBezTo>
                        <a:cubicBezTo>
                          <a:pt x="87194" y="4883"/>
                          <a:pt x="89765" y="9095"/>
                          <a:pt x="88302" y="12287"/>
                        </a:cubicBezTo>
                        <a:cubicBezTo>
                          <a:pt x="86174" y="16941"/>
                          <a:pt x="83514" y="21020"/>
                          <a:pt x="79790" y="24655"/>
                        </a:cubicBezTo>
                        <a:cubicBezTo>
                          <a:pt x="76199" y="28601"/>
                          <a:pt x="71412" y="31748"/>
                          <a:pt x="65339" y="3507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56" name="Forme libre : forme 20755">
                    <a:extLst>
                      <a:ext uri="{FF2B5EF4-FFF2-40B4-BE49-F238E27FC236}">
                        <a16:creationId xmlns:a16="http://schemas.microsoft.com/office/drawing/2014/main" id="{9FAD1AC3-5E0B-42CA-A682-9E038F2CC17A}"/>
                      </a:ext>
                    </a:extLst>
                  </p:cNvPr>
                  <p:cNvSpPr/>
                  <p:nvPr/>
                </p:nvSpPr>
                <p:spPr>
                  <a:xfrm>
                    <a:off x="6347001" y="1166170"/>
                    <a:ext cx="86223" cy="43773"/>
                  </a:xfrm>
                  <a:custGeom>
                    <a:avLst/>
                    <a:gdLst>
                      <a:gd name="connsiteX0" fmla="*/ 33736 w 86223"/>
                      <a:gd name="connsiteY0" fmla="*/ 24027 h 43773"/>
                      <a:gd name="connsiteX1" fmla="*/ 0 w 86223"/>
                      <a:gd name="connsiteY1" fmla="*/ 41449 h 43773"/>
                      <a:gd name="connsiteX2" fmla="*/ 3990 w 86223"/>
                      <a:gd name="connsiteY2" fmla="*/ 43444 h 43773"/>
                      <a:gd name="connsiteX3" fmla="*/ 9398 w 86223"/>
                      <a:gd name="connsiteY3" fmla="*/ 43710 h 43773"/>
                      <a:gd name="connsiteX4" fmla="*/ 24737 w 86223"/>
                      <a:gd name="connsiteY4" fmla="*/ 41937 h 43773"/>
                      <a:gd name="connsiteX5" fmla="*/ 35908 w 86223"/>
                      <a:gd name="connsiteY5" fmla="*/ 37238 h 43773"/>
                      <a:gd name="connsiteX6" fmla="*/ 40253 w 86223"/>
                      <a:gd name="connsiteY6" fmla="*/ 34888 h 43773"/>
                      <a:gd name="connsiteX7" fmla="*/ 61221 w 86223"/>
                      <a:gd name="connsiteY7" fmla="*/ 23983 h 43773"/>
                      <a:gd name="connsiteX8" fmla="*/ 63260 w 86223"/>
                      <a:gd name="connsiteY8" fmla="*/ 22919 h 43773"/>
                      <a:gd name="connsiteX9" fmla="*/ 74254 w 86223"/>
                      <a:gd name="connsiteY9" fmla="*/ 15782 h 43773"/>
                      <a:gd name="connsiteX10" fmla="*/ 83963 w 86223"/>
                      <a:gd name="connsiteY10" fmla="*/ 4433 h 43773"/>
                      <a:gd name="connsiteX11" fmla="*/ 86179 w 86223"/>
                      <a:gd name="connsiteY11" fmla="*/ 177 h 43773"/>
                      <a:gd name="connsiteX12" fmla="*/ 86224 w 86223"/>
                      <a:gd name="connsiteY12" fmla="*/ 0 h 43773"/>
                      <a:gd name="connsiteX13" fmla="*/ 33736 w 86223"/>
                      <a:gd name="connsiteY13" fmla="*/ 24027 h 43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6223" h="43773">
                        <a:moveTo>
                          <a:pt x="33736" y="24027"/>
                        </a:moveTo>
                        <a:cubicBezTo>
                          <a:pt x="22742" y="31165"/>
                          <a:pt x="11260" y="38834"/>
                          <a:pt x="0" y="41449"/>
                        </a:cubicBezTo>
                        <a:cubicBezTo>
                          <a:pt x="1108" y="42558"/>
                          <a:pt x="2483" y="43311"/>
                          <a:pt x="3990" y="43444"/>
                        </a:cubicBezTo>
                        <a:cubicBezTo>
                          <a:pt x="5852" y="43577"/>
                          <a:pt x="7625" y="43666"/>
                          <a:pt x="9398" y="43710"/>
                        </a:cubicBezTo>
                        <a:cubicBezTo>
                          <a:pt x="14585" y="43976"/>
                          <a:pt x="19328" y="43400"/>
                          <a:pt x="24737" y="41937"/>
                        </a:cubicBezTo>
                        <a:cubicBezTo>
                          <a:pt x="28150" y="40873"/>
                          <a:pt x="31785" y="39410"/>
                          <a:pt x="35908" y="37238"/>
                        </a:cubicBezTo>
                        <a:cubicBezTo>
                          <a:pt x="37149" y="36573"/>
                          <a:pt x="38568" y="35731"/>
                          <a:pt x="40253" y="34888"/>
                        </a:cubicBezTo>
                        <a:cubicBezTo>
                          <a:pt x="46636" y="31431"/>
                          <a:pt x="55414" y="26776"/>
                          <a:pt x="61221" y="23983"/>
                        </a:cubicBezTo>
                        <a:cubicBezTo>
                          <a:pt x="61975" y="23584"/>
                          <a:pt x="62640" y="23229"/>
                          <a:pt x="63260" y="22919"/>
                        </a:cubicBezTo>
                        <a:cubicBezTo>
                          <a:pt x="67560" y="20525"/>
                          <a:pt x="71240" y="18309"/>
                          <a:pt x="74254" y="15782"/>
                        </a:cubicBezTo>
                        <a:cubicBezTo>
                          <a:pt x="78333" y="12191"/>
                          <a:pt x="81436" y="8600"/>
                          <a:pt x="83963" y="4433"/>
                        </a:cubicBezTo>
                        <a:cubicBezTo>
                          <a:pt x="84761" y="3059"/>
                          <a:pt x="85514" y="1640"/>
                          <a:pt x="86179" y="177"/>
                        </a:cubicBezTo>
                        <a:lnTo>
                          <a:pt x="86224" y="0"/>
                        </a:lnTo>
                        <a:cubicBezTo>
                          <a:pt x="68004" y="6162"/>
                          <a:pt x="49474" y="13787"/>
                          <a:pt x="33736" y="24027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57" name="Forme libre : forme 20756">
                    <a:extLst>
                      <a:ext uri="{FF2B5EF4-FFF2-40B4-BE49-F238E27FC236}">
                        <a16:creationId xmlns:a16="http://schemas.microsoft.com/office/drawing/2014/main" id="{E5BC72DB-DAB4-4CBD-8E00-64718FC2ACBA}"/>
                      </a:ext>
                    </a:extLst>
                  </p:cNvPr>
                  <p:cNvSpPr/>
                  <p:nvPr/>
                </p:nvSpPr>
                <p:spPr>
                  <a:xfrm>
                    <a:off x="6374440" y="1167267"/>
                    <a:ext cx="41392" cy="22420"/>
                  </a:xfrm>
                  <a:custGeom>
                    <a:avLst/>
                    <a:gdLst>
                      <a:gd name="connsiteX0" fmla="*/ 41230 w 41392"/>
                      <a:gd name="connsiteY0" fmla="*/ 1519 h 22420"/>
                      <a:gd name="connsiteX1" fmla="*/ 34314 w 41392"/>
                      <a:gd name="connsiteY1" fmla="*/ 9409 h 22420"/>
                      <a:gd name="connsiteX2" fmla="*/ 22256 w 41392"/>
                      <a:gd name="connsiteY2" fmla="*/ 16281 h 22420"/>
                      <a:gd name="connsiteX3" fmla="*/ 401 w 41392"/>
                      <a:gd name="connsiteY3" fmla="*/ 21068 h 22420"/>
                      <a:gd name="connsiteX4" fmla="*/ 17025 w 41392"/>
                      <a:gd name="connsiteY4" fmla="*/ 5996 h 22420"/>
                      <a:gd name="connsiteX5" fmla="*/ 30325 w 41392"/>
                      <a:gd name="connsiteY5" fmla="*/ 1075 h 22420"/>
                      <a:gd name="connsiteX6" fmla="*/ 41230 w 41392"/>
                      <a:gd name="connsiteY6" fmla="*/ 1519 h 22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392" h="22420">
                        <a:moveTo>
                          <a:pt x="41230" y="1519"/>
                        </a:moveTo>
                        <a:cubicBezTo>
                          <a:pt x="42205" y="3691"/>
                          <a:pt x="38659" y="6617"/>
                          <a:pt x="34314" y="9409"/>
                        </a:cubicBezTo>
                        <a:cubicBezTo>
                          <a:pt x="30059" y="12335"/>
                          <a:pt x="24827" y="14862"/>
                          <a:pt x="22256" y="16281"/>
                        </a:cubicBezTo>
                        <a:cubicBezTo>
                          <a:pt x="16981" y="18808"/>
                          <a:pt x="3194" y="25191"/>
                          <a:pt x="401" y="21068"/>
                        </a:cubicBezTo>
                        <a:cubicBezTo>
                          <a:pt x="-2569" y="16635"/>
                          <a:pt x="11750" y="8213"/>
                          <a:pt x="17025" y="5996"/>
                        </a:cubicBezTo>
                        <a:cubicBezTo>
                          <a:pt x="19596" y="4710"/>
                          <a:pt x="25182" y="2538"/>
                          <a:pt x="30325" y="1075"/>
                        </a:cubicBezTo>
                        <a:cubicBezTo>
                          <a:pt x="35511" y="-255"/>
                          <a:pt x="40299" y="-609"/>
                          <a:pt x="41230" y="151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58" name="Forme libre : forme 20757">
                    <a:extLst>
                      <a:ext uri="{FF2B5EF4-FFF2-40B4-BE49-F238E27FC236}">
                        <a16:creationId xmlns:a16="http://schemas.microsoft.com/office/drawing/2014/main" id="{7749DC93-C564-4BA4-A798-D112CE9432F8}"/>
                      </a:ext>
                    </a:extLst>
                  </p:cNvPr>
                  <p:cNvSpPr/>
                  <p:nvPr/>
                </p:nvSpPr>
                <p:spPr>
                  <a:xfrm>
                    <a:off x="6374111" y="1178760"/>
                    <a:ext cx="31052" cy="10793"/>
                  </a:xfrm>
                  <a:custGeom>
                    <a:avLst/>
                    <a:gdLst>
                      <a:gd name="connsiteX0" fmla="*/ 6804 w 31052"/>
                      <a:gd name="connsiteY0" fmla="*/ 798 h 10793"/>
                      <a:gd name="connsiteX1" fmla="*/ 597 w 31052"/>
                      <a:gd name="connsiteY1" fmla="*/ 9708 h 10793"/>
                      <a:gd name="connsiteX2" fmla="*/ 22852 w 31052"/>
                      <a:gd name="connsiteY2" fmla="*/ 4699 h 10793"/>
                      <a:gd name="connsiteX3" fmla="*/ 31053 w 31052"/>
                      <a:gd name="connsiteY3" fmla="*/ 0 h 10793"/>
                      <a:gd name="connsiteX4" fmla="*/ 26309 w 31052"/>
                      <a:gd name="connsiteY4" fmla="*/ 1818 h 10793"/>
                      <a:gd name="connsiteX5" fmla="*/ 6804 w 31052"/>
                      <a:gd name="connsiteY5" fmla="*/ 798 h 1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052" h="10793">
                        <a:moveTo>
                          <a:pt x="6804" y="798"/>
                        </a:moveTo>
                        <a:cubicBezTo>
                          <a:pt x="4676" y="2926"/>
                          <a:pt x="-2018" y="7448"/>
                          <a:pt x="597" y="9708"/>
                        </a:cubicBezTo>
                        <a:cubicBezTo>
                          <a:pt x="4676" y="13078"/>
                          <a:pt x="16202" y="7802"/>
                          <a:pt x="22852" y="4699"/>
                        </a:cubicBezTo>
                        <a:cubicBezTo>
                          <a:pt x="24758" y="3680"/>
                          <a:pt x="29014" y="1419"/>
                          <a:pt x="31053" y="0"/>
                        </a:cubicBezTo>
                        <a:cubicBezTo>
                          <a:pt x="29767" y="532"/>
                          <a:pt x="27639" y="1507"/>
                          <a:pt x="26309" y="1818"/>
                        </a:cubicBezTo>
                        <a:cubicBezTo>
                          <a:pt x="18906" y="3502"/>
                          <a:pt x="9863" y="5408"/>
                          <a:pt x="6804" y="798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59" name="Forme libre : forme 20758">
                    <a:extLst>
                      <a:ext uri="{FF2B5EF4-FFF2-40B4-BE49-F238E27FC236}">
                        <a16:creationId xmlns:a16="http://schemas.microsoft.com/office/drawing/2014/main" id="{2632E46A-640F-41DD-A70D-8466365D0F02}"/>
                      </a:ext>
                    </a:extLst>
                  </p:cNvPr>
                  <p:cNvSpPr/>
                  <p:nvPr/>
                </p:nvSpPr>
                <p:spPr>
                  <a:xfrm>
                    <a:off x="6377145" y="1167216"/>
                    <a:ext cx="41238" cy="22482"/>
                  </a:xfrm>
                  <a:custGeom>
                    <a:avLst/>
                    <a:gdLst>
                      <a:gd name="connsiteX0" fmla="*/ 41229 w 41238"/>
                      <a:gd name="connsiteY0" fmla="*/ 1747 h 22482"/>
                      <a:gd name="connsiteX1" fmla="*/ 33825 w 41238"/>
                      <a:gd name="connsiteY1" fmla="*/ 9815 h 22482"/>
                      <a:gd name="connsiteX2" fmla="*/ 22078 w 41238"/>
                      <a:gd name="connsiteY2" fmla="*/ 16598 h 22482"/>
                      <a:gd name="connsiteX3" fmla="*/ 10330 w 41238"/>
                      <a:gd name="connsiteY3" fmla="*/ 21385 h 22482"/>
                      <a:gd name="connsiteX4" fmla="*/ 444 w 41238"/>
                      <a:gd name="connsiteY4" fmla="*/ 20986 h 22482"/>
                      <a:gd name="connsiteX5" fmla="*/ 5675 w 41238"/>
                      <a:gd name="connsiteY5" fmla="*/ 12741 h 22482"/>
                      <a:gd name="connsiteX6" fmla="*/ 17024 w 41238"/>
                      <a:gd name="connsiteY6" fmla="*/ 6180 h 22482"/>
                      <a:gd name="connsiteX7" fmla="*/ 30722 w 41238"/>
                      <a:gd name="connsiteY7" fmla="*/ 1082 h 22482"/>
                      <a:gd name="connsiteX8" fmla="*/ 41229 w 41238"/>
                      <a:gd name="connsiteY8" fmla="*/ 1747 h 2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238" h="22482">
                        <a:moveTo>
                          <a:pt x="41229" y="1747"/>
                        </a:moveTo>
                        <a:cubicBezTo>
                          <a:pt x="41451" y="4185"/>
                          <a:pt x="37993" y="7200"/>
                          <a:pt x="33825" y="9815"/>
                        </a:cubicBezTo>
                        <a:cubicBezTo>
                          <a:pt x="29703" y="12652"/>
                          <a:pt x="24871" y="15179"/>
                          <a:pt x="22078" y="16598"/>
                        </a:cubicBezTo>
                        <a:cubicBezTo>
                          <a:pt x="19329" y="18149"/>
                          <a:pt x="14586" y="20055"/>
                          <a:pt x="10330" y="21385"/>
                        </a:cubicBezTo>
                        <a:cubicBezTo>
                          <a:pt x="6074" y="22715"/>
                          <a:pt x="1996" y="23114"/>
                          <a:pt x="444" y="20986"/>
                        </a:cubicBezTo>
                        <a:cubicBezTo>
                          <a:pt x="-1152" y="18903"/>
                          <a:pt x="1774" y="15711"/>
                          <a:pt x="5675" y="12741"/>
                        </a:cubicBezTo>
                        <a:cubicBezTo>
                          <a:pt x="9577" y="9771"/>
                          <a:pt x="14674" y="7377"/>
                          <a:pt x="17024" y="6180"/>
                        </a:cubicBezTo>
                        <a:cubicBezTo>
                          <a:pt x="19418" y="5027"/>
                          <a:pt x="25358" y="2589"/>
                          <a:pt x="30722" y="1082"/>
                        </a:cubicBezTo>
                        <a:cubicBezTo>
                          <a:pt x="36175" y="-248"/>
                          <a:pt x="41007" y="-691"/>
                          <a:pt x="41229" y="174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60" name="Forme libre : forme 20759">
                    <a:extLst>
                      <a:ext uri="{FF2B5EF4-FFF2-40B4-BE49-F238E27FC236}">
                        <a16:creationId xmlns:a16="http://schemas.microsoft.com/office/drawing/2014/main" id="{EE6C5FFB-5F6B-481B-B12A-17481A071665}"/>
                      </a:ext>
                    </a:extLst>
                  </p:cNvPr>
                  <p:cNvSpPr/>
                  <p:nvPr/>
                </p:nvSpPr>
                <p:spPr>
                  <a:xfrm>
                    <a:off x="6355364" y="1177626"/>
                    <a:ext cx="53750" cy="24114"/>
                  </a:xfrm>
                  <a:custGeom>
                    <a:avLst/>
                    <a:gdLst>
                      <a:gd name="connsiteX0" fmla="*/ 2233 w 53750"/>
                      <a:gd name="connsiteY0" fmla="*/ 22590 h 24114"/>
                      <a:gd name="connsiteX1" fmla="*/ 10124 w 53750"/>
                      <a:gd name="connsiteY1" fmla="*/ 23964 h 24114"/>
                      <a:gd name="connsiteX2" fmla="*/ 30915 w 53750"/>
                      <a:gd name="connsiteY2" fmla="*/ 19930 h 24114"/>
                      <a:gd name="connsiteX3" fmla="*/ 48869 w 53750"/>
                      <a:gd name="connsiteY3" fmla="*/ 9468 h 24114"/>
                      <a:gd name="connsiteX4" fmla="*/ 52992 w 53750"/>
                      <a:gd name="connsiteY4" fmla="*/ 558 h 24114"/>
                      <a:gd name="connsiteX5" fmla="*/ 45588 w 53750"/>
                      <a:gd name="connsiteY5" fmla="*/ 957 h 24114"/>
                      <a:gd name="connsiteX6" fmla="*/ 35747 w 53750"/>
                      <a:gd name="connsiteY6" fmla="*/ 2641 h 24114"/>
                      <a:gd name="connsiteX7" fmla="*/ 25551 w 53750"/>
                      <a:gd name="connsiteY7" fmla="*/ 3749 h 24114"/>
                      <a:gd name="connsiteX8" fmla="*/ 5469 w 53750"/>
                      <a:gd name="connsiteY8" fmla="*/ 8803 h 24114"/>
                      <a:gd name="connsiteX9" fmla="*/ 2233 w 53750"/>
                      <a:gd name="connsiteY9" fmla="*/ 22590 h 24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750" h="24114">
                        <a:moveTo>
                          <a:pt x="2233" y="22590"/>
                        </a:moveTo>
                        <a:cubicBezTo>
                          <a:pt x="4893" y="24230"/>
                          <a:pt x="6311" y="24275"/>
                          <a:pt x="10124" y="23964"/>
                        </a:cubicBezTo>
                        <a:cubicBezTo>
                          <a:pt x="17305" y="23299"/>
                          <a:pt x="23068" y="22989"/>
                          <a:pt x="30915" y="19930"/>
                        </a:cubicBezTo>
                        <a:cubicBezTo>
                          <a:pt x="37432" y="17359"/>
                          <a:pt x="44258" y="13502"/>
                          <a:pt x="48869" y="9468"/>
                        </a:cubicBezTo>
                        <a:cubicBezTo>
                          <a:pt x="52327" y="6542"/>
                          <a:pt x="55164" y="2686"/>
                          <a:pt x="52992" y="558"/>
                        </a:cubicBezTo>
                        <a:cubicBezTo>
                          <a:pt x="51662" y="-728"/>
                          <a:pt x="48426" y="558"/>
                          <a:pt x="45588" y="957"/>
                        </a:cubicBezTo>
                        <a:cubicBezTo>
                          <a:pt x="42219" y="1400"/>
                          <a:pt x="39027" y="2154"/>
                          <a:pt x="35747" y="2641"/>
                        </a:cubicBezTo>
                        <a:cubicBezTo>
                          <a:pt x="32422" y="3129"/>
                          <a:pt x="29097" y="3572"/>
                          <a:pt x="25551" y="3749"/>
                        </a:cubicBezTo>
                        <a:cubicBezTo>
                          <a:pt x="19478" y="3927"/>
                          <a:pt x="12119" y="3483"/>
                          <a:pt x="5469" y="8803"/>
                        </a:cubicBezTo>
                        <a:cubicBezTo>
                          <a:pt x="-516" y="13635"/>
                          <a:pt x="-1580" y="20329"/>
                          <a:pt x="2233" y="2259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61" name="Forme libre : forme 20760">
                    <a:extLst>
                      <a:ext uri="{FF2B5EF4-FFF2-40B4-BE49-F238E27FC236}">
                        <a16:creationId xmlns:a16="http://schemas.microsoft.com/office/drawing/2014/main" id="{2CAEAC67-36DA-4F41-BC18-D5217DCCB1B2}"/>
                      </a:ext>
                    </a:extLst>
                  </p:cNvPr>
                  <p:cNvSpPr/>
                  <p:nvPr/>
                </p:nvSpPr>
                <p:spPr>
                  <a:xfrm>
                    <a:off x="6363745" y="1176838"/>
                    <a:ext cx="14831" cy="13276"/>
                  </a:xfrm>
                  <a:custGeom>
                    <a:avLst/>
                    <a:gdLst>
                      <a:gd name="connsiteX0" fmla="*/ 812 w 14831"/>
                      <a:gd name="connsiteY0" fmla="*/ 10833 h 13276"/>
                      <a:gd name="connsiteX1" fmla="*/ 14 w 14831"/>
                      <a:gd name="connsiteY1" fmla="*/ 12827 h 13276"/>
                      <a:gd name="connsiteX2" fmla="*/ 1787 w 14831"/>
                      <a:gd name="connsiteY2" fmla="*/ 12961 h 13276"/>
                      <a:gd name="connsiteX3" fmla="*/ 4713 w 14831"/>
                      <a:gd name="connsiteY3" fmla="*/ 11187 h 13276"/>
                      <a:gd name="connsiteX4" fmla="*/ 11362 w 14831"/>
                      <a:gd name="connsiteY4" fmla="*/ 5956 h 13276"/>
                      <a:gd name="connsiteX5" fmla="*/ 13623 w 14831"/>
                      <a:gd name="connsiteY5" fmla="*/ 3873 h 13276"/>
                      <a:gd name="connsiteX6" fmla="*/ 10077 w 14831"/>
                      <a:gd name="connsiteY6" fmla="*/ 1346 h 13276"/>
                      <a:gd name="connsiteX7" fmla="*/ 812 w 14831"/>
                      <a:gd name="connsiteY7" fmla="*/ 10833 h 13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831" h="13276">
                        <a:moveTo>
                          <a:pt x="812" y="10833"/>
                        </a:moveTo>
                        <a:cubicBezTo>
                          <a:pt x="280" y="11631"/>
                          <a:pt x="-75" y="12207"/>
                          <a:pt x="14" y="12827"/>
                        </a:cubicBezTo>
                        <a:cubicBezTo>
                          <a:pt x="102" y="13448"/>
                          <a:pt x="900" y="13360"/>
                          <a:pt x="1787" y="12961"/>
                        </a:cubicBezTo>
                        <a:cubicBezTo>
                          <a:pt x="2673" y="12606"/>
                          <a:pt x="3870" y="11852"/>
                          <a:pt x="4713" y="11187"/>
                        </a:cubicBezTo>
                        <a:cubicBezTo>
                          <a:pt x="6973" y="9547"/>
                          <a:pt x="9323" y="7729"/>
                          <a:pt x="11362" y="5956"/>
                        </a:cubicBezTo>
                        <a:cubicBezTo>
                          <a:pt x="12205" y="5247"/>
                          <a:pt x="13047" y="4626"/>
                          <a:pt x="13623" y="3873"/>
                        </a:cubicBezTo>
                        <a:cubicBezTo>
                          <a:pt x="16061" y="725"/>
                          <a:pt x="14776" y="-1580"/>
                          <a:pt x="10077" y="1346"/>
                        </a:cubicBezTo>
                        <a:cubicBezTo>
                          <a:pt x="6441" y="3651"/>
                          <a:pt x="3028" y="7774"/>
                          <a:pt x="812" y="1083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62" name="Forme libre : forme 20761">
                    <a:extLst>
                      <a:ext uri="{FF2B5EF4-FFF2-40B4-BE49-F238E27FC236}">
                        <a16:creationId xmlns:a16="http://schemas.microsoft.com/office/drawing/2014/main" id="{F381A72C-5BED-4DA0-A246-5230F2AB5EEF}"/>
                      </a:ext>
                    </a:extLst>
                  </p:cNvPr>
                  <p:cNvSpPr/>
                  <p:nvPr/>
                </p:nvSpPr>
                <p:spPr>
                  <a:xfrm>
                    <a:off x="6410971" y="1165638"/>
                    <a:ext cx="20614" cy="22387"/>
                  </a:xfrm>
                  <a:custGeom>
                    <a:avLst/>
                    <a:gdLst>
                      <a:gd name="connsiteX0" fmla="*/ 20614 w 20614"/>
                      <a:gd name="connsiteY0" fmla="*/ 0 h 22387"/>
                      <a:gd name="connsiteX1" fmla="*/ 12280 w 20614"/>
                      <a:gd name="connsiteY1" fmla="*/ 11748 h 22387"/>
                      <a:gd name="connsiteX2" fmla="*/ 0 w 20614"/>
                      <a:gd name="connsiteY2" fmla="*/ 22387 h 22387"/>
                      <a:gd name="connsiteX3" fmla="*/ 20614 w 20614"/>
                      <a:gd name="connsiteY3" fmla="*/ 0 h 223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14" h="22387">
                        <a:moveTo>
                          <a:pt x="20614" y="0"/>
                        </a:moveTo>
                        <a:cubicBezTo>
                          <a:pt x="19860" y="3812"/>
                          <a:pt x="16403" y="7847"/>
                          <a:pt x="12280" y="11748"/>
                        </a:cubicBezTo>
                        <a:cubicBezTo>
                          <a:pt x="8290" y="15826"/>
                          <a:pt x="3458" y="19328"/>
                          <a:pt x="0" y="22387"/>
                        </a:cubicBezTo>
                        <a:cubicBezTo>
                          <a:pt x="7625" y="16003"/>
                          <a:pt x="15427" y="7137"/>
                          <a:pt x="2061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63" name="Forme libre : forme 20762">
                    <a:extLst>
                      <a:ext uri="{FF2B5EF4-FFF2-40B4-BE49-F238E27FC236}">
                        <a16:creationId xmlns:a16="http://schemas.microsoft.com/office/drawing/2014/main" id="{BFF700AD-58B2-4F0C-B63A-D25E64B6BB8A}"/>
                      </a:ext>
                    </a:extLst>
                  </p:cNvPr>
                  <p:cNvSpPr/>
                  <p:nvPr/>
                </p:nvSpPr>
                <p:spPr>
                  <a:xfrm>
                    <a:off x="6346159" y="1173307"/>
                    <a:ext cx="20968" cy="28593"/>
                  </a:xfrm>
                  <a:custGeom>
                    <a:avLst/>
                    <a:gdLst>
                      <a:gd name="connsiteX0" fmla="*/ 20968 w 20968"/>
                      <a:gd name="connsiteY0" fmla="*/ 0 h 28593"/>
                      <a:gd name="connsiteX1" fmla="*/ 0 w 20968"/>
                      <a:gd name="connsiteY1" fmla="*/ 28593 h 28593"/>
                      <a:gd name="connsiteX2" fmla="*/ 20968 w 20968"/>
                      <a:gd name="connsiteY2" fmla="*/ 0 h 28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968" h="28593">
                        <a:moveTo>
                          <a:pt x="20968" y="0"/>
                        </a:moveTo>
                        <a:cubicBezTo>
                          <a:pt x="9664" y="7492"/>
                          <a:pt x="3059" y="19018"/>
                          <a:pt x="0" y="28593"/>
                        </a:cubicBezTo>
                        <a:cubicBezTo>
                          <a:pt x="2350" y="19417"/>
                          <a:pt x="12147" y="7581"/>
                          <a:pt x="2096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64" name="Forme libre : forme 20763">
                    <a:extLst>
                      <a:ext uri="{FF2B5EF4-FFF2-40B4-BE49-F238E27FC236}">
                        <a16:creationId xmlns:a16="http://schemas.microsoft.com/office/drawing/2014/main" id="{2EE35243-ED33-4DAA-8529-4FF5C36BC984}"/>
                      </a:ext>
                    </a:extLst>
                  </p:cNvPr>
                  <p:cNvSpPr/>
                  <p:nvPr/>
                </p:nvSpPr>
                <p:spPr>
                  <a:xfrm>
                    <a:off x="6389587" y="1170587"/>
                    <a:ext cx="15945" cy="7001"/>
                  </a:xfrm>
                  <a:custGeom>
                    <a:avLst/>
                    <a:gdLst>
                      <a:gd name="connsiteX0" fmla="*/ 15931 w 15945"/>
                      <a:gd name="connsiteY0" fmla="*/ 858 h 7001"/>
                      <a:gd name="connsiteX1" fmla="*/ 7198 w 15945"/>
                      <a:gd name="connsiteY1" fmla="*/ 5557 h 7001"/>
                      <a:gd name="connsiteX2" fmla="*/ 16 w 15945"/>
                      <a:gd name="connsiteY2" fmla="*/ 6045 h 7001"/>
                      <a:gd name="connsiteX3" fmla="*/ 8218 w 15945"/>
                      <a:gd name="connsiteY3" fmla="*/ 1390 h 7001"/>
                      <a:gd name="connsiteX4" fmla="*/ 15931 w 15945"/>
                      <a:gd name="connsiteY4" fmla="*/ 858 h 7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45" h="7001">
                        <a:moveTo>
                          <a:pt x="15931" y="858"/>
                        </a:moveTo>
                        <a:cubicBezTo>
                          <a:pt x="15576" y="2808"/>
                          <a:pt x="9193" y="4936"/>
                          <a:pt x="7198" y="5557"/>
                        </a:cubicBezTo>
                        <a:cubicBezTo>
                          <a:pt x="5247" y="6266"/>
                          <a:pt x="-338" y="8128"/>
                          <a:pt x="16" y="6045"/>
                        </a:cubicBezTo>
                        <a:cubicBezTo>
                          <a:pt x="371" y="3961"/>
                          <a:pt x="6311" y="1877"/>
                          <a:pt x="8218" y="1390"/>
                        </a:cubicBezTo>
                        <a:cubicBezTo>
                          <a:pt x="10079" y="813"/>
                          <a:pt x="16286" y="-1093"/>
                          <a:pt x="15931" y="85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65" name="Forme libre : forme 20764">
                    <a:extLst>
                      <a:ext uri="{FF2B5EF4-FFF2-40B4-BE49-F238E27FC236}">
                        <a16:creationId xmlns:a16="http://schemas.microsoft.com/office/drawing/2014/main" id="{8B2A7794-F69A-456E-84B9-E91F1EDC683C}"/>
                      </a:ext>
                    </a:extLst>
                  </p:cNvPr>
                  <p:cNvSpPr/>
                  <p:nvPr/>
                </p:nvSpPr>
                <p:spPr>
                  <a:xfrm>
                    <a:off x="6403315" y="1169766"/>
                    <a:ext cx="4490" cy="2384"/>
                  </a:xfrm>
                  <a:custGeom>
                    <a:avLst/>
                    <a:gdLst>
                      <a:gd name="connsiteX0" fmla="*/ 4419 w 4490"/>
                      <a:gd name="connsiteY0" fmla="*/ 217 h 2384"/>
                      <a:gd name="connsiteX1" fmla="*/ 2735 w 4490"/>
                      <a:gd name="connsiteY1" fmla="*/ 1813 h 2384"/>
                      <a:gd name="connsiteX2" fmla="*/ 75 w 4490"/>
                      <a:gd name="connsiteY2" fmla="*/ 2167 h 2384"/>
                      <a:gd name="connsiteX3" fmla="*/ 1715 w 4490"/>
                      <a:gd name="connsiteY3" fmla="*/ 571 h 2384"/>
                      <a:gd name="connsiteX4" fmla="*/ 4419 w 4490"/>
                      <a:gd name="connsiteY4" fmla="*/ 217 h 2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0" h="2384">
                        <a:moveTo>
                          <a:pt x="4419" y="217"/>
                        </a:moveTo>
                        <a:cubicBezTo>
                          <a:pt x="4818" y="749"/>
                          <a:pt x="3444" y="1502"/>
                          <a:pt x="2735" y="1813"/>
                        </a:cubicBezTo>
                        <a:cubicBezTo>
                          <a:pt x="1981" y="2123"/>
                          <a:pt x="474" y="2699"/>
                          <a:pt x="75" y="2167"/>
                        </a:cubicBezTo>
                        <a:cubicBezTo>
                          <a:pt x="-324" y="1635"/>
                          <a:pt x="962" y="926"/>
                          <a:pt x="1715" y="571"/>
                        </a:cubicBezTo>
                        <a:cubicBezTo>
                          <a:pt x="2425" y="261"/>
                          <a:pt x="3976" y="-315"/>
                          <a:pt x="4419" y="2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66" name="Forme libre : forme 20765">
                    <a:extLst>
                      <a:ext uri="{FF2B5EF4-FFF2-40B4-BE49-F238E27FC236}">
                        <a16:creationId xmlns:a16="http://schemas.microsoft.com/office/drawing/2014/main" id="{C08E1366-2204-403B-BCC6-13A267E9CB89}"/>
                      </a:ext>
                    </a:extLst>
                  </p:cNvPr>
                  <p:cNvSpPr/>
                  <p:nvPr/>
                </p:nvSpPr>
                <p:spPr>
                  <a:xfrm>
                    <a:off x="6385099" y="1158300"/>
                    <a:ext cx="43623" cy="11131"/>
                  </a:xfrm>
                  <a:custGeom>
                    <a:avLst/>
                    <a:gdLst>
                      <a:gd name="connsiteX0" fmla="*/ 31059 w 43623"/>
                      <a:gd name="connsiteY0" fmla="*/ 1176 h 11131"/>
                      <a:gd name="connsiteX1" fmla="*/ 43072 w 43623"/>
                      <a:gd name="connsiteY1" fmla="*/ 4191 h 11131"/>
                      <a:gd name="connsiteX2" fmla="*/ 41255 w 43623"/>
                      <a:gd name="connsiteY2" fmla="*/ 7693 h 11131"/>
                      <a:gd name="connsiteX3" fmla="*/ 36024 w 43623"/>
                      <a:gd name="connsiteY3" fmla="*/ 7870 h 11131"/>
                      <a:gd name="connsiteX4" fmla="*/ 19976 w 43623"/>
                      <a:gd name="connsiteY4" fmla="*/ 7693 h 11131"/>
                      <a:gd name="connsiteX5" fmla="*/ 8140 w 43623"/>
                      <a:gd name="connsiteY5" fmla="*/ 10264 h 11131"/>
                      <a:gd name="connsiteX6" fmla="*/ 71 w 43623"/>
                      <a:gd name="connsiteY6" fmla="*/ 9466 h 11131"/>
                      <a:gd name="connsiteX7" fmla="*/ 20020 w 43623"/>
                      <a:gd name="connsiteY7" fmla="*/ 112 h 11131"/>
                      <a:gd name="connsiteX8" fmla="*/ 31059 w 43623"/>
                      <a:gd name="connsiteY8" fmla="*/ 1176 h 11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623" h="11131">
                        <a:moveTo>
                          <a:pt x="31059" y="1176"/>
                        </a:moveTo>
                        <a:cubicBezTo>
                          <a:pt x="36024" y="1619"/>
                          <a:pt x="39615" y="2107"/>
                          <a:pt x="43072" y="4191"/>
                        </a:cubicBezTo>
                        <a:cubicBezTo>
                          <a:pt x="44358" y="4989"/>
                          <a:pt x="43250" y="6895"/>
                          <a:pt x="41255" y="7693"/>
                        </a:cubicBezTo>
                        <a:cubicBezTo>
                          <a:pt x="39216" y="8446"/>
                          <a:pt x="37664" y="8136"/>
                          <a:pt x="36024" y="7870"/>
                        </a:cubicBezTo>
                        <a:cubicBezTo>
                          <a:pt x="30926" y="7117"/>
                          <a:pt x="25784" y="7294"/>
                          <a:pt x="19976" y="7693"/>
                        </a:cubicBezTo>
                        <a:cubicBezTo>
                          <a:pt x="18203" y="7870"/>
                          <a:pt x="12883" y="9377"/>
                          <a:pt x="8140" y="10264"/>
                        </a:cubicBezTo>
                        <a:cubicBezTo>
                          <a:pt x="3485" y="11328"/>
                          <a:pt x="-593" y="11771"/>
                          <a:pt x="71" y="9466"/>
                        </a:cubicBezTo>
                        <a:cubicBezTo>
                          <a:pt x="1446" y="4634"/>
                          <a:pt x="15188" y="467"/>
                          <a:pt x="20020" y="112"/>
                        </a:cubicBezTo>
                        <a:cubicBezTo>
                          <a:pt x="24941" y="-375"/>
                          <a:pt x="27335" y="866"/>
                          <a:pt x="31059" y="117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65" name="Graphique 2">
                <a:extLst>
                  <a:ext uri="{FF2B5EF4-FFF2-40B4-BE49-F238E27FC236}">
                    <a16:creationId xmlns:a16="http://schemas.microsoft.com/office/drawing/2014/main" id="{5DFBA468-112E-4F9E-AA6D-9893C32C992A}"/>
                  </a:ext>
                </a:extLst>
              </p:cNvPr>
              <p:cNvGrpSpPr/>
              <p:nvPr/>
            </p:nvGrpSpPr>
            <p:grpSpPr>
              <a:xfrm>
                <a:off x="6652885" y="1139890"/>
                <a:ext cx="376486" cy="234682"/>
                <a:chOff x="6652885" y="1139890"/>
                <a:chExt cx="376486" cy="234682"/>
              </a:xfrm>
              <a:solidFill>
                <a:schemeClr val="accent1"/>
              </a:solidFill>
            </p:grpSpPr>
            <p:grpSp>
              <p:nvGrpSpPr>
                <p:cNvPr id="20665" name="Graphique 2">
                  <a:extLst>
                    <a:ext uri="{FF2B5EF4-FFF2-40B4-BE49-F238E27FC236}">
                      <a16:creationId xmlns:a16="http://schemas.microsoft.com/office/drawing/2014/main" id="{B1A6F128-0144-4A9D-870C-3C74F4B45EC4}"/>
                    </a:ext>
                  </a:extLst>
                </p:cNvPr>
                <p:cNvGrpSpPr/>
                <p:nvPr/>
              </p:nvGrpSpPr>
              <p:grpSpPr>
                <a:xfrm>
                  <a:off x="6652885" y="1166766"/>
                  <a:ext cx="86289" cy="52108"/>
                  <a:chOff x="6652885" y="1166766"/>
                  <a:chExt cx="86289" cy="52108"/>
                </a:xfrm>
                <a:solidFill>
                  <a:schemeClr val="accent1"/>
                </a:solidFill>
              </p:grpSpPr>
              <p:sp>
                <p:nvSpPr>
                  <p:cNvPr id="20731" name="Forme libre : forme 20730">
                    <a:extLst>
                      <a:ext uri="{FF2B5EF4-FFF2-40B4-BE49-F238E27FC236}">
                        <a16:creationId xmlns:a16="http://schemas.microsoft.com/office/drawing/2014/main" id="{FBD2E104-505A-47EA-96E1-5510BEE34C2C}"/>
                      </a:ext>
                    </a:extLst>
                  </p:cNvPr>
                  <p:cNvSpPr/>
                  <p:nvPr/>
                </p:nvSpPr>
                <p:spPr>
                  <a:xfrm>
                    <a:off x="6652890" y="1166766"/>
                    <a:ext cx="86283" cy="52108"/>
                  </a:xfrm>
                  <a:custGeom>
                    <a:avLst/>
                    <a:gdLst>
                      <a:gd name="connsiteX0" fmla="*/ 51418 w 86283"/>
                      <a:gd name="connsiteY0" fmla="*/ 46040 h 52108"/>
                      <a:gd name="connsiteX1" fmla="*/ 38917 w 86283"/>
                      <a:gd name="connsiteY1" fmla="*/ 40277 h 52108"/>
                      <a:gd name="connsiteX2" fmla="*/ 25840 w 86283"/>
                      <a:gd name="connsiteY2" fmla="*/ 35090 h 52108"/>
                      <a:gd name="connsiteX3" fmla="*/ 11521 w 86283"/>
                      <a:gd name="connsiteY3" fmla="*/ 27199 h 52108"/>
                      <a:gd name="connsiteX4" fmla="*/ 1458 w 86283"/>
                      <a:gd name="connsiteY4" fmla="*/ 16515 h 52108"/>
                      <a:gd name="connsiteX5" fmla="*/ 2743 w 86283"/>
                      <a:gd name="connsiteY5" fmla="*/ 6541 h 52108"/>
                      <a:gd name="connsiteX6" fmla="*/ 37144 w 86283"/>
                      <a:gd name="connsiteY6" fmla="*/ 1797 h 52108"/>
                      <a:gd name="connsiteX7" fmla="*/ 52660 w 86283"/>
                      <a:gd name="connsiteY7" fmla="*/ 7250 h 52108"/>
                      <a:gd name="connsiteX8" fmla="*/ 67599 w 86283"/>
                      <a:gd name="connsiteY8" fmla="*/ 14875 h 52108"/>
                      <a:gd name="connsiteX9" fmla="*/ 76067 w 86283"/>
                      <a:gd name="connsiteY9" fmla="*/ 21525 h 52108"/>
                      <a:gd name="connsiteX10" fmla="*/ 81519 w 86283"/>
                      <a:gd name="connsiteY10" fmla="*/ 28662 h 52108"/>
                      <a:gd name="connsiteX11" fmla="*/ 86218 w 86283"/>
                      <a:gd name="connsiteY11" fmla="*/ 43823 h 52108"/>
                      <a:gd name="connsiteX12" fmla="*/ 80633 w 86283"/>
                      <a:gd name="connsiteY12" fmla="*/ 51847 h 52108"/>
                      <a:gd name="connsiteX13" fmla="*/ 51418 w 86283"/>
                      <a:gd name="connsiteY13" fmla="*/ 46040 h 52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6283" h="52108">
                        <a:moveTo>
                          <a:pt x="51418" y="46040"/>
                        </a:moveTo>
                        <a:cubicBezTo>
                          <a:pt x="48404" y="44710"/>
                          <a:pt x="43838" y="42272"/>
                          <a:pt x="38917" y="40277"/>
                        </a:cubicBezTo>
                        <a:cubicBezTo>
                          <a:pt x="34085" y="38149"/>
                          <a:pt x="29076" y="36331"/>
                          <a:pt x="25840" y="35090"/>
                        </a:cubicBezTo>
                        <a:cubicBezTo>
                          <a:pt x="19766" y="32740"/>
                          <a:pt x="15289" y="30258"/>
                          <a:pt x="11521" y="27199"/>
                        </a:cubicBezTo>
                        <a:cubicBezTo>
                          <a:pt x="7752" y="24140"/>
                          <a:pt x="4738" y="20594"/>
                          <a:pt x="1458" y="16515"/>
                        </a:cubicBezTo>
                        <a:cubicBezTo>
                          <a:pt x="-759" y="13767"/>
                          <a:pt x="-537" y="8669"/>
                          <a:pt x="2743" y="6541"/>
                        </a:cubicBezTo>
                        <a:cubicBezTo>
                          <a:pt x="11875" y="645"/>
                          <a:pt x="22337" y="-2059"/>
                          <a:pt x="37144" y="1797"/>
                        </a:cubicBezTo>
                        <a:cubicBezTo>
                          <a:pt x="41134" y="2773"/>
                          <a:pt x="46941" y="4812"/>
                          <a:pt x="52660" y="7250"/>
                        </a:cubicBezTo>
                        <a:cubicBezTo>
                          <a:pt x="58423" y="9644"/>
                          <a:pt x="63920" y="12703"/>
                          <a:pt x="67599" y="14875"/>
                        </a:cubicBezTo>
                        <a:cubicBezTo>
                          <a:pt x="71013" y="16959"/>
                          <a:pt x="73717" y="19308"/>
                          <a:pt x="76067" y="21525"/>
                        </a:cubicBezTo>
                        <a:cubicBezTo>
                          <a:pt x="78372" y="23786"/>
                          <a:pt x="80056" y="26312"/>
                          <a:pt x="81519" y="28662"/>
                        </a:cubicBezTo>
                        <a:cubicBezTo>
                          <a:pt x="84445" y="33317"/>
                          <a:pt x="85465" y="38636"/>
                          <a:pt x="86218" y="43823"/>
                        </a:cubicBezTo>
                        <a:cubicBezTo>
                          <a:pt x="86750" y="47414"/>
                          <a:pt x="83957" y="51670"/>
                          <a:pt x="80633" y="51847"/>
                        </a:cubicBezTo>
                        <a:cubicBezTo>
                          <a:pt x="70569" y="52778"/>
                          <a:pt x="62501" y="51315"/>
                          <a:pt x="51418" y="4604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32" name="Forme libre : forme 20731">
                    <a:extLst>
                      <a:ext uri="{FF2B5EF4-FFF2-40B4-BE49-F238E27FC236}">
                        <a16:creationId xmlns:a16="http://schemas.microsoft.com/office/drawing/2014/main" id="{67826027-88AD-4176-AAD4-E3DC5278745B}"/>
                      </a:ext>
                    </a:extLst>
                  </p:cNvPr>
                  <p:cNvSpPr/>
                  <p:nvPr/>
                </p:nvSpPr>
                <p:spPr>
                  <a:xfrm>
                    <a:off x="6652885" y="1179070"/>
                    <a:ext cx="80771" cy="39764"/>
                  </a:xfrm>
                  <a:custGeom>
                    <a:avLst/>
                    <a:gdLst>
                      <a:gd name="connsiteX0" fmla="*/ 34091 w 80771"/>
                      <a:gd name="connsiteY0" fmla="*/ 12235 h 39764"/>
                      <a:gd name="connsiteX1" fmla="*/ 0 w 80771"/>
                      <a:gd name="connsiteY1" fmla="*/ 0 h 39764"/>
                      <a:gd name="connsiteX2" fmla="*/ 1419 w 80771"/>
                      <a:gd name="connsiteY2" fmla="*/ 4211 h 39764"/>
                      <a:gd name="connsiteX3" fmla="*/ 4743 w 80771"/>
                      <a:gd name="connsiteY3" fmla="*/ 8201 h 39764"/>
                      <a:gd name="connsiteX4" fmla="*/ 15693 w 80771"/>
                      <a:gd name="connsiteY4" fmla="*/ 17865 h 39764"/>
                      <a:gd name="connsiteX5" fmla="*/ 25801 w 80771"/>
                      <a:gd name="connsiteY5" fmla="*/ 22742 h 39764"/>
                      <a:gd name="connsiteX6" fmla="*/ 30057 w 80771"/>
                      <a:gd name="connsiteY6" fmla="*/ 24293 h 39764"/>
                      <a:gd name="connsiteX7" fmla="*/ 49562 w 80771"/>
                      <a:gd name="connsiteY7" fmla="*/ 32805 h 39764"/>
                      <a:gd name="connsiteX8" fmla="*/ 51424 w 80771"/>
                      <a:gd name="connsiteY8" fmla="*/ 33692 h 39764"/>
                      <a:gd name="connsiteX9" fmla="*/ 62241 w 80771"/>
                      <a:gd name="connsiteY9" fmla="*/ 37992 h 39764"/>
                      <a:gd name="connsiteX10" fmla="*/ 69156 w 80771"/>
                      <a:gd name="connsiteY10" fmla="*/ 39277 h 39764"/>
                      <a:gd name="connsiteX11" fmla="*/ 75939 w 80771"/>
                      <a:gd name="connsiteY11" fmla="*/ 39765 h 39764"/>
                      <a:gd name="connsiteX12" fmla="*/ 80594 w 80771"/>
                      <a:gd name="connsiteY12" fmla="*/ 39543 h 39764"/>
                      <a:gd name="connsiteX13" fmla="*/ 80771 w 80771"/>
                      <a:gd name="connsiteY13" fmla="*/ 39499 h 39764"/>
                      <a:gd name="connsiteX14" fmla="*/ 58960 w 80771"/>
                      <a:gd name="connsiteY14" fmla="*/ 22963 h 39764"/>
                      <a:gd name="connsiteX15" fmla="*/ 34091 w 80771"/>
                      <a:gd name="connsiteY15" fmla="*/ 12235 h 39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0771" h="39764">
                        <a:moveTo>
                          <a:pt x="34091" y="12235"/>
                        </a:moveTo>
                        <a:cubicBezTo>
                          <a:pt x="22077" y="8911"/>
                          <a:pt x="9443" y="5807"/>
                          <a:pt x="0" y="0"/>
                        </a:cubicBezTo>
                        <a:cubicBezTo>
                          <a:pt x="89" y="1552"/>
                          <a:pt x="488" y="3059"/>
                          <a:pt x="1419" y="4211"/>
                        </a:cubicBezTo>
                        <a:cubicBezTo>
                          <a:pt x="2616" y="5630"/>
                          <a:pt x="3724" y="6960"/>
                          <a:pt x="4743" y="8201"/>
                        </a:cubicBezTo>
                        <a:cubicBezTo>
                          <a:pt x="7980" y="11925"/>
                          <a:pt x="11304" y="15073"/>
                          <a:pt x="15693" y="17865"/>
                        </a:cubicBezTo>
                        <a:cubicBezTo>
                          <a:pt x="18530" y="19594"/>
                          <a:pt x="21811" y="21190"/>
                          <a:pt x="25801" y="22742"/>
                        </a:cubicBezTo>
                        <a:cubicBezTo>
                          <a:pt x="26998" y="23185"/>
                          <a:pt x="28460" y="23717"/>
                          <a:pt x="30057" y="24293"/>
                        </a:cubicBezTo>
                        <a:cubicBezTo>
                          <a:pt x="36263" y="26599"/>
                          <a:pt x="44464" y="30234"/>
                          <a:pt x="49562" y="32805"/>
                        </a:cubicBezTo>
                        <a:cubicBezTo>
                          <a:pt x="50227" y="33115"/>
                          <a:pt x="50892" y="33381"/>
                          <a:pt x="51424" y="33692"/>
                        </a:cubicBezTo>
                        <a:cubicBezTo>
                          <a:pt x="55236" y="35731"/>
                          <a:pt x="58960" y="36883"/>
                          <a:pt x="62241" y="37992"/>
                        </a:cubicBezTo>
                        <a:cubicBezTo>
                          <a:pt x="64546" y="38657"/>
                          <a:pt x="66940" y="38967"/>
                          <a:pt x="69156" y="39277"/>
                        </a:cubicBezTo>
                        <a:cubicBezTo>
                          <a:pt x="71373" y="39632"/>
                          <a:pt x="73634" y="39765"/>
                          <a:pt x="75939" y="39765"/>
                        </a:cubicBezTo>
                        <a:cubicBezTo>
                          <a:pt x="77446" y="39721"/>
                          <a:pt x="78998" y="39676"/>
                          <a:pt x="80594" y="39543"/>
                        </a:cubicBezTo>
                        <a:lnTo>
                          <a:pt x="80771" y="39499"/>
                        </a:lnTo>
                        <a:cubicBezTo>
                          <a:pt x="74077" y="33426"/>
                          <a:pt x="66940" y="27529"/>
                          <a:pt x="58960" y="22963"/>
                        </a:cubicBezTo>
                        <a:cubicBezTo>
                          <a:pt x="51069" y="18353"/>
                          <a:pt x="42646" y="14629"/>
                          <a:pt x="34091" y="1223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33" name="Forme libre : forme 20732">
                    <a:extLst>
                      <a:ext uri="{FF2B5EF4-FFF2-40B4-BE49-F238E27FC236}">
                        <a16:creationId xmlns:a16="http://schemas.microsoft.com/office/drawing/2014/main" id="{79D71B0E-FA80-4463-88DD-09A42446D626}"/>
                      </a:ext>
                    </a:extLst>
                  </p:cNvPr>
                  <p:cNvSpPr/>
                  <p:nvPr/>
                </p:nvSpPr>
                <p:spPr>
                  <a:xfrm>
                    <a:off x="6684536" y="1183531"/>
                    <a:ext cx="39094" cy="22664"/>
                  </a:xfrm>
                  <a:custGeom>
                    <a:avLst/>
                    <a:gdLst>
                      <a:gd name="connsiteX0" fmla="*/ 38791 w 39094"/>
                      <a:gd name="connsiteY0" fmla="*/ 21694 h 22664"/>
                      <a:gd name="connsiteX1" fmla="*/ 28772 w 39094"/>
                      <a:gd name="connsiteY1" fmla="*/ 20675 h 22664"/>
                      <a:gd name="connsiteX2" fmla="*/ 16847 w 39094"/>
                      <a:gd name="connsiteY2" fmla="*/ 15444 h 22664"/>
                      <a:gd name="connsiteX3" fmla="*/ 6208 w 39094"/>
                      <a:gd name="connsiteY3" fmla="*/ 9681 h 22664"/>
                      <a:gd name="connsiteX4" fmla="*/ 90 w 39094"/>
                      <a:gd name="connsiteY4" fmla="*/ 2233 h 22664"/>
                      <a:gd name="connsiteX5" fmla="*/ 9533 w 39094"/>
                      <a:gd name="connsiteY5" fmla="*/ 593 h 22664"/>
                      <a:gd name="connsiteX6" fmla="*/ 21635 w 39094"/>
                      <a:gd name="connsiteY6" fmla="*/ 4982 h 22664"/>
                      <a:gd name="connsiteX7" fmla="*/ 26822 w 39094"/>
                      <a:gd name="connsiteY7" fmla="*/ 8040 h 22664"/>
                      <a:gd name="connsiteX8" fmla="*/ 30058 w 39094"/>
                      <a:gd name="connsiteY8" fmla="*/ 10124 h 22664"/>
                      <a:gd name="connsiteX9" fmla="*/ 33161 w 39094"/>
                      <a:gd name="connsiteY9" fmla="*/ 12651 h 22664"/>
                      <a:gd name="connsiteX10" fmla="*/ 37949 w 39094"/>
                      <a:gd name="connsiteY10" fmla="*/ 17660 h 22664"/>
                      <a:gd name="connsiteX11" fmla="*/ 38791 w 39094"/>
                      <a:gd name="connsiteY11" fmla="*/ 21694 h 22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9094" h="22664">
                        <a:moveTo>
                          <a:pt x="38791" y="21694"/>
                        </a:moveTo>
                        <a:cubicBezTo>
                          <a:pt x="37505" y="23645"/>
                          <a:pt x="33383" y="22315"/>
                          <a:pt x="28772" y="20675"/>
                        </a:cubicBezTo>
                        <a:cubicBezTo>
                          <a:pt x="24339" y="18724"/>
                          <a:pt x="19241" y="16774"/>
                          <a:pt x="16847" y="15444"/>
                        </a:cubicBezTo>
                        <a:cubicBezTo>
                          <a:pt x="14276" y="14424"/>
                          <a:pt x="10020" y="11942"/>
                          <a:pt x="6208" y="9681"/>
                        </a:cubicBezTo>
                        <a:cubicBezTo>
                          <a:pt x="2529" y="7242"/>
                          <a:pt x="-575" y="4716"/>
                          <a:pt x="90" y="2233"/>
                        </a:cubicBezTo>
                        <a:cubicBezTo>
                          <a:pt x="755" y="-205"/>
                          <a:pt x="4967" y="-471"/>
                          <a:pt x="9533" y="593"/>
                        </a:cubicBezTo>
                        <a:cubicBezTo>
                          <a:pt x="14232" y="1435"/>
                          <a:pt x="19108" y="3829"/>
                          <a:pt x="21635" y="4982"/>
                        </a:cubicBezTo>
                        <a:cubicBezTo>
                          <a:pt x="22876" y="5646"/>
                          <a:pt x="24738" y="6755"/>
                          <a:pt x="26822" y="8040"/>
                        </a:cubicBezTo>
                        <a:cubicBezTo>
                          <a:pt x="27841" y="8705"/>
                          <a:pt x="28950" y="9415"/>
                          <a:pt x="30058" y="10124"/>
                        </a:cubicBezTo>
                        <a:cubicBezTo>
                          <a:pt x="31122" y="10922"/>
                          <a:pt x="32142" y="11764"/>
                          <a:pt x="33161" y="12651"/>
                        </a:cubicBezTo>
                        <a:cubicBezTo>
                          <a:pt x="35112" y="14380"/>
                          <a:pt x="36929" y="16064"/>
                          <a:pt x="37949" y="17660"/>
                        </a:cubicBezTo>
                        <a:cubicBezTo>
                          <a:pt x="39057" y="19300"/>
                          <a:pt x="39412" y="20719"/>
                          <a:pt x="38791" y="2169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34" name="Forme libre : forme 20733">
                    <a:extLst>
                      <a:ext uri="{FF2B5EF4-FFF2-40B4-BE49-F238E27FC236}">
                        <a16:creationId xmlns:a16="http://schemas.microsoft.com/office/drawing/2014/main" id="{BC5F185A-377C-48A5-8B9C-4B190FD79E5E}"/>
                      </a:ext>
                    </a:extLst>
                  </p:cNvPr>
                  <p:cNvSpPr/>
                  <p:nvPr/>
                </p:nvSpPr>
                <p:spPr>
                  <a:xfrm>
                    <a:off x="6684493" y="1183671"/>
                    <a:ext cx="25313" cy="18849"/>
                  </a:xfrm>
                  <a:custGeom>
                    <a:avLst/>
                    <a:gdLst>
                      <a:gd name="connsiteX0" fmla="*/ 10462 w 25313"/>
                      <a:gd name="connsiteY0" fmla="*/ 763 h 18849"/>
                      <a:gd name="connsiteX1" fmla="*/ 0 w 25313"/>
                      <a:gd name="connsiteY1" fmla="*/ 2048 h 18849"/>
                      <a:gd name="connsiteX2" fmla="*/ 17112 w 25313"/>
                      <a:gd name="connsiteY2" fmla="*/ 15436 h 18849"/>
                      <a:gd name="connsiteX3" fmla="*/ 25313 w 25313"/>
                      <a:gd name="connsiteY3" fmla="*/ 18850 h 18849"/>
                      <a:gd name="connsiteX4" fmla="*/ 21235 w 25313"/>
                      <a:gd name="connsiteY4" fmla="*/ 16367 h 18849"/>
                      <a:gd name="connsiteX5" fmla="*/ 10462 w 25313"/>
                      <a:gd name="connsiteY5" fmla="*/ 763 h 18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313" h="18849">
                        <a:moveTo>
                          <a:pt x="10462" y="763"/>
                        </a:moveTo>
                        <a:cubicBezTo>
                          <a:pt x="7537" y="497"/>
                          <a:pt x="-44" y="-1409"/>
                          <a:pt x="0" y="2048"/>
                        </a:cubicBezTo>
                        <a:cubicBezTo>
                          <a:pt x="177" y="7279"/>
                          <a:pt x="10950" y="12378"/>
                          <a:pt x="17112" y="15436"/>
                        </a:cubicBezTo>
                        <a:cubicBezTo>
                          <a:pt x="18885" y="16412"/>
                          <a:pt x="23097" y="18141"/>
                          <a:pt x="25313" y="18850"/>
                        </a:cubicBezTo>
                        <a:cubicBezTo>
                          <a:pt x="24205" y="18185"/>
                          <a:pt x="22210" y="17165"/>
                          <a:pt x="21235" y="16367"/>
                        </a:cubicBezTo>
                        <a:cubicBezTo>
                          <a:pt x="15915" y="11535"/>
                          <a:pt x="8955" y="6171"/>
                          <a:pt x="10462" y="76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35" name="Forme libre : forme 20734">
                    <a:extLst>
                      <a:ext uri="{FF2B5EF4-FFF2-40B4-BE49-F238E27FC236}">
                        <a16:creationId xmlns:a16="http://schemas.microsoft.com/office/drawing/2014/main" id="{603E0265-74BD-4BB1-A196-9BAAA1D36033}"/>
                      </a:ext>
                    </a:extLst>
                  </p:cNvPr>
                  <p:cNvSpPr/>
                  <p:nvPr/>
                </p:nvSpPr>
                <p:spPr>
                  <a:xfrm>
                    <a:off x="6686378" y="1185481"/>
                    <a:ext cx="38755" cy="22718"/>
                  </a:xfrm>
                  <a:custGeom>
                    <a:avLst/>
                    <a:gdLst>
                      <a:gd name="connsiteX0" fmla="*/ 38146 w 38755"/>
                      <a:gd name="connsiteY0" fmla="*/ 22094 h 22718"/>
                      <a:gd name="connsiteX1" fmla="*/ 16157 w 38755"/>
                      <a:gd name="connsiteY1" fmla="*/ 15622 h 22718"/>
                      <a:gd name="connsiteX2" fmla="*/ 5828 w 38755"/>
                      <a:gd name="connsiteY2" fmla="*/ 9770 h 22718"/>
                      <a:gd name="connsiteX3" fmla="*/ 65 w 38755"/>
                      <a:gd name="connsiteY3" fmla="*/ 2190 h 22718"/>
                      <a:gd name="connsiteX4" fmla="*/ 9463 w 38755"/>
                      <a:gd name="connsiteY4" fmla="*/ 682 h 22718"/>
                      <a:gd name="connsiteX5" fmla="*/ 21344 w 38755"/>
                      <a:gd name="connsiteY5" fmla="*/ 5249 h 22718"/>
                      <a:gd name="connsiteX6" fmla="*/ 33180 w 38755"/>
                      <a:gd name="connsiteY6" fmla="*/ 13139 h 22718"/>
                      <a:gd name="connsiteX7" fmla="*/ 38146 w 38755"/>
                      <a:gd name="connsiteY7" fmla="*/ 22094 h 22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755" h="22718">
                        <a:moveTo>
                          <a:pt x="38146" y="22094"/>
                        </a:moveTo>
                        <a:cubicBezTo>
                          <a:pt x="34289" y="24843"/>
                          <a:pt x="21654" y="17750"/>
                          <a:pt x="16157" y="15622"/>
                        </a:cubicBezTo>
                        <a:cubicBezTo>
                          <a:pt x="13542" y="14336"/>
                          <a:pt x="9286" y="12209"/>
                          <a:pt x="5828" y="9770"/>
                        </a:cubicBezTo>
                        <a:cubicBezTo>
                          <a:pt x="2326" y="7421"/>
                          <a:pt x="-467" y="4672"/>
                          <a:pt x="65" y="2190"/>
                        </a:cubicBezTo>
                        <a:cubicBezTo>
                          <a:pt x="642" y="-426"/>
                          <a:pt x="4809" y="-382"/>
                          <a:pt x="9463" y="682"/>
                        </a:cubicBezTo>
                        <a:cubicBezTo>
                          <a:pt x="14074" y="1835"/>
                          <a:pt x="19083" y="4007"/>
                          <a:pt x="21344" y="5249"/>
                        </a:cubicBezTo>
                        <a:cubicBezTo>
                          <a:pt x="23605" y="6445"/>
                          <a:pt x="29102" y="9504"/>
                          <a:pt x="33180" y="13139"/>
                        </a:cubicBezTo>
                        <a:cubicBezTo>
                          <a:pt x="37392" y="16597"/>
                          <a:pt x="40007" y="20676"/>
                          <a:pt x="38146" y="2209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36" name="Forme libre : forme 20735">
                    <a:extLst>
                      <a:ext uri="{FF2B5EF4-FFF2-40B4-BE49-F238E27FC236}">
                        <a16:creationId xmlns:a16="http://schemas.microsoft.com/office/drawing/2014/main" id="{0DED8722-358F-4E58-9E4B-F4DCE6108813}"/>
                      </a:ext>
                    </a:extLst>
                  </p:cNvPr>
                  <p:cNvSpPr/>
                  <p:nvPr/>
                </p:nvSpPr>
                <p:spPr>
                  <a:xfrm>
                    <a:off x="6664972" y="1173929"/>
                    <a:ext cx="46948" cy="33396"/>
                  </a:xfrm>
                  <a:custGeom>
                    <a:avLst/>
                    <a:gdLst>
                      <a:gd name="connsiteX0" fmla="*/ 104 w 46948"/>
                      <a:gd name="connsiteY0" fmla="*/ 7313 h 33396"/>
                      <a:gd name="connsiteX1" fmla="*/ 4271 w 46948"/>
                      <a:gd name="connsiteY1" fmla="*/ 13918 h 33396"/>
                      <a:gd name="connsiteX2" fmla="*/ 19964 w 46948"/>
                      <a:gd name="connsiteY2" fmla="*/ 26331 h 33396"/>
                      <a:gd name="connsiteX3" fmla="*/ 28919 w 46948"/>
                      <a:gd name="connsiteY3" fmla="*/ 30454 h 33396"/>
                      <a:gd name="connsiteX4" fmla="*/ 37785 w 46948"/>
                      <a:gd name="connsiteY4" fmla="*/ 33025 h 33396"/>
                      <a:gd name="connsiteX5" fmla="*/ 46917 w 46948"/>
                      <a:gd name="connsiteY5" fmla="*/ 30808 h 33396"/>
                      <a:gd name="connsiteX6" fmla="*/ 42617 w 46948"/>
                      <a:gd name="connsiteY6" fmla="*/ 25267 h 33396"/>
                      <a:gd name="connsiteX7" fmla="*/ 35657 w 46948"/>
                      <a:gd name="connsiteY7" fmla="*/ 18706 h 33396"/>
                      <a:gd name="connsiteX8" fmla="*/ 28608 w 46948"/>
                      <a:gd name="connsiteY8" fmla="*/ 11702 h 33396"/>
                      <a:gd name="connsiteX9" fmla="*/ 21959 w 46948"/>
                      <a:gd name="connsiteY9" fmla="*/ 4786 h 33396"/>
                      <a:gd name="connsiteX10" fmla="*/ 12029 w 46948"/>
                      <a:gd name="connsiteY10" fmla="*/ 176 h 33396"/>
                      <a:gd name="connsiteX11" fmla="*/ 104 w 46948"/>
                      <a:gd name="connsiteY11" fmla="*/ 7313 h 33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6948" h="33396">
                        <a:moveTo>
                          <a:pt x="104" y="7313"/>
                        </a:moveTo>
                        <a:cubicBezTo>
                          <a:pt x="724" y="10416"/>
                          <a:pt x="1611" y="11391"/>
                          <a:pt x="4271" y="13918"/>
                        </a:cubicBezTo>
                        <a:cubicBezTo>
                          <a:pt x="9325" y="18573"/>
                          <a:pt x="13093" y="22696"/>
                          <a:pt x="19964" y="26331"/>
                        </a:cubicBezTo>
                        <a:cubicBezTo>
                          <a:pt x="22801" y="27971"/>
                          <a:pt x="25949" y="29212"/>
                          <a:pt x="28919" y="30454"/>
                        </a:cubicBezTo>
                        <a:cubicBezTo>
                          <a:pt x="32022" y="31518"/>
                          <a:pt x="34992" y="32493"/>
                          <a:pt x="37785" y="33025"/>
                        </a:cubicBezTo>
                        <a:cubicBezTo>
                          <a:pt x="41952" y="33645"/>
                          <a:pt x="46341" y="33823"/>
                          <a:pt x="46917" y="30808"/>
                        </a:cubicBezTo>
                        <a:cubicBezTo>
                          <a:pt x="47272" y="28946"/>
                          <a:pt x="44568" y="27085"/>
                          <a:pt x="42617" y="25267"/>
                        </a:cubicBezTo>
                        <a:cubicBezTo>
                          <a:pt x="40356" y="23006"/>
                          <a:pt x="38051" y="20789"/>
                          <a:pt x="35657" y="18706"/>
                        </a:cubicBezTo>
                        <a:cubicBezTo>
                          <a:pt x="33307" y="16534"/>
                          <a:pt x="30958" y="14184"/>
                          <a:pt x="28608" y="11702"/>
                        </a:cubicBezTo>
                        <a:cubicBezTo>
                          <a:pt x="26658" y="9485"/>
                          <a:pt x="24619" y="6869"/>
                          <a:pt x="21959" y="4786"/>
                        </a:cubicBezTo>
                        <a:cubicBezTo>
                          <a:pt x="19343" y="2525"/>
                          <a:pt x="16107" y="841"/>
                          <a:pt x="12029" y="176"/>
                        </a:cubicBezTo>
                        <a:cubicBezTo>
                          <a:pt x="4625" y="-888"/>
                          <a:pt x="-827" y="3057"/>
                          <a:pt x="104" y="731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37" name="Forme libre : forme 20736">
                    <a:extLst>
                      <a:ext uri="{FF2B5EF4-FFF2-40B4-BE49-F238E27FC236}">
                        <a16:creationId xmlns:a16="http://schemas.microsoft.com/office/drawing/2014/main" id="{728AF7C9-695C-4F8D-8DB1-87F4719F6191}"/>
                      </a:ext>
                    </a:extLst>
                  </p:cNvPr>
                  <p:cNvSpPr/>
                  <p:nvPr/>
                </p:nvSpPr>
                <p:spPr>
                  <a:xfrm>
                    <a:off x="6676517" y="1177300"/>
                    <a:ext cx="18597" cy="5232"/>
                  </a:xfrm>
                  <a:custGeom>
                    <a:avLst/>
                    <a:gdLst>
                      <a:gd name="connsiteX0" fmla="*/ 2080 w 18597"/>
                      <a:gd name="connsiteY0" fmla="*/ 440 h 5232"/>
                      <a:gd name="connsiteX1" fmla="*/ 129 w 18597"/>
                      <a:gd name="connsiteY1" fmla="*/ 1149 h 5232"/>
                      <a:gd name="connsiteX2" fmla="*/ 1149 w 18597"/>
                      <a:gd name="connsiteY2" fmla="*/ 2568 h 5232"/>
                      <a:gd name="connsiteX3" fmla="*/ 4341 w 18597"/>
                      <a:gd name="connsiteY3" fmla="*/ 3454 h 5232"/>
                      <a:gd name="connsiteX4" fmla="*/ 12409 w 18597"/>
                      <a:gd name="connsiteY4" fmla="*/ 4917 h 5232"/>
                      <a:gd name="connsiteX5" fmla="*/ 15379 w 18597"/>
                      <a:gd name="connsiteY5" fmla="*/ 5227 h 5232"/>
                      <a:gd name="connsiteX6" fmla="*/ 15025 w 18597"/>
                      <a:gd name="connsiteY6" fmla="*/ 883 h 5232"/>
                      <a:gd name="connsiteX7" fmla="*/ 2080 w 18597"/>
                      <a:gd name="connsiteY7" fmla="*/ 440 h 5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597" h="5232">
                        <a:moveTo>
                          <a:pt x="2080" y="440"/>
                        </a:moveTo>
                        <a:cubicBezTo>
                          <a:pt x="1149" y="573"/>
                          <a:pt x="528" y="661"/>
                          <a:pt x="129" y="1149"/>
                        </a:cubicBezTo>
                        <a:cubicBezTo>
                          <a:pt x="-270" y="1637"/>
                          <a:pt x="307" y="2169"/>
                          <a:pt x="1149" y="2568"/>
                        </a:cubicBezTo>
                        <a:cubicBezTo>
                          <a:pt x="1991" y="2967"/>
                          <a:pt x="3321" y="3277"/>
                          <a:pt x="4341" y="3454"/>
                        </a:cubicBezTo>
                        <a:cubicBezTo>
                          <a:pt x="7001" y="3942"/>
                          <a:pt x="9793" y="4607"/>
                          <a:pt x="12409" y="4917"/>
                        </a:cubicBezTo>
                        <a:cubicBezTo>
                          <a:pt x="13473" y="5006"/>
                          <a:pt x="14492" y="5272"/>
                          <a:pt x="15379" y="5227"/>
                        </a:cubicBezTo>
                        <a:cubicBezTo>
                          <a:pt x="19236" y="5006"/>
                          <a:pt x="20211" y="2568"/>
                          <a:pt x="15025" y="883"/>
                        </a:cubicBezTo>
                        <a:cubicBezTo>
                          <a:pt x="10946" y="-181"/>
                          <a:pt x="5759" y="-225"/>
                          <a:pt x="2080" y="44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38" name="Forme libre : forme 20737">
                    <a:extLst>
                      <a:ext uri="{FF2B5EF4-FFF2-40B4-BE49-F238E27FC236}">
                        <a16:creationId xmlns:a16="http://schemas.microsoft.com/office/drawing/2014/main" id="{299BF735-EDBB-4ED9-A450-F175F03CFEC3}"/>
                      </a:ext>
                    </a:extLst>
                  </p:cNvPr>
                  <p:cNvSpPr/>
                  <p:nvPr/>
                </p:nvSpPr>
                <p:spPr>
                  <a:xfrm>
                    <a:off x="6705506" y="1212584"/>
                    <a:ext cx="27972" cy="4797"/>
                  </a:xfrm>
                  <a:custGeom>
                    <a:avLst/>
                    <a:gdLst>
                      <a:gd name="connsiteX0" fmla="*/ 27973 w 27972"/>
                      <a:gd name="connsiteY0" fmla="*/ 4256 h 4797"/>
                      <a:gd name="connsiteX1" fmla="*/ 0 w 27972"/>
                      <a:gd name="connsiteY1" fmla="*/ 0 h 4797"/>
                      <a:gd name="connsiteX2" fmla="*/ 27973 w 27972"/>
                      <a:gd name="connsiteY2" fmla="*/ 4256 h 4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972" h="4797">
                        <a:moveTo>
                          <a:pt x="27973" y="4256"/>
                        </a:moveTo>
                        <a:cubicBezTo>
                          <a:pt x="20614" y="6428"/>
                          <a:pt x="8201" y="1463"/>
                          <a:pt x="0" y="0"/>
                        </a:cubicBezTo>
                        <a:cubicBezTo>
                          <a:pt x="8777" y="1862"/>
                          <a:pt x="19417" y="3325"/>
                          <a:pt x="27973" y="42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39" name="Forme libre : forme 20738">
                    <a:extLst>
                      <a:ext uri="{FF2B5EF4-FFF2-40B4-BE49-F238E27FC236}">
                        <a16:creationId xmlns:a16="http://schemas.microsoft.com/office/drawing/2014/main" id="{24EC7E0A-C59A-468B-A9A8-103553AF2902}"/>
                      </a:ext>
                    </a:extLst>
                  </p:cNvPr>
                  <p:cNvSpPr/>
                  <p:nvPr/>
                </p:nvSpPr>
                <p:spPr>
                  <a:xfrm>
                    <a:off x="6656165" y="1168533"/>
                    <a:ext cx="34666" cy="5749"/>
                  </a:xfrm>
                  <a:custGeom>
                    <a:avLst/>
                    <a:gdLst>
                      <a:gd name="connsiteX0" fmla="*/ 34667 w 34666"/>
                      <a:gd name="connsiteY0" fmla="*/ 1494 h 5749"/>
                      <a:gd name="connsiteX1" fmla="*/ 0 w 34666"/>
                      <a:gd name="connsiteY1" fmla="*/ 5750 h 5749"/>
                      <a:gd name="connsiteX2" fmla="*/ 34667 w 34666"/>
                      <a:gd name="connsiteY2" fmla="*/ 1494 h 5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666" h="5749">
                        <a:moveTo>
                          <a:pt x="34667" y="1494"/>
                        </a:moveTo>
                        <a:cubicBezTo>
                          <a:pt x="21545" y="-1964"/>
                          <a:pt x="8866" y="1050"/>
                          <a:pt x="0" y="5750"/>
                        </a:cubicBezTo>
                        <a:cubicBezTo>
                          <a:pt x="8068" y="829"/>
                          <a:pt x="23185" y="-102"/>
                          <a:pt x="34667" y="149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40" name="Forme libre : forme 20739">
                    <a:extLst>
                      <a:ext uri="{FF2B5EF4-FFF2-40B4-BE49-F238E27FC236}">
                        <a16:creationId xmlns:a16="http://schemas.microsoft.com/office/drawing/2014/main" id="{3C180742-4CB5-4547-BA61-83775246324D}"/>
                      </a:ext>
                    </a:extLst>
                  </p:cNvPr>
                  <p:cNvSpPr/>
                  <p:nvPr/>
                </p:nvSpPr>
                <p:spPr>
                  <a:xfrm>
                    <a:off x="6702059" y="1188994"/>
                    <a:ext cx="14081" cy="9627"/>
                  </a:xfrm>
                  <a:custGeom>
                    <a:avLst/>
                    <a:gdLst>
                      <a:gd name="connsiteX0" fmla="*/ 13687 w 14081"/>
                      <a:gd name="connsiteY0" fmla="*/ 9537 h 9627"/>
                      <a:gd name="connsiteX1" fmla="*/ 4999 w 14081"/>
                      <a:gd name="connsiteY1" fmla="*/ 5503 h 9627"/>
                      <a:gd name="connsiteX2" fmla="*/ 388 w 14081"/>
                      <a:gd name="connsiteY2" fmla="*/ 228 h 9627"/>
                      <a:gd name="connsiteX3" fmla="*/ 8855 w 14081"/>
                      <a:gd name="connsiteY3" fmla="*/ 3730 h 9627"/>
                      <a:gd name="connsiteX4" fmla="*/ 13687 w 14081"/>
                      <a:gd name="connsiteY4" fmla="*/ 9537 h 9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81" h="9627">
                        <a:moveTo>
                          <a:pt x="13687" y="9537"/>
                        </a:moveTo>
                        <a:cubicBezTo>
                          <a:pt x="12003" y="10246"/>
                          <a:pt x="6727" y="6611"/>
                          <a:pt x="4999" y="5503"/>
                        </a:cubicBezTo>
                        <a:cubicBezTo>
                          <a:pt x="3403" y="4306"/>
                          <a:pt x="-1385" y="1247"/>
                          <a:pt x="388" y="228"/>
                        </a:cubicBezTo>
                        <a:cubicBezTo>
                          <a:pt x="2250" y="-925"/>
                          <a:pt x="7304" y="2621"/>
                          <a:pt x="8855" y="3730"/>
                        </a:cubicBezTo>
                        <a:cubicBezTo>
                          <a:pt x="10540" y="4705"/>
                          <a:pt x="15505" y="8650"/>
                          <a:pt x="13687" y="953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41" name="Forme libre : forme 20740">
                    <a:extLst>
                      <a:ext uri="{FF2B5EF4-FFF2-40B4-BE49-F238E27FC236}">
                        <a16:creationId xmlns:a16="http://schemas.microsoft.com/office/drawing/2014/main" id="{07A7C740-ACBB-4C6F-8E2F-DC2E18AA5A5B}"/>
                      </a:ext>
                    </a:extLst>
                  </p:cNvPr>
                  <p:cNvSpPr/>
                  <p:nvPr/>
                </p:nvSpPr>
                <p:spPr>
                  <a:xfrm>
                    <a:off x="6714178" y="1196851"/>
                    <a:ext cx="3979" cy="2909"/>
                  </a:xfrm>
                  <a:custGeom>
                    <a:avLst/>
                    <a:gdLst>
                      <a:gd name="connsiteX0" fmla="*/ 3963 w 3979"/>
                      <a:gd name="connsiteY0" fmla="*/ 2656 h 2909"/>
                      <a:gd name="connsiteX1" fmla="*/ 1746 w 3979"/>
                      <a:gd name="connsiteY1" fmla="*/ 2212 h 2909"/>
                      <a:gd name="connsiteX2" fmla="*/ 17 w 3979"/>
                      <a:gd name="connsiteY2" fmla="*/ 262 h 2909"/>
                      <a:gd name="connsiteX3" fmla="*/ 2189 w 3979"/>
                      <a:gd name="connsiteY3" fmla="*/ 705 h 2909"/>
                      <a:gd name="connsiteX4" fmla="*/ 3963 w 3979"/>
                      <a:gd name="connsiteY4" fmla="*/ 2656 h 2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79" h="2909">
                        <a:moveTo>
                          <a:pt x="3963" y="2656"/>
                        </a:moveTo>
                        <a:cubicBezTo>
                          <a:pt x="3741" y="3276"/>
                          <a:pt x="2411" y="2611"/>
                          <a:pt x="1746" y="2212"/>
                        </a:cubicBezTo>
                        <a:cubicBezTo>
                          <a:pt x="1081" y="1813"/>
                          <a:pt x="-160" y="882"/>
                          <a:pt x="17" y="262"/>
                        </a:cubicBezTo>
                        <a:cubicBezTo>
                          <a:pt x="239" y="-359"/>
                          <a:pt x="1480" y="262"/>
                          <a:pt x="2189" y="705"/>
                        </a:cubicBezTo>
                        <a:cubicBezTo>
                          <a:pt x="2854" y="1060"/>
                          <a:pt x="4140" y="1991"/>
                          <a:pt x="3963" y="26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42" name="Forme libre : forme 20741">
                    <a:extLst>
                      <a:ext uri="{FF2B5EF4-FFF2-40B4-BE49-F238E27FC236}">
                        <a16:creationId xmlns:a16="http://schemas.microsoft.com/office/drawing/2014/main" id="{39DB69AE-F37A-480C-A8E0-5D9B537902ED}"/>
                      </a:ext>
                    </a:extLst>
                  </p:cNvPr>
                  <p:cNvSpPr/>
                  <p:nvPr/>
                </p:nvSpPr>
                <p:spPr>
                  <a:xfrm>
                    <a:off x="6705999" y="1179884"/>
                    <a:ext cx="28738" cy="33705"/>
                  </a:xfrm>
                  <a:custGeom>
                    <a:avLst/>
                    <a:gdLst>
                      <a:gd name="connsiteX0" fmla="*/ 25396 w 28738"/>
                      <a:gd name="connsiteY0" fmla="*/ 20776 h 33705"/>
                      <a:gd name="connsiteX1" fmla="*/ 28721 w 28738"/>
                      <a:gd name="connsiteY1" fmla="*/ 32568 h 33705"/>
                      <a:gd name="connsiteX2" fmla="*/ 24864 w 28738"/>
                      <a:gd name="connsiteY2" fmla="*/ 32745 h 33705"/>
                      <a:gd name="connsiteX3" fmla="*/ 22293 w 28738"/>
                      <a:gd name="connsiteY3" fmla="*/ 28445 h 33705"/>
                      <a:gd name="connsiteX4" fmla="*/ 13959 w 28738"/>
                      <a:gd name="connsiteY4" fmla="*/ 15190 h 33705"/>
                      <a:gd name="connsiteX5" fmla="*/ 748 w 28738"/>
                      <a:gd name="connsiteY5" fmla="*/ 339 h 33705"/>
                      <a:gd name="connsiteX6" fmla="*/ 20298 w 28738"/>
                      <a:gd name="connsiteY6" fmla="*/ 10890 h 33705"/>
                      <a:gd name="connsiteX7" fmla="*/ 25396 w 28738"/>
                      <a:gd name="connsiteY7" fmla="*/ 20776 h 337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738" h="33705">
                        <a:moveTo>
                          <a:pt x="25396" y="20776"/>
                        </a:moveTo>
                        <a:cubicBezTo>
                          <a:pt x="27745" y="25076"/>
                          <a:pt x="28898" y="28667"/>
                          <a:pt x="28721" y="32568"/>
                        </a:cubicBezTo>
                        <a:cubicBezTo>
                          <a:pt x="28632" y="34031"/>
                          <a:pt x="26415" y="34075"/>
                          <a:pt x="24864" y="32745"/>
                        </a:cubicBezTo>
                        <a:cubicBezTo>
                          <a:pt x="23268" y="31459"/>
                          <a:pt x="22913" y="29864"/>
                          <a:pt x="22293" y="28445"/>
                        </a:cubicBezTo>
                        <a:cubicBezTo>
                          <a:pt x="20342" y="23968"/>
                          <a:pt x="17682" y="19401"/>
                          <a:pt x="13959" y="15190"/>
                        </a:cubicBezTo>
                        <a:cubicBezTo>
                          <a:pt x="12008" y="11998"/>
                          <a:pt x="-3552" y="2112"/>
                          <a:pt x="748" y="339"/>
                        </a:cubicBezTo>
                        <a:cubicBezTo>
                          <a:pt x="5447" y="-1833"/>
                          <a:pt x="17283" y="6989"/>
                          <a:pt x="20298" y="10890"/>
                        </a:cubicBezTo>
                        <a:cubicBezTo>
                          <a:pt x="23534" y="14569"/>
                          <a:pt x="23667" y="17539"/>
                          <a:pt x="25396" y="2077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666" name="Graphique 2">
                  <a:extLst>
                    <a:ext uri="{FF2B5EF4-FFF2-40B4-BE49-F238E27FC236}">
                      <a16:creationId xmlns:a16="http://schemas.microsoft.com/office/drawing/2014/main" id="{8EF04A37-A35B-4DF8-AA64-A0AB4343AEC9}"/>
                    </a:ext>
                  </a:extLst>
                </p:cNvPr>
                <p:cNvGrpSpPr/>
                <p:nvPr/>
              </p:nvGrpSpPr>
              <p:grpSpPr>
                <a:xfrm>
                  <a:off x="6735165" y="1214303"/>
                  <a:ext cx="55386" cy="84491"/>
                  <a:chOff x="6735165" y="1214303"/>
                  <a:chExt cx="55386" cy="84491"/>
                </a:xfrm>
                <a:solidFill>
                  <a:schemeClr val="accent1"/>
                </a:solidFill>
              </p:grpSpPr>
              <p:sp>
                <p:nvSpPr>
                  <p:cNvPr id="20719" name="Forme libre : forme 20718">
                    <a:extLst>
                      <a:ext uri="{FF2B5EF4-FFF2-40B4-BE49-F238E27FC236}">
                        <a16:creationId xmlns:a16="http://schemas.microsoft.com/office/drawing/2014/main" id="{9630E2F9-6F79-44F6-9151-56F64CB9BE1A}"/>
                      </a:ext>
                    </a:extLst>
                  </p:cNvPr>
                  <p:cNvSpPr/>
                  <p:nvPr/>
                </p:nvSpPr>
                <p:spPr>
                  <a:xfrm>
                    <a:off x="6735165" y="1214303"/>
                    <a:ext cx="55386" cy="84491"/>
                  </a:xfrm>
                  <a:custGeom>
                    <a:avLst/>
                    <a:gdLst>
                      <a:gd name="connsiteX0" fmla="*/ 20568 w 55386"/>
                      <a:gd name="connsiteY0" fmla="*/ 63004 h 84491"/>
                      <a:gd name="connsiteX1" fmla="*/ 6293 w 55386"/>
                      <a:gd name="connsiteY1" fmla="*/ 36760 h 84491"/>
                      <a:gd name="connsiteX2" fmla="*/ 2569 w 55386"/>
                      <a:gd name="connsiteY2" fmla="*/ 28426 h 84491"/>
                      <a:gd name="connsiteX3" fmla="*/ 663 w 55386"/>
                      <a:gd name="connsiteY3" fmla="*/ 21289 h 84491"/>
                      <a:gd name="connsiteX4" fmla="*/ 131 w 55386"/>
                      <a:gd name="connsiteY4" fmla="*/ 6660 h 84491"/>
                      <a:gd name="connsiteX5" fmla="*/ 7667 w 55386"/>
                      <a:gd name="connsiteY5" fmla="*/ 54 h 84491"/>
                      <a:gd name="connsiteX6" fmla="*/ 22961 w 55386"/>
                      <a:gd name="connsiteY6" fmla="*/ 5507 h 84491"/>
                      <a:gd name="connsiteX7" fmla="*/ 36660 w 55386"/>
                      <a:gd name="connsiteY7" fmla="*/ 19072 h 84491"/>
                      <a:gd name="connsiteX8" fmla="*/ 51555 w 55386"/>
                      <a:gd name="connsiteY8" fmla="*/ 46646 h 84491"/>
                      <a:gd name="connsiteX9" fmla="*/ 52353 w 55386"/>
                      <a:gd name="connsiteY9" fmla="*/ 79185 h 84491"/>
                      <a:gd name="connsiteX10" fmla="*/ 43930 w 55386"/>
                      <a:gd name="connsiteY10" fmla="*/ 84195 h 84491"/>
                      <a:gd name="connsiteX11" fmla="*/ 20568 w 55386"/>
                      <a:gd name="connsiteY11" fmla="*/ 63004 h 84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86" h="84491">
                        <a:moveTo>
                          <a:pt x="20568" y="63004"/>
                        </a:moveTo>
                        <a:cubicBezTo>
                          <a:pt x="17154" y="56709"/>
                          <a:pt x="9884" y="43277"/>
                          <a:pt x="6293" y="36760"/>
                        </a:cubicBezTo>
                        <a:cubicBezTo>
                          <a:pt x="4697" y="33746"/>
                          <a:pt x="3456" y="31086"/>
                          <a:pt x="2569" y="28426"/>
                        </a:cubicBezTo>
                        <a:cubicBezTo>
                          <a:pt x="1638" y="26032"/>
                          <a:pt x="1017" y="23683"/>
                          <a:pt x="663" y="21289"/>
                        </a:cubicBezTo>
                        <a:cubicBezTo>
                          <a:pt x="87" y="16413"/>
                          <a:pt x="-179" y="12024"/>
                          <a:pt x="131" y="6660"/>
                        </a:cubicBezTo>
                        <a:cubicBezTo>
                          <a:pt x="308" y="2980"/>
                          <a:pt x="3988" y="-478"/>
                          <a:pt x="7667" y="54"/>
                        </a:cubicBezTo>
                        <a:cubicBezTo>
                          <a:pt x="12943" y="852"/>
                          <a:pt x="18262" y="2271"/>
                          <a:pt x="22961" y="5507"/>
                        </a:cubicBezTo>
                        <a:cubicBezTo>
                          <a:pt x="27926" y="8610"/>
                          <a:pt x="32537" y="12955"/>
                          <a:pt x="36660" y="19072"/>
                        </a:cubicBezTo>
                        <a:cubicBezTo>
                          <a:pt x="41270" y="25589"/>
                          <a:pt x="48540" y="39420"/>
                          <a:pt x="51555" y="46646"/>
                        </a:cubicBezTo>
                        <a:cubicBezTo>
                          <a:pt x="57362" y="60212"/>
                          <a:pt x="55678" y="69344"/>
                          <a:pt x="52353" y="79185"/>
                        </a:cubicBezTo>
                        <a:cubicBezTo>
                          <a:pt x="51200" y="82599"/>
                          <a:pt x="47122" y="85436"/>
                          <a:pt x="43930" y="84195"/>
                        </a:cubicBezTo>
                        <a:cubicBezTo>
                          <a:pt x="34576" y="80692"/>
                          <a:pt x="27173" y="74796"/>
                          <a:pt x="20568" y="6300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20" name="Forme libre : forme 20719">
                    <a:extLst>
                      <a:ext uri="{FF2B5EF4-FFF2-40B4-BE49-F238E27FC236}">
                        <a16:creationId xmlns:a16="http://schemas.microsoft.com/office/drawing/2014/main" id="{D778A7DD-A03F-4D14-BE33-505F0978DD3B}"/>
                      </a:ext>
                    </a:extLst>
                  </p:cNvPr>
                  <p:cNvSpPr/>
                  <p:nvPr/>
                </p:nvSpPr>
                <p:spPr>
                  <a:xfrm>
                    <a:off x="6735252" y="1216751"/>
                    <a:ext cx="44109" cy="81701"/>
                  </a:xfrm>
                  <a:custGeom>
                    <a:avLst/>
                    <a:gdLst>
                      <a:gd name="connsiteX0" fmla="*/ 19417 w 44109"/>
                      <a:gd name="connsiteY0" fmla="*/ 31785 h 81701"/>
                      <a:gd name="connsiteX1" fmla="*/ 1906 w 44109"/>
                      <a:gd name="connsiteY1" fmla="*/ 0 h 81701"/>
                      <a:gd name="connsiteX2" fmla="*/ 133 w 44109"/>
                      <a:gd name="connsiteY2" fmla="*/ 4123 h 81701"/>
                      <a:gd name="connsiteX3" fmla="*/ 0 w 44109"/>
                      <a:gd name="connsiteY3" fmla="*/ 9398 h 81701"/>
                      <a:gd name="connsiteX4" fmla="*/ 1817 w 44109"/>
                      <a:gd name="connsiteY4" fmla="*/ 23717 h 81701"/>
                      <a:gd name="connsiteX5" fmla="*/ 6295 w 44109"/>
                      <a:gd name="connsiteY5" fmla="*/ 34224 h 81701"/>
                      <a:gd name="connsiteX6" fmla="*/ 8556 w 44109"/>
                      <a:gd name="connsiteY6" fmla="*/ 38391 h 81701"/>
                      <a:gd name="connsiteX7" fmla="*/ 19461 w 44109"/>
                      <a:gd name="connsiteY7" fmla="*/ 58517 h 81701"/>
                      <a:gd name="connsiteX8" fmla="*/ 20570 w 44109"/>
                      <a:gd name="connsiteY8" fmla="*/ 60467 h 81701"/>
                      <a:gd name="connsiteX9" fmla="*/ 27928 w 44109"/>
                      <a:gd name="connsiteY9" fmla="*/ 70930 h 81701"/>
                      <a:gd name="connsiteX10" fmla="*/ 39632 w 44109"/>
                      <a:gd name="connsiteY10" fmla="*/ 79796 h 81701"/>
                      <a:gd name="connsiteX11" fmla="*/ 43932 w 44109"/>
                      <a:gd name="connsiteY11" fmla="*/ 81658 h 81701"/>
                      <a:gd name="connsiteX12" fmla="*/ 44109 w 44109"/>
                      <a:gd name="connsiteY12" fmla="*/ 81702 h 81701"/>
                      <a:gd name="connsiteX13" fmla="*/ 19417 w 44109"/>
                      <a:gd name="connsiteY13" fmla="*/ 31785 h 81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4109" h="81701">
                        <a:moveTo>
                          <a:pt x="19417" y="31785"/>
                        </a:moveTo>
                        <a:cubicBezTo>
                          <a:pt x="12413" y="21146"/>
                          <a:pt x="5098" y="10772"/>
                          <a:pt x="1906" y="0"/>
                        </a:cubicBezTo>
                        <a:cubicBezTo>
                          <a:pt x="887" y="1197"/>
                          <a:pt x="222" y="2616"/>
                          <a:pt x="133" y="4123"/>
                        </a:cubicBezTo>
                        <a:cubicBezTo>
                          <a:pt x="44" y="5940"/>
                          <a:pt x="0" y="7714"/>
                          <a:pt x="0" y="9398"/>
                        </a:cubicBezTo>
                        <a:cubicBezTo>
                          <a:pt x="177" y="14142"/>
                          <a:pt x="310" y="18929"/>
                          <a:pt x="1817" y="23717"/>
                        </a:cubicBezTo>
                        <a:cubicBezTo>
                          <a:pt x="2793" y="26732"/>
                          <a:pt x="4211" y="30367"/>
                          <a:pt x="6295" y="34224"/>
                        </a:cubicBezTo>
                        <a:cubicBezTo>
                          <a:pt x="6960" y="35420"/>
                          <a:pt x="7714" y="36839"/>
                          <a:pt x="8556" y="38391"/>
                        </a:cubicBezTo>
                        <a:cubicBezTo>
                          <a:pt x="11969" y="44464"/>
                          <a:pt x="16535" y="52976"/>
                          <a:pt x="19461" y="58517"/>
                        </a:cubicBezTo>
                        <a:cubicBezTo>
                          <a:pt x="19860" y="59226"/>
                          <a:pt x="20215" y="59891"/>
                          <a:pt x="20570" y="60467"/>
                        </a:cubicBezTo>
                        <a:cubicBezTo>
                          <a:pt x="22919" y="64679"/>
                          <a:pt x="25357" y="68092"/>
                          <a:pt x="27928" y="70930"/>
                        </a:cubicBezTo>
                        <a:cubicBezTo>
                          <a:pt x="31519" y="74831"/>
                          <a:pt x="35420" y="77579"/>
                          <a:pt x="39632" y="79796"/>
                        </a:cubicBezTo>
                        <a:cubicBezTo>
                          <a:pt x="41006" y="80505"/>
                          <a:pt x="42469" y="81126"/>
                          <a:pt x="43932" y="81658"/>
                        </a:cubicBezTo>
                        <a:lnTo>
                          <a:pt x="44109" y="81702"/>
                        </a:lnTo>
                        <a:cubicBezTo>
                          <a:pt x="37016" y="64546"/>
                          <a:pt x="29480" y="46769"/>
                          <a:pt x="19417" y="3178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21" name="Forme libre : forme 20720">
                    <a:extLst>
                      <a:ext uri="{FF2B5EF4-FFF2-40B4-BE49-F238E27FC236}">
                        <a16:creationId xmlns:a16="http://schemas.microsoft.com/office/drawing/2014/main" id="{67119421-4686-4C2A-8324-F873C3332A30}"/>
                      </a:ext>
                    </a:extLst>
                  </p:cNvPr>
                  <p:cNvSpPr/>
                  <p:nvPr/>
                </p:nvSpPr>
                <p:spPr>
                  <a:xfrm>
                    <a:off x="6755166" y="1242399"/>
                    <a:ext cx="22409" cy="39436"/>
                  </a:xfrm>
                  <a:custGeom>
                    <a:avLst/>
                    <a:gdLst>
                      <a:gd name="connsiteX0" fmla="*/ 20959 w 22409"/>
                      <a:gd name="connsiteY0" fmla="*/ 39253 h 39436"/>
                      <a:gd name="connsiteX1" fmla="*/ 6020 w 22409"/>
                      <a:gd name="connsiteY1" fmla="*/ 21476 h 39436"/>
                      <a:gd name="connsiteX2" fmla="*/ 1365 w 22409"/>
                      <a:gd name="connsiteY2" fmla="*/ 419 h 39436"/>
                      <a:gd name="connsiteX3" fmla="*/ 16216 w 22409"/>
                      <a:gd name="connsiteY3" fmla="*/ 16112 h 39436"/>
                      <a:gd name="connsiteX4" fmla="*/ 20959 w 22409"/>
                      <a:gd name="connsiteY4" fmla="*/ 39253 h 39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409" h="39436">
                        <a:moveTo>
                          <a:pt x="20959" y="39253"/>
                        </a:moveTo>
                        <a:cubicBezTo>
                          <a:pt x="16748" y="41248"/>
                          <a:pt x="8768" y="26397"/>
                          <a:pt x="6020" y="21476"/>
                        </a:cubicBezTo>
                        <a:cubicBezTo>
                          <a:pt x="3537" y="16423"/>
                          <a:pt x="-2757" y="3212"/>
                          <a:pt x="1365" y="419"/>
                        </a:cubicBezTo>
                        <a:cubicBezTo>
                          <a:pt x="5710" y="-2551"/>
                          <a:pt x="14044" y="11059"/>
                          <a:pt x="16216" y="16112"/>
                        </a:cubicBezTo>
                        <a:cubicBezTo>
                          <a:pt x="18743" y="21033"/>
                          <a:pt x="25304" y="37170"/>
                          <a:pt x="20959" y="3925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22" name="Forme libre : forme 20721">
                    <a:extLst>
                      <a:ext uri="{FF2B5EF4-FFF2-40B4-BE49-F238E27FC236}">
                        <a16:creationId xmlns:a16="http://schemas.microsoft.com/office/drawing/2014/main" id="{D5176D6E-8862-49E1-9036-3C5081E5D1C6}"/>
                      </a:ext>
                    </a:extLst>
                  </p:cNvPr>
                  <p:cNvSpPr/>
                  <p:nvPr/>
                </p:nvSpPr>
                <p:spPr>
                  <a:xfrm>
                    <a:off x="6755322" y="1242036"/>
                    <a:ext cx="10740" cy="29862"/>
                  </a:xfrm>
                  <a:custGeom>
                    <a:avLst/>
                    <a:gdLst>
                      <a:gd name="connsiteX0" fmla="*/ 9898 w 10740"/>
                      <a:gd name="connsiteY0" fmla="*/ 6367 h 29862"/>
                      <a:gd name="connsiteX1" fmla="*/ 1120 w 10740"/>
                      <a:gd name="connsiteY1" fmla="*/ 605 h 29862"/>
                      <a:gd name="connsiteX2" fmla="*/ 5997 w 10740"/>
                      <a:gd name="connsiteY2" fmla="*/ 22061 h 29862"/>
                      <a:gd name="connsiteX3" fmla="*/ 10740 w 10740"/>
                      <a:gd name="connsiteY3" fmla="*/ 29863 h 29862"/>
                      <a:gd name="connsiteX4" fmla="*/ 8878 w 10740"/>
                      <a:gd name="connsiteY4" fmla="*/ 25341 h 29862"/>
                      <a:gd name="connsiteX5" fmla="*/ 9898 w 10740"/>
                      <a:gd name="connsiteY5" fmla="*/ 6367 h 29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40" h="29862">
                        <a:moveTo>
                          <a:pt x="9898" y="6367"/>
                        </a:moveTo>
                        <a:cubicBezTo>
                          <a:pt x="7814" y="4373"/>
                          <a:pt x="3337" y="-1967"/>
                          <a:pt x="1120" y="605"/>
                        </a:cubicBezTo>
                        <a:cubicBezTo>
                          <a:pt x="-2293" y="4683"/>
                          <a:pt x="2894" y="15677"/>
                          <a:pt x="5997" y="22061"/>
                        </a:cubicBezTo>
                        <a:cubicBezTo>
                          <a:pt x="6928" y="23923"/>
                          <a:pt x="9322" y="27957"/>
                          <a:pt x="10740" y="29863"/>
                        </a:cubicBezTo>
                        <a:cubicBezTo>
                          <a:pt x="10208" y="28622"/>
                          <a:pt x="9189" y="26583"/>
                          <a:pt x="8878" y="25341"/>
                        </a:cubicBezTo>
                        <a:cubicBezTo>
                          <a:pt x="7194" y="18204"/>
                          <a:pt x="5243" y="9559"/>
                          <a:pt x="9898" y="636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23" name="Forme libre : forme 20722">
                    <a:extLst>
                      <a:ext uri="{FF2B5EF4-FFF2-40B4-BE49-F238E27FC236}">
                        <a16:creationId xmlns:a16="http://schemas.microsoft.com/office/drawing/2014/main" id="{C3A07C6E-6D97-441D-968B-5DD552B6AEFE}"/>
                      </a:ext>
                    </a:extLst>
                  </p:cNvPr>
                  <p:cNvSpPr/>
                  <p:nvPr/>
                </p:nvSpPr>
                <p:spPr>
                  <a:xfrm>
                    <a:off x="6755178" y="1244950"/>
                    <a:ext cx="22543" cy="39382"/>
                  </a:xfrm>
                  <a:custGeom>
                    <a:avLst/>
                    <a:gdLst>
                      <a:gd name="connsiteX0" fmla="*/ 20859 w 22543"/>
                      <a:gd name="connsiteY0" fmla="*/ 39362 h 39382"/>
                      <a:gd name="connsiteX1" fmla="*/ 5742 w 22543"/>
                      <a:gd name="connsiteY1" fmla="*/ 21363 h 39382"/>
                      <a:gd name="connsiteX2" fmla="*/ 1442 w 22543"/>
                      <a:gd name="connsiteY2" fmla="*/ 484 h 39382"/>
                      <a:gd name="connsiteX3" fmla="*/ 16071 w 22543"/>
                      <a:gd name="connsiteY3" fmla="*/ 16132 h 39382"/>
                      <a:gd name="connsiteX4" fmla="*/ 20859 w 22543"/>
                      <a:gd name="connsiteY4" fmla="*/ 39362 h 39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43" h="39382">
                        <a:moveTo>
                          <a:pt x="20859" y="39362"/>
                        </a:moveTo>
                        <a:cubicBezTo>
                          <a:pt x="16071" y="39982"/>
                          <a:pt x="8712" y="26639"/>
                          <a:pt x="5742" y="21363"/>
                        </a:cubicBezTo>
                        <a:cubicBezTo>
                          <a:pt x="2949" y="15955"/>
                          <a:pt x="-2637" y="3631"/>
                          <a:pt x="1442" y="484"/>
                        </a:cubicBezTo>
                        <a:cubicBezTo>
                          <a:pt x="5697" y="-2797"/>
                          <a:pt x="13987" y="11522"/>
                          <a:pt x="16071" y="16132"/>
                        </a:cubicBezTo>
                        <a:cubicBezTo>
                          <a:pt x="18465" y="20654"/>
                          <a:pt x="25824" y="38652"/>
                          <a:pt x="20859" y="3936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24" name="Forme libre : forme 20723">
                    <a:extLst>
                      <a:ext uri="{FF2B5EF4-FFF2-40B4-BE49-F238E27FC236}">
                        <a16:creationId xmlns:a16="http://schemas.microsoft.com/office/drawing/2014/main" id="{33158E96-D065-41D7-B99C-B66C854DD96D}"/>
                      </a:ext>
                    </a:extLst>
                  </p:cNvPr>
                  <p:cNvSpPr/>
                  <p:nvPr/>
                </p:nvSpPr>
                <p:spPr>
                  <a:xfrm>
                    <a:off x="6743297" y="1224076"/>
                    <a:ext cx="23897" cy="51735"/>
                  </a:xfrm>
                  <a:custGeom>
                    <a:avLst/>
                    <a:gdLst>
                      <a:gd name="connsiteX0" fmla="*/ 1486 w 23897"/>
                      <a:gd name="connsiteY0" fmla="*/ 2384 h 51735"/>
                      <a:gd name="connsiteX1" fmla="*/ 200 w 23897"/>
                      <a:gd name="connsiteY1" fmla="*/ 10098 h 51735"/>
                      <a:gd name="connsiteX2" fmla="*/ 4057 w 23897"/>
                      <a:gd name="connsiteY2" fmla="*/ 30002 h 51735"/>
                      <a:gd name="connsiteX3" fmla="*/ 14430 w 23897"/>
                      <a:gd name="connsiteY3" fmla="*/ 47203 h 51735"/>
                      <a:gd name="connsiteX4" fmla="*/ 23341 w 23897"/>
                      <a:gd name="connsiteY4" fmla="*/ 50927 h 51735"/>
                      <a:gd name="connsiteX5" fmla="*/ 22898 w 23897"/>
                      <a:gd name="connsiteY5" fmla="*/ 43745 h 51735"/>
                      <a:gd name="connsiteX6" fmla="*/ 20149 w 23897"/>
                      <a:gd name="connsiteY6" fmla="*/ 24372 h 51735"/>
                      <a:gd name="connsiteX7" fmla="*/ 15317 w 23897"/>
                      <a:gd name="connsiteY7" fmla="*/ 4955 h 51735"/>
                      <a:gd name="connsiteX8" fmla="*/ 1486 w 23897"/>
                      <a:gd name="connsiteY8" fmla="*/ 2384 h 51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897" h="51735">
                        <a:moveTo>
                          <a:pt x="1486" y="2384"/>
                        </a:moveTo>
                        <a:cubicBezTo>
                          <a:pt x="-110" y="5133"/>
                          <a:pt x="-199" y="6551"/>
                          <a:pt x="200" y="10098"/>
                        </a:cubicBezTo>
                        <a:cubicBezTo>
                          <a:pt x="954" y="16747"/>
                          <a:pt x="1042" y="22511"/>
                          <a:pt x="4057" y="30002"/>
                        </a:cubicBezTo>
                        <a:cubicBezTo>
                          <a:pt x="6539" y="36297"/>
                          <a:pt x="10396" y="42814"/>
                          <a:pt x="14430" y="47203"/>
                        </a:cubicBezTo>
                        <a:cubicBezTo>
                          <a:pt x="17445" y="50439"/>
                          <a:pt x="21257" y="53143"/>
                          <a:pt x="23341" y="50927"/>
                        </a:cubicBezTo>
                        <a:cubicBezTo>
                          <a:pt x="24627" y="49552"/>
                          <a:pt x="23341" y="46493"/>
                          <a:pt x="22898" y="43745"/>
                        </a:cubicBezTo>
                        <a:cubicBezTo>
                          <a:pt x="21789" y="37317"/>
                          <a:pt x="20415" y="31244"/>
                          <a:pt x="20149" y="24372"/>
                        </a:cubicBezTo>
                        <a:cubicBezTo>
                          <a:pt x="19927" y="18565"/>
                          <a:pt x="20592" y="11295"/>
                          <a:pt x="15317" y="4955"/>
                        </a:cubicBezTo>
                        <a:cubicBezTo>
                          <a:pt x="10219" y="-675"/>
                          <a:pt x="3658" y="-1473"/>
                          <a:pt x="1486" y="238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25" name="Forme libre : forme 20724">
                    <a:extLst>
                      <a:ext uri="{FF2B5EF4-FFF2-40B4-BE49-F238E27FC236}">
                        <a16:creationId xmlns:a16="http://schemas.microsoft.com/office/drawing/2014/main" id="{D173865D-8744-4CC5-B578-1911CB1D8542}"/>
                      </a:ext>
                    </a:extLst>
                  </p:cNvPr>
                  <p:cNvSpPr/>
                  <p:nvPr/>
                </p:nvSpPr>
                <p:spPr>
                  <a:xfrm>
                    <a:off x="6754879" y="1232032"/>
                    <a:ext cx="13037" cy="14095"/>
                  </a:xfrm>
                  <a:custGeom>
                    <a:avLst/>
                    <a:gdLst>
                      <a:gd name="connsiteX0" fmla="*/ 2406 w 13037"/>
                      <a:gd name="connsiteY0" fmla="*/ 767 h 14095"/>
                      <a:gd name="connsiteX1" fmla="*/ 455 w 13037"/>
                      <a:gd name="connsiteY1" fmla="*/ 14 h 14095"/>
                      <a:gd name="connsiteX2" fmla="*/ 278 w 13037"/>
                      <a:gd name="connsiteY2" fmla="*/ 1742 h 14095"/>
                      <a:gd name="connsiteX3" fmla="*/ 2051 w 13037"/>
                      <a:gd name="connsiteY3" fmla="*/ 4535 h 14095"/>
                      <a:gd name="connsiteX4" fmla="*/ 7105 w 13037"/>
                      <a:gd name="connsiteY4" fmla="*/ 10875 h 14095"/>
                      <a:gd name="connsiteX5" fmla="*/ 9188 w 13037"/>
                      <a:gd name="connsiteY5" fmla="*/ 13003 h 14095"/>
                      <a:gd name="connsiteX6" fmla="*/ 11671 w 13037"/>
                      <a:gd name="connsiteY6" fmla="*/ 9500 h 14095"/>
                      <a:gd name="connsiteX7" fmla="*/ 2406 w 13037"/>
                      <a:gd name="connsiteY7" fmla="*/ 767 h 14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037" h="14095">
                        <a:moveTo>
                          <a:pt x="2406" y="767"/>
                        </a:moveTo>
                        <a:cubicBezTo>
                          <a:pt x="1652" y="280"/>
                          <a:pt x="1076" y="-75"/>
                          <a:pt x="455" y="14"/>
                        </a:cubicBezTo>
                        <a:cubicBezTo>
                          <a:pt x="-165" y="102"/>
                          <a:pt x="-77" y="900"/>
                          <a:pt x="278" y="1742"/>
                        </a:cubicBezTo>
                        <a:cubicBezTo>
                          <a:pt x="633" y="2585"/>
                          <a:pt x="1430" y="3693"/>
                          <a:pt x="2051" y="4535"/>
                        </a:cubicBezTo>
                        <a:cubicBezTo>
                          <a:pt x="3647" y="6708"/>
                          <a:pt x="5420" y="8924"/>
                          <a:pt x="7105" y="10875"/>
                        </a:cubicBezTo>
                        <a:cubicBezTo>
                          <a:pt x="7814" y="11673"/>
                          <a:pt x="8435" y="12471"/>
                          <a:pt x="9188" y="13003"/>
                        </a:cubicBezTo>
                        <a:cubicBezTo>
                          <a:pt x="12292" y="15263"/>
                          <a:pt x="14641" y="13978"/>
                          <a:pt x="11671" y="9500"/>
                        </a:cubicBezTo>
                        <a:cubicBezTo>
                          <a:pt x="9499" y="6043"/>
                          <a:pt x="5553" y="2762"/>
                          <a:pt x="2406" y="767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26" name="Forme libre : forme 20725">
                    <a:extLst>
                      <a:ext uri="{FF2B5EF4-FFF2-40B4-BE49-F238E27FC236}">
                        <a16:creationId xmlns:a16="http://schemas.microsoft.com/office/drawing/2014/main" id="{F8900173-B64F-4943-B6D5-0A5EF6375E68}"/>
                      </a:ext>
                    </a:extLst>
                  </p:cNvPr>
                  <p:cNvSpPr/>
                  <p:nvPr/>
                </p:nvSpPr>
                <p:spPr>
                  <a:xfrm>
                    <a:off x="6756886" y="1277928"/>
                    <a:ext cx="22919" cy="18929"/>
                  </a:xfrm>
                  <a:custGeom>
                    <a:avLst/>
                    <a:gdLst>
                      <a:gd name="connsiteX0" fmla="*/ 22919 w 22919"/>
                      <a:gd name="connsiteY0" fmla="*/ 18929 h 18929"/>
                      <a:gd name="connsiteX1" fmla="*/ 0 w 22919"/>
                      <a:gd name="connsiteY1" fmla="*/ 0 h 18929"/>
                      <a:gd name="connsiteX2" fmla="*/ 22919 w 22919"/>
                      <a:gd name="connsiteY2" fmla="*/ 18929 h 18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2919" h="18929">
                        <a:moveTo>
                          <a:pt x="22919" y="18929"/>
                        </a:moveTo>
                        <a:cubicBezTo>
                          <a:pt x="15383" y="17910"/>
                          <a:pt x="5985" y="6650"/>
                          <a:pt x="0" y="0"/>
                        </a:cubicBezTo>
                        <a:cubicBezTo>
                          <a:pt x="6472" y="7270"/>
                          <a:pt x="15649" y="14408"/>
                          <a:pt x="22919" y="1892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27" name="Forme libre : forme 20726">
                    <a:extLst>
                      <a:ext uri="{FF2B5EF4-FFF2-40B4-BE49-F238E27FC236}">
                        <a16:creationId xmlns:a16="http://schemas.microsoft.com/office/drawing/2014/main" id="{DBD4759C-935A-4374-AFBA-926F74492497}"/>
                      </a:ext>
                    </a:extLst>
                  </p:cNvPr>
                  <p:cNvSpPr/>
                  <p:nvPr/>
                </p:nvSpPr>
                <p:spPr>
                  <a:xfrm>
                    <a:off x="6742655" y="1215466"/>
                    <a:ext cx="28859" cy="19461"/>
                  </a:xfrm>
                  <a:custGeom>
                    <a:avLst/>
                    <a:gdLst>
                      <a:gd name="connsiteX0" fmla="*/ 28859 w 28859"/>
                      <a:gd name="connsiteY0" fmla="*/ 19461 h 19461"/>
                      <a:gd name="connsiteX1" fmla="*/ 15294 w 28859"/>
                      <a:gd name="connsiteY1" fmla="*/ 6472 h 19461"/>
                      <a:gd name="connsiteX2" fmla="*/ 7625 w 28859"/>
                      <a:gd name="connsiteY2" fmla="*/ 2350 h 19461"/>
                      <a:gd name="connsiteX3" fmla="*/ 0 w 28859"/>
                      <a:gd name="connsiteY3" fmla="*/ 0 h 19461"/>
                      <a:gd name="connsiteX4" fmla="*/ 7448 w 28859"/>
                      <a:gd name="connsiteY4" fmla="*/ 2438 h 19461"/>
                      <a:gd name="connsiteX5" fmla="*/ 15161 w 28859"/>
                      <a:gd name="connsiteY5" fmla="*/ 7182 h 19461"/>
                      <a:gd name="connsiteX6" fmla="*/ 28859 w 28859"/>
                      <a:gd name="connsiteY6" fmla="*/ 19461 h 19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859" h="19461">
                        <a:moveTo>
                          <a:pt x="28859" y="19461"/>
                        </a:moveTo>
                        <a:cubicBezTo>
                          <a:pt x="25091" y="14097"/>
                          <a:pt x="20570" y="9753"/>
                          <a:pt x="15294" y="6472"/>
                        </a:cubicBezTo>
                        <a:cubicBezTo>
                          <a:pt x="12723" y="4832"/>
                          <a:pt x="10240" y="3369"/>
                          <a:pt x="7625" y="2350"/>
                        </a:cubicBezTo>
                        <a:cubicBezTo>
                          <a:pt x="4965" y="1330"/>
                          <a:pt x="2394" y="576"/>
                          <a:pt x="0" y="0"/>
                        </a:cubicBezTo>
                        <a:cubicBezTo>
                          <a:pt x="2261" y="443"/>
                          <a:pt x="4788" y="1286"/>
                          <a:pt x="7448" y="2438"/>
                        </a:cubicBezTo>
                        <a:cubicBezTo>
                          <a:pt x="10063" y="3635"/>
                          <a:pt x="12546" y="5364"/>
                          <a:pt x="15161" y="7182"/>
                        </a:cubicBezTo>
                        <a:cubicBezTo>
                          <a:pt x="20525" y="10817"/>
                          <a:pt x="25003" y="15339"/>
                          <a:pt x="28859" y="194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28" name="Forme libre : forme 20727">
                    <a:extLst>
                      <a:ext uri="{FF2B5EF4-FFF2-40B4-BE49-F238E27FC236}">
                        <a16:creationId xmlns:a16="http://schemas.microsoft.com/office/drawing/2014/main" id="{B69F32C3-BF30-4CE0-87E7-65BBDD4B6FD2}"/>
                      </a:ext>
                    </a:extLst>
                  </p:cNvPr>
                  <p:cNvSpPr/>
                  <p:nvPr/>
                </p:nvSpPr>
                <p:spPr>
                  <a:xfrm>
                    <a:off x="6767117" y="1256728"/>
                    <a:ext cx="7025" cy="15226"/>
                  </a:xfrm>
                  <a:custGeom>
                    <a:avLst/>
                    <a:gdLst>
                      <a:gd name="connsiteX0" fmla="*/ 6171 w 7025"/>
                      <a:gd name="connsiteY0" fmla="*/ 15215 h 15226"/>
                      <a:gd name="connsiteX1" fmla="*/ 1383 w 7025"/>
                      <a:gd name="connsiteY1" fmla="*/ 6970 h 15226"/>
                      <a:gd name="connsiteX2" fmla="*/ 939 w 7025"/>
                      <a:gd name="connsiteY2" fmla="*/ 10 h 15226"/>
                      <a:gd name="connsiteX3" fmla="*/ 5550 w 7025"/>
                      <a:gd name="connsiteY3" fmla="*/ 7767 h 15226"/>
                      <a:gd name="connsiteX4" fmla="*/ 6171 w 7025"/>
                      <a:gd name="connsiteY4" fmla="*/ 15215 h 15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25" h="15226">
                        <a:moveTo>
                          <a:pt x="6171" y="15215"/>
                        </a:moveTo>
                        <a:cubicBezTo>
                          <a:pt x="4264" y="14949"/>
                          <a:pt x="2092" y="8832"/>
                          <a:pt x="1383" y="6970"/>
                        </a:cubicBezTo>
                        <a:cubicBezTo>
                          <a:pt x="718" y="5108"/>
                          <a:pt x="-1100" y="-256"/>
                          <a:pt x="939" y="10"/>
                        </a:cubicBezTo>
                        <a:cubicBezTo>
                          <a:pt x="3023" y="276"/>
                          <a:pt x="4974" y="5994"/>
                          <a:pt x="5550" y="7767"/>
                        </a:cubicBezTo>
                        <a:cubicBezTo>
                          <a:pt x="6215" y="9585"/>
                          <a:pt x="8121" y="15525"/>
                          <a:pt x="6171" y="1521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29" name="Forme libre : forme 20728">
                    <a:extLst>
                      <a:ext uri="{FF2B5EF4-FFF2-40B4-BE49-F238E27FC236}">
                        <a16:creationId xmlns:a16="http://schemas.microsoft.com/office/drawing/2014/main" id="{82518034-EBDC-4692-8934-005410235FDC}"/>
                      </a:ext>
                    </a:extLst>
                  </p:cNvPr>
                  <p:cNvSpPr/>
                  <p:nvPr/>
                </p:nvSpPr>
                <p:spPr>
                  <a:xfrm>
                    <a:off x="6772583" y="1269827"/>
                    <a:ext cx="2382" cy="4319"/>
                  </a:xfrm>
                  <a:custGeom>
                    <a:avLst/>
                    <a:gdLst>
                      <a:gd name="connsiteX0" fmla="*/ 2167 w 2382"/>
                      <a:gd name="connsiteY0" fmla="*/ 4244 h 4319"/>
                      <a:gd name="connsiteX1" fmla="*/ 571 w 2382"/>
                      <a:gd name="connsiteY1" fmla="*/ 2649 h 4319"/>
                      <a:gd name="connsiteX2" fmla="*/ 217 w 2382"/>
                      <a:gd name="connsiteY2" fmla="*/ 77 h 4319"/>
                      <a:gd name="connsiteX3" fmla="*/ 1768 w 2382"/>
                      <a:gd name="connsiteY3" fmla="*/ 1585 h 4319"/>
                      <a:gd name="connsiteX4" fmla="*/ 2167 w 2382"/>
                      <a:gd name="connsiteY4" fmla="*/ 4244 h 4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2" h="4319">
                        <a:moveTo>
                          <a:pt x="2167" y="4244"/>
                        </a:moveTo>
                        <a:cubicBezTo>
                          <a:pt x="1635" y="4643"/>
                          <a:pt x="882" y="3358"/>
                          <a:pt x="571" y="2649"/>
                        </a:cubicBezTo>
                        <a:cubicBezTo>
                          <a:pt x="261" y="1939"/>
                          <a:pt x="-315" y="476"/>
                          <a:pt x="217" y="77"/>
                        </a:cubicBezTo>
                        <a:cubicBezTo>
                          <a:pt x="749" y="-322"/>
                          <a:pt x="1458" y="920"/>
                          <a:pt x="1768" y="1585"/>
                        </a:cubicBezTo>
                        <a:cubicBezTo>
                          <a:pt x="2123" y="2338"/>
                          <a:pt x="2699" y="3801"/>
                          <a:pt x="2167" y="42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30" name="Forme libre : forme 20729">
                    <a:extLst>
                      <a:ext uri="{FF2B5EF4-FFF2-40B4-BE49-F238E27FC236}">
                        <a16:creationId xmlns:a16="http://schemas.microsoft.com/office/drawing/2014/main" id="{64680BB1-13FE-4CFA-AD66-458AC2FF4A89}"/>
                      </a:ext>
                    </a:extLst>
                  </p:cNvPr>
                  <p:cNvSpPr/>
                  <p:nvPr/>
                </p:nvSpPr>
                <p:spPr>
                  <a:xfrm>
                    <a:off x="6775342" y="1252160"/>
                    <a:ext cx="11121" cy="41789"/>
                  </a:xfrm>
                  <a:custGeom>
                    <a:avLst/>
                    <a:gdLst>
                      <a:gd name="connsiteX0" fmla="*/ 10049 w 11121"/>
                      <a:gd name="connsiteY0" fmla="*/ 29492 h 41789"/>
                      <a:gd name="connsiteX1" fmla="*/ 7522 w 11121"/>
                      <a:gd name="connsiteY1" fmla="*/ 41196 h 41789"/>
                      <a:gd name="connsiteX2" fmla="*/ 3975 w 11121"/>
                      <a:gd name="connsiteY2" fmla="*/ 39644 h 41789"/>
                      <a:gd name="connsiteX3" fmla="*/ 3576 w 11121"/>
                      <a:gd name="connsiteY3" fmla="*/ 34635 h 41789"/>
                      <a:gd name="connsiteX4" fmla="*/ 3399 w 11121"/>
                      <a:gd name="connsiteY4" fmla="*/ 19163 h 41789"/>
                      <a:gd name="connsiteX5" fmla="*/ 1670 w 11121"/>
                      <a:gd name="connsiteY5" fmla="*/ 57 h 41789"/>
                      <a:gd name="connsiteX6" fmla="*/ 11024 w 11121"/>
                      <a:gd name="connsiteY6" fmla="*/ 18853 h 41789"/>
                      <a:gd name="connsiteX7" fmla="*/ 10049 w 11121"/>
                      <a:gd name="connsiteY7" fmla="*/ 29492 h 41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21" h="41789">
                        <a:moveTo>
                          <a:pt x="10049" y="29492"/>
                        </a:moveTo>
                        <a:cubicBezTo>
                          <a:pt x="9738" y="34280"/>
                          <a:pt x="9472" y="37694"/>
                          <a:pt x="7522" y="41196"/>
                        </a:cubicBezTo>
                        <a:cubicBezTo>
                          <a:pt x="6813" y="42481"/>
                          <a:pt x="4818" y="41550"/>
                          <a:pt x="3975" y="39644"/>
                        </a:cubicBezTo>
                        <a:cubicBezTo>
                          <a:pt x="3133" y="37738"/>
                          <a:pt x="3355" y="36231"/>
                          <a:pt x="3576" y="34635"/>
                        </a:cubicBezTo>
                        <a:cubicBezTo>
                          <a:pt x="4197" y="29670"/>
                          <a:pt x="3975" y="24705"/>
                          <a:pt x="3399" y="19163"/>
                        </a:cubicBezTo>
                        <a:cubicBezTo>
                          <a:pt x="3222" y="15705"/>
                          <a:pt x="-2852" y="-1096"/>
                          <a:pt x="1670" y="57"/>
                        </a:cubicBezTo>
                        <a:cubicBezTo>
                          <a:pt x="6414" y="1253"/>
                          <a:pt x="10581" y="14243"/>
                          <a:pt x="11024" y="18853"/>
                        </a:cubicBezTo>
                        <a:cubicBezTo>
                          <a:pt x="11467" y="23508"/>
                          <a:pt x="10270" y="25901"/>
                          <a:pt x="10049" y="2949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667" name="Graphique 2">
                  <a:extLst>
                    <a:ext uri="{FF2B5EF4-FFF2-40B4-BE49-F238E27FC236}">
                      <a16:creationId xmlns:a16="http://schemas.microsoft.com/office/drawing/2014/main" id="{47389232-9197-4459-AD70-643943BCCD3A}"/>
                    </a:ext>
                  </a:extLst>
                </p:cNvPr>
                <p:cNvGrpSpPr/>
                <p:nvPr/>
              </p:nvGrpSpPr>
              <p:grpSpPr>
                <a:xfrm>
                  <a:off x="6775808" y="1297564"/>
                  <a:ext cx="61151" cy="77008"/>
                  <a:chOff x="6775808" y="1297564"/>
                  <a:chExt cx="61151" cy="77008"/>
                </a:xfrm>
                <a:solidFill>
                  <a:schemeClr val="accent1"/>
                </a:solidFill>
              </p:grpSpPr>
              <p:sp>
                <p:nvSpPr>
                  <p:cNvPr id="20707" name="Forme libre : forme 20706">
                    <a:extLst>
                      <a:ext uri="{FF2B5EF4-FFF2-40B4-BE49-F238E27FC236}">
                        <a16:creationId xmlns:a16="http://schemas.microsoft.com/office/drawing/2014/main" id="{1000D8D6-9CDC-4B82-A584-B68EDDB49FEE}"/>
                      </a:ext>
                    </a:extLst>
                  </p:cNvPr>
                  <p:cNvSpPr/>
                  <p:nvPr/>
                </p:nvSpPr>
                <p:spPr>
                  <a:xfrm>
                    <a:off x="6775808" y="1297564"/>
                    <a:ext cx="61151" cy="77008"/>
                  </a:xfrm>
                  <a:custGeom>
                    <a:avLst/>
                    <a:gdLst>
                      <a:gd name="connsiteX0" fmla="*/ 28689 w 61151"/>
                      <a:gd name="connsiteY0" fmla="*/ 74479 h 77008"/>
                      <a:gd name="connsiteX1" fmla="*/ 18847 w 61151"/>
                      <a:gd name="connsiteY1" fmla="*/ 66588 h 77008"/>
                      <a:gd name="connsiteX2" fmla="*/ 13971 w 61151"/>
                      <a:gd name="connsiteY2" fmla="*/ 59894 h 77008"/>
                      <a:gd name="connsiteX3" fmla="*/ 11666 w 61151"/>
                      <a:gd name="connsiteY3" fmla="*/ 56126 h 77008"/>
                      <a:gd name="connsiteX4" fmla="*/ 10646 w 61151"/>
                      <a:gd name="connsiteY4" fmla="*/ 54308 h 77008"/>
                      <a:gd name="connsiteX5" fmla="*/ 10025 w 61151"/>
                      <a:gd name="connsiteY5" fmla="*/ 53155 h 77008"/>
                      <a:gd name="connsiteX6" fmla="*/ 2933 w 61151"/>
                      <a:gd name="connsiteY6" fmla="*/ 37063 h 77008"/>
                      <a:gd name="connsiteX7" fmla="*/ 4218 w 61151"/>
                      <a:gd name="connsiteY7" fmla="*/ 3948 h 77008"/>
                      <a:gd name="connsiteX8" fmla="*/ 13705 w 61151"/>
                      <a:gd name="connsiteY8" fmla="*/ 712 h 77008"/>
                      <a:gd name="connsiteX9" fmla="*/ 35605 w 61151"/>
                      <a:gd name="connsiteY9" fmla="*/ 24252 h 77008"/>
                      <a:gd name="connsiteX10" fmla="*/ 41456 w 61151"/>
                      <a:gd name="connsiteY10" fmla="*/ 36221 h 77008"/>
                      <a:gd name="connsiteX11" fmla="*/ 42210 w 61151"/>
                      <a:gd name="connsiteY11" fmla="*/ 37640 h 77008"/>
                      <a:gd name="connsiteX12" fmla="*/ 42254 w 61151"/>
                      <a:gd name="connsiteY12" fmla="*/ 37728 h 77008"/>
                      <a:gd name="connsiteX13" fmla="*/ 42254 w 61151"/>
                      <a:gd name="connsiteY13" fmla="*/ 37728 h 77008"/>
                      <a:gd name="connsiteX14" fmla="*/ 42210 w 61151"/>
                      <a:gd name="connsiteY14" fmla="*/ 37861 h 77008"/>
                      <a:gd name="connsiteX15" fmla="*/ 43584 w 61151"/>
                      <a:gd name="connsiteY15" fmla="*/ 41895 h 77008"/>
                      <a:gd name="connsiteX16" fmla="*/ 52229 w 61151"/>
                      <a:gd name="connsiteY16" fmla="*/ 44777 h 77008"/>
                      <a:gd name="connsiteX17" fmla="*/ 60873 w 61151"/>
                      <a:gd name="connsiteY17" fmla="*/ 49432 h 77008"/>
                      <a:gd name="connsiteX18" fmla="*/ 60385 w 61151"/>
                      <a:gd name="connsiteY18" fmla="*/ 58209 h 77008"/>
                      <a:gd name="connsiteX19" fmla="*/ 58524 w 61151"/>
                      <a:gd name="connsiteY19" fmla="*/ 63440 h 77008"/>
                      <a:gd name="connsiteX20" fmla="*/ 55376 w 61151"/>
                      <a:gd name="connsiteY20" fmla="*/ 68627 h 77008"/>
                      <a:gd name="connsiteX21" fmla="*/ 44648 w 61151"/>
                      <a:gd name="connsiteY21" fmla="*/ 76252 h 77008"/>
                      <a:gd name="connsiteX22" fmla="*/ 28689 w 61151"/>
                      <a:gd name="connsiteY22" fmla="*/ 74479 h 77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61151" h="77008">
                        <a:moveTo>
                          <a:pt x="28689" y="74479"/>
                        </a:moveTo>
                        <a:cubicBezTo>
                          <a:pt x="25763" y="73149"/>
                          <a:pt x="22305" y="70356"/>
                          <a:pt x="18847" y="66588"/>
                        </a:cubicBezTo>
                        <a:cubicBezTo>
                          <a:pt x="17251" y="64504"/>
                          <a:pt x="15434" y="62421"/>
                          <a:pt x="13971" y="59894"/>
                        </a:cubicBezTo>
                        <a:cubicBezTo>
                          <a:pt x="13217" y="58652"/>
                          <a:pt x="12420" y="57411"/>
                          <a:pt x="11666" y="56126"/>
                        </a:cubicBezTo>
                        <a:cubicBezTo>
                          <a:pt x="11267" y="55461"/>
                          <a:pt x="10957" y="54884"/>
                          <a:pt x="10646" y="54308"/>
                        </a:cubicBezTo>
                        <a:lnTo>
                          <a:pt x="10025" y="53155"/>
                        </a:lnTo>
                        <a:cubicBezTo>
                          <a:pt x="6745" y="46905"/>
                          <a:pt x="4307" y="40964"/>
                          <a:pt x="2933" y="37063"/>
                        </a:cubicBezTo>
                        <a:cubicBezTo>
                          <a:pt x="-2121" y="22523"/>
                          <a:pt x="51" y="13789"/>
                          <a:pt x="4218" y="3948"/>
                        </a:cubicBezTo>
                        <a:cubicBezTo>
                          <a:pt x="5681" y="535"/>
                          <a:pt x="10513" y="-1017"/>
                          <a:pt x="13705" y="712"/>
                        </a:cubicBezTo>
                        <a:cubicBezTo>
                          <a:pt x="22970" y="5721"/>
                          <a:pt x="29930" y="12460"/>
                          <a:pt x="35605" y="24252"/>
                        </a:cubicBezTo>
                        <a:cubicBezTo>
                          <a:pt x="37156" y="27355"/>
                          <a:pt x="39284" y="32098"/>
                          <a:pt x="41456" y="36221"/>
                        </a:cubicBezTo>
                        <a:lnTo>
                          <a:pt x="42210" y="37640"/>
                        </a:lnTo>
                        <a:cubicBezTo>
                          <a:pt x="42299" y="37861"/>
                          <a:pt x="42254" y="37684"/>
                          <a:pt x="42254" y="37728"/>
                        </a:cubicBezTo>
                        <a:lnTo>
                          <a:pt x="42254" y="37728"/>
                        </a:lnTo>
                        <a:cubicBezTo>
                          <a:pt x="42254" y="37728"/>
                          <a:pt x="42210" y="37773"/>
                          <a:pt x="42210" y="37861"/>
                        </a:cubicBezTo>
                        <a:cubicBezTo>
                          <a:pt x="42033" y="37994"/>
                          <a:pt x="42033" y="40211"/>
                          <a:pt x="43584" y="41895"/>
                        </a:cubicBezTo>
                        <a:cubicBezTo>
                          <a:pt x="45091" y="43580"/>
                          <a:pt x="47707" y="45132"/>
                          <a:pt x="52229" y="44777"/>
                        </a:cubicBezTo>
                        <a:cubicBezTo>
                          <a:pt x="55509" y="44289"/>
                          <a:pt x="60208" y="45929"/>
                          <a:pt x="60873" y="49432"/>
                        </a:cubicBezTo>
                        <a:cubicBezTo>
                          <a:pt x="61405" y="51826"/>
                          <a:pt x="61139" y="54929"/>
                          <a:pt x="60385" y="58209"/>
                        </a:cubicBezTo>
                        <a:cubicBezTo>
                          <a:pt x="59898" y="59849"/>
                          <a:pt x="59322" y="61623"/>
                          <a:pt x="58524" y="63440"/>
                        </a:cubicBezTo>
                        <a:cubicBezTo>
                          <a:pt x="57637" y="65080"/>
                          <a:pt x="56617" y="66942"/>
                          <a:pt x="55376" y="68627"/>
                        </a:cubicBezTo>
                        <a:cubicBezTo>
                          <a:pt x="52805" y="71996"/>
                          <a:pt x="49303" y="74745"/>
                          <a:pt x="44648" y="76252"/>
                        </a:cubicBezTo>
                        <a:cubicBezTo>
                          <a:pt x="39816" y="77493"/>
                          <a:pt x="34009" y="77404"/>
                          <a:pt x="28689" y="7447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08" name="Forme libre : forme 20707">
                    <a:extLst>
                      <a:ext uri="{FF2B5EF4-FFF2-40B4-BE49-F238E27FC236}">
                        <a16:creationId xmlns:a16="http://schemas.microsoft.com/office/drawing/2014/main" id="{ECD149B5-2292-40DF-8CF4-A8B33DF6B9DE}"/>
                      </a:ext>
                    </a:extLst>
                  </p:cNvPr>
                  <p:cNvSpPr/>
                  <p:nvPr/>
                </p:nvSpPr>
                <p:spPr>
                  <a:xfrm>
                    <a:off x="6775838" y="1298232"/>
                    <a:ext cx="60993" cy="76194"/>
                  </a:xfrm>
                  <a:custGeom>
                    <a:avLst/>
                    <a:gdLst>
                      <a:gd name="connsiteX0" fmla="*/ 16380 w 60993"/>
                      <a:gd name="connsiteY0" fmla="*/ 36041 h 76194"/>
                      <a:gd name="connsiteX1" fmla="*/ 7336 w 60993"/>
                      <a:gd name="connsiteY1" fmla="*/ 0 h 76194"/>
                      <a:gd name="connsiteX2" fmla="*/ 4189 w 60993"/>
                      <a:gd name="connsiteY2" fmla="*/ 3147 h 76194"/>
                      <a:gd name="connsiteX3" fmla="*/ 2238 w 60993"/>
                      <a:gd name="connsiteY3" fmla="*/ 8157 h 76194"/>
                      <a:gd name="connsiteX4" fmla="*/ 110 w 60993"/>
                      <a:gd name="connsiteY4" fmla="*/ 23628 h 76194"/>
                      <a:gd name="connsiteX5" fmla="*/ 2947 w 60993"/>
                      <a:gd name="connsiteY5" fmla="*/ 36218 h 76194"/>
                      <a:gd name="connsiteX6" fmla="*/ 4898 w 60993"/>
                      <a:gd name="connsiteY6" fmla="*/ 41316 h 76194"/>
                      <a:gd name="connsiteX7" fmla="*/ 7558 w 60993"/>
                      <a:gd name="connsiteY7" fmla="*/ 47345 h 76194"/>
                      <a:gd name="connsiteX8" fmla="*/ 11060 w 60993"/>
                      <a:gd name="connsiteY8" fmla="*/ 54217 h 76194"/>
                      <a:gd name="connsiteX9" fmla="*/ 25157 w 60993"/>
                      <a:gd name="connsiteY9" fmla="*/ 71506 h 76194"/>
                      <a:gd name="connsiteX10" fmla="*/ 28659 w 60993"/>
                      <a:gd name="connsiteY10" fmla="*/ 73634 h 76194"/>
                      <a:gd name="connsiteX11" fmla="*/ 49717 w 60993"/>
                      <a:gd name="connsiteY11" fmla="*/ 72924 h 76194"/>
                      <a:gd name="connsiteX12" fmla="*/ 60844 w 60993"/>
                      <a:gd name="connsiteY12" fmla="*/ 53906 h 76194"/>
                      <a:gd name="connsiteX13" fmla="*/ 60711 w 60993"/>
                      <a:gd name="connsiteY13" fmla="*/ 48631 h 76194"/>
                      <a:gd name="connsiteX14" fmla="*/ 60666 w 60993"/>
                      <a:gd name="connsiteY14" fmla="*/ 48454 h 76194"/>
                      <a:gd name="connsiteX15" fmla="*/ 49628 w 60993"/>
                      <a:gd name="connsiteY15" fmla="*/ 60778 h 76194"/>
                      <a:gd name="connsiteX16" fmla="*/ 42180 w 60993"/>
                      <a:gd name="connsiteY16" fmla="*/ 63925 h 76194"/>
                      <a:gd name="connsiteX17" fmla="*/ 34378 w 60993"/>
                      <a:gd name="connsiteY17" fmla="*/ 61709 h 76194"/>
                      <a:gd name="connsiteX18" fmla="*/ 23428 w 60993"/>
                      <a:gd name="connsiteY18" fmla="*/ 48897 h 76194"/>
                      <a:gd name="connsiteX19" fmla="*/ 16380 w 60993"/>
                      <a:gd name="connsiteY19" fmla="*/ 36041 h 76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0993" h="76194">
                        <a:moveTo>
                          <a:pt x="16380" y="36041"/>
                        </a:moveTo>
                        <a:cubicBezTo>
                          <a:pt x="10483" y="24338"/>
                          <a:pt x="6095" y="11171"/>
                          <a:pt x="7336" y="0"/>
                        </a:cubicBezTo>
                        <a:cubicBezTo>
                          <a:pt x="5962" y="665"/>
                          <a:pt x="4765" y="1729"/>
                          <a:pt x="4189" y="3147"/>
                        </a:cubicBezTo>
                        <a:cubicBezTo>
                          <a:pt x="3479" y="4832"/>
                          <a:pt x="2814" y="6517"/>
                          <a:pt x="2238" y="8157"/>
                        </a:cubicBezTo>
                        <a:cubicBezTo>
                          <a:pt x="598" y="12989"/>
                          <a:pt x="-333" y="17865"/>
                          <a:pt x="110" y="23628"/>
                        </a:cubicBezTo>
                        <a:cubicBezTo>
                          <a:pt x="421" y="27397"/>
                          <a:pt x="1218" y="31475"/>
                          <a:pt x="2947" y="36218"/>
                        </a:cubicBezTo>
                        <a:cubicBezTo>
                          <a:pt x="3435" y="37637"/>
                          <a:pt x="4100" y="39366"/>
                          <a:pt x="4898" y="41316"/>
                        </a:cubicBezTo>
                        <a:cubicBezTo>
                          <a:pt x="5652" y="43178"/>
                          <a:pt x="6583" y="45218"/>
                          <a:pt x="7558" y="47345"/>
                        </a:cubicBezTo>
                        <a:cubicBezTo>
                          <a:pt x="8622" y="49606"/>
                          <a:pt x="9597" y="51468"/>
                          <a:pt x="11060" y="54217"/>
                        </a:cubicBezTo>
                        <a:cubicBezTo>
                          <a:pt x="15183" y="61753"/>
                          <a:pt x="20414" y="68225"/>
                          <a:pt x="25157" y="71506"/>
                        </a:cubicBezTo>
                        <a:cubicBezTo>
                          <a:pt x="26354" y="72481"/>
                          <a:pt x="27595" y="73013"/>
                          <a:pt x="28659" y="73634"/>
                        </a:cubicBezTo>
                        <a:cubicBezTo>
                          <a:pt x="36240" y="77668"/>
                          <a:pt x="44663" y="76560"/>
                          <a:pt x="49717" y="72924"/>
                        </a:cubicBezTo>
                        <a:cubicBezTo>
                          <a:pt x="56898" y="68048"/>
                          <a:pt x="60090" y="59581"/>
                          <a:pt x="60844" y="53906"/>
                        </a:cubicBezTo>
                        <a:cubicBezTo>
                          <a:pt x="61021" y="52000"/>
                          <a:pt x="61110" y="50138"/>
                          <a:pt x="60711" y="48631"/>
                        </a:cubicBezTo>
                        <a:lnTo>
                          <a:pt x="60666" y="48454"/>
                        </a:lnTo>
                        <a:cubicBezTo>
                          <a:pt x="57696" y="52532"/>
                          <a:pt x="53928" y="57409"/>
                          <a:pt x="49628" y="60778"/>
                        </a:cubicBezTo>
                        <a:cubicBezTo>
                          <a:pt x="47411" y="62329"/>
                          <a:pt x="44973" y="63792"/>
                          <a:pt x="42180" y="63925"/>
                        </a:cubicBezTo>
                        <a:cubicBezTo>
                          <a:pt x="39387" y="64147"/>
                          <a:pt x="36594" y="63260"/>
                          <a:pt x="34378" y="61709"/>
                        </a:cubicBezTo>
                        <a:cubicBezTo>
                          <a:pt x="29812" y="58650"/>
                          <a:pt x="26398" y="53906"/>
                          <a:pt x="23428" y="48897"/>
                        </a:cubicBezTo>
                        <a:cubicBezTo>
                          <a:pt x="20547" y="44287"/>
                          <a:pt x="18596" y="40341"/>
                          <a:pt x="16380" y="3604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09" name="Forme libre : forme 20708">
                    <a:extLst>
                      <a:ext uri="{FF2B5EF4-FFF2-40B4-BE49-F238E27FC236}">
                        <a16:creationId xmlns:a16="http://schemas.microsoft.com/office/drawing/2014/main" id="{D774ED9A-B6FF-4115-A079-773568D014A3}"/>
                      </a:ext>
                    </a:extLst>
                  </p:cNvPr>
                  <p:cNvSpPr/>
                  <p:nvPr/>
                </p:nvSpPr>
                <p:spPr>
                  <a:xfrm>
                    <a:off x="6792856" y="1328513"/>
                    <a:ext cx="29294" cy="34243"/>
                  </a:xfrm>
                  <a:custGeom>
                    <a:avLst/>
                    <a:gdLst>
                      <a:gd name="connsiteX0" fmla="*/ 29240 w 29294"/>
                      <a:gd name="connsiteY0" fmla="*/ 28679 h 34243"/>
                      <a:gd name="connsiteX1" fmla="*/ 27068 w 29294"/>
                      <a:gd name="connsiteY1" fmla="*/ 32713 h 34243"/>
                      <a:gd name="connsiteX2" fmla="*/ 19531 w 29294"/>
                      <a:gd name="connsiteY2" fmla="*/ 33910 h 34243"/>
                      <a:gd name="connsiteX3" fmla="*/ 6587 w 29294"/>
                      <a:gd name="connsiteY3" fmla="*/ 23359 h 34243"/>
                      <a:gd name="connsiteX4" fmla="*/ 4814 w 29294"/>
                      <a:gd name="connsiteY4" fmla="*/ 20389 h 34243"/>
                      <a:gd name="connsiteX5" fmla="*/ 3085 w 29294"/>
                      <a:gd name="connsiteY5" fmla="*/ 16887 h 34243"/>
                      <a:gd name="connsiteX6" fmla="*/ 735 w 29294"/>
                      <a:gd name="connsiteY6" fmla="*/ 10016 h 34243"/>
                      <a:gd name="connsiteX7" fmla="*/ 1932 w 29294"/>
                      <a:gd name="connsiteY7" fmla="*/ 219 h 34243"/>
                      <a:gd name="connsiteX8" fmla="*/ 9513 w 29294"/>
                      <a:gd name="connsiteY8" fmla="*/ 5849 h 34243"/>
                      <a:gd name="connsiteX9" fmla="*/ 13059 w 29294"/>
                      <a:gd name="connsiteY9" fmla="*/ 11567 h 34243"/>
                      <a:gd name="connsiteX10" fmla="*/ 15187 w 29294"/>
                      <a:gd name="connsiteY10" fmla="*/ 15291 h 34243"/>
                      <a:gd name="connsiteX11" fmla="*/ 21216 w 29294"/>
                      <a:gd name="connsiteY11" fmla="*/ 23581 h 34243"/>
                      <a:gd name="connsiteX12" fmla="*/ 26225 w 29294"/>
                      <a:gd name="connsiteY12" fmla="*/ 26285 h 34243"/>
                      <a:gd name="connsiteX13" fmla="*/ 29240 w 29294"/>
                      <a:gd name="connsiteY13" fmla="*/ 28679 h 34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294" h="34243">
                        <a:moveTo>
                          <a:pt x="29240" y="28679"/>
                        </a:moveTo>
                        <a:cubicBezTo>
                          <a:pt x="29506" y="29787"/>
                          <a:pt x="28797" y="31383"/>
                          <a:pt x="27068" y="32713"/>
                        </a:cubicBezTo>
                        <a:cubicBezTo>
                          <a:pt x="25339" y="34087"/>
                          <a:pt x="22413" y="34664"/>
                          <a:pt x="19531" y="33910"/>
                        </a:cubicBezTo>
                        <a:cubicBezTo>
                          <a:pt x="13724" y="32580"/>
                          <a:pt x="8670" y="26684"/>
                          <a:pt x="6587" y="23359"/>
                        </a:cubicBezTo>
                        <a:cubicBezTo>
                          <a:pt x="6055" y="22561"/>
                          <a:pt x="5478" y="21497"/>
                          <a:pt x="4814" y="20389"/>
                        </a:cubicBezTo>
                        <a:cubicBezTo>
                          <a:pt x="4149" y="19237"/>
                          <a:pt x="3484" y="17862"/>
                          <a:pt x="3085" y="16887"/>
                        </a:cubicBezTo>
                        <a:cubicBezTo>
                          <a:pt x="2109" y="14715"/>
                          <a:pt x="1311" y="12321"/>
                          <a:pt x="735" y="10016"/>
                        </a:cubicBezTo>
                        <a:cubicBezTo>
                          <a:pt x="-373" y="5405"/>
                          <a:pt x="-418" y="1283"/>
                          <a:pt x="1932" y="219"/>
                        </a:cubicBezTo>
                        <a:cubicBezTo>
                          <a:pt x="4281" y="-845"/>
                          <a:pt x="6986" y="2125"/>
                          <a:pt x="9513" y="5849"/>
                        </a:cubicBezTo>
                        <a:cubicBezTo>
                          <a:pt x="10754" y="7711"/>
                          <a:pt x="11951" y="9750"/>
                          <a:pt x="13059" y="11567"/>
                        </a:cubicBezTo>
                        <a:cubicBezTo>
                          <a:pt x="13901" y="13075"/>
                          <a:pt x="14699" y="14405"/>
                          <a:pt x="15187" y="15291"/>
                        </a:cubicBezTo>
                        <a:cubicBezTo>
                          <a:pt x="16162" y="16931"/>
                          <a:pt x="18069" y="20655"/>
                          <a:pt x="21216" y="23581"/>
                        </a:cubicBezTo>
                        <a:cubicBezTo>
                          <a:pt x="22768" y="25044"/>
                          <a:pt x="24763" y="25842"/>
                          <a:pt x="26225" y="26285"/>
                        </a:cubicBezTo>
                        <a:cubicBezTo>
                          <a:pt x="27821" y="26862"/>
                          <a:pt x="28929" y="27349"/>
                          <a:pt x="29240" y="28679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10" name="Forme libre : forme 20709">
                    <a:extLst>
                      <a:ext uri="{FF2B5EF4-FFF2-40B4-BE49-F238E27FC236}">
                        <a16:creationId xmlns:a16="http://schemas.microsoft.com/office/drawing/2014/main" id="{458D05A5-AB9F-468E-B04C-4766C75FD583}"/>
                      </a:ext>
                    </a:extLst>
                  </p:cNvPr>
                  <p:cNvSpPr/>
                  <p:nvPr/>
                </p:nvSpPr>
                <p:spPr>
                  <a:xfrm>
                    <a:off x="6793027" y="1328175"/>
                    <a:ext cx="15016" cy="32209"/>
                  </a:xfrm>
                  <a:custGeom>
                    <a:avLst/>
                    <a:gdLst>
                      <a:gd name="connsiteX0" fmla="*/ 9741 w 15016"/>
                      <a:gd name="connsiteY0" fmla="*/ 7029 h 32209"/>
                      <a:gd name="connsiteX1" fmla="*/ 1717 w 15016"/>
                      <a:gd name="connsiteY1" fmla="*/ 424 h 32209"/>
                      <a:gd name="connsiteX2" fmla="*/ 653 w 15016"/>
                      <a:gd name="connsiteY2" fmla="*/ 10398 h 32209"/>
                      <a:gd name="connsiteX3" fmla="*/ 2870 w 15016"/>
                      <a:gd name="connsiteY3" fmla="*/ 17004 h 32209"/>
                      <a:gd name="connsiteX4" fmla="*/ 4599 w 15016"/>
                      <a:gd name="connsiteY4" fmla="*/ 20550 h 32209"/>
                      <a:gd name="connsiteX5" fmla="*/ 6638 w 15016"/>
                      <a:gd name="connsiteY5" fmla="*/ 24008 h 32209"/>
                      <a:gd name="connsiteX6" fmla="*/ 15017 w 15016"/>
                      <a:gd name="connsiteY6" fmla="*/ 32209 h 32209"/>
                      <a:gd name="connsiteX7" fmla="*/ 10717 w 15016"/>
                      <a:gd name="connsiteY7" fmla="*/ 27643 h 32209"/>
                      <a:gd name="connsiteX8" fmla="*/ 6461 w 15016"/>
                      <a:gd name="connsiteY8" fmla="*/ 14787 h 32209"/>
                      <a:gd name="connsiteX9" fmla="*/ 9741 w 15016"/>
                      <a:gd name="connsiteY9" fmla="*/ 7029 h 32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016" h="32209">
                        <a:moveTo>
                          <a:pt x="9741" y="7029"/>
                        </a:moveTo>
                        <a:cubicBezTo>
                          <a:pt x="7791" y="5034"/>
                          <a:pt x="4289" y="-1748"/>
                          <a:pt x="1717" y="424"/>
                        </a:cubicBezTo>
                        <a:cubicBezTo>
                          <a:pt x="-322" y="2197"/>
                          <a:pt x="-366" y="6054"/>
                          <a:pt x="653" y="10398"/>
                        </a:cubicBezTo>
                        <a:cubicBezTo>
                          <a:pt x="1141" y="12571"/>
                          <a:pt x="1939" y="14832"/>
                          <a:pt x="2870" y="17004"/>
                        </a:cubicBezTo>
                        <a:cubicBezTo>
                          <a:pt x="3313" y="17979"/>
                          <a:pt x="3845" y="19309"/>
                          <a:pt x="4599" y="20550"/>
                        </a:cubicBezTo>
                        <a:cubicBezTo>
                          <a:pt x="5308" y="21791"/>
                          <a:pt x="5929" y="22988"/>
                          <a:pt x="6638" y="24008"/>
                        </a:cubicBezTo>
                        <a:cubicBezTo>
                          <a:pt x="8145" y="26535"/>
                          <a:pt x="12445" y="31012"/>
                          <a:pt x="15017" y="32209"/>
                        </a:cubicBezTo>
                        <a:cubicBezTo>
                          <a:pt x="13642" y="31234"/>
                          <a:pt x="11559" y="29195"/>
                          <a:pt x="10717" y="27643"/>
                        </a:cubicBezTo>
                        <a:cubicBezTo>
                          <a:pt x="8234" y="23476"/>
                          <a:pt x="6416" y="18156"/>
                          <a:pt x="6461" y="14787"/>
                        </a:cubicBezTo>
                        <a:cubicBezTo>
                          <a:pt x="6372" y="11285"/>
                          <a:pt x="7259" y="8404"/>
                          <a:pt x="9741" y="702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11" name="Forme libre : forme 20710">
                    <a:extLst>
                      <a:ext uri="{FF2B5EF4-FFF2-40B4-BE49-F238E27FC236}">
                        <a16:creationId xmlns:a16="http://schemas.microsoft.com/office/drawing/2014/main" id="{B27BB880-E1A6-4FE6-9FE8-35FD6D80D530}"/>
                      </a:ext>
                    </a:extLst>
                  </p:cNvPr>
                  <p:cNvSpPr/>
                  <p:nvPr/>
                </p:nvSpPr>
                <p:spPr>
                  <a:xfrm>
                    <a:off x="6792620" y="1331093"/>
                    <a:ext cx="31783" cy="33231"/>
                  </a:xfrm>
                  <a:custGeom>
                    <a:avLst/>
                    <a:gdLst>
                      <a:gd name="connsiteX0" fmla="*/ 31782 w 31783"/>
                      <a:gd name="connsiteY0" fmla="*/ 25788 h 33231"/>
                      <a:gd name="connsiteX1" fmla="*/ 29344 w 31783"/>
                      <a:gd name="connsiteY1" fmla="*/ 30576 h 33231"/>
                      <a:gd name="connsiteX2" fmla="*/ 21763 w 31783"/>
                      <a:gd name="connsiteY2" fmla="*/ 33192 h 33231"/>
                      <a:gd name="connsiteX3" fmla="*/ 13296 w 31783"/>
                      <a:gd name="connsiteY3" fmla="*/ 29867 h 33231"/>
                      <a:gd name="connsiteX4" fmla="*/ 7533 w 31783"/>
                      <a:gd name="connsiteY4" fmla="*/ 24148 h 33231"/>
                      <a:gd name="connsiteX5" fmla="*/ 3233 w 31783"/>
                      <a:gd name="connsiteY5" fmla="*/ 17100 h 33231"/>
                      <a:gd name="connsiteX6" fmla="*/ 706 w 31783"/>
                      <a:gd name="connsiteY6" fmla="*/ 10095 h 33231"/>
                      <a:gd name="connsiteX7" fmla="*/ 1947 w 31783"/>
                      <a:gd name="connsiteY7" fmla="*/ 298 h 33231"/>
                      <a:gd name="connsiteX8" fmla="*/ 9572 w 31783"/>
                      <a:gd name="connsiteY8" fmla="*/ 5884 h 33231"/>
                      <a:gd name="connsiteX9" fmla="*/ 15468 w 31783"/>
                      <a:gd name="connsiteY9" fmla="*/ 15149 h 33231"/>
                      <a:gd name="connsiteX10" fmla="*/ 23403 w 31783"/>
                      <a:gd name="connsiteY10" fmla="*/ 23306 h 33231"/>
                      <a:gd name="connsiteX11" fmla="*/ 29166 w 31783"/>
                      <a:gd name="connsiteY11" fmla="*/ 24148 h 33231"/>
                      <a:gd name="connsiteX12" fmla="*/ 31782 w 31783"/>
                      <a:gd name="connsiteY12" fmla="*/ 25788 h 33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783" h="33231">
                        <a:moveTo>
                          <a:pt x="31782" y="25788"/>
                        </a:moveTo>
                        <a:cubicBezTo>
                          <a:pt x="31826" y="27118"/>
                          <a:pt x="31117" y="28980"/>
                          <a:pt x="29344" y="30576"/>
                        </a:cubicBezTo>
                        <a:cubicBezTo>
                          <a:pt x="27703" y="32349"/>
                          <a:pt x="24822" y="33458"/>
                          <a:pt x="21763" y="33192"/>
                        </a:cubicBezTo>
                        <a:cubicBezTo>
                          <a:pt x="18704" y="33059"/>
                          <a:pt x="15778" y="31596"/>
                          <a:pt x="13296" y="29867"/>
                        </a:cubicBezTo>
                        <a:cubicBezTo>
                          <a:pt x="10858" y="28049"/>
                          <a:pt x="8863" y="25877"/>
                          <a:pt x="7533" y="24148"/>
                        </a:cubicBezTo>
                        <a:cubicBezTo>
                          <a:pt x="6159" y="22464"/>
                          <a:pt x="4651" y="19937"/>
                          <a:pt x="3233" y="17100"/>
                        </a:cubicBezTo>
                        <a:cubicBezTo>
                          <a:pt x="1992" y="14484"/>
                          <a:pt x="1326" y="12445"/>
                          <a:pt x="706" y="10095"/>
                        </a:cubicBezTo>
                        <a:cubicBezTo>
                          <a:pt x="-403" y="5618"/>
                          <a:pt x="-358" y="1584"/>
                          <a:pt x="1947" y="298"/>
                        </a:cubicBezTo>
                        <a:cubicBezTo>
                          <a:pt x="4252" y="-987"/>
                          <a:pt x="7001" y="2071"/>
                          <a:pt x="9572" y="5884"/>
                        </a:cubicBezTo>
                        <a:cubicBezTo>
                          <a:pt x="11877" y="9519"/>
                          <a:pt x="14271" y="13331"/>
                          <a:pt x="15468" y="15149"/>
                        </a:cubicBezTo>
                        <a:cubicBezTo>
                          <a:pt x="16576" y="16656"/>
                          <a:pt x="19059" y="21222"/>
                          <a:pt x="23403" y="23306"/>
                        </a:cubicBezTo>
                        <a:cubicBezTo>
                          <a:pt x="25575" y="24326"/>
                          <a:pt x="27703" y="24104"/>
                          <a:pt x="29166" y="24148"/>
                        </a:cubicBezTo>
                        <a:cubicBezTo>
                          <a:pt x="30541" y="24104"/>
                          <a:pt x="31693" y="24459"/>
                          <a:pt x="31782" y="25788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12" name="Forme libre : forme 20711">
                    <a:extLst>
                      <a:ext uri="{FF2B5EF4-FFF2-40B4-BE49-F238E27FC236}">
                        <a16:creationId xmlns:a16="http://schemas.microsoft.com/office/drawing/2014/main" id="{E0BF1981-FB1D-476B-BE8D-6D962CE2869B}"/>
                      </a:ext>
                    </a:extLst>
                  </p:cNvPr>
                  <p:cNvSpPr/>
                  <p:nvPr/>
                </p:nvSpPr>
                <p:spPr>
                  <a:xfrm>
                    <a:off x="6782735" y="1308841"/>
                    <a:ext cx="28366" cy="57061"/>
                  </a:xfrm>
                  <a:custGeom>
                    <a:avLst/>
                    <a:gdLst>
                      <a:gd name="connsiteX0" fmla="*/ 4296 w 28366"/>
                      <a:gd name="connsiteY0" fmla="*/ 1227 h 57061"/>
                      <a:gd name="connsiteX1" fmla="*/ 971 w 28366"/>
                      <a:gd name="connsiteY1" fmla="*/ 8409 h 57061"/>
                      <a:gd name="connsiteX2" fmla="*/ 1592 w 28366"/>
                      <a:gd name="connsiteY2" fmla="*/ 30175 h 57061"/>
                      <a:gd name="connsiteX3" fmla="*/ 6379 w 28366"/>
                      <a:gd name="connsiteY3" fmla="*/ 41214 h 57061"/>
                      <a:gd name="connsiteX4" fmla="*/ 17374 w 28366"/>
                      <a:gd name="connsiteY4" fmla="*/ 54202 h 57061"/>
                      <a:gd name="connsiteX5" fmla="*/ 28279 w 28366"/>
                      <a:gd name="connsiteY5" fmla="*/ 54291 h 57061"/>
                      <a:gd name="connsiteX6" fmla="*/ 22871 w 28366"/>
                      <a:gd name="connsiteY6" fmla="*/ 46755 h 57061"/>
                      <a:gd name="connsiteX7" fmla="*/ 18925 w 28366"/>
                      <a:gd name="connsiteY7" fmla="*/ 36115 h 57061"/>
                      <a:gd name="connsiteX8" fmla="*/ 18216 w 28366"/>
                      <a:gd name="connsiteY8" fmla="*/ 26230 h 57061"/>
                      <a:gd name="connsiteX9" fmla="*/ 16709 w 28366"/>
                      <a:gd name="connsiteY9" fmla="*/ 6990 h 57061"/>
                      <a:gd name="connsiteX10" fmla="*/ 4296 w 28366"/>
                      <a:gd name="connsiteY10" fmla="*/ 1227 h 57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366" h="57061">
                        <a:moveTo>
                          <a:pt x="4296" y="1227"/>
                        </a:moveTo>
                        <a:cubicBezTo>
                          <a:pt x="1991" y="3355"/>
                          <a:pt x="1548" y="4685"/>
                          <a:pt x="971" y="8409"/>
                        </a:cubicBezTo>
                        <a:cubicBezTo>
                          <a:pt x="-4" y="15501"/>
                          <a:pt x="-847" y="21442"/>
                          <a:pt x="1592" y="30175"/>
                        </a:cubicBezTo>
                        <a:cubicBezTo>
                          <a:pt x="2656" y="33855"/>
                          <a:pt x="4207" y="37623"/>
                          <a:pt x="6379" y="41214"/>
                        </a:cubicBezTo>
                        <a:cubicBezTo>
                          <a:pt x="9483" y="46445"/>
                          <a:pt x="13517" y="51764"/>
                          <a:pt x="17374" y="54202"/>
                        </a:cubicBezTo>
                        <a:cubicBezTo>
                          <a:pt x="23181" y="58370"/>
                          <a:pt x="29166" y="57616"/>
                          <a:pt x="28279" y="54291"/>
                        </a:cubicBezTo>
                        <a:cubicBezTo>
                          <a:pt x="27836" y="52207"/>
                          <a:pt x="24511" y="49902"/>
                          <a:pt x="22871" y="46755"/>
                        </a:cubicBezTo>
                        <a:cubicBezTo>
                          <a:pt x="20920" y="43120"/>
                          <a:pt x="19679" y="39440"/>
                          <a:pt x="18925" y="36115"/>
                        </a:cubicBezTo>
                        <a:cubicBezTo>
                          <a:pt x="18260" y="32835"/>
                          <a:pt x="17994" y="29643"/>
                          <a:pt x="18216" y="26230"/>
                        </a:cubicBezTo>
                        <a:cubicBezTo>
                          <a:pt x="18526" y="20467"/>
                          <a:pt x="20299" y="13861"/>
                          <a:pt x="16709" y="6990"/>
                        </a:cubicBezTo>
                        <a:cubicBezTo>
                          <a:pt x="13517" y="872"/>
                          <a:pt x="7488" y="-1743"/>
                          <a:pt x="4296" y="122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13" name="Forme libre : forme 20712">
                    <a:extLst>
                      <a:ext uri="{FF2B5EF4-FFF2-40B4-BE49-F238E27FC236}">
                        <a16:creationId xmlns:a16="http://schemas.microsoft.com/office/drawing/2014/main" id="{78473E99-6C5C-4C77-B465-3178B4DF457A}"/>
                      </a:ext>
                    </a:extLst>
                  </p:cNvPr>
                  <p:cNvSpPr/>
                  <p:nvPr/>
                </p:nvSpPr>
                <p:spPr>
                  <a:xfrm>
                    <a:off x="6795045" y="1318046"/>
                    <a:ext cx="10755" cy="15014"/>
                  </a:xfrm>
                  <a:custGeom>
                    <a:avLst/>
                    <a:gdLst>
                      <a:gd name="connsiteX0" fmla="*/ 2358 w 10755"/>
                      <a:gd name="connsiteY0" fmla="*/ 1110 h 15014"/>
                      <a:gd name="connsiteX1" fmla="*/ 630 w 10755"/>
                      <a:gd name="connsiteY1" fmla="*/ 2 h 15014"/>
                      <a:gd name="connsiteX2" fmla="*/ 53 w 10755"/>
                      <a:gd name="connsiteY2" fmla="*/ 1642 h 15014"/>
                      <a:gd name="connsiteX3" fmla="*/ 1206 w 10755"/>
                      <a:gd name="connsiteY3" fmla="*/ 4656 h 15014"/>
                      <a:gd name="connsiteX4" fmla="*/ 5151 w 10755"/>
                      <a:gd name="connsiteY4" fmla="*/ 11528 h 15014"/>
                      <a:gd name="connsiteX5" fmla="*/ 6925 w 10755"/>
                      <a:gd name="connsiteY5" fmla="*/ 13789 h 15014"/>
                      <a:gd name="connsiteX6" fmla="*/ 9850 w 10755"/>
                      <a:gd name="connsiteY6" fmla="*/ 10686 h 15014"/>
                      <a:gd name="connsiteX7" fmla="*/ 2358 w 10755"/>
                      <a:gd name="connsiteY7" fmla="*/ 1110 h 150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755" h="15014">
                        <a:moveTo>
                          <a:pt x="2358" y="1110"/>
                        </a:moveTo>
                        <a:cubicBezTo>
                          <a:pt x="1738" y="489"/>
                          <a:pt x="1250" y="46"/>
                          <a:pt x="630" y="2"/>
                        </a:cubicBezTo>
                        <a:cubicBezTo>
                          <a:pt x="9" y="-43"/>
                          <a:pt x="-80" y="755"/>
                          <a:pt x="53" y="1642"/>
                        </a:cubicBezTo>
                        <a:cubicBezTo>
                          <a:pt x="231" y="2529"/>
                          <a:pt x="763" y="3726"/>
                          <a:pt x="1206" y="4656"/>
                        </a:cubicBezTo>
                        <a:cubicBezTo>
                          <a:pt x="2403" y="7006"/>
                          <a:pt x="3733" y="9444"/>
                          <a:pt x="5151" y="11528"/>
                        </a:cubicBezTo>
                        <a:cubicBezTo>
                          <a:pt x="5728" y="12370"/>
                          <a:pt x="6260" y="13212"/>
                          <a:pt x="6925" y="13789"/>
                        </a:cubicBezTo>
                        <a:cubicBezTo>
                          <a:pt x="9762" y="16183"/>
                          <a:pt x="12111" y="15030"/>
                          <a:pt x="9850" y="10686"/>
                        </a:cubicBezTo>
                        <a:cubicBezTo>
                          <a:pt x="8122" y="7316"/>
                          <a:pt x="4974" y="3637"/>
                          <a:pt x="2358" y="111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14" name="Forme libre : forme 20713">
                    <a:extLst>
                      <a:ext uri="{FF2B5EF4-FFF2-40B4-BE49-F238E27FC236}">
                        <a16:creationId xmlns:a16="http://schemas.microsoft.com/office/drawing/2014/main" id="{896C4476-BB5F-4AA0-803C-DBCE425B53D8}"/>
                      </a:ext>
                    </a:extLst>
                  </p:cNvPr>
                  <p:cNvSpPr/>
                  <p:nvPr/>
                </p:nvSpPr>
                <p:spPr>
                  <a:xfrm>
                    <a:off x="6806403" y="1347262"/>
                    <a:ext cx="28887" cy="25848"/>
                  </a:xfrm>
                  <a:custGeom>
                    <a:avLst/>
                    <a:gdLst>
                      <a:gd name="connsiteX0" fmla="*/ 28372 w 28887"/>
                      <a:gd name="connsiteY0" fmla="*/ 0 h 25848"/>
                      <a:gd name="connsiteX1" fmla="*/ 28239 w 28887"/>
                      <a:gd name="connsiteY1" fmla="*/ 7536 h 25848"/>
                      <a:gd name="connsiteX2" fmla="*/ 22831 w 28887"/>
                      <a:gd name="connsiteY2" fmla="*/ 17865 h 25848"/>
                      <a:gd name="connsiteX3" fmla="*/ 12235 w 28887"/>
                      <a:gd name="connsiteY3" fmla="*/ 25047 h 25848"/>
                      <a:gd name="connsiteX4" fmla="*/ 0 w 28887"/>
                      <a:gd name="connsiteY4" fmla="*/ 24870 h 25848"/>
                      <a:gd name="connsiteX5" fmla="*/ 12058 w 28887"/>
                      <a:gd name="connsiteY5" fmla="*/ 24781 h 25848"/>
                      <a:gd name="connsiteX6" fmla="*/ 21545 w 28887"/>
                      <a:gd name="connsiteY6" fmla="*/ 17998 h 25848"/>
                      <a:gd name="connsiteX7" fmla="*/ 24648 w 28887"/>
                      <a:gd name="connsiteY7" fmla="*/ 13166 h 25848"/>
                      <a:gd name="connsiteX8" fmla="*/ 26732 w 28887"/>
                      <a:gd name="connsiteY8" fmla="*/ 8290 h 25848"/>
                      <a:gd name="connsiteX9" fmla="*/ 28372 w 28887"/>
                      <a:gd name="connsiteY9" fmla="*/ 0 h 25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887" h="25848">
                        <a:moveTo>
                          <a:pt x="28372" y="0"/>
                        </a:moveTo>
                        <a:cubicBezTo>
                          <a:pt x="29037" y="1818"/>
                          <a:pt x="29125" y="4344"/>
                          <a:pt x="28239" y="7536"/>
                        </a:cubicBezTo>
                        <a:cubicBezTo>
                          <a:pt x="27352" y="10728"/>
                          <a:pt x="25579" y="14585"/>
                          <a:pt x="22831" y="17865"/>
                        </a:cubicBezTo>
                        <a:cubicBezTo>
                          <a:pt x="20126" y="21235"/>
                          <a:pt x="16491" y="23983"/>
                          <a:pt x="12235" y="25047"/>
                        </a:cubicBezTo>
                        <a:cubicBezTo>
                          <a:pt x="7980" y="26288"/>
                          <a:pt x="3502" y="25978"/>
                          <a:pt x="0" y="24870"/>
                        </a:cubicBezTo>
                        <a:cubicBezTo>
                          <a:pt x="3857" y="26067"/>
                          <a:pt x="8157" y="26067"/>
                          <a:pt x="12058" y="24781"/>
                        </a:cubicBezTo>
                        <a:cubicBezTo>
                          <a:pt x="15959" y="23673"/>
                          <a:pt x="19107" y="20924"/>
                          <a:pt x="21545" y="17998"/>
                        </a:cubicBezTo>
                        <a:cubicBezTo>
                          <a:pt x="22742" y="16402"/>
                          <a:pt x="23806" y="14895"/>
                          <a:pt x="24648" y="13166"/>
                        </a:cubicBezTo>
                        <a:cubicBezTo>
                          <a:pt x="25535" y="11526"/>
                          <a:pt x="26244" y="9930"/>
                          <a:pt x="26732" y="8290"/>
                        </a:cubicBezTo>
                        <a:cubicBezTo>
                          <a:pt x="27796" y="5098"/>
                          <a:pt x="28150" y="2350"/>
                          <a:pt x="283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15" name="Forme libre : forme 20714">
                    <a:extLst>
                      <a:ext uri="{FF2B5EF4-FFF2-40B4-BE49-F238E27FC236}">
                        <a16:creationId xmlns:a16="http://schemas.microsoft.com/office/drawing/2014/main" id="{54285F68-5953-45E9-9B32-BB0A1119374E}"/>
                      </a:ext>
                    </a:extLst>
                  </p:cNvPr>
                  <p:cNvSpPr/>
                  <p:nvPr/>
                </p:nvSpPr>
                <p:spPr>
                  <a:xfrm>
                    <a:off x="6788848" y="1299074"/>
                    <a:ext cx="21899" cy="24027"/>
                  </a:xfrm>
                  <a:custGeom>
                    <a:avLst/>
                    <a:gdLst>
                      <a:gd name="connsiteX0" fmla="*/ 21900 w 21899"/>
                      <a:gd name="connsiteY0" fmla="*/ 24027 h 24027"/>
                      <a:gd name="connsiteX1" fmla="*/ 0 w 21899"/>
                      <a:gd name="connsiteY1" fmla="*/ 0 h 24027"/>
                      <a:gd name="connsiteX2" fmla="*/ 21900 w 21899"/>
                      <a:gd name="connsiteY2" fmla="*/ 24027 h 24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899" h="24027">
                        <a:moveTo>
                          <a:pt x="21900" y="24027"/>
                        </a:moveTo>
                        <a:cubicBezTo>
                          <a:pt x="16713" y="13698"/>
                          <a:pt x="8113" y="5453"/>
                          <a:pt x="0" y="0"/>
                        </a:cubicBezTo>
                        <a:cubicBezTo>
                          <a:pt x="7847" y="4743"/>
                          <a:pt x="16092" y="15915"/>
                          <a:pt x="21900" y="2402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16" name="Forme libre : forme 20715">
                    <a:extLst>
                      <a:ext uri="{FF2B5EF4-FFF2-40B4-BE49-F238E27FC236}">
                        <a16:creationId xmlns:a16="http://schemas.microsoft.com/office/drawing/2014/main" id="{9145CAD0-5029-468F-BD5C-1844CFE00795}"/>
                      </a:ext>
                    </a:extLst>
                  </p:cNvPr>
                  <p:cNvSpPr/>
                  <p:nvPr/>
                </p:nvSpPr>
                <p:spPr>
                  <a:xfrm>
                    <a:off x="6804250" y="1343137"/>
                    <a:ext cx="8864" cy="12870"/>
                  </a:xfrm>
                  <a:custGeom>
                    <a:avLst/>
                    <a:gdLst>
                      <a:gd name="connsiteX0" fmla="*/ 8625 w 8864"/>
                      <a:gd name="connsiteY0" fmla="*/ 12593 h 12870"/>
                      <a:gd name="connsiteX1" fmla="*/ 7029 w 8864"/>
                      <a:gd name="connsiteY1" fmla="*/ 12681 h 12870"/>
                      <a:gd name="connsiteX2" fmla="*/ 4901 w 8864"/>
                      <a:gd name="connsiteY2" fmla="*/ 11085 h 12870"/>
                      <a:gd name="connsiteX3" fmla="*/ 1887 w 8864"/>
                      <a:gd name="connsiteY3" fmla="*/ 6874 h 12870"/>
                      <a:gd name="connsiteX4" fmla="*/ 911 w 8864"/>
                      <a:gd name="connsiteY4" fmla="*/ 3 h 12870"/>
                      <a:gd name="connsiteX5" fmla="*/ 5389 w 8864"/>
                      <a:gd name="connsiteY5" fmla="*/ 5677 h 12870"/>
                      <a:gd name="connsiteX6" fmla="*/ 7605 w 8864"/>
                      <a:gd name="connsiteY6" fmla="*/ 9179 h 12870"/>
                      <a:gd name="connsiteX7" fmla="*/ 8625 w 8864"/>
                      <a:gd name="connsiteY7" fmla="*/ 12593 h 12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864" h="12870">
                        <a:moveTo>
                          <a:pt x="8625" y="12593"/>
                        </a:moveTo>
                        <a:cubicBezTo>
                          <a:pt x="8315" y="12947"/>
                          <a:pt x="7739" y="12947"/>
                          <a:pt x="7029" y="12681"/>
                        </a:cubicBezTo>
                        <a:cubicBezTo>
                          <a:pt x="6364" y="12371"/>
                          <a:pt x="5611" y="11750"/>
                          <a:pt x="4901" y="11085"/>
                        </a:cubicBezTo>
                        <a:cubicBezTo>
                          <a:pt x="3527" y="9622"/>
                          <a:pt x="2374" y="7716"/>
                          <a:pt x="1887" y="6874"/>
                        </a:cubicBezTo>
                        <a:cubicBezTo>
                          <a:pt x="823" y="5012"/>
                          <a:pt x="-1172" y="-130"/>
                          <a:pt x="911" y="3"/>
                        </a:cubicBezTo>
                        <a:cubicBezTo>
                          <a:pt x="2818" y="-42"/>
                          <a:pt x="4458" y="4214"/>
                          <a:pt x="5389" y="5677"/>
                        </a:cubicBezTo>
                        <a:cubicBezTo>
                          <a:pt x="5832" y="6342"/>
                          <a:pt x="6719" y="7805"/>
                          <a:pt x="7605" y="9179"/>
                        </a:cubicBezTo>
                        <a:cubicBezTo>
                          <a:pt x="8448" y="10553"/>
                          <a:pt x="9290" y="11839"/>
                          <a:pt x="8625" y="12593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17" name="Forme libre : forme 20716">
                    <a:extLst>
                      <a:ext uri="{FF2B5EF4-FFF2-40B4-BE49-F238E27FC236}">
                        <a16:creationId xmlns:a16="http://schemas.microsoft.com/office/drawing/2014/main" id="{EF2BA9C6-B714-469D-AF26-EB1944243DAC}"/>
                      </a:ext>
                    </a:extLst>
                  </p:cNvPr>
                  <p:cNvSpPr/>
                  <p:nvPr/>
                </p:nvSpPr>
                <p:spPr>
                  <a:xfrm>
                    <a:off x="6811431" y="1353775"/>
                    <a:ext cx="3662" cy="2960"/>
                  </a:xfrm>
                  <a:custGeom>
                    <a:avLst/>
                    <a:gdLst>
                      <a:gd name="connsiteX0" fmla="*/ 3661 w 3662"/>
                      <a:gd name="connsiteY0" fmla="*/ 2397 h 2960"/>
                      <a:gd name="connsiteX1" fmla="*/ 1666 w 3662"/>
                      <a:gd name="connsiteY1" fmla="*/ 2619 h 2960"/>
                      <a:gd name="connsiteX2" fmla="*/ 26 w 3662"/>
                      <a:gd name="connsiteY2" fmla="*/ 402 h 2960"/>
                      <a:gd name="connsiteX3" fmla="*/ 1799 w 3662"/>
                      <a:gd name="connsiteY3" fmla="*/ 535 h 2960"/>
                      <a:gd name="connsiteX4" fmla="*/ 3661 w 3662"/>
                      <a:gd name="connsiteY4" fmla="*/ 2397 h 2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62" h="2960">
                        <a:moveTo>
                          <a:pt x="3661" y="2397"/>
                        </a:moveTo>
                        <a:cubicBezTo>
                          <a:pt x="3705" y="3328"/>
                          <a:pt x="2376" y="2885"/>
                          <a:pt x="1666" y="2619"/>
                        </a:cubicBezTo>
                        <a:cubicBezTo>
                          <a:pt x="1046" y="2220"/>
                          <a:pt x="-195" y="1244"/>
                          <a:pt x="26" y="402"/>
                        </a:cubicBezTo>
                        <a:cubicBezTo>
                          <a:pt x="159" y="-396"/>
                          <a:pt x="1223" y="181"/>
                          <a:pt x="1799" y="535"/>
                        </a:cubicBezTo>
                        <a:cubicBezTo>
                          <a:pt x="2376" y="890"/>
                          <a:pt x="3617" y="1510"/>
                          <a:pt x="3661" y="23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18" name="Forme libre : forme 20717">
                    <a:extLst>
                      <a:ext uri="{FF2B5EF4-FFF2-40B4-BE49-F238E27FC236}">
                        <a16:creationId xmlns:a16="http://schemas.microsoft.com/office/drawing/2014/main" id="{F88CCFA6-5CAA-47EF-AF3D-ECC7341B03D0}"/>
                      </a:ext>
                    </a:extLst>
                  </p:cNvPr>
                  <p:cNvSpPr/>
                  <p:nvPr/>
                </p:nvSpPr>
                <p:spPr>
                  <a:xfrm>
                    <a:off x="6811571" y="1337566"/>
                    <a:ext cx="19861" cy="15620"/>
                  </a:xfrm>
                  <a:custGeom>
                    <a:avLst/>
                    <a:gdLst>
                      <a:gd name="connsiteX0" fmla="*/ 10126 w 19861"/>
                      <a:gd name="connsiteY0" fmla="*/ 8233 h 15620"/>
                      <a:gd name="connsiteX1" fmla="*/ 18727 w 19861"/>
                      <a:gd name="connsiteY1" fmla="*/ 8809 h 15620"/>
                      <a:gd name="connsiteX2" fmla="*/ 18860 w 19861"/>
                      <a:gd name="connsiteY2" fmla="*/ 12932 h 15620"/>
                      <a:gd name="connsiteX3" fmla="*/ 14737 w 19861"/>
                      <a:gd name="connsiteY3" fmla="*/ 15282 h 15620"/>
                      <a:gd name="connsiteX4" fmla="*/ 8974 w 19861"/>
                      <a:gd name="connsiteY4" fmla="*/ 15459 h 15620"/>
                      <a:gd name="connsiteX5" fmla="*/ 3832 w 19861"/>
                      <a:gd name="connsiteY5" fmla="*/ 12356 h 15620"/>
                      <a:gd name="connsiteX6" fmla="*/ 196 w 19861"/>
                      <a:gd name="connsiteY6" fmla="*/ 5440 h 15620"/>
                      <a:gd name="connsiteX7" fmla="*/ 2103 w 19861"/>
                      <a:gd name="connsiteY7" fmla="*/ 342 h 15620"/>
                      <a:gd name="connsiteX8" fmla="*/ 4762 w 19861"/>
                      <a:gd name="connsiteY8" fmla="*/ 608 h 15620"/>
                      <a:gd name="connsiteX9" fmla="*/ 6092 w 19861"/>
                      <a:gd name="connsiteY9" fmla="*/ 3711 h 15620"/>
                      <a:gd name="connsiteX10" fmla="*/ 10126 w 19861"/>
                      <a:gd name="connsiteY10" fmla="*/ 8233 h 15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861" h="15620">
                        <a:moveTo>
                          <a:pt x="10126" y="8233"/>
                        </a:moveTo>
                        <a:cubicBezTo>
                          <a:pt x="12698" y="8898"/>
                          <a:pt x="15003" y="8499"/>
                          <a:pt x="18727" y="8809"/>
                        </a:cubicBezTo>
                        <a:cubicBezTo>
                          <a:pt x="20101" y="8854"/>
                          <a:pt x="20323" y="11159"/>
                          <a:pt x="18860" y="12932"/>
                        </a:cubicBezTo>
                        <a:cubicBezTo>
                          <a:pt x="17485" y="14750"/>
                          <a:pt x="16023" y="15060"/>
                          <a:pt x="14737" y="15282"/>
                        </a:cubicBezTo>
                        <a:cubicBezTo>
                          <a:pt x="12653" y="15592"/>
                          <a:pt x="10836" y="15769"/>
                          <a:pt x="8974" y="15459"/>
                        </a:cubicBezTo>
                        <a:cubicBezTo>
                          <a:pt x="7156" y="15237"/>
                          <a:pt x="5206" y="14129"/>
                          <a:pt x="3832" y="12356"/>
                        </a:cubicBezTo>
                        <a:cubicBezTo>
                          <a:pt x="2856" y="11425"/>
                          <a:pt x="640" y="8277"/>
                          <a:pt x="196" y="5440"/>
                        </a:cubicBezTo>
                        <a:cubicBezTo>
                          <a:pt x="-380" y="2558"/>
                          <a:pt x="329" y="785"/>
                          <a:pt x="2103" y="342"/>
                        </a:cubicBezTo>
                        <a:cubicBezTo>
                          <a:pt x="3876" y="-190"/>
                          <a:pt x="4408" y="-101"/>
                          <a:pt x="4762" y="608"/>
                        </a:cubicBezTo>
                        <a:cubicBezTo>
                          <a:pt x="5028" y="1273"/>
                          <a:pt x="5516" y="2780"/>
                          <a:pt x="6092" y="3711"/>
                        </a:cubicBezTo>
                        <a:cubicBezTo>
                          <a:pt x="7156" y="5529"/>
                          <a:pt x="8265" y="7568"/>
                          <a:pt x="10126" y="823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668" name="Graphique 2">
                  <a:extLst>
                    <a:ext uri="{FF2B5EF4-FFF2-40B4-BE49-F238E27FC236}">
                      <a16:creationId xmlns:a16="http://schemas.microsoft.com/office/drawing/2014/main" id="{0776E973-FCF7-44D5-8C55-160284C7991B}"/>
                    </a:ext>
                  </a:extLst>
                </p:cNvPr>
                <p:cNvGrpSpPr/>
                <p:nvPr/>
              </p:nvGrpSpPr>
              <p:grpSpPr>
                <a:xfrm>
                  <a:off x="6830428" y="1265417"/>
                  <a:ext cx="61483" cy="79270"/>
                  <a:chOff x="6830428" y="1265417"/>
                  <a:chExt cx="61483" cy="79270"/>
                </a:xfrm>
                <a:solidFill>
                  <a:schemeClr val="accent1"/>
                </a:solidFill>
              </p:grpSpPr>
              <p:sp>
                <p:nvSpPr>
                  <p:cNvPr id="20695" name="Forme libre : forme 20694">
                    <a:extLst>
                      <a:ext uri="{FF2B5EF4-FFF2-40B4-BE49-F238E27FC236}">
                        <a16:creationId xmlns:a16="http://schemas.microsoft.com/office/drawing/2014/main" id="{F79C1A9D-87D9-4351-BDC9-FD0C1E176038}"/>
                      </a:ext>
                    </a:extLst>
                  </p:cNvPr>
                  <p:cNvSpPr/>
                  <p:nvPr/>
                </p:nvSpPr>
                <p:spPr>
                  <a:xfrm>
                    <a:off x="6830428" y="1265417"/>
                    <a:ext cx="61483" cy="79270"/>
                  </a:xfrm>
                  <a:custGeom>
                    <a:avLst/>
                    <a:gdLst>
                      <a:gd name="connsiteX0" fmla="*/ 53865 w 61483"/>
                      <a:gd name="connsiteY0" fmla="*/ 35962 h 79270"/>
                      <a:gd name="connsiteX1" fmla="*/ 36177 w 61483"/>
                      <a:gd name="connsiteY1" fmla="*/ 61674 h 79270"/>
                      <a:gd name="connsiteX2" fmla="*/ 8204 w 61483"/>
                      <a:gd name="connsiteY2" fmla="*/ 79185 h 79270"/>
                      <a:gd name="connsiteX3" fmla="*/ 313 w 61483"/>
                      <a:gd name="connsiteY3" fmla="*/ 72978 h 79270"/>
                      <a:gd name="connsiteX4" fmla="*/ 7450 w 61483"/>
                      <a:gd name="connsiteY4" fmla="*/ 41459 h 79270"/>
                      <a:gd name="connsiteX5" fmla="*/ 24562 w 61483"/>
                      <a:gd name="connsiteY5" fmla="*/ 16678 h 79270"/>
                      <a:gd name="connsiteX6" fmla="*/ 52136 w 61483"/>
                      <a:gd name="connsiteY6" fmla="*/ 143 h 79270"/>
                      <a:gd name="connsiteX7" fmla="*/ 60781 w 61483"/>
                      <a:gd name="connsiteY7" fmla="*/ 4842 h 79270"/>
                      <a:gd name="connsiteX8" fmla="*/ 53865 w 61483"/>
                      <a:gd name="connsiteY8" fmla="*/ 35962 h 79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1483" h="79270">
                        <a:moveTo>
                          <a:pt x="53865" y="35962"/>
                        </a:moveTo>
                        <a:cubicBezTo>
                          <a:pt x="49875" y="42301"/>
                          <a:pt x="40832" y="55423"/>
                          <a:pt x="36177" y="61674"/>
                        </a:cubicBezTo>
                        <a:cubicBezTo>
                          <a:pt x="27444" y="73289"/>
                          <a:pt x="18843" y="77234"/>
                          <a:pt x="8204" y="79185"/>
                        </a:cubicBezTo>
                        <a:cubicBezTo>
                          <a:pt x="4480" y="79850"/>
                          <a:pt x="624" y="76525"/>
                          <a:pt x="313" y="72978"/>
                        </a:cubicBezTo>
                        <a:cubicBezTo>
                          <a:pt x="-662" y="62649"/>
                          <a:pt x="358" y="53428"/>
                          <a:pt x="7450" y="41459"/>
                        </a:cubicBezTo>
                        <a:cubicBezTo>
                          <a:pt x="11174" y="35031"/>
                          <a:pt x="19863" y="22618"/>
                          <a:pt x="24562" y="16678"/>
                        </a:cubicBezTo>
                        <a:cubicBezTo>
                          <a:pt x="33384" y="5418"/>
                          <a:pt x="41940" y="2270"/>
                          <a:pt x="52136" y="143"/>
                        </a:cubicBezTo>
                        <a:cubicBezTo>
                          <a:pt x="55638" y="-567"/>
                          <a:pt x="60160" y="1428"/>
                          <a:pt x="60781" y="4842"/>
                        </a:cubicBezTo>
                        <a:cubicBezTo>
                          <a:pt x="62554" y="14639"/>
                          <a:pt x="61224" y="24126"/>
                          <a:pt x="53865" y="3596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96" name="Forme libre : forme 20695">
                    <a:extLst>
                      <a:ext uri="{FF2B5EF4-FFF2-40B4-BE49-F238E27FC236}">
                        <a16:creationId xmlns:a16="http://schemas.microsoft.com/office/drawing/2014/main" id="{C7C71CEB-869B-4559-AF31-F04B5C8F50EB}"/>
                      </a:ext>
                    </a:extLst>
                  </p:cNvPr>
                  <p:cNvSpPr/>
                  <p:nvPr/>
                </p:nvSpPr>
                <p:spPr>
                  <a:xfrm>
                    <a:off x="6834243" y="1270037"/>
                    <a:ext cx="57553" cy="74642"/>
                  </a:xfrm>
                  <a:custGeom>
                    <a:avLst/>
                    <a:gdLst>
                      <a:gd name="connsiteX0" fmla="*/ 24648 w 57553"/>
                      <a:gd name="connsiteY0" fmla="*/ 46016 h 74642"/>
                      <a:gd name="connsiteX1" fmla="*/ 0 w 57553"/>
                      <a:gd name="connsiteY1" fmla="*/ 73589 h 74642"/>
                      <a:gd name="connsiteX2" fmla="*/ 4344 w 57553"/>
                      <a:gd name="connsiteY2" fmla="*/ 74565 h 74642"/>
                      <a:gd name="connsiteX3" fmla="*/ 9664 w 57553"/>
                      <a:gd name="connsiteY3" fmla="*/ 73323 h 74642"/>
                      <a:gd name="connsiteX4" fmla="*/ 23717 w 57553"/>
                      <a:gd name="connsiteY4" fmla="*/ 66142 h 74642"/>
                      <a:gd name="connsiteX5" fmla="*/ 32317 w 57553"/>
                      <a:gd name="connsiteY5" fmla="*/ 57054 h 74642"/>
                      <a:gd name="connsiteX6" fmla="*/ 35287 w 57553"/>
                      <a:gd name="connsiteY6" fmla="*/ 52976 h 74642"/>
                      <a:gd name="connsiteX7" fmla="*/ 48764 w 57553"/>
                      <a:gd name="connsiteY7" fmla="*/ 33293 h 74642"/>
                      <a:gd name="connsiteX8" fmla="*/ 50005 w 57553"/>
                      <a:gd name="connsiteY8" fmla="*/ 31342 h 74642"/>
                      <a:gd name="connsiteX9" fmla="*/ 55680 w 57553"/>
                      <a:gd name="connsiteY9" fmla="*/ 19506 h 74642"/>
                      <a:gd name="connsiteX10" fmla="*/ 57497 w 57553"/>
                      <a:gd name="connsiteY10" fmla="*/ 4832 h 74642"/>
                      <a:gd name="connsiteX11" fmla="*/ 56921 w 57553"/>
                      <a:gd name="connsiteY11" fmla="*/ 177 h 74642"/>
                      <a:gd name="connsiteX12" fmla="*/ 56876 w 57553"/>
                      <a:gd name="connsiteY12" fmla="*/ 0 h 74642"/>
                      <a:gd name="connsiteX13" fmla="*/ 24648 w 57553"/>
                      <a:gd name="connsiteY13" fmla="*/ 46016 h 74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7553" h="74642">
                        <a:moveTo>
                          <a:pt x="24648" y="46016"/>
                        </a:moveTo>
                        <a:cubicBezTo>
                          <a:pt x="18131" y="56921"/>
                          <a:pt x="10196" y="68580"/>
                          <a:pt x="0" y="73589"/>
                        </a:cubicBezTo>
                        <a:cubicBezTo>
                          <a:pt x="1330" y="74387"/>
                          <a:pt x="2837" y="74831"/>
                          <a:pt x="4344" y="74565"/>
                        </a:cubicBezTo>
                        <a:cubicBezTo>
                          <a:pt x="6162" y="74210"/>
                          <a:pt x="7935" y="73811"/>
                          <a:pt x="9664" y="73323"/>
                        </a:cubicBezTo>
                        <a:cubicBezTo>
                          <a:pt x="14629" y="71905"/>
                          <a:pt x="19239" y="69733"/>
                          <a:pt x="23717" y="66142"/>
                        </a:cubicBezTo>
                        <a:cubicBezTo>
                          <a:pt x="26599" y="63792"/>
                          <a:pt x="29436" y="60822"/>
                          <a:pt x="32317" y="57054"/>
                        </a:cubicBezTo>
                        <a:cubicBezTo>
                          <a:pt x="33159" y="55901"/>
                          <a:pt x="34179" y="54483"/>
                          <a:pt x="35287" y="52976"/>
                        </a:cubicBezTo>
                        <a:cubicBezTo>
                          <a:pt x="39543" y="46946"/>
                          <a:pt x="45173" y="38701"/>
                          <a:pt x="48764" y="33293"/>
                        </a:cubicBezTo>
                        <a:cubicBezTo>
                          <a:pt x="49207" y="32583"/>
                          <a:pt x="49650" y="31918"/>
                          <a:pt x="50005" y="31342"/>
                        </a:cubicBezTo>
                        <a:cubicBezTo>
                          <a:pt x="52621" y="27131"/>
                          <a:pt x="54438" y="23230"/>
                          <a:pt x="55680" y="19506"/>
                        </a:cubicBezTo>
                        <a:cubicBezTo>
                          <a:pt x="57320" y="14363"/>
                          <a:pt x="57719" y="9576"/>
                          <a:pt x="57497" y="4832"/>
                        </a:cubicBezTo>
                        <a:cubicBezTo>
                          <a:pt x="57408" y="3281"/>
                          <a:pt x="57187" y="1729"/>
                          <a:pt x="56921" y="177"/>
                        </a:cubicBezTo>
                        <a:lnTo>
                          <a:pt x="56876" y="0"/>
                        </a:lnTo>
                        <a:cubicBezTo>
                          <a:pt x="45616" y="14895"/>
                          <a:pt x="33957" y="30278"/>
                          <a:pt x="24648" y="4601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97" name="Forme libre : forme 20696">
                    <a:extLst>
                      <a:ext uri="{FF2B5EF4-FFF2-40B4-BE49-F238E27FC236}">
                        <a16:creationId xmlns:a16="http://schemas.microsoft.com/office/drawing/2014/main" id="{C8D27265-EEB0-474C-BDE7-22A2F6239A82}"/>
                      </a:ext>
                    </a:extLst>
                  </p:cNvPr>
                  <p:cNvSpPr/>
                  <p:nvPr/>
                </p:nvSpPr>
                <p:spPr>
                  <a:xfrm>
                    <a:off x="6851623" y="1280998"/>
                    <a:ext cx="27505" cy="36196"/>
                  </a:xfrm>
                  <a:custGeom>
                    <a:avLst/>
                    <a:gdLst>
                      <a:gd name="connsiteX0" fmla="*/ 26552 w 27505"/>
                      <a:gd name="connsiteY0" fmla="*/ 344 h 36196"/>
                      <a:gd name="connsiteX1" fmla="*/ 18129 w 27505"/>
                      <a:gd name="connsiteY1" fmla="*/ 22110 h 36196"/>
                      <a:gd name="connsiteX2" fmla="*/ 1239 w 27505"/>
                      <a:gd name="connsiteY2" fmla="*/ 35808 h 36196"/>
                      <a:gd name="connsiteX3" fmla="*/ 8598 w 27505"/>
                      <a:gd name="connsiteY3" fmla="*/ 15593 h 36196"/>
                      <a:gd name="connsiteX4" fmla="*/ 26552 w 27505"/>
                      <a:gd name="connsiteY4" fmla="*/ 344 h 361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05" h="36196">
                        <a:moveTo>
                          <a:pt x="26552" y="344"/>
                        </a:moveTo>
                        <a:cubicBezTo>
                          <a:pt x="30453" y="2959"/>
                          <a:pt x="21321" y="17411"/>
                          <a:pt x="18129" y="22110"/>
                        </a:cubicBezTo>
                        <a:cubicBezTo>
                          <a:pt x="14849" y="26765"/>
                          <a:pt x="5584" y="38468"/>
                          <a:pt x="1239" y="35808"/>
                        </a:cubicBezTo>
                        <a:cubicBezTo>
                          <a:pt x="-3150" y="33104"/>
                          <a:pt x="5273" y="19894"/>
                          <a:pt x="8598" y="15593"/>
                        </a:cubicBezTo>
                        <a:cubicBezTo>
                          <a:pt x="11834" y="11205"/>
                          <a:pt x="22607" y="-2316"/>
                          <a:pt x="26552" y="34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98" name="Forme libre : forme 20697">
                    <a:extLst>
                      <a:ext uri="{FF2B5EF4-FFF2-40B4-BE49-F238E27FC236}">
                        <a16:creationId xmlns:a16="http://schemas.microsoft.com/office/drawing/2014/main" id="{4D80E55B-50E5-4515-A818-C524B6757987}"/>
                      </a:ext>
                    </a:extLst>
                  </p:cNvPr>
                  <p:cNvSpPr/>
                  <p:nvPr/>
                </p:nvSpPr>
                <p:spPr>
                  <a:xfrm>
                    <a:off x="6851483" y="1294907"/>
                    <a:ext cx="23145" cy="22224"/>
                  </a:xfrm>
                  <a:custGeom>
                    <a:avLst/>
                    <a:gdLst>
                      <a:gd name="connsiteX0" fmla="*/ 2665 w 23145"/>
                      <a:gd name="connsiteY0" fmla="*/ 11703 h 22224"/>
                      <a:gd name="connsiteX1" fmla="*/ 1291 w 23145"/>
                      <a:gd name="connsiteY1" fmla="*/ 22077 h 22224"/>
                      <a:gd name="connsiteX2" fmla="*/ 18447 w 23145"/>
                      <a:gd name="connsiteY2" fmla="*/ 7980 h 22224"/>
                      <a:gd name="connsiteX3" fmla="*/ 23146 w 23145"/>
                      <a:gd name="connsiteY3" fmla="*/ 0 h 22224"/>
                      <a:gd name="connsiteX4" fmla="*/ 19998 w 23145"/>
                      <a:gd name="connsiteY4" fmla="*/ 3857 h 22224"/>
                      <a:gd name="connsiteX5" fmla="*/ 2665 w 23145"/>
                      <a:gd name="connsiteY5" fmla="*/ 11703 h 22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45" h="22224">
                        <a:moveTo>
                          <a:pt x="2665" y="11703"/>
                        </a:moveTo>
                        <a:cubicBezTo>
                          <a:pt x="1823" y="14496"/>
                          <a:pt x="-1946" y="21146"/>
                          <a:pt x="1291" y="22077"/>
                        </a:cubicBezTo>
                        <a:cubicBezTo>
                          <a:pt x="6477" y="23540"/>
                          <a:pt x="14235" y="13831"/>
                          <a:pt x="18447" y="7980"/>
                        </a:cubicBezTo>
                        <a:cubicBezTo>
                          <a:pt x="19688" y="6251"/>
                          <a:pt x="22082" y="2172"/>
                          <a:pt x="23146" y="0"/>
                        </a:cubicBezTo>
                        <a:cubicBezTo>
                          <a:pt x="22303" y="1064"/>
                          <a:pt x="20974" y="2970"/>
                          <a:pt x="19998" y="3857"/>
                        </a:cubicBezTo>
                        <a:cubicBezTo>
                          <a:pt x="14457" y="8822"/>
                          <a:pt x="7541" y="14496"/>
                          <a:pt x="2665" y="11703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99" name="Forme libre : forme 20698">
                    <a:extLst>
                      <a:ext uri="{FF2B5EF4-FFF2-40B4-BE49-F238E27FC236}">
                        <a16:creationId xmlns:a16="http://schemas.microsoft.com/office/drawing/2014/main" id="{1F339665-6F48-4827-ABB7-38E6431A69C8}"/>
                      </a:ext>
                    </a:extLst>
                  </p:cNvPr>
                  <p:cNvSpPr/>
                  <p:nvPr/>
                </p:nvSpPr>
                <p:spPr>
                  <a:xfrm>
                    <a:off x="6853887" y="1279480"/>
                    <a:ext cx="27252" cy="36518"/>
                  </a:xfrm>
                  <a:custGeom>
                    <a:avLst/>
                    <a:gdLst>
                      <a:gd name="connsiteX0" fmla="*/ 26593 w 27252"/>
                      <a:gd name="connsiteY0" fmla="*/ 621 h 36518"/>
                      <a:gd name="connsiteX1" fmla="*/ 18170 w 27252"/>
                      <a:gd name="connsiteY1" fmla="*/ 22742 h 36518"/>
                      <a:gd name="connsiteX2" fmla="*/ 1324 w 27252"/>
                      <a:gd name="connsiteY2" fmla="*/ 36174 h 36518"/>
                      <a:gd name="connsiteX3" fmla="*/ 8683 w 27252"/>
                      <a:gd name="connsiteY3" fmla="*/ 16092 h 36518"/>
                      <a:gd name="connsiteX4" fmla="*/ 26593 w 27252"/>
                      <a:gd name="connsiteY4" fmla="*/ 621 h 36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252" h="36518">
                        <a:moveTo>
                          <a:pt x="26593" y="621"/>
                        </a:moveTo>
                        <a:cubicBezTo>
                          <a:pt x="29607" y="4478"/>
                          <a:pt x="21495" y="17555"/>
                          <a:pt x="18170" y="22742"/>
                        </a:cubicBezTo>
                        <a:cubicBezTo>
                          <a:pt x="14756" y="27884"/>
                          <a:pt x="5935" y="38568"/>
                          <a:pt x="1324" y="36174"/>
                        </a:cubicBezTo>
                        <a:cubicBezTo>
                          <a:pt x="-3375" y="33736"/>
                          <a:pt x="5713" y="20127"/>
                          <a:pt x="8683" y="16092"/>
                        </a:cubicBezTo>
                        <a:cubicBezTo>
                          <a:pt x="11609" y="11970"/>
                          <a:pt x="23534" y="-3236"/>
                          <a:pt x="26593" y="621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00" name="Forme libre : forme 20699">
                    <a:extLst>
                      <a:ext uri="{FF2B5EF4-FFF2-40B4-BE49-F238E27FC236}">
                        <a16:creationId xmlns:a16="http://schemas.microsoft.com/office/drawing/2014/main" id="{E5D9D3AB-B93B-4E25-B01A-2E4796AAEAB1}"/>
                      </a:ext>
                    </a:extLst>
                  </p:cNvPr>
                  <p:cNvSpPr/>
                  <p:nvPr/>
                </p:nvSpPr>
                <p:spPr>
                  <a:xfrm>
                    <a:off x="6837742" y="1292819"/>
                    <a:ext cx="41451" cy="41316"/>
                  </a:xfrm>
                  <a:custGeom>
                    <a:avLst/>
                    <a:gdLst>
                      <a:gd name="connsiteX0" fmla="*/ 4170 w 41451"/>
                      <a:gd name="connsiteY0" fmla="*/ 41011 h 41316"/>
                      <a:gd name="connsiteX1" fmla="*/ 11973 w 41451"/>
                      <a:gd name="connsiteY1" fmla="*/ 39592 h 41316"/>
                      <a:gd name="connsiteX2" fmla="*/ 29350 w 41451"/>
                      <a:gd name="connsiteY2" fmla="*/ 27401 h 41316"/>
                      <a:gd name="connsiteX3" fmla="*/ 40256 w 41451"/>
                      <a:gd name="connsiteY3" fmla="*/ 9757 h 41316"/>
                      <a:gd name="connsiteX4" fmla="*/ 39280 w 41451"/>
                      <a:gd name="connsiteY4" fmla="*/ 49 h 41316"/>
                      <a:gd name="connsiteX5" fmla="*/ 33207 w 41451"/>
                      <a:gd name="connsiteY5" fmla="*/ 3950 h 41316"/>
                      <a:gd name="connsiteX6" fmla="*/ 17248 w 41451"/>
                      <a:gd name="connsiteY6" fmla="*/ 15343 h 41316"/>
                      <a:gd name="connsiteX7" fmla="*/ 1821 w 41451"/>
                      <a:gd name="connsiteY7" fmla="*/ 27446 h 41316"/>
                      <a:gd name="connsiteX8" fmla="*/ 4170 w 41451"/>
                      <a:gd name="connsiteY8" fmla="*/ 41011 h 41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451" h="41316">
                        <a:moveTo>
                          <a:pt x="4170" y="41011"/>
                        </a:moveTo>
                        <a:cubicBezTo>
                          <a:pt x="7229" y="41676"/>
                          <a:pt x="8603" y="41277"/>
                          <a:pt x="11973" y="39592"/>
                        </a:cubicBezTo>
                        <a:cubicBezTo>
                          <a:pt x="18356" y="36356"/>
                          <a:pt x="23632" y="33652"/>
                          <a:pt x="29350" y="27401"/>
                        </a:cubicBezTo>
                        <a:cubicBezTo>
                          <a:pt x="34138" y="22215"/>
                          <a:pt x="38261" y="15521"/>
                          <a:pt x="40256" y="9757"/>
                        </a:cubicBezTo>
                        <a:cubicBezTo>
                          <a:pt x="41763" y="5457"/>
                          <a:pt x="42250" y="803"/>
                          <a:pt x="39280" y="49"/>
                        </a:cubicBezTo>
                        <a:cubicBezTo>
                          <a:pt x="37463" y="-394"/>
                          <a:pt x="35379" y="2266"/>
                          <a:pt x="33207" y="3950"/>
                        </a:cubicBezTo>
                        <a:cubicBezTo>
                          <a:pt x="28065" y="7984"/>
                          <a:pt x="23321" y="12107"/>
                          <a:pt x="17248" y="15343"/>
                        </a:cubicBezTo>
                        <a:cubicBezTo>
                          <a:pt x="12105" y="18092"/>
                          <a:pt x="5456" y="20486"/>
                          <a:pt x="1821" y="27446"/>
                        </a:cubicBezTo>
                        <a:cubicBezTo>
                          <a:pt x="-1460" y="33652"/>
                          <a:pt x="-86" y="40036"/>
                          <a:pt x="4170" y="4101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01" name="Forme libre : forme 20700">
                    <a:extLst>
                      <a:ext uri="{FF2B5EF4-FFF2-40B4-BE49-F238E27FC236}">
                        <a16:creationId xmlns:a16="http://schemas.microsoft.com/office/drawing/2014/main" id="{E595EA19-E31F-4630-9DC1-022C53BAF0FB}"/>
                      </a:ext>
                    </a:extLst>
                  </p:cNvPr>
                  <p:cNvSpPr/>
                  <p:nvPr/>
                </p:nvSpPr>
                <p:spPr>
                  <a:xfrm>
                    <a:off x="6843281" y="1305525"/>
                    <a:ext cx="8503" cy="16859"/>
                  </a:xfrm>
                  <a:custGeom>
                    <a:avLst/>
                    <a:gdLst>
                      <a:gd name="connsiteX0" fmla="*/ 139 w 8503"/>
                      <a:gd name="connsiteY0" fmla="*/ 14562 h 16859"/>
                      <a:gd name="connsiteX1" fmla="*/ 228 w 8503"/>
                      <a:gd name="connsiteY1" fmla="*/ 16601 h 16859"/>
                      <a:gd name="connsiteX2" fmla="*/ 1912 w 8503"/>
                      <a:gd name="connsiteY2" fmla="*/ 16114 h 16859"/>
                      <a:gd name="connsiteX3" fmla="*/ 3774 w 8503"/>
                      <a:gd name="connsiteY3" fmla="*/ 13454 h 16859"/>
                      <a:gd name="connsiteX4" fmla="*/ 7409 w 8503"/>
                      <a:gd name="connsiteY4" fmla="*/ 6272 h 16859"/>
                      <a:gd name="connsiteX5" fmla="*/ 8385 w 8503"/>
                      <a:gd name="connsiteY5" fmla="*/ 3524 h 16859"/>
                      <a:gd name="connsiteX6" fmla="*/ 4173 w 8503"/>
                      <a:gd name="connsiteY6" fmla="*/ 2770 h 16859"/>
                      <a:gd name="connsiteX7" fmla="*/ 139 w 8503"/>
                      <a:gd name="connsiteY7" fmla="*/ 14562 h 16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03" h="16859">
                        <a:moveTo>
                          <a:pt x="139" y="14562"/>
                        </a:moveTo>
                        <a:cubicBezTo>
                          <a:pt x="6" y="15449"/>
                          <a:pt x="-127" y="16069"/>
                          <a:pt x="228" y="16601"/>
                        </a:cubicBezTo>
                        <a:cubicBezTo>
                          <a:pt x="538" y="17133"/>
                          <a:pt x="1247" y="16779"/>
                          <a:pt x="1912" y="16114"/>
                        </a:cubicBezTo>
                        <a:cubicBezTo>
                          <a:pt x="2577" y="15449"/>
                          <a:pt x="3242" y="14341"/>
                          <a:pt x="3774" y="13454"/>
                        </a:cubicBezTo>
                        <a:cubicBezTo>
                          <a:pt x="5060" y="11149"/>
                          <a:pt x="6390" y="8622"/>
                          <a:pt x="7409" y="6272"/>
                        </a:cubicBezTo>
                        <a:cubicBezTo>
                          <a:pt x="7808" y="5297"/>
                          <a:pt x="8251" y="4410"/>
                          <a:pt x="8385" y="3524"/>
                        </a:cubicBezTo>
                        <a:cubicBezTo>
                          <a:pt x="9049" y="-244"/>
                          <a:pt x="6833" y="-1707"/>
                          <a:pt x="4173" y="2770"/>
                        </a:cubicBezTo>
                        <a:cubicBezTo>
                          <a:pt x="2045" y="6184"/>
                          <a:pt x="760" y="10971"/>
                          <a:pt x="139" y="14562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02" name="Forme libre : forme 20701">
                    <a:extLst>
                      <a:ext uri="{FF2B5EF4-FFF2-40B4-BE49-F238E27FC236}">
                        <a16:creationId xmlns:a16="http://schemas.microsoft.com/office/drawing/2014/main" id="{D433ADBF-7039-4E1E-A7DC-74C39BDA99DE}"/>
                      </a:ext>
                    </a:extLst>
                  </p:cNvPr>
                  <p:cNvSpPr/>
                  <p:nvPr/>
                </p:nvSpPr>
                <p:spPr>
                  <a:xfrm>
                    <a:off x="6884248" y="1270481"/>
                    <a:ext cx="6072" cy="29613"/>
                  </a:xfrm>
                  <a:custGeom>
                    <a:avLst/>
                    <a:gdLst>
                      <a:gd name="connsiteX0" fmla="*/ 5142 w 6072"/>
                      <a:gd name="connsiteY0" fmla="*/ 0 h 29613"/>
                      <a:gd name="connsiteX1" fmla="*/ 0 w 6072"/>
                      <a:gd name="connsiteY1" fmla="*/ 29613 h 29613"/>
                      <a:gd name="connsiteX2" fmla="*/ 5142 w 6072"/>
                      <a:gd name="connsiteY2" fmla="*/ 0 h 29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072" h="29613">
                        <a:moveTo>
                          <a:pt x="5142" y="0"/>
                        </a:moveTo>
                        <a:cubicBezTo>
                          <a:pt x="8157" y="7004"/>
                          <a:pt x="3148" y="20924"/>
                          <a:pt x="0" y="29613"/>
                        </a:cubicBezTo>
                        <a:cubicBezTo>
                          <a:pt x="3458" y="20171"/>
                          <a:pt x="5009" y="8556"/>
                          <a:pt x="51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03" name="Forme libre : forme 20702">
                    <a:extLst>
                      <a:ext uri="{FF2B5EF4-FFF2-40B4-BE49-F238E27FC236}">
                        <a16:creationId xmlns:a16="http://schemas.microsoft.com/office/drawing/2014/main" id="{28B537D0-535B-4D85-8EA4-B537E5096B71}"/>
                      </a:ext>
                    </a:extLst>
                  </p:cNvPr>
                  <p:cNvSpPr/>
                  <p:nvPr/>
                </p:nvSpPr>
                <p:spPr>
                  <a:xfrm>
                    <a:off x="6831771" y="1306566"/>
                    <a:ext cx="7614" cy="31873"/>
                  </a:xfrm>
                  <a:custGeom>
                    <a:avLst/>
                    <a:gdLst>
                      <a:gd name="connsiteX0" fmla="*/ 7614 w 7614"/>
                      <a:gd name="connsiteY0" fmla="*/ 0 h 31873"/>
                      <a:gd name="connsiteX1" fmla="*/ 33 w 7614"/>
                      <a:gd name="connsiteY1" fmla="*/ 31874 h 31873"/>
                      <a:gd name="connsiteX2" fmla="*/ 7614 w 7614"/>
                      <a:gd name="connsiteY2" fmla="*/ 0 h 31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614" h="31873">
                        <a:moveTo>
                          <a:pt x="7614" y="0"/>
                        </a:moveTo>
                        <a:cubicBezTo>
                          <a:pt x="1408" y="10684"/>
                          <a:pt x="33" y="22254"/>
                          <a:pt x="33" y="31874"/>
                        </a:cubicBezTo>
                        <a:cubicBezTo>
                          <a:pt x="-410" y="22963"/>
                          <a:pt x="3624" y="9930"/>
                          <a:pt x="761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04" name="Forme libre : forme 20703">
                    <a:extLst>
                      <a:ext uri="{FF2B5EF4-FFF2-40B4-BE49-F238E27FC236}">
                        <a16:creationId xmlns:a16="http://schemas.microsoft.com/office/drawing/2014/main" id="{77897D68-5DBB-46B3-BA13-5B7DAC3FED2E}"/>
                      </a:ext>
                    </a:extLst>
                  </p:cNvPr>
                  <p:cNvSpPr/>
                  <p:nvPr/>
                </p:nvSpPr>
                <p:spPr>
                  <a:xfrm>
                    <a:off x="6860184" y="1288143"/>
                    <a:ext cx="11020" cy="12730"/>
                  </a:xfrm>
                  <a:custGeom>
                    <a:avLst/>
                    <a:gdLst>
                      <a:gd name="connsiteX0" fmla="*/ 10942 w 11020"/>
                      <a:gd name="connsiteY0" fmla="*/ 425 h 12730"/>
                      <a:gd name="connsiteX1" fmla="*/ 6022 w 11020"/>
                      <a:gd name="connsiteY1" fmla="*/ 8581 h 12730"/>
                      <a:gd name="connsiteX2" fmla="*/ 81 w 11020"/>
                      <a:gd name="connsiteY2" fmla="*/ 12217 h 12730"/>
                      <a:gd name="connsiteX3" fmla="*/ 4736 w 11020"/>
                      <a:gd name="connsiteY3" fmla="*/ 4503 h 12730"/>
                      <a:gd name="connsiteX4" fmla="*/ 10942 w 11020"/>
                      <a:gd name="connsiteY4" fmla="*/ 425 h 12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0" h="12730">
                        <a:moveTo>
                          <a:pt x="10942" y="425"/>
                        </a:moveTo>
                        <a:cubicBezTo>
                          <a:pt x="11652" y="2242"/>
                          <a:pt x="7307" y="7074"/>
                          <a:pt x="6022" y="8581"/>
                        </a:cubicBezTo>
                        <a:cubicBezTo>
                          <a:pt x="4692" y="10044"/>
                          <a:pt x="791" y="14167"/>
                          <a:pt x="81" y="12217"/>
                        </a:cubicBezTo>
                        <a:cubicBezTo>
                          <a:pt x="-628" y="10266"/>
                          <a:pt x="3495" y="5922"/>
                          <a:pt x="4736" y="4503"/>
                        </a:cubicBezTo>
                        <a:cubicBezTo>
                          <a:pt x="6022" y="3129"/>
                          <a:pt x="10233" y="-1393"/>
                          <a:pt x="10942" y="42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05" name="Forme libre : forme 20704">
                    <a:extLst>
                      <a:ext uri="{FF2B5EF4-FFF2-40B4-BE49-F238E27FC236}">
                        <a16:creationId xmlns:a16="http://schemas.microsoft.com/office/drawing/2014/main" id="{7CF16FD0-E40F-49A8-9622-77373E41AC5C}"/>
                      </a:ext>
                    </a:extLst>
                  </p:cNvPr>
                  <p:cNvSpPr/>
                  <p:nvPr/>
                </p:nvSpPr>
                <p:spPr>
                  <a:xfrm>
                    <a:off x="6869295" y="1286236"/>
                    <a:ext cx="3173" cy="3787"/>
                  </a:xfrm>
                  <a:custGeom>
                    <a:avLst/>
                    <a:gdLst>
                      <a:gd name="connsiteX0" fmla="*/ 2939 w 3173"/>
                      <a:gd name="connsiteY0" fmla="*/ 26 h 3787"/>
                      <a:gd name="connsiteX1" fmla="*/ 2319 w 3173"/>
                      <a:gd name="connsiteY1" fmla="*/ 2198 h 3787"/>
                      <a:gd name="connsiteX2" fmla="*/ 235 w 3173"/>
                      <a:gd name="connsiteY2" fmla="*/ 3750 h 3787"/>
                      <a:gd name="connsiteX3" fmla="*/ 812 w 3173"/>
                      <a:gd name="connsiteY3" fmla="*/ 1622 h 3787"/>
                      <a:gd name="connsiteX4" fmla="*/ 2939 w 3173"/>
                      <a:gd name="connsiteY4" fmla="*/ 26 h 3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73" h="3787">
                        <a:moveTo>
                          <a:pt x="2939" y="26"/>
                        </a:moveTo>
                        <a:cubicBezTo>
                          <a:pt x="3560" y="292"/>
                          <a:pt x="2807" y="1578"/>
                          <a:pt x="2319" y="2198"/>
                        </a:cubicBezTo>
                        <a:cubicBezTo>
                          <a:pt x="1876" y="2819"/>
                          <a:pt x="856" y="4016"/>
                          <a:pt x="235" y="3750"/>
                        </a:cubicBezTo>
                        <a:cubicBezTo>
                          <a:pt x="-385" y="3484"/>
                          <a:pt x="368" y="2287"/>
                          <a:pt x="812" y="1622"/>
                        </a:cubicBezTo>
                        <a:cubicBezTo>
                          <a:pt x="1299" y="1046"/>
                          <a:pt x="2319" y="-195"/>
                          <a:pt x="2939" y="2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706" name="Forme libre : forme 20705">
                    <a:extLst>
                      <a:ext uri="{FF2B5EF4-FFF2-40B4-BE49-F238E27FC236}">
                        <a16:creationId xmlns:a16="http://schemas.microsoft.com/office/drawing/2014/main" id="{57DE37C4-2A45-41C1-8DED-BED68F043D20}"/>
                      </a:ext>
                    </a:extLst>
                  </p:cNvPr>
                  <p:cNvSpPr/>
                  <p:nvPr/>
                </p:nvSpPr>
                <p:spPr>
                  <a:xfrm>
                    <a:off x="6852054" y="1269638"/>
                    <a:ext cx="34074" cy="25881"/>
                  </a:xfrm>
                  <a:custGeom>
                    <a:avLst/>
                    <a:gdLst>
                      <a:gd name="connsiteX0" fmla="*/ 21467 w 34074"/>
                      <a:gd name="connsiteY0" fmla="*/ 3724 h 25881"/>
                      <a:gd name="connsiteX1" fmla="*/ 32815 w 34074"/>
                      <a:gd name="connsiteY1" fmla="*/ 1 h 25881"/>
                      <a:gd name="connsiteX2" fmla="*/ 33303 w 34074"/>
                      <a:gd name="connsiteY2" fmla="*/ 3857 h 25881"/>
                      <a:gd name="connsiteX3" fmla="*/ 29180 w 34074"/>
                      <a:gd name="connsiteY3" fmla="*/ 6739 h 25881"/>
                      <a:gd name="connsiteX4" fmla="*/ 15881 w 34074"/>
                      <a:gd name="connsiteY4" fmla="*/ 14541 h 25881"/>
                      <a:gd name="connsiteX5" fmla="*/ 99 w 34074"/>
                      <a:gd name="connsiteY5" fmla="*/ 24915 h 25881"/>
                      <a:gd name="connsiteX6" fmla="*/ 11891 w 34074"/>
                      <a:gd name="connsiteY6" fmla="*/ 8113 h 25881"/>
                      <a:gd name="connsiteX7" fmla="*/ 21467 w 34074"/>
                      <a:gd name="connsiteY7" fmla="*/ 3724 h 25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074" h="25881">
                        <a:moveTo>
                          <a:pt x="21467" y="3724"/>
                        </a:moveTo>
                        <a:cubicBezTo>
                          <a:pt x="25722" y="1597"/>
                          <a:pt x="28825" y="134"/>
                          <a:pt x="32815" y="1"/>
                        </a:cubicBezTo>
                        <a:cubicBezTo>
                          <a:pt x="34278" y="-44"/>
                          <a:pt x="34500" y="2129"/>
                          <a:pt x="33303" y="3857"/>
                        </a:cubicBezTo>
                        <a:cubicBezTo>
                          <a:pt x="32106" y="5586"/>
                          <a:pt x="30643" y="6118"/>
                          <a:pt x="29180" y="6739"/>
                        </a:cubicBezTo>
                        <a:cubicBezTo>
                          <a:pt x="24570" y="8689"/>
                          <a:pt x="20403" y="11394"/>
                          <a:pt x="15881" y="14541"/>
                        </a:cubicBezTo>
                        <a:cubicBezTo>
                          <a:pt x="13044" y="16492"/>
                          <a:pt x="1207" y="29481"/>
                          <a:pt x="99" y="24915"/>
                        </a:cubicBezTo>
                        <a:cubicBezTo>
                          <a:pt x="-1054" y="20260"/>
                          <a:pt x="8167" y="10729"/>
                          <a:pt x="11891" y="8113"/>
                        </a:cubicBezTo>
                        <a:cubicBezTo>
                          <a:pt x="15570" y="5409"/>
                          <a:pt x="18230" y="5276"/>
                          <a:pt x="21467" y="372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669" name="Graphique 2">
                  <a:extLst>
                    <a:ext uri="{FF2B5EF4-FFF2-40B4-BE49-F238E27FC236}">
                      <a16:creationId xmlns:a16="http://schemas.microsoft.com/office/drawing/2014/main" id="{7F47A8A9-E8B9-4CC6-B11E-F972F30A5FA4}"/>
                    </a:ext>
                  </a:extLst>
                </p:cNvPr>
                <p:cNvGrpSpPr/>
                <p:nvPr/>
              </p:nvGrpSpPr>
              <p:grpSpPr>
                <a:xfrm>
                  <a:off x="6885662" y="1190404"/>
                  <a:ext cx="63127" cy="77642"/>
                  <a:chOff x="6885662" y="1190404"/>
                  <a:chExt cx="63127" cy="77642"/>
                </a:xfrm>
                <a:solidFill>
                  <a:schemeClr val="accent1"/>
                </a:solidFill>
              </p:grpSpPr>
              <p:sp>
                <p:nvSpPr>
                  <p:cNvPr id="20683" name="Forme libre : forme 20682">
                    <a:extLst>
                      <a:ext uri="{FF2B5EF4-FFF2-40B4-BE49-F238E27FC236}">
                        <a16:creationId xmlns:a16="http://schemas.microsoft.com/office/drawing/2014/main" id="{A0A84F7D-F5B7-4ED0-BD68-2643052BC47F}"/>
                      </a:ext>
                    </a:extLst>
                  </p:cNvPr>
                  <p:cNvSpPr/>
                  <p:nvPr/>
                </p:nvSpPr>
                <p:spPr>
                  <a:xfrm>
                    <a:off x="6885662" y="1190404"/>
                    <a:ext cx="63127" cy="77642"/>
                  </a:xfrm>
                  <a:custGeom>
                    <a:avLst/>
                    <a:gdLst>
                      <a:gd name="connsiteX0" fmla="*/ 56349 w 63127"/>
                      <a:gd name="connsiteY0" fmla="*/ 35790 h 77642"/>
                      <a:gd name="connsiteX1" fmla="*/ 54221 w 63127"/>
                      <a:gd name="connsiteY1" fmla="*/ 39115 h 77642"/>
                      <a:gd name="connsiteX2" fmla="*/ 51960 w 63127"/>
                      <a:gd name="connsiteY2" fmla="*/ 42351 h 77642"/>
                      <a:gd name="connsiteX3" fmla="*/ 46685 w 63127"/>
                      <a:gd name="connsiteY3" fmla="*/ 49488 h 77642"/>
                      <a:gd name="connsiteX4" fmla="*/ 36622 w 63127"/>
                      <a:gd name="connsiteY4" fmla="*/ 62123 h 77642"/>
                      <a:gd name="connsiteX5" fmla="*/ 7674 w 63127"/>
                      <a:gd name="connsiteY5" fmla="*/ 77594 h 77642"/>
                      <a:gd name="connsiteX6" fmla="*/ 49 w 63127"/>
                      <a:gd name="connsiteY6" fmla="*/ 71078 h 77642"/>
                      <a:gd name="connsiteX7" fmla="*/ 9403 w 63127"/>
                      <a:gd name="connsiteY7" fmla="*/ 39957 h 77642"/>
                      <a:gd name="connsiteX8" fmla="*/ 18092 w 63127"/>
                      <a:gd name="connsiteY8" fmla="*/ 28210 h 77642"/>
                      <a:gd name="connsiteX9" fmla="*/ 26825 w 63127"/>
                      <a:gd name="connsiteY9" fmla="*/ 16950 h 77642"/>
                      <a:gd name="connsiteX10" fmla="*/ 32765 w 63127"/>
                      <a:gd name="connsiteY10" fmla="*/ 10211 h 77642"/>
                      <a:gd name="connsiteX11" fmla="*/ 39681 w 63127"/>
                      <a:gd name="connsiteY11" fmla="*/ 4936 h 77642"/>
                      <a:gd name="connsiteX12" fmla="*/ 54753 w 63127"/>
                      <a:gd name="connsiteY12" fmla="*/ 59 h 77642"/>
                      <a:gd name="connsiteX13" fmla="*/ 62866 w 63127"/>
                      <a:gd name="connsiteY13" fmla="*/ 5556 h 77642"/>
                      <a:gd name="connsiteX14" fmla="*/ 62467 w 63127"/>
                      <a:gd name="connsiteY14" fmla="*/ 19742 h 77642"/>
                      <a:gd name="connsiteX15" fmla="*/ 56349 w 63127"/>
                      <a:gd name="connsiteY15" fmla="*/ 35790 h 77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3127" h="77642">
                        <a:moveTo>
                          <a:pt x="56349" y="35790"/>
                        </a:moveTo>
                        <a:cubicBezTo>
                          <a:pt x="55729" y="36766"/>
                          <a:pt x="54975" y="37874"/>
                          <a:pt x="54221" y="39115"/>
                        </a:cubicBezTo>
                        <a:cubicBezTo>
                          <a:pt x="53512" y="40135"/>
                          <a:pt x="52758" y="41199"/>
                          <a:pt x="51960" y="42351"/>
                        </a:cubicBezTo>
                        <a:cubicBezTo>
                          <a:pt x="50320" y="44568"/>
                          <a:pt x="48503" y="47050"/>
                          <a:pt x="46685" y="49488"/>
                        </a:cubicBezTo>
                        <a:cubicBezTo>
                          <a:pt x="43006" y="54365"/>
                          <a:pt x="39193" y="59108"/>
                          <a:pt x="36622" y="62123"/>
                        </a:cubicBezTo>
                        <a:cubicBezTo>
                          <a:pt x="26913" y="73294"/>
                          <a:pt x="18313" y="76176"/>
                          <a:pt x="7674" y="77594"/>
                        </a:cubicBezTo>
                        <a:cubicBezTo>
                          <a:pt x="3994" y="78082"/>
                          <a:pt x="182" y="74757"/>
                          <a:pt x="49" y="71078"/>
                        </a:cubicBezTo>
                        <a:cubicBezTo>
                          <a:pt x="-350" y="60571"/>
                          <a:pt x="1600" y="51217"/>
                          <a:pt x="9403" y="39957"/>
                        </a:cubicBezTo>
                        <a:cubicBezTo>
                          <a:pt x="11486" y="36943"/>
                          <a:pt x="14767" y="32554"/>
                          <a:pt x="18092" y="28210"/>
                        </a:cubicBezTo>
                        <a:cubicBezTo>
                          <a:pt x="21372" y="23998"/>
                          <a:pt x="24608" y="19831"/>
                          <a:pt x="26825" y="16950"/>
                        </a:cubicBezTo>
                        <a:cubicBezTo>
                          <a:pt x="28421" y="14910"/>
                          <a:pt x="30637" y="12251"/>
                          <a:pt x="32765" y="10211"/>
                        </a:cubicBezTo>
                        <a:cubicBezTo>
                          <a:pt x="34982" y="8128"/>
                          <a:pt x="37243" y="6310"/>
                          <a:pt x="39681" y="4936"/>
                        </a:cubicBezTo>
                        <a:cubicBezTo>
                          <a:pt x="44468" y="2143"/>
                          <a:pt x="49434" y="680"/>
                          <a:pt x="54753" y="59"/>
                        </a:cubicBezTo>
                        <a:cubicBezTo>
                          <a:pt x="58433" y="-428"/>
                          <a:pt x="62600" y="2143"/>
                          <a:pt x="62866" y="5556"/>
                        </a:cubicBezTo>
                        <a:cubicBezTo>
                          <a:pt x="63265" y="10433"/>
                          <a:pt x="63265" y="15043"/>
                          <a:pt x="62467" y="19742"/>
                        </a:cubicBezTo>
                        <a:cubicBezTo>
                          <a:pt x="61536" y="24486"/>
                          <a:pt x="60206" y="29141"/>
                          <a:pt x="56349" y="3579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84" name="Forme libre : forme 20683">
                    <a:extLst>
                      <a:ext uri="{FF2B5EF4-FFF2-40B4-BE49-F238E27FC236}">
                        <a16:creationId xmlns:a16="http://schemas.microsoft.com/office/drawing/2014/main" id="{0AD3F447-0FED-4B36-B1B5-F2F5A5E1E056}"/>
                      </a:ext>
                    </a:extLst>
                  </p:cNvPr>
                  <p:cNvSpPr/>
                  <p:nvPr/>
                </p:nvSpPr>
                <p:spPr>
                  <a:xfrm>
                    <a:off x="6888903" y="1195694"/>
                    <a:ext cx="59758" cy="72268"/>
                  </a:xfrm>
                  <a:custGeom>
                    <a:avLst/>
                    <a:gdLst>
                      <a:gd name="connsiteX0" fmla="*/ 26377 w 59758"/>
                      <a:gd name="connsiteY0" fmla="*/ 45218 h 72268"/>
                      <a:gd name="connsiteX1" fmla="*/ 0 w 59758"/>
                      <a:gd name="connsiteY1" fmla="*/ 71107 h 72268"/>
                      <a:gd name="connsiteX2" fmla="*/ 4300 w 59758"/>
                      <a:gd name="connsiteY2" fmla="*/ 72215 h 72268"/>
                      <a:gd name="connsiteX3" fmla="*/ 9620 w 59758"/>
                      <a:gd name="connsiteY3" fmla="*/ 71329 h 72268"/>
                      <a:gd name="connsiteX4" fmla="*/ 23983 w 59758"/>
                      <a:gd name="connsiteY4" fmla="*/ 65255 h 72268"/>
                      <a:gd name="connsiteX5" fmla="*/ 33248 w 59758"/>
                      <a:gd name="connsiteY5" fmla="*/ 56744 h 72268"/>
                      <a:gd name="connsiteX6" fmla="*/ 36573 w 59758"/>
                      <a:gd name="connsiteY6" fmla="*/ 52798 h 72268"/>
                      <a:gd name="connsiteX7" fmla="*/ 51468 w 59758"/>
                      <a:gd name="connsiteY7" fmla="*/ 32894 h 72268"/>
                      <a:gd name="connsiteX8" fmla="*/ 53020 w 59758"/>
                      <a:gd name="connsiteY8" fmla="*/ 30455 h 72268"/>
                      <a:gd name="connsiteX9" fmla="*/ 58162 w 59758"/>
                      <a:gd name="connsiteY9" fmla="*/ 18530 h 72268"/>
                      <a:gd name="connsiteX10" fmla="*/ 59758 w 59758"/>
                      <a:gd name="connsiteY10" fmla="*/ 4743 h 72268"/>
                      <a:gd name="connsiteX11" fmla="*/ 59536 w 59758"/>
                      <a:gd name="connsiteY11" fmla="*/ 177 h 72268"/>
                      <a:gd name="connsiteX12" fmla="*/ 59492 w 59758"/>
                      <a:gd name="connsiteY12" fmla="*/ 0 h 72268"/>
                      <a:gd name="connsiteX13" fmla="*/ 42824 w 59758"/>
                      <a:gd name="connsiteY13" fmla="*/ 22077 h 72268"/>
                      <a:gd name="connsiteX14" fmla="*/ 26377 w 59758"/>
                      <a:gd name="connsiteY14" fmla="*/ 45218 h 72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9758" h="72268">
                        <a:moveTo>
                          <a:pt x="26377" y="45218"/>
                        </a:moveTo>
                        <a:cubicBezTo>
                          <a:pt x="19107" y="55813"/>
                          <a:pt x="10240" y="66496"/>
                          <a:pt x="0" y="71107"/>
                        </a:cubicBezTo>
                        <a:cubicBezTo>
                          <a:pt x="1286" y="71949"/>
                          <a:pt x="2793" y="72437"/>
                          <a:pt x="4300" y="72215"/>
                        </a:cubicBezTo>
                        <a:cubicBezTo>
                          <a:pt x="6118" y="71949"/>
                          <a:pt x="7891" y="71683"/>
                          <a:pt x="9620" y="71329"/>
                        </a:cubicBezTo>
                        <a:cubicBezTo>
                          <a:pt x="14585" y="70220"/>
                          <a:pt x="19284" y="68491"/>
                          <a:pt x="23983" y="65255"/>
                        </a:cubicBezTo>
                        <a:cubicBezTo>
                          <a:pt x="27042" y="63127"/>
                          <a:pt x="30057" y="60379"/>
                          <a:pt x="33248" y="56744"/>
                        </a:cubicBezTo>
                        <a:cubicBezTo>
                          <a:pt x="34179" y="55635"/>
                          <a:pt x="35332" y="54261"/>
                          <a:pt x="36573" y="52798"/>
                        </a:cubicBezTo>
                        <a:cubicBezTo>
                          <a:pt x="41361" y="46858"/>
                          <a:pt x="47434" y="38790"/>
                          <a:pt x="51468" y="32894"/>
                        </a:cubicBezTo>
                        <a:cubicBezTo>
                          <a:pt x="52045" y="32007"/>
                          <a:pt x="52576" y="31209"/>
                          <a:pt x="53020" y="30455"/>
                        </a:cubicBezTo>
                        <a:cubicBezTo>
                          <a:pt x="55813" y="25623"/>
                          <a:pt x="57143" y="22077"/>
                          <a:pt x="58162" y="18530"/>
                        </a:cubicBezTo>
                        <a:cubicBezTo>
                          <a:pt x="59448" y="13787"/>
                          <a:pt x="59758" y="9354"/>
                          <a:pt x="59758" y="4743"/>
                        </a:cubicBezTo>
                        <a:cubicBezTo>
                          <a:pt x="59758" y="3236"/>
                          <a:pt x="59670" y="1729"/>
                          <a:pt x="59536" y="177"/>
                        </a:cubicBezTo>
                        <a:lnTo>
                          <a:pt x="59492" y="0"/>
                        </a:lnTo>
                        <a:cubicBezTo>
                          <a:pt x="53242" y="6605"/>
                          <a:pt x="48011" y="14009"/>
                          <a:pt x="42824" y="22077"/>
                        </a:cubicBezTo>
                        <a:cubicBezTo>
                          <a:pt x="37194" y="30234"/>
                          <a:pt x="31608" y="37548"/>
                          <a:pt x="26377" y="45218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85" name="Forme libre : forme 20684">
                    <a:extLst>
                      <a:ext uri="{FF2B5EF4-FFF2-40B4-BE49-F238E27FC236}">
                        <a16:creationId xmlns:a16="http://schemas.microsoft.com/office/drawing/2014/main" id="{A191A3A1-0DE4-4D75-A1F7-715AE8AA79FD}"/>
                      </a:ext>
                    </a:extLst>
                  </p:cNvPr>
                  <p:cNvSpPr/>
                  <p:nvPr/>
                </p:nvSpPr>
                <p:spPr>
                  <a:xfrm>
                    <a:off x="6908186" y="1205934"/>
                    <a:ext cx="28050" cy="35869"/>
                  </a:xfrm>
                  <a:custGeom>
                    <a:avLst/>
                    <a:gdLst>
                      <a:gd name="connsiteX0" fmla="*/ 27043 w 28050"/>
                      <a:gd name="connsiteY0" fmla="*/ 311 h 35869"/>
                      <a:gd name="connsiteX1" fmla="*/ 25890 w 28050"/>
                      <a:gd name="connsiteY1" fmla="*/ 10418 h 35869"/>
                      <a:gd name="connsiteX2" fmla="*/ 22167 w 28050"/>
                      <a:gd name="connsiteY2" fmla="*/ 17467 h 35869"/>
                      <a:gd name="connsiteX3" fmla="*/ 18753 w 28050"/>
                      <a:gd name="connsiteY3" fmla="*/ 22476 h 35869"/>
                      <a:gd name="connsiteX4" fmla="*/ 1065 w 28050"/>
                      <a:gd name="connsiteY4" fmla="*/ 35376 h 35869"/>
                      <a:gd name="connsiteX5" fmla="*/ 9444 w 28050"/>
                      <a:gd name="connsiteY5" fmla="*/ 15649 h 35869"/>
                      <a:gd name="connsiteX6" fmla="*/ 13167 w 28050"/>
                      <a:gd name="connsiteY6" fmla="*/ 11216 h 35869"/>
                      <a:gd name="connsiteX7" fmla="*/ 17999 w 28050"/>
                      <a:gd name="connsiteY7" fmla="*/ 5719 h 35869"/>
                      <a:gd name="connsiteX8" fmla="*/ 27043 w 28050"/>
                      <a:gd name="connsiteY8" fmla="*/ 311 h 35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050" h="35869">
                        <a:moveTo>
                          <a:pt x="27043" y="311"/>
                        </a:moveTo>
                        <a:cubicBezTo>
                          <a:pt x="28993" y="1596"/>
                          <a:pt x="27841" y="5808"/>
                          <a:pt x="25890" y="10418"/>
                        </a:cubicBezTo>
                        <a:cubicBezTo>
                          <a:pt x="24915" y="12723"/>
                          <a:pt x="23496" y="15294"/>
                          <a:pt x="22167" y="17467"/>
                        </a:cubicBezTo>
                        <a:cubicBezTo>
                          <a:pt x="20881" y="19506"/>
                          <a:pt x="19640" y="21323"/>
                          <a:pt x="18753" y="22476"/>
                        </a:cubicBezTo>
                        <a:cubicBezTo>
                          <a:pt x="15295" y="27131"/>
                          <a:pt x="5232" y="38346"/>
                          <a:pt x="1065" y="35376"/>
                        </a:cubicBezTo>
                        <a:cubicBezTo>
                          <a:pt x="-3102" y="32362"/>
                          <a:pt x="6074" y="19816"/>
                          <a:pt x="9444" y="15649"/>
                        </a:cubicBezTo>
                        <a:cubicBezTo>
                          <a:pt x="10286" y="14629"/>
                          <a:pt x="11616" y="13034"/>
                          <a:pt x="13167" y="11216"/>
                        </a:cubicBezTo>
                        <a:cubicBezTo>
                          <a:pt x="14675" y="9531"/>
                          <a:pt x="16359" y="7581"/>
                          <a:pt x="17999" y="5719"/>
                        </a:cubicBezTo>
                        <a:cubicBezTo>
                          <a:pt x="21369" y="1906"/>
                          <a:pt x="25048" y="-975"/>
                          <a:pt x="27043" y="31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86" name="Forme libre : forme 20685">
                    <a:extLst>
                      <a:ext uri="{FF2B5EF4-FFF2-40B4-BE49-F238E27FC236}">
                        <a16:creationId xmlns:a16="http://schemas.microsoft.com/office/drawing/2014/main" id="{C756167B-B197-4870-8D37-3A068A09F58A}"/>
                      </a:ext>
                    </a:extLst>
                  </p:cNvPr>
                  <p:cNvSpPr/>
                  <p:nvPr/>
                </p:nvSpPr>
                <p:spPr>
                  <a:xfrm>
                    <a:off x="6907969" y="1220032"/>
                    <a:ext cx="24112" cy="21644"/>
                  </a:xfrm>
                  <a:custGeom>
                    <a:avLst/>
                    <a:gdLst>
                      <a:gd name="connsiteX0" fmla="*/ 3188 w 24112"/>
                      <a:gd name="connsiteY0" fmla="*/ 11171 h 21644"/>
                      <a:gd name="connsiteX1" fmla="*/ 1149 w 24112"/>
                      <a:gd name="connsiteY1" fmla="*/ 21412 h 21644"/>
                      <a:gd name="connsiteX2" fmla="*/ 19103 w 24112"/>
                      <a:gd name="connsiteY2" fmla="*/ 8157 h 21644"/>
                      <a:gd name="connsiteX3" fmla="*/ 24112 w 24112"/>
                      <a:gd name="connsiteY3" fmla="*/ 0 h 21644"/>
                      <a:gd name="connsiteX4" fmla="*/ 20832 w 24112"/>
                      <a:gd name="connsiteY4" fmla="*/ 4034 h 21644"/>
                      <a:gd name="connsiteX5" fmla="*/ 3188 w 24112"/>
                      <a:gd name="connsiteY5" fmla="*/ 11171 h 21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112" h="21644">
                        <a:moveTo>
                          <a:pt x="3188" y="11171"/>
                        </a:moveTo>
                        <a:cubicBezTo>
                          <a:pt x="2213" y="13876"/>
                          <a:pt x="-1998" y="20259"/>
                          <a:pt x="1149" y="21412"/>
                        </a:cubicBezTo>
                        <a:cubicBezTo>
                          <a:pt x="6203" y="23230"/>
                          <a:pt x="14670" y="13964"/>
                          <a:pt x="19103" y="8157"/>
                        </a:cubicBezTo>
                        <a:cubicBezTo>
                          <a:pt x="20389" y="6428"/>
                          <a:pt x="22960" y="2483"/>
                          <a:pt x="24112" y="0"/>
                        </a:cubicBezTo>
                        <a:cubicBezTo>
                          <a:pt x="23226" y="1197"/>
                          <a:pt x="21807" y="3192"/>
                          <a:pt x="20832" y="4034"/>
                        </a:cubicBezTo>
                        <a:cubicBezTo>
                          <a:pt x="15113" y="8955"/>
                          <a:pt x="7887" y="14275"/>
                          <a:pt x="3188" y="11171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87" name="Forme libre : forme 20686">
                    <a:extLst>
                      <a:ext uri="{FF2B5EF4-FFF2-40B4-BE49-F238E27FC236}">
                        <a16:creationId xmlns:a16="http://schemas.microsoft.com/office/drawing/2014/main" id="{F69585D4-17AF-4575-950C-6101B0571324}"/>
                      </a:ext>
                    </a:extLst>
                  </p:cNvPr>
                  <p:cNvSpPr/>
                  <p:nvPr/>
                </p:nvSpPr>
                <p:spPr>
                  <a:xfrm>
                    <a:off x="6910508" y="1204424"/>
                    <a:ext cx="27731" cy="36368"/>
                  </a:xfrm>
                  <a:custGeom>
                    <a:avLst/>
                    <a:gdLst>
                      <a:gd name="connsiteX0" fmla="*/ 27026 w 27731"/>
                      <a:gd name="connsiteY0" fmla="*/ 624 h 36368"/>
                      <a:gd name="connsiteX1" fmla="*/ 25563 w 27731"/>
                      <a:gd name="connsiteY1" fmla="*/ 11130 h 36368"/>
                      <a:gd name="connsiteX2" fmla="*/ 18737 w 27731"/>
                      <a:gd name="connsiteY2" fmla="*/ 23189 h 36368"/>
                      <a:gd name="connsiteX3" fmla="*/ 1137 w 27731"/>
                      <a:gd name="connsiteY3" fmla="*/ 35911 h 36368"/>
                      <a:gd name="connsiteX4" fmla="*/ 9471 w 27731"/>
                      <a:gd name="connsiteY4" fmla="*/ 16273 h 36368"/>
                      <a:gd name="connsiteX5" fmla="*/ 18116 w 27731"/>
                      <a:gd name="connsiteY5" fmla="*/ 5678 h 36368"/>
                      <a:gd name="connsiteX6" fmla="*/ 27026 w 27731"/>
                      <a:gd name="connsiteY6" fmla="*/ 624 h 36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731" h="36368">
                        <a:moveTo>
                          <a:pt x="27026" y="624"/>
                        </a:moveTo>
                        <a:cubicBezTo>
                          <a:pt x="28534" y="2530"/>
                          <a:pt x="27425" y="6653"/>
                          <a:pt x="25563" y="11130"/>
                        </a:cubicBezTo>
                        <a:cubicBezTo>
                          <a:pt x="23790" y="15608"/>
                          <a:pt x="20465" y="20795"/>
                          <a:pt x="18737" y="23189"/>
                        </a:cubicBezTo>
                        <a:cubicBezTo>
                          <a:pt x="15146" y="28331"/>
                          <a:pt x="5570" y="38660"/>
                          <a:pt x="1137" y="35911"/>
                        </a:cubicBezTo>
                        <a:cubicBezTo>
                          <a:pt x="-3296" y="33163"/>
                          <a:pt x="6457" y="20218"/>
                          <a:pt x="9471" y="16273"/>
                        </a:cubicBezTo>
                        <a:cubicBezTo>
                          <a:pt x="11111" y="14234"/>
                          <a:pt x="14614" y="9756"/>
                          <a:pt x="18116" y="5678"/>
                        </a:cubicBezTo>
                        <a:cubicBezTo>
                          <a:pt x="21707" y="1555"/>
                          <a:pt x="25519" y="-1327"/>
                          <a:pt x="27026" y="62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88" name="Forme libre : forme 20687">
                    <a:extLst>
                      <a:ext uri="{FF2B5EF4-FFF2-40B4-BE49-F238E27FC236}">
                        <a16:creationId xmlns:a16="http://schemas.microsoft.com/office/drawing/2014/main" id="{571E7867-A97C-4A54-9BF1-7BFCFB368F94}"/>
                      </a:ext>
                    </a:extLst>
                  </p:cNvPr>
                  <p:cNvSpPr/>
                  <p:nvPr/>
                </p:nvSpPr>
                <p:spPr>
                  <a:xfrm>
                    <a:off x="6893370" y="1217734"/>
                    <a:ext cx="43379" cy="40210"/>
                  </a:xfrm>
                  <a:custGeom>
                    <a:avLst/>
                    <a:gdLst>
                      <a:gd name="connsiteX0" fmla="*/ 3690 w 43379"/>
                      <a:gd name="connsiteY0" fmla="*/ 39714 h 40210"/>
                      <a:gd name="connsiteX1" fmla="*/ 11537 w 43379"/>
                      <a:gd name="connsiteY1" fmla="*/ 38871 h 40210"/>
                      <a:gd name="connsiteX2" fmla="*/ 29801 w 43379"/>
                      <a:gd name="connsiteY2" fmla="*/ 27833 h 40210"/>
                      <a:gd name="connsiteX3" fmla="*/ 41815 w 43379"/>
                      <a:gd name="connsiteY3" fmla="*/ 10278 h 40210"/>
                      <a:gd name="connsiteX4" fmla="*/ 43366 w 43379"/>
                      <a:gd name="connsiteY4" fmla="*/ 3540 h 40210"/>
                      <a:gd name="connsiteX5" fmla="*/ 41106 w 43379"/>
                      <a:gd name="connsiteY5" fmla="*/ 37 h 40210"/>
                      <a:gd name="connsiteX6" fmla="*/ 34899 w 43379"/>
                      <a:gd name="connsiteY6" fmla="*/ 4293 h 40210"/>
                      <a:gd name="connsiteX7" fmla="*/ 18497 w 43379"/>
                      <a:gd name="connsiteY7" fmla="*/ 15021 h 40210"/>
                      <a:gd name="connsiteX8" fmla="*/ 2316 w 43379"/>
                      <a:gd name="connsiteY8" fmla="*/ 25971 h 40210"/>
                      <a:gd name="connsiteX9" fmla="*/ 3690 w 43379"/>
                      <a:gd name="connsiteY9" fmla="*/ 39714 h 40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3379" h="40210">
                        <a:moveTo>
                          <a:pt x="3690" y="39714"/>
                        </a:moveTo>
                        <a:cubicBezTo>
                          <a:pt x="6705" y="40600"/>
                          <a:pt x="8079" y="40290"/>
                          <a:pt x="11537" y="38871"/>
                        </a:cubicBezTo>
                        <a:cubicBezTo>
                          <a:pt x="18142" y="36123"/>
                          <a:pt x="23595" y="33862"/>
                          <a:pt x="29801" y="27833"/>
                        </a:cubicBezTo>
                        <a:cubicBezTo>
                          <a:pt x="34988" y="22824"/>
                          <a:pt x="39554" y="16129"/>
                          <a:pt x="41815" y="10278"/>
                        </a:cubicBezTo>
                        <a:cubicBezTo>
                          <a:pt x="42568" y="8194"/>
                          <a:pt x="43499" y="5313"/>
                          <a:pt x="43366" y="3540"/>
                        </a:cubicBezTo>
                        <a:cubicBezTo>
                          <a:pt x="43278" y="1678"/>
                          <a:pt x="42613" y="348"/>
                          <a:pt x="41106" y="37"/>
                        </a:cubicBezTo>
                        <a:cubicBezTo>
                          <a:pt x="39288" y="-362"/>
                          <a:pt x="37204" y="2520"/>
                          <a:pt x="34899" y="4293"/>
                        </a:cubicBezTo>
                        <a:cubicBezTo>
                          <a:pt x="29624" y="8239"/>
                          <a:pt x="24703" y="12184"/>
                          <a:pt x="18497" y="15021"/>
                        </a:cubicBezTo>
                        <a:cubicBezTo>
                          <a:pt x="13177" y="17460"/>
                          <a:pt x="6483" y="19321"/>
                          <a:pt x="2316" y="25971"/>
                        </a:cubicBezTo>
                        <a:cubicBezTo>
                          <a:pt x="-1364" y="32000"/>
                          <a:pt x="-477" y="38517"/>
                          <a:pt x="3690" y="39714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89" name="Forme libre : forme 20688">
                    <a:extLst>
                      <a:ext uri="{FF2B5EF4-FFF2-40B4-BE49-F238E27FC236}">
                        <a16:creationId xmlns:a16="http://schemas.microsoft.com/office/drawing/2014/main" id="{C85919C2-6625-4F95-A4DD-841070E86684}"/>
                      </a:ext>
                    </a:extLst>
                  </p:cNvPr>
                  <p:cNvSpPr/>
                  <p:nvPr/>
                </p:nvSpPr>
                <p:spPr>
                  <a:xfrm>
                    <a:off x="6899351" y="1229936"/>
                    <a:ext cx="9291" cy="16279"/>
                  </a:xfrm>
                  <a:custGeom>
                    <a:avLst/>
                    <a:gdLst>
                      <a:gd name="connsiteX0" fmla="*/ 236 w 9291"/>
                      <a:gd name="connsiteY0" fmla="*/ 13946 h 16279"/>
                      <a:gd name="connsiteX1" fmla="*/ 148 w 9291"/>
                      <a:gd name="connsiteY1" fmla="*/ 15986 h 16279"/>
                      <a:gd name="connsiteX2" fmla="*/ 1832 w 9291"/>
                      <a:gd name="connsiteY2" fmla="*/ 15631 h 16279"/>
                      <a:gd name="connsiteX3" fmla="*/ 3872 w 9291"/>
                      <a:gd name="connsiteY3" fmla="*/ 13104 h 16279"/>
                      <a:gd name="connsiteX4" fmla="*/ 7950 w 9291"/>
                      <a:gd name="connsiteY4" fmla="*/ 6233 h 16279"/>
                      <a:gd name="connsiteX5" fmla="*/ 9103 w 9291"/>
                      <a:gd name="connsiteY5" fmla="*/ 3573 h 16279"/>
                      <a:gd name="connsiteX6" fmla="*/ 4935 w 9291"/>
                      <a:gd name="connsiteY6" fmla="*/ 2509 h 16279"/>
                      <a:gd name="connsiteX7" fmla="*/ 236 w 9291"/>
                      <a:gd name="connsiteY7" fmla="*/ 13946 h 16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91" h="16279">
                        <a:moveTo>
                          <a:pt x="236" y="13946"/>
                        </a:moveTo>
                        <a:cubicBezTo>
                          <a:pt x="14" y="14833"/>
                          <a:pt x="-118" y="15454"/>
                          <a:pt x="148" y="15986"/>
                        </a:cubicBezTo>
                        <a:cubicBezTo>
                          <a:pt x="414" y="16562"/>
                          <a:pt x="1167" y="16207"/>
                          <a:pt x="1832" y="15631"/>
                        </a:cubicBezTo>
                        <a:cubicBezTo>
                          <a:pt x="2541" y="15055"/>
                          <a:pt x="3295" y="13946"/>
                          <a:pt x="3872" y="13104"/>
                        </a:cubicBezTo>
                        <a:cubicBezTo>
                          <a:pt x="5334" y="10888"/>
                          <a:pt x="6797" y="8494"/>
                          <a:pt x="7950" y="6233"/>
                        </a:cubicBezTo>
                        <a:cubicBezTo>
                          <a:pt x="8437" y="5302"/>
                          <a:pt x="8925" y="4415"/>
                          <a:pt x="9103" y="3573"/>
                        </a:cubicBezTo>
                        <a:cubicBezTo>
                          <a:pt x="9945" y="-106"/>
                          <a:pt x="7861" y="-1702"/>
                          <a:pt x="4935" y="2509"/>
                        </a:cubicBezTo>
                        <a:cubicBezTo>
                          <a:pt x="2763" y="5745"/>
                          <a:pt x="1123" y="10400"/>
                          <a:pt x="236" y="1394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90" name="Forme libre : forme 20689">
                    <a:extLst>
                      <a:ext uri="{FF2B5EF4-FFF2-40B4-BE49-F238E27FC236}">
                        <a16:creationId xmlns:a16="http://schemas.microsoft.com/office/drawing/2014/main" id="{EBF29E3C-454B-44A5-A12B-A2406844C682}"/>
                      </a:ext>
                    </a:extLst>
                  </p:cNvPr>
                  <p:cNvSpPr/>
                  <p:nvPr/>
                </p:nvSpPr>
                <p:spPr>
                  <a:xfrm>
                    <a:off x="6941967" y="1195960"/>
                    <a:ext cx="5334" cy="28815"/>
                  </a:xfrm>
                  <a:custGeom>
                    <a:avLst/>
                    <a:gdLst>
                      <a:gd name="connsiteX0" fmla="*/ 4743 w 5334"/>
                      <a:gd name="connsiteY0" fmla="*/ 0 h 28815"/>
                      <a:gd name="connsiteX1" fmla="*/ 4123 w 5334"/>
                      <a:gd name="connsiteY1" fmla="*/ 13654 h 28815"/>
                      <a:gd name="connsiteX2" fmla="*/ 0 w 5334"/>
                      <a:gd name="connsiteY2" fmla="*/ 28815 h 28815"/>
                      <a:gd name="connsiteX3" fmla="*/ 3103 w 5334"/>
                      <a:gd name="connsiteY3" fmla="*/ 13876 h 28815"/>
                      <a:gd name="connsiteX4" fmla="*/ 4743 w 5334"/>
                      <a:gd name="connsiteY4" fmla="*/ 0 h 28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34" h="28815">
                        <a:moveTo>
                          <a:pt x="4743" y="0"/>
                        </a:moveTo>
                        <a:cubicBezTo>
                          <a:pt x="5896" y="3591"/>
                          <a:pt x="5187" y="8556"/>
                          <a:pt x="4123" y="13654"/>
                        </a:cubicBezTo>
                        <a:cubicBezTo>
                          <a:pt x="3014" y="18752"/>
                          <a:pt x="1685" y="24027"/>
                          <a:pt x="0" y="28815"/>
                        </a:cubicBezTo>
                        <a:cubicBezTo>
                          <a:pt x="1817" y="23628"/>
                          <a:pt x="2438" y="18796"/>
                          <a:pt x="3103" y="13876"/>
                        </a:cubicBezTo>
                        <a:cubicBezTo>
                          <a:pt x="3768" y="8999"/>
                          <a:pt x="4300" y="4167"/>
                          <a:pt x="47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91" name="Forme libre : forme 20690">
                    <a:extLst>
                      <a:ext uri="{FF2B5EF4-FFF2-40B4-BE49-F238E27FC236}">
                        <a16:creationId xmlns:a16="http://schemas.microsoft.com/office/drawing/2014/main" id="{2E35D18C-907F-4DA6-821D-8A11AA7E0040}"/>
                      </a:ext>
                    </a:extLst>
                  </p:cNvPr>
                  <p:cNvSpPr/>
                  <p:nvPr/>
                </p:nvSpPr>
                <p:spPr>
                  <a:xfrm>
                    <a:off x="6886686" y="1230184"/>
                    <a:ext cx="9797" cy="31386"/>
                  </a:xfrm>
                  <a:custGeom>
                    <a:avLst/>
                    <a:gdLst>
                      <a:gd name="connsiteX0" fmla="*/ 9797 w 9797"/>
                      <a:gd name="connsiteY0" fmla="*/ 0 h 31386"/>
                      <a:gd name="connsiteX1" fmla="*/ 0 w 9797"/>
                      <a:gd name="connsiteY1" fmla="*/ 31386 h 31386"/>
                      <a:gd name="connsiteX2" fmla="*/ 9797 w 9797"/>
                      <a:gd name="connsiteY2" fmla="*/ 0 h 31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797" h="31386">
                        <a:moveTo>
                          <a:pt x="9797" y="0"/>
                        </a:moveTo>
                        <a:cubicBezTo>
                          <a:pt x="3014" y="10019"/>
                          <a:pt x="532" y="21634"/>
                          <a:pt x="0" y="31386"/>
                        </a:cubicBezTo>
                        <a:cubicBezTo>
                          <a:pt x="44" y="22254"/>
                          <a:pt x="5275" y="9398"/>
                          <a:pt x="979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92" name="Forme libre : forme 20691">
                    <a:extLst>
                      <a:ext uri="{FF2B5EF4-FFF2-40B4-BE49-F238E27FC236}">
                        <a16:creationId xmlns:a16="http://schemas.microsoft.com/office/drawing/2014/main" id="{0E7E1AEF-187C-4D06-8FCE-8512409D0A49}"/>
                      </a:ext>
                    </a:extLst>
                  </p:cNvPr>
                  <p:cNvSpPr/>
                  <p:nvPr/>
                </p:nvSpPr>
                <p:spPr>
                  <a:xfrm>
                    <a:off x="6917479" y="1213392"/>
                    <a:ext cx="11074" cy="12494"/>
                  </a:xfrm>
                  <a:custGeom>
                    <a:avLst/>
                    <a:gdLst>
                      <a:gd name="connsiteX0" fmla="*/ 10968 w 11074"/>
                      <a:gd name="connsiteY0" fmla="*/ 389 h 12494"/>
                      <a:gd name="connsiteX1" fmla="*/ 6091 w 11074"/>
                      <a:gd name="connsiteY1" fmla="*/ 8546 h 12494"/>
                      <a:gd name="connsiteX2" fmla="*/ 62 w 11074"/>
                      <a:gd name="connsiteY2" fmla="*/ 11959 h 12494"/>
                      <a:gd name="connsiteX3" fmla="*/ 4938 w 11074"/>
                      <a:gd name="connsiteY3" fmla="*/ 4467 h 12494"/>
                      <a:gd name="connsiteX4" fmla="*/ 10968 w 11074"/>
                      <a:gd name="connsiteY4" fmla="*/ 389 h 12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74" h="12494">
                        <a:moveTo>
                          <a:pt x="10968" y="389"/>
                        </a:moveTo>
                        <a:cubicBezTo>
                          <a:pt x="11810" y="2206"/>
                          <a:pt x="7465" y="7127"/>
                          <a:pt x="6091" y="8546"/>
                        </a:cubicBezTo>
                        <a:cubicBezTo>
                          <a:pt x="4717" y="10009"/>
                          <a:pt x="683" y="13910"/>
                          <a:pt x="62" y="11959"/>
                        </a:cubicBezTo>
                        <a:cubicBezTo>
                          <a:pt x="-559" y="9964"/>
                          <a:pt x="3653" y="5797"/>
                          <a:pt x="4938" y="4467"/>
                        </a:cubicBezTo>
                        <a:cubicBezTo>
                          <a:pt x="6224" y="3182"/>
                          <a:pt x="10169" y="-1340"/>
                          <a:pt x="10968" y="38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93" name="Forme libre : forme 20692">
                    <a:extLst>
                      <a:ext uri="{FF2B5EF4-FFF2-40B4-BE49-F238E27FC236}">
                        <a16:creationId xmlns:a16="http://schemas.microsoft.com/office/drawing/2014/main" id="{C0303845-3911-4DCE-B382-CB9D2DC01245}"/>
                      </a:ext>
                    </a:extLst>
                  </p:cNvPr>
                  <p:cNvSpPr/>
                  <p:nvPr/>
                </p:nvSpPr>
                <p:spPr>
                  <a:xfrm>
                    <a:off x="6926731" y="1211406"/>
                    <a:ext cx="2979" cy="3864"/>
                  </a:xfrm>
                  <a:custGeom>
                    <a:avLst/>
                    <a:gdLst>
                      <a:gd name="connsiteX0" fmla="*/ 2735 w 2979"/>
                      <a:gd name="connsiteY0" fmla="*/ 25 h 3864"/>
                      <a:gd name="connsiteX1" fmla="*/ 2247 w 2979"/>
                      <a:gd name="connsiteY1" fmla="*/ 2198 h 3864"/>
                      <a:gd name="connsiteX2" fmla="*/ 252 w 2979"/>
                      <a:gd name="connsiteY2" fmla="*/ 3838 h 3864"/>
                      <a:gd name="connsiteX3" fmla="*/ 740 w 2979"/>
                      <a:gd name="connsiteY3" fmla="*/ 1710 h 3864"/>
                      <a:gd name="connsiteX4" fmla="*/ 2735 w 2979"/>
                      <a:gd name="connsiteY4" fmla="*/ 25 h 3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9" h="3864">
                        <a:moveTo>
                          <a:pt x="2735" y="25"/>
                        </a:moveTo>
                        <a:cubicBezTo>
                          <a:pt x="3356" y="247"/>
                          <a:pt x="2646" y="1577"/>
                          <a:pt x="2247" y="2198"/>
                        </a:cubicBezTo>
                        <a:cubicBezTo>
                          <a:pt x="1804" y="2818"/>
                          <a:pt x="873" y="4060"/>
                          <a:pt x="252" y="3838"/>
                        </a:cubicBezTo>
                        <a:cubicBezTo>
                          <a:pt x="-368" y="3572"/>
                          <a:pt x="297" y="2375"/>
                          <a:pt x="740" y="1710"/>
                        </a:cubicBezTo>
                        <a:cubicBezTo>
                          <a:pt x="1139" y="1089"/>
                          <a:pt x="2114" y="-196"/>
                          <a:pt x="2735" y="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94" name="Forme libre : forme 20693">
                    <a:extLst>
                      <a:ext uri="{FF2B5EF4-FFF2-40B4-BE49-F238E27FC236}">
                        <a16:creationId xmlns:a16="http://schemas.microsoft.com/office/drawing/2014/main" id="{CC06AD24-22B4-4EC2-844B-154B69D21FE0}"/>
                      </a:ext>
                    </a:extLst>
                  </p:cNvPr>
                  <p:cNvSpPr/>
                  <p:nvPr/>
                </p:nvSpPr>
                <p:spPr>
                  <a:xfrm>
                    <a:off x="6909533" y="1194710"/>
                    <a:ext cx="33842" cy="25455"/>
                  </a:xfrm>
                  <a:custGeom>
                    <a:avLst/>
                    <a:gdLst>
                      <a:gd name="connsiteX0" fmla="*/ 20997 w 33842"/>
                      <a:gd name="connsiteY0" fmla="*/ 3555 h 25455"/>
                      <a:gd name="connsiteX1" fmla="*/ 32700 w 33842"/>
                      <a:gd name="connsiteY1" fmla="*/ 9 h 25455"/>
                      <a:gd name="connsiteX2" fmla="*/ 32922 w 33842"/>
                      <a:gd name="connsiteY2" fmla="*/ 3866 h 25455"/>
                      <a:gd name="connsiteX3" fmla="*/ 28710 w 33842"/>
                      <a:gd name="connsiteY3" fmla="*/ 6570 h 25455"/>
                      <a:gd name="connsiteX4" fmla="*/ 15500 w 33842"/>
                      <a:gd name="connsiteY4" fmla="*/ 14815 h 25455"/>
                      <a:gd name="connsiteX5" fmla="*/ 12219 w 33842"/>
                      <a:gd name="connsiteY5" fmla="*/ 17874 h 25455"/>
                      <a:gd name="connsiteX6" fmla="*/ 7343 w 33842"/>
                      <a:gd name="connsiteY6" fmla="*/ 22041 h 25455"/>
                      <a:gd name="connsiteX7" fmla="*/ 72 w 33842"/>
                      <a:gd name="connsiteY7" fmla="*/ 24435 h 25455"/>
                      <a:gd name="connsiteX8" fmla="*/ 4239 w 33842"/>
                      <a:gd name="connsiteY8" fmla="*/ 15613 h 25455"/>
                      <a:gd name="connsiteX9" fmla="*/ 11199 w 33842"/>
                      <a:gd name="connsiteY9" fmla="*/ 8476 h 25455"/>
                      <a:gd name="connsiteX10" fmla="*/ 20997 w 33842"/>
                      <a:gd name="connsiteY10" fmla="*/ 3555 h 25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3842" h="25455">
                        <a:moveTo>
                          <a:pt x="20997" y="3555"/>
                        </a:moveTo>
                        <a:cubicBezTo>
                          <a:pt x="25385" y="1250"/>
                          <a:pt x="28710" y="-124"/>
                          <a:pt x="32700" y="9"/>
                        </a:cubicBezTo>
                        <a:cubicBezTo>
                          <a:pt x="34207" y="97"/>
                          <a:pt x="34163" y="2225"/>
                          <a:pt x="32922" y="3866"/>
                        </a:cubicBezTo>
                        <a:cubicBezTo>
                          <a:pt x="31680" y="5506"/>
                          <a:pt x="30173" y="5949"/>
                          <a:pt x="28710" y="6570"/>
                        </a:cubicBezTo>
                        <a:cubicBezTo>
                          <a:pt x="24100" y="8432"/>
                          <a:pt x="19844" y="11402"/>
                          <a:pt x="15500" y="14815"/>
                        </a:cubicBezTo>
                        <a:cubicBezTo>
                          <a:pt x="14835" y="15303"/>
                          <a:pt x="13638" y="16544"/>
                          <a:pt x="12219" y="17874"/>
                        </a:cubicBezTo>
                        <a:cubicBezTo>
                          <a:pt x="10889" y="19071"/>
                          <a:pt x="9160" y="20623"/>
                          <a:pt x="7343" y="22041"/>
                        </a:cubicBezTo>
                        <a:cubicBezTo>
                          <a:pt x="3841" y="24790"/>
                          <a:pt x="560" y="26740"/>
                          <a:pt x="72" y="24435"/>
                        </a:cubicBezTo>
                        <a:cubicBezTo>
                          <a:pt x="-415" y="22130"/>
                          <a:pt x="1624" y="18761"/>
                          <a:pt x="4239" y="15613"/>
                        </a:cubicBezTo>
                        <a:cubicBezTo>
                          <a:pt x="6279" y="13175"/>
                          <a:pt x="9338" y="9983"/>
                          <a:pt x="11199" y="8476"/>
                        </a:cubicBezTo>
                        <a:cubicBezTo>
                          <a:pt x="14968" y="5595"/>
                          <a:pt x="17672" y="5240"/>
                          <a:pt x="20997" y="355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670" name="Graphique 2">
                  <a:extLst>
                    <a:ext uri="{FF2B5EF4-FFF2-40B4-BE49-F238E27FC236}">
                      <a16:creationId xmlns:a16="http://schemas.microsoft.com/office/drawing/2014/main" id="{E79F3689-48B4-47DB-8CE2-0653D5AF1547}"/>
                    </a:ext>
                  </a:extLst>
                </p:cNvPr>
                <p:cNvGrpSpPr/>
                <p:nvPr/>
              </p:nvGrpSpPr>
              <p:grpSpPr>
                <a:xfrm>
                  <a:off x="6944006" y="1139890"/>
                  <a:ext cx="85365" cy="54167"/>
                  <a:chOff x="6944006" y="1139890"/>
                  <a:chExt cx="85365" cy="54167"/>
                </a:xfrm>
                <a:solidFill>
                  <a:schemeClr val="accent1"/>
                </a:solidFill>
              </p:grpSpPr>
              <p:sp>
                <p:nvSpPr>
                  <p:cNvPr id="20671" name="Forme libre : forme 20670">
                    <a:extLst>
                      <a:ext uri="{FF2B5EF4-FFF2-40B4-BE49-F238E27FC236}">
                        <a16:creationId xmlns:a16="http://schemas.microsoft.com/office/drawing/2014/main" id="{A0134215-1BBA-4080-8F1D-A4A4D84F76F3}"/>
                      </a:ext>
                    </a:extLst>
                  </p:cNvPr>
                  <p:cNvSpPr/>
                  <p:nvPr/>
                </p:nvSpPr>
                <p:spPr>
                  <a:xfrm>
                    <a:off x="6944006" y="1139890"/>
                    <a:ext cx="85365" cy="54167"/>
                  </a:xfrm>
                  <a:custGeom>
                    <a:avLst/>
                    <a:gdLst>
                      <a:gd name="connsiteX0" fmla="*/ 62374 w 85365"/>
                      <a:gd name="connsiteY0" fmla="*/ 34747 h 54167"/>
                      <a:gd name="connsiteX1" fmla="*/ 36618 w 85365"/>
                      <a:gd name="connsiteY1" fmla="*/ 47780 h 54167"/>
                      <a:gd name="connsiteX2" fmla="*/ 6739 w 85365"/>
                      <a:gd name="connsiteY2" fmla="*/ 54120 h 54167"/>
                      <a:gd name="connsiteX3" fmla="*/ 45 w 85365"/>
                      <a:gd name="connsiteY3" fmla="*/ 46672 h 54167"/>
                      <a:gd name="connsiteX4" fmla="*/ 18930 w 85365"/>
                      <a:gd name="connsiteY4" fmla="*/ 17414 h 54167"/>
                      <a:gd name="connsiteX5" fmla="*/ 47700 w 85365"/>
                      <a:gd name="connsiteY5" fmla="*/ 2917 h 54167"/>
                      <a:gd name="connsiteX6" fmla="*/ 66053 w 85365"/>
                      <a:gd name="connsiteY6" fmla="*/ 80 h 54167"/>
                      <a:gd name="connsiteX7" fmla="*/ 80816 w 85365"/>
                      <a:gd name="connsiteY7" fmla="*/ 4513 h 54167"/>
                      <a:gd name="connsiteX8" fmla="*/ 84894 w 85365"/>
                      <a:gd name="connsiteY8" fmla="*/ 13424 h 54167"/>
                      <a:gd name="connsiteX9" fmla="*/ 76338 w 85365"/>
                      <a:gd name="connsiteY9" fmla="*/ 25260 h 54167"/>
                      <a:gd name="connsiteX10" fmla="*/ 62374 w 85365"/>
                      <a:gd name="connsiteY10" fmla="*/ 34747 h 54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5365" h="54167">
                        <a:moveTo>
                          <a:pt x="62374" y="34747"/>
                        </a:moveTo>
                        <a:cubicBezTo>
                          <a:pt x="55946" y="37673"/>
                          <a:pt x="42735" y="44411"/>
                          <a:pt x="36618" y="47780"/>
                        </a:cubicBezTo>
                        <a:cubicBezTo>
                          <a:pt x="25225" y="54031"/>
                          <a:pt x="17334" y="54341"/>
                          <a:pt x="6739" y="54120"/>
                        </a:cubicBezTo>
                        <a:cubicBezTo>
                          <a:pt x="3148" y="54075"/>
                          <a:pt x="-443" y="50396"/>
                          <a:pt x="45" y="46672"/>
                        </a:cubicBezTo>
                        <a:cubicBezTo>
                          <a:pt x="1286" y="35944"/>
                          <a:pt x="6340" y="26058"/>
                          <a:pt x="18930" y="17414"/>
                        </a:cubicBezTo>
                        <a:cubicBezTo>
                          <a:pt x="25668" y="12803"/>
                          <a:pt x="40031" y="5400"/>
                          <a:pt x="47700" y="2917"/>
                        </a:cubicBezTo>
                        <a:cubicBezTo>
                          <a:pt x="54794" y="80"/>
                          <a:pt x="60778" y="-186"/>
                          <a:pt x="66053" y="80"/>
                        </a:cubicBezTo>
                        <a:cubicBezTo>
                          <a:pt x="71373" y="656"/>
                          <a:pt x="76072" y="2385"/>
                          <a:pt x="80816" y="4513"/>
                        </a:cubicBezTo>
                        <a:cubicBezTo>
                          <a:pt x="84096" y="6020"/>
                          <a:pt x="86402" y="10321"/>
                          <a:pt x="84894" y="13424"/>
                        </a:cubicBezTo>
                        <a:cubicBezTo>
                          <a:pt x="82678" y="17945"/>
                          <a:pt x="80018" y="21891"/>
                          <a:pt x="76338" y="25260"/>
                        </a:cubicBezTo>
                        <a:cubicBezTo>
                          <a:pt x="72792" y="28807"/>
                          <a:pt x="68226" y="31865"/>
                          <a:pt x="62374" y="34747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72" name="Forme libre : forme 20671">
                    <a:extLst>
                      <a:ext uri="{FF2B5EF4-FFF2-40B4-BE49-F238E27FC236}">
                        <a16:creationId xmlns:a16="http://schemas.microsoft.com/office/drawing/2014/main" id="{7BCBCD86-0C95-4E08-B0C9-C4733A193592}"/>
                      </a:ext>
                    </a:extLst>
                  </p:cNvPr>
                  <p:cNvSpPr/>
                  <p:nvPr/>
                </p:nvSpPr>
                <p:spPr>
                  <a:xfrm>
                    <a:off x="6946578" y="1153004"/>
                    <a:ext cx="82322" cy="41024"/>
                  </a:xfrm>
                  <a:custGeom>
                    <a:avLst/>
                    <a:gdLst>
                      <a:gd name="connsiteX0" fmla="*/ 31519 w 82322"/>
                      <a:gd name="connsiteY0" fmla="*/ 21545 h 41024"/>
                      <a:gd name="connsiteX1" fmla="*/ 0 w 82322"/>
                      <a:gd name="connsiteY1" fmla="*/ 39322 h 41024"/>
                      <a:gd name="connsiteX2" fmla="*/ 4123 w 82322"/>
                      <a:gd name="connsiteY2" fmla="*/ 40962 h 41024"/>
                      <a:gd name="connsiteX3" fmla="*/ 9398 w 82322"/>
                      <a:gd name="connsiteY3" fmla="*/ 41006 h 41024"/>
                      <a:gd name="connsiteX4" fmla="*/ 16580 w 82322"/>
                      <a:gd name="connsiteY4" fmla="*/ 40519 h 41024"/>
                      <a:gd name="connsiteX5" fmla="*/ 23761 w 82322"/>
                      <a:gd name="connsiteY5" fmla="*/ 38967 h 41024"/>
                      <a:gd name="connsiteX6" fmla="*/ 34002 w 82322"/>
                      <a:gd name="connsiteY6" fmla="*/ 34534 h 41024"/>
                      <a:gd name="connsiteX7" fmla="*/ 38036 w 82322"/>
                      <a:gd name="connsiteY7" fmla="*/ 32406 h 41024"/>
                      <a:gd name="connsiteX8" fmla="*/ 42779 w 82322"/>
                      <a:gd name="connsiteY8" fmla="*/ 29790 h 41024"/>
                      <a:gd name="connsiteX9" fmla="*/ 48055 w 82322"/>
                      <a:gd name="connsiteY9" fmla="*/ 27175 h 41024"/>
                      <a:gd name="connsiteX10" fmla="*/ 57807 w 82322"/>
                      <a:gd name="connsiteY10" fmla="*/ 22476 h 41024"/>
                      <a:gd name="connsiteX11" fmla="*/ 59758 w 82322"/>
                      <a:gd name="connsiteY11" fmla="*/ 21501 h 41024"/>
                      <a:gd name="connsiteX12" fmla="*/ 70353 w 82322"/>
                      <a:gd name="connsiteY12" fmla="*/ 14984 h 41024"/>
                      <a:gd name="connsiteX13" fmla="*/ 80017 w 82322"/>
                      <a:gd name="connsiteY13" fmla="*/ 4256 h 41024"/>
                      <a:gd name="connsiteX14" fmla="*/ 82278 w 82322"/>
                      <a:gd name="connsiteY14" fmla="*/ 177 h 41024"/>
                      <a:gd name="connsiteX15" fmla="*/ 82323 w 82322"/>
                      <a:gd name="connsiteY15" fmla="*/ 0 h 41024"/>
                      <a:gd name="connsiteX16" fmla="*/ 31519 w 82322"/>
                      <a:gd name="connsiteY16" fmla="*/ 21545 h 41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2322" h="41024">
                        <a:moveTo>
                          <a:pt x="31519" y="21545"/>
                        </a:moveTo>
                        <a:cubicBezTo>
                          <a:pt x="21013" y="28372"/>
                          <a:pt x="10551" y="35819"/>
                          <a:pt x="0" y="39322"/>
                        </a:cubicBezTo>
                        <a:cubicBezTo>
                          <a:pt x="1197" y="40297"/>
                          <a:pt x="2616" y="40918"/>
                          <a:pt x="4123" y="40962"/>
                        </a:cubicBezTo>
                        <a:cubicBezTo>
                          <a:pt x="5940" y="41006"/>
                          <a:pt x="7714" y="41051"/>
                          <a:pt x="9398" y="41006"/>
                        </a:cubicBezTo>
                        <a:cubicBezTo>
                          <a:pt x="11792" y="40918"/>
                          <a:pt x="14230" y="40829"/>
                          <a:pt x="16580" y="40519"/>
                        </a:cubicBezTo>
                        <a:cubicBezTo>
                          <a:pt x="18929" y="40164"/>
                          <a:pt x="21279" y="39676"/>
                          <a:pt x="23761" y="38967"/>
                        </a:cubicBezTo>
                        <a:cubicBezTo>
                          <a:pt x="26865" y="37947"/>
                          <a:pt x="30278" y="36617"/>
                          <a:pt x="34002" y="34534"/>
                        </a:cubicBezTo>
                        <a:cubicBezTo>
                          <a:pt x="35110" y="33869"/>
                          <a:pt x="36529" y="33204"/>
                          <a:pt x="38036" y="32406"/>
                        </a:cubicBezTo>
                        <a:cubicBezTo>
                          <a:pt x="39499" y="31608"/>
                          <a:pt x="41139" y="30721"/>
                          <a:pt x="42779" y="29790"/>
                        </a:cubicBezTo>
                        <a:cubicBezTo>
                          <a:pt x="44508" y="28948"/>
                          <a:pt x="46282" y="28062"/>
                          <a:pt x="48055" y="27175"/>
                        </a:cubicBezTo>
                        <a:cubicBezTo>
                          <a:pt x="51513" y="25313"/>
                          <a:pt x="55059" y="23761"/>
                          <a:pt x="57807" y="22476"/>
                        </a:cubicBezTo>
                        <a:cubicBezTo>
                          <a:pt x="58517" y="22121"/>
                          <a:pt x="59182" y="21811"/>
                          <a:pt x="59758" y="21501"/>
                        </a:cubicBezTo>
                        <a:cubicBezTo>
                          <a:pt x="63837" y="19328"/>
                          <a:pt x="67472" y="17422"/>
                          <a:pt x="70353" y="14984"/>
                        </a:cubicBezTo>
                        <a:cubicBezTo>
                          <a:pt x="74343" y="11659"/>
                          <a:pt x="77446" y="8290"/>
                          <a:pt x="80017" y="4256"/>
                        </a:cubicBezTo>
                        <a:cubicBezTo>
                          <a:pt x="80815" y="2926"/>
                          <a:pt x="81569" y="1596"/>
                          <a:pt x="82278" y="177"/>
                        </a:cubicBezTo>
                        <a:lnTo>
                          <a:pt x="82323" y="0"/>
                        </a:lnTo>
                        <a:cubicBezTo>
                          <a:pt x="64590" y="5054"/>
                          <a:pt x="46503" y="11703"/>
                          <a:pt x="31519" y="2154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73" name="Forme libre : forme 20672">
                    <a:extLst>
                      <a:ext uri="{FF2B5EF4-FFF2-40B4-BE49-F238E27FC236}">
                        <a16:creationId xmlns:a16="http://schemas.microsoft.com/office/drawing/2014/main" id="{CB8A63C3-CBBC-44A1-89C9-6EF96659D1F4}"/>
                      </a:ext>
                    </a:extLst>
                  </p:cNvPr>
                  <p:cNvSpPr/>
                  <p:nvPr/>
                </p:nvSpPr>
                <p:spPr>
                  <a:xfrm>
                    <a:off x="6971974" y="1152940"/>
                    <a:ext cx="40087" cy="21054"/>
                  </a:xfrm>
                  <a:custGeom>
                    <a:avLst/>
                    <a:gdLst>
                      <a:gd name="connsiteX0" fmla="*/ 39947 w 40087"/>
                      <a:gd name="connsiteY0" fmla="*/ 1704 h 21054"/>
                      <a:gd name="connsiteX1" fmla="*/ 33120 w 40087"/>
                      <a:gd name="connsiteY1" fmla="*/ 9196 h 21054"/>
                      <a:gd name="connsiteX2" fmla="*/ 21461 w 40087"/>
                      <a:gd name="connsiteY2" fmla="*/ 15491 h 21054"/>
                      <a:gd name="connsiteX3" fmla="*/ 10068 w 40087"/>
                      <a:gd name="connsiteY3" fmla="*/ 19924 h 21054"/>
                      <a:gd name="connsiteX4" fmla="*/ 404 w 40087"/>
                      <a:gd name="connsiteY4" fmla="*/ 19658 h 21054"/>
                      <a:gd name="connsiteX5" fmla="*/ 5369 w 40087"/>
                      <a:gd name="connsiteY5" fmla="*/ 11456 h 21054"/>
                      <a:gd name="connsiteX6" fmla="*/ 16452 w 40087"/>
                      <a:gd name="connsiteY6" fmla="*/ 5073 h 21054"/>
                      <a:gd name="connsiteX7" fmla="*/ 29397 w 40087"/>
                      <a:gd name="connsiteY7" fmla="*/ 728 h 21054"/>
                      <a:gd name="connsiteX8" fmla="*/ 39947 w 40087"/>
                      <a:gd name="connsiteY8" fmla="*/ 1704 h 21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087" h="21054">
                        <a:moveTo>
                          <a:pt x="39947" y="1704"/>
                        </a:moveTo>
                        <a:cubicBezTo>
                          <a:pt x="40834" y="3876"/>
                          <a:pt x="37376" y="6713"/>
                          <a:pt x="33120" y="9196"/>
                        </a:cubicBezTo>
                        <a:cubicBezTo>
                          <a:pt x="28953" y="11855"/>
                          <a:pt x="23944" y="14294"/>
                          <a:pt x="21461" y="15491"/>
                        </a:cubicBezTo>
                        <a:cubicBezTo>
                          <a:pt x="19023" y="16820"/>
                          <a:pt x="14280" y="18594"/>
                          <a:pt x="10068" y="19924"/>
                        </a:cubicBezTo>
                        <a:cubicBezTo>
                          <a:pt x="5857" y="21254"/>
                          <a:pt x="1778" y="21697"/>
                          <a:pt x="404" y="19658"/>
                        </a:cubicBezTo>
                        <a:cubicBezTo>
                          <a:pt x="-1059" y="17441"/>
                          <a:pt x="1645" y="14382"/>
                          <a:pt x="5369" y="11456"/>
                        </a:cubicBezTo>
                        <a:cubicBezTo>
                          <a:pt x="9049" y="8486"/>
                          <a:pt x="13969" y="6270"/>
                          <a:pt x="16452" y="5073"/>
                        </a:cubicBezTo>
                        <a:cubicBezTo>
                          <a:pt x="18979" y="3965"/>
                          <a:pt x="24432" y="1970"/>
                          <a:pt x="29397" y="728"/>
                        </a:cubicBezTo>
                        <a:cubicBezTo>
                          <a:pt x="34495" y="-291"/>
                          <a:pt x="39105" y="-469"/>
                          <a:pt x="39947" y="1704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74" name="Forme libre : forme 20673">
                    <a:extLst>
                      <a:ext uri="{FF2B5EF4-FFF2-40B4-BE49-F238E27FC236}">
                        <a16:creationId xmlns:a16="http://schemas.microsoft.com/office/drawing/2014/main" id="{FFB63924-EBA2-4201-AC7A-C65BBEEB156B}"/>
                      </a:ext>
                    </a:extLst>
                  </p:cNvPr>
                  <p:cNvSpPr/>
                  <p:nvPr/>
                </p:nvSpPr>
                <p:spPr>
                  <a:xfrm>
                    <a:off x="6971588" y="1163953"/>
                    <a:ext cx="30048" cy="9897"/>
                  </a:xfrm>
                  <a:custGeom>
                    <a:avLst/>
                    <a:gdLst>
                      <a:gd name="connsiteX0" fmla="*/ 6509 w 30048"/>
                      <a:gd name="connsiteY0" fmla="*/ 0 h 9897"/>
                      <a:gd name="connsiteX1" fmla="*/ 613 w 30048"/>
                      <a:gd name="connsiteY1" fmla="*/ 8733 h 9897"/>
                      <a:gd name="connsiteX2" fmla="*/ 10455 w 30048"/>
                      <a:gd name="connsiteY2" fmla="*/ 8866 h 9897"/>
                      <a:gd name="connsiteX3" fmla="*/ 22069 w 30048"/>
                      <a:gd name="connsiteY3" fmla="*/ 4344 h 9897"/>
                      <a:gd name="connsiteX4" fmla="*/ 30049 w 30048"/>
                      <a:gd name="connsiteY4" fmla="*/ 44 h 9897"/>
                      <a:gd name="connsiteX5" fmla="*/ 25483 w 30048"/>
                      <a:gd name="connsiteY5" fmla="*/ 1640 h 9897"/>
                      <a:gd name="connsiteX6" fmla="*/ 14489 w 30048"/>
                      <a:gd name="connsiteY6" fmla="*/ 3059 h 9897"/>
                      <a:gd name="connsiteX7" fmla="*/ 6509 w 30048"/>
                      <a:gd name="connsiteY7" fmla="*/ 0 h 9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0048" h="9897">
                        <a:moveTo>
                          <a:pt x="6509" y="0"/>
                        </a:moveTo>
                        <a:cubicBezTo>
                          <a:pt x="4470" y="2172"/>
                          <a:pt x="-2002" y="6472"/>
                          <a:pt x="613" y="8733"/>
                        </a:cubicBezTo>
                        <a:cubicBezTo>
                          <a:pt x="2608" y="10418"/>
                          <a:pt x="6465" y="10107"/>
                          <a:pt x="10455" y="8866"/>
                        </a:cubicBezTo>
                        <a:cubicBezTo>
                          <a:pt x="14444" y="7625"/>
                          <a:pt x="18922" y="5940"/>
                          <a:pt x="22069" y="4344"/>
                        </a:cubicBezTo>
                        <a:cubicBezTo>
                          <a:pt x="23931" y="3502"/>
                          <a:pt x="28054" y="1374"/>
                          <a:pt x="30049" y="44"/>
                        </a:cubicBezTo>
                        <a:cubicBezTo>
                          <a:pt x="28808" y="532"/>
                          <a:pt x="26724" y="1419"/>
                          <a:pt x="25483" y="1640"/>
                        </a:cubicBezTo>
                        <a:cubicBezTo>
                          <a:pt x="21848" y="2217"/>
                          <a:pt x="17947" y="3103"/>
                          <a:pt x="14489" y="3059"/>
                        </a:cubicBezTo>
                        <a:cubicBezTo>
                          <a:pt x="10987" y="3059"/>
                          <a:pt x="8016" y="2350"/>
                          <a:pt x="650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75" name="Forme libre : forme 20674">
                    <a:extLst>
                      <a:ext uri="{FF2B5EF4-FFF2-40B4-BE49-F238E27FC236}">
                        <a16:creationId xmlns:a16="http://schemas.microsoft.com/office/drawing/2014/main" id="{C9743500-27F5-4990-8B4E-24A8C1E197CF}"/>
                      </a:ext>
                    </a:extLst>
                  </p:cNvPr>
                  <p:cNvSpPr/>
                  <p:nvPr/>
                </p:nvSpPr>
                <p:spPr>
                  <a:xfrm>
                    <a:off x="6974531" y="1153034"/>
                    <a:ext cx="40009" cy="21016"/>
                  </a:xfrm>
                  <a:custGeom>
                    <a:avLst/>
                    <a:gdLst>
                      <a:gd name="connsiteX0" fmla="*/ 40006 w 40009"/>
                      <a:gd name="connsiteY0" fmla="*/ 1920 h 21016"/>
                      <a:gd name="connsiteX1" fmla="*/ 32691 w 40009"/>
                      <a:gd name="connsiteY1" fmla="*/ 9633 h 21016"/>
                      <a:gd name="connsiteX2" fmla="*/ 21298 w 40009"/>
                      <a:gd name="connsiteY2" fmla="*/ 15795 h 21016"/>
                      <a:gd name="connsiteX3" fmla="*/ 9994 w 40009"/>
                      <a:gd name="connsiteY3" fmla="*/ 20051 h 21016"/>
                      <a:gd name="connsiteX4" fmla="*/ 463 w 40009"/>
                      <a:gd name="connsiteY4" fmla="*/ 19519 h 21016"/>
                      <a:gd name="connsiteX5" fmla="*/ 5428 w 40009"/>
                      <a:gd name="connsiteY5" fmla="*/ 11407 h 21016"/>
                      <a:gd name="connsiteX6" fmla="*/ 16510 w 40009"/>
                      <a:gd name="connsiteY6" fmla="*/ 5244 h 21016"/>
                      <a:gd name="connsiteX7" fmla="*/ 29898 w 40009"/>
                      <a:gd name="connsiteY7" fmla="*/ 811 h 21016"/>
                      <a:gd name="connsiteX8" fmla="*/ 40006 w 40009"/>
                      <a:gd name="connsiteY8" fmla="*/ 1920 h 21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009" h="21016">
                        <a:moveTo>
                          <a:pt x="40006" y="1920"/>
                        </a:moveTo>
                        <a:cubicBezTo>
                          <a:pt x="40139" y="4402"/>
                          <a:pt x="36769" y="7195"/>
                          <a:pt x="32691" y="9633"/>
                        </a:cubicBezTo>
                        <a:cubicBezTo>
                          <a:pt x="28613" y="12071"/>
                          <a:pt x="24046" y="14598"/>
                          <a:pt x="21298" y="15795"/>
                        </a:cubicBezTo>
                        <a:cubicBezTo>
                          <a:pt x="18594" y="17081"/>
                          <a:pt x="14205" y="19076"/>
                          <a:pt x="9994" y="20051"/>
                        </a:cubicBezTo>
                        <a:cubicBezTo>
                          <a:pt x="5960" y="21248"/>
                          <a:pt x="2058" y="21603"/>
                          <a:pt x="463" y="19519"/>
                        </a:cubicBezTo>
                        <a:cubicBezTo>
                          <a:pt x="-1134" y="17435"/>
                          <a:pt x="1615" y="14332"/>
                          <a:pt x="5428" y="11407"/>
                        </a:cubicBezTo>
                        <a:cubicBezTo>
                          <a:pt x="9329" y="8747"/>
                          <a:pt x="14161" y="6264"/>
                          <a:pt x="16510" y="5244"/>
                        </a:cubicBezTo>
                        <a:cubicBezTo>
                          <a:pt x="18904" y="4358"/>
                          <a:pt x="24578" y="1875"/>
                          <a:pt x="29898" y="811"/>
                        </a:cubicBezTo>
                        <a:cubicBezTo>
                          <a:pt x="35174" y="-297"/>
                          <a:pt x="39873" y="-563"/>
                          <a:pt x="40006" y="1920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76" name="Forme libre : forme 20675">
                    <a:extLst>
                      <a:ext uri="{FF2B5EF4-FFF2-40B4-BE49-F238E27FC236}">
                        <a16:creationId xmlns:a16="http://schemas.microsoft.com/office/drawing/2014/main" id="{6E41DAF6-2674-490A-B67C-5B8F5AE7DC34}"/>
                      </a:ext>
                    </a:extLst>
                  </p:cNvPr>
                  <p:cNvSpPr/>
                  <p:nvPr/>
                </p:nvSpPr>
                <p:spPr>
                  <a:xfrm>
                    <a:off x="6953675" y="1162908"/>
                    <a:ext cx="51630" cy="22907"/>
                  </a:xfrm>
                  <a:custGeom>
                    <a:avLst/>
                    <a:gdLst>
                      <a:gd name="connsiteX0" fmla="*/ 2478 w 51630"/>
                      <a:gd name="connsiteY0" fmla="*/ 21571 h 22907"/>
                      <a:gd name="connsiteX1" fmla="*/ 10192 w 51630"/>
                      <a:gd name="connsiteY1" fmla="*/ 22723 h 22907"/>
                      <a:gd name="connsiteX2" fmla="*/ 29875 w 51630"/>
                      <a:gd name="connsiteY2" fmla="*/ 18999 h 22907"/>
                      <a:gd name="connsiteX3" fmla="*/ 34441 w 51630"/>
                      <a:gd name="connsiteY3" fmla="*/ 17004 h 22907"/>
                      <a:gd name="connsiteX4" fmla="*/ 39007 w 51630"/>
                      <a:gd name="connsiteY4" fmla="*/ 14744 h 22907"/>
                      <a:gd name="connsiteX5" fmla="*/ 46898 w 51630"/>
                      <a:gd name="connsiteY5" fmla="*/ 9380 h 22907"/>
                      <a:gd name="connsiteX6" fmla="*/ 50932 w 51630"/>
                      <a:gd name="connsiteY6" fmla="*/ 646 h 22907"/>
                      <a:gd name="connsiteX7" fmla="*/ 43839 w 51630"/>
                      <a:gd name="connsiteY7" fmla="*/ 779 h 22907"/>
                      <a:gd name="connsiteX8" fmla="*/ 34308 w 51630"/>
                      <a:gd name="connsiteY8" fmla="*/ 2065 h 22907"/>
                      <a:gd name="connsiteX9" fmla="*/ 24422 w 51630"/>
                      <a:gd name="connsiteY9" fmla="*/ 2863 h 22907"/>
                      <a:gd name="connsiteX10" fmla="*/ 14846 w 51630"/>
                      <a:gd name="connsiteY10" fmla="*/ 3306 h 22907"/>
                      <a:gd name="connsiteX11" fmla="*/ 4872 w 51630"/>
                      <a:gd name="connsiteY11" fmla="*/ 7828 h 22907"/>
                      <a:gd name="connsiteX12" fmla="*/ 2478 w 51630"/>
                      <a:gd name="connsiteY12" fmla="*/ 21571 h 22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630" h="22907">
                        <a:moveTo>
                          <a:pt x="2478" y="21571"/>
                        </a:moveTo>
                        <a:cubicBezTo>
                          <a:pt x="5227" y="23122"/>
                          <a:pt x="6512" y="23033"/>
                          <a:pt x="10192" y="22723"/>
                        </a:cubicBezTo>
                        <a:cubicBezTo>
                          <a:pt x="17063" y="22014"/>
                          <a:pt x="22471" y="21748"/>
                          <a:pt x="29875" y="18999"/>
                        </a:cubicBezTo>
                        <a:cubicBezTo>
                          <a:pt x="31426" y="18423"/>
                          <a:pt x="32978" y="17758"/>
                          <a:pt x="34441" y="17004"/>
                        </a:cubicBezTo>
                        <a:cubicBezTo>
                          <a:pt x="35992" y="16295"/>
                          <a:pt x="37544" y="15586"/>
                          <a:pt x="39007" y="14744"/>
                        </a:cubicBezTo>
                        <a:cubicBezTo>
                          <a:pt x="41933" y="13059"/>
                          <a:pt x="44637" y="11197"/>
                          <a:pt x="46898" y="9380"/>
                        </a:cubicBezTo>
                        <a:cubicBezTo>
                          <a:pt x="50222" y="6587"/>
                          <a:pt x="52971" y="2863"/>
                          <a:pt x="50932" y="646"/>
                        </a:cubicBezTo>
                        <a:cubicBezTo>
                          <a:pt x="49646" y="-728"/>
                          <a:pt x="46587" y="469"/>
                          <a:pt x="43839" y="779"/>
                        </a:cubicBezTo>
                        <a:cubicBezTo>
                          <a:pt x="40603" y="1090"/>
                          <a:pt x="37455" y="1577"/>
                          <a:pt x="34308" y="2065"/>
                        </a:cubicBezTo>
                        <a:cubicBezTo>
                          <a:pt x="31160" y="2553"/>
                          <a:pt x="27791" y="2686"/>
                          <a:pt x="24422" y="2863"/>
                        </a:cubicBezTo>
                        <a:cubicBezTo>
                          <a:pt x="21496" y="2996"/>
                          <a:pt x="18216" y="2774"/>
                          <a:pt x="14846" y="3306"/>
                        </a:cubicBezTo>
                        <a:cubicBezTo>
                          <a:pt x="11566" y="3971"/>
                          <a:pt x="8020" y="5035"/>
                          <a:pt x="4872" y="7828"/>
                        </a:cubicBezTo>
                        <a:cubicBezTo>
                          <a:pt x="-847" y="12793"/>
                          <a:pt x="-1379" y="19576"/>
                          <a:pt x="2478" y="2157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77" name="Forme libre : forme 20676">
                    <a:extLst>
                      <a:ext uri="{FF2B5EF4-FFF2-40B4-BE49-F238E27FC236}">
                        <a16:creationId xmlns:a16="http://schemas.microsoft.com/office/drawing/2014/main" id="{0DB554E7-59E7-437A-ADEB-160F74E31DFD}"/>
                      </a:ext>
                    </a:extLst>
                  </p:cNvPr>
                  <p:cNvSpPr/>
                  <p:nvPr/>
                </p:nvSpPr>
                <p:spPr>
                  <a:xfrm>
                    <a:off x="6961575" y="1161307"/>
                    <a:ext cx="14284" cy="13053"/>
                  </a:xfrm>
                  <a:custGeom>
                    <a:avLst/>
                    <a:gdLst>
                      <a:gd name="connsiteX0" fmla="*/ 740 w 14284"/>
                      <a:gd name="connsiteY0" fmla="*/ 10626 h 13053"/>
                      <a:gd name="connsiteX1" fmla="*/ 31 w 14284"/>
                      <a:gd name="connsiteY1" fmla="*/ 12621 h 13053"/>
                      <a:gd name="connsiteX2" fmla="*/ 1760 w 14284"/>
                      <a:gd name="connsiteY2" fmla="*/ 12754 h 13053"/>
                      <a:gd name="connsiteX3" fmla="*/ 4597 w 14284"/>
                      <a:gd name="connsiteY3" fmla="*/ 11025 h 13053"/>
                      <a:gd name="connsiteX4" fmla="*/ 10980 w 14284"/>
                      <a:gd name="connsiteY4" fmla="*/ 5883 h 13053"/>
                      <a:gd name="connsiteX5" fmla="*/ 13153 w 14284"/>
                      <a:gd name="connsiteY5" fmla="*/ 3844 h 13053"/>
                      <a:gd name="connsiteX6" fmla="*/ 9651 w 14284"/>
                      <a:gd name="connsiteY6" fmla="*/ 1317 h 13053"/>
                      <a:gd name="connsiteX7" fmla="*/ 740 w 14284"/>
                      <a:gd name="connsiteY7" fmla="*/ 10626 h 13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284" h="13053">
                        <a:moveTo>
                          <a:pt x="740" y="10626"/>
                        </a:moveTo>
                        <a:cubicBezTo>
                          <a:pt x="208" y="11380"/>
                          <a:pt x="-102" y="12001"/>
                          <a:pt x="31" y="12621"/>
                        </a:cubicBezTo>
                        <a:cubicBezTo>
                          <a:pt x="120" y="13242"/>
                          <a:pt x="917" y="13109"/>
                          <a:pt x="1760" y="12754"/>
                        </a:cubicBezTo>
                        <a:cubicBezTo>
                          <a:pt x="2646" y="12400"/>
                          <a:pt x="3754" y="11646"/>
                          <a:pt x="4597" y="11025"/>
                        </a:cubicBezTo>
                        <a:cubicBezTo>
                          <a:pt x="6769" y="9429"/>
                          <a:pt x="8941" y="7479"/>
                          <a:pt x="10980" y="5883"/>
                        </a:cubicBezTo>
                        <a:cubicBezTo>
                          <a:pt x="11823" y="5174"/>
                          <a:pt x="12621" y="4553"/>
                          <a:pt x="13153" y="3844"/>
                        </a:cubicBezTo>
                        <a:cubicBezTo>
                          <a:pt x="15458" y="740"/>
                          <a:pt x="14217" y="-1565"/>
                          <a:pt x="9651" y="1317"/>
                        </a:cubicBezTo>
                        <a:cubicBezTo>
                          <a:pt x="6015" y="3356"/>
                          <a:pt x="2824" y="7612"/>
                          <a:pt x="740" y="1062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78" name="Forme libre : forme 20677">
                    <a:extLst>
                      <a:ext uri="{FF2B5EF4-FFF2-40B4-BE49-F238E27FC236}">
                        <a16:creationId xmlns:a16="http://schemas.microsoft.com/office/drawing/2014/main" id="{D0BCED65-F334-4EFA-B76E-F73638C05BB0}"/>
                      </a:ext>
                    </a:extLst>
                  </p:cNvPr>
                  <p:cNvSpPr/>
                  <p:nvPr/>
                </p:nvSpPr>
                <p:spPr>
                  <a:xfrm>
                    <a:off x="7007001" y="1152427"/>
                    <a:ext cx="20348" cy="21101"/>
                  </a:xfrm>
                  <a:custGeom>
                    <a:avLst/>
                    <a:gdLst>
                      <a:gd name="connsiteX0" fmla="*/ 20348 w 20348"/>
                      <a:gd name="connsiteY0" fmla="*/ 0 h 21101"/>
                      <a:gd name="connsiteX1" fmla="*/ 11969 w 20348"/>
                      <a:gd name="connsiteY1" fmla="*/ 11171 h 21101"/>
                      <a:gd name="connsiteX2" fmla="*/ 0 w 20348"/>
                      <a:gd name="connsiteY2" fmla="*/ 21102 h 21101"/>
                      <a:gd name="connsiteX3" fmla="*/ 10950 w 20348"/>
                      <a:gd name="connsiteY3" fmla="*/ 10817 h 21101"/>
                      <a:gd name="connsiteX4" fmla="*/ 20348 w 20348"/>
                      <a:gd name="connsiteY4" fmla="*/ 0 h 21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348" h="21101">
                        <a:moveTo>
                          <a:pt x="20348" y="0"/>
                        </a:moveTo>
                        <a:cubicBezTo>
                          <a:pt x="19461" y="3724"/>
                          <a:pt x="16048" y="7625"/>
                          <a:pt x="11969" y="11171"/>
                        </a:cubicBezTo>
                        <a:cubicBezTo>
                          <a:pt x="8024" y="14984"/>
                          <a:pt x="3414" y="18353"/>
                          <a:pt x="0" y="21102"/>
                        </a:cubicBezTo>
                        <a:cubicBezTo>
                          <a:pt x="3680" y="18131"/>
                          <a:pt x="7492" y="14674"/>
                          <a:pt x="10950" y="10817"/>
                        </a:cubicBezTo>
                        <a:cubicBezTo>
                          <a:pt x="14496" y="7182"/>
                          <a:pt x="17732" y="3414"/>
                          <a:pt x="203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79" name="Forme libre : forme 20678">
                    <a:extLst>
                      <a:ext uri="{FF2B5EF4-FFF2-40B4-BE49-F238E27FC236}">
                        <a16:creationId xmlns:a16="http://schemas.microsoft.com/office/drawing/2014/main" id="{31EFAFBF-BDDC-4A13-95DD-18BAF173E50C}"/>
                      </a:ext>
                    </a:extLst>
                  </p:cNvPr>
                  <p:cNvSpPr/>
                  <p:nvPr/>
                </p:nvSpPr>
                <p:spPr>
                  <a:xfrm>
                    <a:off x="6945115" y="1157614"/>
                    <a:ext cx="19416" cy="29169"/>
                  </a:xfrm>
                  <a:custGeom>
                    <a:avLst/>
                    <a:gdLst>
                      <a:gd name="connsiteX0" fmla="*/ 19417 w 19416"/>
                      <a:gd name="connsiteY0" fmla="*/ 0 h 29169"/>
                      <a:gd name="connsiteX1" fmla="*/ 0 w 19416"/>
                      <a:gd name="connsiteY1" fmla="*/ 29170 h 29169"/>
                      <a:gd name="connsiteX2" fmla="*/ 6916 w 19416"/>
                      <a:gd name="connsiteY2" fmla="*/ 13920 h 29169"/>
                      <a:gd name="connsiteX3" fmla="*/ 12900 w 19416"/>
                      <a:gd name="connsiteY3" fmla="*/ 6472 h 29169"/>
                      <a:gd name="connsiteX4" fmla="*/ 19417 w 19416"/>
                      <a:gd name="connsiteY4" fmla="*/ 0 h 291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416" h="29169">
                        <a:moveTo>
                          <a:pt x="19417" y="0"/>
                        </a:moveTo>
                        <a:cubicBezTo>
                          <a:pt x="8246" y="7581"/>
                          <a:pt x="1995" y="19417"/>
                          <a:pt x="0" y="29170"/>
                        </a:cubicBezTo>
                        <a:cubicBezTo>
                          <a:pt x="754" y="24559"/>
                          <a:pt x="3325" y="19151"/>
                          <a:pt x="6916" y="13920"/>
                        </a:cubicBezTo>
                        <a:cubicBezTo>
                          <a:pt x="8778" y="11437"/>
                          <a:pt x="10728" y="8777"/>
                          <a:pt x="12900" y="6472"/>
                        </a:cubicBezTo>
                        <a:cubicBezTo>
                          <a:pt x="15073" y="4167"/>
                          <a:pt x="17289" y="1951"/>
                          <a:pt x="1941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80" name="Forme libre : forme 20679">
                    <a:extLst>
                      <a:ext uri="{FF2B5EF4-FFF2-40B4-BE49-F238E27FC236}">
                        <a16:creationId xmlns:a16="http://schemas.microsoft.com/office/drawing/2014/main" id="{B5E71AC5-73EF-4D70-B0CA-6AB7157480F3}"/>
                      </a:ext>
                    </a:extLst>
                  </p:cNvPr>
                  <p:cNvSpPr/>
                  <p:nvPr/>
                </p:nvSpPr>
                <p:spPr>
                  <a:xfrm>
                    <a:off x="6986596" y="1155854"/>
                    <a:ext cx="15459" cy="6506"/>
                  </a:xfrm>
                  <a:custGeom>
                    <a:avLst/>
                    <a:gdLst>
                      <a:gd name="connsiteX0" fmla="*/ 15440 w 15459"/>
                      <a:gd name="connsiteY0" fmla="*/ 917 h 6506"/>
                      <a:gd name="connsiteX1" fmla="*/ 6973 w 15459"/>
                      <a:gd name="connsiteY1" fmla="*/ 5306 h 6506"/>
                      <a:gd name="connsiteX2" fmla="*/ 13 w 15459"/>
                      <a:gd name="connsiteY2" fmla="*/ 5528 h 6506"/>
                      <a:gd name="connsiteX3" fmla="*/ 3426 w 15459"/>
                      <a:gd name="connsiteY3" fmla="*/ 2691 h 6506"/>
                      <a:gd name="connsiteX4" fmla="*/ 8037 w 15459"/>
                      <a:gd name="connsiteY4" fmla="*/ 1183 h 6506"/>
                      <a:gd name="connsiteX5" fmla="*/ 15440 w 15459"/>
                      <a:gd name="connsiteY5" fmla="*/ 917 h 6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459" h="6506">
                        <a:moveTo>
                          <a:pt x="15440" y="917"/>
                        </a:moveTo>
                        <a:cubicBezTo>
                          <a:pt x="15085" y="2868"/>
                          <a:pt x="8879" y="4730"/>
                          <a:pt x="6973" y="5306"/>
                        </a:cubicBezTo>
                        <a:cubicBezTo>
                          <a:pt x="5022" y="5794"/>
                          <a:pt x="-297" y="7611"/>
                          <a:pt x="13" y="5528"/>
                        </a:cubicBezTo>
                        <a:cubicBezTo>
                          <a:pt x="190" y="4508"/>
                          <a:pt x="1698" y="3489"/>
                          <a:pt x="3426" y="2691"/>
                        </a:cubicBezTo>
                        <a:cubicBezTo>
                          <a:pt x="5155" y="1981"/>
                          <a:pt x="7106" y="1449"/>
                          <a:pt x="8037" y="1183"/>
                        </a:cubicBezTo>
                        <a:cubicBezTo>
                          <a:pt x="9810" y="652"/>
                          <a:pt x="15839" y="-1033"/>
                          <a:pt x="15440" y="91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81" name="Forme libre : forme 20680">
                    <a:extLst>
                      <a:ext uri="{FF2B5EF4-FFF2-40B4-BE49-F238E27FC236}">
                        <a16:creationId xmlns:a16="http://schemas.microsoft.com/office/drawing/2014/main" id="{08F751B7-FA72-4397-AD64-2E81A24E8B5D}"/>
                      </a:ext>
                    </a:extLst>
                  </p:cNvPr>
                  <p:cNvSpPr/>
                  <p:nvPr/>
                </p:nvSpPr>
                <p:spPr>
                  <a:xfrm>
                    <a:off x="6999921" y="1155228"/>
                    <a:ext cx="4402" cy="2223"/>
                  </a:xfrm>
                  <a:custGeom>
                    <a:avLst/>
                    <a:gdLst>
                      <a:gd name="connsiteX0" fmla="*/ 4331 w 4402"/>
                      <a:gd name="connsiteY0" fmla="*/ 258 h 2223"/>
                      <a:gd name="connsiteX1" fmla="*/ 2646 w 4402"/>
                      <a:gd name="connsiteY1" fmla="*/ 1721 h 2223"/>
                      <a:gd name="connsiteX2" fmla="*/ 75 w 4402"/>
                      <a:gd name="connsiteY2" fmla="*/ 1987 h 2223"/>
                      <a:gd name="connsiteX3" fmla="*/ 1671 w 4402"/>
                      <a:gd name="connsiteY3" fmla="*/ 480 h 2223"/>
                      <a:gd name="connsiteX4" fmla="*/ 4331 w 4402"/>
                      <a:gd name="connsiteY4" fmla="*/ 258 h 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2" h="2223">
                        <a:moveTo>
                          <a:pt x="4331" y="258"/>
                        </a:moveTo>
                        <a:cubicBezTo>
                          <a:pt x="4730" y="790"/>
                          <a:pt x="3356" y="1455"/>
                          <a:pt x="2646" y="1721"/>
                        </a:cubicBezTo>
                        <a:cubicBezTo>
                          <a:pt x="1937" y="2031"/>
                          <a:pt x="474" y="2519"/>
                          <a:pt x="75" y="1987"/>
                        </a:cubicBezTo>
                        <a:cubicBezTo>
                          <a:pt x="-324" y="1455"/>
                          <a:pt x="962" y="790"/>
                          <a:pt x="1671" y="480"/>
                        </a:cubicBezTo>
                        <a:cubicBezTo>
                          <a:pt x="2380" y="125"/>
                          <a:pt x="3932" y="-274"/>
                          <a:pt x="4331" y="2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82" name="Forme libre : forme 20681">
                    <a:extLst>
                      <a:ext uri="{FF2B5EF4-FFF2-40B4-BE49-F238E27FC236}">
                        <a16:creationId xmlns:a16="http://schemas.microsoft.com/office/drawing/2014/main" id="{54457FE9-3438-48D8-A25F-472478560C33}"/>
                      </a:ext>
                    </a:extLst>
                  </p:cNvPr>
                  <p:cNvSpPr/>
                  <p:nvPr/>
                </p:nvSpPr>
                <p:spPr>
                  <a:xfrm>
                    <a:off x="6982235" y="1143723"/>
                    <a:ext cx="42460" cy="10298"/>
                  </a:xfrm>
                  <a:custGeom>
                    <a:avLst/>
                    <a:gdLst>
                      <a:gd name="connsiteX0" fmla="*/ 30440 w 42460"/>
                      <a:gd name="connsiteY0" fmla="*/ 1656 h 10298"/>
                      <a:gd name="connsiteX1" fmla="*/ 41966 w 42460"/>
                      <a:gd name="connsiteY1" fmla="*/ 5335 h 10298"/>
                      <a:gd name="connsiteX2" fmla="*/ 40060 w 42460"/>
                      <a:gd name="connsiteY2" fmla="*/ 8705 h 10298"/>
                      <a:gd name="connsiteX3" fmla="*/ 35006 w 42460"/>
                      <a:gd name="connsiteY3" fmla="*/ 8572 h 10298"/>
                      <a:gd name="connsiteX4" fmla="*/ 19490 w 42460"/>
                      <a:gd name="connsiteY4" fmla="*/ 7596 h 10298"/>
                      <a:gd name="connsiteX5" fmla="*/ 7964 w 42460"/>
                      <a:gd name="connsiteY5" fmla="*/ 9680 h 10298"/>
                      <a:gd name="connsiteX6" fmla="*/ 73 w 42460"/>
                      <a:gd name="connsiteY6" fmla="*/ 8572 h 10298"/>
                      <a:gd name="connsiteX7" fmla="*/ 8674 w 42460"/>
                      <a:gd name="connsiteY7" fmla="*/ 2543 h 10298"/>
                      <a:gd name="connsiteX8" fmla="*/ 19756 w 42460"/>
                      <a:gd name="connsiteY8" fmla="*/ 16 h 10298"/>
                      <a:gd name="connsiteX9" fmla="*/ 30440 w 42460"/>
                      <a:gd name="connsiteY9" fmla="*/ 1656 h 10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460" h="10298">
                        <a:moveTo>
                          <a:pt x="30440" y="1656"/>
                        </a:moveTo>
                        <a:cubicBezTo>
                          <a:pt x="35272" y="2454"/>
                          <a:pt x="38686" y="3030"/>
                          <a:pt x="41966" y="5335"/>
                        </a:cubicBezTo>
                        <a:cubicBezTo>
                          <a:pt x="43163" y="6178"/>
                          <a:pt x="42055" y="8040"/>
                          <a:pt x="40060" y="8705"/>
                        </a:cubicBezTo>
                        <a:cubicBezTo>
                          <a:pt x="38065" y="9369"/>
                          <a:pt x="36602" y="8971"/>
                          <a:pt x="35006" y="8572"/>
                        </a:cubicBezTo>
                        <a:cubicBezTo>
                          <a:pt x="30086" y="7419"/>
                          <a:pt x="25121" y="7508"/>
                          <a:pt x="19490" y="7596"/>
                        </a:cubicBezTo>
                        <a:cubicBezTo>
                          <a:pt x="17717" y="7596"/>
                          <a:pt x="12575" y="8971"/>
                          <a:pt x="7964" y="9680"/>
                        </a:cubicBezTo>
                        <a:cubicBezTo>
                          <a:pt x="3354" y="10389"/>
                          <a:pt x="-591" y="10965"/>
                          <a:pt x="73" y="8572"/>
                        </a:cubicBezTo>
                        <a:cubicBezTo>
                          <a:pt x="739" y="6178"/>
                          <a:pt x="4462" y="3961"/>
                          <a:pt x="8674" y="2543"/>
                        </a:cubicBezTo>
                        <a:cubicBezTo>
                          <a:pt x="12841" y="991"/>
                          <a:pt x="17363" y="60"/>
                          <a:pt x="19756" y="16"/>
                        </a:cubicBezTo>
                        <a:cubicBezTo>
                          <a:pt x="24500" y="-162"/>
                          <a:pt x="26849" y="1213"/>
                          <a:pt x="30440" y="165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66" name="Graphique 2">
                <a:extLst>
                  <a:ext uri="{FF2B5EF4-FFF2-40B4-BE49-F238E27FC236}">
                    <a16:creationId xmlns:a16="http://schemas.microsoft.com/office/drawing/2014/main" id="{B2F004D3-5AC5-4983-9089-F93D0EB5282F}"/>
                  </a:ext>
                </a:extLst>
              </p:cNvPr>
              <p:cNvGrpSpPr/>
              <p:nvPr/>
            </p:nvGrpSpPr>
            <p:grpSpPr>
              <a:xfrm>
                <a:off x="7146039" y="1059657"/>
                <a:ext cx="118008" cy="94976"/>
                <a:chOff x="7146039" y="1059657"/>
                <a:chExt cx="118008" cy="94976"/>
              </a:xfrm>
              <a:solidFill>
                <a:schemeClr val="accent1"/>
              </a:solidFill>
            </p:grpSpPr>
            <p:grpSp>
              <p:nvGrpSpPr>
                <p:cNvPr id="20639" name="Graphique 2">
                  <a:extLst>
                    <a:ext uri="{FF2B5EF4-FFF2-40B4-BE49-F238E27FC236}">
                      <a16:creationId xmlns:a16="http://schemas.microsoft.com/office/drawing/2014/main" id="{DB798EE2-FE29-46E6-9191-AEC9257D3B39}"/>
                    </a:ext>
                  </a:extLst>
                </p:cNvPr>
                <p:cNvGrpSpPr/>
                <p:nvPr/>
              </p:nvGrpSpPr>
              <p:grpSpPr>
                <a:xfrm>
                  <a:off x="7146039" y="1112470"/>
                  <a:ext cx="69893" cy="42164"/>
                  <a:chOff x="7146039" y="1112470"/>
                  <a:chExt cx="69893" cy="42164"/>
                </a:xfrm>
                <a:solidFill>
                  <a:schemeClr val="accent1"/>
                </a:solidFill>
              </p:grpSpPr>
              <p:sp>
                <p:nvSpPr>
                  <p:cNvPr id="20653" name="Forme libre : forme 20652">
                    <a:extLst>
                      <a:ext uri="{FF2B5EF4-FFF2-40B4-BE49-F238E27FC236}">
                        <a16:creationId xmlns:a16="http://schemas.microsoft.com/office/drawing/2014/main" id="{08CA7517-4542-4A14-8B97-FBE2794BBB18}"/>
                      </a:ext>
                    </a:extLst>
                  </p:cNvPr>
                  <p:cNvSpPr/>
                  <p:nvPr/>
                </p:nvSpPr>
                <p:spPr>
                  <a:xfrm>
                    <a:off x="7146039" y="1112470"/>
                    <a:ext cx="69893" cy="42164"/>
                  </a:xfrm>
                  <a:custGeom>
                    <a:avLst/>
                    <a:gdLst>
                      <a:gd name="connsiteX0" fmla="*/ 55175 w 69893"/>
                      <a:gd name="connsiteY0" fmla="*/ 33308 h 42164"/>
                      <a:gd name="connsiteX1" fmla="*/ 49368 w 69893"/>
                      <a:gd name="connsiteY1" fmla="*/ 36145 h 42164"/>
                      <a:gd name="connsiteX2" fmla="*/ 41787 w 69893"/>
                      <a:gd name="connsiteY2" fmla="*/ 38938 h 42164"/>
                      <a:gd name="connsiteX3" fmla="*/ 27158 w 69893"/>
                      <a:gd name="connsiteY3" fmla="*/ 41997 h 42164"/>
                      <a:gd name="connsiteX4" fmla="*/ 10579 w 69893"/>
                      <a:gd name="connsiteY4" fmla="*/ 38894 h 42164"/>
                      <a:gd name="connsiteX5" fmla="*/ 693 w 69893"/>
                      <a:gd name="connsiteY5" fmla="*/ 28653 h 42164"/>
                      <a:gd name="connsiteX6" fmla="*/ 2954 w 69893"/>
                      <a:gd name="connsiteY6" fmla="*/ 18900 h 42164"/>
                      <a:gd name="connsiteX7" fmla="*/ 22459 w 69893"/>
                      <a:gd name="connsiteY7" fmla="*/ 7241 h 42164"/>
                      <a:gd name="connsiteX8" fmla="*/ 39837 w 69893"/>
                      <a:gd name="connsiteY8" fmla="*/ 1833 h 42164"/>
                      <a:gd name="connsiteX9" fmla="*/ 45733 w 69893"/>
                      <a:gd name="connsiteY9" fmla="*/ 237 h 42164"/>
                      <a:gd name="connsiteX10" fmla="*/ 51363 w 69893"/>
                      <a:gd name="connsiteY10" fmla="*/ 15 h 42164"/>
                      <a:gd name="connsiteX11" fmla="*/ 57126 w 69893"/>
                      <a:gd name="connsiteY11" fmla="*/ 902 h 42164"/>
                      <a:gd name="connsiteX12" fmla="*/ 63244 w 69893"/>
                      <a:gd name="connsiteY12" fmla="*/ 2321 h 42164"/>
                      <a:gd name="connsiteX13" fmla="*/ 69893 w 69893"/>
                      <a:gd name="connsiteY13" fmla="*/ 9502 h 42164"/>
                      <a:gd name="connsiteX14" fmla="*/ 66701 w 69893"/>
                      <a:gd name="connsiteY14" fmla="*/ 22447 h 42164"/>
                      <a:gd name="connsiteX15" fmla="*/ 55175 w 69893"/>
                      <a:gd name="connsiteY15" fmla="*/ 33308 h 42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9893" h="42164">
                        <a:moveTo>
                          <a:pt x="55175" y="33308"/>
                        </a:moveTo>
                        <a:cubicBezTo>
                          <a:pt x="53668" y="34106"/>
                          <a:pt x="51673" y="35126"/>
                          <a:pt x="49368" y="36145"/>
                        </a:cubicBezTo>
                        <a:cubicBezTo>
                          <a:pt x="47018" y="37032"/>
                          <a:pt x="44447" y="38051"/>
                          <a:pt x="41787" y="38938"/>
                        </a:cubicBezTo>
                        <a:cubicBezTo>
                          <a:pt x="36424" y="40578"/>
                          <a:pt x="30838" y="41687"/>
                          <a:pt x="27158" y="41997"/>
                        </a:cubicBezTo>
                        <a:cubicBezTo>
                          <a:pt x="20243" y="42662"/>
                          <a:pt x="14834" y="41288"/>
                          <a:pt x="10579" y="38894"/>
                        </a:cubicBezTo>
                        <a:cubicBezTo>
                          <a:pt x="6323" y="36500"/>
                          <a:pt x="3175" y="32953"/>
                          <a:pt x="693" y="28653"/>
                        </a:cubicBezTo>
                        <a:cubicBezTo>
                          <a:pt x="-1081" y="25594"/>
                          <a:pt x="870" y="20851"/>
                          <a:pt x="2954" y="18900"/>
                        </a:cubicBezTo>
                        <a:cubicBezTo>
                          <a:pt x="9470" y="13093"/>
                          <a:pt x="14391" y="9192"/>
                          <a:pt x="22459" y="7241"/>
                        </a:cubicBezTo>
                        <a:cubicBezTo>
                          <a:pt x="26804" y="6266"/>
                          <a:pt x="35448" y="3695"/>
                          <a:pt x="39837" y="1833"/>
                        </a:cubicBezTo>
                        <a:cubicBezTo>
                          <a:pt x="41921" y="1124"/>
                          <a:pt x="43827" y="547"/>
                          <a:pt x="45733" y="237"/>
                        </a:cubicBezTo>
                        <a:cubicBezTo>
                          <a:pt x="47639" y="15"/>
                          <a:pt x="49501" y="-29"/>
                          <a:pt x="51363" y="15"/>
                        </a:cubicBezTo>
                        <a:cubicBezTo>
                          <a:pt x="53225" y="104"/>
                          <a:pt x="55131" y="414"/>
                          <a:pt x="57126" y="902"/>
                        </a:cubicBezTo>
                        <a:cubicBezTo>
                          <a:pt x="59077" y="1257"/>
                          <a:pt x="61116" y="1744"/>
                          <a:pt x="63244" y="2321"/>
                        </a:cubicBezTo>
                        <a:cubicBezTo>
                          <a:pt x="66214" y="3074"/>
                          <a:pt x="69893" y="6355"/>
                          <a:pt x="69893" y="9502"/>
                        </a:cubicBezTo>
                        <a:cubicBezTo>
                          <a:pt x="69849" y="14024"/>
                          <a:pt x="69095" y="18457"/>
                          <a:pt x="66701" y="22447"/>
                        </a:cubicBezTo>
                        <a:cubicBezTo>
                          <a:pt x="64529" y="26392"/>
                          <a:pt x="60806" y="30161"/>
                          <a:pt x="55175" y="33308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54" name="Forme libre : forme 20653">
                    <a:extLst>
                      <a:ext uri="{FF2B5EF4-FFF2-40B4-BE49-F238E27FC236}">
                        <a16:creationId xmlns:a16="http://schemas.microsoft.com/office/drawing/2014/main" id="{6DFB3CB1-79E4-4C13-B341-C743CA6FBACF}"/>
                      </a:ext>
                    </a:extLst>
                  </p:cNvPr>
                  <p:cNvSpPr/>
                  <p:nvPr/>
                </p:nvSpPr>
                <p:spPr>
                  <a:xfrm>
                    <a:off x="7146042" y="1121662"/>
                    <a:ext cx="69890" cy="32861"/>
                  </a:xfrm>
                  <a:custGeom>
                    <a:avLst/>
                    <a:gdLst>
                      <a:gd name="connsiteX0" fmla="*/ 29239 w 69890"/>
                      <a:gd name="connsiteY0" fmla="*/ 19639 h 32861"/>
                      <a:gd name="connsiteX1" fmla="*/ 158 w 69890"/>
                      <a:gd name="connsiteY1" fmla="*/ 15028 h 32861"/>
                      <a:gd name="connsiteX2" fmla="*/ 690 w 69890"/>
                      <a:gd name="connsiteY2" fmla="*/ 19328 h 32861"/>
                      <a:gd name="connsiteX3" fmla="*/ 3527 w 69890"/>
                      <a:gd name="connsiteY3" fmla="*/ 23495 h 32861"/>
                      <a:gd name="connsiteX4" fmla="*/ 15452 w 69890"/>
                      <a:gd name="connsiteY4" fmla="*/ 31652 h 32861"/>
                      <a:gd name="connsiteX5" fmla="*/ 27155 w 69890"/>
                      <a:gd name="connsiteY5" fmla="*/ 32716 h 32861"/>
                      <a:gd name="connsiteX6" fmla="*/ 31899 w 69890"/>
                      <a:gd name="connsiteY6" fmla="*/ 32051 h 32861"/>
                      <a:gd name="connsiteX7" fmla="*/ 53222 w 69890"/>
                      <a:gd name="connsiteY7" fmla="*/ 25047 h 32861"/>
                      <a:gd name="connsiteX8" fmla="*/ 55128 w 69890"/>
                      <a:gd name="connsiteY8" fmla="*/ 24072 h 32861"/>
                      <a:gd name="connsiteX9" fmla="*/ 64349 w 69890"/>
                      <a:gd name="connsiteY9" fmla="*/ 16580 h 32861"/>
                      <a:gd name="connsiteX10" fmla="*/ 69580 w 69890"/>
                      <a:gd name="connsiteY10" fmla="*/ 4433 h 32861"/>
                      <a:gd name="connsiteX11" fmla="*/ 69890 w 69890"/>
                      <a:gd name="connsiteY11" fmla="*/ 177 h 32861"/>
                      <a:gd name="connsiteX12" fmla="*/ 69890 w 69890"/>
                      <a:gd name="connsiteY12" fmla="*/ 0 h 32861"/>
                      <a:gd name="connsiteX13" fmla="*/ 29239 w 69890"/>
                      <a:gd name="connsiteY13" fmla="*/ 19639 h 3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9890" h="32861">
                        <a:moveTo>
                          <a:pt x="29239" y="19639"/>
                        </a:moveTo>
                        <a:cubicBezTo>
                          <a:pt x="19264" y="22609"/>
                          <a:pt x="6719" y="22032"/>
                          <a:pt x="158" y="15028"/>
                        </a:cubicBezTo>
                        <a:cubicBezTo>
                          <a:pt x="-153" y="16535"/>
                          <a:pt x="-20" y="18087"/>
                          <a:pt x="690" y="19328"/>
                        </a:cubicBezTo>
                        <a:cubicBezTo>
                          <a:pt x="1532" y="20791"/>
                          <a:pt x="2507" y="22210"/>
                          <a:pt x="3527" y="23495"/>
                        </a:cubicBezTo>
                        <a:cubicBezTo>
                          <a:pt x="6541" y="27175"/>
                          <a:pt x="10354" y="30101"/>
                          <a:pt x="15452" y="31652"/>
                        </a:cubicBezTo>
                        <a:cubicBezTo>
                          <a:pt x="18776" y="32672"/>
                          <a:pt x="22633" y="33115"/>
                          <a:pt x="27155" y="32716"/>
                        </a:cubicBezTo>
                        <a:cubicBezTo>
                          <a:pt x="28529" y="32628"/>
                          <a:pt x="30125" y="32406"/>
                          <a:pt x="31899" y="32051"/>
                        </a:cubicBezTo>
                        <a:cubicBezTo>
                          <a:pt x="38859" y="30899"/>
                          <a:pt x="47946" y="27840"/>
                          <a:pt x="53222" y="25047"/>
                        </a:cubicBezTo>
                        <a:cubicBezTo>
                          <a:pt x="53887" y="24692"/>
                          <a:pt x="54552" y="24382"/>
                          <a:pt x="55128" y="24072"/>
                        </a:cubicBezTo>
                        <a:cubicBezTo>
                          <a:pt x="59118" y="21855"/>
                          <a:pt x="62132" y="19284"/>
                          <a:pt x="64349" y="16580"/>
                        </a:cubicBezTo>
                        <a:cubicBezTo>
                          <a:pt x="67319" y="12679"/>
                          <a:pt x="68959" y="8778"/>
                          <a:pt x="69580" y="4433"/>
                        </a:cubicBezTo>
                        <a:cubicBezTo>
                          <a:pt x="69757" y="3014"/>
                          <a:pt x="69890" y="1596"/>
                          <a:pt x="69890" y="177"/>
                        </a:cubicBezTo>
                        <a:lnTo>
                          <a:pt x="69890" y="0"/>
                        </a:lnTo>
                        <a:cubicBezTo>
                          <a:pt x="58010" y="8999"/>
                          <a:pt x="43779" y="15738"/>
                          <a:pt x="29239" y="1963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55" name="Forme libre : forme 20654">
                    <a:extLst>
                      <a:ext uri="{FF2B5EF4-FFF2-40B4-BE49-F238E27FC236}">
                        <a16:creationId xmlns:a16="http://schemas.microsoft.com/office/drawing/2014/main" id="{E5C14251-93A0-4668-BD98-381DC850D49D}"/>
                      </a:ext>
                    </a:extLst>
                  </p:cNvPr>
                  <p:cNvSpPr/>
                  <p:nvPr/>
                </p:nvSpPr>
                <p:spPr>
                  <a:xfrm>
                    <a:off x="7171375" y="1124585"/>
                    <a:ext cx="31984" cy="16449"/>
                  </a:xfrm>
                  <a:custGeom>
                    <a:avLst/>
                    <a:gdLst>
                      <a:gd name="connsiteX0" fmla="*/ 31613 w 31984"/>
                      <a:gd name="connsiteY0" fmla="*/ 1421 h 16449"/>
                      <a:gd name="connsiteX1" fmla="*/ 27490 w 31984"/>
                      <a:gd name="connsiteY1" fmla="*/ 9001 h 16449"/>
                      <a:gd name="connsiteX2" fmla="*/ 17782 w 31984"/>
                      <a:gd name="connsiteY2" fmla="*/ 14498 h 16449"/>
                      <a:gd name="connsiteX3" fmla="*/ 7585 w 31984"/>
                      <a:gd name="connsiteY3" fmla="*/ 16449 h 16449"/>
                      <a:gd name="connsiteX4" fmla="*/ 49 w 31984"/>
                      <a:gd name="connsiteY4" fmla="*/ 12814 h 16449"/>
                      <a:gd name="connsiteX5" fmla="*/ 5280 w 31984"/>
                      <a:gd name="connsiteY5" fmla="*/ 7006 h 16449"/>
                      <a:gd name="connsiteX6" fmla="*/ 13792 w 31984"/>
                      <a:gd name="connsiteY6" fmla="*/ 3637 h 16449"/>
                      <a:gd name="connsiteX7" fmla="*/ 23234 w 31984"/>
                      <a:gd name="connsiteY7" fmla="*/ 844 h 16449"/>
                      <a:gd name="connsiteX8" fmla="*/ 31613 w 31984"/>
                      <a:gd name="connsiteY8" fmla="*/ 1421 h 16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984" h="16449">
                        <a:moveTo>
                          <a:pt x="31613" y="1421"/>
                        </a:moveTo>
                        <a:cubicBezTo>
                          <a:pt x="32898" y="3460"/>
                          <a:pt x="30682" y="6297"/>
                          <a:pt x="27490" y="9001"/>
                        </a:cubicBezTo>
                        <a:cubicBezTo>
                          <a:pt x="24254" y="11528"/>
                          <a:pt x="20042" y="13745"/>
                          <a:pt x="17782" y="14498"/>
                        </a:cubicBezTo>
                        <a:cubicBezTo>
                          <a:pt x="15565" y="15429"/>
                          <a:pt x="11354" y="16405"/>
                          <a:pt x="7585" y="16449"/>
                        </a:cubicBezTo>
                        <a:cubicBezTo>
                          <a:pt x="3729" y="16316"/>
                          <a:pt x="492" y="15385"/>
                          <a:pt x="49" y="12814"/>
                        </a:cubicBezTo>
                        <a:cubicBezTo>
                          <a:pt x="-394" y="10331"/>
                          <a:pt x="2221" y="8381"/>
                          <a:pt x="5280" y="7006"/>
                        </a:cubicBezTo>
                        <a:cubicBezTo>
                          <a:pt x="8339" y="5455"/>
                          <a:pt x="11930" y="4347"/>
                          <a:pt x="13792" y="3637"/>
                        </a:cubicBezTo>
                        <a:cubicBezTo>
                          <a:pt x="15698" y="3150"/>
                          <a:pt x="19555" y="1687"/>
                          <a:pt x="23234" y="844"/>
                        </a:cubicBezTo>
                        <a:cubicBezTo>
                          <a:pt x="26781" y="-219"/>
                          <a:pt x="30371" y="-530"/>
                          <a:pt x="31613" y="142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56" name="Forme libre : forme 20655">
                    <a:extLst>
                      <a:ext uri="{FF2B5EF4-FFF2-40B4-BE49-F238E27FC236}">
                        <a16:creationId xmlns:a16="http://schemas.microsoft.com/office/drawing/2014/main" id="{E20CC53C-1111-40FC-B94B-C80F11692975}"/>
                      </a:ext>
                    </a:extLst>
                  </p:cNvPr>
                  <p:cNvSpPr/>
                  <p:nvPr/>
                </p:nvSpPr>
                <p:spPr>
                  <a:xfrm>
                    <a:off x="7171022" y="1131414"/>
                    <a:ext cx="25050" cy="9531"/>
                  </a:xfrm>
                  <a:custGeom>
                    <a:avLst/>
                    <a:gdLst>
                      <a:gd name="connsiteX0" fmla="*/ 6166 w 25050"/>
                      <a:gd name="connsiteY0" fmla="*/ 0 h 9531"/>
                      <a:gd name="connsiteX1" fmla="*/ 181 w 25050"/>
                      <a:gd name="connsiteY1" fmla="*/ 5985 h 9531"/>
                      <a:gd name="connsiteX2" fmla="*/ 7895 w 25050"/>
                      <a:gd name="connsiteY2" fmla="*/ 9531 h 9531"/>
                      <a:gd name="connsiteX3" fmla="*/ 18312 w 25050"/>
                      <a:gd name="connsiteY3" fmla="*/ 7536 h 9531"/>
                      <a:gd name="connsiteX4" fmla="*/ 25051 w 25050"/>
                      <a:gd name="connsiteY4" fmla="*/ 3901 h 9531"/>
                      <a:gd name="connsiteX5" fmla="*/ 21238 w 25050"/>
                      <a:gd name="connsiteY5" fmla="*/ 5231 h 9531"/>
                      <a:gd name="connsiteX6" fmla="*/ 11973 w 25050"/>
                      <a:gd name="connsiteY6" fmla="*/ 4965 h 9531"/>
                      <a:gd name="connsiteX7" fmla="*/ 6166 w 25050"/>
                      <a:gd name="connsiteY7" fmla="*/ 0 h 9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050" h="9531">
                        <a:moveTo>
                          <a:pt x="6166" y="0"/>
                        </a:moveTo>
                        <a:cubicBezTo>
                          <a:pt x="4437" y="1374"/>
                          <a:pt x="-1060" y="3014"/>
                          <a:pt x="181" y="5985"/>
                        </a:cubicBezTo>
                        <a:cubicBezTo>
                          <a:pt x="1200" y="8467"/>
                          <a:pt x="4259" y="9398"/>
                          <a:pt x="7895" y="9531"/>
                        </a:cubicBezTo>
                        <a:cubicBezTo>
                          <a:pt x="11485" y="9531"/>
                          <a:pt x="15519" y="8645"/>
                          <a:pt x="18312" y="7536"/>
                        </a:cubicBezTo>
                        <a:cubicBezTo>
                          <a:pt x="19997" y="7049"/>
                          <a:pt x="23454" y="5054"/>
                          <a:pt x="25051" y="3901"/>
                        </a:cubicBezTo>
                        <a:cubicBezTo>
                          <a:pt x="23986" y="4300"/>
                          <a:pt x="22302" y="5098"/>
                          <a:pt x="21238" y="5231"/>
                        </a:cubicBezTo>
                        <a:cubicBezTo>
                          <a:pt x="18179" y="5586"/>
                          <a:pt x="14766" y="5674"/>
                          <a:pt x="11973" y="4965"/>
                        </a:cubicBezTo>
                        <a:cubicBezTo>
                          <a:pt x="9136" y="4211"/>
                          <a:pt x="7008" y="2704"/>
                          <a:pt x="616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57" name="Forme libre : forme 20656">
                    <a:extLst>
                      <a:ext uri="{FF2B5EF4-FFF2-40B4-BE49-F238E27FC236}">
                        <a16:creationId xmlns:a16="http://schemas.microsoft.com/office/drawing/2014/main" id="{06D14420-07AA-4C30-852C-DF02A18614A2}"/>
                      </a:ext>
                    </a:extLst>
                  </p:cNvPr>
                  <p:cNvSpPr/>
                  <p:nvPr/>
                </p:nvSpPr>
                <p:spPr>
                  <a:xfrm>
                    <a:off x="7173229" y="1124514"/>
                    <a:ext cx="32098" cy="17411"/>
                  </a:xfrm>
                  <a:custGeom>
                    <a:avLst/>
                    <a:gdLst>
                      <a:gd name="connsiteX0" fmla="*/ 31887 w 32098"/>
                      <a:gd name="connsiteY0" fmla="*/ 1492 h 17411"/>
                      <a:gd name="connsiteX1" fmla="*/ 17967 w 32098"/>
                      <a:gd name="connsiteY1" fmla="*/ 15235 h 17411"/>
                      <a:gd name="connsiteX2" fmla="*/ 7726 w 32098"/>
                      <a:gd name="connsiteY2" fmla="*/ 17407 h 17411"/>
                      <a:gd name="connsiteX3" fmla="*/ 101 w 32098"/>
                      <a:gd name="connsiteY3" fmla="*/ 13860 h 17411"/>
                      <a:gd name="connsiteX4" fmla="*/ 5288 w 32098"/>
                      <a:gd name="connsiteY4" fmla="*/ 7920 h 17411"/>
                      <a:gd name="connsiteX5" fmla="*/ 13844 w 32098"/>
                      <a:gd name="connsiteY5" fmla="*/ 4418 h 17411"/>
                      <a:gd name="connsiteX6" fmla="*/ 17922 w 32098"/>
                      <a:gd name="connsiteY6" fmla="*/ 2911 h 17411"/>
                      <a:gd name="connsiteX7" fmla="*/ 23597 w 32098"/>
                      <a:gd name="connsiteY7" fmla="*/ 1004 h 17411"/>
                      <a:gd name="connsiteX8" fmla="*/ 31887 w 32098"/>
                      <a:gd name="connsiteY8" fmla="*/ 1492 h 17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098" h="17411">
                        <a:moveTo>
                          <a:pt x="31887" y="1492"/>
                        </a:moveTo>
                        <a:cubicBezTo>
                          <a:pt x="33749" y="6324"/>
                          <a:pt x="22843" y="13240"/>
                          <a:pt x="17967" y="15235"/>
                        </a:cubicBezTo>
                        <a:cubicBezTo>
                          <a:pt x="15573" y="16254"/>
                          <a:pt x="11450" y="17407"/>
                          <a:pt x="7726" y="17407"/>
                        </a:cubicBezTo>
                        <a:cubicBezTo>
                          <a:pt x="4003" y="17495"/>
                          <a:pt x="722" y="16343"/>
                          <a:pt x="101" y="13860"/>
                        </a:cubicBezTo>
                        <a:cubicBezTo>
                          <a:pt x="-564" y="11289"/>
                          <a:pt x="2141" y="9516"/>
                          <a:pt x="5288" y="7920"/>
                        </a:cubicBezTo>
                        <a:cubicBezTo>
                          <a:pt x="8436" y="6413"/>
                          <a:pt x="12115" y="5038"/>
                          <a:pt x="13844" y="4418"/>
                        </a:cubicBezTo>
                        <a:cubicBezTo>
                          <a:pt x="14731" y="4152"/>
                          <a:pt x="16194" y="3531"/>
                          <a:pt x="17922" y="2911"/>
                        </a:cubicBezTo>
                        <a:cubicBezTo>
                          <a:pt x="19651" y="2334"/>
                          <a:pt x="21646" y="1669"/>
                          <a:pt x="23597" y="1004"/>
                        </a:cubicBezTo>
                        <a:cubicBezTo>
                          <a:pt x="27498" y="-60"/>
                          <a:pt x="31089" y="-769"/>
                          <a:pt x="31887" y="149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58" name="Forme libre : forme 20657">
                    <a:extLst>
                      <a:ext uri="{FF2B5EF4-FFF2-40B4-BE49-F238E27FC236}">
                        <a16:creationId xmlns:a16="http://schemas.microsoft.com/office/drawing/2014/main" id="{F01350A5-57D4-4114-AEB5-83E1A6918A93}"/>
                      </a:ext>
                    </a:extLst>
                  </p:cNvPr>
                  <p:cNvSpPr/>
                  <p:nvPr/>
                </p:nvSpPr>
                <p:spPr>
                  <a:xfrm>
                    <a:off x="7155539" y="1128899"/>
                    <a:ext cx="44007" cy="21159"/>
                  </a:xfrm>
                  <a:custGeom>
                    <a:avLst/>
                    <a:gdLst>
                      <a:gd name="connsiteX0" fmla="*/ 148 w 44007"/>
                      <a:gd name="connsiteY0" fmla="*/ 9697 h 21159"/>
                      <a:gd name="connsiteX1" fmla="*/ 4492 w 44007"/>
                      <a:gd name="connsiteY1" fmla="*/ 15460 h 21159"/>
                      <a:gd name="connsiteX2" fmla="*/ 22535 w 44007"/>
                      <a:gd name="connsiteY2" fmla="*/ 21134 h 21159"/>
                      <a:gd name="connsiteX3" fmla="*/ 32199 w 44007"/>
                      <a:gd name="connsiteY3" fmla="*/ 19139 h 21159"/>
                      <a:gd name="connsiteX4" fmla="*/ 40046 w 44007"/>
                      <a:gd name="connsiteY4" fmla="*/ 14529 h 21159"/>
                      <a:gd name="connsiteX5" fmla="*/ 43149 w 44007"/>
                      <a:gd name="connsiteY5" fmla="*/ 6106 h 21159"/>
                      <a:gd name="connsiteX6" fmla="*/ 37031 w 44007"/>
                      <a:gd name="connsiteY6" fmla="*/ 5928 h 21159"/>
                      <a:gd name="connsiteX7" fmla="*/ 21427 w 44007"/>
                      <a:gd name="connsiteY7" fmla="*/ 4244 h 21159"/>
                      <a:gd name="connsiteX8" fmla="*/ 7374 w 44007"/>
                      <a:gd name="connsiteY8" fmla="*/ 210 h 21159"/>
                      <a:gd name="connsiteX9" fmla="*/ 148 w 44007"/>
                      <a:gd name="connsiteY9" fmla="*/ 9697 h 21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4007" h="21159">
                        <a:moveTo>
                          <a:pt x="148" y="9697"/>
                        </a:moveTo>
                        <a:cubicBezTo>
                          <a:pt x="902" y="12622"/>
                          <a:pt x="1744" y="13686"/>
                          <a:pt x="4492" y="15460"/>
                        </a:cubicBezTo>
                        <a:cubicBezTo>
                          <a:pt x="9768" y="18917"/>
                          <a:pt x="14733" y="21444"/>
                          <a:pt x="22535" y="21134"/>
                        </a:cubicBezTo>
                        <a:cubicBezTo>
                          <a:pt x="25816" y="21090"/>
                          <a:pt x="29096" y="20203"/>
                          <a:pt x="32199" y="19139"/>
                        </a:cubicBezTo>
                        <a:cubicBezTo>
                          <a:pt x="35214" y="17853"/>
                          <a:pt x="38007" y="16435"/>
                          <a:pt x="40046" y="14529"/>
                        </a:cubicBezTo>
                        <a:cubicBezTo>
                          <a:pt x="43149" y="11825"/>
                          <a:pt x="45277" y="8234"/>
                          <a:pt x="43149" y="6106"/>
                        </a:cubicBezTo>
                        <a:cubicBezTo>
                          <a:pt x="41863" y="4820"/>
                          <a:pt x="39292" y="5751"/>
                          <a:pt x="37031" y="5928"/>
                        </a:cubicBezTo>
                        <a:cubicBezTo>
                          <a:pt x="31711" y="6239"/>
                          <a:pt x="26569" y="6194"/>
                          <a:pt x="21427" y="4244"/>
                        </a:cubicBezTo>
                        <a:cubicBezTo>
                          <a:pt x="16949" y="2382"/>
                          <a:pt x="12561" y="-854"/>
                          <a:pt x="7374" y="210"/>
                        </a:cubicBezTo>
                        <a:cubicBezTo>
                          <a:pt x="2808" y="1185"/>
                          <a:pt x="-783" y="5574"/>
                          <a:pt x="148" y="969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59" name="Forme libre : forme 20658">
                    <a:extLst>
                      <a:ext uri="{FF2B5EF4-FFF2-40B4-BE49-F238E27FC236}">
                        <a16:creationId xmlns:a16="http://schemas.microsoft.com/office/drawing/2014/main" id="{BB82369A-FF28-47F3-966D-DCD0F1CF84B9}"/>
                      </a:ext>
                    </a:extLst>
                  </p:cNvPr>
                  <p:cNvSpPr/>
                  <p:nvPr/>
                </p:nvSpPr>
                <p:spPr>
                  <a:xfrm>
                    <a:off x="7163632" y="1127519"/>
                    <a:ext cx="12223" cy="6973"/>
                  </a:xfrm>
                  <a:custGeom>
                    <a:avLst/>
                    <a:gdLst>
                      <a:gd name="connsiteX0" fmla="*/ 1143 w 12223"/>
                      <a:gd name="connsiteY0" fmla="*/ 4560 h 6973"/>
                      <a:gd name="connsiteX1" fmla="*/ 34 w 12223"/>
                      <a:gd name="connsiteY1" fmla="*/ 5846 h 6973"/>
                      <a:gd name="connsiteX2" fmla="*/ 1098 w 12223"/>
                      <a:gd name="connsiteY2" fmla="*/ 6910 h 6973"/>
                      <a:gd name="connsiteX3" fmla="*/ 3492 w 12223"/>
                      <a:gd name="connsiteY3" fmla="*/ 6777 h 6973"/>
                      <a:gd name="connsiteX4" fmla="*/ 9122 w 12223"/>
                      <a:gd name="connsiteY4" fmla="*/ 4915 h 6973"/>
                      <a:gd name="connsiteX5" fmla="*/ 11028 w 12223"/>
                      <a:gd name="connsiteY5" fmla="*/ 3807 h 6973"/>
                      <a:gd name="connsiteX6" fmla="*/ 9078 w 12223"/>
                      <a:gd name="connsiteY6" fmla="*/ 216 h 6973"/>
                      <a:gd name="connsiteX7" fmla="*/ 1143 w 12223"/>
                      <a:gd name="connsiteY7" fmla="*/ 4560 h 6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223" h="6973">
                        <a:moveTo>
                          <a:pt x="1143" y="4560"/>
                        </a:moveTo>
                        <a:cubicBezTo>
                          <a:pt x="566" y="4959"/>
                          <a:pt x="167" y="5270"/>
                          <a:pt x="34" y="5846"/>
                        </a:cubicBezTo>
                        <a:cubicBezTo>
                          <a:pt x="-143" y="6422"/>
                          <a:pt x="389" y="6777"/>
                          <a:pt x="1098" y="6910"/>
                        </a:cubicBezTo>
                        <a:cubicBezTo>
                          <a:pt x="1763" y="7043"/>
                          <a:pt x="2739" y="6954"/>
                          <a:pt x="3492" y="6777"/>
                        </a:cubicBezTo>
                        <a:cubicBezTo>
                          <a:pt x="5398" y="6245"/>
                          <a:pt x="7438" y="5802"/>
                          <a:pt x="9122" y="4915"/>
                        </a:cubicBezTo>
                        <a:cubicBezTo>
                          <a:pt x="9831" y="4560"/>
                          <a:pt x="10496" y="4294"/>
                          <a:pt x="11028" y="3807"/>
                        </a:cubicBezTo>
                        <a:cubicBezTo>
                          <a:pt x="13156" y="1768"/>
                          <a:pt x="12403" y="-759"/>
                          <a:pt x="9078" y="216"/>
                        </a:cubicBezTo>
                        <a:cubicBezTo>
                          <a:pt x="6374" y="970"/>
                          <a:pt x="3403" y="2920"/>
                          <a:pt x="1143" y="456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60" name="Forme libre : forme 20659">
                    <a:extLst>
                      <a:ext uri="{FF2B5EF4-FFF2-40B4-BE49-F238E27FC236}">
                        <a16:creationId xmlns:a16="http://schemas.microsoft.com/office/drawing/2014/main" id="{C5B86D1D-05B2-46DF-AEBD-582122E2AD81}"/>
                      </a:ext>
                    </a:extLst>
                  </p:cNvPr>
                  <p:cNvSpPr/>
                  <p:nvPr/>
                </p:nvSpPr>
                <p:spPr>
                  <a:xfrm>
                    <a:off x="7201791" y="1121396"/>
                    <a:ext cx="12885" cy="23229"/>
                  </a:xfrm>
                  <a:custGeom>
                    <a:avLst/>
                    <a:gdLst>
                      <a:gd name="connsiteX0" fmla="*/ 12634 w 12885"/>
                      <a:gd name="connsiteY0" fmla="*/ 0 h 23229"/>
                      <a:gd name="connsiteX1" fmla="*/ 0 w 12885"/>
                      <a:gd name="connsiteY1" fmla="*/ 23229 h 23229"/>
                      <a:gd name="connsiteX2" fmla="*/ 12634 w 12885"/>
                      <a:gd name="connsiteY2" fmla="*/ 0 h 2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885" h="23229">
                        <a:moveTo>
                          <a:pt x="12634" y="0"/>
                        </a:moveTo>
                        <a:cubicBezTo>
                          <a:pt x="14408" y="7182"/>
                          <a:pt x="6428" y="17511"/>
                          <a:pt x="0" y="23229"/>
                        </a:cubicBezTo>
                        <a:cubicBezTo>
                          <a:pt x="6827" y="16890"/>
                          <a:pt x="11393" y="7448"/>
                          <a:pt x="1263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61" name="Forme libre : forme 20660">
                    <a:extLst>
                      <a:ext uri="{FF2B5EF4-FFF2-40B4-BE49-F238E27FC236}">
                        <a16:creationId xmlns:a16="http://schemas.microsoft.com/office/drawing/2014/main" id="{BE235B61-304A-4317-85C6-37F9C910027C}"/>
                      </a:ext>
                    </a:extLst>
                  </p:cNvPr>
                  <p:cNvSpPr/>
                  <p:nvPr/>
                </p:nvSpPr>
                <p:spPr>
                  <a:xfrm>
                    <a:off x="7149259" y="1120598"/>
                    <a:ext cx="20081" cy="11614"/>
                  </a:xfrm>
                  <a:custGeom>
                    <a:avLst/>
                    <a:gdLst>
                      <a:gd name="connsiteX0" fmla="*/ 20082 w 20081"/>
                      <a:gd name="connsiteY0" fmla="*/ 0 h 11614"/>
                      <a:gd name="connsiteX1" fmla="*/ 0 w 20081"/>
                      <a:gd name="connsiteY1" fmla="*/ 11615 h 11614"/>
                      <a:gd name="connsiteX2" fmla="*/ 20082 w 20081"/>
                      <a:gd name="connsiteY2" fmla="*/ 0 h 11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081" h="11614">
                        <a:moveTo>
                          <a:pt x="20082" y="0"/>
                        </a:moveTo>
                        <a:cubicBezTo>
                          <a:pt x="12900" y="1951"/>
                          <a:pt x="6472" y="7093"/>
                          <a:pt x="0" y="11615"/>
                        </a:cubicBezTo>
                        <a:cubicBezTo>
                          <a:pt x="5851" y="7137"/>
                          <a:pt x="14230" y="3281"/>
                          <a:pt x="2008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62" name="Forme libre : forme 20661">
                    <a:extLst>
                      <a:ext uri="{FF2B5EF4-FFF2-40B4-BE49-F238E27FC236}">
                        <a16:creationId xmlns:a16="http://schemas.microsoft.com/office/drawing/2014/main" id="{B695E474-F711-4ADF-A330-6D7CB0F9A8B9}"/>
                      </a:ext>
                    </a:extLst>
                  </p:cNvPr>
                  <p:cNvSpPr/>
                  <p:nvPr/>
                </p:nvSpPr>
                <p:spPr>
                  <a:xfrm>
                    <a:off x="7183644" y="1127424"/>
                    <a:ext cx="11897" cy="4974"/>
                  </a:xfrm>
                  <a:custGeom>
                    <a:avLst/>
                    <a:gdLst>
                      <a:gd name="connsiteX0" fmla="*/ 11897 w 11897"/>
                      <a:gd name="connsiteY0" fmla="*/ 976 h 4974"/>
                      <a:gd name="connsiteX1" fmla="*/ 5513 w 11897"/>
                      <a:gd name="connsiteY1" fmla="*/ 4611 h 4974"/>
                      <a:gd name="connsiteX2" fmla="*/ 16 w 11897"/>
                      <a:gd name="connsiteY2" fmla="*/ 3635 h 4974"/>
                      <a:gd name="connsiteX3" fmla="*/ 6045 w 11897"/>
                      <a:gd name="connsiteY3" fmla="*/ 710 h 4974"/>
                      <a:gd name="connsiteX4" fmla="*/ 11897 w 11897"/>
                      <a:gd name="connsiteY4" fmla="*/ 976 h 4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97" h="4974">
                        <a:moveTo>
                          <a:pt x="11897" y="976"/>
                        </a:moveTo>
                        <a:cubicBezTo>
                          <a:pt x="11897" y="2793"/>
                          <a:pt x="6976" y="4212"/>
                          <a:pt x="5513" y="4611"/>
                        </a:cubicBezTo>
                        <a:cubicBezTo>
                          <a:pt x="4006" y="4921"/>
                          <a:pt x="-294" y="5586"/>
                          <a:pt x="16" y="3635"/>
                        </a:cubicBezTo>
                        <a:cubicBezTo>
                          <a:pt x="326" y="1685"/>
                          <a:pt x="4715" y="1153"/>
                          <a:pt x="6045" y="710"/>
                        </a:cubicBezTo>
                        <a:cubicBezTo>
                          <a:pt x="7375" y="311"/>
                          <a:pt x="11941" y="-798"/>
                          <a:pt x="11897" y="97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63" name="Forme libre : forme 20662">
                    <a:extLst>
                      <a:ext uri="{FF2B5EF4-FFF2-40B4-BE49-F238E27FC236}">
                        <a16:creationId xmlns:a16="http://schemas.microsoft.com/office/drawing/2014/main" id="{20F876DB-45B0-416D-AB8C-8D76D0298239}"/>
                      </a:ext>
                    </a:extLst>
                  </p:cNvPr>
                  <p:cNvSpPr/>
                  <p:nvPr/>
                </p:nvSpPr>
                <p:spPr>
                  <a:xfrm>
                    <a:off x="7193866" y="1126866"/>
                    <a:ext cx="3278" cy="2106"/>
                  </a:xfrm>
                  <a:custGeom>
                    <a:avLst/>
                    <a:gdLst>
                      <a:gd name="connsiteX0" fmla="*/ 3182 w 3278"/>
                      <a:gd name="connsiteY0" fmla="*/ 248 h 2106"/>
                      <a:gd name="connsiteX1" fmla="*/ 2118 w 3278"/>
                      <a:gd name="connsiteY1" fmla="*/ 1711 h 2106"/>
                      <a:gd name="connsiteX2" fmla="*/ 79 w 3278"/>
                      <a:gd name="connsiteY2" fmla="*/ 1800 h 2106"/>
                      <a:gd name="connsiteX3" fmla="*/ 1143 w 3278"/>
                      <a:gd name="connsiteY3" fmla="*/ 470 h 2106"/>
                      <a:gd name="connsiteX4" fmla="*/ 3182 w 3278"/>
                      <a:gd name="connsiteY4" fmla="*/ 248 h 2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78" h="2106">
                        <a:moveTo>
                          <a:pt x="3182" y="248"/>
                        </a:moveTo>
                        <a:cubicBezTo>
                          <a:pt x="3581" y="780"/>
                          <a:pt x="2650" y="1445"/>
                          <a:pt x="2118" y="1711"/>
                        </a:cubicBezTo>
                        <a:cubicBezTo>
                          <a:pt x="1630" y="2021"/>
                          <a:pt x="433" y="2376"/>
                          <a:pt x="79" y="1800"/>
                        </a:cubicBezTo>
                        <a:cubicBezTo>
                          <a:pt x="-276" y="1223"/>
                          <a:pt x="655" y="736"/>
                          <a:pt x="1143" y="470"/>
                        </a:cubicBezTo>
                        <a:cubicBezTo>
                          <a:pt x="1675" y="159"/>
                          <a:pt x="2783" y="-284"/>
                          <a:pt x="3182" y="2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64" name="Forme libre : forme 20663">
                    <a:extLst>
                      <a:ext uri="{FF2B5EF4-FFF2-40B4-BE49-F238E27FC236}">
                        <a16:creationId xmlns:a16="http://schemas.microsoft.com/office/drawing/2014/main" id="{E9F2441E-EDD9-462F-97DA-D16147C628C2}"/>
                      </a:ext>
                    </a:extLst>
                  </p:cNvPr>
                  <p:cNvSpPr/>
                  <p:nvPr/>
                </p:nvSpPr>
                <p:spPr>
                  <a:xfrm>
                    <a:off x="7180650" y="1115899"/>
                    <a:ext cx="30914" cy="8201"/>
                  </a:xfrm>
                  <a:custGeom>
                    <a:avLst/>
                    <a:gdLst>
                      <a:gd name="connsiteX0" fmla="*/ 20299 w 30914"/>
                      <a:gd name="connsiteY0" fmla="*/ 1330 h 8201"/>
                      <a:gd name="connsiteX1" fmla="*/ 30052 w 30914"/>
                      <a:gd name="connsiteY1" fmla="*/ 3103 h 8201"/>
                      <a:gd name="connsiteX2" fmla="*/ 29874 w 30914"/>
                      <a:gd name="connsiteY2" fmla="*/ 6561 h 8201"/>
                      <a:gd name="connsiteX3" fmla="*/ 25885 w 30914"/>
                      <a:gd name="connsiteY3" fmla="*/ 7270 h 8201"/>
                      <a:gd name="connsiteX4" fmla="*/ 19856 w 30914"/>
                      <a:gd name="connsiteY4" fmla="*/ 7137 h 8201"/>
                      <a:gd name="connsiteX5" fmla="*/ 13782 w 30914"/>
                      <a:gd name="connsiteY5" fmla="*/ 7226 h 8201"/>
                      <a:gd name="connsiteX6" fmla="*/ 5581 w 30914"/>
                      <a:gd name="connsiteY6" fmla="*/ 8201 h 8201"/>
                      <a:gd name="connsiteX7" fmla="*/ 40 w 30914"/>
                      <a:gd name="connsiteY7" fmla="*/ 5586 h 8201"/>
                      <a:gd name="connsiteX8" fmla="*/ 12319 w 30914"/>
                      <a:gd name="connsiteY8" fmla="*/ 0 h 8201"/>
                      <a:gd name="connsiteX9" fmla="*/ 20299 w 30914"/>
                      <a:gd name="connsiteY9" fmla="*/ 1330 h 82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0914" h="8201">
                        <a:moveTo>
                          <a:pt x="20299" y="1330"/>
                        </a:moveTo>
                        <a:cubicBezTo>
                          <a:pt x="24023" y="1640"/>
                          <a:pt x="26771" y="1685"/>
                          <a:pt x="30052" y="3103"/>
                        </a:cubicBezTo>
                        <a:cubicBezTo>
                          <a:pt x="31293" y="3635"/>
                          <a:pt x="31160" y="5541"/>
                          <a:pt x="29874" y="6561"/>
                        </a:cubicBezTo>
                        <a:cubicBezTo>
                          <a:pt x="28589" y="7581"/>
                          <a:pt x="27215" y="7359"/>
                          <a:pt x="25885" y="7270"/>
                        </a:cubicBezTo>
                        <a:cubicBezTo>
                          <a:pt x="23801" y="7093"/>
                          <a:pt x="21806" y="7093"/>
                          <a:pt x="19856" y="7137"/>
                        </a:cubicBezTo>
                        <a:cubicBezTo>
                          <a:pt x="17816" y="7093"/>
                          <a:pt x="15822" y="7137"/>
                          <a:pt x="13782" y="7226"/>
                        </a:cubicBezTo>
                        <a:cubicBezTo>
                          <a:pt x="12541" y="7359"/>
                          <a:pt x="8773" y="8024"/>
                          <a:pt x="5581" y="8201"/>
                        </a:cubicBezTo>
                        <a:cubicBezTo>
                          <a:pt x="2301" y="8157"/>
                          <a:pt x="-359" y="7625"/>
                          <a:pt x="40" y="5586"/>
                        </a:cubicBezTo>
                        <a:cubicBezTo>
                          <a:pt x="838" y="1596"/>
                          <a:pt x="9128" y="399"/>
                          <a:pt x="12319" y="0"/>
                        </a:cubicBezTo>
                        <a:cubicBezTo>
                          <a:pt x="15511" y="0"/>
                          <a:pt x="17550" y="1197"/>
                          <a:pt x="20299" y="133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640" name="Graphique 2">
                  <a:extLst>
                    <a:ext uri="{FF2B5EF4-FFF2-40B4-BE49-F238E27FC236}">
                      <a16:creationId xmlns:a16="http://schemas.microsoft.com/office/drawing/2014/main" id="{58E5ED5F-E54E-4A05-A8EC-14E5B9B4503D}"/>
                    </a:ext>
                  </a:extLst>
                </p:cNvPr>
                <p:cNvGrpSpPr/>
                <p:nvPr/>
              </p:nvGrpSpPr>
              <p:grpSpPr>
                <a:xfrm>
                  <a:off x="7212329" y="1059657"/>
                  <a:ext cx="51718" cy="61928"/>
                  <a:chOff x="7212329" y="1059657"/>
                  <a:chExt cx="51718" cy="61928"/>
                </a:xfrm>
                <a:solidFill>
                  <a:schemeClr val="accent1"/>
                </a:solidFill>
              </p:grpSpPr>
              <p:sp>
                <p:nvSpPr>
                  <p:cNvPr id="20641" name="Forme libre : forme 20640">
                    <a:extLst>
                      <a:ext uri="{FF2B5EF4-FFF2-40B4-BE49-F238E27FC236}">
                        <a16:creationId xmlns:a16="http://schemas.microsoft.com/office/drawing/2014/main" id="{3E72B88A-38B7-41AC-8818-0C6422B2C395}"/>
                      </a:ext>
                    </a:extLst>
                  </p:cNvPr>
                  <p:cNvSpPr/>
                  <p:nvPr/>
                </p:nvSpPr>
                <p:spPr>
                  <a:xfrm>
                    <a:off x="7212329" y="1059657"/>
                    <a:ext cx="51718" cy="61928"/>
                  </a:xfrm>
                  <a:custGeom>
                    <a:avLst/>
                    <a:gdLst>
                      <a:gd name="connsiteX0" fmla="*/ 47801 w 51718"/>
                      <a:gd name="connsiteY0" fmla="*/ 30574 h 61928"/>
                      <a:gd name="connsiteX1" fmla="*/ 33350 w 51718"/>
                      <a:gd name="connsiteY1" fmla="*/ 51897 h 61928"/>
                      <a:gd name="connsiteX2" fmla="*/ 5820 w 51718"/>
                      <a:gd name="connsiteY2" fmla="*/ 60985 h 61928"/>
                      <a:gd name="connsiteX3" fmla="*/ 13 w 51718"/>
                      <a:gd name="connsiteY3" fmla="*/ 52828 h 61928"/>
                      <a:gd name="connsiteX4" fmla="*/ 5864 w 51718"/>
                      <a:gd name="connsiteY4" fmla="*/ 30042 h 61928"/>
                      <a:gd name="connsiteX5" fmla="*/ 17967 w 51718"/>
                      <a:gd name="connsiteY5" fmla="*/ 12132 h 61928"/>
                      <a:gd name="connsiteX6" fmla="*/ 41196 w 51718"/>
                      <a:gd name="connsiteY6" fmla="*/ 30 h 61928"/>
                      <a:gd name="connsiteX7" fmla="*/ 49663 w 51718"/>
                      <a:gd name="connsiteY7" fmla="*/ 4862 h 61928"/>
                      <a:gd name="connsiteX8" fmla="*/ 47801 w 51718"/>
                      <a:gd name="connsiteY8" fmla="*/ 30574 h 61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718" h="61928">
                        <a:moveTo>
                          <a:pt x="47801" y="30574"/>
                        </a:moveTo>
                        <a:cubicBezTo>
                          <a:pt x="45141" y="35583"/>
                          <a:pt x="38049" y="46666"/>
                          <a:pt x="33350" y="51897"/>
                        </a:cubicBezTo>
                        <a:cubicBezTo>
                          <a:pt x="24749" y="61650"/>
                          <a:pt x="15218" y="63334"/>
                          <a:pt x="5820" y="60985"/>
                        </a:cubicBezTo>
                        <a:cubicBezTo>
                          <a:pt x="2539" y="60142"/>
                          <a:pt x="-209" y="55842"/>
                          <a:pt x="13" y="52828"/>
                        </a:cubicBezTo>
                        <a:cubicBezTo>
                          <a:pt x="411" y="43873"/>
                          <a:pt x="855" y="37800"/>
                          <a:pt x="5864" y="30042"/>
                        </a:cubicBezTo>
                        <a:cubicBezTo>
                          <a:pt x="8524" y="25963"/>
                          <a:pt x="14509" y="16964"/>
                          <a:pt x="17967" y="12132"/>
                        </a:cubicBezTo>
                        <a:cubicBezTo>
                          <a:pt x="24439" y="3266"/>
                          <a:pt x="32064" y="872"/>
                          <a:pt x="41196" y="30"/>
                        </a:cubicBezTo>
                        <a:cubicBezTo>
                          <a:pt x="44343" y="-281"/>
                          <a:pt x="48688" y="1891"/>
                          <a:pt x="49663" y="4862"/>
                        </a:cubicBezTo>
                        <a:cubicBezTo>
                          <a:pt x="52500" y="13462"/>
                          <a:pt x="52855" y="21087"/>
                          <a:pt x="47801" y="30574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42" name="Forme libre : forme 20641">
                    <a:extLst>
                      <a:ext uri="{FF2B5EF4-FFF2-40B4-BE49-F238E27FC236}">
                        <a16:creationId xmlns:a16="http://schemas.microsoft.com/office/drawing/2014/main" id="{E4ACA783-4467-4F04-90B7-3B468A4983D5}"/>
                      </a:ext>
                    </a:extLst>
                  </p:cNvPr>
                  <p:cNvSpPr/>
                  <p:nvPr/>
                </p:nvSpPr>
                <p:spPr>
                  <a:xfrm>
                    <a:off x="7214558" y="1064430"/>
                    <a:ext cx="49423" cy="57113"/>
                  </a:xfrm>
                  <a:custGeom>
                    <a:avLst/>
                    <a:gdLst>
                      <a:gd name="connsiteX0" fmla="*/ 23495 w 49423"/>
                      <a:gd name="connsiteY0" fmla="*/ 36351 h 57113"/>
                      <a:gd name="connsiteX1" fmla="*/ 13432 w 49423"/>
                      <a:gd name="connsiteY1" fmla="*/ 48276 h 57113"/>
                      <a:gd name="connsiteX2" fmla="*/ 0 w 49423"/>
                      <a:gd name="connsiteY2" fmla="*/ 53729 h 57113"/>
                      <a:gd name="connsiteX3" fmla="*/ 3591 w 49423"/>
                      <a:gd name="connsiteY3" fmla="*/ 56212 h 57113"/>
                      <a:gd name="connsiteX4" fmla="*/ 8467 w 49423"/>
                      <a:gd name="connsiteY4" fmla="*/ 57010 h 57113"/>
                      <a:gd name="connsiteX5" fmla="*/ 22431 w 49423"/>
                      <a:gd name="connsiteY5" fmla="*/ 54217 h 57113"/>
                      <a:gd name="connsiteX6" fmla="*/ 31120 w 49423"/>
                      <a:gd name="connsiteY6" fmla="*/ 47124 h 57113"/>
                      <a:gd name="connsiteX7" fmla="*/ 33913 w 49423"/>
                      <a:gd name="connsiteY7" fmla="*/ 43710 h 57113"/>
                      <a:gd name="connsiteX8" fmla="*/ 44686 w 49423"/>
                      <a:gd name="connsiteY8" fmla="*/ 27352 h 57113"/>
                      <a:gd name="connsiteX9" fmla="*/ 45572 w 49423"/>
                      <a:gd name="connsiteY9" fmla="*/ 25801 h 57113"/>
                      <a:gd name="connsiteX10" fmla="*/ 49030 w 49423"/>
                      <a:gd name="connsiteY10" fmla="*/ 16269 h 57113"/>
                      <a:gd name="connsiteX11" fmla="*/ 48587 w 49423"/>
                      <a:gd name="connsiteY11" fmla="*/ 4123 h 57113"/>
                      <a:gd name="connsiteX12" fmla="*/ 47434 w 49423"/>
                      <a:gd name="connsiteY12" fmla="*/ 133 h 57113"/>
                      <a:gd name="connsiteX13" fmla="*/ 47345 w 49423"/>
                      <a:gd name="connsiteY13" fmla="*/ 0 h 57113"/>
                      <a:gd name="connsiteX14" fmla="*/ 23495 w 49423"/>
                      <a:gd name="connsiteY14" fmla="*/ 36351 h 57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9423" h="57113">
                        <a:moveTo>
                          <a:pt x="23495" y="36351"/>
                        </a:moveTo>
                        <a:cubicBezTo>
                          <a:pt x="20836" y="40696"/>
                          <a:pt x="17466" y="44996"/>
                          <a:pt x="13432" y="48276"/>
                        </a:cubicBezTo>
                        <a:cubicBezTo>
                          <a:pt x="9398" y="51557"/>
                          <a:pt x="4655" y="53640"/>
                          <a:pt x="0" y="53729"/>
                        </a:cubicBezTo>
                        <a:cubicBezTo>
                          <a:pt x="975" y="54926"/>
                          <a:pt x="2217" y="55857"/>
                          <a:pt x="3591" y="56212"/>
                        </a:cubicBezTo>
                        <a:cubicBezTo>
                          <a:pt x="5231" y="56611"/>
                          <a:pt x="6827" y="56832"/>
                          <a:pt x="8467" y="57010"/>
                        </a:cubicBezTo>
                        <a:cubicBezTo>
                          <a:pt x="13122" y="57409"/>
                          <a:pt x="17821" y="56699"/>
                          <a:pt x="22431" y="54217"/>
                        </a:cubicBezTo>
                        <a:cubicBezTo>
                          <a:pt x="25446" y="52621"/>
                          <a:pt x="28328" y="50271"/>
                          <a:pt x="31120" y="47124"/>
                        </a:cubicBezTo>
                        <a:cubicBezTo>
                          <a:pt x="32007" y="46149"/>
                          <a:pt x="32893" y="44996"/>
                          <a:pt x="33913" y="43710"/>
                        </a:cubicBezTo>
                        <a:cubicBezTo>
                          <a:pt x="37859" y="38612"/>
                          <a:pt x="42203" y="31697"/>
                          <a:pt x="44686" y="27352"/>
                        </a:cubicBezTo>
                        <a:cubicBezTo>
                          <a:pt x="44996" y="26776"/>
                          <a:pt x="45306" y="26244"/>
                          <a:pt x="45572" y="25801"/>
                        </a:cubicBezTo>
                        <a:cubicBezTo>
                          <a:pt x="47390" y="22387"/>
                          <a:pt x="48454" y="19284"/>
                          <a:pt x="49030" y="16269"/>
                        </a:cubicBezTo>
                        <a:cubicBezTo>
                          <a:pt x="49739" y="12102"/>
                          <a:pt x="49429" y="8113"/>
                          <a:pt x="48587" y="4123"/>
                        </a:cubicBezTo>
                        <a:cubicBezTo>
                          <a:pt x="48276" y="2793"/>
                          <a:pt x="47922" y="1463"/>
                          <a:pt x="47434" y="133"/>
                        </a:cubicBezTo>
                        <a:lnTo>
                          <a:pt x="47345" y="0"/>
                        </a:lnTo>
                        <a:cubicBezTo>
                          <a:pt x="38878" y="11437"/>
                          <a:pt x="31076" y="23894"/>
                          <a:pt x="23495" y="3635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43" name="Forme libre : forme 20642">
                    <a:extLst>
                      <a:ext uri="{FF2B5EF4-FFF2-40B4-BE49-F238E27FC236}">
                        <a16:creationId xmlns:a16="http://schemas.microsoft.com/office/drawing/2014/main" id="{43364D60-AAFF-4002-9ED2-519F3AD35350}"/>
                      </a:ext>
                    </a:extLst>
                  </p:cNvPr>
                  <p:cNvSpPr/>
                  <p:nvPr/>
                </p:nvSpPr>
                <p:spPr>
                  <a:xfrm>
                    <a:off x="7231227" y="1072429"/>
                    <a:ext cx="21628" cy="28716"/>
                  </a:xfrm>
                  <a:custGeom>
                    <a:avLst/>
                    <a:gdLst>
                      <a:gd name="connsiteX0" fmla="*/ 20348 w 21628"/>
                      <a:gd name="connsiteY0" fmla="*/ 380 h 28716"/>
                      <a:gd name="connsiteX1" fmla="*/ 15693 w 21628"/>
                      <a:gd name="connsiteY1" fmla="*/ 18246 h 28716"/>
                      <a:gd name="connsiteX2" fmla="*/ 1330 w 21628"/>
                      <a:gd name="connsiteY2" fmla="*/ 28087 h 28716"/>
                      <a:gd name="connsiteX3" fmla="*/ 6029 w 21628"/>
                      <a:gd name="connsiteY3" fmla="*/ 11951 h 28716"/>
                      <a:gd name="connsiteX4" fmla="*/ 20348 w 21628"/>
                      <a:gd name="connsiteY4" fmla="*/ 380 h 28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28" h="28716">
                        <a:moveTo>
                          <a:pt x="20348" y="380"/>
                        </a:moveTo>
                        <a:cubicBezTo>
                          <a:pt x="24293" y="2863"/>
                          <a:pt x="18087" y="14433"/>
                          <a:pt x="15693" y="18246"/>
                        </a:cubicBezTo>
                        <a:cubicBezTo>
                          <a:pt x="13388" y="22014"/>
                          <a:pt x="5541" y="31190"/>
                          <a:pt x="1330" y="28087"/>
                        </a:cubicBezTo>
                        <a:cubicBezTo>
                          <a:pt x="-2749" y="25117"/>
                          <a:pt x="3635" y="15408"/>
                          <a:pt x="6029" y="11951"/>
                        </a:cubicBezTo>
                        <a:cubicBezTo>
                          <a:pt x="8334" y="8626"/>
                          <a:pt x="16314" y="-2147"/>
                          <a:pt x="20348" y="380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44" name="Forme libre : forme 20643">
                    <a:extLst>
                      <a:ext uri="{FF2B5EF4-FFF2-40B4-BE49-F238E27FC236}">
                        <a16:creationId xmlns:a16="http://schemas.microsoft.com/office/drawing/2014/main" id="{E134B87A-4F90-4800-92EA-F5F6A5051BFE}"/>
                      </a:ext>
                    </a:extLst>
                  </p:cNvPr>
                  <p:cNvSpPr/>
                  <p:nvPr/>
                </p:nvSpPr>
                <p:spPr>
                  <a:xfrm>
                    <a:off x="7231089" y="1084113"/>
                    <a:ext cx="19156" cy="16960"/>
                  </a:xfrm>
                  <a:custGeom>
                    <a:avLst/>
                    <a:gdLst>
                      <a:gd name="connsiteX0" fmla="*/ 1734 w 19156"/>
                      <a:gd name="connsiteY0" fmla="*/ 8024 h 16960"/>
                      <a:gd name="connsiteX1" fmla="*/ 1335 w 19156"/>
                      <a:gd name="connsiteY1" fmla="*/ 16580 h 16960"/>
                      <a:gd name="connsiteX2" fmla="*/ 15920 w 19156"/>
                      <a:gd name="connsiteY2" fmla="*/ 6428 h 16960"/>
                      <a:gd name="connsiteX3" fmla="*/ 19156 w 19156"/>
                      <a:gd name="connsiteY3" fmla="*/ 0 h 16960"/>
                      <a:gd name="connsiteX4" fmla="*/ 16807 w 19156"/>
                      <a:gd name="connsiteY4" fmla="*/ 3059 h 16960"/>
                      <a:gd name="connsiteX5" fmla="*/ 1734 w 19156"/>
                      <a:gd name="connsiteY5" fmla="*/ 8024 h 16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156" h="16960">
                        <a:moveTo>
                          <a:pt x="1734" y="8024"/>
                        </a:moveTo>
                        <a:cubicBezTo>
                          <a:pt x="1291" y="10240"/>
                          <a:pt x="-1679" y="15250"/>
                          <a:pt x="1335" y="16580"/>
                        </a:cubicBezTo>
                        <a:cubicBezTo>
                          <a:pt x="6212" y="18752"/>
                          <a:pt x="12861" y="11127"/>
                          <a:pt x="15920" y="6428"/>
                        </a:cubicBezTo>
                        <a:cubicBezTo>
                          <a:pt x="16851" y="5054"/>
                          <a:pt x="18535" y="1773"/>
                          <a:pt x="19156" y="0"/>
                        </a:cubicBezTo>
                        <a:cubicBezTo>
                          <a:pt x="18535" y="842"/>
                          <a:pt x="17605" y="2350"/>
                          <a:pt x="16807" y="3059"/>
                        </a:cubicBezTo>
                        <a:cubicBezTo>
                          <a:pt x="12374" y="6871"/>
                          <a:pt x="6522" y="11038"/>
                          <a:pt x="1734" y="8024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45" name="Forme libre : forme 20644">
                    <a:extLst>
                      <a:ext uri="{FF2B5EF4-FFF2-40B4-BE49-F238E27FC236}">
                        <a16:creationId xmlns:a16="http://schemas.microsoft.com/office/drawing/2014/main" id="{FA0462BF-175B-4258-97FE-1FB1DD521362}"/>
                      </a:ext>
                    </a:extLst>
                  </p:cNvPr>
                  <p:cNvSpPr/>
                  <p:nvPr/>
                </p:nvSpPr>
                <p:spPr>
                  <a:xfrm>
                    <a:off x="7233183" y="1071322"/>
                    <a:ext cx="21381" cy="29142"/>
                  </a:xfrm>
                  <a:custGeom>
                    <a:avLst/>
                    <a:gdLst>
                      <a:gd name="connsiteX0" fmla="*/ 20342 w 21381"/>
                      <a:gd name="connsiteY0" fmla="*/ 644 h 29142"/>
                      <a:gd name="connsiteX1" fmla="*/ 15731 w 21381"/>
                      <a:gd name="connsiteY1" fmla="*/ 18776 h 29142"/>
                      <a:gd name="connsiteX2" fmla="*/ 1413 w 21381"/>
                      <a:gd name="connsiteY2" fmla="*/ 28573 h 29142"/>
                      <a:gd name="connsiteX3" fmla="*/ 6023 w 21381"/>
                      <a:gd name="connsiteY3" fmla="*/ 12392 h 29142"/>
                      <a:gd name="connsiteX4" fmla="*/ 20342 w 21381"/>
                      <a:gd name="connsiteY4" fmla="*/ 644 h 29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381" h="29142">
                        <a:moveTo>
                          <a:pt x="20342" y="644"/>
                        </a:moveTo>
                        <a:cubicBezTo>
                          <a:pt x="23667" y="4147"/>
                          <a:pt x="18170" y="14564"/>
                          <a:pt x="15731" y="18776"/>
                        </a:cubicBezTo>
                        <a:cubicBezTo>
                          <a:pt x="13338" y="22943"/>
                          <a:pt x="5934" y="31410"/>
                          <a:pt x="1413" y="28573"/>
                        </a:cubicBezTo>
                        <a:cubicBezTo>
                          <a:pt x="-2932" y="25824"/>
                          <a:pt x="3939" y="15673"/>
                          <a:pt x="6023" y="12392"/>
                        </a:cubicBezTo>
                        <a:cubicBezTo>
                          <a:pt x="8151" y="9200"/>
                          <a:pt x="16973" y="-2902"/>
                          <a:pt x="20342" y="64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46" name="Forme libre : forme 20645">
                    <a:extLst>
                      <a:ext uri="{FF2B5EF4-FFF2-40B4-BE49-F238E27FC236}">
                        <a16:creationId xmlns:a16="http://schemas.microsoft.com/office/drawing/2014/main" id="{B8935000-6AC4-40BB-973E-8DA7984AE441}"/>
                      </a:ext>
                    </a:extLst>
                  </p:cNvPr>
                  <p:cNvSpPr/>
                  <p:nvPr/>
                </p:nvSpPr>
                <p:spPr>
                  <a:xfrm>
                    <a:off x="7219063" y="1082434"/>
                    <a:ext cx="35793" cy="31404"/>
                  </a:xfrm>
                  <a:custGeom>
                    <a:avLst/>
                    <a:gdLst>
                      <a:gd name="connsiteX0" fmla="*/ 3297 w 35793"/>
                      <a:gd name="connsiteY0" fmla="*/ 30140 h 31404"/>
                      <a:gd name="connsiteX1" fmla="*/ 10435 w 35793"/>
                      <a:gd name="connsiteY1" fmla="*/ 31027 h 31404"/>
                      <a:gd name="connsiteX2" fmla="*/ 26881 w 35793"/>
                      <a:gd name="connsiteY2" fmla="*/ 22958 h 31404"/>
                      <a:gd name="connsiteX3" fmla="*/ 35393 w 35793"/>
                      <a:gd name="connsiteY3" fmla="*/ 8418 h 31404"/>
                      <a:gd name="connsiteX4" fmla="*/ 33132 w 35793"/>
                      <a:gd name="connsiteY4" fmla="*/ 84 h 31404"/>
                      <a:gd name="connsiteX5" fmla="*/ 28078 w 35793"/>
                      <a:gd name="connsiteY5" fmla="*/ 2965 h 31404"/>
                      <a:gd name="connsiteX6" fmla="*/ 14735 w 35793"/>
                      <a:gd name="connsiteY6" fmla="*/ 11122 h 31404"/>
                      <a:gd name="connsiteX7" fmla="*/ 1568 w 35793"/>
                      <a:gd name="connsiteY7" fmla="*/ 18259 h 31404"/>
                      <a:gd name="connsiteX8" fmla="*/ 3297 w 35793"/>
                      <a:gd name="connsiteY8" fmla="*/ 30140 h 31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793" h="31404">
                        <a:moveTo>
                          <a:pt x="3297" y="30140"/>
                        </a:moveTo>
                        <a:cubicBezTo>
                          <a:pt x="5957" y="31603"/>
                          <a:pt x="7198" y="31647"/>
                          <a:pt x="10435" y="31027"/>
                        </a:cubicBezTo>
                        <a:cubicBezTo>
                          <a:pt x="16552" y="29697"/>
                          <a:pt x="21695" y="27968"/>
                          <a:pt x="26881" y="22958"/>
                        </a:cubicBezTo>
                        <a:cubicBezTo>
                          <a:pt x="31181" y="18747"/>
                          <a:pt x="34329" y="13161"/>
                          <a:pt x="35393" y="8418"/>
                        </a:cubicBezTo>
                        <a:cubicBezTo>
                          <a:pt x="36191" y="4871"/>
                          <a:pt x="35969" y="926"/>
                          <a:pt x="33132" y="84"/>
                        </a:cubicBezTo>
                        <a:cubicBezTo>
                          <a:pt x="31403" y="-448"/>
                          <a:pt x="29852" y="1680"/>
                          <a:pt x="28078" y="2965"/>
                        </a:cubicBezTo>
                        <a:cubicBezTo>
                          <a:pt x="23867" y="6024"/>
                          <a:pt x="20010" y="9172"/>
                          <a:pt x="14735" y="11122"/>
                        </a:cubicBezTo>
                        <a:cubicBezTo>
                          <a:pt x="10213" y="12807"/>
                          <a:pt x="4538" y="13649"/>
                          <a:pt x="1568" y="18259"/>
                        </a:cubicBezTo>
                        <a:cubicBezTo>
                          <a:pt x="-1047" y="22338"/>
                          <a:pt x="-338" y="27924"/>
                          <a:pt x="3297" y="3014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47" name="Forme libre : forme 20646">
                    <a:extLst>
                      <a:ext uri="{FF2B5EF4-FFF2-40B4-BE49-F238E27FC236}">
                        <a16:creationId xmlns:a16="http://schemas.microsoft.com/office/drawing/2014/main" id="{8FB47BAF-79D0-4420-83DF-A83244FEB5B3}"/>
                      </a:ext>
                    </a:extLst>
                  </p:cNvPr>
                  <p:cNvSpPr/>
                  <p:nvPr/>
                </p:nvSpPr>
                <p:spPr>
                  <a:xfrm>
                    <a:off x="7223962" y="1090862"/>
                    <a:ext cx="6793" cy="12693"/>
                  </a:xfrm>
                  <a:custGeom>
                    <a:avLst/>
                    <a:gdLst>
                      <a:gd name="connsiteX0" fmla="*/ 84 w 6793"/>
                      <a:gd name="connsiteY0" fmla="*/ 10629 h 12693"/>
                      <a:gd name="connsiteX1" fmla="*/ 217 w 6793"/>
                      <a:gd name="connsiteY1" fmla="*/ 12358 h 12693"/>
                      <a:gd name="connsiteX2" fmla="*/ 1680 w 6793"/>
                      <a:gd name="connsiteY2" fmla="*/ 12358 h 12693"/>
                      <a:gd name="connsiteX3" fmla="*/ 3275 w 6793"/>
                      <a:gd name="connsiteY3" fmla="*/ 10541 h 12693"/>
                      <a:gd name="connsiteX4" fmla="*/ 6113 w 6793"/>
                      <a:gd name="connsiteY4" fmla="*/ 5221 h 12693"/>
                      <a:gd name="connsiteX5" fmla="*/ 6777 w 6793"/>
                      <a:gd name="connsiteY5" fmla="*/ 3093 h 12693"/>
                      <a:gd name="connsiteX6" fmla="*/ 2832 w 6793"/>
                      <a:gd name="connsiteY6" fmla="*/ 1807 h 12693"/>
                      <a:gd name="connsiteX7" fmla="*/ 84 w 6793"/>
                      <a:gd name="connsiteY7" fmla="*/ 10629 h 12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793" h="12693">
                        <a:moveTo>
                          <a:pt x="84" y="10629"/>
                        </a:moveTo>
                        <a:cubicBezTo>
                          <a:pt x="-5" y="11339"/>
                          <a:pt x="-94" y="11826"/>
                          <a:pt x="217" y="12358"/>
                        </a:cubicBezTo>
                        <a:cubicBezTo>
                          <a:pt x="527" y="12890"/>
                          <a:pt x="1148" y="12713"/>
                          <a:pt x="1680" y="12358"/>
                        </a:cubicBezTo>
                        <a:cubicBezTo>
                          <a:pt x="2256" y="11959"/>
                          <a:pt x="2877" y="11161"/>
                          <a:pt x="3275" y="10541"/>
                        </a:cubicBezTo>
                        <a:cubicBezTo>
                          <a:pt x="4339" y="8856"/>
                          <a:pt x="5403" y="7038"/>
                          <a:pt x="6113" y="5221"/>
                        </a:cubicBezTo>
                        <a:cubicBezTo>
                          <a:pt x="6423" y="4467"/>
                          <a:pt x="6733" y="3802"/>
                          <a:pt x="6777" y="3093"/>
                        </a:cubicBezTo>
                        <a:cubicBezTo>
                          <a:pt x="6999" y="34"/>
                          <a:pt x="4827" y="-1384"/>
                          <a:pt x="2832" y="1807"/>
                        </a:cubicBezTo>
                        <a:cubicBezTo>
                          <a:pt x="1369" y="4201"/>
                          <a:pt x="571" y="7836"/>
                          <a:pt x="84" y="1062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48" name="Forme libre : forme 20647">
                    <a:extLst>
                      <a:ext uri="{FF2B5EF4-FFF2-40B4-BE49-F238E27FC236}">
                        <a16:creationId xmlns:a16="http://schemas.microsoft.com/office/drawing/2014/main" id="{30DEE008-9FD4-4E31-9AA3-20586EF1BA82}"/>
                      </a:ext>
                    </a:extLst>
                  </p:cNvPr>
                  <p:cNvSpPr/>
                  <p:nvPr/>
                </p:nvSpPr>
                <p:spPr>
                  <a:xfrm>
                    <a:off x="7259909" y="1064563"/>
                    <a:ext cx="2312" cy="24559"/>
                  </a:xfrm>
                  <a:custGeom>
                    <a:avLst/>
                    <a:gdLst>
                      <a:gd name="connsiteX0" fmla="*/ 488 w 2312"/>
                      <a:gd name="connsiteY0" fmla="*/ 0 h 24559"/>
                      <a:gd name="connsiteX1" fmla="*/ 0 w 2312"/>
                      <a:gd name="connsiteY1" fmla="*/ 24559 h 24559"/>
                      <a:gd name="connsiteX2" fmla="*/ 488 w 2312"/>
                      <a:gd name="connsiteY2" fmla="*/ 0 h 2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12" h="24559">
                        <a:moveTo>
                          <a:pt x="488" y="0"/>
                        </a:moveTo>
                        <a:cubicBezTo>
                          <a:pt x="4034" y="6251"/>
                          <a:pt x="1596" y="17422"/>
                          <a:pt x="0" y="24559"/>
                        </a:cubicBezTo>
                        <a:cubicBezTo>
                          <a:pt x="1818" y="16801"/>
                          <a:pt x="1419" y="7270"/>
                          <a:pt x="48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49" name="Forme libre : forme 20648">
                    <a:extLst>
                      <a:ext uri="{FF2B5EF4-FFF2-40B4-BE49-F238E27FC236}">
                        <a16:creationId xmlns:a16="http://schemas.microsoft.com/office/drawing/2014/main" id="{1EEDA70E-8526-448F-925E-215BE4D2AC3F}"/>
                      </a:ext>
                    </a:extLst>
                  </p:cNvPr>
                  <p:cNvSpPr/>
                  <p:nvPr/>
                </p:nvSpPr>
                <p:spPr>
                  <a:xfrm>
                    <a:off x="7213228" y="1089788"/>
                    <a:ext cx="6250" cy="23140"/>
                  </a:xfrm>
                  <a:custGeom>
                    <a:avLst/>
                    <a:gdLst>
                      <a:gd name="connsiteX0" fmla="*/ 6251 w 6250"/>
                      <a:gd name="connsiteY0" fmla="*/ 0 h 23140"/>
                      <a:gd name="connsiteX1" fmla="*/ 0 w 6250"/>
                      <a:gd name="connsiteY1" fmla="*/ 23141 h 23140"/>
                      <a:gd name="connsiteX2" fmla="*/ 6251 w 6250"/>
                      <a:gd name="connsiteY2" fmla="*/ 0 h 23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250" h="23140">
                        <a:moveTo>
                          <a:pt x="6251" y="0"/>
                        </a:moveTo>
                        <a:cubicBezTo>
                          <a:pt x="1951" y="7049"/>
                          <a:pt x="1241" y="15117"/>
                          <a:pt x="0" y="23141"/>
                        </a:cubicBezTo>
                        <a:cubicBezTo>
                          <a:pt x="842" y="15605"/>
                          <a:pt x="3857" y="7049"/>
                          <a:pt x="625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50" name="Forme libre : forme 20649">
                    <a:extLst>
                      <a:ext uri="{FF2B5EF4-FFF2-40B4-BE49-F238E27FC236}">
                        <a16:creationId xmlns:a16="http://schemas.microsoft.com/office/drawing/2014/main" id="{2799FC5A-6A3D-420F-9AED-79EBC436B6FC}"/>
                      </a:ext>
                    </a:extLst>
                  </p:cNvPr>
                  <p:cNvSpPr/>
                  <p:nvPr/>
                </p:nvSpPr>
                <p:spPr>
                  <a:xfrm>
                    <a:off x="7237531" y="1078077"/>
                    <a:ext cx="8753" cy="10002"/>
                  </a:xfrm>
                  <a:custGeom>
                    <a:avLst/>
                    <a:gdLst>
                      <a:gd name="connsiteX0" fmla="*/ 8591 w 8753"/>
                      <a:gd name="connsiteY0" fmla="*/ 406 h 10002"/>
                      <a:gd name="connsiteX1" fmla="*/ 5178 w 8753"/>
                      <a:gd name="connsiteY1" fmla="*/ 6923 h 10002"/>
                      <a:gd name="connsiteX2" fmla="*/ 168 w 8753"/>
                      <a:gd name="connsiteY2" fmla="*/ 9494 h 10002"/>
                      <a:gd name="connsiteX3" fmla="*/ 3405 w 8753"/>
                      <a:gd name="connsiteY3" fmla="*/ 3421 h 10002"/>
                      <a:gd name="connsiteX4" fmla="*/ 8591 w 8753"/>
                      <a:gd name="connsiteY4" fmla="*/ 406 h 10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3" h="10002">
                        <a:moveTo>
                          <a:pt x="8591" y="406"/>
                        </a:moveTo>
                        <a:cubicBezTo>
                          <a:pt x="9522" y="2002"/>
                          <a:pt x="6197" y="5771"/>
                          <a:pt x="5178" y="6923"/>
                        </a:cubicBezTo>
                        <a:cubicBezTo>
                          <a:pt x="4158" y="8076"/>
                          <a:pt x="1099" y="11223"/>
                          <a:pt x="168" y="9494"/>
                        </a:cubicBezTo>
                        <a:cubicBezTo>
                          <a:pt x="-763" y="7810"/>
                          <a:pt x="2429" y="4485"/>
                          <a:pt x="3405" y="3421"/>
                        </a:cubicBezTo>
                        <a:cubicBezTo>
                          <a:pt x="4424" y="2357"/>
                          <a:pt x="7660" y="-1189"/>
                          <a:pt x="8591" y="406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51" name="Forme libre : forme 20650">
                    <a:extLst>
                      <a:ext uri="{FF2B5EF4-FFF2-40B4-BE49-F238E27FC236}">
                        <a16:creationId xmlns:a16="http://schemas.microsoft.com/office/drawing/2014/main" id="{73AC47AA-B7E6-4716-96C3-18BD006AE5A0}"/>
                      </a:ext>
                    </a:extLst>
                  </p:cNvPr>
                  <p:cNvSpPr/>
                  <p:nvPr/>
                </p:nvSpPr>
                <p:spPr>
                  <a:xfrm>
                    <a:off x="7244638" y="1076576"/>
                    <a:ext cx="2480" cy="3017"/>
                  </a:xfrm>
                  <a:custGeom>
                    <a:avLst/>
                    <a:gdLst>
                      <a:gd name="connsiteX0" fmla="*/ 2193 w 2480"/>
                      <a:gd name="connsiteY0" fmla="*/ 45 h 3017"/>
                      <a:gd name="connsiteX1" fmla="*/ 1972 w 2480"/>
                      <a:gd name="connsiteY1" fmla="*/ 1818 h 3017"/>
                      <a:gd name="connsiteX2" fmla="*/ 287 w 2480"/>
                      <a:gd name="connsiteY2" fmla="*/ 2971 h 3017"/>
                      <a:gd name="connsiteX3" fmla="*/ 509 w 2480"/>
                      <a:gd name="connsiteY3" fmla="*/ 1242 h 3017"/>
                      <a:gd name="connsiteX4" fmla="*/ 2193 w 2480"/>
                      <a:gd name="connsiteY4" fmla="*/ 45 h 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0" h="3017">
                        <a:moveTo>
                          <a:pt x="2193" y="45"/>
                        </a:moveTo>
                        <a:cubicBezTo>
                          <a:pt x="2814" y="311"/>
                          <a:pt x="2282" y="1331"/>
                          <a:pt x="1972" y="1818"/>
                        </a:cubicBezTo>
                        <a:cubicBezTo>
                          <a:pt x="1661" y="2306"/>
                          <a:pt x="908" y="3237"/>
                          <a:pt x="287" y="2971"/>
                        </a:cubicBezTo>
                        <a:cubicBezTo>
                          <a:pt x="-333" y="2705"/>
                          <a:pt x="199" y="1730"/>
                          <a:pt x="509" y="1242"/>
                        </a:cubicBezTo>
                        <a:cubicBezTo>
                          <a:pt x="819" y="754"/>
                          <a:pt x="1573" y="-221"/>
                          <a:pt x="2193" y="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52" name="Forme libre : forme 20651">
                    <a:extLst>
                      <a:ext uri="{FF2B5EF4-FFF2-40B4-BE49-F238E27FC236}">
                        <a16:creationId xmlns:a16="http://schemas.microsoft.com/office/drawing/2014/main" id="{5068B5A0-0915-4548-AE7F-9863852E564A}"/>
                      </a:ext>
                    </a:extLst>
                  </p:cNvPr>
                  <p:cNvSpPr/>
                  <p:nvPr/>
                </p:nvSpPr>
                <p:spPr>
                  <a:xfrm>
                    <a:off x="7229229" y="1063370"/>
                    <a:ext cx="28291" cy="19538"/>
                  </a:xfrm>
                  <a:custGeom>
                    <a:avLst/>
                    <a:gdLst>
                      <a:gd name="connsiteX0" fmla="*/ 16938 w 28291"/>
                      <a:gd name="connsiteY0" fmla="*/ 2302 h 19538"/>
                      <a:gd name="connsiteX1" fmla="*/ 26912 w 28291"/>
                      <a:gd name="connsiteY1" fmla="*/ 41 h 19538"/>
                      <a:gd name="connsiteX2" fmla="*/ 27843 w 28291"/>
                      <a:gd name="connsiteY2" fmla="*/ 3366 h 19538"/>
                      <a:gd name="connsiteX3" fmla="*/ 24430 w 28291"/>
                      <a:gd name="connsiteY3" fmla="*/ 5494 h 19538"/>
                      <a:gd name="connsiteX4" fmla="*/ 13302 w 28291"/>
                      <a:gd name="connsiteY4" fmla="*/ 11168 h 19538"/>
                      <a:gd name="connsiteX5" fmla="*/ 269 w 28291"/>
                      <a:gd name="connsiteY5" fmla="*/ 18616 h 19538"/>
                      <a:gd name="connsiteX6" fmla="*/ 8692 w 28291"/>
                      <a:gd name="connsiteY6" fmla="*/ 5449 h 19538"/>
                      <a:gd name="connsiteX7" fmla="*/ 16938 w 28291"/>
                      <a:gd name="connsiteY7" fmla="*/ 2302 h 19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291" h="19538">
                        <a:moveTo>
                          <a:pt x="16938" y="2302"/>
                        </a:moveTo>
                        <a:cubicBezTo>
                          <a:pt x="20617" y="839"/>
                          <a:pt x="23233" y="-225"/>
                          <a:pt x="26912" y="41"/>
                        </a:cubicBezTo>
                        <a:cubicBezTo>
                          <a:pt x="28242" y="129"/>
                          <a:pt x="28730" y="2036"/>
                          <a:pt x="27843" y="3366"/>
                        </a:cubicBezTo>
                        <a:cubicBezTo>
                          <a:pt x="26956" y="4696"/>
                          <a:pt x="25715" y="5050"/>
                          <a:pt x="24430" y="5494"/>
                        </a:cubicBezTo>
                        <a:cubicBezTo>
                          <a:pt x="20484" y="6779"/>
                          <a:pt x="16982" y="8774"/>
                          <a:pt x="13302" y="11168"/>
                        </a:cubicBezTo>
                        <a:cubicBezTo>
                          <a:pt x="10953" y="12675"/>
                          <a:pt x="1909" y="22561"/>
                          <a:pt x="269" y="18616"/>
                        </a:cubicBezTo>
                        <a:cubicBezTo>
                          <a:pt x="-1460" y="14759"/>
                          <a:pt x="5589" y="7488"/>
                          <a:pt x="8692" y="5449"/>
                        </a:cubicBezTo>
                        <a:cubicBezTo>
                          <a:pt x="11707" y="3366"/>
                          <a:pt x="14189" y="3410"/>
                          <a:pt x="16938" y="2302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67" name="Graphique 2">
                <a:extLst>
                  <a:ext uri="{FF2B5EF4-FFF2-40B4-BE49-F238E27FC236}">
                    <a16:creationId xmlns:a16="http://schemas.microsoft.com/office/drawing/2014/main" id="{A70DBEE1-6BC2-4747-9A0F-FBC47CCF359C}"/>
                  </a:ext>
                </a:extLst>
              </p:cNvPr>
              <p:cNvGrpSpPr/>
              <p:nvPr/>
            </p:nvGrpSpPr>
            <p:grpSpPr>
              <a:xfrm>
                <a:off x="7196017" y="1114005"/>
                <a:ext cx="67749" cy="60721"/>
                <a:chOff x="7196017" y="1114005"/>
                <a:chExt cx="67749" cy="60721"/>
              </a:xfrm>
              <a:solidFill>
                <a:schemeClr val="accent1"/>
              </a:solidFill>
            </p:grpSpPr>
            <p:sp>
              <p:nvSpPr>
                <p:cNvPr id="20627" name="Forme libre : forme 20626">
                  <a:extLst>
                    <a:ext uri="{FF2B5EF4-FFF2-40B4-BE49-F238E27FC236}">
                      <a16:creationId xmlns:a16="http://schemas.microsoft.com/office/drawing/2014/main" id="{B24CCB96-8A1C-4DB2-ADD6-7E40A4B3F5EF}"/>
                    </a:ext>
                  </a:extLst>
                </p:cNvPr>
                <p:cNvSpPr/>
                <p:nvPr/>
              </p:nvSpPr>
              <p:spPr>
                <a:xfrm>
                  <a:off x="7196057" y="1114005"/>
                  <a:ext cx="67709" cy="60721"/>
                </a:xfrm>
                <a:custGeom>
                  <a:avLst/>
                  <a:gdLst>
                    <a:gd name="connsiteX0" fmla="*/ 65270 w 67709"/>
                    <a:gd name="connsiteY0" fmla="*/ 33990 h 60721"/>
                    <a:gd name="connsiteX1" fmla="*/ 52414 w 67709"/>
                    <a:gd name="connsiteY1" fmla="*/ 52077 h 60721"/>
                    <a:gd name="connsiteX2" fmla="*/ 39780 w 67709"/>
                    <a:gd name="connsiteY2" fmla="*/ 58948 h 60721"/>
                    <a:gd name="connsiteX3" fmla="*/ 28564 w 67709"/>
                    <a:gd name="connsiteY3" fmla="*/ 60721 h 60721"/>
                    <a:gd name="connsiteX4" fmla="*/ 7241 w 67709"/>
                    <a:gd name="connsiteY4" fmla="*/ 52520 h 60721"/>
                    <a:gd name="connsiteX5" fmla="*/ 104 w 67709"/>
                    <a:gd name="connsiteY5" fmla="*/ 38467 h 60721"/>
                    <a:gd name="connsiteX6" fmla="*/ 5867 w 67709"/>
                    <a:gd name="connsiteY6" fmla="*/ 30266 h 60721"/>
                    <a:gd name="connsiteX7" fmla="*/ 18191 w 67709"/>
                    <a:gd name="connsiteY7" fmla="*/ 27429 h 60721"/>
                    <a:gd name="connsiteX8" fmla="*/ 27367 w 67709"/>
                    <a:gd name="connsiteY8" fmla="*/ 25611 h 60721"/>
                    <a:gd name="connsiteX9" fmla="*/ 29894 w 67709"/>
                    <a:gd name="connsiteY9" fmla="*/ 24370 h 60721"/>
                    <a:gd name="connsiteX10" fmla="*/ 33042 w 67709"/>
                    <a:gd name="connsiteY10" fmla="*/ 20203 h 60721"/>
                    <a:gd name="connsiteX11" fmla="*/ 39869 w 67709"/>
                    <a:gd name="connsiteY11" fmla="*/ 10716 h 60721"/>
                    <a:gd name="connsiteX12" fmla="*/ 49666 w 67709"/>
                    <a:gd name="connsiteY12" fmla="*/ 1938 h 60721"/>
                    <a:gd name="connsiteX13" fmla="*/ 59463 w 67709"/>
                    <a:gd name="connsiteY13" fmla="*/ 1451 h 60721"/>
                    <a:gd name="connsiteX14" fmla="*/ 66822 w 67709"/>
                    <a:gd name="connsiteY14" fmla="*/ 14085 h 60721"/>
                    <a:gd name="connsiteX15" fmla="*/ 65270 w 67709"/>
                    <a:gd name="connsiteY15" fmla="*/ 33990 h 60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7709" h="60721">
                      <a:moveTo>
                        <a:pt x="65270" y="33990"/>
                      </a:moveTo>
                      <a:cubicBezTo>
                        <a:pt x="63674" y="38245"/>
                        <a:pt x="59995" y="45826"/>
                        <a:pt x="52414" y="52077"/>
                      </a:cubicBezTo>
                      <a:cubicBezTo>
                        <a:pt x="48690" y="55135"/>
                        <a:pt x="44124" y="57662"/>
                        <a:pt x="39780" y="58948"/>
                      </a:cubicBezTo>
                      <a:cubicBezTo>
                        <a:pt x="35436" y="60322"/>
                        <a:pt x="31490" y="60721"/>
                        <a:pt x="28564" y="60721"/>
                      </a:cubicBezTo>
                      <a:cubicBezTo>
                        <a:pt x="17482" y="60544"/>
                        <a:pt x="11364" y="56465"/>
                        <a:pt x="7241" y="52520"/>
                      </a:cubicBezTo>
                      <a:cubicBezTo>
                        <a:pt x="3207" y="48397"/>
                        <a:pt x="1212" y="43654"/>
                        <a:pt x="104" y="38467"/>
                      </a:cubicBezTo>
                      <a:cubicBezTo>
                        <a:pt x="-650" y="34788"/>
                        <a:pt x="2852" y="31064"/>
                        <a:pt x="5867" y="30266"/>
                      </a:cubicBezTo>
                      <a:cubicBezTo>
                        <a:pt x="10433" y="29113"/>
                        <a:pt x="14467" y="28138"/>
                        <a:pt x="18191" y="27429"/>
                      </a:cubicBezTo>
                      <a:cubicBezTo>
                        <a:pt x="21870" y="26719"/>
                        <a:pt x="25328" y="26187"/>
                        <a:pt x="27367" y="25611"/>
                      </a:cubicBezTo>
                      <a:cubicBezTo>
                        <a:pt x="28564" y="25301"/>
                        <a:pt x="29140" y="24902"/>
                        <a:pt x="29894" y="24370"/>
                      </a:cubicBezTo>
                      <a:cubicBezTo>
                        <a:pt x="30692" y="23749"/>
                        <a:pt x="32066" y="21931"/>
                        <a:pt x="33042" y="20203"/>
                      </a:cubicBezTo>
                      <a:cubicBezTo>
                        <a:pt x="34815" y="16966"/>
                        <a:pt x="37165" y="13730"/>
                        <a:pt x="39869" y="10716"/>
                      </a:cubicBezTo>
                      <a:cubicBezTo>
                        <a:pt x="42662" y="7701"/>
                        <a:pt x="45986" y="4997"/>
                        <a:pt x="49666" y="1938"/>
                      </a:cubicBezTo>
                      <a:cubicBezTo>
                        <a:pt x="52237" y="-145"/>
                        <a:pt x="57158" y="-899"/>
                        <a:pt x="59463" y="1451"/>
                      </a:cubicBezTo>
                      <a:cubicBezTo>
                        <a:pt x="62876" y="4908"/>
                        <a:pt x="65447" y="8943"/>
                        <a:pt x="66822" y="14085"/>
                      </a:cubicBezTo>
                      <a:cubicBezTo>
                        <a:pt x="68063" y="19360"/>
                        <a:pt x="68373" y="25700"/>
                        <a:pt x="65270" y="33990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28" name="Forme libre : forme 20627">
                  <a:extLst>
                    <a:ext uri="{FF2B5EF4-FFF2-40B4-BE49-F238E27FC236}">
                      <a16:creationId xmlns:a16="http://schemas.microsoft.com/office/drawing/2014/main" id="{BE2334B1-5FF1-4E4D-8BF0-20029A0FD3D9}"/>
                    </a:ext>
                  </a:extLst>
                </p:cNvPr>
                <p:cNvSpPr/>
                <p:nvPr/>
              </p:nvSpPr>
              <p:spPr>
                <a:xfrm>
                  <a:off x="7196017" y="1115455"/>
                  <a:ext cx="67659" cy="59226"/>
                </a:xfrm>
                <a:custGeom>
                  <a:avLst/>
                  <a:gdLst>
                    <a:gd name="connsiteX0" fmla="*/ 33259 w 67659"/>
                    <a:gd name="connsiteY0" fmla="*/ 46016 h 59226"/>
                    <a:gd name="connsiteX1" fmla="*/ 13355 w 67659"/>
                    <a:gd name="connsiteY1" fmla="*/ 44154 h 59226"/>
                    <a:gd name="connsiteX2" fmla="*/ 1031 w 67659"/>
                    <a:gd name="connsiteY2" fmla="*/ 32628 h 59226"/>
                    <a:gd name="connsiteX3" fmla="*/ 100 w 67659"/>
                    <a:gd name="connsiteY3" fmla="*/ 36972 h 59226"/>
                    <a:gd name="connsiteX4" fmla="*/ 1607 w 67659"/>
                    <a:gd name="connsiteY4" fmla="*/ 42159 h 59226"/>
                    <a:gd name="connsiteX5" fmla="*/ 12379 w 67659"/>
                    <a:gd name="connsiteY5" fmla="*/ 55015 h 59226"/>
                    <a:gd name="connsiteX6" fmla="*/ 28516 w 67659"/>
                    <a:gd name="connsiteY6" fmla="*/ 59226 h 59226"/>
                    <a:gd name="connsiteX7" fmla="*/ 36407 w 67659"/>
                    <a:gd name="connsiteY7" fmla="*/ 58340 h 59226"/>
                    <a:gd name="connsiteX8" fmla="*/ 54272 w 67659"/>
                    <a:gd name="connsiteY8" fmla="*/ 48897 h 59226"/>
                    <a:gd name="connsiteX9" fmla="*/ 64069 w 67659"/>
                    <a:gd name="connsiteY9" fmla="*/ 35287 h 59226"/>
                    <a:gd name="connsiteX10" fmla="*/ 65222 w 67659"/>
                    <a:gd name="connsiteY10" fmla="*/ 32539 h 59226"/>
                    <a:gd name="connsiteX11" fmla="*/ 67571 w 67659"/>
                    <a:gd name="connsiteY11" fmla="*/ 17555 h 59226"/>
                    <a:gd name="connsiteX12" fmla="*/ 62385 w 67659"/>
                    <a:gd name="connsiteY12" fmla="*/ 3546 h 59226"/>
                    <a:gd name="connsiteX13" fmla="*/ 59414 w 67659"/>
                    <a:gd name="connsiteY13" fmla="*/ 89 h 59226"/>
                    <a:gd name="connsiteX14" fmla="*/ 59282 w 67659"/>
                    <a:gd name="connsiteY14" fmla="*/ 0 h 59226"/>
                    <a:gd name="connsiteX15" fmla="*/ 53696 w 67659"/>
                    <a:gd name="connsiteY15" fmla="*/ 26111 h 59226"/>
                    <a:gd name="connsiteX16" fmla="*/ 46115 w 67659"/>
                    <a:gd name="connsiteY16" fmla="*/ 38258 h 59226"/>
                    <a:gd name="connsiteX17" fmla="*/ 33259 w 67659"/>
                    <a:gd name="connsiteY17" fmla="*/ 46016 h 59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659" h="59226">
                      <a:moveTo>
                        <a:pt x="33259" y="46016"/>
                      </a:moveTo>
                      <a:cubicBezTo>
                        <a:pt x="26388" y="47966"/>
                        <a:pt x="19029" y="46813"/>
                        <a:pt x="13355" y="44154"/>
                      </a:cubicBezTo>
                      <a:cubicBezTo>
                        <a:pt x="7636" y="41494"/>
                        <a:pt x="3203" y="37371"/>
                        <a:pt x="1031" y="32628"/>
                      </a:cubicBezTo>
                      <a:cubicBezTo>
                        <a:pt x="233" y="33958"/>
                        <a:pt x="-211" y="35465"/>
                        <a:pt x="100" y="36972"/>
                      </a:cubicBezTo>
                      <a:cubicBezTo>
                        <a:pt x="454" y="38745"/>
                        <a:pt x="986" y="40474"/>
                        <a:pt x="1607" y="42159"/>
                      </a:cubicBezTo>
                      <a:cubicBezTo>
                        <a:pt x="3513" y="46946"/>
                        <a:pt x="6528" y="51424"/>
                        <a:pt x="12379" y="55015"/>
                      </a:cubicBezTo>
                      <a:cubicBezTo>
                        <a:pt x="16192" y="57231"/>
                        <a:pt x="21290" y="59182"/>
                        <a:pt x="28516" y="59226"/>
                      </a:cubicBezTo>
                      <a:cubicBezTo>
                        <a:pt x="30688" y="59226"/>
                        <a:pt x="33392" y="59049"/>
                        <a:pt x="36407" y="58340"/>
                      </a:cubicBezTo>
                      <a:cubicBezTo>
                        <a:pt x="42303" y="57143"/>
                        <a:pt x="49396" y="53640"/>
                        <a:pt x="54272" y="48897"/>
                      </a:cubicBezTo>
                      <a:cubicBezTo>
                        <a:pt x="59282" y="44198"/>
                        <a:pt x="62163" y="39100"/>
                        <a:pt x="64069" y="35287"/>
                      </a:cubicBezTo>
                      <a:cubicBezTo>
                        <a:pt x="64468" y="34312"/>
                        <a:pt x="64867" y="33381"/>
                        <a:pt x="65222" y="32539"/>
                      </a:cubicBezTo>
                      <a:cubicBezTo>
                        <a:pt x="67438" y="26687"/>
                        <a:pt x="67882" y="21767"/>
                        <a:pt x="67571" y="17555"/>
                      </a:cubicBezTo>
                      <a:cubicBezTo>
                        <a:pt x="67084" y="11792"/>
                        <a:pt x="65089" y="7359"/>
                        <a:pt x="62385" y="3546"/>
                      </a:cubicBezTo>
                      <a:cubicBezTo>
                        <a:pt x="61454" y="2305"/>
                        <a:pt x="60479" y="1153"/>
                        <a:pt x="59414" y="89"/>
                      </a:cubicBezTo>
                      <a:lnTo>
                        <a:pt x="59282" y="0"/>
                      </a:lnTo>
                      <a:cubicBezTo>
                        <a:pt x="58616" y="8645"/>
                        <a:pt x="57154" y="17511"/>
                        <a:pt x="53696" y="26111"/>
                      </a:cubicBezTo>
                      <a:cubicBezTo>
                        <a:pt x="51967" y="30411"/>
                        <a:pt x="49529" y="34622"/>
                        <a:pt x="46115" y="38258"/>
                      </a:cubicBezTo>
                      <a:cubicBezTo>
                        <a:pt x="42790" y="41937"/>
                        <a:pt x="38136" y="44686"/>
                        <a:pt x="33259" y="4601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29" name="Forme libre : forme 20628">
                  <a:extLst>
                    <a:ext uri="{FF2B5EF4-FFF2-40B4-BE49-F238E27FC236}">
                      <a16:creationId xmlns:a16="http://schemas.microsoft.com/office/drawing/2014/main" id="{56404CDB-13A1-4897-8E2F-1F23E215FD22}"/>
                    </a:ext>
                  </a:extLst>
                </p:cNvPr>
                <p:cNvSpPr/>
                <p:nvPr/>
              </p:nvSpPr>
              <p:spPr>
                <a:xfrm>
                  <a:off x="7224614" y="1130142"/>
                  <a:ext cx="27382" cy="30652"/>
                </a:xfrm>
                <a:custGeom>
                  <a:avLst/>
                  <a:gdLst>
                    <a:gd name="connsiteX0" fmla="*/ 24921 w 27382"/>
                    <a:gd name="connsiteY0" fmla="*/ 31 h 30652"/>
                    <a:gd name="connsiteX1" fmla="*/ 27005 w 27382"/>
                    <a:gd name="connsiteY1" fmla="*/ 9563 h 30652"/>
                    <a:gd name="connsiteX2" fmla="*/ 21331 w 27382"/>
                    <a:gd name="connsiteY2" fmla="*/ 22507 h 30652"/>
                    <a:gd name="connsiteX3" fmla="*/ 9450 w 27382"/>
                    <a:gd name="connsiteY3" fmla="*/ 30265 h 30652"/>
                    <a:gd name="connsiteX4" fmla="*/ 7 w 27382"/>
                    <a:gd name="connsiteY4" fmla="*/ 27384 h 30652"/>
                    <a:gd name="connsiteX5" fmla="*/ 5593 w 27382"/>
                    <a:gd name="connsiteY5" fmla="*/ 21355 h 30652"/>
                    <a:gd name="connsiteX6" fmla="*/ 12242 w 27382"/>
                    <a:gd name="connsiteY6" fmla="*/ 15370 h 30652"/>
                    <a:gd name="connsiteX7" fmla="*/ 18227 w 27382"/>
                    <a:gd name="connsiteY7" fmla="*/ 6681 h 30652"/>
                    <a:gd name="connsiteX8" fmla="*/ 24921 w 27382"/>
                    <a:gd name="connsiteY8" fmla="*/ 31 h 3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82" h="30652">
                      <a:moveTo>
                        <a:pt x="24921" y="31"/>
                      </a:moveTo>
                      <a:cubicBezTo>
                        <a:pt x="27226" y="430"/>
                        <a:pt x="27891" y="4642"/>
                        <a:pt x="27005" y="9563"/>
                      </a:cubicBezTo>
                      <a:cubicBezTo>
                        <a:pt x="26251" y="14483"/>
                        <a:pt x="23414" y="20025"/>
                        <a:pt x="21331" y="22507"/>
                      </a:cubicBezTo>
                      <a:cubicBezTo>
                        <a:pt x="19424" y="25034"/>
                        <a:pt x="14637" y="29157"/>
                        <a:pt x="9450" y="30265"/>
                      </a:cubicBezTo>
                      <a:cubicBezTo>
                        <a:pt x="4263" y="31418"/>
                        <a:pt x="140" y="29866"/>
                        <a:pt x="7" y="27384"/>
                      </a:cubicBezTo>
                      <a:cubicBezTo>
                        <a:pt x="-170" y="24812"/>
                        <a:pt x="2889" y="23261"/>
                        <a:pt x="5593" y="21355"/>
                      </a:cubicBezTo>
                      <a:cubicBezTo>
                        <a:pt x="8341" y="19448"/>
                        <a:pt x="10913" y="16877"/>
                        <a:pt x="12242" y="15370"/>
                      </a:cubicBezTo>
                      <a:cubicBezTo>
                        <a:pt x="13573" y="13863"/>
                        <a:pt x="16055" y="10316"/>
                        <a:pt x="18227" y="6681"/>
                      </a:cubicBezTo>
                      <a:cubicBezTo>
                        <a:pt x="20488" y="3090"/>
                        <a:pt x="22616" y="-367"/>
                        <a:pt x="24921" y="31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30" name="Forme libre : forme 20629">
                  <a:extLst>
                    <a:ext uri="{FF2B5EF4-FFF2-40B4-BE49-F238E27FC236}">
                      <a16:creationId xmlns:a16="http://schemas.microsoft.com/office/drawing/2014/main" id="{5FCAD6E6-31D4-464C-9F55-AA1C45733BB8}"/>
                    </a:ext>
                  </a:extLst>
                </p:cNvPr>
                <p:cNvSpPr/>
                <p:nvPr/>
              </p:nvSpPr>
              <p:spPr>
                <a:xfrm>
                  <a:off x="7224372" y="1143650"/>
                  <a:ext cx="26183" cy="17114"/>
                </a:xfrm>
                <a:custGeom>
                  <a:avLst/>
                  <a:gdLst>
                    <a:gd name="connsiteX0" fmla="*/ 6456 w 26183"/>
                    <a:gd name="connsiteY0" fmla="*/ 7625 h 17114"/>
                    <a:gd name="connsiteX1" fmla="*/ 2510 w 26183"/>
                    <a:gd name="connsiteY1" fmla="*/ 10418 h 17114"/>
                    <a:gd name="connsiteX2" fmla="*/ 117 w 26183"/>
                    <a:gd name="connsiteY2" fmla="*/ 13920 h 17114"/>
                    <a:gd name="connsiteX3" fmla="*/ 9781 w 26183"/>
                    <a:gd name="connsiteY3" fmla="*/ 16757 h 17114"/>
                    <a:gd name="connsiteX4" fmla="*/ 21839 w 26183"/>
                    <a:gd name="connsiteY4" fmla="*/ 8822 h 17114"/>
                    <a:gd name="connsiteX5" fmla="*/ 26183 w 26183"/>
                    <a:gd name="connsiteY5" fmla="*/ 0 h 17114"/>
                    <a:gd name="connsiteX6" fmla="*/ 23523 w 26183"/>
                    <a:gd name="connsiteY6" fmla="*/ 4389 h 17114"/>
                    <a:gd name="connsiteX7" fmla="*/ 13859 w 26183"/>
                    <a:gd name="connsiteY7" fmla="*/ 10506 h 17114"/>
                    <a:gd name="connsiteX8" fmla="*/ 6456 w 26183"/>
                    <a:gd name="connsiteY8" fmla="*/ 7625 h 17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183" h="17114">
                      <a:moveTo>
                        <a:pt x="6456" y="7625"/>
                      </a:moveTo>
                      <a:cubicBezTo>
                        <a:pt x="5747" y="8511"/>
                        <a:pt x="4062" y="9442"/>
                        <a:pt x="2510" y="10418"/>
                      </a:cubicBezTo>
                      <a:cubicBezTo>
                        <a:pt x="959" y="11349"/>
                        <a:pt x="-415" y="12368"/>
                        <a:pt x="117" y="13920"/>
                      </a:cubicBezTo>
                      <a:cubicBezTo>
                        <a:pt x="959" y="16402"/>
                        <a:pt x="4904" y="17821"/>
                        <a:pt x="9781" y="16757"/>
                      </a:cubicBezTo>
                      <a:cubicBezTo>
                        <a:pt x="14657" y="15737"/>
                        <a:pt x="19400" y="11969"/>
                        <a:pt x="21839" y="8822"/>
                      </a:cubicBezTo>
                      <a:cubicBezTo>
                        <a:pt x="23346" y="6960"/>
                        <a:pt x="25784" y="2394"/>
                        <a:pt x="26183" y="0"/>
                      </a:cubicBezTo>
                      <a:cubicBezTo>
                        <a:pt x="25651" y="1286"/>
                        <a:pt x="24499" y="3369"/>
                        <a:pt x="23523" y="4389"/>
                      </a:cubicBezTo>
                      <a:cubicBezTo>
                        <a:pt x="20863" y="7226"/>
                        <a:pt x="17317" y="9841"/>
                        <a:pt x="13859" y="10506"/>
                      </a:cubicBezTo>
                      <a:cubicBezTo>
                        <a:pt x="10401" y="11216"/>
                        <a:pt x="7697" y="10107"/>
                        <a:pt x="6456" y="7625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31" name="Forme libre : forme 20630">
                  <a:extLst>
                    <a:ext uri="{FF2B5EF4-FFF2-40B4-BE49-F238E27FC236}">
                      <a16:creationId xmlns:a16="http://schemas.microsoft.com/office/drawing/2014/main" id="{25437040-F0E1-41D2-8ABA-CC71A6B7C384}"/>
                    </a:ext>
                  </a:extLst>
                </p:cNvPr>
                <p:cNvSpPr/>
                <p:nvPr/>
              </p:nvSpPr>
              <p:spPr>
                <a:xfrm>
                  <a:off x="7226903" y="1128141"/>
                  <a:ext cx="26748" cy="33215"/>
                </a:xfrm>
                <a:custGeom>
                  <a:avLst/>
                  <a:gdLst>
                    <a:gd name="connsiteX0" fmla="*/ 24229 w 26748"/>
                    <a:gd name="connsiteY0" fmla="*/ 170 h 33215"/>
                    <a:gd name="connsiteX1" fmla="*/ 26534 w 26748"/>
                    <a:gd name="connsiteY1" fmla="*/ 10278 h 33215"/>
                    <a:gd name="connsiteX2" fmla="*/ 21569 w 26748"/>
                    <a:gd name="connsiteY2" fmla="*/ 23488 h 33215"/>
                    <a:gd name="connsiteX3" fmla="*/ 10087 w 26748"/>
                    <a:gd name="connsiteY3" fmla="*/ 32443 h 33215"/>
                    <a:gd name="connsiteX4" fmla="*/ 68 w 26748"/>
                    <a:gd name="connsiteY4" fmla="*/ 30404 h 33215"/>
                    <a:gd name="connsiteX5" fmla="*/ 5477 w 26748"/>
                    <a:gd name="connsiteY5" fmla="*/ 23754 h 33215"/>
                    <a:gd name="connsiteX6" fmla="*/ 12126 w 26748"/>
                    <a:gd name="connsiteY6" fmla="*/ 16750 h 33215"/>
                    <a:gd name="connsiteX7" fmla="*/ 17934 w 26748"/>
                    <a:gd name="connsiteY7" fmla="*/ 6864 h 33215"/>
                    <a:gd name="connsiteX8" fmla="*/ 24229 w 26748"/>
                    <a:gd name="connsiteY8" fmla="*/ 170 h 33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748" h="33215">
                      <a:moveTo>
                        <a:pt x="24229" y="170"/>
                      </a:moveTo>
                      <a:cubicBezTo>
                        <a:pt x="26445" y="1190"/>
                        <a:pt x="27154" y="5401"/>
                        <a:pt x="26534" y="10278"/>
                      </a:cubicBezTo>
                      <a:cubicBezTo>
                        <a:pt x="26046" y="15154"/>
                        <a:pt x="23563" y="20563"/>
                        <a:pt x="21569" y="23488"/>
                      </a:cubicBezTo>
                      <a:cubicBezTo>
                        <a:pt x="19795" y="26459"/>
                        <a:pt x="15229" y="30892"/>
                        <a:pt x="10087" y="32443"/>
                      </a:cubicBezTo>
                      <a:cubicBezTo>
                        <a:pt x="4944" y="34084"/>
                        <a:pt x="600" y="32975"/>
                        <a:pt x="68" y="30404"/>
                      </a:cubicBezTo>
                      <a:cubicBezTo>
                        <a:pt x="-508" y="27877"/>
                        <a:pt x="2684" y="26060"/>
                        <a:pt x="5477" y="23754"/>
                      </a:cubicBezTo>
                      <a:cubicBezTo>
                        <a:pt x="8358" y="21538"/>
                        <a:pt x="11018" y="18479"/>
                        <a:pt x="12126" y="16750"/>
                      </a:cubicBezTo>
                      <a:cubicBezTo>
                        <a:pt x="13323" y="15199"/>
                        <a:pt x="15939" y="10987"/>
                        <a:pt x="17934" y="6864"/>
                      </a:cubicBezTo>
                      <a:cubicBezTo>
                        <a:pt x="19973" y="2875"/>
                        <a:pt x="22012" y="-849"/>
                        <a:pt x="24229" y="17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32" name="Forme libre : forme 20631">
                  <a:extLst>
                    <a:ext uri="{FF2B5EF4-FFF2-40B4-BE49-F238E27FC236}">
                      <a16:creationId xmlns:a16="http://schemas.microsoft.com/office/drawing/2014/main" id="{53294FD6-3BA6-4AAF-B71B-6FFA1B3573FE}"/>
                    </a:ext>
                  </a:extLst>
                </p:cNvPr>
                <p:cNvSpPr/>
                <p:nvPr/>
              </p:nvSpPr>
              <p:spPr>
                <a:xfrm>
                  <a:off x="7206549" y="1141032"/>
                  <a:ext cx="49015" cy="29282"/>
                </a:xfrm>
                <a:custGeom>
                  <a:avLst/>
                  <a:gdLst>
                    <a:gd name="connsiteX0" fmla="*/ 30 w 49015"/>
                    <a:gd name="connsiteY0" fmla="*/ 13125 h 29282"/>
                    <a:gd name="connsiteX1" fmla="*/ 2955 w 49015"/>
                    <a:gd name="connsiteY1" fmla="*/ 20306 h 29282"/>
                    <a:gd name="connsiteX2" fmla="*/ 11777 w 49015"/>
                    <a:gd name="connsiteY2" fmla="*/ 27044 h 29282"/>
                    <a:gd name="connsiteX3" fmla="*/ 26406 w 49015"/>
                    <a:gd name="connsiteY3" fmla="*/ 28906 h 29282"/>
                    <a:gd name="connsiteX4" fmla="*/ 40903 w 49015"/>
                    <a:gd name="connsiteY4" fmla="*/ 21592 h 29282"/>
                    <a:gd name="connsiteX5" fmla="*/ 48173 w 49015"/>
                    <a:gd name="connsiteY5" fmla="*/ 10154 h 29282"/>
                    <a:gd name="connsiteX6" fmla="*/ 45912 w 49015"/>
                    <a:gd name="connsiteY6" fmla="*/ 3 h 29282"/>
                    <a:gd name="connsiteX7" fmla="*/ 40637 w 49015"/>
                    <a:gd name="connsiteY7" fmla="*/ 5012 h 29282"/>
                    <a:gd name="connsiteX8" fmla="*/ 33012 w 49015"/>
                    <a:gd name="connsiteY8" fmla="*/ 10598 h 29282"/>
                    <a:gd name="connsiteX9" fmla="*/ 24367 w 49015"/>
                    <a:gd name="connsiteY9" fmla="*/ 11928 h 29282"/>
                    <a:gd name="connsiteX10" fmla="*/ 17629 w 49015"/>
                    <a:gd name="connsiteY10" fmla="*/ 9090 h 29282"/>
                    <a:gd name="connsiteX11" fmla="*/ 10802 w 49015"/>
                    <a:gd name="connsiteY11" fmla="*/ 6785 h 29282"/>
                    <a:gd name="connsiteX12" fmla="*/ 30 w 49015"/>
                    <a:gd name="connsiteY12" fmla="*/ 13125 h 29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015" h="29282">
                      <a:moveTo>
                        <a:pt x="30" y="13125"/>
                      </a:moveTo>
                      <a:cubicBezTo>
                        <a:pt x="-148" y="16228"/>
                        <a:pt x="428" y="17513"/>
                        <a:pt x="2955" y="20306"/>
                      </a:cubicBezTo>
                      <a:cubicBezTo>
                        <a:pt x="5438" y="22966"/>
                        <a:pt x="8142" y="25316"/>
                        <a:pt x="11777" y="27044"/>
                      </a:cubicBezTo>
                      <a:cubicBezTo>
                        <a:pt x="15412" y="28729"/>
                        <a:pt x="20111" y="29926"/>
                        <a:pt x="26406" y="28906"/>
                      </a:cubicBezTo>
                      <a:cubicBezTo>
                        <a:pt x="31638" y="28064"/>
                        <a:pt x="37135" y="25271"/>
                        <a:pt x="40903" y="21592"/>
                      </a:cubicBezTo>
                      <a:cubicBezTo>
                        <a:pt x="44715" y="17912"/>
                        <a:pt x="47153" y="13701"/>
                        <a:pt x="48173" y="10154"/>
                      </a:cubicBezTo>
                      <a:cubicBezTo>
                        <a:pt x="49858" y="4746"/>
                        <a:pt x="48971" y="-130"/>
                        <a:pt x="45912" y="3"/>
                      </a:cubicBezTo>
                      <a:cubicBezTo>
                        <a:pt x="44095" y="47"/>
                        <a:pt x="42632" y="3106"/>
                        <a:pt x="40637" y="5012"/>
                      </a:cubicBezTo>
                      <a:cubicBezTo>
                        <a:pt x="38376" y="7317"/>
                        <a:pt x="35716" y="9223"/>
                        <a:pt x="33012" y="10598"/>
                      </a:cubicBezTo>
                      <a:cubicBezTo>
                        <a:pt x="30219" y="11839"/>
                        <a:pt x="27205" y="12415"/>
                        <a:pt x="24367" y="11928"/>
                      </a:cubicBezTo>
                      <a:cubicBezTo>
                        <a:pt x="21929" y="11440"/>
                        <a:pt x="19668" y="10199"/>
                        <a:pt x="17629" y="9090"/>
                      </a:cubicBezTo>
                      <a:cubicBezTo>
                        <a:pt x="15545" y="7938"/>
                        <a:pt x="13551" y="6963"/>
                        <a:pt x="10802" y="6785"/>
                      </a:cubicBezTo>
                      <a:cubicBezTo>
                        <a:pt x="5925" y="6431"/>
                        <a:pt x="384" y="8824"/>
                        <a:pt x="30" y="1312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33" name="Forme libre : forme 20632">
                  <a:extLst>
                    <a:ext uri="{FF2B5EF4-FFF2-40B4-BE49-F238E27FC236}">
                      <a16:creationId xmlns:a16="http://schemas.microsoft.com/office/drawing/2014/main" id="{44C53718-572D-4AEA-A67E-F9E5EB0D9394}"/>
                    </a:ext>
                  </a:extLst>
                </p:cNvPr>
                <p:cNvSpPr/>
                <p:nvPr/>
              </p:nvSpPr>
              <p:spPr>
                <a:xfrm>
                  <a:off x="7216763" y="1147711"/>
                  <a:ext cx="12350" cy="6179"/>
                </a:xfrm>
                <a:custGeom>
                  <a:avLst/>
                  <a:gdLst>
                    <a:gd name="connsiteX0" fmla="*/ 1608 w 12350"/>
                    <a:gd name="connsiteY0" fmla="*/ 3520 h 6179"/>
                    <a:gd name="connsiteX1" fmla="*/ 101 w 12350"/>
                    <a:gd name="connsiteY1" fmla="*/ 4450 h 6179"/>
                    <a:gd name="connsiteX2" fmla="*/ 943 w 12350"/>
                    <a:gd name="connsiteY2" fmla="*/ 5780 h 6179"/>
                    <a:gd name="connsiteX3" fmla="*/ 3558 w 12350"/>
                    <a:gd name="connsiteY3" fmla="*/ 6179 h 6179"/>
                    <a:gd name="connsiteX4" fmla="*/ 9720 w 12350"/>
                    <a:gd name="connsiteY4" fmla="*/ 4982 h 6179"/>
                    <a:gd name="connsiteX5" fmla="*/ 11538 w 12350"/>
                    <a:gd name="connsiteY5" fmla="*/ 3786 h 6179"/>
                    <a:gd name="connsiteX6" fmla="*/ 9499 w 12350"/>
                    <a:gd name="connsiteY6" fmla="*/ 239 h 6179"/>
                    <a:gd name="connsiteX7" fmla="*/ 1608 w 12350"/>
                    <a:gd name="connsiteY7" fmla="*/ 3520 h 6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350" h="6179">
                      <a:moveTo>
                        <a:pt x="1608" y="3520"/>
                      </a:moveTo>
                      <a:cubicBezTo>
                        <a:pt x="943" y="3741"/>
                        <a:pt x="411" y="3919"/>
                        <a:pt x="101" y="4450"/>
                      </a:cubicBezTo>
                      <a:cubicBezTo>
                        <a:pt x="-210" y="4938"/>
                        <a:pt x="233" y="5426"/>
                        <a:pt x="943" y="5780"/>
                      </a:cubicBezTo>
                      <a:cubicBezTo>
                        <a:pt x="1652" y="6091"/>
                        <a:pt x="2716" y="6179"/>
                        <a:pt x="3558" y="6179"/>
                      </a:cubicBezTo>
                      <a:cubicBezTo>
                        <a:pt x="5730" y="6179"/>
                        <a:pt x="7947" y="5736"/>
                        <a:pt x="9720" y="4982"/>
                      </a:cubicBezTo>
                      <a:cubicBezTo>
                        <a:pt x="10430" y="4583"/>
                        <a:pt x="11095" y="4317"/>
                        <a:pt x="11538" y="3786"/>
                      </a:cubicBezTo>
                      <a:cubicBezTo>
                        <a:pt x="13311" y="1436"/>
                        <a:pt x="11981" y="-736"/>
                        <a:pt x="9499" y="239"/>
                      </a:cubicBezTo>
                      <a:cubicBezTo>
                        <a:pt x="7504" y="948"/>
                        <a:pt x="4445" y="2544"/>
                        <a:pt x="1608" y="352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34" name="Forme libre : forme 20633">
                  <a:extLst>
                    <a:ext uri="{FF2B5EF4-FFF2-40B4-BE49-F238E27FC236}">
                      <a16:creationId xmlns:a16="http://schemas.microsoft.com/office/drawing/2014/main" id="{2CF9F6AB-C6C2-4B9D-9AC9-5A5D59F71D34}"/>
                    </a:ext>
                  </a:extLst>
                </p:cNvPr>
                <p:cNvSpPr/>
                <p:nvPr/>
              </p:nvSpPr>
              <p:spPr>
                <a:xfrm>
                  <a:off x="7254146" y="1116608"/>
                  <a:ext cx="7703" cy="29834"/>
                </a:xfrm>
                <a:custGeom>
                  <a:avLst/>
                  <a:gdLst>
                    <a:gd name="connsiteX0" fmla="*/ 0 w 7703"/>
                    <a:gd name="connsiteY0" fmla="*/ 0 h 29834"/>
                    <a:gd name="connsiteX1" fmla="*/ 6738 w 7703"/>
                    <a:gd name="connsiteY1" fmla="*/ 12102 h 29834"/>
                    <a:gd name="connsiteX2" fmla="*/ 7004 w 7703"/>
                    <a:gd name="connsiteY2" fmla="*/ 29835 h 29834"/>
                    <a:gd name="connsiteX3" fmla="*/ 0 w 7703"/>
                    <a:gd name="connsiteY3" fmla="*/ 0 h 29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03" h="29834">
                      <a:moveTo>
                        <a:pt x="0" y="0"/>
                      </a:moveTo>
                      <a:cubicBezTo>
                        <a:pt x="3192" y="1995"/>
                        <a:pt x="5497" y="6561"/>
                        <a:pt x="6738" y="12102"/>
                      </a:cubicBezTo>
                      <a:cubicBezTo>
                        <a:pt x="8024" y="17644"/>
                        <a:pt x="7935" y="24293"/>
                        <a:pt x="7004" y="29835"/>
                      </a:cubicBezTo>
                      <a:cubicBezTo>
                        <a:pt x="8955" y="17688"/>
                        <a:pt x="4433" y="673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35" name="Forme libre : forme 20634">
                  <a:extLst>
                    <a:ext uri="{FF2B5EF4-FFF2-40B4-BE49-F238E27FC236}">
                      <a16:creationId xmlns:a16="http://schemas.microsoft.com/office/drawing/2014/main" id="{F6B9D92F-F3B5-482D-92C3-ABB61E8C77F5}"/>
                    </a:ext>
                  </a:extLst>
                </p:cNvPr>
                <p:cNvSpPr/>
                <p:nvPr/>
              </p:nvSpPr>
              <p:spPr>
                <a:xfrm>
                  <a:off x="7201835" y="1140680"/>
                  <a:ext cx="21987" cy="4610"/>
                </a:xfrm>
                <a:custGeom>
                  <a:avLst/>
                  <a:gdLst>
                    <a:gd name="connsiteX0" fmla="*/ 21988 w 21987"/>
                    <a:gd name="connsiteY0" fmla="*/ 0 h 4610"/>
                    <a:gd name="connsiteX1" fmla="*/ 0 w 21987"/>
                    <a:gd name="connsiteY1" fmla="*/ 4610 h 4610"/>
                    <a:gd name="connsiteX2" fmla="*/ 12856 w 21987"/>
                    <a:gd name="connsiteY2" fmla="*/ 3059 h 4610"/>
                    <a:gd name="connsiteX3" fmla="*/ 21988 w 21987"/>
                    <a:gd name="connsiteY3" fmla="*/ 0 h 4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87" h="4610">
                      <a:moveTo>
                        <a:pt x="21988" y="0"/>
                      </a:moveTo>
                      <a:cubicBezTo>
                        <a:pt x="18353" y="1552"/>
                        <a:pt x="8423" y="3458"/>
                        <a:pt x="0" y="4610"/>
                      </a:cubicBezTo>
                      <a:cubicBezTo>
                        <a:pt x="3990" y="3857"/>
                        <a:pt x="8689" y="3635"/>
                        <a:pt x="12856" y="3059"/>
                      </a:cubicBezTo>
                      <a:cubicBezTo>
                        <a:pt x="17067" y="2483"/>
                        <a:pt x="20525" y="1330"/>
                        <a:pt x="219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36" name="Forme libre : forme 20635">
                  <a:extLst>
                    <a:ext uri="{FF2B5EF4-FFF2-40B4-BE49-F238E27FC236}">
                      <a16:creationId xmlns:a16="http://schemas.microsoft.com/office/drawing/2014/main" id="{C8629723-A5FA-4FDB-A670-A85A1EB4E9A5}"/>
                    </a:ext>
                  </a:extLst>
                </p:cNvPr>
                <p:cNvSpPr/>
                <p:nvPr/>
              </p:nvSpPr>
              <p:spPr>
                <a:xfrm>
                  <a:off x="7236891" y="1138117"/>
                  <a:ext cx="9058" cy="11310"/>
                </a:xfrm>
                <a:custGeom>
                  <a:avLst/>
                  <a:gdLst>
                    <a:gd name="connsiteX0" fmla="*/ 8744 w 9058"/>
                    <a:gd name="connsiteY0" fmla="*/ 258 h 11310"/>
                    <a:gd name="connsiteX1" fmla="*/ 5596 w 9058"/>
                    <a:gd name="connsiteY1" fmla="*/ 8148 h 11310"/>
                    <a:gd name="connsiteX2" fmla="*/ 55 w 9058"/>
                    <a:gd name="connsiteY2" fmla="*/ 10631 h 11310"/>
                    <a:gd name="connsiteX3" fmla="*/ 3867 w 9058"/>
                    <a:gd name="connsiteY3" fmla="*/ 4469 h 11310"/>
                    <a:gd name="connsiteX4" fmla="*/ 8744 w 9058"/>
                    <a:gd name="connsiteY4" fmla="*/ 258 h 11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58" h="11310">
                      <a:moveTo>
                        <a:pt x="8744" y="258"/>
                      </a:moveTo>
                      <a:cubicBezTo>
                        <a:pt x="10074" y="1765"/>
                        <a:pt x="6837" y="6818"/>
                        <a:pt x="5596" y="8148"/>
                      </a:cubicBezTo>
                      <a:cubicBezTo>
                        <a:pt x="4443" y="9611"/>
                        <a:pt x="542" y="12670"/>
                        <a:pt x="55" y="10631"/>
                      </a:cubicBezTo>
                      <a:cubicBezTo>
                        <a:pt x="-477" y="8813"/>
                        <a:pt x="3025" y="5888"/>
                        <a:pt x="3867" y="4469"/>
                      </a:cubicBezTo>
                      <a:cubicBezTo>
                        <a:pt x="4931" y="3405"/>
                        <a:pt x="7591" y="-1117"/>
                        <a:pt x="8744" y="258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37" name="Forme libre : forme 20636">
                  <a:extLst>
                    <a:ext uri="{FF2B5EF4-FFF2-40B4-BE49-F238E27FC236}">
                      <a16:creationId xmlns:a16="http://schemas.microsoft.com/office/drawing/2014/main" id="{CEA692DF-501B-4442-94AD-91F80EEEAFAC}"/>
                    </a:ext>
                  </a:extLst>
                </p:cNvPr>
                <p:cNvSpPr/>
                <p:nvPr/>
              </p:nvSpPr>
              <p:spPr>
                <a:xfrm>
                  <a:off x="7244216" y="1136153"/>
                  <a:ext cx="2170" cy="3789"/>
                </a:xfrm>
                <a:custGeom>
                  <a:avLst/>
                  <a:gdLst>
                    <a:gd name="connsiteX0" fmla="*/ 1772 w 2170"/>
                    <a:gd name="connsiteY0" fmla="*/ 5 h 3789"/>
                    <a:gd name="connsiteX1" fmla="*/ 1861 w 2170"/>
                    <a:gd name="connsiteY1" fmla="*/ 2044 h 3789"/>
                    <a:gd name="connsiteX2" fmla="*/ 354 w 2170"/>
                    <a:gd name="connsiteY2" fmla="*/ 3773 h 3789"/>
                    <a:gd name="connsiteX3" fmla="*/ 310 w 2170"/>
                    <a:gd name="connsiteY3" fmla="*/ 1822 h 3789"/>
                    <a:gd name="connsiteX4" fmla="*/ 1772 w 2170"/>
                    <a:gd name="connsiteY4" fmla="*/ 5 h 3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0" h="3789">
                      <a:moveTo>
                        <a:pt x="1772" y="5"/>
                      </a:moveTo>
                      <a:cubicBezTo>
                        <a:pt x="2437" y="93"/>
                        <a:pt x="2127" y="1379"/>
                        <a:pt x="1861" y="2044"/>
                      </a:cubicBezTo>
                      <a:cubicBezTo>
                        <a:pt x="1640" y="2709"/>
                        <a:pt x="1019" y="3950"/>
                        <a:pt x="354" y="3773"/>
                      </a:cubicBezTo>
                      <a:cubicBezTo>
                        <a:pt x="-311" y="3640"/>
                        <a:pt x="132" y="2487"/>
                        <a:pt x="310" y="1822"/>
                      </a:cubicBezTo>
                      <a:cubicBezTo>
                        <a:pt x="531" y="1157"/>
                        <a:pt x="1108" y="-84"/>
                        <a:pt x="1772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38" name="Forme libre : forme 20637">
                  <a:extLst>
                    <a:ext uri="{FF2B5EF4-FFF2-40B4-BE49-F238E27FC236}">
                      <a16:creationId xmlns:a16="http://schemas.microsoft.com/office/drawing/2014/main" id="{AFC512EB-3BA3-4C14-A6C4-5D368145B8E2}"/>
                    </a:ext>
                  </a:extLst>
                </p:cNvPr>
                <p:cNvSpPr/>
                <p:nvPr/>
              </p:nvSpPr>
              <p:spPr>
                <a:xfrm>
                  <a:off x="7229692" y="1117943"/>
                  <a:ext cx="22556" cy="24991"/>
                </a:xfrm>
                <a:custGeom>
                  <a:avLst/>
                  <a:gdLst>
                    <a:gd name="connsiteX0" fmla="*/ 12174 w 22556"/>
                    <a:gd name="connsiteY0" fmla="*/ 7442 h 24991"/>
                    <a:gd name="connsiteX1" fmla="*/ 20109 w 22556"/>
                    <a:gd name="connsiteY1" fmla="*/ 172 h 24991"/>
                    <a:gd name="connsiteX2" fmla="*/ 22548 w 22556"/>
                    <a:gd name="connsiteY2" fmla="*/ 2965 h 24991"/>
                    <a:gd name="connsiteX3" fmla="*/ 20375 w 22556"/>
                    <a:gd name="connsiteY3" fmla="*/ 7043 h 24991"/>
                    <a:gd name="connsiteX4" fmla="*/ 11598 w 22556"/>
                    <a:gd name="connsiteY4" fmla="*/ 17328 h 24991"/>
                    <a:gd name="connsiteX5" fmla="*/ 5879 w 22556"/>
                    <a:gd name="connsiteY5" fmla="*/ 23623 h 24991"/>
                    <a:gd name="connsiteX6" fmla="*/ 338 w 22556"/>
                    <a:gd name="connsiteY6" fmla="*/ 23667 h 24991"/>
                    <a:gd name="connsiteX7" fmla="*/ 1490 w 22556"/>
                    <a:gd name="connsiteY7" fmla="*/ 18613 h 24991"/>
                    <a:gd name="connsiteX8" fmla="*/ 5613 w 22556"/>
                    <a:gd name="connsiteY8" fmla="*/ 13072 h 24991"/>
                    <a:gd name="connsiteX9" fmla="*/ 12174 w 22556"/>
                    <a:gd name="connsiteY9" fmla="*/ 7442 h 24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556" h="24991">
                      <a:moveTo>
                        <a:pt x="12174" y="7442"/>
                      </a:moveTo>
                      <a:cubicBezTo>
                        <a:pt x="14878" y="4428"/>
                        <a:pt x="16829" y="2034"/>
                        <a:pt x="20109" y="172"/>
                      </a:cubicBezTo>
                      <a:cubicBezTo>
                        <a:pt x="21306" y="-538"/>
                        <a:pt x="22680" y="1058"/>
                        <a:pt x="22548" y="2965"/>
                      </a:cubicBezTo>
                      <a:cubicBezTo>
                        <a:pt x="22326" y="4871"/>
                        <a:pt x="21351" y="5935"/>
                        <a:pt x="20375" y="7043"/>
                      </a:cubicBezTo>
                      <a:cubicBezTo>
                        <a:pt x="17228" y="10457"/>
                        <a:pt x="14701" y="14003"/>
                        <a:pt x="11598" y="17328"/>
                      </a:cubicBezTo>
                      <a:cubicBezTo>
                        <a:pt x="10711" y="18392"/>
                        <a:pt x="8362" y="21850"/>
                        <a:pt x="5879" y="23623"/>
                      </a:cubicBezTo>
                      <a:cubicBezTo>
                        <a:pt x="3263" y="25440"/>
                        <a:pt x="1047" y="25440"/>
                        <a:pt x="338" y="23667"/>
                      </a:cubicBezTo>
                      <a:cubicBezTo>
                        <a:pt x="-460" y="21805"/>
                        <a:pt x="249" y="20653"/>
                        <a:pt x="1490" y="18613"/>
                      </a:cubicBezTo>
                      <a:cubicBezTo>
                        <a:pt x="2732" y="16752"/>
                        <a:pt x="4505" y="14313"/>
                        <a:pt x="5613" y="13072"/>
                      </a:cubicBezTo>
                      <a:cubicBezTo>
                        <a:pt x="7830" y="10501"/>
                        <a:pt x="10091" y="9659"/>
                        <a:pt x="12174" y="7442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468" name="Graphique 2">
                <a:extLst>
                  <a:ext uri="{FF2B5EF4-FFF2-40B4-BE49-F238E27FC236}">
                    <a16:creationId xmlns:a16="http://schemas.microsoft.com/office/drawing/2014/main" id="{92E31BB3-47B3-45CB-AF50-6E806D3D6F6A}"/>
                  </a:ext>
                </a:extLst>
              </p:cNvPr>
              <p:cNvGrpSpPr/>
              <p:nvPr/>
            </p:nvGrpSpPr>
            <p:grpSpPr>
              <a:xfrm>
                <a:off x="4497868" y="1114802"/>
                <a:ext cx="372872" cy="111538"/>
                <a:chOff x="4497868" y="1114802"/>
                <a:chExt cx="372872" cy="111538"/>
              </a:xfrm>
              <a:solidFill>
                <a:schemeClr val="accent1"/>
              </a:solidFill>
            </p:grpSpPr>
            <p:grpSp>
              <p:nvGrpSpPr>
                <p:cNvPr id="20575" name="Graphique 2">
                  <a:extLst>
                    <a:ext uri="{FF2B5EF4-FFF2-40B4-BE49-F238E27FC236}">
                      <a16:creationId xmlns:a16="http://schemas.microsoft.com/office/drawing/2014/main" id="{85D50665-0CCF-490E-ABDA-FABA60BE5A49}"/>
                    </a:ext>
                  </a:extLst>
                </p:cNvPr>
                <p:cNvGrpSpPr/>
                <p:nvPr/>
              </p:nvGrpSpPr>
              <p:grpSpPr>
                <a:xfrm>
                  <a:off x="4497868" y="1114802"/>
                  <a:ext cx="98909" cy="45943"/>
                  <a:chOff x="4497868" y="1114802"/>
                  <a:chExt cx="98909" cy="45943"/>
                </a:xfrm>
                <a:solidFill>
                  <a:schemeClr val="accent1"/>
                </a:solidFill>
              </p:grpSpPr>
              <p:sp>
                <p:nvSpPr>
                  <p:cNvPr id="20615" name="Forme libre : forme 20614">
                    <a:extLst>
                      <a:ext uri="{FF2B5EF4-FFF2-40B4-BE49-F238E27FC236}">
                        <a16:creationId xmlns:a16="http://schemas.microsoft.com/office/drawing/2014/main" id="{17C37FF7-58F6-4EC5-8583-6DE561E3B6F6}"/>
                      </a:ext>
                    </a:extLst>
                  </p:cNvPr>
                  <p:cNvSpPr/>
                  <p:nvPr/>
                </p:nvSpPr>
                <p:spPr>
                  <a:xfrm>
                    <a:off x="4497940" y="1114802"/>
                    <a:ext cx="98837" cy="45943"/>
                  </a:xfrm>
                  <a:custGeom>
                    <a:avLst/>
                    <a:gdLst>
                      <a:gd name="connsiteX0" fmla="*/ 64563 w 98837"/>
                      <a:gd name="connsiteY0" fmla="*/ 39753 h 45943"/>
                      <a:gd name="connsiteX1" fmla="*/ 50244 w 98837"/>
                      <a:gd name="connsiteY1" fmla="*/ 37315 h 45943"/>
                      <a:gd name="connsiteX2" fmla="*/ 33442 w 98837"/>
                      <a:gd name="connsiteY2" fmla="*/ 34921 h 45943"/>
                      <a:gd name="connsiteX3" fmla="*/ 1790 w 98837"/>
                      <a:gd name="connsiteY3" fmla="*/ 19140 h 45943"/>
                      <a:gd name="connsiteX4" fmla="*/ 2765 w 98837"/>
                      <a:gd name="connsiteY4" fmla="*/ 9165 h 45943"/>
                      <a:gd name="connsiteX5" fmla="*/ 38008 w 98837"/>
                      <a:gd name="connsiteY5" fmla="*/ 122 h 45943"/>
                      <a:gd name="connsiteX6" fmla="*/ 55076 w 98837"/>
                      <a:gd name="connsiteY6" fmla="*/ 1983 h 45943"/>
                      <a:gd name="connsiteX7" fmla="*/ 64651 w 98837"/>
                      <a:gd name="connsiteY7" fmla="*/ 3668 h 45943"/>
                      <a:gd name="connsiteX8" fmla="*/ 69040 w 98837"/>
                      <a:gd name="connsiteY8" fmla="*/ 4643 h 45943"/>
                      <a:gd name="connsiteX9" fmla="*/ 73562 w 98837"/>
                      <a:gd name="connsiteY9" fmla="*/ 5929 h 45943"/>
                      <a:gd name="connsiteX10" fmla="*/ 94131 w 98837"/>
                      <a:gd name="connsiteY10" fmla="*/ 21356 h 45943"/>
                      <a:gd name="connsiteX11" fmla="*/ 98830 w 98837"/>
                      <a:gd name="connsiteY11" fmla="*/ 38512 h 45943"/>
                      <a:gd name="connsiteX12" fmla="*/ 92358 w 98837"/>
                      <a:gd name="connsiteY12" fmla="*/ 45915 h 45943"/>
                      <a:gd name="connsiteX13" fmla="*/ 77818 w 98837"/>
                      <a:gd name="connsiteY13" fmla="*/ 43123 h 45943"/>
                      <a:gd name="connsiteX14" fmla="*/ 64563 w 98837"/>
                      <a:gd name="connsiteY14" fmla="*/ 39753 h 45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8837" h="45943">
                        <a:moveTo>
                          <a:pt x="64563" y="39753"/>
                        </a:moveTo>
                        <a:cubicBezTo>
                          <a:pt x="62656" y="39399"/>
                          <a:pt x="56361" y="38157"/>
                          <a:pt x="50244" y="37315"/>
                        </a:cubicBezTo>
                        <a:cubicBezTo>
                          <a:pt x="43904" y="36429"/>
                          <a:pt x="37565" y="35498"/>
                          <a:pt x="33442" y="34921"/>
                        </a:cubicBezTo>
                        <a:cubicBezTo>
                          <a:pt x="17749" y="32483"/>
                          <a:pt x="9770" y="27075"/>
                          <a:pt x="1790" y="19140"/>
                        </a:cubicBezTo>
                        <a:cubicBezTo>
                          <a:pt x="-958" y="16435"/>
                          <a:pt x="-471" y="11337"/>
                          <a:pt x="2765" y="9165"/>
                        </a:cubicBezTo>
                        <a:cubicBezTo>
                          <a:pt x="12163" y="2870"/>
                          <a:pt x="22182" y="-721"/>
                          <a:pt x="38008" y="122"/>
                        </a:cubicBezTo>
                        <a:cubicBezTo>
                          <a:pt x="42220" y="343"/>
                          <a:pt x="48603" y="1008"/>
                          <a:pt x="55076" y="1983"/>
                        </a:cubicBezTo>
                        <a:cubicBezTo>
                          <a:pt x="58312" y="2471"/>
                          <a:pt x="61593" y="3047"/>
                          <a:pt x="64651" y="3668"/>
                        </a:cubicBezTo>
                        <a:cubicBezTo>
                          <a:pt x="66203" y="4023"/>
                          <a:pt x="67666" y="4333"/>
                          <a:pt x="69040" y="4643"/>
                        </a:cubicBezTo>
                        <a:cubicBezTo>
                          <a:pt x="70459" y="4998"/>
                          <a:pt x="72232" y="5530"/>
                          <a:pt x="73562" y="5929"/>
                        </a:cubicBezTo>
                        <a:cubicBezTo>
                          <a:pt x="84068" y="9254"/>
                          <a:pt x="90718" y="15593"/>
                          <a:pt x="94131" y="21356"/>
                        </a:cubicBezTo>
                        <a:cubicBezTo>
                          <a:pt x="97634" y="27252"/>
                          <a:pt x="98565" y="32882"/>
                          <a:pt x="98830" y="38512"/>
                        </a:cubicBezTo>
                        <a:cubicBezTo>
                          <a:pt x="99008" y="42458"/>
                          <a:pt x="95905" y="46314"/>
                          <a:pt x="92358" y="45915"/>
                        </a:cubicBezTo>
                        <a:cubicBezTo>
                          <a:pt x="87216" y="45295"/>
                          <a:pt x="82339" y="44320"/>
                          <a:pt x="77818" y="43123"/>
                        </a:cubicBezTo>
                        <a:cubicBezTo>
                          <a:pt x="73252" y="42014"/>
                          <a:pt x="69217" y="40950"/>
                          <a:pt x="64563" y="39753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16" name="Forme libre : forme 20615">
                    <a:extLst>
                      <a:ext uri="{FF2B5EF4-FFF2-40B4-BE49-F238E27FC236}">
                        <a16:creationId xmlns:a16="http://schemas.microsoft.com/office/drawing/2014/main" id="{B67508FF-14BE-4A3F-81D0-85D76855B5D0}"/>
                      </a:ext>
                    </a:extLst>
                  </p:cNvPr>
                  <p:cNvSpPr/>
                  <p:nvPr/>
                </p:nvSpPr>
                <p:spPr>
                  <a:xfrm>
                    <a:off x="4497868" y="1129685"/>
                    <a:ext cx="92696" cy="30987"/>
                  </a:xfrm>
                  <a:custGeom>
                    <a:avLst/>
                    <a:gdLst>
                      <a:gd name="connsiteX0" fmla="*/ 40120 w 92696"/>
                      <a:gd name="connsiteY0" fmla="*/ 8113 h 30987"/>
                      <a:gd name="connsiteX1" fmla="*/ 0 w 92696"/>
                      <a:gd name="connsiteY1" fmla="*/ 0 h 30987"/>
                      <a:gd name="connsiteX2" fmla="*/ 1773 w 92696"/>
                      <a:gd name="connsiteY2" fmla="*/ 4167 h 30987"/>
                      <a:gd name="connsiteX3" fmla="*/ 5985 w 92696"/>
                      <a:gd name="connsiteY3" fmla="*/ 8024 h 30987"/>
                      <a:gd name="connsiteX4" fmla="*/ 20348 w 92696"/>
                      <a:gd name="connsiteY4" fmla="*/ 16624 h 30987"/>
                      <a:gd name="connsiteX5" fmla="*/ 33470 w 92696"/>
                      <a:gd name="connsiteY5" fmla="*/ 19949 h 30987"/>
                      <a:gd name="connsiteX6" fmla="*/ 38923 w 92696"/>
                      <a:gd name="connsiteY6" fmla="*/ 20747 h 30987"/>
                      <a:gd name="connsiteX7" fmla="*/ 52000 w 92696"/>
                      <a:gd name="connsiteY7" fmla="*/ 22565 h 30987"/>
                      <a:gd name="connsiteX8" fmla="*/ 58340 w 92696"/>
                      <a:gd name="connsiteY8" fmla="*/ 23584 h 30987"/>
                      <a:gd name="connsiteX9" fmla="*/ 61177 w 92696"/>
                      <a:gd name="connsiteY9" fmla="*/ 24072 h 30987"/>
                      <a:gd name="connsiteX10" fmla="*/ 63127 w 92696"/>
                      <a:gd name="connsiteY10" fmla="*/ 24471 h 30987"/>
                      <a:gd name="connsiteX11" fmla="*/ 64723 w 92696"/>
                      <a:gd name="connsiteY11" fmla="*/ 24781 h 30987"/>
                      <a:gd name="connsiteX12" fmla="*/ 74077 w 92696"/>
                      <a:gd name="connsiteY12" fmla="*/ 27131 h 30987"/>
                      <a:gd name="connsiteX13" fmla="*/ 87731 w 92696"/>
                      <a:gd name="connsiteY13" fmla="*/ 30278 h 30987"/>
                      <a:gd name="connsiteX14" fmla="*/ 92519 w 92696"/>
                      <a:gd name="connsiteY14" fmla="*/ 30987 h 30987"/>
                      <a:gd name="connsiteX15" fmla="*/ 92696 w 92696"/>
                      <a:gd name="connsiteY15" fmla="*/ 30987 h 30987"/>
                      <a:gd name="connsiteX16" fmla="*/ 70043 w 92696"/>
                      <a:gd name="connsiteY16" fmla="*/ 12856 h 30987"/>
                      <a:gd name="connsiteX17" fmla="*/ 55458 w 92696"/>
                      <a:gd name="connsiteY17" fmla="*/ 9664 h 30987"/>
                      <a:gd name="connsiteX18" fmla="*/ 40120 w 92696"/>
                      <a:gd name="connsiteY18" fmla="*/ 8113 h 30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2696" h="30987">
                        <a:moveTo>
                          <a:pt x="40120" y="8113"/>
                        </a:moveTo>
                        <a:cubicBezTo>
                          <a:pt x="26022" y="7226"/>
                          <a:pt x="10817" y="5719"/>
                          <a:pt x="0" y="0"/>
                        </a:cubicBezTo>
                        <a:cubicBezTo>
                          <a:pt x="89" y="1552"/>
                          <a:pt x="621" y="3059"/>
                          <a:pt x="1773" y="4167"/>
                        </a:cubicBezTo>
                        <a:cubicBezTo>
                          <a:pt x="3148" y="5541"/>
                          <a:pt x="4566" y="6827"/>
                          <a:pt x="5985" y="8024"/>
                        </a:cubicBezTo>
                        <a:cubicBezTo>
                          <a:pt x="10107" y="11526"/>
                          <a:pt x="14541" y="14452"/>
                          <a:pt x="20348" y="16624"/>
                        </a:cubicBezTo>
                        <a:cubicBezTo>
                          <a:pt x="24116" y="18043"/>
                          <a:pt x="28372" y="19107"/>
                          <a:pt x="33470" y="19949"/>
                        </a:cubicBezTo>
                        <a:cubicBezTo>
                          <a:pt x="35021" y="20171"/>
                          <a:pt x="36883" y="20437"/>
                          <a:pt x="38923" y="20747"/>
                        </a:cubicBezTo>
                        <a:cubicBezTo>
                          <a:pt x="42868" y="21279"/>
                          <a:pt x="47478" y="21944"/>
                          <a:pt x="52000" y="22565"/>
                        </a:cubicBezTo>
                        <a:cubicBezTo>
                          <a:pt x="54172" y="22919"/>
                          <a:pt x="56300" y="23274"/>
                          <a:pt x="58340" y="23584"/>
                        </a:cubicBezTo>
                        <a:cubicBezTo>
                          <a:pt x="59315" y="23761"/>
                          <a:pt x="60246" y="23939"/>
                          <a:pt x="61177" y="24072"/>
                        </a:cubicBezTo>
                        <a:cubicBezTo>
                          <a:pt x="62152" y="24205"/>
                          <a:pt x="62462" y="24382"/>
                          <a:pt x="63127" y="24471"/>
                        </a:cubicBezTo>
                        <a:cubicBezTo>
                          <a:pt x="63704" y="24559"/>
                          <a:pt x="64236" y="24692"/>
                          <a:pt x="64723" y="24781"/>
                        </a:cubicBezTo>
                        <a:cubicBezTo>
                          <a:pt x="68048" y="25535"/>
                          <a:pt x="70930" y="26333"/>
                          <a:pt x="74077" y="27131"/>
                        </a:cubicBezTo>
                        <a:cubicBezTo>
                          <a:pt x="78377" y="28239"/>
                          <a:pt x="82943" y="29303"/>
                          <a:pt x="87731" y="30278"/>
                        </a:cubicBezTo>
                        <a:cubicBezTo>
                          <a:pt x="89327" y="30544"/>
                          <a:pt x="90878" y="30810"/>
                          <a:pt x="92519" y="30987"/>
                        </a:cubicBezTo>
                        <a:lnTo>
                          <a:pt x="92696" y="30987"/>
                        </a:lnTo>
                        <a:cubicBezTo>
                          <a:pt x="86401" y="23052"/>
                          <a:pt x="79175" y="15959"/>
                          <a:pt x="70043" y="12856"/>
                        </a:cubicBezTo>
                        <a:cubicBezTo>
                          <a:pt x="65654" y="11304"/>
                          <a:pt x="60512" y="10418"/>
                          <a:pt x="55458" y="9664"/>
                        </a:cubicBezTo>
                        <a:cubicBezTo>
                          <a:pt x="50271" y="8955"/>
                          <a:pt x="45173" y="8379"/>
                          <a:pt x="40120" y="811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17" name="Forme libre : forme 20616">
                    <a:extLst>
                      <a:ext uri="{FF2B5EF4-FFF2-40B4-BE49-F238E27FC236}">
                        <a16:creationId xmlns:a16="http://schemas.microsoft.com/office/drawing/2014/main" id="{4F367CC0-DD90-4BD4-B04D-EC4680B230A8}"/>
                      </a:ext>
                    </a:extLst>
                  </p:cNvPr>
                  <p:cNvSpPr/>
                  <p:nvPr/>
                </p:nvSpPr>
                <p:spPr>
                  <a:xfrm>
                    <a:off x="4534128" y="1129228"/>
                    <a:ext cx="46376" cy="16881"/>
                  </a:xfrm>
                  <a:custGeom>
                    <a:avLst/>
                    <a:gdLst>
                      <a:gd name="connsiteX0" fmla="*/ 46063 w 46376"/>
                      <a:gd name="connsiteY0" fmla="*/ 15973 h 16881"/>
                      <a:gd name="connsiteX1" fmla="*/ 35557 w 46376"/>
                      <a:gd name="connsiteY1" fmla="*/ 15219 h 16881"/>
                      <a:gd name="connsiteX2" fmla="*/ 31877 w 46376"/>
                      <a:gd name="connsiteY2" fmla="*/ 14421 h 16881"/>
                      <a:gd name="connsiteX3" fmla="*/ 28286 w 46376"/>
                      <a:gd name="connsiteY3" fmla="*/ 13801 h 16881"/>
                      <a:gd name="connsiteX4" fmla="*/ 21991 w 46376"/>
                      <a:gd name="connsiteY4" fmla="*/ 12826 h 16881"/>
                      <a:gd name="connsiteX5" fmla="*/ 3 w 46376"/>
                      <a:gd name="connsiteY5" fmla="*/ 3560 h 16881"/>
                      <a:gd name="connsiteX6" fmla="*/ 23853 w 46376"/>
                      <a:gd name="connsiteY6" fmla="*/ 1432 h 16881"/>
                      <a:gd name="connsiteX7" fmla="*/ 30326 w 46376"/>
                      <a:gd name="connsiteY7" fmla="*/ 3028 h 16881"/>
                      <a:gd name="connsiteX8" fmla="*/ 38837 w 46376"/>
                      <a:gd name="connsiteY8" fmla="*/ 6664 h 16881"/>
                      <a:gd name="connsiteX9" fmla="*/ 46063 w 46376"/>
                      <a:gd name="connsiteY9" fmla="*/ 15973 h 16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6376" h="16881">
                        <a:moveTo>
                          <a:pt x="46063" y="15973"/>
                        </a:moveTo>
                        <a:cubicBezTo>
                          <a:pt x="44733" y="17879"/>
                          <a:pt x="40300" y="16372"/>
                          <a:pt x="35557" y="15219"/>
                        </a:cubicBezTo>
                        <a:cubicBezTo>
                          <a:pt x="34315" y="14998"/>
                          <a:pt x="33118" y="14687"/>
                          <a:pt x="31877" y="14421"/>
                        </a:cubicBezTo>
                        <a:cubicBezTo>
                          <a:pt x="30636" y="14244"/>
                          <a:pt x="29395" y="14023"/>
                          <a:pt x="28286" y="13801"/>
                        </a:cubicBezTo>
                        <a:cubicBezTo>
                          <a:pt x="25715" y="13402"/>
                          <a:pt x="23499" y="13047"/>
                          <a:pt x="21991" y="12826"/>
                        </a:cubicBezTo>
                        <a:cubicBezTo>
                          <a:pt x="15962" y="11629"/>
                          <a:pt x="-263" y="8570"/>
                          <a:pt x="3" y="3560"/>
                        </a:cubicBezTo>
                        <a:cubicBezTo>
                          <a:pt x="314" y="-1671"/>
                          <a:pt x="17780" y="14"/>
                          <a:pt x="23853" y="1432"/>
                        </a:cubicBezTo>
                        <a:cubicBezTo>
                          <a:pt x="25361" y="1698"/>
                          <a:pt x="27710" y="2319"/>
                          <a:pt x="30326" y="3028"/>
                        </a:cubicBezTo>
                        <a:cubicBezTo>
                          <a:pt x="33118" y="3915"/>
                          <a:pt x="36177" y="5068"/>
                          <a:pt x="38837" y="6664"/>
                        </a:cubicBezTo>
                        <a:cubicBezTo>
                          <a:pt x="44157" y="9811"/>
                          <a:pt x="47437" y="14023"/>
                          <a:pt x="46063" y="15973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18" name="Forme libre : forme 20617">
                    <a:extLst>
                      <a:ext uri="{FF2B5EF4-FFF2-40B4-BE49-F238E27FC236}">
                        <a16:creationId xmlns:a16="http://schemas.microsoft.com/office/drawing/2014/main" id="{93201D9D-86C7-42D0-900B-70C9FD4B7B98}"/>
                      </a:ext>
                    </a:extLst>
                  </p:cNvPr>
                  <p:cNvSpPr/>
                  <p:nvPr/>
                </p:nvSpPr>
                <p:spPr>
                  <a:xfrm>
                    <a:off x="4533813" y="1129331"/>
                    <a:ext cx="32014" cy="14097"/>
                  </a:xfrm>
                  <a:custGeom>
                    <a:avLst/>
                    <a:gdLst>
                      <a:gd name="connsiteX0" fmla="*/ 11002 w 32014"/>
                      <a:gd name="connsiteY0" fmla="*/ 0 h 14097"/>
                      <a:gd name="connsiteX1" fmla="*/ 52 w 32014"/>
                      <a:gd name="connsiteY1" fmla="*/ 3414 h 14097"/>
                      <a:gd name="connsiteX2" fmla="*/ 22528 w 32014"/>
                      <a:gd name="connsiteY2" fmla="*/ 12767 h 14097"/>
                      <a:gd name="connsiteX3" fmla="*/ 27360 w 32014"/>
                      <a:gd name="connsiteY3" fmla="*/ 13477 h 14097"/>
                      <a:gd name="connsiteX4" fmla="*/ 32015 w 32014"/>
                      <a:gd name="connsiteY4" fmla="*/ 14097 h 14097"/>
                      <a:gd name="connsiteX5" fmla="*/ 27271 w 32014"/>
                      <a:gd name="connsiteY5" fmla="*/ 12546 h 14097"/>
                      <a:gd name="connsiteX6" fmla="*/ 11002 w 32014"/>
                      <a:gd name="connsiteY6" fmla="*/ 0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014" h="14097">
                        <a:moveTo>
                          <a:pt x="11002" y="0"/>
                        </a:moveTo>
                        <a:cubicBezTo>
                          <a:pt x="7810" y="443"/>
                          <a:pt x="-746" y="89"/>
                          <a:pt x="52" y="3414"/>
                        </a:cubicBezTo>
                        <a:cubicBezTo>
                          <a:pt x="1382" y="8645"/>
                          <a:pt x="14903" y="11260"/>
                          <a:pt x="22528" y="12767"/>
                        </a:cubicBezTo>
                        <a:cubicBezTo>
                          <a:pt x="23681" y="12945"/>
                          <a:pt x="25454" y="13255"/>
                          <a:pt x="27360" y="13477"/>
                        </a:cubicBezTo>
                        <a:cubicBezTo>
                          <a:pt x="29222" y="13698"/>
                          <a:pt x="30774" y="14053"/>
                          <a:pt x="32015" y="14097"/>
                        </a:cubicBezTo>
                        <a:cubicBezTo>
                          <a:pt x="30685" y="13743"/>
                          <a:pt x="28690" y="13078"/>
                          <a:pt x="27271" y="12546"/>
                        </a:cubicBezTo>
                        <a:cubicBezTo>
                          <a:pt x="19957" y="9310"/>
                          <a:pt x="10780" y="5630"/>
                          <a:pt x="11002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19" name="Forme libre : forme 20618">
                    <a:extLst>
                      <a:ext uri="{FF2B5EF4-FFF2-40B4-BE49-F238E27FC236}">
                        <a16:creationId xmlns:a16="http://schemas.microsoft.com/office/drawing/2014/main" id="{BBFB2040-DE1A-4A6E-AA2C-3DC08C822923}"/>
                      </a:ext>
                    </a:extLst>
                  </p:cNvPr>
                  <p:cNvSpPr/>
                  <p:nvPr/>
                </p:nvSpPr>
                <p:spPr>
                  <a:xfrm>
                    <a:off x="4536525" y="1130877"/>
                    <a:ext cx="45654" cy="17375"/>
                  </a:xfrm>
                  <a:custGeom>
                    <a:avLst/>
                    <a:gdLst>
                      <a:gd name="connsiteX0" fmla="*/ 44996 w 45654"/>
                      <a:gd name="connsiteY0" fmla="*/ 16852 h 17375"/>
                      <a:gd name="connsiteX1" fmla="*/ 34224 w 45654"/>
                      <a:gd name="connsiteY1" fmla="*/ 15477 h 17375"/>
                      <a:gd name="connsiteX2" fmla="*/ 21501 w 45654"/>
                      <a:gd name="connsiteY2" fmla="*/ 12950 h 17375"/>
                      <a:gd name="connsiteX3" fmla="*/ 0 w 45654"/>
                      <a:gd name="connsiteY3" fmla="*/ 3464 h 17375"/>
                      <a:gd name="connsiteX4" fmla="*/ 23673 w 45654"/>
                      <a:gd name="connsiteY4" fmla="*/ 1557 h 17375"/>
                      <a:gd name="connsiteX5" fmla="*/ 38879 w 45654"/>
                      <a:gd name="connsiteY5" fmla="*/ 7453 h 17375"/>
                      <a:gd name="connsiteX6" fmla="*/ 44996 w 45654"/>
                      <a:gd name="connsiteY6" fmla="*/ 16852 h 17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654" h="17375">
                        <a:moveTo>
                          <a:pt x="44996" y="16852"/>
                        </a:moveTo>
                        <a:cubicBezTo>
                          <a:pt x="42913" y="18226"/>
                          <a:pt x="38701" y="16586"/>
                          <a:pt x="34224" y="15477"/>
                        </a:cubicBezTo>
                        <a:cubicBezTo>
                          <a:pt x="29702" y="14236"/>
                          <a:pt x="25047" y="13482"/>
                          <a:pt x="21501" y="12950"/>
                        </a:cubicBezTo>
                        <a:cubicBezTo>
                          <a:pt x="15073" y="11754"/>
                          <a:pt x="89" y="8695"/>
                          <a:pt x="0" y="3464"/>
                        </a:cubicBezTo>
                        <a:cubicBezTo>
                          <a:pt x="-88" y="-1856"/>
                          <a:pt x="18087" y="183"/>
                          <a:pt x="23673" y="1557"/>
                        </a:cubicBezTo>
                        <a:cubicBezTo>
                          <a:pt x="26333" y="2045"/>
                          <a:pt x="33648" y="3774"/>
                          <a:pt x="38879" y="7453"/>
                        </a:cubicBezTo>
                        <a:cubicBezTo>
                          <a:pt x="44154" y="11000"/>
                          <a:pt x="47035" y="15566"/>
                          <a:pt x="44996" y="1685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20" name="Forme libre : forme 20619">
                    <a:extLst>
                      <a:ext uri="{FF2B5EF4-FFF2-40B4-BE49-F238E27FC236}">
                        <a16:creationId xmlns:a16="http://schemas.microsoft.com/office/drawing/2014/main" id="{EB3EA7E0-2BD5-475C-85EE-6408183D731D}"/>
                      </a:ext>
                    </a:extLst>
                  </p:cNvPr>
                  <p:cNvSpPr/>
                  <p:nvPr/>
                </p:nvSpPr>
                <p:spPr>
                  <a:xfrm>
                    <a:off x="4511391" y="1122592"/>
                    <a:ext cx="57009" cy="26902"/>
                  </a:xfrm>
                  <a:custGeom>
                    <a:avLst/>
                    <a:gdLst>
                      <a:gd name="connsiteX0" fmla="*/ 264 w 57009"/>
                      <a:gd name="connsiteY0" fmla="*/ 8556 h 26902"/>
                      <a:gd name="connsiteX1" fmla="*/ 5939 w 57009"/>
                      <a:gd name="connsiteY1" fmla="*/ 14674 h 26902"/>
                      <a:gd name="connsiteX2" fmla="*/ 26818 w 57009"/>
                      <a:gd name="connsiteY2" fmla="*/ 24426 h 26902"/>
                      <a:gd name="connsiteX3" fmla="*/ 48851 w 57009"/>
                      <a:gd name="connsiteY3" fmla="*/ 26820 h 26902"/>
                      <a:gd name="connsiteX4" fmla="*/ 57008 w 57009"/>
                      <a:gd name="connsiteY4" fmla="*/ 22653 h 26902"/>
                      <a:gd name="connsiteX5" fmla="*/ 55190 w 57009"/>
                      <a:gd name="connsiteY5" fmla="*/ 20126 h 26902"/>
                      <a:gd name="connsiteX6" fmla="*/ 51466 w 57009"/>
                      <a:gd name="connsiteY6" fmla="*/ 18087 h 26902"/>
                      <a:gd name="connsiteX7" fmla="*/ 32360 w 57009"/>
                      <a:gd name="connsiteY7" fmla="*/ 8246 h 26902"/>
                      <a:gd name="connsiteX8" fmla="*/ 12189 w 57009"/>
                      <a:gd name="connsiteY8" fmla="*/ 0 h 26902"/>
                      <a:gd name="connsiteX9" fmla="*/ 264 w 57009"/>
                      <a:gd name="connsiteY9" fmla="*/ 8556 h 26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7009" h="26902">
                        <a:moveTo>
                          <a:pt x="264" y="8556"/>
                        </a:moveTo>
                        <a:cubicBezTo>
                          <a:pt x="1328" y="11570"/>
                          <a:pt x="2481" y="12546"/>
                          <a:pt x="5939" y="14674"/>
                        </a:cubicBezTo>
                        <a:cubicBezTo>
                          <a:pt x="12499" y="18752"/>
                          <a:pt x="17864" y="22077"/>
                          <a:pt x="26818" y="24426"/>
                        </a:cubicBezTo>
                        <a:cubicBezTo>
                          <a:pt x="34266" y="26377"/>
                          <a:pt x="42645" y="27175"/>
                          <a:pt x="48851" y="26820"/>
                        </a:cubicBezTo>
                        <a:cubicBezTo>
                          <a:pt x="52663" y="26377"/>
                          <a:pt x="56786" y="25623"/>
                          <a:pt x="57008" y="22653"/>
                        </a:cubicBezTo>
                        <a:cubicBezTo>
                          <a:pt x="57052" y="21722"/>
                          <a:pt x="56254" y="20924"/>
                          <a:pt x="55190" y="20126"/>
                        </a:cubicBezTo>
                        <a:cubicBezTo>
                          <a:pt x="54082" y="19461"/>
                          <a:pt x="52663" y="18841"/>
                          <a:pt x="51466" y="18087"/>
                        </a:cubicBezTo>
                        <a:cubicBezTo>
                          <a:pt x="45216" y="14762"/>
                          <a:pt x="38699" y="12280"/>
                          <a:pt x="32360" y="8246"/>
                        </a:cubicBezTo>
                        <a:cubicBezTo>
                          <a:pt x="26951" y="4832"/>
                          <a:pt x="21055" y="0"/>
                          <a:pt x="12189" y="0"/>
                        </a:cubicBezTo>
                        <a:cubicBezTo>
                          <a:pt x="4165" y="0"/>
                          <a:pt x="-1287" y="4389"/>
                          <a:pt x="264" y="855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21" name="Forme libre : forme 20620">
                    <a:extLst>
                      <a:ext uri="{FF2B5EF4-FFF2-40B4-BE49-F238E27FC236}">
                        <a16:creationId xmlns:a16="http://schemas.microsoft.com/office/drawing/2014/main" id="{0D4899AB-4574-4D57-9CFB-5A3E03517D96}"/>
                      </a:ext>
                    </a:extLst>
                  </p:cNvPr>
                  <p:cNvSpPr/>
                  <p:nvPr/>
                </p:nvSpPr>
                <p:spPr>
                  <a:xfrm>
                    <a:off x="4523757" y="1123957"/>
                    <a:ext cx="20261" cy="4676"/>
                  </a:xfrm>
                  <a:custGeom>
                    <a:avLst/>
                    <a:gdLst>
                      <a:gd name="connsiteX0" fmla="*/ 2040 w 20261"/>
                      <a:gd name="connsiteY0" fmla="*/ 1961 h 4676"/>
                      <a:gd name="connsiteX1" fmla="*/ 89 w 20261"/>
                      <a:gd name="connsiteY1" fmla="*/ 2980 h 4676"/>
                      <a:gd name="connsiteX2" fmla="*/ 1463 w 20261"/>
                      <a:gd name="connsiteY2" fmla="*/ 4222 h 4676"/>
                      <a:gd name="connsiteX3" fmla="*/ 5099 w 20261"/>
                      <a:gd name="connsiteY3" fmla="*/ 4621 h 4676"/>
                      <a:gd name="connsiteX4" fmla="*/ 14053 w 20261"/>
                      <a:gd name="connsiteY4" fmla="*/ 4532 h 4676"/>
                      <a:gd name="connsiteX5" fmla="*/ 17290 w 20261"/>
                      <a:gd name="connsiteY5" fmla="*/ 4177 h 4676"/>
                      <a:gd name="connsiteX6" fmla="*/ 15827 w 20261"/>
                      <a:gd name="connsiteY6" fmla="*/ 55 h 4676"/>
                      <a:gd name="connsiteX7" fmla="*/ 2040 w 20261"/>
                      <a:gd name="connsiteY7" fmla="*/ 1961 h 4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261" h="4676">
                        <a:moveTo>
                          <a:pt x="2040" y="1961"/>
                        </a:moveTo>
                        <a:cubicBezTo>
                          <a:pt x="1109" y="2227"/>
                          <a:pt x="399" y="2448"/>
                          <a:pt x="89" y="2980"/>
                        </a:cubicBezTo>
                        <a:cubicBezTo>
                          <a:pt x="-266" y="3512"/>
                          <a:pt x="488" y="3956"/>
                          <a:pt x="1463" y="4222"/>
                        </a:cubicBezTo>
                        <a:cubicBezTo>
                          <a:pt x="2439" y="4488"/>
                          <a:pt x="3946" y="4576"/>
                          <a:pt x="5099" y="4621"/>
                        </a:cubicBezTo>
                        <a:cubicBezTo>
                          <a:pt x="8069" y="4665"/>
                          <a:pt x="11216" y="4754"/>
                          <a:pt x="14053" y="4532"/>
                        </a:cubicBezTo>
                        <a:cubicBezTo>
                          <a:pt x="15250" y="4488"/>
                          <a:pt x="16359" y="4443"/>
                          <a:pt x="17290" y="4177"/>
                        </a:cubicBezTo>
                        <a:cubicBezTo>
                          <a:pt x="21324" y="3069"/>
                          <a:pt x="21634" y="454"/>
                          <a:pt x="15827" y="55"/>
                        </a:cubicBezTo>
                        <a:cubicBezTo>
                          <a:pt x="11349" y="-256"/>
                          <a:pt x="5896" y="808"/>
                          <a:pt x="2040" y="196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22" name="Forme libre : forme 20621">
                    <a:extLst>
                      <a:ext uri="{FF2B5EF4-FFF2-40B4-BE49-F238E27FC236}">
                        <a16:creationId xmlns:a16="http://schemas.microsoft.com/office/drawing/2014/main" id="{BD3972FE-225D-481C-8D7B-F7A156341B59}"/>
                      </a:ext>
                    </a:extLst>
                  </p:cNvPr>
                  <p:cNvSpPr/>
                  <p:nvPr/>
                </p:nvSpPr>
                <p:spPr>
                  <a:xfrm>
                    <a:off x="4563434" y="1153993"/>
                    <a:ext cx="26953" cy="4895"/>
                  </a:xfrm>
                  <a:custGeom>
                    <a:avLst/>
                    <a:gdLst>
                      <a:gd name="connsiteX0" fmla="*/ 26953 w 26953"/>
                      <a:gd name="connsiteY0" fmla="*/ 4818 h 4895"/>
                      <a:gd name="connsiteX1" fmla="*/ 12945 w 26953"/>
                      <a:gd name="connsiteY1" fmla="*/ 1981 h 4895"/>
                      <a:gd name="connsiteX2" fmla="*/ 0 w 26953"/>
                      <a:gd name="connsiteY2" fmla="*/ 74 h 4895"/>
                      <a:gd name="connsiteX3" fmla="*/ 12767 w 26953"/>
                      <a:gd name="connsiteY3" fmla="*/ 916 h 4895"/>
                      <a:gd name="connsiteX4" fmla="*/ 26953 w 26953"/>
                      <a:gd name="connsiteY4" fmla="*/ 4818 h 4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53" h="4895">
                        <a:moveTo>
                          <a:pt x="26953" y="4818"/>
                        </a:moveTo>
                        <a:cubicBezTo>
                          <a:pt x="23096" y="5305"/>
                          <a:pt x="17910" y="3399"/>
                          <a:pt x="12945" y="1981"/>
                        </a:cubicBezTo>
                        <a:cubicBezTo>
                          <a:pt x="7935" y="518"/>
                          <a:pt x="3369" y="-103"/>
                          <a:pt x="0" y="74"/>
                        </a:cubicBezTo>
                        <a:cubicBezTo>
                          <a:pt x="3635" y="-103"/>
                          <a:pt x="7980" y="-14"/>
                          <a:pt x="12767" y="916"/>
                        </a:cubicBezTo>
                        <a:cubicBezTo>
                          <a:pt x="17555" y="1848"/>
                          <a:pt x="22609" y="3532"/>
                          <a:pt x="26953" y="48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23" name="Forme libre : forme 20622">
                    <a:extLst>
                      <a:ext uri="{FF2B5EF4-FFF2-40B4-BE49-F238E27FC236}">
                        <a16:creationId xmlns:a16="http://schemas.microsoft.com/office/drawing/2014/main" id="{E8B81AAD-4A2F-4979-A8BA-E21D40ED82F5}"/>
                      </a:ext>
                    </a:extLst>
                  </p:cNvPr>
                  <p:cNvSpPr/>
                  <p:nvPr/>
                </p:nvSpPr>
                <p:spPr>
                  <a:xfrm>
                    <a:off x="4501326" y="1116000"/>
                    <a:ext cx="35686" cy="8808"/>
                  </a:xfrm>
                  <a:custGeom>
                    <a:avLst/>
                    <a:gdLst>
                      <a:gd name="connsiteX0" fmla="*/ 35686 w 35686"/>
                      <a:gd name="connsiteY0" fmla="*/ 76 h 8808"/>
                      <a:gd name="connsiteX1" fmla="*/ 0 w 35686"/>
                      <a:gd name="connsiteY1" fmla="*/ 8809 h 8808"/>
                      <a:gd name="connsiteX2" fmla="*/ 35686 w 35686"/>
                      <a:gd name="connsiteY2" fmla="*/ 76 h 8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5686" h="8808">
                        <a:moveTo>
                          <a:pt x="35686" y="76"/>
                        </a:moveTo>
                        <a:cubicBezTo>
                          <a:pt x="21678" y="-634"/>
                          <a:pt x="9265" y="3755"/>
                          <a:pt x="0" y="8809"/>
                        </a:cubicBezTo>
                        <a:cubicBezTo>
                          <a:pt x="8334" y="3666"/>
                          <a:pt x="23673" y="918"/>
                          <a:pt x="35686" y="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24" name="Forme libre : forme 20623">
                    <a:extLst>
                      <a:ext uri="{FF2B5EF4-FFF2-40B4-BE49-F238E27FC236}">
                        <a16:creationId xmlns:a16="http://schemas.microsoft.com/office/drawing/2014/main" id="{5AF6DB84-0865-4E9A-9526-86F791878366}"/>
                      </a:ext>
                    </a:extLst>
                  </p:cNvPr>
                  <p:cNvSpPr/>
                  <p:nvPr/>
                </p:nvSpPr>
                <p:spPr>
                  <a:xfrm>
                    <a:off x="4553872" y="1131633"/>
                    <a:ext cx="17588" cy="7009"/>
                  </a:xfrm>
                  <a:custGeom>
                    <a:avLst/>
                    <a:gdLst>
                      <a:gd name="connsiteX0" fmla="*/ 17275 w 17588"/>
                      <a:gd name="connsiteY0" fmla="*/ 6830 h 7009"/>
                      <a:gd name="connsiteX1" fmla="*/ 6813 w 17588"/>
                      <a:gd name="connsiteY1" fmla="*/ 4569 h 7009"/>
                      <a:gd name="connsiteX2" fmla="*/ 252 w 17588"/>
                      <a:gd name="connsiteY2" fmla="*/ 535 h 7009"/>
                      <a:gd name="connsiteX3" fmla="*/ 10315 w 17588"/>
                      <a:gd name="connsiteY3" fmla="*/ 1820 h 7009"/>
                      <a:gd name="connsiteX4" fmla="*/ 15325 w 17588"/>
                      <a:gd name="connsiteY4" fmla="*/ 4081 h 7009"/>
                      <a:gd name="connsiteX5" fmla="*/ 17275 w 17588"/>
                      <a:gd name="connsiteY5" fmla="*/ 6830 h 7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588" h="7009">
                        <a:moveTo>
                          <a:pt x="17275" y="6830"/>
                        </a:moveTo>
                        <a:cubicBezTo>
                          <a:pt x="15591" y="7717"/>
                          <a:pt x="9030" y="5057"/>
                          <a:pt x="6813" y="4569"/>
                        </a:cubicBezTo>
                        <a:cubicBezTo>
                          <a:pt x="4730" y="3860"/>
                          <a:pt x="-1299" y="2042"/>
                          <a:pt x="252" y="535"/>
                        </a:cubicBezTo>
                        <a:cubicBezTo>
                          <a:pt x="1848" y="-972"/>
                          <a:pt x="8320" y="1111"/>
                          <a:pt x="10315" y="1820"/>
                        </a:cubicBezTo>
                        <a:cubicBezTo>
                          <a:pt x="11335" y="2219"/>
                          <a:pt x="13596" y="3062"/>
                          <a:pt x="15325" y="4081"/>
                        </a:cubicBezTo>
                        <a:cubicBezTo>
                          <a:pt x="17054" y="5190"/>
                          <a:pt x="18162" y="6298"/>
                          <a:pt x="17275" y="683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25" name="Forme libre : forme 20624">
                    <a:extLst>
                      <a:ext uri="{FF2B5EF4-FFF2-40B4-BE49-F238E27FC236}">
                        <a16:creationId xmlns:a16="http://schemas.microsoft.com/office/drawing/2014/main" id="{FE368AF8-03A2-49B6-BB8C-0425CFCA82EC}"/>
                      </a:ext>
                    </a:extLst>
                  </p:cNvPr>
                  <p:cNvSpPr/>
                  <p:nvPr/>
                </p:nvSpPr>
                <p:spPr>
                  <a:xfrm>
                    <a:off x="4569107" y="1136890"/>
                    <a:ext cx="4840" cy="2604"/>
                  </a:xfrm>
                  <a:custGeom>
                    <a:avLst/>
                    <a:gdLst>
                      <a:gd name="connsiteX0" fmla="*/ 4833 w 4840"/>
                      <a:gd name="connsiteY0" fmla="*/ 2327 h 2604"/>
                      <a:gd name="connsiteX1" fmla="*/ 2350 w 4840"/>
                      <a:gd name="connsiteY1" fmla="*/ 2061 h 2604"/>
                      <a:gd name="connsiteX2" fmla="*/ 1 w 4840"/>
                      <a:gd name="connsiteY2" fmla="*/ 332 h 2604"/>
                      <a:gd name="connsiteX3" fmla="*/ 2483 w 4840"/>
                      <a:gd name="connsiteY3" fmla="*/ 465 h 2604"/>
                      <a:gd name="connsiteX4" fmla="*/ 4833 w 4840"/>
                      <a:gd name="connsiteY4" fmla="*/ 2327 h 2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40" h="2604">
                        <a:moveTo>
                          <a:pt x="4833" y="2327"/>
                        </a:moveTo>
                        <a:cubicBezTo>
                          <a:pt x="4700" y="2992"/>
                          <a:pt x="3148" y="2283"/>
                          <a:pt x="2350" y="2061"/>
                        </a:cubicBezTo>
                        <a:cubicBezTo>
                          <a:pt x="1552" y="1751"/>
                          <a:pt x="-43" y="997"/>
                          <a:pt x="1" y="332"/>
                        </a:cubicBezTo>
                        <a:cubicBezTo>
                          <a:pt x="45" y="-333"/>
                          <a:pt x="1641" y="155"/>
                          <a:pt x="2483" y="465"/>
                        </a:cubicBezTo>
                        <a:cubicBezTo>
                          <a:pt x="3326" y="731"/>
                          <a:pt x="4966" y="1662"/>
                          <a:pt x="4833" y="232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26" name="Forme libre : forme 20625">
                    <a:extLst>
                      <a:ext uri="{FF2B5EF4-FFF2-40B4-BE49-F238E27FC236}">
                        <a16:creationId xmlns:a16="http://schemas.microsoft.com/office/drawing/2014/main" id="{9B7FB46E-27CB-4CB7-90C9-BB07E0EAE573}"/>
                      </a:ext>
                    </a:extLst>
                  </p:cNvPr>
                  <p:cNvSpPr/>
                  <p:nvPr/>
                </p:nvSpPr>
                <p:spPr>
                  <a:xfrm>
                    <a:off x="4555367" y="1121394"/>
                    <a:ext cx="36819" cy="33937"/>
                  </a:xfrm>
                  <a:custGeom>
                    <a:avLst/>
                    <a:gdLst>
                      <a:gd name="connsiteX0" fmla="*/ 33513 w 36819"/>
                      <a:gd name="connsiteY0" fmla="*/ 19906 h 33937"/>
                      <a:gd name="connsiteX1" fmla="*/ 36704 w 36819"/>
                      <a:gd name="connsiteY1" fmla="*/ 32983 h 33937"/>
                      <a:gd name="connsiteX2" fmla="*/ 32670 w 36819"/>
                      <a:gd name="connsiteY2" fmla="*/ 32451 h 33937"/>
                      <a:gd name="connsiteX3" fmla="*/ 30099 w 36819"/>
                      <a:gd name="connsiteY3" fmla="*/ 27575 h 33937"/>
                      <a:gd name="connsiteX4" fmla="*/ 19726 w 36819"/>
                      <a:gd name="connsiteY4" fmla="*/ 13079 h 33937"/>
                      <a:gd name="connsiteX5" fmla="*/ 14716 w 36819"/>
                      <a:gd name="connsiteY5" fmla="*/ 9976 h 33937"/>
                      <a:gd name="connsiteX6" fmla="*/ 7136 w 36819"/>
                      <a:gd name="connsiteY6" fmla="*/ 6562 h 33937"/>
                      <a:gd name="connsiteX7" fmla="*/ 575 w 36819"/>
                      <a:gd name="connsiteY7" fmla="*/ 932 h 33937"/>
                      <a:gd name="connsiteX8" fmla="*/ 12544 w 36819"/>
                      <a:gd name="connsiteY8" fmla="*/ 1287 h 33937"/>
                      <a:gd name="connsiteX9" fmla="*/ 26331 w 36819"/>
                      <a:gd name="connsiteY9" fmla="*/ 8557 h 33937"/>
                      <a:gd name="connsiteX10" fmla="*/ 33513 w 36819"/>
                      <a:gd name="connsiteY10" fmla="*/ 19906 h 33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6819" h="33937">
                        <a:moveTo>
                          <a:pt x="33513" y="19906"/>
                        </a:moveTo>
                        <a:cubicBezTo>
                          <a:pt x="36128" y="25048"/>
                          <a:pt x="37192" y="28861"/>
                          <a:pt x="36704" y="32983"/>
                        </a:cubicBezTo>
                        <a:cubicBezTo>
                          <a:pt x="36483" y="34491"/>
                          <a:pt x="34178" y="34136"/>
                          <a:pt x="32670" y="32451"/>
                        </a:cubicBezTo>
                        <a:cubicBezTo>
                          <a:pt x="31074" y="30856"/>
                          <a:pt x="30675" y="29215"/>
                          <a:pt x="30099" y="27575"/>
                        </a:cubicBezTo>
                        <a:cubicBezTo>
                          <a:pt x="28326" y="22433"/>
                          <a:pt x="25001" y="17512"/>
                          <a:pt x="19726" y="13079"/>
                        </a:cubicBezTo>
                        <a:cubicBezTo>
                          <a:pt x="18928" y="12414"/>
                          <a:pt x="17022" y="11261"/>
                          <a:pt x="14716" y="9976"/>
                        </a:cubicBezTo>
                        <a:cubicBezTo>
                          <a:pt x="12322" y="8867"/>
                          <a:pt x="9397" y="7537"/>
                          <a:pt x="7136" y="6562"/>
                        </a:cubicBezTo>
                        <a:cubicBezTo>
                          <a:pt x="2392" y="4434"/>
                          <a:pt x="-1509" y="2439"/>
                          <a:pt x="575" y="932"/>
                        </a:cubicBezTo>
                        <a:cubicBezTo>
                          <a:pt x="2703" y="-486"/>
                          <a:pt x="7269" y="-220"/>
                          <a:pt x="12544" y="1287"/>
                        </a:cubicBezTo>
                        <a:cubicBezTo>
                          <a:pt x="18484" y="2838"/>
                          <a:pt x="24026" y="6429"/>
                          <a:pt x="26331" y="8557"/>
                        </a:cubicBezTo>
                        <a:cubicBezTo>
                          <a:pt x="30941" y="12946"/>
                          <a:pt x="31473" y="16093"/>
                          <a:pt x="33513" y="1990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576" name="Graphique 2">
                  <a:extLst>
                    <a:ext uri="{FF2B5EF4-FFF2-40B4-BE49-F238E27FC236}">
                      <a16:creationId xmlns:a16="http://schemas.microsoft.com/office/drawing/2014/main" id="{378BC545-8CC0-4F72-8814-5AEA5A180D7F}"/>
                    </a:ext>
                  </a:extLst>
                </p:cNvPr>
                <p:cNvGrpSpPr/>
                <p:nvPr/>
              </p:nvGrpSpPr>
              <p:grpSpPr>
                <a:xfrm>
                  <a:off x="4591786" y="1157643"/>
                  <a:ext cx="87485" cy="68697"/>
                  <a:chOff x="4591786" y="1157643"/>
                  <a:chExt cx="87485" cy="68697"/>
                </a:xfrm>
                <a:solidFill>
                  <a:schemeClr val="accent1"/>
                </a:solidFill>
              </p:grpSpPr>
              <p:sp>
                <p:nvSpPr>
                  <p:cNvPr id="20603" name="Forme libre : forme 20602">
                    <a:extLst>
                      <a:ext uri="{FF2B5EF4-FFF2-40B4-BE49-F238E27FC236}">
                        <a16:creationId xmlns:a16="http://schemas.microsoft.com/office/drawing/2014/main" id="{4ADEE8CB-59B2-4965-AED9-BD1FE8FEDEEB}"/>
                      </a:ext>
                    </a:extLst>
                  </p:cNvPr>
                  <p:cNvSpPr/>
                  <p:nvPr/>
                </p:nvSpPr>
                <p:spPr>
                  <a:xfrm>
                    <a:off x="4591786" y="1157643"/>
                    <a:ext cx="87485" cy="68697"/>
                  </a:xfrm>
                  <a:custGeom>
                    <a:avLst/>
                    <a:gdLst>
                      <a:gd name="connsiteX0" fmla="*/ 46479 w 87485"/>
                      <a:gd name="connsiteY0" fmla="*/ 65049 h 68697"/>
                      <a:gd name="connsiteX1" fmla="*/ 28436 w 87485"/>
                      <a:gd name="connsiteY1" fmla="*/ 54188 h 68697"/>
                      <a:gd name="connsiteX2" fmla="*/ 13807 w 87485"/>
                      <a:gd name="connsiteY2" fmla="*/ 41509 h 68697"/>
                      <a:gd name="connsiteX3" fmla="*/ 9684 w 87485"/>
                      <a:gd name="connsiteY3" fmla="*/ 37076 h 68697"/>
                      <a:gd name="connsiteX4" fmla="*/ 5827 w 87485"/>
                      <a:gd name="connsiteY4" fmla="*/ 32022 h 68697"/>
                      <a:gd name="connsiteX5" fmla="*/ 1439 w 87485"/>
                      <a:gd name="connsiteY5" fmla="*/ 22624 h 68697"/>
                      <a:gd name="connsiteX6" fmla="*/ 286 w 87485"/>
                      <a:gd name="connsiteY6" fmla="*/ 5911 h 68697"/>
                      <a:gd name="connsiteX7" fmla="*/ 8576 w 87485"/>
                      <a:gd name="connsiteY7" fmla="*/ 237 h 68697"/>
                      <a:gd name="connsiteX8" fmla="*/ 23604 w 87485"/>
                      <a:gd name="connsiteY8" fmla="*/ 6532 h 68697"/>
                      <a:gd name="connsiteX9" fmla="*/ 30298 w 87485"/>
                      <a:gd name="connsiteY9" fmla="*/ 10478 h 68697"/>
                      <a:gd name="connsiteX10" fmla="*/ 37967 w 87485"/>
                      <a:gd name="connsiteY10" fmla="*/ 15975 h 68697"/>
                      <a:gd name="connsiteX11" fmla="*/ 49671 w 87485"/>
                      <a:gd name="connsiteY11" fmla="*/ 25417 h 68697"/>
                      <a:gd name="connsiteX12" fmla="*/ 60753 w 87485"/>
                      <a:gd name="connsiteY12" fmla="*/ 32909 h 68697"/>
                      <a:gd name="connsiteX13" fmla="*/ 71925 w 87485"/>
                      <a:gd name="connsiteY13" fmla="*/ 40445 h 68697"/>
                      <a:gd name="connsiteX14" fmla="*/ 83096 w 87485"/>
                      <a:gd name="connsiteY14" fmla="*/ 48203 h 68697"/>
                      <a:gd name="connsiteX15" fmla="*/ 86731 w 87485"/>
                      <a:gd name="connsiteY15" fmla="*/ 57335 h 68697"/>
                      <a:gd name="connsiteX16" fmla="*/ 80835 w 87485"/>
                      <a:gd name="connsiteY16" fmla="*/ 63409 h 68697"/>
                      <a:gd name="connsiteX17" fmla="*/ 76846 w 87485"/>
                      <a:gd name="connsiteY17" fmla="*/ 65891 h 68697"/>
                      <a:gd name="connsiteX18" fmla="*/ 72014 w 87485"/>
                      <a:gd name="connsiteY18" fmla="*/ 67576 h 68697"/>
                      <a:gd name="connsiteX19" fmla="*/ 46479 w 87485"/>
                      <a:gd name="connsiteY19" fmla="*/ 65049 h 68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87485" h="68697">
                        <a:moveTo>
                          <a:pt x="46479" y="65049"/>
                        </a:moveTo>
                        <a:cubicBezTo>
                          <a:pt x="41558" y="62921"/>
                          <a:pt x="34421" y="58798"/>
                          <a:pt x="28436" y="54188"/>
                        </a:cubicBezTo>
                        <a:cubicBezTo>
                          <a:pt x="22407" y="49622"/>
                          <a:pt x="17043" y="44790"/>
                          <a:pt x="13807" y="41509"/>
                        </a:cubicBezTo>
                        <a:cubicBezTo>
                          <a:pt x="12300" y="40002"/>
                          <a:pt x="10925" y="38495"/>
                          <a:pt x="9684" y="37076"/>
                        </a:cubicBezTo>
                        <a:cubicBezTo>
                          <a:pt x="8354" y="35480"/>
                          <a:pt x="6891" y="33663"/>
                          <a:pt x="5827" y="32022"/>
                        </a:cubicBezTo>
                        <a:cubicBezTo>
                          <a:pt x="3700" y="28698"/>
                          <a:pt x="2325" y="25594"/>
                          <a:pt x="1439" y="22624"/>
                        </a:cubicBezTo>
                        <a:cubicBezTo>
                          <a:pt x="-290" y="16728"/>
                          <a:pt x="-157" y="11497"/>
                          <a:pt x="286" y="5911"/>
                        </a:cubicBezTo>
                        <a:cubicBezTo>
                          <a:pt x="596" y="2055"/>
                          <a:pt x="4763" y="-871"/>
                          <a:pt x="8576" y="237"/>
                        </a:cubicBezTo>
                        <a:cubicBezTo>
                          <a:pt x="14029" y="1833"/>
                          <a:pt x="18994" y="4005"/>
                          <a:pt x="23604" y="6532"/>
                        </a:cubicBezTo>
                        <a:cubicBezTo>
                          <a:pt x="25909" y="7773"/>
                          <a:pt x="28126" y="9148"/>
                          <a:pt x="30298" y="10478"/>
                        </a:cubicBezTo>
                        <a:cubicBezTo>
                          <a:pt x="32204" y="11586"/>
                          <a:pt x="35130" y="13669"/>
                          <a:pt x="37967" y="15975"/>
                        </a:cubicBezTo>
                        <a:cubicBezTo>
                          <a:pt x="40982" y="18413"/>
                          <a:pt x="45371" y="22048"/>
                          <a:pt x="49671" y="25417"/>
                        </a:cubicBezTo>
                        <a:cubicBezTo>
                          <a:pt x="53927" y="28565"/>
                          <a:pt x="58138" y="31579"/>
                          <a:pt x="60753" y="32909"/>
                        </a:cubicBezTo>
                        <a:cubicBezTo>
                          <a:pt x="65719" y="35746"/>
                          <a:pt x="68689" y="37874"/>
                          <a:pt x="71925" y="40445"/>
                        </a:cubicBezTo>
                        <a:cubicBezTo>
                          <a:pt x="75117" y="42795"/>
                          <a:pt x="78575" y="45676"/>
                          <a:pt x="83096" y="48203"/>
                        </a:cubicBezTo>
                        <a:cubicBezTo>
                          <a:pt x="86111" y="49932"/>
                          <a:pt x="88859" y="54232"/>
                          <a:pt x="86731" y="57335"/>
                        </a:cubicBezTo>
                        <a:cubicBezTo>
                          <a:pt x="85180" y="59596"/>
                          <a:pt x="83274" y="61769"/>
                          <a:pt x="80835" y="63409"/>
                        </a:cubicBezTo>
                        <a:cubicBezTo>
                          <a:pt x="79638" y="64295"/>
                          <a:pt x="78309" y="65138"/>
                          <a:pt x="76846" y="65891"/>
                        </a:cubicBezTo>
                        <a:cubicBezTo>
                          <a:pt x="75383" y="66512"/>
                          <a:pt x="73742" y="67088"/>
                          <a:pt x="72014" y="67576"/>
                        </a:cubicBezTo>
                        <a:cubicBezTo>
                          <a:pt x="65098" y="69526"/>
                          <a:pt x="55744" y="69083"/>
                          <a:pt x="46479" y="65049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04" name="Forme libre : forme 20603">
                    <a:extLst>
                      <a:ext uri="{FF2B5EF4-FFF2-40B4-BE49-F238E27FC236}">
                        <a16:creationId xmlns:a16="http://schemas.microsoft.com/office/drawing/2014/main" id="{EBA64B59-E527-4774-93CE-9C2078288777}"/>
                      </a:ext>
                    </a:extLst>
                  </p:cNvPr>
                  <p:cNvSpPr/>
                  <p:nvPr/>
                </p:nvSpPr>
                <p:spPr>
                  <a:xfrm>
                    <a:off x="4591850" y="1159432"/>
                    <a:ext cx="86667" cy="66903"/>
                  </a:xfrm>
                  <a:custGeom>
                    <a:avLst/>
                    <a:gdLst>
                      <a:gd name="connsiteX0" fmla="*/ 26288 w 86667"/>
                      <a:gd name="connsiteY0" fmla="*/ 34046 h 66903"/>
                      <a:gd name="connsiteX1" fmla="*/ 17910 w 86667"/>
                      <a:gd name="connsiteY1" fmla="*/ 26909 h 66903"/>
                      <a:gd name="connsiteX2" fmla="*/ 10418 w 86667"/>
                      <a:gd name="connsiteY2" fmla="*/ 18264 h 66903"/>
                      <a:gd name="connsiteX3" fmla="*/ 2305 w 86667"/>
                      <a:gd name="connsiteY3" fmla="*/ 0 h 66903"/>
                      <a:gd name="connsiteX4" fmla="*/ 266 w 86667"/>
                      <a:gd name="connsiteY4" fmla="*/ 4034 h 66903"/>
                      <a:gd name="connsiteX5" fmla="*/ 0 w 86667"/>
                      <a:gd name="connsiteY5" fmla="*/ 9753 h 66903"/>
                      <a:gd name="connsiteX6" fmla="*/ 4078 w 86667"/>
                      <a:gd name="connsiteY6" fmla="*/ 27175 h 66903"/>
                      <a:gd name="connsiteX7" fmla="*/ 8423 w 86667"/>
                      <a:gd name="connsiteY7" fmla="*/ 33692 h 66903"/>
                      <a:gd name="connsiteX8" fmla="*/ 13787 w 86667"/>
                      <a:gd name="connsiteY8" fmla="*/ 39676 h 66903"/>
                      <a:gd name="connsiteX9" fmla="*/ 18176 w 86667"/>
                      <a:gd name="connsiteY9" fmla="*/ 43843 h 66903"/>
                      <a:gd name="connsiteX10" fmla="*/ 43444 w 86667"/>
                      <a:gd name="connsiteY10" fmla="*/ 61797 h 66903"/>
                      <a:gd name="connsiteX11" fmla="*/ 46415 w 86667"/>
                      <a:gd name="connsiteY11" fmla="*/ 63216 h 66903"/>
                      <a:gd name="connsiteX12" fmla="*/ 65344 w 86667"/>
                      <a:gd name="connsiteY12" fmla="*/ 66807 h 66903"/>
                      <a:gd name="connsiteX13" fmla="*/ 83165 w 86667"/>
                      <a:gd name="connsiteY13" fmla="*/ 59625 h 66903"/>
                      <a:gd name="connsiteX14" fmla="*/ 86578 w 86667"/>
                      <a:gd name="connsiteY14" fmla="*/ 55547 h 66903"/>
                      <a:gd name="connsiteX15" fmla="*/ 86667 w 86667"/>
                      <a:gd name="connsiteY15" fmla="*/ 55369 h 66903"/>
                      <a:gd name="connsiteX16" fmla="*/ 69777 w 86667"/>
                      <a:gd name="connsiteY16" fmla="*/ 56611 h 66903"/>
                      <a:gd name="connsiteX17" fmla="*/ 53330 w 86667"/>
                      <a:gd name="connsiteY17" fmla="*/ 51956 h 66903"/>
                      <a:gd name="connsiteX18" fmla="*/ 26288 w 86667"/>
                      <a:gd name="connsiteY18" fmla="*/ 34046 h 66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6667" h="66903">
                        <a:moveTo>
                          <a:pt x="26288" y="34046"/>
                        </a:moveTo>
                        <a:cubicBezTo>
                          <a:pt x="23362" y="31830"/>
                          <a:pt x="20614" y="29391"/>
                          <a:pt x="17910" y="26909"/>
                        </a:cubicBezTo>
                        <a:cubicBezTo>
                          <a:pt x="15117" y="24293"/>
                          <a:pt x="12501" y="21323"/>
                          <a:pt x="10418" y="18264"/>
                        </a:cubicBezTo>
                        <a:cubicBezTo>
                          <a:pt x="6206" y="12191"/>
                          <a:pt x="3635" y="5985"/>
                          <a:pt x="2305" y="0"/>
                        </a:cubicBezTo>
                        <a:cubicBezTo>
                          <a:pt x="1153" y="1064"/>
                          <a:pt x="355" y="2438"/>
                          <a:pt x="266" y="4034"/>
                        </a:cubicBezTo>
                        <a:cubicBezTo>
                          <a:pt x="89" y="5940"/>
                          <a:pt x="0" y="7847"/>
                          <a:pt x="0" y="9753"/>
                        </a:cubicBezTo>
                        <a:cubicBezTo>
                          <a:pt x="44" y="15161"/>
                          <a:pt x="709" y="20702"/>
                          <a:pt x="4078" y="27175"/>
                        </a:cubicBezTo>
                        <a:cubicBezTo>
                          <a:pt x="5187" y="29258"/>
                          <a:pt x="6561" y="31431"/>
                          <a:pt x="8423" y="33692"/>
                        </a:cubicBezTo>
                        <a:cubicBezTo>
                          <a:pt x="10240" y="35952"/>
                          <a:pt x="11748" y="37593"/>
                          <a:pt x="13787" y="39676"/>
                        </a:cubicBezTo>
                        <a:cubicBezTo>
                          <a:pt x="14940" y="40873"/>
                          <a:pt x="16491" y="42292"/>
                          <a:pt x="18176" y="43843"/>
                        </a:cubicBezTo>
                        <a:cubicBezTo>
                          <a:pt x="24692" y="49828"/>
                          <a:pt x="35066" y="57763"/>
                          <a:pt x="43444" y="61797"/>
                        </a:cubicBezTo>
                        <a:cubicBezTo>
                          <a:pt x="44508" y="62285"/>
                          <a:pt x="45528" y="62773"/>
                          <a:pt x="46415" y="63216"/>
                        </a:cubicBezTo>
                        <a:cubicBezTo>
                          <a:pt x="53064" y="65920"/>
                          <a:pt x="59537" y="67294"/>
                          <a:pt x="65344" y="66807"/>
                        </a:cubicBezTo>
                        <a:cubicBezTo>
                          <a:pt x="73235" y="66452"/>
                          <a:pt x="79042" y="63172"/>
                          <a:pt x="83165" y="59625"/>
                        </a:cubicBezTo>
                        <a:cubicBezTo>
                          <a:pt x="84450" y="58384"/>
                          <a:pt x="85603" y="56965"/>
                          <a:pt x="86578" y="55547"/>
                        </a:cubicBezTo>
                        <a:lnTo>
                          <a:pt x="86667" y="55369"/>
                        </a:lnTo>
                        <a:cubicBezTo>
                          <a:pt x="81303" y="56832"/>
                          <a:pt x="75496" y="57054"/>
                          <a:pt x="69777" y="56611"/>
                        </a:cubicBezTo>
                        <a:cubicBezTo>
                          <a:pt x="64058" y="55990"/>
                          <a:pt x="58517" y="54261"/>
                          <a:pt x="53330" y="51956"/>
                        </a:cubicBezTo>
                        <a:cubicBezTo>
                          <a:pt x="43134" y="47168"/>
                          <a:pt x="34534" y="40430"/>
                          <a:pt x="26288" y="3404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05" name="Forme libre : forme 20604">
                    <a:extLst>
                      <a:ext uri="{FF2B5EF4-FFF2-40B4-BE49-F238E27FC236}">
                        <a16:creationId xmlns:a16="http://schemas.microsoft.com/office/drawing/2014/main" id="{4EC17871-9849-4208-AFC3-D396118CF8A8}"/>
                      </a:ext>
                    </a:extLst>
                  </p:cNvPr>
                  <p:cNvSpPr/>
                  <p:nvPr/>
                </p:nvSpPr>
                <p:spPr>
                  <a:xfrm>
                    <a:off x="4617269" y="1186267"/>
                    <a:ext cx="41750" cy="28096"/>
                  </a:xfrm>
                  <a:custGeom>
                    <a:avLst/>
                    <a:gdLst>
                      <a:gd name="connsiteX0" fmla="*/ 41743 w 41750"/>
                      <a:gd name="connsiteY0" fmla="*/ 25741 h 28096"/>
                      <a:gd name="connsiteX1" fmla="*/ 30217 w 41750"/>
                      <a:gd name="connsiteY1" fmla="*/ 27292 h 28096"/>
                      <a:gd name="connsiteX2" fmla="*/ 15321 w 41750"/>
                      <a:gd name="connsiteY2" fmla="*/ 20598 h 28096"/>
                      <a:gd name="connsiteX3" fmla="*/ 4416 w 41750"/>
                      <a:gd name="connsiteY3" fmla="*/ 10846 h 28096"/>
                      <a:gd name="connsiteX4" fmla="*/ 559 w 41750"/>
                      <a:gd name="connsiteY4" fmla="*/ 827 h 28096"/>
                      <a:gd name="connsiteX5" fmla="*/ 10534 w 41750"/>
                      <a:gd name="connsiteY5" fmla="*/ 3309 h 28096"/>
                      <a:gd name="connsiteX6" fmla="*/ 21616 w 41750"/>
                      <a:gd name="connsiteY6" fmla="*/ 10934 h 28096"/>
                      <a:gd name="connsiteX7" fmla="*/ 26626 w 41750"/>
                      <a:gd name="connsiteY7" fmla="*/ 14437 h 28096"/>
                      <a:gd name="connsiteX8" fmla="*/ 33276 w 41750"/>
                      <a:gd name="connsiteY8" fmla="*/ 18604 h 28096"/>
                      <a:gd name="connsiteX9" fmla="*/ 41743 w 41750"/>
                      <a:gd name="connsiteY9" fmla="*/ 25741 h 28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1750" h="28096">
                        <a:moveTo>
                          <a:pt x="41743" y="25741"/>
                        </a:moveTo>
                        <a:cubicBezTo>
                          <a:pt x="41565" y="28135"/>
                          <a:pt x="36201" y="28800"/>
                          <a:pt x="30217" y="27292"/>
                        </a:cubicBezTo>
                        <a:cubicBezTo>
                          <a:pt x="24143" y="25963"/>
                          <a:pt x="18203" y="22416"/>
                          <a:pt x="15321" y="20598"/>
                        </a:cubicBezTo>
                        <a:cubicBezTo>
                          <a:pt x="12484" y="18692"/>
                          <a:pt x="7741" y="14836"/>
                          <a:pt x="4416" y="10846"/>
                        </a:cubicBezTo>
                        <a:cubicBezTo>
                          <a:pt x="1091" y="6812"/>
                          <a:pt x="-1081" y="2822"/>
                          <a:pt x="559" y="827"/>
                        </a:cubicBezTo>
                        <a:cubicBezTo>
                          <a:pt x="2199" y="-1124"/>
                          <a:pt x="6322" y="650"/>
                          <a:pt x="10534" y="3309"/>
                        </a:cubicBezTo>
                        <a:cubicBezTo>
                          <a:pt x="14790" y="5925"/>
                          <a:pt x="19311" y="9206"/>
                          <a:pt x="21616" y="10934"/>
                        </a:cubicBezTo>
                        <a:cubicBezTo>
                          <a:pt x="22769" y="11732"/>
                          <a:pt x="24587" y="12974"/>
                          <a:pt x="26626" y="14437"/>
                        </a:cubicBezTo>
                        <a:cubicBezTo>
                          <a:pt x="28754" y="15678"/>
                          <a:pt x="31015" y="17362"/>
                          <a:pt x="33276" y="18604"/>
                        </a:cubicBezTo>
                        <a:cubicBezTo>
                          <a:pt x="37664" y="21352"/>
                          <a:pt x="41964" y="23436"/>
                          <a:pt x="41743" y="2574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06" name="Forme libre : forme 20605">
                    <a:extLst>
                      <a:ext uri="{FF2B5EF4-FFF2-40B4-BE49-F238E27FC236}">
                        <a16:creationId xmlns:a16="http://schemas.microsoft.com/office/drawing/2014/main" id="{AA9ED60D-7252-4377-93E4-EDE9E60E9EFB}"/>
                      </a:ext>
                    </a:extLst>
                  </p:cNvPr>
                  <p:cNvSpPr/>
                  <p:nvPr/>
                </p:nvSpPr>
                <p:spPr>
                  <a:xfrm>
                    <a:off x="4617316" y="1185935"/>
                    <a:ext cx="25514" cy="25983"/>
                  </a:xfrm>
                  <a:custGeom>
                    <a:avLst/>
                    <a:gdLst>
                      <a:gd name="connsiteX0" fmla="*/ 11152 w 25514"/>
                      <a:gd name="connsiteY0" fmla="*/ 4217 h 25983"/>
                      <a:gd name="connsiteX1" fmla="*/ 290 w 25514"/>
                      <a:gd name="connsiteY1" fmla="*/ 981 h 25983"/>
                      <a:gd name="connsiteX2" fmla="*/ 15496 w 25514"/>
                      <a:gd name="connsiteY2" fmla="*/ 21063 h 25983"/>
                      <a:gd name="connsiteX3" fmla="*/ 20195 w 25514"/>
                      <a:gd name="connsiteY3" fmla="*/ 23767 h 25983"/>
                      <a:gd name="connsiteX4" fmla="*/ 25515 w 25514"/>
                      <a:gd name="connsiteY4" fmla="*/ 25984 h 25983"/>
                      <a:gd name="connsiteX5" fmla="*/ 20417 w 25514"/>
                      <a:gd name="connsiteY5" fmla="*/ 22881 h 25983"/>
                      <a:gd name="connsiteX6" fmla="*/ 11152 w 25514"/>
                      <a:gd name="connsiteY6" fmla="*/ 4217 h 25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514" h="25983">
                        <a:moveTo>
                          <a:pt x="11152" y="4217"/>
                        </a:moveTo>
                        <a:cubicBezTo>
                          <a:pt x="8270" y="3020"/>
                          <a:pt x="1576" y="-2122"/>
                          <a:pt x="290" y="981"/>
                        </a:cubicBezTo>
                        <a:cubicBezTo>
                          <a:pt x="-1837" y="5991"/>
                          <a:pt x="8181" y="16320"/>
                          <a:pt x="15496" y="21063"/>
                        </a:cubicBezTo>
                        <a:cubicBezTo>
                          <a:pt x="16560" y="21772"/>
                          <a:pt x="18333" y="22792"/>
                          <a:pt x="20195" y="23767"/>
                        </a:cubicBezTo>
                        <a:cubicBezTo>
                          <a:pt x="22101" y="24698"/>
                          <a:pt x="24141" y="25496"/>
                          <a:pt x="25515" y="25984"/>
                        </a:cubicBezTo>
                        <a:cubicBezTo>
                          <a:pt x="24096" y="25142"/>
                          <a:pt x="21569" y="23945"/>
                          <a:pt x="20417" y="22881"/>
                        </a:cubicBezTo>
                        <a:cubicBezTo>
                          <a:pt x="13678" y="17073"/>
                          <a:pt x="7960" y="8783"/>
                          <a:pt x="11152" y="4217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07" name="Forme libre : forme 20606">
                    <a:extLst>
                      <a:ext uri="{FF2B5EF4-FFF2-40B4-BE49-F238E27FC236}">
                        <a16:creationId xmlns:a16="http://schemas.microsoft.com/office/drawing/2014/main" id="{C465F185-3330-4D3D-9F9D-DFDCC777117A}"/>
                      </a:ext>
                    </a:extLst>
                  </p:cNvPr>
                  <p:cNvSpPr/>
                  <p:nvPr/>
                </p:nvSpPr>
                <p:spPr>
                  <a:xfrm>
                    <a:off x="4618350" y="1188863"/>
                    <a:ext cx="43262" cy="27197"/>
                  </a:xfrm>
                  <a:custGeom>
                    <a:avLst/>
                    <a:gdLst>
                      <a:gd name="connsiteX0" fmla="*/ 43144 w 43262"/>
                      <a:gd name="connsiteY0" fmla="*/ 24697 h 27197"/>
                      <a:gd name="connsiteX1" fmla="*/ 38889 w 43262"/>
                      <a:gd name="connsiteY1" fmla="*/ 27002 h 27197"/>
                      <a:gd name="connsiteX2" fmla="*/ 30776 w 43262"/>
                      <a:gd name="connsiteY2" fmla="*/ 26692 h 27197"/>
                      <a:gd name="connsiteX3" fmla="*/ 15571 w 43262"/>
                      <a:gd name="connsiteY3" fmla="*/ 20485 h 27197"/>
                      <a:gd name="connsiteX4" fmla="*/ 9940 w 43262"/>
                      <a:gd name="connsiteY4" fmla="*/ 16451 h 27197"/>
                      <a:gd name="connsiteX5" fmla="*/ 4310 w 43262"/>
                      <a:gd name="connsiteY5" fmla="*/ 10910 h 27197"/>
                      <a:gd name="connsiteX6" fmla="*/ 498 w 43262"/>
                      <a:gd name="connsiteY6" fmla="*/ 935 h 27197"/>
                      <a:gd name="connsiteX7" fmla="*/ 10517 w 43262"/>
                      <a:gd name="connsiteY7" fmla="*/ 3329 h 27197"/>
                      <a:gd name="connsiteX8" fmla="*/ 16945 w 43262"/>
                      <a:gd name="connsiteY8" fmla="*/ 7496 h 27197"/>
                      <a:gd name="connsiteX9" fmla="*/ 21777 w 43262"/>
                      <a:gd name="connsiteY9" fmla="*/ 10732 h 27197"/>
                      <a:gd name="connsiteX10" fmla="*/ 34411 w 43262"/>
                      <a:gd name="connsiteY10" fmla="*/ 18224 h 27197"/>
                      <a:gd name="connsiteX11" fmla="*/ 43144 w 43262"/>
                      <a:gd name="connsiteY11" fmla="*/ 24697 h 27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3262" h="27197">
                        <a:moveTo>
                          <a:pt x="43144" y="24697"/>
                        </a:moveTo>
                        <a:cubicBezTo>
                          <a:pt x="42657" y="25805"/>
                          <a:pt x="41105" y="26559"/>
                          <a:pt x="38889" y="27002"/>
                        </a:cubicBezTo>
                        <a:cubicBezTo>
                          <a:pt x="36672" y="27401"/>
                          <a:pt x="33791" y="27135"/>
                          <a:pt x="30776" y="26692"/>
                        </a:cubicBezTo>
                        <a:cubicBezTo>
                          <a:pt x="24836" y="25450"/>
                          <a:pt x="18674" y="22480"/>
                          <a:pt x="15571" y="20485"/>
                        </a:cubicBezTo>
                        <a:cubicBezTo>
                          <a:pt x="13930" y="19554"/>
                          <a:pt x="11935" y="18136"/>
                          <a:pt x="9940" y="16451"/>
                        </a:cubicBezTo>
                        <a:cubicBezTo>
                          <a:pt x="7901" y="14811"/>
                          <a:pt x="5951" y="12860"/>
                          <a:pt x="4310" y="10910"/>
                        </a:cubicBezTo>
                        <a:cubicBezTo>
                          <a:pt x="941" y="7053"/>
                          <a:pt x="-965" y="3063"/>
                          <a:pt x="498" y="935"/>
                        </a:cubicBezTo>
                        <a:cubicBezTo>
                          <a:pt x="2005" y="-1237"/>
                          <a:pt x="6128" y="714"/>
                          <a:pt x="10517" y="3329"/>
                        </a:cubicBezTo>
                        <a:cubicBezTo>
                          <a:pt x="12689" y="4659"/>
                          <a:pt x="14906" y="6211"/>
                          <a:pt x="16945" y="7496"/>
                        </a:cubicBezTo>
                        <a:cubicBezTo>
                          <a:pt x="18895" y="8870"/>
                          <a:pt x="20669" y="10023"/>
                          <a:pt x="21777" y="10732"/>
                        </a:cubicBezTo>
                        <a:cubicBezTo>
                          <a:pt x="23993" y="12284"/>
                          <a:pt x="29446" y="15609"/>
                          <a:pt x="34411" y="18224"/>
                        </a:cubicBezTo>
                        <a:cubicBezTo>
                          <a:pt x="39332" y="20618"/>
                          <a:pt x="44075" y="22391"/>
                          <a:pt x="43144" y="24697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08" name="Forme libre : forme 20607">
                    <a:extLst>
                      <a:ext uri="{FF2B5EF4-FFF2-40B4-BE49-F238E27FC236}">
                        <a16:creationId xmlns:a16="http://schemas.microsoft.com/office/drawing/2014/main" id="{F692F4CF-5619-4E1B-A11E-CA28E2B9A98F}"/>
                      </a:ext>
                    </a:extLst>
                  </p:cNvPr>
                  <p:cNvSpPr/>
                  <p:nvPr/>
                </p:nvSpPr>
                <p:spPr>
                  <a:xfrm>
                    <a:off x="4600809" y="1168596"/>
                    <a:ext cx="45134" cy="48294"/>
                  </a:xfrm>
                  <a:custGeom>
                    <a:avLst/>
                    <a:gdLst>
                      <a:gd name="connsiteX0" fmla="*/ 1193 w 45134"/>
                      <a:gd name="connsiteY0" fmla="*/ 2273 h 48294"/>
                      <a:gd name="connsiteX1" fmla="*/ 750 w 45134"/>
                      <a:gd name="connsiteY1" fmla="*/ 10740 h 48294"/>
                      <a:gd name="connsiteX2" fmla="*/ 2523 w 45134"/>
                      <a:gd name="connsiteY2" fmla="*/ 16503 h 48294"/>
                      <a:gd name="connsiteX3" fmla="*/ 5094 w 45134"/>
                      <a:gd name="connsiteY3" fmla="*/ 22044 h 48294"/>
                      <a:gd name="connsiteX4" fmla="*/ 12409 w 45134"/>
                      <a:gd name="connsiteY4" fmla="*/ 32595 h 48294"/>
                      <a:gd name="connsiteX5" fmla="*/ 33821 w 45134"/>
                      <a:gd name="connsiteY5" fmla="*/ 47091 h 48294"/>
                      <a:gd name="connsiteX6" fmla="*/ 41712 w 45134"/>
                      <a:gd name="connsiteY6" fmla="*/ 48244 h 48294"/>
                      <a:gd name="connsiteX7" fmla="*/ 45125 w 45134"/>
                      <a:gd name="connsiteY7" fmla="*/ 45540 h 48294"/>
                      <a:gd name="connsiteX8" fmla="*/ 39007 w 45134"/>
                      <a:gd name="connsiteY8" fmla="*/ 39555 h 48294"/>
                      <a:gd name="connsiteX9" fmla="*/ 25930 w 45134"/>
                      <a:gd name="connsiteY9" fmla="*/ 22177 h 48294"/>
                      <a:gd name="connsiteX10" fmla="*/ 21940 w 45134"/>
                      <a:gd name="connsiteY10" fmla="*/ 12912 h 48294"/>
                      <a:gd name="connsiteX11" fmla="*/ 15246 w 45134"/>
                      <a:gd name="connsiteY11" fmla="*/ 4268 h 48294"/>
                      <a:gd name="connsiteX12" fmla="*/ 1193 w 45134"/>
                      <a:gd name="connsiteY12" fmla="*/ 2273 h 48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5134" h="48294">
                        <a:moveTo>
                          <a:pt x="1193" y="2273"/>
                        </a:moveTo>
                        <a:cubicBezTo>
                          <a:pt x="-314" y="5110"/>
                          <a:pt x="-314" y="6617"/>
                          <a:pt x="750" y="10740"/>
                        </a:cubicBezTo>
                        <a:cubicBezTo>
                          <a:pt x="1237" y="12735"/>
                          <a:pt x="1902" y="14597"/>
                          <a:pt x="2523" y="16503"/>
                        </a:cubicBezTo>
                        <a:cubicBezTo>
                          <a:pt x="3232" y="18320"/>
                          <a:pt x="4208" y="20360"/>
                          <a:pt x="5094" y="22044"/>
                        </a:cubicBezTo>
                        <a:cubicBezTo>
                          <a:pt x="6867" y="25413"/>
                          <a:pt x="8995" y="28871"/>
                          <a:pt x="12409" y="32595"/>
                        </a:cubicBezTo>
                        <a:cubicBezTo>
                          <a:pt x="17995" y="38846"/>
                          <a:pt x="26284" y="44653"/>
                          <a:pt x="33821" y="47091"/>
                        </a:cubicBezTo>
                        <a:cubicBezTo>
                          <a:pt x="36746" y="47934"/>
                          <a:pt x="39584" y="48466"/>
                          <a:pt x="41712" y="48244"/>
                        </a:cubicBezTo>
                        <a:cubicBezTo>
                          <a:pt x="43928" y="47978"/>
                          <a:pt x="45258" y="47136"/>
                          <a:pt x="45125" y="45540"/>
                        </a:cubicBezTo>
                        <a:cubicBezTo>
                          <a:pt x="44903" y="43678"/>
                          <a:pt x="41401" y="41772"/>
                          <a:pt x="39007" y="39555"/>
                        </a:cubicBezTo>
                        <a:cubicBezTo>
                          <a:pt x="33599" y="34235"/>
                          <a:pt x="29077" y="28871"/>
                          <a:pt x="25930" y="22177"/>
                        </a:cubicBezTo>
                        <a:cubicBezTo>
                          <a:pt x="24644" y="19296"/>
                          <a:pt x="23536" y="16060"/>
                          <a:pt x="21940" y="12912"/>
                        </a:cubicBezTo>
                        <a:cubicBezTo>
                          <a:pt x="20388" y="9765"/>
                          <a:pt x="18039" y="6573"/>
                          <a:pt x="15246" y="4268"/>
                        </a:cubicBezTo>
                        <a:cubicBezTo>
                          <a:pt x="10059" y="-210"/>
                          <a:pt x="3321" y="-1629"/>
                          <a:pt x="1193" y="227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09" name="Forme libre : forme 20608">
                    <a:extLst>
                      <a:ext uri="{FF2B5EF4-FFF2-40B4-BE49-F238E27FC236}">
                        <a16:creationId xmlns:a16="http://schemas.microsoft.com/office/drawing/2014/main" id="{6372CE80-4370-43F7-90D2-9F49AAC0CEA3}"/>
                      </a:ext>
                    </a:extLst>
                  </p:cNvPr>
                  <p:cNvSpPr/>
                  <p:nvPr/>
                </p:nvSpPr>
                <p:spPr>
                  <a:xfrm>
                    <a:off x="4613036" y="1176284"/>
                    <a:ext cx="16776" cy="11370"/>
                  </a:xfrm>
                  <a:custGeom>
                    <a:avLst/>
                    <a:gdLst>
                      <a:gd name="connsiteX0" fmla="*/ 2443 w 16776"/>
                      <a:gd name="connsiteY0" fmla="*/ 436 h 11370"/>
                      <a:gd name="connsiteX1" fmla="*/ 359 w 16776"/>
                      <a:gd name="connsiteY1" fmla="*/ 82 h 11370"/>
                      <a:gd name="connsiteX2" fmla="*/ 536 w 16776"/>
                      <a:gd name="connsiteY2" fmla="*/ 1855 h 11370"/>
                      <a:gd name="connsiteX3" fmla="*/ 3019 w 16776"/>
                      <a:gd name="connsiteY3" fmla="*/ 4338 h 11370"/>
                      <a:gd name="connsiteX4" fmla="*/ 10201 w 16776"/>
                      <a:gd name="connsiteY4" fmla="*/ 9480 h 11370"/>
                      <a:gd name="connsiteX5" fmla="*/ 13038 w 16776"/>
                      <a:gd name="connsiteY5" fmla="*/ 10987 h 11370"/>
                      <a:gd name="connsiteX6" fmla="*/ 14190 w 16776"/>
                      <a:gd name="connsiteY6" fmla="*/ 6776 h 11370"/>
                      <a:gd name="connsiteX7" fmla="*/ 2443 w 16776"/>
                      <a:gd name="connsiteY7" fmla="*/ 436 h 11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776" h="11370">
                        <a:moveTo>
                          <a:pt x="2443" y="436"/>
                        </a:moveTo>
                        <a:cubicBezTo>
                          <a:pt x="1600" y="126"/>
                          <a:pt x="980" y="-140"/>
                          <a:pt x="359" y="82"/>
                        </a:cubicBezTo>
                        <a:cubicBezTo>
                          <a:pt x="-262" y="259"/>
                          <a:pt x="4" y="1057"/>
                          <a:pt x="536" y="1855"/>
                        </a:cubicBezTo>
                        <a:cubicBezTo>
                          <a:pt x="1068" y="2653"/>
                          <a:pt x="2132" y="3628"/>
                          <a:pt x="3019" y="4338"/>
                        </a:cubicBezTo>
                        <a:cubicBezTo>
                          <a:pt x="5324" y="6111"/>
                          <a:pt x="7762" y="8061"/>
                          <a:pt x="10201" y="9480"/>
                        </a:cubicBezTo>
                        <a:cubicBezTo>
                          <a:pt x="11176" y="10056"/>
                          <a:pt x="12107" y="10677"/>
                          <a:pt x="13038" y="10987"/>
                        </a:cubicBezTo>
                        <a:cubicBezTo>
                          <a:pt x="16894" y="12273"/>
                          <a:pt x="18535" y="10189"/>
                          <a:pt x="14190" y="6776"/>
                        </a:cubicBezTo>
                        <a:cubicBezTo>
                          <a:pt x="10865" y="4160"/>
                          <a:pt x="5900" y="1722"/>
                          <a:pt x="2443" y="436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10" name="Forme libre : forme 20609">
                    <a:extLst>
                      <a:ext uri="{FF2B5EF4-FFF2-40B4-BE49-F238E27FC236}">
                        <a16:creationId xmlns:a16="http://schemas.microsoft.com/office/drawing/2014/main" id="{02042619-DD7A-44DF-A2C7-AE5911A6527A}"/>
                      </a:ext>
                    </a:extLst>
                  </p:cNvPr>
                  <p:cNvSpPr/>
                  <p:nvPr/>
                </p:nvSpPr>
                <p:spPr>
                  <a:xfrm>
                    <a:off x="4639949" y="1214092"/>
                    <a:ext cx="36750" cy="10266"/>
                  </a:xfrm>
                  <a:custGeom>
                    <a:avLst/>
                    <a:gdLst>
                      <a:gd name="connsiteX0" fmla="*/ 36750 w 36750"/>
                      <a:gd name="connsiteY0" fmla="*/ 0 h 10266"/>
                      <a:gd name="connsiteX1" fmla="*/ 35021 w 36750"/>
                      <a:gd name="connsiteY1" fmla="*/ 2837 h 10266"/>
                      <a:gd name="connsiteX2" fmla="*/ 31963 w 36750"/>
                      <a:gd name="connsiteY2" fmla="*/ 5364 h 10266"/>
                      <a:gd name="connsiteX3" fmla="*/ 22653 w 36750"/>
                      <a:gd name="connsiteY3" fmla="*/ 9310 h 10266"/>
                      <a:gd name="connsiteX4" fmla="*/ 0 w 36750"/>
                      <a:gd name="connsiteY4" fmla="*/ 8600 h 10266"/>
                      <a:gd name="connsiteX5" fmla="*/ 21456 w 36750"/>
                      <a:gd name="connsiteY5" fmla="*/ 8600 h 10266"/>
                      <a:gd name="connsiteX6" fmla="*/ 36750 w 36750"/>
                      <a:gd name="connsiteY6" fmla="*/ 0 h 10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750" h="10266">
                        <a:moveTo>
                          <a:pt x="36750" y="0"/>
                        </a:moveTo>
                        <a:cubicBezTo>
                          <a:pt x="36396" y="931"/>
                          <a:pt x="35819" y="1862"/>
                          <a:pt x="35021" y="2837"/>
                        </a:cubicBezTo>
                        <a:cubicBezTo>
                          <a:pt x="34224" y="3680"/>
                          <a:pt x="33204" y="4522"/>
                          <a:pt x="31963" y="5364"/>
                        </a:cubicBezTo>
                        <a:cubicBezTo>
                          <a:pt x="29569" y="7137"/>
                          <a:pt x="26333" y="8334"/>
                          <a:pt x="22653" y="9310"/>
                        </a:cubicBezTo>
                        <a:cubicBezTo>
                          <a:pt x="15250" y="11038"/>
                          <a:pt x="6339" y="10196"/>
                          <a:pt x="0" y="8600"/>
                        </a:cubicBezTo>
                        <a:cubicBezTo>
                          <a:pt x="6916" y="10329"/>
                          <a:pt x="14807" y="10285"/>
                          <a:pt x="21456" y="8600"/>
                        </a:cubicBezTo>
                        <a:cubicBezTo>
                          <a:pt x="28150" y="6561"/>
                          <a:pt x="33337" y="3369"/>
                          <a:pt x="367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11" name="Forme libre : forme 20610">
                    <a:extLst>
                      <a:ext uri="{FF2B5EF4-FFF2-40B4-BE49-F238E27FC236}">
                        <a16:creationId xmlns:a16="http://schemas.microsoft.com/office/drawing/2014/main" id="{E610442D-8E44-4BDD-AA5E-BA7FE1478C5B}"/>
                      </a:ext>
                    </a:extLst>
                  </p:cNvPr>
                  <p:cNvSpPr/>
                  <p:nvPr/>
                </p:nvSpPr>
                <p:spPr>
                  <a:xfrm>
                    <a:off x="4600096" y="1158900"/>
                    <a:ext cx="29746" cy="16313"/>
                  </a:xfrm>
                  <a:custGeom>
                    <a:avLst/>
                    <a:gdLst>
                      <a:gd name="connsiteX0" fmla="*/ 29746 w 29746"/>
                      <a:gd name="connsiteY0" fmla="*/ 16314 h 16313"/>
                      <a:gd name="connsiteX1" fmla="*/ 25889 w 29746"/>
                      <a:gd name="connsiteY1" fmla="*/ 13432 h 16313"/>
                      <a:gd name="connsiteX2" fmla="*/ 22121 w 29746"/>
                      <a:gd name="connsiteY2" fmla="*/ 11083 h 16313"/>
                      <a:gd name="connsiteX3" fmla="*/ 15073 w 29746"/>
                      <a:gd name="connsiteY3" fmla="*/ 7226 h 16313"/>
                      <a:gd name="connsiteX4" fmla="*/ 0 w 29746"/>
                      <a:gd name="connsiteY4" fmla="*/ 0 h 16313"/>
                      <a:gd name="connsiteX5" fmla="*/ 14940 w 29746"/>
                      <a:gd name="connsiteY5" fmla="*/ 7891 h 16313"/>
                      <a:gd name="connsiteX6" fmla="*/ 22165 w 29746"/>
                      <a:gd name="connsiteY6" fmla="*/ 11925 h 16313"/>
                      <a:gd name="connsiteX7" fmla="*/ 29746 w 29746"/>
                      <a:gd name="connsiteY7" fmla="*/ 16314 h 16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9746" h="16313">
                        <a:moveTo>
                          <a:pt x="29746" y="16314"/>
                        </a:moveTo>
                        <a:cubicBezTo>
                          <a:pt x="28505" y="15294"/>
                          <a:pt x="27175" y="14319"/>
                          <a:pt x="25889" y="13432"/>
                        </a:cubicBezTo>
                        <a:cubicBezTo>
                          <a:pt x="24604" y="12546"/>
                          <a:pt x="23141" y="11659"/>
                          <a:pt x="22121" y="11083"/>
                        </a:cubicBezTo>
                        <a:cubicBezTo>
                          <a:pt x="19860" y="9841"/>
                          <a:pt x="17511" y="8556"/>
                          <a:pt x="15073" y="7226"/>
                        </a:cubicBezTo>
                        <a:cubicBezTo>
                          <a:pt x="10152" y="4566"/>
                          <a:pt x="4921" y="1906"/>
                          <a:pt x="0" y="0"/>
                        </a:cubicBezTo>
                        <a:cubicBezTo>
                          <a:pt x="4655" y="1551"/>
                          <a:pt x="9930" y="4876"/>
                          <a:pt x="14940" y="7891"/>
                        </a:cubicBezTo>
                        <a:cubicBezTo>
                          <a:pt x="17422" y="9398"/>
                          <a:pt x="19860" y="10772"/>
                          <a:pt x="22165" y="11925"/>
                        </a:cubicBezTo>
                        <a:cubicBezTo>
                          <a:pt x="24604" y="13299"/>
                          <a:pt x="27397" y="14895"/>
                          <a:pt x="29746" y="163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12" name="Forme libre : forme 20611">
                    <a:extLst>
                      <a:ext uri="{FF2B5EF4-FFF2-40B4-BE49-F238E27FC236}">
                        <a16:creationId xmlns:a16="http://schemas.microsoft.com/office/drawing/2014/main" id="{8E0FCFCB-1F5E-4995-B721-065E2998D21E}"/>
                      </a:ext>
                    </a:extLst>
                  </p:cNvPr>
                  <p:cNvSpPr/>
                  <p:nvPr/>
                </p:nvSpPr>
                <p:spPr>
                  <a:xfrm>
                    <a:off x="4634447" y="1196977"/>
                    <a:ext cx="14668" cy="10728"/>
                  </a:xfrm>
                  <a:custGeom>
                    <a:avLst/>
                    <a:gdLst>
                      <a:gd name="connsiteX0" fmla="*/ 14369 w 14668"/>
                      <a:gd name="connsiteY0" fmla="*/ 10509 h 10728"/>
                      <a:gd name="connsiteX1" fmla="*/ 9537 w 14668"/>
                      <a:gd name="connsiteY1" fmla="*/ 9357 h 10728"/>
                      <a:gd name="connsiteX2" fmla="*/ 4793 w 14668"/>
                      <a:gd name="connsiteY2" fmla="*/ 6254 h 10728"/>
                      <a:gd name="connsiteX3" fmla="*/ 537 w 14668"/>
                      <a:gd name="connsiteY3" fmla="*/ 47 h 10728"/>
                      <a:gd name="connsiteX4" fmla="*/ 8916 w 14668"/>
                      <a:gd name="connsiteY4" fmla="*/ 4835 h 10728"/>
                      <a:gd name="connsiteX5" fmla="*/ 12817 w 14668"/>
                      <a:gd name="connsiteY5" fmla="*/ 7805 h 10728"/>
                      <a:gd name="connsiteX6" fmla="*/ 14369 w 14668"/>
                      <a:gd name="connsiteY6" fmla="*/ 10509 h 10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68" h="10728">
                        <a:moveTo>
                          <a:pt x="14369" y="10509"/>
                        </a:moveTo>
                        <a:cubicBezTo>
                          <a:pt x="13526" y="11086"/>
                          <a:pt x="11443" y="10465"/>
                          <a:pt x="9537" y="9357"/>
                        </a:cubicBezTo>
                        <a:cubicBezTo>
                          <a:pt x="7542" y="8381"/>
                          <a:pt x="5635" y="6963"/>
                          <a:pt x="4793" y="6254"/>
                        </a:cubicBezTo>
                        <a:cubicBezTo>
                          <a:pt x="2976" y="4968"/>
                          <a:pt x="-1546" y="668"/>
                          <a:pt x="537" y="47"/>
                        </a:cubicBezTo>
                        <a:cubicBezTo>
                          <a:pt x="2532" y="-485"/>
                          <a:pt x="7320" y="3638"/>
                          <a:pt x="8916" y="4835"/>
                        </a:cubicBezTo>
                        <a:cubicBezTo>
                          <a:pt x="9714" y="5411"/>
                          <a:pt x="11487" y="6608"/>
                          <a:pt x="12817" y="7805"/>
                        </a:cubicBezTo>
                        <a:cubicBezTo>
                          <a:pt x="14147" y="8958"/>
                          <a:pt x="15211" y="9933"/>
                          <a:pt x="14369" y="1050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13" name="Forme libre : forme 20612">
                    <a:extLst>
                      <a:ext uri="{FF2B5EF4-FFF2-40B4-BE49-F238E27FC236}">
                        <a16:creationId xmlns:a16="http://schemas.microsoft.com/office/drawing/2014/main" id="{F821F2DD-C81C-4549-87DA-7CC37B3B99D4}"/>
                      </a:ext>
                    </a:extLst>
                  </p:cNvPr>
                  <p:cNvSpPr/>
                  <p:nvPr/>
                </p:nvSpPr>
                <p:spPr>
                  <a:xfrm>
                    <a:off x="4646939" y="1205932"/>
                    <a:ext cx="4581" cy="2506"/>
                  </a:xfrm>
                  <a:custGeom>
                    <a:avLst/>
                    <a:gdLst>
                      <a:gd name="connsiteX0" fmla="*/ 4580 w 4581"/>
                      <a:gd name="connsiteY0" fmla="*/ 2174 h 2506"/>
                      <a:gd name="connsiteX1" fmla="*/ 2186 w 4581"/>
                      <a:gd name="connsiteY1" fmla="*/ 2041 h 2506"/>
                      <a:gd name="connsiteX2" fmla="*/ 14 w 4581"/>
                      <a:gd name="connsiteY2" fmla="*/ 313 h 2506"/>
                      <a:gd name="connsiteX3" fmla="*/ 2364 w 4581"/>
                      <a:gd name="connsiteY3" fmla="*/ 446 h 2506"/>
                      <a:gd name="connsiteX4" fmla="*/ 4580 w 4581"/>
                      <a:gd name="connsiteY4" fmla="*/ 2174 h 2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81" h="2506">
                        <a:moveTo>
                          <a:pt x="4580" y="2174"/>
                        </a:moveTo>
                        <a:cubicBezTo>
                          <a:pt x="4536" y="2840"/>
                          <a:pt x="2940" y="2352"/>
                          <a:pt x="2186" y="2041"/>
                        </a:cubicBezTo>
                        <a:cubicBezTo>
                          <a:pt x="1388" y="1731"/>
                          <a:pt x="-163" y="978"/>
                          <a:pt x="14" y="313"/>
                        </a:cubicBezTo>
                        <a:cubicBezTo>
                          <a:pt x="147" y="-308"/>
                          <a:pt x="1610" y="135"/>
                          <a:pt x="2364" y="446"/>
                        </a:cubicBezTo>
                        <a:cubicBezTo>
                          <a:pt x="3073" y="756"/>
                          <a:pt x="4624" y="1510"/>
                          <a:pt x="4580" y="217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14" name="Forme libre : forme 20613">
                    <a:extLst>
                      <a:ext uri="{FF2B5EF4-FFF2-40B4-BE49-F238E27FC236}">
                        <a16:creationId xmlns:a16="http://schemas.microsoft.com/office/drawing/2014/main" id="{66DC4456-1E40-4C1A-8498-F689005FBF50}"/>
                      </a:ext>
                    </a:extLst>
                  </p:cNvPr>
                  <p:cNvSpPr/>
                  <p:nvPr/>
                </p:nvSpPr>
                <p:spPr>
                  <a:xfrm>
                    <a:off x="4639926" y="1188920"/>
                    <a:ext cx="34178" cy="24646"/>
                  </a:xfrm>
                  <a:custGeom>
                    <a:avLst/>
                    <a:gdLst>
                      <a:gd name="connsiteX0" fmla="*/ 23785 w 34178"/>
                      <a:gd name="connsiteY0" fmla="*/ 15197 h 24646"/>
                      <a:gd name="connsiteX1" fmla="*/ 28972 w 34178"/>
                      <a:gd name="connsiteY1" fmla="*/ 18256 h 24646"/>
                      <a:gd name="connsiteX2" fmla="*/ 33759 w 34178"/>
                      <a:gd name="connsiteY2" fmla="*/ 21536 h 24646"/>
                      <a:gd name="connsiteX3" fmla="*/ 31055 w 34178"/>
                      <a:gd name="connsiteY3" fmla="*/ 24551 h 24646"/>
                      <a:gd name="connsiteX4" fmla="*/ 25602 w 34178"/>
                      <a:gd name="connsiteY4" fmla="*/ 23177 h 24646"/>
                      <a:gd name="connsiteX5" fmla="*/ 12480 w 34178"/>
                      <a:gd name="connsiteY5" fmla="*/ 14399 h 24646"/>
                      <a:gd name="connsiteX6" fmla="*/ 3836 w 34178"/>
                      <a:gd name="connsiteY6" fmla="*/ 7217 h 24646"/>
                      <a:gd name="connsiteX7" fmla="*/ 999 w 34178"/>
                      <a:gd name="connsiteY7" fmla="*/ 80 h 24646"/>
                      <a:gd name="connsiteX8" fmla="*/ 9776 w 34178"/>
                      <a:gd name="connsiteY8" fmla="*/ 3405 h 24646"/>
                      <a:gd name="connsiteX9" fmla="*/ 17268 w 34178"/>
                      <a:gd name="connsiteY9" fmla="*/ 8636 h 24646"/>
                      <a:gd name="connsiteX10" fmla="*/ 23785 w 34178"/>
                      <a:gd name="connsiteY10" fmla="*/ 15197 h 24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178" h="24646">
                        <a:moveTo>
                          <a:pt x="23785" y="15197"/>
                        </a:moveTo>
                        <a:cubicBezTo>
                          <a:pt x="25602" y="16261"/>
                          <a:pt x="27331" y="17369"/>
                          <a:pt x="28972" y="18256"/>
                        </a:cubicBezTo>
                        <a:cubicBezTo>
                          <a:pt x="30612" y="19142"/>
                          <a:pt x="32163" y="20162"/>
                          <a:pt x="33759" y="21536"/>
                        </a:cubicBezTo>
                        <a:cubicBezTo>
                          <a:pt x="34956" y="22556"/>
                          <a:pt x="33449" y="24196"/>
                          <a:pt x="31055" y="24551"/>
                        </a:cubicBezTo>
                        <a:cubicBezTo>
                          <a:pt x="28661" y="24950"/>
                          <a:pt x="27154" y="24019"/>
                          <a:pt x="25602" y="23177"/>
                        </a:cubicBezTo>
                        <a:cubicBezTo>
                          <a:pt x="20859" y="20694"/>
                          <a:pt x="16647" y="17857"/>
                          <a:pt x="12480" y="14399"/>
                        </a:cubicBezTo>
                        <a:cubicBezTo>
                          <a:pt x="11195" y="13335"/>
                          <a:pt x="6895" y="10542"/>
                          <a:pt x="3836" y="7217"/>
                        </a:cubicBezTo>
                        <a:cubicBezTo>
                          <a:pt x="688" y="4026"/>
                          <a:pt x="-1307" y="568"/>
                          <a:pt x="999" y="80"/>
                        </a:cubicBezTo>
                        <a:cubicBezTo>
                          <a:pt x="3304" y="-408"/>
                          <a:pt x="6673" y="1410"/>
                          <a:pt x="9776" y="3405"/>
                        </a:cubicBezTo>
                        <a:cubicBezTo>
                          <a:pt x="12879" y="5400"/>
                          <a:pt x="15805" y="7483"/>
                          <a:pt x="17268" y="8636"/>
                        </a:cubicBezTo>
                        <a:cubicBezTo>
                          <a:pt x="20061" y="11074"/>
                          <a:pt x="21081" y="13158"/>
                          <a:pt x="23785" y="1519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577" name="Graphique 2">
                  <a:extLst>
                    <a:ext uri="{FF2B5EF4-FFF2-40B4-BE49-F238E27FC236}">
                      <a16:creationId xmlns:a16="http://schemas.microsoft.com/office/drawing/2014/main" id="{B0FB6C33-1AA5-4F58-A7F2-D95209A9E4B8}"/>
                    </a:ext>
                  </a:extLst>
                </p:cNvPr>
                <p:cNvGrpSpPr/>
                <p:nvPr/>
              </p:nvGrpSpPr>
              <p:grpSpPr>
                <a:xfrm>
                  <a:off x="4678617" y="1153913"/>
                  <a:ext cx="91794" cy="63616"/>
                  <a:chOff x="4678617" y="1153913"/>
                  <a:chExt cx="91794" cy="63616"/>
                </a:xfrm>
                <a:solidFill>
                  <a:schemeClr val="accent1"/>
                </a:solidFill>
              </p:grpSpPr>
              <p:sp>
                <p:nvSpPr>
                  <p:cNvPr id="20591" name="Forme libre : forme 20590">
                    <a:extLst>
                      <a:ext uri="{FF2B5EF4-FFF2-40B4-BE49-F238E27FC236}">
                        <a16:creationId xmlns:a16="http://schemas.microsoft.com/office/drawing/2014/main" id="{82FA0C52-A7BD-4305-9698-D937C8B490CD}"/>
                      </a:ext>
                    </a:extLst>
                  </p:cNvPr>
                  <p:cNvSpPr/>
                  <p:nvPr/>
                </p:nvSpPr>
                <p:spPr>
                  <a:xfrm>
                    <a:off x="4678617" y="1153913"/>
                    <a:ext cx="91794" cy="63616"/>
                  </a:xfrm>
                  <a:custGeom>
                    <a:avLst/>
                    <a:gdLst>
                      <a:gd name="connsiteX0" fmla="*/ 71006 w 91794"/>
                      <a:gd name="connsiteY0" fmla="*/ 36151 h 63616"/>
                      <a:gd name="connsiteX1" fmla="*/ 41748 w 91794"/>
                      <a:gd name="connsiteY1" fmla="*/ 56100 h 63616"/>
                      <a:gd name="connsiteX2" fmla="*/ 3446 w 91794"/>
                      <a:gd name="connsiteY2" fmla="*/ 60489 h 63616"/>
                      <a:gd name="connsiteX3" fmla="*/ 1141 w 91794"/>
                      <a:gd name="connsiteY3" fmla="*/ 50692 h 63616"/>
                      <a:gd name="connsiteX4" fmla="*/ 23040 w 91794"/>
                      <a:gd name="connsiteY4" fmla="*/ 26354 h 63616"/>
                      <a:gd name="connsiteX5" fmla="*/ 50260 w 91794"/>
                      <a:gd name="connsiteY5" fmla="*/ 7824 h 63616"/>
                      <a:gd name="connsiteX6" fmla="*/ 85547 w 91794"/>
                      <a:gd name="connsiteY6" fmla="*/ 908 h 63616"/>
                      <a:gd name="connsiteX7" fmla="*/ 91576 w 91794"/>
                      <a:gd name="connsiteY7" fmla="*/ 8755 h 63616"/>
                      <a:gd name="connsiteX8" fmla="*/ 71006 w 91794"/>
                      <a:gd name="connsiteY8" fmla="*/ 36151 h 63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794" h="63616">
                        <a:moveTo>
                          <a:pt x="71006" y="36151"/>
                        </a:moveTo>
                        <a:cubicBezTo>
                          <a:pt x="64534" y="40983"/>
                          <a:pt x="49639" y="51445"/>
                          <a:pt x="41748" y="56100"/>
                        </a:cubicBezTo>
                        <a:cubicBezTo>
                          <a:pt x="26675" y="65188"/>
                          <a:pt x="14218" y="65232"/>
                          <a:pt x="3446" y="60489"/>
                        </a:cubicBezTo>
                        <a:cubicBezTo>
                          <a:pt x="-322" y="58760"/>
                          <a:pt x="-854" y="53706"/>
                          <a:pt x="1141" y="50692"/>
                        </a:cubicBezTo>
                        <a:cubicBezTo>
                          <a:pt x="7037" y="41737"/>
                          <a:pt x="11514" y="34910"/>
                          <a:pt x="23040" y="26354"/>
                        </a:cubicBezTo>
                        <a:cubicBezTo>
                          <a:pt x="29380" y="21699"/>
                          <a:pt x="42856" y="12345"/>
                          <a:pt x="50260" y="7824"/>
                        </a:cubicBezTo>
                        <a:cubicBezTo>
                          <a:pt x="64002" y="-643"/>
                          <a:pt x="74597" y="-909"/>
                          <a:pt x="85547" y="908"/>
                        </a:cubicBezTo>
                        <a:cubicBezTo>
                          <a:pt x="89404" y="1617"/>
                          <a:pt x="92684" y="5341"/>
                          <a:pt x="91576" y="8755"/>
                        </a:cubicBezTo>
                        <a:cubicBezTo>
                          <a:pt x="88384" y="18774"/>
                          <a:pt x="83153" y="26975"/>
                          <a:pt x="71006" y="36151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92" name="Forme libre : forme 20591">
                    <a:extLst>
                      <a:ext uri="{FF2B5EF4-FFF2-40B4-BE49-F238E27FC236}">
                        <a16:creationId xmlns:a16="http://schemas.microsoft.com/office/drawing/2014/main" id="{10149416-3F5A-42AB-ADED-1FC07466BB7B}"/>
                      </a:ext>
                    </a:extLst>
                  </p:cNvPr>
                  <p:cNvSpPr/>
                  <p:nvPr/>
                </p:nvSpPr>
                <p:spPr>
                  <a:xfrm>
                    <a:off x="4679049" y="1162402"/>
                    <a:ext cx="91233" cy="55009"/>
                  </a:xfrm>
                  <a:custGeom>
                    <a:avLst/>
                    <a:gdLst>
                      <a:gd name="connsiteX0" fmla="*/ 38923 w 91233"/>
                      <a:gd name="connsiteY0" fmla="*/ 34091 h 55009"/>
                      <a:gd name="connsiteX1" fmla="*/ 19993 w 91233"/>
                      <a:gd name="connsiteY1" fmla="*/ 45528 h 55009"/>
                      <a:gd name="connsiteX2" fmla="*/ 0 w 91233"/>
                      <a:gd name="connsiteY2" fmla="*/ 48498 h 55009"/>
                      <a:gd name="connsiteX3" fmla="*/ 3015 w 91233"/>
                      <a:gd name="connsiteY3" fmla="*/ 51956 h 55009"/>
                      <a:gd name="connsiteX4" fmla="*/ 8733 w 91233"/>
                      <a:gd name="connsiteY4" fmla="*/ 53906 h 55009"/>
                      <a:gd name="connsiteX5" fmla="*/ 27308 w 91233"/>
                      <a:gd name="connsiteY5" fmla="*/ 53685 h 55009"/>
                      <a:gd name="connsiteX6" fmla="*/ 34135 w 91233"/>
                      <a:gd name="connsiteY6" fmla="*/ 51247 h 55009"/>
                      <a:gd name="connsiteX7" fmla="*/ 41316 w 91233"/>
                      <a:gd name="connsiteY7" fmla="*/ 47567 h 55009"/>
                      <a:gd name="connsiteX8" fmla="*/ 46282 w 91233"/>
                      <a:gd name="connsiteY8" fmla="*/ 44464 h 55009"/>
                      <a:gd name="connsiteX9" fmla="*/ 68491 w 91233"/>
                      <a:gd name="connsiteY9" fmla="*/ 29125 h 55009"/>
                      <a:gd name="connsiteX10" fmla="*/ 70531 w 91233"/>
                      <a:gd name="connsiteY10" fmla="*/ 27574 h 55009"/>
                      <a:gd name="connsiteX11" fmla="*/ 81081 w 91233"/>
                      <a:gd name="connsiteY11" fmla="*/ 18087 h 55009"/>
                      <a:gd name="connsiteX12" fmla="*/ 89460 w 91233"/>
                      <a:gd name="connsiteY12" fmla="*/ 4788 h 55009"/>
                      <a:gd name="connsiteX13" fmla="*/ 91189 w 91233"/>
                      <a:gd name="connsiteY13" fmla="*/ 177 h 55009"/>
                      <a:gd name="connsiteX14" fmla="*/ 91233 w 91233"/>
                      <a:gd name="connsiteY14" fmla="*/ 0 h 55009"/>
                      <a:gd name="connsiteX15" fmla="*/ 38923 w 91233"/>
                      <a:gd name="connsiteY15" fmla="*/ 34091 h 55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1233" h="55009">
                        <a:moveTo>
                          <a:pt x="38923" y="34091"/>
                        </a:moveTo>
                        <a:cubicBezTo>
                          <a:pt x="33204" y="38346"/>
                          <a:pt x="26865" y="42779"/>
                          <a:pt x="19993" y="45528"/>
                        </a:cubicBezTo>
                        <a:cubicBezTo>
                          <a:pt x="13255" y="48454"/>
                          <a:pt x="5985" y="49651"/>
                          <a:pt x="0" y="48498"/>
                        </a:cubicBezTo>
                        <a:cubicBezTo>
                          <a:pt x="488" y="49917"/>
                          <a:pt x="1507" y="51335"/>
                          <a:pt x="3015" y="51956"/>
                        </a:cubicBezTo>
                        <a:cubicBezTo>
                          <a:pt x="4832" y="52710"/>
                          <a:pt x="6738" y="53375"/>
                          <a:pt x="8733" y="53906"/>
                        </a:cubicBezTo>
                        <a:cubicBezTo>
                          <a:pt x="14363" y="55325"/>
                          <a:pt x="20525" y="55502"/>
                          <a:pt x="27308" y="53685"/>
                        </a:cubicBezTo>
                        <a:cubicBezTo>
                          <a:pt x="29613" y="53153"/>
                          <a:pt x="31785" y="52311"/>
                          <a:pt x="34135" y="51247"/>
                        </a:cubicBezTo>
                        <a:cubicBezTo>
                          <a:pt x="36440" y="50227"/>
                          <a:pt x="39056" y="48941"/>
                          <a:pt x="41316" y="47567"/>
                        </a:cubicBezTo>
                        <a:cubicBezTo>
                          <a:pt x="42735" y="46681"/>
                          <a:pt x="44420" y="45617"/>
                          <a:pt x="46282" y="44464"/>
                        </a:cubicBezTo>
                        <a:cubicBezTo>
                          <a:pt x="53463" y="39809"/>
                          <a:pt x="62773" y="33248"/>
                          <a:pt x="68491" y="29125"/>
                        </a:cubicBezTo>
                        <a:cubicBezTo>
                          <a:pt x="69245" y="28594"/>
                          <a:pt x="69910" y="28062"/>
                          <a:pt x="70531" y="27574"/>
                        </a:cubicBezTo>
                        <a:cubicBezTo>
                          <a:pt x="74875" y="24382"/>
                          <a:pt x="78288" y="21146"/>
                          <a:pt x="81081" y="18087"/>
                        </a:cubicBezTo>
                        <a:cubicBezTo>
                          <a:pt x="84849" y="13698"/>
                          <a:pt x="87421" y="9443"/>
                          <a:pt x="89460" y="4788"/>
                        </a:cubicBezTo>
                        <a:cubicBezTo>
                          <a:pt x="90081" y="3236"/>
                          <a:pt x="90657" y="1773"/>
                          <a:pt x="91189" y="177"/>
                        </a:cubicBezTo>
                        <a:lnTo>
                          <a:pt x="91233" y="0"/>
                        </a:lnTo>
                        <a:cubicBezTo>
                          <a:pt x="72924" y="9531"/>
                          <a:pt x="55325" y="21678"/>
                          <a:pt x="38923" y="3409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93" name="Forme libre : forme 20592">
                    <a:extLst>
                      <a:ext uri="{FF2B5EF4-FFF2-40B4-BE49-F238E27FC236}">
                        <a16:creationId xmlns:a16="http://schemas.microsoft.com/office/drawing/2014/main" id="{C213199A-062C-44A3-B0E2-E435C6CDA056}"/>
                      </a:ext>
                    </a:extLst>
                  </p:cNvPr>
                  <p:cNvSpPr/>
                  <p:nvPr/>
                </p:nvSpPr>
                <p:spPr>
                  <a:xfrm>
                    <a:off x="4711312" y="1167559"/>
                    <a:ext cx="41254" cy="28766"/>
                  </a:xfrm>
                  <a:custGeom>
                    <a:avLst/>
                    <a:gdLst>
                      <a:gd name="connsiteX0" fmla="*/ 40972 w 41254"/>
                      <a:gd name="connsiteY0" fmla="*/ 961 h 28766"/>
                      <a:gd name="connsiteX1" fmla="*/ 23195 w 41254"/>
                      <a:gd name="connsiteY1" fmla="*/ 19624 h 28766"/>
                      <a:gd name="connsiteX2" fmla="*/ 409 w 41254"/>
                      <a:gd name="connsiteY2" fmla="*/ 27648 h 28766"/>
                      <a:gd name="connsiteX3" fmla="*/ 16545 w 41254"/>
                      <a:gd name="connsiteY3" fmla="*/ 10226 h 28766"/>
                      <a:gd name="connsiteX4" fmla="*/ 40972 w 41254"/>
                      <a:gd name="connsiteY4" fmla="*/ 961 h 28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254" h="28766">
                        <a:moveTo>
                          <a:pt x="40972" y="961"/>
                        </a:moveTo>
                        <a:cubicBezTo>
                          <a:pt x="43499" y="4729"/>
                          <a:pt x="28382" y="15900"/>
                          <a:pt x="23195" y="19624"/>
                        </a:cubicBezTo>
                        <a:cubicBezTo>
                          <a:pt x="18008" y="23259"/>
                          <a:pt x="3423" y="31815"/>
                          <a:pt x="409" y="27648"/>
                        </a:cubicBezTo>
                        <a:cubicBezTo>
                          <a:pt x="-2561" y="23525"/>
                          <a:pt x="11447" y="13507"/>
                          <a:pt x="16545" y="10226"/>
                        </a:cubicBezTo>
                        <a:cubicBezTo>
                          <a:pt x="21511" y="6901"/>
                          <a:pt x="38223" y="-3118"/>
                          <a:pt x="40972" y="961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94" name="Forme libre : forme 20593">
                    <a:extLst>
                      <a:ext uri="{FF2B5EF4-FFF2-40B4-BE49-F238E27FC236}">
                        <a16:creationId xmlns:a16="http://schemas.microsoft.com/office/drawing/2014/main" id="{36E63F32-F659-4215-9898-04ACFFE64D0F}"/>
                      </a:ext>
                    </a:extLst>
                  </p:cNvPr>
                  <p:cNvSpPr/>
                  <p:nvPr/>
                </p:nvSpPr>
                <p:spPr>
                  <a:xfrm>
                    <a:off x="4710868" y="1180622"/>
                    <a:ext cx="31928" cy="15512"/>
                  </a:xfrm>
                  <a:custGeom>
                    <a:avLst/>
                    <a:gdLst>
                      <a:gd name="connsiteX0" fmla="*/ 6660 w 31928"/>
                      <a:gd name="connsiteY0" fmla="*/ 5009 h 15512"/>
                      <a:gd name="connsiteX1" fmla="*/ 631 w 31928"/>
                      <a:gd name="connsiteY1" fmla="*/ 14674 h 15512"/>
                      <a:gd name="connsiteX2" fmla="*/ 23861 w 31928"/>
                      <a:gd name="connsiteY2" fmla="*/ 6384 h 15512"/>
                      <a:gd name="connsiteX3" fmla="*/ 31929 w 31928"/>
                      <a:gd name="connsiteY3" fmla="*/ 0 h 15512"/>
                      <a:gd name="connsiteX4" fmla="*/ 27185 w 31928"/>
                      <a:gd name="connsiteY4" fmla="*/ 2793 h 15512"/>
                      <a:gd name="connsiteX5" fmla="*/ 6660 w 31928"/>
                      <a:gd name="connsiteY5" fmla="*/ 5009 h 15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928" h="15512">
                        <a:moveTo>
                          <a:pt x="6660" y="5009"/>
                        </a:moveTo>
                        <a:cubicBezTo>
                          <a:pt x="4665" y="7492"/>
                          <a:pt x="-2073" y="12679"/>
                          <a:pt x="631" y="14674"/>
                        </a:cubicBezTo>
                        <a:cubicBezTo>
                          <a:pt x="5020" y="17954"/>
                          <a:pt x="17211" y="10861"/>
                          <a:pt x="23861" y="6384"/>
                        </a:cubicBezTo>
                        <a:cubicBezTo>
                          <a:pt x="25811" y="5054"/>
                          <a:pt x="29978" y="1818"/>
                          <a:pt x="31929" y="0"/>
                        </a:cubicBezTo>
                        <a:cubicBezTo>
                          <a:pt x="30643" y="798"/>
                          <a:pt x="28560" y="2261"/>
                          <a:pt x="27185" y="2793"/>
                        </a:cubicBezTo>
                        <a:cubicBezTo>
                          <a:pt x="19560" y="5985"/>
                          <a:pt x="10207" y="9398"/>
                          <a:pt x="6660" y="5009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95" name="Forme libre : forme 20594">
                    <a:extLst>
                      <a:ext uri="{FF2B5EF4-FFF2-40B4-BE49-F238E27FC236}">
                        <a16:creationId xmlns:a16="http://schemas.microsoft.com/office/drawing/2014/main" id="{68A1C023-6079-4316-8E7D-DE16A5C030A5}"/>
                      </a:ext>
                    </a:extLst>
                  </p:cNvPr>
                  <p:cNvSpPr/>
                  <p:nvPr/>
                </p:nvSpPr>
                <p:spPr>
                  <a:xfrm>
                    <a:off x="4714052" y="1166901"/>
                    <a:ext cx="41137" cy="29100"/>
                  </a:xfrm>
                  <a:custGeom>
                    <a:avLst/>
                    <a:gdLst>
                      <a:gd name="connsiteX0" fmla="*/ 41069 w 41137"/>
                      <a:gd name="connsiteY0" fmla="*/ 1264 h 29100"/>
                      <a:gd name="connsiteX1" fmla="*/ 23115 w 41137"/>
                      <a:gd name="connsiteY1" fmla="*/ 20149 h 29100"/>
                      <a:gd name="connsiteX2" fmla="*/ 506 w 41137"/>
                      <a:gd name="connsiteY2" fmla="*/ 27996 h 29100"/>
                      <a:gd name="connsiteX3" fmla="*/ 16554 w 41137"/>
                      <a:gd name="connsiteY3" fmla="*/ 10618 h 29100"/>
                      <a:gd name="connsiteX4" fmla="*/ 41069 w 41137"/>
                      <a:gd name="connsiteY4" fmla="*/ 1264 h 29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37" h="29100">
                        <a:moveTo>
                          <a:pt x="41069" y="1264"/>
                        </a:moveTo>
                        <a:cubicBezTo>
                          <a:pt x="42221" y="5963"/>
                          <a:pt x="28612" y="16026"/>
                          <a:pt x="23115" y="20149"/>
                        </a:cubicBezTo>
                        <a:cubicBezTo>
                          <a:pt x="17573" y="24183"/>
                          <a:pt x="3964" y="31986"/>
                          <a:pt x="506" y="27996"/>
                        </a:cubicBezTo>
                        <a:cubicBezTo>
                          <a:pt x="-2908" y="24050"/>
                          <a:pt x="11899" y="13721"/>
                          <a:pt x="16554" y="10618"/>
                        </a:cubicBezTo>
                        <a:cubicBezTo>
                          <a:pt x="21120" y="7338"/>
                          <a:pt x="39828" y="-3701"/>
                          <a:pt x="41069" y="1264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96" name="Forme libre : forme 20595">
                    <a:extLst>
                      <a:ext uri="{FF2B5EF4-FFF2-40B4-BE49-F238E27FC236}">
                        <a16:creationId xmlns:a16="http://schemas.microsoft.com/office/drawing/2014/main" id="{EAA2E2CE-0F83-4B0F-88E0-F741B0949157}"/>
                      </a:ext>
                    </a:extLst>
                  </p:cNvPr>
                  <p:cNvSpPr/>
                  <p:nvPr/>
                </p:nvSpPr>
                <p:spPr>
                  <a:xfrm>
                    <a:off x="4690839" y="1179161"/>
                    <a:ext cx="56259" cy="29966"/>
                  </a:xfrm>
                  <a:custGeom>
                    <a:avLst/>
                    <a:gdLst>
                      <a:gd name="connsiteX0" fmla="*/ 1420 w 56259"/>
                      <a:gd name="connsiteY0" fmla="*/ 27661 h 29966"/>
                      <a:gd name="connsiteX1" fmla="*/ 9622 w 56259"/>
                      <a:gd name="connsiteY1" fmla="*/ 29921 h 29966"/>
                      <a:gd name="connsiteX2" fmla="*/ 33294 w 56259"/>
                      <a:gd name="connsiteY2" fmla="*/ 24203 h 29966"/>
                      <a:gd name="connsiteX3" fmla="*/ 52002 w 56259"/>
                      <a:gd name="connsiteY3" fmla="*/ 10150 h 29966"/>
                      <a:gd name="connsiteX4" fmla="*/ 55194 w 56259"/>
                      <a:gd name="connsiteY4" fmla="*/ 308 h 29966"/>
                      <a:gd name="connsiteX5" fmla="*/ 47480 w 56259"/>
                      <a:gd name="connsiteY5" fmla="*/ 2214 h 29966"/>
                      <a:gd name="connsiteX6" fmla="*/ 26778 w 56259"/>
                      <a:gd name="connsiteY6" fmla="*/ 8332 h 29966"/>
                      <a:gd name="connsiteX7" fmla="*/ 6518 w 56259"/>
                      <a:gd name="connsiteY7" fmla="*/ 14317 h 29966"/>
                      <a:gd name="connsiteX8" fmla="*/ 578 w 56259"/>
                      <a:gd name="connsiteY8" fmla="*/ 21498 h 29966"/>
                      <a:gd name="connsiteX9" fmla="*/ 1420 w 56259"/>
                      <a:gd name="connsiteY9" fmla="*/ 27661 h 29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6259" h="29966">
                        <a:moveTo>
                          <a:pt x="1420" y="27661"/>
                        </a:moveTo>
                        <a:cubicBezTo>
                          <a:pt x="3859" y="29833"/>
                          <a:pt x="5366" y="30099"/>
                          <a:pt x="9622" y="29921"/>
                        </a:cubicBezTo>
                        <a:cubicBezTo>
                          <a:pt x="17734" y="29655"/>
                          <a:pt x="24694" y="28458"/>
                          <a:pt x="33294" y="24203"/>
                        </a:cubicBezTo>
                        <a:cubicBezTo>
                          <a:pt x="40520" y="20568"/>
                          <a:pt x="47613" y="15159"/>
                          <a:pt x="52002" y="10150"/>
                        </a:cubicBezTo>
                        <a:cubicBezTo>
                          <a:pt x="55283" y="6382"/>
                          <a:pt x="57765" y="1993"/>
                          <a:pt x="55194" y="308"/>
                        </a:cubicBezTo>
                        <a:cubicBezTo>
                          <a:pt x="53598" y="-756"/>
                          <a:pt x="50406" y="1195"/>
                          <a:pt x="47480" y="2214"/>
                        </a:cubicBezTo>
                        <a:cubicBezTo>
                          <a:pt x="40609" y="4564"/>
                          <a:pt x="34181" y="7179"/>
                          <a:pt x="26778" y="8332"/>
                        </a:cubicBezTo>
                        <a:cubicBezTo>
                          <a:pt x="20483" y="9307"/>
                          <a:pt x="12991" y="9440"/>
                          <a:pt x="6518" y="14317"/>
                        </a:cubicBezTo>
                        <a:cubicBezTo>
                          <a:pt x="3548" y="16445"/>
                          <a:pt x="1509" y="18972"/>
                          <a:pt x="578" y="21498"/>
                        </a:cubicBezTo>
                        <a:cubicBezTo>
                          <a:pt x="-353" y="23848"/>
                          <a:pt x="-220" y="26153"/>
                          <a:pt x="1420" y="2766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97" name="Forme libre : forme 20596">
                    <a:extLst>
                      <a:ext uri="{FF2B5EF4-FFF2-40B4-BE49-F238E27FC236}">
                        <a16:creationId xmlns:a16="http://schemas.microsoft.com/office/drawing/2014/main" id="{FAE29158-9F2A-43F5-8B20-C986FA804D64}"/>
                      </a:ext>
                    </a:extLst>
                  </p:cNvPr>
                  <p:cNvSpPr/>
                  <p:nvPr/>
                </p:nvSpPr>
                <p:spPr>
                  <a:xfrm>
                    <a:off x="4700147" y="1183314"/>
                    <a:ext cx="14892" cy="13967"/>
                  </a:xfrm>
                  <a:custGeom>
                    <a:avLst/>
                    <a:gdLst>
                      <a:gd name="connsiteX0" fmla="*/ 934 w 14892"/>
                      <a:gd name="connsiteY0" fmla="*/ 11538 h 13967"/>
                      <a:gd name="connsiteX1" fmla="*/ 3 w 14892"/>
                      <a:gd name="connsiteY1" fmla="*/ 13488 h 13967"/>
                      <a:gd name="connsiteX2" fmla="*/ 1777 w 14892"/>
                      <a:gd name="connsiteY2" fmla="*/ 13710 h 13967"/>
                      <a:gd name="connsiteX3" fmla="*/ 4835 w 14892"/>
                      <a:gd name="connsiteY3" fmla="*/ 11892 h 13967"/>
                      <a:gd name="connsiteX4" fmla="*/ 11618 w 14892"/>
                      <a:gd name="connsiteY4" fmla="*/ 6262 h 13967"/>
                      <a:gd name="connsiteX5" fmla="*/ 13835 w 14892"/>
                      <a:gd name="connsiteY5" fmla="*/ 3913 h 13967"/>
                      <a:gd name="connsiteX6" fmla="*/ 10066 w 14892"/>
                      <a:gd name="connsiteY6" fmla="*/ 1696 h 13967"/>
                      <a:gd name="connsiteX7" fmla="*/ 934 w 14892"/>
                      <a:gd name="connsiteY7" fmla="*/ 11538 h 13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892" h="13967">
                        <a:moveTo>
                          <a:pt x="934" y="11538"/>
                        </a:moveTo>
                        <a:cubicBezTo>
                          <a:pt x="358" y="12336"/>
                          <a:pt x="-41" y="12868"/>
                          <a:pt x="3" y="13488"/>
                        </a:cubicBezTo>
                        <a:cubicBezTo>
                          <a:pt x="48" y="14109"/>
                          <a:pt x="890" y="14065"/>
                          <a:pt x="1777" y="13710"/>
                        </a:cubicBezTo>
                        <a:cubicBezTo>
                          <a:pt x="2708" y="13355"/>
                          <a:pt x="3904" y="12557"/>
                          <a:pt x="4835" y="11892"/>
                        </a:cubicBezTo>
                        <a:cubicBezTo>
                          <a:pt x="7185" y="10252"/>
                          <a:pt x="9579" y="8169"/>
                          <a:pt x="11618" y="6262"/>
                        </a:cubicBezTo>
                        <a:cubicBezTo>
                          <a:pt x="12460" y="5464"/>
                          <a:pt x="13258" y="4755"/>
                          <a:pt x="13835" y="3913"/>
                        </a:cubicBezTo>
                        <a:cubicBezTo>
                          <a:pt x="16140" y="455"/>
                          <a:pt x="14588" y="-1673"/>
                          <a:pt x="10066" y="1696"/>
                        </a:cubicBezTo>
                        <a:cubicBezTo>
                          <a:pt x="6564" y="4356"/>
                          <a:pt x="3195" y="8479"/>
                          <a:pt x="934" y="11538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98" name="Forme libre : forme 20597">
                    <a:extLst>
                      <a:ext uri="{FF2B5EF4-FFF2-40B4-BE49-F238E27FC236}">
                        <a16:creationId xmlns:a16="http://schemas.microsoft.com/office/drawing/2014/main" id="{AF35912E-97D5-4400-842A-9432AA16B7A4}"/>
                      </a:ext>
                    </a:extLst>
                  </p:cNvPr>
                  <p:cNvSpPr/>
                  <p:nvPr/>
                </p:nvSpPr>
                <p:spPr>
                  <a:xfrm>
                    <a:off x="4750112" y="1162180"/>
                    <a:ext cx="18220" cy="26598"/>
                  </a:xfrm>
                  <a:custGeom>
                    <a:avLst/>
                    <a:gdLst>
                      <a:gd name="connsiteX0" fmla="*/ 18220 w 18220"/>
                      <a:gd name="connsiteY0" fmla="*/ 0 h 26598"/>
                      <a:gd name="connsiteX1" fmla="*/ 0 w 18220"/>
                      <a:gd name="connsiteY1" fmla="*/ 26599 h 26598"/>
                      <a:gd name="connsiteX2" fmla="*/ 18220 w 18220"/>
                      <a:gd name="connsiteY2" fmla="*/ 0 h 26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220" h="26598">
                        <a:moveTo>
                          <a:pt x="18220" y="0"/>
                        </a:moveTo>
                        <a:cubicBezTo>
                          <a:pt x="17555" y="7802"/>
                          <a:pt x="6650" y="19018"/>
                          <a:pt x="0" y="26599"/>
                        </a:cubicBezTo>
                        <a:cubicBezTo>
                          <a:pt x="7315" y="18486"/>
                          <a:pt x="13876" y="8113"/>
                          <a:pt x="182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99" name="Forme libre : forme 20598">
                    <a:extLst>
                      <a:ext uri="{FF2B5EF4-FFF2-40B4-BE49-F238E27FC236}">
                        <a16:creationId xmlns:a16="http://schemas.microsoft.com/office/drawing/2014/main" id="{41EB1F1A-DEA9-40C2-993A-46A5315FDA49}"/>
                      </a:ext>
                    </a:extLst>
                  </p:cNvPr>
                  <p:cNvSpPr/>
                  <p:nvPr/>
                </p:nvSpPr>
                <p:spPr>
                  <a:xfrm>
                    <a:off x="4680556" y="1180533"/>
                    <a:ext cx="22653" cy="24692"/>
                  </a:xfrm>
                  <a:custGeom>
                    <a:avLst/>
                    <a:gdLst>
                      <a:gd name="connsiteX0" fmla="*/ 22653 w 22653"/>
                      <a:gd name="connsiteY0" fmla="*/ 0 h 24692"/>
                      <a:gd name="connsiteX1" fmla="*/ 15649 w 22653"/>
                      <a:gd name="connsiteY1" fmla="*/ 6073 h 24692"/>
                      <a:gd name="connsiteX2" fmla="*/ 9886 w 22653"/>
                      <a:gd name="connsiteY2" fmla="*/ 12368 h 24692"/>
                      <a:gd name="connsiteX3" fmla="*/ 0 w 22653"/>
                      <a:gd name="connsiteY3" fmla="*/ 24692 h 24692"/>
                      <a:gd name="connsiteX4" fmla="*/ 10506 w 22653"/>
                      <a:gd name="connsiteY4" fmla="*/ 12634 h 24692"/>
                      <a:gd name="connsiteX5" fmla="*/ 16580 w 22653"/>
                      <a:gd name="connsiteY5" fmla="*/ 6206 h 24692"/>
                      <a:gd name="connsiteX6" fmla="*/ 22653 w 22653"/>
                      <a:gd name="connsiteY6" fmla="*/ 0 h 24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653" h="24692">
                        <a:moveTo>
                          <a:pt x="22653" y="0"/>
                        </a:moveTo>
                        <a:cubicBezTo>
                          <a:pt x="19949" y="2084"/>
                          <a:pt x="17688" y="4034"/>
                          <a:pt x="15649" y="6073"/>
                        </a:cubicBezTo>
                        <a:cubicBezTo>
                          <a:pt x="13610" y="8246"/>
                          <a:pt x="11659" y="10240"/>
                          <a:pt x="9886" y="12368"/>
                        </a:cubicBezTo>
                        <a:cubicBezTo>
                          <a:pt x="6295" y="16624"/>
                          <a:pt x="3147" y="20836"/>
                          <a:pt x="0" y="24692"/>
                        </a:cubicBezTo>
                        <a:cubicBezTo>
                          <a:pt x="2748" y="20924"/>
                          <a:pt x="6517" y="16979"/>
                          <a:pt x="10506" y="12634"/>
                        </a:cubicBezTo>
                        <a:cubicBezTo>
                          <a:pt x="12501" y="10551"/>
                          <a:pt x="14541" y="8423"/>
                          <a:pt x="16580" y="6206"/>
                        </a:cubicBezTo>
                        <a:cubicBezTo>
                          <a:pt x="18752" y="4034"/>
                          <a:pt x="20791" y="1951"/>
                          <a:pt x="2265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00" name="Forme libre : forme 20599">
                    <a:extLst>
                      <a:ext uri="{FF2B5EF4-FFF2-40B4-BE49-F238E27FC236}">
                        <a16:creationId xmlns:a16="http://schemas.microsoft.com/office/drawing/2014/main" id="{2EF63765-B354-444C-919A-AE8327649BC4}"/>
                      </a:ext>
                    </a:extLst>
                  </p:cNvPr>
                  <p:cNvSpPr/>
                  <p:nvPr/>
                </p:nvSpPr>
                <p:spPr>
                  <a:xfrm>
                    <a:off x="4726215" y="1172628"/>
                    <a:ext cx="15873" cy="9659"/>
                  </a:xfrm>
                  <a:custGeom>
                    <a:avLst/>
                    <a:gdLst>
                      <a:gd name="connsiteX0" fmla="*/ 15873 w 15873"/>
                      <a:gd name="connsiteY0" fmla="*/ 680 h 9659"/>
                      <a:gd name="connsiteX1" fmla="*/ 7450 w 15873"/>
                      <a:gd name="connsiteY1" fmla="*/ 7152 h 9659"/>
                      <a:gd name="connsiteX2" fmla="*/ 2 w 15873"/>
                      <a:gd name="connsiteY2" fmla="*/ 8881 h 9659"/>
                      <a:gd name="connsiteX3" fmla="*/ 7938 w 15873"/>
                      <a:gd name="connsiteY3" fmla="*/ 2763 h 9659"/>
                      <a:gd name="connsiteX4" fmla="*/ 15873 w 15873"/>
                      <a:gd name="connsiteY4" fmla="*/ 680 h 9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73" h="9659">
                        <a:moveTo>
                          <a:pt x="15873" y="680"/>
                        </a:moveTo>
                        <a:cubicBezTo>
                          <a:pt x="15740" y="2630"/>
                          <a:pt x="9445" y="6088"/>
                          <a:pt x="7450" y="7152"/>
                        </a:cubicBezTo>
                        <a:cubicBezTo>
                          <a:pt x="5499" y="8216"/>
                          <a:pt x="-131" y="11009"/>
                          <a:pt x="2" y="8881"/>
                        </a:cubicBezTo>
                        <a:cubicBezTo>
                          <a:pt x="135" y="6709"/>
                          <a:pt x="6031" y="3694"/>
                          <a:pt x="7938" y="2763"/>
                        </a:cubicBezTo>
                        <a:cubicBezTo>
                          <a:pt x="9799" y="1744"/>
                          <a:pt x="15961" y="-1360"/>
                          <a:pt x="15873" y="680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01" name="Forme libre : forme 20600">
                    <a:extLst>
                      <a:ext uri="{FF2B5EF4-FFF2-40B4-BE49-F238E27FC236}">
                        <a16:creationId xmlns:a16="http://schemas.microsoft.com/office/drawing/2014/main" id="{838A5A67-2523-433E-8332-9C1ABA30A0C1}"/>
                      </a:ext>
                    </a:extLst>
                  </p:cNvPr>
                  <p:cNvSpPr/>
                  <p:nvPr/>
                </p:nvSpPr>
                <p:spPr>
                  <a:xfrm>
                    <a:off x="4739805" y="1171280"/>
                    <a:ext cx="4515" cy="3011"/>
                  </a:xfrm>
                  <a:custGeom>
                    <a:avLst/>
                    <a:gdLst>
                      <a:gd name="connsiteX0" fmla="*/ 4411 w 4515"/>
                      <a:gd name="connsiteY0" fmla="*/ 121 h 3011"/>
                      <a:gd name="connsiteX1" fmla="*/ 2859 w 4515"/>
                      <a:gd name="connsiteY1" fmla="*/ 2027 h 3011"/>
                      <a:gd name="connsiteX2" fmla="*/ 110 w 4515"/>
                      <a:gd name="connsiteY2" fmla="*/ 2869 h 3011"/>
                      <a:gd name="connsiteX3" fmla="*/ 1618 w 4515"/>
                      <a:gd name="connsiteY3" fmla="*/ 1007 h 3011"/>
                      <a:gd name="connsiteX4" fmla="*/ 4411 w 4515"/>
                      <a:gd name="connsiteY4" fmla="*/ 121 h 3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15" h="3011">
                        <a:moveTo>
                          <a:pt x="4411" y="121"/>
                        </a:moveTo>
                        <a:cubicBezTo>
                          <a:pt x="4898" y="564"/>
                          <a:pt x="3568" y="1584"/>
                          <a:pt x="2859" y="2027"/>
                        </a:cubicBezTo>
                        <a:cubicBezTo>
                          <a:pt x="2150" y="2470"/>
                          <a:pt x="598" y="3357"/>
                          <a:pt x="110" y="2869"/>
                        </a:cubicBezTo>
                        <a:cubicBezTo>
                          <a:pt x="-377" y="2426"/>
                          <a:pt x="864" y="1451"/>
                          <a:pt x="1618" y="1007"/>
                        </a:cubicBezTo>
                        <a:cubicBezTo>
                          <a:pt x="2327" y="564"/>
                          <a:pt x="3879" y="-322"/>
                          <a:pt x="4411" y="12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602" name="Forme libre : forme 20601">
                    <a:extLst>
                      <a:ext uri="{FF2B5EF4-FFF2-40B4-BE49-F238E27FC236}">
                        <a16:creationId xmlns:a16="http://schemas.microsoft.com/office/drawing/2014/main" id="{C51E8821-F19E-4CA2-A919-F739E1F0FF12}"/>
                      </a:ext>
                    </a:extLst>
                  </p:cNvPr>
                  <p:cNvSpPr/>
                  <p:nvPr/>
                </p:nvSpPr>
                <p:spPr>
                  <a:xfrm>
                    <a:off x="4720687" y="1158615"/>
                    <a:ext cx="44382" cy="15939"/>
                  </a:xfrm>
                  <a:custGeom>
                    <a:avLst/>
                    <a:gdLst>
                      <a:gd name="connsiteX0" fmla="*/ 30666 w 44382"/>
                      <a:gd name="connsiteY0" fmla="*/ 507 h 15939"/>
                      <a:gd name="connsiteX1" fmla="*/ 43655 w 44382"/>
                      <a:gd name="connsiteY1" fmla="*/ 994 h 15939"/>
                      <a:gd name="connsiteX2" fmla="*/ 42280 w 44382"/>
                      <a:gd name="connsiteY2" fmla="*/ 4851 h 15939"/>
                      <a:gd name="connsiteX3" fmla="*/ 36872 w 44382"/>
                      <a:gd name="connsiteY3" fmla="*/ 6092 h 15939"/>
                      <a:gd name="connsiteX4" fmla="*/ 20159 w 44382"/>
                      <a:gd name="connsiteY4" fmla="*/ 9284 h 15939"/>
                      <a:gd name="connsiteX5" fmla="*/ 33 w 44382"/>
                      <a:gd name="connsiteY5" fmla="*/ 14515 h 15939"/>
                      <a:gd name="connsiteX6" fmla="*/ 19095 w 44382"/>
                      <a:gd name="connsiteY6" fmla="*/ 1615 h 15939"/>
                      <a:gd name="connsiteX7" fmla="*/ 30666 w 44382"/>
                      <a:gd name="connsiteY7" fmla="*/ 507 h 15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382" h="15939">
                        <a:moveTo>
                          <a:pt x="30666" y="507"/>
                        </a:moveTo>
                        <a:cubicBezTo>
                          <a:pt x="35897" y="-114"/>
                          <a:pt x="39753" y="-380"/>
                          <a:pt x="43655" y="994"/>
                        </a:cubicBezTo>
                        <a:cubicBezTo>
                          <a:pt x="45118" y="1526"/>
                          <a:pt x="44231" y="3698"/>
                          <a:pt x="42280" y="4851"/>
                        </a:cubicBezTo>
                        <a:cubicBezTo>
                          <a:pt x="40286" y="6048"/>
                          <a:pt x="38601" y="6004"/>
                          <a:pt x="36872" y="6092"/>
                        </a:cubicBezTo>
                        <a:cubicBezTo>
                          <a:pt x="31464" y="6403"/>
                          <a:pt x="26055" y="7555"/>
                          <a:pt x="20159" y="9284"/>
                        </a:cubicBezTo>
                        <a:cubicBezTo>
                          <a:pt x="16391" y="10260"/>
                          <a:pt x="-854" y="19392"/>
                          <a:pt x="33" y="14515"/>
                        </a:cubicBezTo>
                        <a:cubicBezTo>
                          <a:pt x="787" y="9639"/>
                          <a:pt x="14086" y="3034"/>
                          <a:pt x="19095" y="1615"/>
                        </a:cubicBezTo>
                        <a:cubicBezTo>
                          <a:pt x="23972" y="196"/>
                          <a:pt x="26765" y="994"/>
                          <a:pt x="30666" y="50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578" name="Graphique 2">
                  <a:extLst>
                    <a:ext uri="{FF2B5EF4-FFF2-40B4-BE49-F238E27FC236}">
                      <a16:creationId xmlns:a16="http://schemas.microsoft.com/office/drawing/2014/main" id="{7B8EC167-723A-41EB-85C2-3636EB3808F5}"/>
                    </a:ext>
                  </a:extLst>
                </p:cNvPr>
                <p:cNvGrpSpPr/>
                <p:nvPr/>
              </p:nvGrpSpPr>
              <p:grpSpPr>
                <a:xfrm>
                  <a:off x="4768658" y="1119188"/>
                  <a:ext cx="102081" cy="45075"/>
                  <a:chOff x="4768658" y="1119188"/>
                  <a:chExt cx="102081" cy="45075"/>
                </a:xfrm>
                <a:solidFill>
                  <a:schemeClr val="accent1"/>
                </a:solidFill>
              </p:grpSpPr>
              <p:sp>
                <p:nvSpPr>
                  <p:cNvPr id="20579" name="Forme libre : forme 20578">
                    <a:extLst>
                      <a:ext uri="{FF2B5EF4-FFF2-40B4-BE49-F238E27FC236}">
                        <a16:creationId xmlns:a16="http://schemas.microsoft.com/office/drawing/2014/main" id="{C2BF8996-B1E6-428B-8CE0-1B9DE39C2988}"/>
                      </a:ext>
                    </a:extLst>
                  </p:cNvPr>
                  <p:cNvSpPr/>
                  <p:nvPr/>
                </p:nvSpPr>
                <p:spPr>
                  <a:xfrm>
                    <a:off x="4768658" y="1119188"/>
                    <a:ext cx="102081" cy="45075"/>
                  </a:xfrm>
                  <a:custGeom>
                    <a:avLst/>
                    <a:gdLst>
                      <a:gd name="connsiteX0" fmla="*/ 70913 w 102081"/>
                      <a:gd name="connsiteY0" fmla="*/ 34835 h 45075"/>
                      <a:gd name="connsiteX1" fmla="*/ 39083 w 102081"/>
                      <a:gd name="connsiteY1" fmla="*/ 42593 h 45075"/>
                      <a:gd name="connsiteX2" fmla="*/ 4638 w 102081"/>
                      <a:gd name="connsiteY2" fmla="*/ 42238 h 45075"/>
                      <a:gd name="connsiteX3" fmla="*/ 648 w 102081"/>
                      <a:gd name="connsiteY3" fmla="*/ 33018 h 45075"/>
                      <a:gd name="connsiteX4" fmla="*/ 29153 w 102081"/>
                      <a:gd name="connsiteY4" fmla="*/ 8902 h 45075"/>
                      <a:gd name="connsiteX5" fmla="*/ 46043 w 102081"/>
                      <a:gd name="connsiteY5" fmla="*/ 3848 h 45075"/>
                      <a:gd name="connsiteX6" fmla="*/ 63465 w 102081"/>
                      <a:gd name="connsiteY6" fmla="*/ 567 h 45075"/>
                      <a:gd name="connsiteX7" fmla="*/ 98753 w 102081"/>
                      <a:gd name="connsiteY7" fmla="*/ 9256 h 45075"/>
                      <a:gd name="connsiteX8" fmla="*/ 100792 w 102081"/>
                      <a:gd name="connsiteY8" fmla="*/ 18876 h 45075"/>
                      <a:gd name="connsiteX9" fmla="*/ 88468 w 102081"/>
                      <a:gd name="connsiteY9" fmla="*/ 28496 h 45075"/>
                      <a:gd name="connsiteX10" fmla="*/ 80533 w 102081"/>
                      <a:gd name="connsiteY10" fmla="*/ 32087 h 45075"/>
                      <a:gd name="connsiteX11" fmla="*/ 70913 w 102081"/>
                      <a:gd name="connsiteY11" fmla="*/ 34835 h 45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2081" h="45075">
                        <a:moveTo>
                          <a:pt x="70913" y="34835"/>
                        </a:moveTo>
                        <a:cubicBezTo>
                          <a:pt x="63155" y="36210"/>
                          <a:pt x="46886" y="40421"/>
                          <a:pt x="39083" y="42593"/>
                        </a:cubicBezTo>
                        <a:cubicBezTo>
                          <a:pt x="24543" y="46539"/>
                          <a:pt x="15499" y="45297"/>
                          <a:pt x="4638" y="42238"/>
                        </a:cubicBezTo>
                        <a:cubicBezTo>
                          <a:pt x="914" y="41175"/>
                          <a:pt x="-1125" y="36520"/>
                          <a:pt x="648" y="33018"/>
                        </a:cubicBezTo>
                        <a:cubicBezTo>
                          <a:pt x="5879" y="22955"/>
                          <a:pt x="13637" y="14665"/>
                          <a:pt x="29153" y="8902"/>
                        </a:cubicBezTo>
                        <a:cubicBezTo>
                          <a:pt x="33232" y="7261"/>
                          <a:pt x="39660" y="5488"/>
                          <a:pt x="46043" y="3848"/>
                        </a:cubicBezTo>
                        <a:cubicBezTo>
                          <a:pt x="52516" y="2385"/>
                          <a:pt x="59032" y="1011"/>
                          <a:pt x="63465" y="567"/>
                        </a:cubicBezTo>
                        <a:cubicBezTo>
                          <a:pt x="80178" y="-1649"/>
                          <a:pt x="89621" y="2917"/>
                          <a:pt x="98753" y="9256"/>
                        </a:cubicBezTo>
                        <a:cubicBezTo>
                          <a:pt x="101945" y="11428"/>
                          <a:pt x="103275" y="16172"/>
                          <a:pt x="100792" y="18876"/>
                        </a:cubicBezTo>
                        <a:cubicBezTo>
                          <a:pt x="97201" y="22777"/>
                          <a:pt x="93300" y="26013"/>
                          <a:pt x="88468" y="28496"/>
                        </a:cubicBezTo>
                        <a:cubicBezTo>
                          <a:pt x="86074" y="29870"/>
                          <a:pt x="83459" y="31067"/>
                          <a:pt x="80533" y="32087"/>
                        </a:cubicBezTo>
                        <a:cubicBezTo>
                          <a:pt x="77696" y="33062"/>
                          <a:pt x="74459" y="33949"/>
                          <a:pt x="70913" y="34835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80" name="Forme libre : forme 20579">
                    <a:extLst>
                      <a:ext uri="{FF2B5EF4-FFF2-40B4-BE49-F238E27FC236}">
                        <a16:creationId xmlns:a16="http://schemas.microsoft.com/office/drawing/2014/main" id="{11607336-23C0-4E21-AC13-211F2C7164B2}"/>
                      </a:ext>
                    </a:extLst>
                  </p:cNvPr>
                  <p:cNvSpPr/>
                  <p:nvPr/>
                </p:nvSpPr>
                <p:spPr>
                  <a:xfrm>
                    <a:off x="4769706" y="1137842"/>
                    <a:ext cx="99921" cy="26354"/>
                  </a:xfrm>
                  <a:custGeom>
                    <a:avLst/>
                    <a:gdLst>
                      <a:gd name="connsiteX0" fmla="*/ 39233 w 99921"/>
                      <a:gd name="connsiteY0" fmla="*/ 10373 h 26354"/>
                      <a:gd name="connsiteX1" fmla="*/ 0 w 99921"/>
                      <a:gd name="connsiteY1" fmla="*/ 20747 h 26354"/>
                      <a:gd name="connsiteX2" fmla="*/ 3546 w 99921"/>
                      <a:gd name="connsiteY2" fmla="*/ 23540 h 26354"/>
                      <a:gd name="connsiteX3" fmla="*/ 8999 w 99921"/>
                      <a:gd name="connsiteY3" fmla="*/ 24914 h 26354"/>
                      <a:gd name="connsiteX4" fmla="*/ 25269 w 99921"/>
                      <a:gd name="connsiteY4" fmla="*/ 26244 h 26354"/>
                      <a:gd name="connsiteX5" fmla="*/ 31253 w 99921"/>
                      <a:gd name="connsiteY5" fmla="*/ 25357 h 26354"/>
                      <a:gd name="connsiteX6" fmla="*/ 37992 w 99921"/>
                      <a:gd name="connsiteY6" fmla="*/ 23894 h 26354"/>
                      <a:gd name="connsiteX7" fmla="*/ 43045 w 99921"/>
                      <a:gd name="connsiteY7" fmla="*/ 22520 h 26354"/>
                      <a:gd name="connsiteX8" fmla="*/ 67427 w 99921"/>
                      <a:gd name="connsiteY8" fmla="*/ 16668 h 26354"/>
                      <a:gd name="connsiteX9" fmla="*/ 69821 w 99921"/>
                      <a:gd name="connsiteY9" fmla="*/ 16136 h 26354"/>
                      <a:gd name="connsiteX10" fmla="*/ 83032 w 99921"/>
                      <a:gd name="connsiteY10" fmla="*/ 11969 h 26354"/>
                      <a:gd name="connsiteX11" fmla="*/ 96287 w 99921"/>
                      <a:gd name="connsiteY11" fmla="*/ 3635 h 26354"/>
                      <a:gd name="connsiteX12" fmla="*/ 99833 w 99921"/>
                      <a:gd name="connsiteY12" fmla="*/ 133 h 26354"/>
                      <a:gd name="connsiteX13" fmla="*/ 99922 w 99921"/>
                      <a:gd name="connsiteY13" fmla="*/ 0 h 26354"/>
                      <a:gd name="connsiteX14" fmla="*/ 39233 w 99921"/>
                      <a:gd name="connsiteY14" fmla="*/ 10373 h 26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9921" h="26354">
                        <a:moveTo>
                          <a:pt x="39233" y="10373"/>
                        </a:moveTo>
                        <a:cubicBezTo>
                          <a:pt x="26022" y="15028"/>
                          <a:pt x="12191" y="20392"/>
                          <a:pt x="0" y="20747"/>
                        </a:cubicBezTo>
                        <a:cubicBezTo>
                          <a:pt x="798" y="22077"/>
                          <a:pt x="2039" y="23096"/>
                          <a:pt x="3546" y="23540"/>
                        </a:cubicBezTo>
                        <a:cubicBezTo>
                          <a:pt x="5408" y="24072"/>
                          <a:pt x="7226" y="24515"/>
                          <a:pt x="8999" y="24914"/>
                        </a:cubicBezTo>
                        <a:cubicBezTo>
                          <a:pt x="14275" y="26244"/>
                          <a:pt x="19328" y="26554"/>
                          <a:pt x="25269" y="26244"/>
                        </a:cubicBezTo>
                        <a:cubicBezTo>
                          <a:pt x="27175" y="26111"/>
                          <a:pt x="29170" y="25801"/>
                          <a:pt x="31253" y="25357"/>
                        </a:cubicBezTo>
                        <a:cubicBezTo>
                          <a:pt x="33381" y="25047"/>
                          <a:pt x="35598" y="24559"/>
                          <a:pt x="37992" y="23894"/>
                        </a:cubicBezTo>
                        <a:cubicBezTo>
                          <a:pt x="39455" y="23495"/>
                          <a:pt x="41139" y="22919"/>
                          <a:pt x="43045" y="22520"/>
                        </a:cubicBezTo>
                        <a:cubicBezTo>
                          <a:pt x="50493" y="20525"/>
                          <a:pt x="60733" y="17954"/>
                          <a:pt x="67427" y="16668"/>
                        </a:cubicBezTo>
                        <a:cubicBezTo>
                          <a:pt x="68270" y="16491"/>
                          <a:pt x="69112" y="16314"/>
                          <a:pt x="69821" y="16136"/>
                        </a:cubicBezTo>
                        <a:cubicBezTo>
                          <a:pt x="74875" y="14851"/>
                          <a:pt x="79219" y="13654"/>
                          <a:pt x="83032" y="11969"/>
                        </a:cubicBezTo>
                        <a:cubicBezTo>
                          <a:pt x="88219" y="9531"/>
                          <a:pt x="92474" y="6960"/>
                          <a:pt x="96287" y="3635"/>
                        </a:cubicBezTo>
                        <a:cubicBezTo>
                          <a:pt x="97528" y="2527"/>
                          <a:pt x="98681" y="1374"/>
                          <a:pt x="99833" y="133"/>
                        </a:cubicBezTo>
                        <a:lnTo>
                          <a:pt x="99922" y="0"/>
                        </a:lnTo>
                        <a:cubicBezTo>
                          <a:pt x="79397" y="798"/>
                          <a:pt x="58162" y="3724"/>
                          <a:pt x="39233" y="10373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81" name="Forme libre : forme 20580">
                    <a:extLst>
                      <a:ext uri="{FF2B5EF4-FFF2-40B4-BE49-F238E27FC236}">
                        <a16:creationId xmlns:a16="http://schemas.microsoft.com/office/drawing/2014/main" id="{79A94A2C-19E0-40B5-9E35-EDD94BB10FC9}"/>
                      </a:ext>
                    </a:extLst>
                  </p:cNvPr>
                  <p:cNvSpPr/>
                  <p:nvPr/>
                </p:nvSpPr>
                <p:spPr>
                  <a:xfrm>
                    <a:off x="4803249" y="1132428"/>
                    <a:ext cx="47601" cy="15094"/>
                  </a:xfrm>
                  <a:custGeom>
                    <a:avLst/>
                    <a:gdLst>
                      <a:gd name="connsiteX0" fmla="*/ 47582 w 47601"/>
                      <a:gd name="connsiteY0" fmla="*/ 3197 h 15094"/>
                      <a:gd name="connsiteX1" fmla="*/ 38228 w 47601"/>
                      <a:gd name="connsiteY1" fmla="*/ 9049 h 15094"/>
                      <a:gd name="connsiteX2" fmla="*/ 23954 w 47601"/>
                      <a:gd name="connsiteY2" fmla="*/ 12862 h 15094"/>
                      <a:gd name="connsiteX3" fmla="*/ 148 w 47601"/>
                      <a:gd name="connsiteY3" fmla="*/ 12729 h 15094"/>
                      <a:gd name="connsiteX4" fmla="*/ 21338 w 47601"/>
                      <a:gd name="connsiteY4" fmla="*/ 1601 h 15094"/>
                      <a:gd name="connsiteX5" fmla="*/ 36455 w 47601"/>
                      <a:gd name="connsiteY5" fmla="*/ 6 h 15094"/>
                      <a:gd name="connsiteX6" fmla="*/ 47582 w 47601"/>
                      <a:gd name="connsiteY6" fmla="*/ 3197 h 15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601" h="15094">
                        <a:moveTo>
                          <a:pt x="47582" y="3197"/>
                        </a:moveTo>
                        <a:cubicBezTo>
                          <a:pt x="47937" y="5547"/>
                          <a:pt x="43459" y="7409"/>
                          <a:pt x="38228" y="9049"/>
                        </a:cubicBezTo>
                        <a:cubicBezTo>
                          <a:pt x="33042" y="10867"/>
                          <a:pt x="26924" y="12019"/>
                          <a:pt x="23954" y="12862"/>
                        </a:cubicBezTo>
                        <a:cubicBezTo>
                          <a:pt x="17836" y="14058"/>
                          <a:pt x="1921" y="17295"/>
                          <a:pt x="148" y="12729"/>
                        </a:cubicBezTo>
                        <a:cubicBezTo>
                          <a:pt x="-1758" y="7675"/>
                          <a:pt x="15265" y="2532"/>
                          <a:pt x="21338" y="1601"/>
                        </a:cubicBezTo>
                        <a:cubicBezTo>
                          <a:pt x="24308" y="892"/>
                          <a:pt x="30736" y="139"/>
                          <a:pt x="36455" y="6"/>
                        </a:cubicBezTo>
                        <a:cubicBezTo>
                          <a:pt x="42218" y="-83"/>
                          <a:pt x="47227" y="892"/>
                          <a:pt x="47582" y="319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82" name="Forme libre : forme 20581">
                    <a:extLst>
                      <a:ext uri="{FF2B5EF4-FFF2-40B4-BE49-F238E27FC236}">
                        <a16:creationId xmlns:a16="http://schemas.microsoft.com/office/drawing/2014/main" id="{8645ADCC-112D-4012-9CD7-775489426BF7}"/>
                      </a:ext>
                    </a:extLst>
                  </p:cNvPr>
                  <p:cNvSpPr/>
                  <p:nvPr/>
                </p:nvSpPr>
                <p:spPr>
                  <a:xfrm>
                    <a:off x="4802888" y="1137842"/>
                    <a:ext cx="34378" cy="9605"/>
                  </a:xfrm>
                  <a:custGeom>
                    <a:avLst/>
                    <a:gdLst>
                      <a:gd name="connsiteX0" fmla="*/ 9066 w 34378"/>
                      <a:gd name="connsiteY0" fmla="*/ 0 h 9605"/>
                      <a:gd name="connsiteX1" fmla="*/ 2859 w 34378"/>
                      <a:gd name="connsiteY1" fmla="*/ 3236 h 9605"/>
                      <a:gd name="connsiteX2" fmla="*/ 332 w 34378"/>
                      <a:gd name="connsiteY2" fmla="*/ 7403 h 9605"/>
                      <a:gd name="connsiteX3" fmla="*/ 24626 w 34378"/>
                      <a:gd name="connsiteY3" fmla="*/ 7403 h 9605"/>
                      <a:gd name="connsiteX4" fmla="*/ 34379 w 34378"/>
                      <a:gd name="connsiteY4" fmla="*/ 4788 h 9605"/>
                      <a:gd name="connsiteX5" fmla="*/ 28970 w 34378"/>
                      <a:gd name="connsiteY5" fmla="*/ 5364 h 9605"/>
                      <a:gd name="connsiteX6" fmla="*/ 9066 w 34378"/>
                      <a:gd name="connsiteY6" fmla="*/ 0 h 9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378" h="9605">
                        <a:moveTo>
                          <a:pt x="9066" y="0"/>
                        </a:moveTo>
                        <a:cubicBezTo>
                          <a:pt x="7691" y="842"/>
                          <a:pt x="4943" y="1995"/>
                          <a:pt x="2859" y="3236"/>
                        </a:cubicBezTo>
                        <a:cubicBezTo>
                          <a:pt x="776" y="4566"/>
                          <a:pt x="-687" y="6073"/>
                          <a:pt x="332" y="7403"/>
                        </a:cubicBezTo>
                        <a:cubicBezTo>
                          <a:pt x="3657" y="11526"/>
                          <a:pt x="16912" y="8866"/>
                          <a:pt x="24626" y="7403"/>
                        </a:cubicBezTo>
                        <a:cubicBezTo>
                          <a:pt x="26842" y="6827"/>
                          <a:pt x="31896" y="5630"/>
                          <a:pt x="34379" y="4788"/>
                        </a:cubicBezTo>
                        <a:cubicBezTo>
                          <a:pt x="32916" y="5009"/>
                          <a:pt x="30433" y="5408"/>
                          <a:pt x="28970" y="5364"/>
                        </a:cubicBezTo>
                        <a:cubicBezTo>
                          <a:pt x="20858" y="5275"/>
                          <a:pt x="11016" y="5142"/>
                          <a:pt x="9066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83" name="Forme libre : forme 20582">
                    <a:extLst>
                      <a:ext uri="{FF2B5EF4-FFF2-40B4-BE49-F238E27FC236}">
                        <a16:creationId xmlns:a16="http://schemas.microsoft.com/office/drawing/2014/main" id="{B45636D7-56C4-4BFB-AF6F-E2ABC213AAA5}"/>
                      </a:ext>
                    </a:extLst>
                  </p:cNvPr>
                  <p:cNvSpPr/>
                  <p:nvPr/>
                </p:nvSpPr>
                <p:spPr>
                  <a:xfrm>
                    <a:off x="4806011" y="1133143"/>
                    <a:ext cx="47601" cy="15083"/>
                  </a:xfrm>
                  <a:custGeom>
                    <a:avLst/>
                    <a:gdLst>
                      <a:gd name="connsiteX0" fmla="*/ 47569 w 47601"/>
                      <a:gd name="connsiteY0" fmla="*/ 3325 h 15083"/>
                      <a:gd name="connsiteX1" fmla="*/ 37639 w 47601"/>
                      <a:gd name="connsiteY1" fmla="*/ 9221 h 15083"/>
                      <a:gd name="connsiteX2" fmla="*/ 23675 w 47601"/>
                      <a:gd name="connsiteY2" fmla="*/ 12989 h 15083"/>
                      <a:gd name="connsiteX3" fmla="*/ 10287 w 47601"/>
                      <a:gd name="connsiteY3" fmla="*/ 14984 h 15083"/>
                      <a:gd name="connsiteX4" fmla="*/ 179 w 47601"/>
                      <a:gd name="connsiteY4" fmla="*/ 12457 h 15083"/>
                      <a:gd name="connsiteX5" fmla="*/ 7804 w 47601"/>
                      <a:gd name="connsiteY5" fmla="*/ 5497 h 15083"/>
                      <a:gd name="connsiteX6" fmla="*/ 21325 w 47601"/>
                      <a:gd name="connsiteY6" fmla="*/ 1640 h 15083"/>
                      <a:gd name="connsiteX7" fmla="*/ 36930 w 47601"/>
                      <a:gd name="connsiteY7" fmla="*/ 0 h 15083"/>
                      <a:gd name="connsiteX8" fmla="*/ 47569 w 47601"/>
                      <a:gd name="connsiteY8" fmla="*/ 3325 h 15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7601" h="15083">
                        <a:moveTo>
                          <a:pt x="47569" y="3325"/>
                        </a:moveTo>
                        <a:cubicBezTo>
                          <a:pt x="47082" y="5763"/>
                          <a:pt x="42693" y="7758"/>
                          <a:pt x="37639" y="9221"/>
                        </a:cubicBezTo>
                        <a:cubicBezTo>
                          <a:pt x="32630" y="10950"/>
                          <a:pt x="26911" y="12191"/>
                          <a:pt x="23675" y="12989"/>
                        </a:cubicBezTo>
                        <a:cubicBezTo>
                          <a:pt x="20439" y="13876"/>
                          <a:pt x="15030" y="14585"/>
                          <a:pt x="10287" y="14984"/>
                        </a:cubicBezTo>
                        <a:cubicBezTo>
                          <a:pt x="5543" y="15339"/>
                          <a:pt x="1243" y="14807"/>
                          <a:pt x="179" y="12457"/>
                        </a:cubicBezTo>
                        <a:cubicBezTo>
                          <a:pt x="-885" y="10019"/>
                          <a:pt x="2928" y="7581"/>
                          <a:pt x="7804" y="5497"/>
                        </a:cubicBezTo>
                        <a:cubicBezTo>
                          <a:pt x="12636" y="3414"/>
                          <a:pt x="18577" y="2305"/>
                          <a:pt x="21325" y="1640"/>
                        </a:cubicBezTo>
                        <a:cubicBezTo>
                          <a:pt x="24118" y="1064"/>
                          <a:pt x="30945" y="133"/>
                          <a:pt x="36930" y="0"/>
                        </a:cubicBezTo>
                        <a:cubicBezTo>
                          <a:pt x="42914" y="133"/>
                          <a:pt x="48057" y="887"/>
                          <a:pt x="47569" y="3325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84" name="Forme libre : forme 20583">
                    <a:extLst>
                      <a:ext uri="{FF2B5EF4-FFF2-40B4-BE49-F238E27FC236}">
                        <a16:creationId xmlns:a16="http://schemas.microsoft.com/office/drawing/2014/main" id="{7DD98701-C53B-401E-AC1E-581878ED8441}"/>
                      </a:ext>
                    </a:extLst>
                  </p:cNvPr>
                  <p:cNvSpPr/>
                  <p:nvPr/>
                </p:nvSpPr>
                <p:spPr>
                  <a:xfrm>
                    <a:off x="4781160" y="1138026"/>
                    <a:ext cx="59922" cy="19295"/>
                  </a:xfrm>
                  <a:custGeom>
                    <a:avLst/>
                    <a:gdLst>
                      <a:gd name="connsiteX0" fmla="*/ 1357 w 59922"/>
                      <a:gd name="connsiteY0" fmla="*/ 15333 h 19295"/>
                      <a:gd name="connsiteX1" fmla="*/ 9115 w 59922"/>
                      <a:gd name="connsiteY1" fmla="*/ 18258 h 19295"/>
                      <a:gd name="connsiteX2" fmla="*/ 31591 w 59922"/>
                      <a:gd name="connsiteY2" fmla="*/ 18613 h 19295"/>
                      <a:gd name="connsiteX3" fmla="*/ 52826 w 59922"/>
                      <a:gd name="connsiteY3" fmla="*/ 12451 h 19295"/>
                      <a:gd name="connsiteX4" fmla="*/ 59564 w 59922"/>
                      <a:gd name="connsiteY4" fmla="*/ 4782 h 19295"/>
                      <a:gd name="connsiteX5" fmla="*/ 51850 w 59922"/>
                      <a:gd name="connsiteY5" fmla="*/ 3363 h 19295"/>
                      <a:gd name="connsiteX6" fmla="*/ 41211 w 59922"/>
                      <a:gd name="connsiteY6" fmla="*/ 2742 h 19295"/>
                      <a:gd name="connsiteX7" fmla="*/ 30394 w 59922"/>
                      <a:gd name="connsiteY7" fmla="*/ 1546 h 19295"/>
                      <a:gd name="connsiteX8" fmla="*/ 8362 w 59922"/>
                      <a:gd name="connsiteY8" fmla="*/ 2299 h 19295"/>
                      <a:gd name="connsiteX9" fmla="*/ 1357 w 59922"/>
                      <a:gd name="connsiteY9" fmla="*/ 15333 h 19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9922" h="19295">
                        <a:moveTo>
                          <a:pt x="1357" y="15333"/>
                        </a:moveTo>
                        <a:cubicBezTo>
                          <a:pt x="3707" y="17505"/>
                          <a:pt x="5125" y="17771"/>
                          <a:pt x="9115" y="18258"/>
                        </a:cubicBezTo>
                        <a:cubicBezTo>
                          <a:pt x="16652" y="19056"/>
                          <a:pt x="22725" y="19943"/>
                          <a:pt x="31591" y="18613"/>
                        </a:cubicBezTo>
                        <a:cubicBezTo>
                          <a:pt x="38994" y="17505"/>
                          <a:pt x="46974" y="15288"/>
                          <a:pt x="52826" y="12451"/>
                        </a:cubicBezTo>
                        <a:cubicBezTo>
                          <a:pt x="57170" y="10456"/>
                          <a:pt x="61160" y="7397"/>
                          <a:pt x="59564" y="4782"/>
                        </a:cubicBezTo>
                        <a:cubicBezTo>
                          <a:pt x="58544" y="3186"/>
                          <a:pt x="54865" y="3673"/>
                          <a:pt x="51850" y="3363"/>
                        </a:cubicBezTo>
                        <a:cubicBezTo>
                          <a:pt x="48259" y="2920"/>
                          <a:pt x="44802" y="3009"/>
                          <a:pt x="41211" y="2742"/>
                        </a:cubicBezTo>
                        <a:cubicBezTo>
                          <a:pt x="37664" y="2432"/>
                          <a:pt x="34074" y="2122"/>
                          <a:pt x="30394" y="1546"/>
                        </a:cubicBezTo>
                        <a:cubicBezTo>
                          <a:pt x="24099" y="393"/>
                          <a:pt x="16563" y="-1602"/>
                          <a:pt x="8362" y="2299"/>
                        </a:cubicBezTo>
                        <a:cubicBezTo>
                          <a:pt x="870" y="5846"/>
                          <a:pt x="-1923" y="12362"/>
                          <a:pt x="1357" y="1533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85" name="Forme libre : forme 20584">
                    <a:extLst>
                      <a:ext uri="{FF2B5EF4-FFF2-40B4-BE49-F238E27FC236}">
                        <a16:creationId xmlns:a16="http://schemas.microsoft.com/office/drawing/2014/main" id="{EC7F0C86-937C-4FFD-97CE-7A8CE97B3680}"/>
                      </a:ext>
                    </a:extLst>
                  </p:cNvPr>
                  <p:cNvSpPr/>
                  <p:nvPr/>
                </p:nvSpPr>
                <p:spPr>
                  <a:xfrm>
                    <a:off x="4791599" y="1134319"/>
                    <a:ext cx="18418" cy="10431"/>
                  </a:xfrm>
                  <a:custGeom>
                    <a:avLst/>
                    <a:gdLst>
                      <a:gd name="connsiteX0" fmla="*/ 1380 w 18418"/>
                      <a:gd name="connsiteY0" fmla="*/ 8001 h 10431"/>
                      <a:gd name="connsiteX1" fmla="*/ 6 w 18418"/>
                      <a:gd name="connsiteY1" fmla="*/ 9819 h 10431"/>
                      <a:gd name="connsiteX2" fmla="*/ 1779 w 18418"/>
                      <a:gd name="connsiteY2" fmla="*/ 10351 h 10431"/>
                      <a:gd name="connsiteX3" fmla="*/ 5282 w 18418"/>
                      <a:gd name="connsiteY3" fmla="*/ 9198 h 10431"/>
                      <a:gd name="connsiteX4" fmla="*/ 13527 w 18418"/>
                      <a:gd name="connsiteY4" fmla="*/ 5430 h 10431"/>
                      <a:gd name="connsiteX5" fmla="*/ 16409 w 18418"/>
                      <a:gd name="connsiteY5" fmla="*/ 3878 h 10431"/>
                      <a:gd name="connsiteX6" fmla="*/ 13394 w 18418"/>
                      <a:gd name="connsiteY6" fmla="*/ 642 h 10431"/>
                      <a:gd name="connsiteX7" fmla="*/ 1380 w 18418"/>
                      <a:gd name="connsiteY7" fmla="*/ 8001 h 10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418" h="10431">
                        <a:moveTo>
                          <a:pt x="1380" y="8001"/>
                        </a:moveTo>
                        <a:cubicBezTo>
                          <a:pt x="627" y="8666"/>
                          <a:pt x="95" y="9154"/>
                          <a:pt x="6" y="9819"/>
                        </a:cubicBezTo>
                        <a:cubicBezTo>
                          <a:pt x="-82" y="10439"/>
                          <a:pt x="804" y="10528"/>
                          <a:pt x="1779" y="10351"/>
                        </a:cubicBezTo>
                        <a:cubicBezTo>
                          <a:pt x="2755" y="10129"/>
                          <a:pt x="4218" y="9686"/>
                          <a:pt x="5282" y="9198"/>
                        </a:cubicBezTo>
                        <a:cubicBezTo>
                          <a:pt x="8030" y="8046"/>
                          <a:pt x="10956" y="6760"/>
                          <a:pt x="13527" y="5430"/>
                        </a:cubicBezTo>
                        <a:cubicBezTo>
                          <a:pt x="14591" y="4942"/>
                          <a:pt x="15611" y="4499"/>
                          <a:pt x="16409" y="3878"/>
                        </a:cubicBezTo>
                        <a:cubicBezTo>
                          <a:pt x="19733" y="1307"/>
                          <a:pt x="19068" y="-1220"/>
                          <a:pt x="13394" y="642"/>
                        </a:cubicBezTo>
                        <a:cubicBezTo>
                          <a:pt x="9050" y="2149"/>
                          <a:pt x="4439" y="5430"/>
                          <a:pt x="1380" y="8001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86" name="Forme libre : forme 20585">
                    <a:extLst>
                      <a:ext uri="{FF2B5EF4-FFF2-40B4-BE49-F238E27FC236}">
                        <a16:creationId xmlns:a16="http://schemas.microsoft.com/office/drawing/2014/main" id="{D533EECB-FCEE-444A-B2DA-6787394C40DF}"/>
                      </a:ext>
                    </a:extLst>
                  </p:cNvPr>
                  <p:cNvSpPr/>
                  <p:nvPr/>
                </p:nvSpPr>
                <p:spPr>
                  <a:xfrm>
                    <a:off x="4840547" y="1136823"/>
                    <a:ext cx="27529" cy="16225"/>
                  </a:xfrm>
                  <a:custGeom>
                    <a:avLst/>
                    <a:gdLst>
                      <a:gd name="connsiteX0" fmla="*/ 27529 w 27529"/>
                      <a:gd name="connsiteY0" fmla="*/ 0 h 16225"/>
                      <a:gd name="connsiteX1" fmla="*/ 15560 w 27529"/>
                      <a:gd name="connsiteY1" fmla="*/ 9044 h 16225"/>
                      <a:gd name="connsiteX2" fmla="*/ 0 w 27529"/>
                      <a:gd name="connsiteY2" fmla="*/ 16225 h 16225"/>
                      <a:gd name="connsiteX3" fmla="*/ 14585 w 27529"/>
                      <a:gd name="connsiteY3" fmla="*/ 8467 h 16225"/>
                      <a:gd name="connsiteX4" fmla="*/ 27529 w 27529"/>
                      <a:gd name="connsiteY4" fmla="*/ 0 h 16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29" h="16225">
                        <a:moveTo>
                          <a:pt x="27529" y="0"/>
                        </a:moveTo>
                        <a:cubicBezTo>
                          <a:pt x="25623" y="3458"/>
                          <a:pt x="20836" y="6428"/>
                          <a:pt x="15560" y="9044"/>
                        </a:cubicBezTo>
                        <a:cubicBezTo>
                          <a:pt x="10285" y="11969"/>
                          <a:pt x="4389" y="14053"/>
                          <a:pt x="0" y="16225"/>
                        </a:cubicBezTo>
                        <a:cubicBezTo>
                          <a:pt x="4788" y="13876"/>
                          <a:pt x="9841" y="11526"/>
                          <a:pt x="14585" y="8467"/>
                        </a:cubicBezTo>
                        <a:cubicBezTo>
                          <a:pt x="19328" y="5630"/>
                          <a:pt x="23850" y="2793"/>
                          <a:pt x="2752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87" name="Forme libre : forme 20586">
                    <a:extLst>
                      <a:ext uri="{FF2B5EF4-FFF2-40B4-BE49-F238E27FC236}">
                        <a16:creationId xmlns:a16="http://schemas.microsoft.com/office/drawing/2014/main" id="{100A6BD8-1F86-4585-BDFA-47FDC98285F8}"/>
                      </a:ext>
                    </a:extLst>
                  </p:cNvPr>
                  <p:cNvSpPr/>
                  <p:nvPr/>
                </p:nvSpPr>
                <p:spPr>
                  <a:xfrm>
                    <a:off x="4770371" y="1128710"/>
                    <a:ext cx="29036" cy="23982"/>
                  </a:xfrm>
                  <a:custGeom>
                    <a:avLst/>
                    <a:gdLst>
                      <a:gd name="connsiteX0" fmla="*/ 29037 w 29036"/>
                      <a:gd name="connsiteY0" fmla="*/ 0 h 23982"/>
                      <a:gd name="connsiteX1" fmla="*/ 0 w 29036"/>
                      <a:gd name="connsiteY1" fmla="*/ 23983 h 23982"/>
                      <a:gd name="connsiteX2" fmla="*/ 29037 w 29036"/>
                      <a:gd name="connsiteY2" fmla="*/ 0 h 2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036" h="23982">
                        <a:moveTo>
                          <a:pt x="29037" y="0"/>
                        </a:moveTo>
                        <a:cubicBezTo>
                          <a:pt x="15294" y="5009"/>
                          <a:pt x="5674" y="15073"/>
                          <a:pt x="0" y="23983"/>
                        </a:cubicBezTo>
                        <a:cubicBezTo>
                          <a:pt x="4832" y="15383"/>
                          <a:pt x="17821" y="5586"/>
                          <a:pt x="2903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88" name="Forme libre : forme 20587">
                    <a:extLst>
                      <a:ext uri="{FF2B5EF4-FFF2-40B4-BE49-F238E27FC236}">
                        <a16:creationId xmlns:a16="http://schemas.microsoft.com/office/drawing/2014/main" id="{9439ABAB-2B9A-4E0B-AE45-FCF60B4B6C97}"/>
                      </a:ext>
                    </a:extLst>
                  </p:cNvPr>
                  <p:cNvSpPr/>
                  <p:nvPr/>
                </p:nvSpPr>
                <p:spPr>
                  <a:xfrm>
                    <a:off x="4821657" y="1134177"/>
                    <a:ext cx="18043" cy="4203"/>
                  </a:xfrm>
                  <a:custGeom>
                    <a:avLst/>
                    <a:gdLst>
                      <a:gd name="connsiteX0" fmla="*/ 17959 w 18043"/>
                      <a:gd name="connsiteY0" fmla="*/ 1449 h 4203"/>
                      <a:gd name="connsiteX1" fmla="*/ 7629 w 18043"/>
                      <a:gd name="connsiteY1" fmla="*/ 3931 h 4203"/>
                      <a:gd name="connsiteX2" fmla="*/ 93 w 18043"/>
                      <a:gd name="connsiteY2" fmla="*/ 2778 h 4203"/>
                      <a:gd name="connsiteX3" fmla="*/ 9846 w 18043"/>
                      <a:gd name="connsiteY3" fmla="*/ 118 h 4203"/>
                      <a:gd name="connsiteX4" fmla="*/ 17959 w 18043"/>
                      <a:gd name="connsiteY4" fmla="*/ 1449 h 4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43" h="4203">
                        <a:moveTo>
                          <a:pt x="17959" y="1449"/>
                        </a:moveTo>
                        <a:cubicBezTo>
                          <a:pt x="17028" y="3266"/>
                          <a:pt x="9846" y="3754"/>
                          <a:pt x="7629" y="3931"/>
                        </a:cubicBezTo>
                        <a:cubicBezTo>
                          <a:pt x="5457" y="4197"/>
                          <a:pt x="-838" y="4729"/>
                          <a:pt x="93" y="2778"/>
                        </a:cubicBezTo>
                        <a:cubicBezTo>
                          <a:pt x="1024" y="872"/>
                          <a:pt x="7718" y="118"/>
                          <a:pt x="9846" y="118"/>
                        </a:cubicBezTo>
                        <a:cubicBezTo>
                          <a:pt x="11930" y="-14"/>
                          <a:pt x="18890" y="-369"/>
                          <a:pt x="17959" y="1449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89" name="Forme libre : forme 20588">
                    <a:extLst>
                      <a:ext uri="{FF2B5EF4-FFF2-40B4-BE49-F238E27FC236}">
                        <a16:creationId xmlns:a16="http://schemas.microsoft.com/office/drawing/2014/main" id="{B2A20BE6-B59C-49DF-B4F4-ED3D3CD8E8CB}"/>
                      </a:ext>
                    </a:extLst>
                  </p:cNvPr>
                  <p:cNvSpPr/>
                  <p:nvPr/>
                </p:nvSpPr>
                <p:spPr>
                  <a:xfrm>
                    <a:off x="4837236" y="1134273"/>
                    <a:ext cx="5112" cy="1704"/>
                  </a:xfrm>
                  <a:custGeom>
                    <a:avLst/>
                    <a:gdLst>
                      <a:gd name="connsiteX0" fmla="*/ 5084 w 5112"/>
                      <a:gd name="connsiteY0" fmla="*/ 422 h 1704"/>
                      <a:gd name="connsiteX1" fmla="*/ 2867 w 5112"/>
                      <a:gd name="connsiteY1" fmla="*/ 1575 h 1704"/>
                      <a:gd name="connsiteX2" fmla="*/ 30 w 5112"/>
                      <a:gd name="connsiteY2" fmla="*/ 1264 h 1704"/>
                      <a:gd name="connsiteX3" fmla="*/ 2158 w 5112"/>
                      <a:gd name="connsiteY3" fmla="*/ 112 h 1704"/>
                      <a:gd name="connsiteX4" fmla="*/ 5084 w 5112"/>
                      <a:gd name="connsiteY4" fmla="*/ 422 h 1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12" h="1704">
                        <a:moveTo>
                          <a:pt x="5084" y="422"/>
                        </a:moveTo>
                        <a:cubicBezTo>
                          <a:pt x="5350" y="998"/>
                          <a:pt x="3710" y="1442"/>
                          <a:pt x="2867" y="1575"/>
                        </a:cubicBezTo>
                        <a:cubicBezTo>
                          <a:pt x="2025" y="1708"/>
                          <a:pt x="296" y="1885"/>
                          <a:pt x="30" y="1264"/>
                        </a:cubicBezTo>
                        <a:cubicBezTo>
                          <a:pt x="-236" y="644"/>
                          <a:pt x="1316" y="245"/>
                          <a:pt x="2158" y="112"/>
                        </a:cubicBezTo>
                        <a:cubicBezTo>
                          <a:pt x="3000" y="23"/>
                          <a:pt x="4818" y="-198"/>
                          <a:pt x="5084" y="42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90" name="Forme libre : forme 20589">
                    <a:extLst>
                      <a:ext uri="{FF2B5EF4-FFF2-40B4-BE49-F238E27FC236}">
                        <a16:creationId xmlns:a16="http://schemas.microsoft.com/office/drawing/2014/main" id="{86B34E7A-3A5E-49BF-9B08-DC7A3B03B451}"/>
                      </a:ext>
                    </a:extLst>
                  </p:cNvPr>
                  <p:cNvSpPr/>
                  <p:nvPr/>
                </p:nvSpPr>
                <p:spPr>
                  <a:xfrm>
                    <a:off x="4819367" y="1122514"/>
                    <a:ext cx="46508" cy="13228"/>
                  </a:xfrm>
                  <a:custGeom>
                    <a:avLst/>
                    <a:gdLst>
                      <a:gd name="connsiteX0" fmla="*/ 34700 w 46508"/>
                      <a:gd name="connsiteY0" fmla="*/ 4201 h 13228"/>
                      <a:gd name="connsiteX1" fmla="*/ 46182 w 46508"/>
                      <a:gd name="connsiteY1" fmla="*/ 10319 h 13228"/>
                      <a:gd name="connsiteX2" fmla="*/ 43256 w 46508"/>
                      <a:gd name="connsiteY2" fmla="*/ 13201 h 13228"/>
                      <a:gd name="connsiteX3" fmla="*/ 37848 w 46508"/>
                      <a:gd name="connsiteY3" fmla="*/ 11959 h 13228"/>
                      <a:gd name="connsiteX4" fmla="*/ 21312 w 46508"/>
                      <a:gd name="connsiteY4" fmla="*/ 7704 h 13228"/>
                      <a:gd name="connsiteX5" fmla="*/ 8368 w 46508"/>
                      <a:gd name="connsiteY5" fmla="*/ 7349 h 13228"/>
                      <a:gd name="connsiteX6" fmla="*/ 255 w 46508"/>
                      <a:gd name="connsiteY6" fmla="*/ 4689 h 13228"/>
                      <a:gd name="connsiteX7" fmla="*/ 23618 w 46508"/>
                      <a:gd name="connsiteY7" fmla="*/ 345 h 13228"/>
                      <a:gd name="connsiteX8" fmla="*/ 34700 w 46508"/>
                      <a:gd name="connsiteY8" fmla="*/ 4201 h 13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508" h="13228">
                        <a:moveTo>
                          <a:pt x="34700" y="4201"/>
                        </a:moveTo>
                        <a:cubicBezTo>
                          <a:pt x="39710" y="5930"/>
                          <a:pt x="43256" y="7393"/>
                          <a:pt x="46182" y="10319"/>
                        </a:cubicBezTo>
                        <a:cubicBezTo>
                          <a:pt x="47246" y="11427"/>
                          <a:pt x="45561" y="12979"/>
                          <a:pt x="43256" y="13201"/>
                        </a:cubicBezTo>
                        <a:cubicBezTo>
                          <a:pt x="40951" y="13378"/>
                          <a:pt x="39444" y="12669"/>
                          <a:pt x="37848" y="11959"/>
                        </a:cubicBezTo>
                        <a:cubicBezTo>
                          <a:pt x="32838" y="9876"/>
                          <a:pt x="27430" y="8723"/>
                          <a:pt x="21312" y="7704"/>
                        </a:cubicBezTo>
                        <a:cubicBezTo>
                          <a:pt x="19406" y="7438"/>
                          <a:pt x="13510" y="7615"/>
                          <a:pt x="8368" y="7349"/>
                        </a:cubicBezTo>
                        <a:cubicBezTo>
                          <a:pt x="3270" y="7349"/>
                          <a:pt x="-1119" y="6817"/>
                          <a:pt x="255" y="4689"/>
                        </a:cubicBezTo>
                        <a:cubicBezTo>
                          <a:pt x="2959" y="212"/>
                          <a:pt x="18475" y="-586"/>
                          <a:pt x="23618" y="345"/>
                        </a:cubicBezTo>
                        <a:cubicBezTo>
                          <a:pt x="28804" y="1143"/>
                          <a:pt x="30932" y="2960"/>
                          <a:pt x="34700" y="420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69" name="Graphique 2">
                <a:extLst>
                  <a:ext uri="{FF2B5EF4-FFF2-40B4-BE49-F238E27FC236}">
                    <a16:creationId xmlns:a16="http://schemas.microsoft.com/office/drawing/2014/main" id="{B7D46F39-B028-4534-A458-C22B53666999}"/>
                  </a:ext>
                </a:extLst>
              </p:cNvPr>
              <p:cNvGrpSpPr/>
              <p:nvPr/>
            </p:nvGrpSpPr>
            <p:grpSpPr>
              <a:xfrm>
                <a:off x="4589988" y="1113009"/>
                <a:ext cx="199046" cy="38311"/>
                <a:chOff x="4589988" y="1113009"/>
                <a:chExt cx="199046" cy="38311"/>
              </a:xfrm>
              <a:solidFill>
                <a:schemeClr val="accent1"/>
              </a:solidFill>
            </p:grpSpPr>
            <p:grpSp>
              <p:nvGrpSpPr>
                <p:cNvPr id="20549" name="Graphique 2">
                  <a:extLst>
                    <a:ext uri="{FF2B5EF4-FFF2-40B4-BE49-F238E27FC236}">
                      <a16:creationId xmlns:a16="http://schemas.microsoft.com/office/drawing/2014/main" id="{56BB8D1E-9AD2-4516-85A8-8384CEA8F793}"/>
                    </a:ext>
                  </a:extLst>
                </p:cNvPr>
                <p:cNvGrpSpPr/>
                <p:nvPr/>
              </p:nvGrpSpPr>
              <p:grpSpPr>
                <a:xfrm>
                  <a:off x="4589988" y="1114429"/>
                  <a:ext cx="99601" cy="36891"/>
                  <a:chOff x="4589988" y="1114429"/>
                  <a:chExt cx="99601" cy="36891"/>
                </a:xfrm>
                <a:solidFill>
                  <a:schemeClr val="accent1"/>
                </a:solidFill>
              </p:grpSpPr>
              <p:sp>
                <p:nvSpPr>
                  <p:cNvPr id="20563" name="Forme libre : forme 20562">
                    <a:extLst>
                      <a:ext uri="{FF2B5EF4-FFF2-40B4-BE49-F238E27FC236}">
                        <a16:creationId xmlns:a16="http://schemas.microsoft.com/office/drawing/2014/main" id="{7C12C27D-05B8-4A8F-BD64-E9F3CB182279}"/>
                      </a:ext>
                    </a:extLst>
                  </p:cNvPr>
                  <p:cNvSpPr/>
                  <p:nvPr/>
                </p:nvSpPr>
                <p:spPr>
                  <a:xfrm>
                    <a:off x="4590023" y="1114429"/>
                    <a:ext cx="99565" cy="36891"/>
                  </a:xfrm>
                  <a:custGeom>
                    <a:avLst/>
                    <a:gdLst>
                      <a:gd name="connsiteX0" fmla="*/ 66151 w 99565"/>
                      <a:gd name="connsiteY0" fmla="*/ 36890 h 36891"/>
                      <a:gd name="connsiteX1" fmla="*/ 32415 w 99565"/>
                      <a:gd name="connsiteY1" fmla="*/ 34983 h 36891"/>
                      <a:gd name="connsiteX2" fmla="*/ 1605 w 99565"/>
                      <a:gd name="connsiteY2" fmla="*/ 19512 h 36891"/>
                      <a:gd name="connsiteX3" fmla="*/ 2802 w 99565"/>
                      <a:gd name="connsiteY3" fmla="*/ 9537 h 36891"/>
                      <a:gd name="connsiteX4" fmla="*/ 35518 w 99565"/>
                      <a:gd name="connsiteY4" fmla="*/ 6 h 36891"/>
                      <a:gd name="connsiteX5" fmla="*/ 66639 w 99565"/>
                      <a:gd name="connsiteY5" fmla="*/ 1824 h 36891"/>
                      <a:gd name="connsiteX6" fmla="*/ 96917 w 99565"/>
                      <a:gd name="connsiteY6" fmla="*/ 16010 h 36891"/>
                      <a:gd name="connsiteX7" fmla="*/ 97715 w 99565"/>
                      <a:gd name="connsiteY7" fmla="*/ 17295 h 36891"/>
                      <a:gd name="connsiteX8" fmla="*/ 98291 w 99565"/>
                      <a:gd name="connsiteY8" fmla="*/ 25763 h 36891"/>
                      <a:gd name="connsiteX9" fmla="*/ 97759 w 99565"/>
                      <a:gd name="connsiteY9" fmla="*/ 26250 h 36891"/>
                      <a:gd name="connsiteX10" fmla="*/ 95986 w 99565"/>
                      <a:gd name="connsiteY10" fmla="*/ 27447 h 36891"/>
                      <a:gd name="connsiteX11" fmla="*/ 94523 w 99565"/>
                      <a:gd name="connsiteY11" fmla="*/ 28600 h 36891"/>
                      <a:gd name="connsiteX12" fmla="*/ 91420 w 99565"/>
                      <a:gd name="connsiteY12" fmla="*/ 30683 h 36891"/>
                      <a:gd name="connsiteX13" fmla="*/ 84460 w 99565"/>
                      <a:gd name="connsiteY13" fmla="*/ 34008 h 36891"/>
                      <a:gd name="connsiteX14" fmla="*/ 66151 w 99565"/>
                      <a:gd name="connsiteY14" fmla="*/ 36890 h 36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9565" h="36891">
                        <a:moveTo>
                          <a:pt x="66151" y="36890"/>
                        </a:moveTo>
                        <a:cubicBezTo>
                          <a:pt x="58127" y="36934"/>
                          <a:pt x="40749" y="36003"/>
                          <a:pt x="32415" y="34983"/>
                        </a:cubicBezTo>
                        <a:cubicBezTo>
                          <a:pt x="16855" y="33122"/>
                          <a:pt x="9141" y="27580"/>
                          <a:pt x="1605" y="19512"/>
                        </a:cubicBezTo>
                        <a:cubicBezTo>
                          <a:pt x="-1010" y="16719"/>
                          <a:pt x="-301" y="11665"/>
                          <a:pt x="2802" y="9537"/>
                        </a:cubicBezTo>
                        <a:cubicBezTo>
                          <a:pt x="11757" y="3375"/>
                          <a:pt x="21066" y="-171"/>
                          <a:pt x="35518" y="6"/>
                        </a:cubicBezTo>
                        <a:cubicBezTo>
                          <a:pt x="43276" y="95"/>
                          <a:pt x="58748" y="1070"/>
                          <a:pt x="66639" y="1824"/>
                        </a:cubicBezTo>
                        <a:cubicBezTo>
                          <a:pt x="81401" y="3242"/>
                          <a:pt x="89203" y="8651"/>
                          <a:pt x="96917" y="16010"/>
                        </a:cubicBezTo>
                        <a:cubicBezTo>
                          <a:pt x="97183" y="16409"/>
                          <a:pt x="97449" y="16808"/>
                          <a:pt x="97715" y="17295"/>
                        </a:cubicBezTo>
                        <a:cubicBezTo>
                          <a:pt x="99178" y="19734"/>
                          <a:pt x="100729" y="23369"/>
                          <a:pt x="98291" y="25763"/>
                        </a:cubicBezTo>
                        <a:lnTo>
                          <a:pt x="97759" y="26250"/>
                        </a:lnTo>
                        <a:cubicBezTo>
                          <a:pt x="97227" y="26649"/>
                          <a:pt x="96606" y="27048"/>
                          <a:pt x="95986" y="27447"/>
                        </a:cubicBezTo>
                        <a:cubicBezTo>
                          <a:pt x="95498" y="27846"/>
                          <a:pt x="95010" y="28201"/>
                          <a:pt x="94523" y="28600"/>
                        </a:cubicBezTo>
                        <a:cubicBezTo>
                          <a:pt x="93503" y="29353"/>
                          <a:pt x="92484" y="30063"/>
                          <a:pt x="91420" y="30683"/>
                        </a:cubicBezTo>
                        <a:cubicBezTo>
                          <a:pt x="89292" y="31969"/>
                          <a:pt x="86987" y="33122"/>
                          <a:pt x="84460" y="34008"/>
                        </a:cubicBezTo>
                        <a:cubicBezTo>
                          <a:pt x="79406" y="35826"/>
                          <a:pt x="73466" y="36845"/>
                          <a:pt x="66151" y="3689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64" name="Forme libre : forme 20563">
                    <a:extLst>
                      <a:ext uri="{FF2B5EF4-FFF2-40B4-BE49-F238E27FC236}">
                        <a16:creationId xmlns:a16="http://schemas.microsoft.com/office/drawing/2014/main" id="{C8C97650-A697-48B8-8B03-E22D53B751A7}"/>
                      </a:ext>
                    </a:extLst>
                  </p:cNvPr>
                  <p:cNvSpPr/>
                  <p:nvPr/>
                </p:nvSpPr>
                <p:spPr>
                  <a:xfrm>
                    <a:off x="4589988" y="1129641"/>
                    <a:ext cx="98414" cy="21589"/>
                  </a:xfrm>
                  <a:custGeom>
                    <a:avLst/>
                    <a:gdLst>
                      <a:gd name="connsiteX0" fmla="*/ 38391 w 98414"/>
                      <a:gd name="connsiteY0" fmla="*/ 7536 h 21589"/>
                      <a:gd name="connsiteX1" fmla="*/ 0 w 98414"/>
                      <a:gd name="connsiteY1" fmla="*/ 0 h 21589"/>
                      <a:gd name="connsiteX2" fmla="*/ 1596 w 98414"/>
                      <a:gd name="connsiteY2" fmla="*/ 4211 h 21589"/>
                      <a:gd name="connsiteX3" fmla="*/ 5541 w 98414"/>
                      <a:gd name="connsiteY3" fmla="*/ 8157 h 21589"/>
                      <a:gd name="connsiteX4" fmla="*/ 19417 w 98414"/>
                      <a:gd name="connsiteY4" fmla="*/ 16757 h 21589"/>
                      <a:gd name="connsiteX5" fmla="*/ 32406 w 98414"/>
                      <a:gd name="connsiteY5" fmla="*/ 19727 h 21589"/>
                      <a:gd name="connsiteX6" fmla="*/ 37814 w 98414"/>
                      <a:gd name="connsiteY6" fmla="*/ 20259 h 21589"/>
                      <a:gd name="connsiteX7" fmla="*/ 63615 w 98414"/>
                      <a:gd name="connsiteY7" fmla="*/ 21589 h 21589"/>
                      <a:gd name="connsiteX8" fmla="*/ 66097 w 98414"/>
                      <a:gd name="connsiteY8" fmla="*/ 21589 h 21589"/>
                      <a:gd name="connsiteX9" fmla="*/ 80062 w 98414"/>
                      <a:gd name="connsiteY9" fmla="*/ 19993 h 21589"/>
                      <a:gd name="connsiteX10" fmla="*/ 94159 w 98414"/>
                      <a:gd name="connsiteY10" fmla="*/ 13521 h 21589"/>
                      <a:gd name="connsiteX11" fmla="*/ 95844 w 98414"/>
                      <a:gd name="connsiteY11" fmla="*/ 12235 h 21589"/>
                      <a:gd name="connsiteX12" fmla="*/ 97794 w 98414"/>
                      <a:gd name="connsiteY12" fmla="*/ 10861 h 21589"/>
                      <a:gd name="connsiteX13" fmla="*/ 98282 w 98414"/>
                      <a:gd name="connsiteY13" fmla="*/ 10418 h 21589"/>
                      <a:gd name="connsiteX14" fmla="*/ 98415 w 98414"/>
                      <a:gd name="connsiteY14" fmla="*/ 10285 h 21589"/>
                      <a:gd name="connsiteX15" fmla="*/ 97794 w 98414"/>
                      <a:gd name="connsiteY15" fmla="*/ 10329 h 21589"/>
                      <a:gd name="connsiteX16" fmla="*/ 67826 w 98414"/>
                      <a:gd name="connsiteY16" fmla="*/ 8556 h 21589"/>
                      <a:gd name="connsiteX17" fmla="*/ 38391 w 98414"/>
                      <a:gd name="connsiteY17" fmla="*/ 7536 h 21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98414" h="21589">
                        <a:moveTo>
                          <a:pt x="38391" y="7536"/>
                        </a:moveTo>
                        <a:cubicBezTo>
                          <a:pt x="24781" y="7448"/>
                          <a:pt x="10152" y="5985"/>
                          <a:pt x="0" y="0"/>
                        </a:cubicBezTo>
                        <a:cubicBezTo>
                          <a:pt x="44" y="1552"/>
                          <a:pt x="488" y="3059"/>
                          <a:pt x="1596" y="4211"/>
                        </a:cubicBezTo>
                        <a:cubicBezTo>
                          <a:pt x="2881" y="5586"/>
                          <a:pt x="4211" y="6916"/>
                          <a:pt x="5541" y="8157"/>
                        </a:cubicBezTo>
                        <a:cubicBezTo>
                          <a:pt x="9443" y="11703"/>
                          <a:pt x="13787" y="14629"/>
                          <a:pt x="19417" y="16757"/>
                        </a:cubicBezTo>
                        <a:cubicBezTo>
                          <a:pt x="23096" y="18087"/>
                          <a:pt x="27308" y="19107"/>
                          <a:pt x="32406" y="19727"/>
                        </a:cubicBezTo>
                        <a:cubicBezTo>
                          <a:pt x="33958" y="19860"/>
                          <a:pt x="35819" y="20082"/>
                          <a:pt x="37814" y="20259"/>
                        </a:cubicBezTo>
                        <a:cubicBezTo>
                          <a:pt x="45794" y="20924"/>
                          <a:pt x="56655" y="21456"/>
                          <a:pt x="63615" y="21589"/>
                        </a:cubicBezTo>
                        <a:cubicBezTo>
                          <a:pt x="64502" y="21589"/>
                          <a:pt x="65344" y="21589"/>
                          <a:pt x="66097" y="21589"/>
                        </a:cubicBezTo>
                        <a:cubicBezTo>
                          <a:pt x="71417" y="21545"/>
                          <a:pt x="75983" y="21013"/>
                          <a:pt x="80062" y="19993"/>
                        </a:cubicBezTo>
                        <a:cubicBezTo>
                          <a:pt x="85603" y="18575"/>
                          <a:pt x="90081" y="16314"/>
                          <a:pt x="94159" y="13521"/>
                        </a:cubicBezTo>
                        <a:cubicBezTo>
                          <a:pt x="94691" y="13078"/>
                          <a:pt x="95267" y="12679"/>
                          <a:pt x="95844" y="12235"/>
                        </a:cubicBezTo>
                        <a:cubicBezTo>
                          <a:pt x="96420" y="11792"/>
                          <a:pt x="97218" y="11349"/>
                          <a:pt x="97794" y="10861"/>
                        </a:cubicBezTo>
                        <a:lnTo>
                          <a:pt x="98282" y="10418"/>
                        </a:lnTo>
                        <a:lnTo>
                          <a:pt x="98415" y="10285"/>
                        </a:lnTo>
                        <a:lnTo>
                          <a:pt x="97794" y="10329"/>
                        </a:lnTo>
                        <a:cubicBezTo>
                          <a:pt x="87908" y="9753"/>
                          <a:pt x="77845" y="9132"/>
                          <a:pt x="67826" y="8556"/>
                        </a:cubicBezTo>
                        <a:cubicBezTo>
                          <a:pt x="57941" y="8024"/>
                          <a:pt x="48055" y="7625"/>
                          <a:pt x="38391" y="7536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65" name="Forme libre : forme 20564">
                    <a:extLst>
                      <a:ext uri="{FF2B5EF4-FFF2-40B4-BE49-F238E27FC236}">
                        <a16:creationId xmlns:a16="http://schemas.microsoft.com/office/drawing/2014/main" id="{CD02AC0D-18FF-45F5-AFB2-3E7D390B52A7}"/>
                      </a:ext>
                    </a:extLst>
                  </p:cNvPr>
                  <p:cNvSpPr/>
                  <p:nvPr/>
                </p:nvSpPr>
                <p:spPr>
                  <a:xfrm>
                    <a:off x="4624432" y="1127995"/>
                    <a:ext cx="46060" cy="11987"/>
                  </a:xfrm>
                  <a:custGeom>
                    <a:avLst/>
                    <a:gdLst>
                      <a:gd name="connsiteX0" fmla="*/ 46061 w 46060"/>
                      <a:gd name="connsiteY0" fmla="*/ 7365 h 11987"/>
                      <a:gd name="connsiteX1" fmla="*/ 21767 w 46060"/>
                      <a:gd name="connsiteY1" fmla="*/ 11887 h 11987"/>
                      <a:gd name="connsiteX2" fmla="*/ 1 w 46060"/>
                      <a:gd name="connsiteY2" fmla="*/ 4350 h 11987"/>
                      <a:gd name="connsiteX3" fmla="*/ 22255 w 46060"/>
                      <a:gd name="connsiteY3" fmla="*/ 316 h 11987"/>
                      <a:gd name="connsiteX4" fmla="*/ 46061 w 46060"/>
                      <a:gd name="connsiteY4" fmla="*/ 7365 h 11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60" h="11987">
                        <a:moveTo>
                          <a:pt x="46061" y="7365"/>
                        </a:moveTo>
                        <a:cubicBezTo>
                          <a:pt x="46016" y="12064"/>
                          <a:pt x="27885" y="12197"/>
                          <a:pt x="21767" y="11887"/>
                        </a:cubicBezTo>
                        <a:cubicBezTo>
                          <a:pt x="15694" y="11576"/>
                          <a:pt x="-132" y="9493"/>
                          <a:pt x="1" y="4350"/>
                        </a:cubicBezTo>
                        <a:cubicBezTo>
                          <a:pt x="134" y="-792"/>
                          <a:pt x="16581" y="-171"/>
                          <a:pt x="22255" y="316"/>
                        </a:cubicBezTo>
                        <a:cubicBezTo>
                          <a:pt x="27929" y="804"/>
                          <a:pt x="46105" y="2621"/>
                          <a:pt x="46061" y="7365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66" name="Forme libre : forme 20565">
                    <a:extLst>
                      <a:ext uri="{FF2B5EF4-FFF2-40B4-BE49-F238E27FC236}">
                        <a16:creationId xmlns:a16="http://schemas.microsoft.com/office/drawing/2014/main" id="{36724197-DD8C-41A4-A9AE-AE944613E990}"/>
                      </a:ext>
                    </a:extLst>
                  </p:cNvPr>
                  <p:cNvSpPr/>
                  <p:nvPr/>
                </p:nvSpPr>
                <p:spPr>
                  <a:xfrm>
                    <a:off x="4624189" y="1128311"/>
                    <a:ext cx="32162" cy="11631"/>
                  </a:xfrm>
                  <a:custGeom>
                    <a:avLst/>
                    <a:gdLst>
                      <a:gd name="connsiteX0" fmla="*/ 10219 w 32162"/>
                      <a:gd name="connsiteY0" fmla="*/ 0 h 11631"/>
                      <a:gd name="connsiteX1" fmla="*/ 67 w 32162"/>
                      <a:gd name="connsiteY1" fmla="*/ 4034 h 11631"/>
                      <a:gd name="connsiteX2" fmla="*/ 22321 w 32162"/>
                      <a:gd name="connsiteY2" fmla="*/ 11570 h 11631"/>
                      <a:gd name="connsiteX3" fmla="*/ 32163 w 32162"/>
                      <a:gd name="connsiteY3" fmla="*/ 11349 h 11631"/>
                      <a:gd name="connsiteX4" fmla="*/ 26932 w 32162"/>
                      <a:gd name="connsiteY4" fmla="*/ 10728 h 11631"/>
                      <a:gd name="connsiteX5" fmla="*/ 10219 w 32162"/>
                      <a:gd name="connsiteY5" fmla="*/ 0 h 1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162" h="11631">
                        <a:moveTo>
                          <a:pt x="10219" y="0"/>
                        </a:moveTo>
                        <a:cubicBezTo>
                          <a:pt x="7293" y="709"/>
                          <a:pt x="-819" y="798"/>
                          <a:pt x="67" y="4034"/>
                        </a:cubicBezTo>
                        <a:cubicBezTo>
                          <a:pt x="1486" y="9265"/>
                          <a:pt x="14652" y="11083"/>
                          <a:pt x="22321" y="11570"/>
                        </a:cubicBezTo>
                        <a:cubicBezTo>
                          <a:pt x="24582" y="11703"/>
                          <a:pt x="29636" y="11615"/>
                          <a:pt x="32163" y="11349"/>
                        </a:cubicBezTo>
                        <a:cubicBezTo>
                          <a:pt x="30700" y="11216"/>
                          <a:pt x="28262" y="11083"/>
                          <a:pt x="26932" y="10728"/>
                        </a:cubicBezTo>
                        <a:cubicBezTo>
                          <a:pt x="19307" y="8689"/>
                          <a:pt x="10352" y="5630"/>
                          <a:pt x="1021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67" name="Forme libre : forme 20566">
                    <a:extLst>
                      <a:ext uri="{FF2B5EF4-FFF2-40B4-BE49-F238E27FC236}">
                        <a16:creationId xmlns:a16="http://schemas.microsoft.com/office/drawing/2014/main" id="{98831B6D-3676-4C2B-9ED9-2C08F489C542}"/>
                      </a:ext>
                    </a:extLst>
                  </p:cNvPr>
                  <p:cNvSpPr/>
                  <p:nvPr/>
                </p:nvSpPr>
                <p:spPr>
                  <a:xfrm>
                    <a:off x="4626780" y="1129532"/>
                    <a:ext cx="46245" cy="11882"/>
                  </a:xfrm>
                  <a:custGeom>
                    <a:avLst/>
                    <a:gdLst>
                      <a:gd name="connsiteX0" fmla="*/ 46152 w 46245"/>
                      <a:gd name="connsiteY0" fmla="*/ 7113 h 11882"/>
                      <a:gd name="connsiteX1" fmla="*/ 21548 w 46245"/>
                      <a:gd name="connsiteY1" fmla="*/ 11856 h 11882"/>
                      <a:gd name="connsiteX2" fmla="*/ 3 w 46245"/>
                      <a:gd name="connsiteY2" fmla="*/ 4276 h 11882"/>
                      <a:gd name="connsiteX3" fmla="*/ 22169 w 46245"/>
                      <a:gd name="connsiteY3" fmla="*/ 286 h 11882"/>
                      <a:gd name="connsiteX4" fmla="*/ 46152 w 46245"/>
                      <a:gd name="connsiteY4" fmla="*/ 7113 h 118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245" h="11882">
                        <a:moveTo>
                          <a:pt x="46152" y="7113"/>
                        </a:moveTo>
                        <a:cubicBezTo>
                          <a:pt x="44511" y="11768"/>
                          <a:pt x="28153" y="11989"/>
                          <a:pt x="21548" y="11856"/>
                        </a:cubicBezTo>
                        <a:cubicBezTo>
                          <a:pt x="14987" y="11679"/>
                          <a:pt x="269" y="9551"/>
                          <a:pt x="3" y="4276"/>
                        </a:cubicBezTo>
                        <a:cubicBezTo>
                          <a:pt x="-263" y="-955"/>
                          <a:pt x="16893" y="-69"/>
                          <a:pt x="22169" y="286"/>
                        </a:cubicBezTo>
                        <a:cubicBezTo>
                          <a:pt x="27444" y="641"/>
                          <a:pt x="47792" y="2458"/>
                          <a:pt x="46152" y="7113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68" name="Forme libre : forme 20567">
                    <a:extLst>
                      <a:ext uri="{FF2B5EF4-FFF2-40B4-BE49-F238E27FC236}">
                        <a16:creationId xmlns:a16="http://schemas.microsoft.com/office/drawing/2014/main" id="{58C3BBE0-3A10-4659-BEC5-1DCA0E32EFC9}"/>
                      </a:ext>
                    </a:extLst>
                  </p:cNvPr>
                  <p:cNvSpPr/>
                  <p:nvPr/>
                </p:nvSpPr>
                <p:spPr>
                  <a:xfrm>
                    <a:off x="4602831" y="1122581"/>
                    <a:ext cx="56870" cy="25018"/>
                  </a:xfrm>
                  <a:custGeom>
                    <a:avLst/>
                    <a:gdLst>
                      <a:gd name="connsiteX0" fmla="*/ 234 w 56870"/>
                      <a:gd name="connsiteY0" fmla="*/ 8700 h 25018"/>
                      <a:gd name="connsiteX1" fmla="*/ 5643 w 56870"/>
                      <a:gd name="connsiteY1" fmla="*/ 14773 h 25018"/>
                      <a:gd name="connsiteX2" fmla="*/ 26212 w 56870"/>
                      <a:gd name="connsiteY2" fmla="*/ 23817 h 25018"/>
                      <a:gd name="connsiteX3" fmla="*/ 48555 w 56870"/>
                      <a:gd name="connsiteY3" fmla="*/ 24083 h 25018"/>
                      <a:gd name="connsiteX4" fmla="*/ 56712 w 56870"/>
                      <a:gd name="connsiteY4" fmla="*/ 18098 h 25018"/>
                      <a:gd name="connsiteX5" fmla="*/ 49708 w 56870"/>
                      <a:gd name="connsiteY5" fmla="*/ 15039 h 25018"/>
                      <a:gd name="connsiteX6" fmla="*/ 30601 w 56870"/>
                      <a:gd name="connsiteY6" fmla="*/ 7326 h 25018"/>
                      <a:gd name="connsiteX7" fmla="*/ 11406 w 56870"/>
                      <a:gd name="connsiteY7" fmla="*/ 11 h 25018"/>
                      <a:gd name="connsiteX8" fmla="*/ 234 w 56870"/>
                      <a:gd name="connsiteY8" fmla="*/ 8700 h 25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6870" h="25018">
                        <a:moveTo>
                          <a:pt x="234" y="8700"/>
                        </a:moveTo>
                        <a:cubicBezTo>
                          <a:pt x="1254" y="11715"/>
                          <a:pt x="2318" y="12690"/>
                          <a:pt x="5643" y="14773"/>
                        </a:cubicBezTo>
                        <a:cubicBezTo>
                          <a:pt x="11982" y="18763"/>
                          <a:pt x="17257" y="21999"/>
                          <a:pt x="26212" y="23817"/>
                        </a:cubicBezTo>
                        <a:cubicBezTo>
                          <a:pt x="33660" y="25324"/>
                          <a:pt x="42216" y="25413"/>
                          <a:pt x="48555" y="24083"/>
                        </a:cubicBezTo>
                        <a:cubicBezTo>
                          <a:pt x="53298" y="23063"/>
                          <a:pt x="57776" y="20980"/>
                          <a:pt x="56712" y="18098"/>
                        </a:cubicBezTo>
                        <a:cubicBezTo>
                          <a:pt x="56047" y="16325"/>
                          <a:pt x="52500" y="15970"/>
                          <a:pt x="49708" y="15039"/>
                        </a:cubicBezTo>
                        <a:cubicBezTo>
                          <a:pt x="43147" y="12823"/>
                          <a:pt x="36807" y="10917"/>
                          <a:pt x="30601" y="7326"/>
                        </a:cubicBezTo>
                        <a:cubicBezTo>
                          <a:pt x="25326" y="4267"/>
                          <a:pt x="19651" y="-255"/>
                          <a:pt x="11406" y="11"/>
                        </a:cubicBezTo>
                        <a:cubicBezTo>
                          <a:pt x="4002" y="189"/>
                          <a:pt x="-1184" y="4533"/>
                          <a:pt x="234" y="870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69" name="Forme libre : forme 20568">
                    <a:extLst>
                      <a:ext uri="{FF2B5EF4-FFF2-40B4-BE49-F238E27FC236}">
                        <a16:creationId xmlns:a16="http://schemas.microsoft.com/office/drawing/2014/main" id="{55B2457F-946F-49FC-8588-407A9F70A98D}"/>
                      </a:ext>
                    </a:extLst>
                  </p:cNvPr>
                  <p:cNvSpPr/>
                  <p:nvPr/>
                </p:nvSpPr>
                <p:spPr>
                  <a:xfrm>
                    <a:off x="4614562" y="1123346"/>
                    <a:ext cx="18968" cy="5024"/>
                  </a:xfrm>
                  <a:custGeom>
                    <a:avLst/>
                    <a:gdLst>
                      <a:gd name="connsiteX0" fmla="*/ 1892 w 18968"/>
                      <a:gd name="connsiteY0" fmla="*/ 2483 h 5024"/>
                      <a:gd name="connsiteX1" fmla="*/ 74 w 18968"/>
                      <a:gd name="connsiteY1" fmla="*/ 3546 h 5024"/>
                      <a:gd name="connsiteX2" fmla="*/ 1404 w 18968"/>
                      <a:gd name="connsiteY2" fmla="*/ 4743 h 5024"/>
                      <a:gd name="connsiteX3" fmla="*/ 4817 w 18968"/>
                      <a:gd name="connsiteY3" fmla="*/ 5009 h 5024"/>
                      <a:gd name="connsiteX4" fmla="*/ 13285 w 18968"/>
                      <a:gd name="connsiteY4" fmla="*/ 4566 h 5024"/>
                      <a:gd name="connsiteX5" fmla="*/ 16299 w 18968"/>
                      <a:gd name="connsiteY5" fmla="*/ 4034 h 5024"/>
                      <a:gd name="connsiteX6" fmla="*/ 14747 w 18968"/>
                      <a:gd name="connsiteY6" fmla="*/ 0 h 5024"/>
                      <a:gd name="connsiteX7" fmla="*/ 1892 w 18968"/>
                      <a:gd name="connsiteY7" fmla="*/ 2483 h 5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968" h="5024">
                        <a:moveTo>
                          <a:pt x="1892" y="2483"/>
                        </a:moveTo>
                        <a:cubicBezTo>
                          <a:pt x="1005" y="2793"/>
                          <a:pt x="384" y="3015"/>
                          <a:pt x="74" y="3546"/>
                        </a:cubicBezTo>
                        <a:cubicBezTo>
                          <a:pt x="-236" y="4079"/>
                          <a:pt x="473" y="4522"/>
                          <a:pt x="1404" y="4743"/>
                        </a:cubicBezTo>
                        <a:cubicBezTo>
                          <a:pt x="2335" y="5009"/>
                          <a:pt x="3753" y="5054"/>
                          <a:pt x="4817" y="5009"/>
                        </a:cubicBezTo>
                        <a:cubicBezTo>
                          <a:pt x="7610" y="4965"/>
                          <a:pt x="10580" y="4876"/>
                          <a:pt x="13285" y="4566"/>
                        </a:cubicBezTo>
                        <a:cubicBezTo>
                          <a:pt x="14393" y="4433"/>
                          <a:pt x="15412" y="4344"/>
                          <a:pt x="16299" y="4034"/>
                        </a:cubicBezTo>
                        <a:cubicBezTo>
                          <a:pt x="20023" y="2704"/>
                          <a:pt x="20156" y="44"/>
                          <a:pt x="14747" y="0"/>
                        </a:cubicBezTo>
                        <a:cubicBezTo>
                          <a:pt x="10536" y="0"/>
                          <a:pt x="5482" y="1241"/>
                          <a:pt x="1892" y="2483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70" name="Forme libre : forme 20569">
                    <a:extLst>
                      <a:ext uri="{FF2B5EF4-FFF2-40B4-BE49-F238E27FC236}">
                        <a16:creationId xmlns:a16="http://schemas.microsoft.com/office/drawing/2014/main" id="{2967D43D-3D41-442F-9DFE-42280939E6DD}"/>
                      </a:ext>
                    </a:extLst>
                  </p:cNvPr>
                  <p:cNvSpPr/>
                  <p:nvPr/>
                </p:nvSpPr>
                <p:spPr>
                  <a:xfrm>
                    <a:off x="4657327" y="1138818"/>
                    <a:ext cx="29391" cy="11747"/>
                  </a:xfrm>
                  <a:custGeom>
                    <a:avLst/>
                    <a:gdLst>
                      <a:gd name="connsiteX0" fmla="*/ 29391 w 29391"/>
                      <a:gd name="connsiteY0" fmla="*/ 0 h 11747"/>
                      <a:gd name="connsiteX1" fmla="*/ 0 w 29391"/>
                      <a:gd name="connsiteY1" fmla="*/ 11748 h 11747"/>
                      <a:gd name="connsiteX2" fmla="*/ 29391 w 29391"/>
                      <a:gd name="connsiteY2" fmla="*/ 0 h 11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391" h="11747">
                        <a:moveTo>
                          <a:pt x="29391" y="0"/>
                        </a:moveTo>
                        <a:cubicBezTo>
                          <a:pt x="24914" y="6339"/>
                          <a:pt x="9664" y="9797"/>
                          <a:pt x="0" y="11748"/>
                        </a:cubicBezTo>
                        <a:cubicBezTo>
                          <a:pt x="10551" y="9664"/>
                          <a:pt x="21678" y="4610"/>
                          <a:pt x="2939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71" name="Forme libre : forme 20570">
                    <a:extLst>
                      <a:ext uri="{FF2B5EF4-FFF2-40B4-BE49-F238E27FC236}">
                        <a16:creationId xmlns:a16="http://schemas.microsoft.com/office/drawing/2014/main" id="{5BC3BA5E-37FD-46EA-B2E3-613E0D0EC60F}"/>
                      </a:ext>
                    </a:extLst>
                  </p:cNvPr>
                  <p:cNvSpPr/>
                  <p:nvPr/>
                </p:nvSpPr>
                <p:spPr>
                  <a:xfrm>
                    <a:off x="4593357" y="1115588"/>
                    <a:ext cx="33203" cy="9309"/>
                  </a:xfrm>
                  <a:custGeom>
                    <a:avLst/>
                    <a:gdLst>
                      <a:gd name="connsiteX0" fmla="*/ 33204 w 33203"/>
                      <a:gd name="connsiteY0" fmla="*/ 0 h 9309"/>
                      <a:gd name="connsiteX1" fmla="*/ 0 w 33203"/>
                      <a:gd name="connsiteY1" fmla="*/ 9310 h 9309"/>
                      <a:gd name="connsiteX2" fmla="*/ 33204 w 33203"/>
                      <a:gd name="connsiteY2" fmla="*/ 0 h 9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203" h="9309">
                        <a:moveTo>
                          <a:pt x="33204" y="0"/>
                        </a:moveTo>
                        <a:cubicBezTo>
                          <a:pt x="20392" y="-44"/>
                          <a:pt x="8822" y="4345"/>
                          <a:pt x="0" y="9310"/>
                        </a:cubicBezTo>
                        <a:cubicBezTo>
                          <a:pt x="7980" y="4300"/>
                          <a:pt x="22299" y="1508"/>
                          <a:pt x="3320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72" name="Forme libre : forme 20571">
                    <a:extLst>
                      <a:ext uri="{FF2B5EF4-FFF2-40B4-BE49-F238E27FC236}">
                        <a16:creationId xmlns:a16="http://schemas.microsoft.com/office/drawing/2014/main" id="{185A8FCD-1A37-4071-BAC0-3EC76F1D45AD}"/>
                      </a:ext>
                    </a:extLst>
                  </p:cNvPr>
                  <p:cNvSpPr/>
                  <p:nvPr/>
                </p:nvSpPr>
                <p:spPr>
                  <a:xfrm>
                    <a:off x="4643200" y="1129475"/>
                    <a:ext cx="16979" cy="4664"/>
                  </a:xfrm>
                  <a:custGeom>
                    <a:avLst/>
                    <a:gdLst>
                      <a:gd name="connsiteX0" fmla="*/ 16831 w 16979"/>
                      <a:gd name="connsiteY0" fmla="*/ 3845 h 4664"/>
                      <a:gd name="connsiteX1" fmla="*/ 6768 w 16979"/>
                      <a:gd name="connsiteY1" fmla="*/ 3978 h 4664"/>
                      <a:gd name="connsiteX2" fmla="*/ 207 w 16979"/>
                      <a:gd name="connsiteY2" fmla="*/ 831 h 4664"/>
                      <a:gd name="connsiteX3" fmla="*/ 9694 w 16979"/>
                      <a:gd name="connsiteY3" fmla="*/ 742 h 4664"/>
                      <a:gd name="connsiteX4" fmla="*/ 16831 w 16979"/>
                      <a:gd name="connsiteY4" fmla="*/ 3845 h 4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79" h="4664">
                        <a:moveTo>
                          <a:pt x="16831" y="3845"/>
                        </a:moveTo>
                        <a:cubicBezTo>
                          <a:pt x="15634" y="5397"/>
                          <a:pt x="8851" y="4333"/>
                          <a:pt x="6768" y="3978"/>
                        </a:cubicBezTo>
                        <a:cubicBezTo>
                          <a:pt x="4684" y="3624"/>
                          <a:pt x="-1168" y="2427"/>
                          <a:pt x="207" y="831"/>
                        </a:cubicBezTo>
                        <a:cubicBezTo>
                          <a:pt x="1581" y="-809"/>
                          <a:pt x="7743" y="432"/>
                          <a:pt x="9694" y="742"/>
                        </a:cubicBezTo>
                        <a:cubicBezTo>
                          <a:pt x="11644" y="1052"/>
                          <a:pt x="18028" y="2294"/>
                          <a:pt x="16831" y="3845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73" name="Forme libre : forme 20572">
                    <a:extLst>
                      <a:ext uri="{FF2B5EF4-FFF2-40B4-BE49-F238E27FC236}">
                        <a16:creationId xmlns:a16="http://schemas.microsoft.com/office/drawing/2014/main" id="{94E7B19C-3156-49C8-99D5-98B410F8A3AB}"/>
                      </a:ext>
                    </a:extLst>
                  </p:cNvPr>
                  <p:cNvSpPr/>
                  <p:nvPr/>
                </p:nvSpPr>
                <p:spPr>
                  <a:xfrm>
                    <a:off x="4657851" y="1132111"/>
                    <a:ext cx="4848" cy="1620"/>
                  </a:xfrm>
                  <a:custGeom>
                    <a:avLst/>
                    <a:gdLst>
                      <a:gd name="connsiteX0" fmla="*/ 4840 w 4848"/>
                      <a:gd name="connsiteY0" fmla="*/ 943 h 1620"/>
                      <a:gd name="connsiteX1" fmla="*/ 2579 w 4848"/>
                      <a:gd name="connsiteY1" fmla="*/ 1608 h 1620"/>
                      <a:gd name="connsiteX2" fmla="*/ 8 w 4848"/>
                      <a:gd name="connsiteY2" fmla="*/ 677 h 1620"/>
                      <a:gd name="connsiteX3" fmla="*/ 2225 w 4848"/>
                      <a:gd name="connsiteY3" fmla="*/ 12 h 1620"/>
                      <a:gd name="connsiteX4" fmla="*/ 4840 w 4848"/>
                      <a:gd name="connsiteY4" fmla="*/ 943 h 1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48" h="1620">
                        <a:moveTo>
                          <a:pt x="4840" y="943"/>
                        </a:moveTo>
                        <a:cubicBezTo>
                          <a:pt x="4973" y="1608"/>
                          <a:pt x="3377" y="1653"/>
                          <a:pt x="2579" y="1608"/>
                        </a:cubicBezTo>
                        <a:cubicBezTo>
                          <a:pt x="1782" y="1564"/>
                          <a:pt x="141" y="1342"/>
                          <a:pt x="8" y="677"/>
                        </a:cubicBezTo>
                        <a:cubicBezTo>
                          <a:pt x="-125" y="12"/>
                          <a:pt x="1382" y="-32"/>
                          <a:pt x="2225" y="12"/>
                        </a:cubicBezTo>
                        <a:cubicBezTo>
                          <a:pt x="3023" y="57"/>
                          <a:pt x="4707" y="278"/>
                          <a:pt x="4840" y="94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74" name="Forme libre : forme 20573">
                    <a:extLst>
                      <a:ext uri="{FF2B5EF4-FFF2-40B4-BE49-F238E27FC236}">
                        <a16:creationId xmlns:a16="http://schemas.microsoft.com/office/drawing/2014/main" id="{66978DFE-4BB0-4531-8ECB-B9C636DEB34B}"/>
                      </a:ext>
                    </a:extLst>
                  </p:cNvPr>
                  <p:cNvSpPr/>
                  <p:nvPr/>
                </p:nvSpPr>
                <p:spPr>
                  <a:xfrm>
                    <a:off x="4643635" y="1118823"/>
                    <a:ext cx="41321" cy="18266"/>
                  </a:xfrm>
                  <a:custGeom>
                    <a:avLst/>
                    <a:gdLst>
                      <a:gd name="connsiteX0" fmla="*/ 31203 w 41321"/>
                      <a:gd name="connsiteY0" fmla="*/ 8291 h 18266"/>
                      <a:gd name="connsiteX1" fmla="*/ 41089 w 41321"/>
                      <a:gd name="connsiteY1" fmla="*/ 15739 h 18266"/>
                      <a:gd name="connsiteX2" fmla="*/ 37985 w 41321"/>
                      <a:gd name="connsiteY2" fmla="*/ 18266 h 18266"/>
                      <a:gd name="connsiteX3" fmla="*/ 33020 w 41321"/>
                      <a:gd name="connsiteY3" fmla="*/ 16404 h 18266"/>
                      <a:gd name="connsiteX4" fmla="*/ 18436 w 41321"/>
                      <a:gd name="connsiteY4" fmla="*/ 9488 h 18266"/>
                      <a:gd name="connsiteX5" fmla="*/ 437 w 41321"/>
                      <a:gd name="connsiteY5" fmla="*/ 1598 h 18266"/>
                      <a:gd name="connsiteX6" fmla="*/ 21849 w 41321"/>
                      <a:gd name="connsiteY6" fmla="*/ 2661 h 18266"/>
                      <a:gd name="connsiteX7" fmla="*/ 31203 w 41321"/>
                      <a:gd name="connsiteY7" fmla="*/ 8291 h 18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1321" h="18266">
                        <a:moveTo>
                          <a:pt x="31203" y="8291"/>
                        </a:moveTo>
                        <a:cubicBezTo>
                          <a:pt x="35503" y="10730"/>
                          <a:pt x="38650" y="12459"/>
                          <a:pt x="41089" y="15739"/>
                        </a:cubicBezTo>
                        <a:cubicBezTo>
                          <a:pt x="41975" y="16936"/>
                          <a:pt x="40202" y="18310"/>
                          <a:pt x="37985" y="18266"/>
                        </a:cubicBezTo>
                        <a:cubicBezTo>
                          <a:pt x="35769" y="18177"/>
                          <a:pt x="34439" y="17291"/>
                          <a:pt x="33020" y="16404"/>
                        </a:cubicBezTo>
                        <a:cubicBezTo>
                          <a:pt x="28587" y="13611"/>
                          <a:pt x="23800" y="11572"/>
                          <a:pt x="18436" y="9488"/>
                        </a:cubicBezTo>
                        <a:cubicBezTo>
                          <a:pt x="15066" y="8203"/>
                          <a:pt x="-3021" y="4967"/>
                          <a:pt x="437" y="1598"/>
                        </a:cubicBezTo>
                        <a:cubicBezTo>
                          <a:pt x="3895" y="-1772"/>
                          <a:pt x="17372" y="977"/>
                          <a:pt x="21849" y="2661"/>
                        </a:cubicBezTo>
                        <a:cubicBezTo>
                          <a:pt x="26282" y="4302"/>
                          <a:pt x="27967" y="6430"/>
                          <a:pt x="31203" y="8291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550" name="Graphique 2">
                  <a:extLst>
                    <a:ext uri="{FF2B5EF4-FFF2-40B4-BE49-F238E27FC236}">
                      <a16:creationId xmlns:a16="http://schemas.microsoft.com/office/drawing/2014/main" id="{141112A1-192C-4A57-8E3C-11718D606CFD}"/>
                    </a:ext>
                  </a:extLst>
                </p:cNvPr>
                <p:cNvGrpSpPr/>
                <p:nvPr/>
              </p:nvGrpSpPr>
              <p:grpSpPr>
                <a:xfrm>
                  <a:off x="4689470" y="1113009"/>
                  <a:ext cx="99564" cy="37986"/>
                  <a:chOff x="4689470" y="1113009"/>
                  <a:chExt cx="99564" cy="37986"/>
                </a:xfrm>
                <a:solidFill>
                  <a:schemeClr val="accent1"/>
                </a:solidFill>
              </p:grpSpPr>
              <p:sp>
                <p:nvSpPr>
                  <p:cNvPr id="20551" name="Forme libre : forme 20550">
                    <a:extLst>
                      <a:ext uri="{FF2B5EF4-FFF2-40B4-BE49-F238E27FC236}">
                        <a16:creationId xmlns:a16="http://schemas.microsoft.com/office/drawing/2014/main" id="{C840670F-F390-421C-8D3E-AC58D9D2BD5A}"/>
                      </a:ext>
                    </a:extLst>
                  </p:cNvPr>
                  <p:cNvSpPr/>
                  <p:nvPr/>
                </p:nvSpPr>
                <p:spPr>
                  <a:xfrm>
                    <a:off x="4689470" y="1113009"/>
                    <a:ext cx="99564" cy="37986"/>
                  </a:xfrm>
                  <a:custGeom>
                    <a:avLst/>
                    <a:gdLst>
                      <a:gd name="connsiteX0" fmla="*/ 68710 w 99564"/>
                      <a:gd name="connsiteY0" fmla="*/ 34852 h 37986"/>
                      <a:gd name="connsiteX1" fmla="*/ 35063 w 99564"/>
                      <a:gd name="connsiteY1" fmla="*/ 37956 h 37986"/>
                      <a:gd name="connsiteX2" fmla="*/ 2302 w 99564"/>
                      <a:gd name="connsiteY2" fmla="*/ 27183 h 37986"/>
                      <a:gd name="connsiteX3" fmla="*/ 1992 w 99564"/>
                      <a:gd name="connsiteY3" fmla="*/ 17164 h 37986"/>
                      <a:gd name="connsiteX4" fmla="*/ 32979 w 99564"/>
                      <a:gd name="connsiteY4" fmla="*/ 2890 h 37986"/>
                      <a:gd name="connsiteX5" fmla="*/ 64011 w 99564"/>
                      <a:gd name="connsiteY5" fmla="*/ 97 h 37986"/>
                      <a:gd name="connsiteX6" fmla="*/ 96107 w 99564"/>
                      <a:gd name="connsiteY6" fmla="*/ 9628 h 37986"/>
                      <a:gd name="connsiteX7" fmla="*/ 98500 w 99564"/>
                      <a:gd name="connsiteY7" fmla="*/ 19159 h 37986"/>
                      <a:gd name="connsiteX8" fmla="*/ 68710 w 99564"/>
                      <a:gd name="connsiteY8" fmla="*/ 34852 h 37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564" h="37986">
                        <a:moveTo>
                          <a:pt x="68710" y="34852"/>
                        </a:moveTo>
                        <a:cubicBezTo>
                          <a:pt x="60819" y="36094"/>
                          <a:pt x="43441" y="37690"/>
                          <a:pt x="35063" y="37956"/>
                        </a:cubicBezTo>
                        <a:cubicBezTo>
                          <a:pt x="19414" y="38399"/>
                          <a:pt x="10947" y="34054"/>
                          <a:pt x="2302" y="27183"/>
                        </a:cubicBezTo>
                        <a:cubicBezTo>
                          <a:pt x="-668" y="24789"/>
                          <a:pt x="-757" y="19736"/>
                          <a:pt x="1992" y="17164"/>
                        </a:cubicBezTo>
                        <a:cubicBezTo>
                          <a:pt x="9972" y="9761"/>
                          <a:pt x="18616" y="4840"/>
                          <a:pt x="32979" y="2890"/>
                        </a:cubicBezTo>
                        <a:cubicBezTo>
                          <a:pt x="40649" y="1826"/>
                          <a:pt x="56076" y="496"/>
                          <a:pt x="64011" y="97"/>
                        </a:cubicBezTo>
                        <a:cubicBezTo>
                          <a:pt x="78862" y="-701"/>
                          <a:pt x="87285" y="3510"/>
                          <a:pt x="96107" y="9628"/>
                        </a:cubicBezTo>
                        <a:cubicBezTo>
                          <a:pt x="99165" y="11756"/>
                          <a:pt x="100761" y="16411"/>
                          <a:pt x="98500" y="19159"/>
                        </a:cubicBezTo>
                        <a:cubicBezTo>
                          <a:pt x="92028" y="27094"/>
                          <a:pt x="83517" y="32547"/>
                          <a:pt x="68710" y="3485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52" name="Forme libre : forme 20551">
                    <a:extLst>
                      <a:ext uri="{FF2B5EF4-FFF2-40B4-BE49-F238E27FC236}">
                        <a16:creationId xmlns:a16="http://schemas.microsoft.com/office/drawing/2014/main" id="{7710CD52-A647-493F-9E07-1CF690B124DE}"/>
                      </a:ext>
                    </a:extLst>
                  </p:cNvPr>
                  <p:cNvSpPr/>
                  <p:nvPr/>
                </p:nvSpPr>
                <p:spPr>
                  <a:xfrm>
                    <a:off x="4689600" y="1131991"/>
                    <a:ext cx="98459" cy="18912"/>
                  </a:xfrm>
                  <a:custGeom>
                    <a:avLst/>
                    <a:gdLst>
                      <a:gd name="connsiteX0" fmla="*/ 39056 w 98459"/>
                      <a:gd name="connsiteY0" fmla="*/ 5985 h 18912"/>
                      <a:gd name="connsiteX1" fmla="*/ 0 w 98459"/>
                      <a:gd name="connsiteY1" fmla="*/ 4167 h 18912"/>
                      <a:gd name="connsiteX2" fmla="*/ 2172 w 98459"/>
                      <a:gd name="connsiteY2" fmla="*/ 8113 h 18912"/>
                      <a:gd name="connsiteX3" fmla="*/ 6650 w 98459"/>
                      <a:gd name="connsiteY3" fmla="*/ 11437 h 18912"/>
                      <a:gd name="connsiteX4" fmla="*/ 21634 w 98459"/>
                      <a:gd name="connsiteY4" fmla="*/ 17865 h 18912"/>
                      <a:gd name="connsiteX5" fmla="*/ 34888 w 98459"/>
                      <a:gd name="connsiteY5" fmla="*/ 18885 h 18912"/>
                      <a:gd name="connsiteX6" fmla="*/ 40341 w 98459"/>
                      <a:gd name="connsiteY6" fmla="*/ 18619 h 18912"/>
                      <a:gd name="connsiteX7" fmla="*/ 66053 w 98459"/>
                      <a:gd name="connsiteY7" fmla="*/ 16136 h 18912"/>
                      <a:gd name="connsiteX8" fmla="*/ 68536 w 98459"/>
                      <a:gd name="connsiteY8" fmla="*/ 15782 h 18912"/>
                      <a:gd name="connsiteX9" fmla="*/ 82101 w 98459"/>
                      <a:gd name="connsiteY9" fmla="*/ 12147 h 18912"/>
                      <a:gd name="connsiteX10" fmla="*/ 95090 w 98459"/>
                      <a:gd name="connsiteY10" fmla="*/ 3679 h 18912"/>
                      <a:gd name="connsiteX11" fmla="*/ 98370 w 98459"/>
                      <a:gd name="connsiteY11" fmla="*/ 133 h 18912"/>
                      <a:gd name="connsiteX12" fmla="*/ 98459 w 98459"/>
                      <a:gd name="connsiteY12" fmla="*/ 0 h 18912"/>
                      <a:gd name="connsiteX13" fmla="*/ 39056 w 98459"/>
                      <a:gd name="connsiteY13" fmla="*/ 5985 h 18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8459" h="18912">
                        <a:moveTo>
                          <a:pt x="39056" y="5985"/>
                        </a:moveTo>
                        <a:cubicBezTo>
                          <a:pt x="25579" y="7891"/>
                          <a:pt x="10861" y="8600"/>
                          <a:pt x="0" y="4167"/>
                        </a:cubicBezTo>
                        <a:cubicBezTo>
                          <a:pt x="266" y="5674"/>
                          <a:pt x="975" y="7137"/>
                          <a:pt x="2172" y="8113"/>
                        </a:cubicBezTo>
                        <a:cubicBezTo>
                          <a:pt x="3679" y="9310"/>
                          <a:pt x="5142" y="10418"/>
                          <a:pt x="6650" y="11437"/>
                        </a:cubicBezTo>
                        <a:cubicBezTo>
                          <a:pt x="11038" y="14363"/>
                          <a:pt x="15738" y="16624"/>
                          <a:pt x="21634" y="17865"/>
                        </a:cubicBezTo>
                        <a:cubicBezTo>
                          <a:pt x="25446" y="18663"/>
                          <a:pt x="29790" y="19018"/>
                          <a:pt x="34888" y="18885"/>
                        </a:cubicBezTo>
                        <a:cubicBezTo>
                          <a:pt x="36440" y="18841"/>
                          <a:pt x="38302" y="18752"/>
                          <a:pt x="40341" y="18619"/>
                        </a:cubicBezTo>
                        <a:cubicBezTo>
                          <a:pt x="48321" y="18087"/>
                          <a:pt x="59182" y="17023"/>
                          <a:pt x="66053" y="16136"/>
                        </a:cubicBezTo>
                        <a:cubicBezTo>
                          <a:pt x="66940" y="16003"/>
                          <a:pt x="67782" y="15915"/>
                          <a:pt x="68536" y="15782"/>
                        </a:cubicBezTo>
                        <a:cubicBezTo>
                          <a:pt x="73811" y="14984"/>
                          <a:pt x="78244" y="13743"/>
                          <a:pt x="82101" y="12147"/>
                        </a:cubicBezTo>
                        <a:cubicBezTo>
                          <a:pt x="87376" y="9930"/>
                          <a:pt x="91499" y="7004"/>
                          <a:pt x="95090" y="3679"/>
                        </a:cubicBezTo>
                        <a:cubicBezTo>
                          <a:pt x="96243" y="2571"/>
                          <a:pt x="97351" y="1374"/>
                          <a:pt x="98370" y="133"/>
                        </a:cubicBezTo>
                        <a:cubicBezTo>
                          <a:pt x="98415" y="89"/>
                          <a:pt x="98415" y="44"/>
                          <a:pt x="98459" y="0"/>
                        </a:cubicBezTo>
                        <a:cubicBezTo>
                          <a:pt x="78776" y="1729"/>
                          <a:pt x="58340" y="3236"/>
                          <a:pt x="39056" y="5985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53" name="Forme libre : forme 20552">
                    <a:extLst>
                      <a:ext uri="{FF2B5EF4-FFF2-40B4-BE49-F238E27FC236}">
                        <a16:creationId xmlns:a16="http://schemas.microsoft.com/office/drawing/2014/main" id="{6CB1BEEC-9FAC-4104-823E-1395A6F19592}"/>
                      </a:ext>
                    </a:extLst>
                  </p:cNvPr>
                  <p:cNvSpPr/>
                  <p:nvPr/>
                </p:nvSpPr>
                <p:spPr>
                  <a:xfrm>
                    <a:off x="4724028" y="1126240"/>
                    <a:ext cx="46050" cy="12099"/>
                  </a:xfrm>
                  <a:custGeom>
                    <a:avLst/>
                    <a:gdLst>
                      <a:gd name="connsiteX0" fmla="*/ 46033 w 46050"/>
                      <a:gd name="connsiteY0" fmla="*/ 3712 h 12099"/>
                      <a:gd name="connsiteX1" fmla="*/ 22670 w 46050"/>
                      <a:gd name="connsiteY1" fmla="*/ 11780 h 12099"/>
                      <a:gd name="connsiteX2" fmla="*/ 17 w 46050"/>
                      <a:gd name="connsiteY2" fmla="*/ 7524 h 12099"/>
                      <a:gd name="connsiteX3" fmla="*/ 21429 w 46050"/>
                      <a:gd name="connsiteY3" fmla="*/ 298 h 12099"/>
                      <a:gd name="connsiteX4" fmla="*/ 46033 w 46050"/>
                      <a:gd name="connsiteY4" fmla="*/ 3712 h 12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50" h="12099">
                        <a:moveTo>
                          <a:pt x="46033" y="3712"/>
                        </a:moveTo>
                        <a:cubicBezTo>
                          <a:pt x="46698" y="8367"/>
                          <a:pt x="28744" y="11160"/>
                          <a:pt x="22670" y="11780"/>
                        </a:cubicBezTo>
                        <a:cubicBezTo>
                          <a:pt x="16597" y="12401"/>
                          <a:pt x="638" y="12622"/>
                          <a:pt x="17" y="7524"/>
                        </a:cubicBezTo>
                        <a:cubicBezTo>
                          <a:pt x="-603" y="2426"/>
                          <a:pt x="15755" y="609"/>
                          <a:pt x="21429" y="298"/>
                        </a:cubicBezTo>
                        <a:cubicBezTo>
                          <a:pt x="27103" y="-12"/>
                          <a:pt x="45368" y="-987"/>
                          <a:pt x="46033" y="3712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54" name="Forme libre : forme 20553">
                    <a:extLst>
                      <a:ext uri="{FF2B5EF4-FFF2-40B4-BE49-F238E27FC236}">
                        <a16:creationId xmlns:a16="http://schemas.microsoft.com/office/drawing/2014/main" id="{D3EE9D97-BD85-4C4A-85E7-B0C5914A4CD9}"/>
                      </a:ext>
                    </a:extLst>
                  </p:cNvPr>
                  <p:cNvSpPr/>
                  <p:nvPr/>
                </p:nvSpPr>
                <p:spPr>
                  <a:xfrm>
                    <a:off x="4723711" y="1128311"/>
                    <a:ext cx="33006" cy="10013"/>
                  </a:xfrm>
                  <a:custGeom>
                    <a:avLst/>
                    <a:gdLst>
                      <a:gd name="connsiteX0" fmla="*/ 9599 w 33006"/>
                      <a:gd name="connsiteY0" fmla="*/ 0 h 10013"/>
                      <a:gd name="connsiteX1" fmla="*/ 157 w 33006"/>
                      <a:gd name="connsiteY1" fmla="*/ 5497 h 10013"/>
                      <a:gd name="connsiteX2" fmla="*/ 23298 w 33006"/>
                      <a:gd name="connsiteY2" fmla="*/ 9708 h 10013"/>
                      <a:gd name="connsiteX3" fmla="*/ 33006 w 33006"/>
                      <a:gd name="connsiteY3" fmla="*/ 8024 h 10013"/>
                      <a:gd name="connsiteX4" fmla="*/ 27731 w 33006"/>
                      <a:gd name="connsiteY4" fmla="*/ 8201 h 10013"/>
                      <a:gd name="connsiteX5" fmla="*/ 9599 w 33006"/>
                      <a:gd name="connsiteY5" fmla="*/ 0 h 10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006" h="10013">
                        <a:moveTo>
                          <a:pt x="9599" y="0"/>
                        </a:moveTo>
                        <a:cubicBezTo>
                          <a:pt x="6807" y="1153"/>
                          <a:pt x="-1217" y="2394"/>
                          <a:pt x="157" y="5497"/>
                        </a:cubicBezTo>
                        <a:cubicBezTo>
                          <a:pt x="2329" y="10462"/>
                          <a:pt x="15629" y="10329"/>
                          <a:pt x="23298" y="9708"/>
                        </a:cubicBezTo>
                        <a:cubicBezTo>
                          <a:pt x="25559" y="9531"/>
                          <a:pt x="30524" y="8689"/>
                          <a:pt x="33006" y="8024"/>
                        </a:cubicBezTo>
                        <a:cubicBezTo>
                          <a:pt x="31543" y="8113"/>
                          <a:pt x="29105" y="8334"/>
                          <a:pt x="27731" y="8201"/>
                        </a:cubicBezTo>
                        <a:cubicBezTo>
                          <a:pt x="19840" y="7226"/>
                          <a:pt x="10530" y="5541"/>
                          <a:pt x="9599" y="0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55" name="Forme libre : forme 20554">
                    <a:extLst>
                      <a:ext uri="{FF2B5EF4-FFF2-40B4-BE49-F238E27FC236}">
                        <a16:creationId xmlns:a16="http://schemas.microsoft.com/office/drawing/2014/main" id="{71182683-2FF5-4F2F-A5CA-C1BDD01AA2EA}"/>
                      </a:ext>
                    </a:extLst>
                  </p:cNvPr>
                  <p:cNvSpPr/>
                  <p:nvPr/>
                </p:nvSpPr>
                <p:spPr>
                  <a:xfrm>
                    <a:off x="4726528" y="1127201"/>
                    <a:ext cx="46134" cy="12367"/>
                  </a:xfrm>
                  <a:custGeom>
                    <a:avLst/>
                    <a:gdLst>
                      <a:gd name="connsiteX0" fmla="*/ 46104 w 46134"/>
                      <a:gd name="connsiteY0" fmla="*/ 3682 h 12367"/>
                      <a:gd name="connsiteX1" fmla="*/ 22475 w 46134"/>
                      <a:gd name="connsiteY1" fmla="*/ 11971 h 12367"/>
                      <a:gd name="connsiteX2" fmla="*/ 44 w 46134"/>
                      <a:gd name="connsiteY2" fmla="*/ 7671 h 12367"/>
                      <a:gd name="connsiteX3" fmla="*/ 21367 w 46134"/>
                      <a:gd name="connsiteY3" fmla="*/ 445 h 12367"/>
                      <a:gd name="connsiteX4" fmla="*/ 46104 w 46134"/>
                      <a:gd name="connsiteY4" fmla="*/ 3682 h 12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134" h="12367">
                        <a:moveTo>
                          <a:pt x="46104" y="3682"/>
                        </a:moveTo>
                        <a:cubicBezTo>
                          <a:pt x="45173" y="8514"/>
                          <a:pt x="28992" y="11174"/>
                          <a:pt x="22475" y="11971"/>
                        </a:cubicBezTo>
                        <a:cubicBezTo>
                          <a:pt x="15959" y="12769"/>
                          <a:pt x="1063" y="12814"/>
                          <a:pt x="44" y="7671"/>
                        </a:cubicBezTo>
                        <a:cubicBezTo>
                          <a:pt x="-976" y="2529"/>
                          <a:pt x="16092" y="889"/>
                          <a:pt x="21367" y="445"/>
                        </a:cubicBezTo>
                        <a:cubicBezTo>
                          <a:pt x="26687" y="2"/>
                          <a:pt x="47035" y="-1151"/>
                          <a:pt x="46104" y="3682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56" name="Forme libre : forme 20555">
                    <a:extLst>
                      <a:ext uri="{FF2B5EF4-FFF2-40B4-BE49-F238E27FC236}">
                        <a16:creationId xmlns:a16="http://schemas.microsoft.com/office/drawing/2014/main" id="{86F286CD-39B6-4B9E-9C13-947FD026BEDC}"/>
                      </a:ext>
                    </a:extLst>
                  </p:cNvPr>
                  <p:cNvSpPr/>
                  <p:nvPr/>
                </p:nvSpPr>
                <p:spPr>
                  <a:xfrm>
                    <a:off x="4702246" y="1125140"/>
                    <a:ext cx="58051" cy="21822"/>
                  </a:xfrm>
                  <a:custGeom>
                    <a:avLst/>
                    <a:gdLst>
                      <a:gd name="connsiteX0" fmla="*/ 475 w 58051"/>
                      <a:gd name="connsiteY0" fmla="*/ 10663 h 21822"/>
                      <a:gd name="connsiteX1" fmla="*/ 6726 w 58051"/>
                      <a:gd name="connsiteY1" fmla="*/ 15850 h 21822"/>
                      <a:gd name="connsiteX2" fmla="*/ 28404 w 58051"/>
                      <a:gd name="connsiteY2" fmla="*/ 21746 h 21822"/>
                      <a:gd name="connsiteX3" fmla="*/ 50525 w 58051"/>
                      <a:gd name="connsiteY3" fmla="*/ 18687 h 21822"/>
                      <a:gd name="connsiteX4" fmla="*/ 57751 w 58051"/>
                      <a:gd name="connsiteY4" fmla="*/ 11550 h 21822"/>
                      <a:gd name="connsiteX5" fmla="*/ 50392 w 58051"/>
                      <a:gd name="connsiteY5" fmla="*/ 9555 h 21822"/>
                      <a:gd name="connsiteX6" fmla="*/ 30354 w 58051"/>
                      <a:gd name="connsiteY6" fmla="*/ 4767 h 21822"/>
                      <a:gd name="connsiteX7" fmla="*/ 10273 w 58051"/>
                      <a:gd name="connsiteY7" fmla="*/ 334 h 21822"/>
                      <a:gd name="connsiteX8" fmla="*/ 475 w 58051"/>
                      <a:gd name="connsiteY8" fmla="*/ 10663 h 21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051" h="21822">
                        <a:moveTo>
                          <a:pt x="475" y="10663"/>
                        </a:moveTo>
                        <a:cubicBezTo>
                          <a:pt x="1938" y="13456"/>
                          <a:pt x="3135" y="14299"/>
                          <a:pt x="6726" y="15850"/>
                        </a:cubicBezTo>
                        <a:cubicBezTo>
                          <a:pt x="13553" y="18865"/>
                          <a:pt x="19272" y="21259"/>
                          <a:pt x="28404" y="21746"/>
                        </a:cubicBezTo>
                        <a:cubicBezTo>
                          <a:pt x="35984" y="22145"/>
                          <a:pt x="44452" y="20948"/>
                          <a:pt x="50525" y="18687"/>
                        </a:cubicBezTo>
                        <a:cubicBezTo>
                          <a:pt x="55091" y="17003"/>
                          <a:pt x="59214" y="14254"/>
                          <a:pt x="57751" y="11550"/>
                        </a:cubicBezTo>
                        <a:cubicBezTo>
                          <a:pt x="56864" y="9865"/>
                          <a:pt x="53274" y="10087"/>
                          <a:pt x="50392" y="9555"/>
                        </a:cubicBezTo>
                        <a:cubicBezTo>
                          <a:pt x="43565" y="8314"/>
                          <a:pt x="37004" y="7383"/>
                          <a:pt x="30354" y="4767"/>
                        </a:cubicBezTo>
                        <a:cubicBezTo>
                          <a:pt x="24680" y="2551"/>
                          <a:pt x="18429" y="-1129"/>
                          <a:pt x="10273" y="334"/>
                        </a:cubicBezTo>
                        <a:cubicBezTo>
                          <a:pt x="2958" y="1709"/>
                          <a:pt x="-1520" y="6762"/>
                          <a:pt x="475" y="1066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57" name="Forme libre : forme 20556">
                    <a:extLst>
                      <a:ext uri="{FF2B5EF4-FFF2-40B4-BE49-F238E27FC236}">
                        <a16:creationId xmlns:a16="http://schemas.microsoft.com/office/drawing/2014/main" id="{10A8ADC1-5B66-406E-A184-E2E8D35CFA2E}"/>
                      </a:ext>
                    </a:extLst>
                  </p:cNvPr>
                  <p:cNvSpPr/>
                  <p:nvPr/>
                </p:nvSpPr>
                <p:spPr>
                  <a:xfrm>
                    <a:off x="4713499" y="1124025"/>
                    <a:ext cx="18453" cy="6796"/>
                  </a:xfrm>
                  <a:custGeom>
                    <a:avLst/>
                    <a:gdLst>
                      <a:gd name="connsiteX0" fmla="*/ 1679 w 18453"/>
                      <a:gd name="connsiteY0" fmla="*/ 4419 h 6796"/>
                      <a:gd name="connsiteX1" fmla="*/ 39 w 18453"/>
                      <a:gd name="connsiteY1" fmla="*/ 5749 h 6796"/>
                      <a:gd name="connsiteX2" fmla="*/ 1502 w 18453"/>
                      <a:gd name="connsiteY2" fmla="*/ 6769 h 6796"/>
                      <a:gd name="connsiteX3" fmla="*/ 4915 w 18453"/>
                      <a:gd name="connsiteY3" fmla="*/ 6547 h 6796"/>
                      <a:gd name="connsiteX4" fmla="*/ 13205 w 18453"/>
                      <a:gd name="connsiteY4" fmla="*/ 4862 h 6796"/>
                      <a:gd name="connsiteX5" fmla="*/ 16131 w 18453"/>
                      <a:gd name="connsiteY5" fmla="*/ 3887 h 6796"/>
                      <a:gd name="connsiteX6" fmla="*/ 14003 w 18453"/>
                      <a:gd name="connsiteY6" fmla="*/ 119 h 6796"/>
                      <a:gd name="connsiteX7" fmla="*/ 1679 w 18453"/>
                      <a:gd name="connsiteY7" fmla="*/ 4419 h 6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453" h="6796">
                        <a:moveTo>
                          <a:pt x="1679" y="4419"/>
                        </a:moveTo>
                        <a:cubicBezTo>
                          <a:pt x="837" y="4862"/>
                          <a:pt x="261" y="5173"/>
                          <a:pt x="39" y="5749"/>
                        </a:cubicBezTo>
                        <a:cubicBezTo>
                          <a:pt x="-183" y="6325"/>
                          <a:pt x="571" y="6636"/>
                          <a:pt x="1502" y="6769"/>
                        </a:cubicBezTo>
                        <a:cubicBezTo>
                          <a:pt x="2477" y="6857"/>
                          <a:pt x="3851" y="6724"/>
                          <a:pt x="4915" y="6547"/>
                        </a:cubicBezTo>
                        <a:cubicBezTo>
                          <a:pt x="7664" y="6104"/>
                          <a:pt x="10590" y="5572"/>
                          <a:pt x="13205" y="4862"/>
                        </a:cubicBezTo>
                        <a:cubicBezTo>
                          <a:pt x="14269" y="4552"/>
                          <a:pt x="15289" y="4330"/>
                          <a:pt x="16131" y="3887"/>
                        </a:cubicBezTo>
                        <a:cubicBezTo>
                          <a:pt x="19633" y="2025"/>
                          <a:pt x="19367" y="-590"/>
                          <a:pt x="14003" y="119"/>
                        </a:cubicBezTo>
                        <a:cubicBezTo>
                          <a:pt x="9836" y="695"/>
                          <a:pt x="5048" y="2690"/>
                          <a:pt x="1679" y="441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58" name="Forme libre : forme 20557">
                    <a:extLst>
                      <a:ext uri="{FF2B5EF4-FFF2-40B4-BE49-F238E27FC236}">
                        <a16:creationId xmlns:a16="http://schemas.microsoft.com/office/drawing/2014/main" id="{548C18A7-4B39-4F0D-A9E7-57206BBDAC15}"/>
                      </a:ext>
                    </a:extLst>
                  </p:cNvPr>
                  <p:cNvSpPr/>
                  <p:nvPr/>
                </p:nvSpPr>
                <p:spPr>
                  <a:xfrm>
                    <a:off x="4759244" y="1130971"/>
                    <a:ext cx="27307" cy="15959"/>
                  </a:xfrm>
                  <a:custGeom>
                    <a:avLst/>
                    <a:gdLst>
                      <a:gd name="connsiteX0" fmla="*/ 27308 w 27307"/>
                      <a:gd name="connsiteY0" fmla="*/ 0 h 15959"/>
                      <a:gd name="connsiteX1" fmla="*/ 0 w 27307"/>
                      <a:gd name="connsiteY1" fmla="*/ 15959 h 15959"/>
                      <a:gd name="connsiteX2" fmla="*/ 27308 w 27307"/>
                      <a:gd name="connsiteY2" fmla="*/ 0 h 1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307" h="15959">
                        <a:moveTo>
                          <a:pt x="27308" y="0"/>
                        </a:moveTo>
                        <a:cubicBezTo>
                          <a:pt x="23939" y="6960"/>
                          <a:pt x="9265" y="12590"/>
                          <a:pt x="0" y="15959"/>
                        </a:cubicBezTo>
                        <a:cubicBezTo>
                          <a:pt x="10107" y="12324"/>
                          <a:pt x="20437" y="5719"/>
                          <a:pt x="2730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59" name="Forme libre : forme 20558">
                    <a:extLst>
                      <a:ext uri="{FF2B5EF4-FFF2-40B4-BE49-F238E27FC236}">
                        <a16:creationId xmlns:a16="http://schemas.microsoft.com/office/drawing/2014/main" id="{E83D2910-AC22-49F4-99F1-E2A4D015A912}"/>
                      </a:ext>
                    </a:extLst>
                  </p:cNvPr>
                  <p:cNvSpPr/>
                  <p:nvPr/>
                </p:nvSpPr>
                <p:spPr>
                  <a:xfrm>
                    <a:off x="4692215" y="1116874"/>
                    <a:ext cx="31475" cy="14097"/>
                  </a:xfrm>
                  <a:custGeom>
                    <a:avLst/>
                    <a:gdLst>
                      <a:gd name="connsiteX0" fmla="*/ 31475 w 31475"/>
                      <a:gd name="connsiteY0" fmla="*/ 0 h 14097"/>
                      <a:gd name="connsiteX1" fmla="*/ 0 w 31475"/>
                      <a:gd name="connsiteY1" fmla="*/ 14097 h 14097"/>
                      <a:gd name="connsiteX2" fmla="*/ 31475 w 31475"/>
                      <a:gd name="connsiteY2" fmla="*/ 0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475" h="14097">
                        <a:moveTo>
                          <a:pt x="31475" y="0"/>
                        </a:moveTo>
                        <a:cubicBezTo>
                          <a:pt x="18796" y="1862"/>
                          <a:pt x="7980" y="7891"/>
                          <a:pt x="0" y="14097"/>
                        </a:cubicBezTo>
                        <a:cubicBezTo>
                          <a:pt x="7137" y="7935"/>
                          <a:pt x="20880" y="3059"/>
                          <a:pt x="3147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60" name="Forme libre : forme 20559">
                    <a:extLst>
                      <a:ext uri="{FF2B5EF4-FFF2-40B4-BE49-F238E27FC236}">
                        <a16:creationId xmlns:a16="http://schemas.microsoft.com/office/drawing/2014/main" id="{0CA1B1BE-8CBE-42F4-ABB9-89AE7D31C04E}"/>
                      </a:ext>
                    </a:extLst>
                  </p:cNvPr>
                  <p:cNvSpPr/>
                  <p:nvPr/>
                </p:nvSpPr>
                <p:spPr>
                  <a:xfrm>
                    <a:off x="4742350" y="1127466"/>
                    <a:ext cx="17124" cy="3696"/>
                  </a:xfrm>
                  <a:custGeom>
                    <a:avLst/>
                    <a:gdLst>
                      <a:gd name="connsiteX0" fmla="*/ 17027 w 17124"/>
                      <a:gd name="connsiteY0" fmla="*/ 2042 h 3696"/>
                      <a:gd name="connsiteX1" fmla="*/ 7097 w 17124"/>
                      <a:gd name="connsiteY1" fmla="*/ 3682 h 3696"/>
                      <a:gd name="connsiteX2" fmla="*/ 137 w 17124"/>
                      <a:gd name="connsiteY2" fmla="*/ 1510 h 3696"/>
                      <a:gd name="connsiteX3" fmla="*/ 9490 w 17124"/>
                      <a:gd name="connsiteY3" fmla="*/ 47 h 3696"/>
                      <a:gd name="connsiteX4" fmla="*/ 17027 w 17124"/>
                      <a:gd name="connsiteY4" fmla="*/ 2042 h 3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24" h="3696">
                        <a:moveTo>
                          <a:pt x="17027" y="2042"/>
                        </a:moveTo>
                        <a:cubicBezTo>
                          <a:pt x="16051" y="3771"/>
                          <a:pt x="9180" y="3727"/>
                          <a:pt x="7097" y="3682"/>
                        </a:cubicBezTo>
                        <a:cubicBezTo>
                          <a:pt x="4969" y="3638"/>
                          <a:pt x="-972" y="3328"/>
                          <a:pt x="137" y="1510"/>
                        </a:cubicBezTo>
                        <a:cubicBezTo>
                          <a:pt x="1245" y="-307"/>
                          <a:pt x="7540" y="3"/>
                          <a:pt x="9490" y="47"/>
                        </a:cubicBezTo>
                        <a:cubicBezTo>
                          <a:pt x="11441" y="92"/>
                          <a:pt x="18002" y="313"/>
                          <a:pt x="17027" y="2042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61" name="Forme libre : forme 20560">
                    <a:extLst>
                      <a:ext uri="{FF2B5EF4-FFF2-40B4-BE49-F238E27FC236}">
                        <a16:creationId xmlns:a16="http://schemas.microsoft.com/office/drawing/2014/main" id="{7869B022-F281-45FB-957C-26D1D9FF1675}"/>
                      </a:ext>
                    </a:extLst>
                  </p:cNvPr>
                  <p:cNvSpPr/>
                  <p:nvPr/>
                </p:nvSpPr>
                <p:spPr>
                  <a:xfrm>
                    <a:off x="4757182" y="1128244"/>
                    <a:ext cx="4831" cy="1580"/>
                  </a:xfrm>
                  <a:custGeom>
                    <a:avLst/>
                    <a:gdLst>
                      <a:gd name="connsiteX0" fmla="*/ 4810 w 4831"/>
                      <a:gd name="connsiteY0" fmla="*/ 555 h 1580"/>
                      <a:gd name="connsiteX1" fmla="*/ 2682 w 4831"/>
                      <a:gd name="connsiteY1" fmla="*/ 1530 h 1580"/>
                      <a:gd name="connsiteX2" fmla="*/ 22 w 4831"/>
                      <a:gd name="connsiteY2" fmla="*/ 998 h 1580"/>
                      <a:gd name="connsiteX3" fmla="*/ 2106 w 4831"/>
                      <a:gd name="connsiteY3" fmla="*/ 23 h 1580"/>
                      <a:gd name="connsiteX4" fmla="*/ 4810 w 4831"/>
                      <a:gd name="connsiteY4" fmla="*/ 555 h 1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31" h="1580">
                        <a:moveTo>
                          <a:pt x="4810" y="555"/>
                        </a:moveTo>
                        <a:cubicBezTo>
                          <a:pt x="5031" y="1176"/>
                          <a:pt x="3480" y="1441"/>
                          <a:pt x="2682" y="1530"/>
                        </a:cubicBezTo>
                        <a:cubicBezTo>
                          <a:pt x="1884" y="1619"/>
                          <a:pt x="199" y="1663"/>
                          <a:pt x="22" y="998"/>
                        </a:cubicBezTo>
                        <a:cubicBezTo>
                          <a:pt x="-200" y="378"/>
                          <a:pt x="1308" y="112"/>
                          <a:pt x="2106" y="23"/>
                        </a:cubicBezTo>
                        <a:cubicBezTo>
                          <a:pt x="2859" y="-21"/>
                          <a:pt x="4544" y="-66"/>
                          <a:pt x="4810" y="5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62" name="Forme libre : forme 20561">
                    <a:extLst>
                      <a:ext uri="{FF2B5EF4-FFF2-40B4-BE49-F238E27FC236}">
                        <a16:creationId xmlns:a16="http://schemas.microsoft.com/office/drawing/2014/main" id="{BB9D9B82-187E-494F-AED9-38AE30AB7195}"/>
                      </a:ext>
                    </a:extLst>
                  </p:cNvPr>
                  <p:cNvSpPr/>
                  <p:nvPr/>
                </p:nvSpPr>
                <p:spPr>
                  <a:xfrm>
                    <a:off x="4741375" y="1116113"/>
                    <a:ext cx="42948" cy="13940"/>
                  </a:xfrm>
                  <a:custGeom>
                    <a:avLst/>
                    <a:gdLst>
                      <a:gd name="connsiteX0" fmla="*/ 31745 w 42948"/>
                      <a:gd name="connsiteY0" fmla="*/ 5017 h 13940"/>
                      <a:gd name="connsiteX1" fmla="*/ 42606 w 42948"/>
                      <a:gd name="connsiteY1" fmla="*/ 10957 h 13940"/>
                      <a:gd name="connsiteX2" fmla="*/ 39901 w 42948"/>
                      <a:gd name="connsiteY2" fmla="*/ 13883 h 13940"/>
                      <a:gd name="connsiteX3" fmla="*/ 34715 w 42948"/>
                      <a:gd name="connsiteY3" fmla="*/ 12775 h 13940"/>
                      <a:gd name="connsiteX4" fmla="*/ 19288 w 42948"/>
                      <a:gd name="connsiteY4" fmla="*/ 8075 h 13940"/>
                      <a:gd name="connsiteX5" fmla="*/ 314 w 42948"/>
                      <a:gd name="connsiteY5" fmla="*/ 2933 h 13940"/>
                      <a:gd name="connsiteX6" fmla="*/ 21637 w 42948"/>
                      <a:gd name="connsiteY6" fmla="*/ 805 h 13940"/>
                      <a:gd name="connsiteX7" fmla="*/ 31745 w 42948"/>
                      <a:gd name="connsiteY7" fmla="*/ 5017 h 13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948" h="13940">
                        <a:moveTo>
                          <a:pt x="31745" y="5017"/>
                        </a:moveTo>
                        <a:cubicBezTo>
                          <a:pt x="36355" y="6790"/>
                          <a:pt x="39724" y="8075"/>
                          <a:pt x="42606" y="10957"/>
                        </a:cubicBezTo>
                        <a:cubicBezTo>
                          <a:pt x="43670" y="12021"/>
                          <a:pt x="42118" y="13661"/>
                          <a:pt x="39901" y="13883"/>
                        </a:cubicBezTo>
                        <a:cubicBezTo>
                          <a:pt x="37685" y="14149"/>
                          <a:pt x="36266" y="13440"/>
                          <a:pt x="34715" y="12775"/>
                        </a:cubicBezTo>
                        <a:cubicBezTo>
                          <a:pt x="29927" y="10691"/>
                          <a:pt x="24918" y="9361"/>
                          <a:pt x="19288" y="8075"/>
                        </a:cubicBezTo>
                        <a:cubicBezTo>
                          <a:pt x="15785" y="7278"/>
                          <a:pt x="-2612" y="6746"/>
                          <a:pt x="314" y="2933"/>
                        </a:cubicBezTo>
                        <a:cubicBezTo>
                          <a:pt x="3240" y="-924"/>
                          <a:pt x="16982" y="-214"/>
                          <a:pt x="21637" y="805"/>
                        </a:cubicBezTo>
                        <a:cubicBezTo>
                          <a:pt x="26292" y="1780"/>
                          <a:pt x="28242" y="3687"/>
                          <a:pt x="31745" y="5017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70" name="Graphique 2">
                <a:extLst>
                  <a:ext uri="{FF2B5EF4-FFF2-40B4-BE49-F238E27FC236}">
                    <a16:creationId xmlns:a16="http://schemas.microsoft.com/office/drawing/2014/main" id="{3DAAB24E-5EE6-48D9-8CA1-D63E9F3A08B8}"/>
                  </a:ext>
                </a:extLst>
              </p:cNvPr>
              <p:cNvGrpSpPr/>
              <p:nvPr/>
            </p:nvGrpSpPr>
            <p:grpSpPr>
              <a:xfrm>
                <a:off x="4617446" y="1148304"/>
                <a:ext cx="108579" cy="37214"/>
                <a:chOff x="4617446" y="1148304"/>
                <a:chExt cx="108579" cy="37214"/>
              </a:xfrm>
              <a:solidFill>
                <a:schemeClr val="accent1"/>
              </a:solidFill>
            </p:grpSpPr>
            <p:sp>
              <p:nvSpPr>
                <p:cNvPr id="20537" name="Forme libre : forme 20536">
                  <a:extLst>
                    <a:ext uri="{FF2B5EF4-FFF2-40B4-BE49-F238E27FC236}">
                      <a16:creationId xmlns:a16="http://schemas.microsoft.com/office/drawing/2014/main" id="{46105C44-4A88-49FC-A73B-C6ED7DF05A75}"/>
                    </a:ext>
                  </a:extLst>
                </p:cNvPr>
                <p:cNvSpPr/>
                <p:nvPr/>
              </p:nvSpPr>
              <p:spPr>
                <a:xfrm>
                  <a:off x="4617446" y="1148304"/>
                  <a:ext cx="108579" cy="37214"/>
                </a:xfrm>
                <a:custGeom>
                  <a:avLst/>
                  <a:gdLst>
                    <a:gd name="connsiteX0" fmla="*/ 76055 w 108579"/>
                    <a:gd name="connsiteY0" fmla="*/ 34933 h 37214"/>
                    <a:gd name="connsiteX1" fmla="*/ 66923 w 108579"/>
                    <a:gd name="connsiteY1" fmla="*/ 36352 h 37214"/>
                    <a:gd name="connsiteX2" fmla="*/ 55441 w 108579"/>
                    <a:gd name="connsiteY2" fmla="*/ 37194 h 37214"/>
                    <a:gd name="connsiteX3" fmla="*/ 34251 w 108579"/>
                    <a:gd name="connsiteY3" fmla="*/ 35909 h 37214"/>
                    <a:gd name="connsiteX4" fmla="*/ 12263 w 108579"/>
                    <a:gd name="connsiteY4" fmla="*/ 27353 h 37214"/>
                    <a:gd name="connsiteX5" fmla="*/ 604 w 108579"/>
                    <a:gd name="connsiteY5" fmla="*/ 13388 h 37214"/>
                    <a:gd name="connsiteX6" fmla="*/ 5258 w 108579"/>
                    <a:gd name="connsiteY6" fmla="*/ 4478 h 37214"/>
                    <a:gd name="connsiteX7" fmla="*/ 39039 w 108579"/>
                    <a:gd name="connsiteY7" fmla="*/ 1153 h 37214"/>
                    <a:gd name="connsiteX8" fmla="*/ 54022 w 108579"/>
                    <a:gd name="connsiteY8" fmla="*/ 1508 h 37214"/>
                    <a:gd name="connsiteX9" fmla="*/ 62312 w 108579"/>
                    <a:gd name="connsiteY9" fmla="*/ 1153 h 37214"/>
                    <a:gd name="connsiteX10" fmla="*/ 69228 w 108579"/>
                    <a:gd name="connsiteY10" fmla="*/ 488 h 37214"/>
                    <a:gd name="connsiteX11" fmla="*/ 87537 w 108579"/>
                    <a:gd name="connsiteY11" fmla="*/ 621 h 37214"/>
                    <a:gd name="connsiteX12" fmla="*/ 103097 w 108579"/>
                    <a:gd name="connsiteY12" fmla="*/ 4700 h 37214"/>
                    <a:gd name="connsiteX13" fmla="*/ 108062 w 108579"/>
                    <a:gd name="connsiteY13" fmla="*/ 13255 h 37214"/>
                    <a:gd name="connsiteX14" fmla="*/ 76055 w 108579"/>
                    <a:gd name="connsiteY14" fmla="*/ 34933 h 37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8579" h="37214">
                      <a:moveTo>
                        <a:pt x="76055" y="34933"/>
                      </a:moveTo>
                      <a:cubicBezTo>
                        <a:pt x="73617" y="35377"/>
                        <a:pt x="70469" y="35864"/>
                        <a:pt x="66923" y="36352"/>
                      </a:cubicBezTo>
                      <a:cubicBezTo>
                        <a:pt x="63376" y="36751"/>
                        <a:pt x="59431" y="36928"/>
                        <a:pt x="55441" y="37194"/>
                      </a:cubicBezTo>
                      <a:cubicBezTo>
                        <a:pt x="47461" y="37327"/>
                        <a:pt x="39437" y="36795"/>
                        <a:pt x="34251" y="35909"/>
                      </a:cubicBezTo>
                      <a:cubicBezTo>
                        <a:pt x="24587" y="34446"/>
                        <a:pt x="17538" y="31165"/>
                        <a:pt x="12263" y="27353"/>
                      </a:cubicBezTo>
                      <a:cubicBezTo>
                        <a:pt x="6987" y="23496"/>
                        <a:pt x="3396" y="18753"/>
                        <a:pt x="604" y="13388"/>
                      </a:cubicBezTo>
                      <a:cubicBezTo>
                        <a:pt x="-1347" y="9532"/>
                        <a:pt x="1756" y="5453"/>
                        <a:pt x="5258" y="4478"/>
                      </a:cubicBezTo>
                      <a:cubicBezTo>
                        <a:pt x="15942" y="1685"/>
                        <a:pt x="25119" y="222"/>
                        <a:pt x="39039" y="1153"/>
                      </a:cubicBezTo>
                      <a:cubicBezTo>
                        <a:pt x="42762" y="1330"/>
                        <a:pt x="48392" y="1597"/>
                        <a:pt x="54022" y="1508"/>
                      </a:cubicBezTo>
                      <a:cubicBezTo>
                        <a:pt x="56860" y="1375"/>
                        <a:pt x="59697" y="1242"/>
                        <a:pt x="62312" y="1153"/>
                      </a:cubicBezTo>
                      <a:cubicBezTo>
                        <a:pt x="64928" y="976"/>
                        <a:pt x="67322" y="665"/>
                        <a:pt x="69228" y="488"/>
                      </a:cubicBezTo>
                      <a:cubicBezTo>
                        <a:pt x="76454" y="-265"/>
                        <a:pt x="82217" y="-88"/>
                        <a:pt x="87537" y="621"/>
                      </a:cubicBezTo>
                      <a:cubicBezTo>
                        <a:pt x="92901" y="1597"/>
                        <a:pt x="97777" y="2882"/>
                        <a:pt x="103097" y="4700"/>
                      </a:cubicBezTo>
                      <a:cubicBezTo>
                        <a:pt x="106776" y="5941"/>
                        <a:pt x="109835" y="9975"/>
                        <a:pt x="108062" y="13255"/>
                      </a:cubicBezTo>
                      <a:cubicBezTo>
                        <a:pt x="103052" y="22654"/>
                        <a:pt x="94142" y="31165"/>
                        <a:pt x="76055" y="34933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38" name="Forme libre : forme 20537">
                  <a:extLst>
                    <a:ext uri="{FF2B5EF4-FFF2-40B4-BE49-F238E27FC236}">
                      <a16:creationId xmlns:a16="http://schemas.microsoft.com/office/drawing/2014/main" id="{F1795D83-0103-4CEC-B911-D740F1AF026B}"/>
                    </a:ext>
                  </a:extLst>
                </p:cNvPr>
                <p:cNvSpPr/>
                <p:nvPr/>
              </p:nvSpPr>
              <p:spPr>
                <a:xfrm>
                  <a:off x="4617495" y="1156905"/>
                  <a:ext cx="108057" cy="28409"/>
                </a:xfrm>
                <a:custGeom>
                  <a:avLst/>
                  <a:gdLst>
                    <a:gd name="connsiteX0" fmla="*/ 41561 w 108057"/>
                    <a:gd name="connsiteY0" fmla="*/ 15294 h 28409"/>
                    <a:gd name="connsiteX1" fmla="*/ 466 w 108057"/>
                    <a:gd name="connsiteY1" fmla="*/ 0 h 28409"/>
                    <a:gd name="connsiteX2" fmla="*/ 599 w 108057"/>
                    <a:gd name="connsiteY2" fmla="*/ 4610 h 28409"/>
                    <a:gd name="connsiteX3" fmla="*/ 3791 w 108057"/>
                    <a:gd name="connsiteY3" fmla="*/ 9930 h 28409"/>
                    <a:gd name="connsiteX4" fmla="*/ 18420 w 108057"/>
                    <a:gd name="connsiteY4" fmla="*/ 22343 h 28409"/>
                    <a:gd name="connsiteX5" fmla="*/ 34202 w 108057"/>
                    <a:gd name="connsiteY5" fmla="*/ 27175 h 28409"/>
                    <a:gd name="connsiteX6" fmla="*/ 40940 w 108057"/>
                    <a:gd name="connsiteY6" fmla="*/ 27973 h 28409"/>
                    <a:gd name="connsiteX7" fmla="*/ 72903 w 108057"/>
                    <a:gd name="connsiteY7" fmla="*/ 26732 h 28409"/>
                    <a:gd name="connsiteX8" fmla="*/ 75917 w 108057"/>
                    <a:gd name="connsiteY8" fmla="*/ 26244 h 28409"/>
                    <a:gd name="connsiteX9" fmla="*/ 84695 w 108057"/>
                    <a:gd name="connsiteY9" fmla="*/ 23761 h 28409"/>
                    <a:gd name="connsiteX10" fmla="*/ 91921 w 108057"/>
                    <a:gd name="connsiteY10" fmla="*/ 20569 h 28409"/>
                    <a:gd name="connsiteX11" fmla="*/ 99634 w 108057"/>
                    <a:gd name="connsiteY11" fmla="*/ 15250 h 28409"/>
                    <a:gd name="connsiteX12" fmla="*/ 105264 w 108057"/>
                    <a:gd name="connsiteY12" fmla="*/ 8955 h 28409"/>
                    <a:gd name="connsiteX13" fmla="*/ 108013 w 108057"/>
                    <a:gd name="connsiteY13" fmla="*/ 4566 h 28409"/>
                    <a:gd name="connsiteX14" fmla="*/ 108057 w 108057"/>
                    <a:gd name="connsiteY14" fmla="*/ 4389 h 28409"/>
                    <a:gd name="connsiteX15" fmla="*/ 75297 w 108057"/>
                    <a:gd name="connsiteY15" fmla="*/ 13078 h 28409"/>
                    <a:gd name="connsiteX16" fmla="*/ 41561 w 108057"/>
                    <a:gd name="connsiteY16" fmla="*/ 15294 h 28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8057" h="28409">
                      <a:moveTo>
                        <a:pt x="41561" y="15294"/>
                      </a:moveTo>
                      <a:cubicBezTo>
                        <a:pt x="26045" y="15205"/>
                        <a:pt x="8756" y="10063"/>
                        <a:pt x="466" y="0"/>
                      </a:cubicBezTo>
                      <a:cubicBezTo>
                        <a:pt x="-155" y="1419"/>
                        <a:pt x="-199" y="3059"/>
                        <a:pt x="599" y="4610"/>
                      </a:cubicBezTo>
                      <a:cubicBezTo>
                        <a:pt x="1530" y="6472"/>
                        <a:pt x="2594" y="8245"/>
                        <a:pt x="3791" y="9930"/>
                      </a:cubicBezTo>
                      <a:cubicBezTo>
                        <a:pt x="7249" y="14762"/>
                        <a:pt x="11770" y="19107"/>
                        <a:pt x="18420" y="22343"/>
                      </a:cubicBezTo>
                      <a:cubicBezTo>
                        <a:pt x="22720" y="24471"/>
                        <a:pt x="27907" y="26155"/>
                        <a:pt x="34202" y="27175"/>
                      </a:cubicBezTo>
                      <a:cubicBezTo>
                        <a:pt x="36108" y="27574"/>
                        <a:pt x="38413" y="27751"/>
                        <a:pt x="40940" y="27973"/>
                      </a:cubicBezTo>
                      <a:cubicBezTo>
                        <a:pt x="50870" y="28860"/>
                        <a:pt x="64480" y="28372"/>
                        <a:pt x="72903" y="26732"/>
                      </a:cubicBezTo>
                      <a:cubicBezTo>
                        <a:pt x="73967" y="26554"/>
                        <a:pt x="75031" y="26377"/>
                        <a:pt x="75917" y="26244"/>
                      </a:cubicBezTo>
                      <a:cubicBezTo>
                        <a:pt x="79109" y="25623"/>
                        <a:pt x="81991" y="24648"/>
                        <a:pt x="84695" y="23761"/>
                      </a:cubicBezTo>
                      <a:cubicBezTo>
                        <a:pt x="87399" y="22875"/>
                        <a:pt x="89793" y="21811"/>
                        <a:pt x="91921" y="20569"/>
                      </a:cubicBezTo>
                      <a:cubicBezTo>
                        <a:pt x="94891" y="18885"/>
                        <a:pt x="97418" y="17112"/>
                        <a:pt x="99634" y="15250"/>
                      </a:cubicBezTo>
                      <a:cubicBezTo>
                        <a:pt x="101807" y="13211"/>
                        <a:pt x="103624" y="11127"/>
                        <a:pt x="105264" y="8955"/>
                      </a:cubicBezTo>
                      <a:cubicBezTo>
                        <a:pt x="106284" y="7536"/>
                        <a:pt x="107215" y="6073"/>
                        <a:pt x="108013" y="4566"/>
                      </a:cubicBezTo>
                      <a:lnTo>
                        <a:pt x="108057" y="4389"/>
                      </a:lnTo>
                      <a:cubicBezTo>
                        <a:pt x="97551" y="8245"/>
                        <a:pt x="86512" y="11171"/>
                        <a:pt x="75297" y="13078"/>
                      </a:cubicBezTo>
                      <a:cubicBezTo>
                        <a:pt x="64081" y="14851"/>
                        <a:pt x="52732" y="15560"/>
                        <a:pt x="41561" y="1529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39" name="Forme libre : forme 20538">
                  <a:extLst>
                    <a:ext uri="{FF2B5EF4-FFF2-40B4-BE49-F238E27FC236}">
                      <a16:creationId xmlns:a16="http://schemas.microsoft.com/office/drawing/2014/main" id="{C105BD4A-34B9-494A-89B9-104B8BC16223}"/>
                    </a:ext>
                  </a:extLst>
                </p:cNvPr>
                <p:cNvSpPr/>
                <p:nvPr/>
              </p:nvSpPr>
              <p:spPr>
                <a:xfrm>
                  <a:off x="4654662" y="1161566"/>
                  <a:ext cx="50927" cy="12450"/>
                </a:xfrm>
                <a:custGeom>
                  <a:avLst/>
                  <a:gdLst>
                    <a:gd name="connsiteX0" fmla="*/ 50853 w 50927"/>
                    <a:gd name="connsiteY0" fmla="*/ 2165 h 12450"/>
                    <a:gd name="connsiteX1" fmla="*/ 48503 w 50927"/>
                    <a:gd name="connsiteY1" fmla="*/ 5756 h 12450"/>
                    <a:gd name="connsiteX2" fmla="*/ 41277 w 50927"/>
                    <a:gd name="connsiteY2" fmla="*/ 8992 h 12450"/>
                    <a:gd name="connsiteX3" fmla="*/ 32322 w 50927"/>
                    <a:gd name="connsiteY3" fmla="*/ 11253 h 12450"/>
                    <a:gd name="connsiteX4" fmla="*/ 25052 w 50927"/>
                    <a:gd name="connsiteY4" fmla="*/ 12273 h 12450"/>
                    <a:gd name="connsiteX5" fmla="*/ 18092 w 50927"/>
                    <a:gd name="connsiteY5" fmla="*/ 12450 h 12450"/>
                    <a:gd name="connsiteX6" fmla="*/ 9669 w 50927"/>
                    <a:gd name="connsiteY6" fmla="*/ 11475 h 12450"/>
                    <a:gd name="connsiteX7" fmla="*/ 5 w 50927"/>
                    <a:gd name="connsiteY7" fmla="*/ 5756 h 12450"/>
                    <a:gd name="connsiteX8" fmla="*/ 9891 w 50927"/>
                    <a:gd name="connsiteY8" fmla="*/ 1766 h 12450"/>
                    <a:gd name="connsiteX9" fmla="*/ 17738 w 50927"/>
                    <a:gd name="connsiteY9" fmla="*/ 1190 h 12450"/>
                    <a:gd name="connsiteX10" fmla="*/ 23988 w 50927"/>
                    <a:gd name="connsiteY10" fmla="*/ 791 h 12450"/>
                    <a:gd name="connsiteX11" fmla="*/ 30549 w 50927"/>
                    <a:gd name="connsiteY11" fmla="*/ 481 h 12450"/>
                    <a:gd name="connsiteX12" fmla="*/ 39149 w 50927"/>
                    <a:gd name="connsiteY12" fmla="*/ 82 h 12450"/>
                    <a:gd name="connsiteX13" fmla="*/ 46863 w 50927"/>
                    <a:gd name="connsiteY13" fmla="*/ 303 h 12450"/>
                    <a:gd name="connsiteX14" fmla="*/ 50853 w 50927"/>
                    <a:gd name="connsiteY14" fmla="*/ 2165 h 12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0927" h="12450">
                      <a:moveTo>
                        <a:pt x="50853" y="2165"/>
                      </a:moveTo>
                      <a:cubicBezTo>
                        <a:pt x="51207" y="3274"/>
                        <a:pt x="50277" y="4559"/>
                        <a:pt x="48503" y="5756"/>
                      </a:cubicBezTo>
                      <a:cubicBezTo>
                        <a:pt x="46730" y="6909"/>
                        <a:pt x="44115" y="7973"/>
                        <a:pt x="41277" y="8992"/>
                      </a:cubicBezTo>
                      <a:cubicBezTo>
                        <a:pt x="38440" y="10101"/>
                        <a:pt x="35204" y="10677"/>
                        <a:pt x="32322" y="11253"/>
                      </a:cubicBezTo>
                      <a:cubicBezTo>
                        <a:pt x="29441" y="11830"/>
                        <a:pt x="26825" y="12184"/>
                        <a:pt x="25052" y="12273"/>
                      </a:cubicBezTo>
                      <a:cubicBezTo>
                        <a:pt x="23279" y="12406"/>
                        <a:pt x="20841" y="12450"/>
                        <a:pt x="18092" y="12450"/>
                      </a:cubicBezTo>
                      <a:cubicBezTo>
                        <a:pt x="15388" y="12273"/>
                        <a:pt x="12418" y="11918"/>
                        <a:pt x="9669" y="11475"/>
                      </a:cubicBezTo>
                      <a:cubicBezTo>
                        <a:pt x="4217" y="10278"/>
                        <a:pt x="-172" y="8372"/>
                        <a:pt x="5" y="5756"/>
                      </a:cubicBezTo>
                      <a:cubicBezTo>
                        <a:pt x="183" y="3274"/>
                        <a:pt x="4749" y="2210"/>
                        <a:pt x="9891" y="1766"/>
                      </a:cubicBezTo>
                      <a:cubicBezTo>
                        <a:pt x="12462" y="1412"/>
                        <a:pt x="15255" y="1234"/>
                        <a:pt x="17738" y="1190"/>
                      </a:cubicBezTo>
                      <a:cubicBezTo>
                        <a:pt x="20220" y="968"/>
                        <a:pt x="22481" y="835"/>
                        <a:pt x="23988" y="791"/>
                      </a:cubicBezTo>
                      <a:cubicBezTo>
                        <a:pt x="25495" y="791"/>
                        <a:pt x="27889" y="702"/>
                        <a:pt x="30549" y="481"/>
                      </a:cubicBezTo>
                      <a:cubicBezTo>
                        <a:pt x="33253" y="259"/>
                        <a:pt x="36312" y="348"/>
                        <a:pt x="39149" y="82"/>
                      </a:cubicBezTo>
                      <a:cubicBezTo>
                        <a:pt x="42031" y="-51"/>
                        <a:pt x="44779" y="-51"/>
                        <a:pt x="46863" y="303"/>
                      </a:cubicBezTo>
                      <a:cubicBezTo>
                        <a:pt x="49035" y="481"/>
                        <a:pt x="50498" y="1013"/>
                        <a:pt x="50853" y="2165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40" name="Forme libre : forme 20539">
                  <a:extLst>
                    <a:ext uri="{FF2B5EF4-FFF2-40B4-BE49-F238E27FC236}">
                      <a16:creationId xmlns:a16="http://schemas.microsoft.com/office/drawing/2014/main" id="{C6F0F72D-D7D5-4DA8-B35D-8F1BBB75EA2C}"/>
                    </a:ext>
                  </a:extLst>
                </p:cNvPr>
                <p:cNvSpPr/>
                <p:nvPr/>
              </p:nvSpPr>
              <p:spPr>
                <a:xfrm>
                  <a:off x="4654394" y="1163333"/>
                  <a:ext cx="36801" cy="10651"/>
                </a:xfrm>
                <a:custGeom>
                  <a:avLst/>
                  <a:gdLst>
                    <a:gd name="connsiteX0" fmla="*/ 11134 w 36801"/>
                    <a:gd name="connsiteY0" fmla="*/ 0 h 10651"/>
                    <a:gd name="connsiteX1" fmla="*/ 51 w 36801"/>
                    <a:gd name="connsiteY1" fmla="*/ 3945 h 10651"/>
                    <a:gd name="connsiteX2" fmla="*/ 9981 w 36801"/>
                    <a:gd name="connsiteY2" fmla="*/ 9664 h 10651"/>
                    <a:gd name="connsiteX3" fmla="*/ 18094 w 36801"/>
                    <a:gd name="connsiteY3" fmla="*/ 10639 h 10651"/>
                    <a:gd name="connsiteX4" fmla="*/ 25674 w 36801"/>
                    <a:gd name="connsiteY4" fmla="*/ 10506 h 10651"/>
                    <a:gd name="connsiteX5" fmla="*/ 36801 w 36801"/>
                    <a:gd name="connsiteY5" fmla="*/ 8467 h 10651"/>
                    <a:gd name="connsiteX6" fmla="*/ 30772 w 36801"/>
                    <a:gd name="connsiteY6" fmla="*/ 8910 h 10651"/>
                    <a:gd name="connsiteX7" fmla="*/ 17650 w 36801"/>
                    <a:gd name="connsiteY7" fmla="*/ 6428 h 10651"/>
                    <a:gd name="connsiteX8" fmla="*/ 11134 w 36801"/>
                    <a:gd name="connsiteY8" fmla="*/ 0 h 10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801" h="10651">
                      <a:moveTo>
                        <a:pt x="11134" y="0"/>
                      </a:moveTo>
                      <a:cubicBezTo>
                        <a:pt x="8031" y="887"/>
                        <a:pt x="-747" y="709"/>
                        <a:pt x="51" y="3945"/>
                      </a:cubicBezTo>
                      <a:cubicBezTo>
                        <a:pt x="716" y="6650"/>
                        <a:pt x="4839" y="8467"/>
                        <a:pt x="9981" y="9664"/>
                      </a:cubicBezTo>
                      <a:cubicBezTo>
                        <a:pt x="12552" y="10152"/>
                        <a:pt x="15345" y="10462"/>
                        <a:pt x="18094" y="10639"/>
                      </a:cubicBezTo>
                      <a:cubicBezTo>
                        <a:pt x="20798" y="10684"/>
                        <a:pt x="23413" y="10595"/>
                        <a:pt x="25674" y="10506"/>
                      </a:cubicBezTo>
                      <a:cubicBezTo>
                        <a:pt x="28290" y="10506"/>
                        <a:pt x="34009" y="9221"/>
                        <a:pt x="36801" y="8467"/>
                      </a:cubicBezTo>
                      <a:cubicBezTo>
                        <a:pt x="35161" y="8644"/>
                        <a:pt x="32368" y="8999"/>
                        <a:pt x="30772" y="8910"/>
                      </a:cubicBezTo>
                      <a:cubicBezTo>
                        <a:pt x="26295" y="8689"/>
                        <a:pt x="21374" y="7714"/>
                        <a:pt x="17650" y="6428"/>
                      </a:cubicBezTo>
                      <a:cubicBezTo>
                        <a:pt x="13882" y="4832"/>
                        <a:pt x="11311" y="2793"/>
                        <a:pt x="11134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41" name="Forme libre : forme 20540">
                  <a:extLst>
                    <a:ext uri="{FF2B5EF4-FFF2-40B4-BE49-F238E27FC236}">
                      <a16:creationId xmlns:a16="http://schemas.microsoft.com/office/drawing/2014/main" id="{3D4BBB70-1CAE-466B-9ADF-FFE9981E4C38}"/>
                    </a:ext>
                  </a:extLst>
                </p:cNvPr>
                <p:cNvSpPr/>
                <p:nvPr/>
              </p:nvSpPr>
              <p:spPr>
                <a:xfrm>
                  <a:off x="4657237" y="1161996"/>
                  <a:ext cx="51292" cy="13292"/>
                </a:xfrm>
                <a:custGeom>
                  <a:avLst/>
                  <a:gdLst>
                    <a:gd name="connsiteX0" fmla="*/ 51292 w 51292"/>
                    <a:gd name="connsiteY0" fmla="*/ 2135 h 13292"/>
                    <a:gd name="connsiteX1" fmla="*/ 41096 w 51292"/>
                    <a:gd name="connsiteY1" fmla="*/ 9361 h 13292"/>
                    <a:gd name="connsiteX2" fmla="*/ 25137 w 51292"/>
                    <a:gd name="connsiteY2" fmla="*/ 13040 h 13292"/>
                    <a:gd name="connsiteX3" fmla="*/ 9710 w 51292"/>
                    <a:gd name="connsiteY3" fmla="*/ 12464 h 13292"/>
                    <a:gd name="connsiteX4" fmla="*/ 1 w 51292"/>
                    <a:gd name="connsiteY4" fmla="*/ 6834 h 13292"/>
                    <a:gd name="connsiteX5" fmla="*/ 9843 w 51292"/>
                    <a:gd name="connsiteY5" fmla="*/ 2667 h 13292"/>
                    <a:gd name="connsiteX6" fmla="*/ 24029 w 51292"/>
                    <a:gd name="connsiteY6" fmla="*/ 1514 h 13292"/>
                    <a:gd name="connsiteX7" fmla="*/ 39855 w 51292"/>
                    <a:gd name="connsiteY7" fmla="*/ 184 h 13292"/>
                    <a:gd name="connsiteX8" fmla="*/ 51292 w 51292"/>
                    <a:gd name="connsiteY8" fmla="*/ 2135 h 13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292" h="13292">
                      <a:moveTo>
                        <a:pt x="51292" y="2135"/>
                      </a:moveTo>
                      <a:cubicBezTo>
                        <a:pt x="51159" y="4617"/>
                        <a:pt x="46726" y="7499"/>
                        <a:pt x="41096" y="9361"/>
                      </a:cubicBezTo>
                      <a:cubicBezTo>
                        <a:pt x="35555" y="11533"/>
                        <a:pt x="28905" y="12464"/>
                        <a:pt x="25137" y="13040"/>
                      </a:cubicBezTo>
                      <a:cubicBezTo>
                        <a:pt x="21324" y="13350"/>
                        <a:pt x="15029" y="13572"/>
                        <a:pt x="9710" y="12464"/>
                      </a:cubicBezTo>
                      <a:cubicBezTo>
                        <a:pt x="4390" y="11577"/>
                        <a:pt x="90" y="9361"/>
                        <a:pt x="1" y="6834"/>
                      </a:cubicBezTo>
                      <a:cubicBezTo>
                        <a:pt x="-87" y="4129"/>
                        <a:pt x="4567" y="3376"/>
                        <a:pt x="9843" y="2667"/>
                      </a:cubicBezTo>
                      <a:cubicBezTo>
                        <a:pt x="15118" y="2179"/>
                        <a:pt x="21147" y="1603"/>
                        <a:pt x="24029" y="1514"/>
                      </a:cubicBezTo>
                      <a:cubicBezTo>
                        <a:pt x="26866" y="1292"/>
                        <a:pt x="33648" y="716"/>
                        <a:pt x="39855" y="184"/>
                      </a:cubicBezTo>
                      <a:cubicBezTo>
                        <a:pt x="46017" y="-82"/>
                        <a:pt x="51337" y="-437"/>
                        <a:pt x="51292" y="2135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42" name="Forme libre : forme 20541">
                  <a:extLst>
                    <a:ext uri="{FF2B5EF4-FFF2-40B4-BE49-F238E27FC236}">
                      <a16:creationId xmlns:a16="http://schemas.microsoft.com/office/drawing/2014/main" id="{34979EFE-8A2E-4610-A650-149022216755}"/>
                    </a:ext>
                  </a:extLst>
                </p:cNvPr>
                <p:cNvSpPr/>
                <p:nvPr/>
              </p:nvSpPr>
              <p:spPr>
                <a:xfrm>
                  <a:off x="4631278" y="1156356"/>
                  <a:ext cx="64155" cy="25914"/>
                </a:xfrm>
                <a:custGeom>
                  <a:avLst/>
                  <a:gdLst>
                    <a:gd name="connsiteX0" fmla="*/ 27 w 64155"/>
                    <a:gd name="connsiteY0" fmla="*/ 6533 h 25914"/>
                    <a:gd name="connsiteX1" fmla="*/ 4903 w 64155"/>
                    <a:gd name="connsiteY1" fmla="*/ 13759 h 25914"/>
                    <a:gd name="connsiteX2" fmla="*/ 28620 w 64155"/>
                    <a:gd name="connsiteY2" fmla="*/ 25064 h 25914"/>
                    <a:gd name="connsiteX3" fmla="*/ 55529 w 64155"/>
                    <a:gd name="connsiteY3" fmla="*/ 23246 h 25914"/>
                    <a:gd name="connsiteX4" fmla="*/ 62400 w 64155"/>
                    <a:gd name="connsiteY4" fmla="*/ 19744 h 25914"/>
                    <a:gd name="connsiteX5" fmla="*/ 63730 w 64155"/>
                    <a:gd name="connsiteY5" fmla="*/ 15621 h 25914"/>
                    <a:gd name="connsiteX6" fmla="*/ 55263 w 64155"/>
                    <a:gd name="connsiteY6" fmla="*/ 14114 h 25914"/>
                    <a:gd name="connsiteX7" fmla="*/ 33319 w 64155"/>
                    <a:gd name="connsiteY7" fmla="*/ 8572 h 25914"/>
                    <a:gd name="connsiteX8" fmla="*/ 13370 w 64155"/>
                    <a:gd name="connsiteY8" fmla="*/ 150 h 25914"/>
                    <a:gd name="connsiteX9" fmla="*/ 27 w 64155"/>
                    <a:gd name="connsiteY9" fmla="*/ 6533 h 25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4155" h="25914">
                      <a:moveTo>
                        <a:pt x="27" y="6533"/>
                      </a:moveTo>
                      <a:cubicBezTo>
                        <a:pt x="514" y="9681"/>
                        <a:pt x="1445" y="11055"/>
                        <a:pt x="4903" y="13759"/>
                      </a:cubicBezTo>
                      <a:cubicBezTo>
                        <a:pt x="11508" y="18990"/>
                        <a:pt x="17670" y="23113"/>
                        <a:pt x="28620" y="25064"/>
                      </a:cubicBezTo>
                      <a:cubicBezTo>
                        <a:pt x="37708" y="26704"/>
                        <a:pt x="48259" y="25906"/>
                        <a:pt x="55529" y="23246"/>
                      </a:cubicBezTo>
                      <a:cubicBezTo>
                        <a:pt x="58233" y="22271"/>
                        <a:pt x="60804" y="21029"/>
                        <a:pt x="62400" y="19744"/>
                      </a:cubicBezTo>
                      <a:cubicBezTo>
                        <a:pt x="63996" y="18325"/>
                        <a:pt x="64661" y="16862"/>
                        <a:pt x="63730" y="15621"/>
                      </a:cubicBezTo>
                      <a:cubicBezTo>
                        <a:pt x="62578" y="14158"/>
                        <a:pt x="58543" y="14513"/>
                        <a:pt x="55263" y="14114"/>
                      </a:cubicBezTo>
                      <a:cubicBezTo>
                        <a:pt x="47549" y="13272"/>
                        <a:pt x="40190" y="11897"/>
                        <a:pt x="33319" y="8572"/>
                      </a:cubicBezTo>
                      <a:cubicBezTo>
                        <a:pt x="27423" y="5514"/>
                        <a:pt x="21749" y="1081"/>
                        <a:pt x="13370" y="150"/>
                      </a:cubicBezTo>
                      <a:cubicBezTo>
                        <a:pt x="5834" y="-693"/>
                        <a:pt x="-461" y="2100"/>
                        <a:pt x="27" y="6533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43" name="Forme libre : forme 20542">
                  <a:extLst>
                    <a:ext uri="{FF2B5EF4-FFF2-40B4-BE49-F238E27FC236}">
                      <a16:creationId xmlns:a16="http://schemas.microsoft.com/office/drawing/2014/main" id="{693F0770-B8EA-4AEC-AB2D-5496198041BB}"/>
                    </a:ext>
                  </a:extLst>
                </p:cNvPr>
                <p:cNvSpPr/>
                <p:nvPr/>
              </p:nvSpPr>
              <p:spPr>
                <a:xfrm>
                  <a:off x="4644313" y="1158456"/>
                  <a:ext cx="20079" cy="4698"/>
                </a:xfrm>
                <a:custGeom>
                  <a:avLst/>
                  <a:gdLst>
                    <a:gd name="connsiteX0" fmla="*/ 2197 w 20079"/>
                    <a:gd name="connsiteY0" fmla="*/ 1552 h 4698"/>
                    <a:gd name="connsiteX1" fmla="*/ 114 w 20079"/>
                    <a:gd name="connsiteY1" fmla="*/ 2394 h 4698"/>
                    <a:gd name="connsiteX2" fmla="*/ 1355 w 20079"/>
                    <a:gd name="connsiteY2" fmla="*/ 3768 h 4698"/>
                    <a:gd name="connsiteX3" fmla="*/ 4990 w 20079"/>
                    <a:gd name="connsiteY3" fmla="*/ 4477 h 4698"/>
                    <a:gd name="connsiteX4" fmla="*/ 14078 w 20079"/>
                    <a:gd name="connsiteY4" fmla="*/ 4522 h 4698"/>
                    <a:gd name="connsiteX5" fmla="*/ 17314 w 20079"/>
                    <a:gd name="connsiteY5" fmla="*/ 4034 h 4698"/>
                    <a:gd name="connsiteX6" fmla="*/ 15674 w 20079"/>
                    <a:gd name="connsiteY6" fmla="*/ 0 h 4698"/>
                    <a:gd name="connsiteX7" fmla="*/ 8758 w 20079"/>
                    <a:gd name="connsiteY7" fmla="*/ 488 h 4698"/>
                    <a:gd name="connsiteX8" fmla="*/ 2197 w 20079"/>
                    <a:gd name="connsiteY8" fmla="*/ 1552 h 4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079" h="4698">
                      <a:moveTo>
                        <a:pt x="2197" y="1552"/>
                      </a:moveTo>
                      <a:cubicBezTo>
                        <a:pt x="1222" y="1729"/>
                        <a:pt x="557" y="1906"/>
                        <a:pt x="114" y="2394"/>
                      </a:cubicBezTo>
                      <a:cubicBezTo>
                        <a:pt x="-285" y="2881"/>
                        <a:pt x="424" y="3413"/>
                        <a:pt x="1355" y="3768"/>
                      </a:cubicBezTo>
                      <a:cubicBezTo>
                        <a:pt x="2330" y="4123"/>
                        <a:pt x="3837" y="4433"/>
                        <a:pt x="4990" y="4477"/>
                      </a:cubicBezTo>
                      <a:cubicBezTo>
                        <a:pt x="8004" y="4610"/>
                        <a:pt x="11196" y="4876"/>
                        <a:pt x="14078" y="4522"/>
                      </a:cubicBezTo>
                      <a:cubicBezTo>
                        <a:pt x="15275" y="4389"/>
                        <a:pt x="16383" y="4344"/>
                        <a:pt x="17314" y="4034"/>
                      </a:cubicBezTo>
                      <a:cubicBezTo>
                        <a:pt x="21259" y="2704"/>
                        <a:pt x="21215" y="89"/>
                        <a:pt x="15674" y="0"/>
                      </a:cubicBezTo>
                      <a:cubicBezTo>
                        <a:pt x="13502" y="0"/>
                        <a:pt x="11108" y="222"/>
                        <a:pt x="8758" y="488"/>
                      </a:cubicBezTo>
                      <a:cubicBezTo>
                        <a:pt x="6453" y="754"/>
                        <a:pt x="4148" y="1197"/>
                        <a:pt x="2197" y="1552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44" name="Forme libre : forme 20543">
                  <a:extLst>
                    <a:ext uri="{FF2B5EF4-FFF2-40B4-BE49-F238E27FC236}">
                      <a16:creationId xmlns:a16="http://schemas.microsoft.com/office/drawing/2014/main" id="{A084D628-F030-4E22-B1D2-4F6686464947}"/>
                    </a:ext>
                  </a:extLst>
                </p:cNvPr>
                <p:cNvSpPr/>
                <p:nvPr/>
              </p:nvSpPr>
              <p:spPr>
                <a:xfrm>
                  <a:off x="4694742" y="1160806"/>
                  <a:ext cx="28948" cy="21456"/>
                </a:xfrm>
                <a:custGeom>
                  <a:avLst/>
                  <a:gdLst>
                    <a:gd name="connsiteX0" fmla="*/ 28948 w 28948"/>
                    <a:gd name="connsiteY0" fmla="*/ 0 h 21456"/>
                    <a:gd name="connsiteX1" fmla="*/ 25269 w 28948"/>
                    <a:gd name="connsiteY1" fmla="*/ 6073 h 21456"/>
                    <a:gd name="connsiteX2" fmla="*/ 18087 w 28948"/>
                    <a:gd name="connsiteY2" fmla="*/ 12147 h 21456"/>
                    <a:gd name="connsiteX3" fmla="*/ 0 w 28948"/>
                    <a:gd name="connsiteY3" fmla="*/ 21456 h 21456"/>
                    <a:gd name="connsiteX4" fmla="*/ 28948 w 28948"/>
                    <a:gd name="connsiteY4" fmla="*/ 0 h 2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948" h="21456">
                      <a:moveTo>
                        <a:pt x="28948" y="0"/>
                      </a:moveTo>
                      <a:cubicBezTo>
                        <a:pt x="28460" y="1906"/>
                        <a:pt x="27131" y="3945"/>
                        <a:pt x="25269" y="6073"/>
                      </a:cubicBezTo>
                      <a:cubicBezTo>
                        <a:pt x="23407" y="8201"/>
                        <a:pt x="20924" y="10285"/>
                        <a:pt x="18087" y="12147"/>
                      </a:cubicBezTo>
                      <a:cubicBezTo>
                        <a:pt x="12501" y="16136"/>
                        <a:pt x="5541" y="19151"/>
                        <a:pt x="0" y="21456"/>
                      </a:cubicBezTo>
                      <a:cubicBezTo>
                        <a:pt x="12191" y="16713"/>
                        <a:pt x="23052" y="7581"/>
                        <a:pt x="2894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45" name="Forme libre : forme 20544">
                  <a:extLst>
                    <a:ext uri="{FF2B5EF4-FFF2-40B4-BE49-F238E27FC236}">
                      <a16:creationId xmlns:a16="http://schemas.microsoft.com/office/drawing/2014/main" id="{1500C971-3243-411E-8AA3-BA1D5534B133}"/>
                    </a:ext>
                  </a:extLst>
                </p:cNvPr>
                <p:cNvSpPr/>
                <p:nvPr/>
              </p:nvSpPr>
              <p:spPr>
                <a:xfrm>
                  <a:off x="4623015" y="1150539"/>
                  <a:ext cx="34489" cy="3262"/>
                </a:xfrm>
                <a:custGeom>
                  <a:avLst/>
                  <a:gdLst>
                    <a:gd name="connsiteX0" fmla="*/ 34489 w 34489"/>
                    <a:gd name="connsiteY0" fmla="*/ 71 h 3262"/>
                    <a:gd name="connsiteX1" fmla="*/ 0 w 34489"/>
                    <a:gd name="connsiteY1" fmla="*/ 3263 h 3262"/>
                    <a:gd name="connsiteX2" fmla="*/ 34489 w 34489"/>
                    <a:gd name="connsiteY2" fmla="*/ 71 h 3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489" h="3262">
                      <a:moveTo>
                        <a:pt x="34489" y="71"/>
                      </a:moveTo>
                      <a:cubicBezTo>
                        <a:pt x="22121" y="-417"/>
                        <a:pt x="10329" y="1711"/>
                        <a:pt x="0" y="3263"/>
                      </a:cubicBezTo>
                      <a:cubicBezTo>
                        <a:pt x="9398" y="1534"/>
                        <a:pt x="23761" y="1357"/>
                        <a:pt x="34489" y="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46" name="Forme libre : forme 20545">
                  <a:extLst>
                    <a:ext uri="{FF2B5EF4-FFF2-40B4-BE49-F238E27FC236}">
                      <a16:creationId xmlns:a16="http://schemas.microsoft.com/office/drawing/2014/main" id="{5FF7D48E-E251-4537-8318-13A922FA067F}"/>
                    </a:ext>
                  </a:extLst>
                </p:cNvPr>
                <p:cNvSpPr/>
                <p:nvPr/>
              </p:nvSpPr>
              <p:spPr>
                <a:xfrm>
                  <a:off x="4675203" y="1163244"/>
                  <a:ext cx="18684" cy="3726"/>
                </a:xfrm>
                <a:custGeom>
                  <a:avLst/>
                  <a:gdLst>
                    <a:gd name="connsiteX0" fmla="*/ 18608 w 18684"/>
                    <a:gd name="connsiteY0" fmla="*/ 1507 h 3726"/>
                    <a:gd name="connsiteX1" fmla="*/ 7747 w 18684"/>
                    <a:gd name="connsiteY1" fmla="*/ 3724 h 3726"/>
                    <a:gd name="connsiteX2" fmla="*/ 166 w 18684"/>
                    <a:gd name="connsiteY2" fmla="*/ 1463 h 3726"/>
                    <a:gd name="connsiteX3" fmla="*/ 10318 w 18684"/>
                    <a:gd name="connsiteY3" fmla="*/ 0 h 3726"/>
                    <a:gd name="connsiteX4" fmla="*/ 18608 w 18684"/>
                    <a:gd name="connsiteY4" fmla="*/ 1507 h 3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84" h="3726">
                      <a:moveTo>
                        <a:pt x="18608" y="1507"/>
                      </a:moveTo>
                      <a:cubicBezTo>
                        <a:pt x="17721" y="3502"/>
                        <a:pt x="10008" y="3591"/>
                        <a:pt x="7747" y="3724"/>
                      </a:cubicBezTo>
                      <a:cubicBezTo>
                        <a:pt x="5397" y="3768"/>
                        <a:pt x="-1119" y="3192"/>
                        <a:pt x="166" y="1463"/>
                      </a:cubicBezTo>
                      <a:cubicBezTo>
                        <a:pt x="1452" y="-310"/>
                        <a:pt x="8190" y="177"/>
                        <a:pt x="10318" y="0"/>
                      </a:cubicBezTo>
                      <a:cubicBezTo>
                        <a:pt x="12402" y="44"/>
                        <a:pt x="19495" y="-222"/>
                        <a:pt x="18608" y="150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47" name="Forme libre : forme 20546">
                  <a:extLst>
                    <a:ext uri="{FF2B5EF4-FFF2-40B4-BE49-F238E27FC236}">
                      <a16:creationId xmlns:a16="http://schemas.microsoft.com/office/drawing/2014/main" id="{D6D33BBA-D1EB-41E4-AC86-08766DF30E92}"/>
                    </a:ext>
                  </a:extLst>
                </p:cNvPr>
                <p:cNvSpPr/>
                <p:nvPr/>
              </p:nvSpPr>
              <p:spPr>
                <a:xfrm>
                  <a:off x="4691299" y="1163392"/>
                  <a:ext cx="5298" cy="1813"/>
                </a:xfrm>
                <a:custGeom>
                  <a:avLst/>
                  <a:gdLst>
                    <a:gd name="connsiteX0" fmla="*/ 5261 w 5298"/>
                    <a:gd name="connsiteY0" fmla="*/ 384 h 1813"/>
                    <a:gd name="connsiteX1" fmla="*/ 3000 w 5298"/>
                    <a:gd name="connsiteY1" fmla="*/ 1625 h 1813"/>
                    <a:gd name="connsiteX2" fmla="*/ 30 w 5298"/>
                    <a:gd name="connsiteY2" fmla="*/ 1404 h 1813"/>
                    <a:gd name="connsiteX3" fmla="*/ 2246 w 5298"/>
                    <a:gd name="connsiteY3" fmla="*/ 251 h 1813"/>
                    <a:gd name="connsiteX4" fmla="*/ 5261 w 5298"/>
                    <a:gd name="connsiteY4" fmla="*/ 384 h 1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98" h="1813">
                      <a:moveTo>
                        <a:pt x="5261" y="384"/>
                      </a:moveTo>
                      <a:cubicBezTo>
                        <a:pt x="5571" y="961"/>
                        <a:pt x="3886" y="1448"/>
                        <a:pt x="3000" y="1625"/>
                      </a:cubicBezTo>
                      <a:cubicBezTo>
                        <a:pt x="2113" y="1803"/>
                        <a:pt x="340" y="2025"/>
                        <a:pt x="30" y="1404"/>
                      </a:cubicBezTo>
                      <a:cubicBezTo>
                        <a:pt x="-236" y="828"/>
                        <a:pt x="1359" y="429"/>
                        <a:pt x="2246" y="251"/>
                      </a:cubicBezTo>
                      <a:cubicBezTo>
                        <a:pt x="3133" y="30"/>
                        <a:pt x="4950" y="-236"/>
                        <a:pt x="5261" y="3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48" name="Forme libre : forme 20547">
                  <a:extLst>
                    <a:ext uri="{FF2B5EF4-FFF2-40B4-BE49-F238E27FC236}">
                      <a16:creationId xmlns:a16="http://schemas.microsoft.com/office/drawing/2014/main" id="{BDD8E2A5-7F18-4383-9B70-934447311EFC}"/>
                    </a:ext>
                  </a:extLst>
                </p:cNvPr>
                <p:cNvSpPr/>
                <p:nvPr/>
              </p:nvSpPr>
              <p:spPr>
                <a:xfrm>
                  <a:off x="4674652" y="1151651"/>
                  <a:ext cx="45931" cy="10196"/>
                </a:xfrm>
                <a:custGeom>
                  <a:avLst/>
                  <a:gdLst>
                    <a:gd name="connsiteX0" fmla="*/ 32724 w 45931"/>
                    <a:gd name="connsiteY0" fmla="*/ 2771 h 10196"/>
                    <a:gd name="connsiteX1" fmla="*/ 45359 w 45931"/>
                    <a:gd name="connsiteY1" fmla="*/ 6051 h 10196"/>
                    <a:gd name="connsiteX2" fmla="*/ 43142 w 45931"/>
                    <a:gd name="connsiteY2" fmla="*/ 9642 h 10196"/>
                    <a:gd name="connsiteX3" fmla="*/ 37335 w 45931"/>
                    <a:gd name="connsiteY3" fmla="*/ 9819 h 10196"/>
                    <a:gd name="connsiteX4" fmla="*/ 20134 w 45931"/>
                    <a:gd name="connsiteY4" fmla="*/ 7603 h 10196"/>
                    <a:gd name="connsiteX5" fmla="*/ 7544 w 45931"/>
                    <a:gd name="connsiteY5" fmla="*/ 6894 h 10196"/>
                    <a:gd name="connsiteX6" fmla="*/ 363 w 45931"/>
                    <a:gd name="connsiteY6" fmla="*/ 3037 h 10196"/>
                    <a:gd name="connsiteX7" fmla="*/ 21819 w 45931"/>
                    <a:gd name="connsiteY7" fmla="*/ 111 h 10196"/>
                    <a:gd name="connsiteX8" fmla="*/ 32724 w 45931"/>
                    <a:gd name="connsiteY8" fmla="*/ 2771 h 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931" h="10196">
                      <a:moveTo>
                        <a:pt x="32724" y="2771"/>
                      </a:moveTo>
                      <a:cubicBezTo>
                        <a:pt x="37867" y="3791"/>
                        <a:pt x="41590" y="3968"/>
                        <a:pt x="45359" y="6051"/>
                      </a:cubicBezTo>
                      <a:cubicBezTo>
                        <a:pt x="46733" y="6805"/>
                        <a:pt x="45492" y="8800"/>
                        <a:pt x="43142" y="9642"/>
                      </a:cubicBezTo>
                      <a:cubicBezTo>
                        <a:pt x="40837" y="10484"/>
                        <a:pt x="39108" y="10218"/>
                        <a:pt x="37335" y="9819"/>
                      </a:cubicBezTo>
                      <a:cubicBezTo>
                        <a:pt x="31749" y="8711"/>
                        <a:pt x="26252" y="8401"/>
                        <a:pt x="20134" y="7603"/>
                      </a:cubicBezTo>
                      <a:cubicBezTo>
                        <a:pt x="18272" y="7559"/>
                        <a:pt x="12421" y="7470"/>
                        <a:pt x="7544" y="6894"/>
                      </a:cubicBezTo>
                      <a:cubicBezTo>
                        <a:pt x="2668" y="6140"/>
                        <a:pt x="-1233" y="4854"/>
                        <a:pt x="363" y="3037"/>
                      </a:cubicBezTo>
                      <a:cubicBezTo>
                        <a:pt x="3466" y="-465"/>
                        <a:pt x="16942" y="-66"/>
                        <a:pt x="21819" y="111"/>
                      </a:cubicBezTo>
                      <a:cubicBezTo>
                        <a:pt x="26651" y="776"/>
                        <a:pt x="28868" y="2062"/>
                        <a:pt x="32724" y="2771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471" name="Graphique 2">
                <a:extLst>
                  <a:ext uri="{FF2B5EF4-FFF2-40B4-BE49-F238E27FC236}">
                    <a16:creationId xmlns:a16="http://schemas.microsoft.com/office/drawing/2014/main" id="{4E936F66-D0F9-46FF-8532-683C3640D870}"/>
                  </a:ext>
                </a:extLst>
              </p:cNvPr>
              <p:cNvGrpSpPr/>
              <p:nvPr/>
            </p:nvGrpSpPr>
            <p:grpSpPr>
              <a:xfrm>
                <a:off x="6784415" y="1241735"/>
                <a:ext cx="99232" cy="46085"/>
                <a:chOff x="6784415" y="1241735"/>
                <a:chExt cx="99232" cy="46085"/>
              </a:xfrm>
              <a:solidFill>
                <a:schemeClr val="accent1"/>
              </a:solidFill>
            </p:grpSpPr>
            <p:sp>
              <p:nvSpPr>
                <p:cNvPr id="20525" name="Forme libre : forme 20524">
                  <a:extLst>
                    <a:ext uri="{FF2B5EF4-FFF2-40B4-BE49-F238E27FC236}">
                      <a16:creationId xmlns:a16="http://schemas.microsoft.com/office/drawing/2014/main" id="{B593BBBB-F418-42F9-804E-01F6B86DF806}"/>
                    </a:ext>
                  </a:extLst>
                </p:cNvPr>
                <p:cNvSpPr/>
                <p:nvPr/>
              </p:nvSpPr>
              <p:spPr>
                <a:xfrm>
                  <a:off x="6784415" y="1241735"/>
                  <a:ext cx="99232" cy="46085"/>
                </a:xfrm>
                <a:custGeom>
                  <a:avLst/>
                  <a:gdLst>
                    <a:gd name="connsiteX0" fmla="*/ 75540 w 99232"/>
                    <a:gd name="connsiteY0" fmla="*/ 38454 h 46085"/>
                    <a:gd name="connsiteX1" fmla="*/ 65876 w 99232"/>
                    <a:gd name="connsiteY1" fmla="*/ 42533 h 46085"/>
                    <a:gd name="connsiteX2" fmla="*/ 52710 w 99232"/>
                    <a:gd name="connsiteY2" fmla="*/ 45636 h 46085"/>
                    <a:gd name="connsiteX3" fmla="*/ 45528 w 99232"/>
                    <a:gd name="connsiteY3" fmla="*/ 46079 h 46085"/>
                    <a:gd name="connsiteX4" fmla="*/ 38568 w 99232"/>
                    <a:gd name="connsiteY4" fmla="*/ 45858 h 46085"/>
                    <a:gd name="connsiteX5" fmla="*/ 27086 w 99232"/>
                    <a:gd name="connsiteY5" fmla="*/ 43420 h 46085"/>
                    <a:gd name="connsiteX6" fmla="*/ 5231 w 99232"/>
                    <a:gd name="connsiteY6" fmla="*/ 27460 h 46085"/>
                    <a:gd name="connsiteX7" fmla="*/ 0 w 99232"/>
                    <a:gd name="connsiteY7" fmla="*/ 9285 h 46085"/>
                    <a:gd name="connsiteX8" fmla="*/ 8246 w 99232"/>
                    <a:gd name="connsiteY8" fmla="*/ 3566 h 46085"/>
                    <a:gd name="connsiteX9" fmla="*/ 23052 w 99232"/>
                    <a:gd name="connsiteY9" fmla="*/ 6714 h 46085"/>
                    <a:gd name="connsiteX10" fmla="*/ 37238 w 99232"/>
                    <a:gd name="connsiteY10" fmla="*/ 9817 h 46085"/>
                    <a:gd name="connsiteX11" fmla="*/ 42070 w 99232"/>
                    <a:gd name="connsiteY11" fmla="*/ 10437 h 46085"/>
                    <a:gd name="connsiteX12" fmla="*/ 48011 w 99232"/>
                    <a:gd name="connsiteY12" fmla="*/ 10260 h 46085"/>
                    <a:gd name="connsiteX13" fmla="*/ 51158 w 99232"/>
                    <a:gd name="connsiteY13" fmla="*/ 9684 h 46085"/>
                    <a:gd name="connsiteX14" fmla="*/ 54217 w 99232"/>
                    <a:gd name="connsiteY14" fmla="*/ 9019 h 46085"/>
                    <a:gd name="connsiteX15" fmla="*/ 59625 w 99232"/>
                    <a:gd name="connsiteY15" fmla="*/ 7334 h 46085"/>
                    <a:gd name="connsiteX16" fmla="*/ 67827 w 99232"/>
                    <a:gd name="connsiteY16" fmla="*/ 4364 h 46085"/>
                    <a:gd name="connsiteX17" fmla="*/ 75496 w 99232"/>
                    <a:gd name="connsiteY17" fmla="*/ 2103 h 46085"/>
                    <a:gd name="connsiteX18" fmla="*/ 79353 w 99232"/>
                    <a:gd name="connsiteY18" fmla="*/ 1482 h 46085"/>
                    <a:gd name="connsiteX19" fmla="*/ 83165 w 99232"/>
                    <a:gd name="connsiteY19" fmla="*/ 818 h 46085"/>
                    <a:gd name="connsiteX20" fmla="*/ 91233 w 99232"/>
                    <a:gd name="connsiteY20" fmla="*/ 19 h 46085"/>
                    <a:gd name="connsiteX21" fmla="*/ 99213 w 99232"/>
                    <a:gd name="connsiteY21" fmla="*/ 5916 h 46085"/>
                    <a:gd name="connsiteX22" fmla="*/ 93804 w 99232"/>
                    <a:gd name="connsiteY22" fmla="*/ 22407 h 46085"/>
                    <a:gd name="connsiteX23" fmla="*/ 86756 w 99232"/>
                    <a:gd name="connsiteY23" fmla="*/ 30652 h 46085"/>
                    <a:gd name="connsiteX24" fmla="*/ 84495 w 99232"/>
                    <a:gd name="connsiteY24" fmla="*/ 32736 h 46085"/>
                    <a:gd name="connsiteX25" fmla="*/ 81746 w 99232"/>
                    <a:gd name="connsiteY25" fmla="*/ 34642 h 46085"/>
                    <a:gd name="connsiteX26" fmla="*/ 75540 w 99232"/>
                    <a:gd name="connsiteY26" fmla="*/ 38454 h 46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9232" h="46085">
                      <a:moveTo>
                        <a:pt x="75540" y="38454"/>
                      </a:moveTo>
                      <a:cubicBezTo>
                        <a:pt x="73324" y="39962"/>
                        <a:pt x="69688" y="41070"/>
                        <a:pt x="65876" y="42533"/>
                      </a:cubicBezTo>
                      <a:cubicBezTo>
                        <a:pt x="62152" y="44129"/>
                        <a:pt x="57364" y="44838"/>
                        <a:pt x="52710" y="45636"/>
                      </a:cubicBezTo>
                      <a:cubicBezTo>
                        <a:pt x="50404" y="46168"/>
                        <a:pt x="47922" y="46035"/>
                        <a:pt x="45528" y="46079"/>
                      </a:cubicBezTo>
                      <a:cubicBezTo>
                        <a:pt x="43134" y="46035"/>
                        <a:pt x="40785" y="46212"/>
                        <a:pt x="38568" y="45858"/>
                      </a:cubicBezTo>
                      <a:cubicBezTo>
                        <a:pt x="34135" y="45149"/>
                        <a:pt x="30057" y="44661"/>
                        <a:pt x="27086" y="43420"/>
                      </a:cubicBezTo>
                      <a:cubicBezTo>
                        <a:pt x="15693" y="39696"/>
                        <a:pt x="8999" y="33445"/>
                        <a:pt x="5231" y="27460"/>
                      </a:cubicBezTo>
                      <a:cubicBezTo>
                        <a:pt x="1374" y="21431"/>
                        <a:pt x="44" y="15447"/>
                        <a:pt x="0" y="9285"/>
                      </a:cubicBezTo>
                      <a:cubicBezTo>
                        <a:pt x="0" y="4940"/>
                        <a:pt x="4743" y="2812"/>
                        <a:pt x="8246" y="3566"/>
                      </a:cubicBezTo>
                      <a:cubicBezTo>
                        <a:pt x="13876" y="4763"/>
                        <a:pt x="18663" y="5783"/>
                        <a:pt x="23052" y="6714"/>
                      </a:cubicBezTo>
                      <a:cubicBezTo>
                        <a:pt x="27751" y="7689"/>
                        <a:pt x="32229" y="9063"/>
                        <a:pt x="37238" y="9817"/>
                      </a:cubicBezTo>
                      <a:cubicBezTo>
                        <a:pt x="38568" y="10260"/>
                        <a:pt x="40253" y="10083"/>
                        <a:pt x="42070" y="10437"/>
                      </a:cubicBezTo>
                      <a:cubicBezTo>
                        <a:pt x="43932" y="10482"/>
                        <a:pt x="45927" y="10393"/>
                        <a:pt x="48011" y="10260"/>
                      </a:cubicBezTo>
                      <a:cubicBezTo>
                        <a:pt x="49074" y="10038"/>
                        <a:pt x="50094" y="9817"/>
                        <a:pt x="51158" y="9684"/>
                      </a:cubicBezTo>
                      <a:cubicBezTo>
                        <a:pt x="52178" y="9506"/>
                        <a:pt x="53197" y="9462"/>
                        <a:pt x="54217" y="9019"/>
                      </a:cubicBezTo>
                      <a:cubicBezTo>
                        <a:pt x="56212" y="8309"/>
                        <a:pt x="58074" y="7733"/>
                        <a:pt x="59625" y="7334"/>
                      </a:cubicBezTo>
                      <a:cubicBezTo>
                        <a:pt x="62462" y="5916"/>
                        <a:pt x="65167" y="4985"/>
                        <a:pt x="67827" y="4364"/>
                      </a:cubicBezTo>
                      <a:cubicBezTo>
                        <a:pt x="70398" y="3300"/>
                        <a:pt x="72924" y="2591"/>
                        <a:pt x="75496" y="2103"/>
                      </a:cubicBezTo>
                      <a:cubicBezTo>
                        <a:pt x="76737" y="1926"/>
                        <a:pt x="78023" y="1704"/>
                        <a:pt x="79353" y="1482"/>
                      </a:cubicBezTo>
                      <a:cubicBezTo>
                        <a:pt x="80594" y="1217"/>
                        <a:pt x="81879" y="995"/>
                        <a:pt x="83165" y="818"/>
                      </a:cubicBezTo>
                      <a:cubicBezTo>
                        <a:pt x="85736" y="463"/>
                        <a:pt x="88396" y="241"/>
                        <a:pt x="91233" y="19"/>
                      </a:cubicBezTo>
                      <a:cubicBezTo>
                        <a:pt x="95090" y="-246"/>
                        <a:pt x="99567" y="2236"/>
                        <a:pt x="99213" y="5916"/>
                      </a:cubicBezTo>
                      <a:cubicBezTo>
                        <a:pt x="98636" y="11235"/>
                        <a:pt x="97174" y="16777"/>
                        <a:pt x="93804" y="22407"/>
                      </a:cubicBezTo>
                      <a:cubicBezTo>
                        <a:pt x="91943" y="25067"/>
                        <a:pt x="89593" y="27815"/>
                        <a:pt x="86756" y="30652"/>
                      </a:cubicBezTo>
                      <a:cubicBezTo>
                        <a:pt x="86047" y="31362"/>
                        <a:pt x="85337" y="32071"/>
                        <a:pt x="84495" y="32736"/>
                      </a:cubicBezTo>
                      <a:cubicBezTo>
                        <a:pt x="83608" y="33356"/>
                        <a:pt x="82677" y="33977"/>
                        <a:pt x="81746" y="34642"/>
                      </a:cubicBezTo>
                      <a:cubicBezTo>
                        <a:pt x="79796" y="35928"/>
                        <a:pt x="77757" y="37169"/>
                        <a:pt x="75540" y="38454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26" name="Forme libre : forme 20525">
                  <a:extLst>
                    <a:ext uri="{FF2B5EF4-FFF2-40B4-BE49-F238E27FC236}">
                      <a16:creationId xmlns:a16="http://schemas.microsoft.com/office/drawing/2014/main" id="{0891F025-B89E-4907-8598-87FC780E7304}"/>
                    </a:ext>
                  </a:extLst>
                </p:cNvPr>
                <p:cNvSpPr/>
                <p:nvPr/>
              </p:nvSpPr>
              <p:spPr>
                <a:xfrm>
                  <a:off x="6784459" y="1246808"/>
                  <a:ext cx="98991" cy="40961"/>
                </a:xfrm>
                <a:custGeom>
                  <a:avLst/>
                  <a:gdLst>
                    <a:gd name="connsiteX0" fmla="*/ 36617 w 98991"/>
                    <a:gd name="connsiteY0" fmla="*/ 27574 h 40961"/>
                    <a:gd name="connsiteX1" fmla="*/ 13698 w 98991"/>
                    <a:gd name="connsiteY1" fmla="*/ 18087 h 40961"/>
                    <a:gd name="connsiteX2" fmla="*/ 1995 w 98991"/>
                    <a:gd name="connsiteY2" fmla="*/ 0 h 40961"/>
                    <a:gd name="connsiteX3" fmla="*/ 0 w 98991"/>
                    <a:gd name="connsiteY3" fmla="*/ 4167 h 40961"/>
                    <a:gd name="connsiteX4" fmla="*/ 576 w 98991"/>
                    <a:gd name="connsiteY4" fmla="*/ 10462 h 40961"/>
                    <a:gd name="connsiteX5" fmla="*/ 10374 w 98991"/>
                    <a:gd name="connsiteY5" fmla="*/ 28505 h 40961"/>
                    <a:gd name="connsiteX6" fmla="*/ 13565 w 98991"/>
                    <a:gd name="connsiteY6" fmla="*/ 31342 h 40961"/>
                    <a:gd name="connsiteX7" fmla="*/ 17422 w 98991"/>
                    <a:gd name="connsiteY7" fmla="*/ 33913 h 40961"/>
                    <a:gd name="connsiteX8" fmla="*/ 21855 w 98991"/>
                    <a:gd name="connsiteY8" fmla="*/ 36351 h 40961"/>
                    <a:gd name="connsiteX9" fmla="*/ 27086 w 98991"/>
                    <a:gd name="connsiteY9" fmla="*/ 38302 h 40961"/>
                    <a:gd name="connsiteX10" fmla="*/ 35154 w 98991"/>
                    <a:gd name="connsiteY10" fmla="*/ 40208 h 40961"/>
                    <a:gd name="connsiteX11" fmla="*/ 39898 w 98991"/>
                    <a:gd name="connsiteY11" fmla="*/ 40918 h 40961"/>
                    <a:gd name="connsiteX12" fmla="*/ 44952 w 98991"/>
                    <a:gd name="connsiteY12" fmla="*/ 40962 h 40961"/>
                    <a:gd name="connsiteX13" fmla="*/ 50138 w 98991"/>
                    <a:gd name="connsiteY13" fmla="*/ 40873 h 40961"/>
                    <a:gd name="connsiteX14" fmla="*/ 55192 w 98991"/>
                    <a:gd name="connsiteY14" fmla="*/ 40075 h 40961"/>
                    <a:gd name="connsiteX15" fmla="*/ 72437 w 98991"/>
                    <a:gd name="connsiteY15" fmla="*/ 34888 h 40961"/>
                    <a:gd name="connsiteX16" fmla="*/ 75451 w 98991"/>
                    <a:gd name="connsiteY16" fmla="*/ 33337 h 40961"/>
                    <a:gd name="connsiteX17" fmla="*/ 83874 w 98991"/>
                    <a:gd name="connsiteY17" fmla="*/ 27928 h 40961"/>
                    <a:gd name="connsiteX18" fmla="*/ 89859 w 98991"/>
                    <a:gd name="connsiteY18" fmla="*/ 22032 h 40961"/>
                    <a:gd name="connsiteX19" fmla="*/ 98149 w 98991"/>
                    <a:gd name="connsiteY19" fmla="*/ 5940 h 40961"/>
                    <a:gd name="connsiteX20" fmla="*/ 98991 w 98991"/>
                    <a:gd name="connsiteY20" fmla="*/ 798 h 40961"/>
                    <a:gd name="connsiteX21" fmla="*/ 98991 w 98991"/>
                    <a:gd name="connsiteY21" fmla="*/ 621 h 40961"/>
                    <a:gd name="connsiteX22" fmla="*/ 92652 w 98991"/>
                    <a:gd name="connsiteY22" fmla="*/ 6251 h 40961"/>
                    <a:gd name="connsiteX23" fmla="*/ 85958 w 98991"/>
                    <a:gd name="connsiteY23" fmla="*/ 11615 h 40961"/>
                    <a:gd name="connsiteX24" fmla="*/ 78865 w 98991"/>
                    <a:gd name="connsiteY24" fmla="*/ 16580 h 40961"/>
                    <a:gd name="connsiteX25" fmla="*/ 71151 w 98991"/>
                    <a:gd name="connsiteY25" fmla="*/ 20747 h 40961"/>
                    <a:gd name="connsiteX26" fmla="*/ 36617 w 98991"/>
                    <a:gd name="connsiteY26" fmla="*/ 27574 h 40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8991" h="40961">
                      <a:moveTo>
                        <a:pt x="36617" y="27574"/>
                      </a:moveTo>
                      <a:cubicBezTo>
                        <a:pt x="28328" y="26776"/>
                        <a:pt x="19860" y="23274"/>
                        <a:pt x="13698" y="18087"/>
                      </a:cubicBezTo>
                      <a:cubicBezTo>
                        <a:pt x="7448" y="12945"/>
                        <a:pt x="3280" y="6339"/>
                        <a:pt x="1995" y="0"/>
                      </a:cubicBezTo>
                      <a:cubicBezTo>
                        <a:pt x="798" y="975"/>
                        <a:pt x="0" y="2438"/>
                        <a:pt x="0" y="4167"/>
                      </a:cubicBezTo>
                      <a:cubicBezTo>
                        <a:pt x="0" y="6295"/>
                        <a:pt x="177" y="8379"/>
                        <a:pt x="576" y="10462"/>
                      </a:cubicBezTo>
                      <a:cubicBezTo>
                        <a:pt x="1640" y="16491"/>
                        <a:pt x="4389" y="22609"/>
                        <a:pt x="10374" y="28505"/>
                      </a:cubicBezTo>
                      <a:cubicBezTo>
                        <a:pt x="11349" y="29436"/>
                        <a:pt x="12413" y="30367"/>
                        <a:pt x="13565" y="31342"/>
                      </a:cubicBezTo>
                      <a:cubicBezTo>
                        <a:pt x="14718" y="32229"/>
                        <a:pt x="16048" y="33027"/>
                        <a:pt x="17422" y="33913"/>
                      </a:cubicBezTo>
                      <a:cubicBezTo>
                        <a:pt x="18841" y="34711"/>
                        <a:pt x="20215" y="35642"/>
                        <a:pt x="21855" y="36351"/>
                      </a:cubicBezTo>
                      <a:cubicBezTo>
                        <a:pt x="23495" y="37016"/>
                        <a:pt x="25224" y="37681"/>
                        <a:pt x="27086" y="38302"/>
                      </a:cubicBezTo>
                      <a:cubicBezTo>
                        <a:pt x="29259" y="39189"/>
                        <a:pt x="32051" y="39721"/>
                        <a:pt x="35154" y="40208"/>
                      </a:cubicBezTo>
                      <a:cubicBezTo>
                        <a:pt x="36662" y="40430"/>
                        <a:pt x="38258" y="40652"/>
                        <a:pt x="39898" y="40918"/>
                      </a:cubicBezTo>
                      <a:cubicBezTo>
                        <a:pt x="41538" y="40918"/>
                        <a:pt x="43223" y="40962"/>
                        <a:pt x="44952" y="40962"/>
                      </a:cubicBezTo>
                      <a:cubicBezTo>
                        <a:pt x="46681" y="40918"/>
                        <a:pt x="48409" y="40918"/>
                        <a:pt x="50138" y="40873"/>
                      </a:cubicBezTo>
                      <a:cubicBezTo>
                        <a:pt x="51867" y="40696"/>
                        <a:pt x="53508" y="40341"/>
                        <a:pt x="55192" y="40075"/>
                      </a:cubicBezTo>
                      <a:cubicBezTo>
                        <a:pt x="62108" y="39189"/>
                        <a:pt x="67826" y="36617"/>
                        <a:pt x="72437" y="34888"/>
                      </a:cubicBezTo>
                      <a:cubicBezTo>
                        <a:pt x="73678" y="34489"/>
                        <a:pt x="74565" y="33780"/>
                        <a:pt x="75451" y="33337"/>
                      </a:cubicBezTo>
                      <a:cubicBezTo>
                        <a:pt x="78555" y="31564"/>
                        <a:pt x="81392" y="29746"/>
                        <a:pt x="83874" y="27928"/>
                      </a:cubicBezTo>
                      <a:cubicBezTo>
                        <a:pt x="86268" y="26022"/>
                        <a:pt x="88086" y="23939"/>
                        <a:pt x="89859" y="22032"/>
                      </a:cubicBezTo>
                      <a:cubicBezTo>
                        <a:pt x="94691" y="16801"/>
                        <a:pt x="96775" y="11171"/>
                        <a:pt x="98149" y="5940"/>
                      </a:cubicBezTo>
                      <a:cubicBezTo>
                        <a:pt x="98548" y="4211"/>
                        <a:pt x="98814" y="2527"/>
                        <a:pt x="98991" y="798"/>
                      </a:cubicBezTo>
                      <a:lnTo>
                        <a:pt x="98991" y="621"/>
                      </a:lnTo>
                      <a:cubicBezTo>
                        <a:pt x="96863" y="2483"/>
                        <a:pt x="94780" y="4389"/>
                        <a:pt x="92652" y="6251"/>
                      </a:cubicBezTo>
                      <a:cubicBezTo>
                        <a:pt x="90568" y="8157"/>
                        <a:pt x="88396" y="10063"/>
                        <a:pt x="85958" y="11615"/>
                      </a:cubicBezTo>
                      <a:lnTo>
                        <a:pt x="78865" y="16580"/>
                      </a:lnTo>
                      <a:cubicBezTo>
                        <a:pt x="76382" y="18087"/>
                        <a:pt x="73722" y="19328"/>
                        <a:pt x="71151" y="20747"/>
                      </a:cubicBezTo>
                      <a:cubicBezTo>
                        <a:pt x="60689" y="25978"/>
                        <a:pt x="48587" y="28948"/>
                        <a:pt x="36617" y="2757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27" name="Forme libre : forme 20526">
                  <a:extLst>
                    <a:ext uri="{FF2B5EF4-FFF2-40B4-BE49-F238E27FC236}">
                      <a16:creationId xmlns:a16="http://schemas.microsoft.com/office/drawing/2014/main" id="{CA4CEAD8-138A-492C-AA30-DFB741A80046}"/>
                    </a:ext>
                  </a:extLst>
                </p:cNvPr>
                <p:cNvSpPr/>
                <p:nvPr/>
              </p:nvSpPr>
              <p:spPr>
                <a:xfrm>
                  <a:off x="6817072" y="1256631"/>
                  <a:ext cx="48941" cy="19452"/>
                </a:xfrm>
                <a:custGeom>
                  <a:avLst/>
                  <a:gdLst>
                    <a:gd name="connsiteX0" fmla="*/ 48601 w 48941"/>
                    <a:gd name="connsiteY0" fmla="*/ 772 h 19452"/>
                    <a:gd name="connsiteX1" fmla="*/ 47670 w 48941"/>
                    <a:gd name="connsiteY1" fmla="*/ 4983 h 19452"/>
                    <a:gd name="connsiteX2" fmla="*/ 41730 w 48941"/>
                    <a:gd name="connsiteY2" fmla="*/ 10525 h 19452"/>
                    <a:gd name="connsiteX3" fmla="*/ 26170 w 48941"/>
                    <a:gd name="connsiteY3" fmla="*/ 18194 h 19452"/>
                    <a:gd name="connsiteX4" fmla="*/ 18767 w 48941"/>
                    <a:gd name="connsiteY4" fmla="*/ 19302 h 19452"/>
                    <a:gd name="connsiteX5" fmla="*/ 14245 w 48941"/>
                    <a:gd name="connsiteY5" fmla="*/ 19302 h 19452"/>
                    <a:gd name="connsiteX6" fmla="*/ 9679 w 48941"/>
                    <a:gd name="connsiteY6" fmla="*/ 18770 h 19452"/>
                    <a:gd name="connsiteX7" fmla="*/ 59 w 48941"/>
                    <a:gd name="connsiteY7" fmla="*/ 12298 h 19452"/>
                    <a:gd name="connsiteX8" fmla="*/ 9989 w 48941"/>
                    <a:gd name="connsiteY8" fmla="*/ 9062 h 19452"/>
                    <a:gd name="connsiteX9" fmla="*/ 17304 w 48941"/>
                    <a:gd name="connsiteY9" fmla="*/ 8087 h 19452"/>
                    <a:gd name="connsiteX10" fmla="*/ 23111 w 48941"/>
                    <a:gd name="connsiteY10" fmla="*/ 7023 h 19452"/>
                    <a:gd name="connsiteX11" fmla="*/ 29140 w 48941"/>
                    <a:gd name="connsiteY11" fmla="*/ 5294 h 19452"/>
                    <a:gd name="connsiteX12" fmla="*/ 37031 w 48941"/>
                    <a:gd name="connsiteY12" fmla="*/ 2589 h 19452"/>
                    <a:gd name="connsiteX13" fmla="*/ 48601 w 48941"/>
                    <a:gd name="connsiteY13" fmla="*/ 772 h 19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8941" h="19452">
                      <a:moveTo>
                        <a:pt x="48601" y="772"/>
                      </a:moveTo>
                      <a:cubicBezTo>
                        <a:pt x="49311" y="1703"/>
                        <a:pt x="48867" y="3166"/>
                        <a:pt x="47670" y="4983"/>
                      </a:cubicBezTo>
                      <a:cubicBezTo>
                        <a:pt x="46518" y="6890"/>
                        <a:pt x="44301" y="8752"/>
                        <a:pt x="41730" y="10525"/>
                      </a:cubicBezTo>
                      <a:cubicBezTo>
                        <a:pt x="36854" y="14559"/>
                        <a:pt x="29716" y="16953"/>
                        <a:pt x="26170" y="18194"/>
                      </a:cubicBezTo>
                      <a:cubicBezTo>
                        <a:pt x="24308" y="18549"/>
                        <a:pt x="21648" y="18992"/>
                        <a:pt x="18767" y="19302"/>
                      </a:cubicBezTo>
                      <a:cubicBezTo>
                        <a:pt x="17348" y="19524"/>
                        <a:pt x="15796" y="19480"/>
                        <a:pt x="14245" y="19302"/>
                      </a:cubicBezTo>
                      <a:cubicBezTo>
                        <a:pt x="12693" y="19169"/>
                        <a:pt x="11142" y="18992"/>
                        <a:pt x="9679" y="18770"/>
                      </a:cubicBezTo>
                      <a:cubicBezTo>
                        <a:pt x="3783" y="17485"/>
                        <a:pt x="-561" y="14913"/>
                        <a:pt x="59" y="12298"/>
                      </a:cubicBezTo>
                      <a:cubicBezTo>
                        <a:pt x="635" y="9948"/>
                        <a:pt x="5157" y="9461"/>
                        <a:pt x="9989" y="9062"/>
                      </a:cubicBezTo>
                      <a:cubicBezTo>
                        <a:pt x="12428" y="8530"/>
                        <a:pt x="14999" y="8707"/>
                        <a:pt x="17304" y="8087"/>
                      </a:cubicBezTo>
                      <a:cubicBezTo>
                        <a:pt x="19609" y="7555"/>
                        <a:pt x="21693" y="7200"/>
                        <a:pt x="23111" y="7023"/>
                      </a:cubicBezTo>
                      <a:cubicBezTo>
                        <a:pt x="24530" y="6757"/>
                        <a:pt x="26658" y="5959"/>
                        <a:pt x="29140" y="5294"/>
                      </a:cubicBezTo>
                      <a:cubicBezTo>
                        <a:pt x="31667" y="4762"/>
                        <a:pt x="34371" y="3565"/>
                        <a:pt x="37031" y="2589"/>
                      </a:cubicBezTo>
                      <a:cubicBezTo>
                        <a:pt x="42439" y="994"/>
                        <a:pt x="47094" y="-1179"/>
                        <a:pt x="48601" y="77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28" name="Forme libre : forme 20527">
                  <a:extLst>
                    <a:ext uri="{FF2B5EF4-FFF2-40B4-BE49-F238E27FC236}">
                      <a16:creationId xmlns:a16="http://schemas.microsoft.com/office/drawing/2014/main" id="{C57F62A9-DEB3-4171-9B61-84884A1B3745}"/>
                    </a:ext>
                  </a:extLst>
                </p:cNvPr>
                <p:cNvSpPr/>
                <p:nvPr/>
              </p:nvSpPr>
              <p:spPr>
                <a:xfrm>
                  <a:off x="6816859" y="1265781"/>
                  <a:ext cx="37598" cy="10351"/>
                </a:xfrm>
                <a:custGeom>
                  <a:avLst/>
                  <a:gdLst>
                    <a:gd name="connsiteX0" fmla="*/ 11089 w 37598"/>
                    <a:gd name="connsiteY0" fmla="*/ 0 h 10351"/>
                    <a:gd name="connsiteX1" fmla="*/ 6 w 37598"/>
                    <a:gd name="connsiteY1" fmla="*/ 3147 h 10351"/>
                    <a:gd name="connsiteX2" fmla="*/ 2932 w 37598"/>
                    <a:gd name="connsiteY2" fmla="*/ 6960 h 10351"/>
                    <a:gd name="connsiteX3" fmla="*/ 9848 w 37598"/>
                    <a:gd name="connsiteY3" fmla="*/ 9664 h 10351"/>
                    <a:gd name="connsiteX4" fmla="*/ 18625 w 37598"/>
                    <a:gd name="connsiteY4" fmla="*/ 10240 h 10351"/>
                    <a:gd name="connsiteX5" fmla="*/ 26693 w 37598"/>
                    <a:gd name="connsiteY5" fmla="*/ 9044 h 10351"/>
                    <a:gd name="connsiteX6" fmla="*/ 37599 w 37598"/>
                    <a:gd name="connsiteY6" fmla="*/ 4167 h 10351"/>
                    <a:gd name="connsiteX7" fmla="*/ 31570 w 37598"/>
                    <a:gd name="connsiteY7" fmla="*/ 6162 h 10351"/>
                    <a:gd name="connsiteX8" fmla="*/ 24433 w 37598"/>
                    <a:gd name="connsiteY8" fmla="*/ 6871 h 10351"/>
                    <a:gd name="connsiteX9" fmla="*/ 17739 w 37598"/>
                    <a:gd name="connsiteY9" fmla="*/ 6073 h 10351"/>
                    <a:gd name="connsiteX10" fmla="*/ 11089 w 37598"/>
                    <a:gd name="connsiteY10" fmla="*/ 0 h 10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598" h="10351">
                      <a:moveTo>
                        <a:pt x="11089" y="0"/>
                      </a:moveTo>
                      <a:cubicBezTo>
                        <a:pt x="8163" y="1197"/>
                        <a:pt x="-260" y="-44"/>
                        <a:pt x="6" y="3147"/>
                      </a:cubicBezTo>
                      <a:cubicBezTo>
                        <a:pt x="139" y="4566"/>
                        <a:pt x="1159" y="5940"/>
                        <a:pt x="2932" y="6960"/>
                      </a:cubicBezTo>
                      <a:cubicBezTo>
                        <a:pt x="4705" y="7935"/>
                        <a:pt x="7099" y="9265"/>
                        <a:pt x="9848" y="9664"/>
                      </a:cubicBezTo>
                      <a:cubicBezTo>
                        <a:pt x="12596" y="10019"/>
                        <a:pt x="15699" y="10595"/>
                        <a:pt x="18625" y="10240"/>
                      </a:cubicBezTo>
                      <a:cubicBezTo>
                        <a:pt x="21507" y="9930"/>
                        <a:pt x="24344" y="9531"/>
                        <a:pt x="26693" y="9044"/>
                      </a:cubicBezTo>
                      <a:cubicBezTo>
                        <a:pt x="29265" y="8113"/>
                        <a:pt x="35116" y="5940"/>
                        <a:pt x="37599" y="4167"/>
                      </a:cubicBezTo>
                      <a:cubicBezTo>
                        <a:pt x="36136" y="5054"/>
                        <a:pt x="33210" y="5807"/>
                        <a:pt x="31570" y="6162"/>
                      </a:cubicBezTo>
                      <a:cubicBezTo>
                        <a:pt x="29176" y="6472"/>
                        <a:pt x="26871" y="7137"/>
                        <a:pt x="24433" y="6871"/>
                      </a:cubicBezTo>
                      <a:cubicBezTo>
                        <a:pt x="21994" y="6738"/>
                        <a:pt x="19733" y="6517"/>
                        <a:pt x="17739" y="6073"/>
                      </a:cubicBezTo>
                      <a:cubicBezTo>
                        <a:pt x="13837" y="4965"/>
                        <a:pt x="11222" y="2704"/>
                        <a:pt x="11089" y="0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29" name="Forme libre : forme 20528">
                  <a:extLst>
                    <a:ext uri="{FF2B5EF4-FFF2-40B4-BE49-F238E27FC236}">
                      <a16:creationId xmlns:a16="http://schemas.microsoft.com/office/drawing/2014/main" id="{79E55C5E-2C79-4E30-B90F-2F5954D5B1D3}"/>
                    </a:ext>
                  </a:extLst>
                </p:cNvPr>
                <p:cNvSpPr/>
                <p:nvPr/>
              </p:nvSpPr>
              <p:spPr>
                <a:xfrm>
                  <a:off x="6819514" y="1255715"/>
                  <a:ext cx="49250" cy="21592"/>
                </a:xfrm>
                <a:custGeom>
                  <a:avLst/>
                  <a:gdLst>
                    <a:gd name="connsiteX0" fmla="*/ 49130 w 49250"/>
                    <a:gd name="connsiteY0" fmla="*/ 1023 h 21592"/>
                    <a:gd name="connsiteX1" fmla="*/ 47623 w 49250"/>
                    <a:gd name="connsiteY1" fmla="*/ 5677 h 21592"/>
                    <a:gd name="connsiteX2" fmla="*/ 41904 w 49250"/>
                    <a:gd name="connsiteY2" fmla="*/ 11485 h 21592"/>
                    <a:gd name="connsiteX3" fmla="*/ 34058 w 49250"/>
                    <a:gd name="connsiteY3" fmla="*/ 16627 h 21592"/>
                    <a:gd name="connsiteX4" fmla="*/ 26699 w 49250"/>
                    <a:gd name="connsiteY4" fmla="*/ 19597 h 21592"/>
                    <a:gd name="connsiteX5" fmla="*/ 19118 w 49250"/>
                    <a:gd name="connsiteY5" fmla="*/ 21193 h 21592"/>
                    <a:gd name="connsiteX6" fmla="*/ 14596 w 49250"/>
                    <a:gd name="connsiteY6" fmla="*/ 21592 h 21592"/>
                    <a:gd name="connsiteX7" fmla="*/ 10030 w 49250"/>
                    <a:gd name="connsiteY7" fmla="*/ 21104 h 21592"/>
                    <a:gd name="connsiteX8" fmla="*/ 5952 w 49250"/>
                    <a:gd name="connsiteY8" fmla="*/ 20307 h 21592"/>
                    <a:gd name="connsiteX9" fmla="*/ 2716 w 49250"/>
                    <a:gd name="connsiteY9" fmla="*/ 18755 h 21592"/>
                    <a:gd name="connsiteX10" fmla="*/ 12 w 49250"/>
                    <a:gd name="connsiteY10" fmla="*/ 15120 h 21592"/>
                    <a:gd name="connsiteX11" fmla="*/ 3203 w 49250"/>
                    <a:gd name="connsiteY11" fmla="*/ 12549 h 21592"/>
                    <a:gd name="connsiteX12" fmla="*/ 6307 w 49250"/>
                    <a:gd name="connsiteY12" fmla="*/ 12061 h 21592"/>
                    <a:gd name="connsiteX13" fmla="*/ 9986 w 49250"/>
                    <a:gd name="connsiteY13" fmla="*/ 11352 h 21592"/>
                    <a:gd name="connsiteX14" fmla="*/ 13843 w 49250"/>
                    <a:gd name="connsiteY14" fmla="*/ 10864 h 21592"/>
                    <a:gd name="connsiteX15" fmla="*/ 17566 w 49250"/>
                    <a:gd name="connsiteY15" fmla="*/ 9977 h 21592"/>
                    <a:gd name="connsiteX16" fmla="*/ 23329 w 49250"/>
                    <a:gd name="connsiteY16" fmla="*/ 8559 h 21592"/>
                    <a:gd name="connsiteX17" fmla="*/ 29536 w 49250"/>
                    <a:gd name="connsiteY17" fmla="*/ 6608 h 21592"/>
                    <a:gd name="connsiteX18" fmla="*/ 37870 w 49250"/>
                    <a:gd name="connsiteY18" fmla="*/ 3195 h 21592"/>
                    <a:gd name="connsiteX19" fmla="*/ 41860 w 49250"/>
                    <a:gd name="connsiteY19" fmla="*/ 1554 h 21592"/>
                    <a:gd name="connsiteX20" fmla="*/ 45273 w 49250"/>
                    <a:gd name="connsiteY20" fmla="*/ 313 h 21592"/>
                    <a:gd name="connsiteX21" fmla="*/ 49130 w 49250"/>
                    <a:gd name="connsiteY21" fmla="*/ 1023 h 21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9250" h="21592">
                      <a:moveTo>
                        <a:pt x="49130" y="1023"/>
                      </a:moveTo>
                      <a:cubicBezTo>
                        <a:pt x="49529" y="2175"/>
                        <a:pt x="48909" y="3815"/>
                        <a:pt x="47623" y="5677"/>
                      </a:cubicBezTo>
                      <a:cubicBezTo>
                        <a:pt x="46293" y="7495"/>
                        <a:pt x="44475" y="9800"/>
                        <a:pt x="41904" y="11485"/>
                      </a:cubicBezTo>
                      <a:cubicBezTo>
                        <a:pt x="39422" y="13302"/>
                        <a:pt x="36673" y="15164"/>
                        <a:pt x="34058" y="16627"/>
                      </a:cubicBezTo>
                      <a:cubicBezTo>
                        <a:pt x="31265" y="17868"/>
                        <a:pt x="28605" y="18888"/>
                        <a:pt x="26699" y="19597"/>
                      </a:cubicBezTo>
                      <a:cubicBezTo>
                        <a:pt x="24837" y="20440"/>
                        <a:pt x="22088" y="20838"/>
                        <a:pt x="19118" y="21193"/>
                      </a:cubicBezTo>
                      <a:cubicBezTo>
                        <a:pt x="17655" y="21370"/>
                        <a:pt x="16104" y="21503"/>
                        <a:pt x="14596" y="21592"/>
                      </a:cubicBezTo>
                      <a:cubicBezTo>
                        <a:pt x="13045" y="21503"/>
                        <a:pt x="11493" y="21326"/>
                        <a:pt x="10030" y="21104"/>
                      </a:cubicBezTo>
                      <a:cubicBezTo>
                        <a:pt x="8567" y="20883"/>
                        <a:pt x="7193" y="20617"/>
                        <a:pt x="5952" y="20307"/>
                      </a:cubicBezTo>
                      <a:cubicBezTo>
                        <a:pt x="4711" y="19908"/>
                        <a:pt x="3602" y="19287"/>
                        <a:pt x="2716" y="18755"/>
                      </a:cubicBezTo>
                      <a:cubicBezTo>
                        <a:pt x="898" y="17647"/>
                        <a:pt x="-122" y="16405"/>
                        <a:pt x="12" y="15120"/>
                      </a:cubicBezTo>
                      <a:cubicBezTo>
                        <a:pt x="100" y="13834"/>
                        <a:pt x="1386" y="12992"/>
                        <a:pt x="3203" y="12549"/>
                      </a:cubicBezTo>
                      <a:cubicBezTo>
                        <a:pt x="4134" y="12283"/>
                        <a:pt x="5154" y="12150"/>
                        <a:pt x="6307" y="12061"/>
                      </a:cubicBezTo>
                      <a:cubicBezTo>
                        <a:pt x="7459" y="11795"/>
                        <a:pt x="8700" y="11529"/>
                        <a:pt x="9986" y="11352"/>
                      </a:cubicBezTo>
                      <a:cubicBezTo>
                        <a:pt x="11272" y="11174"/>
                        <a:pt x="12557" y="11041"/>
                        <a:pt x="13843" y="10864"/>
                      </a:cubicBezTo>
                      <a:cubicBezTo>
                        <a:pt x="15128" y="10554"/>
                        <a:pt x="16370" y="10243"/>
                        <a:pt x="17566" y="9977"/>
                      </a:cubicBezTo>
                      <a:cubicBezTo>
                        <a:pt x="19961" y="9490"/>
                        <a:pt x="22044" y="9135"/>
                        <a:pt x="23329" y="8559"/>
                      </a:cubicBezTo>
                      <a:cubicBezTo>
                        <a:pt x="24660" y="8116"/>
                        <a:pt x="26876" y="7362"/>
                        <a:pt x="29536" y="6608"/>
                      </a:cubicBezTo>
                      <a:cubicBezTo>
                        <a:pt x="32107" y="5589"/>
                        <a:pt x="34989" y="4214"/>
                        <a:pt x="37870" y="3195"/>
                      </a:cubicBezTo>
                      <a:cubicBezTo>
                        <a:pt x="39333" y="2707"/>
                        <a:pt x="40663" y="2131"/>
                        <a:pt x="41860" y="1554"/>
                      </a:cubicBezTo>
                      <a:cubicBezTo>
                        <a:pt x="43101" y="1023"/>
                        <a:pt x="44254" y="579"/>
                        <a:pt x="45273" y="313"/>
                      </a:cubicBezTo>
                      <a:cubicBezTo>
                        <a:pt x="47268" y="-219"/>
                        <a:pt x="48731" y="-130"/>
                        <a:pt x="49130" y="1023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30" name="Forme libre : forme 20529">
                  <a:extLst>
                    <a:ext uri="{FF2B5EF4-FFF2-40B4-BE49-F238E27FC236}">
                      <a16:creationId xmlns:a16="http://schemas.microsoft.com/office/drawing/2014/main" id="{4203DC23-C554-4D09-8FA4-7A5FF0B0A191}"/>
                    </a:ext>
                  </a:extLst>
                </p:cNvPr>
                <p:cNvSpPr/>
                <p:nvPr/>
              </p:nvSpPr>
              <p:spPr>
                <a:xfrm>
                  <a:off x="6795533" y="1254654"/>
                  <a:ext cx="63651" cy="29909"/>
                </a:xfrm>
                <a:custGeom>
                  <a:avLst/>
                  <a:gdLst>
                    <a:gd name="connsiteX0" fmla="*/ 364 w 63651"/>
                    <a:gd name="connsiteY0" fmla="*/ 3414 h 29909"/>
                    <a:gd name="connsiteX1" fmla="*/ 2403 w 63651"/>
                    <a:gd name="connsiteY1" fmla="*/ 12058 h 29909"/>
                    <a:gd name="connsiteX2" fmla="*/ 6260 w 63651"/>
                    <a:gd name="connsiteY2" fmla="*/ 17378 h 29909"/>
                    <a:gd name="connsiteX3" fmla="*/ 11136 w 63651"/>
                    <a:gd name="connsiteY3" fmla="*/ 22077 h 29909"/>
                    <a:gd name="connsiteX4" fmla="*/ 25943 w 63651"/>
                    <a:gd name="connsiteY4" fmla="*/ 28993 h 29909"/>
                    <a:gd name="connsiteX5" fmla="*/ 56398 w 63651"/>
                    <a:gd name="connsiteY5" fmla="*/ 24028 h 29909"/>
                    <a:gd name="connsiteX6" fmla="*/ 60166 w 63651"/>
                    <a:gd name="connsiteY6" fmla="*/ 21456 h 29909"/>
                    <a:gd name="connsiteX7" fmla="*/ 62649 w 63651"/>
                    <a:gd name="connsiteY7" fmla="*/ 18486 h 29909"/>
                    <a:gd name="connsiteX8" fmla="*/ 62782 w 63651"/>
                    <a:gd name="connsiteY8" fmla="*/ 14142 h 29909"/>
                    <a:gd name="connsiteX9" fmla="*/ 53960 w 63651"/>
                    <a:gd name="connsiteY9" fmla="*/ 15250 h 29909"/>
                    <a:gd name="connsiteX10" fmla="*/ 48064 w 63651"/>
                    <a:gd name="connsiteY10" fmla="*/ 15871 h 29909"/>
                    <a:gd name="connsiteX11" fmla="*/ 42257 w 63651"/>
                    <a:gd name="connsiteY11" fmla="*/ 15649 h 29909"/>
                    <a:gd name="connsiteX12" fmla="*/ 36715 w 63651"/>
                    <a:gd name="connsiteY12" fmla="*/ 14763 h 29909"/>
                    <a:gd name="connsiteX13" fmla="*/ 31484 w 63651"/>
                    <a:gd name="connsiteY13" fmla="*/ 12723 h 29909"/>
                    <a:gd name="connsiteX14" fmla="*/ 14683 w 63651"/>
                    <a:gd name="connsiteY14" fmla="*/ 1862 h 29909"/>
                    <a:gd name="connsiteX15" fmla="*/ 9984 w 63651"/>
                    <a:gd name="connsiteY15" fmla="*/ 399 h 29909"/>
                    <a:gd name="connsiteX16" fmla="*/ 5728 w 63651"/>
                    <a:gd name="connsiteY16" fmla="*/ 45 h 29909"/>
                    <a:gd name="connsiteX17" fmla="*/ 364 w 63651"/>
                    <a:gd name="connsiteY17" fmla="*/ 3414 h 29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651" h="29909">
                      <a:moveTo>
                        <a:pt x="364" y="3414"/>
                      </a:moveTo>
                      <a:cubicBezTo>
                        <a:pt x="-434" y="6517"/>
                        <a:pt x="9" y="8069"/>
                        <a:pt x="2403" y="12058"/>
                      </a:cubicBezTo>
                      <a:cubicBezTo>
                        <a:pt x="3644" y="13876"/>
                        <a:pt x="4886" y="15649"/>
                        <a:pt x="6260" y="17378"/>
                      </a:cubicBezTo>
                      <a:cubicBezTo>
                        <a:pt x="7723" y="18974"/>
                        <a:pt x="9319" y="20526"/>
                        <a:pt x="11136" y="22077"/>
                      </a:cubicBezTo>
                      <a:cubicBezTo>
                        <a:pt x="14816" y="24914"/>
                        <a:pt x="19471" y="27619"/>
                        <a:pt x="25943" y="28993"/>
                      </a:cubicBezTo>
                      <a:cubicBezTo>
                        <a:pt x="36671" y="31342"/>
                        <a:pt x="49483" y="28993"/>
                        <a:pt x="56398" y="24028"/>
                      </a:cubicBezTo>
                      <a:cubicBezTo>
                        <a:pt x="57773" y="23185"/>
                        <a:pt x="59058" y="22343"/>
                        <a:pt x="60166" y="21456"/>
                      </a:cubicBezTo>
                      <a:cubicBezTo>
                        <a:pt x="61186" y="20437"/>
                        <a:pt x="62028" y="19462"/>
                        <a:pt x="62649" y="18486"/>
                      </a:cubicBezTo>
                      <a:cubicBezTo>
                        <a:pt x="63846" y="16624"/>
                        <a:pt x="64067" y="15029"/>
                        <a:pt x="62782" y="14142"/>
                      </a:cubicBezTo>
                      <a:cubicBezTo>
                        <a:pt x="61142" y="12945"/>
                        <a:pt x="57507" y="15073"/>
                        <a:pt x="53960" y="15250"/>
                      </a:cubicBezTo>
                      <a:cubicBezTo>
                        <a:pt x="51965" y="15472"/>
                        <a:pt x="50015" y="15649"/>
                        <a:pt x="48064" y="15871"/>
                      </a:cubicBezTo>
                      <a:cubicBezTo>
                        <a:pt x="46158" y="16137"/>
                        <a:pt x="44119" y="15738"/>
                        <a:pt x="42257" y="15649"/>
                      </a:cubicBezTo>
                      <a:cubicBezTo>
                        <a:pt x="40351" y="15383"/>
                        <a:pt x="38533" y="15428"/>
                        <a:pt x="36715" y="14763"/>
                      </a:cubicBezTo>
                      <a:cubicBezTo>
                        <a:pt x="34898" y="14142"/>
                        <a:pt x="33169" y="13477"/>
                        <a:pt x="31484" y="12723"/>
                      </a:cubicBezTo>
                      <a:cubicBezTo>
                        <a:pt x="25721" y="9487"/>
                        <a:pt x="21598" y="4788"/>
                        <a:pt x="14683" y="1862"/>
                      </a:cubicBezTo>
                      <a:cubicBezTo>
                        <a:pt x="13131" y="1109"/>
                        <a:pt x="11535" y="621"/>
                        <a:pt x="9984" y="399"/>
                      </a:cubicBezTo>
                      <a:cubicBezTo>
                        <a:pt x="8477" y="89"/>
                        <a:pt x="7058" y="-88"/>
                        <a:pt x="5728" y="45"/>
                      </a:cubicBezTo>
                      <a:cubicBezTo>
                        <a:pt x="3068" y="266"/>
                        <a:pt x="985" y="1197"/>
                        <a:pt x="364" y="3414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31" name="Forme libre : forme 20530">
                  <a:extLst>
                    <a:ext uri="{FF2B5EF4-FFF2-40B4-BE49-F238E27FC236}">
                      <a16:creationId xmlns:a16="http://schemas.microsoft.com/office/drawing/2014/main" id="{DA18E651-7429-48D5-959D-D72BA3F3897A}"/>
                    </a:ext>
                  </a:extLst>
                </p:cNvPr>
                <p:cNvSpPr/>
                <p:nvPr/>
              </p:nvSpPr>
              <p:spPr>
                <a:xfrm>
                  <a:off x="6808531" y="1260264"/>
                  <a:ext cx="18507" cy="4871"/>
                </a:xfrm>
                <a:custGeom>
                  <a:avLst/>
                  <a:gdLst>
                    <a:gd name="connsiteX0" fmla="*/ 2350 w 18507"/>
                    <a:gd name="connsiteY0" fmla="*/ 20 h 4871"/>
                    <a:gd name="connsiteX1" fmla="*/ 222 w 18507"/>
                    <a:gd name="connsiteY1" fmla="*/ 330 h 4871"/>
                    <a:gd name="connsiteX2" fmla="*/ 1020 w 18507"/>
                    <a:gd name="connsiteY2" fmla="*/ 1926 h 4871"/>
                    <a:gd name="connsiteX3" fmla="*/ 4256 w 18507"/>
                    <a:gd name="connsiteY3" fmla="*/ 3478 h 4871"/>
                    <a:gd name="connsiteX4" fmla="*/ 8556 w 18507"/>
                    <a:gd name="connsiteY4" fmla="*/ 4453 h 4871"/>
                    <a:gd name="connsiteX5" fmla="*/ 10684 w 18507"/>
                    <a:gd name="connsiteY5" fmla="*/ 4852 h 4871"/>
                    <a:gd name="connsiteX6" fmla="*/ 12812 w 18507"/>
                    <a:gd name="connsiteY6" fmla="*/ 4852 h 4871"/>
                    <a:gd name="connsiteX7" fmla="*/ 15871 w 18507"/>
                    <a:gd name="connsiteY7" fmla="*/ 4586 h 4871"/>
                    <a:gd name="connsiteX8" fmla="*/ 18486 w 18507"/>
                    <a:gd name="connsiteY8" fmla="*/ 2148 h 4871"/>
                    <a:gd name="connsiteX9" fmla="*/ 14718 w 18507"/>
                    <a:gd name="connsiteY9" fmla="*/ 419 h 4871"/>
                    <a:gd name="connsiteX10" fmla="*/ 11748 w 18507"/>
                    <a:gd name="connsiteY10" fmla="*/ 375 h 4871"/>
                    <a:gd name="connsiteX11" fmla="*/ 8600 w 18507"/>
                    <a:gd name="connsiteY11" fmla="*/ 197 h 4871"/>
                    <a:gd name="connsiteX12" fmla="*/ 2350 w 18507"/>
                    <a:gd name="connsiteY12" fmla="*/ 20 h 4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07" h="4871">
                      <a:moveTo>
                        <a:pt x="2350" y="20"/>
                      </a:moveTo>
                      <a:cubicBezTo>
                        <a:pt x="1419" y="-24"/>
                        <a:pt x="709" y="-24"/>
                        <a:pt x="222" y="330"/>
                      </a:cubicBezTo>
                      <a:cubicBezTo>
                        <a:pt x="-310" y="685"/>
                        <a:pt x="178" y="1350"/>
                        <a:pt x="1020" y="1926"/>
                      </a:cubicBezTo>
                      <a:cubicBezTo>
                        <a:pt x="1818" y="2503"/>
                        <a:pt x="3192" y="3079"/>
                        <a:pt x="4256" y="3478"/>
                      </a:cubicBezTo>
                      <a:cubicBezTo>
                        <a:pt x="5630" y="3877"/>
                        <a:pt x="7138" y="4143"/>
                        <a:pt x="8556" y="4453"/>
                      </a:cubicBezTo>
                      <a:lnTo>
                        <a:pt x="10684" y="4852"/>
                      </a:lnTo>
                      <a:cubicBezTo>
                        <a:pt x="11393" y="4897"/>
                        <a:pt x="12103" y="4852"/>
                        <a:pt x="12812" y="4852"/>
                      </a:cubicBezTo>
                      <a:cubicBezTo>
                        <a:pt x="13920" y="4808"/>
                        <a:pt x="14984" y="4852"/>
                        <a:pt x="15871" y="4586"/>
                      </a:cubicBezTo>
                      <a:cubicBezTo>
                        <a:pt x="17732" y="4187"/>
                        <a:pt x="18663" y="2946"/>
                        <a:pt x="18486" y="2148"/>
                      </a:cubicBezTo>
                      <a:cubicBezTo>
                        <a:pt x="18309" y="1394"/>
                        <a:pt x="17112" y="685"/>
                        <a:pt x="14718" y="419"/>
                      </a:cubicBezTo>
                      <a:cubicBezTo>
                        <a:pt x="13787" y="330"/>
                        <a:pt x="12767" y="330"/>
                        <a:pt x="11748" y="375"/>
                      </a:cubicBezTo>
                      <a:cubicBezTo>
                        <a:pt x="10728" y="242"/>
                        <a:pt x="9664" y="197"/>
                        <a:pt x="8600" y="197"/>
                      </a:cubicBezTo>
                      <a:cubicBezTo>
                        <a:pt x="6384" y="286"/>
                        <a:pt x="4256" y="109"/>
                        <a:pt x="2350" y="2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32" name="Forme libre : forme 20531">
                  <a:extLst>
                    <a:ext uri="{FF2B5EF4-FFF2-40B4-BE49-F238E27FC236}">
                      <a16:creationId xmlns:a16="http://schemas.microsoft.com/office/drawing/2014/main" id="{83AA3598-91F6-4797-ACCB-018F191C1975}"/>
                    </a:ext>
                  </a:extLst>
                </p:cNvPr>
                <p:cNvSpPr/>
                <p:nvPr/>
              </p:nvSpPr>
              <p:spPr>
                <a:xfrm>
                  <a:off x="6860930" y="1247739"/>
                  <a:ext cx="20607" cy="30987"/>
                </a:xfrm>
                <a:custGeom>
                  <a:avLst/>
                  <a:gdLst>
                    <a:gd name="connsiteX0" fmla="*/ 20525 w 20607"/>
                    <a:gd name="connsiteY0" fmla="*/ 0 h 30987"/>
                    <a:gd name="connsiteX1" fmla="*/ 15028 w 20607"/>
                    <a:gd name="connsiteY1" fmla="*/ 15560 h 30987"/>
                    <a:gd name="connsiteX2" fmla="*/ 8068 w 20607"/>
                    <a:gd name="connsiteY2" fmla="*/ 24027 h 30987"/>
                    <a:gd name="connsiteX3" fmla="*/ 0 w 20607"/>
                    <a:gd name="connsiteY3" fmla="*/ 30987 h 30987"/>
                    <a:gd name="connsiteX4" fmla="*/ 7802 w 20607"/>
                    <a:gd name="connsiteY4" fmla="*/ 23850 h 30987"/>
                    <a:gd name="connsiteX5" fmla="*/ 13698 w 20607"/>
                    <a:gd name="connsiteY5" fmla="*/ 15693 h 30987"/>
                    <a:gd name="connsiteX6" fmla="*/ 17866 w 20607"/>
                    <a:gd name="connsiteY6" fmla="*/ 7492 h 30987"/>
                    <a:gd name="connsiteX7" fmla="*/ 20525 w 20607"/>
                    <a:gd name="connsiteY7" fmla="*/ 0 h 30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607" h="30987">
                      <a:moveTo>
                        <a:pt x="20525" y="0"/>
                      </a:moveTo>
                      <a:cubicBezTo>
                        <a:pt x="21057" y="3813"/>
                        <a:pt x="18974" y="9797"/>
                        <a:pt x="15028" y="15560"/>
                      </a:cubicBezTo>
                      <a:cubicBezTo>
                        <a:pt x="12945" y="18397"/>
                        <a:pt x="10551" y="21279"/>
                        <a:pt x="8068" y="24027"/>
                      </a:cubicBezTo>
                      <a:cubicBezTo>
                        <a:pt x="5541" y="26687"/>
                        <a:pt x="2483" y="28904"/>
                        <a:pt x="0" y="30987"/>
                      </a:cubicBezTo>
                      <a:cubicBezTo>
                        <a:pt x="2748" y="28727"/>
                        <a:pt x="5586" y="26466"/>
                        <a:pt x="7802" y="23850"/>
                      </a:cubicBezTo>
                      <a:cubicBezTo>
                        <a:pt x="9974" y="21146"/>
                        <a:pt x="11925" y="18397"/>
                        <a:pt x="13698" y="15693"/>
                      </a:cubicBezTo>
                      <a:cubicBezTo>
                        <a:pt x="15560" y="13078"/>
                        <a:pt x="16757" y="10196"/>
                        <a:pt x="17866" y="7492"/>
                      </a:cubicBezTo>
                      <a:cubicBezTo>
                        <a:pt x="18974" y="4832"/>
                        <a:pt x="19860" y="2305"/>
                        <a:pt x="205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33" name="Forme libre : forme 20532">
                  <a:extLst>
                    <a:ext uri="{FF2B5EF4-FFF2-40B4-BE49-F238E27FC236}">
                      <a16:creationId xmlns:a16="http://schemas.microsoft.com/office/drawing/2014/main" id="{EE990765-7213-4644-827B-2F07DF82EC95}"/>
                    </a:ext>
                  </a:extLst>
                </p:cNvPr>
                <p:cNvSpPr/>
                <p:nvPr/>
              </p:nvSpPr>
              <p:spPr>
                <a:xfrm>
                  <a:off x="6792350" y="1246365"/>
                  <a:ext cx="29745" cy="6516"/>
                </a:xfrm>
                <a:custGeom>
                  <a:avLst/>
                  <a:gdLst>
                    <a:gd name="connsiteX0" fmla="*/ 29746 w 29745"/>
                    <a:gd name="connsiteY0" fmla="*/ 6517 h 6516"/>
                    <a:gd name="connsiteX1" fmla="*/ 15250 w 29745"/>
                    <a:gd name="connsiteY1" fmla="*/ 4034 h 6516"/>
                    <a:gd name="connsiteX2" fmla="*/ 0 w 29745"/>
                    <a:gd name="connsiteY2" fmla="*/ 0 h 6516"/>
                    <a:gd name="connsiteX3" fmla="*/ 15250 w 29745"/>
                    <a:gd name="connsiteY3" fmla="*/ 4699 h 6516"/>
                    <a:gd name="connsiteX4" fmla="*/ 29746 w 29745"/>
                    <a:gd name="connsiteY4" fmla="*/ 6517 h 6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745" h="6516">
                      <a:moveTo>
                        <a:pt x="29746" y="6517"/>
                      </a:moveTo>
                      <a:cubicBezTo>
                        <a:pt x="25224" y="5719"/>
                        <a:pt x="20392" y="5054"/>
                        <a:pt x="15250" y="4034"/>
                      </a:cubicBezTo>
                      <a:cubicBezTo>
                        <a:pt x="10107" y="2970"/>
                        <a:pt x="4876" y="1507"/>
                        <a:pt x="0" y="0"/>
                      </a:cubicBezTo>
                      <a:cubicBezTo>
                        <a:pt x="4566" y="1241"/>
                        <a:pt x="9930" y="3325"/>
                        <a:pt x="15250" y="4699"/>
                      </a:cubicBezTo>
                      <a:cubicBezTo>
                        <a:pt x="20614" y="6118"/>
                        <a:pt x="25756" y="6517"/>
                        <a:pt x="29746" y="65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34" name="Forme libre : forme 20533">
                  <a:extLst>
                    <a:ext uri="{FF2B5EF4-FFF2-40B4-BE49-F238E27FC236}">
                      <a16:creationId xmlns:a16="http://schemas.microsoft.com/office/drawing/2014/main" id="{E91E20C8-74E8-45E0-B820-3F7A6F9BCB88}"/>
                    </a:ext>
                  </a:extLst>
                </p:cNvPr>
                <p:cNvSpPr/>
                <p:nvPr/>
              </p:nvSpPr>
              <p:spPr>
                <a:xfrm>
                  <a:off x="6837266" y="1261536"/>
                  <a:ext cx="17731" cy="6376"/>
                </a:xfrm>
                <a:custGeom>
                  <a:avLst/>
                  <a:gdLst>
                    <a:gd name="connsiteX0" fmla="*/ 17724 w 17731"/>
                    <a:gd name="connsiteY0" fmla="*/ 743 h 6376"/>
                    <a:gd name="connsiteX1" fmla="*/ 13601 w 17731"/>
                    <a:gd name="connsiteY1" fmla="*/ 4068 h 6376"/>
                    <a:gd name="connsiteX2" fmla="*/ 7838 w 17731"/>
                    <a:gd name="connsiteY2" fmla="*/ 5753 h 6376"/>
                    <a:gd name="connsiteX3" fmla="*/ 124 w 17731"/>
                    <a:gd name="connsiteY3" fmla="*/ 4866 h 6376"/>
                    <a:gd name="connsiteX4" fmla="*/ 4425 w 17731"/>
                    <a:gd name="connsiteY4" fmla="*/ 2916 h 6376"/>
                    <a:gd name="connsiteX5" fmla="*/ 9478 w 17731"/>
                    <a:gd name="connsiteY5" fmla="*/ 1586 h 6376"/>
                    <a:gd name="connsiteX6" fmla="*/ 17724 w 17731"/>
                    <a:gd name="connsiteY6" fmla="*/ 743 h 6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31" h="6376">
                      <a:moveTo>
                        <a:pt x="17724" y="743"/>
                      </a:moveTo>
                      <a:cubicBezTo>
                        <a:pt x="17546" y="1719"/>
                        <a:pt x="15729" y="3004"/>
                        <a:pt x="13601" y="4068"/>
                      </a:cubicBezTo>
                      <a:cubicBezTo>
                        <a:pt x="11385" y="4866"/>
                        <a:pt x="8946" y="5442"/>
                        <a:pt x="7838" y="5753"/>
                      </a:cubicBezTo>
                      <a:cubicBezTo>
                        <a:pt x="5621" y="6640"/>
                        <a:pt x="-984" y="6773"/>
                        <a:pt x="124" y="4866"/>
                      </a:cubicBezTo>
                      <a:cubicBezTo>
                        <a:pt x="612" y="3847"/>
                        <a:pt x="2474" y="3492"/>
                        <a:pt x="4425" y="2916"/>
                      </a:cubicBezTo>
                      <a:cubicBezTo>
                        <a:pt x="6375" y="2251"/>
                        <a:pt x="8459" y="1807"/>
                        <a:pt x="9478" y="1586"/>
                      </a:cubicBezTo>
                      <a:cubicBezTo>
                        <a:pt x="11562" y="1497"/>
                        <a:pt x="17990" y="-1296"/>
                        <a:pt x="17724" y="74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35" name="Forme libre : forme 20534">
                  <a:extLst>
                    <a:ext uri="{FF2B5EF4-FFF2-40B4-BE49-F238E27FC236}">
                      <a16:creationId xmlns:a16="http://schemas.microsoft.com/office/drawing/2014/main" id="{6FBF930D-71CD-4D4E-9437-4D2441CDFD10}"/>
                    </a:ext>
                  </a:extLst>
                </p:cNvPr>
                <p:cNvSpPr/>
                <p:nvPr/>
              </p:nvSpPr>
              <p:spPr>
                <a:xfrm>
                  <a:off x="6852599" y="1260415"/>
                  <a:ext cx="4838" cy="2776"/>
                </a:xfrm>
                <a:custGeom>
                  <a:avLst/>
                  <a:gdLst>
                    <a:gd name="connsiteX0" fmla="*/ 4741 w 4838"/>
                    <a:gd name="connsiteY0" fmla="*/ 135 h 2776"/>
                    <a:gd name="connsiteX1" fmla="*/ 2968 w 4838"/>
                    <a:gd name="connsiteY1" fmla="*/ 1953 h 2776"/>
                    <a:gd name="connsiteX2" fmla="*/ 86 w 4838"/>
                    <a:gd name="connsiteY2" fmla="*/ 2618 h 2776"/>
                    <a:gd name="connsiteX3" fmla="*/ 1815 w 4838"/>
                    <a:gd name="connsiteY3" fmla="*/ 845 h 2776"/>
                    <a:gd name="connsiteX4" fmla="*/ 4741 w 4838"/>
                    <a:gd name="connsiteY4" fmla="*/ 135 h 2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38" h="2776">
                      <a:moveTo>
                        <a:pt x="4741" y="135"/>
                      </a:moveTo>
                      <a:cubicBezTo>
                        <a:pt x="5228" y="623"/>
                        <a:pt x="3766" y="1554"/>
                        <a:pt x="2968" y="1953"/>
                      </a:cubicBezTo>
                      <a:cubicBezTo>
                        <a:pt x="2169" y="2352"/>
                        <a:pt x="529" y="3105"/>
                        <a:pt x="86" y="2618"/>
                      </a:cubicBezTo>
                      <a:cubicBezTo>
                        <a:pt x="-357" y="2086"/>
                        <a:pt x="1017" y="1244"/>
                        <a:pt x="1815" y="845"/>
                      </a:cubicBezTo>
                      <a:cubicBezTo>
                        <a:pt x="2569" y="446"/>
                        <a:pt x="4253" y="-308"/>
                        <a:pt x="4741" y="1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36" name="Forme libre : forme 20535">
                  <a:extLst>
                    <a:ext uri="{FF2B5EF4-FFF2-40B4-BE49-F238E27FC236}">
                      <a16:creationId xmlns:a16="http://schemas.microsoft.com/office/drawing/2014/main" id="{71A2CD0F-9C8A-4233-B53F-82570B9514F7}"/>
                    </a:ext>
                  </a:extLst>
                </p:cNvPr>
                <p:cNvSpPr/>
                <p:nvPr/>
              </p:nvSpPr>
              <p:spPr>
                <a:xfrm>
                  <a:off x="6835420" y="1246268"/>
                  <a:ext cx="42375" cy="13097"/>
                </a:xfrm>
                <a:custGeom>
                  <a:avLst/>
                  <a:gdLst>
                    <a:gd name="connsiteX0" fmla="*/ 28614 w 42375"/>
                    <a:gd name="connsiteY0" fmla="*/ 1914 h 13097"/>
                    <a:gd name="connsiteX1" fmla="*/ 35263 w 42375"/>
                    <a:gd name="connsiteY1" fmla="*/ 451 h 13097"/>
                    <a:gd name="connsiteX2" fmla="*/ 41381 w 42375"/>
                    <a:gd name="connsiteY2" fmla="*/ 97 h 13097"/>
                    <a:gd name="connsiteX3" fmla="*/ 40716 w 42375"/>
                    <a:gd name="connsiteY3" fmla="*/ 4264 h 13097"/>
                    <a:gd name="connsiteX4" fmla="*/ 35485 w 42375"/>
                    <a:gd name="connsiteY4" fmla="*/ 6791 h 13097"/>
                    <a:gd name="connsiteX5" fmla="*/ 27151 w 42375"/>
                    <a:gd name="connsiteY5" fmla="*/ 8608 h 13097"/>
                    <a:gd name="connsiteX6" fmla="*/ 23072 w 42375"/>
                    <a:gd name="connsiteY6" fmla="*/ 9761 h 13097"/>
                    <a:gd name="connsiteX7" fmla="*/ 18728 w 42375"/>
                    <a:gd name="connsiteY7" fmla="*/ 10559 h 13097"/>
                    <a:gd name="connsiteX8" fmla="*/ 13984 w 42375"/>
                    <a:gd name="connsiteY8" fmla="*/ 11889 h 13097"/>
                    <a:gd name="connsiteX9" fmla="*/ 7113 w 42375"/>
                    <a:gd name="connsiteY9" fmla="*/ 12952 h 13097"/>
                    <a:gd name="connsiteX10" fmla="*/ 3966 w 42375"/>
                    <a:gd name="connsiteY10" fmla="*/ 13085 h 13097"/>
                    <a:gd name="connsiteX11" fmla="*/ 1527 w 42375"/>
                    <a:gd name="connsiteY11" fmla="*/ 12465 h 13097"/>
                    <a:gd name="connsiteX12" fmla="*/ 198 w 42375"/>
                    <a:gd name="connsiteY12" fmla="*/ 10248 h 13097"/>
                    <a:gd name="connsiteX13" fmla="*/ 3123 w 42375"/>
                    <a:gd name="connsiteY13" fmla="*/ 7943 h 13097"/>
                    <a:gd name="connsiteX14" fmla="*/ 7955 w 42375"/>
                    <a:gd name="connsiteY14" fmla="*/ 5948 h 13097"/>
                    <a:gd name="connsiteX15" fmla="*/ 13364 w 42375"/>
                    <a:gd name="connsiteY15" fmla="*/ 4175 h 13097"/>
                    <a:gd name="connsiteX16" fmla="*/ 17797 w 42375"/>
                    <a:gd name="connsiteY16" fmla="*/ 3067 h 13097"/>
                    <a:gd name="connsiteX17" fmla="*/ 28614 w 42375"/>
                    <a:gd name="connsiteY17" fmla="*/ 1914 h 13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2375" h="13097">
                      <a:moveTo>
                        <a:pt x="28614" y="1914"/>
                      </a:moveTo>
                      <a:cubicBezTo>
                        <a:pt x="31185" y="1560"/>
                        <a:pt x="33224" y="850"/>
                        <a:pt x="35263" y="451"/>
                      </a:cubicBezTo>
                      <a:cubicBezTo>
                        <a:pt x="37303" y="52"/>
                        <a:pt x="39253" y="-125"/>
                        <a:pt x="41381" y="97"/>
                      </a:cubicBezTo>
                      <a:cubicBezTo>
                        <a:pt x="42977" y="230"/>
                        <a:pt x="42578" y="2579"/>
                        <a:pt x="40716" y="4264"/>
                      </a:cubicBezTo>
                      <a:cubicBezTo>
                        <a:pt x="38898" y="5948"/>
                        <a:pt x="37214" y="6347"/>
                        <a:pt x="35485" y="6791"/>
                      </a:cubicBezTo>
                      <a:cubicBezTo>
                        <a:pt x="32648" y="7278"/>
                        <a:pt x="29899" y="7899"/>
                        <a:pt x="27151" y="8608"/>
                      </a:cubicBezTo>
                      <a:lnTo>
                        <a:pt x="23072" y="9761"/>
                      </a:lnTo>
                      <a:cubicBezTo>
                        <a:pt x="21654" y="10115"/>
                        <a:pt x="20191" y="10293"/>
                        <a:pt x="18728" y="10559"/>
                      </a:cubicBezTo>
                      <a:cubicBezTo>
                        <a:pt x="17841" y="10736"/>
                        <a:pt x="16068" y="11268"/>
                        <a:pt x="13984" y="11889"/>
                      </a:cubicBezTo>
                      <a:cubicBezTo>
                        <a:pt x="11901" y="12642"/>
                        <a:pt x="9374" y="12642"/>
                        <a:pt x="7113" y="12952"/>
                      </a:cubicBezTo>
                      <a:cubicBezTo>
                        <a:pt x="6005" y="13041"/>
                        <a:pt x="4941" y="13130"/>
                        <a:pt x="3966" y="13085"/>
                      </a:cubicBezTo>
                      <a:cubicBezTo>
                        <a:pt x="2990" y="12908"/>
                        <a:pt x="2192" y="12731"/>
                        <a:pt x="1527" y="12465"/>
                      </a:cubicBezTo>
                      <a:cubicBezTo>
                        <a:pt x="242" y="11977"/>
                        <a:pt x="-335" y="11268"/>
                        <a:pt x="198" y="10248"/>
                      </a:cubicBezTo>
                      <a:cubicBezTo>
                        <a:pt x="730" y="9229"/>
                        <a:pt x="1749" y="8564"/>
                        <a:pt x="3123" y="7943"/>
                      </a:cubicBezTo>
                      <a:cubicBezTo>
                        <a:pt x="4498" y="7101"/>
                        <a:pt x="6182" y="6436"/>
                        <a:pt x="7955" y="5948"/>
                      </a:cubicBezTo>
                      <a:cubicBezTo>
                        <a:pt x="9773" y="5638"/>
                        <a:pt x="11635" y="4663"/>
                        <a:pt x="13364" y="4175"/>
                      </a:cubicBezTo>
                      <a:cubicBezTo>
                        <a:pt x="15093" y="3643"/>
                        <a:pt x="16689" y="3244"/>
                        <a:pt x="17797" y="3067"/>
                      </a:cubicBezTo>
                      <a:cubicBezTo>
                        <a:pt x="22230" y="2003"/>
                        <a:pt x="24801" y="2535"/>
                        <a:pt x="28614" y="191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472" name="Graphique 2">
                <a:extLst>
                  <a:ext uri="{FF2B5EF4-FFF2-40B4-BE49-F238E27FC236}">
                    <a16:creationId xmlns:a16="http://schemas.microsoft.com/office/drawing/2014/main" id="{C6AE4ABA-A0B1-4DEF-8139-C9B74B3D1363}"/>
                  </a:ext>
                </a:extLst>
              </p:cNvPr>
              <p:cNvGrpSpPr/>
              <p:nvPr/>
            </p:nvGrpSpPr>
            <p:grpSpPr>
              <a:xfrm>
                <a:off x="6788746" y="1282853"/>
                <a:ext cx="47790" cy="50549"/>
                <a:chOff x="6788746" y="1282853"/>
                <a:chExt cx="47790" cy="50549"/>
              </a:xfrm>
              <a:solidFill>
                <a:schemeClr val="accent1"/>
              </a:solidFill>
            </p:grpSpPr>
            <p:sp>
              <p:nvSpPr>
                <p:cNvPr id="20513" name="Forme libre : forme 20512">
                  <a:extLst>
                    <a:ext uri="{FF2B5EF4-FFF2-40B4-BE49-F238E27FC236}">
                      <a16:creationId xmlns:a16="http://schemas.microsoft.com/office/drawing/2014/main" id="{6DB278A2-2BBD-43CC-8CCA-07ED663B6101}"/>
                    </a:ext>
                  </a:extLst>
                </p:cNvPr>
                <p:cNvSpPr/>
                <p:nvPr/>
              </p:nvSpPr>
              <p:spPr>
                <a:xfrm>
                  <a:off x="6788746" y="1282853"/>
                  <a:ext cx="47790" cy="50549"/>
                </a:xfrm>
                <a:custGeom>
                  <a:avLst/>
                  <a:gdLst>
                    <a:gd name="connsiteX0" fmla="*/ 22046 w 47790"/>
                    <a:gd name="connsiteY0" fmla="*/ 35461 h 50549"/>
                    <a:gd name="connsiteX1" fmla="*/ 18322 w 47790"/>
                    <a:gd name="connsiteY1" fmla="*/ 30274 h 50549"/>
                    <a:gd name="connsiteX2" fmla="*/ 13180 w 47790"/>
                    <a:gd name="connsiteY2" fmla="*/ 25753 h 50549"/>
                    <a:gd name="connsiteX3" fmla="*/ 811 w 47790"/>
                    <a:gd name="connsiteY3" fmla="*/ 11079 h 50549"/>
                    <a:gd name="connsiteX4" fmla="*/ 2097 w 47790"/>
                    <a:gd name="connsiteY4" fmla="*/ 3676 h 50549"/>
                    <a:gd name="connsiteX5" fmla="*/ 13224 w 47790"/>
                    <a:gd name="connsiteY5" fmla="*/ 41 h 50549"/>
                    <a:gd name="connsiteX6" fmla="*/ 27543 w 47790"/>
                    <a:gd name="connsiteY6" fmla="*/ 3720 h 50549"/>
                    <a:gd name="connsiteX7" fmla="*/ 37961 w 47790"/>
                    <a:gd name="connsiteY7" fmla="*/ 12143 h 50549"/>
                    <a:gd name="connsiteX8" fmla="*/ 42571 w 47790"/>
                    <a:gd name="connsiteY8" fmla="*/ 18172 h 50549"/>
                    <a:gd name="connsiteX9" fmla="*/ 45541 w 47790"/>
                    <a:gd name="connsiteY9" fmla="*/ 23758 h 50549"/>
                    <a:gd name="connsiteX10" fmla="*/ 47669 w 47790"/>
                    <a:gd name="connsiteY10" fmla="*/ 32136 h 50549"/>
                    <a:gd name="connsiteX11" fmla="*/ 47049 w 47790"/>
                    <a:gd name="connsiteY11" fmla="*/ 38963 h 50549"/>
                    <a:gd name="connsiteX12" fmla="*/ 41153 w 47790"/>
                    <a:gd name="connsiteY12" fmla="*/ 48849 h 50549"/>
                    <a:gd name="connsiteX13" fmla="*/ 33882 w 47790"/>
                    <a:gd name="connsiteY13" fmla="*/ 49558 h 50549"/>
                    <a:gd name="connsiteX14" fmla="*/ 22046 w 47790"/>
                    <a:gd name="connsiteY14" fmla="*/ 35461 h 50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7790" h="50549">
                      <a:moveTo>
                        <a:pt x="22046" y="35461"/>
                      </a:moveTo>
                      <a:cubicBezTo>
                        <a:pt x="21204" y="34087"/>
                        <a:pt x="20007" y="32003"/>
                        <a:pt x="18322" y="30274"/>
                      </a:cubicBezTo>
                      <a:cubicBezTo>
                        <a:pt x="16815" y="28368"/>
                        <a:pt x="14554" y="26905"/>
                        <a:pt x="13180" y="25753"/>
                      </a:cubicBezTo>
                      <a:cubicBezTo>
                        <a:pt x="7683" y="21851"/>
                        <a:pt x="4624" y="17374"/>
                        <a:pt x="811" y="11079"/>
                      </a:cubicBezTo>
                      <a:cubicBezTo>
                        <a:pt x="-518" y="8951"/>
                        <a:pt x="-297" y="5139"/>
                        <a:pt x="2097" y="3676"/>
                      </a:cubicBezTo>
                      <a:cubicBezTo>
                        <a:pt x="5422" y="1592"/>
                        <a:pt x="9013" y="262"/>
                        <a:pt x="13224" y="41"/>
                      </a:cubicBezTo>
                      <a:cubicBezTo>
                        <a:pt x="17391" y="-225"/>
                        <a:pt x="22223" y="794"/>
                        <a:pt x="27543" y="3720"/>
                      </a:cubicBezTo>
                      <a:cubicBezTo>
                        <a:pt x="30336" y="5360"/>
                        <a:pt x="34547" y="8198"/>
                        <a:pt x="37961" y="12143"/>
                      </a:cubicBezTo>
                      <a:cubicBezTo>
                        <a:pt x="39778" y="14005"/>
                        <a:pt x="41286" y="16133"/>
                        <a:pt x="42571" y="18172"/>
                      </a:cubicBezTo>
                      <a:cubicBezTo>
                        <a:pt x="43990" y="20167"/>
                        <a:pt x="44832" y="22162"/>
                        <a:pt x="45541" y="23758"/>
                      </a:cubicBezTo>
                      <a:cubicBezTo>
                        <a:pt x="47004" y="26772"/>
                        <a:pt x="47447" y="29609"/>
                        <a:pt x="47669" y="32136"/>
                      </a:cubicBezTo>
                      <a:cubicBezTo>
                        <a:pt x="48024" y="34707"/>
                        <a:pt x="47536" y="36924"/>
                        <a:pt x="47049" y="38963"/>
                      </a:cubicBezTo>
                      <a:cubicBezTo>
                        <a:pt x="46118" y="43042"/>
                        <a:pt x="43724" y="46056"/>
                        <a:pt x="41153" y="48849"/>
                      </a:cubicBezTo>
                      <a:cubicBezTo>
                        <a:pt x="39379" y="50755"/>
                        <a:pt x="35789" y="51154"/>
                        <a:pt x="33882" y="49558"/>
                      </a:cubicBezTo>
                      <a:cubicBezTo>
                        <a:pt x="28341" y="45037"/>
                        <a:pt x="25105" y="40559"/>
                        <a:pt x="22046" y="35461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14" name="Forme libre : forme 20513">
                  <a:extLst>
                    <a:ext uri="{FF2B5EF4-FFF2-40B4-BE49-F238E27FC236}">
                      <a16:creationId xmlns:a16="http://schemas.microsoft.com/office/drawing/2014/main" id="{0AB58EBE-78F3-47BE-B59E-D3E7D0491F1A}"/>
                    </a:ext>
                  </a:extLst>
                </p:cNvPr>
                <p:cNvSpPr/>
                <p:nvPr/>
              </p:nvSpPr>
              <p:spPr>
                <a:xfrm>
                  <a:off x="6788760" y="1290695"/>
                  <a:ext cx="34086" cy="41848"/>
                </a:xfrm>
                <a:custGeom>
                  <a:avLst/>
                  <a:gdLst>
                    <a:gd name="connsiteX0" fmla="*/ 20569 w 34086"/>
                    <a:gd name="connsiteY0" fmla="*/ 11526 h 41848"/>
                    <a:gd name="connsiteX1" fmla="*/ 0 w 34086"/>
                    <a:gd name="connsiteY1" fmla="*/ 0 h 41848"/>
                    <a:gd name="connsiteX2" fmla="*/ 798 w 34086"/>
                    <a:gd name="connsiteY2" fmla="*/ 3192 h 41848"/>
                    <a:gd name="connsiteX3" fmla="*/ 2748 w 34086"/>
                    <a:gd name="connsiteY3" fmla="*/ 6295 h 41848"/>
                    <a:gd name="connsiteX4" fmla="*/ 8511 w 34086"/>
                    <a:gd name="connsiteY4" fmla="*/ 13831 h 41848"/>
                    <a:gd name="connsiteX5" fmla="*/ 13211 w 34086"/>
                    <a:gd name="connsiteY5" fmla="*/ 17910 h 41848"/>
                    <a:gd name="connsiteX6" fmla="*/ 15072 w 34086"/>
                    <a:gd name="connsiteY6" fmla="*/ 19284 h 41848"/>
                    <a:gd name="connsiteX7" fmla="*/ 21589 w 34086"/>
                    <a:gd name="connsiteY7" fmla="*/ 26820 h 41848"/>
                    <a:gd name="connsiteX8" fmla="*/ 22121 w 34086"/>
                    <a:gd name="connsiteY8" fmla="*/ 27663 h 41848"/>
                    <a:gd name="connsiteX9" fmla="*/ 23761 w 34086"/>
                    <a:gd name="connsiteY9" fmla="*/ 30322 h 41848"/>
                    <a:gd name="connsiteX10" fmla="*/ 25535 w 34086"/>
                    <a:gd name="connsiteY10" fmla="*/ 32849 h 41848"/>
                    <a:gd name="connsiteX11" fmla="*/ 28416 w 34086"/>
                    <a:gd name="connsiteY11" fmla="*/ 36218 h 41848"/>
                    <a:gd name="connsiteX12" fmla="*/ 31519 w 34086"/>
                    <a:gd name="connsiteY12" fmla="*/ 39588 h 41848"/>
                    <a:gd name="connsiteX13" fmla="*/ 33957 w 34086"/>
                    <a:gd name="connsiteY13" fmla="*/ 41760 h 41848"/>
                    <a:gd name="connsiteX14" fmla="*/ 34046 w 34086"/>
                    <a:gd name="connsiteY14" fmla="*/ 41848 h 41848"/>
                    <a:gd name="connsiteX15" fmla="*/ 31431 w 34086"/>
                    <a:gd name="connsiteY15" fmla="*/ 24426 h 41848"/>
                    <a:gd name="connsiteX16" fmla="*/ 20569 w 34086"/>
                    <a:gd name="connsiteY16" fmla="*/ 11526 h 41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4086" h="41848">
                      <a:moveTo>
                        <a:pt x="20569" y="11526"/>
                      </a:moveTo>
                      <a:cubicBezTo>
                        <a:pt x="13876" y="7403"/>
                        <a:pt x="6118" y="4566"/>
                        <a:pt x="0" y="0"/>
                      </a:cubicBezTo>
                      <a:cubicBezTo>
                        <a:pt x="0" y="1153"/>
                        <a:pt x="222" y="2305"/>
                        <a:pt x="798" y="3192"/>
                      </a:cubicBezTo>
                      <a:cubicBezTo>
                        <a:pt x="1463" y="4300"/>
                        <a:pt x="2128" y="5320"/>
                        <a:pt x="2748" y="6295"/>
                      </a:cubicBezTo>
                      <a:cubicBezTo>
                        <a:pt x="4566" y="9132"/>
                        <a:pt x="6295" y="11703"/>
                        <a:pt x="8511" y="13831"/>
                      </a:cubicBezTo>
                      <a:cubicBezTo>
                        <a:pt x="9886" y="15294"/>
                        <a:pt x="11437" y="16580"/>
                        <a:pt x="13211" y="17910"/>
                      </a:cubicBezTo>
                      <a:cubicBezTo>
                        <a:pt x="13698" y="18353"/>
                        <a:pt x="14363" y="18796"/>
                        <a:pt x="15072" y="19284"/>
                      </a:cubicBezTo>
                      <a:cubicBezTo>
                        <a:pt x="17732" y="21279"/>
                        <a:pt x="20303" y="24382"/>
                        <a:pt x="21589" y="26820"/>
                      </a:cubicBezTo>
                      <a:cubicBezTo>
                        <a:pt x="21766" y="27131"/>
                        <a:pt x="21944" y="27397"/>
                        <a:pt x="22121" y="27663"/>
                      </a:cubicBezTo>
                      <a:cubicBezTo>
                        <a:pt x="22830" y="28461"/>
                        <a:pt x="23096" y="29524"/>
                        <a:pt x="23761" y="30322"/>
                      </a:cubicBezTo>
                      <a:cubicBezTo>
                        <a:pt x="24382" y="31165"/>
                        <a:pt x="25047" y="31963"/>
                        <a:pt x="25535" y="32849"/>
                      </a:cubicBezTo>
                      <a:cubicBezTo>
                        <a:pt x="26333" y="34002"/>
                        <a:pt x="27308" y="35110"/>
                        <a:pt x="28416" y="36218"/>
                      </a:cubicBezTo>
                      <a:cubicBezTo>
                        <a:pt x="29303" y="37371"/>
                        <a:pt x="30367" y="38479"/>
                        <a:pt x="31519" y="39588"/>
                      </a:cubicBezTo>
                      <a:cubicBezTo>
                        <a:pt x="32273" y="40297"/>
                        <a:pt x="33115" y="41006"/>
                        <a:pt x="33957" y="41760"/>
                      </a:cubicBezTo>
                      <a:lnTo>
                        <a:pt x="34046" y="41848"/>
                      </a:lnTo>
                      <a:cubicBezTo>
                        <a:pt x="34268" y="35864"/>
                        <a:pt x="33603" y="29835"/>
                        <a:pt x="31431" y="24426"/>
                      </a:cubicBezTo>
                      <a:cubicBezTo>
                        <a:pt x="29258" y="18974"/>
                        <a:pt x="25357" y="14452"/>
                        <a:pt x="20569" y="11526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15" name="Forme libre : forme 20514">
                  <a:extLst>
                    <a:ext uri="{FF2B5EF4-FFF2-40B4-BE49-F238E27FC236}">
                      <a16:creationId xmlns:a16="http://schemas.microsoft.com/office/drawing/2014/main" id="{44AFA240-A88D-4B97-A07B-BFA8325872D0}"/>
                    </a:ext>
                  </a:extLst>
                </p:cNvPr>
                <p:cNvSpPr/>
                <p:nvPr/>
              </p:nvSpPr>
              <p:spPr>
                <a:xfrm>
                  <a:off x="6808774" y="1296998"/>
                  <a:ext cx="17804" cy="24466"/>
                </a:xfrm>
                <a:custGeom>
                  <a:avLst/>
                  <a:gdLst>
                    <a:gd name="connsiteX0" fmla="*/ 15982 w 17804"/>
                    <a:gd name="connsiteY0" fmla="*/ 24419 h 24466"/>
                    <a:gd name="connsiteX1" fmla="*/ 13544 w 17804"/>
                    <a:gd name="connsiteY1" fmla="*/ 23177 h 24466"/>
                    <a:gd name="connsiteX2" fmla="*/ 11106 w 17804"/>
                    <a:gd name="connsiteY2" fmla="*/ 19764 h 24466"/>
                    <a:gd name="connsiteX3" fmla="*/ 6628 w 17804"/>
                    <a:gd name="connsiteY3" fmla="*/ 13159 h 24466"/>
                    <a:gd name="connsiteX4" fmla="*/ 4722 w 17804"/>
                    <a:gd name="connsiteY4" fmla="*/ 10499 h 24466"/>
                    <a:gd name="connsiteX5" fmla="*/ 2328 w 17804"/>
                    <a:gd name="connsiteY5" fmla="*/ 7174 h 24466"/>
                    <a:gd name="connsiteX6" fmla="*/ 333 w 17804"/>
                    <a:gd name="connsiteY6" fmla="*/ 1012 h 24466"/>
                    <a:gd name="connsiteX7" fmla="*/ 7072 w 17804"/>
                    <a:gd name="connsiteY7" fmla="*/ 1633 h 24466"/>
                    <a:gd name="connsiteX8" fmla="*/ 11062 w 17804"/>
                    <a:gd name="connsiteY8" fmla="*/ 4869 h 24466"/>
                    <a:gd name="connsiteX9" fmla="*/ 13677 w 17804"/>
                    <a:gd name="connsiteY9" fmla="*/ 8105 h 24466"/>
                    <a:gd name="connsiteX10" fmla="*/ 15805 w 17804"/>
                    <a:gd name="connsiteY10" fmla="*/ 11873 h 24466"/>
                    <a:gd name="connsiteX11" fmla="*/ 17534 w 17804"/>
                    <a:gd name="connsiteY11" fmla="*/ 17193 h 24466"/>
                    <a:gd name="connsiteX12" fmla="*/ 15982 w 17804"/>
                    <a:gd name="connsiteY12" fmla="*/ 24419 h 24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7804" h="24466">
                      <a:moveTo>
                        <a:pt x="15982" y="24419"/>
                      </a:moveTo>
                      <a:cubicBezTo>
                        <a:pt x="15096" y="24640"/>
                        <a:pt x="14386" y="24064"/>
                        <a:pt x="13544" y="23177"/>
                      </a:cubicBezTo>
                      <a:cubicBezTo>
                        <a:pt x="12657" y="22291"/>
                        <a:pt x="11859" y="21094"/>
                        <a:pt x="11106" y="19764"/>
                      </a:cubicBezTo>
                      <a:cubicBezTo>
                        <a:pt x="9465" y="17193"/>
                        <a:pt x="7692" y="14444"/>
                        <a:pt x="6628" y="13159"/>
                      </a:cubicBezTo>
                      <a:cubicBezTo>
                        <a:pt x="6185" y="12449"/>
                        <a:pt x="5564" y="11474"/>
                        <a:pt x="4722" y="10499"/>
                      </a:cubicBezTo>
                      <a:cubicBezTo>
                        <a:pt x="3968" y="9479"/>
                        <a:pt x="3215" y="8238"/>
                        <a:pt x="2328" y="7174"/>
                      </a:cubicBezTo>
                      <a:cubicBezTo>
                        <a:pt x="821" y="4869"/>
                        <a:pt x="-686" y="2697"/>
                        <a:pt x="333" y="1012"/>
                      </a:cubicBezTo>
                      <a:cubicBezTo>
                        <a:pt x="1264" y="-584"/>
                        <a:pt x="4234" y="-229"/>
                        <a:pt x="7072" y="1633"/>
                      </a:cubicBezTo>
                      <a:cubicBezTo>
                        <a:pt x="8579" y="2431"/>
                        <a:pt x="9909" y="3672"/>
                        <a:pt x="11062" y="4869"/>
                      </a:cubicBezTo>
                      <a:cubicBezTo>
                        <a:pt x="12303" y="5977"/>
                        <a:pt x="13145" y="7218"/>
                        <a:pt x="13677" y="8105"/>
                      </a:cubicBezTo>
                      <a:cubicBezTo>
                        <a:pt x="14165" y="8992"/>
                        <a:pt x="15140" y="10233"/>
                        <a:pt x="15805" y="11873"/>
                      </a:cubicBezTo>
                      <a:cubicBezTo>
                        <a:pt x="16425" y="13558"/>
                        <a:pt x="17223" y="15375"/>
                        <a:pt x="17534" y="17193"/>
                      </a:cubicBezTo>
                      <a:cubicBezTo>
                        <a:pt x="18110" y="20872"/>
                        <a:pt x="17844" y="24064"/>
                        <a:pt x="15982" y="24419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16" name="Forme libre : forme 20515">
                  <a:extLst>
                    <a:ext uri="{FF2B5EF4-FFF2-40B4-BE49-F238E27FC236}">
                      <a16:creationId xmlns:a16="http://schemas.microsoft.com/office/drawing/2014/main" id="{785DAF6A-AAF8-4C58-A4BD-CE179F324437}"/>
                    </a:ext>
                  </a:extLst>
                </p:cNvPr>
                <p:cNvSpPr/>
                <p:nvPr/>
              </p:nvSpPr>
              <p:spPr>
                <a:xfrm>
                  <a:off x="6808881" y="1296881"/>
                  <a:ext cx="9757" cy="17841"/>
                </a:xfrm>
                <a:custGeom>
                  <a:avLst/>
                  <a:gdLst>
                    <a:gd name="connsiteX0" fmla="*/ 7452 w 9757"/>
                    <a:gd name="connsiteY0" fmla="*/ 2148 h 17841"/>
                    <a:gd name="connsiteX1" fmla="*/ 138 w 9757"/>
                    <a:gd name="connsiteY1" fmla="*/ 1040 h 17841"/>
                    <a:gd name="connsiteX2" fmla="*/ 2266 w 9757"/>
                    <a:gd name="connsiteY2" fmla="*/ 7291 h 17841"/>
                    <a:gd name="connsiteX3" fmla="*/ 4571 w 9757"/>
                    <a:gd name="connsiteY3" fmla="*/ 10527 h 17841"/>
                    <a:gd name="connsiteX4" fmla="*/ 6610 w 9757"/>
                    <a:gd name="connsiteY4" fmla="*/ 13453 h 17841"/>
                    <a:gd name="connsiteX5" fmla="*/ 8206 w 9757"/>
                    <a:gd name="connsiteY5" fmla="*/ 15536 h 17841"/>
                    <a:gd name="connsiteX6" fmla="*/ 9758 w 9757"/>
                    <a:gd name="connsiteY6" fmla="*/ 17841 h 17841"/>
                    <a:gd name="connsiteX7" fmla="*/ 8694 w 9757"/>
                    <a:gd name="connsiteY7" fmla="*/ 15093 h 17841"/>
                    <a:gd name="connsiteX8" fmla="*/ 7452 w 9757"/>
                    <a:gd name="connsiteY8" fmla="*/ 2148 h 17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57" h="17841">
                      <a:moveTo>
                        <a:pt x="7452" y="2148"/>
                      </a:moveTo>
                      <a:cubicBezTo>
                        <a:pt x="5546" y="1173"/>
                        <a:pt x="803" y="-1443"/>
                        <a:pt x="138" y="1040"/>
                      </a:cubicBezTo>
                      <a:cubicBezTo>
                        <a:pt x="-438" y="2991"/>
                        <a:pt x="892" y="5074"/>
                        <a:pt x="2266" y="7291"/>
                      </a:cubicBezTo>
                      <a:cubicBezTo>
                        <a:pt x="3064" y="8310"/>
                        <a:pt x="3817" y="9463"/>
                        <a:pt x="4571" y="10527"/>
                      </a:cubicBezTo>
                      <a:cubicBezTo>
                        <a:pt x="5413" y="11502"/>
                        <a:pt x="6078" y="12566"/>
                        <a:pt x="6610" y="13453"/>
                      </a:cubicBezTo>
                      <a:cubicBezTo>
                        <a:pt x="6920" y="13985"/>
                        <a:pt x="7586" y="14694"/>
                        <a:pt x="8206" y="15536"/>
                      </a:cubicBezTo>
                      <a:cubicBezTo>
                        <a:pt x="8738" y="16423"/>
                        <a:pt x="9314" y="17265"/>
                        <a:pt x="9758" y="17841"/>
                      </a:cubicBezTo>
                      <a:cubicBezTo>
                        <a:pt x="9447" y="17088"/>
                        <a:pt x="8827" y="15891"/>
                        <a:pt x="8694" y="15093"/>
                      </a:cubicBezTo>
                      <a:cubicBezTo>
                        <a:pt x="7630" y="10793"/>
                        <a:pt x="5147" y="5473"/>
                        <a:pt x="7452" y="2148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17" name="Forme libre : forme 20516">
                  <a:extLst>
                    <a:ext uri="{FF2B5EF4-FFF2-40B4-BE49-F238E27FC236}">
                      <a16:creationId xmlns:a16="http://schemas.microsoft.com/office/drawing/2014/main" id="{12DE39F3-20E3-42F8-B54A-A8A23A363C7E}"/>
                    </a:ext>
                  </a:extLst>
                </p:cNvPr>
                <p:cNvSpPr/>
                <p:nvPr/>
              </p:nvSpPr>
              <p:spPr>
                <a:xfrm>
                  <a:off x="6809580" y="1298601"/>
                  <a:ext cx="16727" cy="24511"/>
                </a:xfrm>
                <a:custGeom>
                  <a:avLst/>
                  <a:gdLst>
                    <a:gd name="connsiteX0" fmla="*/ 14555 w 16727"/>
                    <a:gd name="connsiteY0" fmla="*/ 24500 h 24511"/>
                    <a:gd name="connsiteX1" fmla="*/ 9767 w 16727"/>
                    <a:gd name="connsiteY1" fmla="*/ 19447 h 24511"/>
                    <a:gd name="connsiteX2" fmla="*/ 7551 w 16727"/>
                    <a:gd name="connsiteY2" fmla="*/ 15856 h 24511"/>
                    <a:gd name="connsiteX3" fmla="*/ 5689 w 16727"/>
                    <a:gd name="connsiteY3" fmla="*/ 13063 h 24511"/>
                    <a:gd name="connsiteX4" fmla="*/ 3960 w 16727"/>
                    <a:gd name="connsiteY4" fmla="*/ 10403 h 24511"/>
                    <a:gd name="connsiteX5" fmla="*/ 1877 w 16727"/>
                    <a:gd name="connsiteY5" fmla="*/ 7167 h 24511"/>
                    <a:gd name="connsiteX6" fmla="*/ 325 w 16727"/>
                    <a:gd name="connsiteY6" fmla="*/ 1049 h 24511"/>
                    <a:gd name="connsiteX7" fmla="*/ 2940 w 16727"/>
                    <a:gd name="connsiteY7" fmla="*/ 30 h 24511"/>
                    <a:gd name="connsiteX8" fmla="*/ 6930 w 16727"/>
                    <a:gd name="connsiteY8" fmla="*/ 1803 h 24511"/>
                    <a:gd name="connsiteX9" fmla="*/ 10698 w 16727"/>
                    <a:gd name="connsiteY9" fmla="*/ 5172 h 24511"/>
                    <a:gd name="connsiteX10" fmla="*/ 13004 w 16727"/>
                    <a:gd name="connsiteY10" fmla="*/ 8364 h 24511"/>
                    <a:gd name="connsiteX11" fmla="*/ 13979 w 16727"/>
                    <a:gd name="connsiteY11" fmla="*/ 9871 h 24511"/>
                    <a:gd name="connsiteX12" fmla="*/ 14954 w 16727"/>
                    <a:gd name="connsiteY12" fmla="*/ 12176 h 24511"/>
                    <a:gd name="connsiteX13" fmla="*/ 15974 w 16727"/>
                    <a:gd name="connsiteY13" fmla="*/ 14836 h 24511"/>
                    <a:gd name="connsiteX14" fmla="*/ 16506 w 16727"/>
                    <a:gd name="connsiteY14" fmla="*/ 17718 h 24511"/>
                    <a:gd name="connsiteX15" fmla="*/ 14555 w 16727"/>
                    <a:gd name="connsiteY15" fmla="*/ 24500 h 24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727" h="24511">
                      <a:moveTo>
                        <a:pt x="14555" y="24500"/>
                      </a:moveTo>
                      <a:cubicBezTo>
                        <a:pt x="12738" y="24323"/>
                        <a:pt x="11363" y="21885"/>
                        <a:pt x="9767" y="19447"/>
                      </a:cubicBezTo>
                      <a:cubicBezTo>
                        <a:pt x="9147" y="18161"/>
                        <a:pt x="8305" y="16920"/>
                        <a:pt x="7551" y="15856"/>
                      </a:cubicBezTo>
                      <a:cubicBezTo>
                        <a:pt x="6886" y="14703"/>
                        <a:pt x="6265" y="13684"/>
                        <a:pt x="5689" y="13063"/>
                      </a:cubicBezTo>
                      <a:cubicBezTo>
                        <a:pt x="5157" y="12398"/>
                        <a:pt x="4625" y="11378"/>
                        <a:pt x="3960" y="10403"/>
                      </a:cubicBezTo>
                      <a:cubicBezTo>
                        <a:pt x="3206" y="9428"/>
                        <a:pt x="2541" y="8275"/>
                        <a:pt x="1877" y="7167"/>
                      </a:cubicBezTo>
                      <a:cubicBezTo>
                        <a:pt x="502" y="5039"/>
                        <a:pt x="-562" y="2690"/>
                        <a:pt x="325" y="1049"/>
                      </a:cubicBezTo>
                      <a:cubicBezTo>
                        <a:pt x="813" y="207"/>
                        <a:pt x="1743" y="-103"/>
                        <a:pt x="2940" y="30"/>
                      </a:cubicBezTo>
                      <a:cubicBezTo>
                        <a:pt x="4093" y="251"/>
                        <a:pt x="5467" y="916"/>
                        <a:pt x="6930" y="1803"/>
                      </a:cubicBezTo>
                      <a:cubicBezTo>
                        <a:pt x="8305" y="2734"/>
                        <a:pt x="9546" y="4064"/>
                        <a:pt x="10698" y="5172"/>
                      </a:cubicBezTo>
                      <a:cubicBezTo>
                        <a:pt x="11762" y="6413"/>
                        <a:pt x="12472" y="7610"/>
                        <a:pt x="13004" y="8364"/>
                      </a:cubicBezTo>
                      <a:cubicBezTo>
                        <a:pt x="13270" y="8763"/>
                        <a:pt x="13580" y="9250"/>
                        <a:pt x="13979" y="9871"/>
                      </a:cubicBezTo>
                      <a:cubicBezTo>
                        <a:pt x="14245" y="10536"/>
                        <a:pt x="14600" y="11334"/>
                        <a:pt x="14954" y="12176"/>
                      </a:cubicBezTo>
                      <a:cubicBezTo>
                        <a:pt x="15264" y="13019"/>
                        <a:pt x="15619" y="13905"/>
                        <a:pt x="15974" y="14836"/>
                      </a:cubicBezTo>
                      <a:cubicBezTo>
                        <a:pt x="16240" y="15767"/>
                        <a:pt x="16373" y="16787"/>
                        <a:pt x="16506" y="17718"/>
                      </a:cubicBezTo>
                      <a:cubicBezTo>
                        <a:pt x="17171" y="21486"/>
                        <a:pt x="16284" y="24722"/>
                        <a:pt x="14555" y="2450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18" name="Forme libre : forme 20517">
                  <a:extLst>
                    <a:ext uri="{FF2B5EF4-FFF2-40B4-BE49-F238E27FC236}">
                      <a16:creationId xmlns:a16="http://schemas.microsoft.com/office/drawing/2014/main" id="{6BB85350-AC88-491B-9904-5A587A66CC40}"/>
                    </a:ext>
                  </a:extLst>
                </p:cNvPr>
                <p:cNvSpPr/>
                <p:nvPr/>
              </p:nvSpPr>
              <p:spPr>
                <a:xfrm>
                  <a:off x="6796767" y="1288033"/>
                  <a:ext cx="22763" cy="28991"/>
                </a:xfrm>
                <a:custGeom>
                  <a:avLst/>
                  <a:gdLst>
                    <a:gd name="connsiteX0" fmla="*/ 16 w 22763"/>
                    <a:gd name="connsiteY0" fmla="*/ 4746 h 28991"/>
                    <a:gd name="connsiteX1" fmla="*/ 2055 w 22763"/>
                    <a:gd name="connsiteY1" fmla="*/ 9888 h 28991"/>
                    <a:gd name="connsiteX2" fmla="*/ 8971 w 22763"/>
                    <a:gd name="connsiteY2" fmla="*/ 20040 h 28991"/>
                    <a:gd name="connsiteX3" fmla="*/ 16109 w 22763"/>
                    <a:gd name="connsiteY3" fmla="*/ 26956 h 28991"/>
                    <a:gd name="connsiteX4" fmla="*/ 22182 w 22763"/>
                    <a:gd name="connsiteY4" fmla="*/ 28507 h 28991"/>
                    <a:gd name="connsiteX5" fmla="*/ 22270 w 22763"/>
                    <a:gd name="connsiteY5" fmla="*/ 24030 h 28991"/>
                    <a:gd name="connsiteX6" fmla="*/ 20763 w 22763"/>
                    <a:gd name="connsiteY6" fmla="*/ 17956 h 28991"/>
                    <a:gd name="connsiteX7" fmla="*/ 18414 w 22763"/>
                    <a:gd name="connsiteY7" fmla="*/ 11573 h 28991"/>
                    <a:gd name="connsiteX8" fmla="*/ 9149 w 22763"/>
                    <a:gd name="connsiteY8" fmla="*/ 534 h 28991"/>
                    <a:gd name="connsiteX9" fmla="*/ 16 w 22763"/>
                    <a:gd name="connsiteY9" fmla="*/ 4746 h 28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763" h="28991">
                      <a:moveTo>
                        <a:pt x="16" y="4746"/>
                      </a:moveTo>
                      <a:cubicBezTo>
                        <a:pt x="149" y="7007"/>
                        <a:pt x="637" y="7938"/>
                        <a:pt x="2055" y="9888"/>
                      </a:cubicBezTo>
                      <a:cubicBezTo>
                        <a:pt x="4627" y="13745"/>
                        <a:pt x="6223" y="16848"/>
                        <a:pt x="8971" y="20040"/>
                      </a:cubicBezTo>
                      <a:cubicBezTo>
                        <a:pt x="11321" y="22655"/>
                        <a:pt x="13449" y="25138"/>
                        <a:pt x="16109" y="26956"/>
                      </a:cubicBezTo>
                      <a:cubicBezTo>
                        <a:pt x="17837" y="28374"/>
                        <a:pt x="20453" y="29748"/>
                        <a:pt x="22182" y="28507"/>
                      </a:cubicBezTo>
                      <a:cubicBezTo>
                        <a:pt x="23335" y="27665"/>
                        <a:pt x="22448" y="25803"/>
                        <a:pt x="22270" y="24030"/>
                      </a:cubicBezTo>
                      <a:cubicBezTo>
                        <a:pt x="22004" y="21946"/>
                        <a:pt x="21295" y="20040"/>
                        <a:pt x="20763" y="17956"/>
                      </a:cubicBezTo>
                      <a:cubicBezTo>
                        <a:pt x="19965" y="16050"/>
                        <a:pt x="19345" y="13745"/>
                        <a:pt x="18414" y="11573"/>
                      </a:cubicBezTo>
                      <a:cubicBezTo>
                        <a:pt x="17128" y="7583"/>
                        <a:pt x="14912" y="2485"/>
                        <a:pt x="9149" y="534"/>
                      </a:cubicBezTo>
                      <a:cubicBezTo>
                        <a:pt x="3829" y="-1195"/>
                        <a:pt x="-294" y="1554"/>
                        <a:pt x="16" y="4746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19" name="Forme libre : forme 20518">
                  <a:extLst>
                    <a:ext uri="{FF2B5EF4-FFF2-40B4-BE49-F238E27FC236}">
                      <a16:creationId xmlns:a16="http://schemas.microsoft.com/office/drawing/2014/main" id="{C5D3C24E-2FB5-4B44-9A83-6AC6AE4FFB7F}"/>
                    </a:ext>
                  </a:extLst>
                </p:cNvPr>
                <p:cNvSpPr/>
                <p:nvPr/>
              </p:nvSpPr>
              <p:spPr>
                <a:xfrm>
                  <a:off x="6804842" y="1291316"/>
                  <a:ext cx="12632" cy="5913"/>
                </a:xfrm>
                <a:custGeom>
                  <a:avLst/>
                  <a:gdLst>
                    <a:gd name="connsiteX0" fmla="*/ 1606 w 12632"/>
                    <a:gd name="connsiteY0" fmla="*/ 0 h 5913"/>
                    <a:gd name="connsiteX1" fmla="*/ 143 w 12632"/>
                    <a:gd name="connsiteY1" fmla="*/ 355 h 5913"/>
                    <a:gd name="connsiteX2" fmla="*/ 675 w 12632"/>
                    <a:gd name="connsiteY2" fmla="*/ 1507 h 5913"/>
                    <a:gd name="connsiteX3" fmla="*/ 2714 w 12632"/>
                    <a:gd name="connsiteY3" fmla="*/ 2616 h 5913"/>
                    <a:gd name="connsiteX4" fmla="*/ 7945 w 12632"/>
                    <a:gd name="connsiteY4" fmla="*/ 4921 h 5913"/>
                    <a:gd name="connsiteX5" fmla="*/ 9940 w 12632"/>
                    <a:gd name="connsiteY5" fmla="*/ 5719 h 5913"/>
                    <a:gd name="connsiteX6" fmla="*/ 10694 w 12632"/>
                    <a:gd name="connsiteY6" fmla="*/ 2571 h 5913"/>
                    <a:gd name="connsiteX7" fmla="*/ 6172 w 12632"/>
                    <a:gd name="connsiteY7" fmla="*/ 665 h 5913"/>
                    <a:gd name="connsiteX8" fmla="*/ 1606 w 12632"/>
                    <a:gd name="connsiteY8" fmla="*/ 0 h 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632" h="5913">
                      <a:moveTo>
                        <a:pt x="1606" y="0"/>
                      </a:moveTo>
                      <a:cubicBezTo>
                        <a:pt x="941" y="0"/>
                        <a:pt x="453" y="44"/>
                        <a:pt x="143" y="355"/>
                      </a:cubicBezTo>
                      <a:cubicBezTo>
                        <a:pt x="-212" y="665"/>
                        <a:pt x="143" y="1108"/>
                        <a:pt x="675" y="1507"/>
                      </a:cubicBezTo>
                      <a:cubicBezTo>
                        <a:pt x="1207" y="1906"/>
                        <a:pt x="2005" y="2305"/>
                        <a:pt x="2714" y="2616"/>
                      </a:cubicBezTo>
                      <a:cubicBezTo>
                        <a:pt x="4487" y="3280"/>
                        <a:pt x="6260" y="4211"/>
                        <a:pt x="7945" y="4921"/>
                      </a:cubicBezTo>
                      <a:cubicBezTo>
                        <a:pt x="8654" y="5187"/>
                        <a:pt x="9319" y="5541"/>
                        <a:pt x="9940" y="5719"/>
                      </a:cubicBezTo>
                      <a:cubicBezTo>
                        <a:pt x="12600" y="6472"/>
                        <a:pt x="14018" y="4965"/>
                        <a:pt x="10694" y="2571"/>
                      </a:cubicBezTo>
                      <a:cubicBezTo>
                        <a:pt x="9364" y="1773"/>
                        <a:pt x="7768" y="1108"/>
                        <a:pt x="6172" y="665"/>
                      </a:cubicBezTo>
                      <a:cubicBezTo>
                        <a:pt x="4532" y="266"/>
                        <a:pt x="2936" y="44"/>
                        <a:pt x="1606" y="0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20" name="Forme libre : forme 20519">
                  <a:extLst>
                    <a:ext uri="{FF2B5EF4-FFF2-40B4-BE49-F238E27FC236}">
                      <a16:creationId xmlns:a16="http://schemas.microsoft.com/office/drawing/2014/main" id="{7FEEDBA6-E23E-43CB-B13A-6A5E8A029C73}"/>
                    </a:ext>
                  </a:extLst>
                </p:cNvPr>
                <p:cNvSpPr/>
                <p:nvPr/>
              </p:nvSpPr>
              <p:spPr>
                <a:xfrm>
                  <a:off x="6811501" y="1318447"/>
                  <a:ext cx="12057" cy="13210"/>
                </a:xfrm>
                <a:custGeom>
                  <a:avLst/>
                  <a:gdLst>
                    <a:gd name="connsiteX0" fmla="*/ 12058 w 12057"/>
                    <a:gd name="connsiteY0" fmla="*/ 13211 h 13210"/>
                    <a:gd name="connsiteX1" fmla="*/ 8644 w 12057"/>
                    <a:gd name="connsiteY1" fmla="*/ 10329 h 13210"/>
                    <a:gd name="connsiteX2" fmla="*/ 7182 w 12057"/>
                    <a:gd name="connsiteY2" fmla="*/ 8423 h 13210"/>
                    <a:gd name="connsiteX3" fmla="*/ 5585 w 12057"/>
                    <a:gd name="connsiteY3" fmla="*/ 6472 h 13210"/>
                    <a:gd name="connsiteX4" fmla="*/ 0 w 12057"/>
                    <a:gd name="connsiteY4" fmla="*/ 0 h 13210"/>
                    <a:gd name="connsiteX5" fmla="*/ 12058 w 12057"/>
                    <a:gd name="connsiteY5" fmla="*/ 13211 h 13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057" h="13210">
                      <a:moveTo>
                        <a:pt x="12058" y="13211"/>
                      </a:moveTo>
                      <a:cubicBezTo>
                        <a:pt x="10817" y="12546"/>
                        <a:pt x="9664" y="11526"/>
                        <a:pt x="8644" y="10329"/>
                      </a:cubicBezTo>
                      <a:cubicBezTo>
                        <a:pt x="8112" y="9753"/>
                        <a:pt x="7625" y="9088"/>
                        <a:pt x="7182" y="8423"/>
                      </a:cubicBezTo>
                      <a:cubicBezTo>
                        <a:pt x="6650" y="7758"/>
                        <a:pt x="6073" y="7137"/>
                        <a:pt x="5585" y="6472"/>
                      </a:cubicBezTo>
                      <a:cubicBezTo>
                        <a:pt x="3679" y="3812"/>
                        <a:pt x="1551" y="1507"/>
                        <a:pt x="0" y="0"/>
                      </a:cubicBezTo>
                      <a:cubicBezTo>
                        <a:pt x="3546" y="3059"/>
                        <a:pt x="8511" y="8467"/>
                        <a:pt x="12058" y="132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21" name="Forme libre : forme 20520">
                  <a:extLst>
                    <a:ext uri="{FF2B5EF4-FFF2-40B4-BE49-F238E27FC236}">
                      <a16:creationId xmlns:a16="http://schemas.microsoft.com/office/drawing/2014/main" id="{1E105A2F-FDFB-4E7D-8FE5-D7B3F7348CD2}"/>
                    </a:ext>
                  </a:extLst>
                </p:cNvPr>
                <p:cNvSpPr/>
                <p:nvPr/>
              </p:nvSpPr>
              <p:spPr>
                <a:xfrm>
                  <a:off x="6791198" y="1284247"/>
                  <a:ext cx="25445" cy="3522"/>
                </a:xfrm>
                <a:custGeom>
                  <a:avLst/>
                  <a:gdLst>
                    <a:gd name="connsiteX0" fmla="*/ 25446 w 25445"/>
                    <a:gd name="connsiteY0" fmla="*/ 3523 h 3522"/>
                    <a:gd name="connsiteX1" fmla="*/ 11526 w 25445"/>
                    <a:gd name="connsiteY1" fmla="*/ 21 h 3522"/>
                    <a:gd name="connsiteX2" fmla="*/ 0 w 25445"/>
                    <a:gd name="connsiteY2" fmla="*/ 2947 h 3522"/>
                    <a:gd name="connsiteX3" fmla="*/ 25446 w 25445"/>
                    <a:gd name="connsiteY3" fmla="*/ 3523 h 3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445" h="3522">
                      <a:moveTo>
                        <a:pt x="25446" y="3523"/>
                      </a:moveTo>
                      <a:cubicBezTo>
                        <a:pt x="20836" y="774"/>
                        <a:pt x="15871" y="-156"/>
                        <a:pt x="11526" y="21"/>
                      </a:cubicBezTo>
                      <a:cubicBezTo>
                        <a:pt x="7137" y="154"/>
                        <a:pt x="3192" y="1351"/>
                        <a:pt x="0" y="2947"/>
                      </a:cubicBezTo>
                      <a:cubicBezTo>
                        <a:pt x="5763" y="-511"/>
                        <a:pt x="16934" y="-334"/>
                        <a:pt x="25446" y="35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22" name="Forme libre : forme 20521">
                  <a:extLst>
                    <a:ext uri="{FF2B5EF4-FFF2-40B4-BE49-F238E27FC236}">
                      <a16:creationId xmlns:a16="http://schemas.microsoft.com/office/drawing/2014/main" id="{67AA55CF-D8DE-4218-8E85-89EB14CDDDE3}"/>
                    </a:ext>
                  </a:extLst>
                </p:cNvPr>
                <p:cNvSpPr/>
                <p:nvPr/>
              </p:nvSpPr>
              <p:spPr>
                <a:xfrm>
                  <a:off x="6819301" y="1304257"/>
                  <a:ext cx="5464" cy="10385"/>
                </a:xfrm>
                <a:custGeom>
                  <a:avLst/>
                  <a:gdLst>
                    <a:gd name="connsiteX0" fmla="*/ 4746 w 5464"/>
                    <a:gd name="connsiteY0" fmla="*/ 10377 h 10385"/>
                    <a:gd name="connsiteX1" fmla="*/ 1377 w 5464"/>
                    <a:gd name="connsiteY1" fmla="*/ 4835 h 10385"/>
                    <a:gd name="connsiteX2" fmla="*/ 535 w 5464"/>
                    <a:gd name="connsiteY2" fmla="*/ 3 h 10385"/>
                    <a:gd name="connsiteX3" fmla="*/ 4436 w 5464"/>
                    <a:gd name="connsiteY3" fmla="*/ 5146 h 10385"/>
                    <a:gd name="connsiteX4" fmla="*/ 4746 w 5464"/>
                    <a:gd name="connsiteY4" fmla="*/ 10377 h 10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64" h="10385">
                      <a:moveTo>
                        <a:pt x="4746" y="10377"/>
                      </a:moveTo>
                      <a:cubicBezTo>
                        <a:pt x="3328" y="10155"/>
                        <a:pt x="2042" y="6032"/>
                        <a:pt x="1377" y="4835"/>
                      </a:cubicBezTo>
                      <a:cubicBezTo>
                        <a:pt x="801" y="3683"/>
                        <a:pt x="-839" y="136"/>
                        <a:pt x="535" y="3"/>
                      </a:cubicBezTo>
                      <a:cubicBezTo>
                        <a:pt x="2042" y="-130"/>
                        <a:pt x="4126" y="3816"/>
                        <a:pt x="4436" y="5146"/>
                      </a:cubicBezTo>
                      <a:cubicBezTo>
                        <a:pt x="4924" y="6431"/>
                        <a:pt x="6298" y="10598"/>
                        <a:pt x="4746" y="10377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23" name="Forme libre : forme 20522">
                  <a:extLst>
                    <a:ext uri="{FF2B5EF4-FFF2-40B4-BE49-F238E27FC236}">
                      <a16:creationId xmlns:a16="http://schemas.microsoft.com/office/drawing/2014/main" id="{385D715E-15CA-4647-90D4-E2D88A319C0F}"/>
                    </a:ext>
                  </a:extLst>
                </p:cNvPr>
                <p:cNvSpPr/>
                <p:nvPr/>
              </p:nvSpPr>
              <p:spPr>
                <a:xfrm>
                  <a:off x="6823573" y="1313121"/>
                  <a:ext cx="1514" cy="3066"/>
                </a:xfrm>
                <a:custGeom>
                  <a:avLst/>
                  <a:gdLst>
                    <a:gd name="connsiteX0" fmla="*/ 1272 w 1514"/>
                    <a:gd name="connsiteY0" fmla="*/ 3021 h 3066"/>
                    <a:gd name="connsiteX1" fmla="*/ 297 w 1514"/>
                    <a:gd name="connsiteY1" fmla="*/ 1824 h 3066"/>
                    <a:gd name="connsiteX2" fmla="*/ 164 w 1514"/>
                    <a:gd name="connsiteY2" fmla="*/ 51 h 3066"/>
                    <a:gd name="connsiteX3" fmla="*/ 1272 w 1514"/>
                    <a:gd name="connsiteY3" fmla="*/ 1159 h 3066"/>
                    <a:gd name="connsiteX4" fmla="*/ 1272 w 1514"/>
                    <a:gd name="connsiteY4" fmla="*/ 3021 h 3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4" h="3066">
                      <a:moveTo>
                        <a:pt x="1272" y="3021"/>
                      </a:moveTo>
                      <a:cubicBezTo>
                        <a:pt x="829" y="3287"/>
                        <a:pt x="474" y="2312"/>
                        <a:pt x="297" y="1824"/>
                      </a:cubicBezTo>
                      <a:cubicBezTo>
                        <a:pt x="208" y="1292"/>
                        <a:pt x="-235" y="361"/>
                        <a:pt x="164" y="51"/>
                      </a:cubicBezTo>
                      <a:cubicBezTo>
                        <a:pt x="563" y="-215"/>
                        <a:pt x="1139" y="627"/>
                        <a:pt x="1272" y="1159"/>
                      </a:cubicBezTo>
                      <a:cubicBezTo>
                        <a:pt x="1450" y="1691"/>
                        <a:pt x="1716" y="2799"/>
                        <a:pt x="1272" y="30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24" name="Forme libre : forme 20523">
                  <a:extLst>
                    <a:ext uri="{FF2B5EF4-FFF2-40B4-BE49-F238E27FC236}">
                      <a16:creationId xmlns:a16="http://schemas.microsoft.com/office/drawing/2014/main" id="{CD1DE0CE-CE26-41E3-9340-9B1D9B189264}"/>
                    </a:ext>
                  </a:extLst>
                </p:cNvPr>
                <p:cNvSpPr/>
                <p:nvPr/>
              </p:nvSpPr>
              <p:spPr>
                <a:xfrm>
                  <a:off x="6824665" y="1299599"/>
                  <a:ext cx="9053" cy="30905"/>
                </a:xfrm>
                <a:custGeom>
                  <a:avLst/>
                  <a:gdLst>
                    <a:gd name="connsiteX0" fmla="*/ 6741 w 9053"/>
                    <a:gd name="connsiteY0" fmla="*/ 23414 h 30905"/>
                    <a:gd name="connsiteX1" fmla="*/ 1997 w 9053"/>
                    <a:gd name="connsiteY1" fmla="*/ 30729 h 30905"/>
                    <a:gd name="connsiteX2" fmla="*/ 2 w 9053"/>
                    <a:gd name="connsiteY2" fmla="*/ 28867 h 30905"/>
                    <a:gd name="connsiteX3" fmla="*/ 1022 w 9053"/>
                    <a:gd name="connsiteY3" fmla="*/ 25631 h 30905"/>
                    <a:gd name="connsiteX4" fmla="*/ 2839 w 9053"/>
                    <a:gd name="connsiteY4" fmla="*/ 20621 h 30905"/>
                    <a:gd name="connsiteX5" fmla="*/ 3371 w 9053"/>
                    <a:gd name="connsiteY5" fmla="*/ 14858 h 30905"/>
                    <a:gd name="connsiteX6" fmla="*/ 1421 w 9053"/>
                    <a:gd name="connsiteY6" fmla="*/ 6258 h 30905"/>
                    <a:gd name="connsiteX7" fmla="*/ 1066 w 9053"/>
                    <a:gd name="connsiteY7" fmla="*/ 7 h 30905"/>
                    <a:gd name="connsiteX8" fmla="*/ 6918 w 9053"/>
                    <a:gd name="connsiteY8" fmla="*/ 6391 h 30905"/>
                    <a:gd name="connsiteX9" fmla="*/ 8691 w 9053"/>
                    <a:gd name="connsiteY9" fmla="*/ 11489 h 30905"/>
                    <a:gd name="connsiteX10" fmla="*/ 9046 w 9053"/>
                    <a:gd name="connsiteY10" fmla="*/ 15479 h 30905"/>
                    <a:gd name="connsiteX11" fmla="*/ 6741 w 9053"/>
                    <a:gd name="connsiteY11" fmla="*/ 23414 h 30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053" h="30905">
                      <a:moveTo>
                        <a:pt x="6741" y="23414"/>
                      </a:moveTo>
                      <a:cubicBezTo>
                        <a:pt x="5677" y="26828"/>
                        <a:pt x="4302" y="29000"/>
                        <a:pt x="1997" y="30729"/>
                      </a:cubicBezTo>
                      <a:cubicBezTo>
                        <a:pt x="1110" y="31349"/>
                        <a:pt x="2" y="30241"/>
                        <a:pt x="2" y="28867"/>
                      </a:cubicBezTo>
                      <a:cubicBezTo>
                        <a:pt x="-42" y="27492"/>
                        <a:pt x="623" y="26606"/>
                        <a:pt x="1022" y="25631"/>
                      </a:cubicBezTo>
                      <a:cubicBezTo>
                        <a:pt x="1775" y="24079"/>
                        <a:pt x="2352" y="22439"/>
                        <a:pt x="2839" y="20621"/>
                      </a:cubicBezTo>
                      <a:cubicBezTo>
                        <a:pt x="3283" y="18848"/>
                        <a:pt x="3283" y="16942"/>
                        <a:pt x="3371" y="14858"/>
                      </a:cubicBezTo>
                      <a:cubicBezTo>
                        <a:pt x="3549" y="13528"/>
                        <a:pt x="2440" y="9671"/>
                        <a:pt x="1421" y="6258"/>
                      </a:cubicBezTo>
                      <a:cubicBezTo>
                        <a:pt x="268" y="2889"/>
                        <a:pt x="-796" y="-170"/>
                        <a:pt x="1066" y="7"/>
                      </a:cubicBezTo>
                      <a:cubicBezTo>
                        <a:pt x="2839" y="229"/>
                        <a:pt x="5411" y="2977"/>
                        <a:pt x="6918" y="6391"/>
                      </a:cubicBezTo>
                      <a:cubicBezTo>
                        <a:pt x="7627" y="8076"/>
                        <a:pt x="8292" y="9893"/>
                        <a:pt x="8691" y="11489"/>
                      </a:cubicBezTo>
                      <a:cubicBezTo>
                        <a:pt x="8957" y="13129"/>
                        <a:pt x="9046" y="14548"/>
                        <a:pt x="9046" y="15479"/>
                      </a:cubicBezTo>
                      <a:cubicBezTo>
                        <a:pt x="9179" y="19247"/>
                        <a:pt x="7583" y="20843"/>
                        <a:pt x="6741" y="23414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473" name="Graphique 2">
                <a:extLst>
                  <a:ext uri="{FF2B5EF4-FFF2-40B4-BE49-F238E27FC236}">
                    <a16:creationId xmlns:a16="http://schemas.microsoft.com/office/drawing/2014/main" id="{885085EE-FC07-4EF4-8688-909B8307381C}"/>
                  </a:ext>
                </a:extLst>
              </p:cNvPr>
              <p:cNvGrpSpPr/>
              <p:nvPr/>
            </p:nvGrpSpPr>
            <p:grpSpPr>
              <a:xfrm>
                <a:off x="7688526" y="614458"/>
                <a:ext cx="189381" cy="145792"/>
                <a:chOff x="7688526" y="614458"/>
                <a:chExt cx="189381" cy="145792"/>
              </a:xfrm>
              <a:solidFill>
                <a:schemeClr val="accent1"/>
              </a:solidFill>
            </p:grpSpPr>
            <p:grpSp>
              <p:nvGrpSpPr>
                <p:cNvPr id="20487" name="Graphique 2">
                  <a:extLst>
                    <a:ext uri="{FF2B5EF4-FFF2-40B4-BE49-F238E27FC236}">
                      <a16:creationId xmlns:a16="http://schemas.microsoft.com/office/drawing/2014/main" id="{DA5EDB19-CADE-491F-B842-90006EA24390}"/>
                    </a:ext>
                  </a:extLst>
                </p:cNvPr>
                <p:cNvGrpSpPr/>
                <p:nvPr/>
              </p:nvGrpSpPr>
              <p:grpSpPr>
                <a:xfrm>
                  <a:off x="7688526" y="692326"/>
                  <a:ext cx="101479" cy="67924"/>
                  <a:chOff x="7688526" y="692326"/>
                  <a:chExt cx="101479" cy="67924"/>
                </a:xfrm>
                <a:solidFill>
                  <a:schemeClr val="accent1"/>
                </a:solidFill>
              </p:grpSpPr>
              <p:sp>
                <p:nvSpPr>
                  <p:cNvPr id="20501" name="Forme libre : forme 20500">
                    <a:extLst>
                      <a:ext uri="{FF2B5EF4-FFF2-40B4-BE49-F238E27FC236}">
                        <a16:creationId xmlns:a16="http://schemas.microsoft.com/office/drawing/2014/main" id="{A6E9CCEF-BEFA-45B4-9832-F235B0E78323}"/>
                      </a:ext>
                    </a:extLst>
                  </p:cNvPr>
                  <p:cNvSpPr/>
                  <p:nvPr/>
                </p:nvSpPr>
                <p:spPr>
                  <a:xfrm>
                    <a:off x="7688526" y="692326"/>
                    <a:ext cx="101479" cy="67924"/>
                  </a:xfrm>
                  <a:custGeom>
                    <a:avLst/>
                    <a:gdLst>
                      <a:gd name="connsiteX0" fmla="*/ 77908 w 101479"/>
                      <a:gd name="connsiteY0" fmla="*/ 39002 h 67924"/>
                      <a:gd name="connsiteX1" fmla="*/ 42710 w 101479"/>
                      <a:gd name="connsiteY1" fmla="*/ 58729 h 67924"/>
                      <a:gd name="connsiteX2" fmla="*/ 23514 w 101479"/>
                      <a:gd name="connsiteY2" fmla="*/ 65822 h 67924"/>
                      <a:gd name="connsiteX3" fmla="*/ 6802 w 101479"/>
                      <a:gd name="connsiteY3" fmla="*/ 67905 h 67924"/>
                      <a:gd name="connsiteX4" fmla="*/ 196 w 101479"/>
                      <a:gd name="connsiteY4" fmla="*/ 60325 h 67924"/>
                      <a:gd name="connsiteX5" fmla="*/ 8619 w 101479"/>
                      <a:gd name="connsiteY5" fmla="*/ 42858 h 67924"/>
                      <a:gd name="connsiteX6" fmla="*/ 26573 w 101479"/>
                      <a:gd name="connsiteY6" fmla="*/ 27520 h 67924"/>
                      <a:gd name="connsiteX7" fmla="*/ 58226 w 101479"/>
                      <a:gd name="connsiteY7" fmla="*/ 9965 h 67924"/>
                      <a:gd name="connsiteX8" fmla="*/ 93557 w 101479"/>
                      <a:gd name="connsiteY8" fmla="*/ 35 h 67924"/>
                      <a:gd name="connsiteX9" fmla="*/ 101448 w 101479"/>
                      <a:gd name="connsiteY9" fmla="*/ 6019 h 67924"/>
                      <a:gd name="connsiteX10" fmla="*/ 77908 w 101479"/>
                      <a:gd name="connsiteY10" fmla="*/ 39002 h 67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1479" h="67924">
                        <a:moveTo>
                          <a:pt x="77908" y="39002"/>
                        </a:moveTo>
                        <a:cubicBezTo>
                          <a:pt x="69663" y="44765"/>
                          <a:pt x="51000" y="54650"/>
                          <a:pt x="42710" y="58729"/>
                        </a:cubicBezTo>
                        <a:cubicBezTo>
                          <a:pt x="34819" y="62586"/>
                          <a:pt x="29189" y="64492"/>
                          <a:pt x="23514" y="65822"/>
                        </a:cubicBezTo>
                        <a:cubicBezTo>
                          <a:pt x="17929" y="67107"/>
                          <a:pt x="12609" y="67462"/>
                          <a:pt x="6802" y="67905"/>
                        </a:cubicBezTo>
                        <a:cubicBezTo>
                          <a:pt x="2856" y="68216"/>
                          <a:pt x="-912" y="64758"/>
                          <a:pt x="196" y="60325"/>
                        </a:cubicBezTo>
                        <a:cubicBezTo>
                          <a:pt x="1748" y="54118"/>
                          <a:pt x="4363" y="48400"/>
                          <a:pt x="8619" y="42858"/>
                        </a:cubicBezTo>
                        <a:cubicBezTo>
                          <a:pt x="12786" y="37361"/>
                          <a:pt x="19037" y="32042"/>
                          <a:pt x="26573" y="27520"/>
                        </a:cubicBezTo>
                        <a:cubicBezTo>
                          <a:pt x="34819" y="22555"/>
                          <a:pt x="50601" y="14265"/>
                          <a:pt x="58226" y="9965"/>
                        </a:cubicBezTo>
                        <a:cubicBezTo>
                          <a:pt x="72677" y="1897"/>
                          <a:pt x="81987" y="1010"/>
                          <a:pt x="93557" y="35"/>
                        </a:cubicBezTo>
                        <a:cubicBezTo>
                          <a:pt x="97547" y="-320"/>
                          <a:pt x="101891" y="2074"/>
                          <a:pt x="101448" y="6019"/>
                        </a:cubicBezTo>
                        <a:cubicBezTo>
                          <a:pt x="100030" y="17235"/>
                          <a:pt x="93291" y="28584"/>
                          <a:pt x="77908" y="39002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02" name="Forme libre : forme 20501">
                    <a:extLst>
                      <a:ext uri="{FF2B5EF4-FFF2-40B4-BE49-F238E27FC236}">
                        <a16:creationId xmlns:a16="http://schemas.microsoft.com/office/drawing/2014/main" id="{C9E9970B-86B0-4454-B756-D76322C2F243}"/>
                      </a:ext>
                    </a:extLst>
                  </p:cNvPr>
                  <p:cNvSpPr/>
                  <p:nvPr/>
                </p:nvSpPr>
                <p:spPr>
                  <a:xfrm>
                    <a:off x="7690806" y="698123"/>
                    <a:ext cx="99035" cy="62083"/>
                  </a:xfrm>
                  <a:custGeom>
                    <a:avLst/>
                    <a:gdLst>
                      <a:gd name="connsiteX0" fmla="*/ 39588 w 99035"/>
                      <a:gd name="connsiteY0" fmla="*/ 39011 h 62083"/>
                      <a:gd name="connsiteX1" fmla="*/ 19151 w 99035"/>
                      <a:gd name="connsiteY1" fmla="*/ 50892 h 62083"/>
                      <a:gd name="connsiteX2" fmla="*/ 0 w 99035"/>
                      <a:gd name="connsiteY2" fmla="*/ 60733 h 62083"/>
                      <a:gd name="connsiteX3" fmla="*/ 4389 w 99035"/>
                      <a:gd name="connsiteY3" fmla="*/ 62063 h 62083"/>
                      <a:gd name="connsiteX4" fmla="*/ 10285 w 99035"/>
                      <a:gd name="connsiteY4" fmla="*/ 61576 h 62083"/>
                      <a:gd name="connsiteX5" fmla="*/ 27175 w 99035"/>
                      <a:gd name="connsiteY5" fmla="*/ 58295 h 62083"/>
                      <a:gd name="connsiteX6" fmla="*/ 40341 w 99035"/>
                      <a:gd name="connsiteY6" fmla="*/ 52843 h 62083"/>
                      <a:gd name="connsiteX7" fmla="*/ 45882 w 99035"/>
                      <a:gd name="connsiteY7" fmla="*/ 50050 h 62083"/>
                      <a:gd name="connsiteX8" fmla="*/ 72969 w 99035"/>
                      <a:gd name="connsiteY8" fmla="*/ 34844 h 62083"/>
                      <a:gd name="connsiteX9" fmla="*/ 75540 w 99035"/>
                      <a:gd name="connsiteY9" fmla="*/ 33160 h 62083"/>
                      <a:gd name="connsiteX10" fmla="*/ 88795 w 99035"/>
                      <a:gd name="connsiteY10" fmla="*/ 21767 h 62083"/>
                      <a:gd name="connsiteX11" fmla="*/ 97971 w 99035"/>
                      <a:gd name="connsiteY11" fmla="*/ 5497 h 62083"/>
                      <a:gd name="connsiteX12" fmla="*/ 99035 w 99035"/>
                      <a:gd name="connsiteY12" fmla="*/ 177 h 62083"/>
                      <a:gd name="connsiteX13" fmla="*/ 99035 w 99035"/>
                      <a:gd name="connsiteY13" fmla="*/ 0 h 62083"/>
                      <a:gd name="connsiteX14" fmla="*/ 39588 w 99035"/>
                      <a:gd name="connsiteY14" fmla="*/ 39011 h 62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9035" h="62083">
                        <a:moveTo>
                          <a:pt x="39588" y="39011"/>
                        </a:moveTo>
                        <a:cubicBezTo>
                          <a:pt x="32761" y="43134"/>
                          <a:pt x="25756" y="47080"/>
                          <a:pt x="19151" y="50892"/>
                        </a:cubicBezTo>
                        <a:cubicBezTo>
                          <a:pt x="12501" y="54704"/>
                          <a:pt x="6118" y="58074"/>
                          <a:pt x="0" y="60733"/>
                        </a:cubicBezTo>
                        <a:cubicBezTo>
                          <a:pt x="1241" y="61664"/>
                          <a:pt x="2748" y="62196"/>
                          <a:pt x="4389" y="62063"/>
                        </a:cubicBezTo>
                        <a:cubicBezTo>
                          <a:pt x="6428" y="61886"/>
                          <a:pt x="8379" y="61753"/>
                          <a:pt x="10285" y="61576"/>
                        </a:cubicBezTo>
                        <a:cubicBezTo>
                          <a:pt x="15826" y="61044"/>
                          <a:pt x="21190" y="60201"/>
                          <a:pt x="27175" y="58295"/>
                        </a:cubicBezTo>
                        <a:cubicBezTo>
                          <a:pt x="31032" y="57010"/>
                          <a:pt x="35199" y="55414"/>
                          <a:pt x="40341" y="52843"/>
                        </a:cubicBezTo>
                        <a:cubicBezTo>
                          <a:pt x="41937" y="52045"/>
                          <a:pt x="43799" y="51069"/>
                          <a:pt x="45882" y="50050"/>
                        </a:cubicBezTo>
                        <a:cubicBezTo>
                          <a:pt x="54084" y="45838"/>
                          <a:pt x="65699" y="39499"/>
                          <a:pt x="72969" y="34844"/>
                        </a:cubicBezTo>
                        <a:cubicBezTo>
                          <a:pt x="73900" y="34224"/>
                          <a:pt x="74786" y="33647"/>
                          <a:pt x="75540" y="33160"/>
                        </a:cubicBezTo>
                        <a:cubicBezTo>
                          <a:pt x="80993" y="29480"/>
                          <a:pt x="85381" y="25623"/>
                          <a:pt x="88795" y="21767"/>
                        </a:cubicBezTo>
                        <a:cubicBezTo>
                          <a:pt x="93405" y="16447"/>
                          <a:pt x="96331" y="10950"/>
                          <a:pt x="97971" y="5497"/>
                        </a:cubicBezTo>
                        <a:cubicBezTo>
                          <a:pt x="98459" y="3724"/>
                          <a:pt x="98814" y="1951"/>
                          <a:pt x="99035" y="177"/>
                        </a:cubicBezTo>
                        <a:lnTo>
                          <a:pt x="99035" y="0"/>
                        </a:lnTo>
                        <a:cubicBezTo>
                          <a:pt x="81303" y="16269"/>
                          <a:pt x="59138" y="27264"/>
                          <a:pt x="39588" y="39011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03" name="Forme libre : forme 20502">
                    <a:extLst>
                      <a:ext uri="{FF2B5EF4-FFF2-40B4-BE49-F238E27FC236}">
                        <a16:creationId xmlns:a16="http://schemas.microsoft.com/office/drawing/2014/main" id="{3050E9FD-DEF3-480D-9A4E-C34FFCCFFBBD}"/>
                      </a:ext>
                    </a:extLst>
                  </p:cNvPr>
                  <p:cNvSpPr/>
                  <p:nvPr/>
                </p:nvSpPr>
                <p:spPr>
                  <a:xfrm>
                    <a:off x="7723587" y="707715"/>
                    <a:ext cx="47746" cy="29047"/>
                  </a:xfrm>
                  <a:custGeom>
                    <a:avLst/>
                    <a:gdLst>
                      <a:gd name="connsiteX0" fmla="*/ 47413 w 47746"/>
                      <a:gd name="connsiteY0" fmla="*/ 737 h 29047"/>
                      <a:gd name="connsiteX1" fmla="*/ 40453 w 47746"/>
                      <a:gd name="connsiteY1" fmla="*/ 10934 h 29047"/>
                      <a:gd name="connsiteX2" fmla="*/ 26267 w 47746"/>
                      <a:gd name="connsiteY2" fmla="*/ 20686 h 29047"/>
                      <a:gd name="connsiteX3" fmla="*/ 290 w 47746"/>
                      <a:gd name="connsiteY3" fmla="*/ 27779 h 29047"/>
                      <a:gd name="connsiteX4" fmla="*/ 20416 w 47746"/>
                      <a:gd name="connsiteY4" fmla="*/ 10756 h 29047"/>
                      <a:gd name="connsiteX5" fmla="*/ 35134 w 47746"/>
                      <a:gd name="connsiteY5" fmla="*/ 3397 h 29047"/>
                      <a:gd name="connsiteX6" fmla="*/ 47413 w 47746"/>
                      <a:gd name="connsiteY6" fmla="*/ 737 h 29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746" h="29047">
                        <a:moveTo>
                          <a:pt x="47413" y="737"/>
                        </a:moveTo>
                        <a:cubicBezTo>
                          <a:pt x="48876" y="2599"/>
                          <a:pt x="45330" y="6855"/>
                          <a:pt x="40453" y="10934"/>
                        </a:cubicBezTo>
                        <a:cubicBezTo>
                          <a:pt x="35577" y="15056"/>
                          <a:pt x="29415" y="18913"/>
                          <a:pt x="26267" y="20686"/>
                        </a:cubicBezTo>
                        <a:cubicBezTo>
                          <a:pt x="19884" y="24366"/>
                          <a:pt x="2905" y="32080"/>
                          <a:pt x="290" y="27779"/>
                        </a:cubicBezTo>
                        <a:cubicBezTo>
                          <a:pt x="-2415" y="23346"/>
                          <a:pt x="14564" y="13815"/>
                          <a:pt x="20416" y="10756"/>
                        </a:cubicBezTo>
                        <a:cubicBezTo>
                          <a:pt x="23386" y="9205"/>
                          <a:pt x="29504" y="5969"/>
                          <a:pt x="35134" y="3397"/>
                        </a:cubicBezTo>
                        <a:cubicBezTo>
                          <a:pt x="40764" y="826"/>
                          <a:pt x="45950" y="-1124"/>
                          <a:pt x="47413" y="73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04" name="Forme libre : forme 20503">
                    <a:extLst>
                      <a:ext uri="{FF2B5EF4-FFF2-40B4-BE49-F238E27FC236}">
                        <a16:creationId xmlns:a16="http://schemas.microsoft.com/office/drawing/2014/main" id="{D0FC6FC0-90C0-42F3-9A50-C1D463F247FC}"/>
                      </a:ext>
                    </a:extLst>
                  </p:cNvPr>
                  <p:cNvSpPr/>
                  <p:nvPr/>
                </p:nvSpPr>
                <p:spPr>
                  <a:xfrm>
                    <a:off x="7723113" y="721752"/>
                    <a:ext cx="36760" cy="14912"/>
                  </a:xfrm>
                  <a:custGeom>
                    <a:avLst/>
                    <a:gdLst>
                      <a:gd name="connsiteX0" fmla="*/ 8566 w 36760"/>
                      <a:gd name="connsiteY0" fmla="*/ 4256 h 14912"/>
                      <a:gd name="connsiteX1" fmla="*/ 542 w 36760"/>
                      <a:gd name="connsiteY1" fmla="*/ 13920 h 14912"/>
                      <a:gd name="connsiteX2" fmla="*/ 27008 w 36760"/>
                      <a:gd name="connsiteY2" fmla="*/ 6561 h 14912"/>
                      <a:gd name="connsiteX3" fmla="*/ 36761 w 36760"/>
                      <a:gd name="connsiteY3" fmla="*/ 0 h 14912"/>
                      <a:gd name="connsiteX4" fmla="*/ 31175 w 36760"/>
                      <a:gd name="connsiteY4" fmla="*/ 2926 h 14912"/>
                      <a:gd name="connsiteX5" fmla="*/ 8566 w 36760"/>
                      <a:gd name="connsiteY5" fmla="*/ 4256 h 14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760" h="14912">
                        <a:moveTo>
                          <a:pt x="8566" y="4256"/>
                        </a:moveTo>
                        <a:cubicBezTo>
                          <a:pt x="5995" y="6650"/>
                          <a:pt x="-2162" y="11703"/>
                          <a:pt x="542" y="13920"/>
                        </a:cubicBezTo>
                        <a:cubicBezTo>
                          <a:pt x="4754" y="17378"/>
                          <a:pt x="18940" y="11038"/>
                          <a:pt x="27008" y="6561"/>
                        </a:cubicBezTo>
                        <a:cubicBezTo>
                          <a:pt x="29357" y="5275"/>
                          <a:pt x="34411" y="1906"/>
                          <a:pt x="36761" y="0"/>
                        </a:cubicBezTo>
                        <a:cubicBezTo>
                          <a:pt x="35253" y="842"/>
                          <a:pt x="32727" y="2350"/>
                          <a:pt x="31175" y="2926"/>
                        </a:cubicBezTo>
                        <a:cubicBezTo>
                          <a:pt x="22353" y="6118"/>
                          <a:pt x="11714" y="8911"/>
                          <a:pt x="8566" y="4256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05" name="Forme libre : forme 20504">
                    <a:extLst>
                      <a:ext uri="{FF2B5EF4-FFF2-40B4-BE49-F238E27FC236}">
                        <a16:creationId xmlns:a16="http://schemas.microsoft.com/office/drawing/2014/main" id="{B90DAC06-4ECA-4314-883C-93B8E19A0409}"/>
                      </a:ext>
                    </a:extLst>
                  </p:cNvPr>
                  <p:cNvSpPr/>
                  <p:nvPr/>
                </p:nvSpPr>
                <p:spPr>
                  <a:xfrm>
                    <a:off x="7726619" y="706673"/>
                    <a:ext cx="47587" cy="29939"/>
                  </a:xfrm>
                  <a:custGeom>
                    <a:avLst/>
                    <a:gdLst>
                      <a:gd name="connsiteX0" fmla="*/ 47485 w 47587"/>
                      <a:gd name="connsiteY0" fmla="*/ 1026 h 29939"/>
                      <a:gd name="connsiteX1" fmla="*/ 40037 w 47587"/>
                      <a:gd name="connsiteY1" fmla="*/ 11798 h 29939"/>
                      <a:gd name="connsiteX2" fmla="*/ 26206 w 47587"/>
                      <a:gd name="connsiteY2" fmla="*/ 21684 h 29939"/>
                      <a:gd name="connsiteX3" fmla="*/ 361 w 47587"/>
                      <a:gd name="connsiteY3" fmla="*/ 28644 h 29939"/>
                      <a:gd name="connsiteX4" fmla="*/ 20399 w 47587"/>
                      <a:gd name="connsiteY4" fmla="*/ 11665 h 29939"/>
                      <a:gd name="connsiteX5" fmla="*/ 35560 w 47587"/>
                      <a:gd name="connsiteY5" fmla="*/ 3686 h 29939"/>
                      <a:gd name="connsiteX6" fmla="*/ 47485 w 47587"/>
                      <a:gd name="connsiteY6" fmla="*/ 1026 h 2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87" h="29939">
                        <a:moveTo>
                          <a:pt x="47485" y="1026"/>
                        </a:moveTo>
                        <a:cubicBezTo>
                          <a:pt x="48239" y="3420"/>
                          <a:pt x="44736" y="7720"/>
                          <a:pt x="40037" y="11798"/>
                        </a:cubicBezTo>
                        <a:cubicBezTo>
                          <a:pt x="35382" y="15877"/>
                          <a:pt x="29575" y="19645"/>
                          <a:pt x="26206" y="21684"/>
                        </a:cubicBezTo>
                        <a:cubicBezTo>
                          <a:pt x="19423" y="25807"/>
                          <a:pt x="3420" y="32855"/>
                          <a:pt x="361" y="28644"/>
                        </a:cubicBezTo>
                        <a:cubicBezTo>
                          <a:pt x="-2742" y="24344"/>
                          <a:pt x="15034" y="14680"/>
                          <a:pt x="20399" y="11665"/>
                        </a:cubicBezTo>
                        <a:cubicBezTo>
                          <a:pt x="23103" y="10158"/>
                          <a:pt x="29664" y="6567"/>
                          <a:pt x="35560" y="3686"/>
                        </a:cubicBezTo>
                        <a:cubicBezTo>
                          <a:pt x="41411" y="804"/>
                          <a:pt x="46731" y="-1368"/>
                          <a:pt x="47485" y="102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06" name="Forme libre : forme 20505">
                    <a:extLst>
                      <a:ext uri="{FF2B5EF4-FFF2-40B4-BE49-F238E27FC236}">
                        <a16:creationId xmlns:a16="http://schemas.microsoft.com/office/drawing/2014/main" id="{899F364B-101E-45AF-B297-FB942AF971A1}"/>
                      </a:ext>
                    </a:extLst>
                  </p:cNvPr>
                  <p:cNvSpPr/>
                  <p:nvPr/>
                </p:nvSpPr>
                <p:spPr>
                  <a:xfrm>
                    <a:off x="7700667" y="720019"/>
                    <a:ext cx="63946" cy="30343"/>
                  </a:xfrm>
                  <a:custGeom>
                    <a:avLst/>
                    <a:gdLst>
                      <a:gd name="connsiteX0" fmla="*/ 2152 w 63946"/>
                      <a:gd name="connsiteY0" fmla="*/ 29173 h 30343"/>
                      <a:gd name="connsiteX1" fmla="*/ 10885 w 63946"/>
                      <a:gd name="connsiteY1" fmla="*/ 29883 h 30343"/>
                      <a:gd name="connsiteX2" fmla="*/ 35312 w 63946"/>
                      <a:gd name="connsiteY2" fmla="*/ 24430 h 30343"/>
                      <a:gd name="connsiteX3" fmla="*/ 58142 w 63946"/>
                      <a:gd name="connsiteY3" fmla="*/ 10643 h 30343"/>
                      <a:gd name="connsiteX4" fmla="*/ 62930 w 63946"/>
                      <a:gd name="connsiteY4" fmla="*/ 270 h 30343"/>
                      <a:gd name="connsiteX5" fmla="*/ 54197 w 63946"/>
                      <a:gd name="connsiteY5" fmla="*/ 2398 h 30343"/>
                      <a:gd name="connsiteX6" fmla="*/ 30790 w 63946"/>
                      <a:gd name="connsiteY6" fmla="*/ 7850 h 30343"/>
                      <a:gd name="connsiteX7" fmla="*/ 7250 w 63946"/>
                      <a:gd name="connsiteY7" fmla="*/ 14145 h 30343"/>
                      <a:gd name="connsiteX8" fmla="*/ 2152 w 63946"/>
                      <a:gd name="connsiteY8" fmla="*/ 29173 h 30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3946" h="30343">
                        <a:moveTo>
                          <a:pt x="2152" y="29173"/>
                        </a:moveTo>
                        <a:cubicBezTo>
                          <a:pt x="5034" y="30636"/>
                          <a:pt x="6629" y="30548"/>
                          <a:pt x="10885" y="29883"/>
                        </a:cubicBezTo>
                        <a:cubicBezTo>
                          <a:pt x="18954" y="28642"/>
                          <a:pt x="25426" y="28376"/>
                          <a:pt x="35312" y="24430"/>
                        </a:cubicBezTo>
                        <a:cubicBezTo>
                          <a:pt x="43513" y="21238"/>
                          <a:pt x="52379" y="15963"/>
                          <a:pt x="58142" y="10643"/>
                        </a:cubicBezTo>
                        <a:cubicBezTo>
                          <a:pt x="62442" y="6653"/>
                          <a:pt x="65678" y="1866"/>
                          <a:pt x="62930" y="270"/>
                        </a:cubicBezTo>
                        <a:cubicBezTo>
                          <a:pt x="61245" y="-750"/>
                          <a:pt x="57521" y="1378"/>
                          <a:pt x="54197" y="2398"/>
                        </a:cubicBezTo>
                        <a:cubicBezTo>
                          <a:pt x="46394" y="4791"/>
                          <a:pt x="38991" y="7052"/>
                          <a:pt x="30790" y="7850"/>
                        </a:cubicBezTo>
                        <a:cubicBezTo>
                          <a:pt x="23830" y="8560"/>
                          <a:pt x="15629" y="8028"/>
                          <a:pt x="7250" y="14145"/>
                        </a:cubicBezTo>
                        <a:cubicBezTo>
                          <a:pt x="-198" y="19775"/>
                          <a:pt x="-1926" y="27267"/>
                          <a:pt x="2152" y="29173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07" name="Forme libre : forme 20506">
                    <a:extLst>
                      <a:ext uri="{FF2B5EF4-FFF2-40B4-BE49-F238E27FC236}">
                        <a16:creationId xmlns:a16="http://schemas.microsoft.com/office/drawing/2014/main" id="{20B998B7-42B1-4CD1-B166-687C3F5E4363}"/>
                      </a:ext>
                    </a:extLst>
                  </p:cNvPr>
                  <p:cNvSpPr/>
                  <p:nvPr/>
                </p:nvSpPr>
                <p:spPr>
                  <a:xfrm>
                    <a:off x="7710976" y="723403"/>
                    <a:ext cx="18287" cy="14457"/>
                  </a:xfrm>
                  <a:custGeom>
                    <a:avLst/>
                    <a:gdLst>
                      <a:gd name="connsiteX0" fmla="*/ 1197 w 18287"/>
                      <a:gd name="connsiteY0" fmla="*/ 11870 h 14457"/>
                      <a:gd name="connsiteX1" fmla="*/ 0 w 18287"/>
                      <a:gd name="connsiteY1" fmla="*/ 13998 h 14457"/>
                      <a:gd name="connsiteX2" fmla="*/ 2039 w 18287"/>
                      <a:gd name="connsiteY2" fmla="*/ 14086 h 14457"/>
                      <a:gd name="connsiteX3" fmla="*/ 5630 w 18287"/>
                      <a:gd name="connsiteY3" fmla="*/ 12047 h 14457"/>
                      <a:gd name="connsiteX4" fmla="*/ 13876 w 18287"/>
                      <a:gd name="connsiteY4" fmla="*/ 6328 h 14457"/>
                      <a:gd name="connsiteX5" fmla="*/ 16668 w 18287"/>
                      <a:gd name="connsiteY5" fmla="*/ 4023 h 14457"/>
                      <a:gd name="connsiteX6" fmla="*/ 12900 w 18287"/>
                      <a:gd name="connsiteY6" fmla="*/ 1585 h 14457"/>
                      <a:gd name="connsiteX7" fmla="*/ 1197 w 18287"/>
                      <a:gd name="connsiteY7" fmla="*/ 11870 h 14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287" h="14457">
                        <a:moveTo>
                          <a:pt x="1197" y="11870"/>
                        </a:moveTo>
                        <a:cubicBezTo>
                          <a:pt x="488" y="12712"/>
                          <a:pt x="0" y="13377"/>
                          <a:pt x="0" y="13998"/>
                        </a:cubicBezTo>
                        <a:cubicBezTo>
                          <a:pt x="0" y="14663"/>
                          <a:pt x="975" y="14530"/>
                          <a:pt x="2039" y="14086"/>
                        </a:cubicBezTo>
                        <a:cubicBezTo>
                          <a:pt x="3103" y="13643"/>
                          <a:pt x="4522" y="12756"/>
                          <a:pt x="5630" y="12047"/>
                        </a:cubicBezTo>
                        <a:cubicBezTo>
                          <a:pt x="8423" y="10230"/>
                          <a:pt x="11349" y="8235"/>
                          <a:pt x="13876" y="6328"/>
                        </a:cubicBezTo>
                        <a:cubicBezTo>
                          <a:pt x="14940" y="5530"/>
                          <a:pt x="15915" y="4821"/>
                          <a:pt x="16668" y="4023"/>
                        </a:cubicBezTo>
                        <a:cubicBezTo>
                          <a:pt x="19727" y="610"/>
                          <a:pt x="18442" y="-1696"/>
                          <a:pt x="12900" y="1585"/>
                        </a:cubicBezTo>
                        <a:cubicBezTo>
                          <a:pt x="8556" y="4112"/>
                          <a:pt x="4078" y="8368"/>
                          <a:pt x="1197" y="11870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08" name="Forme libre : forme 20507">
                    <a:extLst>
                      <a:ext uri="{FF2B5EF4-FFF2-40B4-BE49-F238E27FC236}">
                        <a16:creationId xmlns:a16="http://schemas.microsoft.com/office/drawing/2014/main" id="{BCCE0E69-D690-4DED-95EA-CA5A04915672}"/>
                      </a:ext>
                    </a:extLst>
                  </p:cNvPr>
                  <p:cNvSpPr/>
                  <p:nvPr/>
                </p:nvSpPr>
                <p:spPr>
                  <a:xfrm>
                    <a:off x="7767188" y="698434"/>
                    <a:ext cx="20722" cy="31474"/>
                  </a:xfrm>
                  <a:custGeom>
                    <a:avLst/>
                    <a:gdLst>
                      <a:gd name="connsiteX0" fmla="*/ 20658 w 20722"/>
                      <a:gd name="connsiteY0" fmla="*/ 0 h 31474"/>
                      <a:gd name="connsiteX1" fmla="*/ 14142 w 20722"/>
                      <a:gd name="connsiteY1" fmla="*/ 15870 h 31474"/>
                      <a:gd name="connsiteX2" fmla="*/ 0 w 20722"/>
                      <a:gd name="connsiteY2" fmla="*/ 31475 h 31474"/>
                      <a:gd name="connsiteX3" fmla="*/ 20658 w 20722"/>
                      <a:gd name="connsiteY3" fmla="*/ 0 h 31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722" h="31474">
                        <a:moveTo>
                          <a:pt x="20658" y="0"/>
                        </a:moveTo>
                        <a:cubicBezTo>
                          <a:pt x="21190" y="4034"/>
                          <a:pt x="18353" y="10063"/>
                          <a:pt x="14142" y="15870"/>
                        </a:cubicBezTo>
                        <a:cubicBezTo>
                          <a:pt x="9974" y="21678"/>
                          <a:pt x="4389" y="27352"/>
                          <a:pt x="0" y="31475"/>
                        </a:cubicBezTo>
                        <a:cubicBezTo>
                          <a:pt x="9620" y="22520"/>
                          <a:pt x="17644" y="9753"/>
                          <a:pt x="2065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09" name="Forme libre : forme 20508">
                    <a:extLst>
                      <a:ext uri="{FF2B5EF4-FFF2-40B4-BE49-F238E27FC236}">
                        <a16:creationId xmlns:a16="http://schemas.microsoft.com/office/drawing/2014/main" id="{3A11A5EB-EDF0-4BCF-8664-F0B881104004}"/>
                      </a:ext>
                    </a:extLst>
                  </p:cNvPr>
                  <p:cNvSpPr/>
                  <p:nvPr/>
                </p:nvSpPr>
                <p:spPr>
                  <a:xfrm>
                    <a:off x="7689919" y="720112"/>
                    <a:ext cx="26908" cy="32583"/>
                  </a:xfrm>
                  <a:custGeom>
                    <a:avLst/>
                    <a:gdLst>
                      <a:gd name="connsiteX0" fmla="*/ 26909 w 26908"/>
                      <a:gd name="connsiteY0" fmla="*/ 0 h 32583"/>
                      <a:gd name="connsiteX1" fmla="*/ 9620 w 26908"/>
                      <a:gd name="connsiteY1" fmla="*/ 15117 h 32583"/>
                      <a:gd name="connsiteX2" fmla="*/ 0 w 26908"/>
                      <a:gd name="connsiteY2" fmla="*/ 32583 h 32583"/>
                      <a:gd name="connsiteX3" fmla="*/ 10374 w 26908"/>
                      <a:gd name="connsiteY3" fmla="*/ 15250 h 32583"/>
                      <a:gd name="connsiteX4" fmla="*/ 26909 w 26908"/>
                      <a:gd name="connsiteY4" fmla="*/ 0 h 32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08" h="32583">
                        <a:moveTo>
                          <a:pt x="26909" y="0"/>
                        </a:moveTo>
                        <a:cubicBezTo>
                          <a:pt x="20304" y="4034"/>
                          <a:pt x="14142" y="9354"/>
                          <a:pt x="9620" y="15117"/>
                        </a:cubicBezTo>
                        <a:cubicBezTo>
                          <a:pt x="5054" y="20880"/>
                          <a:pt x="1906" y="26953"/>
                          <a:pt x="0" y="32583"/>
                        </a:cubicBezTo>
                        <a:cubicBezTo>
                          <a:pt x="1552" y="27308"/>
                          <a:pt x="5364" y="21057"/>
                          <a:pt x="10374" y="15250"/>
                        </a:cubicBezTo>
                        <a:cubicBezTo>
                          <a:pt x="15383" y="9398"/>
                          <a:pt x="21678" y="4078"/>
                          <a:pt x="269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10" name="Forme libre : forme 20509">
                    <a:extLst>
                      <a:ext uri="{FF2B5EF4-FFF2-40B4-BE49-F238E27FC236}">
                        <a16:creationId xmlns:a16="http://schemas.microsoft.com/office/drawing/2014/main" id="{993C82F8-2153-4B88-8859-A07753AF710D}"/>
                      </a:ext>
                    </a:extLst>
                  </p:cNvPr>
                  <p:cNvSpPr/>
                  <p:nvPr/>
                </p:nvSpPr>
                <p:spPr>
                  <a:xfrm>
                    <a:off x="7741676" y="713426"/>
                    <a:ext cx="18116" cy="9634"/>
                  </a:xfrm>
                  <a:custGeom>
                    <a:avLst/>
                    <a:gdLst>
                      <a:gd name="connsiteX0" fmla="*/ 18109 w 18116"/>
                      <a:gd name="connsiteY0" fmla="*/ 657 h 9634"/>
                      <a:gd name="connsiteX1" fmla="*/ 8312 w 18116"/>
                      <a:gd name="connsiteY1" fmla="*/ 7306 h 9634"/>
                      <a:gd name="connsiteX2" fmla="*/ 22 w 18116"/>
                      <a:gd name="connsiteY2" fmla="*/ 8769 h 9634"/>
                      <a:gd name="connsiteX3" fmla="*/ 9331 w 18116"/>
                      <a:gd name="connsiteY3" fmla="*/ 2785 h 9634"/>
                      <a:gd name="connsiteX4" fmla="*/ 18109 w 18116"/>
                      <a:gd name="connsiteY4" fmla="*/ 657 h 9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116" h="9634">
                        <a:moveTo>
                          <a:pt x="18109" y="657"/>
                        </a:moveTo>
                        <a:cubicBezTo>
                          <a:pt x="17887" y="2740"/>
                          <a:pt x="10572" y="6331"/>
                          <a:pt x="8312" y="7306"/>
                        </a:cubicBezTo>
                        <a:cubicBezTo>
                          <a:pt x="6051" y="8370"/>
                          <a:pt x="-422" y="10986"/>
                          <a:pt x="22" y="8769"/>
                        </a:cubicBezTo>
                        <a:cubicBezTo>
                          <a:pt x="510" y="6597"/>
                          <a:pt x="7248" y="3760"/>
                          <a:pt x="9331" y="2785"/>
                        </a:cubicBezTo>
                        <a:cubicBezTo>
                          <a:pt x="11504" y="1898"/>
                          <a:pt x="18375" y="-1383"/>
                          <a:pt x="18109" y="657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11" name="Forme libre : forme 20510">
                    <a:extLst>
                      <a:ext uri="{FF2B5EF4-FFF2-40B4-BE49-F238E27FC236}">
                        <a16:creationId xmlns:a16="http://schemas.microsoft.com/office/drawing/2014/main" id="{EA33819C-27BF-4335-A12C-19670AE1696C}"/>
                      </a:ext>
                    </a:extLst>
                  </p:cNvPr>
                  <p:cNvSpPr/>
                  <p:nvPr/>
                </p:nvSpPr>
                <p:spPr>
                  <a:xfrm>
                    <a:off x="7757291" y="711934"/>
                    <a:ext cx="4998" cy="3240"/>
                  </a:xfrm>
                  <a:custGeom>
                    <a:avLst/>
                    <a:gdLst>
                      <a:gd name="connsiteX0" fmla="*/ 4887 w 4998"/>
                      <a:gd name="connsiteY0" fmla="*/ 109 h 3240"/>
                      <a:gd name="connsiteX1" fmla="*/ 3114 w 4998"/>
                      <a:gd name="connsiteY1" fmla="*/ 2149 h 3240"/>
                      <a:gd name="connsiteX2" fmla="*/ 100 w 4998"/>
                      <a:gd name="connsiteY2" fmla="*/ 3124 h 3240"/>
                      <a:gd name="connsiteX3" fmla="*/ 1828 w 4998"/>
                      <a:gd name="connsiteY3" fmla="*/ 1129 h 3240"/>
                      <a:gd name="connsiteX4" fmla="*/ 4887 w 4998"/>
                      <a:gd name="connsiteY4" fmla="*/ 109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98" h="3240">
                        <a:moveTo>
                          <a:pt x="4887" y="109"/>
                        </a:moveTo>
                        <a:cubicBezTo>
                          <a:pt x="5419" y="553"/>
                          <a:pt x="3912" y="1661"/>
                          <a:pt x="3114" y="2149"/>
                        </a:cubicBezTo>
                        <a:cubicBezTo>
                          <a:pt x="2316" y="2636"/>
                          <a:pt x="587" y="3567"/>
                          <a:pt x="100" y="3124"/>
                        </a:cubicBezTo>
                        <a:cubicBezTo>
                          <a:pt x="-388" y="2680"/>
                          <a:pt x="1031" y="1661"/>
                          <a:pt x="1828" y="1129"/>
                        </a:cubicBezTo>
                        <a:cubicBezTo>
                          <a:pt x="2671" y="686"/>
                          <a:pt x="4400" y="-334"/>
                          <a:pt x="4887" y="1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12" name="Forme libre : forme 20511">
                    <a:extLst>
                      <a:ext uri="{FF2B5EF4-FFF2-40B4-BE49-F238E27FC236}">
                        <a16:creationId xmlns:a16="http://schemas.microsoft.com/office/drawing/2014/main" id="{6BB876E1-F130-44C7-8C9A-BD8F15F2A13B}"/>
                      </a:ext>
                    </a:extLst>
                  </p:cNvPr>
                  <p:cNvSpPr/>
                  <p:nvPr/>
                </p:nvSpPr>
                <p:spPr>
                  <a:xfrm>
                    <a:off x="7736916" y="696990"/>
                    <a:ext cx="47199" cy="17908"/>
                  </a:xfrm>
                  <a:custGeom>
                    <a:avLst/>
                    <a:gdLst>
                      <a:gd name="connsiteX0" fmla="*/ 32755 w 47199"/>
                      <a:gd name="connsiteY0" fmla="*/ 1975 h 17908"/>
                      <a:gd name="connsiteX1" fmla="*/ 46232 w 47199"/>
                      <a:gd name="connsiteY1" fmla="*/ 69 h 17908"/>
                      <a:gd name="connsiteX2" fmla="*/ 45301 w 47199"/>
                      <a:gd name="connsiteY2" fmla="*/ 4325 h 17908"/>
                      <a:gd name="connsiteX3" fmla="*/ 39626 w 47199"/>
                      <a:gd name="connsiteY3" fmla="*/ 6763 h 17908"/>
                      <a:gd name="connsiteX4" fmla="*/ 21850 w 47199"/>
                      <a:gd name="connsiteY4" fmla="*/ 11551 h 17908"/>
                      <a:gd name="connsiteX5" fmla="*/ 83 w 47199"/>
                      <a:gd name="connsiteY5" fmla="*/ 16339 h 17908"/>
                      <a:gd name="connsiteX6" fmla="*/ 20919 w 47199"/>
                      <a:gd name="connsiteY6" fmla="*/ 3793 h 17908"/>
                      <a:gd name="connsiteX7" fmla="*/ 32755 w 47199"/>
                      <a:gd name="connsiteY7" fmla="*/ 1975 h 17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199" h="17908">
                        <a:moveTo>
                          <a:pt x="32755" y="1975"/>
                        </a:moveTo>
                        <a:cubicBezTo>
                          <a:pt x="38163" y="778"/>
                          <a:pt x="41843" y="-285"/>
                          <a:pt x="46232" y="69"/>
                        </a:cubicBezTo>
                        <a:cubicBezTo>
                          <a:pt x="47872" y="202"/>
                          <a:pt x="47340" y="2596"/>
                          <a:pt x="45301" y="4325"/>
                        </a:cubicBezTo>
                        <a:cubicBezTo>
                          <a:pt x="43261" y="6010"/>
                          <a:pt x="41488" y="6409"/>
                          <a:pt x="39626" y="6763"/>
                        </a:cubicBezTo>
                        <a:cubicBezTo>
                          <a:pt x="33819" y="8004"/>
                          <a:pt x="28145" y="9689"/>
                          <a:pt x="21850" y="11551"/>
                        </a:cubicBezTo>
                        <a:cubicBezTo>
                          <a:pt x="18037" y="12881"/>
                          <a:pt x="-1424" y="21348"/>
                          <a:pt x="83" y="16339"/>
                        </a:cubicBezTo>
                        <a:cubicBezTo>
                          <a:pt x="1768" y="11462"/>
                          <a:pt x="15954" y="5478"/>
                          <a:pt x="20919" y="3793"/>
                        </a:cubicBezTo>
                        <a:cubicBezTo>
                          <a:pt x="25928" y="2286"/>
                          <a:pt x="28721" y="2862"/>
                          <a:pt x="32755" y="1975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488" name="Graphique 2">
                  <a:extLst>
                    <a:ext uri="{FF2B5EF4-FFF2-40B4-BE49-F238E27FC236}">
                      <a16:creationId xmlns:a16="http://schemas.microsoft.com/office/drawing/2014/main" id="{767127E9-0F94-43FF-9A09-08943DCADFA7}"/>
                    </a:ext>
                  </a:extLst>
                </p:cNvPr>
                <p:cNvGrpSpPr/>
                <p:nvPr/>
              </p:nvGrpSpPr>
              <p:grpSpPr>
                <a:xfrm>
                  <a:off x="7786465" y="614458"/>
                  <a:ext cx="91442" cy="81386"/>
                  <a:chOff x="7786465" y="614458"/>
                  <a:chExt cx="91442" cy="81386"/>
                </a:xfrm>
                <a:solidFill>
                  <a:schemeClr val="accent1"/>
                </a:solidFill>
              </p:grpSpPr>
              <p:sp>
                <p:nvSpPr>
                  <p:cNvPr id="20489" name="Forme libre : forme 20488">
                    <a:extLst>
                      <a:ext uri="{FF2B5EF4-FFF2-40B4-BE49-F238E27FC236}">
                        <a16:creationId xmlns:a16="http://schemas.microsoft.com/office/drawing/2014/main" id="{0233F413-9D29-465B-9FC0-134036993F0E}"/>
                      </a:ext>
                    </a:extLst>
                  </p:cNvPr>
                  <p:cNvSpPr/>
                  <p:nvPr/>
                </p:nvSpPr>
                <p:spPr>
                  <a:xfrm>
                    <a:off x="7786465" y="614458"/>
                    <a:ext cx="91442" cy="81386"/>
                  </a:xfrm>
                  <a:custGeom>
                    <a:avLst/>
                    <a:gdLst>
                      <a:gd name="connsiteX0" fmla="*/ 70671 w 91442"/>
                      <a:gd name="connsiteY0" fmla="*/ 39290 h 81386"/>
                      <a:gd name="connsiteX1" fmla="*/ 42033 w 91442"/>
                      <a:gd name="connsiteY1" fmla="*/ 63982 h 81386"/>
                      <a:gd name="connsiteX2" fmla="*/ 6612 w 91442"/>
                      <a:gd name="connsiteY2" fmla="*/ 81360 h 81386"/>
                      <a:gd name="connsiteX3" fmla="*/ 140 w 91442"/>
                      <a:gd name="connsiteY3" fmla="*/ 73691 h 81386"/>
                      <a:gd name="connsiteX4" fmla="*/ 18138 w 91442"/>
                      <a:gd name="connsiteY4" fmla="*/ 38226 h 81386"/>
                      <a:gd name="connsiteX5" fmla="*/ 47353 w 91442"/>
                      <a:gd name="connsiteY5" fmla="*/ 13090 h 81386"/>
                      <a:gd name="connsiteX6" fmla="*/ 83793 w 91442"/>
                      <a:gd name="connsiteY6" fmla="*/ 13 h 81386"/>
                      <a:gd name="connsiteX7" fmla="*/ 91373 w 91442"/>
                      <a:gd name="connsiteY7" fmla="*/ 6352 h 81386"/>
                      <a:gd name="connsiteX8" fmla="*/ 70671 w 91442"/>
                      <a:gd name="connsiteY8" fmla="*/ 39290 h 81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442" h="81386">
                        <a:moveTo>
                          <a:pt x="70671" y="39290"/>
                        </a:moveTo>
                        <a:cubicBezTo>
                          <a:pt x="63666" y="45496"/>
                          <a:pt x="48239" y="58130"/>
                          <a:pt x="42033" y="63982"/>
                        </a:cubicBezTo>
                        <a:cubicBezTo>
                          <a:pt x="29531" y="75375"/>
                          <a:pt x="18892" y="80252"/>
                          <a:pt x="6612" y="81360"/>
                        </a:cubicBezTo>
                        <a:cubicBezTo>
                          <a:pt x="2357" y="81759"/>
                          <a:pt x="-702" y="77680"/>
                          <a:pt x="140" y="73691"/>
                        </a:cubicBezTo>
                        <a:cubicBezTo>
                          <a:pt x="2578" y="62165"/>
                          <a:pt x="5593" y="51880"/>
                          <a:pt x="18138" y="38226"/>
                        </a:cubicBezTo>
                        <a:cubicBezTo>
                          <a:pt x="25098" y="30601"/>
                          <a:pt x="39772" y="18720"/>
                          <a:pt x="47353" y="13090"/>
                        </a:cubicBezTo>
                        <a:cubicBezTo>
                          <a:pt x="61583" y="2451"/>
                          <a:pt x="72045" y="722"/>
                          <a:pt x="83793" y="13"/>
                        </a:cubicBezTo>
                        <a:cubicBezTo>
                          <a:pt x="87827" y="-209"/>
                          <a:pt x="92038" y="2539"/>
                          <a:pt x="91373" y="6352"/>
                        </a:cubicBezTo>
                        <a:cubicBezTo>
                          <a:pt x="89290" y="17523"/>
                          <a:pt x="83660" y="27764"/>
                          <a:pt x="70671" y="39290"/>
                        </a:cubicBezTo>
                        <a:close/>
                      </a:path>
                    </a:pathLst>
                  </a:custGeom>
                  <a:solidFill>
                    <a:srgbClr val="F6BFA0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490" name="Forme libre : forme 20489">
                    <a:extLst>
                      <a:ext uri="{FF2B5EF4-FFF2-40B4-BE49-F238E27FC236}">
                        <a16:creationId xmlns:a16="http://schemas.microsoft.com/office/drawing/2014/main" id="{43DA3491-C80E-473A-8A81-49691360F4D1}"/>
                      </a:ext>
                    </a:extLst>
                  </p:cNvPr>
                  <p:cNvSpPr/>
                  <p:nvPr/>
                </p:nvSpPr>
                <p:spPr>
                  <a:xfrm>
                    <a:off x="7788511" y="620589"/>
                    <a:ext cx="89149" cy="75215"/>
                  </a:xfrm>
                  <a:custGeom>
                    <a:avLst/>
                    <a:gdLst>
                      <a:gd name="connsiteX0" fmla="*/ 35376 w 89149"/>
                      <a:gd name="connsiteY0" fmla="*/ 44819 h 75215"/>
                      <a:gd name="connsiteX1" fmla="*/ 18530 w 89149"/>
                      <a:gd name="connsiteY1" fmla="*/ 61664 h 75215"/>
                      <a:gd name="connsiteX2" fmla="*/ 0 w 89149"/>
                      <a:gd name="connsiteY2" fmla="*/ 73722 h 75215"/>
                      <a:gd name="connsiteX3" fmla="*/ 4433 w 89149"/>
                      <a:gd name="connsiteY3" fmla="*/ 75185 h 75215"/>
                      <a:gd name="connsiteX4" fmla="*/ 10640 w 89149"/>
                      <a:gd name="connsiteY4" fmla="*/ 74254 h 75215"/>
                      <a:gd name="connsiteX5" fmla="*/ 28106 w 89149"/>
                      <a:gd name="connsiteY5" fmla="*/ 66984 h 75215"/>
                      <a:gd name="connsiteX6" fmla="*/ 39854 w 89149"/>
                      <a:gd name="connsiteY6" fmla="*/ 57808 h 75215"/>
                      <a:gd name="connsiteX7" fmla="*/ 44198 w 89149"/>
                      <a:gd name="connsiteY7" fmla="*/ 53906 h 75215"/>
                      <a:gd name="connsiteX8" fmla="*/ 66319 w 89149"/>
                      <a:gd name="connsiteY8" fmla="*/ 34977 h 75215"/>
                      <a:gd name="connsiteX9" fmla="*/ 68491 w 89149"/>
                      <a:gd name="connsiteY9" fmla="*/ 33071 h 75215"/>
                      <a:gd name="connsiteX10" fmla="*/ 79707 w 89149"/>
                      <a:gd name="connsiteY10" fmla="*/ 21190 h 75215"/>
                      <a:gd name="connsiteX11" fmla="*/ 87908 w 89149"/>
                      <a:gd name="connsiteY11" fmla="*/ 5408 h 75215"/>
                      <a:gd name="connsiteX12" fmla="*/ 89150 w 89149"/>
                      <a:gd name="connsiteY12" fmla="*/ 177 h 75215"/>
                      <a:gd name="connsiteX13" fmla="*/ 89150 w 89149"/>
                      <a:gd name="connsiteY13" fmla="*/ 0 h 75215"/>
                      <a:gd name="connsiteX14" fmla="*/ 35376 w 89149"/>
                      <a:gd name="connsiteY14" fmla="*/ 44819 h 75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9149" h="75215">
                        <a:moveTo>
                          <a:pt x="35376" y="44819"/>
                        </a:moveTo>
                        <a:cubicBezTo>
                          <a:pt x="29923" y="50360"/>
                          <a:pt x="24426" y="56345"/>
                          <a:pt x="18530" y="61664"/>
                        </a:cubicBezTo>
                        <a:cubicBezTo>
                          <a:pt x="12679" y="66984"/>
                          <a:pt x="6339" y="71506"/>
                          <a:pt x="0" y="73722"/>
                        </a:cubicBezTo>
                        <a:cubicBezTo>
                          <a:pt x="1153" y="74742"/>
                          <a:pt x="2660" y="75363"/>
                          <a:pt x="4433" y="75185"/>
                        </a:cubicBezTo>
                        <a:cubicBezTo>
                          <a:pt x="6517" y="74964"/>
                          <a:pt x="8645" y="74653"/>
                          <a:pt x="10640" y="74254"/>
                        </a:cubicBezTo>
                        <a:cubicBezTo>
                          <a:pt x="16536" y="73013"/>
                          <a:pt x="22254" y="70752"/>
                          <a:pt x="28106" y="66984"/>
                        </a:cubicBezTo>
                        <a:cubicBezTo>
                          <a:pt x="31918" y="64546"/>
                          <a:pt x="35731" y="61487"/>
                          <a:pt x="39854" y="57808"/>
                        </a:cubicBezTo>
                        <a:cubicBezTo>
                          <a:pt x="41095" y="56699"/>
                          <a:pt x="42558" y="55369"/>
                          <a:pt x="44198" y="53906"/>
                        </a:cubicBezTo>
                        <a:cubicBezTo>
                          <a:pt x="50493" y="48276"/>
                          <a:pt x="60246" y="40208"/>
                          <a:pt x="66319" y="34977"/>
                        </a:cubicBezTo>
                        <a:cubicBezTo>
                          <a:pt x="67117" y="34312"/>
                          <a:pt x="67827" y="33647"/>
                          <a:pt x="68491" y="33071"/>
                        </a:cubicBezTo>
                        <a:cubicBezTo>
                          <a:pt x="73102" y="28948"/>
                          <a:pt x="76781" y="25047"/>
                          <a:pt x="79707" y="21190"/>
                        </a:cubicBezTo>
                        <a:cubicBezTo>
                          <a:pt x="83653" y="15870"/>
                          <a:pt x="86179" y="10684"/>
                          <a:pt x="87908" y="5408"/>
                        </a:cubicBezTo>
                        <a:cubicBezTo>
                          <a:pt x="88440" y="3679"/>
                          <a:pt x="88839" y="1951"/>
                          <a:pt x="89150" y="177"/>
                        </a:cubicBezTo>
                        <a:lnTo>
                          <a:pt x="89150" y="0"/>
                        </a:lnTo>
                        <a:cubicBezTo>
                          <a:pt x="71018" y="14851"/>
                          <a:pt x="51291" y="28904"/>
                          <a:pt x="35376" y="44819"/>
                        </a:cubicBezTo>
                        <a:close/>
                      </a:path>
                    </a:pathLst>
                  </a:custGeom>
                  <a:solidFill>
                    <a:srgbClr val="F7B594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491" name="Forme libre : forme 20490">
                    <a:extLst>
                      <a:ext uri="{FF2B5EF4-FFF2-40B4-BE49-F238E27FC236}">
                        <a16:creationId xmlns:a16="http://schemas.microsoft.com/office/drawing/2014/main" id="{726D7386-A89F-49AC-B1E8-09767C14E0D5}"/>
                      </a:ext>
                    </a:extLst>
                  </p:cNvPr>
                  <p:cNvSpPr/>
                  <p:nvPr/>
                </p:nvSpPr>
                <p:spPr>
                  <a:xfrm>
                    <a:off x="7816562" y="630257"/>
                    <a:ext cx="42831" cy="35816"/>
                  </a:xfrm>
                  <a:custGeom>
                    <a:avLst/>
                    <a:gdLst>
                      <a:gd name="connsiteX0" fmla="*/ 42436 w 42831"/>
                      <a:gd name="connsiteY0" fmla="*/ 617 h 35816"/>
                      <a:gd name="connsiteX1" fmla="*/ 24171 w 42831"/>
                      <a:gd name="connsiteY1" fmla="*/ 22782 h 35816"/>
                      <a:gd name="connsiteX2" fmla="*/ 11625 w 42831"/>
                      <a:gd name="connsiteY2" fmla="*/ 31870 h 35816"/>
                      <a:gd name="connsiteX3" fmla="*/ 631 w 42831"/>
                      <a:gd name="connsiteY3" fmla="*/ 35195 h 35816"/>
                      <a:gd name="connsiteX4" fmla="*/ 5109 w 42831"/>
                      <a:gd name="connsiteY4" fmla="*/ 24688 h 35816"/>
                      <a:gd name="connsiteX5" fmla="*/ 16635 w 42831"/>
                      <a:gd name="connsiteY5" fmla="*/ 14005 h 35816"/>
                      <a:gd name="connsiteX6" fmla="*/ 42436 w 42831"/>
                      <a:gd name="connsiteY6" fmla="*/ 617 h 35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831" h="35816">
                        <a:moveTo>
                          <a:pt x="42436" y="617"/>
                        </a:moveTo>
                        <a:cubicBezTo>
                          <a:pt x="45539" y="4163"/>
                          <a:pt x="29535" y="18216"/>
                          <a:pt x="24171" y="22782"/>
                        </a:cubicBezTo>
                        <a:cubicBezTo>
                          <a:pt x="21423" y="25043"/>
                          <a:pt x="16369" y="28944"/>
                          <a:pt x="11625" y="31870"/>
                        </a:cubicBezTo>
                        <a:cubicBezTo>
                          <a:pt x="6926" y="34796"/>
                          <a:pt x="2538" y="36924"/>
                          <a:pt x="631" y="35195"/>
                        </a:cubicBezTo>
                        <a:cubicBezTo>
                          <a:pt x="-1230" y="33466"/>
                          <a:pt x="1252" y="29033"/>
                          <a:pt x="5109" y="24688"/>
                        </a:cubicBezTo>
                        <a:cubicBezTo>
                          <a:pt x="8921" y="20344"/>
                          <a:pt x="13975" y="16088"/>
                          <a:pt x="16635" y="14005"/>
                        </a:cubicBezTo>
                        <a:cubicBezTo>
                          <a:pt x="21955" y="9793"/>
                          <a:pt x="39288" y="-2930"/>
                          <a:pt x="42436" y="617"/>
                        </a:cubicBezTo>
                        <a:close/>
                      </a:path>
                    </a:pathLst>
                  </a:custGeom>
                  <a:solidFill>
                    <a:srgbClr val="97665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492" name="Forme libre : forme 20491">
                    <a:extLst>
                      <a:ext uri="{FF2B5EF4-FFF2-40B4-BE49-F238E27FC236}">
                        <a16:creationId xmlns:a16="http://schemas.microsoft.com/office/drawing/2014/main" id="{02C03E2D-673B-4704-91A4-C5C89384BE54}"/>
                      </a:ext>
                    </a:extLst>
                  </p:cNvPr>
                  <p:cNvSpPr/>
                  <p:nvPr/>
                </p:nvSpPr>
                <p:spPr>
                  <a:xfrm>
                    <a:off x="7816139" y="645015"/>
                    <a:ext cx="33239" cy="20947"/>
                  </a:xfrm>
                  <a:custGeom>
                    <a:avLst/>
                    <a:gdLst>
                      <a:gd name="connsiteX0" fmla="*/ 6330 w 33239"/>
                      <a:gd name="connsiteY0" fmla="*/ 9265 h 20947"/>
                      <a:gd name="connsiteX1" fmla="*/ 877 w 33239"/>
                      <a:gd name="connsiteY1" fmla="*/ 20658 h 20947"/>
                      <a:gd name="connsiteX2" fmla="*/ 24816 w 33239"/>
                      <a:gd name="connsiteY2" fmla="*/ 7847 h 20947"/>
                      <a:gd name="connsiteX3" fmla="*/ 33239 w 33239"/>
                      <a:gd name="connsiteY3" fmla="*/ 0 h 20947"/>
                      <a:gd name="connsiteX4" fmla="*/ 28230 w 33239"/>
                      <a:gd name="connsiteY4" fmla="*/ 3635 h 20947"/>
                      <a:gd name="connsiteX5" fmla="*/ 6330 w 33239"/>
                      <a:gd name="connsiteY5" fmla="*/ 9265 h 20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239" h="20947">
                        <a:moveTo>
                          <a:pt x="6330" y="9265"/>
                        </a:moveTo>
                        <a:cubicBezTo>
                          <a:pt x="4246" y="12147"/>
                          <a:pt x="-2359" y="19284"/>
                          <a:pt x="877" y="20658"/>
                        </a:cubicBezTo>
                        <a:cubicBezTo>
                          <a:pt x="5843" y="22697"/>
                          <a:pt x="17723" y="13477"/>
                          <a:pt x="24816" y="7847"/>
                        </a:cubicBezTo>
                        <a:cubicBezTo>
                          <a:pt x="26855" y="6206"/>
                          <a:pt x="31200" y="2172"/>
                          <a:pt x="33239" y="0"/>
                        </a:cubicBezTo>
                        <a:cubicBezTo>
                          <a:pt x="31865" y="1020"/>
                          <a:pt x="29648" y="2837"/>
                          <a:pt x="28230" y="3635"/>
                        </a:cubicBezTo>
                        <a:cubicBezTo>
                          <a:pt x="20161" y="8024"/>
                          <a:pt x="10453" y="13078"/>
                          <a:pt x="6330" y="9265"/>
                        </a:cubicBezTo>
                        <a:close/>
                      </a:path>
                    </a:pathLst>
                  </a:custGeom>
                  <a:solidFill>
                    <a:srgbClr val="82534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493" name="Forme libre : forme 20492">
                    <a:extLst>
                      <a:ext uri="{FF2B5EF4-FFF2-40B4-BE49-F238E27FC236}">
                        <a16:creationId xmlns:a16="http://schemas.microsoft.com/office/drawing/2014/main" id="{566F15C6-B44E-4A7E-82A7-5682D3C1492C}"/>
                      </a:ext>
                    </a:extLst>
                  </p:cNvPr>
                  <p:cNvSpPr/>
                  <p:nvPr/>
                </p:nvSpPr>
                <p:spPr>
                  <a:xfrm>
                    <a:off x="7819391" y="629051"/>
                    <a:ext cx="42801" cy="36021"/>
                  </a:xfrm>
                  <a:custGeom>
                    <a:avLst/>
                    <a:gdLst>
                      <a:gd name="connsiteX0" fmla="*/ 42665 w 42801"/>
                      <a:gd name="connsiteY0" fmla="*/ 936 h 36021"/>
                      <a:gd name="connsiteX1" fmla="*/ 24179 w 42801"/>
                      <a:gd name="connsiteY1" fmla="*/ 23456 h 36021"/>
                      <a:gd name="connsiteX2" fmla="*/ 11678 w 42801"/>
                      <a:gd name="connsiteY2" fmla="*/ 32455 h 36021"/>
                      <a:gd name="connsiteX3" fmla="*/ 728 w 42801"/>
                      <a:gd name="connsiteY3" fmla="*/ 35425 h 36021"/>
                      <a:gd name="connsiteX4" fmla="*/ 5250 w 42801"/>
                      <a:gd name="connsiteY4" fmla="*/ 25052 h 36021"/>
                      <a:gd name="connsiteX5" fmla="*/ 16776 w 42801"/>
                      <a:gd name="connsiteY5" fmla="*/ 14546 h 36021"/>
                      <a:gd name="connsiteX6" fmla="*/ 42665 w 42801"/>
                      <a:gd name="connsiteY6" fmla="*/ 936 h 360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801" h="36021">
                        <a:moveTo>
                          <a:pt x="42665" y="936"/>
                        </a:moveTo>
                        <a:cubicBezTo>
                          <a:pt x="44350" y="5635"/>
                          <a:pt x="29942" y="18447"/>
                          <a:pt x="24179" y="23456"/>
                        </a:cubicBezTo>
                        <a:cubicBezTo>
                          <a:pt x="21254" y="25939"/>
                          <a:pt x="16333" y="29707"/>
                          <a:pt x="11678" y="32455"/>
                        </a:cubicBezTo>
                        <a:cubicBezTo>
                          <a:pt x="7068" y="35204"/>
                          <a:pt x="2768" y="37021"/>
                          <a:pt x="728" y="35425"/>
                        </a:cubicBezTo>
                        <a:cubicBezTo>
                          <a:pt x="-1355" y="33785"/>
                          <a:pt x="1305" y="29396"/>
                          <a:pt x="5250" y="25052"/>
                        </a:cubicBezTo>
                        <a:cubicBezTo>
                          <a:pt x="9196" y="20752"/>
                          <a:pt x="14338" y="16496"/>
                          <a:pt x="16776" y="14546"/>
                        </a:cubicBezTo>
                        <a:cubicBezTo>
                          <a:pt x="21653" y="10556"/>
                          <a:pt x="40981" y="-3763"/>
                          <a:pt x="42665" y="936"/>
                        </a:cubicBezTo>
                        <a:close/>
                      </a:path>
                    </a:pathLst>
                  </a:custGeom>
                  <a:solidFill>
                    <a:srgbClr val="976652">
                      <a:alpha val="17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494" name="Forme libre : forme 20493">
                    <a:extLst>
                      <a:ext uri="{FF2B5EF4-FFF2-40B4-BE49-F238E27FC236}">
                        <a16:creationId xmlns:a16="http://schemas.microsoft.com/office/drawing/2014/main" id="{62ED4C0F-B903-41F0-BB36-0AFA7A7F7336}"/>
                      </a:ext>
                    </a:extLst>
                  </p:cNvPr>
                  <p:cNvSpPr/>
                  <p:nvPr/>
                </p:nvSpPr>
                <p:spPr>
                  <a:xfrm>
                    <a:off x="7797124" y="643087"/>
                    <a:ext cx="57046" cy="41329"/>
                  </a:xfrm>
                  <a:custGeom>
                    <a:avLst/>
                    <a:gdLst>
                      <a:gd name="connsiteX0" fmla="*/ 2869 w 57046"/>
                      <a:gd name="connsiteY0" fmla="*/ 40806 h 41329"/>
                      <a:gd name="connsiteX1" fmla="*/ 11736 w 57046"/>
                      <a:gd name="connsiteY1" fmla="*/ 39698 h 41329"/>
                      <a:gd name="connsiteX2" fmla="*/ 33990 w 57046"/>
                      <a:gd name="connsiteY2" fmla="*/ 28083 h 41329"/>
                      <a:gd name="connsiteX3" fmla="*/ 52697 w 57046"/>
                      <a:gd name="connsiteY3" fmla="*/ 10883 h 41329"/>
                      <a:gd name="connsiteX4" fmla="*/ 55801 w 57046"/>
                      <a:gd name="connsiteY4" fmla="*/ 154 h 41329"/>
                      <a:gd name="connsiteX5" fmla="*/ 47599 w 57046"/>
                      <a:gd name="connsiteY5" fmla="*/ 3302 h 41329"/>
                      <a:gd name="connsiteX6" fmla="*/ 25700 w 57046"/>
                      <a:gd name="connsiteY6" fmla="*/ 13055 h 41329"/>
                      <a:gd name="connsiteX7" fmla="*/ 4598 w 57046"/>
                      <a:gd name="connsiteY7" fmla="*/ 25246 h 41329"/>
                      <a:gd name="connsiteX8" fmla="*/ 2869 w 57046"/>
                      <a:gd name="connsiteY8" fmla="*/ 40806 h 41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046" h="41329">
                        <a:moveTo>
                          <a:pt x="2869" y="40806"/>
                        </a:moveTo>
                        <a:cubicBezTo>
                          <a:pt x="5973" y="41781"/>
                          <a:pt x="7568" y="41382"/>
                          <a:pt x="11736" y="39698"/>
                        </a:cubicBezTo>
                        <a:cubicBezTo>
                          <a:pt x="19626" y="36461"/>
                          <a:pt x="25921" y="33802"/>
                          <a:pt x="33990" y="28083"/>
                        </a:cubicBezTo>
                        <a:cubicBezTo>
                          <a:pt x="40772" y="23295"/>
                          <a:pt x="48087" y="16779"/>
                          <a:pt x="52697" y="10883"/>
                        </a:cubicBezTo>
                        <a:cubicBezTo>
                          <a:pt x="56111" y="6494"/>
                          <a:pt x="58682" y="1484"/>
                          <a:pt x="55801" y="154"/>
                        </a:cubicBezTo>
                        <a:cubicBezTo>
                          <a:pt x="54027" y="-644"/>
                          <a:pt x="50658" y="1839"/>
                          <a:pt x="47599" y="3302"/>
                        </a:cubicBezTo>
                        <a:cubicBezTo>
                          <a:pt x="40329" y="6804"/>
                          <a:pt x="33546" y="10395"/>
                          <a:pt x="25700" y="13055"/>
                        </a:cubicBezTo>
                        <a:cubicBezTo>
                          <a:pt x="19050" y="15271"/>
                          <a:pt x="10760" y="17488"/>
                          <a:pt x="4598" y="25246"/>
                        </a:cubicBezTo>
                        <a:cubicBezTo>
                          <a:pt x="-987" y="32161"/>
                          <a:pt x="-1387" y="39432"/>
                          <a:pt x="2869" y="40806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51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495" name="Forme libre : forme 20494">
                    <a:extLst>
                      <a:ext uri="{FF2B5EF4-FFF2-40B4-BE49-F238E27FC236}">
                        <a16:creationId xmlns:a16="http://schemas.microsoft.com/office/drawing/2014/main" id="{A0C89618-112B-4A01-B025-552FB62B4D4F}"/>
                      </a:ext>
                    </a:extLst>
                  </p:cNvPr>
                  <p:cNvSpPr/>
                  <p:nvPr/>
                </p:nvSpPr>
                <p:spPr>
                  <a:xfrm>
                    <a:off x="7805262" y="652559"/>
                    <a:ext cx="14473" cy="18488"/>
                  </a:xfrm>
                  <a:custGeom>
                    <a:avLst/>
                    <a:gdLst>
                      <a:gd name="connsiteX0" fmla="*/ 627 w 14473"/>
                      <a:gd name="connsiteY0" fmla="*/ 15819 h 18488"/>
                      <a:gd name="connsiteX1" fmla="*/ 51 w 14473"/>
                      <a:gd name="connsiteY1" fmla="*/ 18168 h 18488"/>
                      <a:gd name="connsiteX2" fmla="*/ 2001 w 14473"/>
                      <a:gd name="connsiteY2" fmla="*/ 17725 h 18488"/>
                      <a:gd name="connsiteX3" fmla="*/ 4883 w 14473"/>
                      <a:gd name="connsiteY3" fmla="*/ 14843 h 18488"/>
                      <a:gd name="connsiteX4" fmla="*/ 11355 w 14473"/>
                      <a:gd name="connsiteY4" fmla="*/ 7085 h 18488"/>
                      <a:gd name="connsiteX5" fmla="*/ 13527 w 14473"/>
                      <a:gd name="connsiteY5" fmla="*/ 4115 h 18488"/>
                      <a:gd name="connsiteX6" fmla="*/ 9227 w 14473"/>
                      <a:gd name="connsiteY6" fmla="*/ 2741 h 18488"/>
                      <a:gd name="connsiteX7" fmla="*/ 627 w 14473"/>
                      <a:gd name="connsiteY7" fmla="*/ 15819 h 184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473" h="18488">
                        <a:moveTo>
                          <a:pt x="627" y="15819"/>
                        </a:moveTo>
                        <a:cubicBezTo>
                          <a:pt x="184" y="16838"/>
                          <a:pt x="-127" y="17547"/>
                          <a:pt x="51" y="18168"/>
                        </a:cubicBezTo>
                        <a:cubicBezTo>
                          <a:pt x="228" y="18789"/>
                          <a:pt x="1115" y="18434"/>
                          <a:pt x="2001" y="17725"/>
                        </a:cubicBezTo>
                        <a:cubicBezTo>
                          <a:pt x="2888" y="17015"/>
                          <a:pt x="4040" y="15819"/>
                          <a:pt x="4883" y="14843"/>
                        </a:cubicBezTo>
                        <a:cubicBezTo>
                          <a:pt x="7011" y="12316"/>
                          <a:pt x="9360" y="9612"/>
                          <a:pt x="11355" y="7085"/>
                        </a:cubicBezTo>
                        <a:cubicBezTo>
                          <a:pt x="12153" y="6021"/>
                          <a:pt x="12995" y="5090"/>
                          <a:pt x="13527" y="4115"/>
                        </a:cubicBezTo>
                        <a:cubicBezTo>
                          <a:pt x="15744" y="37"/>
                          <a:pt x="13971" y="-2003"/>
                          <a:pt x="9227" y="2741"/>
                        </a:cubicBezTo>
                        <a:cubicBezTo>
                          <a:pt x="5548" y="6376"/>
                          <a:pt x="2445" y="11784"/>
                          <a:pt x="627" y="15819"/>
                        </a:cubicBezTo>
                        <a:close/>
                      </a:path>
                    </a:pathLst>
                  </a:custGeom>
                  <a:solidFill>
                    <a:srgbClr val="FCEAE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496" name="Forme libre : forme 20495">
                    <a:extLst>
                      <a:ext uri="{FF2B5EF4-FFF2-40B4-BE49-F238E27FC236}">
                        <a16:creationId xmlns:a16="http://schemas.microsoft.com/office/drawing/2014/main" id="{B00B2486-F2B8-4337-86DE-1B90926A7F06}"/>
                      </a:ext>
                    </a:extLst>
                  </p:cNvPr>
                  <p:cNvSpPr/>
                  <p:nvPr/>
                </p:nvSpPr>
                <p:spPr>
                  <a:xfrm>
                    <a:off x="7857623" y="620899"/>
                    <a:ext cx="18060" cy="31430"/>
                  </a:xfrm>
                  <a:custGeom>
                    <a:avLst/>
                    <a:gdLst>
                      <a:gd name="connsiteX0" fmla="*/ 18043 w 18060"/>
                      <a:gd name="connsiteY0" fmla="*/ 0 h 31430"/>
                      <a:gd name="connsiteX1" fmla="*/ 0 w 18060"/>
                      <a:gd name="connsiteY1" fmla="*/ 31431 h 31430"/>
                      <a:gd name="connsiteX2" fmla="*/ 18043 w 18060"/>
                      <a:gd name="connsiteY2" fmla="*/ 0 h 31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060" h="31430">
                        <a:moveTo>
                          <a:pt x="18043" y="0"/>
                        </a:moveTo>
                        <a:cubicBezTo>
                          <a:pt x="18575" y="8157"/>
                          <a:pt x="7048" y="22609"/>
                          <a:pt x="0" y="31431"/>
                        </a:cubicBezTo>
                        <a:cubicBezTo>
                          <a:pt x="7758" y="21811"/>
                          <a:pt x="14496" y="9398"/>
                          <a:pt x="180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497" name="Forme libre : forme 20496">
                    <a:extLst>
                      <a:ext uri="{FF2B5EF4-FFF2-40B4-BE49-F238E27FC236}">
                        <a16:creationId xmlns:a16="http://schemas.microsoft.com/office/drawing/2014/main" id="{B01662EA-BD33-4D53-9707-A9A66DD82F20}"/>
                      </a:ext>
                    </a:extLst>
                  </p:cNvPr>
                  <p:cNvSpPr/>
                  <p:nvPr/>
                </p:nvSpPr>
                <p:spPr>
                  <a:xfrm>
                    <a:off x="7787669" y="652507"/>
                    <a:ext cx="18663" cy="35819"/>
                  </a:xfrm>
                  <a:custGeom>
                    <a:avLst/>
                    <a:gdLst>
                      <a:gd name="connsiteX0" fmla="*/ 18663 w 18663"/>
                      <a:gd name="connsiteY0" fmla="*/ 0 h 35819"/>
                      <a:gd name="connsiteX1" fmla="*/ 0 w 18663"/>
                      <a:gd name="connsiteY1" fmla="*/ 35819 h 35819"/>
                      <a:gd name="connsiteX2" fmla="*/ 7049 w 18663"/>
                      <a:gd name="connsiteY2" fmla="*/ 18486 h 35819"/>
                      <a:gd name="connsiteX3" fmla="*/ 18663 w 18663"/>
                      <a:gd name="connsiteY3" fmla="*/ 0 h 35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663" h="35819">
                        <a:moveTo>
                          <a:pt x="18663" y="0"/>
                        </a:moveTo>
                        <a:cubicBezTo>
                          <a:pt x="7403" y="12102"/>
                          <a:pt x="3192" y="25224"/>
                          <a:pt x="0" y="35819"/>
                        </a:cubicBezTo>
                        <a:cubicBezTo>
                          <a:pt x="1241" y="30810"/>
                          <a:pt x="3813" y="24781"/>
                          <a:pt x="7049" y="18486"/>
                        </a:cubicBezTo>
                        <a:cubicBezTo>
                          <a:pt x="10285" y="12191"/>
                          <a:pt x="14452" y="5586"/>
                          <a:pt x="1866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498" name="Forme libre : forme 20497">
                    <a:extLst>
                      <a:ext uri="{FF2B5EF4-FFF2-40B4-BE49-F238E27FC236}">
                        <a16:creationId xmlns:a16="http://schemas.microsoft.com/office/drawing/2014/main" id="{54E40EFB-D0D6-43B4-ADEB-F1EC8733EA0E}"/>
                      </a:ext>
                    </a:extLst>
                  </p:cNvPr>
                  <p:cNvSpPr/>
                  <p:nvPr/>
                </p:nvSpPr>
                <p:spPr>
                  <a:xfrm>
                    <a:off x="7831645" y="636945"/>
                    <a:ext cx="16712" cy="12184"/>
                  </a:xfrm>
                  <a:custGeom>
                    <a:avLst/>
                    <a:gdLst>
                      <a:gd name="connsiteX0" fmla="*/ 16713 w 16712"/>
                      <a:gd name="connsiteY0" fmla="*/ 578 h 12184"/>
                      <a:gd name="connsiteX1" fmla="*/ 7935 w 16712"/>
                      <a:gd name="connsiteY1" fmla="*/ 8558 h 12184"/>
                      <a:gd name="connsiteX2" fmla="*/ 0 w 16712"/>
                      <a:gd name="connsiteY2" fmla="*/ 11483 h 12184"/>
                      <a:gd name="connsiteX3" fmla="*/ 8290 w 16712"/>
                      <a:gd name="connsiteY3" fmla="*/ 3903 h 12184"/>
                      <a:gd name="connsiteX4" fmla="*/ 16713 w 16712"/>
                      <a:gd name="connsiteY4" fmla="*/ 578 h 12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12" h="12184">
                        <a:moveTo>
                          <a:pt x="16713" y="578"/>
                        </a:moveTo>
                        <a:cubicBezTo>
                          <a:pt x="16713" y="2662"/>
                          <a:pt x="9975" y="7183"/>
                          <a:pt x="7935" y="8558"/>
                        </a:cubicBezTo>
                        <a:cubicBezTo>
                          <a:pt x="5896" y="9932"/>
                          <a:pt x="-44" y="13744"/>
                          <a:pt x="0" y="11483"/>
                        </a:cubicBezTo>
                        <a:cubicBezTo>
                          <a:pt x="45" y="9222"/>
                          <a:pt x="6295" y="5188"/>
                          <a:pt x="8290" y="3903"/>
                        </a:cubicBezTo>
                        <a:cubicBezTo>
                          <a:pt x="10241" y="2617"/>
                          <a:pt x="16713" y="-1506"/>
                          <a:pt x="16713" y="578"/>
                        </a:cubicBezTo>
                        <a:close/>
                      </a:path>
                    </a:pathLst>
                  </a:custGeom>
                  <a:solidFill>
                    <a:srgbClr val="B7806E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499" name="Forme libre : forme 20498">
                    <a:extLst>
                      <a:ext uri="{FF2B5EF4-FFF2-40B4-BE49-F238E27FC236}">
                        <a16:creationId xmlns:a16="http://schemas.microsoft.com/office/drawing/2014/main" id="{767AF8C9-D7C6-4345-BFC6-01BD36D02972}"/>
                      </a:ext>
                    </a:extLst>
                  </p:cNvPr>
                  <p:cNvSpPr/>
                  <p:nvPr/>
                </p:nvSpPr>
                <p:spPr>
                  <a:xfrm>
                    <a:off x="7845972" y="635151"/>
                    <a:ext cx="4696" cy="3739"/>
                  </a:xfrm>
                  <a:custGeom>
                    <a:avLst/>
                    <a:gdLst>
                      <a:gd name="connsiteX0" fmla="*/ 4559 w 4696"/>
                      <a:gd name="connsiteY0" fmla="*/ 66 h 3739"/>
                      <a:gd name="connsiteX1" fmla="*/ 3007 w 4696"/>
                      <a:gd name="connsiteY1" fmla="*/ 2327 h 3739"/>
                      <a:gd name="connsiteX2" fmla="*/ 126 w 4696"/>
                      <a:gd name="connsiteY2" fmla="*/ 3657 h 3739"/>
                      <a:gd name="connsiteX3" fmla="*/ 1633 w 4696"/>
                      <a:gd name="connsiteY3" fmla="*/ 1485 h 3739"/>
                      <a:gd name="connsiteX4" fmla="*/ 4559 w 4696"/>
                      <a:gd name="connsiteY4" fmla="*/ 66 h 3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6" h="3739">
                        <a:moveTo>
                          <a:pt x="4559" y="66"/>
                        </a:moveTo>
                        <a:cubicBezTo>
                          <a:pt x="5135" y="421"/>
                          <a:pt x="3760" y="1707"/>
                          <a:pt x="3007" y="2327"/>
                        </a:cubicBezTo>
                        <a:cubicBezTo>
                          <a:pt x="2253" y="2904"/>
                          <a:pt x="657" y="4056"/>
                          <a:pt x="126" y="3657"/>
                        </a:cubicBezTo>
                        <a:cubicBezTo>
                          <a:pt x="-407" y="3258"/>
                          <a:pt x="879" y="2061"/>
                          <a:pt x="1633" y="1485"/>
                        </a:cubicBezTo>
                        <a:cubicBezTo>
                          <a:pt x="2342" y="864"/>
                          <a:pt x="3982" y="-288"/>
                          <a:pt x="4559" y="6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0500" name="Forme libre : forme 20499">
                    <a:extLst>
                      <a:ext uri="{FF2B5EF4-FFF2-40B4-BE49-F238E27FC236}">
                        <a16:creationId xmlns:a16="http://schemas.microsoft.com/office/drawing/2014/main" id="{E89FADAF-26DD-4526-85A7-263DBE6D4E43}"/>
                      </a:ext>
                    </a:extLst>
                  </p:cNvPr>
                  <p:cNvSpPr/>
                  <p:nvPr/>
                </p:nvSpPr>
                <p:spPr>
                  <a:xfrm>
                    <a:off x="7825242" y="619171"/>
                    <a:ext cx="46675" cy="22763"/>
                  </a:xfrm>
                  <a:custGeom>
                    <a:avLst/>
                    <a:gdLst>
                      <a:gd name="connsiteX0" fmla="*/ 32027 w 46675"/>
                      <a:gd name="connsiteY0" fmla="*/ 2260 h 22763"/>
                      <a:gd name="connsiteX1" fmla="*/ 45770 w 46675"/>
                      <a:gd name="connsiteY1" fmla="*/ 132 h 22763"/>
                      <a:gd name="connsiteX2" fmla="*/ 44750 w 46675"/>
                      <a:gd name="connsiteY2" fmla="*/ 4388 h 22763"/>
                      <a:gd name="connsiteX3" fmla="*/ 39076 w 46675"/>
                      <a:gd name="connsiteY3" fmla="*/ 6826 h 22763"/>
                      <a:gd name="connsiteX4" fmla="*/ 21432 w 46675"/>
                      <a:gd name="connsiteY4" fmla="*/ 12988 h 22763"/>
                      <a:gd name="connsiteX5" fmla="*/ 20 w 46675"/>
                      <a:gd name="connsiteY5" fmla="*/ 21499 h 22763"/>
                      <a:gd name="connsiteX6" fmla="*/ 19836 w 46675"/>
                      <a:gd name="connsiteY6" fmla="*/ 5318 h 22763"/>
                      <a:gd name="connsiteX7" fmla="*/ 32027 w 46675"/>
                      <a:gd name="connsiteY7" fmla="*/ 2260 h 22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675" h="22763">
                        <a:moveTo>
                          <a:pt x="32027" y="2260"/>
                        </a:moveTo>
                        <a:cubicBezTo>
                          <a:pt x="37480" y="752"/>
                          <a:pt x="41425" y="-400"/>
                          <a:pt x="45770" y="132"/>
                        </a:cubicBezTo>
                        <a:cubicBezTo>
                          <a:pt x="47366" y="309"/>
                          <a:pt x="46745" y="2703"/>
                          <a:pt x="44750" y="4388"/>
                        </a:cubicBezTo>
                        <a:cubicBezTo>
                          <a:pt x="42755" y="6072"/>
                          <a:pt x="40938" y="6427"/>
                          <a:pt x="39076" y="6826"/>
                        </a:cubicBezTo>
                        <a:cubicBezTo>
                          <a:pt x="33268" y="8200"/>
                          <a:pt x="27638" y="10328"/>
                          <a:pt x="21432" y="12988"/>
                        </a:cubicBezTo>
                        <a:cubicBezTo>
                          <a:pt x="17575" y="14539"/>
                          <a:pt x="-689" y="26642"/>
                          <a:pt x="20" y="21499"/>
                        </a:cubicBezTo>
                        <a:cubicBezTo>
                          <a:pt x="774" y="16180"/>
                          <a:pt x="14694" y="7491"/>
                          <a:pt x="19836" y="5318"/>
                        </a:cubicBezTo>
                        <a:cubicBezTo>
                          <a:pt x="25023" y="3102"/>
                          <a:pt x="27949" y="3412"/>
                          <a:pt x="32027" y="2260"/>
                        </a:cubicBezTo>
                        <a:close/>
                      </a:path>
                    </a:pathLst>
                  </a:custGeom>
                  <a:solidFill>
                    <a:srgbClr val="FCE9E0">
                      <a:alpha val="34000"/>
                    </a:srgbClr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20474" name="Graphique 2">
                <a:extLst>
                  <a:ext uri="{FF2B5EF4-FFF2-40B4-BE49-F238E27FC236}">
                    <a16:creationId xmlns:a16="http://schemas.microsoft.com/office/drawing/2014/main" id="{EA284119-78E9-438E-93C2-5AADCF5C388A}"/>
                  </a:ext>
                </a:extLst>
              </p:cNvPr>
              <p:cNvGrpSpPr/>
              <p:nvPr/>
            </p:nvGrpSpPr>
            <p:grpSpPr>
              <a:xfrm>
                <a:off x="7744164" y="689930"/>
                <a:ext cx="79614" cy="76686"/>
                <a:chOff x="7744164" y="689930"/>
                <a:chExt cx="79614" cy="76686"/>
              </a:xfrm>
              <a:solidFill>
                <a:schemeClr val="accent1"/>
              </a:solidFill>
            </p:grpSpPr>
            <p:sp>
              <p:nvSpPr>
                <p:cNvPr id="20475" name="Forme libre : forme 20474">
                  <a:extLst>
                    <a:ext uri="{FF2B5EF4-FFF2-40B4-BE49-F238E27FC236}">
                      <a16:creationId xmlns:a16="http://schemas.microsoft.com/office/drawing/2014/main" id="{0079E5F5-3A2F-4A87-93FC-0A443D2B1AA5}"/>
                    </a:ext>
                  </a:extLst>
                </p:cNvPr>
                <p:cNvSpPr/>
                <p:nvPr/>
              </p:nvSpPr>
              <p:spPr>
                <a:xfrm>
                  <a:off x="7744164" y="689930"/>
                  <a:ext cx="79614" cy="76655"/>
                </a:xfrm>
                <a:custGeom>
                  <a:avLst/>
                  <a:gdLst>
                    <a:gd name="connsiteX0" fmla="*/ 74448 w 79614"/>
                    <a:gd name="connsiteY0" fmla="*/ 40378 h 76655"/>
                    <a:gd name="connsiteX1" fmla="*/ 61947 w 79614"/>
                    <a:gd name="connsiteY1" fmla="*/ 58421 h 76655"/>
                    <a:gd name="connsiteX2" fmla="*/ 42840 w 79614"/>
                    <a:gd name="connsiteY2" fmla="*/ 72562 h 76655"/>
                    <a:gd name="connsiteX3" fmla="*/ 17084 w 79614"/>
                    <a:gd name="connsiteY3" fmla="*/ 75665 h 76655"/>
                    <a:gd name="connsiteX4" fmla="*/ 1745 w 79614"/>
                    <a:gd name="connsiteY4" fmla="*/ 66223 h 76655"/>
                    <a:gd name="connsiteX5" fmla="*/ 681 w 79614"/>
                    <a:gd name="connsiteY5" fmla="*/ 63829 h 76655"/>
                    <a:gd name="connsiteX6" fmla="*/ 61 w 79614"/>
                    <a:gd name="connsiteY6" fmla="*/ 61169 h 76655"/>
                    <a:gd name="connsiteX7" fmla="*/ 3208 w 79614"/>
                    <a:gd name="connsiteY7" fmla="*/ 56337 h 76655"/>
                    <a:gd name="connsiteX8" fmla="*/ 27280 w 79614"/>
                    <a:gd name="connsiteY8" fmla="*/ 41132 h 76655"/>
                    <a:gd name="connsiteX9" fmla="*/ 35747 w 79614"/>
                    <a:gd name="connsiteY9" fmla="*/ 34216 h 76655"/>
                    <a:gd name="connsiteX10" fmla="*/ 43239 w 79614"/>
                    <a:gd name="connsiteY10" fmla="*/ 24507 h 76655"/>
                    <a:gd name="connsiteX11" fmla="*/ 53258 w 79614"/>
                    <a:gd name="connsiteY11" fmla="*/ 11518 h 76655"/>
                    <a:gd name="connsiteX12" fmla="*/ 65094 w 79614"/>
                    <a:gd name="connsiteY12" fmla="*/ 1677 h 76655"/>
                    <a:gd name="connsiteX13" fmla="*/ 74936 w 79614"/>
                    <a:gd name="connsiteY13" fmla="*/ 2386 h 76655"/>
                    <a:gd name="connsiteX14" fmla="*/ 79590 w 79614"/>
                    <a:gd name="connsiteY14" fmla="*/ 18390 h 76655"/>
                    <a:gd name="connsiteX15" fmla="*/ 74448 w 79614"/>
                    <a:gd name="connsiteY15" fmla="*/ 40378 h 76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9614" h="76655">
                      <a:moveTo>
                        <a:pt x="74448" y="40378"/>
                      </a:moveTo>
                      <a:cubicBezTo>
                        <a:pt x="72276" y="44900"/>
                        <a:pt x="67976" y="52037"/>
                        <a:pt x="61947" y="58421"/>
                      </a:cubicBezTo>
                      <a:cubicBezTo>
                        <a:pt x="56006" y="64849"/>
                        <a:pt x="48293" y="70168"/>
                        <a:pt x="42840" y="72562"/>
                      </a:cubicBezTo>
                      <a:cubicBezTo>
                        <a:pt x="32600" y="77306"/>
                        <a:pt x="23689" y="77306"/>
                        <a:pt x="17084" y="75665"/>
                      </a:cubicBezTo>
                      <a:cubicBezTo>
                        <a:pt x="10390" y="73936"/>
                        <a:pt x="5513" y="70390"/>
                        <a:pt x="1745" y="66223"/>
                      </a:cubicBezTo>
                      <a:cubicBezTo>
                        <a:pt x="1080" y="65514"/>
                        <a:pt x="814" y="64671"/>
                        <a:pt x="681" y="63829"/>
                      </a:cubicBezTo>
                      <a:cubicBezTo>
                        <a:pt x="415" y="62987"/>
                        <a:pt x="105" y="62144"/>
                        <a:pt x="61" y="61169"/>
                      </a:cubicBezTo>
                      <a:cubicBezTo>
                        <a:pt x="-383" y="59174"/>
                        <a:pt x="1701" y="57312"/>
                        <a:pt x="3208" y="56337"/>
                      </a:cubicBezTo>
                      <a:cubicBezTo>
                        <a:pt x="12606" y="50397"/>
                        <a:pt x="18946" y="46185"/>
                        <a:pt x="27280" y="41132"/>
                      </a:cubicBezTo>
                      <a:cubicBezTo>
                        <a:pt x="29541" y="39713"/>
                        <a:pt x="32777" y="37319"/>
                        <a:pt x="35747" y="34216"/>
                      </a:cubicBezTo>
                      <a:cubicBezTo>
                        <a:pt x="38762" y="31157"/>
                        <a:pt x="41421" y="27256"/>
                        <a:pt x="43239" y="24507"/>
                      </a:cubicBezTo>
                      <a:cubicBezTo>
                        <a:pt x="46520" y="19321"/>
                        <a:pt x="49711" y="15154"/>
                        <a:pt x="53258" y="11518"/>
                      </a:cubicBezTo>
                      <a:cubicBezTo>
                        <a:pt x="56849" y="7928"/>
                        <a:pt x="60750" y="4913"/>
                        <a:pt x="65094" y="1677"/>
                      </a:cubicBezTo>
                      <a:cubicBezTo>
                        <a:pt x="68109" y="-540"/>
                        <a:pt x="73118" y="-806"/>
                        <a:pt x="74936" y="2386"/>
                      </a:cubicBezTo>
                      <a:cubicBezTo>
                        <a:pt x="77595" y="6997"/>
                        <a:pt x="79324" y="12183"/>
                        <a:pt x="79590" y="18390"/>
                      </a:cubicBezTo>
                      <a:cubicBezTo>
                        <a:pt x="79812" y="24552"/>
                        <a:pt x="78571" y="31822"/>
                        <a:pt x="74448" y="40378"/>
                      </a:cubicBezTo>
                      <a:close/>
                    </a:path>
                  </a:pathLst>
                </a:custGeom>
                <a:solidFill>
                  <a:srgbClr val="F6BFA0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76" name="Forme libre : forme 20475">
                  <a:extLst>
                    <a:ext uri="{FF2B5EF4-FFF2-40B4-BE49-F238E27FC236}">
                      <a16:creationId xmlns:a16="http://schemas.microsoft.com/office/drawing/2014/main" id="{C45DFC28-7BA1-4F32-95EA-D81C5776C0B9}"/>
                    </a:ext>
                  </a:extLst>
                </p:cNvPr>
                <p:cNvSpPr/>
                <p:nvPr/>
              </p:nvSpPr>
              <p:spPr>
                <a:xfrm>
                  <a:off x="7744313" y="692272"/>
                  <a:ext cx="79312" cy="74344"/>
                </a:xfrm>
                <a:custGeom>
                  <a:avLst/>
                  <a:gdLst>
                    <a:gd name="connsiteX0" fmla="*/ 42026 w 79312"/>
                    <a:gd name="connsiteY0" fmla="*/ 56034 h 74344"/>
                    <a:gd name="connsiteX1" fmla="*/ 19905 w 79312"/>
                    <a:gd name="connsiteY1" fmla="*/ 64324 h 74344"/>
                    <a:gd name="connsiteX2" fmla="*/ 8911 w 79312"/>
                    <a:gd name="connsiteY2" fmla="*/ 63393 h 74344"/>
                    <a:gd name="connsiteX3" fmla="*/ 0 w 79312"/>
                    <a:gd name="connsiteY3" fmla="*/ 59802 h 74344"/>
                    <a:gd name="connsiteX4" fmla="*/ 1551 w 79312"/>
                    <a:gd name="connsiteY4" fmla="*/ 63881 h 74344"/>
                    <a:gd name="connsiteX5" fmla="*/ 5852 w 79312"/>
                    <a:gd name="connsiteY5" fmla="*/ 67915 h 74344"/>
                    <a:gd name="connsiteX6" fmla="*/ 24559 w 79312"/>
                    <a:gd name="connsiteY6" fmla="*/ 74343 h 74344"/>
                    <a:gd name="connsiteX7" fmla="*/ 42602 w 79312"/>
                    <a:gd name="connsiteY7" fmla="*/ 70265 h 74344"/>
                    <a:gd name="connsiteX8" fmla="*/ 49385 w 79312"/>
                    <a:gd name="connsiteY8" fmla="*/ 66496 h 74344"/>
                    <a:gd name="connsiteX9" fmla="*/ 63304 w 79312"/>
                    <a:gd name="connsiteY9" fmla="*/ 54394 h 74344"/>
                    <a:gd name="connsiteX10" fmla="*/ 72791 w 79312"/>
                    <a:gd name="connsiteY10" fmla="*/ 40917 h 74344"/>
                    <a:gd name="connsiteX11" fmla="*/ 74210 w 79312"/>
                    <a:gd name="connsiteY11" fmla="*/ 38080 h 74344"/>
                    <a:gd name="connsiteX12" fmla="*/ 79131 w 79312"/>
                    <a:gd name="connsiteY12" fmla="*/ 21767 h 74344"/>
                    <a:gd name="connsiteX13" fmla="*/ 76870 w 79312"/>
                    <a:gd name="connsiteY13" fmla="*/ 4699 h 74344"/>
                    <a:gd name="connsiteX14" fmla="*/ 74653 w 79312"/>
                    <a:gd name="connsiteY14" fmla="*/ 133 h 74344"/>
                    <a:gd name="connsiteX15" fmla="*/ 74520 w 79312"/>
                    <a:gd name="connsiteY15" fmla="*/ 0 h 74344"/>
                    <a:gd name="connsiteX16" fmla="*/ 63349 w 79312"/>
                    <a:gd name="connsiteY16" fmla="*/ 30588 h 74344"/>
                    <a:gd name="connsiteX17" fmla="*/ 42026 w 79312"/>
                    <a:gd name="connsiteY17" fmla="*/ 56034 h 74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9312" h="74344">
                      <a:moveTo>
                        <a:pt x="42026" y="56034"/>
                      </a:moveTo>
                      <a:cubicBezTo>
                        <a:pt x="35731" y="60778"/>
                        <a:pt x="27618" y="63837"/>
                        <a:pt x="19905" y="64324"/>
                      </a:cubicBezTo>
                      <a:cubicBezTo>
                        <a:pt x="16048" y="64590"/>
                        <a:pt x="12324" y="64236"/>
                        <a:pt x="8911" y="63393"/>
                      </a:cubicBezTo>
                      <a:cubicBezTo>
                        <a:pt x="5497" y="62640"/>
                        <a:pt x="2527" y="60999"/>
                        <a:pt x="0" y="59802"/>
                      </a:cubicBezTo>
                      <a:cubicBezTo>
                        <a:pt x="532" y="61221"/>
                        <a:pt x="532" y="62728"/>
                        <a:pt x="1551" y="63881"/>
                      </a:cubicBezTo>
                      <a:cubicBezTo>
                        <a:pt x="2793" y="65299"/>
                        <a:pt x="4256" y="66674"/>
                        <a:pt x="5852" y="67915"/>
                      </a:cubicBezTo>
                      <a:cubicBezTo>
                        <a:pt x="10462" y="71461"/>
                        <a:pt x="16403" y="74166"/>
                        <a:pt x="24559" y="74343"/>
                      </a:cubicBezTo>
                      <a:cubicBezTo>
                        <a:pt x="29790" y="74387"/>
                        <a:pt x="35952" y="73323"/>
                        <a:pt x="42602" y="70265"/>
                      </a:cubicBezTo>
                      <a:cubicBezTo>
                        <a:pt x="44597" y="69289"/>
                        <a:pt x="46946" y="68092"/>
                        <a:pt x="49385" y="66496"/>
                      </a:cubicBezTo>
                      <a:cubicBezTo>
                        <a:pt x="54172" y="63438"/>
                        <a:pt x="59226" y="59093"/>
                        <a:pt x="63304" y="54394"/>
                      </a:cubicBezTo>
                      <a:cubicBezTo>
                        <a:pt x="67472" y="49739"/>
                        <a:pt x="70575" y="44774"/>
                        <a:pt x="72791" y="40917"/>
                      </a:cubicBezTo>
                      <a:cubicBezTo>
                        <a:pt x="73323" y="39898"/>
                        <a:pt x="73811" y="38967"/>
                        <a:pt x="74210" y="38080"/>
                      </a:cubicBezTo>
                      <a:cubicBezTo>
                        <a:pt x="77224" y="32051"/>
                        <a:pt x="78554" y="26599"/>
                        <a:pt x="79131" y="21767"/>
                      </a:cubicBezTo>
                      <a:cubicBezTo>
                        <a:pt x="79751" y="15117"/>
                        <a:pt x="78732" y="9576"/>
                        <a:pt x="76870" y="4699"/>
                      </a:cubicBezTo>
                      <a:cubicBezTo>
                        <a:pt x="76205" y="3103"/>
                        <a:pt x="75495" y="1596"/>
                        <a:pt x="74653" y="133"/>
                      </a:cubicBezTo>
                      <a:lnTo>
                        <a:pt x="74520" y="0"/>
                      </a:lnTo>
                      <a:cubicBezTo>
                        <a:pt x="72038" y="10373"/>
                        <a:pt x="68580" y="20836"/>
                        <a:pt x="63349" y="30588"/>
                      </a:cubicBezTo>
                      <a:cubicBezTo>
                        <a:pt x="58251" y="40253"/>
                        <a:pt x="51158" y="49340"/>
                        <a:pt x="42026" y="56034"/>
                      </a:cubicBezTo>
                      <a:close/>
                    </a:path>
                  </a:pathLst>
                </a:custGeom>
                <a:solidFill>
                  <a:srgbClr val="F7B594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77" name="Forme libre : forme 20476">
                  <a:extLst>
                    <a:ext uri="{FF2B5EF4-FFF2-40B4-BE49-F238E27FC236}">
                      <a16:creationId xmlns:a16="http://schemas.microsoft.com/office/drawing/2014/main" id="{DD1BF1D5-7771-42C9-9B60-D79D25BF1672}"/>
                    </a:ext>
                  </a:extLst>
                </p:cNvPr>
                <p:cNvSpPr/>
                <p:nvPr/>
              </p:nvSpPr>
              <p:spPr>
                <a:xfrm>
                  <a:off x="7779693" y="709213"/>
                  <a:ext cx="31804" cy="38848"/>
                </a:xfrm>
                <a:custGeom>
                  <a:avLst/>
                  <a:gdLst>
                    <a:gd name="connsiteX0" fmla="*/ 30230 w 31804"/>
                    <a:gd name="connsiteY0" fmla="*/ 82 h 38848"/>
                    <a:gd name="connsiteX1" fmla="*/ 30319 w 31804"/>
                    <a:gd name="connsiteY1" fmla="*/ 11475 h 38848"/>
                    <a:gd name="connsiteX2" fmla="*/ 22827 w 31804"/>
                    <a:gd name="connsiteY2" fmla="*/ 25927 h 38848"/>
                    <a:gd name="connsiteX3" fmla="*/ 11301 w 31804"/>
                    <a:gd name="connsiteY3" fmla="*/ 36212 h 38848"/>
                    <a:gd name="connsiteX4" fmla="*/ 307 w 31804"/>
                    <a:gd name="connsiteY4" fmla="*/ 37542 h 38848"/>
                    <a:gd name="connsiteX5" fmla="*/ 5139 w 31804"/>
                    <a:gd name="connsiteY5" fmla="*/ 28720 h 38848"/>
                    <a:gd name="connsiteX6" fmla="*/ 13562 w 31804"/>
                    <a:gd name="connsiteY6" fmla="*/ 19056 h 38848"/>
                    <a:gd name="connsiteX7" fmla="*/ 21896 w 31804"/>
                    <a:gd name="connsiteY7" fmla="*/ 7751 h 38848"/>
                    <a:gd name="connsiteX8" fmla="*/ 30230 w 31804"/>
                    <a:gd name="connsiteY8" fmla="*/ 82 h 38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804" h="38848">
                      <a:moveTo>
                        <a:pt x="30230" y="82"/>
                      </a:moveTo>
                      <a:cubicBezTo>
                        <a:pt x="32403" y="747"/>
                        <a:pt x="32225" y="5845"/>
                        <a:pt x="30319" y="11475"/>
                      </a:cubicBezTo>
                      <a:cubicBezTo>
                        <a:pt x="28546" y="17105"/>
                        <a:pt x="24999" y="23134"/>
                        <a:pt x="22827" y="25927"/>
                      </a:cubicBezTo>
                      <a:cubicBezTo>
                        <a:pt x="20744" y="28720"/>
                        <a:pt x="16222" y="33463"/>
                        <a:pt x="11301" y="36212"/>
                      </a:cubicBezTo>
                      <a:cubicBezTo>
                        <a:pt x="6425" y="39049"/>
                        <a:pt x="1548" y="39758"/>
                        <a:pt x="307" y="37542"/>
                      </a:cubicBezTo>
                      <a:cubicBezTo>
                        <a:pt x="-978" y="35281"/>
                        <a:pt x="1992" y="32222"/>
                        <a:pt x="5139" y="28720"/>
                      </a:cubicBezTo>
                      <a:cubicBezTo>
                        <a:pt x="8375" y="25307"/>
                        <a:pt x="11789" y="21228"/>
                        <a:pt x="13562" y="19056"/>
                      </a:cubicBezTo>
                      <a:cubicBezTo>
                        <a:pt x="15335" y="16928"/>
                        <a:pt x="18793" y="12185"/>
                        <a:pt x="21896" y="7751"/>
                      </a:cubicBezTo>
                      <a:cubicBezTo>
                        <a:pt x="25044" y="3363"/>
                        <a:pt x="27925" y="-627"/>
                        <a:pt x="30230" y="82"/>
                      </a:cubicBezTo>
                      <a:close/>
                    </a:path>
                  </a:pathLst>
                </a:custGeom>
                <a:solidFill>
                  <a:srgbClr val="97665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78" name="Forme libre : forme 20477">
                  <a:extLst>
                    <a:ext uri="{FF2B5EF4-FFF2-40B4-BE49-F238E27FC236}">
                      <a16:creationId xmlns:a16="http://schemas.microsoft.com/office/drawing/2014/main" id="{5CBB368E-76FA-45A7-B89A-5E55BA3AD38C}"/>
                    </a:ext>
                  </a:extLst>
                </p:cNvPr>
                <p:cNvSpPr/>
                <p:nvPr/>
              </p:nvSpPr>
              <p:spPr>
                <a:xfrm>
                  <a:off x="7779253" y="725121"/>
                  <a:ext cx="28940" cy="22834"/>
                </a:xfrm>
                <a:custGeom>
                  <a:avLst/>
                  <a:gdLst>
                    <a:gd name="connsiteX0" fmla="*/ 6243 w 28940"/>
                    <a:gd name="connsiteY0" fmla="*/ 12324 h 22834"/>
                    <a:gd name="connsiteX1" fmla="*/ 1988 w 28940"/>
                    <a:gd name="connsiteY1" fmla="*/ 17245 h 22834"/>
                    <a:gd name="connsiteX2" fmla="*/ 525 w 28940"/>
                    <a:gd name="connsiteY2" fmla="*/ 21811 h 22834"/>
                    <a:gd name="connsiteX3" fmla="*/ 11740 w 28940"/>
                    <a:gd name="connsiteY3" fmla="*/ 20304 h 22834"/>
                    <a:gd name="connsiteX4" fmla="*/ 23488 w 28940"/>
                    <a:gd name="connsiteY4" fmla="*/ 9797 h 22834"/>
                    <a:gd name="connsiteX5" fmla="*/ 28941 w 28940"/>
                    <a:gd name="connsiteY5" fmla="*/ 0 h 22834"/>
                    <a:gd name="connsiteX6" fmla="*/ 25572 w 28940"/>
                    <a:gd name="connsiteY6" fmla="*/ 4921 h 22834"/>
                    <a:gd name="connsiteX7" fmla="*/ 15065 w 28940"/>
                    <a:gd name="connsiteY7" fmla="*/ 12767 h 22834"/>
                    <a:gd name="connsiteX8" fmla="*/ 6243 w 28940"/>
                    <a:gd name="connsiteY8" fmla="*/ 12324 h 22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940" h="22834">
                      <a:moveTo>
                        <a:pt x="6243" y="12324"/>
                      </a:moveTo>
                      <a:cubicBezTo>
                        <a:pt x="5446" y="13565"/>
                        <a:pt x="3539" y="15471"/>
                        <a:pt x="1988" y="17245"/>
                      </a:cubicBezTo>
                      <a:cubicBezTo>
                        <a:pt x="436" y="18929"/>
                        <a:pt x="-717" y="20658"/>
                        <a:pt x="525" y="21811"/>
                      </a:cubicBezTo>
                      <a:cubicBezTo>
                        <a:pt x="2475" y="23628"/>
                        <a:pt x="7086" y="22963"/>
                        <a:pt x="11740" y="20304"/>
                      </a:cubicBezTo>
                      <a:cubicBezTo>
                        <a:pt x="16395" y="17732"/>
                        <a:pt x="20828" y="13344"/>
                        <a:pt x="23488" y="9797"/>
                      </a:cubicBezTo>
                      <a:cubicBezTo>
                        <a:pt x="25084" y="7758"/>
                        <a:pt x="28010" y="2704"/>
                        <a:pt x="28941" y="0"/>
                      </a:cubicBezTo>
                      <a:cubicBezTo>
                        <a:pt x="28187" y="1419"/>
                        <a:pt x="26680" y="3768"/>
                        <a:pt x="25572" y="4921"/>
                      </a:cubicBezTo>
                      <a:cubicBezTo>
                        <a:pt x="22513" y="8113"/>
                        <a:pt x="18700" y="11260"/>
                        <a:pt x="15065" y="12767"/>
                      </a:cubicBezTo>
                      <a:cubicBezTo>
                        <a:pt x="11474" y="14363"/>
                        <a:pt x="8150" y="14319"/>
                        <a:pt x="6243" y="12324"/>
                      </a:cubicBezTo>
                      <a:close/>
                    </a:path>
                  </a:pathLst>
                </a:custGeom>
                <a:solidFill>
                  <a:srgbClr val="82534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79" name="Forme libre : forme 20478">
                  <a:extLst>
                    <a:ext uri="{FF2B5EF4-FFF2-40B4-BE49-F238E27FC236}">
                      <a16:creationId xmlns:a16="http://schemas.microsoft.com/office/drawing/2014/main" id="{AEA9A5FA-8C10-46BD-8ACF-64DE39FB0A26}"/>
                    </a:ext>
                  </a:extLst>
                </p:cNvPr>
                <p:cNvSpPr/>
                <p:nvPr/>
              </p:nvSpPr>
              <p:spPr>
                <a:xfrm>
                  <a:off x="7782501" y="706921"/>
                  <a:ext cx="30852" cy="40813"/>
                </a:xfrm>
                <a:custGeom>
                  <a:avLst/>
                  <a:gdLst>
                    <a:gd name="connsiteX0" fmla="*/ 29417 w 30852"/>
                    <a:gd name="connsiteY0" fmla="*/ 290 h 40813"/>
                    <a:gd name="connsiteX1" fmla="*/ 29594 w 30852"/>
                    <a:gd name="connsiteY1" fmla="*/ 12393 h 40813"/>
                    <a:gd name="connsiteX2" fmla="*/ 22679 w 30852"/>
                    <a:gd name="connsiteY2" fmla="*/ 27022 h 40813"/>
                    <a:gd name="connsiteX3" fmla="*/ 11463 w 30852"/>
                    <a:gd name="connsiteY3" fmla="*/ 37883 h 40813"/>
                    <a:gd name="connsiteX4" fmla="*/ 425 w 30852"/>
                    <a:gd name="connsiteY4" fmla="*/ 39700 h 40813"/>
                    <a:gd name="connsiteX5" fmla="*/ 4991 w 30852"/>
                    <a:gd name="connsiteY5" fmla="*/ 30568 h 40813"/>
                    <a:gd name="connsiteX6" fmla="*/ 13236 w 30852"/>
                    <a:gd name="connsiteY6" fmla="*/ 20328 h 40813"/>
                    <a:gd name="connsiteX7" fmla="*/ 21482 w 30852"/>
                    <a:gd name="connsiteY7" fmla="*/ 7960 h 40813"/>
                    <a:gd name="connsiteX8" fmla="*/ 29417 w 30852"/>
                    <a:gd name="connsiteY8" fmla="*/ 290 h 40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852" h="40813">
                      <a:moveTo>
                        <a:pt x="29417" y="290"/>
                      </a:moveTo>
                      <a:cubicBezTo>
                        <a:pt x="31412" y="1753"/>
                        <a:pt x="31190" y="6851"/>
                        <a:pt x="29594" y="12393"/>
                      </a:cubicBezTo>
                      <a:cubicBezTo>
                        <a:pt x="28087" y="17978"/>
                        <a:pt x="24851" y="23874"/>
                        <a:pt x="22679" y="27022"/>
                      </a:cubicBezTo>
                      <a:cubicBezTo>
                        <a:pt x="20640" y="30258"/>
                        <a:pt x="16206" y="35001"/>
                        <a:pt x="11463" y="37883"/>
                      </a:cubicBezTo>
                      <a:cubicBezTo>
                        <a:pt x="6720" y="40809"/>
                        <a:pt x="1976" y="41784"/>
                        <a:pt x="425" y="39700"/>
                      </a:cubicBezTo>
                      <a:cubicBezTo>
                        <a:pt x="-1127" y="37617"/>
                        <a:pt x="1843" y="34292"/>
                        <a:pt x="4991" y="30568"/>
                      </a:cubicBezTo>
                      <a:cubicBezTo>
                        <a:pt x="8183" y="26845"/>
                        <a:pt x="11729" y="22544"/>
                        <a:pt x="13236" y="20328"/>
                      </a:cubicBezTo>
                      <a:cubicBezTo>
                        <a:pt x="14876" y="18244"/>
                        <a:pt x="18467" y="12880"/>
                        <a:pt x="21482" y="7960"/>
                      </a:cubicBezTo>
                      <a:cubicBezTo>
                        <a:pt x="24540" y="3127"/>
                        <a:pt x="27422" y="-1173"/>
                        <a:pt x="29417" y="290"/>
                      </a:cubicBezTo>
                      <a:close/>
                    </a:path>
                  </a:pathLst>
                </a:custGeom>
                <a:solidFill>
                  <a:srgbClr val="976652">
                    <a:alpha val="1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80" name="Forme libre : forme 20479">
                  <a:extLst>
                    <a:ext uri="{FF2B5EF4-FFF2-40B4-BE49-F238E27FC236}">
                      <a16:creationId xmlns:a16="http://schemas.microsoft.com/office/drawing/2014/main" id="{BFD76A87-91FD-46C8-83F2-F252922B61A5}"/>
                    </a:ext>
                  </a:extLst>
                </p:cNvPr>
                <p:cNvSpPr/>
                <p:nvPr/>
              </p:nvSpPr>
              <p:spPr>
                <a:xfrm>
                  <a:off x="7757734" y="722283"/>
                  <a:ext cx="55317" cy="37253"/>
                </a:xfrm>
                <a:custGeom>
                  <a:avLst/>
                  <a:gdLst>
                    <a:gd name="connsiteX0" fmla="*/ 411 w 55317"/>
                    <a:gd name="connsiteY0" fmla="*/ 30855 h 37253"/>
                    <a:gd name="connsiteX1" fmla="*/ 7548 w 55317"/>
                    <a:gd name="connsiteY1" fmla="*/ 35776 h 37253"/>
                    <a:gd name="connsiteX2" fmla="*/ 34989 w 55317"/>
                    <a:gd name="connsiteY2" fmla="*/ 32672 h 37253"/>
                    <a:gd name="connsiteX3" fmla="*/ 46869 w 55317"/>
                    <a:gd name="connsiteY3" fmla="*/ 22875 h 37253"/>
                    <a:gd name="connsiteX4" fmla="*/ 53829 w 55317"/>
                    <a:gd name="connsiteY4" fmla="*/ 11172 h 37253"/>
                    <a:gd name="connsiteX5" fmla="*/ 52854 w 55317"/>
                    <a:gd name="connsiteY5" fmla="*/ 0 h 37253"/>
                    <a:gd name="connsiteX6" fmla="*/ 46559 w 55317"/>
                    <a:gd name="connsiteY6" fmla="*/ 5630 h 37253"/>
                    <a:gd name="connsiteX7" fmla="*/ 28117 w 55317"/>
                    <a:gd name="connsiteY7" fmla="*/ 16935 h 37253"/>
                    <a:gd name="connsiteX8" fmla="*/ 9144 w 55317"/>
                    <a:gd name="connsiteY8" fmla="*/ 19949 h 37253"/>
                    <a:gd name="connsiteX9" fmla="*/ 411 w 55317"/>
                    <a:gd name="connsiteY9" fmla="*/ 30855 h 37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317" h="37253">
                      <a:moveTo>
                        <a:pt x="411" y="30855"/>
                      </a:moveTo>
                      <a:cubicBezTo>
                        <a:pt x="1918" y="33648"/>
                        <a:pt x="3248" y="34579"/>
                        <a:pt x="7548" y="35776"/>
                      </a:cubicBezTo>
                      <a:cubicBezTo>
                        <a:pt x="15705" y="37815"/>
                        <a:pt x="24172" y="38524"/>
                        <a:pt x="34989" y="32672"/>
                      </a:cubicBezTo>
                      <a:cubicBezTo>
                        <a:pt x="39422" y="30190"/>
                        <a:pt x="43589" y="26688"/>
                        <a:pt x="46869" y="22875"/>
                      </a:cubicBezTo>
                      <a:cubicBezTo>
                        <a:pt x="50061" y="18974"/>
                        <a:pt x="52499" y="14896"/>
                        <a:pt x="53829" y="11172"/>
                      </a:cubicBezTo>
                      <a:cubicBezTo>
                        <a:pt x="55913" y="5586"/>
                        <a:pt x="56001" y="45"/>
                        <a:pt x="52854" y="0"/>
                      </a:cubicBezTo>
                      <a:cubicBezTo>
                        <a:pt x="50859" y="-44"/>
                        <a:pt x="48953" y="3414"/>
                        <a:pt x="46559" y="5630"/>
                      </a:cubicBezTo>
                      <a:cubicBezTo>
                        <a:pt x="41062" y="10817"/>
                        <a:pt x="35210" y="15383"/>
                        <a:pt x="28117" y="16935"/>
                      </a:cubicBezTo>
                      <a:cubicBezTo>
                        <a:pt x="21955" y="18309"/>
                        <a:pt x="15660" y="17334"/>
                        <a:pt x="9144" y="19949"/>
                      </a:cubicBezTo>
                      <a:cubicBezTo>
                        <a:pt x="3292" y="22255"/>
                        <a:pt x="-1451" y="26821"/>
                        <a:pt x="411" y="30855"/>
                      </a:cubicBezTo>
                      <a:close/>
                    </a:path>
                  </a:pathLst>
                </a:custGeom>
                <a:solidFill>
                  <a:srgbClr val="FCE9E0">
                    <a:alpha val="5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81" name="Forme libre : forme 20480">
                  <a:extLst>
                    <a:ext uri="{FF2B5EF4-FFF2-40B4-BE49-F238E27FC236}">
                      <a16:creationId xmlns:a16="http://schemas.microsoft.com/office/drawing/2014/main" id="{C96F4DD0-174F-4261-A416-1471EDF31464}"/>
                    </a:ext>
                  </a:extLst>
                </p:cNvPr>
                <p:cNvSpPr/>
                <p:nvPr/>
              </p:nvSpPr>
              <p:spPr>
                <a:xfrm>
                  <a:off x="7768592" y="735325"/>
                  <a:ext cx="14433" cy="11672"/>
                </a:xfrm>
                <a:custGeom>
                  <a:avLst/>
                  <a:gdLst>
                    <a:gd name="connsiteX0" fmla="*/ 1256 w 14433"/>
                    <a:gd name="connsiteY0" fmla="*/ 9301 h 11672"/>
                    <a:gd name="connsiteX1" fmla="*/ 15 w 14433"/>
                    <a:gd name="connsiteY1" fmla="*/ 10942 h 11672"/>
                    <a:gd name="connsiteX2" fmla="*/ 1655 w 14433"/>
                    <a:gd name="connsiteY2" fmla="*/ 11651 h 11672"/>
                    <a:gd name="connsiteX3" fmla="*/ 4847 w 14433"/>
                    <a:gd name="connsiteY3" fmla="*/ 10543 h 11672"/>
                    <a:gd name="connsiteX4" fmla="*/ 11718 w 14433"/>
                    <a:gd name="connsiteY4" fmla="*/ 5977 h 11672"/>
                    <a:gd name="connsiteX5" fmla="*/ 13713 w 14433"/>
                    <a:gd name="connsiteY5" fmla="*/ 3760 h 11672"/>
                    <a:gd name="connsiteX6" fmla="*/ 10122 w 14433"/>
                    <a:gd name="connsiteY6" fmla="*/ 1455 h 11672"/>
                    <a:gd name="connsiteX7" fmla="*/ 1256 w 14433"/>
                    <a:gd name="connsiteY7" fmla="*/ 9301 h 1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33" h="11672">
                      <a:moveTo>
                        <a:pt x="1256" y="9301"/>
                      </a:moveTo>
                      <a:cubicBezTo>
                        <a:pt x="591" y="9922"/>
                        <a:pt x="103" y="10321"/>
                        <a:pt x="15" y="10942"/>
                      </a:cubicBezTo>
                      <a:cubicBezTo>
                        <a:pt x="-118" y="11562"/>
                        <a:pt x="680" y="11740"/>
                        <a:pt x="1655" y="11651"/>
                      </a:cubicBezTo>
                      <a:cubicBezTo>
                        <a:pt x="2586" y="11518"/>
                        <a:pt x="3916" y="11075"/>
                        <a:pt x="4847" y="10543"/>
                      </a:cubicBezTo>
                      <a:cubicBezTo>
                        <a:pt x="7374" y="9390"/>
                        <a:pt x="9767" y="7661"/>
                        <a:pt x="11718" y="5977"/>
                      </a:cubicBezTo>
                      <a:cubicBezTo>
                        <a:pt x="12471" y="5223"/>
                        <a:pt x="13225" y="4514"/>
                        <a:pt x="13713" y="3760"/>
                      </a:cubicBezTo>
                      <a:cubicBezTo>
                        <a:pt x="15530" y="302"/>
                        <a:pt x="13757" y="-1427"/>
                        <a:pt x="10122" y="1455"/>
                      </a:cubicBezTo>
                      <a:cubicBezTo>
                        <a:pt x="7240" y="3627"/>
                        <a:pt x="4004" y="6863"/>
                        <a:pt x="1256" y="9301"/>
                      </a:cubicBezTo>
                      <a:close/>
                    </a:path>
                  </a:pathLst>
                </a:custGeom>
                <a:solidFill>
                  <a:srgbClr val="FCE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82" name="Forme libre : forme 20481">
                  <a:extLst>
                    <a:ext uri="{FF2B5EF4-FFF2-40B4-BE49-F238E27FC236}">
                      <a16:creationId xmlns:a16="http://schemas.microsoft.com/office/drawing/2014/main" id="{1F334BF8-08A7-4B59-BE8E-DF1708A83EC5}"/>
                    </a:ext>
                  </a:extLst>
                </p:cNvPr>
                <p:cNvSpPr/>
                <p:nvPr/>
              </p:nvSpPr>
              <p:spPr>
                <a:xfrm>
                  <a:off x="7817459" y="693424"/>
                  <a:ext cx="4137" cy="35287"/>
                </a:xfrm>
                <a:custGeom>
                  <a:avLst/>
                  <a:gdLst>
                    <a:gd name="connsiteX0" fmla="*/ 0 w 4137"/>
                    <a:gd name="connsiteY0" fmla="*/ 0 h 35287"/>
                    <a:gd name="connsiteX1" fmla="*/ 4123 w 4137"/>
                    <a:gd name="connsiteY1" fmla="*/ 15294 h 35287"/>
                    <a:gd name="connsiteX2" fmla="*/ 1153 w 4137"/>
                    <a:gd name="connsiteY2" fmla="*/ 35287 h 35287"/>
                    <a:gd name="connsiteX3" fmla="*/ 0 w 4137"/>
                    <a:gd name="connsiteY3" fmla="*/ 0 h 35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37" h="35287">
                      <a:moveTo>
                        <a:pt x="0" y="0"/>
                      </a:moveTo>
                      <a:cubicBezTo>
                        <a:pt x="2704" y="2837"/>
                        <a:pt x="4078" y="8645"/>
                        <a:pt x="4123" y="15294"/>
                      </a:cubicBezTo>
                      <a:cubicBezTo>
                        <a:pt x="4300" y="21944"/>
                        <a:pt x="2837" y="29436"/>
                        <a:pt x="1153" y="35287"/>
                      </a:cubicBezTo>
                      <a:cubicBezTo>
                        <a:pt x="4965" y="22431"/>
                        <a:pt x="3059" y="873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83" name="Forme libre : forme 20482">
                  <a:extLst>
                    <a:ext uri="{FF2B5EF4-FFF2-40B4-BE49-F238E27FC236}">
                      <a16:creationId xmlns:a16="http://schemas.microsoft.com/office/drawing/2014/main" id="{DAE744A8-9715-455A-9908-2762D7D76C1C}"/>
                    </a:ext>
                  </a:extLst>
                </p:cNvPr>
                <p:cNvSpPr/>
                <p:nvPr/>
              </p:nvSpPr>
              <p:spPr>
                <a:xfrm>
                  <a:off x="7747904" y="731549"/>
                  <a:ext cx="24692" cy="15604"/>
                </a:xfrm>
                <a:custGeom>
                  <a:avLst/>
                  <a:gdLst>
                    <a:gd name="connsiteX0" fmla="*/ 24692 w 24692"/>
                    <a:gd name="connsiteY0" fmla="*/ 0 h 15604"/>
                    <a:gd name="connsiteX1" fmla="*/ 13211 w 24692"/>
                    <a:gd name="connsiteY1" fmla="*/ 8024 h 15604"/>
                    <a:gd name="connsiteX2" fmla="*/ 0 w 24692"/>
                    <a:gd name="connsiteY2" fmla="*/ 15604 h 15604"/>
                    <a:gd name="connsiteX3" fmla="*/ 13654 w 24692"/>
                    <a:gd name="connsiteY3" fmla="*/ 8467 h 15604"/>
                    <a:gd name="connsiteX4" fmla="*/ 24692 w 24692"/>
                    <a:gd name="connsiteY4" fmla="*/ 0 h 15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92" h="15604">
                      <a:moveTo>
                        <a:pt x="24692" y="0"/>
                      </a:moveTo>
                      <a:cubicBezTo>
                        <a:pt x="20968" y="2616"/>
                        <a:pt x="17333" y="5275"/>
                        <a:pt x="13211" y="8024"/>
                      </a:cubicBezTo>
                      <a:cubicBezTo>
                        <a:pt x="9088" y="10728"/>
                        <a:pt x="4566" y="13299"/>
                        <a:pt x="0" y="15604"/>
                      </a:cubicBezTo>
                      <a:cubicBezTo>
                        <a:pt x="4211" y="13255"/>
                        <a:pt x="9177" y="11083"/>
                        <a:pt x="13654" y="8467"/>
                      </a:cubicBezTo>
                      <a:cubicBezTo>
                        <a:pt x="18131" y="5896"/>
                        <a:pt x="21944" y="2926"/>
                        <a:pt x="246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84" name="Forme libre : forme 20483">
                  <a:extLst>
                    <a:ext uri="{FF2B5EF4-FFF2-40B4-BE49-F238E27FC236}">
                      <a16:creationId xmlns:a16="http://schemas.microsoft.com/office/drawing/2014/main" id="{C6A360FF-CC68-47D5-9190-B0FCADBF9F55}"/>
                    </a:ext>
                  </a:extLst>
                </p:cNvPr>
                <p:cNvSpPr/>
                <p:nvPr/>
              </p:nvSpPr>
              <p:spPr>
                <a:xfrm>
                  <a:off x="7792869" y="718582"/>
                  <a:ext cx="11388" cy="14151"/>
                </a:xfrm>
                <a:custGeom>
                  <a:avLst/>
                  <a:gdLst>
                    <a:gd name="connsiteX0" fmla="*/ 11247 w 11388"/>
                    <a:gd name="connsiteY0" fmla="*/ 333 h 14151"/>
                    <a:gd name="connsiteX1" fmla="*/ 9828 w 11388"/>
                    <a:gd name="connsiteY1" fmla="*/ 5121 h 14151"/>
                    <a:gd name="connsiteX2" fmla="*/ 6503 w 11388"/>
                    <a:gd name="connsiteY2" fmla="*/ 9731 h 14151"/>
                    <a:gd name="connsiteX3" fmla="*/ 31 w 11388"/>
                    <a:gd name="connsiteY3" fmla="*/ 13544 h 14151"/>
                    <a:gd name="connsiteX4" fmla="*/ 5173 w 11388"/>
                    <a:gd name="connsiteY4" fmla="*/ 5520 h 14151"/>
                    <a:gd name="connsiteX5" fmla="*/ 11247 w 11388"/>
                    <a:gd name="connsiteY5" fmla="*/ 333 h 14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388" h="14151">
                      <a:moveTo>
                        <a:pt x="11247" y="333"/>
                      </a:moveTo>
                      <a:cubicBezTo>
                        <a:pt x="11734" y="1220"/>
                        <a:pt x="10892" y="3170"/>
                        <a:pt x="9828" y="5121"/>
                      </a:cubicBezTo>
                      <a:cubicBezTo>
                        <a:pt x="8675" y="7027"/>
                        <a:pt x="7213" y="8889"/>
                        <a:pt x="6503" y="9731"/>
                      </a:cubicBezTo>
                      <a:cubicBezTo>
                        <a:pt x="5085" y="11504"/>
                        <a:pt x="519" y="15716"/>
                        <a:pt x="31" y="13544"/>
                      </a:cubicBezTo>
                      <a:cubicBezTo>
                        <a:pt x="-412" y="11504"/>
                        <a:pt x="4021" y="7160"/>
                        <a:pt x="5173" y="5520"/>
                      </a:cubicBezTo>
                      <a:cubicBezTo>
                        <a:pt x="6548" y="4101"/>
                        <a:pt x="10316" y="-1396"/>
                        <a:pt x="11247" y="333"/>
                      </a:cubicBezTo>
                      <a:close/>
                    </a:path>
                  </a:pathLst>
                </a:custGeom>
                <a:solidFill>
                  <a:srgbClr val="B7806E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85" name="Forme libre : forme 20484">
                  <a:extLst>
                    <a:ext uri="{FF2B5EF4-FFF2-40B4-BE49-F238E27FC236}">
                      <a16:creationId xmlns:a16="http://schemas.microsoft.com/office/drawing/2014/main" id="{0FFF05FD-5098-4C0D-BF33-9F772A1811AE}"/>
                    </a:ext>
                  </a:extLst>
                </p:cNvPr>
                <p:cNvSpPr/>
                <p:nvPr/>
              </p:nvSpPr>
              <p:spPr>
                <a:xfrm>
                  <a:off x="7802370" y="716207"/>
                  <a:ext cx="2847" cy="4496"/>
                </a:xfrm>
                <a:custGeom>
                  <a:avLst/>
                  <a:gdLst>
                    <a:gd name="connsiteX0" fmla="*/ 2543 w 2847"/>
                    <a:gd name="connsiteY0" fmla="*/ 4 h 4496"/>
                    <a:gd name="connsiteX1" fmla="*/ 2233 w 2847"/>
                    <a:gd name="connsiteY1" fmla="*/ 2442 h 4496"/>
                    <a:gd name="connsiteX2" fmla="*/ 283 w 2847"/>
                    <a:gd name="connsiteY2" fmla="*/ 4481 h 4496"/>
                    <a:gd name="connsiteX3" fmla="*/ 682 w 2847"/>
                    <a:gd name="connsiteY3" fmla="*/ 2176 h 4496"/>
                    <a:gd name="connsiteX4" fmla="*/ 2543 w 2847"/>
                    <a:gd name="connsiteY4" fmla="*/ 4 h 4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47" h="4496">
                      <a:moveTo>
                        <a:pt x="2543" y="4"/>
                      </a:moveTo>
                      <a:cubicBezTo>
                        <a:pt x="3208" y="92"/>
                        <a:pt x="2632" y="1688"/>
                        <a:pt x="2233" y="2442"/>
                      </a:cubicBezTo>
                      <a:cubicBezTo>
                        <a:pt x="1879" y="3240"/>
                        <a:pt x="903" y="4659"/>
                        <a:pt x="283" y="4481"/>
                      </a:cubicBezTo>
                      <a:cubicBezTo>
                        <a:pt x="-382" y="4304"/>
                        <a:pt x="283" y="2885"/>
                        <a:pt x="682" y="2176"/>
                      </a:cubicBezTo>
                      <a:cubicBezTo>
                        <a:pt x="1036" y="1422"/>
                        <a:pt x="1879" y="-85"/>
                        <a:pt x="2543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86" name="Forme libre : forme 20485">
                  <a:extLst>
                    <a:ext uri="{FF2B5EF4-FFF2-40B4-BE49-F238E27FC236}">
                      <a16:creationId xmlns:a16="http://schemas.microsoft.com/office/drawing/2014/main" id="{72120E0A-C7A1-4E7C-8714-4C54B4BFA167}"/>
                    </a:ext>
                  </a:extLst>
                </p:cNvPr>
                <p:cNvSpPr/>
                <p:nvPr/>
              </p:nvSpPr>
              <p:spPr>
                <a:xfrm>
                  <a:off x="7785341" y="694483"/>
                  <a:ext cx="29507" cy="32078"/>
                </a:xfrm>
                <a:custGeom>
                  <a:avLst/>
                  <a:gdLst>
                    <a:gd name="connsiteX0" fmla="*/ 17932 w 29507"/>
                    <a:gd name="connsiteY0" fmla="*/ 8207 h 32078"/>
                    <a:gd name="connsiteX1" fmla="*/ 27552 w 29507"/>
                    <a:gd name="connsiteY1" fmla="*/ 139 h 32078"/>
                    <a:gd name="connsiteX2" fmla="*/ 29326 w 29507"/>
                    <a:gd name="connsiteY2" fmla="*/ 3818 h 32078"/>
                    <a:gd name="connsiteX3" fmla="*/ 26267 w 29507"/>
                    <a:gd name="connsiteY3" fmla="*/ 8473 h 32078"/>
                    <a:gd name="connsiteX4" fmla="*/ 14918 w 29507"/>
                    <a:gd name="connsiteY4" fmla="*/ 20398 h 32078"/>
                    <a:gd name="connsiteX5" fmla="*/ 7160 w 29507"/>
                    <a:gd name="connsiteY5" fmla="*/ 28910 h 32078"/>
                    <a:gd name="connsiteX6" fmla="*/ 67 w 29507"/>
                    <a:gd name="connsiteY6" fmla="*/ 30993 h 32078"/>
                    <a:gd name="connsiteX7" fmla="*/ 3569 w 29507"/>
                    <a:gd name="connsiteY7" fmla="*/ 22836 h 32078"/>
                    <a:gd name="connsiteX8" fmla="*/ 6938 w 29507"/>
                    <a:gd name="connsiteY8" fmla="*/ 18359 h 32078"/>
                    <a:gd name="connsiteX9" fmla="*/ 9776 w 29507"/>
                    <a:gd name="connsiteY9" fmla="*/ 14901 h 32078"/>
                    <a:gd name="connsiteX10" fmla="*/ 17932 w 29507"/>
                    <a:gd name="connsiteY10" fmla="*/ 8207 h 32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507" h="32078">
                      <a:moveTo>
                        <a:pt x="17932" y="8207"/>
                      </a:moveTo>
                      <a:cubicBezTo>
                        <a:pt x="21434" y="4749"/>
                        <a:pt x="23829" y="2001"/>
                        <a:pt x="27552" y="139"/>
                      </a:cubicBezTo>
                      <a:cubicBezTo>
                        <a:pt x="28882" y="-570"/>
                        <a:pt x="29946" y="1557"/>
                        <a:pt x="29326" y="3818"/>
                      </a:cubicBezTo>
                      <a:cubicBezTo>
                        <a:pt x="28705" y="6079"/>
                        <a:pt x="27464" y="7276"/>
                        <a:pt x="26267" y="8473"/>
                      </a:cubicBezTo>
                      <a:cubicBezTo>
                        <a:pt x="22321" y="12241"/>
                        <a:pt x="18952" y="16364"/>
                        <a:pt x="14918" y="20398"/>
                      </a:cubicBezTo>
                      <a:cubicBezTo>
                        <a:pt x="13765" y="21728"/>
                        <a:pt x="10440" y="25984"/>
                        <a:pt x="7160" y="28910"/>
                      </a:cubicBezTo>
                      <a:cubicBezTo>
                        <a:pt x="3746" y="31791"/>
                        <a:pt x="510" y="33210"/>
                        <a:pt x="67" y="30993"/>
                      </a:cubicBezTo>
                      <a:cubicBezTo>
                        <a:pt x="-376" y="28777"/>
                        <a:pt x="1441" y="25939"/>
                        <a:pt x="3569" y="22836"/>
                      </a:cubicBezTo>
                      <a:cubicBezTo>
                        <a:pt x="4722" y="21373"/>
                        <a:pt x="5786" y="19689"/>
                        <a:pt x="6938" y="18359"/>
                      </a:cubicBezTo>
                      <a:cubicBezTo>
                        <a:pt x="8002" y="16896"/>
                        <a:pt x="9022" y="15699"/>
                        <a:pt x="9776" y="14901"/>
                      </a:cubicBezTo>
                      <a:cubicBezTo>
                        <a:pt x="12746" y="11665"/>
                        <a:pt x="15317" y="10823"/>
                        <a:pt x="17932" y="8207"/>
                      </a:cubicBezTo>
                      <a:close/>
                    </a:path>
                  </a:pathLst>
                </a:custGeom>
                <a:solidFill>
                  <a:srgbClr val="FCE9E0">
                    <a:alpha val="3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sp>
          <p:nvSpPr>
            <p:cNvPr id="20116" name="Forme libre : forme 20115">
              <a:extLst>
                <a:ext uri="{FF2B5EF4-FFF2-40B4-BE49-F238E27FC236}">
                  <a16:creationId xmlns:a16="http://schemas.microsoft.com/office/drawing/2014/main" id="{EB28577A-178F-4BCA-A5C1-95AB829D896E}"/>
                </a:ext>
              </a:extLst>
            </p:cNvPr>
            <p:cNvSpPr/>
            <p:nvPr/>
          </p:nvSpPr>
          <p:spPr>
            <a:xfrm>
              <a:off x="4212599" y="534675"/>
              <a:ext cx="3666303" cy="501250"/>
            </a:xfrm>
            <a:custGeom>
              <a:avLst/>
              <a:gdLst>
                <a:gd name="connsiteX0" fmla="*/ 0 w 3666303"/>
                <a:gd name="connsiteY0" fmla="*/ 501250 h 501250"/>
                <a:gd name="connsiteX1" fmla="*/ 2921854 w 3666303"/>
                <a:gd name="connsiteY1" fmla="*/ 501250 h 501250"/>
                <a:gd name="connsiteX2" fmla="*/ 3666304 w 3666303"/>
                <a:gd name="connsiteY2" fmla="*/ 0 h 501250"/>
                <a:gd name="connsiteX3" fmla="*/ 825531 w 3666303"/>
                <a:gd name="connsiteY3" fmla="*/ 0 h 50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6303" h="501250">
                  <a:moveTo>
                    <a:pt x="0" y="501250"/>
                  </a:moveTo>
                  <a:lnTo>
                    <a:pt x="2921854" y="501250"/>
                  </a:lnTo>
                  <a:lnTo>
                    <a:pt x="3666304" y="0"/>
                  </a:lnTo>
                  <a:lnTo>
                    <a:pt x="825531" y="0"/>
                  </a:lnTo>
                  <a:close/>
                </a:path>
              </a:pathLst>
            </a:custGeom>
            <a:solidFill>
              <a:srgbClr val="F9CEBB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17" name="Forme libre : forme 20116">
              <a:extLst>
                <a:ext uri="{FF2B5EF4-FFF2-40B4-BE49-F238E27FC236}">
                  <a16:creationId xmlns:a16="http://schemas.microsoft.com/office/drawing/2014/main" id="{F3F45149-ABF8-4606-AC5C-27BFA6FC51B0}"/>
                </a:ext>
              </a:extLst>
            </p:cNvPr>
            <p:cNvSpPr/>
            <p:nvPr/>
          </p:nvSpPr>
          <p:spPr>
            <a:xfrm>
              <a:off x="4212599" y="534675"/>
              <a:ext cx="3666303" cy="501250"/>
            </a:xfrm>
            <a:custGeom>
              <a:avLst/>
              <a:gdLst>
                <a:gd name="connsiteX0" fmla="*/ 0 w 3666303"/>
                <a:gd name="connsiteY0" fmla="*/ 501250 h 501250"/>
                <a:gd name="connsiteX1" fmla="*/ 2921854 w 3666303"/>
                <a:gd name="connsiteY1" fmla="*/ 501250 h 501250"/>
                <a:gd name="connsiteX2" fmla="*/ 3666304 w 3666303"/>
                <a:gd name="connsiteY2" fmla="*/ 0 h 501250"/>
                <a:gd name="connsiteX3" fmla="*/ 825531 w 3666303"/>
                <a:gd name="connsiteY3" fmla="*/ 0 h 50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6303" h="501250">
                  <a:moveTo>
                    <a:pt x="0" y="501250"/>
                  </a:moveTo>
                  <a:lnTo>
                    <a:pt x="2921854" y="501250"/>
                  </a:lnTo>
                  <a:lnTo>
                    <a:pt x="3666304" y="0"/>
                  </a:lnTo>
                  <a:lnTo>
                    <a:pt x="825531" y="0"/>
                  </a:lnTo>
                  <a:close/>
                </a:path>
              </a:pathLst>
            </a:custGeom>
            <a:noFill/>
            <a:ln w="3323" cap="rnd">
              <a:solidFill>
                <a:srgbClr val="333333"/>
              </a:solidFill>
              <a:prstDash val="solid"/>
              <a:round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18" name="Forme libre : forme 20117">
              <a:extLst>
                <a:ext uri="{FF2B5EF4-FFF2-40B4-BE49-F238E27FC236}">
                  <a16:creationId xmlns:a16="http://schemas.microsoft.com/office/drawing/2014/main" id="{1DE60095-4D83-4D20-ABED-FB056C6E627A}"/>
                </a:ext>
              </a:extLst>
            </p:cNvPr>
            <p:cNvSpPr/>
            <p:nvPr/>
          </p:nvSpPr>
          <p:spPr>
            <a:xfrm>
              <a:off x="4288179" y="1334894"/>
              <a:ext cx="152629" cy="135685"/>
            </a:xfrm>
            <a:custGeom>
              <a:avLst/>
              <a:gdLst>
                <a:gd name="connsiteX0" fmla="*/ 46063 w 152629"/>
                <a:gd name="connsiteY0" fmla="*/ 19682 h 135685"/>
                <a:gd name="connsiteX1" fmla="*/ 19110 w 152629"/>
                <a:gd name="connsiteY1" fmla="*/ 43532 h 135685"/>
                <a:gd name="connsiteX2" fmla="*/ 4 w 152629"/>
                <a:gd name="connsiteY2" fmla="*/ 74032 h 135685"/>
                <a:gd name="connsiteX3" fmla="*/ 14456 w 152629"/>
                <a:gd name="connsiteY3" fmla="*/ 100320 h 135685"/>
                <a:gd name="connsiteX4" fmla="*/ 31168 w 152629"/>
                <a:gd name="connsiteY4" fmla="*/ 116146 h 135685"/>
                <a:gd name="connsiteX5" fmla="*/ 90971 w 152629"/>
                <a:gd name="connsiteY5" fmla="*/ 134721 h 135685"/>
                <a:gd name="connsiteX6" fmla="*/ 143237 w 152629"/>
                <a:gd name="connsiteY6" fmla="*/ 125855 h 135685"/>
                <a:gd name="connsiteX7" fmla="*/ 150640 w 152629"/>
                <a:gd name="connsiteY7" fmla="*/ 117254 h 135685"/>
                <a:gd name="connsiteX8" fmla="*/ 150197 w 152629"/>
                <a:gd name="connsiteY8" fmla="*/ 95045 h 135685"/>
                <a:gd name="connsiteX9" fmla="*/ 115175 w 152629"/>
                <a:gd name="connsiteY9" fmla="*/ 41227 h 135685"/>
                <a:gd name="connsiteX10" fmla="*/ 97886 w 152629"/>
                <a:gd name="connsiteY10" fmla="*/ 14185 h 135685"/>
                <a:gd name="connsiteX11" fmla="*/ 79799 w 152629"/>
                <a:gd name="connsiteY11" fmla="*/ 43 h 135685"/>
                <a:gd name="connsiteX12" fmla="*/ 46063 w 152629"/>
                <a:gd name="connsiteY12" fmla="*/ 19682 h 135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2629" h="135685">
                  <a:moveTo>
                    <a:pt x="46063" y="19682"/>
                  </a:moveTo>
                  <a:cubicBezTo>
                    <a:pt x="37064" y="27617"/>
                    <a:pt x="28109" y="35552"/>
                    <a:pt x="19110" y="43532"/>
                  </a:cubicBezTo>
                  <a:cubicBezTo>
                    <a:pt x="9801" y="51733"/>
                    <a:pt x="-218" y="61619"/>
                    <a:pt x="4" y="74032"/>
                  </a:cubicBezTo>
                  <a:cubicBezTo>
                    <a:pt x="225" y="84272"/>
                    <a:pt x="7496" y="92828"/>
                    <a:pt x="14456" y="100320"/>
                  </a:cubicBezTo>
                  <a:cubicBezTo>
                    <a:pt x="19687" y="105950"/>
                    <a:pt x="25006" y="111536"/>
                    <a:pt x="31168" y="116146"/>
                  </a:cubicBezTo>
                  <a:cubicBezTo>
                    <a:pt x="48103" y="128780"/>
                    <a:pt x="69914" y="132593"/>
                    <a:pt x="90971" y="134721"/>
                  </a:cubicBezTo>
                  <a:cubicBezTo>
                    <a:pt x="109013" y="136538"/>
                    <a:pt x="128874" y="136849"/>
                    <a:pt x="143237" y="125855"/>
                  </a:cubicBezTo>
                  <a:cubicBezTo>
                    <a:pt x="146251" y="123549"/>
                    <a:pt x="149000" y="120712"/>
                    <a:pt x="150640" y="117254"/>
                  </a:cubicBezTo>
                  <a:cubicBezTo>
                    <a:pt x="153965" y="110427"/>
                    <a:pt x="152635" y="102226"/>
                    <a:pt x="150197" y="95045"/>
                  </a:cubicBezTo>
                  <a:cubicBezTo>
                    <a:pt x="143193" y="74475"/>
                    <a:pt x="128120" y="58161"/>
                    <a:pt x="115175" y="41227"/>
                  </a:cubicBezTo>
                  <a:cubicBezTo>
                    <a:pt x="108614" y="32671"/>
                    <a:pt x="102718" y="23849"/>
                    <a:pt x="97886" y="14185"/>
                  </a:cubicBezTo>
                  <a:cubicBezTo>
                    <a:pt x="94030" y="6471"/>
                    <a:pt x="89419" y="-622"/>
                    <a:pt x="79799" y="43"/>
                  </a:cubicBezTo>
                  <a:cubicBezTo>
                    <a:pt x="66943" y="886"/>
                    <a:pt x="55196" y="11614"/>
                    <a:pt x="46063" y="19682"/>
                  </a:cubicBezTo>
                  <a:close/>
                </a:path>
              </a:pathLst>
            </a:custGeom>
            <a:solidFill>
              <a:srgbClr val="E8858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19" name="Forme libre : forme 20118">
              <a:extLst>
                <a:ext uri="{FF2B5EF4-FFF2-40B4-BE49-F238E27FC236}">
                  <a16:creationId xmlns:a16="http://schemas.microsoft.com/office/drawing/2014/main" id="{C8D828B9-B203-43C0-80C8-60B6B921EA4E}"/>
                </a:ext>
              </a:extLst>
            </p:cNvPr>
            <p:cNvSpPr/>
            <p:nvPr/>
          </p:nvSpPr>
          <p:spPr>
            <a:xfrm>
              <a:off x="4825496" y="1340344"/>
              <a:ext cx="142861" cy="177521"/>
            </a:xfrm>
            <a:custGeom>
              <a:avLst/>
              <a:gdLst>
                <a:gd name="connsiteX0" fmla="*/ 52067 w 142861"/>
                <a:gd name="connsiteY0" fmla="*/ 19375 h 177521"/>
                <a:gd name="connsiteX1" fmla="*/ 5608 w 142861"/>
                <a:gd name="connsiteY1" fmla="*/ 73059 h 177521"/>
                <a:gd name="connsiteX2" fmla="*/ 155 w 142861"/>
                <a:gd name="connsiteY2" fmla="*/ 90969 h 177521"/>
                <a:gd name="connsiteX3" fmla="*/ 5608 w 142861"/>
                <a:gd name="connsiteY3" fmla="*/ 102495 h 177521"/>
                <a:gd name="connsiteX4" fmla="*/ 74410 w 142861"/>
                <a:gd name="connsiteY4" fmla="*/ 166819 h 177521"/>
                <a:gd name="connsiteX5" fmla="*/ 110672 w 142861"/>
                <a:gd name="connsiteY5" fmla="*/ 177104 h 177521"/>
                <a:gd name="connsiteX6" fmla="*/ 125434 w 142861"/>
                <a:gd name="connsiteY6" fmla="*/ 172050 h 177521"/>
                <a:gd name="connsiteX7" fmla="*/ 137094 w 142861"/>
                <a:gd name="connsiteY7" fmla="*/ 165356 h 177521"/>
                <a:gd name="connsiteX8" fmla="*/ 142857 w 142861"/>
                <a:gd name="connsiteY8" fmla="*/ 153653 h 177521"/>
                <a:gd name="connsiteX9" fmla="*/ 141039 w 142861"/>
                <a:gd name="connsiteY9" fmla="*/ 146560 h 177521"/>
                <a:gd name="connsiteX10" fmla="*/ 110761 w 142861"/>
                <a:gd name="connsiteY10" fmla="*/ 68671 h 177521"/>
                <a:gd name="connsiteX11" fmla="*/ 105220 w 142861"/>
                <a:gd name="connsiteY11" fmla="*/ 36664 h 177521"/>
                <a:gd name="connsiteX12" fmla="*/ 89970 w 142861"/>
                <a:gd name="connsiteY12" fmla="*/ 2 h 177521"/>
                <a:gd name="connsiteX13" fmla="*/ 52067 w 142861"/>
                <a:gd name="connsiteY13" fmla="*/ 19375 h 177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861" h="177521">
                  <a:moveTo>
                    <a:pt x="52067" y="19375"/>
                  </a:moveTo>
                  <a:cubicBezTo>
                    <a:pt x="33581" y="34358"/>
                    <a:pt x="17755" y="52623"/>
                    <a:pt x="5608" y="73059"/>
                  </a:cubicBezTo>
                  <a:cubicBezTo>
                    <a:pt x="2327" y="78512"/>
                    <a:pt x="-731" y="84674"/>
                    <a:pt x="155" y="90969"/>
                  </a:cubicBezTo>
                  <a:cubicBezTo>
                    <a:pt x="776" y="95225"/>
                    <a:pt x="3170" y="98993"/>
                    <a:pt x="5608" y="102495"/>
                  </a:cubicBezTo>
                  <a:cubicBezTo>
                    <a:pt x="23606" y="128517"/>
                    <a:pt x="47235" y="150639"/>
                    <a:pt x="74410" y="166819"/>
                  </a:cubicBezTo>
                  <a:cubicBezTo>
                    <a:pt x="85448" y="173380"/>
                    <a:pt x="97994" y="179143"/>
                    <a:pt x="110672" y="177104"/>
                  </a:cubicBezTo>
                  <a:cubicBezTo>
                    <a:pt x="115815" y="176262"/>
                    <a:pt x="120647" y="174178"/>
                    <a:pt x="125434" y="172050"/>
                  </a:cubicBezTo>
                  <a:cubicBezTo>
                    <a:pt x="129557" y="170233"/>
                    <a:pt x="133724" y="168327"/>
                    <a:pt x="137094" y="165356"/>
                  </a:cubicBezTo>
                  <a:cubicBezTo>
                    <a:pt x="140463" y="162386"/>
                    <a:pt x="142990" y="158130"/>
                    <a:pt x="142857" y="153653"/>
                  </a:cubicBezTo>
                  <a:cubicBezTo>
                    <a:pt x="142768" y="151215"/>
                    <a:pt x="141926" y="148865"/>
                    <a:pt x="141039" y="146560"/>
                  </a:cubicBezTo>
                  <a:cubicBezTo>
                    <a:pt x="130976" y="120538"/>
                    <a:pt x="116746" y="95890"/>
                    <a:pt x="110761" y="68671"/>
                  </a:cubicBezTo>
                  <a:cubicBezTo>
                    <a:pt x="108411" y="58076"/>
                    <a:pt x="107392" y="47259"/>
                    <a:pt x="105220" y="36664"/>
                  </a:cubicBezTo>
                  <a:cubicBezTo>
                    <a:pt x="103535" y="28418"/>
                    <a:pt x="99900" y="135"/>
                    <a:pt x="89970" y="2"/>
                  </a:cubicBezTo>
                  <a:cubicBezTo>
                    <a:pt x="76803" y="-175"/>
                    <a:pt x="61642" y="11617"/>
                    <a:pt x="52067" y="19375"/>
                  </a:cubicBezTo>
                  <a:close/>
                </a:path>
              </a:pathLst>
            </a:custGeom>
            <a:solidFill>
              <a:srgbClr val="E8858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20" name="Forme libre : forme 20119">
              <a:extLst>
                <a:ext uri="{FF2B5EF4-FFF2-40B4-BE49-F238E27FC236}">
                  <a16:creationId xmlns:a16="http://schemas.microsoft.com/office/drawing/2014/main" id="{2E705944-2374-482A-A2C1-4EC6B56C1A00}"/>
                </a:ext>
              </a:extLst>
            </p:cNvPr>
            <p:cNvSpPr/>
            <p:nvPr/>
          </p:nvSpPr>
          <p:spPr>
            <a:xfrm>
              <a:off x="5323740" y="1331847"/>
              <a:ext cx="132048" cy="164723"/>
            </a:xfrm>
            <a:custGeom>
              <a:avLst/>
              <a:gdLst>
                <a:gd name="connsiteX0" fmla="*/ 42129 w 132048"/>
                <a:gd name="connsiteY0" fmla="*/ 29822 h 164723"/>
                <a:gd name="connsiteX1" fmla="*/ 6797 w 132048"/>
                <a:gd name="connsiteY1" fmla="*/ 74198 h 164723"/>
                <a:gd name="connsiteX2" fmla="*/ 147 w 132048"/>
                <a:gd name="connsiteY2" fmla="*/ 88915 h 164723"/>
                <a:gd name="connsiteX3" fmla="*/ 10521 w 132048"/>
                <a:gd name="connsiteY3" fmla="*/ 112544 h 164723"/>
                <a:gd name="connsiteX4" fmla="*/ 34637 w 132048"/>
                <a:gd name="connsiteY4" fmla="*/ 131961 h 164723"/>
                <a:gd name="connsiteX5" fmla="*/ 109467 w 132048"/>
                <a:gd name="connsiteY5" fmla="*/ 164721 h 164723"/>
                <a:gd name="connsiteX6" fmla="*/ 124939 w 132048"/>
                <a:gd name="connsiteY6" fmla="*/ 160421 h 164723"/>
                <a:gd name="connsiteX7" fmla="*/ 131323 w 132048"/>
                <a:gd name="connsiteY7" fmla="*/ 146501 h 164723"/>
                <a:gd name="connsiteX8" fmla="*/ 116427 w 132048"/>
                <a:gd name="connsiteY8" fmla="*/ 75882 h 164723"/>
                <a:gd name="connsiteX9" fmla="*/ 100911 w 132048"/>
                <a:gd name="connsiteY9" fmla="*/ 21399 h 164723"/>
                <a:gd name="connsiteX10" fmla="*/ 89696 w 132048"/>
                <a:gd name="connsiteY10" fmla="*/ 120 h 164723"/>
                <a:gd name="connsiteX11" fmla="*/ 66511 w 132048"/>
                <a:gd name="connsiteY11" fmla="*/ 10627 h 164723"/>
                <a:gd name="connsiteX12" fmla="*/ 42129 w 132048"/>
                <a:gd name="connsiteY12" fmla="*/ 29822 h 164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048" h="164723">
                  <a:moveTo>
                    <a:pt x="42129" y="29822"/>
                  </a:moveTo>
                  <a:cubicBezTo>
                    <a:pt x="28519" y="43033"/>
                    <a:pt x="17215" y="58371"/>
                    <a:pt x="6797" y="74198"/>
                  </a:cubicBezTo>
                  <a:cubicBezTo>
                    <a:pt x="3827" y="78719"/>
                    <a:pt x="812" y="83507"/>
                    <a:pt x="147" y="88915"/>
                  </a:cubicBezTo>
                  <a:cubicBezTo>
                    <a:pt x="-961" y="97737"/>
                    <a:pt x="4359" y="106116"/>
                    <a:pt x="10521" y="112544"/>
                  </a:cubicBezTo>
                  <a:cubicBezTo>
                    <a:pt x="17658" y="119991"/>
                    <a:pt x="26169" y="126020"/>
                    <a:pt x="34637" y="131961"/>
                  </a:cubicBezTo>
                  <a:cubicBezTo>
                    <a:pt x="57245" y="147876"/>
                    <a:pt x="81805" y="164455"/>
                    <a:pt x="109467" y="164721"/>
                  </a:cubicBezTo>
                  <a:cubicBezTo>
                    <a:pt x="114920" y="164766"/>
                    <a:pt x="120816" y="164012"/>
                    <a:pt x="124939" y="160421"/>
                  </a:cubicBezTo>
                  <a:cubicBezTo>
                    <a:pt x="128884" y="157008"/>
                    <a:pt x="130524" y="151688"/>
                    <a:pt x="131323" y="146501"/>
                  </a:cubicBezTo>
                  <a:cubicBezTo>
                    <a:pt x="135002" y="122474"/>
                    <a:pt x="123875" y="99067"/>
                    <a:pt x="116427" y="75882"/>
                  </a:cubicBezTo>
                  <a:cubicBezTo>
                    <a:pt x="110664" y="57884"/>
                    <a:pt x="107074" y="39265"/>
                    <a:pt x="100911" y="21399"/>
                  </a:cubicBezTo>
                  <a:cubicBezTo>
                    <a:pt x="99094" y="16035"/>
                    <a:pt x="95902" y="1362"/>
                    <a:pt x="89696" y="120"/>
                  </a:cubicBezTo>
                  <a:cubicBezTo>
                    <a:pt x="83489" y="-1121"/>
                    <a:pt x="71520" y="7568"/>
                    <a:pt x="66511" y="10627"/>
                  </a:cubicBezTo>
                  <a:cubicBezTo>
                    <a:pt x="57689" y="16080"/>
                    <a:pt x="49532" y="22596"/>
                    <a:pt x="42129" y="29822"/>
                  </a:cubicBezTo>
                  <a:close/>
                </a:path>
              </a:pathLst>
            </a:custGeom>
            <a:solidFill>
              <a:srgbClr val="E8858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21" name="Forme libre : forme 20120">
              <a:extLst>
                <a:ext uri="{FF2B5EF4-FFF2-40B4-BE49-F238E27FC236}">
                  <a16:creationId xmlns:a16="http://schemas.microsoft.com/office/drawing/2014/main" id="{DBA5BCBA-A5A8-4ECC-8ED9-5813159C3945}"/>
                </a:ext>
              </a:extLst>
            </p:cNvPr>
            <p:cNvSpPr/>
            <p:nvPr/>
          </p:nvSpPr>
          <p:spPr>
            <a:xfrm>
              <a:off x="6434324" y="1314302"/>
              <a:ext cx="166601" cy="173383"/>
            </a:xfrm>
            <a:custGeom>
              <a:avLst/>
              <a:gdLst>
                <a:gd name="connsiteX0" fmla="*/ 7413 w 166601"/>
                <a:gd name="connsiteY0" fmla="*/ 44442 h 173383"/>
                <a:gd name="connsiteX1" fmla="*/ 9 w 166601"/>
                <a:gd name="connsiteY1" fmla="*/ 60933 h 173383"/>
                <a:gd name="connsiteX2" fmla="*/ 15437 w 166601"/>
                <a:gd name="connsiteY2" fmla="*/ 81724 h 173383"/>
                <a:gd name="connsiteX3" fmla="*/ 72845 w 166601"/>
                <a:gd name="connsiteY3" fmla="*/ 142147 h 173383"/>
                <a:gd name="connsiteX4" fmla="*/ 113630 w 166601"/>
                <a:gd name="connsiteY4" fmla="*/ 171184 h 173383"/>
                <a:gd name="connsiteX5" fmla="*/ 155478 w 166601"/>
                <a:gd name="connsiteY5" fmla="*/ 167903 h 173383"/>
                <a:gd name="connsiteX6" fmla="*/ 166117 w 166601"/>
                <a:gd name="connsiteY6" fmla="*/ 158505 h 173383"/>
                <a:gd name="connsiteX7" fmla="*/ 165364 w 166601"/>
                <a:gd name="connsiteY7" fmla="*/ 148398 h 173383"/>
                <a:gd name="connsiteX8" fmla="*/ 133889 w 166601"/>
                <a:gd name="connsiteY8" fmla="*/ 92186 h 173383"/>
                <a:gd name="connsiteX9" fmla="*/ 94346 w 166601"/>
                <a:gd name="connsiteY9" fmla="*/ 20902 h 173383"/>
                <a:gd name="connsiteX10" fmla="*/ 83884 w 166601"/>
                <a:gd name="connsiteY10" fmla="*/ 3436 h 173383"/>
                <a:gd name="connsiteX11" fmla="*/ 69520 w 166601"/>
                <a:gd name="connsiteY11" fmla="*/ 2416 h 173383"/>
                <a:gd name="connsiteX12" fmla="*/ 37292 w 166601"/>
                <a:gd name="connsiteY12" fmla="*/ 17710 h 173383"/>
                <a:gd name="connsiteX13" fmla="*/ 7413 w 166601"/>
                <a:gd name="connsiteY13" fmla="*/ 44442 h 173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601" h="173383">
                  <a:moveTo>
                    <a:pt x="7413" y="44442"/>
                  </a:moveTo>
                  <a:cubicBezTo>
                    <a:pt x="3511" y="49229"/>
                    <a:pt x="-212" y="54771"/>
                    <a:pt x="9" y="60933"/>
                  </a:cubicBezTo>
                  <a:cubicBezTo>
                    <a:pt x="320" y="69843"/>
                    <a:pt x="8477" y="76138"/>
                    <a:pt x="15437" y="81724"/>
                  </a:cubicBezTo>
                  <a:cubicBezTo>
                    <a:pt x="37159" y="99102"/>
                    <a:pt x="53871" y="121799"/>
                    <a:pt x="72845" y="142147"/>
                  </a:cubicBezTo>
                  <a:cubicBezTo>
                    <a:pt x="84371" y="154515"/>
                    <a:pt x="97404" y="166485"/>
                    <a:pt x="113630" y="171184"/>
                  </a:cubicBezTo>
                  <a:cubicBezTo>
                    <a:pt x="127328" y="175174"/>
                    <a:pt x="142356" y="173533"/>
                    <a:pt x="155478" y="167903"/>
                  </a:cubicBezTo>
                  <a:cubicBezTo>
                    <a:pt x="159956" y="165997"/>
                    <a:pt x="164655" y="163160"/>
                    <a:pt x="166117" y="158505"/>
                  </a:cubicBezTo>
                  <a:cubicBezTo>
                    <a:pt x="167137" y="155225"/>
                    <a:pt x="166383" y="151678"/>
                    <a:pt x="165364" y="148398"/>
                  </a:cubicBezTo>
                  <a:cubicBezTo>
                    <a:pt x="159202" y="127740"/>
                    <a:pt x="145459" y="110362"/>
                    <a:pt x="133889" y="92186"/>
                  </a:cubicBezTo>
                  <a:cubicBezTo>
                    <a:pt x="119260" y="69267"/>
                    <a:pt x="107734" y="44575"/>
                    <a:pt x="94346" y="20902"/>
                  </a:cubicBezTo>
                  <a:cubicBezTo>
                    <a:pt x="91021" y="15050"/>
                    <a:pt x="87829" y="8888"/>
                    <a:pt x="83884" y="3436"/>
                  </a:cubicBezTo>
                  <a:cubicBezTo>
                    <a:pt x="79805" y="-2283"/>
                    <a:pt x="75860" y="421"/>
                    <a:pt x="69520" y="2416"/>
                  </a:cubicBezTo>
                  <a:cubicBezTo>
                    <a:pt x="58127" y="6051"/>
                    <a:pt x="47266" y="11193"/>
                    <a:pt x="37292" y="17710"/>
                  </a:cubicBezTo>
                  <a:cubicBezTo>
                    <a:pt x="26076" y="25069"/>
                    <a:pt x="15924" y="34068"/>
                    <a:pt x="7413" y="44442"/>
                  </a:cubicBezTo>
                  <a:close/>
                </a:path>
              </a:pathLst>
            </a:custGeom>
            <a:solidFill>
              <a:srgbClr val="E8858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22" name="Forme libre : forme 20121">
              <a:extLst>
                <a:ext uri="{FF2B5EF4-FFF2-40B4-BE49-F238E27FC236}">
                  <a16:creationId xmlns:a16="http://schemas.microsoft.com/office/drawing/2014/main" id="{C164201C-6170-41E0-AA45-86C577EBECEF}"/>
                </a:ext>
              </a:extLst>
            </p:cNvPr>
            <p:cNvSpPr/>
            <p:nvPr/>
          </p:nvSpPr>
          <p:spPr>
            <a:xfrm>
              <a:off x="7012270" y="1309790"/>
              <a:ext cx="125309" cy="193587"/>
            </a:xfrm>
            <a:custGeom>
              <a:avLst/>
              <a:gdLst>
                <a:gd name="connsiteX0" fmla="*/ 106800 w 125309"/>
                <a:gd name="connsiteY0" fmla="*/ 134202 h 193587"/>
                <a:gd name="connsiteX1" fmla="*/ 125241 w 125309"/>
                <a:gd name="connsiteY1" fmla="*/ 183099 h 193587"/>
                <a:gd name="connsiteX2" fmla="*/ 124665 w 125309"/>
                <a:gd name="connsiteY2" fmla="*/ 187754 h 193587"/>
                <a:gd name="connsiteX3" fmla="*/ 120365 w 125309"/>
                <a:gd name="connsiteY3" fmla="*/ 191079 h 193587"/>
                <a:gd name="connsiteX4" fmla="*/ 73906 w 125309"/>
                <a:gd name="connsiteY4" fmla="*/ 182877 h 193587"/>
                <a:gd name="connsiteX5" fmla="*/ 20576 w 125309"/>
                <a:gd name="connsiteY5" fmla="*/ 143245 h 193587"/>
                <a:gd name="connsiteX6" fmla="*/ 317 w 125309"/>
                <a:gd name="connsiteY6" fmla="*/ 101663 h 193587"/>
                <a:gd name="connsiteX7" fmla="*/ 18936 w 125309"/>
                <a:gd name="connsiteY7" fmla="*/ 72360 h 193587"/>
                <a:gd name="connsiteX8" fmla="*/ 70138 w 125309"/>
                <a:gd name="connsiteY8" fmla="*/ 19961 h 193587"/>
                <a:gd name="connsiteX9" fmla="*/ 102765 w 125309"/>
                <a:gd name="connsiteY9" fmla="*/ 12 h 193587"/>
                <a:gd name="connsiteX10" fmla="*/ 94875 w 125309"/>
                <a:gd name="connsiteY10" fmla="*/ 30512 h 193587"/>
                <a:gd name="connsiteX11" fmla="*/ 91727 w 125309"/>
                <a:gd name="connsiteY11" fmla="*/ 65666 h 193587"/>
                <a:gd name="connsiteX12" fmla="*/ 106800 w 125309"/>
                <a:gd name="connsiteY12" fmla="*/ 134202 h 193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309" h="193587">
                  <a:moveTo>
                    <a:pt x="106800" y="134202"/>
                  </a:moveTo>
                  <a:cubicBezTo>
                    <a:pt x="114070" y="150161"/>
                    <a:pt x="123956" y="165633"/>
                    <a:pt x="125241" y="183099"/>
                  </a:cubicBezTo>
                  <a:cubicBezTo>
                    <a:pt x="125374" y="184695"/>
                    <a:pt x="125374" y="186335"/>
                    <a:pt x="124665" y="187754"/>
                  </a:cubicBezTo>
                  <a:cubicBezTo>
                    <a:pt x="123823" y="189394"/>
                    <a:pt x="122049" y="190369"/>
                    <a:pt x="120365" y="191079"/>
                  </a:cubicBezTo>
                  <a:cubicBezTo>
                    <a:pt x="105337" y="197374"/>
                    <a:pt x="88181" y="190768"/>
                    <a:pt x="73906" y="182877"/>
                  </a:cubicBezTo>
                  <a:cubicBezTo>
                    <a:pt x="54489" y="172105"/>
                    <a:pt x="36490" y="158761"/>
                    <a:pt x="20576" y="143245"/>
                  </a:cubicBezTo>
                  <a:cubicBezTo>
                    <a:pt x="9094" y="132074"/>
                    <a:pt x="-2033" y="117534"/>
                    <a:pt x="317" y="101663"/>
                  </a:cubicBezTo>
                  <a:cubicBezTo>
                    <a:pt x="2046" y="90004"/>
                    <a:pt x="10690" y="80783"/>
                    <a:pt x="18936" y="72360"/>
                  </a:cubicBezTo>
                  <a:cubicBezTo>
                    <a:pt x="36003" y="54894"/>
                    <a:pt x="53070" y="37427"/>
                    <a:pt x="70138" y="19961"/>
                  </a:cubicBezTo>
                  <a:cubicBezTo>
                    <a:pt x="78472" y="11405"/>
                    <a:pt x="89821" y="-431"/>
                    <a:pt x="102765" y="12"/>
                  </a:cubicBezTo>
                  <a:cubicBezTo>
                    <a:pt x="103874" y="8612"/>
                    <a:pt x="96603" y="21601"/>
                    <a:pt x="94875" y="30512"/>
                  </a:cubicBezTo>
                  <a:cubicBezTo>
                    <a:pt x="92614" y="42082"/>
                    <a:pt x="91594" y="53874"/>
                    <a:pt x="91727" y="65666"/>
                  </a:cubicBezTo>
                  <a:cubicBezTo>
                    <a:pt x="91993" y="89206"/>
                    <a:pt x="97047" y="112746"/>
                    <a:pt x="106800" y="134202"/>
                  </a:cubicBezTo>
                  <a:close/>
                </a:path>
              </a:pathLst>
            </a:custGeom>
            <a:solidFill>
              <a:srgbClr val="E8858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23" name="Forme libre : forme 20122">
              <a:extLst>
                <a:ext uri="{FF2B5EF4-FFF2-40B4-BE49-F238E27FC236}">
                  <a16:creationId xmlns:a16="http://schemas.microsoft.com/office/drawing/2014/main" id="{CB10FCFC-C624-48CF-A383-DEB0F303E082}"/>
                </a:ext>
              </a:extLst>
            </p:cNvPr>
            <p:cNvSpPr/>
            <p:nvPr/>
          </p:nvSpPr>
          <p:spPr>
            <a:xfrm>
              <a:off x="7420812" y="1093296"/>
              <a:ext cx="49566" cy="196379"/>
            </a:xfrm>
            <a:custGeom>
              <a:avLst/>
              <a:gdLst>
                <a:gd name="connsiteX0" fmla="*/ 32114 w 49566"/>
                <a:gd name="connsiteY0" fmla="*/ 5180 h 196379"/>
                <a:gd name="connsiteX1" fmla="*/ 44925 w 49566"/>
                <a:gd name="connsiteY1" fmla="*/ 24242 h 196379"/>
                <a:gd name="connsiteX2" fmla="*/ 49491 w 49566"/>
                <a:gd name="connsiteY2" fmla="*/ 41532 h 196379"/>
                <a:gd name="connsiteX3" fmla="*/ 46743 w 49566"/>
                <a:gd name="connsiteY3" fmla="*/ 61702 h 196379"/>
                <a:gd name="connsiteX4" fmla="*/ 27104 w 49566"/>
                <a:gd name="connsiteY4" fmla="*/ 144734 h 196379"/>
                <a:gd name="connsiteX5" fmla="*/ 11145 w 49566"/>
                <a:gd name="connsiteY5" fmla="*/ 196380 h 196379"/>
                <a:gd name="connsiteX6" fmla="*/ 13495 w 49566"/>
                <a:gd name="connsiteY6" fmla="*/ 92822 h 196379"/>
                <a:gd name="connsiteX7" fmla="*/ 8086 w 49566"/>
                <a:gd name="connsiteY7" fmla="*/ 67155 h 196379"/>
                <a:gd name="connsiteX8" fmla="*/ 639 w 49566"/>
                <a:gd name="connsiteY8" fmla="*/ 51151 h 196379"/>
                <a:gd name="connsiteX9" fmla="*/ 9815 w 49566"/>
                <a:gd name="connsiteY9" fmla="*/ 10588 h 196379"/>
                <a:gd name="connsiteX10" fmla="*/ 32114 w 49566"/>
                <a:gd name="connsiteY10" fmla="*/ 5180 h 196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566" h="196379">
                  <a:moveTo>
                    <a:pt x="32114" y="5180"/>
                  </a:moveTo>
                  <a:cubicBezTo>
                    <a:pt x="38143" y="10012"/>
                    <a:pt x="41955" y="17105"/>
                    <a:pt x="44925" y="24242"/>
                  </a:cubicBezTo>
                  <a:cubicBezTo>
                    <a:pt x="47230" y="29784"/>
                    <a:pt x="49137" y="35547"/>
                    <a:pt x="49491" y="41532"/>
                  </a:cubicBezTo>
                  <a:cubicBezTo>
                    <a:pt x="49935" y="48358"/>
                    <a:pt x="48339" y="55097"/>
                    <a:pt x="46743" y="61702"/>
                  </a:cubicBezTo>
                  <a:cubicBezTo>
                    <a:pt x="40182" y="89365"/>
                    <a:pt x="33621" y="117071"/>
                    <a:pt x="27104" y="144734"/>
                  </a:cubicBezTo>
                  <a:cubicBezTo>
                    <a:pt x="22937" y="162289"/>
                    <a:pt x="18726" y="180021"/>
                    <a:pt x="11145" y="196380"/>
                  </a:cubicBezTo>
                  <a:cubicBezTo>
                    <a:pt x="8574" y="161934"/>
                    <a:pt x="15622" y="127312"/>
                    <a:pt x="13495" y="92822"/>
                  </a:cubicBezTo>
                  <a:cubicBezTo>
                    <a:pt x="12963" y="84045"/>
                    <a:pt x="11766" y="75134"/>
                    <a:pt x="8086" y="67155"/>
                  </a:cubicBezTo>
                  <a:cubicBezTo>
                    <a:pt x="5604" y="61791"/>
                    <a:pt x="1968" y="56870"/>
                    <a:pt x="639" y="51151"/>
                  </a:cubicBezTo>
                  <a:cubicBezTo>
                    <a:pt x="-2465" y="37896"/>
                    <a:pt x="6579" y="23134"/>
                    <a:pt x="9815" y="10588"/>
                  </a:cubicBezTo>
                  <a:cubicBezTo>
                    <a:pt x="12918" y="-1425"/>
                    <a:pt x="21607" y="-3198"/>
                    <a:pt x="32114" y="5180"/>
                  </a:cubicBezTo>
                  <a:close/>
                </a:path>
              </a:pathLst>
            </a:custGeom>
            <a:solidFill>
              <a:srgbClr val="E8858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24" name="Forme libre : forme 20123">
              <a:extLst>
                <a:ext uri="{FF2B5EF4-FFF2-40B4-BE49-F238E27FC236}">
                  <a16:creationId xmlns:a16="http://schemas.microsoft.com/office/drawing/2014/main" id="{4E0C31D0-28EE-465C-84CC-745591399541}"/>
                </a:ext>
              </a:extLst>
            </p:cNvPr>
            <p:cNvSpPr/>
            <p:nvPr/>
          </p:nvSpPr>
          <p:spPr>
            <a:xfrm>
              <a:off x="7682729" y="919847"/>
              <a:ext cx="36562" cy="123440"/>
            </a:xfrm>
            <a:custGeom>
              <a:avLst/>
              <a:gdLst>
                <a:gd name="connsiteX0" fmla="*/ 18761 w 36562"/>
                <a:gd name="connsiteY0" fmla="*/ 105794 h 123440"/>
                <a:gd name="connsiteX1" fmla="*/ 1959 w 36562"/>
                <a:gd name="connsiteY1" fmla="*/ 123437 h 123440"/>
                <a:gd name="connsiteX2" fmla="*/ 9407 w 36562"/>
                <a:gd name="connsiteY2" fmla="*/ 18417 h 123440"/>
                <a:gd name="connsiteX3" fmla="*/ 30996 w 36562"/>
                <a:gd name="connsiteY3" fmla="*/ 1084 h 123440"/>
                <a:gd name="connsiteX4" fmla="*/ 34676 w 36562"/>
                <a:gd name="connsiteY4" fmla="*/ 47365 h 123440"/>
                <a:gd name="connsiteX5" fmla="*/ 18761 w 36562"/>
                <a:gd name="connsiteY5" fmla="*/ 105794 h 12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62" h="123440">
                  <a:moveTo>
                    <a:pt x="18761" y="105794"/>
                  </a:moveTo>
                  <a:cubicBezTo>
                    <a:pt x="15480" y="113684"/>
                    <a:pt x="10471" y="122595"/>
                    <a:pt x="1959" y="123437"/>
                  </a:cubicBezTo>
                  <a:cubicBezTo>
                    <a:pt x="-4203" y="124058"/>
                    <a:pt x="5816" y="27283"/>
                    <a:pt x="9407" y="18417"/>
                  </a:cubicBezTo>
                  <a:cubicBezTo>
                    <a:pt x="11934" y="12211"/>
                    <a:pt x="22352" y="-4369"/>
                    <a:pt x="30996" y="1084"/>
                  </a:cubicBezTo>
                  <a:cubicBezTo>
                    <a:pt x="39907" y="6714"/>
                    <a:pt x="35695" y="38588"/>
                    <a:pt x="34676" y="47365"/>
                  </a:cubicBezTo>
                  <a:cubicBezTo>
                    <a:pt x="32415" y="67492"/>
                    <a:pt x="26475" y="87086"/>
                    <a:pt x="18761" y="105794"/>
                  </a:cubicBezTo>
                  <a:close/>
                </a:path>
              </a:pathLst>
            </a:custGeom>
            <a:solidFill>
              <a:srgbClr val="E8858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25" name="Forme libre : forme 20124">
              <a:extLst>
                <a:ext uri="{FF2B5EF4-FFF2-40B4-BE49-F238E27FC236}">
                  <a16:creationId xmlns:a16="http://schemas.microsoft.com/office/drawing/2014/main" id="{7A9F3C5C-9026-45FC-A032-0155BCF2895B}"/>
                </a:ext>
              </a:extLst>
            </p:cNvPr>
            <p:cNvSpPr/>
            <p:nvPr/>
          </p:nvSpPr>
          <p:spPr>
            <a:xfrm>
              <a:off x="4299497" y="1394866"/>
              <a:ext cx="121935" cy="64021"/>
            </a:xfrm>
            <a:custGeom>
              <a:avLst/>
              <a:gdLst>
                <a:gd name="connsiteX0" fmla="*/ 1143 w 121935"/>
                <a:gd name="connsiteY0" fmla="*/ 19646 h 64021"/>
                <a:gd name="connsiteX1" fmla="*/ 11162 w 121935"/>
                <a:gd name="connsiteY1" fmla="*/ 34320 h 64021"/>
                <a:gd name="connsiteX2" fmla="*/ 93751 w 121935"/>
                <a:gd name="connsiteY2" fmla="*/ 63534 h 64021"/>
                <a:gd name="connsiteX3" fmla="*/ 109488 w 121935"/>
                <a:gd name="connsiteY3" fmla="*/ 63179 h 64021"/>
                <a:gd name="connsiteX4" fmla="*/ 121236 w 121935"/>
                <a:gd name="connsiteY4" fmla="*/ 53559 h 64021"/>
                <a:gd name="connsiteX5" fmla="*/ 110197 w 121935"/>
                <a:gd name="connsiteY5" fmla="*/ 31438 h 64021"/>
                <a:gd name="connsiteX6" fmla="*/ 44986 w 121935"/>
                <a:gd name="connsiteY6" fmla="*/ 10647 h 64021"/>
                <a:gd name="connsiteX7" fmla="*/ 11428 w 121935"/>
                <a:gd name="connsiteY7" fmla="*/ 1426 h 64021"/>
                <a:gd name="connsiteX8" fmla="*/ 2163 w 121935"/>
                <a:gd name="connsiteY8" fmla="*/ 3377 h 64021"/>
                <a:gd name="connsiteX9" fmla="*/ 1143 w 121935"/>
                <a:gd name="connsiteY9" fmla="*/ 19646 h 6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935" h="64021">
                  <a:moveTo>
                    <a:pt x="1143" y="19646"/>
                  </a:moveTo>
                  <a:cubicBezTo>
                    <a:pt x="3005" y="25320"/>
                    <a:pt x="6862" y="30153"/>
                    <a:pt x="11162" y="34320"/>
                  </a:cubicBezTo>
                  <a:cubicBezTo>
                    <a:pt x="32574" y="55022"/>
                    <a:pt x="64093" y="60697"/>
                    <a:pt x="93751" y="63534"/>
                  </a:cubicBezTo>
                  <a:cubicBezTo>
                    <a:pt x="99026" y="64021"/>
                    <a:pt x="104390" y="64465"/>
                    <a:pt x="109488" y="63179"/>
                  </a:cubicBezTo>
                  <a:cubicBezTo>
                    <a:pt x="114586" y="61894"/>
                    <a:pt x="119507" y="58524"/>
                    <a:pt x="121236" y="53559"/>
                  </a:cubicBezTo>
                  <a:cubicBezTo>
                    <a:pt x="124162" y="45181"/>
                    <a:pt x="117423" y="36581"/>
                    <a:pt x="110197" y="31438"/>
                  </a:cubicBezTo>
                  <a:cubicBezTo>
                    <a:pt x="91135" y="17873"/>
                    <a:pt x="67329" y="14991"/>
                    <a:pt x="44986" y="10647"/>
                  </a:cubicBezTo>
                  <a:cubicBezTo>
                    <a:pt x="33416" y="8386"/>
                    <a:pt x="22688" y="4662"/>
                    <a:pt x="11428" y="1426"/>
                  </a:cubicBezTo>
                  <a:cubicBezTo>
                    <a:pt x="5842" y="-170"/>
                    <a:pt x="5532" y="-1411"/>
                    <a:pt x="2163" y="3377"/>
                  </a:cubicBezTo>
                  <a:cubicBezTo>
                    <a:pt x="-763" y="7499"/>
                    <a:pt x="-320" y="15169"/>
                    <a:pt x="1143" y="19646"/>
                  </a:cubicBezTo>
                  <a:close/>
                </a:path>
              </a:pathLst>
            </a:custGeom>
            <a:solidFill>
              <a:srgbClr val="EF9797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26" name="Forme libre : forme 20125">
              <a:extLst>
                <a:ext uri="{FF2B5EF4-FFF2-40B4-BE49-F238E27FC236}">
                  <a16:creationId xmlns:a16="http://schemas.microsoft.com/office/drawing/2014/main" id="{145F247A-84D6-48A7-9BE8-67561AAEA8CD}"/>
                </a:ext>
              </a:extLst>
            </p:cNvPr>
            <p:cNvSpPr/>
            <p:nvPr/>
          </p:nvSpPr>
          <p:spPr>
            <a:xfrm>
              <a:off x="4845167" y="1421721"/>
              <a:ext cx="103773" cy="78998"/>
            </a:xfrm>
            <a:custGeom>
              <a:avLst/>
              <a:gdLst>
                <a:gd name="connsiteX0" fmla="*/ 67861 w 103773"/>
                <a:gd name="connsiteY0" fmla="*/ 71523 h 78998"/>
                <a:gd name="connsiteX1" fmla="*/ 85815 w 103773"/>
                <a:gd name="connsiteY1" fmla="*/ 78882 h 78998"/>
                <a:gd name="connsiteX2" fmla="*/ 102439 w 103773"/>
                <a:gd name="connsiteY2" fmla="*/ 71168 h 78998"/>
                <a:gd name="connsiteX3" fmla="*/ 103680 w 103773"/>
                <a:gd name="connsiteY3" fmla="*/ 62657 h 78998"/>
                <a:gd name="connsiteX4" fmla="*/ 89140 w 103773"/>
                <a:gd name="connsiteY4" fmla="*/ 37787 h 78998"/>
                <a:gd name="connsiteX5" fmla="*/ 64625 w 103773"/>
                <a:gd name="connsiteY5" fmla="*/ 21340 h 78998"/>
                <a:gd name="connsiteX6" fmla="*/ 35012 w 103773"/>
                <a:gd name="connsiteY6" fmla="*/ 2987 h 78998"/>
                <a:gd name="connsiteX7" fmla="*/ 4689 w 103773"/>
                <a:gd name="connsiteY7" fmla="*/ 4362 h 78998"/>
                <a:gd name="connsiteX8" fmla="*/ 10674 w 103773"/>
                <a:gd name="connsiteY8" fmla="*/ 29364 h 78998"/>
                <a:gd name="connsiteX9" fmla="*/ 67861 w 103773"/>
                <a:gd name="connsiteY9" fmla="*/ 71523 h 7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773" h="78998">
                  <a:moveTo>
                    <a:pt x="67861" y="71523"/>
                  </a:moveTo>
                  <a:cubicBezTo>
                    <a:pt x="73491" y="74803"/>
                    <a:pt x="79342" y="78173"/>
                    <a:pt x="85815" y="78882"/>
                  </a:cubicBezTo>
                  <a:cubicBezTo>
                    <a:pt x="92287" y="79591"/>
                    <a:pt x="99646" y="77064"/>
                    <a:pt x="102439" y="71168"/>
                  </a:cubicBezTo>
                  <a:cubicBezTo>
                    <a:pt x="103680" y="68553"/>
                    <a:pt x="103946" y="65538"/>
                    <a:pt x="103680" y="62657"/>
                  </a:cubicBezTo>
                  <a:cubicBezTo>
                    <a:pt x="102838" y="52860"/>
                    <a:pt x="96632" y="44215"/>
                    <a:pt x="89140" y="37787"/>
                  </a:cubicBezTo>
                  <a:cubicBezTo>
                    <a:pt x="81648" y="31359"/>
                    <a:pt x="72826" y="26793"/>
                    <a:pt x="64625" y="21340"/>
                  </a:cubicBezTo>
                  <a:cubicBezTo>
                    <a:pt x="54916" y="14912"/>
                    <a:pt x="45873" y="7287"/>
                    <a:pt x="35012" y="2987"/>
                  </a:cubicBezTo>
                  <a:cubicBezTo>
                    <a:pt x="25835" y="-648"/>
                    <a:pt x="13156" y="-1801"/>
                    <a:pt x="4689" y="4362"/>
                  </a:cubicBezTo>
                  <a:cubicBezTo>
                    <a:pt x="-6083" y="12252"/>
                    <a:pt x="4201" y="21961"/>
                    <a:pt x="10674" y="29364"/>
                  </a:cubicBezTo>
                  <a:cubicBezTo>
                    <a:pt x="26456" y="47363"/>
                    <a:pt x="47469" y="59642"/>
                    <a:pt x="67861" y="71523"/>
                  </a:cubicBezTo>
                  <a:close/>
                </a:path>
              </a:pathLst>
            </a:custGeom>
            <a:solidFill>
              <a:srgbClr val="EF9797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27" name="Forme libre : forme 20126">
              <a:extLst>
                <a:ext uri="{FF2B5EF4-FFF2-40B4-BE49-F238E27FC236}">
                  <a16:creationId xmlns:a16="http://schemas.microsoft.com/office/drawing/2014/main" id="{E1E95255-CA26-4EAF-9BBA-8EE23D49816B}"/>
                </a:ext>
              </a:extLst>
            </p:cNvPr>
            <p:cNvSpPr/>
            <p:nvPr/>
          </p:nvSpPr>
          <p:spPr>
            <a:xfrm>
              <a:off x="5349804" y="1397873"/>
              <a:ext cx="85363" cy="91493"/>
            </a:xfrm>
            <a:custGeom>
              <a:avLst/>
              <a:gdLst>
                <a:gd name="connsiteX0" fmla="*/ 12651 w 85363"/>
                <a:gd name="connsiteY0" fmla="*/ 51882 h 91493"/>
                <a:gd name="connsiteX1" fmla="*/ 58755 w 85363"/>
                <a:gd name="connsiteY1" fmla="*/ 86637 h 91493"/>
                <a:gd name="connsiteX2" fmla="*/ 71345 w 85363"/>
                <a:gd name="connsiteY2" fmla="*/ 91380 h 91493"/>
                <a:gd name="connsiteX3" fmla="*/ 83448 w 85363"/>
                <a:gd name="connsiteY3" fmla="*/ 86947 h 91493"/>
                <a:gd name="connsiteX4" fmla="*/ 82162 w 85363"/>
                <a:gd name="connsiteY4" fmla="*/ 71166 h 91493"/>
                <a:gd name="connsiteX5" fmla="*/ 70104 w 85363"/>
                <a:gd name="connsiteY5" fmla="*/ 59329 h 91493"/>
                <a:gd name="connsiteX6" fmla="*/ 50200 w 85363"/>
                <a:gd name="connsiteY6" fmla="*/ 33218 h 91493"/>
                <a:gd name="connsiteX7" fmla="*/ 5204 w 85363"/>
                <a:gd name="connsiteY7" fmla="*/ 1344 h 91493"/>
                <a:gd name="connsiteX8" fmla="*/ 12651 w 85363"/>
                <a:gd name="connsiteY8" fmla="*/ 51882 h 9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363" h="91493">
                  <a:moveTo>
                    <a:pt x="12651" y="51882"/>
                  </a:moveTo>
                  <a:cubicBezTo>
                    <a:pt x="24177" y="67486"/>
                    <a:pt x="41599" y="77593"/>
                    <a:pt x="58755" y="86637"/>
                  </a:cubicBezTo>
                  <a:cubicBezTo>
                    <a:pt x="62745" y="88721"/>
                    <a:pt x="66868" y="90848"/>
                    <a:pt x="71345" y="91380"/>
                  </a:cubicBezTo>
                  <a:cubicBezTo>
                    <a:pt x="75823" y="91912"/>
                    <a:pt x="80788" y="90583"/>
                    <a:pt x="83448" y="86947"/>
                  </a:cubicBezTo>
                  <a:cubicBezTo>
                    <a:pt x="86773" y="82381"/>
                    <a:pt x="85398" y="75776"/>
                    <a:pt x="82162" y="71166"/>
                  </a:cubicBezTo>
                  <a:cubicBezTo>
                    <a:pt x="78926" y="66555"/>
                    <a:pt x="74183" y="63275"/>
                    <a:pt x="70104" y="59329"/>
                  </a:cubicBezTo>
                  <a:cubicBezTo>
                    <a:pt x="62213" y="51749"/>
                    <a:pt x="56938" y="41863"/>
                    <a:pt x="50200" y="33218"/>
                  </a:cubicBezTo>
                  <a:cubicBezTo>
                    <a:pt x="44171" y="25505"/>
                    <a:pt x="14779" y="-6946"/>
                    <a:pt x="5204" y="1344"/>
                  </a:cubicBezTo>
                  <a:cubicBezTo>
                    <a:pt x="-7165" y="12028"/>
                    <a:pt x="5470" y="42173"/>
                    <a:pt x="12651" y="51882"/>
                  </a:cubicBezTo>
                  <a:close/>
                </a:path>
              </a:pathLst>
            </a:custGeom>
            <a:solidFill>
              <a:srgbClr val="EF9797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28" name="Forme libre : forme 20127">
              <a:extLst>
                <a:ext uri="{FF2B5EF4-FFF2-40B4-BE49-F238E27FC236}">
                  <a16:creationId xmlns:a16="http://schemas.microsoft.com/office/drawing/2014/main" id="{FCB3D962-0A34-45A1-8ECA-6C218B53DB24}"/>
                </a:ext>
              </a:extLst>
            </p:cNvPr>
            <p:cNvSpPr/>
            <p:nvPr/>
          </p:nvSpPr>
          <p:spPr>
            <a:xfrm>
              <a:off x="6488549" y="1393529"/>
              <a:ext cx="97036" cy="81241"/>
            </a:xfrm>
            <a:custGeom>
              <a:avLst/>
              <a:gdLst>
                <a:gd name="connsiteX0" fmla="*/ 43091 w 97036"/>
                <a:gd name="connsiteY0" fmla="*/ 62078 h 81241"/>
                <a:gd name="connsiteX1" fmla="*/ 90038 w 97036"/>
                <a:gd name="connsiteY1" fmla="*/ 81140 h 81241"/>
                <a:gd name="connsiteX2" fmla="*/ 93894 w 97036"/>
                <a:gd name="connsiteY2" fmla="*/ 80121 h 81241"/>
                <a:gd name="connsiteX3" fmla="*/ 96244 w 97036"/>
                <a:gd name="connsiteY3" fmla="*/ 76486 h 81241"/>
                <a:gd name="connsiteX4" fmla="*/ 87112 w 97036"/>
                <a:gd name="connsiteY4" fmla="*/ 49621 h 81241"/>
                <a:gd name="connsiteX5" fmla="*/ 49165 w 97036"/>
                <a:gd name="connsiteY5" fmla="*/ 13181 h 81241"/>
                <a:gd name="connsiteX6" fmla="*/ 46 w 97036"/>
                <a:gd name="connsiteY6" fmla="*/ 12915 h 81241"/>
                <a:gd name="connsiteX7" fmla="*/ 16005 w 97036"/>
                <a:gd name="connsiteY7" fmla="*/ 37430 h 81241"/>
                <a:gd name="connsiteX8" fmla="*/ 43091 w 97036"/>
                <a:gd name="connsiteY8" fmla="*/ 62078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7036" h="81241">
                  <a:moveTo>
                    <a:pt x="43091" y="62078"/>
                  </a:moveTo>
                  <a:cubicBezTo>
                    <a:pt x="56701" y="72717"/>
                    <a:pt x="72793" y="82337"/>
                    <a:pt x="90038" y="81140"/>
                  </a:cubicBezTo>
                  <a:cubicBezTo>
                    <a:pt x="91368" y="81052"/>
                    <a:pt x="92786" y="80874"/>
                    <a:pt x="93894" y="80121"/>
                  </a:cubicBezTo>
                  <a:cubicBezTo>
                    <a:pt x="95092" y="79278"/>
                    <a:pt x="95801" y="77860"/>
                    <a:pt x="96244" y="76486"/>
                  </a:cubicBezTo>
                  <a:cubicBezTo>
                    <a:pt x="99214" y="67087"/>
                    <a:pt x="93318" y="57290"/>
                    <a:pt x="87112" y="49621"/>
                  </a:cubicBezTo>
                  <a:cubicBezTo>
                    <a:pt x="76118" y="35923"/>
                    <a:pt x="63306" y="23643"/>
                    <a:pt x="49165" y="13181"/>
                  </a:cubicBezTo>
                  <a:cubicBezTo>
                    <a:pt x="38969" y="5645"/>
                    <a:pt x="2218" y="-12132"/>
                    <a:pt x="46" y="12915"/>
                  </a:cubicBezTo>
                  <a:cubicBezTo>
                    <a:pt x="-796" y="22402"/>
                    <a:pt x="10154" y="31268"/>
                    <a:pt x="16005" y="37430"/>
                  </a:cubicBezTo>
                  <a:cubicBezTo>
                    <a:pt x="24428" y="46296"/>
                    <a:pt x="33471" y="54542"/>
                    <a:pt x="43091" y="62078"/>
                  </a:cubicBezTo>
                  <a:close/>
                </a:path>
              </a:pathLst>
            </a:custGeom>
            <a:solidFill>
              <a:srgbClr val="EF9797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29" name="Forme libre : forme 20128">
              <a:extLst>
                <a:ext uri="{FF2B5EF4-FFF2-40B4-BE49-F238E27FC236}">
                  <a16:creationId xmlns:a16="http://schemas.microsoft.com/office/drawing/2014/main" id="{FD0C2B6B-D8E1-439E-AE40-B64A09C28F13}"/>
                </a:ext>
              </a:extLst>
            </p:cNvPr>
            <p:cNvSpPr/>
            <p:nvPr/>
          </p:nvSpPr>
          <p:spPr>
            <a:xfrm>
              <a:off x="7025781" y="1409536"/>
              <a:ext cx="91064" cy="78151"/>
            </a:xfrm>
            <a:custGeom>
              <a:avLst/>
              <a:gdLst>
                <a:gd name="connsiteX0" fmla="*/ 49046 w 91064"/>
                <a:gd name="connsiteY0" fmla="*/ 60655 h 78151"/>
                <a:gd name="connsiteX1" fmla="*/ 84555 w 91064"/>
                <a:gd name="connsiteY1" fmla="*/ 78077 h 78151"/>
                <a:gd name="connsiteX2" fmla="*/ 88457 w 91064"/>
                <a:gd name="connsiteY2" fmla="*/ 77412 h 78151"/>
                <a:gd name="connsiteX3" fmla="*/ 89875 w 91064"/>
                <a:gd name="connsiteY3" fmla="*/ 75063 h 78151"/>
                <a:gd name="connsiteX4" fmla="*/ 82738 w 91064"/>
                <a:gd name="connsiteY4" fmla="*/ 44386 h 78151"/>
                <a:gd name="connsiteX5" fmla="*/ 47317 w 91064"/>
                <a:gd name="connsiteY5" fmla="*/ 9630 h 78151"/>
                <a:gd name="connsiteX6" fmla="*/ 770 w 91064"/>
                <a:gd name="connsiteY6" fmla="*/ 11891 h 78151"/>
                <a:gd name="connsiteX7" fmla="*/ 20941 w 91064"/>
                <a:gd name="connsiteY7" fmla="*/ 36140 h 78151"/>
                <a:gd name="connsiteX8" fmla="*/ 49046 w 91064"/>
                <a:gd name="connsiteY8" fmla="*/ 60655 h 7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064" h="78151">
                  <a:moveTo>
                    <a:pt x="49046" y="60655"/>
                  </a:moveTo>
                  <a:cubicBezTo>
                    <a:pt x="59597" y="68856"/>
                    <a:pt x="71256" y="76659"/>
                    <a:pt x="84555" y="78077"/>
                  </a:cubicBezTo>
                  <a:cubicBezTo>
                    <a:pt x="85885" y="78210"/>
                    <a:pt x="87393" y="78254"/>
                    <a:pt x="88457" y="77412"/>
                  </a:cubicBezTo>
                  <a:cubicBezTo>
                    <a:pt x="89166" y="76836"/>
                    <a:pt x="89565" y="75949"/>
                    <a:pt x="89875" y="75063"/>
                  </a:cubicBezTo>
                  <a:cubicBezTo>
                    <a:pt x="93377" y="64778"/>
                    <a:pt x="88589" y="53562"/>
                    <a:pt x="82738" y="44386"/>
                  </a:cubicBezTo>
                  <a:cubicBezTo>
                    <a:pt x="73783" y="30288"/>
                    <a:pt x="61947" y="17743"/>
                    <a:pt x="47317" y="9630"/>
                  </a:cubicBezTo>
                  <a:cubicBezTo>
                    <a:pt x="38806" y="4887"/>
                    <a:pt x="-6412" y="-10629"/>
                    <a:pt x="770" y="11891"/>
                  </a:cubicBezTo>
                  <a:cubicBezTo>
                    <a:pt x="3784" y="21333"/>
                    <a:pt x="14158" y="29446"/>
                    <a:pt x="20941" y="36140"/>
                  </a:cubicBezTo>
                  <a:cubicBezTo>
                    <a:pt x="29895" y="44829"/>
                    <a:pt x="39249" y="53030"/>
                    <a:pt x="49046" y="60655"/>
                  </a:cubicBezTo>
                  <a:close/>
                </a:path>
              </a:pathLst>
            </a:custGeom>
            <a:solidFill>
              <a:srgbClr val="EF9797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30" name="Forme libre : forme 20129">
              <a:extLst>
                <a:ext uri="{FF2B5EF4-FFF2-40B4-BE49-F238E27FC236}">
                  <a16:creationId xmlns:a16="http://schemas.microsoft.com/office/drawing/2014/main" id="{843014A8-4B77-481A-A759-D4818023B1D6}"/>
                </a:ext>
              </a:extLst>
            </p:cNvPr>
            <p:cNvSpPr/>
            <p:nvPr/>
          </p:nvSpPr>
          <p:spPr>
            <a:xfrm>
              <a:off x="7440936" y="1128631"/>
              <a:ext cx="22075" cy="59149"/>
            </a:xfrm>
            <a:custGeom>
              <a:avLst/>
              <a:gdLst>
                <a:gd name="connsiteX0" fmla="*/ 464 w 22075"/>
                <a:gd name="connsiteY0" fmla="*/ 43169 h 59149"/>
                <a:gd name="connsiteX1" fmla="*/ 2681 w 22075"/>
                <a:gd name="connsiteY1" fmla="*/ 58108 h 59149"/>
                <a:gd name="connsiteX2" fmla="*/ 4055 w 22075"/>
                <a:gd name="connsiteY2" fmla="*/ 59128 h 59149"/>
                <a:gd name="connsiteX3" fmla="*/ 6537 w 22075"/>
                <a:gd name="connsiteY3" fmla="*/ 57532 h 59149"/>
                <a:gd name="connsiteX4" fmla="*/ 16069 w 22075"/>
                <a:gd name="connsiteY4" fmla="*/ 655 h 59149"/>
                <a:gd name="connsiteX5" fmla="*/ 464 w 22075"/>
                <a:gd name="connsiteY5" fmla="*/ 43169 h 5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75" h="59149">
                  <a:moveTo>
                    <a:pt x="464" y="43169"/>
                  </a:moveTo>
                  <a:cubicBezTo>
                    <a:pt x="-245" y="48311"/>
                    <a:pt x="-555" y="54030"/>
                    <a:pt x="2681" y="58108"/>
                  </a:cubicBezTo>
                  <a:cubicBezTo>
                    <a:pt x="3035" y="58552"/>
                    <a:pt x="3479" y="58995"/>
                    <a:pt x="4055" y="59128"/>
                  </a:cubicBezTo>
                  <a:cubicBezTo>
                    <a:pt x="5075" y="59305"/>
                    <a:pt x="5961" y="58374"/>
                    <a:pt x="6537" y="57532"/>
                  </a:cubicBezTo>
                  <a:cubicBezTo>
                    <a:pt x="12877" y="48666"/>
                    <a:pt x="31585" y="8945"/>
                    <a:pt x="16069" y="655"/>
                  </a:cubicBezTo>
                  <a:cubicBezTo>
                    <a:pt x="4144" y="-5773"/>
                    <a:pt x="1351" y="37051"/>
                    <a:pt x="464" y="43169"/>
                  </a:cubicBezTo>
                  <a:close/>
                </a:path>
              </a:pathLst>
            </a:custGeom>
            <a:solidFill>
              <a:srgbClr val="EF9797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31" name="Forme libre : forme 20130">
              <a:extLst>
                <a:ext uri="{FF2B5EF4-FFF2-40B4-BE49-F238E27FC236}">
                  <a16:creationId xmlns:a16="http://schemas.microsoft.com/office/drawing/2014/main" id="{EEE8AC24-0D8B-4724-B0AB-ED3BBEDB8B07}"/>
                </a:ext>
              </a:extLst>
            </p:cNvPr>
            <p:cNvSpPr/>
            <p:nvPr/>
          </p:nvSpPr>
          <p:spPr>
            <a:xfrm>
              <a:off x="7690677" y="980001"/>
              <a:ext cx="16179" cy="41562"/>
            </a:xfrm>
            <a:custGeom>
              <a:avLst/>
              <a:gdLst>
                <a:gd name="connsiteX0" fmla="*/ 40 w 16179"/>
                <a:gd name="connsiteY0" fmla="*/ 35266 h 41562"/>
                <a:gd name="connsiteX1" fmla="*/ 1104 w 16179"/>
                <a:gd name="connsiteY1" fmla="*/ 39743 h 41562"/>
                <a:gd name="connsiteX2" fmla="*/ 5094 w 16179"/>
                <a:gd name="connsiteY2" fmla="*/ 41383 h 41562"/>
                <a:gd name="connsiteX3" fmla="*/ 7532 w 16179"/>
                <a:gd name="connsiteY3" fmla="*/ 38369 h 41562"/>
                <a:gd name="connsiteX4" fmla="*/ 12320 w 16179"/>
                <a:gd name="connsiteY4" fmla="*/ 67 h 41562"/>
                <a:gd name="connsiteX5" fmla="*/ 40 w 16179"/>
                <a:gd name="connsiteY5" fmla="*/ 35266 h 4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79" h="41562">
                  <a:moveTo>
                    <a:pt x="40" y="35266"/>
                  </a:moveTo>
                  <a:cubicBezTo>
                    <a:pt x="129" y="36817"/>
                    <a:pt x="306" y="38458"/>
                    <a:pt x="1104" y="39743"/>
                  </a:cubicBezTo>
                  <a:cubicBezTo>
                    <a:pt x="1946" y="41073"/>
                    <a:pt x="3631" y="41960"/>
                    <a:pt x="5094" y="41383"/>
                  </a:cubicBezTo>
                  <a:cubicBezTo>
                    <a:pt x="6335" y="40896"/>
                    <a:pt x="7000" y="39566"/>
                    <a:pt x="7532" y="38369"/>
                  </a:cubicBezTo>
                  <a:cubicBezTo>
                    <a:pt x="9970" y="32695"/>
                    <a:pt x="22339" y="1619"/>
                    <a:pt x="12320" y="67"/>
                  </a:cubicBezTo>
                  <a:cubicBezTo>
                    <a:pt x="1503" y="-1618"/>
                    <a:pt x="-314" y="28971"/>
                    <a:pt x="40" y="35266"/>
                  </a:cubicBezTo>
                  <a:close/>
                </a:path>
              </a:pathLst>
            </a:custGeom>
            <a:solidFill>
              <a:srgbClr val="EF9797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32" name="Forme libre : forme 20131">
              <a:extLst>
                <a:ext uri="{FF2B5EF4-FFF2-40B4-BE49-F238E27FC236}">
                  <a16:creationId xmlns:a16="http://schemas.microsoft.com/office/drawing/2014/main" id="{9FE41A9A-5B4B-4E57-83FE-4132A434C3DC}"/>
                </a:ext>
              </a:extLst>
            </p:cNvPr>
            <p:cNvSpPr/>
            <p:nvPr/>
          </p:nvSpPr>
          <p:spPr>
            <a:xfrm>
              <a:off x="4318244" y="1369994"/>
              <a:ext cx="57634" cy="74309"/>
            </a:xfrm>
            <a:custGeom>
              <a:avLst/>
              <a:gdLst>
                <a:gd name="connsiteX0" fmla="*/ 8818 w 57634"/>
                <a:gd name="connsiteY0" fmla="*/ 7458 h 74309"/>
                <a:gd name="connsiteX1" fmla="*/ 173 w 57634"/>
                <a:gd name="connsiteY1" fmla="*/ 29401 h 74309"/>
                <a:gd name="connsiteX2" fmla="*/ 6291 w 57634"/>
                <a:gd name="connsiteY2" fmla="*/ 51833 h 74309"/>
                <a:gd name="connsiteX3" fmla="*/ 18482 w 57634"/>
                <a:gd name="connsiteY3" fmla="*/ 61852 h 74309"/>
                <a:gd name="connsiteX4" fmla="*/ 43573 w 57634"/>
                <a:gd name="connsiteY4" fmla="*/ 73954 h 74309"/>
                <a:gd name="connsiteX5" fmla="*/ 50666 w 57634"/>
                <a:gd name="connsiteY5" fmla="*/ 73732 h 74309"/>
                <a:gd name="connsiteX6" fmla="*/ 57360 w 57634"/>
                <a:gd name="connsiteY6" fmla="*/ 64689 h 74309"/>
                <a:gd name="connsiteX7" fmla="*/ 56651 w 57634"/>
                <a:gd name="connsiteY7" fmla="*/ 53030 h 74309"/>
                <a:gd name="connsiteX8" fmla="*/ 44726 w 57634"/>
                <a:gd name="connsiteY8" fmla="*/ 18230 h 74309"/>
                <a:gd name="connsiteX9" fmla="*/ 25841 w 57634"/>
                <a:gd name="connsiteY9" fmla="*/ 2271 h 74309"/>
                <a:gd name="connsiteX10" fmla="*/ 8818 w 57634"/>
                <a:gd name="connsiteY10" fmla="*/ 7458 h 7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34" h="74309">
                  <a:moveTo>
                    <a:pt x="8818" y="7458"/>
                  </a:moveTo>
                  <a:cubicBezTo>
                    <a:pt x="4296" y="14019"/>
                    <a:pt x="971" y="21510"/>
                    <a:pt x="173" y="29401"/>
                  </a:cubicBezTo>
                  <a:cubicBezTo>
                    <a:pt x="-625" y="37292"/>
                    <a:pt x="1326" y="45626"/>
                    <a:pt x="6291" y="51833"/>
                  </a:cubicBezTo>
                  <a:cubicBezTo>
                    <a:pt x="9615" y="55956"/>
                    <a:pt x="14093" y="58926"/>
                    <a:pt x="18482" y="61852"/>
                  </a:cubicBezTo>
                  <a:cubicBezTo>
                    <a:pt x="26284" y="67038"/>
                    <a:pt x="34352" y="72314"/>
                    <a:pt x="43573" y="73954"/>
                  </a:cubicBezTo>
                  <a:cubicBezTo>
                    <a:pt x="45922" y="74397"/>
                    <a:pt x="48405" y="74530"/>
                    <a:pt x="50666" y="73732"/>
                  </a:cubicBezTo>
                  <a:cubicBezTo>
                    <a:pt x="54345" y="72402"/>
                    <a:pt x="56651" y="68590"/>
                    <a:pt x="57360" y="64689"/>
                  </a:cubicBezTo>
                  <a:cubicBezTo>
                    <a:pt x="58025" y="60832"/>
                    <a:pt x="57360" y="56887"/>
                    <a:pt x="56651" y="53030"/>
                  </a:cubicBezTo>
                  <a:cubicBezTo>
                    <a:pt x="54478" y="40839"/>
                    <a:pt x="52129" y="28160"/>
                    <a:pt x="44726" y="18230"/>
                  </a:cubicBezTo>
                  <a:cubicBezTo>
                    <a:pt x="39672" y="11492"/>
                    <a:pt x="32801" y="6837"/>
                    <a:pt x="25841" y="2271"/>
                  </a:cubicBezTo>
                  <a:cubicBezTo>
                    <a:pt x="18659" y="-2384"/>
                    <a:pt x="13605" y="498"/>
                    <a:pt x="8818" y="7458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33" name="Forme libre : forme 20132">
              <a:extLst>
                <a:ext uri="{FF2B5EF4-FFF2-40B4-BE49-F238E27FC236}">
                  <a16:creationId xmlns:a16="http://schemas.microsoft.com/office/drawing/2014/main" id="{D0F31E43-BD64-4B8F-ADAE-9427C4404E30}"/>
                </a:ext>
              </a:extLst>
            </p:cNvPr>
            <p:cNvSpPr/>
            <p:nvPr/>
          </p:nvSpPr>
          <p:spPr>
            <a:xfrm>
              <a:off x="4873178" y="1395670"/>
              <a:ext cx="50593" cy="80287"/>
            </a:xfrm>
            <a:custGeom>
              <a:avLst/>
              <a:gdLst>
                <a:gd name="connsiteX0" fmla="*/ 5139 w 50593"/>
                <a:gd name="connsiteY0" fmla="*/ 52223 h 80287"/>
                <a:gd name="connsiteX1" fmla="*/ 16886 w 50593"/>
                <a:gd name="connsiteY1" fmla="*/ 71330 h 80287"/>
                <a:gd name="connsiteX2" fmla="*/ 37057 w 50593"/>
                <a:gd name="connsiteY2" fmla="*/ 80284 h 80287"/>
                <a:gd name="connsiteX3" fmla="*/ 49425 w 50593"/>
                <a:gd name="connsiteY3" fmla="*/ 74122 h 80287"/>
                <a:gd name="connsiteX4" fmla="*/ 50533 w 50593"/>
                <a:gd name="connsiteY4" fmla="*/ 66985 h 80287"/>
                <a:gd name="connsiteX5" fmla="*/ 45568 w 50593"/>
                <a:gd name="connsiteY5" fmla="*/ 24871 h 80287"/>
                <a:gd name="connsiteX6" fmla="*/ 13916 w 50593"/>
                <a:gd name="connsiteY6" fmla="*/ 1 h 80287"/>
                <a:gd name="connsiteX7" fmla="*/ 5139 w 50593"/>
                <a:gd name="connsiteY7" fmla="*/ 52223 h 80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593" h="80287">
                  <a:moveTo>
                    <a:pt x="5139" y="52223"/>
                  </a:moveTo>
                  <a:cubicBezTo>
                    <a:pt x="7710" y="59316"/>
                    <a:pt x="11434" y="66054"/>
                    <a:pt x="16886" y="71330"/>
                  </a:cubicBezTo>
                  <a:cubicBezTo>
                    <a:pt x="22295" y="76561"/>
                    <a:pt x="29521" y="80151"/>
                    <a:pt x="37057" y="80284"/>
                  </a:cubicBezTo>
                  <a:cubicBezTo>
                    <a:pt x="41933" y="80373"/>
                    <a:pt x="47386" y="78511"/>
                    <a:pt x="49425" y="74122"/>
                  </a:cubicBezTo>
                  <a:cubicBezTo>
                    <a:pt x="50445" y="71906"/>
                    <a:pt x="50489" y="69423"/>
                    <a:pt x="50533" y="66985"/>
                  </a:cubicBezTo>
                  <a:cubicBezTo>
                    <a:pt x="50711" y="52755"/>
                    <a:pt x="50844" y="38081"/>
                    <a:pt x="45568" y="24871"/>
                  </a:cubicBezTo>
                  <a:cubicBezTo>
                    <a:pt x="40293" y="11660"/>
                    <a:pt x="28146" y="90"/>
                    <a:pt x="13916" y="1"/>
                  </a:cubicBezTo>
                  <a:cubicBezTo>
                    <a:pt x="-7230" y="-221"/>
                    <a:pt x="883" y="40608"/>
                    <a:pt x="5139" y="52223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34" name="Forme libre : forme 20133">
              <a:extLst>
                <a:ext uri="{FF2B5EF4-FFF2-40B4-BE49-F238E27FC236}">
                  <a16:creationId xmlns:a16="http://schemas.microsoft.com/office/drawing/2014/main" id="{2544B112-F66D-4BC7-8110-743444A4748D}"/>
                </a:ext>
              </a:extLst>
            </p:cNvPr>
            <p:cNvSpPr/>
            <p:nvPr/>
          </p:nvSpPr>
          <p:spPr>
            <a:xfrm>
              <a:off x="5369616" y="1375223"/>
              <a:ext cx="29356" cy="79411"/>
            </a:xfrm>
            <a:custGeom>
              <a:avLst/>
              <a:gdLst>
                <a:gd name="connsiteX0" fmla="*/ 1705 w 29356"/>
                <a:gd name="connsiteY0" fmla="*/ 49618 h 79411"/>
                <a:gd name="connsiteX1" fmla="*/ 8355 w 29356"/>
                <a:gd name="connsiteY1" fmla="*/ 69345 h 79411"/>
                <a:gd name="connsiteX2" fmla="*/ 25821 w 29356"/>
                <a:gd name="connsiteY2" fmla="*/ 79409 h 79411"/>
                <a:gd name="connsiteX3" fmla="*/ 27994 w 29356"/>
                <a:gd name="connsiteY3" fmla="*/ 78832 h 79411"/>
                <a:gd name="connsiteX4" fmla="*/ 29013 w 29356"/>
                <a:gd name="connsiteY4" fmla="*/ 75818 h 79411"/>
                <a:gd name="connsiteX5" fmla="*/ 29324 w 29356"/>
                <a:gd name="connsiteY5" fmla="*/ 52455 h 79411"/>
                <a:gd name="connsiteX6" fmla="*/ 25999 w 29356"/>
                <a:gd name="connsiteY6" fmla="*/ 21690 h 79411"/>
                <a:gd name="connsiteX7" fmla="*/ 5075 w 29356"/>
                <a:gd name="connsiteY7" fmla="*/ 4223 h 79411"/>
                <a:gd name="connsiteX8" fmla="*/ 1705 w 29356"/>
                <a:gd name="connsiteY8" fmla="*/ 49618 h 7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56" h="79411">
                  <a:moveTo>
                    <a:pt x="1705" y="49618"/>
                  </a:moveTo>
                  <a:cubicBezTo>
                    <a:pt x="2681" y="56534"/>
                    <a:pt x="4410" y="63582"/>
                    <a:pt x="8355" y="69345"/>
                  </a:cubicBezTo>
                  <a:cubicBezTo>
                    <a:pt x="12301" y="75109"/>
                    <a:pt x="18817" y="79542"/>
                    <a:pt x="25821" y="79409"/>
                  </a:cubicBezTo>
                  <a:cubicBezTo>
                    <a:pt x="26575" y="79409"/>
                    <a:pt x="27373" y="79320"/>
                    <a:pt x="27994" y="78832"/>
                  </a:cubicBezTo>
                  <a:cubicBezTo>
                    <a:pt x="28836" y="78167"/>
                    <a:pt x="28969" y="76882"/>
                    <a:pt x="29013" y="75818"/>
                  </a:cubicBezTo>
                  <a:cubicBezTo>
                    <a:pt x="29324" y="68060"/>
                    <a:pt x="29412" y="60258"/>
                    <a:pt x="29324" y="52455"/>
                  </a:cubicBezTo>
                  <a:cubicBezTo>
                    <a:pt x="29191" y="42126"/>
                    <a:pt x="28703" y="31664"/>
                    <a:pt x="25999" y="21690"/>
                  </a:cubicBezTo>
                  <a:cubicBezTo>
                    <a:pt x="24092" y="14818"/>
                    <a:pt x="14384" y="-9741"/>
                    <a:pt x="5075" y="4223"/>
                  </a:cubicBezTo>
                  <a:cubicBezTo>
                    <a:pt x="-2196" y="15129"/>
                    <a:pt x="-23" y="37427"/>
                    <a:pt x="1705" y="49618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35" name="Forme libre : forme 20134">
              <a:extLst>
                <a:ext uri="{FF2B5EF4-FFF2-40B4-BE49-F238E27FC236}">
                  <a16:creationId xmlns:a16="http://schemas.microsoft.com/office/drawing/2014/main" id="{C128F46F-7EE9-4606-9C79-64C292E29F5D}"/>
                </a:ext>
              </a:extLst>
            </p:cNvPr>
            <p:cNvSpPr/>
            <p:nvPr/>
          </p:nvSpPr>
          <p:spPr>
            <a:xfrm>
              <a:off x="6513153" y="1374441"/>
              <a:ext cx="42430" cy="74258"/>
            </a:xfrm>
            <a:custGeom>
              <a:avLst/>
              <a:gdLst>
                <a:gd name="connsiteX0" fmla="*/ 22743 w 42430"/>
                <a:gd name="connsiteY0" fmla="*/ 69196 h 74258"/>
                <a:gd name="connsiteX1" fmla="*/ 32319 w 42430"/>
                <a:gd name="connsiteY1" fmla="*/ 74250 h 74258"/>
                <a:gd name="connsiteX2" fmla="*/ 41894 w 42430"/>
                <a:gd name="connsiteY2" fmla="*/ 62768 h 74258"/>
                <a:gd name="connsiteX3" fmla="*/ 27841 w 42430"/>
                <a:gd name="connsiteY3" fmla="*/ 16575 h 74258"/>
                <a:gd name="connsiteX4" fmla="*/ 7405 w 42430"/>
                <a:gd name="connsiteY4" fmla="*/ 261 h 74258"/>
                <a:gd name="connsiteX5" fmla="*/ 179 w 42430"/>
                <a:gd name="connsiteY5" fmla="*/ 18348 h 74258"/>
                <a:gd name="connsiteX6" fmla="*/ 22743 w 42430"/>
                <a:gd name="connsiteY6" fmla="*/ 69196 h 7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30" h="74258">
                  <a:moveTo>
                    <a:pt x="22743" y="69196"/>
                  </a:moveTo>
                  <a:cubicBezTo>
                    <a:pt x="25359" y="71812"/>
                    <a:pt x="28595" y="74427"/>
                    <a:pt x="32319" y="74250"/>
                  </a:cubicBezTo>
                  <a:cubicBezTo>
                    <a:pt x="37683" y="73984"/>
                    <a:pt x="40963" y="68088"/>
                    <a:pt x="41894" y="62768"/>
                  </a:cubicBezTo>
                  <a:cubicBezTo>
                    <a:pt x="44731" y="46587"/>
                    <a:pt x="35776" y="30983"/>
                    <a:pt x="27841" y="16575"/>
                  </a:cubicBezTo>
                  <a:cubicBezTo>
                    <a:pt x="23940" y="9482"/>
                    <a:pt x="17379" y="-1866"/>
                    <a:pt x="7405" y="261"/>
                  </a:cubicBezTo>
                  <a:cubicBezTo>
                    <a:pt x="-664" y="1990"/>
                    <a:pt x="-220" y="11921"/>
                    <a:pt x="179" y="18348"/>
                  </a:cubicBezTo>
                  <a:cubicBezTo>
                    <a:pt x="1287" y="37278"/>
                    <a:pt x="9311" y="55764"/>
                    <a:pt x="22743" y="69196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36" name="Forme libre : forme 20135">
              <a:extLst>
                <a:ext uri="{FF2B5EF4-FFF2-40B4-BE49-F238E27FC236}">
                  <a16:creationId xmlns:a16="http://schemas.microsoft.com/office/drawing/2014/main" id="{1971B65D-6AF2-438F-851B-B9F41FB556B2}"/>
                </a:ext>
              </a:extLst>
            </p:cNvPr>
            <p:cNvSpPr/>
            <p:nvPr/>
          </p:nvSpPr>
          <p:spPr>
            <a:xfrm>
              <a:off x="7043561" y="1393641"/>
              <a:ext cx="44660" cy="65076"/>
            </a:xfrm>
            <a:custGeom>
              <a:avLst/>
              <a:gdLst>
                <a:gd name="connsiteX0" fmla="*/ 22710 w 44660"/>
                <a:gd name="connsiteY0" fmla="*/ 57355 h 65076"/>
                <a:gd name="connsiteX1" fmla="*/ 33837 w 44660"/>
                <a:gd name="connsiteY1" fmla="*/ 65068 h 65076"/>
                <a:gd name="connsiteX2" fmla="*/ 44122 w 44660"/>
                <a:gd name="connsiteY2" fmla="*/ 56291 h 65076"/>
                <a:gd name="connsiteX3" fmla="*/ 42880 w 44660"/>
                <a:gd name="connsiteY3" fmla="*/ 41883 h 65076"/>
                <a:gd name="connsiteX4" fmla="*/ 7371 w 44660"/>
                <a:gd name="connsiteY4" fmla="*/ 3315 h 65076"/>
                <a:gd name="connsiteX5" fmla="*/ 22710 w 44660"/>
                <a:gd name="connsiteY5" fmla="*/ 57355 h 65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60" h="65076">
                  <a:moveTo>
                    <a:pt x="22710" y="57355"/>
                  </a:moveTo>
                  <a:cubicBezTo>
                    <a:pt x="25636" y="60946"/>
                    <a:pt x="29182" y="64891"/>
                    <a:pt x="33837" y="65068"/>
                  </a:cubicBezTo>
                  <a:cubicBezTo>
                    <a:pt x="38713" y="65290"/>
                    <a:pt x="42880" y="60990"/>
                    <a:pt x="44122" y="56291"/>
                  </a:cubicBezTo>
                  <a:cubicBezTo>
                    <a:pt x="45363" y="51592"/>
                    <a:pt x="44255" y="46583"/>
                    <a:pt x="42880" y="41883"/>
                  </a:cubicBezTo>
                  <a:cubicBezTo>
                    <a:pt x="38758" y="27964"/>
                    <a:pt x="27409" y="-11624"/>
                    <a:pt x="7371" y="3315"/>
                  </a:cubicBezTo>
                  <a:cubicBezTo>
                    <a:pt x="-12356" y="18033"/>
                    <a:pt x="12647" y="45031"/>
                    <a:pt x="22710" y="57355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37" name="Forme libre : forme 20136">
              <a:extLst>
                <a:ext uri="{FF2B5EF4-FFF2-40B4-BE49-F238E27FC236}">
                  <a16:creationId xmlns:a16="http://schemas.microsoft.com/office/drawing/2014/main" id="{55E68574-0DE1-4104-9B05-201BAAF1DEFA}"/>
                </a:ext>
              </a:extLst>
            </p:cNvPr>
            <p:cNvSpPr/>
            <p:nvPr/>
          </p:nvSpPr>
          <p:spPr>
            <a:xfrm>
              <a:off x="4315446" y="1414024"/>
              <a:ext cx="9132" cy="9132"/>
            </a:xfrm>
            <a:custGeom>
              <a:avLst/>
              <a:gdLst>
                <a:gd name="connsiteX0" fmla="*/ 9132 w 9132"/>
                <a:gd name="connsiteY0" fmla="*/ 4566 h 9132"/>
                <a:gd name="connsiteX1" fmla="*/ 4566 w 9132"/>
                <a:gd name="connsiteY1" fmla="*/ 9132 h 9132"/>
                <a:gd name="connsiteX2" fmla="*/ 0 w 9132"/>
                <a:gd name="connsiteY2" fmla="*/ 4566 h 9132"/>
                <a:gd name="connsiteX3" fmla="*/ 4566 w 9132"/>
                <a:gd name="connsiteY3" fmla="*/ 0 h 9132"/>
                <a:gd name="connsiteX4" fmla="*/ 9132 w 9132"/>
                <a:gd name="connsiteY4" fmla="*/ 4566 h 9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32" h="9132">
                  <a:moveTo>
                    <a:pt x="9132" y="4566"/>
                  </a:moveTo>
                  <a:cubicBezTo>
                    <a:pt x="9132" y="7088"/>
                    <a:pt x="7088" y="9132"/>
                    <a:pt x="4566" y="9132"/>
                  </a:cubicBezTo>
                  <a:cubicBezTo>
                    <a:pt x="2044" y="9132"/>
                    <a:pt x="0" y="7088"/>
                    <a:pt x="0" y="4566"/>
                  </a:cubicBezTo>
                  <a:cubicBezTo>
                    <a:pt x="0" y="2044"/>
                    <a:pt x="2044" y="0"/>
                    <a:pt x="4566" y="0"/>
                  </a:cubicBezTo>
                  <a:cubicBezTo>
                    <a:pt x="7088" y="0"/>
                    <a:pt x="9132" y="2044"/>
                    <a:pt x="9132" y="4566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38" name="Forme libre : forme 20137">
              <a:extLst>
                <a:ext uri="{FF2B5EF4-FFF2-40B4-BE49-F238E27FC236}">
                  <a16:creationId xmlns:a16="http://schemas.microsoft.com/office/drawing/2014/main" id="{F3A4A35B-7513-4839-A6C1-609E3A845541}"/>
                </a:ext>
              </a:extLst>
            </p:cNvPr>
            <p:cNvSpPr/>
            <p:nvPr/>
          </p:nvSpPr>
          <p:spPr>
            <a:xfrm>
              <a:off x="4328347" y="1440977"/>
              <a:ext cx="8068" cy="8068"/>
            </a:xfrm>
            <a:custGeom>
              <a:avLst/>
              <a:gdLst>
                <a:gd name="connsiteX0" fmla="*/ 8068 w 8068"/>
                <a:gd name="connsiteY0" fmla="*/ 4034 h 8068"/>
                <a:gd name="connsiteX1" fmla="*/ 4034 w 8068"/>
                <a:gd name="connsiteY1" fmla="*/ 8068 h 8068"/>
                <a:gd name="connsiteX2" fmla="*/ 0 w 8068"/>
                <a:gd name="connsiteY2" fmla="*/ 4034 h 8068"/>
                <a:gd name="connsiteX3" fmla="*/ 4034 w 8068"/>
                <a:gd name="connsiteY3" fmla="*/ 0 h 8068"/>
                <a:gd name="connsiteX4" fmla="*/ 8068 w 8068"/>
                <a:gd name="connsiteY4" fmla="*/ 4034 h 8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68" h="8068">
                  <a:moveTo>
                    <a:pt x="8068" y="4034"/>
                  </a:moveTo>
                  <a:cubicBezTo>
                    <a:pt x="8068" y="6262"/>
                    <a:pt x="6262" y="8068"/>
                    <a:pt x="4034" y="8068"/>
                  </a:cubicBezTo>
                  <a:cubicBezTo>
                    <a:pt x="1806" y="8068"/>
                    <a:pt x="0" y="6262"/>
                    <a:pt x="0" y="4034"/>
                  </a:cubicBezTo>
                  <a:cubicBezTo>
                    <a:pt x="0" y="1806"/>
                    <a:pt x="1806" y="0"/>
                    <a:pt x="4034" y="0"/>
                  </a:cubicBezTo>
                  <a:cubicBezTo>
                    <a:pt x="6262" y="0"/>
                    <a:pt x="8068" y="1806"/>
                    <a:pt x="8068" y="4034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39" name="Forme libre : forme 20138">
              <a:extLst>
                <a:ext uri="{FF2B5EF4-FFF2-40B4-BE49-F238E27FC236}">
                  <a16:creationId xmlns:a16="http://schemas.microsoft.com/office/drawing/2014/main" id="{A16AD100-03A7-4C10-A7DD-4DF8FE4E18D1}"/>
                </a:ext>
              </a:extLst>
            </p:cNvPr>
            <p:cNvSpPr/>
            <p:nvPr/>
          </p:nvSpPr>
          <p:spPr>
            <a:xfrm>
              <a:off x="4872687" y="1439470"/>
              <a:ext cx="12501" cy="12501"/>
            </a:xfrm>
            <a:custGeom>
              <a:avLst/>
              <a:gdLst>
                <a:gd name="connsiteX0" fmla="*/ 12501 w 12501"/>
                <a:gd name="connsiteY0" fmla="*/ 6251 h 12501"/>
                <a:gd name="connsiteX1" fmla="*/ 6251 w 12501"/>
                <a:gd name="connsiteY1" fmla="*/ 12501 h 12501"/>
                <a:gd name="connsiteX2" fmla="*/ 0 w 12501"/>
                <a:gd name="connsiteY2" fmla="*/ 6251 h 12501"/>
                <a:gd name="connsiteX3" fmla="*/ 6251 w 12501"/>
                <a:gd name="connsiteY3" fmla="*/ 0 h 12501"/>
                <a:gd name="connsiteX4" fmla="*/ 12501 w 12501"/>
                <a:gd name="connsiteY4" fmla="*/ 6251 h 12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1" h="12501">
                  <a:moveTo>
                    <a:pt x="12501" y="6251"/>
                  </a:moveTo>
                  <a:cubicBezTo>
                    <a:pt x="12501" y="9703"/>
                    <a:pt x="9703" y="12501"/>
                    <a:pt x="6251" y="12501"/>
                  </a:cubicBezTo>
                  <a:cubicBezTo>
                    <a:pt x="2799" y="12501"/>
                    <a:pt x="0" y="9703"/>
                    <a:pt x="0" y="6251"/>
                  </a:cubicBezTo>
                  <a:cubicBezTo>
                    <a:pt x="0" y="2799"/>
                    <a:pt x="2798" y="0"/>
                    <a:pt x="6251" y="0"/>
                  </a:cubicBezTo>
                  <a:cubicBezTo>
                    <a:pt x="9703" y="0"/>
                    <a:pt x="12501" y="2799"/>
                    <a:pt x="12501" y="6251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40" name="Forme libre : forme 20139">
              <a:extLst>
                <a:ext uri="{FF2B5EF4-FFF2-40B4-BE49-F238E27FC236}">
                  <a16:creationId xmlns:a16="http://schemas.microsoft.com/office/drawing/2014/main" id="{7BA579C5-8558-46E9-99F2-CA1AEED39719}"/>
                </a:ext>
              </a:extLst>
            </p:cNvPr>
            <p:cNvSpPr/>
            <p:nvPr/>
          </p:nvSpPr>
          <p:spPr>
            <a:xfrm>
              <a:off x="4884833" y="1462301"/>
              <a:ext cx="6649" cy="6649"/>
            </a:xfrm>
            <a:custGeom>
              <a:avLst/>
              <a:gdLst>
                <a:gd name="connsiteX0" fmla="*/ 6650 w 6649"/>
                <a:gd name="connsiteY0" fmla="*/ 3325 h 6649"/>
                <a:gd name="connsiteX1" fmla="*/ 3325 w 6649"/>
                <a:gd name="connsiteY1" fmla="*/ 6650 h 6649"/>
                <a:gd name="connsiteX2" fmla="*/ 0 w 6649"/>
                <a:gd name="connsiteY2" fmla="*/ 3325 h 6649"/>
                <a:gd name="connsiteX3" fmla="*/ 3325 w 6649"/>
                <a:gd name="connsiteY3" fmla="*/ 0 h 6649"/>
                <a:gd name="connsiteX4" fmla="*/ 6650 w 6649"/>
                <a:gd name="connsiteY4" fmla="*/ 3325 h 6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9" h="6649">
                  <a:moveTo>
                    <a:pt x="6650" y="3325"/>
                  </a:moveTo>
                  <a:cubicBezTo>
                    <a:pt x="6650" y="5161"/>
                    <a:pt x="5161" y="6650"/>
                    <a:pt x="3325" y="6650"/>
                  </a:cubicBezTo>
                  <a:cubicBezTo>
                    <a:pt x="1489" y="6650"/>
                    <a:pt x="0" y="5161"/>
                    <a:pt x="0" y="3325"/>
                  </a:cubicBezTo>
                  <a:cubicBezTo>
                    <a:pt x="0" y="1489"/>
                    <a:pt x="1489" y="0"/>
                    <a:pt x="3325" y="0"/>
                  </a:cubicBezTo>
                  <a:cubicBezTo>
                    <a:pt x="5161" y="0"/>
                    <a:pt x="6650" y="1489"/>
                    <a:pt x="6650" y="3325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41" name="Forme libre : forme 20140">
              <a:extLst>
                <a:ext uri="{FF2B5EF4-FFF2-40B4-BE49-F238E27FC236}">
                  <a16:creationId xmlns:a16="http://schemas.microsoft.com/office/drawing/2014/main" id="{52868CDC-1575-4A80-ACC4-A7A733271123}"/>
                </a:ext>
              </a:extLst>
            </p:cNvPr>
            <p:cNvSpPr/>
            <p:nvPr/>
          </p:nvSpPr>
          <p:spPr>
            <a:xfrm>
              <a:off x="5363962" y="1398198"/>
              <a:ext cx="14363" cy="14363"/>
            </a:xfrm>
            <a:custGeom>
              <a:avLst/>
              <a:gdLst>
                <a:gd name="connsiteX0" fmla="*/ 14363 w 14363"/>
                <a:gd name="connsiteY0" fmla="*/ 7182 h 14363"/>
                <a:gd name="connsiteX1" fmla="*/ 7182 w 14363"/>
                <a:gd name="connsiteY1" fmla="*/ 14363 h 14363"/>
                <a:gd name="connsiteX2" fmla="*/ 0 w 14363"/>
                <a:gd name="connsiteY2" fmla="*/ 7182 h 14363"/>
                <a:gd name="connsiteX3" fmla="*/ 7182 w 14363"/>
                <a:gd name="connsiteY3" fmla="*/ 0 h 14363"/>
                <a:gd name="connsiteX4" fmla="*/ 14363 w 14363"/>
                <a:gd name="connsiteY4" fmla="*/ 7182 h 1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63" h="14363">
                  <a:moveTo>
                    <a:pt x="14363" y="7182"/>
                  </a:moveTo>
                  <a:cubicBezTo>
                    <a:pt x="14363" y="11148"/>
                    <a:pt x="11148" y="14363"/>
                    <a:pt x="7182" y="14363"/>
                  </a:cubicBezTo>
                  <a:cubicBezTo>
                    <a:pt x="3215" y="14363"/>
                    <a:pt x="0" y="11148"/>
                    <a:pt x="0" y="7182"/>
                  </a:cubicBezTo>
                  <a:cubicBezTo>
                    <a:pt x="0" y="3215"/>
                    <a:pt x="3215" y="0"/>
                    <a:pt x="7182" y="0"/>
                  </a:cubicBezTo>
                  <a:cubicBezTo>
                    <a:pt x="11148" y="0"/>
                    <a:pt x="14363" y="3215"/>
                    <a:pt x="14363" y="7182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42" name="Forme libre : forme 20141">
              <a:extLst>
                <a:ext uri="{FF2B5EF4-FFF2-40B4-BE49-F238E27FC236}">
                  <a16:creationId xmlns:a16="http://schemas.microsoft.com/office/drawing/2014/main" id="{833DC0BA-37AF-47BE-BC02-6D3436078404}"/>
                </a:ext>
              </a:extLst>
            </p:cNvPr>
            <p:cNvSpPr/>
            <p:nvPr/>
          </p:nvSpPr>
          <p:spPr>
            <a:xfrm>
              <a:off x="5370967" y="1431757"/>
              <a:ext cx="7713" cy="7713"/>
            </a:xfrm>
            <a:custGeom>
              <a:avLst/>
              <a:gdLst>
                <a:gd name="connsiteX0" fmla="*/ 7714 w 7713"/>
                <a:gd name="connsiteY0" fmla="*/ 3857 h 7713"/>
                <a:gd name="connsiteX1" fmla="*/ 3857 w 7713"/>
                <a:gd name="connsiteY1" fmla="*/ 7714 h 7713"/>
                <a:gd name="connsiteX2" fmla="*/ 0 w 7713"/>
                <a:gd name="connsiteY2" fmla="*/ 3857 h 7713"/>
                <a:gd name="connsiteX3" fmla="*/ 3857 w 7713"/>
                <a:gd name="connsiteY3" fmla="*/ 0 h 7713"/>
                <a:gd name="connsiteX4" fmla="*/ 7714 w 7713"/>
                <a:gd name="connsiteY4" fmla="*/ 3857 h 7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3" h="7713">
                  <a:moveTo>
                    <a:pt x="7714" y="3857"/>
                  </a:moveTo>
                  <a:cubicBezTo>
                    <a:pt x="7714" y="5987"/>
                    <a:pt x="5987" y="7714"/>
                    <a:pt x="3857" y="7714"/>
                  </a:cubicBezTo>
                  <a:cubicBezTo>
                    <a:pt x="1727" y="7714"/>
                    <a:pt x="0" y="5987"/>
                    <a:pt x="0" y="3857"/>
                  </a:cubicBezTo>
                  <a:cubicBezTo>
                    <a:pt x="0" y="1727"/>
                    <a:pt x="1727" y="0"/>
                    <a:pt x="3857" y="0"/>
                  </a:cubicBezTo>
                  <a:cubicBezTo>
                    <a:pt x="5987" y="0"/>
                    <a:pt x="7714" y="1727"/>
                    <a:pt x="7714" y="3857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43" name="Forme libre : forme 20142">
              <a:extLst>
                <a:ext uri="{FF2B5EF4-FFF2-40B4-BE49-F238E27FC236}">
                  <a16:creationId xmlns:a16="http://schemas.microsoft.com/office/drawing/2014/main" id="{79D22382-703B-4B96-AF28-096EAEE7E2E2}"/>
                </a:ext>
              </a:extLst>
            </p:cNvPr>
            <p:cNvSpPr/>
            <p:nvPr/>
          </p:nvSpPr>
          <p:spPr>
            <a:xfrm>
              <a:off x="6485092" y="1397489"/>
              <a:ext cx="12855" cy="12855"/>
            </a:xfrm>
            <a:custGeom>
              <a:avLst/>
              <a:gdLst>
                <a:gd name="connsiteX0" fmla="*/ 12856 w 12855"/>
                <a:gd name="connsiteY0" fmla="*/ 6428 h 12855"/>
                <a:gd name="connsiteX1" fmla="*/ 6428 w 12855"/>
                <a:gd name="connsiteY1" fmla="*/ 12856 h 12855"/>
                <a:gd name="connsiteX2" fmla="*/ 0 w 12855"/>
                <a:gd name="connsiteY2" fmla="*/ 6428 h 12855"/>
                <a:gd name="connsiteX3" fmla="*/ 6428 w 12855"/>
                <a:gd name="connsiteY3" fmla="*/ 0 h 12855"/>
                <a:gd name="connsiteX4" fmla="*/ 12856 w 12855"/>
                <a:gd name="connsiteY4" fmla="*/ 6428 h 1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55" h="12855">
                  <a:moveTo>
                    <a:pt x="12856" y="6428"/>
                  </a:moveTo>
                  <a:cubicBezTo>
                    <a:pt x="12856" y="9978"/>
                    <a:pt x="9978" y="12856"/>
                    <a:pt x="6428" y="12856"/>
                  </a:cubicBezTo>
                  <a:cubicBezTo>
                    <a:pt x="2878" y="12856"/>
                    <a:pt x="0" y="9978"/>
                    <a:pt x="0" y="6428"/>
                  </a:cubicBezTo>
                  <a:cubicBezTo>
                    <a:pt x="0" y="2878"/>
                    <a:pt x="2878" y="0"/>
                    <a:pt x="6428" y="0"/>
                  </a:cubicBezTo>
                  <a:cubicBezTo>
                    <a:pt x="9978" y="0"/>
                    <a:pt x="12856" y="2878"/>
                    <a:pt x="12856" y="6428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44" name="Forme libre : forme 20143">
              <a:extLst>
                <a:ext uri="{FF2B5EF4-FFF2-40B4-BE49-F238E27FC236}">
                  <a16:creationId xmlns:a16="http://schemas.microsoft.com/office/drawing/2014/main" id="{FEC2D601-991D-48F4-996A-BE3E95D6CBE0}"/>
                </a:ext>
              </a:extLst>
            </p:cNvPr>
            <p:cNvSpPr/>
            <p:nvPr/>
          </p:nvSpPr>
          <p:spPr>
            <a:xfrm>
              <a:off x="6516745" y="1423644"/>
              <a:ext cx="9220" cy="9220"/>
            </a:xfrm>
            <a:custGeom>
              <a:avLst/>
              <a:gdLst>
                <a:gd name="connsiteX0" fmla="*/ 9221 w 9220"/>
                <a:gd name="connsiteY0" fmla="*/ 4610 h 9220"/>
                <a:gd name="connsiteX1" fmla="*/ 4610 w 9220"/>
                <a:gd name="connsiteY1" fmla="*/ 9221 h 9220"/>
                <a:gd name="connsiteX2" fmla="*/ 0 w 9220"/>
                <a:gd name="connsiteY2" fmla="*/ 4610 h 9220"/>
                <a:gd name="connsiteX3" fmla="*/ 4610 w 9220"/>
                <a:gd name="connsiteY3" fmla="*/ 0 h 9220"/>
                <a:gd name="connsiteX4" fmla="*/ 9221 w 9220"/>
                <a:gd name="connsiteY4" fmla="*/ 4610 h 9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20" h="9220">
                  <a:moveTo>
                    <a:pt x="9221" y="4610"/>
                  </a:moveTo>
                  <a:cubicBezTo>
                    <a:pt x="9221" y="7157"/>
                    <a:pt x="7157" y="9221"/>
                    <a:pt x="4610" y="9221"/>
                  </a:cubicBezTo>
                  <a:cubicBezTo>
                    <a:pt x="2064" y="9221"/>
                    <a:pt x="0" y="7157"/>
                    <a:pt x="0" y="4610"/>
                  </a:cubicBezTo>
                  <a:cubicBezTo>
                    <a:pt x="0" y="2064"/>
                    <a:pt x="2064" y="0"/>
                    <a:pt x="4610" y="0"/>
                  </a:cubicBezTo>
                  <a:cubicBezTo>
                    <a:pt x="7157" y="0"/>
                    <a:pt x="9221" y="2064"/>
                    <a:pt x="9221" y="461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45" name="Forme libre : forme 20144">
              <a:extLst>
                <a:ext uri="{FF2B5EF4-FFF2-40B4-BE49-F238E27FC236}">
                  <a16:creationId xmlns:a16="http://schemas.microsoft.com/office/drawing/2014/main" id="{EDD29744-571B-4CA8-82A5-7E902954A872}"/>
                </a:ext>
              </a:extLst>
            </p:cNvPr>
            <p:cNvSpPr/>
            <p:nvPr/>
          </p:nvSpPr>
          <p:spPr>
            <a:xfrm>
              <a:off x="7036392" y="1405557"/>
              <a:ext cx="13653" cy="13653"/>
            </a:xfrm>
            <a:custGeom>
              <a:avLst/>
              <a:gdLst>
                <a:gd name="connsiteX0" fmla="*/ 13654 w 13653"/>
                <a:gd name="connsiteY0" fmla="*/ 6827 h 13653"/>
                <a:gd name="connsiteX1" fmla="*/ 6827 w 13653"/>
                <a:gd name="connsiteY1" fmla="*/ 13654 h 13653"/>
                <a:gd name="connsiteX2" fmla="*/ 0 w 13653"/>
                <a:gd name="connsiteY2" fmla="*/ 6827 h 13653"/>
                <a:gd name="connsiteX3" fmla="*/ 6827 w 13653"/>
                <a:gd name="connsiteY3" fmla="*/ 0 h 13653"/>
                <a:gd name="connsiteX4" fmla="*/ 13654 w 13653"/>
                <a:gd name="connsiteY4" fmla="*/ 6827 h 1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53" h="13653">
                  <a:moveTo>
                    <a:pt x="13654" y="6827"/>
                  </a:moveTo>
                  <a:cubicBezTo>
                    <a:pt x="13654" y="10597"/>
                    <a:pt x="10598" y="13654"/>
                    <a:pt x="6827" y="13654"/>
                  </a:cubicBezTo>
                  <a:cubicBezTo>
                    <a:pt x="3057" y="13654"/>
                    <a:pt x="0" y="10597"/>
                    <a:pt x="0" y="6827"/>
                  </a:cubicBezTo>
                  <a:cubicBezTo>
                    <a:pt x="0" y="3057"/>
                    <a:pt x="3057" y="0"/>
                    <a:pt x="6827" y="0"/>
                  </a:cubicBezTo>
                  <a:cubicBezTo>
                    <a:pt x="10598" y="0"/>
                    <a:pt x="13654" y="3057"/>
                    <a:pt x="13654" y="6827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46" name="Forme libre : forme 20145">
              <a:extLst>
                <a:ext uri="{FF2B5EF4-FFF2-40B4-BE49-F238E27FC236}">
                  <a16:creationId xmlns:a16="http://schemas.microsoft.com/office/drawing/2014/main" id="{5C875C2E-FE4F-4D1C-8A3A-7B205CCAEFD6}"/>
                </a:ext>
              </a:extLst>
            </p:cNvPr>
            <p:cNvSpPr/>
            <p:nvPr/>
          </p:nvSpPr>
          <p:spPr>
            <a:xfrm>
              <a:off x="7053371" y="1435436"/>
              <a:ext cx="7358" cy="7358"/>
            </a:xfrm>
            <a:custGeom>
              <a:avLst/>
              <a:gdLst>
                <a:gd name="connsiteX0" fmla="*/ 7359 w 7358"/>
                <a:gd name="connsiteY0" fmla="*/ 3679 h 7358"/>
                <a:gd name="connsiteX1" fmla="*/ 3679 w 7358"/>
                <a:gd name="connsiteY1" fmla="*/ 7359 h 7358"/>
                <a:gd name="connsiteX2" fmla="*/ 0 w 7358"/>
                <a:gd name="connsiteY2" fmla="*/ 3679 h 7358"/>
                <a:gd name="connsiteX3" fmla="*/ 3679 w 7358"/>
                <a:gd name="connsiteY3" fmla="*/ 0 h 7358"/>
                <a:gd name="connsiteX4" fmla="*/ 7359 w 7358"/>
                <a:gd name="connsiteY4" fmla="*/ 3679 h 7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8" h="7358">
                  <a:moveTo>
                    <a:pt x="7359" y="3679"/>
                  </a:moveTo>
                  <a:cubicBezTo>
                    <a:pt x="7359" y="5712"/>
                    <a:pt x="5712" y="7359"/>
                    <a:pt x="3679" y="7359"/>
                  </a:cubicBezTo>
                  <a:cubicBezTo>
                    <a:pt x="1647" y="7359"/>
                    <a:pt x="0" y="5712"/>
                    <a:pt x="0" y="3679"/>
                  </a:cubicBezTo>
                  <a:cubicBezTo>
                    <a:pt x="0" y="1647"/>
                    <a:pt x="1647" y="0"/>
                    <a:pt x="3679" y="0"/>
                  </a:cubicBezTo>
                  <a:cubicBezTo>
                    <a:pt x="5711" y="0"/>
                    <a:pt x="7359" y="1647"/>
                    <a:pt x="7359" y="3679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20147" name="Graphique 2">
              <a:extLst>
                <a:ext uri="{FF2B5EF4-FFF2-40B4-BE49-F238E27FC236}">
                  <a16:creationId xmlns:a16="http://schemas.microsoft.com/office/drawing/2014/main" id="{684FB0DA-4AEC-4618-911B-969518A85347}"/>
                </a:ext>
              </a:extLst>
            </p:cNvPr>
            <p:cNvGrpSpPr/>
            <p:nvPr/>
          </p:nvGrpSpPr>
          <p:grpSpPr>
            <a:xfrm>
              <a:off x="4213649" y="1124676"/>
              <a:ext cx="94899" cy="61551"/>
              <a:chOff x="4213649" y="1124676"/>
              <a:chExt cx="94899" cy="61551"/>
            </a:xfrm>
            <a:solidFill>
              <a:schemeClr val="accent1"/>
            </a:solidFill>
          </p:grpSpPr>
          <p:sp>
            <p:nvSpPr>
              <p:cNvPr id="20429" name="Forme libre : forme 20428">
                <a:extLst>
                  <a:ext uri="{FF2B5EF4-FFF2-40B4-BE49-F238E27FC236}">
                    <a16:creationId xmlns:a16="http://schemas.microsoft.com/office/drawing/2014/main" id="{9497D254-B41D-44B3-B533-FF8F5CF3B0F0}"/>
                  </a:ext>
                </a:extLst>
              </p:cNvPr>
              <p:cNvSpPr/>
              <p:nvPr/>
            </p:nvSpPr>
            <p:spPr>
              <a:xfrm>
                <a:off x="4213649" y="1124676"/>
                <a:ext cx="94899" cy="61551"/>
              </a:xfrm>
              <a:custGeom>
                <a:avLst/>
                <a:gdLst>
                  <a:gd name="connsiteX0" fmla="*/ 64515 w 94899"/>
                  <a:gd name="connsiteY0" fmla="*/ 35110 h 61551"/>
                  <a:gd name="connsiteX1" fmla="*/ 57999 w 94899"/>
                  <a:gd name="connsiteY1" fmla="*/ 37371 h 61551"/>
                  <a:gd name="connsiteX2" fmla="*/ 54097 w 94899"/>
                  <a:gd name="connsiteY2" fmla="*/ 38745 h 61551"/>
                  <a:gd name="connsiteX3" fmla="*/ 50285 w 94899"/>
                  <a:gd name="connsiteY3" fmla="*/ 40518 h 61551"/>
                  <a:gd name="connsiteX4" fmla="*/ 37473 w 94899"/>
                  <a:gd name="connsiteY4" fmla="*/ 47478 h 61551"/>
                  <a:gd name="connsiteX5" fmla="*/ 9678 w 94899"/>
                  <a:gd name="connsiteY5" fmla="*/ 60955 h 61551"/>
                  <a:gd name="connsiteX6" fmla="*/ 4225 w 94899"/>
                  <a:gd name="connsiteY6" fmla="*/ 61177 h 61551"/>
                  <a:gd name="connsiteX7" fmla="*/ 546 w 94899"/>
                  <a:gd name="connsiteY7" fmla="*/ 56832 h 61551"/>
                  <a:gd name="connsiteX8" fmla="*/ 2585 w 94899"/>
                  <a:gd name="connsiteY8" fmla="*/ 37593 h 61551"/>
                  <a:gd name="connsiteX9" fmla="*/ 17657 w 94899"/>
                  <a:gd name="connsiteY9" fmla="*/ 18486 h 61551"/>
                  <a:gd name="connsiteX10" fmla="*/ 35035 w 94899"/>
                  <a:gd name="connsiteY10" fmla="*/ 8201 h 61551"/>
                  <a:gd name="connsiteX11" fmla="*/ 53654 w 94899"/>
                  <a:gd name="connsiteY11" fmla="*/ 1640 h 61551"/>
                  <a:gd name="connsiteX12" fmla="*/ 65801 w 94899"/>
                  <a:gd name="connsiteY12" fmla="*/ 0 h 61551"/>
                  <a:gd name="connsiteX13" fmla="*/ 75731 w 94899"/>
                  <a:gd name="connsiteY13" fmla="*/ 1153 h 61551"/>
                  <a:gd name="connsiteX14" fmla="*/ 84021 w 94899"/>
                  <a:gd name="connsiteY14" fmla="*/ 4078 h 61551"/>
                  <a:gd name="connsiteX15" fmla="*/ 91424 w 94899"/>
                  <a:gd name="connsiteY15" fmla="*/ 8334 h 61551"/>
                  <a:gd name="connsiteX16" fmla="*/ 93596 w 94899"/>
                  <a:gd name="connsiteY16" fmla="*/ 17910 h 61551"/>
                  <a:gd name="connsiteX17" fmla="*/ 81317 w 94899"/>
                  <a:gd name="connsiteY17" fmla="*/ 27751 h 61551"/>
                  <a:gd name="connsiteX18" fmla="*/ 64515 w 94899"/>
                  <a:gd name="connsiteY18" fmla="*/ 35110 h 61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4899" h="61551">
                    <a:moveTo>
                      <a:pt x="64515" y="35110"/>
                    </a:moveTo>
                    <a:cubicBezTo>
                      <a:pt x="62698" y="35598"/>
                      <a:pt x="60481" y="36484"/>
                      <a:pt x="57999" y="37371"/>
                    </a:cubicBezTo>
                    <a:cubicBezTo>
                      <a:pt x="56757" y="37814"/>
                      <a:pt x="55472" y="38258"/>
                      <a:pt x="54097" y="38745"/>
                    </a:cubicBezTo>
                    <a:cubicBezTo>
                      <a:pt x="52856" y="39322"/>
                      <a:pt x="51571" y="39898"/>
                      <a:pt x="50285" y="40518"/>
                    </a:cubicBezTo>
                    <a:cubicBezTo>
                      <a:pt x="45010" y="42735"/>
                      <a:pt x="40443" y="45661"/>
                      <a:pt x="37473" y="47478"/>
                    </a:cubicBezTo>
                    <a:cubicBezTo>
                      <a:pt x="26834" y="54660"/>
                      <a:pt x="19741" y="56744"/>
                      <a:pt x="9678" y="60955"/>
                    </a:cubicBezTo>
                    <a:cubicBezTo>
                      <a:pt x="8038" y="61709"/>
                      <a:pt x="6043" y="61709"/>
                      <a:pt x="4225" y="61177"/>
                    </a:cubicBezTo>
                    <a:cubicBezTo>
                      <a:pt x="2408" y="60600"/>
                      <a:pt x="945" y="58960"/>
                      <a:pt x="546" y="56832"/>
                    </a:cubicBezTo>
                    <a:cubicBezTo>
                      <a:pt x="-563" y="50626"/>
                      <a:pt x="-31" y="44198"/>
                      <a:pt x="2585" y="37593"/>
                    </a:cubicBezTo>
                    <a:cubicBezTo>
                      <a:pt x="5156" y="30943"/>
                      <a:pt x="10121" y="24426"/>
                      <a:pt x="17657" y="18486"/>
                    </a:cubicBezTo>
                    <a:cubicBezTo>
                      <a:pt x="21691" y="15339"/>
                      <a:pt x="28164" y="11216"/>
                      <a:pt x="35035" y="8201"/>
                    </a:cubicBezTo>
                    <a:cubicBezTo>
                      <a:pt x="41818" y="4965"/>
                      <a:pt x="48866" y="3015"/>
                      <a:pt x="53654" y="1640"/>
                    </a:cubicBezTo>
                    <a:cubicBezTo>
                      <a:pt x="58132" y="709"/>
                      <a:pt x="62166" y="133"/>
                      <a:pt x="65801" y="0"/>
                    </a:cubicBezTo>
                    <a:cubicBezTo>
                      <a:pt x="69436" y="89"/>
                      <a:pt x="72716" y="488"/>
                      <a:pt x="75731" y="1153"/>
                    </a:cubicBezTo>
                    <a:cubicBezTo>
                      <a:pt x="78745" y="1729"/>
                      <a:pt x="81450" y="2749"/>
                      <a:pt x="84021" y="4078"/>
                    </a:cubicBezTo>
                    <a:cubicBezTo>
                      <a:pt x="86592" y="5320"/>
                      <a:pt x="89030" y="6783"/>
                      <a:pt x="91424" y="8334"/>
                    </a:cubicBezTo>
                    <a:cubicBezTo>
                      <a:pt x="94749" y="10462"/>
                      <a:pt x="96123" y="15206"/>
                      <a:pt x="93596" y="17910"/>
                    </a:cubicBezTo>
                    <a:cubicBezTo>
                      <a:pt x="89961" y="21900"/>
                      <a:pt x="86060" y="25047"/>
                      <a:pt x="81317" y="27751"/>
                    </a:cubicBezTo>
                    <a:cubicBezTo>
                      <a:pt x="76618" y="30721"/>
                      <a:pt x="71076" y="32805"/>
                      <a:pt x="64515" y="35110"/>
                    </a:cubicBezTo>
                    <a:close/>
                  </a:path>
                </a:pathLst>
              </a:custGeom>
              <a:solidFill>
                <a:srgbClr val="F6BFA0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30" name="Forme libre : forme 20429">
                <a:extLst>
                  <a:ext uri="{FF2B5EF4-FFF2-40B4-BE49-F238E27FC236}">
                    <a16:creationId xmlns:a16="http://schemas.microsoft.com/office/drawing/2014/main" id="{BDB07469-330E-4F7F-AE9F-F5B126155DF5}"/>
                  </a:ext>
                </a:extLst>
              </p:cNvPr>
              <p:cNvSpPr/>
              <p:nvPr/>
            </p:nvSpPr>
            <p:spPr>
              <a:xfrm>
                <a:off x="4218805" y="1142275"/>
                <a:ext cx="88484" cy="43940"/>
              </a:xfrm>
              <a:custGeom>
                <a:avLst/>
                <a:gdLst>
                  <a:gd name="connsiteX0" fmla="*/ 29214 w 88484"/>
                  <a:gd name="connsiteY0" fmla="*/ 16757 h 43940"/>
                  <a:gd name="connsiteX1" fmla="*/ 0 w 88484"/>
                  <a:gd name="connsiteY1" fmla="*/ 43799 h 43940"/>
                  <a:gd name="connsiteX2" fmla="*/ 4477 w 88484"/>
                  <a:gd name="connsiteY2" fmla="*/ 43356 h 43940"/>
                  <a:gd name="connsiteX3" fmla="*/ 9442 w 88484"/>
                  <a:gd name="connsiteY3" fmla="*/ 41272 h 43940"/>
                  <a:gd name="connsiteX4" fmla="*/ 22786 w 88484"/>
                  <a:gd name="connsiteY4" fmla="*/ 35420 h 43940"/>
                  <a:gd name="connsiteX5" fmla="*/ 27308 w 88484"/>
                  <a:gd name="connsiteY5" fmla="*/ 32894 h 43940"/>
                  <a:gd name="connsiteX6" fmla="*/ 32317 w 88484"/>
                  <a:gd name="connsiteY6" fmla="*/ 29790 h 43940"/>
                  <a:gd name="connsiteX7" fmla="*/ 36174 w 88484"/>
                  <a:gd name="connsiteY7" fmla="*/ 27352 h 43940"/>
                  <a:gd name="connsiteX8" fmla="*/ 57098 w 88484"/>
                  <a:gd name="connsiteY8" fmla="*/ 18043 h 43940"/>
                  <a:gd name="connsiteX9" fmla="*/ 59359 w 88484"/>
                  <a:gd name="connsiteY9" fmla="*/ 17378 h 43940"/>
                  <a:gd name="connsiteX10" fmla="*/ 65964 w 88484"/>
                  <a:gd name="connsiteY10" fmla="*/ 14895 h 43940"/>
                  <a:gd name="connsiteX11" fmla="*/ 71860 w 88484"/>
                  <a:gd name="connsiteY11" fmla="*/ 12413 h 43940"/>
                  <a:gd name="connsiteX12" fmla="*/ 84849 w 88484"/>
                  <a:gd name="connsiteY12" fmla="*/ 3679 h 43940"/>
                  <a:gd name="connsiteX13" fmla="*/ 88396 w 88484"/>
                  <a:gd name="connsiteY13" fmla="*/ 133 h 43940"/>
                  <a:gd name="connsiteX14" fmla="*/ 88485 w 88484"/>
                  <a:gd name="connsiteY14" fmla="*/ 0 h 43940"/>
                  <a:gd name="connsiteX15" fmla="*/ 29214 w 88484"/>
                  <a:gd name="connsiteY15" fmla="*/ 16757 h 4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8484" h="43940">
                    <a:moveTo>
                      <a:pt x="29214" y="16757"/>
                    </a:moveTo>
                    <a:cubicBezTo>
                      <a:pt x="17865" y="24870"/>
                      <a:pt x="8334" y="34888"/>
                      <a:pt x="0" y="43799"/>
                    </a:cubicBezTo>
                    <a:cubicBezTo>
                      <a:pt x="1507" y="44065"/>
                      <a:pt x="3103" y="43976"/>
                      <a:pt x="4477" y="43356"/>
                    </a:cubicBezTo>
                    <a:cubicBezTo>
                      <a:pt x="6206" y="42602"/>
                      <a:pt x="7802" y="41937"/>
                      <a:pt x="9442" y="41272"/>
                    </a:cubicBezTo>
                    <a:cubicBezTo>
                      <a:pt x="14097" y="39455"/>
                      <a:pt x="18353" y="37814"/>
                      <a:pt x="22786" y="35420"/>
                    </a:cubicBezTo>
                    <a:cubicBezTo>
                      <a:pt x="24338" y="34711"/>
                      <a:pt x="25756" y="33824"/>
                      <a:pt x="27308" y="32894"/>
                    </a:cubicBezTo>
                    <a:cubicBezTo>
                      <a:pt x="28992" y="32051"/>
                      <a:pt x="30455" y="30854"/>
                      <a:pt x="32317" y="29790"/>
                    </a:cubicBezTo>
                    <a:cubicBezTo>
                      <a:pt x="33426" y="29125"/>
                      <a:pt x="34755" y="28283"/>
                      <a:pt x="36174" y="27352"/>
                    </a:cubicBezTo>
                    <a:cubicBezTo>
                      <a:pt x="41937" y="23806"/>
                      <a:pt x="51069" y="20215"/>
                      <a:pt x="57098" y="18043"/>
                    </a:cubicBezTo>
                    <a:cubicBezTo>
                      <a:pt x="57896" y="17821"/>
                      <a:pt x="58650" y="17599"/>
                      <a:pt x="59359" y="17378"/>
                    </a:cubicBezTo>
                    <a:cubicBezTo>
                      <a:pt x="61753" y="16624"/>
                      <a:pt x="63925" y="15826"/>
                      <a:pt x="65964" y="14895"/>
                    </a:cubicBezTo>
                    <a:cubicBezTo>
                      <a:pt x="68048" y="14097"/>
                      <a:pt x="70043" y="13344"/>
                      <a:pt x="71860" y="12413"/>
                    </a:cubicBezTo>
                    <a:cubicBezTo>
                      <a:pt x="76826" y="9753"/>
                      <a:pt x="81037" y="7049"/>
                      <a:pt x="84849" y="3679"/>
                    </a:cubicBezTo>
                    <a:cubicBezTo>
                      <a:pt x="86091" y="2571"/>
                      <a:pt x="87243" y="1374"/>
                      <a:pt x="88396" y="133"/>
                    </a:cubicBezTo>
                    <a:lnTo>
                      <a:pt x="88485" y="0"/>
                    </a:lnTo>
                    <a:cubicBezTo>
                      <a:pt x="67649" y="1064"/>
                      <a:pt x="45572" y="5231"/>
                      <a:pt x="29214" y="16757"/>
                    </a:cubicBezTo>
                    <a:close/>
                  </a:path>
                </a:pathLst>
              </a:custGeom>
              <a:solidFill>
                <a:srgbClr val="F7B594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31" name="Forme libre : forme 20430">
                <a:extLst>
                  <a:ext uri="{FF2B5EF4-FFF2-40B4-BE49-F238E27FC236}">
                    <a16:creationId xmlns:a16="http://schemas.microsoft.com/office/drawing/2014/main" id="{7E7F0E31-30F6-439E-86E8-3A832A1D69B1}"/>
                  </a:ext>
                </a:extLst>
              </p:cNvPr>
              <p:cNvSpPr/>
              <p:nvPr/>
            </p:nvSpPr>
            <p:spPr>
              <a:xfrm>
                <a:off x="4241377" y="1138023"/>
                <a:ext cx="46620" cy="20761"/>
              </a:xfrm>
              <a:custGeom>
                <a:avLst/>
                <a:gdLst>
                  <a:gd name="connsiteX0" fmla="*/ 46585 w 46620"/>
                  <a:gd name="connsiteY0" fmla="*/ 2657 h 20761"/>
                  <a:gd name="connsiteX1" fmla="*/ 37497 w 46620"/>
                  <a:gd name="connsiteY1" fmla="*/ 9174 h 20761"/>
                  <a:gd name="connsiteX2" fmla="*/ 23710 w 46620"/>
                  <a:gd name="connsiteY2" fmla="*/ 14493 h 20761"/>
                  <a:gd name="connsiteX3" fmla="*/ 17991 w 46620"/>
                  <a:gd name="connsiteY3" fmla="*/ 16621 h 20761"/>
                  <a:gd name="connsiteX4" fmla="*/ 14445 w 46620"/>
                  <a:gd name="connsiteY4" fmla="*/ 17774 h 20761"/>
                  <a:gd name="connsiteX5" fmla="*/ 10942 w 46620"/>
                  <a:gd name="connsiteY5" fmla="*/ 19059 h 20761"/>
                  <a:gd name="connsiteX6" fmla="*/ 436 w 46620"/>
                  <a:gd name="connsiteY6" fmla="*/ 19680 h 20761"/>
                  <a:gd name="connsiteX7" fmla="*/ 6155 w 46620"/>
                  <a:gd name="connsiteY7" fmla="*/ 10592 h 20761"/>
                  <a:gd name="connsiteX8" fmla="*/ 9613 w 46620"/>
                  <a:gd name="connsiteY8" fmla="*/ 8198 h 20761"/>
                  <a:gd name="connsiteX9" fmla="*/ 13292 w 46620"/>
                  <a:gd name="connsiteY9" fmla="*/ 6336 h 20761"/>
                  <a:gd name="connsiteX10" fmla="*/ 19410 w 46620"/>
                  <a:gd name="connsiteY10" fmla="*/ 3721 h 20761"/>
                  <a:gd name="connsiteX11" fmla="*/ 34926 w 46620"/>
                  <a:gd name="connsiteY11" fmla="*/ 263 h 20761"/>
                  <a:gd name="connsiteX12" fmla="*/ 46585 w 46620"/>
                  <a:gd name="connsiteY12" fmla="*/ 2657 h 20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6620" h="20761">
                    <a:moveTo>
                      <a:pt x="46585" y="2657"/>
                    </a:moveTo>
                    <a:cubicBezTo>
                      <a:pt x="47072" y="5095"/>
                      <a:pt x="42550" y="6868"/>
                      <a:pt x="37497" y="9174"/>
                    </a:cubicBezTo>
                    <a:cubicBezTo>
                      <a:pt x="32310" y="11124"/>
                      <a:pt x="26636" y="13474"/>
                      <a:pt x="23710" y="14493"/>
                    </a:cubicBezTo>
                    <a:cubicBezTo>
                      <a:pt x="22203" y="14892"/>
                      <a:pt x="20296" y="15868"/>
                      <a:pt x="17991" y="16621"/>
                    </a:cubicBezTo>
                    <a:cubicBezTo>
                      <a:pt x="16883" y="17020"/>
                      <a:pt x="15686" y="17419"/>
                      <a:pt x="14445" y="17774"/>
                    </a:cubicBezTo>
                    <a:cubicBezTo>
                      <a:pt x="13292" y="18217"/>
                      <a:pt x="12095" y="18660"/>
                      <a:pt x="10942" y="19059"/>
                    </a:cubicBezTo>
                    <a:cubicBezTo>
                      <a:pt x="6199" y="20434"/>
                      <a:pt x="2076" y="21764"/>
                      <a:pt x="436" y="19680"/>
                    </a:cubicBezTo>
                    <a:cubicBezTo>
                      <a:pt x="-1116" y="17774"/>
                      <a:pt x="1633" y="13740"/>
                      <a:pt x="6155" y="10592"/>
                    </a:cubicBezTo>
                    <a:cubicBezTo>
                      <a:pt x="7263" y="9794"/>
                      <a:pt x="8416" y="8952"/>
                      <a:pt x="9613" y="8198"/>
                    </a:cubicBezTo>
                    <a:cubicBezTo>
                      <a:pt x="10898" y="7578"/>
                      <a:pt x="12139" y="6913"/>
                      <a:pt x="13292" y="6336"/>
                    </a:cubicBezTo>
                    <a:cubicBezTo>
                      <a:pt x="15686" y="5228"/>
                      <a:pt x="17858" y="4120"/>
                      <a:pt x="19410" y="3721"/>
                    </a:cubicBezTo>
                    <a:cubicBezTo>
                      <a:pt x="22469" y="2790"/>
                      <a:pt x="28941" y="662"/>
                      <a:pt x="34926" y="263"/>
                    </a:cubicBezTo>
                    <a:cubicBezTo>
                      <a:pt x="40866" y="-491"/>
                      <a:pt x="46141" y="396"/>
                      <a:pt x="46585" y="2657"/>
                    </a:cubicBezTo>
                    <a:close/>
                  </a:path>
                </a:pathLst>
              </a:custGeom>
              <a:solidFill>
                <a:srgbClr val="976652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32" name="Forme libre : forme 20431">
                <a:extLst>
                  <a:ext uri="{FF2B5EF4-FFF2-40B4-BE49-F238E27FC236}">
                    <a16:creationId xmlns:a16="http://schemas.microsoft.com/office/drawing/2014/main" id="{7F943978-B877-4897-B83F-12AB8BC8A3C3}"/>
                  </a:ext>
                </a:extLst>
              </p:cNvPr>
              <p:cNvSpPr/>
              <p:nvPr/>
            </p:nvSpPr>
            <p:spPr>
              <a:xfrm>
                <a:off x="4240965" y="1148171"/>
                <a:ext cx="33696" cy="10498"/>
              </a:xfrm>
              <a:custGeom>
                <a:avLst/>
                <a:gdLst>
                  <a:gd name="connsiteX0" fmla="*/ 7497 w 33696"/>
                  <a:gd name="connsiteY0" fmla="*/ 0 h 10498"/>
                  <a:gd name="connsiteX1" fmla="*/ 2000 w 33696"/>
                  <a:gd name="connsiteY1" fmla="*/ 4921 h 10498"/>
                  <a:gd name="connsiteX2" fmla="*/ 670 w 33696"/>
                  <a:gd name="connsiteY2" fmla="*/ 9708 h 10498"/>
                  <a:gd name="connsiteX3" fmla="*/ 11354 w 33696"/>
                  <a:gd name="connsiteY3" fmla="*/ 8911 h 10498"/>
                  <a:gd name="connsiteX4" fmla="*/ 14679 w 33696"/>
                  <a:gd name="connsiteY4" fmla="*/ 7714 h 10498"/>
                  <a:gd name="connsiteX5" fmla="*/ 18136 w 33696"/>
                  <a:gd name="connsiteY5" fmla="*/ 6605 h 10498"/>
                  <a:gd name="connsiteX6" fmla="*/ 24343 w 33696"/>
                  <a:gd name="connsiteY6" fmla="*/ 4300 h 10498"/>
                  <a:gd name="connsiteX7" fmla="*/ 33697 w 33696"/>
                  <a:gd name="connsiteY7" fmla="*/ 488 h 10498"/>
                  <a:gd name="connsiteX8" fmla="*/ 28421 w 33696"/>
                  <a:gd name="connsiteY8" fmla="*/ 1729 h 10498"/>
                  <a:gd name="connsiteX9" fmla="*/ 22126 w 33696"/>
                  <a:gd name="connsiteY9" fmla="*/ 2350 h 10498"/>
                  <a:gd name="connsiteX10" fmla="*/ 16097 w 33696"/>
                  <a:gd name="connsiteY10" fmla="*/ 2837 h 10498"/>
                  <a:gd name="connsiteX11" fmla="*/ 7497 w 33696"/>
                  <a:gd name="connsiteY11" fmla="*/ 0 h 10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696" h="10498">
                    <a:moveTo>
                      <a:pt x="7497" y="0"/>
                    </a:moveTo>
                    <a:cubicBezTo>
                      <a:pt x="6300" y="1241"/>
                      <a:pt x="3684" y="2881"/>
                      <a:pt x="2000" y="4921"/>
                    </a:cubicBezTo>
                    <a:cubicBezTo>
                      <a:pt x="271" y="6916"/>
                      <a:pt x="-749" y="8733"/>
                      <a:pt x="670" y="9708"/>
                    </a:cubicBezTo>
                    <a:cubicBezTo>
                      <a:pt x="2975" y="11304"/>
                      <a:pt x="6876" y="10196"/>
                      <a:pt x="11354" y="8911"/>
                    </a:cubicBezTo>
                    <a:cubicBezTo>
                      <a:pt x="12462" y="8556"/>
                      <a:pt x="13570" y="8157"/>
                      <a:pt x="14679" y="7714"/>
                    </a:cubicBezTo>
                    <a:cubicBezTo>
                      <a:pt x="15831" y="7359"/>
                      <a:pt x="16984" y="7004"/>
                      <a:pt x="18136" y="6605"/>
                    </a:cubicBezTo>
                    <a:cubicBezTo>
                      <a:pt x="20397" y="5852"/>
                      <a:pt x="22436" y="4832"/>
                      <a:pt x="24343" y="4300"/>
                    </a:cubicBezTo>
                    <a:cubicBezTo>
                      <a:pt x="26559" y="3679"/>
                      <a:pt x="31214" y="1419"/>
                      <a:pt x="33697" y="488"/>
                    </a:cubicBezTo>
                    <a:cubicBezTo>
                      <a:pt x="32189" y="709"/>
                      <a:pt x="29840" y="1552"/>
                      <a:pt x="28421" y="1729"/>
                    </a:cubicBezTo>
                    <a:cubicBezTo>
                      <a:pt x="26426" y="1995"/>
                      <a:pt x="24254" y="2217"/>
                      <a:pt x="22126" y="2350"/>
                    </a:cubicBezTo>
                    <a:cubicBezTo>
                      <a:pt x="20043" y="2616"/>
                      <a:pt x="18048" y="2837"/>
                      <a:pt x="16097" y="2837"/>
                    </a:cubicBezTo>
                    <a:cubicBezTo>
                      <a:pt x="12285" y="2748"/>
                      <a:pt x="9093" y="2350"/>
                      <a:pt x="7497" y="0"/>
                    </a:cubicBezTo>
                    <a:close/>
                  </a:path>
                </a:pathLst>
              </a:custGeom>
              <a:solidFill>
                <a:srgbClr val="825343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33" name="Forme libre : forme 20432">
                <a:extLst>
                  <a:ext uri="{FF2B5EF4-FFF2-40B4-BE49-F238E27FC236}">
                    <a16:creationId xmlns:a16="http://schemas.microsoft.com/office/drawing/2014/main" id="{EBB1A1AA-B2AB-4885-8A84-AB0136C7DE47}"/>
                  </a:ext>
                </a:extLst>
              </p:cNvPr>
              <p:cNvSpPr/>
              <p:nvPr/>
            </p:nvSpPr>
            <p:spPr>
              <a:xfrm>
                <a:off x="4244243" y="1138592"/>
                <a:ext cx="46581" cy="19884"/>
              </a:xfrm>
              <a:custGeom>
                <a:avLst/>
                <a:gdLst>
                  <a:gd name="connsiteX0" fmla="*/ 46556 w 46581"/>
                  <a:gd name="connsiteY0" fmla="*/ 2797 h 19884"/>
                  <a:gd name="connsiteX1" fmla="*/ 36847 w 46581"/>
                  <a:gd name="connsiteY1" fmla="*/ 9313 h 19884"/>
                  <a:gd name="connsiteX2" fmla="*/ 29400 w 46581"/>
                  <a:gd name="connsiteY2" fmla="*/ 12106 h 19884"/>
                  <a:gd name="connsiteX3" fmla="*/ 23415 w 46581"/>
                  <a:gd name="connsiteY3" fmla="*/ 14500 h 19884"/>
                  <a:gd name="connsiteX4" fmla="*/ 10781 w 46581"/>
                  <a:gd name="connsiteY4" fmla="*/ 18623 h 19884"/>
                  <a:gd name="connsiteX5" fmla="*/ 4574 w 46581"/>
                  <a:gd name="connsiteY5" fmla="*/ 19864 h 19884"/>
                  <a:gd name="connsiteX6" fmla="*/ 496 w 46581"/>
                  <a:gd name="connsiteY6" fmla="*/ 18756 h 19884"/>
                  <a:gd name="connsiteX7" fmla="*/ 1028 w 46581"/>
                  <a:gd name="connsiteY7" fmla="*/ 14722 h 19884"/>
                  <a:gd name="connsiteX8" fmla="*/ 6347 w 46581"/>
                  <a:gd name="connsiteY8" fmla="*/ 9934 h 19884"/>
                  <a:gd name="connsiteX9" fmla="*/ 19558 w 46581"/>
                  <a:gd name="connsiteY9" fmla="*/ 3595 h 19884"/>
                  <a:gd name="connsiteX10" fmla="*/ 26208 w 46581"/>
                  <a:gd name="connsiteY10" fmla="*/ 1600 h 19884"/>
                  <a:gd name="connsiteX11" fmla="*/ 35473 w 46581"/>
                  <a:gd name="connsiteY11" fmla="*/ 137 h 19884"/>
                  <a:gd name="connsiteX12" fmla="*/ 46556 w 46581"/>
                  <a:gd name="connsiteY12" fmla="*/ 2797 h 19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6581" h="19884">
                    <a:moveTo>
                      <a:pt x="46556" y="2797"/>
                    </a:moveTo>
                    <a:cubicBezTo>
                      <a:pt x="46157" y="5324"/>
                      <a:pt x="41724" y="7230"/>
                      <a:pt x="36847" y="9313"/>
                    </a:cubicBezTo>
                    <a:cubicBezTo>
                      <a:pt x="34409" y="10377"/>
                      <a:pt x="31793" y="11308"/>
                      <a:pt x="29400" y="12106"/>
                    </a:cubicBezTo>
                    <a:cubicBezTo>
                      <a:pt x="27050" y="13037"/>
                      <a:pt x="24922" y="13880"/>
                      <a:pt x="23415" y="14500"/>
                    </a:cubicBezTo>
                    <a:cubicBezTo>
                      <a:pt x="20223" y="15520"/>
                      <a:pt x="15347" y="17470"/>
                      <a:pt x="10781" y="18623"/>
                    </a:cubicBezTo>
                    <a:cubicBezTo>
                      <a:pt x="8564" y="19332"/>
                      <a:pt x="6392" y="19820"/>
                      <a:pt x="4574" y="19864"/>
                    </a:cubicBezTo>
                    <a:cubicBezTo>
                      <a:pt x="2757" y="19953"/>
                      <a:pt x="1338" y="19776"/>
                      <a:pt x="496" y="18756"/>
                    </a:cubicBezTo>
                    <a:cubicBezTo>
                      <a:pt x="-346" y="17781"/>
                      <a:pt x="-81" y="16318"/>
                      <a:pt x="1028" y="14722"/>
                    </a:cubicBezTo>
                    <a:cubicBezTo>
                      <a:pt x="2180" y="13215"/>
                      <a:pt x="4131" y="11574"/>
                      <a:pt x="6347" y="9934"/>
                    </a:cubicBezTo>
                    <a:cubicBezTo>
                      <a:pt x="10914" y="6920"/>
                      <a:pt x="16721" y="4348"/>
                      <a:pt x="19558" y="3595"/>
                    </a:cubicBezTo>
                    <a:cubicBezTo>
                      <a:pt x="20977" y="3151"/>
                      <a:pt x="23371" y="2353"/>
                      <a:pt x="26208" y="1600"/>
                    </a:cubicBezTo>
                    <a:cubicBezTo>
                      <a:pt x="29089" y="1068"/>
                      <a:pt x="32414" y="492"/>
                      <a:pt x="35473" y="137"/>
                    </a:cubicBezTo>
                    <a:cubicBezTo>
                      <a:pt x="41635" y="-351"/>
                      <a:pt x="46999" y="447"/>
                      <a:pt x="46556" y="2797"/>
                    </a:cubicBezTo>
                    <a:close/>
                  </a:path>
                </a:pathLst>
              </a:custGeom>
              <a:solidFill>
                <a:srgbClr val="976652">
                  <a:alpha val="17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34" name="Forme libre : forme 20433">
                <a:extLst>
                  <a:ext uri="{FF2B5EF4-FFF2-40B4-BE49-F238E27FC236}">
                    <a16:creationId xmlns:a16="http://schemas.microsoft.com/office/drawing/2014/main" id="{268E8337-BADE-4834-802D-E0E5DCF812F3}"/>
                  </a:ext>
                </a:extLst>
              </p:cNvPr>
              <p:cNvSpPr/>
              <p:nvPr/>
            </p:nvSpPr>
            <p:spPr>
              <a:xfrm>
                <a:off x="4222130" y="1147604"/>
                <a:ext cx="56473" cy="26652"/>
              </a:xfrm>
              <a:custGeom>
                <a:avLst/>
                <a:gdLst>
                  <a:gd name="connsiteX0" fmla="*/ 3679 w 56473"/>
                  <a:gd name="connsiteY0" fmla="*/ 26368 h 26652"/>
                  <a:gd name="connsiteX1" fmla="*/ 11792 w 56473"/>
                  <a:gd name="connsiteY1" fmla="*/ 25215 h 26652"/>
                  <a:gd name="connsiteX2" fmla="*/ 31652 w 56473"/>
                  <a:gd name="connsiteY2" fmla="*/ 18565 h 26652"/>
                  <a:gd name="connsiteX3" fmla="*/ 50183 w 56473"/>
                  <a:gd name="connsiteY3" fmla="*/ 9212 h 26652"/>
                  <a:gd name="connsiteX4" fmla="*/ 55990 w 56473"/>
                  <a:gd name="connsiteY4" fmla="*/ 966 h 26652"/>
                  <a:gd name="connsiteX5" fmla="*/ 48099 w 56473"/>
                  <a:gd name="connsiteY5" fmla="*/ 301 h 26652"/>
                  <a:gd name="connsiteX6" fmla="*/ 26200 w 56473"/>
                  <a:gd name="connsiteY6" fmla="*/ 2385 h 26652"/>
                  <a:gd name="connsiteX7" fmla="*/ 20924 w 56473"/>
                  <a:gd name="connsiteY7" fmla="*/ 2784 h 26652"/>
                  <a:gd name="connsiteX8" fmla="*/ 15383 w 56473"/>
                  <a:gd name="connsiteY8" fmla="*/ 3980 h 26652"/>
                  <a:gd name="connsiteX9" fmla="*/ 9664 w 56473"/>
                  <a:gd name="connsiteY9" fmla="*/ 6463 h 26652"/>
                  <a:gd name="connsiteX10" fmla="*/ 4300 w 56473"/>
                  <a:gd name="connsiteY10" fmla="*/ 10940 h 26652"/>
                  <a:gd name="connsiteX11" fmla="*/ 0 w 56473"/>
                  <a:gd name="connsiteY11" fmla="*/ 21004 h 26652"/>
                  <a:gd name="connsiteX12" fmla="*/ 3679 w 56473"/>
                  <a:gd name="connsiteY12" fmla="*/ 26368 h 26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473" h="26652">
                    <a:moveTo>
                      <a:pt x="3679" y="26368"/>
                    </a:moveTo>
                    <a:cubicBezTo>
                      <a:pt x="6783" y="26988"/>
                      <a:pt x="8201" y="26589"/>
                      <a:pt x="11792" y="25215"/>
                    </a:cubicBezTo>
                    <a:cubicBezTo>
                      <a:pt x="18752" y="22821"/>
                      <a:pt x="24160" y="21846"/>
                      <a:pt x="31652" y="18565"/>
                    </a:cubicBezTo>
                    <a:cubicBezTo>
                      <a:pt x="37947" y="15950"/>
                      <a:pt x="44907" y="12669"/>
                      <a:pt x="50183" y="9212"/>
                    </a:cubicBezTo>
                    <a:cubicBezTo>
                      <a:pt x="53995" y="6552"/>
                      <a:pt x="57852" y="3537"/>
                      <a:pt x="55990" y="966"/>
                    </a:cubicBezTo>
                    <a:cubicBezTo>
                      <a:pt x="54837" y="-453"/>
                      <a:pt x="51114" y="35"/>
                      <a:pt x="48099" y="301"/>
                    </a:cubicBezTo>
                    <a:cubicBezTo>
                      <a:pt x="40873" y="656"/>
                      <a:pt x="33958" y="1675"/>
                      <a:pt x="26200" y="2385"/>
                    </a:cubicBezTo>
                    <a:cubicBezTo>
                      <a:pt x="24559" y="2518"/>
                      <a:pt x="22742" y="2651"/>
                      <a:pt x="20924" y="2784"/>
                    </a:cubicBezTo>
                    <a:cubicBezTo>
                      <a:pt x="19151" y="3094"/>
                      <a:pt x="17289" y="3449"/>
                      <a:pt x="15383" y="3980"/>
                    </a:cubicBezTo>
                    <a:cubicBezTo>
                      <a:pt x="13432" y="4468"/>
                      <a:pt x="11526" y="5310"/>
                      <a:pt x="9664" y="6463"/>
                    </a:cubicBezTo>
                    <a:cubicBezTo>
                      <a:pt x="7802" y="7616"/>
                      <a:pt x="5896" y="8990"/>
                      <a:pt x="4300" y="10940"/>
                    </a:cubicBezTo>
                    <a:cubicBezTo>
                      <a:pt x="1286" y="14310"/>
                      <a:pt x="0" y="18211"/>
                      <a:pt x="0" y="21004"/>
                    </a:cubicBezTo>
                    <a:cubicBezTo>
                      <a:pt x="177" y="24018"/>
                      <a:pt x="1507" y="25924"/>
                      <a:pt x="3679" y="26368"/>
                    </a:cubicBezTo>
                    <a:close/>
                  </a:path>
                </a:pathLst>
              </a:custGeom>
              <a:solidFill>
                <a:srgbClr val="FCE9E0">
                  <a:alpha val="51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35" name="Forme libre : forme 20434">
                <a:extLst>
                  <a:ext uri="{FF2B5EF4-FFF2-40B4-BE49-F238E27FC236}">
                    <a16:creationId xmlns:a16="http://schemas.microsoft.com/office/drawing/2014/main" id="{34B6F457-B171-470E-9031-8A13F1E17B4F}"/>
                  </a:ext>
                </a:extLst>
              </p:cNvPr>
              <p:cNvSpPr/>
              <p:nvPr/>
            </p:nvSpPr>
            <p:spPr>
              <a:xfrm>
                <a:off x="4230015" y="1145608"/>
                <a:ext cx="16019" cy="15935"/>
              </a:xfrm>
              <a:custGeom>
                <a:avLst/>
                <a:gdLst>
                  <a:gd name="connsiteX0" fmla="*/ 671 w 16019"/>
                  <a:gd name="connsiteY0" fmla="*/ 13292 h 15935"/>
                  <a:gd name="connsiteX1" fmla="*/ 50 w 16019"/>
                  <a:gd name="connsiteY1" fmla="*/ 15597 h 15935"/>
                  <a:gd name="connsiteX2" fmla="*/ 1957 w 16019"/>
                  <a:gd name="connsiteY2" fmla="*/ 15287 h 15935"/>
                  <a:gd name="connsiteX3" fmla="*/ 4971 w 16019"/>
                  <a:gd name="connsiteY3" fmla="*/ 12849 h 15935"/>
                  <a:gd name="connsiteX4" fmla="*/ 12020 w 16019"/>
                  <a:gd name="connsiteY4" fmla="*/ 6421 h 15935"/>
                  <a:gd name="connsiteX5" fmla="*/ 14547 w 16019"/>
                  <a:gd name="connsiteY5" fmla="*/ 3982 h 15935"/>
                  <a:gd name="connsiteX6" fmla="*/ 10646 w 16019"/>
                  <a:gd name="connsiteY6" fmla="*/ 1722 h 15935"/>
                  <a:gd name="connsiteX7" fmla="*/ 4838 w 16019"/>
                  <a:gd name="connsiteY7" fmla="*/ 7130 h 15935"/>
                  <a:gd name="connsiteX8" fmla="*/ 671 w 16019"/>
                  <a:gd name="connsiteY8" fmla="*/ 13292 h 15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019" h="15935">
                    <a:moveTo>
                      <a:pt x="671" y="13292"/>
                    </a:moveTo>
                    <a:cubicBezTo>
                      <a:pt x="183" y="14267"/>
                      <a:pt x="-127" y="14976"/>
                      <a:pt x="50" y="15597"/>
                    </a:cubicBezTo>
                    <a:cubicBezTo>
                      <a:pt x="228" y="16218"/>
                      <a:pt x="1070" y="15908"/>
                      <a:pt x="1957" y="15287"/>
                    </a:cubicBezTo>
                    <a:cubicBezTo>
                      <a:pt x="2888" y="14710"/>
                      <a:pt x="4085" y="13691"/>
                      <a:pt x="4971" y="12849"/>
                    </a:cubicBezTo>
                    <a:cubicBezTo>
                      <a:pt x="7188" y="10543"/>
                      <a:pt x="9803" y="8504"/>
                      <a:pt x="12020" y="6421"/>
                    </a:cubicBezTo>
                    <a:cubicBezTo>
                      <a:pt x="12906" y="5534"/>
                      <a:pt x="13837" y="4780"/>
                      <a:pt x="14547" y="3982"/>
                    </a:cubicBezTo>
                    <a:cubicBezTo>
                      <a:pt x="17384" y="613"/>
                      <a:pt x="16143" y="-1781"/>
                      <a:pt x="10646" y="1722"/>
                    </a:cubicBezTo>
                    <a:cubicBezTo>
                      <a:pt x="8606" y="3229"/>
                      <a:pt x="6611" y="5135"/>
                      <a:pt x="4838" y="7130"/>
                    </a:cubicBezTo>
                    <a:cubicBezTo>
                      <a:pt x="3154" y="9258"/>
                      <a:pt x="1735" y="11430"/>
                      <a:pt x="671" y="13292"/>
                    </a:cubicBezTo>
                    <a:close/>
                  </a:path>
                </a:pathLst>
              </a:custGeom>
              <a:solidFill>
                <a:srgbClr val="FCEAE2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36" name="Forme libre : forme 20435">
                <a:extLst>
                  <a:ext uri="{FF2B5EF4-FFF2-40B4-BE49-F238E27FC236}">
                    <a16:creationId xmlns:a16="http://schemas.microsoft.com/office/drawing/2014/main" id="{8DABA415-3855-442A-B842-FBBECD431AD3}"/>
                  </a:ext>
                </a:extLst>
              </p:cNvPr>
              <p:cNvSpPr/>
              <p:nvPr/>
            </p:nvSpPr>
            <p:spPr>
              <a:xfrm>
                <a:off x="4278962" y="1141389"/>
                <a:ext cx="26687" cy="17377"/>
              </a:xfrm>
              <a:custGeom>
                <a:avLst/>
                <a:gdLst>
                  <a:gd name="connsiteX0" fmla="*/ 26687 w 26687"/>
                  <a:gd name="connsiteY0" fmla="*/ 0 h 17377"/>
                  <a:gd name="connsiteX1" fmla="*/ 14762 w 26687"/>
                  <a:gd name="connsiteY1" fmla="*/ 9310 h 17377"/>
                  <a:gd name="connsiteX2" fmla="*/ 6916 w 26687"/>
                  <a:gd name="connsiteY2" fmla="*/ 13521 h 17377"/>
                  <a:gd name="connsiteX3" fmla="*/ 0 w 26687"/>
                  <a:gd name="connsiteY3" fmla="*/ 17378 h 17377"/>
                  <a:gd name="connsiteX4" fmla="*/ 26687 w 26687"/>
                  <a:gd name="connsiteY4" fmla="*/ 0 h 17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87" h="17377">
                    <a:moveTo>
                      <a:pt x="26687" y="0"/>
                    </a:moveTo>
                    <a:cubicBezTo>
                      <a:pt x="24737" y="3546"/>
                      <a:pt x="19949" y="6384"/>
                      <a:pt x="14762" y="9310"/>
                    </a:cubicBezTo>
                    <a:cubicBezTo>
                      <a:pt x="12191" y="10817"/>
                      <a:pt x="9487" y="12235"/>
                      <a:pt x="6916" y="13521"/>
                    </a:cubicBezTo>
                    <a:cubicBezTo>
                      <a:pt x="4344" y="14807"/>
                      <a:pt x="2039" y="16314"/>
                      <a:pt x="0" y="17378"/>
                    </a:cubicBezTo>
                    <a:cubicBezTo>
                      <a:pt x="8645" y="12102"/>
                      <a:pt x="19151" y="5541"/>
                      <a:pt x="266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37" name="Forme libre : forme 20436">
                <a:extLst>
                  <a:ext uri="{FF2B5EF4-FFF2-40B4-BE49-F238E27FC236}">
                    <a16:creationId xmlns:a16="http://schemas.microsoft.com/office/drawing/2014/main" id="{6B3A7AF8-7AF2-4DF2-AD0E-FA3FB465AD8B}"/>
                  </a:ext>
                </a:extLst>
              </p:cNvPr>
              <p:cNvSpPr/>
              <p:nvPr/>
            </p:nvSpPr>
            <p:spPr>
              <a:xfrm>
                <a:off x="4215086" y="1143206"/>
                <a:ext cx="18037" cy="37902"/>
              </a:xfrm>
              <a:custGeom>
                <a:avLst/>
                <a:gdLst>
                  <a:gd name="connsiteX0" fmla="*/ 18038 w 18037"/>
                  <a:gd name="connsiteY0" fmla="*/ 0 h 37902"/>
                  <a:gd name="connsiteX1" fmla="*/ 3497 w 18037"/>
                  <a:gd name="connsiteY1" fmla="*/ 18486 h 37902"/>
                  <a:gd name="connsiteX2" fmla="*/ 217 w 18037"/>
                  <a:gd name="connsiteY2" fmla="*/ 37903 h 37902"/>
                  <a:gd name="connsiteX3" fmla="*/ 4251 w 18037"/>
                  <a:gd name="connsiteY3" fmla="*/ 18397 h 37902"/>
                  <a:gd name="connsiteX4" fmla="*/ 18038 w 18037"/>
                  <a:gd name="connsiteY4" fmla="*/ 0 h 37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37" h="37902">
                    <a:moveTo>
                      <a:pt x="18038" y="0"/>
                    </a:moveTo>
                    <a:cubicBezTo>
                      <a:pt x="11344" y="4965"/>
                      <a:pt x="6379" y="11659"/>
                      <a:pt x="3497" y="18486"/>
                    </a:cubicBezTo>
                    <a:cubicBezTo>
                      <a:pt x="571" y="25269"/>
                      <a:pt x="-360" y="32096"/>
                      <a:pt x="217" y="37903"/>
                    </a:cubicBezTo>
                    <a:cubicBezTo>
                      <a:pt x="-581" y="32539"/>
                      <a:pt x="837" y="25313"/>
                      <a:pt x="4251" y="18397"/>
                    </a:cubicBezTo>
                    <a:cubicBezTo>
                      <a:pt x="7576" y="11482"/>
                      <a:pt x="12762" y="4788"/>
                      <a:pt x="180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38" name="Forme libre : forme 20437">
                <a:extLst>
                  <a:ext uri="{FF2B5EF4-FFF2-40B4-BE49-F238E27FC236}">
                    <a16:creationId xmlns:a16="http://schemas.microsoft.com/office/drawing/2014/main" id="{DCFE8EA2-2F29-4055-A4A8-977B5FA084DB}"/>
                  </a:ext>
                </a:extLst>
              </p:cNvPr>
              <p:cNvSpPr/>
              <p:nvPr/>
            </p:nvSpPr>
            <p:spPr>
              <a:xfrm>
                <a:off x="4258227" y="1140329"/>
                <a:ext cx="18319" cy="5851"/>
              </a:xfrm>
              <a:custGeom>
                <a:avLst/>
                <a:gdLst>
                  <a:gd name="connsiteX0" fmla="*/ 18252 w 18319"/>
                  <a:gd name="connsiteY0" fmla="*/ 1149 h 5851"/>
                  <a:gd name="connsiteX1" fmla="*/ 13598 w 18319"/>
                  <a:gd name="connsiteY1" fmla="*/ 3365 h 5851"/>
                  <a:gd name="connsiteX2" fmla="*/ 7967 w 18319"/>
                  <a:gd name="connsiteY2" fmla="*/ 4873 h 5851"/>
                  <a:gd name="connsiteX3" fmla="*/ 2914 w 18319"/>
                  <a:gd name="connsiteY3" fmla="*/ 5715 h 5851"/>
                  <a:gd name="connsiteX4" fmla="*/ 32 w 18319"/>
                  <a:gd name="connsiteY4" fmla="*/ 4873 h 5851"/>
                  <a:gd name="connsiteX5" fmla="*/ 9741 w 18319"/>
                  <a:gd name="connsiteY5" fmla="*/ 750 h 5851"/>
                  <a:gd name="connsiteX6" fmla="*/ 18252 w 18319"/>
                  <a:gd name="connsiteY6" fmla="*/ 1149 h 5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319" h="5851">
                    <a:moveTo>
                      <a:pt x="18252" y="1149"/>
                    </a:moveTo>
                    <a:cubicBezTo>
                      <a:pt x="17853" y="2080"/>
                      <a:pt x="15814" y="2833"/>
                      <a:pt x="13598" y="3365"/>
                    </a:cubicBezTo>
                    <a:cubicBezTo>
                      <a:pt x="11425" y="3986"/>
                      <a:pt x="9076" y="4607"/>
                      <a:pt x="7967" y="4873"/>
                    </a:cubicBezTo>
                    <a:cubicBezTo>
                      <a:pt x="6859" y="5139"/>
                      <a:pt x="4731" y="5582"/>
                      <a:pt x="2914" y="5715"/>
                    </a:cubicBezTo>
                    <a:cubicBezTo>
                      <a:pt x="1185" y="5981"/>
                      <a:pt x="-234" y="5937"/>
                      <a:pt x="32" y="4873"/>
                    </a:cubicBezTo>
                    <a:cubicBezTo>
                      <a:pt x="609" y="2523"/>
                      <a:pt x="7613" y="1238"/>
                      <a:pt x="9741" y="750"/>
                    </a:cubicBezTo>
                    <a:cubicBezTo>
                      <a:pt x="11824" y="-4"/>
                      <a:pt x="19095" y="-624"/>
                      <a:pt x="18252" y="1149"/>
                    </a:cubicBezTo>
                    <a:close/>
                  </a:path>
                </a:pathLst>
              </a:custGeom>
              <a:solidFill>
                <a:srgbClr val="B7806E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39" name="Forme libre : forme 20438">
                <a:extLst>
                  <a:ext uri="{FF2B5EF4-FFF2-40B4-BE49-F238E27FC236}">
                    <a16:creationId xmlns:a16="http://schemas.microsoft.com/office/drawing/2014/main" id="{A94F8145-CCC9-4F32-9ABC-C980F25BBB39}"/>
                  </a:ext>
                </a:extLst>
              </p:cNvPr>
              <p:cNvSpPr/>
              <p:nvPr/>
            </p:nvSpPr>
            <p:spPr>
              <a:xfrm>
                <a:off x="4273991" y="1140040"/>
                <a:ext cx="5231" cy="1935"/>
              </a:xfrm>
              <a:custGeom>
                <a:avLst/>
                <a:gdLst>
                  <a:gd name="connsiteX0" fmla="*/ 5193 w 5231"/>
                  <a:gd name="connsiteY0" fmla="*/ 329 h 1935"/>
                  <a:gd name="connsiteX1" fmla="*/ 3021 w 5231"/>
                  <a:gd name="connsiteY1" fmla="*/ 1659 h 1935"/>
                  <a:gd name="connsiteX2" fmla="*/ 51 w 5231"/>
                  <a:gd name="connsiteY2" fmla="*/ 1570 h 1935"/>
                  <a:gd name="connsiteX3" fmla="*/ 2178 w 5231"/>
                  <a:gd name="connsiteY3" fmla="*/ 285 h 1935"/>
                  <a:gd name="connsiteX4" fmla="*/ 5193 w 5231"/>
                  <a:gd name="connsiteY4" fmla="*/ 329 h 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31" h="1935">
                    <a:moveTo>
                      <a:pt x="5193" y="329"/>
                    </a:moveTo>
                    <a:cubicBezTo>
                      <a:pt x="5503" y="906"/>
                      <a:pt x="3863" y="1437"/>
                      <a:pt x="3021" y="1659"/>
                    </a:cubicBezTo>
                    <a:cubicBezTo>
                      <a:pt x="2178" y="1881"/>
                      <a:pt x="405" y="2191"/>
                      <a:pt x="51" y="1570"/>
                    </a:cubicBezTo>
                    <a:cubicBezTo>
                      <a:pt x="-304" y="950"/>
                      <a:pt x="1292" y="462"/>
                      <a:pt x="2178" y="285"/>
                    </a:cubicBezTo>
                    <a:cubicBezTo>
                      <a:pt x="3021" y="63"/>
                      <a:pt x="4883" y="-247"/>
                      <a:pt x="5193" y="3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40" name="Forme libre : forme 20439">
                <a:extLst>
                  <a:ext uri="{FF2B5EF4-FFF2-40B4-BE49-F238E27FC236}">
                    <a16:creationId xmlns:a16="http://schemas.microsoft.com/office/drawing/2014/main" id="{1D6B1725-42BD-4780-896B-0EA6C0414B51}"/>
                  </a:ext>
                </a:extLst>
              </p:cNvPr>
              <p:cNvSpPr/>
              <p:nvPr/>
            </p:nvSpPr>
            <p:spPr>
              <a:xfrm>
                <a:off x="4254383" y="1128355"/>
                <a:ext cx="48994" cy="12055"/>
              </a:xfrm>
              <a:custGeom>
                <a:avLst/>
                <a:gdLst>
                  <a:gd name="connsiteX0" fmla="*/ 36593 w 48994"/>
                  <a:gd name="connsiteY0" fmla="*/ 3281 h 12055"/>
                  <a:gd name="connsiteX1" fmla="*/ 48651 w 48994"/>
                  <a:gd name="connsiteY1" fmla="*/ 9088 h 12055"/>
                  <a:gd name="connsiteX2" fmla="*/ 45681 w 48994"/>
                  <a:gd name="connsiteY2" fmla="*/ 12014 h 12055"/>
                  <a:gd name="connsiteX3" fmla="*/ 40095 w 48994"/>
                  <a:gd name="connsiteY3" fmla="*/ 10861 h 12055"/>
                  <a:gd name="connsiteX4" fmla="*/ 31938 w 48994"/>
                  <a:gd name="connsiteY4" fmla="*/ 8733 h 12055"/>
                  <a:gd name="connsiteX5" fmla="*/ 22806 w 48994"/>
                  <a:gd name="connsiteY5" fmla="*/ 7669 h 12055"/>
                  <a:gd name="connsiteX6" fmla="*/ 9196 w 48994"/>
                  <a:gd name="connsiteY6" fmla="*/ 8866 h 12055"/>
                  <a:gd name="connsiteX7" fmla="*/ 153 w 48994"/>
                  <a:gd name="connsiteY7" fmla="*/ 7581 h 12055"/>
                  <a:gd name="connsiteX8" fmla="*/ 11235 w 48994"/>
                  <a:gd name="connsiteY8" fmla="*/ 1552 h 12055"/>
                  <a:gd name="connsiteX9" fmla="*/ 24712 w 48994"/>
                  <a:gd name="connsiteY9" fmla="*/ 0 h 12055"/>
                  <a:gd name="connsiteX10" fmla="*/ 36593 w 48994"/>
                  <a:gd name="connsiteY10" fmla="*/ 3281 h 1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994" h="12055">
                    <a:moveTo>
                      <a:pt x="36593" y="3281"/>
                    </a:moveTo>
                    <a:cubicBezTo>
                      <a:pt x="41868" y="4655"/>
                      <a:pt x="45592" y="6251"/>
                      <a:pt x="48651" y="9088"/>
                    </a:cubicBezTo>
                    <a:cubicBezTo>
                      <a:pt x="49759" y="10152"/>
                      <a:pt x="48030" y="11792"/>
                      <a:pt x="45681" y="12014"/>
                    </a:cubicBezTo>
                    <a:cubicBezTo>
                      <a:pt x="43331" y="12235"/>
                      <a:pt x="41779" y="11526"/>
                      <a:pt x="40095" y="10861"/>
                    </a:cubicBezTo>
                    <a:cubicBezTo>
                      <a:pt x="37524" y="9974"/>
                      <a:pt x="34775" y="9310"/>
                      <a:pt x="31938" y="8733"/>
                    </a:cubicBezTo>
                    <a:cubicBezTo>
                      <a:pt x="29056" y="8157"/>
                      <a:pt x="26042" y="7714"/>
                      <a:pt x="22806" y="7669"/>
                    </a:cubicBezTo>
                    <a:cubicBezTo>
                      <a:pt x="20811" y="7625"/>
                      <a:pt x="14605" y="8024"/>
                      <a:pt x="9196" y="8866"/>
                    </a:cubicBezTo>
                    <a:cubicBezTo>
                      <a:pt x="3743" y="9354"/>
                      <a:pt x="-911" y="10019"/>
                      <a:pt x="153" y="7581"/>
                    </a:cubicBezTo>
                    <a:cubicBezTo>
                      <a:pt x="1261" y="4965"/>
                      <a:pt x="6049" y="3059"/>
                      <a:pt x="11235" y="1552"/>
                    </a:cubicBezTo>
                    <a:cubicBezTo>
                      <a:pt x="16422" y="222"/>
                      <a:pt x="21919" y="0"/>
                      <a:pt x="24712" y="0"/>
                    </a:cubicBezTo>
                    <a:cubicBezTo>
                      <a:pt x="30253" y="443"/>
                      <a:pt x="32603" y="2261"/>
                      <a:pt x="36593" y="3281"/>
                    </a:cubicBezTo>
                    <a:close/>
                  </a:path>
                </a:pathLst>
              </a:custGeom>
              <a:solidFill>
                <a:srgbClr val="FCE9E0">
                  <a:alpha val="34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0148" name="Forme libre : forme 20147">
              <a:extLst>
                <a:ext uri="{FF2B5EF4-FFF2-40B4-BE49-F238E27FC236}">
                  <a16:creationId xmlns:a16="http://schemas.microsoft.com/office/drawing/2014/main" id="{800EF7E5-2EEA-476D-969B-86097612591E}"/>
                </a:ext>
              </a:extLst>
            </p:cNvPr>
            <p:cNvSpPr/>
            <p:nvPr/>
          </p:nvSpPr>
          <p:spPr>
            <a:xfrm>
              <a:off x="7878902" y="534675"/>
              <a:ext cx="4433" cy="330221"/>
            </a:xfrm>
            <a:custGeom>
              <a:avLst/>
              <a:gdLst>
                <a:gd name="connsiteX0" fmla="*/ 0 w 4433"/>
                <a:gd name="connsiteY0" fmla="*/ 330221 h 330221"/>
                <a:gd name="connsiteX1" fmla="*/ 0 w 4433"/>
                <a:gd name="connsiteY1" fmla="*/ 0 h 33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33" h="330221">
                  <a:moveTo>
                    <a:pt x="0" y="330221"/>
                  </a:moveTo>
                  <a:lnTo>
                    <a:pt x="0" y="0"/>
                  </a:lnTo>
                </a:path>
              </a:pathLst>
            </a:custGeom>
            <a:ln w="3323" cap="rnd">
              <a:solidFill>
                <a:srgbClr val="333333"/>
              </a:solidFill>
              <a:prstDash val="solid"/>
              <a:round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49" name="Forme libre : forme 20148">
              <a:extLst>
                <a:ext uri="{FF2B5EF4-FFF2-40B4-BE49-F238E27FC236}">
                  <a16:creationId xmlns:a16="http://schemas.microsoft.com/office/drawing/2014/main" id="{45400C73-0574-4576-86FC-943386CCA09F}"/>
                </a:ext>
              </a:extLst>
            </p:cNvPr>
            <p:cNvSpPr/>
            <p:nvPr/>
          </p:nvSpPr>
          <p:spPr>
            <a:xfrm>
              <a:off x="4212599" y="534675"/>
              <a:ext cx="3666303" cy="906834"/>
            </a:xfrm>
            <a:custGeom>
              <a:avLst/>
              <a:gdLst>
                <a:gd name="connsiteX0" fmla="*/ 3666304 w 3666303"/>
                <a:gd name="connsiteY0" fmla="*/ 0 h 906834"/>
                <a:gd name="connsiteX1" fmla="*/ 825531 w 3666303"/>
                <a:gd name="connsiteY1" fmla="*/ 0 h 906834"/>
                <a:gd name="connsiteX2" fmla="*/ 0 w 3666303"/>
                <a:gd name="connsiteY2" fmla="*/ 501250 h 906834"/>
                <a:gd name="connsiteX3" fmla="*/ 754 w 3666303"/>
                <a:gd name="connsiteY3" fmla="*/ 906834 h 90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6303" h="906834">
                  <a:moveTo>
                    <a:pt x="3666304" y="0"/>
                  </a:moveTo>
                  <a:lnTo>
                    <a:pt x="825531" y="0"/>
                  </a:lnTo>
                  <a:lnTo>
                    <a:pt x="0" y="501250"/>
                  </a:lnTo>
                  <a:lnTo>
                    <a:pt x="754" y="906834"/>
                  </a:lnTo>
                </a:path>
              </a:pathLst>
            </a:custGeom>
            <a:noFill/>
            <a:ln w="3323" cap="rnd">
              <a:solidFill>
                <a:srgbClr val="333333"/>
              </a:solidFill>
              <a:prstDash val="solid"/>
              <a:round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50" name="Forme libre : forme 20149">
              <a:extLst>
                <a:ext uri="{FF2B5EF4-FFF2-40B4-BE49-F238E27FC236}">
                  <a16:creationId xmlns:a16="http://schemas.microsoft.com/office/drawing/2014/main" id="{F9BD95F3-07DC-4093-BBDF-A56003CD8F65}"/>
                </a:ext>
              </a:extLst>
            </p:cNvPr>
            <p:cNvSpPr/>
            <p:nvPr/>
          </p:nvSpPr>
          <p:spPr>
            <a:xfrm>
              <a:off x="7134452" y="534675"/>
              <a:ext cx="747198" cy="902645"/>
            </a:xfrm>
            <a:custGeom>
              <a:avLst/>
              <a:gdLst>
                <a:gd name="connsiteX0" fmla="*/ 355 w 747198"/>
                <a:gd name="connsiteY0" fmla="*/ 766748 h 902645"/>
                <a:gd name="connsiteX1" fmla="*/ 4034 w 747198"/>
                <a:gd name="connsiteY1" fmla="*/ 765596 h 902645"/>
                <a:gd name="connsiteX2" fmla="*/ 16092 w 747198"/>
                <a:gd name="connsiteY2" fmla="*/ 757129 h 902645"/>
                <a:gd name="connsiteX3" fmla="*/ 12590 w 747198"/>
                <a:gd name="connsiteY3" fmla="*/ 764000 h 902645"/>
                <a:gd name="connsiteX4" fmla="*/ 11393 w 747198"/>
                <a:gd name="connsiteY4" fmla="*/ 771226 h 902645"/>
                <a:gd name="connsiteX5" fmla="*/ 12280 w 747198"/>
                <a:gd name="connsiteY5" fmla="*/ 777964 h 902645"/>
                <a:gd name="connsiteX6" fmla="*/ 15605 w 747198"/>
                <a:gd name="connsiteY6" fmla="*/ 784082 h 902645"/>
                <a:gd name="connsiteX7" fmla="*/ 28904 w 747198"/>
                <a:gd name="connsiteY7" fmla="*/ 802568 h 902645"/>
                <a:gd name="connsiteX8" fmla="*/ 57054 w 747198"/>
                <a:gd name="connsiteY8" fmla="*/ 810414 h 902645"/>
                <a:gd name="connsiteX9" fmla="*/ 52310 w 747198"/>
                <a:gd name="connsiteY9" fmla="*/ 840205 h 902645"/>
                <a:gd name="connsiteX10" fmla="*/ 60290 w 747198"/>
                <a:gd name="connsiteY10" fmla="*/ 851997 h 902645"/>
                <a:gd name="connsiteX11" fmla="*/ 64635 w 747198"/>
                <a:gd name="connsiteY11" fmla="*/ 857937 h 902645"/>
                <a:gd name="connsiteX12" fmla="*/ 69334 w 747198"/>
                <a:gd name="connsiteY12" fmla="*/ 863878 h 902645"/>
                <a:gd name="connsiteX13" fmla="*/ 77402 w 747198"/>
                <a:gd name="connsiteY13" fmla="*/ 870616 h 902645"/>
                <a:gd name="connsiteX14" fmla="*/ 86578 w 747198"/>
                <a:gd name="connsiteY14" fmla="*/ 873675 h 902645"/>
                <a:gd name="connsiteX15" fmla="*/ 95046 w 747198"/>
                <a:gd name="connsiteY15" fmla="*/ 872699 h 902645"/>
                <a:gd name="connsiteX16" fmla="*/ 101474 w 747198"/>
                <a:gd name="connsiteY16" fmla="*/ 867912 h 902645"/>
                <a:gd name="connsiteX17" fmla="*/ 99612 w 747198"/>
                <a:gd name="connsiteY17" fmla="*/ 883915 h 902645"/>
                <a:gd name="connsiteX18" fmla="*/ 105862 w 747198"/>
                <a:gd name="connsiteY18" fmla="*/ 892471 h 902645"/>
                <a:gd name="connsiteX19" fmla="*/ 110872 w 747198"/>
                <a:gd name="connsiteY19" fmla="*/ 896062 h 902645"/>
                <a:gd name="connsiteX20" fmla="*/ 116945 w 747198"/>
                <a:gd name="connsiteY20" fmla="*/ 898810 h 902645"/>
                <a:gd name="connsiteX21" fmla="*/ 126476 w 747198"/>
                <a:gd name="connsiteY21" fmla="*/ 901249 h 902645"/>
                <a:gd name="connsiteX22" fmla="*/ 131353 w 747198"/>
                <a:gd name="connsiteY22" fmla="*/ 902046 h 902645"/>
                <a:gd name="connsiteX23" fmla="*/ 133791 w 747198"/>
                <a:gd name="connsiteY23" fmla="*/ 902401 h 902645"/>
                <a:gd name="connsiteX24" fmla="*/ 136628 w 747198"/>
                <a:gd name="connsiteY24" fmla="*/ 902534 h 902645"/>
                <a:gd name="connsiteX25" fmla="*/ 158926 w 747198"/>
                <a:gd name="connsiteY25" fmla="*/ 899919 h 902645"/>
                <a:gd name="connsiteX26" fmla="*/ 165754 w 747198"/>
                <a:gd name="connsiteY26" fmla="*/ 897126 h 902645"/>
                <a:gd name="connsiteX27" fmla="*/ 171073 w 747198"/>
                <a:gd name="connsiteY27" fmla="*/ 893269 h 902645"/>
                <a:gd name="connsiteX28" fmla="*/ 174974 w 747198"/>
                <a:gd name="connsiteY28" fmla="*/ 888925 h 902645"/>
                <a:gd name="connsiteX29" fmla="*/ 177457 w 747198"/>
                <a:gd name="connsiteY29" fmla="*/ 884358 h 902645"/>
                <a:gd name="connsiteX30" fmla="*/ 178432 w 747198"/>
                <a:gd name="connsiteY30" fmla="*/ 875581 h 902645"/>
                <a:gd name="connsiteX31" fmla="*/ 174974 w 747198"/>
                <a:gd name="connsiteY31" fmla="*/ 868311 h 902645"/>
                <a:gd name="connsiteX32" fmla="*/ 181713 w 747198"/>
                <a:gd name="connsiteY32" fmla="*/ 872877 h 902645"/>
                <a:gd name="connsiteX33" fmla="*/ 190268 w 747198"/>
                <a:gd name="connsiteY33" fmla="*/ 873497 h 902645"/>
                <a:gd name="connsiteX34" fmla="*/ 199401 w 747198"/>
                <a:gd name="connsiteY34" fmla="*/ 870039 h 902645"/>
                <a:gd name="connsiteX35" fmla="*/ 203656 w 747198"/>
                <a:gd name="connsiteY35" fmla="*/ 866892 h 902645"/>
                <a:gd name="connsiteX36" fmla="*/ 207247 w 747198"/>
                <a:gd name="connsiteY36" fmla="*/ 862902 h 902645"/>
                <a:gd name="connsiteX37" fmla="*/ 215936 w 747198"/>
                <a:gd name="connsiteY37" fmla="*/ 850312 h 902645"/>
                <a:gd name="connsiteX38" fmla="*/ 223384 w 747198"/>
                <a:gd name="connsiteY38" fmla="*/ 837589 h 902645"/>
                <a:gd name="connsiteX39" fmla="*/ 226398 w 747198"/>
                <a:gd name="connsiteY39" fmla="*/ 828413 h 902645"/>
                <a:gd name="connsiteX40" fmla="*/ 225822 w 747198"/>
                <a:gd name="connsiteY40" fmla="*/ 819635 h 902645"/>
                <a:gd name="connsiteX41" fmla="*/ 215626 w 747198"/>
                <a:gd name="connsiteY41" fmla="*/ 807489 h 902645"/>
                <a:gd name="connsiteX42" fmla="*/ 231496 w 747198"/>
                <a:gd name="connsiteY42" fmla="*/ 806957 h 902645"/>
                <a:gd name="connsiteX43" fmla="*/ 235176 w 747198"/>
                <a:gd name="connsiteY43" fmla="*/ 804696 h 902645"/>
                <a:gd name="connsiteX44" fmla="*/ 243288 w 747198"/>
                <a:gd name="connsiteY44" fmla="*/ 793702 h 902645"/>
                <a:gd name="connsiteX45" fmla="*/ 247987 w 747198"/>
                <a:gd name="connsiteY45" fmla="*/ 780713 h 902645"/>
                <a:gd name="connsiteX46" fmla="*/ 252332 w 747198"/>
                <a:gd name="connsiteY46" fmla="*/ 767635 h 902645"/>
                <a:gd name="connsiteX47" fmla="*/ 239166 w 747198"/>
                <a:gd name="connsiteY47" fmla="*/ 739972 h 902645"/>
                <a:gd name="connsiteX48" fmla="*/ 264656 w 747198"/>
                <a:gd name="connsiteY48" fmla="*/ 722816 h 902645"/>
                <a:gd name="connsiteX49" fmla="*/ 270242 w 747198"/>
                <a:gd name="connsiteY49" fmla="*/ 696040 h 902645"/>
                <a:gd name="connsiteX50" fmla="*/ 267005 w 747198"/>
                <a:gd name="connsiteY50" fmla="*/ 678796 h 902645"/>
                <a:gd name="connsiteX51" fmla="*/ 253529 w 747198"/>
                <a:gd name="connsiteY51" fmla="*/ 670107 h 902645"/>
                <a:gd name="connsiteX52" fmla="*/ 268867 w 747198"/>
                <a:gd name="connsiteY52" fmla="*/ 665142 h 902645"/>
                <a:gd name="connsiteX53" fmla="*/ 276359 w 747198"/>
                <a:gd name="connsiteY53" fmla="*/ 648340 h 902645"/>
                <a:gd name="connsiteX54" fmla="*/ 276891 w 747198"/>
                <a:gd name="connsiteY54" fmla="*/ 635263 h 902645"/>
                <a:gd name="connsiteX55" fmla="*/ 277600 w 747198"/>
                <a:gd name="connsiteY55" fmla="*/ 623072 h 902645"/>
                <a:gd name="connsiteX56" fmla="*/ 272946 w 747198"/>
                <a:gd name="connsiteY56" fmla="*/ 607999 h 902645"/>
                <a:gd name="connsiteX57" fmla="*/ 259070 w 747198"/>
                <a:gd name="connsiteY57" fmla="*/ 600020 h 902645"/>
                <a:gd name="connsiteX58" fmla="*/ 274542 w 747198"/>
                <a:gd name="connsiteY58" fmla="*/ 596030 h 902645"/>
                <a:gd name="connsiteX59" fmla="*/ 280039 w 747198"/>
                <a:gd name="connsiteY59" fmla="*/ 590488 h 902645"/>
                <a:gd name="connsiteX60" fmla="*/ 283142 w 747198"/>
                <a:gd name="connsiteY60" fmla="*/ 583440 h 902645"/>
                <a:gd name="connsiteX61" fmla="*/ 285979 w 747198"/>
                <a:gd name="connsiteY61" fmla="*/ 572889 h 902645"/>
                <a:gd name="connsiteX62" fmla="*/ 289393 w 747198"/>
                <a:gd name="connsiteY62" fmla="*/ 563181 h 902645"/>
                <a:gd name="connsiteX63" fmla="*/ 290501 w 747198"/>
                <a:gd name="connsiteY63" fmla="*/ 556797 h 902645"/>
                <a:gd name="connsiteX64" fmla="*/ 289038 w 747198"/>
                <a:gd name="connsiteY64" fmla="*/ 550325 h 902645"/>
                <a:gd name="connsiteX65" fmla="*/ 287442 w 747198"/>
                <a:gd name="connsiteY65" fmla="*/ 546911 h 902645"/>
                <a:gd name="connsiteX66" fmla="*/ 285447 w 747198"/>
                <a:gd name="connsiteY66" fmla="*/ 543719 h 902645"/>
                <a:gd name="connsiteX67" fmla="*/ 279773 w 747198"/>
                <a:gd name="connsiteY67" fmla="*/ 537735 h 902645"/>
                <a:gd name="connsiteX68" fmla="*/ 287043 w 747198"/>
                <a:gd name="connsiteY68" fmla="*/ 541636 h 902645"/>
                <a:gd name="connsiteX69" fmla="*/ 294136 w 747198"/>
                <a:gd name="connsiteY69" fmla="*/ 543675 h 902645"/>
                <a:gd name="connsiteX70" fmla="*/ 297195 w 747198"/>
                <a:gd name="connsiteY70" fmla="*/ 544251 h 902645"/>
                <a:gd name="connsiteX71" fmla="*/ 298525 w 747198"/>
                <a:gd name="connsiteY71" fmla="*/ 544340 h 902645"/>
                <a:gd name="connsiteX72" fmla="*/ 299766 w 747198"/>
                <a:gd name="connsiteY72" fmla="*/ 544606 h 902645"/>
                <a:gd name="connsiteX73" fmla="*/ 303268 w 747198"/>
                <a:gd name="connsiteY73" fmla="*/ 544340 h 902645"/>
                <a:gd name="connsiteX74" fmla="*/ 305130 w 747198"/>
                <a:gd name="connsiteY74" fmla="*/ 543542 h 902645"/>
                <a:gd name="connsiteX75" fmla="*/ 306105 w 747198"/>
                <a:gd name="connsiteY75" fmla="*/ 543276 h 902645"/>
                <a:gd name="connsiteX76" fmla="*/ 307435 w 747198"/>
                <a:gd name="connsiteY76" fmla="*/ 542921 h 902645"/>
                <a:gd name="connsiteX77" fmla="*/ 311336 w 747198"/>
                <a:gd name="connsiteY77" fmla="*/ 542345 h 902645"/>
                <a:gd name="connsiteX78" fmla="*/ 314883 w 747198"/>
                <a:gd name="connsiteY78" fmla="*/ 542212 h 902645"/>
                <a:gd name="connsiteX79" fmla="*/ 319272 w 747198"/>
                <a:gd name="connsiteY79" fmla="*/ 540971 h 902645"/>
                <a:gd name="connsiteX80" fmla="*/ 323838 w 747198"/>
                <a:gd name="connsiteY80" fmla="*/ 537424 h 902645"/>
                <a:gd name="connsiteX81" fmla="*/ 328891 w 747198"/>
                <a:gd name="connsiteY81" fmla="*/ 532016 h 902645"/>
                <a:gd name="connsiteX82" fmla="*/ 333325 w 747198"/>
                <a:gd name="connsiteY82" fmla="*/ 525056 h 902645"/>
                <a:gd name="connsiteX83" fmla="*/ 331019 w 747198"/>
                <a:gd name="connsiteY83" fmla="*/ 533080 h 902645"/>
                <a:gd name="connsiteX84" fmla="*/ 330399 w 747198"/>
                <a:gd name="connsiteY84" fmla="*/ 540394 h 902645"/>
                <a:gd name="connsiteX85" fmla="*/ 330975 w 747198"/>
                <a:gd name="connsiteY85" fmla="*/ 546379 h 902645"/>
                <a:gd name="connsiteX86" fmla="*/ 331906 w 747198"/>
                <a:gd name="connsiteY86" fmla="*/ 548729 h 902645"/>
                <a:gd name="connsiteX87" fmla="*/ 333369 w 747198"/>
                <a:gd name="connsiteY87" fmla="*/ 550901 h 902645"/>
                <a:gd name="connsiteX88" fmla="*/ 334699 w 747198"/>
                <a:gd name="connsiteY88" fmla="*/ 552275 h 902645"/>
                <a:gd name="connsiteX89" fmla="*/ 335186 w 747198"/>
                <a:gd name="connsiteY89" fmla="*/ 552940 h 902645"/>
                <a:gd name="connsiteX90" fmla="*/ 335940 w 747198"/>
                <a:gd name="connsiteY90" fmla="*/ 553960 h 902645"/>
                <a:gd name="connsiteX91" fmla="*/ 337226 w 747198"/>
                <a:gd name="connsiteY91" fmla="*/ 555600 h 902645"/>
                <a:gd name="connsiteX92" fmla="*/ 338467 w 747198"/>
                <a:gd name="connsiteY92" fmla="*/ 557418 h 902645"/>
                <a:gd name="connsiteX93" fmla="*/ 343299 w 747198"/>
                <a:gd name="connsiteY93" fmla="*/ 565486 h 902645"/>
                <a:gd name="connsiteX94" fmla="*/ 347732 w 747198"/>
                <a:gd name="connsiteY94" fmla="*/ 570894 h 902645"/>
                <a:gd name="connsiteX95" fmla="*/ 354204 w 747198"/>
                <a:gd name="connsiteY95" fmla="*/ 574618 h 902645"/>
                <a:gd name="connsiteX96" fmla="*/ 370385 w 747198"/>
                <a:gd name="connsiteY96" fmla="*/ 574928 h 902645"/>
                <a:gd name="connsiteX97" fmla="*/ 358017 w 747198"/>
                <a:gd name="connsiteY97" fmla="*/ 585390 h 902645"/>
                <a:gd name="connsiteX98" fmla="*/ 355401 w 747198"/>
                <a:gd name="connsiteY98" fmla="*/ 592749 h 902645"/>
                <a:gd name="connsiteX99" fmla="*/ 355224 w 747198"/>
                <a:gd name="connsiteY99" fmla="*/ 594656 h 902645"/>
                <a:gd name="connsiteX100" fmla="*/ 355490 w 747198"/>
                <a:gd name="connsiteY100" fmla="*/ 597315 h 902645"/>
                <a:gd name="connsiteX101" fmla="*/ 356909 w 747198"/>
                <a:gd name="connsiteY101" fmla="*/ 603123 h 902645"/>
                <a:gd name="connsiteX102" fmla="*/ 363824 w 747198"/>
                <a:gd name="connsiteY102" fmla="*/ 619038 h 902645"/>
                <a:gd name="connsiteX103" fmla="*/ 373001 w 747198"/>
                <a:gd name="connsiteY103" fmla="*/ 633756 h 902645"/>
                <a:gd name="connsiteX104" fmla="*/ 391309 w 747198"/>
                <a:gd name="connsiteY104" fmla="*/ 645015 h 902645"/>
                <a:gd name="connsiteX105" fmla="*/ 400309 w 747198"/>
                <a:gd name="connsiteY105" fmla="*/ 643863 h 902645"/>
                <a:gd name="connsiteX106" fmla="*/ 407091 w 747198"/>
                <a:gd name="connsiteY106" fmla="*/ 638676 h 902645"/>
                <a:gd name="connsiteX107" fmla="*/ 405850 w 747198"/>
                <a:gd name="connsiteY107" fmla="*/ 640494 h 902645"/>
                <a:gd name="connsiteX108" fmla="*/ 403678 w 747198"/>
                <a:gd name="connsiteY108" fmla="*/ 646567 h 902645"/>
                <a:gd name="connsiteX109" fmla="*/ 403501 w 747198"/>
                <a:gd name="connsiteY109" fmla="*/ 648784 h 902645"/>
                <a:gd name="connsiteX110" fmla="*/ 404077 w 747198"/>
                <a:gd name="connsiteY110" fmla="*/ 653394 h 902645"/>
                <a:gd name="connsiteX111" fmla="*/ 404875 w 747198"/>
                <a:gd name="connsiteY111" fmla="*/ 655744 h 902645"/>
                <a:gd name="connsiteX112" fmla="*/ 411391 w 747198"/>
                <a:gd name="connsiteY112" fmla="*/ 664743 h 902645"/>
                <a:gd name="connsiteX113" fmla="*/ 423494 w 747198"/>
                <a:gd name="connsiteY113" fmla="*/ 671215 h 902645"/>
                <a:gd name="connsiteX114" fmla="*/ 446723 w 747198"/>
                <a:gd name="connsiteY114" fmla="*/ 673698 h 902645"/>
                <a:gd name="connsiteX115" fmla="*/ 471416 w 747198"/>
                <a:gd name="connsiteY115" fmla="*/ 666383 h 902645"/>
                <a:gd name="connsiteX116" fmla="*/ 483385 w 747198"/>
                <a:gd name="connsiteY116" fmla="*/ 655300 h 902645"/>
                <a:gd name="connsiteX117" fmla="*/ 487463 w 747198"/>
                <a:gd name="connsiteY117" fmla="*/ 643464 h 902645"/>
                <a:gd name="connsiteX118" fmla="*/ 485291 w 747198"/>
                <a:gd name="connsiteY118" fmla="*/ 634066 h 902645"/>
                <a:gd name="connsiteX119" fmla="*/ 478908 w 747198"/>
                <a:gd name="connsiteY119" fmla="*/ 628125 h 902645"/>
                <a:gd name="connsiteX120" fmla="*/ 487375 w 747198"/>
                <a:gd name="connsiteY120" fmla="*/ 630076 h 902645"/>
                <a:gd name="connsiteX121" fmla="*/ 496196 w 747198"/>
                <a:gd name="connsiteY121" fmla="*/ 627194 h 902645"/>
                <a:gd name="connsiteX122" fmla="*/ 503733 w 747198"/>
                <a:gd name="connsiteY122" fmla="*/ 619836 h 902645"/>
                <a:gd name="connsiteX123" fmla="*/ 508166 w 747198"/>
                <a:gd name="connsiteY123" fmla="*/ 609506 h 902645"/>
                <a:gd name="connsiteX124" fmla="*/ 510826 w 747198"/>
                <a:gd name="connsiteY124" fmla="*/ 595986 h 902645"/>
                <a:gd name="connsiteX125" fmla="*/ 513175 w 747198"/>
                <a:gd name="connsiteY125" fmla="*/ 582686 h 902645"/>
                <a:gd name="connsiteX126" fmla="*/ 509407 w 747198"/>
                <a:gd name="connsiteY126" fmla="*/ 565929 h 902645"/>
                <a:gd name="connsiteX127" fmla="*/ 495133 w 747198"/>
                <a:gd name="connsiteY127" fmla="*/ 557152 h 902645"/>
                <a:gd name="connsiteX128" fmla="*/ 520047 w 747198"/>
                <a:gd name="connsiteY128" fmla="*/ 538355 h 902645"/>
                <a:gd name="connsiteX129" fmla="*/ 523859 w 747198"/>
                <a:gd name="connsiteY129" fmla="*/ 512732 h 902645"/>
                <a:gd name="connsiteX130" fmla="*/ 505506 w 747198"/>
                <a:gd name="connsiteY130" fmla="*/ 487685 h 902645"/>
                <a:gd name="connsiteX131" fmla="*/ 530996 w 747198"/>
                <a:gd name="connsiteY131" fmla="*/ 469997 h 902645"/>
                <a:gd name="connsiteX132" fmla="*/ 533390 w 747198"/>
                <a:gd name="connsiteY132" fmla="*/ 457717 h 902645"/>
                <a:gd name="connsiteX133" fmla="*/ 535961 w 747198"/>
                <a:gd name="connsiteY133" fmla="*/ 445571 h 902645"/>
                <a:gd name="connsiteX134" fmla="*/ 533080 w 747198"/>
                <a:gd name="connsiteY134" fmla="*/ 429700 h 902645"/>
                <a:gd name="connsiteX135" fmla="*/ 519559 w 747198"/>
                <a:gd name="connsiteY135" fmla="*/ 419681 h 902645"/>
                <a:gd name="connsiteX136" fmla="*/ 536272 w 747198"/>
                <a:gd name="connsiteY136" fmla="*/ 417997 h 902645"/>
                <a:gd name="connsiteX137" fmla="*/ 542788 w 747198"/>
                <a:gd name="connsiteY137" fmla="*/ 413342 h 902645"/>
                <a:gd name="connsiteX138" fmla="*/ 546822 w 747198"/>
                <a:gd name="connsiteY138" fmla="*/ 406648 h 902645"/>
                <a:gd name="connsiteX139" fmla="*/ 550857 w 747198"/>
                <a:gd name="connsiteY139" fmla="*/ 396540 h 902645"/>
                <a:gd name="connsiteX140" fmla="*/ 555290 w 747198"/>
                <a:gd name="connsiteY140" fmla="*/ 387586 h 902645"/>
                <a:gd name="connsiteX141" fmla="*/ 556930 w 747198"/>
                <a:gd name="connsiteY141" fmla="*/ 381867 h 902645"/>
                <a:gd name="connsiteX142" fmla="*/ 556309 w 747198"/>
                <a:gd name="connsiteY142" fmla="*/ 374508 h 902645"/>
                <a:gd name="connsiteX143" fmla="*/ 547753 w 747198"/>
                <a:gd name="connsiteY143" fmla="*/ 359967 h 902645"/>
                <a:gd name="connsiteX144" fmla="*/ 563446 w 747198"/>
                <a:gd name="connsiteY144" fmla="*/ 366041 h 902645"/>
                <a:gd name="connsiteX145" fmla="*/ 570850 w 747198"/>
                <a:gd name="connsiteY145" fmla="*/ 365331 h 902645"/>
                <a:gd name="connsiteX146" fmla="*/ 576702 w 747198"/>
                <a:gd name="connsiteY146" fmla="*/ 362406 h 902645"/>
                <a:gd name="connsiteX147" fmla="*/ 583263 w 747198"/>
                <a:gd name="connsiteY147" fmla="*/ 357662 h 902645"/>
                <a:gd name="connsiteX148" fmla="*/ 585967 w 747198"/>
                <a:gd name="connsiteY148" fmla="*/ 356244 h 902645"/>
                <a:gd name="connsiteX149" fmla="*/ 586543 w 747198"/>
                <a:gd name="connsiteY149" fmla="*/ 356022 h 902645"/>
                <a:gd name="connsiteX150" fmla="*/ 586632 w 747198"/>
                <a:gd name="connsiteY150" fmla="*/ 355978 h 902645"/>
                <a:gd name="connsiteX151" fmla="*/ 586676 w 747198"/>
                <a:gd name="connsiteY151" fmla="*/ 354160 h 902645"/>
                <a:gd name="connsiteX152" fmla="*/ 588316 w 747198"/>
                <a:gd name="connsiteY152" fmla="*/ 349372 h 902645"/>
                <a:gd name="connsiteX153" fmla="*/ 592129 w 747198"/>
                <a:gd name="connsiteY153" fmla="*/ 342944 h 902645"/>
                <a:gd name="connsiteX154" fmla="*/ 596783 w 747198"/>
                <a:gd name="connsiteY154" fmla="*/ 335231 h 902645"/>
                <a:gd name="connsiteX155" fmla="*/ 590710 w 747198"/>
                <a:gd name="connsiteY155" fmla="*/ 350702 h 902645"/>
                <a:gd name="connsiteX156" fmla="*/ 587962 w 747198"/>
                <a:gd name="connsiteY156" fmla="*/ 354869 h 902645"/>
                <a:gd name="connsiteX157" fmla="*/ 587518 w 747198"/>
                <a:gd name="connsiteY157" fmla="*/ 357707 h 902645"/>
                <a:gd name="connsiteX158" fmla="*/ 590223 w 747198"/>
                <a:gd name="connsiteY158" fmla="*/ 364799 h 902645"/>
                <a:gd name="connsiteX159" fmla="*/ 591464 w 747198"/>
                <a:gd name="connsiteY159" fmla="*/ 369410 h 902645"/>
                <a:gd name="connsiteX160" fmla="*/ 593060 w 747198"/>
                <a:gd name="connsiteY160" fmla="*/ 375927 h 902645"/>
                <a:gd name="connsiteX161" fmla="*/ 620855 w 747198"/>
                <a:gd name="connsiteY161" fmla="*/ 392019 h 902645"/>
                <a:gd name="connsiteX162" fmla="*/ 606713 w 747198"/>
                <a:gd name="connsiteY162" fmla="*/ 421632 h 902645"/>
                <a:gd name="connsiteX163" fmla="*/ 612565 w 747198"/>
                <a:gd name="connsiteY163" fmla="*/ 435862 h 902645"/>
                <a:gd name="connsiteX164" fmla="*/ 614383 w 747198"/>
                <a:gd name="connsiteY164" fmla="*/ 439630 h 902645"/>
                <a:gd name="connsiteX165" fmla="*/ 614826 w 747198"/>
                <a:gd name="connsiteY165" fmla="*/ 440561 h 902645"/>
                <a:gd name="connsiteX166" fmla="*/ 615535 w 747198"/>
                <a:gd name="connsiteY166" fmla="*/ 441891 h 902645"/>
                <a:gd name="connsiteX167" fmla="*/ 617087 w 747198"/>
                <a:gd name="connsiteY167" fmla="*/ 444728 h 902645"/>
                <a:gd name="connsiteX168" fmla="*/ 620368 w 747198"/>
                <a:gd name="connsiteY168" fmla="*/ 450314 h 902645"/>
                <a:gd name="connsiteX169" fmla="*/ 623914 w 747198"/>
                <a:gd name="connsiteY169" fmla="*/ 455678 h 902645"/>
                <a:gd name="connsiteX170" fmla="*/ 629677 w 747198"/>
                <a:gd name="connsiteY170" fmla="*/ 462017 h 902645"/>
                <a:gd name="connsiteX171" fmla="*/ 635972 w 747198"/>
                <a:gd name="connsiteY171" fmla="*/ 466406 h 902645"/>
                <a:gd name="connsiteX172" fmla="*/ 642311 w 747198"/>
                <a:gd name="connsiteY172" fmla="*/ 468711 h 902645"/>
                <a:gd name="connsiteX173" fmla="*/ 648163 w 747198"/>
                <a:gd name="connsiteY173" fmla="*/ 469110 h 902645"/>
                <a:gd name="connsiteX174" fmla="*/ 653173 w 747198"/>
                <a:gd name="connsiteY174" fmla="*/ 467825 h 902645"/>
                <a:gd name="connsiteX175" fmla="*/ 657118 w 747198"/>
                <a:gd name="connsiteY175" fmla="*/ 465209 h 902645"/>
                <a:gd name="connsiteX176" fmla="*/ 661374 w 747198"/>
                <a:gd name="connsiteY176" fmla="*/ 457318 h 902645"/>
                <a:gd name="connsiteX177" fmla="*/ 662039 w 747198"/>
                <a:gd name="connsiteY177" fmla="*/ 466672 h 902645"/>
                <a:gd name="connsiteX178" fmla="*/ 664610 w 747198"/>
                <a:gd name="connsiteY178" fmla="*/ 470972 h 902645"/>
                <a:gd name="connsiteX179" fmla="*/ 668732 w 747198"/>
                <a:gd name="connsiteY179" fmla="*/ 474563 h 902645"/>
                <a:gd name="connsiteX180" fmla="*/ 671348 w 747198"/>
                <a:gd name="connsiteY180" fmla="*/ 475937 h 902645"/>
                <a:gd name="connsiteX181" fmla="*/ 674274 w 747198"/>
                <a:gd name="connsiteY181" fmla="*/ 477046 h 902645"/>
                <a:gd name="connsiteX182" fmla="*/ 680923 w 747198"/>
                <a:gd name="connsiteY182" fmla="*/ 477888 h 902645"/>
                <a:gd name="connsiteX183" fmla="*/ 688283 w 747198"/>
                <a:gd name="connsiteY183" fmla="*/ 476735 h 902645"/>
                <a:gd name="connsiteX184" fmla="*/ 695863 w 747198"/>
                <a:gd name="connsiteY184" fmla="*/ 473499 h 902645"/>
                <a:gd name="connsiteX185" fmla="*/ 701050 w 747198"/>
                <a:gd name="connsiteY185" fmla="*/ 470041 h 902645"/>
                <a:gd name="connsiteX186" fmla="*/ 705971 w 747198"/>
                <a:gd name="connsiteY186" fmla="*/ 466140 h 902645"/>
                <a:gd name="connsiteX187" fmla="*/ 715147 w 747198"/>
                <a:gd name="connsiteY187" fmla="*/ 457097 h 902645"/>
                <a:gd name="connsiteX188" fmla="*/ 717452 w 747198"/>
                <a:gd name="connsiteY188" fmla="*/ 454836 h 902645"/>
                <a:gd name="connsiteX189" fmla="*/ 718915 w 747198"/>
                <a:gd name="connsiteY189" fmla="*/ 453107 h 902645"/>
                <a:gd name="connsiteX190" fmla="*/ 721620 w 747198"/>
                <a:gd name="connsiteY190" fmla="*/ 449738 h 902645"/>
                <a:gd name="connsiteX191" fmla="*/ 726851 w 747198"/>
                <a:gd name="connsiteY191" fmla="*/ 443088 h 902645"/>
                <a:gd name="connsiteX192" fmla="*/ 731106 w 747198"/>
                <a:gd name="connsiteY192" fmla="*/ 433734 h 902645"/>
                <a:gd name="connsiteX193" fmla="*/ 731106 w 747198"/>
                <a:gd name="connsiteY193" fmla="*/ 424380 h 902645"/>
                <a:gd name="connsiteX194" fmla="*/ 720688 w 747198"/>
                <a:gd name="connsiteY194" fmla="*/ 410150 h 902645"/>
                <a:gd name="connsiteX195" fmla="*/ 738244 w 747198"/>
                <a:gd name="connsiteY195" fmla="*/ 411968 h 902645"/>
                <a:gd name="connsiteX196" fmla="*/ 745602 w 747198"/>
                <a:gd name="connsiteY196" fmla="*/ 407889 h 902645"/>
                <a:gd name="connsiteX197" fmla="*/ 745602 w 747198"/>
                <a:gd name="connsiteY197" fmla="*/ 396629 h 902645"/>
                <a:gd name="connsiteX198" fmla="*/ 745602 w 747198"/>
                <a:gd name="connsiteY198" fmla="*/ 375971 h 902645"/>
                <a:gd name="connsiteX199" fmla="*/ 745602 w 747198"/>
                <a:gd name="connsiteY199" fmla="*/ 366440 h 902645"/>
                <a:gd name="connsiteX200" fmla="*/ 745602 w 747198"/>
                <a:gd name="connsiteY200" fmla="*/ 358992 h 902645"/>
                <a:gd name="connsiteX201" fmla="*/ 745602 w 747198"/>
                <a:gd name="connsiteY201" fmla="*/ 356066 h 902645"/>
                <a:gd name="connsiteX202" fmla="*/ 745602 w 747198"/>
                <a:gd name="connsiteY202" fmla="*/ 343077 h 902645"/>
                <a:gd name="connsiteX203" fmla="*/ 745602 w 747198"/>
                <a:gd name="connsiteY203" fmla="*/ 343077 h 902645"/>
                <a:gd name="connsiteX204" fmla="*/ 745602 w 747198"/>
                <a:gd name="connsiteY204" fmla="*/ 341215 h 902645"/>
                <a:gd name="connsiteX205" fmla="*/ 745602 w 747198"/>
                <a:gd name="connsiteY205" fmla="*/ 332216 h 902645"/>
                <a:gd name="connsiteX206" fmla="*/ 745602 w 747198"/>
                <a:gd name="connsiteY206" fmla="*/ 317498 h 902645"/>
                <a:gd name="connsiteX207" fmla="*/ 745602 w 747198"/>
                <a:gd name="connsiteY207" fmla="*/ 317454 h 902645"/>
                <a:gd name="connsiteX208" fmla="*/ 745602 w 747198"/>
                <a:gd name="connsiteY208" fmla="*/ 313376 h 902645"/>
                <a:gd name="connsiteX209" fmla="*/ 745602 w 747198"/>
                <a:gd name="connsiteY209" fmla="*/ 310982 h 902645"/>
                <a:gd name="connsiteX210" fmla="*/ 745602 w 747198"/>
                <a:gd name="connsiteY210" fmla="*/ 310804 h 902645"/>
                <a:gd name="connsiteX211" fmla="*/ 745602 w 747198"/>
                <a:gd name="connsiteY211" fmla="*/ 305086 h 902645"/>
                <a:gd name="connsiteX212" fmla="*/ 745602 w 747198"/>
                <a:gd name="connsiteY212" fmla="*/ 294801 h 902645"/>
                <a:gd name="connsiteX213" fmla="*/ 745602 w 747198"/>
                <a:gd name="connsiteY213" fmla="*/ 291875 h 902645"/>
                <a:gd name="connsiteX214" fmla="*/ 745602 w 747198"/>
                <a:gd name="connsiteY214" fmla="*/ 289880 h 902645"/>
                <a:gd name="connsiteX215" fmla="*/ 745602 w 747198"/>
                <a:gd name="connsiteY215" fmla="*/ 285846 h 902645"/>
                <a:gd name="connsiteX216" fmla="*/ 745602 w 747198"/>
                <a:gd name="connsiteY216" fmla="*/ 277157 h 902645"/>
                <a:gd name="connsiteX217" fmla="*/ 745602 w 747198"/>
                <a:gd name="connsiteY217" fmla="*/ 271571 h 902645"/>
                <a:gd name="connsiteX218" fmla="*/ 745602 w 747198"/>
                <a:gd name="connsiteY218" fmla="*/ 270020 h 902645"/>
                <a:gd name="connsiteX219" fmla="*/ 747198 w 747198"/>
                <a:gd name="connsiteY219" fmla="*/ 270463 h 902645"/>
                <a:gd name="connsiteX220" fmla="*/ 745602 w 747198"/>
                <a:gd name="connsiteY220" fmla="*/ 269843 h 902645"/>
                <a:gd name="connsiteX221" fmla="*/ 745602 w 747198"/>
                <a:gd name="connsiteY221" fmla="*/ 261242 h 902645"/>
                <a:gd name="connsiteX222" fmla="*/ 745602 w 747198"/>
                <a:gd name="connsiteY222" fmla="*/ 253839 h 902645"/>
                <a:gd name="connsiteX223" fmla="*/ 745602 w 747198"/>
                <a:gd name="connsiteY223" fmla="*/ 245549 h 902645"/>
                <a:gd name="connsiteX224" fmla="*/ 745602 w 747198"/>
                <a:gd name="connsiteY224" fmla="*/ 242003 h 902645"/>
                <a:gd name="connsiteX225" fmla="*/ 745602 w 747198"/>
                <a:gd name="connsiteY225" fmla="*/ 221123 h 902645"/>
                <a:gd name="connsiteX226" fmla="*/ 745602 w 747198"/>
                <a:gd name="connsiteY226" fmla="*/ 208311 h 902645"/>
                <a:gd name="connsiteX227" fmla="*/ 745602 w 747198"/>
                <a:gd name="connsiteY227" fmla="*/ 202105 h 902645"/>
                <a:gd name="connsiteX228" fmla="*/ 744361 w 747198"/>
                <a:gd name="connsiteY228" fmla="*/ 202460 h 902645"/>
                <a:gd name="connsiteX229" fmla="*/ 744361 w 747198"/>
                <a:gd name="connsiteY229" fmla="*/ 0 h 902645"/>
                <a:gd name="connsiteX230" fmla="*/ 0 w 747198"/>
                <a:gd name="connsiteY230" fmla="*/ 501250 h 902645"/>
                <a:gd name="connsiteX231" fmla="*/ 0 w 747198"/>
                <a:gd name="connsiteY231" fmla="*/ 501250 h 902645"/>
                <a:gd name="connsiteX232" fmla="*/ 355 w 747198"/>
                <a:gd name="connsiteY232" fmla="*/ 766748 h 902645"/>
                <a:gd name="connsiteX233" fmla="*/ 744450 w 747198"/>
                <a:gd name="connsiteY233" fmla="*/ 271527 h 902645"/>
                <a:gd name="connsiteX234" fmla="*/ 744450 w 747198"/>
                <a:gd name="connsiteY234" fmla="*/ 271394 h 902645"/>
                <a:gd name="connsiteX235" fmla="*/ 745203 w 747198"/>
                <a:gd name="connsiteY235" fmla="*/ 271571 h 902645"/>
                <a:gd name="connsiteX236" fmla="*/ 744450 w 747198"/>
                <a:gd name="connsiteY236" fmla="*/ 271527 h 90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</a:cxnLst>
              <a:rect l="l" t="t" r="r" b="b"/>
              <a:pathLst>
                <a:path w="747198" h="902645">
                  <a:moveTo>
                    <a:pt x="355" y="766748"/>
                  </a:moveTo>
                  <a:cubicBezTo>
                    <a:pt x="1507" y="766438"/>
                    <a:pt x="2748" y="766083"/>
                    <a:pt x="4034" y="765596"/>
                  </a:cubicBezTo>
                  <a:cubicBezTo>
                    <a:pt x="8157" y="763867"/>
                    <a:pt x="12767" y="761517"/>
                    <a:pt x="16092" y="757129"/>
                  </a:cubicBezTo>
                  <a:cubicBezTo>
                    <a:pt x="14452" y="759256"/>
                    <a:pt x="13344" y="761650"/>
                    <a:pt x="12590" y="764000"/>
                  </a:cubicBezTo>
                  <a:cubicBezTo>
                    <a:pt x="11836" y="766438"/>
                    <a:pt x="11437" y="768921"/>
                    <a:pt x="11393" y="771226"/>
                  </a:cubicBezTo>
                  <a:cubicBezTo>
                    <a:pt x="11349" y="773442"/>
                    <a:pt x="11615" y="775969"/>
                    <a:pt x="12280" y="777964"/>
                  </a:cubicBezTo>
                  <a:cubicBezTo>
                    <a:pt x="12945" y="780181"/>
                    <a:pt x="14053" y="782175"/>
                    <a:pt x="15605" y="784082"/>
                  </a:cubicBezTo>
                  <a:cubicBezTo>
                    <a:pt x="20082" y="789490"/>
                    <a:pt x="24515" y="795830"/>
                    <a:pt x="28904" y="802568"/>
                  </a:cubicBezTo>
                  <a:cubicBezTo>
                    <a:pt x="35022" y="812099"/>
                    <a:pt x="47745" y="816133"/>
                    <a:pt x="57054" y="810414"/>
                  </a:cubicBezTo>
                  <a:cubicBezTo>
                    <a:pt x="47877" y="816133"/>
                    <a:pt x="45218" y="829166"/>
                    <a:pt x="52310" y="840205"/>
                  </a:cubicBezTo>
                  <a:cubicBezTo>
                    <a:pt x="54837" y="844106"/>
                    <a:pt x="57497" y="848051"/>
                    <a:pt x="60290" y="851997"/>
                  </a:cubicBezTo>
                  <a:lnTo>
                    <a:pt x="64635" y="857937"/>
                  </a:lnTo>
                  <a:lnTo>
                    <a:pt x="69334" y="863878"/>
                  </a:lnTo>
                  <a:cubicBezTo>
                    <a:pt x="71772" y="866670"/>
                    <a:pt x="74299" y="868976"/>
                    <a:pt x="77402" y="870616"/>
                  </a:cubicBezTo>
                  <a:cubicBezTo>
                    <a:pt x="80372" y="872300"/>
                    <a:pt x="83431" y="873320"/>
                    <a:pt x="86578" y="873675"/>
                  </a:cubicBezTo>
                  <a:cubicBezTo>
                    <a:pt x="89637" y="873985"/>
                    <a:pt x="92430" y="873719"/>
                    <a:pt x="95046" y="872699"/>
                  </a:cubicBezTo>
                  <a:cubicBezTo>
                    <a:pt x="97617" y="871680"/>
                    <a:pt x="99789" y="870039"/>
                    <a:pt x="101474" y="867912"/>
                  </a:cubicBezTo>
                  <a:cubicBezTo>
                    <a:pt x="98149" y="872167"/>
                    <a:pt x="97041" y="878019"/>
                    <a:pt x="99612" y="883915"/>
                  </a:cubicBezTo>
                  <a:cubicBezTo>
                    <a:pt x="100764" y="886930"/>
                    <a:pt x="102936" y="889855"/>
                    <a:pt x="105862" y="892471"/>
                  </a:cubicBezTo>
                  <a:cubicBezTo>
                    <a:pt x="107281" y="893845"/>
                    <a:pt x="108966" y="895042"/>
                    <a:pt x="110872" y="896062"/>
                  </a:cubicBezTo>
                  <a:cubicBezTo>
                    <a:pt x="112778" y="897081"/>
                    <a:pt x="114729" y="898145"/>
                    <a:pt x="116945" y="898810"/>
                  </a:cubicBezTo>
                  <a:cubicBezTo>
                    <a:pt x="120093" y="899697"/>
                    <a:pt x="123240" y="900761"/>
                    <a:pt x="126476" y="901249"/>
                  </a:cubicBezTo>
                  <a:lnTo>
                    <a:pt x="131353" y="902046"/>
                  </a:lnTo>
                  <a:lnTo>
                    <a:pt x="133791" y="902401"/>
                  </a:lnTo>
                  <a:lnTo>
                    <a:pt x="136628" y="902534"/>
                  </a:lnTo>
                  <a:cubicBezTo>
                    <a:pt x="144164" y="902977"/>
                    <a:pt x="151967" y="902091"/>
                    <a:pt x="158926" y="899919"/>
                  </a:cubicBezTo>
                  <a:cubicBezTo>
                    <a:pt x="161320" y="899165"/>
                    <a:pt x="163759" y="898278"/>
                    <a:pt x="165754" y="897126"/>
                  </a:cubicBezTo>
                  <a:cubicBezTo>
                    <a:pt x="167704" y="895929"/>
                    <a:pt x="169477" y="894643"/>
                    <a:pt x="171073" y="893269"/>
                  </a:cubicBezTo>
                  <a:cubicBezTo>
                    <a:pt x="172714" y="891939"/>
                    <a:pt x="173999" y="890432"/>
                    <a:pt x="174974" y="888925"/>
                  </a:cubicBezTo>
                  <a:cubicBezTo>
                    <a:pt x="175994" y="887417"/>
                    <a:pt x="176836" y="885866"/>
                    <a:pt x="177457" y="884358"/>
                  </a:cubicBezTo>
                  <a:cubicBezTo>
                    <a:pt x="178787" y="881388"/>
                    <a:pt x="178831" y="878285"/>
                    <a:pt x="178432" y="875581"/>
                  </a:cubicBezTo>
                  <a:cubicBezTo>
                    <a:pt x="177989" y="872832"/>
                    <a:pt x="176792" y="870394"/>
                    <a:pt x="174974" y="868311"/>
                  </a:cubicBezTo>
                  <a:cubicBezTo>
                    <a:pt x="176792" y="870394"/>
                    <a:pt x="179008" y="871990"/>
                    <a:pt x="181713" y="872877"/>
                  </a:cubicBezTo>
                  <a:cubicBezTo>
                    <a:pt x="184328" y="873763"/>
                    <a:pt x="187165" y="873941"/>
                    <a:pt x="190268" y="873497"/>
                  </a:cubicBezTo>
                  <a:cubicBezTo>
                    <a:pt x="193416" y="873054"/>
                    <a:pt x="196519" y="871857"/>
                    <a:pt x="199401" y="870039"/>
                  </a:cubicBezTo>
                  <a:cubicBezTo>
                    <a:pt x="200864" y="869153"/>
                    <a:pt x="202327" y="868089"/>
                    <a:pt x="203656" y="866892"/>
                  </a:cubicBezTo>
                  <a:cubicBezTo>
                    <a:pt x="204898" y="865695"/>
                    <a:pt x="206139" y="864365"/>
                    <a:pt x="207247" y="862902"/>
                  </a:cubicBezTo>
                  <a:cubicBezTo>
                    <a:pt x="210528" y="858735"/>
                    <a:pt x="213143" y="854524"/>
                    <a:pt x="215936" y="850312"/>
                  </a:cubicBezTo>
                  <a:cubicBezTo>
                    <a:pt x="218507" y="846101"/>
                    <a:pt x="221123" y="841845"/>
                    <a:pt x="223384" y="837589"/>
                  </a:cubicBezTo>
                  <a:cubicBezTo>
                    <a:pt x="225068" y="834619"/>
                    <a:pt x="226044" y="831472"/>
                    <a:pt x="226398" y="828413"/>
                  </a:cubicBezTo>
                  <a:cubicBezTo>
                    <a:pt x="226753" y="825354"/>
                    <a:pt x="226664" y="822384"/>
                    <a:pt x="225822" y="819635"/>
                  </a:cubicBezTo>
                  <a:cubicBezTo>
                    <a:pt x="224315" y="814182"/>
                    <a:pt x="220724" y="809749"/>
                    <a:pt x="215626" y="807489"/>
                  </a:cubicBezTo>
                  <a:cubicBezTo>
                    <a:pt x="220724" y="809749"/>
                    <a:pt x="226443" y="809439"/>
                    <a:pt x="231496" y="806957"/>
                  </a:cubicBezTo>
                  <a:cubicBezTo>
                    <a:pt x="232782" y="806336"/>
                    <a:pt x="233979" y="805582"/>
                    <a:pt x="235176" y="804696"/>
                  </a:cubicBezTo>
                  <a:cubicBezTo>
                    <a:pt x="238634" y="802036"/>
                    <a:pt x="241515" y="798268"/>
                    <a:pt x="243288" y="793702"/>
                  </a:cubicBezTo>
                  <a:cubicBezTo>
                    <a:pt x="244840" y="789357"/>
                    <a:pt x="246524" y="785057"/>
                    <a:pt x="247987" y="780713"/>
                  </a:cubicBezTo>
                  <a:cubicBezTo>
                    <a:pt x="249495" y="776368"/>
                    <a:pt x="250958" y="772024"/>
                    <a:pt x="252332" y="767635"/>
                  </a:cubicBezTo>
                  <a:cubicBezTo>
                    <a:pt x="256277" y="755311"/>
                    <a:pt x="250071" y="742810"/>
                    <a:pt x="239166" y="739972"/>
                  </a:cubicBezTo>
                  <a:cubicBezTo>
                    <a:pt x="249982" y="742987"/>
                    <a:pt x="261730" y="735318"/>
                    <a:pt x="264656" y="722816"/>
                  </a:cubicBezTo>
                  <a:cubicBezTo>
                    <a:pt x="266695" y="713950"/>
                    <a:pt x="268646" y="705040"/>
                    <a:pt x="270242" y="696040"/>
                  </a:cubicBezTo>
                  <a:cubicBezTo>
                    <a:pt x="271394" y="689701"/>
                    <a:pt x="270109" y="683539"/>
                    <a:pt x="267005" y="678796"/>
                  </a:cubicBezTo>
                  <a:cubicBezTo>
                    <a:pt x="263946" y="674052"/>
                    <a:pt x="259159" y="670816"/>
                    <a:pt x="253529" y="670107"/>
                  </a:cubicBezTo>
                  <a:cubicBezTo>
                    <a:pt x="259159" y="670861"/>
                    <a:pt x="264612" y="668954"/>
                    <a:pt x="268867" y="665142"/>
                  </a:cubicBezTo>
                  <a:cubicBezTo>
                    <a:pt x="273035" y="661285"/>
                    <a:pt x="276049" y="655478"/>
                    <a:pt x="276359" y="648340"/>
                  </a:cubicBezTo>
                  <a:lnTo>
                    <a:pt x="276891" y="635263"/>
                  </a:lnTo>
                  <a:lnTo>
                    <a:pt x="277600" y="623072"/>
                  </a:lnTo>
                  <a:cubicBezTo>
                    <a:pt x="278088" y="617442"/>
                    <a:pt x="276182" y="612122"/>
                    <a:pt x="272946" y="607999"/>
                  </a:cubicBezTo>
                  <a:cubicBezTo>
                    <a:pt x="269621" y="603876"/>
                    <a:pt x="264744" y="600773"/>
                    <a:pt x="259070" y="600020"/>
                  </a:cubicBezTo>
                  <a:cubicBezTo>
                    <a:pt x="264744" y="600773"/>
                    <a:pt x="270286" y="599089"/>
                    <a:pt x="274542" y="596030"/>
                  </a:cubicBezTo>
                  <a:cubicBezTo>
                    <a:pt x="276669" y="594478"/>
                    <a:pt x="278532" y="592572"/>
                    <a:pt x="280039" y="590488"/>
                  </a:cubicBezTo>
                  <a:cubicBezTo>
                    <a:pt x="281546" y="588405"/>
                    <a:pt x="282521" y="585967"/>
                    <a:pt x="283142" y="583440"/>
                  </a:cubicBezTo>
                  <a:cubicBezTo>
                    <a:pt x="284029" y="579849"/>
                    <a:pt x="284826" y="576170"/>
                    <a:pt x="285979" y="572889"/>
                  </a:cubicBezTo>
                  <a:cubicBezTo>
                    <a:pt x="286954" y="569387"/>
                    <a:pt x="288196" y="566328"/>
                    <a:pt x="289393" y="563181"/>
                  </a:cubicBezTo>
                  <a:cubicBezTo>
                    <a:pt x="290235" y="561008"/>
                    <a:pt x="290678" y="559102"/>
                    <a:pt x="290501" y="556797"/>
                  </a:cubicBezTo>
                  <a:cubicBezTo>
                    <a:pt x="290368" y="554536"/>
                    <a:pt x="289969" y="552630"/>
                    <a:pt x="289038" y="550325"/>
                  </a:cubicBezTo>
                  <a:cubicBezTo>
                    <a:pt x="288594" y="549216"/>
                    <a:pt x="288063" y="548064"/>
                    <a:pt x="287442" y="546911"/>
                  </a:cubicBezTo>
                  <a:cubicBezTo>
                    <a:pt x="286866" y="545847"/>
                    <a:pt x="286201" y="544783"/>
                    <a:pt x="285447" y="543719"/>
                  </a:cubicBezTo>
                  <a:cubicBezTo>
                    <a:pt x="283940" y="541591"/>
                    <a:pt x="282034" y="539508"/>
                    <a:pt x="279773" y="537735"/>
                  </a:cubicBezTo>
                  <a:cubicBezTo>
                    <a:pt x="282078" y="539464"/>
                    <a:pt x="284605" y="540705"/>
                    <a:pt x="287043" y="541636"/>
                  </a:cubicBezTo>
                  <a:cubicBezTo>
                    <a:pt x="289481" y="542522"/>
                    <a:pt x="291919" y="543054"/>
                    <a:pt x="294136" y="543675"/>
                  </a:cubicBezTo>
                  <a:cubicBezTo>
                    <a:pt x="295244" y="543941"/>
                    <a:pt x="296264" y="544118"/>
                    <a:pt x="297195" y="544251"/>
                  </a:cubicBezTo>
                  <a:cubicBezTo>
                    <a:pt x="297683" y="544296"/>
                    <a:pt x="298126" y="544340"/>
                    <a:pt x="298525" y="544340"/>
                  </a:cubicBezTo>
                  <a:cubicBezTo>
                    <a:pt x="298968" y="544429"/>
                    <a:pt x="299367" y="544517"/>
                    <a:pt x="299766" y="544606"/>
                  </a:cubicBezTo>
                  <a:cubicBezTo>
                    <a:pt x="301317" y="544916"/>
                    <a:pt x="302382" y="544517"/>
                    <a:pt x="303268" y="544340"/>
                  </a:cubicBezTo>
                  <a:cubicBezTo>
                    <a:pt x="303889" y="544118"/>
                    <a:pt x="304376" y="543542"/>
                    <a:pt x="305130" y="543542"/>
                  </a:cubicBezTo>
                  <a:cubicBezTo>
                    <a:pt x="305485" y="543453"/>
                    <a:pt x="305795" y="543365"/>
                    <a:pt x="306105" y="543276"/>
                  </a:cubicBezTo>
                  <a:cubicBezTo>
                    <a:pt x="306460" y="543143"/>
                    <a:pt x="306637" y="542966"/>
                    <a:pt x="307435" y="542921"/>
                  </a:cubicBezTo>
                  <a:cubicBezTo>
                    <a:pt x="308721" y="542788"/>
                    <a:pt x="310051" y="542567"/>
                    <a:pt x="311336" y="542345"/>
                  </a:cubicBezTo>
                  <a:cubicBezTo>
                    <a:pt x="312533" y="542345"/>
                    <a:pt x="313686" y="542301"/>
                    <a:pt x="314883" y="542212"/>
                  </a:cubicBezTo>
                  <a:cubicBezTo>
                    <a:pt x="316390" y="542389"/>
                    <a:pt x="317853" y="541769"/>
                    <a:pt x="319272" y="540971"/>
                  </a:cubicBezTo>
                  <a:cubicBezTo>
                    <a:pt x="320646" y="540261"/>
                    <a:pt x="322286" y="538710"/>
                    <a:pt x="323838" y="537424"/>
                  </a:cubicBezTo>
                  <a:cubicBezTo>
                    <a:pt x="325433" y="535961"/>
                    <a:pt x="327162" y="534144"/>
                    <a:pt x="328891" y="532016"/>
                  </a:cubicBezTo>
                  <a:cubicBezTo>
                    <a:pt x="330532" y="530021"/>
                    <a:pt x="332127" y="527716"/>
                    <a:pt x="333325" y="525056"/>
                  </a:cubicBezTo>
                  <a:cubicBezTo>
                    <a:pt x="332127" y="527716"/>
                    <a:pt x="331463" y="530464"/>
                    <a:pt x="331019" y="533080"/>
                  </a:cubicBezTo>
                  <a:cubicBezTo>
                    <a:pt x="330576" y="535740"/>
                    <a:pt x="330487" y="538001"/>
                    <a:pt x="330399" y="540394"/>
                  </a:cubicBezTo>
                  <a:cubicBezTo>
                    <a:pt x="330354" y="542788"/>
                    <a:pt x="330576" y="544473"/>
                    <a:pt x="330975" y="546379"/>
                  </a:cubicBezTo>
                  <a:cubicBezTo>
                    <a:pt x="331197" y="547266"/>
                    <a:pt x="331463" y="548064"/>
                    <a:pt x="331906" y="548729"/>
                  </a:cubicBezTo>
                  <a:cubicBezTo>
                    <a:pt x="332305" y="549482"/>
                    <a:pt x="332748" y="550280"/>
                    <a:pt x="333369" y="550901"/>
                  </a:cubicBezTo>
                  <a:lnTo>
                    <a:pt x="334699" y="552275"/>
                  </a:lnTo>
                  <a:lnTo>
                    <a:pt x="335186" y="552940"/>
                  </a:lnTo>
                  <a:lnTo>
                    <a:pt x="335940" y="553960"/>
                  </a:lnTo>
                  <a:cubicBezTo>
                    <a:pt x="336383" y="554492"/>
                    <a:pt x="336827" y="555024"/>
                    <a:pt x="337226" y="555600"/>
                  </a:cubicBezTo>
                  <a:cubicBezTo>
                    <a:pt x="337624" y="556176"/>
                    <a:pt x="338068" y="556753"/>
                    <a:pt x="338467" y="557418"/>
                  </a:cubicBezTo>
                  <a:cubicBezTo>
                    <a:pt x="340196" y="559811"/>
                    <a:pt x="341703" y="562693"/>
                    <a:pt x="343299" y="565486"/>
                  </a:cubicBezTo>
                  <a:cubicBezTo>
                    <a:pt x="344319" y="567614"/>
                    <a:pt x="345826" y="569431"/>
                    <a:pt x="347732" y="570894"/>
                  </a:cubicBezTo>
                  <a:cubicBezTo>
                    <a:pt x="349594" y="572446"/>
                    <a:pt x="351722" y="573731"/>
                    <a:pt x="354204" y="574618"/>
                  </a:cubicBezTo>
                  <a:cubicBezTo>
                    <a:pt x="359170" y="576347"/>
                    <a:pt x="364799" y="576923"/>
                    <a:pt x="370385" y="574928"/>
                  </a:cubicBezTo>
                  <a:cubicBezTo>
                    <a:pt x="364844" y="576923"/>
                    <a:pt x="360632" y="580869"/>
                    <a:pt x="358017" y="585390"/>
                  </a:cubicBezTo>
                  <a:cubicBezTo>
                    <a:pt x="356687" y="587696"/>
                    <a:pt x="355756" y="590222"/>
                    <a:pt x="355401" y="592749"/>
                  </a:cubicBezTo>
                  <a:cubicBezTo>
                    <a:pt x="355313" y="593370"/>
                    <a:pt x="355224" y="594035"/>
                    <a:pt x="355224" y="594656"/>
                  </a:cubicBezTo>
                  <a:cubicBezTo>
                    <a:pt x="355180" y="595232"/>
                    <a:pt x="355357" y="596429"/>
                    <a:pt x="355490" y="597315"/>
                  </a:cubicBezTo>
                  <a:cubicBezTo>
                    <a:pt x="355800" y="599222"/>
                    <a:pt x="356155" y="601217"/>
                    <a:pt x="356909" y="603123"/>
                  </a:cubicBezTo>
                  <a:cubicBezTo>
                    <a:pt x="358859" y="608620"/>
                    <a:pt x="361120" y="613940"/>
                    <a:pt x="363824" y="619038"/>
                  </a:cubicBezTo>
                  <a:cubicBezTo>
                    <a:pt x="366484" y="624136"/>
                    <a:pt x="369543" y="629056"/>
                    <a:pt x="373001" y="633756"/>
                  </a:cubicBezTo>
                  <a:cubicBezTo>
                    <a:pt x="377788" y="640361"/>
                    <a:pt x="384793" y="644351"/>
                    <a:pt x="391309" y="645015"/>
                  </a:cubicBezTo>
                  <a:cubicBezTo>
                    <a:pt x="394501" y="645415"/>
                    <a:pt x="397649" y="644927"/>
                    <a:pt x="400309" y="643863"/>
                  </a:cubicBezTo>
                  <a:cubicBezTo>
                    <a:pt x="403013" y="642755"/>
                    <a:pt x="405274" y="640981"/>
                    <a:pt x="407091" y="638676"/>
                  </a:cubicBezTo>
                  <a:cubicBezTo>
                    <a:pt x="406648" y="639253"/>
                    <a:pt x="406205" y="639873"/>
                    <a:pt x="405850" y="640494"/>
                  </a:cubicBezTo>
                  <a:cubicBezTo>
                    <a:pt x="404742" y="642356"/>
                    <a:pt x="403988" y="644395"/>
                    <a:pt x="403678" y="646567"/>
                  </a:cubicBezTo>
                  <a:cubicBezTo>
                    <a:pt x="403589" y="647276"/>
                    <a:pt x="403501" y="648030"/>
                    <a:pt x="403501" y="648784"/>
                  </a:cubicBezTo>
                  <a:cubicBezTo>
                    <a:pt x="403501" y="650291"/>
                    <a:pt x="403678" y="651842"/>
                    <a:pt x="404077" y="653394"/>
                  </a:cubicBezTo>
                  <a:cubicBezTo>
                    <a:pt x="404298" y="654192"/>
                    <a:pt x="404564" y="654946"/>
                    <a:pt x="404875" y="655744"/>
                  </a:cubicBezTo>
                  <a:cubicBezTo>
                    <a:pt x="406072" y="658891"/>
                    <a:pt x="408332" y="661950"/>
                    <a:pt x="411391" y="664743"/>
                  </a:cubicBezTo>
                  <a:cubicBezTo>
                    <a:pt x="414539" y="667447"/>
                    <a:pt x="418617" y="669797"/>
                    <a:pt x="423494" y="671215"/>
                  </a:cubicBezTo>
                  <a:cubicBezTo>
                    <a:pt x="430409" y="673254"/>
                    <a:pt x="438345" y="674318"/>
                    <a:pt x="446723" y="673698"/>
                  </a:cubicBezTo>
                  <a:cubicBezTo>
                    <a:pt x="455057" y="673121"/>
                    <a:pt x="463835" y="670595"/>
                    <a:pt x="471416" y="666383"/>
                  </a:cubicBezTo>
                  <a:cubicBezTo>
                    <a:pt x="476691" y="663413"/>
                    <a:pt x="480858" y="659379"/>
                    <a:pt x="483385" y="655300"/>
                  </a:cubicBezTo>
                  <a:cubicBezTo>
                    <a:pt x="486089" y="651178"/>
                    <a:pt x="487153" y="647099"/>
                    <a:pt x="487463" y="643464"/>
                  </a:cubicBezTo>
                  <a:cubicBezTo>
                    <a:pt x="487552" y="639829"/>
                    <a:pt x="486754" y="636637"/>
                    <a:pt x="485291" y="634066"/>
                  </a:cubicBezTo>
                  <a:cubicBezTo>
                    <a:pt x="483784" y="631495"/>
                    <a:pt x="481523" y="629500"/>
                    <a:pt x="478908" y="628125"/>
                  </a:cubicBezTo>
                  <a:cubicBezTo>
                    <a:pt x="481523" y="629544"/>
                    <a:pt x="484405" y="630209"/>
                    <a:pt x="487375" y="630076"/>
                  </a:cubicBezTo>
                  <a:cubicBezTo>
                    <a:pt x="490389" y="629943"/>
                    <a:pt x="493448" y="628923"/>
                    <a:pt x="496196" y="627194"/>
                  </a:cubicBezTo>
                  <a:cubicBezTo>
                    <a:pt x="499122" y="625421"/>
                    <a:pt x="501605" y="622894"/>
                    <a:pt x="503733" y="619836"/>
                  </a:cubicBezTo>
                  <a:cubicBezTo>
                    <a:pt x="505905" y="616777"/>
                    <a:pt x="507279" y="613186"/>
                    <a:pt x="508166" y="609506"/>
                  </a:cubicBezTo>
                  <a:lnTo>
                    <a:pt x="510826" y="595986"/>
                  </a:lnTo>
                  <a:lnTo>
                    <a:pt x="513175" y="582686"/>
                  </a:lnTo>
                  <a:cubicBezTo>
                    <a:pt x="514239" y="576480"/>
                    <a:pt x="512643" y="570540"/>
                    <a:pt x="509407" y="565929"/>
                  </a:cubicBezTo>
                  <a:cubicBezTo>
                    <a:pt x="506127" y="561274"/>
                    <a:pt x="501073" y="558038"/>
                    <a:pt x="495133" y="557152"/>
                  </a:cubicBezTo>
                  <a:cubicBezTo>
                    <a:pt x="507013" y="558969"/>
                    <a:pt x="518273" y="550369"/>
                    <a:pt x="520047" y="538355"/>
                  </a:cubicBezTo>
                  <a:lnTo>
                    <a:pt x="523859" y="512732"/>
                  </a:lnTo>
                  <a:cubicBezTo>
                    <a:pt x="525677" y="500896"/>
                    <a:pt x="517475" y="489680"/>
                    <a:pt x="505506" y="487685"/>
                  </a:cubicBezTo>
                  <a:cubicBezTo>
                    <a:pt x="517520" y="489635"/>
                    <a:pt x="528780" y="481479"/>
                    <a:pt x="530996" y="469997"/>
                  </a:cubicBezTo>
                  <a:cubicBezTo>
                    <a:pt x="531750" y="465874"/>
                    <a:pt x="532504" y="461751"/>
                    <a:pt x="533390" y="457717"/>
                  </a:cubicBezTo>
                  <a:cubicBezTo>
                    <a:pt x="534232" y="453683"/>
                    <a:pt x="535030" y="449560"/>
                    <a:pt x="535961" y="445571"/>
                  </a:cubicBezTo>
                  <a:cubicBezTo>
                    <a:pt x="537291" y="440029"/>
                    <a:pt x="536006" y="434355"/>
                    <a:pt x="533080" y="429700"/>
                  </a:cubicBezTo>
                  <a:cubicBezTo>
                    <a:pt x="530198" y="425090"/>
                    <a:pt x="525455" y="421321"/>
                    <a:pt x="519559" y="419681"/>
                  </a:cubicBezTo>
                  <a:cubicBezTo>
                    <a:pt x="525455" y="421277"/>
                    <a:pt x="531440" y="420435"/>
                    <a:pt x="536272" y="417997"/>
                  </a:cubicBezTo>
                  <a:cubicBezTo>
                    <a:pt x="538710" y="416755"/>
                    <a:pt x="540971" y="415248"/>
                    <a:pt x="542788" y="413342"/>
                  </a:cubicBezTo>
                  <a:cubicBezTo>
                    <a:pt x="544606" y="411436"/>
                    <a:pt x="545980" y="409219"/>
                    <a:pt x="546822" y="406648"/>
                  </a:cubicBezTo>
                  <a:lnTo>
                    <a:pt x="550857" y="396540"/>
                  </a:lnTo>
                  <a:lnTo>
                    <a:pt x="555290" y="387586"/>
                  </a:lnTo>
                  <a:cubicBezTo>
                    <a:pt x="556398" y="385901"/>
                    <a:pt x="556930" y="384039"/>
                    <a:pt x="556930" y="381867"/>
                  </a:cubicBezTo>
                  <a:cubicBezTo>
                    <a:pt x="556797" y="379783"/>
                    <a:pt x="556797" y="377123"/>
                    <a:pt x="556309" y="374508"/>
                  </a:cubicBezTo>
                  <a:cubicBezTo>
                    <a:pt x="555245" y="369321"/>
                    <a:pt x="552452" y="363957"/>
                    <a:pt x="547753" y="359967"/>
                  </a:cubicBezTo>
                  <a:cubicBezTo>
                    <a:pt x="552452" y="363957"/>
                    <a:pt x="558215" y="365775"/>
                    <a:pt x="563446" y="366041"/>
                  </a:cubicBezTo>
                  <a:cubicBezTo>
                    <a:pt x="566062" y="366174"/>
                    <a:pt x="568589" y="365952"/>
                    <a:pt x="570850" y="365331"/>
                  </a:cubicBezTo>
                  <a:cubicBezTo>
                    <a:pt x="573111" y="364755"/>
                    <a:pt x="575105" y="363780"/>
                    <a:pt x="576702" y="362406"/>
                  </a:cubicBezTo>
                  <a:cubicBezTo>
                    <a:pt x="579007" y="360499"/>
                    <a:pt x="581268" y="358859"/>
                    <a:pt x="583263" y="357662"/>
                  </a:cubicBezTo>
                  <a:cubicBezTo>
                    <a:pt x="584238" y="357130"/>
                    <a:pt x="585169" y="356598"/>
                    <a:pt x="585967" y="356244"/>
                  </a:cubicBezTo>
                  <a:cubicBezTo>
                    <a:pt x="586543" y="355933"/>
                    <a:pt x="586366" y="356111"/>
                    <a:pt x="586543" y="356022"/>
                  </a:cubicBezTo>
                  <a:lnTo>
                    <a:pt x="586632" y="355978"/>
                  </a:lnTo>
                  <a:cubicBezTo>
                    <a:pt x="586632" y="355978"/>
                    <a:pt x="586499" y="355357"/>
                    <a:pt x="586676" y="354160"/>
                  </a:cubicBezTo>
                  <a:cubicBezTo>
                    <a:pt x="586853" y="352963"/>
                    <a:pt x="587385" y="351323"/>
                    <a:pt x="588316" y="349372"/>
                  </a:cubicBezTo>
                  <a:cubicBezTo>
                    <a:pt x="589247" y="347466"/>
                    <a:pt x="590621" y="345250"/>
                    <a:pt x="592129" y="342944"/>
                  </a:cubicBezTo>
                  <a:cubicBezTo>
                    <a:pt x="593680" y="340550"/>
                    <a:pt x="595365" y="338068"/>
                    <a:pt x="596783" y="335231"/>
                  </a:cubicBezTo>
                  <a:cubicBezTo>
                    <a:pt x="594079" y="340949"/>
                    <a:pt x="592705" y="346845"/>
                    <a:pt x="590710" y="350702"/>
                  </a:cubicBezTo>
                  <a:cubicBezTo>
                    <a:pt x="589779" y="352608"/>
                    <a:pt x="588760" y="354027"/>
                    <a:pt x="587962" y="354869"/>
                  </a:cubicBezTo>
                  <a:cubicBezTo>
                    <a:pt x="587119" y="355712"/>
                    <a:pt x="586765" y="356288"/>
                    <a:pt x="587518" y="357707"/>
                  </a:cubicBezTo>
                  <a:cubicBezTo>
                    <a:pt x="588405" y="359613"/>
                    <a:pt x="589425" y="361962"/>
                    <a:pt x="590223" y="364799"/>
                  </a:cubicBezTo>
                  <a:cubicBezTo>
                    <a:pt x="590666" y="366262"/>
                    <a:pt x="590976" y="367548"/>
                    <a:pt x="591464" y="369410"/>
                  </a:cubicBezTo>
                  <a:lnTo>
                    <a:pt x="593060" y="375927"/>
                  </a:lnTo>
                  <a:cubicBezTo>
                    <a:pt x="596118" y="388251"/>
                    <a:pt x="608930" y="395698"/>
                    <a:pt x="620855" y="392019"/>
                  </a:cubicBezTo>
                  <a:cubicBezTo>
                    <a:pt x="608886" y="395432"/>
                    <a:pt x="601882" y="408466"/>
                    <a:pt x="606713" y="421632"/>
                  </a:cubicBezTo>
                  <a:cubicBezTo>
                    <a:pt x="608442" y="426287"/>
                    <a:pt x="610393" y="431030"/>
                    <a:pt x="612565" y="435862"/>
                  </a:cubicBezTo>
                  <a:lnTo>
                    <a:pt x="614383" y="439630"/>
                  </a:lnTo>
                  <a:lnTo>
                    <a:pt x="614826" y="440561"/>
                  </a:lnTo>
                  <a:lnTo>
                    <a:pt x="615535" y="441891"/>
                  </a:lnTo>
                  <a:lnTo>
                    <a:pt x="617087" y="444728"/>
                  </a:lnTo>
                  <a:cubicBezTo>
                    <a:pt x="618107" y="446634"/>
                    <a:pt x="619170" y="448541"/>
                    <a:pt x="620368" y="450314"/>
                  </a:cubicBezTo>
                  <a:cubicBezTo>
                    <a:pt x="621565" y="452087"/>
                    <a:pt x="622584" y="454038"/>
                    <a:pt x="623914" y="455678"/>
                  </a:cubicBezTo>
                  <a:cubicBezTo>
                    <a:pt x="625687" y="458072"/>
                    <a:pt x="627549" y="460333"/>
                    <a:pt x="629677" y="462017"/>
                  </a:cubicBezTo>
                  <a:cubicBezTo>
                    <a:pt x="631672" y="463879"/>
                    <a:pt x="633800" y="465342"/>
                    <a:pt x="635972" y="466406"/>
                  </a:cubicBezTo>
                  <a:cubicBezTo>
                    <a:pt x="638056" y="467603"/>
                    <a:pt x="640316" y="468135"/>
                    <a:pt x="642311" y="468711"/>
                  </a:cubicBezTo>
                  <a:cubicBezTo>
                    <a:pt x="644350" y="469155"/>
                    <a:pt x="646390" y="469199"/>
                    <a:pt x="648163" y="469110"/>
                  </a:cubicBezTo>
                  <a:cubicBezTo>
                    <a:pt x="650025" y="468889"/>
                    <a:pt x="651710" y="468445"/>
                    <a:pt x="653173" y="467825"/>
                  </a:cubicBezTo>
                  <a:cubicBezTo>
                    <a:pt x="654680" y="467160"/>
                    <a:pt x="656009" y="466229"/>
                    <a:pt x="657118" y="465209"/>
                  </a:cubicBezTo>
                  <a:cubicBezTo>
                    <a:pt x="659334" y="463214"/>
                    <a:pt x="660753" y="460333"/>
                    <a:pt x="661374" y="457318"/>
                  </a:cubicBezTo>
                  <a:cubicBezTo>
                    <a:pt x="660709" y="460377"/>
                    <a:pt x="660886" y="463569"/>
                    <a:pt x="662039" y="466672"/>
                  </a:cubicBezTo>
                  <a:cubicBezTo>
                    <a:pt x="662615" y="468135"/>
                    <a:pt x="663501" y="469598"/>
                    <a:pt x="664610" y="470972"/>
                  </a:cubicBezTo>
                  <a:cubicBezTo>
                    <a:pt x="665718" y="472302"/>
                    <a:pt x="667092" y="473543"/>
                    <a:pt x="668732" y="474563"/>
                  </a:cubicBezTo>
                  <a:cubicBezTo>
                    <a:pt x="669531" y="475095"/>
                    <a:pt x="670417" y="475538"/>
                    <a:pt x="671348" y="475937"/>
                  </a:cubicBezTo>
                  <a:cubicBezTo>
                    <a:pt x="672279" y="476336"/>
                    <a:pt x="673254" y="476691"/>
                    <a:pt x="674274" y="477046"/>
                  </a:cubicBezTo>
                  <a:cubicBezTo>
                    <a:pt x="676313" y="477444"/>
                    <a:pt x="678618" y="478021"/>
                    <a:pt x="680923" y="477888"/>
                  </a:cubicBezTo>
                  <a:cubicBezTo>
                    <a:pt x="683273" y="477799"/>
                    <a:pt x="685800" y="477577"/>
                    <a:pt x="688283" y="476735"/>
                  </a:cubicBezTo>
                  <a:cubicBezTo>
                    <a:pt x="690809" y="476115"/>
                    <a:pt x="693380" y="474962"/>
                    <a:pt x="695863" y="473499"/>
                  </a:cubicBezTo>
                  <a:cubicBezTo>
                    <a:pt x="697681" y="472568"/>
                    <a:pt x="699321" y="471282"/>
                    <a:pt x="701050" y="470041"/>
                  </a:cubicBezTo>
                  <a:cubicBezTo>
                    <a:pt x="702690" y="468756"/>
                    <a:pt x="704552" y="467780"/>
                    <a:pt x="705971" y="466140"/>
                  </a:cubicBezTo>
                  <a:lnTo>
                    <a:pt x="715147" y="457097"/>
                  </a:lnTo>
                  <a:lnTo>
                    <a:pt x="717452" y="454836"/>
                  </a:lnTo>
                  <a:cubicBezTo>
                    <a:pt x="718117" y="454126"/>
                    <a:pt x="718428" y="453683"/>
                    <a:pt x="718915" y="453107"/>
                  </a:cubicBezTo>
                  <a:lnTo>
                    <a:pt x="721620" y="449738"/>
                  </a:lnTo>
                  <a:cubicBezTo>
                    <a:pt x="723348" y="447521"/>
                    <a:pt x="725432" y="445172"/>
                    <a:pt x="726851" y="443088"/>
                  </a:cubicBezTo>
                  <a:cubicBezTo>
                    <a:pt x="728934" y="440118"/>
                    <a:pt x="730353" y="436926"/>
                    <a:pt x="731106" y="433734"/>
                  </a:cubicBezTo>
                  <a:cubicBezTo>
                    <a:pt x="731771" y="430542"/>
                    <a:pt x="731727" y="427350"/>
                    <a:pt x="731106" y="424380"/>
                  </a:cubicBezTo>
                  <a:cubicBezTo>
                    <a:pt x="729954" y="418396"/>
                    <a:pt x="726141" y="413298"/>
                    <a:pt x="720688" y="410150"/>
                  </a:cubicBezTo>
                  <a:cubicBezTo>
                    <a:pt x="726185" y="413298"/>
                    <a:pt x="732436" y="413830"/>
                    <a:pt x="738244" y="411968"/>
                  </a:cubicBezTo>
                  <a:cubicBezTo>
                    <a:pt x="740948" y="411125"/>
                    <a:pt x="743386" y="409707"/>
                    <a:pt x="745602" y="407889"/>
                  </a:cubicBezTo>
                  <a:lnTo>
                    <a:pt x="745602" y="396629"/>
                  </a:lnTo>
                  <a:lnTo>
                    <a:pt x="745602" y="375971"/>
                  </a:lnTo>
                  <a:lnTo>
                    <a:pt x="745602" y="366440"/>
                  </a:lnTo>
                  <a:lnTo>
                    <a:pt x="745602" y="358992"/>
                  </a:lnTo>
                  <a:lnTo>
                    <a:pt x="745602" y="356066"/>
                  </a:lnTo>
                  <a:lnTo>
                    <a:pt x="745602" y="343077"/>
                  </a:lnTo>
                  <a:lnTo>
                    <a:pt x="745602" y="343077"/>
                  </a:lnTo>
                  <a:lnTo>
                    <a:pt x="745602" y="341215"/>
                  </a:lnTo>
                  <a:lnTo>
                    <a:pt x="745602" y="332216"/>
                  </a:lnTo>
                  <a:lnTo>
                    <a:pt x="745602" y="317498"/>
                  </a:lnTo>
                  <a:lnTo>
                    <a:pt x="745602" y="317454"/>
                  </a:lnTo>
                  <a:lnTo>
                    <a:pt x="745602" y="313376"/>
                  </a:lnTo>
                  <a:lnTo>
                    <a:pt x="745602" y="310982"/>
                  </a:lnTo>
                  <a:lnTo>
                    <a:pt x="745602" y="310804"/>
                  </a:lnTo>
                  <a:lnTo>
                    <a:pt x="745602" y="305086"/>
                  </a:lnTo>
                  <a:lnTo>
                    <a:pt x="745602" y="294801"/>
                  </a:lnTo>
                  <a:lnTo>
                    <a:pt x="745602" y="291875"/>
                  </a:lnTo>
                  <a:lnTo>
                    <a:pt x="745602" y="289880"/>
                  </a:lnTo>
                  <a:lnTo>
                    <a:pt x="745602" y="285846"/>
                  </a:lnTo>
                  <a:lnTo>
                    <a:pt x="745602" y="277157"/>
                  </a:lnTo>
                  <a:lnTo>
                    <a:pt x="745602" y="271571"/>
                  </a:lnTo>
                  <a:lnTo>
                    <a:pt x="745602" y="270020"/>
                  </a:lnTo>
                  <a:cubicBezTo>
                    <a:pt x="746134" y="270153"/>
                    <a:pt x="746622" y="270330"/>
                    <a:pt x="747198" y="270463"/>
                  </a:cubicBezTo>
                  <a:cubicBezTo>
                    <a:pt x="747198" y="270463"/>
                    <a:pt x="746578" y="270242"/>
                    <a:pt x="745602" y="269843"/>
                  </a:cubicBezTo>
                  <a:lnTo>
                    <a:pt x="745602" y="261242"/>
                  </a:lnTo>
                  <a:lnTo>
                    <a:pt x="745602" y="253839"/>
                  </a:lnTo>
                  <a:lnTo>
                    <a:pt x="745602" y="245549"/>
                  </a:lnTo>
                  <a:lnTo>
                    <a:pt x="745602" y="242003"/>
                  </a:lnTo>
                  <a:lnTo>
                    <a:pt x="745602" y="221123"/>
                  </a:lnTo>
                  <a:lnTo>
                    <a:pt x="745602" y="208311"/>
                  </a:lnTo>
                  <a:lnTo>
                    <a:pt x="745602" y="202105"/>
                  </a:lnTo>
                  <a:cubicBezTo>
                    <a:pt x="745203" y="202194"/>
                    <a:pt x="744805" y="202327"/>
                    <a:pt x="744361" y="202460"/>
                  </a:cubicBezTo>
                  <a:lnTo>
                    <a:pt x="744361" y="0"/>
                  </a:lnTo>
                  <a:lnTo>
                    <a:pt x="0" y="501250"/>
                  </a:lnTo>
                  <a:lnTo>
                    <a:pt x="0" y="501250"/>
                  </a:lnTo>
                  <a:cubicBezTo>
                    <a:pt x="0" y="501250"/>
                    <a:pt x="355" y="765817"/>
                    <a:pt x="355" y="766748"/>
                  </a:cubicBezTo>
                  <a:close/>
                  <a:moveTo>
                    <a:pt x="744450" y="271527"/>
                  </a:moveTo>
                  <a:lnTo>
                    <a:pt x="744450" y="271394"/>
                  </a:lnTo>
                  <a:cubicBezTo>
                    <a:pt x="744716" y="271438"/>
                    <a:pt x="744937" y="271527"/>
                    <a:pt x="745203" y="271571"/>
                  </a:cubicBezTo>
                  <a:cubicBezTo>
                    <a:pt x="744937" y="271483"/>
                    <a:pt x="744716" y="271527"/>
                    <a:pt x="744450" y="271527"/>
                  </a:cubicBezTo>
                  <a:close/>
                </a:path>
              </a:pathLst>
            </a:custGeom>
            <a:solidFill>
              <a:srgbClr val="753A2E">
                <a:alpha val="32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51" name="Forme libre : forme 20150">
              <a:extLst>
                <a:ext uri="{FF2B5EF4-FFF2-40B4-BE49-F238E27FC236}">
                  <a16:creationId xmlns:a16="http://schemas.microsoft.com/office/drawing/2014/main" id="{1E0FDF73-FA0F-43AF-BAE6-041649B7A3B5}"/>
                </a:ext>
              </a:extLst>
            </p:cNvPr>
            <p:cNvSpPr/>
            <p:nvPr/>
          </p:nvSpPr>
          <p:spPr>
            <a:xfrm>
              <a:off x="4535461" y="849026"/>
              <a:ext cx="408731" cy="174176"/>
            </a:xfrm>
            <a:custGeom>
              <a:avLst/>
              <a:gdLst>
                <a:gd name="connsiteX0" fmla="*/ 227817 w 408731"/>
                <a:gd name="connsiteY0" fmla="*/ 77889 h 174176"/>
                <a:gd name="connsiteX1" fmla="*/ 211946 w 408731"/>
                <a:gd name="connsiteY1" fmla="*/ 82234 h 174176"/>
                <a:gd name="connsiteX2" fmla="*/ 127008 w 408731"/>
                <a:gd name="connsiteY2" fmla="*/ 115925 h 174176"/>
                <a:gd name="connsiteX3" fmla="*/ 0 w 408731"/>
                <a:gd name="connsiteY3" fmla="*/ 174176 h 174176"/>
                <a:gd name="connsiteX4" fmla="*/ 71949 w 408731"/>
                <a:gd name="connsiteY4" fmla="*/ 147755 h 174176"/>
                <a:gd name="connsiteX5" fmla="*/ 141593 w 408731"/>
                <a:gd name="connsiteY5" fmla="*/ 114108 h 174176"/>
                <a:gd name="connsiteX6" fmla="*/ 215404 w 408731"/>
                <a:gd name="connsiteY6" fmla="*/ 90213 h 174176"/>
                <a:gd name="connsiteX7" fmla="*/ 254859 w 408731"/>
                <a:gd name="connsiteY7" fmla="*/ 82589 h 174176"/>
                <a:gd name="connsiteX8" fmla="*/ 298303 w 408731"/>
                <a:gd name="connsiteY8" fmla="*/ 89283 h 174176"/>
                <a:gd name="connsiteX9" fmla="*/ 356643 w 408731"/>
                <a:gd name="connsiteY9" fmla="*/ 107059 h 174176"/>
                <a:gd name="connsiteX10" fmla="*/ 408731 w 408731"/>
                <a:gd name="connsiteY10" fmla="*/ 127585 h 174176"/>
                <a:gd name="connsiteX11" fmla="*/ 378099 w 408731"/>
                <a:gd name="connsiteY11" fmla="*/ 113487 h 174176"/>
                <a:gd name="connsiteX12" fmla="*/ 317454 w 408731"/>
                <a:gd name="connsiteY12" fmla="*/ 95977 h 174176"/>
                <a:gd name="connsiteX13" fmla="*/ 286644 w 408731"/>
                <a:gd name="connsiteY13" fmla="*/ 83165 h 174176"/>
                <a:gd name="connsiteX14" fmla="*/ 270774 w 408731"/>
                <a:gd name="connsiteY14" fmla="*/ 77712 h 174176"/>
                <a:gd name="connsiteX15" fmla="*/ 257740 w 408731"/>
                <a:gd name="connsiteY15" fmla="*/ 76648 h 174176"/>
                <a:gd name="connsiteX16" fmla="*/ 264878 w 408731"/>
                <a:gd name="connsiteY16" fmla="*/ 79574 h 174176"/>
                <a:gd name="connsiteX17" fmla="*/ 262395 w 408731"/>
                <a:gd name="connsiteY17" fmla="*/ 75318 h 174176"/>
                <a:gd name="connsiteX18" fmla="*/ 264346 w 408731"/>
                <a:gd name="connsiteY18" fmla="*/ 72437 h 174176"/>
                <a:gd name="connsiteX19" fmla="*/ 295776 w 408731"/>
                <a:gd name="connsiteY19" fmla="*/ 53640 h 174176"/>
                <a:gd name="connsiteX20" fmla="*/ 357219 w 408731"/>
                <a:gd name="connsiteY20" fmla="*/ 21678 h 174176"/>
                <a:gd name="connsiteX21" fmla="*/ 277601 w 408731"/>
                <a:gd name="connsiteY21" fmla="*/ 58517 h 174176"/>
                <a:gd name="connsiteX22" fmla="*/ 260666 w 408731"/>
                <a:gd name="connsiteY22" fmla="*/ 69378 h 174176"/>
                <a:gd name="connsiteX23" fmla="*/ 258184 w 408731"/>
                <a:gd name="connsiteY23" fmla="*/ 72259 h 174176"/>
                <a:gd name="connsiteX24" fmla="*/ 240850 w 408731"/>
                <a:gd name="connsiteY24" fmla="*/ 75496 h 174176"/>
                <a:gd name="connsiteX25" fmla="*/ 226797 w 408731"/>
                <a:gd name="connsiteY25" fmla="*/ 77668 h 174176"/>
                <a:gd name="connsiteX26" fmla="*/ 207912 w 408731"/>
                <a:gd name="connsiteY26" fmla="*/ 52532 h 174176"/>
                <a:gd name="connsiteX27" fmla="*/ 203745 w 408731"/>
                <a:gd name="connsiteY27" fmla="*/ 43710 h 174176"/>
                <a:gd name="connsiteX28" fmla="*/ 196209 w 408731"/>
                <a:gd name="connsiteY28" fmla="*/ 36928 h 174176"/>
                <a:gd name="connsiteX29" fmla="*/ 98459 w 408731"/>
                <a:gd name="connsiteY29" fmla="*/ 0 h 174176"/>
                <a:gd name="connsiteX30" fmla="*/ 168103 w 408731"/>
                <a:gd name="connsiteY30" fmla="*/ 28682 h 174176"/>
                <a:gd name="connsiteX31" fmla="*/ 197228 w 408731"/>
                <a:gd name="connsiteY31" fmla="*/ 47922 h 174176"/>
                <a:gd name="connsiteX32" fmla="*/ 206981 w 408731"/>
                <a:gd name="connsiteY32" fmla="*/ 60113 h 174176"/>
                <a:gd name="connsiteX33" fmla="*/ 214074 w 408731"/>
                <a:gd name="connsiteY33" fmla="*/ 73855 h 174176"/>
                <a:gd name="connsiteX34" fmla="*/ 207912 w 408731"/>
                <a:gd name="connsiteY34" fmla="*/ 86889 h 174176"/>
                <a:gd name="connsiteX35" fmla="*/ 226132 w 408731"/>
                <a:gd name="connsiteY35" fmla="*/ 82323 h 174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08731" h="174176">
                  <a:moveTo>
                    <a:pt x="227817" y="77889"/>
                  </a:moveTo>
                  <a:cubicBezTo>
                    <a:pt x="222453" y="79086"/>
                    <a:pt x="217177" y="80638"/>
                    <a:pt x="211946" y="82234"/>
                  </a:cubicBezTo>
                  <a:cubicBezTo>
                    <a:pt x="182821" y="91233"/>
                    <a:pt x="154892" y="103557"/>
                    <a:pt x="127008" y="115925"/>
                  </a:cubicBezTo>
                  <a:cubicBezTo>
                    <a:pt x="84450" y="134810"/>
                    <a:pt x="41937" y="153917"/>
                    <a:pt x="0" y="174176"/>
                  </a:cubicBezTo>
                  <a:cubicBezTo>
                    <a:pt x="24426" y="166596"/>
                    <a:pt x="48675" y="158350"/>
                    <a:pt x="71949" y="147755"/>
                  </a:cubicBezTo>
                  <a:cubicBezTo>
                    <a:pt x="95445" y="137071"/>
                    <a:pt x="117832" y="124127"/>
                    <a:pt x="141593" y="114108"/>
                  </a:cubicBezTo>
                  <a:cubicBezTo>
                    <a:pt x="165443" y="104089"/>
                    <a:pt x="190490" y="97129"/>
                    <a:pt x="215404" y="90213"/>
                  </a:cubicBezTo>
                  <a:cubicBezTo>
                    <a:pt x="228349" y="86623"/>
                    <a:pt x="241426" y="83032"/>
                    <a:pt x="254859" y="82589"/>
                  </a:cubicBezTo>
                  <a:cubicBezTo>
                    <a:pt x="269577" y="82145"/>
                    <a:pt x="284117" y="85514"/>
                    <a:pt x="298303" y="89283"/>
                  </a:cubicBezTo>
                  <a:cubicBezTo>
                    <a:pt x="317986" y="94469"/>
                    <a:pt x="337447" y="100410"/>
                    <a:pt x="356643" y="107059"/>
                  </a:cubicBezTo>
                  <a:cubicBezTo>
                    <a:pt x="373488" y="112911"/>
                    <a:pt x="393615" y="118009"/>
                    <a:pt x="408731" y="127585"/>
                  </a:cubicBezTo>
                  <a:cubicBezTo>
                    <a:pt x="398269" y="123417"/>
                    <a:pt x="388517" y="117654"/>
                    <a:pt x="378099" y="113487"/>
                  </a:cubicBezTo>
                  <a:cubicBezTo>
                    <a:pt x="358549" y="105685"/>
                    <a:pt x="337270" y="103069"/>
                    <a:pt x="317454" y="95977"/>
                  </a:cubicBezTo>
                  <a:cubicBezTo>
                    <a:pt x="306948" y="92253"/>
                    <a:pt x="296973" y="87332"/>
                    <a:pt x="286644" y="83165"/>
                  </a:cubicBezTo>
                  <a:cubicBezTo>
                    <a:pt x="281457" y="81081"/>
                    <a:pt x="276182" y="79131"/>
                    <a:pt x="270774" y="77712"/>
                  </a:cubicBezTo>
                  <a:cubicBezTo>
                    <a:pt x="267759" y="76914"/>
                    <a:pt x="260267" y="73900"/>
                    <a:pt x="257740" y="76648"/>
                  </a:cubicBezTo>
                  <a:cubicBezTo>
                    <a:pt x="258228" y="76959"/>
                    <a:pt x="265055" y="79131"/>
                    <a:pt x="264878" y="79574"/>
                  </a:cubicBezTo>
                  <a:cubicBezTo>
                    <a:pt x="265454" y="77934"/>
                    <a:pt x="262705" y="77003"/>
                    <a:pt x="262395" y="75318"/>
                  </a:cubicBezTo>
                  <a:cubicBezTo>
                    <a:pt x="262173" y="74121"/>
                    <a:pt x="263282" y="73102"/>
                    <a:pt x="264346" y="72437"/>
                  </a:cubicBezTo>
                  <a:cubicBezTo>
                    <a:pt x="274098" y="66053"/>
                    <a:pt x="285004" y="58074"/>
                    <a:pt x="295776" y="53640"/>
                  </a:cubicBezTo>
                  <a:cubicBezTo>
                    <a:pt x="300254" y="51823"/>
                    <a:pt x="352520" y="22875"/>
                    <a:pt x="357219" y="21678"/>
                  </a:cubicBezTo>
                  <a:cubicBezTo>
                    <a:pt x="341969" y="25446"/>
                    <a:pt x="292629" y="53906"/>
                    <a:pt x="277601" y="58517"/>
                  </a:cubicBezTo>
                  <a:cubicBezTo>
                    <a:pt x="271261" y="60467"/>
                    <a:pt x="260267" y="68846"/>
                    <a:pt x="260666" y="69378"/>
                  </a:cubicBezTo>
                  <a:cubicBezTo>
                    <a:pt x="261375" y="70442"/>
                    <a:pt x="259026" y="71329"/>
                    <a:pt x="258184" y="72259"/>
                  </a:cubicBezTo>
                  <a:cubicBezTo>
                    <a:pt x="253928" y="77003"/>
                    <a:pt x="246480" y="74875"/>
                    <a:pt x="240850" y="75496"/>
                  </a:cubicBezTo>
                  <a:cubicBezTo>
                    <a:pt x="236905" y="75939"/>
                    <a:pt x="230610" y="78687"/>
                    <a:pt x="226797" y="77668"/>
                  </a:cubicBezTo>
                  <a:cubicBezTo>
                    <a:pt x="218552" y="75496"/>
                    <a:pt x="210838" y="59625"/>
                    <a:pt x="207912" y="52532"/>
                  </a:cubicBezTo>
                  <a:cubicBezTo>
                    <a:pt x="206671" y="49518"/>
                    <a:pt x="205651" y="46370"/>
                    <a:pt x="203745" y="43710"/>
                  </a:cubicBezTo>
                  <a:cubicBezTo>
                    <a:pt x="201795" y="40917"/>
                    <a:pt x="199002" y="38834"/>
                    <a:pt x="196209" y="36928"/>
                  </a:cubicBezTo>
                  <a:cubicBezTo>
                    <a:pt x="167261" y="17378"/>
                    <a:pt x="130555" y="13831"/>
                    <a:pt x="98459" y="0"/>
                  </a:cubicBezTo>
                  <a:cubicBezTo>
                    <a:pt x="122265" y="7980"/>
                    <a:pt x="145539" y="17599"/>
                    <a:pt x="168103" y="28682"/>
                  </a:cubicBezTo>
                  <a:cubicBezTo>
                    <a:pt x="178609" y="33869"/>
                    <a:pt x="189116" y="39499"/>
                    <a:pt x="197228" y="47922"/>
                  </a:cubicBezTo>
                  <a:cubicBezTo>
                    <a:pt x="200864" y="51646"/>
                    <a:pt x="203922" y="55901"/>
                    <a:pt x="206981" y="60113"/>
                  </a:cubicBezTo>
                  <a:cubicBezTo>
                    <a:pt x="210040" y="64324"/>
                    <a:pt x="213188" y="68713"/>
                    <a:pt x="214074" y="73855"/>
                  </a:cubicBezTo>
                  <a:cubicBezTo>
                    <a:pt x="214961" y="78998"/>
                    <a:pt x="212789" y="85027"/>
                    <a:pt x="207912" y="86889"/>
                  </a:cubicBezTo>
                  <a:cubicBezTo>
                    <a:pt x="213986" y="85381"/>
                    <a:pt x="220059" y="83830"/>
                    <a:pt x="226132" y="82323"/>
                  </a:cubicBezTo>
                </a:path>
              </a:pathLst>
            </a:custGeom>
            <a:solidFill>
              <a:srgbClr val="E5AC9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52" name="Forme libre : forme 20151">
              <a:extLst>
                <a:ext uri="{FF2B5EF4-FFF2-40B4-BE49-F238E27FC236}">
                  <a16:creationId xmlns:a16="http://schemas.microsoft.com/office/drawing/2014/main" id="{82426134-B166-40DC-A76E-0CFA66A38B0E}"/>
                </a:ext>
              </a:extLst>
            </p:cNvPr>
            <p:cNvSpPr/>
            <p:nvPr/>
          </p:nvSpPr>
          <p:spPr>
            <a:xfrm>
              <a:off x="4931824" y="669885"/>
              <a:ext cx="463258" cy="184771"/>
            </a:xfrm>
            <a:custGeom>
              <a:avLst/>
              <a:gdLst>
                <a:gd name="connsiteX0" fmla="*/ 0 w 463258"/>
                <a:gd name="connsiteY0" fmla="*/ 184771 h 184771"/>
                <a:gd name="connsiteX1" fmla="*/ 169522 w 463258"/>
                <a:gd name="connsiteY1" fmla="*/ 105552 h 184771"/>
                <a:gd name="connsiteX2" fmla="*/ 213720 w 463258"/>
                <a:gd name="connsiteY2" fmla="*/ 87022 h 184771"/>
                <a:gd name="connsiteX3" fmla="*/ 254992 w 463258"/>
                <a:gd name="connsiteY3" fmla="*/ 75806 h 184771"/>
                <a:gd name="connsiteX4" fmla="*/ 277911 w 463258"/>
                <a:gd name="connsiteY4" fmla="*/ 60822 h 184771"/>
                <a:gd name="connsiteX5" fmla="*/ 408022 w 463258"/>
                <a:gd name="connsiteY5" fmla="*/ 0 h 184771"/>
                <a:gd name="connsiteX6" fmla="*/ 315149 w 463258"/>
                <a:gd name="connsiteY6" fmla="*/ 42735 h 184771"/>
                <a:gd name="connsiteX7" fmla="*/ 285092 w 463258"/>
                <a:gd name="connsiteY7" fmla="*/ 59093 h 184771"/>
                <a:gd name="connsiteX8" fmla="*/ 272103 w 463258"/>
                <a:gd name="connsiteY8" fmla="*/ 71816 h 184771"/>
                <a:gd name="connsiteX9" fmla="*/ 287043 w 463258"/>
                <a:gd name="connsiteY9" fmla="*/ 81702 h 184771"/>
                <a:gd name="connsiteX10" fmla="*/ 311248 w 463258"/>
                <a:gd name="connsiteY10" fmla="*/ 90391 h 184771"/>
                <a:gd name="connsiteX11" fmla="*/ 463259 w 463258"/>
                <a:gd name="connsiteY11" fmla="*/ 159281 h 184771"/>
                <a:gd name="connsiteX12" fmla="*/ 347555 w 463258"/>
                <a:gd name="connsiteY12" fmla="*/ 105774 h 184771"/>
                <a:gd name="connsiteX13" fmla="*/ 275517 w 463258"/>
                <a:gd name="connsiteY13" fmla="*/ 82855 h 184771"/>
                <a:gd name="connsiteX14" fmla="*/ 196652 w 463258"/>
                <a:gd name="connsiteY14" fmla="*/ 100232 h 184771"/>
                <a:gd name="connsiteX15" fmla="*/ 22254 w 463258"/>
                <a:gd name="connsiteY15" fmla="*/ 176038 h 184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3258" h="184771">
                  <a:moveTo>
                    <a:pt x="0" y="184771"/>
                  </a:moveTo>
                  <a:cubicBezTo>
                    <a:pt x="56522" y="158350"/>
                    <a:pt x="113044" y="131929"/>
                    <a:pt x="169522" y="105552"/>
                  </a:cubicBezTo>
                  <a:cubicBezTo>
                    <a:pt x="183974" y="98769"/>
                    <a:pt x="198558" y="92164"/>
                    <a:pt x="213720" y="87022"/>
                  </a:cubicBezTo>
                  <a:cubicBezTo>
                    <a:pt x="227285" y="82411"/>
                    <a:pt x="241293" y="79574"/>
                    <a:pt x="254992" y="75806"/>
                  </a:cubicBezTo>
                  <a:cubicBezTo>
                    <a:pt x="263858" y="73368"/>
                    <a:pt x="270330" y="66097"/>
                    <a:pt x="277911" y="60822"/>
                  </a:cubicBezTo>
                  <a:cubicBezTo>
                    <a:pt x="316656" y="33869"/>
                    <a:pt x="362805" y="11881"/>
                    <a:pt x="408022" y="0"/>
                  </a:cubicBezTo>
                  <a:cubicBezTo>
                    <a:pt x="372158" y="14762"/>
                    <a:pt x="343609" y="24648"/>
                    <a:pt x="315149" y="42735"/>
                  </a:cubicBezTo>
                  <a:cubicBezTo>
                    <a:pt x="306371" y="48321"/>
                    <a:pt x="294313" y="54305"/>
                    <a:pt x="285092" y="59093"/>
                  </a:cubicBezTo>
                  <a:cubicBezTo>
                    <a:pt x="279462" y="62019"/>
                    <a:pt x="272813" y="65521"/>
                    <a:pt x="272103" y="71816"/>
                  </a:cubicBezTo>
                  <a:cubicBezTo>
                    <a:pt x="270995" y="81436"/>
                    <a:pt x="280837" y="80017"/>
                    <a:pt x="287043" y="81702"/>
                  </a:cubicBezTo>
                  <a:cubicBezTo>
                    <a:pt x="295333" y="83963"/>
                    <a:pt x="303312" y="87199"/>
                    <a:pt x="311248" y="90391"/>
                  </a:cubicBezTo>
                  <a:cubicBezTo>
                    <a:pt x="362893" y="111182"/>
                    <a:pt x="414716" y="132018"/>
                    <a:pt x="463259" y="159281"/>
                  </a:cubicBezTo>
                  <a:cubicBezTo>
                    <a:pt x="424691" y="141460"/>
                    <a:pt x="386123" y="123595"/>
                    <a:pt x="347555" y="105774"/>
                  </a:cubicBezTo>
                  <a:cubicBezTo>
                    <a:pt x="324547" y="95134"/>
                    <a:pt x="300830" y="84318"/>
                    <a:pt x="275517" y="82855"/>
                  </a:cubicBezTo>
                  <a:cubicBezTo>
                    <a:pt x="248431" y="81303"/>
                    <a:pt x="222009" y="90568"/>
                    <a:pt x="196652" y="100232"/>
                  </a:cubicBezTo>
                  <a:cubicBezTo>
                    <a:pt x="137382" y="122797"/>
                    <a:pt x="79175" y="148065"/>
                    <a:pt x="22254" y="176038"/>
                  </a:cubicBezTo>
                </a:path>
              </a:pathLst>
            </a:custGeom>
            <a:solidFill>
              <a:srgbClr val="E5AC9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53" name="Forme libre : forme 20152">
              <a:extLst>
                <a:ext uri="{FF2B5EF4-FFF2-40B4-BE49-F238E27FC236}">
                  <a16:creationId xmlns:a16="http://schemas.microsoft.com/office/drawing/2014/main" id="{81815522-E0CC-471A-90BF-98ECD4618AE8}"/>
                </a:ext>
              </a:extLst>
            </p:cNvPr>
            <p:cNvSpPr/>
            <p:nvPr/>
          </p:nvSpPr>
          <p:spPr>
            <a:xfrm>
              <a:off x="5059187" y="690676"/>
              <a:ext cx="140174" cy="66008"/>
            </a:xfrm>
            <a:custGeom>
              <a:avLst/>
              <a:gdLst>
                <a:gd name="connsiteX0" fmla="*/ 90214 w 140174"/>
                <a:gd name="connsiteY0" fmla="*/ 66009 h 66008"/>
                <a:gd name="connsiteX1" fmla="*/ 99168 w 140174"/>
                <a:gd name="connsiteY1" fmla="*/ 56611 h 66008"/>
                <a:gd name="connsiteX2" fmla="*/ 93671 w 140174"/>
                <a:gd name="connsiteY2" fmla="*/ 44464 h 66008"/>
                <a:gd name="connsiteX3" fmla="*/ 82456 w 140174"/>
                <a:gd name="connsiteY3" fmla="*/ 36706 h 66008"/>
                <a:gd name="connsiteX4" fmla="*/ 0 w 140174"/>
                <a:gd name="connsiteY4" fmla="*/ 0 h 66008"/>
                <a:gd name="connsiteX5" fmla="*/ 62861 w 140174"/>
                <a:gd name="connsiteY5" fmla="*/ 24825 h 66008"/>
                <a:gd name="connsiteX6" fmla="*/ 86711 w 140174"/>
                <a:gd name="connsiteY6" fmla="*/ 33913 h 66008"/>
                <a:gd name="connsiteX7" fmla="*/ 109586 w 140174"/>
                <a:gd name="connsiteY7" fmla="*/ 47301 h 66008"/>
                <a:gd name="connsiteX8" fmla="*/ 120093 w 140174"/>
                <a:gd name="connsiteY8" fmla="*/ 53020 h 66008"/>
                <a:gd name="connsiteX9" fmla="*/ 140174 w 140174"/>
                <a:gd name="connsiteY9" fmla="*/ 48764 h 66008"/>
                <a:gd name="connsiteX10" fmla="*/ 134101 w 140174"/>
                <a:gd name="connsiteY10" fmla="*/ 58694 h 66008"/>
                <a:gd name="connsiteX11" fmla="*/ 105153 w 140174"/>
                <a:gd name="connsiteY11" fmla="*/ 64236 h 66008"/>
                <a:gd name="connsiteX12" fmla="*/ 90214 w 140174"/>
                <a:gd name="connsiteY12" fmla="*/ 66009 h 66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174" h="66008">
                  <a:moveTo>
                    <a:pt x="90214" y="66009"/>
                  </a:moveTo>
                  <a:cubicBezTo>
                    <a:pt x="94203" y="64236"/>
                    <a:pt x="99124" y="61132"/>
                    <a:pt x="99168" y="56611"/>
                  </a:cubicBezTo>
                  <a:cubicBezTo>
                    <a:pt x="99213" y="52045"/>
                    <a:pt x="96863" y="47700"/>
                    <a:pt x="93671" y="44464"/>
                  </a:cubicBezTo>
                  <a:cubicBezTo>
                    <a:pt x="90480" y="41228"/>
                    <a:pt x="86445" y="38923"/>
                    <a:pt x="82456" y="36706"/>
                  </a:cubicBezTo>
                  <a:cubicBezTo>
                    <a:pt x="56123" y="22032"/>
                    <a:pt x="28505" y="9753"/>
                    <a:pt x="0" y="0"/>
                  </a:cubicBezTo>
                  <a:cubicBezTo>
                    <a:pt x="20481" y="9398"/>
                    <a:pt x="41494" y="17644"/>
                    <a:pt x="62861" y="24825"/>
                  </a:cubicBezTo>
                  <a:cubicBezTo>
                    <a:pt x="70930" y="27529"/>
                    <a:pt x="79086" y="30101"/>
                    <a:pt x="86711" y="33913"/>
                  </a:cubicBezTo>
                  <a:cubicBezTo>
                    <a:pt x="94292" y="37770"/>
                    <a:pt x="101119" y="41405"/>
                    <a:pt x="109586" y="47301"/>
                  </a:cubicBezTo>
                  <a:cubicBezTo>
                    <a:pt x="112246" y="49163"/>
                    <a:pt x="114729" y="52665"/>
                    <a:pt x="120093" y="53020"/>
                  </a:cubicBezTo>
                  <a:cubicBezTo>
                    <a:pt x="122841" y="53197"/>
                    <a:pt x="131707" y="55059"/>
                    <a:pt x="140174" y="48764"/>
                  </a:cubicBezTo>
                  <a:lnTo>
                    <a:pt x="134101" y="58694"/>
                  </a:lnTo>
                  <a:lnTo>
                    <a:pt x="105153" y="64236"/>
                  </a:lnTo>
                  <a:lnTo>
                    <a:pt x="90214" y="66009"/>
                  </a:lnTo>
                  <a:close/>
                </a:path>
              </a:pathLst>
            </a:custGeom>
            <a:solidFill>
              <a:srgbClr val="E5AC9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54" name="Forme libre : forme 20153">
              <a:extLst>
                <a:ext uri="{FF2B5EF4-FFF2-40B4-BE49-F238E27FC236}">
                  <a16:creationId xmlns:a16="http://schemas.microsoft.com/office/drawing/2014/main" id="{E271D607-B2F9-4B3B-A481-E61555939FDB}"/>
                </a:ext>
              </a:extLst>
            </p:cNvPr>
            <p:cNvSpPr/>
            <p:nvPr/>
          </p:nvSpPr>
          <p:spPr>
            <a:xfrm>
              <a:off x="5325842" y="768078"/>
              <a:ext cx="561979" cy="264389"/>
            </a:xfrm>
            <a:custGeom>
              <a:avLst/>
              <a:gdLst>
                <a:gd name="connsiteX0" fmla="*/ 209681 w 561979"/>
                <a:gd name="connsiteY0" fmla="*/ 154493 h 264389"/>
                <a:gd name="connsiteX1" fmla="*/ 193855 w 561979"/>
                <a:gd name="connsiteY1" fmla="*/ 160389 h 264389"/>
                <a:gd name="connsiteX2" fmla="*/ 236634 w 561979"/>
                <a:gd name="connsiteY2" fmla="*/ 140839 h 264389"/>
                <a:gd name="connsiteX3" fmla="*/ 252771 w 561979"/>
                <a:gd name="connsiteY3" fmla="*/ 138889 h 264389"/>
                <a:gd name="connsiteX4" fmla="*/ 265937 w 561979"/>
                <a:gd name="connsiteY4" fmla="*/ 138002 h 264389"/>
                <a:gd name="connsiteX5" fmla="*/ 285797 w 561979"/>
                <a:gd name="connsiteY5" fmla="*/ 117832 h 264389"/>
                <a:gd name="connsiteX6" fmla="*/ 446985 w 561979"/>
                <a:gd name="connsiteY6" fmla="*/ 45218 h 264389"/>
                <a:gd name="connsiteX7" fmla="*/ 561979 w 561979"/>
                <a:gd name="connsiteY7" fmla="*/ 0 h 264389"/>
                <a:gd name="connsiteX8" fmla="*/ 290629 w 561979"/>
                <a:gd name="connsiteY8" fmla="*/ 122486 h 264389"/>
                <a:gd name="connsiteX9" fmla="*/ 278615 w 561979"/>
                <a:gd name="connsiteY9" fmla="*/ 133481 h 264389"/>
                <a:gd name="connsiteX10" fmla="*/ 293112 w 561979"/>
                <a:gd name="connsiteY10" fmla="*/ 150016 h 264389"/>
                <a:gd name="connsiteX11" fmla="*/ 407087 w 561979"/>
                <a:gd name="connsiteY11" fmla="*/ 201218 h 264389"/>
                <a:gd name="connsiteX12" fmla="*/ 440202 w 561979"/>
                <a:gd name="connsiteY12" fmla="*/ 219172 h 264389"/>
                <a:gd name="connsiteX13" fmla="*/ 494995 w 561979"/>
                <a:gd name="connsiteY13" fmla="*/ 244042 h 264389"/>
                <a:gd name="connsiteX14" fmla="*/ 507363 w 561979"/>
                <a:gd name="connsiteY14" fmla="*/ 251224 h 264389"/>
                <a:gd name="connsiteX15" fmla="*/ 509934 w 561979"/>
                <a:gd name="connsiteY15" fmla="*/ 264390 h 264389"/>
                <a:gd name="connsiteX16" fmla="*/ 497655 w 561979"/>
                <a:gd name="connsiteY16" fmla="*/ 246879 h 264389"/>
                <a:gd name="connsiteX17" fmla="*/ 478371 w 561979"/>
                <a:gd name="connsiteY17" fmla="*/ 236727 h 264389"/>
                <a:gd name="connsiteX18" fmla="*/ 367499 w 561979"/>
                <a:gd name="connsiteY18" fmla="*/ 186722 h 264389"/>
                <a:gd name="connsiteX19" fmla="*/ 256317 w 561979"/>
                <a:gd name="connsiteY19" fmla="*/ 140396 h 264389"/>
                <a:gd name="connsiteX20" fmla="*/ 254810 w 561979"/>
                <a:gd name="connsiteY20" fmla="*/ 140839 h 264389"/>
                <a:gd name="connsiteX21" fmla="*/ 192480 w 561979"/>
                <a:gd name="connsiteY21" fmla="*/ 169699 h 264389"/>
                <a:gd name="connsiteX22" fmla="*/ 167522 w 561979"/>
                <a:gd name="connsiteY22" fmla="*/ 180560 h 264389"/>
                <a:gd name="connsiteX23" fmla="*/ 145667 w 561979"/>
                <a:gd name="connsiteY23" fmla="*/ 192042 h 264389"/>
                <a:gd name="connsiteX24" fmla="*/ 38475 w 561979"/>
                <a:gd name="connsiteY24" fmla="*/ 239432 h 264389"/>
                <a:gd name="connsiteX25" fmla="*/ 173 w 561979"/>
                <a:gd name="connsiteY25" fmla="*/ 264035 h 264389"/>
                <a:gd name="connsiteX26" fmla="*/ 12364 w 561979"/>
                <a:gd name="connsiteY26" fmla="*/ 243244 h 264389"/>
                <a:gd name="connsiteX27" fmla="*/ 36746 w 561979"/>
                <a:gd name="connsiteY27" fmla="*/ 235619 h 264389"/>
                <a:gd name="connsiteX28" fmla="*/ 91627 w 561979"/>
                <a:gd name="connsiteY28" fmla="*/ 212478 h 264389"/>
                <a:gd name="connsiteX29" fmla="*/ 159321 w 561979"/>
                <a:gd name="connsiteY29" fmla="*/ 177634 h 264389"/>
                <a:gd name="connsiteX30" fmla="*/ 193145 w 561979"/>
                <a:gd name="connsiteY30" fmla="*/ 160212 h 264389"/>
                <a:gd name="connsiteX31" fmla="*/ 216242 w 561979"/>
                <a:gd name="connsiteY31" fmla="*/ 145007 h 264389"/>
                <a:gd name="connsiteX32" fmla="*/ 213493 w 561979"/>
                <a:gd name="connsiteY32" fmla="*/ 132771 h 264389"/>
                <a:gd name="connsiteX33" fmla="*/ 167522 w 561979"/>
                <a:gd name="connsiteY33" fmla="*/ 97794 h 264389"/>
                <a:gd name="connsiteX34" fmla="*/ 113394 w 561979"/>
                <a:gd name="connsiteY34" fmla="*/ 74831 h 264389"/>
                <a:gd name="connsiteX35" fmla="*/ 161670 w 561979"/>
                <a:gd name="connsiteY35" fmla="*/ 92297 h 264389"/>
                <a:gd name="connsiteX36" fmla="*/ 197578 w 561979"/>
                <a:gd name="connsiteY36" fmla="*/ 109409 h 264389"/>
                <a:gd name="connsiteX37" fmla="*/ 225108 w 561979"/>
                <a:gd name="connsiteY37" fmla="*/ 137603 h 264389"/>
                <a:gd name="connsiteX38" fmla="*/ 225862 w 561979"/>
                <a:gd name="connsiteY38" fmla="*/ 144297 h 264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61979" h="264389">
                  <a:moveTo>
                    <a:pt x="209681" y="154493"/>
                  </a:moveTo>
                  <a:cubicBezTo>
                    <a:pt x="210080" y="154272"/>
                    <a:pt x="193411" y="160611"/>
                    <a:pt x="193855" y="160389"/>
                  </a:cubicBezTo>
                  <a:cubicBezTo>
                    <a:pt x="203519" y="155424"/>
                    <a:pt x="226083" y="143544"/>
                    <a:pt x="236634" y="140839"/>
                  </a:cubicBezTo>
                  <a:cubicBezTo>
                    <a:pt x="241909" y="139510"/>
                    <a:pt x="247318" y="138712"/>
                    <a:pt x="252771" y="138889"/>
                  </a:cubicBezTo>
                  <a:cubicBezTo>
                    <a:pt x="257115" y="139022"/>
                    <a:pt x="261770" y="137249"/>
                    <a:pt x="265937" y="138002"/>
                  </a:cubicBezTo>
                  <a:cubicBezTo>
                    <a:pt x="266912" y="128161"/>
                    <a:pt x="276931" y="122176"/>
                    <a:pt x="285797" y="117832"/>
                  </a:cubicBezTo>
                  <a:cubicBezTo>
                    <a:pt x="339571" y="91543"/>
                    <a:pt x="391260" y="67117"/>
                    <a:pt x="446985" y="45218"/>
                  </a:cubicBezTo>
                  <a:cubicBezTo>
                    <a:pt x="482228" y="31386"/>
                    <a:pt x="504216" y="17422"/>
                    <a:pt x="561979" y="0"/>
                  </a:cubicBezTo>
                  <a:cubicBezTo>
                    <a:pt x="483336" y="38346"/>
                    <a:pt x="375035" y="71462"/>
                    <a:pt x="290629" y="122486"/>
                  </a:cubicBezTo>
                  <a:cubicBezTo>
                    <a:pt x="285886" y="125324"/>
                    <a:pt x="281009" y="128515"/>
                    <a:pt x="278615" y="133481"/>
                  </a:cubicBezTo>
                  <a:cubicBezTo>
                    <a:pt x="272631" y="145849"/>
                    <a:pt x="285354" y="146869"/>
                    <a:pt x="293112" y="150016"/>
                  </a:cubicBezTo>
                  <a:cubicBezTo>
                    <a:pt x="331680" y="165798"/>
                    <a:pt x="370336" y="181624"/>
                    <a:pt x="407087" y="201218"/>
                  </a:cubicBezTo>
                  <a:cubicBezTo>
                    <a:pt x="418169" y="207159"/>
                    <a:pt x="429075" y="213409"/>
                    <a:pt x="440202" y="219172"/>
                  </a:cubicBezTo>
                  <a:cubicBezTo>
                    <a:pt x="458023" y="228437"/>
                    <a:pt x="476420" y="236461"/>
                    <a:pt x="494995" y="244042"/>
                  </a:cubicBezTo>
                  <a:cubicBezTo>
                    <a:pt x="499428" y="245860"/>
                    <a:pt x="504038" y="247721"/>
                    <a:pt x="507363" y="251224"/>
                  </a:cubicBezTo>
                  <a:cubicBezTo>
                    <a:pt x="510688" y="254726"/>
                    <a:pt x="512328" y="260223"/>
                    <a:pt x="509934" y="264390"/>
                  </a:cubicBezTo>
                  <a:cubicBezTo>
                    <a:pt x="508383" y="257253"/>
                    <a:pt x="503462" y="251268"/>
                    <a:pt x="497655" y="246879"/>
                  </a:cubicBezTo>
                  <a:cubicBezTo>
                    <a:pt x="491803" y="242535"/>
                    <a:pt x="485065" y="239609"/>
                    <a:pt x="478371" y="236727"/>
                  </a:cubicBezTo>
                  <a:cubicBezTo>
                    <a:pt x="441177" y="220635"/>
                    <a:pt x="404338" y="203701"/>
                    <a:pt x="367499" y="186722"/>
                  </a:cubicBezTo>
                  <a:cubicBezTo>
                    <a:pt x="332123" y="170453"/>
                    <a:pt x="291649" y="156710"/>
                    <a:pt x="256317" y="140396"/>
                  </a:cubicBezTo>
                  <a:cubicBezTo>
                    <a:pt x="255874" y="140618"/>
                    <a:pt x="255342" y="140795"/>
                    <a:pt x="254810" y="140839"/>
                  </a:cubicBezTo>
                  <a:cubicBezTo>
                    <a:pt x="231758" y="143012"/>
                    <a:pt x="211498" y="156444"/>
                    <a:pt x="192480" y="169699"/>
                  </a:cubicBezTo>
                  <a:cubicBezTo>
                    <a:pt x="185033" y="174886"/>
                    <a:pt x="175945" y="177102"/>
                    <a:pt x="167522" y="180560"/>
                  </a:cubicBezTo>
                  <a:cubicBezTo>
                    <a:pt x="159942" y="183708"/>
                    <a:pt x="152849" y="187963"/>
                    <a:pt x="145667" y="192042"/>
                  </a:cubicBezTo>
                  <a:cubicBezTo>
                    <a:pt x="111665" y="211459"/>
                    <a:pt x="75713" y="227374"/>
                    <a:pt x="38475" y="239432"/>
                  </a:cubicBezTo>
                  <a:cubicBezTo>
                    <a:pt x="23579" y="244264"/>
                    <a:pt x="6822" y="249894"/>
                    <a:pt x="173" y="264035"/>
                  </a:cubicBezTo>
                  <a:cubicBezTo>
                    <a:pt x="-1113" y="255568"/>
                    <a:pt x="4961" y="247455"/>
                    <a:pt x="12364" y="243244"/>
                  </a:cubicBezTo>
                  <a:cubicBezTo>
                    <a:pt x="19811" y="239033"/>
                    <a:pt x="28456" y="237703"/>
                    <a:pt x="36746" y="235619"/>
                  </a:cubicBezTo>
                  <a:cubicBezTo>
                    <a:pt x="56030" y="230787"/>
                    <a:pt x="73939" y="221611"/>
                    <a:pt x="91627" y="212478"/>
                  </a:cubicBezTo>
                  <a:cubicBezTo>
                    <a:pt x="114813" y="203213"/>
                    <a:pt x="137111" y="189072"/>
                    <a:pt x="159321" y="177634"/>
                  </a:cubicBezTo>
                  <a:cubicBezTo>
                    <a:pt x="170581" y="171827"/>
                    <a:pt x="181885" y="166020"/>
                    <a:pt x="193145" y="160212"/>
                  </a:cubicBezTo>
                  <a:cubicBezTo>
                    <a:pt x="200549" y="156400"/>
                    <a:pt x="213804" y="154360"/>
                    <a:pt x="216242" y="145007"/>
                  </a:cubicBezTo>
                  <a:cubicBezTo>
                    <a:pt x="217306" y="140884"/>
                    <a:pt x="215621" y="136495"/>
                    <a:pt x="213493" y="132771"/>
                  </a:cubicBezTo>
                  <a:cubicBezTo>
                    <a:pt x="203785" y="115704"/>
                    <a:pt x="185698" y="105197"/>
                    <a:pt x="167522" y="97794"/>
                  </a:cubicBezTo>
                  <a:cubicBezTo>
                    <a:pt x="149346" y="90391"/>
                    <a:pt x="130062" y="85204"/>
                    <a:pt x="113394" y="74831"/>
                  </a:cubicBezTo>
                  <a:cubicBezTo>
                    <a:pt x="129619" y="80239"/>
                    <a:pt x="145711" y="86091"/>
                    <a:pt x="161670" y="92297"/>
                  </a:cubicBezTo>
                  <a:cubicBezTo>
                    <a:pt x="174039" y="97129"/>
                    <a:pt x="186407" y="102272"/>
                    <a:pt x="197578" y="109409"/>
                  </a:cubicBezTo>
                  <a:cubicBezTo>
                    <a:pt x="208794" y="116546"/>
                    <a:pt x="218857" y="125900"/>
                    <a:pt x="225108" y="137603"/>
                  </a:cubicBezTo>
                  <a:cubicBezTo>
                    <a:pt x="226216" y="139687"/>
                    <a:pt x="227192" y="142347"/>
                    <a:pt x="225862" y="144297"/>
                  </a:cubicBezTo>
                </a:path>
              </a:pathLst>
            </a:custGeom>
            <a:solidFill>
              <a:srgbClr val="E5AC9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55" name="Forme libre : forme 20154">
              <a:extLst>
                <a:ext uri="{FF2B5EF4-FFF2-40B4-BE49-F238E27FC236}">
                  <a16:creationId xmlns:a16="http://schemas.microsoft.com/office/drawing/2014/main" id="{8A63FE4C-46EE-4235-9A8A-B94EF78056B5}"/>
                </a:ext>
              </a:extLst>
            </p:cNvPr>
            <p:cNvSpPr/>
            <p:nvPr/>
          </p:nvSpPr>
          <p:spPr>
            <a:xfrm>
              <a:off x="5528849" y="881976"/>
              <a:ext cx="79199" cy="33120"/>
            </a:xfrm>
            <a:custGeom>
              <a:avLst/>
              <a:gdLst>
                <a:gd name="connsiteX0" fmla="*/ 13058 w 79199"/>
                <a:gd name="connsiteY0" fmla="*/ 13331 h 33120"/>
                <a:gd name="connsiteX1" fmla="*/ 19796 w 79199"/>
                <a:gd name="connsiteY1" fmla="*/ 22197 h 33120"/>
                <a:gd name="connsiteX2" fmla="*/ 21126 w 79199"/>
                <a:gd name="connsiteY2" fmla="*/ 33014 h 33120"/>
                <a:gd name="connsiteX3" fmla="*/ 29637 w 79199"/>
                <a:gd name="connsiteY3" fmla="*/ 31108 h 33120"/>
                <a:gd name="connsiteX4" fmla="*/ 60846 w 79199"/>
                <a:gd name="connsiteY4" fmla="*/ 26409 h 33120"/>
                <a:gd name="connsiteX5" fmla="*/ 67806 w 79199"/>
                <a:gd name="connsiteY5" fmla="*/ 25256 h 33120"/>
                <a:gd name="connsiteX6" fmla="*/ 68737 w 79199"/>
                <a:gd name="connsiteY6" fmla="*/ 22109 h 33120"/>
                <a:gd name="connsiteX7" fmla="*/ 79199 w 79199"/>
                <a:gd name="connsiteY7" fmla="*/ 6549 h 33120"/>
                <a:gd name="connsiteX8" fmla="*/ 53886 w 79199"/>
                <a:gd name="connsiteY8" fmla="*/ 11514 h 33120"/>
                <a:gd name="connsiteX9" fmla="*/ 30834 w 79199"/>
                <a:gd name="connsiteY9" fmla="*/ 5972 h 33120"/>
                <a:gd name="connsiteX10" fmla="*/ 11417 w 79199"/>
                <a:gd name="connsiteY10" fmla="*/ 5573 h 33120"/>
                <a:gd name="connsiteX11" fmla="*/ 202 w 79199"/>
                <a:gd name="connsiteY11" fmla="*/ 874 h 33120"/>
                <a:gd name="connsiteX12" fmla="*/ 13058 w 79199"/>
                <a:gd name="connsiteY12" fmla="*/ 13331 h 3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9199" h="33120">
                  <a:moveTo>
                    <a:pt x="13058" y="13331"/>
                  </a:moveTo>
                  <a:cubicBezTo>
                    <a:pt x="15584" y="16080"/>
                    <a:pt x="18111" y="18873"/>
                    <a:pt x="19796" y="22197"/>
                  </a:cubicBezTo>
                  <a:cubicBezTo>
                    <a:pt x="21480" y="25522"/>
                    <a:pt x="22234" y="29468"/>
                    <a:pt x="21126" y="33014"/>
                  </a:cubicBezTo>
                  <a:cubicBezTo>
                    <a:pt x="24052" y="33502"/>
                    <a:pt x="26933" y="32216"/>
                    <a:pt x="29637" y="31108"/>
                  </a:cubicBezTo>
                  <a:cubicBezTo>
                    <a:pt x="39479" y="27030"/>
                    <a:pt x="50340" y="24503"/>
                    <a:pt x="60846" y="26409"/>
                  </a:cubicBezTo>
                  <a:cubicBezTo>
                    <a:pt x="63285" y="26852"/>
                    <a:pt x="66388" y="27295"/>
                    <a:pt x="67806" y="25256"/>
                  </a:cubicBezTo>
                  <a:cubicBezTo>
                    <a:pt x="68427" y="24325"/>
                    <a:pt x="68516" y="23173"/>
                    <a:pt x="68737" y="22109"/>
                  </a:cubicBezTo>
                  <a:cubicBezTo>
                    <a:pt x="70112" y="15947"/>
                    <a:pt x="77027" y="12489"/>
                    <a:pt x="79199" y="6549"/>
                  </a:cubicBezTo>
                  <a:cubicBezTo>
                    <a:pt x="71042" y="9430"/>
                    <a:pt x="62531" y="12312"/>
                    <a:pt x="53886" y="11514"/>
                  </a:cubicBezTo>
                  <a:cubicBezTo>
                    <a:pt x="45996" y="10804"/>
                    <a:pt x="38681" y="7036"/>
                    <a:pt x="30834" y="5972"/>
                  </a:cubicBezTo>
                  <a:cubicBezTo>
                    <a:pt x="24362" y="5086"/>
                    <a:pt x="17446" y="7923"/>
                    <a:pt x="11417" y="5573"/>
                  </a:cubicBezTo>
                  <a:cubicBezTo>
                    <a:pt x="5521" y="3268"/>
                    <a:pt x="-1261" y="-2096"/>
                    <a:pt x="202" y="874"/>
                  </a:cubicBezTo>
                  <a:cubicBezTo>
                    <a:pt x="1443" y="3312"/>
                    <a:pt x="11151" y="11292"/>
                    <a:pt x="13058" y="13331"/>
                  </a:cubicBezTo>
                  <a:close/>
                </a:path>
              </a:pathLst>
            </a:custGeom>
            <a:solidFill>
              <a:srgbClr val="E5AC9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56" name="Forme libre : forme 20155">
              <a:extLst>
                <a:ext uri="{FF2B5EF4-FFF2-40B4-BE49-F238E27FC236}">
                  <a16:creationId xmlns:a16="http://schemas.microsoft.com/office/drawing/2014/main" id="{F22FA04E-B11D-4A81-8A1B-7CA5AAFDBC56}"/>
                </a:ext>
              </a:extLst>
            </p:cNvPr>
            <p:cNvSpPr/>
            <p:nvPr/>
          </p:nvSpPr>
          <p:spPr>
            <a:xfrm>
              <a:off x="5533661" y="904623"/>
              <a:ext cx="74830" cy="21317"/>
            </a:xfrm>
            <a:custGeom>
              <a:avLst/>
              <a:gdLst>
                <a:gd name="connsiteX0" fmla="*/ 66097 w 74830"/>
                <a:gd name="connsiteY0" fmla="*/ 12097 h 21317"/>
                <a:gd name="connsiteX1" fmla="*/ 47567 w 74830"/>
                <a:gd name="connsiteY1" fmla="*/ 8417 h 21317"/>
                <a:gd name="connsiteX2" fmla="*/ 30455 w 74830"/>
                <a:gd name="connsiteY2" fmla="*/ 10634 h 21317"/>
                <a:gd name="connsiteX3" fmla="*/ 20658 w 74830"/>
                <a:gd name="connsiteY3" fmla="*/ 13028 h 21317"/>
                <a:gd name="connsiteX4" fmla="*/ 13388 w 74830"/>
                <a:gd name="connsiteY4" fmla="*/ 15821 h 21317"/>
                <a:gd name="connsiteX5" fmla="*/ 0 w 74830"/>
                <a:gd name="connsiteY5" fmla="*/ 21318 h 21317"/>
                <a:gd name="connsiteX6" fmla="*/ 19727 w 74830"/>
                <a:gd name="connsiteY6" fmla="*/ 6555 h 21317"/>
                <a:gd name="connsiteX7" fmla="*/ 43134 w 74830"/>
                <a:gd name="connsiteY7" fmla="*/ 83 h 21317"/>
                <a:gd name="connsiteX8" fmla="*/ 74831 w 74830"/>
                <a:gd name="connsiteY8" fmla="*/ 14890 h 21317"/>
                <a:gd name="connsiteX9" fmla="*/ 66097 w 74830"/>
                <a:gd name="connsiteY9" fmla="*/ 12097 h 2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830" h="21317">
                  <a:moveTo>
                    <a:pt x="66097" y="12097"/>
                  </a:moveTo>
                  <a:cubicBezTo>
                    <a:pt x="60069" y="10191"/>
                    <a:pt x="53862" y="8550"/>
                    <a:pt x="47567" y="8417"/>
                  </a:cubicBezTo>
                  <a:cubicBezTo>
                    <a:pt x="41804" y="8284"/>
                    <a:pt x="36085" y="9481"/>
                    <a:pt x="30455" y="10634"/>
                  </a:cubicBezTo>
                  <a:cubicBezTo>
                    <a:pt x="27175" y="11299"/>
                    <a:pt x="23850" y="12008"/>
                    <a:pt x="20658" y="13028"/>
                  </a:cubicBezTo>
                  <a:cubicBezTo>
                    <a:pt x="18176" y="13826"/>
                    <a:pt x="15782" y="14801"/>
                    <a:pt x="13388" y="15821"/>
                  </a:cubicBezTo>
                  <a:cubicBezTo>
                    <a:pt x="8911" y="17638"/>
                    <a:pt x="4477" y="19500"/>
                    <a:pt x="0" y="21318"/>
                  </a:cubicBezTo>
                  <a:cubicBezTo>
                    <a:pt x="6428" y="16175"/>
                    <a:pt x="12634" y="10722"/>
                    <a:pt x="19727" y="6555"/>
                  </a:cubicBezTo>
                  <a:cubicBezTo>
                    <a:pt x="26820" y="2388"/>
                    <a:pt x="34933" y="-538"/>
                    <a:pt x="43134" y="83"/>
                  </a:cubicBezTo>
                  <a:cubicBezTo>
                    <a:pt x="54483" y="881"/>
                    <a:pt x="65964" y="8196"/>
                    <a:pt x="74831" y="14890"/>
                  </a:cubicBezTo>
                  <a:cubicBezTo>
                    <a:pt x="71860" y="14180"/>
                    <a:pt x="68979" y="12983"/>
                    <a:pt x="66097" y="12097"/>
                  </a:cubicBezTo>
                  <a:close/>
                </a:path>
              </a:pathLst>
            </a:custGeom>
            <a:solidFill>
              <a:srgbClr val="E5AC9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57" name="Forme libre : forme 20156">
              <a:extLst>
                <a:ext uri="{FF2B5EF4-FFF2-40B4-BE49-F238E27FC236}">
                  <a16:creationId xmlns:a16="http://schemas.microsoft.com/office/drawing/2014/main" id="{A256C43A-58B3-4548-8B40-235E157B47ED}"/>
                </a:ext>
              </a:extLst>
            </p:cNvPr>
            <p:cNvSpPr/>
            <p:nvPr/>
          </p:nvSpPr>
          <p:spPr>
            <a:xfrm>
              <a:off x="5394817" y="597612"/>
              <a:ext cx="258804" cy="48111"/>
            </a:xfrm>
            <a:custGeom>
              <a:avLst/>
              <a:gdLst>
                <a:gd name="connsiteX0" fmla="*/ 0 w 258804"/>
                <a:gd name="connsiteY0" fmla="*/ 48112 h 48111"/>
                <a:gd name="connsiteX1" fmla="*/ 135476 w 258804"/>
                <a:gd name="connsiteY1" fmla="*/ 4579 h 48111"/>
                <a:gd name="connsiteX2" fmla="*/ 258804 w 258804"/>
                <a:gd name="connsiteY2" fmla="*/ 32818 h 48111"/>
                <a:gd name="connsiteX3" fmla="*/ 186944 w 258804"/>
                <a:gd name="connsiteY3" fmla="*/ 6352 h 48111"/>
                <a:gd name="connsiteX4" fmla="*/ 111049 w 258804"/>
                <a:gd name="connsiteY4" fmla="*/ 2983 h 48111"/>
                <a:gd name="connsiteX5" fmla="*/ 77092 w 258804"/>
                <a:gd name="connsiteY5" fmla="*/ 13800 h 48111"/>
                <a:gd name="connsiteX6" fmla="*/ 10640 w 258804"/>
                <a:gd name="connsiteY6" fmla="*/ 40709 h 48111"/>
                <a:gd name="connsiteX7" fmla="*/ 6251 w 258804"/>
                <a:gd name="connsiteY7" fmla="*/ 44654 h 48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04" h="48111">
                  <a:moveTo>
                    <a:pt x="0" y="48112"/>
                  </a:moveTo>
                  <a:cubicBezTo>
                    <a:pt x="44198" y="30158"/>
                    <a:pt x="87820" y="6751"/>
                    <a:pt x="135476" y="4579"/>
                  </a:cubicBezTo>
                  <a:cubicBezTo>
                    <a:pt x="177900" y="2628"/>
                    <a:pt x="219039" y="17834"/>
                    <a:pt x="258804" y="32818"/>
                  </a:cubicBezTo>
                  <a:cubicBezTo>
                    <a:pt x="235309" y="22755"/>
                    <a:pt x="211680" y="12691"/>
                    <a:pt x="186944" y="6352"/>
                  </a:cubicBezTo>
                  <a:cubicBezTo>
                    <a:pt x="162207" y="13"/>
                    <a:pt x="136007" y="-2425"/>
                    <a:pt x="111049" y="2983"/>
                  </a:cubicBezTo>
                  <a:cubicBezTo>
                    <a:pt x="99434" y="5510"/>
                    <a:pt x="88219" y="9677"/>
                    <a:pt x="77092" y="13800"/>
                  </a:cubicBezTo>
                  <a:cubicBezTo>
                    <a:pt x="54705" y="22134"/>
                    <a:pt x="32273" y="30512"/>
                    <a:pt x="10640" y="40709"/>
                  </a:cubicBezTo>
                  <a:cubicBezTo>
                    <a:pt x="8822" y="41595"/>
                    <a:pt x="6783" y="42659"/>
                    <a:pt x="6251" y="44654"/>
                  </a:cubicBezTo>
                </a:path>
              </a:pathLst>
            </a:custGeom>
            <a:solidFill>
              <a:srgbClr val="E5AC9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58" name="Forme libre : forme 20157">
              <a:extLst>
                <a:ext uri="{FF2B5EF4-FFF2-40B4-BE49-F238E27FC236}">
                  <a16:creationId xmlns:a16="http://schemas.microsoft.com/office/drawing/2014/main" id="{B2C2947B-476E-4766-958C-A25266913523}"/>
                </a:ext>
              </a:extLst>
            </p:cNvPr>
            <p:cNvSpPr/>
            <p:nvPr/>
          </p:nvSpPr>
          <p:spPr>
            <a:xfrm>
              <a:off x="5529007" y="544766"/>
              <a:ext cx="93050" cy="56671"/>
            </a:xfrm>
            <a:custGeom>
              <a:avLst/>
              <a:gdLst>
                <a:gd name="connsiteX0" fmla="*/ 0 w 93050"/>
                <a:gd name="connsiteY0" fmla="*/ 54854 h 56671"/>
                <a:gd name="connsiteX1" fmla="*/ 5586 w 93050"/>
                <a:gd name="connsiteY1" fmla="*/ 51706 h 56671"/>
                <a:gd name="connsiteX2" fmla="*/ 9088 w 93050"/>
                <a:gd name="connsiteY2" fmla="*/ 46120 h 56671"/>
                <a:gd name="connsiteX3" fmla="*/ 33381 w 93050"/>
                <a:gd name="connsiteY3" fmla="*/ 27767 h 56671"/>
                <a:gd name="connsiteX4" fmla="*/ 93051 w 93050"/>
                <a:gd name="connsiteY4" fmla="*/ 16 h 56671"/>
                <a:gd name="connsiteX5" fmla="*/ 83608 w 93050"/>
                <a:gd name="connsiteY5" fmla="*/ 3740 h 56671"/>
                <a:gd name="connsiteX6" fmla="*/ 23008 w 93050"/>
                <a:gd name="connsiteY6" fmla="*/ 36323 h 56671"/>
                <a:gd name="connsiteX7" fmla="*/ 14319 w 93050"/>
                <a:gd name="connsiteY7" fmla="*/ 46564 h 56671"/>
                <a:gd name="connsiteX8" fmla="*/ 14674 w 93050"/>
                <a:gd name="connsiteY8" fmla="*/ 48780 h 56671"/>
                <a:gd name="connsiteX9" fmla="*/ 16402 w 93050"/>
                <a:gd name="connsiteY9" fmla="*/ 50155 h 56671"/>
                <a:gd name="connsiteX10" fmla="*/ 28283 w 93050"/>
                <a:gd name="connsiteY10" fmla="*/ 56671 h 56671"/>
                <a:gd name="connsiteX11" fmla="*/ 7980 w 93050"/>
                <a:gd name="connsiteY11" fmla="*/ 55474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050" h="56671">
                  <a:moveTo>
                    <a:pt x="0" y="54854"/>
                  </a:moveTo>
                  <a:cubicBezTo>
                    <a:pt x="2217" y="54809"/>
                    <a:pt x="4167" y="53435"/>
                    <a:pt x="5586" y="51706"/>
                  </a:cubicBezTo>
                  <a:cubicBezTo>
                    <a:pt x="7004" y="50022"/>
                    <a:pt x="7935" y="47982"/>
                    <a:pt x="9088" y="46120"/>
                  </a:cubicBezTo>
                  <a:cubicBezTo>
                    <a:pt x="14541" y="37432"/>
                    <a:pt x="24160" y="32378"/>
                    <a:pt x="33381" y="27767"/>
                  </a:cubicBezTo>
                  <a:cubicBezTo>
                    <a:pt x="52975" y="17926"/>
                    <a:pt x="72614" y="8040"/>
                    <a:pt x="93051" y="16"/>
                  </a:cubicBezTo>
                  <a:cubicBezTo>
                    <a:pt x="89593" y="-205"/>
                    <a:pt x="86490" y="1878"/>
                    <a:pt x="83608" y="3740"/>
                  </a:cubicBezTo>
                  <a:cubicBezTo>
                    <a:pt x="64369" y="16241"/>
                    <a:pt x="42513" y="24221"/>
                    <a:pt x="23008" y="36323"/>
                  </a:cubicBezTo>
                  <a:cubicBezTo>
                    <a:pt x="19062" y="38762"/>
                    <a:pt x="14851" y="41953"/>
                    <a:pt x="14319" y="46564"/>
                  </a:cubicBezTo>
                  <a:cubicBezTo>
                    <a:pt x="14230" y="47317"/>
                    <a:pt x="14275" y="48115"/>
                    <a:pt x="14674" y="48780"/>
                  </a:cubicBezTo>
                  <a:cubicBezTo>
                    <a:pt x="15073" y="49401"/>
                    <a:pt x="15737" y="49800"/>
                    <a:pt x="16402" y="50155"/>
                  </a:cubicBezTo>
                  <a:cubicBezTo>
                    <a:pt x="20348" y="52327"/>
                    <a:pt x="24338" y="54499"/>
                    <a:pt x="28283" y="56671"/>
                  </a:cubicBezTo>
                  <a:cubicBezTo>
                    <a:pt x="21501" y="56272"/>
                    <a:pt x="14762" y="55873"/>
                    <a:pt x="7980" y="55474"/>
                  </a:cubicBezTo>
                </a:path>
              </a:pathLst>
            </a:custGeom>
            <a:solidFill>
              <a:srgbClr val="E5AC95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59" name="Forme libre : forme 20158">
              <a:extLst>
                <a:ext uri="{FF2B5EF4-FFF2-40B4-BE49-F238E27FC236}">
                  <a16:creationId xmlns:a16="http://schemas.microsoft.com/office/drawing/2014/main" id="{520771D0-D1B2-42EC-B625-BCB6A549DDF4}"/>
                </a:ext>
              </a:extLst>
            </p:cNvPr>
            <p:cNvSpPr/>
            <p:nvPr/>
          </p:nvSpPr>
          <p:spPr>
            <a:xfrm>
              <a:off x="5417381" y="549570"/>
              <a:ext cx="108167" cy="53507"/>
            </a:xfrm>
            <a:custGeom>
              <a:avLst/>
              <a:gdLst>
                <a:gd name="connsiteX0" fmla="*/ 82322 w 108167"/>
                <a:gd name="connsiteY0" fmla="*/ 53286 h 53507"/>
                <a:gd name="connsiteX1" fmla="*/ 90080 w 108167"/>
                <a:gd name="connsiteY1" fmla="*/ 39011 h 53507"/>
                <a:gd name="connsiteX2" fmla="*/ 79042 w 108167"/>
                <a:gd name="connsiteY2" fmla="*/ 26377 h 53507"/>
                <a:gd name="connsiteX3" fmla="*/ 63349 w 108167"/>
                <a:gd name="connsiteY3" fmla="*/ 19860 h 53507"/>
                <a:gd name="connsiteX4" fmla="*/ 52133 w 108167"/>
                <a:gd name="connsiteY4" fmla="*/ 16757 h 53507"/>
                <a:gd name="connsiteX5" fmla="*/ 43223 w 108167"/>
                <a:gd name="connsiteY5" fmla="*/ 12191 h 53507"/>
                <a:gd name="connsiteX6" fmla="*/ 27485 w 108167"/>
                <a:gd name="connsiteY6" fmla="*/ 7004 h 53507"/>
                <a:gd name="connsiteX7" fmla="*/ 0 w 108167"/>
                <a:gd name="connsiteY7" fmla="*/ 0 h 53507"/>
                <a:gd name="connsiteX8" fmla="*/ 50582 w 108167"/>
                <a:gd name="connsiteY8" fmla="*/ 14807 h 53507"/>
                <a:gd name="connsiteX9" fmla="*/ 78599 w 108167"/>
                <a:gd name="connsiteY9" fmla="*/ 23185 h 53507"/>
                <a:gd name="connsiteX10" fmla="*/ 90391 w 108167"/>
                <a:gd name="connsiteY10" fmla="*/ 30810 h 53507"/>
                <a:gd name="connsiteX11" fmla="*/ 93760 w 108167"/>
                <a:gd name="connsiteY11" fmla="*/ 43090 h 53507"/>
                <a:gd name="connsiteX12" fmla="*/ 97705 w 108167"/>
                <a:gd name="connsiteY12" fmla="*/ 45750 h 53507"/>
                <a:gd name="connsiteX13" fmla="*/ 108168 w 108167"/>
                <a:gd name="connsiteY13" fmla="*/ 51025 h 53507"/>
                <a:gd name="connsiteX14" fmla="*/ 89859 w 108167"/>
                <a:gd name="connsiteY14" fmla="*/ 53507 h 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167" h="53507">
                  <a:moveTo>
                    <a:pt x="82322" y="53286"/>
                  </a:moveTo>
                  <a:cubicBezTo>
                    <a:pt x="87820" y="51158"/>
                    <a:pt x="91322" y="44774"/>
                    <a:pt x="90080" y="39011"/>
                  </a:cubicBezTo>
                  <a:cubicBezTo>
                    <a:pt x="88884" y="33381"/>
                    <a:pt x="84007" y="29303"/>
                    <a:pt x="79042" y="26377"/>
                  </a:cubicBezTo>
                  <a:cubicBezTo>
                    <a:pt x="74121" y="23495"/>
                    <a:pt x="68846" y="21279"/>
                    <a:pt x="63349" y="19860"/>
                  </a:cubicBezTo>
                  <a:cubicBezTo>
                    <a:pt x="59581" y="18885"/>
                    <a:pt x="55724" y="18220"/>
                    <a:pt x="52133" y="16757"/>
                  </a:cubicBezTo>
                  <a:cubicBezTo>
                    <a:pt x="49030" y="15471"/>
                    <a:pt x="46237" y="13654"/>
                    <a:pt x="43223" y="12191"/>
                  </a:cubicBezTo>
                  <a:cubicBezTo>
                    <a:pt x="38258" y="9753"/>
                    <a:pt x="32849" y="8379"/>
                    <a:pt x="27485" y="7004"/>
                  </a:cubicBezTo>
                  <a:cubicBezTo>
                    <a:pt x="18309" y="4655"/>
                    <a:pt x="9132" y="2350"/>
                    <a:pt x="0" y="0"/>
                  </a:cubicBezTo>
                  <a:cubicBezTo>
                    <a:pt x="16890" y="4743"/>
                    <a:pt x="33736" y="9797"/>
                    <a:pt x="50582" y="14807"/>
                  </a:cubicBezTo>
                  <a:cubicBezTo>
                    <a:pt x="59935" y="17599"/>
                    <a:pt x="69245" y="20392"/>
                    <a:pt x="78599" y="23185"/>
                  </a:cubicBezTo>
                  <a:cubicBezTo>
                    <a:pt x="83209" y="24559"/>
                    <a:pt x="88396" y="26421"/>
                    <a:pt x="90391" y="30810"/>
                  </a:cubicBezTo>
                  <a:cubicBezTo>
                    <a:pt x="92164" y="34711"/>
                    <a:pt x="90923" y="39854"/>
                    <a:pt x="93760" y="43090"/>
                  </a:cubicBezTo>
                  <a:cubicBezTo>
                    <a:pt x="94824" y="44287"/>
                    <a:pt x="96287" y="45040"/>
                    <a:pt x="97705" y="45750"/>
                  </a:cubicBezTo>
                  <a:cubicBezTo>
                    <a:pt x="101208" y="47523"/>
                    <a:pt x="104665" y="49252"/>
                    <a:pt x="108168" y="51025"/>
                  </a:cubicBezTo>
                  <a:cubicBezTo>
                    <a:pt x="102050" y="51867"/>
                    <a:pt x="95977" y="52665"/>
                    <a:pt x="89859" y="53507"/>
                  </a:cubicBezTo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60" name="Forme libre : forme 20159">
              <a:extLst>
                <a:ext uri="{FF2B5EF4-FFF2-40B4-BE49-F238E27FC236}">
                  <a16:creationId xmlns:a16="http://schemas.microsoft.com/office/drawing/2014/main" id="{220FCF90-6F7B-4658-8029-B842F752D904}"/>
                </a:ext>
              </a:extLst>
            </p:cNvPr>
            <p:cNvSpPr/>
            <p:nvPr/>
          </p:nvSpPr>
          <p:spPr>
            <a:xfrm>
              <a:off x="5504979" y="578208"/>
              <a:ext cx="41183" cy="22116"/>
            </a:xfrm>
            <a:custGeom>
              <a:avLst/>
              <a:gdLst>
                <a:gd name="connsiteX0" fmla="*/ 0 w 41183"/>
                <a:gd name="connsiteY0" fmla="*/ 0 h 22116"/>
                <a:gd name="connsiteX1" fmla="*/ 9177 w 41183"/>
                <a:gd name="connsiteY1" fmla="*/ 10373 h 22116"/>
                <a:gd name="connsiteX2" fmla="*/ 22032 w 41183"/>
                <a:gd name="connsiteY2" fmla="*/ 14940 h 22116"/>
                <a:gd name="connsiteX3" fmla="*/ 41184 w 41183"/>
                <a:gd name="connsiteY3" fmla="*/ 4079 h 22116"/>
                <a:gd name="connsiteX4" fmla="*/ 34578 w 41183"/>
                <a:gd name="connsiteY4" fmla="*/ 15427 h 22116"/>
                <a:gd name="connsiteX5" fmla="*/ 31785 w 41183"/>
                <a:gd name="connsiteY5" fmla="*/ 19905 h 22116"/>
                <a:gd name="connsiteX6" fmla="*/ 28948 w 41183"/>
                <a:gd name="connsiteY6" fmla="*/ 20614 h 22116"/>
                <a:gd name="connsiteX7" fmla="*/ 17688 w 41183"/>
                <a:gd name="connsiteY7" fmla="*/ 21900 h 22116"/>
                <a:gd name="connsiteX8" fmla="*/ 10418 w 41183"/>
                <a:gd name="connsiteY8" fmla="*/ 21102 h 22116"/>
                <a:gd name="connsiteX9" fmla="*/ 7581 w 41183"/>
                <a:gd name="connsiteY9" fmla="*/ 18087 h 22116"/>
                <a:gd name="connsiteX10" fmla="*/ 3369 w 41183"/>
                <a:gd name="connsiteY10" fmla="*/ 10728 h 22116"/>
                <a:gd name="connsiteX11" fmla="*/ 842 w 41183"/>
                <a:gd name="connsiteY11" fmla="*/ 3768 h 22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183" h="22116">
                  <a:moveTo>
                    <a:pt x="0" y="0"/>
                  </a:moveTo>
                  <a:cubicBezTo>
                    <a:pt x="2616" y="3812"/>
                    <a:pt x="5497" y="7536"/>
                    <a:pt x="9177" y="10373"/>
                  </a:cubicBezTo>
                  <a:cubicBezTo>
                    <a:pt x="12856" y="13211"/>
                    <a:pt x="17378" y="15117"/>
                    <a:pt x="22032" y="14940"/>
                  </a:cubicBezTo>
                  <a:cubicBezTo>
                    <a:pt x="29524" y="14674"/>
                    <a:pt x="35731" y="9221"/>
                    <a:pt x="41184" y="4079"/>
                  </a:cubicBezTo>
                  <a:cubicBezTo>
                    <a:pt x="38346" y="7448"/>
                    <a:pt x="36130" y="11304"/>
                    <a:pt x="34578" y="15427"/>
                  </a:cubicBezTo>
                  <a:cubicBezTo>
                    <a:pt x="33958" y="17112"/>
                    <a:pt x="33337" y="18974"/>
                    <a:pt x="31785" y="19905"/>
                  </a:cubicBezTo>
                  <a:cubicBezTo>
                    <a:pt x="30943" y="20392"/>
                    <a:pt x="29923" y="20525"/>
                    <a:pt x="28948" y="20614"/>
                  </a:cubicBezTo>
                  <a:cubicBezTo>
                    <a:pt x="25180" y="21057"/>
                    <a:pt x="21456" y="21501"/>
                    <a:pt x="17688" y="21900"/>
                  </a:cubicBezTo>
                  <a:cubicBezTo>
                    <a:pt x="15205" y="22165"/>
                    <a:pt x="12546" y="22432"/>
                    <a:pt x="10418" y="21102"/>
                  </a:cubicBezTo>
                  <a:cubicBezTo>
                    <a:pt x="9265" y="20348"/>
                    <a:pt x="8379" y="19240"/>
                    <a:pt x="7581" y="18087"/>
                  </a:cubicBezTo>
                  <a:cubicBezTo>
                    <a:pt x="5896" y="15782"/>
                    <a:pt x="4167" y="13432"/>
                    <a:pt x="3369" y="10728"/>
                  </a:cubicBezTo>
                  <a:cubicBezTo>
                    <a:pt x="2660" y="8334"/>
                    <a:pt x="2571" y="5586"/>
                    <a:pt x="842" y="3768"/>
                  </a:cubicBezTo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61" name="Forme libre : forme 20160">
              <a:extLst>
                <a:ext uri="{FF2B5EF4-FFF2-40B4-BE49-F238E27FC236}">
                  <a16:creationId xmlns:a16="http://schemas.microsoft.com/office/drawing/2014/main" id="{63EE4465-2872-4619-B04D-95BD5048CA56}"/>
                </a:ext>
              </a:extLst>
            </p:cNvPr>
            <p:cNvSpPr/>
            <p:nvPr/>
          </p:nvSpPr>
          <p:spPr>
            <a:xfrm>
              <a:off x="4905359" y="628701"/>
              <a:ext cx="146336" cy="60024"/>
            </a:xfrm>
            <a:custGeom>
              <a:avLst/>
              <a:gdLst>
                <a:gd name="connsiteX0" fmla="*/ 0 w 146336"/>
                <a:gd name="connsiteY0" fmla="*/ 0 h 60024"/>
                <a:gd name="connsiteX1" fmla="*/ 146336 w 146336"/>
                <a:gd name="connsiteY1" fmla="*/ 60024 h 60024"/>
                <a:gd name="connsiteX2" fmla="*/ 0 w 146336"/>
                <a:gd name="connsiteY2" fmla="*/ 0 h 60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336" h="60024">
                  <a:moveTo>
                    <a:pt x="0" y="0"/>
                  </a:moveTo>
                  <a:cubicBezTo>
                    <a:pt x="50183" y="16535"/>
                    <a:pt x="100809" y="33248"/>
                    <a:pt x="146336" y="60024"/>
                  </a:cubicBezTo>
                  <a:cubicBezTo>
                    <a:pt x="96509" y="45351"/>
                    <a:pt x="45085" y="25801"/>
                    <a:pt x="0" y="0"/>
                  </a:cubicBezTo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62" name="Forme libre : forme 20161">
              <a:extLst>
                <a:ext uri="{FF2B5EF4-FFF2-40B4-BE49-F238E27FC236}">
                  <a16:creationId xmlns:a16="http://schemas.microsoft.com/office/drawing/2014/main" id="{4F0087C2-271E-481C-9410-660E47E479E6}"/>
                </a:ext>
              </a:extLst>
            </p:cNvPr>
            <p:cNvSpPr/>
            <p:nvPr/>
          </p:nvSpPr>
          <p:spPr>
            <a:xfrm>
              <a:off x="5887156" y="694621"/>
              <a:ext cx="186588" cy="75761"/>
            </a:xfrm>
            <a:custGeom>
              <a:avLst/>
              <a:gdLst>
                <a:gd name="connsiteX0" fmla="*/ 28416 w 186588"/>
                <a:gd name="connsiteY0" fmla="*/ 61709 h 75761"/>
                <a:gd name="connsiteX1" fmla="*/ 80106 w 186588"/>
                <a:gd name="connsiteY1" fmla="*/ 49917 h 75761"/>
                <a:gd name="connsiteX2" fmla="*/ 132904 w 186588"/>
                <a:gd name="connsiteY2" fmla="*/ 58739 h 75761"/>
                <a:gd name="connsiteX3" fmla="*/ 186589 w 186588"/>
                <a:gd name="connsiteY3" fmla="*/ 75762 h 75761"/>
                <a:gd name="connsiteX4" fmla="*/ 103202 w 186588"/>
                <a:gd name="connsiteY4" fmla="*/ 48764 h 75761"/>
                <a:gd name="connsiteX5" fmla="*/ 108877 w 186588"/>
                <a:gd name="connsiteY5" fmla="*/ 38967 h 75761"/>
                <a:gd name="connsiteX6" fmla="*/ 173201 w 186588"/>
                <a:gd name="connsiteY6" fmla="*/ 0 h 75761"/>
                <a:gd name="connsiteX7" fmla="*/ 102537 w 186588"/>
                <a:gd name="connsiteY7" fmla="*/ 34445 h 75761"/>
                <a:gd name="connsiteX8" fmla="*/ 79219 w 186588"/>
                <a:gd name="connsiteY8" fmla="*/ 41361 h 75761"/>
                <a:gd name="connsiteX9" fmla="*/ 62950 w 186588"/>
                <a:gd name="connsiteY9" fmla="*/ 36883 h 75761"/>
                <a:gd name="connsiteX10" fmla="*/ 0 w 186588"/>
                <a:gd name="connsiteY10" fmla="*/ 15028 h 75761"/>
                <a:gd name="connsiteX11" fmla="*/ 43090 w 186588"/>
                <a:gd name="connsiteY11" fmla="*/ 29347 h 75761"/>
                <a:gd name="connsiteX12" fmla="*/ 49429 w 186588"/>
                <a:gd name="connsiteY12" fmla="*/ 32628 h 75761"/>
                <a:gd name="connsiteX13" fmla="*/ 51690 w 186588"/>
                <a:gd name="connsiteY13" fmla="*/ 47611 h 75761"/>
                <a:gd name="connsiteX14" fmla="*/ 37992 w 186588"/>
                <a:gd name="connsiteY14" fmla="*/ 55236 h 7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588" h="75761">
                  <a:moveTo>
                    <a:pt x="28416" y="61709"/>
                  </a:moveTo>
                  <a:cubicBezTo>
                    <a:pt x="43932" y="52798"/>
                    <a:pt x="62196" y="49518"/>
                    <a:pt x="80106" y="49917"/>
                  </a:cubicBezTo>
                  <a:cubicBezTo>
                    <a:pt x="98016" y="50316"/>
                    <a:pt x="115615" y="54128"/>
                    <a:pt x="132904" y="58739"/>
                  </a:cubicBezTo>
                  <a:cubicBezTo>
                    <a:pt x="151035" y="63571"/>
                    <a:pt x="168990" y="69245"/>
                    <a:pt x="186589" y="75762"/>
                  </a:cubicBezTo>
                  <a:cubicBezTo>
                    <a:pt x="159015" y="66053"/>
                    <a:pt x="131220" y="57054"/>
                    <a:pt x="103202" y="48764"/>
                  </a:cubicBezTo>
                  <a:cubicBezTo>
                    <a:pt x="101518" y="44996"/>
                    <a:pt x="105419" y="41228"/>
                    <a:pt x="108877" y="38967"/>
                  </a:cubicBezTo>
                  <a:cubicBezTo>
                    <a:pt x="129845" y="25224"/>
                    <a:pt x="151301" y="12235"/>
                    <a:pt x="173201" y="0"/>
                  </a:cubicBezTo>
                  <a:cubicBezTo>
                    <a:pt x="149661" y="11482"/>
                    <a:pt x="126077" y="22963"/>
                    <a:pt x="102537" y="34445"/>
                  </a:cubicBezTo>
                  <a:cubicBezTo>
                    <a:pt x="95178" y="38036"/>
                    <a:pt x="87376" y="41715"/>
                    <a:pt x="79219" y="41361"/>
                  </a:cubicBezTo>
                  <a:cubicBezTo>
                    <a:pt x="73545" y="41095"/>
                    <a:pt x="68181" y="38923"/>
                    <a:pt x="62950" y="36883"/>
                  </a:cubicBezTo>
                  <a:cubicBezTo>
                    <a:pt x="42292" y="28726"/>
                    <a:pt x="21279" y="21412"/>
                    <a:pt x="0" y="15028"/>
                  </a:cubicBezTo>
                  <a:cubicBezTo>
                    <a:pt x="14541" y="19195"/>
                    <a:pt x="28948" y="23983"/>
                    <a:pt x="43090" y="29347"/>
                  </a:cubicBezTo>
                  <a:cubicBezTo>
                    <a:pt x="45306" y="30189"/>
                    <a:pt x="47611" y="31076"/>
                    <a:pt x="49429" y="32628"/>
                  </a:cubicBezTo>
                  <a:cubicBezTo>
                    <a:pt x="53596" y="36174"/>
                    <a:pt x="54350" y="42824"/>
                    <a:pt x="51690" y="47611"/>
                  </a:cubicBezTo>
                  <a:cubicBezTo>
                    <a:pt x="49030" y="52399"/>
                    <a:pt x="43444" y="55192"/>
                    <a:pt x="37992" y="55236"/>
                  </a:cubicBezTo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63" name="Forme libre : forme 20162">
              <a:extLst>
                <a:ext uri="{FF2B5EF4-FFF2-40B4-BE49-F238E27FC236}">
                  <a16:creationId xmlns:a16="http://schemas.microsoft.com/office/drawing/2014/main" id="{7762F134-72EF-4849-B0F8-53679D386F1F}"/>
                </a:ext>
              </a:extLst>
            </p:cNvPr>
            <p:cNvSpPr/>
            <p:nvPr/>
          </p:nvSpPr>
          <p:spPr>
            <a:xfrm>
              <a:off x="6171274" y="810237"/>
              <a:ext cx="287663" cy="114728"/>
            </a:xfrm>
            <a:custGeom>
              <a:avLst/>
              <a:gdLst>
                <a:gd name="connsiteX0" fmla="*/ 443 w 287663"/>
                <a:gd name="connsiteY0" fmla="*/ 0 h 114728"/>
                <a:gd name="connsiteX1" fmla="*/ 83741 w 287663"/>
                <a:gd name="connsiteY1" fmla="*/ 33559 h 114728"/>
                <a:gd name="connsiteX2" fmla="*/ 99523 w 287663"/>
                <a:gd name="connsiteY2" fmla="*/ 48941 h 114728"/>
                <a:gd name="connsiteX3" fmla="*/ 85027 w 287663"/>
                <a:gd name="connsiteY3" fmla="*/ 63571 h 114728"/>
                <a:gd name="connsiteX4" fmla="*/ 0 w 287663"/>
                <a:gd name="connsiteY4" fmla="*/ 107813 h 114728"/>
                <a:gd name="connsiteX5" fmla="*/ 115970 w 287663"/>
                <a:gd name="connsiteY5" fmla="*/ 57675 h 114728"/>
                <a:gd name="connsiteX6" fmla="*/ 166773 w 287663"/>
                <a:gd name="connsiteY6" fmla="*/ 67560 h 114728"/>
                <a:gd name="connsiteX7" fmla="*/ 287664 w 287663"/>
                <a:gd name="connsiteY7" fmla="*/ 114728 h 114728"/>
                <a:gd name="connsiteX8" fmla="*/ 443 w 287663"/>
                <a:gd name="connsiteY8" fmla="*/ 0 h 114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663" h="114728">
                  <a:moveTo>
                    <a:pt x="443" y="0"/>
                  </a:moveTo>
                  <a:cubicBezTo>
                    <a:pt x="28195" y="11171"/>
                    <a:pt x="55990" y="22343"/>
                    <a:pt x="83741" y="33559"/>
                  </a:cubicBezTo>
                  <a:cubicBezTo>
                    <a:pt x="91011" y="36484"/>
                    <a:pt x="99479" y="41095"/>
                    <a:pt x="99523" y="48941"/>
                  </a:cubicBezTo>
                  <a:cubicBezTo>
                    <a:pt x="99567" y="55547"/>
                    <a:pt x="90878" y="60512"/>
                    <a:pt x="85027" y="63571"/>
                  </a:cubicBezTo>
                  <a:cubicBezTo>
                    <a:pt x="62019" y="75540"/>
                    <a:pt x="19904" y="94780"/>
                    <a:pt x="0" y="107813"/>
                  </a:cubicBezTo>
                  <a:cubicBezTo>
                    <a:pt x="26909" y="92341"/>
                    <a:pt x="85692" y="64590"/>
                    <a:pt x="115970" y="57675"/>
                  </a:cubicBezTo>
                  <a:cubicBezTo>
                    <a:pt x="136007" y="53108"/>
                    <a:pt x="147356" y="60866"/>
                    <a:pt x="166773" y="67560"/>
                  </a:cubicBezTo>
                  <a:cubicBezTo>
                    <a:pt x="186234" y="74210"/>
                    <a:pt x="270064" y="104133"/>
                    <a:pt x="287664" y="114728"/>
                  </a:cubicBezTo>
                  <a:cubicBezTo>
                    <a:pt x="223162" y="75983"/>
                    <a:pt x="63127" y="22298"/>
                    <a:pt x="443" y="0"/>
                  </a:cubicBezTo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64" name="Forme libre : forme 20163">
              <a:extLst>
                <a:ext uri="{FF2B5EF4-FFF2-40B4-BE49-F238E27FC236}">
                  <a16:creationId xmlns:a16="http://schemas.microsoft.com/office/drawing/2014/main" id="{A3B8D3C6-E2FD-4626-83E8-12C88B526DA3}"/>
                </a:ext>
              </a:extLst>
            </p:cNvPr>
            <p:cNvSpPr/>
            <p:nvPr/>
          </p:nvSpPr>
          <p:spPr>
            <a:xfrm>
              <a:off x="6273235" y="762315"/>
              <a:ext cx="222718" cy="104044"/>
            </a:xfrm>
            <a:custGeom>
              <a:avLst/>
              <a:gdLst>
                <a:gd name="connsiteX0" fmla="*/ 0 w 222718"/>
                <a:gd name="connsiteY0" fmla="*/ 85958 h 104044"/>
                <a:gd name="connsiteX1" fmla="*/ 11393 w 222718"/>
                <a:gd name="connsiteY1" fmla="*/ 90923 h 104044"/>
                <a:gd name="connsiteX2" fmla="*/ 23939 w 222718"/>
                <a:gd name="connsiteY2" fmla="*/ 88485 h 104044"/>
                <a:gd name="connsiteX3" fmla="*/ 131308 w 222718"/>
                <a:gd name="connsiteY3" fmla="*/ 39588 h 104044"/>
                <a:gd name="connsiteX4" fmla="*/ 222719 w 222718"/>
                <a:gd name="connsiteY4" fmla="*/ 0 h 104044"/>
                <a:gd name="connsiteX5" fmla="*/ 203213 w 222718"/>
                <a:gd name="connsiteY5" fmla="*/ 11526 h 104044"/>
                <a:gd name="connsiteX6" fmla="*/ 166817 w 222718"/>
                <a:gd name="connsiteY6" fmla="*/ 32406 h 104044"/>
                <a:gd name="connsiteX7" fmla="*/ 107281 w 222718"/>
                <a:gd name="connsiteY7" fmla="*/ 61044 h 104044"/>
                <a:gd name="connsiteX8" fmla="*/ 44021 w 222718"/>
                <a:gd name="connsiteY8" fmla="*/ 89815 h 104044"/>
                <a:gd name="connsiteX9" fmla="*/ 38435 w 222718"/>
                <a:gd name="connsiteY9" fmla="*/ 97129 h 104044"/>
                <a:gd name="connsiteX10" fmla="*/ 45129 w 222718"/>
                <a:gd name="connsiteY10" fmla="*/ 104045 h 104044"/>
                <a:gd name="connsiteX11" fmla="*/ 27485 w 222718"/>
                <a:gd name="connsiteY11" fmla="*/ 98237 h 104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2718" h="104044">
                  <a:moveTo>
                    <a:pt x="0" y="85958"/>
                  </a:moveTo>
                  <a:cubicBezTo>
                    <a:pt x="2660" y="89327"/>
                    <a:pt x="7093" y="90834"/>
                    <a:pt x="11393" y="90923"/>
                  </a:cubicBezTo>
                  <a:cubicBezTo>
                    <a:pt x="15693" y="91011"/>
                    <a:pt x="19860" y="89770"/>
                    <a:pt x="23939" y="88485"/>
                  </a:cubicBezTo>
                  <a:cubicBezTo>
                    <a:pt x="61399" y="76471"/>
                    <a:pt x="95312" y="55458"/>
                    <a:pt x="131308" y="39588"/>
                  </a:cubicBezTo>
                  <a:cubicBezTo>
                    <a:pt x="161720" y="26200"/>
                    <a:pt x="193815" y="16402"/>
                    <a:pt x="222719" y="0"/>
                  </a:cubicBezTo>
                  <a:cubicBezTo>
                    <a:pt x="216202" y="3857"/>
                    <a:pt x="209730" y="7714"/>
                    <a:pt x="203213" y="11526"/>
                  </a:cubicBezTo>
                  <a:cubicBezTo>
                    <a:pt x="191155" y="18663"/>
                    <a:pt x="179142" y="25801"/>
                    <a:pt x="166817" y="32406"/>
                  </a:cubicBezTo>
                  <a:cubicBezTo>
                    <a:pt x="147400" y="42824"/>
                    <a:pt x="127363" y="51956"/>
                    <a:pt x="107281" y="61044"/>
                  </a:cubicBezTo>
                  <a:cubicBezTo>
                    <a:pt x="86179" y="70619"/>
                    <a:pt x="65078" y="80195"/>
                    <a:pt x="44021" y="89815"/>
                  </a:cubicBezTo>
                  <a:cubicBezTo>
                    <a:pt x="40918" y="91233"/>
                    <a:pt x="37238" y="93937"/>
                    <a:pt x="38435" y="97129"/>
                  </a:cubicBezTo>
                  <a:cubicBezTo>
                    <a:pt x="39588" y="100232"/>
                    <a:pt x="44774" y="100764"/>
                    <a:pt x="45129" y="104045"/>
                  </a:cubicBezTo>
                  <a:cubicBezTo>
                    <a:pt x="38923" y="103424"/>
                    <a:pt x="32849" y="101429"/>
                    <a:pt x="27485" y="98237"/>
                  </a:cubicBezTo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65" name="Forme libre : forme 20164">
              <a:extLst>
                <a:ext uri="{FF2B5EF4-FFF2-40B4-BE49-F238E27FC236}">
                  <a16:creationId xmlns:a16="http://schemas.microsoft.com/office/drawing/2014/main" id="{8795275A-B5E0-4E7E-986B-4548E870805E}"/>
                </a:ext>
              </a:extLst>
            </p:cNvPr>
            <p:cNvSpPr/>
            <p:nvPr/>
          </p:nvSpPr>
          <p:spPr>
            <a:xfrm>
              <a:off x="6256212" y="839495"/>
              <a:ext cx="68225" cy="17623"/>
            </a:xfrm>
            <a:custGeom>
              <a:avLst/>
              <a:gdLst>
                <a:gd name="connsiteX0" fmla="*/ 0 w 68225"/>
                <a:gd name="connsiteY0" fmla="*/ 1020 h 17623"/>
                <a:gd name="connsiteX1" fmla="*/ 4300 w 68225"/>
                <a:gd name="connsiteY1" fmla="*/ 3458 h 17623"/>
                <a:gd name="connsiteX2" fmla="*/ 43223 w 68225"/>
                <a:gd name="connsiteY2" fmla="*/ 6029 h 17623"/>
                <a:gd name="connsiteX3" fmla="*/ 68225 w 68225"/>
                <a:gd name="connsiteY3" fmla="*/ 0 h 17623"/>
                <a:gd name="connsiteX4" fmla="*/ 53064 w 68225"/>
                <a:gd name="connsiteY4" fmla="*/ 11349 h 17623"/>
                <a:gd name="connsiteX5" fmla="*/ 36972 w 68225"/>
                <a:gd name="connsiteY5" fmla="*/ 17466 h 17623"/>
                <a:gd name="connsiteX6" fmla="*/ 20924 w 68225"/>
                <a:gd name="connsiteY6" fmla="*/ 12679 h 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225" h="17623">
                  <a:moveTo>
                    <a:pt x="0" y="1020"/>
                  </a:moveTo>
                  <a:cubicBezTo>
                    <a:pt x="931" y="2438"/>
                    <a:pt x="2704" y="3015"/>
                    <a:pt x="4300" y="3458"/>
                  </a:cubicBezTo>
                  <a:cubicBezTo>
                    <a:pt x="16890" y="7049"/>
                    <a:pt x="30278" y="7935"/>
                    <a:pt x="43223" y="6029"/>
                  </a:cubicBezTo>
                  <a:cubicBezTo>
                    <a:pt x="51734" y="4788"/>
                    <a:pt x="59980" y="2394"/>
                    <a:pt x="68225" y="0"/>
                  </a:cubicBezTo>
                  <a:cubicBezTo>
                    <a:pt x="63570" y="4300"/>
                    <a:pt x="58473" y="8113"/>
                    <a:pt x="53064" y="11349"/>
                  </a:cubicBezTo>
                  <a:cubicBezTo>
                    <a:pt x="48099" y="14319"/>
                    <a:pt x="42735" y="16801"/>
                    <a:pt x="36972" y="17466"/>
                  </a:cubicBezTo>
                  <a:cubicBezTo>
                    <a:pt x="31209" y="18131"/>
                    <a:pt x="25047" y="16713"/>
                    <a:pt x="20924" y="12679"/>
                  </a:cubicBezTo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66" name="Forme libre : forme 20165">
              <a:extLst>
                <a:ext uri="{FF2B5EF4-FFF2-40B4-BE49-F238E27FC236}">
                  <a16:creationId xmlns:a16="http://schemas.microsoft.com/office/drawing/2014/main" id="{1300A67A-F473-4D84-B67C-5B5FF9254E06}"/>
                </a:ext>
              </a:extLst>
            </p:cNvPr>
            <p:cNvSpPr/>
            <p:nvPr/>
          </p:nvSpPr>
          <p:spPr>
            <a:xfrm>
              <a:off x="6548707" y="961627"/>
              <a:ext cx="104089" cy="49207"/>
            </a:xfrm>
            <a:custGeom>
              <a:avLst/>
              <a:gdLst>
                <a:gd name="connsiteX0" fmla="*/ 79087 w 104089"/>
                <a:gd name="connsiteY0" fmla="*/ 35509 h 49207"/>
                <a:gd name="connsiteX1" fmla="*/ 0 w 104089"/>
                <a:gd name="connsiteY1" fmla="*/ 0 h 49207"/>
                <a:gd name="connsiteX2" fmla="*/ 64014 w 104089"/>
                <a:gd name="connsiteY2" fmla="*/ 24515 h 49207"/>
                <a:gd name="connsiteX3" fmla="*/ 85913 w 104089"/>
                <a:gd name="connsiteY3" fmla="*/ 34268 h 49207"/>
                <a:gd name="connsiteX4" fmla="*/ 104089 w 104089"/>
                <a:gd name="connsiteY4" fmla="*/ 49207 h 49207"/>
                <a:gd name="connsiteX5" fmla="*/ 79087 w 104089"/>
                <a:gd name="connsiteY5" fmla="*/ 35509 h 4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089" h="49207">
                  <a:moveTo>
                    <a:pt x="79087" y="35509"/>
                  </a:moveTo>
                  <a:cubicBezTo>
                    <a:pt x="51823" y="25801"/>
                    <a:pt x="25357" y="13920"/>
                    <a:pt x="0" y="0"/>
                  </a:cubicBezTo>
                  <a:cubicBezTo>
                    <a:pt x="21323" y="8157"/>
                    <a:pt x="42691" y="16358"/>
                    <a:pt x="64014" y="24515"/>
                  </a:cubicBezTo>
                  <a:cubicBezTo>
                    <a:pt x="71461" y="27352"/>
                    <a:pt x="78998" y="30234"/>
                    <a:pt x="85913" y="34268"/>
                  </a:cubicBezTo>
                  <a:cubicBezTo>
                    <a:pt x="92829" y="38346"/>
                    <a:pt x="97661" y="45218"/>
                    <a:pt x="104089" y="49207"/>
                  </a:cubicBezTo>
                  <a:cubicBezTo>
                    <a:pt x="98370" y="41715"/>
                    <a:pt x="87687" y="38568"/>
                    <a:pt x="79087" y="35509"/>
                  </a:cubicBezTo>
                  <a:close/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67" name="Forme libre : forme 20166">
              <a:extLst>
                <a:ext uri="{FF2B5EF4-FFF2-40B4-BE49-F238E27FC236}">
                  <a16:creationId xmlns:a16="http://schemas.microsoft.com/office/drawing/2014/main" id="{6ED64A62-21EE-49DB-AC9E-C92D982338CF}"/>
                </a:ext>
              </a:extLst>
            </p:cNvPr>
            <p:cNvSpPr/>
            <p:nvPr/>
          </p:nvSpPr>
          <p:spPr>
            <a:xfrm>
              <a:off x="6697216" y="921951"/>
              <a:ext cx="200597" cy="100746"/>
            </a:xfrm>
            <a:custGeom>
              <a:avLst/>
              <a:gdLst>
                <a:gd name="connsiteX0" fmla="*/ 49429 w 200597"/>
                <a:gd name="connsiteY0" fmla="*/ 70132 h 100746"/>
                <a:gd name="connsiteX1" fmla="*/ 200598 w 200597"/>
                <a:gd name="connsiteY1" fmla="*/ 0 h 100746"/>
                <a:gd name="connsiteX2" fmla="*/ 136805 w 200597"/>
                <a:gd name="connsiteY2" fmla="*/ 35731 h 100746"/>
                <a:gd name="connsiteX3" fmla="*/ 64413 w 200597"/>
                <a:gd name="connsiteY3" fmla="*/ 67959 h 100746"/>
                <a:gd name="connsiteX4" fmla="*/ 28726 w 200597"/>
                <a:gd name="connsiteY4" fmla="*/ 85115 h 100746"/>
                <a:gd name="connsiteX5" fmla="*/ 0 w 200597"/>
                <a:gd name="connsiteY5" fmla="*/ 100321 h 100746"/>
                <a:gd name="connsiteX6" fmla="*/ 49429 w 200597"/>
                <a:gd name="connsiteY6" fmla="*/ 70132 h 10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597" h="100746">
                  <a:moveTo>
                    <a:pt x="49429" y="70132"/>
                  </a:moveTo>
                  <a:cubicBezTo>
                    <a:pt x="99833" y="46769"/>
                    <a:pt x="150193" y="23362"/>
                    <a:pt x="200598" y="0"/>
                  </a:cubicBezTo>
                  <a:cubicBezTo>
                    <a:pt x="177767" y="8600"/>
                    <a:pt x="158128" y="23850"/>
                    <a:pt x="136805" y="35731"/>
                  </a:cubicBezTo>
                  <a:cubicBezTo>
                    <a:pt x="113709" y="48631"/>
                    <a:pt x="88706" y="57630"/>
                    <a:pt x="64413" y="67959"/>
                  </a:cubicBezTo>
                  <a:cubicBezTo>
                    <a:pt x="52266" y="73146"/>
                    <a:pt x="40208" y="78643"/>
                    <a:pt x="28726" y="85115"/>
                  </a:cubicBezTo>
                  <a:cubicBezTo>
                    <a:pt x="22431" y="88662"/>
                    <a:pt x="7049" y="103424"/>
                    <a:pt x="0" y="100321"/>
                  </a:cubicBezTo>
                  <a:cubicBezTo>
                    <a:pt x="10506" y="85869"/>
                    <a:pt x="33647" y="77446"/>
                    <a:pt x="49429" y="70132"/>
                  </a:cubicBezTo>
                  <a:close/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68" name="Forme libre : forme 20167">
              <a:extLst>
                <a:ext uri="{FF2B5EF4-FFF2-40B4-BE49-F238E27FC236}">
                  <a16:creationId xmlns:a16="http://schemas.microsoft.com/office/drawing/2014/main" id="{7FADC197-BEF6-43A3-8E13-59E267A4F784}"/>
                </a:ext>
              </a:extLst>
            </p:cNvPr>
            <p:cNvSpPr/>
            <p:nvPr/>
          </p:nvSpPr>
          <p:spPr>
            <a:xfrm>
              <a:off x="6929156" y="780252"/>
              <a:ext cx="145848" cy="57070"/>
            </a:xfrm>
            <a:custGeom>
              <a:avLst/>
              <a:gdLst>
                <a:gd name="connsiteX0" fmla="*/ 28017 w 145848"/>
                <a:gd name="connsiteY0" fmla="*/ 4805 h 57070"/>
                <a:gd name="connsiteX1" fmla="*/ 106483 w 145848"/>
                <a:gd name="connsiteY1" fmla="*/ 21650 h 57070"/>
                <a:gd name="connsiteX2" fmla="*/ 124526 w 145848"/>
                <a:gd name="connsiteY2" fmla="*/ 29275 h 57070"/>
                <a:gd name="connsiteX3" fmla="*/ 145849 w 145848"/>
                <a:gd name="connsiteY3" fmla="*/ 57071 h 57070"/>
                <a:gd name="connsiteX4" fmla="*/ 58384 w 145848"/>
                <a:gd name="connsiteY4" fmla="*/ 7819 h 57070"/>
                <a:gd name="connsiteX5" fmla="*/ 0 w 145848"/>
                <a:gd name="connsiteY5" fmla="*/ 416 h 57070"/>
                <a:gd name="connsiteX6" fmla="*/ 28017 w 145848"/>
                <a:gd name="connsiteY6" fmla="*/ 4805 h 57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5848" h="57070">
                  <a:moveTo>
                    <a:pt x="28017" y="4805"/>
                  </a:moveTo>
                  <a:cubicBezTo>
                    <a:pt x="54571" y="8218"/>
                    <a:pt x="80860" y="13848"/>
                    <a:pt x="106483" y="21650"/>
                  </a:cubicBezTo>
                  <a:cubicBezTo>
                    <a:pt x="112778" y="23557"/>
                    <a:pt x="119073" y="25640"/>
                    <a:pt x="124526" y="29275"/>
                  </a:cubicBezTo>
                  <a:cubicBezTo>
                    <a:pt x="134323" y="35836"/>
                    <a:pt x="140308" y="46653"/>
                    <a:pt x="145849" y="57071"/>
                  </a:cubicBezTo>
                  <a:cubicBezTo>
                    <a:pt x="122841" y="32024"/>
                    <a:pt x="91721" y="14513"/>
                    <a:pt x="58384" y="7819"/>
                  </a:cubicBezTo>
                  <a:cubicBezTo>
                    <a:pt x="41006" y="4317"/>
                    <a:pt x="17644" y="-1623"/>
                    <a:pt x="0" y="416"/>
                  </a:cubicBezTo>
                  <a:cubicBezTo>
                    <a:pt x="8911" y="3164"/>
                    <a:pt x="18796" y="3652"/>
                    <a:pt x="28017" y="4805"/>
                  </a:cubicBezTo>
                  <a:close/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69" name="Forme libre : forme 20168">
              <a:extLst>
                <a:ext uri="{FF2B5EF4-FFF2-40B4-BE49-F238E27FC236}">
                  <a16:creationId xmlns:a16="http://schemas.microsoft.com/office/drawing/2014/main" id="{AF11C611-FF88-4867-997C-F1080FC4A4C6}"/>
                </a:ext>
              </a:extLst>
            </p:cNvPr>
            <p:cNvSpPr/>
            <p:nvPr/>
          </p:nvSpPr>
          <p:spPr>
            <a:xfrm>
              <a:off x="6965861" y="815512"/>
              <a:ext cx="274054" cy="86888"/>
            </a:xfrm>
            <a:custGeom>
              <a:avLst/>
              <a:gdLst>
                <a:gd name="connsiteX0" fmla="*/ 153164 w 274054"/>
                <a:gd name="connsiteY0" fmla="*/ 27973 h 86888"/>
                <a:gd name="connsiteX1" fmla="*/ 190490 w 274054"/>
                <a:gd name="connsiteY1" fmla="*/ 37282 h 86888"/>
                <a:gd name="connsiteX2" fmla="*/ 274054 w 274054"/>
                <a:gd name="connsiteY2" fmla="*/ 66230 h 86888"/>
                <a:gd name="connsiteX3" fmla="*/ 184240 w 274054"/>
                <a:gd name="connsiteY3" fmla="*/ 45129 h 86888"/>
                <a:gd name="connsiteX4" fmla="*/ 151701 w 274054"/>
                <a:gd name="connsiteY4" fmla="*/ 34179 h 86888"/>
                <a:gd name="connsiteX5" fmla="*/ 112645 w 274054"/>
                <a:gd name="connsiteY5" fmla="*/ 36041 h 86888"/>
                <a:gd name="connsiteX6" fmla="*/ 91100 w 274054"/>
                <a:gd name="connsiteY6" fmla="*/ 38479 h 86888"/>
                <a:gd name="connsiteX7" fmla="*/ 66408 w 274054"/>
                <a:gd name="connsiteY7" fmla="*/ 49429 h 86888"/>
                <a:gd name="connsiteX8" fmla="*/ 0 w 274054"/>
                <a:gd name="connsiteY8" fmla="*/ 86889 h 86888"/>
                <a:gd name="connsiteX9" fmla="*/ 93804 w 274054"/>
                <a:gd name="connsiteY9" fmla="*/ 30278 h 86888"/>
                <a:gd name="connsiteX10" fmla="*/ 101252 w 274054"/>
                <a:gd name="connsiteY10" fmla="*/ 22963 h 86888"/>
                <a:gd name="connsiteX11" fmla="*/ 98459 w 274054"/>
                <a:gd name="connsiteY11" fmla="*/ 10639 h 86888"/>
                <a:gd name="connsiteX12" fmla="*/ 90746 w 274054"/>
                <a:gd name="connsiteY12" fmla="*/ 0 h 86888"/>
                <a:gd name="connsiteX13" fmla="*/ 122176 w 274054"/>
                <a:gd name="connsiteY13" fmla="*/ 23274 h 86888"/>
                <a:gd name="connsiteX14" fmla="*/ 153164 w 274054"/>
                <a:gd name="connsiteY14" fmla="*/ 27973 h 8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4054" h="86888">
                  <a:moveTo>
                    <a:pt x="153164" y="27973"/>
                  </a:moveTo>
                  <a:cubicBezTo>
                    <a:pt x="165975" y="28815"/>
                    <a:pt x="178344" y="33071"/>
                    <a:pt x="190490" y="37282"/>
                  </a:cubicBezTo>
                  <a:cubicBezTo>
                    <a:pt x="218330" y="46946"/>
                    <a:pt x="246170" y="56566"/>
                    <a:pt x="274054" y="66230"/>
                  </a:cubicBezTo>
                  <a:cubicBezTo>
                    <a:pt x="243244" y="64058"/>
                    <a:pt x="212789" y="56877"/>
                    <a:pt x="184240" y="45129"/>
                  </a:cubicBezTo>
                  <a:cubicBezTo>
                    <a:pt x="173911" y="40873"/>
                    <a:pt x="162961" y="34844"/>
                    <a:pt x="151701" y="34179"/>
                  </a:cubicBezTo>
                  <a:cubicBezTo>
                    <a:pt x="138978" y="33470"/>
                    <a:pt x="125412" y="35465"/>
                    <a:pt x="112645" y="36041"/>
                  </a:cubicBezTo>
                  <a:cubicBezTo>
                    <a:pt x="105419" y="36351"/>
                    <a:pt x="98104" y="36706"/>
                    <a:pt x="91100" y="38479"/>
                  </a:cubicBezTo>
                  <a:cubicBezTo>
                    <a:pt x="82367" y="40696"/>
                    <a:pt x="74299" y="45085"/>
                    <a:pt x="66408" y="49429"/>
                  </a:cubicBezTo>
                  <a:cubicBezTo>
                    <a:pt x="44154" y="61709"/>
                    <a:pt x="21988" y="74166"/>
                    <a:pt x="0" y="86889"/>
                  </a:cubicBezTo>
                  <a:cubicBezTo>
                    <a:pt x="31652" y="68624"/>
                    <a:pt x="62906" y="49739"/>
                    <a:pt x="93804" y="30278"/>
                  </a:cubicBezTo>
                  <a:cubicBezTo>
                    <a:pt x="96819" y="28372"/>
                    <a:pt x="99967" y="26288"/>
                    <a:pt x="101252" y="22963"/>
                  </a:cubicBezTo>
                  <a:cubicBezTo>
                    <a:pt x="102848" y="18885"/>
                    <a:pt x="101030" y="14230"/>
                    <a:pt x="98459" y="10639"/>
                  </a:cubicBezTo>
                  <a:cubicBezTo>
                    <a:pt x="95888" y="7049"/>
                    <a:pt x="92607" y="3945"/>
                    <a:pt x="90746" y="0"/>
                  </a:cubicBezTo>
                  <a:cubicBezTo>
                    <a:pt x="99479" y="9797"/>
                    <a:pt x="110251" y="17732"/>
                    <a:pt x="122176" y="23274"/>
                  </a:cubicBezTo>
                  <a:cubicBezTo>
                    <a:pt x="133170" y="28416"/>
                    <a:pt x="141372" y="27219"/>
                    <a:pt x="153164" y="27973"/>
                  </a:cubicBezTo>
                  <a:close/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70" name="Forme libre : forme 20169">
              <a:extLst>
                <a:ext uri="{FF2B5EF4-FFF2-40B4-BE49-F238E27FC236}">
                  <a16:creationId xmlns:a16="http://schemas.microsoft.com/office/drawing/2014/main" id="{6AF0E5C6-84E6-4C65-A480-FF3D2E2A9716}"/>
                </a:ext>
              </a:extLst>
            </p:cNvPr>
            <p:cNvSpPr/>
            <p:nvPr/>
          </p:nvSpPr>
          <p:spPr>
            <a:xfrm>
              <a:off x="7097945" y="751941"/>
              <a:ext cx="175085" cy="94074"/>
            </a:xfrm>
            <a:custGeom>
              <a:avLst/>
              <a:gdLst>
                <a:gd name="connsiteX0" fmla="*/ 175085 w 175085"/>
                <a:gd name="connsiteY0" fmla="*/ 0 h 94074"/>
                <a:gd name="connsiteX1" fmla="*/ 29458 w 175085"/>
                <a:gd name="connsiteY1" fmla="*/ 66186 h 94074"/>
                <a:gd name="connsiteX2" fmla="*/ 2594 w 175085"/>
                <a:gd name="connsiteY2" fmla="*/ 93804 h 94074"/>
                <a:gd name="connsiteX3" fmla="*/ 47678 w 175085"/>
                <a:gd name="connsiteY3" fmla="*/ 65743 h 94074"/>
                <a:gd name="connsiteX4" fmla="*/ 107569 w 175085"/>
                <a:gd name="connsiteY4" fmla="*/ 32805 h 94074"/>
                <a:gd name="connsiteX5" fmla="*/ 175085 w 175085"/>
                <a:gd name="connsiteY5" fmla="*/ 0 h 9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085" h="94074">
                  <a:moveTo>
                    <a:pt x="175085" y="0"/>
                  </a:moveTo>
                  <a:cubicBezTo>
                    <a:pt x="126543" y="22077"/>
                    <a:pt x="78001" y="44065"/>
                    <a:pt x="29458" y="66186"/>
                  </a:cubicBezTo>
                  <a:cubicBezTo>
                    <a:pt x="24139" y="68624"/>
                    <a:pt x="-9464" y="89105"/>
                    <a:pt x="2594" y="93804"/>
                  </a:cubicBezTo>
                  <a:cubicBezTo>
                    <a:pt x="10883" y="97040"/>
                    <a:pt x="41427" y="70176"/>
                    <a:pt x="47678" y="65743"/>
                  </a:cubicBezTo>
                  <a:cubicBezTo>
                    <a:pt x="66297" y="52532"/>
                    <a:pt x="86911" y="42380"/>
                    <a:pt x="107569" y="32805"/>
                  </a:cubicBezTo>
                  <a:cubicBezTo>
                    <a:pt x="130267" y="22343"/>
                    <a:pt x="152388" y="10285"/>
                    <a:pt x="175085" y="0"/>
                  </a:cubicBezTo>
                  <a:close/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71" name="Forme libre : forme 20170">
              <a:extLst>
                <a:ext uri="{FF2B5EF4-FFF2-40B4-BE49-F238E27FC236}">
                  <a16:creationId xmlns:a16="http://schemas.microsoft.com/office/drawing/2014/main" id="{8F3F06F9-21FA-4E3D-9686-712218712590}"/>
                </a:ext>
              </a:extLst>
            </p:cNvPr>
            <p:cNvSpPr/>
            <p:nvPr/>
          </p:nvSpPr>
          <p:spPr>
            <a:xfrm>
              <a:off x="7333321" y="574351"/>
              <a:ext cx="341437" cy="151656"/>
            </a:xfrm>
            <a:custGeom>
              <a:avLst/>
              <a:gdLst>
                <a:gd name="connsiteX0" fmla="*/ 164379 w 341437"/>
                <a:gd name="connsiteY0" fmla="*/ 47523 h 151656"/>
                <a:gd name="connsiteX1" fmla="*/ 174309 w 341437"/>
                <a:gd name="connsiteY1" fmla="*/ 52399 h 151656"/>
                <a:gd name="connsiteX2" fmla="*/ 174265 w 341437"/>
                <a:gd name="connsiteY2" fmla="*/ 65654 h 151656"/>
                <a:gd name="connsiteX3" fmla="*/ 163803 w 341437"/>
                <a:gd name="connsiteY3" fmla="*/ 74964 h 151656"/>
                <a:gd name="connsiteX4" fmla="*/ 0 w 341437"/>
                <a:gd name="connsiteY4" fmla="*/ 151656 h 151656"/>
                <a:gd name="connsiteX5" fmla="*/ 166551 w 341437"/>
                <a:gd name="connsiteY5" fmla="*/ 78998 h 151656"/>
                <a:gd name="connsiteX6" fmla="*/ 188761 w 341437"/>
                <a:gd name="connsiteY6" fmla="*/ 70220 h 151656"/>
                <a:gd name="connsiteX7" fmla="*/ 311071 w 341437"/>
                <a:gd name="connsiteY7" fmla="*/ 86578 h 151656"/>
                <a:gd name="connsiteX8" fmla="*/ 226443 w 341437"/>
                <a:gd name="connsiteY8" fmla="*/ 64723 h 151656"/>
                <a:gd name="connsiteX9" fmla="*/ 223295 w 341437"/>
                <a:gd name="connsiteY9" fmla="*/ 62817 h 151656"/>
                <a:gd name="connsiteX10" fmla="*/ 226709 w 341437"/>
                <a:gd name="connsiteY10" fmla="*/ 57763 h 151656"/>
                <a:gd name="connsiteX11" fmla="*/ 341437 w 341437"/>
                <a:gd name="connsiteY11" fmla="*/ 0 h 151656"/>
                <a:gd name="connsiteX12" fmla="*/ 235841 w 341437"/>
                <a:gd name="connsiteY12" fmla="*/ 46459 h 151656"/>
                <a:gd name="connsiteX13" fmla="*/ 207602 w 341437"/>
                <a:gd name="connsiteY13" fmla="*/ 56566 h 151656"/>
                <a:gd name="connsiteX14" fmla="*/ 194569 w 341437"/>
                <a:gd name="connsiteY14" fmla="*/ 54394 h 151656"/>
                <a:gd name="connsiteX15" fmla="*/ 90435 w 341437"/>
                <a:gd name="connsiteY15" fmla="*/ 28593 h 151656"/>
                <a:gd name="connsiteX16" fmla="*/ 27884 w 341437"/>
                <a:gd name="connsiteY16" fmla="*/ 16136 h 151656"/>
                <a:gd name="connsiteX17" fmla="*/ 164379 w 341437"/>
                <a:gd name="connsiteY17" fmla="*/ 47523 h 151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1437" h="151656">
                  <a:moveTo>
                    <a:pt x="164379" y="47523"/>
                  </a:moveTo>
                  <a:cubicBezTo>
                    <a:pt x="168014" y="48409"/>
                    <a:pt x="171916" y="49473"/>
                    <a:pt x="174309" y="52399"/>
                  </a:cubicBezTo>
                  <a:cubicBezTo>
                    <a:pt x="177279" y="56079"/>
                    <a:pt x="176748" y="61664"/>
                    <a:pt x="174265" y="65654"/>
                  </a:cubicBezTo>
                  <a:cubicBezTo>
                    <a:pt x="171782" y="69644"/>
                    <a:pt x="167748" y="72437"/>
                    <a:pt x="163803" y="74964"/>
                  </a:cubicBezTo>
                  <a:cubicBezTo>
                    <a:pt x="112867" y="107370"/>
                    <a:pt x="51468" y="120093"/>
                    <a:pt x="0" y="151656"/>
                  </a:cubicBezTo>
                  <a:cubicBezTo>
                    <a:pt x="55502" y="127452"/>
                    <a:pt x="111005" y="103202"/>
                    <a:pt x="166551" y="78998"/>
                  </a:cubicBezTo>
                  <a:cubicBezTo>
                    <a:pt x="173866" y="75806"/>
                    <a:pt x="181181" y="72614"/>
                    <a:pt x="188761" y="70220"/>
                  </a:cubicBezTo>
                  <a:cubicBezTo>
                    <a:pt x="228925" y="57542"/>
                    <a:pt x="257652" y="86667"/>
                    <a:pt x="311071" y="86578"/>
                  </a:cubicBezTo>
                  <a:cubicBezTo>
                    <a:pt x="282876" y="79308"/>
                    <a:pt x="254637" y="71994"/>
                    <a:pt x="226443" y="64723"/>
                  </a:cubicBezTo>
                  <a:cubicBezTo>
                    <a:pt x="225201" y="64413"/>
                    <a:pt x="223827" y="63970"/>
                    <a:pt x="223295" y="62817"/>
                  </a:cubicBezTo>
                  <a:cubicBezTo>
                    <a:pt x="222320" y="60778"/>
                    <a:pt x="224714" y="58783"/>
                    <a:pt x="226709" y="57763"/>
                  </a:cubicBezTo>
                  <a:cubicBezTo>
                    <a:pt x="264966" y="38524"/>
                    <a:pt x="303224" y="19284"/>
                    <a:pt x="341437" y="0"/>
                  </a:cubicBezTo>
                  <a:cubicBezTo>
                    <a:pt x="304908" y="12191"/>
                    <a:pt x="269488" y="27796"/>
                    <a:pt x="235841" y="46459"/>
                  </a:cubicBezTo>
                  <a:cubicBezTo>
                    <a:pt x="226975" y="51380"/>
                    <a:pt x="217709" y="56655"/>
                    <a:pt x="207602" y="56566"/>
                  </a:cubicBezTo>
                  <a:cubicBezTo>
                    <a:pt x="203213" y="56522"/>
                    <a:pt x="198869" y="55458"/>
                    <a:pt x="194569" y="54394"/>
                  </a:cubicBezTo>
                  <a:cubicBezTo>
                    <a:pt x="159857" y="45794"/>
                    <a:pt x="125146" y="37194"/>
                    <a:pt x="90435" y="28593"/>
                  </a:cubicBezTo>
                  <a:cubicBezTo>
                    <a:pt x="69866" y="23495"/>
                    <a:pt x="49030" y="17998"/>
                    <a:pt x="27884" y="16136"/>
                  </a:cubicBezTo>
                  <a:cubicBezTo>
                    <a:pt x="73590" y="25623"/>
                    <a:pt x="119029" y="36440"/>
                    <a:pt x="164379" y="47523"/>
                  </a:cubicBezTo>
                  <a:close/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72" name="Forme libre : forme 20171">
              <a:extLst>
                <a:ext uri="{FF2B5EF4-FFF2-40B4-BE49-F238E27FC236}">
                  <a16:creationId xmlns:a16="http://schemas.microsoft.com/office/drawing/2014/main" id="{202D6188-3292-4415-9E01-67153939A7CA}"/>
                </a:ext>
              </a:extLst>
            </p:cNvPr>
            <p:cNvSpPr/>
            <p:nvPr/>
          </p:nvSpPr>
          <p:spPr>
            <a:xfrm>
              <a:off x="6535763" y="644350"/>
              <a:ext cx="267714" cy="105950"/>
            </a:xfrm>
            <a:custGeom>
              <a:avLst/>
              <a:gdLst>
                <a:gd name="connsiteX0" fmla="*/ 267715 w 267714"/>
                <a:gd name="connsiteY0" fmla="*/ 101385 h 105950"/>
                <a:gd name="connsiteX1" fmla="*/ 159769 w 267714"/>
                <a:gd name="connsiteY1" fmla="*/ 65521 h 105950"/>
                <a:gd name="connsiteX2" fmla="*/ 138667 w 267714"/>
                <a:gd name="connsiteY2" fmla="*/ 59182 h 105950"/>
                <a:gd name="connsiteX3" fmla="*/ 112689 w 267714"/>
                <a:gd name="connsiteY3" fmla="*/ 57675 h 105950"/>
                <a:gd name="connsiteX4" fmla="*/ 95888 w 267714"/>
                <a:gd name="connsiteY4" fmla="*/ 63659 h 105950"/>
                <a:gd name="connsiteX5" fmla="*/ 0 w 267714"/>
                <a:gd name="connsiteY5" fmla="*/ 105951 h 105950"/>
                <a:gd name="connsiteX6" fmla="*/ 86268 w 267714"/>
                <a:gd name="connsiteY6" fmla="*/ 62374 h 105950"/>
                <a:gd name="connsiteX7" fmla="*/ 95578 w 267714"/>
                <a:gd name="connsiteY7" fmla="*/ 57187 h 105950"/>
                <a:gd name="connsiteX8" fmla="*/ 97262 w 267714"/>
                <a:gd name="connsiteY8" fmla="*/ 47390 h 105950"/>
                <a:gd name="connsiteX9" fmla="*/ 92962 w 267714"/>
                <a:gd name="connsiteY9" fmla="*/ 44021 h 105950"/>
                <a:gd name="connsiteX10" fmla="*/ 20171 w 267714"/>
                <a:gd name="connsiteY10" fmla="*/ 17200 h 105950"/>
                <a:gd name="connsiteX11" fmla="*/ 89238 w 267714"/>
                <a:gd name="connsiteY11" fmla="*/ 39410 h 105950"/>
                <a:gd name="connsiteX12" fmla="*/ 108123 w 267714"/>
                <a:gd name="connsiteY12" fmla="*/ 47390 h 105950"/>
                <a:gd name="connsiteX13" fmla="*/ 114950 w 267714"/>
                <a:gd name="connsiteY13" fmla="*/ 51513 h 105950"/>
                <a:gd name="connsiteX14" fmla="*/ 127850 w 267714"/>
                <a:gd name="connsiteY14" fmla="*/ 47966 h 105950"/>
                <a:gd name="connsiteX15" fmla="*/ 244175 w 267714"/>
                <a:gd name="connsiteY15" fmla="*/ 0 h 105950"/>
                <a:gd name="connsiteX16" fmla="*/ 128205 w 267714"/>
                <a:gd name="connsiteY16" fmla="*/ 51335 h 105950"/>
                <a:gd name="connsiteX17" fmla="*/ 125590 w 267714"/>
                <a:gd name="connsiteY17" fmla="*/ 54571 h 105950"/>
                <a:gd name="connsiteX18" fmla="*/ 129624 w 267714"/>
                <a:gd name="connsiteY18" fmla="*/ 57010 h 105950"/>
                <a:gd name="connsiteX19" fmla="*/ 159325 w 267714"/>
                <a:gd name="connsiteY19" fmla="*/ 63526 h 105950"/>
                <a:gd name="connsiteX20" fmla="*/ 185702 w 267714"/>
                <a:gd name="connsiteY20" fmla="*/ 74919 h 105950"/>
                <a:gd name="connsiteX21" fmla="*/ 229546 w 267714"/>
                <a:gd name="connsiteY21" fmla="*/ 88485 h 10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7714" h="105950">
                  <a:moveTo>
                    <a:pt x="267715" y="101385"/>
                  </a:moveTo>
                  <a:cubicBezTo>
                    <a:pt x="231718" y="89416"/>
                    <a:pt x="195765" y="77446"/>
                    <a:pt x="159769" y="65521"/>
                  </a:cubicBezTo>
                  <a:cubicBezTo>
                    <a:pt x="152809" y="63216"/>
                    <a:pt x="145805" y="60866"/>
                    <a:pt x="138667" y="59182"/>
                  </a:cubicBezTo>
                  <a:cubicBezTo>
                    <a:pt x="130156" y="57143"/>
                    <a:pt x="121289" y="56034"/>
                    <a:pt x="112689" y="57675"/>
                  </a:cubicBezTo>
                  <a:cubicBezTo>
                    <a:pt x="106838" y="58827"/>
                    <a:pt x="101341" y="61221"/>
                    <a:pt x="95888" y="63659"/>
                  </a:cubicBezTo>
                  <a:cubicBezTo>
                    <a:pt x="63925" y="77756"/>
                    <a:pt x="31962" y="91854"/>
                    <a:pt x="0" y="105951"/>
                  </a:cubicBezTo>
                  <a:cubicBezTo>
                    <a:pt x="27175" y="88529"/>
                    <a:pt x="56123" y="73900"/>
                    <a:pt x="86268" y="62374"/>
                  </a:cubicBezTo>
                  <a:cubicBezTo>
                    <a:pt x="89637" y="61088"/>
                    <a:pt x="93095" y="59758"/>
                    <a:pt x="95578" y="57187"/>
                  </a:cubicBezTo>
                  <a:cubicBezTo>
                    <a:pt x="98060" y="54616"/>
                    <a:pt x="99257" y="50360"/>
                    <a:pt x="97262" y="47390"/>
                  </a:cubicBezTo>
                  <a:cubicBezTo>
                    <a:pt x="96242" y="45838"/>
                    <a:pt x="94558" y="44907"/>
                    <a:pt x="92962" y="44021"/>
                  </a:cubicBezTo>
                  <a:cubicBezTo>
                    <a:pt x="70220" y="31608"/>
                    <a:pt x="45085" y="24338"/>
                    <a:pt x="20171" y="17200"/>
                  </a:cubicBezTo>
                  <a:cubicBezTo>
                    <a:pt x="44553" y="16535"/>
                    <a:pt x="66230" y="31386"/>
                    <a:pt x="89238" y="39410"/>
                  </a:cubicBezTo>
                  <a:cubicBezTo>
                    <a:pt x="95710" y="41671"/>
                    <a:pt x="102493" y="43444"/>
                    <a:pt x="108123" y="47390"/>
                  </a:cubicBezTo>
                  <a:cubicBezTo>
                    <a:pt x="110295" y="48897"/>
                    <a:pt x="112379" y="50759"/>
                    <a:pt x="114950" y="51513"/>
                  </a:cubicBezTo>
                  <a:cubicBezTo>
                    <a:pt x="119383" y="52754"/>
                    <a:pt x="123905" y="50271"/>
                    <a:pt x="127850" y="47966"/>
                  </a:cubicBezTo>
                  <a:cubicBezTo>
                    <a:pt x="164202" y="26865"/>
                    <a:pt x="204366" y="13344"/>
                    <a:pt x="244175" y="0"/>
                  </a:cubicBezTo>
                  <a:cubicBezTo>
                    <a:pt x="204277" y="14142"/>
                    <a:pt x="165310" y="30987"/>
                    <a:pt x="128205" y="51335"/>
                  </a:cubicBezTo>
                  <a:cubicBezTo>
                    <a:pt x="126920" y="52045"/>
                    <a:pt x="125412" y="53108"/>
                    <a:pt x="125590" y="54571"/>
                  </a:cubicBezTo>
                  <a:cubicBezTo>
                    <a:pt x="125767" y="56256"/>
                    <a:pt x="127939" y="56832"/>
                    <a:pt x="129624" y="57010"/>
                  </a:cubicBezTo>
                  <a:cubicBezTo>
                    <a:pt x="139731" y="58162"/>
                    <a:pt x="149750" y="60113"/>
                    <a:pt x="159325" y="63526"/>
                  </a:cubicBezTo>
                  <a:cubicBezTo>
                    <a:pt x="168325" y="66762"/>
                    <a:pt x="176836" y="71240"/>
                    <a:pt x="185702" y="74919"/>
                  </a:cubicBezTo>
                  <a:cubicBezTo>
                    <a:pt x="199844" y="80815"/>
                    <a:pt x="214695" y="84672"/>
                    <a:pt x="229546" y="88485"/>
                  </a:cubicBezTo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73" name="Forme libre : forme 20172">
              <a:extLst>
                <a:ext uri="{FF2B5EF4-FFF2-40B4-BE49-F238E27FC236}">
                  <a16:creationId xmlns:a16="http://schemas.microsoft.com/office/drawing/2014/main" id="{2B2981EF-2786-4BA9-BE63-BF75B88C4B13}"/>
                </a:ext>
              </a:extLst>
            </p:cNvPr>
            <p:cNvSpPr/>
            <p:nvPr/>
          </p:nvSpPr>
          <p:spPr>
            <a:xfrm>
              <a:off x="6207625" y="548772"/>
              <a:ext cx="223649" cy="87465"/>
            </a:xfrm>
            <a:custGeom>
              <a:avLst/>
              <a:gdLst>
                <a:gd name="connsiteX0" fmla="*/ 97439 w 223649"/>
                <a:gd name="connsiteY0" fmla="*/ 24249 h 87465"/>
                <a:gd name="connsiteX1" fmla="*/ 97838 w 223649"/>
                <a:gd name="connsiteY1" fmla="*/ 32761 h 87465"/>
                <a:gd name="connsiteX2" fmla="*/ 94469 w 223649"/>
                <a:gd name="connsiteY2" fmla="*/ 39632 h 87465"/>
                <a:gd name="connsiteX3" fmla="*/ 77313 w 223649"/>
                <a:gd name="connsiteY3" fmla="*/ 51202 h 87465"/>
                <a:gd name="connsiteX4" fmla="*/ 0 w 223649"/>
                <a:gd name="connsiteY4" fmla="*/ 87465 h 87465"/>
                <a:gd name="connsiteX5" fmla="*/ 100720 w 223649"/>
                <a:gd name="connsiteY5" fmla="*/ 47833 h 87465"/>
                <a:gd name="connsiteX6" fmla="*/ 115128 w 223649"/>
                <a:gd name="connsiteY6" fmla="*/ 42824 h 87465"/>
                <a:gd name="connsiteX7" fmla="*/ 132505 w 223649"/>
                <a:gd name="connsiteY7" fmla="*/ 39499 h 87465"/>
                <a:gd name="connsiteX8" fmla="*/ 223650 w 223649"/>
                <a:gd name="connsiteY8" fmla="*/ 10240 h 87465"/>
                <a:gd name="connsiteX9" fmla="*/ 163182 w 223649"/>
                <a:gd name="connsiteY9" fmla="*/ 21456 h 87465"/>
                <a:gd name="connsiteX10" fmla="*/ 150371 w 223649"/>
                <a:gd name="connsiteY10" fmla="*/ 29037 h 87465"/>
                <a:gd name="connsiteX11" fmla="*/ 126698 w 223649"/>
                <a:gd name="connsiteY11" fmla="*/ 33736 h 87465"/>
                <a:gd name="connsiteX12" fmla="*/ 111227 w 223649"/>
                <a:gd name="connsiteY12" fmla="*/ 30234 h 87465"/>
                <a:gd name="connsiteX13" fmla="*/ 108079 w 223649"/>
                <a:gd name="connsiteY13" fmla="*/ 24825 h 87465"/>
                <a:gd name="connsiteX14" fmla="*/ 76826 w 223649"/>
                <a:gd name="connsiteY14" fmla="*/ 0 h 87465"/>
                <a:gd name="connsiteX15" fmla="*/ 97439 w 223649"/>
                <a:gd name="connsiteY15" fmla="*/ 24249 h 87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3649" h="87465">
                  <a:moveTo>
                    <a:pt x="97439" y="24249"/>
                  </a:moveTo>
                  <a:cubicBezTo>
                    <a:pt x="98060" y="27042"/>
                    <a:pt x="98415" y="29968"/>
                    <a:pt x="97838" y="32761"/>
                  </a:cubicBezTo>
                  <a:cubicBezTo>
                    <a:pt x="97307" y="35287"/>
                    <a:pt x="96065" y="37593"/>
                    <a:pt x="94469" y="39632"/>
                  </a:cubicBezTo>
                  <a:cubicBezTo>
                    <a:pt x="90169" y="45129"/>
                    <a:pt x="83608" y="48232"/>
                    <a:pt x="77313" y="51202"/>
                  </a:cubicBezTo>
                  <a:cubicBezTo>
                    <a:pt x="51557" y="63305"/>
                    <a:pt x="25756" y="75363"/>
                    <a:pt x="0" y="87465"/>
                  </a:cubicBezTo>
                  <a:cubicBezTo>
                    <a:pt x="33559" y="74254"/>
                    <a:pt x="67162" y="61044"/>
                    <a:pt x="100720" y="47833"/>
                  </a:cubicBezTo>
                  <a:cubicBezTo>
                    <a:pt x="105463" y="45971"/>
                    <a:pt x="110207" y="44109"/>
                    <a:pt x="115128" y="42824"/>
                  </a:cubicBezTo>
                  <a:cubicBezTo>
                    <a:pt x="120846" y="41361"/>
                    <a:pt x="126742" y="40696"/>
                    <a:pt x="132505" y="39499"/>
                  </a:cubicBezTo>
                  <a:cubicBezTo>
                    <a:pt x="163936" y="32938"/>
                    <a:pt x="191554" y="10285"/>
                    <a:pt x="223650" y="10240"/>
                  </a:cubicBezTo>
                  <a:cubicBezTo>
                    <a:pt x="202903" y="9088"/>
                    <a:pt x="181136" y="10905"/>
                    <a:pt x="163182" y="21456"/>
                  </a:cubicBezTo>
                  <a:cubicBezTo>
                    <a:pt x="158882" y="23983"/>
                    <a:pt x="154892" y="26953"/>
                    <a:pt x="150371" y="29037"/>
                  </a:cubicBezTo>
                  <a:cubicBezTo>
                    <a:pt x="143012" y="32406"/>
                    <a:pt x="134766" y="33071"/>
                    <a:pt x="126698" y="33736"/>
                  </a:cubicBezTo>
                  <a:cubicBezTo>
                    <a:pt x="121201" y="34179"/>
                    <a:pt x="114906" y="34312"/>
                    <a:pt x="111227" y="30234"/>
                  </a:cubicBezTo>
                  <a:cubicBezTo>
                    <a:pt x="109808" y="28682"/>
                    <a:pt x="109010" y="26687"/>
                    <a:pt x="108079" y="24825"/>
                  </a:cubicBezTo>
                  <a:cubicBezTo>
                    <a:pt x="101651" y="12058"/>
                    <a:pt x="89371" y="5453"/>
                    <a:pt x="76826" y="0"/>
                  </a:cubicBezTo>
                  <a:cubicBezTo>
                    <a:pt x="87554" y="3413"/>
                    <a:pt x="95001" y="13432"/>
                    <a:pt x="97439" y="24249"/>
                  </a:cubicBezTo>
                  <a:close/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74" name="Forme libre : forme 20173">
              <a:extLst>
                <a:ext uri="{FF2B5EF4-FFF2-40B4-BE49-F238E27FC236}">
                  <a16:creationId xmlns:a16="http://schemas.microsoft.com/office/drawing/2014/main" id="{631DC7E9-BF9A-4B9C-A490-F49FECD33DB6}"/>
                </a:ext>
              </a:extLst>
            </p:cNvPr>
            <p:cNvSpPr/>
            <p:nvPr/>
          </p:nvSpPr>
          <p:spPr>
            <a:xfrm>
              <a:off x="7105194" y="823890"/>
              <a:ext cx="33558" cy="28283"/>
            </a:xfrm>
            <a:custGeom>
              <a:avLst/>
              <a:gdLst>
                <a:gd name="connsiteX0" fmla="*/ 26288 w 33558"/>
                <a:gd name="connsiteY0" fmla="*/ 0 h 28283"/>
                <a:gd name="connsiteX1" fmla="*/ 21944 w 33558"/>
                <a:gd name="connsiteY1" fmla="*/ 6650 h 28283"/>
                <a:gd name="connsiteX2" fmla="*/ 21589 w 33558"/>
                <a:gd name="connsiteY2" fmla="*/ 16713 h 28283"/>
                <a:gd name="connsiteX3" fmla="*/ 24382 w 33558"/>
                <a:gd name="connsiteY3" fmla="*/ 20437 h 28283"/>
                <a:gd name="connsiteX4" fmla="*/ 33558 w 33558"/>
                <a:gd name="connsiteY4" fmla="*/ 28283 h 28283"/>
                <a:gd name="connsiteX5" fmla="*/ 22210 w 33558"/>
                <a:gd name="connsiteY5" fmla="*/ 24471 h 28283"/>
                <a:gd name="connsiteX6" fmla="*/ 18929 w 33558"/>
                <a:gd name="connsiteY6" fmla="*/ 23495 h 28283"/>
                <a:gd name="connsiteX7" fmla="*/ 13920 w 33558"/>
                <a:gd name="connsiteY7" fmla="*/ 22875 h 28283"/>
                <a:gd name="connsiteX8" fmla="*/ 0 w 33558"/>
                <a:gd name="connsiteY8" fmla="*/ 21811 h 28283"/>
                <a:gd name="connsiteX9" fmla="*/ 18974 w 33558"/>
                <a:gd name="connsiteY9" fmla="*/ 3502 h 28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58" h="28283">
                  <a:moveTo>
                    <a:pt x="26288" y="0"/>
                  </a:moveTo>
                  <a:cubicBezTo>
                    <a:pt x="23717" y="931"/>
                    <a:pt x="22653" y="3990"/>
                    <a:pt x="21944" y="6650"/>
                  </a:cubicBezTo>
                  <a:cubicBezTo>
                    <a:pt x="21057" y="9974"/>
                    <a:pt x="20171" y="13565"/>
                    <a:pt x="21589" y="16713"/>
                  </a:cubicBezTo>
                  <a:cubicBezTo>
                    <a:pt x="22210" y="18131"/>
                    <a:pt x="23274" y="19328"/>
                    <a:pt x="24382" y="20437"/>
                  </a:cubicBezTo>
                  <a:cubicBezTo>
                    <a:pt x="27175" y="23318"/>
                    <a:pt x="30278" y="25978"/>
                    <a:pt x="33558" y="28283"/>
                  </a:cubicBezTo>
                  <a:cubicBezTo>
                    <a:pt x="29790" y="26998"/>
                    <a:pt x="25978" y="25712"/>
                    <a:pt x="22210" y="24471"/>
                  </a:cubicBezTo>
                  <a:cubicBezTo>
                    <a:pt x="21101" y="24116"/>
                    <a:pt x="20037" y="23717"/>
                    <a:pt x="18929" y="23495"/>
                  </a:cubicBezTo>
                  <a:cubicBezTo>
                    <a:pt x="17289" y="23141"/>
                    <a:pt x="15604" y="23008"/>
                    <a:pt x="13920" y="22875"/>
                  </a:cubicBezTo>
                  <a:cubicBezTo>
                    <a:pt x="9265" y="22520"/>
                    <a:pt x="4655" y="22165"/>
                    <a:pt x="0" y="21811"/>
                  </a:cubicBezTo>
                  <a:cubicBezTo>
                    <a:pt x="5763" y="15161"/>
                    <a:pt x="12102" y="8999"/>
                    <a:pt x="18974" y="3502"/>
                  </a:cubicBezTo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75" name="Forme libre : forme 20174">
              <a:extLst>
                <a:ext uri="{FF2B5EF4-FFF2-40B4-BE49-F238E27FC236}">
                  <a16:creationId xmlns:a16="http://schemas.microsoft.com/office/drawing/2014/main" id="{8A8B9E91-883B-4C4F-9DCB-314EDD78CDBE}"/>
                </a:ext>
              </a:extLst>
            </p:cNvPr>
            <p:cNvSpPr/>
            <p:nvPr/>
          </p:nvSpPr>
          <p:spPr>
            <a:xfrm>
              <a:off x="4888835" y="775092"/>
              <a:ext cx="390085" cy="187126"/>
            </a:xfrm>
            <a:custGeom>
              <a:avLst/>
              <a:gdLst>
                <a:gd name="connsiteX0" fmla="*/ 267481 w 390085"/>
                <a:gd name="connsiteY0" fmla="*/ 4822 h 187126"/>
                <a:gd name="connsiteX1" fmla="*/ 149605 w 390085"/>
                <a:gd name="connsiteY1" fmla="*/ 53631 h 187126"/>
                <a:gd name="connsiteX2" fmla="*/ 16302 w 390085"/>
                <a:gd name="connsiteY2" fmla="*/ 116936 h 187126"/>
                <a:gd name="connsiteX3" fmla="*/ 4155 w 390085"/>
                <a:gd name="connsiteY3" fmla="*/ 124560 h 187126"/>
                <a:gd name="connsiteX4" fmla="*/ 4421 w 390085"/>
                <a:gd name="connsiteY4" fmla="*/ 150627 h 187126"/>
                <a:gd name="connsiteX5" fmla="*/ 26409 w 390085"/>
                <a:gd name="connsiteY5" fmla="*/ 167473 h 187126"/>
                <a:gd name="connsiteX6" fmla="*/ 157806 w 390085"/>
                <a:gd name="connsiteY6" fmla="*/ 171330 h 187126"/>
                <a:gd name="connsiteX7" fmla="*/ 213308 w 390085"/>
                <a:gd name="connsiteY7" fmla="*/ 115872 h 187126"/>
                <a:gd name="connsiteX8" fmla="*/ 332248 w 390085"/>
                <a:gd name="connsiteY8" fmla="*/ 71230 h 187126"/>
                <a:gd name="connsiteX9" fmla="*/ 375427 w 390085"/>
                <a:gd name="connsiteY9" fmla="*/ 15950 h 187126"/>
                <a:gd name="connsiteX10" fmla="*/ 267481 w 390085"/>
                <a:gd name="connsiteY10" fmla="*/ 4822 h 187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085" h="187126">
                  <a:moveTo>
                    <a:pt x="267481" y="4822"/>
                  </a:moveTo>
                  <a:cubicBezTo>
                    <a:pt x="225810" y="13910"/>
                    <a:pt x="187641" y="34303"/>
                    <a:pt x="149605" y="53631"/>
                  </a:cubicBezTo>
                  <a:cubicBezTo>
                    <a:pt x="105761" y="75885"/>
                    <a:pt x="61297" y="96987"/>
                    <a:pt x="16302" y="116936"/>
                  </a:cubicBezTo>
                  <a:cubicBezTo>
                    <a:pt x="11913" y="118886"/>
                    <a:pt x="7347" y="120925"/>
                    <a:pt x="4155" y="124560"/>
                  </a:cubicBezTo>
                  <a:cubicBezTo>
                    <a:pt x="-1963" y="131609"/>
                    <a:pt x="-855" y="142869"/>
                    <a:pt x="4421" y="150627"/>
                  </a:cubicBezTo>
                  <a:cubicBezTo>
                    <a:pt x="9652" y="158341"/>
                    <a:pt x="18075" y="163261"/>
                    <a:pt x="26409" y="167473"/>
                  </a:cubicBezTo>
                  <a:cubicBezTo>
                    <a:pt x="67459" y="188175"/>
                    <a:pt x="119681" y="197042"/>
                    <a:pt x="157806" y="171330"/>
                  </a:cubicBezTo>
                  <a:cubicBezTo>
                    <a:pt x="179528" y="156700"/>
                    <a:pt x="193492" y="133028"/>
                    <a:pt x="213308" y="115872"/>
                  </a:cubicBezTo>
                  <a:cubicBezTo>
                    <a:pt x="245714" y="87854"/>
                    <a:pt x="290267" y="79919"/>
                    <a:pt x="332248" y="71230"/>
                  </a:cubicBezTo>
                  <a:cubicBezTo>
                    <a:pt x="356630" y="66177"/>
                    <a:pt x="418029" y="43257"/>
                    <a:pt x="375427" y="15950"/>
                  </a:cubicBezTo>
                  <a:cubicBezTo>
                    <a:pt x="345237" y="-3423"/>
                    <a:pt x="301128" y="-2492"/>
                    <a:pt x="267481" y="4822"/>
                  </a:cubicBezTo>
                  <a:close/>
                </a:path>
              </a:pathLst>
            </a:custGeom>
            <a:solidFill>
              <a:srgbClr val="F9D5C7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76" name="Forme libre : forme 20175">
              <a:extLst>
                <a:ext uri="{FF2B5EF4-FFF2-40B4-BE49-F238E27FC236}">
                  <a16:creationId xmlns:a16="http://schemas.microsoft.com/office/drawing/2014/main" id="{C77DFF05-E80B-477E-AD64-CE941C1A00A8}"/>
                </a:ext>
              </a:extLst>
            </p:cNvPr>
            <p:cNvSpPr/>
            <p:nvPr/>
          </p:nvSpPr>
          <p:spPr>
            <a:xfrm>
              <a:off x="5263561" y="614604"/>
              <a:ext cx="413244" cy="219625"/>
            </a:xfrm>
            <a:custGeom>
              <a:avLst/>
              <a:gdLst>
                <a:gd name="connsiteX0" fmla="*/ 413245 w 413244"/>
                <a:gd name="connsiteY0" fmla="*/ 40430 h 219625"/>
                <a:gd name="connsiteX1" fmla="*/ 298694 w 413244"/>
                <a:gd name="connsiteY1" fmla="*/ 3103 h 219625"/>
                <a:gd name="connsiteX2" fmla="*/ 263140 w 413244"/>
                <a:gd name="connsiteY2" fmla="*/ 222 h 219625"/>
                <a:gd name="connsiteX3" fmla="*/ 216859 w 413244"/>
                <a:gd name="connsiteY3" fmla="*/ 12546 h 219625"/>
                <a:gd name="connsiteX4" fmla="*/ 132098 w 413244"/>
                <a:gd name="connsiteY4" fmla="*/ 47966 h 219625"/>
                <a:gd name="connsiteX5" fmla="*/ 32619 w 413244"/>
                <a:gd name="connsiteY5" fmla="*/ 91233 h 219625"/>
                <a:gd name="connsiteX6" fmla="*/ 258 w 413244"/>
                <a:gd name="connsiteY6" fmla="*/ 120758 h 219625"/>
                <a:gd name="connsiteX7" fmla="*/ 1588 w 413244"/>
                <a:gd name="connsiteY7" fmla="*/ 130422 h 219625"/>
                <a:gd name="connsiteX8" fmla="*/ 23354 w 413244"/>
                <a:gd name="connsiteY8" fmla="*/ 138490 h 219625"/>
                <a:gd name="connsiteX9" fmla="*/ 71187 w 413244"/>
                <a:gd name="connsiteY9" fmla="*/ 162074 h 219625"/>
                <a:gd name="connsiteX10" fmla="*/ 124340 w 413244"/>
                <a:gd name="connsiteY10" fmla="*/ 184506 h 219625"/>
                <a:gd name="connsiteX11" fmla="*/ 198284 w 413244"/>
                <a:gd name="connsiteY11" fmla="*/ 209553 h 219625"/>
                <a:gd name="connsiteX12" fmla="*/ 267352 w 413244"/>
                <a:gd name="connsiteY12" fmla="*/ 217266 h 219625"/>
                <a:gd name="connsiteX13" fmla="*/ 276883 w 413244"/>
                <a:gd name="connsiteY13" fmla="*/ 212346 h 219625"/>
                <a:gd name="connsiteX14" fmla="*/ 277991 w 413244"/>
                <a:gd name="connsiteY14" fmla="*/ 202415 h 219625"/>
                <a:gd name="connsiteX15" fmla="*/ 274489 w 413244"/>
                <a:gd name="connsiteY15" fmla="*/ 199711 h 219625"/>
                <a:gd name="connsiteX16" fmla="*/ 215662 w 413244"/>
                <a:gd name="connsiteY16" fmla="*/ 179762 h 219625"/>
                <a:gd name="connsiteX17" fmla="*/ 169513 w 413244"/>
                <a:gd name="connsiteY17" fmla="*/ 141416 h 219625"/>
                <a:gd name="connsiteX18" fmla="*/ 185827 w 413244"/>
                <a:gd name="connsiteY18" fmla="*/ 87022 h 219625"/>
                <a:gd name="connsiteX19" fmla="*/ 238049 w 413244"/>
                <a:gd name="connsiteY19" fmla="*/ 58960 h 219625"/>
                <a:gd name="connsiteX20" fmla="*/ 395025 w 413244"/>
                <a:gd name="connsiteY20" fmla="*/ 39765 h 21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13244" h="219625">
                  <a:moveTo>
                    <a:pt x="413245" y="40430"/>
                  </a:moveTo>
                  <a:cubicBezTo>
                    <a:pt x="377514" y="21767"/>
                    <a:pt x="338414" y="10063"/>
                    <a:pt x="298694" y="3103"/>
                  </a:cubicBezTo>
                  <a:cubicBezTo>
                    <a:pt x="286946" y="1064"/>
                    <a:pt x="275021" y="-620"/>
                    <a:pt x="263140" y="222"/>
                  </a:cubicBezTo>
                  <a:cubicBezTo>
                    <a:pt x="247137" y="1286"/>
                    <a:pt x="231798" y="6783"/>
                    <a:pt x="216859" y="12546"/>
                  </a:cubicBezTo>
                  <a:cubicBezTo>
                    <a:pt x="188265" y="23540"/>
                    <a:pt x="160204" y="35775"/>
                    <a:pt x="132098" y="47966"/>
                  </a:cubicBezTo>
                  <a:cubicBezTo>
                    <a:pt x="98938" y="62374"/>
                    <a:pt x="65779" y="76826"/>
                    <a:pt x="32619" y="91233"/>
                  </a:cubicBezTo>
                  <a:cubicBezTo>
                    <a:pt x="18611" y="97307"/>
                    <a:pt x="2740" y="105685"/>
                    <a:pt x="258" y="120758"/>
                  </a:cubicBezTo>
                  <a:cubicBezTo>
                    <a:pt x="-274" y="124038"/>
                    <a:pt x="-53" y="127540"/>
                    <a:pt x="1588" y="130422"/>
                  </a:cubicBezTo>
                  <a:cubicBezTo>
                    <a:pt x="5622" y="137382"/>
                    <a:pt x="15375" y="137382"/>
                    <a:pt x="23354" y="138490"/>
                  </a:cubicBezTo>
                  <a:cubicBezTo>
                    <a:pt x="41086" y="141061"/>
                    <a:pt x="55716" y="153075"/>
                    <a:pt x="71187" y="162074"/>
                  </a:cubicBezTo>
                  <a:cubicBezTo>
                    <a:pt x="87856" y="171738"/>
                    <a:pt x="106164" y="178166"/>
                    <a:pt x="124340" y="184506"/>
                  </a:cubicBezTo>
                  <a:cubicBezTo>
                    <a:pt x="148899" y="193106"/>
                    <a:pt x="173503" y="201662"/>
                    <a:pt x="198284" y="209553"/>
                  </a:cubicBezTo>
                  <a:cubicBezTo>
                    <a:pt x="220671" y="216690"/>
                    <a:pt x="244610" y="223295"/>
                    <a:pt x="267352" y="217266"/>
                  </a:cubicBezTo>
                  <a:cubicBezTo>
                    <a:pt x="270854" y="216335"/>
                    <a:pt x="274445" y="215005"/>
                    <a:pt x="276883" y="212346"/>
                  </a:cubicBezTo>
                  <a:cubicBezTo>
                    <a:pt x="279321" y="209641"/>
                    <a:pt x="280208" y="205253"/>
                    <a:pt x="277991" y="202415"/>
                  </a:cubicBezTo>
                  <a:cubicBezTo>
                    <a:pt x="277105" y="201263"/>
                    <a:pt x="275775" y="200465"/>
                    <a:pt x="274489" y="199711"/>
                  </a:cubicBezTo>
                  <a:cubicBezTo>
                    <a:pt x="256446" y="189471"/>
                    <a:pt x="235345" y="186368"/>
                    <a:pt x="215662" y="179762"/>
                  </a:cubicBezTo>
                  <a:cubicBezTo>
                    <a:pt x="195979" y="173157"/>
                    <a:pt x="176030" y="161099"/>
                    <a:pt x="169513" y="141416"/>
                  </a:cubicBezTo>
                  <a:cubicBezTo>
                    <a:pt x="163263" y="122487"/>
                    <a:pt x="171641" y="101030"/>
                    <a:pt x="185827" y="87022"/>
                  </a:cubicBezTo>
                  <a:cubicBezTo>
                    <a:pt x="200013" y="73013"/>
                    <a:pt x="219075" y="65122"/>
                    <a:pt x="238049" y="58960"/>
                  </a:cubicBezTo>
                  <a:cubicBezTo>
                    <a:pt x="288498" y="42602"/>
                    <a:pt x="342094" y="36041"/>
                    <a:pt x="395025" y="39765"/>
                  </a:cubicBezTo>
                </a:path>
              </a:pathLst>
            </a:custGeom>
            <a:solidFill>
              <a:srgbClr val="F9D5C7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77" name="Forme libre : forme 20176">
              <a:extLst>
                <a:ext uri="{FF2B5EF4-FFF2-40B4-BE49-F238E27FC236}">
                  <a16:creationId xmlns:a16="http://schemas.microsoft.com/office/drawing/2014/main" id="{9A91BC7A-4D63-45D9-ADD1-82FEFFD37698}"/>
                </a:ext>
              </a:extLst>
            </p:cNvPr>
            <p:cNvSpPr/>
            <p:nvPr/>
          </p:nvSpPr>
          <p:spPr>
            <a:xfrm>
              <a:off x="5039180" y="598232"/>
              <a:ext cx="360085" cy="116401"/>
            </a:xfrm>
            <a:custGeom>
              <a:avLst/>
              <a:gdLst>
                <a:gd name="connsiteX0" fmla="*/ 82026 w 360085"/>
                <a:gd name="connsiteY0" fmla="*/ 98118 h 116401"/>
                <a:gd name="connsiteX1" fmla="*/ 142138 w 360085"/>
                <a:gd name="connsiteY1" fmla="*/ 115673 h 116401"/>
                <a:gd name="connsiteX2" fmla="*/ 162619 w 360085"/>
                <a:gd name="connsiteY2" fmla="*/ 108447 h 116401"/>
                <a:gd name="connsiteX3" fmla="*/ 252345 w 360085"/>
                <a:gd name="connsiteY3" fmla="*/ 68461 h 116401"/>
                <a:gd name="connsiteX4" fmla="*/ 345086 w 360085"/>
                <a:gd name="connsiteY4" fmla="*/ 25770 h 116401"/>
                <a:gd name="connsiteX5" fmla="*/ 357454 w 360085"/>
                <a:gd name="connsiteY5" fmla="*/ 17037 h 116401"/>
                <a:gd name="connsiteX6" fmla="*/ 357764 w 360085"/>
                <a:gd name="connsiteY6" fmla="*/ 2984 h 116401"/>
                <a:gd name="connsiteX7" fmla="*/ 341938 w 360085"/>
                <a:gd name="connsiteY7" fmla="*/ 989 h 116401"/>
                <a:gd name="connsiteX8" fmla="*/ 163329 w 360085"/>
                <a:gd name="connsiteY8" fmla="*/ 40887 h 116401"/>
                <a:gd name="connsiteX9" fmla="*/ 23021 w 360085"/>
                <a:gd name="connsiteY9" fmla="*/ 50462 h 116401"/>
                <a:gd name="connsiteX10" fmla="*/ 368 w 360085"/>
                <a:gd name="connsiteY10" fmla="*/ 55649 h 116401"/>
                <a:gd name="connsiteX11" fmla="*/ 18145 w 360085"/>
                <a:gd name="connsiteY11" fmla="*/ 67973 h 116401"/>
                <a:gd name="connsiteX12" fmla="*/ 82026 w 360085"/>
                <a:gd name="connsiteY12" fmla="*/ 98118 h 116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0085" h="116401">
                  <a:moveTo>
                    <a:pt x="82026" y="98118"/>
                  </a:moveTo>
                  <a:cubicBezTo>
                    <a:pt x="100822" y="108137"/>
                    <a:pt x="121170" y="119397"/>
                    <a:pt x="142138" y="115673"/>
                  </a:cubicBezTo>
                  <a:cubicBezTo>
                    <a:pt x="149276" y="114387"/>
                    <a:pt x="155970" y="111417"/>
                    <a:pt x="162619" y="108447"/>
                  </a:cubicBezTo>
                  <a:cubicBezTo>
                    <a:pt x="192543" y="95103"/>
                    <a:pt x="222422" y="81760"/>
                    <a:pt x="252345" y="68461"/>
                  </a:cubicBezTo>
                  <a:cubicBezTo>
                    <a:pt x="283421" y="54585"/>
                    <a:pt x="314497" y="40754"/>
                    <a:pt x="345086" y="25770"/>
                  </a:cubicBezTo>
                  <a:cubicBezTo>
                    <a:pt x="349652" y="23553"/>
                    <a:pt x="354395" y="21115"/>
                    <a:pt x="357454" y="17037"/>
                  </a:cubicBezTo>
                  <a:cubicBezTo>
                    <a:pt x="360513" y="12958"/>
                    <a:pt x="361266" y="6708"/>
                    <a:pt x="357764" y="2984"/>
                  </a:cubicBezTo>
                  <a:cubicBezTo>
                    <a:pt x="353907" y="-1050"/>
                    <a:pt x="347346" y="-208"/>
                    <a:pt x="341938" y="989"/>
                  </a:cubicBezTo>
                  <a:cubicBezTo>
                    <a:pt x="282357" y="14111"/>
                    <a:pt x="223441" y="30380"/>
                    <a:pt x="163329" y="40887"/>
                  </a:cubicBezTo>
                  <a:cubicBezTo>
                    <a:pt x="117091" y="48955"/>
                    <a:pt x="69968" y="53565"/>
                    <a:pt x="23021" y="50462"/>
                  </a:cubicBezTo>
                  <a:cubicBezTo>
                    <a:pt x="17036" y="50063"/>
                    <a:pt x="3338" y="47315"/>
                    <a:pt x="368" y="55649"/>
                  </a:cubicBezTo>
                  <a:cubicBezTo>
                    <a:pt x="-2514" y="63673"/>
                    <a:pt x="12293" y="65579"/>
                    <a:pt x="18145" y="67973"/>
                  </a:cubicBezTo>
                  <a:cubicBezTo>
                    <a:pt x="39867" y="76972"/>
                    <a:pt x="61234" y="87035"/>
                    <a:pt x="82026" y="98118"/>
                  </a:cubicBezTo>
                  <a:close/>
                </a:path>
              </a:pathLst>
            </a:custGeom>
            <a:solidFill>
              <a:srgbClr val="F9D5C7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78" name="Forme libre : forme 20177">
              <a:extLst>
                <a:ext uri="{FF2B5EF4-FFF2-40B4-BE49-F238E27FC236}">
                  <a16:creationId xmlns:a16="http://schemas.microsoft.com/office/drawing/2014/main" id="{42634F7F-0769-4909-9A85-64A498F6205B}"/>
                </a:ext>
              </a:extLst>
            </p:cNvPr>
            <p:cNvSpPr/>
            <p:nvPr/>
          </p:nvSpPr>
          <p:spPr>
            <a:xfrm>
              <a:off x="4910900" y="692445"/>
              <a:ext cx="209526" cy="158309"/>
            </a:xfrm>
            <a:custGeom>
              <a:avLst/>
              <a:gdLst>
                <a:gd name="connsiteX0" fmla="*/ 193948 w 209526"/>
                <a:gd name="connsiteY0" fmla="*/ 35114 h 158309"/>
                <a:gd name="connsiteX1" fmla="*/ 209242 w 209526"/>
                <a:gd name="connsiteY1" fmla="*/ 51206 h 158309"/>
                <a:gd name="connsiteX2" fmla="*/ 209242 w 209526"/>
                <a:gd name="connsiteY2" fmla="*/ 54487 h 158309"/>
                <a:gd name="connsiteX3" fmla="*/ 206405 w 209526"/>
                <a:gd name="connsiteY3" fmla="*/ 56925 h 158309"/>
                <a:gd name="connsiteX4" fmla="*/ 105197 w 209526"/>
                <a:gd name="connsiteY4" fmla="*/ 109102 h 158309"/>
                <a:gd name="connsiteX5" fmla="*/ 0 w 209526"/>
                <a:gd name="connsiteY5" fmla="*/ 158310 h 158309"/>
                <a:gd name="connsiteX6" fmla="*/ 82012 w 209526"/>
                <a:gd name="connsiteY6" fmla="*/ 95803 h 158309"/>
                <a:gd name="connsiteX7" fmla="*/ 116191 w 209526"/>
                <a:gd name="connsiteY7" fmla="*/ 35380 h 158309"/>
                <a:gd name="connsiteX8" fmla="*/ 109586 w 209526"/>
                <a:gd name="connsiteY8" fmla="*/ 6387 h 158309"/>
                <a:gd name="connsiteX9" fmla="*/ 132417 w 209526"/>
                <a:gd name="connsiteY9" fmla="*/ 4393 h 158309"/>
                <a:gd name="connsiteX10" fmla="*/ 193948 w 209526"/>
                <a:gd name="connsiteY10" fmla="*/ 35114 h 15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526" h="158309">
                  <a:moveTo>
                    <a:pt x="193948" y="35114"/>
                  </a:moveTo>
                  <a:cubicBezTo>
                    <a:pt x="200420" y="39059"/>
                    <a:pt x="207247" y="43892"/>
                    <a:pt x="209242" y="51206"/>
                  </a:cubicBezTo>
                  <a:cubicBezTo>
                    <a:pt x="209552" y="52270"/>
                    <a:pt x="209685" y="53467"/>
                    <a:pt x="209242" y="54487"/>
                  </a:cubicBezTo>
                  <a:cubicBezTo>
                    <a:pt x="208710" y="55639"/>
                    <a:pt x="207558" y="56348"/>
                    <a:pt x="206405" y="56925"/>
                  </a:cubicBezTo>
                  <a:cubicBezTo>
                    <a:pt x="173068" y="75056"/>
                    <a:pt x="139687" y="93232"/>
                    <a:pt x="105197" y="109102"/>
                  </a:cubicBezTo>
                  <a:cubicBezTo>
                    <a:pt x="70043" y="125283"/>
                    <a:pt x="33692" y="139159"/>
                    <a:pt x="0" y="158310"/>
                  </a:cubicBezTo>
                  <a:cubicBezTo>
                    <a:pt x="29347" y="140311"/>
                    <a:pt x="56877" y="119343"/>
                    <a:pt x="82012" y="95803"/>
                  </a:cubicBezTo>
                  <a:cubicBezTo>
                    <a:pt x="99434" y="79489"/>
                    <a:pt x="116812" y="59230"/>
                    <a:pt x="116191" y="35380"/>
                  </a:cubicBezTo>
                  <a:cubicBezTo>
                    <a:pt x="115970" y="26735"/>
                    <a:pt x="107769" y="14145"/>
                    <a:pt x="109586" y="6387"/>
                  </a:cubicBezTo>
                  <a:cubicBezTo>
                    <a:pt x="112246" y="-4961"/>
                    <a:pt x="125811" y="1733"/>
                    <a:pt x="132417" y="4393"/>
                  </a:cubicBezTo>
                  <a:cubicBezTo>
                    <a:pt x="153873" y="12860"/>
                    <a:pt x="174442" y="23145"/>
                    <a:pt x="193948" y="35114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79" name="Forme libre : forme 20178">
              <a:extLst>
                <a:ext uri="{FF2B5EF4-FFF2-40B4-BE49-F238E27FC236}">
                  <a16:creationId xmlns:a16="http://schemas.microsoft.com/office/drawing/2014/main" id="{AC3C025A-7EAE-4892-83A2-D91555BAAD3F}"/>
                </a:ext>
              </a:extLst>
            </p:cNvPr>
            <p:cNvSpPr/>
            <p:nvPr/>
          </p:nvSpPr>
          <p:spPr>
            <a:xfrm>
              <a:off x="4624626" y="944187"/>
              <a:ext cx="256595" cy="73050"/>
            </a:xfrm>
            <a:custGeom>
              <a:avLst/>
              <a:gdLst>
                <a:gd name="connsiteX0" fmla="*/ 256483 w 256595"/>
                <a:gd name="connsiteY0" fmla="*/ 24001 h 73050"/>
                <a:gd name="connsiteX1" fmla="*/ 235736 w 256595"/>
                <a:gd name="connsiteY1" fmla="*/ 18105 h 73050"/>
                <a:gd name="connsiteX2" fmla="*/ 217117 w 256595"/>
                <a:gd name="connsiteY2" fmla="*/ 11899 h 73050"/>
                <a:gd name="connsiteX3" fmla="*/ 181520 w 256595"/>
                <a:gd name="connsiteY3" fmla="*/ 2988 h 73050"/>
                <a:gd name="connsiteX4" fmla="*/ 150665 w 256595"/>
                <a:gd name="connsiteY4" fmla="*/ 373 h 73050"/>
                <a:gd name="connsiteX5" fmla="*/ 127214 w 256595"/>
                <a:gd name="connsiteY5" fmla="*/ 7067 h 73050"/>
                <a:gd name="connsiteX6" fmla="*/ 29730 w 256595"/>
                <a:gd name="connsiteY6" fmla="*/ 46078 h 73050"/>
                <a:gd name="connsiteX7" fmla="*/ 2156 w 256595"/>
                <a:gd name="connsiteY7" fmla="*/ 63854 h 73050"/>
                <a:gd name="connsiteX8" fmla="*/ 649 w 256595"/>
                <a:gd name="connsiteY8" fmla="*/ 71213 h 73050"/>
                <a:gd name="connsiteX9" fmla="*/ 7698 w 256595"/>
                <a:gd name="connsiteY9" fmla="*/ 72854 h 73050"/>
                <a:gd name="connsiteX10" fmla="*/ 54866 w 256595"/>
                <a:gd name="connsiteY10" fmla="*/ 62746 h 73050"/>
                <a:gd name="connsiteX11" fmla="*/ 208428 w 256595"/>
                <a:gd name="connsiteY11" fmla="*/ 40669 h 73050"/>
                <a:gd name="connsiteX12" fmla="*/ 256483 w 256595"/>
                <a:gd name="connsiteY12" fmla="*/ 24001 h 7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6595" h="73050">
                  <a:moveTo>
                    <a:pt x="256483" y="24001"/>
                  </a:moveTo>
                  <a:cubicBezTo>
                    <a:pt x="251961" y="18149"/>
                    <a:pt x="243095" y="19169"/>
                    <a:pt x="235736" y="18105"/>
                  </a:cubicBezTo>
                  <a:cubicBezTo>
                    <a:pt x="229264" y="17174"/>
                    <a:pt x="223279" y="14248"/>
                    <a:pt x="217117" y="11899"/>
                  </a:cubicBezTo>
                  <a:cubicBezTo>
                    <a:pt x="205680" y="7554"/>
                    <a:pt x="193578" y="5249"/>
                    <a:pt x="181520" y="2988"/>
                  </a:cubicBezTo>
                  <a:cubicBezTo>
                    <a:pt x="171323" y="1082"/>
                    <a:pt x="160950" y="-824"/>
                    <a:pt x="150665" y="373"/>
                  </a:cubicBezTo>
                  <a:cubicBezTo>
                    <a:pt x="142553" y="1348"/>
                    <a:pt x="134839" y="4185"/>
                    <a:pt x="127214" y="7067"/>
                  </a:cubicBezTo>
                  <a:cubicBezTo>
                    <a:pt x="94453" y="19435"/>
                    <a:pt x="61959" y="32424"/>
                    <a:pt x="29730" y="46078"/>
                  </a:cubicBezTo>
                  <a:cubicBezTo>
                    <a:pt x="19534" y="50378"/>
                    <a:pt x="8939" y="55121"/>
                    <a:pt x="2156" y="63854"/>
                  </a:cubicBezTo>
                  <a:cubicBezTo>
                    <a:pt x="516" y="65982"/>
                    <a:pt x="-858" y="68997"/>
                    <a:pt x="649" y="71213"/>
                  </a:cubicBezTo>
                  <a:cubicBezTo>
                    <a:pt x="2112" y="73297"/>
                    <a:pt x="5171" y="73208"/>
                    <a:pt x="7698" y="72854"/>
                  </a:cubicBezTo>
                  <a:cubicBezTo>
                    <a:pt x="23613" y="70593"/>
                    <a:pt x="39217" y="66514"/>
                    <a:pt x="54866" y="62746"/>
                  </a:cubicBezTo>
                  <a:cubicBezTo>
                    <a:pt x="105226" y="50644"/>
                    <a:pt x="156606" y="41999"/>
                    <a:pt x="208428" y="40669"/>
                  </a:cubicBezTo>
                  <a:cubicBezTo>
                    <a:pt x="226471" y="40226"/>
                    <a:pt x="258744" y="37167"/>
                    <a:pt x="256483" y="24001"/>
                  </a:cubicBezTo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80" name="Forme libre : forme 20179">
              <a:extLst>
                <a:ext uri="{FF2B5EF4-FFF2-40B4-BE49-F238E27FC236}">
                  <a16:creationId xmlns:a16="http://schemas.microsoft.com/office/drawing/2014/main" id="{36F19B9B-6CC3-4515-9205-272E852AA3AE}"/>
                </a:ext>
              </a:extLst>
            </p:cNvPr>
            <p:cNvSpPr/>
            <p:nvPr/>
          </p:nvSpPr>
          <p:spPr>
            <a:xfrm>
              <a:off x="4532462" y="842041"/>
              <a:ext cx="186733" cy="157881"/>
            </a:xfrm>
            <a:custGeom>
              <a:avLst/>
              <a:gdLst>
                <a:gd name="connsiteX0" fmla="*/ 124820 w 186733"/>
                <a:gd name="connsiteY0" fmla="*/ 26624 h 157881"/>
                <a:gd name="connsiteX1" fmla="*/ 183648 w 186733"/>
                <a:gd name="connsiteY1" fmla="*/ 68295 h 157881"/>
                <a:gd name="connsiteX2" fmla="*/ 185642 w 186733"/>
                <a:gd name="connsiteY2" fmla="*/ 79821 h 157881"/>
                <a:gd name="connsiteX3" fmla="*/ 181387 w 186733"/>
                <a:gd name="connsiteY3" fmla="*/ 82835 h 157881"/>
                <a:gd name="connsiteX4" fmla="*/ 57482 w 186733"/>
                <a:gd name="connsiteY4" fmla="*/ 142859 h 157881"/>
                <a:gd name="connsiteX5" fmla="*/ 11688 w 186733"/>
                <a:gd name="connsiteY5" fmla="*/ 157843 h 157881"/>
                <a:gd name="connsiteX6" fmla="*/ 1802 w 186733"/>
                <a:gd name="connsiteY6" fmla="*/ 155006 h 157881"/>
                <a:gd name="connsiteX7" fmla="*/ 1625 w 186733"/>
                <a:gd name="connsiteY7" fmla="*/ 144278 h 157881"/>
                <a:gd name="connsiteX8" fmla="*/ 10003 w 186733"/>
                <a:gd name="connsiteY8" fmla="*/ 136520 h 157881"/>
                <a:gd name="connsiteX9" fmla="*/ 51320 w 186733"/>
                <a:gd name="connsiteY9" fmla="*/ 95691 h 157881"/>
                <a:gd name="connsiteX10" fmla="*/ 60629 w 186733"/>
                <a:gd name="connsiteY10" fmla="*/ 59074 h 157881"/>
                <a:gd name="connsiteX11" fmla="*/ 43650 w 186733"/>
                <a:gd name="connsiteY11" fmla="*/ 16472 h 157881"/>
                <a:gd name="connsiteX12" fmla="*/ 50921 w 186733"/>
                <a:gd name="connsiteY12" fmla="*/ 25 h 157881"/>
                <a:gd name="connsiteX13" fmla="*/ 68609 w 186733"/>
                <a:gd name="connsiteY13" fmla="*/ 8980 h 157881"/>
                <a:gd name="connsiteX14" fmla="*/ 124820 w 186733"/>
                <a:gd name="connsiteY14" fmla="*/ 26624 h 15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733" h="157881">
                  <a:moveTo>
                    <a:pt x="124820" y="26624"/>
                  </a:moveTo>
                  <a:cubicBezTo>
                    <a:pt x="147651" y="35312"/>
                    <a:pt x="169816" y="48168"/>
                    <a:pt x="183648" y="68295"/>
                  </a:cubicBezTo>
                  <a:cubicBezTo>
                    <a:pt x="185997" y="71753"/>
                    <a:pt x="188081" y="76452"/>
                    <a:pt x="185642" y="79821"/>
                  </a:cubicBezTo>
                  <a:cubicBezTo>
                    <a:pt x="184623" y="81239"/>
                    <a:pt x="182938" y="82082"/>
                    <a:pt x="181387" y="82835"/>
                  </a:cubicBezTo>
                  <a:cubicBezTo>
                    <a:pt x="140070" y="102829"/>
                    <a:pt x="98754" y="122866"/>
                    <a:pt x="57482" y="142859"/>
                  </a:cubicBezTo>
                  <a:cubicBezTo>
                    <a:pt x="42941" y="149908"/>
                    <a:pt x="27869" y="157090"/>
                    <a:pt x="11688" y="157843"/>
                  </a:cubicBezTo>
                  <a:cubicBezTo>
                    <a:pt x="8141" y="158021"/>
                    <a:pt x="4152" y="157666"/>
                    <a:pt x="1802" y="155006"/>
                  </a:cubicBezTo>
                  <a:cubicBezTo>
                    <a:pt x="-769" y="152169"/>
                    <a:pt x="-370" y="147558"/>
                    <a:pt x="1625" y="144278"/>
                  </a:cubicBezTo>
                  <a:cubicBezTo>
                    <a:pt x="3619" y="140997"/>
                    <a:pt x="6900" y="138737"/>
                    <a:pt x="10003" y="136520"/>
                  </a:cubicBezTo>
                  <a:cubicBezTo>
                    <a:pt x="25918" y="125260"/>
                    <a:pt x="41168" y="112315"/>
                    <a:pt x="51320" y="95691"/>
                  </a:cubicBezTo>
                  <a:cubicBezTo>
                    <a:pt x="58014" y="84741"/>
                    <a:pt x="62358" y="71797"/>
                    <a:pt x="60629" y="59074"/>
                  </a:cubicBezTo>
                  <a:cubicBezTo>
                    <a:pt x="58590" y="43868"/>
                    <a:pt x="48305" y="31101"/>
                    <a:pt x="43650" y="16472"/>
                  </a:cubicBezTo>
                  <a:cubicBezTo>
                    <a:pt x="41744" y="10487"/>
                    <a:pt x="41611" y="-596"/>
                    <a:pt x="50921" y="25"/>
                  </a:cubicBezTo>
                  <a:cubicBezTo>
                    <a:pt x="55974" y="380"/>
                    <a:pt x="63245" y="7251"/>
                    <a:pt x="68609" y="8980"/>
                  </a:cubicBezTo>
                  <a:cubicBezTo>
                    <a:pt x="87316" y="15009"/>
                    <a:pt x="106467" y="19619"/>
                    <a:pt x="124820" y="26624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81" name="Forme libre : forme 20180">
              <a:extLst>
                <a:ext uri="{FF2B5EF4-FFF2-40B4-BE49-F238E27FC236}">
                  <a16:creationId xmlns:a16="http://schemas.microsoft.com/office/drawing/2014/main" id="{1F399AEB-0172-4DF8-BBCE-89D1C9F7DDB8}"/>
                </a:ext>
              </a:extLst>
            </p:cNvPr>
            <p:cNvSpPr/>
            <p:nvPr/>
          </p:nvSpPr>
          <p:spPr>
            <a:xfrm>
              <a:off x="5379390" y="844948"/>
              <a:ext cx="143954" cy="142213"/>
            </a:xfrm>
            <a:custGeom>
              <a:avLst/>
              <a:gdLst>
                <a:gd name="connsiteX0" fmla="*/ 96819 w 143954"/>
                <a:gd name="connsiteY0" fmla="*/ 29125 h 142213"/>
                <a:gd name="connsiteX1" fmla="*/ 138490 w 143954"/>
                <a:gd name="connsiteY1" fmla="*/ 53064 h 142213"/>
                <a:gd name="connsiteX2" fmla="*/ 143810 w 143954"/>
                <a:gd name="connsiteY2" fmla="*/ 65211 h 142213"/>
                <a:gd name="connsiteX3" fmla="*/ 137692 w 143954"/>
                <a:gd name="connsiteY3" fmla="*/ 73634 h 142213"/>
                <a:gd name="connsiteX4" fmla="*/ 0 w 143954"/>
                <a:gd name="connsiteY4" fmla="*/ 142214 h 142213"/>
                <a:gd name="connsiteX5" fmla="*/ 52399 w 143954"/>
                <a:gd name="connsiteY5" fmla="*/ 105508 h 142213"/>
                <a:gd name="connsiteX6" fmla="*/ 82677 w 143954"/>
                <a:gd name="connsiteY6" fmla="*/ 73545 h 142213"/>
                <a:gd name="connsiteX7" fmla="*/ 59935 w 143954"/>
                <a:gd name="connsiteY7" fmla="*/ 31431 h 142213"/>
                <a:gd name="connsiteX8" fmla="*/ 23717 w 143954"/>
                <a:gd name="connsiteY8" fmla="*/ 0 h 142213"/>
                <a:gd name="connsiteX9" fmla="*/ 96819 w 143954"/>
                <a:gd name="connsiteY9" fmla="*/ 29125 h 14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4" h="142213">
                  <a:moveTo>
                    <a:pt x="96819" y="29125"/>
                  </a:moveTo>
                  <a:cubicBezTo>
                    <a:pt x="111803" y="35154"/>
                    <a:pt x="127230" y="41449"/>
                    <a:pt x="138490" y="53064"/>
                  </a:cubicBezTo>
                  <a:cubicBezTo>
                    <a:pt x="141682" y="56389"/>
                    <a:pt x="144652" y="60689"/>
                    <a:pt x="143810" y="65211"/>
                  </a:cubicBezTo>
                  <a:cubicBezTo>
                    <a:pt x="143145" y="68669"/>
                    <a:pt x="140396" y="71329"/>
                    <a:pt x="137692" y="73634"/>
                  </a:cubicBezTo>
                  <a:cubicBezTo>
                    <a:pt x="98636" y="107370"/>
                    <a:pt x="48675" y="125146"/>
                    <a:pt x="0" y="142214"/>
                  </a:cubicBezTo>
                  <a:cubicBezTo>
                    <a:pt x="16624" y="128826"/>
                    <a:pt x="34135" y="116590"/>
                    <a:pt x="52399" y="105508"/>
                  </a:cubicBezTo>
                  <a:cubicBezTo>
                    <a:pt x="65388" y="97661"/>
                    <a:pt x="80106" y="88529"/>
                    <a:pt x="82677" y="73545"/>
                  </a:cubicBezTo>
                  <a:cubicBezTo>
                    <a:pt x="85514" y="57098"/>
                    <a:pt x="72171" y="42779"/>
                    <a:pt x="59935" y="31431"/>
                  </a:cubicBezTo>
                  <a:cubicBezTo>
                    <a:pt x="52842" y="24825"/>
                    <a:pt x="24338" y="8201"/>
                    <a:pt x="23717" y="0"/>
                  </a:cubicBezTo>
                  <a:cubicBezTo>
                    <a:pt x="48498" y="7847"/>
                    <a:pt x="72658" y="19417"/>
                    <a:pt x="96819" y="29125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82" name="Forme libre : forme 20181">
              <a:extLst>
                <a:ext uri="{FF2B5EF4-FFF2-40B4-BE49-F238E27FC236}">
                  <a16:creationId xmlns:a16="http://schemas.microsoft.com/office/drawing/2014/main" id="{C1805782-43EA-4E60-AB67-9C6DE9E79E7C}"/>
                </a:ext>
              </a:extLst>
            </p:cNvPr>
            <p:cNvSpPr/>
            <p:nvPr/>
          </p:nvSpPr>
          <p:spPr>
            <a:xfrm>
              <a:off x="5444777" y="923957"/>
              <a:ext cx="266236" cy="82541"/>
            </a:xfrm>
            <a:custGeom>
              <a:avLst/>
              <a:gdLst>
                <a:gd name="connsiteX0" fmla="*/ 194569 w 266236"/>
                <a:gd name="connsiteY0" fmla="*/ 19538 h 82541"/>
                <a:gd name="connsiteX1" fmla="*/ 103602 w 266236"/>
                <a:gd name="connsiteY1" fmla="*/ 2914 h 82541"/>
                <a:gd name="connsiteX2" fmla="*/ 70753 w 266236"/>
                <a:gd name="connsiteY2" fmla="*/ 19405 h 82541"/>
                <a:gd name="connsiteX3" fmla="*/ 26289 w 266236"/>
                <a:gd name="connsiteY3" fmla="*/ 46979 h 82541"/>
                <a:gd name="connsiteX4" fmla="*/ 3547 w 266236"/>
                <a:gd name="connsiteY4" fmla="*/ 64888 h 82541"/>
                <a:gd name="connsiteX5" fmla="*/ 1 w 266236"/>
                <a:gd name="connsiteY5" fmla="*/ 72957 h 82541"/>
                <a:gd name="connsiteX6" fmla="*/ 8512 w 266236"/>
                <a:gd name="connsiteY6" fmla="*/ 82133 h 82541"/>
                <a:gd name="connsiteX7" fmla="*/ 21856 w 266236"/>
                <a:gd name="connsiteY7" fmla="*/ 80848 h 82541"/>
                <a:gd name="connsiteX8" fmla="*/ 103691 w 266236"/>
                <a:gd name="connsiteY8" fmla="*/ 49195 h 82541"/>
                <a:gd name="connsiteX9" fmla="*/ 254195 w 266236"/>
                <a:gd name="connsiteY9" fmla="*/ 58150 h 82541"/>
                <a:gd name="connsiteX10" fmla="*/ 263460 w 266236"/>
                <a:gd name="connsiteY10" fmla="*/ 57663 h 82541"/>
                <a:gd name="connsiteX11" fmla="*/ 238679 w 266236"/>
                <a:gd name="connsiteY11" fmla="*/ 38733 h 82541"/>
                <a:gd name="connsiteX12" fmla="*/ 194569 w 266236"/>
                <a:gd name="connsiteY12" fmla="*/ 19538 h 8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236" h="82541">
                  <a:moveTo>
                    <a:pt x="194569" y="19538"/>
                  </a:moveTo>
                  <a:cubicBezTo>
                    <a:pt x="165710" y="6948"/>
                    <a:pt x="133836" y="-5908"/>
                    <a:pt x="103602" y="2914"/>
                  </a:cubicBezTo>
                  <a:cubicBezTo>
                    <a:pt x="91810" y="6372"/>
                    <a:pt x="81215" y="12888"/>
                    <a:pt x="70753" y="19405"/>
                  </a:cubicBezTo>
                  <a:cubicBezTo>
                    <a:pt x="55947" y="28581"/>
                    <a:pt x="41096" y="37802"/>
                    <a:pt x="26289" y="46979"/>
                  </a:cubicBezTo>
                  <a:cubicBezTo>
                    <a:pt x="18044" y="52077"/>
                    <a:pt x="9621" y="57352"/>
                    <a:pt x="3547" y="64888"/>
                  </a:cubicBezTo>
                  <a:cubicBezTo>
                    <a:pt x="1641" y="67238"/>
                    <a:pt x="-44" y="69942"/>
                    <a:pt x="1" y="72957"/>
                  </a:cubicBezTo>
                  <a:cubicBezTo>
                    <a:pt x="45" y="77478"/>
                    <a:pt x="4124" y="81158"/>
                    <a:pt x="8512" y="82133"/>
                  </a:cubicBezTo>
                  <a:cubicBezTo>
                    <a:pt x="12901" y="83153"/>
                    <a:pt x="17512" y="82089"/>
                    <a:pt x="21856" y="80848"/>
                  </a:cubicBezTo>
                  <a:cubicBezTo>
                    <a:pt x="50006" y="72779"/>
                    <a:pt x="75408" y="56732"/>
                    <a:pt x="103691" y="49195"/>
                  </a:cubicBezTo>
                  <a:cubicBezTo>
                    <a:pt x="152677" y="36162"/>
                    <a:pt x="204189" y="49905"/>
                    <a:pt x="254195" y="58150"/>
                  </a:cubicBezTo>
                  <a:cubicBezTo>
                    <a:pt x="257298" y="58682"/>
                    <a:pt x="260711" y="59125"/>
                    <a:pt x="263460" y="57663"/>
                  </a:cubicBezTo>
                  <a:cubicBezTo>
                    <a:pt x="275872" y="51057"/>
                    <a:pt x="242890" y="40551"/>
                    <a:pt x="238679" y="38733"/>
                  </a:cubicBezTo>
                  <a:cubicBezTo>
                    <a:pt x="223961" y="32350"/>
                    <a:pt x="209243" y="25966"/>
                    <a:pt x="194569" y="19538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83" name="Forme libre : forme 20182">
              <a:extLst>
                <a:ext uri="{FF2B5EF4-FFF2-40B4-BE49-F238E27FC236}">
                  <a16:creationId xmlns:a16="http://schemas.microsoft.com/office/drawing/2014/main" id="{5692E567-C73A-4197-A1F0-2772C3F3DE6B}"/>
                </a:ext>
              </a:extLst>
            </p:cNvPr>
            <p:cNvSpPr/>
            <p:nvPr/>
          </p:nvSpPr>
          <p:spPr>
            <a:xfrm>
              <a:off x="5619183" y="815157"/>
              <a:ext cx="182556" cy="148110"/>
            </a:xfrm>
            <a:custGeom>
              <a:avLst/>
              <a:gdLst>
                <a:gd name="connsiteX0" fmla="*/ 163751 w 182556"/>
                <a:gd name="connsiteY0" fmla="*/ 7581 h 148110"/>
                <a:gd name="connsiteX1" fmla="*/ 11253 w 182556"/>
                <a:gd name="connsiteY1" fmla="*/ 79441 h 148110"/>
                <a:gd name="connsiteX2" fmla="*/ 37 w 182556"/>
                <a:gd name="connsiteY2" fmla="*/ 93184 h 148110"/>
                <a:gd name="connsiteX3" fmla="*/ 11962 w 182556"/>
                <a:gd name="connsiteY3" fmla="*/ 104665 h 148110"/>
                <a:gd name="connsiteX4" fmla="*/ 125848 w 182556"/>
                <a:gd name="connsiteY4" fmla="*/ 145760 h 148110"/>
                <a:gd name="connsiteX5" fmla="*/ 144068 w 182556"/>
                <a:gd name="connsiteY5" fmla="*/ 147267 h 148110"/>
                <a:gd name="connsiteX6" fmla="*/ 151693 w 182556"/>
                <a:gd name="connsiteY6" fmla="*/ 132904 h 148110"/>
                <a:gd name="connsiteX7" fmla="*/ 145088 w 182556"/>
                <a:gd name="connsiteY7" fmla="*/ 127274 h 148110"/>
                <a:gd name="connsiteX8" fmla="*/ 124075 w 182556"/>
                <a:gd name="connsiteY8" fmla="*/ 117566 h 148110"/>
                <a:gd name="connsiteX9" fmla="*/ 93575 w 182556"/>
                <a:gd name="connsiteY9" fmla="*/ 92607 h 148110"/>
                <a:gd name="connsiteX10" fmla="*/ 107983 w 182556"/>
                <a:gd name="connsiteY10" fmla="*/ 67206 h 148110"/>
                <a:gd name="connsiteX11" fmla="*/ 149122 w 182556"/>
                <a:gd name="connsiteY11" fmla="*/ 31342 h 148110"/>
                <a:gd name="connsiteX12" fmla="*/ 182547 w 182556"/>
                <a:gd name="connsiteY12" fmla="*/ 0 h 148110"/>
                <a:gd name="connsiteX13" fmla="*/ 163751 w 182556"/>
                <a:gd name="connsiteY13" fmla="*/ 7581 h 148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556" h="148110">
                  <a:moveTo>
                    <a:pt x="163751" y="7581"/>
                  </a:moveTo>
                  <a:cubicBezTo>
                    <a:pt x="112194" y="29968"/>
                    <a:pt x="60549" y="52399"/>
                    <a:pt x="11253" y="79441"/>
                  </a:cubicBezTo>
                  <a:cubicBezTo>
                    <a:pt x="5755" y="82456"/>
                    <a:pt x="-539" y="86933"/>
                    <a:pt x="37" y="93184"/>
                  </a:cubicBezTo>
                  <a:cubicBezTo>
                    <a:pt x="569" y="98991"/>
                    <a:pt x="6642" y="102360"/>
                    <a:pt x="11962" y="104665"/>
                  </a:cubicBezTo>
                  <a:cubicBezTo>
                    <a:pt x="49023" y="120758"/>
                    <a:pt x="87058" y="134500"/>
                    <a:pt x="125848" y="145760"/>
                  </a:cubicBezTo>
                  <a:cubicBezTo>
                    <a:pt x="131788" y="147489"/>
                    <a:pt x="138172" y="149174"/>
                    <a:pt x="144068" y="147267"/>
                  </a:cubicBezTo>
                  <a:cubicBezTo>
                    <a:pt x="149964" y="145361"/>
                    <a:pt x="154575" y="138357"/>
                    <a:pt x="151693" y="132904"/>
                  </a:cubicBezTo>
                  <a:cubicBezTo>
                    <a:pt x="150319" y="130333"/>
                    <a:pt x="147659" y="128693"/>
                    <a:pt x="145088" y="127274"/>
                  </a:cubicBezTo>
                  <a:cubicBezTo>
                    <a:pt x="138349" y="123550"/>
                    <a:pt x="131301" y="120270"/>
                    <a:pt x="124075" y="117566"/>
                  </a:cubicBezTo>
                  <a:cubicBezTo>
                    <a:pt x="111041" y="112645"/>
                    <a:pt x="94861" y="106483"/>
                    <a:pt x="93575" y="92607"/>
                  </a:cubicBezTo>
                  <a:cubicBezTo>
                    <a:pt x="92600" y="82544"/>
                    <a:pt x="100535" y="74033"/>
                    <a:pt x="107983" y="67206"/>
                  </a:cubicBezTo>
                  <a:cubicBezTo>
                    <a:pt x="121326" y="54882"/>
                    <a:pt x="135069" y="42912"/>
                    <a:pt x="149122" y="31342"/>
                  </a:cubicBezTo>
                  <a:cubicBezTo>
                    <a:pt x="157057" y="24825"/>
                    <a:pt x="183124" y="10994"/>
                    <a:pt x="182547" y="0"/>
                  </a:cubicBezTo>
                  <a:cubicBezTo>
                    <a:pt x="176252" y="1374"/>
                    <a:pt x="169780" y="4965"/>
                    <a:pt x="163751" y="7581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84" name="Forme libre : forme 20183">
              <a:extLst>
                <a:ext uri="{FF2B5EF4-FFF2-40B4-BE49-F238E27FC236}">
                  <a16:creationId xmlns:a16="http://schemas.microsoft.com/office/drawing/2014/main" id="{BD3B0C56-79F3-438C-9874-4FD7F58B0F6D}"/>
                </a:ext>
              </a:extLst>
            </p:cNvPr>
            <p:cNvSpPr/>
            <p:nvPr/>
          </p:nvSpPr>
          <p:spPr>
            <a:xfrm>
              <a:off x="5966090" y="794616"/>
              <a:ext cx="286941" cy="218107"/>
            </a:xfrm>
            <a:custGeom>
              <a:avLst/>
              <a:gdLst>
                <a:gd name="connsiteX0" fmla="*/ 278374 w 286941"/>
                <a:gd name="connsiteY0" fmla="*/ 57469 h 218107"/>
                <a:gd name="connsiteX1" fmla="*/ 286930 w 286941"/>
                <a:gd name="connsiteY1" fmla="*/ 66290 h 218107"/>
                <a:gd name="connsiteX2" fmla="*/ 276778 w 286941"/>
                <a:gd name="connsiteY2" fmla="*/ 76575 h 218107"/>
                <a:gd name="connsiteX3" fmla="*/ 117674 w 286941"/>
                <a:gd name="connsiteY3" fmla="*/ 171621 h 218107"/>
                <a:gd name="connsiteX4" fmla="*/ 76136 w 286941"/>
                <a:gd name="connsiteY4" fmla="*/ 203628 h 218107"/>
                <a:gd name="connsiteX5" fmla="*/ 26485 w 286941"/>
                <a:gd name="connsiteY5" fmla="*/ 217991 h 218107"/>
                <a:gd name="connsiteX6" fmla="*/ 20 w 286941"/>
                <a:gd name="connsiteY6" fmla="*/ 198397 h 218107"/>
                <a:gd name="connsiteX7" fmla="*/ 13585 w 286941"/>
                <a:gd name="connsiteY7" fmla="*/ 176453 h 218107"/>
                <a:gd name="connsiteX8" fmla="*/ 96129 w 286941"/>
                <a:gd name="connsiteY8" fmla="*/ 110666 h 218107"/>
                <a:gd name="connsiteX9" fmla="*/ 104995 w 286941"/>
                <a:gd name="connsiteY9" fmla="*/ 96303 h 218107"/>
                <a:gd name="connsiteX10" fmla="*/ 106414 w 286941"/>
                <a:gd name="connsiteY10" fmla="*/ 78570 h 218107"/>
                <a:gd name="connsiteX11" fmla="*/ 108542 w 286941"/>
                <a:gd name="connsiteY11" fmla="*/ 31446 h 218107"/>
                <a:gd name="connsiteX12" fmla="*/ 133943 w 286941"/>
                <a:gd name="connsiteY12" fmla="*/ 104 h 218107"/>
                <a:gd name="connsiteX13" fmla="*/ 176457 w 286941"/>
                <a:gd name="connsiteY13" fmla="*/ 15753 h 218107"/>
                <a:gd name="connsiteX14" fmla="*/ 278374 w 286941"/>
                <a:gd name="connsiteY14" fmla="*/ 57469 h 21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6941" h="218107">
                  <a:moveTo>
                    <a:pt x="278374" y="57469"/>
                  </a:moveTo>
                  <a:cubicBezTo>
                    <a:pt x="282275" y="59331"/>
                    <a:pt x="286664" y="61990"/>
                    <a:pt x="286930" y="66290"/>
                  </a:cubicBezTo>
                  <a:cubicBezTo>
                    <a:pt x="287240" y="71433"/>
                    <a:pt x="281566" y="74625"/>
                    <a:pt x="276778" y="76575"/>
                  </a:cubicBezTo>
                  <a:cubicBezTo>
                    <a:pt x="219369" y="99982"/>
                    <a:pt x="165507" y="132166"/>
                    <a:pt x="117674" y="171621"/>
                  </a:cubicBezTo>
                  <a:cubicBezTo>
                    <a:pt x="104197" y="182748"/>
                    <a:pt x="91075" y="194540"/>
                    <a:pt x="76136" y="203628"/>
                  </a:cubicBezTo>
                  <a:cubicBezTo>
                    <a:pt x="61196" y="212716"/>
                    <a:pt x="43952" y="219055"/>
                    <a:pt x="26485" y="217991"/>
                  </a:cubicBezTo>
                  <a:cubicBezTo>
                    <a:pt x="14471" y="217282"/>
                    <a:pt x="596" y="210410"/>
                    <a:pt x="20" y="198397"/>
                  </a:cubicBezTo>
                  <a:cubicBezTo>
                    <a:pt x="-424" y="189486"/>
                    <a:pt x="6714" y="182172"/>
                    <a:pt x="13585" y="176453"/>
                  </a:cubicBezTo>
                  <a:cubicBezTo>
                    <a:pt x="40760" y="154022"/>
                    <a:pt x="73166" y="137442"/>
                    <a:pt x="96129" y="110666"/>
                  </a:cubicBezTo>
                  <a:cubicBezTo>
                    <a:pt x="99809" y="106366"/>
                    <a:pt x="103311" y="101711"/>
                    <a:pt x="104995" y="96303"/>
                  </a:cubicBezTo>
                  <a:cubicBezTo>
                    <a:pt x="106813" y="90628"/>
                    <a:pt x="106547" y="84511"/>
                    <a:pt x="106414" y="78570"/>
                  </a:cubicBezTo>
                  <a:cubicBezTo>
                    <a:pt x="106059" y="62833"/>
                    <a:pt x="106769" y="47051"/>
                    <a:pt x="108542" y="31446"/>
                  </a:cubicBezTo>
                  <a:cubicBezTo>
                    <a:pt x="110093" y="17482"/>
                    <a:pt x="115989" y="-1580"/>
                    <a:pt x="133943" y="104"/>
                  </a:cubicBezTo>
                  <a:cubicBezTo>
                    <a:pt x="146888" y="1301"/>
                    <a:pt x="163911" y="11497"/>
                    <a:pt x="176457" y="15753"/>
                  </a:cubicBezTo>
                  <a:cubicBezTo>
                    <a:pt x="211212" y="27590"/>
                    <a:pt x="245259" y="41509"/>
                    <a:pt x="278374" y="57469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85" name="Forme libre : forme 20184">
              <a:extLst>
                <a:ext uri="{FF2B5EF4-FFF2-40B4-BE49-F238E27FC236}">
                  <a16:creationId xmlns:a16="http://schemas.microsoft.com/office/drawing/2014/main" id="{873F5ACB-1ED5-4FD3-A732-D3EAF1F5A183}"/>
                </a:ext>
              </a:extLst>
            </p:cNvPr>
            <p:cNvSpPr/>
            <p:nvPr/>
          </p:nvSpPr>
          <p:spPr>
            <a:xfrm>
              <a:off x="6119010" y="885830"/>
              <a:ext cx="362813" cy="112990"/>
            </a:xfrm>
            <a:custGeom>
              <a:avLst/>
              <a:gdLst>
                <a:gd name="connsiteX0" fmla="*/ 262969 w 362813"/>
                <a:gd name="connsiteY0" fmla="*/ 25880 h 112990"/>
                <a:gd name="connsiteX1" fmla="*/ 201792 w 362813"/>
                <a:gd name="connsiteY1" fmla="*/ 3493 h 112990"/>
                <a:gd name="connsiteX2" fmla="*/ 148595 w 362813"/>
                <a:gd name="connsiteY2" fmla="*/ 3138 h 112990"/>
                <a:gd name="connsiteX3" fmla="*/ 115967 w 362813"/>
                <a:gd name="connsiteY3" fmla="*/ 17767 h 112990"/>
                <a:gd name="connsiteX4" fmla="*/ 31739 w 362813"/>
                <a:gd name="connsiteY4" fmla="*/ 66842 h 112990"/>
                <a:gd name="connsiteX5" fmla="*/ 8332 w 362813"/>
                <a:gd name="connsiteY5" fmla="*/ 85195 h 112990"/>
                <a:gd name="connsiteX6" fmla="*/ 840 w 362813"/>
                <a:gd name="connsiteY6" fmla="*/ 112990 h 112990"/>
                <a:gd name="connsiteX7" fmla="*/ 87906 w 362813"/>
                <a:gd name="connsiteY7" fmla="*/ 69369 h 112990"/>
                <a:gd name="connsiteX8" fmla="*/ 219081 w 362813"/>
                <a:gd name="connsiteY8" fmla="*/ 50218 h 112990"/>
                <a:gd name="connsiteX9" fmla="*/ 289390 w 362813"/>
                <a:gd name="connsiteY9" fmla="*/ 63473 h 112990"/>
                <a:gd name="connsiteX10" fmla="*/ 322727 w 362813"/>
                <a:gd name="connsiteY10" fmla="*/ 73226 h 112990"/>
                <a:gd name="connsiteX11" fmla="*/ 357926 w 362813"/>
                <a:gd name="connsiteY11" fmla="*/ 83732 h 112990"/>
                <a:gd name="connsiteX12" fmla="*/ 334475 w 362813"/>
                <a:gd name="connsiteY12" fmla="*/ 57399 h 112990"/>
                <a:gd name="connsiteX13" fmla="*/ 262969 w 362813"/>
                <a:gd name="connsiteY13" fmla="*/ 25880 h 11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813" h="112990">
                  <a:moveTo>
                    <a:pt x="262969" y="25880"/>
                  </a:moveTo>
                  <a:cubicBezTo>
                    <a:pt x="243064" y="17102"/>
                    <a:pt x="223027" y="8325"/>
                    <a:pt x="201792" y="3493"/>
                  </a:cubicBezTo>
                  <a:cubicBezTo>
                    <a:pt x="184326" y="-497"/>
                    <a:pt x="165884" y="-1649"/>
                    <a:pt x="148595" y="3138"/>
                  </a:cubicBezTo>
                  <a:cubicBezTo>
                    <a:pt x="137069" y="6330"/>
                    <a:pt x="126430" y="12004"/>
                    <a:pt x="115967" y="17767"/>
                  </a:cubicBezTo>
                  <a:cubicBezTo>
                    <a:pt x="87507" y="33416"/>
                    <a:pt x="59401" y="49819"/>
                    <a:pt x="31739" y="66842"/>
                  </a:cubicBezTo>
                  <a:cubicBezTo>
                    <a:pt x="23271" y="72073"/>
                    <a:pt x="14671" y="77526"/>
                    <a:pt x="8332" y="85195"/>
                  </a:cubicBezTo>
                  <a:cubicBezTo>
                    <a:pt x="1993" y="92908"/>
                    <a:pt x="-1776" y="103371"/>
                    <a:pt x="840" y="112990"/>
                  </a:cubicBezTo>
                  <a:cubicBezTo>
                    <a:pt x="32271" y="104523"/>
                    <a:pt x="58470" y="83200"/>
                    <a:pt x="87906" y="69369"/>
                  </a:cubicBezTo>
                  <a:cubicBezTo>
                    <a:pt x="128380" y="50351"/>
                    <a:pt x="174573" y="45829"/>
                    <a:pt x="219081" y="50218"/>
                  </a:cubicBezTo>
                  <a:cubicBezTo>
                    <a:pt x="242843" y="52567"/>
                    <a:pt x="266338" y="57355"/>
                    <a:pt x="289390" y="63473"/>
                  </a:cubicBezTo>
                  <a:cubicBezTo>
                    <a:pt x="300606" y="66443"/>
                    <a:pt x="311689" y="69768"/>
                    <a:pt x="322727" y="73226"/>
                  </a:cubicBezTo>
                  <a:cubicBezTo>
                    <a:pt x="330352" y="75619"/>
                    <a:pt x="350345" y="86525"/>
                    <a:pt x="357926" y="83732"/>
                  </a:cubicBezTo>
                  <a:cubicBezTo>
                    <a:pt x="375658" y="77260"/>
                    <a:pt x="339839" y="59749"/>
                    <a:pt x="334475" y="57399"/>
                  </a:cubicBezTo>
                  <a:cubicBezTo>
                    <a:pt x="310713" y="46893"/>
                    <a:pt x="286819" y="36386"/>
                    <a:pt x="262969" y="25880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86" name="Forme libre : forme 20185">
              <a:extLst>
                <a:ext uri="{FF2B5EF4-FFF2-40B4-BE49-F238E27FC236}">
                  <a16:creationId xmlns:a16="http://schemas.microsoft.com/office/drawing/2014/main" id="{99AA08AE-D25C-427E-9A3D-68EF00DF31DD}"/>
                </a:ext>
              </a:extLst>
            </p:cNvPr>
            <p:cNvSpPr/>
            <p:nvPr/>
          </p:nvSpPr>
          <p:spPr>
            <a:xfrm>
              <a:off x="6104746" y="721929"/>
              <a:ext cx="372942" cy="89876"/>
            </a:xfrm>
            <a:custGeom>
              <a:avLst/>
              <a:gdLst>
                <a:gd name="connsiteX0" fmla="*/ 39086 w 372942"/>
                <a:gd name="connsiteY0" fmla="*/ 55192 h 89876"/>
                <a:gd name="connsiteX1" fmla="*/ 156386 w 372942"/>
                <a:gd name="connsiteY1" fmla="*/ 86312 h 89876"/>
                <a:gd name="connsiteX2" fmla="*/ 190078 w 372942"/>
                <a:gd name="connsiteY2" fmla="*/ 89770 h 89876"/>
                <a:gd name="connsiteX3" fmla="*/ 235916 w 372942"/>
                <a:gd name="connsiteY3" fmla="*/ 78067 h 89876"/>
                <a:gd name="connsiteX4" fmla="*/ 352994 w 372942"/>
                <a:gd name="connsiteY4" fmla="*/ 25136 h 89876"/>
                <a:gd name="connsiteX5" fmla="*/ 372943 w 372942"/>
                <a:gd name="connsiteY5" fmla="*/ 0 h 89876"/>
                <a:gd name="connsiteX6" fmla="*/ 227050 w 372942"/>
                <a:gd name="connsiteY6" fmla="*/ 41095 h 89876"/>
                <a:gd name="connsiteX7" fmla="*/ 154657 w 372942"/>
                <a:gd name="connsiteY7" fmla="*/ 56478 h 89876"/>
                <a:gd name="connsiteX8" fmla="*/ 114582 w 372942"/>
                <a:gd name="connsiteY8" fmla="*/ 57453 h 89876"/>
                <a:gd name="connsiteX9" fmla="*/ 51322 w 372942"/>
                <a:gd name="connsiteY9" fmla="*/ 36795 h 89876"/>
                <a:gd name="connsiteX10" fmla="*/ 430 w 372942"/>
                <a:gd name="connsiteY10" fmla="*/ 32140 h 89876"/>
                <a:gd name="connsiteX11" fmla="*/ 39086 w 372942"/>
                <a:gd name="connsiteY11" fmla="*/ 55192 h 8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2942" h="89876">
                  <a:moveTo>
                    <a:pt x="39086" y="55192"/>
                  </a:moveTo>
                  <a:cubicBezTo>
                    <a:pt x="77832" y="66851"/>
                    <a:pt x="116666" y="78554"/>
                    <a:pt x="156386" y="86312"/>
                  </a:cubicBezTo>
                  <a:cubicBezTo>
                    <a:pt x="167469" y="88485"/>
                    <a:pt x="178773" y="90346"/>
                    <a:pt x="190078" y="89770"/>
                  </a:cubicBezTo>
                  <a:cubicBezTo>
                    <a:pt x="205904" y="88972"/>
                    <a:pt x="221021" y="83520"/>
                    <a:pt x="235916" y="78067"/>
                  </a:cubicBezTo>
                  <a:cubicBezTo>
                    <a:pt x="276257" y="63393"/>
                    <a:pt x="316953" y="48498"/>
                    <a:pt x="352994" y="25136"/>
                  </a:cubicBezTo>
                  <a:cubicBezTo>
                    <a:pt x="362304" y="19107"/>
                    <a:pt x="372145" y="11083"/>
                    <a:pt x="372943" y="0"/>
                  </a:cubicBezTo>
                  <a:cubicBezTo>
                    <a:pt x="324622" y="14718"/>
                    <a:pt x="275947" y="28372"/>
                    <a:pt x="227050" y="41095"/>
                  </a:cubicBezTo>
                  <a:cubicBezTo>
                    <a:pt x="203155" y="47301"/>
                    <a:pt x="179128" y="53241"/>
                    <a:pt x="154657" y="56478"/>
                  </a:cubicBezTo>
                  <a:cubicBezTo>
                    <a:pt x="141358" y="58251"/>
                    <a:pt x="127881" y="59182"/>
                    <a:pt x="114582" y="57453"/>
                  </a:cubicBezTo>
                  <a:cubicBezTo>
                    <a:pt x="92505" y="54616"/>
                    <a:pt x="72157" y="44597"/>
                    <a:pt x="51322" y="36795"/>
                  </a:cubicBezTo>
                  <a:cubicBezTo>
                    <a:pt x="42145" y="33381"/>
                    <a:pt x="4730" y="17954"/>
                    <a:pt x="430" y="32140"/>
                  </a:cubicBezTo>
                  <a:cubicBezTo>
                    <a:pt x="-4225" y="47567"/>
                    <a:pt x="30265" y="52532"/>
                    <a:pt x="39086" y="55192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87" name="Forme libre : forme 20186">
              <a:extLst>
                <a:ext uri="{FF2B5EF4-FFF2-40B4-BE49-F238E27FC236}">
                  <a16:creationId xmlns:a16="http://schemas.microsoft.com/office/drawing/2014/main" id="{6C8E3AF2-5D53-420E-858F-D4514E3B3B61}"/>
                </a:ext>
              </a:extLst>
            </p:cNvPr>
            <p:cNvSpPr/>
            <p:nvPr/>
          </p:nvSpPr>
          <p:spPr>
            <a:xfrm>
              <a:off x="6357215" y="794660"/>
              <a:ext cx="231624" cy="140043"/>
            </a:xfrm>
            <a:custGeom>
              <a:avLst/>
              <a:gdLst>
                <a:gd name="connsiteX0" fmla="*/ 11686 w 231624"/>
                <a:gd name="connsiteY0" fmla="*/ 49712 h 140043"/>
                <a:gd name="connsiteX1" fmla="*/ 781 w 231624"/>
                <a:gd name="connsiteY1" fmla="*/ 65538 h 140043"/>
                <a:gd name="connsiteX2" fmla="*/ 5746 w 231624"/>
                <a:gd name="connsiteY2" fmla="*/ 70148 h 140043"/>
                <a:gd name="connsiteX3" fmla="*/ 74548 w 231624"/>
                <a:gd name="connsiteY3" fmla="*/ 94840 h 140043"/>
                <a:gd name="connsiteX4" fmla="*/ 113825 w 231624"/>
                <a:gd name="connsiteY4" fmla="*/ 116031 h 140043"/>
                <a:gd name="connsiteX5" fmla="*/ 225229 w 231624"/>
                <a:gd name="connsiteY5" fmla="*/ 139526 h 140043"/>
                <a:gd name="connsiteX6" fmla="*/ 230726 w 231624"/>
                <a:gd name="connsiteY6" fmla="*/ 137531 h 140043"/>
                <a:gd name="connsiteX7" fmla="*/ 228642 w 231624"/>
                <a:gd name="connsiteY7" fmla="*/ 128576 h 140043"/>
                <a:gd name="connsiteX8" fmla="*/ 186882 w 231624"/>
                <a:gd name="connsiteY8" fmla="*/ 94353 h 140043"/>
                <a:gd name="connsiteX9" fmla="*/ 159929 w 231624"/>
                <a:gd name="connsiteY9" fmla="*/ 54411 h 140043"/>
                <a:gd name="connsiteX10" fmla="*/ 158200 w 231624"/>
                <a:gd name="connsiteY10" fmla="*/ 11942 h 140043"/>
                <a:gd name="connsiteX11" fmla="*/ 77252 w 231624"/>
                <a:gd name="connsiteY11" fmla="*/ 19079 h 140043"/>
                <a:gd name="connsiteX12" fmla="*/ 11686 w 231624"/>
                <a:gd name="connsiteY12" fmla="*/ 49712 h 140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1624" h="140043">
                  <a:moveTo>
                    <a:pt x="11686" y="49712"/>
                  </a:moveTo>
                  <a:cubicBezTo>
                    <a:pt x="5214" y="52815"/>
                    <a:pt x="-2500" y="59110"/>
                    <a:pt x="781" y="65538"/>
                  </a:cubicBezTo>
                  <a:cubicBezTo>
                    <a:pt x="1801" y="67577"/>
                    <a:pt x="3796" y="68951"/>
                    <a:pt x="5746" y="70148"/>
                  </a:cubicBezTo>
                  <a:cubicBezTo>
                    <a:pt x="26537" y="82960"/>
                    <a:pt x="52027" y="85309"/>
                    <a:pt x="74548" y="94840"/>
                  </a:cubicBezTo>
                  <a:cubicBezTo>
                    <a:pt x="88246" y="100648"/>
                    <a:pt x="100659" y="109071"/>
                    <a:pt x="113825" y="116031"/>
                  </a:cubicBezTo>
                  <a:cubicBezTo>
                    <a:pt x="147782" y="134029"/>
                    <a:pt x="186882" y="142275"/>
                    <a:pt x="225229" y="139526"/>
                  </a:cubicBezTo>
                  <a:cubicBezTo>
                    <a:pt x="227223" y="139393"/>
                    <a:pt x="229484" y="139083"/>
                    <a:pt x="230726" y="137531"/>
                  </a:cubicBezTo>
                  <a:cubicBezTo>
                    <a:pt x="232854" y="134916"/>
                    <a:pt x="230814" y="131103"/>
                    <a:pt x="228642" y="128576"/>
                  </a:cubicBezTo>
                  <a:cubicBezTo>
                    <a:pt x="216894" y="114878"/>
                    <a:pt x="200891" y="105746"/>
                    <a:pt x="186882" y="94353"/>
                  </a:cubicBezTo>
                  <a:cubicBezTo>
                    <a:pt x="174425" y="84245"/>
                    <a:pt x="162500" y="70813"/>
                    <a:pt x="159929" y="54411"/>
                  </a:cubicBezTo>
                  <a:cubicBezTo>
                    <a:pt x="157757" y="40358"/>
                    <a:pt x="167199" y="24665"/>
                    <a:pt x="158200" y="11942"/>
                  </a:cubicBezTo>
                  <a:cubicBezTo>
                    <a:pt x="139493" y="-14435"/>
                    <a:pt x="97689" y="9769"/>
                    <a:pt x="77252" y="19079"/>
                  </a:cubicBezTo>
                  <a:cubicBezTo>
                    <a:pt x="55264" y="29098"/>
                    <a:pt x="33453" y="39294"/>
                    <a:pt x="11686" y="49712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88" name="Forme libre : forme 20187">
              <a:extLst>
                <a:ext uri="{FF2B5EF4-FFF2-40B4-BE49-F238E27FC236}">
                  <a16:creationId xmlns:a16="http://schemas.microsoft.com/office/drawing/2014/main" id="{24688205-B9E2-4F61-A692-5343E1C7DCEE}"/>
                </a:ext>
              </a:extLst>
            </p:cNvPr>
            <p:cNvSpPr/>
            <p:nvPr/>
          </p:nvSpPr>
          <p:spPr>
            <a:xfrm>
              <a:off x="5791213" y="587228"/>
              <a:ext cx="410436" cy="138630"/>
            </a:xfrm>
            <a:custGeom>
              <a:avLst/>
              <a:gdLst>
                <a:gd name="connsiteX0" fmla="*/ 143865 w 410436"/>
                <a:gd name="connsiteY0" fmla="*/ 127475 h 138630"/>
                <a:gd name="connsiteX1" fmla="*/ 170996 w 410436"/>
                <a:gd name="connsiteY1" fmla="*/ 137938 h 138630"/>
                <a:gd name="connsiteX2" fmla="*/ 211337 w 410436"/>
                <a:gd name="connsiteY2" fmla="*/ 129869 h 138630"/>
                <a:gd name="connsiteX3" fmla="*/ 246535 w 410436"/>
                <a:gd name="connsiteY3" fmla="*/ 107260 h 138630"/>
                <a:gd name="connsiteX4" fmla="*/ 405107 w 410436"/>
                <a:gd name="connsiteY4" fmla="*/ 16958 h 138630"/>
                <a:gd name="connsiteX5" fmla="*/ 408964 w 410436"/>
                <a:gd name="connsiteY5" fmla="*/ 2905 h 138630"/>
                <a:gd name="connsiteX6" fmla="*/ 404132 w 410436"/>
                <a:gd name="connsiteY6" fmla="*/ 467 h 138630"/>
                <a:gd name="connsiteX7" fmla="*/ 381036 w 410436"/>
                <a:gd name="connsiteY7" fmla="*/ 4856 h 138630"/>
                <a:gd name="connsiteX8" fmla="*/ 279651 w 410436"/>
                <a:gd name="connsiteY8" fmla="*/ 58230 h 138630"/>
                <a:gd name="connsiteX9" fmla="*/ 167937 w 410436"/>
                <a:gd name="connsiteY9" fmla="*/ 99769 h 138630"/>
                <a:gd name="connsiteX10" fmla="*/ 124891 w 410436"/>
                <a:gd name="connsiteY10" fmla="*/ 89883 h 138630"/>
                <a:gd name="connsiteX11" fmla="*/ 67704 w 410436"/>
                <a:gd name="connsiteY11" fmla="*/ 75785 h 138630"/>
                <a:gd name="connsiteX12" fmla="*/ 7281 w 410436"/>
                <a:gd name="connsiteY12" fmla="*/ 66387 h 138630"/>
                <a:gd name="connsiteX13" fmla="*/ 29580 w 410436"/>
                <a:gd name="connsiteY13" fmla="*/ 88065 h 138630"/>
                <a:gd name="connsiteX14" fmla="*/ 83398 w 410436"/>
                <a:gd name="connsiteY14" fmla="*/ 105665 h 138630"/>
                <a:gd name="connsiteX15" fmla="*/ 143865 w 410436"/>
                <a:gd name="connsiteY15" fmla="*/ 127475 h 13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6" h="138630">
                  <a:moveTo>
                    <a:pt x="143865" y="127475"/>
                  </a:moveTo>
                  <a:cubicBezTo>
                    <a:pt x="152687" y="131598"/>
                    <a:pt x="161420" y="136253"/>
                    <a:pt x="170996" y="137938"/>
                  </a:cubicBezTo>
                  <a:cubicBezTo>
                    <a:pt x="184738" y="140331"/>
                    <a:pt x="198924" y="136253"/>
                    <a:pt x="211337" y="129869"/>
                  </a:cubicBezTo>
                  <a:cubicBezTo>
                    <a:pt x="223749" y="123486"/>
                    <a:pt x="234832" y="114841"/>
                    <a:pt x="246535" y="107260"/>
                  </a:cubicBezTo>
                  <a:cubicBezTo>
                    <a:pt x="297826" y="74057"/>
                    <a:pt x="362106" y="60358"/>
                    <a:pt x="405107" y="16958"/>
                  </a:cubicBezTo>
                  <a:cubicBezTo>
                    <a:pt x="408920" y="13146"/>
                    <a:pt x="412555" y="6895"/>
                    <a:pt x="408964" y="2905"/>
                  </a:cubicBezTo>
                  <a:cubicBezTo>
                    <a:pt x="407723" y="1531"/>
                    <a:pt x="405905" y="866"/>
                    <a:pt x="404132" y="467"/>
                  </a:cubicBezTo>
                  <a:cubicBezTo>
                    <a:pt x="396330" y="-1173"/>
                    <a:pt x="388395" y="1797"/>
                    <a:pt x="381036" y="4856"/>
                  </a:cubicBezTo>
                  <a:cubicBezTo>
                    <a:pt x="345793" y="19618"/>
                    <a:pt x="312278" y="38282"/>
                    <a:pt x="279651" y="58230"/>
                  </a:cubicBezTo>
                  <a:cubicBezTo>
                    <a:pt x="245161" y="79332"/>
                    <a:pt x="208278" y="102739"/>
                    <a:pt x="167937" y="99769"/>
                  </a:cubicBezTo>
                  <a:cubicBezTo>
                    <a:pt x="153219" y="98660"/>
                    <a:pt x="139033" y="94050"/>
                    <a:pt x="124891" y="89883"/>
                  </a:cubicBezTo>
                  <a:cubicBezTo>
                    <a:pt x="106051" y="84341"/>
                    <a:pt x="86944" y="79642"/>
                    <a:pt x="67704" y="75785"/>
                  </a:cubicBezTo>
                  <a:cubicBezTo>
                    <a:pt x="51391" y="72505"/>
                    <a:pt x="23684" y="62752"/>
                    <a:pt x="7281" y="66387"/>
                  </a:cubicBezTo>
                  <a:cubicBezTo>
                    <a:pt x="-15771" y="71485"/>
                    <a:pt x="22664" y="85405"/>
                    <a:pt x="29580" y="88065"/>
                  </a:cubicBezTo>
                  <a:cubicBezTo>
                    <a:pt x="47224" y="94848"/>
                    <a:pt x="65355" y="100123"/>
                    <a:pt x="83398" y="105665"/>
                  </a:cubicBezTo>
                  <a:cubicBezTo>
                    <a:pt x="103923" y="111915"/>
                    <a:pt x="124404" y="118388"/>
                    <a:pt x="143865" y="127475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89" name="Forme libre : forme 20188">
              <a:extLst>
                <a:ext uri="{FF2B5EF4-FFF2-40B4-BE49-F238E27FC236}">
                  <a16:creationId xmlns:a16="http://schemas.microsoft.com/office/drawing/2014/main" id="{A7F924E8-59BF-4265-9225-6CB257C1C01B}"/>
                </a:ext>
              </a:extLst>
            </p:cNvPr>
            <p:cNvSpPr/>
            <p:nvPr/>
          </p:nvSpPr>
          <p:spPr>
            <a:xfrm>
              <a:off x="5746051" y="696593"/>
              <a:ext cx="171310" cy="118431"/>
            </a:xfrm>
            <a:custGeom>
              <a:avLst/>
              <a:gdLst>
                <a:gd name="connsiteX0" fmla="*/ 162562 w 171310"/>
                <a:gd name="connsiteY0" fmla="*/ 31986 h 118431"/>
                <a:gd name="connsiteX1" fmla="*/ 171118 w 171310"/>
                <a:gd name="connsiteY1" fmla="*/ 38237 h 118431"/>
                <a:gd name="connsiteX2" fmla="*/ 159813 w 171310"/>
                <a:gd name="connsiteY2" fmla="*/ 49009 h 118431"/>
                <a:gd name="connsiteX3" fmla="*/ 0 w 171310"/>
                <a:gd name="connsiteY3" fmla="*/ 118432 h 118431"/>
                <a:gd name="connsiteX4" fmla="*/ 39543 w 171310"/>
                <a:gd name="connsiteY4" fmla="*/ 87577 h 118431"/>
                <a:gd name="connsiteX5" fmla="*/ 55015 w 171310"/>
                <a:gd name="connsiteY5" fmla="*/ 69180 h 118431"/>
                <a:gd name="connsiteX6" fmla="*/ 50094 w 171310"/>
                <a:gd name="connsiteY6" fmla="*/ 24760 h 118431"/>
                <a:gd name="connsiteX7" fmla="*/ 55192 w 171310"/>
                <a:gd name="connsiteY7" fmla="*/ 112 h 118431"/>
                <a:gd name="connsiteX8" fmla="*/ 79973 w 171310"/>
                <a:gd name="connsiteY8" fmla="*/ 7250 h 118431"/>
                <a:gd name="connsiteX9" fmla="*/ 106705 w 171310"/>
                <a:gd name="connsiteY9" fmla="*/ 15274 h 118431"/>
                <a:gd name="connsiteX10" fmla="*/ 162562 w 171310"/>
                <a:gd name="connsiteY10" fmla="*/ 31986 h 118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1310" h="118431">
                  <a:moveTo>
                    <a:pt x="162562" y="31986"/>
                  </a:moveTo>
                  <a:cubicBezTo>
                    <a:pt x="166108" y="33050"/>
                    <a:pt x="170187" y="34646"/>
                    <a:pt x="171118" y="38237"/>
                  </a:cubicBezTo>
                  <a:cubicBezTo>
                    <a:pt x="172580" y="43867"/>
                    <a:pt x="165443" y="47458"/>
                    <a:pt x="159813" y="49009"/>
                  </a:cubicBezTo>
                  <a:cubicBezTo>
                    <a:pt x="103646" y="64259"/>
                    <a:pt x="55768" y="101808"/>
                    <a:pt x="0" y="118432"/>
                  </a:cubicBezTo>
                  <a:cubicBezTo>
                    <a:pt x="13831" y="109033"/>
                    <a:pt x="27042" y="98749"/>
                    <a:pt x="39543" y="87577"/>
                  </a:cubicBezTo>
                  <a:cubicBezTo>
                    <a:pt x="45572" y="82213"/>
                    <a:pt x="51557" y="76450"/>
                    <a:pt x="55015" y="69180"/>
                  </a:cubicBezTo>
                  <a:cubicBezTo>
                    <a:pt x="62418" y="53664"/>
                    <a:pt x="56345" y="39168"/>
                    <a:pt x="50094" y="24760"/>
                  </a:cubicBezTo>
                  <a:cubicBezTo>
                    <a:pt x="46503" y="16470"/>
                    <a:pt x="42469" y="2063"/>
                    <a:pt x="55192" y="112"/>
                  </a:cubicBezTo>
                  <a:cubicBezTo>
                    <a:pt x="61753" y="-907"/>
                    <a:pt x="73545" y="5299"/>
                    <a:pt x="79973" y="7250"/>
                  </a:cubicBezTo>
                  <a:cubicBezTo>
                    <a:pt x="88884" y="9909"/>
                    <a:pt x="97794" y="12614"/>
                    <a:pt x="106705" y="15274"/>
                  </a:cubicBezTo>
                  <a:cubicBezTo>
                    <a:pt x="125324" y="20815"/>
                    <a:pt x="143943" y="26401"/>
                    <a:pt x="162562" y="31986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90" name="Forme libre : forme 20189">
              <a:extLst>
                <a:ext uri="{FF2B5EF4-FFF2-40B4-BE49-F238E27FC236}">
                  <a16:creationId xmlns:a16="http://schemas.microsoft.com/office/drawing/2014/main" id="{A87CA178-9323-4F96-9953-4462D3FDDDAF}"/>
                </a:ext>
              </a:extLst>
            </p:cNvPr>
            <p:cNvSpPr/>
            <p:nvPr/>
          </p:nvSpPr>
          <p:spPr>
            <a:xfrm>
              <a:off x="6545471" y="680210"/>
              <a:ext cx="74407" cy="54131"/>
            </a:xfrm>
            <a:custGeom>
              <a:avLst/>
              <a:gdLst>
                <a:gd name="connsiteX0" fmla="*/ 71860 w 74407"/>
                <a:gd name="connsiteY0" fmla="*/ 12194 h 54131"/>
                <a:gd name="connsiteX1" fmla="*/ 71727 w 74407"/>
                <a:gd name="connsiteY1" fmla="*/ 25449 h 54131"/>
                <a:gd name="connsiteX2" fmla="*/ 68181 w 74407"/>
                <a:gd name="connsiteY2" fmla="*/ 27311 h 54131"/>
                <a:gd name="connsiteX3" fmla="*/ 25091 w 74407"/>
                <a:gd name="connsiteY3" fmla="*/ 45177 h 54131"/>
                <a:gd name="connsiteX4" fmla="*/ 0 w 74407"/>
                <a:gd name="connsiteY4" fmla="*/ 54131 h 54131"/>
                <a:gd name="connsiteX5" fmla="*/ 38169 w 74407"/>
                <a:gd name="connsiteY5" fmla="*/ 15785 h 54131"/>
                <a:gd name="connsiteX6" fmla="*/ 45262 w 74407"/>
                <a:gd name="connsiteY6" fmla="*/ 3 h 54131"/>
                <a:gd name="connsiteX7" fmla="*/ 71860 w 74407"/>
                <a:gd name="connsiteY7" fmla="*/ 12194 h 5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407" h="54131">
                  <a:moveTo>
                    <a:pt x="71860" y="12194"/>
                  </a:moveTo>
                  <a:cubicBezTo>
                    <a:pt x="74964" y="15962"/>
                    <a:pt x="75584" y="22346"/>
                    <a:pt x="71727" y="25449"/>
                  </a:cubicBezTo>
                  <a:cubicBezTo>
                    <a:pt x="70708" y="26292"/>
                    <a:pt x="69422" y="26824"/>
                    <a:pt x="68181" y="27311"/>
                  </a:cubicBezTo>
                  <a:cubicBezTo>
                    <a:pt x="53818" y="33252"/>
                    <a:pt x="39454" y="39236"/>
                    <a:pt x="25091" y="45177"/>
                  </a:cubicBezTo>
                  <a:cubicBezTo>
                    <a:pt x="16890" y="48590"/>
                    <a:pt x="8645" y="52004"/>
                    <a:pt x="0" y="54131"/>
                  </a:cubicBezTo>
                  <a:cubicBezTo>
                    <a:pt x="12102" y="43226"/>
                    <a:pt x="41715" y="35025"/>
                    <a:pt x="38169" y="15785"/>
                  </a:cubicBezTo>
                  <a:cubicBezTo>
                    <a:pt x="36706" y="7983"/>
                    <a:pt x="31386" y="358"/>
                    <a:pt x="45262" y="3"/>
                  </a:cubicBezTo>
                  <a:cubicBezTo>
                    <a:pt x="52355" y="-174"/>
                    <a:pt x="67427" y="6786"/>
                    <a:pt x="71860" y="12194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91" name="Forme libre : forme 20190">
              <a:extLst>
                <a:ext uri="{FF2B5EF4-FFF2-40B4-BE49-F238E27FC236}">
                  <a16:creationId xmlns:a16="http://schemas.microsoft.com/office/drawing/2014/main" id="{39182DD9-ECA3-4DA3-984F-36E5DBB0083D}"/>
                </a:ext>
              </a:extLst>
            </p:cNvPr>
            <p:cNvSpPr/>
            <p:nvPr/>
          </p:nvSpPr>
          <p:spPr>
            <a:xfrm>
              <a:off x="6530620" y="598822"/>
              <a:ext cx="247366" cy="82189"/>
            </a:xfrm>
            <a:custGeom>
              <a:avLst/>
              <a:gdLst>
                <a:gd name="connsiteX0" fmla="*/ 61576 w 247366"/>
                <a:gd name="connsiteY0" fmla="*/ 58118 h 82189"/>
                <a:gd name="connsiteX1" fmla="*/ 87953 w 247366"/>
                <a:gd name="connsiteY1" fmla="*/ 66674 h 82189"/>
                <a:gd name="connsiteX2" fmla="*/ 128028 w 247366"/>
                <a:gd name="connsiteY2" fmla="*/ 82101 h 82189"/>
                <a:gd name="connsiteX3" fmla="*/ 151479 w 247366"/>
                <a:gd name="connsiteY3" fmla="*/ 72171 h 82189"/>
                <a:gd name="connsiteX4" fmla="*/ 185791 w 247366"/>
                <a:gd name="connsiteY4" fmla="*/ 50626 h 82189"/>
                <a:gd name="connsiteX5" fmla="*/ 247367 w 247366"/>
                <a:gd name="connsiteY5" fmla="*/ 0 h 82189"/>
                <a:gd name="connsiteX6" fmla="*/ 184727 w 247366"/>
                <a:gd name="connsiteY6" fmla="*/ 23495 h 82189"/>
                <a:gd name="connsiteX7" fmla="*/ 65167 w 247366"/>
                <a:gd name="connsiteY7" fmla="*/ 45528 h 82189"/>
                <a:gd name="connsiteX8" fmla="*/ 23894 w 247366"/>
                <a:gd name="connsiteY8" fmla="*/ 41095 h 82189"/>
                <a:gd name="connsiteX9" fmla="*/ 0 w 247366"/>
                <a:gd name="connsiteY9" fmla="*/ 41804 h 82189"/>
                <a:gd name="connsiteX10" fmla="*/ 61576 w 247366"/>
                <a:gd name="connsiteY10" fmla="*/ 58118 h 82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366" h="82189">
                  <a:moveTo>
                    <a:pt x="61576" y="58118"/>
                  </a:moveTo>
                  <a:cubicBezTo>
                    <a:pt x="70531" y="60423"/>
                    <a:pt x="79574" y="62728"/>
                    <a:pt x="87953" y="66674"/>
                  </a:cubicBezTo>
                  <a:cubicBezTo>
                    <a:pt x="101075" y="72880"/>
                    <a:pt x="113532" y="83254"/>
                    <a:pt x="128028" y="82101"/>
                  </a:cubicBezTo>
                  <a:cubicBezTo>
                    <a:pt x="136584" y="81436"/>
                    <a:pt x="144209" y="76737"/>
                    <a:pt x="151479" y="72171"/>
                  </a:cubicBezTo>
                  <a:cubicBezTo>
                    <a:pt x="162916" y="64989"/>
                    <a:pt x="174354" y="57808"/>
                    <a:pt x="185791" y="50626"/>
                  </a:cubicBezTo>
                  <a:cubicBezTo>
                    <a:pt x="208444" y="36396"/>
                    <a:pt x="231674" y="21678"/>
                    <a:pt x="247367" y="0"/>
                  </a:cubicBezTo>
                  <a:cubicBezTo>
                    <a:pt x="225334" y="3857"/>
                    <a:pt x="205385" y="14851"/>
                    <a:pt x="184727" y="23495"/>
                  </a:cubicBezTo>
                  <a:cubicBezTo>
                    <a:pt x="147046" y="39233"/>
                    <a:pt x="105995" y="47212"/>
                    <a:pt x="65167" y="45528"/>
                  </a:cubicBezTo>
                  <a:cubicBezTo>
                    <a:pt x="51335" y="44952"/>
                    <a:pt x="37593" y="43223"/>
                    <a:pt x="23894" y="41095"/>
                  </a:cubicBezTo>
                  <a:cubicBezTo>
                    <a:pt x="16314" y="39898"/>
                    <a:pt x="6650" y="37415"/>
                    <a:pt x="0" y="41804"/>
                  </a:cubicBezTo>
                  <a:cubicBezTo>
                    <a:pt x="18575" y="50094"/>
                    <a:pt x="41760" y="53020"/>
                    <a:pt x="61576" y="58118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92" name="Forme libre : forme 20191">
              <a:extLst>
                <a:ext uri="{FF2B5EF4-FFF2-40B4-BE49-F238E27FC236}">
                  <a16:creationId xmlns:a16="http://schemas.microsoft.com/office/drawing/2014/main" id="{9B53AE7B-DA96-4197-8CB7-8D1B7250BEBC}"/>
                </a:ext>
              </a:extLst>
            </p:cNvPr>
            <p:cNvSpPr/>
            <p:nvPr/>
          </p:nvSpPr>
          <p:spPr>
            <a:xfrm>
              <a:off x="6705664" y="660124"/>
              <a:ext cx="124147" cy="72096"/>
            </a:xfrm>
            <a:custGeom>
              <a:avLst/>
              <a:gdLst>
                <a:gd name="connsiteX0" fmla="*/ 29455 w 124147"/>
                <a:gd name="connsiteY0" fmla="*/ 14282 h 72096"/>
                <a:gd name="connsiteX1" fmla="*/ 3167 w 124147"/>
                <a:gd name="connsiteY1" fmla="*/ 27936 h 72096"/>
                <a:gd name="connsiteX2" fmla="*/ 20 w 124147"/>
                <a:gd name="connsiteY2" fmla="*/ 33965 h 72096"/>
                <a:gd name="connsiteX3" fmla="*/ 7290 w 124147"/>
                <a:gd name="connsiteY3" fmla="*/ 39994 h 72096"/>
                <a:gd name="connsiteX4" fmla="*/ 40982 w 124147"/>
                <a:gd name="connsiteY4" fmla="*/ 49614 h 72096"/>
                <a:gd name="connsiteX5" fmla="*/ 119935 w 124147"/>
                <a:gd name="connsiteY5" fmla="*/ 71425 h 72096"/>
                <a:gd name="connsiteX6" fmla="*/ 124146 w 124147"/>
                <a:gd name="connsiteY6" fmla="*/ 68366 h 72096"/>
                <a:gd name="connsiteX7" fmla="*/ 120245 w 124147"/>
                <a:gd name="connsiteY7" fmla="*/ 64997 h 72096"/>
                <a:gd name="connsiteX8" fmla="*/ 81057 w 124147"/>
                <a:gd name="connsiteY8" fmla="*/ 48417 h 72096"/>
                <a:gd name="connsiteX9" fmla="*/ 70861 w 124147"/>
                <a:gd name="connsiteY9" fmla="*/ 21375 h 72096"/>
                <a:gd name="connsiteX10" fmla="*/ 73520 w 124147"/>
                <a:gd name="connsiteY10" fmla="*/ 540 h 72096"/>
                <a:gd name="connsiteX11" fmla="*/ 29455 w 124147"/>
                <a:gd name="connsiteY11" fmla="*/ 14282 h 7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47" h="72096">
                  <a:moveTo>
                    <a:pt x="29455" y="14282"/>
                  </a:moveTo>
                  <a:cubicBezTo>
                    <a:pt x="20057" y="17563"/>
                    <a:pt x="10393" y="21109"/>
                    <a:pt x="3167" y="27936"/>
                  </a:cubicBezTo>
                  <a:cubicBezTo>
                    <a:pt x="1482" y="29532"/>
                    <a:pt x="-202" y="31616"/>
                    <a:pt x="20" y="33965"/>
                  </a:cubicBezTo>
                  <a:cubicBezTo>
                    <a:pt x="330" y="37290"/>
                    <a:pt x="4098" y="39019"/>
                    <a:pt x="7290" y="39994"/>
                  </a:cubicBezTo>
                  <a:cubicBezTo>
                    <a:pt x="18461" y="43363"/>
                    <a:pt x="29943" y="45802"/>
                    <a:pt x="40982" y="49614"/>
                  </a:cubicBezTo>
                  <a:cubicBezTo>
                    <a:pt x="67092" y="58658"/>
                    <a:pt x="92583" y="75681"/>
                    <a:pt x="119935" y="71425"/>
                  </a:cubicBezTo>
                  <a:cubicBezTo>
                    <a:pt x="121797" y="71115"/>
                    <a:pt x="124102" y="70228"/>
                    <a:pt x="124146" y="68366"/>
                  </a:cubicBezTo>
                  <a:cubicBezTo>
                    <a:pt x="124191" y="66504"/>
                    <a:pt x="122018" y="65529"/>
                    <a:pt x="120245" y="64997"/>
                  </a:cubicBezTo>
                  <a:cubicBezTo>
                    <a:pt x="106680" y="60874"/>
                    <a:pt x="93336" y="55421"/>
                    <a:pt x="81057" y="48417"/>
                  </a:cubicBezTo>
                  <a:cubicBezTo>
                    <a:pt x="67580" y="40748"/>
                    <a:pt x="63856" y="35340"/>
                    <a:pt x="70861" y="21375"/>
                  </a:cubicBezTo>
                  <a:cubicBezTo>
                    <a:pt x="73387" y="16322"/>
                    <a:pt x="81101" y="4175"/>
                    <a:pt x="73520" y="540"/>
                  </a:cubicBezTo>
                  <a:cubicBezTo>
                    <a:pt x="66206" y="-2962"/>
                    <a:pt x="37213" y="11622"/>
                    <a:pt x="29455" y="14282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93" name="Forme libre : forme 20192">
              <a:extLst>
                <a:ext uri="{FF2B5EF4-FFF2-40B4-BE49-F238E27FC236}">
                  <a16:creationId xmlns:a16="http://schemas.microsoft.com/office/drawing/2014/main" id="{77CD25DC-8F69-43CF-8F4D-0883F315C4B4}"/>
                </a:ext>
              </a:extLst>
            </p:cNvPr>
            <p:cNvSpPr/>
            <p:nvPr/>
          </p:nvSpPr>
          <p:spPr>
            <a:xfrm>
              <a:off x="6556538" y="719436"/>
              <a:ext cx="191217" cy="44075"/>
            </a:xfrm>
            <a:custGeom>
              <a:avLst/>
              <a:gdLst>
                <a:gd name="connsiteX0" fmla="*/ 120064 w 191217"/>
                <a:gd name="connsiteY0" fmla="*/ 4267 h 44075"/>
                <a:gd name="connsiteX1" fmla="*/ 90185 w 191217"/>
                <a:gd name="connsiteY1" fmla="*/ 55 h 44075"/>
                <a:gd name="connsiteX2" fmla="*/ 55341 w 191217"/>
                <a:gd name="connsiteY2" fmla="*/ 9453 h 44075"/>
                <a:gd name="connsiteX3" fmla="*/ 4050 w 191217"/>
                <a:gd name="connsiteY3" fmla="*/ 34899 h 44075"/>
                <a:gd name="connsiteX4" fmla="*/ 1035 w 191217"/>
                <a:gd name="connsiteY4" fmla="*/ 43189 h 44075"/>
                <a:gd name="connsiteX5" fmla="*/ 4715 w 191217"/>
                <a:gd name="connsiteY5" fmla="*/ 44076 h 44075"/>
                <a:gd name="connsiteX6" fmla="*/ 36323 w 191217"/>
                <a:gd name="connsiteY6" fmla="*/ 34811 h 44075"/>
                <a:gd name="connsiteX7" fmla="*/ 157125 w 191217"/>
                <a:gd name="connsiteY7" fmla="*/ 26875 h 44075"/>
                <a:gd name="connsiteX8" fmla="*/ 185851 w 191217"/>
                <a:gd name="connsiteY8" fmla="*/ 29314 h 44075"/>
                <a:gd name="connsiteX9" fmla="*/ 181905 w 191217"/>
                <a:gd name="connsiteY9" fmla="*/ 19738 h 44075"/>
                <a:gd name="connsiteX10" fmla="*/ 120064 w 191217"/>
                <a:gd name="connsiteY10" fmla="*/ 4267 h 4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217" h="44075">
                  <a:moveTo>
                    <a:pt x="120064" y="4267"/>
                  </a:moveTo>
                  <a:cubicBezTo>
                    <a:pt x="110267" y="1917"/>
                    <a:pt x="100292" y="-388"/>
                    <a:pt x="90185" y="55"/>
                  </a:cubicBezTo>
                  <a:cubicBezTo>
                    <a:pt x="78127" y="587"/>
                    <a:pt x="66601" y="5020"/>
                    <a:pt x="55341" y="9453"/>
                  </a:cubicBezTo>
                  <a:cubicBezTo>
                    <a:pt x="37564" y="16502"/>
                    <a:pt x="19654" y="23772"/>
                    <a:pt x="4050" y="34899"/>
                  </a:cubicBezTo>
                  <a:cubicBezTo>
                    <a:pt x="1257" y="36894"/>
                    <a:pt x="-1580" y="40973"/>
                    <a:pt x="1035" y="43189"/>
                  </a:cubicBezTo>
                  <a:cubicBezTo>
                    <a:pt x="2011" y="44031"/>
                    <a:pt x="3429" y="44076"/>
                    <a:pt x="4715" y="44076"/>
                  </a:cubicBezTo>
                  <a:cubicBezTo>
                    <a:pt x="15753" y="43810"/>
                    <a:pt x="25994" y="38667"/>
                    <a:pt x="36323" y="34811"/>
                  </a:cubicBezTo>
                  <a:cubicBezTo>
                    <a:pt x="74891" y="20270"/>
                    <a:pt x="116872" y="22841"/>
                    <a:pt x="157125" y="26875"/>
                  </a:cubicBezTo>
                  <a:cubicBezTo>
                    <a:pt x="164085" y="27585"/>
                    <a:pt x="179467" y="32239"/>
                    <a:pt x="185851" y="29314"/>
                  </a:cubicBezTo>
                  <a:cubicBezTo>
                    <a:pt x="196402" y="24437"/>
                    <a:pt x="189397" y="21955"/>
                    <a:pt x="181905" y="19738"/>
                  </a:cubicBezTo>
                  <a:cubicBezTo>
                    <a:pt x="161602" y="13709"/>
                    <a:pt x="140678" y="9187"/>
                    <a:pt x="120064" y="4267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94" name="Forme libre : forme 20193">
              <a:extLst>
                <a:ext uri="{FF2B5EF4-FFF2-40B4-BE49-F238E27FC236}">
                  <a16:creationId xmlns:a16="http://schemas.microsoft.com/office/drawing/2014/main" id="{35571E8E-88F2-451F-A4B2-0D70D731BFB1}"/>
                </a:ext>
              </a:extLst>
            </p:cNvPr>
            <p:cNvSpPr/>
            <p:nvPr/>
          </p:nvSpPr>
          <p:spPr>
            <a:xfrm>
              <a:off x="6828879" y="857886"/>
              <a:ext cx="424860" cy="125166"/>
            </a:xfrm>
            <a:custGeom>
              <a:avLst/>
              <a:gdLst>
                <a:gd name="connsiteX0" fmla="*/ 322331 w 424860"/>
                <a:gd name="connsiteY0" fmla="*/ 10602 h 125166"/>
                <a:gd name="connsiteX1" fmla="*/ 266207 w 424860"/>
                <a:gd name="connsiteY1" fmla="*/ 7 h 125166"/>
                <a:gd name="connsiteX2" fmla="*/ 157951 w 424860"/>
                <a:gd name="connsiteY2" fmla="*/ 45047 h 125166"/>
                <a:gd name="connsiteX3" fmla="*/ 24870 w 424860"/>
                <a:gd name="connsiteY3" fmla="*/ 108440 h 125166"/>
                <a:gd name="connsiteX4" fmla="*/ 0 w 424860"/>
                <a:gd name="connsiteY4" fmla="*/ 124887 h 125166"/>
                <a:gd name="connsiteX5" fmla="*/ 82411 w 424860"/>
                <a:gd name="connsiteY5" fmla="*/ 101835 h 125166"/>
                <a:gd name="connsiteX6" fmla="*/ 206361 w 424860"/>
                <a:gd name="connsiteY6" fmla="*/ 42077 h 125166"/>
                <a:gd name="connsiteX7" fmla="*/ 243510 w 424860"/>
                <a:gd name="connsiteY7" fmla="*/ 29309 h 125166"/>
                <a:gd name="connsiteX8" fmla="*/ 287664 w 424860"/>
                <a:gd name="connsiteY8" fmla="*/ 34939 h 125166"/>
                <a:gd name="connsiteX9" fmla="*/ 382665 w 424860"/>
                <a:gd name="connsiteY9" fmla="*/ 42298 h 125166"/>
                <a:gd name="connsiteX10" fmla="*/ 423006 w 424860"/>
                <a:gd name="connsiteY10" fmla="*/ 52893 h 125166"/>
                <a:gd name="connsiteX11" fmla="*/ 399732 w 424860"/>
                <a:gd name="connsiteY11" fmla="*/ 36447 h 125166"/>
                <a:gd name="connsiteX12" fmla="*/ 322331 w 424860"/>
                <a:gd name="connsiteY12" fmla="*/ 10602 h 12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4860" h="125166">
                  <a:moveTo>
                    <a:pt x="322331" y="10602"/>
                  </a:moveTo>
                  <a:cubicBezTo>
                    <a:pt x="303977" y="5193"/>
                    <a:pt x="285314" y="-215"/>
                    <a:pt x="266207" y="7"/>
                  </a:cubicBezTo>
                  <a:cubicBezTo>
                    <a:pt x="226620" y="494"/>
                    <a:pt x="191820" y="24522"/>
                    <a:pt x="157951" y="45047"/>
                  </a:cubicBezTo>
                  <a:cubicBezTo>
                    <a:pt x="115837" y="70537"/>
                    <a:pt x="71196" y="91816"/>
                    <a:pt x="24870" y="108440"/>
                  </a:cubicBezTo>
                  <a:cubicBezTo>
                    <a:pt x="15294" y="111898"/>
                    <a:pt x="4743" y="115843"/>
                    <a:pt x="0" y="124887"/>
                  </a:cubicBezTo>
                  <a:cubicBezTo>
                    <a:pt x="28771" y="127236"/>
                    <a:pt x="56389" y="114380"/>
                    <a:pt x="82411" y="101835"/>
                  </a:cubicBezTo>
                  <a:cubicBezTo>
                    <a:pt x="123728" y="81930"/>
                    <a:pt x="165044" y="61981"/>
                    <a:pt x="206361" y="42077"/>
                  </a:cubicBezTo>
                  <a:cubicBezTo>
                    <a:pt x="218241" y="36358"/>
                    <a:pt x="230388" y="30551"/>
                    <a:pt x="243510" y="29309"/>
                  </a:cubicBezTo>
                  <a:cubicBezTo>
                    <a:pt x="258361" y="27891"/>
                    <a:pt x="272990" y="32413"/>
                    <a:pt x="287664" y="34939"/>
                  </a:cubicBezTo>
                  <a:cubicBezTo>
                    <a:pt x="319006" y="40348"/>
                    <a:pt x="351367" y="36668"/>
                    <a:pt x="382665" y="42298"/>
                  </a:cubicBezTo>
                  <a:cubicBezTo>
                    <a:pt x="389625" y="43540"/>
                    <a:pt x="417864" y="55819"/>
                    <a:pt x="423006" y="52893"/>
                  </a:cubicBezTo>
                  <a:cubicBezTo>
                    <a:pt x="432271" y="47574"/>
                    <a:pt x="404032" y="38176"/>
                    <a:pt x="399732" y="36447"/>
                  </a:cubicBezTo>
                  <a:cubicBezTo>
                    <a:pt x="374508" y="26162"/>
                    <a:pt x="348397" y="18315"/>
                    <a:pt x="322331" y="10602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95" name="Forme libre : forme 20194">
              <a:extLst>
                <a:ext uri="{FF2B5EF4-FFF2-40B4-BE49-F238E27FC236}">
                  <a16:creationId xmlns:a16="http://schemas.microsoft.com/office/drawing/2014/main" id="{8CA78EBE-2384-42F5-A0F8-077942AE735F}"/>
                </a:ext>
              </a:extLst>
            </p:cNvPr>
            <p:cNvSpPr/>
            <p:nvPr/>
          </p:nvSpPr>
          <p:spPr>
            <a:xfrm>
              <a:off x="6810881" y="780032"/>
              <a:ext cx="231967" cy="166522"/>
            </a:xfrm>
            <a:custGeom>
              <a:avLst/>
              <a:gdLst>
                <a:gd name="connsiteX0" fmla="*/ 183574 w 231967"/>
                <a:gd name="connsiteY0" fmla="*/ 22757 h 166522"/>
                <a:gd name="connsiteX1" fmla="*/ 211015 w 231967"/>
                <a:gd name="connsiteY1" fmla="*/ 28697 h 166522"/>
                <a:gd name="connsiteX2" fmla="*/ 230920 w 231967"/>
                <a:gd name="connsiteY2" fmla="*/ 47493 h 166522"/>
                <a:gd name="connsiteX3" fmla="*/ 231807 w 231967"/>
                <a:gd name="connsiteY3" fmla="*/ 54365 h 166522"/>
                <a:gd name="connsiteX4" fmla="*/ 219837 w 231967"/>
                <a:gd name="connsiteY4" fmla="*/ 65181 h 166522"/>
                <a:gd name="connsiteX5" fmla="*/ 0 w 231967"/>
                <a:gd name="connsiteY5" fmla="*/ 166522 h 166522"/>
                <a:gd name="connsiteX6" fmla="*/ 101208 w 231967"/>
                <a:gd name="connsiteY6" fmla="*/ 100646 h 166522"/>
                <a:gd name="connsiteX7" fmla="*/ 120314 w 231967"/>
                <a:gd name="connsiteY7" fmla="*/ 82337 h 166522"/>
                <a:gd name="connsiteX8" fmla="*/ 110251 w 231967"/>
                <a:gd name="connsiteY8" fmla="*/ 36322 h 166522"/>
                <a:gd name="connsiteX9" fmla="*/ 58960 w 231967"/>
                <a:gd name="connsiteY9" fmla="*/ 12960 h 166522"/>
                <a:gd name="connsiteX10" fmla="*/ 54571 w 231967"/>
                <a:gd name="connsiteY10" fmla="*/ 1212 h 166522"/>
                <a:gd name="connsiteX11" fmla="*/ 183574 w 231967"/>
                <a:gd name="connsiteY11" fmla="*/ 22757 h 16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967" h="166522">
                  <a:moveTo>
                    <a:pt x="183574" y="22757"/>
                  </a:moveTo>
                  <a:cubicBezTo>
                    <a:pt x="192884" y="23954"/>
                    <a:pt x="202327" y="25106"/>
                    <a:pt x="211015" y="28697"/>
                  </a:cubicBezTo>
                  <a:cubicBezTo>
                    <a:pt x="219704" y="32288"/>
                    <a:pt x="227684" y="38671"/>
                    <a:pt x="230920" y="47493"/>
                  </a:cubicBezTo>
                  <a:cubicBezTo>
                    <a:pt x="231718" y="49666"/>
                    <a:pt x="232250" y="52059"/>
                    <a:pt x="231807" y="54365"/>
                  </a:cubicBezTo>
                  <a:cubicBezTo>
                    <a:pt x="230743" y="59862"/>
                    <a:pt x="224935" y="62876"/>
                    <a:pt x="219837" y="65181"/>
                  </a:cubicBezTo>
                  <a:cubicBezTo>
                    <a:pt x="146026" y="98031"/>
                    <a:pt x="77313" y="143027"/>
                    <a:pt x="0" y="166522"/>
                  </a:cubicBezTo>
                  <a:cubicBezTo>
                    <a:pt x="34445" y="145686"/>
                    <a:pt x="68225" y="123698"/>
                    <a:pt x="101208" y="100646"/>
                  </a:cubicBezTo>
                  <a:cubicBezTo>
                    <a:pt x="108522" y="95548"/>
                    <a:pt x="116014" y="90140"/>
                    <a:pt x="120314" y="82337"/>
                  </a:cubicBezTo>
                  <a:cubicBezTo>
                    <a:pt x="128471" y="67575"/>
                    <a:pt x="122353" y="48070"/>
                    <a:pt x="110251" y="36322"/>
                  </a:cubicBezTo>
                  <a:cubicBezTo>
                    <a:pt x="96242" y="22712"/>
                    <a:pt x="77180" y="18058"/>
                    <a:pt x="58960" y="12960"/>
                  </a:cubicBezTo>
                  <a:cubicBezTo>
                    <a:pt x="45306" y="9147"/>
                    <a:pt x="29214" y="-4019"/>
                    <a:pt x="54571" y="1212"/>
                  </a:cubicBezTo>
                  <a:cubicBezTo>
                    <a:pt x="97307" y="9945"/>
                    <a:pt x="140352" y="17171"/>
                    <a:pt x="183574" y="22757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96" name="Forme libre : forme 20195">
              <a:extLst>
                <a:ext uri="{FF2B5EF4-FFF2-40B4-BE49-F238E27FC236}">
                  <a16:creationId xmlns:a16="http://schemas.microsoft.com/office/drawing/2014/main" id="{1E796E28-B6D9-4850-973B-1A04BCD67DD3}"/>
                </a:ext>
              </a:extLst>
            </p:cNvPr>
            <p:cNvSpPr/>
            <p:nvPr/>
          </p:nvSpPr>
          <p:spPr>
            <a:xfrm>
              <a:off x="7153997" y="732415"/>
              <a:ext cx="211641" cy="139353"/>
            </a:xfrm>
            <a:custGeom>
              <a:avLst/>
              <a:gdLst>
                <a:gd name="connsiteX0" fmla="*/ 38928 w 211641"/>
                <a:gd name="connsiteY0" fmla="*/ 113464 h 139353"/>
                <a:gd name="connsiteX1" fmla="*/ 1912 w 211641"/>
                <a:gd name="connsiteY1" fmla="*/ 97150 h 139353"/>
                <a:gd name="connsiteX2" fmla="*/ 5 w 211641"/>
                <a:gd name="connsiteY2" fmla="*/ 93604 h 139353"/>
                <a:gd name="connsiteX3" fmla="*/ 3862 w 211641"/>
                <a:gd name="connsiteY3" fmla="*/ 89747 h 139353"/>
                <a:gd name="connsiteX4" fmla="*/ 194618 w 211641"/>
                <a:gd name="connsiteY4" fmla="*/ 3301 h 139353"/>
                <a:gd name="connsiteX5" fmla="*/ 211642 w 211641"/>
                <a:gd name="connsiteY5" fmla="*/ 1306 h 139353"/>
                <a:gd name="connsiteX6" fmla="*/ 157070 w 211641"/>
                <a:gd name="connsiteY6" fmla="*/ 40052 h 139353"/>
                <a:gd name="connsiteX7" fmla="*/ 113448 w 211641"/>
                <a:gd name="connsiteY7" fmla="*/ 83363 h 139353"/>
                <a:gd name="connsiteX8" fmla="*/ 124398 w 211641"/>
                <a:gd name="connsiteY8" fmla="*/ 139353 h 139353"/>
                <a:gd name="connsiteX9" fmla="*/ 84678 w 211641"/>
                <a:gd name="connsiteY9" fmla="*/ 126497 h 139353"/>
                <a:gd name="connsiteX10" fmla="*/ 38928 w 211641"/>
                <a:gd name="connsiteY10" fmla="*/ 113464 h 13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1641" h="139353">
                  <a:moveTo>
                    <a:pt x="38928" y="113464"/>
                  </a:moveTo>
                  <a:cubicBezTo>
                    <a:pt x="25673" y="110095"/>
                    <a:pt x="11620" y="106725"/>
                    <a:pt x="1912" y="97150"/>
                  </a:cubicBezTo>
                  <a:cubicBezTo>
                    <a:pt x="936" y="96175"/>
                    <a:pt x="-83" y="94978"/>
                    <a:pt x="5" y="93604"/>
                  </a:cubicBezTo>
                  <a:cubicBezTo>
                    <a:pt x="94" y="91697"/>
                    <a:pt x="2089" y="90545"/>
                    <a:pt x="3862" y="89747"/>
                  </a:cubicBezTo>
                  <a:cubicBezTo>
                    <a:pt x="67433" y="60932"/>
                    <a:pt x="131048" y="32117"/>
                    <a:pt x="194618" y="3301"/>
                  </a:cubicBezTo>
                  <a:cubicBezTo>
                    <a:pt x="200027" y="863"/>
                    <a:pt x="206455" y="-1575"/>
                    <a:pt x="211642" y="1306"/>
                  </a:cubicBezTo>
                  <a:cubicBezTo>
                    <a:pt x="198652" y="19704"/>
                    <a:pt x="176576" y="28792"/>
                    <a:pt x="157070" y="40052"/>
                  </a:cubicBezTo>
                  <a:cubicBezTo>
                    <a:pt x="139027" y="50470"/>
                    <a:pt x="121738" y="64212"/>
                    <a:pt x="113448" y="83363"/>
                  </a:cubicBezTo>
                  <a:cubicBezTo>
                    <a:pt x="105159" y="102470"/>
                    <a:pt x="108661" y="125389"/>
                    <a:pt x="124398" y="139353"/>
                  </a:cubicBezTo>
                  <a:cubicBezTo>
                    <a:pt x="111719" y="138732"/>
                    <a:pt x="96913" y="130398"/>
                    <a:pt x="84678" y="126497"/>
                  </a:cubicBezTo>
                  <a:cubicBezTo>
                    <a:pt x="69517" y="121709"/>
                    <a:pt x="54311" y="117321"/>
                    <a:pt x="38928" y="113464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97" name="Forme libre : forme 20196">
              <a:extLst>
                <a:ext uri="{FF2B5EF4-FFF2-40B4-BE49-F238E27FC236}">
                  <a16:creationId xmlns:a16="http://schemas.microsoft.com/office/drawing/2014/main" id="{A010EA20-1991-4385-A0FC-6CF9CAB04B8B}"/>
                </a:ext>
              </a:extLst>
            </p:cNvPr>
            <p:cNvSpPr/>
            <p:nvPr/>
          </p:nvSpPr>
          <p:spPr>
            <a:xfrm>
              <a:off x="6927604" y="701519"/>
              <a:ext cx="354647" cy="99711"/>
            </a:xfrm>
            <a:custGeom>
              <a:avLst/>
              <a:gdLst>
                <a:gd name="connsiteX0" fmla="*/ 0 w 354647"/>
                <a:gd name="connsiteY0" fmla="*/ 49093 h 99711"/>
                <a:gd name="connsiteX1" fmla="*/ 137692 w 354647"/>
                <a:gd name="connsiteY1" fmla="*/ 92891 h 99711"/>
                <a:gd name="connsiteX2" fmla="*/ 165665 w 354647"/>
                <a:gd name="connsiteY2" fmla="*/ 99497 h 99711"/>
                <a:gd name="connsiteX3" fmla="*/ 185037 w 354647"/>
                <a:gd name="connsiteY3" fmla="*/ 91783 h 99711"/>
                <a:gd name="connsiteX4" fmla="*/ 307524 w 354647"/>
                <a:gd name="connsiteY4" fmla="*/ 33798 h 99711"/>
                <a:gd name="connsiteX5" fmla="*/ 354648 w 354647"/>
                <a:gd name="connsiteY5" fmla="*/ 18 h 99711"/>
                <a:gd name="connsiteX6" fmla="*/ 317942 w 354647"/>
                <a:gd name="connsiteY6" fmla="*/ 8973 h 99711"/>
                <a:gd name="connsiteX7" fmla="*/ 221078 w 354647"/>
                <a:gd name="connsiteY7" fmla="*/ 37300 h 99711"/>
                <a:gd name="connsiteX8" fmla="*/ 136140 w 354647"/>
                <a:gd name="connsiteY8" fmla="*/ 54944 h 99711"/>
                <a:gd name="connsiteX9" fmla="*/ 19239 w 354647"/>
                <a:gd name="connsiteY9" fmla="*/ 53570 h 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4647" h="99711">
                  <a:moveTo>
                    <a:pt x="0" y="49093"/>
                  </a:moveTo>
                  <a:cubicBezTo>
                    <a:pt x="47124" y="59422"/>
                    <a:pt x="93272" y="74095"/>
                    <a:pt x="137692" y="92891"/>
                  </a:cubicBezTo>
                  <a:cubicBezTo>
                    <a:pt x="146647" y="96660"/>
                    <a:pt x="156045" y="100694"/>
                    <a:pt x="165665" y="99497"/>
                  </a:cubicBezTo>
                  <a:cubicBezTo>
                    <a:pt x="172625" y="98655"/>
                    <a:pt x="178920" y="95152"/>
                    <a:pt x="185037" y="91783"/>
                  </a:cubicBezTo>
                  <a:cubicBezTo>
                    <a:pt x="224669" y="70061"/>
                    <a:pt x="265587" y="50644"/>
                    <a:pt x="307524" y="33798"/>
                  </a:cubicBezTo>
                  <a:cubicBezTo>
                    <a:pt x="325921" y="26395"/>
                    <a:pt x="346180" y="17972"/>
                    <a:pt x="354648" y="18"/>
                  </a:cubicBezTo>
                  <a:cubicBezTo>
                    <a:pt x="341969" y="-337"/>
                    <a:pt x="329822" y="4584"/>
                    <a:pt x="317942" y="8973"/>
                  </a:cubicBezTo>
                  <a:cubicBezTo>
                    <a:pt x="286334" y="20588"/>
                    <a:pt x="253662" y="28966"/>
                    <a:pt x="221078" y="37300"/>
                  </a:cubicBezTo>
                  <a:cubicBezTo>
                    <a:pt x="193017" y="44482"/>
                    <a:pt x="164867" y="51664"/>
                    <a:pt x="136140" y="54944"/>
                  </a:cubicBezTo>
                  <a:cubicBezTo>
                    <a:pt x="97351" y="59333"/>
                    <a:pt x="58162" y="56451"/>
                    <a:pt x="19239" y="53570"/>
                  </a:cubicBezTo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98" name="Forme libre : forme 20197">
              <a:extLst>
                <a:ext uri="{FF2B5EF4-FFF2-40B4-BE49-F238E27FC236}">
                  <a16:creationId xmlns:a16="http://schemas.microsoft.com/office/drawing/2014/main" id="{5B901D56-1D36-4EFD-9BD7-6E5A65A4464B}"/>
                </a:ext>
              </a:extLst>
            </p:cNvPr>
            <p:cNvSpPr/>
            <p:nvPr/>
          </p:nvSpPr>
          <p:spPr>
            <a:xfrm>
              <a:off x="7413371" y="653598"/>
              <a:ext cx="182929" cy="60602"/>
            </a:xfrm>
            <a:custGeom>
              <a:avLst/>
              <a:gdLst>
                <a:gd name="connsiteX0" fmla="*/ 120415 w 182929"/>
                <a:gd name="connsiteY0" fmla="*/ 106 h 60602"/>
                <a:gd name="connsiteX1" fmla="*/ 83487 w 182929"/>
                <a:gd name="connsiteY1" fmla="*/ 9859 h 60602"/>
                <a:gd name="connsiteX2" fmla="*/ 5021 w 182929"/>
                <a:gd name="connsiteY2" fmla="*/ 48471 h 60602"/>
                <a:gd name="connsiteX3" fmla="*/ 2007 w 182929"/>
                <a:gd name="connsiteY3" fmla="*/ 60130 h 60602"/>
                <a:gd name="connsiteX4" fmla="*/ 5908 w 182929"/>
                <a:gd name="connsiteY4" fmla="*/ 60485 h 60602"/>
                <a:gd name="connsiteX5" fmla="*/ 36408 w 182929"/>
                <a:gd name="connsiteY5" fmla="*/ 46964 h 60602"/>
                <a:gd name="connsiteX6" fmla="*/ 151313 w 182929"/>
                <a:gd name="connsiteY6" fmla="*/ 24222 h 60602"/>
                <a:gd name="connsiteX7" fmla="*/ 179730 w 182929"/>
                <a:gd name="connsiteY7" fmla="*/ 10701 h 60602"/>
                <a:gd name="connsiteX8" fmla="*/ 150161 w 182929"/>
                <a:gd name="connsiteY8" fmla="*/ 3564 h 60602"/>
                <a:gd name="connsiteX9" fmla="*/ 120415 w 182929"/>
                <a:gd name="connsiteY9" fmla="*/ 106 h 6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929" h="60602">
                  <a:moveTo>
                    <a:pt x="120415" y="106"/>
                  </a:moveTo>
                  <a:cubicBezTo>
                    <a:pt x="107648" y="815"/>
                    <a:pt x="95457" y="5381"/>
                    <a:pt x="83487" y="9859"/>
                  </a:cubicBezTo>
                  <a:cubicBezTo>
                    <a:pt x="56091" y="20144"/>
                    <a:pt x="28295" y="30739"/>
                    <a:pt x="5021" y="48471"/>
                  </a:cubicBezTo>
                  <a:cubicBezTo>
                    <a:pt x="1164" y="51397"/>
                    <a:pt x="-2338" y="57958"/>
                    <a:pt x="2007" y="60130"/>
                  </a:cubicBezTo>
                  <a:cubicBezTo>
                    <a:pt x="3204" y="60706"/>
                    <a:pt x="4578" y="60662"/>
                    <a:pt x="5908" y="60485"/>
                  </a:cubicBezTo>
                  <a:cubicBezTo>
                    <a:pt x="16991" y="59066"/>
                    <a:pt x="26610" y="52372"/>
                    <a:pt x="36408" y="46964"/>
                  </a:cubicBezTo>
                  <a:cubicBezTo>
                    <a:pt x="71385" y="27680"/>
                    <a:pt x="112036" y="23601"/>
                    <a:pt x="151313" y="24222"/>
                  </a:cubicBezTo>
                  <a:cubicBezTo>
                    <a:pt x="156412" y="24311"/>
                    <a:pt x="193960" y="25951"/>
                    <a:pt x="179730" y="10701"/>
                  </a:cubicBezTo>
                  <a:cubicBezTo>
                    <a:pt x="175474" y="6135"/>
                    <a:pt x="156500" y="4938"/>
                    <a:pt x="150161" y="3564"/>
                  </a:cubicBezTo>
                  <a:cubicBezTo>
                    <a:pt x="140408" y="1392"/>
                    <a:pt x="130478" y="-470"/>
                    <a:pt x="120415" y="106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99" name="Forme libre : forme 20198">
              <a:extLst>
                <a:ext uri="{FF2B5EF4-FFF2-40B4-BE49-F238E27FC236}">
                  <a16:creationId xmlns:a16="http://schemas.microsoft.com/office/drawing/2014/main" id="{01394989-3691-4774-979A-BF90D95FAE3E}"/>
                </a:ext>
              </a:extLst>
            </p:cNvPr>
            <p:cNvSpPr/>
            <p:nvPr/>
          </p:nvSpPr>
          <p:spPr>
            <a:xfrm>
              <a:off x="7421761" y="558478"/>
              <a:ext cx="233180" cy="52766"/>
            </a:xfrm>
            <a:custGeom>
              <a:avLst/>
              <a:gdLst>
                <a:gd name="connsiteX0" fmla="*/ 96775 w 233180"/>
                <a:gd name="connsiteY0" fmla="*/ 49743 h 52766"/>
                <a:gd name="connsiteX1" fmla="*/ 118984 w 233180"/>
                <a:gd name="connsiteY1" fmla="*/ 52757 h 52766"/>
                <a:gd name="connsiteX2" fmla="*/ 171383 w 233180"/>
                <a:gd name="connsiteY2" fmla="*/ 37862 h 52766"/>
                <a:gd name="connsiteX3" fmla="*/ 233181 w 233180"/>
                <a:gd name="connsiteY3" fmla="*/ 358 h 52766"/>
                <a:gd name="connsiteX4" fmla="*/ 176083 w 233180"/>
                <a:gd name="connsiteY4" fmla="*/ 7673 h 52766"/>
                <a:gd name="connsiteX5" fmla="*/ 86357 w 233180"/>
                <a:gd name="connsiteY5" fmla="*/ 22435 h 52766"/>
                <a:gd name="connsiteX6" fmla="*/ 42203 w 233180"/>
                <a:gd name="connsiteY6" fmla="*/ 26247 h 52766"/>
                <a:gd name="connsiteX7" fmla="*/ 0 w 233180"/>
                <a:gd name="connsiteY7" fmla="*/ 30148 h 52766"/>
                <a:gd name="connsiteX8" fmla="*/ 96775 w 233180"/>
                <a:gd name="connsiteY8" fmla="*/ 49743 h 5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180" h="52766">
                  <a:moveTo>
                    <a:pt x="96775" y="49743"/>
                  </a:moveTo>
                  <a:cubicBezTo>
                    <a:pt x="104089" y="51206"/>
                    <a:pt x="111492" y="52624"/>
                    <a:pt x="118984" y="52757"/>
                  </a:cubicBezTo>
                  <a:cubicBezTo>
                    <a:pt x="137293" y="53067"/>
                    <a:pt x="154759" y="45531"/>
                    <a:pt x="171383" y="37862"/>
                  </a:cubicBezTo>
                  <a:cubicBezTo>
                    <a:pt x="193372" y="27710"/>
                    <a:pt x="215448" y="16849"/>
                    <a:pt x="233181" y="358"/>
                  </a:cubicBezTo>
                  <a:cubicBezTo>
                    <a:pt x="213986" y="-1371"/>
                    <a:pt x="194879" y="3505"/>
                    <a:pt x="176083" y="7673"/>
                  </a:cubicBezTo>
                  <a:cubicBezTo>
                    <a:pt x="146469" y="14234"/>
                    <a:pt x="116502" y="19110"/>
                    <a:pt x="86357" y="22435"/>
                  </a:cubicBezTo>
                  <a:cubicBezTo>
                    <a:pt x="71683" y="24075"/>
                    <a:pt x="56965" y="25316"/>
                    <a:pt x="42203" y="26247"/>
                  </a:cubicBezTo>
                  <a:cubicBezTo>
                    <a:pt x="32362" y="26868"/>
                    <a:pt x="6738" y="23632"/>
                    <a:pt x="0" y="30148"/>
                  </a:cubicBezTo>
                  <a:cubicBezTo>
                    <a:pt x="29214" y="41497"/>
                    <a:pt x="65920" y="43669"/>
                    <a:pt x="96775" y="49743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00" name="Forme libre : forme 20199">
              <a:extLst>
                <a:ext uri="{FF2B5EF4-FFF2-40B4-BE49-F238E27FC236}">
                  <a16:creationId xmlns:a16="http://schemas.microsoft.com/office/drawing/2014/main" id="{8C146A24-1B1D-40BB-805C-910237ACD032}"/>
                </a:ext>
              </a:extLst>
            </p:cNvPr>
            <p:cNvSpPr/>
            <p:nvPr/>
          </p:nvSpPr>
          <p:spPr>
            <a:xfrm>
              <a:off x="7350167" y="616550"/>
              <a:ext cx="134446" cy="80287"/>
            </a:xfrm>
            <a:custGeom>
              <a:avLst/>
              <a:gdLst>
                <a:gd name="connsiteX0" fmla="*/ 134412 w 134446"/>
                <a:gd name="connsiteY0" fmla="*/ 23500 h 80287"/>
                <a:gd name="connsiteX1" fmla="*/ 113886 w 134446"/>
                <a:gd name="connsiteY1" fmla="*/ 44380 h 80287"/>
                <a:gd name="connsiteX2" fmla="*/ 0 w 134446"/>
                <a:gd name="connsiteY2" fmla="*/ 80288 h 80287"/>
                <a:gd name="connsiteX3" fmla="*/ 40120 w 134446"/>
                <a:gd name="connsiteY3" fmla="*/ 34982 h 80287"/>
                <a:gd name="connsiteX4" fmla="*/ 61842 w 134446"/>
                <a:gd name="connsiteY4" fmla="*/ 5768 h 80287"/>
                <a:gd name="connsiteX5" fmla="*/ 134412 w 134446"/>
                <a:gd name="connsiteY5" fmla="*/ 23500 h 80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446" h="80287">
                  <a:moveTo>
                    <a:pt x="134412" y="23500"/>
                  </a:moveTo>
                  <a:cubicBezTo>
                    <a:pt x="135165" y="33962"/>
                    <a:pt x="123639" y="40479"/>
                    <a:pt x="113886" y="44380"/>
                  </a:cubicBezTo>
                  <a:cubicBezTo>
                    <a:pt x="76826" y="59142"/>
                    <a:pt x="39410" y="74037"/>
                    <a:pt x="0" y="80288"/>
                  </a:cubicBezTo>
                  <a:cubicBezTo>
                    <a:pt x="13565" y="65526"/>
                    <a:pt x="28283" y="51207"/>
                    <a:pt x="40120" y="34982"/>
                  </a:cubicBezTo>
                  <a:cubicBezTo>
                    <a:pt x="46991" y="25539"/>
                    <a:pt x="52488" y="13126"/>
                    <a:pt x="61842" y="5768"/>
                  </a:cubicBezTo>
                  <a:cubicBezTo>
                    <a:pt x="76870" y="-5980"/>
                    <a:pt x="132771" y="359"/>
                    <a:pt x="134412" y="23500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01" name="Forme libre : forme 20200">
              <a:extLst>
                <a:ext uri="{FF2B5EF4-FFF2-40B4-BE49-F238E27FC236}">
                  <a16:creationId xmlns:a16="http://schemas.microsoft.com/office/drawing/2014/main" id="{957C2B2C-F54F-497B-816F-29D34263EA46}"/>
                </a:ext>
              </a:extLst>
            </p:cNvPr>
            <p:cNvSpPr/>
            <p:nvPr/>
          </p:nvSpPr>
          <p:spPr>
            <a:xfrm>
              <a:off x="7578267" y="610069"/>
              <a:ext cx="131137" cy="43401"/>
            </a:xfrm>
            <a:custGeom>
              <a:avLst/>
              <a:gdLst>
                <a:gd name="connsiteX0" fmla="*/ 5878 w 131137"/>
                <a:gd name="connsiteY0" fmla="*/ 17568 h 43401"/>
                <a:gd name="connsiteX1" fmla="*/ 115 w 131137"/>
                <a:gd name="connsiteY1" fmla="*/ 25371 h 43401"/>
                <a:gd name="connsiteX2" fmla="*/ 8139 w 131137"/>
                <a:gd name="connsiteY2" fmla="*/ 29981 h 43401"/>
                <a:gd name="connsiteX3" fmla="*/ 92058 w 131137"/>
                <a:gd name="connsiteY3" fmla="*/ 42837 h 43401"/>
                <a:gd name="connsiteX4" fmla="*/ 99018 w 131137"/>
                <a:gd name="connsiteY4" fmla="*/ 43147 h 43401"/>
                <a:gd name="connsiteX5" fmla="*/ 103495 w 131137"/>
                <a:gd name="connsiteY5" fmla="*/ 41064 h 43401"/>
                <a:gd name="connsiteX6" fmla="*/ 131069 w 131137"/>
                <a:gd name="connsiteY6" fmla="*/ 24706 h 43401"/>
                <a:gd name="connsiteX7" fmla="*/ 124419 w 131137"/>
                <a:gd name="connsiteY7" fmla="*/ 20804 h 43401"/>
                <a:gd name="connsiteX8" fmla="*/ 54553 w 131137"/>
                <a:gd name="connsiteY8" fmla="*/ 8569 h 43401"/>
                <a:gd name="connsiteX9" fmla="*/ 39525 w 131137"/>
                <a:gd name="connsiteY9" fmla="*/ 723 h 43401"/>
                <a:gd name="connsiteX10" fmla="*/ 5878 w 131137"/>
                <a:gd name="connsiteY10" fmla="*/ 17568 h 4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1137" h="43401">
                  <a:moveTo>
                    <a:pt x="5878" y="17568"/>
                  </a:moveTo>
                  <a:cubicBezTo>
                    <a:pt x="2819" y="19253"/>
                    <a:pt x="-683" y="22001"/>
                    <a:pt x="115" y="25371"/>
                  </a:cubicBezTo>
                  <a:cubicBezTo>
                    <a:pt x="869" y="28562"/>
                    <a:pt x="4859" y="29582"/>
                    <a:pt x="8139" y="29981"/>
                  </a:cubicBezTo>
                  <a:cubicBezTo>
                    <a:pt x="36245" y="33394"/>
                    <a:pt x="64218" y="37695"/>
                    <a:pt x="92058" y="42837"/>
                  </a:cubicBezTo>
                  <a:cubicBezTo>
                    <a:pt x="94363" y="43280"/>
                    <a:pt x="96712" y="43679"/>
                    <a:pt x="99018" y="43147"/>
                  </a:cubicBezTo>
                  <a:cubicBezTo>
                    <a:pt x="100613" y="42748"/>
                    <a:pt x="102076" y="41906"/>
                    <a:pt x="103495" y="41064"/>
                  </a:cubicBezTo>
                  <a:cubicBezTo>
                    <a:pt x="112672" y="35611"/>
                    <a:pt x="121892" y="30158"/>
                    <a:pt x="131069" y="24706"/>
                  </a:cubicBezTo>
                  <a:cubicBezTo>
                    <a:pt x="131734" y="21780"/>
                    <a:pt x="127434" y="20627"/>
                    <a:pt x="124419" y="20804"/>
                  </a:cubicBezTo>
                  <a:cubicBezTo>
                    <a:pt x="103894" y="22134"/>
                    <a:pt x="69404" y="25238"/>
                    <a:pt x="54553" y="8569"/>
                  </a:cubicBezTo>
                  <a:cubicBezTo>
                    <a:pt x="48480" y="1787"/>
                    <a:pt x="49411" y="-1583"/>
                    <a:pt x="39525" y="723"/>
                  </a:cubicBezTo>
                  <a:cubicBezTo>
                    <a:pt x="28354" y="3294"/>
                    <a:pt x="15897" y="12071"/>
                    <a:pt x="5878" y="17568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02" name="Forme libre : forme 20201">
              <a:extLst>
                <a:ext uri="{FF2B5EF4-FFF2-40B4-BE49-F238E27FC236}">
                  <a16:creationId xmlns:a16="http://schemas.microsoft.com/office/drawing/2014/main" id="{C9098825-17DC-4D0F-B48C-DD0EAF7C701F}"/>
                </a:ext>
              </a:extLst>
            </p:cNvPr>
            <p:cNvSpPr/>
            <p:nvPr/>
          </p:nvSpPr>
          <p:spPr>
            <a:xfrm>
              <a:off x="6854946" y="556882"/>
              <a:ext cx="396894" cy="61622"/>
            </a:xfrm>
            <a:custGeom>
              <a:avLst/>
              <a:gdLst>
                <a:gd name="connsiteX0" fmla="*/ 0 w 396894"/>
                <a:gd name="connsiteY0" fmla="*/ 60337 h 61622"/>
                <a:gd name="connsiteX1" fmla="*/ 124171 w 396894"/>
                <a:gd name="connsiteY1" fmla="*/ 24518 h 61622"/>
                <a:gd name="connsiteX2" fmla="*/ 254770 w 396894"/>
                <a:gd name="connsiteY2" fmla="*/ 3 h 61622"/>
                <a:gd name="connsiteX3" fmla="*/ 321488 w 396894"/>
                <a:gd name="connsiteY3" fmla="*/ 6786 h 61622"/>
                <a:gd name="connsiteX4" fmla="*/ 396895 w 396894"/>
                <a:gd name="connsiteY4" fmla="*/ 28330 h 61622"/>
                <a:gd name="connsiteX5" fmla="*/ 25623 w 396894"/>
                <a:gd name="connsiteY5" fmla="*/ 61623 h 61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894" h="61622">
                  <a:moveTo>
                    <a:pt x="0" y="60337"/>
                  </a:moveTo>
                  <a:cubicBezTo>
                    <a:pt x="41405" y="48412"/>
                    <a:pt x="82810" y="36487"/>
                    <a:pt x="124171" y="24518"/>
                  </a:cubicBezTo>
                  <a:cubicBezTo>
                    <a:pt x="166862" y="12194"/>
                    <a:pt x="210306" y="-219"/>
                    <a:pt x="254770" y="3"/>
                  </a:cubicBezTo>
                  <a:cubicBezTo>
                    <a:pt x="277157" y="136"/>
                    <a:pt x="299367" y="3461"/>
                    <a:pt x="321488" y="6786"/>
                  </a:cubicBezTo>
                  <a:cubicBezTo>
                    <a:pt x="347510" y="10687"/>
                    <a:pt x="374286" y="14854"/>
                    <a:pt x="396895" y="28330"/>
                  </a:cubicBezTo>
                  <a:cubicBezTo>
                    <a:pt x="272680" y="34226"/>
                    <a:pt x="148110" y="40167"/>
                    <a:pt x="25623" y="61623"/>
                  </a:cubicBezTo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03" name="Forme libre : forme 20202">
              <a:extLst>
                <a:ext uri="{FF2B5EF4-FFF2-40B4-BE49-F238E27FC236}">
                  <a16:creationId xmlns:a16="http://schemas.microsoft.com/office/drawing/2014/main" id="{027AF25C-F45B-4A16-AC8C-4DB91A3654D5}"/>
                </a:ext>
              </a:extLst>
            </p:cNvPr>
            <p:cNvSpPr/>
            <p:nvPr/>
          </p:nvSpPr>
          <p:spPr>
            <a:xfrm>
              <a:off x="6196363" y="602505"/>
              <a:ext cx="304244" cy="56607"/>
            </a:xfrm>
            <a:custGeom>
              <a:avLst/>
              <a:gdLst>
                <a:gd name="connsiteX0" fmla="*/ 124704 w 304244"/>
                <a:gd name="connsiteY0" fmla="*/ 7444 h 56607"/>
                <a:gd name="connsiteX1" fmla="*/ 162430 w 304244"/>
                <a:gd name="connsiteY1" fmla="*/ 41 h 56607"/>
                <a:gd name="connsiteX2" fmla="*/ 223341 w 304244"/>
                <a:gd name="connsiteY2" fmla="*/ 14316 h 56607"/>
                <a:gd name="connsiteX3" fmla="*/ 304245 w 304244"/>
                <a:gd name="connsiteY3" fmla="*/ 55676 h 56607"/>
                <a:gd name="connsiteX4" fmla="*/ 218198 w 304244"/>
                <a:gd name="connsiteY4" fmla="*/ 39274 h 56607"/>
                <a:gd name="connsiteX5" fmla="*/ 122709 w 304244"/>
                <a:gd name="connsiteY5" fmla="*/ 25044 h 56607"/>
                <a:gd name="connsiteX6" fmla="*/ 356 w 304244"/>
                <a:gd name="connsiteY6" fmla="*/ 48583 h 56607"/>
                <a:gd name="connsiteX7" fmla="*/ 49342 w 304244"/>
                <a:gd name="connsiteY7" fmla="*/ 28590 h 56607"/>
                <a:gd name="connsiteX8" fmla="*/ 124704 w 304244"/>
                <a:gd name="connsiteY8" fmla="*/ 7444 h 56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4244" h="56607">
                  <a:moveTo>
                    <a:pt x="124704" y="7444"/>
                  </a:moveTo>
                  <a:cubicBezTo>
                    <a:pt x="137073" y="3986"/>
                    <a:pt x="149574" y="484"/>
                    <a:pt x="162430" y="41"/>
                  </a:cubicBezTo>
                  <a:cubicBezTo>
                    <a:pt x="183399" y="-624"/>
                    <a:pt x="203702" y="6912"/>
                    <a:pt x="223341" y="14316"/>
                  </a:cubicBezTo>
                  <a:cubicBezTo>
                    <a:pt x="251801" y="25088"/>
                    <a:pt x="280882" y="36171"/>
                    <a:pt x="304245" y="55676"/>
                  </a:cubicBezTo>
                  <a:cubicBezTo>
                    <a:pt x="275075" y="59976"/>
                    <a:pt x="246215" y="48495"/>
                    <a:pt x="218198" y="39274"/>
                  </a:cubicBezTo>
                  <a:cubicBezTo>
                    <a:pt x="187388" y="29122"/>
                    <a:pt x="154938" y="21453"/>
                    <a:pt x="122709" y="25044"/>
                  </a:cubicBezTo>
                  <a:cubicBezTo>
                    <a:pt x="104578" y="27039"/>
                    <a:pt x="10109" y="67291"/>
                    <a:pt x="356" y="48583"/>
                  </a:cubicBezTo>
                  <a:cubicBezTo>
                    <a:pt x="-4432" y="39451"/>
                    <a:pt x="40520" y="31073"/>
                    <a:pt x="49342" y="28590"/>
                  </a:cubicBezTo>
                  <a:cubicBezTo>
                    <a:pt x="74433" y="21542"/>
                    <a:pt x="99569" y="14493"/>
                    <a:pt x="124704" y="7444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04" name="Forme libre : forme 20203">
              <a:extLst>
                <a:ext uri="{FF2B5EF4-FFF2-40B4-BE49-F238E27FC236}">
                  <a16:creationId xmlns:a16="http://schemas.microsoft.com/office/drawing/2014/main" id="{774480CF-E624-4066-9254-466E9C0A4374}"/>
                </a:ext>
              </a:extLst>
            </p:cNvPr>
            <p:cNvSpPr/>
            <p:nvPr/>
          </p:nvSpPr>
          <p:spPr>
            <a:xfrm>
              <a:off x="6413527" y="553938"/>
              <a:ext cx="180796" cy="59183"/>
            </a:xfrm>
            <a:custGeom>
              <a:avLst/>
              <a:gdLst>
                <a:gd name="connsiteX0" fmla="*/ 71920 w 180796"/>
                <a:gd name="connsiteY0" fmla="*/ 6405 h 59183"/>
                <a:gd name="connsiteX1" fmla="*/ 4049 w 180796"/>
                <a:gd name="connsiteY1" fmla="*/ 22674 h 59183"/>
                <a:gd name="connsiteX2" fmla="*/ 15 w 180796"/>
                <a:gd name="connsiteY2" fmla="*/ 27905 h 59183"/>
                <a:gd name="connsiteX3" fmla="*/ 3340 w 180796"/>
                <a:gd name="connsiteY3" fmla="*/ 31806 h 59183"/>
                <a:gd name="connsiteX4" fmla="*/ 36943 w 180796"/>
                <a:gd name="connsiteY4" fmla="*/ 35353 h 59183"/>
                <a:gd name="connsiteX5" fmla="*/ 68728 w 180796"/>
                <a:gd name="connsiteY5" fmla="*/ 50603 h 59183"/>
                <a:gd name="connsiteX6" fmla="*/ 102375 w 180796"/>
                <a:gd name="connsiteY6" fmla="*/ 57917 h 59183"/>
                <a:gd name="connsiteX7" fmla="*/ 79235 w 180796"/>
                <a:gd name="connsiteY7" fmla="*/ 32604 h 59183"/>
                <a:gd name="connsiteX8" fmla="*/ 138416 w 180796"/>
                <a:gd name="connsiteY8" fmla="*/ 18108 h 59183"/>
                <a:gd name="connsiteX9" fmla="*/ 180797 w 180796"/>
                <a:gd name="connsiteY9" fmla="*/ 2991 h 59183"/>
                <a:gd name="connsiteX10" fmla="*/ 71920 w 180796"/>
                <a:gd name="connsiteY10" fmla="*/ 6405 h 5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796" h="59183">
                  <a:moveTo>
                    <a:pt x="71920" y="6405"/>
                  </a:moveTo>
                  <a:cubicBezTo>
                    <a:pt x="48513" y="8267"/>
                    <a:pt x="24397" y="11015"/>
                    <a:pt x="4049" y="22674"/>
                  </a:cubicBezTo>
                  <a:cubicBezTo>
                    <a:pt x="2010" y="23827"/>
                    <a:pt x="-206" y="25600"/>
                    <a:pt x="15" y="27905"/>
                  </a:cubicBezTo>
                  <a:cubicBezTo>
                    <a:pt x="193" y="29679"/>
                    <a:pt x="1789" y="30964"/>
                    <a:pt x="3340" y="31806"/>
                  </a:cubicBezTo>
                  <a:cubicBezTo>
                    <a:pt x="13359" y="37215"/>
                    <a:pt x="25727" y="33624"/>
                    <a:pt x="36943" y="35353"/>
                  </a:cubicBezTo>
                  <a:cubicBezTo>
                    <a:pt x="48646" y="37126"/>
                    <a:pt x="58577" y="44574"/>
                    <a:pt x="68728" y="50603"/>
                  </a:cubicBezTo>
                  <a:cubicBezTo>
                    <a:pt x="78924" y="56676"/>
                    <a:pt x="91115" y="61597"/>
                    <a:pt x="102375" y="57917"/>
                  </a:cubicBezTo>
                  <a:cubicBezTo>
                    <a:pt x="97100" y="47633"/>
                    <a:pt x="89032" y="38766"/>
                    <a:pt x="79235" y="32604"/>
                  </a:cubicBezTo>
                  <a:cubicBezTo>
                    <a:pt x="98873" y="27418"/>
                    <a:pt x="118601" y="22586"/>
                    <a:pt x="138416" y="18108"/>
                  </a:cubicBezTo>
                  <a:cubicBezTo>
                    <a:pt x="150475" y="15404"/>
                    <a:pt x="174724" y="15315"/>
                    <a:pt x="180797" y="2991"/>
                  </a:cubicBezTo>
                  <a:cubicBezTo>
                    <a:pt x="148347" y="-4323"/>
                    <a:pt x="105257" y="3745"/>
                    <a:pt x="71920" y="6405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05" name="Forme libre : forme 20204">
              <a:extLst>
                <a:ext uri="{FF2B5EF4-FFF2-40B4-BE49-F238E27FC236}">
                  <a16:creationId xmlns:a16="http://schemas.microsoft.com/office/drawing/2014/main" id="{E1A1F3D8-FF1F-460A-A248-34F6969B5D83}"/>
                </a:ext>
              </a:extLst>
            </p:cNvPr>
            <p:cNvSpPr/>
            <p:nvPr/>
          </p:nvSpPr>
          <p:spPr>
            <a:xfrm>
              <a:off x="5493409" y="546625"/>
              <a:ext cx="83134" cy="31085"/>
            </a:xfrm>
            <a:custGeom>
              <a:avLst/>
              <a:gdLst>
                <a:gd name="connsiteX0" fmla="*/ 25224 w 83134"/>
                <a:gd name="connsiteY0" fmla="*/ 25067 h 31085"/>
                <a:gd name="connsiteX1" fmla="*/ 37637 w 83134"/>
                <a:gd name="connsiteY1" fmla="*/ 30963 h 31085"/>
                <a:gd name="connsiteX2" fmla="*/ 55325 w 83134"/>
                <a:gd name="connsiteY2" fmla="*/ 25421 h 31085"/>
                <a:gd name="connsiteX3" fmla="*/ 78067 w 83134"/>
                <a:gd name="connsiteY3" fmla="*/ 12521 h 31085"/>
                <a:gd name="connsiteX4" fmla="*/ 82500 w 83134"/>
                <a:gd name="connsiteY4" fmla="*/ 4453 h 31085"/>
                <a:gd name="connsiteX5" fmla="*/ 77224 w 83134"/>
                <a:gd name="connsiteY5" fmla="*/ 2768 h 31085"/>
                <a:gd name="connsiteX6" fmla="*/ 0 w 83134"/>
                <a:gd name="connsiteY6" fmla="*/ 5650 h 31085"/>
                <a:gd name="connsiteX7" fmla="*/ 25224 w 83134"/>
                <a:gd name="connsiteY7" fmla="*/ 25067 h 31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134" h="31085">
                  <a:moveTo>
                    <a:pt x="25224" y="25067"/>
                  </a:moveTo>
                  <a:cubicBezTo>
                    <a:pt x="29037" y="27682"/>
                    <a:pt x="33026" y="30386"/>
                    <a:pt x="37637" y="30963"/>
                  </a:cubicBezTo>
                  <a:cubicBezTo>
                    <a:pt x="43888" y="31761"/>
                    <a:pt x="49828" y="28524"/>
                    <a:pt x="55325" y="25421"/>
                  </a:cubicBezTo>
                  <a:cubicBezTo>
                    <a:pt x="62906" y="21121"/>
                    <a:pt x="70486" y="16821"/>
                    <a:pt x="78067" y="12521"/>
                  </a:cubicBezTo>
                  <a:cubicBezTo>
                    <a:pt x="81126" y="10792"/>
                    <a:pt x="84583" y="7246"/>
                    <a:pt x="82500" y="4453"/>
                  </a:cubicBezTo>
                  <a:cubicBezTo>
                    <a:pt x="81347" y="2901"/>
                    <a:pt x="79131" y="2768"/>
                    <a:pt x="77224" y="2768"/>
                  </a:cubicBezTo>
                  <a:cubicBezTo>
                    <a:pt x="59226" y="2768"/>
                    <a:pt x="13876" y="-5078"/>
                    <a:pt x="0" y="5650"/>
                  </a:cubicBezTo>
                  <a:cubicBezTo>
                    <a:pt x="4256" y="13541"/>
                    <a:pt x="17333" y="19658"/>
                    <a:pt x="25224" y="25067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06" name="Forme libre : forme 20205">
              <a:extLst>
                <a:ext uri="{FF2B5EF4-FFF2-40B4-BE49-F238E27FC236}">
                  <a16:creationId xmlns:a16="http://schemas.microsoft.com/office/drawing/2014/main" id="{2582EC1E-1294-413A-ADC1-5D6CD0570605}"/>
                </a:ext>
              </a:extLst>
            </p:cNvPr>
            <p:cNvSpPr/>
            <p:nvPr/>
          </p:nvSpPr>
          <p:spPr>
            <a:xfrm>
              <a:off x="4625250" y="809529"/>
              <a:ext cx="145033" cy="54563"/>
            </a:xfrm>
            <a:custGeom>
              <a:avLst/>
              <a:gdLst>
                <a:gd name="connsiteX0" fmla="*/ 29860 w 145033"/>
                <a:gd name="connsiteY0" fmla="*/ 25710 h 54563"/>
                <a:gd name="connsiteX1" fmla="*/ 61291 w 145033"/>
                <a:gd name="connsiteY1" fmla="*/ 39053 h 54563"/>
                <a:gd name="connsiteX2" fmla="*/ 102209 w 145033"/>
                <a:gd name="connsiteY2" fmla="*/ 53151 h 54563"/>
                <a:gd name="connsiteX3" fmla="*/ 126546 w 145033"/>
                <a:gd name="connsiteY3" fmla="*/ 53195 h 54563"/>
                <a:gd name="connsiteX4" fmla="*/ 145032 w 145033"/>
                <a:gd name="connsiteY4" fmla="*/ 38344 h 54563"/>
                <a:gd name="connsiteX5" fmla="*/ 47327 w 145033"/>
                <a:gd name="connsiteY5" fmla="*/ 8110 h 54563"/>
                <a:gd name="connsiteX6" fmla="*/ 1710 w 145033"/>
                <a:gd name="connsiteY6" fmla="*/ 2658 h 54563"/>
                <a:gd name="connsiteX7" fmla="*/ 29860 w 145033"/>
                <a:gd name="connsiteY7" fmla="*/ 25710 h 54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033" h="54563">
                  <a:moveTo>
                    <a:pt x="29860" y="25710"/>
                  </a:moveTo>
                  <a:cubicBezTo>
                    <a:pt x="40323" y="30143"/>
                    <a:pt x="50829" y="34620"/>
                    <a:pt x="61291" y="39053"/>
                  </a:cubicBezTo>
                  <a:cubicBezTo>
                    <a:pt x="74590" y="44684"/>
                    <a:pt x="88023" y="50402"/>
                    <a:pt x="102209" y="53151"/>
                  </a:cubicBezTo>
                  <a:cubicBezTo>
                    <a:pt x="110233" y="54702"/>
                    <a:pt x="118655" y="55323"/>
                    <a:pt x="126546" y="53195"/>
                  </a:cubicBezTo>
                  <a:cubicBezTo>
                    <a:pt x="134437" y="51067"/>
                    <a:pt x="141796" y="45836"/>
                    <a:pt x="145032" y="38344"/>
                  </a:cubicBezTo>
                  <a:cubicBezTo>
                    <a:pt x="145387" y="37546"/>
                    <a:pt x="55085" y="9972"/>
                    <a:pt x="47327" y="8110"/>
                  </a:cubicBezTo>
                  <a:cubicBezTo>
                    <a:pt x="39126" y="6160"/>
                    <a:pt x="7961" y="-5012"/>
                    <a:pt x="1710" y="2658"/>
                  </a:cubicBezTo>
                  <a:cubicBezTo>
                    <a:pt x="-7333" y="13785"/>
                    <a:pt x="22058" y="22429"/>
                    <a:pt x="29860" y="25710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07" name="Forme libre : forme 20206">
              <a:extLst>
                <a:ext uri="{FF2B5EF4-FFF2-40B4-BE49-F238E27FC236}">
                  <a16:creationId xmlns:a16="http://schemas.microsoft.com/office/drawing/2014/main" id="{D51B831D-2FE1-4A36-986D-EFFE9EF1625C}"/>
                </a:ext>
              </a:extLst>
            </p:cNvPr>
            <p:cNvSpPr/>
            <p:nvPr/>
          </p:nvSpPr>
          <p:spPr>
            <a:xfrm>
              <a:off x="5581139" y="558396"/>
              <a:ext cx="151036" cy="70304"/>
            </a:xfrm>
            <a:custGeom>
              <a:avLst/>
              <a:gdLst>
                <a:gd name="connsiteX0" fmla="*/ 5010 w 151036"/>
                <a:gd name="connsiteY0" fmla="*/ 20787 h 70304"/>
                <a:gd name="connsiteX1" fmla="*/ 0 w 151036"/>
                <a:gd name="connsiteY1" fmla="*/ 27215 h 70304"/>
                <a:gd name="connsiteX2" fmla="*/ 6428 w 151036"/>
                <a:gd name="connsiteY2" fmla="*/ 33776 h 70304"/>
                <a:gd name="connsiteX3" fmla="*/ 31830 w 151036"/>
                <a:gd name="connsiteY3" fmla="*/ 36791 h 70304"/>
                <a:gd name="connsiteX4" fmla="*/ 151036 w 151036"/>
                <a:gd name="connsiteY4" fmla="*/ 70305 h 70304"/>
                <a:gd name="connsiteX5" fmla="*/ 70132 w 151036"/>
                <a:gd name="connsiteY5" fmla="*/ 42288 h 70304"/>
                <a:gd name="connsiteX6" fmla="*/ 49430 w 151036"/>
                <a:gd name="connsiteY6" fmla="*/ 28368 h 70304"/>
                <a:gd name="connsiteX7" fmla="*/ 50139 w 151036"/>
                <a:gd name="connsiteY7" fmla="*/ 306 h 70304"/>
                <a:gd name="connsiteX8" fmla="*/ 5010 w 151036"/>
                <a:gd name="connsiteY8" fmla="*/ 20787 h 70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36" h="70304">
                  <a:moveTo>
                    <a:pt x="5010" y="20787"/>
                  </a:moveTo>
                  <a:cubicBezTo>
                    <a:pt x="2616" y="22339"/>
                    <a:pt x="45" y="24378"/>
                    <a:pt x="0" y="27215"/>
                  </a:cubicBezTo>
                  <a:cubicBezTo>
                    <a:pt x="-44" y="30496"/>
                    <a:pt x="3325" y="32712"/>
                    <a:pt x="6428" y="33776"/>
                  </a:cubicBezTo>
                  <a:cubicBezTo>
                    <a:pt x="14497" y="36569"/>
                    <a:pt x="23274" y="36214"/>
                    <a:pt x="31830" y="36791"/>
                  </a:cubicBezTo>
                  <a:cubicBezTo>
                    <a:pt x="73147" y="39716"/>
                    <a:pt x="109897" y="65384"/>
                    <a:pt x="151036" y="70305"/>
                  </a:cubicBezTo>
                  <a:cubicBezTo>
                    <a:pt x="124083" y="60951"/>
                    <a:pt x="97085" y="51641"/>
                    <a:pt x="70132" y="42288"/>
                  </a:cubicBezTo>
                  <a:cubicBezTo>
                    <a:pt x="62064" y="39495"/>
                    <a:pt x="53198" y="36037"/>
                    <a:pt x="49430" y="28368"/>
                  </a:cubicBezTo>
                  <a:cubicBezTo>
                    <a:pt x="43578" y="16398"/>
                    <a:pt x="61798" y="2922"/>
                    <a:pt x="50139" y="306"/>
                  </a:cubicBezTo>
                  <a:cubicBezTo>
                    <a:pt x="38125" y="-2487"/>
                    <a:pt x="14585" y="14581"/>
                    <a:pt x="5010" y="20787"/>
                  </a:cubicBezTo>
                  <a:close/>
                </a:path>
              </a:pathLst>
            </a:custGeom>
            <a:solidFill>
              <a:srgbClr val="F9D6C8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08" name="Forme libre : forme 20207">
              <a:extLst>
                <a:ext uri="{FF2B5EF4-FFF2-40B4-BE49-F238E27FC236}">
                  <a16:creationId xmlns:a16="http://schemas.microsoft.com/office/drawing/2014/main" id="{436859C2-C5FF-4672-AFAC-1DD16C40D852}"/>
                </a:ext>
              </a:extLst>
            </p:cNvPr>
            <p:cNvSpPr/>
            <p:nvPr/>
          </p:nvSpPr>
          <p:spPr>
            <a:xfrm>
              <a:off x="5630391" y="885333"/>
              <a:ext cx="29746" cy="41937"/>
            </a:xfrm>
            <a:custGeom>
              <a:avLst/>
              <a:gdLst>
                <a:gd name="connsiteX0" fmla="*/ 4344 w 29746"/>
                <a:gd name="connsiteY0" fmla="*/ 13787 h 41937"/>
                <a:gd name="connsiteX1" fmla="*/ 0 w 29746"/>
                <a:gd name="connsiteY1" fmla="*/ 22609 h 41937"/>
                <a:gd name="connsiteX2" fmla="*/ 7891 w 29746"/>
                <a:gd name="connsiteY2" fmla="*/ 34401 h 41937"/>
                <a:gd name="connsiteX3" fmla="*/ 29125 w 29746"/>
                <a:gd name="connsiteY3" fmla="*/ 41937 h 41937"/>
                <a:gd name="connsiteX4" fmla="*/ 11171 w 29746"/>
                <a:gd name="connsiteY4" fmla="*/ 19639 h 41937"/>
                <a:gd name="connsiteX5" fmla="*/ 29746 w 29746"/>
                <a:gd name="connsiteY5" fmla="*/ 0 h 41937"/>
                <a:gd name="connsiteX6" fmla="*/ 4344 w 29746"/>
                <a:gd name="connsiteY6" fmla="*/ 13787 h 4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46" h="41937">
                  <a:moveTo>
                    <a:pt x="4344" y="13787"/>
                  </a:moveTo>
                  <a:cubicBezTo>
                    <a:pt x="1862" y="16092"/>
                    <a:pt x="0" y="19240"/>
                    <a:pt x="0" y="22609"/>
                  </a:cubicBezTo>
                  <a:cubicBezTo>
                    <a:pt x="0" y="27529"/>
                    <a:pt x="3812" y="31608"/>
                    <a:pt x="7891" y="34401"/>
                  </a:cubicBezTo>
                  <a:cubicBezTo>
                    <a:pt x="14142" y="38701"/>
                    <a:pt x="21545" y="41361"/>
                    <a:pt x="29125" y="41937"/>
                  </a:cubicBezTo>
                  <a:cubicBezTo>
                    <a:pt x="21900" y="37194"/>
                    <a:pt x="10772" y="29569"/>
                    <a:pt x="11171" y="19639"/>
                  </a:cubicBezTo>
                  <a:cubicBezTo>
                    <a:pt x="11615" y="9043"/>
                    <a:pt x="24870" y="7980"/>
                    <a:pt x="29746" y="0"/>
                  </a:cubicBezTo>
                  <a:cubicBezTo>
                    <a:pt x="21634" y="3325"/>
                    <a:pt x="10861" y="7758"/>
                    <a:pt x="4344" y="13787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09" name="Forme libre : forme 20208">
              <a:extLst>
                <a:ext uri="{FF2B5EF4-FFF2-40B4-BE49-F238E27FC236}">
                  <a16:creationId xmlns:a16="http://schemas.microsoft.com/office/drawing/2014/main" id="{72C927C7-87E7-4497-8571-294D7FAF9441}"/>
                </a:ext>
              </a:extLst>
            </p:cNvPr>
            <p:cNvSpPr/>
            <p:nvPr/>
          </p:nvSpPr>
          <p:spPr>
            <a:xfrm>
              <a:off x="5482149" y="893659"/>
              <a:ext cx="30859" cy="39374"/>
            </a:xfrm>
            <a:custGeom>
              <a:avLst/>
              <a:gdLst>
                <a:gd name="connsiteX0" fmla="*/ 30854 w 30859"/>
                <a:gd name="connsiteY0" fmla="*/ 11269 h 39374"/>
                <a:gd name="connsiteX1" fmla="*/ 22476 w 30859"/>
                <a:gd name="connsiteY1" fmla="*/ 25676 h 39374"/>
                <a:gd name="connsiteX2" fmla="*/ 0 w 30859"/>
                <a:gd name="connsiteY2" fmla="*/ 39375 h 39374"/>
                <a:gd name="connsiteX3" fmla="*/ 19417 w 30859"/>
                <a:gd name="connsiteY3" fmla="*/ 11623 h 39374"/>
                <a:gd name="connsiteX4" fmla="*/ 20171 w 30859"/>
                <a:gd name="connsiteY4" fmla="*/ 142 h 39374"/>
                <a:gd name="connsiteX5" fmla="*/ 30854 w 30859"/>
                <a:gd name="connsiteY5" fmla="*/ 11269 h 39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859" h="39374">
                  <a:moveTo>
                    <a:pt x="30854" y="11269"/>
                  </a:moveTo>
                  <a:cubicBezTo>
                    <a:pt x="31032" y="17032"/>
                    <a:pt x="26820" y="21908"/>
                    <a:pt x="22476" y="25676"/>
                  </a:cubicBezTo>
                  <a:cubicBezTo>
                    <a:pt x="15826" y="31439"/>
                    <a:pt x="8201" y="36094"/>
                    <a:pt x="0" y="39375"/>
                  </a:cubicBezTo>
                  <a:cubicBezTo>
                    <a:pt x="9088" y="32370"/>
                    <a:pt x="15959" y="22573"/>
                    <a:pt x="19417" y="11623"/>
                  </a:cubicBezTo>
                  <a:cubicBezTo>
                    <a:pt x="20658" y="7722"/>
                    <a:pt x="20348" y="3866"/>
                    <a:pt x="20171" y="142"/>
                  </a:cubicBezTo>
                  <a:cubicBezTo>
                    <a:pt x="25889" y="-1100"/>
                    <a:pt x="30721" y="6082"/>
                    <a:pt x="30854" y="11269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10" name="Forme libre : forme 20209">
              <a:extLst>
                <a:ext uri="{FF2B5EF4-FFF2-40B4-BE49-F238E27FC236}">
                  <a16:creationId xmlns:a16="http://schemas.microsoft.com/office/drawing/2014/main" id="{E2F82997-9396-4178-92D4-C1ADB274DD90}"/>
                </a:ext>
              </a:extLst>
            </p:cNvPr>
            <p:cNvSpPr/>
            <p:nvPr/>
          </p:nvSpPr>
          <p:spPr>
            <a:xfrm>
              <a:off x="5549798" y="923037"/>
              <a:ext cx="66629" cy="13543"/>
            </a:xfrm>
            <a:custGeom>
              <a:avLst/>
              <a:gdLst>
                <a:gd name="connsiteX0" fmla="*/ 29923 w 66629"/>
                <a:gd name="connsiteY0" fmla="*/ 111 h 13543"/>
                <a:gd name="connsiteX1" fmla="*/ 66629 w 66629"/>
                <a:gd name="connsiteY1" fmla="*/ 13543 h 13543"/>
                <a:gd name="connsiteX2" fmla="*/ 31298 w 66629"/>
                <a:gd name="connsiteY2" fmla="*/ 6938 h 13543"/>
                <a:gd name="connsiteX3" fmla="*/ 0 w 66629"/>
                <a:gd name="connsiteY3" fmla="*/ 9952 h 13543"/>
                <a:gd name="connsiteX4" fmla="*/ 29923 w 66629"/>
                <a:gd name="connsiteY4" fmla="*/ 111 h 1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29" h="13543">
                  <a:moveTo>
                    <a:pt x="29923" y="111"/>
                  </a:moveTo>
                  <a:cubicBezTo>
                    <a:pt x="43134" y="-997"/>
                    <a:pt x="55414" y="6406"/>
                    <a:pt x="66629" y="13543"/>
                  </a:cubicBezTo>
                  <a:cubicBezTo>
                    <a:pt x="57896" y="8002"/>
                    <a:pt x="41361" y="7381"/>
                    <a:pt x="31298" y="6938"/>
                  </a:cubicBezTo>
                  <a:cubicBezTo>
                    <a:pt x="20525" y="6450"/>
                    <a:pt x="10551" y="8312"/>
                    <a:pt x="0" y="9952"/>
                  </a:cubicBezTo>
                  <a:cubicBezTo>
                    <a:pt x="9265" y="6007"/>
                    <a:pt x="19772" y="997"/>
                    <a:pt x="29923" y="111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11" name="Forme libre : forme 20210">
              <a:extLst>
                <a:ext uri="{FF2B5EF4-FFF2-40B4-BE49-F238E27FC236}">
                  <a16:creationId xmlns:a16="http://schemas.microsoft.com/office/drawing/2014/main" id="{1DD060D7-EB15-468C-AB52-2CFAAD2EEAA6}"/>
                </a:ext>
              </a:extLst>
            </p:cNvPr>
            <p:cNvSpPr/>
            <p:nvPr/>
          </p:nvSpPr>
          <p:spPr>
            <a:xfrm>
              <a:off x="5914243" y="755483"/>
              <a:ext cx="84095" cy="10023"/>
            </a:xfrm>
            <a:custGeom>
              <a:avLst/>
              <a:gdLst>
                <a:gd name="connsiteX0" fmla="*/ 0 w 84095"/>
                <a:gd name="connsiteY0" fmla="*/ 10024 h 10023"/>
                <a:gd name="connsiteX1" fmla="*/ 84096 w 84095"/>
                <a:gd name="connsiteY1" fmla="*/ 6034 h 10023"/>
                <a:gd name="connsiteX2" fmla="*/ 7802 w 84095"/>
                <a:gd name="connsiteY2" fmla="*/ 7674 h 1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095" h="10023">
                  <a:moveTo>
                    <a:pt x="0" y="10024"/>
                  </a:moveTo>
                  <a:cubicBezTo>
                    <a:pt x="26200" y="-1768"/>
                    <a:pt x="56877" y="-3231"/>
                    <a:pt x="84096" y="6034"/>
                  </a:cubicBezTo>
                  <a:cubicBezTo>
                    <a:pt x="58650" y="7541"/>
                    <a:pt x="32761" y="2399"/>
                    <a:pt x="7802" y="7674"/>
                  </a:cubicBezTo>
                </a:path>
              </a:pathLst>
            </a:custGeom>
            <a:solidFill>
              <a:srgbClr val="FFFFFF">
                <a:alpha val="47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12" name="Forme libre : forme 20211">
              <a:extLst>
                <a:ext uri="{FF2B5EF4-FFF2-40B4-BE49-F238E27FC236}">
                  <a16:creationId xmlns:a16="http://schemas.microsoft.com/office/drawing/2014/main" id="{A4D76F19-EE41-4DEC-AE81-233490945453}"/>
                </a:ext>
              </a:extLst>
            </p:cNvPr>
            <p:cNvSpPr/>
            <p:nvPr/>
          </p:nvSpPr>
          <p:spPr>
            <a:xfrm>
              <a:off x="5884674" y="725586"/>
              <a:ext cx="21479" cy="19439"/>
            </a:xfrm>
            <a:custGeom>
              <a:avLst/>
              <a:gdLst>
                <a:gd name="connsiteX0" fmla="*/ 14230 w 21479"/>
                <a:gd name="connsiteY0" fmla="*/ 3392 h 19439"/>
                <a:gd name="connsiteX1" fmla="*/ 19860 w 21479"/>
                <a:gd name="connsiteY1" fmla="*/ 6672 h 19439"/>
                <a:gd name="connsiteX2" fmla="*/ 20969 w 21479"/>
                <a:gd name="connsiteY2" fmla="*/ 12746 h 19439"/>
                <a:gd name="connsiteX3" fmla="*/ 15516 w 21479"/>
                <a:gd name="connsiteY3" fmla="*/ 15849 h 19439"/>
                <a:gd name="connsiteX4" fmla="*/ 0 w 21479"/>
                <a:gd name="connsiteY4" fmla="*/ 19440 h 19439"/>
                <a:gd name="connsiteX5" fmla="*/ 10551 w 21479"/>
                <a:gd name="connsiteY5" fmla="*/ 13322 h 19439"/>
                <a:gd name="connsiteX6" fmla="*/ 12767 w 21479"/>
                <a:gd name="connsiteY6" fmla="*/ 9598 h 19439"/>
                <a:gd name="connsiteX7" fmla="*/ 709 w 21479"/>
                <a:gd name="connsiteY7" fmla="*/ 23 h 19439"/>
                <a:gd name="connsiteX8" fmla="*/ 14230 w 21479"/>
                <a:gd name="connsiteY8" fmla="*/ 3392 h 19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79" h="19439">
                  <a:moveTo>
                    <a:pt x="14230" y="3392"/>
                  </a:moveTo>
                  <a:cubicBezTo>
                    <a:pt x="16270" y="4146"/>
                    <a:pt x="18397" y="5077"/>
                    <a:pt x="19860" y="6672"/>
                  </a:cubicBezTo>
                  <a:cubicBezTo>
                    <a:pt x="21323" y="8313"/>
                    <a:pt x="22032" y="10795"/>
                    <a:pt x="20969" y="12746"/>
                  </a:cubicBezTo>
                  <a:cubicBezTo>
                    <a:pt x="19905" y="14652"/>
                    <a:pt x="17599" y="15361"/>
                    <a:pt x="15516" y="15849"/>
                  </a:cubicBezTo>
                  <a:cubicBezTo>
                    <a:pt x="10374" y="17134"/>
                    <a:pt x="5187" y="18331"/>
                    <a:pt x="0" y="19440"/>
                  </a:cubicBezTo>
                  <a:cubicBezTo>
                    <a:pt x="3635" y="17666"/>
                    <a:pt x="7182" y="15627"/>
                    <a:pt x="10551" y="13322"/>
                  </a:cubicBezTo>
                  <a:cubicBezTo>
                    <a:pt x="11836" y="12435"/>
                    <a:pt x="13299" y="11061"/>
                    <a:pt x="12767" y="9598"/>
                  </a:cubicBezTo>
                  <a:cubicBezTo>
                    <a:pt x="9310" y="7736"/>
                    <a:pt x="133" y="4855"/>
                    <a:pt x="709" y="23"/>
                  </a:cubicBezTo>
                  <a:cubicBezTo>
                    <a:pt x="4921" y="-243"/>
                    <a:pt x="10241" y="1885"/>
                    <a:pt x="14230" y="3392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13" name="Forme libre : forme 20212">
              <a:extLst>
                <a:ext uri="{FF2B5EF4-FFF2-40B4-BE49-F238E27FC236}">
                  <a16:creationId xmlns:a16="http://schemas.microsoft.com/office/drawing/2014/main" id="{5DD7A5DC-A906-4511-B17E-1D3308B5C6E5}"/>
                </a:ext>
              </a:extLst>
            </p:cNvPr>
            <p:cNvSpPr/>
            <p:nvPr/>
          </p:nvSpPr>
          <p:spPr>
            <a:xfrm>
              <a:off x="5951880" y="702557"/>
              <a:ext cx="52487" cy="18342"/>
            </a:xfrm>
            <a:custGeom>
              <a:avLst/>
              <a:gdLst>
                <a:gd name="connsiteX0" fmla="*/ 14762 w 52487"/>
                <a:gd name="connsiteY0" fmla="*/ 18309 h 18342"/>
                <a:gd name="connsiteX1" fmla="*/ 28195 w 52487"/>
                <a:gd name="connsiteY1" fmla="*/ 14718 h 18342"/>
                <a:gd name="connsiteX2" fmla="*/ 52488 w 52487"/>
                <a:gd name="connsiteY2" fmla="*/ 0 h 18342"/>
                <a:gd name="connsiteX3" fmla="*/ 29081 w 52487"/>
                <a:gd name="connsiteY3" fmla="*/ 6605 h 18342"/>
                <a:gd name="connsiteX4" fmla="*/ 12280 w 52487"/>
                <a:gd name="connsiteY4" fmla="*/ 10551 h 18342"/>
                <a:gd name="connsiteX5" fmla="*/ 0 w 52487"/>
                <a:gd name="connsiteY5" fmla="*/ 12102 h 18342"/>
                <a:gd name="connsiteX6" fmla="*/ 14762 w 52487"/>
                <a:gd name="connsiteY6" fmla="*/ 18309 h 1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487" h="18342">
                  <a:moveTo>
                    <a:pt x="14762" y="18309"/>
                  </a:moveTo>
                  <a:cubicBezTo>
                    <a:pt x="19461" y="18619"/>
                    <a:pt x="23983" y="16757"/>
                    <a:pt x="28195" y="14718"/>
                  </a:cubicBezTo>
                  <a:cubicBezTo>
                    <a:pt x="36750" y="10595"/>
                    <a:pt x="44907" y="5674"/>
                    <a:pt x="52488" y="0"/>
                  </a:cubicBezTo>
                  <a:cubicBezTo>
                    <a:pt x="44686" y="2217"/>
                    <a:pt x="36883" y="4389"/>
                    <a:pt x="29081" y="6605"/>
                  </a:cubicBezTo>
                  <a:cubicBezTo>
                    <a:pt x="23540" y="8157"/>
                    <a:pt x="17954" y="9708"/>
                    <a:pt x="12280" y="10551"/>
                  </a:cubicBezTo>
                  <a:cubicBezTo>
                    <a:pt x="8423" y="11127"/>
                    <a:pt x="3414" y="10373"/>
                    <a:pt x="0" y="12102"/>
                  </a:cubicBezTo>
                  <a:cubicBezTo>
                    <a:pt x="3857" y="15117"/>
                    <a:pt x="9664" y="17998"/>
                    <a:pt x="14762" y="18309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14" name="Forme libre : forme 20213">
              <a:extLst>
                <a:ext uri="{FF2B5EF4-FFF2-40B4-BE49-F238E27FC236}">
                  <a16:creationId xmlns:a16="http://schemas.microsoft.com/office/drawing/2014/main" id="{901F06CA-E2CC-44B2-99A0-EE21DF8B44A8}"/>
                </a:ext>
              </a:extLst>
            </p:cNvPr>
            <p:cNvSpPr/>
            <p:nvPr/>
          </p:nvSpPr>
          <p:spPr>
            <a:xfrm>
              <a:off x="6001075" y="721176"/>
              <a:ext cx="38357" cy="30056"/>
            </a:xfrm>
            <a:custGeom>
              <a:avLst/>
              <a:gdLst>
                <a:gd name="connsiteX0" fmla="*/ 24748 w 38357"/>
                <a:gd name="connsiteY0" fmla="*/ 0 h 30056"/>
                <a:gd name="connsiteX1" fmla="*/ 13621 w 38357"/>
                <a:gd name="connsiteY1" fmla="*/ 4832 h 30056"/>
                <a:gd name="connsiteX2" fmla="*/ 3957 w 38357"/>
                <a:gd name="connsiteY2" fmla="*/ 10418 h 30056"/>
                <a:gd name="connsiteX3" fmla="*/ 189 w 38357"/>
                <a:gd name="connsiteY3" fmla="*/ 20437 h 30056"/>
                <a:gd name="connsiteX4" fmla="*/ 987 w 38357"/>
                <a:gd name="connsiteY4" fmla="*/ 22121 h 30056"/>
                <a:gd name="connsiteX5" fmla="*/ 3957 w 38357"/>
                <a:gd name="connsiteY5" fmla="*/ 23008 h 30056"/>
                <a:gd name="connsiteX6" fmla="*/ 38358 w 38357"/>
                <a:gd name="connsiteY6" fmla="*/ 30056 h 30056"/>
                <a:gd name="connsiteX7" fmla="*/ 26655 w 38357"/>
                <a:gd name="connsiteY7" fmla="*/ 25446 h 30056"/>
                <a:gd name="connsiteX8" fmla="*/ 16237 w 38357"/>
                <a:gd name="connsiteY8" fmla="*/ 23274 h 30056"/>
                <a:gd name="connsiteX9" fmla="*/ 10341 w 38357"/>
                <a:gd name="connsiteY9" fmla="*/ 20880 h 30056"/>
                <a:gd name="connsiteX10" fmla="*/ 8745 w 38357"/>
                <a:gd name="connsiteY10" fmla="*/ 15117 h 30056"/>
                <a:gd name="connsiteX11" fmla="*/ 10562 w 38357"/>
                <a:gd name="connsiteY11" fmla="*/ 12989 h 30056"/>
                <a:gd name="connsiteX12" fmla="*/ 16858 w 38357"/>
                <a:gd name="connsiteY12" fmla="*/ 7270 h 30056"/>
                <a:gd name="connsiteX13" fmla="*/ 20936 w 38357"/>
                <a:gd name="connsiteY13" fmla="*/ 5231 h 30056"/>
                <a:gd name="connsiteX14" fmla="*/ 18453 w 38357"/>
                <a:gd name="connsiteY14" fmla="*/ 5275 h 30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57" h="30056">
                  <a:moveTo>
                    <a:pt x="24748" y="0"/>
                  </a:moveTo>
                  <a:cubicBezTo>
                    <a:pt x="21025" y="1596"/>
                    <a:pt x="17345" y="3192"/>
                    <a:pt x="13621" y="4832"/>
                  </a:cubicBezTo>
                  <a:cubicBezTo>
                    <a:pt x="10208" y="6339"/>
                    <a:pt x="6706" y="7847"/>
                    <a:pt x="3957" y="10418"/>
                  </a:cubicBezTo>
                  <a:cubicBezTo>
                    <a:pt x="1209" y="12989"/>
                    <a:pt x="-609" y="16801"/>
                    <a:pt x="189" y="20437"/>
                  </a:cubicBezTo>
                  <a:cubicBezTo>
                    <a:pt x="322" y="21057"/>
                    <a:pt x="544" y="21678"/>
                    <a:pt x="987" y="22121"/>
                  </a:cubicBezTo>
                  <a:cubicBezTo>
                    <a:pt x="1741" y="22875"/>
                    <a:pt x="2893" y="22963"/>
                    <a:pt x="3957" y="23008"/>
                  </a:cubicBezTo>
                  <a:cubicBezTo>
                    <a:pt x="15661" y="23584"/>
                    <a:pt x="27054" y="26820"/>
                    <a:pt x="38358" y="30056"/>
                  </a:cubicBezTo>
                  <a:cubicBezTo>
                    <a:pt x="34235" y="29170"/>
                    <a:pt x="30644" y="26776"/>
                    <a:pt x="26655" y="25446"/>
                  </a:cubicBezTo>
                  <a:cubicBezTo>
                    <a:pt x="23285" y="24293"/>
                    <a:pt x="19695" y="23939"/>
                    <a:pt x="16237" y="23274"/>
                  </a:cubicBezTo>
                  <a:cubicBezTo>
                    <a:pt x="14109" y="22875"/>
                    <a:pt x="11981" y="22299"/>
                    <a:pt x="10341" y="20880"/>
                  </a:cubicBezTo>
                  <a:cubicBezTo>
                    <a:pt x="8701" y="19461"/>
                    <a:pt x="7770" y="17023"/>
                    <a:pt x="8745" y="15117"/>
                  </a:cubicBezTo>
                  <a:cubicBezTo>
                    <a:pt x="9144" y="14275"/>
                    <a:pt x="9853" y="13610"/>
                    <a:pt x="10562" y="12989"/>
                  </a:cubicBezTo>
                  <a:cubicBezTo>
                    <a:pt x="12646" y="11083"/>
                    <a:pt x="14774" y="9177"/>
                    <a:pt x="16858" y="7270"/>
                  </a:cubicBezTo>
                  <a:cubicBezTo>
                    <a:pt x="18010" y="6206"/>
                    <a:pt x="19340" y="5098"/>
                    <a:pt x="20936" y="5231"/>
                  </a:cubicBezTo>
                  <a:cubicBezTo>
                    <a:pt x="20094" y="5231"/>
                    <a:pt x="19296" y="5275"/>
                    <a:pt x="18453" y="5275"/>
                  </a:cubicBezTo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15" name="Forme libre : forme 20214">
              <a:extLst>
                <a:ext uri="{FF2B5EF4-FFF2-40B4-BE49-F238E27FC236}">
                  <a16:creationId xmlns:a16="http://schemas.microsoft.com/office/drawing/2014/main" id="{1790E9DD-349A-4278-AE87-B0FC3D3A1A30}"/>
                </a:ext>
              </a:extLst>
            </p:cNvPr>
            <p:cNvSpPr/>
            <p:nvPr/>
          </p:nvSpPr>
          <p:spPr>
            <a:xfrm>
              <a:off x="4818420" y="898480"/>
              <a:ext cx="40879" cy="38809"/>
            </a:xfrm>
            <a:custGeom>
              <a:avLst/>
              <a:gdLst>
                <a:gd name="connsiteX0" fmla="*/ 7587 w 40879"/>
                <a:gd name="connsiteY0" fmla="*/ 12211 h 38809"/>
                <a:gd name="connsiteX1" fmla="*/ 6 w 40879"/>
                <a:gd name="connsiteY1" fmla="*/ 25200 h 38809"/>
                <a:gd name="connsiteX2" fmla="*/ 715 w 40879"/>
                <a:gd name="connsiteY2" fmla="*/ 27328 h 38809"/>
                <a:gd name="connsiteX3" fmla="*/ 3597 w 40879"/>
                <a:gd name="connsiteY3" fmla="*/ 28081 h 38809"/>
                <a:gd name="connsiteX4" fmla="*/ 17339 w 40879"/>
                <a:gd name="connsiteY4" fmla="*/ 31539 h 38809"/>
                <a:gd name="connsiteX5" fmla="*/ 40879 w 40879"/>
                <a:gd name="connsiteY5" fmla="*/ 38810 h 38809"/>
                <a:gd name="connsiteX6" fmla="*/ 23812 w 40879"/>
                <a:gd name="connsiteY6" fmla="*/ 27151 h 38809"/>
                <a:gd name="connsiteX7" fmla="*/ 18315 w 40879"/>
                <a:gd name="connsiteY7" fmla="*/ 20634 h 38809"/>
                <a:gd name="connsiteX8" fmla="*/ 19068 w 40879"/>
                <a:gd name="connsiteY8" fmla="*/ 16245 h 38809"/>
                <a:gd name="connsiteX9" fmla="*/ 33875 w 40879"/>
                <a:gd name="connsiteY9" fmla="*/ 20 h 38809"/>
                <a:gd name="connsiteX10" fmla="*/ 7587 w 40879"/>
                <a:gd name="connsiteY10" fmla="*/ 12211 h 38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879" h="38809">
                  <a:moveTo>
                    <a:pt x="7587" y="12211"/>
                  </a:moveTo>
                  <a:cubicBezTo>
                    <a:pt x="3597" y="15536"/>
                    <a:pt x="-171" y="20013"/>
                    <a:pt x="6" y="25200"/>
                  </a:cubicBezTo>
                  <a:cubicBezTo>
                    <a:pt x="50" y="25954"/>
                    <a:pt x="183" y="26796"/>
                    <a:pt x="715" y="27328"/>
                  </a:cubicBezTo>
                  <a:cubicBezTo>
                    <a:pt x="1425" y="28037"/>
                    <a:pt x="2577" y="28081"/>
                    <a:pt x="3597" y="28081"/>
                  </a:cubicBezTo>
                  <a:cubicBezTo>
                    <a:pt x="8340" y="28214"/>
                    <a:pt x="12862" y="29943"/>
                    <a:pt x="17339" y="31539"/>
                  </a:cubicBezTo>
                  <a:cubicBezTo>
                    <a:pt x="25097" y="34288"/>
                    <a:pt x="32944" y="36726"/>
                    <a:pt x="40879" y="38810"/>
                  </a:cubicBezTo>
                  <a:cubicBezTo>
                    <a:pt x="35205" y="34908"/>
                    <a:pt x="29530" y="31052"/>
                    <a:pt x="23812" y="27151"/>
                  </a:cubicBezTo>
                  <a:cubicBezTo>
                    <a:pt x="21374" y="25510"/>
                    <a:pt x="18758" y="23515"/>
                    <a:pt x="18315" y="20634"/>
                  </a:cubicBezTo>
                  <a:cubicBezTo>
                    <a:pt x="18093" y="19127"/>
                    <a:pt x="18536" y="17619"/>
                    <a:pt x="19068" y="16245"/>
                  </a:cubicBezTo>
                  <a:cubicBezTo>
                    <a:pt x="21507" y="10083"/>
                    <a:pt x="33831" y="4453"/>
                    <a:pt x="33875" y="20"/>
                  </a:cubicBezTo>
                  <a:cubicBezTo>
                    <a:pt x="24964" y="-423"/>
                    <a:pt x="14236" y="6625"/>
                    <a:pt x="7587" y="12211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16" name="Forme libre : forme 20215">
              <a:extLst>
                <a:ext uri="{FF2B5EF4-FFF2-40B4-BE49-F238E27FC236}">
                  <a16:creationId xmlns:a16="http://schemas.microsoft.com/office/drawing/2014/main" id="{DEFDACA8-D15E-437E-9D3A-CC7221DFDBF2}"/>
                </a:ext>
              </a:extLst>
            </p:cNvPr>
            <p:cNvSpPr/>
            <p:nvPr/>
          </p:nvSpPr>
          <p:spPr>
            <a:xfrm>
              <a:off x="4688181" y="901647"/>
              <a:ext cx="45328" cy="37237"/>
            </a:xfrm>
            <a:custGeom>
              <a:avLst/>
              <a:gdLst>
                <a:gd name="connsiteX0" fmla="*/ 44331 w 45328"/>
                <a:gd name="connsiteY0" fmla="*/ 9974 h 37237"/>
                <a:gd name="connsiteX1" fmla="*/ 45306 w 45328"/>
                <a:gd name="connsiteY1" fmla="*/ 14851 h 37237"/>
                <a:gd name="connsiteX2" fmla="*/ 41316 w 45328"/>
                <a:gd name="connsiteY2" fmla="*/ 21900 h 37237"/>
                <a:gd name="connsiteX3" fmla="*/ 23717 w 45328"/>
                <a:gd name="connsiteY3" fmla="*/ 31918 h 37237"/>
                <a:gd name="connsiteX4" fmla="*/ 0 w 45328"/>
                <a:gd name="connsiteY4" fmla="*/ 37238 h 37237"/>
                <a:gd name="connsiteX5" fmla="*/ 22609 w 45328"/>
                <a:gd name="connsiteY5" fmla="*/ 21279 h 37237"/>
                <a:gd name="connsiteX6" fmla="*/ 31519 w 45328"/>
                <a:gd name="connsiteY6" fmla="*/ 10994 h 37237"/>
                <a:gd name="connsiteX7" fmla="*/ 34667 w 45328"/>
                <a:gd name="connsiteY7" fmla="*/ 0 h 37237"/>
                <a:gd name="connsiteX8" fmla="*/ 44331 w 45328"/>
                <a:gd name="connsiteY8" fmla="*/ 9974 h 3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28" h="37237">
                  <a:moveTo>
                    <a:pt x="44331" y="9974"/>
                  </a:moveTo>
                  <a:cubicBezTo>
                    <a:pt x="44952" y="11526"/>
                    <a:pt x="45439" y="13166"/>
                    <a:pt x="45306" y="14851"/>
                  </a:cubicBezTo>
                  <a:cubicBezTo>
                    <a:pt x="45085" y="17599"/>
                    <a:pt x="43311" y="19949"/>
                    <a:pt x="41316" y="21900"/>
                  </a:cubicBezTo>
                  <a:cubicBezTo>
                    <a:pt x="36440" y="26643"/>
                    <a:pt x="30101" y="29613"/>
                    <a:pt x="23717" y="31918"/>
                  </a:cubicBezTo>
                  <a:cubicBezTo>
                    <a:pt x="16048" y="34622"/>
                    <a:pt x="8068" y="36440"/>
                    <a:pt x="0" y="37238"/>
                  </a:cubicBezTo>
                  <a:cubicBezTo>
                    <a:pt x="8866" y="34356"/>
                    <a:pt x="15915" y="27707"/>
                    <a:pt x="22609" y="21279"/>
                  </a:cubicBezTo>
                  <a:cubicBezTo>
                    <a:pt x="25889" y="18131"/>
                    <a:pt x="29214" y="14940"/>
                    <a:pt x="31519" y="10994"/>
                  </a:cubicBezTo>
                  <a:cubicBezTo>
                    <a:pt x="33514" y="7581"/>
                    <a:pt x="33958" y="3635"/>
                    <a:pt x="34667" y="0"/>
                  </a:cubicBezTo>
                  <a:cubicBezTo>
                    <a:pt x="39721" y="0"/>
                    <a:pt x="42646" y="5674"/>
                    <a:pt x="44331" y="9974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17" name="Forme libre : forme 20216">
              <a:extLst>
                <a:ext uri="{FF2B5EF4-FFF2-40B4-BE49-F238E27FC236}">
                  <a16:creationId xmlns:a16="http://schemas.microsoft.com/office/drawing/2014/main" id="{8AC0D62F-3409-4D2A-9E40-EB9937D3F23D}"/>
                </a:ext>
              </a:extLst>
            </p:cNvPr>
            <p:cNvSpPr/>
            <p:nvPr/>
          </p:nvSpPr>
          <p:spPr>
            <a:xfrm>
              <a:off x="4744437" y="945446"/>
              <a:ext cx="75850" cy="14857"/>
            </a:xfrm>
            <a:custGeom>
              <a:avLst/>
              <a:gdLst>
                <a:gd name="connsiteX0" fmla="*/ 40430 w 75850"/>
                <a:gd name="connsiteY0" fmla="*/ 0 h 14857"/>
                <a:gd name="connsiteX1" fmla="*/ 75850 w 75850"/>
                <a:gd name="connsiteY1" fmla="*/ 12634 h 14857"/>
                <a:gd name="connsiteX2" fmla="*/ 38657 w 75850"/>
                <a:gd name="connsiteY2" fmla="*/ 8778 h 14857"/>
                <a:gd name="connsiteX3" fmla="*/ 14807 w 75850"/>
                <a:gd name="connsiteY3" fmla="*/ 12812 h 14857"/>
                <a:gd name="connsiteX4" fmla="*/ 0 w 75850"/>
                <a:gd name="connsiteY4" fmla="*/ 13565 h 14857"/>
                <a:gd name="connsiteX5" fmla="*/ 40430 w 75850"/>
                <a:gd name="connsiteY5" fmla="*/ 0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850" h="14857">
                  <a:moveTo>
                    <a:pt x="40430" y="0"/>
                  </a:moveTo>
                  <a:cubicBezTo>
                    <a:pt x="53197" y="266"/>
                    <a:pt x="65964" y="4566"/>
                    <a:pt x="75850" y="12634"/>
                  </a:cubicBezTo>
                  <a:cubicBezTo>
                    <a:pt x="63837" y="8999"/>
                    <a:pt x="51158" y="7714"/>
                    <a:pt x="38657" y="8778"/>
                  </a:cubicBezTo>
                  <a:cubicBezTo>
                    <a:pt x="30633" y="9487"/>
                    <a:pt x="22697" y="11127"/>
                    <a:pt x="14807" y="12812"/>
                  </a:cubicBezTo>
                  <a:cubicBezTo>
                    <a:pt x="10285" y="13743"/>
                    <a:pt x="4078" y="16447"/>
                    <a:pt x="0" y="13565"/>
                  </a:cubicBezTo>
                  <a:cubicBezTo>
                    <a:pt x="6073" y="2793"/>
                    <a:pt x="29214" y="0"/>
                    <a:pt x="40430" y="0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18" name="Forme libre : forme 20217">
              <a:extLst>
                <a:ext uri="{FF2B5EF4-FFF2-40B4-BE49-F238E27FC236}">
                  <a16:creationId xmlns:a16="http://schemas.microsoft.com/office/drawing/2014/main" id="{92A2E8B5-D19C-46AF-8C1C-E2ABE8BA0D35}"/>
                </a:ext>
              </a:extLst>
            </p:cNvPr>
            <p:cNvSpPr/>
            <p:nvPr/>
          </p:nvSpPr>
          <p:spPr>
            <a:xfrm>
              <a:off x="5217354" y="721176"/>
              <a:ext cx="44824" cy="36484"/>
            </a:xfrm>
            <a:custGeom>
              <a:avLst/>
              <a:gdLst>
                <a:gd name="connsiteX0" fmla="*/ 3907 w 44824"/>
                <a:gd name="connsiteY0" fmla="*/ 11836 h 36484"/>
                <a:gd name="connsiteX1" fmla="*/ 449 w 44824"/>
                <a:gd name="connsiteY1" fmla="*/ 19594 h 36484"/>
                <a:gd name="connsiteX2" fmla="*/ 3952 w 44824"/>
                <a:gd name="connsiteY2" fmla="*/ 22210 h 36484"/>
                <a:gd name="connsiteX3" fmla="*/ 44825 w 44824"/>
                <a:gd name="connsiteY3" fmla="*/ 36484 h 36484"/>
                <a:gd name="connsiteX4" fmla="*/ 22704 w 44824"/>
                <a:gd name="connsiteY4" fmla="*/ 24870 h 36484"/>
                <a:gd name="connsiteX5" fmla="*/ 23679 w 44824"/>
                <a:gd name="connsiteY5" fmla="*/ 0 h 36484"/>
                <a:gd name="connsiteX6" fmla="*/ 3907 w 44824"/>
                <a:gd name="connsiteY6" fmla="*/ 11836 h 3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824" h="36484">
                  <a:moveTo>
                    <a:pt x="3907" y="11836"/>
                  </a:moveTo>
                  <a:cubicBezTo>
                    <a:pt x="1513" y="13787"/>
                    <a:pt x="-1058" y="16890"/>
                    <a:pt x="449" y="19594"/>
                  </a:cubicBezTo>
                  <a:cubicBezTo>
                    <a:pt x="1159" y="20924"/>
                    <a:pt x="2622" y="21589"/>
                    <a:pt x="3952" y="22210"/>
                  </a:cubicBezTo>
                  <a:cubicBezTo>
                    <a:pt x="17162" y="28106"/>
                    <a:pt x="30816" y="32894"/>
                    <a:pt x="44825" y="36484"/>
                  </a:cubicBezTo>
                  <a:cubicBezTo>
                    <a:pt x="37466" y="32628"/>
                    <a:pt x="30063" y="28727"/>
                    <a:pt x="22704" y="24870"/>
                  </a:cubicBezTo>
                  <a:cubicBezTo>
                    <a:pt x="4705" y="15427"/>
                    <a:pt x="28954" y="9576"/>
                    <a:pt x="23679" y="0"/>
                  </a:cubicBezTo>
                  <a:cubicBezTo>
                    <a:pt x="16719" y="1685"/>
                    <a:pt x="9537" y="7315"/>
                    <a:pt x="3907" y="11836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19" name="Forme libre : forme 20218">
              <a:extLst>
                <a:ext uri="{FF2B5EF4-FFF2-40B4-BE49-F238E27FC236}">
                  <a16:creationId xmlns:a16="http://schemas.microsoft.com/office/drawing/2014/main" id="{7AA71A1E-C275-412E-99E6-33DF86B3DA97}"/>
                </a:ext>
              </a:extLst>
            </p:cNvPr>
            <p:cNvSpPr/>
            <p:nvPr/>
          </p:nvSpPr>
          <p:spPr>
            <a:xfrm>
              <a:off x="5155740" y="706369"/>
              <a:ext cx="72924" cy="28337"/>
            </a:xfrm>
            <a:custGeom>
              <a:avLst/>
              <a:gdLst>
                <a:gd name="connsiteX0" fmla="*/ 26155 w 72924"/>
                <a:gd name="connsiteY0" fmla="*/ 28239 h 28337"/>
                <a:gd name="connsiteX1" fmla="*/ 55990 w 72924"/>
                <a:gd name="connsiteY1" fmla="*/ 14275 h 28337"/>
                <a:gd name="connsiteX2" fmla="*/ 72924 w 72924"/>
                <a:gd name="connsiteY2" fmla="*/ 0 h 28337"/>
                <a:gd name="connsiteX3" fmla="*/ 38612 w 72924"/>
                <a:gd name="connsiteY3" fmla="*/ 13255 h 28337"/>
                <a:gd name="connsiteX4" fmla="*/ 0 w 72924"/>
                <a:gd name="connsiteY4" fmla="*/ 14674 h 28337"/>
                <a:gd name="connsiteX5" fmla="*/ 26155 w 72924"/>
                <a:gd name="connsiteY5" fmla="*/ 28239 h 2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924" h="28337">
                  <a:moveTo>
                    <a:pt x="26155" y="28239"/>
                  </a:moveTo>
                  <a:cubicBezTo>
                    <a:pt x="37415" y="29303"/>
                    <a:pt x="47345" y="21545"/>
                    <a:pt x="55990" y="14275"/>
                  </a:cubicBezTo>
                  <a:cubicBezTo>
                    <a:pt x="61620" y="9531"/>
                    <a:pt x="67294" y="4743"/>
                    <a:pt x="72924" y="0"/>
                  </a:cubicBezTo>
                  <a:cubicBezTo>
                    <a:pt x="60556" y="222"/>
                    <a:pt x="50050" y="8556"/>
                    <a:pt x="38612" y="13255"/>
                  </a:cubicBezTo>
                  <a:cubicBezTo>
                    <a:pt x="24781" y="18929"/>
                    <a:pt x="13831" y="15516"/>
                    <a:pt x="0" y="14674"/>
                  </a:cubicBezTo>
                  <a:cubicBezTo>
                    <a:pt x="6339" y="20614"/>
                    <a:pt x="17112" y="27397"/>
                    <a:pt x="26155" y="28239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20" name="Forme libre : forme 20219">
              <a:extLst>
                <a:ext uri="{FF2B5EF4-FFF2-40B4-BE49-F238E27FC236}">
                  <a16:creationId xmlns:a16="http://schemas.microsoft.com/office/drawing/2014/main" id="{7B1C0812-5321-4BCD-828B-1C6081210940}"/>
                </a:ext>
              </a:extLst>
            </p:cNvPr>
            <p:cNvSpPr/>
            <p:nvPr/>
          </p:nvSpPr>
          <p:spPr>
            <a:xfrm>
              <a:off x="5089997" y="733741"/>
              <a:ext cx="54921" cy="37174"/>
            </a:xfrm>
            <a:custGeom>
              <a:avLst/>
              <a:gdLst>
                <a:gd name="connsiteX0" fmla="*/ 54261 w 54921"/>
                <a:gd name="connsiteY0" fmla="*/ 14477 h 37174"/>
                <a:gd name="connsiteX1" fmla="*/ 0 w 54921"/>
                <a:gd name="connsiteY1" fmla="*/ 37174 h 37174"/>
                <a:gd name="connsiteX2" fmla="*/ 21767 w 54921"/>
                <a:gd name="connsiteY2" fmla="*/ 25338 h 37174"/>
                <a:gd name="connsiteX3" fmla="*/ 34534 w 54921"/>
                <a:gd name="connsiteY3" fmla="*/ 16383 h 37174"/>
                <a:gd name="connsiteX4" fmla="*/ 39632 w 54921"/>
                <a:gd name="connsiteY4" fmla="*/ 2685 h 37174"/>
                <a:gd name="connsiteX5" fmla="*/ 54261 w 54921"/>
                <a:gd name="connsiteY5" fmla="*/ 14477 h 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921" h="37174">
                  <a:moveTo>
                    <a:pt x="54261" y="14477"/>
                  </a:moveTo>
                  <a:cubicBezTo>
                    <a:pt x="38878" y="26757"/>
                    <a:pt x="17333" y="27776"/>
                    <a:pt x="0" y="37174"/>
                  </a:cubicBezTo>
                  <a:cubicBezTo>
                    <a:pt x="7270" y="33229"/>
                    <a:pt x="14496" y="29283"/>
                    <a:pt x="21767" y="25338"/>
                  </a:cubicBezTo>
                  <a:cubicBezTo>
                    <a:pt x="26200" y="22944"/>
                    <a:pt x="31253" y="20329"/>
                    <a:pt x="34534" y="16383"/>
                  </a:cubicBezTo>
                  <a:cubicBezTo>
                    <a:pt x="38169" y="11950"/>
                    <a:pt x="37061" y="6941"/>
                    <a:pt x="39632" y="2685"/>
                  </a:cubicBezTo>
                  <a:cubicBezTo>
                    <a:pt x="45306" y="-6758"/>
                    <a:pt x="57941" y="11507"/>
                    <a:pt x="54261" y="14477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21" name="Forme libre : forme 20220">
              <a:extLst>
                <a:ext uri="{FF2B5EF4-FFF2-40B4-BE49-F238E27FC236}">
                  <a16:creationId xmlns:a16="http://schemas.microsoft.com/office/drawing/2014/main" id="{8BCEB826-7F31-422C-9B80-4672222D4E74}"/>
                </a:ext>
              </a:extLst>
            </p:cNvPr>
            <p:cNvSpPr/>
            <p:nvPr/>
          </p:nvSpPr>
          <p:spPr>
            <a:xfrm>
              <a:off x="5129186" y="762833"/>
              <a:ext cx="126254" cy="19515"/>
            </a:xfrm>
            <a:custGeom>
              <a:avLst/>
              <a:gdLst>
                <a:gd name="connsiteX0" fmla="*/ 35686 w 126254"/>
                <a:gd name="connsiteY0" fmla="*/ 4979 h 19515"/>
                <a:gd name="connsiteX1" fmla="*/ 62551 w 126254"/>
                <a:gd name="connsiteY1" fmla="*/ 58 h 19515"/>
                <a:gd name="connsiteX2" fmla="*/ 126255 w 126254"/>
                <a:gd name="connsiteY2" fmla="*/ 17835 h 19515"/>
                <a:gd name="connsiteX3" fmla="*/ 94159 w 126254"/>
                <a:gd name="connsiteY3" fmla="*/ 13490 h 19515"/>
                <a:gd name="connsiteX4" fmla="*/ 60024 w 126254"/>
                <a:gd name="connsiteY4" fmla="*/ 12692 h 19515"/>
                <a:gd name="connsiteX5" fmla="*/ 26865 w 126254"/>
                <a:gd name="connsiteY5" fmla="*/ 15618 h 19515"/>
                <a:gd name="connsiteX6" fmla="*/ 0 w 126254"/>
                <a:gd name="connsiteY6" fmla="*/ 17347 h 19515"/>
                <a:gd name="connsiteX7" fmla="*/ 35686 w 126254"/>
                <a:gd name="connsiteY7" fmla="*/ 4979 h 19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254" h="19515">
                  <a:moveTo>
                    <a:pt x="35686" y="4979"/>
                  </a:moveTo>
                  <a:cubicBezTo>
                    <a:pt x="44464" y="2540"/>
                    <a:pt x="53463" y="457"/>
                    <a:pt x="62551" y="58"/>
                  </a:cubicBezTo>
                  <a:cubicBezTo>
                    <a:pt x="84805" y="-829"/>
                    <a:pt x="105995" y="8614"/>
                    <a:pt x="126255" y="17835"/>
                  </a:cubicBezTo>
                  <a:cubicBezTo>
                    <a:pt x="117521" y="13845"/>
                    <a:pt x="103601" y="14244"/>
                    <a:pt x="94159" y="13490"/>
                  </a:cubicBezTo>
                  <a:cubicBezTo>
                    <a:pt x="82810" y="12559"/>
                    <a:pt x="71417" y="12293"/>
                    <a:pt x="60024" y="12692"/>
                  </a:cubicBezTo>
                  <a:cubicBezTo>
                    <a:pt x="48941" y="13047"/>
                    <a:pt x="37859" y="14022"/>
                    <a:pt x="26865" y="15618"/>
                  </a:cubicBezTo>
                  <a:cubicBezTo>
                    <a:pt x="20304" y="16549"/>
                    <a:pt x="5098" y="22711"/>
                    <a:pt x="0" y="17347"/>
                  </a:cubicBezTo>
                  <a:cubicBezTo>
                    <a:pt x="9753" y="10963"/>
                    <a:pt x="24338" y="8082"/>
                    <a:pt x="35686" y="4979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22" name="Forme libre : forme 20221">
              <a:extLst>
                <a:ext uri="{FF2B5EF4-FFF2-40B4-BE49-F238E27FC236}">
                  <a16:creationId xmlns:a16="http://schemas.microsoft.com/office/drawing/2014/main" id="{0E7EBBF5-90C3-4036-82C3-7E0542AC47D2}"/>
                </a:ext>
              </a:extLst>
            </p:cNvPr>
            <p:cNvSpPr/>
            <p:nvPr/>
          </p:nvSpPr>
          <p:spPr>
            <a:xfrm>
              <a:off x="5495581" y="609010"/>
              <a:ext cx="87509" cy="10026"/>
            </a:xfrm>
            <a:custGeom>
              <a:avLst/>
              <a:gdLst>
                <a:gd name="connsiteX0" fmla="*/ 87509 w 87509"/>
                <a:gd name="connsiteY0" fmla="*/ 10027 h 10026"/>
                <a:gd name="connsiteX1" fmla="*/ 62551 w 87509"/>
                <a:gd name="connsiteY1" fmla="*/ 7899 h 10026"/>
                <a:gd name="connsiteX2" fmla="*/ 36617 w 87509"/>
                <a:gd name="connsiteY2" fmla="*/ 7677 h 10026"/>
                <a:gd name="connsiteX3" fmla="*/ 0 w 87509"/>
                <a:gd name="connsiteY3" fmla="*/ 5372 h 10026"/>
                <a:gd name="connsiteX4" fmla="*/ 87509 w 87509"/>
                <a:gd name="connsiteY4" fmla="*/ 10027 h 1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509" h="10026">
                  <a:moveTo>
                    <a:pt x="87509" y="10027"/>
                  </a:moveTo>
                  <a:cubicBezTo>
                    <a:pt x="81259" y="7145"/>
                    <a:pt x="69467" y="8253"/>
                    <a:pt x="62551" y="7899"/>
                  </a:cubicBezTo>
                  <a:cubicBezTo>
                    <a:pt x="53906" y="7500"/>
                    <a:pt x="45262" y="7411"/>
                    <a:pt x="36617" y="7677"/>
                  </a:cubicBezTo>
                  <a:cubicBezTo>
                    <a:pt x="27973" y="7943"/>
                    <a:pt x="6029" y="13662"/>
                    <a:pt x="0" y="5372"/>
                  </a:cubicBezTo>
                  <a:cubicBezTo>
                    <a:pt x="24205" y="-3672"/>
                    <a:pt x="64236" y="-746"/>
                    <a:pt x="87509" y="10027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23" name="Forme libre : forme 20222">
              <a:extLst>
                <a:ext uri="{FF2B5EF4-FFF2-40B4-BE49-F238E27FC236}">
                  <a16:creationId xmlns:a16="http://schemas.microsoft.com/office/drawing/2014/main" id="{AD718FD2-D3F2-4024-93CD-3922E329F37C}"/>
                </a:ext>
              </a:extLst>
            </p:cNvPr>
            <p:cNvSpPr/>
            <p:nvPr/>
          </p:nvSpPr>
          <p:spPr>
            <a:xfrm>
              <a:off x="5566385" y="572357"/>
              <a:ext cx="21448" cy="25667"/>
            </a:xfrm>
            <a:custGeom>
              <a:avLst/>
              <a:gdLst>
                <a:gd name="connsiteX0" fmla="*/ 12538 w 21448"/>
                <a:gd name="connsiteY0" fmla="*/ 0 h 25667"/>
                <a:gd name="connsiteX1" fmla="*/ 1101 w 21448"/>
                <a:gd name="connsiteY1" fmla="*/ 9974 h 25667"/>
                <a:gd name="connsiteX2" fmla="*/ 347 w 21448"/>
                <a:gd name="connsiteY2" fmla="*/ 16491 h 25667"/>
                <a:gd name="connsiteX3" fmla="*/ 8814 w 21448"/>
                <a:gd name="connsiteY3" fmla="*/ 22121 h 25667"/>
                <a:gd name="connsiteX4" fmla="*/ 21448 w 21448"/>
                <a:gd name="connsiteY4" fmla="*/ 25668 h 25667"/>
                <a:gd name="connsiteX5" fmla="*/ 11607 w 21448"/>
                <a:gd name="connsiteY5" fmla="*/ 18974 h 25667"/>
                <a:gd name="connsiteX6" fmla="*/ 8903 w 21448"/>
                <a:gd name="connsiteY6" fmla="*/ 16535 h 25667"/>
                <a:gd name="connsiteX7" fmla="*/ 7795 w 21448"/>
                <a:gd name="connsiteY7" fmla="*/ 12147 h 25667"/>
                <a:gd name="connsiteX8" fmla="*/ 12050 w 21448"/>
                <a:gd name="connsiteY8" fmla="*/ 89 h 25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48" h="25667">
                  <a:moveTo>
                    <a:pt x="12538" y="0"/>
                  </a:moveTo>
                  <a:cubicBezTo>
                    <a:pt x="7573" y="1552"/>
                    <a:pt x="3317" y="5275"/>
                    <a:pt x="1101" y="9974"/>
                  </a:cubicBezTo>
                  <a:cubicBezTo>
                    <a:pt x="170" y="12014"/>
                    <a:pt x="-407" y="14363"/>
                    <a:pt x="347" y="16491"/>
                  </a:cubicBezTo>
                  <a:cubicBezTo>
                    <a:pt x="1544" y="19816"/>
                    <a:pt x="5445" y="21190"/>
                    <a:pt x="8814" y="22121"/>
                  </a:cubicBezTo>
                  <a:cubicBezTo>
                    <a:pt x="13026" y="23318"/>
                    <a:pt x="17237" y="24471"/>
                    <a:pt x="21448" y="25668"/>
                  </a:cubicBezTo>
                  <a:cubicBezTo>
                    <a:pt x="18168" y="23451"/>
                    <a:pt x="14888" y="21190"/>
                    <a:pt x="11607" y="18974"/>
                  </a:cubicBezTo>
                  <a:cubicBezTo>
                    <a:pt x="10587" y="18309"/>
                    <a:pt x="9568" y="17555"/>
                    <a:pt x="8903" y="16535"/>
                  </a:cubicBezTo>
                  <a:cubicBezTo>
                    <a:pt x="8061" y="15250"/>
                    <a:pt x="7928" y="13654"/>
                    <a:pt x="7795" y="12147"/>
                  </a:cubicBezTo>
                  <a:cubicBezTo>
                    <a:pt x="7396" y="7581"/>
                    <a:pt x="7750" y="1729"/>
                    <a:pt x="12050" y="89"/>
                  </a:cubicBezTo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24" name="Forme libre : forme 20223">
              <a:extLst>
                <a:ext uri="{FF2B5EF4-FFF2-40B4-BE49-F238E27FC236}">
                  <a16:creationId xmlns:a16="http://schemas.microsoft.com/office/drawing/2014/main" id="{2A06657E-71D3-4D7A-AD54-92816E66CD57}"/>
                </a:ext>
              </a:extLst>
            </p:cNvPr>
            <p:cNvSpPr/>
            <p:nvPr/>
          </p:nvSpPr>
          <p:spPr>
            <a:xfrm>
              <a:off x="5500014" y="564687"/>
              <a:ext cx="61841" cy="16307"/>
            </a:xfrm>
            <a:custGeom>
              <a:avLst/>
              <a:gdLst>
                <a:gd name="connsiteX0" fmla="*/ 24426 w 61841"/>
                <a:gd name="connsiteY0" fmla="*/ 14718 h 16307"/>
                <a:gd name="connsiteX1" fmla="*/ 35642 w 61841"/>
                <a:gd name="connsiteY1" fmla="*/ 16048 h 16307"/>
                <a:gd name="connsiteX2" fmla="*/ 44375 w 61841"/>
                <a:gd name="connsiteY2" fmla="*/ 12147 h 16307"/>
                <a:gd name="connsiteX3" fmla="*/ 61842 w 61841"/>
                <a:gd name="connsiteY3" fmla="*/ 1773 h 16307"/>
                <a:gd name="connsiteX4" fmla="*/ 0 w 61841"/>
                <a:gd name="connsiteY4" fmla="*/ 0 h 16307"/>
                <a:gd name="connsiteX5" fmla="*/ 24426 w 61841"/>
                <a:gd name="connsiteY5" fmla="*/ 14718 h 16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41" h="16307">
                  <a:moveTo>
                    <a:pt x="24426" y="14718"/>
                  </a:moveTo>
                  <a:cubicBezTo>
                    <a:pt x="28017" y="15915"/>
                    <a:pt x="31874" y="16757"/>
                    <a:pt x="35642" y="16048"/>
                  </a:cubicBezTo>
                  <a:cubicBezTo>
                    <a:pt x="38790" y="15471"/>
                    <a:pt x="41627" y="13787"/>
                    <a:pt x="44375" y="12147"/>
                  </a:cubicBezTo>
                  <a:cubicBezTo>
                    <a:pt x="50183" y="8689"/>
                    <a:pt x="56034" y="5231"/>
                    <a:pt x="61842" y="1773"/>
                  </a:cubicBezTo>
                  <a:cubicBezTo>
                    <a:pt x="53064" y="6960"/>
                    <a:pt x="4256" y="11304"/>
                    <a:pt x="0" y="0"/>
                  </a:cubicBezTo>
                  <a:cubicBezTo>
                    <a:pt x="7935" y="5719"/>
                    <a:pt x="14895" y="11570"/>
                    <a:pt x="24426" y="14718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25" name="Forme libre : forme 20224">
              <a:extLst>
                <a:ext uri="{FF2B5EF4-FFF2-40B4-BE49-F238E27FC236}">
                  <a16:creationId xmlns:a16="http://schemas.microsoft.com/office/drawing/2014/main" id="{75F6708B-D68C-441D-BF10-E70FA22BF497}"/>
                </a:ext>
              </a:extLst>
            </p:cNvPr>
            <p:cNvSpPr/>
            <p:nvPr/>
          </p:nvSpPr>
          <p:spPr>
            <a:xfrm>
              <a:off x="5434271" y="576788"/>
              <a:ext cx="62126" cy="37240"/>
            </a:xfrm>
            <a:custGeom>
              <a:avLst/>
              <a:gdLst>
                <a:gd name="connsiteX0" fmla="*/ 57453 w 62126"/>
                <a:gd name="connsiteY0" fmla="*/ 7450 h 37240"/>
                <a:gd name="connsiteX1" fmla="*/ 62108 w 62126"/>
                <a:gd name="connsiteY1" fmla="*/ 15518 h 37240"/>
                <a:gd name="connsiteX2" fmla="*/ 57985 w 62126"/>
                <a:gd name="connsiteY2" fmla="*/ 20971 h 37240"/>
                <a:gd name="connsiteX3" fmla="*/ 51158 w 62126"/>
                <a:gd name="connsiteY3" fmla="*/ 22877 h 37240"/>
                <a:gd name="connsiteX4" fmla="*/ 0 w 62126"/>
                <a:gd name="connsiteY4" fmla="*/ 37240 h 37240"/>
                <a:gd name="connsiteX5" fmla="*/ 38435 w 62126"/>
                <a:gd name="connsiteY5" fmla="*/ 21902 h 37240"/>
                <a:gd name="connsiteX6" fmla="*/ 45040 w 62126"/>
                <a:gd name="connsiteY6" fmla="*/ 17602 h 37240"/>
                <a:gd name="connsiteX7" fmla="*/ 46548 w 62126"/>
                <a:gd name="connsiteY7" fmla="*/ 11705 h 37240"/>
                <a:gd name="connsiteX8" fmla="*/ 44553 w 62126"/>
                <a:gd name="connsiteY8" fmla="*/ 224 h 37240"/>
                <a:gd name="connsiteX9" fmla="*/ 57453 w 62126"/>
                <a:gd name="connsiteY9" fmla="*/ 7450 h 37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126" h="37240">
                  <a:moveTo>
                    <a:pt x="57453" y="7450"/>
                  </a:moveTo>
                  <a:cubicBezTo>
                    <a:pt x="59847" y="9578"/>
                    <a:pt x="62374" y="12282"/>
                    <a:pt x="62108" y="15518"/>
                  </a:cubicBezTo>
                  <a:cubicBezTo>
                    <a:pt x="61886" y="17867"/>
                    <a:pt x="60113" y="19862"/>
                    <a:pt x="57985" y="20971"/>
                  </a:cubicBezTo>
                  <a:cubicBezTo>
                    <a:pt x="55901" y="22079"/>
                    <a:pt x="53507" y="22478"/>
                    <a:pt x="51158" y="22877"/>
                  </a:cubicBezTo>
                  <a:cubicBezTo>
                    <a:pt x="33691" y="25936"/>
                    <a:pt x="16491" y="30768"/>
                    <a:pt x="0" y="37240"/>
                  </a:cubicBezTo>
                  <a:cubicBezTo>
                    <a:pt x="12812" y="32142"/>
                    <a:pt x="25623" y="27000"/>
                    <a:pt x="38435" y="21902"/>
                  </a:cubicBezTo>
                  <a:cubicBezTo>
                    <a:pt x="40917" y="20926"/>
                    <a:pt x="43533" y="19818"/>
                    <a:pt x="45040" y="17602"/>
                  </a:cubicBezTo>
                  <a:cubicBezTo>
                    <a:pt x="46193" y="15917"/>
                    <a:pt x="46548" y="13789"/>
                    <a:pt x="46548" y="11705"/>
                  </a:cubicBezTo>
                  <a:cubicBezTo>
                    <a:pt x="46592" y="7716"/>
                    <a:pt x="44730" y="3859"/>
                    <a:pt x="44553" y="224"/>
                  </a:cubicBezTo>
                  <a:cubicBezTo>
                    <a:pt x="49252" y="-1195"/>
                    <a:pt x="54128" y="4480"/>
                    <a:pt x="57453" y="7450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26" name="Forme libre : forme 20225">
              <a:extLst>
                <a:ext uri="{FF2B5EF4-FFF2-40B4-BE49-F238E27FC236}">
                  <a16:creationId xmlns:a16="http://schemas.microsoft.com/office/drawing/2014/main" id="{4B5FF8AC-5AA6-4BE5-AB60-9DFD1244ACDF}"/>
                </a:ext>
              </a:extLst>
            </p:cNvPr>
            <p:cNvSpPr/>
            <p:nvPr/>
          </p:nvSpPr>
          <p:spPr>
            <a:xfrm>
              <a:off x="6297927" y="601678"/>
              <a:ext cx="89326" cy="13413"/>
            </a:xfrm>
            <a:custGeom>
              <a:avLst/>
              <a:gdLst>
                <a:gd name="connsiteX0" fmla="*/ 17466 w 89326"/>
                <a:gd name="connsiteY0" fmla="*/ 5877 h 13413"/>
                <a:gd name="connsiteX1" fmla="*/ 89327 w 89326"/>
                <a:gd name="connsiteY1" fmla="*/ 13413 h 13413"/>
                <a:gd name="connsiteX2" fmla="*/ 45040 w 89326"/>
                <a:gd name="connsiteY2" fmla="*/ 8936 h 13413"/>
                <a:gd name="connsiteX3" fmla="*/ 0 w 89326"/>
                <a:gd name="connsiteY3" fmla="*/ 13369 h 13413"/>
                <a:gd name="connsiteX4" fmla="*/ 17466 w 89326"/>
                <a:gd name="connsiteY4" fmla="*/ 5877 h 13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326" h="13413">
                  <a:moveTo>
                    <a:pt x="17466" y="5877"/>
                  </a:moveTo>
                  <a:cubicBezTo>
                    <a:pt x="40563" y="-4142"/>
                    <a:pt x="68802" y="-1171"/>
                    <a:pt x="89327" y="13413"/>
                  </a:cubicBezTo>
                  <a:cubicBezTo>
                    <a:pt x="80372" y="7030"/>
                    <a:pt x="55680" y="8980"/>
                    <a:pt x="45040" y="8936"/>
                  </a:cubicBezTo>
                  <a:cubicBezTo>
                    <a:pt x="30721" y="8847"/>
                    <a:pt x="13654" y="8714"/>
                    <a:pt x="0" y="13369"/>
                  </a:cubicBezTo>
                  <a:cubicBezTo>
                    <a:pt x="6029" y="12261"/>
                    <a:pt x="11792" y="8360"/>
                    <a:pt x="17466" y="5877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27" name="Forme libre : forme 20226">
              <a:extLst>
                <a:ext uri="{FF2B5EF4-FFF2-40B4-BE49-F238E27FC236}">
                  <a16:creationId xmlns:a16="http://schemas.microsoft.com/office/drawing/2014/main" id="{8A103FAC-D5BA-43BB-8AF7-48E5817B233E}"/>
                </a:ext>
              </a:extLst>
            </p:cNvPr>
            <p:cNvSpPr/>
            <p:nvPr/>
          </p:nvSpPr>
          <p:spPr>
            <a:xfrm>
              <a:off x="6227884" y="556687"/>
              <a:ext cx="63792" cy="53217"/>
            </a:xfrm>
            <a:custGeom>
              <a:avLst/>
              <a:gdLst>
                <a:gd name="connsiteX0" fmla="*/ 63349 w 63792"/>
                <a:gd name="connsiteY0" fmla="*/ 18418 h 53217"/>
                <a:gd name="connsiteX1" fmla="*/ 60955 w 63792"/>
                <a:gd name="connsiteY1" fmla="*/ 21343 h 53217"/>
                <a:gd name="connsiteX2" fmla="*/ 0 w 63792"/>
                <a:gd name="connsiteY2" fmla="*/ 53217 h 53217"/>
                <a:gd name="connsiteX3" fmla="*/ 26953 w 63792"/>
                <a:gd name="connsiteY3" fmla="*/ 39519 h 53217"/>
                <a:gd name="connsiteX4" fmla="*/ 43400 w 63792"/>
                <a:gd name="connsiteY4" fmla="*/ 25422 h 53217"/>
                <a:gd name="connsiteX5" fmla="*/ 47213 w 63792"/>
                <a:gd name="connsiteY5" fmla="*/ 10172 h 53217"/>
                <a:gd name="connsiteX6" fmla="*/ 46636 w 63792"/>
                <a:gd name="connsiteY6" fmla="*/ 419 h 53217"/>
                <a:gd name="connsiteX7" fmla="*/ 63349 w 63792"/>
                <a:gd name="connsiteY7" fmla="*/ 18418 h 53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792" h="53217">
                  <a:moveTo>
                    <a:pt x="63349" y="18418"/>
                  </a:moveTo>
                  <a:cubicBezTo>
                    <a:pt x="62773" y="19526"/>
                    <a:pt x="61886" y="20457"/>
                    <a:pt x="60955" y="21343"/>
                  </a:cubicBezTo>
                  <a:cubicBezTo>
                    <a:pt x="44242" y="37303"/>
                    <a:pt x="21766" y="45459"/>
                    <a:pt x="0" y="53217"/>
                  </a:cubicBezTo>
                  <a:cubicBezTo>
                    <a:pt x="9309" y="49316"/>
                    <a:pt x="18309" y="44750"/>
                    <a:pt x="26953" y="39519"/>
                  </a:cubicBezTo>
                  <a:cubicBezTo>
                    <a:pt x="33159" y="35751"/>
                    <a:pt x="39366" y="31495"/>
                    <a:pt x="43400" y="25422"/>
                  </a:cubicBezTo>
                  <a:cubicBezTo>
                    <a:pt x="46326" y="21077"/>
                    <a:pt x="48055" y="15447"/>
                    <a:pt x="47213" y="10172"/>
                  </a:cubicBezTo>
                  <a:cubicBezTo>
                    <a:pt x="46592" y="6182"/>
                    <a:pt x="42203" y="2636"/>
                    <a:pt x="46636" y="419"/>
                  </a:cubicBezTo>
                  <a:cubicBezTo>
                    <a:pt x="52887" y="-2684"/>
                    <a:pt x="66408" y="12256"/>
                    <a:pt x="63349" y="18418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28" name="Forme libre : forme 20227">
              <a:extLst>
                <a:ext uri="{FF2B5EF4-FFF2-40B4-BE49-F238E27FC236}">
                  <a16:creationId xmlns:a16="http://schemas.microsoft.com/office/drawing/2014/main" id="{EB72E605-93AC-4B47-BC1F-44487B9966DD}"/>
                </a:ext>
              </a:extLst>
            </p:cNvPr>
            <p:cNvSpPr/>
            <p:nvPr/>
          </p:nvSpPr>
          <p:spPr>
            <a:xfrm>
              <a:off x="6383615" y="568899"/>
              <a:ext cx="57234" cy="34134"/>
            </a:xfrm>
            <a:custGeom>
              <a:avLst/>
              <a:gdLst>
                <a:gd name="connsiteX0" fmla="*/ 1954 w 57234"/>
                <a:gd name="connsiteY0" fmla="*/ 10107 h 34134"/>
                <a:gd name="connsiteX1" fmla="*/ 979 w 57234"/>
                <a:gd name="connsiteY1" fmla="*/ 19195 h 34134"/>
                <a:gd name="connsiteX2" fmla="*/ 8648 w 57234"/>
                <a:gd name="connsiteY2" fmla="*/ 23540 h 34134"/>
                <a:gd name="connsiteX3" fmla="*/ 57235 w 57234"/>
                <a:gd name="connsiteY3" fmla="*/ 34135 h 34134"/>
                <a:gd name="connsiteX4" fmla="*/ 17337 w 57234"/>
                <a:gd name="connsiteY4" fmla="*/ 24559 h 34134"/>
                <a:gd name="connsiteX5" fmla="*/ 23676 w 57234"/>
                <a:gd name="connsiteY5" fmla="*/ 0 h 34134"/>
                <a:gd name="connsiteX6" fmla="*/ 1954 w 57234"/>
                <a:gd name="connsiteY6" fmla="*/ 10107 h 34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234" h="34134">
                  <a:moveTo>
                    <a:pt x="1954" y="10107"/>
                  </a:moveTo>
                  <a:cubicBezTo>
                    <a:pt x="-41" y="12679"/>
                    <a:pt x="-750" y="16447"/>
                    <a:pt x="979" y="19195"/>
                  </a:cubicBezTo>
                  <a:cubicBezTo>
                    <a:pt x="2575" y="21722"/>
                    <a:pt x="5766" y="22742"/>
                    <a:pt x="8648" y="23540"/>
                  </a:cubicBezTo>
                  <a:cubicBezTo>
                    <a:pt x="24651" y="27884"/>
                    <a:pt x="40876" y="31431"/>
                    <a:pt x="57235" y="34135"/>
                  </a:cubicBezTo>
                  <a:cubicBezTo>
                    <a:pt x="43714" y="32051"/>
                    <a:pt x="30326" y="28859"/>
                    <a:pt x="17337" y="24559"/>
                  </a:cubicBezTo>
                  <a:cubicBezTo>
                    <a:pt x="-4208" y="17466"/>
                    <a:pt x="18711" y="8379"/>
                    <a:pt x="23676" y="0"/>
                  </a:cubicBezTo>
                  <a:cubicBezTo>
                    <a:pt x="17026" y="443"/>
                    <a:pt x="6210" y="4566"/>
                    <a:pt x="1954" y="10107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29" name="Forme libre : forme 20228">
              <a:extLst>
                <a:ext uri="{FF2B5EF4-FFF2-40B4-BE49-F238E27FC236}">
                  <a16:creationId xmlns:a16="http://schemas.microsoft.com/office/drawing/2014/main" id="{90FA14A5-9D15-4BA0-B680-130C9CD7F815}"/>
                </a:ext>
              </a:extLst>
            </p:cNvPr>
            <p:cNvSpPr/>
            <p:nvPr/>
          </p:nvSpPr>
          <p:spPr>
            <a:xfrm>
              <a:off x="6229303" y="890952"/>
              <a:ext cx="134987" cy="29580"/>
            </a:xfrm>
            <a:custGeom>
              <a:avLst/>
              <a:gdLst>
                <a:gd name="connsiteX0" fmla="*/ 46016 w 134987"/>
                <a:gd name="connsiteY0" fmla="*/ 3735 h 29580"/>
                <a:gd name="connsiteX1" fmla="*/ 92341 w 134987"/>
                <a:gd name="connsiteY1" fmla="*/ 2849 h 29580"/>
                <a:gd name="connsiteX2" fmla="*/ 134988 w 134987"/>
                <a:gd name="connsiteY2" fmla="*/ 29580 h 29580"/>
                <a:gd name="connsiteX3" fmla="*/ 60246 w 134987"/>
                <a:gd name="connsiteY3" fmla="*/ 12380 h 29580"/>
                <a:gd name="connsiteX4" fmla="*/ 35420 w 134987"/>
                <a:gd name="connsiteY4" fmla="*/ 13843 h 29580"/>
                <a:gd name="connsiteX5" fmla="*/ 0 w 134987"/>
                <a:gd name="connsiteY5" fmla="*/ 22975 h 29580"/>
                <a:gd name="connsiteX6" fmla="*/ 46016 w 134987"/>
                <a:gd name="connsiteY6" fmla="*/ 3735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987" h="29580">
                  <a:moveTo>
                    <a:pt x="46016" y="3735"/>
                  </a:moveTo>
                  <a:cubicBezTo>
                    <a:pt x="61088" y="-387"/>
                    <a:pt x="77358" y="-1673"/>
                    <a:pt x="92341" y="2849"/>
                  </a:cubicBezTo>
                  <a:cubicBezTo>
                    <a:pt x="108522" y="7725"/>
                    <a:pt x="121999" y="18764"/>
                    <a:pt x="134988" y="29580"/>
                  </a:cubicBezTo>
                  <a:cubicBezTo>
                    <a:pt x="113975" y="14242"/>
                    <a:pt x="86268" y="12025"/>
                    <a:pt x="60246" y="12380"/>
                  </a:cubicBezTo>
                  <a:cubicBezTo>
                    <a:pt x="51956" y="12513"/>
                    <a:pt x="43622" y="12823"/>
                    <a:pt x="35420" y="13843"/>
                  </a:cubicBezTo>
                  <a:cubicBezTo>
                    <a:pt x="23097" y="15439"/>
                    <a:pt x="11748" y="19562"/>
                    <a:pt x="0" y="22975"/>
                  </a:cubicBezTo>
                  <a:cubicBezTo>
                    <a:pt x="14718" y="15439"/>
                    <a:pt x="30012" y="8124"/>
                    <a:pt x="46016" y="3735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30" name="Forme libre : forme 20229">
              <a:extLst>
                <a:ext uri="{FF2B5EF4-FFF2-40B4-BE49-F238E27FC236}">
                  <a16:creationId xmlns:a16="http://schemas.microsoft.com/office/drawing/2014/main" id="{C054CF61-5A26-48DB-9CC1-9949AA59CFA6}"/>
                </a:ext>
              </a:extLst>
            </p:cNvPr>
            <p:cNvSpPr/>
            <p:nvPr/>
          </p:nvSpPr>
          <p:spPr>
            <a:xfrm>
              <a:off x="6167594" y="846721"/>
              <a:ext cx="76616" cy="40429"/>
            </a:xfrm>
            <a:custGeom>
              <a:avLst/>
              <a:gdLst>
                <a:gd name="connsiteX0" fmla="*/ 70575 w 76616"/>
                <a:gd name="connsiteY0" fmla="*/ 6650 h 40429"/>
                <a:gd name="connsiteX1" fmla="*/ 76471 w 76616"/>
                <a:gd name="connsiteY1" fmla="*/ 12058 h 40429"/>
                <a:gd name="connsiteX2" fmla="*/ 72924 w 76616"/>
                <a:gd name="connsiteY2" fmla="*/ 19683 h 40429"/>
                <a:gd name="connsiteX3" fmla="*/ 53596 w 76616"/>
                <a:gd name="connsiteY3" fmla="*/ 28549 h 40429"/>
                <a:gd name="connsiteX4" fmla="*/ 0 w 76616"/>
                <a:gd name="connsiteY4" fmla="*/ 40430 h 40429"/>
                <a:gd name="connsiteX5" fmla="*/ 49784 w 76616"/>
                <a:gd name="connsiteY5" fmla="*/ 20082 h 40429"/>
                <a:gd name="connsiteX6" fmla="*/ 60556 w 76616"/>
                <a:gd name="connsiteY6" fmla="*/ 8999 h 40429"/>
                <a:gd name="connsiteX7" fmla="*/ 54483 w 76616"/>
                <a:gd name="connsiteY7" fmla="*/ 0 h 40429"/>
                <a:gd name="connsiteX8" fmla="*/ 70575 w 76616"/>
                <a:gd name="connsiteY8" fmla="*/ 6650 h 40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16" h="40429">
                  <a:moveTo>
                    <a:pt x="70575" y="6650"/>
                  </a:moveTo>
                  <a:cubicBezTo>
                    <a:pt x="73057" y="7847"/>
                    <a:pt x="75806" y="9398"/>
                    <a:pt x="76471" y="12058"/>
                  </a:cubicBezTo>
                  <a:cubicBezTo>
                    <a:pt x="77180" y="14940"/>
                    <a:pt x="75185" y="17732"/>
                    <a:pt x="72924" y="19683"/>
                  </a:cubicBezTo>
                  <a:cubicBezTo>
                    <a:pt x="67516" y="24382"/>
                    <a:pt x="60467" y="26643"/>
                    <a:pt x="53596" y="28549"/>
                  </a:cubicBezTo>
                  <a:cubicBezTo>
                    <a:pt x="35952" y="33470"/>
                    <a:pt x="17954" y="36928"/>
                    <a:pt x="0" y="40430"/>
                  </a:cubicBezTo>
                  <a:cubicBezTo>
                    <a:pt x="16580" y="33647"/>
                    <a:pt x="33160" y="26865"/>
                    <a:pt x="49784" y="20082"/>
                  </a:cubicBezTo>
                  <a:cubicBezTo>
                    <a:pt x="54882" y="17998"/>
                    <a:pt x="60911" y="14496"/>
                    <a:pt x="60556" y="8999"/>
                  </a:cubicBezTo>
                  <a:cubicBezTo>
                    <a:pt x="60246" y="4610"/>
                    <a:pt x="55724" y="3281"/>
                    <a:pt x="54483" y="0"/>
                  </a:cubicBezTo>
                  <a:cubicBezTo>
                    <a:pt x="59891" y="1241"/>
                    <a:pt x="65432" y="4211"/>
                    <a:pt x="70575" y="6650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31" name="Forme libre : forme 20230">
              <a:extLst>
                <a:ext uri="{FF2B5EF4-FFF2-40B4-BE49-F238E27FC236}">
                  <a16:creationId xmlns:a16="http://schemas.microsoft.com/office/drawing/2014/main" id="{A5D4B44D-2E15-4BDC-8343-73E578B54FD5}"/>
                </a:ext>
              </a:extLst>
            </p:cNvPr>
            <p:cNvSpPr/>
            <p:nvPr/>
          </p:nvSpPr>
          <p:spPr>
            <a:xfrm>
              <a:off x="6248986" y="811389"/>
              <a:ext cx="97660" cy="21923"/>
            </a:xfrm>
            <a:custGeom>
              <a:avLst/>
              <a:gdLst>
                <a:gd name="connsiteX0" fmla="*/ 40785 w 97660"/>
                <a:gd name="connsiteY0" fmla="*/ 21900 h 21923"/>
                <a:gd name="connsiteX1" fmla="*/ 61753 w 97660"/>
                <a:gd name="connsiteY1" fmla="*/ 18397 h 21923"/>
                <a:gd name="connsiteX2" fmla="*/ 79441 w 97660"/>
                <a:gd name="connsiteY2" fmla="*/ 9974 h 21923"/>
                <a:gd name="connsiteX3" fmla="*/ 97661 w 97660"/>
                <a:gd name="connsiteY3" fmla="*/ 0 h 21923"/>
                <a:gd name="connsiteX4" fmla="*/ 0 w 97660"/>
                <a:gd name="connsiteY4" fmla="*/ 13743 h 21923"/>
                <a:gd name="connsiteX5" fmla="*/ 40785 w 97660"/>
                <a:gd name="connsiteY5" fmla="*/ 21900 h 21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660" h="21923">
                  <a:moveTo>
                    <a:pt x="40785" y="21900"/>
                  </a:moveTo>
                  <a:cubicBezTo>
                    <a:pt x="47877" y="21722"/>
                    <a:pt x="55015" y="20703"/>
                    <a:pt x="61753" y="18397"/>
                  </a:cubicBezTo>
                  <a:cubicBezTo>
                    <a:pt x="67959" y="16269"/>
                    <a:pt x="73722" y="13122"/>
                    <a:pt x="79441" y="9974"/>
                  </a:cubicBezTo>
                  <a:cubicBezTo>
                    <a:pt x="85514" y="6650"/>
                    <a:pt x="91588" y="3325"/>
                    <a:pt x="97661" y="0"/>
                  </a:cubicBezTo>
                  <a:cubicBezTo>
                    <a:pt x="70087" y="15117"/>
                    <a:pt x="30633" y="19816"/>
                    <a:pt x="0" y="13743"/>
                  </a:cubicBezTo>
                  <a:cubicBezTo>
                    <a:pt x="13344" y="18575"/>
                    <a:pt x="26377" y="22254"/>
                    <a:pt x="40785" y="21900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32" name="Forme libre : forme 20231">
              <a:extLst>
                <a:ext uri="{FF2B5EF4-FFF2-40B4-BE49-F238E27FC236}">
                  <a16:creationId xmlns:a16="http://schemas.microsoft.com/office/drawing/2014/main" id="{363185DE-CFE5-45A9-8C62-E939D7D3BCC5}"/>
                </a:ext>
              </a:extLst>
            </p:cNvPr>
            <p:cNvSpPr/>
            <p:nvPr/>
          </p:nvSpPr>
          <p:spPr>
            <a:xfrm>
              <a:off x="6344532" y="836525"/>
              <a:ext cx="48883" cy="41878"/>
            </a:xfrm>
            <a:custGeom>
              <a:avLst/>
              <a:gdLst>
                <a:gd name="connsiteX0" fmla="*/ 36427 w 48883"/>
                <a:gd name="connsiteY0" fmla="*/ 0 h 41878"/>
                <a:gd name="connsiteX1" fmla="*/ 11911 w 48883"/>
                <a:gd name="connsiteY1" fmla="*/ 11171 h 41878"/>
                <a:gd name="connsiteX2" fmla="*/ 3311 w 48883"/>
                <a:gd name="connsiteY2" fmla="*/ 16402 h 41878"/>
                <a:gd name="connsiteX3" fmla="*/ 252 w 48883"/>
                <a:gd name="connsiteY3" fmla="*/ 25579 h 41878"/>
                <a:gd name="connsiteX4" fmla="*/ 8276 w 48883"/>
                <a:gd name="connsiteY4" fmla="*/ 32317 h 41878"/>
                <a:gd name="connsiteX5" fmla="*/ 19137 w 48883"/>
                <a:gd name="connsiteY5" fmla="*/ 33825 h 41878"/>
                <a:gd name="connsiteX6" fmla="*/ 48884 w 48883"/>
                <a:gd name="connsiteY6" fmla="*/ 41627 h 41878"/>
                <a:gd name="connsiteX7" fmla="*/ 25964 w 48883"/>
                <a:gd name="connsiteY7" fmla="*/ 35199 h 41878"/>
                <a:gd name="connsiteX8" fmla="*/ 15813 w 48883"/>
                <a:gd name="connsiteY8" fmla="*/ 31475 h 41878"/>
                <a:gd name="connsiteX9" fmla="*/ 10138 w 48883"/>
                <a:gd name="connsiteY9" fmla="*/ 22875 h 41878"/>
                <a:gd name="connsiteX10" fmla="*/ 16167 w 48883"/>
                <a:gd name="connsiteY10" fmla="*/ 13477 h 41878"/>
                <a:gd name="connsiteX11" fmla="*/ 30752 w 48883"/>
                <a:gd name="connsiteY11" fmla="*/ 5098 h 41878"/>
                <a:gd name="connsiteX12" fmla="*/ 24768 w 48883"/>
                <a:gd name="connsiteY12" fmla="*/ 6339 h 41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883" h="41878">
                  <a:moveTo>
                    <a:pt x="36427" y="0"/>
                  </a:moveTo>
                  <a:cubicBezTo>
                    <a:pt x="28270" y="3724"/>
                    <a:pt x="20068" y="7448"/>
                    <a:pt x="11911" y="11171"/>
                  </a:cubicBezTo>
                  <a:cubicBezTo>
                    <a:pt x="8853" y="12590"/>
                    <a:pt x="5705" y="14009"/>
                    <a:pt x="3311" y="16402"/>
                  </a:cubicBezTo>
                  <a:cubicBezTo>
                    <a:pt x="917" y="18796"/>
                    <a:pt x="-634" y="22298"/>
                    <a:pt x="252" y="25579"/>
                  </a:cubicBezTo>
                  <a:cubicBezTo>
                    <a:pt x="1228" y="29125"/>
                    <a:pt x="4730" y="31386"/>
                    <a:pt x="8276" y="32317"/>
                  </a:cubicBezTo>
                  <a:cubicBezTo>
                    <a:pt x="11823" y="33248"/>
                    <a:pt x="15547" y="33160"/>
                    <a:pt x="19137" y="33825"/>
                  </a:cubicBezTo>
                  <a:cubicBezTo>
                    <a:pt x="29333" y="35686"/>
                    <a:pt x="38687" y="43356"/>
                    <a:pt x="48884" y="41627"/>
                  </a:cubicBezTo>
                  <a:cubicBezTo>
                    <a:pt x="40904" y="41760"/>
                    <a:pt x="33589" y="37637"/>
                    <a:pt x="25964" y="35199"/>
                  </a:cubicBezTo>
                  <a:cubicBezTo>
                    <a:pt x="22551" y="34091"/>
                    <a:pt x="18960" y="33293"/>
                    <a:pt x="15813" y="31475"/>
                  </a:cubicBezTo>
                  <a:cubicBezTo>
                    <a:pt x="12709" y="29657"/>
                    <a:pt x="10094" y="26466"/>
                    <a:pt x="10138" y="22875"/>
                  </a:cubicBezTo>
                  <a:cubicBezTo>
                    <a:pt x="10182" y="19018"/>
                    <a:pt x="13153" y="15870"/>
                    <a:pt x="16167" y="13477"/>
                  </a:cubicBezTo>
                  <a:cubicBezTo>
                    <a:pt x="20556" y="9974"/>
                    <a:pt x="25477" y="7137"/>
                    <a:pt x="30752" y="5098"/>
                  </a:cubicBezTo>
                  <a:cubicBezTo>
                    <a:pt x="28757" y="5497"/>
                    <a:pt x="26762" y="5940"/>
                    <a:pt x="24768" y="6339"/>
                  </a:cubicBezTo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33" name="Forme libre : forme 20232">
              <a:extLst>
                <a:ext uri="{FF2B5EF4-FFF2-40B4-BE49-F238E27FC236}">
                  <a16:creationId xmlns:a16="http://schemas.microsoft.com/office/drawing/2014/main" id="{59E84087-4245-4CB3-B59F-F73BBC469986}"/>
                </a:ext>
              </a:extLst>
            </p:cNvPr>
            <p:cNvSpPr/>
            <p:nvPr/>
          </p:nvSpPr>
          <p:spPr>
            <a:xfrm>
              <a:off x="6994322" y="817152"/>
              <a:ext cx="53072" cy="50404"/>
            </a:xfrm>
            <a:custGeom>
              <a:avLst/>
              <a:gdLst>
                <a:gd name="connsiteX0" fmla="*/ 48542 w 53072"/>
                <a:gd name="connsiteY0" fmla="*/ 7004 h 50404"/>
                <a:gd name="connsiteX1" fmla="*/ 52177 w 53072"/>
                <a:gd name="connsiteY1" fmla="*/ 11482 h 50404"/>
                <a:gd name="connsiteX2" fmla="*/ 50005 w 53072"/>
                <a:gd name="connsiteY2" fmla="*/ 23717 h 50404"/>
                <a:gd name="connsiteX3" fmla="*/ 39543 w 53072"/>
                <a:gd name="connsiteY3" fmla="*/ 31475 h 50404"/>
                <a:gd name="connsiteX4" fmla="*/ 0 w 53072"/>
                <a:gd name="connsiteY4" fmla="*/ 50404 h 50404"/>
                <a:gd name="connsiteX5" fmla="*/ 39322 w 53072"/>
                <a:gd name="connsiteY5" fmla="*/ 27086 h 50404"/>
                <a:gd name="connsiteX6" fmla="*/ 46725 w 53072"/>
                <a:gd name="connsiteY6" fmla="*/ 19594 h 50404"/>
                <a:gd name="connsiteX7" fmla="*/ 47079 w 53072"/>
                <a:gd name="connsiteY7" fmla="*/ 13698 h 50404"/>
                <a:gd name="connsiteX8" fmla="*/ 39056 w 53072"/>
                <a:gd name="connsiteY8" fmla="*/ 0 h 50404"/>
                <a:gd name="connsiteX9" fmla="*/ 48542 w 53072"/>
                <a:gd name="connsiteY9" fmla="*/ 7004 h 50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72" h="50404">
                  <a:moveTo>
                    <a:pt x="48542" y="7004"/>
                  </a:moveTo>
                  <a:cubicBezTo>
                    <a:pt x="49961" y="8334"/>
                    <a:pt x="51335" y="9753"/>
                    <a:pt x="52177" y="11482"/>
                  </a:cubicBezTo>
                  <a:cubicBezTo>
                    <a:pt x="54084" y="15427"/>
                    <a:pt x="52754" y="20304"/>
                    <a:pt x="50005" y="23717"/>
                  </a:cubicBezTo>
                  <a:cubicBezTo>
                    <a:pt x="47257" y="27131"/>
                    <a:pt x="43400" y="29391"/>
                    <a:pt x="39543" y="31475"/>
                  </a:cubicBezTo>
                  <a:cubicBezTo>
                    <a:pt x="26687" y="38435"/>
                    <a:pt x="13344" y="44420"/>
                    <a:pt x="0" y="50404"/>
                  </a:cubicBezTo>
                  <a:cubicBezTo>
                    <a:pt x="13742" y="43799"/>
                    <a:pt x="26554" y="35420"/>
                    <a:pt x="39322" y="27086"/>
                  </a:cubicBezTo>
                  <a:cubicBezTo>
                    <a:pt x="42336" y="25136"/>
                    <a:pt x="45484" y="22963"/>
                    <a:pt x="46725" y="19594"/>
                  </a:cubicBezTo>
                  <a:cubicBezTo>
                    <a:pt x="47390" y="17732"/>
                    <a:pt x="47390" y="15649"/>
                    <a:pt x="47079" y="13698"/>
                  </a:cubicBezTo>
                  <a:cubicBezTo>
                    <a:pt x="46104" y="7802"/>
                    <a:pt x="41405" y="4389"/>
                    <a:pt x="39056" y="0"/>
                  </a:cubicBezTo>
                  <a:cubicBezTo>
                    <a:pt x="42602" y="1507"/>
                    <a:pt x="45705" y="4344"/>
                    <a:pt x="48542" y="7004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34" name="Forme libre : forme 20233">
              <a:extLst>
                <a:ext uri="{FF2B5EF4-FFF2-40B4-BE49-F238E27FC236}">
                  <a16:creationId xmlns:a16="http://schemas.microsoft.com/office/drawing/2014/main" id="{EF76E940-A426-4998-BC53-958E691A6EF8}"/>
                </a:ext>
              </a:extLst>
            </p:cNvPr>
            <p:cNvSpPr/>
            <p:nvPr/>
          </p:nvSpPr>
          <p:spPr>
            <a:xfrm>
              <a:off x="7059311" y="779781"/>
              <a:ext cx="110517" cy="31020"/>
            </a:xfrm>
            <a:custGeom>
              <a:avLst/>
              <a:gdLst>
                <a:gd name="connsiteX0" fmla="*/ 26111 w 110517"/>
                <a:gd name="connsiteY0" fmla="*/ 30012 h 31020"/>
                <a:gd name="connsiteX1" fmla="*/ 71018 w 110517"/>
                <a:gd name="connsiteY1" fmla="*/ 23495 h 31020"/>
                <a:gd name="connsiteX2" fmla="*/ 110517 w 110517"/>
                <a:gd name="connsiteY2" fmla="*/ 0 h 31020"/>
                <a:gd name="connsiteX3" fmla="*/ 75141 w 110517"/>
                <a:gd name="connsiteY3" fmla="*/ 12634 h 31020"/>
                <a:gd name="connsiteX4" fmla="*/ 32229 w 110517"/>
                <a:gd name="connsiteY4" fmla="*/ 21900 h 31020"/>
                <a:gd name="connsiteX5" fmla="*/ 0 w 110517"/>
                <a:gd name="connsiteY5" fmla="*/ 16580 h 31020"/>
                <a:gd name="connsiteX6" fmla="*/ 26111 w 110517"/>
                <a:gd name="connsiteY6" fmla="*/ 30012 h 3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517" h="31020">
                  <a:moveTo>
                    <a:pt x="26111" y="30012"/>
                  </a:moveTo>
                  <a:cubicBezTo>
                    <a:pt x="41228" y="32805"/>
                    <a:pt x="56921" y="29524"/>
                    <a:pt x="71018" y="23495"/>
                  </a:cubicBezTo>
                  <a:cubicBezTo>
                    <a:pt x="85116" y="17422"/>
                    <a:pt x="97883" y="8689"/>
                    <a:pt x="110517" y="0"/>
                  </a:cubicBezTo>
                  <a:cubicBezTo>
                    <a:pt x="98814" y="4433"/>
                    <a:pt x="87022" y="8645"/>
                    <a:pt x="75141" y="12634"/>
                  </a:cubicBezTo>
                  <a:cubicBezTo>
                    <a:pt x="61221" y="17289"/>
                    <a:pt x="46902" y="21722"/>
                    <a:pt x="32229" y="21900"/>
                  </a:cubicBezTo>
                  <a:cubicBezTo>
                    <a:pt x="25712" y="21988"/>
                    <a:pt x="2571" y="13698"/>
                    <a:pt x="0" y="16580"/>
                  </a:cubicBezTo>
                  <a:cubicBezTo>
                    <a:pt x="5985" y="23939"/>
                    <a:pt x="16934" y="28327"/>
                    <a:pt x="26111" y="30012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35" name="Forme libre : forme 20234">
              <a:extLst>
                <a:ext uri="{FF2B5EF4-FFF2-40B4-BE49-F238E27FC236}">
                  <a16:creationId xmlns:a16="http://schemas.microsoft.com/office/drawing/2014/main" id="{F02DFB36-3A33-4AE4-BCBD-EA34FF4424FE}"/>
                </a:ext>
              </a:extLst>
            </p:cNvPr>
            <p:cNvSpPr/>
            <p:nvPr/>
          </p:nvSpPr>
          <p:spPr>
            <a:xfrm>
              <a:off x="7146771" y="810503"/>
              <a:ext cx="43537" cy="39817"/>
            </a:xfrm>
            <a:custGeom>
              <a:avLst/>
              <a:gdLst>
                <a:gd name="connsiteX0" fmla="*/ 18269 w 43537"/>
                <a:gd name="connsiteY0" fmla="*/ 6561 h 39817"/>
                <a:gd name="connsiteX1" fmla="*/ 2576 w 43537"/>
                <a:gd name="connsiteY1" fmla="*/ 15915 h 39817"/>
                <a:gd name="connsiteX2" fmla="*/ 5 w 43537"/>
                <a:gd name="connsiteY2" fmla="*/ 22697 h 39817"/>
                <a:gd name="connsiteX3" fmla="*/ 12152 w 43537"/>
                <a:gd name="connsiteY3" fmla="*/ 33736 h 39817"/>
                <a:gd name="connsiteX4" fmla="*/ 43538 w 43537"/>
                <a:gd name="connsiteY4" fmla="*/ 39809 h 39817"/>
                <a:gd name="connsiteX5" fmla="*/ 27002 w 43537"/>
                <a:gd name="connsiteY5" fmla="*/ 34401 h 39817"/>
                <a:gd name="connsiteX6" fmla="*/ 16319 w 43537"/>
                <a:gd name="connsiteY6" fmla="*/ 28859 h 39817"/>
                <a:gd name="connsiteX7" fmla="*/ 11309 w 43537"/>
                <a:gd name="connsiteY7" fmla="*/ 23141 h 39817"/>
                <a:gd name="connsiteX8" fmla="*/ 14634 w 43537"/>
                <a:gd name="connsiteY8" fmla="*/ 18353 h 39817"/>
                <a:gd name="connsiteX9" fmla="*/ 37376 w 43537"/>
                <a:gd name="connsiteY9" fmla="*/ 0 h 39817"/>
                <a:gd name="connsiteX10" fmla="*/ 18269 w 43537"/>
                <a:gd name="connsiteY10" fmla="*/ 6561 h 39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537" h="39817">
                  <a:moveTo>
                    <a:pt x="18269" y="6561"/>
                  </a:moveTo>
                  <a:cubicBezTo>
                    <a:pt x="12506" y="8733"/>
                    <a:pt x="6433" y="11083"/>
                    <a:pt x="2576" y="15915"/>
                  </a:cubicBezTo>
                  <a:cubicBezTo>
                    <a:pt x="1024" y="17865"/>
                    <a:pt x="-84" y="20215"/>
                    <a:pt x="5" y="22697"/>
                  </a:cubicBezTo>
                  <a:cubicBezTo>
                    <a:pt x="227" y="28505"/>
                    <a:pt x="6610" y="31830"/>
                    <a:pt x="12152" y="33736"/>
                  </a:cubicBezTo>
                  <a:cubicBezTo>
                    <a:pt x="22303" y="37194"/>
                    <a:pt x="32854" y="39987"/>
                    <a:pt x="43538" y="39809"/>
                  </a:cubicBezTo>
                  <a:cubicBezTo>
                    <a:pt x="37686" y="39854"/>
                    <a:pt x="32189" y="37105"/>
                    <a:pt x="27002" y="34401"/>
                  </a:cubicBezTo>
                  <a:cubicBezTo>
                    <a:pt x="23456" y="32539"/>
                    <a:pt x="19865" y="30721"/>
                    <a:pt x="16319" y="28859"/>
                  </a:cubicBezTo>
                  <a:cubicBezTo>
                    <a:pt x="13925" y="27618"/>
                    <a:pt x="11176" y="25801"/>
                    <a:pt x="11309" y="23141"/>
                  </a:cubicBezTo>
                  <a:cubicBezTo>
                    <a:pt x="11398" y="21146"/>
                    <a:pt x="13082" y="19639"/>
                    <a:pt x="14634" y="18353"/>
                  </a:cubicBezTo>
                  <a:cubicBezTo>
                    <a:pt x="19555" y="14363"/>
                    <a:pt x="37110" y="5807"/>
                    <a:pt x="37376" y="0"/>
                  </a:cubicBezTo>
                  <a:cubicBezTo>
                    <a:pt x="30815" y="1507"/>
                    <a:pt x="24520" y="4211"/>
                    <a:pt x="18269" y="6561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36" name="Forme libre : forme 20235">
              <a:extLst>
                <a:ext uri="{FF2B5EF4-FFF2-40B4-BE49-F238E27FC236}">
                  <a16:creationId xmlns:a16="http://schemas.microsoft.com/office/drawing/2014/main" id="{75514601-D9EC-4209-B7B8-07C447FA0ADF}"/>
                </a:ext>
              </a:extLst>
            </p:cNvPr>
            <p:cNvSpPr/>
            <p:nvPr/>
          </p:nvSpPr>
          <p:spPr>
            <a:xfrm>
              <a:off x="7043618" y="861168"/>
              <a:ext cx="109364" cy="15453"/>
            </a:xfrm>
            <a:custGeom>
              <a:avLst/>
              <a:gdLst>
                <a:gd name="connsiteX0" fmla="*/ 109364 w 109364"/>
                <a:gd name="connsiteY0" fmla="*/ 10112 h 15453"/>
                <a:gd name="connsiteX1" fmla="*/ 57807 w 109364"/>
                <a:gd name="connsiteY1" fmla="*/ 8826 h 15453"/>
                <a:gd name="connsiteX2" fmla="*/ 24293 w 109364"/>
                <a:gd name="connsiteY2" fmla="*/ 12993 h 15453"/>
                <a:gd name="connsiteX3" fmla="*/ 0 w 109364"/>
                <a:gd name="connsiteY3" fmla="*/ 13304 h 15453"/>
                <a:gd name="connsiteX4" fmla="*/ 53419 w 109364"/>
                <a:gd name="connsiteY4" fmla="*/ 49 h 15453"/>
                <a:gd name="connsiteX5" fmla="*/ 109364 w 109364"/>
                <a:gd name="connsiteY5" fmla="*/ 10112 h 15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364" h="15453">
                  <a:moveTo>
                    <a:pt x="109364" y="10112"/>
                  </a:moveTo>
                  <a:cubicBezTo>
                    <a:pt x="92873" y="4748"/>
                    <a:pt x="75008" y="6743"/>
                    <a:pt x="57807" y="8826"/>
                  </a:cubicBezTo>
                  <a:cubicBezTo>
                    <a:pt x="46636" y="10200"/>
                    <a:pt x="35465" y="11575"/>
                    <a:pt x="24293" y="12993"/>
                  </a:cubicBezTo>
                  <a:cubicBezTo>
                    <a:pt x="17466" y="13880"/>
                    <a:pt x="6073" y="17870"/>
                    <a:pt x="0" y="13304"/>
                  </a:cubicBezTo>
                  <a:cubicBezTo>
                    <a:pt x="10905" y="2531"/>
                    <a:pt x="38701" y="536"/>
                    <a:pt x="53419" y="49"/>
                  </a:cubicBezTo>
                  <a:cubicBezTo>
                    <a:pt x="73279" y="-528"/>
                    <a:pt x="90745" y="4083"/>
                    <a:pt x="109364" y="10112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37" name="Forme libre : forme 20236">
              <a:extLst>
                <a:ext uri="{FF2B5EF4-FFF2-40B4-BE49-F238E27FC236}">
                  <a16:creationId xmlns:a16="http://schemas.microsoft.com/office/drawing/2014/main" id="{75AEF209-AEDF-40D4-A43D-910B3E10753C}"/>
                </a:ext>
              </a:extLst>
            </p:cNvPr>
            <p:cNvSpPr/>
            <p:nvPr/>
          </p:nvSpPr>
          <p:spPr>
            <a:xfrm>
              <a:off x="6631698" y="713080"/>
              <a:ext cx="65429" cy="10101"/>
            </a:xfrm>
            <a:custGeom>
              <a:avLst/>
              <a:gdLst>
                <a:gd name="connsiteX0" fmla="*/ 65430 w 65429"/>
                <a:gd name="connsiteY0" fmla="*/ 9514 h 10101"/>
                <a:gd name="connsiteX1" fmla="*/ 51111 w 65429"/>
                <a:gd name="connsiteY1" fmla="*/ 8273 h 10101"/>
                <a:gd name="connsiteX2" fmla="*/ 36171 w 65429"/>
                <a:gd name="connsiteY2" fmla="*/ 7874 h 10101"/>
                <a:gd name="connsiteX3" fmla="*/ 5406 w 65429"/>
                <a:gd name="connsiteY3" fmla="*/ 9780 h 10101"/>
                <a:gd name="connsiteX4" fmla="*/ 130 w 65429"/>
                <a:gd name="connsiteY4" fmla="*/ 5569 h 10101"/>
                <a:gd name="connsiteX5" fmla="*/ 11656 w 65429"/>
                <a:gd name="connsiteY5" fmla="*/ 1801 h 10101"/>
                <a:gd name="connsiteX6" fmla="*/ 37280 w 65429"/>
                <a:gd name="connsiteY6" fmla="*/ 515 h 10101"/>
                <a:gd name="connsiteX7" fmla="*/ 65430 w 65429"/>
                <a:gd name="connsiteY7" fmla="*/ 9514 h 10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429" h="10101">
                  <a:moveTo>
                    <a:pt x="65430" y="9514"/>
                  </a:moveTo>
                  <a:cubicBezTo>
                    <a:pt x="62238" y="7697"/>
                    <a:pt x="54746" y="8495"/>
                    <a:pt x="51111" y="8273"/>
                  </a:cubicBezTo>
                  <a:cubicBezTo>
                    <a:pt x="46146" y="8007"/>
                    <a:pt x="41136" y="7874"/>
                    <a:pt x="36171" y="7874"/>
                  </a:cubicBezTo>
                  <a:cubicBezTo>
                    <a:pt x="26507" y="7874"/>
                    <a:pt x="14759" y="11110"/>
                    <a:pt x="5406" y="9780"/>
                  </a:cubicBezTo>
                  <a:cubicBezTo>
                    <a:pt x="3499" y="9514"/>
                    <a:pt x="-801" y="8317"/>
                    <a:pt x="130" y="5569"/>
                  </a:cubicBezTo>
                  <a:cubicBezTo>
                    <a:pt x="795" y="3530"/>
                    <a:pt x="9706" y="2200"/>
                    <a:pt x="11656" y="1801"/>
                  </a:cubicBezTo>
                  <a:cubicBezTo>
                    <a:pt x="20035" y="-61"/>
                    <a:pt x="28768" y="-460"/>
                    <a:pt x="37280" y="515"/>
                  </a:cubicBezTo>
                  <a:cubicBezTo>
                    <a:pt x="47121" y="1579"/>
                    <a:pt x="56785" y="4594"/>
                    <a:pt x="65430" y="9514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38" name="Forme libre : forme 20237">
              <a:extLst>
                <a:ext uri="{FF2B5EF4-FFF2-40B4-BE49-F238E27FC236}">
                  <a16:creationId xmlns:a16="http://schemas.microsoft.com/office/drawing/2014/main" id="{91DCA405-FE4A-4493-93EA-3F6B59962EAB}"/>
                </a:ext>
              </a:extLst>
            </p:cNvPr>
            <p:cNvSpPr/>
            <p:nvPr/>
          </p:nvSpPr>
          <p:spPr>
            <a:xfrm>
              <a:off x="6679393" y="687041"/>
              <a:ext cx="37372" cy="19239"/>
            </a:xfrm>
            <a:custGeom>
              <a:avLst/>
              <a:gdLst>
                <a:gd name="connsiteX0" fmla="*/ 2085 w 37372"/>
                <a:gd name="connsiteY0" fmla="*/ 11570 h 19239"/>
                <a:gd name="connsiteX1" fmla="*/ 8203 w 37372"/>
                <a:gd name="connsiteY1" fmla="*/ 13432 h 19239"/>
                <a:gd name="connsiteX2" fmla="*/ 37373 w 37372"/>
                <a:gd name="connsiteY2" fmla="*/ 19240 h 19239"/>
                <a:gd name="connsiteX3" fmla="*/ 15473 w 37372"/>
                <a:gd name="connsiteY3" fmla="*/ 13033 h 19239"/>
                <a:gd name="connsiteX4" fmla="*/ 11395 w 37372"/>
                <a:gd name="connsiteY4" fmla="*/ 0 h 19239"/>
                <a:gd name="connsiteX5" fmla="*/ 2085 w 37372"/>
                <a:gd name="connsiteY5" fmla="*/ 11570 h 1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372" h="19239">
                  <a:moveTo>
                    <a:pt x="2085" y="11570"/>
                  </a:moveTo>
                  <a:cubicBezTo>
                    <a:pt x="3814" y="12856"/>
                    <a:pt x="6075" y="13122"/>
                    <a:pt x="8203" y="13432"/>
                  </a:cubicBezTo>
                  <a:cubicBezTo>
                    <a:pt x="18044" y="14718"/>
                    <a:pt x="27797" y="16668"/>
                    <a:pt x="37373" y="19240"/>
                  </a:cubicBezTo>
                  <a:cubicBezTo>
                    <a:pt x="29925" y="17245"/>
                    <a:pt x="22566" y="16491"/>
                    <a:pt x="15473" y="13033"/>
                  </a:cubicBezTo>
                  <a:cubicBezTo>
                    <a:pt x="7981" y="9398"/>
                    <a:pt x="9843" y="6605"/>
                    <a:pt x="11395" y="0"/>
                  </a:cubicBezTo>
                  <a:cubicBezTo>
                    <a:pt x="7494" y="798"/>
                    <a:pt x="-4875" y="6517"/>
                    <a:pt x="2085" y="11570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39" name="Forme libre : forme 20238">
              <a:extLst>
                <a:ext uri="{FF2B5EF4-FFF2-40B4-BE49-F238E27FC236}">
                  <a16:creationId xmlns:a16="http://schemas.microsoft.com/office/drawing/2014/main" id="{8244795A-DE2D-483C-B70C-C97547795C92}"/>
                </a:ext>
              </a:extLst>
            </p:cNvPr>
            <p:cNvSpPr/>
            <p:nvPr/>
          </p:nvSpPr>
          <p:spPr>
            <a:xfrm>
              <a:off x="6619548" y="668244"/>
              <a:ext cx="72303" cy="18683"/>
            </a:xfrm>
            <a:custGeom>
              <a:avLst/>
              <a:gdLst>
                <a:gd name="connsiteX0" fmla="*/ 25845 w 72303"/>
                <a:gd name="connsiteY0" fmla="*/ 16713 h 18683"/>
                <a:gd name="connsiteX1" fmla="*/ 33248 w 72303"/>
                <a:gd name="connsiteY1" fmla="*/ 18663 h 18683"/>
                <a:gd name="connsiteX2" fmla="*/ 44686 w 72303"/>
                <a:gd name="connsiteY2" fmla="*/ 15604 h 18683"/>
                <a:gd name="connsiteX3" fmla="*/ 72304 w 72303"/>
                <a:gd name="connsiteY3" fmla="*/ 0 h 18683"/>
                <a:gd name="connsiteX4" fmla="*/ 18619 w 72303"/>
                <a:gd name="connsiteY4" fmla="*/ 12634 h 18683"/>
                <a:gd name="connsiteX5" fmla="*/ 9576 w 72303"/>
                <a:gd name="connsiteY5" fmla="*/ 10861 h 18683"/>
                <a:gd name="connsiteX6" fmla="*/ 0 w 72303"/>
                <a:gd name="connsiteY6" fmla="*/ 5098 h 18683"/>
                <a:gd name="connsiteX7" fmla="*/ 25845 w 72303"/>
                <a:gd name="connsiteY7" fmla="*/ 16713 h 1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03" h="18683">
                  <a:moveTo>
                    <a:pt x="25845" y="16713"/>
                  </a:moveTo>
                  <a:cubicBezTo>
                    <a:pt x="28239" y="17599"/>
                    <a:pt x="30677" y="18486"/>
                    <a:pt x="33248" y="18663"/>
                  </a:cubicBezTo>
                  <a:cubicBezTo>
                    <a:pt x="37238" y="18885"/>
                    <a:pt x="41051" y="17289"/>
                    <a:pt x="44686" y="15604"/>
                  </a:cubicBezTo>
                  <a:cubicBezTo>
                    <a:pt x="54261" y="11127"/>
                    <a:pt x="63526" y="5940"/>
                    <a:pt x="72304" y="0"/>
                  </a:cubicBezTo>
                  <a:cubicBezTo>
                    <a:pt x="56522" y="10152"/>
                    <a:pt x="37238" y="14674"/>
                    <a:pt x="18619" y="12634"/>
                  </a:cubicBezTo>
                  <a:cubicBezTo>
                    <a:pt x="15560" y="12280"/>
                    <a:pt x="12501" y="11792"/>
                    <a:pt x="9576" y="10861"/>
                  </a:cubicBezTo>
                  <a:cubicBezTo>
                    <a:pt x="6340" y="9841"/>
                    <a:pt x="1685" y="8201"/>
                    <a:pt x="0" y="5098"/>
                  </a:cubicBezTo>
                  <a:cubicBezTo>
                    <a:pt x="8423" y="9487"/>
                    <a:pt x="16890" y="13344"/>
                    <a:pt x="25845" y="16713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40" name="Forme libre : forme 20239">
              <a:extLst>
                <a:ext uri="{FF2B5EF4-FFF2-40B4-BE49-F238E27FC236}">
                  <a16:creationId xmlns:a16="http://schemas.microsoft.com/office/drawing/2014/main" id="{6EA642EA-A7DE-4E50-936C-E2313034F80E}"/>
                </a:ext>
              </a:extLst>
            </p:cNvPr>
            <p:cNvSpPr/>
            <p:nvPr/>
          </p:nvSpPr>
          <p:spPr>
            <a:xfrm>
              <a:off x="6583729" y="684421"/>
              <a:ext cx="31972" cy="29129"/>
            </a:xfrm>
            <a:custGeom>
              <a:avLst/>
              <a:gdLst>
                <a:gd name="connsiteX0" fmla="*/ 29835 w 31972"/>
                <a:gd name="connsiteY0" fmla="*/ 8915 h 29129"/>
                <a:gd name="connsiteX1" fmla="*/ 31830 w 31972"/>
                <a:gd name="connsiteY1" fmla="*/ 11841 h 29129"/>
                <a:gd name="connsiteX2" fmla="*/ 27884 w 31972"/>
                <a:gd name="connsiteY2" fmla="*/ 18535 h 29129"/>
                <a:gd name="connsiteX3" fmla="*/ 0 w 31972"/>
                <a:gd name="connsiteY3" fmla="*/ 29130 h 29129"/>
                <a:gd name="connsiteX4" fmla="*/ 18353 w 31972"/>
                <a:gd name="connsiteY4" fmla="*/ 19377 h 29129"/>
                <a:gd name="connsiteX5" fmla="*/ 22609 w 31972"/>
                <a:gd name="connsiteY5" fmla="*/ 15476 h 29129"/>
                <a:gd name="connsiteX6" fmla="*/ 16314 w 31972"/>
                <a:gd name="connsiteY6" fmla="*/ 93 h 29129"/>
                <a:gd name="connsiteX7" fmla="*/ 29835 w 31972"/>
                <a:gd name="connsiteY7" fmla="*/ 8915 h 2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972" h="29129">
                  <a:moveTo>
                    <a:pt x="29835" y="8915"/>
                  </a:moveTo>
                  <a:cubicBezTo>
                    <a:pt x="30677" y="9757"/>
                    <a:pt x="31475" y="10688"/>
                    <a:pt x="31830" y="11841"/>
                  </a:cubicBezTo>
                  <a:cubicBezTo>
                    <a:pt x="32583" y="14500"/>
                    <a:pt x="30234" y="17072"/>
                    <a:pt x="27884" y="18535"/>
                  </a:cubicBezTo>
                  <a:cubicBezTo>
                    <a:pt x="19417" y="23854"/>
                    <a:pt x="8378" y="23721"/>
                    <a:pt x="0" y="29130"/>
                  </a:cubicBezTo>
                  <a:cubicBezTo>
                    <a:pt x="6384" y="26426"/>
                    <a:pt x="12545" y="23145"/>
                    <a:pt x="18353" y="19377"/>
                  </a:cubicBezTo>
                  <a:cubicBezTo>
                    <a:pt x="19993" y="18313"/>
                    <a:pt x="21634" y="17160"/>
                    <a:pt x="22609" y="15476"/>
                  </a:cubicBezTo>
                  <a:cubicBezTo>
                    <a:pt x="26067" y="9624"/>
                    <a:pt x="20348" y="3551"/>
                    <a:pt x="16314" y="93"/>
                  </a:cubicBezTo>
                  <a:cubicBezTo>
                    <a:pt x="20392" y="-882"/>
                    <a:pt x="27086" y="6078"/>
                    <a:pt x="29835" y="8915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41" name="Forme libre : forme 20240">
              <a:extLst>
                <a:ext uri="{FF2B5EF4-FFF2-40B4-BE49-F238E27FC236}">
                  <a16:creationId xmlns:a16="http://schemas.microsoft.com/office/drawing/2014/main" id="{75330E7D-C0AC-4E2E-9105-D8019CD67A44}"/>
                </a:ext>
              </a:extLst>
            </p:cNvPr>
            <p:cNvSpPr/>
            <p:nvPr/>
          </p:nvSpPr>
          <p:spPr>
            <a:xfrm>
              <a:off x="7048298" y="562568"/>
              <a:ext cx="86775" cy="9706"/>
            </a:xfrm>
            <a:custGeom>
              <a:avLst/>
              <a:gdLst>
                <a:gd name="connsiteX0" fmla="*/ 43996 w 86775"/>
                <a:gd name="connsiteY0" fmla="*/ 878 h 9706"/>
                <a:gd name="connsiteX1" fmla="*/ 86775 w 86775"/>
                <a:gd name="connsiteY1" fmla="*/ 4425 h 9706"/>
                <a:gd name="connsiteX2" fmla="*/ 64 w 86775"/>
                <a:gd name="connsiteY2" fmla="*/ 9700 h 9706"/>
                <a:gd name="connsiteX3" fmla="*/ 43996 w 86775"/>
                <a:gd name="connsiteY3" fmla="*/ 878 h 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775" h="9706">
                  <a:moveTo>
                    <a:pt x="43996" y="878"/>
                  </a:moveTo>
                  <a:cubicBezTo>
                    <a:pt x="58404" y="-319"/>
                    <a:pt x="73432" y="-1161"/>
                    <a:pt x="86775" y="4425"/>
                  </a:cubicBezTo>
                  <a:cubicBezTo>
                    <a:pt x="58093" y="6242"/>
                    <a:pt x="28790" y="9878"/>
                    <a:pt x="64" y="9700"/>
                  </a:cubicBezTo>
                  <a:cubicBezTo>
                    <a:pt x="-1798" y="2740"/>
                    <a:pt x="37479" y="878"/>
                    <a:pt x="43996" y="878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42" name="Forme libre : forme 20241">
              <a:extLst>
                <a:ext uri="{FF2B5EF4-FFF2-40B4-BE49-F238E27FC236}">
                  <a16:creationId xmlns:a16="http://schemas.microsoft.com/office/drawing/2014/main" id="{F4EB5AEF-9948-490B-BC40-3050BD63AE93}"/>
                </a:ext>
              </a:extLst>
            </p:cNvPr>
            <p:cNvSpPr/>
            <p:nvPr/>
          </p:nvSpPr>
          <p:spPr>
            <a:xfrm>
              <a:off x="7006912" y="542305"/>
              <a:ext cx="53288" cy="22027"/>
            </a:xfrm>
            <a:custGeom>
              <a:avLst/>
              <a:gdLst>
                <a:gd name="connsiteX0" fmla="*/ 32007 w 53288"/>
                <a:gd name="connsiteY0" fmla="*/ 15023 h 22027"/>
                <a:gd name="connsiteX1" fmla="*/ 0 w 53288"/>
                <a:gd name="connsiteY1" fmla="*/ 22028 h 22027"/>
                <a:gd name="connsiteX2" fmla="*/ 44819 w 53288"/>
                <a:gd name="connsiteY2" fmla="*/ 970 h 22027"/>
                <a:gd name="connsiteX3" fmla="*/ 52976 w 53288"/>
                <a:gd name="connsiteY3" fmla="*/ 4960 h 22027"/>
                <a:gd name="connsiteX4" fmla="*/ 32007 w 53288"/>
                <a:gd name="connsiteY4" fmla="*/ 15023 h 2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88" h="22027">
                  <a:moveTo>
                    <a:pt x="32007" y="15023"/>
                  </a:moveTo>
                  <a:cubicBezTo>
                    <a:pt x="21323" y="17373"/>
                    <a:pt x="10684" y="19678"/>
                    <a:pt x="0" y="22028"/>
                  </a:cubicBezTo>
                  <a:cubicBezTo>
                    <a:pt x="16713" y="18348"/>
                    <a:pt x="29037" y="5359"/>
                    <a:pt x="44819" y="970"/>
                  </a:cubicBezTo>
                  <a:cubicBezTo>
                    <a:pt x="49208" y="-271"/>
                    <a:pt x="54660" y="-1423"/>
                    <a:pt x="52976" y="4960"/>
                  </a:cubicBezTo>
                  <a:cubicBezTo>
                    <a:pt x="51291" y="11521"/>
                    <a:pt x="37282" y="13871"/>
                    <a:pt x="32007" y="15023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43" name="Forme libre : forme 20242">
              <a:extLst>
                <a:ext uri="{FF2B5EF4-FFF2-40B4-BE49-F238E27FC236}">
                  <a16:creationId xmlns:a16="http://schemas.microsoft.com/office/drawing/2014/main" id="{101C0940-5287-4F41-91F2-09CD93F79692}"/>
                </a:ext>
              </a:extLst>
            </p:cNvPr>
            <p:cNvSpPr/>
            <p:nvPr/>
          </p:nvSpPr>
          <p:spPr>
            <a:xfrm>
              <a:off x="7101780" y="541810"/>
              <a:ext cx="51601" cy="13966"/>
            </a:xfrm>
            <a:custGeom>
              <a:avLst/>
              <a:gdLst>
                <a:gd name="connsiteX0" fmla="*/ 0 w 51601"/>
                <a:gd name="connsiteY0" fmla="*/ 4967 h 13966"/>
                <a:gd name="connsiteX1" fmla="*/ 28505 w 51601"/>
                <a:gd name="connsiteY1" fmla="*/ 11839 h 13966"/>
                <a:gd name="connsiteX2" fmla="*/ 51601 w 51601"/>
                <a:gd name="connsiteY2" fmla="*/ 13967 h 13966"/>
                <a:gd name="connsiteX3" fmla="*/ 19550 w 51601"/>
                <a:gd name="connsiteY3" fmla="*/ 4081 h 13966"/>
                <a:gd name="connsiteX4" fmla="*/ 11393 w 51601"/>
                <a:gd name="connsiteY4" fmla="*/ 2 h 13966"/>
                <a:gd name="connsiteX5" fmla="*/ 0 w 51601"/>
                <a:gd name="connsiteY5" fmla="*/ 496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01" h="13966">
                  <a:moveTo>
                    <a:pt x="0" y="4967"/>
                  </a:moveTo>
                  <a:cubicBezTo>
                    <a:pt x="9309" y="7982"/>
                    <a:pt x="18752" y="10996"/>
                    <a:pt x="28505" y="11839"/>
                  </a:cubicBezTo>
                  <a:cubicBezTo>
                    <a:pt x="36218" y="12459"/>
                    <a:pt x="44154" y="11706"/>
                    <a:pt x="51601" y="13967"/>
                  </a:cubicBezTo>
                  <a:cubicBezTo>
                    <a:pt x="41095" y="11041"/>
                    <a:pt x="29125" y="9179"/>
                    <a:pt x="19550" y="4081"/>
                  </a:cubicBezTo>
                  <a:cubicBezTo>
                    <a:pt x="15959" y="2130"/>
                    <a:pt x="16314" y="180"/>
                    <a:pt x="11393" y="2"/>
                  </a:cubicBezTo>
                  <a:cubicBezTo>
                    <a:pt x="8777" y="-131"/>
                    <a:pt x="842" y="5233"/>
                    <a:pt x="0" y="4967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44" name="Forme libre : forme 20243">
              <a:extLst>
                <a:ext uri="{FF2B5EF4-FFF2-40B4-BE49-F238E27FC236}">
                  <a16:creationId xmlns:a16="http://schemas.microsoft.com/office/drawing/2014/main" id="{BCE2C115-F03D-4A25-A632-5B5B384B8504}"/>
                </a:ext>
              </a:extLst>
            </p:cNvPr>
            <p:cNvSpPr/>
            <p:nvPr/>
          </p:nvSpPr>
          <p:spPr>
            <a:xfrm>
              <a:off x="7462767" y="625465"/>
              <a:ext cx="21675" cy="32051"/>
            </a:xfrm>
            <a:custGeom>
              <a:avLst/>
              <a:gdLst>
                <a:gd name="connsiteX0" fmla="*/ 16801 w 21675"/>
                <a:gd name="connsiteY0" fmla="*/ 8113 h 32051"/>
                <a:gd name="connsiteX1" fmla="*/ 14142 w 21675"/>
                <a:gd name="connsiteY1" fmla="*/ 21368 h 32051"/>
                <a:gd name="connsiteX2" fmla="*/ 9221 w 21675"/>
                <a:gd name="connsiteY2" fmla="*/ 26687 h 32051"/>
                <a:gd name="connsiteX3" fmla="*/ 0 w 21675"/>
                <a:gd name="connsiteY3" fmla="*/ 32051 h 32051"/>
                <a:gd name="connsiteX4" fmla="*/ 13211 w 21675"/>
                <a:gd name="connsiteY4" fmla="*/ 25535 h 32051"/>
                <a:gd name="connsiteX5" fmla="*/ 21368 w 21675"/>
                <a:gd name="connsiteY5" fmla="*/ 17112 h 32051"/>
                <a:gd name="connsiteX6" fmla="*/ 17688 w 21675"/>
                <a:gd name="connsiteY6" fmla="*/ 5763 h 32051"/>
                <a:gd name="connsiteX7" fmla="*/ 8157 w 21675"/>
                <a:gd name="connsiteY7" fmla="*/ 0 h 32051"/>
                <a:gd name="connsiteX8" fmla="*/ 16801 w 21675"/>
                <a:gd name="connsiteY8" fmla="*/ 8113 h 32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75" h="32051">
                  <a:moveTo>
                    <a:pt x="16801" y="8113"/>
                  </a:moveTo>
                  <a:cubicBezTo>
                    <a:pt x="17954" y="12590"/>
                    <a:pt x="16580" y="17422"/>
                    <a:pt x="14142" y="21368"/>
                  </a:cubicBezTo>
                  <a:cubicBezTo>
                    <a:pt x="12856" y="23451"/>
                    <a:pt x="11260" y="25357"/>
                    <a:pt x="9221" y="26687"/>
                  </a:cubicBezTo>
                  <a:cubicBezTo>
                    <a:pt x="6206" y="28638"/>
                    <a:pt x="2305" y="29303"/>
                    <a:pt x="0" y="32051"/>
                  </a:cubicBezTo>
                  <a:cubicBezTo>
                    <a:pt x="4522" y="30189"/>
                    <a:pt x="8955" y="28017"/>
                    <a:pt x="13211" y="25535"/>
                  </a:cubicBezTo>
                  <a:cubicBezTo>
                    <a:pt x="16668" y="23540"/>
                    <a:pt x="20304" y="20969"/>
                    <a:pt x="21368" y="17112"/>
                  </a:cubicBezTo>
                  <a:cubicBezTo>
                    <a:pt x="22476" y="13122"/>
                    <a:pt x="20437" y="8866"/>
                    <a:pt x="17688" y="5763"/>
                  </a:cubicBezTo>
                  <a:cubicBezTo>
                    <a:pt x="15250" y="2926"/>
                    <a:pt x="11969" y="488"/>
                    <a:pt x="8157" y="0"/>
                  </a:cubicBezTo>
                  <a:cubicBezTo>
                    <a:pt x="12368" y="754"/>
                    <a:pt x="15737" y="4078"/>
                    <a:pt x="16801" y="8113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45" name="Forme libre : forme 20244">
              <a:extLst>
                <a:ext uri="{FF2B5EF4-FFF2-40B4-BE49-F238E27FC236}">
                  <a16:creationId xmlns:a16="http://schemas.microsoft.com/office/drawing/2014/main" id="{38D7AF18-A657-40B1-A5FE-6F42C22E23A1}"/>
                </a:ext>
              </a:extLst>
            </p:cNvPr>
            <p:cNvSpPr/>
            <p:nvPr/>
          </p:nvSpPr>
          <p:spPr>
            <a:xfrm>
              <a:off x="7512817" y="601925"/>
              <a:ext cx="60024" cy="17606"/>
            </a:xfrm>
            <a:custGeom>
              <a:avLst/>
              <a:gdLst>
                <a:gd name="connsiteX0" fmla="*/ 38036 w 60024"/>
                <a:gd name="connsiteY0" fmla="*/ 14895 h 17606"/>
                <a:gd name="connsiteX1" fmla="*/ 60024 w 60024"/>
                <a:gd name="connsiteY1" fmla="*/ 0 h 17606"/>
                <a:gd name="connsiteX2" fmla="*/ 28195 w 60024"/>
                <a:gd name="connsiteY2" fmla="*/ 9177 h 17606"/>
                <a:gd name="connsiteX3" fmla="*/ 11482 w 60024"/>
                <a:gd name="connsiteY3" fmla="*/ 9487 h 17606"/>
                <a:gd name="connsiteX4" fmla="*/ 0 w 60024"/>
                <a:gd name="connsiteY4" fmla="*/ 10285 h 17606"/>
                <a:gd name="connsiteX5" fmla="*/ 38036 w 60024"/>
                <a:gd name="connsiteY5" fmla="*/ 14895 h 17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024" h="17606">
                  <a:moveTo>
                    <a:pt x="38036" y="14895"/>
                  </a:moveTo>
                  <a:cubicBezTo>
                    <a:pt x="46326" y="11659"/>
                    <a:pt x="53330" y="5896"/>
                    <a:pt x="60024" y="0"/>
                  </a:cubicBezTo>
                  <a:cubicBezTo>
                    <a:pt x="53109" y="6118"/>
                    <a:pt x="37017" y="8157"/>
                    <a:pt x="28195" y="9177"/>
                  </a:cubicBezTo>
                  <a:cubicBezTo>
                    <a:pt x="22653" y="9797"/>
                    <a:pt x="17068" y="9974"/>
                    <a:pt x="11482" y="9487"/>
                  </a:cubicBezTo>
                  <a:cubicBezTo>
                    <a:pt x="8113" y="9177"/>
                    <a:pt x="2438" y="7359"/>
                    <a:pt x="0" y="10285"/>
                  </a:cubicBezTo>
                  <a:cubicBezTo>
                    <a:pt x="9221" y="18885"/>
                    <a:pt x="26953" y="19195"/>
                    <a:pt x="38036" y="14895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46" name="Forme libre : forme 20245">
              <a:extLst>
                <a:ext uri="{FF2B5EF4-FFF2-40B4-BE49-F238E27FC236}">
                  <a16:creationId xmlns:a16="http://schemas.microsoft.com/office/drawing/2014/main" id="{BF5DB2DE-1272-4C7F-BA9A-BAC5D9122D43}"/>
                </a:ext>
              </a:extLst>
            </p:cNvPr>
            <p:cNvSpPr/>
            <p:nvPr/>
          </p:nvSpPr>
          <p:spPr>
            <a:xfrm>
              <a:off x="7577230" y="631632"/>
              <a:ext cx="33470" cy="12806"/>
            </a:xfrm>
            <a:custGeom>
              <a:avLst/>
              <a:gdLst>
                <a:gd name="connsiteX0" fmla="*/ 15605 w 33470"/>
                <a:gd name="connsiteY0" fmla="*/ 11299 h 12806"/>
                <a:gd name="connsiteX1" fmla="*/ 33470 w 33470"/>
                <a:gd name="connsiteY1" fmla="*/ 12806 h 12806"/>
                <a:gd name="connsiteX2" fmla="*/ 15871 w 33470"/>
                <a:gd name="connsiteY2" fmla="*/ 8683 h 12806"/>
                <a:gd name="connsiteX3" fmla="*/ 4345 w 33470"/>
                <a:gd name="connsiteY3" fmla="*/ 216 h 12806"/>
                <a:gd name="connsiteX4" fmla="*/ 843 w 33470"/>
                <a:gd name="connsiteY4" fmla="*/ 6245 h 12806"/>
                <a:gd name="connsiteX5" fmla="*/ 15605 w 33470"/>
                <a:gd name="connsiteY5" fmla="*/ 11299 h 12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70" h="12806">
                  <a:moveTo>
                    <a:pt x="15605" y="11299"/>
                  </a:moveTo>
                  <a:cubicBezTo>
                    <a:pt x="21545" y="12008"/>
                    <a:pt x="27486" y="12496"/>
                    <a:pt x="33470" y="12806"/>
                  </a:cubicBezTo>
                  <a:cubicBezTo>
                    <a:pt x="27397" y="12540"/>
                    <a:pt x="21412" y="11122"/>
                    <a:pt x="15871" y="8683"/>
                  </a:cubicBezTo>
                  <a:cubicBezTo>
                    <a:pt x="11837" y="6910"/>
                    <a:pt x="8024" y="1413"/>
                    <a:pt x="4345" y="216"/>
                  </a:cubicBezTo>
                  <a:cubicBezTo>
                    <a:pt x="887" y="-892"/>
                    <a:pt x="-1285" y="2433"/>
                    <a:pt x="843" y="6245"/>
                  </a:cubicBezTo>
                  <a:cubicBezTo>
                    <a:pt x="3104" y="10324"/>
                    <a:pt x="11615" y="10856"/>
                    <a:pt x="15605" y="11299"/>
                  </a:cubicBezTo>
                  <a:close/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47" name="Forme libre : forme 20246">
              <a:extLst>
                <a:ext uri="{FF2B5EF4-FFF2-40B4-BE49-F238E27FC236}">
                  <a16:creationId xmlns:a16="http://schemas.microsoft.com/office/drawing/2014/main" id="{63293448-8A4B-49EA-AE95-E09A86D1DD37}"/>
                </a:ext>
              </a:extLst>
            </p:cNvPr>
            <p:cNvSpPr/>
            <p:nvPr/>
          </p:nvSpPr>
          <p:spPr>
            <a:xfrm>
              <a:off x="7496947" y="650416"/>
              <a:ext cx="74919" cy="16587"/>
            </a:xfrm>
            <a:custGeom>
              <a:avLst/>
              <a:gdLst>
                <a:gd name="connsiteX0" fmla="*/ 0 w 74919"/>
                <a:gd name="connsiteY0" fmla="*/ 16587 h 16587"/>
                <a:gd name="connsiteX1" fmla="*/ 30234 w 74919"/>
                <a:gd name="connsiteY1" fmla="*/ 3022 h 16587"/>
                <a:gd name="connsiteX2" fmla="*/ 62374 w 74919"/>
                <a:gd name="connsiteY2" fmla="*/ 3731 h 16587"/>
                <a:gd name="connsiteX3" fmla="*/ 74919 w 74919"/>
                <a:gd name="connsiteY3" fmla="*/ 10780 h 16587"/>
                <a:gd name="connsiteX4" fmla="*/ 64324 w 74919"/>
                <a:gd name="connsiteY4" fmla="*/ 9893 h 16587"/>
                <a:gd name="connsiteX5" fmla="*/ 9443 w 74919"/>
                <a:gd name="connsiteY5" fmla="*/ 15434 h 16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19" h="16587">
                  <a:moveTo>
                    <a:pt x="0" y="16587"/>
                  </a:moveTo>
                  <a:cubicBezTo>
                    <a:pt x="10285" y="12509"/>
                    <a:pt x="19771" y="6613"/>
                    <a:pt x="30234" y="3022"/>
                  </a:cubicBezTo>
                  <a:cubicBezTo>
                    <a:pt x="40696" y="-569"/>
                    <a:pt x="52754" y="-1677"/>
                    <a:pt x="62374" y="3731"/>
                  </a:cubicBezTo>
                  <a:cubicBezTo>
                    <a:pt x="66585" y="6081"/>
                    <a:pt x="70264" y="9583"/>
                    <a:pt x="74919" y="10780"/>
                  </a:cubicBezTo>
                  <a:cubicBezTo>
                    <a:pt x="71417" y="11312"/>
                    <a:pt x="67826" y="10514"/>
                    <a:pt x="64324" y="9893"/>
                  </a:cubicBezTo>
                  <a:cubicBezTo>
                    <a:pt x="45971" y="6701"/>
                    <a:pt x="26776" y="8652"/>
                    <a:pt x="9443" y="15434"/>
                  </a:cubicBezTo>
                </a:path>
              </a:pathLst>
            </a:custGeom>
            <a:solidFill>
              <a:srgbClr val="FFFFFF">
                <a:alpha val="58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48" name="Forme libre : forme 20247">
              <a:extLst>
                <a:ext uri="{FF2B5EF4-FFF2-40B4-BE49-F238E27FC236}">
                  <a16:creationId xmlns:a16="http://schemas.microsoft.com/office/drawing/2014/main" id="{81C4595A-72BA-4518-AE62-F8083E8C8BB6}"/>
                </a:ext>
              </a:extLst>
            </p:cNvPr>
            <p:cNvSpPr/>
            <p:nvPr/>
          </p:nvSpPr>
          <p:spPr>
            <a:xfrm>
              <a:off x="6957660" y="537557"/>
              <a:ext cx="207247" cy="48586"/>
            </a:xfrm>
            <a:custGeom>
              <a:avLst/>
              <a:gdLst>
                <a:gd name="connsiteX0" fmla="*/ 45705 w 207247"/>
                <a:gd name="connsiteY0" fmla="*/ 34933 h 48586"/>
                <a:gd name="connsiteX1" fmla="*/ 207247 w 207247"/>
                <a:gd name="connsiteY1" fmla="*/ 22742 h 48586"/>
                <a:gd name="connsiteX2" fmla="*/ 135165 w 207247"/>
                <a:gd name="connsiteY2" fmla="*/ 16934 h 48586"/>
                <a:gd name="connsiteX3" fmla="*/ 129225 w 207247"/>
                <a:gd name="connsiteY3" fmla="*/ 16181 h 48586"/>
                <a:gd name="connsiteX4" fmla="*/ 126432 w 207247"/>
                <a:gd name="connsiteY4" fmla="*/ 10639 h 48586"/>
                <a:gd name="connsiteX5" fmla="*/ 124038 w 207247"/>
                <a:gd name="connsiteY5" fmla="*/ 0 h 48586"/>
                <a:gd name="connsiteX6" fmla="*/ 99745 w 207247"/>
                <a:gd name="connsiteY6" fmla="*/ 18929 h 48586"/>
                <a:gd name="connsiteX7" fmla="*/ 47833 w 207247"/>
                <a:gd name="connsiteY7" fmla="*/ 33514 h 48586"/>
                <a:gd name="connsiteX8" fmla="*/ 21323 w 207247"/>
                <a:gd name="connsiteY8" fmla="*/ 40430 h 48586"/>
                <a:gd name="connsiteX9" fmla="*/ 0 w 207247"/>
                <a:gd name="connsiteY9" fmla="*/ 48587 h 48586"/>
                <a:gd name="connsiteX10" fmla="*/ 45705 w 207247"/>
                <a:gd name="connsiteY10" fmla="*/ 34933 h 48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7247" h="48586">
                  <a:moveTo>
                    <a:pt x="45705" y="34933"/>
                  </a:moveTo>
                  <a:cubicBezTo>
                    <a:pt x="97794" y="19107"/>
                    <a:pt x="153385" y="14940"/>
                    <a:pt x="207247" y="22742"/>
                  </a:cubicBezTo>
                  <a:cubicBezTo>
                    <a:pt x="183885" y="16358"/>
                    <a:pt x="159281" y="14363"/>
                    <a:pt x="135165" y="16934"/>
                  </a:cubicBezTo>
                  <a:cubicBezTo>
                    <a:pt x="133126" y="17156"/>
                    <a:pt x="130909" y="17333"/>
                    <a:pt x="129225" y="16181"/>
                  </a:cubicBezTo>
                  <a:cubicBezTo>
                    <a:pt x="127496" y="14984"/>
                    <a:pt x="126875" y="12723"/>
                    <a:pt x="126432" y="10639"/>
                  </a:cubicBezTo>
                  <a:cubicBezTo>
                    <a:pt x="125634" y="7093"/>
                    <a:pt x="124836" y="3546"/>
                    <a:pt x="124038" y="0"/>
                  </a:cubicBezTo>
                  <a:cubicBezTo>
                    <a:pt x="120270" y="9886"/>
                    <a:pt x="109675" y="15250"/>
                    <a:pt x="99745" y="18929"/>
                  </a:cubicBezTo>
                  <a:cubicBezTo>
                    <a:pt x="82855" y="25180"/>
                    <a:pt x="65299" y="29258"/>
                    <a:pt x="47833" y="33514"/>
                  </a:cubicBezTo>
                  <a:cubicBezTo>
                    <a:pt x="38967" y="35686"/>
                    <a:pt x="30101" y="37859"/>
                    <a:pt x="21323" y="40430"/>
                  </a:cubicBezTo>
                  <a:cubicBezTo>
                    <a:pt x="15560" y="42114"/>
                    <a:pt x="3812" y="43710"/>
                    <a:pt x="0" y="48587"/>
                  </a:cubicBezTo>
                  <a:cubicBezTo>
                    <a:pt x="15471" y="46503"/>
                    <a:pt x="30810" y="39455"/>
                    <a:pt x="45705" y="34933"/>
                  </a:cubicBezTo>
                  <a:close/>
                </a:path>
              </a:pathLst>
            </a:custGeom>
            <a:solidFill>
              <a:srgbClr val="E5AC96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49" name="Forme libre : forme 20248">
              <a:extLst>
                <a:ext uri="{FF2B5EF4-FFF2-40B4-BE49-F238E27FC236}">
                  <a16:creationId xmlns:a16="http://schemas.microsoft.com/office/drawing/2014/main" id="{1994E980-7332-4037-9C00-E7E4992243B1}"/>
                </a:ext>
              </a:extLst>
            </p:cNvPr>
            <p:cNvSpPr/>
            <p:nvPr/>
          </p:nvSpPr>
          <p:spPr>
            <a:xfrm>
              <a:off x="7133699" y="1041422"/>
              <a:ext cx="2216" cy="251799"/>
            </a:xfrm>
            <a:custGeom>
              <a:avLst/>
              <a:gdLst>
                <a:gd name="connsiteX0" fmla="*/ 1108 w 2216"/>
                <a:gd name="connsiteY0" fmla="*/ 0 h 251799"/>
                <a:gd name="connsiteX1" fmla="*/ 1951 w 2216"/>
                <a:gd name="connsiteY1" fmla="*/ 62950 h 251799"/>
                <a:gd name="connsiteX2" fmla="*/ 2217 w 2216"/>
                <a:gd name="connsiteY2" fmla="*/ 125900 h 251799"/>
                <a:gd name="connsiteX3" fmla="*/ 1951 w 2216"/>
                <a:gd name="connsiteY3" fmla="*/ 188850 h 251799"/>
                <a:gd name="connsiteX4" fmla="*/ 1108 w 2216"/>
                <a:gd name="connsiteY4" fmla="*/ 251800 h 251799"/>
                <a:gd name="connsiteX5" fmla="*/ 266 w 2216"/>
                <a:gd name="connsiteY5" fmla="*/ 188850 h 251799"/>
                <a:gd name="connsiteX6" fmla="*/ 0 w 2216"/>
                <a:gd name="connsiteY6" fmla="*/ 125900 h 251799"/>
                <a:gd name="connsiteX7" fmla="*/ 266 w 2216"/>
                <a:gd name="connsiteY7" fmla="*/ 62950 h 251799"/>
                <a:gd name="connsiteX8" fmla="*/ 1108 w 2216"/>
                <a:gd name="connsiteY8" fmla="*/ 0 h 25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6" h="251799">
                  <a:moveTo>
                    <a:pt x="1108" y="0"/>
                  </a:moveTo>
                  <a:cubicBezTo>
                    <a:pt x="1507" y="20969"/>
                    <a:pt x="1817" y="41937"/>
                    <a:pt x="1951" y="62950"/>
                  </a:cubicBezTo>
                  <a:lnTo>
                    <a:pt x="2217" y="125900"/>
                  </a:lnTo>
                  <a:lnTo>
                    <a:pt x="1951" y="188850"/>
                  </a:lnTo>
                  <a:cubicBezTo>
                    <a:pt x="1817" y="209818"/>
                    <a:pt x="1507" y="230787"/>
                    <a:pt x="1108" y="251800"/>
                  </a:cubicBezTo>
                  <a:cubicBezTo>
                    <a:pt x="709" y="230831"/>
                    <a:pt x="399" y="209863"/>
                    <a:pt x="266" y="188850"/>
                  </a:cubicBezTo>
                  <a:lnTo>
                    <a:pt x="0" y="125900"/>
                  </a:lnTo>
                  <a:lnTo>
                    <a:pt x="266" y="62950"/>
                  </a:lnTo>
                  <a:cubicBezTo>
                    <a:pt x="399" y="41981"/>
                    <a:pt x="709" y="21013"/>
                    <a:pt x="1108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50" name="Forme libre : forme 20249">
              <a:extLst>
                <a:ext uri="{FF2B5EF4-FFF2-40B4-BE49-F238E27FC236}">
                  <a16:creationId xmlns:a16="http://schemas.microsoft.com/office/drawing/2014/main" id="{B7AC14D6-F439-4EDF-871E-5A9CCCF9AAD8}"/>
                </a:ext>
              </a:extLst>
            </p:cNvPr>
            <p:cNvSpPr/>
            <p:nvPr/>
          </p:nvSpPr>
          <p:spPr>
            <a:xfrm>
              <a:off x="6017106" y="1826923"/>
              <a:ext cx="94098" cy="64006"/>
            </a:xfrm>
            <a:custGeom>
              <a:avLst/>
              <a:gdLst>
                <a:gd name="connsiteX0" fmla="*/ 9915 w 94098"/>
                <a:gd name="connsiteY0" fmla="*/ 35066 h 64006"/>
                <a:gd name="connsiteX1" fmla="*/ 38818 w 94098"/>
                <a:gd name="connsiteY1" fmla="*/ 58739 h 64006"/>
                <a:gd name="connsiteX2" fmla="*/ 66481 w 94098"/>
                <a:gd name="connsiteY2" fmla="*/ 63837 h 64006"/>
                <a:gd name="connsiteX3" fmla="*/ 80002 w 94098"/>
                <a:gd name="connsiteY3" fmla="*/ 63571 h 64006"/>
                <a:gd name="connsiteX4" fmla="*/ 92060 w 94098"/>
                <a:gd name="connsiteY4" fmla="*/ 58606 h 64006"/>
                <a:gd name="connsiteX5" fmla="*/ 93922 w 94098"/>
                <a:gd name="connsiteY5" fmla="*/ 53552 h 64006"/>
                <a:gd name="connsiteX6" fmla="*/ 89799 w 94098"/>
                <a:gd name="connsiteY6" fmla="*/ 50449 h 64006"/>
                <a:gd name="connsiteX7" fmla="*/ 61294 w 94098"/>
                <a:gd name="connsiteY7" fmla="*/ 39898 h 64006"/>
                <a:gd name="connsiteX8" fmla="*/ 50433 w 94098"/>
                <a:gd name="connsiteY8" fmla="*/ 34268 h 64006"/>
                <a:gd name="connsiteX9" fmla="*/ 15013 w 94098"/>
                <a:gd name="connsiteY9" fmla="*/ 17688 h 64006"/>
                <a:gd name="connsiteX10" fmla="*/ 7920 w 94098"/>
                <a:gd name="connsiteY10" fmla="*/ 8600 h 64006"/>
                <a:gd name="connsiteX11" fmla="*/ 1226 w 94098"/>
                <a:gd name="connsiteY11" fmla="*/ 0 h 64006"/>
                <a:gd name="connsiteX12" fmla="*/ 9915 w 94098"/>
                <a:gd name="connsiteY12" fmla="*/ 35066 h 64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098" h="64006">
                  <a:moveTo>
                    <a:pt x="9915" y="35066"/>
                  </a:moveTo>
                  <a:cubicBezTo>
                    <a:pt x="16697" y="45750"/>
                    <a:pt x="26982" y="54217"/>
                    <a:pt x="38818" y="58739"/>
                  </a:cubicBezTo>
                  <a:cubicBezTo>
                    <a:pt x="47596" y="62108"/>
                    <a:pt x="57083" y="63349"/>
                    <a:pt x="66481" y="63837"/>
                  </a:cubicBezTo>
                  <a:cubicBezTo>
                    <a:pt x="71003" y="64058"/>
                    <a:pt x="75524" y="64147"/>
                    <a:pt x="80002" y="63571"/>
                  </a:cubicBezTo>
                  <a:cubicBezTo>
                    <a:pt x="84390" y="62994"/>
                    <a:pt x="88868" y="61709"/>
                    <a:pt x="92060" y="58606"/>
                  </a:cubicBezTo>
                  <a:cubicBezTo>
                    <a:pt x="93434" y="57276"/>
                    <a:pt x="94542" y="55325"/>
                    <a:pt x="93922" y="53552"/>
                  </a:cubicBezTo>
                  <a:cubicBezTo>
                    <a:pt x="93345" y="51867"/>
                    <a:pt x="91483" y="51069"/>
                    <a:pt x="89799" y="50449"/>
                  </a:cubicBezTo>
                  <a:cubicBezTo>
                    <a:pt x="80268" y="46991"/>
                    <a:pt x="70382" y="44375"/>
                    <a:pt x="61294" y="39898"/>
                  </a:cubicBezTo>
                  <a:cubicBezTo>
                    <a:pt x="57615" y="38080"/>
                    <a:pt x="54113" y="35997"/>
                    <a:pt x="50433" y="34268"/>
                  </a:cubicBezTo>
                  <a:cubicBezTo>
                    <a:pt x="38508" y="28727"/>
                    <a:pt x="24366" y="26909"/>
                    <a:pt x="15013" y="17688"/>
                  </a:cubicBezTo>
                  <a:cubicBezTo>
                    <a:pt x="12264" y="14984"/>
                    <a:pt x="10092" y="11792"/>
                    <a:pt x="7920" y="8600"/>
                  </a:cubicBezTo>
                  <a:cubicBezTo>
                    <a:pt x="6279" y="6162"/>
                    <a:pt x="3974" y="1020"/>
                    <a:pt x="1226" y="0"/>
                  </a:cubicBezTo>
                  <a:cubicBezTo>
                    <a:pt x="-2897" y="7315"/>
                    <a:pt x="4240" y="29391"/>
                    <a:pt x="9915" y="35066"/>
                  </a:cubicBezTo>
                  <a:close/>
                </a:path>
              </a:pathLst>
            </a:custGeom>
            <a:solidFill>
              <a:srgbClr val="F9A89D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51" name="Forme libre : forme 20250">
              <a:extLst>
                <a:ext uri="{FF2B5EF4-FFF2-40B4-BE49-F238E27FC236}">
                  <a16:creationId xmlns:a16="http://schemas.microsoft.com/office/drawing/2014/main" id="{D2CC6E00-2629-412F-8D26-24B566BE0EF2}"/>
                </a:ext>
              </a:extLst>
            </p:cNvPr>
            <p:cNvSpPr/>
            <p:nvPr/>
          </p:nvSpPr>
          <p:spPr>
            <a:xfrm>
              <a:off x="6136252" y="1888700"/>
              <a:ext cx="93361" cy="21630"/>
            </a:xfrm>
            <a:custGeom>
              <a:avLst/>
              <a:gdLst>
                <a:gd name="connsiteX0" fmla="*/ 29613 w 93361"/>
                <a:gd name="connsiteY0" fmla="*/ 12877 h 21630"/>
                <a:gd name="connsiteX1" fmla="*/ 53774 w 93361"/>
                <a:gd name="connsiteY1" fmla="*/ 21477 h 21630"/>
                <a:gd name="connsiteX2" fmla="*/ 93361 w 93361"/>
                <a:gd name="connsiteY2" fmla="*/ 7069 h 21630"/>
                <a:gd name="connsiteX3" fmla="*/ 44641 w 93361"/>
                <a:gd name="connsiteY3" fmla="*/ 11236 h 21630"/>
                <a:gd name="connsiteX4" fmla="*/ 0 w 93361"/>
                <a:gd name="connsiteY4" fmla="*/ 1173 h 21630"/>
                <a:gd name="connsiteX5" fmla="*/ 14408 w 93361"/>
                <a:gd name="connsiteY5" fmla="*/ 6448 h 21630"/>
                <a:gd name="connsiteX6" fmla="*/ 29613 w 93361"/>
                <a:gd name="connsiteY6" fmla="*/ 12877 h 21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361" h="21630">
                  <a:moveTo>
                    <a:pt x="29613" y="12877"/>
                  </a:moveTo>
                  <a:cubicBezTo>
                    <a:pt x="37415" y="16512"/>
                    <a:pt x="45218" y="20679"/>
                    <a:pt x="53774" y="21477"/>
                  </a:cubicBezTo>
                  <a:cubicBezTo>
                    <a:pt x="68004" y="22851"/>
                    <a:pt x="81303" y="14783"/>
                    <a:pt x="93361" y="7069"/>
                  </a:cubicBezTo>
                  <a:cubicBezTo>
                    <a:pt x="79042" y="15714"/>
                    <a:pt x="60911" y="15004"/>
                    <a:pt x="44641" y="11236"/>
                  </a:cubicBezTo>
                  <a:cubicBezTo>
                    <a:pt x="38568" y="9818"/>
                    <a:pt x="2970" y="-4058"/>
                    <a:pt x="0" y="1173"/>
                  </a:cubicBezTo>
                  <a:cubicBezTo>
                    <a:pt x="3813" y="3744"/>
                    <a:pt x="10019" y="4764"/>
                    <a:pt x="14408" y="6448"/>
                  </a:cubicBezTo>
                  <a:cubicBezTo>
                    <a:pt x="19550" y="8399"/>
                    <a:pt x="24648" y="10527"/>
                    <a:pt x="29613" y="12877"/>
                  </a:cubicBezTo>
                  <a:close/>
                </a:path>
              </a:pathLst>
            </a:custGeom>
            <a:solidFill>
              <a:srgbClr val="F9A89D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52" name="Forme libre : forme 20251">
              <a:extLst>
                <a:ext uri="{FF2B5EF4-FFF2-40B4-BE49-F238E27FC236}">
                  <a16:creationId xmlns:a16="http://schemas.microsoft.com/office/drawing/2014/main" id="{65705DFB-8F8B-461B-BCA8-7C6234DF963F}"/>
                </a:ext>
              </a:extLst>
            </p:cNvPr>
            <p:cNvSpPr/>
            <p:nvPr/>
          </p:nvSpPr>
          <p:spPr>
            <a:xfrm>
              <a:off x="6023297" y="1852236"/>
              <a:ext cx="67427" cy="40142"/>
            </a:xfrm>
            <a:custGeom>
              <a:avLst/>
              <a:gdLst>
                <a:gd name="connsiteX0" fmla="*/ 0 w 67427"/>
                <a:gd name="connsiteY0" fmla="*/ 0 h 40142"/>
                <a:gd name="connsiteX1" fmla="*/ 67427 w 67427"/>
                <a:gd name="connsiteY1" fmla="*/ 38346 h 40142"/>
                <a:gd name="connsiteX2" fmla="*/ 0 w 67427"/>
                <a:gd name="connsiteY2" fmla="*/ 0 h 40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27" h="40142">
                  <a:moveTo>
                    <a:pt x="0" y="0"/>
                  </a:moveTo>
                  <a:cubicBezTo>
                    <a:pt x="0" y="0"/>
                    <a:pt x="12546" y="50138"/>
                    <a:pt x="67427" y="38346"/>
                  </a:cubicBezTo>
                  <a:cubicBezTo>
                    <a:pt x="67427" y="38346"/>
                    <a:pt x="20968" y="4716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53" name="Forme libre : forme 20252">
              <a:extLst>
                <a:ext uri="{FF2B5EF4-FFF2-40B4-BE49-F238E27FC236}">
                  <a16:creationId xmlns:a16="http://schemas.microsoft.com/office/drawing/2014/main" id="{6DD057D7-785D-4746-90CB-F9754484F386}"/>
                </a:ext>
              </a:extLst>
            </p:cNvPr>
            <p:cNvSpPr/>
            <p:nvPr/>
          </p:nvSpPr>
          <p:spPr>
            <a:xfrm>
              <a:off x="6172160" y="1897941"/>
              <a:ext cx="64856" cy="14969"/>
            </a:xfrm>
            <a:custGeom>
              <a:avLst/>
              <a:gdLst>
                <a:gd name="connsiteX0" fmla="*/ 0 w 64856"/>
                <a:gd name="connsiteY0" fmla="*/ 8113 h 14969"/>
                <a:gd name="connsiteX1" fmla="*/ 64856 w 64856"/>
                <a:gd name="connsiteY1" fmla="*/ 0 h 14969"/>
                <a:gd name="connsiteX2" fmla="*/ 0 w 64856"/>
                <a:gd name="connsiteY2" fmla="*/ 8113 h 1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6" h="14969">
                  <a:moveTo>
                    <a:pt x="0" y="8113"/>
                  </a:moveTo>
                  <a:cubicBezTo>
                    <a:pt x="0" y="8113"/>
                    <a:pt x="33913" y="28017"/>
                    <a:pt x="64856" y="0"/>
                  </a:cubicBezTo>
                  <a:cubicBezTo>
                    <a:pt x="64856" y="0"/>
                    <a:pt x="41671" y="22875"/>
                    <a:pt x="0" y="8113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54" name="Forme libre : forme 20253">
              <a:extLst>
                <a:ext uri="{FF2B5EF4-FFF2-40B4-BE49-F238E27FC236}">
                  <a16:creationId xmlns:a16="http://schemas.microsoft.com/office/drawing/2014/main" id="{90A7A01B-0FCB-40B9-8570-5BF66FE2A756}"/>
                </a:ext>
              </a:extLst>
            </p:cNvPr>
            <p:cNvSpPr/>
            <p:nvPr/>
          </p:nvSpPr>
          <p:spPr>
            <a:xfrm>
              <a:off x="6031654" y="1649971"/>
              <a:ext cx="208801" cy="212943"/>
            </a:xfrm>
            <a:custGeom>
              <a:avLst/>
              <a:gdLst>
                <a:gd name="connsiteX0" fmla="*/ 12479 w 208801"/>
                <a:gd name="connsiteY0" fmla="*/ 32877 h 212943"/>
                <a:gd name="connsiteX1" fmla="*/ 28660 w 208801"/>
                <a:gd name="connsiteY1" fmla="*/ 96492 h 212943"/>
                <a:gd name="connsiteX2" fmla="*/ 14119 w 208801"/>
                <a:gd name="connsiteY2" fmla="*/ 127036 h 212943"/>
                <a:gd name="connsiteX3" fmla="*/ 19128 w 208801"/>
                <a:gd name="connsiteY3" fmla="*/ 158466 h 212943"/>
                <a:gd name="connsiteX4" fmla="*/ 38900 w 208801"/>
                <a:gd name="connsiteY4" fmla="*/ 165116 h 212943"/>
                <a:gd name="connsiteX5" fmla="*/ 77291 w 208801"/>
                <a:gd name="connsiteY5" fmla="*/ 166490 h 212943"/>
                <a:gd name="connsiteX6" fmla="*/ 103269 w 208801"/>
                <a:gd name="connsiteY6" fmla="*/ 166579 h 212943"/>
                <a:gd name="connsiteX7" fmla="*/ 169898 w 208801"/>
                <a:gd name="connsiteY7" fmla="*/ 204881 h 212943"/>
                <a:gd name="connsiteX8" fmla="*/ 201417 w 208801"/>
                <a:gd name="connsiteY8" fmla="*/ 209846 h 212943"/>
                <a:gd name="connsiteX9" fmla="*/ 207890 w 208801"/>
                <a:gd name="connsiteY9" fmla="*/ 183779 h 212943"/>
                <a:gd name="connsiteX10" fmla="*/ 162184 w 208801"/>
                <a:gd name="connsiteY10" fmla="*/ 133730 h 212943"/>
                <a:gd name="connsiteX11" fmla="*/ 123528 w 208801"/>
                <a:gd name="connsiteY11" fmla="*/ 125307 h 212943"/>
                <a:gd name="connsiteX12" fmla="*/ 95378 w 208801"/>
                <a:gd name="connsiteY12" fmla="*/ 103718 h 212943"/>
                <a:gd name="connsiteX13" fmla="*/ 78000 w 208801"/>
                <a:gd name="connsiteY13" fmla="*/ 64662 h 212943"/>
                <a:gd name="connsiteX14" fmla="*/ 31452 w 208801"/>
                <a:gd name="connsiteY14" fmla="*/ 10755 h 212943"/>
                <a:gd name="connsiteX15" fmla="*/ 3346 w 208801"/>
                <a:gd name="connsiteY15" fmla="*/ 2288 h 212943"/>
                <a:gd name="connsiteX16" fmla="*/ 12479 w 208801"/>
                <a:gd name="connsiteY16" fmla="*/ 32877 h 212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8801" h="212943">
                  <a:moveTo>
                    <a:pt x="12479" y="32877"/>
                  </a:moveTo>
                  <a:cubicBezTo>
                    <a:pt x="29945" y="48259"/>
                    <a:pt x="36639" y="74681"/>
                    <a:pt x="28660" y="96492"/>
                  </a:cubicBezTo>
                  <a:cubicBezTo>
                    <a:pt x="24758" y="107087"/>
                    <a:pt x="17887" y="116396"/>
                    <a:pt x="14119" y="127036"/>
                  </a:cubicBezTo>
                  <a:cubicBezTo>
                    <a:pt x="10351" y="137675"/>
                    <a:pt x="10572" y="151107"/>
                    <a:pt x="19128" y="158466"/>
                  </a:cubicBezTo>
                  <a:cubicBezTo>
                    <a:pt x="24492" y="163077"/>
                    <a:pt x="31851" y="164318"/>
                    <a:pt x="38900" y="165116"/>
                  </a:cubicBezTo>
                  <a:cubicBezTo>
                    <a:pt x="51623" y="166535"/>
                    <a:pt x="64479" y="166978"/>
                    <a:pt x="77291" y="166490"/>
                  </a:cubicBezTo>
                  <a:cubicBezTo>
                    <a:pt x="85935" y="166136"/>
                    <a:pt x="94668" y="165382"/>
                    <a:pt x="103269" y="166579"/>
                  </a:cubicBezTo>
                  <a:cubicBezTo>
                    <a:pt x="128936" y="170214"/>
                    <a:pt x="148442" y="190385"/>
                    <a:pt x="169898" y="204881"/>
                  </a:cubicBezTo>
                  <a:cubicBezTo>
                    <a:pt x="179296" y="211220"/>
                    <a:pt x="192241" y="216540"/>
                    <a:pt x="201417" y="209846"/>
                  </a:cubicBezTo>
                  <a:cubicBezTo>
                    <a:pt x="209087" y="204260"/>
                    <a:pt x="209840" y="193044"/>
                    <a:pt x="207890" y="183779"/>
                  </a:cubicBezTo>
                  <a:cubicBezTo>
                    <a:pt x="203013" y="160594"/>
                    <a:pt x="184837" y="140690"/>
                    <a:pt x="162184" y="133730"/>
                  </a:cubicBezTo>
                  <a:cubicBezTo>
                    <a:pt x="149550" y="129829"/>
                    <a:pt x="135940" y="129740"/>
                    <a:pt x="123528" y="125307"/>
                  </a:cubicBezTo>
                  <a:cubicBezTo>
                    <a:pt x="112223" y="121273"/>
                    <a:pt x="102205" y="113603"/>
                    <a:pt x="95378" y="103718"/>
                  </a:cubicBezTo>
                  <a:cubicBezTo>
                    <a:pt x="87221" y="91970"/>
                    <a:pt x="83719" y="77740"/>
                    <a:pt x="78000" y="64662"/>
                  </a:cubicBezTo>
                  <a:cubicBezTo>
                    <a:pt x="68336" y="42585"/>
                    <a:pt x="51756" y="23656"/>
                    <a:pt x="31452" y="10755"/>
                  </a:cubicBezTo>
                  <a:cubicBezTo>
                    <a:pt x="25157" y="6766"/>
                    <a:pt x="9686" y="-4893"/>
                    <a:pt x="3346" y="2288"/>
                  </a:cubicBezTo>
                  <a:cubicBezTo>
                    <a:pt x="-5608" y="12307"/>
                    <a:pt x="5474" y="26715"/>
                    <a:pt x="12479" y="32877"/>
                  </a:cubicBezTo>
                  <a:close/>
                </a:path>
              </a:pathLst>
            </a:custGeom>
            <a:solidFill>
              <a:srgbClr val="F9CE64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55" name="Forme libre : forme 20254">
              <a:extLst>
                <a:ext uri="{FF2B5EF4-FFF2-40B4-BE49-F238E27FC236}">
                  <a16:creationId xmlns:a16="http://schemas.microsoft.com/office/drawing/2014/main" id="{FF2ECE95-BD7E-448C-89D8-BF44F0EE963B}"/>
                </a:ext>
              </a:extLst>
            </p:cNvPr>
            <p:cNvSpPr/>
            <p:nvPr/>
          </p:nvSpPr>
          <p:spPr>
            <a:xfrm>
              <a:off x="6088920" y="1554665"/>
              <a:ext cx="161763" cy="148583"/>
            </a:xfrm>
            <a:custGeom>
              <a:avLst/>
              <a:gdLst>
                <a:gd name="connsiteX0" fmla="*/ 60365 w 161763"/>
                <a:gd name="connsiteY0" fmla="*/ 1617 h 148583"/>
                <a:gd name="connsiteX1" fmla="*/ 66261 w 161763"/>
                <a:gd name="connsiteY1" fmla="*/ 110 h 148583"/>
                <a:gd name="connsiteX2" fmla="*/ 71005 w 161763"/>
                <a:gd name="connsiteY2" fmla="*/ 10749 h 148583"/>
                <a:gd name="connsiteX3" fmla="*/ 67547 w 161763"/>
                <a:gd name="connsiteY3" fmla="*/ 37038 h 148583"/>
                <a:gd name="connsiteX4" fmla="*/ 73576 w 161763"/>
                <a:gd name="connsiteY4" fmla="*/ 62262 h 148583"/>
                <a:gd name="connsiteX5" fmla="*/ 107356 w 161763"/>
                <a:gd name="connsiteY5" fmla="*/ 75783 h 148583"/>
                <a:gd name="connsiteX6" fmla="*/ 127881 w 161763"/>
                <a:gd name="connsiteY6" fmla="*/ 75606 h 148583"/>
                <a:gd name="connsiteX7" fmla="*/ 141624 w 161763"/>
                <a:gd name="connsiteY7" fmla="*/ 74985 h 148583"/>
                <a:gd name="connsiteX8" fmla="*/ 155411 w 161763"/>
                <a:gd name="connsiteY8" fmla="*/ 80260 h 148583"/>
                <a:gd name="connsiteX9" fmla="*/ 159977 w 161763"/>
                <a:gd name="connsiteY9" fmla="*/ 83497 h 148583"/>
                <a:gd name="connsiteX10" fmla="*/ 161484 w 161763"/>
                <a:gd name="connsiteY10" fmla="*/ 92851 h 148583"/>
                <a:gd name="connsiteX11" fmla="*/ 139452 w 161763"/>
                <a:gd name="connsiteY11" fmla="*/ 125921 h 148583"/>
                <a:gd name="connsiteX12" fmla="*/ 119724 w 161763"/>
                <a:gd name="connsiteY12" fmla="*/ 139531 h 148583"/>
                <a:gd name="connsiteX13" fmla="*/ 111390 w 161763"/>
                <a:gd name="connsiteY13" fmla="*/ 148530 h 148583"/>
                <a:gd name="connsiteX14" fmla="*/ 104519 w 161763"/>
                <a:gd name="connsiteY14" fmla="*/ 137935 h 148583"/>
                <a:gd name="connsiteX15" fmla="*/ 112366 w 161763"/>
                <a:gd name="connsiteY15" fmla="*/ 125301 h 148583"/>
                <a:gd name="connsiteX16" fmla="*/ 116134 w 161763"/>
                <a:gd name="connsiteY16" fmla="*/ 115770 h 148583"/>
                <a:gd name="connsiteX17" fmla="*/ 116001 w 161763"/>
                <a:gd name="connsiteY17" fmla="*/ 111691 h 148583"/>
                <a:gd name="connsiteX18" fmla="*/ 113474 w 161763"/>
                <a:gd name="connsiteY18" fmla="*/ 108765 h 148583"/>
                <a:gd name="connsiteX19" fmla="*/ 84437 w 161763"/>
                <a:gd name="connsiteY19" fmla="*/ 94402 h 148583"/>
                <a:gd name="connsiteX20" fmla="*/ 60321 w 161763"/>
                <a:gd name="connsiteY20" fmla="*/ 73788 h 148583"/>
                <a:gd name="connsiteX21" fmla="*/ 56065 w 161763"/>
                <a:gd name="connsiteY21" fmla="*/ 53352 h 148583"/>
                <a:gd name="connsiteX22" fmla="*/ 47864 w 161763"/>
                <a:gd name="connsiteY22" fmla="*/ 42623 h 148583"/>
                <a:gd name="connsiteX23" fmla="*/ 40416 w 161763"/>
                <a:gd name="connsiteY23" fmla="*/ 44175 h 148583"/>
                <a:gd name="connsiteX24" fmla="*/ 385 w 161763"/>
                <a:gd name="connsiteY24" fmla="*/ 44574 h 148583"/>
                <a:gd name="connsiteX25" fmla="*/ 18029 w 161763"/>
                <a:gd name="connsiteY25" fmla="*/ 32383 h 148583"/>
                <a:gd name="connsiteX26" fmla="*/ 37579 w 161763"/>
                <a:gd name="connsiteY26" fmla="*/ 17399 h 148583"/>
                <a:gd name="connsiteX27" fmla="*/ 60365 w 161763"/>
                <a:gd name="connsiteY27" fmla="*/ 1617 h 148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1763" h="148583">
                  <a:moveTo>
                    <a:pt x="60365" y="1617"/>
                  </a:moveTo>
                  <a:cubicBezTo>
                    <a:pt x="62183" y="642"/>
                    <a:pt x="64222" y="-333"/>
                    <a:pt x="66261" y="110"/>
                  </a:cubicBezTo>
                  <a:cubicBezTo>
                    <a:pt x="70428" y="952"/>
                    <a:pt x="71359" y="6494"/>
                    <a:pt x="71005" y="10749"/>
                  </a:cubicBezTo>
                  <a:cubicBezTo>
                    <a:pt x="70295" y="19571"/>
                    <a:pt x="68123" y="28216"/>
                    <a:pt x="67547" y="37038"/>
                  </a:cubicBezTo>
                  <a:cubicBezTo>
                    <a:pt x="66971" y="45860"/>
                    <a:pt x="68212" y="55258"/>
                    <a:pt x="73576" y="62262"/>
                  </a:cubicBezTo>
                  <a:cubicBezTo>
                    <a:pt x="81156" y="72192"/>
                    <a:pt x="94855" y="74941"/>
                    <a:pt x="107356" y="75783"/>
                  </a:cubicBezTo>
                  <a:cubicBezTo>
                    <a:pt x="114183" y="76226"/>
                    <a:pt x="121099" y="76315"/>
                    <a:pt x="127881" y="75606"/>
                  </a:cubicBezTo>
                  <a:cubicBezTo>
                    <a:pt x="132448" y="75162"/>
                    <a:pt x="137058" y="74364"/>
                    <a:pt x="141624" y="74985"/>
                  </a:cubicBezTo>
                  <a:cubicBezTo>
                    <a:pt x="146545" y="75694"/>
                    <a:pt x="151022" y="78000"/>
                    <a:pt x="155411" y="80260"/>
                  </a:cubicBezTo>
                  <a:cubicBezTo>
                    <a:pt x="157096" y="81103"/>
                    <a:pt x="158780" y="82034"/>
                    <a:pt x="159977" y="83497"/>
                  </a:cubicBezTo>
                  <a:cubicBezTo>
                    <a:pt x="162016" y="86024"/>
                    <a:pt x="161972" y="89659"/>
                    <a:pt x="161484" y="92851"/>
                  </a:cubicBezTo>
                  <a:cubicBezTo>
                    <a:pt x="159445" y="106371"/>
                    <a:pt x="151155" y="118828"/>
                    <a:pt x="139452" y="125921"/>
                  </a:cubicBezTo>
                  <a:cubicBezTo>
                    <a:pt x="132536" y="130133"/>
                    <a:pt x="124246" y="132837"/>
                    <a:pt x="119724" y="139531"/>
                  </a:cubicBezTo>
                  <a:cubicBezTo>
                    <a:pt x="117375" y="143033"/>
                    <a:pt x="115557" y="147910"/>
                    <a:pt x="111390" y="148530"/>
                  </a:cubicBezTo>
                  <a:cubicBezTo>
                    <a:pt x="106469" y="149239"/>
                    <a:pt x="103233" y="142767"/>
                    <a:pt x="104519" y="137935"/>
                  </a:cubicBezTo>
                  <a:cubicBezTo>
                    <a:pt x="105805" y="133103"/>
                    <a:pt x="109706" y="129512"/>
                    <a:pt x="112366" y="125301"/>
                  </a:cubicBezTo>
                  <a:cubicBezTo>
                    <a:pt x="114183" y="122375"/>
                    <a:pt x="115469" y="119139"/>
                    <a:pt x="116134" y="115770"/>
                  </a:cubicBezTo>
                  <a:cubicBezTo>
                    <a:pt x="116400" y="114395"/>
                    <a:pt x="116533" y="112977"/>
                    <a:pt x="116001" y="111691"/>
                  </a:cubicBezTo>
                  <a:cubicBezTo>
                    <a:pt x="115513" y="110494"/>
                    <a:pt x="114493" y="109563"/>
                    <a:pt x="113474" y="108765"/>
                  </a:cubicBezTo>
                  <a:cubicBezTo>
                    <a:pt x="104962" y="102027"/>
                    <a:pt x="94367" y="98791"/>
                    <a:pt x="84437" y="94402"/>
                  </a:cubicBezTo>
                  <a:cubicBezTo>
                    <a:pt x="74551" y="90013"/>
                    <a:pt x="64577" y="83763"/>
                    <a:pt x="60321" y="73788"/>
                  </a:cubicBezTo>
                  <a:cubicBezTo>
                    <a:pt x="57573" y="67360"/>
                    <a:pt x="57528" y="60178"/>
                    <a:pt x="56065" y="53352"/>
                  </a:cubicBezTo>
                  <a:cubicBezTo>
                    <a:pt x="55090" y="48653"/>
                    <a:pt x="52607" y="43421"/>
                    <a:pt x="47864" y="42623"/>
                  </a:cubicBezTo>
                  <a:cubicBezTo>
                    <a:pt x="45337" y="42180"/>
                    <a:pt x="42810" y="43244"/>
                    <a:pt x="40416" y="44175"/>
                  </a:cubicBezTo>
                  <a:cubicBezTo>
                    <a:pt x="35407" y="46126"/>
                    <a:pt x="-4314" y="57652"/>
                    <a:pt x="385" y="44574"/>
                  </a:cubicBezTo>
                  <a:cubicBezTo>
                    <a:pt x="2336" y="39166"/>
                    <a:pt x="13419" y="35575"/>
                    <a:pt x="18029" y="32383"/>
                  </a:cubicBezTo>
                  <a:cubicBezTo>
                    <a:pt x="24767" y="27684"/>
                    <a:pt x="31107" y="22453"/>
                    <a:pt x="37579" y="17399"/>
                  </a:cubicBezTo>
                  <a:cubicBezTo>
                    <a:pt x="44849" y="11592"/>
                    <a:pt x="52253" y="6006"/>
                    <a:pt x="60365" y="1617"/>
                  </a:cubicBezTo>
                  <a:close/>
                </a:path>
              </a:pathLst>
            </a:custGeom>
            <a:solidFill>
              <a:srgbClr val="F9CE64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56" name="Forme libre : forme 20255">
              <a:extLst>
                <a:ext uri="{FF2B5EF4-FFF2-40B4-BE49-F238E27FC236}">
                  <a16:creationId xmlns:a16="http://schemas.microsoft.com/office/drawing/2014/main" id="{483E81CC-8605-4C1E-A313-8A1C39C301BB}"/>
                </a:ext>
              </a:extLst>
            </p:cNvPr>
            <p:cNvSpPr/>
            <p:nvPr/>
          </p:nvSpPr>
          <p:spPr>
            <a:xfrm>
              <a:off x="6048698" y="1691181"/>
              <a:ext cx="12944" cy="66319"/>
            </a:xfrm>
            <a:custGeom>
              <a:avLst/>
              <a:gdLst>
                <a:gd name="connsiteX0" fmla="*/ 0 w 12944"/>
                <a:gd name="connsiteY0" fmla="*/ 0 h 66319"/>
                <a:gd name="connsiteX1" fmla="*/ 0 w 12944"/>
                <a:gd name="connsiteY1" fmla="*/ 66319 h 66319"/>
                <a:gd name="connsiteX2" fmla="*/ 0 w 12944"/>
                <a:gd name="connsiteY2" fmla="*/ 0 h 6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44" h="66319">
                  <a:moveTo>
                    <a:pt x="0" y="0"/>
                  </a:moveTo>
                  <a:cubicBezTo>
                    <a:pt x="0" y="0"/>
                    <a:pt x="22077" y="30455"/>
                    <a:pt x="0" y="66319"/>
                  </a:cubicBezTo>
                  <a:cubicBezTo>
                    <a:pt x="0" y="66363"/>
                    <a:pt x="29125" y="3870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57" name="Forme libre : forme 20256">
              <a:extLst>
                <a:ext uri="{FF2B5EF4-FFF2-40B4-BE49-F238E27FC236}">
                  <a16:creationId xmlns:a16="http://schemas.microsoft.com/office/drawing/2014/main" id="{05CCC0A8-D89A-4935-8666-8F20B0DF2A7B}"/>
                </a:ext>
              </a:extLst>
            </p:cNvPr>
            <p:cNvSpPr/>
            <p:nvPr/>
          </p:nvSpPr>
          <p:spPr>
            <a:xfrm>
              <a:off x="6219328" y="1630719"/>
              <a:ext cx="31959" cy="52349"/>
            </a:xfrm>
            <a:custGeom>
              <a:avLst/>
              <a:gdLst>
                <a:gd name="connsiteX0" fmla="*/ 0 w 31959"/>
                <a:gd name="connsiteY0" fmla="*/ 1857 h 52349"/>
                <a:gd name="connsiteX1" fmla="*/ 28726 w 31959"/>
                <a:gd name="connsiteY1" fmla="*/ 11432 h 52349"/>
                <a:gd name="connsiteX2" fmla="*/ 9930 w 31959"/>
                <a:gd name="connsiteY2" fmla="*/ 52350 h 52349"/>
                <a:gd name="connsiteX3" fmla="*/ 26510 w 31959"/>
                <a:gd name="connsiteY3" fmla="*/ 12186 h 52349"/>
                <a:gd name="connsiteX4" fmla="*/ 0 w 31959"/>
                <a:gd name="connsiteY4" fmla="*/ 1857 h 52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59" h="52349">
                  <a:moveTo>
                    <a:pt x="0" y="1857"/>
                  </a:moveTo>
                  <a:cubicBezTo>
                    <a:pt x="0" y="1857"/>
                    <a:pt x="20259" y="-6256"/>
                    <a:pt x="28726" y="11432"/>
                  </a:cubicBezTo>
                  <a:cubicBezTo>
                    <a:pt x="37194" y="29121"/>
                    <a:pt x="28372" y="42774"/>
                    <a:pt x="9930" y="52350"/>
                  </a:cubicBezTo>
                  <a:cubicBezTo>
                    <a:pt x="9930" y="52350"/>
                    <a:pt x="37149" y="34352"/>
                    <a:pt x="26510" y="12186"/>
                  </a:cubicBezTo>
                  <a:cubicBezTo>
                    <a:pt x="18087" y="-5502"/>
                    <a:pt x="0" y="1857"/>
                    <a:pt x="0" y="1857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58" name="Forme libre : forme 20257">
              <a:extLst>
                <a:ext uri="{FF2B5EF4-FFF2-40B4-BE49-F238E27FC236}">
                  <a16:creationId xmlns:a16="http://schemas.microsoft.com/office/drawing/2014/main" id="{C7C0FABC-CCCF-4921-B15E-BBF21149A67C}"/>
                </a:ext>
              </a:extLst>
            </p:cNvPr>
            <p:cNvSpPr/>
            <p:nvPr/>
          </p:nvSpPr>
          <p:spPr>
            <a:xfrm>
              <a:off x="6099571" y="1818246"/>
              <a:ext cx="72987" cy="26276"/>
            </a:xfrm>
            <a:custGeom>
              <a:avLst/>
              <a:gdLst>
                <a:gd name="connsiteX0" fmla="*/ 19 w 72987"/>
                <a:gd name="connsiteY0" fmla="*/ 3047 h 26276"/>
                <a:gd name="connsiteX1" fmla="*/ 72988 w 72987"/>
                <a:gd name="connsiteY1" fmla="*/ 26276 h 26276"/>
                <a:gd name="connsiteX2" fmla="*/ 19 w 72987"/>
                <a:gd name="connsiteY2" fmla="*/ 3047 h 2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987" h="26276">
                  <a:moveTo>
                    <a:pt x="19" y="3047"/>
                  </a:moveTo>
                  <a:cubicBezTo>
                    <a:pt x="-1134" y="3313"/>
                    <a:pt x="50512" y="-7282"/>
                    <a:pt x="72988" y="26276"/>
                  </a:cubicBezTo>
                  <a:cubicBezTo>
                    <a:pt x="72988" y="26276"/>
                    <a:pt x="58935" y="-10651"/>
                    <a:pt x="19" y="3047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59" name="Forme libre : forme 20258">
              <a:extLst>
                <a:ext uri="{FF2B5EF4-FFF2-40B4-BE49-F238E27FC236}">
                  <a16:creationId xmlns:a16="http://schemas.microsoft.com/office/drawing/2014/main" id="{97CAA661-30CE-4748-8CED-F88B9011CC93}"/>
                </a:ext>
              </a:extLst>
            </p:cNvPr>
            <p:cNvSpPr/>
            <p:nvPr/>
          </p:nvSpPr>
          <p:spPr>
            <a:xfrm>
              <a:off x="6047985" y="1701468"/>
              <a:ext cx="64970" cy="105187"/>
            </a:xfrm>
            <a:custGeom>
              <a:avLst/>
              <a:gdLst>
                <a:gd name="connsiteX0" fmla="*/ 22125 w 64970"/>
                <a:gd name="connsiteY0" fmla="*/ 22208 h 105187"/>
                <a:gd name="connsiteX1" fmla="*/ 20706 w 64970"/>
                <a:gd name="connsiteY1" fmla="*/ 34620 h 105187"/>
                <a:gd name="connsiteX2" fmla="*/ 14057 w 64970"/>
                <a:gd name="connsiteY2" fmla="*/ 49648 h 105187"/>
                <a:gd name="connsiteX3" fmla="*/ 137 w 64970"/>
                <a:gd name="connsiteY3" fmla="*/ 85867 h 105187"/>
                <a:gd name="connsiteX4" fmla="*/ 6698 w 64970"/>
                <a:gd name="connsiteY4" fmla="*/ 103245 h 105187"/>
                <a:gd name="connsiteX5" fmla="*/ 15963 w 64970"/>
                <a:gd name="connsiteY5" fmla="*/ 104973 h 105187"/>
                <a:gd name="connsiteX6" fmla="*/ 52314 w 64970"/>
                <a:gd name="connsiteY6" fmla="*/ 101338 h 105187"/>
                <a:gd name="connsiteX7" fmla="*/ 61712 w 64970"/>
                <a:gd name="connsiteY7" fmla="*/ 95398 h 105187"/>
                <a:gd name="connsiteX8" fmla="*/ 64683 w 64970"/>
                <a:gd name="connsiteY8" fmla="*/ 85025 h 105187"/>
                <a:gd name="connsiteX9" fmla="*/ 56792 w 64970"/>
                <a:gd name="connsiteY9" fmla="*/ 74607 h 105187"/>
                <a:gd name="connsiteX10" fmla="*/ 44689 w 64970"/>
                <a:gd name="connsiteY10" fmla="*/ 44949 h 105187"/>
                <a:gd name="connsiteX11" fmla="*/ 34094 w 64970"/>
                <a:gd name="connsiteY11" fmla="*/ 14583 h 105187"/>
                <a:gd name="connsiteX12" fmla="*/ 22612 w 64970"/>
                <a:gd name="connsiteY12" fmla="*/ 485 h 105187"/>
                <a:gd name="connsiteX13" fmla="*/ 22125 w 64970"/>
                <a:gd name="connsiteY13" fmla="*/ 22208 h 105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970" h="105187">
                  <a:moveTo>
                    <a:pt x="22125" y="22208"/>
                  </a:moveTo>
                  <a:cubicBezTo>
                    <a:pt x="22169" y="26375"/>
                    <a:pt x="21770" y="30586"/>
                    <a:pt x="20706" y="34620"/>
                  </a:cubicBezTo>
                  <a:cubicBezTo>
                    <a:pt x="19243" y="39896"/>
                    <a:pt x="16672" y="44816"/>
                    <a:pt x="14057" y="49648"/>
                  </a:cubicBezTo>
                  <a:cubicBezTo>
                    <a:pt x="7850" y="61086"/>
                    <a:pt x="1422" y="72878"/>
                    <a:pt x="137" y="85867"/>
                  </a:cubicBezTo>
                  <a:cubicBezTo>
                    <a:pt x="-484" y="92428"/>
                    <a:pt x="890" y="100141"/>
                    <a:pt x="6698" y="103245"/>
                  </a:cubicBezTo>
                  <a:cubicBezTo>
                    <a:pt x="9491" y="104752"/>
                    <a:pt x="12771" y="104885"/>
                    <a:pt x="15963" y="104973"/>
                  </a:cubicBezTo>
                  <a:cubicBezTo>
                    <a:pt x="28243" y="105372"/>
                    <a:pt x="40877" y="105683"/>
                    <a:pt x="52314" y="101338"/>
                  </a:cubicBezTo>
                  <a:cubicBezTo>
                    <a:pt x="55816" y="100008"/>
                    <a:pt x="59230" y="98191"/>
                    <a:pt x="61712" y="95398"/>
                  </a:cubicBezTo>
                  <a:cubicBezTo>
                    <a:pt x="64195" y="92605"/>
                    <a:pt x="65614" y="88660"/>
                    <a:pt x="64683" y="85025"/>
                  </a:cubicBezTo>
                  <a:cubicBezTo>
                    <a:pt x="63619" y="80769"/>
                    <a:pt x="59718" y="77887"/>
                    <a:pt x="56792" y="74607"/>
                  </a:cubicBezTo>
                  <a:cubicBezTo>
                    <a:pt x="49566" y="66583"/>
                    <a:pt x="47393" y="55367"/>
                    <a:pt x="44689" y="44949"/>
                  </a:cubicBezTo>
                  <a:cubicBezTo>
                    <a:pt x="41985" y="34576"/>
                    <a:pt x="38439" y="24380"/>
                    <a:pt x="34094" y="14583"/>
                  </a:cubicBezTo>
                  <a:cubicBezTo>
                    <a:pt x="32587" y="11125"/>
                    <a:pt x="27533" y="-2751"/>
                    <a:pt x="22612" y="485"/>
                  </a:cubicBezTo>
                  <a:cubicBezTo>
                    <a:pt x="17248" y="4032"/>
                    <a:pt x="22081" y="17420"/>
                    <a:pt x="22125" y="22208"/>
                  </a:cubicBezTo>
                  <a:close/>
                </a:path>
              </a:pathLst>
            </a:custGeom>
            <a:solidFill>
              <a:srgbClr val="F9D37D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60" name="Forme libre : forme 20259">
              <a:extLst>
                <a:ext uri="{FF2B5EF4-FFF2-40B4-BE49-F238E27FC236}">
                  <a16:creationId xmlns:a16="http://schemas.microsoft.com/office/drawing/2014/main" id="{5DF6A2C3-2247-4384-B1C7-E22217E8173B}"/>
                </a:ext>
              </a:extLst>
            </p:cNvPr>
            <p:cNvSpPr/>
            <p:nvPr/>
          </p:nvSpPr>
          <p:spPr>
            <a:xfrm>
              <a:off x="6163427" y="1815117"/>
              <a:ext cx="69598" cy="40174"/>
            </a:xfrm>
            <a:custGeom>
              <a:avLst/>
              <a:gdLst>
                <a:gd name="connsiteX0" fmla="*/ 4655 w 69598"/>
                <a:gd name="connsiteY0" fmla="*/ 6797 h 40174"/>
                <a:gd name="connsiteX1" fmla="*/ 54261 w 69598"/>
                <a:gd name="connsiteY1" fmla="*/ 38804 h 40174"/>
                <a:gd name="connsiteX2" fmla="*/ 65787 w 69598"/>
                <a:gd name="connsiteY2" fmla="*/ 38316 h 40174"/>
                <a:gd name="connsiteX3" fmla="*/ 68536 w 69598"/>
                <a:gd name="connsiteY3" fmla="*/ 32775 h 40174"/>
                <a:gd name="connsiteX4" fmla="*/ 68225 w 69598"/>
                <a:gd name="connsiteY4" fmla="*/ 13446 h 40174"/>
                <a:gd name="connsiteX5" fmla="*/ 61310 w 69598"/>
                <a:gd name="connsiteY5" fmla="*/ 2408 h 40174"/>
                <a:gd name="connsiteX6" fmla="*/ 38834 w 69598"/>
                <a:gd name="connsiteY6" fmla="*/ 1610 h 40174"/>
                <a:gd name="connsiteX7" fmla="*/ 16447 w 69598"/>
                <a:gd name="connsiteY7" fmla="*/ 1211 h 40174"/>
                <a:gd name="connsiteX8" fmla="*/ 0 w 69598"/>
                <a:gd name="connsiteY8" fmla="*/ 3605 h 4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98" h="40174">
                  <a:moveTo>
                    <a:pt x="4655" y="6797"/>
                  </a:moveTo>
                  <a:cubicBezTo>
                    <a:pt x="24116" y="10831"/>
                    <a:pt x="35864" y="31400"/>
                    <a:pt x="54261" y="38804"/>
                  </a:cubicBezTo>
                  <a:cubicBezTo>
                    <a:pt x="58029" y="40311"/>
                    <a:pt x="62817" y="41109"/>
                    <a:pt x="65787" y="38316"/>
                  </a:cubicBezTo>
                  <a:cubicBezTo>
                    <a:pt x="67339" y="36897"/>
                    <a:pt x="68048" y="34814"/>
                    <a:pt x="68536" y="32775"/>
                  </a:cubicBezTo>
                  <a:cubicBezTo>
                    <a:pt x="70043" y="26435"/>
                    <a:pt x="69954" y="19741"/>
                    <a:pt x="68225" y="13446"/>
                  </a:cubicBezTo>
                  <a:cubicBezTo>
                    <a:pt x="67073" y="9146"/>
                    <a:pt x="64989" y="4846"/>
                    <a:pt x="61310" y="2408"/>
                  </a:cubicBezTo>
                  <a:cubicBezTo>
                    <a:pt x="54926" y="-1848"/>
                    <a:pt x="46459" y="635"/>
                    <a:pt x="38834" y="1610"/>
                  </a:cubicBezTo>
                  <a:cubicBezTo>
                    <a:pt x="31386" y="2541"/>
                    <a:pt x="23894" y="1831"/>
                    <a:pt x="16447" y="1211"/>
                  </a:cubicBezTo>
                  <a:cubicBezTo>
                    <a:pt x="10817" y="768"/>
                    <a:pt x="4699" y="457"/>
                    <a:pt x="0" y="3605"/>
                  </a:cubicBezTo>
                </a:path>
              </a:pathLst>
            </a:custGeom>
            <a:solidFill>
              <a:srgbClr val="F9D37D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61" name="Forme libre : forme 20260">
              <a:extLst>
                <a:ext uri="{FF2B5EF4-FFF2-40B4-BE49-F238E27FC236}">
                  <a16:creationId xmlns:a16="http://schemas.microsoft.com/office/drawing/2014/main" id="{5AC3656C-3B54-4FAA-B51D-2CD1717199CE}"/>
                </a:ext>
              </a:extLst>
            </p:cNvPr>
            <p:cNvSpPr/>
            <p:nvPr/>
          </p:nvSpPr>
          <p:spPr>
            <a:xfrm>
              <a:off x="6226632" y="1638661"/>
              <a:ext cx="15998" cy="31815"/>
            </a:xfrm>
            <a:custGeom>
              <a:avLst/>
              <a:gdLst>
                <a:gd name="connsiteX0" fmla="*/ 14729 w 15998"/>
                <a:gd name="connsiteY0" fmla="*/ 20247 h 31815"/>
                <a:gd name="connsiteX1" fmla="*/ 4400 w 15998"/>
                <a:gd name="connsiteY1" fmla="*/ 30887 h 31815"/>
                <a:gd name="connsiteX2" fmla="*/ 188 w 15998"/>
                <a:gd name="connsiteY2" fmla="*/ 30976 h 31815"/>
                <a:gd name="connsiteX3" fmla="*/ 144 w 15998"/>
                <a:gd name="connsiteY3" fmla="*/ 29202 h 31815"/>
                <a:gd name="connsiteX4" fmla="*/ 5819 w 15998"/>
                <a:gd name="connsiteY4" fmla="*/ 20425 h 31815"/>
                <a:gd name="connsiteX5" fmla="*/ 5996 w 15998"/>
                <a:gd name="connsiteY5" fmla="*/ 786 h 31815"/>
                <a:gd name="connsiteX6" fmla="*/ 14729 w 15998"/>
                <a:gd name="connsiteY6" fmla="*/ 20247 h 31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98" h="31815">
                  <a:moveTo>
                    <a:pt x="14729" y="20247"/>
                  </a:moveTo>
                  <a:cubicBezTo>
                    <a:pt x="12424" y="24681"/>
                    <a:pt x="8567" y="28138"/>
                    <a:pt x="4400" y="30887"/>
                  </a:cubicBezTo>
                  <a:cubicBezTo>
                    <a:pt x="3070" y="31774"/>
                    <a:pt x="942" y="32394"/>
                    <a:pt x="188" y="30976"/>
                  </a:cubicBezTo>
                  <a:cubicBezTo>
                    <a:pt x="-78" y="30444"/>
                    <a:pt x="-33" y="29779"/>
                    <a:pt x="144" y="29202"/>
                  </a:cubicBezTo>
                  <a:cubicBezTo>
                    <a:pt x="1075" y="25833"/>
                    <a:pt x="4400" y="23617"/>
                    <a:pt x="5819" y="20425"/>
                  </a:cubicBezTo>
                  <a:cubicBezTo>
                    <a:pt x="8744" y="13997"/>
                    <a:pt x="-3181" y="5175"/>
                    <a:pt x="5996" y="786"/>
                  </a:cubicBezTo>
                  <a:cubicBezTo>
                    <a:pt x="16059" y="-4046"/>
                    <a:pt x="17566" y="14750"/>
                    <a:pt x="14729" y="20247"/>
                  </a:cubicBezTo>
                  <a:close/>
                </a:path>
              </a:pathLst>
            </a:custGeom>
            <a:solidFill>
              <a:srgbClr val="F9D37D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62" name="Forme libre : forme 20261">
              <a:extLst>
                <a:ext uri="{FF2B5EF4-FFF2-40B4-BE49-F238E27FC236}">
                  <a16:creationId xmlns:a16="http://schemas.microsoft.com/office/drawing/2014/main" id="{736231AD-C555-44AE-B6FA-382469AB3FFC}"/>
                </a:ext>
              </a:extLst>
            </p:cNvPr>
            <p:cNvSpPr/>
            <p:nvPr/>
          </p:nvSpPr>
          <p:spPr>
            <a:xfrm>
              <a:off x="6121782" y="1562485"/>
              <a:ext cx="32319" cy="22310"/>
            </a:xfrm>
            <a:custGeom>
              <a:avLst/>
              <a:gdLst>
                <a:gd name="connsiteX0" fmla="*/ 20677 w 32319"/>
                <a:gd name="connsiteY0" fmla="*/ 2841 h 22310"/>
                <a:gd name="connsiteX1" fmla="*/ 30252 w 32319"/>
                <a:gd name="connsiteY1" fmla="*/ 137 h 22310"/>
                <a:gd name="connsiteX2" fmla="*/ 31272 w 32319"/>
                <a:gd name="connsiteY2" fmla="*/ 580 h 22310"/>
                <a:gd name="connsiteX3" fmla="*/ 31715 w 32319"/>
                <a:gd name="connsiteY3" fmla="*/ 1777 h 22310"/>
                <a:gd name="connsiteX4" fmla="*/ 32158 w 32319"/>
                <a:gd name="connsiteY4" fmla="*/ 13170 h 22310"/>
                <a:gd name="connsiteX5" fmla="*/ 29764 w 32319"/>
                <a:gd name="connsiteY5" fmla="*/ 18401 h 22310"/>
                <a:gd name="connsiteX6" fmla="*/ 25642 w 32319"/>
                <a:gd name="connsiteY6" fmla="*/ 18844 h 22310"/>
                <a:gd name="connsiteX7" fmla="*/ 9106 w 32319"/>
                <a:gd name="connsiteY7" fmla="*/ 21504 h 22310"/>
                <a:gd name="connsiteX8" fmla="*/ 1038 w 32319"/>
                <a:gd name="connsiteY8" fmla="*/ 16628 h 22310"/>
                <a:gd name="connsiteX9" fmla="*/ 7555 w 32319"/>
                <a:gd name="connsiteY9" fmla="*/ 11086 h 22310"/>
                <a:gd name="connsiteX10" fmla="*/ 20677 w 32319"/>
                <a:gd name="connsiteY10" fmla="*/ 2841 h 2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319" h="22310">
                  <a:moveTo>
                    <a:pt x="20677" y="2841"/>
                  </a:moveTo>
                  <a:cubicBezTo>
                    <a:pt x="23602" y="1112"/>
                    <a:pt x="26927" y="-484"/>
                    <a:pt x="30252" y="137"/>
                  </a:cubicBezTo>
                  <a:cubicBezTo>
                    <a:pt x="30607" y="225"/>
                    <a:pt x="31006" y="314"/>
                    <a:pt x="31272" y="580"/>
                  </a:cubicBezTo>
                  <a:cubicBezTo>
                    <a:pt x="31582" y="890"/>
                    <a:pt x="31671" y="1334"/>
                    <a:pt x="31715" y="1777"/>
                  </a:cubicBezTo>
                  <a:cubicBezTo>
                    <a:pt x="32336" y="5545"/>
                    <a:pt x="32469" y="9358"/>
                    <a:pt x="32158" y="13170"/>
                  </a:cubicBezTo>
                  <a:cubicBezTo>
                    <a:pt x="31981" y="15165"/>
                    <a:pt x="31538" y="17426"/>
                    <a:pt x="29764" y="18401"/>
                  </a:cubicBezTo>
                  <a:cubicBezTo>
                    <a:pt x="28523" y="19066"/>
                    <a:pt x="27016" y="18889"/>
                    <a:pt x="25642" y="18844"/>
                  </a:cubicBezTo>
                  <a:cubicBezTo>
                    <a:pt x="19967" y="18534"/>
                    <a:pt x="14559" y="20307"/>
                    <a:pt x="9106" y="21504"/>
                  </a:cubicBezTo>
                  <a:cubicBezTo>
                    <a:pt x="4274" y="22568"/>
                    <a:pt x="-2641" y="23765"/>
                    <a:pt x="1038" y="16628"/>
                  </a:cubicBezTo>
                  <a:cubicBezTo>
                    <a:pt x="2590" y="13658"/>
                    <a:pt x="4717" y="12549"/>
                    <a:pt x="7555" y="11086"/>
                  </a:cubicBezTo>
                  <a:cubicBezTo>
                    <a:pt x="12165" y="8560"/>
                    <a:pt x="16199" y="5412"/>
                    <a:pt x="20677" y="2841"/>
                  </a:cubicBezTo>
                  <a:close/>
                </a:path>
              </a:pathLst>
            </a:custGeom>
            <a:solidFill>
              <a:srgbClr val="F9D37D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63" name="Forme libre : forme 20262">
              <a:extLst>
                <a:ext uri="{FF2B5EF4-FFF2-40B4-BE49-F238E27FC236}">
                  <a16:creationId xmlns:a16="http://schemas.microsoft.com/office/drawing/2014/main" id="{92CF7CF0-12B7-4319-B7DF-95D888C7C01E}"/>
                </a:ext>
              </a:extLst>
            </p:cNvPr>
            <p:cNvSpPr/>
            <p:nvPr/>
          </p:nvSpPr>
          <p:spPr>
            <a:xfrm>
              <a:off x="4213929" y="1083581"/>
              <a:ext cx="882806" cy="49473"/>
            </a:xfrm>
            <a:custGeom>
              <a:avLst/>
              <a:gdLst>
                <a:gd name="connsiteX0" fmla="*/ 0 w 882806"/>
                <a:gd name="connsiteY0" fmla="*/ 45395 h 49473"/>
                <a:gd name="connsiteX1" fmla="*/ 53773 w 882806"/>
                <a:gd name="connsiteY1" fmla="*/ 30544 h 49473"/>
                <a:gd name="connsiteX2" fmla="*/ 81569 w 882806"/>
                <a:gd name="connsiteY2" fmla="*/ 27973 h 49473"/>
                <a:gd name="connsiteX3" fmla="*/ 109409 w 882806"/>
                <a:gd name="connsiteY3" fmla="*/ 29081 h 49473"/>
                <a:gd name="connsiteX4" fmla="*/ 219616 w 882806"/>
                <a:gd name="connsiteY4" fmla="*/ 26155 h 49473"/>
                <a:gd name="connsiteX5" fmla="*/ 330133 w 882806"/>
                <a:gd name="connsiteY5" fmla="*/ 19240 h 49473"/>
                <a:gd name="connsiteX6" fmla="*/ 385413 w 882806"/>
                <a:gd name="connsiteY6" fmla="*/ 17156 h 49473"/>
                <a:gd name="connsiteX7" fmla="*/ 413032 w 882806"/>
                <a:gd name="connsiteY7" fmla="*/ 15516 h 49473"/>
                <a:gd name="connsiteX8" fmla="*/ 440738 w 882806"/>
                <a:gd name="connsiteY8" fmla="*/ 14762 h 49473"/>
                <a:gd name="connsiteX9" fmla="*/ 551433 w 882806"/>
                <a:gd name="connsiteY9" fmla="*/ 15826 h 49473"/>
                <a:gd name="connsiteX10" fmla="*/ 606758 w 882806"/>
                <a:gd name="connsiteY10" fmla="*/ 16580 h 49473"/>
                <a:gd name="connsiteX11" fmla="*/ 662039 w 882806"/>
                <a:gd name="connsiteY11" fmla="*/ 14851 h 49473"/>
                <a:gd name="connsiteX12" fmla="*/ 772556 w 882806"/>
                <a:gd name="connsiteY12" fmla="*/ 9398 h 49473"/>
                <a:gd name="connsiteX13" fmla="*/ 827792 w 882806"/>
                <a:gd name="connsiteY13" fmla="*/ 5807 h 49473"/>
                <a:gd name="connsiteX14" fmla="*/ 855366 w 882806"/>
                <a:gd name="connsiteY14" fmla="*/ 3546 h 49473"/>
                <a:gd name="connsiteX15" fmla="*/ 882807 w 882806"/>
                <a:gd name="connsiteY15" fmla="*/ 0 h 49473"/>
                <a:gd name="connsiteX16" fmla="*/ 855410 w 882806"/>
                <a:gd name="connsiteY16" fmla="*/ 3679 h 49473"/>
                <a:gd name="connsiteX17" fmla="*/ 827836 w 882806"/>
                <a:gd name="connsiteY17" fmla="*/ 6029 h 49473"/>
                <a:gd name="connsiteX18" fmla="*/ 772644 w 882806"/>
                <a:gd name="connsiteY18" fmla="*/ 9841 h 49473"/>
                <a:gd name="connsiteX19" fmla="*/ 662127 w 882806"/>
                <a:gd name="connsiteY19" fmla="*/ 15693 h 49473"/>
                <a:gd name="connsiteX20" fmla="*/ 606802 w 882806"/>
                <a:gd name="connsiteY20" fmla="*/ 17644 h 49473"/>
                <a:gd name="connsiteX21" fmla="*/ 551433 w 882806"/>
                <a:gd name="connsiteY21" fmla="*/ 17200 h 49473"/>
                <a:gd name="connsiteX22" fmla="*/ 440783 w 882806"/>
                <a:gd name="connsiteY22" fmla="*/ 16757 h 49473"/>
                <a:gd name="connsiteX23" fmla="*/ 413165 w 882806"/>
                <a:gd name="connsiteY23" fmla="*/ 17644 h 49473"/>
                <a:gd name="connsiteX24" fmla="*/ 385546 w 882806"/>
                <a:gd name="connsiteY24" fmla="*/ 19417 h 49473"/>
                <a:gd name="connsiteX25" fmla="*/ 330221 w 882806"/>
                <a:gd name="connsiteY25" fmla="*/ 21811 h 49473"/>
                <a:gd name="connsiteX26" fmla="*/ 219970 w 882806"/>
                <a:gd name="connsiteY26" fmla="*/ 29347 h 49473"/>
                <a:gd name="connsiteX27" fmla="*/ 109187 w 882806"/>
                <a:gd name="connsiteY27" fmla="*/ 32938 h 49473"/>
                <a:gd name="connsiteX28" fmla="*/ 1862 w 882806"/>
                <a:gd name="connsiteY28" fmla="*/ 49473 h 49473"/>
                <a:gd name="connsiteX29" fmla="*/ 0 w 882806"/>
                <a:gd name="connsiteY29" fmla="*/ 45395 h 49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882806" h="49473">
                  <a:moveTo>
                    <a:pt x="0" y="45395"/>
                  </a:moveTo>
                  <a:cubicBezTo>
                    <a:pt x="17378" y="38258"/>
                    <a:pt x="35376" y="33559"/>
                    <a:pt x="53773" y="30544"/>
                  </a:cubicBezTo>
                  <a:cubicBezTo>
                    <a:pt x="62994" y="29170"/>
                    <a:pt x="72259" y="28239"/>
                    <a:pt x="81569" y="27973"/>
                  </a:cubicBezTo>
                  <a:cubicBezTo>
                    <a:pt x="90834" y="27751"/>
                    <a:pt x="100321" y="28328"/>
                    <a:pt x="109409" y="29081"/>
                  </a:cubicBezTo>
                  <a:cubicBezTo>
                    <a:pt x="146071" y="31652"/>
                    <a:pt x="182998" y="29923"/>
                    <a:pt x="219616" y="26155"/>
                  </a:cubicBezTo>
                  <a:cubicBezTo>
                    <a:pt x="256189" y="21190"/>
                    <a:pt x="293338" y="20437"/>
                    <a:pt x="330133" y="19240"/>
                  </a:cubicBezTo>
                  <a:cubicBezTo>
                    <a:pt x="348574" y="18663"/>
                    <a:pt x="367016" y="18087"/>
                    <a:pt x="385413" y="17156"/>
                  </a:cubicBezTo>
                  <a:lnTo>
                    <a:pt x="413032" y="15516"/>
                  </a:lnTo>
                  <a:cubicBezTo>
                    <a:pt x="422252" y="15117"/>
                    <a:pt x="431473" y="14895"/>
                    <a:pt x="440738" y="14762"/>
                  </a:cubicBezTo>
                  <a:cubicBezTo>
                    <a:pt x="477666" y="14319"/>
                    <a:pt x="514550" y="15117"/>
                    <a:pt x="551433" y="15826"/>
                  </a:cubicBezTo>
                  <a:cubicBezTo>
                    <a:pt x="569875" y="16137"/>
                    <a:pt x="588316" y="16713"/>
                    <a:pt x="606758" y="16580"/>
                  </a:cubicBezTo>
                  <a:cubicBezTo>
                    <a:pt x="625200" y="16270"/>
                    <a:pt x="643641" y="15560"/>
                    <a:pt x="662039" y="14851"/>
                  </a:cubicBezTo>
                  <a:cubicBezTo>
                    <a:pt x="698878" y="13344"/>
                    <a:pt x="735761" y="11526"/>
                    <a:pt x="772556" y="9398"/>
                  </a:cubicBezTo>
                  <a:cubicBezTo>
                    <a:pt x="790953" y="8334"/>
                    <a:pt x="809395" y="7182"/>
                    <a:pt x="827792" y="5807"/>
                  </a:cubicBezTo>
                  <a:cubicBezTo>
                    <a:pt x="836969" y="5142"/>
                    <a:pt x="846189" y="4389"/>
                    <a:pt x="855366" y="3546"/>
                  </a:cubicBezTo>
                  <a:cubicBezTo>
                    <a:pt x="864542" y="2616"/>
                    <a:pt x="873763" y="1906"/>
                    <a:pt x="882807" y="0"/>
                  </a:cubicBezTo>
                  <a:cubicBezTo>
                    <a:pt x="873808" y="1951"/>
                    <a:pt x="864542" y="2660"/>
                    <a:pt x="855410" y="3679"/>
                  </a:cubicBezTo>
                  <a:cubicBezTo>
                    <a:pt x="846234" y="4566"/>
                    <a:pt x="837057" y="5320"/>
                    <a:pt x="827836" y="6029"/>
                  </a:cubicBezTo>
                  <a:cubicBezTo>
                    <a:pt x="809439" y="7448"/>
                    <a:pt x="791042" y="8689"/>
                    <a:pt x="772644" y="9841"/>
                  </a:cubicBezTo>
                  <a:cubicBezTo>
                    <a:pt x="735805" y="12102"/>
                    <a:pt x="698966" y="14053"/>
                    <a:pt x="662127" y="15693"/>
                  </a:cubicBezTo>
                  <a:cubicBezTo>
                    <a:pt x="643686" y="16491"/>
                    <a:pt x="625288" y="17289"/>
                    <a:pt x="606802" y="17644"/>
                  </a:cubicBezTo>
                  <a:cubicBezTo>
                    <a:pt x="588316" y="17865"/>
                    <a:pt x="569919" y="17422"/>
                    <a:pt x="551433" y="17200"/>
                  </a:cubicBezTo>
                  <a:cubicBezTo>
                    <a:pt x="514550" y="16668"/>
                    <a:pt x="477666" y="16092"/>
                    <a:pt x="440783" y="16757"/>
                  </a:cubicBezTo>
                  <a:cubicBezTo>
                    <a:pt x="431562" y="16890"/>
                    <a:pt x="422341" y="17200"/>
                    <a:pt x="413165" y="17644"/>
                  </a:cubicBezTo>
                  <a:lnTo>
                    <a:pt x="385546" y="19417"/>
                  </a:lnTo>
                  <a:cubicBezTo>
                    <a:pt x="367105" y="20481"/>
                    <a:pt x="348663" y="21146"/>
                    <a:pt x="330221" y="21811"/>
                  </a:cubicBezTo>
                  <a:cubicBezTo>
                    <a:pt x="293338" y="23185"/>
                    <a:pt x="256543" y="24160"/>
                    <a:pt x="219970" y="29347"/>
                  </a:cubicBezTo>
                  <a:cubicBezTo>
                    <a:pt x="183264" y="33337"/>
                    <a:pt x="146159" y="35332"/>
                    <a:pt x="109187" y="32938"/>
                  </a:cubicBezTo>
                  <a:cubicBezTo>
                    <a:pt x="72658" y="29125"/>
                    <a:pt x="35553" y="35819"/>
                    <a:pt x="1862" y="49473"/>
                  </a:cubicBezTo>
                  <a:lnTo>
                    <a:pt x="0" y="45395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64" name="Forme libre : forme 20263">
              <a:extLst>
                <a:ext uri="{FF2B5EF4-FFF2-40B4-BE49-F238E27FC236}">
                  <a16:creationId xmlns:a16="http://schemas.microsoft.com/office/drawing/2014/main" id="{6A261613-A89B-4926-8C17-BA78AFB5F177}"/>
                </a:ext>
              </a:extLst>
            </p:cNvPr>
            <p:cNvSpPr/>
            <p:nvPr/>
          </p:nvSpPr>
          <p:spPr>
            <a:xfrm>
              <a:off x="4214815" y="1096286"/>
              <a:ext cx="427527" cy="7257"/>
            </a:xfrm>
            <a:custGeom>
              <a:avLst/>
              <a:gdLst>
                <a:gd name="connsiteX0" fmla="*/ 427528 w 427527"/>
                <a:gd name="connsiteY0" fmla="*/ 1570 h 7257"/>
                <a:gd name="connsiteX1" fmla="*/ 374065 w 427527"/>
                <a:gd name="connsiteY1" fmla="*/ 2767 h 7257"/>
                <a:gd name="connsiteX2" fmla="*/ 320602 w 427527"/>
                <a:gd name="connsiteY2" fmla="*/ 3698 h 7257"/>
                <a:gd name="connsiteX3" fmla="*/ 213764 w 427527"/>
                <a:gd name="connsiteY3" fmla="*/ 6092 h 7257"/>
                <a:gd name="connsiteX4" fmla="*/ 186988 w 427527"/>
                <a:gd name="connsiteY4" fmla="*/ 7244 h 7257"/>
                <a:gd name="connsiteX5" fmla="*/ 160123 w 427527"/>
                <a:gd name="connsiteY5" fmla="*/ 6491 h 7257"/>
                <a:gd name="connsiteX6" fmla="*/ 106793 w 427527"/>
                <a:gd name="connsiteY6" fmla="*/ 3432 h 7257"/>
                <a:gd name="connsiteX7" fmla="*/ 53463 w 427527"/>
                <a:gd name="connsiteY7" fmla="*/ 4717 h 7257"/>
                <a:gd name="connsiteX8" fmla="*/ 0 w 427527"/>
                <a:gd name="connsiteY8" fmla="*/ 3033 h 7257"/>
                <a:gd name="connsiteX9" fmla="*/ 53419 w 427527"/>
                <a:gd name="connsiteY9" fmla="*/ 2545 h 7257"/>
                <a:gd name="connsiteX10" fmla="*/ 80017 w 427527"/>
                <a:gd name="connsiteY10" fmla="*/ 949 h 7257"/>
                <a:gd name="connsiteX11" fmla="*/ 106882 w 427527"/>
                <a:gd name="connsiteY11" fmla="*/ 18 h 7257"/>
                <a:gd name="connsiteX12" fmla="*/ 160345 w 427527"/>
                <a:gd name="connsiteY12" fmla="*/ 2457 h 7257"/>
                <a:gd name="connsiteX13" fmla="*/ 186944 w 427527"/>
                <a:gd name="connsiteY13" fmla="*/ 2988 h 7257"/>
                <a:gd name="connsiteX14" fmla="*/ 213587 w 427527"/>
                <a:gd name="connsiteY14" fmla="*/ 1614 h 7257"/>
                <a:gd name="connsiteX15" fmla="*/ 320557 w 427527"/>
                <a:gd name="connsiteY15" fmla="*/ 240 h 7257"/>
                <a:gd name="connsiteX16" fmla="*/ 427528 w 427527"/>
                <a:gd name="connsiteY16" fmla="*/ 1570 h 7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7527" h="7257">
                  <a:moveTo>
                    <a:pt x="427528" y="1570"/>
                  </a:moveTo>
                  <a:lnTo>
                    <a:pt x="374065" y="2767"/>
                  </a:lnTo>
                  <a:lnTo>
                    <a:pt x="320602" y="3698"/>
                  </a:lnTo>
                  <a:cubicBezTo>
                    <a:pt x="284959" y="4407"/>
                    <a:pt x="249317" y="4584"/>
                    <a:pt x="213764" y="6092"/>
                  </a:cubicBezTo>
                  <a:cubicBezTo>
                    <a:pt x="204986" y="6402"/>
                    <a:pt x="195987" y="7244"/>
                    <a:pt x="186988" y="7244"/>
                  </a:cubicBezTo>
                  <a:cubicBezTo>
                    <a:pt x="177989" y="7333"/>
                    <a:pt x="169078" y="6978"/>
                    <a:pt x="160123" y="6491"/>
                  </a:cubicBezTo>
                  <a:cubicBezTo>
                    <a:pt x="142302" y="5515"/>
                    <a:pt x="124526" y="4097"/>
                    <a:pt x="106793" y="3432"/>
                  </a:cubicBezTo>
                  <a:cubicBezTo>
                    <a:pt x="89105" y="2501"/>
                    <a:pt x="71373" y="4762"/>
                    <a:pt x="53463" y="4717"/>
                  </a:cubicBezTo>
                  <a:cubicBezTo>
                    <a:pt x="35598" y="4762"/>
                    <a:pt x="17777" y="4318"/>
                    <a:pt x="0" y="3033"/>
                  </a:cubicBezTo>
                  <a:cubicBezTo>
                    <a:pt x="17821" y="3299"/>
                    <a:pt x="35642" y="3299"/>
                    <a:pt x="53419" y="2545"/>
                  </a:cubicBezTo>
                  <a:cubicBezTo>
                    <a:pt x="62329" y="2235"/>
                    <a:pt x="71196" y="1747"/>
                    <a:pt x="80017" y="949"/>
                  </a:cubicBezTo>
                  <a:cubicBezTo>
                    <a:pt x="88928" y="151"/>
                    <a:pt x="97927" y="-70"/>
                    <a:pt x="106882" y="18"/>
                  </a:cubicBezTo>
                  <a:cubicBezTo>
                    <a:pt x="124792" y="151"/>
                    <a:pt x="142568" y="1703"/>
                    <a:pt x="160345" y="2457"/>
                  </a:cubicBezTo>
                  <a:cubicBezTo>
                    <a:pt x="169211" y="2855"/>
                    <a:pt x="178077" y="3166"/>
                    <a:pt x="186944" y="2988"/>
                  </a:cubicBezTo>
                  <a:cubicBezTo>
                    <a:pt x="195766" y="2900"/>
                    <a:pt x="204543" y="2013"/>
                    <a:pt x="213587" y="1614"/>
                  </a:cubicBezTo>
                  <a:cubicBezTo>
                    <a:pt x="249273" y="462"/>
                    <a:pt x="284915" y="240"/>
                    <a:pt x="320557" y="240"/>
                  </a:cubicBezTo>
                  <a:cubicBezTo>
                    <a:pt x="356244" y="373"/>
                    <a:pt x="391886" y="683"/>
                    <a:pt x="427528" y="1570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65" name="Forme libre : forme 20264">
              <a:extLst>
                <a:ext uri="{FF2B5EF4-FFF2-40B4-BE49-F238E27FC236}">
                  <a16:creationId xmlns:a16="http://schemas.microsoft.com/office/drawing/2014/main" id="{50149870-6BAE-428C-A411-B288D2FB4E3F}"/>
                </a:ext>
              </a:extLst>
            </p:cNvPr>
            <p:cNvSpPr/>
            <p:nvPr/>
          </p:nvSpPr>
          <p:spPr>
            <a:xfrm>
              <a:off x="4539140" y="1083253"/>
              <a:ext cx="446944" cy="13095"/>
            </a:xfrm>
            <a:custGeom>
              <a:avLst/>
              <a:gdLst>
                <a:gd name="connsiteX0" fmla="*/ 0 w 446944"/>
                <a:gd name="connsiteY0" fmla="*/ 13095 h 13095"/>
                <a:gd name="connsiteX1" fmla="*/ 55813 w 446944"/>
                <a:gd name="connsiteY1" fmla="*/ 9150 h 13095"/>
                <a:gd name="connsiteX2" fmla="*/ 111625 w 446944"/>
                <a:gd name="connsiteY2" fmla="*/ 5781 h 13095"/>
                <a:gd name="connsiteX3" fmla="*/ 223384 w 446944"/>
                <a:gd name="connsiteY3" fmla="*/ 594 h 13095"/>
                <a:gd name="connsiteX4" fmla="*/ 251401 w 446944"/>
                <a:gd name="connsiteY4" fmla="*/ 18 h 13095"/>
                <a:gd name="connsiteX5" fmla="*/ 279418 w 446944"/>
                <a:gd name="connsiteY5" fmla="*/ 372 h 13095"/>
                <a:gd name="connsiteX6" fmla="*/ 335364 w 446944"/>
                <a:gd name="connsiteY6" fmla="*/ 2500 h 13095"/>
                <a:gd name="connsiteX7" fmla="*/ 391176 w 446944"/>
                <a:gd name="connsiteY7" fmla="*/ 6180 h 13095"/>
                <a:gd name="connsiteX8" fmla="*/ 446945 w 446944"/>
                <a:gd name="connsiteY8" fmla="*/ 9682 h 13095"/>
                <a:gd name="connsiteX9" fmla="*/ 391043 w 446944"/>
                <a:gd name="connsiteY9" fmla="*/ 8263 h 13095"/>
                <a:gd name="connsiteX10" fmla="*/ 335186 w 446944"/>
                <a:gd name="connsiteY10" fmla="*/ 5825 h 13095"/>
                <a:gd name="connsiteX11" fmla="*/ 279329 w 446944"/>
                <a:gd name="connsiteY11" fmla="*/ 4362 h 13095"/>
                <a:gd name="connsiteX12" fmla="*/ 251445 w 446944"/>
                <a:gd name="connsiteY12" fmla="*/ 4185 h 13095"/>
                <a:gd name="connsiteX13" fmla="*/ 223561 w 446944"/>
                <a:gd name="connsiteY13" fmla="*/ 4983 h 13095"/>
                <a:gd name="connsiteX14" fmla="*/ 111847 w 446944"/>
                <a:gd name="connsiteY14" fmla="*/ 9283 h 13095"/>
                <a:gd name="connsiteX15" fmla="*/ 55946 w 446944"/>
                <a:gd name="connsiteY15" fmla="*/ 11366 h 13095"/>
                <a:gd name="connsiteX16" fmla="*/ 0 w 446944"/>
                <a:gd name="connsiteY16" fmla="*/ 13095 h 13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6944" h="13095">
                  <a:moveTo>
                    <a:pt x="0" y="13095"/>
                  </a:moveTo>
                  <a:cubicBezTo>
                    <a:pt x="18575" y="11588"/>
                    <a:pt x="37194" y="10435"/>
                    <a:pt x="55813" y="9150"/>
                  </a:cubicBezTo>
                  <a:lnTo>
                    <a:pt x="111625" y="5781"/>
                  </a:lnTo>
                  <a:cubicBezTo>
                    <a:pt x="148863" y="3741"/>
                    <a:pt x="186101" y="1924"/>
                    <a:pt x="223384" y="594"/>
                  </a:cubicBezTo>
                  <a:cubicBezTo>
                    <a:pt x="232693" y="328"/>
                    <a:pt x="242047" y="62"/>
                    <a:pt x="251401" y="18"/>
                  </a:cubicBezTo>
                  <a:cubicBezTo>
                    <a:pt x="260799" y="-71"/>
                    <a:pt x="270064" y="195"/>
                    <a:pt x="279418" y="372"/>
                  </a:cubicBezTo>
                  <a:cubicBezTo>
                    <a:pt x="298081" y="771"/>
                    <a:pt x="316700" y="1436"/>
                    <a:pt x="335364" y="2500"/>
                  </a:cubicBezTo>
                  <a:cubicBezTo>
                    <a:pt x="353983" y="3520"/>
                    <a:pt x="372602" y="4761"/>
                    <a:pt x="391176" y="6180"/>
                  </a:cubicBezTo>
                  <a:cubicBezTo>
                    <a:pt x="409751" y="7554"/>
                    <a:pt x="428326" y="9371"/>
                    <a:pt x="446945" y="9682"/>
                  </a:cubicBezTo>
                  <a:cubicBezTo>
                    <a:pt x="428281" y="10347"/>
                    <a:pt x="409662" y="8972"/>
                    <a:pt x="391043" y="8263"/>
                  </a:cubicBezTo>
                  <a:cubicBezTo>
                    <a:pt x="372424" y="7332"/>
                    <a:pt x="353805" y="6446"/>
                    <a:pt x="335186" y="5825"/>
                  </a:cubicBezTo>
                  <a:cubicBezTo>
                    <a:pt x="316567" y="5249"/>
                    <a:pt x="297948" y="4628"/>
                    <a:pt x="279329" y="4362"/>
                  </a:cubicBezTo>
                  <a:cubicBezTo>
                    <a:pt x="270020" y="4273"/>
                    <a:pt x="260666" y="4052"/>
                    <a:pt x="251445" y="4185"/>
                  </a:cubicBezTo>
                  <a:cubicBezTo>
                    <a:pt x="242180" y="4318"/>
                    <a:pt x="232871" y="4628"/>
                    <a:pt x="223561" y="4983"/>
                  </a:cubicBezTo>
                  <a:lnTo>
                    <a:pt x="111847" y="9283"/>
                  </a:lnTo>
                  <a:lnTo>
                    <a:pt x="55946" y="11366"/>
                  </a:lnTo>
                  <a:lnTo>
                    <a:pt x="0" y="13095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66" name="Forme libre : forme 20265">
              <a:extLst>
                <a:ext uri="{FF2B5EF4-FFF2-40B4-BE49-F238E27FC236}">
                  <a16:creationId xmlns:a16="http://schemas.microsoft.com/office/drawing/2014/main" id="{4C7C6CA6-B121-46FE-869C-C614467C1572}"/>
                </a:ext>
              </a:extLst>
            </p:cNvPr>
            <p:cNvSpPr/>
            <p:nvPr/>
          </p:nvSpPr>
          <p:spPr>
            <a:xfrm>
              <a:off x="4214106" y="1079529"/>
              <a:ext cx="515214" cy="8406"/>
            </a:xfrm>
            <a:custGeom>
              <a:avLst/>
              <a:gdLst>
                <a:gd name="connsiteX0" fmla="*/ 515214 w 515214"/>
                <a:gd name="connsiteY0" fmla="*/ 5782 h 8406"/>
                <a:gd name="connsiteX1" fmla="*/ 386389 w 515214"/>
                <a:gd name="connsiteY1" fmla="*/ 8264 h 8406"/>
                <a:gd name="connsiteX2" fmla="*/ 321931 w 515214"/>
                <a:gd name="connsiteY2" fmla="*/ 8087 h 8406"/>
                <a:gd name="connsiteX3" fmla="*/ 289659 w 515214"/>
                <a:gd name="connsiteY3" fmla="*/ 6890 h 8406"/>
                <a:gd name="connsiteX4" fmla="*/ 257563 w 515214"/>
                <a:gd name="connsiteY4" fmla="*/ 5338 h 8406"/>
                <a:gd name="connsiteX5" fmla="*/ 193239 w 515214"/>
                <a:gd name="connsiteY5" fmla="*/ 4097 h 8406"/>
                <a:gd name="connsiteX6" fmla="*/ 161143 w 515214"/>
                <a:gd name="connsiteY6" fmla="*/ 4629 h 8406"/>
                <a:gd name="connsiteX7" fmla="*/ 128870 w 515214"/>
                <a:gd name="connsiteY7" fmla="*/ 5250 h 8406"/>
                <a:gd name="connsiteX8" fmla="*/ 0 w 515214"/>
                <a:gd name="connsiteY8" fmla="*/ 4274 h 8406"/>
                <a:gd name="connsiteX9" fmla="*/ 128826 w 515214"/>
                <a:gd name="connsiteY9" fmla="*/ 1836 h 8406"/>
                <a:gd name="connsiteX10" fmla="*/ 193239 w 515214"/>
                <a:gd name="connsiteY10" fmla="*/ 19 h 8406"/>
                <a:gd name="connsiteX11" fmla="*/ 257740 w 515214"/>
                <a:gd name="connsiteY11" fmla="*/ 861 h 8406"/>
                <a:gd name="connsiteX12" fmla="*/ 289969 w 515214"/>
                <a:gd name="connsiteY12" fmla="*/ 2590 h 8406"/>
                <a:gd name="connsiteX13" fmla="*/ 322020 w 515214"/>
                <a:gd name="connsiteY13" fmla="*/ 3964 h 8406"/>
                <a:gd name="connsiteX14" fmla="*/ 386389 w 515214"/>
                <a:gd name="connsiteY14" fmla="*/ 4762 h 8406"/>
                <a:gd name="connsiteX15" fmla="*/ 515214 w 515214"/>
                <a:gd name="connsiteY15" fmla="*/ 5782 h 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5214" h="8406">
                  <a:moveTo>
                    <a:pt x="515214" y="5782"/>
                  </a:moveTo>
                  <a:cubicBezTo>
                    <a:pt x="472302" y="7156"/>
                    <a:pt x="429345" y="7909"/>
                    <a:pt x="386389" y="8264"/>
                  </a:cubicBezTo>
                  <a:cubicBezTo>
                    <a:pt x="364888" y="8530"/>
                    <a:pt x="343432" y="8397"/>
                    <a:pt x="321931" y="8087"/>
                  </a:cubicBezTo>
                  <a:cubicBezTo>
                    <a:pt x="311203" y="7954"/>
                    <a:pt x="300387" y="7643"/>
                    <a:pt x="289659" y="6890"/>
                  </a:cubicBezTo>
                  <a:cubicBezTo>
                    <a:pt x="278975" y="6181"/>
                    <a:pt x="268291" y="5693"/>
                    <a:pt x="257563" y="5338"/>
                  </a:cubicBezTo>
                  <a:cubicBezTo>
                    <a:pt x="236151" y="4496"/>
                    <a:pt x="214695" y="4141"/>
                    <a:pt x="193239" y="4097"/>
                  </a:cubicBezTo>
                  <a:cubicBezTo>
                    <a:pt x="182511" y="4097"/>
                    <a:pt x="171782" y="4186"/>
                    <a:pt x="161143" y="4629"/>
                  </a:cubicBezTo>
                  <a:cubicBezTo>
                    <a:pt x="150371" y="5161"/>
                    <a:pt x="139643" y="5205"/>
                    <a:pt x="128870" y="5250"/>
                  </a:cubicBezTo>
                  <a:cubicBezTo>
                    <a:pt x="85913" y="5471"/>
                    <a:pt x="42957" y="5117"/>
                    <a:pt x="0" y="4274"/>
                  </a:cubicBezTo>
                  <a:lnTo>
                    <a:pt x="128826" y="1836"/>
                  </a:lnTo>
                  <a:cubicBezTo>
                    <a:pt x="150238" y="1481"/>
                    <a:pt x="171694" y="19"/>
                    <a:pt x="193239" y="19"/>
                  </a:cubicBezTo>
                  <a:cubicBezTo>
                    <a:pt x="214739" y="-70"/>
                    <a:pt x="236240" y="152"/>
                    <a:pt x="257740" y="861"/>
                  </a:cubicBezTo>
                  <a:cubicBezTo>
                    <a:pt x="268468" y="1304"/>
                    <a:pt x="279241" y="1792"/>
                    <a:pt x="289969" y="2590"/>
                  </a:cubicBezTo>
                  <a:cubicBezTo>
                    <a:pt x="300653" y="3388"/>
                    <a:pt x="311292" y="3787"/>
                    <a:pt x="322020" y="3964"/>
                  </a:cubicBezTo>
                  <a:cubicBezTo>
                    <a:pt x="343476" y="4452"/>
                    <a:pt x="364932" y="4496"/>
                    <a:pt x="386389" y="4762"/>
                  </a:cubicBezTo>
                  <a:lnTo>
                    <a:pt x="515214" y="5782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67" name="Forme libre : forme 20266">
              <a:extLst>
                <a:ext uri="{FF2B5EF4-FFF2-40B4-BE49-F238E27FC236}">
                  <a16:creationId xmlns:a16="http://schemas.microsoft.com/office/drawing/2014/main" id="{BC56713D-A550-4654-BF3D-70F1C781D454}"/>
                </a:ext>
              </a:extLst>
            </p:cNvPr>
            <p:cNvSpPr/>
            <p:nvPr/>
          </p:nvSpPr>
          <p:spPr>
            <a:xfrm>
              <a:off x="4212421" y="1054855"/>
              <a:ext cx="1227479" cy="32982"/>
            </a:xfrm>
            <a:custGeom>
              <a:avLst/>
              <a:gdLst>
                <a:gd name="connsiteX0" fmla="*/ 443 w 1227479"/>
                <a:gd name="connsiteY0" fmla="*/ 0 h 32982"/>
                <a:gd name="connsiteX1" fmla="*/ 117521 w 1227479"/>
                <a:gd name="connsiteY1" fmla="*/ 11526 h 32982"/>
                <a:gd name="connsiteX2" fmla="*/ 146824 w 1227479"/>
                <a:gd name="connsiteY2" fmla="*/ 13388 h 32982"/>
                <a:gd name="connsiteX3" fmla="*/ 176304 w 1227479"/>
                <a:gd name="connsiteY3" fmla="*/ 14762 h 32982"/>
                <a:gd name="connsiteX4" fmla="*/ 234466 w 1227479"/>
                <a:gd name="connsiteY4" fmla="*/ 25801 h 32982"/>
                <a:gd name="connsiteX5" fmla="*/ 233713 w 1227479"/>
                <a:gd name="connsiteY5" fmla="*/ 25712 h 32982"/>
                <a:gd name="connsiteX6" fmla="*/ 328581 w 1227479"/>
                <a:gd name="connsiteY6" fmla="*/ 17378 h 32982"/>
                <a:gd name="connsiteX7" fmla="*/ 376104 w 1227479"/>
                <a:gd name="connsiteY7" fmla="*/ 14275 h 32982"/>
                <a:gd name="connsiteX8" fmla="*/ 423804 w 1227479"/>
                <a:gd name="connsiteY8" fmla="*/ 14097 h 32982"/>
                <a:gd name="connsiteX9" fmla="*/ 518761 w 1227479"/>
                <a:gd name="connsiteY9" fmla="*/ 21235 h 32982"/>
                <a:gd name="connsiteX10" fmla="*/ 613585 w 1227479"/>
                <a:gd name="connsiteY10" fmla="*/ 29391 h 32982"/>
                <a:gd name="connsiteX11" fmla="*/ 613408 w 1227479"/>
                <a:gd name="connsiteY11" fmla="*/ 29391 h 32982"/>
                <a:gd name="connsiteX12" fmla="*/ 690144 w 1227479"/>
                <a:gd name="connsiteY12" fmla="*/ 25756 h 32982"/>
                <a:gd name="connsiteX13" fmla="*/ 766926 w 1227479"/>
                <a:gd name="connsiteY13" fmla="*/ 26200 h 32982"/>
                <a:gd name="connsiteX14" fmla="*/ 843707 w 1227479"/>
                <a:gd name="connsiteY14" fmla="*/ 27086 h 32982"/>
                <a:gd name="connsiteX15" fmla="*/ 920444 w 1227479"/>
                <a:gd name="connsiteY15" fmla="*/ 28726 h 32982"/>
                <a:gd name="connsiteX16" fmla="*/ 1073962 w 1227479"/>
                <a:gd name="connsiteY16" fmla="*/ 31652 h 32982"/>
                <a:gd name="connsiteX17" fmla="*/ 1150743 w 1227479"/>
                <a:gd name="connsiteY17" fmla="*/ 32672 h 32982"/>
                <a:gd name="connsiteX18" fmla="*/ 1189134 w 1227479"/>
                <a:gd name="connsiteY18" fmla="*/ 32849 h 32982"/>
                <a:gd name="connsiteX19" fmla="*/ 1227480 w 1227479"/>
                <a:gd name="connsiteY19" fmla="*/ 31963 h 32982"/>
                <a:gd name="connsiteX20" fmla="*/ 1189134 w 1227479"/>
                <a:gd name="connsiteY20" fmla="*/ 32982 h 32982"/>
                <a:gd name="connsiteX21" fmla="*/ 1150743 w 1227479"/>
                <a:gd name="connsiteY21" fmla="*/ 32938 h 32982"/>
                <a:gd name="connsiteX22" fmla="*/ 1073962 w 1227479"/>
                <a:gd name="connsiteY22" fmla="*/ 32229 h 32982"/>
                <a:gd name="connsiteX23" fmla="*/ 920444 w 1227479"/>
                <a:gd name="connsiteY23" fmla="*/ 29879 h 32982"/>
                <a:gd name="connsiteX24" fmla="*/ 843663 w 1227479"/>
                <a:gd name="connsiteY24" fmla="*/ 28505 h 32982"/>
                <a:gd name="connsiteX25" fmla="*/ 766926 w 1227479"/>
                <a:gd name="connsiteY25" fmla="*/ 27929 h 32982"/>
                <a:gd name="connsiteX26" fmla="*/ 690144 w 1227479"/>
                <a:gd name="connsiteY26" fmla="*/ 27751 h 32982"/>
                <a:gd name="connsiteX27" fmla="*/ 613585 w 1227479"/>
                <a:gd name="connsiteY27" fmla="*/ 31652 h 32982"/>
                <a:gd name="connsiteX28" fmla="*/ 613496 w 1227479"/>
                <a:gd name="connsiteY28" fmla="*/ 31652 h 32982"/>
                <a:gd name="connsiteX29" fmla="*/ 613408 w 1227479"/>
                <a:gd name="connsiteY29" fmla="*/ 31652 h 32982"/>
                <a:gd name="connsiteX30" fmla="*/ 518539 w 1227479"/>
                <a:gd name="connsiteY30" fmla="*/ 23850 h 32982"/>
                <a:gd name="connsiteX31" fmla="*/ 423627 w 1227479"/>
                <a:gd name="connsiteY31" fmla="*/ 17067 h 32982"/>
                <a:gd name="connsiteX32" fmla="*/ 376237 w 1227479"/>
                <a:gd name="connsiteY32" fmla="*/ 17422 h 32982"/>
                <a:gd name="connsiteX33" fmla="*/ 328803 w 1227479"/>
                <a:gd name="connsiteY33" fmla="*/ 20658 h 32982"/>
                <a:gd name="connsiteX34" fmla="*/ 234067 w 1227479"/>
                <a:gd name="connsiteY34" fmla="*/ 29347 h 32982"/>
                <a:gd name="connsiteX35" fmla="*/ 233713 w 1227479"/>
                <a:gd name="connsiteY35" fmla="*/ 29391 h 32982"/>
                <a:gd name="connsiteX36" fmla="*/ 233314 w 1227479"/>
                <a:gd name="connsiteY36" fmla="*/ 29258 h 32982"/>
                <a:gd name="connsiteX37" fmla="*/ 175994 w 1227479"/>
                <a:gd name="connsiteY37" fmla="*/ 18619 h 32982"/>
                <a:gd name="connsiteX38" fmla="*/ 146691 w 1227479"/>
                <a:gd name="connsiteY38" fmla="*/ 17378 h 32982"/>
                <a:gd name="connsiteX39" fmla="*/ 117255 w 1227479"/>
                <a:gd name="connsiteY39" fmla="*/ 15605 h 32982"/>
                <a:gd name="connsiteX40" fmla="*/ 0 w 1227479"/>
                <a:gd name="connsiteY40" fmla="*/ 4477 h 32982"/>
                <a:gd name="connsiteX41" fmla="*/ 443 w 1227479"/>
                <a:gd name="connsiteY41" fmla="*/ 0 h 32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227479" h="32982">
                  <a:moveTo>
                    <a:pt x="443" y="0"/>
                  </a:moveTo>
                  <a:cubicBezTo>
                    <a:pt x="39410" y="4344"/>
                    <a:pt x="78421" y="8467"/>
                    <a:pt x="117521" y="11526"/>
                  </a:cubicBezTo>
                  <a:cubicBezTo>
                    <a:pt x="127274" y="12280"/>
                    <a:pt x="137071" y="12945"/>
                    <a:pt x="146824" y="13388"/>
                  </a:cubicBezTo>
                  <a:cubicBezTo>
                    <a:pt x="156533" y="13787"/>
                    <a:pt x="166463" y="13876"/>
                    <a:pt x="176304" y="14762"/>
                  </a:cubicBezTo>
                  <a:cubicBezTo>
                    <a:pt x="195987" y="16491"/>
                    <a:pt x="215448" y="19860"/>
                    <a:pt x="234466" y="25801"/>
                  </a:cubicBezTo>
                  <a:lnTo>
                    <a:pt x="233713" y="25712"/>
                  </a:lnTo>
                  <a:cubicBezTo>
                    <a:pt x="265321" y="22609"/>
                    <a:pt x="296929" y="19772"/>
                    <a:pt x="328581" y="17378"/>
                  </a:cubicBezTo>
                  <a:cubicBezTo>
                    <a:pt x="344407" y="16181"/>
                    <a:pt x="360233" y="15073"/>
                    <a:pt x="376104" y="14275"/>
                  </a:cubicBezTo>
                  <a:cubicBezTo>
                    <a:pt x="391930" y="13521"/>
                    <a:pt x="407978" y="12856"/>
                    <a:pt x="423804" y="14097"/>
                  </a:cubicBezTo>
                  <a:cubicBezTo>
                    <a:pt x="455501" y="16003"/>
                    <a:pt x="487109" y="18663"/>
                    <a:pt x="518761" y="21235"/>
                  </a:cubicBezTo>
                  <a:lnTo>
                    <a:pt x="613585" y="29391"/>
                  </a:lnTo>
                  <a:lnTo>
                    <a:pt x="613408" y="29391"/>
                  </a:lnTo>
                  <a:cubicBezTo>
                    <a:pt x="638942" y="27485"/>
                    <a:pt x="664521" y="25934"/>
                    <a:pt x="690144" y="25756"/>
                  </a:cubicBezTo>
                  <a:cubicBezTo>
                    <a:pt x="715768" y="26155"/>
                    <a:pt x="741302" y="26377"/>
                    <a:pt x="766926" y="26200"/>
                  </a:cubicBezTo>
                  <a:cubicBezTo>
                    <a:pt x="792505" y="25756"/>
                    <a:pt x="818128" y="26510"/>
                    <a:pt x="843707" y="27086"/>
                  </a:cubicBezTo>
                  <a:lnTo>
                    <a:pt x="920444" y="28726"/>
                  </a:lnTo>
                  <a:lnTo>
                    <a:pt x="1073962" y="31652"/>
                  </a:lnTo>
                  <a:lnTo>
                    <a:pt x="1150743" y="32672"/>
                  </a:lnTo>
                  <a:lnTo>
                    <a:pt x="1189134" y="32849"/>
                  </a:lnTo>
                  <a:cubicBezTo>
                    <a:pt x="1201901" y="32716"/>
                    <a:pt x="1214757" y="32982"/>
                    <a:pt x="1227480" y="31963"/>
                  </a:cubicBezTo>
                  <a:cubicBezTo>
                    <a:pt x="1214713" y="32982"/>
                    <a:pt x="1201901" y="32805"/>
                    <a:pt x="1189134" y="32982"/>
                  </a:cubicBezTo>
                  <a:lnTo>
                    <a:pt x="1150743" y="32938"/>
                  </a:lnTo>
                  <a:lnTo>
                    <a:pt x="1073962" y="32229"/>
                  </a:lnTo>
                  <a:lnTo>
                    <a:pt x="920444" y="29879"/>
                  </a:lnTo>
                  <a:lnTo>
                    <a:pt x="843663" y="28505"/>
                  </a:lnTo>
                  <a:cubicBezTo>
                    <a:pt x="818039" y="28062"/>
                    <a:pt x="792505" y="27352"/>
                    <a:pt x="766926" y="27929"/>
                  </a:cubicBezTo>
                  <a:cubicBezTo>
                    <a:pt x="741347" y="28194"/>
                    <a:pt x="715723" y="28062"/>
                    <a:pt x="690144" y="27751"/>
                  </a:cubicBezTo>
                  <a:cubicBezTo>
                    <a:pt x="664610" y="28017"/>
                    <a:pt x="639031" y="29657"/>
                    <a:pt x="613585" y="31652"/>
                  </a:cubicBezTo>
                  <a:lnTo>
                    <a:pt x="613496" y="31652"/>
                  </a:lnTo>
                  <a:lnTo>
                    <a:pt x="613408" y="31652"/>
                  </a:lnTo>
                  <a:lnTo>
                    <a:pt x="518539" y="23850"/>
                  </a:lnTo>
                  <a:cubicBezTo>
                    <a:pt x="486931" y="21368"/>
                    <a:pt x="455279" y="18885"/>
                    <a:pt x="423627" y="17067"/>
                  </a:cubicBezTo>
                  <a:cubicBezTo>
                    <a:pt x="407801" y="15915"/>
                    <a:pt x="392063" y="16624"/>
                    <a:pt x="376237" y="17422"/>
                  </a:cubicBezTo>
                  <a:cubicBezTo>
                    <a:pt x="360411" y="18264"/>
                    <a:pt x="344585" y="19417"/>
                    <a:pt x="328803" y="20658"/>
                  </a:cubicBezTo>
                  <a:cubicBezTo>
                    <a:pt x="297195" y="23185"/>
                    <a:pt x="265587" y="26111"/>
                    <a:pt x="234067" y="29347"/>
                  </a:cubicBezTo>
                  <a:lnTo>
                    <a:pt x="233713" y="29391"/>
                  </a:lnTo>
                  <a:lnTo>
                    <a:pt x="233314" y="29258"/>
                  </a:lnTo>
                  <a:cubicBezTo>
                    <a:pt x="214828" y="23540"/>
                    <a:pt x="195367" y="20259"/>
                    <a:pt x="175994" y="18619"/>
                  </a:cubicBezTo>
                  <a:cubicBezTo>
                    <a:pt x="166285" y="17777"/>
                    <a:pt x="156577" y="17732"/>
                    <a:pt x="146691" y="17378"/>
                  </a:cubicBezTo>
                  <a:cubicBezTo>
                    <a:pt x="136850" y="16934"/>
                    <a:pt x="127053" y="16314"/>
                    <a:pt x="117255" y="15605"/>
                  </a:cubicBezTo>
                  <a:cubicBezTo>
                    <a:pt x="78067" y="12679"/>
                    <a:pt x="39011" y="8689"/>
                    <a:pt x="0" y="44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68" name="Forme libre : forme 20267">
              <a:extLst>
                <a:ext uri="{FF2B5EF4-FFF2-40B4-BE49-F238E27FC236}">
                  <a16:creationId xmlns:a16="http://schemas.microsoft.com/office/drawing/2014/main" id="{E9C680F4-9EEE-4393-9C42-79B1BDDF1624}"/>
                </a:ext>
              </a:extLst>
            </p:cNvPr>
            <p:cNvSpPr/>
            <p:nvPr/>
          </p:nvSpPr>
          <p:spPr>
            <a:xfrm>
              <a:off x="7134319" y="1089788"/>
              <a:ext cx="399" cy="265"/>
            </a:xfrm>
            <a:custGeom>
              <a:avLst/>
              <a:gdLst>
                <a:gd name="connsiteX0" fmla="*/ 399 w 399"/>
                <a:gd name="connsiteY0" fmla="*/ 133 h 265"/>
                <a:gd name="connsiteX1" fmla="*/ 399 w 399"/>
                <a:gd name="connsiteY1" fmla="*/ 0 h 265"/>
                <a:gd name="connsiteX2" fmla="*/ 355 w 399"/>
                <a:gd name="connsiteY2" fmla="*/ 0 h 265"/>
                <a:gd name="connsiteX3" fmla="*/ 0 w 399"/>
                <a:gd name="connsiteY3" fmla="*/ 266 h 265"/>
                <a:gd name="connsiteX4" fmla="*/ 399 w 399"/>
                <a:gd name="connsiteY4" fmla="*/ 133 h 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" h="265">
                  <a:moveTo>
                    <a:pt x="399" y="133"/>
                  </a:moveTo>
                  <a:lnTo>
                    <a:pt x="399" y="0"/>
                  </a:lnTo>
                  <a:cubicBezTo>
                    <a:pt x="399" y="0"/>
                    <a:pt x="355" y="0"/>
                    <a:pt x="355" y="0"/>
                  </a:cubicBezTo>
                  <a:cubicBezTo>
                    <a:pt x="222" y="89"/>
                    <a:pt x="89" y="177"/>
                    <a:pt x="0" y="266"/>
                  </a:cubicBezTo>
                  <a:lnTo>
                    <a:pt x="399" y="133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69" name="Forme libre : forme 20268">
              <a:extLst>
                <a:ext uri="{FF2B5EF4-FFF2-40B4-BE49-F238E27FC236}">
                  <a16:creationId xmlns:a16="http://schemas.microsoft.com/office/drawing/2014/main" id="{D4E873B3-7BF2-4F61-8FE4-FC77B2E15E5C}"/>
                </a:ext>
              </a:extLst>
            </p:cNvPr>
            <p:cNvSpPr/>
            <p:nvPr/>
          </p:nvSpPr>
          <p:spPr>
            <a:xfrm>
              <a:off x="7134718" y="1089788"/>
              <a:ext cx="399" cy="132"/>
            </a:xfrm>
            <a:custGeom>
              <a:avLst/>
              <a:gdLst>
                <a:gd name="connsiteX0" fmla="*/ 399 w 399"/>
                <a:gd name="connsiteY0" fmla="*/ 0 h 132"/>
                <a:gd name="connsiteX1" fmla="*/ 0 w 399"/>
                <a:gd name="connsiteY1" fmla="*/ 0 h 132"/>
                <a:gd name="connsiteX2" fmla="*/ 0 w 399"/>
                <a:gd name="connsiteY2" fmla="*/ 133 h 132"/>
                <a:gd name="connsiteX3" fmla="*/ 399 w 399"/>
                <a:gd name="connsiteY3" fmla="*/ 0 h 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9" h="132">
                  <a:moveTo>
                    <a:pt x="399" y="0"/>
                  </a:moveTo>
                  <a:cubicBezTo>
                    <a:pt x="266" y="0"/>
                    <a:pt x="133" y="0"/>
                    <a:pt x="0" y="0"/>
                  </a:cubicBezTo>
                  <a:lnTo>
                    <a:pt x="0" y="133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70" name="Forme libre : forme 20269">
              <a:extLst>
                <a:ext uri="{FF2B5EF4-FFF2-40B4-BE49-F238E27FC236}">
                  <a16:creationId xmlns:a16="http://schemas.microsoft.com/office/drawing/2014/main" id="{6EB68451-32DD-48C2-8F8A-31D571E289F3}"/>
                </a:ext>
              </a:extLst>
            </p:cNvPr>
            <p:cNvSpPr/>
            <p:nvPr/>
          </p:nvSpPr>
          <p:spPr>
            <a:xfrm>
              <a:off x="7134674" y="1089743"/>
              <a:ext cx="44" cy="44"/>
            </a:xfrm>
            <a:custGeom>
              <a:avLst/>
              <a:gdLst>
                <a:gd name="connsiteX0" fmla="*/ 44 w 44"/>
                <a:gd name="connsiteY0" fmla="*/ 0 h 44"/>
                <a:gd name="connsiteX1" fmla="*/ 0 w 44"/>
                <a:gd name="connsiteY1" fmla="*/ 44 h 44"/>
                <a:gd name="connsiteX2" fmla="*/ 44 w 44"/>
                <a:gd name="connsiteY2" fmla="*/ 44 h 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44">
                  <a:moveTo>
                    <a:pt x="44" y="0"/>
                  </a:moveTo>
                  <a:lnTo>
                    <a:pt x="0" y="44"/>
                  </a:lnTo>
                  <a:lnTo>
                    <a:pt x="44" y="44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71" name="Forme libre : forme 20270">
              <a:extLst>
                <a:ext uri="{FF2B5EF4-FFF2-40B4-BE49-F238E27FC236}">
                  <a16:creationId xmlns:a16="http://schemas.microsoft.com/office/drawing/2014/main" id="{867FE7B9-D269-45BC-A5C4-FA032C8922D3}"/>
                </a:ext>
              </a:extLst>
            </p:cNvPr>
            <p:cNvSpPr/>
            <p:nvPr/>
          </p:nvSpPr>
          <p:spPr>
            <a:xfrm>
              <a:off x="4624566" y="1068420"/>
              <a:ext cx="132" cy="4433"/>
            </a:xfrm>
            <a:custGeom>
              <a:avLst/>
              <a:gdLst>
                <a:gd name="connsiteX0" fmla="*/ 133 w 132"/>
                <a:gd name="connsiteY0" fmla="*/ 0 h 4433"/>
                <a:gd name="connsiteX1" fmla="*/ 89 w 132"/>
                <a:gd name="connsiteY1" fmla="*/ 0 h 4433"/>
                <a:gd name="connsiteX2" fmla="*/ 0 w 132"/>
                <a:gd name="connsiteY2" fmla="*/ 0 h 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2" h="4433">
                  <a:moveTo>
                    <a:pt x="133" y="0"/>
                  </a:moveTo>
                  <a:lnTo>
                    <a:pt x="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72" name="Forme libre : forme 20271">
              <a:extLst>
                <a:ext uri="{FF2B5EF4-FFF2-40B4-BE49-F238E27FC236}">
                  <a16:creationId xmlns:a16="http://schemas.microsoft.com/office/drawing/2014/main" id="{A1DEA7B9-9145-41D9-B5D8-BDAE12B2AF54}"/>
                </a:ext>
              </a:extLst>
            </p:cNvPr>
            <p:cNvSpPr/>
            <p:nvPr/>
          </p:nvSpPr>
          <p:spPr>
            <a:xfrm>
              <a:off x="4288582" y="1062821"/>
              <a:ext cx="2846225" cy="35389"/>
            </a:xfrm>
            <a:custGeom>
              <a:avLst/>
              <a:gdLst>
                <a:gd name="connsiteX0" fmla="*/ 2845737 w 2846225"/>
                <a:gd name="connsiteY0" fmla="*/ 27233 h 35389"/>
                <a:gd name="connsiteX1" fmla="*/ 2846092 w 2846225"/>
                <a:gd name="connsiteY1" fmla="*/ 26967 h 35389"/>
                <a:gd name="connsiteX2" fmla="*/ 2768070 w 2846225"/>
                <a:gd name="connsiteY2" fmla="*/ 30025 h 35389"/>
                <a:gd name="connsiteX3" fmla="*/ 2689648 w 2846225"/>
                <a:gd name="connsiteY3" fmla="*/ 31666 h 35389"/>
                <a:gd name="connsiteX4" fmla="*/ 2532628 w 2846225"/>
                <a:gd name="connsiteY4" fmla="*/ 29493 h 35389"/>
                <a:gd name="connsiteX5" fmla="*/ 2375519 w 2846225"/>
                <a:gd name="connsiteY5" fmla="*/ 30247 h 35389"/>
                <a:gd name="connsiteX6" fmla="*/ 2218543 w 2846225"/>
                <a:gd name="connsiteY6" fmla="*/ 28962 h 35389"/>
                <a:gd name="connsiteX7" fmla="*/ 2061700 w 2846225"/>
                <a:gd name="connsiteY7" fmla="*/ 22844 h 35389"/>
                <a:gd name="connsiteX8" fmla="*/ 2042195 w 2846225"/>
                <a:gd name="connsiteY8" fmla="*/ 21292 h 35389"/>
                <a:gd name="connsiteX9" fmla="*/ 2022733 w 2846225"/>
                <a:gd name="connsiteY9" fmla="*/ 19164 h 35389"/>
                <a:gd name="connsiteX10" fmla="*/ 1983412 w 2846225"/>
                <a:gd name="connsiteY10" fmla="*/ 16194 h 35389"/>
                <a:gd name="connsiteX11" fmla="*/ 1904769 w 2846225"/>
                <a:gd name="connsiteY11" fmla="*/ 16416 h 35389"/>
                <a:gd name="connsiteX12" fmla="*/ 1826303 w 2846225"/>
                <a:gd name="connsiteY12" fmla="*/ 21159 h 35389"/>
                <a:gd name="connsiteX13" fmla="*/ 1787203 w 2846225"/>
                <a:gd name="connsiteY13" fmla="*/ 24528 h 35389"/>
                <a:gd name="connsiteX14" fmla="*/ 1748058 w 2846225"/>
                <a:gd name="connsiteY14" fmla="*/ 26479 h 35389"/>
                <a:gd name="connsiteX15" fmla="*/ 1591171 w 2846225"/>
                <a:gd name="connsiteY15" fmla="*/ 23952 h 35389"/>
                <a:gd name="connsiteX16" fmla="*/ 1512794 w 2846225"/>
                <a:gd name="connsiteY16" fmla="*/ 19297 h 35389"/>
                <a:gd name="connsiteX17" fmla="*/ 1434240 w 2846225"/>
                <a:gd name="connsiteY17" fmla="*/ 18145 h 35389"/>
                <a:gd name="connsiteX18" fmla="*/ 1277219 w 2846225"/>
                <a:gd name="connsiteY18" fmla="*/ 22667 h 35389"/>
                <a:gd name="connsiteX19" fmla="*/ 1237986 w 2846225"/>
                <a:gd name="connsiteY19" fmla="*/ 24174 h 35389"/>
                <a:gd name="connsiteX20" fmla="*/ 1198798 w 2846225"/>
                <a:gd name="connsiteY20" fmla="*/ 24528 h 35389"/>
                <a:gd name="connsiteX21" fmla="*/ 1120376 w 2846225"/>
                <a:gd name="connsiteY21" fmla="*/ 21159 h 35389"/>
                <a:gd name="connsiteX22" fmla="*/ 963799 w 2846225"/>
                <a:gd name="connsiteY22" fmla="*/ 9766 h 35389"/>
                <a:gd name="connsiteX23" fmla="*/ 944250 w 2846225"/>
                <a:gd name="connsiteY23" fmla="*/ 7638 h 35389"/>
                <a:gd name="connsiteX24" fmla="*/ 924611 w 2846225"/>
                <a:gd name="connsiteY24" fmla="*/ 6619 h 35389"/>
                <a:gd name="connsiteX25" fmla="*/ 885334 w 2846225"/>
                <a:gd name="connsiteY25" fmla="*/ 5865 h 35389"/>
                <a:gd name="connsiteX26" fmla="*/ 806779 w 2846225"/>
                <a:gd name="connsiteY26" fmla="*/ 6264 h 35389"/>
                <a:gd name="connsiteX27" fmla="*/ 649803 w 2846225"/>
                <a:gd name="connsiteY27" fmla="*/ 8880 h 35389"/>
                <a:gd name="connsiteX28" fmla="*/ 571603 w 2846225"/>
                <a:gd name="connsiteY28" fmla="*/ 6087 h 35389"/>
                <a:gd name="connsiteX29" fmla="*/ 562072 w 2846225"/>
                <a:gd name="connsiteY29" fmla="*/ 4668 h 35389"/>
                <a:gd name="connsiteX30" fmla="*/ 552186 w 2846225"/>
                <a:gd name="connsiteY30" fmla="*/ 3161 h 35389"/>
                <a:gd name="connsiteX31" fmla="*/ 532459 w 2846225"/>
                <a:gd name="connsiteY31" fmla="*/ 1964 h 35389"/>
                <a:gd name="connsiteX32" fmla="*/ 493138 w 2846225"/>
                <a:gd name="connsiteY32" fmla="*/ 1388 h 35389"/>
                <a:gd name="connsiteX33" fmla="*/ 336117 w 2846225"/>
                <a:gd name="connsiteY33" fmla="*/ 5510 h 35389"/>
                <a:gd name="connsiteX34" fmla="*/ 336162 w 2846225"/>
                <a:gd name="connsiteY34" fmla="*/ 5510 h 35389"/>
                <a:gd name="connsiteX35" fmla="*/ 336073 w 2846225"/>
                <a:gd name="connsiteY35" fmla="*/ 5510 h 35389"/>
                <a:gd name="connsiteX36" fmla="*/ 336117 w 2846225"/>
                <a:gd name="connsiteY36" fmla="*/ 5510 h 35389"/>
                <a:gd name="connsiteX37" fmla="*/ 168103 w 2846225"/>
                <a:gd name="connsiteY37" fmla="*/ 1343 h 35389"/>
                <a:gd name="connsiteX38" fmla="*/ 84052 w 2846225"/>
                <a:gd name="connsiteY38" fmla="*/ 191 h 35389"/>
                <a:gd name="connsiteX39" fmla="*/ 0 w 2846225"/>
                <a:gd name="connsiteY39" fmla="*/ 811 h 35389"/>
                <a:gd name="connsiteX40" fmla="*/ 44 w 2846225"/>
                <a:gd name="connsiteY40" fmla="*/ 1255 h 35389"/>
                <a:gd name="connsiteX41" fmla="*/ 84052 w 2846225"/>
                <a:gd name="connsiteY41" fmla="*/ 1521 h 35389"/>
                <a:gd name="connsiteX42" fmla="*/ 168059 w 2846225"/>
                <a:gd name="connsiteY42" fmla="*/ 3516 h 35389"/>
                <a:gd name="connsiteX43" fmla="*/ 336073 w 2846225"/>
                <a:gd name="connsiteY43" fmla="*/ 8348 h 35389"/>
                <a:gd name="connsiteX44" fmla="*/ 336117 w 2846225"/>
                <a:gd name="connsiteY44" fmla="*/ 8348 h 35389"/>
                <a:gd name="connsiteX45" fmla="*/ 336162 w 2846225"/>
                <a:gd name="connsiteY45" fmla="*/ 8348 h 35389"/>
                <a:gd name="connsiteX46" fmla="*/ 493093 w 2846225"/>
                <a:gd name="connsiteY46" fmla="*/ 4845 h 35389"/>
                <a:gd name="connsiteX47" fmla="*/ 532282 w 2846225"/>
                <a:gd name="connsiteY47" fmla="*/ 5555 h 35389"/>
                <a:gd name="connsiteX48" fmla="*/ 551743 w 2846225"/>
                <a:gd name="connsiteY48" fmla="*/ 6796 h 35389"/>
                <a:gd name="connsiteX49" fmla="*/ 561274 w 2846225"/>
                <a:gd name="connsiteY49" fmla="*/ 8259 h 35389"/>
                <a:gd name="connsiteX50" fmla="*/ 571116 w 2846225"/>
                <a:gd name="connsiteY50" fmla="*/ 9766 h 35389"/>
                <a:gd name="connsiteX51" fmla="*/ 649759 w 2846225"/>
                <a:gd name="connsiteY51" fmla="*/ 12781 h 35389"/>
                <a:gd name="connsiteX52" fmla="*/ 806824 w 2846225"/>
                <a:gd name="connsiteY52" fmla="*/ 9545 h 35389"/>
                <a:gd name="connsiteX53" fmla="*/ 885334 w 2846225"/>
                <a:gd name="connsiteY53" fmla="*/ 8835 h 35389"/>
                <a:gd name="connsiteX54" fmla="*/ 924567 w 2846225"/>
                <a:gd name="connsiteY54" fmla="*/ 9456 h 35389"/>
                <a:gd name="connsiteX55" fmla="*/ 944117 w 2846225"/>
                <a:gd name="connsiteY55" fmla="*/ 10387 h 35389"/>
                <a:gd name="connsiteX56" fmla="*/ 963578 w 2846225"/>
                <a:gd name="connsiteY56" fmla="*/ 12426 h 35389"/>
                <a:gd name="connsiteX57" fmla="*/ 1120332 w 2846225"/>
                <a:gd name="connsiteY57" fmla="*/ 23154 h 35389"/>
                <a:gd name="connsiteX58" fmla="*/ 1198842 w 2846225"/>
                <a:gd name="connsiteY58" fmla="*/ 26169 h 35389"/>
                <a:gd name="connsiteX59" fmla="*/ 1238119 w 2846225"/>
                <a:gd name="connsiteY59" fmla="*/ 25637 h 35389"/>
                <a:gd name="connsiteX60" fmla="*/ 1277352 w 2846225"/>
                <a:gd name="connsiteY60" fmla="*/ 23996 h 35389"/>
                <a:gd name="connsiteX61" fmla="*/ 1434328 w 2846225"/>
                <a:gd name="connsiteY61" fmla="*/ 20051 h 35389"/>
                <a:gd name="connsiteX62" fmla="*/ 1512750 w 2846225"/>
                <a:gd name="connsiteY62" fmla="*/ 21470 h 35389"/>
                <a:gd name="connsiteX63" fmla="*/ 1591127 w 2846225"/>
                <a:gd name="connsiteY63" fmla="*/ 26390 h 35389"/>
                <a:gd name="connsiteX64" fmla="*/ 1748236 w 2846225"/>
                <a:gd name="connsiteY64" fmla="*/ 29715 h 35389"/>
                <a:gd name="connsiteX65" fmla="*/ 1787513 w 2846225"/>
                <a:gd name="connsiteY65" fmla="*/ 27986 h 35389"/>
                <a:gd name="connsiteX66" fmla="*/ 1826657 w 2846225"/>
                <a:gd name="connsiteY66" fmla="*/ 24839 h 35389"/>
                <a:gd name="connsiteX67" fmla="*/ 1904990 w 2846225"/>
                <a:gd name="connsiteY67" fmla="*/ 20494 h 35389"/>
                <a:gd name="connsiteX68" fmla="*/ 1983367 w 2846225"/>
                <a:gd name="connsiteY68" fmla="*/ 20317 h 35389"/>
                <a:gd name="connsiteX69" fmla="*/ 2022334 w 2846225"/>
                <a:gd name="connsiteY69" fmla="*/ 23287 h 35389"/>
                <a:gd name="connsiteX70" fmla="*/ 2041884 w 2846225"/>
                <a:gd name="connsiteY70" fmla="*/ 25459 h 35389"/>
                <a:gd name="connsiteX71" fmla="*/ 2061523 w 2846225"/>
                <a:gd name="connsiteY71" fmla="*/ 27011 h 35389"/>
                <a:gd name="connsiteX72" fmla="*/ 2218543 w 2846225"/>
                <a:gd name="connsiteY72" fmla="*/ 33262 h 35389"/>
                <a:gd name="connsiteX73" fmla="*/ 2375652 w 2846225"/>
                <a:gd name="connsiteY73" fmla="*/ 34636 h 35389"/>
                <a:gd name="connsiteX74" fmla="*/ 2532628 w 2846225"/>
                <a:gd name="connsiteY74" fmla="*/ 33971 h 35389"/>
                <a:gd name="connsiteX75" fmla="*/ 2689693 w 2846225"/>
                <a:gd name="connsiteY75" fmla="*/ 35389 h 35389"/>
                <a:gd name="connsiteX76" fmla="*/ 2768247 w 2846225"/>
                <a:gd name="connsiteY76" fmla="*/ 33350 h 35389"/>
                <a:gd name="connsiteX77" fmla="*/ 2846225 w 2846225"/>
                <a:gd name="connsiteY77" fmla="*/ 29892 h 35389"/>
                <a:gd name="connsiteX78" fmla="*/ 2846181 w 2846225"/>
                <a:gd name="connsiteY78" fmla="*/ 27144 h 35389"/>
                <a:gd name="connsiteX79" fmla="*/ 2845737 w 2846225"/>
                <a:gd name="connsiteY79" fmla="*/ 27233 h 3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2846225" h="35389">
                  <a:moveTo>
                    <a:pt x="2845737" y="27233"/>
                  </a:moveTo>
                  <a:cubicBezTo>
                    <a:pt x="2845870" y="27144"/>
                    <a:pt x="2846004" y="27055"/>
                    <a:pt x="2846092" y="26967"/>
                  </a:cubicBezTo>
                  <a:cubicBezTo>
                    <a:pt x="2820114" y="28119"/>
                    <a:pt x="2794092" y="29139"/>
                    <a:pt x="2768070" y="30025"/>
                  </a:cubicBezTo>
                  <a:cubicBezTo>
                    <a:pt x="2741914" y="30868"/>
                    <a:pt x="2715759" y="31754"/>
                    <a:pt x="2689648" y="31666"/>
                  </a:cubicBezTo>
                  <a:lnTo>
                    <a:pt x="2532628" y="29493"/>
                  </a:lnTo>
                  <a:cubicBezTo>
                    <a:pt x="2480273" y="29006"/>
                    <a:pt x="2427830" y="28829"/>
                    <a:pt x="2375519" y="30247"/>
                  </a:cubicBezTo>
                  <a:cubicBezTo>
                    <a:pt x="2323208" y="30823"/>
                    <a:pt x="2270853" y="30070"/>
                    <a:pt x="2218543" y="28962"/>
                  </a:cubicBezTo>
                  <a:cubicBezTo>
                    <a:pt x="2166233" y="27720"/>
                    <a:pt x="2113878" y="26257"/>
                    <a:pt x="2061700" y="22844"/>
                  </a:cubicBezTo>
                  <a:cubicBezTo>
                    <a:pt x="2055183" y="22489"/>
                    <a:pt x="2048667" y="21824"/>
                    <a:pt x="2042195" y="21292"/>
                  </a:cubicBezTo>
                  <a:cubicBezTo>
                    <a:pt x="2035678" y="20672"/>
                    <a:pt x="2029294" y="19918"/>
                    <a:pt x="2022733" y="19164"/>
                  </a:cubicBezTo>
                  <a:cubicBezTo>
                    <a:pt x="2009655" y="17524"/>
                    <a:pt x="1996533" y="16682"/>
                    <a:pt x="1983412" y="16194"/>
                  </a:cubicBezTo>
                  <a:cubicBezTo>
                    <a:pt x="1957168" y="15130"/>
                    <a:pt x="1930924" y="15529"/>
                    <a:pt x="1904769" y="16416"/>
                  </a:cubicBezTo>
                  <a:cubicBezTo>
                    <a:pt x="1878569" y="17391"/>
                    <a:pt x="1852414" y="19076"/>
                    <a:pt x="1826303" y="21159"/>
                  </a:cubicBezTo>
                  <a:lnTo>
                    <a:pt x="1787203" y="24528"/>
                  </a:lnTo>
                  <a:cubicBezTo>
                    <a:pt x="1774169" y="25504"/>
                    <a:pt x="1761136" y="26124"/>
                    <a:pt x="1748058" y="26479"/>
                  </a:cubicBezTo>
                  <a:cubicBezTo>
                    <a:pt x="1695792" y="27853"/>
                    <a:pt x="1643437" y="26390"/>
                    <a:pt x="1591171" y="23952"/>
                  </a:cubicBezTo>
                  <a:cubicBezTo>
                    <a:pt x="1565016" y="22755"/>
                    <a:pt x="1538949" y="20893"/>
                    <a:pt x="1512794" y="19297"/>
                  </a:cubicBezTo>
                  <a:cubicBezTo>
                    <a:pt x="1486595" y="17967"/>
                    <a:pt x="1460395" y="17923"/>
                    <a:pt x="1434240" y="18145"/>
                  </a:cubicBezTo>
                  <a:cubicBezTo>
                    <a:pt x="1381885" y="18632"/>
                    <a:pt x="1329530" y="20494"/>
                    <a:pt x="1277219" y="22667"/>
                  </a:cubicBezTo>
                  <a:lnTo>
                    <a:pt x="1237986" y="24174"/>
                  </a:lnTo>
                  <a:cubicBezTo>
                    <a:pt x="1224909" y="24794"/>
                    <a:pt x="1211876" y="24883"/>
                    <a:pt x="1198798" y="24528"/>
                  </a:cubicBezTo>
                  <a:cubicBezTo>
                    <a:pt x="1172643" y="23863"/>
                    <a:pt x="1146487" y="22578"/>
                    <a:pt x="1120376" y="21159"/>
                  </a:cubicBezTo>
                  <a:cubicBezTo>
                    <a:pt x="1068155" y="18189"/>
                    <a:pt x="1015844" y="14953"/>
                    <a:pt x="963799" y="9766"/>
                  </a:cubicBezTo>
                  <a:cubicBezTo>
                    <a:pt x="957327" y="8968"/>
                    <a:pt x="950855" y="8259"/>
                    <a:pt x="944250" y="7638"/>
                  </a:cubicBezTo>
                  <a:cubicBezTo>
                    <a:pt x="937688" y="7239"/>
                    <a:pt x="931127" y="6796"/>
                    <a:pt x="924611" y="6619"/>
                  </a:cubicBezTo>
                  <a:cubicBezTo>
                    <a:pt x="911489" y="6087"/>
                    <a:pt x="898411" y="5954"/>
                    <a:pt x="885334" y="5865"/>
                  </a:cubicBezTo>
                  <a:cubicBezTo>
                    <a:pt x="859134" y="5688"/>
                    <a:pt x="832934" y="5909"/>
                    <a:pt x="806779" y="6264"/>
                  </a:cubicBezTo>
                  <a:cubicBezTo>
                    <a:pt x="754424" y="6796"/>
                    <a:pt x="702069" y="9146"/>
                    <a:pt x="649803" y="8880"/>
                  </a:cubicBezTo>
                  <a:cubicBezTo>
                    <a:pt x="623692" y="8658"/>
                    <a:pt x="597448" y="8747"/>
                    <a:pt x="571603" y="6087"/>
                  </a:cubicBezTo>
                  <a:cubicBezTo>
                    <a:pt x="568367" y="5821"/>
                    <a:pt x="565220" y="5244"/>
                    <a:pt x="562072" y="4668"/>
                  </a:cubicBezTo>
                  <a:lnTo>
                    <a:pt x="552186" y="3161"/>
                  </a:lnTo>
                  <a:cubicBezTo>
                    <a:pt x="545625" y="2629"/>
                    <a:pt x="539020" y="2141"/>
                    <a:pt x="532459" y="1964"/>
                  </a:cubicBezTo>
                  <a:cubicBezTo>
                    <a:pt x="519337" y="1476"/>
                    <a:pt x="506215" y="1432"/>
                    <a:pt x="493138" y="1388"/>
                  </a:cubicBezTo>
                  <a:cubicBezTo>
                    <a:pt x="440738" y="1609"/>
                    <a:pt x="388428" y="3383"/>
                    <a:pt x="336117" y="5510"/>
                  </a:cubicBezTo>
                  <a:cubicBezTo>
                    <a:pt x="336117" y="5510"/>
                    <a:pt x="336162" y="5510"/>
                    <a:pt x="336162" y="5510"/>
                  </a:cubicBezTo>
                  <a:lnTo>
                    <a:pt x="336073" y="5510"/>
                  </a:lnTo>
                  <a:cubicBezTo>
                    <a:pt x="336073" y="5510"/>
                    <a:pt x="336117" y="5510"/>
                    <a:pt x="336117" y="5510"/>
                  </a:cubicBezTo>
                  <a:cubicBezTo>
                    <a:pt x="280127" y="3915"/>
                    <a:pt x="224137" y="2496"/>
                    <a:pt x="168103" y="1343"/>
                  </a:cubicBezTo>
                  <a:cubicBezTo>
                    <a:pt x="140086" y="811"/>
                    <a:pt x="112069" y="412"/>
                    <a:pt x="84052" y="191"/>
                  </a:cubicBezTo>
                  <a:cubicBezTo>
                    <a:pt x="56034" y="58"/>
                    <a:pt x="28017" y="-386"/>
                    <a:pt x="0" y="811"/>
                  </a:cubicBezTo>
                  <a:lnTo>
                    <a:pt x="44" y="1255"/>
                  </a:lnTo>
                  <a:cubicBezTo>
                    <a:pt x="28017" y="368"/>
                    <a:pt x="56079" y="1077"/>
                    <a:pt x="84052" y="1521"/>
                  </a:cubicBezTo>
                  <a:lnTo>
                    <a:pt x="168059" y="3516"/>
                  </a:lnTo>
                  <a:cubicBezTo>
                    <a:pt x="224049" y="4890"/>
                    <a:pt x="280083" y="6530"/>
                    <a:pt x="336073" y="8348"/>
                  </a:cubicBezTo>
                  <a:lnTo>
                    <a:pt x="336117" y="8348"/>
                  </a:lnTo>
                  <a:lnTo>
                    <a:pt x="336162" y="8348"/>
                  </a:lnTo>
                  <a:cubicBezTo>
                    <a:pt x="388472" y="6397"/>
                    <a:pt x="440783" y="4845"/>
                    <a:pt x="493093" y="4845"/>
                  </a:cubicBezTo>
                  <a:cubicBezTo>
                    <a:pt x="506171" y="4934"/>
                    <a:pt x="519249" y="5023"/>
                    <a:pt x="532282" y="5555"/>
                  </a:cubicBezTo>
                  <a:cubicBezTo>
                    <a:pt x="538799" y="5776"/>
                    <a:pt x="545271" y="6264"/>
                    <a:pt x="551743" y="6796"/>
                  </a:cubicBezTo>
                  <a:cubicBezTo>
                    <a:pt x="554935" y="7284"/>
                    <a:pt x="557994" y="7727"/>
                    <a:pt x="561274" y="8259"/>
                  </a:cubicBezTo>
                  <a:cubicBezTo>
                    <a:pt x="564555" y="8835"/>
                    <a:pt x="567835" y="9456"/>
                    <a:pt x="571116" y="9766"/>
                  </a:cubicBezTo>
                  <a:cubicBezTo>
                    <a:pt x="597360" y="12515"/>
                    <a:pt x="623559" y="12692"/>
                    <a:pt x="649759" y="12781"/>
                  </a:cubicBezTo>
                  <a:cubicBezTo>
                    <a:pt x="702202" y="12825"/>
                    <a:pt x="754469" y="10254"/>
                    <a:pt x="806824" y="9545"/>
                  </a:cubicBezTo>
                  <a:cubicBezTo>
                    <a:pt x="832979" y="9101"/>
                    <a:pt x="859134" y="8747"/>
                    <a:pt x="885334" y="8835"/>
                  </a:cubicBezTo>
                  <a:cubicBezTo>
                    <a:pt x="898411" y="8880"/>
                    <a:pt x="911489" y="8968"/>
                    <a:pt x="924567" y="9456"/>
                  </a:cubicBezTo>
                  <a:cubicBezTo>
                    <a:pt x="931083" y="9589"/>
                    <a:pt x="937600" y="10032"/>
                    <a:pt x="944117" y="10387"/>
                  </a:cubicBezTo>
                  <a:cubicBezTo>
                    <a:pt x="950544" y="10963"/>
                    <a:pt x="957061" y="11628"/>
                    <a:pt x="963578" y="12426"/>
                  </a:cubicBezTo>
                  <a:cubicBezTo>
                    <a:pt x="1015755" y="17391"/>
                    <a:pt x="1068022" y="20361"/>
                    <a:pt x="1120332" y="23154"/>
                  </a:cubicBezTo>
                  <a:cubicBezTo>
                    <a:pt x="1146487" y="24440"/>
                    <a:pt x="1172643" y="25637"/>
                    <a:pt x="1198842" y="26169"/>
                  </a:cubicBezTo>
                  <a:cubicBezTo>
                    <a:pt x="1211920" y="26479"/>
                    <a:pt x="1225086" y="26302"/>
                    <a:pt x="1238119" y="25637"/>
                  </a:cubicBezTo>
                  <a:lnTo>
                    <a:pt x="1277352" y="23996"/>
                  </a:lnTo>
                  <a:cubicBezTo>
                    <a:pt x="1329663" y="22002"/>
                    <a:pt x="1381973" y="20361"/>
                    <a:pt x="1434328" y="20051"/>
                  </a:cubicBezTo>
                  <a:cubicBezTo>
                    <a:pt x="1460484" y="19962"/>
                    <a:pt x="1486683" y="20051"/>
                    <a:pt x="1512750" y="21470"/>
                  </a:cubicBezTo>
                  <a:cubicBezTo>
                    <a:pt x="1538816" y="23154"/>
                    <a:pt x="1564972" y="25105"/>
                    <a:pt x="1591127" y="26390"/>
                  </a:cubicBezTo>
                  <a:cubicBezTo>
                    <a:pt x="1643437" y="29094"/>
                    <a:pt x="1695792" y="30779"/>
                    <a:pt x="1748236" y="29715"/>
                  </a:cubicBezTo>
                  <a:cubicBezTo>
                    <a:pt x="1761358" y="29405"/>
                    <a:pt x="1774435" y="28873"/>
                    <a:pt x="1787513" y="27986"/>
                  </a:cubicBezTo>
                  <a:lnTo>
                    <a:pt x="1826657" y="24839"/>
                  </a:lnTo>
                  <a:cubicBezTo>
                    <a:pt x="1852724" y="22888"/>
                    <a:pt x="1878835" y="21337"/>
                    <a:pt x="1904990" y="20494"/>
                  </a:cubicBezTo>
                  <a:cubicBezTo>
                    <a:pt x="1931101" y="19608"/>
                    <a:pt x="1957256" y="19253"/>
                    <a:pt x="1983367" y="20317"/>
                  </a:cubicBezTo>
                  <a:cubicBezTo>
                    <a:pt x="1996401" y="20805"/>
                    <a:pt x="2009434" y="21691"/>
                    <a:pt x="2022334" y="23287"/>
                  </a:cubicBezTo>
                  <a:cubicBezTo>
                    <a:pt x="2028762" y="24041"/>
                    <a:pt x="2035367" y="24839"/>
                    <a:pt x="2041884" y="25459"/>
                  </a:cubicBezTo>
                  <a:cubicBezTo>
                    <a:pt x="2048445" y="25947"/>
                    <a:pt x="2054962" y="26656"/>
                    <a:pt x="2061523" y="27011"/>
                  </a:cubicBezTo>
                  <a:cubicBezTo>
                    <a:pt x="2113833" y="30469"/>
                    <a:pt x="2166188" y="31976"/>
                    <a:pt x="2218543" y="33262"/>
                  </a:cubicBezTo>
                  <a:cubicBezTo>
                    <a:pt x="2270898" y="34414"/>
                    <a:pt x="2323253" y="35168"/>
                    <a:pt x="2375652" y="34636"/>
                  </a:cubicBezTo>
                  <a:cubicBezTo>
                    <a:pt x="2428007" y="33262"/>
                    <a:pt x="2480273" y="33483"/>
                    <a:pt x="2532628" y="33971"/>
                  </a:cubicBezTo>
                  <a:lnTo>
                    <a:pt x="2689693" y="35389"/>
                  </a:lnTo>
                  <a:cubicBezTo>
                    <a:pt x="2715936" y="35301"/>
                    <a:pt x="2742092" y="34326"/>
                    <a:pt x="2768247" y="33350"/>
                  </a:cubicBezTo>
                  <a:cubicBezTo>
                    <a:pt x="2794225" y="32331"/>
                    <a:pt x="2820247" y="31178"/>
                    <a:pt x="2846225" y="29892"/>
                  </a:cubicBezTo>
                  <a:lnTo>
                    <a:pt x="2846181" y="27144"/>
                  </a:lnTo>
                  <a:lnTo>
                    <a:pt x="2845737" y="27233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73" name="Forme libre : forme 20272">
              <a:extLst>
                <a:ext uri="{FF2B5EF4-FFF2-40B4-BE49-F238E27FC236}">
                  <a16:creationId xmlns:a16="http://schemas.microsoft.com/office/drawing/2014/main" id="{0B2FE3DD-7E84-4BBE-85AB-5FFF6C235BC6}"/>
                </a:ext>
              </a:extLst>
            </p:cNvPr>
            <p:cNvSpPr/>
            <p:nvPr/>
          </p:nvSpPr>
          <p:spPr>
            <a:xfrm>
              <a:off x="4227760" y="1042538"/>
              <a:ext cx="1377362" cy="41930"/>
            </a:xfrm>
            <a:custGeom>
              <a:avLst/>
              <a:gdLst>
                <a:gd name="connsiteX0" fmla="*/ 0 w 1377362"/>
                <a:gd name="connsiteY0" fmla="*/ 16041 h 41930"/>
                <a:gd name="connsiteX1" fmla="*/ 85780 w 1377362"/>
                <a:gd name="connsiteY1" fmla="*/ 5978 h 41930"/>
                <a:gd name="connsiteX2" fmla="*/ 129047 w 1377362"/>
                <a:gd name="connsiteY2" fmla="*/ 5756 h 41930"/>
                <a:gd name="connsiteX3" fmla="*/ 172181 w 1377362"/>
                <a:gd name="connsiteY3" fmla="*/ 6643 h 41930"/>
                <a:gd name="connsiteX4" fmla="*/ 258405 w 1377362"/>
                <a:gd name="connsiteY4" fmla="*/ 8638 h 41930"/>
                <a:gd name="connsiteX5" fmla="*/ 301539 w 1377362"/>
                <a:gd name="connsiteY5" fmla="*/ 9790 h 41930"/>
                <a:gd name="connsiteX6" fmla="*/ 344673 w 1377362"/>
                <a:gd name="connsiteY6" fmla="*/ 10411 h 41930"/>
                <a:gd name="connsiteX7" fmla="*/ 430941 w 1377362"/>
                <a:gd name="connsiteY7" fmla="*/ 9081 h 41930"/>
                <a:gd name="connsiteX8" fmla="*/ 517254 w 1377362"/>
                <a:gd name="connsiteY8" fmla="*/ 8726 h 41930"/>
                <a:gd name="connsiteX9" fmla="*/ 603522 w 1377362"/>
                <a:gd name="connsiteY9" fmla="*/ 6997 h 41930"/>
                <a:gd name="connsiteX10" fmla="*/ 646478 w 1377362"/>
                <a:gd name="connsiteY10" fmla="*/ 3938 h 41930"/>
                <a:gd name="connsiteX11" fmla="*/ 667935 w 1377362"/>
                <a:gd name="connsiteY11" fmla="*/ 1279 h 41930"/>
                <a:gd name="connsiteX12" fmla="*/ 689568 w 1377362"/>
                <a:gd name="connsiteY12" fmla="*/ 126 h 41930"/>
                <a:gd name="connsiteX13" fmla="*/ 775880 w 1377362"/>
                <a:gd name="connsiteY13" fmla="*/ 4781 h 41930"/>
                <a:gd name="connsiteX14" fmla="*/ 797204 w 1377362"/>
                <a:gd name="connsiteY14" fmla="*/ 8638 h 41930"/>
                <a:gd name="connsiteX15" fmla="*/ 818394 w 1377362"/>
                <a:gd name="connsiteY15" fmla="*/ 12007 h 41930"/>
                <a:gd name="connsiteX16" fmla="*/ 861173 w 1377362"/>
                <a:gd name="connsiteY16" fmla="*/ 14268 h 41930"/>
                <a:gd name="connsiteX17" fmla="*/ 904130 w 1377362"/>
                <a:gd name="connsiteY17" fmla="*/ 12007 h 41930"/>
                <a:gd name="connsiteX18" fmla="*/ 947220 w 1377362"/>
                <a:gd name="connsiteY18" fmla="*/ 9391 h 41930"/>
                <a:gd name="connsiteX19" fmla="*/ 990398 w 1377362"/>
                <a:gd name="connsiteY19" fmla="*/ 7529 h 41930"/>
                <a:gd name="connsiteX20" fmla="*/ 1012076 w 1377362"/>
                <a:gd name="connsiteY20" fmla="*/ 7308 h 41930"/>
                <a:gd name="connsiteX21" fmla="*/ 1033798 w 1377362"/>
                <a:gd name="connsiteY21" fmla="*/ 8638 h 41930"/>
                <a:gd name="connsiteX22" fmla="*/ 1076710 w 1377362"/>
                <a:gd name="connsiteY22" fmla="*/ 13337 h 41930"/>
                <a:gd name="connsiteX23" fmla="*/ 1119445 w 1377362"/>
                <a:gd name="connsiteY23" fmla="*/ 17016 h 41930"/>
                <a:gd name="connsiteX24" fmla="*/ 1162668 w 1377362"/>
                <a:gd name="connsiteY24" fmla="*/ 20164 h 41930"/>
                <a:gd name="connsiteX25" fmla="*/ 1205625 w 1377362"/>
                <a:gd name="connsiteY25" fmla="*/ 24109 h 41930"/>
                <a:gd name="connsiteX26" fmla="*/ 1377363 w 1377362"/>
                <a:gd name="connsiteY26" fmla="*/ 41487 h 41930"/>
                <a:gd name="connsiteX27" fmla="*/ 1377319 w 1377362"/>
                <a:gd name="connsiteY27" fmla="*/ 41930 h 41930"/>
                <a:gd name="connsiteX28" fmla="*/ 1205359 w 1377362"/>
                <a:gd name="connsiteY28" fmla="*/ 27301 h 41930"/>
                <a:gd name="connsiteX29" fmla="*/ 1162358 w 1377362"/>
                <a:gd name="connsiteY29" fmla="*/ 23843 h 41930"/>
                <a:gd name="connsiteX30" fmla="*/ 1119490 w 1377362"/>
                <a:gd name="connsiteY30" fmla="*/ 21183 h 41930"/>
                <a:gd name="connsiteX31" fmla="*/ 1076267 w 1377362"/>
                <a:gd name="connsiteY31" fmla="*/ 17725 h 41930"/>
                <a:gd name="connsiteX32" fmla="*/ 1033399 w 1377362"/>
                <a:gd name="connsiteY32" fmla="*/ 13159 h 41930"/>
                <a:gd name="connsiteX33" fmla="*/ 990575 w 1377362"/>
                <a:gd name="connsiteY33" fmla="*/ 12140 h 41930"/>
                <a:gd name="connsiteX34" fmla="*/ 947530 w 1377362"/>
                <a:gd name="connsiteY34" fmla="*/ 13957 h 41930"/>
                <a:gd name="connsiteX35" fmla="*/ 904485 w 1377362"/>
                <a:gd name="connsiteY35" fmla="*/ 16351 h 41930"/>
                <a:gd name="connsiteX36" fmla="*/ 861262 w 1377362"/>
                <a:gd name="connsiteY36" fmla="*/ 18390 h 41930"/>
                <a:gd name="connsiteX37" fmla="*/ 817951 w 1377362"/>
                <a:gd name="connsiteY37" fmla="*/ 15819 h 41930"/>
                <a:gd name="connsiteX38" fmla="*/ 796539 w 1377362"/>
                <a:gd name="connsiteY38" fmla="*/ 12184 h 41930"/>
                <a:gd name="connsiteX39" fmla="*/ 775437 w 1377362"/>
                <a:gd name="connsiteY39" fmla="*/ 8106 h 41930"/>
                <a:gd name="connsiteX40" fmla="*/ 689657 w 1377362"/>
                <a:gd name="connsiteY40" fmla="*/ 2476 h 41930"/>
                <a:gd name="connsiteX41" fmla="*/ 668201 w 1377362"/>
                <a:gd name="connsiteY41" fmla="*/ 3451 h 41930"/>
                <a:gd name="connsiteX42" fmla="*/ 646833 w 1377362"/>
                <a:gd name="connsiteY42" fmla="*/ 5933 h 41930"/>
                <a:gd name="connsiteX43" fmla="*/ 603699 w 1377362"/>
                <a:gd name="connsiteY43" fmla="*/ 8682 h 41930"/>
                <a:gd name="connsiteX44" fmla="*/ 517387 w 1377362"/>
                <a:gd name="connsiteY44" fmla="*/ 10189 h 41930"/>
                <a:gd name="connsiteX45" fmla="*/ 344806 w 1377362"/>
                <a:gd name="connsiteY45" fmla="*/ 14002 h 41930"/>
                <a:gd name="connsiteX46" fmla="*/ 301672 w 1377362"/>
                <a:gd name="connsiteY46" fmla="*/ 13603 h 41930"/>
                <a:gd name="connsiteX47" fmla="*/ 258538 w 1377362"/>
                <a:gd name="connsiteY47" fmla="*/ 12494 h 41930"/>
                <a:gd name="connsiteX48" fmla="*/ 172226 w 1377362"/>
                <a:gd name="connsiteY48" fmla="*/ 9968 h 41930"/>
                <a:gd name="connsiteX49" fmla="*/ 129092 w 1377362"/>
                <a:gd name="connsiteY49" fmla="*/ 8593 h 41930"/>
                <a:gd name="connsiteX50" fmla="*/ 86091 w 1377362"/>
                <a:gd name="connsiteY50" fmla="*/ 8194 h 41930"/>
                <a:gd name="connsiteX51" fmla="*/ 310 w 1377362"/>
                <a:gd name="connsiteY51" fmla="*/ 16351 h 41930"/>
                <a:gd name="connsiteX52" fmla="*/ 0 w 1377362"/>
                <a:gd name="connsiteY52" fmla="*/ 16041 h 4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377362" h="41930">
                  <a:moveTo>
                    <a:pt x="0" y="16041"/>
                  </a:moveTo>
                  <a:cubicBezTo>
                    <a:pt x="28549" y="11874"/>
                    <a:pt x="57010" y="8106"/>
                    <a:pt x="85780" y="5978"/>
                  </a:cubicBezTo>
                  <a:cubicBezTo>
                    <a:pt x="100188" y="4781"/>
                    <a:pt x="114729" y="5579"/>
                    <a:pt x="129047" y="5756"/>
                  </a:cubicBezTo>
                  <a:lnTo>
                    <a:pt x="172181" y="6643"/>
                  </a:lnTo>
                  <a:lnTo>
                    <a:pt x="258405" y="8638"/>
                  </a:lnTo>
                  <a:lnTo>
                    <a:pt x="301539" y="9790"/>
                  </a:lnTo>
                  <a:cubicBezTo>
                    <a:pt x="315902" y="10056"/>
                    <a:pt x="330266" y="11031"/>
                    <a:pt x="344673" y="10411"/>
                  </a:cubicBezTo>
                  <a:lnTo>
                    <a:pt x="430941" y="9081"/>
                  </a:lnTo>
                  <a:cubicBezTo>
                    <a:pt x="459712" y="8416"/>
                    <a:pt x="488483" y="8948"/>
                    <a:pt x="517254" y="8726"/>
                  </a:cubicBezTo>
                  <a:cubicBezTo>
                    <a:pt x="546024" y="8682"/>
                    <a:pt x="574795" y="8239"/>
                    <a:pt x="603522" y="6997"/>
                  </a:cubicBezTo>
                  <a:cubicBezTo>
                    <a:pt x="617885" y="6332"/>
                    <a:pt x="632248" y="5623"/>
                    <a:pt x="646478" y="3938"/>
                  </a:cubicBezTo>
                  <a:cubicBezTo>
                    <a:pt x="653527" y="3052"/>
                    <a:pt x="660753" y="1855"/>
                    <a:pt x="667935" y="1279"/>
                  </a:cubicBezTo>
                  <a:cubicBezTo>
                    <a:pt x="675116" y="658"/>
                    <a:pt x="682342" y="303"/>
                    <a:pt x="689568" y="126"/>
                  </a:cubicBezTo>
                  <a:cubicBezTo>
                    <a:pt x="718383" y="-450"/>
                    <a:pt x="747243" y="924"/>
                    <a:pt x="775880" y="4781"/>
                  </a:cubicBezTo>
                  <a:cubicBezTo>
                    <a:pt x="783018" y="5712"/>
                    <a:pt x="790244" y="7175"/>
                    <a:pt x="797204" y="8638"/>
                  </a:cubicBezTo>
                  <a:cubicBezTo>
                    <a:pt x="804208" y="10012"/>
                    <a:pt x="811301" y="11120"/>
                    <a:pt x="818394" y="12007"/>
                  </a:cubicBezTo>
                  <a:cubicBezTo>
                    <a:pt x="832580" y="13736"/>
                    <a:pt x="846854" y="14445"/>
                    <a:pt x="861173" y="14268"/>
                  </a:cubicBezTo>
                  <a:cubicBezTo>
                    <a:pt x="875448" y="14179"/>
                    <a:pt x="889767" y="12893"/>
                    <a:pt x="904130" y="12007"/>
                  </a:cubicBezTo>
                  <a:lnTo>
                    <a:pt x="947220" y="9391"/>
                  </a:lnTo>
                  <a:cubicBezTo>
                    <a:pt x="961583" y="8593"/>
                    <a:pt x="975991" y="7928"/>
                    <a:pt x="990398" y="7529"/>
                  </a:cubicBezTo>
                  <a:cubicBezTo>
                    <a:pt x="997624" y="7352"/>
                    <a:pt x="1004806" y="7175"/>
                    <a:pt x="1012076" y="7308"/>
                  </a:cubicBezTo>
                  <a:cubicBezTo>
                    <a:pt x="1019346" y="7396"/>
                    <a:pt x="1026616" y="7973"/>
                    <a:pt x="1033798" y="8638"/>
                  </a:cubicBezTo>
                  <a:cubicBezTo>
                    <a:pt x="1048161" y="10012"/>
                    <a:pt x="1062436" y="11741"/>
                    <a:pt x="1076710" y="13337"/>
                  </a:cubicBezTo>
                  <a:cubicBezTo>
                    <a:pt x="1090985" y="14844"/>
                    <a:pt x="1105348" y="16661"/>
                    <a:pt x="1119445" y="17016"/>
                  </a:cubicBezTo>
                  <a:cubicBezTo>
                    <a:pt x="1134075" y="17548"/>
                    <a:pt x="1148261" y="18967"/>
                    <a:pt x="1162668" y="20164"/>
                  </a:cubicBezTo>
                  <a:lnTo>
                    <a:pt x="1205625" y="24109"/>
                  </a:lnTo>
                  <a:cubicBezTo>
                    <a:pt x="1262901" y="29517"/>
                    <a:pt x="1320132" y="35236"/>
                    <a:pt x="1377363" y="41487"/>
                  </a:cubicBezTo>
                  <a:lnTo>
                    <a:pt x="1377319" y="41930"/>
                  </a:lnTo>
                  <a:lnTo>
                    <a:pt x="1205359" y="27301"/>
                  </a:lnTo>
                  <a:lnTo>
                    <a:pt x="1162358" y="23843"/>
                  </a:lnTo>
                  <a:cubicBezTo>
                    <a:pt x="1148039" y="22779"/>
                    <a:pt x="1133587" y="21538"/>
                    <a:pt x="1119490" y="21183"/>
                  </a:cubicBezTo>
                  <a:cubicBezTo>
                    <a:pt x="1104816" y="21006"/>
                    <a:pt x="1090586" y="19233"/>
                    <a:pt x="1076267" y="17725"/>
                  </a:cubicBezTo>
                  <a:cubicBezTo>
                    <a:pt x="1061948" y="16174"/>
                    <a:pt x="1047674" y="14445"/>
                    <a:pt x="1033399" y="13159"/>
                  </a:cubicBezTo>
                  <a:cubicBezTo>
                    <a:pt x="1019124" y="11608"/>
                    <a:pt x="1004983" y="11696"/>
                    <a:pt x="990575" y="12140"/>
                  </a:cubicBezTo>
                  <a:cubicBezTo>
                    <a:pt x="976212" y="12583"/>
                    <a:pt x="961893" y="13248"/>
                    <a:pt x="947530" y="13957"/>
                  </a:cubicBezTo>
                  <a:lnTo>
                    <a:pt x="904485" y="16351"/>
                  </a:lnTo>
                  <a:cubicBezTo>
                    <a:pt x="890166" y="17149"/>
                    <a:pt x="875758" y="18346"/>
                    <a:pt x="861262" y="18390"/>
                  </a:cubicBezTo>
                  <a:cubicBezTo>
                    <a:pt x="846810" y="18479"/>
                    <a:pt x="832314" y="17770"/>
                    <a:pt x="817951" y="15819"/>
                  </a:cubicBezTo>
                  <a:cubicBezTo>
                    <a:pt x="810769" y="14888"/>
                    <a:pt x="803632" y="13647"/>
                    <a:pt x="796539" y="12184"/>
                  </a:cubicBezTo>
                  <a:cubicBezTo>
                    <a:pt x="789401" y="10633"/>
                    <a:pt x="782575" y="9170"/>
                    <a:pt x="775437" y="8106"/>
                  </a:cubicBezTo>
                  <a:cubicBezTo>
                    <a:pt x="747110" y="3983"/>
                    <a:pt x="718339" y="2254"/>
                    <a:pt x="689657" y="2476"/>
                  </a:cubicBezTo>
                  <a:cubicBezTo>
                    <a:pt x="682475" y="2609"/>
                    <a:pt x="675338" y="2919"/>
                    <a:pt x="668201" y="3451"/>
                  </a:cubicBezTo>
                  <a:cubicBezTo>
                    <a:pt x="661019" y="3983"/>
                    <a:pt x="654059" y="5091"/>
                    <a:pt x="646833" y="5933"/>
                  </a:cubicBezTo>
                  <a:cubicBezTo>
                    <a:pt x="632470" y="7529"/>
                    <a:pt x="618107" y="8106"/>
                    <a:pt x="603699" y="8682"/>
                  </a:cubicBezTo>
                  <a:cubicBezTo>
                    <a:pt x="574928" y="9657"/>
                    <a:pt x="546157" y="9835"/>
                    <a:pt x="517387" y="10189"/>
                  </a:cubicBezTo>
                  <a:cubicBezTo>
                    <a:pt x="459845" y="10012"/>
                    <a:pt x="402348" y="12494"/>
                    <a:pt x="344806" y="14002"/>
                  </a:cubicBezTo>
                  <a:cubicBezTo>
                    <a:pt x="330443" y="14667"/>
                    <a:pt x="316035" y="13780"/>
                    <a:pt x="301672" y="13603"/>
                  </a:cubicBezTo>
                  <a:lnTo>
                    <a:pt x="258538" y="12494"/>
                  </a:lnTo>
                  <a:lnTo>
                    <a:pt x="172226" y="9968"/>
                  </a:lnTo>
                  <a:lnTo>
                    <a:pt x="129092" y="8593"/>
                  </a:lnTo>
                  <a:cubicBezTo>
                    <a:pt x="114640" y="8194"/>
                    <a:pt x="100410" y="7219"/>
                    <a:pt x="86091" y="8194"/>
                  </a:cubicBezTo>
                  <a:cubicBezTo>
                    <a:pt x="57453" y="9923"/>
                    <a:pt x="28726" y="12805"/>
                    <a:pt x="310" y="16351"/>
                  </a:cubicBezTo>
                  <a:lnTo>
                    <a:pt x="0" y="16041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74" name="Forme libre : forme 20273">
              <a:extLst>
                <a:ext uri="{FF2B5EF4-FFF2-40B4-BE49-F238E27FC236}">
                  <a16:creationId xmlns:a16="http://schemas.microsoft.com/office/drawing/2014/main" id="{9B2D50D8-0B94-4BDC-8C72-A58599AAAB28}"/>
                </a:ext>
              </a:extLst>
            </p:cNvPr>
            <p:cNvSpPr/>
            <p:nvPr/>
          </p:nvSpPr>
          <p:spPr>
            <a:xfrm>
              <a:off x="4575270" y="1050156"/>
              <a:ext cx="430941" cy="10793"/>
            </a:xfrm>
            <a:custGeom>
              <a:avLst/>
              <a:gdLst>
                <a:gd name="connsiteX0" fmla="*/ 430941 w 430941"/>
                <a:gd name="connsiteY0" fmla="*/ 0 h 10793"/>
                <a:gd name="connsiteX1" fmla="*/ 404298 w 430941"/>
                <a:gd name="connsiteY1" fmla="*/ 4344 h 10793"/>
                <a:gd name="connsiteX2" fmla="*/ 377478 w 430941"/>
                <a:gd name="connsiteY2" fmla="*/ 7315 h 10793"/>
                <a:gd name="connsiteX3" fmla="*/ 323483 w 430941"/>
                <a:gd name="connsiteY3" fmla="*/ 8955 h 10793"/>
                <a:gd name="connsiteX4" fmla="*/ 269532 w 430941"/>
                <a:gd name="connsiteY4" fmla="*/ 8866 h 10793"/>
                <a:gd name="connsiteX5" fmla="*/ 215759 w 430941"/>
                <a:gd name="connsiteY5" fmla="*/ 10551 h 10793"/>
                <a:gd name="connsiteX6" fmla="*/ 161719 w 430941"/>
                <a:gd name="connsiteY6" fmla="*/ 10418 h 10793"/>
                <a:gd name="connsiteX7" fmla="*/ 107769 w 430941"/>
                <a:gd name="connsiteY7" fmla="*/ 9088 h 10793"/>
                <a:gd name="connsiteX8" fmla="*/ 0 w 430941"/>
                <a:gd name="connsiteY8" fmla="*/ 4433 h 10793"/>
                <a:gd name="connsiteX9" fmla="*/ 53951 w 430941"/>
                <a:gd name="connsiteY9" fmla="*/ 4921 h 10793"/>
                <a:gd name="connsiteX10" fmla="*/ 107857 w 430941"/>
                <a:gd name="connsiteY10" fmla="*/ 5674 h 10793"/>
                <a:gd name="connsiteX11" fmla="*/ 215581 w 430941"/>
                <a:gd name="connsiteY11" fmla="*/ 6118 h 10793"/>
                <a:gd name="connsiteX12" fmla="*/ 269577 w 430941"/>
                <a:gd name="connsiteY12" fmla="*/ 4832 h 10793"/>
                <a:gd name="connsiteX13" fmla="*/ 323483 w 430941"/>
                <a:gd name="connsiteY13" fmla="*/ 5586 h 10793"/>
                <a:gd name="connsiteX14" fmla="*/ 377301 w 430941"/>
                <a:gd name="connsiteY14" fmla="*/ 5187 h 10793"/>
                <a:gd name="connsiteX15" fmla="*/ 430941 w 430941"/>
                <a:gd name="connsiteY15" fmla="*/ 0 h 1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0941" h="10793">
                  <a:moveTo>
                    <a:pt x="430941" y="0"/>
                  </a:moveTo>
                  <a:cubicBezTo>
                    <a:pt x="422164" y="2039"/>
                    <a:pt x="413209" y="3192"/>
                    <a:pt x="404298" y="4344"/>
                  </a:cubicBezTo>
                  <a:cubicBezTo>
                    <a:pt x="395343" y="5453"/>
                    <a:pt x="386433" y="6561"/>
                    <a:pt x="377478" y="7315"/>
                  </a:cubicBezTo>
                  <a:cubicBezTo>
                    <a:pt x="359480" y="8645"/>
                    <a:pt x="341481" y="8733"/>
                    <a:pt x="323483" y="8955"/>
                  </a:cubicBezTo>
                  <a:cubicBezTo>
                    <a:pt x="305485" y="9177"/>
                    <a:pt x="287531" y="8866"/>
                    <a:pt x="269532" y="8866"/>
                  </a:cubicBezTo>
                  <a:cubicBezTo>
                    <a:pt x="251490" y="8910"/>
                    <a:pt x="233757" y="8645"/>
                    <a:pt x="215759" y="10551"/>
                  </a:cubicBezTo>
                  <a:cubicBezTo>
                    <a:pt x="197672" y="11038"/>
                    <a:pt x="179718" y="10684"/>
                    <a:pt x="161719" y="10418"/>
                  </a:cubicBezTo>
                  <a:cubicBezTo>
                    <a:pt x="143721" y="10063"/>
                    <a:pt x="125767" y="9797"/>
                    <a:pt x="107769" y="9088"/>
                  </a:cubicBezTo>
                  <a:cubicBezTo>
                    <a:pt x="71816" y="7891"/>
                    <a:pt x="35908" y="6472"/>
                    <a:pt x="0" y="4433"/>
                  </a:cubicBezTo>
                  <a:lnTo>
                    <a:pt x="53951" y="4921"/>
                  </a:lnTo>
                  <a:lnTo>
                    <a:pt x="107857" y="5674"/>
                  </a:lnTo>
                  <a:cubicBezTo>
                    <a:pt x="143765" y="6029"/>
                    <a:pt x="179806" y="7093"/>
                    <a:pt x="215581" y="6118"/>
                  </a:cubicBezTo>
                  <a:cubicBezTo>
                    <a:pt x="233402" y="4389"/>
                    <a:pt x="251667" y="4743"/>
                    <a:pt x="269577" y="4832"/>
                  </a:cubicBezTo>
                  <a:lnTo>
                    <a:pt x="323483" y="5586"/>
                  </a:lnTo>
                  <a:cubicBezTo>
                    <a:pt x="341437" y="5807"/>
                    <a:pt x="359435" y="6073"/>
                    <a:pt x="377301" y="5187"/>
                  </a:cubicBezTo>
                  <a:cubicBezTo>
                    <a:pt x="395211" y="4078"/>
                    <a:pt x="413209" y="2793"/>
                    <a:pt x="430941" y="0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75" name="Forme libre : forme 20274">
              <a:extLst>
                <a:ext uri="{FF2B5EF4-FFF2-40B4-BE49-F238E27FC236}">
                  <a16:creationId xmlns:a16="http://schemas.microsoft.com/office/drawing/2014/main" id="{694E0375-DFA3-4770-92AA-88CCEF1487D3}"/>
                </a:ext>
              </a:extLst>
            </p:cNvPr>
            <p:cNvSpPr/>
            <p:nvPr/>
          </p:nvSpPr>
          <p:spPr>
            <a:xfrm>
              <a:off x="4502035" y="1087527"/>
              <a:ext cx="828058" cy="27815"/>
            </a:xfrm>
            <a:custGeom>
              <a:avLst/>
              <a:gdLst>
                <a:gd name="connsiteX0" fmla="*/ 0 w 828058"/>
                <a:gd name="connsiteY0" fmla="*/ 19639 h 27815"/>
                <a:gd name="connsiteX1" fmla="*/ 207247 w 828058"/>
                <a:gd name="connsiteY1" fmla="*/ 23983 h 27815"/>
                <a:gd name="connsiteX2" fmla="*/ 310849 w 828058"/>
                <a:gd name="connsiteY2" fmla="*/ 23229 h 27815"/>
                <a:gd name="connsiteX3" fmla="*/ 336694 w 828058"/>
                <a:gd name="connsiteY3" fmla="*/ 22298 h 27815"/>
                <a:gd name="connsiteX4" fmla="*/ 349505 w 828058"/>
                <a:gd name="connsiteY4" fmla="*/ 21367 h 27815"/>
                <a:gd name="connsiteX5" fmla="*/ 362406 w 828058"/>
                <a:gd name="connsiteY5" fmla="*/ 19860 h 27815"/>
                <a:gd name="connsiteX6" fmla="*/ 414140 w 828058"/>
                <a:gd name="connsiteY6" fmla="*/ 15693 h 27815"/>
                <a:gd name="connsiteX7" fmla="*/ 465918 w 828058"/>
                <a:gd name="connsiteY7" fmla="*/ 12723 h 27815"/>
                <a:gd name="connsiteX8" fmla="*/ 517697 w 828058"/>
                <a:gd name="connsiteY8" fmla="*/ 10285 h 27815"/>
                <a:gd name="connsiteX9" fmla="*/ 621387 w 828058"/>
                <a:gd name="connsiteY9" fmla="*/ 7492 h 27815"/>
                <a:gd name="connsiteX10" fmla="*/ 647365 w 828058"/>
                <a:gd name="connsiteY10" fmla="*/ 8157 h 27815"/>
                <a:gd name="connsiteX11" fmla="*/ 673210 w 828058"/>
                <a:gd name="connsiteY11" fmla="*/ 10107 h 27815"/>
                <a:gd name="connsiteX12" fmla="*/ 724856 w 828058"/>
                <a:gd name="connsiteY12" fmla="*/ 9088 h 27815"/>
                <a:gd name="connsiteX13" fmla="*/ 828058 w 828058"/>
                <a:gd name="connsiteY13" fmla="*/ 0 h 27815"/>
                <a:gd name="connsiteX14" fmla="*/ 724989 w 828058"/>
                <a:gd name="connsiteY14" fmla="*/ 11260 h 27815"/>
                <a:gd name="connsiteX15" fmla="*/ 673077 w 828058"/>
                <a:gd name="connsiteY15" fmla="*/ 12945 h 27815"/>
                <a:gd name="connsiteX16" fmla="*/ 647232 w 828058"/>
                <a:gd name="connsiteY16" fmla="*/ 11304 h 27815"/>
                <a:gd name="connsiteX17" fmla="*/ 621387 w 828058"/>
                <a:gd name="connsiteY17" fmla="*/ 10950 h 27815"/>
                <a:gd name="connsiteX18" fmla="*/ 517874 w 828058"/>
                <a:gd name="connsiteY18" fmla="*/ 14363 h 27815"/>
                <a:gd name="connsiteX19" fmla="*/ 466140 w 828058"/>
                <a:gd name="connsiteY19" fmla="*/ 16979 h 27815"/>
                <a:gd name="connsiteX20" fmla="*/ 414450 w 828058"/>
                <a:gd name="connsiteY20" fmla="*/ 20126 h 27815"/>
                <a:gd name="connsiteX21" fmla="*/ 362849 w 828058"/>
                <a:gd name="connsiteY21" fmla="*/ 24072 h 27815"/>
                <a:gd name="connsiteX22" fmla="*/ 349993 w 828058"/>
                <a:gd name="connsiteY22" fmla="*/ 25535 h 27815"/>
                <a:gd name="connsiteX23" fmla="*/ 336960 w 828058"/>
                <a:gd name="connsiteY23" fmla="*/ 26421 h 27815"/>
                <a:gd name="connsiteX24" fmla="*/ 311026 w 828058"/>
                <a:gd name="connsiteY24" fmla="*/ 27264 h 27815"/>
                <a:gd name="connsiteX25" fmla="*/ 207292 w 828058"/>
                <a:gd name="connsiteY25" fmla="*/ 27397 h 27815"/>
                <a:gd name="connsiteX26" fmla="*/ 0 w 828058"/>
                <a:gd name="connsiteY26" fmla="*/ 19639 h 27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28058" h="27815">
                  <a:moveTo>
                    <a:pt x="0" y="19639"/>
                  </a:moveTo>
                  <a:lnTo>
                    <a:pt x="207247" y="23983"/>
                  </a:lnTo>
                  <a:cubicBezTo>
                    <a:pt x="241781" y="24072"/>
                    <a:pt x="276315" y="24072"/>
                    <a:pt x="310849" y="23229"/>
                  </a:cubicBezTo>
                  <a:cubicBezTo>
                    <a:pt x="319493" y="23008"/>
                    <a:pt x="328093" y="22742"/>
                    <a:pt x="336694" y="22298"/>
                  </a:cubicBezTo>
                  <a:cubicBezTo>
                    <a:pt x="340994" y="22077"/>
                    <a:pt x="345294" y="21811"/>
                    <a:pt x="349505" y="21367"/>
                  </a:cubicBezTo>
                  <a:lnTo>
                    <a:pt x="362406" y="19860"/>
                  </a:lnTo>
                  <a:cubicBezTo>
                    <a:pt x="379650" y="18087"/>
                    <a:pt x="396895" y="16890"/>
                    <a:pt x="414140" y="15693"/>
                  </a:cubicBezTo>
                  <a:cubicBezTo>
                    <a:pt x="431385" y="14585"/>
                    <a:pt x="448629" y="13610"/>
                    <a:pt x="465918" y="12723"/>
                  </a:cubicBezTo>
                  <a:lnTo>
                    <a:pt x="517697" y="10285"/>
                  </a:lnTo>
                  <a:cubicBezTo>
                    <a:pt x="552231" y="8733"/>
                    <a:pt x="586765" y="7270"/>
                    <a:pt x="621387" y="7492"/>
                  </a:cubicBezTo>
                  <a:cubicBezTo>
                    <a:pt x="630032" y="7581"/>
                    <a:pt x="638676" y="7714"/>
                    <a:pt x="647365" y="8157"/>
                  </a:cubicBezTo>
                  <a:cubicBezTo>
                    <a:pt x="656054" y="8467"/>
                    <a:pt x="664698" y="9708"/>
                    <a:pt x="673210" y="10107"/>
                  </a:cubicBezTo>
                  <a:cubicBezTo>
                    <a:pt x="690366" y="10772"/>
                    <a:pt x="707655" y="10019"/>
                    <a:pt x="724856" y="9088"/>
                  </a:cubicBezTo>
                  <a:cubicBezTo>
                    <a:pt x="759345" y="7182"/>
                    <a:pt x="793746" y="3901"/>
                    <a:pt x="828058" y="0"/>
                  </a:cubicBezTo>
                  <a:cubicBezTo>
                    <a:pt x="793835" y="4610"/>
                    <a:pt x="759478" y="8600"/>
                    <a:pt x="724989" y="11260"/>
                  </a:cubicBezTo>
                  <a:cubicBezTo>
                    <a:pt x="707744" y="12457"/>
                    <a:pt x="690455" y="13388"/>
                    <a:pt x="673077" y="12945"/>
                  </a:cubicBezTo>
                  <a:cubicBezTo>
                    <a:pt x="664300" y="12634"/>
                    <a:pt x="655788" y="11526"/>
                    <a:pt x="647232" y="11304"/>
                  </a:cubicBezTo>
                  <a:cubicBezTo>
                    <a:pt x="638632" y="10950"/>
                    <a:pt x="630032" y="10905"/>
                    <a:pt x="621387" y="10950"/>
                  </a:cubicBezTo>
                  <a:cubicBezTo>
                    <a:pt x="586898" y="11260"/>
                    <a:pt x="552364" y="12590"/>
                    <a:pt x="517874" y="14363"/>
                  </a:cubicBezTo>
                  <a:lnTo>
                    <a:pt x="466140" y="16979"/>
                  </a:lnTo>
                  <a:cubicBezTo>
                    <a:pt x="448895" y="17910"/>
                    <a:pt x="431651" y="18974"/>
                    <a:pt x="414450" y="20126"/>
                  </a:cubicBezTo>
                  <a:cubicBezTo>
                    <a:pt x="397205" y="21235"/>
                    <a:pt x="380005" y="22387"/>
                    <a:pt x="362849" y="24072"/>
                  </a:cubicBezTo>
                  <a:lnTo>
                    <a:pt x="349993" y="25535"/>
                  </a:lnTo>
                  <a:cubicBezTo>
                    <a:pt x="345604" y="26022"/>
                    <a:pt x="341304" y="26200"/>
                    <a:pt x="336960" y="26421"/>
                  </a:cubicBezTo>
                  <a:cubicBezTo>
                    <a:pt x="328315" y="26820"/>
                    <a:pt x="319671" y="27086"/>
                    <a:pt x="311026" y="27264"/>
                  </a:cubicBezTo>
                  <a:cubicBezTo>
                    <a:pt x="276448" y="27928"/>
                    <a:pt x="241870" y="28017"/>
                    <a:pt x="207292" y="27397"/>
                  </a:cubicBezTo>
                  <a:cubicBezTo>
                    <a:pt x="138002" y="25490"/>
                    <a:pt x="69112" y="22431"/>
                    <a:pt x="0" y="19639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76" name="Forme libre : forme 20275">
              <a:extLst>
                <a:ext uri="{FF2B5EF4-FFF2-40B4-BE49-F238E27FC236}">
                  <a16:creationId xmlns:a16="http://schemas.microsoft.com/office/drawing/2014/main" id="{38F8A9EA-ECC4-4859-BD53-9950ADDBB1FC}"/>
                </a:ext>
              </a:extLst>
            </p:cNvPr>
            <p:cNvSpPr/>
            <p:nvPr/>
          </p:nvSpPr>
          <p:spPr>
            <a:xfrm>
              <a:off x="4969372" y="1093999"/>
              <a:ext cx="1828607" cy="30223"/>
            </a:xfrm>
            <a:custGeom>
              <a:avLst/>
              <a:gdLst>
                <a:gd name="connsiteX0" fmla="*/ 0 w 1828607"/>
                <a:gd name="connsiteY0" fmla="*/ 8999 h 30223"/>
                <a:gd name="connsiteX1" fmla="*/ 48099 w 1828607"/>
                <a:gd name="connsiteY1" fmla="*/ 13255 h 30223"/>
                <a:gd name="connsiteX2" fmla="*/ 96287 w 1828607"/>
                <a:gd name="connsiteY2" fmla="*/ 15516 h 30223"/>
                <a:gd name="connsiteX3" fmla="*/ 120314 w 1828607"/>
                <a:gd name="connsiteY3" fmla="*/ 14762 h 30223"/>
                <a:gd name="connsiteX4" fmla="*/ 144253 w 1828607"/>
                <a:gd name="connsiteY4" fmla="*/ 11925 h 30223"/>
                <a:gd name="connsiteX5" fmla="*/ 168103 w 1828607"/>
                <a:gd name="connsiteY5" fmla="*/ 8201 h 30223"/>
                <a:gd name="connsiteX6" fmla="*/ 192130 w 1828607"/>
                <a:gd name="connsiteY6" fmla="*/ 3901 h 30223"/>
                <a:gd name="connsiteX7" fmla="*/ 192175 w 1828607"/>
                <a:gd name="connsiteY7" fmla="*/ 3901 h 30223"/>
                <a:gd name="connsiteX8" fmla="*/ 192308 w 1828607"/>
                <a:gd name="connsiteY8" fmla="*/ 3901 h 30223"/>
                <a:gd name="connsiteX9" fmla="*/ 294313 w 1828607"/>
                <a:gd name="connsiteY9" fmla="*/ 12590 h 30223"/>
                <a:gd name="connsiteX10" fmla="*/ 319804 w 1828607"/>
                <a:gd name="connsiteY10" fmla="*/ 13565 h 30223"/>
                <a:gd name="connsiteX11" fmla="*/ 332394 w 1828607"/>
                <a:gd name="connsiteY11" fmla="*/ 13033 h 30223"/>
                <a:gd name="connsiteX12" fmla="*/ 345205 w 1828607"/>
                <a:gd name="connsiteY12" fmla="*/ 12014 h 30223"/>
                <a:gd name="connsiteX13" fmla="*/ 396407 w 1828607"/>
                <a:gd name="connsiteY13" fmla="*/ 9354 h 30223"/>
                <a:gd name="connsiteX14" fmla="*/ 447654 w 1828607"/>
                <a:gd name="connsiteY14" fmla="*/ 7935 h 30223"/>
                <a:gd name="connsiteX15" fmla="*/ 473322 w 1828607"/>
                <a:gd name="connsiteY15" fmla="*/ 8201 h 30223"/>
                <a:gd name="connsiteX16" fmla="*/ 498901 w 1828607"/>
                <a:gd name="connsiteY16" fmla="*/ 7980 h 30223"/>
                <a:gd name="connsiteX17" fmla="*/ 601394 w 1828607"/>
                <a:gd name="connsiteY17" fmla="*/ 6871 h 30223"/>
                <a:gd name="connsiteX18" fmla="*/ 627061 w 1828607"/>
                <a:gd name="connsiteY18" fmla="*/ 7935 h 30223"/>
                <a:gd name="connsiteX19" fmla="*/ 639784 w 1828607"/>
                <a:gd name="connsiteY19" fmla="*/ 9443 h 30223"/>
                <a:gd name="connsiteX20" fmla="*/ 652507 w 1828607"/>
                <a:gd name="connsiteY20" fmla="*/ 10506 h 30223"/>
                <a:gd name="connsiteX21" fmla="*/ 703665 w 1828607"/>
                <a:gd name="connsiteY21" fmla="*/ 12856 h 30223"/>
                <a:gd name="connsiteX22" fmla="*/ 754868 w 1828607"/>
                <a:gd name="connsiteY22" fmla="*/ 14674 h 30223"/>
                <a:gd name="connsiteX23" fmla="*/ 780491 w 1828607"/>
                <a:gd name="connsiteY23" fmla="*/ 16447 h 30223"/>
                <a:gd name="connsiteX24" fmla="*/ 805937 w 1828607"/>
                <a:gd name="connsiteY24" fmla="*/ 19284 h 30223"/>
                <a:gd name="connsiteX25" fmla="*/ 908075 w 1828607"/>
                <a:gd name="connsiteY25" fmla="*/ 26554 h 30223"/>
                <a:gd name="connsiteX26" fmla="*/ 959189 w 1828607"/>
                <a:gd name="connsiteY26" fmla="*/ 27352 h 30223"/>
                <a:gd name="connsiteX27" fmla="*/ 1010436 w 1828607"/>
                <a:gd name="connsiteY27" fmla="*/ 26022 h 30223"/>
                <a:gd name="connsiteX28" fmla="*/ 1112530 w 1828607"/>
                <a:gd name="connsiteY28" fmla="*/ 20924 h 30223"/>
                <a:gd name="connsiteX29" fmla="*/ 1138064 w 1828607"/>
                <a:gd name="connsiteY29" fmla="*/ 17865 h 30223"/>
                <a:gd name="connsiteX30" fmla="*/ 1163732 w 1828607"/>
                <a:gd name="connsiteY30" fmla="*/ 16402 h 30223"/>
                <a:gd name="connsiteX31" fmla="*/ 1215023 w 1828607"/>
                <a:gd name="connsiteY31" fmla="*/ 15117 h 30223"/>
                <a:gd name="connsiteX32" fmla="*/ 1266270 w 1828607"/>
                <a:gd name="connsiteY32" fmla="*/ 14762 h 30223"/>
                <a:gd name="connsiteX33" fmla="*/ 1291849 w 1828607"/>
                <a:gd name="connsiteY33" fmla="*/ 14629 h 30223"/>
                <a:gd name="connsiteX34" fmla="*/ 1317605 w 1828607"/>
                <a:gd name="connsiteY34" fmla="*/ 15427 h 30223"/>
                <a:gd name="connsiteX35" fmla="*/ 1419921 w 1828607"/>
                <a:gd name="connsiteY35" fmla="*/ 21190 h 30223"/>
                <a:gd name="connsiteX36" fmla="*/ 1471079 w 1828607"/>
                <a:gd name="connsiteY36" fmla="*/ 23185 h 30223"/>
                <a:gd name="connsiteX37" fmla="*/ 1522059 w 1828607"/>
                <a:gd name="connsiteY37" fmla="*/ 22697 h 30223"/>
                <a:gd name="connsiteX38" fmla="*/ 1534516 w 1828607"/>
                <a:gd name="connsiteY38" fmla="*/ 21146 h 30223"/>
                <a:gd name="connsiteX39" fmla="*/ 1547284 w 1828607"/>
                <a:gd name="connsiteY39" fmla="*/ 19018 h 30223"/>
                <a:gd name="connsiteX40" fmla="*/ 1572818 w 1828607"/>
                <a:gd name="connsiteY40" fmla="*/ 16136 h 30223"/>
                <a:gd name="connsiteX41" fmla="*/ 1623932 w 1828607"/>
                <a:gd name="connsiteY41" fmla="*/ 11881 h 30223"/>
                <a:gd name="connsiteX42" fmla="*/ 1828564 w 1828607"/>
                <a:gd name="connsiteY42" fmla="*/ 0 h 30223"/>
                <a:gd name="connsiteX43" fmla="*/ 1828608 w 1828607"/>
                <a:gd name="connsiteY43" fmla="*/ 443 h 30223"/>
                <a:gd name="connsiteX44" fmla="*/ 1726381 w 1828607"/>
                <a:gd name="connsiteY44" fmla="*/ 7315 h 30223"/>
                <a:gd name="connsiteX45" fmla="*/ 1624198 w 1828607"/>
                <a:gd name="connsiteY45" fmla="*/ 14895 h 30223"/>
                <a:gd name="connsiteX46" fmla="*/ 1522458 w 1828607"/>
                <a:gd name="connsiteY46" fmla="*/ 26554 h 30223"/>
                <a:gd name="connsiteX47" fmla="*/ 1419788 w 1828607"/>
                <a:gd name="connsiteY47" fmla="*/ 25623 h 30223"/>
                <a:gd name="connsiteX48" fmla="*/ 1317472 w 1828607"/>
                <a:gd name="connsiteY48" fmla="*/ 20038 h 30223"/>
                <a:gd name="connsiteX49" fmla="*/ 1292026 w 1828607"/>
                <a:gd name="connsiteY49" fmla="*/ 19284 h 30223"/>
                <a:gd name="connsiteX50" fmla="*/ 1266403 w 1828607"/>
                <a:gd name="connsiteY50" fmla="*/ 19373 h 30223"/>
                <a:gd name="connsiteX51" fmla="*/ 1215200 w 1828607"/>
                <a:gd name="connsiteY51" fmla="*/ 19506 h 30223"/>
                <a:gd name="connsiteX52" fmla="*/ 1164042 w 1828607"/>
                <a:gd name="connsiteY52" fmla="*/ 20570 h 30223"/>
                <a:gd name="connsiteX53" fmla="*/ 1138552 w 1828607"/>
                <a:gd name="connsiteY53" fmla="*/ 21944 h 30223"/>
                <a:gd name="connsiteX54" fmla="*/ 1113195 w 1828607"/>
                <a:gd name="connsiteY54" fmla="*/ 24870 h 30223"/>
                <a:gd name="connsiteX55" fmla="*/ 1061904 w 1828607"/>
                <a:gd name="connsiteY55" fmla="*/ 28106 h 30223"/>
                <a:gd name="connsiteX56" fmla="*/ 1010657 w 1828607"/>
                <a:gd name="connsiteY56" fmla="*/ 29214 h 30223"/>
                <a:gd name="connsiteX57" fmla="*/ 959455 w 1828607"/>
                <a:gd name="connsiteY57" fmla="*/ 30101 h 30223"/>
                <a:gd name="connsiteX58" fmla="*/ 908120 w 1828607"/>
                <a:gd name="connsiteY58" fmla="*/ 28859 h 30223"/>
                <a:gd name="connsiteX59" fmla="*/ 805893 w 1828607"/>
                <a:gd name="connsiteY59" fmla="*/ 20969 h 30223"/>
                <a:gd name="connsiteX60" fmla="*/ 780447 w 1828607"/>
                <a:gd name="connsiteY60" fmla="*/ 17954 h 30223"/>
                <a:gd name="connsiteX61" fmla="*/ 754956 w 1828607"/>
                <a:gd name="connsiteY61" fmla="*/ 16048 h 30223"/>
                <a:gd name="connsiteX62" fmla="*/ 703754 w 1828607"/>
                <a:gd name="connsiteY62" fmla="*/ 14319 h 30223"/>
                <a:gd name="connsiteX63" fmla="*/ 652507 w 1828607"/>
                <a:gd name="connsiteY63" fmla="*/ 12368 h 30223"/>
                <a:gd name="connsiteX64" fmla="*/ 639696 w 1828607"/>
                <a:gd name="connsiteY64" fmla="*/ 11393 h 30223"/>
                <a:gd name="connsiteX65" fmla="*/ 626973 w 1828607"/>
                <a:gd name="connsiteY65" fmla="*/ 9974 h 30223"/>
                <a:gd name="connsiteX66" fmla="*/ 601438 w 1828607"/>
                <a:gd name="connsiteY66" fmla="*/ 9088 h 30223"/>
                <a:gd name="connsiteX67" fmla="*/ 499034 w 1828607"/>
                <a:gd name="connsiteY67" fmla="*/ 10905 h 30223"/>
                <a:gd name="connsiteX68" fmla="*/ 473366 w 1828607"/>
                <a:gd name="connsiteY68" fmla="*/ 11304 h 30223"/>
                <a:gd name="connsiteX69" fmla="*/ 447787 w 1828607"/>
                <a:gd name="connsiteY69" fmla="*/ 11216 h 30223"/>
                <a:gd name="connsiteX70" fmla="*/ 396629 w 1828607"/>
                <a:gd name="connsiteY70" fmla="*/ 12989 h 30223"/>
                <a:gd name="connsiteX71" fmla="*/ 345515 w 1828607"/>
                <a:gd name="connsiteY71" fmla="*/ 15693 h 30223"/>
                <a:gd name="connsiteX72" fmla="*/ 332793 w 1828607"/>
                <a:gd name="connsiteY72" fmla="*/ 16624 h 30223"/>
                <a:gd name="connsiteX73" fmla="*/ 319804 w 1828607"/>
                <a:gd name="connsiteY73" fmla="*/ 17067 h 30223"/>
                <a:gd name="connsiteX74" fmla="*/ 294136 w 1828607"/>
                <a:gd name="connsiteY74" fmla="*/ 15915 h 30223"/>
                <a:gd name="connsiteX75" fmla="*/ 192042 w 1828607"/>
                <a:gd name="connsiteY75" fmla="*/ 6517 h 30223"/>
                <a:gd name="connsiteX76" fmla="*/ 192175 w 1828607"/>
                <a:gd name="connsiteY76" fmla="*/ 6517 h 30223"/>
                <a:gd name="connsiteX77" fmla="*/ 144652 w 1828607"/>
                <a:gd name="connsiteY77" fmla="*/ 14186 h 30223"/>
                <a:gd name="connsiteX78" fmla="*/ 120580 w 1828607"/>
                <a:gd name="connsiteY78" fmla="*/ 16890 h 30223"/>
                <a:gd name="connsiteX79" fmla="*/ 96331 w 1828607"/>
                <a:gd name="connsiteY79" fmla="*/ 17466 h 30223"/>
                <a:gd name="connsiteX80" fmla="*/ 48055 w 1828607"/>
                <a:gd name="connsiteY80" fmla="*/ 14363 h 30223"/>
                <a:gd name="connsiteX81" fmla="*/ 0 w 1828607"/>
                <a:gd name="connsiteY81" fmla="*/ 9265 h 30223"/>
                <a:gd name="connsiteX82" fmla="*/ 0 w 1828607"/>
                <a:gd name="connsiteY82" fmla="*/ 8999 h 30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828607" h="30223">
                  <a:moveTo>
                    <a:pt x="0" y="8999"/>
                  </a:moveTo>
                  <a:cubicBezTo>
                    <a:pt x="16003" y="10684"/>
                    <a:pt x="32051" y="12102"/>
                    <a:pt x="48099" y="13255"/>
                  </a:cubicBezTo>
                  <a:cubicBezTo>
                    <a:pt x="64147" y="14363"/>
                    <a:pt x="80239" y="15339"/>
                    <a:pt x="96287" y="15516"/>
                  </a:cubicBezTo>
                  <a:cubicBezTo>
                    <a:pt x="104311" y="15649"/>
                    <a:pt x="112335" y="15472"/>
                    <a:pt x="120314" y="14762"/>
                  </a:cubicBezTo>
                  <a:cubicBezTo>
                    <a:pt x="128294" y="14009"/>
                    <a:pt x="136273" y="13033"/>
                    <a:pt x="144253" y="11925"/>
                  </a:cubicBezTo>
                  <a:cubicBezTo>
                    <a:pt x="152233" y="10817"/>
                    <a:pt x="160168" y="9531"/>
                    <a:pt x="168103" y="8201"/>
                  </a:cubicBezTo>
                  <a:lnTo>
                    <a:pt x="192130" y="3901"/>
                  </a:lnTo>
                  <a:lnTo>
                    <a:pt x="192175" y="3901"/>
                  </a:lnTo>
                  <a:lnTo>
                    <a:pt x="192308" y="3901"/>
                  </a:lnTo>
                  <a:cubicBezTo>
                    <a:pt x="226265" y="7315"/>
                    <a:pt x="260267" y="10506"/>
                    <a:pt x="294313" y="12590"/>
                  </a:cubicBezTo>
                  <a:cubicBezTo>
                    <a:pt x="302825" y="13078"/>
                    <a:pt x="311336" y="13477"/>
                    <a:pt x="319804" y="13565"/>
                  </a:cubicBezTo>
                  <a:cubicBezTo>
                    <a:pt x="324104" y="13610"/>
                    <a:pt x="328138" y="13432"/>
                    <a:pt x="332394" y="13033"/>
                  </a:cubicBezTo>
                  <a:cubicBezTo>
                    <a:pt x="336694" y="12634"/>
                    <a:pt x="340949" y="12324"/>
                    <a:pt x="345205" y="12014"/>
                  </a:cubicBezTo>
                  <a:cubicBezTo>
                    <a:pt x="362273" y="10772"/>
                    <a:pt x="379340" y="10063"/>
                    <a:pt x="396407" y="9354"/>
                  </a:cubicBezTo>
                  <a:cubicBezTo>
                    <a:pt x="413475" y="8689"/>
                    <a:pt x="430542" y="8157"/>
                    <a:pt x="447654" y="7935"/>
                  </a:cubicBezTo>
                  <a:cubicBezTo>
                    <a:pt x="456166" y="7758"/>
                    <a:pt x="464899" y="7980"/>
                    <a:pt x="473322" y="8201"/>
                  </a:cubicBezTo>
                  <a:cubicBezTo>
                    <a:pt x="481833" y="8246"/>
                    <a:pt x="490345" y="8068"/>
                    <a:pt x="498901" y="7980"/>
                  </a:cubicBezTo>
                  <a:cubicBezTo>
                    <a:pt x="533036" y="7403"/>
                    <a:pt x="567215" y="6428"/>
                    <a:pt x="601394" y="6871"/>
                  </a:cubicBezTo>
                  <a:cubicBezTo>
                    <a:pt x="609950" y="7004"/>
                    <a:pt x="618506" y="7315"/>
                    <a:pt x="627061" y="7935"/>
                  </a:cubicBezTo>
                  <a:cubicBezTo>
                    <a:pt x="631362" y="8423"/>
                    <a:pt x="635617" y="8910"/>
                    <a:pt x="639784" y="9443"/>
                  </a:cubicBezTo>
                  <a:cubicBezTo>
                    <a:pt x="644040" y="9841"/>
                    <a:pt x="648252" y="10240"/>
                    <a:pt x="652507" y="10506"/>
                  </a:cubicBezTo>
                  <a:cubicBezTo>
                    <a:pt x="669531" y="11703"/>
                    <a:pt x="686598" y="12235"/>
                    <a:pt x="703665" y="12856"/>
                  </a:cubicBezTo>
                  <a:lnTo>
                    <a:pt x="754868" y="14674"/>
                  </a:lnTo>
                  <a:cubicBezTo>
                    <a:pt x="763424" y="15028"/>
                    <a:pt x="771935" y="15472"/>
                    <a:pt x="780491" y="16447"/>
                  </a:cubicBezTo>
                  <a:cubicBezTo>
                    <a:pt x="788958" y="17555"/>
                    <a:pt x="797425" y="18486"/>
                    <a:pt x="805937" y="19284"/>
                  </a:cubicBezTo>
                  <a:cubicBezTo>
                    <a:pt x="839939" y="22476"/>
                    <a:pt x="873985" y="24914"/>
                    <a:pt x="908075" y="26554"/>
                  </a:cubicBezTo>
                  <a:cubicBezTo>
                    <a:pt x="925099" y="27308"/>
                    <a:pt x="942210" y="27929"/>
                    <a:pt x="959189" y="27352"/>
                  </a:cubicBezTo>
                  <a:cubicBezTo>
                    <a:pt x="976301" y="26687"/>
                    <a:pt x="993368" y="26421"/>
                    <a:pt x="1010436" y="26022"/>
                  </a:cubicBezTo>
                  <a:cubicBezTo>
                    <a:pt x="1044526" y="25136"/>
                    <a:pt x="1078794" y="24604"/>
                    <a:pt x="1112530" y="20924"/>
                  </a:cubicBezTo>
                  <a:cubicBezTo>
                    <a:pt x="1120820" y="19727"/>
                    <a:pt x="1129509" y="18530"/>
                    <a:pt x="1138064" y="17865"/>
                  </a:cubicBezTo>
                  <a:cubicBezTo>
                    <a:pt x="1146620" y="17200"/>
                    <a:pt x="1155176" y="16713"/>
                    <a:pt x="1163732" y="16402"/>
                  </a:cubicBezTo>
                  <a:cubicBezTo>
                    <a:pt x="1180844" y="15693"/>
                    <a:pt x="1197911" y="15339"/>
                    <a:pt x="1215023" y="15117"/>
                  </a:cubicBezTo>
                  <a:lnTo>
                    <a:pt x="1266270" y="14762"/>
                  </a:lnTo>
                  <a:lnTo>
                    <a:pt x="1291849" y="14629"/>
                  </a:lnTo>
                  <a:cubicBezTo>
                    <a:pt x="1300449" y="14585"/>
                    <a:pt x="1309093" y="14940"/>
                    <a:pt x="1317605" y="15427"/>
                  </a:cubicBezTo>
                  <a:cubicBezTo>
                    <a:pt x="1351740" y="17245"/>
                    <a:pt x="1385830" y="19550"/>
                    <a:pt x="1419921" y="21190"/>
                  </a:cubicBezTo>
                  <a:cubicBezTo>
                    <a:pt x="1436944" y="22077"/>
                    <a:pt x="1454011" y="22697"/>
                    <a:pt x="1471079" y="23185"/>
                  </a:cubicBezTo>
                  <a:cubicBezTo>
                    <a:pt x="1488102" y="23584"/>
                    <a:pt x="1505214" y="23894"/>
                    <a:pt x="1522059" y="22697"/>
                  </a:cubicBezTo>
                  <a:cubicBezTo>
                    <a:pt x="1526315" y="22520"/>
                    <a:pt x="1530394" y="21811"/>
                    <a:pt x="1534516" y="21146"/>
                  </a:cubicBezTo>
                  <a:cubicBezTo>
                    <a:pt x="1538728" y="20481"/>
                    <a:pt x="1543072" y="19506"/>
                    <a:pt x="1547284" y="19018"/>
                  </a:cubicBezTo>
                  <a:cubicBezTo>
                    <a:pt x="1555795" y="17865"/>
                    <a:pt x="1564307" y="16979"/>
                    <a:pt x="1572818" y="16136"/>
                  </a:cubicBezTo>
                  <a:cubicBezTo>
                    <a:pt x="1589841" y="14496"/>
                    <a:pt x="1606864" y="13166"/>
                    <a:pt x="1623932" y="11881"/>
                  </a:cubicBezTo>
                  <a:cubicBezTo>
                    <a:pt x="1692068" y="6871"/>
                    <a:pt x="1760294" y="3148"/>
                    <a:pt x="1828564" y="0"/>
                  </a:cubicBezTo>
                  <a:lnTo>
                    <a:pt x="1828608" y="443"/>
                  </a:lnTo>
                  <a:lnTo>
                    <a:pt x="1726381" y="7315"/>
                  </a:lnTo>
                  <a:cubicBezTo>
                    <a:pt x="1692290" y="9620"/>
                    <a:pt x="1658244" y="12058"/>
                    <a:pt x="1624198" y="14895"/>
                  </a:cubicBezTo>
                  <a:cubicBezTo>
                    <a:pt x="1590063" y="17732"/>
                    <a:pt x="1556327" y="20658"/>
                    <a:pt x="1522458" y="26554"/>
                  </a:cubicBezTo>
                  <a:cubicBezTo>
                    <a:pt x="1488102" y="28904"/>
                    <a:pt x="1453923" y="27086"/>
                    <a:pt x="1419788" y="25623"/>
                  </a:cubicBezTo>
                  <a:cubicBezTo>
                    <a:pt x="1385653" y="24027"/>
                    <a:pt x="1351562" y="21767"/>
                    <a:pt x="1317472" y="20038"/>
                  </a:cubicBezTo>
                  <a:cubicBezTo>
                    <a:pt x="1308916" y="19594"/>
                    <a:pt x="1300493" y="19240"/>
                    <a:pt x="1292026" y="19284"/>
                  </a:cubicBezTo>
                  <a:lnTo>
                    <a:pt x="1266403" y="19373"/>
                  </a:lnTo>
                  <a:lnTo>
                    <a:pt x="1215200" y="19506"/>
                  </a:lnTo>
                  <a:cubicBezTo>
                    <a:pt x="1198133" y="19639"/>
                    <a:pt x="1181066" y="19949"/>
                    <a:pt x="1164042" y="20570"/>
                  </a:cubicBezTo>
                  <a:cubicBezTo>
                    <a:pt x="1155531" y="20880"/>
                    <a:pt x="1147019" y="21323"/>
                    <a:pt x="1138552" y="21944"/>
                  </a:cubicBezTo>
                  <a:cubicBezTo>
                    <a:pt x="1130041" y="22564"/>
                    <a:pt x="1121839" y="23673"/>
                    <a:pt x="1113195" y="24870"/>
                  </a:cubicBezTo>
                  <a:cubicBezTo>
                    <a:pt x="1096083" y="26776"/>
                    <a:pt x="1079016" y="27530"/>
                    <a:pt x="1061904" y="28106"/>
                  </a:cubicBezTo>
                  <a:cubicBezTo>
                    <a:pt x="1044792" y="28638"/>
                    <a:pt x="1027725" y="28948"/>
                    <a:pt x="1010657" y="29214"/>
                  </a:cubicBezTo>
                  <a:cubicBezTo>
                    <a:pt x="993590" y="29480"/>
                    <a:pt x="976478" y="29613"/>
                    <a:pt x="959455" y="30101"/>
                  </a:cubicBezTo>
                  <a:cubicBezTo>
                    <a:pt x="942299" y="30544"/>
                    <a:pt x="925187" y="29702"/>
                    <a:pt x="908120" y="28859"/>
                  </a:cubicBezTo>
                  <a:cubicBezTo>
                    <a:pt x="873985" y="26998"/>
                    <a:pt x="839939" y="24338"/>
                    <a:pt x="805893" y="20969"/>
                  </a:cubicBezTo>
                  <a:cubicBezTo>
                    <a:pt x="797381" y="20082"/>
                    <a:pt x="788869" y="19107"/>
                    <a:pt x="780447" y="17954"/>
                  </a:cubicBezTo>
                  <a:cubicBezTo>
                    <a:pt x="772024" y="16934"/>
                    <a:pt x="763468" y="16447"/>
                    <a:pt x="754956" y="16048"/>
                  </a:cubicBezTo>
                  <a:cubicBezTo>
                    <a:pt x="737933" y="15161"/>
                    <a:pt x="720821" y="14762"/>
                    <a:pt x="703754" y="14319"/>
                  </a:cubicBezTo>
                  <a:cubicBezTo>
                    <a:pt x="686687" y="13831"/>
                    <a:pt x="669619" y="13432"/>
                    <a:pt x="652507" y="12368"/>
                  </a:cubicBezTo>
                  <a:cubicBezTo>
                    <a:pt x="648252" y="12147"/>
                    <a:pt x="643952" y="11748"/>
                    <a:pt x="639696" y="11393"/>
                  </a:cubicBezTo>
                  <a:cubicBezTo>
                    <a:pt x="635396" y="10861"/>
                    <a:pt x="631184" y="10373"/>
                    <a:pt x="626973" y="9974"/>
                  </a:cubicBezTo>
                  <a:cubicBezTo>
                    <a:pt x="618506" y="9398"/>
                    <a:pt x="609994" y="9177"/>
                    <a:pt x="601438" y="9088"/>
                  </a:cubicBezTo>
                  <a:cubicBezTo>
                    <a:pt x="567303" y="8866"/>
                    <a:pt x="533169" y="10107"/>
                    <a:pt x="499034" y="10905"/>
                  </a:cubicBezTo>
                  <a:cubicBezTo>
                    <a:pt x="490478" y="11083"/>
                    <a:pt x="481966" y="11349"/>
                    <a:pt x="473366" y="11304"/>
                  </a:cubicBezTo>
                  <a:cubicBezTo>
                    <a:pt x="464677" y="11127"/>
                    <a:pt x="456387" y="10994"/>
                    <a:pt x="447787" y="11216"/>
                  </a:cubicBezTo>
                  <a:cubicBezTo>
                    <a:pt x="430720" y="11570"/>
                    <a:pt x="413697" y="12235"/>
                    <a:pt x="396629" y="12989"/>
                  </a:cubicBezTo>
                  <a:cubicBezTo>
                    <a:pt x="379562" y="13787"/>
                    <a:pt x="362539" y="14674"/>
                    <a:pt x="345515" y="15693"/>
                  </a:cubicBezTo>
                  <a:cubicBezTo>
                    <a:pt x="341260" y="15959"/>
                    <a:pt x="337004" y="16269"/>
                    <a:pt x="332793" y="16624"/>
                  </a:cubicBezTo>
                  <a:cubicBezTo>
                    <a:pt x="328581" y="17023"/>
                    <a:pt x="324059" y="17156"/>
                    <a:pt x="319804" y="17067"/>
                  </a:cubicBezTo>
                  <a:cubicBezTo>
                    <a:pt x="311203" y="16934"/>
                    <a:pt x="302648" y="16491"/>
                    <a:pt x="294136" y="15915"/>
                  </a:cubicBezTo>
                  <a:cubicBezTo>
                    <a:pt x="260001" y="13610"/>
                    <a:pt x="225999" y="10152"/>
                    <a:pt x="192042" y="6517"/>
                  </a:cubicBezTo>
                  <a:lnTo>
                    <a:pt x="192175" y="6517"/>
                  </a:lnTo>
                  <a:cubicBezTo>
                    <a:pt x="176792" y="9221"/>
                    <a:pt x="160567" y="12102"/>
                    <a:pt x="144652" y="14186"/>
                  </a:cubicBezTo>
                  <a:cubicBezTo>
                    <a:pt x="136672" y="15250"/>
                    <a:pt x="128648" y="16181"/>
                    <a:pt x="120580" y="16890"/>
                  </a:cubicBezTo>
                  <a:cubicBezTo>
                    <a:pt x="112512" y="17555"/>
                    <a:pt x="104399" y="17688"/>
                    <a:pt x="96331" y="17466"/>
                  </a:cubicBezTo>
                  <a:cubicBezTo>
                    <a:pt x="80195" y="17067"/>
                    <a:pt x="64103" y="15782"/>
                    <a:pt x="48055" y="14363"/>
                  </a:cubicBezTo>
                  <a:cubicBezTo>
                    <a:pt x="32007" y="12900"/>
                    <a:pt x="16003" y="11216"/>
                    <a:pt x="0" y="9265"/>
                  </a:cubicBezTo>
                  <a:lnTo>
                    <a:pt x="0" y="8999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77" name="Forme libre : forme 20276">
              <a:extLst>
                <a:ext uri="{FF2B5EF4-FFF2-40B4-BE49-F238E27FC236}">
                  <a16:creationId xmlns:a16="http://schemas.microsoft.com/office/drawing/2014/main" id="{6349717A-4B34-43B3-B818-11C8C34C1929}"/>
                </a:ext>
              </a:extLst>
            </p:cNvPr>
            <p:cNvSpPr/>
            <p:nvPr/>
          </p:nvSpPr>
          <p:spPr>
            <a:xfrm>
              <a:off x="5568860" y="1081756"/>
              <a:ext cx="718693" cy="32728"/>
            </a:xfrm>
            <a:custGeom>
              <a:avLst/>
              <a:gdLst>
                <a:gd name="connsiteX0" fmla="*/ 0 w 718693"/>
                <a:gd name="connsiteY0" fmla="*/ 20489 h 32728"/>
                <a:gd name="connsiteX1" fmla="*/ 89992 w 718693"/>
                <a:gd name="connsiteY1" fmla="*/ 14549 h 32728"/>
                <a:gd name="connsiteX2" fmla="*/ 135076 w 718693"/>
                <a:gd name="connsiteY2" fmla="*/ 12775 h 32728"/>
                <a:gd name="connsiteX3" fmla="*/ 180294 w 718693"/>
                <a:gd name="connsiteY3" fmla="*/ 14061 h 32728"/>
                <a:gd name="connsiteX4" fmla="*/ 359879 w 718693"/>
                <a:gd name="connsiteY4" fmla="*/ 27759 h 32728"/>
                <a:gd name="connsiteX5" fmla="*/ 449782 w 718693"/>
                <a:gd name="connsiteY5" fmla="*/ 26651 h 32728"/>
                <a:gd name="connsiteX6" fmla="*/ 539286 w 718693"/>
                <a:gd name="connsiteY6" fmla="*/ 17031 h 32728"/>
                <a:gd name="connsiteX7" fmla="*/ 628702 w 718693"/>
                <a:gd name="connsiteY7" fmla="*/ 5416 h 32728"/>
                <a:gd name="connsiteX8" fmla="*/ 673609 w 718693"/>
                <a:gd name="connsiteY8" fmla="*/ 1116 h 32728"/>
                <a:gd name="connsiteX9" fmla="*/ 718694 w 718693"/>
                <a:gd name="connsiteY9" fmla="*/ 584 h 32728"/>
                <a:gd name="connsiteX10" fmla="*/ 628968 w 718693"/>
                <a:gd name="connsiteY10" fmla="*/ 7589 h 32728"/>
                <a:gd name="connsiteX11" fmla="*/ 539729 w 718693"/>
                <a:gd name="connsiteY11" fmla="*/ 20400 h 32728"/>
                <a:gd name="connsiteX12" fmla="*/ 450048 w 718693"/>
                <a:gd name="connsiteY12" fmla="*/ 30685 h 32728"/>
                <a:gd name="connsiteX13" fmla="*/ 359746 w 718693"/>
                <a:gd name="connsiteY13" fmla="*/ 32192 h 32728"/>
                <a:gd name="connsiteX14" fmla="*/ 179939 w 718693"/>
                <a:gd name="connsiteY14" fmla="*/ 17430 h 32728"/>
                <a:gd name="connsiteX15" fmla="*/ 135121 w 718693"/>
                <a:gd name="connsiteY15" fmla="*/ 15568 h 32728"/>
                <a:gd name="connsiteX16" fmla="*/ 90081 w 718693"/>
                <a:gd name="connsiteY16" fmla="*/ 16721 h 32728"/>
                <a:gd name="connsiteX17" fmla="*/ 0 w 718693"/>
                <a:gd name="connsiteY17" fmla="*/ 20489 h 3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18693" h="32728">
                  <a:moveTo>
                    <a:pt x="0" y="20489"/>
                  </a:moveTo>
                  <a:cubicBezTo>
                    <a:pt x="29968" y="18228"/>
                    <a:pt x="59980" y="16233"/>
                    <a:pt x="89992" y="14549"/>
                  </a:cubicBezTo>
                  <a:cubicBezTo>
                    <a:pt x="105020" y="13751"/>
                    <a:pt x="120048" y="13130"/>
                    <a:pt x="135076" y="12775"/>
                  </a:cubicBezTo>
                  <a:cubicBezTo>
                    <a:pt x="150016" y="12465"/>
                    <a:pt x="165355" y="12155"/>
                    <a:pt x="180294" y="14061"/>
                  </a:cubicBezTo>
                  <a:cubicBezTo>
                    <a:pt x="240097" y="20134"/>
                    <a:pt x="299899" y="26030"/>
                    <a:pt x="359879" y="27759"/>
                  </a:cubicBezTo>
                  <a:cubicBezTo>
                    <a:pt x="389846" y="28735"/>
                    <a:pt x="419903" y="28956"/>
                    <a:pt x="449782" y="26651"/>
                  </a:cubicBezTo>
                  <a:cubicBezTo>
                    <a:pt x="479705" y="24523"/>
                    <a:pt x="509496" y="20755"/>
                    <a:pt x="539286" y="17031"/>
                  </a:cubicBezTo>
                  <a:cubicBezTo>
                    <a:pt x="569077" y="13219"/>
                    <a:pt x="598823" y="8963"/>
                    <a:pt x="628702" y="5416"/>
                  </a:cubicBezTo>
                  <a:cubicBezTo>
                    <a:pt x="643641" y="3732"/>
                    <a:pt x="658581" y="2136"/>
                    <a:pt x="673609" y="1116"/>
                  </a:cubicBezTo>
                  <a:cubicBezTo>
                    <a:pt x="688593" y="185"/>
                    <a:pt x="703665" y="-568"/>
                    <a:pt x="718694" y="584"/>
                  </a:cubicBezTo>
                  <a:cubicBezTo>
                    <a:pt x="688637" y="-568"/>
                    <a:pt x="658714" y="3688"/>
                    <a:pt x="628968" y="7589"/>
                  </a:cubicBezTo>
                  <a:cubicBezTo>
                    <a:pt x="599177" y="11578"/>
                    <a:pt x="569520" y="16189"/>
                    <a:pt x="539729" y="20400"/>
                  </a:cubicBezTo>
                  <a:cubicBezTo>
                    <a:pt x="509983" y="24656"/>
                    <a:pt x="480104" y="28336"/>
                    <a:pt x="450048" y="30685"/>
                  </a:cubicBezTo>
                  <a:cubicBezTo>
                    <a:pt x="419991" y="33123"/>
                    <a:pt x="389802" y="33035"/>
                    <a:pt x="359746" y="32192"/>
                  </a:cubicBezTo>
                  <a:cubicBezTo>
                    <a:pt x="299589" y="30064"/>
                    <a:pt x="239653" y="24257"/>
                    <a:pt x="179939" y="17430"/>
                  </a:cubicBezTo>
                  <a:cubicBezTo>
                    <a:pt x="165044" y="15302"/>
                    <a:pt x="150193" y="15435"/>
                    <a:pt x="135121" y="15568"/>
                  </a:cubicBezTo>
                  <a:cubicBezTo>
                    <a:pt x="120093" y="15746"/>
                    <a:pt x="105109" y="16189"/>
                    <a:pt x="90081" y="16721"/>
                  </a:cubicBezTo>
                  <a:cubicBezTo>
                    <a:pt x="60024" y="17652"/>
                    <a:pt x="30012" y="18982"/>
                    <a:pt x="0" y="20489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78" name="Forme libre : forme 20277">
              <a:extLst>
                <a:ext uri="{FF2B5EF4-FFF2-40B4-BE49-F238E27FC236}">
                  <a16:creationId xmlns:a16="http://schemas.microsoft.com/office/drawing/2014/main" id="{DEC9F0FD-3430-404B-BF58-801224D0DB72}"/>
                </a:ext>
              </a:extLst>
            </p:cNvPr>
            <p:cNvSpPr/>
            <p:nvPr/>
          </p:nvSpPr>
          <p:spPr>
            <a:xfrm>
              <a:off x="6176904" y="1098565"/>
              <a:ext cx="389979" cy="11703"/>
            </a:xfrm>
            <a:custGeom>
              <a:avLst/>
              <a:gdLst>
                <a:gd name="connsiteX0" fmla="*/ 389979 w 389979"/>
                <a:gd name="connsiteY0" fmla="*/ 9576 h 11703"/>
                <a:gd name="connsiteX1" fmla="*/ 292451 w 389979"/>
                <a:gd name="connsiteY1" fmla="*/ 6162 h 11703"/>
                <a:gd name="connsiteX2" fmla="*/ 243732 w 389979"/>
                <a:gd name="connsiteY2" fmla="*/ 4566 h 11703"/>
                <a:gd name="connsiteX3" fmla="*/ 219394 w 389979"/>
                <a:gd name="connsiteY3" fmla="*/ 4256 h 11703"/>
                <a:gd name="connsiteX4" fmla="*/ 195056 w 389979"/>
                <a:gd name="connsiteY4" fmla="*/ 5275 h 11703"/>
                <a:gd name="connsiteX5" fmla="*/ 97572 w 389979"/>
                <a:gd name="connsiteY5" fmla="*/ 9088 h 11703"/>
                <a:gd name="connsiteX6" fmla="*/ 48808 w 389979"/>
                <a:gd name="connsiteY6" fmla="*/ 10639 h 11703"/>
                <a:gd name="connsiteX7" fmla="*/ 0 w 389979"/>
                <a:gd name="connsiteY7" fmla="*/ 11703 h 11703"/>
                <a:gd name="connsiteX8" fmla="*/ 48675 w 389979"/>
                <a:gd name="connsiteY8" fmla="*/ 8467 h 11703"/>
                <a:gd name="connsiteX9" fmla="*/ 97395 w 389979"/>
                <a:gd name="connsiteY9" fmla="*/ 5674 h 11703"/>
                <a:gd name="connsiteX10" fmla="*/ 194879 w 389979"/>
                <a:gd name="connsiteY10" fmla="*/ 842 h 11703"/>
                <a:gd name="connsiteX11" fmla="*/ 219305 w 389979"/>
                <a:gd name="connsiteY11" fmla="*/ 0 h 11703"/>
                <a:gd name="connsiteX12" fmla="*/ 243776 w 389979"/>
                <a:gd name="connsiteY12" fmla="*/ 488 h 11703"/>
                <a:gd name="connsiteX13" fmla="*/ 292540 w 389979"/>
                <a:gd name="connsiteY13" fmla="*/ 2704 h 11703"/>
                <a:gd name="connsiteX14" fmla="*/ 389979 w 389979"/>
                <a:gd name="connsiteY14" fmla="*/ 9576 h 11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979" h="11703">
                  <a:moveTo>
                    <a:pt x="389979" y="9576"/>
                  </a:moveTo>
                  <a:lnTo>
                    <a:pt x="292451" y="6162"/>
                  </a:lnTo>
                  <a:lnTo>
                    <a:pt x="243732" y="4566"/>
                  </a:lnTo>
                  <a:cubicBezTo>
                    <a:pt x="235619" y="4389"/>
                    <a:pt x="227507" y="4211"/>
                    <a:pt x="219394" y="4256"/>
                  </a:cubicBezTo>
                  <a:cubicBezTo>
                    <a:pt x="211326" y="4344"/>
                    <a:pt x="203169" y="4965"/>
                    <a:pt x="195056" y="5275"/>
                  </a:cubicBezTo>
                  <a:lnTo>
                    <a:pt x="97572" y="9088"/>
                  </a:lnTo>
                  <a:lnTo>
                    <a:pt x="48808" y="10639"/>
                  </a:lnTo>
                  <a:lnTo>
                    <a:pt x="0" y="11703"/>
                  </a:lnTo>
                  <a:lnTo>
                    <a:pt x="48675" y="8467"/>
                  </a:lnTo>
                  <a:lnTo>
                    <a:pt x="97395" y="5674"/>
                  </a:lnTo>
                  <a:lnTo>
                    <a:pt x="194879" y="842"/>
                  </a:lnTo>
                  <a:cubicBezTo>
                    <a:pt x="203036" y="576"/>
                    <a:pt x="211104" y="44"/>
                    <a:pt x="219305" y="0"/>
                  </a:cubicBezTo>
                  <a:cubicBezTo>
                    <a:pt x="227507" y="0"/>
                    <a:pt x="235619" y="266"/>
                    <a:pt x="243776" y="488"/>
                  </a:cubicBezTo>
                  <a:cubicBezTo>
                    <a:pt x="260045" y="1064"/>
                    <a:pt x="276315" y="1685"/>
                    <a:pt x="292540" y="2704"/>
                  </a:cubicBezTo>
                  <a:cubicBezTo>
                    <a:pt x="325123" y="4655"/>
                    <a:pt x="357573" y="6783"/>
                    <a:pt x="389979" y="9576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79" name="Forme libre : forme 20278">
              <a:extLst>
                <a:ext uri="{FF2B5EF4-FFF2-40B4-BE49-F238E27FC236}">
                  <a16:creationId xmlns:a16="http://schemas.microsoft.com/office/drawing/2014/main" id="{EF4ADCC6-1025-4A73-A51C-36AF7DED9CB6}"/>
                </a:ext>
              </a:extLst>
            </p:cNvPr>
            <p:cNvSpPr/>
            <p:nvPr/>
          </p:nvSpPr>
          <p:spPr>
            <a:xfrm>
              <a:off x="7134452" y="1107520"/>
              <a:ext cx="399" cy="132"/>
            </a:xfrm>
            <a:custGeom>
              <a:avLst/>
              <a:gdLst>
                <a:gd name="connsiteX0" fmla="*/ 399 w 399"/>
                <a:gd name="connsiteY0" fmla="*/ 0 h 132"/>
                <a:gd name="connsiteX1" fmla="*/ 177 w 399"/>
                <a:gd name="connsiteY1" fmla="*/ 0 h 132"/>
                <a:gd name="connsiteX2" fmla="*/ 0 w 399"/>
                <a:gd name="connsiteY2" fmla="*/ 133 h 132"/>
                <a:gd name="connsiteX3" fmla="*/ 399 w 399"/>
                <a:gd name="connsiteY3" fmla="*/ 0 h 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9" h="132">
                  <a:moveTo>
                    <a:pt x="399" y="0"/>
                  </a:moveTo>
                  <a:cubicBezTo>
                    <a:pt x="310" y="0"/>
                    <a:pt x="222" y="0"/>
                    <a:pt x="177" y="0"/>
                  </a:cubicBezTo>
                  <a:cubicBezTo>
                    <a:pt x="133" y="44"/>
                    <a:pt x="44" y="89"/>
                    <a:pt x="0" y="133"/>
                  </a:cubicBezTo>
                  <a:lnTo>
                    <a:pt x="399" y="0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80" name="Forme libre : forme 20279">
              <a:extLst>
                <a:ext uri="{FF2B5EF4-FFF2-40B4-BE49-F238E27FC236}">
                  <a16:creationId xmlns:a16="http://schemas.microsoft.com/office/drawing/2014/main" id="{4CE3D11A-EF29-4FEA-98BA-0EDB4C30E226}"/>
                </a:ext>
              </a:extLst>
            </p:cNvPr>
            <p:cNvSpPr/>
            <p:nvPr/>
          </p:nvSpPr>
          <p:spPr>
            <a:xfrm>
              <a:off x="6518961" y="1105001"/>
              <a:ext cx="615978" cy="18869"/>
            </a:xfrm>
            <a:custGeom>
              <a:avLst/>
              <a:gdLst>
                <a:gd name="connsiteX0" fmla="*/ 615668 w 615978"/>
                <a:gd name="connsiteY0" fmla="*/ 2519 h 18869"/>
                <a:gd name="connsiteX1" fmla="*/ 615890 w 615978"/>
                <a:gd name="connsiteY1" fmla="*/ 2519 h 18869"/>
                <a:gd name="connsiteX2" fmla="*/ 615447 w 615978"/>
                <a:gd name="connsiteY2" fmla="*/ 2652 h 18869"/>
                <a:gd name="connsiteX3" fmla="*/ 615668 w 615978"/>
                <a:gd name="connsiteY3" fmla="*/ 2519 h 18869"/>
                <a:gd name="connsiteX4" fmla="*/ 539774 w 615978"/>
                <a:gd name="connsiteY4" fmla="*/ 480 h 18869"/>
                <a:gd name="connsiteX5" fmla="*/ 462505 w 615978"/>
                <a:gd name="connsiteY5" fmla="*/ 302 h 18869"/>
                <a:gd name="connsiteX6" fmla="*/ 423849 w 615978"/>
                <a:gd name="connsiteY6" fmla="*/ 2785 h 18869"/>
                <a:gd name="connsiteX7" fmla="*/ 385413 w 615978"/>
                <a:gd name="connsiteY7" fmla="*/ 4647 h 18869"/>
                <a:gd name="connsiteX8" fmla="*/ 308233 w 615978"/>
                <a:gd name="connsiteY8" fmla="*/ 5711 h 18869"/>
                <a:gd name="connsiteX9" fmla="*/ 154006 w 615978"/>
                <a:gd name="connsiteY9" fmla="*/ 14754 h 18869"/>
                <a:gd name="connsiteX10" fmla="*/ 77003 w 615978"/>
                <a:gd name="connsiteY10" fmla="*/ 15419 h 18869"/>
                <a:gd name="connsiteX11" fmla="*/ 44 w 615978"/>
                <a:gd name="connsiteY11" fmla="*/ 9612 h 18869"/>
                <a:gd name="connsiteX12" fmla="*/ 0 w 615978"/>
                <a:gd name="connsiteY12" fmla="*/ 10055 h 18869"/>
                <a:gd name="connsiteX13" fmla="*/ 154272 w 615978"/>
                <a:gd name="connsiteY13" fmla="*/ 17813 h 18869"/>
                <a:gd name="connsiteX14" fmla="*/ 308278 w 615978"/>
                <a:gd name="connsiteY14" fmla="*/ 9701 h 18869"/>
                <a:gd name="connsiteX15" fmla="*/ 385547 w 615978"/>
                <a:gd name="connsiteY15" fmla="*/ 8326 h 18869"/>
                <a:gd name="connsiteX16" fmla="*/ 424203 w 615978"/>
                <a:gd name="connsiteY16" fmla="*/ 5977 h 18869"/>
                <a:gd name="connsiteX17" fmla="*/ 462594 w 615978"/>
                <a:gd name="connsiteY17" fmla="*/ 3007 h 18869"/>
                <a:gd name="connsiteX18" fmla="*/ 615890 w 615978"/>
                <a:gd name="connsiteY18" fmla="*/ 3937 h 18869"/>
                <a:gd name="connsiteX19" fmla="*/ 615979 w 615978"/>
                <a:gd name="connsiteY19" fmla="*/ 3937 h 18869"/>
                <a:gd name="connsiteX20" fmla="*/ 615979 w 615978"/>
                <a:gd name="connsiteY20" fmla="*/ 2386 h 18869"/>
                <a:gd name="connsiteX21" fmla="*/ 615668 w 615978"/>
                <a:gd name="connsiteY21" fmla="*/ 2519 h 18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5978" h="18869">
                  <a:moveTo>
                    <a:pt x="615668" y="2519"/>
                  </a:moveTo>
                  <a:cubicBezTo>
                    <a:pt x="615757" y="2519"/>
                    <a:pt x="615846" y="2519"/>
                    <a:pt x="615890" y="2519"/>
                  </a:cubicBezTo>
                  <a:lnTo>
                    <a:pt x="615447" y="2652"/>
                  </a:lnTo>
                  <a:cubicBezTo>
                    <a:pt x="615536" y="2608"/>
                    <a:pt x="615580" y="2563"/>
                    <a:pt x="615668" y="2519"/>
                  </a:cubicBezTo>
                  <a:cubicBezTo>
                    <a:pt x="590001" y="1677"/>
                    <a:pt x="565442" y="879"/>
                    <a:pt x="539774" y="480"/>
                  </a:cubicBezTo>
                  <a:cubicBezTo>
                    <a:pt x="514018" y="81"/>
                    <a:pt x="488261" y="-274"/>
                    <a:pt x="462505" y="302"/>
                  </a:cubicBezTo>
                  <a:cubicBezTo>
                    <a:pt x="449649" y="613"/>
                    <a:pt x="436660" y="1322"/>
                    <a:pt x="423849" y="2785"/>
                  </a:cubicBezTo>
                  <a:cubicBezTo>
                    <a:pt x="411126" y="3982"/>
                    <a:pt x="398269" y="4381"/>
                    <a:pt x="385413" y="4647"/>
                  </a:cubicBezTo>
                  <a:cubicBezTo>
                    <a:pt x="359701" y="5312"/>
                    <a:pt x="333945" y="5400"/>
                    <a:pt x="308233" y="5711"/>
                  </a:cubicBezTo>
                  <a:cubicBezTo>
                    <a:pt x="256854" y="6597"/>
                    <a:pt x="204942" y="7129"/>
                    <a:pt x="154006" y="14754"/>
                  </a:cubicBezTo>
                  <a:cubicBezTo>
                    <a:pt x="128471" y="16971"/>
                    <a:pt x="102671" y="16439"/>
                    <a:pt x="77003" y="15419"/>
                  </a:cubicBezTo>
                  <a:cubicBezTo>
                    <a:pt x="51291" y="14311"/>
                    <a:pt x="25623" y="12405"/>
                    <a:pt x="44" y="9612"/>
                  </a:cubicBezTo>
                  <a:lnTo>
                    <a:pt x="0" y="10055"/>
                  </a:lnTo>
                  <a:cubicBezTo>
                    <a:pt x="51069" y="16395"/>
                    <a:pt x="102626" y="21049"/>
                    <a:pt x="154272" y="17813"/>
                  </a:cubicBezTo>
                  <a:cubicBezTo>
                    <a:pt x="205385" y="10720"/>
                    <a:pt x="256765" y="10321"/>
                    <a:pt x="308278" y="9701"/>
                  </a:cubicBezTo>
                  <a:cubicBezTo>
                    <a:pt x="334034" y="9302"/>
                    <a:pt x="359746" y="9080"/>
                    <a:pt x="385547" y="8326"/>
                  </a:cubicBezTo>
                  <a:cubicBezTo>
                    <a:pt x="398447" y="7927"/>
                    <a:pt x="411303" y="7351"/>
                    <a:pt x="424203" y="5977"/>
                  </a:cubicBezTo>
                  <a:cubicBezTo>
                    <a:pt x="436970" y="4337"/>
                    <a:pt x="449693" y="3494"/>
                    <a:pt x="462594" y="3007"/>
                  </a:cubicBezTo>
                  <a:cubicBezTo>
                    <a:pt x="514018" y="1322"/>
                    <a:pt x="564466" y="2430"/>
                    <a:pt x="615890" y="3937"/>
                  </a:cubicBezTo>
                  <a:lnTo>
                    <a:pt x="615979" y="3937"/>
                  </a:lnTo>
                  <a:lnTo>
                    <a:pt x="615979" y="2386"/>
                  </a:lnTo>
                  <a:cubicBezTo>
                    <a:pt x="615846" y="2386"/>
                    <a:pt x="615757" y="2430"/>
                    <a:pt x="615668" y="2519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81" name="Forme libre : forme 20280">
              <a:extLst>
                <a:ext uri="{FF2B5EF4-FFF2-40B4-BE49-F238E27FC236}">
                  <a16:creationId xmlns:a16="http://schemas.microsoft.com/office/drawing/2014/main" id="{2F4617EB-EDDE-4D18-9E34-18C52D235FB1}"/>
                </a:ext>
              </a:extLst>
            </p:cNvPr>
            <p:cNvSpPr/>
            <p:nvPr/>
          </p:nvSpPr>
          <p:spPr>
            <a:xfrm>
              <a:off x="6621410" y="1107431"/>
              <a:ext cx="501161" cy="24204"/>
            </a:xfrm>
            <a:custGeom>
              <a:avLst/>
              <a:gdLst>
                <a:gd name="connsiteX0" fmla="*/ 0 w 501161"/>
                <a:gd name="connsiteY0" fmla="*/ 14009 h 24204"/>
                <a:gd name="connsiteX1" fmla="*/ 62640 w 501161"/>
                <a:gd name="connsiteY1" fmla="*/ 18885 h 24204"/>
                <a:gd name="connsiteX2" fmla="*/ 125368 w 501161"/>
                <a:gd name="connsiteY2" fmla="*/ 20791 h 24204"/>
                <a:gd name="connsiteX3" fmla="*/ 156533 w 501161"/>
                <a:gd name="connsiteY3" fmla="*/ 19062 h 24204"/>
                <a:gd name="connsiteX4" fmla="*/ 188007 w 501161"/>
                <a:gd name="connsiteY4" fmla="*/ 16535 h 24204"/>
                <a:gd name="connsiteX5" fmla="*/ 251002 w 501161"/>
                <a:gd name="connsiteY5" fmla="*/ 16580 h 24204"/>
                <a:gd name="connsiteX6" fmla="*/ 313774 w 501161"/>
                <a:gd name="connsiteY6" fmla="*/ 18486 h 24204"/>
                <a:gd name="connsiteX7" fmla="*/ 329335 w 501161"/>
                <a:gd name="connsiteY7" fmla="*/ 18131 h 24204"/>
                <a:gd name="connsiteX8" fmla="*/ 344895 w 501161"/>
                <a:gd name="connsiteY8" fmla="*/ 16491 h 24204"/>
                <a:gd name="connsiteX9" fmla="*/ 376104 w 501161"/>
                <a:gd name="connsiteY9" fmla="*/ 13033 h 24204"/>
                <a:gd name="connsiteX10" fmla="*/ 438611 w 501161"/>
                <a:gd name="connsiteY10" fmla="*/ 6295 h 24204"/>
                <a:gd name="connsiteX11" fmla="*/ 501161 w 501161"/>
                <a:gd name="connsiteY11" fmla="*/ 0 h 24204"/>
                <a:gd name="connsiteX12" fmla="*/ 438832 w 501161"/>
                <a:gd name="connsiteY12" fmla="*/ 8423 h 24204"/>
                <a:gd name="connsiteX13" fmla="*/ 376458 w 501161"/>
                <a:gd name="connsiteY13" fmla="*/ 16402 h 24204"/>
                <a:gd name="connsiteX14" fmla="*/ 345250 w 501161"/>
                <a:gd name="connsiteY14" fmla="*/ 20304 h 24204"/>
                <a:gd name="connsiteX15" fmla="*/ 329601 w 501161"/>
                <a:gd name="connsiteY15" fmla="*/ 22032 h 24204"/>
                <a:gd name="connsiteX16" fmla="*/ 313774 w 501161"/>
                <a:gd name="connsiteY16" fmla="*/ 22520 h 24204"/>
                <a:gd name="connsiteX17" fmla="*/ 250869 w 501161"/>
                <a:gd name="connsiteY17" fmla="*/ 21013 h 24204"/>
                <a:gd name="connsiteX18" fmla="*/ 188141 w 501161"/>
                <a:gd name="connsiteY18" fmla="*/ 20570 h 24204"/>
                <a:gd name="connsiteX19" fmla="*/ 156931 w 501161"/>
                <a:gd name="connsiteY19" fmla="*/ 22875 h 24204"/>
                <a:gd name="connsiteX20" fmla="*/ 125368 w 501161"/>
                <a:gd name="connsiteY20" fmla="*/ 24205 h 24204"/>
                <a:gd name="connsiteX21" fmla="*/ 0 w 501161"/>
                <a:gd name="connsiteY21" fmla="*/ 14009 h 24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01161" h="24204">
                  <a:moveTo>
                    <a:pt x="0" y="14009"/>
                  </a:moveTo>
                  <a:cubicBezTo>
                    <a:pt x="20880" y="15959"/>
                    <a:pt x="41760" y="17732"/>
                    <a:pt x="62640" y="18885"/>
                  </a:cubicBezTo>
                  <a:cubicBezTo>
                    <a:pt x="83519" y="20126"/>
                    <a:pt x="104488" y="21013"/>
                    <a:pt x="125368" y="20791"/>
                  </a:cubicBezTo>
                  <a:cubicBezTo>
                    <a:pt x="135786" y="20481"/>
                    <a:pt x="146248" y="20259"/>
                    <a:pt x="156533" y="19062"/>
                  </a:cubicBezTo>
                  <a:cubicBezTo>
                    <a:pt x="166906" y="17910"/>
                    <a:pt x="177501" y="16846"/>
                    <a:pt x="188007" y="16535"/>
                  </a:cubicBezTo>
                  <a:cubicBezTo>
                    <a:pt x="209020" y="15649"/>
                    <a:pt x="230033" y="16092"/>
                    <a:pt x="251002" y="16580"/>
                  </a:cubicBezTo>
                  <a:cubicBezTo>
                    <a:pt x="271970" y="17200"/>
                    <a:pt x="292895" y="18353"/>
                    <a:pt x="313774" y="18486"/>
                  </a:cubicBezTo>
                  <a:cubicBezTo>
                    <a:pt x="319005" y="18530"/>
                    <a:pt x="324192" y="18486"/>
                    <a:pt x="329335" y="18131"/>
                  </a:cubicBezTo>
                  <a:cubicBezTo>
                    <a:pt x="334477" y="17865"/>
                    <a:pt x="339708" y="17023"/>
                    <a:pt x="344895" y="16491"/>
                  </a:cubicBezTo>
                  <a:lnTo>
                    <a:pt x="376104" y="13033"/>
                  </a:lnTo>
                  <a:lnTo>
                    <a:pt x="438611" y="6295"/>
                  </a:lnTo>
                  <a:lnTo>
                    <a:pt x="501161" y="0"/>
                  </a:lnTo>
                  <a:lnTo>
                    <a:pt x="438832" y="8423"/>
                  </a:lnTo>
                  <a:lnTo>
                    <a:pt x="376458" y="16402"/>
                  </a:lnTo>
                  <a:lnTo>
                    <a:pt x="345250" y="20304"/>
                  </a:lnTo>
                  <a:cubicBezTo>
                    <a:pt x="340018" y="20880"/>
                    <a:pt x="334920" y="21722"/>
                    <a:pt x="329601" y="22032"/>
                  </a:cubicBezTo>
                  <a:cubicBezTo>
                    <a:pt x="324281" y="22431"/>
                    <a:pt x="319005" y="22476"/>
                    <a:pt x="313774" y="22520"/>
                  </a:cubicBezTo>
                  <a:cubicBezTo>
                    <a:pt x="292717" y="22520"/>
                    <a:pt x="271793" y="21545"/>
                    <a:pt x="250869" y="21013"/>
                  </a:cubicBezTo>
                  <a:cubicBezTo>
                    <a:pt x="229945" y="20348"/>
                    <a:pt x="209020" y="19816"/>
                    <a:pt x="188141" y="20570"/>
                  </a:cubicBezTo>
                  <a:cubicBezTo>
                    <a:pt x="177678" y="20791"/>
                    <a:pt x="167394" y="21811"/>
                    <a:pt x="156931" y="22875"/>
                  </a:cubicBezTo>
                  <a:cubicBezTo>
                    <a:pt x="146381" y="24116"/>
                    <a:pt x="135874" y="24116"/>
                    <a:pt x="125368" y="24205"/>
                  </a:cubicBezTo>
                  <a:cubicBezTo>
                    <a:pt x="83342" y="23673"/>
                    <a:pt x="41538" y="19639"/>
                    <a:pt x="0" y="14009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82" name="Forme libre : forme 20281">
              <a:extLst>
                <a:ext uri="{FF2B5EF4-FFF2-40B4-BE49-F238E27FC236}">
                  <a16:creationId xmlns:a16="http://schemas.microsoft.com/office/drawing/2014/main" id="{429B50F9-7E3A-4288-8E45-86F930A92B3B}"/>
                </a:ext>
              </a:extLst>
            </p:cNvPr>
            <p:cNvSpPr/>
            <p:nvPr/>
          </p:nvSpPr>
          <p:spPr>
            <a:xfrm>
              <a:off x="7134053" y="1125917"/>
              <a:ext cx="753" cy="265"/>
            </a:xfrm>
            <a:custGeom>
              <a:avLst/>
              <a:gdLst>
                <a:gd name="connsiteX0" fmla="*/ 754 w 753"/>
                <a:gd name="connsiteY0" fmla="*/ 0 h 265"/>
                <a:gd name="connsiteX1" fmla="*/ 355 w 753"/>
                <a:gd name="connsiteY1" fmla="*/ 44 h 265"/>
                <a:gd name="connsiteX2" fmla="*/ 0 w 753"/>
                <a:gd name="connsiteY2" fmla="*/ 266 h 265"/>
                <a:gd name="connsiteX3" fmla="*/ 754 w 753"/>
                <a:gd name="connsiteY3" fmla="*/ 0 h 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3" h="265">
                  <a:moveTo>
                    <a:pt x="754" y="0"/>
                  </a:moveTo>
                  <a:cubicBezTo>
                    <a:pt x="621" y="0"/>
                    <a:pt x="488" y="44"/>
                    <a:pt x="355" y="44"/>
                  </a:cubicBezTo>
                  <a:cubicBezTo>
                    <a:pt x="222" y="133"/>
                    <a:pt x="133" y="177"/>
                    <a:pt x="0" y="266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83" name="Forme libre : forme 20282">
              <a:extLst>
                <a:ext uri="{FF2B5EF4-FFF2-40B4-BE49-F238E27FC236}">
                  <a16:creationId xmlns:a16="http://schemas.microsoft.com/office/drawing/2014/main" id="{D6D96866-DA7C-4EA7-9C73-05C84E502AA3}"/>
                </a:ext>
              </a:extLst>
            </p:cNvPr>
            <p:cNvSpPr/>
            <p:nvPr/>
          </p:nvSpPr>
          <p:spPr>
            <a:xfrm>
              <a:off x="6953848" y="1125563"/>
              <a:ext cx="181224" cy="8398"/>
            </a:xfrm>
            <a:custGeom>
              <a:avLst/>
              <a:gdLst>
                <a:gd name="connsiteX0" fmla="*/ 180560 w 181224"/>
                <a:gd name="connsiteY0" fmla="*/ 399 h 8398"/>
                <a:gd name="connsiteX1" fmla="*/ 180959 w 181224"/>
                <a:gd name="connsiteY1" fmla="*/ 355 h 8398"/>
                <a:gd name="connsiteX2" fmla="*/ 180205 w 181224"/>
                <a:gd name="connsiteY2" fmla="*/ 621 h 8398"/>
                <a:gd name="connsiteX3" fmla="*/ 180560 w 181224"/>
                <a:gd name="connsiteY3" fmla="*/ 399 h 8398"/>
                <a:gd name="connsiteX4" fmla="*/ 134899 w 181224"/>
                <a:gd name="connsiteY4" fmla="*/ 4477 h 8398"/>
                <a:gd name="connsiteX5" fmla="*/ 89992 w 181224"/>
                <a:gd name="connsiteY5" fmla="*/ 5142 h 8398"/>
                <a:gd name="connsiteX6" fmla="*/ 0 w 181224"/>
                <a:gd name="connsiteY6" fmla="*/ 1729 h 8398"/>
                <a:gd name="connsiteX7" fmla="*/ 44907 w 181224"/>
                <a:gd name="connsiteY7" fmla="*/ 5231 h 8398"/>
                <a:gd name="connsiteX8" fmla="*/ 89903 w 181224"/>
                <a:gd name="connsiteY8" fmla="*/ 7802 h 8398"/>
                <a:gd name="connsiteX9" fmla="*/ 135076 w 181224"/>
                <a:gd name="connsiteY9" fmla="*/ 7980 h 8398"/>
                <a:gd name="connsiteX10" fmla="*/ 180737 w 181224"/>
                <a:gd name="connsiteY10" fmla="*/ 4211 h 8398"/>
                <a:gd name="connsiteX11" fmla="*/ 181136 w 181224"/>
                <a:gd name="connsiteY11" fmla="*/ 4167 h 8398"/>
                <a:gd name="connsiteX12" fmla="*/ 181225 w 181224"/>
                <a:gd name="connsiteY12" fmla="*/ 4123 h 8398"/>
                <a:gd name="connsiteX13" fmla="*/ 181181 w 181224"/>
                <a:gd name="connsiteY13" fmla="*/ 0 h 8398"/>
                <a:gd name="connsiteX14" fmla="*/ 180560 w 181224"/>
                <a:gd name="connsiteY14" fmla="*/ 399 h 8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1224" h="8398">
                  <a:moveTo>
                    <a:pt x="180560" y="399"/>
                  </a:moveTo>
                  <a:cubicBezTo>
                    <a:pt x="180693" y="399"/>
                    <a:pt x="180826" y="355"/>
                    <a:pt x="180959" y="355"/>
                  </a:cubicBezTo>
                  <a:lnTo>
                    <a:pt x="180205" y="621"/>
                  </a:lnTo>
                  <a:cubicBezTo>
                    <a:pt x="180338" y="576"/>
                    <a:pt x="180427" y="488"/>
                    <a:pt x="180560" y="399"/>
                  </a:cubicBezTo>
                  <a:cubicBezTo>
                    <a:pt x="165842" y="2172"/>
                    <a:pt x="149706" y="3546"/>
                    <a:pt x="134899" y="4477"/>
                  </a:cubicBezTo>
                  <a:cubicBezTo>
                    <a:pt x="119960" y="5453"/>
                    <a:pt x="105020" y="5541"/>
                    <a:pt x="89992" y="5142"/>
                  </a:cubicBezTo>
                  <a:cubicBezTo>
                    <a:pt x="60024" y="4344"/>
                    <a:pt x="30012" y="3059"/>
                    <a:pt x="0" y="1729"/>
                  </a:cubicBezTo>
                  <a:cubicBezTo>
                    <a:pt x="14940" y="3059"/>
                    <a:pt x="29923" y="4167"/>
                    <a:pt x="44907" y="5231"/>
                  </a:cubicBezTo>
                  <a:cubicBezTo>
                    <a:pt x="59891" y="6295"/>
                    <a:pt x="74875" y="7226"/>
                    <a:pt x="89903" y="7802"/>
                  </a:cubicBezTo>
                  <a:cubicBezTo>
                    <a:pt x="104931" y="8467"/>
                    <a:pt x="120004" y="8645"/>
                    <a:pt x="135076" y="7980"/>
                  </a:cubicBezTo>
                  <a:cubicBezTo>
                    <a:pt x="150149" y="7403"/>
                    <a:pt x="165754" y="5896"/>
                    <a:pt x="180737" y="4211"/>
                  </a:cubicBezTo>
                  <a:lnTo>
                    <a:pt x="181136" y="4167"/>
                  </a:lnTo>
                  <a:lnTo>
                    <a:pt x="181225" y="4123"/>
                  </a:lnTo>
                  <a:lnTo>
                    <a:pt x="181181" y="0"/>
                  </a:lnTo>
                  <a:cubicBezTo>
                    <a:pt x="181003" y="133"/>
                    <a:pt x="180782" y="266"/>
                    <a:pt x="180560" y="399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84" name="Forme libre : forme 20283">
              <a:extLst>
                <a:ext uri="{FF2B5EF4-FFF2-40B4-BE49-F238E27FC236}">
                  <a16:creationId xmlns:a16="http://schemas.microsoft.com/office/drawing/2014/main" id="{40B1E762-045B-4F8B-BF92-94AD3A962D34}"/>
                </a:ext>
              </a:extLst>
            </p:cNvPr>
            <p:cNvSpPr/>
            <p:nvPr/>
          </p:nvSpPr>
          <p:spPr>
            <a:xfrm>
              <a:off x="4504518" y="1035172"/>
              <a:ext cx="443664" cy="10311"/>
            </a:xfrm>
            <a:custGeom>
              <a:avLst/>
              <a:gdLst>
                <a:gd name="connsiteX0" fmla="*/ 0 w 443664"/>
                <a:gd name="connsiteY0" fmla="*/ 0 h 10311"/>
                <a:gd name="connsiteX1" fmla="*/ 55502 w 443664"/>
                <a:gd name="connsiteY1" fmla="*/ 1241 h 10311"/>
                <a:gd name="connsiteX2" fmla="*/ 110960 w 443664"/>
                <a:gd name="connsiteY2" fmla="*/ 2837 h 10311"/>
                <a:gd name="connsiteX3" fmla="*/ 221832 w 443664"/>
                <a:gd name="connsiteY3" fmla="*/ 5852 h 10311"/>
                <a:gd name="connsiteX4" fmla="*/ 332748 w 443664"/>
                <a:gd name="connsiteY4" fmla="*/ 4123 h 10311"/>
                <a:gd name="connsiteX5" fmla="*/ 388251 w 443664"/>
                <a:gd name="connsiteY5" fmla="*/ 4344 h 10311"/>
                <a:gd name="connsiteX6" fmla="*/ 443664 w 443664"/>
                <a:gd name="connsiteY6" fmla="*/ 7359 h 10311"/>
                <a:gd name="connsiteX7" fmla="*/ 388206 w 443664"/>
                <a:gd name="connsiteY7" fmla="*/ 6517 h 10311"/>
                <a:gd name="connsiteX8" fmla="*/ 332748 w 443664"/>
                <a:gd name="connsiteY8" fmla="*/ 7536 h 10311"/>
                <a:gd name="connsiteX9" fmla="*/ 277290 w 443664"/>
                <a:gd name="connsiteY9" fmla="*/ 8955 h 10311"/>
                <a:gd name="connsiteX10" fmla="*/ 249539 w 443664"/>
                <a:gd name="connsiteY10" fmla="*/ 9753 h 10311"/>
                <a:gd name="connsiteX11" fmla="*/ 221699 w 443664"/>
                <a:gd name="connsiteY11" fmla="*/ 10285 h 10311"/>
                <a:gd name="connsiteX12" fmla="*/ 110739 w 443664"/>
                <a:gd name="connsiteY12" fmla="*/ 6206 h 10311"/>
                <a:gd name="connsiteX13" fmla="*/ 0 w 443664"/>
                <a:gd name="connsiteY13" fmla="*/ 0 h 10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3664" h="10311">
                  <a:moveTo>
                    <a:pt x="0" y="0"/>
                  </a:moveTo>
                  <a:lnTo>
                    <a:pt x="55502" y="1241"/>
                  </a:lnTo>
                  <a:lnTo>
                    <a:pt x="110960" y="2837"/>
                  </a:lnTo>
                  <a:cubicBezTo>
                    <a:pt x="147932" y="3857"/>
                    <a:pt x="184949" y="5408"/>
                    <a:pt x="221832" y="5852"/>
                  </a:cubicBezTo>
                  <a:cubicBezTo>
                    <a:pt x="258671" y="5630"/>
                    <a:pt x="295776" y="4167"/>
                    <a:pt x="332748" y="4123"/>
                  </a:cubicBezTo>
                  <a:cubicBezTo>
                    <a:pt x="351234" y="4078"/>
                    <a:pt x="369765" y="4078"/>
                    <a:pt x="388251" y="4344"/>
                  </a:cubicBezTo>
                  <a:cubicBezTo>
                    <a:pt x="406737" y="4876"/>
                    <a:pt x="425311" y="5009"/>
                    <a:pt x="443664" y="7359"/>
                  </a:cubicBezTo>
                  <a:cubicBezTo>
                    <a:pt x="425223" y="6029"/>
                    <a:pt x="406692" y="6295"/>
                    <a:pt x="388206" y="6517"/>
                  </a:cubicBezTo>
                  <a:cubicBezTo>
                    <a:pt x="369720" y="6694"/>
                    <a:pt x="351234" y="7049"/>
                    <a:pt x="332748" y="7536"/>
                  </a:cubicBezTo>
                  <a:lnTo>
                    <a:pt x="277290" y="8955"/>
                  </a:lnTo>
                  <a:lnTo>
                    <a:pt x="249539" y="9753"/>
                  </a:lnTo>
                  <a:cubicBezTo>
                    <a:pt x="240318" y="10019"/>
                    <a:pt x="231053" y="10418"/>
                    <a:pt x="221699" y="10285"/>
                  </a:cubicBezTo>
                  <a:cubicBezTo>
                    <a:pt x="184638" y="9443"/>
                    <a:pt x="147711" y="7980"/>
                    <a:pt x="110739" y="6206"/>
                  </a:cubicBezTo>
                  <a:cubicBezTo>
                    <a:pt x="73855" y="4477"/>
                    <a:pt x="36883" y="2527"/>
                    <a:pt x="0" y="0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85" name="Forme libre : forme 20284">
              <a:extLst>
                <a:ext uri="{FF2B5EF4-FFF2-40B4-BE49-F238E27FC236}">
                  <a16:creationId xmlns:a16="http://schemas.microsoft.com/office/drawing/2014/main" id="{1B357EBC-7314-4964-AC31-7CEE050ABBD9}"/>
                </a:ext>
              </a:extLst>
            </p:cNvPr>
            <p:cNvSpPr/>
            <p:nvPr/>
          </p:nvSpPr>
          <p:spPr>
            <a:xfrm>
              <a:off x="5033209" y="1038265"/>
              <a:ext cx="2101198" cy="22757"/>
            </a:xfrm>
            <a:custGeom>
              <a:avLst/>
              <a:gdLst>
                <a:gd name="connsiteX0" fmla="*/ 1971575 w 2101198"/>
                <a:gd name="connsiteY0" fmla="*/ 16103 h 22757"/>
                <a:gd name="connsiteX1" fmla="*/ 1938682 w 2101198"/>
                <a:gd name="connsiteY1" fmla="*/ 17610 h 22757"/>
                <a:gd name="connsiteX2" fmla="*/ 1905921 w 2101198"/>
                <a:gd name="connsiteY2" fmla="*/ 18629 h 22757"/>
                <a:gd name="connsiteX3" fmla="*/ 1840178 w 2101198"/>
                <a:gd name="connsiteY3" fmla="*/ 17166 h 22757"/>
                <a:gd name="connsiteX4" fmla="*/ 1708604 w 2101198"/>
                <a:gd name="connsiteY4" fmla="*/ 13664 h 22757"/>
                <a:gd name="connsiteX5" fmla="*/ 1642773 w 2101198"/>
                <a:gd name="connsiteY5" fmla="*/ 13177 h 22757"/>
                <a:gd name="connsiteX6" fmla="*/ 1609835 w 2101198"/>
                <a:gd name="connsiteY6" fmla="*/ 13886 h 22757"/>
                <a:gd name="connsiteX7" fmla="*/ 1576985 w 2101198"/>
                <a:gd name="connsiteY7" fmla="*/ 15970 h 22757"/>
                <a:gd name="connsiteX8" fmla="*/ 1445500 w 2101198"/>
                <a:gd name="connsiteY8" fmla="*/ 19959 h 22757"/>
                <a:gd name="connsiteX9" fmla="*/ 1313970 w 2101198"/>
                <a:gd name="connsiteY9" fmla="*/ 18053 h 22757"/>
                <a:gd name="connsiteX10" fmla="*/ 1248271 w 2101198"/>
                <a:gd name="connsiteY10" fmla="*/ 14551 h 22757"/>
                <a:gd name="connsiteX11" fmla="*/ 1182617 w 2101198"/>
                <a:gd name="connsiteY11" fmla="*/ 9808 h 22757"/>
                <a:gd name="connsiteX12" fmla="*/ 1051087 w 2101198"/>
                <a:gd name="connsiteY12" fmla="*/ 4842 h 22757"/>
                <a:gd name="connsiteX13" fmla="*/ 787850 w 2101198"/>
                <a:gd name="connsiteY13" fmla="*/ 3779 h 22757"/>
                <a:gd name="connsiteX14" fmla="*/ 722018 w 2101198"/>
                <a:gd name="connsiteY14" fmla="*/ 5729 h 22757"/>
                <a:gd name="connsiteX15" fmla="*/ 656231 w 2101198"/>
                <a:gd name="connsiteY15" fmla="*/ 10517 h 22757"/>
                <a:gd name="connsiteX16" fmla="*/ 639873 w 2101198"/>
                <a:gd name="connsiteY16" fmla="*/ 13044 h 22757"/>
                <a:gd name="connsiteX17" fmla="*/ 623737 w 2101198"/>
                <a:gd name="connsiteY17" fmla="*/ 15172 h 22757"/>
                <a:gd name="connsiteX18" fmla="*/ 607423 w 2101198"/>
                <a:gd name="connsiteY18" fmla="*/ 16413 h 22757"/>
                <a:gd name="connsiteX19" fmla="*/ 591020 w 2101198"/>
                <a:gd name="connsiteY19" fmla="*/ 17034 h 22757"/>
                <a:gd name="connsiteX20" fmla="*/ 525322 w 2101198"/>
                <a:gd name="connsiteY20" fmla="*/ 17698 h 22757"/>
                <a:gd name="connsiteX21" fmla="*/ 393836 w 2101198"/>
                <a:gd name="connsiteY21" fmla="*/ 13709 h 22757"/>
                <a:gd name="connsiteX22" fmla="*/ 262484 w 2101198"/>
                <a:gd name="connsiteY22" fmla="*/ 6084 h 22757"/>
                <a:gd name="connsiteX23" fmla="*/ 229723 w 2101198"/>
                <a:gd name="connsiteY23" fmla="*/ 3468 h 22757"/>
                <a:gd name="connsiteX24" fmla="*/ 196918 w 2101198"/>
                <a:gd name="connsiteY24" fmla="*/ 454 h 22757"/>
                <a:gd name="connsiteX25" fmla="*/ 131042 w 2101198"/>
                <a:gd name="connsiteY25" fmla="*/ 1562 h 22757"/>
                <a:gd name="connsiteX26" fmla="*/ 0 w 2101198"/>
                <a:gd name="connsiteY26" fmla="*/ 14152 h 22757"/>
                <a:gd name="connsiteX27" fmla="*/ 44 w 2101198"/>
                <a:gd name="connsiteY27" fmla="*/ 14595 h 22757"/>
                <a:gd name="connsiteX28" fmla="*/ 131131 w 2101198"/>
                <a:gd name="connsiteY28" fmla="*/ 3424 h 22757"/>
                <a:gd name="connsiteX29" fmla="*/ 196785 w 2101198"/>
                <a:gd name="connsiteY29" fmla="*/ 2759 h 22757"/>
                <a:gd name="connsiteX30" fmla="*/ 229501 w 2101198"/>
                <a:gd name="connsiteY30" fmla="*/ 5906 h 22757"/>
                <a:gd name="connsiteX31" fmla="*/ 262306 w 2101198"/>
                <a:gd name="connsiteY31" fmla="*/ 8655 h 22757"/>
                <a:gd name="connsiteX32" fmla="*/ 393703 w 2101198"/>
                <a:gd name="connsiteY32" fmla="*/ 16856 h 22757"/>
                <a:gd name="connsiteX33" fmla="*/ 525278 w 2101198"/>
                <a:gd name="connsiteY33" fmla="*/ 21422 h 22757"/>
                <a:gd name="connsiteX34" fmla="*/ 591153 w 2101198"/>
                <a:gd name="connsiteY34" fmla="*/ 21023 h 22757"/>
                <a:gd name="connsiteX35" fmla="*/ 607644 w 2101198"/>
                <a:gd name="connsiteY35" fmla="*/ 20358 h 22757"/>
                <a:gd name="connsiteX36" fmla="*/ 624136 w 2101198"/>
                <a:gd name="connsiteY36" fmla="*/ 19028 h 22757"/>
                <a:gd name="connsiteX37" fmla="*/ 640582 w 2101198"/>
                <a:gd name="connsiteY37" fmla="*/ 16768 h 22757"/>
                <a:gd name="connsiteX38" fmla="*/ 656719 w 2101198"/>
                <a:gd name="connsiteY38" fmla="*/ 14241 h 22757"/>
                <a:gd name="connsiteX39" fmla="*/ 722151 w 2101198"/>
                <a:gd name="connsiteY39" fmla="*/ 9231 h 22757"/>
                <a:gd name="connsiteX40" fmla="*/ 787894 w 2101198"/>
                <a:gd name="connsiteY40" fmla="*/ 7015 h 22757"/>
                <a:gd name="connsiteX41" fmla="*/ 1051043 w 2101198"/>
                <a:gd name="connsiteY41" fmla="*/ 6926 h 22757"/>
                <a:gd name="connsiteX42" fmla="*/ 1182529 w 2101198"/>
                <a:gd name="connsiteY42" fmla="*/ 11270 h 22757"/>
                <a:gd name="connsiteX43" fmla="*/ 1198931 w 2101198"/>
                <a:gd name="connsiteY43" fmla="*/ 12157 h 22757"/>
                <a:gd name="connsiteX44" fmla="*/ 1215333 w 2101198"/>
                <a:gd name="connsiteY44" fmla="*/ 13443 h 22757"/>
                <a:gd name="connsiteX45" fmla="*/ 1248138 w 2101198"/>
                <a:gd name="connsiteY45" fmla="*/ 16147 h 22757"/>
                <a:gd name="connsiteX46" fmla="*/ 1313881 w 2101198"/>
                <a:gd name="connsiteY46" fmla="*/ 19871 h 22757"/>
                <a:gd name="connsiteX47" fmla="*/ 1445500 w 2101198"/>
                <a:gd name="connsiteY47" fmla="*/ 22265 h 22757"/>
                <a:gd name="connsiteX48" fmla="*/ 1577118 w 2101198"/>
                <a:gd name="connsiteY48" fmla="*/ 18895 h 22757"/>
                <a:gd name="connsiteX49" fmla="*/ 1609923 w 2101198"/>
                <a:gd name="connsiteY49" fmla="*/ 16989 h 22757"/>
                <a:gd name="connsiteX50" fmla="*/ 1642773 w 2101198"/>
                <a:gd name="connsiteY50" fmla="*/ 16457 h 22757"/>
                <a:gd name="connsiteX51" fmla="*/ 1708515 w 2101198"/>
                <a:gd name="connsiteY51" fmla="*/ 17255 h 22757"/>
                <a:gd name="connsiteX52" fmla="*/ 1840045 w 2101198"/>
                <a:gd name="connsiteY52" fmla="*/ 21245 h 22757"/>
                <a:gd name="connsiteX53" fmla="*/ 1905877 w 2101198"/>
                <a:gd name="connsiteY53" fmla="*/ 22752 h 22757"/>
                <a:gd name="connsiteX54" fmla="*/ 1938859 w 2101198"/>
                <a:gd name="connsiteY54" fmla="*/ 21733 h 22757"/>
                <a:gd name="connsiteX55" fmla="*/ 1971708 w 2101198"/>
                <a:gd name="connsiteY55" fmla="*/ 20270 h 22757"/>
                <a:gd name="connsiteX56" fmla="*/ 2101199 w 2101198"/>
                <a:gd name="connsiteY56" fmla="*/ 16590 h 22757"/>
                <a:gd name="connsiteX57" fmla="*/ 2101155 w 2101198"/>
                <a:gd name="connsiteY57" fmla="*/ 12600 h 22757"/>
                <a:gd name="connsiteX58" fmla="*/ 1971575 w 2101198"/>
                <a:gd name="connsiteY58" fmla="*/ 16103 h 22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101198" h="22757">
                  <a:moveTo>
                    <a:pt x="1971575" y="16103"/>
                  </a:moveTo>
                  <a:cubicBezTo>
                    <a:pt x="1960626" y="16546"/>
                    <a:pt x="1949631" y="16989"/>
                    <a:pt x="1938682" y="17610"/>
                  </a:cubicBezTo>
                  <a:cubicBezTo>
                    <a:pt x="1927643" y="18452"/>
                    <a:pt x="1916915" y="18674"/>
                    <a:pt x="1905921" y="18629"/>
                  </a:cubicBezTo>
                  <a:cubicBezTo>
                    <a:pt x="1884022" y="18496"/>
                    <a:pt x="1862122" y="17787"/>
                    <a:pt x="1840178" y="17166"/>
                  </a:cubicBezTo>
                  <a:cubicBezTo>
                    <a:pt x="1796335" y="15792"/>
                    <a:pt x="1752492" y="14462"/>
                    <a:pt x="1708604" y="13664"/>
                  </a:cubicBezTo>
                  <a:cubicBezTo>
                    <a:pt x="1686660" y="13265"/>
                    <a:pt x="1664716" y="13044"/>
                    <a:pt x="1642773" y="13177"/>
                  </a:cubicBezTo>
                  <a:cubicBezTo>
                    <a:pt x="1631778" y="13221"/>
                    <a:pt x="1620829" y="13531"/>
                    <a:pt x="1609835" y="13886"/>
                  </a:cubicBezTo>
                  <a:cubicBezTo>
                    <a:pt x="1598840" y="14462"/>
                    <a:pt x="1587891" y="15172"/>
                    <a:pt x="1576985" y="15970"/>
                  </a:cubicBezTo>
                  <a:cubicBezTo>
                    <a:pt x="1533231" y="18585"/>
                    <a:pt x="1489387" y="19605"/>
                    <a:pt x="1445500" y="19959"/>
                  </a:cubicBezTo>
                  <a:cubicBezTo>
                    <a:pt x="1401656" y="20181"/>
                    <a:pt x="1357769" y="19738"/>
                    <a:pt x="1313970" y="18053"/>
                  </a:cubicBezTo>
                  <a:cubicBezTo>
                    <a:pt x="1292070" y="17299"/>
                    <a:pt x="1270171" y="16058"/>
                    <a:pt x="1248271" y="14551"/>
                  </a:cubicBezTo>
                  <a:cubicBezTo>
                    <a:pt x="1226416" y="12866"/>
                    <a:pt x="1204561" y="10916"/>
                    <a:pt x="1182617" y="9808"/>
                  </a:cubicBezTo>
                  <a:cubicBezTo>
                    <a:pt x="1138818" y="7325"/>
                    <a:pt x="1094930" y="5951"/>
                    <a:pt x="1051087" y="4842"/>
                  </a:cubicBezTo>
                  <a:cubicBezTo>
                    <a:pt x="963356" y="2892"/>
                    <a:pt x="875581" y="2227"/>
                    <a:pt x="787850" y="3779"/>
                  </a:cubicBezTo>
                  <a:cubicBezTo>
                    <a:pt x="765906" y="4266"/>
                    <a:pt x="743962" y="4754"/>
                    <a:pt x="722018" y="5729"/>
                  </a:cubicBezTo>
                  <a:cubicBezTo>
                    <a:pt x="700075" y="6660"/>
                    <a:pt x="678175" y="7857"/>
                    <a:pt x="656231" y="10517"/>
                  </a:cubicBezTo>
                  <a:lnTo>
                    <a:pt x="639873" y="13044"/>
                  </a:lnTo>
                  <a:cubicBezTo>
                    <a:pt x="634509" y="13753"/>
                    <a:pt x="629234" y="14950"/>
                    <a:pt x="623737" y="15172"/>
                  </a:cubicBezTo>
                  <a:lnTo>
                    <a:pt x="607423" y="16413"/>
                  </a:lnTo>
                  <a:lnTo>
                    <a:pt x="591020" y="17034"/>
                  </a:lnTo>
                  <a:cubicBezTo>
                    <a:pt x="569165" y="17876"/>
                    <a:pt x="547221" y="17831"/>
                    <a:pt x="525322" y="17698"/>
                  </a:cubicBezTo>
                  <a:cubicBezTo>
                    <a:pt x="481479" y="17255"/>
                    <a:pt x="437635" y="15704"/>
                    <a:pt x="393836" y="13709"/>
                  </a:cubicBezTo>
                  <a:cubicBezTo>
                    <a:pt x="350037" y="11669"/>
                    <a:pt x="306238" y="9187"/>
                    <a:pt x="262484" y="6084"/>
                  </a:cubicBezTo>
                  <a:cubicBezTo>
                    <a:pt x="251534" y="5241"/>
                    <a:pt x="240629" y="4444"/>
                    <a:pt x="229723" y="3468"/>
                  </a:cubicBezTo>
                  <a:cubicBezTo>
                    <a:pt x="218773" y="2626"/>
                    <a:pt x="208001" y="1207"/>
                    <a:pt x="196918" y="454"/>
                  </a:cubicBezTo>
                  <a:cubicBezTo>
                    <a:pt x="174930" y="-566"/>
                    <a:pt x="152942" y="276"/>
                    <a:pt x="131042" y="1562"/>
                  </a:cubicBezTo>
                  <a:cubicBezTo>
                    <a:pt x="87243" y="4266"/>
                    <a:pt x="43577" y="8788"/>
                    <a:pt x="0" y="14152"/>
                  </a:cubicBezTo>
                  <a:lnTo>
                    <a:pt x="44" y="14595"/>
                  </a:lnTo>
                  <a:cubicBezTo>
                    <a:pt x="43622" y="9719"/>
                    <a:pt x="87332" y="5640"/>
                    <a:pt x="131131" y="3424"/>
                  </a:cubicBezTo>
                  <a:cubicBezTo>
                    <a:pt x="153031" y="2449"/>
                    <a:pt x="174974" y="1606"/>
                    <a:pt x="196785" y="2759"/>
                  </a:cubicBezTo>
                  <a:cubicBezTo>
                    <a:pt x="207602" y="3557"/>
                    <a:pt x="218552" y="5020"/>
                    <a:pt x="229501" y="5906"/>
                  </a:cubicBezTo>
                  <a:cubicBezTo>
                    <a:pt x="240451" y="6926"/>
                    <a:pt x="251357" y="7768"/>
                    <a:pt x="262306" y="8655"/>
                  </a:cubicBezTo>
                  <a:cubicBezTo>
                    <a:pt x="306061" y="11980"/>
                    <a:pt x="349860" y="14640"/>
                    <a:pt x="393703" y="16856"/>
                  </a:cubicBezTo>
                  <a:cubicBezTo>
                    <a:pt x="437547" y="19028"/>
                    <a:pt x="481390" y="20757"/>
                    <a:pt x="525278" y="21422"/>
                  </a:cubicBezTo>
                  <a:cubicBezTo>
                    <a:pt x="547221" y="21644"/>
                    <a:pt x="569210" y="21777"/>
                    <a:pt x="591153" y="21023"/>
                  </a:cubicBezTo>
                  <a:lnTo>
                    <a:pt x="607644" y="20358"/>
                  </a:lnTo>
                  <a:lnTo>
                    <a:pt x="624136" y="19028"/>
                  </a:lnTo>
                  <a:cubicBezTo>
                    <a:pt x="629633" y="18762"/>
                    <a:pt x="635130" y="17521"/>
                    <a:pt x="640582" y="16768"/>
                  </a:cubicBezTo>
                  <a:lnTo>
                    <a:pt x="656719" y="14241"/>
                  </a:lnTo>
                  <a:cubicBezTo>
                    <a:pt x="678352" y="11536"/>
                    <a:pt x="700252" y="10251"/>
                    <a:pt x="722151" y="9231"/>
                  </a:cubicBezTo>
                  <a:cubicBezTo>
                    <a:pt x="744051" y="8167"/>
                    <a:pt x="765950" y="7591"/>
                    <a:pt x="787894" y="7015"/>
                  </a:cubicBezTo>
                  <a:cubicBezTo>
                    <a:pt x="875581" y="5153"/>
                    <a:pt x="963312" y="5374"/>
                    <a:pt x="1051043" y="6926"/>
                  </a:cubicBezTo>
                  <a:cubicBezTo>
                    <a:pt x="1094886" y="7813"/>
                    <a:pt x="1138729" y="9010"/>
                    <a:pt x="1182529" y="11270"/>
                  </a:cubicBezTo>
                  <a:lnTo>
                    <a:pt x="1198931" y="12157"/>
                  </a:lnTo>
                  <a:lnTo>
                    <a:pt x="1215333" y="13443"/>
                  </a:lnTo>
                  <a:lnTo>
                    <a:pt x="1248138" y="16147"/>
                  </a:lnTo>
                  <a:cubicBezTo>
                    <a:pt x="1270038" y="17698"/>
                    <a:pt x="1291937" y="19028"/>
                    <a:pt x="1313881" y="19871"/>
                  </a:cubicBezTo>
                  <a:cubicBezTo>
                    <a:pt x="1357725" y="21733"/>
                    <a:pt x="1401612" y="22309"/>
                    <a:pt x="1445500" y="22265"/>
                  </a:cubicBezTo>
                  <a:cubicBezTo>
                    <a:pt x="1489387" y="22087"/>
                    <a:pt x="1533275" y="21289"/>
                    <a:pt x="1577118" y="18895"/>
                  </a:cubicBezTo>
                  <a:cubicBezTo>
                    <a:pt x="1588112" y="18142"/>
                    <a:pt x="1599018" y="17521"/>
                    <a:pt x="1609923" y="16989"/>
                  </a:cubicBezTo>
                  <a:cubicBezTo>
                    <a:pt x="1620873" y="16679"/>
                    <a:pt x="1631823" y="16457"/>
                    <a:pt x="1642773" y="16457"/>
                  </a:cubicBezTo>
                  <a:cubicBezTo>
                    <a:pt x="1664672" y="16413"/>
                    <a:pt x="1686616" y="16768"/>
                    <a:pt x="1708515" y="17255"/>
                  </a:cubicBezTo>
                  <a:cubicBezTo>
                    <a:pt x="1752359" y="18275"/>
                    <a:pt x="1796202" y="19959"/>
                    <a:pt x="1840045" y="21245"/>
                  </a:cubicBezTo>
                  <a:cubicBezTo>
                    <a:pt x="1861989" y="21866"/>
                    <a:pt x="1883888" y="22575"/>
                    <a:pt x="1905877" y="22752"/>
                  </a:cubicBezTo>
                  <a:cubicBezTo>
                    <a:pt x="1916827" y="22797"/>
                    <a:pt x="1928042" y="22575"/>
                    <a:pt x="1938859" y="21733"/>
                  </a:cubicBezTo>
                  <a:cubicBezTo>
                    <a:pt x="1949809" y="21156"/>
                    <a:pt x="1960758" y="20669"/>
                    <a:pt x="1971708" y="20270"/>
                  </a:cubicBezTo>
                  <a:cubicBezTo>
                    <a:pt x="2015374" y="18629"/>
                    <a:pt x="2057489" y="17610"/>
                    <a:pt x="2101199" y="16590"/>
                  </a:cubicBezTo>
                  <a:lnTo>
                    <a:pt x="2101155" y="12600"/>
                  </a:lnTo>
                  <a:cubicBezTo>
                    <a:pt x="2057666" y="13576"/>
                    <a:pt x="2015108" y="14462"/>
                    <a:pt x="1971575" y="16103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86" name="Forme libre : forme 20285">
              <a:extLst>
                <a:ext uri="{FF2B5EF4-FFF2-40B4-BE49-F238E27FC236}">
                  <a16:creationId xmlns:a16="http://schemas.microsoft.com/office/drawing/2014/main" id="{C263F95C-3296-40E9-90E8-2D657D7B529E}"/>
                </a:ext>
              </a:extLst>
            </p:cNvPr>
            <p:cNvSpPr/>
            <p:nvPr/>
          </p:nvSpPr>
          <p:spPr>
            <a:xfrm>
              <a:off x="7134408" y="1050776"/>
              <a:ext cx="975" cy="265"/>
            </a:xfrm>
            <a:custGeom>
              <a:avLst/>
              <a:gdLst>
                <a:gd name="connsiteX0" fmla="*/ 975 w 975"/>
                <a:gd name="connsiteY0" fmla="*/ 0 h 265"/>
                <a:gd name="connsiteX1" fmla="*/ 443 w 975"/>
                <a:gd name="connsiteY1" fmla="*/ 0 h 265"/>
                <a:gd name="connsiteX2" fmla="*/ 0 w 975"/>
                <a:gd name="connsiteY2" fmla="*/ 266 h 265"/>
                <a:gd name="connsiteX3" fmla="*/ 975 w 975"/>
                <a:gd name="connsiteY3" fmla="*/ 0 h 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" h="265">
                  <a:moveTo>
                    <a:pt x="975" y="0"/>
                  </a:moveTo>
                  <a:cubicBezTo>
                    <a:pt x="798" y="0"/>
                    <a:pt x="621" y="0"/>
                    <a:pt x="443" y="0"/>
                  </a:cubicBezTo>
                  <a:cubicBezTo>
                    <a:pt x="310" y="89"/>
                    <a:pt x="133" y="177"/>
                    <a:pt x="0" y="266"/>
                  </a:cubicBezTo>
                  <a:lnTo>
                    <a:pt x="975" y="0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87" name="Forme libre : forme 20286">
              <a:extLst>
                <a:ext uri="{FF2B5EF4-FFF2-40B4-BE49-F238E27FC236}">
                  <a16:creationId xmlns:a16="http://schemas.microsoft.com/office/drawing/2014/main" id="{C744B2DE-D642-4A90-97B7-B319D69E379C}"/>
                </a:ext>
              </a:extLst>
            </p:cNvPr>
            <p:cNvSpPr/>
            <p:nvPr/>
          </p:nvSpPr>
          <p:spPr>
            <a:xfrm>
              <a:off x="5488266" y="1048382"/>
              <a:ext cx="821585" cy="27026"/>
            </a:xfrm>
            <a:custGeom>
              <a:avLst/>
              <a:gdLst>
                <a:gd name="connsiteX0" fmla="*/ 0 w 821585"/>
                <a:gd name="connsiteY0" fmla="*/ 23673 h 27026"/>
                <a:gd name="connsiteX1" fmla="*/ 205740 w 821585"/>
                <a:gd name="connsiteY1" fmla="*/ 22431 h 27026"/>
                <a:gd name="connsiteX2" fmla="*/ 257120 w 821585"/>
                <a:gd name="connsiteY2" fmla="*/ 21013 h 27026"/>
                <a:gd name="connsiteX3" fmla="*/ 282743 w 821585"/>
                <a:gd name="connsiteY3" fmla="*/ 19240 h 27026"/>
                <a:gd name="connsiteX4" fmla="*/ 307745 w 821585"/>
                <a:gd name="connsiteY4" fmla="*/ 14319 h 27026"/>
                <a:gd name="connsiteX5" fmla="*/ 314041 w 821585"/>
                <a:gd name="connsiteY5" fmla="*/ 12634 h 27026"/>
                <a:gd name="connsiteX6" fmla="*/ 320380 w 821585"/>
                <a:gd name="connsiteY6" fmla="*/ 11482 h 27026"/>
                <a:gd name="connsiteX7" fmla="*/ 333147 w 821585"/>
                <a:gd name="connsiteY7" fmla="*/ 9531 h 27026"/>
                <a:gd name="connsiteX8" fmla="*/ 358726 w 821585"/>
                <a:gd name="connsiteY8" fmla="*/ 6738 h 27026"/>
                <a:gd name="connsiteX9" fmla="*/ 410061 w 821585"/>
                <a:gd name="connsiteY9" fmla="*/ 3103 h 27026"/>
                <a:gd name="connsiteX10" fmla="*/ 512998 w 821585"/>
                <a:gd name="connsiteY10" fmla="*/ 0 h 27026"/>
                <a:gd name="connsiteX11" fmla="*/ 564555 w 821585"/>
                <a:gd name="connsiteY11" fmla="*/ 1241 h 27026"/>
                <a:gd name="connsiteX12" fmla="*/ 615846 w 821585"/>
                <a:gd name="connsiteY12" fmla="*/ 2881 h 27026"/>
                <a:gd name="connsiteX13" fmla="*/ 718694 w 821585"/>
                <a:gd name="connsiteY13" fmla="*/ 4921 h 27026"/>
                <a:gd name="connsiteX14" fmla="*/ 821586 w 821585"/>
                <a:gd name="connsiteY14" fmla="*/ 7004 h 27026"/>
                <a:gd name="connsiteX15" fmla="*/ 821586 w 821585"/>
                <a:gd name="connsiteY15" fmla="*/ 7448 h 27026"/>
                <a:gd name="connsiteX16" fmla="*/ 718694 w 821585"/>
                <a:gd name="connsiteY16" fmla="*/ 8113 h 27026"/>
                <a:gd name="connsiteX17" fmla="*/ 615757 w 821585"/>
                <a:gd name="connsiteY17" fmla="*/ 7448 h 27026"/>
                <a:gd name="connsiteX18" fmla="*/ 564200 w 821585"/>
                <a:gd name="connsiteY18" fmla="*/ 5852 h 27026"/>
                <a:gd name="connsiteX19" fmla="*/ 512954 w 821585"/>
                <a:gd name="connsiteY19" fmla="*/ 4167 h 27026"/>
                <a:gd name="connsiteX20" fmla="*/ 410150 w 821585"/>
                <a:gd name="connsiteY20" fmla="*/ 5497 h 27026"/>
                <a:gd name="connsiteX21" fmla="*/ 358815 w 821585"/>
                <a:gd name="connsiteY21" fmla="*/ 8290 h 27026"/>
                <a:gd name="connsiteX22" fmla="*/ 308189 w 821585"/>
                <a:gd name="connsiteY22" fmla="*/ 15782 h 27026"/>
                <a:gd name="connsiteX23" fmla="*/ 302027 w 821585"/>
                <a:gd name="connsiteY23" fmla="*/ 17688 h 27026"/>
                <a:gd name="connsiteX24" fmla="*/ 295687 w 821585"/>
                <a:gd name="connsiteY24" fmla="*/ 19195 h 27026"/>
                <a:gd name="connsiteX25" fmla="*/ 282920 w 821585"/>
                <a:gd name="connsiteY25" fmla="*/ 21057 h 27026"/>
                <a:gd name="connsiteX26" fmla="*/ 257253 w 821585"/>
                <a:gd name="connsiteY26" fmla="*/ 23495 h 27026"/>
                <a:gd name="connsiteX27" fmla="*/ 205829 w 821585"/>
                <a:gd name="connsiteY27" fmla="*/ 26155 h 27026"/>
                <a:gd name="connsiteX28" fmla="*/ 102892 w 821585"/>
                <a:gd name="connsiteY28" fmla="*/ 26820 h 27026"/>
                <a:gd name="connsiteX29" fmla="*/ 0 w 821585"/>
                <a:gd name="connsiteY29" fmla="*/ 24116 h 27026"/>
                <a:gd name="connsiteX30" fmla="*/ 0 w 821585"/>
                <a:gd name="connsiteY30" fmla="*/ 23673 h 27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1585" h="27026">
                  <a:moveTo>
                    <a:pt x="0" y="23673"/>
                  </a:moveTo>
                  <a:cubicBezTo>
                    <a:pt x="68624" y="23451"/>
                    <a:pt x="137204" y="23584"/>
                    <a:pt x="205740" y="22431"/>
                  </a:cubicBezTo>
                  <a:cubicBezTo>
                    <a:pt x="222852" y="22165"/>
                    <a:pt x="240008" y="21855"/>
                    <a:pt x="257120" y="21013"/>
                  </a:cubicBezTo>
                  <a:cubicBezTo>
                    <a:pt x="265675" y="20614"/>
                    <a:pt x="274231" y="20038"/>
                    <a:pt x="282743" y="19240"/>
                  </a:cubicBezTo>
                  <a:cubicBezTo>
                    <a:pt x="291299" y="18442"/>
                    <a:pt x="299633" y="17112"/>
                    <a:pt x="307745" y="14319"/>
                  </a:cubicBezTo>
                  <a:cubicBezTo>
                    <a:pt x="309829" y="13787"/>
                    <a:pt x="311913" y="12989"/>
                    <a:pt x="314041" y="12634"/>
                  </a:cubicBezTo>
                  <a:lnTo>
                    <a:pt x="320380" y="11482"/>
                  </a:lnTo>
                  <a:cubicBezTo>
                    <a:pt x="324591" y="10595"/>
                    <a:pt x="328891" y="10196"/>
                    <a:pt x="333147" y="9531"/>
                  </a:cubicBezTo>
                  <a:cubicBezTo>
                    <a:pt x="341659" y="8290"/>
                    <a:pt x="350215" y="7536"/>
                    <a:pt x="358726" y="6738"/>
                  </a:cubicBezTo>
                  <a:cubicBezTo>
                    <a:pt x="375838" y="5231"/>
                    <a:pt x="392950" y="4034"/>
                    <a:pt x="410061" y="3103"/>
                  </a:cubicBezTo>
                  <a:cubicBezTo>
                    <a:pt x="444329" y="1286"/>
                    <a:pt x="478641" y="133"/>
                    <a:pt x="512998" y="0"/>
                  </a:cubicBezTo>
                  <a:cubicBezTo>
                    <a:pt x="530154" y="44"/>
                    <a:pt x="547354" y="-44"/>
                    <a:pt x="564555" y="1241"/>
                  </a:cubicBezTo>
                  <a:cubicBezTo>
                    <a:pt x="581534" y="2084"/>
                    <a:pt x="598734" y="2483"/>
                    <a:pt x="615846" y="2881"/>
                  </a:cubicBezTo>
                  <a:lnTo>
                    <a:pt x="718694" y="4921"/>
                  </a:lnTo>
                  <a:cubicBezTo>
                    <a:pt x="753006" y="5541"/>
                    <a:pt x="787274" y="6118"/>
                    <a:pt x="821586" y="7004"/>
                  </a:cubicBezTo>
                  <a:lnTo>
                    <a:pt x="821586" y="7448"/>
                  </a:lnTo>
                  <a:cubicBezTo>
                    <a:pt x="787274" y="8024"/>
                    <a:pt x="752961" y="8113"/>
                    <a:pt x="718694" y="8113"/>
                  </a:cubicBezTo>
                  <a:cubicBezTo>
                    <a:pt x="684381" y="8157"/>
                    <a:pt x="650069" y="8157"/>
                    <a:pt x="615757" y="7448"/>
                  </a:cubicBezTo>
                  <a:cubicBezTo>
                    <a:pt x="598601" y="7049"/>
                    <a:pt x="581489" y="6916"/>
                    <a:pt x="564200" y="5852"/>
                  </a:cubicBezTo>
                  <a:cubicBezTo>
                    <a:pt x="547177" y="4433"/>
                    <a:pt x="530065" y="4389"/>
                    <a:pt x="512954" y="4167"/>
                  </a:cubicBezTo>
                  <a:cubicBezTo>
                    <a:pt x="478686" y="4078"/>
                    <a:pt x="444418" y="4256"/>
                    <a:pt x="410150" y="5497"/>
                  </a:cubicBezTo>
                  <a:cubicBezTo>
                    <a:pt x="393038" y="6162"/>
                    <a:pt x="375882" y="6827"/>
                    <a:pt x="358815" y="8290"/>
                  </a:cubicBezTo>
                  <a:cubicBezTo>
                    <a:pt x="341836" y="9886"/>
                    <a:pt x="324503" y="11127"/>
                    <a:pt x="308189" y="15782"/>
                  </a:cubicBezTo>
                  <a:lnTo>
                    <a:pt x="302027" y="17688"/>
                  </a:lnTo>
                  <a:cubicBezTo>
                    <a:pt x="299943" y="18353"/>
                    <a:pt x="297815" y="18663"/>
                    <a:pt x="295687" y="19195"/>
                  </a:cubicBezTo>
                  <a:cubicBezTo>
                    <a:pt x="291432" y="19949"/>
                    <a:pt x="287176" y="20570"/>
                    <a:pt x="282920" y="21057"/>
                  </a:cubicBezTo>
                  <a:cubicBezTo>
                    <a:pt x="274364" y="22077"/>
                    <a:pt x="265808" y="22875"/>
                    <a:pt x="257253" y="23495"/>
                  </a:cubicBezTo>
                  <a:cubicBezTo>
                    <a:pt x="240141" y="24737"/>
                    <a:pt x="222985" y="25579"/>
                    <a:pt x="205829" y="26155"/>
                  </a:cubicBezTo>
                  <a:cubicBezTo>
                    <a:pt x="171517" y="27219"/>
                    <a:pt x="137204" y="27131"/>
                    <a:pt x="102892" y="26820"/>
                  </a:cubicBezTo>
                  <a:cubicBezTo>
                    <a:pt x="68580" y="26421"/>
                    <a:pt x="34268" y="25579"/>
                    <a:pt x="0" y="24116"/>
                  </a:cubicBezTo>
                  <a:lnTo>
                    <a:pt x="0" y="23673"/>
                  </a:ln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88" name="Forme libre : forme 20287">
              <a:extLst>
                <a:ext uri="{FF2B5EF4-FFF2-40B4-BE49-F238E27FC236}">
                  <a16:creationId xmlns:a16="http://schemas.microsoft.com/office/drawing/2014/main" id="{637C965B-5643-49D9-8B15-C113B5694C30}"/>
                </a:ext>
              </a:extLst>
            </p:cNvPr>
            <p:cNvSpPr/>
            <p:nvPr/>
          </p:nvSpPr>
          <p:spPr>
            <a:xfrm>
              <a:off x="5792953" y="1057648"/>
              <a:ext cx="786342" cy="19641"/>
            </a:xfrm>
            <a:custGeom>
              <a:avLst/>
              <a:gdLst>
                <a:gd name="connsiteX0" fmla="*/ 0 w 786342"/>
                <a:gd name="connsiteY0" fmla="*/ 6783 h 19641"/>
                <a:gd name="connsiteX1" fmla="*/ 98237 w 786342"/>
                <a:gd name="connsiteY1" fmla="*/ 12590 h 19641"/>
                <a:gd name="connsiteX2" fmla="*/ 196519 w 786342"/>
                <a:gd name="connsiteY2" fmla="*/ 16003 h 19641"/>
                <a:gd name="connsiteX3" fmla="*/ 245638 w 786342"/>
                <a:gd name="connsiteY3" fmla="*/ 15117 h 19641"/>
                <a:gd name="connsiteX4" fmla="*/ 294845 w 786342"/>
                <a:gd name="connsiteY4" fmla="*/ 13876 h 19641"/>
                <a:gd name="connsiteX5" fmla="*/ 393260 w 786342"/>
                <a:gd name="connsiteY5" fmla="*/ 11437 h 19641"/>
                <a:gd name="connsiteX6" fmla="*/ 491675 w 786342"/>
                <a:gd name="connsiteY6" fmla="*/ 9398 h 19641"/>
                <a:gd name="connsiteX7" fmla="*/ 540882 w 786342"/>
                <a:gd name="connsiteY7" fmla="*/ 8866 h 19641"/>
                <a:gd name="connsiteX8" fmla="*/ 590089 w 786342"/>
                <a:gd name="connsiteY8" fmla="*/ 8955 h 19641"/>
                <a:gd name="connsiteX9" fmla="*/ 688460 w 786342"/>
                <a:gd name="connsiteY9" fmla="*/ 7758 h 19641"/>
                <a:gd name="connsiteX10" fmla="*/ 737579 w 786342"/>
                <a:gd name="connsiteY10" fmla="*/ 5852 h 19641"/>
                <a:gd name="connsiteX11" fmla="*/ 762093 w 786342"/>
                <a:gd name="connsiteY11" fmla="*/ 3945 h 19641"/>
                <a:gd name="connsiteX12" fmla="*/ 786343 w 786342"/>
                <a:gd name="connsiteY12" fmla="*/ 0 h 19641"/>
                <a:gd name="connsiteX13" fmla="*/ 762182 w 786342"/>
                <a:gd name="connsiteY13" fmla="*/ 4477 h 19641"/>
                <a:gd name="connsiteX14" fmla="*/ 737667 w 786342"/>
                <a:gd name="connsiteY14" fmla="*/ 6960 h 19641"/>
                <a:gd name="connsiteX15" fmla="*/ 688549 w 786342"/>
                <a:gd name="connsiteY15" fmla="*/ 9930 h 19641"/>
                <a:gd name="connsiteX16" fmla="*/ 590134 w 786342"/>
                <a:gd name="connsiteY16" fmla="*/ 12413 h 19641"/>
                <a:gd name="connsiteX17" fmla="*/ 491719 w 786342"/>
                <a:gd name="connsiteY17" fmla="*/ 13521 h 19641"/>
                <a:gd name="connsiteX18" fmla="*/ 393349 w 786342"/>
                <a:gd name="connsiteY18" fmla="*/ 15959 h 19641"/>
                <a:gd name="connsiteX19" fmla="*/ 294978 w 786342"/>
                <a:gd name="connsiteY19" fmla="*/ 17998 h 19641"/>
                <a:gd name="connsiteX20" fmla="*/ 245815 w 786342"/>
                <a:gd name="connsiteY20" fmla="*/ 19018 h 19641"/>
                <a:gd name="connsiteX21" fmla="*/ 196563 w 786342"/>
                <a:gd name="connsiteY21" fmla="*/ 19506 h 19641"/>
                <a:gd name="connsiteX22" fmla="*/ 0 w 786342"/>
                <a:gd name="connsiteY22" fmla="*/ 6783 h 19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6342" h="19641">
                  <a:moveTo>
                    <a:pt x="0" y="6783"/>
                  </a:moveTo>
                  <a:cubicBezTo>
                    <a:pt x="32716" y="9043"/>
                    <a:pt x="65477" y="10994"/>
                    <a:pt x="98237" y="12590"/>
                  </a:cubicBezTo>
                  <a:cubicBezTo>
                    <a:pt x="130998" y="14275"/>
                    <a:pt x="163758" y="15782"/>
                    <a:pt x="196519" y="16003"/>
                  </a:cubicBezTo>
                  <a:cubicBezTo>
                    <a:pt x="212877" y="16181"/>
                    <a:pt x="229235" y="15427"/>
                    <a:pt x="245638" y="15117"/>
                  </a:cubicBezTo>
                  <a:lnTo>
                    <a:pt x="294845" y="13876"/>
                  </a:lnTo>
                  <a:lnTo>
                    <a:pt x="393260" y="11437"/>
                  </a:lnTo>
                  <a:lnTo>
                    <a:pt x="491675" y="9398"/>
                  </a:lnTo>
                  <a:cubicBezTo>
                    <a:pt x="508077" y="9043"/>
                    <a:pt x="524480" y="8645"/>
                    <a:pt x="540882" y="8866"/>
                  </a:cubicBezTo>
                  <a:lnTo>
                    <a:pt x="590089" y="8955"/>
                  </a:lnTo>
                  <a:cubicBezTo>
                    <a:pt x="622894" y="8955"/>
                    <a:pt x="655655" y="8645"/>
                    <a:pt x="688460" y="7758"/>
                  </a:cubicBezTo>
                  <a:cubicBezTo>
                    <a:pt x="704862" y="7403"/>
                    <a:pt x="721220" y="6783"/>
                    <a:pt x="737579" y="5852"/>
                  </a:cubicBezTo>
                  <a:cubicBezTo>
                    <a:pt x="745780" y="5364"/>
                    <a:pt x="753937" y="4788"/>
                    <a:pt x="762093" y="3945"/>
                  </a:cubicBezTo>
                  <a:cubicBezTo>
                    <a:pt x="770250" y="3103"/>
                    <a:pt x="778363" y="1995"/>
                    <a:pt x="786343" y="0"/>
                  </a:cubicBezTo>
                  <a:cubicBezTo>
                    <a:pt x="778407" y="2172"/>
                    <a:pt x="770295" y="3458"/>
                    <a:pt x="762182" y="4477"/>
                  </a:cubicBezTo>
                  <a:cubicBezTo>
                    <a:pt x="754025" y="5497"/>
                    <a:pt x="745868" y="6295"/>
                    <a:pt x="737667" y="6960"/>
                  </a:cubicBezTo>
                  <a:cubicBezTo>
                    <a:pt x="721309" y="8246"/>
                    <a:pt x="704907" y="9221"/>
                    <a:pt x="688549" y="9930"/>
                  </a:cubicBezTo>
                  <a:cubicBezTo>
                    <a:pt x="655744" y="11260"/>
                    <a:pt x="622939" y="11969"/>
                    <a:pt x="590134" y="12413"/>
                  </a:cubicBezTo>
                  <a:cubicBezTo>
                    <a:pt x="557329" y="13078"/>
                    <a:pt x="524524" y="12280"/>
                    <a:pt x="491719" y="13521"/>
                  </a:cubicBezTo>
                  <a:lnTo>
                    <a:pt x="393349" y="15959"/>
                  </a:lnTo>
                  <a:lnTo>
                    <a:pt x="294978" y="17998"/>
                  </a:lnTo>
                  <a:lnTo>
                    <a:pt x="245815" y="19018"/>
                  </a:lnTo>
                  <a:cubicBezTo>
                    <a:pt x="229457" y="19328"/>
                    <a:pt x="213010" y="19905"/>
                    <a:pt x="196563" y="19506"/>
                  </a:cubicBezTo>
                  <a:cubicBezTo>
                    <a:pt x="130732" y="17910"/>
                    <a:pt x="65344" y="12634"/>
                    <a:pt x="0" y="6783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89" name="Forme libre : forme 20288">
              <a:extLst>
                <a:ext uri="{FF2B5EF4-FFF2-40B4-BE49-F238E27FC236}">
                  <a16:creationId xmlns:a16="http://schemas.microsoft.com/office/drawing/2014/main" id="{F1EE4D1D-5F82-4A60-AC68-9348227561E8}"/>
                </a:ext>
              </a:extLst>
            </p:cNvPr>
            <p:cNvSpPr/>
            <p:nvPr/>
          </p:nvSpPr>
          <p:spPr>
            <a:xfrm>
              <a:off x="6387520" y="1058534"/>
              <a:ext cx="574972" cy="28504"/>
            </a:xfrm>
            <a:custGeom>
              <a:avLst/>
              <a:gdLst>
                <a:gd name="connsiteX0" fmla="*/ 0 w 574972"/>
                <a:gd name="connsiteY0" fmla="*/ 28505 h 28504"/>
                <a:gd name="connsiteX1" fmla="*/ 143898 w 574972"/>
                <a:gd name="connsiteY1" fmla="*/ 22254 h 28504"/>
                <a:gd name="connsiteX2" fmla="*/ 287885 w 574972"/>
                <a:gd name="connsiteY2" fmla="*/ 17156 h 28504"/>
                <a:gd name="connsiteX3" fmla="*/ 359879 w 574972"/>
                <a:gd name="connsiteY3" fmla="*/ 15649 h 28504"/>
                <a:gd name="connsiteX4" fmla="*/ 431828 w 574972"/>
                <a:gd name="connsiteY4" fmla="*/ 13477 h 28504"/>
                <a:gd name="connsiteX5" fmla="*/ 503688 w 574972"/>
                <a:gd name="connsiteY5" fmla="*/ 9443 h 28504"/>
                <a:gd name="connsiteX6" fmla="*/ 574973 w 574972"/>
                <a:gd name="connsiteY6" fmla="*/ 0 h 28504"/>
                <a:gd name="connsiteX7" fmla="*/ 503910 w 574972"/>
                <a:gd name="connsiteY7" fmla="*/ 11615 h 28504"/>
                <a:gd name="connsiteX8" fmla="*/ 432049 w 574972"/>
                <a:gd name="connsiteY8" fmla="*/ 16890 h 28504"/>
                <a:gd name="connsiteX9" fmla="*/ 288018 w 574972"/>
                <a:gd name="connsiteY9" fmla="*/ 21589 h 28504"/>
                <a:gd name="connsiteX10" fmla="*/ 144076 w 574972"/>
                <a:gd name="connsiteY10" fmla="*/ 25623 h 28504"/>
                <a:gd name="connsiteX11" fmla="*/ 0 w 574972"/>
                <a:gd name="connsiteY11" fmla="*/ 28505 h 28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4972" h="28504">
                  <a:moveTo>
                    <a:pt x="0" y="28505"/>
                  </a:moveTo>
                  <a:cubicBezTo>
                    <a:pt x="47966" y="26067"/>
                    <a:pt x="95932" y="24116"/>
                    <a:pt x="143898" y="22254"/>
                  </a:cubicBezTo>
                  <a:lnTo>
                    <a:pt x="287885" y="17156"/>
                  </a:lnTo>
                  <a:cubicBezTo>
                    <a:pt x="311868" y="16269"/>
                    <a:pt x="335896" y="16314"/>
                    <a:pt x="359879" y="15649"/>
                  </a:cubicBezTo>
                  <a:cubicBezTo>
                    <a:pt x="383862" y="15161"/>
                    <a:pt x="407845" y="14319"/>
                    <a:pt x="431828" y="13477"/>
                  </a:cubicBezTo>
                  <a:cubicBezTo>
                    <a:pt x="455811" y="12546"/>
                    <a:pt x="479750" y="11349"/>
                    <a:pt x="503688" y="9443"/>
                  </a:cubicBezTo>
                  <a:cubicBezTo>
                    <a:pt x="527583" y="7581"/>
                    <a:pt x="551521" y="5320"/>
                    <a:pt x="574973" y="0"/>
                  </a:cubicBezTo>
                  <a:cubicBezTo>
                    <a:pt x="551743" y="6295"/>
                    <a:pt x="527760" y="8999"/>
                    <a:pt x="503910" y="11615"/>
                  </a:cubicBezTo>
                  <a:cubicBezTo>
                    <a:pt x="479971" y="13964"/>
                    <a:pt x="456033" y="15560"/>
                    <a:pt x="432049" y="16890"/>
                  </a:cubicBezTo>
                  <a:cubicBezTo>
                    <a:pt x="384084" y="19639"/>
                    <a:pt x="336029" y="20038"/>
                    <a:pt x="288018" y="21589"/>
                  </a:cubicBezTo>
                  <a:lnTo>
                    <a:pt x="144076" y="25623"/>
                  </a:lnTo>
                  <a:cubicBezTo>
                    <a:pt x="96021" y="26776"/>
                    <a:pt x="48011" y="27884"/>
                    <a:pt x="0" y="28505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90" name="Forme libre : forme 20289">
              <a:extLst>
                <a:ext uri="{FF2B5EF4-FFF2-40B4-BE49-F238E27FC236}">
                  <a16:creationId xmlns:a16="http://schemas.microsoft.com/office/drawing/2014/main" id="{65A4A0C2-BDA6-445E-AE3B-44A4A82E80B8}"/>
                </a:ext>
              </a:extLst>
            </p:cNvPr>
            <p:cNvSpPr/>
            <p:nvPr/>
          </p:nvSpPr>
          <p:spPr>
            <a:xfrm>
              <a:off x="6765885" y="1068775"/>
              <a:ext cx="368700" cy="11051"/>
            </a:xfrm>
            <a:custGeom>
              <a:avLst/>
              <a:gdLst>
                <a:gd name="connsiteX0" fmla="*/ 364977 w 368700"/>
                <a:gd name="connsiteY0" fmla="*/ 1330 h 11051"/>
                <a:gd name="connsiteX1" fmla="*/ 354958 w 368700"/>
                <a:gd name="connsiteY1" fmla="*/ 2970 h 11051"/>
                <a:gd name="connsiteX2" fmla="*/ 334256 w 368700"/>
                <a:gd name="connsiteY2" fmla="*/ 4699 h 11051"/>
                <a:gd name="connsiteX3" fmla="*/ 167217 w 368700"/>
                <a:gd name="connsiteY3" fmla="*/ 7137 h 11051"/>
                <a:gd name="connsiteX4" fmla="*/ 0 w 368700"/>
                <a:gd name="connsiteY4" fmla="*/ 6428 h 11051"/>
                <a:gd name="connsiteX5" fmla="*/ 83564 w 368700"/>
                <a:gd name="connsiteY5" fmla="*/ 8778 h 11051"/>
                <a:gd name="connsiteX6" fmla="*/ 167172 w 368700"/>
                <a:gd name="connsiteY6" fmla="*/ 10506 h 11051"/>
                <a:gd name="connsiteX7" fmla="*/ 250825 w 368700"/>
                <a:gd name="connsiteY7" fmla="*/ 11038 h 11051"/>
                <a:gd name="connsiteX8" fmla="*/ 334522 w 368700"/>
                <a:gd name="connsiteY8" fmla="*/ 9088 h 11051"/>
                <a:gd name="connsiteX9" fmla="*/ 355490 w 368700"/>
                <a:gd name="connsiteY9" fmla="*/ 7226 h 11051"/>
                <a:gd name="connsiteX10" fmla="*/ 366041 w 368700"/>
                <a:gd name="connsiteY10" fmla="*/ 5408 h 11051"/>
                <a:gd name="connsiteX11" fmla="*/ 368701 w 368700"/>
                <a:gd name="connsiteY11" fmla="*/ 4610 h 11051"/>
                <a:gd name="connsiteX12" fmla="*/ 368656 w 368700"/>
                <a:gd name="connsiteY12" fmla="*/ 0 h 11051"/>
                <a:gd name="connsiteX13" fmla="*/ 364977 w 368700"/>
                <a:gd name="connsiteY13" fmla="*/ 1330 h 1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8700" h="11051">
                  <a:moveTo>
                    <a:pt x="364977" y="1330"/>
                  </a:moveTo>
                  <a:cubicBezTo>
                    <a:pt x="361785" y="2084"/>
                    <a:pt x="358372" y="2616"/>
                    <a:pt x="354958" y="2970"/>
                  </a:cubicBezTo>
                  <a:cubicBezTo>
                    <a:pt x="348131" y="3812"/>
                    <a:pt x="341216" y="4256"/>
                    <a:pt x="334256" y="4699"/>
                  </a:cubicBezTo>
                  <a:cubicBezTo>
                    <a:pt x="278753" y="7714"/>
                    <a:pt x="222941" y="7137"/>
                    <a:pt x="167217" y="7137"/>
                  </a:cubicBezTo>
                  <a:cubicBezTo>
                    <a:pt x="111492" y="7049"/>
                    <a:pt x="55768" y="6162"/>
                    <a:pt x="0" y="6428"/>
                  </a:cubicBezTo>
                  <a:cubicBezTo>
                    <a:pt x="27840" y="6871"/>
                    <a:pt x="55724" y="8068"/>
                    <a:pt x="83564" y="8778"/>
                  </a:cubicBezTo>
                  <a:lnTo>
                    <a:pt x="167172" y="10506"/>
                  </a:lnTo>
                  <a:cubicBezTo>
                    <a:pt x="195056" y="11038"/>
                    <a:pt x="222941" y="11083"/>
                    <a:pt x="250825" y="11038"/>
                  </a:cubicBezTo>
                  <a:cubicBezTo>
                    <a:pt x="278709" y="10905"/>
                    <a:pt x="306593" y="10595"/>
                    <a:pt x="334522" y="9088"/>
                  </a:cubicBezTo>
                  <a:cubicBezTo>
                    <a:pt x="341482" y="8600"/>
                    <a:pt x="348486" y="8157"/>
                    <a:pt x="355490" y="7226"/>
                  </a:cubicBezTo>
                  <a:cubicBezTo>
                    <a:pt x="358992" y="6827"/>
                    <a:pt x="362494" y="6251"/>
                    <a:pt x="366041" y="5408"/>
                  </a:cubicBezTo>
                  <a:cubicBezTo>
                    <a:pt x="366972" y="5187"/>
                    <a:pt x="367859" y="4921"/>
                    <a:pt x="368701" y="4610"/>
                  </a:cubicBezTo>
                  <a:lnTo>
                    <a:pt x="368656" y="0"/>
                  </a:lnTo>
                  <a:cubicBezTo>
                    <a:pt x="367415" y="621"/>
                    <a:pt x="366218" y="1064"/>
                    <a:pt x="364977" y="1330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91" name="Forme libre : forme 20290">
              <a:extLst>
                <a:ext uri="{FF2B5EF4-FFF2-40B4-BE49-F238E27FC236}">
                  <a16:creationId xmlns:a16="http://schemas.microsoft.com/office/drawing/2014/main" id="{1622EF97-FADB-42E8-9A7C-F38EF2CEBF98}"/>
                </a:ext>
              </a:extLst>
            </p:cNvPr>
            <p:cNvSpPr/>
            <p:nvPr/>
          </p:nvSpPr>
          <p:spPr>
            <a:xfrm>
              <a:off x="6670573" y="1036901"/>
              <a:ext cx="413740" cy="15831"/>
            </a:xfrm>
            <a:custGeom>
              <a:avLst/>
              <a:gdLst>
                <a:gd name="connsiteX0" fmla="*/ 0 w 413740"/>
                <a:gd name="connsiteY0" fmla="*/ 0 h 15831"/>
                <a:gd name="connsiteX1" fmla="*/ 103469 w 413740"/>
                <a:gd name="connsiteY1" fmla="*/ 3369 h 15831"/>
                <a:gd name="connsiteX2" fmla="*/ 206893 w 413740"/>
                <a:gd name="connsiteY2" fmla="*/ 7448 h 15831"/>
                <a:gd name="connsiteX3" fmla="*/ 310317 w 413740"/>
                <a:gd name="connsiteY3" fmla="*/ 11748 h 15831"/>
                <a:gd name="connsiteX4" fmla="*/ 362007 w 413740"/>
                <a:gd name="connsiteY4" fmla="*/ 13654 h 15831"/>
                <a:gd name="connsiteX5" fmla="*/ 413741 w 413740"/>
                <a:gd name="connsiteY5" fmla="*/ 14762 h 15831"/>
                <a:gd name="connsiteX6" fmla="*/ 310184 w 413740"/>
                <a:gd name="connsiteY6" fmla="*/ 15161 h 15831"/>
                <a:gd name="connsiteX7" fmla="*/ 206715 w 413740"/>
                <a:gd name="connsiteY7" fmla="*/ 11881 h 15831"/>
                <a:gd name="connsiteX8" fmla="*/ 103291 w 413740"/>
                <a:gd name="connsiteY8" fmla="*/ 6783 h 15831"/>
                <a:gd name="connsiteX9" fmla="*/ 0 w 413740"/>
                <a:gd name="connsiteY9" fmla="*/ 0 h 1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3740" h="15831">
                  <a:moveTo>
                    <a:pt x="0" y="0"/>
                  </a:moveTo>
                  <a:cubicBezTo>
                    <a:pt x="34490" y="842"/>
                    <a:pt x="68979" y="2128"/>
                    <a:pt x="103469" y="3369"/>
                  </a:cubicBezTo>
                  <a:lnTo>
                    <a:pt x="206893" y="7448"/>
                  </a:lnTo>
                  <a:lnTo>
                    <a:pt x="310317" y="11748"/>
                  </a:lnTo>
                  <a:cubicBezTo>
                    <a:pt x="327562" y="12457"/>
                    <a:pt x="344806" y="13166"/>
                    <a:pt x="362007" y="13654"/>
                  </a:cubicBezTo>
                  <a:cubicBezTo>
                    <a:pt x="379251" y="14363"/>
                    <a:pt x="396496" y="14674"/>
                    <a:pt x="413741" y="14762"/>
                  </a:cubicBezTo>
                  <a:cubicBezTo>
                    <a:pt x="379251" y="16491"/>
                    <a:pt x="344673" y="15738"/>
                    <a:pt x="310184" y="15161"/>
                  </a:cubicBezTo>
                  <a:cubicBezTo>
                    <a:pt x="275650" y="14496"/>
                    <a:pt x="241205" y="13078"/>
                    <a:pt x="206715" y="11881"/>
                  </a:cubicBezTo>
                  <a:cubicBezTo>
                    <a:pt x="172226" y="10285"/>
                    <a:pt x="137781" y="8733"/>
                    <a:pt x="103291" y="6783"/>
                  </a:cubicBezTo>
                  <a:cubicBezTo>
                    <a:pt x="68846" y="4788"/>
                    <a:pt x="34401" y="2704"/>
                    <a:pt x="0" y="0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92" name="Forme libre : forme 20291">
              <a:extLst>
                <a:ext uri="{FF2B5EF4-FFF2-40B4-BE49-F238E27FC236}">
                  <a16:creationId xmlns:a16="http://schemas.microsoft.com/office/drawing/2014/main" id="{189783EB-18B1-42AA-A0E2-A0385197B3AF}"/>
                </a:ext>
              </a:extLst>
            </p:cNvPr>
            <p:cNvSpPr/>
            <p:nvPr/>
          </p:nvSpPr>
          <p:spPr>
            <a:xfrm>
              <a:off x="4245492" y="1111111"/>
              <a:ext cx="335674" cy="19549"/>
            </a:xfrm>
            <a:custGeom>
              <a:avLst/>
              <a:gdLst>
                <a:gd name="connsiteX0" fmla="*/ 335674 w 335674"/>
                <a:gd name="connsiteY0" fmla="*/ 0 h 19549"/>
                <a:gd name="connsiteX1" fmla="*/ 293648 w 335674"/>
                <a:gd name="connsiteY1" fmla="*/ 3148 h 19549"/>
                <a:gd name="connsiteX2" fmla="*/ 251623 w 335674"/>
                <a:gd name="connsiteY2" fmla="*/ 6073 h 19549"/>
                <a:gd name="connsiteX3" fmla="*/ 209641 w 335674"/>
                <a:gd name="connsiteY3" fmla="*/ 9265 h 19549"/>
                <a:gd name="connsiteX4" fmla="*/ 199268 w 335674"/>
                <a:gd name="connsiteY4" fmla="*/ 10373 h 19549"/>
                <a:gd name="connsiteX5" fmla="*/ 188673 w 335674"/>
                <a:gd name="connsiteY5" fmla="*/ 11570 h 19549"/>
                <a:gd name="connsiteX6" fmla="*/ 167615 w 335674"/>
                <a:gd name="connsiteY6" fmla="*/ 13166 h 19549"/>
                <a:gd name="connsiteX7" fmla="*/ 125811 w 335674"/>
                <a:gd name="connsiteY7" fmla="*/ 16713 h 19549"/>
                <a:gd name="connsiteX8" fmla="*/ 115571 w 335674"/>
                <a:gd name="connsiteY8" fmla="*/ 18530 h 19549"/>
                <a:gd name="connsiteX9" fmla="*/ 110118 w 335674"/>
                <a:gd name="connsiteY9" fmla="*/ 19328 h 19549"/>
                <a:gd name="connsiteX10" fmla="*/ 104710 w 335674"/>
                <a:gd name="connsiteY10" fmla="*/ 19550 h 19549"/>
                <a:gd name="connsiteX11" fmla="*/ 83475 w 335674"/>
                <a:gd name="connsiteY11" fmla="*/ 17821 h 19549"/>
                <a:gd name="connsiteX12" fmla="*/ 41848 w 335674"/>
                <a:gd name="connsiteY12" fmla="*/ 11216 h 19549"/>
                <a:gd name="connsiteX13" fmla="*/ 0 w 335674"/>
                <a:gd name="connsiteY13" fmla="*/ 8290 h 19549"/>
                <a:gd name="connsiteX14" fmla="*/ 42114 w 335674"/>
                <a:gd name="connsiteY14" fmla="*/ 9043 h 19549"/>
                <a:gd name="connsiteX15" fmla="*/ 83874 w 335674"/>
                <a:gd name="connsiteY15" fmla="*/ 14452 h 19549"/>
                <a:gd name="connsiteX16" fmla="*/ 104665 w 335674"/>
                <a:gd name="connsiteY16" fmla="*/ 15738 h 19549"/>
                <a:gd name="connsiteX17" fmla="*/ 109763 w 335674"/>
                <a:gd name="connsiteY17" fmla="*/ 15472 h 19549"/>
                <a:gd name="connsiteX18" fmla="*/ 114729 w 335674"/>
                <a:gd name="connsiteY18" fmla="*/ 14674 h 19549"/>
                <a:gd name="connsiteX19" fmla="*/ 125235 w 335674"/>
                <a:gd name="connsiteY19" fmla="*/ 12679 h 19549"/>
                <a:gd name="connsiteX20" fmla="*/ 167349 w 335674"/>
                <a:gd name="connsiteY20" fmla="*/ 8689 h 19549"/>
                <a:gd name="connsiteX21" fmla="*/ 188318 w 335674"/>
                <a:gd name="connsiteY21" fmla="*/ 7315 h 19549"/>
                <a:gd name="connsiteX22" fmla="*/ 198691 w 335674"/>
                <a:gd name="connsiteY22" fmla="*/ 6251 h 19549"/>
                <a:gd name="connsiteX23" fmla="*/ 209286 w 335674"/>
                <a:gd name="connsiteY23" fmla="*/ 5187 h 19549"/>
                <a:gd name="connsiteX24" fmla="*/ 251401 w 335674"/>
                <a:gd name="connsiteY24" fmla="*/ 2616 h 19549"/>
                <a:gd name="connsiteX25" fmla="*/ 335674 w 335674"/>
                <a:gd name="connsiteY25" fmla="*/ 0 h 1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674" h="19549">
                  <a:moveTo>
                    <a:pt x="335674" y="0"/>
                  </a:moveTo>
                  <a:lnTo>
                    <a:pt x="293648" y="3148"/>
                  </a:lnTo>
                  <a:lnTo>
                    <a:pt x="251623" y="6073"/>
                  </a:lnTo>
                  <a:cubicBezTo>
                    <a:pt x="237614" y="7182"/>
                    <a:pt x="223605" y="7980"/>
                    <a:pt x="209641" y="9265"/>
                  </a:cubicBezTo>
                  <a:cubicBezTo>
                    <a:pt x="206139" y="9576"/>
                    <a:pt x="202681" y="9930"/>
                    <a:pt x="199268" y="10373"/>
                  </a:cubicBezTo>
                  <a:cubicBezTo>
                    <a:pt x="195721" y="10861"/>
                    <a:pt x="192219" y="11260"/>
                    <a:pt x="188673" y="11570"/>
                  </a:cubicBezTo>
                  <a:cubicBezTo>
                    <a:pt x="181624" y="12235"/>
                    <a:pt x="174620" y="12679"/>
                    <a:pt x="167615" y="13166"/>
                  </a:cubicBezTo>
                  <a:cubicBezTo>
                    <a:pt x="153607" y="14009"/>
                    <a:pt x="139598" y="14762"/>
                    <a:pt x="125811" y="16713"/>
                  </a:cubicBezTo>
                  <a:cubicBezTo>
                    <a:pt x="122353" y="17200"/>
                    <a:pt x="118984" y="17821"/>
                    <a:pt x="115571" y="18530"/>
                  </a:cubicBezTo>
                  <a:cubicBezTo>
                    <a:pt x="113753" y="18796"/>
                    <a:pt x="111936" y="19107"/>
                    <a:pt x="110118" y="19328"/>
                  </a:cubicBezTo>
                  <a:lnTo>
                    <a:pt x="104710" y="19550"/>
                  </a:lnTo>
                  <a:cubicBezTo>
                    <a:pt x="97528" y="19550"/>
                    <a:pt x="90480" y="18752"/>
                    <a:pt x="83475" y="17821"/>
                  </a:cubicBezTo>
                  <a:cubicBezTo>
                    <a:pt x="69511" y="15870"/>
                    <a:pt x="55680" y="13255"/>
                    <a:pt x="41848" y="11216"/>
                  </a:cubicBezTo>
                  <a:cubicBezTo>
                    <a:pt x="28017" y="9088"/>
                    <a:pt x="14053" y="7182"/>
                    <a:pt x="0" y="8290"/>
                  </a:cubicBezTo>
                  <a:cubicBezTo>
                    <a:pt x="13964" y="6162"/>
                    <a:pt x="28150" y="7625"/>
                    <a:pt x="42114" y="9043"/>
                  </a:cubicBezTo>
                  <a:cubicBezTo>
                    <a:pt x="56079" y="10684"/>
                    <a:pt x="69999" y="12900"/>
                    <a:pt x="83874" y="14452"/>
                  </a:cubicBezTo>
                  <a:cubicBezTo>
                    <a:pt x="90834" y="15161"/>
                    <a:pt x="97794" y="15738"/>
                    <a:pt x="104665" y="15738"/>
                  </a:cubicBezTo>
                  <a:lnTo>
                    <a:pt x="109763" y="15472"/>
                  </a:lnTo>
                  <a:lnTo>
                    <a:pt x="114729" y="14674"/>
                  </a:lnTo>
                  <a:cubicBezTo>
                    <a:pt x="118231" y="13876"/>
                    <a:pt x="121733" y="13255"/>
                    <a:pt x="125235" y="12679"/>
                  </a:cubicBezTo>
                  <a:cubicBezTo>
                    <a:pt x="139244" y="10551"/>
                    <a:pt x="153341" y="9664"/>
                    <a:pt x="167349" y="8689"/>
                  </a:cubicBezTo>
                  <a:cubicBezTo>
                    <a:pt x="174354" y="8290"/>
                    <a:pt x="181358" y="7891"/>
                    <a:pt x="188318" y="7315"/>
                  </a:cubicBezTo>
                  <a:cubicBezTo>
                    <a:pt x="191820" y="7049"/>
                    <a:pt x="195234" y="6650"/>
                    <a:pt x="198691" y="6251"/>
                  </a:cubicBezTo>
                  <a:cubicBezTo>
                    <a:pt x="202238" y="5807"/>
                    <a:pt x="205784" y="5497"/>
                    <a:pt x="209286" y="5187"/>
                  </a:cubicBezTo>
                  <a:cubicBezTo>
                    <a:pt x="223339" y="4078"/>
                    <a:pt x="237348" y="3192"/>
                    <a:pt x="251401" y="2616"/>
                  </a:cubicBezTo>
                  <a:cubicBezTo>
                    <a:pt x="279462" y="1419"/>
                    <a:pt x="307568" y="399"/>
                    <a:pt x="335674" y="0"/>
                  </a:cubicBezTo>
                  <a:close/>
                </a:path>
              </a:pathLst>
            </a:custGeom>
            <a:solidFill>
              <a:srgbClr val="D37F6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93" name="Forme libre : forme 20292">
              <a:extLst>
                <a:ext uri="{FF2B5EF4-FFF2-40B4-BE49-F238E27FC236}">
                  <a16:creationId xmlns:a16="http://schemas.microsoft.com/office/drawing/2014/main" id="{C3DF8DE0-F6FE-4C2A-8828-169E356F9066}"/>
                </a:ext>
              </a:extLst>
            </p:cNvPr>
            <p:cNvSpPr/>
            <p:nvPr/>
          </p:nvSpPr>
          <p:spPr>
            <a:xfrm>
              <a:off x="7134718" y="926650"/>
              <a:ext cx="284294" cy="166019"/>
            </a:xfrm>
            <a:custGeom>
              <a:avLst/>
              <a:gdLst>
                <a:gd name="connsiteX0" fmla="*/ 284161 w 284294"/>
                <a:gd name="connsiteY0" fmla="*/ 0 h 166019"/>
                <a:gd name="connsiteX1" fmla="*/ 210395 w 284294"/>
                <a:gd name="connsiteY1" fmla="*/ 36396 h 166019"/>
                <a:gd name="connsiteX2" fmla="*/ 172935 w 284294"/>
                <a:gd name="connsiteY2" fmla="*/ 53286 h 166019"/>
                <a:gd name="connsiteX3" fmla="*/ 154006 w 284294"/>
                <a:gd name="connsiteY3" fmla="*/ 61398 h 166019"/>
                <a:gd name="connsiteX4" fmla="*/ 144741 w 284294"/>
                <a:gd name="connsiteY4" fmla="*/ 65964 h 166019"/>
                <a:gd name="connsiteX5" fmla="*/ 135653 w 284294"/>
                <a:gd name="connsiteY5" fmla="*/ 70841 h 166019"/>
                <a:gd name="connsiteX6" fmla="*/ 66319 w 284294"/>
                <a:gd name="connsiteY6" fmla="*/ 115216 h 166019"/>
                <a:gd name="connsiteX7" fmla="*/ 0 w 284294"/>
                <a:gd name="connsiteY7" fmla="*/ 163094 h 166019"/>
                <a:gd name="connsiteX8" fmla="*/ 0 w 284294"/>
                <a:gd name="connsiteY8" fmla="*/ 163138 h 166019"/>
                <a:gd name="connsiteX9" fmla="*/ 399 w 284294"/>
                <a:gd name="connsiteY9" fmla="*/ 163138 h 166019"/>
                <a:gd name="connsiteX10" fmla="*/ 0 w 284294"/>
                <a:gd name="connsiteY10" fmla="*/ 163271 h 166019"/>
                <a:gd name="connsiteX11" fmla="*/ 44 w 284294"/>
                <a:gd name="connsiteY11" fmla="*/ 166019 h 166019"/>
                <a:gd name="connsiteX12" fmla="*/ 532 w 284294"/>
                <a:gd name="connsiteY12" fmla="*/ 166019 h 166019"/>
                <a:gd name="connsiteX13" fmla="*/ 975 w 284294"/>
                <a:gd name="connsiteY13" fmla="*/ 166019 h 166019"/>
                <a:gd name="connsiteX14" fmla="*/ 1330 w 284294"/>
                <a:gd name="connsiteY14" fmla="*/ 165753 h 166019"/>
                <a:gd name="connsiteX15" fmla="*/ 67693 w 284294"/>
                <a:gd name="connsiteY15" fmla="*/ 117300 h 166019"/>
                <a:gd name="connsiteX16" fmla="*/ 136628 w 284294"/>
                <a:gd name="connsiteY16" fmla="*/ 72703 h 166019"/>
                <a:gd name="connsiteX17" fmla="*/ 145627 w 284294"/>
                <a:gd name="connsiteY17" fmla="*/ 67738 h 166019"/>
                <a:gd name="connsiteX18" fmla="*/ 154759 w 284294"/>
                <a:gd name="connsiteY18" fmla="*/ 63127 h 166019"/>
                <a:gd name="connsiteX19" fmla="*/ 173556 w 284294"/>
                <a:gd name="connsiteY19" fmla="*/ 54837 h 166019"/>
                <a:gd name="connsiteX20" fmla="*/ 210882 w 284294"/>
                <a:gd name="connsiteY20" fmla="*/ 37548 h 166019"/>
                <a:gd name="connsiteX21" fmla="*/ 284294 w 284294"/>
                <a:gd name="connsiteY21" fmla="*/ 443 h 166019"/>
                <a:gd name="connsiteX22" fmla="*/ 284161 w 284294"/>
                <a:gd name="connsiteY22" fmla="*/ 0 h 1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4294" h="166019">
                  <a:moveTo>
                    <a:pt x="284161" y="0"/>
                  </a:moveTo>
                  <a:cubicBezTo>
                    <a:pt x="259779" y="12546"/>
                    <a:pt x="235220" y="24692"/>
                    <a:pt x="210395" y="36396"/>
                  </a:cubicBezTo>
                  <a:cubicBezTo>
                    <a:pt x="197982" y="42203"/>
                    <a:pt x="185525" y="47922"/>
                    <a:pt x="172935" y="53286"/>
                  </a:cubicBezTo>
                  <a:cubicBezTo>
                    <a:pt x="166640" y="55990"/>
                    <a:pt x="160301" y="58473"/>
                    <a:pt x="154006" y="61398"/>
                  </a:cubicBezTo>
                  <a:cubicBezTo>
                    <a:pt x="150814" y="62728"/>
                    <a:pt x="147800" y="64413"/>
                    <a:pt x="144741" y="65964"/>
                  </a:cubicBezTo>
                  <a:cubicBezTo>
                    <a:pt x="141682" y="67516"/>
                    <a:pt x="138623" y="69112"/>
                    <a:pt x="135653" y="70841"/>
                  </a:cubicBezTo>
                  <a:cubicBezTo>
                    <a:pt x="111714" y="84362"/>
                    <a:pt x="88884" y="99656"/>
                    <a:pt x="66319" y="115216"/>
                  </a:cubicBezTo>
                  <a:cubicBezTo>
                    <a:pt x="43888" y="130732"/>
                    <a:pt x="21811" y="146736"/>
                    <a:pt x="0" y="163094"/>
                  </a:cubicBezTo>
                  <a:lnTo>
                    <a:pt x="0" y="163138"/>
                  </a:lnTo>
                  <a:cubicBezTo>
                    <a:pt x="133" y="163138"/>
                    <a:pt x="266" y="163138"/>
                    <a:pt x="399" y="163138"/>
                  </a:cubicBezTo>
                  <a:lnTo>
                    <a:pt x="0" y="163271"/>
                  </a:lnTo>
                  <a:lnTo>
                    <a:pt x="44" y="166019"/>
                  </a:lnTo>
                  <a:cubicBezTo>
                    <a:pt x="222" y="166019"/>
                    <a:pt x="355" y="166019"/>
                    <a:pt x="532" y="166019"/>
                  </a:cubicBezTo>
                  <a:lnTo>
                    <a:pt x="975" y="166019"/>
                  </a:lnTo>
                  <a:lnTo>
                    <a:pt x="1330" y="165753"/>
                  </a:lnTo>
                  <a:cubicBezTo>
                    <a:pt x="23141" y="149174"/>
                    <a:pt x="45262" y="132993"/>
                    <a:pt x="67693" y="117300"/>
                  </a:cubicBezTo>
                  <a:cubicBezTo>
                    <a:pt x="90169" y="101651"/>
                    <a:pt x="112911" y="86268"/>
                    <a:pt x="136628" y="72703"/>
                  </a:cubicBezTo>
                  <a:cubicBezTo>
                    <a:pt x="139554" y="70974"/>
                    <a:pt x="142568" y="69334"/>
                    <a:pt x="145627" y="67738"/>
                  </a:cubicBezTo>
                  <a:cubicBezTo>
                    <a:pt x="148642" y="66142"/>
                    <a:pt x="151612" y="64457"/>
                    <a:pt x="154759" y="63127"/>
                  </a:cubicBezTo>
                  <a:cubicBezTo>
                    <a:pt x="160877" y="60201"/>
                    <a:pt x="167261" y="57630"/>
                    <a:pt x="173556" y="54837"/>
                  </a:cubicBezTo>
                  <a:cubicBezTo>
                    <a:pt x="186101" y="49296"/>
                    <a:pt x="198558" y="43489"/>
                    <a:pt x="210882" y="37548"/>
                  </a:cubicBezTo>
                  <a:cubicBezTo>
                    <a:pt x="235575" y="25623"/>
                    <a:pt x="260045" y="13211"/>
                    <a:pt x="284294" y="443"/>
                  </a:cubicBezTo>
                  <a:lnTo>
                    <a:pt x="284161" y="0"/>
                  </a:lnTo>
                  <a:close/>
                </a:path>
              </a:pathLst>
            </a:custGeom>
            <a:solidFill>
              <a:srgbClr val="A5574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94" name="Forme libre : forme 20293">
              <a:extLst>
                <a:ext uri="{FF2B5EF4-FFF2-40B4-BE49-F238E27FC236}">
                  <a16:creationId xmlns:a16="http://schemas.microsoft.com/office/drawing/2014/main" id="{10EE744E-C480-4FB3-BE62-EB07AF467F70}"/>
                </a:ext>
              </a:extLst>
            </p:cNvPr>
            <p:cNvSpPr/>
            <p:nvPr/>
          </p:nvSpPr>
          <p:spPr>
            <a:xfrm>
              <a:off x="7134895" y="579494"/>
              <a:ext cx="743341" cy="529400"/>
            </a:xfrm>
            <a:custGeom>
              <a:avLst/>
              <a:gdLst>
                <a:gd name="connsiteX0" fmla="*/ 743120 w 743341"/>
                <a:gd name="connsiteY0" fmla="*/ 0 h 529400"/>
                <a:gd name="connsiteX1" fmla="*/ 649848 w 743341"/>
                <a:gd name="connsiteY1" fmla="*/ 65654 h 529400"/>
                <a:gd name="connsiteX2" fmla="*/ 625022 w 743341"/>
                <a:gd name="connsiteY2" fmla="*/ 79530 h 529400"/>
                <a:gd name="connsiteX3" fmla="*/ 612255 w 743341"/>
                <a:gd name="connsiteY3" fmla="*/ 86091 h 529400"/>
                <a:gd name="connsiteX4" fmla="*/ 599931 w 743341"/>
                <a:gd name="connsiteY4" fmla="*/ 93450 h 529400"/>
                <a:gd name="connsiteX5" fmla="*/ 553251 w 743341"/>
                <a:gd name="connsiteY5" fmla="*/ 126521 h 529400"/>
                <a:gd name="connsiteX6" fmla="*/ 465475 w 743341"/>
                <a:gd name="connsiteY6" fmla="*/ 199800 h 529400"/>
                <a:gd name="connsiteX7" fmla="*/ 460244 w 743341"/>
                <a:gd name="connsiteY7" fmla="*/ 204853 h 529400"/>
                <a:gd name="connsiteX8" fmla="*/ 455191 w 743341"/>
                <a:gd name="connsiteY8" fmla="*/ 209552 h 529400"/>
                <a:gd name="connsiteX9" fmla="*/ 444196 w 743341"/>
                <a:gd name="connsiteY9" fmla="*/ 218507 h 529400"/>
                <a:gd name="connsiteX10" fmla="*/ 421632 w 743341"/>
                <a:gd name="connsiteY10" fmla="*/ 235974 h 529400"/>
                <a:gd name="connsiteX11" fmla="*/ 377212 w 743341"/>
                <a:gd name="connsiteY11" fmla="*/ 272103 h 529400"/>
                <a:gd name="connsiteX12" fmla="*/ 356598 w 743341"/>
                <a:gd name="connsiteY12" fmla="*/ 291831 h 529400"/>
                <a:gd name="connsiteX13" fmla="*/ 334389 w 743341"/>
                <a:gd name="connsiteY13" fmla="*/ 309386 h 529400"/>
                <a:gd name="connsiteX14" fmla="*/ 287132 w 743341"/>
                <a:gd name="connsiteY14" fmla="*/ 341127 h 529400"/>
                <a:gd name="connsiteX15" fmla="*/ 238057 w 743341"/>
                <a:gd name="connsiteY15" fmla="*/ 370075 h 529400"/>
                <a:gd name="connsiteX16" fmla="*/ 212789 w 743341"/>
                <a:gd name="connsiteY16" fmla="*/ 383064 h 529400"/>
                <a:gd name="connsiteX17" fmla="*/ 199888 w 743341"/>
                <a:gd name="connsiteY17" fmla="*/ 389448 h 529400"/>
                <a:gd name="connsiteX18" fmla="*/ 187520 w 743341"/>
                <a:gd name="connsiteY18" fmla="*/ 396718 h 529400"/>
                <a:gd name="connsiteX19" fmla="*/ 93007 w 743341"/>
                <a:gd name="connsiteY19" fmla="*/ 460953 h 529400"/>
                <a:gd name="connsiteX20" fmla="*/ 0 w 743341"/>
                <a:gd name="connsiteY20" fmla="*/ 527849 h 529400"/>
                <a:gd name="connsiteX21" fmla="*/ 0 w 743341"/>
                <a:gd name="connsiteY21" fmla="*/ 529400 h 529400"/>
                <a:gd name="connsiteX22" fmla="*/ 133 w 743341"/>
                <a:gd name="connsiteY22" fmla="*/ 529400 h 529400"/>
                <a:gd name="connsiteX23" fmla="*/ 310 w 743341"/>
                <a:gd name="connsiteY23" fmla="*/ 529267 h 529400"/>
                <a:gd name="connsiteX24" fmla="*/ 94203 w 743341"/>
                <a:gd name="connsiteY24" fmla="*/ 462727 h 529400"/>
                <a:gd name="connsiteX25" fmla="*/ 189160 w 743341"/>
                <a:gd name="connsiteY25" fmla="*/ 399466 h 529400"/>
                <a:gd name="connsiteX26" fmla="*/ 201484 w 743341"/>
                <a:gd name="connsiteY26" fmla="*/ 392373 h 529400"/>
                <a:gd name="connsiteX27" fmla="*/ 214207 w 743341"/>
                <a:gd name="connsiteY27" fmla="*/ 386211 h 529400"/>
                <a:gd name="connsiteX28" fmla="*/ 239831 w 743341"/>
                <a:gd name="connsiteY28" fmla="*/ 373400 h 529400"/>
                <a:gd name="connsiteX29" fmla="*/ 289260 w 743341"/>
                <a:gd name="connsiteY29" fmla="*/ 344629 h 529400"/>
                <a:gd name="connsiteX30" fmla="*/ 336915 w 743341"/>
                <a:gd name="connsiteY30" fmla="*/ 312932 h 529400"/>
                <a:gd name="connsiteX31" fmla="*/ 359524 w 743341"/>
                <a:gd name="connsiteY31" fmla="*/ 295200 h 529400"/>
                <a:gd name="connsiteX32" fmla="*/ 380227 w 743341"/>
                <a:gd name="connsiteY32" fmla="*/ 275561 h 529400"/>
                <a:gd name="connsiteX33" fmla="*/ 424336 w 743341"/>
                <a:gd name="connsiteY33" fmla="*/ 239565 h 529400"/>
                <a:gd name="connsiteX34" fmla="*/ 446900 w 743341"/>
                <a:gd name="connsiteY34" fmla="*/ 222054 h 529400"/>
                <a:gd name="connsiteX35" fmla="*/ 458028 w 743341"/>
                <a:gd name="connsiteY35" fmla="*/ 212966 h 529400"/>
                <a:gd name="connsiteX36" fmla="*/ 463436 w 743341"/>
                <a:gd name="connsiteY36" fmla="*/ 207957 h 529400"/>
                <a:gd name="connsiteX37" fmla="*/ 468445 w 743341"/>
                <a:gd name="connsiteY37" fmla="*/ 203080 h 529400"/>
                <a:gd name="connsiteX38" fmla="*/ 555378 w 743341"/>
                <a:gd name="connsiteY38" fmla="*/ 129358 h 529400"/>
                <a:gd name="connsiteX39" fmla="*/ 601483 w 743341"/>
                <a:gd name="connsiteY39" fmla="*/ 95977 h 529400"/>
                <a:gd name="connsiteX40" fmla="*/ 613585 w 743341"/>
                <a:gd name="connsiteY40" fmla="*/ 88573 h 529400"/>
                <a:gd name="connsiteX41" fmla="*/ 626175 w 743341"/>
                <a:gd name="connsiteY41" fmla="*/ 81968 h 529400"/>
                <a:gd name="connsiteX42" fmla="*/ 651045 w 743341"/>
                <a:gd name="connsiteY42" fmla="*/ 67738 h 529400"/>
                <a:gd name="connsiteX43" fmla="*/ 743342 w 743341"/>
                <a:gd name="connsiteY43" fmla="*/ 399 h 529400"/>
                <a:gd name="connsiteX44" fmla="*/ 743120 w 743341"/>
                <a:gd name="connsiteY44" fmla="*/ 0 h 52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43341" h="529400">
                  <a:moveTo>
                    <a:pt x="743120" y="0"/>
                  </a:moveTo>
                  <a:cubicBezTo>
                    <a:pt x="713019" y="23274"/>
                    <a:pt x="682120" y="45572"/>
                    <a:pt x="649848" y="65654"/>
                  </a:cubicBezTo>
                  <a:cubicBezTo>
                    <a:pt x="641691" y="70531"/>
                    <a:pt x="633534" y="75363"/>
                    <a:pt x="625022" y="79530"/>
                  </a:cubicBezTo>
                  <a:cubicBezTo>
                    <a:pt x="620811" y="81613"/>
                    <a:pt x="616511" y="83874"/>
                    <a:pt x="612255" y="86091"/>
                  </a:cubicBezTo>
                  <a:cubicBezTo>
                    <a:pt x="608132" y="88485"/>
                    <a:pt x="603965" y="90923"/>
                    <a:pt x="599931" y="93450"/>
                  </a:cubicBezTo>
                  <a:cubicBezTo>
                    <a:pt x="583794" y="103690"/>
                    <a:pt x="568367" y="114950"/>
                    <a:pt x="553251" y="126521"/>
                  </a:cubicBezTo>
                  <a:cubicBezTo>
                    <a:pt x="523061" y="149839"/>
                    <a:pt x="493581" y="173955"/>
                    <a:pt x="465475" y="199800"/>
                  </a:cubicBezTo>
                  <a:cubicBezTo>
                    <a:pt x="463702" y="201396"/>
                    <a:pt x="461973" y="203124"/>
                    <a:pt x="460244" y="204853"/>
                  </a:cubicBezTo>
                  <a:cubicBezTo>
                    <a:pt x="458604" y="206449"/>
                    <a:pt x="457008" y="208001"/>
                    <a:pt x="455191" y="209552"/>
                  </a:cubicBezTo>
                  <a:cubicBezTo>
                    <a:pt x="451644" y="212611"/>
                    <a:pt x="447920" y="215537"/>
                    <a:pt x="444196" y="218507"/>
                  </a:cubicBezTo>
                  <a:lnTo>
                    <a:pt x="421632" y="235974"/>
                  </a:lnTo>
                  <a:cubicBezTo>
                    <a:pt x="406604" y="247633"/>
                    <a:pt x="391531" y="259336"/>
                    <a:pt x="377212" y="272103"/>
                  </a:cubicBezTo>
                  <a:cubicBezTo>
                    <a:pt x="369986" y="278398"/>
                    <a:pt x="363514" y="285713"/>
                    <a:pt x="356598" y="291831"/>
                  </a:cubicBezTo>
                  <a:cubicBezTo>
                    <a:pt x="349594" y="298081"/>
                    <a:pt x="341969" y="303756"/>
                    <a:pt x="334389" y="309386"/>
                  </a:cubicBezTo>
                  <a:cubicBezTo>
                    <a:pt x="319050" y="320513"/>
                    <a:pt x="303224" y="331019"/>
                    <a:pt x="287132" y="341127"/>
                  </a:cubicBezTo>
                  <a:cubicBezTo>
                    <a:pt x="271040" y="351234"/>
                    <a:pt x="254681" y="360898"/>
                    <a:pt x="238057" y="370075"/>
                  </a:cubicBezTo>
                  <a:cubicBezTo>
                    <a:pt x="229723" y="374641"/>
                    <a:pt x="221345" y="379074"/>
                    <a:pt x="212789" y="383064"/>
                  </a:cubicBezTo>
                  <a:cubicBezTo>
                    <a:pt x="208533" y="384970"/>
                    <a:pt x="204188" y="387275"/>
                    <a:pt x="199888" y="389448"/>
                  </a:cubicBezTo>
                  <a:lnTo>
                    <a:pt x="187520" y="396718"/>
                  </a:lnTo>
                  <a:cubicBezTo>
                    <a:pt x="155114" y="416933"/>
                    <a:pt x="124127" y="439010"/>
                    <a:pt x="93007" y="460953"/>
                  </a:cubicBezTo>
                  <a:cubicBezTo>
                    <a:pt x="62152" y="482942"/>
                    <a:pt x="30455" y="505284"/>
                    <a:pt x="0" y="527849"/>
                  </a:cubicBezTo>
                  <a:lnTo>
                    <a:pt x="0" y="529400"/>
                  </a:lnTo>
                  <a:lnTo>
                    <a:pt x="133" y="529400"/>
                  </a:lnTo>
                  <a:lnTo>
                    <a:pt x="310" y="529267"/>
                  </a:lnTo>
                  <a:cubicBezTo>
                    <a:pt x="31032" y="506836"/>
                    <a:pt x="63039" y="484582"/>
                    <a:pt x="94203" y="462727"/>
                  </a:cubicBezTo>
                  <a:cubicBezTo>
                    <a:pt x="125412" y="440960"/>
                    <a:pt x="156710" y="419238"/>
                    <a:pt x="189160" y="399466"/>
                  </a:cubicBezTo>
                  <a:lnTo>
                    <a:pt x="201484" y="392373"/>
                  </a:lnTo>
                  <a:cubicBezTo>
                    <a:pt x="205696" y="390290"/>
                    <a:pt x="209774" y="388162"/>
                    <a:pt x="214207" y="386211"/>
                  </a:cubicBezTo>
                  <a:cubicBezTo>
                    <a:pt x="222941" y="382266"/>
                    <a:pt x="231452" y="377877"/>
                    <a:pt x="239831" y="373400"/>
                  </a:cubicBezTo>
                  <a:cubicBezTo>
                    <a:pt x="256632" y="364356"/>
                    <a:pt x="273079" y="354648"/>
                    <a:pt x="289260" y="344629"/>
                  </a:cubicBezTo>
                  <a:cubicBezTo>
                    <a:pt x="305440" y="334566"/>
                    <a:pt x="321399" y="324104"/>
                    <a:pt x="336915" y="312932"/>
                  </a:cubicBezTo>
                  <a:cubicBezTo>
                    <a:pt x="344629" y="307258"/>
                    <a:pt x="352298" y="301584"/>
                    <a:pt x="359524" y="295200"/>
                  </a:cubicBezTo>
                  <a:cubicBezTo>
                    <a:pt x="366883" y="288728"/>
                    <a:pt x="373090" y="281723"/>
                    <a:pt x="380227" y="275561"/>
                  </a:cubicBezTo>
                  <a:cubicBezTo>
                    <a:pt x="394324" y="262971"/>
                    <a:pt x="409308" y="251268"/>
                    <a:pt x="424336" y="239565"/>
                  </a:cubicBezTo>
                  <a:lnTo>
                    <a:pt x="446900" y="222054"/>
                  </a:lnTo>
                  <a:cubicBezTo>
                    <a:pt x="450624" y="219084"/>
                    <a:pt x="454392" y="216113"/>
                    <a:pt x="458028" y="212966"/>
                  </a:cubicBezTo>
                  <a:cubicBezTo>
                    <a:pt x="459845" y="211414"/>
                    <a:pt x="461663" y="209685"/>
                    <a:pt x="463436" y="207957"/>
                  </a:cubicBezTo>
                  <a:cubicBezTo>
                    <a:pt x="465076" y="206316"/>
                    <a:pt x="466716" y="204676"/>
                    <a:pt x="468445" y="203080"/>
                  </a:cubicBezTo>
                  <a:cubicBezTo>
                    <a:pt x="496418" y="177501"/>
                    <a:pt x="525499" y="152853"/>
                    <a:pt x="555378" y="129358"/>
                  </a:cubicBezTo>
                  <a:cubicBezTo>
                    <a:pt x="570362" y="117654"/>
                    <a:pt x="585612" y="106306"/>
                    <a:pt x="601483" y="95977"/>
                  </a:cubicBezTo>
                  <a:cubicBezTo>
                    <a:pt x="605472" y="93450"/>
                    <a:pt x="609507" y="90967"/>
                    <a:pt x="613585" y="88573"/>
                  </a:cubicBezTo>
                  <a:cubicBezTo>
                    <a:pt x="617752" y="86357"/>
                    <a:pt x="621831" y="84140"/>
                    <a:pt x="626175" y="81968"/>
                  </a:cubicBezTo>
                  <a:cubicBezTo>
                    <a:pt x="634731" y="77668"/>
                    <a:pt x="642888" y="72703"/>
                    <a:pt x="651045" y="67738"/>
                  </a:cubicBezTo>
                  <a:cubicBezTo>
                    <a:pt x="683318" y="47390"/>
                    <a:pt x="713684" y="24249"/>
                    <a:pt x="743342" y="399"/>
                  </a:cubicBezTo>
                  <a:lnTo>
                    <a:pt x="743120" y="0"/>
                  </a:lnTo>
                  <a:close/>
                </a:path>
              </a:pathLst>
            </a:custGeom>
            <a:solidFill>
              <a:srgbClr val="A5574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95" name="Forme libre : forme 20294">
              <a:extLst>
                <a:ext uri="{FF2B5EF4-FFF2-40B4-BE49-F238E27FC236}">
                  <a16:creationId xmlns:a16="http://schemas.microsoft.com/office/drawing/2014/main" id="{2FE0CACD-75D4-4D33-B795-8EC1E89F745D}"/>
                </a:ext>
              </a:extLst>
            </p:cNvPr>
            <p:cNvSpPr/>
            <p:nvPr/>
          </p:nvSpPr>
          <p:spPr>
            <a:xfrm>
              <a:off x="7135073" y="931304"/>
              <a:ext cx="273566" cy="198425"/>
            </a:xfrm>
            <a:custGeom>
              <a:avLst/>
              <a:gdLst>
                <a:gd name="connsiteX0" fmla="*/ 206405 w 273566"/>
                <a:gd name="connsiteY0" fmla="*/ 51646 h 198425"/>
                <a:gd name="connsiteX1" fmla="*/ 174797 w 273566"/>
                <a:gd name="connsiteY1" fmla="*/ 80062 h 198425"/>
                <a:gd name="connsiteX2" fmla="*/ 166862 w 273566"/>
                <a:gd name="connsiteY2" fmla="*/ 86667 h 198425"/>
                <a:gd name="connsiteX3" fmla="*/ 158350 w 273566"/>
                <a:gd name="connsiteY3" fmla="*/ 92873 h 198425"/>
                <a:gd name="connsiteX4" fmla="*/ 140972 w 273566"/>
                <a:gd name="connsiteY4" fmla="*/ 104887 h 198425"/>
                <a:gd name="connsiteX5" fmla="*/ 69644 w 273566"/>
                <a:gd name="connsiteY5" fmla="*/ 150504 h 198425"/>
                <a:gd name="connsiteX6" fmla="*/ 0 w 273566"/>
                <a:gd name="connsiteY6" fmla="*/ 194303 h 198425"/>
                <a:gd name="connsiteX7" fmla="*/ 44 w 273566"/>
                <a:gd name="connsiteY7" fmla="*/ 198425 h 198425"/>
                <a:gd name="connsiteX8" fmla="*/ 310 w 273566"/>
                <a:gd name="connsiteY8" fmla="*/ 198248 h 198425"/>
                <a:gd name="connsiteX9" fmla="*/ 143100 w 273566"/>
                <a:gd name="connsiteY9" fmla="*/ 108079 h 198425"/>
                <a:gd name="connsiteX10" fmla="*/ 177191 w 273566"/>
                <a:gd name="connsiteY10" fmla="*/ 82411 h 198425"/>
                <a:gd name="connsiteX11" fmla="*/ 208001 w 273566"/>
                <a:gd name="connsiteY11" fmla="*/ 53640 h 198425"/>
                <a:gd name="connsiteX12" fmla="*/ 273566 w 273566"/>
                <a:gd name="connsiteY12" fmla="*/ 0 h 198425"/>
                <a:gd name="connsiteX13" fmla="*/ 206405 w 273566"/>
                <a:gd name="connsiteY13" fmla="*/ 51646 h 198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3566" h="198425">
                  <a:moveTo>
                    <a:pt x="206405" y="51646"/>
                  </a:moveTo>
                  <a:cubicBezTo>
                    <a:pt x="195544" y="60600"/>
                    <a:pt x="184550" y="69777"/>
                    <a:pt x="174797" y="80062"/>
                  </a:cubicBezTo>
                  <a:cubicBezTo>
                    <a:pt x="172447" y="82411"/>
                    <a:pt x="169610" y="84495"/>
                    <a:pt x="166862" y="86667"/>
                  </a:cubicBezTo>
                  <a:cubicBezTo>
                    <a:pt x="164157" y="88839"/>
                    <a:pt x="161187" y="90790"/>
                    <a:pt x="158350" y="92873"/>
                  </a:cubicBezTo>
                  <a:cubicBezTo>
                    <a:pt x="152676" y="96996"/>
                    <a:pt x="146780" y="100897"/>
                    <a:pt x="140972" y="104887"/>
                  </a:cubicBezTo>
                  <a:cubicBezTo>
                    <a:pt x="117521" y="120536"/>
                    <a:pt x="93627" y="135608"/>
                    <a:pt x="69644" y="150504"/>
                  </a:cubicBezTo>
                  <a:cubicBezTo>
                    <a:pt x="46060" y="165310"/>
                    <a:pt x="23717" y="179806"/>
                    <a:pt x="0" y="194303"/>
                  </a:cubicBezTo>
                  <a:lnTo>
                    <a:pt x="44" y="198425"/>
                  </a:lnTo>
                  <a:lnTo>
                    <a:pt x="310" y="198248"/>
                  </a:lnTo>
                  <a:cubicBezTo>
                    <a:pt x="48720" y="169123"/>
                    <a:pt x="96198" y="139687"/>
                    <a:pt x="143100" y="108079"/>
                  </a:cubicBezTo>
                  <a:cubicBezTo>
                    <a:pt x="154715" y="99966"/>
                    <a:pt x="166507" y="92341"/>
                    <a:pt x="177191" y="82411"/>
                  </a:cubicBezTo>
                  <a:cubicBezTo>
                    <a:pt x="186633" y="71994"/>
                    <a:pt x="197273" y="62817"/>
                    <a:pt x="208001" y="53640"/>
                  </a:cubicBezTo>
                  <a:cubicBezTo>
                    <a:pt x="229501" y="35376"/>
                    <a:pt x="251489" y="17644"/>
                    <a:pt x="273566" y="0"/>
                  </a:cubicBezTo>
                  <a:cubicBezTo>
                    <a:pt x="250824" y="16713"/>
                    <a:pt x="228260" y="33736"/>
                    <a:pt x="206405" y="51646"/>
                  </a:cubicBezTo>
                  <a:close/>
                </a:path>
              </a:pathLst>
            </a:custGeom>
            <a:solidFill>
              <a:srgbClr val="A5574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96" name="Forme libre : forme 20295">
              <a:extLst>
                <a:ext uri="{FF2B5EF4-FFF2-40B4-BE49-F238E27FC236}">
                  <a16:creationId xmlns:a16="http://schemas.microsoft.com/office/drawing/2014/main" id="{B7897806-398B-4161-932F-5E8874708B57}"/>
                </a:ext>
              </a:extLst>
            </p:cNvPr>
            <p:cNvSpPr/>
            <p:nvPr/>
          </p:nvSpPr>
          <p:spPr>
            <a:xfrm>
              <a:off x="7134364" y="559146"/>
              <a:ext cx="742366" cy="495664"/>
            </a:xfrm>
            <a:custGeom>
              <a:avLst/>
              <a:gdLst>
                <a:gd name="connsiteX0" fmla="*/ 741879 w 742366"/>
                <a:gd name="connsiteY0" fmla="*/ 0 h 495664"/>
                <a:gd name="connsiteX1" fmla="*/ 731683 w 742366"/>
                <a:gd name="connsiteY1" fmla="*/ 9354 h 495664"/>
                <a:gd name="connsiteX2" fmla="*/ 720600 w 742366"/>
                <a:gd name="connsiteY2" fmla="*/ 17777 h 495664"/>
                <a:gd name="connsiteX3" fmla="*/ 697902 w 742366"/>
                <a:gd name="connsiteY3" fmla="*/ 33958 h 495664"/>
                <a:gd name="connsiteX4" fmla="*/ 651931 w 742366"/>
                <a:gd name="connsiteY4" fmla="*/ 65566 h 495664"/>
                <a:gd name="connsiteX5" fmla="*/ 559944 w 742366"/>
                <a:gd name="connsiteY5" fmla="*/ 128693 h 495664"/>
                <a:gd name="connsiteX6" fmla="*/ 514860 w 742366"/>
                <a:gd name="connsiteY6" fmla="*/ 161675 h 495664"/>
                <a:gd name="connsiteX7" fmla="*/ 472834 w 742366"/>
                <a:gd name="connsiteY7" fmla="*/ 198337 h 495664"/>
                <a:gd name="connsiteX8" fmla="*/ 425045 w 742366"/>
                <a:gd name="connsiteY8" fmla="*/ 225733 h 495664"/>
                <a:gd name="connsiteX9" fmla="*/ 412056 w 742366"/>
                <a:gd name="connsiteY9" fmla="*/ 230698 h 495664"/>
                <a:gd name="connsiteX10" fmla="*/ 398934 w 742366"/>
                <a:gd name="connsiteY10" fmla="*/ 235353 h 495664"/>
                <a:gd name="connsiteX11" fmla="*/ 373178 w 742366"/>
                <a:gd name="connsiteY11" fmla="*/ 246613 h 495664"/>
                <a:gd name="connsiteX12" fmla="*/ 277778 w 742366"/>
                <a:gd name="connsiteY12" fmla="*/ 304820 h 495664"/>
                <a:gd name="connsiteX13" fmla="*/ 187919 w 742366"/>
                <a:gd name="connsiteY13" fmla="*/ 371183 h 495664"/>
                <a:gd name="connsiteX14" fmla="*/ 166419 w 742366"/>
                <a:gd name="connsiteY14" fmla="*/ 388916 h 495664"/>
                <a:gd name="connsiteX15" fmla="*/ 143987 w 742366"/>
                <a:gd name="connsiteY15" fmla="*/ 405229 h 495664"/>
                <a:gd name="connsiteX16" fmla="*/ 97129 w 742366"/>
                <a:gd name="connsiteY16" fmla="*/ 435286 h 495664"/>
                <a:gd name="connsiteX17" fmla="*/ 443 w 742366"/>
                <a:gd name="connsiteY17" fmla="*/ 491675 h 495664"/>
                <a:gd name="connsiteX18" fmla="*/ 975 w 742366"/>
                <a:gd name="connsiteY18" fmla="*/ 491675 h 495664"/>
                <a:gd name="connsiteX19" fmla="*/ 0 w 742366"/>
                <a:gd name="connsiteY19" fmla="*/ 491941 h 495664"/>
                <a:gd name="connsiteX20" fmla="*/ 443 w 742366"/>
                <a:gd name="connsiteY20" fmla="*/ 491675 h 495664"/>
                <a:gd name="connsiteX21" fmla="*/ 0 w 742366"/>
                <a:gd name="connsiteY21" fmla="*/ 491675 h 495664"/>
                <a:gd name="connsiteX22" fmla="*/ 44 w 742366"/>
                <a:gd name="connsiteY22" fmla="*/ 495665 h 495664"/>
                <a:gd name="connsiteX23" fmla="*/ 443 w 742366"/>
                <a:gd name="connsiteY23" fmla="*/ 495665 h 495664"/>
                <a:gd name="connsiteX24" fmla="*/ 975 w 742366"/>
                <a:gd name="connsiteY24" fmla="*/ 495665 h 495664"/>
                <a:gd name="connsiteX25" fmla="*/ 1419 w 742366"/>
                <a:gd name="connsiteY25" fmla="*/ 495399 h 495664"/>
                <a:gd name="connsiteX26" fmla="*/ 99434 w 742366"/>
                <a:gd name="connsiteY26" fmla="*/ 438921 h 495664"/>
                <a:gd name="connsiteX27" fmla="*/ 146514 w 742366"/>
                <a:gd name="connsiteY27" fmla="*/ 408776 h 495664"/>
                <a:gd name="connsiteX28" fmla="*/ 169211 w 742366"/>
                <a:gd name="connsiteY28" fmla="*/ 392285 h 495664"/>
                <a:gd name="connsiteX29" fmla="*/ 190756 w 742366"/>
                <a:gd name="connsiteY29" fmla="*/ 374552 h 495664"/>
                <a:gd name="connsiteX30" fmla="*/ 280260 w 742366"/>
                <a:gd name="connsiteY30" fmla="*/ 308233 h 495664"/>
                <a:gd name="connsiteX31" fmla="*/ 374907 w 742366"/>
                <a:gd name="connsiteY31" fmla="*/ 249761 h 495664"/>
                <a:gd name="connsiteX32" fmla="*/ 400176 w 742366"/>
                <a:gd name="connsiteY32" fmla="*/ 238545 h 495664"/>
                <a:gd name="connsiteX33" fmla="*/ 413298 w 742366"/>
                <a:gd name="connsiteY33" fmla="*/ 233801 h 495664"/>
                <a:gd name="connsiteX34" fmla="*/ 426375 w 742366"/>
                <a:gd name="connsiteY34" fmla="*/ 228748 h 495664"/>
                <a:gd name="connsiteX35" fmla="*/ 474829 w 742366"/>
                <a:gd name="connsiteY35" fmla="*/ 200642 h 495664"/>
                <a:gd name="connsiteX36" fmla="*/ 516633 w 742366"/>
                <a:gd name="connsiteY36" fmla="*/ 163759 h 495664"/>
                <a:gd name="connsiteX37" fmla="*/ 561407 w 742366"/>
                <a:gd name="connsiteY37" fmla="*/ 130599 h 495664"/>
                <a:gd name="connsiteX38" fmla="*/ 652951 w 742366"/>
                <a:gd name="connsiteY38" fmla="*/ 66807 h 495664"/>
                <a:gd name="connsiteX39" fmla="*/ 698612 w 742366"/>
                <a:gd name="connsiteY39" fmla="*/ 34711 h 495664"/>
                <a:gd name="connsiteX40" fmla="*/ 721132 w 742366"/>
                <a:gd name="connsiteY40" fmla="*/ 18264 h 495664"/>
                <a:gd name="connsiteX41" fmla="*/ 732170 w 742366"/>
                <a:gd name="connsiteY41" fmla="*/ 9709 h 495664"/>
                <a:gd name="connsiteX42" fmla="*/ 742366 w 742366"/>
                <a:gd name="connsiteY42" fmla="*/ 133 h 495664"/>
                <a:gd name="connsiteX43" fmla="*/ 741879 w 742366"/>
                <a:gd name="connsiteY43" fmla="*/ 0 h 49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742366" h="495664">
                  <a:moveTo>
                    <a:pt x="741879" y="0"/>
                  </a:moveTo>
                  <a:cubicBezTo>
                    <a:pt x="739042" y="3591"/>
                    <a:pt x="735274" y="6428"/>
                    <a:pt x="731683" y="9354"/>
                  </a:cubicBezTo>
                  <a:cubicBezTo>
                    <a:pt x="728048" y="12235"/>
                    <a:pt x="724324" y="15028"/>
                    <a:pt x="720600" y="17777"/>
                  </a:cubicBezTo>
                  <a:cubicBezTo>
                    <a:pt x="713108" y="23274"/>
                    <a:pt x="705527" y="28638"/>
                    <a:pt x="697902" y="33958"/>
                  </a:cubicBezTo>
                  <a:cubicBezTo>
                    <a:pt x="682652" y="44597"/>
                    <a:pt x="667314" y="55103"/>
                    <a:pt x="651931" y="65566"/>
                  </a:cubicBezTo>
                  <a:cubicBezTo>
                    <a:pt x="621165" y="86490"/>
                    <a:pt x="590400" y="107325"/>
                    <a:pt x="559944" y="128693"/>
                  </a:cubicBezTo>
                  <a:cubicBezTo>
                    <a:pt x="544739" y="139421"/>
                    <a:pt x="529533" y="150105"/>
                    <a:pt x="514860" y="161675"/>
                  </a:cubicBezTo>
                  <a:cubicBezTo>
                    <a:pt x="500319" y="173423"/>
                    <a:pt x="487109" y="186589"/>
                    <a:pt x="472834" y="198337"/>
                  </a:cubicBezTo>
                  <a:cubicBezTo>
                    <a:pt x="458648" y="210173"/>
                    <a:pt x="442290" y="218995"/>
                    <a:pt x="425045" y="225733"/>
                  </a:cubicBezTo>
                  <a:cubicBezTo>
                    <a:pt x="420790" y="227507"/>
                    <a:pt x="416401" y="229014"/>
                    <a:pt x="412056" y="230698"/>
                  </a:cubicBezTo>
                  <a:cubicBezTo>
                    <a:pt x="407668" y="232250"/>
                    <a:pt x="403323" y="233624"/>
                    <a:pt x="398934" y="235353"/>
                  </a:cubicBezTo>
                  <a:cubicBezTo>
                    <a:pt x="390068" y="238545"/>
                    <a:pt x="381601" y="242490"/>
                    <a:pt x="373178" y="246613"/>
                  </a:cubicBezTo>
                  <a:cubicBezTo>
                    <a:pt x="339886" y="263548"/>
                    <a:pt x="308632" y="283940"/>
                    <a:pt x="277778" y="304820"/>
                  </a:cubicBezTo>
                  <a:cubicBezTo>
                    <a:pt x="247057" y="325877"/>
                    <a:pt x="217044" y="347909"/>
                    <a:pt x="187919" y="371183"/>
                  </a:cubicBezTo>
                  <a:cubicBezTo>
                    <a:pt x="180649" y="376902"/>
                    <a:pt x="173511" y="383241"/>
                    <a:pt x="166419" y="388916"/>
                  </a:cubicBezTo>
                  <a:cubicBezTo>
                    <a:pt x="159237" y="394679"/>
                    <a:pt x="151656" y="399954"/>
                    <a:pt x="143987" y="405229"/>
                  </a:cubicBezTo>
                  <a:cubicBezTo>
                    <a:pt x="128649" y="415647"/>
                    <a:pt x="112911" y="425533"/>
                    <a:pt x="97129" y="435286"/>
                  </a:cubicBezTo>
                  <a:cubicBezTo>
                    <a:pt x="65610" y="454614"/>
                    <a:pt x="32628" y="473499"/>
                    <a:pt x="443" y="491675"/>
                  </a:cubicBezTo>
                  <a:cubicBezTo>
                    <a:pt x="621" y="491675"/>
                    <a:pt x="798" y="491675"/>
                    <a:pt x="975" y="491675"/>
                  </a:cubicBezTo>
                  <a:lnTo>
                    <a:pt x="0" y="491941"/>
                  </a:lnTo>
                  <a:cubicBezTo>
                    <a:pt x="133" y="491852"/>
                    <a:pt x="310" y="491763"/>
                    <a:pt x="443" y="491675"/>
                  </a:cubicBezTo>
                  <a:cubicBezTo>
                    <a:pt x="310" y="491675"/>
                    <a:pt x="133" y="491675"/>
                    <a:pt x="0" y="491675"/>
                  </a:cubicBezTo>
                  <a:lnTo>
                    <a:pt x="44" y="495665"/>
                  </a:lnTo>
                  <a:cubicBezTo>
                    <a:pt x="177" y="495665"/>
                    <a:pt x="310" y="495665"/>
                    <a:pt x="443" y="495665"/>
                  </a:cubicBezTo>
                  <a:lnTo>
                    <a:pt x="975" y="495665"/>
                  </a:lnTo>
                  <a:lnTo>
                    <a:pt x="1419" y="495399"/>
                  </a:lnTo>
                  <a:cubicBezTo>
                    <a:pt x="33869" y="477134"/>
                    <a:pt x="67649" y="458382"/>
                    <a:pt x="99434" y="438921"/>
                  </a:cubicBezTo>
                  <a:cubicBezTo>
                    <a:pt x="115305" y="429168"/>
                    <a:pt x="131042" y="419238"/>
                    <a:pt x="146514" y="408776"/>
                  </a:cubicBezTo>
                  <a:cubicBezTo>
                    <a:pt x="154228" y="403500"/>
                    <a:pt x="161852" y="398181"/>
                    <a:pt x="169211" y="392285"/>
                  </a:cubicBezTo>
                  <a:cubicBezTo>
                    <a:pt x="176615" y="386389"/>
                    <a:pt x="183397" y="380315"/>
                    <a:pt x="190756" y="374552"/>
                  </a:cubicBezTo>
                  <a:cubicBezTo>
                    <a:pt x="219749" y="351412"/>
                    <a:pt x="249805" y="329512"/>
                    <a:pt x="280260" y="308233"/>
                  </a:cubicBezTo>
                  <a:cubicBezTo>
                    <a:pt x="310893" y="287265"/>
                    <a:pt x="341969" y="266739"/>
                    <a:pt x="374907" y="249761"/>
                  </a:cubicBezTo>
                  <a:cubicBezTo>
                    <a:pt x="383197" y="245638"/>
                    <a:pt x="391531" y="241692"/>
                    <a:pt x="400176" y="238545"/>
                  </a:cubicBezTo>
                  <a:cubicBezTo>
                    <a:pt x="404432" y="236860"/>
                    <a:pt x="408953" y="235397"/>
                    <a:pt x="413298" y="233801"/>
                  </a:cubicBezTo>
                  <a:cubicBezTo>
                    <a:pt x="417642" y="232117"/>
                    <a:pt x="422075" y="230565"/>
                    <a:pt x="426375" y="228748"/>
                  </a:cubicBezTo>
                  <a:cubicBezTo>
                    <a:pt x="443709" y="221876"/>
                    <a:pt x="460466" y="212744"/>
                    <a:pt x="474829" y="200642"/>
                  </a:cubicBezTo>
                  <a:cubicBezTo>
                    <a:pt x="489192" y="188673"/>
                    <a:pt x="502314" y="175462"/>
                    <a:pt x="516633" y="163759"/>
                  </a:cubicBezTo>
                  <a:cubicBezTo>
                    <a:pt x="531129" y="152188"/>
                    <a:pt x="546291" y="141416"/>
                    <a:pt x="561407" y="130599"/>
                  </a:cubicBezTo>
                  <a:cubicBezTo>
                    <a:pt x="591730" y="109099"/>
                    <a:pt x="622451" y="88130"/>
                    <a:pt x="652951" y="66807"/>
                  </a:cubicBezTo>
                  <a:cubicBezTo>
                    <a:pt x="668201" y="56167"/>
                    <a:pt x="683451" y="45528"/>
                    <a:pt x="698612" y="34711"/>
                  </a:cubicBezTo>
                  <a:cubicBezTo>
                    <a:pt x="706192" y="29303"/>
                    <a:pt x="713728" y="23850"/>
                    <a:pt x="721132" y="18264"/>
                  </a:cubicBezTo>
                  <a:cubicBezTo>
                    <a:pt x="724856" y="15471"/>
                    <a:pt x="728535" y="12634"/>
                    <a:pt x="732170" y="9709"/>
                  </a:cubicBezTo>
                  <a:cubicBezTo>
                    <a:pt x="735717" y="6738"/>
                    <a:pt x="739485" y="3901"/>
                    <a:pt x="742366" y="133"/>
                  </a:cubicBezTo>
                  <a:lnTo>
                    <a:pt x="741879" y="0"/>
                  </a:lnTo>
                  <a:close/>
                </a:path>
              </a:pathLst>
            </a:custGeom>
            <a:solidFill>
              <a:srgbClr val="A5574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97" name="Forme libre : forme 20296">
              <a:extLst>
                <a:ext uri="{FF2B5EF4-FFF2-40B4-BE49-F238E27FC236}">
                  <a16:creationId xmlns:a16="http://schemas.microsoft.com/office/drawing/2014/main" id="{F6D39C18-9E9A-4514-B165-F3AF25092902}"/>
                </a:ext>
              </a:extLst>
            </p:cNvPr>
            <p:cNvSpPr/>
            <p:nvPr/>
          </p:nvSpPr>
          <p:spPr>
            <a:xfrm>
              <a:off x="7134541" y="894421"/>
              <a:ext cx="240717" cy="179052"/>
            </a:xfrm>
            <a:custGeom>
              <a:avLst/>
              <a:gdLst>
                <a:gd name="connsiteX0" fmla="*/ 233934 w 240717"/>
                <a:gd name="connsiteY0" fmla="*/ 7935 h 179052"/>
                <a:gd name="connsiteX1" fmla="*/ 226487 w 240717"/>
                <a:gd name="connsiteY1" fmla="*/ 15250 h 179052"/>
                <a:gd name="connsiteX2" fmla="*/ 210927 w 240717"/>
                <a:gd name="connsiteY2" fmla="*/ 29170 h 179052"/>
                <a:gd name="connsiteX3" fmla="*/ 194746 w 240717"/>
                <a:gd name="connsiteY3" fmla="*/ 42380 h 179052"/>
                <a:gd name="connsiteX4" fmla="*/ 178255 w 240717"/>
                <a:gd name="connsiteY4" fmla="*/ 55192 h 179052"/>
                <a:gd name="connsiteX5" fmla="*/ 110783 w 240717"/>
                <a:gd name="connsiteY5" fmla="*/ 104444 h 179052"/>
                <a:gd name="connsiteX6" fmla="*/ 41405 w 240717"/>
                <a:gd name="connsiteY6" fmla="*/ 150903 h 179052"/>
                <a:gd name="connsiteX7" fmla="*/ 5541 w 240717"/>
                <a:gd name="connsiteY7" fmla="*/ 171915 h 179052"/>
                <a:gd name="connsiteX8" fmla="*/ 0 w 240717"/>
                <a:gd name="connsiteY8" fmla="*/ 174442 h 179052"/>
                <a:gd name="connsiteX9" fmla="*/ 44 w 240717"/>
                <a:gd name="connsiteY9" fmla="*/ 179053 h 179052"/>
                <a:gd name="connsiteX10" fmla="*/ 7448 w 240717"/>
                <a:gd name="connsiteY10" fmla="*/ 175728 h 179052"/>
                <a:gd name="connsiteX11" fmla="*/ 43622 w 240717"/>
                <a:gd name="connsiteY11" fmla="*/ 154360 h 179052"/>
                <a:gd name="connsiteX12" fmla="*/ 112822 w 240717"/>
                <a:gd name="connsiteY12" fmla="*/ 107281 h 179052"/>
                <a:gd name="connsiteX13" fmla="*/ 179673 w 240717"/>
                <a:gd name="connsiteY13" fmla="*/ 56965 h 179052"/>
                <a:gd name="connsiteX14" fmla="*/ 195854 w 240717"/>
                <a:gd name="connsiteY14" fmla="*/ 43666 h 179052"/>
                <a:gd name="connsiteX15" fmla="*/ 211725 w 240717"/>
                <a:gd name="connsiteY15" fmla="*/ 30012 h 179052"/>
                <a:gd name="connsiteX16" fmla="*/ 226930 w 240717"/>
                <a:gd name="connsiteY16" fmla="*/ 15649 h 179052"/>
                <a:gd name="connsiteX17" fmla="*/ 234200 w 240717"/>
                <a:gd name="connsiteY17" fmla="*/ 8157 h 179052"/>
                <a:gd name="connsiteX18" fmla="*/ 240717 w 240717"/>
                <a:gd name="connsiteY18" fmla="*/ 0 h 179052"/>
                <a:gd name="connsiteX19" fmla="*/ 233934 w 240717"/>
                <a:gd name="connsiteY19" fmla="*/ 7935 h 17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0717" h="179052">
                  <a:moveTo>
                    <a:pt x="233934" y="7935"/>
                  </a:moveTo>
                  <a:lnTo>
                    <a:pt x="226487" y="15250"/>
                  </a:lnTo>
                  <a:cubicBezTo>
                    <a:pt x="221522" y="20126"/>
                    <a:pt x="216113" y="24515"/>
                    <a:pt x="210927" y="29170"/>
                  </a:cubicBezTo>
                  <a:lnTo>
                    <a:pt x="194746" y="42380"/>
                  </a:lnTo>
                  <a:lnTo>
                    <a:pt x="178255" y="55192"/>
                  </a:lnTo>
                  <a:cubicBezTo>
                    <a:pt x="156178" y="72171"/>
                    <a:pt x="133613" y="88485"/>
                    <a:pt x="110783" y="104444"/>
                  </a:cubicBezTo>
                  <a:cubicBezTo>
                    <a:pt x="87908" y="120314"/>
                    <a:pt x="64945" y="136052"/>
                    <a:pt x="41405" y="150903"/>
                  </a:cubicBezTo>
                  <a:cubicBezTo>
                    <a:pt x="29657" y="158306"/>
                    <a:pt x="17732" y="165620"/>
                    <a:pt x="5541" y="171915"/>
                  </a:cubicBezTo>
                  <a:cubicBezTo>
                    <a:pt x="3679" y="172713"/>
                    <a:pt x="1862" y="173644"/>
                    <a:pt x="0" y="174442"/>
                  </a:cubicBezTo>
                  <a:lnTo>
                    <a:pt x="44" y="179053"/>
                  </a:lnTo>
                  <a:cubicBezTo>
                    <a:pt x="2615" y="178122"/>
                    <a:pt x="4921" y="176792"/>
                    <a:pt x="7448" y="175728"/>
                  </a:cubicBezTo>
                  <a:cubicBezTo>
                    <a:pt x="19949" y="169211"/>
                    <a:pt x="31830" y="161852"/>
                    <a:pt x="43622" y="154360"/>
                  </a:cubicBezTo>
                  <a:cubicBezTo>
                    <a:pt x="67117" y="139288"/>
                    <a:pt x="90213" y="123595"/>
                    <a:pt x="112822" y="107281"/>
                  </a:cubicBezTo>
                  <a:cubicBezTo>
                    <a:pt x="135431" y="90967"/>
                    <a:pt x="157862" y="74343"/>
                    <a:pt x="179673" y="56965"/>
                  </a:cubicBezTo>
                  <a:lnTo>
                    <a:pt x="195854" y="43666"/>
                  </a:lnTo>
                  <a:lnTo>
                    <a:pt x="211725" y="30012"/>
                  </a:lnTo>
                  <a:cubicBezTo>
                    <a:pt x="216778" y="25224"/>
                    <a:pt x="222098" y="20658"/>
                    <a:pt x="226930" y="15649"/>
                  </a:cubicBezTo>
                  <a:lnTo>
                    <a:pt x="234200" y="8157"/>
                  </a:lnTo>
                  <a:lnTo>
                    <a:pt x="240717" y="0"/>
                  </a:lnTo>
                  <a:lnTo>
                    <a:pt x="233934" y="7935"/>
                  </a:lnTo>
                  <a:close/>
                </a:path>
              </a:pathLst>
            </a:custGeom>
            <a:solidFill>
              <a:srgbClr val="A5574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98" name="Forme libre : forme 20297">
              <a:extLst>
                <a:ext uri="{FF2B5EF4-FFF2-40B4-BE49-F238E27FC236}">
                  <a16:creationId xmlns:a16="http://schemas.microsoft.com/office/drawing/2014/main" id="{FFDF14EA-88E7-48CF-920D-088C058091A4}"/>
                </a:ext>
              </a:extLst>
            </p:cNvPr>
            <p:cNvSpPr/>
            <p:nvPr/>
          </p:nvSpPr>
          <p:spPr>
            <a:xfrm>
              <a:off x="7304461" y="783815"/>
              <a:ext cx="263459" cy="196563"/>
            </a:xfrm>
            <a:custGeom>
              <a:avLst/>
              <a:gdLst>
                <a:gd name="connsiteX0" fmla="*/ 0 w 263459"/>
                <a:gd name="connsiteY0" fmla="*/ 196563 h 196563"/>
                <a:gd name="connsiteX1" fmla="*/ 72127 w 263459"/>
                <a:gd name="connsiteY1" fmla="*/ 156267 h 196563"/>
                <a:gd name="connsiteX2" fmla="*/ 105596 w 263459"/>
                <a:gd name="connsiteY2" fmla="*/ 132461 h 196563"/>
                <a:gd name="connsiteX3" fmla="*/ 120359 w 263459"/>
                <a:gd name="connsiteY3" fmla="*/ 118275 h 196563"/>
                <a:gd name="connsiteX4" fmla="*/ 134589 w 263459"/>
                <a:gd name="connsiteY4" fmla="*/ 103291 h 196563"/>
                <a:gd name="connsiteX5" fmla="*/ 163581 w 263459"/>
                <a:gd name="connsiteY5" fmla="*/ 73722 h 196563"/>
                <a:gd name="connsiteX6" fmla="*/ 195056 w 263459"/>
                <a:gd name="connsiteY6" fmla="*/ 46503 h 196563"/>
                <a:gd name="connsiteX7" fmla="*/ 212523 w 263459"/>
                <a:gd name="connsiteY7" fmla="*/ 35243 h 196563"/>
                <a:gd name="connsiteX8" fmla="*/ 229812 w 263459"/>
                <a:gd name="connsiteY8" fmla="*/ 24027 h 196563"/>
                <a:gd name="connsiteX9" fmla="*/ 263459 w 263459"/>
                <a:gd name="connsiteY9" fmla="*/ 0 h 196563"/>
                <a:gd name="connsiteX10" fmla="*/ 231097 w 263459"/>
                <a:gd name="connsiteY10" fmla="*/ 25801 h 196563"/>
                <a:gd name="connsiteX11" fmla="*/ 214074 w 263459"/>
                <a:gd name="connsiteY11" fmla="*/ 37593 h 196563"/>
                <a:gd name="connsiteX12" fmla="*/ 197140 w 263459"/>
                <a:gd name="connsiteY12" fmla="*/ 49252 h 196563"/>
                <a:gd name="connsiteX13" fmla="*/ 137869 w 263459"/>
                <a:gd name="connsiteY13" fmla="*/ 106350 h 196563"/>
                <a:gd name="connsiteX14" fmla="*/ 123506 w 263459"/>
                <a:gd name="connsiteY14" fmla="*/ 121245 h 196563"/>
                <a:gd name="connsiteX15" fmla="*/ 108301 w 263459"/>
                <a:gd name="connsiteY15" fmla="*/ 135564 h 196563"/>
                <a:gd name="connsiteX16" fmla="*/ 74033 w 263459"/>
                <a:gd name="connsiteY16" fmla="*/ 159148 h 196563"/>
                <a:gd name="connsiteX17" fmla="*/ 37593 w 263459"/>
                <a:gd name="connsiteY17" fmla="*/ 178875 h 196563"/>
                <a:gd name="connsiteX18" fmla="*/ 0 w 263459"/>
                <a:gd name="connsiteY18" fmla="*/ 196563 h 196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3459" h="196563">
                  <a:moveTo>
                    <a:pt x="0" y="196563"/>
                  </a:moveTo>
                  <a:cubicBezTo>
                    <a:pt x="24205" y="183353"/>
                    <a:pt x="48897" y="171029"/>
                    <a:pt x="72127" y="156267"/>
                  </a:cubicBezTo>
                  <a:cubicBezTo>
                    <a:pt x="83697" y="148863"/>
                    <a:pt x="95134" y="141283"/>
                    <a:pt x="105596" y="132461"/>
                  </a:cubicBezTo>
                  <a:cubicBezTo>
                    <a:pt x="110872" y="128072"/>
                    <a:pt x="115571" y="123373"/>
                    <a:pt x="120359" y="118275"/>
                  </a:cubicBezTo>
                  <a:lnTo>
                    <a:pt x="134589" y="103291"/>
                  </a:lnTo>
                  <a:cubicBezTo>
                    <a:pt x="144164" y="93361"/>
                    <a:pt x="153696" y="83387"/>
                    <a:pt x="163581" y="73722"/>
                  </a:cubicBezTo>
                  <a:cubicBezTo>
                    <a:pt x="173511" y="64103"/>
                    <a:pt x="183708" y="54616"/>
                    <a:pt x="195056" y="46503"/>
                  </a:cubicBezTo>
                  <a:cubicBezTo>
                    <a:pt x="200686" y="42425"/>
                    <a:pt x="206671" y="38745"/>
                    <a:pt x="212523" y="35243"/>
                  </a:cubicBezTo>
                  <a:cubicBezTo>
                    <a:pt x="218374" y="31608"/>
                    <a:pt x="224137" y="27840"/>
                    <a:pt x="229812" y="24027"/>
                  </a:cubicBezTo>
                  <a:cubicBezTo>
                    <a:pt x="241294" y="16447"/>
                    <a:pt x="252421" y="8334"/>
                    <a:pt x="263459" y="0"/>
                  </a:cubicBezTo>
                  <a:cubicBezTo>
                    <a:pt x="253086" y="9088"/>
                    <a:pt x="242180" y="17599"/>
                    <a:pt x="231097" y="25801"/>
                  </a:cubicBezTo>
                  <a:cubicBezTo>
                    <a:pt x="225512" y="29879"/>
                    <a:pt x="219837" y="33780"/>
                    <a:pt x="214074" y="37593"/>
                  </a:cubicBezTo>
                  <a:cubicBezTo>
                    <a:pt x="208223" y="41361"/>
                    <a:pt x="202548" y="45085"/>
                    <a:pt x="197140" y="49252"/>
                  </a:cubicBezTo>
                  <a:cubicBezTo>
                    <a:pt x="175462" y="65964"/>
                    <a:pt x="156799" y="86357"/>
                    <a:pt x="137869" y="106350"/>
                  </a:cubicBezTo>
                  <a:lnTo>
                    <a:pt x="123506" y="121245"/>
                  </a:lnTo>
                  <a:cubicBezTo>
                    <a:pt x="118763" y="126210"/>
                    <a:pt x="113709" y="131175"/>
                    <a:pt x="108301" y="135564"/>
                  </a:cubicBezTo>
                  <a:cubicBezTo>
                    <a:pt x="97484" y="144386"/>
                    <a:pt x="85958" y="152144"/>
                    <a:pt x="74033" y="159148"/>
                  </a:cubicBezTo>
                  <a:cubicBezTo>
                    <a:pt x="62108" y="166197"/>
                    <a:pt x="49917" y="172713"/>
                    <a:pt x="37593" y="178875"/>
                  </a:cubicBezTo>
                  <a:cubicBezTo>
                    <a:pt x="25091" y="185082"/>
                    <a:pt x="12413" y="190579"/>
                    <a:pt x="0" y="196563"/>
                  </a:cubicBezTo>
                  <a:close/>
                </a:path>
              </a:pathLst>
            </a:custGeom>
            <a:solidFill>
              <a:srgbClr val="A5574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99" name="Forme libre : forme 20298">
              <a:extLst>
                <a:ext uri="{FF2B5EF4-FFF2-40B4-BE49-F238E27FC236}">
                  <a16:creationId xmlns:a16="http://schemas.microsoft.com/office/drawing/2014/main" id="{7B27E758-BDC4-4B1C-A53A-2E5D6AEE318F}"/>
                </a:ext>
              </a:extLst>
            </p:cNvPr>
            <p:cNvSpPr/>
            <p:nvPr/>
          </p:nvSpPr>
          <p:spPr>
            <a:xfrm>
              <a:off x="7481386" y="594167"/>
              <a:ext cx="348840" cy="225555"/>
            </a:xfrm>
            <a:custGeom>
              <a:avLst/>
              <a:gdLst>
                <a:gd name="connsiteX0" fmla="*/ 0 w 348840"/>
                <a:gd name="connsiteY0" fmla="*/ 225556 h 225555"/>
                <a:gd name="connsiteX1" fmla="*/ 89903 w 348840"/>
                <a:gd name="connsiteY1" fmla="*/ 173112 h 225555"/>
                <a:gd name="connsiteX2" fmla="*/ 110783 w 348840"/>
                <a:gd name="connsiteY2" fmla="*/ 157907 h 225555"/>
                <a:gd name="connsiteX3" fmla="*/ 120181 w 348840"/>
                <a:gd name="connsiteY3" fmla="*/ 149218 h 225555"/>
                <a:gd name="connsiteX4" fmla="*/ 129535 w 348840"/>
                <a:gd name="connsiteY4" fmla="*/ 139997 h 225555"/>
                <a:gd name="connsiteX5" fmla="*/ 169921 w 348840"/>
                <a:gd name="connsiteY5" fmla="*/ 106749 h 225555"/>
                <a:gd name="connsiteX6" fmla="*/ 212478 w 348840"/>
                <a:gd name="connsiteY6" fmla="*/ 76604 h 225555"/>
                <a:gd name="connsiteX7" fmla="*/ 256898 w 348840"/>
                <a:gd name="connsiteY7" fmla="*/ 49119 h 225555"/>
                <a:gd name="connsiteX8" fmla="*/ 348840 w 348840"/>
                <a:gd name="connsiteY8" fmla="*/ 0 h 225555"/>
                <a:gd name="connsiteX9" fmla="*/ 303401 w 348840"/>
                <a:gd name="connsiteY9" fmla="*/ 25490 h 225555"/>
                <a:gd name="connsiteX10" fmla="*/ 258583 w 348840"/>
                <a:gd name="connsiteY10" fmla="*/ 52045 h 225555"/>
                <a:gd name="connsiteX11" fmla="*/ 214739 w 348840"/>
                <a:gd name="connsiteY11" fmla="*/ 79929 h 225555"/>
                <a:gd name="connsiteX12" fmla="*/ 172492 w 348840"/>
                <a:gd name="connsiteY12" fmla="*/ 110340 h 225555"/>
                <a:gd name="connsiteX13" fmla="*/ 132195 w 348840"/>
                <a:gd name="connsiteY13" fmla="*/ 142967 h 225555"/>
                <a:gd name="connsiteX14" fmla="*/ 122930 w 348840"/>
                <a:gd name="connsiteY14" fmla="*/ 151967 h 225555"/>
                <a:gd name="connsiteX15" fmla="*/ 113133 w 348840"/>
                <a:gd name="connsiteY15" fmla="*/ 160877 h 225555"/>
                <a:gd name="connsiteX16" fmla="*/ 91676 w 348840"/>
                <a:gd name="connsiteY16" fmla="*/ 175994 h 225555"/>
                <a:gd name="connsiteX17" fmla="*/ 46370 w 348840"/>
                <a:gd name="connsiteY17" fmla="*/ 201928 h 225555"/>
                <a:gd name="connsiteX18" fmla="*/ 0 w 348840"/>
                <a:gd name="connsiteY18" fmla="*/ 225556 h 22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8840" h="225555">
                  <a:moveTo>
                    <a:pt x="0" y="225556"/>
                  </a:moveTo>
                  <a:cubicBezTo>
                    <a:pt x="30189" y="208356"/>
                    <a:pt x="60999" y="192175"/>
                    <a:pt x="89903" y="173112"/>
                  </a:cubicBezTo>
                  <a:cubicBezTo>
                    <a:pt x="97041" y="168236"/>
                    <a:pt x="104222" y="163360"/>
                    <a:pt x="110783" y="157907"/>
                  </a:cubicBezTo>
                  <a:cubicBezTo>
                    <a:pt x="114241" y="155247"/>
                    <a:pt x="117078" y="152277"/>
                    <a:pt x="120181" y="149218"/>
                  </a:cubicBezTo>
                  <a:cubicBezTo>
                    <a:pt x="123196" y="146026"/>
                    <a:pt x="126343" y="143012"/>
                    <a:pt x="129535" y="139997"/>
                  </a:cubicBezTo>
                  <a:cubicBezTo>
                    <a:pt x="142347" y="128072"/>
                    <a:pt x="156001" y="117211"/>
                    <a:pt x="169921" y="106749"/>
                  </a:cubicBezTo>
                  <a:cubicBezTo>
                    <a:pt x="183929" y="96376"/>
                    <a:pt x="198248" y="86490"/>
                    <a:pt x="212478" y="76604"/>
                  </a:cubicBezTo>
                  <a:cubicBezTo>
                    <a:pt x="226930" y="66718"/>
                    <a:pt x="241825" y="57763"/>
                    <a:pt x="256898" y="49119"/>
                  </a:cubicBezTo>
                  <a:cubicBezTo>
                    <a:pt x="287132" y="31963"/>
                    <a:pt x="317277" y="14541"/>
                    <a:pt x="348840" y="0"/>
                  </a:cubicBezTo>
                  <a:cubicBezTo>
                    <a:pt x="333325" y="7758"/>
                    <a:pt x="318429" y="16757"/>
                    <a:pt x="303401" y="25490"/>
                  </a:cubicBezTo>
                  <a:cubicBezTo>
                    <a:pt x="288373" y="34224"/>
                    <a:pt x="273433" y="43045"/>
                    <a:pt x="258583" y="52045"/>
                  </a:cubicBezTo>
                  <a:cubicBezTo>
                    <a:pt x="243820" y="61177"/>
                    <a:pt x="228836" y="69999"/>
                    <a:pt x="214739" y="79929"/>
                  </a:cubicBezTo>
                  <a:cubicBezTo>
                    <a:pt x="200553" y="89948"/>
                    <a:pt x="186367" y="99922"/>
                    <a:pt x="172492" y="110340"/>
                  </a:cubicBezTo>
                  <a:cubicBezTo>
                    <a:pt x="158572" y="120625"/>
                    <a:pt x="144918" y="131308"/>
                    <a:pt x="132195" y="142967"/>
                  </a:cubicBezTo>
                  <a:cubicBezTo>
                    <a:pt x="129047" y="145893"/>
                    <a:pt x="125944" y="148908"/>
                    <a:pt x="122930" y="151967"/>
                  </a:cubicBezTo>
                  <a:cubicBezTo>
                    <a:pt x="119826" y="154981"/>
                    <a:pt x="116590" y="158262"/>
                    <a:pt x="113133" y="160877"/>
                  </a:cubicBezTo>
                  <a:cubicBezTo>
                    <a:pt x="106350" y="166507"/>
                    <a:pt x="98991" y="171251"/>
                    <a:pt x="91676" y="175994"/>
                  </a:cubicBezTo>
                  <a:cubicBezTo>
                    <a:pt x="76914" y="185259"/>
                    <a:pt x="61709" y="193771"/>
                    <a:pt x="46370" y="201928"/>
                  </a:cubicBezTo>
                  <a:cubicBezTo>
                    <a:pt x="31076" y="210040"/>
                    <a:pt x="15427" y="217621"/>
                    <a:pt x="0" y="225556"/>
                  </a:cubicBezTo>
                  <a:close/>
                </a:path>
              </a:pathLst>
            </a:custGeom>
            <a:solidFill>
              <a:srgbClr val="A5574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00" name="Forme libre : forme 20299">
              <a:extLst>
                <a:ext uri="{FF2B5EF4-FFF2-40B4-BE49-F238E27FC236}">
                  <a16:creationId xmlns:a16="http://schemas.microsoft.com/office/drawing/2014/main" id="{D6DBB3CB-4B22-44BA-8E9A-7D6BEC66E4B2}"/>
                </a:ext>
              </a:extLst>
            </p:cNvPr>
            <p:cNvSpPr/>
            <p:nvPr/>
          </p:nvSpPr>
          <p:spPr>
            <a:xfrm>
              <a:off x="7692180" y="541547"/>
              <a:ext cx="186721" cy="131707"/>
            </a:xfrm>
            <a:custGeom>
              <a:avLst/>
              <a:gdLst>
                <a:gd name="connsiteX0" fmla="*/ 0 w 186721"/>
                <a:gd name="connsiteY0" fmla="*/ 131707 h 131707"/>
                <a:gd name="connsiteX1" fmla="*/ 114507 w 186721"/>
                <a:gd name="connsiteY1" fmla="*/ 47168 h 131707"/>
                <a:gd name="connsiteX2" fmla="*/ 186722 w 186721"/>
                <a:gd name="connsiteY2" fmla="*/ 0 h 131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6721" h="131707">
                  <a:moveTo>
                    <a:pt x="0" y="131707"/>
                  </a:moveTo>
                  <a:cubicBezTo>
                    <a:pt x="0" y="131707"/>
                    <a:pt x="100232" y="57010"/>
                    <a:pt x="114507" y="47168"/>
                  </a:cubicBezTo>
                  <a:cubicBezTo>
                    <a:pt x="128737" y="37327"/>
                    <a:pt x="186722" y="0"/>
                    <a:pt x="186722" y="0"/>
                  </a:cubicBezTo>
                </a:path>
              </a:pathLst>
            </a:custGeom>
            <a:solidFill>
              <a:srgbClr val="A5574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01" name="Forme libre : forme 20300">
              <a:extLst>
                <a:ext uri="{FF2B5EF4-FFF2-40B4-BE49-F238E27FC236}">
                  <a16:creationId xmlns:a16="http://schemas.microsoft.com/office/drawing/2014/main" id="{58FEC6BC-0BEB-4F66-BE1D-91D476305B1F}"/>
                </a:ext>
              </a:extLst>
            </p:cNvPr>
            <p:cNvSpPr/>
            <p:nvPr/>
          </p:nvSpPr>
          <p:spPr>
            <a:xfrm>
              <a:off x="7377076" y="599354"/>
              <a:ext cx="476380" cy="358149"/>
            </a:xfrm>
            <a:custGeom>
              <a:avLst/>
              <a:gdLst>
                <a:gd name="connsiteX0" fmla="*/ 476381 w 476380"/>
                <a:gd name="connsiteY0" fmla="*/ 399 h 358149"/>
                <a:gd name="connsiteX1" fmla="*/ 442911 w 476380"/>
                <a:gd name="connsiteY1" fmla="*/ 28549 h 358149"/>
                <a:gd name="connsiteX2" fmla="*/ 410726 w 476380"/>
                <a:gd name="connsiteY2" fmla="*/ 58162 h 358149"/>
                <a:gd name="connsiteX3" fmla="*/ 396186 w 476380"/>
                <a:gd name="connsiteY3" fmla="*/ 74077 h 358149"/>
                <a:gd name="connsiteX4" fmla="*/ 392861 w 476380"/>
                <a:gd name="connsiteY4" fmla="*/ 78599 h 358149"/>
                <a:gd name="connsiteX5" fmla="*/ 388871 w 476380"/>
                <a:gd name="connsiteY5" fmla="*/ 82810 h 358149"/>
                <a:gd name="connsiteX6" fmla="*/ 379872 w 476380"/>
                <a:gd name="connsiteY6" fmla="*/ 89549 h 358149"/>
                <a:gd name="connsiteX7" fmla="*/ 341570 w 476380"/>
                <a:gd name="connsiteY7" fmla="*/ 111138 h 358149"/>
                <a:gd name="connsiteX8" fmla="*/ 304908 w 476380"/>
                <a:gd name="connsiteY8" fmla="*/ 134766 h 358149"/>
                <a:gd name="connsiteX9" fmla="*/ 269710 w 476380"/>
                <a:gd name="connsiteY9" fmla="*/ 160966 h 358149"/>
                <a:gd name="connsiteX10" fmla="*/ 196076 w 476380"/>
                <a:gd name="connsiteY10" fmla="*/ 208710 h 358149"/>
                <a:gd name="connsiteX11" fmla="*/ 196874 w 476380"/>
                <a:gd name="connsiteY11" fmla="*/ 207824 h 358149"/>
                <a:gd name="connsiteX12" fmla="*/ 182422 w 476380"/>
                <a:gd name="connsiteY12" fmla="*/ 236195 h 358149"/>
                <a:gd name="connsiteX13" fmla="*/ 163404 w 476380"/>
                <a:gd name="connsiteY13" fmla="*/ 261996 h 358149"/>
                <a:gd name="connsiteX14" fmla="*/ 157242 w 476380"/>
                <a:gd name="connsiteY14" fmla="*/ 267449 h 358149"/>
                <a:gd name="connsiteX15" fmla="*/ 150991 w 476380"/>
                <a:gd name="connsiteY15" fmla="*/ 272192 h 358149"/>
                <a:gd name="connsiteX16" fmla="*/ 138800 w 476380"/>
                <a:gd name="connsiteY16" fmla="*/ 282078 h 358149"/>
                <a:gd name="connsiteX17" fmla="*/ 112158 w 476380"/>
                <a:gd name="connsiteY17" fmla="*/ 299633 h 358149"/>
                <a:gd name="connsiteX18" fmla="*/ 56345 w 476380"/>
                <a:gd name="connsiteY18" fmla="*/ 329202 h 358149"/>
                <a:gd name="connsiteX19" fmla="*/ 222 w 476380"/>
                <a:gd name="connsiteY19" fmla="*/ 358150 h 358149"/>
                <a:gd name="connsiteX20" fmla="*/ 0 w 476380"/>
                <a:gd name="connsiteY20" fmla="*/ 357751 h 358149"/>
                <a:gd name="connsiteX21" fmla="*/ 54837 w 476380"/>
                <a:gd name="connsiteY21" fmla="*/ 326453 h 358149"/>
                <a:gd name="connsiteX22" fmla="*/ 109985 w 476380"/>
                <a:gd name="connsiteY22" fmla="*/ 295732 h 358149"/>
                <a:gd name="connsiteX23" fmla="*/ 135875 w 476380"/>
                <a:gd name="connsiteY23" fmla="*/ 278531 h 358149"/>
                <a:gd name="connsiteX24" fmla="*/ 148154 w 476380"/>
                <a:gd name="connsiteY24" fmla="*/ 268468 h 358149"/>
                <a:gd name="connsiteX25" fmla="*/ 154494 w 476380"/>
                <a:gd name="connsiteY25" fmla="*/ 263636 h 358149"/>
                <a:gd name="connsiteX26" fmla="*/ 160168 w 476380"/>
                <a:gd name="connsiteY26" fmla="*/ 258671 h 358149"/>
                <a:gd name="connsiteX27" fmla="*/ 178831 w 476380"/>
                <a:gd name="connsiteY27" fmla="*/ 233979 h 358149"/>
                <a:gd name="connsiteX28" fmla="*/ 193460 w 476380"/>
                <a:gd name="connsiteY28" fmla="*/ 206316 h 358149"/>
                <a:gd name="connsiteX29" fmla="*/ 193726 w 476380"/>
                <a:gd name="connsiteY29" fmla="*/ 205740 h 358149"/>
                <a:gd name="connsiteX30" fmla="*/ 194258 w 476380"/>
                <a:gd name="connsiteY30" fmla="*/ 205430 h 358149"/>
                <a:gd name="connsiteX31" fmla="*/ 268912 w 476380"/>
                <a:gd name="connsiteY31" fmla="*/ 159636 h 358149"/>
                <a:gd name="connsiteX32" fmla="*/ 286821 w 476380"/>
                <a:gd name="connsiteY32" fmla="*/ 147046 h 358149"/>
                <a:gd name="connsiteX33" fmla="*/ 295466 w 476380"/>
                <a:gd name="connsiteY33" fmla="*/ 140352 h 358149"/>
                <a:gd name="connsiteX34" fmla="*/ 303933 w 476380"/>
                <a:gd name="connsiteY34" fmla="*/ 133436 h 358149"/>
                <a:gd name="connsiteX35" fmla="*/ 340152 w 476380"/>
                <a:gd name="connsiteY35" fmla="*/ 108522 h 358149"/>
                <a:gd name="connsiteX36" fmla="*/ 359081 w 476380"/>
                <a:gd name="connsiteY36" fmla="*/ 97484 h 358149"/>
                <a:gd name="connsiteX37" fmla="*/ 377700 w 476380"/>
                <a:gd name="connsiteY37" fmla="*/ 86268 h 358149"/>
                <a:gd name="connsiteX38" fmla="*/ 386167 w 476380"/>
                <a:gd name="connsiteY38" fmla="*/ 79796 h 358149"/>
                <a:gd name="connsiteX39" fmla="*/ 389758 w 476380"/>
                <a:gd name="connsiteY39" fmla="*/ 76072 h 358149"/>
                <a:gd name="connsiteX40" fmla="*/ 392994 w 476380"/>
                <a:gd name="connsiteY40" fmla="*/ 71816 h 358149"/>
                <a:gd name="connsiteX41" fmla="*/ 408155 w 476380"/>
                <a:gd name="connsiteY41" fmla="*/ 55591 h 358149"/>
                <a:gd name="connsiteX42" fmla="*/ 441182 w 476380"/>
                <a:gd name="connsiteY42" fmla="*/ 26643 h 358149"/>
                <a:gd name="connsiteX43" fmla="*/ 458294 w 476380"/>
                <a:gd name="connsiteY43" fmla="*/ 12900 h 358149"/>
                <a:gd name="connsiteX44" fmla="*/ 476070 w 476380"/>
                <a:gd name="connsiteY44" fmla="*/ 0 h 358149"/>
                <a:gd name="connsiteX45" fmla="*/ 476381 w 476380"/>
                <a:gd name="connsiteY45" fmla="*/ 399 h 35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76380" h="358149">
                  <a:moveTo>
                    <a:pt x="476381" y="399"/>
                  </a:moveTo>
                  <a:cubicBezTo>
                    <a:pt x="464810" y="9132"/>
                    <a:pt x="453949" y="19062"/>
                    <a:pt x="442911" y="28549"/>
                  </a:cubicBezTo>
                  <a:cubicBezTo>
                    <a:pt x="432005" y="38213"/>
                    <a:pt x="421189" y="48010"/>
                    <a:pt x="410726" y="58162"/>
                  </a:cubicBezTo>
                  <a:cubicBezTo>
                    <a:pt x="405584" y="63260"/>
                    <a:pt x="400397" y="68491"/>
                    <a:pt x="396186" y="74077"/>
                  </a:cubicBezTo>
                  <a:lnTo>
                    <a:pt x="392861" y="78599"/>
                  </a:lnTo>
                  <a:cubicBezTo>
                    <a:pt x="391664" y="80195"/>
                    <a:pt x="390201" y="81392"/>
                    <a:pt x="388871" y="82810"/>
                  </a:cubicBezTo>
                  <a:cubicBezTo>
                    <a:pt x="385990" y="85248"/>
                    <a:pt x="382975" y="87465"/>
                    <a:pt x="379872" y="89549"/>
                  </a:cubicBezTo>
                  <a:cubicBezTo>
                    <a:pt x="367459" y="97661"/>
                    <a:pt x="354337" y="104045"/>
                    <a:pt x="341570" y="111138"/>
                  </a:cubicBezTo>
                  <a:cubicBezTo>
                    <a:pt x="328847" y="118186"/>
                    <a:pt x="316213" y="125590"/>
                    <a:pt x="304908" y="134766"/>
                  </a:cubicBezTo>
                  <a:cubicBezTo>
                    <a:pt x="293604" y="144031"/>
                    <a:pt x="281679" y="152587"/>
                    <a:pt x="269710" y="160966"/>
                  </a:cubicBezTo>
                  <a:cubicBezTo>
                    <a:pt x="245638" y="177546"/>
                    <a:pt x="221167" y="193638"/>
                    <a:pt x="196076" y="208710"/>
                  </a:cubicBezTo>
                  <a:lnTo>
                    <a:pt x="196874" y="207824"/>
                  </a:lnTo>
                  <a:cubicBezTo>
                    <a:pt x="192662" y="217621"/>
                    <a:pt x="187786" y="227019"/>
                    <a:pt x="182422" y="236195"/>
                  </a:cubicBezTo>
                  <a:cubicBezTo>
                    <a:pt x="176925" y="245283"/>
                    <a:pt x="171073" y="254282"/>
                    <a:pt x="163404" y="261996"/>
                  </a:cubicBezTo>
                  <a:cubicBezTo>
                    <a:pt x="161542" y="263991"/>
                    <a:pt x="159370" y="265720"/>
                    <a:pt x="157242" y="267449"/>
                  </a:cubicBezTo>
                  <a:lnTo>
                    <a:pt x="150991" y="272192"/>
                  </a:lnTo>
                  <a:cubicBezTo>
                    <a:pt x="146869" y="275384"/>
                    <a:pt x="142835" y="278709"/>
                    <a:pt x="138800" y="282078"/>
                  </a:cubicBezTo>
                  <a:cubicBezTo>
                    <a:pt x="130732" y="289038"/>
                    <a:pt x="121378" y="294712"/>
                    <a:pt x="112158" y="299633"/>
                  </a:cubicBezTo>
                  <a:lnTo>
                    <a:pt x="56345" y="329202"/>
                  </a:lnTo>
                  <a:cubicBezTo>
                    <a:pt x="37681" y="338955"/>
                    <a:pt x="18974" y="348619"/>
                    <a:pt x="222" y="358150"/>
                  </a:cubicBezTo>
                  <a:lnTo>
                    <a:pt x="0" y="357751"/>
                  </a:lnTo>
                  <a:cubicBezTo>
                    <a:pt x="18220" y="347200"/>
                    <a:pt x="36485" y="336738"/>
                    <a:pt x="54837" y="326453"/>
                  </a:cubicBezTo>
                  <a:lnTo>
                    <a:pt x="109985" y="295732"/>
                  </a:lnTo>
                  <a:cubicBezTo>
                    <a:pt x="119250" y="290722"/>
                    <a:pt x="127983" y="285358"/>
                    <a:pt x="135875" y="278531"/>
                  </a:cubicBezTo>
                  <a:cubicBezTo>
                    <a:pt x="139864" y="275162"/>
                    <a:pt x="143943" y="271749"/>
                    <a:pt x="148154" y="268468"/>
                  </a:cubicBezTo>
                  <a:lnTo>
                    <a:pt x="154494" y="263636"/>
                  </a:lnTo>
                  <a:cubicBezTo>
                    <a:pt x="156444" y="262040"/>
                    <a:pt x="158439" y="260533"/>
                    <a:pt x="160168" y="258671"/>
                  </a:cubicBezTo>
                  <a:cubicBezTo>
                    <a:pt x="167483" y="251534"/>
                    <a:pt x="173334" y="242801"/>
                    <a:pt x="178831" y="233979"/>
                  </a:cubicBezTo>
                  <a:cubicBezTo>
                    <a:pt x="184195" y="225068"/>
                    <a:pt x="189116" y="215759"/>
                    <a:pt x="193460" y="206316"/>
                  </a:cubicBezTo>
                  <a:lnTo>
                    <a:pt x="193726" y="205740"/>
                  </a:lnTo>
                  <a:lnTo>
                    <a:pt x="194258" y="205430"/>
                  </a:lnTo>
                  <a:cubicBezTo>
                    <a:pt x="219483" y="190756"/>
                    <a:pt x="244707" y="175950"/>
                    <a:pt x="268912" y="159636"/>
                  </a:cubicBezTo>
                  <a:cubicBezTo>
                    <a:pt x="274941" y="155557"/>
                    <a:pt x="280925" y="151346"/>
                    <a:pt x="286821" y="147046"/>
                  </a:cubicBezTo>
                  <a:lnTo>
                    <a:pt x="295466" y="140352"/>
                  </a:lnTo>
                  <a:lnTo>
                    <a:pt x="303933" y="133436"/>
                  </a:lnTo>
                  <a:cubicBezTo>
                    <a:pt x="315282" y="124127"/>
                    <a:pt x="327562" y="115970"/>
                    <a:pt x="340152" y="108522"/>
                  </a:cubicBezTo>
                  <a:lnTo>
                    <a:pt x="359081" y="97484"/>
                  </a:lnTo>
                  <a:cubicBezTo>
                    <a:pt x="365420" y="93849"/>
                    <a:pt x="371760" y="90302"/>
                    <a:pt x="377700" y="86268"/>
                  </a:cubicBezTo>
                  <a:cubicBezTo>
                    <a:pt x="380670" y="84229"/>
                    <a:pt x="383507" y="82101"/>
                    <a:pt x="386167" y="79796"/>
                  </a:cubicBezTo>
                  <a:cubicBezTo>
                    <a:pt x="387364" y="78554"/>
                    <a:pt x="388738" y="77446"/>
                    <a:pt x="389758" y="76072"/>
                  </a:cubicBezTo>
                  <a:cubicBezTo>
                    <a:pt x="390778" y="74786"/>
                    <a:pt x="391797" y="73412"/>
                    <a:pt x="392994" y="71816"/>
                  </a:cubicBezTo>
                  <a:cubicBezTo>
                    <a:pt x="397649" y="65787"/>
                    <a:pt x="402880" y="60689"/>
                    <a:pt x="408155" y="55591"/>
                  </a:cubicBezTo>
                  <a:cubicBezTo>
                    <a:pt x="418750" y="45439"/>
                    <a:pt x="429922" y="35952"/>
                    <a:pt x="441182" y="26643"/>
                  </a:cubicBezTo>
                  <a:cubicBezTo>
                    <a:pt x="446812" y="21988"/>
                    <a:pt x="452486" y="17378"/>
                    <a:pt x="458294" y="12900"/>
                  </a:cubicBezTo>
                  <a:cubicBezTo>
                    <a:pt x="464145" y="8467"/>
                    <a:pt x="469775" y="3857"/>
                    <a:pt x="476070" y="0"/>
                  </a:cubicBezTo>
                  <a:lnTo>
                    <a:pt x="476381" y="399"/>
                  </a:lnTo>
                  <a:close/>
                </a:path>
              </a:pathLst>
            </a:custGeom>
            <a:solidFill>
              <a:srgbClr val="A5574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02" name="Forme libre : forme 20301">
              <a:extLst>
                <a:ext uri="{FF2B5EF4-FFF2-40B4-BE49-F238E27FC236}">
                  <a16:creationId xmlns:a16="http://schemas.microsoft.com/office/drawing/2014/main" id="{37868B79-2DC8-4CB0-AAA4-D8EFE6551290}"/>
                </a:ext>
              </a:extLst>
            </p:cNvPr>
            <p:cNvSpPr/>
            <p:nvPr/>
          </p:nvSpPr>
          <p:spPr>
            <a:xfrm>
              <a:off x="7541322" y="711511"/>
              <a:ext cx="173466" cy="147489"/>
            </a:xfrm>
            <a:custGeom>
              <a:avLst/>
              <a:gdLst>
                <a:gd name="connsiteX0" fmla="*/ 0 w 173466"/>
                <a:gd name="connsiteY0" fmla="*/ 147489 h 147489"/>
                <a:gd name="connsiteX1" fmla="*/ 24027 w 173466"/>
                <a:gd name="connsiteY1" fmla="*/ 132018 h 147489"/>
                <a:gd name="connsiteX2" fmla="*/ 47301 w 173466"/>
                <a:gd name="connsiteY2" fmla="*/ 115659 h 147489"/>
                <a:gd name="connsiteX3" fmla="*/ 58073 w 173466"/>
                <a:gd name="connsiteY3" fmla="*/ 106572 h 147489"/>
                <a:gd name="connsiteX4" fmla="*/ 62773 w 173466"/>
                <a:gd name="connsiteY4" fmla="*/ 101607 h 147489"/>
                <a:gd name="connsiteX5" fmla="*/ 67427 w 173466"/>
                <a:gd name="connsiteY5" fmla="*/ 96021 h 147489"/>
                <a:gd name="connsiteX6" fmla="*/ 87421 w 173466"/>
                <a:gd name="connsiteY6" fmla="*/ 75363 h 147489"/>
                <a:gd name="connsiteX7" fmla="*/ 108433 w 173466"/>
                <a:gd name="connsiteY7" fmla="*/ 55946 h 147489"/>
                <a:gd name="connsiteX8" fmla="*/ 129712 w 173466"/>
                <a:gd name="connsiteY8" fmla="*/ 36883 h 147489"/>
                <a:gd name="connsiteX9" fmla="*/ 151434 w 173466"/>
                <a:gd name="connsiteY9" fmla="*/ 18264 h 147489"/>
                <a:gd name="connsiteX10" fmla="*/ 173467 w 173466"/>
                <a:gd name="connsiteY10" fmla="*/ 0 h 147489"/>
                <a:gd name="connsiteX11" fmla="*/ 152897 w 173466"/>
                <a:gd name="connsiteY11" fmla="*/ 19860 h 147489"/>
                <a:gd name="connsiteX12" fmla="*/ 132017 w 173466"/>
                <a:gd name="connsiteY12" fmla="*/ 39366 h 147489"/>
                <a:gd name="connsiteX13" fmla="*/ 90435 w 173466"/>
                <a:gd name="connsiteY13" fmla="*/ 78554 h 147489"/>
                <a:gd name="connsiteX14" fmla="*/ 70397 w 173466"/>
                <a:gd name="connsiteY14" fmla="*/ 98681 h 147489"/>
                <a:gd name="connsiteX15" fmla="*/ 65787 w 173466"/>
                <a:gd name="connsiteY15" fmla="*/ 104000 h 147489"/>
                <a:gd name="connsiteX16" fmla="*/ 60600 w 173466"/>
                <a:gd name="connsiteY16" fmla="*/ 109320 h 147489"/>
                <a:gd name="connsiteX17" fmla="*/ 49252 w 173466"/>
                <a:gd name="connsiteY17" fmla="*/ 118319 h 147489"/>
                <a:gd name="connsiteX18" fmla="*/ 0 w 173466"/>
                <a:gd name="connsiteY18" fmla="*/ 147489 h 147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3466" h="147489">
                  <a:moveTo>
                    <a:pt x="0" y="147489"/>
                  </a:moveTo>
                  <a:cubicBezTo>
                    <a:pt x="8068" y="142391"/>
                    <a:pt x="16136" y="137382"/>
                    <a:pt x="24027" y="132018"/>
                  </a:cubicBezTo>
                  <a:cubicBezTo>
                    <a:pt x="31962" y="126787"/>
                    <a:pt x="39809" y="121423"/>
                    <a:pt x="47301" y="115659"/>
                  </a:cubicBezTo>
                  <a:cubicBezTo>
                    <a:pt x="51025" y="112734"/>
                    <a:pt x="54704" y="109763"/>
                    <a:pt x="58073" y="106572"/>
                  </a:cubicBezTo>
                  <a:cubicBezTo>
                    <a:pt x="59802" y="105020"/>
                    <a:pt x="61310" y="103291"/>
                    <a:pt x="62773" y="101607"/>
                  </a:cubicBezTo>
                  <a:cubicBezTo>
                    <a:pt x="64280" y="99745"/>
                    <a:pt x="65831" y="97838"/>
                    <a:pt x="67427" y="96021"/>
                  </a:cubicBezTo>
                  <a:cubicBezTo>
                    <a:pt x="73811" y="88795"/>
                    <a:pt x="80594" y="82057"/>
                    <a:pt x="87421" y="75363"/>
                  </a:cubicBezTo>
                  <a:cubicBezTo>
                    <a:pt x="94336" y="68802"/>
                    <a:pt x="101385" y="62374"/>
                    <a:pt x="108433" y="55946"/>
                  </a:cubicBezTo>
                  <a:cubicBezTo>
                    <a:pt x="115526" y="49562"/>
                    <a:pt x="122353" y="43001"/>
                    <a:pt x="129712" y="36883"/>
                  </a:cubicBezTo>
                  <a:lnTo>
                    <a:pt x="151434" y="18264"/>
                  </a:lnTo>
                  <a:cubicBezTo>
                    <a:pt x="158793" y="12191"/>
                    <a:pt x="166019" y="5985"/>
                    <a:pt x="173467" y="0"/>
                  </a:cubicBezTo>
                  <a:cubicBezTo>
                    <a:pt x="166684" y="6738"/>
                    <a:pt x="159724" y="13255"/>
                    <a:pt x="152897" y="19860"/>
                  </a:cubicBezTo>
                  <a:lnTo>
                    <a:pt x="132017" y="39366"/>
                  </a:lnTo>
                  <a:cubicBezTo>
                    <a:pt x="118097" y="52355"/>
                    <a:pt x="104089" y="65344"/>
                    <a:pt x="90435" y="78554"/>
                  </a:cubicBezTo>
                  <a:cubicBezTo>
                    <a:pt x="83564" y="85115"/>
                    <a:pt x="76737" y="91721"/>
                    <a:pt x="70397" y="98681"/>
                  </a:cubicBezTo>
                  <a:cubicBezTo>
                    <a:pt x="68801" y="100410"/>
                    <a:pt x="67294" y="102227"/>
                    <a:pt x="65787" y="104000"/>
                  </a:cubicBezTo>
                  <a:cubicBezTo>
                    <a:pt x="64147" y="105862"/>
                    <a:pt x="62462" y="107724"/>
                    <a:pt x="60600" y="109320"/>
                  </a:cubicBezTo>
                  <a:cubicBezTo>
                    <a:pt x="57054" y="112645"/>
                    <a:pt x="53153" y="115526"/>
                    <a:pt x="49252" y="118319"/>
                  </a:cubicBezTo>
                  <a:cubicBezTo>
                    <a:pt x="33603" y="129446"/>
                    <a:pt x="17023" y="138933"/>
                    <a:pt x="0" y="147489"/>
                  </a:cubicBezTo>
                  <a:close/>
                </a:path>
              </a:pathLst>
            </a:custGeom>
            <a:solidFill>
              <a:srgbClr val="A5574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03" name="Forme libre : forme 20302">
              <a:extLst>
                <a:ext uri="{FF2B5EF4-FFF2-40B4-BE49-F238E27FC236}">
                  <a16:creationId xmlns:a16="http://schemas.microsoft.com/office/drawing/2014/main" id="{26A2D713-F896-472B-A2CC-A98C7207862E}"/>
                </a:ext>
              </a:extLst>
            </p:cNvPr>
            <p:cNvSpPr/>
            <p:nvPr/>
          </p:nvSpPr>
          <p:spPr>
            <a:xfrm>
              <a:off x="7275469" y="830363"/>
              <a:ext cx="223960" cy="163802"/>
            </a:xfrm>
            <a:custGeom>
              <a:avLst/>
              <a:gdLst>
                <a:gd name="connsiteX0" fmla="*/ 0 w 223960"/>
                <a:gd name="connsiteY0" fmla="*/ 163803 h 163802"/>
                <a:gd name="connsiteX1" fmla="*/ 55990 w 223960"/>
                <a:gd name="connsiteY1" fmla="*/ 122708 h 163802"/>
                <a:gd name="connsiteX2" fmla="*/ 111005 w 223960"/>
                <a:gd name="connsiteY2" fmla="*/ 80682 h 163802"/>
                <a:gd name="connsiteX3" fmla="*/ 165088 w 223960"/>
                <a:gd name="connsiteY3" fmla="*/ 36883 h 163802"/>
                <a:gd name="connsiteX4" fmla="*/ 223960 w 223960"/>
                <a:gd name="connsiteY4" fmla="*/ 0 h 163802"/>
                <a:gd name="connsiteX5" fmla="*/ 194790 w 223960"/>
                <a:gd name="connsiteY5" fmla="*/ 18663 h 163802"/>
                <a:gd name="connsiteX6" fmla="*/ 167172 w 223960"/>
                <a:gd name="connsiteY6" fmla="*/ 39588 h 163802"/>
                <a:gd name="connsiteX7" fmla="*/ 113931 w 223960"/>
                <a:gd name="connsiteY7" fmla="*/ 83963 h 163802"/>
                <a:gd name="connsiteX8" fmla="*/ 86313 w 223960"/>
                <a:gd name="connsiteY8" fmla="*/ 105330 h 163802"/>
                <a:gd name="connsiteX9" fmla="*/ 57941 w 223960"/>
                <a:gd name="connsiteY9" fmla="*/ 125457 h 163802"/>
                <a:gd name="connsiteX10" fmla="*/ 0 w 223960"/>
                <a:gd name="connsiteY10" fmla="*/ 163803 h 163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960" h="163802">
                  <a:moveTo>
                    <a:pt x="0" y="163803"/>
                  </a:moveTo>
                  <a:lnTo>
                    <a:pt x="55990" y="122708"/>
                  </a:lnTo>
                  <a:cubicBezTo>
                    <a:pt x="74520" y="108921"/>
                    <a:pt x="93671" y="95622"/>
                    <a:pt x="111005" y="80682"/>
                  </a:cubicBezTo>
                  <a:cubicBezTo>
                    <a:pt x="128560" y="65477"/>
                    <a:pt x="146514" y="50803"/>
                    <a:pt x="165088" y="36883"/>
                  </a:cubicBezTo>
                  <a:cubicBezTo>
                    <a:pt x="183796" y="23274"/>
                    <a:pt x="202725" y="9398"/>
                    <a:pt x="223960" y="0"/>
                  </a:cubicBezTo>
                  <a:cubicBezTo>
                    <a:pt x="213720" y="5408"/>
                    <a:pt x="204144" y="11881"/>
                    <a:pt x="194790" y="18663"/>
                  </a:cubicBezTo>
                  <a:cubicBezTo>
                    <a:pt x="185392" y="25357"/>
                    <a:pt x="176171" y="32362"/>
                    <a:pt x="167172" y="39588"/>
                  </a:cubicBezTo>
                  <a:cubicBezTo>
                    <a:pt x="149085" y="53951"/>
                    <a:pt x="131175" y="68624"/>
                    <a:pt x="113931" y="83963"/>
                  </a:cubicBezTo>
                  <a:cubicBezTo>
                    <a:pt x="105020" y="91632"/>
                    <a:pt x="95666" y="98459"/>
                    <a:pt x="86313" y="105330"/>
                  </a:cubicBezTo>
                  <a:cubicBezTo>
                    <a:pt x="76914" y="112113"/>
                    <a:pt x="67560" y="118940"/>
                    <a:pt x="57941" y="125457"/>
                  </a:cubicBezTo>
                  <a:cubicBezTo>
                    <a:pt x="38878" y="138579"/>
                    <a:pt x="19639" y="151435"/>
                    <a:pt x="0" y="163803"/>
                  </a:cubicBezTo>
                  <a:close/>
                </a:path>
              </a:pathLst>
            </a:custGeom>
            <a:solidFill>
              <a:srgbClr val="A55742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04" name="Forme libre : forme 20303">
              <a:extLst>
                <a:ext uri="{FF2B5EF4-FFF2-40B4-BE49-F238E27FC236}">
                  <a16:creationId xmlns:a16="http://schemas.microsoft.com/office/drawing/2014/main" id="{523B085F-DF3D-4297-A433-9650CEE13955}"/>
                </a:ext>
              </a:extLst>
            </p:cNvPr>
            <p:cNvSpPr/>
            <p:nvPr/>
          </p:nvSpPr>
          <p:spPr>
            <a:xfrm>
              <a:off x="5688972" y="605427"/>
              <a:ext cx="899987" cy="1649021"/>
            </a:xfrm>
            <a:custGeom>
              <a:avLst/>
              <a:gdLst>
                <a:gd name="connsiteX0" fmla="*/ 96090 w 899987"/>
                <a:gd name="connsiteY0" fmla="*/ 1576409 h 1649021"/>
                <a:gd name="connsiteX1" fmla="*/ 32209 w 899987"/>
                <a:gd name="connsiteY1" fmla="*/ 1646186 h 1649021"/>
                <a:gd name="connsiteX2" fmla="*/ 52335 w 899987"/>
                <a:gd name="connsiteY2" fmla="*/ 1327269 h 1649021"/>
                <a:gd name="connsiteX3" fmla="*/ 278867 w 899987"/>
                <a:gd name="connsiteY3" fmla="*/ 782309 h 1649021"/>
                <a:gd name="connsiteX4" fmla="*/ 899988 w 899987"/>
                <a:gd name="connsiteY4" fmla="*/ 0 h 1649021"/>
                <a:gd name="connsiteX5" fmla="*/ 313267 w 899987"/>
                <a:gd name="connsiteY5" fmla="*/ 819635 h 1649021"/>
                <a:gd name="connsiteX6" fmla="*/ 202706 w 899987"/>
                <a:gd name="connsiteY6" fmla="*/ 1154290 h 1649021"/>
                <a:gd name="connsiteX7" fmla="*/ 197564 w 899987"/>
                <a:gd name="connsiteY7" fmla="*/ 1451351 h 1649021"/>
                <a:gd name="connsiteX8" fmla="*/ 142283 w 899987"/>
                <a:gd name="connsiteY8" fmla="*/ 1648890 h 1649021"/>
                <a:gd name="connsiteX9" fmla="*/ 96090 w 899987"/>
                <a:gd name="connsiteY9" fmla="*/ 1576409 h 164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99987" h="1649021">
                  <a:moveTo>
                    <a:pt x="96090" y="1576409"/>
                  </a:moveTo>
                  <a:cubicBezTo>
                    <a:pt x="67319" y="1575345"/>
                    <a:pt x="77427" y="1647161"/>
                    <a:pt x="32209" y="1646186"/>
                  </a:cubicBezTo>
                  <a:cubicBezTo>
                    <a:pt x="-13009" y="1645211"/>
                    <a:pt x="-14383" y="1500115"/>
                    <a:pt x="52335" y="1327269"/>
                  </a:cubicBezTo>
                  <a:cubicBezTo>
                    <a:pt x="118876" y="1154955"/>
                    <a:pt x="204169" y="979847"/>
                    <a:pt x="278867" y="782309"/>
                  </a:cubicBezTo>
                  <a:cubicBezTo>
                    <a:pt x="353564" y="584770"/>
                    <a:pt x="557974" y="231940"/>
                    <a:pt x="899988" y="0"/>
                  </a:cubicBezTo>
                  <a:cubicBezTo>
                    <a:pt x="899988" y="0"/>
                    <a:pt x="498039" y="320380"/>
                    <a:pt x="313267" y="819635"/>
                  </a:cubicBezTo>
                  <a:cubicBezTo>
                    <a:pt x="295624" y="867247"/>
                    <a:pt x="216271" y="1066647"/>
                    <a:pt x="202706" y="1154290"/>
                  </a:cubicBezTo>
                  <a:cubicBezTo>
                    <a:pt x="188210" y="1247917"/>
                    <a:pt x="193840" y="1404893"/>
                    <a:pt x="197564" y="1451351"/>
                  </a:cubicBezTo>
                  <a:cubicBezTo>
                    <a:pt x="201243" y="1497810"/>
                    <a:pt x="203592" y="1639315"/>
                    <a:pt x="142283" y="1648890"/>
                  </a:cubicBezTo>
                  <a:cubicBezTo>
                    <a:pt x="118699" y="1652570"/>
                    <a:pt x="129515" y="1577650"/>
                    <a:pt x="96090" y="1576409"/>
                  </a:cubicBezTo>
                  <a:close/>
                </a:path>
              </a:pathLst>
            </a:custGeom>
            <a:solidFill>
              <a:srgbClr val="753A2E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05" name="Forme libre : forme 20304">
              <a:extLst>
                <a:ext uri="{FF2B5EF4-FFF2-40B4-BE49-F238E27FC236}">
                  <a16:creationId xmlns:a16="http://schemas.microsoft.com/office/drawing/2014/main" id="{F632AEE0-00EE-4A7B-BA72-D2D506FB8F9E}"/>
                </a:ext>
              </a:extLst>
            </p:cNvPr>
            <p:cNvSpPr/>
            <p:nvPr/>
          </p:nvSpPr>
          <p:spPr>
            <a:xfrm>
              <a:off x="5688972" y="605427"/>
              <a:ext cx="899987" cy="1649021"/>
            </a:xfrm>
            <a:custGeom>
              <a:avLst/>
              <a:gdLst>
                <a:gd name="connsiteX0" fmla="*/ 96090 w 899987"/>
                <a:gd name="connsiteY0" fmla="*/ 1576409 h 1649021"/>
                <a:gd name="connsiteX1" fmla="*/ 32209 w 899987"/>
                <a:gd name="connsiteY1" fmla="*/ 1646186 h 1649021"/>
                <a:gd name="connsiteX2" fmla="*/ 52335 w 899987"/>
                <a:gd name="connsiteY2" fmla="*/ 1327269 h 1649021"/>
                <a:gd name="connsiteX3" fmla="*/ 278867 w 899987"/>
                <a:gd name="connsiteY3" fmla="*/ 782309 h 1649021"/>
                <a:gd name="connsiteX4" fmla="*/ 899988 w 899987"/>
                <a:gd name="connsiteY4" fmla="*/ 0 h 1649021"/>
                <a:gd name="connsiteX5" fmla="*/ 313267 w 899987"/>
                <a:gd name="connsiteY5" fmla="*/ 819635 h 1649021"/>
                <a:gd name="connsiteX6" fmla="*/ 202706 w 899987"/>
                <a:gd name="connsiteY6" fmla="*/ 1154290 h 1649021"/>
                <a:gd name="connsiteX7" fmla="*/ 197564 w 899987"/>
                <a:gd name="connsiteY7" fmla="*/ 1451351 h 1649021"/>
                <a:gd name="connsiteX8" fmla="*/ 142283 w 899987"/>
                <a:gd name="connsiteY8" fmla="*/ 1648890 h 1649021"/>
                <a:gd name="connsiteX9" fmla="*/ 96090 w 899987"/>
                <a:gd name="connsiteY9" fmla="*/ 1576409 h 164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99987" h="1649021">
                  <a:moveTo>
                    <a:pt x="96090" y="1576409"/>
                  </a:moveTo>
                  <a:cubicBezTo>
                    <a:pt x="67319" y="1575345"/>
                    <a:pt x="77427" y="1647161"/>
                    <a:pt x="32209" y="1646186"/>
                  </a:cubicBezTo>
                  <a:cubicBezTo>
                    <a:pt x="-13009" y="1645211"/>
                    <a:pt x="-14383" y="1500115"/>
                    <a:pt x="52335" y="1327269"/>
                  </a:cubicBezTo>
                  <a:cubicBezTo>
                    <a:pt x="118876" y="1154955"/>
                    <a:pt x="204169" y="979847"/>
                    <a:pt x="278867" y="782309"/>
                  </a:cubicBezTo>
                  <a:cubicBezTo>
                    <a:pt x="353564" y="584770"/>
                    <a:pt x="557974" y="231940"/>
                    <a:pt x="899988" y="0"/>
                  </a:cubicBezTo>
                  <a:cubicBezTo>
                    <a:pt x="899988" y="0"/>
                    <a:pt x="498039" y="320380"/>
                    <a:pt x="313267" y="819635"/>
                  </a:cubicBezTo>
                  <a:cubicBezTo>
                    <a:pt x="295624" y="867247"/>
                    <a:pt x="216271" y="1066647"/>
                    <a:pt x="202706" y="1154290"/>
                  </a:cubicBezTo>
                  <a:cubicBezTo>
                    <a:pt x="188210" y="1247917"/>
                    <a:pt x="193840" y="1404893"/>
                    <a:pt x="197564" y="1451351"/>
                  </a:cubicBezTo>
                  <a:cubicBezTo>
                    <a:pt x="201243" y="1497810"/>
                    <a:pt x="203592" y="1639315"/>
                    <a:pt x="142283" y="1648890"/>
                  </a:cubicBezTo>
                  <a:cubicBezTo>
                    <a:pt x="118699" y="1652570"/>
                    <a:pt x="129515" y="1577650"/>
                    <a:pt x="96090" y="1576409"/>
                  </a:cubicBezTo>
                  <a:close/>
                </a:path>
              </a:pathLst>
            </a:custGeom>
            <a:noFill/>
            <a:ln w="3323" cap="rnd">
              <a:solidFill>
                <a:srgbClr val="333333"/>
              </a:solidFill>
              <a:prstDash val="solid"/>
              <a:round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06" name="Forme libre : forme 20305">
              <a:extLst>
                <a:ext uri="{FF2B5EF4-FFF2-40B4-BE49-F238E27FC236}">
                  <a16:creationId xmlns:a16="http://schemas.microsoft.com/office/drawing/2014/main" id="{FE1F5D77-6313-46D2-884D-00E186BD6797}"/>
                </a:ext>
              </a:extLst>
            </p:cNvPr>
            <p:cNvSpPr/>
            <p:nvPr/>
          </p:nvSpPr>
          <p:spPr>
            <a:xfrm>
              <a:off x="5105399" y="2126068"/>
              <a:ext cx="70190" cy="80533"/>
            </a:xfrm>
            <a:custGeom>
              <a:avLst/>
              <a:gdLst>
                <a:gd name="connsiteX0" fmla="*/ 47016 w 70190"/>
                <a:gd name="connsiteY0" fmla="*/ 0 h 80533"/>
                <a:gd name="connsiteX1" fmla="*/ 62976 w 70190"/>
                <a:gd name="connsiteY1" fmla="*/ 63127 h 80533"/>
                <a:gd name="connsiteX2" fmla="*/ 10399 w 70190"/>
                <a:gd name="connsiteY2" fmla="*/ 76870 h 80533"/>
                <a:gd name="connsiteX3" fmla="*/ 8670 w 70190"/>
                <a:gd name="connsiteY3" fmla="*/ 29702 h 80533"/>
                <a:gd name="connsiteX4" fmla="*/ 47016 w 70190"/>
                <a:gd name="connsiteY4" fmla="*/ 0 h 8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190" h="80533">
                  <a:moveTo>
                    <a:pt x="47016" y="0"/>
                  </a:moveTo>
                  <a:cubicBezTo>
                    <a:pt x="47016" y="0"/>
                    <a:pt x="85850" y="13033"/>
                    <a:pt x="62976" y="63127"/>
                  </a:cubicBezTo>
                  <a:cubicBezTo>
                    <a:pt x="56681" y="76914"/>
                    <a:pt x="32742" y="85958"/>
                    <a:pt x="10399" y="76870"/>
                  </a:cubicBezTo>
                  <a:cubicBezTo>
                    <a:pt x="-11944" y="67782"/>
                    <a:pt x="8670" y="29702"/>
                    <a:pt x="8670" y="29702"/>
                  </a:cubicBezTo>
                  <a:lnTo>
                    <a:pt x="47016" y="0"/>
                  </a:lnTo>
                  <a:close/>
                </a:path>
              </a:pathLst>
            </a:custGeom>
            <a:solidFill>
              <a:srgbClr val="F9CEBB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07" name="Forme libre : forme 20306">
              <a:extLst>
                <a:ext uri="{FF2B5EF4-FFF2-40B4-BE49-F238E27FC236}">
                  <a16:creationId xmlns:a16="http://schemas.microsoft.com/office/drawing/2014/main" id="{4551D0D2-6847-4BAF-910C-F1826544C414}"/>
                </a:ext>
              </a:extLst>
            </p:cNvPr>
            <p:cNvSpPr/>
            <p:nvPr/>
          </p:nvSpPr>
          <p:spPr>
            <a:xfrm>
              <a:off x="5106374" y="2124472"/>
              <a:ext cx="70190" cy="80533"/>
            </a:xfrm>
            <a:custGeom>
              <a:avLst/>
              <a:gdLst>
                <a:gd name="connsiteX0" fmla="*/ 47016 w 70190"/>
                <a:gd name="connsiteY0" fmla="*/ 0 h 80533"/>
                <a:gd name="connsiteX1" fmla="*/ 62976 w 70190"/>
                <a:gd name="connsiteY1" fmla="*/ 63127 h 80533"/>
                <a:gd name="connsiteX2" fmla="*/ 10399 w 70190"/>
                <a:gd name="connsiteY2" fmla="*/ 76870 h 80533"/>
                <a:gd name="connsiteX3" fmla="*/ 8670 w 70190"/>
                <a:gd name="connsiteY3" fmla="*/ 29702 h 80533"/>
                <a:gd name="connsiteX4" fmla="*/ 47016 w 70190"/>
                <a:gd name="connsiteY4" fmla="*/ 0 h 8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190" h="80533">
                  <a:moveTo>
                    <a:pt x="47016" y="0"/>
                  </a:moveTo>
                  <a:cubicBezTo>
                    <a:pt x="47016" y="0"/>
                    <a:pt x="85850" y="13033"/>
                    <a:pt x="62976" y="63127"/>
                  </a:cubicBezTo>
                  <a:cubicBezTo>
                    <a:pt x="56681" y="76914"/>
                    <a:pt x="32742" y="85958"/>
                    <a:pt x="10399" y="76870"/>
                  </a:cubicBezTo>
                  <a:cubicBezTo>
                    <a:pt x="-11944" y="67782"/>
                    <a:pt x="8670" y="29702"/>
                    <a:pt x="8670" y="29702"/>
                  </a:cubicBezTo>
                  <a:lnTo>
                    <a:pt x="47016" y="0"/>
                  </a:lnTo>
                  <a:close/>
                </a:path>
              </a:pathLst>
            </a:custGeom>
            <a:solidFill>
              <a:srgbClr val="8DE0E0">
                <a:alpha val="50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08" name="Forme libre : forme 20307">
              <a:extLst>
                <a:ext uri="{FF2B5EF4-FFF2-40B4-BE49-F238E27FC236}">
                  <a16:creationId xmlns:a16="http://schemas.microsoft.com/office/drawing/2014/main" id="{A391DC1B-30C1-44D3-AC29-4972AA993D53}"/>
                </a:ext>
              </a:extLst>
            </p:cNvPr>
            <p:cNvSpPr/>
            <p:nvPr/>
          </p:nvSpPr>
          <p:spPr>
            <a:xfrm>
              <a:off x="5105399" y="2126068"/>
              <a:ext cx="70190" cy="80533"/>
            </a:xfrm>
            <a:custGeom>
              <a:avLst/>
              <a:gdLst>
                <a:gd name="connsiteX0" fmla="*/ 47016 w 70190"/>
                <a:gd name="connsiteY0" fmla="*/ 0 h 80533"/>
                <a:gd name="connsiteX1" fmla="*/ 62976 w 70190"/>
                <a:gd name="connsiteY1" fmla="*/ 63127 h 80533"/>
                <a:gd name="connsiteX2" fmla="*/ 10399 w 70190"/>
                <a:gd name="connsiteY2" fmla="*/ 76870 h 80533"/>
                <a:gd name="connsiteX3" fmla="*/ 8670 w 70190"/>
                <a:gd name="connsiteY3" fmla="*/ 29702 h 80533"/>
                <a:gd name="connsiteX4" fmla="*/ 47016 w 70190"/>
                <a:gd name="connsiteY4" fmla="*/ 0 h 8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190" h="80533">
                  <a:moveTo>
                    <a:pt x="47016" y="0"/>
                  </a:moveTo>
                  <a:cubicBezTo>
                    <a:pt x="47016" y="0"/>
                    <a:pt x="85850" y="13033"/>
                    <a:pt x="62976" y="63127"/>
                  </a:cubicBezTo>
                  <a:cubicBezTo>
                    <a:pt x="56681" y="76914"/>
                    <a:pt x="32742" y="85958"/>
                    <a:pt x="10399" y="76870"/>
                  </a:cubicBezTo>
                  <a:cubicBezTo>
                    <a:pt x="-11944" y="67782"/>
                    <a:pt x="8670" y="29702"/>
                    <a:pt x="8670" y="29702"/>
                  </a:cubicBezTo>
                  <a:lnTo>
                    <a:pt x="47016" y="0"/>
                  </a:lnTo>
                  <a:close/>
                </a:path>
              </a:pathLst>
            </a:custGeom>
            <a:noFill/>
            <a:ln w="443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09" name="Forme libre : forme 20308">
              <a:extLst>
                <a:ext uri="{FF2B5EF4-FFF2-40B4-BE49-F238E27FC236}">
                  <a16:creationId xmlns:a16="http://schemas.microsoft.com/office/drawing/2014/main" id="{BA4B6C62-7A20-441D-889A-4D47B8A0AEF2}"/>
                </a:ext>
              </a:extLst>
            </p:cNvPr>
            <p:cNvSpPr/>
            <p:nvPr/>
          </p:nvSpPr>
          <p:spPr>
            <a:xfrm>
              <a:off x="5022249" y="2160247"/>
              <a:ext cx="108084" cy="85255"/>
            </a:xfrm>
            <a:custGeom>
              <a:avLst/>
              <a:gdLst>
                <a:gd name="connsiteX0" fmla="*/ 81268 w 108084"/>
                <a:gd name="connsiteY0" fmla="*/ 0 h 85255"/>
                <a:gd name="connsiteX1" fmla="*/ 108044 w 108084"/>
                <a:gd name="connsiteY1" fmla="*/ 30943 h 85255"/>
                <a:gd name="connsiteX2" fmla="*/ 19117 w 108084"/>
                <a:gd name="connsiteY2" fmla="*/ 72215 h 85255"/>
                <a:gd name="connsiteX3" fmla="*/ 81268 w 108084"/>
                <a:gd name="connsiteY3" fmla="*/ 0 h 85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084" h="85255">
                  <a:moveTo>
                    <a:pt x="81268" y="0"/>
                  </a:moveTo>
                  <a:cubicBezTo>
                    <a:pt x="81268" y="0"/>
                    <a:pt x="109286" y="2217"/>
                    <a:pt x="108044" y="30943"/>
                  </a:cubicBezTo>
                  <a:cubicBezTo>
                    <a:pt x="106803" y="59670"/>
                    <a:pt x="85702" y="108833"/>
                    <a:pt x="19117" y="72215"/>
                  </a:cubicBezTo>
                  <a:cubicBezTo>
                    <a:pt x="-47469" y="35598"/>
                    <a:pt x="81268" y="0"/>
                    <a:pt x="81268" y="0"/>
                  </a:cubicBezTo>
                  <a:close/>
                </a:path>
              </a:pathLst>
            </a:custGeom>
            <a:solidFill>
              <a:srgbClr val="F9CEBB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10" name="Forme libre : forme 20309">
              <a:extLst>
                <a:ext uri="{FF2B5EF4-FFF2-40B4-BE49-F238E27FC236}">
                  <a16:creationId xmlns:a16="http://schemas.microsoft.com/office/drawing/2014/main" id="{6BB29E46-66E7-42E8-9026-4030FF77E642}"/>
                </a:ext>
              </a:extLst>
            </p:cNvPr>
            <p:cNvSpPr/>
            <p:nvPr/>
          </p:nvSpPr>
          <p:spPr>
            <a:xfrm>
              <a:off x="5022249" y="2160247"/>
              <a:ext cx="108084" cy="85255"/>
            </a:xfrm>
            <a:custGeom>
              <a:avLst/>
              <a:gdLst>
                <a:gd name="connsiteX0" fmla="*/ 81268 w 108084"/>
                <a:gd name="connsiteY0" fmla="*/ 0 h 85255"/>
                <a:gd name="connsiteX1" fmla="*/ 108044 w 108084"/>
                <a:gd name="connsiteY1" fmla="*/ 30943 h 85255"/>
                <a:gd name="connsiteX2" fmla="*/ 19117 w 108084"/>
                <a:gd name="connsiteY2" fmla="*/ 72215 h 85255"/>
                <a:gd name="connsiteX3" fmla="*/ 81268 w 108084"/>
                <a:gd name="connsiteY3" fmla="*/ 0 h 85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084" h="85255">
                  <a:moveTo>
                    <a:pt x="81268" y="0"/>
                  </a:moveTo>
                  <a:cubicBezTo>
                    <a:pt x="81268" y="0"/>
                    <a:pt x="109286" y="2217"/>
                    <a:pt x="108044" y="30943"/>
                  </a:cubicBezTo>
                  <a:cubicBezTo>
                    <a:pt x="106803" y="59670"/>
                    <a:pt x="85702" y="108833"/>
                    <a:pt x="19117" y="72215"/>
                  </a:cubicBezTo>
                  <a:cubicBezTo>
                    <a:pt x="-47469" y="35598"/>
                    <a:pt x="81268" y="0"/>
                    <a:pt x="81268" y="0"/>
                  </a:cubicBezTo>
                  <a:close/>
                </a:path>
              </a:pathLst>
            </a:custGeom>
            <a:solidFill>
              <a:srgbClr val="8DE0E0">
                <a:alpha val="50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11" name="Forme libre : forme 20310">
              <a:extLst>
                <a:ext uri="{FF2B5EF4-FFF2-40B4-BE49-F238E27FC236}">
                  <a16:creationId xmlns:a16="http://schemas.microsoft.com/office/drawing/2014/main" id="{78A50829-6123-4807-8058-91D07D8BF12A}"/>
                </a:ext>
              </a:extLst>
            </p:cNvPr>
            <p:cNvSpPr/>
            <p:nvPr/>
          </p:nvSpPr>
          <p:spPr>
            <a:xfrm>
              <a:off x="5022249" y="2160247"/>
              <a:ext cx="108084" cy="85255"/>
            </a:xfrm>
            <a:custGeom>
              <a:avLst/>
              <a:gdLst>
                <a:gd name="connsiteX0" fmla="*/ 81268 w 108084"/>
                <a:gd name="connsiteY0" fmla="*/ 0 h 85255"/>
                <a:gd name="connsiteX1" fmla="*/ 108044 w 108084"/>
                <a:gd name="connsiteY1" fmla="*/ 30943 h 85255"/>
                <a:gd name="connsiteX2" fmla="*/ 19117 w 108084"/>
                <a:gd name="connsiteY2" fmla="*/ 72215 h 85255"/>
                <a:gd name="connsiteX3" fmla="*/ 81268 w 108084"/>
                <a:gd name="connsiteY3" fmla="*/ 0 h 85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084" h="85255">
                  <a:moveTo>
                    <a:pt x="81268" y="0"/>
                  </a:moveTo>
                  <a:cubicBezTo>
                    <a:pt x="81268" y="0"/>
                    <a:pt x="109286" y="2217"/>
                    <a:pt x="108044" y="30943"/>
                  </a:cubicBezTo>
                  <a:cubicBezTo>
                    <a:pt x="106803" y="59670"/>
                    <a:pt x="85702" y="108833"/>
                    <a:pt x="19117" y="72215"/>
                  </a:cubicBezTo>
                  <a:cubicBezTo>
                    <a:pt x="-47469" y="35598"/>
                    <a:pt x="81268" y="0"/>
                    <a:pt x="81268" y="0"/>
                  </a:cubicBezTo>
                  <a:close/>
                </a:path>
              </a:pathLst>
            </a:custGeom>
            <a:noFill/>
            <a:ln w="443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12" name="Forme libre : forme 20311">
              <a:extLst>
                <a:ext uri="{FF2B5EF4-FFF2-40B4-BE49-F238E27FC236}">
                  <a16:creationId xmlns:a16="http://schemas.microsoft.com/office/drawing/2014/main" id="{9C30878B-87DA-4840-A2B5-23C53600CE4A}"/>
                </a:ext>
              </a:extLst>
            </p:cNvPr>
            <p:cNvSpPr/>
            <p:nvPr/>
          </p:nvSpPr>
          <p:spPr>
            <a:xfrm>
              <a:off x="4936592" y="2155548"/>
              <a:ext cx="78486" cy="71508"/>
            </a:xfrm>
            <a:custGeom>
              <a:avLst/>
              <a:gdLst>
                <a:gd name="connsiteX0" fmla="*/ 16556 w 78486"/>
                <a:gd name="connsiteY0" fmla="*/ 0 h 71508"/>
                <a:gd name="connsiteX1" fmla="*/ 10660 w 78486"/>
                <a:gd name="connsiteY1" fmla="*/ 60689 h 71508"/>
                <a:gd name="connsiteX2" fmla="*/ 78486 w 78486"/>
                <a:gd name="connsiteY2" fmla="*/ 59448 h 71508"/>
                <a:gd name="connsiteX3" fmla="*/ 59335 w 78486"/>
                <a:gd name="connsiteY3" fmla="*/ 11039 h 71508"/>
                <a:gd name="connsiteX4" fmla="*/ 16556 w 78486"/>
                <a:gd name="connsiteY4" fmla="*/ 0 h 71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486" h="71508">
                  <a:moveTo>
                    <a:pt x="16556" y="0"/>
                  </a:moveTo>
                  <a:cubicBezTo>
                    <a:pt x="16556" y="0"/>
                    <a:pt x="-16382" y="28195"/>
                    <a:pt x="10660" y="60689"/>
                  </a:cubicBezTo>
                  <a:cubicBezTo>
                    <a:pt x="31540" y="85736"/>
                    <a:pt x="78486" y="59448"/>
                    <a:pt x="78486" y="59448"/>
                  </a:cubicBezTo>
                  <a:lnTo>
                    <a:pt x="59335" y="11039"/>
                  </a:lnTo>
                  <a:lnTo>
                    <a:pt x="16556" y="0"/>
                  </a:lnTo>
                  <a:close/>
                </a:path>
              </a:pathLst>
            </a:custGeom>
            <a:solidFill>
              <a:srgbClr val="F9CEBB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13" name="Forme libre : forme 20312">
              <a:extLst>
                <a:ext uri="{FF2B5EF4-FFF2-40B4-BE49-F238E27FC236}">
                  <a16:creationId xmlns:a16="http://schemas.microsoft.com/office/drawing/2014/main" id="{85642BE4-7959-4605-B737-84854C7EDEF4}"/>
                </a:ext>
              </a:extLst>
            </p:cNvPr>
            <p:cNvSpPr/>
            <p:nvPr/>
          </p:nvSpPr>
          <p:spPr>
            <a:xfrm>
              <a:off x="4936592" y="2155548"/>
              <a:ext cx="78486" cy="71508"/>
            </a:xfrm>
            <a:custGeom>
              <a:avLst/>
              <a:gdLst>
                <a:gd name="connsiteX0" fmla="*/ 16556 w 78486"/>
                <a:gd name="connsiteY0" fmla="*/ 0 h 71508"/>
                <a:gd name="connsiteX1" fmla="*/ 10660 w 78486"/>
                <a:gd name="connsiteY1" fmla="*/ 60689 h 71508"/>
                <a:gd name="connsiteX2" fmla="*/ 78486 w 78486"/>
                <a:gd name="connsiteY2" fmla="*/ 59448 h 71508"/>
                <a:gd name="connsiteX3" fmla="*/ 59335 w 78486"/>
                <a:gd name="connsiteY3" fmla="*/ 11039 h 71508"/>
                <a:gd name="connsiteX4" fmla="*/ 16556 w 78486"/>
                <a:gd name="connsiteY4" fmla="*/ 0 h 71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486" h="71508">
                  <a:moveTo>
                    <a:pt x="16556" y="0"/>
                  </a:moveTo>
                  <a:cubicBezTo>
                    <a:pt x="16556" y="0"/>
                    <a:pt x="-16382" y="28195"/>
                    <a:pt x="10660" y="60689"/>
                  </a:cubicBezTo>
                  <a:cubicBezTo>
                    <a:pt x="31540" y="85736"/>
                    <a:pt x="78486" y="59448"/>
                    <a:pt x="78486" y="59448"/>
                  </a:cubicBezTo>
                  <a:lnTo>
                    <a:pt x="59335" y="11039"/>
                  </a:lnTo>
                  <a:lnTo>
                    <a:pt x="16556" y="0"/>
                  </a:lnTo>
                  <a:close/>
                </a:path>
              </a:pathLst>
            </a:custGeom>
            <a:solidFill>
              <a:srgbClr val="8DE0E0">
                <a:alpha val="50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14" name="Forme libre : forme 20313">
              <a:extLst>
                <a:ext uri="{FF2B5EF4-FFF2-40B4-BE49-F238E27FC236}">
                  <a16:creationId xmlns:a16="http://schemas.microsoft.com/office/drawing/2014/main" id="{E19369F3-E93F-433D-992B-93462F04AF88}"/>
                </a:ext>
              </a:extLst>
            </p:cNvPr>
            <p:cNvSpPr/>
            <p:nvPr/>
          </p:nvSpPr>
          <p:spPr>
            <a:xfrm>
              <a:off x="4936592" y="2155548"/>
              <a:ext cx="78486" cy="71508"/>
            </a:xfrm>
            <a:custGeom>
              <a:avLst/>
              <a:gdLst>
                <a:gd name="connsiteX0" fmla="*/ 16556 w 78486"/>
                <a:gd name="connsiteY0" fmla="*/ 0 h 71508"/>
                <a:gd name="connsiteX1" fmla="*/ 10660 w 78486"/>
                <a:gd name="connsiteY1" fmla="*/ 60689 h 71508"/>
                <a:gd name="connsiteX2" fmla="*/ 78486 w 78486"/>
                <a:gd name="connsiteY2" fmla="*/ 59448 h 71508"/>
                <a:gd name="connsiteX3" fmla="*/ 59335 w 78486"/>
                <a:gd name="connsiteY3" fmla="*/ 11039 h 71508"/>
                <a:gd name="connsiteX4" fmla="*/ 16556 w 78486"/>
                <a:gd name="connsiteY4" fmla="*/ 0 h 71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486" h="71508">
                  <a:moveTo>
                    <a:pt x="16556" y="0"/>
                  </a:moveTo>
                  <a:cubicBezTo>
                    <a:pt x="16556" y="0"/>
                    <a:pt x="-16382" y="28195"/>
                    <a:pt x="10660" y="60689"/>
                  </a:cubicBezTo>
                  <a:cubicBezTo>
                    <a:pt x="31540" y="85736"/>
                    <a:pt x="78486" y="59448"/>
                    <a:pt x="78486" y="59448"/>
                  </a:cubicBezTo>
                  <a:lnTo>
                    <a:pt x="59335" y="11039"/>
                  </a:lnTo>
                  <a:lnTo>
                    <a:pt x="16556" y="0"/>
                  </a:lnTo>
                  <a:close/>
                </a:path>
              </a:pathLst>
            </a:custGeom>
            <a:noFill/>
            <a:ln w="443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15" name="Forme libre : forme 20314">
              <a:extLst>
                <a:ext uri="{FF2B5EF4-FFF2-40B4-BE49-F238E27FC236}">
                  <a16:creationId xmlns:a16="http://schemas.microsoft.com/office/drawing/2014/main" id="{4D4AC64E-C139-41DB-B0E4-641189F05F46}"/>
                </a:ext>
              </a:extLst>
            </p:cNvPr>
            <p:cNvSpPr/>
            <p:nvPr/>
          </p:nvSpPr>
          <p:spPr>
            <a:xfrm>
              <a:off x="4931890" y="2090148"/>
              <a:ext cx="75784" cy="85148"/>
            </a:xfrm>
            <a:custGeom>
              <a:avLst/>
              <a:gdLst>
                <a:gd name="connsiteX0" fmla="*/ 75784 w 75784"/>
                <a:gd name="connsiteY0" fmla="*/ 72804 h 85148"/>
                <a:gd name="connsiteX1" fmla="*/ 24936 w 75784"/>
                <a:gd name="connsiteY1" fmla="*/ 80428 h 85148"/>
                <a:gd name="connsiteX2" fmla="*/ 19528 w 75784"/>
                <a:gd name="connsiteY2" fmla="*/ 1564 h 85148"/>
                <a:gd name="connsiteX3" fmla="*/ 75784 w 75784"/>
                <a:gd name="connsiteY3" fmla="*/ 72804 h 8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784" h="85148">
                  <a:moveTo>
                    <a:pt x="75784" y="72804"/>
                  </a:moveTo>
                  <a:cubicBezTo>
                    <a:pt x="75784" y="72804"/>
                    <a:pt x="55126" y="94437"/>
                    <a:pt x="24936" y="80428"/>
                  </a:cubicBezTo>
                  <a:cubicBezTo>
                    <a:pt x="-5253" y="66420"/>
                    <a:pt x="-9198" y="15572"/>
                    <a:pt x="19528" y="1564"/>
                  </a:cubicBezTo>
                  <a:cubicBezTo>
                    <a:pt x="48299" y="-12489"/>
                    <a:pt x="75784" y="72804"/>
                    <a:pt x="75784" y="72804"/>
                  </a:cubicBezTo>
                  <a:close/>
                </a:path>
              </a:pathLst>
            </a:custGeom>
            <a:solidFill>
              <a:srgbClr val="F9CEBB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16" name="Forme libre : forme 20315">
              <a:extLst>
                <a:ext uri="{FF2B5EF4-FFF2-40B4-BE49-F238E27FC236}">
                  <a16:creationId xmlns:a16="http://schemas.microsoft.com/office/drawing/2014/main" id="{420D677B-4A99-42EC-BF66-A072161A407B}"/>
                </a:ext>
              </a:extLst>
            </p:cNvPr>
            <p:cNvSpPr/>
            <p:nvPr/>
          </p:nvSpPr>
          <p:spPr>
            <a:xfrm>
              <a:off x="4931890" y="2090148"/>
              <a:ext cx="75784" cy="85148"/>
            </a:xfrm>
            <a:custGeom>
              <a:avLst/>
              <a:gdLst>
                <a:gd name="connsiteX0" fmla="*/ 75784 w 75784"/>
                <a:gd name="connsiteY0" fmla="*/ 72804 h 85148"/>
                <a:gd name="connsiteX1" fmla="*/ 24936 w 75784"/>
                <a:gd name="connsiteY1" fmla="*/ 80428 h 85148"/>
                <a:gd name="connsiteX2" fmla="*/ 19528 w 75784"/>
                <a:gd name="connsiteY2" fmla="*/ 1564 h 85148"/>
                <a:gd name="connsiteX3" fmla="*/ 75784 w 75784"/>
                <a:gd name="connsiteY3" fmla="*/ 72804 h 8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784" h="85148">
                  <a:moveTo>
                    <a:pt x="75784" y="72804"/>
                  </a:moveTo>
                  <a:cubicBezTo>
                    <a:pt x="75784" y="72804"/>
                    <a:pt x="55126" y="94437"/>
                    <a:pt x="24936" y="80428"/>
                  </a:cubicBezTo>
                  <a:cubicBezTo>
                    <a:pt x="-5253" y="66420"/>
                    <a:pt x="-9198" y="15572"/>
                    <a:pt x="19528" y="1564"/>
                  </a:cubicBezTo>
                  <a:cubicBezTo>
                    <a:pt x="48299" y="-12489"/>
                    <a:pt x="75784" y="72804"/>
                    <a:pt x="75784" y="72804"/>
                  </a:cubicBezTo>
                  <a:close/>
                </a:path>
              </a:pathLst>
            </a:custGeom>
            <a:solidFill>
              <a:srgbClr val="8DE0E0">
                <a:alpha val="50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17" name="Forme libre : forme 20316">
              <a:extLst>
                <a:ext uri="{FF2B5EF4-FFF2-40B4-BE49-F238E27FC236}">
                  <a16:creationId xmlns:a16="http://schemas.microsoft.com/office/drawing/2014/main" id="{B59B33BB-CFA1-4787-9C4C-69B8A7BE16BA}"/>
                </a:ext>
              </a:extLst>
            </p:cNvPr>
            <p:cNvSpPr/>
            <p:nvPr/>
          </p:nvSpPr>
          <p:spPr>
            <a:xfrm>
              <a:off x="4931890" y="2090148"/>
              <a:ext cx="75784" cy="85148"/>
            </a:xfrm>
            <a:custGeom>
              <a:avLst/>
              <a:gdLst>
                <a:gd name="connsiteX0" fmla="*/ 75784 w 75784"/>
                <a:gd name="connsiteY0" fmla="*/ 72804 h 85148"/>
                <a:gd name="connsiteX1" fmla="*/ 24936 w 75784"/>
                <a:gd name="connsiteY1" fmla="*/ 80428 h 85148"/>
                <a:gd name="connsiteX2" fmla="*/ 19528 w 75784"/>
                <a:gd name="connsiteY2" fmla="*/ 1564 h 85148"/>
                <a:gd name="connsiteX3" fmla="*/ 75784 w 75784"/>
                <a:gd name="connsiteY3" fmla="*/ 72804 h 8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784" h="85148">
                  <a:moveTo>
                    <a:pt x="75784" y="72804"/>
                  </a:moveTo>
                  <a:cubicBezTo>
                    <a:pt x="75784" y="72804"/>
                    <a:pt x="55126" y="94437"/>
                    <a:pt x="24936" y="80428"/>
                  </a:cubicBezTo>
                  <a:cubicBezTo>
                    <a:pt x="-5253" y="66420"/>
                    <a:pt x="-9198" y="15572"/>
                    <a:pt x="19528" y="1564"/>
                  </a:cubicBezTo>
                  <a:cubicBezTo>
                    <a:pt x="48299" y="-12489"/>
                    <a:pt x="75784" y="72804"/>
                    <a:pt x="75784" y="72804"/>
                  </a:cubicBezTo>
                  <a:close/>
                </a:path>
              </a:pathLst>
            </a:custGeom>
            <a:noFill/>
            <a:ln w="443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18" name="Forme libre : forme 20317">
              <a:extLst>
                <a:ext uri="{FF2B5EF4-FFF2-40B4-BE49-F238E27FC236}">
                  <a16:creationId xmlns:a16="http://schemas.microsoft.com/office/drawing/2014/main" id="{4222AC7D-4917-4CF0-A66E-CA8A4583B0BD}"/>
                </a:ext>
              </a:extLst>
            </p:cNvPr>
            <p:cNvSpPr/>
            <p:nvPr/>
          </p:nvSpPr>
          <p:spPr>
            <a:xfrm>
              <a:off x="4982819" y="2153864"/>
              <a:ext cx="93806" cy="91650"/>
            </a:xfrm>
            <a:custGeom>
              <a:avLst/>
              <a:gdLst>
                <a:gd name="connsiteX0" fmla="*/ 91219 w 93806"/>
                <a:gd name="connsiteY0" fmla="*/ 23806 h 91650"/>
                <a:gd name="connsiteX1" fmla="*/ 37667 w 93806"/>
                <a:gd name="connsiteY1" fmla="*/ 91632 h 91650"/>
                <a:gd name="connsiteX2" fmla="*/ 19004 w 93806"/>
                <a:gd name="connsiteY2" fmla="*/ 0 h 91650"/>
                <a:gd name="connsiteX3" fmla="*/ 91219 w 93806"/>
                <a:gd name="connsiteY3" fmla="*/ 23806 h 9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806" h="91650">
                  <a:moveTo>
                    <a:pt x="91219" y="23806"/>
                  </a:moveTo>
                  <a:cubicBezTo>
                    <a:pt x="91219" y="23806"/>
                    <a:pt x="111656" y="89371"/>
                    <a:pt x="37667" y="91632"/>
                  </a:cubicBezTo>
                  <a:cubicBezTo>
                    <a:pt x="-2851" y="92873"/>
                    <a:pt x="-13180" y="31431"/>
                    <a:pt x="19004" y="0"/>
                  </a:cubicBezTo>
                  <a:lnTo>
                    <a:pt x="91219" y="23806"/>
                  </a:lnTo>
                  <a:close/>
                </a:path>
              </a:pathLst>
            </a:custGeom>
            <a:solidFill>
              <a:srgbClr val="F9CEBB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19" name="Forme libre : forme 20318">
              <a:extLst>
                <a:ext uri="{FF2B5EF4-FFF2-40B4-BE49-F238E27FC236}">
                  <a16:creationId xmlns:a16="http://schemas.microsoft.com/office/drawing/2014/main" id="{53D3651F-7717-4E7E-936D-2FA134E3D2BE}"/>
                </a:ext>
              </a:extLst>
            </p:cNvPr>
            <p:cNvSpPr/>
            <p:nvPr/>
          </p:nvSpPr>
          <p:spPr>
            <a:xfrm>
              <a:off x="4982819" y="2153864"/>
              <a:ext cx="93806" cy="91650"/>
            </a:xfrm>
            <a:custGeom>
              <a:avLst/>
              <a:gdLst>
                <a:gd name="connsiteX0" fmla="*/ 91219 w 93806"/>
                <a:gd name="connsiteY0" fmla="*/ 23806 h 91650"/>
                <a:gd name="connsiteX1" fmla="*/ 37667 w 93806"/>
                <a:gd name="connsiteY1" fmla="*/ 91632 h 91650"/>
                <a:gd name="connsiteX2" fmla="*/ 19004 w 93806"/>
                <a:gd name="connsiteY2" fmla="*/ 0 h 91650"/>
                <a:gd name="connsiteX3" fmla="*/ 91219 w 93806"/>
                <a:gd name="connsiteY3" fmla="*/ 23806 h 9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806" h="91650">
                  <a:moveTo>
                    <a:pt x="91219" y="23806"/>
                  </a:moveTo>
                  <a:cubicBezTo>
                    <a:pt x="91219" y="23806"/>
                    <a:pt x="111656" y="89371"/>
                    <a:pt x="37667" y="91632"/>
                  </a:cubicBezTo>
                  <a:cubicBezTo>
                    <a:pt x="-2851" y="92873"/>
                    <a:pt x="-13180" y="31431"/>
                    <a:pt x="19004" y="0"/>
                  </a:cubicBezTo>
                  <a:lnTo>
                    <a:pt x="91219" y="23806"/>
                  </a:lnTo>
                  <a:close/>
                </a:path>
              </a:pathLst>
            </a:custGeom>
            <a:solidFill>
              <a:srgbClr val="8DE0E0">
                <a:alpha val="50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20" name="Forme libre : forme 20319">
              <a:extLst>
                <a:ext uri="{FF2B5EF4-FFF2-40B4-BE49-F238E27FC236}">
                  <a16:creationId xmlns:a16="http://schemas.microsoft.com/office/drawing/2014/main" id="{A630E68C-3A1C-479D-A996-414C69F182C9}"/>
                </a:ext>
              </a:extLst>
            </p:cNvPr>
            <p:cNvSpPr/>
            <p:nvPr/>
          </p:nvSpPr>
          <p:spPr>
            <a:xfrm>
              <a:off x="4982819" y="2153864"/>
              <a:ext cx="93806" cy="91650"/>
            </a:xfrm>
            <a:custGeom>
              <a:avLst/>
              <a:gdLst>
                <a:gd name="connsiteX0" fmla="*/ 91219 w 93806"/>
                <a:gd name="connsiteY0" fmla="*/ 23806 h 91650"/>
                <a:gd name="connsiteX1" fmla="*/ 37667 w 93806"/>
                <a:gd name="connsiteY1" fmla="*/ 91632 h 91650"/>
                <a:gd name="connsiteX2" fmla="*/ 19004 w 93806"/>
                <a:gd name="connsiteY2" fmla="*/ 0 h 91650"/>
                <a:gd name="connsiteX3" fmla="*/ 91219 w 93806"/>
                <a:gd name="connsiteY3" fmla="*/ 23806 h 9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806" h="91650">
                  <a:moveTo>
                    <a:pt x="91219" y="23806"/>
                  </a:moveTo>
                  <a:cubicBezTo>
                    <a:pt x="91219" y="23806"/>
                    <a:pt x="111656" y="89371"/>
                    <a:pt x="37667" y="91632"/>
                  </a:cubicBezTo>
                  <a:cubicBezTo>
                    <a:pt x="-2851" y="92873"/>
                    <a:pt x="-13180" y="31431"/>
                    <a:pt x="19004" y="0"/>
                  </a:cubicBezTo>
                  <a:lnTo>
                    <a:pt x="91219" y="23806"/>
                  </a:lnTo>
                  <a:close/>
                </a:path>
              </a:pathLst>
            </a:custGeom>
            <a:noFill/>
            <a:ln w="443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21" name="Forme libre : forme 20320">
              <a:extLst>
                <a:ext uri="{FF2B5EF4-FFF2-40B4-BE49-F238E27FC236}">
                  <a16:creationId xmlns:a16="http://schemas.microsoft.com/office/drawing/2014/main" id="{8037F66B-E0D9-47CF-9702-603B75EFCB0F}"/>
                </a:ext>
              </a:extLst>
            </p:cNvPr>
            <p:cNvSpPr/>
            <p:nvPr/>
          </p:nvSpPr>
          <p:spPr>
            <a:xfrm>
              <a:off x="4989853" y="2010113"/>
              <a:ext cx="144209" cy="135150"/>
            </a:xfrm>
            <a:custGeom>
              <a:avLst/>
              <a:gdLst>
                <a:gd name="connsiteX0" fmla="*/ 0 w 144209"/>
                <a:gd name="connsiteY0" fmla="*/ 75791 h 135150"/>
                <a:gd name="connsiteX1" fmla="*/ 54527 w 144209"/>
                <a:gd name="connsiteY1" fmla="*/ 6502 h 135150"/>
                <a:gd name="connsiteX2" fmla="*/ 141859 w 144209"/>
                <a:gd name="connsiteY2" fmla="*/ 88337 h 135150"/>
                <a:gd name="connsiteX3" fmla="*/ 108700 w 144209"/>
                <a:gd name="connsiteY3" fmla="*/ 135151 h 135150"/>
                <a:gd name="connsiteX4" fmla="*/ 0 w 144209"/>
                <a:gd name="connsiteY4" fmla="*/ 75791 h 13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209" h="135150">
                  <a:moveTo>
                    <a:pt x="0" y="75791"/>
                  </a:moveTo>
                  <a:cubicBezTo>
                    <a:pt x="0" y="74683"/>
                    <a:pt x="10329" y="19402"/>
                    <a:pt x="54527" y="6502"/>
                  </a:cubicBezTo>
                  <a:cubicBezTo>
                    <a:pt x="98769" y="-6398"/>
                    <a:pt x="156621" y="-9324"/>
                    <a:pt x="141859" y="88337"/>
                  </a:cubicBezTo>
                  <a:lnTo>
                    <a:pt x="108700" y="135151"/>
                  </a:lnTo>
                  <a:lnTo>
                    <a:pt x="0" y="75791"/>
                  </a:lnTo>
                  <a:close/>
                </a:path>
              </a:pathLst>
            </a:custGeom>
            <a:solidFill>
              <a:srgbClr val="F9CEBB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22" name="Forme libre : forme 20321">
              <a:extLst>
                <a:ext uri="{FF2B5EF4-FFF2-40B4-BE49-F238E27FC236}">
                  <a16:creationId xmlns:a16="http://schemas.microsoft.com/office/drawing/2014/main" id="{EFC98DF6-9DFE-4F51-8C1D-5654D079E07B}"/>
                </a:ext>
              </a:extLst>
            </p:cNvPr>
            <p:cNvSpPr/>
            <p:nvPr/>
          </p:nvSpPr>
          <p:spPr>
            <a:xfrm>
              <a:off x="4989853" y="2010113"/>
              <a:ext cx="144209" cy="135150"/>
            </a:xfrm>
            <a:custGeom>
              <a:avLst/>
              <a:gdLst>
                <a:gd name="connsiteX0" fmla="*/ 0 w 144209"/>
                <a:gd name="connsiteY0" fmla="*/ 75791 h 135150"/>
                <a:gd name="connsiteX1" fmla="*/ 54527 w 144209"/>
                <a:gd name="connsiteY1" fmla="*/ 6502 h 135150"/>
                <a:gd name="connsiteX2" fmla="*/ 141859 w 144209"/>
                <a:gd name="connsiteY2" fmla="*/ 88337 h 135150"/>
                <a:gd name="connsiteX3" fmla="*/ 108700 w 144209"/>
                <a:gd name="connsiteY3" fmla="*/ 135151 h 135150"/>
                <a:gd name="connsiteX4" fmla="*/ 0 w 144209"/>
                <a:gd name="connsiteY4" fmla="*/ 75791 h 13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209" h="135150">
                  <a:moveTo>
                    <a:pt x="0" y="75791"/>
                  </a:moveTo>
                  <a:cubicBezTo>
                    <a:pt x="0" y="74683"/>
                    <a:pt x="10329" y="19402"/>
                    <a:pt x="54527" y="6502"/>
                  </a:cubicBezTo>
                  <a:cubicBezTo>
                    <a:pt x="98769" y="-6398"/>
                    <a:pt x="156621" y="-9324"/>
                    <a:pt x="141859" y="88337"/>
                  </a:cubicBezTo>
                  <a:lnTo>
                    <a:pt x="108700" y="135151"/>
                  </a:lnTo>
                  <a:lnTo>
                    <a:pt x="0" y="75791"/>
                  </a:lnTo>
                  <a:close/>
                </a:path>
              </a:pathLst>
            </a:custGeom>
            <a:solidFill>
              <a:srgbClr val="8DE0E0">
                <a:alpha val="50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23" name="Forme libre : forme 20322">
              <a:extLst>
                <a:ext uri="{FF2B5EF4-FFF2-40B4-BE49-F238E27FC236}">
                  <a16:creationId xmlns:a16="http://schemas.microsoft.com/office/drawing/2014/main" id="{342CC050-D914-4794-99C8-949678C40155}"/>
                </a:ext>
              </a:extLst>
            </p:cNvPr>
            <p:cNvSpPr/>
            <p:nvPr/>
          </p:nvSpPr>
          <p:spPr>
            <a:xfrm>
              <a:off x="4987770" y="2071098"/>
              <a:ext cx="175014" cy="116158"/>
            </a:xfrm>
            <a:custGeom>
              <a:avLst/>
              <a:gdLst>
                <a:gd name="connsiteX0" fmla="*/ 108389 w 175014"/>
                <a:gd name="connsiteY0" fmla="*/ 57453 h 116158"/>
                <a:gd name="connsiteX1" fmla="*/ 14541 w 175014"/>
                <a:gd name="connsiteY1" fmla="*/ 63615 h 116158"/>
                <a:gd name="connsiteX2" fmla="*/ 0 w 175014"/>
                <a:gd name="connsiteY2" fmla="*/ 58872 h 116158"/>
                <a:gd name="connsiteX3" fmla="*/ 101740 w 175014"/>
                <a:gd name="connsiteY3" fmla="*/ 112024 h 116158"/>
                <a:gd name="connsiteX4" fmla="*/ 146336 w 175014"/>
                <a:gd name="connsiteY4" fmla="*/ 0 h 116158"/>
                <a:gd name="connsiteX5" fmla="*/ 143987 w 175014"/>
                <a:gd name="connsiteY5" fmla="*/ 27397 h 116158"/>
                <a:gd name="connsiteX6" fmla="*/ 108389 w 175014"/>
                <a:gd name="connsiteY6" fmla="*/ 57453 h 11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014" h="116158">
                  <a:moveTo>
                    <a:pt x="108389" y="57453"/>
                  </a:moveTo>
                  <a:cubicBezTo>
                    <a:pt x="98060" y="65566"/>
                    <a:pt x="72525" y="79086"/>
                    <a:pt x="14541" y="63615"/>
                  </a:cubicBezTo>
                  <a:cubicBezTo>
                    <a:pt x="9354" y="62241"/>
                    <a:pt x="4522" y="60645"/>
                    <a:pt x="0" y="58872"/>
                  </a:cubicBezTo>
                  <a:cubicBezTo>
                    <a:pt x="0" y="58872"/>
                    <a:pt x="4211" y="134367"/>
                    <a:pt x="101740" y="112024"/>
                  </a:cubicBezTo>
                  <a:cubicBezTo>
                    <a:pt x="194657" y="90701"/>
                    <a:pt x="186766" y="975"/>
                    <a:pt x="146336" y="0"/>
                  </a:cubicBezTo>
                  <a:cubicBezTo>
                    <a:pt x="146292" y="8113"/>
                    <a:pt x="145539" y="17200"/>
                    <a:pt x="143987" y="27397"/>
                  </a:cubicBezTo>
                  <a:cubicBezTo>
                    <a:pt x="143987" y="27352"/>
                    <a:pt x="115748" y="50050"/>
                    <a:pt x="108389" y="57453"/>
                  </a:cubicBezTo>
                  <a:close/>
                </a:path>
              </a:pathLst>
            </a:custGeom>
            <a:solidFill>
              <a:srgbClr val="F9CEBB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24" name="Forme libre : forme 20323">
              <a:extLst>
                <a:ext uri="{FF2B5EF4-FFF2-40B4-BE49-F238E27FC236}">
                  <a16:creationId xmlns:a16="http://schemas.microsoft.com/office/drawing/2014/main" id="{3156B9B9-9A74-4D98-A85B-7966E5A84AD8}"/>
                </a:ext>
              </a:extLst>
            </p:cNvPr>
            <p:cNvSpPr/>
            <p:nvPr/>
          </p:nvSpPr>
          <p:spPr>
            <a:xfrm>
              <a:off x="4987770" y="2071098"/>
              <a:ext cx="175014" cy="116158"/>
            </a:xfrm>
            <a:custGeom>
              <a:avLst/>
              <a:gdLst>
                <a:gd name="connsiteX0" fmla="*/ 108389 w 175014"/>
                <a:gd name="connsiteY0" fmla="*/ 57453 h 116158"/>
                <a:gd name="connsiteX1" fmla="*/ 14541 w 175014"/>
                <a:gd name="connsiteY1" fmla="*/ 63615 h 116158"/>
                <a:gd name="connsiteX2" fmla="*/ 0 w 175014"/>
                <a:gd name="connsiteY2" fmla="*/ 58872 h 116158"/>
                <a:gd name="connsiteX3" fmla="*/ 101740 w 175014"/>
                <a:gd name="connsiteY3" fmla="*/ 112024 h 116158"/>
                <a:gd name="connsiteX4" fmla="*/ 146336 w 175014"/>
                <a:gd name="connsiteY4" fmla="*/ 0 h 116158"/>
                <a:gd name="connsiteX5" fmla="*/ 143987 w 175014"/>
                <a:gd name="connsiteY5" fmla="*/ 27397 h 116158"/>
                <a:gd name="connsiteX6" fmla="*/ 108389 w 175014"/>
                <a:gd name="connsiteY6" fmla="*/ 57453 h 11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014" h="116158">
                  <a:moveTo>
                    <a:pt x="108389" y="57453"/>
                  </a:moveTo>
                  <a:cubicBezTo>
                    <a:pt x="98060" y="65566"/>
                    <a:pt x="72525" y="79086"/>
                    <a:pt x="14541" y="63615"/>
                  </a:cubicBezTo>
                  <a:cubicBezTo>
                    <a:pt x="9354" y="62241"/>
                    <a:pt x="4522" y="60645"/>
                    <a:pt x="0" y="58872"/>
                  </a:cubicBezTo>
                  <a:cubicBezTo>
                    <a:pt x="0" y="58872"/>
                    <a:pt x="4211" y="134367"/>
                    <a:pt x="101740" y="112024"/>
                  </a:cubicBezTo>
                  <a:cubicBezTo>
                    <a:pt x="194657" y="90701"/>
                    <a:pt x="186766" y="975"/>
                    <a:pt x="146336" y="0"/>
                  </a:cubicBezTo>
                  <a:cubicBezTo>
                    <a:pt x="146292" y="8113"/>
                    <a:pt x="145539" y="17200"/>
                    <a:pt x="143987" y="27397"/>
                  </a:cubicBezTo>
                  <a:cubicBezTo>
                    <a:pt x="143987" y="27352"/>
                    <a:pt x="115748" y="50050"/>
                    <a:pt x="108389" y="57453"/>
                  </a:cubicBezTo>
                  <a:close/>
                </a:path>
              </a:pathLst>
            </a:custGeom>
            <a:solidFill>
              <a:srgbClr val="8DE0E0">
                <a:alpha val="50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25" name="Forme libre : forme 20324">
              <a:extLst>
                <a:ext uri="{FF2B5EF4-FFF2-40B4-BE49-F238E27FC236}">
                  <a16:creationId xmlns:a16="http://schemas.microsoft.com/office/drawing/2014/main" id="{F29AFCB2-D230-4476-AD18-CFDDAE25C705}"/>
                </a:ext>
              </a:extLst>
            </p:cNvPr>
            <p:cNvSpPr/>
            <p:nvPr/>
          </p:nvSpPr>
          <p:spPr>
            <a:xfrm>
              <a:off x="4987770" y="2071098"/>
              <a:ext cx="175014" cy="116158"/>
            </a:xfrm>
            <a:custGeom>
              <a:avLst/>
              <a:gdLst>
                <a:gd name="connsiteX0" fmla="*/ 108389 w 175014"/>
                <a:gd name="connsiteY0" fmla="*/ 57453 h 116158"/>
                <a:gd name="connsiteX1" fmla="*/ 14541 w 175014"/>
                <a:gd name="connsiteY1" fmla="*/ 63615 h 116158"/>
                <a:gd name="connsiteX2" fmla="*/ 0 w 175014"/>
                <a:gd name="connsiteY2" fmla="*/ 58872 h 116158"/>
                <a:gd name="connsiteX3" fmla="*/ 101740 w 175014"/>
                <a:gd name="connsiteY3" fmla="*/ 112024 h 116158"/>
                <a:gd name="connsiteX4" fmla="*/ 146336 w 175014"/>
                <a:gd name="connsiteY4" fmla="*/ 0 h 116158"/>
                <a:gd name="connsiteX5" fmla="*/ 143987 w 175014"/>
                <a:gd name="connsiteY5" fmla="*/ 27397 h 116158"/>
                <a:gd name="connsiteX6" fmla="*/ 108389 w 175014"/>
                <a:gd name="connsiteY6" fmla="*/ 57453 h 11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014" h="116158">
                  <a:moveTo>
                    <a:pt x="108389" y="57453"/>
                  </a:moveTo>
                  <a:cubicBezTo>
                    <a:pt x="98060" y="65566"/>
                    <a:pt x="72525" y="79086"/>
                    <a:pt x="14541" y="63615"/>
                  </a:cubicBezTo>
                  <a:cubicBezTo>
                    <a:pt x="9354" y="62241"/>
                    <a:pt x="4522" y="60645"/>
                    <a:pt x="0" y="58872"/>
                  </a:cubicBezTo>
                  <a:cubicBezTo>
                    <a:pt x="0" y="58872"/>
                    <a:pt x="4211" y="134367"/>
                    <a:pt x="101740" y="112024"/>
                  </a:cubicBezTo>
                  <a:cubicBezTo>
                    <a:pt x="194657" y="90701"/>
                    <a:pt x="186766" y="975"/>
                    <a:pt x="146336" y="0"/>
                  </a:cubicBezTo>
                  <a:cubicBezTo>
                    <a:pt x="146292" y="8113"/>
                    <a:pt x="145539" y="17200"/>
                    <a:pt x="143987" y="27397"/>
                  </a:cubicBezTo>
                  <a:cubicBezTo>
                    <a:pt x="143987" y="27352"/>
                    <a:pt x="115748" y="50050"/>
                    <a:pt x="108389" y="57453"/>
                  </a:cubicBezTo>
                  <a:close/>
                </a:path>
              </a:pathLst>
            </a:custGeom>
            <a:noFill/>
            <a:ln w="443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26" name="Forme libre : forme 20325">
              <a:extLst>
                <a:ext uri="{FF2B5EF4-FFF2-40B4-BE49-F238E27FC236}">
                  <a16:creationId xmlns:a16="http://schemas.microsoft.com/office/drawing/2014/main" id="{76BE78FF-5A9B-448C-91AF-BA09F32E89DE}"/>
                </a:ext>
              </a:extLst>
            </p:cNvPr>
            <p:cNvSpPr/>
            <p:nvPr/>
          </p:nvSpPr>
          <p:spPr>
            <a:xfrm>
              <a:off x="4943072" y="2025206"/>
              <a:ext cx="153042" cy="116588"/>
            </a:xfrm>
            <a:custGeom>
              <a:avLst/>
              <a:gdLst>
                <a:gd name="connsiteX0" fmla="*/ 50638 w 153042"/>
                <a:gd name="connsiteY0" fmla="*/ 46513 h 116588"/>
                <a:gd name="connsiteX1" fmla="*/ 81138 w 153042"/>
                <a:gd name="connsiteY1" fmla="*/ 1561 h 116588"/>
                <a:gd name="connsiteX2" fmla="*/ 14242 w 153042"/>
                <a:gd name="connsiteY2" fmla="*/ 22264 h 116588"/>
                <a:gd name="connsiteX3" fmla="*/ 59194 w 153042"/>
                <a:gd name="connsiteY3" fmla="*/ 109507 h 116588"/>
                <a:gd name="connsiteX4" fmla="*/ 153043 w 153042"/>
                <a:gd name="connsiteY4" fmla="*/ 103345 h 116588"/>
                <a:gd name="connsiteX5" fmla="*/ 50638 w 153042"/>
                <a:gd name="connsiteY5" fmla="*/ 46513 h 116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42" h="116588">
                  <a:moveTo>
                    <a:pt x="50638" y="46513"/>
                  </a:moveTo>
                  <a:cubicBezTo>
                    <a:pt x="55160" y="33435"/>
                    <a:pt x="64292" y="14196"/>
                    <a:pt x="81138" y="1561"/>
                  </a:cubicBezTo>
                  <a:cubicBezTo>
                    <a:pt x="81138" y="1561"/>
                    <a:pt x="43501" y="-8458"/>
                    <a:pt x="14242" y="22264"/>
                  </a:cubicBezTo>
                  <a:cubicBezTo>
                    <a:pt x="-15016" y="52985"/>
                    <a:pt x="1209" y="93991"/>
                    <a:pt x="59194" y="109507"/>
                  </a:cubicBezTo>
                  <a:cubicBezTo>
                    <a:pt x="117179" y="124979"/>
                    <a:pt x="142713" y="111458"/>
                    <a:pt x="153043" y="103345"/>
                  </a:cubicBezTo>
                  <a:cubicBezTo>
                    <a:pt x="153087" y="103345"/>
                    <a:pt x="136153" y="70496"/>
                    <a:pt x="50638" y="46513"/>
                  </a:cubicBezTo>
                  <a:close/>
                </a:path>
              </a:pathLst>
            </a:custGeom>
            <a:solidFill>
              <a:srgbClr val="F9CEBB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27" name="Forme libre : forme 20326">
              <a:extLst>
                <a:ext uri="{FF2B5EF4-FFF2-40B4-BE49-F238E27FC236}">
                  <a16:creationId xmlns:a16="http://schemas.microsoft.com/office/drawing/2014/main" id="{8D8D38C3-E5D6-44DE-A01E-93B58B82DFE1}"/>
                </a:ext>
              </a:extLst>
            </p:cNvPr>
            <p:cNvSpPr/>
            <p:nvPr/>
          </p:nvSpPr>
          <p:spPr>
            <a:xfrm>
              <a:off x="4942540" y="2025383"/>
              <a:ext cx="153042" cy="116588"/>
            </a:xfrm>
            <a:custGeom>
              <a:avLst/>
              <a:gdLst>
                <a:gd name="connsiteX0" fmla="*/ 50638 w 153042"/>
                <a:gd name="connsiteY0" fmla="*/ 46513 h 116588"/>
                <a:gd name="connsiteX1" fmla="*/ 81138 w 153042"/>
                <a:gd name="connsiteY1" fmla="*/ 1561 h 116588"/>
                <a:gd name="connsiteX2" fmla="*/ 14242 w 153042"/>
                <a:gd name="connsiteY2" fmla="*/ 22264 h 116588"/>
                <a:gd name="connsiteX3" fmla="*/ 59194 w 153042"/>
                <a:gd name="connsiteY3" fmla="*/ 109507 h 116588"/>
                <a:gd name="connsiteX4" fmla="*/ 153043 w 153042"/>
                <a:gd name="connsiteY4" fmla="*/ 103345 h 116588"/>
                <a:gd name="connsiteX5" fmla="*/ 50638 w 153042"/>
                <a:gd name="connsiteY5" fmla="*/ 46513 h 116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42" h="116588">
                  <a:moveTo>
                    <a:pt x="50638" y="46513"/>
                  </a:moveTo>
                  <a:cubicBezTo>
                    <a:pt x="55160" y="33435"/>
                    <a:pt x="64292" y="14196"/>
                    <a:pt x="81138" y="1561"/>
                  </a:cubicBezTo>
                  <a:cubicBezTo>
                    <a:pt x="81138" y="1561"/>
                    <a:pt x="43501" y="-8458"/>
                    <a:pt x="14242" y="22264"/>
                  </a:cubicBezTo>
                  <a:cubicBezTo>
                    <a:pt x="-15016" y="52985"/>
                    <a:pt x="1209" y="93991"/>
                    <a:pt x="59194" y="109507"/>
                  </a:cubicBezTo>
                  <a:cubicBezTo>
                    <a:pt x="117179" y="124979"/>
                    <a:pt x="142713" y="111458"/>
                    <a:pt x="153043" y="103345"/>
                  </a:cubicBezTo>
                  <a:cubicBezTo>
                    <a:pt x="153087" y="103345"/>
                    <a:pt x="136152" y="70540"/>
                    <a:pt x="50638" y="46513"/>
                  </a:cubicBezTo>
                  <a:close/>
                </a:path>
              </a:pathLst>
            </a:custGeom>
            <a:solidFill>
              <a:srgbClr val="8DE0E0">
                <a:alpha val="50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28" name="Forme libre : forme 20327">
              <a:extLst>
                <a:ext uri="{FF2B5EF4-FFF2-40B4-BE49-F238E27FC236}">
                  <a16:creationId xmlns:a16="http://schemas.microsoft.com/office/drawing/2014/main" id="{3FF76EF9-6B66-48B1-A923-896215AA0E94}"/>
                </a:ext>
              </a:extLst>
            </p:cNvPr>
            <p:cNvSpPr/>
            <p:nvPr/>
          </p:nvSpPr>
          <p:spPr>
            <a:xfrm>
              <a:off x="4943072" y="2025206"/>
              <a:ext cx="153042" cy="116588"/>
            </a:xfrm>
            <a:custGeom>
              <a:avLst/>
              <a:gdLst>
                <a:gd name="connsiteX0" fmla="*/ 50638 w 153042"/>
                <a:gd name="connsiteY0" fmla="*/ 46513 h 116588"/>
                <a:gd name="connsiteX1" fmla="*/ 81138 w 153042"/>
                <a:gd name="connsiteY1" fmla="*/ 1561 h 116588"/>
                <a:gd name="connsiteX2" fmla="*/ 14242 w 153042"/>
                <a:gd name="connsiteY2" fmla="*/ 22264 h 116588"/>
                <a:gd name="connsiteX3" fmla="*/ 59194 w 153042"/>
                <a:gd name="connsiteY3" fmla="*/ 109507 h 116588"/>
                <a:gd name="connsiteX4" fmla="*/ 153043 w 153042"/>
                <a:gd name="connsiteY4" fmla="*/ 103345 h 116588"/>
                <a:gd name="connsiteX5" fmla="*/ 50638 w 153042"/>
                <a:gd name="connsiteY5" fmla="*/ 46513 h 116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42" h="116588">
                  <a:moveTo>
                    <a:pt x="50638" y="46513"/>
                  </a:moveTo>
                  <a:cubicBezTo>
                    <a:pt x="55160" y="33435"/>
                    <a:pt x="64292" y="14196"/>
                    <a:pt x="81138" y="1561"/>
                  </a:cubicBezTo>
                  <a:cubicBezTo>
                    <a:pt x="81138" y="1561"/>
                    <a:pt x="43501" y="-8458"/>
                    <a:pt x="14242" y="22264"/>
                  </a:cubicBezTo>
                  <a:cubicBezTo>
                    <a:pt x="-15016" y="52985"/>
                    <a:pt x="1209" y="93991"/>
                    <a:pt x="59194" y="109507"/>
                  </a:cubicBezTo>
                  <a:cubicBezTo>
                    <a:pt x="117179" y="124979"/>
                    <a:pt x="142713" y="111458"/>
                    <a:pt x="153043" y="103345"/>
                  </a:cubicBezTo>
                  <a:cubicBezTo>
                    <a:pt x="153087" y="103345"/>
                    <a:pt x="136153" y="70496"/>
                    <a:pt x="50638" y="46513"/>
                  </a:cubicBezTo>
                  <a:close/>
                </a:path>
              </a:pathLst>
            </a:custGeom>
            <a:noFill/>
            <a:ln w="443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29" name="Forme libre : forme 20328">
              <a:extLst>
                <a:ext uri="{FF2B5EF4-FFF2-40B4-BE49-F238E27FC236}">
                  <a16:creationId xmlns:a16="http://schemas.microsoft.com/office/drawing/2014/main" id="{0E1FC2E8-9AB4-4386-A65B-AF985B43D747}"/>
                </a:ext>
              </a:extLst>
            </p:cNvPr>
            <p:cNvSpPr/>
            <p:nvPr/>
          </p:nvSpPr>
          <p:spPr>
            <a:xfrm>
              <a:off x="4993754" y="2010199"/>
              <a:ext cx="140417" cy="118352"/>
            </a:xfrm>
            <a:custGeom>
              <a:avLst/>
              <a:gdLst>
                <a:gd name="connsiteX0" fmla="*/ 102404 w 140417"/>
                <a:gd name="connsiteY0" fmla="*/ 118352 h 118352"/>
                <a:gd name="connsiteX1" fmla="*/ 102493 w 140417"/>
                <a:gd name="connsiteY1" fmla="*/ 118263 h 118352"/>
                <a:gd name="connsiteX2" fmla="*/ 138091 w 140417"/>
                <a:gd name="connsiteY2" fmla="*/ 88207 h 118352"/>
                <a:gd name="connsiteX3" fmla="*/ 50715 w 140417"/>
                <a:gd name="connsiteY3" fmla="*/ 6505 h 118352"/>
                <a:gd name="connsiteX4" fmla="*/ 30145 w 140417"/>
                <a:gd name="connsiteY4" fmla="*/ 16923 h 118352"/>
                <a:gd name="connsiteX5" fmla="*/ 24870 w 140417"/>
                <a:gd name="connsiteY5" fmla="*/ 21356 h 118352"/>
                <a:gd name="connsiteX6" fmla="*/ 24249 w 140417"/>
                <a:gd name="connsiteY6" fmla="*/ 21932 h 118352"/>
                <a:gd name="connsiteX7" fmla="*/ 19550 w 140417"/>
                <a:gd name="connsiteY7" fmla="*/ 26809 h 118352"/>
                <a:gd name="connsiteX8" fmla="*/ 19018 w 140417"/>
                <a:gd name="connsiteY8" fmla="*/ 27429 h 118352"/>
                <a:gd name="connsiteX9" fmla="*/ 14895 w 140417"/>
                <a:gd name="connsiteY9" fmla="*/ 32616 h 118352"/>
                <a:gd name="connsiteX10" fmla="*/ 14452 w 140417"/>
                <a:gd name="connsiteY10" fmla="*/ 33192 h 118352"/>
                <a:gd name="connsiteX11" fmla="*/ 10817 w 140417"/>
                <a:gd name="connsiteY11" fmla="*/ 38601 h 118352"/>
                <a:gd name="connsiteX12" fmla="*/ 10462 w 140417"/>
                <a:gd name="connsiteY12" fmla="*/ 39177 h 118352"/>
                <a:gd name="connsiteX13" fmla="*/ 7359 w 140417"/>
                <a:gd name="connsiteY13" fmla="*/ 44630 h 118352"/>
                <a:gd name="connsiteX14" fmla="*/ 7093 w 140417"/>
                <a:gd name="connsiteY14" fmla="*/ 45117 h 118352"/>
                <a:gd name="connsiteX15" fmla="*/ 4433 w 140417"/>
                <a:gd name="connsiteY15" fmla="*/ 50526 h 118352"/>
                <a:gd name="connsiteX16" fmla="*/ 4211 w 140417"/>
                <a:gd name="connsiteY16" fmla="*/ 50969 h 118352"/>
                <a:gd name="connsiteX17" fmla="*/ 1995 w 140417"/>
                <a:gd name="connsiteY17" fmla="*/ 56200 h 118352"/>
                <a:gd name="connsiteX18" fmla="*/ 1862 w 140417"/>
                <a:gd name="connsiteY18" fmla="*/ 56555 h 118352"/>
                <a:gd name="connsiteX19" fmla="*/ 44 w 140417"/>
                <a:gd name="connsiteY19" fmla="*/ 61431 h 118352"/>
                <a:gd name="connsiteX20" fmla="*/ 0 w 140417"/>
                <a:gd name="connsiteY20" fmla="*/ 61608 h 118352"/>
                <a:gd name="connsiteX21" fmla="*/ 102404 w 140417"/>
                <a:gd name="connsiteY21" fmla="*/ 118352 h 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0417" h="118352">
                  <a:moveTo>
                    <a:pt x="102404" y="118352"/>
                  </a:moveTo>
                  <a:cubicBezTo>
                    <a:pt x="102449" y="118308"/>
                    <a:pt x="102493" y="118308"/>
                    <a:pt x="102493" y="118263"/>
                  </a:cubicBezTo>
                  <a:cubicBezTo>
                    <a:pt x="109808" y="110949"/>
                    <a:pt x="137603" y="88562"/>
                    <a:pt x="138091" y="88207"/>
                  </a:cubicBezTo>
                  <a:cubicBezTo>
                    <a:pt x="152765" y="-9321"/>
                    <a:pt x="94957" y="-6395"/>
                    <a:pt x="50715" y="6505"/>
                  </a:cubicBezTo>
                  <a:cubicBezTo>
                    <a:pt x="42824" y="8810"/>
                    <a:pt x="36041" y="12490"/>
                    <a:pt x="30145" y="16923"/>
                  </a:cubicBezTo>
                  <a:cubicBezTo>
                    <a:pt x="28283" y="18341"/>
                    <a:pt x="26554" y="19804"/>
                    <a:pt x="24870" y="21356"/>
                  </a:cubicBezTo>
                  <a:cubicBezTo>
                    <a:pt x="24648" y="21533"/>
                    <a:pt x="24426" y="21755"/>
                    <a:pt x="24249" y="21932"/>
                  </a:cubicBezTo>
                  <a:cubicBezTo>
                    <a:pt x="22609" y="23484"/>
                    <a:pt x="21057" y="25124"/>
                    <a:pt x="19550" y="26809"/>
                  </a:cubicBezTo>
                  <a:cubicBezTo>
                    <a:pt x="19373" y="27030"/>
                    <a:pt x="19195" y="27208"/>
                    <a:pt x="19018" y="27429"/>
                  </a:cubicBezTo>
                  <a:cubicBezTo>
                    <a:pt x="17555" y="29114"/>
                    <a:pt x="16181" y="30843"/>
                    <a:pt x="14895" y="32616"/>
                  </a:cubicBezTo>
                  <a:cubicBezTo>
                    <a:pt x="14762" y="32793"/>
                    <a:pt x="14585" y="33015"/>
                    <a:pt x="14452" y="33192"/>
                  </a:cubicBezTo>
                  <a:cubicBezTo>
                    <a:pt x="13166" y="34966"/>
                    <a:pt x="11969" y="36783"/>
                    <a:pt x="10817" y="38601"/>
                  </a:cubicBezTo>
                  <a:cubicBezTo>
                    <a:pt x="10684" y="38778"/>
                    <a:pt x="10595" y="39000"/>
                    <a:pt x="10462" y="39177"/>
                  </a:cubicBezTo>
                  <a:cubicBezTo>
                    <a:pt x="9354" y="40995"/>
                    <a:pt x="8290" y="42812"/>
                    <a:pt x="7359" y="44630"/>
                  </a:cubicBezTo>
                  <a:cubicBezTo>
                    <a:pt x="7270" y="44807"/>
                    <a:pt x="7182" y="44984"/>
                    <a:pt x="7093" y="45117"/>
                  </a:cubicBezTo>
                  <a:cubicBezTo>
                    <a:pt x="6118" y="46935"/>
                    <a:pt x="5231" y="48753"/>
                    <a:pt x="4433" y="50526"/>
                  </a:cubicBezTo>
                  <a:cubicBezTo>
                    <a:pt x="4389" y="50659"/>
                    <a:pt x="4300" y="50792"/>
                    <a:pt x="4211" y="50969"/>
                  </a:cubicBezTo>
                  <a:cubicBezTo>
                    <a:pt x="3414" y="52742"/>
                    <a:pt x="2660" y="54515"/>
                    <a:pt x="1995" y="56200"/>
                  </a:cubicBezTo>
                  <a:cubicBezTo>
                    <a:pt x="1951" y="56333"/>
                    <a:pt x="1906" y="56422"/>
                    <a:pt x="1862" y="56555"/>
                  </a:cubicBezTo>
                  <a:cubicBezTo>
                    <a:pt x="1197" y="58239"/>
                    <a:pt x="576" y="59879"/>
                    <a:pt x="44" y="61431"/>
                  </a:cubicBezTo>
                  <a:cubicBezTo>
                    <a:pt x="44" y="61475"/>
                    <a:pt x="0" y="61520"/>
                    <a:pt x="0" y="61608"/>
                  </a:cubicBezTo>
                  <a:cubicBezTo>
                    <a:pt x="83254" y="84971"/>
                    <a:pt x="101474" y="116667"/>
                    <a:pt x="102404" y="118352"/>
                  </a:cubicBezTo>
                  <a:close/>
                </a:path>
              </a:pathLst>
            </a:custGeom>
            <a:noFill/>
            <a:ln w="443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30" name="Forme libre : forme 20329">
              <a:extLst>
                <a:ext uri="{FF2B5EF4-FFF2-40B4-BE49-F238E27FC236}">
                  <a16:creationId xmlns:a16="http://schemas.microsoft.com/office/drawing/2014/main" id="{03E9E4D9-B4AD-41B2-B24B-FB3CA8E32BBE}"/>
                </a:ext>
              </a:extLst>
            </p:cNvPr>
            <p:cNvSpPr/>
            <p:nvPr/>
          </p:nvSpPr>
          <p:spPr>
            <a:xfrm>
              <a:off x="5033652" y="1190463"/>
              <a:ext cx="13109" cy="104222"/>
            </a:xfrm>
            <a:custGeom>
              <a:avLst/>
              <a:gdLst>
                <a:gd name="connsiteX0" fmla="*/ 0 w 13109"/>
                <a:gd name="connsiteY0" fmla="*/ 0 h 104222"/>
                <a:gd name="connsiteX1" fmla="*/ 3679 w 13109"/>
                <a:gd name="connsiteY1" fmla="*/ 104222 h 104222"/>
                <a:gd name="connsiteX2" fmla="*/ 0 w 13109"/>
                <a:gd name="connsiteY2" fmla="*/ 0 h 10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09" h="104222">
                  <a:moveTo>
                    <a:pt x="0" y="0"/>
                  </a:moveTo>
                  <a:cubicBezTo>
                    <a:pt x="0" y="0"/>
                    <a:pt x="26865" y="45705"/>
                    <a:pt x="3679" y="104222"/>
                  </a:cubicBezTo>
                  <a:cubicBezTo>
                    <a:pt x="3679" y="104222"/>
                    <a:pt x="22963" y="5674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31" name="Forme libre : forme 20330">
              <a:extLst>
                <a:ext uri="{FF2B5EF4-FFF2-40B4-BE49-F238E27FC236}">
                  <a16:creationId xmlns:a16="http://schemas.microsoft.com/office/drawing/2014/main" id="{128BEA9A-AC56-4501-9A72-889700322323}"/>
                </a:ext>
              </a:extLst>
            </p:cNvPr>
            <p:cNvSpPr/>
            <p:nvPr/>
          </p:nvSpPr>
          <p:spPr>
            <a:xfrm>
              <a:off x="5050946" y="1382106"/>
              <a:ext cx="11300" cy="93627"/>
            </a:xfrm>
            <a:custGeom>
              <a:avLst/>
              <a:gdLst>
                <a:gd name="connsiteX0" fmla="*/ 2700 w 11300"/>
                <a:gd name="connsiteY0" fmla="*/ 0 h 93627"/>
                <a:gd name="connsiteX1" fmla="*/ 11300 w 11300"/>
                <a:gd name="connsiteY1" fmla="*/ 93627 h 93627"/>
                <a:gd name="connsiteX2" fmla="*/ 2700 w 11300"/>
                <a:gd name="connsiteY2" fmla="*/ 0 h 9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300" h="93627">
                  <a:moveTo>
                    <a:pt x="2700" y="0"/>
                  </a:moveTo>
                  <a:cubicBezTo>
                    <a:pt x="2700" y="0"/>
                    <a:pt x="-4171" y="50848"/>
                    <a:pt x="11300" y="93627"/>
                  </a:cubicBezTo>
                  <a:cubicBezTo>
                    <a:pt x="11300" y="93627"/>
                    <a:pt x="-6654" y="57497"/>
                    <a:pt x="2700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20332" name="Graphique 2">
              <a:extLst>
                <a:ext uri="{FF2B5EF4-FFF2-40B4-BE49-F238E27FC236}">
                  <a16:creationId xmlns:a16="http://schemas.microsoft.com/office/drawing/2014/main" id="{2214B45E-D7B4-4DAA-AD1D-ECF94FBEA58B}"/>
                </a:ext>
              </a:extLst>
            </p:cNvPr>
            <p:cNvGrpSpPr/>
            <p:nvPr/>
          </p:nvGrpSpPr>
          <p:grpSpPr>
            <a:xfrm>
              <a:off x="5544644" y="391664"/>
              <a:ext cx="475327" cy="517804"/>
              <a:chOff x="5544644" y="391664"/>
              <a:chExt cx="475327" cy="517804"/>
            </a:xfrm>
            <a:solidFill>
              <a:schemeClr val="accent1"/>
            </a:solidFill>
          </p:grpSpPr>
          <p:sp>
            <p:nvSpPr>
              <p:cNvPr id="20425" name="Forme libre : forme 20424">
                <a:extLst>
                  <a:ext uri="{FF2B5EF4-FFF2-40B4-BE49-F238E27FC236}">
                    <a16:creationId xmlns:a16="http://schemas.microsoft.com/office/drawing/2014/main" id="{03133BA3-4597-4ED7-B404-9080EAD79F5E}"/>
                  </a:ext>
                </a:extLst>
              </p:cNvPr>
              <p:cNvSpPr/>
              <p:nvPr/>
            </p:nvSpPr>
            <p:spPr>
              <a:xfrm>
                <a:off x="5544644" y="391708"/>
                <a:ext cx="475327" cy="517760"/>
              </a:xfrm>
              <a:custGeom>
                <a:avLst/>
                <a:gdLst>
                  <a:gd name="connsiteX0" fmla="*/ 37160 w 475327"/>
                  <a:gd name="connsiteY0" fmla="*/ 514860 h 517760"/>
                  <a:gd name="connsiteX1" fmla="*/ 475328 w 475327"/>
                  <a:gd name="connsiteY1" fmla="*/ 0 h 517760"/>
                  <a:gd name="connsiteX2" fmla="*/ 11 w 475327"/>
                  <a:gd name="connsiteY2" fmla="*/ 498679 h 517760"/>
                  <a:gd name="connsiteX3" fmla="*/ 37160 w 475327"/>
                  <a:gd name="connsiteY3" fmla="*/ 514860 h 517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327" h="517760">
                    <a:moveTo>
                      <a:pt x="37160" y="514860"/>
                    </a:moveTo>
                    <a:cubicBezTo>
                      <a:pt x="232172" y="193815"/>
                      <a:pt x="475328" y="0"/>
                      <a:pt x="475328" y="0"/>
                    </a:cubicBezTo>
                    <a:cubicBezTo>
                      <a:pt x="265908" y="142036"/>
                      <a:pt x="108046" y="329379"/>
                      <a:pt x="11" y="498679"/>
                    </a:cubicBezTo>
                    <a:cubicBezTo>
                      <a:pt x="-33" y="498679"/>
                      <a:pt x="-1142" y="526652"/>
                      <a:pt x="37160" y="514860"/>
                    </a:cubicBezTo>
                    <a:close/>
                  </a:path>
                </a:pathLst>
              </a:custGeom>
              <a:solidFill>
                <a:srgbClr val="753A2E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26" name="Forme libre : forme 20425">
                <a:extLst>
                  <a:ext uri="{FF2B5EF4-FFF2-40B4-BE49-F238E27FC236}">
                    <a16:creationId xmlns:a16="http://schemas.microsoft.com/office/drawing/2014/main" id="{70DF6E71-D412-421C-B781-ADC55C13F383}"/>
                  </a:ext>
                </a:extLst>
              </p:cNvPr>
              <p:cNvSpPr/>
              <p:nvPr/>
            </p:nvSpPr>
            <p:spPr>
              <a:xfrm>
                <a:off x="5551172" y="478685"/>
                <a:ext cx="358726" cy="412765"/>
              </a:xfrm>
              <a:custGeom>
                <a:avLst/>
                <a:gdLst>
                  <a:gd name="connsiteX0" fmla="*/ 0 w 358726"/>
                  <a:gd name="connsiteY0" fmla="*/ 412766 h 412765"/>
                  <a:gd name="connsiteX1" fmla="*/ 358726 w 358726"/>
                  <a:gd name="connsiteY1" fmla="*/ 0 h 412765"/>
                  <a:gd name="connsiteX2" fmla="*/ 0 w 358726"/>
                  <a:gd name="connsiteY2" fmla="*/ 412766 h 412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8726" h="412765">
                    <a:moveTo>
                      <a:pt x="0" y="412766"/>
                    </a:moveTo>
                    <a:cubicBezTo>
                      <a:pt x="0" y="412766"/>
                      <a:pt x="140041" y="183264"/>
                      <a:pt x="358726" y="0"/>
                    </a:cubicBezTo>
                    <a:cubicBezTo>
                      <a:pt x="358726" y="0"/>
                      <a:pt x="205873" y="122841"/>
                      <a:pt x="0" y="41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27" name="Forme libre : forme 20426">
                <a:extLst>
                  <a:ext uri="{FF2B5EF4-FFF2-40B4-BE49-F238E27FC236}">
                    <a16:creationId xmlns:a16="http://schemas.microsoft.com/office/drawing/2014/main" id="{6A41120C-34E9-4F52-A77B-D37C04AE9D83}"/>
                  </a:ext>
                </a:extLst>
              </p:cNvPr>
              <p:cNvSpPr/>
              <p:nvPr/>
            </p:nvSpPr>
            <p:spPr>
              <a:xfrm>
                <a:off x="5569215" y="391664"/>
                <a:ext cx="450757" cy="517564"/>
              </a:xfrm>
              <a:custGeom>
                <a:avLst/>
                <a:gdLst>
                  <a:gd name="connsiteX0" fmla="*/ 410283 w 450757"/>
                  <a:gd name="connsiteY0" fmla="*/ 28505 h 517564"/>
                  <a:gd name="connsiteX1" fmla="*/ 0 w 450757"/>
                  <a:gd name="connsiteY1" fmla="*/ 517564 h 517564"/>
                  <a:gd name="connsiteX2" fmla="*/ 12590 w 450757"/>
                  <a:gd name="connsiteY2" fmla="*/ 514860 h 517564"/>
                  <a:gd name="connsiteX3" fmla="*/ 450757 w 450757"/>
                  <a:gd name="connsiteY3" fmla="*/ 0 h 517564"/>
                  <a:gd name="connsiteX4" fmla="*/ 410283 w 450757"/>
                  <a:gd name="connsiteY4" fmla="*/ 28505 h 517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0757" h="517564">
                    <a:moveTo>
                      <a:pt x="410283" y="28505"/>
                    </a:moveTo>
                    <a:cubicBezTo>
                      <a:pt x="343787" y="86445"/>
                      <a:pt x="156843" y="260932"/>
                      <a:pt x="0" y="517564"/>
                    </a:cubicBezTo>
                    <a:cubicBezTo>
                      <a:pt x="3635" y="517209"/>
                      <a:pt x="7802" y="516367"/>
                      <a:pt x="12590" y="514860"/>
                    </a:cubicBezTo>
                    <a:cubicBezTo>
                      <a:pt x="207602" y="193815"/>
                      <a:pt x="450757" y="0"/>
                      <a:pt x="450757" y="0"/>
                    </a:cubicBezTo>
                    <a:cubicBezTo>
                      <a:pt x="437015" y="9354"/>
                      <a:pt x="423538" y="18841"/>
                      <a:pt x="410283" y="28505"/>
                    </a:cubicBezTo>
                    <a:close/>
                  </a:path>
                </a:pathLst>
              </a:custGeom>
              <a:solidFill>
                <a:srgbClr val="632E26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28" name="Forme libre : forme 20427">
                <a:extLst>
                  <a:ext uri="{FF2B5EF4-FFF2-40B4-BE49-F238E27FC236}">
                    <a16:creationId xmlns:a16="http://schemas.microsoft.com/office/drawing/2014/main" id="{FF732BA1-833F-40E7-B005-6AA817B3A1A5}"/>
                  </a:ext>
                </a:extLst>
              </p:cNvPr>
              <p:cNvSpPr/>
              <p:nvPr/>
            </p:nvSpPr>
            <p:spPr>
              <a:xfrm>
                <a:off x="5544644" y="391708"/>
                <a:ext cx="475327" cy="517760"/>
              </a:xfrm>
              <a:custGeom>
                <a:avLst/>
                <a:gdLst>
                  <a:gd name="connsiteX0" fmla="*/ 37160 w 475327"/>
                  <a:gd name="connsiteY0" fmla="*/ 514860 h 517760"/>
                  <a:gd name="connsiteX1" fmla="*/ 475328 w 475327"/>
                  <a:gd name="connsiteY1" fmla="*/ 0 h 517760"/>
                  <a:gd name="connsiteX2" fmla="*/ 11 w 475327"/>
                  <a:gd name="connsiteY2" fmla="*/ 498679 h 517760"/>
                  <a:gd name="connsiteX3" fmla="*/ 37160 w 475327"/>
                  <a:gd name="connsiteY3" fmla="*/ 514860 h 517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327" h="517760">
                    <a:moveTo>
                      <a:pt x="37160" y="514860"/>
                    </a:moveTo>
                    <a:cubicBezTo>
                      <a:pt x="232172" y="193815"/>
                      <a:pt x="475328" y="0"/>
                      <a:pt x="475328" y="0"/>
                    </a:cubicBezTo>
                    <a:cubicBezTo>
                      <a:pt x="265908" y="142036"/>
                      <a:pt x="108046" y="329379"/>
                      <a:pt x="11" y="498679"/>
                    </a:cubicBezTo>
                    <a:cubicBezTo>
                      <a:pt x="-33" y="498679"/>
                      <a:pt x="-1142" y="526652"/>
                      <a:pt x="37160" y="514860"/>
                    </a:cubicBezTo>
                    <a:close/>
                  </a:path>
                </a:pathLst>
              </a:custGeom>
              <a:noFill/>
              <a:ln w="3323" cap="rnd">
                <a:solidFill>
                  <a:srgbClr val="333333"/>
                </a:solidFill>
                <a:prstDash val="solid"/>
                <a:round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0333" name="Graphique 2">
              <a:extLst>
                <a:ext uri="{FF2B5EF4-FFF2-40B4-BE49-F238E27FC236}">
                  <a16:creationId xmlns:a16="http://schemas.microsoft.com/office/drawing/2014/main" id="{D64BB7F0-2EDC-479F-B085-B811C077D084}"/>
                </a:ext>
              </a:extLst>
            </p:cNvPr>
            <p:cNvGrpSpPr/>
            <p:nvPr/>
          </p:nvGrpSpPr>
          <p:grpSpPr>
            <a:xfrm>
              <a:off x="6310240" y="68358"/>
              <a:ext cx="475327" cy="517760"/>
              <a:chOff x="6310240" y="68358"/>
              <a:chExt cx="475327" cy="517760"/>
            </a:xfrm>
            <a:solidFill>
              <a:schemeClr val="accent1"/>
            </a:solidFill>
          </p:grpSpPr>
          <p:sp>
            <p:nvSpPr>
              <p:cNvPr id="20421" name="Forme libre : forme 20420">
                <a:extLst>
                  <a:ext uri="{FF2B5EF4-FFF2-40B4-BE49-F238E27FC236}">
                    <a16:creationId xmlns:a16="http://schemas.microsoft.com/office/drawing/2014/main" id="{36D5D43A-113C-4BDB-B1F3-2DD3DFA91290}"/>
                  </a:ext>
                </a:extLst>
              </p:cNvPr>
              <p:cNvSpPr/>
              <p:nvPr/>
            </p:nvSpPr>
            <p:spPr>
              <a:xfrm>
                <a:off x="6310240" y="68358"/>
                <a:ext cx="475327" cy="517760"/>
              </a:xfrm>
              <a:custGeom>
                <a:avLst/>
                <a:gdLst>
                  <a:gd name="connsiteX0" fmla="*/ 37160 w 475327"/>
                  <a:gd name="connsiteY0" fmla="*/ 514860 h 517760"/>
                  <a:gd name="connsiteX1" fmla="*/ 475328 w 475327"/>
                  <a:gd name="connsiteY1" fmla="*/ 0 h 517760"/>
                  <a:gd name="connsiteX2" fmla="*/ 11 w 475327"/>
                  <a:gd name="connsiteY2" fmla="*/ 498679 h 517760"/>
                  <a:gd name="connsiteX3" fmla="*/ 37160 w 475327"/>
                  <a:gd name="connsiteY3" fmla="*/ 514860 h 517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327" h="517760">
                    <a:moveTo>
                      <a:pt x="37160" y="514860"/>
                    </a:moveTo>
                    <a:cubicBezTo>
                      <a:pt x="232172" y="193815"/>
                      <a:pt x="475328" y="0"/>
                      <a:pt x="475328" y="0"/>
                    </a:cubicBezTo>
                    <a:cubicBezTo>
                      <a:pt x="265908" y="142036"/>
                      <a:pt x="108046" y="329379"/>
                      <a:pt x="11" y="498679"/>
                    </a:cubicBezTo>
                    <a:cubicBezTo>
                      <a:pt x="-33" y="498679"/>
                      <a:pt x="-1142" y="526652"/>
                      <a:pt x="37160" y="514860"/>
                    </a:cubicBezTo>
                    <a:close/>
                  </a:path>
                </a:pathLst>
              </a:custGeom>
              <a:solidFill>
                <a:srgbClr val="753A2E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22" name="Forme libre : forme 20421">
                <a:extLst>
                  <a:ext uri="{FF2B5EF4-FFF2-40B4-BE49-F238E27FC236}">
                    <a16:creationId xmlns:a16="http://schemas.microsoft.com/office/drawing/2014/main" id="{5A03DCE6-6F76-4CEA-B4E9-883E18601E83}"/>
                  </a:ext>
                </a:extLst>
              </p:cNvPr>
              <p:cNvSpPr/>
              <p:nvPr/>
            </p:nvSpPr>
            <p:spPr>
              <a:xfrm>
                <a:off x="6316768" y="155335"/>
                <a:ext cx="358726" cy="412765"/>
              </a:xfrm>
              <a:custGeom>
                <a:avLst/>
                <a:gdLst>
                  <a:gd name="connsiteX0" fmla="*/ 0 w 358726"/>
                  <a:gd name="connsiteY0" fmla="*/ 412766 h 412765"/>
                  <a:gd name="connsiteX1" fmla="*/ 358726 w 358726"/>
                  <a:gd name="connsiteY1" fmla="*/ 0 h 412765"/>
                  <a:gd name="connsiteX2" fmla="*/ 0 w 358726"/>
                  <a:gd name="connsiteY2" fmla="*/ 412766 h 412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8726" h="412765">
                    <a:moveTo>
                      <a:pt x="0" y="412766"/>
                    </a:moveTo>
                    <a:cubicBezTo>
                      <a:pt x="0" y="412766"/>
                      <a:pt x="140042" y="183264"/>
                      <a:pt x="358726" y="0"/>
                    </a:cubicBezTo>
                    <a:cubicBezTo>
                      <a:pt x="358726" y="0"/>
                      <a:pt x="205873" y="122841"/>
                      <a:pt x="0" y="41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23" name="Forme libre : forme 20422">
                <a:extLst>
                  <a:ext uri="{FF2B5EF4-FFF2-40B4-BE49-F238E27FC236}">
                    <a16:creationId xmlns:a16="http://schemas.microsoft.com/office/drawing/2014/main" id="{77D5D4EB-7D96-4FBD-AFAC-79006E77AB7E}"/>
                  </a:ext>
                </a:extLst>
              </p:cNvPr>
              <p:cNvSpPr/>
              <p:nvPr/>
            </p:nvSpPr>
            <p:spPr>
              <a:xfrm>
                <a:off x="6334810" y="68358"/>
                <a:ext cx="450757" cy="517563"/>
              </a:xfrm>
              <a:custGeom>
                <a:avLst/>
                <a:gdLst>
                  <a:gd name="connsiteX0" fmla="*/ 410283 w 450757"/>
                  <a:gd name="connsiteY0" fmla="*/ 28505 h 517563"/>
                  <a:gd name="connsiteX1" fmla="*/ 0 w 450757"/>
                  <a:gd name="connsiteY1" fmla="*/ 517564 h 517563"/>
                  <a:gd name="connsiteX2" fmla="*/ 12590 w 450757"/>
                  <a:gd name="connsiteY2" fmla="*/ 514860 h 517563"/>
                  <a:gd name="connsiteX3" fmla="*/ 450757 w 450757"/>
                  <a:gd name="connsiteY3" fmla="*/ 0 h 517563"/>
                  <a:gd name="connsiteX4" fmla="*/ 410283 w 450757"/>
                  <a:gd name="connsiteY4" fmla="*/ 28505 h 51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0757" h="517563">
                    <a:moveTo>
                      <a:pt x="410283" y="28505"/>
                    </a:moveTo>
                    <a:cubicBezTo>
                      <a:pt x="343787" y="86445"/>
                      <a:pt x="156843" y="260932"/>
                      <a:pt x="0" y="517564"/>
                    </a:cubicBezTo>
                    <a:cubicBezTo>
                      <a:pt x="3635" y="517209"/>
                      <a:pt x="7802" y="516367"/>
                      <a:pt x="12590" y="514860"/>
                    </a:cubicBezTo>
                    <a:cubicBezTo>
                      <a:pt x="207602" y="193815"/>
                      <a:pt x="450757" y="0"/>
                      <a:pt x="450757" y="0"/>
                    </a:cubicBezTo>
                    <a:cubicBezTo>
                      <a:pt x="437015" y="9310"/>
                      <a:pt x="423538" y="18796"/>
                      <a:pt x="410283" y="28505"/>
                    </a:cubicBezTo>
                    <a:close/>
                  </a:path>
                </a:pathLst>
              </a:custGeom>
              <a:solidFill>
                <a:srgbClr val="632E26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24" name="Forme libre : forme 20423">
                <a:extLst>
                  <a:ext uri="{FF2B5EF4-FFF2-40B4-BE49-F238E27FC236}">
                    <a16:creationId xmlns:a16="http://schemas.microsoft.com/office/drawing/2014/main" id="{71C7FAFA-BB60-4B4E-ABFC-3FA93093BDB1}"/>
                  </a:ext>
                </a:extLst>
              </p:cNvPr>
              <p:cNvSpPr/>
              <p:nvPr/>
            </p:nvSpPr>
            <p:spPr>
              <a:xfrm>
                <a:off x="6310240" y="68358"/>
                <a:ext cx="475327" cy="517760"/>
              </a:xfrm>
              <a:custGeom>
                <a:avLst/>
                <a:gdLst>
                  <a:gd name="connsiteX0" fmla="*/ 37160 w 475327"/>
                  <a:gd name="connsiteY0" fmla="*/ 514860 h 517760"/>
                  <a:gd name="connsiteX1" fmla="*/ 475328 w 475327"/>
                  <a:gd name="connsiteY1" fmla="*/ 0 h 517760"/>
                  <a:gd name="connsiteX2" fmla="*/ 11 w 475327"/>
                  <a:gd name="connsiteY2" fmla="*/ 498679 h 517760"/>
                  <a:gd name="connsiteX3" fmla="*/ 37160 w 475327"/>
                  <a:gd name="connsiteY3" fmla="*/ 514860 h 517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327" h="517760">
                    <a:moveTo>
                      <a:pt x="37160" y="514860"/>
                    </a:moveTo>
                    <a:cubicBezTo>
                      <a:pt x="232172" y="193815"/>
                      <a:pt x="475328" y="0"/>
                      <a:pt x="475328" y="0"/>
                    </a:cubicBezTo>
                    <a:cubicBezTo>
                      <a:pt x="265908" y="142036"/>
                      <a:pt x="108046" y="329379"/>
                      <a:pt x="11" y="498679"/>
                    </a:cubicBezTo>
                    <a:cubicBezTo>
                      <a:pt x="-33" y="498679"/>
                      <a:pt x="-1142" y="526652"/>
                      <a:pt x="37160" y="514860"/>
                    </a:cubicBezTo>
                    <a:close/>
                  </a:path>
                </a:pathLst>
              </a:custGeom>
              <a:noFill/>
              <a:ln w="3323" cap="rnd">
                <a:solidFill>
                  <a:srgbClr val="333333"/>
                </a:solidFill>
                <a:prstDash val="solid"/>
                <a:round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0334" name="Graphique 2">
              <a:extLst>
                <a:ext uri="{FF2B5EF4-FFF2-40B4-BE49-F238E27FC236}">
                  <a16:creationId xmlns:a16="http://schemas.microsoft.com/office/drawing/2014/main" id="{5C260332-E0C3-44A8-B582-814D9577B17F}"/>
                </a:ext>
              </a:extLst>
            </p:cNvPr>
            <p:cNvGrpSpPr/>
            <p:nvPr/>
          </p:nvGrpSpPr>
          <p:grpSpPr>
            <a:xfrm>
              <a:off x="7073848" y="324857"/>
              <a:ext cx="475320" cy="517776"/>
              <a:chOff x="7073848" y="324857"/>
              <a:chExt cx="475320" cy="517776"/>
            </a:xfrm>
            <a:solidFill>
              <a:schemeClr val="accent1"/>
            </a:solidFill>
          </p:grpSpPr>
          <p:sp>
            <p:nvSpPr>
              <p:cNvPr id="20417" name="Forme libre : forme 20416">
                <a:extLst>
                  <a:ext uri="{FF2B5EF4-FFF2-40B4-BE49-F238E27FC236}">
                    <a16:creationId xmlns:a16="http://schemas.microsoft.com/office/drawing/2014/main" id="{C737E6FA-B6BE-42F6-B473-C46D033EE1CE}"/>
                  </a:ext>
                </a:extLst>
              </p:cNvPr>
              <p:cNvSpPr/>
              <p:nvPr/>
            </p:nvSpPr>
            <p:spPr>
              <a:xfrm>
                <a:off x="7073848" y="324857"/>
                <a:ext cx="475320" cy="517776"/>
              </a:xfrm>
              <a:custGeom>
                <a:avLst/>
                <a:gdLst>
                  <a:gd name="connsiteX0" fmla="*/ 37153 w 475320"/>
                  <a:gd name="connsiteY0" fmla="*/ 514860 h 517776"/>
                  <a:gd name="connsiteX1" fmla="*/ 475320 w 475320"/>
                  <a:gd name="connsiteY1" fmla="*/ 0 h 517776"/>
                  <a:gd name="connsiteX2" fmla="*/ 4 w 475320"/>
                  <a:gd name="connsiteY2" fmla="*/ 498679 h 517776"/>
                  <a:gd name="connsiteX3" fmla="*/ 37153 w 475320"/>
                  <a:gd name="connsiteY3" fmla="*/ 514860 h 517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320" h="517776">
                    <a:moveTo>
                      <a:pt x="37153" y="514860"/>
                    </a:moveTo>
                    <a:cubicBezTo>
                      <a:pt x="232165" y="193815"/>
                      <a:pt x="475320" y="0"/>
                      <a:pt x="475320" y="0"/>
                    </a:cubicBezTo>
                    <a:cubicBezTo>
                      <a:pt x="265901" y="142036"/>
                      <a:pt x="108038" y="329379"/>
                      <a:pt x="4" y="498679"/>
                    </a:cubicBezTo>
                    <a:cubicBezTo>
                      <a:pt x="4" y="498679"/>
                      <a:pt x="-1149" y="526696"/>
                      <a:pt x="37153" y="514860"/>
                    </a:cubicBezTo>
                    <a:close/>
                  </a:path>
                </a:pathLst>
              </a:custGeom>
              <a:solidFill>
                <a:srgbClr val="753A2E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18" name="Forme libre : forme 20417">
                <a:extLst>
                  <a:ext uri="{FF2B5EF4-FFF2-40B4-BE49-F238E27FC236}">
                    <a16:creationId xmlns:a16="http://schemas.microsoft.com/office/drawing/2014/main" id="{023768F0-7E1E-4AEC-AB9C-8521275063E0}"/>
                  </a:ext>
                </a:extLst>
              </p:cNvPr>
              <p:cNvSpPr/>
              <p:nvPr/>
            </p:nvSpPr>
            <p:spPr>
              <a:xfrm>
                <a:off x="7080413" y="411834"/>
                <a:ext cx="358726" cy="412765"/>
              </a:xfrm>
              <a:custGeom>
                <a:avLst/>
                <a:gdLst>
                  <a:gd name="connsiteX0" fmla="*/ 0 w 358726"/>
                  <a:gd name="connsiteY0" fmla="*/ 412766 h 412765"/>
                  <a:gd name="connsiteX1" fmla="*/ 358726 w 358726"/>
                  <a:gd name="connsiteY1" fmla="*/ 0 h 412765"/>
                  <a:gd name="connsiteX2" fmla="*/ 0 w 358726"/>
                  <a:gd name="connsiteY2" fmla="*/ 412766 h 412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8726" h="412765">
                    <a:moveTo>
                      <a:pt x="0" y="412766"/>
                    </a:moveTo>
                    <a:cubicBezTo>
                      <a:pt x="0" y="412766"/>
                      <a:pt x="140042" y="183264"/>
                      <a:pt x="358726" y="0"/>
                    </a:cubicBezTo>
                    <a:cubicBezTo>
                      <a:pt x="358682" y="0"/>
                      <a:pt x="205873" y="122841"/>
                      <a:pt x="0" y="41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19" name="Forme libre : forme 20418">
                <a:extLst>
                  <a:ext uri="{FF2B5EF4-FFF2-40B4-BE49-F238E27FC236}">
                    <a16:creationId xmlns:a16="http://schemas.microsoft.com/office/drawing/2014/main" id="{539DDE15-5FAE-492D-BD2B-54B88EBA5123}"/>
                  </a:ext>
                </a:extLst>
              </p:cNvPr>
              <p:cNvSpPr/>
              <p:nvPr/>
            </p:nvSpPr>
            <p:spPr>
              <a:xfrm>
                <a:off x="7098411" y="324857"/>
                <a:ext cx="450757" cy="517563"/>
              </a:xfrm>
              <a:custGeom>
                <a:avLst/>
                <a:gdLst>
                  <a:gd name="connsiteX0" fmla="*/ 410283 w 450757"/>
                  <a:gd name="connsiteY0" fmla="*/ 28505 h 517563"/>
                  <a:gd name="connsiteX1" fmla="*/ 0 w 450757"/>
                  <a:gd name="connsiteY1" fmla="*/ 517564 h 517563"/>
                  <a:gd name="connsiteX2" fmla="*/ 12590 w 450757"/>
                  <a:gd name="connsiteY2" fmla="*/ 514860 h 517563"/>
                  <a:gd name="connsiteX3" fmla="*/ 450757 w 450757"/>
                  <a:gd name="connsiteY3" fmla="*/ 0 h 517563"/>
                  <a:gd name="connsiteX4" fmla="*/ 410283 w 450757"/>
                  <a:gd name="connsiteY4" fmla="*/ 28505 h 51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0757" h="517563">
                    <a:moveTo>
                      <a:pt x="410283" y="28505"/>
                    </a:moveTo>
                    <a:cubicBezTo>
                      <a:pt x="343787" y="86445"/>
                      <a:pt x="156843" y="260932"/>
                      <a:pt x="0" y="517564"/>
                    </a:cubicBezTo>
                    <a:cubicBezTo>
                      <a:pt x="3635" y="517209"/>
                      <a:pt x="7802" y="516367"/>
                      <a:pt x="12590" y="514860"/>
                    </a:cubicBezTo>
                    <a:cubicBezTo>
                      <a:pt x="207602" y="193815"/>
                      <a:pt x="450757" y="0"/>
                      <a:pt x="450757" y="0"/>
                    </a:cubicBezTo>
                    <a:cubicBezTo>
                      <a:pt x="437059" y="9309"/>
                      <a:pt x="423582" y="18841"/>
                      <a:pt x="410283" y="28505"/>
                    </a:cubicBezTo>
                    <a:close/>
                  </a:path>
                </a:pathLst>
              </a:custGeom>
              <a:solidFill>
                <a:srgbClr val="632E26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20" name="Forme libre : forme 20419">
                <a:extLst>
                  <a:ext uri="{FF2B5EF4-FFF2-40B4-BE49-F238E27FC236}">
                    <a16:creationId xmlns:a16="http://schemas.microsoft.com/office/drawing/2014/main" id="{6A4BF6B0-8A1C-4B58-9AC3-56FEE4188BFC}"/>
                  </a:ext>
                </a:extLst>
              </p:cNvPr>
              <p:cNvSpPr/>
              <p:nvPr/>
            </p:nvSpPr>
            <p:spPr>
              <a:xfrm>
                <a:off x="7073848" y="324857"/>
                <a:ext cx="475320" cy="517776"/>
              </a:xfrm>
              <a:custGeom>
                <a:avLst/>
                <a:gdLst>
                  <a:gd name="connsiteX0" fmla="*/ 37153 w 475320"/>
                  <a:gd name="connsiteY0" fmla="*/ 514860 h 517776"/>
                  <a:gd name="connsiteX1" fmla="*/ 475320 w 475320"/>
                  <a:gd name="connsiteY1" fmla="*/ 0 h 517776"/>
                  <a:gd name="connsiteX2" fmla="*/ 4 w 475320"/>
                  <a:gd name="connsiteY2" fmla="*/ 498679 h 517776"/>
                  <a:gd name="connsiteX3" fmla="*/ 37153 w 475320"/>
                  <a:gd name="connsiteY3" fmla="*/ 514860 h 517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320" h="517776">
                    <a:moveTo>
                      <a:pt x="37153" y="514860"/>
                    </a:moveTo>
                    <a:cubicBezTo>
                      <a:pt x="232165" y="193815"/>
                      <a:pt x="475320" y="0"/>
                      <a:pt x="475320" y="0"/>
                    </a:cubicBezTo>
                    <a:cubicBezTo>
                      <a:pt x="265901" y="142036"/>
                      <a:pt x="108038" y="329379"/>
                      <a:pt x="4" y="498679"/>
                    </a:cubicBezTo>
                    <a:cubicBezTo>
                      <a:pt x="4" y="498679"/>
                      <a:pt x="-1149" y="526696"/>
                      <a:pt x="37153" y="514860"/>
                    </a:cubicBezTo>
                    <a:close/>
                  </a:path>
                </a:pathLst>
              </a:custGeom>
              <a:noFill/>
              <a:ln w="3323" cap="rnd">
                <a:solidFill>
                  <a:srgbClr val="333333"/>
                </a:solidFill>
                <a:prstDash val="solid"/>
                <a:round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0335" name="Graphique 2">
              <a:extLst>
                <a:ext uri="{FF2B5EF4-FFF2-40B4-BE49-F238E27FC236}">
                  <a16:creationId xmlns:a16="http://schemas.microsoft.com/office/drawing/2014/main" id="{F6FA54AC-03E3-4286-8A1D-15D6E64943FC}"/>
                </a:ext>
              </a:extLst>
            </p:cNvPr>
            <p:cNvGrpSpPr/>
            <p:nvPr/>
          </p:nvGrpSpPr>
          <p:grpSpPr>
            <a:xfrm>
              <a:off x="4750551" y="411834"/>
              <a:ext cx="475320" cy="517776"/>
              <a:chOff x="4750551" y="411834"/>
              <a:chExt cx="475320" cy="517776"/>
            </a:xfrm>
            <a:solidFill>
              <a:schemeClr val="accent1"/>
            </a:solidFill>
          </p:grpSpPr>
          <p:sp>
            <p:nvSpPr>
              <p:cNvPr id="20413" name="Forme libre : forme 20412">
                <a:extLst>
                  <a:ext uri="{FF2B5EF4-FFF2-40B4-BE49-F238E27FC236}">
                    <a16:creationId xmlns:a16="http://schemas.microsoft.com/office/drawing/2014/main" id="{0C7FC549-D78A-4461-BF52-8948A62E01FB}"/>
                  </a:ext>
                </a:extLst>
              </p:cNvPr>
              <p:cNvSpPr/>
              <p:nvPr/>
            </p:nvSpPr>
            <p:spPr>
              <a:xfrm>
                <a:off x="4750551" y="411834"/>
                <a:ext cx="475320" cy="517776"/>
              </a:xfrm>
              <a:custGeom>
                <a:avLst/>
                <a:gdLst>
                  <a:gd name="connsiteX0" fmla="*/ 37153 w 475320"/>
                  <a:gd name="connsiteY0" fmla="*/ 514860 h 517776"/>
                  <a:gd name="connsiteX1" fmla="*/ 475320 w 475320"/>
                  <a:gd name="connsiteY1" fmla="*/ 0 h 517776"/>
                  <a:gd name="connsiteX2" fmla="*/ 4 w 475320"/>
                  <a:gd name="connsiteY2" fmla="*/ 498679 h 517776"/>
                  <a:gd name="connsiteX3" fmla="*/ 37153 w 475320"/>
                  <a:gd name="connsiteY3" fmla="*/ 514860 h 517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320" h="517776">
                    <a:moveTo>
                      <a:pt x="37153" y="514860"/>
                    </a:moveTo>
                    <a:cubicBezTo>
                      <a:pt x="232165" y="193815"/>
                      <a:pt x="475320" y="0"/>
                      <a:pt x="475320" y="0"/>
                    </a:cubicBezTo>
                    <a:cubicBezTo>
                      <a:pt x="265901" y="142036"/>
                      <a:pt x="108038" y="329379"/>
                      <a:pt x="4" y="498679"/>
                    </a:cubicBezTo>
                    <a:cubicBezTo>
                      <a:pt x="4" y="498679"/>
                      <a:pt x="-1149" y="526696"/>
                      <a:pt x="37153" y="514860"/>
                    </a:cubicBezTo>
                    <a:close/>
                  </a:path>
                </a:pathLst>
              </a:custGeom>
              <a:solidFill>
                <a:srgbClr val="753A2E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14" name="Forme libre : forme 20413">
                <a:extLst>
                  <a:ext uri="{FF2B5EF4-FFF2-40B4-BE49-F238E27FC236}">
                    <a16:creationId xmlns:a16="http://schemas.microsoft.com/office/drawing/2014/main" id="{C404DCAD-032A-4431-98C9-40223FB6616A}"/>
                  </a:ext>
                </a:extLst>
              </p:cNvPr>
              <p:cNvSpPr/>
              <p:nvPr/>
            </p:nvSpPr>
            <p:spPr>
              <a:xfrm>
                <a:off x="4757072" y="498811"/>
                <a:ext cx="358726" cy="412765"/>
              </a:xfrm>
              <a:custGeom>
                <a:avLst/>
                <a:gdLst>
                  <a:gd name="connsiteX0" fmla="*/ 0 w 358726"/>
                  <a:gd name="connsiteY0" fmla="*/ 412766 h 412765"/>
                  <a:gd name="connsiteX1" fmla="*/ 358726 w 358726"/>
                  <a:gd name="connsiteY1" fmla="*/ 0 h 412765"/>
                  <a:gd name="connsiteX2" fmla="*/ 0 w 358726"/>
                  <a:gd name="connsiteY2" fmla="*/ 412766 h 412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8726" h="412765">
                    <a:moveTo>
                      <a:pt x="0" y="412766"/>
                    </a:moveTo>
                    <a:cubicBezTo>
                      <a:pt x="0" y="412766"/>
                      <a:pt x="140041" y="183264"/>
                      <a:pt x="358726" y="0"/>
                    </a:cubicBezTo>
                    <a:cubicBezTo>
                      <a:pt x="358726" y="0"/>
                      <a:pt x="205917" y="122841"/>
                      <a:pt x="0" y="41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15" name="Forme libre : forme 20414">
                <a:extLst>
                  <a:ext uri="{FF2B5EF4-FFF2-40B4-BE49-F238E27FC236}">
                    <a16:creationId xmlns:a16="http://schemas.microsoft.com/office/drawing/2014/main" id="{724351C8-D33C-4FA4-AF0A-CE629BBC5D25}"/>
                  </a:ext>
                </a:extLst>
              </p:cNvPr>
              <p:cNvSpPr/>
              <p:nvPr/>
            </p:nvSpPr>
            <p:spPr>
              <a:xfrm>
                <a:off x="4775114" y="411834"/>
                <a:ext cx="450757" cy="517563"/>
              </a:xfrm>
              <a:custGeom>
                <a:avLst/>
                <a:gdLst>
                  <a:gd name="connsiteX0" fmla="*/ 410283 w 450757"/>
                  <a:gd name="connsiteY0" fmla="*/ 28505 h 517563"/>
                  <a:gd name="connsiteX1" fmla="*/ 0 w 450757"/>
                  <a:gd name="connsiteY1" fmla="*/ 517564 h 517563"/>
                  <a:gd name="connsiteX2" fmla="*/ 12590 w 450757"/>
                  <a:gd name="connsiteY2" fmla="*/ 514860 h 517563"/>
                  <a:gd name="connsiteX3" fmla="*/ 450757 w 450757"/>
                  <a:gd name="connsiteY3" fmla="*/ 0 h 517563"/>
                  <a:gd name="connsiteX4" fmla="*/ 410283 w 450757"/>
                  <a:gd name="connsiteY4" fmla="*/ 28505 h 51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0757" h="517563">
                    <a:moveTo>
                      <a:pt x="410283" y="28505"/>
                    </a:moveTo>
                    <a:cubicBezTo>
                      <a:pt x="343787" y="86445"/>
                      <a:pt x="156843" y="260932"/>
                      <a:pt x="0" y="517564"/>
                    </a:cubicBezTo>
                    <a:cubicBezTo>
                      <a:pt x="3635" y="517209"/>
                      <a:pt x="7802" y="516367"/>
                      <a:pt x="12590" y="514860"/>
                    </a:cubicBezTo>
                    <a:cubicBezTo>
                      <a:pt x="207602" y="193815"/>
                      <a:pt x="450757" y="0"/>
                      <a:pt x="450757" y="0"/>
                    </a:cubicBezTo>
                    <a:cubicBezTo>
                      <a:pt x="437015" y="9309"/>
                      <a:pt x="423538" y="18841"/>
                      <a:pt x="410283" y="28505"/>
                    </a:cubicBezTo>
                    <a:close/>
                  </a:path>
                </a:pathLst>
              </a:custGeom>
              <a:solidFill>
                <a:srgbClr val="632E26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16" name="Forme libre : forme 20415">
                <a:extLst>
                  <a:ext uri="{FF2B5EF4-FFF2-40B4-BE49-F238E27FC236}">
                    <a16:creationId xmlns:a16="http://schemas.microsoft.com/office/drawing/2014/main" id="{15A96B23-FBBC-411F-A7A6-8E2C356B9C5C}"/>
                  </a:ext>
                </a:extLst>
              </p:cNvPr>
              <p:cNvSpPr/>
              <p:nvPr/>
            </p:nvSpPr>
            <p:spPr>
              <a:xfrm>
                <a:off x="4750551" y="411834"/>
                <a:ext cx="475320" cy="517776"/>
              </a:xfrm>
              <a:custGeom>
                <a:avLst/>
                <a:gdLst>
                  <a:gd name="connsiteX0" fmla="*/ 37153 w 475320"/>
                  <a:gd name="connsiteY0" fmla="*/ 514860 h 517776"/>
                  <a:gd name="connsiteX1" fmla="*/ 475320 w 475320"/>
                  <a:gd name="connsiteY1" fmla="*/ 0 h 517776"/>
                  <a:gd name="connsiteX2" fmla="*/ 4 w 475320"/>
                  <a:gd name="connsiteY2" fmla="*/ 498679 h 517776"/>
                  <a:gd name="connsiteX3" fmla="*/ 37153 w 475320"/>
                  <a:gd name="connsiteY3" fmla="*/ 514860 h 517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320" h="517776">
                    <a:moveTo>
                      <a:pt x="37153" y="514860"/>
                    </a:moveTo>
                    <a:cubicBezTo>
                      <a:pt x="232165" y="193815"/>
                      <a:pt x="475320" y="0"/>
                      <a:pt x="475320" y="0"/>
                    </a:cubicBezTo>
                    <a:cubicBezTo>
                      <a:pt x="265901" y="142036"/>
                      <a:pt x="108038" y="329379"/>
                      <a:pt x="4" y="498679"/>
                    </a:cubicBezTo>
                    <a:cubicBezTo>
                      <a:pt x="4" y="498679"/>
                      <a:pt x="-1149" y="526696"/>
                      <a:pt x="37153" y="514860"/>
                    </a:cubicBezTo>
                    <a:close/>
                  </a:path>
                </a:pathLst>
              </a:custGeom>
              <a:noFill/>
              <a:ln w="3323" cap="rnd">
                <a:solidFill>
                  <a:srgbClr val="333333"/>
                </a:solidFill>
                <a:prstDash val="solid"/>
                <a:round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0336" name="Forme libre : forme 20335">
              <a:extLst>
                <a:ext uri="{FF2B5EF4-FFF2-40B4-BE49-F238E27FC236}">
                  <a16:creationId xmlns:a16="http://schemas.microsoft.com/office/drawing/2014/main" id="{8302A1BD-F364-4A2D-AF92-E536654B31D5}"/>
                </a:ext>
              </a:extLst>
            </p:cNvPr>
            <p:cNvSpPr/>
            <p:nvPr/>
          </p:nvSpPr>
          <p:spPr>
            <a:xfrm>
              <a:off x="4936478" y="2121077"/>
              <a:ext cx="49518" cy="48176"/>
            </a:xfrm>
            <a:custGeom>
              <a:avLst/>
              <a:gdLst>
                <a:gd name="connsiteX0" fmla="*/ 19330 w 49518"/>
                <a:gd name="connsiteY0" fmla="*/ 43603 h 48176"/>
                <a:gd name="connsiteX1" fmla="*/ 35466 w 49518"/>
                <a:gd name="connsiteY1" fmla="*/ 48125 h 48176"/>
                <a:gd name="connsiteX2" fmla="*/ 49519 w 49518"/>
                <a:gd name="connsiteY2" fmla="*/ 39791 h 48176"/>
                <a:gd name="connsiteX3" fmla="*/ 27575 w 49518"/>
                <a:gd name="connsiteY3" fmla="*/ 29329 h 48176"/>
                <a:gd name="connsiteX4" fmla="*/ 14364 w 49518"/>
                <a:gd name="connsiteY4" fmla="*/ 14833 h 48176"/>
                <a:gd name="connsiteX5" fmla="*/ 4612 w 49518"/>
                <a:gd name="connsiteY5" fmla="*/ 26 h 48176"/>
                <a:gd name="connsiteX6" fmla="*/ 5942 w 49518"/>
                <a:gd name="connsiteY6" fmla="*/ 29595 h 48176"/>
                <a:gd name="connsiteX7" fmla="*/ 19330 w 49518"/>
                <a:gd name="connsiteY7" fmla="*/ 43603 h 48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18" h="48176">
                  <a:moveTo>
                    <a:pt x="19330" y="43603"/>
                  </a:moveTo>
                  <a:cubicBezTo>
                    <a:pt x="24162" y="46574"/>
                    <a:pt x="29836" y="48524"/>
                    <a:pt x="35466" y="48125"/>
                  </a:cubicBezTo>
                  <a:cubicBezTo>
                    <a:pt x="41096" y="47726"/>
                    <a:pt x="46770" y="44756"/>
                    <a:pt x="49519" y="39791"/>
                  </a:cubicBezTo>
                  <a:cubicBezTo>
                    <a:pt x="41894" y="36998"/>
                    <a:pt x="34136" y="34161"/>
                    <a:pt x="27575" y="29329"/>
                  </a:cubicBezTo>
                  <a:cubicBezTo>
                    <a:pt x="22255" y="25428"/>
                    <a:pt x="17911" y="20374"/>
                    <a:pt x="14364" y="14833"/>
                  </a:cubicBezTo>
                  <a:cubicBezTo>
                    <a:pt x="12192" y="11508"/>
                    <a:pt x="8779" y="425"/>
                    <a:pt x="4612" y="26"/>
                  </a:cubicBezTo>
                  <a:cubicBezTo>
                    <a:pt x="-5451" y="-949"/>
                    <a:pt x="3769" y="25738"/>
                    <a:pt x="5942" y="29595"/>
                  </a:cubicBezTo>
                  <a:cubicBezTo>
                    <a:pt x="9222" y="35269"/>
                    <a:pt x="13744" y="40190"/>
                    <a:pt x="19330" y="43603"/>
                  </a:cubicBezTo>
                  <a:close/>
                </a:path>
              </a:pathLst>
            </a:custGeom>
            <a:solidFill>
              <a:srgbClr val="78C4C0">
                <a:alpha val="44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37" name="Forme libre : forme 20336">
              <a:extLst>
                <a:ext uri="{FF2B5EF4-FFF2-40B4-BE49-F238E27FC236}">
                  <a16:creationId xmlns:a16="http://schemas.microsoft.com/office/drawing/2014/main" id="{483234A3-4A03-4AFB-8D98-46CED1CEFEF9}"/>
                </a:ext>
              </a:extLst>
            </p:cNvPr>
            <p:cNvSpPr/>
            <p:nvPr/>
          </p:nvSpPr>
          <p:spPr>
            <a:xfrm>
              <a:off x="4942283" y="2196022"/>
              <a:ext cx="37330" cy="25909"/>
            </a:xfrm>
            <a:custGeom>
              <a:avLst/>
              <a:gdLst>
                <a:gd name="connsiteX0" fmla="*/ 11397 w 37330"/>
                <a:gd name="connsiteY0" fmla="*/ 19727 h 25909"/>
                <a:gd name="connsiteX1" fmla="*/ 34892 w 37330"/>
                <a:gd name="connsiteY1" fmla="*/ 25845 h 25909"/>
                <a:gd name="connsiteX2" fmla="*/ 36532 w 37330"/>
                <a:gd name="connsiteY2" fmla="*/ 25402 h 25909"/>
                <a:gd name="connsiteX3" fmla="*/ 37330 w 37330"/>
                <a:gd name="connsiteY3" fmla="*/ 22742 h 25909"/>
                <a:gd name="connsiteX4" fmla="*/ 36754 w 37330"/>
                <a:gd name="connsiteY4" fmla="*/ 0 h 25909"/>
                <a:gd name="connsiteX5" fmla="*/ 20041 w 37330"/>
                <a:gd name="connsiteY5" fmla="*/ 4788 h 25909"/>
                <a:gd name="connsiteX6" fmla="*/ 181 w 37330"/>
                <a:gd name="connsiteY6" fmla="*/ 3280 h 25909"/>
                <a:gd name="connsiteX7" fmla="*/ 11397 w 37330"/>
                <a:gd name="connsiteY7" fmla="*/ 19727 h 2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330" h="25909">
                  <a:moveTo>
                    <a:pt x="11397" y="19727"/>
                  </a:moveTo>
                  <a:cubicBezTo>
                    <a:pt x="18135" y="24471"/>
                    <a:pt x="26646" y="26288"/>
                    <a:pt x="34892" y="25845"/>
                  </a:cubicBezTo>
                  <a:cubicBezTo>
                    <a:pt x="35468" y="25801"/>
                    <a:pt x="36045" y="25756"/>
                    <a:pt x="36532" y="25402"/>
                  </a:cubicBezTo>
                  <a:cubicBezTo>
                    <a:pt x="37286" y="24825"/>
                    <a:pt x="37330" y="23717"/>
                    <a:pt x="37330" y="22742"/>
                  </a:cubicBezTo>
                  <a:cubicBezTo>
                    <a:pt x="37153" y="15161"/>
                    <a:pt x="36931" y="7581"/>
                    <a:pt x="36754" y="0"/>
                  </a:cubicBezTo>
                  <a:cubicBezTo>
                    <a:pt x="33030" y="4743"/>
                    <a:pt x="26070" y="5142"/>
                    <a:pt x="20041" y="4788"/>
                  </a:cubicBezTo>
                  <a:cubicBezTo>
                    <a:pt x="16184" y="4566"/>
                    <a:pt x="1068" y="399"/>
                    <a:pt x="181" y="3280"/>
                  </a:cubicBezTo>
                  <a:cubicBezTo>
                    <a:pt x="-1415" y="8379"/>
                    <a:pt x="7983" y="17333"/>
                    <a:pt x="11397" y="19727"/>
                  </a:cubicBezTo>
                  <a:close/>
                </a:path>
              </a:pathLst>
            </a:custGeom>
            <a:solidFill>
              <a:srgbClr val="78C4C0">
                <a:alpha val="44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38" name="Forme libre : forme 20337">
              <a:extLst>
                <a:ext uri="{FF2B5EF4-FFF2-40B4-BE49-F238E27FC236}">
                  <a16:creationId xmlns:a16="http://schemas.microsoft.com/office/drawing/2014/main" id="{8BFA0764-58EA-444D-85D7-6501EDE9DCA0}"/>
                </a:ext>
              </a:extLst>
            </p:cNvPr>
            <p:cNvSpPr/>
            <p:nvPr/>
          </p:nvSpPr>
          <p:spPr>
            <a:xfrm>
              <a:off x="4947883" y="2054695"/>
              <a:ext cx="129701" cy="78310"/>
            </a:xfrm>
            <a:custGeom>
              <a:avLst/>
              <a:gdLst>
                <a:gd name="connsiteX0" fmla="*/ 477 w 129701"/>
                <a:gd name="connsiteY0" fmla="*/ 26687 h 78310"/>
                <a:gd name="connsiteX1" fmla="*/ 787 w 129701"/>
                <a:gd name="connsiteY1" fmla="*/ 37371 h 78310"/>
                <a:gd name="connsiteX2" fmla="*/ 5974 w 129701"/>
                <a:gd name="connsiteY2" fmla="*/ 45218 h 78310"/>
                <a:gd name="connsiteX3" fmla="*/ 74376 w 129701"/>
                <a:gd name="connsiteY3" fmla="*/ 78067 h 78310"/>
                <a:gd name="connsiteX4" fmla="*/ 88163 w 129701"/>
                <a:gd name="connsiteY4" fmla="*/ 78289 h 78310"/>
                <a:gd name="connsiteX5" fmla="*/ 129701 w 129701"/>
                <a:gd name="connsiteY5" fmla="*/ 73634 h 78310"/>
                <a:gd name="connsiteX6" fmla="*/ 34656 w 129701"/>
                <a:gd name="connsiteY6" fmla="*/ 51247 h 78310"/>
                <a:gd name="connsiteX7" fmla="*/ 18697 w 129701"/>
                <a:gd name="connsiteY7" fmla="*/ 40120 h 78310"/>
                <a:gd name="connsiteX8" fmla="*/ 10362 w 129701"/>
                <a:gd name="connsiteY8" fmla="*/ 20392 h 78310"/>
                <a:gd name="connsiteX9" fmla="*/ 9697 w 129701"/>
                <a:gd name="connsiteY9" fmla="*/ 0 h 78310"/>
                <a:gd name="connsiteX10" fmla="*/ 477 w 129701"/>
                <a:gd name="connsiteY10" fmla="*/ 26687 h 78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701" h="78310">
                  <a:moveTo>
                    <a:pt x="477" y="26687"/>
                  </a:moveTo>
                  <a:cubicBezTo>
                    <a:pt x="-55" y="30234"/>
                    <a:pt x="-366" y="33958"/>
                    <a:pt x="787" y="37371"/>
                  </a:cubicBezTo>
                  <a:cubicBezTo>
                    <a:pt x="1806" y="40386"/>
                    <a:pt x="3846" y="42868"/>
                    <a:pt x="5974" y="45218"/>
                  </a:cubicBezTo>
                  <a:cubicBezTo>
                    <a:pt x="23440" y="64413"/>
                    <a:pt x="48487" y="76471"/>
                    <a:pt x="74376" y="78067"/>
                  </a:cubicBezTo>
                  <a:cubicBezTo>
                    <a:pt x="78942" y="78333"/>
                    <a:pt x="83553" y="78333"/>
                    <a:pt x="88163" y="78289"/>
                  </a:cubicBezTo>
                  <a:cubicBezTo>
                    <a:pt x="102172" y="78200"/>
                    <a:pt x="116402" y="78067"/>
                    <a:pt x="129701" y="73634"/>
                  </a:cubicBezTo>
                  <a:cubicBezTo>
                    <a:pt x="96852" y="73767"/>
                    <a:pt x="64003" y="66053"/>
                    <a:pt x="34656" y="51247"/>
                  </a:cubicBezTo>
                  <a:cubicBezTo>
                    <a:pt x="28848" y="48321"/>
                    <a:pt x="23041" y="44996"/>
                    <a:pt x="18697" y="40120"/>
                  </a:cubicBezTo>
                  <a:cubicBezTo>
                    <a:pt x="13820" y="34622"/>
                    <a:pt x="11293" y="27574"/>
                    <a:pt x="10362" y="20392"/>
                  </a:cubicBezTo>
                  <a:cubicBezTo>
                    <a:pt x="9786" y="16137"/>
                    <a:pt x="12357" y="2305"/>
                    <a:pt x="9697" y="0"/>
                  </a:cubicBezTo>
                  <a:cubicBezTo>
                    <a:pt x="4466" y="7359"/>
                    <a:pt x="1851" y="17821"/>
                    <a:pt x="477" y="26687"/>
                  </a:cubicBezTo>
                  <a:close/>
                </a:path>
              </a:pathLst>
            </a:custGeom>
            <a:solidFill>
              <a:srgbClr val="78C4C0">
                <a:alpha val="44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39" name="Forme libre : forme 20338">
              <a:extLst>
                <a:ext uri="{FF2B5EF4-FFF2-40B4-BE49-F238E27FC236}">
                  <a16:creationId xmlns:a16="http://schemas.microsoft.com/office/drawing/2014/main" id="{1C2E337C-9AB3-4283-BE0D-C372D556A3B9}"/>
                </a:ext>
              </a:extLst>
            </p:cNvPr>
            <p:cNvSpPr/>
            <p:nvPr/>
          </p:nvSpPr>
          <p:spPr>
            <a:xfrm>
              <a:off x="5011088" y="2052510"/>
              <a:ext cx="29923" cy="30458"/>
            </a:xfrm>
            <a:custGeom>
              <a:avLst/>
              <a:gdLst>
                <a:gd name="connsiteX0" fmla="*/ 24249 w 29923"/>
                <a:gd name="connsiteY0" fmla="*/ 3560 h 30458"/>
                <a:gd name="connsiteX1" fmla="*/ 21412 w 29923"/>
                <a:gd name="connsiteY1" fmla="*/ 146 h 30458"/>
                <a:gd name="connsiteX2" fmla="*/ 16801 w 29923"/>
                <a:gd name="connsiteY2" fmla="*/ 1609 h 30458"/>
                <a:gd name="connsiteX3" fmla="*/ 0 w 29923"/>
                <a:gd name="connsiteY3" fmla="*/ 20937 h 30458"/>
                <a:gd name="connsiteX4" fmla="*/ 22875 w 29923"/>
                <a:gd name="connsiteY4" fmla="*/ 28518 h 30458"/>
                <a:gd name="connsiteX5" fmla="*/ 29923 w 29923"/>
                <a:gd name="connsiteY5" fmla="*/ 28075 h 30458"/>
                <a:gd name="connsiteX6" fmla="*/ 28372 w 29923"/>
                <a:gd name="connsiteY6" fmla="*/ 16416 h 30458"/>
                <a:gd name="connsiteX7" fmla="*/ 24249 w 29923"/>
                <a:gd name="connsiteY7" fmla="*/ 3560 h 3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923" h="30458">
                  <a:moveTo>
                    <a:pt x="24249" y="3560"/>
                  </a:moveTo>
                  <a:cubicBezTo>
                    <a:pt x="23673" y="2141"/>
                    <a:pt x="22875" y="589"/>
                    <a:pt x="21412" y="146"/>
                  </a:cubicBezTo>
                  <a:cubicBezTo>
                    <a:pt x="19816" y="-386"/>
                    <a:pt x="18131" y="634"/>
                    <a:pt x="16801" y="1609"/>
                  </a:cubicBezTo>
                  <a:cubicBezTo>
                    <a:pt x="9886" y="6707"/>
                    <a:pt x="4078" y="13401"/>
                    <a:pt x="0" y="20937"/>
                  </a:cubicBezTo>
                  <a:cubicBezTo>
                    <a:pt x="532" y="19918"/>
                    <a:pt x="20836" y="27764"/>
                    <a:pt x="22875" y="28518"/>
                  </a:cubicBezTo>
                  <a:cubicBezTo>
                    <a:pt x="25490" y="29538"/>
                    <a:pt x="29968" y="32552"/>
                    <a:pt x="29923" y="28075"/>
                  </a:cubicBezTo>
                  <a:cubicBezTo>
                    <a:pt x="29879" y="24174"/>
                    <a:pt x="29214" y="20228"/>
                    <a:pt x="28372" y="16416"/>
                  </a:cubicBezTo>
                  <a:cubicBezTo>
                    <a:pt x="27352" y="12027"/>
                    <a:pt x="25978" y="7682"/>
                    <a:pt x="24249" y="3560"/>
                  </a:cubicBezTo>
                  <a:close/>
                </a:path>
              </a:pathLst>
            </a:custGeom>
            <a:solidFill>
              <a:srgbClr val="78C4C0">
                <a:alpha val="44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40" name="Forme libre : forme 20339">
              <a:extLst>
                <a:ext uri="{FF2B5EF4-FFF2-40B4-BE49-F238E27FC236}">
                  <a16:creationId xmlns:a16="http://schemas.microsoft.com/office/drawing/2014/main" id="{EF10D4BE-9919-4FAE-AB85-77A22D360E9B}"/>
                </a:ext>
              </a:extLst>
            </p:cNvPr>
            <p:cNvSpPr/>
            <p:nvPr/>
          </p:nvSpPr>
          <p:spPr>
            <a:xfrm>
              <a:off x="5090186" y="2051987"/>
              <a:ext cx="26567" cy="70933"/>
            </a:xfrm>
            <a:custGeom>
              <a:avLst/>
              <a:gdLst>
                <a:gd name="connsiteX0" fmla="*/ 20026 w 26567"/>
                <a:gd name="connsiteY0" fmla="*/ 12283 h 70933"/>
                <a:gd name="connsiteX1" fmla="*/ 26232 w 26567"/>
                <a:gd name="connsiteY1" fmla="*/ 36931 h 70933"/>
                <a:gd name="connsiteX2" fmla="*/ 15061 w 26567"/>
                <a:gd name="connsiteY2" fmla="*/ 60161 h 70933"/>
                <a:gd name="connsiteX3" fmla="*/ 5485 w 26567"/>
                <a:gd name="connsiteY3" fmla="*/ 70933 h 70933"/>
                <a:gd name="connsiteX4" fmla="*/ 2781 w 26567"/>
                <a:gd name="connsiteY4" fmla="*/ 66988 h 70933"/>
                <a:gd name="connsiteX5" fmla="*/ 1451 w 26567"/>
                <a:gd name="connsiteY5" fmla="*/ 65658 h 70933"/>
                <a:gd name="connsiteX6" fmla="*/ 1362 w 26567"/>
                <a:gd name="connsiteY6" fmla="*/ 64372 h 70933"/>
                <a:gd name="connsiteX7" fmla="*/ 4598 w 26567"/>
                <a:gd name="connsiteY7" fmla="*/ 47571 h 70933"/>
                <a:gd name="connsiteX8" fmla="*/ 2604 w 26567"/>
                <a:gd name="connsiteY8" fmla="*/ 17381 h 70933"/>
                <a:gd name="connsiteX9" fmla="*/ 1185 w 26567"/>
                <a:gd name="connsiteY9" fmla="*/ 9756 h 70933"/>
                <a:gd name="connsiteX10" fmla="*/ 32 w 26567"/>
                <a:gd name="connsiteY10" fmla="*/ 2442 h 70933"/>
                <a:gd name="connsiteX11" fmla="*/ 9076 w 26567"/>
                <a:gd name="connsiteY11" fmla="*/ 3107 h 70933"/>
                <a:gd name="connsiteX12" fmla="*/ 20026 w 26567"/>
                <a:gd name="connsiteY12" fmla="*/ 12283 h 7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67" h="70933">
                  <a:moveTo>
                    <a:pt x="20026" y="12283"/>
                  </a:moveTo>
                  <a:cubicBezTo>
                    <a:pt x="25434" y="19110"/>
                    <a:pt x="27429" y="28331"/>
                    <a:pt x="26232" y="36931"/>
                  </a:cubicBezTo>
                  <a:cubicBezTo>
                    <a:pt x="25035" y="45576"/>
                    <a:pt x="20824" y="53600"/>
                    <a:pt x="15061" y="60161"/>
                  </a:cubicBezTo>
                  <a:cubicBezTo>
                    <a:pt x="11869" y="63752"/>
                    <a:pt x="8234" y="66988"/>
                    <a:pt x="5485" y="70933"/>
                  </a:cubicBezTo>
                  <a:cubicBezTo>
                    <a:pt x="5042" y="69382"/>
                    <a:pt x="4066" y="67963"/>
                    <a:pt x="2781" y="66988"/>
                  </a:cubicBezTo>
                  <a:cubicBezTo>
                    <a:pt x="2293" y="66589"/>
                    <a:pt x="1673" y="66234"/>
                    <a:pt x="1451" y="65658"/>
                  </a:cubicBezTo>
                  <a:cubicBezTo>
                    <a:pt x="1274" y="65259"/>
                    <a:pt x="1318" y="64771"/>
                    <a:pt x="1362" y="64372"/>
                  </a:cubicBezTo>
                  <a:cubicBezTo>
                    <a:pt x="1850" y="58698"/>
                    <a:pt x="3712" y="53245"/>
                    <a:pt x="4598" y="47571"/>
                  </a:cubicBezTo>
                  <a:cubicBezTo>
                    <a:pt x="6150" y="37463"/>
                    <a:pt x="4421" y="27267"/>
                    <a:pt x="2604" y="17381"/>
                  </a:cubicBezTo>
                  <a:cubicBezTo>
                    <a:pt x="2116" y="14855"/>
                    <a:pt x="1628" y="12283"/>
                    <a:pt x="1185" y="9756"/>
                  </a:cubicBezTo>
                  <a:cubicBezTo>
                    <a:pt x="786" y="7584"/>
                    <a:pt x="-189" y="4658"/>
                    <a:pt x="32" y="2442"/>
                  </a:cubicBezTo>
                  <a:cubicBezTo>
                    <a:pt x="609" y="-2745"/>
                    <a:pt x="6815" y="1733"/>
                    <a:pt x="9076" y="3107"/>
                  </a:cubicBezTo>
                  <a:cubicBezTo>
                    <a:pt x="13154" y="5545"/>
                    <a:pt x="17011" y="8471"/>
                    <a:pt x="20026" y="12283"/>
                  </a:cubicBezTo>
                  <a:close/>
                </a:path>
              </a:pathLst>
            </a:custGeom>
            <a:solidFill>
              <a:srgbClr val="78C4C0">
                <a:alpha val="44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41" name="Forme libre : forme 20340">
              <a:extLst>
                <a:ext uri="{FF2B5EF4-FFF2-40B4-BE49-F238E27FC236}">
                  <a16:creationId xmlns:a16="http://schemas.microsoft.com/office/drawing/2014/main" id="{29E31CF0-6A39-49C5-935F-70BCF4358719}"/>
                </a:ext>
              </a:extLst>
            </p:cNvPr>
            <p:cNvSpPr/>
            <p:nvPr/>
          </p:nvSpPr>
          <p:spPr>
            <a:xfrm>
              <a:off x="4999173" y="2119545"/>
              <a:ext cx="154615" cy="64060"/>
            </a:xfrm>
            <a:custGeom>
              <a:avLst/>
              <a:gdLst>
                <a:gd name="connsiteX0" fmla="*/ 1186 w 154615"/>
                <a:gd name="connsiteY0" fmla="*/ 32014 h 64060"/>
                <a:gd name="connsiteX1" fmla="*/ 11161 w 154615"/>
                <a:gd name="connsiteY1" fmla="*/ 49303 h 64060"/>
                <a:gd name="connsiteX2" fmla="*/ 32351 w 154615"/>
                <a:gd name="connsiteY2" fmla="*/ 59987 h 64060"/>
                <a:gd name="connsiteX3" fmla="*/ 62186 w 154615"/>
                <a:gd name="connsiteY3" fmla="*/ 64021 h 64060"/>
                <a:gd name="connsiteX4" fmla="*/ 113787 w 154615"/>
                <a:gd name="connsiteY4" fmla="*/ 50943 h 64060"/>
                <a:gd name="connsiteX5" fmla="*/ 131120 w 154615"/>
                <a:gd name="connsiteY5" fmla="*/ 39506 h 64060"/>
                <a:gd name="connsiteX6" fmla="*/ 146370 w 154615"/>
                <a:gd name="connsiteY6" fmla="*/ 19291 h 64060"/>
                <a:gd name="connsiteX7" fmla="*/ 154616 w 154615"/>
                <a:gd name="connsiteY7" fmla="*/ 51 h 64060"/>
                <a:gd name="connsiteX8" fmla="*/ 146415 w 154615"/>
                <a:gd name="connsiteY8" fmla="*/ 6302 h 64060"/>
                <a:gd name="connsiteX9" fmla="*/ 129392 w 154615"/>
                <a:gd name="connsiteY9" fmla="*/ 24744 h 64060"/>
                <a:gd name="connsiteX10" fmla="*/ 115738 w 154615"/>
                <a:gd name="connsiteY10" fmla="*/ 35028 h 64060"/>
                <a:gd name="connsiteX11" fmla="*/ 99069 w 154615"/>
                <a:gd name="connsiteY11" fmla="*/ 41057 h 64060"/>
                <a:gd name="connsiteX12" fmla="*/ 43833 w 154615"/>
                <a:gd name="connsiteY12" fmla="*/ 43229 h 64060"/>
                <a:gd name="connsiteX13" fmla="*/ 1186 w 154615"/>
                <a:gd name="connsiteY13" fmla="*/ 32014 h 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4615" h="64060">
                  <a:moveTo>
                    <a:pt x="1186" y="32014"/>
                  </a:moveTo>
                  <a:cubicBezTo>
                    <a:pt x="-3380" y="33831"/>
                    <a:pt x="6373" y="45801"/>
                    <a:pt x="11161" y="49303"/>
                  </a:cubicBezTo>
                  <a:cubicBezTo>
                    <a:pt x="18077" y="54401"/>
                    <a:pt x="24372" y="56928"/>
                    <a:pt x="32351" y="59987"/>
                  </a:cubicBezTo>
                  <a:cubicBezTo>
                    <a:pt x="40907" y="63267"/>
                    <a:pt x="53054" y="64287"/>
                    <a:pt x="62186" y="64021"/>
                  </a:cubicBezTo>
                  <a:cubicBezTo>
                    <a:pt x="80096" y="63533"/>
                    <a:pt x="97695" y="58790"/>
                    <a:pt x="113787" y="50943"/>
                  </a:cubicBezTo>
                  <a:cubicBezTo>
                    <a:pt x="119594" y="48106"/>
                    <a:pt x="126333" y="43894"/>
                    <a:pt x="131120" y="39506"/>
                  </a:cubicBezTo>
                  <a:cubicBezTo>
                    <a:pt x="138036" y="33166"/>
                    <a:pt x="141671" y="27448"/>
                    <a:pt x="146370" y="19291"/>
                  </a:cubicBezTo>
                  <a:cubicBezTo>
                    <a:pt x="149873" y="13217"/>
                    <a:pt x="153419" y="6967"/>
                    <a:pt x="154616" y="51"/>
                  </a:cubicBezTo>
                  <a:cubicBezTo>
                    <a:pt x="151025" y="-481"/>
                    <a:pt x="148410" y="3243"/>
                    <a:pt x="146415" y="6302"/>
                  </a:cubicBezTo>
                  <a:cubicBezTo>
                    <a:pt x="141804" y="13306"/>
                    <a:pt x="135642" y="19158"/>
                    <a:pt x="129392" y="24744"/>
                  </a:cubicBezTo>
                  <a:cubicBezTo>
                    <a:pt x="125136" y="28556"/>
                    <a:pt x="120747" y="32280"/>
                    <a:pt x="115738" y="35028"/>
                  </a:cubicBezTo>
                  <a:cubicBezTo>
                    <a:pt x="110551" y="37865"/>
                    <a:pt x="104788" y="39594"/>
                    <a:pt x="99069" y="41057"/>
                  </a:cubicBezTo>
                  <a:cubicBezTo>
                    <a:pt x="81026" y="45579"/>
                    <a:pt x="61920" y="47574"/>
                    <a:pt x="43833" y="43229"/>
                  </a:cubicBezTo>
                  <a:cubicBezTo>
                    <a:pt x="29470" y="39772"/>
                    <a:pt x="15904" y="32457"/>
                    <a:pt x="1186" y="32014"/>
                  </a:cubicBezTo>
                </a:path>
              </a:pathLst>
            </a:custGeom>
            <a:solidFill>
              <a:srgbClr val="78C4C0">
                <a:alpha val="44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42" name="Forme libre : forme 20341">
              <a:extLst>
                <a:ext uri="{FF2B5EF4-FFF2-40B4-BE49-F238E27FC236}">
                  <a16:creationId xmlns:a16="http://schemas.microsoft.com/office/drawing/2014/main" id="{24E8E780-565B-46C1-99DC-6CD1C6FC4E76}"/>
                </a:ext>
              </a:extLst>
            </p:cNvPr>
            <p:cNvSpPr/>
            <p:nvPr/>
          </p:nvSpPr>
          <p:spPr>
            <a:xfrm>
              <a:off x="4987954" y="2209003"/>
              <a:ext cx="78017" cy="31906"/>
            </a:xfrm>
            <a:custGeom>
              <a:avLst/>
              <a:gdLst>
                <a:gd name="connsiteX0" fmla="*/ 5268 w 78017"/>
                <a:gd name="connsiteY0" fmla="*/ 15302 h 31906"/>
                <a:gd name="connsiteX1" fmla="*/ 14134 w 78017"/>
                <a:gd name="connsiteY1" fmla="*/ 23858 h 31906"/>
                <a:gd name="connsiteX2" fmla="*/ 24153 w 78017"/>
                <a:gd name="connsiteY2" fmla="*/ 30198 h 31906"/>
                <a:gd name="connsiteX3" fmla="*/ 48225 w 78017"/>
                <a:gd name="connsiteY3" fmla="*/ 29843 h 31906"/>
                <a:gd name="connsiteX4" fmla="*/ 67997 w 78017"/>
                <a:gd name="connsiteY4" fmla="*/ 22174 h 31906"/>
                <a:gd name="connsiteX5" fmla="*/ 75755 w 78017"/>
                <a:gd name="connsiteY5" fmla="*/ 14194 h 31906"/>
                <a:gd name="connsiteX6" fmla="*/ 77749 w 78017"/>
                <a:gd name="connsiteY6" fmla="*/ 3422 h 31906"/>
                <a:gd name="connsiteX7" fmla="*/ 77084 w 78017"/>
                <a:gd name="connsiteY7" fmla="*/ 1649 h 31906"/>
                <a:gd name="connsiteX8" fmla="*/ 73449 w 78017"/>
                <a:gd name="connsiteY8" fmla="*/ 8 h 31906"/>
                <a:gd name="connsiteX9" fmla="*/ 64140 w 78017"/>
                <a:gd name="connsiteY9" fmla="*/ 2402 h 31906"/>
                <a:gd name="connsiteX10" fmla="*/ 51062 w 78017"/>
                <a:gd name="connsiteY10" fmla="*/ 4663 h 31906"/>
                <a:gd name="connsiteX11" fmla="*/ 33152 w 78017"/>
                <a:gd name="connsiteY11" fmla="*/ 5904 h 31906"/>
                <a:gd name="connsiteX12" fmla="*/ 22602 w 78017"/>
                <a:gd name="connsiteY12" fmla="*/ 5727 h 31906"/>
                <a:gd name="connsiteX13" fmla="*/ 12140 w 78017"/>
                <a:gd name="connsiteY13" fmla="*/ 2447 h 31906"/>
                <a:gd name="connsiteX14" fmla="*/ 1633 w 78017"/>
                <a:gd name="connsiteY14" fmla="*/ 452 h 31906"/>
                <a:gd name="connsiteX15" fmla="*/ 5268 w 78017"/>
                <a:gd name="connsiteY15" fmla="*/ 15302 h 3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8017" h="31906">
                  <a:moveTo>
                    <a:pt x="5268" y="15302"/>
                  </a:moveTo>
                  <a:cubicBezTo>
                    <a:pt x="7795" y="18583"/>
                    <a:pt x="10943" y="21287"/>
                    <a:pt x="14134" y="23858"/>
                  </a:cubicBezTo>
                  <a:cubicBezTo>
                    <a:pt x="17238" y="26341"/>
                    <a:pt x="20474" y="28735"/>
                    <a:pt x="24153" y="30198"/>
                  </a:cubicBezTo>
                  <a:cubicBezTo>
                    <a:pt x="31734" y="33168"/>
                    <a:pt x="40290" y="31749"/>
                    <a:pt x="48225" y="29843"/>
                  </a:cubicBezTo>
                  <a:cubicBezTo>
                    <a:pt x="55141" y="28203"/>
                    <a:pt x="62101" y="26119"/>
                    <a:pt x="67997" y="22174"/>
                  </a:cubicBezTo>
                  <a:cubicBezTo>
                    <a:pt x="71100" y="20090"/>
                    <a:pt x="73893" y="17475"/>
                    <a:pt x="75755" y="14194"/>
                  </a:cubicBezTo>
                  <a:cubicBezTo>
                    <a:pt x="77616" y="10958"/>
                    <a:pt x="78503" y="7057"/>
                    <a:pt x="77749" y="3422"/>
                  </a:cubicBezTo>
                  <a:cubicBezTo>
                    <a:pt x="77616" y="2801"/>
                    <a:pt x="77439" y="2181"/>
                    <a:pt x="77084" y="1649"/>
                  </a:cubicBezTo>
                  <a:cubicBezTo>
                    <a:pt x="76287" y="496"/>
                    <a:pt x="74824" y="53"/>
                    <a:pt x="73449" y="8"/>
                  </a:cubicBezTo>
                  <a:cubicBezTo>
                    <a:pt x="70213" y="-125"/>
                    <a:pt x="67199" y="1382"/>
                    <a:pt x="64140" y="2402"/>
                  </a:cubicBezTo>
                  <a:cubicBezTo>
                    <a:pt x="59928" y="3821"/>
                    <a:pt x="55495" y="4308"/>
                    <a:pt x="51062" y="4663"/>
                  </a:cubicBezTo>
                  <a:cubicBezTo>
                    <a:pt x="45077" y="5195"/>
                    <a:pt x="39137" y="5550"/>
                    <a:pt x="33152" y="5904"/>
                  </a:cubicBezTo>
                  <a:cubicBezTo>
                    <a:pt x="29650" y="6126"/>
                    <a:pt x="26059" y="6303"/>
                    <a:pt x="22602" y="5727"/>
                  </a:cubicBezTo>
                  <a:cubicBezTo>
                    <a:pt x="18967" y="5151"/>
                    <a:pt x="15553" y="3732"/>
                    <a:pt x="12140" y="2447"/>
                  </a:cubicBezTo>
                  <a:cubicBezTo>
                    <a:pt x="9435" y="1471"/>
                    <a:pt x="4515" y="-923"/>
                    <a:pt x="1633" y="452"/>
                  </a:cubicBezTo>
                  <a:cubicBezTo>
                    <a:pt x="-2977" y="2668"/>
                    <a:pt x="3451" y="12909"/>
                    <a:pt x="5268" y="15302"/>
                  </a:cubicBezTo>
                  <a:close/>
                </a:path>
              </a:pathLst>
            </a:custGeom>
            <a:solidFill>
              <a:srgbClr val="78C4C0">
                <a:alpha val="44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43" name="Forme libre : forme 20342">
              <a:extLst>
                <a:ext uri="{FF2B5EF4-FFF2-40B4-BE49-F238E27FC236}">
                  <a16:creationId xmlns:a16="http://schemas.microsoft.com/office/drawing/2014/main" id="{80142A0B-0987-4168-817D-5D9AF755961D}"/>
                </a:ext>
              </a:extLst>
            </p:cNvPr>
            <p:cNvSpPr/>
            <p:nvPr/>
          </p:nvSpPr>
          <p:spPr>
            <a:xfrm>
              <a:off x="5064152" y="2202657"/>
              <a:ext cx="59052" cy="37491"/>
            </a:xfrm>
            <a:custGeom>
              <a:avLst/>
              <a:gdLst>
                <a:gd name="connsiteX0" fmla="*/ 0 w 59052"/>
                <a:gd name="connsiteY0" fmla="*/ 35480 h 37491"/>
                <a:gd name="connsiteX1" fmla="*/ 41893 w 59052"/>
                <a:gd name="connsiteY1" fmla="*/ 27146 h 37491"/>
                <a:gd name="connsiteX2" fmla="*/ 47168 w 59052"/>
                <a:gd name="connsiteY2" fmla="*/ 22136 h 37491"/>
                <a:gd name="connsiteX3" fmla="*/ 55281 w 59052"/>
                <a:gd name="connsiteY3" fmla="*/ 12782 h 37491"/>
                <a:gd name="connsiteX4" fmla="*/ 59049 w 59052"/>
                <a:gd name="connsiteY4" fmla="*/ 1168 h 37491"/>
                <a:gd name="connsiteX5" fmla="*/ 58827 w 59052"/>
                <a:gd name="connsiteY5" fmla="*/ 281 h 37491"/>
                <a:gd name="connsiteX6" fmla="*/ 57808 w 59052"/>
                <a:gd name="connsiteY6" fmla="*/ 15 h 37491"/>
                <a:gd name="connsiteX7" fmla="*/ 47434 w 59052"/>
                <a:gd name="connsiteY7" fmla="*/ 5113 h 37491"/>
                <a:gd name="connsiteX8" fmla="*/ 24027 w 59052"/>
                <a:gd name="connsiteY8" fmla="*/ 13004 h 37491"/>
                <a:gd name="connsiteX9" fmla="*/ 15383 w 59052"/>
                <a:gd name="connsiteY9" fmla="*/ 14157 h 37491"/>
                <a:gd name="connsiteX10" fmla="*/ 9354 w 59052"/>
                <a:gd name="connsiteY10" fmla="*/ 23954 h 37491"/>
                <a:gd name="connsiteX11" fmla="*/ 0 w 59052"/>
                <a:gd name="connsiteY11" fmla="*/ 35480 h 3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52" h="37491">
                  <a:moveTo>
                    <a:pt x="0" y="35480"/>
                  </a:moveTo>
                  <a:cubicBezTo>
                    <a:pt x="14142" y="40002"/>
                    <a:pt x="30544" y="36765"/>
                    <a:pt x="41893" y="27146"/>
                  </a:cubicBezTo>
                  <a:cubicBezTo>
                    <a:pt x="43755" y="25594"/>
                    <a:pt x="45439" y="23865"/>
                    <a:pt x="47168" y="22136"/>
                  </a:cubicBezTo>
                  <a:cubicBezTo>
                    <a:pt x="50094" y="19210"/>
                    <a:pt x="53020" y="16240"/>
                    <a:pt x="55281" y="12782"/>
                  </a:cubicBezTo>
                  <a:cubicBezTo>
                    <a:pt x="57542" y="9325"/>
                    <a:pt x="59137" y="5290"/>
                    <a:pt x="59049" y="1168"/>
                  </a:cubicBezTo>
                  <a:cubicBezTo>
                    <a:pt x="59049" y="857"/>
                    <a:pt x="59004" y="503"/>
                    <a:pt x="58827" y="281"/>
                  </a:cubicBezTo>
                  <a:cubicBezTo>
                    <a:pt x="58606" y="15"/>
                    <a:pt x="58207" y="-29"/>
                    <a:pt x="57808" y="15"/>
                  </a:cubicBezTo>
                  <a:cubicBezTo>
                    <a:pt x="53906" y="192"/>
                    <a:pt x="50670" y="2896"/>
                    <a:pt x="47434" y="5113"/>
                  </a:cubicBezTo>
                  <a:cubicBezTo>
                    <a:pt x="40563" y="9856"/>
                    <a:pt x="32362" y="12561"/>
                    <a:pt x="24027" y="13004"/>
                  </a:cubicBezTo>
                  <a:cubicBezTo>
                    <a:pt x="21368" y="13137"/>
                    <a:pt x="17599" y="12250"/>
                    <a:pt x="15383" y="14157"/>
                  </a:cubicBezTo>
                  <a:cubicBezTo>
                    <a:pt x="12723" y="16418"/>
                    <a:pt x="11304" y="21072"/>
                    <a:pt x="9354" y="23954"/>
                  </a:cubicBezTo>
                  <a:cubicBezTo>
                    <a:pt x="6561" y="28077"/>
                    <a:pt x="3458" y="31933"/>
                    <a:pt x="0" y="35480"/>
                  </a:cubicBezTo>
                  <a:close/>
                </a:path>
              </a:pathLst>
            </a:custGeom>
            <a:solidFill>
              <a:srgbClr val="78C4C0">
                <a:alpha val="44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44" name="Forme libre : forme 20343">
              <a:extLst>
                <a:ext uri="{FF2B5EF4-FFF2-40B4-BE49-F238E27FC236}">
                  <a16:creationId xmlns:a16="http://schemas.microsoft.com/office/drawing/2014/main" id="{35B3B183-2B0F-4EBE-9AC2-213BA686C52C}"/>
                </a:ext>
              </a:extLst>
            </p:cNvPr>
            <p:cNvSpPr/>
            <p:nvPr/>
          </p:nvSpPr>
          <p:spPr>
            <a:xfrm>
              <a:off x="5133087" y="2161185"/>
              <a:ext cx="36751" cy="40688"/>
            </a:xfrm>
            <a:custGeom>
              <a:avLst/>
              <a:gdLst>
                <a:gd name="connsiteX0" fmla="*/ 0 w 36751"/>
                <a:gd name="connsiteY0" fmla="*/ 18745 h 40688"/>
                <a:gd name="connsiteX1" fmla="*/ 1020 w 36751"/>
                <a:gd name="connsiteY1" fmla="*/ 25439 h 40688"/>
                <a:gd name="connsiteX2" fmla="*/ 1330 w 36751"/>
                <a:gd name="connsiteY2" fmla="*/ 40689 h 40688"/>
                <a:gd name="connsiteX3" fmla="*/ 21146 w 36751"/>
                <a:gd name="connsiteY3" fmla="*/ 32886 h 40688"/>
                <a:gd name="connsiteX4" fmla="*/ 31253 w 36751"/>
                <a:gd name="connsiteY4" fmla="*/ 24020 h 40688"/>
                <a:gd name="connsiteX5" fmla="*/ 34445 w 36751"/>
                <a:gd name="connsiteY5" fmla="*/ 16617 h 40688"/>
                <a:gd name="connsiteX6" fmla="*/ 36750 w 36751"/>
                <a:gd name="connsiteY6" fmla="*/ 6066 h 40688"/>
                <a:gd name="connsiteX7" fmla="*/ 35642 w 36751"/>
                <a:gd name="connsiteY7" fmla="*/ 1811 h 40688"/>
                <a:gd name="connsiteX8" fmla="*/ 31830 w 36751"/>
                <a:gd name="connsiteY8" fmla="*/ 82 h 40688"/>
                <a:gd name="connsiteX9" fmla="*/ 29436 w 36751"/>
                <a:gd name="connsiteY9" fmla="*/ 1500 h 40688"/>
                <a:gd name="connsiteX10" fmla="*/ 19727 w 36751"/>
                <a:gd name="connsiteY10" fmla="*/ 9613 h 40688"/>
                <a:gd name="connsiteX11" fmla="*/ 3458 w 36751"/>
                <a:gd name="connsiteY11" fmla="*/ 18479 h 40688"/>
                <a:gd name="connsiteX12" fmla="*/ 0 w 36751"/>
                <a:gd name="connsiteY12" fmla="*/ 18745 h 40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751" h="40688">
                  <a:moveTo>
                    <a:pt x="0" y="18745"/>
                  </a:moveTo>
                  <a:cubicBezTo>
                    <a:pt x="355" y="20961"/>
                    <a:pt x="665" y="23222"/>
                    <a:pt x="1020" y="25439"/>
                  </a:cubicBezTo>
                  <a:cubicBezTo>
                    <a:pt x="1818" y="30493"/>
                    <a:pt x="2571" y="35724"/>
                    <a:pt x="1330" y="40689"/>
                  </a:cubicBezTo>
                  <a:cubicBezTo>
                    <a:pt x="8423" y="39846"/>
                    <a:pt x="15028" y="36610"/>
                    <a:pt x="21146" y="32886"/>
                  </a:cubicBezTo>
                  <a:cubicBezTo>
                    <a:pt x="25003" y="30537"/>
                    <a:pt x="28859" y="27833"/>
                    <a:pt x="31253" y="24020"/>
                  </a:cubicBezTo>
                  <a:cubicBezTo>
                    <a:pt x="32672" y="21760"/>
                    <a:pt x="33558" y="19188"/>
                    <a:pt x="34445" y="16617"/>
                  </a:cubicBezTo>
                  <a:cubicBezTo>
                    <a:pt x="35598" y="13204"/>
                    <a:pt x="36795" y="9701"/>
                    <a:pt x="36750" y="6066"/>
                  </a:cubicBezTo>
                  <a:cubicBezTo>
                    <a:pt x="36750" y="4559"/>
                    <a:pt x="36484" y="3052"/>
                    <a:pt x="35642" y="1811"/>
                  </a:cubicBezTo>
                  <a:cubicBezTo>
                    <a:pt x="34800" y="569"/>
                    <a:pt x="33292" y="-273"/>
                    <a:pt x="31830" y="82"/>
                  </a:cubicBezTo>
                  <a:cubicBezTo>
                    <a:pt x="30899" y="303"/>
                    <a:pt x="30145" y="924"/>
                    <a:pt x="29436" y="1500"/>
                  </a:cubicBezTo>
                  <a:cubicBezTo>
                    <a:pt x="26200" y="4204"/>
                    <a:pt x="22963" y="6909"/>
                    <a:pt x="19727" y="9613"/>
                  </a:cubicBezTo>
                  <a:cubicBezTo>
                    <a:pt x="14895" y="13647"/>
                    <a:pt x="9708" y="17858"/>
                    <a:pt x="3458" y="18479"/>
                  </a:cubicBezTo>
                  <a:cubicBezTo>
                    <a:pt x="2261" y="18435"/>
                    <a:pt x="1153" y="18745"/>
                    <a:pt x="0" y="18745"/>
                  </a:cubicBezTo>
                  <a:close/>
                </a:path>
              </a:pathLst>
            </a:custGeom>
            <a:solidFill>
              <a:srgbClr val="78C4C0">
                <a:alpha val="44000"/>
              </a:srgbClr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45" name="Forme libre : forme 20344">
              <a:extLst>
                <a:ext uri="{FF2B5EF4-FFF2-40B4-BE49-F238E27FC236}">
                  <a16:creationId xmlns:a16="http://schemas.microsoft.com/office/drawing/2014/main" id="{3FCF6B90-C43D-48B0-9DBD-C0E99C246300}"/>
                </a:ext>
              </a:extLst>
            </p:cNvPr>
            <p:cNvSpPr/>
            <p:nvPr/>
          </p:nvSpPr>
          <p:spPr>
            <a:xfrm>
              <a:off x="5087027" y="2015285"/>
              <a:ext cx="41272" cy="38567"/>
            </a:xfrm>
            <a:custGeom>
              <a:avLst/>
              <a:gdLst>
                <a:gd name="connsiteX0" fmla="*/ 0 w 41272"/>
                <a:gd name="connsiteY0" fmla="*/ 0 h 38567"/>
                <a:gd name="connsiteX1" fmla="*/ 41272 w 41272"/>
                <a:gd name="connsiteY1" fmla="*/ 38568 h 38567"/>
                <a:gd name="connsiteX2" fmla="*/ 0 w 41272"/>
                <a:gd name="connsiteY2" fmla="*/ 0 h 3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272" h="38567">
                  <a:moveTo>
                    <a:pt x="0" y="0"/>
                  </a:moveTo>
                  <a:cubicBezTo>
                    <a:pt x="0" y="0"/>
                    <a:pt x="37859" y="3192"/>
                    <a:pt x="41272" y="38568"/>
                  </a:cubicBezTo>
                  <a:cubicBezTo>
                    <a:pt x="41316" y="38568"/>
                    <a:pt x="31697" y="83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46" name="Forme libre : forme 20345">
              <a:extLst>
                <a:ext uri="{FF2B5EF4-FFF2-40B4-BE49-F238E27FC236}">
                  <a16:creationId xmlns:a16="http://schemas.microsoft.com/office/drawing/2014/main" id="{435F6E7E-998F-49A1-85F7-0B1980676FE9}"/>
                </a:ext>
              </a:extLst>
            </p:cNvPr>
            <p:cNvSpPr/>
            <p:nvPr/>
          </p:nvSpPr>
          <p:spPr>
            <a:xfrm>
              <a:off x="4960728" y="2029978"/>
              <a:ext cx="47936" cy="20151"/>
            </a:xfrm>
            <a:custGeom>
              <a:avLst/>
              <a:gdLst>
                <a:gd name="connsiteX0" fmla="*/ 47922 w 47936"/>
                <a:gd name="connsiteY0" fmla="*/ 25 h 20151"/>
                <a:gd name="connsiteX1" fmla="*/ 0 w 47936"/>
                <a:gd name="connsiteY1" fmla="*/ 20151 h 20151"/>
                <a:gd name="connsiteX2" fmla="*/ 47922 w 47936"/>
                <a:gd name="connsiteY2" fmla="*/ 25 h 2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936" h="20151">
                  <a:moveTo>
                    <a:pt x="47922" y="25"/>
                  </a:moveTo>
                  <a:cubicBezTo>
                    <a:pt x="48675" y="-19"/>
                    <a:pt x="19417" y="-1216"/>
                    <a:pt x="0" y="20151"/>
                  </a:cubicBezTo>
                  <a:cubicBezTo>
                    <a:pt x="44" y="20196"/>
                    <a:pt x="23628" y="1000"/>
                    <a:pt x="47922" y="25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47" name="Forme libre : forme 20346">
              <a:extLst>
                <a:ext uri="{FF2B5EF4-FFF2-40B4-BE49-F238E27FC236}">
                  <a16:creationId xmlns:a16="http://schemas.microsoft.com/office/drawing/2014/main" id="{BD4E679C-E4EF-435B-A295-094725125673}"/>
                </a:ext>
              </a:extLst>
            </p:cNvPr>
            <p:cNvSpPr/>
            <p:nvPr/>
          </p:nvSpPr>
          <p:spPr>
            <a:xfrm>
              <a:off x="5028333" y="2105676"/>
              <a:ext cx="102227" cy="42011"/>
            </a:xfrm>
            <a:custGeom>
              <a:avLst/>
              <a:gdLst>
                <a:gd name="connsiteX0" fmla="*/ 0 w 102227"/>
                <a:gd name="connsiteY0" fmla="*/ 39322 h 42011"/>
                <a:gd name="connsiteX1" fmla="*/ 102227 w 102227"/>
                <a:gd name="connsiteY1" fmla="*/ 0 h 42011"/>
                <a:gd name="connsiteX2" fmla="*/ 0 w 102227"/>
                <a:gd name="connsiteY2" fmla="*/ 39322 h 4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227" h="42011">
                  <a:moveTo>
                    <a:pt x="0" y="39322"/>
                  </a:moveTo>
                  <a:cubicBezTo>
                    <a:pt x="0" y="39322"/>
                    <a:pt x="57985" y="54305"/>
                    <a:pt x="102227" y="0"/>
                  </a:cubicBezTo>
                  <a:cubicBezTo>
                    <a:pt x="102183" y="0"/>
                    <a:pt x="69777" y="54571"/>
                    <a:pt x="0" y="39322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48" name="Forme libre : forme 20347">
              <a:extLst>
                <a:ext uri="{FF2B5EF4-FFF2-40B4-BE49-F238E27FC236}">
                  <a16:creationId xmlns:a16="http://schemas.microsoft.com/office/drawing/2014/main" id="{7246FD34-A69D-4CD2-9F1E-4D96471EA066}"/>
                </a:ext>
              </a:extLst>
            </p:cNvPr>
            <p:cNvSpPr/>
            <p:nvPr/>
          </p:nvSpPr>
          <p:spPr>
            <a:xfrm>
              <a:off x="5161015" y="2137151"/>
              <a:ext cx="8931" cy="40651"/>
            </a:xfrm>
            <a:custGeom>
              <a:avLst/>
              <a:gdLst>
                <a:gd name="connsiteX0" fmla="*/ 0 w 8931"/>
                <a:gd name="connsiteY0" fmla="*/ 0 h 40651"/>
                <a:gd name="connsiteX1" fmla="*/ 6517 w 8931"/>
                <a:gd name="connsiteY1" fmla="*/ 40652 h 40651"/>
                <a:gd name="connsiteX2" fmla="*/ 0 w 8931"/>
                <a:gd name="connsiteY2" fmla="*/ 0 h 4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31" h="40651">
                  <a:moveTo>
                    <a:pt x="0" y="0"/>
                  </a:moveTo>
                  <a:cubicBezTo>
                    <a:pt x="0" y="0"/>
                    <a:pt x="14541" y="14452"/>
                    <a:pt x="6517" y="40652"/>
                  </a:cubicBezTo>
                  <a:cubicBezTo>
                    <a:pt x="6517" y="40652"/>
                    <a:pt x="9797" y="181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49" name="Forme libre : forme 20348">
              <a:extLst>
                <a:ext uri="{FF2B5EF4-FFF2-40B4-BE49-F238E27FC236}">
                  <a16:creationId xmlns:a16="http://schemas.microsoft.com/office/drawing/2014/main" id="{3B03627D-62F7-40A8-AB75-F4F99965A43E}"/>
                </a:ext>
              </a:extLst>
            </p:cNvPr>
            <p:cNvSpPr/>
            <p:nvPr/>
          </p:nvSpPr>
          <p:spPr>
            <a:xfrm>
              <a:off x="5118989" y="2176694"/>
              <a:ext cx="6170" cy="42513"/>
            </a:xfrm>
            <a:custGeom>
              <a:avLst/>
              <a:gdLst>
                <a:gd name="connsiteX0" fmla="*/ 2438 w 6170"/>
                <a:gd name="connsiteY0" fmla="*/ 0 h 42513"/>
                <a:gd name="connsiteX1" fmla="*/ 0 w 6170"/>
                <a:gd name="connsiteY1" fmla="*/ 42513 h 42513"/>
                <a:gd name="connsiteX2" fmla="*/ 2438 w 6170"/>
                <a:gd name="connsiteY2" fmla="*/ 0 h 4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70" h="42513">
                  <a:moveTo>
                    <a:pt x="2438" y="0"/>
                  </a:moveTo>
                  <a:cubicBezTo>
                    <a:pt x="2438" y="0"/>
                    <a:pt x="12280" y="17466"/>
                    <a:pt x="0" y="42513"/>
                  </a:cubicBezTo>
                  <a:cubicBezTo>
                    <a:pt x="0" y="42513"/>
                    <a:pt x="9088" y="20880"/>
                    <a:pt x="2438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50" name="Forme libre : forme 20349">
              <a:extLst>
                <a:ext uri="{FF2B5EF4-FFF2-40B4-BE49-F238E27FC236}">
                  <a16:creationId xmlns:a16="http://schemas.microsoft.com/office/drawing/2014/main" id="{61A40B07-EBDC-4AB1-9FDC-6B89A736AC37}"/>
                </a:ext>
              </a:extLst>
            </p:cNvPr>
            <p:cNvSpPr/>
            <p:nvPr/>
          </p:nvSpPr>
          <p:spPr>
            <a:xfrm>
              <a:off x="5055907" y="2191190"/>
              <a:ext cx="15674" cy="39986"/>
            </a:xfrm>
            <a:custGeom>
              <a:avLst/>
              <a:gdLst>
                <a:gd name="connsiteX0" fmla="*/ 15161 w 15674"/>
                <a:gd name="connsiteY0" fmla="*/ 0 h 39986"/>
                <a:gd name="connsiteX1" fmla="*/ 0 w 15674"/>
                <a:gd name="connsiteY1" fmla="*/ 39986 h 39986"/>
                <a:gd name="connsiteX2" fmla="*/ 15161 w 15674"/>
                <a:gd name="connsiteY2" fmla="*/ 0 h 3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74" h="39986">
                  <a:moveTo>
                    <a:pt x="15161" y="0"/>
                  </a:moveTo>
                  <a:cubicBezTo>
                    <a:pt x="15161" y="0"/>
                    <a:pt x="19993" y="22963"/>
                    <a:pt x="0" y="39986"/>
                  </a:cubicBezTo>
                  <a:cubicBezTo>
                    <a:pt x="44" y="39986"/>
                    <a:pt x="15161" y="24825"/>
                    <a:pt x="15161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51" name="Forme libre : forme 20350">
              <a:extLst>
                <a:ext uri="{FF2B5EF4-FFF2-40B4-BE49-F238E27FC236}">
                  <a16:creationId xmlns:a16="http://schemas.microsoft.com/office/drawing/2014/main" id="{D5C2657C-7F80-46D3-AA2E-E2DD56162222}"/>
                </a:ext>
              </a:extLst>
            </p:cNvPr>
            <p:cNvSpPr/>
            <p:nvPr/>
          </p:nvSpPr>
          <p:spPr>
            <a:xfrm>
              <a:off x="4941262" y="2170310"/>
              <a:ext cx="15343" cy="48631"/>
            </a:xfrm>
            <a:custGeom>
              <a:avLst/>
              <a:gdLst>
                <a:gd name="connsiteX0" fmla="*/ 5502 w 15343"/>
                <a:gd name="connsiteY0" fmla="*/ 0 h 48631"/>
                <a:gd name="connsiteX1" fmla="*/ 15343 w 15343"/>
                <a:gd name="connsiteY1" fmla="*/ 48631 h 48631"/>
                <a:gd name="connsiteX2" fmla="*/ 5502 w 15343"/>
                <a:gd name="connsiteY2" fmla="*/ 0 h 48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43" h="48631">
                  <a:moveTo>
                    <a:pt x="5502" y="0"/>
                  </a:moveTo>
                  <a:cubicBezTo>
                    <a:pt x="5502" y="0"/>
                    <a:pt x="-11964" y="28505"/>
                    <a:pt x="15343" y="48631"/>
                  </a:cubicBezTo>
                  <a:cubicBezTo>
                    <a:pt x="15299" y="48631"/>
                    <a:pt x="-7044" y="28505"/>
                    <a:pt x="5502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52" name="Forme libre : forme 20351">
              <a:extLst>
                <a:ext uri="{FF2B5EF4-FFF2-40B4-BE49-F238E27FC236}">
                  <a16:creationId xmlns:a16="http://schemas.microsoft.com/office/drawing/2014/main" id="{8BC4017A-C6A3-4F2D-BE24-F27E94137D4A}"/>
                </a:ext>
              </a:extLst>
            </p:cNvPr>
            <p:cNvSpPr/>
            <p:nvPr/>
          </p:nvSpPr>
          <p:spPr>
            <a:xfrm>
              <a:off x="4937156" y="2101775"/>
              <a:ext cx="7390" cy="51335"/>
            </a:xfrm>
            <a:custGeom>
              <a:avLst/>
              <a:gdLst>
                <a:gd name="connsiteX0" fmla="*/ 7391 w 7390"/>
                <a:gd name="connsiteY0" fmla="*/ 0 h 51335"/>
                <a:gd name="connsiteX1" fmla="*/ 6416 w 7390"/>
                <a:gd name="connsiteY1" fmla="*/ 51335 h 51335"/>
                <a:gd name="connsiteX2" fmla="*/ 7391 w 7390"/>
                <a:gd name="connsiteY2" fmla="*/ 0 h 5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90" h="51335">
                  <a:moveTo>
                    <a:pt x="7391" y="0"/>
                  </a:moveTo>
                  <a:cubicBezTo>
                    <a:pt x="7391" y="0"/>
                    <a:pt x="-8568" y="19639"/>
                    <a:pt x="6416" y="51335"/>
                  </a:cubicBezTo>
                  <a:cubicBezTo>
                    <a:pt x="6416" y="51335"/>
                    <a:pt x="-2938" y="24559"/>
                    <a:pt x="7391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53" name="Forme libre : forme 20352">
              <a:extLst>
                <a:ext uri="{FF2B5EF4-FFF2-40B4-BE49-F238E27FC236}">
                  <a16:creationId xmlns:a16="http://schemas.microsoft.com/office/drawing/2014/main" id="{8B12BBE2-E3EC-42A1-B3F0-4896F5953D7F}"/>
                </a:ext>
              </a:extLst>
            </p:cNvPr>
            <p:cNvSpPr/>
            <p:nvPr/>
          </p:nvSpPr>
          <p:spPr>
            <a:xfrm>
              <a:off x="4977205" y="2073488"/>
              <a:ext cx="82558" cy="29483"/>
            </a:xfrm>
            <a:custGeom>
              <a:avLst/>
              <a:gdLst>
                <a:gd name="connsiteX0" fmla="*/ 14 w 82558"/>
                <a:gd name="connsiteY0" fmla="*/ 3 h 29483"/>
                <a:gd name="connsiteX1" fmla="*/ 82558 w 82558"/>
                <a:gd name="connsiteY1" fmla="*/ 29483 h 29483"/>
                <a:gd name="connsiteX2" fmla="*/ 14 w 82558"/>
                <a:gd name="connsiteY2" fmla="*/ 3 h 2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558" h="29483">
                  <a:moveTo>
                    <a:pt x="14" y="3"/>
                  </a:moveTo>
                  <a:cubicBezTo>
                    <a:pt x="-873" y="-174"/>
                    <a:pt x="40311" y="6653"/>
                    <a:pt x="82558" y="29483"/>
                  </a:cubicBezTo>
                  <a:cubicBezTo>
                    <a:pt x="82558" y="29483"/>
                    <a:pt x="22135" y="417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54" name="Forme libre : forme 20353">
              <a:extLst>
                <a:ext uri="{FF2B5EF4-FFF2-40B4-BE49-F238E27FC236}">
                  <a16:creationId xmlns:a16="http://schemas.microsoft.com/office/drawing/2014/main" id="{B39E68B5-3188-4849-905D-EE5796D23D4B}"/>
                </a:ext>
              </a:extLst>
            </p:cNvPr>
            <p:cNvSpPr/>
            <p:nvPr/>
          </p:nvSpPr>
          <p:spPr>
            <a:xfrm>
              <a:off x="4961127" y="2089584"/>
              <a:ext cx="9575" cy="9575"/>
            </a:xfrm>
            <a:custGeom>
              <a:avLst/>
              <a:gdLst>
                <a:gd name="connsiteX0" fmla="*/ 9576 w 9575"/>
                <a:gd name="connsiteY0" fmla="*/ 4788 h 9575"/>
                <a:gd name="connsiteX1" fmla="*/ 4788 w 9575"/>
                <a:gd name="connsiteY1" fmla="*/ 9575 h 9575"/>
                <a:gd name="connsiteX2" fmla="*/ 0 w 9575"/>
                <a:gd name="connsiteY2" fmla="*/ 4788 h 9575"/>
                <a:gd name="connsiteX3" fmla="*/ 4788 w 9575"/>
                <a:gd name="connsiteY3" fmla="*/ 0 h 9575"/>
                <a:gd name="connsiteX4" fmla="*/ 9576 w 9575"/>
                <a:gd name="connsiteY4" fmla="*/ 4788 h 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75" h="9575">
                  <a:moveTo>
                    <a:pt x="9576" y="4788"/>
                  </a:moveTo>
                  <a:cubicBezTo>
                    <a:pt x="9576" y="7432"/>
                    <a:pt x="7432" y="9575"/>
                    <a:pt x="4788" y="9575"/>
                  </a:cubicBezTo>
                  <a:cubicBezTo>
                    <a:pt x="2144" y="9575"/>
                    <a:pt x="0" y="7432"/>
                    <a:pt x="0" y="4788"/>
                  </a:cubicBezTo>
                  <a:cubicBezTo>
                    <a:pt x="0" y="2144"/>
                    <a:pt x="2144" y="0"/>
                    <a:pt x="4788" y="0"/>
                  </a:cubicBezTo>
                  <a:cubicBezTo>
                    <a:pt x="7432" y="0"/>
                    <a:pt x="9576" y="2144"/>
                    <a:pt x="9576" y="4788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55" name="Forme libre : forme 20354">
              <a:extLst>
                <a:ext uri="{FF2B5EF4-FFF2-40B4-BE49-F238E27FC236}">
                  <a16:creationId xmlns:a16="http://schemas.microsoft.com/office/drawing/2014/main" id="{FAAE15F4-7DFE-4BDD-9F23-EEE956A3805D}"/>
                </a:ext>
              </a:extLst>
            </p:cNvPr>
            <p:cNvSpPr/>
            <p:nvPr/>
          </p:nvSpPr>
          <p:spPr>
            <a:xfrm>
              <a:off x="4975490" y="2102484"/>
              <a:ext cx="3723" cy="3723"/>
            </a:xfrm>
            <a:custGeom>
              <a:avLst/>
              <a:gdLst>
                <a:gd name="connsiteX0" fmla="*/ 3724 w 3723"/>
                <a:gd name="connsiteY0" fmla="*/ 1862 h 3723"/>
                <a:gd name="connsiteX1" fmla="*/ 1862 w 3723"/>
                <a:gd name="connsiteY1" fmla="*/ 3724 h 3723"/>
                <a:gd name="connsiteX2" fmla="*/ 0 w 3723"/>
                <a:gd name="connsiteY2" fmla="*/ 1862 h 3723"/>
                <a:gd name="connsiteX3" fmla="*/ 1862 w 3723"/>
                <a:gd name="connsiteY3" fmla="*/ 0 h 3723"/>
                <a:gd name="connsiteX4" fmla="*/ 3724 w 3723"/>
                <a:gd name="connsiteY4" fmla="*/ 1862 h 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23" h="3723">
                  <a:moveTo>
                    <a:pt x="3724" y="1862"/>
                  </a:moveTo>
                  <a:cubicBezTo>
                    <a:pt x="3724" y="2890"/>
                    <a:pt x="2890" y="3724"/>
                    <a:pt x="1862" y="3724"/>
                  </a:cubicBezTo>
                  <a:cubicBezTo>
                    <a:pt x="834" y="3724"/>
                    <a:pt x="0" y="2890"/>
                    <a:pt x="0" y="1862"/>
                  </a:cubicBezTo>
                  <a:cubicBezTo>
                    <a:pt x="0" y="834"/>
                    <a:pt x="834" y="0"/>
                    <a:pt x="1862" y="0"/>
                  </a:cubicBezTo>
                  <a:cubicBezTo>
                    <a:pt x="2890" y="0"/>
                    <a:pt x="3724" y="834"/>
                    <a:pt x="3724" y="1862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56" name="Forme libre : forme 20355">
              <a:extLst>
                <a:ext uri="{FF2B5EF4-FFF2-40B4-BE49-F238E27FC236}">
                  <a16:creationId xmlns:a16="http://schemas.microsoft.com/office/drawing/2014/main" id="{47FE2666-3F79-4ED9-9377-A4D7D0975628}"/>
                </a:ext>
              </a:extLst>
            </p:cNvPr>
            <p:cNvSpPr/>
            <p:nvPr/>
          </p:nvSpPr>
          <p:spPr>
            <a:xfrm>
              <a:off x="4956339" y="2140476"/>
              <a:ext cx="7358" cy="7358"/>
            </a:xfrm>
            <a:custGeom>
              <a:avLst/>
              <a:gdLst>
                <a:gd name="connsiteX0" fmla="*/ 7359 w 7358"/>
                <a:gd name="connsiteY0" fmla="*/ 3680 h 7358"/>
                <a:gd name="connsiteX1" fmla="*/ 3679 w 7358"/>
                <a:gd name="connsiteY1" fmla="*/ 7359 h 7358"/>
                <a:gd name="connsiteX2" fmla="*/ 0 w 7358"/>
                <a:gd name="connsiteY2" fmla="*/ 3680 h 7358"/>
                <a:gd name="connsiteX3" fmla="*/ 3679 w 7358"/>
                <a:gd name="connsiteY3" fmla="*/ 0 h 7358"/>
                <a:gd name="connsiteX4" fmla="*/ 7359 w 7358"/>
                <a:gd name="connsiteY4" fmla="*/ 3680 h 7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8" h="7358">
                  <a:moveTo>
                    <a:pt x="7359" y="3680"/>
                  </a:moveTo>
                  <a:cubicBezTo>
                    <a:pt x="7359" y="5712"/>
                    <a:pt x="5712" y="7359"/>
                    <a:pt x="3679" y="7359"/>
                  </a:cubicBezTo>
                  <a:cubicBezTo>
                    <a:pt x="1647" y="7359"/>
                    <a:pt x="0" y="5712"/>
                    <a:pt x="0" y="3680"/>
                  </a:cubicBezTo>
                  <a:cubicBezTo>
                    <a:pt x="0" y="1647"/>
                    <a:pt x="1647" y="0"/>
                    <a:pt x="3679" y="0"/>
                  </a:cubicBezTo>
                  <a:cubicBezTo>
                    <a:pt x="5712" y="0"/>
                    <a:pt x="7359" y="1648"/>
                    <a:pt x="7359" y="368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57" name="Forme libre : forme 20356">
              <a:extLst>
                <a:ext uri="{FF2B5EF4-FFF2-40B4-BE49-F238E27FC236}">
                  <a16:creationId xmlns:a16="http://schemas.microsoft.com/office/drawing/2014/main" id="{7CC5ECB3-283F-47FC-B22E-EADADCC7AC64}"/>
                </a:ext>
              </a:extLst>
            </p:cNvPr>
            <p:cNvSpPr/>
            <p:nvPr/>
          </p:nvSpPr>
          <p:spPr>
            <a:xfrm>
              <a:off x="5036312" y="2159981"/>
              <a:ext cx="4787" cy="4787"/>
            </a:xfrm>
            <a:custGeom>
              <a:avLst/>
              <a:gdLst>
                <a:gd name="connsiteX0" fmla="*/ 4788 w 4787"/>
                <a:gd name="connsiteY0" fmla="*/ 2394 h 4787"/>
                <a:gd name="connsiteX1" fmla="*/ 2394 w 4787"/>
                <a:gd name="connsiteY1" fmla="*/ 4788 h 4787"/>
                <a:gd name="connsiteX2" fmla="*/ 0 w 4787"/>
                <a:gd name="connsiteY2" fmla="*/ 2394 h 4787"/>
                <a:gd name="connsiteX3" fmla="*/ 2394 w 4787"/>
                <a:gd name="connsiteY3" fmla="*/ 0 h 4787"/>
                <a:gd name="connsiteX4" fmla="*/ 4788 w 4787"/>
                <a:gd name="connsiteY4" fmla="*/ 2394 h 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87" h="4787">
                  <a:moveTo>
                    <a:pt x="4788" y="2394"/>
                  </a:moveTo>
                  <a:cubicBezTo>
                    <a:pt x="4788" y="3716"/>
                    <a:pt x="3716" y="4788"/>
                    <a:pt x="2394" y="4788"/>
                  </a:cubicBezTo>
                  <a:cubicBezTo>
                    <a:pt x="1072" y="4788"/>
                    <a:pt x="0" y="3716"/>
                    <a:pt x="0" y="2394"/>
                  </a:cubicBezTo>
                  <a:cubicBezTo>
                    <a:pt x="0" y="1072"/>
                    <a:pt x="1072" y="0"/>
                    <a:pt x="2394" y="0"/>
                  </a:cubicBezTo>
                  <a:cubicBezTo>
                    <a:pt x="3716" y="0"/>
                    <a:pt x="4788" y="1072"/>
                    <a:pt x="4788" y="2394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58" name="Forme libre : forme 20357">
              <a:extLst>
                <a:ext uri="{FF2B5EF4-FFF2-40B4-BE49-F238E27FC236}">
                  <a16:creationId xmlns:a16="http://schemas.microsoft.com/office/drawing/2014/main" id="{EB266592-38B5-48AB-9F3A-D42FD7E94064}"/>
                </a:ext>
              </a:extLst>
            </p:cNvPr>
            <p:cNvSpPr/>
            <p:nvPr/>
          </p:nvSpPr>
          <p:spPr>
            <a:xfrm>
              <a:off x="5104493" y="2058242"/>
              <a:ext cx="6029" cy="6029"/>
            </a:xfrm>
            <a:custGeom>
              <a:avLst/>
              <a:gdLst>
                <a:gd name="connsiteX0" fmla="*/ 6029 w 6029"/>
                <a:gd name="connsiteY0" fmla="*/ 3015 h 6029"/>
                <a:gd name="connsiteX1" fmla="*/ 3015 w 6029"/>
                <a:gd name="connsiteY1" fmla="*/ 6029 h 6029"/>
                <a:gd name="connsiteX2" fmla="*/ 0 w 6029"/>
                <a:gd name="connsiteY2" fmla="*/ 3015 h 6029"/>
                <a:gd name="connsiteX3" fmla="*/ 3015 w 6029"/>
                <a:gd name="connsiteY3" fmla="*/ 0 h 6029"/>
                <a:gd name="connsiteX4" fmla="*/ 6029 w 6029"/>
                <a:gd name="connsiteY4" fmla="*/ 3015 h 6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9" h="6029">
                  <a:moveTo>
                    <a:pt x="6029" y="3015"/>
                  </a:moveTo>
                  <a:cubicBezTo>
                    <a:pt x="6029" y="4679"/>
                    <a:pt x="4679" y="6029"/>
                    <a:pt x="3015" y="6029"/>
                  </a:cubicBezTo>
                  <a:cubicBezTo>
                    <a:pt x="1350" y="6029"/>
                    <a:pt x="0" y="4679"/>
                    <a:pt x="0" y="3015"/>
                  </a:cubicBezTo>
                  <a:cubicBezTo>
                    <a:pt x="0" y="1350"/>
                    <a:pt x="1350" y="0"/>
                    <a:pt x="3015" y="0"/>
                  </a:cubicBezTo>
                  <a:cubicBezTo>
                    <a:pt x="4679" y="0"/>
                    <a:pt x="6029" y="1350"/>
                    <a:pt x="6029" y="3015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59" name="Forme libre : forme 20358">
              <a:extLst>
                <a:ext uri="{FF2B5EF4-FFF2-40B4-BE49-F238E27FC236}">
                  <a16:creationId xmlns:a16="http://schemas.microsoft.com/office/drawing/2014/main" id="{DDF3E711-657E-46FA-950E-1699244B565A}"/>
                </a:ext>
              </a:extLst>
            </p:cNvPr>
            <p:cNvSpPr/>
            <p:nvPr/>
          </p:nvSpPr>
          <p:spPr>
            <a:xfrm>
              <a:off x="4950089" y="2195756"/>
              <a:ext cx="9575" cy="9575"/>
            </a:xfrm>
            <a:custGeom>
              <a:avLst/>
              <a:gdLst>
                <a:gd name="connsiteX0" fmla="*/ 9575 w 9575"/>
                <a:gd name="connsiteY0" fmla="*/ 4788 h 9575"/>
                <a:gd name="connsiteX1" fmla="*/ 4788 w 9575"/>
                <a:gd name="connsiteY1" fmla="*/ 9575 h 9575"/>
                <a:gd name="connsiteX2" fmla="*/ 0 w 9575"/>
                <a:gd name="connsiteY2" fmla="*/ 4788 h 9575"/>
                <a:gd name="connsiteX3" fmla="*/ 4788 w 9575"/>
                <a:gd name="connsiteY3" fmla="*/ 0 h 9575"/>
                <a:gd name="connsiteX4" fmla="*/ 9575 w 9575"/>
                <a:gd name="connsiteY4" fmla="*/ 4788 h 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75" h="9575">
                  <a:moveTo>
                    <a:pt x="9575" y="4788"/>
                  </a:moveTo>
                  <a:cubicBezTo>
                    <a:pt x="9575" y="7432"/>
                    <a:pt x="7432" y="9575"/>
                    <a:pt x="4788" y="9575"/>
                  </a:cubicBezTo>
                  <a:cubicBezTo>
                    <a:pt x="2144" y="9575"/>
                    <a:pt x="0" y="7432"/>
                    <a:pt x="0" y="4788"/>
                  </a:cubicBezTo>
                  <a:cubicBezTo>
                    <a:pt x="0" y="2144"/>
                    <a:pt x="2144" y="0"/>
                    <a:pt x="4788" y="0"/>
                  </a:cubicBezTo>
                  <a:cubicBezTo>
                    <a:pt x="7432" y="0"/>
                    <a:pt x="9575" y="2144"/>
                    <a:pt x="9575" y="4788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60" name="Forme libre : forme 20359">
              <a:extLst>
                <a:ext uri="{FF2B5EF4-FFF2-40B4-BE49-F238E27FC236}">
                  <a16:creationId xmlns:a16="http://schemas.microsoft.com/office/drawing/2014/main" id="{EF2F9E27-B031-4885-9D39-9ED630B0BEA9}"/>
                </a:ext>
              </a:extLst>
            </p:cNvPr>
            <p:cNvSpPr/>
            <p:nvPr/>
          </p:nvSpPr>
          <p:spPr>
            <a:xfrm>
              <a:off x="4999074" y="2209721"/>
              <a:ext cx="8866" cy="8866"/>
            </a:xfrm>
            <a:custGeom>
              <a:avLst/>
              <a:gdLst>
                <a:gd name="connsiteX0" fmla="*/ 8866 w 8866"/>
                <a:gd name="connsiteY0" fmla="*/ 4433 h 8866"/>
                <a:gd name="connsiteX1" fmla="*/ 4433 w 8866"/>
                <a:gd name="connsiteY1" fmla="*/ 8866 h 8866"/>
                <a:gd name="connsiteX2" fmla="*/ 0 w 8866"/>
                <a:gd name="connsiteY2" fmla="*/ 4433 h 8866"/>
                <a:gd name="connsiteX3" fmla="*/ 4433 w 8866"/>
                <a:gd name="connsiteY3" fmla="*/ 0 h 8866"/>
                <a:gd name="connsiteX4" fmla="*/ 8866 w 8866"/>
                <a:gd name="connsiteY4" fmla="*/ 4433 h 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" h="8866">
                  <a:moveTo>
                    <a:pt x="8866" y="4433"/>
                  </a:moveTo>
                  <a:cubicBezTo>
                    <a:pt x="8866" y="6881"/>
                    <a:pt x="6881" y="8866"/>
                    <a:pt x="4433" y="8866"/>
                  </a:cubicBezTo>
                  <a:cubicBezTo>
                    <a:pt x="1985" y="8866"/>
                    <a:pt x="0" y="6881"/>
                    <a:pt x="0" y="4433"/>
                  </a:cubicBezTo>
                  <a:cubicBezTo>
                    <a:pt x="0" y="1985"/>
                    <a:pt x="1985" y="0"/>
                    <a:pt x="4433" y="0"/>
                  </a:cubicBezTo>
                  <a:cubicBezTo>
                    <a:pt x="6881" y="0"/>
                    <a:pt x="8866" y="1985"/>
                    <a:pt x="8866" y="4433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61" name="Forme libre : forme 20360">
              <a:extLst>
                <a:ext uri="{FF2B5EF4-FFF2-40B4-BE49-F238E27FC236}">
                  <a16:creationId xmlns:a16="http://schemas.microsoft.com/office/drawing/2014/main" id="{B3D1CFC2-A72C-40DB-87C3-79BE9F91CD36}"/>
                </a:ext>
              </a:extLst>
            </p:cNvPr>
            <p:cNvSpPr/>
            <p:nvPr/>
          </p:nvSpPr>
          <p:spPr>
            <a:xfrm>
              <a:off x="5093809" y="2211228"/>
              <a:ext cx="8068" cy="8068"/>
            </a:xfrm>
            <a:custGeom>
              <a:avLst/>
              <a:gdLst>
                <a:gd name="connsiteX0" fmla="*/ 8068 w 8068"/>
                <a:gd name="connsiteY0" fmla="*/ 4034 h 8068"/>
                <a:gd name="connsiteX1" fmla="*/ 4034 w 8068"/>
                <a:gd name="connsiteY1" fmla="*/ 8068 h 8068"/>
                <a:gd name="connsiteX2" fmla="*/ 0 w 8068"/>
                <a:gd name="connsiteY2" fmla="*/ 4034 h 8068"/>
                <a:gd name="connsiteX3" fmla="*/ 4034 w 8068"/>
                <a:gd name="connsiteY3" fmla="*/ 0 h 8068"/>
                <a:gd name="connsiteX4" fmla="*/ 8068 w 8068"/>
                <a:gd name="connsiteY4" fmla="*/ 4034 h 8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68" h="8068">
                  <a:moveTo>
                    <a:pt x="8068" y="4034"/>
                  </a:moveTo>
                  <a:cubicBezTo>
                    <a:pt x="8068" y="6262"/>
                    <a:pt x="6262" y="8068"/>
                    <a:pt x="4034" y="8068"/>
                  </a:cubicBezTo>
                  <a:cubicBezTo>
                    <a:pt x="1806" y="8068"/>
                    <a:pt x="0" y="6262"/>
                    <a:pt x="0" y="4034"/>
                  </a:cubicBezTo>
                  <a:cubicBezTo>
                    <a:pt x="0" y="1806"/>
                    <a:pt x="1806" y="0"/>
                    <a:pt x="4034" y="0"/>
                  </a:cubicBezTo>
                  <a:cubicBezTo>
                    <a:pt x="6262" y="0"/>
                    <a:pt x="8068" y="1806"/>
                    <a:pt x="8068" y="4034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62" name="Forme libre : forme 20361">
              <a:extLst>
                <a:ext uri="{FF2B5EF4-FFF2-40B4-BE49-F238E27FC236}">
                  <a16:creationId xmlns:a16="http://schemas.microsoft.com/office/drawing/2014/main" id="{9BE6E76D-AFBE-4278-B2D8-ADC0B33B49A4}"/>
                </a:ext>
              </a:extLst>
            </p:cNvPr>
            <p:cNvSpPr/>
            <p:nvPr/>
          </p:nvSpPr>
          <p:spPr>
            <a:xfrm>
              <a:off x="5106355" y="2209410"/>
              <a:ext cx="3280" cy="3280"/>
            </a:xfrm>
            <a:custGeom>
              <a:avLst/>
              <a:gdLst>
                <a:gd name="connsiteX0" fmla="*/ 3280 w 3280"/>
                <a:gd name="connsiteY0" fmla="*/ 1640 h 3280"/>
                <a:gd name="connsiteX1" fmla="*/ 1640 w 3280"/>
                <a:gd name="connsiteY1" fmla="*/ 3281 h 3280"/>
                <a:gd name="connsiteX2" fmla="*/ 0 w 3280"/>
                <a:gd name="connsiteY2" fmla="*/ 1640 h 3280"/>
                <a:gd name="connsiteX3" fmla="*/ 1640 w 3280"/>
                <a:gd name="connsiteY3" fmla="*/ 0 h 3280"/>
                <a:gd name="connsiteX4" fmla="*/ 3280 w 3280"/>
                <a:gd name="connsiteY4" fmla="*/ 1640 h 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0" h="3280">
                  <a:moveTo>
                    <a:pt x="3280" y="1640"/>
                  </a:moveTo>
                  <a:cubicBezTo>
                    <a:pt x="3280" y="2546"/>
                    <a:pt x="2546" y="3281"/>
                    <a:pt x="1640" y="3281"/>
                  </a:cubicBezTo>
                  <a:cubicBezTo>
                    <a:pt x="734" y="3281"/>
                    <a:pt x="0" y="2546"/>
                    <a:pt x="0" y="1640"/>
                  </a:cubicBezTo>
                  <a:cubicBezTo>
                    <a:pt x="0" y="734"/>
                    <a:pt x="734" y="0"/>
                    <a:pt x="1640" y="0"/>
                  </a:cubicBezTo>
                  <a:cubicBezTo>
                    <a:pt x="2546" y="0"/>
                    <a:pt x="3280" y="734"/>
                    <a:pt x="3280" y="164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63" name="Forme libre : forme 20362">
              <a:extLst>
                <a:ext uri="{FF2B5EF4-FFF2-40B4-BE49-F238E27FC236}">
                  <a16:creationId xmlns:a16="http://schemas.microsoft.com/office/drawing/2014/main" id="{8D95955A-8C34-45B6-874A-87D2E8DAE12A}"/>
                </a:ext>
              </a:extLst>
            </p:cNvPr>
            <p:cNvSpPr/>
            <p:nvPr/>
          </p:nvSpPr>
          <p:spPr>
            <a:xfrm>
              <a:off x="5140978" y="2173635"/>
              <a:ext cx="5497" cy="5497"/>
            </a:xfrm>
            <a:custGeom>
              <a:avLst/>
              <a:gdLst>
                <a:gd name="connsiteX0" fmla="*/ 5497 w 5497"/>
                <a:gd name="connsiteY0" fmla="*/ 2749 h 5497"/>
                <a:gd name="connsiteX1" fmla="*/ 2749 w 5497"/>
                <a:gd name="connsiteY1" fmla="*/ 5497 h 5497"/>
                <a:gd name="connsiteX2" fmla="*/ 0 w 5497"/>
                <a:gd name="connsiteY2" fmla="*/ 2749 h 5497"/>
                <a:gd name="connsiteX3" fmla="*/ 2749 w 5497"/>
                <a:gd name="connsiteY3" fmla="*/ 0 h 5497"/>
                <a:gd name="connsiteX4" fmla="*/ 5497 w 5497"/>
                <a:gd name="connsiteY4" fmla="*/ 2749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7" h="5497">
                  <a:moveTo>
                    <a:pt x="5497" y="2749"/>
                  </a:moveTo>
                  <a:cubicBezTo>
                    <a:pt x="5497" y="4266"/>
                    <a:pt x="4266" y="5497"/>
                    <a:pt x="2749" y="5497"/>
                  </a:cubicBezTo>
                  <a:cubicBezTo>
                    <a:pt x="1231" y="5497"/>
                    <a:pt x="0" y="4266"/>
                    <a:pt x="0" y="2749"/>
                  </a:cubicBezTo>
                  <a:cubicBezTo>
                    <a:pt x="0" y="1231"/>
                    <a:pt x="1231" y="0"/>
                    <a:pt x="2749" y="0"/>
                  </a:cubicBezTo>
                  <a:cubicBezTo>
                    <a:pt x="4266" y="0"/>
                    <a:pt x="5497" y="1231"/>
                    <a:pt x="5497" y="2749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64" name="Forme libre : forme 20363">
              <a:extLst>
                <a:ext uri="{FF2B5EF4-FFF2-40B4-BE49-F238E27FC236}">
                  <a16:creationId xmlns:a16="http://schemas.microsoft.com/office/drawing/2014/main" id="{D8277E45-B3E0-4958-89A2-08E71A47A038}"/>
                </a:ext>
              </a:extLst>
            </p:cNvPr>
            <p:cNvSpPr/>
            <p:nvPr/>
          </p:nvSpPr>
          <p:spPr>
            <a:xfrm>
              <a:off x="5152814" y="2170754"/>
              <a:ext cx="2571" cy="2571"/>
            </a:xfrm>
            <a:custGeom>
              <a:avLst/>
              <a:gdLst>
                <a:gd name="connsiteX0" fmla="*/ 2571 w 2571"/>
                <a:gd name="connsiteY0" fmla="*/ 1286 h 2571"/>
                <a:gd name="connsiteX1" fmla="*/ 1286 w 2571"/>
                <a:gd name="connsiteY1" fmla="*/ 2571 h 2571"/>
                <a:gd name="connsiteX2" fmla="*/ 0 w 2571"/>
                <a:gd name="connsiteY2" fmla="*/ 1286 h 2571"/>
                <a:gd name="connsiteX3" fmla="*/ 1286 w 2571"/>
                <a:gd name="connsiteY3" fmla="*/ 0 h 2571"/>
                <a:gd name="connsiteX4" fmla="*/ 2571 w 2571"/>
                <a:gd name="connsiteY4" fmla="*/ 1286 h 2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" h="2571">
                  <a:moveTo>
                    <a:pt x="2571" y="1286"/>
                  </a:moveTo>
                  <a:cubicBezTo>
                    <a:pt x="2571" y="1996"/>
                    <a:pt x="1996" y="2571"/>
                    <a:pt x="1286" y="2571"/>
                  </a:cubicBezTo>
                  <a:cubicBezTo>
                    <a:pt x="576" y="2571"/>
                    <a:pt x="0" y="1996"/>
                    <a:pt x="0" y="1286"/>
                  </a:cubicBezTo>
                  <a:cubicBezTo>
                    <a:pt x="0" y="576"/>
                    <a:pt x="576" y="0"/>
                    <a:pt x="1286" y="0"/>
                  </a:cubicBezTo>
                  <a:cubicBezTo>
                    <a:pt x="1996" y="0"/>
                    <a:pt x="2571" y="576"/>
                    <a:pt x="2571" y="1286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65" name="Forme libre : forme 20364">
              <a:extLst>
                <a:ext uri="{FF2B5EF4-FFF2-40B4-BE49-F238E27FC236}">
                  <a16:creationId xmlns:a16="http://schemas.microsoft.com/office/drawing/2014/main" id="{809F1062-EBEA-48EA-A198-2A91912469CF}"/>
                </a:ext>
              </a:extLst>
            </p:cNvPr>
            <p:cNvSpPr/>
            <p:nvPr/>
          </p:nvSpPr>
          <p:spPr>
            <a:xfrm>
              <a:off x="5024121" y="2154085"/>
              <a:ext cx="6649" cy="6649"/>
            </a:xfrm>
            <a:custGeom>
              <a:avLst/>
              <a:gdLst>
                <a:gd name="connsiteX0" fmla="*/ 6650 w 6649"/>
                <a:gd name="connsiteY0" fmla="*/ 3325 h 6649"/>
                <a:gd name="connsiteX1" fmla="*/ 3325 w 6649"/>
                <a:gd name="connsiteY1" fmla="*/ 6650 h 6649"/>
                <a:gd name="connsiteX2" fmla="*/ 0 w 6649"/>
                <a:gd name="connsiteY2" fmla="*/ 3325 h 6649"/>
                <a:gd name="connsiteX3" fmla="*/ 3325 w 6649"/>
                <a:gd name="connsiteY3" fmla="*/ 0 h 6649"/>
                <a:gd name="connsiteX4" fmla="*/ 6650 w 6649"/>
                <a:gd name="connsiteY4" fmla="*/ 3325 h 6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9" h="6649">
                  <a:moveTo>
                    <a:pt x="6650" y="3325"/>
                  </a:moveTo>
                  <a:cubicBezTo>
                    <a:pt x="6650" y="5161"/>
                    <a:pt x="5161" y="6650"/>
                    <a:pt x="3325" y="6650"/>
                  </a:cubicBezTo>
                  <a:cubicBezTo>
                    <a:pt x="1489" y="6650"/>
                    <a:pt x="0" y="5161"/>
                    <a:pt x="0" y="3325"/>
                  </a:cubicBezTo>
                  <a:cubicBezTo>
                    <a:pt x="0" y="1489"/>
                    <a:pt x="1489" y="0"/>
                    <a:pt x="3325" y="0"/>
                  </a:cubicBezTo>
                  <a:cubicBezTo>
                    <a:pt x="5161" y="0"/>
                    <a:pt x="6650" y="1489"/>
                    <a:pt x="6650" y="3325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66" name="Forme libre : forme 20365">
              <a:extLst>
                <a:ext uri="{FF2B5EF4-FFF2-40B4-BE49-F238E27FC236}">
                  <a16:creationId xmlns:a16="http://schemas.microsoft.com/office/drawing/2014/main" id="{2CF7D251-179B-45B9-A710-C61F66F452F3}"/>
                </a:ext>
              </a:extLst>
            </p:cNvPr>
            <p:cNvSpPr/>
            <p:nvPr/>
          </p:nvSpPr>
          <p:spPr>
            <a:xfrm>
              <a:off x="5012728" y="1037034"/>
              <a:ext cx="26908" cy="9197"/>
            </a:xfrm>
            <a:custGeom>
              <a:avLst/>
              <a:gdLst>
                <a:gd name="connsiteX0" fmla="*/ 0 w 26908"/>
                <a:gd name="connsiteY0" fmla="*/ 0 h 9197"/>
                <a:gd name="connsiteX1" fmla="*/ 26909 w 26908"/>
                <a:gd name="connsiteY1" fmla="*/ 8246 h 9197"/>
                <a:gd name="connsiteX2" fmla="*/ 0 w 26908"/>
                <a:gd name="connsiteY2" fmla="*/ 0 h 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908" h="9197">
                  <a:moveTo>
                    <a:pt x="0" y="0"/>
                  </a:moveTo>
                  <a:cubicBezTo>
                    <a:pt x="0" y="0"/>
                    <a:pt x="842" y="8733"/>
                    <a:pt x="26909" y="8246"/>
                  </a:cubicBezTo>
                  <a:cubicBezTo>
                    <a:pt x="26909" y="8201"/>
                    <a:pt x="3546" y="1338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20367" name="Graphique 2">
              <a:extLst>
                <a:ext uri="{FF2B5EF4-FFF2-40B4-BE49-F238E27FC236}">
                  <a16:creationId xmlns:a16="http://schemas.microsoft.com/office/drawing/2014/main" id="{6811FAC6-B726-4F11-A808-1EDE95F8C9B7}"/>
                </a:ext>
              </a:extLst>
            </p:cNvPr>
            <p:cNvGrpSpPr/>
            <p:nvPr/>
          </p:nvGrpSpPr>
          <p:grpSpPr>
            <a:xfrm>
              <a:off x="4849457" y="997946"/>
              <a:ext cx="390378" cy="1121735"/>
              <a:chOff x="4849457" y="997946"/>
              <a:chExt cx="390378" cy="1121735"/>
            </a:xfrm>
            <a:solidFill>
              <a:schemeClr val="accent1"/>
            </a:solidFill>
          </p:grpSpPr>
          <p:sp>
            <p:nvSpPr>
              <p:cNvPr id="20404" name="Forme libre : forme 20403">
                <a:extLst>
                  <a:ext uri="{FF2B5EF4-FFF2-40B4-BE49-F238E27FC236}">
                    <a16:creationId xmlns:a16="http://schemas.microsoft.com/office/drawing/2014/main" id="{3889A788-F486-49D5-860F-844AFB559031}"/>
                  </a:ext>
                </a:extLst>
              </p:cNvPr>
              <p:cNvSpPr/>
              <p:nvPr/>
            </p:nvSpPr>
            <p:spPr>
              <a:xfrm>
                <a:off x="5028723" y="997946"/>
                <a:ext cx="25387" cy="6046"/>
              </a:xfrm>
              <a:custGeom>
                <a:avLst/>
                <a:gdLst>
                  <a:gd name="connsiteX0" fmla="*/ 3599 w 25387"/>
                  <a:gd name="connsiteY0" fmla="*/ 4377 h 6046"/>
                  <a:gd name="connsiteX1" fmla="*/ 14105 w 25387"/>
                  <a:gd name="connsiteY1" fmla="*/ 4776 h 6046"/>
                  <a:gd name="connsiteX2" fmla="*/ 24257 w 25387"/>
                  <a:gd name="connsiteY2" fmla="*/ 6017 h 6046"/>
                  <a:gd name="connsiteX3" fmla="*/ 25100 w 25387"/>
                  <a:gd name="connsiteY3" fmla="*/ 5795 h 6046"/>
                  <a:gd name="connsiteX4" fmla="*/ 25144 w 25387"/>
                  <a:gd name="connsiteY4" fmla="*/ 4377 h 6046"/>
                  <a:gd name="connsiteX5" fmla="*/ 23814 w 25387"/>
                  <a:gd name="connsiteY5" fmla="*/ 3534 h 6046"/>
                  <a:gd name="connsiteX6" fmla="*/ 6170 w 25387"/>
                  <a:gd name="connsiteY6" fmla="*/ 431 h 6046"/>
                  <a:gd name="connsiteX7" fmla="*/ 629 w 25387"/>
                  <a:gd name="connsiteY7" fmla="*/ 475 h 6046"/>
                  <a:gd name="connsiteX8" fmla="*/ 3599 w 25387"/>
                  <a:gd name="connsiteY8" fmla="*/ 4377 h 6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387" h="6046">
                    <a:moveTo>
                      <a:pt x="3599" y="4377"/>
                    </a:moveTo>
                    <a:cubicBezTo>
                      <a:pt x="7101" y="4687"/>
                      <a:pt x="10603" y="4377"/>
                      <a:pt x="14105" y="4776"/>
                    </a:cubicBezTo>
                    <a:cubicBezTo>
                      <a:pt x="17519" y="5174"/>
                      <a:pt x="20844" y="6238"/>
                      <a:pt x="24257" y="6017"/>
                    </a:cubicBezTo>
                    <a:cubicBezTo>
                      <a:pt x="24568" y="6017"/>
                      <a:pt x="24878" y="5972"/>
                      <a:pt x="25100" y="5795"/>
                    </a:cubicBezTo>
                    <a:cubicBezTo>
                      <a:pt x="25499" y="5485"/>
                      <a:pt x="25454" y="4776"/>
                      <a:pt x="25144" y="4377"/>
                    </a:cubicBezTo>
                    <a:cubicBezTo>
                      <a:pt x="24834" y="3978"/>
                      <a:pt x="24302" y="3756"/>
                      <a:pt x="23814" y="3534"/>
                    </a:cubicBezTo>
                    <a:cubicBezTo>
                      <a:pt x="18007" y="1185"/>
                      <a:pt x="12332" y="741"/>
                      <a:pt x="6170" y="431"/>
                    </a:cubicBezTo>
                    <a:cubicBezTo>
                      <a:pt x="4929" y="387"/>
                      <a:pt x="1648" y="-544"/>
                      <a:pt x="629" y="475"/>
                    </a:cubicBezTo>
                    <a:cubicBezTo>
                      <a:pt x="-1366" y="2426"/>
                      <a:pt x="1870" y="4199"/>
                      <a:pt x="3599" y="4377"/>
                    </a:cubicBezTo>
                    <a:close/>
                  </a:path>
                </a:pathLst>
              </a:custGeom>
              <a:solidFill>
                <a:srgbClr val="FFFFFF">
                  <a:alpha val="58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20405" name="Graphique 2">
                <a:extLst>
                  <a:ext uri="{FF2B5EF4-FFF2-40B4-BE49-F238E27FC236}">
                    <a16:creationId xmlns:a16="http://schemas.microsoft.com/office/drawing/2014/main" id="{A8F18918-99CF-4438-8535-699988AC31D1}"/>
                  </a:ext>
                </a:extLst>
              </p:cNvPr>
              <p:cNvGrpSpPr/>
              <p:nvPr/>
            </p:nvGrpSpPr>
            <p:grpSpPr>
              <a:xfrm>
                <a:off x="4849457" y="1016535"/>
                <a:ext cx="390378" cy="1103146"/>
                <a:chOff x="4849457" y="1016535"/>
                <a:chExt cx="390378" cy="1103146"/>
              </a:xfrm>
              <a:solidFill>
                <a:schemeClr val="accent1"/>
              </a:solidFill>
            </p:grpSpPr>
            <p:sp>
              <p:nvSpPr>
                <p:cNvPr id="20408" name="Forme libre : forme 20407">
                  <a:extLst>
                    <a:ext uri="{FF2B5EF4-FFF2-40B4-BE49-F238E27FC236}">
                      <a16:creationId xmlns:a16="http://schemas.microsoft.com/office/drawing/2014/main" id="{04601120-64DB-4782-A332-0B63CB65321B}"/>
                    </a:ext>
                  </a:extLst>
                </p:cNvPr>
                <p:cNvSpPr/>
                <p:nvPr/>
              </p:nvSpPr>
              <p:spPr>
                <a:xfrm>
                  <a:off x="5041322" y="1019090"/>
                  <a:ext cx="198514" cy="80450"/>
                </a:xfrm>
                <a:custGeom>
                  <a:avLst/>
                  <a:gdLst>
                    <a:gd name="connsiteX0" fmla="*/ 125811 w 198514"/>
                    <a:gd name="connsiteY0" fmla="*/ 11649 h 80450"/>
                    <a:gd name="connsiteX1" fmla="*/ 21545 w 198514"/>
                    <a:gd name="connsiteY1" fmla="*/ 16127 h 80450"/>
                    <a:gd name="connsiteX2" fmla="*/ 0 w 198514"/>
                    <a:gd name="connsiteY2" fmla="*/ 80451 h 80450"/>
                    <a:gd name="connsiteX3" fmla="*/ 19417 w 198514"/>
                    <a:gd name="connsiteY3" fmla="*/ 19008 h 80450"/>
                    <a:gd name="connsiteX4" fmla="*/ 198514 w 198514"/>
                    <a:gd name="connsiteY4" fmla="*/ 18520 h 80450"/>
                    <a:gd name="connsiteX5" fmla="*/ 125811 w 198514"/>
                    <a:gd name="connsiteY5" fmla="*/ 11649 h 80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8514" h="80450">
                      <a:moveTo>
                        <a:pt x="125811" y="11649"/>
                      </a:moveTo>
                      <a:cubicBezTo>
                        <a:pt x="73501" y="4157"/>
                        <a:pt x="39322" y="-12467"/>
                        <a:pt x="21545" y="16127"/>
                      </a:cubicBezTo>
                      <a:lnTo>
                        <a:pt x="0" y="80451"/>
                      </a:lnTo>
                      <a:lnTo>
                        <a:pt x="19417" y="19008"/>
                      </a:lnTo>
                      <a:lnTo>
                        <a:pt x="198514" y="18520"/>
                      </a:lnTo>
                      <a:cubicBezTo>
                        <a:pt x="180161" y="18121"/>
                        <a:pt x="139953" y="13688"/>
                        <a:pt x="125811" y="11649"/>
                      </a:cubicBezTo>
                      <a:close/>
                    </a:path>
                  </a:pathLst>
                </a:custGeom>
                <a:solidFill>
                  <a:srgbClr val="F7B08D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09" name="Forme libre : forme 20408">
                  <a:extLst>
                    <a:ext uri="{FF2B5EF4-FFF2-40B4-BE49-F238E27FC236}">
                      <a16:creationId xmlns:a16="http://schemas.microsoft.com/office/drawing/2014/main" id="{796D2528-BD9E-4C31-9C65-08BFDC02E9AB}"/>
                    </a:ext>
                  </a:extLst>
                </p:cNvPr>
                <p:cNvSpPr/>
                <p:nvPr/>
              </p:nvSpPr>
              <p:spPr>
                <a:xfrm>
                  <a:off x="4849457" y="1016535"/>
                  <a:ext cx="179584" cy="94044"/>
                </a:xfrm>
                <a:custGeom>
                  <a:avLst/>
                  <a:gdLst>
                    <a:gd name="connsiteX0" fmla="*/ 79618 w 179584"/>
                    <a:gd name="connsiteY0" fmla="*/ 9062 h 94044"/>
                    <a:gd name="connsiteX1" fmla="*/ 0 w 179584"/>
                    <a:gd name="connsiteY1" fmla="*/ 20100 h 94044"/>
                    <a:gd name="connsiteX2" fmla="*/ 158217 w 179584"/>
                    <a:gd name="connsiteY2" fmla="*/ 25242 h 94044"/>
                    <a:gd name="connsiteX3" fmla="*/ 179585 w 179584"/>
                    <a:gd name="connsiteY3" fmla="*/ 94044 h 94044"/>
                    <a:gd name="connsiteX4" fmla="*/ 155513 w 179584"/>
                    <a:gd name="connsiteY4" fmla="*/ 19036 h 94044"/>
                    <a:gd name="connsiteX5" fmla="*/ 79618 w 179584"/>
                    <a:gd name="connsiteY5" fmla="*/ 9062 h 94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9584" h="94044">
                      <a:moveTo>
                        <a:pt x="79618" y="9062"/>
                      </a:moveTo>
                      <a:cubicBezTo>
                        <a:pt x="54571" y="17928"/>
                        <a:pt x="0" y="20100"/>
                        <a:pt x="0" y="20100"/>
                      </a:cubicBezTo>
                      <a:lnTo>
                        <a:pt x="158217" y="25242"/>
                      </a:lnTo>
                      <a:lnTo>
                        <a:pt x="179585" y="94044"/>
                      </a:lnTo>
                      <a:lnTo>
                        <a:pt x="155513" y="19036"/>
                      </a:lnTo>
                      <a:cubicBezTo>
                        <a:pt x="143987" y="-3706"/>
                        <a:pt x="118940" y="-4814"/>
                        <a:pt x="79618" y="9062"/>
                      </a:cubicBezTo>
                      <a:close/>
                    </a:path>
                  </a:pathLst>
                </a:custGeom>
                <a:solidFill>
                  <a:srgbClr val="F7B08D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10" name="Forme libre : forme 20409">
                  <a:extLst>
                    <a:ext uri="{FF2B5EF4-FFF2-40B4-BE49-F238E27FC236}">
                      <a16:creationId xmlns:a16="http://schemas.microsoft.com/office/drawing/2014/main" id="{3CAF2FDF-FF35-41A3-ADA6-2BEE7C069B36}"/>
                    </a:ext>
                  </a:extLst>
                </p:cNvPr>
                <p:cNvSpPr/>
                <p:nvPr/>
              </p:nvSpPr>
              <p:spPr>
                <a:xfrm>
                  <a:off x="5004970" y="1026793"/>
                  <a:ext cx="114326" cy="1091650"/>
                </a:xfrm>
                <a:custGeom>
                  <a:avLst/>
                  <a:gdLst>
                    <a:gd name="connsiteX0" fmla="*/ 57897 w 114326"/>
                    <a:gd name="connsiteY0" fmla="*/ 8424 h 1091650"/>
                    <a:gd name="connsiteX1" fmla="*/ 28106 w 114326"/>
                    <a:gd name="connsiteY1" fmla="*/ 1 h 1091650"/>
                    <a:gd name="connsiteX2" fmla="*/ 0 w 114326"/>
                    <a:gd name="connsiteY2" fmla="*/ 8823 h 1091650"/>
                    <a:gd name="connsiteX3" fmla="*/ 2705 w 114326"/>
                    <a:gd name="connsiteY3" fmla="*/ 15029 h 1091650"/>
                    <a:gd name="connsiteX4" fmla="*/ 21368 w 114326"/>
                    <a:gd name="connsiteY4" fmla="*/ 157553 h 1091650"/>
                    <a:gd name="connsiteX5" fmla="*/ 13521 w 114326"/>
                    <a:gd name="connsiteY5" fmla="*/ 314795 h 1091650"/>
                    <a:gd name="connsiteX6" fmla="*/ 40076 w 114326"/>
                    <a:gd name="connsiteY6" fmla="*/ 511358 h 1091650"/>
                    <a:gd name="connsiteX7" fmla="*/ 36130 w 114326"/>
                    <a:gd name="connsiteY7" fmla="*/ 657784 h 1091650"/>
                    <a:gd name="connsiteX8" fmla="*/ 22388 w 114326"/>
                    <a:gd name="connsiteY8" fmla="*/ 819946 h 1091650"/>
                    <a:gd name="connsiteX9" fmla="*/ 24338 w 114326"/>
                    <a:gd name="connsiteY9" fmla="*/ 936891 h 1091650"/>
                    <a:gd name="connsiteX10" fmla="*/ 26289 w 114326"/>
                    <a:gd name="connsiteY10" fmla="*/ 1009638 h 1091650"/>
                    <a:gd name="connsiteX11" fmla="*/ 38524 w 114326"/>
                    <a:gd name="connsiteY11" fmla="*/ 1062924 h 1091650"/>
                    <a:gd name="connsiteX12" fmla="*/ 82855 w 114326"/>
                    <a:gd name="connsiteY12" fmla="*/ 1091651 h 1091650"/>
                    <a:gd name="connsiteX13" fmla="*/ 75673 w 114326"/>
                    <a:gd name="connsiteY13" fmla="*/ 1009638 h 1091650"/>
                    <a:gd name="connsiteX14" fmla="*/ 73723 w 114326"/>
                    <a:gd name="connsiteY14" fmla="*/ 936891 h 1091650"/>
                    <a:gd name="connsiteX15" fmla="*/ 71772 w 114326"/>
                    <a:gd name="connsiteY15" fmla="*/ 819946 h 1091650"/>
                    <a:gd name="connsiteX16" fmla="*/ 85515 w 114326"/>
                    <a:gd name="connsiteY16" fmla="*/ 657784 h 1091650"/>
                    <a:gd name="connsiteX17" fmla="*/ 89460 w 114326"/>
                    <a:gd name="connsiteY17" fmla="*/ 511358 h 1091650"/>
                    <a:gd name="connsiteX18" fmla="*/ 62906 w 114326"/>
                    <a:gd name="connsiteY18" fmla="*/ 314795 h 1091650"/>
                    <a:gd name="connsiteX19" fmla="*/ 70753 w 114326"/>
                    <a:gd name="connsiteY19" fmla="*/ 157553 h 1091650"/>
                    <a:gd name="connsiteX20" fmla="*/ 50139 w 114326"/>
                    <a:gd name="connsiteY20" fmla="*/ 27575 h 1091650"/>
                    <a:gd name="connsiteX21" fmla="*/ 57897 w 114326"/>
                    <a:gd name="connsiteY21" fmla="*/ 8424 h 1091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14326" h="1091650">
                      <a:moveTo>
                        <a:pt x="57897" y="8424"/>
                      </a:moveTo>
                      <a:cubicBezTo>
                        <a:pt x="57897" y="8424"/>
                        <a:pt x="56655" y="-88"/>
                        <a:pt x="28106" y="1"/>
                      </a:cubicBezTo>
                      <a:cubicBezTo>
                        <a:pt x="-443" y="89"/>
                        <a:pt x="0" y="8823"/>
                        <a:pt x="0" y="8823"/>
                      </a:cubicBezTo>
                      <a:cubicBezTo>
                        <a:pt x="976" y="10773"/>
                        <a:pt x="1907" y="12768"/>
                        <a:pt x="2705" y="15029"/>
                      </a:cubicBezTo>
                      <a:cubicBezTo>
                        <a:pt x="10463" y="37150"/>
                        <a:pt x="-11038" y="66630"/>
                        <a:pt x="21368" y="157553"/>
                      </a:cubicBezTo>
                      <a:cubicBezTo>
                        <a:pt x="45484" y="225202"/>
                        <a:pt x="35111" y="250914"/>
                        <a:pt x="13521" y="314795"/>
                      </a:cubicBezTo>
                      <a:cubicBezTo>
                        <a:pt x="-8112" y="378676"/>
                        <a:pt x="754" y="442557"/>
                        <a:pt x="40076" y="511358"/>
                      </a:cubicBezTo>
                      <a:cubicBezTo>
                        <a:pt x="79397" y="580160"/>
                        <a:pt x="67605" y="604719"/>
                        <a:pt x="36130" y="657784"/>
                      </a:cubicBezTo>
                      <a:cubicBezTo>
                        <a:pt x="4699" y="710848"/>
                        <a:pt x="-4167" y="758016"/>
                        <a:pt x="22388" y="819946"/>
                      </a:cubicBezTo>
                      <a:cubicBezTo>
                        <a:pt x="48942" y="881877"/>
                        <a:pt x="33204" y="917253"/>
                        <a:pt x="24338" y="936891"/>
                      </a:cubicBezTo>
                      <a:cubicBezTo>
                        <a:pt x="15472" y="956530"/>
                        <a:pt x="16492" y="989955"/>
                        <a:pt x="26289" y="1009638"/>
                      </a:cubicBezTo>
                      <a:cubicBezTo>
                        <a:pt x="34357" y="1025775"/>
                        <a:pt x="40430" y="1045901"/>
                        <a:pt x="38524" y="1062924"/>
                      </a:cubicBezTo>
                      <a:cubicBezTo>
                        <a:pt x="61798" y="1073697"/>
                        <a:pt x="75363" y="1084248"/>
                        <a:pt x="82855" y="1091651"/>
                      </a:cubicBezTo>
                      <a:cubicBezTo>
                        <a:pt x="91943" y="1068687"/>
                        <a:pt x="84185" y="1026661"/>
                        <a:pt x="75673" y="1009638"/>
                      </a:cubicBezTo>
                      <a:cubicBezTo>
                        <a:pt x="65832" y="990000"/>
                        <a:pt x="64857" y="956574"/>
                        <a:pt x="73723" y="936891"/>
                      </a:cubicBezTo>
                      <a:cubicBezTo>
                        <a:pt x="82589" y="917208"/>
                        <a:pt x="98282" y="881877"/>
                        <a:pt x="71772" y="819946"/>
                      </a:cubicBezTo>
                      <a:cubicBezTo>
                        <a:pt x="45218" y="758016"/>
                        <a:pt x="54084" y="710848"/>
                        <a:pt x="85515" y="657784"/>
                      </a:cubicBezTo>
                      <a:cubicBezTo>
                        <a:pt x="116945" y="604719"/>
                        <a:pt x="128737" y="580160"/>
                        <a:pt x="89460" y="511358"/>
                      </a:cubicBezTo>
                      <a:cubicBezTo>
                        <a:pt x="50139" y="442557"/>
                        <a:pt x="41317" y="378676"/>
                        <a:pt x="62906" y="314795"/>
                      </a:cubicBezTo>
                      <a:cubicBezTo>
                        <a:pt x="84540" y="250914"/>
                        <a:pt x="94913" y="225202"/>
                        <a:pt x="70753" y="157553"/>
                      </a:cubicBezTo>
                      <a:cubicBezTo>
                        <a:pt x="38302" y="66630"/>
                        <a:pt x="44110" y="50228"/>
                        <a:pt x="50139" y="27575"/>
                      </a:cubicBezTo>
                      <a:cubicBezTo>
                        <a:pt x="52222" y="19639"/>
                        <a:pt x="54838" y="13389"/>
                        <a:pt x="57897" y="8424"/>
                      </a:cubicBezTo>
                      <a:close/>
                    </a:path>
                  </a:pathLst>
                </a:custGeom>
                <a:solidFill>
                  <a:srgbClr val="F9CEB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11" name="Forme libre : forme 20410">
                  <a:extLst>
                    <a:ext uri="{FF2B5EF4-FFF2-40B4-BE49-F238E27FC236}">
                      <a16:creationId xmlns:a16="http://schemas.microsoft.com/office/drawing/2014/main" id="{9E93F200-9A04-43AA-8222-7425A5D452AC}"/>
                    </a:ext>
                  </a:extLst>
                </p:cNvPr>
                <p:cNvSpPr/>
                <p:nvPr/>
              </p:nvSpPr>
              <p:spPr>
                <a:xfrm>
                  <a:off x="5004970" y="1026793"/>
                  <a:ext cx="114326" cy="1091650"/>
                </a:xfrm>
                <a:custGeom>
                  <a:avLst/>
                  <a:gdLst>
                    <a:gd name="connsiteX0" fmla="*/ 57897 w 114326"/>
                    <a:gd name="connsiteY0" fmla="*/ 8424 h 1091650"/>
                    <a:gd name="connsiteX1" fmla="*/ 28106 w 114326"/>
                    <a:gd name="connsiteY1" fmla="*/ 1 h 1091650"/>
                    <a:gd name="connsiteX2" fmla="*/ 0 w 114326"/>
                    <a:gd name="connsiteY2" fmla="*/ 8823 h 1091650"/>
                    <a:gd name="connsiteX3" fmla="*/ 2705 w 114326"/>
                    <a:gd name="connsiteY3" fmla="*/ 15029 h 1091650"/>
                    <a:gd name="connsiteX4" fmla="*/ 21368 w 114326"/>
                    <a:gd name="connsiteY4" fmla="*/ 157553 h 1091650"/>
                    <a:gd name="connsiteX5" fmla="*/ 13521 w 114326"/>
                    <a:gd name="connsiteY5" fmla="*/ 314795 h 1091650"/>
                    <a:gd name="connsiteX6" fmla="*/ 40076 w 114326"/>
                    <a:gd name="connsiteY6" fmla="*/ 511358 h 1091650"/>
                    <a:gd name="connsiteX7" fmla="*/ 36130 w 114326"/>
                    <a:gd name="connsiteY7" fmla="*/ 657784 h 1091650"/>
                    <a:gd name="connsiteX8" fmla="*/ 22388 w 114326"/>
                    <a:gd name="connsiteY8" fmla="*/ 819946 h 1091650"/>
                    <a:gd name="connsiteX9" fmla="*/ 24338 w 114326"/>
                    <a:gd name="connsiteY9" fmla="*/ 936891 h 1091650"/>
                    <a:gd name="connsiteX10" fmla="*/ 26289 w 114326"/>
                    <a:gd name="connsiteY10" fmla="*/ 1009638 h 1091650"/>
                    <a:gd name="connsiteX11" fmla="*/ 38524 w 114326"/>
                    <a:gd name="connsiteY11" fmla="*/ 1062924 h 1091650"/>
                    <a:gd name="connsiteX12" fmla="*/ 82855 w 114326"/>
                    <a:gd name="connsiteY12" fmla="*/ 1091651 h 1091650"/>
                    <a:gd name="connsiteX13" fmla="*/ 75673 w 114326"/>
                    <a:gd name="connsiteY13" fmla="*/ 1009638 h 1091650"/>
                    <a:gd name="connsiteX14" fmla="*/ 73723 w 114326"/>
                    <a:gd name="connsiteY14" fmla="*/ 936891 h 1091650"/>
                    <a:gd name="connsiteX15" fmla="*/ 71772 w 114326"/>
                    <a:gd name="connsiteY15" fmla="*/ 819946 h 1091650"/>
                    <a:gd name="connsiteX16" fmla="*/ 85515 w 114326"/>
                    <a:gd name="connsiteY16" fmla="*/ 657784 h 1091650"/>
                    <a:gd name="connsiteX17" fmla="*/ 89460 w 114326"/>
                    <a:gd name="connsiteY17" fmla="*/ 511358 h 1091650"/>
                    <a:gd name="connsiteX18" fmla="*/ 62906 w 114326"/>
                    <a:gd name="connsiteY18" fmla="*/ 314795 h 1091650"/>
                    <a:gd name="connsiteX19" fmla="*/ 70753 w 114326"/>
                    <a:gd name="connsiteY19" fmla="*/ 157553 h 1091650"/>
                    <a:gd name="connsiteX20" fmla="*/ 50139 w 114326"/>
                    <a:gd name="connsiteY20" fmla="*/ 27575 h 1091650"/>
                    <a:gd name="connsiteX21" fmla="*/ 57897 w 114326"/>
                    <a:gd name="connsiteY21" fmla="*/ 8424 h 1091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14326" h="1091650">
                      <a:moveTo>
                        <a:pt x="57897" y="8424"/>
                      </a:moveTo>
                      <a:cubicBezTo>
                        <a:pt x="57897" y="8424"/>
                        <a:pt x="56655" y="-88"/>
                        <a:pt x="28106" y="1"/>
                      </a:cubicBezTo>
                      <a:cubicBezTo>
                        <a:pt x="-443" y="89"/>
                        <a:pt x="0" y="8823"/>
                        <a:pt x="0" y="8823"/>
                      </a:cubicBezTo>
                      <a:cubicBezTo>
                        <a:pt x="976" y="10773"/>
                        <a:pt x="1907" y="12768"/>
                        <a:pt x="2705" y="15029"/>
                      </a:cubicBezTo>
                      <a:cubicBezTo>
                        <a:pt x="10463" y="37150"/>
                        <a:pt x="-11038" y="66630"/>
                        <a:pt x="21368" y="157553"/>
                      </a:cubicBezTo>
                      <a:cubicBezTo>
                        <a:pt x="45484" y="225202"/>
                        <a:pt x="35111" y="250914"/>
                        <a:pt x="13521" y="314795"/>
                      </a:cubicBezTo>
                      <a:cubicBezTo>
                        <a:pt x="-8112" y="378676"/>
                        <a:pt x="754" y="442557"/>
                        <a:pt x="40076" y="511358"/>
                      </a:cubicBezTo>
                      <a:cubicBezTo>
                        <a:pt x="79397" y="580160"/>
                        <a:pt x="67605" y="604719"/>
                        <a:pt x="36130" y="657784"/>
                      </a:cubicBezTo>
                      <a:cubicBezTo>
                        <a:pt x="4699" y="710848"/>
                        <a:pt x="-4167" y="758016"/>
                        <a:pt x="22388" y="819946"/>
                      </a:cubicBezTo>
                      <a:cubicBezTo>
                        <a:pt x="48942" y="881877"/>
                        <a:pt x="33204" y="917253"/>
                        <a:pt x="24338" y="936891"/>
                      </a:cubicBezTo>
                      <a:cubicBezTo>
                        <a:pt x="15472" y="956530"/>
                        <a:pt x="16492" y="989955"/>
                        <a:pt x="26289" y="1009638"/>
                      </a:cubicBezTo>
                      <a:cubicBezTo>
                        <a:pt x="34357" y="1025775"/>
                        <a:pt x="40430" y="1045901"/>
                        <a:pt x="38524" y="1062924"/>
                      </a:cubicBezTo>
                      <a:cubicBezTo>
                        <a:pt x="61798" y="1073697"/>
                        <a:pt x="75363" y="1084248"/>
                        <a:pt x="82855" y="1091651"/>
                      </a:cubicBezTo>
                      <a:cubicBezTo>
                        <a:pt x="91943" y="1068687"/>
                        <a:pt x="84185" y="1026661"/>
                        <a:pt x="75673" y="1009638"/>
                      </a:cubicBezTo>
                      <a:cubicBezTo>
                        <a:pt x="65832" y="990000"/>
                        <a:pt x="64857" y="956574"/>
                        <a:pt x="73723" y="936891"/>
                      </a:cubicBezTo>
                      <a:cubicBezTo>
                        <a:pt x="82589" y="917208"/>
                        <a:pt x="98282" y="881877"/>
                        <a:pt x="71772" y="819946"/>
                      </a:cubicBezTo>
                      <a:cubicBezTo>
                        <a:pt x="45218" y="758016"/>
                        <a:pt x="54084" y="710848"/>
                        <a:pt x="85515" y="657784"/>
                      </a:cubicBezTo>
                      <a:cubicBezTo>
                        <a:pt x="116945" y="604719"/>
                        <a:pt x="128737" y="580160"/>
                        <a:pt x="89460" y="511358"/>
                      </a:cubicBezTo>
                      <a:cubicBezTo>
                        <a:pt x="50139" y="442557"/>
                        <a:pt x="41317" y="378676"/>
                        <a:pt x="62906" y="314795"/>
                      </a:cubicBezTo>
                      <a:cubicBezTo>
                        <a:pt x="84540" y="250914"/>
                        <a:pt x="94913" y="225202"/>
                        <a:pt x="70753" y="157553"/>
                      </a:cubicBezTo>
                      <a:cubicBezTo>
                        <a:pt x="38302" y="66630"/>
                        <a:pt x="44110" y="50228"/>
                        <a:pt x="50139" y="27575"/>
                      </a:cubicBezTo>
                      <a:cubicBezTo>
                        <a:pt x="52222" y="19639"/>
                        <a:pt x="54838" y="13389"/>
                        <a:pt x="57897" y="8424"/>
                      </a:cubicBezTo>
                      <a:close/>
                    </a:path>
                  </a:pathLst>
                </a:custGeom>
                <a:solidFill>
                  <a:srgbClr val="8DE0E0">
                    <a:alpha val="50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12" name="Forme libre : forme 20411">
                  <a:extLst>
                    <a:ext uri="{FF2B5EF4-FFF2-40B4-BE49-F238E27FC236}">
                      <a16:creationId xmlns:a16="http://schemas.microsoft.com/office/drawing/2014/main" id="{31DA4CB9-FEB8-4700-9512-061C4648F1F3}"/>
                    </a:ext>
                  </a:extLst>
                </p:cNvPr>
                <p:cNvSpPr/>
                <p:nvPr/>
              </p:nvSpPr>
              <p:spPr>
                <a:xfrm>
                  <a:off x="5004970" y="1026749"/>
                  <a:ext cx="83342" cy="1092932"/>
                </a:xfrm>
                <a:custGeom>
                  <a:avLst/>
                  <a:gdLst>
                    <a:gd name="connsiteX0" fmla="*/ 53065 w 83342"/>
                    <a:gd name="connsiteY0" fmla="*/ 1069484 h 1092932"/>
                    <a:gd name="connsiteX1" fmla="*/ 43223 w 83342"/>
                    <a:gd name="connsiteY1" fmla="*/ 1009638 h 1092932"/>
                    <a:gd name="connsiteX2" fmla="*/ 34623 w 83342"/>
                    <a:gd name="connsiteY2" fmla="*/ 929044 h 1092932"/>
                    <a:gd name="connsiteX3" fmla="*/ 41627 w 83342"/>
                    <a:gd name="connsiteY3" fmla="*/ 815911 h 1092932"/>
                    <a:gd name="connsiteX4" fmla="*/ 47169 w 83342"/>
                    <a:gd name="connsiteY4" fmla="*/ 654103 h 1092932"/>
                    <a:gd name="connsiteX5" fmla="*/ 60822 w 83342"/>
                    <a:gd name="connsiteY5" fmla="*/ 509274 h 1092932"/>
                    <a:gd name="connsiteX6" fmla="*/ 23230 w 83342"/>
                    <a:gd name="connsiteY6" fmla="*/ 313198 h 1092932"/>
                    <a:gd name="connsiteX7" fmla="*/ 38347 w 83342"/>
                    <a:gd name="connsiteY7" fmla="*/ 157552 h 1092932"/>
                    <a:gd name="connsiteX8" fmla="*/ 12901 w 83342"/>
                    <a:gd name="connsiteY8" fmla="*/ 21678 h 1092932"/>
                    <a:gd name="connsiteX9" fmla="*/ 7758 w 83342"/>
                    <a:gd name="connsiteY9" fmla="*/ 10240 h 1092932"/>
                    <a:gd name="connsiteX10" fmla="*/ 37105 w 83342"/>
                    <a:gd name="connsiteY10" fmla="*/ 310 h 1092932"/>
                    <a:gd name="connsiteX11" fmla="*/ 28106 w 83342"/>
                    <a:gd name="connsiteY11" fmla="*/ 0 h 1092932"/>
                    <a:gd name="connsiteX12" fmla="*/ 0 w 83342"/>
                    <a:gd name="connsiteY12" fmla="*/ 8822 h 1092932"/>
                    <a:gd name="connsiteX13" fmla="*/ 2705 w 83342"/>
                    <a:gd name="connsiteY13" fmla="*/ 15028 h 1092932"/>
                    <a:gd name="connsiteX14" fmla="*/ 21368 w 83342"/>
                    <a:gd name="connsiteY14" fmla="*/ 157552 h 1092932"/>
                    <a:gd name="connsiteX15" fmla="*/ 13521 w 83342"/>
                    <a:gd name="connsiteY15" fmla="*/ 314794 h 1092932"/>
                    <a:gd name="connsiteX16" fmla="*/ 40076 w 83342"/>
                    <a:gd name="connsiteY16" fmla="*/ 511358 h 1092932"/>
                    <a:gd name="connsiteX17" fmla="*/ 36130 w 83342"/>
                    <a:gd name="connsiteY17" fmla="*/ 657783 h 1092932"/>
                    <a:gd name="connsiteX18" fmla="*/ 22388 w 83342"/>
                    <a:gd name="connsiteY18" fmla="*/ 819946 h 1092932"/>
                    <a:gd name="connsiteX19" fmla="*/ 24338 w 83342"/>
                    <a:gd name="connsiteY19" fmla="*/ 936891 h 1092932"/>
                    <a:gd name="connsiteX20" fmla="*/ 26289 w 83342"/>
                    <a:gd name="connsiteY20" fmla="*/ 1009638 h 1092932"/>
                    <a:gd name="connsiteX21" fmla="*/ 38524 w 83342"/>
                    <a:gd name="connsiteY21" fmla="*/ 1062924 h 1092932"/>
                    <a:gd name="connsiteX22" fmla="*/ 82855 w 83342"/>
                    <a:gd name="connsiteY22" fmla="*/ 1091650 h 1092932"/>
                    <a:gd name="connsiteX23" fmla="*/ 82855 w 83342"/>
                    <a:gd name="connsiteY23" fmla="*/ 1091650 h 1092932"/>
                    <a:gd name="connsiteX24" fmla="*/ 53065 w 83342"/>
                    <a:gd name="connsiteY24" fmla="*/ 1069484 h 1092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3342" h="1092932">
                      <a:moveTo>
                        <a:pt x="53065" y="1069484"/>
                      </a:moveTo>
                      <a:cubicBezTo>
                        <a:pt x="54971" y="1052461"/>
                        <a:pt x="51291" y="1025819"/>
                        <a:pt x="43223" y="1009638"/>
                      </a:cubicBezTo>
                      <a:cubicBezTo>
                        <a:pt x="33382" y="989999"/>
                        <a:pt x="25757" y="948683"/>
                        <a:pt x="34623" y="929044"/>
                      </a:cubicBezTo>
                      <a:cubicBezTo>
                        <a:pt x="43489" y="909405"/>
                        <a:pt x="68181" y="877797"/>
                        <a:pt x="41627" y="815911"/>
                      </a:cubicBezTo>
                      <a:cubicBezTo>
                        <a:pt x="15073" y="753981"/>
                        <a:pt x="15694" y="707212"/>
                        <a:pt x="47169" y="654103"/>
                      </a:cubicBezTo>
                      <a:cubicBezTo>
                        <a:pt x="78599" y="601039"/>
                        <a:pt x="100100" y="578076"/>
                        <a:pt x="60822" y="509274"/>
                      </a:cubicBezTo>
                      <a:cubicBezTo>
                        <a:pt x="21501" y="440472"/>
                        <a:pt x="1596" y="377079"/>
                        <a:pt x="23230" y="313198"/>
                      </a:cubicBezTo>
                      <a:cubicBezTo>
                        <a:pt x="44863" y="249317"/>
                        <a:pt x="62463" y="225201"/>
                        <a:pt x="38347" y="157552"/>
                      </a:cubicBezTo>
                      <a:cubicBezTo>
                        <a:pt x="5896" y="66629"/>
                        <a:pt x="20659" y="43799"/>
                        <a:pt x="12901" y="21678"/>
                      </a:cubicBezTo>
                      <a:cubicBezTo>
                        <a:pt x="12103" y="19417"/>
                        <a:pt x="8734" y="12191"/>
                        <a:pt x="7758" y="10240"/>
                      </a:cubicBezTo>
                      <a:cubicBezTo>
                        <a:pt x="7758" y="10240"/>
                        <a:pt x="-5142" y="2881"/>
                        <a:pt x="37105" y="310"/>
                      </a:cubicBezTo>
                      <a:cubicBezTo>
                        <a:pt x="34446" y="89"/>
                        <a:pt x="31475" y="0"/>
                        <a:pt x="28106" y="0"/>
                      </a:cubicBezTo>
                      <a:cubicBezTo>
                        <a:pt x="-443" y="89"/>
                        <a:pt x="0" y="8822"/>
                        <a:pt x="0" y="8822"/>
                      </a:cubicBezTo>
                      <a:cubicBezTo>
                        <a:pt x="976" y="10772"/>
                        <a:pt x="1907" y="12767"/>
                        <a:pt x="2705" y="15028"/>
                      </a:cubicBezTo>
                      <a:cubicBezTo>
                        <a:pt x="10463" y="37149"/>
                        <a:pt x="-11038" y="66629"/>
                        <a:pt x="21368" y="157552"/>
                      </a:cubicBezTo>
                      <a:cubicBezTo>
                        <a:pt x="45484" y="225201"/>
                        <a:pt x="35111" y="250913"/>
                        <a:pt x="13521" y="314794"/>
                      </a:cubicBezTo>
                      <a:cubicBezTo>
                        <a:pt x="-8112" y="378675"/>
                        <a:pt x="754" y="442556"/>
                        <a:pt x="40076" y="511358"/>
                      </a:cubicBezTo>
                      <a:cubicBezTo>
                        <a:pt x="79397" y="580159"/>
                        <a:pt x="67605" y="604719"/>
                        <a:pt x="36130" y="657783"/>
                      </a:cubicBezTo>
                      <a:cubicBezTo>
                        <a:pt x="4699" y="710847"/>
                        <a:pt x="-4167" y="758015"/>
                        <a:pt x="22388" y="819946"/>
                      </a:cubicBezTo>
                      <a:cubicBezTo>
                        <a:pt x="48942" y="881876"/>
                        <a:pt x="33204" y="917252"/>
                        <a:pt x="24338" y="936891"/>
                      </a:cubicBezTo>
                      <a:cubicBezTo>
                        <a:pt x="15472" y="956529"/>
                        <a:pt x="16492" y="989955"/>
                        <a:pt x="26289" y="1009638"/>
                      </a:cubicBezTo>
                      <a:cubicBezTo>
                        <a:pt x="34357" y="1025774"/>
                        <a:pt x="40430" y="1045900"/>
                        <a:pt x="38524" y="1062924"/>
                      </a:cubicBezTo>
                      <a:cubicBezTo>
                        <a:pt x="61798" y="1073696"/>
                        <a:pt x="75363" y="1084247"/>
                        <a:pt x="82855" y="1091650"/>
                      </a:cubicBezTo>
                      <a:cubicBezTo>
                        <a:pt x="84229" y="1088192"/>
                        <a:pt x="82190" y="1095817"/>
                        <a:pt x="82855" y="1091650"/>
                      </a:cubicBezTo>
                      <a:cubicBezTo>
                        <a:pt x="71861" y="1081277"/>
                        <a:pt x="66009" y="1075469"/>
                        <a:pt x="53065" y="1069484"/>
                      </a:cubicBezTo>
                      <a:close/>
                    </a:path>
                  </a:pathLst>
                </a:custGeom>
                <a:solidFill>
                  <a:srgbClr val="78C4C0">
                    <a:alpha val="4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0406" name="Forme libre : forme 20405">
                <a:extLst>
                  <a:ext uri="{FF2B5EF4-FFF2-40B4-BE49-F238E27FC236}">
                    <a16:creationId xmlns:a16="http://schemas.microsoft.com/office/drawing/2014/main" id="{D465D8F3-B7DE-4F38-94A6-E6FE5F07DD50}"/>
                  </a:ext>
                </a:extLst>
              </p:cNvPr>
              <p:cNvSpPr/>
              <p:nvPr/>
            </p:nvSpPr>
            <p:spPr>
              <a:xfrm>
                <a:off x="4954167" y="1000059"/>
                <a:ext cx="106704" cy="22276"/>
              </a:xfrm>
              <a:custGeom>
                <a:avLst/>
                <a:gdLst>
                  <a:gd name="connsiteX0" fmla="*/ 5940 w 106704"/>
                  <a:gd name="connsiteY0" fmla="*/ 9313 h 22276"/>
                  <a:gd name="connsiteX1" fmla="*/ 44774 w 106704"/>
                  <a:gd name="connsiteY1" fmla="*/ 18489 h 22276"/>
                  <a:gd name="connsiteX2" fmla="*/ 50094 w 106704"/>
                  <a:gd name="connsiteY2" fmla="*/ 21858 h 22276"/>
                  <a:gd name="connsiteX3" fmla="*/ 64369 w 106704"/>
                  <a:gd name="connsiteY3" fmla="*/ 17913 h 22276"/>
                  <a:gd name="connsiteX4" fmla="*/ 106705 w 106704"/>
                  <a:gd name="connsiteY4" fmla="*/ 15829 h 22276"/>
                  <a:gd name="connsiteX5" fmla="*/ 97528 w 106704"/>
                  <a:gd name="connsiteY5" fmla="*/ 10909 h 22276"/>
                  <a:gd name="connsiteX6" fmla="*/ 43755 w 106704"/>
                  <a:gd name="connsiteY6" fmla="*/ 890 h 22276"/>
                  <a:gd name="connsiteX7" fmla="*/ 31963 w 106704"/>
                  <a:gd name="connsiteY7" fmla="*/ 3 h 22276"/>
                  <a:gd name="connsiteX8" fmla="*/ 0 w 106704"/>
                  <a:gd name="connsiteY8" fmla="*/ 11174 h 2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6704" h="22276">
                    <a:moveTo>
                      <a:pt x="5940" y="9313"/>
                    </a:moveTo>
                    <a:cubicBezTo>
                      <a:pt x="19373" y="6653"/>
                      <a:pt x="33913" y="10111"/>
                      <a:pt x="44774" y="18489"/>
                    </a:cubicBezTo>
                    <a:cubicBezTo>
                      <a:pt x="46459" y="19775"/>
                      <a:pt x="48099" y="21193"/>
                      <a:pt x="50094" y="21858"/>
                    </a:cubicBezTo>
                    <a:cubicBezTo>
                      <a:pt x="54926" y="23454"/>
                      <a:pt x="59802" y="20129"/>
                      <a:pt x="64369" y="17913"/>
                    </a:cubicBezTo>
                    <a:cubicBezTo>
                      <a:pt x="77269" y="11662"/>
                      <a:pt x="92519" y="13657"/>
                      <a:pt x="106705" y="15829"/>
                    </a:cubicBezTo>
                    <a:cubicBezTo>
                      <a:pt x="104444" y="13125"/>
                      <a:pt x="100897" y="11884"/>
                      <a:pt x="97528" y="10909"/>
                    </a:cubicBezTo>
                    <a:cubicBezTo>
                      <a:pt x="80017" y="5766"/>
                      <a:pt x="61886" y="3062"/>
                      <a:pt x="43755" y="890"/>
                    </a:cubicBezTo>
                    <a:cubicBezTo>
                      <a:pt x="39854" y="402"/>
                      <a:pt x="35908" y="-41"/>
                      <a:pt x="31963" y="3"/>
                    </a:cubicBezTo>
                    <a:cubicBezTo>
                      <a:pt x="20481" y="47"/>
                      <a:pt x="8999" y="4037"/>
                      <a:pt x="0" y="11174"/>
                    </a:cubicBezTo>
                  </a:path>
                </a:pathLst>
              </a:custGeom>
              <a:solidFill>
                <a:srgbClr val="F9D5C7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07" name="Forme libre : forme 20406">
                <a:extLst>
                  <a:ext uri="{FF2B5EF4-FFF2-40B4-BE49-F238E27FC236}">
                    <a16:creationId xmlns:a16="http://schemas.microsoft.com/office/drawing/2014/main" id="{08A8D3CD-A084-49E4-888B-E7A230D4F8C9}"/>
                  </a:ext>
                </a:extLst>
              </p:cNvPr>
              <p:cNvSpPr/>
              <p:nvPr/>
            </p:nvSpPr>
            <p:spPr>
              <a:xfrm>
                <a:off x="4994151" y="998051"/>
                <a:ext cx="29351" cy="11720"/>
              </a:xfrm>
              <a:custGeom>
                <a:avLst/>
                <a:gdLst>
                  <a:gd name="connsiteX0" fmla="*/ 2219 w 29351"/>
                  <a:gd name="connsiteY0" fmla="*/ 6665 h 11720"/>
                  <a:gd name="connsiteX1" fmla="*/ 2 w 29351"/>
                  <a:gd name="connsiteY1" fmla="*/ 9192 h 11720"/>
                  <a:gd name="connsiteX2" fmla="*/ 4081 w 29351"/>
                  <a:gd name="connsiteY2" fmla="*/ 11719 h 11720"/>
                  <a:gd name="connsiteX3" fmla="*/ 14366 w 29351"/>
                  <a:gd name="connsiteY3" fmla="*/ 9768 h 11720"/>
                  <a:gd name="connsiteX4" fmla="*/ 26911 w 29351"/>
                  <a:gd name="connsiteY4" fmla="*/ 592 h 11720"/>
                  <a:gd name="connsiteX5" fmla="*/ 2219 w 29351"/>
                  <a:gd name="connsiteY5" fmla="*/ 6665 h 11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351" h="11720">
                    <a:moveTo>
                      <a:pt x="2219" y="6665"/>
                    </a:moveTo>
                    <a:cubicBezTo>
                      <a:pt x="1199" y="7242"/>
                      <a:pt x="91" y="8040"/>
                      <a:pt x="2" y="9192"/>
                    </a:cubicBezTo>
                    <a:cubicBezTo>
                      <a:pt x="-86" y="11010"/>
                      <a:pt x="2263" y="11763"/>
                      <a:pt x="4081" y="11719"/>
                    </a:cubicBezTo>
                    <a:cubicBezTo>
                      <a:pt x="7583" y="11630"/>
                      <a:pt x="10996" y="10699"/>
                      <a:pt x="14366" y="9768"/>
                    </a:cubicBezTo>
                    <a:cubicBezTo>
                      <a:pt x="17159" y="8971"/>
                      <a:pt x="35955" y="3784"/>
                      <a:pt x="26911" y="592"/>
                    </a:cubicBezTo>
                    <a:cubicBezTo>
                      <a:pt x="20129" y="-1758"/>
                      <a:pt x="8026" y="3429"/>
                      <a:pt x="2219" y="6665"/>
                    </a:cubicBezTo>
                    <a:close/>
                  </a:path>
                </a:pathLst>
              </a:custGeom>
              <a:solidFill>
                <a:srgbClr val="FFFFFF">
                  <a:alpha val="58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0368" name="Graphique 2">
              <a:extLst>
                <a:ext uri="{FF2B5EF4-FFF2-40B4-BE49-F238E27FC236}">
                  <a16:creationId xmlns:a16="http://schemas.microsoft.com/office/drawing/2014/main" id="{15A9AFB8-6FAE-4B6D-8F59-2EC08A407A10}"/>
                </a:ext>
              </a:extLst>
            </p:cNvPr>
            <p:cNvGrpSpPr/>
            <p:nvPr/>
          </p:nvGrpSpPr>
          <p:grpSpPr>
            <a:xfrm>
              <a:off x="5041712" y="955872"/>
              <a:ext cx="66651" cy="42191"/>
              <a:chOff x="5041712" y="955872"/>
              <a:chExt cx="66651" cy="42191"/>
            </a:xfrm>
            <a:solidFill>
              <a:schemeClr val="accent1"/>
            </a:solidFill>
          </p:grpSpPr>
          <p:sp>
            <p:nvSpPr>
              <p:cNvPr id="20396" name="Forme libre : forme 20395">
                <a:extLst>
                  <a:ext uri="{FF2B5EF4-FFF2-40B4-BE49-F238E27FC236}">
                    <a16:creationId xmlns:a16="http://schemas.microsoft.com/office/drawing/2014/main" id="{90EDEAE1-AF6D-453A-B0EB-1FDA1C363165}"/>
                  </a:ext>
                </a:extLst>
              </p:cNvPr>
              <p:cNvSpPr/>
              <p:nvPr/>
            </p:nvSpPr>
            <p:spPr>
              <a:xfrm>
                <a:off x="5043651" y="958248"/>
                <a:ext cx="25599" cy="34235"/>
              </a:xfrm>
              <a:custGeom>
                <a:avLst/>
                <a:gdLst>
                  <a:gd name="connsiteX0" fmla="*/ 8620 w 25599"/>
                  <a:gd name="connsiteY0" fmla="*/ 5906 h 34235"/>
                  <a:gd name="connsiteX1" fmla="*/ 1926 w 25599"/>
                  <a:gd name="connsiteY1" fmla="*/ 12644 h 34235"/>
                  <a:gd name="connsiteX2" fmla="*/ 375 w 25599"/>
                  <a:gd name="connsiteY2" fmla="*/ 22397 h 34235"/>
                  <a:gd name="connsiteX3" fmla="*/ 1971 w 25599"/>
                  <a:gd name="connsiteY3" fmla="*/ 26165 h 34235"/>
                  <a:gd name="connsiteX4" fmla="*/ 4808 w 25599"/>
                  <a:gd name="connsiteY4" fmla="*/ 30465 h 34235"/>
                  <a:gd name="connsiteX5" fmla="*/ 10128 w 25599"/>
                  <a:gd name="connsiteY5" fmla="*/ 33169 h 34235"/>
                  <a:gd name="connsiteX6" fmla="*/ 15403 w 25599"/>
                  <a:gd name="connsiteY6" fmla="*/ 34233 h 34235"/>
                  <a:gd name="connsiteX7" fmla="*/ 20191 w 25599"/>
                  <a:gd name="connsiteY7" fmla="*/ 31972 h 34235"/>
                  <a:gd name="connsiteX8" fmla="*/ 20634 w 25599"/>
                  <a:gd name="connsiteY8" fmla="*/ 30997 h 34235"/>
                  <a:gd name="connsiteX9" fmla="*/ 19614 w 25599"/>
                  <a:gd name="connsiteY9" fmla="*/ 29268 h 34235"/>
                  <a:gd name="connsiteX10" fmla="*/ 14206 w 25599"/>
                  <a:gd name="connsiteY10" fmla="*/ 24835 h 34235"/>
                  <a:gd name="connsiteX11" fmla="*/ 11280 w 25599"/>
                  <a:gd name="connsiteY11" fmla="*/ 18274 h 34235"/>
                  <a:gd name="connsiteX12" fmla="*/ 14383 w 25599"/>
                  <a:gd name="connsiteY12" fmla="*/ 11447 h 34235"/>
                  <a:gd name="connsiteX13" fmla="*/ 19216 w 25599"/>
                  <a:gd name="connsiteY13" fmla="*/ 6438 h 34235"/>
                  <a:gd name="connsiteX14" fmla="*/ 24978 w 25599"/>
                  <a:gd name="connsiteY14" fmla="*/ 2315 h 34235"/>
                  <a:gd name="connsiteX15" fmla="*/ 22718 w 25599"/>
                  <a:gd name="connsiteY15" fmla="*/ 54 h 34235"/>
                  <a:gd name="connsiteX16" fmla="*/ 15891 w 25599"/>
                  <a:gd name="connsiteY16" fmla="*/ 2049 h 34235"/>
                  <a:gd name="connsiteX17" fmla="*/ 8620 w 25599"/>
                  <a:gd name="connsiteY17" fmla="*/ 5906 h 34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599" h="34235">
                    <a:moveTo>
                      <a:pt x="8620" y="5906"/>
                    </a:moveTo>
                    <a:cubicBezTo>
                      <a:pt x="6049" y="7679"/>
                      <a:pt x="3611" y="9807"/>
                      <a:pt x="1926" y="12644"/>
                    </a:cubicBezTo>
                    <a:cubicBezTo>
                      <a:pt x="242" y="15481"/>
                      <a:pt x="-512" y="19116"/>
                      <a:pt x="375" y="22397"/>
                    </a:cubicBezTo>
                    <a:cubicBezTo>
                      <a:pt x="729" y="23727"/>
                      <a:pt x="1350" y="24968"/>
                      <a:pt x="1971" y="26165"/>
                    </a:cubicBezTo>
                    <a:cubicBezTo>
                      <a:pt x="2769" y="27717"/>
                      <a:pt x="3567" y="29313"/>
                      <a:pt x="4808" y="30465"/>
                    </a:cubicBezTo>
                    <a:cubicBezTo>
                      <a:pt x="6315" y="31928"/>
                      <a:pt x="8266" y="32549"/>
                      <a:pt x="10128" y="33169"/>
                    </a:cubicBezTo>
                    <a:cubicBezTo>
                      <a:pt x="11857" y="33701"/>
                      <a:pt x="13585" y="34278"/>
                      <a:pt x="15403" y="34233"/>
                    </a:cubicBezTo>
                    <a:cubicBezTo>
                      <a:pt x="17176" y="34189"/>
                      <a:pt x="19038" y="33524"/>
                      <a:pt x="20191" y="31972"/>
                    </a:cubicBezTo>
                    <a:cubicBezTo>
                      <a:pt x="20412" y="31706"/>
                      <a:pt x="20590" y="31352"/>
                      <a:pt x="20634" y="30997"/>
                    </a:cubicBezTo>
                    <a:cubicBezTo>
                      <a:pt x="20678" y="30288"/>
                      <a:pt x="20146" y="29711"/>
                      <a:pt x="19614" y="29268"/>
                    </a:cubicBezTo>
                    <a:cubicBezTo>
                      <a:pt x="17841" y="27761"/>
                      <a:pt x="15846" y="26564"/>
                      <a:pt x="14206" y="24835"/>
                    </a:cubicBezTo>
                    <a:cubicBezTo>
                      <a:pt x="12566" y="23106"/>
                      <a:pt x="11236" y="20801"/>
                      <a:pt x="11280" y="18274"/>
                    </a:cubicBezTo>
                    <a:cubicBezTo>
                      <a:pt x="11325" y="15659"/>
                      <a:pt x="12832" y="13353"/>
                      <a:pt x="14383" y="11447"/>
                    </a:cubicBezTo>
                    <a:cubicBezTo>
                      <a:pt x="15891" y="9630"/>
                      <a:pt x="17487" y="7945"/>
                      <a:pt x="19216" y="6438"/>
                    </a:cubicBezTo>
                    <a:cubicBezTo>
                      <a:pt x="20989" y="4931"/>
                      <a:pt x="23294" y="3911"/>
                      <a:pt x="24978" y="2315"/>
                    </a:cubicBezTo>
                    <a:cubicBezTo>
                      <a:pt x="26840" y="497"/>
                      <a:pt x="24048" y="-212"/>
                      <a:pt x="22718" y="54"/>
                    </a:cubicBezTo>
                    <a:cubicBezTo>
                      <a:pt x="20412" y="497"/>
                      <a:pt x="18107" y="1162"/>
                      <a:pt x="15891" y="2049"/>
                    </a:cubicBezTo>
                    <a:cubicBezTo>
                      <a:pt x="13364" y="3024"/>
                      <a:pt x="10926" y="4310"/>
                      <a:pt x="8620" y="5906"/>
                    </a:cubicBezTo>
                    <a:close/>
                  </a:path>
                </a:pathLst>
              </a:custGeom>
              <a:solidFill>
                <a:srgbClr val="FFFFFF">
                  <a:alpha val="38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97" name="Forme libre : forme 20396">
                <a:extLst>
                  <a:ext uri="{FF2B5EF4-FFF2-40B4-BE49-F238E27FC236}">
                    <a16:creationId xmlns:a16="http://schemas.microsoft.com/office/drawing/2014/main" id="{4A188F09-8975-407F-81E9-4F1A6C4EE54B}"/>
                  </a:ext>
                </a:extLst>
              </p:cNvPr>
              <p:cNvSpPr/>
              <p:nvPr/>
            </p:nvSpPr>
            <p:spPr>
              <a:xfrm>
                <a:off x="5065260" y="960252"/>
                <a:ext cx="3812" cy="4344"/>
              </a:xfrm>
              <a:custGeom>
                <a:avLst/>
                <a:gdLst>
                  <a:gd name="connsiteX0" fmla="*/ 3812 w 3812"/>
                  <a:gd name="connsiteY0" fmla="*/ 2172 h 4344"/>
                  <a:gd name="connsiteX1" fmla="*/ 1906 w 3812"/>
                  <a:gd name="connsiteY1" fmla="*/ 4344 h 4344"/>
                  <a:gd name="connsiteX2" fmla="*/ 0 w 3812"/>
                  <a:gd name="connsiteY2" fmla="*/ 2172 h 4344"/>
                  <a:gd name="connsiteX3" fmla="*/ 1906 w 3812"/>
                  <a:gd name="connsiteY3" fmla="*/ 0 h 4344"/>
                  <a:gd name="connsiteX4" fmla="*/ 3812 w 3812"/>
                  <a:gd name="connsiteY4" fmla="*/ 2172 h 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4344">
                    <a:moveTo>
                      <a:pt x="3812" y="2172"/>
                    </a:moveTo>
                    <a:cubicBezTo>
                      <a:pt x="3812" y="3372"/>
                      <a:pt x="2959" y="4344"/>
                      <a:pt x="1906" y="4344"/>
                    </a:cubicBezTo>
                    <a:cubicBezTo>
                      <a:pt x="853" y="4344"/>
                      <a:pt x="0" y="3372"/>
                      <a:pt x="0" y="2172"/>
                    </a:cubicBezTo>
                    <a:cubicBezTo>
                      <a:pt x="0" y="973"/>
                      <a:pt x="853" y="0"/>
                      <a:pt x="1906" y="0"/>
                    </a:cubicBezTo>
                    <a:cubicBezTo>
                      <a:pt x="2959" y="0"/>
                      <a:pt x="3812" y="973"/>
                      <a:pt x="3812" y="21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98" name="Forme libre : forme 20397">
                <a:extLst>
                  <a:ext uri="{FF2B5EF4-FFF2-40B4-BE49-F238E27FC236}">
                    <a16:creationId xmlns:a16="http://schemas.microsoft.com/office/drawing/2014/main" id="{58406B8E-49D8-44D1-BA60-A1299439A514}"/>
                  </a:ext>
                </a:extLst>
              </p:cNvPr>
              <p:cNvSpPr/>
              <p:nvPr/>
            </p:nvSpPr>
            <p:spPr>
              <a:xfrm>
                <a:off x="5059808" y="959144"/>
                <a:ext cx="2305" cy="2659"/>
              </a:xfrm>
              <a:custGeom>
                <a:avLst/>
                <a:gdLst>
                  <a:gd name="connsiteX0" fmla="*/ 2305 w 2305"/>
                  <a:gd name="connsiteY0" fmla="*/ 1330 h 2659"/>
                  <a:gd name="connsiteX1" fmla="*/ 1153 w 2305"/>
                  <a:gd name="connsiteY1" fmla="*/ 2660 h 2659"/>
                  <a:gd name="connsiteX2" fmla="*/ 0 w 2305"/>
                  <a:gd name="connsiteY2" fmla="*/ 1330 h 2659"/>
                  <a:gd name="connsiteX3" fmla="*/ 1153 w 2305"/>
                  <a:gd name="connsiteY3" fmla="*/ 0 h 2659"/>
                  <a:gd name="connsiteX4" fmla="*/ 2305 w 2305"/>
                  <a:gd name="connsiteY4" fmla="*/ 1330 h 2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5" h="2659">
                    <a:moveTo>
                      <a:pt x="2305" y="1330"/>
                    </a:moveTo>
                    <a:cubicBezTo>
                      <a:pt x="2305" y="2064"/>
                      <a:pt x="1789" y="2660"/>
                      <a:pt x="1153" y="2660"/>
                    </a:cubicBezTo>
                    <a:cubicBezTo>
                      <a:pt x="516" y="2660"/>
                      <a:pt x="0" y="2064"/>
                      <a:pt x="0" y="1330"/>
                    </a:cubicBezTo>
                    <a:cubicBezTo>
                      <a:pt x="0" y="595"/>
                      <a:pt x="516" y="0"/>
                      <a:pt x="1153" y="0"/>
                    </a:cubicBezTo>
                    <a:cubicBezTo>
                      <a:pt x="1789" y="0"/>
                      <a:pt x="2305" y="595"/>
                      <a:pt x="2305" y="13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99" name="Forme libre : forme 20398">
                <a:extLst>
                  <a:ext uri="{FF2B5EF4-FFF2-40B4-BE49-F238E27FC236}">
                    <a16:creationId xmlns:a16="http://schemas.microsoft.com/office/drawing/2014/main" id="{0FFF680F-824E-4EB5-9E17-87F363B2FBF7}"/>
                  </a:ext>
                </a:extLst>
              </p:cNvPr>
              <p:cNvSpPr/>
              <p:nvPr/>
            </p:nvSpPr>
            <p:spPr>
              <a:xfrm>
                <a:off x="5091726" y="962824"/>
                <a:ext cx="14628" cy="27174"/>
              </a:xfrm>
              <a:custGeom>
                <a:avLst/>
                <a:gdLst>
                  <a:gd name="connsiteX0" fmla="*/ 13255 w 14628"/>
                  <a:gd name="connsiteY0" fmla="*/ 27175 h 27174"/>
                  <a:gd name="connsiteX1" fmla="*/ 0 w 14628"/>
                  <a:gd name="connsiteY1" fmla="*/ 0 h 27174"/>
                  <a:gd name="connsiteX2" fmla="*/ 13255 w 14628"/>
                  <a:gd name="connsiteY2" fmla="*/ 27175 h 2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628" h="27174">
                    <a:moveTo>
                      <a:pt x="13255" y="27175"/>
                    </a:moveTo>
                    <a:cubicBezTo>
                      <a:pt x="19949" y="11171"/>
                      <a:pt x="0" y="0"/>
                      <a:pt x="0" y="0"/>
                    </a:cubicBezTo>
                    <a:cubicBezTo>
                      <a:pt x="0" y="0"/>
                      <a:pt x="17555" y="12324"/>
                      <a:pt x="13255" y="27175"/>
                    </a:cubicBezTo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00" name="Forme libre : forme 20399">
                <a:extLst>
                  <a:ext uri="{FF2B5EF4-FFF2-40B4-BE49-F238E27FC236}">
                    <a16:creationId xmlns:a16="http://schemas.microsoft.com/office/drawing/2014/main" id="{F801C85B-FA41-475C-B2FC-9C7EB9B660E3}"/>
                  </a:ext>
                </a:extLst>
              </p:cNvPr>
              <p:cNvSpPr/>
              <p:nvPr/>
            </p:nvSpPr>
            <p:spPr>
              <a:xfrm>
                <a:off x="5043139" y="980999"/>
                <a:ext cx="44774" cy="14815"/>
              </a:xfrm>
              <a:custGeom>
                <a:avLst/>
                <a:gdLst>
                  <a:gd name="connsiteX0" fmla="*/ 0 w 44774"/>
                  <a:gd name="connsiteY0" fmla="*/ 0 h 14815"/>
                  <a:gd name="connsiteX1" fmla="*/ 44774 w 44774"/>
                  <a:gd name="connsiteY1" fmla="*/ 14807 h 14815"/>
                  <a:gd name="connsiteX2" fmla="*/ 0 w 44774"/>
                  <a:gd name="connsiteY2" fmla="*/ 0 h 14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774" h="14815">
                    <a:moveTo>
                      <a:pt x="0" y="0"/>
                    </a:moveTo>
                    <a:cubicBezTo>
                      <a:pt x="0" y="0"/>
                      <a:pt x="5187" y="14142"/>
                      <a:pt x="44774" y="14807"/>
                    </a:cubicBezTo>
                    <a:cubicBezTo>
                      <a:pt x="44774" y="14807"/>
                      <a:pt x="14452" y="156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01" name="Forme libre : forme 20400">
                <a:extLst>
                  <a:ext uri="{FF2B5EF4-FFF2-40B4-BE49-F238E27FC236}">
                    <a16:creationId xmlns:a16="http://schemas.microsoft.com/office/drawing/2014/main" id="{7994E0BE-F9DD-46A1-B46A-E1B4F1A803ED}"/>
                  </a:ext>
                </a:extLst>
              </p:cNvPr>
              <p:cNvSpPr/>
              <p:nvPr/>
            </p:nvSpPr>
            <p:spPr>
              <a:xfrm>
                <a:off x="5041712" y="955872"/>
                <a:ext cx="66651" cy="42191"/>
              </a:xfrm>
              <a:custGeom>
                <a:avLst/>
                <a:gdLst>
                  <a:gd name="connsiteX0" fmla="*/ 66594 w 66651"/>
                  <a:gd name="connsiteY0" fmla="*/ 28940 h 42191"/>
                  <a:gd name="connsiteX1" fmla="*/ 32016 w 66651"/>
                  <a:gd name="connsiteY1" fmla="*/ 41575 h 42191"/>
                  <a:gd name="connsiteX2" fmla="*/ 53 w 66651"/>
                  <a:gd name="connsiteY2" fmla="*/ 21404 h 42191"/>
                  <a:gd name="connsiteX3" fmla="*/ 35873 w 66651"/>
                  <a:gd name="connsiteY3" fmla="*/ 258 h 42191"/>
                  <a:gd name="connsiteX4" fmla="*/ 66594 w 66651"/>
                  <a:gd name="connsiteY4" fmla="*/ 28940 h 42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51" h="42191">
                    <a:moveTo>
                      <a:pt x="66594" y="28940"/>
                    </a:moveTo>
                    <a:cubicBezTo>
                      <a:pt x="65530" y="40333"/>
                      <a:pt x="50014" y="43747"/>
                      <a:pt x="32016" y="41575"/>
                    </a:cubicBezTo>
                    <a:cubicBezTo>
                      <a:pt x="14017" y="39402"/>
                      <a:pt x="-1011" y="32797"/>
                      <a:pt x="53" y="21404"/>
                    </a:cubicBezTo>
                    <a:cubicBezTo>
                      <a:pt x="1117" y="10011"/>
                      <a:pt x="17874" y="-1914"/>
                      <a:pt x="35873" y="258"/>
                    </a:cubicBezTo>
                    <a:cubicBezTo>
                      <a:pt x="53871" y="2430"/>
                      <a:pt x="67658" y="17503"/>
                      <a:pt x="66594" y="28940"/>
                    </a:cubicBezTo>
                    <a:close/>
                  </a:path>
                </a:pathLst>
              </a:custGeom>
              <a:solidFill>
                <a:srgbClr val="FFFFFF">
                  <a:alpha val="36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02" name="Forme libre : forme 20401">
                <a:extLst>
                  <a:ext uri="{FF2B5EF4-FFF2-40B4-BE49-F238E27FC236}">
                    <a16:creationId xmlns:a16="http://schemas.microsoft.com/office/drawing/2014/main" id="{8BCB5476-0FA5-4907-A845-07AC2ECBB09C}"/>
                  </a:ext>
                </a:extLst>
              </p:cNvPr>
              <p:cNvSpPr/>
              <p:nvPr/>
            </p:nvSpPr>
            <p:spPr>
              <a:xfrm>
                <a:off x="5045429" y="972619"/>
                <a:ext cx="59392" cy="23711"/>
              </a:xfrm>
              <a:custGeom>
                <a:avLst/>
                <a:gdLst>
                  <a:gd name="connsiteX0" fmla="*/ 59330 w 59392"/>
                  <a:gd name="connsiteY0" fmla="*/ 15296 h 23711"/>
                  <a:gd name="connsiteX1" fmla="*/ 28343 w 59392"/>
                  <a:gd name="connsiteY1" fmla="*/ 22921 h 23711"/>
                  <a:gd name="connsiteX2" fmla="*/ 60 w 59392"/>
                  <a:gd name="connsiteY2" fmla="*/ 7937 h 23711"/>
                  <a:gd name="connsiteX3" fmla="*/ 31756 w 59392"/>
                  <a:gd name="connsiteY3" fmla="*/ 888 h 23711"/>
                  <a:gd name="connsiteX4" fmla="*/ 59330 w 59392"/>
                  <a:gd name="connsiteY4" fmla="*/ 15296 h 23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392" h="23711">
                    <a:moveTo>
                      <a:pt x="59330" y="15296"/>
                    </a:moveTo>
                    <a:cubicBezTo>
                      <a:pt x="58266" y="23142"/>
                      <a:pt x="44391" y="25004"/>
                      <a:pt x="28343" y="22921"/>
                    </a:cubicBezTo>
                    <a:cubicBezTo>
                      <a:pt x="12295" y="20837"/>
                      <a:pt x="-1004" y="15828"/>
                      <a:pt x="60" y="7937"/>
                    </a:cubicBezTo>
                    <a:cubicBezTo>
                      <a:pt x="1124" y="90"/>
                      <a:pt x="15709" y="-1195"/>
                      <a:pt x="31756" y="888"/>
                    </a:cubicBezTo>
                    <a:cubicBezTo>
                      <a:pt x="47760" y="2972"/>
                      <a:pt x="60394" y="7449"/>
                      <a:pt x="59330" y="15296"/>
                    </a:cubicBezTo>
                    <a:close/>
                  </a:path>
                </a:pathLst>
              </a:custGeom>
              <a:solidFill>
                <a:srgbClr val="FFFFFF">
                  <a:alpha val="38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403" name="Forme libre : forme 20402">
                <a:extLst>
                  <a:ext uri="{FF2B5EF4-FFF2-40B4-BE49-F238E27FC236}">
                    <a16:creationId xmlns:a16="http://schemas.microsoft.com/office/drawing/2014/main" id="{C6159DEB-060C-4B0E-A813-5C5ECC91AF44}"/>
                  </a:ext>
                </a:extLst>
              </p:cNvPr>
              <p:cNvSpPr/>
              <p:nvPr/>
            </p:nvSpPr>
            <p:spPr>
              <a:xfrm>
                <a:off x="5041712" y="955872"/>
                <a:ext cx="66651" cy="42191"/>
              </a:xfrm>
              <a:custGeom>
                <a:avLst/>
                <a:gdLst>
                  <a:gd name="connsiteX0" fmla="*/ 66594 w 66651"/>
                  <a:gd name="connsiteY0" fmla="*/ 28940 h 42191"/>
                  <a:gd name="connsiteX1" fmla="*/ 32016 w 66651"/>
                  <a:gd name="connsiteY1" fmla="*/ 41575 h 42191"/>
                  <a:gd name="connsiteX2" fmla="*/ 53 w 66651"/>
                  <a:gd name="connsiteY2" fmla="*/ 21404 h 42191"/>
                  <a:gd name="connsiteX3" fmla="*/ 35873 w 66651"/>
                  <a:gd name="connsiteY3" fmla="*/ 258 h 42191"/>
                  <a:gd name="connsiteX4" fmla="*/ 66594 w 66651"/>
                  <a:gd name="connsiteY4" fmla="*/ 28940 h 42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51" h="42191">
                    <a:moveTo>
                      <a:pt x="66594" y="28940"/>
                    </a:moveTo>
                    <a:cubicBezTo>
                      <a:pt x="65530" y="40333"/>
                      <a:pt x="50014" y="43747"/>
                      <a:pt x="32016" y="41575"/>
                    </a:cubicBezTo>
                    <a:cubicBezTo>
                      <a:pt x="14017" y="39402"/>
                      <a:pt x="-1011" y="32797"/>
                      <a:pt x="53" y="21404"/>
                    </a:cubicBezTo>
                    <a:cubicBezTo>
                      <a:pt x="1117" y="10011"/>
                      <a:pt x="17874" y="-1914"/>
                      <a:pt x="35873" y="258"/>
                    </a:cubicBezTo>
                    <a:cubicBezTo>
                      <a:pt x="53871" y="2430"/>
                      <a:pt x="67658" y="17503"/>
                      <a:pt x="66594" y="28940"/>
                    </a:cubicBezTo>
                    <a:close/>
                  </a:path>
                </a:pathLst>
              </a:custGeom>
              <a:noFill/>
              <a:ln w="1071" cap="rnd">
                <a:solidFill>
                  <a:srgbClr val="333333"/>
                </a:solidFill>
                <a:prstDash val="solid"/>
                <a:round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0369" name="Graphique 2">
              <a:extLst>
                <a:ext uri="{FF2B5EF4-FFF2-40B4-BE49-F238E27FC236}">
                  <a16:creationId xmlns:a16="http://schemas.microsoft.com/office/drawing/2014/main" id="{EF120E7E-BB7F-4F44-9342-5358A8FD7EBC}"/>
                </a:ext>
              </a:extLst>
            </p:cNvPr>
            <p:cNvGrpSpPr/>
            <p:nvPr/>
          </p:nvGrpSpPr>
          <p:grpSpPr>
            <a:xfrm>
              <a:off x="4953690" y="945496"/>
              <a:ext cx="54904" cy="45746"/>
              <a:chOff x="4953690" y="945496"/>
              <a:chExt cx="54904" cy="45746"/>
            </a:xfrm>
            <a:solidFill>
              <a:schemeClr val="accent1"/>
            </a:solidFill>
          </p:grpSpPr>
          <p:sp>
            <p:nvSpPr>
              <p:cNvPr id="20388" name="Forme libre : forme 20387">
                <a:extLst>
                  <a:ext uri="{FF2B5EF4-FFF2-40B4-BE49-F238E27FC236}">
                    <a16:creationId xmlns:a16="http://schemas.microsoft.com/office/drawing/2014/main" id="{DC3B2CF1-EE5F-47EF-BE99-5F14E1784407}"/>
                  </a:ext>
                </a:extLst>
              </p:cNvPr>
              <p:cNvSpPr/>
              <p:nvPr/>
            </p:nvSpPr>
            <p:spPr>
              <a:xfrm>
                <a:off x="4955253" y="950449"/>
                <a:ext cx="18419" cy="38828"/>
              </a:xfrm>
              <a:custGeom>
                <a:avLst/>
                <a:gdLst>
                  <a:gd name="connsiteX0" fmla="*/ 5165 w 18419"/>
                  <a:gd name="connsiteY0" fmla="*/ 9936 h 38828"/>
                  <a:gd name="connsiteX1" fmla="*/ 731 w 18419"/>
                  <a:gd name="connsiteY1" fmla="*/ 18758 h 38828"/>
                  <a:gd name="connsiteX2" fmla="*/ 864 w 18419"/>
                  <a:gd name="connsiteY2" fmla="*/ 29531 h 38828"/>
                  <a:gd name="connsiteX3" fmla="*/ 2682 w 18419"/>
                  <a:gd name="connsiteY3" fmla="*/ 33166 h 38828"/>
                  <a:gd name="connsiteX4" fmla="*/ 5563 w 18419"/>
                  <a:gd name="connsiteY4" fmla="*/ 37067 h 38828"/>
                  <a:gd name="connsiteX5" fmla="*/ 10263 w 18419"/>
                  <a:gd name="connsiteY5" fmla="*/ 38663 h 38828"/>
                  <a:gd name="connsiteX6" fmla="*/ 14651 w 18419"/>
                  <a:gd name="connsiteY6" fmla="*/ 38530 h 38828"/>
                  <a:gd name="connsiteX7" fmla="*/ 18198 w 18419"/>
                  <a:gd name="connsiteY7" fmla="*/ 34939 h 38828"/>
                  <a:gd name="connsiteX8" fmla="*/ 18420 w 18419"/>
                  <a:gd name="connsiteY8" fmla="*/ 33786 h 38828"/>
                  <a:gd name="connsiteX9" fmla="*/ 17356 w 18419"/>
                  <a:gd name="connsiteY9" fmla="*/ 32190 h 38828"/>
                  <a:gd name="connsiteX10" fmla="*/ 12346 w 18419"/>
                  <a:gd name="connsiteY10" fmla="*/ 28777 h 38828"/>
                  <a:gd name="connsiteX11" fmla="*/ 9066 w 18419"/>
                  <a:gd name="connsiteY11" fmla="*/ 22482 h 38828"/>
                  <a:gd name="connsiteX12" fmla="*/ 10617 w 18419"/>
                  <a:gd name="connsiteY12" fmla="*/ 14458 h 38828"/>
                  <a:gd name="connsiteX13" fmla="*/ 13809 w 18419"/>
                  <a:gd name="connsiteY13" fmla="*/ 7941 h 38828"/>
                  <a:gd name="connsiteX14" fmla="*/ 17843 w 18419"/>
                  <a:gd name="connsiteY14" fmla="*/ 2178 h 38828"/>
                  <a:gd name="connsiteX15" fmla="*/ 15671 w 18419"/>
                  <a:gd name="connsiteY15" fmla="*/ 316 h 38828"/>
                  <a:gd name="connsiteX16" fmla="*/ 10440 w 18419"/>
                  <a:gd name="connsiteY16" fmla="*/ 4085 h 38828"/>
                  <a:gd name="connsiteX17" fmla="*/ 5165 w 18419"/>
                  <a:gd name="connsiteY17" fmla="*/ 9936 h 38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419" h="38828">
                    <a:moveTo>
                      <a:pt x="5165" y="9936"/>
                    </a:moveTo>
                    <a:cubicBezTo>
                      <a:pt x="3347" y="12419"/>
                      <a:pt x="1662" y="15300"/>
                      <a:pt x="731" y="18758"/>
                    </a:cubicBezTo>
                    <a:cubicBezTo>
                      <a:pt x="-199" y="22216"/>
                      <a:pt x="-332" y="26294"/>
                      <a:pt x="864" y="29531"/>
                    </a:cubicBezTo>
                    <a:cubicBezTo>
                      <a:pt x="1352" y="30860"/>
                      <a:pt x="2017" y="32013"/>
                      <a:pt x="2682" y="33166"/>
                    </a:cubicBezTo>
                    <a:cubicBezTo>
                      <a:pt x="3524" y="34629"/>
                      <a:pt x="4411" y="36091"/>
                      <a:pt x="5563" y="37067"/>
                    </a:cubicBezTo>
                    <a:cubicBezTo>
                      <a:pt x="6982" y="38264"/>
                      <a:pt x="8667" y="38485"/>
                      <a:pt x="10263" y="38663"/>
                    </a:cubicBezTo>
                    <a:cubicBezTo>
                      <a:pt x="11726" y="38840"/>
                      <a:pt x="13233" y="38973"/>
                      <a:pt x="14651" y="38530"/>
                    </a:cubicBezTo>
                    <a:cubicBezTo>
                      <a:pt x="16070" y="38042"/>
                      <a:pt x="17489" y="36889"/>
                      <a:pt x="18198" y="34939"/>
                    </a:cubicBezTo>
                    <a:cubicBezTo>
                      <a:pt x="18331" y="34584"/>
                      <a:pt x="18420" y="34185"/>
                      <a:pt x="18420" y="33786"/>
                    </a:cubicBezTo>
                    <a:cubicBezTo>
                      <a:pt x="18375" y="32988"/>
                      <a:pt x="17843" y="32501"/>
                      <a:pt x="17356" y="32190"/>
                    </a:cubicBezTo>
                    <a:cubicBezTo>
                      <a:pt x="15715" y="31038"/>
                      <a:pt x="13942" y="30196"/>
                      <a:pt x="12346" y="28777"/>
                    </a:cubicBezTo>
                    <a:cubicBezTo>
                      <a:pt x="10795" y="27358"/>
                      <a:pt x="9376" y="25186"/>
                      <a:pt x="9066" y="22482"/>
                    </a:cubicBezTo>
                    <a:cubicBezTo>
                      <a:pt x="8755" y="19689"/>
                      <a:pt x="9598" y="16896"/>
                      <a:pt x="10617" y="14458"/>
                    </a:cubicBezTo>
                    <a:cubicBezTo>
                      <a:pt x="11548" y="12153"/>
                      <a:pt x="12656" y="9981"/>
                      <a:pt x="13809" y="7941"/>
                    </a:cubicBezTo>
                    <a:cubicBezTo>
                      <a:pt x="15006" y="5902"/>
                      <a:pt x="16735" y="4262"/>
                      <a:pt x="17843" y="2178"/>
                    </a:cubicBezTo>
                    <a:cubicBezTo>
                      <a:pt x="19084" y="-171"/>
                      <a:pt x="16735" y="-304"/>
                      <a:pt x="15671" y="316"/>
                    </a:cubicBezTo>
                    <a:cubicBezTo>
                      <a:pt x="13853" y="1336"/>
                      <a:pt x="12125" y="2622"/>
                      <a:pt x="10440" y="4085"/>
                    </a:cubicBezTo>
                    <a:cubicBezTo>
                      <a:pt x="8578" y="5725"/>
                      <a:pt x="6805" y="7675"/>
                      <a:pt x="5165" y="9936"/>
                    </a:cubicBezTo>
                    <a:close/>
                  </a:path>
                </a:pathLst>
              </a:custGeom>
              <a:solidFill>
                <a:srgbClr val="FFFFFF">
                  <a:alpha val="38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89" name="Forme libre : forme 20388">
                <a:extLst>
                  <a:ext uri="{FF2B5EF4-FFF2-40B4-BE49-F238E27FC236}">
                    <a16:creationId xmlns:a16="http://schemas.microsoft.com/office/drawing/2014/main" id="{AB3E4454-7634-4073-B620-103CC96D316F}"/>
                  </a:ext>
                </a:extLst>
              </p:cNvPr>
              <p:cNvSpPr/>
              <p:nvPr/>
            </p:nvSpPr>
            <p:spPr>
              <a:xfrm>
                <a:off x="4970658" y="952583"/>
                <a:ext cx="3103" cy="4699"/>
              </a:xfrm>
              <a:custGeom>
                <a:avLst/>
                <a:gdLst>
                  <a:gd name="connsiteX0" fmla="*/ 3103 w 3103"/>
                  <a:gd name="connsiteY0" fmla="*/ 2350 h 4699"/>
                  <a:gd name="connsiteX1" fmla="*/ 1552 w 3103"/>
                  <a:gd name="connsiteY1" fmla="*/ 4699 h 4699"/>
                  <a:gd name="connsiteX2" fmla="*/ 0 w 3103"/>
                  <a:gd name="connsiteY2" fmla="*/ 2350 h 4699"/>
                  <a:gd name="connsiteX3" fmla="*/ 1552 w 3103"/>
                  <a:gd name="connsiteY3" fmla="*/ 0 h 4699"/>
                  <a:gd name="connsiteX4" fmla="*/ 3103 w 3103"/>
                  <a:gd name="connsiteY4" fmla="*/ 2350 h 4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3" h="4699">
                    <a:moveTo>
                      <a:pt x="3103" y="2350"/>
                    </a:moveTo>
                    <a:cubicBezTo>
                      <a:pt x="3103" y="3647"/>
                      <a:pt x="2408" y="4699"/>
                      <a:pt x="1552" y="4699"/>
                    </a:cubicBezTo>
                    <a:cubicBezTo>
                      <a:pt x="695" y="4699"/>
                      <a:pt x="0" y="3647"/>
                      <a:pt x="0" y="2350"/>
                    </a:cubicBezTo>
                    <a:cubicBezTo>
                      <a:pt x="0" y="1052"/>
                      <a:pt x="695" y="0"/>
                      <a:pt x="1552" y="0"/>
                    </a:cubicBezTo>
                    <a:cubicBezTo>
                      <a:pt x="2408" y="0"/>
                      <a:pt x="3103" y="1052"/>
                      <a:pt x="3103" y="23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90" name="Forme libre : forme 20389">
                <a:extLst>
                  <a:ext uri="{FF2B5EF4-FFF2-40B4-BE49-F238E27FC236}">
                    <a16:creationId xmlns:a16="http://schemas.microsoft.com/office/drawing/2014/main" id="{63175BD6-0BAA-4537-88A7-F6988F1C3F59}"/>
                  </a:ext>
                </a:extLst>
              </p:cNvPr>
              <p:cNvSpPr/>
              <p:nvPr/>
            </p:nvSpPr>
            <p:spPr>
              <a:xfrm>
                <a:off x="4965959" y="952894"/>
                <a:ext cx="1950" cy="2925"/>
              </a:xfrm>
              <a:custGeom>
                <a:avLst/>
                <a:gdLst>
                  <a:gd name="connsiteX0" fmla="*/ 1951 w 1950"/>
                  <a:gd name="connsiteY0" fmla="*/ 1463 h 2925"/>
                  <a:gd name="connsiteX1" fmla="*/ 975 w 1950"/>
                  <a:gd name="connsiteY1" fmla="*/ 2926 h 2925"/>
                  <a:gd name="connsiteX2" fmla="*/ 0 w 1950"/>
                  <a:gd name="connsiteY2" fmla="*/ 1463 h 2925"/>
                  <a:gd name="connsiteX3" fmla="*/ 975 w 1950"/>
                  <a:gd name="connsiteY3" fmla="*/ 0 h 2925"/>
                  <a:gd name="connsiteX4" fmla="*/ 1951 w 1950"/>
                  <a:gd name="connsiteY4" fmla="*/ 1463 h 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0" h="2925">
                    <a:moveTo>
                      <a:pt x="1951" y="1463"/>
                    </a:moveTo>
                    <a:cubicBezTo>
                      <a:pt x="1951" y="2271"/>
                      <a:pt x="1514" y="2926"/>
                      <a:pt x="975" y="2926"/>
                    </a:cubicBezTo>
                    <a:cubicBezTo>
                      <a:pt x="437" y="2926"/>
                      <a:pt x="0" y="2271"/>
                      <a:pt x="0" y="1463"/>
                    </a:cubicBezTo>
                    <a:cubicBezTo>
                      <a:pt x="0" y="655"/>
                      <a:pt x="437" y="0"/>
                      <a:pt x="975" y="0"/>
                    </a:cubicBezTo>
                    <a:cubicBezTo>
                      <a:pt x="1514" y="0"/>
                      <a:pt x="1951" y="655"/>
                      <a:pt x="1951" y="14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91" name="Forme libre : forme 20390">
                <a:extLst>
                  <a:ext uri="{FF2B5EF4-FFF2-40B4-BE49-F238E27FC236}">
                    <a16:creationId xmlns:a16="http://schemas.microsoft.com/office/drawing/2014/main" id="{E3C27D31-48C3-4737-A1AA-4EC2401C7CBE}"/>
                  </a:ext>
                </a:extLst>
              </p:cNvPr>
              <p:cNvSpPr/>
              <p:nvPr/>
            </p:nvSpPr>
            <p:spPr>
              <a:xfrm>
                <a:off x="4992070" y="949480"/>
                <a:ext cx="14915" cy="25756"/>
              </a:xfrm>
              <a:custGeom>
                <a:avLst/>
                <a:gdLst>
                  <a:gd name="connsiteX0" fmla="*/ 14541 w 14915"/>
                  <a:gd name="connsiteY0" fmla="*/ 25756 h 25756"/>
                  <a:gd name="connsiteX1" fmla="*/ 0 w 14915"/>
                  <a:gd name="connsiteY1" fmla="*/ 0 h 25756"/>
                  <a:gd name="connsiteX2" fmla="*/ 14541 w 14915"/>
                  <a:gd name="connsiteY2" fmla="*/ 25756 h 25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915" h="25756">
                    <a:moveTo>
                      <a:pt x="14541" y="25756"/>
                    </a:moveTo>
                    <a:cubicBezTo>
                      <a:pt x="17688" y="7049"/>
                      <a:pt x="0" y="0"/>
                      <a:pt x="0" y="0"/>
                    </a:cubicBezTo>
                    <a:cubicBezTo>
                      <a:pt x="0" y="0"/>
                      <a:pt x="15915" y="8866"/>
                      <a:pt x="14541" y="25756"/>
                    </a:cubicBezTo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92" name="Forme libre : forme 20391">
                <a:extLst>
                  <a:ext uri="{FF2B5EF4-FFF2-40B4-BE49-F238E27FC236}">
                    <a16:creationId xmlns:a16="http://schemas.microsoft.com/office/drawing/2014/main" id="{D76CB4E1-9220-414C-995D-1D6E95B0D237}"/>
                  </a:ext>
                </a:extLst>
              </p:cNvPr>
              <p:cNvSpPr/>
              <p:nvPr/>
            </p:nvSpPr>
            <p:spPr>
              <a:xfrm>
                <a:off x="4955408" y="980556"/>
                <a:ext cx="38257" cy="7951"/>
              </a:xfrm>
              <a:custGeom>
                <a:avLst/>
                <a:gdLst>
                  <a:gd name="connsiteX0" fmla="*/ 0 w 38257"/>
                  <a:gd name="connsiteY0" fmla="*/ 0 h 7951"/>
                  <a:gd name="connsiteX1" fmla="*/ 38258 w 38257"/>
                  <a:gd name="connsiteY1" fmla="*/ 5009 h 7951"/>
                  <a:gd name="connsiteX2" fmla="*/ 0 w 38257"/>
                  <a:gd name="connsiteY2" fmla="*/ 0 h 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257" h="7951">
                    <a:moveTo>
                      <a:pt x="0" y="0"/>
                    </a:moveTo>
                    <a:cubicBezTo>
                      <a:pt x="0" y="0"/>
                      <a:pt x="6206" y="13831"/>
                      <a:pt x="38258" y="5009"/>
                    </a:cubicBezTo>
                    <a:cubicBezTo>
                      <a:pt x="38258" y="5009"/>
                      <a:pt x="13876" y="132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93" name="Forme libre : forme 20392">
                <a:extLst>
                  <a:ext uri="{FF2B5EF4-FFF2-40B4-BE49-F238E27FC236}">
                    <a16:creationId xmlns:a16="http://schemas.microsoft.com/office/drawing/2014/main" id="{7EB350E8-B9B0-41DA-8B4D-6EE8606E2E88}"/>
                  </a:ext>
                </a:extLst>
              </p:cNvPr>
              <p:cNvSpPr/>
              <p:nvPr/>
            </p:nvSpPr>
            <p:spPr>
              <a:xfrm>
                <a:off x="4953690" y="945496"/>
                <a:ext cx="54904" cy="45746"/>
              </a:xfrm>
              <a:custGeom>
                <a:avLst/>
                <a:gdLst>
                  <a:gd name="connsiteX0" fmla="*/ 54871 w 54904"/>
                  <a:gd name="connsiteY0" fmla="*/ 23401 h 45746"/>
                  <a:gd name="connsiteX1" fmla="*/ 28716 w 54904"/>
                  <a:gd name="connsiteY1" fmla="*/ 45212 h 45746"/>
                  <a:gd name="connsiteX2" fmla="*/ 34 w 54904"/>
                  <a:gd name="connsiteY2" fmla="*/ 31425 h 45746"/>
                  <a:gd name="connsiteX3" fmla="*/ 25968 w 54904"/>
                  <a:gd name="connsiteY3" fmla="*/ 216 h 45746"/>
                  <a:gd name="connsiteX4" fmla="*/ 54871 w 54904"/>
                  <a:gd name="connsiteY4" fmla="*/ 23401 h 45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904" h="45746">
                    <a:moveTo>
                      <a:pt x="54871" y="23401"/>
                    </a:moveTo>
                    <a:cubicBezTo>
                      <a:pt x="55625" y="35814"/>
                      <a:pt x="43567" y="43217"/>
                      <a:pt x="28716" y="45212"/>
                    </a:cubicBezTo>
                    <a:cubicBezTo>
                      <a:pt x="13865" y="47207"/>
                      <a:pt x="788" y="43838"/>
                      <a:pt x="34" y="31425"/>
                    </a:cubicBezTo>
                    <a:cubicBezTo>
                      <a:pt x="-720" y="19012"/>
                      <a:pt x="11161" y="2255"/>
                      <a:pt x="25968" y="216"/>
                    </a:cubicBezTo>
                    <a:cubicBezTo>
                      <a:pt x="40863" y="-1823"/>
                      <a:pt x="54118" y="10944"/>
                      <a:pt x="54871" y="23401"/>
                    </a:cubicBezTo>
                    <a:close/>
                  </a:path>
                </a:pathLst>
              </a:custGeom>
              <a:solidFill>
                <a:srgbClr val="FFFFFF">
                  <a:alpha val="36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94" name="Forme libre : forme 20393">
                <a:extLst>
                  <a:ext uri="{FF2B5EF4-FFF2-40B4-BE49-F238E27FC236}">
                    <a16:creationId xmlns:a16="http://schemas.microsoft.com/office/drawing/2014/main" id="{594FEF87-212B-489F-B38C-292CDA703525}"/>
                  </a:ext>
                </a:extLst>
              </p:cNvPr>
              <p:cNvSpPr/>
              <p:nvPr/>
            </p:nvSpPr>
            <p:spPr>
              <a:xfrm>
                <a:off x="4957266" y="963819"/>
                <a:ext cx="48906" cy="25359"/>
              </a:xfrm>
              <a:custGeom>
                <a:avLst/>
                <a:gdLst>
                  <a:gd name="connsiteX0" fmla="*/ 48902 w 48906"/>
                  <a:gd name="connsiteY0" fmla="*/ 9245 h 25359"/>
                  <a:gd name="connsiteX1" fmla="*/ 24963 w 48906"/>
                  <a:gd name="connsiteY1" fmla="*/ 24850 h 25359"/>
                  <a:gd name="connsiteX2" fmla="*/ 4 w 48906"/>
                  <a:gd name="connsiteY2" fmla="*/ 15717 h 25359"/>
                  <a:gd name="connsiteX3" fmla="*/ 24608 w 48906"/>
                  <a:gd name="connsiteY3" fmla="*/ 556 h 25359"/>
                  <a:gd name="connsiteX4" fmla="*/ 48902 w 48906"/>
                  <a:gd name="connsiteY4" fmla="*/ 9245 h 25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06" h="25359">
                    <a:moveTo>
                      <a:pt x="48902" y="9245"/>
                    </a:moveTo>
                    <a:cubicBezTo>
                      <a:pt x="49168" y="17890"/>
                      <a:pt x="38218" y="23209"/>
                      <a:pt x="24963" y="24850"/>
                    </a:cubicBezTo>
                    <a:cubicBezTo>
                      <a:pt x="11708" y="26490"/>
                      <a:pt x="226" y="24362"/>
                      <a:pt x="4" y="15717"/>
                    </a:cubicBezTo>
                    <a:cubicBezTo>
                      <a:pt x="-261" y="7073"/>
                      <a:pt x="11353" y="2196"/>
                      <a:pt x="24608" y="556"/>
                    </a:cubicBezTo>
                    <a:cubicBezTo>
                      <a:pt x="37819" y="-1084"/>
                      <a:pt x="48680" y="645"/>
                      <a:pt x="48902" y="9245"/>
                    </a:cubicBezTo>
                    <a:close/>
                  </a:path>
                </a:pathLst>
              </a:custGeom>
              <a:solidFill>
                <a:srgbClr val="FFFFFF">
                  <a:alpha val="38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95" name="Forme libre : forme 20394">
                <a:extLst>
                  <a:ext uri="{FF2B5EF4-FFF2-40B4-BE49-F238E27FC236}">
                    <a16:creationId xmlns:a16="http://schemas.microsoft.com/office/drawing/2014/main" id="{29A54C3E-BDE7-4B90-A836-7BEE5C7B3FC9}"/>
                  </a:ext>
                </a:extLst>
              </p:cNvPr>
              <p:cNvSpPr/>
              <p:nvPr/>
            </p:nvSpPr>
            <p:spPr>
              <a:xfrm>
                <a:off x="4953690" y="945496"/>
                <a:ext cx="54904" cy="45746"/>
              </a:xfrm>
              <a:custGeom>
                <a:avLst/>
                <a:gdLst>
                  <a:gd name="connsiteX0" fmla="*/ 54871 w 54904"/>
                  <a:gd name="connsiteY0" fmla="*/ 23401 h 45746"/>
                  <a:gd name="connsiteX1" fmla="*/ 28716 w 54904"/>
                  <a:gd name="connsiteY1" fmla="*/ 45212 h 45746"/>
                  <a:gd name="connsiteX2" fmla="*/ 34 w 54904"/>
                  <a:gd name="connsiteY2" fmla="*/ 31425 h 45746"/>
                  <a:gd name="connsiteX3" fmla="*/ 25968 w 54904"/>
                  <a:gd name="connsiteY3" fmla="*/ 216 h 45746"/>
                  <a:gd name="connsiteX4" fmla="*/ 54871 w 54904"/>
                  <a:gd name="connsiteY4" fmla="*/ 23401 h 45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904" h="45746">
                    <a:moveTo>
                      <a:pt x="54871" y="23401"/>
                    </a:moveTo>
                    <a:cubicBezTo>
                      <a:pt x="55625" y="35814"/>
                      <a:pt x="43567" y="43217"/>
                      <a:pt x="28716" y="45212"/>
                    </a:cubicBezTo>
                    <a:cubicBezTo>
                      <a:pt x="13865" y="47207"/>
                      <a:pt x="788" y="43838"/>
                      <a:pt x="34" y="31425"/>
                    </a:cubicBezTo>
                    <a:cubicBezTo>
                      <a:pt x="-720" y="19012"/>
                      <a:pt x="11161" y="2255"/>
                      <a:pt x="25968" y="216"/>
                    </a:cubicBezTo>
                    <a:cubicBezTo>
                      <a:pt x="40863" y="-1823"/>
                      <a:pt x="54118" y="10944"/>
                      <a:pt x="54871" y="23401"/>
                    </a:cubicBezTo>
                    <a:close/>
                  </a:path>
                </a:pathLst>
              </a:custGeom>
              <a:noFill/>
              <a:ln w="1014" cap="rnd">
                <a:solidFill>
                  <a:srgbClr val="333333"/>
                </a:solidFill>
                <a:prstDash val="solid"/>
                <a:round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0370" name="Graphique 2">
              <a:extLst>
                <a:ext uri="{FF2B5EF4-FFF2-40B4-BE49-F238E27FC236}">
                  <a16:creationId xmlns:a16="http://schemas.microsoft.com/office/drawing/2014/main" id="{CE86B7A7-D256-4667-9D9D-FA30DBA9EB0C}"/>
                </a:ext>
              </a:extLst>
            </p:cNvPr>
            <p:cNvGrpSpPr/>
            <p:nvPr/>
          </p:nvGrpSpPr>
          <p:grpSpPr>
            <a:xfrm>
              <a:off x="5012772" y="945091"/>
              <a:ext cx="29393" cy="14719"/>
              <a:chOff x="5012772" y="945091"/>
              <a:chExt cx="29393" cy="14719"/>
            </a:xfrm>
            <a:solidFill>
              <a:schemeClr val="accent1"/>
            </a:solidFill>
          </p:grpSpPr>
          <p:sp>
            <p:nvSpPr>
              <p:cNvPr id="20380" name="Forme libre : forme 20379">
                <a:extLst>
                  <a:ext uri="{FF2B5EF4-FFF2-40B4-BE49-F238E27FC236}">
                    <a16:creationId xmlns:a16="http://schemas.microsoft.com/office/drawing/2014/main" id="{A2E95255-6F64-44D0-B585-BF7E249F4932}"/>
                  </a:ext>
                </a:extLst>
              </p:cNvPr>
              <p:cNvSpPr/>
              <p:nvPr/>
            </p:nvSpPr>
            <p:spPr>
              <a:xfrm>
                <a:off x="5013660" y="946331"/>
                <a:ext cx="10319" cy="12449"/>
              </a:xfrm>
              <a:custGeom>
                <a:avLst/>
                <a:gdLst>
                  <a:gd name="connsiteX0" fmla="*/ 3102 w 10319"/>
                  <a:gd name="connsiteY0" fmla="*/ 2750 h 12449"/>
                  <a:gd name="connsiteX1" fmla="*/ 531 w 10319"/>
                  <a:gd name="connsiteY1" fmla="*/ 5454 h 12449"/>
                  <a:gd name="connsiteX2" fmla="*/ 354 w 10319"/>
                  <a:gd name="connsiteY2" fmla="*/ 8956 h 12449"/>
                  <a:gd name="connsiteX3" fmla="*/ 1240 w 10319"/>
                  <a:gd name="connsiteY3" fmla="*/ 10198 h 12449"/>
                  <a:gd name="connsiteX4" fmla="*/ 2659 w 10319"/>
                  <a:gd name="connsiteY4" fmla="*/ 11572 h 12449"/>
                  <a:gd name="connsiteX5" fmla="*/ 5141 w 10319"/>
                  <a:gd name="connsiteY5" fmla="*/ 12281 h 12449"/>
                  <a:gd name="connsiteX6" fmla="*/ 7491 w 10319"/>
                  <a:gd name="connsiteY6" fmla="*/ 12414 h 12449"/>
                  <a:gd name="connsiteX7" fmla="*/ 9486 w 10319"/>
                  <a:gd name="connsiteY7" fmla="*/ 11395 h 12449"/>
                  <a:gd name="connsiteX8" fmla="*/ 9619 w 10319"/>
                  <a:gd name="connsiteY8" fmla="*/ 11040 h 12449"/>
                  <a:gd name="connsiteX9" fmla="*/ 9087 w 10319"/>
                  <a:gd name="connsiteY9" fmla="*/ 10464 h 12449"/>
                  <a:gd name="connsiteX10" fmla="*/ 6516 w 10319"/>
                  <a:gd name="connsiteY10" fmla="*/ 9178 h 12449"/>
                  <a:gd name="connsiteX11" fmla="*/ 4920 w 10319"/>
                  <a:gd name="connsiteY11" fmla="*/ 7006 h 12449"/>
                  <a:gd name="connsiteX12" fmla="*/ 5939 w 10319"/>
                  <a:gd name="connsiteY12" fmla="*/ 4479 h 12449"/>
                  <a:gd name="connsiteX13" fmla="*/ 7801 w 10319"/>
                  <a:gd name="connsiteY13" fmla="*/ 2484 h 12449"/>
                  <a:gd name="connsiteX14" fmla="*/ 10106 w 10319"/>
                  <a:gd name="connsiteY14" fmla="*/ 755 h 12449"/>
                  <a:gd name="connsiteX15" fmla="*/ 8998 w 10319"/>
                  <a:gd name="connsiteY15" fmla="*/ 46 h 12449"/>
                  <a:gd name="connsiteX16" fmla="*/ 6117 w 10319"/>
                  <a:gd name="connsiteY16" fmla="*/ 1066 h 12449"/>
                  <a:gd name="connsiteX17" fmla="*/ 3102 w 10319"/>
                  <a:gd name="connsiteY17" fmla="*/ 2750 h 12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319" h="12449">
                    <a:moveTo>
                      <a:pt x="3102" y="2750"/>
                    </a:moveTo>
                    <a:cubicBezTo>
                      <a:pt x="2083" y="3504"/>
                      <a:pt x="1107" y="4346"/>
                      <a:pt x="531" y="5454"/>
                    </a:cubicBezTo>
                    <a:cubicBezTo>
                      <a:pt x="-45" y="6518"/>
                      <a:pt x="-223" y="7848"/>
                      <a:pt x="354" y="8956"/>
                    </a:cubicBezTo>
                    <a:cubicBezTo>
                      <a:pt x="575" y="9400"/>
                      <a:pt x="930" y="9799"/>
                      <a:pt x="1240" y="10198"/>
                    </a:cubicBezTo>
                    <a:cubicBezTo>
                      <a:pt x="1684" y="10685"/>
                      <a:pt x="2083" y="11217"/>
                      <a:pt x="2659" y="11572"/>
                    </a:cubicBezTo>
                    <a:cubicBezTo>
                      <a:pt x="3368" y="12015"/>
                      <a:pt x="4255" y="12148"/>
                      <a:pt x="5141" y="12281"/>
                    </a:cubicBezTo>
                    <a:cubicBezTo>
                      <a:pt x="5939" y="12414"/>
                      <a:pt x="6693" y="12503"/>
                      <a:pt x="7491" y="12414"/>
                    </a:cubicBezTo>
                    <a:cubicBezTo>
                      <a:pt x="8289" y="12326"/>
                      <a:pt x="9043" y="11971"/>
                      <a:pt x="9486" y="11395"/>
                    </a:cubicBezTo>
                    <a:cubicBezTo>
                      <a:pt x="9574" y="11262"/>
                      <a:pt x="9619" y="11173"/>
                      <a:pt x="9619" y="11040"/>
                    </a:cubicBezTo>
                    <a:cubicBezTo>
                      <a:pt x="9619" y="10774"/>
                      <a:pt x="9353" y="10597"/>
                      <a:pt x="9087" y="10464"/>
                    </a:cubicBezTo>
                    <a:cubicBezTo>
                      <a:pt x="8245" y="10020"/>
                      <a:pt x="7314" y="9666"/>
                      <a:pt x="6516" y="9178"/>
                    </a:cubicBezTo>
                    <a:cubicBezTo>
                      <a:pt x="5718" y="8646"/>
                      <a:pt x="5008" y="7892"/>
                      <a:pt x="4920" y="7006"/>
                    </a:cubicBezTo>
                    <a:cubicBezTo>
                      <a:pt x="4831" y="6075"/>
                      <a:pt x="5363" y="5188"/>
                      <a:pt x="5939" y="4479"/>
                    </a:cubicBezTo>
                    <a:cubicBezTo>
                      <a:pt x="6516" y="3770"/>
                      <a:pt x="7136" y="3105"/>
                      <a:pt x="7801" y="2484"/>
                    </a:cubicBezTo>
                    <a:cubicBezTo>
                      <a:pt x="8511" y="1863"/>
                      <a:pt x="9441" y="1420"/>
                      <a:pt x="10106" y="755"/>
                    </a:cubicBezTo>
                    <a:cubicBezTo>
                      <a:pt x="10816" y="46"/>
                      <a:pt x="9574" y="-87"/>
                      <a:pt x="8998" y="46"/>
                    </a:cubicBezTo>
                    <a:cubicBezTo>
                      <a:pt x="8023" y="312"/>
                      <a:pt x="7048" y="666"/>
                      <a:pt x="6117" y="1066"/>
                    </a:cubicBezTo>
                    <a:cubicBezTo>
                      <a:pt x="5008" y="1553"/>
                      <a:pt x="4033" y="2129"/>
                      <a:pt x="3102" y="2750"/>
                    </a:cubicBezTo>
                    <a:close/>
                  </a:path>
                </a:pathLst>
              </a:custGeom>
              <a:solidFill>
                <a:srgbClr val="FFFFFF">
                  <a:alpha val="38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81" name="Forme libre : forme 20380">
                <a:extLst>
                  <a:ext uri="{FF2B5EF4-FFF2-40B4-BE49-F238E27FC236}">
                    <a16:creationId xmlns:a16="http://schemas.microsoft.com/office/drawing/2014/main" id="{72F22903-E2C2-4603-B3F3-7A5C1D3974FB}"/>
                  </a:ext>
                </a:extLst>
              </p:cNvPr>
              <p:cNvSpPr/>
              <p:nvPr/>
            </p:nvSpPr>
            <p:spPr>
              <a:xfrm rot="-5142616">
                <a:off x="5022385" y="946967"/>
                <a:ext cx="1507" cy="1684"/>
              </a:xfrm>
              <a:custGeom>
                <a:avLst/>
                <a:gdLst>
                  <a:gd name="connsiteX0" fmla="*/ 1507 w 1507"/>
                  <a:gd name="connsiteY0" fmla="*/ 842 h 1684"/>
                  <a:gd name="connsiteX1" fmla="*/ 754 w 1507"/>
                  <a:gd name="connsiteY1" fmla="*/ 1685 h 1684"/>
                  <a:gd name="connsiteX2" fmla="*/ 0 w 1507"/>
                  <a:gd name="connsiteY2" fmla="*/ 842 h 1684"/>
                  <a:gd name="connsiteX3" fmla="*/ 754 w 1507"/>
                  <a:gd name="connsiteY3" fmla="*/ 0 h 1684"/>
                  <a:gd name="connsiteX4" fmla="*/ 1507 w 1507"/>
                  <a:gd name="connsiteY4" fmla="*/ 842 h 1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7" h="1684">
                    <a:moveTo>
                      <a:pt x="1507" y="842"/>
                    </a:moveTo>
                    <a:cubicBezTo>
                      <a:pt x="1507" y="1307"/>
                      <a:pt x="1170" y="1685"/>
                      <a:pt x="754" y="1685"/>
                    </a:cubicBezTo>
                    <a:cubicBezTo>
                      <a:pt x="337" y="1685"/>
                      <a:pt x="0" y="1307"/>
                      <a:pt x="0" y="842"/>
                    </a:cubicBezTo>
                    <a:cubicBezTo>
                      <a:pt x="0" y="377"/>
                      <a:pt x="337" y="0"/>
                      <a:pt x="754" y="0"/>
                    </a:cubicBezTo>
                    <a:cubicBezTo>
                      <a:pt x="1170" y="0"/>
                      <a:pt x="1507" y="377"/>
                      <a:pt x="1507" y="8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82" name="Forme libre : forme 20381">
                <a:extLst>
                  <a:ext uri="{FF2B5EF4-FFF2-40B4-BE49-F238E27FC236}">
                    <a16:creationId xmlns:a16="http://schemas.microsoft.com/office/drawing/2014/main" id="{CDD7074B-6B2E-4C6A-85B6-A272445B82D5}"/>
                  </a:ext>
                </a:extLst>
              </p:cNvPr>
              <p:cNvSpPr/>
              <p:nvPr/>
            </p:nvSpPr>
            <p:spPr>
              <a:xfrm rot="-5142616">
                <a:off x="5019864" y="946872"/>
                <a:ext cx="975" cy="1063"/>
              </a:xfrm>
              <a:custGeom>
                <a:avLst/>
                <a:gdLst>
                  <a:gd name="connsiteX0" fmla="*/ 975 w 975"/>
                  <a:gd name="connsiteY0" fmla="*/ 532 h 1063"/>
                  <a:gd name="connsiteX1" fmla="*/ 488 w 975"/>
                  <a:gd name="connsiteY1" fmla="*/ 1064 h 1063"/>
                  <a:gd name="connsiteX2" fmla="*/ 0 w 975"/>
                  <a:gd name="connsiteY2" fmla="*/ 532 h 1063"/>
                  <a:gd name="connsiteX3" fmla="*/ 488 w 975"/>
                  <a:gd name="connsiteY3" fmla="*/ 0 h 1063"/>
                  <a:gd name="connsiteX4" fmla="*/ 975 w 975"/>
                  <a:gd name="connsiteY4" fmla="*/ 532 h 1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5" h="1063">
                    <a:moveTo>
                      <a:pt x="975" y="532"/>
                    </a:moveTo>
                    <a:cubicBezTo>
                      <a:pt x="975" y="826"/>
                      <a:pt x="757" y="1064"/>
                      <a:pt x="488" y="1064"/>
                    </a:cubicBezTo>
                    <a:cubicBezTo>
                      <a:pt x="218" y="1064"/>
                      <a:pt x="0" y="826"/>
                      <a:pt x="0" y="532"/>
                    </a:cubicBezTo>
                    <a:cubicBezTo>
                      <a:pt x="0" y="238"/>
                      <a:pt x="218" y="0"/>
                      <a:pt x="488" y="0"/>
                    </a:cubicBezTo>
                    <a:cubicBezTo>
                      <a:pt x="757" y="0"/>
                      <a:pt x="975" y="238"/>
                      <a:pt x="975" y="5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83" name="Forme libre : forme 20382">
                <a:extLst>
                  <a:ext uri="{FF2B5EF4-FFF2-40B4-BE49-F238E27FC236}">
                    <a16:creationId xmlns:a16="http://schemas.microsoft.com/office/drawing/2014/main" id="{1336745A-FE47-4001-88C2-4B237F89EDE3}"/>
                  </a:ext>
                </a:extLst>
              </p:cNvPr>
              <p:cNvSpPr/>
              <p:nvPr/>
            </p:nvSpPr>
            <p:spPr>
              <a:xfrm>
                <a:off x="5033918" y="946820"/>
                <a:ext cx="7411" cy="8954"/>
              </a:xfrm>
              <a:custGeom>
                <a:avLst/>
                <a:gdLst>
                  <a:gd name="connsiteX0" fmla="*/ 7093 w 7411"/>
                  <a:gd name="connsiteY0" fmla="*/ 8955 h 8954"/>
                  <a:gd name="connsiteX1" fmla="*/ 0 w 7411"/>
                  <a:gd name="connsiteY1" fmla="*/ 0 h 8954"/>
                  <a:gd name="connsiteX2" fmla="*/ 7093 w 7411"/>
                  <a:gd name="connsiteY2" fmla="*/ 8955 h 8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1" h="8954">
                    <a:moveTo>
                      <a:pt x="7093" y="8955"/>
                    </a:moveTo>
                    <a:cubicBezTo>
                      <a:pt x="9221" y="3014"/>
                      <a:pt x="0" y="0"/>
                      <a:pt x="0" y="0"/>
                    </a:cubicBezTo>
                    <a:cubicBezTo>
                      <a:pt x="0" y="0"/>
                      <a:pt x="8201" y="3546"/>
                      <a:pt x="7093" y="8955"/>
                    </a:cubicBezTo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84" name="Forme libre : forme 20383">
                <a:extLst>
                  <a:ext uri="{FF2B5EF4-FFF2-40B4-BE49-F238E27FC236}">
                    <a16:creationId xmlns:a16="http://schemas.microsoft.com/office/drawing/2014/main" id="{B1574680-BC99-4B43-AF97-D5544075E449}"/>
                  </a:ext>
                </a:extLst>
              </p:cNvPr>
              <p:cNvSpPr/>
              <p:nvPr/>
            </p:nvSpPr>
            <p:spPr>
              <a:xfrm>
                <a:off x="5013615" y="955465"/>
                <a:ext cx="20259" cy="3475"/>
              </a:xfrm>
              <a:custGeom>
                <a:avLst/>
                <a:gdLst>
                  <a:gd name="connsiteX0" fmla="*/ 0 w 20259"/>
                  <a:gd name="connsiteY0" fmla="*/ 0 h 3475"/>
                  <a:gd name="connsiteX1" fmla="*/ 20259 w 20259"/>
                  <a:gd name="connsiteY1" fmla="*/ 3148 h 3475"/>
                  <a:gd name="connsiteX2" fmla="*/ 0 w 20259"/>
                  <a:gd name="connsiteY2" fmla="*/ 0 h 3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259" h="3475">
                    <a:moveTo>
                      <a:pt x="0" y="0"/>
                    </a:moveTo>
                    <a:cubicBezTo>
                      <a:pt x="0" y="0"/>
                      <a:pt x="2970" y="4743"/>
                      <a:pt x="20259" y="3148"/>
                    </a:cubicBezTo>
                    <a:cubicBezTo>
                      <a:pt x="20215" y="3148"/>
                      <a:pt x="7049" y="487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85" name="Forme libre : forme 20384">
                <a:extLst>
                  <a:ext uri="{FF2B5EF4-FFF2-40B4-BE49-F238E27FC236}">
                    <a16:creationId xmlns:a16="http://schemas.microsoft.com/office/drawing/2014/main" id="{C6E7D25F-8F2E-41EF-9DBC-24BFF1619F52}"/>
                  </a:ext>
                </a:extLst>
              </p:cNvPr>
              <p:cNvSpPr/>
              <p:nvPr/>
            </p:nvSpPr>
            <p:spPr>
              <a:xfrm>
                <a:off x="5012772" y="945091"/>
                <a:ext cx="29393" cy="14719"/>
              </a:xfrm>
              <a:custGeom>
                <a:avLst/>
                <a:gdLst>
                  <a:gd name="connsiteX0" fmla="*/ 29392 w 29393"/>
                  <a:gd name="connsiteY0" fmla="*/ 8689 h 14719"/>
                  <a:gd name="connsiteX1" fmla="*/ 14940 w 29393"/>
                  <a:gd name="connsiteY1" fmla="*/ 14718 h 14719"/>
                  <a:gd name="connsiteX2" fmla="*/ 1 w 29393"/>
                  <a:gd name="connsiteY2" fmla="*/ 9088 h 14719"/>
                  <a:gd name="connsiteX3" fmla="*/ 14586 w 29393"/>
                  <a:gd name="connsiteY3" fmla="*/ 0 h 14719"/>
                  <a:gd name="connsiteX4" fmla="*/ 29392 w 29393"/>
                  <a:gd name="connsiteY4" fmla="*/ 8689 h 14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393" h="14719">
                    <a:moveTo>
                      <a:pt x="29392" y="8689"/>
                    </a:moveTo>
                    <a:cubicBezTo>
                      <a:pt x="29481" y="12768"/>
                      <a:pt x="22876" y="14674"/>
                      <a:pt x="14940" y="14718"/>
                    </a:cubicBezTo>
                    <a:cubicBezTo>
                      <a:pt x="7005" y="14763"/>
                      <a:pt x="90" y="13167"/>
                      <a:pt x="1" y="9088"/>
                    </a:cubicBezTo>
                    <a:cubicBezTo>
                      <a:pt x="-88" y="5010"/>
                      <a:pt x="6606" y="45"/>
                      <a:pt x="14586" y="0"/>
                    </a:cubicBezTo>
                    <a:cubicBezTo>
                      <a:pt x="22565" y="-44"/>
                      <a:pt x="29304" y="4611"/>
                      <a:pt x="29392" y="8689"/>
                    </a:cubicBezTo>
                    <a:close/>
                  </a:path>
                </a:pathLst>
              </a:custGeom>
              <a:solidFill>
                <a:srgbClr val="FFFFFF">
                  <a:alpha val="36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86" name="Forme libre : forme 20385">
                <a:extLst>
                  <a:ext uri="{FF2B5EF4-FFF2-40B4-BE49-F238E27FC236}">
                    <a16:creationId xmlns:a16="http://schemas.microsoft.com/office/drawing/2014/main" id="{62DFE616-5B2E-4861-ABC1-CFD1733B41AA}"/>
                  </a:ext>
                </a:extLst>
              </p:cNvPr>
              <p:cNvSpPr/>
              <p:nvPr/>
            </p:nvSpPr>
            <p:spPr>
              <a:xfrm>
                <a:off x="5014589" y="951296"/>
                <a:ext cx="26201" cy="7892"/>
              </a:xfrm>
              <a:custGeom>
                <a:avLst/>
                <a:gdLst>
                  <a:gd name="connsiteX0" fmla="*/ 26201 w 26201"/>
                  <a:gd name="connsiteY0" fmla="*/ 3770 h 7892"/>
                  <a:gd name="connsiteX1" fmla="*/ 13079 w 26201"/>
                  <a:gd name="connsiteY1" fmla="*/ 7892 h 7892"/>
                  <a:gd name="connsiteX2" fmla="*/ 1 w 26201"/>
                  <a:gd name="connsiteY2" fmla="*/ 3947 h 7892"/>
                  <a:gd name="connsiteX3" fmla="*/ 13478 w 26201"/>
                  <a:gd name="connsiteY3" fmla="*/ 1 h 7892"/>
                  <a:gd name="connsiteX4" fmla="*/ 26201 w 26201"/>
                  <a:gd name="connsiteY4" fmla="*/ 3770 h 7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01" h="7892">
                    <a:moveTo>
                      <a:pt x="26201" y="3770"/>
                    </a:moveTo>
                    <a:cubicBezTo>
                      <a:pt x="26112" y="6607"/>
                      <a:pt x="20172" y="7892"/>
                      <a:pt x="13079" y="7892"/>
                    </a:cubicBezTo>
                    <a:cubicBezTo>
                      <a:pt x="5986" y="7892"/>
                      <a:pt x="-88" y="6740"/>
                      <a:pt x="1" y="3947"/>
                    </a:cubicBezTo>
                    <a:cubicBezTo>
                      <a:pt x="90" y="1110"/>
                      <a:pt x="6385" y="1"/>
                      <a:pt x="13478" y="1"/>
                    </a:cubicBezTo>
                    <a:cubicBezTo>
                      <a:pt x="20571" y="-43"/>
                      <a:pt x="26289" y="932"/>
                      <a:pt x="26201" y="3770"/>
                    </a:cubicBezTo>
                    <a:close/>
                  </a:path>
                </a:pathLst>
              </a:custGeom>
              <a:solidFill>
                <a:srgbClr val="FFFFFF">
                  <a:alpha val="38000"/>
                </a:srgbClr>
              </a:solidFill>
              <a:ln w="4430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87" name="Forme libre : forme 20386">
                <a:extLst>
                  <a:ext uri="{FF2B5EF4-FFF2-40B4-BE49-F238E27FC236}">
                    <a16:creationId xmlns:a16="http://schemas.microsoft.com/office/drawing/2014/main" id="{F8A89811-5159-454F-93A5-33CB63B52E2C}"/>
                  </a:ext>
                </a:extLst>
              </p:cNvPr>
              <p:cNvSpPr/>
              <p:nvPr/>
            </p:nvSpPr>
            <p:spPr>
              <a:xfrm>
                <a:off x="5012772" y="945091"/>
                <a:ext cx="29393" cy="14719"/>
              </a:xfrm>
              <a:custGeom>
                <a:avLst/>
                <a:gdLst>
                  <a:gd name="connsiteX0" fmla="*/ 29392 w 29393"/>
                  <a:gd name="connsiteY0" fmla="*/ 8689 h 14719"/>
                  <a:gd name="connsiteX1" fmla="*/ 14940 w 29393"/>
                  <a:gd name="connsiteY1" fmla="*/ 14718 h 14719"/>
                  <a:gd name="connsiteX2" fmla="*/ 1 w 29393"/>
                  <a:gd name="connsiteY2" fmla="*/ 9088 h 14719"/>
                  <a:gd name="connsiteX3" fmla="*/ 14586 w 29393"/>
                  <a:gd name="connsiteY3" fmla="*/ 0 h 14719"/>
                  <a:gd name="connsiteX4" fmla="*/ 29392 w 29393"/>
                  <a:gd name="connsiteY4" fmla="*/ 8689 h 14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393" h="14719">
                    <a:moveTo>
                      <a:pt x="29392" y="8689"/>
                    </a:moveTo>
                    <a:cubicBezTo>
                      <a:pt x="29481" y="12768"/>
                      <a:pt x="22876" y="14674"/>
                      <a:pt x="14940" y="14718"/>
                    </a:cubicBezTo>
                    <a:cubicBezTo>
                      <a:pt x="7005" y="14763"/>
                      <a:pt x="90" y="13167"/>
                      <a:pt x="1" y="9088"/>
                    </a:cubicBezTo>
                    <a:cubicBezTo>
                      <a:pt x="-88" y="5010"/>
                      <a:pt x="6606" y="45"/>
                      <a:pt x="14586" y="0"/>
                    </a:cubicBezTo>
                    <a:cubicBezTo>
                      <a:pt x="22565" y="-44"/>
                      <a:pt x="29304" y="4611"/>
                      <a:pt x="29392" y="8689"/>
                    </a:cubicBezTo>
                    <a:close/>
                  </a:path>
                </a:pathLst>
              </a:custGeom>
              <a:noFill/>
              <a:ln w="886" cap="rnd">
                <a:solidFill>
                  <a:srgbClr val="333333"/>
                </a:solidFill>
                <a:prstDash val="solid"/>
                <a:round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0371" name="Graphique 2">
              <a:extLst>
                <a:ext uri="{FF2B5EF4-FFF2-40B4-BE49-F238E27FC236}">
                  <a16:creationId xmlns:a16="http://schemas.microsoft.com/office/drawing/2014/main" id="{16D4A7A1-3691-4AAA-980D-D64A6B5E16E6}"/>
                </a:ext>
              </a:extLst>
            </p:cNvPr>
            <p:cNvGrpSpPr/>
            <p:nvPr/>
          </p:nvGrpSpPr>
          <p:grpSpPr>
            <a:xfrm>
              <a:off x="4840946" y="1015824"/>
              <a:ext cx="399643" cy="1102619"/>
              <a:chOff x="4840946" y="1015824"/>
              <a:chExt cx="399643" cy="1102619"/>
            </a:xfrm>
            <a:noFill/>
          </p:grpSpPr>
          <p:sp>
            <p:nvSpPr>
              <p:cNvPr id="20377" name="Forme libre : forme 20376">
                <a:extLst>
                  <a:ext uri="{FF2B5EF4-FFF2-40B4-BE49-F238E27FC236}">
                    <a16:creationId xmlns:a16="http://schemas.microsoft.com/office/drawing/2014/main" id="{2B386220-1AC9-4FE9-AD1E-328C3A5AC0F9}"/>
                  </a:ext>
                </a:extLst>
              </p:cNvPr>
              <p:cNvSpPr/>
              <p:nvPr/>
            </p:nvSpPr>
            <p:spPr>
              <a:xfrm>
                <a:off x="4840946" y="1015824"/>
                <a:ext cx="164068" cy="20159"/>
              </a:xfrm>
              <a:custGeom>
                <a:avLst/>
                <a:gdLst>
                  <a:gd name="connsiteX0" fmla="*/ 164069 w 164068"/>
                  <a:gd name="connsiteY0" fmla="*/ 19792 h 20159"/>
                  <a:gd name="connsiteX1" fmla="*/ 88130 w 164068"/>
                  <a:gd name="connsiteY1" fmla="*/ 9773 h 20159"/>
                  <a:gd name="connsiteX2" fmla="*/ 0 w 164068"/>
                  <a:gd name="connsiteY2" fmla="*/ 20102 h 2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068" h="20159">
                    <a:moveTo>
                      <a:pt x="164069" y="19792"/>
                    </a:moveTo>
                    <a:cubicBezTo>
                      <a:pt x="152498" y="-2995"/>
                      <a:pt x="126831" y="-5787"/>
                      <a:pt x="88130" y="9773"/>
                    </a:cubicBezTo>
                    <a:cubicBezTo>
                      <a:pt x="58827" y="21565"/>
                      <a:pt x="0" y="20102"/>
                      <a:pt x="0" y="20102"/>
                    </a:cubicBezTo>
                  </a:path>
                </a:pathLst>
              </a:custGeom>
              <a:noFill/>
              <a:ln w="3323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78" name="Forme libre : forme 20377">
                <a:extLst>
                  <a:ext uri="{FF2B5EF4-FFF2-40B4-BE49-F238E27FC236}">
                    <a16:creationId xmlns:a16="http://schemas.microsoft.com/office/drawing/2014/main" id="{E1B0719A-5F7C-49AF-995E-0E2F6E7E0AFB}"/>
                  </a:ext>
                </a:extLst>
              </p:cNvPr>
              <p:cNvSpPr/>
              <p:nvPr/>
            </p:nvSpPr>
            <p:spPr>
              <a:xfrm>
                <a:off x="5062867" y="1019134"/>
                <a:ext cx="177722" cy="16859"/>
              </a:xfrm>
              <a:custGeom>
                <a:avLst/>
                <a:gdLst>
                  <a:gd name="connsiteX0" fmla="*/ 177723 w 177722"/>
                  <a:gd name="connsiteY0" fmla="*/ 16792 h 16859"/>
                  <a:gd name="connsiteX1" fmla="*/ 104266 w 177722"/>
                  <a:gd name="connsiteY1" fmla="*/ 11649 h 16859"/>
                  <a:gd name="connsiteX2" fmla="*/ 0 w 177722"/>
                  <a:gd name="connsiteY2" fmla="*/ 16127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7722" h="16859">
                    <a:moveTo>
                      <a:pt x="177723" y="16792"/>
                    </a:moveTo>
                    <a:cubicBezTo>
                      <a:pt x="136805" y="17412"/>
                      <a:pt x="118364" y="13644"/>
                      <a:pt x="104266" y="11649"/>
                    </a:cubicBezTo>
                    <a:cubicBezTo>
                      <a:pt x="51956" y="4157"/>
                      <a:pt x="17777" y="-12467"/>
                      <a:pt x="0" y="16127"/>
                    </a:cubicBezTo>
                  </a:path>
                </a:pathLst>
              </a:custGeom>
              <a:noFill/>
              <a:ln w="3323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0379" name="Forme libre : forme 20378">
                <a:extLst>
                  <a:ext uri="{FF2B5EF4-FFF2-40B4-BE49-F238E27FC236}">
                    <a16:creationId xmlns:a16="http://schemas.microsoft.com/office/drawing/2014/main" id="{7FC39FB1-BAC3-460D-9C68-8C1A0B86BE74}"/>
                  </a:ext>
                </a:extLst>
              </p:cNvPr>
              <p:cNvSpPr/>
              <p:nvPr/>
            </p:nvSpPr>
            <p:spPr>
              <a:xfrm>
                <a:off x="5005015" y="1035260"/>
                <a:ext cx="114325" cy="1083182"/>
              </a:xfrm>
              <a:custGeom>
                <a:avLst/>
                <a:gdLst>
                  <a:gd name="connsiteX0" fmla="*/ 0 w 114325"/>
                  <a:gd name="connsiteY0" fmla="*/ 355 h 1083182"/>
                  <a:gd name="connsiteX1" fmla="*/ 2704 w 114325"/>
                  <a:gd name="connsiteY1" fmla="*/ 6561 h 1083182"/>
                  <a:gd name="connsiteX2" fmla="*/ 21368 w 114325"/>
                  <a:gd name="connsiteY2" fmla="*/ 149085 h 1083182"/>
                  <a:gd name="connsiteX3" fmla="*/ 13521 w 114325"/>
                  <a:gd name="connsiteY3" fmla="*/ 306327 h 1083182"/>
                  <a:gd name="connsiteX4" fmla="*/ 40075 w 114325"/>
                  <a:gd name="connsiteY4" fmla="*/ 502890 h 1083182"/>
                  <a:gd name="connsiteX5" fmla="*/ 36130 w 114325"/>
                  <a:gd name="connsiteY5" fmla="*/ 649316 h 1083182"/>
                  <a:gd name="connsiteX6" fmla="*/ 22387 w 114325"/>
                  <a:gd name="connsiteY6" fmla="*/ 811478 h 1083182"/>
                  <a:gd name="connsiteX7" fmla="*/ 24338 w 114325"/>
                  <a:gd name="connsiteY7" fmla="*/ 928423 h 1083182"/>
                  <a:gd name="connsiteX8" fmla="*/ 26288 w 114325"/>
                  <a:gd name="connsiteY8" fmla="*/ 1001170 h 1083182"/>
                  <a:gd name="connsiteX9" fmla="*/ 38524 w 114325"/>
                  <a:gd name="connsiteY9" fmla="*/ 1054456 h 1083182"/>
                  <a:gd name="connsiteX10" fmla="*/ 82855 w 114325"/>
                  <a:gd name="connsiteY10" fmla="*/ 1083183 h 1083182"/>
                  <a:gd name="connsiteX11" fmla="*/ 75673 w 114325"/>
                  <a:gd name="connsiteY11" fmla="*/ 1001170 h 1083182"/>
                  <a:gd name="connsiteX12" fmla="*/ 73722 w 114325"/>
                  <a:gd name="connsiteY12" fmla="*/ 928423 h 1083182"/>
                  <a:gd name="connsiteX13" fmla="*/ 71772 w 114325"/>
                  <a:gd name="connsiteY13" fmla="*/ 811478 h 1083182"/>
                  <a:gd name="connsiteX14" fmla="*/ 85514 w 114325"/>
                  <a:gd name="connsiteY14" fmla="*/ 649316 h 1083182"/>
                  <a:gd name="connsiteX15" fmla="*/ 89460 w 114325"/>
                  <a:gd name="connsiteY15" fmla="*/ 502890 h 1083182"/>
                  <a:gd name="connsiteX16" fmla="*/ 62906 w 114325"/>
                  <a:gd name="connsiteY16" fmla="*/ 306327 h 1083182"/>
                  <a:gd name="connsiteX17" fmla="*/ 70752 w 114325"/>
                  <a:gd name="connsiteY17" fmla="*/ 149085 h 1083182"/>
                  <a:gd name="connsiteX18" fmla="*/ 50138 w 114325"/>
                  <a:gd name="connsiteY18" fmla="*/ 19107 h 1083182"/>
                  <a:gd name="connsiteX19" fmla="*/ 57896 w 114325"/>
                  <a:gd name="connsiteY19" fmla="*/ 0 h 108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4325" h="1083182">
                    <a:moveTo>
                      <a:pt x="0" y="355"/>
                    </a:moveTo>
                    <a:cubicBezTo>
                      <a:pt x="975" y="2305"/>
                      <a:pt x="1906" y="4300"/>
                      <a:pt x="2704" y="6561"/>
                    </a:cubicBezTo>
                    <a:cubicBezTo>
                      <a:pt x="10462" y="28682"/>
                      <a:pt x="-11038" y="58162"/>
                      <a:pt x="21368" y="149085"/>
                    </a:cubicBezTo>
                    <a:cubicBezTo>
                      <a:pt x="45484" y="216734"/>
                      <a:pt x="35110" y="242446"/>
                      <a:pt x="13521" y="306327"/>
                    </a:cubicBezTo>
                    <a:cubicBezTo>
                      <a:pt x="-8113" y="370208"/>
                      <a:pt x="754" y="434089"/>
                      <a:pt x="40075" y="502890"/>
                    </a:cubicBezTo>
                    <a:cubicBezTo>
                      <a:pt x="79397" y="571692"/>
                      <a:pt x="67605" y="596251"/>
                      <a:pt x="36130" y="649316"/>
                    </a:cubicBezTo>
                    <a:cubicBezTo>
                      <a:pt x="4699" y="702380"/>
                      <a:pt x="-4167" y="749548"/>
                      <a:pt x="22387" y="811478"/>
                    </a:cubicBezTo>
                    <a:cubicBezTo>
                      <a:pt x="48941" y="873409"/>
                      <a:pt x="33204" y="908785"/>
                      <a:pt x="24338" y="928423"/>
                    </a:cubicBezTo>
                    <a:cubicBezTo>
                      <a:pt x="15472" y="948062"/>
                      <a:pt x="16491" y="981488"/>
                      <a:pt x="26288" y="1001170"/>
                    </a:cubicBezTo>
                    <a:cubicBezTo>
                      <a:pt x="34356" y="1017307"/>
                      <a:pt x="40430" y="1037433"/>
                      <a:pt x="38524" y="1054456"/>
                    </a:cubicBezTo>
                    <a:cubicBezTo>
                      <a:pt x="61797" y="1065229"/>
                      <a:pt x="75363" y="1075780"/>
                      <a:pt x="82855" y="1083183"/>
                    </a:cubicBezTo>
                    <a:cubicBezTo>
                      <a:pt x="91943" y="1060219"/>
                      <a:pt x="84185" y="1018194"/>
                      <a:pt x="75673" y="1001170"/>
                    </a:cubicBezTo>
                    <a:cubicBezTo>
                      <a:pt x="65832" y="981532"/>
                      <a:pt x="64856" y="948106"/>
                      <a:pt x="73722" y="928423"/>
                    </a:cubicBezTo>
                    <a:cubicBezTo>
                      <a:pt x="82589" y="908785"/>
                      <a:pt x="98282" y="873409"/>
                      <a:pt x="71772" y="811478"/>
                    </a:cubicBezTo>
                    <a:cubicBezTo>
                      <a:pt x="45218" y="749548"/>
                      <a:pt x="54084" y="702380"/>
                      <a:pt x="85514" y="649316"/>
                    </a:cubicBezTo>
                    <a:cubicBezTo>
                      <a:pt x="116945" y="596251"/>
                      <a:pt x="128737" y="571692"/>
                      <a:pt x="89460" y="502890"/>
                    </a:cubicBezTo>
                    <a:cubicBezTo>
                      <a:pt x="50138" y="434089"/>
                      <a:pt x="41316" y="370208"/>
                      <a:pt x="62906" y="306327"/>
                    </a:cubicBezTo>
                    <a:cubicBezTo>
                      <a:pt x="84495" y="242446"/>
                      <a:pt x="94913" y="216734"/>
                      <a:pt x="70752" y="149085"/>
                    </a:cubicBezTo>
                    <a:cubicBezTo>
                      <a:pt x="38302" y="58162"/>
                      <a:pt x="44109" y="41760"/>
                      <a:pt x="50138" y="19107"/>
                    </a:cubicBezTo>
                    <a:cubicBezTo>
                      <a:pt x="52222" y="11171"/>
                      <a:pt x="54837" y="4921"/>
                      <a:pt x="57896" y="0"/>
                    </a:cubicBezTo>
                  </a:path>
                </a:pathLst>
              </a:custGeom>
              <a:noFill/>
              <a:ln w="3323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0372" name="Forme libre : forme 20371">
              <a:extLst>
                <a:ext uri="{FF2B5EF4-FFF2-40B4-BE49-F238E27FC236}">
                  <a16:creationId xmlns:a16="http://schemas.microsoft.com/office/drawing/2014/main" id="{C14E2E9B-2929-42B1-86D2-C8336682430A}"/>
                </a:ext>
              </a:extLst>
            </p:cNvPr>
            <p:cNvSpPr/>
            <p:nvPr/>
          </p:nvSpPr>
          <p:spPr>
            <a:xfrm>
              <a:off x="5057103" y="1588245"/>
              <a:ext cx="19265" cy="75451"/>
            </a:xfrm>
            <a:custGeom>
              <a:avLst/>
              <a:gdLst>
                <a:gd name="connsiteX0" fmla="*/ 14230 w 19265"/>
                <a:gd name="connsiteY0" fmla="*/ 0 h 75451"/>
                <a:gd name="connsiteX1" fmla="*/ 0 w 19265"/>
                <a:gd name="connsiteY1" fmla="*/ 75451 h 75451"/>
                <a:gd name="connsiteX2" fmla="*/ 14230 w 19265"/>
                <a:gd name="connsiteY2" fmla="*/ 0 h 7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265" h="75451">
                  <a:moveTo>
                    <a:pt x="14230" y="0"/>
                  </a:moveTo>
                  <a:cubicBezTo>
                    <a:pt x="14230" y="0"/>
                    <a:pt x="26776" y="29746"/>
                    <a:pt x="0" y="75451"/>
                  </a:cubicBezTo>
                  <a:cubicBezTo>
                    <a:pt x="-44" y="75451"/>
                    <a:pt x="31165" y="35642"/>
                    <a:pt x="14230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73" name="Forme libre : forme 20372">
              <a:extLst>
                <a:ext uri="{FF2B5EF4-FFF2-40B4-BE49-F238E27FC236}">
                  <a16:creationId xmlns:a16="http://schemas.microsoft.com/office/drawing/2014/main" id="{FC52C61A-0D8C-4CF8-9350-3615966E8D7A}"/>
                </a:ext>
              </a:extLst>
            </p:cNvPr>
            <p:cNvSpPr/>
            <p:nvPr/>
          </p:nvSpPr>
          <p:spPr>
            <a:xfrm>
              <a:off x="5707043" y="1770005"/>
              <a:ext cx="161491" cy="455825"/>
            </a:xfrm>
            <a:custGeom>
              <a:avLst/>
              <a:gdLst>
                <a:gd name="connsiteX0" fmla="*/ 138309 w 161491"/>
                <a:gd name="connsiteY0" fmla="*/ 6557 h 455825"/>
                <a:gd name="connsiteX1" fmla="*/ 121242 w 161491"/>
                <a:gd name="connsiteY1" fmla="*/ 1459 h 455825"/>
                <a:gd name="connsiteX2" fmla="*/ 108297 w 161491"/>
                <a:gd name="connsiteY2" fmla="*/ 16532 h 455825"/>
                <a:gd name="connsiteX3" fmla="*/ 13296 w 161491"/>
                <a:gd name="connsiteY3" fmla="*/ 313682 h 455825"/>
                <a:gd name="connsiteX4" fmla="*/ 1504 w 161491"/>
                <a:gd name="connsiteY4" fmla="*/ 431869 h 455825"/>
                <a:gd name="connsiteX5" fmla="*/ 7843 w 161491"/>
                <a:gd name="connsiteY5" fmla="*/ 450177 h 455825"/>
                <a:gd name="connsiteX6" fmla="*/ 25309 w 161491"/>
                <a:gd name="connsiteY6" fmla="*/ 454079 h 455825"/>
                <a:gd name="connsiteX7" fmla="*/ 31338 w 161491"/>
                <a:gd name="connsiteY7" fmla="*/ 446143 h 455825"/>
                <a:gd name="connsiteX8" fmla="*/ 51553 w 161491"/>
                <a:gd name="connsiteY8" fmla="*/ 416087 h 455825"/>
                <a:gd name="connsiteX9" fmla="*/ 69862 w 161491"/>
                <a:gd name="connsiteY9" fmla="*/ 399817 h 455825"/>
                <a:gd name="connsiteX10" fmla="*/ 93446 w 161491"/>
                <a:gd name="connsiteY10" fmla="*/ 399950 h 455825"/>
                <a:gd name="connsiteX11" fmla="*/ 120710 w 161491"/>
                <a:gd name="connsiteY11" fmla="*/ 442818 h 455825"/>
                <a:gd name="connsiteX12" fmla="*/ 147574 w 161491"/>
                <a:gd name="connsiteY12" fmla="*/ 432755 h 455825"/>
                <a:gd name="connsiteX13" fmla="*/ 155554 w 161491"/>
                <a:gd name="connsiteY13" fmla="*/ 402876 h 455825"/>
                <a:gd name="connsiteX14" fmla="*/ 157549 w 161491"/>
                <a:gd name="connsiteY14" fmla="*/ 100583 h 455825"/>
                <a:gd name="connsiteX15" fmla="*/ 155509 w 161491"/>
                <a:gd name="connsiteY15" fmla="*/ 45480 h 455825"/>
                <a:gd name="connsiteX16" fmla="*/ 140703 w 161491"/>
                <a:gd name="connsiteY16" fmla="*/ 9794 h 45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491" h="455825">
                  <a:moveTo>
                    <a:pt x="138309" y="6557"/>
                  </a:moveTo>
                  <a:cubicBezTo>
                    <a:pt x="136181" y="174"/>
                    <a:pt x="127271" y="-1599"/>
                    <a:pt x="121242" y="1459"/>
                  </a:cubicBezTo>
                  <a:cubicBezTo>
                    <a:pt x="115213" y="4518"/>
                    <a:pt x="111533" y="10636"/>
                    <a:pt x="108297" y="16532"/>
                  </a:cubicBezTo>
                  <a:cubicBezTo>
                    <a:pt x="57848" y="107942"/>
                    <a:pt x="35284" y="211632"/>
                    <a:pt x="13296" y="313682"/>
                  </a:cubicBezTo>
                  <a:cubicBezTo>
                    <a:pt x="4917" y="352561"/>
                    <a:pt x="-3506" y="392370"/>
                    <a:pt x="1504" y="431869"/>
                  </a:cubicBezTo>
                  <a:cubicBezTo>
                    <a:pt x="2346" y="438341"/>
                    <a:pt x="3676" y="445124"/>
                    <a:pt x="7843" y="450177"/>
                  </a:cubicBezTo>
                  <a:cubicBezTo>
                    <a:pt x="12010" y="455231"/>
                    <a:pt x="19901" y="457758"/>
                    <a:pt x="25309" y="454079"/>
                  </a:cubicBezTo>
                  <a:cubicBezTo>
                    <a:pt x="28102" y="452172"/>
                    <a:pt x="29743" y="449069"/>
                    <a:pt x="31338" y="446143"/>
                  </a:cubicBezTo>
                  <a:cubicBezTo>
                    <a:pt x="37146" y="435548"/>
                    <a:pt x="43929" y="425485"/>
                    <a:pt x="51553" y="416087"/>
                  </a:cubicBezTo>
                  <a:cubicBezTo>
                    <a:pt x="56740" y="409703"/>
                    <a:pt x="62503" y="403453"/>
                    <a:pt x="69862" y="399817"/>
                  </a:cubicBezTo>
                  <a:cubicBezTo>
                    <a:pt x="77221" y="396138"/>
                    <a:pt x="86575" y="395473"/>
                    <a:pt x="93446" y="399950"/>
                  </a:cubicBezTo>
                  <a:cubicBezTo>
                    <a:pt x="107987" y="409437"/>
                    <a:pt x="104928" y="435592"/>
                    <a:pt x="120710" y="442818"/>
                  </a:cubicBezTo>
                  <a:cubicBezTo>
                    <a:pt x="130197" y="447163"/>
                    <a:pt x="141811" y="441444"/>
                    <a:pt x="147574" y="432755"/>
                  </a:cubicBezTo>
                  <a:cubicBezTo>
                    <a:pt x="153337" y="424066"/>
                    <a:pt x="154579" y="413250"/>
                    <a:pt x="155554" y="402876"/>
                  </a:cubicBezTo>
                  <a:cubicBezTo>
                    <a:pt x="164952" y="302467"/>
                    <a:pt x="161273" y="201348"/>
                    <a:pt x="157549" y="100583"/>
                  </a:cubicBezTo>
                  <a:cubicBezTo>
                    <a:pt x="156884" y="82230"/>
                    <a:pt x="156219" y="63877"/>
                    <a:pt x="155509" y="45480"/>
                  </a:cubicBezTo>
                  <a:cubicBezTo>
                    <a:pt x="155022" y="31915"/>
                    <a:pt x="152894" y="15734"/>
                    <a:pt x="140703" y="9794"/>
                  </a:cubicBezTo>
                </a:path>
              </a:pathLst>
            </a:custGeom>
            <a:solidFill>
              <a:srgbClr val="7F4137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74" name="Forme libre : forme 20373">
              <a:extLst>
                <a:ext uri="{FF2B5EF4-FFF2-40B4-BE49-F238E27FC236}">
                  <a16:creationId xmlns:a16="http://schemas.microsoft.com/office/drawing/2014/main" id="{C85896D5-285C-4B22-AF8C-B7CD356E177E}"/>
                </a:ext>
              </a:extLst>
            </p:cNvPr>
            <p:cNvSpPr/>
            <p:nvPr/>
          </p:nvSpPr>
          <p:spPr>
            <a:xfrm>
              <a:off x="5727128" y="1829451"/>
              <a:ext cx="127590" cy="343603"/>
            </a:xfrm>
            <a:custGeom>
              <a:avLst/>
              <a:gdLst>
                <a:gd name="connsiteX0" fmla="*/ 85109 w 127590"/>
                <a:gd name="connsiteY0" fmla="*/ 7446 h 343603"/>
                <a:gd name="connsiteX1" fmla="*/ 73893 w 127590"/>
                <a:gd name="connsiteY1" fmla="*/ 25932 h 343603"/>
                <a:gd name="connsiteX2" fmla="*/ 24420 w 127590"/>
                <a:gd name="connsiteY2" fmla="*/ 201704 h 343603"/>
                <a:gd name="connsiteX3" fmla="*/ 3318 w 127590"/>
                <a:gd name="connsiteY3" fmla="*/ 302690 h 343603"/>
                <a:gd name="connsiteX4" fmla="*/ 525 w 127590"/>
                <a:gd name="connsiteY4" fmla="*/ 334121 h 343603"/>
                <a:gd name="connsiteX5" fmla="*/ 5402 w 127590"/>
                <a:gd name="connsiteY5" fmla="*/ 341170 h 343603"/>
                <a:gd name="connsiteX6" fmla="*/ 10544 w 127590"/>
                <a:gd name="connsiteY6" fmla="*/ 339086 h 343603"/>
                <a:gd name="connsiteX7" fmla="*/ 28055 w 127590"/>
                <a:gd name="connsiteY7" fmla="*/ 321221 h 343603"/>
                <a:gd name="connsiteX8" fmla="*/ 49821 w 127590"/>
                <a:gd name="connsiteY8" fmla="*/ 310094 h 343603"/>
                <a:gd name="connsiteX9" fmla="*/ 72740 w 127590"/>
                <a:gd name="connsiteY9" fmla="*/ 321354 h 343603"/>
                <a:gd name="connsiteX10" fmla="*/ 90428 w 127590"/>
                <a:gd name="connsiteY10" fmla="*/ 340771 h 343603"/>
                <a:gd name="connsiteX11" fmla="*/ 96635 w 127590"/>
                <a:gd name="connsiteY11" fmla="*/ 343563 h 343603"/>
                <a:gd name="connsiteX12" fmla="*/ 100137 w 127590"/>
                <a:gd name="connsiteY12" fmla="*/ 341923 h 343603"/>
                <a:gd name="connsiteX13" fmla="*/ 114013 w 127590"/>
                <a:gd name="connsiteY13" fmla="*/ 298833 h 343603"/>
                <a:gd name="connsiteX14" fmla="*/ 124608 w 127590"/>
                <a:gd name="connsiteY14" fmla="*/ 190134 h 343603"/>
                <a:gd name="connsiteX15" fmla="*/ 120529 w 127590"/>
                <a:gd name="connsiteY15" fmla="*/ 24912 h 343603"/>
                <a:gd name="connsiteX16" fmla="*/ 109801 w 127590"/>
                <a:gd name="connsiteY16" fmla="*/ 1772 h 343603"/>
                <a:gd name="connsiteX17" fmla="*/ 85109 w 127590"/>
                <a:gd name="connsiteY17" fmla="*/ 7446 h 34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590" h="343603">
                  <a:moveTo>
                    <a:pt x="85109" y="7446"/>
                  </a:moveTo>
                  <a:cubicBezTo>
                    <a:pt x="79966" y="12544"/>
                    <a:pt x="76774" y="19282"/>
                    <a:pt x="73893" y="25932"/>
                  </a:cubicBezTo>
                  <a:cubicBezTo>
                    <a:pt x="49511" y="81833"/>
                    <a:pt x="36877" y="141990"/>
                    <a:pt x="24420" y="201704"/>
                  </a:cubicBezTo>
                  <a:cubicBezTo>
                    <a:pt x="17371" y="235351"/>
                    <a:pt x="10367" y="268999"/>
                    <a:pt x="3318" y="302690"/>
                  </a:cubicBezTo>
                  <a:cubicBezTo>
                    <a:pt x="1146" y="313019"/>
                    <a:pt x="-1026" y="323659"/>
                    <a:pt x="525" y="334121"/>
                  </a:cubicBezTo>
                  <a:cubicBezTo>
                    <a:pt x="969" y="337180"/>
                    <a:pt x="2343" y="340771"/>
                    <a:pt x="5402" y="341170"/>
                  </a:cubicBezTo>
                  <a:cubicBezTo>
                    <a:pt x="7264" y="341391"/>
                    <a:pt x="9037" y="340283"/>
                    <a:pt x="10544" y="339086"/>
                  </a:cubicBezTo>
                  <a:cubicBezTo>
                    <a:pt x="17105" y="333899"/>
                    <a:pt x="22114" y="327072"/>
                    <a:pt x="28055" y="321221"/>
                  </a:cubicBezTo>
                  <a:cubicBezTo>
                    <a:pt x="33995" y="315369"/>
                    <a:pt x="41443" y="310271"/>
                    <a:pt x="49821" y="310094"/>
                  </a:cubicBezTo>
                  <a:cubicBezTo>
                    <a:pt x="58554" y="309916"/>
                    <a:pt x="66578" y="315147"/>
                    <a:pt x="72740" y="321354"/>
                  </a:cubicBezTo>
                  <a:cubicBezTo>
                    <a:pt x="78902" y="327560"/>
                    <a:pt x="83912" y="334919"/>
                    <a:pt x="90428" y="340771"/>
                  </a:cubicBezTo>
                  <a:cubicBezTo>
                    <a:pt x="92157" y="342322"/>
                    <a:pt x="94285" y="343874"/>
                    <a:pt x="96635" y="343563"/>
                  </a:cubicBezTo>
                  <a:cubicBezTo>
                    <a:pt x="97920" y="343430"/>
                    <a:pt x="99073" y="342721"/>
                    <a:pt x="100137" y="341923"/>
                  </a:cubicBezTo>
                  <a:cubicBezTo>
                    <a:pt x="112771" y="332658"/>
                    <a:pt x="113525" y="314482"/>
                    <a:pt x="114013" y="298833"/>
                  </a:cubicBezTo>
                  <a:cubicBezTo>
                    <a:pt x="115165" y="262438"/>
                    <a:pt x="121283" y="226397"/>
                    <a:pt x="124608" y="190134"/>
                  </a:cubicBezTo>
                  <a:cubicBezTo>
                    <a:pt x="129661" y="135164"/>
                    <a:pt x="128287" y="79573"/>
                    <a:pt x="120529" y="24912"/>
                  </a:cubicBezTo>
                  <a:cubicBezTo>
                    <a:pt x="119421" y="17110"/>
                    <a:pt x="117293" y="6116"/>
                    <a:pt x="109801" y="1772"/>
                  </a:cubicBezTo>
                  <a:cubicBezTo>
                    <a:pt x="102309" y="-2617"/>
                    <a:pt x="90783" y="1860"/>
                    <a:pt x="85109" y="7446"/>
                  </a:cubicBezTo>
                  <a:close/>
                </a:path>
              </a:pathLst>
            </a:custGeom>
            <a:solidFill>
              <a:srgbClr val="894740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75" name="Forme libre : forme 20374">
              <a:extLst>
                <a:ext uri="{FF2B5EF4-FFF2-40B4-BE49-F238E27FC236}">
                  <a16:creationId xmlns:a16="http://schemas.microsoft.com/office/drawing/2014/main" id="{BA13B357-33D4-4C87-B9D0-1AFA1D0FBD05}"/>
                </a:ext>
              </a:extLst>
            </p:cNvPr>
            <p:cNvSpPr/>
            <p:nvPr/>
          </p:nvSpPr>
          <p:spPr>
            <a:xfrm>
              <a:off x="5768563" y="1870633"/>
              <a:ext cx="65780" cy="248966"/>
            </a:xfrm>
            <a:custGeom>
              <a:avLst/>
              <a:gdLst>
                <a:gd name="connsiteX0" fmla="*/ 3200 w 65780"/>
                <a:gd name="connsiteY0" fmla="*/ 165532 h 248966"/>
                <a:gd name="connsiteX1" fmla="*/ 762 w 65780"/>
                <a:gd name="connsiteY1" fmla="*/ 208267 h 248966"/>
                <a:gd name="connsiteX2" fmla="*/ 20356 w 65780"/>
                <a:gd name="connsiteY2" fmla="*/ 245239 h 248966"/>
                <a:gd name="connsiteX3" fmla="*/ 29621 w 65780"/>
                <a:gd name="connsiteY3" fmla="*/ 248963 h 248966"/>
                <a:gd name="connsiteX4" fmla="*/ 43231 w 65780"/>
                <a:gd name="connsiteY4" fmla="*/ 233536 h 248966"/>
                <a:gd name="connsiteX5" fmla="*/ 47974 w 65780"/>
                <a:gd name="connsiteY5" fmla="*/ 207558 h 248966"/>
                <a:gd name="connsiteX6" fmla="*/ 55156 w 65780"/>
                <a:gd name="connsiteY6" fmla="*/ 155469 h 248966"/>
                <a:gd name="connsiteX7" fmla="*/ 61007 w 65780"/>
                <a:gd name="connsiteY7" fmla="*/ 108168 h 248966"/>
                <a:gd name="connsiteX8" fmla="*/ 64288 w 65780"/>
                <a:gd name="connsiteY8" fmla="*/ 45085 h 248966"/>
                <a:gd name="connsiteX9" fmla="*/ 55909 w 65780"/>
                <a:gd name="connsiteY9" fmla="*/ 0 h 248966"/>
                <a:gd name="connsiteX10" fmla="*/ 43186 w 65780"/>
                <a:gd name="connsiteY10" fmla="*/ 12103 h 248966"/>
                <a:gd name="connsiteX11" fmla="*/ 33345 w 65780"/>
                <a:gd name="connsiteY11" fmla="*/ 40918 h 248966"/>
                <a:gd name="connsiteX12" fmla="*/ 16721 w 65780"/>
                <a:gd name="connsiteY12" fmla="*/ 99523 h 248966"/>
                <a:gd name="connsiteX13" fmla="*/ 3200 w 65780"/>
                <a:gd name="connsiteY13" fmla="*/ 165532 h 248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780" h="248966">
                  <a:moveTo>
                    <a:pt x="3200" y="165532"/>
                  </a:moveTo>
                  <a:cubicBezTo>
                    <a:pt x="850" y="179674"/>
                    <a:pt x="-1145" y="194081"/>
                    <a:pt x="762" y="208267"/>
                  </a:cubicBezTo>
                  <a:cubicBezTo>
                    <a:pt x="2668" y="222453"/>
                    <a:pt x="8918" y="236639"/>
                    <a:pt x="20356" y="245239"/>
                  </a:cubicBezTo>
                  <a:cubicBezTo>
                    <a:pt x="23060" y="247278"/>
                    <a:pt x="26252" y="249052"/>
                    <a:pt x="29621" y="248963"/>
                  </a:cubicBezTo>
                  <a:cubicBezTo>
                    <a:pt x="36980" y="248786"/>
                    <a:pt x="41324" y="240673"/>
                    <a:pt x="43231" y="233536"/>
                  </a:cubicBezTo>
                  <a:cubicBezTo>
                    <a:pt x="45536" y="225024"/>
                    <a:pt x="46733" y="216291"/>
                    <a:pt x="47974" y="207558"/>
                  </a:cubicBezTo>
                  <a:cubicBezTo>
                    <a:pt x="50368" y="190180"/>
                    <a:pt x="52762" y="172802"/>
                    <a:pt x="55156" y="155469"/>
                  </a:cubicBezTo>
                  <a:cubicBezTo>
                    <a:pt x="57328" y="139731"/>
                    <a:pt x="59500" y="123994"/>
                    <a:pt x="61007" y="108168"/>
                  </a:cubicBezTo>
                  <a:cubicBezTo>
                    <a:pt x="63002" y="87199"/>
                    <a:pt x="63845" y="66142"/>
                    <a:pt x="64288" y="45085"/>
                  </a:cubicBezTo>
                  <a:cubicBezTo>
                    <a:pt x="64509" y="35953"/>
                    <a:pt x="70760" y="89"/>
                    <a:pt x="55909" y="0"/>
                  </a:cubicBezTo>
                  <a:cubicBezTo>
                    <a:pt x="48728" y="-44"/>
                    <a:pt x="45358" y="6295"/>
                    <a:pt x="43186" y="12103"/>
                  </a:cubicBezTo>
                  <a:cubicBezTo>
                    <a:pt x="39640" y="21589"/>
                    <a:pt x="36448" y="31254"/>
                    <a:pt x="33345" y="40918"/>
                  </a:cubicBezTo>
                  <a:cubicBezTo>
                    <a:pt x="27139" y="60246"/>
                    <a:pt x="21597" y="79796"/>
                    <a:pt x="16721" y="99523"/>
                  </a:cubicBezTo>
                  <a:cubicBezTo>
                    <a:pt x="11401" y="121378"/>
                    <a:pt x="6879" y="143367"/>
                    <a:pt x="3200" y="165532"/>
                  </a:cubicBezTo>
                  <a:close/>
                </a:path>
              </a:pathLst>
            </a:custGeom>
            <a:solidFill>
              <a:srgbClr val="934F4A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76" name="Forme libre : forme 20375">
              <a:extLst>
                <a:ext uri="{FF2B5EF4-FFF2-40B4-BE49-F238E27FC236}">
                  <a16:creationId xmlns:a16="http://schemas.microsoft.com/office/drawing/2014/main" id="{159696ED-E0A1-4F6D-AB4F-6800D81EAFA0}"/>
                </a:ext>
              </a:extLst>
            </p:cNvPr>
            <p:cNvSpPr/>
            <p:nvPr/>
          </p:nvSpPr>
          <p:spPr>
            <a:xfrm>
              <a:off x="5921158" y="711112"/>
              <a:ext cx="537113" cy="817196"/>
            </a:xfrm>
            <a:custGeom>
              <a:avLst/>
              <a:gdLst>
                <a:gd name="connsiteX0" fmla="*/ 537114 w 537113"/>
                <a:gd name="connsiteY0" fmla="*/ 0 h 817196"/>
                <a:gd name="connsiteX1" fmla="*/ 0 w 537113"/>
                <a:gd name="connsiteY1" fmla="*/ 817197 h 817196"/>
                <a:gd name="connsiteX2" fmla="*/ 537114 w 537113"/>
                <a:gd name="connsiteY2" fmla="*/ 0 h 8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7113" h="817196">
                  <a:moveTo>
                    <a:pt x="537114" y="0"/>
                  </a:moveTo>
                  <a:cubicBezTo>
                    <a:pt x="537114" y="0"/>
                    <a:pt x="176127" y="278088"/>
                    <a:pt x="0" y="817197"/>
                  </a:cubicBezTo>
                  <a:cubicBezTo>
                    <a:pt x="44" y="817197"/>
                    <a:pt x="162695" y="313021"/>
                    <a:pt x="537114" y="0"/>
                  </a:cubicBezTo>
                  <a:close/>
                </a:path>
              </a:pathLst>
            </a:custGeom>
            <a:solidFill>
              <a:srgbClr val="FFFFFF"/>
            </a:solidFill>
            <a:ln w="443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31" name="Cutaneous-Receptors-and-Capillary-Loops">
            <a:extLst>
              <a:ext uri="{FF2B5EF4-FFF2-40B4-BE49-F238E27FC236}">
                <a16:creationId xmlns:a16="http://schemas.microsoft.com/office/drawing/2014/main" id="{698FBD70-6B59-4F44-8DC4-B0103B050E21}"/>
              </a:ext>
            </a:extLst>
          </p:cNvPr>
          <p:cNvGrpSpPr>
            <a:grpSpLocks/>
          </p:cNvGrpSpPr>
          <p:nvPr/>
        </p:nvGrpSpPr>
        <p:grpSpPr bwMode="auto">
          <a:xfrm>
            <a:off x="7748588" y="3170238"/>
            <a:ext cx="2733675" cy="1393825"/>
            <a:chOff x="7033617" y="2809696"/>
            <a:chExt cx="3696457" cy="1886371"/>
          </a:xfrm>
        </p:grpSpPr>
        <p:grpSp>
          <p:nvGrpSpPr>
            <p:cNvPr id="18415" name="Groupe 26919">
              <a:extLst>
                <a:ext uri="{FF2B5EF4-FFF2-40B4-BE49-F238E27FC236}">
                  <a16:creationId xmlns:a16="http://schemas.microsoft.com/office/drawing/2014/main" id="{06913905-D016-4E68-B356-F53EF5FFDA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9012" y="2809696"/>
              <a:ext cx="3673929" cy="1886371"/>
              <a:chOff x="4211489" y="2799589"/>
              <a:chExt cx="3673929" cy="1886371"/>
            </a:xfrm>
          </p:grpSpPr>
          <p:grpSp>
            <p:nvGrpSpPr>
              <p:cNvPr id="26948" name="Graphique 2">
                <a:extLst>
                  <a:ext uri="{FF2B5EF4-FFF2-40B4-BE49-F238E27FC236}">
                    <a16:creationId xmlns:a16="http://schemas.microsoft.com/office/drawing/2014/main" id="{CBF1FE29-0254-4B19-9B04-DF9AC8EE6913}"/>
                  </a:ext>
                </a:extLst>
              </p:cNvPr>
              <p:cNvGrpSpPr/>
              <p:nvPr/>
            </p:nvGrpSpPr>
            <p:grpSpPr>
              <a:xfrm>
                <a:off x="4212466" y="2928478"/>
                <a:ext cx="3669849" cy="1757482"/>
                <a:chOff x="4212466" y="2928478"/>
                <a:chExt cx="3669849" cy="1757482"/>
              </a:xfrm>
              <a:solidFill>
                <a:schemeClr val="accent1"/>
              </a:solidFill>
            </p:grpSpPr>
            <p:sp>
              <p:nvSpPr>
                <p:cNvPr id="27367" name="Forme libre : forme 27366">
                  <a:extLst>
                    <a:ext uri="{FF2B5EF4-FFF2-40B4-BE49-F238E27FC236}">
                      <a16:creationId xmlns:a16="http://schemas.microsoft.com/office/drawing/2014/main" id="{41E6E159-9C0E-487E-B6D1-A589E742802F}"/>
                    </a:ext>
                  </a:extLst>
                </p:cNvPr>
                <p:cNvSpPr/>
                <p:nvPr/>
              </p:nvSpPr>
              <p:spPr>
                <a:xfrm>
                  <a:off x="7134541" y="3104542"/>
                  <a:ext cx="747774" cy="1544134"/>
                </a:xfrm>
                <a:custGeom>
                  <a:avLst/>
                  <a:gdLst>
                    <a:gd name="connsiteX0" fmla="*/ 0 w 747774"/>
                    <a:gd name="connsiteY0" fmla="*/ 417020 h 1544134"/>
                    <a:gd name="connsiteX1" fmla="*/ 135520 w 747774"/>
                    <a:gd name="connsiteY1" fmla="*/ 550722 h 1544134"/>
                    <a:gd name="connsiteX2" fmla="*/ 246835 w 747774"/>
                    <a:gd name="connsiteY2" fmla="*/ 319270 h 1544134"/>
                    <a:gd name="connsiteX3" fmla="*/ 299899 w 747774"/>
                    <a:gd name="connsiteY3" fmla="*/ 190267 h 1544134"/>
                    <a:gd name="connsiteX4" fmla="*/ 381734 w 747774"/>
                    <a:gd name="connsiteY4" fmla="*/ 263236 h 1544134"/>
                    <a:gd name="connsiteX5" fmla="*/ 477577 w 747774"/>
                    <a:gd name="connsiteY5" fmla="*/ 279461 h 1544134"/>
                    <a:gd name="connsiteX6" fmla="*/ 533612 w 747774"/>
                    <a:gd name="connsiteY6" fmla="*/ 38434 h 1544134"/>
                    <a:gd name="connsiteX7" fmla="*/ 620589 w 747774"/>
                    <a:gd name="connsiteY7" fmla="*/ 36971 h 1544134"/>
                    <a:gd name="connsiteX8" fmla="*/ 686908 w 747774"/>
                    <a:gd name="connsiteY8" fmla="*/ 115836 h 1544134"/>
                    <a:gd name="connsiteX9" fmla="*/ 746622 w 747774"/>
                    <a:gd name="connsiteY9" fmla="*/ 132 h 1544134"/>
                    <a:gd name="connsiteX10" fmla="*/ 746622 w 747774"/>
                    <a:gd name="connsiteY10" fmla="*/ 4831 h 1544134"/>
                    <a:gd name="connsiteX11" fmla="*/ 747775 w 747774"/>
                    <a:gd name="connsiteY11" fmla="*/ 865516 h 1544134"/>
                    <a:gd name="connsiteX12" fmla="*/ 723038 w 747774"/>
                    <a:gd name="connsiteY12" fmla="*/ 857626 h 1544134"/>
                    <a:gd name="connsiteX13" fmla="*/ 684780 w 747774"/>
                    <a:gd name="connsiteY13" fmla="*/ 881343 h 1544134"/>
                    <a:gd name="connsiteX14" fmla="*/ 672900 w 747774"/>
                    <a:gd name="connsiteY14" fmla="*/ 879747 h 1544134"/>
                    <a:gd name="connsiteX15" fmla="*/ 627194 w 747774"/>
                    <a:gd name="connsiteY15" fmla="*/ 925452 h 1544134"/>
                    <a:gd name="connsiteX16" fmla="*/ 627239 w 747774"/>
                    <a:gd name="connsiteY16" fmla="*/ 926693 h 1544134"/>
                    <a:gd name="connsiteX17" fmla="*/ 581578 w 747774"/>
                    <a:gd name="connsiteY17" fmla="*/ 976743 h 1544134"/>
                    <a:gd name="connsiteX18" fmla="*/ 554181 w 747774"/>
                    <a:gd name="connsiteY18" fmla="*/ 1008750 h 1544134"/>
                    <a:gd name="connsiteX19" fmla="*/ 555378 w 747774"/>
                    <a:gd name="connsiteY19" fmla="*/ 1017394 h 1544134"/>
                    <a:gd name="connsiteX20" fmla="*/ 523726 w 747774"/>
                    <a:gd name="connsiteY20" fmla="*/ 1042929 h 1544134"/>
                    <a:gd name="connsiteX21" fmla="*/ 502225 w 747774"/>
                    <a:gd name="connsiteY21" fmla="*/ 1039737 h 1544134"/>
                    <a:gd name="connsiteX22" fmla="*/ 428148 w 747774"/>
                    <a:gd name="connsiteY22" fmla="*/ 1113814 h 1544134"/>
                    <a:gd name="connsiteX23" fmla="*/ 429478 w 747774"/>
                    <a:gd name="connsiteY23" fmla="*/ 1127690 h 1544134"/>
                    <a:gd name="connsiteX24" fmla="*/ 417065 w 747774"/>
                    <a:gd name="connsiteY24" fmla="*/ 1126005 h 1544134"/>
                    <a:gd name="connsiteX25" fmla="*/ 369898 w 747774"/>
                    <a:gd name="connsiteY25" fmla="*/ 1173173 h 1544134"/>
                    <a:gd name="connsiteX26" fmla="*/ 374818 w 747774"/>
                    <a:gd name="connsiteY26" fmla="*/ 1194053 h 1544134"/>
                    <a:gd name="connsiteX27" fmla="*/ 362672 w 747774"/>
                    <a:gd name="connsiteY27" fmla="*/ 1214889 h 1544134"/>
                    <a:gd name="connsiteX28" fmla="*/ 347067 w 747774"/>
                    <a:gd name="connsiteY28" fmla="*/ 1212983 h 1544134"/>
                    <a:gd name="connsiteX29" fmla="*/ 279994 w 747774"/>
                    <a:gd name="connsiteY29" fmla="*/ 1280055 h 1544134"/>
                    <a:gd name="connsiteX30" fmla="*/ 280171 w 747774"/>
                    <a:gd name="connsiteY30" fmla="*/ 1283380 h 1544134"/>
                    <a:gd name="connsiteX31" fmla="*/ 258272 w 747774"/>
                    <a:gd name="connsiteY31" fmla="*/ 1276376 h 1544134"/>
                    <a:gd name="connsiteX32" fmla="*/ 220502 w 747774"/>
                    <a:gd name="connsiteY32" fmla="*/ 1310688 h 1544134"/>
                    <a:gd name="connsiteX33" fmla="*/ 205208 w 747774"/>
                    <a:gd name="connsiteY33" fmla="*/ 1308826 h 1544134"/>
                    <a:gd name="connsiteX34" fmla="*/ 139997 w 747774"/>
                    <a:gd name="connsiteY34" fmla="*/ 1374037 h 1544134"/>
                    <a:gd name="connsiteX35" fmla="*/ 150592 w 747774"/>
                    <a:gd name="connsiteY35" fmla="*/ 1409591 h 1544134"/>
                    <a:gd name="connsiteX36" fmla="*/ 123417 w 747774"/>
                    <a:gd name="connsiteY36" fmla="*/ 1402409 h 1544134"/>
                    <a:gd name="connsiteX37" fmla="*/ 70708 w 747774"/>
                    <a:gd name="connsiteY37" fmla="*/ 1452148 h 1544134"/>
                    <a:gd name="connsiteX38" fmla="*/ 73102 w 747774"/>
                    <a:gd name="connsiteY38" fmla="*/ 1467043 h 1544134"/>
                    <a:gd name="connsiteX39" fmla="*/ 65166 w 747774"/>
                    <a:gd name="connsiteY39" fmla="*/ 1466511 h 1544134"/>
                    <a:gd name="connsiteX40" fmla="*/ 177 w 747774"/>
                    <a:gd name="connsiteY40" fmla="*/ 1544135 h 1544134"/>
                    <a:gd name="connsiteX41" fmla="*/ 177 w 747774"/>
                    <a:gd name="connsiteY41" fmla="*/ 428635 h 1544134"/>
                    <a:gd name="connsiteX42" fmla="*/ 0 w 747774"/>
                    <a:gd name="connsiteY42" fmla="*/ 417020 h 1544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747774" h="1544134">
                      <a:moveTo>
                        <a:pt x="0" y="417020"/>
                      </a:moveTo>
                      <a:cubicBezTo>
                        <a:pt x="57010" y="433245"/>
                        <a:pt x="72614" y="544516"/>
                        <a:pt x="135520" y="550722"/>
                      </a:cubicBezTo>
                      <a:cubicBezTo>
                        <a:pt x="202592" y="557372"/>
                        <a:pt x="245327" y="378984"/>
                        <a:pt x="246835" y="319270"/>
                      </a:cubicBezTo>
                      <a:cubicBezTo>
                        <a:pt x="248298" y="259556"/>
                        <a:pt x="259381" y="198380"/>
                        <a:pt x="299899" y="190267"/>
                      </a:cubicBezTo>
                      <a:cubicBezTo>
                        <a:pt x="340417" y="182155"/>
                        <a:pt x="366972" y="209418"/>
                        <a:pt x="381734" y="263236"/>
                      </a:cubicBezTo>
                      <a:cubicBezTo>
                        <a:pt x="396496" y="317054"/>
                        <a:pt x="462815" y="350213"/>
                        <a:pt x="477577" y="279461"/>
                      </a:cubicBezTo>
                      <a:cubicBezTo>
                        <a:pt x="492340" y="208709"/>
                        <a:pt x="498945" y="84848"/>
                        <a:pt x="533612" y="38434"/>
                      </a:cubicBezTo>
                      <a:cubicBezTo>
                        <a:pt x="568234" y="-8025"/>
                        <a:pt x="607334" y="-16847"/>
                        <a:pt x="620589" y="36971"/>
                      </a:cubicBezTo>
                      <a:cubicBezTo>
                        <a:pt x="633844" y="90788"/>
                        <a:pt x="652286" y="148995"/>
                        <a:pt x="686908" y="115836"/>
                      </a:cubicBezTo>
                      <a:cubicBezTo>
                        <a:pt x="721531" y="82676"/>
                        <a:pt x="746622" y="132"/>
                        <a:pt x="746622" y="132"/>
                      </a:cubicBezTo>
                      <a:lnTo>
                        <a:pt x="746622" y="4831"/>
                      </a:lnTo>
                      <a:lnTo>
                        <a:pt x="747775" y="865516"/>
                      </a:lnTo>
                      <a:cubicBezTo>
                        <a:pt x="740815" y="860551"/>
                        <a:pt x="732259" y="857626"/>
                        <a:pt x="723038" y="857626"/>
                      </a:cubicBezTo>
                      <a:cubicBezTo>
                        <a:pt x="706281" y="857626"/>
                        <a:pt x="691785" y="867290"/>
                        <a:pt x="684780" y="881343"/>
                      </a:cubicBezTo>
                      <a:cubicBezTo>
                        <a:pt x="680968" y="880323"/>
                        <a:pt x="677022" y="879747"/>
                        <a:pt x="672900" y="879747"/>
                      </a:cubicBezTo>
                      <a:cubicBezTo>
                        <a:pt x="647675" y="879747"/>
                        <a:pt x="627194" y="900228"/>
                        <a:pt x="627194" y="925452"/>
                      </a:cubicBezTo>
                      <a:cubicBezTo>
                        <a:pt x="627194" y="925851"/>
                        <a:pt x="627239" y="926294"/>
                        <a:pt x="627239" y="926693"/>
                      </a:cubicBezTo>
                      <a:cubicBezTo>
                        <a:pt x="602103" y="930018"/>
                        <a:pt x="582642" y="950987"/>
                        <a:pt x="581578" y="976743"/>
                      </a:cubicBezTo>
                      <a:cubicBezTo>
                        <a:pt x="566062" y="979181"/>
                        <a:pt x="554181" y="992569"/>
                        <a:pt x="554181" y="1008750"/>
                      </a:cubicBezTo>
                      <a:cubicBezTo>
                        <a:pt x="554181" y="1011720"/>
                        <a:pt x="554625" y="1014646"/>
                        <a:pt x="555378" y="1017394"/>
                      </a:cubicBezTo>
                      <a:cubicBezTo>
                        <a:pt x="540838" y="1019611"/>
                        <a:pt x="528868" y="1029541"/>
                        <a:pt x="523726" y="1042929"/>
                      </a:cubicBezTo>
                      <a:cubicBezTo>
                        <a:pt x="516899" y="1040845"/>
                        <a:pt x="509717" y="1039737"/>
                        <a:pt x="502225" y="1039737"/>
                      </a:cubicBezTo>
                      <a:cubicBezTo>
                        <a:pt x="461308" y="1039737"/>
                        <a:pt x="428148" y="1072897"/>
                        <a:pt x="428148" y="1113814"/>
                      </a:cubicBezTo>
                      <a:cubicBezTo>
                        <a:pt x="428148" y="1118558"/>
                        <a:pt x="428636" y="1123168"/>
                        <a:pt x="429478" y="1127690"/>
                      </a:cubicBezTo>
                      <a:cubicBezTo>
                        <a:pt x="425533" y="1126626"/>
                        <a:pt x="421366" y="1126005"/>
                        <a:pt x="417065" y="1126005"/>
                      </a:cubicBezTo>
                      <a:cubicBezTo>
                        <a:pt x="390999" y="1126005"/>
                        <a:pt x="369898" y="1147107"/>
                        <a:pt x="369898" y="1173173"/>
                      </a:cubicBezTo>
                      <a:cubicBezTo>
                        <a:pt x="369898" y="1180665"/>
                        <a:pt x="371715" y="1187758"/>
                        <a:pt x="374818" y="1194053"/>
                      </a:cubicBezTo>
                      <a:cubicBezTo>
                        <a:pt x="368124" y="1198797"/>
                        <a:pt x="363514" y="1206289"/>
                        <a:pt x="362672" y="1214889"/>
                      </a:cubicBezTo>
                      <a:cubicBezTo>
                        <a:pt x="357662" y="1213692"/>
                        <a:pt x="352431" y="1212983"/>
                        <a:pt x="347067" y="1212983"/>
                      </a:cubicBezTo>
                      <a:cubicBezTo>
                        <a:pt x="310006" y="1212983"/>
                        <a:pt x="279994" y="1242995"/>
                        <a:pt x="279994" y="1280055"/>
                      </a:cubicBezTo>
                      <a:cubicBezTo>
                        <a:pt x="279994" y="1281164"/>
                        <a:pt x="280127" y="1282272"/>
                        <a:pt x="280171" y="1283380"/>
                      </a:cubicBezTo>
                      <a:cubicBezTo>
                        <a:pt x="273965" y="1278991"/>
                        <a:pt x="266429" y="1276376"/>
                        <a:pt x="258272" y="1276376"/>
                      </a:cubicBezTo>
                      <a:cubicBezTo>
                        <a:pt x="238545" y="1276376"/>
                        <a:pt x="222320" y="1291448"/>
                        <a:pt x="220502" y="1310688"/>
                      </a:cubicBezTo>
                      <a:cubicBezTo>
                        <a:pt x="215581" y="1309491"/>
                        <a:pt x="210483" y="1308826"/>
                        <a:pt x="205208" y="1308826"/>
                      </a:cubicBezTo>
                      <a:cubicBezTo>
                        <a:pt x="169167" y="1308826"/>
                        <a:pt x="139997" y="1338040"/>
                        <a:pt x="139997" y="1374037"/>
                      </a:cubicBezTo>
                      <a:cubicBezTo>
                        <a:pt x="139997" y="1387159"/>
                        <a:pt x="143898" y="1399350"/>
                        <a:pt x="150592" y="1409591"/>
                      </a:cubicBezTo>
                      <a:cubicBezTo>
                        <a:pt x="142657" y="1405069"/>
                        <a:pt x="133392" y="1402409"/>
                        <a:pt x="123417" y="1402409"/>
                      </a:cubicBezTo>
                      <a:cubicBezTo>
                        <a:pt x="94292" y="1402409"/>
                        <a:pt x="70708" y="1424663"/>
                        <a:pt x="70708" y="1452148"/>
                      </a:cubicBezTo>
                      <a:cubicBezTo>
                        <a:pt x="70708" y="1457335"/>
                        <a:pt x="71550" y="1462344"/>
                        <a:pt x="73102" y="1467043"/>
                      </a:cubicBezTo>
                      <a:cubicBezTo>
                        <a:pt x="70486" y="1466733"/>
                        <a:pt x="67871" y="1466511"/>
                        <a:pt x="65166" y="1466511"/>
                      </a:cubicBezTo>
                      <a:cubicBezTo>
                        <a:pt x="26687" y="1466511"/>
                        <a:pt x="177" y="1501799"/>
                        <a:pt x="177" y="1544135"/>
                      </a:cubicBezTo>
                      <a:lnTo>
                        <a:pt x="177" y="428635"/>
                      </a:lnTo>
                      <a:lnTo>
                        <a:pt x="0" y="417020"/>
                      </a:lnTo>
                      <a:close/>
                    </a:path>
                  </a:pathLst>
                </a:custGeom>
                <a:solidFill>
                  <a:srgbClr val="7DCAE2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68" name="Forme libre : forme 27367">
                  <a:extLst>
                    <a:ext uri="{FF2B5EF4-FFF2-40B4-BE49-F238E27FC236}">
                      <a16:creationId xmlns:a16="http://schemas.microsoft.com/office/drawing/2014/main" id="{76F05B59-43FF-4F16-AB28-C32F8A30EFB4}"/>
                    </a:ext>
                  </a:extLst>
                </p:cNvPr>
                <p:cNvSpPr/>
                <p:nvPr/>
              </p:nvSpPr>
              <p:spPr>
                <a:xfrm>
                  <a:off x="7168519" y="3651715"/>
                  <a:ext cx="691424" cy="848423"/>
                </a:xfrm>
                <a:custGeom>
                  <a:avLst/>
                  <a:gdLst>
                    <a:gd name="connsiteX0" fmla="*/ 9910 w 691424"/>
                    <a:gd name="connsiteY0" fmla="*/ 813343 h 848423"/>
                    <a:gd name="connsiteX1" fmla="*/ 28174 w 691424"/>
                    <a:gd name="connsiteY1" fmla="*/ 847833 h 848423"/>
                    <a:gd name="connsiteX2" fmla="*/ 53265 w 691424"/>
                    <a:gd name="connsiteY2" fmla="*/ 840164 h 848423"/>
                    <a:gd name="connsiteX3" fmla="*/ 242780 w 691424"/>
                    <a:gd name="connsiteY3" fmla="*/ 644664 h 848423"/>
                    <a:gd name="connsiteX4" fmla="*/ 302272 w 691424"/>
                    <a:gd name="connsiteY4" fmla="*/ 614696 h 848423"/>
                    <a:gd name="connsiteX5" fmla="*/ 342215 w 691424"/>
                    <a:gd name="connsiteY5" fmla="*/ 571695 h 848423"/>
                    <a:gd name="connsiteX6" fmla="*/ 418597 w 691424"/>
                    <a:gd name="connsiteY6" fmla="*/ 502938 h 848423"/>
                    <a:gd name="connsiteX7" fmla="*/ 532838 w 691424"/>
                    <a:gd name="connsiteY7" fmla="*/ 382757 h 848423"/>
                    <a:gd name="connsiteX8" fmla="*/ 644951 w 691424"/>
                    <a:gd name="connsiteY8" fmla="*/ 292987 h 848423"/>
                    <a:gd name="connsiteX9" fmla="*/ 690035 w 691424"/>
                    <a:gd name="connsiteY9" fmla="*/ 171741 h 848423"/>
                    <a:gd name="connsiteX10" fmla="*/ 683607 w 691424"/>
                    <a:gd name="connsiteY10" fmla="*/ 40832 h 848423"/>
                    <a:gd name="connsiteX11" fmla="*/ 655546 w 691424"/>
                    <a:gd name="connsiteY11" fmla="*/ 3 h 848423"/>
                    <a:gd name="connsiteX12" fmla="*/ 454594 w 691424"/>
                    <a:gd name="connsiteY12" fmla="*/ 265191 h 848423"/>
                    <a:gd name="connsiteX13" fmla="*/ 263350 w 691424"/>
                    <a:gd name="connsiteY13" fmla="*/ 406651 h 848423"/>
                    <a:gd name="connsiteX14" fmla="*/ 188120 w 691424"/>
                    <a:gd name="connsiteY14" fmla="*/ 462242 h 848423"/>
                    <a:gd name="connsiteX15" fmla="*/ 95336 w 691424"/>
                    <a:gd name="connsiteY15" fmla="*/ 490437 h 848423"/>
                    <a:gd name="connsiteX16" fmla="*/ 12836 w 691424"/>
                    <a:gd name="connsiteY16" fmla="*/ 521114 h 848423"/>
                    <a:gd name="connsiteX17" fmla="*/ 290 w 691424"/>
                    <a:gd name="connsiteY17" fmla="*/ 575641 h 848423"/>
                    <a:gd name="connsiteX18" fmla="*/ 2595 w 691424"/>
                    <a:gd name="connsiteY18" fmla="*/ 688685 h 848423"/>
                    <a:gd name="connsiteX19" fmla="*/ 9910 w 691424"/>
                    <a:gd name="connsiteY19" fmla="*/ 813343 h 848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91424" h="848423">
                      <a:moveTo>
                        <a:pt x="9910" y="813343"/>
                      </a:moveTo>
                      <a:cubicBezTo>
                        <a:pt x="11018" y="827219"/>
                        <a:pt x="14697" y="844242"/>
                        <a:pt x="28174" y="847833"/>
                      </a:cubicBezTo>
                      <a:cubicBezTo>
                        <a:pt x="36907" y="850138"/>
                        <a:pt x="45862" y="845306"/>
                        <a:pt x="53265" y="840164"/>
                      </a:cubicBezTo>
                      <a:cubicBezTo>
                        <a:pt x="128318" y="787942"/>
                        <a:pt x="161610" y="686734"/>
                        <a:pt x="242780" y="644664"/>
                      </a:cubicBezTo>
                      <a:cubicBezTo>
                        <a:pt x="262552" y="634423"/>
                        <a:pt x="284540" y="628129"/>
                        <a:pt x="302272" y="614696"/>
                      </a:cubicBezTo>
                      <a:cubicBezTo>
                        <a:pt x="317921" y="602860"/>
                        <a:pt x="329137" y="586324"/>
                        <a:pt x="342215" y="571695"/>
                      </a:cubicBezTo>
                      <a:cubicBezTo>
                        <a:pt x="365045" y="546116"/>
                        <a:pt x="393550" y="526345"/>
                        <a:pt x="418597" y="502938"/>
                      </a:cubicBezTo>
                      <a:cubicBezTo>
                        <a:pt x="459071" y="465212"/>
                        <a:pt x="490413" y="418266"/>
                        <a:pt x="532838" y="382757"/>
                      </a:cubicBezTo>
                      <a:cubicBezTo>
                        <a:pt x="569632" y="351947"/>
                        <a:pt x="614451" y="330047"/>
                        <a:pt x="644951" y="292987"/>
                      </a:cubicBezTo>
                      <a:cubicBezTo>
                        <a:pt x="672746" y="259206"/>
                        <a:pt x="686134" y="215363"/>
                        <a:pt x="690035" y="171741"/>
                      </a:cubicBezTo>
                      <a:cubicBezTo>
                        <a:pt x="693936" y="128120"/>
                        <a:pt x="688927" y="84276"/>
                        <a:pt x="683607" y="40832"/>
                      </a:cubicBezTo>
                      <a:cubicBezTo>
                        <a:pt x="681391" y="22789"/>
                        <a:pt x="673721" y="-307"/>
                        <a:pt x="655546" y="3"/>
                      </a:cubicBezTo>
                      <a:cubicBezTo>
                        <a:pt x="607535" y="100945"/>
                        <a:pt x="540197" y="193330"/>
                        <a:pt x="454594" y="265191"/>
                      </a:cubicBezTo>
                      <a:cubicBezTo>
                        <a:pt x="393816" y="316172"/>
                        <a:pt x="324660" y="356380"/>
                        <a:pt x="263350" y="406651"/>
                      </a:cubicBezTo>
                      <a:cubicBezTo>
                        <a:pt x="239190" y="426467"/>
                        <a:pt x="215960" y="448012"/>
                        <a:pt x="188120" y="462242"/>
                      </a:cubicBezTo>
                      <a:cubicBezTo>
                        <a:pt x="159128" y="477093"/>
                        <a:pt x="126810" y="483166"/>
                        <a:pt x="95336" y="490437"/>
                      </a:cubicBezTo>
                      <a:cubicBezTo>
                        <a:pt x="69136" y="496510"/>
                        <a:pt x="33317" y="502051"/>
                        <a:pt x="12836" y="521114"/>
                      </a:cubicBezTo>
                      <a:cubicBezTo>
                        <a:pt x="-2592" y="535433"/>
                        <a:pt x="113" y="556312"/>
                        <a:pt x="290" y="575641"/>
                      </a:cubicBezTo>
                      <a:cubicBezTo>
                        <a:pt x="556" y="613366"/>
                        <a:pt x="1132" y="651003"/>
                        <a:pt x="2595" y="688685"/>
                      </a:cubicBezTo>
                      <a:cubicBezTo>
                        <a:pt x="4147" y="730311"/>
                        <a:pt x="6585" y="771894"/>
                        <a:pt x="9910" y="813343"/>
                      </a:cubicBezTo>
                      <a:close/>
                    </a:path>
                  </a:pathLst>
                </a:custGeom>
                <a:solidFill>
                  <a:srgbClr val="69BDD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69" name="Forme libre : forme 27368">
                  <a:extLst>
                    <a:ext uri="{FF2B5EF4-FFF2-40B4-BE49-F238E27FC236}">
                      <a16:creationId xmlns:a16="http://schemas.microsoft.com/office/drawing/2014/main" id="{1E86B994-BE9E-468D-8A2B-99E6C7F1910B}"/>
                    </a:ext>
                  </a:extLst>
                </p:cNvPr>
                <p:cNvSpPr/>
                <p:nvPr/>
              </p:nvSpPr>
              <p:spPr>
                <a:xfrm>
                  <a:off x="7414358" y="3317629"/>
                  <a:ext cx="134086" cy="130097"/>
                </a:xfrm>
                <a:custGeom>
                  <a:avLst/>
                  <a:gdLst>
                    <a:gd name="connsiteX0" fmla="*/ 88440 w 134086"/>
                    <a:gd name="connsiteY0" fmla="*/ 50504 h 130097"/>
                    <a:gd name="connsiteX1" fmla="*/ 78643 w 134086"/>
                    <a:gd name="connsiteY1" fmla="*/ 27318 h 130097"/>
                    <a:gd name="connsiteX2" fmla="*/ 42159 w 134086"/>
                    <a:gd name="connsiteY2" fmla="*/ 764 h 130097"/>
                    <a:gd name="connsiteX3" fmla="*/ 0 w 134086"/>
                    <a:gd name="connsiteY3" fmla="*/ 14861 h 130097"/>
                    <a:gd name="connsiteX4" fmla="*/ 54749 w 134086"/>
                    <a:gd name="connsiteY4" fmla="*/ 19649 h 130097"/>
                    <a:gd name="connsiteX5" fmla="*/ 70796 w 134086"/>
                    <a:gd name="connsiteY5" fmla="*/ 45095 h 130097"/>
                    <a:gd name="connsiteX6" fmla="*/ 87687 w 134086"/>
                    <a:gd name="connsiteY6" fmla="*/ 84683 h 130097"/>
                    <a:gd name="connsiteX7" fmla="*/ 113620 w 134086"/>
                    <a:gd name="connsiteY7" fmla="*/ 124226 h 130097"/>
                    <a:gd name="connsiteX8" fmla="*/ 134012 w 134086"/>
                    <a:gd name="connsiteY8" fmla="*/ 120325 h 130097"/>
                    <a:gd name="connsiteX9" fmla="*/ 109364 w 134086"/>
                    <a:gd name="connsiteY9" fmla="*/ 92751 h 130097"/>
                    <a:gd name="connsiteX10" fmla="*/ 88440 w 134086"/>
                    <a:gd name="connsiteY10" fmla="*/ 50504 h 13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4086" h="130097">
                      <a:moveTo>
                        <a:pt x="88440" y="50504"/>
                      </a:moveTo>
                      <a:cubicBezTo>
                        <a:pt x="85603" y="42568"/>
                        <a:pt x="82899" y="34544"/>
                        <a:pt x="78643" y="27318"/>
                      </a:cubicBezTo>
                      <a:cubicBezTo>
                        <a:pt x="70796" y="13931"/>
                        <a:pt x="57409" y="3601"/>
                        <a:pt x="42159" y="764"/>
                      </a:cubicBezTo>
                      <a:cubicBezTo>
                        <a:pt x="26909" y="-2073"/>
                        <a:pt x="10107" y="3070"/>
                        <a:pt x="0" y="14861"/>
                      </a:cubicBezTo>
                      <a:cubicBezTo>
                        <a:pt x="18575" y="10916"/>
                        <a:pt x="40075" y="7591"/>
                        <a:pt x="54749" y="19649"/>
                      </a:cubicBezTo>
                      <a:cubicBezTo>
                        <a:pt x="62551" y="26077"/>
                        <a:pt x="66807" y="35786"/>
                        <a:pt x="70796" y="45095"/>
                      </a:cubicBezTo>
                      <a:cubicBezTo>
                        <a:pt x="76427" y="58306"/>
                        <a:pt x="82057" y="71472"/>
                        <a:pt x="87687" y="84683"/>
                      </a:cubicBezTo>
                      <a:cubicBezTo>
                        <a:pt x="93849" y="99090"/>
                        <a:pt x="100498" y="114739"/>
                        <a:pt x="113620" y="124226"/>
                      </a:cubicBezTo>
                      <a:cubicBezTo>
                        <a:pt x="121689" y="130033"/>
                        <a:pt x="135209" y="135353"/>
                        <a:pt x="134012" y="120325"/>
                      </a:cubicBezTo>
                      <a:cubicBezTo>
                        <a:pt x="133081" y="108488"/>
                        <a:pt x="116191" y="101484"/>
                        <a:pt x="109364" y="92751"/>
                      </a:cubicBezTo>
                      <a:cubicBezTo>
                        <a:pt x="99656" y="80250"/>
                        <a:pt x="93716" y="65266"/>
                        <a:pt x="88440" y="50504"/>
                      </a:cubicBezTo>
                      <a:close/>
                    </a:path>
                  </a:pathLst>
                </a:custGeom>
                <a:solidFill>
                  <a:srgbClr val="FFFFFF">
                    <a:alpha val="3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70" name="Forme libre : forme 27369">
                  <a:extLst>
                    <a:ext uri="{FF2B5EF4-FFF2-40B4-BE49-F238E27FC236}">
                      <a16:creationId xmlns:a16="http://schemas.microsoft.com/office/drawing/2014/main" id="{9D4EF2B5-3FC6-46EE-B9A3-4C4001145C1A}"/>
                    </a:ext>
                  </a:extLst>
                </p:cNvPr>
                <p:cNvSpPr/>
                <p:nvPr/>
              </p:nvSpPr>
              <p:spPr>
                <a:xfrm>
                  <a:off x="7716429" y="3124707"/>
                  <a:ext cx="95488" cy="135478"/>
                </a:xfrm>
                <a:custGeom>
                  <a:avLst/>
                  <a:gdLst>
                    <a:gd name="connsiteX0" fmla="*/ 42247 w 95488"/>
                    <a:gd name="connsiteY0" fmla="*/ 66279 h 135478"/>
                    <a:gd name="connsiteX1" fmla="*/ 69245 w 95488"/>
                    <a:gd name="connsiteY1" fmla="*/ 121826 h 135478"/>
                    <a:gd name="connsiteX2" fmla="*/ 95489 w 95488"/>
                    <a:gd name="connsiteY2" fmla="*/ 131800 h 135478"/>
                    <a:gd name="connsiteX3" fmla="*/ 56965 w 95488"/>
                    <a:gd name="connsiteY3" fmla="*/ 129938 h 135478"/>
                    <a:gd name="connsiteX4" fmla="*/ 44419 w 95488"/>
                    <a:gd name="connsiteY4" fmla="*/ 103428 h 135478"/>
                    <a:gd name="connsiteX5" fmla="*/ 35598 w 95488"/>
                    <a:gd name="connsiteY5" fmla="*/ 63531 h 135478"/>
                    <a:gd name="connsiteX6" fmla="*/ 21988 w 95488"/>
                    <a:gd name="connsiteY6" fmla="*/ 24519 h 135478"/>
                    <a:gd name="connsiteX7" fmla="*/ 0 w 95488"/>
                    <a:gd name="connsiteY7" fmla="*/ 1733 h 135478"/>
                    <a:gd name="connsiteX8" fmla="*/ 42247 w 95488"/>
                    <a:gd name="connsiteY8" fmla="*/ 66279 h 135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5488" h="135478">
                      <a:moveTo>
                        <a:pt x="42247" y="66279"/>
                      </a:moveTo>
                      <a:cubicBezTo>
                        <a:pt x="46237" y="87026"/>
                        <a:pt x="52133" y="109457"/>
                        <a:pt x="69245" y="121826"/>
                      </a:cubicBezTo>
                      <a:cubicBezTo>
                        <a:pt x="76914" y="127367"/>
                        <a:pt x="86179" y="130293"/>
                        <a:pt x="95489" y="131800"/>
                      </a:cubicBezTo>
                      <a:cubicBezTo>
                        <a:pt x="82677" y="135701"/>
                        <a:pt x="67383" y="138317"/>
                        <a:pt x="56965" y="129938"/>
                      </a:cubicBezTo>
                      <a:cubicBezTo>
                        <a:pt x="49207" y="123688"/>
                        <a:pt x="46592" y="113181"/>
                        <a:pt x="44419" y="103428"/>
                      </a:cubicBezTo>
                      <a:cubicBezTo>
                        <a:pt x="41494" y="90129"/>
                        <a:pt x="38523" y="76830"/>
                        <a:pt x="35598" y="63531"/>
                      </a:cubicBezTo>
                      <a:cubicBezTo>
                        <a:pt x="32628" y="50187"/>
                        <a:pt x="29613" y="36090"/>
                        <a:pt x="21988" y="24519"/>
                      </a:cubicBezTo>
                      <a:cubicBezTo>
                        <a:pt x="16181" y="15742"/>
                        <a:pt x="4655" y="10777"/>
                        <a:pt x="0" y="1733"/>
                      </a:cubicBezTo>
                      <a:cubicBezTo>
                        <a:pt x="25934" y="-11211"/>
                        <a:pt x="39499" y="52137"/>
                        <a:pt x="42247" y="66279"/>
                      </a:cubicBezTo>
                      <a:close/>
                    </a:path>
                  </a:pathLst>
                </a:custGeom>
                <a:solidFill>
                  <a:srgbClr val="FFFFFF">
                    <a:alpha val="3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71" name="Forme libre : forme 27370">
                  <a:extLst>
                    <a:ext uri="{FF2B5EF4-FFF2-40B4-BE49-F238E27FC236}">
                      <a16:creationId xmlns:a16="http://schemas.microsoft.com/office/drawing/2014/main" id="{0CC70D6A-23D7-4206-946C-B1DEFAFE3525}"/>
                    </a:ext>
                  </a:extLst>
                </p:cNvPr>
                <p:cNvSpPr/>
                <p:nvPr/>
              </p:nvSpPr>
              <p:spPr>
                <a:xfrm>
                  <a:off x="4212554" y="3519490"/>
                  <a:ext cx="2922208" cy="1166469"/>
                </a:xfrm>
                <a:custGeom>
                  <a:avLst/>
                  <a:gdLst>
                    <a:gd name="connsiteX0" fmla="*/ 2910106 w 2922208"/>
                    <a:gd name="connsiteY0" fmla="*/ 167 h 1166469"/>
                    <a:gd name="connsiteX1" fmla="*/ 2734689 w 2922208"/>
                    <a:gd name="connsiteY1" fmla="*/ 159359 h 1166469"/>
                    <a:gd name="connsiteX2" fmla="*/ 2480406 w 2922208"/>
                    <a:gd name="connsiteY2" fmla="*/ 172614 h 1166469"/>
                    <a:gd name="connsiteX3" fmla="*/ 2320460 w 2922208"/>
                    <a:gd name="connsiteY3" fmla="*/ 7525 h 1166469"/>
                    <a:gd name="connsiteX4" fmla="*/ 2146505 w 2922208"/>
                    <a:gd name="connsiteY4" fmla="*/ 166718 h 1166469"/>
                    <a:gd name="connsiteX5" fmla="*/ 1936421 w 2922208"/>
                    <a:gd name="connsiteY5" fmla="*/ 193981 h 1166469"/>
                    <a:gd name="connsiteX6" fmla="*/ 1792700 w 2922208"/>
                    <a:gd name="connsiteY6" fmla="*/ 68214 h 1166469"/>
                    <a:gd name="connsiteX7" fmla="*/ 1600082 w 2922208"/>
                    <a:gd name="connsiteY7" fmla="*/ 144641 h 1166469"/>
                    <a:gd name="connsiteX8" fmla="*/ 1600170 w 2922208"/>
                    <a:gd name="connsiteY8" fmla="*/ 144641 h 1166469"/>
                    <a:gd name="connsiteX9" fmla="*/ 1484378 w 2922208"/>
                    <a:gd name="connsiteY9" fmla="*/ 217078 h 1166469"/>
                    <a:gd name="connsiteX10" fmla="*/ 1216087 w 2922208"/>
                    <a:gd name="connsiteY10" fmla="*/ 20514 h 1166469"/>
                    <a:gd name="connsiteX11" fmla="*/ 991994 w 2922208"/>
                    <a:gd name="connsiteY11" fmla="*/ 178732 h 1166469"/>
                    <a:gd name="connsiteX12" fmla="*/ 719758 w 2922208"/>
                    <a:gd name="connsiteY12" fmla="*/ 30312 h 1166469"/>
                    <a:gd name="connsiteX13" fmla="*/ 462283 w 2922208"/>
                    <a:gd name="connsiteY13" fmla="*/ 213132 h 1166469"/>
                    <a:gd name="connsiteX14" fmla="*/ 189072 w 2922208"/>
                    <a:gd name="connsiteY14" fmla="*/ 20514 h 1166469"/>
                    <a:gd name="connsiteX15" fmla="*/ 1951 w 2922208"/>
                    <a:gd name="connsiteY15" fmla="*/ 163038 h 1166469"/>
                    <a:gd name="connsiteX16" fmla="*/ 0 w 2922208"/>
                    <a:gd name="connsiteY16" fmla="*/ 1166470 h 1166469"/>
                    <a:gd name="connsiteX17" fmla="*/ 68713 w 2922208"/>
                    <a:gd name="connsiteY17" fmla="*/ 1100151 h 1166469"/>
                    <a:gd name="connsiteX18" fmla="*/ 130954 w 2922208"/>
                    <a:gd name="connsiteY18" fmla="*/ 1143728 h 1166469"/>
                    <a:gd name="connsiteX19" fmla="*/ 171428 w 2922208"/>
                    <a:gd name="connsiteY19" fmla="*/ 1123735 h 1166469"/>
                    <a:gd name="connsiteX20" fmla="*/ 214917 w 2922208"/>
                    <a:gd name="connsiteY20" fmla="*/ 1148073 h 1166469"/>
                    <a:gd name="connsiteX21" fmla="*/ 281014 w 2922208"/>
                    <a:gd name="connsiteY21" fmla="*/ 1086364 h 1166469"/>
                    <a:gd name="connsiteX22" fmla="*/ 347200 w 2922208"/>
                    <a:gd name="connsiteY22" fmla="*/ 1150112 h 1166469"/>
                    <a:gd name="connsiteX23" fmla="*/ 395964 w 2922208"/>
                    <a:gd name="connsiteY23" fmla="*/ 1128611 h 1166469"/>
                    <a:gd name="connsiteX24" fmla="*/ 454437 w 2922208"/>
                    <a:gd name="connsiteY24" fmla="*/ 1163677 h 1166469"/>
                    <a:gd name="connsiteX25" fmla="*/ 528602 w 2922208"/>
                    <a:gd name="connsiteY25" fmla="*/ 1109948 h 1166469"/>
                    <a:gd name="connsiteX26" fmla="*/ 587962 w 2922208"/>
                    <a:gd name="connsiteY26" fmla="*/ 1137344 h 1166469"/>
                    <a:gd name="connsiteX27" fmla="*/ 652463 w 2922208"/>
                    <a:gd name="connsiteY27" fmla="*/ 1086364 h 1166469"/>
                    <a:gd name="connsiteX28" fmla="*/ 717452 w 2922208"/>
                    <a:gd name="connsiteY28" fmla="*/ 1139384 h 1166469"/>
                    <a:gd name="connsiteX29" fmla="*/ 778230 w 2922208"/>
                    <a:gd name="connsiteY29" fmla="*/ 1108972 h 1166469"/>
                    <a:gd name="connsiteX30" fmla="*/ 845923 w 2922208"/>
                    <a:gd name="connsiteY30" fmla="*/ 1150289 h 1166469"/>
                    <a:gd name="connsiteX31" fmla="*/ 905992 w 2922208"/>
                    <a:gd name="connsiteY31" fmla="*/ 1111943 h 1166469"/>
                    <a:gd name="connsiteX32" fmla="*/ 956928 w 2922208"/>
                    <a:gd name="connsiteY32" fmla="*/ 1135837 h 1166469"/>
                    <a:gd name="connsiteX33" fmla="*/ 1001303 w 2922208"/>
                    <a:gd name="connsiteY33" fmla="*/ 1107066 h 1166469"/>
                    <a:gd name="connsiteX34" fmla="*/ 1044881 w 2922208"/>
                    <a:gd name="connsiteY34" fmla="*/ 1134153 h 1166469"/>
                    <a:gd name="connsiteX35" fmla="*/ 1095684 w 2922208"/>
                    <a:gd name="connsiteY35" fmla="*/ 1091373 h 1166469"/>
                    <a:gd name="connsiteX36" fmla="*/ 1146044 w 2922208"/>
                    <a:gd name="connsiteY36" fmla="*/ 1131803 h 1166469"/>
                    <a:gd name="connsiteX37" fmla="*/ 1192503 w 2922208"/>
                    <a:gd name="connsiteY37" fmla="*/ 1109061 h 1166469"/>
                    <a:gd name="connsiteX38" fmla="*/ 1243750 w 2922208"/>
                    <a:gd name="connsiteY38" fmla="*/ 1138896 h 1166469"/>
                    <a:gd name="connsiteX39" fmla="*/ 1290297 w 2922208"/>
                    <a:gd name="connsiteY39" fmla="*/ 1118903 h 1166469"/>
                    <a:gd name="connsiteX40" fmla="*/ 1330638 w 2922208"/>
                    <a:gd name="connsiteY40" fmla="*/ 1133177 h 1166469"/>
                    <a:gd name="connsiteX41" fmla="*/ 1380200 w 2922208"/>
                    <a:gd name="connsiteY41" fmla="*/ 1105160 h 1166469"/>
                    <a:gd name="connsiteX42" fmla="*/ 1418015 w 2922208"/>
                    <a:gd name="connsiteY42" fmla="*/ 1119257 h 1166469"/>
                    <a:gd name="connsiteX43" fmla="*/ 1449002 w 2922208"/>
                    <a:gd name="connsiteY43" fmla="*/ 1098289 h 1166469"/>
                    <a:gd name="connsiteX44" fmla="*/ 1482339 w 2922208"/>
                    <a:gd name="connsiteY44" fmla="*/ 1130562 h 1166469"/>
                    <a:gd name="connsiteX45" fmla="*/ 1502554 w 2922208"/>
                    <a:gd name="connsiteY45" fmla="*/ 1124843 h 1166469"/>
                    <a:gd name="connsiteX46" fmla="*/ 1538861 w 2922208"/>
                    <a:gd name="connsiteY46" fmla="*/ 1150067 h 1166469"/>
                    <a:gd name="connsiteX47" fmla="*/ 1590994 w 2922208"/>
                    <a:gd name="connsiteY47" fmla="*/ 1117972 h 1166469"/>
                    <a:gd name="connsiteX48" fmla="*/ 1639980 w 2922208"/>
                    <a:gd name="connsiteY48" fmla="*/ 1144570 h 1166469"/>
                    <a:gd name="connsiteX49" fmla="*/ 1676021 w 2922208"/>
                    <a:gd name="connsiteY49" fmla="*/ 1120942 h 1166469"/>
                    <a:gd name="connsiteX50" fmla="*/ 1704925 w 2922208"/>
                    <a:gd name="connsiteY50" fmla="*/ 1133665 h 1166469"/>
                    <a:gd name="connsiteX51" fmla="*/ 1704526 w 2922208"/>
                    <a:gd name="connsiteY51" fmla="*/ 1128789 h 1166469"/>
                    <a:gd name="connsiteX52" fmla="*/ 1736976 w 2922208"/>
                    <a:gd name="connsiteY52" fmla="*/ 1096338 h 1166469"/>
                    <a:gd name="connsiteX53" fmla="*/ 1769426 w 2922208"/>
                    <a:gd name="connsiteY53" fmla="*/ 1128789 h 1166469"/>
                    <a:gd name="connsiteX54" fmla="*/ 1768894 w 2922208"/>
                    <a:gd name="connsiteY54" fmla="*/ 1134463 h 1166469"/>
                    <a:gd name="connsiteX55" fmla="*/ 1805290 w 2922208"/>
                    <a:gd name="connsiteY55" fmla="*/ 1118947 h 1166469"/>
                    <a:gd name="connsiteX56" fmla="*/ 1850862 w 2922208"/>
                    <a:gd name="connsiteY56" fmla="*/ 1147674 h 1166469"/>
                    <a:gd name="connsiteX57" fmla="*/ 1880963 w 2922208"/>
                    <a:gd name="connsiteY57" fmla="*/ 1139605 h 1166469"/>
                    <a:gd name="connsiteX58" fmla="*/ 1930214 w 2922208"/>
                    <a:gd name="connsiteY58" fmla="*/ 1165095 h 1166469"/>
                    <a:gd name="connsiteX59" fmla="*/ 2009700 w 2922208"/>
                    <a:gd name="connsiteY59" fmla="*/ 1108130 h 1166469"/>
                    <a:gd name="connsiteX60" fmla="*/ 2073049 w 2922208"/>
                    <a:gd name="connsiteY60" fmla="*/ 1137034 h 1166469"/>
                    <a:gd name="connsiteX61" fmla="*/ 2130103 w 2922208"/>
                    <a:gd name="connsiteY61" fmla="*/ 1097313 h 1166469"/>
                    <a:gd name="connsiteX62" fmla="*/ 2190748 w 2922208"/>
                    <a:gd name="connsiteY62" fmla="*/ 1152594 h 1166469"/>
                    <a:gd name="connsiteX63" fmla="*/ 2264248 w 2922208"/>
                    <a:gd name="connsiteY63" fmla="*/ 1111056 h 1166469"/>
                    <a:gd name="connsiteX64" fmla="*/ 2337793 w 2922208"/>
                    <a:gd name="connsiteY64" fmla="*/ 1152639 h 1166469"/>
                    <a:gd name="connsiteX65" fmla="*/ 2378755 w 2922208"/>
                    <a:gd name="connsiteY65" fmla="*/ 1129719 h 1166469"/>
                    <a:gd name="connsiteX66" fmla="*/ 2413643 w 2922208"/>
                    <a:gd name="connsiteY66" fmla="*/ 1144748 h 1166469"/>
                    <a:gd name="connsiteX67" fmla="*/ 2491799 w 2922208"/>
                    <a:gd name="connsiteY67" fmla="*/ 1086497 h 1166469"/>
                    <a:gd name="connsiteX68" fmla="*/ 2569910 w 2922208"/>
                    <a:gd name="connsiteY68" fmla="*/ 1144659 h 1166469"/>
                    <a:gd name="connsiteX69" fmla="*/ 2638712 w 2922208"/>
                    <a:gd name="connsiteY69" fmla="*/ 1114026 h 1166469"/>
                    <a:gd name="connsiteX70" fmla="*/ 2702283 w 2922208"/>
                    <a:gd name="connsiteY70" fmla="*/ 1139339 h 1166469"/>
                    <a:gd name="connsiteX71" fmla="*/ 2762528 w 2922208"/>
                    <a:gd name="connsiteY71" fmla="*/ 1104185 h 1166469"/>
                    <a:gd name="connsiteX72" fmla="*/ 2826099 w 2922208"/>
                    <a:gd name="connsiteY72" fmla="*/ 1145900 h 1166469"/>
                    <a:gd name="connsiteX73" fmla="*/ 2873090 w 2922208"/>
                    <a:gd name="connsiteY73" fmla="*/ 1113007 h 1166469"/>
                    <a:gd name="connsiteX74" fmla="*/ 2915337 w 2922208"/>
                    <a:gd name="connsiteY74" fmla="*/ 1137433 h 1166469"/>
                    <a:gd name="connsiteX75" fmla="*/ 2922208 w 2922208"/>
                    <a:gd name="connsiteY75" fmla="*/ 1163145 h 1166469"/>
                    <a:gd name="connsiteX76" fmla="*/ 2922208 w 2922208"/>
                    <a:gd name="connsiteY76" fmla="*/ 2073 h 1166469"/>
                    <a:gd name="connsiteX77" fmla="*/ 2910106 w 2922208"/>
                    <a:gd name="connsiteY77" fmla="*/ 167 h 1166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</a:cxnLst>
                  <a:rect l="l" t="t" r="r" b="b"/>
                  <a:pathLst>
                    <a:path w="2922208" h="1166469">
                      <a:moveTo>
                        <a:pt x="2910106" y="167"/>
                      </a:moveTo>
                      <a:cubicBezTo>
                        <a:pt x="2843033" y="-2804"/>
                        <a:pt x="2829025" y="33326"/>
                        <a:pt x="2734689" y="159359"/>
                      </a:cubicBezTo>
                      <a:cubicBezTo>
                        <a:pt x="2640352" y="285392"/>
                        <a:pt x="2524604" y="221999"/>
                        <a:pt x="2480406" y="172614"/>
                      </a:cubicBezTo>
                      <a:cubicBezTo>
                        <a:pt x="2436164" y="123229"/>
                        <a:pt x="2424372" y="8988"/>
                        <a:pt x="2320460" y="7525"/>
                      </a:cubicBezTo>
                      <a:cubicBezTo>
                        <a:pt x="2218366" y="6063"/>
                        <a:pt x="2187068" y="93749"/>
                        <a:pt x="2146505" y="166718"/>
                      </a:cubicBezTo>
                      <a:cubicBezTo>
                        <a:pt x="2101066" y="248508"/>
                        <a:pt x="1991701" y="257375"/>
                        <a:pt x="1936421" y="193981"/>
                      </a:cubicBezTo>
                      <a:cubicBezTo>
                        <a:pt x="1912571" y="162063"/>
                        <a:pt x="1891469" y="89582"/>
                        <a:pt x="1792700" y="68214"/>
                      </a:cubicBezTo>
                      <a:cubicBezTo>
                        <a:pt x="1674159" y="42547"/>
                        <a:pt x="1600082" y="144641"/>
                        <a:pt x="1600082" y="144641"/>
                      </a:cubicBezTo>
                      <a:cubicBezTo>
                        <a:pt x="1600082" y="144641"/>
                        <a:pt x="1600170" y="144641"/>
                        <a:pt x="1600170" y="144641"/>
                      </a:cubicBezTo>
                      <a:cubicBezTo>
                        <a:pt x="1571267" y="176338"/>
                        <a:pt x="1539304" y="219028"/>
                        <a:pt x="1484378" y="217078"/>
                      </a:cubicBezTo>
                      <a:cubicBezTo>
                        <a:pt x="1349302" y="212334"/>
                        <a:pt x="1329087" y="20514"/>
                        <a:pt x="1216087" y="20514"/>
                      </a:cubicBezTo>
                      <a:cubicBezTo>
                        <a:pt x="1075070" y="20514"/>
                        <a:pt x="1112929" y="177091"/>
                        <a:pt x="991994" y="178732"/>
                      </a:cubicBezTo>
                      <a:cubicBezTo>
                        <a:pt x="847519" y="180682"/>
                        <a:pt x="863257" y="32306"/>
                        <a:pt x="719758" y="30312"/>
                      </a:cubicBezTo>
                      <a:cubicBezTo>
                        <a:pt x="573332" y="28317"/>
                        <a:pt x="582154" y="220004"/>
                        <a:pt x="462283" y="213132"/>
                      </a:cubicBezTo>
                      <a:cubicBezTo>
                        <a:pt x="340595" y="206172"/>
                        <a:pt x="353938" y="9077"/>
                        <a:pt x="189072" y="20514"/>
                      </a:cubicBezTo>
                      <a:cubicBezTo>
                        <a:pt x="61310" y="29380"/>
                        <a:pt x="1951" y="163038"/>
                        <a:pt x="1951" y="163038"/>
                      </a:cubicBezTo>
                      <a:lnTo>
                        <a:pt x="0" y="1166470"/>
                      </a:lnTo>
                      <a:cubicBezTo>
                        <a:pt x="0" y="1129853"/>
                        <a:pt x="32051" y="1100151"/>
                        <a:pt x="68713" y="1100151"/>
                      </a:cubicBezTo>
                      <a:cubicBezTo>
                        <a:pt x="97351" y="1100151"/>
                        <a:pt x="121644" y="1118327"/>
                        <a:pt x="130954" y="1143728"/>
                      </a:cubicBezTo>
                      <a:cubicBezTo>
                        <a:pt x="140308" y="1131582"/>
                        <a:pt x="154937" y="1123735"/>
                        <a:pt x="171428" y="1123735"/>
                      </a:cubicBezTo>
                      <a:cubicBezTo>
                        <a:pt x="189825" y="1123735"/>
                        <a:pt x="205917" y="1133487"/>
                        <a:pt x="214917" y="1148073"/>
                      </a:cubicBezTo>
                      <a:cubicBezTo>
                        <a:pt x="217310" y="1113627"/>
                        <a:pt x="245948" y="1086364"/>
                        <a:pt x="281014" y="1086364"/>
                      </a:cubicBezTo>
                      <a:cubicBezTo>
                        <a:pt x="316789" y="1086364"/>
                        <a:pt x="345870" y="1114691"/>
                        <a:pt x="347200" y="1150112"/>
                      </a:cubicBezTo>
                      <a:cubicBezTo>
                        <a:pt x="359302" y="1136945"/>
                        <a:pt x="376680" y="1128611"/>
                        <a:pt x="395964" y="1128611"/>
                      </a:cubicBezTo>
                      <a:cubicBezTo>
                        <a:pt x="421277" y="1128611"/>
                        <a:pt x="443265" y="1142797"/>
                        <a:pt x="454437" y="1163677"/>
                      </a:cubicBezTo>
                      <a:cubicBezTo>
                        <a:pt x="464677" y="1132512"/>
                        <a:pt x="494024" y="1109948"/>
                        <a:pt x="528602" y="1109948"/>
                      </a:cubicBezTo>
                      <a:cubicBezTo>
                        <a:pt x="552364" y="1109948"/>
                        <a:pt x="573643" y="1120587"/>
                        <a:pt x="587962" y="1137344"/>
                      </a:cubicBezTo>
                      <a:cubicBezTo>
                        <a:pt x="594877" y="1108130"/>
                        <a:pt x="621077" y="1086364"/>
                        <a:pt x="652463" y="1086364"/>
                      </a:cubicBezTo>
                      <a:cubicBezTo>
                        <a:pt x="684559" y="1086364"/>
                        <a:pt x="711290" y="1109150"/>
                        <a:pt x="717452" y="1139384"/>
                      </a:cubicBezTo>
                      <a:cubicBezTo>
                        <a:pt x="731372" y="1120942"/>
                        <a:pt x="753360" y="1108972"/>
                        <a:pt x="778230" y="1108972"/>
                      </a:cubicBezTo>
                      <a:cubicBezTo>
                        <a:pt x="807710" y="1108972"/>
                        <a:pt x="833245" y="1125774"/>
                        <a:pt x="845923" y="1150289"/>
                      </a:cubicBezTo>
                      <a:cubicBezTo>
                        <a:pt x="856474" y="1127636"/>
                        <a:pt x="879393" y="1111943"/>
                        <a:pt x="905992" y="1111943"/>
                      </a:cubicBezTo>
                      <a:cubicBezTo>
                        <a:pt x="926473" y="1111943"/>
                        <a:pt x="944782" y="1121252"/>
                        <a:pt x="956928" y="1135837"/>
                      </a:cubicBezTo>
                      <a:cubicBezTo>
                        <a:pt x="964509" y="1118859"/>
                        <a:pt x="981532" y="1107066"/>
                        <a:pt x="1001303" y="1107066"/>
                      </a:cubicBezTo>
                      <a:cubicBezTo>
                        <a:pt x="1020410" y="1107066"/>
                        <a:pt x="1036901" y="1118105"/>
                        <a:pt x="1044881" y="1134153"/>
                      </a:cubicBezTo>
                      <a:cubicBezTo>
                        <a:pt x="1049048" y="1109859"/>
                        <a:pt x="1070194" y="1091373"/>
                        <a:pt x="1095684" y="1091373"/>
                      </a:cubicBezTo>
                      <a:cubicBezTo>
                        <a:pt x="1120332" y="1091373"/>
                        <a:pt x="1140902" y="1108662"/>
                        <a:pt x="1146044" y="1131803"/>
                      </a:cubicBezTo>
                      <a:cubicBezTo>
                        <a:pt x="1156816" y="1117972"/>
                        <a:pt x="1173618" y="1109061"/>
                        <a:pt x="1192503" y="1109061"/>
                      </a:cubicBezTo>
                      <a:cubicBezTo>
                        <a:pt x="1214447" y="1109061"/>
                        <a:pt x="1233598" y="1121075"/>
                        <a:pt x="1243750" y="1138896"/>
                      </a:cubicBezTo>
                      <a:cubicBezTo>
                        <a:pt x="1255453" y="1126617"/>
                        <a:pt x="1271988" y="1118903"/>
                        <a:pt x="1290297" y="1118903"/>
                      </a:cubicBezTo>
                      <a:cubicBezTo>
                        <a:pt x="1305591" y="1118903"/>
                        <a:pt x="1319600" y="1124267"/>
                        <a:pt x="1330638" y="1133177"/>
                      </a:cubicBezTo>
                      <a:cubicBezTo>
                        <a:pt x="1340790" y="1116420"/>
                        <a:pt x="1359187" y="1105160"/>
                        <a:pt x="1380200" y="1105160"/>
                      </a:cubicBezTo>
                      <a:cubicBezTo>
                        <a:pt x="1394652" y="1105160"/>
                        <a:pt x="1407863" y="1110480"/>
                        <a:pt x="1418015" y="1119257"/>
                      </a:cubicBezTo>
                      <a:cubicBezTo>
                        <a:pt x="1422935" y="1106978"/>
                        <a:pt x="1434949" y="1098289"/>
                        <a:pt x="1449002" y="1098289"/>
                      </a:cubicBezTo>
                      <a:cubicBezTo>
                        <a:pt x="1467045" y="1098289"/>
                        <a:pt x="1481762" y="1112652"/>
                        <a:pt x="1482339" y="1130562"/>
                      </a:cubicBezTo>
                      <a:cubicBezTo>
                        <a:pt x="1488235" y="1126971"/>
                        <a:pt x="1495150" y="1124843"/>
                        <a:pt x="1502554" y="1124843"/>
                      </a:cubicBezTo>
                      <a:cubicBezTo>
                        <a:pt x="1519178" y="1124843"/>
                        <a:pt x="1533364" y="1135350"/>
                        <a:pt x="1538861" y="1150067"/>
                      </a:cubicBezTo>
                      <a:cubicBezTo>
                        <a:pt x="1548525" y="1131050"/>
                        <a:pt x="1568208" y="1117972"/>
                        <a:pt x="1590994" y="1117972"/>
                      </a:cubicBezTo>
                      <a:cubicBezTo>
                        <a:pt x="1611519" y="1117972"/>
                        <a:pt x="1629518" y="1128567"/>
                        <a:pt x="1639980" y="1144570"/>
                      </a:cubicBezTo>
                      <a:cubicBezTo>
                        <a:pt x="1646053" y="1130650"/>
                        <a:pt x="1659884" y="1120942"/>
                        <a:pt x="1676021" y="1120942"/>
                      </a:cubicBezTo>
                      <a:cubicBezTo>
                        <a:pt x="1687458" y="1120942"/>
                        <a:pt x="1697743" y="1125863"/>
                        <a:pt x="1704925" y="1133665"/>
                      </a:cubicBezTo>
                      <a:cubicBezTo>
                        <a:pt x="1704703" y="1132069"/>
                        <a:pt x="1704526" y="1130473"/>
                        <a:pt x="1704526" y="1128789"/>
                      </a:cubicBezTo>
                      <a:cubicBezTo>
                        <a:pt x="1704526" y="1110879"/>
                        <a:pt x="1719066" y="1096338"/>
                        <a:pt x="1736976" y="1096338"/>
                      </a:cubicBezTo>
                      <a:cubicBezTo>
                        <a:pt x="1754885" y="1096338"/>
                        <a:pt x="1769426" y="1110879"/>
                        <a:pt x="1769426" y="1128789"/>
                      </a:cubicBezTo>
                      <a:cubicBezTo>
                        <a:pt x="1769426" y="1130739"/>
                        <a:pt x="1769204" y="1132601"/>
                        <a:pt x="1768894" y="1134463"/>
                      </a:cubicBezTo>
                      <a:cubicBezTo>
                        <a:pt x="1778115" y="1124932"/>
                        <a:pt x="1790971" y="1118947"/>
                        <a:pt x="1805290" y="1118947"/>
                      </a:cubicBezTo>
                      <a:cubicBezTo>
                        <a:pt x="1825372" y="1118947"/>
                        <a:pt x="1842705" y="1130695"/>
                        <a:pt x="1850862" y="1147674"/>
                      </a:cubicBezTo>
                      <a:cubicBezTo>
                        <a:pt x="1859728" y="1142576"/>
                        <a:pt x="1869969" y="1139605"/>
                        <a:pt x="1880963" y="1139605"/>
                      </a:cubicBezTo>
                      <a:cubicBezTo>
                        <a:pt x="1901311" y="1139605"/>
                        <a:pt x="1919265" y="1149713"/>
                        <a:pt x="1930214" y="1165095"/>
                      </a:cubicBezTo>
                      <a:cubicBezTo>
                        <a:pt x="1941474" y="1131980"/>
                        <a:pt x="1972772" y="1108130"/>
                        <a:pt x="2009700" y="1108130"/>
                      </a:cubicBezTo>
                      <a:cubicBezTo>
                        <a:pt x="2035013" y="1108130"/>
                        <a:pt x="2057622" y="1119346"/>
                        <a:pt x="2073049" y="1137034"/>
                      </a:cubicBezTo>
                      <a:cubicBezTo>
                        <a:pt x="2081649" y="1113849"/>
                        <a:pt x="2103947" y="1097313"/>
                        <a:pt x="2130103" y="1097313"/>
                      </a:cubicBezTo>
                      <a:cubicBezTo>
                        <a:pt x="2161844" y="1097313"/>
                        <a:pt x="2187910" y="1121607"/>
                        <a:pt x="2190748" y="1152594"/>
                      </a:cubicBezTo>
                      <a:cubicBezTo>
                        <a:pt x="2205820" y="1127725"/>
                        <a:pt x="2233039" y="1111056"/>
                        <a:pt x="2264248" y="1111056"/>
                      </a:cubicBezTo>
                      <a:cubicBezTo>
                        <a:pt x="2295457" y="1111056"/>
                        <a:pt x="2322721" y="1127769"/>
                        <a:pt x="2337793" y="1152639"/>
                      </a:cubicBezTo>
                      <a:cubicBezTo>
                        <a:pt x="2346261" y="1138896"/>
                        <a:pt x="2361422" y="1129719"/>
                        <a:pt x="2378755" y="1129719"/>
                      </a:cubicBezTo>
                      <a:cubicBezTo>
                        <a:pt x="2392498" y="1129719"/>
                        <a:pt x="2404866" y="1135483"/>
                        <a:pt x="2413643" y="1144748"/>
                      </a:cubicBezTo>
                      <a:cubicBezTo>
                        <a:pt x="2423662" y="1111056"/>
                        <a:pt x="2454827" y="1086497"/>
                        <a:pt x="2491799" y="1086497"/>
                      </a:cubicBezTo>
                      <a:cubicBezTo>
                        <a:pt x="2528727" y="1086497"/>
                        <a:pt x="2559847" y="1111012"/>
                        <a:pt x="2569910" y="1144659"/>
                      </a:cubicBezTo>
                      <a:cubicBezTo>
                        <a:pt x="2586889" y="1125863"/>
                        <a:pt x="2611404" y="1114026"/>
                        <a:pt x="2638712" y="1114026"/>
                      </a:cubicBezTo>
                      <a:cubicBezTo>
                        <a:pt x="2663360" y="1114026"/>
                        <a:pt x="2685658" y="1123691"/>
                        <a:pt x="2702283" y="1139339"/>
                      </a:cubicBezTo>
                      <a:cubicBezTo>
                        <a:pt x="2714208" y="1118370"/>
                        <a:pt x="2736683" y="1104185"/>
                        <a:pt x="2762528" y="1104185"/>
                      </a:cubicBezTo>
                      <a:cubicBezTo>
                        <a:pt x="2790989" y="1104185"/>
                        <a:pt x="2815415" y="1121341"/>
                        <a:pt x="2826099" y="1145900"/>
                      </a:cubicBezTo>
                      <a:cubicBezTo>
                        <a:pt x="2833147" y="1126749"/>
                        <a:pt x="2851500" y="1113007"/>
                        <a:pt x="2873090" y="1113007"/>
                      </a:cubicBezTo>
                      <a:cubicBezTo>
                        <a:pt x="2891354" y="1113007"/>
                        <a:pt x="2906870" y="1122804"/>
                        <a:pt x="2915337" y="1137433"/>
                      </a:cubicBezTo>
                      <a:cubicBezTo>
                        <a:pt x="2915337" y="1137433"/>
                        <a:pt x="2920745" y="1144437"/>
                        <a:pt x="2922208" y="1163145"/>
                      </a:cubicBezTo>
                      <a:lnTo>
                        <a:pt x="2922208" y="2073"/>
                      </a:lnTo>
                      <a:cubicBezTo>
                        <a:pt x="2922164" y="2073"/>
                        <a:pt x="2914761" y="167"/>
                        <a:pt x="2910106" y="167"/>
                      </a:cubicBezTo>
                      <a:close/>
                    </a:path>
                  </a:pathLst>
                </a:custGeom>
                <a:solidFill>
                  <a:srgbClr val="A2DCF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72" name="Forme libre : forme 27371">
                  <a:extLst>
                    <a:ext uri="{FF2B5EF4-FFF2-40B4-BE49-F238E27FC236}">
                      <a16:creationId xmlns:a16="http://schemas.microsoft.com/office/drawing/2014/main" id="{2738B72D-8292-4554-8350-FC27892D4A85}"/>
                    </a:ext>
                  </a:extLst>
                </p:cNvPr>
                <p:cNvSpPr/>
                <p:nvPr/>
              </p:nvSpPr>
              <p:spPr>
                <a:xfrm>
                  <a:off x="4212466" y="3104558"/>
                  <a:ext cx="3669805" cy="1581401"/>
                </a:xfrm>
                <a:custGeom>
                  <a:avLst/>
                  <a:gdLst>
                    <a:gd name="connsiteX0" fmla="*/ 3668653 w 3669805"/>
                    <a:gd name="connsiteY0" fmla="*/ 4815 h 1581401"/>
                    <a:gd name="connsiteX1" fmla="*/ 3668653 w 3669805"/>
                    <a:gd name="connsiteY1" fmla="*/ 116 h 1581401"/>
                    <a:gd name="connsiteX2" fmla="*/ 3608939 w 3669805"/>
                    <a:gd name="connsiteY2" fmla="*/ 115820 h 1581401"/>
                    <a:gd name="connsiteX3" fmla="*/ 3542620 w 3669805"/>
                    <a:gd name="connsiteY3" fmla="*/ 36955 h 1581401"/>
                    <a:gd name="connsiteX4" fmla="*/ 3455643 w 3669805"/>
                    <a:gd name="connsiteY4" fmla="*/ 38418 h 1581401"/>
                    <a:gd name="connsiteX5" fmla="*/ 3399608 w 3669805"/>
                    <a:gd name="connsiteY5" fmla="*/ 279445 h 1581401"/>
                    <a:gd name="connsiteX6" fmla="*/ 3303765 w 3669805"/>
                    <a:gd name="connsiteY6" fmla="*/ 263220 h 1581401"/>
                    <a:gd name="connsiteX7" fmla="*/ 3221930 w 3669805"/>
                    <a:gd name="connsiteY7" fmla="*/ 190251 h 1581401"/>
                    <a:gd name="connsiteX8" fmla="*/ 3168866 w 3669805"/>
                    <a:gd name="connsiteY8" fmla="*/ 319255 h 1581401"/>
                    <a:gd name="connsiteX9" fmla="*/ 3057551 w 3669805"/>
                    <a:gd name="connsiteY9" fmla="*/ 550706 h 1581401"/>
                    <a:gd name="connsiteX10" fmla="*/ 2922164 w 3669805"/>
                    <a:gd name="connsiteY10" fmla="*/ 417049 h 1581401"/>
                    <a:gd name="connsiteX11" fmla="*/ 2922164 w 3669805"/>
                    <a:gd name="connsiteY11" fmla="*/ 417004 h 1581401"/>
                    <a:gd name="connsiteX12" fmla="*/ 2910106 w 3669805"/>
                    <a:gd name="connsiteY12" fmla="*/ 415098 h 1581401"/>
                    <a:gd name="connsiteX13" fmla="*/ 2734688 w 3669805"/>
                    <a:gd name="connsiteY13" fmla="*/ 574291 h 1581401"/>
                    <a:gd name="connsiteX14" fmla="*/ 2480406 w 3669805"/>
                    <a:gd name="connsiteY14" fmla="*/ 587545 h 1581401"/>
                    <a:gd name="connsiteX15" fmla="*/ 2320460 w 3669805"/>
                    <a:gd name="connsiteY15" fmla="*/ 422457 h 1581401"/>
                    <a:gd name="connsiteX16" fmla="*/ 2146505 w 3669805"/>
                    <a:gd name="connsiteY16" fmla="*/ 581650 h 1581401"/>
                    <a:gd name="connsiteX17" fmla="*/ 1936421 w 3669805"/>
                    <a:gd name="connsiteY17" fmla="*/ 608913 h 1581401"/>
                    <a:gd name="connsiteX18" fmla="*/ 1792700 w 3669805"/>
                    <a:gd name="connsiteY18" fmla="*/ 483146 h 1581401"/>
                    <a:gd name="connsiteX19" fmla="*/ 1600082 w 3669805"/>
                    <a:gd name="connsiteY19" fmla="*/ 559573 h 1581401"/>
                    <a:gd name="connsiteX20" fmla="*/ 1600170 w 3669805"/>
                    <a:gd name="connsiteY20" fmla="*/ 559573 h 1581401"/>
                    <a:gd name="connsiteX21" fmla="*/ 1484378 w 3669805"/>
                    <a:gd name="connsiteY21" fmla="*/ 632010 h 1581401"/>
                    <a:gd name="connsiteX22" fmla="*/ 1216087 w 3669805"/>
                    <a:gd name="connsiteY22" fmla="*/ 435446 h 1581401"/>
                    <a:gd name="connsiteX23" fmla="*/ 991994 w 3669805"/>
                    <a:gd name="connsiteY23" fmla="*/ 593663 h 1581401"/>
                    <a:gd name="connsiteX24" fmla="*/ 719757 w 3669805"/>
                    <a:gd name="connsiteY24" fmla="*/ 445243 h 1581401"/>
                    <a:gd name="connsiteX25" fmla="*/ 462283 w 3669805"/>
                    <a:gd name="connsiteY25" fmla="*/ 628064 h 1581401"/>
                    <a:gd name="connsiteX26" fmla="*/ 189072 w 3669805"/>
                    <a:gd name="connsiteY26" fmla="*/ 435446 h 1581401"/>
                    <a:gd name="connsiteX27" fmla="*/ 1951 w 3669805"/>
                    <a:gd name="connsiteY27" fmla="*/ 577970 h 1581401"/>
                    <a:gd name="connsiteX28" fmla="*/ 0 w 3669805"/>
                    <a:gd name="connsiteY28" fmla="*/ 1581402 h 1581401"/>
                    <a:gd name="connsiteX29" fmla="*/ 68713 w 3669805"/>
                    <a:gd name="connsiteY29" fmla="*/ 1515082 h 1581401"/>
                    <a:gd name="connsiteX30" fmla="*/ 130954 w 3669805"/>
                    <a:gd name="connsiteY30" fmla="*/ 1558660 h 1581401"/>
                    <a:gd name="connsiteX31" fmla="*/ 171428 w 3669805"/>
                    <a:gd name="connsiteY31" fmla="*/ 1538667 h 1581401"/>
                    <a:gd name="connsiteX32" fmla="*/ 214916 w 3669805"/>
                    <a:gd name="connsiteY32" fmla="*/ 1563004 h 1581401"/>
                    <a:gd name="connsiteX33" fmla="*/ 281014 w 3669805"/>
                    <a:gd name="connsiteY33" fmla="*/ 1501295 h 1581401"/>
                    <a:gd name="connsiteX34" fmla="*/ 347200 w 3669805"/>
                    <a:gd name="connsiteY34" fmla="*/ 1565043 h 1581401"/>
                    <a:gd name="connsiteX35" fmla="*/ 395964 w 3669805"/>
                    <a:gd name="connsiteY35" fmla="*/ 1543543 h 1581401"/>
                    <a:gd name="connsiteX36" fmla="*/ 454437 w 3669805"/>
                    <a:gd name="connsiteY36" fmla="*/ 1578609 h 1581401"/>
                    <a:gd name="connsiteX37" fmla="*/ 528602 w 3669805"/>
                    <a:gd name="connsiteY37" fmla="*/ 1524880 h 1581401"/>
                    <a:gd name="connsiteX38" fmla="*/ 587962 w 3669805"/>
                    <a:gd name="connsiteY38" fmla="*/ 1552276 h 1581401"/>
                    <a:gd name="connsiteX39" fmla="*/ 652463 w 3669805"/>
                    <a:gd name="connsiteY39" fmla="*/ 1501295 h 1581401"/>
                    <a:gd name="connsiteX40" fmla="*/ 717452 w 3669805"/>
                    <a:gd name="connsiteY40" fmla="*/ 1554315 h 1581401"/>
                    <a:gd name="connsiteX41" fmla="*/ 778230 w 3669805"/>
                    <a:gd name="connsiteY41" fmla="*/ 1523904 h 1581401"/>
                    <a:gd name="connsiteX42" fmla="*/ 845923 w 3669805"/>
                    <a:gd name="connsiteY42" fmla="*/ 1565221 h 1581401"/>
                    <a:gd name="connsiteX43" fmla="*/ 905992 w 3669805"/>
                    <a:gd name="connsiteY43" fmla="*/ 1526874 h 1581401"/>
                    <a:gd name="connsiteX44" fmla="*/ 956928 w 3669805"/>
                    <a:gd name="connsiteY44" fmla="*/ 1550769 h 1581401"/>
                    <a:gd name="connsiteX45" fmla="*/ 1001303 w 3669805"/>
                    <a:gd name="connsiteY45" fmla="*/ 1521998 h 1581401"/>
                    <a:gd name="connsiteX46" fmla="*/ 1044881 w 3669805"/>
                    <a:gd name="connsiteY46" fmla="*/ 1549084 h 1581401"/>
                    <a:gd name="connsiteX47" fmla="*/ 1095684 w 3669805"/>
                    <a:gd name="connsiteY47" fmla="*/ 1506305 h 1581401"/>
                    <a:gd name="connsiteX48" fmla="*/ 1146044 w 3669805"/>
                    <a:gd name="connsiteY48" fmla="*/ 1546735 h 1581401"/>
                    <a:gd name="connsiteX49" fmla="*/ 1192503 w 3669805"/>
                    <a:gd name="connsiteY49" fmla="*/ 1523993 h 1581401"/>
                    <a:gd name="connsiteX50" fmla="*/ 1243749 w 3669805"/>
                    <a:gd name="connsiteY50" fmla="*/ 1553827 h 1581401"/>
                    <a:gd name="connsiteX51" fmla="*/ 1290297 w 3669805"/>
                    <a:gd name="connsiteY51" fmla="*/ 1533835 h 1581401"/>
                    <a:gd name="connsiteX52" fmla="*/ 1330638 w 3669805"/>
                    <a:gd name="connsiteY52" fmla="*/ 1548109 h 1581401"/>
                    <a:gd name="connsiteX53" fmla="*/ 1380200 w 3669805"/>
                    <a:gd name="connsiteY53" fmla="*/ 1520092 h 1581401"/>
                    <a:gd name="connsiteX54" fmla="*/ 1418014 w 3669805"/>
                    <a:gd name="connsiteY54" fmla="*/ 1534189 h 1581401"/>
                    <a:gd name="connsiteX55" fmla="*/ 1449002 w 3669805"/>
                    <a:gd name="connsiteY55" fmla="*/ 1513221 h 1581401"/>
                    <a:gd name="connsiteX56" fmla="*/ 1482339 w 3669805"/>
                    <a:gd name="connsiteY56" fmla="*/ 1545493 h 1581401"/>
                    <a:gd name="connsiteX57" fmla="*/ 1502554 w 3669805"/>
                    <a:gd name="connsiteY57" fmla="*/ 1539775 h 1581401"/>
                    <a:gd name="connsiteX58" fmla="*/ 1538861 w 3669805"/>
                    <a:gd name="connsiteY58" fmla="*/ 1564999 h 1581401"/>
                    <a:gd name="connsiteX59" fmla="*/ 1590994 w 3669805"/>
                    <a:gd name="connsiteY59" fmla="*/ 1532903 h 1581401"/>
                    <a:gd name="connsiteX60" fmla="*/ 1639980 w 3669805"/>
                    <a:gd name="connsiteY60" fmla="*/ 1559502 h 1581401"/>
                    <a:gd name="connsiteX61" fmla="*/ 1676021 w 3669805"/>
                    <a:gd name="connsiteY61" fmla="*/ 1535874 h 1581401"/>
                    <a:gd name="connsiteX62" fmla="*/ 1704924 w 3669805"/>
                    <a:gd name="connsiteY62" fmla="*/ 1548597 h 1581401"/>
                    <a:gd name="connsiteX63" fmla="*/ 1704525 w 3669805"/>
                    <a:gd name="connsiteY63" fmla="*/ 1543720 h 1581401"/>
                    <a:gd name="connsiteX64" fmla="*/ 1736976 w 3669805"/>
                    <a:gd name="connsiteY64" fmla="*/ 1511270 h 1581401"/>
                    <a:gd name="connsiteX65" fmla="*/ 1769426 w 3669805"/>
                    <a:gd name="connsiteY65" fmla="*/ 1543720 h 1581401"/>
                    <a:gd name="connsiteX66" fmla="*/ 1768894 w 3669805"/>
                    <a:gd name="connsiteY66" fmla="*/ 1549394 h 1581401"/>
                    <a:gd name="connsiteX67" fmla="*/ 1805290 w 3669805"/>
                    <a:gd name="connsiteY67" fmla="*/ 1533878 h 1581401"/>
                    <a:gd name="connsiteX68" fmla="*/ 1850862 w 3669805"/>
                    <a:gd name="connsiteY68" fmla="*/ 1562605 h 1581401"/>
                    <a:gd name="connsiteX69" fmla="*/ 1880963 w 3669805"/>
                    <a:gd name="connsiteY69" fmla="*/ 1554537 h 1581401"/>
                    <a:gd name="connsiteX70" fmla="*/ 1930214 w 3669805"/>
                    <a:gd name="connsiteY70" fmla="*/ 1580027 h 1581401"/>
                    <a:gd name="connsiteX71" fmla="*/ 2009700 w 3669805"/>
                    <a:gd name="connsiteY71" fmla="*/ 1523062 h 1581401"/>
                    <a:gd name="connsiteX72" fmla="*/ 2073049 w 3669805"/>
                    <a:gd name="connsiteY72" fmla="*/ 1551966 h 1581401"/>
                    <a:gd name="connsiteX73" fmla="*/ 2130103 w 3669805"/>
                    <a:gd name="connsiteY73" fmla="*/ 1512245 h 1581401"/>
                    <a:gd name="connsiteX74" fmla="*/ 2190747 w 3669805"/>
                    <a:gd name="connsiteY74" fmla="*/ 1567526 h 1581401"/>
                    <a:gd name="connsiteX75" fmla="*/ 2264248 w 3669805"/>
                    <a:gd name="connsiteY75" fmla="*/ 1525988 h 1581401"/>
                    <a:gd name="connsiteX76" fmla="*/ 2337793 w 3669805"/>
                    <a:gd name="connsiteY76" fmla="*/ 1567570 h 1581401"/>
                    <a:gd name="connsiteX77" fmla="*/ 2378755 w 3669805"/>
                    <a:gd name="connsiteY77" fmla="*/ 1544651 h 1581401"/>
                    <a:gd name="connsiteX78" fmla="*/ 2413644 w 3669805"/>
                    <a:gd name="connsiteY78" fmla="*/ 1559679 h 1581401"/>
                    <a:gd name="connsiteX79" fmla="*/ 2491799 w 3669805"/>
                    <a:gd name="connsiteY79" fmla="*/ 1501428 h 1581401"/>
                    <a:gd name="connsiteX80" fmla="*/ 2569910 w 3669805"/>
                    <a:gd name="connsiteY80" fmla="*/ 1559591 h 1581401"/>
                    <a:gd name="connsiteX81" fmla="*/ 2638712 w 3669805"/>
                    <a:gd name="connsiteY81" fmla="*/ 1528958 h 1581401"/>
                    <a:gd name="connsiteX82" fmla="*/ 2702282 w 3669805"/>
                    <a:gd name="connsiteY82" fmla="*/ 1554271 h 1581401"/>
                    <a:gd name="connsiteX83" fmla="*/ 2762528 w 3669805"/>
                    <a:gd name="connsiteY83" fmla="*/ 1519116 h 1581401"/>
                    <a:gd name="connsiteX84" fmla="*/ 2826099 w 3669805"/>
                    <a:gd name="connsiteY84" fmla="*/ 1560832 h 1581401"/>
                    <a:gd name="connsiteX85" fmla="*/ 2873090 w 3669805"/>
                    <a:gd name="connsiteY85" fmla="*/ 1527938 h 1581401"/>
                    <a:gd name="connsiteX86" fmla="*/ 2915337 w 3669805"/>
                    <a:gd name="connsiteY86" fmla="*/ 1552365 h 1581401"/>
                    <a:gd name="connsiteX87" fmla="*/ 2922208 w 3669805"/>
                    <a:gd name="connsiteY87" fmla="*/ 1578077 h 1581401"/>
                    <a:gd name="connsiteX88" fmla="*/ 2922208 w 3669805"/>
                    <a:gd name="connsiteY88" fmla="*/ 1544164 h 1581401"/>
                    <a:gd name="connsiteX89" fmla="*/ 2987198 w 3669805"/>
                    <a:gd name="connsiteY89" fmla="*/ 1466540 h 1581401"/>
                    <a:gd name="connsiteX90" fmla="*/ 2995133 w 3669805"/>
                    <a:gd name="connsiteY90" fmla="*/ 1467072 h 1581401"/>
                    <a:gd name="connsiteX91" fmla="*/ 2992739 w 3669805"/>
                    <a:gd name="connsiteY91" fmla="*/ 1452177 h 1581401"/>
                    <a:gd name="connsiteX92" fmla="*/ 3045448 w 3669805"/>
                    <a:gd name="connsiteY92" fmla="*/ 1402437 h 1581401"/>
                    <a:gd name="connsiteX93" fmla="*/ 3072623 w 3669805"/>
                    <a:gd name="connsiteY93" fmla="*/ 1409619 h 1581401"/>
                    <a:gd name="connsiteX94" fmla="*/ 3062028 w 3669805"/>
                    <a:gd name="connsiteY94" fmla="*/ 1374066 h 1581401"/>
                    <a:gd name="connsiteX95" fmla="*/ 3127239 w 3669805"/>
                    <a:gd name="connsiteY95" fmla="*/ 1308855 h 1581401"/>
                    <a:gd name="connsiteX96" fmla="*/ 3142533 w 3669805"/>
                    <a:gd name="connsiteY96" fmla="*/ 1310717 h 1581401"/>
                    <a:gd name="connsiteX97" fmla="*/ 3180303 w 3669805"/>
                    <a:gd name="connsiteY97" fmla="*/ 1276404 h 1581401"/>
                    <a:gd name="connsiteX98" fmla="*/ 3202203 w 3669805"/>
                    <a:gd name="connsiteY98" fmla="*/ 1283409 h 1581401"/>
                    <a:gd name="connsiteX99" fmla="*/ 3202025 w 3669805"/>
                    <a:gd name="connsiteY99" fmla="*/ 1280084 h 1581401"/>
                    <a:gd name="connsiteX100" fmla="*/ 3269098 w 3669805"/>
                    <a:gd name="connsiteY100" fmla="*/ 1213011 h 1581401"/>
                    <a:gd name="connsiteX101" fmla="*/ 3284703 w 3669805"/>
                    <a:gd name="connsiteY101" fmla="*/ 1214917 h 1581401"/>
                    <a:gd name="connsiteX102" fmla="*/ 3296849 w 3669805"/>
                    <a:gd name="connsiteY102" fmla="*/ 1194082 h 1581401"/>
                    <a:gd name="connsiteX103" fmla="*/ 3291929 w 3669805"/>
                    <a:gd name="connsiteY103" fmla="*/ 1173202 h 1581401"/>
                    <a:gd name="connsiteX104" fmla="*/ 3339097 w 3669805"/>
                    <a:gd name="connsiteY104" fmla="*/ 1126034 h 1581401"/>
                    <a:gd name="connsiteX105" fmla="*/ 3351509 w 3669805"/>
                    <a:gd name="connsiteY105" fmla="*/ 1127718 h 1581401"/>
                    <a:gd name="connsiteX106" fmla="*/ 3350180 w 3669805"/>
                    <a:gd name="connsiteY106" fmla="*/ 1113843 h 1581401"/>
                    <a:gd name="connsiteX107" fmla="*/ 3424256 w 3669805"/>
                    <a:gd name="connsiteY107" fmla="*/ 1039766 h 1581401"/>
                    <a:gd name="connsiteX108" fmla="*/ 3445757 w 3669805"/>
                    <a:gd name="connsiteY108" fmla="*/ 1042958 h 1581401"/>
                    <a:gd name="connsiteX109" fmla="*/ 3477409 w 3669805"/>
                    <a:gd name="connsiteY109" fmla="*/ 1017423 h 1581401"/>
                    <a:gd name="connsiteX110" fmla="*/ 3476212 w 3669805"/>
                    <a:gd name="connsiteY110" fmla="*/ 1008778 h 1581401"/>
                    <a:gd name="connsiteX111" fmla="*/ 3503609 w 3669805"/>
                    <a:gd name="connsiteY111" fmla="*/ 976772 h 1581401"/>
                    <a:gd name="connsiteX112" fmla="*/ 3549270 w 3669805"/>
                    <a:gd name="connsiteY112" fmla="*/ 926722 h 1581401"/>
                    <a:gd name="connsiteX113" fmla="*/ 3549225 w 3669805"/>
                    <a:gd name="connsiteY113" fmla="*/ 925481 h 1581401"/>
                    <a:gd name="connsiteX114" fmla="*/ 3594931 w 3669805"/>
                    <a:gd name="connsiteY114" fmla="*/ 879775 h 1581401"/>
                    <a:gd name="connsiteX115" fmla="*/ 3606811 w 3669805"/>
                    <a:gd name="connsiteY115" fmla="*/ 881371 h 1581401"/>
                    <a:gd name="connsiteX116" fmla="*/ 3645069 w 3669805"/>
                    <a:gd name="connsiteY116" fmla="*/ 857654 h 1581401"/>
                    <a:gd name="connsiteX117" fmla="*/ 3669806 w 3669805"/>
                    <a:gd name="connsiteY117" fmla="*/ 865545 h 1581401"/>
                    <a:gd name="connsiteX118" fmla="*/ 3668653 w 3669805"/>
                    <a:gd name="connsiteY118" fmla="*/ 4815 h 1581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3669805" h="1581401">
                      <a:moveTo>
                        <a:pt x="3668653" y="4815"/>
                      </a:moveTo>
                      <a:lnTo>
                        <a:pt x="3668653" y="116"/>
                      </a:lnTo>
                      <a:cubicBezTo>
                        <a:pt x="3668653" y="116"/>
                        <a:pt x="3643606" y="82660"/>
                        <a:pt x="3608939" y="115820"/>
                      </a:cubicBezTo>
                      <a:cubicBezTo>
                        <a:pt x="3574273" y="148979"/>
                        <a:pt x="3555875" y="90773"/>
                        <a:pt x="3542620" y="36955"/>
                      </a:cubicBezTo>
                      <a:cubicBezTo>
                        <a:pt x="3529365" y="-16863"/>
                        <a:pt x="3490265" y="-7997"/>
                        <a:pt x="3455643" y="38418"/>
                      </a:cubicBezTo>
                      <a:cubicBezTo>
                        <a:pt x="3421020" y="84832"/>
                        <a:pt x="3414371" y="208693"/>
                        <a:pt x="3399608" y="279445"/>
                      </a:cubicBezTo>
                      <a:cubicBezTo>
                        <a:pt x="3384846" y="350198"/>
                        <a:pt x="3318527" y="317038"/>
                        <a:pt x="3303765" y="263220"/>
                      </a:cubicBezTo>
                      <a:cubicBezTo>
                        <a:pt x="3289003" y="209402"/>
                        <a:pt x="3262493" y="182139"/>
                        <a:pt x="3221930" y="190251"/>
                      </a:cubicBezTo>
                      <a:cubicBezTo>
                        <a:pt x="3181412" y="198364"/>
                        <a:pt x="3170329" y="259541"/>
                        <a:pt x="3168866" y="319255"/>
                      </a:cubicBezTo>
                      <a:cubicBezTo>
                        <a:pt x="3167403" y="378968"/>
                        <a:pt x="3124624" y="557356"/>
                        <a:pt x="3057551" y="550706"/>
                      </a:cubicBezTo>
                      <a:cubicBezTo>
                        <a:pt x="2994690" y="544500"/>
                        <a:pt x="2979085" y="433407"/>
                        <a:pt x="2922164" y="417049"/>
                      </a:cubicBezTo>
                      <a:lnTo>
                        <a:pt x="2922164" y="417004"/>
                      </a:lnTo>
                      <a:cubicBezTo>
                        <a:pt x="2922164" y="417004"/>
                        <a:pt x="2914805" y="415098"/>
                        <a:pt x="2910106" y="415098"/>
                      </a:cubicBezTo>
                      <a:cubicBezTo>
                        <a:pt x="2843033" y="412128"/>
                        <a:pt x="2829025" y="448258"/>
                        <a:pt x="2734688" y="574291"/>
                      </a:cubicBezTo>
                      <a:cubicBezTo>
                        <a:pt x="2640352" y="700323"/>
                        <a:pt x="2524604" y="636930"/>
                        <a:pt x="2480406" y="587545"/>
                      </a:cubicBezTo>
                      <a:cubicBezTo>
                        <a:pt x="2436164" y="538161"/>
                        <a:pt x="2424372" y="423920"/>
                        <a:pt x="2320460" y="422457"/>
                      </a:cubicBezTo>
                      <a:cubicBezTo>
                        <a:pt x="2218366" y="420994"/>
                        <a:pt x="2187068" y="508681"/>
                        <a:pt x="2146505" y="581650"/>
                      </a:cubicBezTo>
                      <a:cubicBezTo>
                        <a:pt x="2101066" y="663440"/>
                        <a:pt x="1991702" y="672306"/>
                        <a:pt x="1936421" y="608913"/>
                      </a:cubicBezTo>
                      <a:cubicBezTo>
                        <a:pt x="1912571" y="576995"/>
                        <a:pt x="1891469" y="504514"/>
                        <a:pt x="1792700" y="483146"/>
                      </a:cubicBezTo>
                      <a:cubicBezTo>
                        <a:pt x="1674159" y="457479"/>
                        <a:pt x="1600082" y="559573"/>
                        <a:pt x="1600082" y="559573"/>
                      </a:cubicBezTo>
                      <a:cubicBezTo>
                        <a:pt x="1600082" y="559573"/>
                        <a:pt x="1600170" y="559573"/>
                        <a:pt x="1600170" y="559573"/>
                      </a:cubicBezTo>
                      <a:cubicBezTo>
                        <a:pt x="1571267" y="591269"/>
                        <a:pt x="1539304" y="633960"/>
                        <a:pt x="1484378" y="632010"/>
                      </a:cubicBezTo>
                      <a:cubicBezTo>
                        <a:pt x="1349301" y="627266"/>
                        <a:pt x="1329087" y="435446"/>
                        <a:pt x="1216087" y="435446"/>
                      </a:cubicBezTo>
                      <a:cubicBezTo>
                        <a:pt x="1075070" y="435446"/>
                        <a:pt x="1112929" y="592023"/>
                        <a:pt x="991994" y="593663"/>
                      </a:cubicBezTo>
                      <a:cubicBezTo>
                        <a:pt x="847519" y="595614"/>
                        <a:pt x="863257" y="447238"/>
                        <a:pt x="719757" y="445243"/>
                      </a:cubicBezTo>
                      <a:cubicBezTo>
                        <a:pt x="573332" y="443248"/>
                        <a:pt x="582154" y="634935"/>
                        <a:pt x="462283" y="628064"/>
                      </a:cubicBezTo>
                      <a:cubicBezTo>
                        <a:pt x="340595" y="621104"/>
                        <a:pt x="353938" y="424009"/>
                        <a:pt x="189072" y="435446"/>
                      </a:cubicBezTo>
                      <a:cubicBezTo>
                        <a:pt x="61310" y="444312"/>
                        <a:pt x="1951" y="577970"/>
                        <a:pt x="1951" y="577970"/>
                      </a:cubicBezTo>
                      <a:lnTo>
                        <a:pt x="0" y="1581402"/>
                      </a:lnTo>
                      <a:cubicBezTo>
                        <a:pt x="0" y="1544784"/>
                        <a:pt x="32051" y="1515082"/>
                        <a:pt x="68713" y="1515082"/>
                      </a:cubicBezTo>
                      <a:cubicBezTo>
                        <a:pt x="97351" y="1515082"/>
                        <a:pt x="121644" y="1533258"/>
                        <a:pt x="130954" y="1558660"/>
                      </a:cubicBezTo>
                      <a:cubicBezTo>
                        <a:pt x="140307" y="1546513"/>
                        <a:pt x="154937" y="1538667"/>
                        <a:pt x="171428" y="1538667"/>
                      </a:cubicBezTo>
                      <a:cubicBezTo>
                        <a:pt x="189825" y="1538667"/>
                        <a:pt x="205917" y="1548419"/>
                        <a:pt x="214916" y="1563004"/>
                      </a:cubicBezTo>
                      <a:cubicBezTo>
                        <a:pt x="217310" y="1528559"/>
                        <a:pt x="245948" y="1501295"/>
                        <a:pt x="281014" y="1501295"/>
                      </a:cubicBezTo>
                      <a:cubicBezTo>
                        <a:pt x="316789" y="1501295"/>
                        <a:pt x="345870" y="1529623"/>
                        <a:pt x="347200" y="1565043"/>
                      </a:cubicBezTo>
                      <a:cubicBezTo>
                        <a:pt x="359302" y="1551877"/>
                        <a:pt x="376680" y="1543543"/>
                        <a:pt x="395964" y="1543543"/>
                      </a:cubicBezTo>
                      <a:cubicBezTo>
                        <a:pt x="421277" y="1543543"/>
                        <a:pt x="443265" y="1557729"/>
                        <a:pt x="454437" y="1578609"/>
                      </a:cubicBezTo>
                      <a:cubicBezTo>
                        <a:pt x="464677" y="1547444"/>
                        <a:pt x="494024" y="1524880"/>
                        <a:pt x="528602" y="1524880"/>
                      </a:cubicBezTo>
                      <a:cubicBezTo>
                        <a:pt x="552364" y="1524880"/>
                        <a:pt x="573643" y="1535519"/>
                        <a:pt x="587962" y="1552276"/>
                      </a:cubicBezTo>
                      <a:cubicBezTo>
                        <a:pt x="594877" y="1523062"/>
                        <a:pt x="621077" y="1501295"/>
                        <a:pt x="652463" y="1501295"/>
                      </a:cubicBezTo>
                      <a:cubicBezTo>
                        <a:pt x="684559" y="1501295"/>
                        <a:pt x="711290" y="1524081"/>
                        <a:pt x="717452" y="1554315"/>
                      </a:cubicBezTo>
                      <a:cubicBezTo>
                        <a:pt x="731372" y="1535874"/>
                        <a:pt x="753360" y="1523904"/>
                        <a:pt x="778230" y="1523904"/>
                      </a:cubicBezTo>
                      <a:cubicBezTo>
                        <a:pt x="807710" y="1523904"/>
                        <a:pt x="833245" y="1540706"/>
                        <a:pt x="845923" y="1565221"/>
                      </a:cubicBezTo>
                      <a:cubicBezTo>
                        <a:pt x="856474" y="1542568"/>
                        <a:pt x="879393" y="1526874"/>
                        <a:pt x="905992" y="1526874"/>
                      </a:cubicBezTo>
                      <a:cubicBezTo>
                        <a:pt x="926473" y="1526874"/>
                        <a:pt x="944781" y="1536184"/>
                        <a:pt x="956928" y="1550769"/>
                      </a:cubicBezTo>
                      <a:cubicBezTo>
                        <a:pt x="964509" y="1533790"/>
                        <a:pt x="981532" y="1521998"/>
                        <a:pt x="1001303" y="1521998"/>
                      </a:cubicBezTo>
                      <a:cubicBezTo>
                        <a:pt x="1020410" y="1521998"/>
                        <a:pt x="1036901" y="1533036"/>
                        <a:pt x="1044881" y="1549084"/>
                      </a:cubicBezTo>
                      <a:cubicBezTo>
                        <a:pt x="1049048" y="1524791"/>
                        <a:pt x="1070194" y="1506305"/>
                        <a:pt x="1095684" y="1506305"/>
                      </a:cubicBezTo>
                      <a:cubicBezTo>
                        <a:pt x="1120332" y="1506305"/>
                        <a:pt x="1140946" y="1523594"/>
                        <a:pt x="1146044" y="1546735"/>
                      </a:cubicBezTo>
                      <a:cubicBezTo>
                        <a:pt x="1156816" y="1532903"/>
                        <a:pt x="1173618" y="1523993"/>
                        <a:pt x="1192503" y="1523993"/>
                      </a:cubicBezTo>
                      <a:cubicBezTo>
                        <a:pt x="1214447" y="1523993"/>
                        <a:pt x="1233598" y="1536007"/>
                        <a:pt x="1243749" y="1553827"/>
                      </a:cubicBezTo>
                      <a:cubicBezTo>
                        <a:pt x="1255453" y="1541548"/>
                        <a:pt x="1271988" y="1533835"/>
                        <a:pt x="1290297" y="1533835"/>
                      </a:cubicBezTo>
                      <a:cubicBezTo>
                        <a:pt x="1305591" y="1533835"/>
                        <a:pt x="1319600" y="1539198"/>
                        <a:pt x="1330638" y="1548109"/>
                      </a:cubicBezTo>
                      <a:cubicBezTo>
                        <a:pt x="1340790" y="1531352"/>
                        <a:pt x="1359187" y="1520092"/>
                        <a:pt x="1380200" y="1520092"/>
                      </a:cubicBezTo>
                      <a:cubicBezTo>
                        <a:pt x="1394652" y="1520092"/>
                        <a:pt x="1407863" y="1525412"/>
                        <a:pt x="1418014" y="1534189"/>
                      </a:cubicBezTo>
                      <a:cubicBezTo>
                        <a:pt x="1422935" y="1521909"/>
                        <a:pt x="1434949" y="1513221"/>
                        <a:pt x="1449002" y="1513221"/>
                      </a:cubicBezTo>
                      <a:cubicBezTo>
                        <a:pt x="1467044" y="1513221"/>
                        <a:pt x="1481762" y="1527584"/>
                        <a:pt x="1482339" y="1545493"/>
                      </a:cubicBezTo>
                      <a:cubicBezTo>
                        <a:pt x="1488235" y="1541903"/>
                        <a:pt x="1495150" y="1539775"/>
                        <a:pt x="1502554" y="1539775"/>
                      </a:cubicBezTo>
                      <a:cubicBezTo>
                        <a:pt x="1519178" y="1539775"/>
                        <a:pt x="1533364" y="1550281"/>
                        <a:pt x="1538861" y="1564999"/>
                      </a:cubicBezTo>
                      <a:cubicBezTo>
                        <a:pt x="1548525" y="1545981"/>
                        <a:pt x="1568208" y="1532903"/>
                        <a:pt x="1590994" y="1532903"/>
                      </a:cubicBezTo>
                      <a:cubicBezTo>
                        <a:pt x="1611519" y="1532903"/>
                        <a:pt x="1629518" y="1543498"/>
                        <a:pt x="1639980" y="1559502"/>
                      </a:cubicBezTo>
                      <a:cubicBezTo>
                        <a:pt x="1646053" y="1545582"/>
                        <a:pt x="1659884" y="1535874"/>
                        <a:pt x="1676021" y="1535874"/>
                      </a:cubicBezTo>
                      <a:cubicBezTo>
                        <a:pt x="1687458" y="1535874"/>
                        <a:pt x="1697743" y="1540794"/>
                        <a:pt x="1704924" y="1548597"/>
                      </a:cubicBezTo>
                      <a:cubicBezTo>
                        <a:pt x="1704703" y="1547001"/>
                        <a:pt x="1704525" y="1545405"/>
                        <a:pt x="1704525" y="1543720"/>
                      </a:cubicBezTo>
                      <a:cubicBezTo>
                        <a:pt x="1704525" y="1525810"/>
                        <a:pt x="1719066" y="1511270"/>
                        <a:pt x="1736976" y="1511270"/>
                      </a:cubicBezTo>
                      <a:cubicBezTo>
                        <a:pt x="1754886" y="1511270"/>
                        <a:pt x="1769426" y="1525810"/>
                        <a:pt x="1769426" y="1543720"/>
                      </a:cubicBezTo>
                      <a:cubicBezTo>
                        <a:pt x="1769426" y="1545671"/>
                        <a:pt x="1769204" y="1547533"/>
                        <a:pt x="1768894" y="1549394"/>
                      </a:cubicBezTo>
                      <a:cubicBezTo>
                        <a:pt x="1778115" y="1539864"/>
                        <a:pt x="1790971" y="1533878"/>
                        <a:pt x="1805290" y="1533878"/>
                      </a:cubicBezTo>
                      <a:cubicBezTo>
                        <a:pt x="1825372" y="1533878"/>
                        <a:pt x="1842705" y="1545626"/>
                        <a:pt x="1850862" y="1562605"/>
                      </a:cubicBezTo>
                      <a:cubicBezTo>
                        <a:pt x="1859728" y="1557507"/>
                        <a:pt x="1869969" y="1554537"/>
                        <a:pt x="1880963" y="1554537"/>
                      </a:cubicBezTo>
                      <a:cubicBezTo>
                        <a:pt x="1901311" y="1554537"/>
                        <a:pt x="1919265" y="1564644"/>
                        <a:pt x="1930214" y="1580027"/>
                      </a:cubicBezTo>
                      <a:cubicBezTo>
                        <a:pt x="1941475" y="1546912"/>
                        <a:pt x="1972772" y="1523062"/>
                        <a:pt x="2009700" y="1523062"/>
                      </a:cubicBezTo>
                      <a:cubicBezTo>
                        <a:pt x="2035013" y="1523062"/>
                        <a:pt x="2057622" y="1534278"/>
                        <a:pt x="2073049" y="1551966"/>
                      </a:cubicBezTo>
                      <a:cubicBezTo>
                        <a:pt x="2081649" y="1528781"/>
                        <a:pt x="2103947" y="1512245"/>
                        <a:pt x="2130103" y="1512245"/>
                      </a:cubicBezTo>
                      <a:cubicBezTo>
                        <a:pt x="2161844" y="1512245"/>
                        <a:pt x="2187910" y="1536539"/>
                        <a:pt x="2190747" y="1567526"/>
                      </a:cubicBezTo>
                      <a:cubicBezTo>
                        <a:pt x="2205820" y="1542656"/>
                        <a:pt x="2233039" y="1525988"/>
                        <a:pt x="2264248" y="1525988"/>
                      </a:cubicBezTo>
                      <a:cubicBezTo>
                        <a:pt x="2295457" y="1525988"/>
                        <a:pt x="2322721" y="1542701"/>
                        <a:pt x="2337793" y="1567570"/>
                      </a:cubicBezTo>
                      <a:cubicBezTo>
                        <a:pt x="2346261" y="1553827"/>
                        <a:pt x="2361422" y="1544651"/>
                        <a:pt x="2378755" y="1544651"/>
                      </a:cubicBezTo>
                      <a:cubicBezTo>
                        <a:pt x="2392498" y="1544651"/>
                        <a:pt x="2404866" y="1550414"/>
                        <a:pt x="2413644" y="1559679"/>
                      </a:cubicBezTo>
                      <a:cubicBezTo>
                        <a:pt x="2423663" y="1525988"/>
                        <a:pt x="2454827" y="1501428"/>
                        <a:pt x="2491799" y="1501428"/>
                      </a:cubicBezTo>
                      <a:cubicBezTo>
                        <a:pt x="2528727" y="1501428"/>
                        <a:pt x="2559847" y="1525944"/>
                        <a:pt x="2569910" y="1559591"/>
                      </a:cubicBezTo>
                      <a:cubicBezTo>
                        <a:pt x="2586889" y="1540794"/>
                        <a:pt x="2611404" y="1528958"/>
                        <a:pt x="2638712" y="1528958"/>
                      </a:cubicBezTo>
                      <a:cubicBezTo>
                        <a:pt x="2663360" y="1528958"/>
                        <a:pt x="2685658" y="1538622"/>
                        <a:pt x="2702282" y="1554271"/>
                      </a:cubicBezTo>
                      <a:cubicBezTo>
                        <a:pt x="2714208" y="1533302"/>
                        <a:pt x="2736683" y="1519116"/>
                        <a:pt x="2762528" y="1519116"/>
                      </a:cubicBezTo>
                      <a:cubicBezTo>
                        <a:pt x="2790989" y="1519116"/>
                        <a:pt x="2815415" y="1536272"/>
                        <a:pt x="2826099" y="1560832"/>
                      </a:cubicBezTo>
                      <a:cubicBezTo>
                        <a:pt x="2833148" y="1541681"/>
                        <a:pt x="2851500" y="1527938"/>
                        <a:pt x="2873090" y="1527938"/>
                      </a:cubicBezTo>
                      <a:cubicBezTo>
                        <a:pt x="2891354" y="1527938"/>
                        <a:pt x="2906870" y="1537735"/>
                        <a:pt x="2915337" y="1552365"/>
                      </a:cubicBezTo>
                      <a:cubicBezTo>
                        <a:pt x="2915337" y="1552365"/>
                        <a:pt x="2920745" y="1559369"/>
                        <a:pt x="2922208" y="1578077"/>
                      </a:cubicBezTo>
                      <a:lnTo>
                        <a:pt x="2922208" y="1544164"/>
                      </a:lnTo>
                      <a:cubicBezTo>
                        <a:pt x="2922208" y="1501827"/>
                        <a:pt x="2948718" y="1466540"/>
                        <a:pt x="2987198" y="1466540"/>
                      </a:cubicBezTo>
                      <a:cubicBezTo>
                        <a:pt x="2989902" y="1466540"/>
                        <a:pt x="2992517" y="1466762"/>
                        <a:pt x="2995133" y="1467072"/>
                      </a:cubicBezTo>
                      <a:cubicBezTo>
                        <a:pt x="2993581" y="1462373"/>
                        <a:pt x="2992739" y="1457364"/>
                        <a:pt x="2992739" y="1452177"/>
                      </a:cubicBezTo>
                      <a:cubicBezTo>
                        <a:pt x="2992739" y="1424692"/>
                        <a:pt x="3016323" y="1402437"/>
                        <a:pt x="3045448" y="1402437"/>
                      </a:cubicBezTo>
                      <a:cubicBezTo>
                        <a:pt x="3055423" y="1402437"/>
                        <a:pt x="3064688" y="1405097"/>
                        <a:pt x="3072623" y="1409619"/>
                      </a:cubicBezTo>
                      <a:cubicBezTo>
                        <a:pt x="3065929" y="1399378"/>
                        <a:pt x="3062028" y="1387187"/>
                        <a:pt x="3062028" y="1374066"/>
                      </a:cubicBezTo>
                      <a:cubicBezTo>
                        <a:pt x="3062028" y="1338025"/>
                        <a:pt x="3091242" y="1308855"/>
                        <a:pt x="3127239" y="1308855"/>
                      </a:cubicBezTo>
                      <a:cubicBezTo>
                        <a:pt x="3132514" y="1308855"/>
                        <a:pt x="3137613" y="1309564"/>
                        <a:pt x="3142533" y="1310717"/>
                      </a:cubicBezTo>
                      <a:cubicBezTo>
                        <a:pt x="3144351" y="1291477"/>
                        <a:pt x="3160576" y="1276404"/>
                        <a:pt x="3180303" y="1276404"/>
                      </a:cubicBezTo>
                      <a:cubicBezTo>
                        <a:pt x="3188460" y="1276404"/>
                        <a:pt x="3196041" y="1279020"/>
                        <a:pt x="3202203" y="1283409"/>
                      </a:cubicBezTo>
                      <a:cubicBezTo>
                        <a:pt x="3202158" y="1282300"/>
                        <a:pt x="3202025" y="1281237"/>
                        <a:pt x="3202025" y="1280084"/>
                      </a:cubicBezTo>
                      <a:cubicBezTo>
                        <a:pt x="3202025" y="1243023"/>
                        <a:pt x="3232037" y="1213011"/>
                        <a:pt x="3269098" y="1213011"/>
                      </a:cubicBezTo>
                      <a:cubicBezTo>
                        <a:pt x="3274507" y="1213011"/>
                        <a:pt x="3279693" y="1213720"/>
                        <a:pt x="3284703" y="1214917"/>
                      </a:cubicBezTo>
                      <a:cubicBezTo>
                        <a:pt x="3285545" y="1206317"/>
                        <a:pt x="3290155" y="1198825"/>
                        <a:pt x="3296849" y="1194082"/>
                      </a:cubicBezTo>
                      <a:cubicBezTo>
                        <a:pt x="3293746" y="1187787"/>
                        <a:pt x="3291929" y="1180738"/>
                        <a:pt x="3291929" y="1173202"/>
                      </a:cubicBezTo>
                      <a:cubicBezTo>
                        <a:pt x="3291929" y="1147135"/>
                        <a:pt x="3313030" y="1126034"/>
                        <a:pt x="3339097" y="1126034"/>
                      </a:cubicBezTo>
                      <a:cubicBezTo>
                        <a:pt x="3343397" y="1126034"/>
                        <a:pt x="3347520" y="1126655"/>
                        <a:pt x="3351509" y="1127718"/>
                      </a:cubicBezTo>
                      <a:cubicBezTo>
                        <a:pt x="3350667" y="1123241"/>
                        <a:pt x="3350180" y="1118586"/>
                        <a:pt x="3350180" y="1113843"/>
                      </a:cubicBezTo>
                      <a:cubicBezTo>
                        <a:pt x="3350180" y="1072925"/>
                        <a:pt x="3383339" y="1039766"/>
                        <a:pt x="3424256" y="1039766"/>
                      </a:cubicBezTo>
                      <a:cubicBezTo>
                        <a:pt x="3431748" y="1039766"/>
                        <a:pt x="3438974" y="1040918"/>
                        <a:pt x="3445757" y="1042958"/>
                      </a:cubicBezTo>
                      <a:cubicBezTo>
                        <a:pt x="3450899" y="1029570"/>
                        <a:pt x="3462869" y="1019640"/>
                        <a:pt x="3477409" y="1017423"/>
                      </a:cubicBezTo>
                      <a:cubicBezTo>
                        <a:pt x="3476656" y="1014674"/>
                        <a:pt x="3476212" y="1011793"/>
                        <a:pt x="3476212" y="1008778"/>
                      </a:cubicBezTo>
                      <a:cubicBezTo>
                        <a:pt x="3476212" y="992597"/>
                        <a:pt x="3488093" y="979210"/>
                        <a:pt x="3503609" y="976772"/>
                      </a:cubicBezTo>
                      <a:cubicBezTo>
                        <a:pt x="3504628" y="951015"/>
                        <a:pt x="3524134" y="930047"/>
                        <a:pt x="3549270" y="926722"/>
                      </a:cubicBezTo>
                      <a:cubicBezTo>
                        <a:pt x="3549270" y="926323"/>
                        <a:pt x="3549225" y="925879"/>
                        <a:pt x="3549225" y="925481"/>
                      </a:cubicBezTo>
                      <a:cubicBezTo>
                        <a:pt x="3549225" y="900256"/>
                        <a:pt x="3569706" y="879775"/>
                        <a:pt x="3594931" y="879775"/>
                      </a:cubicBezTo>
                      <a:cubicBezTo>
                        <a:pt x="3599053" y="879775"/>
                        <a:pt x="3602999" y="880352"/>
                        <a:pt x="3606811" y="881371"/>
                      </a:cubicBezTo>
                      <a:cubicBezTo>
                        <a:pt x="3613816" y="867318"/>
                        <a:pt x="3628268" y="857654"/>
                        <a:pt x="3645069" y="857654"/>
                      </a:cubicBezTo>
                      <a:cubicBezTo>
                        <a:pt x="3654290" y="857654"/>
                        <a:pt x="3662801" y="860580"/>
                        <a:pt x="3669806" y="865545"/>
                      </a:cubicBezTo>
                      <a:lnTo>
                        <a:pt x="3668653" y="4815"/>
                      </a:lnTo>
                      <a:close/>
                    </a:path>
                  </a:pathLst>
                </a:custGeom>
                <a:noFill/>
                <a:ln w="3323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73" name="Forme libre : forme 27372">
                  <a:extLst>
                    <a:ext uri="{FF2B5EF4-FFF2-40B4-BE49-F238E27FC236}">
                      <a16:creationId xmlns:a16="http://schemas.microsoft.com/office/drawing/2014/main" id="{3B53FA01-0A7B-42FF-90DB-E8C6EE226F38}"/>
                    </a:ext>
                  </a:extLst>
                </p:cNvPr>
                <p:cNvSpPr/>
                <p:nvPr/>
              </p:nvSpPr>
              <p:spPr>
                <a:xfrm>
                  <a:off x="7598065" y="3277476"/>
                  <a:ext cx="262608" cy="698363"/>
                </a:xfrm>
                <a:custGeom>
                  <a:avLst/>
                  <a:gdLst>
                    <a:gd name="connsiteX0" fmla="*/ 212922 w 262608"/>
                    <a:gd name="connsiteY0" fmla="*/ 12856 h 698363"/>
                    <a:gd name="connsiteX1" fmla="*/ 245948 w 262608"/>
                    <a:gd name="connsiteY1" fmla="*/ 14940 h 698363"/>
                    <a:gd name="connsiteX2" fmla="*/ 256277 w 262608"/>
                    <a:gd name="connsiteY2" fmla="*/ 43311 h 698363"/>
                    <a:gd name="connsiteX3" fmla="*/ 245638 w 262608"/>
                    <a:gd name="connsiteY3" fmla="*/ 440251 h 698363"/>
                    <a:gd name="connsiteX4" fmla="*/ 235087 w 262608"/>
                    <a:gd name="connsiteY4" fmla="*/ 474563 h 698363"/>
                    <a:gd name="connsiteX5" fmla="*/ 215404 w 262608"/>
                    <a:gd name="connsiteY5" fmla="*/ 498812 h 698363"/>
                    <a:gd name="connsiteX6" fmla="*/ 45085 w 262608"/>
                    <a:gd name="connsiteY6" fmla="*/ 674540 h 698363"/>
                    <a:gd name="connsiteX7" fmla="*/ 10905 w 262608"/>
                    <a:gd name="connsiteY7" fmla="*/ 697991 h 698363"/>
                    <a:gd name="connsiteX8" fmla="*/ 4788 w 262608"/>
                    <a:gd name="connsiteY8" fmla="*/ 697902 h 698363"/>
                    <a:gd name="connsiteX9" fmla="*/ 532 w 262608"/>
                    <a:gd name="connsiteY9" fmla="*/ 686376 h 698363"/>
                    <a:gd name="connsiteX10" fmla="*/ 8689 w 262608"/>
                    <a:gd name="connsiteY10" fmla="*/ 675737 h 698363"/>
                    <a:gd name="connsiteX11" fmla="*/ 136938 w 262608"/>
                    <a:gd name="connsiteY11" fmla="*/ 505861 h 698363"/>
                    <a:gd name="connsiteX12" fmla="*/ 191687 w 262608"/>
                    <a:gd name="connsiteY12" fmla="*/ 405939 h 698363"/>
                    <a:gd name="connsiteX13" fmla="*/ 211237 w 262608"/>
                    <a:gd name="connsiteY13" fmla="*/ 132816 h 698363"/>
                    <a:gd name="connsiteX14" fmla="*/ 202725 w 262608"/>
                    <a:gd name="connsiteY14" fmla="*/ 72171 h 698363"/>
                    <a:gd name="connsiteX15" fmla="*/ 186988 w 262608"/>
                    <a:gd name="connsiteY15" fmla="*/ 32628 h 698363"/>
                    <a:gd name="connsiteX16" fmla="*/ 170231 w 262608"/>
                    <a:gd name="connsiteY16" fmla="*/ 0 h 698363"/>
                    <a:gd name="connsiteX17" fmla="*/ 212922 w 262608"/>
                    <a:gd name="connsiteY17" fmla="*/ 12856 h 698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62608" h="698363">
                      <a:moveTo>
                        <a:pt x="212922" y="12856"/>
                      </a:moveTo>
                      <a:cubicBezTo>
                        <a:pt x="224182" y="12058"/>
                        <a:pt x="236727" y="8379"/>
                        <a:pt x="245948" y="14940"/>
                      </a:cubicBezTo>
                      <a:cubicBezTo>
                        <a:pt x="254460" y="21013"/>
                        <a:pt x="255745" y="32894"/>
                        <a:pt x="256277" y="43311"/>
                      </a:cubicBezTo>
                      <a:cubicBezTo>
                        <a:pt x="263060" y="175816"/>
                        <a:pt x="269798" y="309785"/>
                        <a:pt x="245638" y="440251"/>
                      </a:cubicBezTo>
                      <a:cubicBezTo>
                        <a:pt x="243466" y="452087"/>
                        <a:pt x="240939" y="464057"/>
                        <a:pt x="235087" y="474563"/>
                      </a:cubicBezTo>
                      <a:cubicBezTo>
                        <a:pt x="230033" y="483695"/>
                        <a:pt x="222674" y="491320"/>
                        <a:pt x="215404" y="498812"/>
                      </a:cubicBezTo>
                      <a:cubicBezTo>
                        <a:pt x="158616" y="557373"/>
                        <a:pt x="101873" y="615934"/>
                        <a:pt x="45085" y="674540"/>
                      </a:cubicBezTo>
                      <a:cubicBezTo>
                        <a:pt x="35332" y="684603"/>
                        <a:pt x="24648" y="695198"/>
                        <a:pt x="10905" y="697991"/>
                      </a:cubicBezTo>
                      <a:cubicBezTo>
                        <a:pt x="8866" y="698390"/>
                        <a:pt x="6694" y="698612"/>
                        <a:pt x="4788" y="697902"/>
                      </a:cubicBezTo>
                      <a:cubicBezTo>
                        <a:pt x="532" y="696307"/>
                        <a:pt x="-887" y="690676"/>
                        <a:pt x="532" y="686376"/>
                      </a:cubicBezTo>
                      <a:cubicBezTo>
                        <a:pt x="1951" y="682076"/>
                        <a:pt x="5408" y="678840"/>
                        <a:pt x="8689" y="675737"/>
                      </a:cubicBezTo>
                      <a:cubicBezTo>
                        <a:pt x="60334" y="626796"/>
                        <a:pt x="98902" y="565973"/>
                        <a:pt x="136938" y="505861"/>
                      </a:cubicBezTo>
                      <a:cubicBezTo>
                        <a:pt x="157286" y="473721"/>
                        <a:pt x="177723" y="441315"/>
                        <a:pt x="191687" y="405939"/>
                      </a:cubicBezTo>
                      <a:cubicBezTo>
                        <a:pt x="225512" y="320247"/>
                        <a:pt x="218684" y="224669"/>
                        <a:pt x="211237" y="132816"/>
                      </a:cubicBezTo>
                      <a:cubicBezTo>
                        <a:pt x="209597" y="112468"/>
                        <a:pt x="207912" y="91942"/>
                        <a:pt x="202725" y="72171"/>
                      </a:cubicBezTo>
                      <a:cubicBezTo>
                        <a:pt x="199135" y="58384"/>
                        <a:pt x="193815" y="45085"/>
                        <a:pt x="186988" y="32628"/>
                      </a:cubicBezTo>
                      <a:cubicBezTo>
                        <a:pt x="182333" y="24116"/>
                        <a:pt x="167261" y="9664"/>
                        <a:pt x="170231" y="0"/>
                      </a:cubicBezTo>
                      <a:cubicBezTo>
                        <a:pt x="184638" y="4965"/>
                        <a:pt x="195810" y="14053"/>
                        <a:pt x="212922" y="12856"/>
                      </a:cubicBezTo>
                      <a:close/>
                    </a:path>
                  </a:pathLst>
                </a:custGeom>
                <a:solidFill>
                  <a:srgbClr val="FFFFFF">
                    <a:alpha val="15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74" name="Forme libre : forme 27373">
                  <a:extLst>
                    <a:ext uri="{FF2B5EF4-FFF2-40B4-BE49-F238E27FC236}">
                      <a16:creationId xmlns:a16="http://schemas.microsoft.com/office/drawing/2014/main" id="{1B35F519-CBAF-4A7E-9CA1-78A89F7D2CDE}"/>
                    </a:ext>
                  </a:extLst>
                </p:cNvPr>
                <p:cNvSpPr/>
                <p:nvPr/>
              </p:nvSpPr>
              <p:spPr>
                <a:xfrm>
                  <a:off x="7133566" y="3533177"/>
                  <a:ext cx="4566" cy="1046698"/>
                </a:xfrm>
                <a:custGeom>
                  <a:avLst/>
                  <a:gdLst>
                    <a:gd name="connsiteX0" fmla="*/ 1153 w 4566"/>
                    <a:gd name="connsiteY0" fmla="*/ 0 h 1046698"/>
                    <a:gd name="connsiteX1" fmla="*/ 2483 w 4566"/>
                    <a:gd name="connsiteY1" fmla="*/ 130865 h 1046698"/>
                    <a:gd name="connsiteX2" fmla="*/ 3414 w 4566"/>
                    <a:gd name="connsiteY2" fmla="*/ 261686 h 1046698"/>
                    <a:gd name="connsiteX3" fmla="*/ 4522 w 4566"/>
                    <a:gd name="connsiteY3" fmla="*/ 523327 h 1046698"/>
                    <a:gd name="connsiteX4" fmla="*/ 4566 w 4566"/>
                    <a:gd name="connsiteY4" fmla="*/ 785013 h 1046698"/>
                    <a:gd name="connsiteX5" fmla="*/ 4256 w 4566"/>
                    <a:gd name="connsiteY5" fmla="*/ 915834 h 1046698"/>
                    <a:gd name="connsiteX6" fmla="*/ 3458 w 4566"/>
                    <a:gd name="connsiteY6" fmla="*/ 1046698 h 1046698"/>
                    <a:gd name="connsiteX7" fmla="*/ 2084 w 4566"/>
                    <a:gd name="connsiteY7" fmla="*/ 915834 h 1046698"/>
                    <a:gd name="connsiteX8" fmla="*/ 1197 w 4566"/>
                    <a:gd name="connsiteY8" fmla="*/ 785013 h 1046698"/>
                    <a:gd name="connsiteX9" fmla="*/ 89 w 4566"/>
                    <a:gd name="connsiteY9" fmla="*/ 523371 h 1046698"/>
                    <a:gd name="connsiteX10" fmla="*/ 0 w 4566"/>
                    <a:gd name="connsiteY10" fmla="*/ 261686 h 1046698"/>
                    <a:gd name="connsiteX11" fmla="*/ 355 w 4566"/>
                    <a:gd name="connsiteY11" fmla="*/ 130865 h 1046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566" h="1046698">
                      <a:moveTo>
                        <a:pt x="1153" y="0"/>
                      </a:moveTo>
                      <a:lnTo>
                        <a:pt x="2483" y="130865"/>
                      </a:lnTo>
                      <a:lnTo>
                        <a:pt x="3414" y="261686"/>
                      </a:lnTo>
                      <a:lnTo>
                        <a:pt x="4522" y="523327"/>
                      </a:lnTo>
                      <a:lnTo>
                        <a:pt x="4566" y="785013"/>
                      </a:lnTo>
                      <a:lnTo>
                        <a:pt x="4256" y="915834"/>
                      </a:lnTo>
                      <a:lnTo>
                        <a:pt x="3458" y="1046698"/>
                      </a:lnTo>
                      <a:lnTo>
                        <a:pt x="2084" y="915834"/>
                      </a:lnTo>
                      <a:lnTo>
                        <a:pt x="1197" y="785013"/>
                      </a:lnTo>
                      <a:lnTo>
                        <a:pt x="89" y="523371"/>
                      </a:lnTo>
                      <a:lnTo>
                        <a:pt x="0" y="261686"/>
                      </a:lnTo>
                      <a:lnTo>
                        <a:pt x="355" y="1308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75" name="Forme libre : forme 27374">
                  <a:extLst>
                    <a:ext uri="{FF2B5EF4-FFF2-40B4-BE49-F238E27FC236}">
                      <a16:creationId xmlns:a16="http://schemas.microsoft.com/office/drawing/2014/main" id="{80F81182-4302-49FC-A658-CFE7F713BDB3}"/>
                    </a:ext>
                  </a:extLst>
                </p:cNvPr>
                <p:cNvSpPr/>
                <p:nvPr/>
              </p:nvSpPr>
              <p:spPr>
                <a:xfrm>
                  <a:off x="4252763" y="4146661"/>
                  <a:ext cx="2838837" cy="450849"/>
                </a:xfrm>
                <a:custGeom>
                  <a:avLst/>
                  <a:gdLst>
                    <a:gd name="connsiteX0" fmla="*/ 23761 w 2838837"/>
                    <a:gd name="connsiteY0" fmla="*/ 212491 h 450849"/>
                    <a:gd name="connsiteX1" fmla="*/ 133 w 2838837"/>
                    <a:gd name="connsiteY1" fmla="*/ 342824 h 450849"/>
                    <a:gd name="connsiteX2" fmla="*/ 73456 w 2838837"/>
                    <a:gd name="connsiteY2" fmla="*/ 440440 h 450849"/>
                    <a:gd name="connsiteX3" fmla="*/ 151035 w 2838837"/>
                    <a:gd name="connsiteY3" fmla="*/ 422398 h 450849"/>
                    <a:gd name="connsiteX4" fmla="*/ 327029 w 2838837"/>
                    <a:gd name="connsiteY4" fmla="*/ 405508 h 450849"/>
                    <a:gd name="connsiteX5" fmla="*/ 1365970 w 2838837"/>
                    <a:gd name="connsiteY5" fmla="*/ 425058 h 450849"/>
                    <a:gd name="connsiteX6" fmla="*/ 1613337 w 2838837"/>
                    <a:gd name="connsiteY6" fmla="*/ 429712 h 450849"/>
                    <a:gd name="connsiteX7" fmla="*/ 2109312 w 2838837"/>
                    <a:gd name="connsiteY7" fmla="*/ 439066 h 450849"/>
                    <a:gd name="connsiteX8" fmla="*/ 2731718 w 2838837"/>
                    <a:gd name="connsiteY8" fmla="*/ 450769 h 450849"/>
                    <a:gd name="connsiteX9" fmla="*/ 2824680 w 2838837"/>
                    <a:gd name="connsiteY9" fmla="*/ 418851 h 450849"/>
                    <a:gd name="connsiteX10" fmla="*/ 2834123 w 2838837"/>
                    <a:gd name="connsiteY10" fmla="*/ 371417 h 450849"/>
                    <a:gd name="connsiteX11" fmla="*/ 2838245 w 2838837"/>
                    <a:gd name="connsiteY11" fmla="*/ 233104 h 450849"/>
                    <a:gd name="connsiteX12" fmla="*/ 2821754 w 2838837"/>
                    <a:gd name="connsiteY12" fmla="*/ 106185 h 450849"/>
                    <a:gd name="connsiteX13" fmla="*/ 2717089 w 2838837"/>
                    <a:gd name="connsiteY13" fmla="*/ 50771 h 450849"/>
                    <a:gd name="connsiteX14" fmla="*/ 2662252 w 2838837"/>
                    <a:gd name="connsiteY14" fmla="*/ 88320 h 450849"/>
                    <a:gd name="connsiteX15" fmla="*/ 2249309 w 2838837"/>
                    <a:gd name="connsiteY15" fmla="*/ 179154 h 450849"/>
                    <a:gd name="connsiteX16" fmla="*/ 1993962 w 2838837"/>
                    <a:gd name="connsiteY16" fmla="*/ 219938 h 450849"/>
                    <a:gd name="connsiteX17" fmla="*/ 1768672 w 2838837"/>
                    <a:gd name="connsiteY17" fmla="*/ 201497 h 450849"/>
                    <a:gd name="connsiteX18" fmla="*/ 916543 w 2838837"/>
                    <a:gd name="connsiteY18" fmla="*/ 160091 h 450849"/>
                    <a:gd name="connsiteX19" fmla="*/ 466495 w 2838837"/>
                    <a:gd name="connsiteY19" fmla="*/ 144709 h 450849"/>
                    <a:gd name="connsiteX20" fmla="*/ 207291 w 2838837"/>
                    <a:gd name="connsiteY20" fmla="*/ 121923 h 450849"/>
                    <a:gd name="connsiteX21" fmla="*/ 108433 w 2838837"/>
                    <a:gd name="connsiteY21" fmla="*/ 78877 h 450849"/>
                    <a:gd name="connsiteX22" fmla="*/ 30101 w 2838837"/>
                    <a:gd name="connsiteY22" fmla="*/ 27276 h 450849"/>
                    <a:gd name="connsiteX23" fmla="*/ 31253 w 2838837"/>
                    <a:gd name="connsiteY23" fmla="*/ 110529 h 450849"/>
                    <a:gd name="connsiteX24" fmla="*/ 23761 w 2838837"/>
                    <a:gd name="connsiteY24" fmla="*/ 212491 h 450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38837" h="450849">
                      <a:moveTo>
                        <a:pt x="23761" y="212491"/>
                      </a:moveTo>
                      <a:cubicBezTo>
                        <a:pt x="14762" y="255891"/>
                        <a:pt x="-1640" y="298581"/>
                        <a:pt x="133" y="342824"/>
                      </a:cubicBezTo>
                      <a:cubicBezTo>
                        <a:pt x="1906" y="387110"/>
                        <a:pt x="29480" y="435077"/>
                        <a:pt x="73456" y="440440"/>
                      </a:cubicBezTo>
                      <a:cubicBezTo>
                        <a:pt x="100055" y="443677"/>
                        <a:pt x="125634" y="430954"/>
                        <a:pt x="151035" y="422398"/>
                      </a:cubicBezTo>
                      <a:cubicBezTo>
                        <a:pt x="207203" y="403469"/>
                        <a:pt x="267803" y="404399"/>
                        <a:pt x="327029" y="405508"/>
                      </a:cubicBezTo>
                      <a:cubicBezTo>
                        <a:pt x="673343" y="412024"/>
                        <a:pt x="1019656" y="418541"/>
                        <a:pt x="1365970" y="425058"/>
                      </a:cubicBezTo>
                      <a:cubicBezTo>
                        <a:pt x="1448425" y="426609"/>
                        <a:pt x="1530881" y="428161"/>
                        <a:pt x="1613337" y="429712"/>
                      </a:cubicBezTo>
                      <a:cubicBezTo>
                        <a:pt x="1778647" y="432816"/>
                        <a:pt x="1944001" y="435919"/>
                        <a:pt x="2109312" y="439066"/>
                      </a:cubicBezTo>
                      <a:cubicBezTo>
                        <a:pt x="2316780" y="442968"/>
                        <a:pt x="2524249" y="446868"/>
                        <a:pt x="2731718" y="450769"/>
                      </a:cubicBezTo>
                      <a:cubicBezTo>
                        <a:pt x="2766163" y="451434"/>
                        <a:pt x="2807214" y="448553"/>
                        <a:pt x="2824680" y="418851"/>
                      </a:cubicBezTo>
                      <a:cubicBezTo>
                        <a:pt x="2832926" y="404798"/>
                        <a:pt x="2833635" y="387687"/>
                        <a:pt x="2834123" y="371417"/>
                      </a:cubicBezTo>
                      <a:cubicBezTo>
                        <a:pt x="2835497" y="325313"/>
                        <a:pt x="2836871" y="279209"/>
                        <a:pt x="2838245" y="233104"/>
                      </a:cubicBezTo>
                      <a:cubicBezTo>
                        <a:pt x="2839531" y="190015"/>
                        <a:pt x="2840418" y="145019"/>
                        <a:pt x="2821754" y="106185"/>
                      </a:cubicBezTo>
                      <a:cubicBezTo>
                        <a:pt x="2803047" y="67351"/>
                        <a:pt x="2758095" y="37472"/>
                        <a:pt x="2717089" y="50771"/>
                      </a:cubicBezTo>
                      <a:cubicBezTo>
                        <a:pt x="2695854" y="57643"/>
                        <a:pt x="2679629" y="74311"/>
                        <a:pt x="2662252" y="88320"/>
                      </a:cubicBezTo>
                      <a:cubicBezTo>
                        <a:pt x="2550803" y="178267"/>
                        <a:pt x="2391389" y="160934"/>
                        <a:pt x="2249309" y="179154"/>
                      </a:cubicBezTo>
                      <a:cubicBezTo>
                        <a:pt x="2163750" y="190104"/>
                        <a:pt x="2080097" y="215550"/>
                        <a:pt x="1993962" y="219938"/>
                      </a:cubicBezTo>
                      <a:cubicBezTo>
                        <a:pt x="1918600" y="223751"/>
                        <a:pt x="1843503" y="211338"/>
                        <a:pt x="1768672" y="201497"/>
                      </a:cubicBezTo>
                      <a:cubicBezTo>
                        <a:pt x="1486550" y="164436"/>
                        <a:pt x="1201059" y="163948"/>
                        <a:pt x="916543" y="160091"/>
                      </a:cubicBezTo>
                      <a:cubicBezTo>
                        <a:pt x="766438" y="158052"/>
                        <a:pt x="616245" y="155038"/>
                        <a:pt x="466495" y="144709"/>
                      </a:cubicBezTo>
                      <a:cubicBezTo>
                        <a:pt x="379961" y="138724"/>
                        <a:pt x="293604" y="130345"/>
                        <a:pt x="207291" y="121923"/>
                      </a:cubicBezTo>
                      <a:cubicBezTo>
                        <a:pt x="170053" y="118287"/>
                        <a:pt x="127230" y="111239"/>
                        <a:pt x="108433" y="78877"/>
                      </a:cubicBezTo>
                      <a:cubicBezTo>
                        <a:pt x="94115" y="54229"/>
                        <a:pt x="62817" y="-48175"/>
                        <a:pt x="30101" y="27276"/>
                      </a:cubicBezTo>
                      <a:cubicBezTo>
                        <a:pt x="18929" y="53076"/>
                        <a:pt x="29746" y="83887"/>
                        <a:pt x="31253" y="110529"/>
                      </a:cubicBezTo>
                      <a:cubicBezTo>
                        <a:pt x="33204" y="144709"/>
                        <a:pt x="30721" y="179021"/>
                        <a:pt x="23761" y="212491"/>
                      </a:cubicBezTo>
                      <a:close/>
                    </a:path>
                  </a:pathLst>
                </a:custGeom>
                <a:solidFill>
                  <a:srgbClr val="8CCCE5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76" name="Forme libre : forme 27375">
                  <a:extLst>
                    <a:ext uri="{FF2B5EF4-FFF2-40B4-BE49-F238E27FC236}">
                      <a16:creationId xmlns:a16="http://schemas.microsoft.com/office/drawing/2014/main" id="{11E62F47-F4F7-4496-A330-CC2536571138}"/>
                    </a:ext>
                  </a:extLst>
                </p:cNvPr>
                <p:cNvSpPr/>
                <p:nvPr/>
              </p:nvSpPr>
              <p:spPr>
                <a:xfrm>
                  <a:off x="7414491" y="3317629"/>
                  <a:ext cx="134087" cy="130097"/>
                </a:xfrm>
                <a:custGeom>
                  <a:avLst/>
                  <a:gdLst>
                    <a:gd name="connsiteX0" fmla="*/ 88440 w 134087"/>
                    <a:gd name="connsiteY0" fmla="*/ 50504 h 130097"/>
                    <a:gd name="connsiteX1" fmla="*/ 78643 w 134087"/>
                    <a:gd name="connsiteY1" fmla="*/ 27318 h 130097"/>
                    <a:gd name="connsiteX2" fmla="*/ 42159 w 134087"/>
                    <a:gd name="connsiteY2" fmla="*/ 764 h 130097"/>
                    <a:gd name="connsiteX3" fmla="*/ 0 w 134087"/>
                    <a:gd name="connsiteY3" fmla="*/ 14861 h 130097"/>
                    <a:gd name="connsiteX4" fmla="*/ 54749 w 134087"/>
                    <a:gd name="connsiteY4" fmla="*/ 19649 h 130097"/>
                    <a:gd name="connsiteX5" fmla="*/ 70797 w 134087"/>
                    <a:gd name="connsiteY5" fmla="*/ 45095 h 130097"/>
                    <a:gd name="connsiteX6" fmla="*/ 87687 w 134087"/>
                    <a:gd name="connsiteY6" fmla="*/ 84683 h 130097"/>
                    <a:gd name="connsiteX7" fmla="*/ 113620 w 134087"/>
                    <a:gd name="connsiteY7" fmla="*/ 124226 h 130097"/>
                    <a:gd name="connsiteX8" fmla="*/ 134013 w 134087"/>
                    <a:gd name="connsiteY8" fmla="*/ 120325 h 130097"/>
                    <a:gd name="connsiteX9" fmla="*/ 109365 w 134087"/>
                    <a:gd name="connsiteY9" fmla="*/ 92751 h 130097"/>
                    <a:gd name="connsiteX10" fmla="*/ 88440 w 134087"/>
                    <a:gd name="connsiteY10" fmla="*/ 50504 h 13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4087" h="130097">
                      <a:moveTo>
                        <a:pt x="88440" y="50504"/>
                      </a:moveTo>
                      <a:cubicBezTo>
                        <a:pt x="85603" y="42568"/>
                        <a:pt x="82899" y="34544"/>
                        <a:pt x="78643" y="27318"/>
                      </a:cubicBezTo>
                      <a:cubicBezTo>
                        <a:pt x="70797" y="13931"/>
                        <a:pt x="57409" y="3601"/>
                        <a:pt x="42159" y="764"/>
                      </a:cubicBezTo>
                      <a:cubicBezTo>
                        <a:pt x="26909" y="-2073"/>
                        <a:pt x="10108" y="3070"/>
                        <a:pt x="0" y="14861"/>
                      </a:cubicBezTo>
                      <a:cubicBezTo>
                        <a:pt x="18575" y="10916"/>
                        <a:pt x="40075" y="7591"/>
                        <a:pt x="54749" y="19649"/>
                      </a:cubicBezTo>
                      <a:cubicBezTo>
                        <a:pt x="62551" y="26077"/>
                        <a:pt x="66807" y="35786"/>
                        <a:pt x="70797" y="45095"/>
                      </a:cubicBezTo>
                      <a:cubicBezTo>
                        <a:pt x="76427" y="58306"/>
                        <a:pt x="82057" y="71472"/>
                        <a:pt x="87687" y="84683"/>
                      </a:cubicBezTo>
                      <a:cubicBezTo>
                        <a:pt x="93849" y="99090"/>
                        <a:pt x="100498" y="114739"/>
                        <a:pt x="113620" y="124226"/>
                      </a:cubicBezTo>
                      <a:cubicBezTo>
                        <a:pt x="121689" y="130033"/>
                        <a:pt x="135209" y="135353"/>
                        <a:pt x="134013" y="120325"/>
                      </a:cubicBezTo>
                      <a:cubicBezTo>
                        <a:pt x="133082" y="108488"/>
                        <a:pt x="116192" y="101484"/>
                        <a:pt x="109365" y="92751"/>
                      </a:cubicBezTo>
                      <a:cubicBezTo>
                        <a:pt x="99656" y="80250"/>
                        <a:pt x="93716" y="65266"/>
                        <a:pt x="88440" y="50504"/>
                      </a:cubicBezTo>
                      <a:close/>
                    </a:path>
                  </a:pathLst>
                </a:custGeom>
                <a:solidFill>
                  <a:srgbClr val="FFFFFF">
                    <a:alpha val="3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77" name="Forme libre : forme 27376">
                  <a:extLst>
                    <a:ext uri="{FF2B5EF4-FFF2-40B4-BE49-F238E27FC236}">
                      <a16:creationId xmlns:a16="http://schemas.microsoft.com/office/drawing/2014/main" id="{53AB0038-BB0E-4909-A4A6-571EE0EFC7E5}"/>
                    </a:ext>
                  </a:extLst>
                </p:cNvPr>
                <p:cNvSpPr/>
                <p:nvPr/>
              </p:nvSpPr>
              <p:spPr>
                <a:xfrm>
                  <a:off x="7716562" y="3124707"/>
                  <a:ext cx="95488" cy="135478"/>
                </a:xfrm>
                <a:custGeom>
                  <a:avLst/>
                  <a:gdLst>
                    <a:gd name="connsiteX0" fmla="*/ 42248 w 95488"/>
                    <a:gd name="connsiteY0" fmla="*/ 66279 h 135478"/>
                    <a:gd name="connsiteX1" fmla="*/ 69245 w 95488"/>
                    <a:gd name="connsiteY1" fmla="*/ 121826 h 135478"/>
                    <a:gd name="connsiteX2" fmla="*/ 95489 w 95488"/>
                    <a:gd name="connsiteY2" fmla="*/ 131800 h 135478"/>
                    <a:gd name="connsiteX3" fmla="*/ 56965 w 95488"/>
                    <a:gd name="connsiteY3" fmla="*/ 129938 h 135478"/>
                    <a:gd name="connsiteX4" fmla="*/ 44420 w 95488"/>
                    <a:gd name="connsiteY4" fmla="*/ 103428 h 135478"/>
                    <a:gd name="connsiteX5" fmla="*/ 35598 w 95488"/>
                    <a:gd name="connsiteY5" fmla="*/ 63531 h 135478"/>
                    <a:gd name="connsiteX6" fmla="*/ 21988 w 95488"/>
                    <a:gd name="connsiteY6" fmla="*/ 24519 h 135478"/>
                    <a:gd name="connsiteX7" fmla="*/ 0 w 95488"/>
                    <a:gd name="connsiteY7" fmla="*/ 1733 h 135478"/>
                    <a:gd name="connsiteX8" fmla="*/ 42248 w 95488"/>
                    <a:gd name="connsiteY8" fmla="*/ 66279 h 135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5488" h="135478">
                      <a:moveTo>
                        <a:pt x="42248" y="66279"/>
                      </a:moveTo>
                      <a:cubicBezTo>
                        <a:pt x="46237" y="87026"/>
                        <a:pt x="52133" y="109457"/>
                        <a:pt x="69245" y="121826"/>
                      </a:cubicBezTo>
                      <a:cubicBezTo>
                        <a:pt x="76914" y="127367"/>
                        <a:pt x="86179" y="130293"/>
                        <a:pt x="95489" y="131800"/>
                      </a:cubicBezTo>
                      <a:cubicBezTo>
                        <a:pt x="82677" y="135701"/>
                        <a:pt x="67383" y="138317"/>
                        <a:pt x="56965" y="129938"/>
                      </a:cubicBezTo>
                      <a:cubicBezTo>
                        <a:pt x="49207" y="123688"/>
                        <a:pt x="46592" y="113181"/>
                        <a:pt x="44420" y="103428"/>
                      </a:cubicBezTo>
                      <a:cubicBezTo>
                        <a:pt x="41494" y="90129"/>
                        <a:pt x="38524" y="76830"/>
                        <a:pt x="35598" y="63531"/>
                      </a:cubicBezTo>
                      <a:cubicBezTo>
                        <a:pt x="32628" y="50187"/>
                        <a:pt x="29613" y="36090"/>
                        <a:pt x="21988" y="24519"/>
                      </a:cubicBezTo>
                      <a:cubicBezTo>
                        <a:pt x="16181" y="15742"/>
                        <a:pt x="4655" y="10777"/>
                        <a:pt x="0" y="1733"/>
                      </a:cubicBezTo>
                      <a:cubicBezTo>
                        <a:pt x="25934" y="-11211"/>
                        <a:pt x="39543" y="52137"/>
                        <a:pt x="42248" y="66279"/>
                      </a:cubicBezTo>
                      <a:close/>
                    </a:path>
                  </a:pathLst>
                </a:custGeom>
                <a:solidFill>
                  <a:srgbClr val="FFFFFF">
                    <a:alpha val="3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78" name="Forme libre : forme 27377">
                  <a:extLst>
                    <a:ext uri="{FF2B5EF4-FFF2-40B4-BE49-F238E27FC236}">
                      <a16:creationId xmlns:a16="http://schemas.microsoft.com/office/drawing/2014/main" id="{BBF0E225-9874-48DE-A433-9D678F231AE1}"/>
                    </a:ext>
                  </a:extLst>
                </p:cNvPr>
                <p:cNvSpPr/>
                <p:nvPr/>
              </p:nvSpPr>
              <p:spPr>
                <a:xfrm>
                  <a:off x="4235207" y="3378506"/>
                  <a:ext cx="2896939" cy="389017"/>
                </a:xfrm>
                <a:custGeom>
                  <a:avLst/>
                  <a:gdLst>
                    <a:gd name="connsiteX0" fmla="*/ 463879 w 2896939"/>
                    <a:gd name="connsiteY0" fmla="*/ 32317 h 389017"/>
                    <a:gd name="connsiteX1" fmla="*/ 24559 w 2896939"/>
                    <a:gd name="connsiteY1" fmla="*/ 111936 h 389017"/>
                    <a:gd name="connsiteX2" fmla="*/ 0 w 2896939"/>
                    <a:gd name="connsiteY2" fmla="*/ 233801 h 389017"/>
                    <a:gd name="connsiteX3" fmla="*/ 72747 w 2896939"/>
                    <a:gd name="connsiteY3" fmla="*/ 306549 h 389017"/>
                    <a:gd name="connsiteX4" fmla="*/ 263415 w 2896939"/>
                    <a:gd name="connsiteY4" fmla="*/ 296707 h 389017"/>
                    <a:gd name="connsiteX5" fmla="*/ 591685 w 2896939"/>
                    <a:gd name="connsiteY5" fmla="*/ 314395 h 389017"/>
                    <a:gd name="connsiteX6" fmla="*/ 862947 w 2896939"/>
                    <a:gd name="connsiteY6" fmla="*/ 216113 h 389017"/>
                    <a:gd name="connsiteX7" fmla="*/ 1053614 w 2896939"/>
                    <a:gd name="connsiteY7" fmla="*/ 267227 h 389017"/>
                    <a:gd name="connsiteX8" fmla="*/ 1334672 w 2896939"/>
                    <a:gd name="connsiteY8" fmla="*/ 225955 h 389017"/>
                    <a:gd name="connsiteX9" fmla="*/ 1721416 w 2896939"/>
                    <a:gd name="connsiteY9" fmla="*/ 355180 h 389017"/>
                    <a:gd name="connsiteX10" fmla="*/ 2095347 w 2896939"/>
                    <a:gd name="connsiteY10" fmla="*/ 306549 h 389017"/>
                    <a:gd name="connsiteX11" fmla="*/ 2223109 w 2896939"/>
                    <a:gd name="connsiteY11" fmla="*/ 275118 h 389017"/>
                    <a:gd name="connsiteX12" fmla="*/ 2455049 w 2896939"/>
                    <a:gd name="connsiteY12" fmla="*/ 249583 h 389017"/>
                    <a:gd name="connsiteX13" fmla="*/ 2657508 w 2896939"/>
                    <a:gd name="connsiteY13" fmla="*/ 294801 h 389017"/>
                    <a:gd name="connsiteX14" fmla="*/ 2773478 w 2896939"/>
                    <a:gd name="connsiteY14" fmla="*/ 302648 h 389017"/>
                    <a:gd name="connsiteX15" fmla="*/ 2896940 w 2896939"/>
                    <a:gd name="connsiteY15" fmla="*/ 374552 h 389017"/>
                    <a:gd name="connsiteX16" fmla="*/ 2895654 w 2896939"/>
                    <a:gd name="connsiteY16" fmla="*/ 0 h 389017"/>
                    <a:gd name="connsiteX17" fmla="*/ 463879 w 2896939"/>
                    <a:gd name="connsiteY17" fmla="*/ 32317 h 389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896939" h="389017">
                      <a:moveTo>
                        <a:pt x="463879" y="32317"/>
                      </a:moveTo>
                      <a:lnTo>
                        <a:pt x="24559" y="111936"/>
                      </a:lnTo>
                      <a:lnTo>
                        <a:pt x="0" y="233801"/>
                      </a:lnTo>
                      <a:cubicBezTo>
                        <a:pt x="0" y="233801"/>
                        <a:pt x="35598" y="272901"/>
                        <a:pt x="72747" y="306549"/>
                      </a:cubicBezTo>
                      <a:cubicBezTo>
                        <a:pt x="124836" y="353717"/>
                        <a:pt x="203036" y="358416"/>
                        <a:pt x="263415" y="296707"/>
                      </a:cubicBezTo>
                      <a:cubicBezTo>
                        <a:pt x="354825" y="203346"/>
                        <a:pt x="436394" y="137515"/>
                        <a:pt x="591685" y="314395"/>
                      </a:cubicBezTo>
                      <a:cubicBezTo>
                        <a:pt x="746977" y="491276"/>
                        <a:pt x="815778" y="310450"/>
                        <a:pt x="862947" y="216113"/>
                      </a:cubicBezTo>
                      <a:cubicBezTo>
                        <a:pt x="910115" y="121777"/>
                        <a:pt x="1000550" y="168945"/>
                        <a:pt x="1053614" y="267227"/>
                      </a:cubicBezTo>
                      <a:cubicBezTo>
                        <a:pt x="1106678" y="365509"/>
                        <a:pt x="1252128" y="457895"/>
                        <a:pt x="1334672" y="225955"/>
                      </a:cubicBezTo>
                      <a:cubicBezTo>
                        <a:pt x="1417217" y="-5985"/>
                        <a:pt x="1588866" y="384660"/>
                        <a:pt x="1721416" y="355180"/>
                      </a:cubicBezTo>
                      <a:cubicBezTo>
                        <a:pt x="1893907" y="316834"/>
                        <a:pt x="1756792" y="100144"/>
                        <a:pt x="2095347" y="306549"/>
                      </a:cubicBezTo>
                      <a:cubicBezTo>
                        <a:pt x="2123941" y="323971"/>
                        <a:pt x="2160203" y="208267"/>
                        <a:pt x="2223109" y="275118"/>
                      </a:cubicBezTo>
                      <a:cubicBezTo>
                        <a:pt x="2286015" y="341969"/>
                        <a:pt x="2384297" y="457939"/>
                        <a:pt x="2455049" y="249583"/>
                      </a:cubicBezTo>
                      <a:cubicBezTo>
                        <a:pt x="2525801" y="41228"/>
                        <a:pt x="2657508" y="294801"/>
                        <a:pt x="2657508" y="294801"/>
                      </a:cubicBezTo>
                      <a:cubicBezTo>
                        <a:pt x="2657508" y="294801"/>
                        <a:pt x="2732206" y="245682"/>
                        <a:pt x="2773478" y="302648"/>
                      </a:cubicBezTo>
                      <a:cubicBezTo>
                        <a:pt x="2799146" y="338068"/>
                        <a:pt x="2852875" y="377257"/>
                        <a:pt x="2896940" y="374552"/>
                      </a:cubicBezTo>
                      <a:lnTo>
                        <a:pt x="2895654" y="0"/>
                      </a:lnTo>
                      <a:lnTo>
                        <a:pt x="463879" y="32317"/>
                      </a:lnTo>
                      <a:close/>
                    </a:path>
                  </a:pathLst>
                </a:custGeom>
                <a:solidFill>
                  <a:srgbClr val="B9E6F9">
                    <a:alpha val="67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79" name="Forme libre : forme 27378">
                  <a:extLst>
                    <a:ext uri="{FF2B5EF4-FFF2-40B4-BE49-F238E27FC236}">
                      <a16:creationId xmlns:a16="http://schemas.microsoft.com/office/drawing/2014/main" id="{0A9F819E-0ACA-43B6-A926-ABAA9988BEA4}"/>
                    </a:ext>
                  </a:extLst>
                </p:cNvPr>
                <p:cNvSpPr/>
                <p:nvPr/>
              </p:nvSpPr>
              <p:spPr>
                <a:xfrm>
                  <a:off x="4235207" y="3378462"/>
                  <a:ext cx="2896939" cy="389105"/>
                </a:xfrm>
                <a:custGeom>
                  <a:avLst/>
                  <a:gdLst>
                    <a:gd name="connsiteX0" fmla="*/ 2895654 w 2896939"/>
                    <a:gd name="connsiteY0" fmla="*/ 0 h 389105"/>
                    <a:gd name="connsiteX1" fmla="*/ 463879 w 2896939"/>
                    <a:gd name="connsiteY1" fmla="*/ 32406 h 389105"/>
                    <a:gd name="connsiteX2" fmla="*/ 24559 w 2896939"/>
                    <a:gd name="connsiteY2" fmla="*/ 112024 h 389105"/>
                    <a:gd name="connsiteX3" fmla="*/ 0 w 2896939"/>
                    <a:gd name="connsiteY3" fmla="*/ 233890 h 389105"/>
                    <a:gd name="connsiteX4" fmla="*/ 72747 w 2896939"/>
                    <a:gd name="connsiteY4" fmla="*/ 306637 h 389105"/>
                    <a:gd name="connsiteX5" fmla="*/ 263415 w 2896939"/>
                    <a:gd name="connsiteY5" fmla="*/ 296796 h 389105"/>
                    <a:gd name="connsiteX6" fmla="*/ 591685 w 2896939"/>
                    <a:gd name="connsiteY6" fmla="*/ 314484 h 389105"/>
                    <a:gd name="connsiteX7" fmla="*/ 862947 w 2896939"/>
                    <a:gd name="connsiteY7" fmla="*/ 216202 h 389105"/>
                    <a:gd name="connsiteX8" fmla="*/ 1053614 w 2896939"/>
                    <a:gd name="connsiteY8" fmla="*/ 267316 h 389105"/>
                    <a:gd name="connsiteX9" fmla="*/ 1334672 w 2896939"/>
                    <a:gd name="connsiteY9" fmla="*/ 226044 h 389105"/>
                    <a:gd name="connsiteX10" fmla="*/ 1721416 w 2896939"/>
                    <a:gd name="connsiteY10" fmla="*/ 355268 h 389105"/>
                    <a:gd name="connsiteX11" fmla="*/ 2095347 w 2896939"/>
                    <a:gd name="connsiteY11" fmla="*/ 306637 h 389105"/>
                    <a:gd name="connsiteX12" fmla="*/ 2223109 w 2896939"/>
                    <a:gd name="connsiteY12" fmla="*/ 275207 h 389105"/>
                    <a:gd name="connsiteX13" fmla="*/ 2455049 w 2896939"/>
                    <a:gd name="connsiteY13" fmla="*/ 249672 h 389105"/>
                    <a:gd name="connsiteX14" fmla="*/ 2657508 w 2896939"/>
                    <a:gd name="connsiteY14" fmla="*/ 294890 h 389105"/>
                    <a:gd name="connsiteX15" fmla="*/ 2773478 w 2896939"/>
                    <a:gd name="connsiteY15" fmla="*/ 302736 h 389105"/>
                    <a:gd name="connsiteX16" fmla="*/ 2896940 w 2896939"/>
                    <a:gd name="connsiteY16" fmla="*/ 374641 h 389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96939" h="389105">
                      <a:moveTo>
                        <a:pt x="2895654" y="0"/>
                      </a:moveTo>
                      <a:lnTo>
                        <a:pt x="463879" y="32406"/>
                      </a:lnTo>
                      <a:lnTo>
                        <a:pt x="24559" y="112024"/>
                      </a:lnTo>
                      <a:lnTo>
                        <a:pt x="0" y="233890"/>
                      </a:lnTo>
                      <a:cubicBezTo>
                        <a:pt x="0" y="233890"/>
                        <a:pt x="35598" y="272990"/>
                        <a:pt x="72747" y="306637"/>
                      </a:cubicBezTo>
                      <a:cubicBezTo>
                        <a:pt x="124836" y="353805"/>
                        <a:pt x="203036" y="358504"/>
                        <a:pt x="263415" y="296796"/>
                      </a:cubicBezTo>
                      <a:cubicBezTo>
                        <a:pt x="354825" y="203435"/>
                        <a:pt x="436394" y="137603"/>
                        <a:pt x="591685" y="314484"/>
                      </a:cubicBezTo>
                      <a:cubicBezTo>
                        <a:pt x="746977" y="491365"/>
                        <a:pt x="815778" y="310539"/>
                        <a:pt x="862947" y="216202"/>
                      </a:cubicBezTo>
                      <a:cubicBezTo>
                        <a:pt x="910115" y="121866"/>
                        <a:pt x="1000550" y="169034"/>
                        <a:pt x="1053614" y="267316"/>
                      </a:cubicBezTo>
                      <a:cubicBezTo>
                        <a:pt x="1106678" y="365598"/>
                        <a:pt x="1252128" y="457983"/>
                        <a:pt x="1334672" y="226044"/>
                      </a:cubicBezTo>
                      <a:cubicBezTo>
                        <a:pt x="1417217" y="-5896"/>
                        <a:pt x="1588866" y="384749"/>
                        <a:pt x="1721416" y="355268"/>
                      </a:cubicBezTo>
                      <a:cubicBezTo>
                        <a:pt x="1893907" y="316922"/>
                        <a:pt x="1756792" y="100233"/>
                        <a:pt x="2095347" y="306637"/>
                      </a:cubicBezTo>
                      <a:cubicBezTo>
                        <a:pt x="2123941" y="324060"/>
                        <a:pt x="2160203" y="208356"/>
                        <a:pt x="2223109" y="275207"/>
                      </a:cubicBezTo>
                      <a:cubicBezTo>
                        <a:pt x="2286015" y="342058"/>
                        <a:pt x="2384297" y="458028"/>
                        <a:pt x="2455049" y="249672"/>
                      </a:cubicBezTo>
                      <a:cubicBezTo>
                        <a:pt x="2525801" y="41316"/>
                        <a:pt x="2657508" y="294890"/>
                        <a:pt x="2657508" y="294890"/>
                      </a:cubicBezTo>
                      <a:cubicBezTo>
                        <a:pt x="2657508" y="294890"/>
                        <a:pt x="2732206" y="245771"/>
                        <a:pt x="2773478" y="302736"/>
                      </a:cubicBezTo>
                      <a:cubicBezTo>
                        <a:pt x="2799146" y="338157"/>
                        <a:pt x="2852875" y="377345"/>
                        <a:pt x="2896940" y="374641"/>
                      </a:cubicBezTo>
                    </a:path>
                  </a:pathLst>
                </a:custGeom>
                <a:noFill/>
                <a:ln w="3323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80" name="Forme libre : forme 27379">
                  <a:extLst>
                    <a:ext uri="{FF2B5EF4-FFF2-40B4-BE49-F238E27FC236}">
                      <a16:creationId xmlns:a16="http://schemas.microsoft.com/office/drawing/2014/main" id="{D9706FBA-68D8-4EC9-9D1D-1A262E2D90DE}"/>
                    </a:ext>
                  </a:extLst>
                </p:cNvPr>
                <p:cNvSpPr/>
                <p:nvPr/>
              </p:nvSpPr>
              <p:spPr>
                <a:xfrm>
                  <a:off x="7130861" y="2965608"/>
                  <a:ext cx="649335" cy="787362"/>
                </a:xfrm>
                <a:custGeom>
                  <a:avLst/>
                  <a:gdLst>
                    <a:gd name="connsiteX0" fmla="*/ 616865 w 649335"/>
                    <a:gd name="connsiteY0" fmla="*/ 0 h 787362"/>
                    <a:gd name="connsiteX1" fmla="*/ 3591 w 649335"/>
                    <a:gd name="connsiteY1" fmla="*/ 412766 h 787362"/>
                    <a:gd name="connsiteX2" fmla="*/ 0 w 649335"/>
                    <a:gd name="connsiteY2" fmla="*/ 412810 h 787362"/>
                    <a:gd name="connsiteX3" fmla="*/ 1286 w 649335"/>
                    <a:gd name="connsiteY3" fmla="*/ 787362 h 787362"/>
                    <a:gd name="connsiteX4" fmla="*/ 62595 w 649335"/>
                    <a:gd name="connsiteY4" fmla="*/ 725299 h 787362"/>
                    <a:gd name="connsiteX5" fmla="*/ 178565 w 649335"/>
                    <a:gd name="connsiteY5" fmla="*/ 564112 h 787362"/>
                    <a:gd name="connsiteX6" fmla="*/ 318119 w 649335"/>
                    <a:gd name="connsiteY6" fmla="*/ 552320 h 787362"/>
                    <a:gd name="connsiteX7" fmla="*/ 404609 w 649335"/>
                    <a:gd name="connsiteY7" fmla="*/ 355756 h 787362"/>
                    <a:gd name="connsiteX8" fmla="*/ 483252 w 649335"/>
                    <a:gd name="connsiteY8" fmla="*/ 306637 h 787362"/>
                    <a:gd name="connsiteX9" fmla="*/ 565796 w 649335"/>
                    <a:gd name="connsiteY9" fmla="*/ 320380 h 787362"/>
                    <a:gd name="connsiteX10" fmla="*/ 632647 w 649335"/>
                    <a:gd name="connsiteY10" fmla="*/ 133658 h 787362"/>
                    <a:gd name="connsiteX11" fmla="*/ 616865 w 649335"/>
                    <a:gd name="connsiteY11" fmla="*/ 0 h 78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49335" h="787362">
                      <a:moveTo>
                        <a:pt x="616865" y="0"/>
                      </a:moveTo>
                      <a:lnTo>
                        <a:pt x="3591" y="412766"/>
                      </a:lnTo>
                      <a:lnTo>
                        <a:pt x="0" y="412810"/>
                      </a:lnTo>
                      <a:lnTo>
                        <a:pt x="1286" y="787362"/>
                      </a:lnTo>
                      <a:cubicBezTo>
                        <a:pt x="28150" y="785678"/>
                        <a:pt x="51424" y="768477"/>
                        <a:pt x="62595" y="725299"/>
                      </a:cubicBezTo>
                      <a:cubicBezTo>
                        <a:pt x="92075" y="611280"/>
                        <a:pt x="137293" y="540528"/>
                        <a:pt x="178565" y="564112"/>
                      </a:cubicBezTo>
                      <a:cubicBezTo>
                        <a:pt x="219837" y="587696"/>
                        <a:pt x="278797" y="682032"/>
                        <a:pt x="318119" y="552320"/>
                      </a:cubicBezTo>
                      <a:cubicBezTo>
                        <a:pt x="357441" y="422607"/>
                        <a:pt x="357441" y="355756"/>
                        <a:pt x="404609" y="355756"/>
                      </a:cubicBezTo>
                      <a:cubicBezTo>
                        <a:pt x="451777" y="355756"/>
                        <a:pt x="483252" y="306637"/>
                        <a:pt x="483252" y="306637"/>
                      </a:cubicBezTo>
                      <a:cubicBezTo>
                        <a:pt x="483252" y="306637"/>
                        <a:pt x="516677" y="357751"/>
                        <a:pt x="565796" y="320380"/>
                      </a:cubicBezTo>
                      <a:cubicBezTo>
                        <a:pt x="614915" y="283053"/>
                        <a:pt x="587430" y="155292"/>
                        <a:pt x="632647" y="133658"/>
                      </a:cubicBezTo>
                      <a:cubicBezTo>
                        <a:pt x="677865" y="112024"/>
                        <a:pt x="616865" y="0"/>
                        <a:pt x="616865" y="0"/>
                      </a:cubicBezTo>
                      <a:close/>
                    </a:path>
                  </a:pathLst>
                </a:custGeom>
                <a:solidFill>
                  <a:srgbClr val="CDEEF9">
                    <a:alpha val="30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81" name="Forme libre : forme 27380">
                  <a:extLst>
                    <a:ext uri="{FF2B5EF4-FFF2-40B4-BE49-F238E27FC236}">
                      <a16:creationId xmlns:a16="http://schemas.microsoft.com/office/drawing/2014/main" id="{220B5562-F255-4DD4-B15D-FC00B84E3B29}"/>
                    </a:ext>
                  </a:extLst>
                </p:cNvPr>
                <p:cNvSpPr/>
                <p:nvPr/>
              </p:nvSpPr>
              <p:spPr>
                <a:xfrm>
                  <a:off x="7130861" y="2965608"/>
                  <a:ext cx="649298" cy="787362"/>
                </a:xfrm>
                <a:custGeom>
                  <a:avLst/>
                  <a:gdLst>
                    <a:gd name="connsiteX0" fmla="*/ 1241 w 649298"/>
                    <a:gd name="connsiteY0" fmla="*/ 787362 h 787362"/>
                    <a:gd name="connsiteX1" fmla="*/ 62551 w 649298"/>
                    <a:gd name="connsiteY1" fmla="*/ 725299 h 787362"/>
                    <a:gd name="connsiteX2" fmla="*/ 178521 w 649298"/>
                    <a:gd name="connsiteY2" fmla="*/ 564112 h 787362"/>
                    <a:gd name="connsiteX3" fmla="*/ 318075 w 649298"/>
                    <a:gd name="connsiteY3" fmla="*/ 552320 h 787362"/>
                    <a:gd name="connsiteX4" fmla="*/ 404564 w 649298"/>
                    <a:gd name="connsiteY4" fmla="*/ 355756 h 787362"/>
                    <a:gd name="connsiteX5" fmla="*/ 483207 w 649298"/>
                    <a:gd name="connsiteY5" fmla="*/ 306637 h 787362"/>
                    <a:gd name="connsiteX6" fmla="*/ 565752 w 649298"/>
                    <a:gd name="connsiteY6" fmla="*/ 320380 h 787362"/>
                    <a:gd name="connsiteX7" fmla="*/ 632603 w 649298"/>
                    <a:gd name="connsiteY7" fmla="*/ 133658 h 787362"/>
                    <a:gd name="connsiteX8" fmla="*/ 616865 w 649298"/>
                    <a:gd name="connsiteY8" fmla="*/ 0 h 787362"/>
                    <a:gd name="connsiteX9" fmla="*/ 3591 w 649298"/>
                    <a:gd name="connsiteY9" fmla="*/ 412766 h 787362"/>
                    <a:gd name="connsiteX10" fmla="*/ 0 w 649298"/>
                    <a:gd name="connsiteY10" fmla="*/ 412810 h 78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9298" h="787362">
                      <a:moveTo>
                        <a:pt x="1241" y="787362"/>
                      </a:moveTo>
                      <a:cubicBezTo>
                        <a:pt x="28106" y="785678"/>
                        <a:pt x="51380" y="768477"/>
                        <a:pt x="62551" y="725299"/>
                      </a:cubicBezTo>
                      <a:cubicBezTo>
                        <a:pt x="92031" y="611280"/>
                        <a:pt x="137249" y="540528"/>
                        <a:pt x="178521" y="564112"/>
                      </a:cubicBezTo>
                      <a:cubicBezTo>
                        <a:pt x="219793" y="587696"/>
                        <a:pt x="278753" y="682032"/>
                        <a:pt x="318075" y="552320"/>
                      </a:cubicBezTo>
                      <a:cubicBezTo>
                        <a:pt x="357396" y="422607"/>
                        <a:pt x="357396" y="355756"/>
                        <a:pt x="404564" y="355756"/>
                      </a:cubicBezTo>
                      <a:cubicBezTo>
                        <a:pt x="451733" y="355756"/>
                        <a:pt x="483207" y="306637"/>
                        <a:pt x="483207" y="306637"/>
                      </a:cubicBezTo>
                      <a:cubicBezTo>
                        <a:pt x="483207" y="306637"/>
                        <a:pt x="516633" y="357751"/>
                        <a:pt x="565752" y="320380"/>
                      </a:cubicBezTo>
                      <a:cubicBezTo>
                        <a:pt x="614871" y="283053"/>
                        <a:pt x="587385" y="155292"/>
                        <a:pt x="632603" y="133658"/>
                      </a:cubicBezTo>
                      <a:cubicBezTo>
                        <a:pt x="677821" y="112024"/>
                        <a:pt x="616865" y="0"/>
                        <a:pt x="616865" y="0"/>
                      </a:cubicBezTo>
                      <a:lnTo>
                        <a:pt x="3591" y="412766"/>
                      </a:lnTo>
                      <a:lnTo>
                        <a:pt x="0" y="412810"/>
                      </a:lnTo>
                    </a:path>
                  </a:pathLst>
                </a:custGeom>
                <a:noFill/>
                <a:ln w="3323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82" name="Forme libre : forme 27381">
                  <a:extLst>
                    <a:ext uri="{FF2B5EF4-FFF2-40B4-BE49-F238E27FC236}">
                      <a16:creationId xmlns:a16="http://schemas.microsoft.com/office/drawing/2014/main" id="{77A29CC5-3774-41C4-89FF-B44538A222F3}"/>
                    </a:ext>
                  </a:extLst>
                </p:cNvPr>
                <p:cNvSpPr/>
                <p:nvPr/>
              </p:nvSpPr>
              <p:spPr>
                <a:xfrm>
                  <a:off x="4214815" y="2928478"/>
                  <a:ext cx="3666524" cy="826487"/>
                </a:xfrm>
                <a:custGeom>
                  <a:avLst/>
                  <a:gdLst>
                    <a:gd name="connsiteX0" fmla="*/ 3606014 w 3666524"/>
                    <a:gd name="connsiteY0" fmla="*/ 93652 h 826487"/>
                    <a:gd name="connsiteX1" fmla="*/ 3435029 w 3666524"/>
                    <a:gd name="connsiteY1" fmla="*/ 48922 h 826487"/>
                    <a:gd name="connsiteX2" fmla="*/ 3271403 w 3666524"/>
                    <a:gd name="connsiteY2" fmla="*/ 56281 h 826487"/>
                    <a:gd name="connsiteX3" fmla="*/ 3103345 w 3666524"/>
                    <a:gd name="connsiteY3" fmla="*/ 68073 h 826487"/>
                    <a:gd name="connsiteX4" fmla="*/ 2920524 w 3666524"/>
                    <a:gd name="connsiteY4" fmla="*/ 40056 h 826487"/>
                    <a:gd name="connsiteX5" fmla="*/ 2762794 w 3666524"/>
                    <a:gd name="connsiteY5" fmla="*/ 51360 h 826487"/>
                    <a:gd name="connsiteX6" fmla="*/ 2623240 w 3666524"/>
                    <a:gd name="connsiteY6" fmla="*/ 91657 h 826487"/>
                    <a:gd name="connsiteX7" fmla="*/ 2407526 w 3666524"/>
                    <a:gd name="connsiteY7" fmla="*/ 50385 h 826487"/>
                    <a:gd name="connsiteX8" fmla="*/ 2241905 w 3666524"/>
                    <a:gd name="connsiteY8" fmla="*/ 62177 h 826487"/>
                    <a:gd name="connsiteX9" fmla="*/ 2086614 w 3666524"/>
                    <a:gd name="connsiteY9" fmla="*/ 54330 h 826487"/>
                    <a:gd name="connsiteX10" fmla="*/ 1926402 w 3666524"/>
                    <a:gd name="connsiteY10" fmla="*/ 73969 h 826487"/>
                    <a:gd name="connsiteX11" fmla="*/ 1761801 w 3666524"/>
                    <a:gd name="connsiteY11" fmla="*/ 34160 h 826487"/>
                    <a:gd name="connsiteX12" fmla="*/ 1546574 w 3666524"/>
                    <a:gd name="connsiteY12" fmla="*/ 69536 h 826487"/>
                    <a:gd name="connsiteX13" fmla="*/ 1362291 w 3666524"/>
                    <a:gd name="connsiteY13" fmla="*/ 53311 h 826487"/>
                    <a:gd name="connsiteX14" fmla="*/ 1194232 w 3666524"/>
                    <a:gd name="connsiteY14" fmla="*/ 88687 h 826487"/>
                    <a:gd name="connsiteX15" fmla="*/ 1045324 w 3666524"/>
                    <a:gd name="connsiteY15" fmla="*/ 62133 h 826487"/>
                    <a:gd name="connsiteX16" fmla="*/ 892028 w 3666524"/>
                    <a:gd name="connsiteY16" fmla="*/ 87180 h 826487"/>
                    <a:gd name="connsiteX17" fmla="*/ 835993 w 3666524"/>
                    <a:gd name="connsiteY17" fmla="*/ 47371 h 826487"/>
                    <a:gd name="connsiteX18" fmla="*/ 743120 w 3666524"/>
                    <a:gd name="connsiteY18" fmla="*/ 138781 h 826487"/>
                    <a:gd name="connsiteX19" fmla="*/ 592749 w 3666524"/>
                    <a:gd name="connsiteY19" fmla="*/ 161390 h 826487"/>
                    <a:gd name="connsiteX20" fmla="*/ 527893 w 3666524"/>
                    <a:gd name="connsiteY20" fmla="*/ 275897 h 826487"/>
                    <a:gd name="connsiteX21" fmla="*/ 416844 w 3666524"/>
                    <a:gd name="connsiteY21" fmla="*/ 327498 h 826487"/>
                    <a:gd name="connsiteX22" fmla="*/ 277290 w 3666524"/>
                    <a:gd name="connsiteY22" fmla="*/ 445418 h 826487"/>
                    <a:gd name="connsiteX23" fmla="*/ 184417 w 3666524"/>
                    <a:gd name="connsiteY23" fmla="*/ 508812 h 826487"/>
                    <a:gd name="connsiteX24" fmla="*/ 0 w 3666524"/>
                    <a:gd name="connsiteY24" fmla="*/ 614142 h 826487"/>
                    <a:gd name="connsiteX25" fmla="*/ 0 w 3666524"/>
                    <a:gd name="connsiteY25" fmla="*/ 753253 h 826487"/>
                    <a:gd name="connsiteX26" fmla="*/ 15959 w 3666524"/>
                    <a:gd name="connsiteY26" fmla="*/ 728028 h 826487"/>
                    <a:gd name="connsiteX27" fmla="*/ 22875 w 3666524"/>
                    <a:gd name="connsiteY27" fmla="*/ 717123 h 826487"/>
                    <a:gd name="connsiteX28" fmla="*/ 26865 w 3666524"/>
                    <a:gd name="connsiteY28" fmla="*/ 711227 h 826487"/>
                    <a:gd name="connsiteX29" fmla="*/ 52399 w 3666524"/>
                    <a:gd name="connsiteY29" fmla="*/ 679575 h 826487"/>
                    <a:gd name="connsiteX30" fmla="*/ 152764 w 3666524"/>
                    <a:gd name="connsiteY30" fmla="*/ 617068 h 826487"/>
                    <a:gd name="connsiteX31" fmla="*/ 175063 w 3666524"/>
                    <a:gd name="connsiteY31" fmla="*/ 612679 h 826487"/>
                    <a:gd name="connsiteX32" fmla="*/ 186855 w 3666524"/>
                    <a:gd name="connsiteY32" fmla="*/ 611482 h 826487"/>
                    <a:gd name="connsiteX33" fmla="*/ 201795 w 3666524"/>
                    <a:gd name="connsiteY33" fmla="*/ 610994 h 826487"/>
                    <a:gd name="connsiteX34" fmla="*/ 215759 w 3666524"/>
                    <a:gd name="connsiteY34" fmla="*/ 611660 h 826487"/>
                    <a:gd name="connsiteX35" fmla="*/ 228792 w 3666524"/>
                    <a:gd name="connsiteY35" fmla="*/ 613433 h 826487"/>
                    <a:gd name="connsiteX36" fmla="*/ 239742 w 3666524"/>
                    <a:gd name="connsiteY36" fmla="*/ 615871 h 826487"/>
                    <a:gd name="connsiteX37" fmla="*/ 246702 w 3666524"/>
                    <a:gd name="connsiteY37" fmla="*/ 617910 h 826487"/>
                    <a:gd name="connsiteX38" fmla="*/ 252287 w 3666524"/>
                    <a:gd name="connsiteY38" fmla="*/ 619861 h 826487"/>
                    <a:gd name="connsiteX39" fmla="*/ 262883 w 3666524"/>
                    <a:gd name="connsiteY39" fmla="*/ 624382 h 826487"/>
                    <a:gd name="connsiteX40" fmla="*/ 267892 w 3666524"/>
                    <a:gd name="connsiteY40" fmla="*/ 626954 h 826487"/>
                    <a:gd name="connsiteX41" fmla="*/ 274542 w 3666524"/>
                    <a:gd name="connsiteY41" fmla="*/ 630855 h 826487"/>
                    <a:gd name="connsiteX42" fmla="*/ 284516 w 3666524"/>
                    <a:gd name="connsiteY42" fmla="*/ 637637 h 826487"/>
                    <a:gd name="connsiteX43" fmla="*/ 290634 w 3666524"/>
                    <a:gd name="connsiteY43" fmla="*/ 642425 h 826487"/>
                    <a:gd name="connsiteX44" fmla="*/ 294757 w 3666524"/>
                    <a:gd name="connsiteY44" fmla="*/ 645972 h 826487"/>
                    <a:gd name="connsiteX45" fmla="*/ 302647 w 3666524"/>
                    <a:gd name="connsiteY45" fmla="*/ 653464 h 826487"/>
                    <a:gd name="connsiteX46" fmla="*/ 321355 w 3666524"/>
                    <a:gd name="connsiteY46" fmla="*/ 675053 h 826487"/>
                    <a:gd name="connsiteX47" fmla="*/ 330354 w 3666524"/>
                    <a:gd name="connsiteY47" fmla="*/ 687244 h 826487"/>
                    <a:gd name="connsiteX48" fmla="*/ 337625 w 3666524"/>
                    <a:gd name="connsiteY48" fmla="*/ 697795 h 826487"/>
                    <a:gd name="connsiteX49" fmla="*/ 341703 w 3666524"/>
                    <a:gd name="connsiteY49" fmla="*/ 703868 h 826487"/>
                    <a:gd name="connsiteX50" fmla="*/ 347555 w 3666524"/>
                    <a:gd name="connsiteY50" fmla="*/ 712734 h 826487"/>
                    <a:gd name="connsiteX51" fmla="*/ 352874 w 3666524"/>
                    <a:gd name="connsiteY51" fmla="*/ 720891 h 826487"/>
                    <a:gd name="connsiteX52" fmla="*/ 368479 w 3666524"/>
                    <a:gd name="connsiteY52" fmla="*/ 743854 h 826487"/>
                    <a:gd name="connsiteX53" fmla="*/ 371094 w 3666524"/>
                    <a:gd name="connsiteY53" fmla="*/ 747445 h 826487"/>
                    <a:gd name="connsiteX54" fmla="*/ 374685 w 3666524"/>
                    <a:gd name="connsiteY54" fmla="*/ 752189 h 826487"/>
                    <a:gd name="connsiteX55" fmla="*/ 379251 w 3666524"/>
                    <a:gd name="connsiteY55" fmla="*/ 757996 h 826487"/>
                    <a:gd name="connsiteX56" fmla="*/ 460111 w 3666524"/>
                    <a:gd name="connsiteY56" fmla="*/ 804056 h 826487"/>
                    <a:gd name="connsiteX57" fmla="*/ 465652 w 3666524"/>
                    <a:gd name="connsiteY57" fmla="*/ 804233 h 826487"/>
                    <a:gd name="connsiteX58" fmla="*/ 503866 w 3666524"/>
                    <a:gd name="connsiteY58" fmla="*/ 796254 h 826487"/>
                    <a:gd name="connsiteX59" fmla="*/ 507989 w 3666524"/>
                    <a:gd name="connsiteY59" fmla="*/ 794214 h 826487"/>
                    <a:gd name="connsiteX60" fmla="*/ 515879 w 3666524"/>
                    <a:gd name="connsiteY60" fmla="*/ 789560 h 826487"/>
                    <a:gd name="connsiteX61" fmla="*/ 519648 w 3666524"/>
                    <a:gd name="connsiteY61" fmla="*/ 786944 h 826487"/>
                    <a:gd name="connsiteX62" fmla="*/ 526873 w 3666524"/>
                    <a:gd name="connsiteY62" fmla="*/ 781225 h 826487"/>
                    <a:gd name="connsiteX63" fmla="*/ 530331 w 3666524"/>
                    <a:gd name="connsiteY63" fmla="*/ 778122 h 826487"/>
                    <a:gd name="connsiteX64" fmla="*/ 537025 w 3666524"/>
                    <a:gd name="connsiteY64" fmla="*/ 771473 h 826487"/>
                    <a:gd name="connsiteX65" fmla="*/ 543453 w 3666524"/>
                    <a:gd name="connsiteY65" fmla="*/ 764291 h 826487"/>
                    <a:gd name="connsiteX66" fmla="*/ 549660 w 3666524"/>
                    <a:gd name="connsiteY66" fmla="*/ 756666 h 826487"/>
                    <a:gd name="connsiteX67" fmla="*/ 552674 w 3666524"/>
                    <a:gd name="connsiteY67" fmla="*/ 752721 h 826487"/>
                    <a:gd name="connsiteX68" fmla="*/ 558614 w 3666524"/>
                    <a:gd name="connsiteY68" fmla="*/ 744564 h 826487"/>
                    <a:gd name="connsiteX69" fmla="*/ 578918 w 3666524"/>
                    <a:gd name="connsiteY69" fmla="*/ 714463 h 826487"/>
                    <a:gd name="connsiteX70" fmla="*/ 584814 w 3666524"/>
                    <a:gd name="connsiteY70" fmla="*/ 705686 h 826487"/>
                    <a:gd name="connsiteX71" fmla="*/ 617176 w 3666524"/>
                    <a:gd name="connsiteY71" fmla="*/ 664103 h 826487"/>
                    <a:gd name="connsiteX72" fmla="*/ 624623 w 3666524"/>
                    <a:gd name="connsiteY72" fmla="*/ 656744 h 826487"/>
                    <a:gd name="connsiteX73" fmla="*/ 717630 w 3666524"/>
                    <a:gd name="connsiteY73" fmla="*/ 621191 h 826487"/>
                    <a:gd name="connsiteX74" fmla="*/ 774462 w 3666524"/>
                    <a:gd name="connsiteY74" fmla="*/ 631697 h 826487"/>
                    <a:gd name="connsiteX75" fmla="*/ 792283 w 3666524"/>
                    <a:gd name="connsiteY75" fmla="*/ 640386 h 826487"/>
                    <a:gd name="connsiteX76" fmla="*/ 822118 w 3666524"/>
                    <a:gd name="connsiteY76" fmla="*/ 663083 h 826487"/>
                    <a:gd name="connsiteX77" fmla="*/ 835062 w 3666524"/>
                    <a:gd name="connsiteY77" fmla="*/ 676205 h 826487"/>
                    <a:gd name="connsiteX78" fmla="*/ 841269 w 3666524"/>
                    <a:gd name="connsiteY78" fmla="*/ 683032 h 826487"/>
                    <a:gd name="connsiteX79" fmla="*/ 859400 w 3666524"/>
                    <a:gd name="connsiteY79" fmla="*/ 703823 h 826487"/>
                    <a:gd name="connsiteX80" fmla="*/ 871680 w 3666524"/>
                    <a:gd name="connsiteY80" fmla="*/ 717433 h 826487"/>
                    <a:gd name="connsiteX81" fmla="*/ 884669 w 3666524"/>
                    <a:gd name="connsiteY81" fmla="*/ 730378 h 826487"/>
                    <a:gd name="connsiteX82" fmla="*/ 898855 w 3666524"/>
                    <a:gd name="connsiteY82" fmla="*/ 742170 h 826487"/>
                    <a:gd name="connsiteX83" fmla="*/ 942565 w 3666524"/>
                    <a:gd name="connsiteY83" fmla="*/ 763848 h 826487"/>
                    <a:gd name="connsiteX84" fmla="*/ 953204 w 3666524"/>
                    <a:gd name="connsiteY84" fmla="*/ 766419 h 826487"/>
                    <a:gd name="connsiteX85" fmla="*/ 976788 w 3666524"/>
                    <a:gd name="connsiteY85" fmla="*/ 769345 h 826487"/>
                    <a:gd name="connsiteX86" fmla="*/ 989866 w 3666524"/>
                    <a:gd name="connsiteY86" fmla="*/ 769611 h 826487"/>
                    <a:gd name="connsiteX87" fmla="*/ 1036192 w 3666524"/>
                    <a:gd name="connsiteY87" fmla="*/ 758661 h 826487"/>
                    <a:gd name="connsiteX88" fmla="*/ 1043329 w 3666524"/>
                    <a:gd name="connsiteY88" fmla="*/ 754361 h 826487"/>
                    <a:gd name="connsiteX89" fmla="*/ 1064386 w 3666524"/>
                    <a:gd name="connsiteY89" fmla="*/ 735299 h 826487"/>
                    <a:gd name="connsiteX90" fmla="*/ 1078971 w 3666524"/>
                    <a:gd name="connsiteY90" fmla="*/ 715305 h 826487"/>
                    <a:gd name="connsiteX91" fmla="*/ 1085621 w 3666524"/>
                    <a:gd name="connsiteY91" fmla="*/ 704533 h 826487"/>
                    <a:gd name="connsiteX92" fmla="*/ 1098699 w 3666524"/>
                    <a:gd name="connsiteY92" fmla="*/ 682456 h 826487"/>
                    <a:gd name="connsiteX93" fmla="*/ 1100959 w 3666524"/>
                    <a:gd name="connsiteY93" fmla="*/ 678777 h 826487"/>
                    <a:gd name="connsiteX94" fmla="*/ 1213870 w 3666524"/>
                    <a:gd name="connsiteY94" fmla="*/ 611305 h 826487"/>
                    <a:gd name="connsiteX95" fmla="*/ 1213870 w 3666524"/>
                    <a:gd name="connsiteY95" fmla="*/ 611305 h 826487"/>
                    <a:gd name="connsiteX96" fmla="*/ 1213870 w 3666524"/>
                    <a:gd name="connsiteY96" fmla="*/ 611305 h 826487"/>
                    <a:gd name="connsiteX97" fmla="*/ 1245035 w 3666524"/>
                    <a:gd name="connsiteY97" fmla="*/ 616669 h 826487"/>
                    <a:gd name="connsiteX98" fmla="*/ 1250443 w 3666524"/>
                    <a:gd name="connsiteY98" fmla="*/ 618797 h 826487"/>
                    <a:gd name="connsiteX99" fmla="*/ 1382860 w 3666524"/>
                    <a:gd name="connsiteY99" fmla="*/ 760213 h 826487"/>
                    <a:gd name="connsiteX100" fmla="*/ 1382904 w 3666524"/>
                    <a:gd name="connsiteY100" fmla="*/ 760257 h 826487"/>
                    <a:gd name="connsiteX101" fmla="*/ 1415310 w 3666524"/>
                    <a:gd name="connsiteY101" fmla="*/ 786944 h 826487"/>
                    <a:gd name="connsiteX102" fmla="*/ 1418857 w 3666524"/>
                    <a:gd name="connsiteY102" fmla="*/ 789116 h 826487"/>
                    <a:gd name="connsiteX103" fmla="*/ 1453878 w 3666524"/>
                    <a:gd name="connsiteY103" fmla="*/ 803879 h 826487"/>
                    <a:gd name="connsiteX104" fmla="*/ 1462789 w 3666524"/>
                    <a:gd name="connsiteY104" fmla="*/ 805829 h 826487"/>
                    <a:gd name="connsiteX105" fmla="*/ 1482161 w 3666524"/>
                    <a:gd name="connsiteY105" fmla="*/ 807913 h 826487"/>
                    <a:gd name="connsiteX106" fmla="*/ 1490407 w 3666524"/>
                    <a:gd name="connsiteY106" fmla="*/ 807824 h 826487"/>
                    <a:gd name="connsiteX107" fmla="*/ 1491471 w 3666524"/>
                    <a:gd name="connsiteY107" fmla="*/ 807780 h 826487"/>
                    <a:gd name="connsiteX108" fmla="*/ 1498963 w 3666524"/>
                    <a:gd name="connsiteY108" fmla="*/ 807026 h 826487"/>
                    <a:gd name="connsiteX109" fmla="*/ 1500293 w 3666524"/>
                    <a:gd name="connsiteY109" fmla="*/ 806849 h 826487"/>
                    <a:gd name="connsiteX110" fmla="*/ 1507341 w 3666524"/>
                    <a:gd name="connsiteY110" fmla="*/ 805519 h 826487"/>
                    <a:gd name="connsiteX111" fmla="*/ 1508494 w 3666524"/>
                    <a:gd name="connsiteY111" fmla="*/ 805253 h 826487"/>
                    <a:gd name="connsiteX112" fmla="*/ 1515454 w 3666524"/>
                    <a:gd name="connsiteY112" fmla="*/ 803302 h 826487"/>
                    <a:gd name="connsiteX113" fmla="*/ 1515986 w 3666524"/>
                    <a:gd name="connsiteY113" fmla="*/ 803125 h 826487"/>
                    <a:gd name="connsiteX114" fmla="*/ 1522636 w 3666524"/>
                    <a:gd name="connsiteY114" fmla="*/ 800642 h 826487"/>
                    <a:gd name="connsiteX115" fmla="*/ 1523212 w 3666524"/>
                    <a:gd name="connsiteY115" fmla="*/ 800421 h 826487"/>
                    <a:gd name="connsiteX116" fmla="*/ 1529551 w 3666524"/>
                    <a:gd name="connsiteY116" fmla="*/ 797450 h 826487"/>
                    <a:gd name="connsiteX117" fmla="*/ 1530571 w 3666524"/>
                    <a:gd name="connsiteY117" fmla="*/ 796919 h 826487"/>
                    <a:gd name="connsiteX118" fmla="*/ 1536511 w 3666524"/>
                    <a:gd name="connsiteY118" fmla="*/ 793594 h 826487"/>
                    <a:gd name="connsiteX119" fmla="*/ 1537531 w 3666524"/>
                    <a:gd name="connsiteY119" fmla="*/ 792973 h 826487"/>
                    <a:gd name="connsiteX120" fmla="*/ 1543294 w 3666524"/>
                    <a:gd name="connsiteY120" fmla="*/ 789205 h 826487"/>
                    <a:gd name="connsiteX121" fmla="*/ 1543959 w 3666524"/>
                    <a:gd name="connsiteY121" fmla="*/ 788717 h 826487"/>
                    <a:gd name="connsiteX122" fmla="*/ 1549722 w 3666524"/>
                    <a:gd name="connsiteY122" fmla="*/ 784462 h 826487"/>
                    <a:gd name="connsiteX123" fmla="*/ 1549810 w 3666524"/>
                    <a:gd name="connsiteY123" fmla="*/ 784417 h 826487"/>
                    <a:gd name="connsiteX124" fmla="*/ 1555396 w 3666524"/>
                    <a:gd name="connsiteY124" fmla="*/ 779851 h 826487"/>
                    <a:gd name="connsiteX125" fmla="*/ 1556061 w 3666524"/>
                    <a:gd name="connsiteY125" fmla="*/ 779275 h 826487"/>
                    <a:gd name="connsiteX126" fmla="*/ 1561204 w 3666524"/>
                    <a:gd name="connsiteY126" fmla="*/ 774665 h 826487"/>
                    <a:gd name="connsiteX127" fmla="*/ 1562001 w 3666524"/>
                    <a:gd name="connsiteY127" fmla="*/ 773911 h 826487"/>
                    <a:gd name="connsiteX128" fmla="*/ 1566966 w 3666524"/>
                    <a:gd name="connsiteY128" fmla="*/ 769123 h 826487"/>
                    <a:gd name="connsiteX129" fmla="*/ 1567587 w 3666524"/>
                    <a:gd name="connsiteY129" fmla="*/ 768502 h 826487"/>
                    <a:gd name="connsiteX130" fmla="*/ 1572597 w 3666524"/>
                    <a:gd name="connsiteY130" fmla="*/ 763404 h 826487"/>
                    <a:gd name="connsiteX131" fmla="*/ 1572597 w 3666524"/>
                    <a:gd name="connsiteY131" fmla="*/ 763404 h 826487"/>
                    <a:gd name="connsiteX132" fmla="*/ 1577695 w 3666524"/>
                    <a:gd name="connsiteY132" fmla="*/ 757952 h 826487"/>
                    <a:gd name="connsiteX133" fmla="*/ 1577916 w 3666524"/>
                    <a:gd name="connsiteY133" fmla="*/ 757730 h 826487"/>
                    <a:gd name="connsiteX134" fmla="*/ 1582837 w 3666524"/>
                    <a:gd name="connsiteY134" fmla="*/ 752322 h 826487"/>
                    <a:gd name="connsiteX135" fmla="*/ 1583147 w 3666524"/>
                    <a:gd name="connsiteY135" fmla="*/ 752011 h 826487"/>
                    <a:gd name="connsiteX136" fmla="*/ 1593654 w 3666524"/>
                    <a:gd name="connsiteY136" fmla="*/ 740264 h 826487"/>
                    <a:gd name="connsiteX137" fmla="*/ 1597067 w 3666524"/>
                    <a:gd name="connsiteY137" fmla="*/ 736495 h 826487"/>
                    <a:gd name="connsiteX138" fmla="*/ 1597954 w 3666524"/>
                    <a:gd name="connsiteY138" fmla="*/ 735520 h 826487"/>
                    <a:gd name="connsiteX139" fmla="*/ 1597865 w 3666524"/>
                    <a:gd name="connsiteY139" fmla="*/ 735520 h 826487"/>
                    <a:gd name="connsiteX140" fmla="*/ 1790483 w 3666524"/>
                    <a:gd name="connsiteY140" fmla="*/ 659094 h 826487"/>
                    <a:gd name="connsiteX141" fmla="*/ 1934204 w 3666524"/>
                    <a:gd name="connsiteY141" fmla="*/ 784861 h 826487"/>
                    <a:gd name="connsiteX142" fmla="*/ 1951094 w 3666524"/>
                    <a:gd name="connsiteY142" fmla="*/ 800775 h 826487"/>
                    <a:gd name="connsiteX143" fmla="*/ 1970245 w 3666524"/>
                    <a:gd name="connsiteY143" fmla="*/ 812878 h 826487"/>
                    <a:gd name="connsiteX144" fmla="*/ 1991081 w 3666524"/>
                    <a:gd name="connsiteY144" fmla="*/ 821168 h 826487"/>
                    <a:gd name="connsiteX145" fmla="*/ 2005621 w 3666524"/>
                    <a:gd name="connsiteY145" fmla="*/ 824581 h 826487"/>
                    <a:gd name="connsiteX146" fmla="*/ 2013025 w 3666524"/>
                    <a:gd name="connsiteY146" fmla="*/ 825645 h 826487"/>
                    <a:gd name="connsiteX147" fmla="*/ 2027964 w 3666524"/>
                    <a:gd name="connsiteY147" fmla="*/ 826487 h 826487"/>
                    <a:gd name="connsiteX148" fmla="*/ 2072473 w 3666524"/>
                    <a:gd name="connsiteY148" fmla="*/ 818862 h 826487"/>
                    <a:gd name="connsiteX149" fmla="*/ 2100135 w 3666524"/>
                    <a:gd name="connsiteY149" fmla="*/ 805253 h 826487"/>
                    <a:gd name="connsiteX150" fmla="*/ 2144333 w 3666524"/>
                    <a:gd name="connsiteY150" fmla="*/ 757597 h 826487"/>
                    <a:gd name="connsiteX151" fmla="*/ 2155549 w 3666524"/>
                    <a:gd name="connsiteY151" fmla="*/ 736761 h 826487"/>
                    <a:gd name="connsiteX152" fmla="*/ 2170444 w 3666524"/>
                    <a:gd name="connsiteY152" fmla="*/ 708656 h 826487"/>
                    <a:gd name="connsiteX153" fmla="*/ 2174256 w 3666524"/>
                    <a:gd name="connsiteY153" fmla="*/ 701696 h 826487"/>
                    <a:gd name="connsiteX154" fmla="*/ 2203515 w 3666524"/>
                    <a:gd name="connsiteY154" fmla="*/ 655946 h 826487"/>
                    <a:gd name="connsiteX155" fmla="*/ 2208258 w 3666524"/>
                    <a:gd name="connsiteY155" fmla="*/ 650050 h 826487"/>
                    <a:gd name="connsiteX156" fmla="*/ 2318332 w 3666524"/>
                    <a:gd name="connsiteY156" fmla="*/ 598360 h 826487"/>
                    <a:gd name="connsiteX157" fmla="*/ 2318332 w 3666524"/>
                    <a:gd name="connsiteY157" fmla="*/ 598360 h 826487"/>
                    <a:gd name="connsiteX158" fmla="*/ 2318332 w 3666524"/>
                    <a:gd name="connsiteY158" fmla="*/ 598360 h 826487"/>
                    <a:gd name="connsiteX159" fmla="*/ 2371662 w 3666524"/>
                    <a:gd name="connsiteY159" fmla="*/ 612014 h 826487"/>
                    <a:gd name="connsiteX160" fmla="*/ 2376805 w 3666524"/>
                    <a:gd name="connsiteY160" fmla="*/ 615073 h 826487"/>
                    <a:gd name="connsiteX161" fmla="*/ 2422332 w 3666524"/>
                    <a:gd name="connsiteY161" fmla="*/ 665610 h 826487"/>
                    <a:gd name="connsiteX162" fmla="*/ 2429736 w 3666524"/>
                    <a:gd name="connsiteY162" fmla="*/ 678644 h 826487"/>
                    <a:gd name="connsiteX163" fmla="*/ 2435676 w 3666524"/>
                    <a:gd name="connsiteY163" fmla="*/ 689903 h 826487"/>
                    <a:gd name="connsiteX164" fmla="*/ 2459482 w 3666524"/>
                    <a:gd name="connsiteY164" fmla="*/ 736229 h 826487"/>
                    <a:gd name="connsiteX165" fmla="*/ 2462984 w 3666524"/>
                    <a:gd name="connsiteY165" fmla="*/ 742259 h 826487"/>
                    <a:gd name="connsiteX166" fmla="*/ 2478278 w 3666524"/>
                    <a:gd name="connsiteY166" fmla="*/ 763493 h 826487"/>
                    <a:gd name="connsiteX167" fmla="*/ 2487366 w 3666524"/>
                    <a:gd name="connsiteY167" fmla="*/ 772847 h 826487"/>
                    <a:gd name="connsiteX168" fmla="*/ 2498005 w 3666524"/>
                    <a:gd name="connsiteY168" fmla="*/ 782245 h 826487"/>
                    <a:gd name="connsiteX169" fmla="*/ 2503857 w 3666524"/>
                    <a:gd name="connsiteY169" fmla="*/ 786856 h 826487"/>
                    <a:gd name="connsiteX170" fmla="*/ 2510063 w 3666524"/>
                    <a:gd name="connsiteY170" fmla="*/ 791377 h 826487"/>
                    <a:gd name="connsiteX171" fmla="*/ 2519949 w 3666524"/>
                    <a:gd name="connsiteY171" fmla="*/ 797894 h 826487"/>
                    <a:gd name="connsiteX172" fmla="*/ 2541627 w 3666524"/>
                    <a:gd name="connsiteY172" fmla="*/ 809420 h 826487"/>
                    <a:gd name="connsiteX173" fmla="*/ 2549341 w 3666524"/>
                    <a:gd name="connsiteY173" fmla="*/ 812700 h 826487"/>
                    <a:gd name="connsiteX174" fmla="*/ 2573767 w 3666524"/>
                    <a:gd name="connsiteY174" fmla="*/ 820325 h 826487"/>
                    <a:gd name="connsiteX175" fmla="*/ 2590967 w 3666524"/>
                    <a:gd name="connsiteY175" fmla="*/ 823163 h 826487"/>
                    <a:gd name="connsiteX176" fmla="*/ 2604222 w 3666524"/>
                    <a:gd name="connsiteY176" fmla="*/ 823916 h 826487"/>
                    <a:gd name="connsiteX177" fmla="*/ 2608700 w 3666524"/>
                    <a:gd name="connsiteY177" fmla="*/ 823872 h 826487"/>
                    <a:gd name="connsiteX178" fmla="*/ 2613222 w 3666524"/>
                    <a:gd name="connsiteY178" fmla="*/ 823695 h 826487"/>
                    <a:gd name="connsiteX179" fmla="*/ 2659237 w 3666524"/>
                    <a:gd name="connsiteY179" fmla="*/ 812434 h 826487"/>
                    <a:gd name="connsiteX180" fmla="*/ 2663892 w 3666524"/>
                    <a:gd name="connsiteY180" fmla="*/ 810262 h 826487"/>
                    <a:gd name="connsiteX181" fmla="*/ 2700952 w 3666524"/>
                    <a:gd name="connsiteY181" fmla="*/ 785082 h 826487"/>
                    <a:gd name="connsiteX182" fmla="*/ 2705519 w 3666524"/>
                    <a:gd name="connsiteY182" fmla="*/ 780871 h 826487"/>
                    <a:gd name="connsiteX183" fmla="*/ 2732560 w 3666524"/>
                    <a:gd name="connsiteY183" fmla="*/ 750238 h 826487"/>
                    <a:gd name="connsiteX184" fmla="*/ 2778044 w 3666524"/>
                    <a:gd name="connsiteY184" fmla="*/ 688485 h 826487"/>
                    <a:gd name="connsiteX185" fmla="*/ 2784339 w 3666524"/>
                    <a:gd name="connsiteY185" fmla="*/ 679885 h 826487"/>
                    <a:gd name="connsiteX186" fmla="*/ 2901860 w 3666524"/>
                    <a:gd name="connsiteY186" fmla="*/ 590868 h 826487"/>
                    <a:gd name="connsiteX187" fmla="*/ 2907978 w 3666524"/>
                    <a:gd name="connsiteY187" fmla="*/ 591046 h 826487"/>
                    <a:gd name="connsiteX188" fmla="*/ 2907978 w 3666524"/>
                    <a:gd name="connsiteY188" fmla="*/ 591046 h 826487"/>
                    <a:gd name="connsiteX189" fmla="*/ 2913741 w 3666524"/>
                    <a:gd name="connsiteY189" fmla="*/ 591622 h 826487"/>
                    <a:gd name="connsiteX190" fmla="*/ 2914805 w 3666524"/>
                    <a:gd name="connsiteY190" fmla="*/ 591799 h 826487"/>
                    <a:gd name="connsiteX191" fmla="*/ 2920036 w 3666524"/>
                    <a:gd name="connsiteY191" fmla="*/ 592952 h 826487"/>
                    <a:gd name="connsiteX192" fmla="*/ 2920036 w 3666524"/>
                    <a:gd name="connsiteY192" fmla="*/ 592996 h 826487"/>
                    <a:gd name="connsiteX193" fmla="*/ 3055423 w 3666524"/>
                    <a:gd name="connsiteY193" fmla="*/ 726654 h 826487"/>
                    <a:gd name="connsiteX194" fmla="*/ 3166738 w 3666524"/>
                    <a:gd name="connsiteY194" fmla="*/ 495202 h 826487"/>
                    <a:gd name="connsiteX195" fmla="*/ 3219802 w 3666524"/>
                    <a:gd name="connsiteY195" fmla="*/ 366199 h 826487"/>
                    <a:gd name="connsiteX196" fmla="*/ 3301637 w 3666524"/>
                    <a:gd name="connsiteY196" fmla="*/ 439168 h 826487"/>
                    <a:gd name="connsiteX197" fmla="*/ 3397481 w 3666524"/>
                    <a:gd name="connsiteY197" fmla="*/ 455393 h 826487"/>
                    <a:gd name="connsiteX198" fmla="*/ 3453515 w 3666524"/>
                    <a:gd name="connsiteY198" fmla="*/ 214365 h 826487"/>
                    <a:gd name="connsiteX199" fmla="*/ 3540492 w 3666524"/>
                    <a:gd name="connsiteY199" fmla="*/ 212902 h 826487"/>
                    <a:gd name="connsiteX200" fmla="*/ 3606811 w 3666524"/>
                    <a:gd name="connsiteY200" fmla="*/ 291767 h 826487"/>
                    <a:gd name="connsiteX201" fmla="*/ 3666525 w 3666524"/>
                    <a:gd name="connsiteY201" fmla="*/ 176063 h 826487"/>
                    <a:gd name="connsiteX202" fmla="*/ 3666525 w 3666524"/>
                    <a:gd name="connsiteY202" fmla="*/ 107262 h 826487"/>
                    <a:gd name="connsiteX203" fmla="*/ 3606014 w 3666524"/>
                    <a:gd name="connsiteY203" fmla="*/ 93652 h 826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</a:cxnLst>
                  <a:rect l="l" t="t" r="r" b="b"/>
                  <a:pathLst>
                    <a:path w="3666524" h="826487">
                      <a:moveTo>
                        <a:pt x="3606014" y="93652"/>
                      </a:moveTo>
                      <a:cubicBezTo>
                        <a:pt x="3585355" y="60227"/>
                        <a:pt x="3523469" y="-29676"/>
                        <a:pt x="3435029" y="48922"/>
                      </a:cubicBezTo>
                      <a:cubicBezTo>
                        <a:pt x="3346589" y="127565"/>
                        <a:pt x="3299908" y="80885"/>
                        <a:pt x="3271403" y="56281"/>
                      </a:cubicBezTo>
                      <a:cubicBezTo>
                        <a:pt x="3242898" y="31722"/>
                        <a:pt x="3186598" y="-16998"/>
                        <a:pt x="3103345" y="68073"/>
                      </a:cubicBezTo>
                      <a:cubicBezTo>
                        <a:pt x="3037025" y="135900"/>
                        <a:pt x="2961441" y="73925"/>
                        <a:pt x="2920524" y="40056"/>
                      </a:cubicBezTo>
                      <a:cubicBezTo>
                        <a:pt x="2877789" y="4680"/>
                        <a:pt x="2809962" y="-14471"/>
                        <a:pt x="2762794" y="51360"/>
                      </a:cubicBezTo>
                      <a:cubicBezTo>
                        <a:pt x="2730787" y="96002"/>
                        <a:pt x="2676304" y="128984"/>
                        <a:pt x="2623240" y="91657"/>
                      </a:cubicBezTo>
                      <a:cubicBezTo>
                        <a:pt x="2570176" y="54330"/>
                        <a:pt x="2509221" y="-45458"/>
                        <a:pt x="2407526" y="50385"/>
                      </a:cubicBezTo>
                      <a:cubicBezTo>
                        <a:pt x="2305831" y="146229"/>
                        <a:pt x="2289118" y="101986"/>
                        <a:pt x="2241905" y="62177"/>
                      </a:cubicBezTo>
                      <a:cubicBezTo>
                        <a:pt x="2194737" y="22368"/>
                        <a:pt x="2150007" y="-23825"/>
                        <a:pt x="2086614" y="54330"/>
                      </a:cubicBezTo>
                      <a:cubicBezTo>
                        <a:pt x="2023221" y="132442"/>
                        <a:pt x="1966699" y="115241"/>
                        <a:pt x="1926402" y="73969"/>
                      </a:cubicBezTo>
                      <a:cubicBezTo>
                        <a:pt x="1894661" y="41475"/>
                        <a:pt x="1842882" y="-48872"/>
                        <a:pt x="1761801" y="34160"/>
                      </a:cubicBezTo>
                      <a:cubicBezTo>
                        <a:pt x="1690207" y="107484"/>
                        <a:pt x="1624685" y="127033"/>
                        <a:pt x="1546574" y="69536"/>
                      </a:cubicBezTo>
                      <a:cubicBezTo>
                        <a:pt x="1468463" y="12039"/>
                        <a:pt x="1425684" y="-23337"/>
                        <a:pt x="1362291" y="53311"/>
                      </a:cubicBezTo>
                      <a:cubicBezTo>
                        <a:pt x="1298897" y="129959"/>
                        <a:pt x="1242863" y="125526"/>
                        <a:pt x="1194232" y="88687"/>
                      </a:cubicBezTo>
                      <a:cubicBezTo>
                        <a:pt x="1145601" y="51848"/>
                        <a:pt x="1110225" y="-2723"/>
                        <a:pt x="1045324" y="62133"/>
                      </a:cubicBezTo>
                      <a:cubicBezTo>
                        <a:pt x="980468" y="126989"/>
                        <a:pt x="917075" y="115197"/>
                        <a:pt x="892028" y="87180"/>
                      </a:cubicBezTo>
                      <a:cubicBezTo>
                        <a:pt x="866981" y="59163"/>
                        <a:pt x="847785" y="48833"/>
                        <a:pt x="835993" y="47371"/>
                      </a:cubicBezTo>
                      <a:cubicBezTo>
                        <a:pt x="835993" y="47371"/>
                        <a:pt x="764088" y="62798"/>
                        <a:pt x="743120" y="138781"/>
                      </a:cubicBezTo>
                      <a:cubicBezTo>
                        <a:pt x="711689" y="252800"/>
                        <a:pt x="651709" y="160902"/>
                        <a:pt x="592749" y="161390"/>
                      </a:cubicBezTo>
                      <a:cubicBezTo>
                        <a:pt x="544606" y="161789"/>
                        <a:pt x="533789" y="241984"/>
                        <a:pt x="527893" y="275897"/>
                      </a:cubicBezTo>
                      <a:cubicBezTo>
                        <a:pt x="521997" y="309810"/>
                        <a:pt x="496640" y="373247"/>
                        <a:pt x="416844" y="327498"/>
                      </a:cubicBezTo>
                      <a:cubicBezTo>
                        <a:pt x="336250" y="281305"/>
                        <a:pt x="298924" y="391379"/>
                        <a:pt x="277290" y="445418"/>
                      </a:cubicBezTo>
                      <a:cubicBezTo>
                        <a:pt x="266296" y="472859"/>
                        <a:pt x="250470" y="533593"/>
                        <a:pt x="184417" y="508812"/>
                      </a:cubicBezTo>
                      <a:cubicBezTo>
                        <a:pt x="90081" y="473436"/>
                        <a:pt x="31697" y="527165"/>
                        <a:pt x="0" y="614142"/>
                      </a:cubicBezTo>
                      <a:lnTo>
                        <a:pt x="0" y="753253"/>
                      </a:lnTo>
                      <a:cubicBezTo>
                        <a:pt x="0" y="753253"/>
                        <a:pt x="6605" y="743411"/>
                        <a:pt x="15959" y="728028"/>
                      </a:cubicBezTo>
                      <a:cubicBezTo>
                        <a:pt x="18043" y="724615"/>
                        <a:pt x="20348" y="720935"/>
                        <a:pt x="22875" y="717123"/>
                      </a:cubicBezTo>
                      <a:cubicBezTo>
                        <a:pt x="24160" y="715217"/>
                        <a:pt x="25490" y="713266"/>
                        <a:pt x="26865" y="711227"/>
                      </a:cubicBezTo>
                      <a:cubicBezTo>
                        <a:pt x="33869" y="701252"/>
                        <a:pt x="42336" y="690347"/>
                        <a:pt x="52399" y="679575"/>
                      </a:cubicBezTo>
                      <a:cubicBezTo>
                        <a:pt x="76560" y="653685"/>
                        <a:pt x="109763" y="628284"/>
                        <a:pt x="152764" y="617068"/>
                      </a:cubicBezTo>
                      <a:cubicBezTo>
                        <a:pt x="159946" y="615206"/>
                        <a:pt x="167349" y="613699"/>
                        <a:pt x="175063" y="612679"/>
                      </a:cubicBezTo>
                      <a:cubicBezTo>
                        <a:pt x="178920" y="612147"/>
                        <a:pt x="182821" y="611748"/>
                        <a:pt x="186855" y="611482"/>
                      </a:cubicBezTo>
                      <a:cubicBezTo>
                        <a:pt x="191997" y="611128"/>
                        <a:pt x="197007" y="610994"/>
                        <a:pt x="201795" y="610994"/>
                      </a:cubicBezTo>
                      <a:cubicBezTo>
                        <a:pt x="206627" y="611039"/>
                        <a:pt x="211237" y="611260"/>
                        <a:pt x="215759" y="611660"/>
                      </a:cubicBezTo>
                      <a:cubicBezTo>
                        <a:pt x="220236" y="612058"/>
                        <a:pt x="224581" y="612679"/>
                        <a:pt x="228792" y="613433"/>
                      </a:cubicBezTo>
                      <a:cubicBezTo>
                        <a:pt x="232560" y="614098"/>
                        <a:pt x="236195" y="614940"/>
                        <a:pt x="239742" y="615871"/>
                      </a:cubicBezTo>
                      <a:cubicBezTo>
                        <a:pt x="242091" y="616491"/>
                        <a:pt x="244441" y="617157"/>
                        <a:pt x="246702" y="617910"/>
                      </a:cubicBezTo>
                      <a:cubicBezTo>
                        <a:pt x="248608" y="618531"/>
                        <a:pt x="250470" y="619196"/>
                        <a:pt x="252287" y="619861"/>
                      </a:cubicBezTo>
                      <a:cubicBezTo>
                        <a:pt x="255923" y="621235"/>
                        <a:pt x="259469" y="622742"/>
                        <a:pt x="262883" y="624382"/>
                      </a:cubicBezTo>
                      <a:cubicBezTo>
                        <a:pt x="264567" y="625225"/>
                        <a:pt x="266252" y="626067"/>
                        <a:pt x="267892" y="626954"/>
                      </a:cubicBezTo>
                      <a:cubicBezTo>
                        <a:pt x="270153" y="628195"/>
                        <a:pt x="272369" y="629481"/>
                        <a:pt x="274542" y="630855"/>
                      </a:cubicBezTo>
                      <a:cubicBezTo>
                        <a:pt x="277999" y="632983"/>
                        <a:pt x="281280" y="635244"/>
                        <a:pt x="284516" y="637637"/>
                      </a:cubicBezTo>
                      <a:cubicBezTo>
                        <a:pt x="286600" y="639189"/>
                        <a:pt x="288639" y="640785"/>
                        <a:pt x="290634" y="642425"/>
                      </a:cubicBezTo>
                      <a:cubicBezTo>
                        <a:pt x="292052" y="643578"/>
                        <a:pt x="293427" y="644775"/>
                        <a:pt x="294757" y="645972"/>
                      </a:cubicBezTo>
                      <a:cubicBezTo>
                        <a:pt x="297461" y="648365"/>
                        <a:pt x="300076" y="650892"/>
                        <a:pt x="302647" y="653464"/>
                      </a:cubicBezTo>
                      <a:cubicBezTo>
                        <a:pt x="309341" y="660202"/>
                        <a:pt x="315503" y="667472"/>
                        <a:pt x="321355" y="675053"/>
                      </a:cubicBezTo>
                      <a:cubicBezTo>
                        <a:pt x="324458" y="679043"/>
                        <a:pt x="327428" y="683121"/>
                        <a:pt x="330354" y="687244"/>
                      </a:cubicBezTo>
                      <a:cubicBezTo>
                        <a:pt x="332837" y="690746"/>
                        <a:pt x="335231" y="694248"/>
                        <a:pt x="337625" y="697795"/>
                      </a:cubicBezTo>
                      <a:cubicBezTo>
                        <a:pt x="338999" y="699834"/>
                        <a:pt x="340329" y="701873"/>
                        <a:pt x="341703" y="703868"/>
                      </a:cubicBezTo>
                      <a:cubicBezTo>
                        <a:pt x="343654" y="706838"/>
                        <a:pt x="345604" y="709808"/>
                        <a:pt x="347555" y="712734"/>
                      </a:cubicBezTo>
                      <a:cubicBezTo>
                        <a:pt x="349328" y="715483"/>
                        <a:pt x="351101" y="718187"/>
                        <a:pt x="352874" y="720891"/>
                      </a:cubicBezTo>
                      <a:cubicBezTo>
                        <a:pt x="358017" y="728737"/>
                        <a:pt x="363159" y="736451"/>
                        <a:pt x="368479" y="743854"/>
                      </a:cubicBezTo>
                      <a:cubicBezTo>
                        <a:pt x="369321" y="745051"/>
                        <a:pt x="370208" y="746248"/>
                        <a:pt x="371094" y="747445"/>
                      </a:cubicBezTo>
                      <a:cubicBezTo>
                        <a:pt x="372291" y="749041"/>
                        <a:pt x="373488" y="750637"/>
                        <a:pt x="374685" y="752189"/>
                      </a:cubicBezTo>
                      <a:cubicBezTo>
                        <a:pt x="376193" y="754139"/>
                        <a:pt x="377700" y="756090"/>
                        <a:pt x="379251" y="757996"/>
                      </a:cubicBezTo>
                      <a:cubicBezTo>
                        <a:pt x="399777" y="783132"/>
                        <a:pt x="423981" y="801972"/>
                        <a:pt x="460111" y="804056"/>
                      </a:cubicBezTo>
                      <a:cubicBezTo>
                        <a:pt x="461973" y="804144"/>
                        <a:pt x="463835" y="804233"/>
                        <a:pt x="465652" y="804233"/>
                      </a:cubicBezTo>
                      <a:cubicBezTo>
                        <a:pt x="480149" y="804322"/>
                        <a:pt x="492694" y="801440"/>
                        <a:pt x="503866" y="796254"/>
                      </a:cubicBezTo>
                      <a:cubicBezTo>
                        <a:pt x="505240" y="795589"/>
                        <a:pt x="506614" y="794924"/>
                        <a:pt x="507989" y="794214"/>
                      </a:cubicBezTo>
                      <a:cubicBezTo>
                        <a:pt x="510693" y="792796"/>
                        <a:pt x="513308" y="791244"/>
                        <a:pt x="515879" y="789560"/>
                      </a:cubicBezTo>
                      <a:cubicBezTo>
                        <a:pt x="517165" y="788717"/>
                        <a:pt x="518406" y="787831"/>
                        <a:pt x="519648" y="786944"/>
                      </a:cubicBezTo>
                      <a:cubicBezTo>
                        <a:pt x="522130" y="785127"/>
                        <a:pt x="524524" y="783220"/>
                        <a:pt x="526873" y="781225"/>
                      </a:cubicBezTo>
                      <a:cubicBezTo>
                        <a:pt x="528026" y="780206"/>
                        <a:pt x="529223" y="779186"/>
                        <a:pt x="530331" y="778122"/>
                      </a:cubicBezTo>
                      <a:cubicBezTo>
                        <a:pt x="532637" y="775994"/>
                        <a:pt x="534853" y="773778"/>
                        <a:pt x="537025" y="771473"/>
                      </a:cubicBezTo>
                      <a:cubicBezTo>
                        <a:pt x="539197" y="769167"/>
                        <a:pt x="541370" y="766774"/>
                        <a:pt x="543453" y="764291"/>
                      </a:cubicBezTo>
                      <a:cubicBezTo>
                        <a:pt x="545537" y="761808"/>
                        <a:pt x="547620" y="759282"/>
                        <a:pt x="549660" y="756666"/>
                      </a:cubicBezTo>
                      <a:cubicBezTo>
                        <a:pt x="550679" y="755380"/>
                        <a:pt x="551699" y="754051"/>
                        <a:pt x="552674" y="752721"/>
                      </a:cubicBezTo>
                      <a:cubicBezTo>
                        <a:pt x="554669" y="750061"/>
                        <a:pt x="556664" y="747357"/>
                        <a:pt x="558614" y="744564"/>
                      </a:cubicBezTo>
                      <a:cubicBezTo>
                        <a:pt x="565486" y="734900"/>
                        <a:pt x="572091" y="724703"/>
                        <a:pt x="578918" y="714463"/>
                      </a:cubicBezTo>
                      <a:cubicBezTo>
                        <a:pt x="580869" y="711537"/>
                        <a:pt x="582819" y="708611"/>
                        <a:pt x="584814" y="705686"/>
                      </a:cubicBezTo>
                      <a:cubicBezTo>
                        <a:pt x="594700" y="691101"/>
                        <a:pt x="605118" y="676737"/>
                        <a:pt x="617176" y="664103"/>
                      </a:cubicBezTo>
                      <a:cubicBezTo>
                        <a:pt x="619570" y="661576"/>
                        <a:pt x="622052" y="659138"/>
                        <a:pt x="624623" y="656744"/>
                      </a:cubicBezTo>
                      <a:cubicBezTo>
                        <a:pt x="647542" y="635376"/>
                        <a:pt x="676446" y="620614"/>
                        <a:pt x="717630" y="621191"/>
                      </a:cubicBezTo>
                      <a:cubicBezTo>
                        <a:pt x="740061" y="621501"/>
                        <a:pt x="758591" y="625402"/>
                        <a:pt x="774462" y="631697"/>
                      </a:cubicBezTo>
                      <a:cubicBezTo>
                        <a:pt x="780801" y="634224"/>
                        <a:pt x="786742" y="637150"/>
                        <a:pt x="792283" y="640386"/>
                      </a:cubicBezTo>
                      <a:cubicBezTo>
                        <a:pt x="803410" y="646858"/>
                        <a:pt x="813163" y="654616"/>
                        <a:pt x="822118" y="663083"/>
                      </a:cubicBezTo>
                      <a:cubicBezTo>
                        <a:pt x="826595" y="667295"/>
                        <a:pt x="830895" y="671684"/>
                        <a:pt x="835062" y="676205"/>
                      </a:cubicBezTo>
                      <a:cubicBezTo>
                        <a:pt x="837146" y="678466"/>
                        <a:pt x="839229" y="680727"/>
                        <a:pt x="841269" y="683032"/>
                      </a:cubicBezTo>
                      <a:cubicBezTo>
                        <a:pt x="847386" y="689903"/>
                        <a:pt x="853327" y="696908"/>
                        <a:pt x="859400" y="703823"/>
                      </a:cubicBezTo>
                      <a:cubicBezTo>
                        <a:pt x="863434" y="708434"/>
                        <a:pt x="867513" y="713000"/>
                        <a:pt x="871680" y="717433"/>
                      </a:cubicBezTo>
                      <a:cubicBezTo>
                        <a:pt x="875891" y="721866"/>
                        <a:pt x="880191" y="726211"/>
                        <a:pt x="884669" y="730378"/>
                      </a:cubicBezTo>
                      <a:cubicBezTo>
                        <a:pt x="889190" y="734545"/>
                        <a:pt x="893890" y="738490"/>
                        <a:pt x="898855" y="742170"/>
                      </a:cubicBezTo>
                      <a:cubicBezTo>
                        <a:pt x="911312" y="751391"/>
                        <a:pt x="925453" y="759016"/>
                        <a:pt x="942565" y="763848"/>
                      </a:cubicBezTo>
                      <a:cubicBezTo>
                        <a:pt x="945978" y="764823"/>
                        <a:pt x="949525" y="765665"/>
                        <a:pt x="953204" y="766419"/>
                      </a:cubicBezTo>
                      <a:cubicBezTo>
                        <a:pt x="960519" y="767882"/>
                        <a:pt x="968366" y="768901"/>
                        <a:pt x="976788" y="769345"/>
                      </a:cubicBezTo>
                      <a:cubicBezTo>
                        <a:pt x="981000" y="769566"/>
                        <a:pt x="985344" y="769655"/>
                        <a:pt x="989866" y="769611"/>
                      </a:cubicBezTo>
                      <a:cubicBezTo>
                        <a:pt x="1008751" y="769345"/>
                        <a:pt x="1023779" y="765311"/>
                        <a:pt x="1036192" y="758661"/>
                      </a:cubicBezTo>
                      <a:cubicBezTo>
                        <a:pt x="1038674" y="757331"/>
                        <a:pt x="1041068" y="755912"/>
                        <a:pt x="1043329" y="754361"/>
                      </a:cubicBezTo>
                      <a:cubicBezTo>
                        <a:pt x="1051353" y="749041"/>
                        <a:pt x="1058224" y="742525"/>
                        <a:pt x="1064386" y="735299"/>
                      </a:cubicBezTo>
                      <a:cubicBezTo>
                        <a:pt x="1069662" y="729092"/>
                        <a:pt x="1074449" y="722354"/>
                        <a:pt x="1078971" y="715305"/>
                      </a:cubicBezTo>
                      <a:cubicBezTo>
                        <a:pt x="1081232" y="711803"/>
                        <a:pt x="1083449" y="708168"/>
                        <a:pt x="1085621" y="704533"/>
                      </a:cubicBezTo>
                      <a:cubicBezTo>
                        <a:pt x="1090010" y="697263"/>
                        <a:pt x="1094265" y="689815"/>
                        <a:pt x="1098699" y="682456"/>
                      </a:cubicBezTo>
                      <a:cubicBezTo>
                        <a:pt x="1099452" y="681215"/>
                        <a:pt x="1100206" y="680018"/>
                        <a:pt x="1100959" y="678777"/>
                      </a:cubicBezTo>
                      <a:cubicBezTo>
                        <a:pt x="1122815" y="643445"/>
                        <a:pt x="1149989" y="611305"/>
                        <a:pt x="1213870" y="611305"/>
                      </a:cubicBezTo>
                      <a:lnTo>
                        <a:pt x="1213870" y="611305"/>
                      </a:lnTo>
                      <a:lnTo>
                        <a:pt x="1213870" y="611305"/>
                      </a:lnTo>
                      <a:cubicBezTo>
                        <a:pt x="1225131" y="611305"/>
                        <a:pt x="1235415" y="613211"/>
                        <a:pt x="1245035" y="616669"/>
                      </a:cubicBezTo>
                      <a:cubicBezTo>
                        <a:pt x="1246853" y="617334"/>
                        <a:pt x="1248670" y="618043"/>
                        <a:pt x="1250443" y="618797"/>
                      </a:cubicBezTo>
                      <a:cubicBezTo>
                        <a:pt x="1303907" y="641627"/>
                        <a:pt x="1335293" y="712025"/>
                        <a:pt x="1382860" y="760213"/>
                      </a:cubicBezTo>
                      <a:cubicBezTo>
                        <a:pt x="1382860" y="760213"/>
                        <a:pt x="1382904" y="760257"/>
                        <a:pt x="1382904" y="760257"/>
                      </a:cubicBezTo>
                      <a:cubicBezTo>
                        <a:pt x="1392879" y="770364"/>
                        <a:pt x="1403563" y="779452"/>
                        <a:pt x="1415310" y="786944"/>
                      </a:cubicBezTo>
                      <a:cubicBezTo>
                        <a:pt x="1416463" y="787698"/>
                        <a:pt x="1417660" y="788407"/>
                        <a:pt x="1418857" y="789116"/>
                      </a:cubicBezTo>
                      <a:cubicBezTo>
                        <a:pt x="1429585" y="795544"/>
                        <a:pt x="1441155" y="800598"/>
                        <a:pt x="1453878" y="803879"/>
                      </a:cubicBezTo>
                      <a:cubicBezTo>
                        <a:pt x="1456804" y="804632"/>
                        <a:pt x="1459730" y="805253"/>
                        <a:pt x="1462789" y="805829"/>
                      </a:cubicBezTo>
                      <a:cubicBezTo>
                        <a:pt x="1468995" y="806937"/>
                        <a:pt x="1475423" y="807691"/>
                        <a:pt x="1482161" y="807913"/>
                      </a:cubicBezTo>
                      <a:cubicBezTo>
                        <a:pt x="1484954" y="808001"/>
                        <a:pt x="1487703" y="807957"/>
                        <a:pt x="1490407" y="807824"/>
                      </a:cubicBezTo>
                      <a:cubicBezTo>
                        <a:pt x="1490762" y="807824"/>
                        <a:pt x="1491116" y="807780"/>
                        <a:pt x="1491471" y="807780"/>
                      </a:cubicBezTo>
                      <a:cubicBezTo>
                        <a:pt x="1493998" y="807647"/>
                        <a:pt x="1496480" y="807381"/>
                        <a:pt x="1498963" y="807026"/>
                      </a:cubicBezTo>
                      <a:cubicBezTo>
                        <a:pt x="1499406" y="806982"/>
                        <a:pt x="1499849" y="806893"/>
                        <a:pt x="1500293" y="806849"/>
                      </a:cubicBezTo>
                      <a:cubicBezTo>
                        <a:pt x="1502687" y="806494"/>
                        <a:pt x="1505036" y="806051"/>
                        <a:pt x="1507341" y="805519"/>
                      </a:cubicBezTo>
                      <a:cubicBezTo>
                        <a:pt x="1507740" y="805430"/>
                        <a:pt x="1508095" y="805342"/>
                        <a:pt x="1508494" y="805253"/>
                      </a:cubicBezTo>
                      <a:cubicBezTo>
                        <a:pt x="1510843" y="804676"/>
                        <a:pt x="1513193" y="804012"/>
                        <a:pt x="1515454" y="803302"/>
                      </a:cubicBezTo>
                      <a:cubicBezTo>
                        <a:pt x="1515631" y="803258"/>
                        <a:pt x="1515809" y="803169"/>
                        <a:pt x="1515986" y="803125"/>
                      </a:cubicBezTo>
                      <a:cubicBezTo>
                        <a:pt x="1518247" y="802371"/>
                        <a:pt x="1520463" y="801529"/>
                        <a:pt x="1522636" y="800642"/>
                      </a:cubicBezTo>
                      <a:cubicBezTo>
                        <a:pt x="1522813" y="800554"/>
                        <a:pt x="1523034" y="800465"/>
                        <a:pt x="1523212" y="800421"/>
                      </a:cubicBezTo>
                      <a:cubicBezTo>
                        <a:pt x="1525384" y="799490"/>
                        <a:pt x="1527468" y="798514"/>
                        <a:pt x="1529551" y="797450"/>
                      </a:cubicBezTo>
                      <a:cubicBezTo>
                        <a:pt x="1529906" y="797273"/>
                        <a:pt x="1530216" y="797096"/>
                        <a:pt x="1530571" y="796919"/>
                      </a:cubicBezTo>
                      <a:cubicBezTo>
                        <a:pt x="1532566" y="795855"/>
                        <a:pt x="1534561" y="794746"/>
                        <a:pt x="1536511" y="793594"/>
                      </a:cubicBezTo>
                      <a:cubicBezTo>
                        <a:pt x="1536866" y="793372"/>
                        <a:pt x="1537176" y="793195"/>
                        <a:pt x="1537531" y="792973"/>
                      </a:cubicBezTo>
                      <a:cubicBezTo>
                        <a:pt x="1539481" y="791776"/>
                        <a:pt x="1541432" y="790535"/>
                        <a:pt x="1543294" y="789205"/>
                      </a:cubicBezTo>
                      <a:cubicBezTo>
                        <a:pt x="1543515" y="789028"/>
                        <a:pt x="1543737" y="788895"/>
                        <a:pt x="1543959" y="788717"/>
                      </a:cubicBezTo>
                      <a:cubicBezTo>
                        <a:pt x="1545909" y="787343"/>
                        <a:pt x="1547860" y="785925"/>
                        <a:pt x="1549722" y="784462"/>
                      </a:cubicBezTo>
                      <a:cubicBezTo>
                        <a:pt x="1549766" y="784462"/>
                        <a:pt x="1549766" y="784417"/>
                        <a:pt x="1549810" y="784417"/>
                      </a:cubicBezTo>
                      <a:cubicBezTo>
                        <a:pt x="1551717" y="782954"/>
                        <a:pt x="1553579" y="781403"/>
                        <a:pt x="1555396" y="779851"/>
                      </a:cubicBezTo>
                      <a:cubicBezTo>
                        <a:pt x="1555618" y="779674"/>
                        <a:pt x="1555839" y="779452"/>
                        <a:pt x="1556061" y="779275"/>
                      </a:cubicBezTo>
                      <a:cubicBezTo>
                        <a:pt x="1557790" y="777768"/>
                        <a:pt x="1559519" y="776216"/>
                        <a:pt x="1561204" y="774665"/>
                      </a:cubicBezTo>
                      <a:cubicBezTo>
                        <a:pt x="1561470" y="774399"/>
                        <a:pt x="1561735" y="774177"/>
                        <a:pt x="1562001" y="773911"/>
                      </a:cubicBezTo>
                      <a:cubicBezTo>
                        <a:pt x="1563686" y="772359"/>
                        <a:pt x="1565326" y="770763"/>
                        <a:pt x="1566966" y="769123"/>
                      </a:cubicBezTo>
                      <a:cubicBezTo>
                        <a:pt x="1567188" y="768901"/>
                        <a:pt x="1567410" y="768680"/>
                        <a:pt x="1567587" y="768502"/>
                      </a:cubicBezTo>
                      <a:cubicBezTo>
                        <a:pt x="1569272" y="766818"/>
                        <a:pt x="1570956" y="765133"/>
                        <a:pt x="1572597" y="763404"/>
                      </a:cubicBezTo>
                      <a:cubicBezTo>
                        <a:pt x="1572597" y="763404"/>
                        <a:pt x="1572597" y="763404"/>
                        <a:pt x="1572597" y="763404"/>
                      </a:cubicBezTo>
                      <a:cubicBezTo>
                        <a:pt x="1574325" y="761587"/>
                        <a:pt x="1576010" y="759769"/>
                        <a:pt x="1577695" y="757952"/>
                      </a:cubicBezTo>
                      <a:cubicBezTo>
                        <a:pt x="1577783" y="757863"/>
                        <a:pt x="1577828" y="757774"/>
                        <a:pt x="1577916" y="757730"/>
                      </a:cubicBezTo>
                      <a:cubicBezTo>
                        <a:pt x="1579556" y="755912"/>
                        <a:pt x="1581197" y="754139"/>
                        <a:pt x="1582837" y="752322"/>
                      </a:cubicBezTo>
                      <a:cubicBezTo>
                        <a:pt x="1582926" y="752233"/>
                        <a:pt x="1583014" y="752100"/>
                        <a:pt x="1583147" y="752011"/>
                      </a:cubicBezTo>
                      <a:cubicBezTo>
                        <a:pt x="1586738" y="748066"/>
                        <a:pt x="1590196" y="744120"/>
                        <a:pt x="1593654" y="740264"/>
                      </a:cubicBezTo>
                      <a:cubicBezTo>
                        <a:pt x="1594806" y="738978"/>
                        <a:pt x="1595915" y="737737"/>
                        <a:pt x="1597067" y="736495"/>
                      </a:cubicBezTo>
                      <a:cubicBezTo>
                        <a:pt x="1597378" y="736185"/>
                        <a:pt x="1597644" y="735831"/>
                        <a:pt x="1597954" y="735520"/>
                      </a:cubicBezTo>
                      <a:cubicBezTo>
                        <a:pt x="1597954" y="735520"/>
                        <a:pt x="1597865" y="735520"/>
                        <a:pt x="1597865" y="735520"/>
                      </a:cubicBezTo>
                      <a:cubicBezTo>
                        <a:pt x="1597865" y="735520"/>
                        <a:pt x="1671942" y="633470"/>
                        <a:pt x="1790483" y="659094"/>
                      </a:cubicBezTo>
                      <a:cubicBezTo>
                        <a:pt x="1889253" y="680461"/>
                        <a:pt x="1910398" y="752942"/>
                        <a:pt x="1934204" y="784861"/>
                      </a:cubicBezTo>
                      <a:cubicBezTo>
                        <a:pt x="1939391" y="790801"/>
                        <a:pt x="1945065" y="796121"/>
                        <a:pt x="1951094" y="800775"/>
                      </a:cubicBezTo>
                      <a:cubicBezTo>
                        <a:pt x="1957123" y="805430"/>
                        <a:pt x="1963551" y="809464"/>
                        <a:pt x="1970245" y="812878"/>
                      </a:cubicBezTo>
                      <a:cubicBezTo>
                        <a:pt x="1976939" y="816291"/>
                        <a:pt x="1983899" y="819040"/>
                        <a:pt x="1991081" y="821168"/>
                      </a:cubicBezTo>
                      <a:cubicBezTo>
                        <a:pt x="1995869" y="822586"/>
                        <a:pt x="2000701" y="823739"/>
                        <a:pt x="2005621" y="824581"/>
                      </a:cubicBezTo>
                      <a:cubicBezTo>
                        <a:pt x="2008060" y="825024"/>
                        <a:pt x="2010542" y="825379"/>
                        <a:pt x="2013025" y="825645"/>
                      </a:cubicBezTo>
                      <a:cubicBezTo>
                        <a:pt x="2017990" y="826221"/>
                        <a:pt x="2022955" y="826487"/>
                        <a:pt x="2027964" y="826487"/>
                      </a:cubicBezTo>
                      <a:cubicBezTo>
                        <a:pt x="2042948" y="826487"/>
                        <a:pt x="2058065" y="823961"/>
                        <a:pt x="2072473" y="818862"/>
                      </a:cubicBezTo>
                      <a:cubicBezTo>
                        <a:pt x="2082092" y="815449"/>
                        <a:pt x="2091357" y="810927"/>
                        <a:pt x="2100135" y="805253"/>
                      </a:cubicBezTo>
                      <a:cubicBezTo>
                        <a:pt x="2117646" y="793904"/>
                        <a:pt x="2132984" y="778033"/>
                        <a:pt x="2144333" y="757597"/>
                      </a:cubicBezTo>
                      <a:cubicBezTo>
                        <a:pt x="2148145" y="750770"/>
                        <a:pt x="2151869" y="743766"/>
                        <a:pt x="2155549" y="736761"/>
                      </a:cubicBezTo>
                      <a:cubicBezTo>
                        <a:pt x="2160469" y="727408"/>
                        <a:pt x="2165390" y="717965"/>
                        <a:pt x="2170444" y="708656"/>
                      </a:cubicBezTo>
                      <a:cubicBezTo>
                        <a:pt x="2171685" y="706350"/>
                        <a:pt x="2172971" y="704001"/>
                        <a:pt x="2174256" y="701696"/>
                      </a:cubicBezTo>
                      <a:cubicBezTo>
                        <a:pt x="2183211" y="685559"/>
                        <a:pt x="2192698" y="669910"/>
                        <a:pt x="2203515" y="655946"/>
                      </a:cubicBezTo>
                      <a:cubicBezTo>
                        <a:pt x="2205066" y="653951"/>
                        <a:pt x="2206618" y="652001"/>
                        <a:pt x="2208258" y="650050"/>
                      </a:cubicBezTo>
                      <a:cubicBezTo>
                        <a:pt x="2233926" y="619196"/>
                        <a:pt x="2267263" y="597607"/>
                        <a:pt x="2318332" y="598360"/>
                      </a:cubicBezTo>
                      <a:lnTo>
                        <a:pt x="2318332" y="598360"/>
                      </a:lnTo>
                      <a:lnTo>
                        <a:pt x="2318332" y="598360"/>
                      </a:lnTo>
                      <a:cubicBezTo>
                        <a:pt x="2339611" y="598671"/>
                        <a:pt x="2356989" y="603768"/>
                        <a:pt x="2371662" y="612014"/>
                      </a:cubicBezTo>
                      <a:cubicBezTo>
                        <a:pt x="2373391" y="612989"/>
                        <a:pt x="2375120" y="614009"/>
                        <a:pt x="2376805" y="615073"/>
                      </a:cubicBezTo>
                      <a:cubicBezTo>
                        <a:pt x="2396133" y="627486"/>
                        <a:pt x="2410363" y="645661"/>
                        <a:pt x="2422332" y="665610"/>
                      </a:cubicBezTo>
                      <a:cubicBezTo>
                        <a:pt x="2424904" y="669910"/>
                        <a:pt x="2427386" y="674255"/>
                        <a:pt x="2429736" y="678644"/>
                      </a:cubicBezTo>
                      <a:cubicBezTo>
                        <a:pt x="2431775" y="682367"/>
                        <a:pt x="2433726" y="686135"/>
                        <a:pt x="2435676" y="689903"/>
                      </a:cubicBezTo>
                      <a:cubicBezTo>
                        <a:pt x="2443877" y="705863"/>
                        <a:pt x="2451369" y="721955"/>
                        <a:pt x="2459482" y="736229"/>
                      </a:cubicBezTo>
                      <a:cubicBezTo>
                        <a:pt x="2460635" y="738269"/>
                        <a:pt x="2461831" y="740264"/>
                        <a:pt x="2462984" y="742259"/>
                      </a:cubicBezTo>
                      <a:cubicBezTo>
                        <a:pt x="2467727" y="750105"/>
                        <a:pt x="2472781" y="757287"/>
                        <a:pt x="2478278" y="763493"/>
                      </a:cubicBezTo>
                      <a:cubicBezTo>
                        <a:pt x="2481027" y="766596"/>
                        <a:pt x="2484085" y="769699"/>
                        <a:pt x="2487366" y="772847"/>
                      </a:cubicBezTo>
                      <a:cubicBezTo>
                        <a:pt x="2490646" y="775994"/>
                        <a:pt x="2494237" y="779142"/>
                        <a:pt x="2498005" y="782245"/>
                      </a:cubicBezTo>
                      <a:cubicBezTo>
                        <a:pt x="2499912" y="783797"/>
                        <a:pt x="2501862" y="785348"/>
                        <a:pt x="2503857" y="786856"/>
                      </a:cubicBezTo>
                      <a:cubicBezTo>
                        <a:pt x="2505852" y="788363"/>
                        <a:pt x="2507936" y="789870"/>
                        <a:pt x="2510063" y="791377"/>
                      </a:cubicBezTo>
                      <a:cubicBezTo>
                        <a:pt x="2513255" y="793594"/>
                        <a:pt x="2516536" y="795766"/>
                        <a:pt x="2519949" y="797894"/>
                      </a:cubicBezTo>
                      <a:cubicBezTo>
                        <a:pt x="2526776" y="802105"/>
                        <a:pt x="2534002" y="806006"/>
                        <a:pt x="2541627" y="809420"/>
                      </a:cubicBezTo>
                      <a:cubicBezTo>
                        <a:pt x="2544154" y="810573"/>
                        <a:pt x="2546725" y="811681"/>
                        <a:pt x="2549341" y="812700"/>
                      </a:cubicBezTo>
                      <a:cubicBezTo>
                        <a:pt x="2557187" y="815804"/>
                        <a:pt x="2565344" y="818419"/>
                        <a:pt x="2573767" y="820325"/>
                      </a:cubicBezTo>
                      <a:cubicBezTo>
                        <a:pt x="2579397" y="821611"/>
                        <a:pt x="2585116" y="822542"/>
                        <a:pt x="2590967" y="823163"/>
                      </a:cubicBezTo>
                      <a:cubicBezTo>
                        <a:pt x="2595356" y="823606"/>
                        <a:pt x="2599745" y="823872"/>
                        <a:pt x="2604222" y="823916"/>
                      </a:cubicBezTo>
                      <a:cubicBezTo>
                        <a:pt x="2605730" y="823916"/>
                        <a:pt x="2607193" y="823916"/>
                        <a:pt x="2608700" y="823872"/>
                      </a:cubicBezTo>
                      <a:cubicBezTo>
                        <a:pt x="2610207" y="823827"/>
                        <a:pt x="2611714" y="823783"/>
                        <a:pt x="2613222" y="823695"/>
                      </a:cubicBezTo>
                      <a:cubicBezTo>
                        <a:pt x="2628294" y="822808"/>
                        <a:pt x="2643721" y="819306"/>
                        <a:pt x="2659237" y="812434"/>
                      </a:cubicBezTo>
                      <a:cubicBezTo>
                        <a:pt x="2660789" y="811725"/>
                        <a:pt x="2662340" y="811016"/>
                        <a:pt x="2663892" y="810262"/>
                      </a:cubicBezTo>
                      <a:cubicBezTo>
                        <a:pt x="2676304" y="804189"/>
                        <a:pt x="2688717" y="795943"/>
                        <a:pt x="2700952" y="785082"/>
                      </a:cubicBezTo>
                      <a:cubicBezTo>
                        <a:pt x="2702504" y="783708"/>
                        <a:pt x="2704011" y="782334"/>
                        <a:pt x="2705519" y="780871"/>
                      </a:cubicBezTo>
                      <a:cubicBezTo>
                        <a:pt x="2714651" y="772226"/>
                        <a:pt x="2723694" y="762074"/>
                        <a:pt x="2732560" y="750238"/>
                      </a:cubicBezTo>
                      <a:cubicBezTo>
                        <a:pt x="2750248" y="726610"/>
                        <a:pt x="2765100" y="706129"/>
                        <a:pt x="2778044" y="688485"/>
                      </a:cubicBezTo>
                      <a:cubicBezTo>
                        <a:pt x="2780216" y="685559"/>
                        <a:pt x="2782300" y="682678"/>
                        <a:pt x="2784339" y="679885"/>
                      </a:cubicBezTo>
                      <a:cubicBezTo>
                        <a:pt x="2833547" y="613034"/>
                        <a:pt x="2853939" y="590514"/>
                        <a:pt x="2901860" y="590868"/>
                      </a:cubicBezTo>
                      <a:cubicBezTo>
                        <a:pt x="2903855" y="590868"/>
                        <a:pt x="2905895" y="590957"/>
                        <a:pt x="2907978" y="591046"/>
                      </a:cubicBezTo>
                      <a:lnTo>
                        <a:pt x="2907978" y="591046"/>
                      </a:lnTo>
                      <a:cubicBezTo>
                        <a:pt x="2909707" y="591046"/>
                        <a:pt x="2911791" y="591311"/>
                        <a:pt x="2913741" y="591622"/>
                      </a:cubicBezTo>
                      <a:cubicBezTo>
                        <a:pt x="2914096" y="591666"/>
                        <a:pt x="2914451" y="591755"/>
                        <a:pt x="2914805" y="591799"/>
                      </a:cubicBezTo>
                      <a:cubicBezTo>
                        <a:pt x="2917687" y="592331"/>
                        <a:pt x="2920036" y="592952"/>
                        <a:pt x="2920036" y="592952"/>
                      </a:cubicBezTo>
                      <a:lnTo>
                        <a:pt x="2920036" y="592996"/>
                      </a:lnTo>
                      <a:cubicBezTo>
                        <a:pt x="2976957" y="609354"/>
                        <a:pt x="2992562" y="720448"/>
                        <a:pt x="3055423" y="726654"/>
                      </a:cubicBezTo>
                      <a:cubicBezTo>
                        <a:pt x="3122496" y="733304"/>
                        <a:pt x="3165231" y="554916"/>
                        <a:pt x="3166738" y="495202"/>
                      </a:cubicBezTo>
                      <a:cubicBezTo>
                        <a:pt x="3168201" y="435488"/>
                        <a:pt x="3179284" y="374312"/>
                        <a:pt x="3219802" y="366199"/>
                      </a:cubicBezTo>
                      <a:cubicBezTo>
                        <a:pt x="3260321" y="358086"/>
                        <a:pt x="3286875" y="385350"/>
                        <a:pt x="3301637" y="439168"/>
                      </a:cubicBezTo>
                      <a:cubicBezTo>
                        <a:pt x="3316399" y="492985"/>
                        <a:pt x="3382718" y="526145"/>
                        <a:pt x="3397481" y="455393"/>
                      </a:cubicBezTo>
                      <a:cubicBezTo>
                        <a:pt x="3412243" y="384641"/>
                        <a:pt x="3418848" y="260780"/>
                        <a:pt x="3453515" y="214365"/>
                      </a:cubicBezTo>
                      <a:cubicBezTo>
                        <a:pt x="3488182" y="167951"/>
                        <a:pt x="3527237" y="159085"/>
                        <a:pt x="3540492" y="212902"/>
                      </a:cubicBezTo>
                      <a:cubicBezTo>
                        <a:pt x="3553747" y="266720"/>
                        <a:pt x="3572189" y="324927"/>
                        <a:pt x="3606811" y="291767"/>
                      </a:cubicBezTo>
                      <a:cubicBezTo>
                        <a:pt x="3641434" y="258608"/>
                        <a:pt x="3666525" y="176063"/>
                        <a:pt x="3666525" y="176063"/>
                      </a:cubicBezTo>
                      <a:lnTo>
                        <a:pt x="3666525" y="107262"/>
                      </a:lnTo>
                      <a:cubicBezTo>
                        <a:pt x="3666437" y="107439"/>
                        <a:pt x="3626627" y="127078"/>
                        <a:pt x="3606014" y="93652"/>
                      </a:cubicBezTo>
                      <a:close/>
                    </a:path>
                  </a:pathLst>
                </a:custGeom>
                <a:solidFill>
                  <a:srgbClr val="BEEAFC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83" name="Forme libre : forme 27382">
                  <a:extLst>
                    <a:ext uri="{FF2B5EF4-FFF2-40B4-BE49-F238E27FC236}">
                      <a16:creationId xmlns:a16="http://schemas.microsoft.com/office/drawing/2014/main" id="{DE7BBD01-9854-4614-B65E-CA91A9778150}"/>
                    </a:ext>
                  </a:extLst>
                </p:cNvPr>
                <p:cNvSpPr/>
                <p:nvPr/>
              </p:nvSpPr>
              <p:spPr>
                <a:xfrm>
                  <a:off x="4214594" y="2928478"/>
                  <a:ext cx="3666746" cy="826575"/>
                </a:xfrm>
                <a:custGeom>
                  <a:avLst/>
                  <a:gdLst>
                    <a:gd name="connsiteX0" fmla="*/ 3606235 w 3666746"/>
                    <a:gd name="connsiteY0" fmla="*/ 93652 h 826575"/>
                    <a:gd name="connsiteX1" fmla="*/ 3435251 w 3666746"/>
                    <a:gd name="connsiteY1" fmla="*/ 48922 h 826575"/>
                    <a:gd name="connsiteX2" fmla="*/ 3271625 w 3666746"/>
                    <a:gd name="connsiteY2" fmla="*/ 56281 h 826575"/>
                    <a:gd name="connsiteX3" fmla="*/ 3103566 w 3666746"/>
                    <a:gd name="connsiteY3" fmla="*/ 68073 h 826575"/>
                    <a:gd name="connsiteX4" fmla="*/ 2920746 w 3666746"/>
                    <a:gd name="connsiteY4" fmla="*/ 40056 h 826575"/>
                    <a:gd name="connsiteX5" fmla="*/ 2763016 w 3666746"/>
                    <a:gd name="connsiteY5" fmla="*/ 51360 h 826575"/>
                    <a:gd name="connsiteX6" fmla="*/ 2623462 w 3666746"/>
                    <a:gd name="connsiteY6" fmla="*/ 91657 h 826575"/>
                    <a:gd name="connsiteX7" fmla="*/ 2407748 w 3666746"/>
                    <a:gd name="connsiteY7" fmla="*/ 50385 h 826575"/>
                    <a:gd name="connsiteX8" fmla="*/ 2242127 w 3666746"/>
                    <a:gd name="connsiteY8" fmla="*/ 62177 h 826575"/>
                    <a:gd name="connsiteX9" fmla="*/ 2086836 w 3666746"/>
                    <a:gd name="connsiteY9" fmla="*/ 54330 h 826575"/>
                    <a:gd name="connsiteX10" fmla="*/ 1926624 w 3666746"/>
                    <a:gd name="connsiteY10" fmla="*/ 73969 h 826575"/>
                    <a:gd name="connsiteX11" fmla="*/ 1762023 w 3666746"/>
                    <a:gd name="connsiteY11" fmla="*/ 34160 h 826575"/>
                    <a:gd name="connsiteX12" fmla="*/ 1546796 w 3666746"/>
                    <a:gd name="connsiteY12" fmla="*/ 69536 h 826575"/>
                    <a:gd name="connsiteX13" fmla="*/ 1362512 w 3666746"/>
                    <a:gd name="connsiteY13" fmla="*/ 53311 h 826575"/>
                    <a:gd name="connsiteX14" fmla="*/ 1194454 w 3666746"/>
                    <a:gd name="connsiteY14" fmla="*/ 88687 h 826575"/>
                    <a:gd name="connsiteX15" fmla="*/ 1045546 w 3666746"/>
                    <a:gd name="connsiteY15" fmla="*/ 62133 h 826575"/>
                    <a:gd name="connsiteX16" fmla="*/ 892249 w 3666746"/>
                    <a:gd name="connsiteY16" fmla="*/ 87180 h 826575"/>
                    <a:gd name="connsiteX17" fmla="*/ 836215 w 3666746"/>
                    <a:gd name="connsiteY17" fmla="*/ 47371 h 826575"/>
                    <a:gd name="connsiteX18" fmla="*/ 743342 w 3666746"/>
                    <a:gd name="connsiteY18" fmla="*/ 138781 h 826575"/>
                    <a:gd name="connsiteX19" fmla="*/ 592971 w 3666746"/>
                    <a:gd name="connsiteY19" fmla="*/ 161390 h 826575"/>
                    <a:gd name="connsiteX20" fmla="*/ 528115 w 3666746"/>
                    <a:gd name="connsiteY20" fmla="*/ 275897 h 826575"/>
                    <a:gd name="connsiteX21" fmla="*/ 417066 w 3666746"/>
                    <a:gd name="connsiteY21" fmla="*/ 327498 h 826575"/>
                    <a:gd name="connsiteX22" fmla="*/ 277512 w 3666746"/>
                    <a:gd name="connsiteY22" fmla="*/ 445418 h 826575"/>
                    <a:gd name="connsiteX23" fmla="*/ 184638 w 3666746"/>
                    <a:gd name="connsiteY23" fmla="*/ 508812 h 826575"/>
                    <a:gd name="connsiteX24" fmla="*/ 222 w 3666746"/>
                    <a:gd name="connsiteY24" fmla="*/ 614142 h 826575"/>
                    <a:gd name="connsiteX25" fmla="*/ 0 w 3666746"/>
                    <a:gd name="connsiteY25" fmla="*/ 754095 h 826575"/>
                    <a:gd name="connsiteX26" fmla="*/ 16181 w 3666746"/>
                    <a:gd name="connsiteY26" fmla="*/ 728117 h 826575"/>
                    <a:gd name="connsiteX27" fmla="*/ 23096 w 3666746"/>
                    <a:gd name="connsiteY27" fmla="*/ 717212 h 826575"/>
                    <a:gd name="connsiteX28" fmla="*/ 27086 w 3666746"/>
                    <a:gd name="connsiteY28" fmla="*/ 711315 h 826575"/>
                    <a:gd name="connsiteX29" fmla="*/ 52621 w 3666746"/>
                    <a:gd name="connsiteY29" fmla="*/ 679663 h 826575"/>
                    <a:gd name="connsiteX30" fmla="*/ 152986 w 3666746"/>
                    <a:gd name="connsiteY30" fmla="*/ 617157 h 826575"/>
                    <a:gd name="connsiteX31" fmla="*/ 175285 w 3666746"/>
                    <a:gd name="connsiteY31" fmla="*/ 612768 h 826575"/>
                    <a:gd name="connsiteX32" fmla="*/ 187077 w 3666746"/>
                    <a:gd name="connsiteY32" fmla="*/ 611571 h 826575"/>
                    <a:gd name="connsiteX33" fmla="*/ 202016 w 3666746"/>
                    <a:gd name="connsiteY33" fmla="*/ 611083 h 826575"/>
                    <a:gd name="connsiteX34" fmla="*/ 215980 w 3666746"/>
                    <a:gd name="connsiteY34" fmla="*/ 611748 h 826575"/>
                    <a:gd name="connsiteX35" fmla="*/ 229014 w 3666746"/>
                    <a:gd name="connsiteY35" fmla="*/ 613521 h 826575"/>
                    <a:gd name="connsiteX36" fmla="*/ 239964 w 3666746"/>
                    <a:gd name="connsiteY36" fmla="*/ 615959 h 826575"/>
                    <a:gd name="connsiteX37" fmla="*/ 246923 w 3666746"/>
                    <a:gd name="connsiteY37" fmla="*/ 617999 h 826575"/>
                    <a:gd name="connsiteX38" fmla="*/ 252509 w 3666746"/>
                    <a:gd name="connsiteY38" fmla="*/ 619949 h 826575"/>
                    <a:gd name="connsiteX39" fmla="*/ 263104 w 3666746"/>
                    <a:gd name="connsiteY39" fmla="*/ 624471 h 826575"/>
                    <a:gd name="connsiteX40" fmla="*/ 268114 w 3666746"/>
                    <a:gd name="connsiteY40" fmla="*/ 627042 h 826575"/>
                    <a:gd name="connsiteX41" fmla="*/ 274763 w 3666746"/>
                    <a:gd name="connsiteY41" fmla="*/ 630943 h 826575"/>
                    <a:gd name="connsiteX42" fmla="*/ 284738 w 3666746"/>
                    <a:gd name="connsiteY42" fmla="*/ 637726 h 826575"/>
                    <a:gd name="connsiteX43" fmla="*/ 290855 w 3666746"/>
                    <a:gd name="connsiteY43" fmla="*/ 642514 h 826575"/>
                    <a:gd name="connsiteX44" fmla="*/ 294978 w 3666746"/>
                    <a:gd name="connsiteY44" fmla="*/ 646060 h 826575"/>
                    <a:gd name="connsiteX45" fmla="*/ 302869 w 3666746"/>
                    <a:gd name="connsiteY45" fmla="*/ 653552 h 826575"/>
                    <a:gd name="connsiteX46" fmla="*/ 321577 w 3666746"/>
                    <a:gd name="connsiteY46" fmla="*/ 675141 h 826575"/>
                    <a:gd name="connsiteX47" fmla="*/ 330576 w 3666746"/>
                    <a:gd name="connsiteY47" fmla="*/ 687332 h 826575"/>
                    <a:gd name="connsiteX48" fmla="*/ 337846 w 3666746"/>
                    <a:gd name="connsiteY48" fmla="*/ 697883 h 826575"/>
                    <a:gd name="connsiteX49" fmla="*/ 341925 w 3666746"/>
                    <a:gd name="connsiteY49" fmla="*/ 703957 h 826575"/>
                    <a:gd name="connsiteX50" fmla="*/ 347776 w 3666746"/>
                    <a:gd name="connsiteY50" fmla="*/ 712823 h 826575"/>
                    <a:gd name="connsiteX51" fmla="*/ 353096 w 3666746"/>
                    <a:gd name="connsiteY51" fmla="*/ 720980 h 826575"/>
                    <a:gd name="connsiteX52" fmla="*/ 368701 w 3666746"/>
                    <a:gd name="connsiteY52" fmla="*/ 743943 h 826575"/>
                    <a:gd name="connsiteX53" fmla="*/ 371316 w 3666746"/>
                    <a:gd name="connsiteY53" fmla="*/ 747534 h 826575"/>
                    <a:gd name="connsiteX54" fmla="*/ 374907 w 3666746"/>
                    <a:gd name="connsiteY54" fmla="*/ 752277 h 826575"/>
                    <a:gd name="connsiteX55" fmla="*/ 379473 w 3666746"/>
                    <a:gd name="connsiteY55" fmla="*/ 758085 h 826575"/>
                    <a:gd name="connsiteX56" fmla="*/ 460333 w 3666746"/>
                    <a:gd name="connsiteY56" fmla="*/ 804144 h 826575"/>
                    <a:gd name="connsiteX57" fmla="*/ 465874 w 3666746"/>
                    <a:gd name="connsiteY57" fmla="*/ 804322 h 826575"/>
                    <a:gd name="connsiteX58" fmla="*/ 504087 w 3666746"/>
                    <a:gd name="connsiteY58" fmla="*/ 796342 h 826575"/>
                    <a:gd name="connsiteX59" fmla="*/ 508210 w 3666746"/>
                    <a:gd name="connsiteY59" fmla="*/ 794303 h 826575"/>
                    <a:gd name="connsiteX60" fmla="*/ 516101 w 3666746"/>
                    <a:gd name="connsiteY60" fmla="*/ 789648 h 826575"/>
                    <a:gd name="connsiteX61" fmla="*/ 519869 w 3666746"/>
                    <a:gd name="connsiteY61" fmla="*/ 787033 h 826575"/>
                    <a:gd name="connsiteX62" fmla="*/ 527095 w 3666746"/>
                    <a:gd name="connsiteY62" fmla="*/ 781314 h 826575"/>
                    <a:gd name="connsiteX63" fmla="*/ 530553 w 3666746"/>
                    <a:gd name="connsiteY63" fmla="*/ 778211 h 826575"/>
                    <a:gd name="connsiteX64" fmla="*/ 537247 w 3666746"/>
                    <a:gd name="connsiteY64" fmla="*/ 771561 h 826575"/>
                    <a:gd name="connsiteX65" fmla="*/ 543675 w 3666746"/>
                    <a:gd name="connsiteY65" fmla="*/ 764380 h 826575"/>
                    <a:gd name="connsiteX66" fmla="*/ 549881 w 3666746"/>
                    <a:gd name="connsiteY66" fmla="*/ 756755 h 826575"/>
                    <a:gd name="connsiteX67" fmla="*/ 552896 w 3666746"/>
                    <a:gd name="connsiteY67" fmla="*/ 752809 h 826575"/>
                    <a:gd name="connsiteX68" fmla="*/ 558836 w 3666746"/>
                    <a:gd name="connsiteY68" fmla="*/ 744652 h 826575"/>
                    <a:gd name="connsiteX69" fmla="*/ 579140 w 3666746"/>
                    <a:gd name="connsiteY69" fmla="*/ 714552 h 826575"/>
                    <a:gd name="connsiteX70" fmla="*/ 585036 w 3666746"/>
                    <a:gd name="connsiteY70" fmla="*/ 705774 h 826575"/>
                    <a:gd name="connsiteX71" fmla="*/ 617397 w 3666746"/>
                    <a:gd name="connsiteY71" fmla="*/ 664192 h 826575"/>
                    <a:gd name="connsiteX72" fmla="*/ 624845 w 3666746"/>
                    <a:gd name="connsiteY72" fmla="*/ 656833 h 826575"/>
                    <a:gd name="connsiteX73" fmla="*/ 717851 w 3666746"/>
                    <a:gd name="connsiteY73" fmla="*/ 621279 h 826575"/>
                    <a:gd name="connsiteX74" fmla="*/ 774684 w 3666746"/>
                    <a:gd name="connsiteY74" fmla="*/ 631786 h 826575"/>
                    <a:gd name="connsiteX75" fmla="*/ 792505 w 3666746"/>
                    <a:gd name="connsiteY75" fmla="*/ 640475 h 826575"/>
                    <a:gd name="connsiteX76" fmla="*/ 822339 w 3666746"/>
                    <a:gd name="connsiteY76" fmla="*/ 663172 h 826575"/>
                    <a:gd name="connsiteX77" fmla="*/ 835284 w 3666746"/>
                    <a:gd name="connsiteY77" fmla="*/ 676294 h 826575"/>
                    <a:gd name="connsiteX78" fmla="*/ 841490 w 3666746"/>
                    <a:gd name="connsiteY78" fmla="*/ 683121 h 826575"/>
                    <a:gd name="connsiteX79" fmla="*/ 859622 w 3666746"/>
                    <a:gd name="connsiteY79" fmla="*/ 703912 h 826575"/>
                    <a:gd name="connsiteX80" fmla="*/ 871901 w 3666746"/>
                    <a:gd name="connsiteY80" fmla="*/ 717522 h 826575"/>
                    <a:gd name="connsiteX81" fmla="*/ 884890 w 3666746"/>
                    <a:gd name="connsiteY81" fmla="*/ 730466 h 826575"/>
                    <a:gd name="connsiteX82" fmla="*/ 899076 w 3666746"/>
                    <a:gd name="connsiteY82" fmla="*/ 742259 h 826575"/>
                    <a:gd name="connsiteX83" fmla="*/ 942787 w 3666746"/>
                    <a:gd name="connsiteY83" fmla="*/ 763936 h 826575"/>
                    <a:gd name="connsiteX84" fmla="*/ 953426 w 3666746"/>
                    <a:gd name="connsiteY84" fmla="*/ 766508 h 826575"/>
                    <a:gd name="connsiteX85" fmla="*/ 977010 w 3666746"/>
                    <a:gd name="connsiteY85" fmla="*/ 769433 h 826575"/>
                    <a:gd name="connsiteX86" fmla="*/ 990088 w 3666746"/>
                    <a:gd name="connsiteY86" fmla="*/ 769699 h 826575"/>
                    <a:gd name="connsiteX87" fmla="*/ 1036414 w 3666746"/>
                    <a:gd name="connsiteY87" fmla="*/ 758750 h 826575"/>
                    <a:gd name="connsiteX88" fmla="*/ 1043551 w 3666746"/>
                    <a:gd name="connsiteY88" fmla="*/ 754450 h 826575"/>
                    <a:gd name="connsiteX89" fmla="*/ 1064608 w 3666746"/>
                    <a:gd name="connsiteY89" fmla="*/ 735387 h 826575"/>
                    <a:gd name="connsiteX90" fmla="*/ 1079193 w 3666746"/>
                    <a:gd name="connsiteY90" fmla="*/ 715394 h 826575"/>
                    <a:gd name="connsiteX91" fmla="*/ 1085843 w 3666746"/>
                    <a:gd name="connsiteY91" fmla="*/ 704621 h 826575"/>
                    <a:gd name="connsiteX92" fmla="*/ 1098920 w 3666746"/>
                    <a:gd name="connsiteY92" fmla="*/ 682545 h 826575"/>
                    <a:gd name="connsiteX93" fmla="*/ 1101181 w 3666746"/>
                    <a:gd name="connsiteY93" fmla="*/ 678865 h 826575"/>
                    <a:gd name="connsiteX94" fmla="*/ 1214092 w 3666746"/>
                    <a:gd name="connsiteY94" fmla="*/ 611394 h 826575"/>
                    <a:gd name="connsiteX95" fmla="*/ 1214092 w 3666746"/>
                    <a:gd name="connsiteY95" fmla="*/ 611394 h 826575"/>
                    <a:gd name="connsiteX96" fmla="*/ 1214092 w 3666746"/>
                    <a:gd name="connsiteY96" fmla="*/ 611394 h 826575"/>
                    <a:gd name="connsiteX97" fmla="*/ 1245257 w 3666746"/>
                    <a:gd name="connsiteY97" fmla="*/ 616757 h 826575"/>
                    <a:gd name="connsiteX98" fmla="*/ 1250665 w 3666746"/>
                    <a:gd name="connsiteY98" fmla="*/ 618885 h 826575"/>
                    <a:gd name="connsiteX99" fmla="*/ 1383082 w 3666746"/>
                    <a:gd name="connsiteY99" fmla="*/ 760301 h 826575"/>
                    <a:gd name="connsiteX100" fmla="*/ 1383126 w 3666746"/>
                    <a:gd name="connsiteY100" fmla="*/ 760345 h 826575"/>
                    <a:gd name="connsiteX101" fmla="*/ 1415532 w 3666746"/>
                    <a:gd name="connsiteY101" fmla="*/ 787033 h 826575"/>
                    <a:gd name="connsiteX102" fmla="*/ 1419078 w 3666746"/>
                    <a:gd name="connsiteY102" fmla="*/ 789205 h 826575"/>
                    <a:gd name="connsiteX103" fmla="*/ 1454100 w 3666746"/>
                    <a:gd name="connsiteY103" fmla="*/ 803967 h 826575"/>
                    <a:gd name="connsiteX104" fmla="*/ 1463010 w 3666746"/>
                    <a:gd name="connsiteY104" fmla="*/ 805918 h 826575"/>
                    <a:gd name="connsiteX105" fmla="*/ 1482383 w 3666746"/>
                    <a:gd name="connsiteY105" fmla="*/ 808001 h 826575"/>
                    <a:gd name="connsiteX106" fmla="*/ 1490629 w 3666746"/>
                    <a:gd name="connsiteY106" fmla="*/ 807913 h 826575"/>
                    <a:gd name="connsiteX107" fmla="*/ 1491693 w 3666746"/>
                    <a:gd name="connsiteY107" fmla="*/ 807868 h 826575"/>
                    <a:gd name="connsiteX108" fmla="*/ 1499184 w 3666746"/>
                    <a:gd name="connsiteY108" fmla="*/ 807115 h 826575"/>
                    <a:gd name="connsiteX109" fmla="*/ 1500514 w 3666746"/>
                    <a:gd name="connsiteY109" fmla="*/ 806937 h 826575"/>
                    <a:gd name="connsiteX110" fmla="*/ 1507563 w 3666746"/>
                    <a:gd name="connsiteY110" fmla="*/ 805607 h 826575"/>
                    <a:gd name="connsiteX111" fmla="*/ 1508716 w 3666746"/>
                    <a:gd name="connsiteY111" fmla="*/ 805342 h 826575"/>
                    <a:gd name="connsiteX112" fmla="*/ 1515676 w 3666746"/>
                    <a:gd name="connsiteY112" fmla="*/ 803391 h 826575"/>
                    <a:gd name="connsiteX113" fmla="*/ 1516208 w 3666746"/>
                    <a:gd name="connsiteY113" fmla="*/ 803214 h 826575"/>
                    <a:gd name="connsiteX114" fmla="*/ 1522857 w 3666746"/>
                    <a:gd name="connsiteY114" fmla="*/ 800731 h 826575"/>
                    <a:gd name="connsiteX115" fmla="*/ 1523434 w 3666746"/>
                    <a:gd name="connsiteY115" fmla="*/ 800509 h 826575"/>
                    <a:gd name="connsiteX116" fmla="*/ 1529773 w 3666746"/>
                    <a:gd name="connsiteY116" fmla="*/ 797539 h 826575"/>
                    <a:gd name="connsiteX117" fmla="*/ 1530792 w 3666746"/>
                    <a:gd name="connsiteY117" fmla="*/ 797007 h 826575"/>
                    <a:gd name="connsiteX118" fmla="*/ 1536733 w 3666746"/>
                    <a:gd name="connsiteY118" fmla="*/ 793682 h 826575"/>
                    <a:gd name="connsiteX119" fmla="*/ 1537752 w 3666746"/>
                    <a:gd name="connsiteY119" fmla="*/ 793062 h 826575"/>
                    <a:gd name="connsiteX120" fmla="*/ 1543515 w 3666746"/>
                    <a:gd name="connsiteY120" fmla="*/ 789294 h 826575"/>
                    <a:gd name="connsiteX121" fmla="*/ 1544180 w 3666746"/>
                    <a:gd name="connsiteY121" fmla="*/ 788806 h 826575"/>
                    <a:gd name="connsiteX122" fmla="*/ 1549943 w 3666746"/>
                    <a:gd name="connsiteY122" fmla="*/ 784550 h 826575"/>
                    <a:gd name="connsiteX123" fmla="*/ 1550032 w 3666746"/>
                    <a:gd name="connsiteY123" fmla="*/ 784506 h 826575"/>
                    <a:gd name="connsiteX124" fmla="*/ 1555618 w 3666746"/>
                    <a:gd name="connsiteY124" fmla="*/ 779940 h 826575"/>
                    <a:gd name="connsiteX125" fmla="*/ 1556283 w 3666746"/>
                    <a:gd name="connsiteY125" fmla="*/ 779364 h 826575"/>
                    <a:gd name="connsiteX126" fmla="*/ 1561425 w 3666746"/>
                    <a:gd name="connsiteY126" fmla="*/ 774753 h 826575"/>
                    <a:gd name="connsiteX127" fmla="*/ 1562223 w 3666746"/>
                    <a:gd name="connsiteY127" fmla="*/ 773999 h 826575"/>
                    <a:gd name="connsiteX128" fmla="*/ 1567188 w 3666746"/>
                    <a:gd name="connsiteY128" fmla="*/ 769212 h 826575"/>
                    <a:gd name="connsiteX129" fmla="*/ 1567809 w 3666746"/>
                    <a:gd name="connsiteY129" fmla="*/ 768591 h 826575"/>
                    <a:gd name="connsiteX130" fmla="*/ 1572818 w 3666746"/>
                    <a:gd name="connsiteY130" fmla="*/ 763493 h 826575"/>
                    <a:gd name="connsiteX131" fmla="*/ 1572818 w 3666746"/>
                    <a:gd name="connsiteY131" fmla="*/ 763493 h 826575"/>
                    <a:gd name="connsiteX132" fmla="*/ 1577916 w 3666746"/>
                    <a:gd name="connsiteY132" fmla="*/ 758040 h 826575"/>
                    <a:gd name="connsiteX133" fmla="*/ 1578138 w 3666746"/>
                    <a:gd name="connsiteY133" fmla="*/ 757819 h 826575"/>
                    <a:gd name="connsiteX134" fmla="*/ 1583059 w 3666746"/>
                    <a:gd name="connsiteY134" fmla="*/ 752410 h 826575"/>
                    <a:gd name="connsiteX135" fmla="*/ 1583369 w 3666746"/>
                    <a:gd name="connsiteY135" fmla="*/ 752100 h 826575"/>
                    <a:gd name="connsiteX136" fmla="*/ 1593875 w 3666746"/>
                    <a:gd name="connsiteY136" fmla="*/ 740352 h 826575"/>
                    <a:gd name="connsiteX137" fmla="*/ 1597289 w 3666746"/>
                    <a:gd name="connsiteY137" fmla="*/ 736584 h 826575"/>
                    <a:gd name="connsiteX138" fmla="*/ 1598175 w 3666746"/>
                    <a:gd name="connsiteY138" fmla="*/ 735609 h 826575"/>
                    <a:gd name="connsiteX139" fmla="*/ 1598087 w 3666746"/>
                    <a:gd name="connsiteY139" fmla="*/ 735609 h 826575"/>
                    <a:gd name="connsiteX140" fmla="*/ 1790705 w 3666746"/>
                    <a:gd name="connsiteY140" fmla="*/ 659182 h 826575"/>
                    <a:gd name="connsiteX141" fmla="*/ 1934426 w 3666746"/>
                    <a:gd name="connsiteY141" fmla="*/ 784949 h 826575"/>
                    <a:gd name="connsiteX142" fmla="*/ 1951316 w 3666746"/>
                    <a:gd name="connsiteY142" fmla="*/ 800864 h 826575"/>
                    <a:gd name="connsiteX143" fmla="*/ 1970467 w 3666746"/>
                    <a:gd name="connsiteY143" fmla="*/ 812966 h 826575"/>
                    <a:gd name="connsiteX144" fmla="*/ 1991302 w 3666746"/>
                    <a:gd name="connsiteY144" fmla="*/ 821256 h 826575"/>
                    <a:gd name="connsiteX145" fmla="*/ 2005843 w 3666746"/>
                    <a:gd name="connsiteY145" fmla="*/ 824670 h 826575"/>
                    <a:gd name="connsiteX146" fmla="*/ 2013246 w 3666746"/>
                    <a:gd name="connsiteY146" fmla="*/ 825734 h 826575"/>
                    <a:gd name="connsiteX147" fmla="*/ 2028186 w 3666746"/>
                    <a:gd name="connsiteY147" fmla="*/ 826576 h 826575"/>
                    <a:gd name="connsiteX148" fmla="*/ 2072694 w 3666746"/>
                    <a:gd name="connsiteY148" fmla="*/ 818951 h 826575"/>
                    <a:gd name="connsiteX149" fmla="*/ 2100357 w 3666746"/>
                    <a:gd name="connsiteY149" fmla="*/ 805342 h 826575"/>
                    <a:gd name="connsiteX150" fmla="*/ 2144555 w 3666746"/>
                    <a:gd name="connsiteY150" fmla="*/ 757686 h 826575"/>
                    <a:gd name="connsiteX151" fmla="*/ 2155770 w 3666746"/>
                    <a:gd name="connsiteY151" fmla="*/ 736850 h 826575"/>
                    <a:gd name="connsiteX152" fmla="*/ 2170666 w 3666746"/>
                    <a:gd name="connsiteY152" fmla="*/ 708744 h 826575"/>
                    <a:gd name="connsiteX153" fmla="*/ 2174478 w 3666746"/>
                    <a:gd name="connsiteY153" fmla="*/ 701784 h 826575"/>
                    <a:gd name="connsiteX154" fmla="*/ 2203737 w 3666746"/>
                    <a:gd name="connsiteY154" fmla="*/ 656035 h 826575"/>
                    <a:gd name="connsiteX155" fmla="*/ 2208480 w 3666746"/>
                    <a:gd name="connsiteY155" fmla="*/ 650139 h 826575"/>
                    <a:gd name="connsiteX156" fmla="*/ 2318554 w 3666746"/>
                    <a:gd name="connsiteY156" fmla="*/ 598449 h 826575"/>
                    <a:gd name="connsiteX157" fmla="*/ 2318554 w 3666746"/>
                    <a:gd name="connsiteY157" fmla="*/ 598449 h 826575"/>
                    <a:gd name="connsiteX158" fmla="*/ 2318554 w 3666746"/>
                    <a:gd name="connsiteY158" fmla="*/ 598449 h 826575"/>
                    <a:gd name="connsiteX159" fmla="*/ 2371884 w 3666746"/>
                    <a:gd name="connsiteY159" fmla="*/ 612103 h 826575"/>
                    <a:gd name="connsiteX160" fmla="*/ 2377026 w 3666746"/>
                    <a:gd name="connsiteY160" fmla="*/ 615162 h 826575"/>
                    <a:gd name="connsiteX161" fmla="*/ 2422554 w 3666746"/>
                    <a:gd name="connsiteY161" fmla="*/ 665699 h 826575"/>
                    <a:gd name="connsiteX162" fmla="*/ 2429957 w 3666746"/>
                    <a:gd name="connsiteY162" fmla="*/ 678732 h 826575"/>
                    <a:gd name="connsiteX163" fmla="*/ 2435898 w 3666746"/>
                    <a:gd name="connsiteY163" fmla="*/ 689992 h 826575"/>
                    <a:gd name="connsiteX164" fmla="*/ 2459704 w 3666746"/>
                    <a:gd name="connsiteY164" fmla="*/ 736318 h 826575"/>
                    <a:gd name="connsiteX165" fmla="*/ 2463206 w 3666746"/>
                    <a:gd name="connsiteY165" fmla="*/ 742347 h 826575"/>
                    <a:gd name="connsiteX166" fmla="*/ 2478500 w 3666746"/>
                    <a:gd name="connsiteY166" fmla="*/ 763582 h 826575"/>
                    <a:gd name="connsiteX167" fmla="*/ 2487588 w 3666746"/>
                    <a:gd name="connsiteY167" fmla="*/ 772936 h 826575"/>
                    <a:gd name="connsiteX168" fmla="*/ 2498227 w 3666746"/>
                    <a:gd name="connsiteY168" fmla="*/ 782334 h 826575"/>
                    <a:gd name="connsiteX169" fmla="*/ 2504079 w 3666746"/>
                    <a:gd name="connsiteY169" fmla="*/ 786944 h 826575"/>
                    <a:gd name="connsiteX170" fmla="*/ 2510285 w 3666746"/>
                    <a:gd name="connsiteY170" fmla="*/ 791466 h 826575"/>
                    <a:gd name="connsiteX171" fmla="*/ 2520171 w 3666746"/>
                    <a:gd name="connsiteY171" fmla="*/ 797982 h 826575"/>
                    <a:gd name="connsiteX172" fmla="*/ 2541849 w 3666746"/>
                    <a:gd name="connsiteY172" fmla="*/ 809509 h 826575"/>
                    <a:gd name="connsiteX173" fmla="*/ 2549562 w 3666746"/>
                    <a:gd name="connsiteY173" fmla="*/ 812789 h 826575"/>
                    <a:gd name="connsiteX174" fmla="*/ 2573989 w 3666746"/>
                    <a:gd name="connsiteY174" fmla="*/ 820414 h 826575"/>
                    <a:gd name="connsiteX175" fmla="*/ 2591189 w 3666746"/>
                    <a:gd name="connsiteY175" fmla="*/ 823251 h 826575"/>
                    <a:gd name="connsiteX176" fmla="*/ 2604444 w 3666746"/>
                    <a:gd name="connsiteY176" fmla="*/ 824005 h 826575"/>
                    <a:gd name="connsiteX177" fmla="*/ 2608921 w 3666746"/>
                    <a:gd name="connsiteY177" fmla="*/ 823961 h 826575"/>
                    <a:gd name="connsiteX178" fmla="*/ 2613443 w 3666746"/>
                    <a:gd name="connsiteY178" fmla="*/ 823783 h 826575"/>
                    <a:gd name="connsiteX179" fmla="*/ 2659459 w 3666746"/>
                    <a:gd name="connsiteY179" fmla="*/ 812523 h 826575"/>
                    <a:gd name="connsiteX180" fmla="*/ 2664114 w 3666746"/>
                    <a:gd name="connsiteY180" fmla="*/ 810351 h 826575"/>
                    <a:gd name="connsiteX181" fmla="*/ 2701174 w 3666746"/>
                    <a:gd name="connsiteY181" fmla="*/ 785171 h 826575"/>
                    <a:gd name="connsiteX182" fmla="*/ 2705740 w 3666746"/>
                    <a:gd name="connsiteY182" fmla="*/ 780959 h 826575"/>
                    <a:gd name="connsiteX183" fmla="*/ 2732782 w 3666746"/>
                    <a:gd name="connsiteY183" fmla="*/ 750327 h 826575"/>
                    <a:gd name="connsiteX184" fmla="*/ 2778266 w 3666746"/>
                    <a:gd name="connsiteY184" fmla="*/ 688574 h 826575"/>
                    <a:gd name="connsiteX185" fmla="*/ 2784561 w 3666746"/>
                    <a:gd name="connsiteY185" fmla="*/ 679973 h 826575"/>
                    <a:gd name="connsiteX186" fmla="*/ 2902082 w 3666746"/>
                    <a:gd name="connsiteY186" fmla="*/ 590957 h 826575"/>
                    <a:gd name="connsiteX187" fmla="*/ 2908200 w 3666746"/>
                    <a:gd name="connsiteY187" fmla="*/ 591134 h 826575"/>
                    <a:gd name="connsiteX188" fmla="*/ 2908200 w 3666746"/>
                    <a:gd name="connsiteY188" fmla="*/ 591134 h 826575"/>
                    <a:gd name="connsiteX189" fmla="*/ 2913963 w 3666746"/>
                    <a:gd name="connsiteY189" fmla="*/ 591711 h 826575"/>
                    <a:gd name="connsiteX190" fmla="*/ 2915027 w 3666746"/>
                    <a:gd name="connsiteY190" fmla="*/ 591888 h 826575"/>
                    <a:gd name="connsiteX191" fmla="*/ 2920258 w 3666746"/>
                    <a:gd name="connsiteY191" fmla="*/ 593040 h 826575"/>
                    <a:gd name="connsiteX192" fmla="*/ 2920258 w 3666746"/>
                    <a:gd name="connsiteY192" fmla="*/ 593085 h 826575"/>
                    <a:gd name="connsiteX193" fmla="*/ 3055645 w 3666746"/>
                    <a:gd name="connsiteY193" fmla="*/ 726743 h 826575"/>
                    <a:gd name="connsiteX194" fmla="*/ 3166960 w 3666746"/>
                    <a:gd name="connsiteY194" fmla="*/ 495291 h 826575"/>
                    <a:gd name="connsiteX195" fmla="*/ 3220024 w 3666746"/>
                    <a:gd name="connsiteY195" fmla="*/ 366287 h 826575"/>
                    <a:gd name="connsiteX196" fmla="*/ 3301859 w 3666746"/>
                    <a:gd name="connsiteY196" fmla="*/ 439256 h 826575"/>
                    <a:gd name="connsiteX197" fmla="*/ 3397702 w 3666746"/>
                    <a:gd name="connsiteY197" fmla="*/ 455482 h 826575"/>
                    <a:gd name="connsiteX198" fmla="*/ 3453737 w 3666746"/>
                    <a:gd name="connsiteY198" fmla="*/ 214454 h 826575"/>
                    <a:gd name="connsiteX199" fmla="*/ 3540714 w 3666746"/>
                    <a:gd name="connsiteY199" fmla="*/ 212991 h 826575"/>
                    <a:gd name="connsiteX200" fmla="*/ 3607033 w 3666746"/>
                    <a:gd name="connsiteY200" fmla="*/ 291856 h 826575"/>
                    <a:gd name="connsiteX201" fmla="*/ 3666747 w 3666746"/>
                    <a:gd name="connsiteY201" fmla="*/ 176152 h 826575"/>
                    <a:gd name="connsiteX202" fmla="*/ 3666747 w 3666746"/>
                    <a:gd name="connsiteY202" fmla="*/ 107350 h 826575"/>
                    <a:gd name="connsiteX203" fmla="*/ 3606235 w 3666746"/>
                    <a:gd name="connsiteY203" fmla="*/ 93652 h 826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</a:cxnLst>
                  <a:rect l="l" t="t" r="r" b="b"/>
                  <a:pathLst>
                    <a:path w="3666746" h="826575">
                      <a:moveTo>
                        <a:pt x="3606235" y="93652"/>
                      </a:moveTo>
                      <a:cubicBezTo>
                        <a:pt x="3585577" y="60227"/>
                        <a:pt x="3523691" y="-29676"/>
                        <a:pt x="3435251" y="48922"/>
                      </a:cubicBezTo>
                      <a:cubicBezTo>
                        <a:pt x="3346810" y="127565"/>
                        <a:pt x="3300130" y="80885"/>
                        <a:pt x="3271625" y="56281"/>
                      </a:cubicBezTo>
                      <a:cubicBezTo>
                        <a:pt x="3243120" y="31722"/>
                        <a:pt x="3186820" y="-16998"/>
                        <a:pt x="3103566" y="68073"/>
                      </a:cubicBezTo>
                      <a:cubicBezTo>
                        <a:pt x="3037247" y="135900"/>
                        <a:pt x="2961663" y="73925"/>
                        <a:pt x="2920746" y="40056"/>
                      </a:cubicBezTo>
                      <a:cubicBezTo>
                        <a:pt x="2878010" y="4680"/>
                        <a:pt x="2810184" y="-14471"/>
                        <a:pt x="2763016" y="51360"/>
                      </a:cubicBezTo>
                      <a:cubicBezTo>
                        <a:pt x="2731009" y="96002"/>
                        <a:pt x="2676526" y="128984"/>
                        <a:pt x="2623462" y="91657"/>
                      </a:cubicBezTo>
                      <a:cubicBezTo>
                        <a:pt x="2570398" y="54330"/>
                        <a:pt x="2509443" y="-45458"/>
                        <a:pt x="2407748" y="50385"/>
                      </a:cubicBezTo>
                      <a:cubicBezTo>
                        <a:pt x="2306052" y="146229"/>
                        <a:pt x="2289340" y="101986"/>
                        <a:pt x="2242127" y="62177"/>
                      </a:cubicBezTo>
                      <a:cubicBezTo>
                        <a:pt x="2194959" y="22368"/>
                        <a:pt x="2150229" y="-23825"/>
                        <a:pt x="2086836" y="54330"/>
                      </a:cubicBezTo>
                      <a:cubicBezTo>
                        <a:pt x="2023442" y="132442"/>
                        <a:pt x="1966920" y="115241"/>
                        <a:pt x="1926624" y="73969"/>
                      </a:cubicBezTo>
                      <a:cubicBezTo>
                        <a:pt x="1894883" y="41475"/>
                        <a:pt x="1843104" y="-48872"/>
                        <a:pt x="1762023" y="34160"/>
                      </a:cubicBezTo>
                      <a:cubicBezTo>
                        <a:pt x="1690428" y="107484"/>
                        <a:pt x="1624907" y="127033"/>
                        <a:pt x="1546796" y="69536"/>
                      </a:cubicBezTo>
                      <a:cubicBezTo>
                        <a:pt x="1468685" y="12039"/>
                        <a:pt x="1425905" y="-23337"/>
                        <a:pt x="1362512" y="53311"/>
                      </a:cubicBezTo>
                      <a:cubicBezTo>
                        <a:pt x="1299119" y="129959"/>
                        <a:pt x="1243085" y="125526"/>
                        <a:pt x="1194454" y="88687"/>
                      </a:cubicBezTo>
                      <a:cubicBezTo>
                        <a:pt x="1145822" y="51848"/>
                        <a:pt x="1110446" y="-2723"/>
                        <a:pt x="1045546" y="62133"/>
                      </a:cubicBezTo>
                      <a:cubicBezTo>
                        <a:pt x="980690" y="126989"/>
                        <a:pt x="917296" y="115197"/>
                        <a:pt x="892249" y="87180"/>
                      </a:cubicBezTo>
                      <a:cubicBezTo>
                        <a:pt x="867202" y="59163"/>
                        <a:pt x="848007" y="48833"/>
                        <a:pt x="836215" y="47371"/>
                      </a:cubicBezTo>
                      <a:cubicBezTo>
                        <a:pt x="836215" y="47371"/>
                        <a:pt x="764310" y="62798"/>
                        <a:pt x="743342" y="138781"/>
                      </a:cubicBezTo>
                      <a:cubicBezTo>
                        <a:pt x="711911" y="252800"/>
                        <a:pt x="651931" y="160902"/>
                        <a:pt x="592971" y="161390"/>
                      </a:cubicBezTo>
                      <a:cubicBezTo>
                        <a:pt x="544828" y="161789"/>
                        <a:pt x="534011" y="241984"/>
                        <a:pt x="528115" y="275897"/>
                      </a:cubicBezTo>
                      <a:cubicBezTo>
                        <a:pt x="522219" y="309810"/>
                        <a:pt x="496861" y="373247"/>
                        <a:pt x="417066" y="327498"/>
                      </a:cubicBezTo>
                      <a:cubicBezTo>
                        <a:pt x="336472" y="281305"/>
                        <a:pt x="299145" y="391379"/>
                        <a:pt x="277512" y="445418"/>
                      </a:cubicBezTo>
                      <a:cubicBezTo>
                        <a:pt x="266518" y="472859"/>
                        <a:pt x="250692" y="533593"/>
                        <a:pt x="184638" y="508812"/>
                      </a:cubicBezTo>
                      <a:cubicBezTo>
                        <a:pt x="90302" y="473436"/>
                        <a:pt x="31918" y="527165"/>
                        <a:pt x="222" y="614142"/>
                      </a:cubicBezTo>
                      <a:lnTo>
                        <a:pt x="0" y="754095"/>
                      </a:lnTo>
                      <a:cubicBezTo>
                        <a:pt x="0" y="754095"/>
                        <a:pt x="6871" y="743544"/>
                        <a:pt x="16181" y="728117"/>
                      </a:cubicBezTo>
                      <a:cubicBezTo>
                        <a:pt x="18264" y="724703"/>
                        <a:pt x="20570" y="721024"/>
                        <a:pt x="23096" y="717212"/>
                      </a:cubicBezTo>
                      <a:cubicBezTo>
                        <a:pt x="24382" y="715305"/>
                        <a:pt x="25712" y="713355"/>
                        <a:pt x="27086" y="711315"/>
                      </a:cubicBezTo>
                      <a:cubicBezTo>
                        <a:pt x="34091" y="701341"/>
                        <a:pt x="42558" y="690436"/>
                        <a:pt x="52621" y="679663"/>
                      </a:cubicBezTo>
                      <a:cubicBezTo>
                        <a:pt x="76781" y="653774"/>
                        <a:pt x="109985" y="628372"/>
                        <a:pt x="152986" y="617157"/>
                      </a:cubicBezTo>
                      <a:cubicBezTo>
                        <a:pt x="160168" y="615295"/>
                        <a:pt x="167571" y="613787"/>
                        <a:pt x="175285" y="612768"/>
                      </a:cubicBezTo>
                      <a:cubicBezTo>
                        <a:pt x="179141" y="612236"/>
                        <a:pt x="183043" y="611837"/>
                        <a:pt x="187077" y="611571"/>
                      </a:cubicBezTo>
                      <a:cubicBezTo>
                        <a:pt x="192219" y="611216"/>
                        <a:pt x="197228" y="611083"/>
                        <a:pt x="202016" y="611083"/>
                      </a:cubicBezTo>
                      <a:cubicBezTo>
                        <a:pt x="206848" y="611128"/>
                        <a:pt x="211459" y="611349"/>
                        <a:pt x="215980" y="611748"/>
                      </a:cubicBezTo>
                      <a:cubicBezTo>
                        <a:pt x="220458" y="612147"/>
                        <a:pt x="224802" y="612768"/>
                        <a:pt x="229014" y="613521"/>
                      </a:cubicBezTo>
                      <a:cubicBezTo>
                        <a:pt x="232782" y="614186"/>
                        <a:pt x="236417" y="615029"/>
                        <a:pt x="239964" y="615959"/>
                      </a:cubicBezTo>
                      <a:cubicBezTo>
                        <a:pt x="242313" y="616580"/>
                        <a:pt x="244663" y="617245"/>
                        <a:pt x="246923" y="617999"/>
                      </a:cubicBezTo>
                      <a:cubicBezTo>
                        <a:pt x="248830" y="618620"/>
                        <a:pt x="250692" y="619284"/>
                        <a:pt x="252509" y="619949"/>
                      </a:cubicBezTo>
                      <a:cubicBezTo>
                        <a:pt x="256144" y="621324"/>
                        <a:pt x="259691" y="622831"/>
                        <a:pt x="263104" y="624471"/>
                      </a:cubicBezTo>
                      <a:cubicBezTo>
                        <a:pt x="264789" y="625314"/>
                        <a:pt x="266473" y="626156"/>
                        <a:pt x="268114" y="627042"/>
                      </a:cubicBezTo>
                      <a:cubicBezTo>
                        <a:pt x="270375" y="628284"/>
                        <a:pt x="272591" y="629569"/>
                        <a:pt x="274763" y="630943"/>
                      </a:cubicBezTo>
                      <a:cubicBezTo>
                        <a:pt x="278221" y="633071"/>
                        <a:pt x="281502" y="635332"/>
                        <a:pt x="284738" y="637726"/>
                      </a:cubicBezTo>
                      <a:cubicBezTo>
                        <a:pt x="286821" y="639278"/>
                        <a:pt x="288861" y="640873"/>
                        <a:pt x="290855" y="642514"/>
                      </a:cubicBezTo>
                      <a:cubicBezTo>
                        <a:pt x="292274" y="643666"/>
                        <a:pt x="293648" y="644863"/>
                        <a:pt x="294978" y="646060"/>
                      </a:cubicBezTo>
                      <a:cubicBezTo>
                        <a:pt x="297682" y="648454"/>
                        <a:pt x="300298" y="650981"/>
                        <a:pt x="302869" y="653552"/>
                      </a:cubicBezTo>
                      <a:cubicBezTo>
                        <a:pt x="309563" y="660290"/>
                        <a:pt x="315725" y="667561"/>
                        <a:pt x="321577" y="675141"/>
                      </a:cubicBezTo>
                      <a:cubicBezTo>
                        <a:pt x="324680" y="679131"/>
                        <a:pt x="327650" y="683210"/>
                        <a:pt x="330576" y="687332"/>
                      </a:cubicBezTo>
                      <a:cubicBezTo>
                        <a:pt x="333059" y="690835"/>
                        <a:pt x="335452" y="694337"/>
                        <a:pt x="337846" y="697883"/>
                      </a:cubicBezTo>
                      <a:cubicBezTo>
                        <a:pt x="339221" y="699922"/>
                        <a:pt x="340550" y="701962"/>
                        <a:pt x="341925" y="703957"/>
                      </a:cubicBezTo>
                      <a:cubicBezTo>
                        <a:pt x="343875" y="706927"/>
                        <a:pt x="345826" y="709897"/>
                        <a:pt x="347776" y="712823"/>
                      </a:cubicBezTo>
                      <a:cubicBezTo>
                        <a:pt x="349550" y="715571"/>
                        <a:pt x="351323" y="718275"/>
                        <a:pt x="353096" y="720980"/>
                      </a:cubicBezTo>
                      <a:cubicBezTo>
                        <a:pt x="358239" y="728826"/>
                        <a:pt x="363381" y="736540"/>
                        <a:pt x="368701" y="743943"/>
                      </a:cubicBezTo>
                      <a:cubicBezTo>
                        <a:pt x="369543" y="745140"/>
                        <a:pt x="370430" y="746337"/>
                        <a:pt x="371316" y="747534"/>
                      </a:cubicBezTo>
                      <a:cubicBezTo>
                        <a:pt x="372513" y="749130"/>
                        <a:pt x="373710" y="750726"/>
                        <a:pt x="374907" y="752277"/>
                      </a:cubicBezTo>
                      <a:cubicBezTo>
                        <a:pt x="376414" y="754228"/>
                        <a:pt x="377921" y="756178"/>
                        <a:pt x="379473" y="758085"/>
                      </a:cubicBezTo>
                      <a:cubicBezTo>
                        <a:pt x="399998" y="783220"/>
                        <a:pt x="424203" y="802061"/>
                        <a:pt x="460333" y="804144"/>
                      </a:cubicBezTo>
                      <a:cubicBezTo>
                        <a:pt x="462195" y="804233"/>
                        <a:pt x="464057" y="804322"/>
                        <a:pt x="465874" y="804322"/>
                      </a:cubicBezTo>
                      <a:cubicBezTo>
                        <a:pt x="480370" y="804410"/>
                        <a:pt x="492916" y="801529"/>
                        <a:pt x="504087" y="796342"/>
                      </a:cubicBezTo>
                      <a:cubicBezTo>
                        <a:pt x="505462" y="795677"/>
                        <a:pt x="506836" y="795012"/>
                        <a:pt x="508210" y="794303"/>
                      </a:cubicBezTo>
                      <a:cubicBezTo>
                        <a:pt x="510914" y="792885"/>
                        <a:pt x="513530" y="791333"/>
                        <a:pt x="516101" y="789648"/>
                      </a:cubicBezTo>
                      <a:cubicBezTo>
                        <a:pt x="517387" y="788806"/>
                        <a:pt x="518628" y="787919"/>
                        <a:pt x="519869" y="787033"/>
                      </a:cubicBezTo>
                      <a:cubicBezTo>
                        <a:pt x="522352" y="785215"/>
                        <a:pt x="524746" y="783309"/>
                        <a:pt x="527095" y="781314"/>
                      </a:cubicBezTo>
                      <a:cubicBezTo>
                        <a:pt x="528248" y="780294"/>
                        <a:pt x="529445" y="779275"/>
                        <a:pt x="530553" y="778211"/>
                      </a:cubicBezTo>
                      <a:cubicBezTo>
                        <a:pt x="532858" y="776083"/>
                        <a:pt x="535075" y="773866"/>
                        <a:pt x="537247" y="771561"/>
                      </a:cubicBezTo>
                      <a:cubicBezTo>
                        <a:pt x="539419" y="769256"/>
                        <a:pt x="541591" y="766862"/>
                        <a:pt x="543675" y="764380"/>
                      </a:cubicBezTo>
                      <a:cubicBezTo>
                        <a:pt x="545759" y="761897"/>
                        <a:pt x="547842" y="759370"/>
                        <a:pt x="549881" y="756755"/>
                      </a:cubicBezTo>
                      <a:cubicBezTo>
                        <a:pt x="550901" y="755469"/>
                        <a:pt x="551921" y="754139"/>
                        <a:pt x="552896" y="752809"/>
                      </a:cubicBezTo>
                      <a:cubicBezTo>
                        <a:pt x="554891" y="750149"/>
                        <a:pt x="556886" y="747445"/>
                        <a:pt x="558836" y="744652"/>
                      </a:cubicBezTo>
                      <a:cubicBezTo>
                        <a:pt x="565707" y="734988"/>
                        <a:pt x="572313" y="724792"/>
                        <a:pt x="579140" y="714552"/>
                      </a:cubicBezTo>
                      <a:cubicBezTo>
                        <a:pt x="581090" y="711626"/>
                        <a:pt x="583041" y="708700"/>
                        <a:pt x="585036" y="705774"/>
                      </a:cubicBezTo>
                      <a:cubicBezTo>
                        <a:pt x="594922" y="691189"/>
                        <a:pt x="605339" y="676826"/>
                        <a:pt x="617397" y="664192"/>
                      </a:cubicBezTo>
                      <a:cubicBezTo>
                        <a:pt x="619791" y="661665"/>
                        <a:pt x="622274" y="659227"/>
                        <a:pt x="624845" y="656833"/>
                      </a:cubicBezTo>
                      <a:cubicBezTo>
                        <a:pt x="647764" y="635465"/>
                        <a:pt x="676668" y="620703"/>
                        <a:pt x="717851" y="621279"/>
                      </a:cubicBezTo>
                      <a:cubicBezTo>
                        <a:pt x="740283" y="621590"/>
                        <a:pt x="758813" y="625491"/>
                        <a:pt x="774684" y="631786"/>
                      </a:cubicBezTo>
                      <a:cubicBezTo>
                        <a:pt x="781023" y="634313"/>
                        <a:pt x="786963" y="637239"/>
                        <a:pt x="792505" y="640475"/>
                      </a:cubicBezTo>
                      <a:cubicBezTo>
                        <a:pt x="803632" y="646947"/>
                        <a:pt x="813385" y="654705"/>
                        <a:pt x="822339" y="663172"/>
                      </a:cubicBezTo>
                      <a:cubicBezTo>
                        <a:pt x="826817" y="667384"/>
                        <a:pt x="831117" y="671772"/>
                        <a:pt x="835284" y="676294"/>
                      </a:cubicBezTo>
                      <a:cubicBezTo>
                        <a:pt x="837368" y="678555"/>
                        <a:pt x="839451" y="680816"/>
                        <a:pt x="841490" y="683121"/>
                      </a:cubicBezTo>
                      <a:cubicBezTo>
                        <a:pt x="847608" y="689992"/>
                        <a:pt x="853548" y="696997"/>
                        <a:pt x="859622" y="703912"/>
                      </a:cubicBezTo>
                      <a:cubicBezTo>
                        <a:pt x="863656" y="708523"/>
                        <a:pt x="867734" y="713089"/>
                        <a:pt x="871901" y="717522"/>
                      </a:cubicBezTo>
                      <a:cubicBezTo>
                        <a:pt x="876113" y="721955"/>
                        <a:pt x="880413" y="726299"/>
                        <a:pt x="884890" y="730466"/>
                      </a:cubicBezTo>
                      <a:cubicBezTo>
                        <a:pt x="889412" y="734634"/>
                        <a:pt x="894111" y="738579"/>
                        <a:pt x="899076" y="742259"/>
                      </a:cubicBezTo>
                      <a:cubicBezTo>
                        <a:pt x="911533" y="751479"/>
                        <a:pt x="925675" y="759104"/>
                        <a:pt x="942787" y="763936"/>
                      </a:cubicBezTo>
                      <a:cubicBezTo>
                        <a:pt x="946200" y="764912"/>
                        <a:pt x="949747" y="765754"/>
                        <a:pt x="953426" y="766508"/>
                      </a:cubicBezTo>
                      <a:cubicBezTo>
                        <a:pt x="960741" y="767971"/>
                        <a:pt x="968587" y="768990"/>
                        <a:pt x="977010" y="769433"/>
                      </a:cubicBezTo>
                      <a:cubicBezTo>
                        <a:pt x="981222" y="769655"/>
                        <a:pt x="985566" y="769744"/>
                        <a:pt x="990088" y="769699"/>
                      </a:cubicBezTo>
                      <a:cubicBezTo>
                        <a:pt x="1008973" y="769433"/>
                        <a:pt x="1024001" y="765399"/>
                        <a:pt x="1036414" y="758750"/>
                      </a:cubicBezTo>
                      <a:cubicBezTo>
                        <a:pt x="1038896" y="757420"/>
                        <a:pt x="1041290" y="756001"/>
                        <a:pt x="1043551" y="754450"/>
                      </a:cubicBezTo>
                      <a:cubicBezTo>
                        <a:pt x="1051575" y="749130"/>
                        <a:pt x="1058446" y="742613"/>
                        <a:pt x="1064608" y="735387"/>
                      </a:cubicBezTo>
                      <a:cubicBezTo>
                        <a:pt x="1069883" y="729181"/>
                        <a:pt x="1074671" y="722443"/>
                        <a:pt x="1079193" y="715394"/>
                      </a:cubicBezTo>
                      <a:cubicBezTo>
                        <a:pt x="1081454" y="711892"/>
                        <a:pt x="1083670" y="708257"/>
                        <a:pt x="1085843" y="704621"/>
                      </a:cubicBezTo>
                      <a:cubicBezTo>
                        <a:pt x="1090231" y="697351"/>
                        <a:pt x="1094487" y="689903"/>
                        <a:pt x="1098920" y="682545"/>
                      </a:cubicBezTo>
                      <a:cubicBezTo>
                        <a:pt x="1099674" y="681304"/>
                        <a:pt x="1100427" y="680107"/>
                        <a:pt x="1101181" y="678865"/>
                      </a:cubicBezTo>
                      <a:cubicBezTo>
                        <a:pt x="1123036" y="643533"/>
                        <a:pt x="1150211" y="611394"/>
                        <a:pt x="1214092" y="611394"/>
                      </a:cubicBezTo>
                      <a:lnTo>
                        <a:pt x="1214092" y="611394"/>
                      </a:lnTo>
                      <a:lnTo>
                        <a:pt x="1214092" y="611394"/>
                      </a:lnTo>
                      <a:cubicBezTo>
                        <a:pt x="1225352" y="611394"/>
                        <a:pt x="1235637" y="613300"/>
                        <a:pt x="1245257" y="616757"/>
                      </a:cubicBezTo>
                      <a:cubicBezTo>
                        <a:pt x="1247074" y="617422"/>
                        <a:pt x="1248892" y="618132"/>
                        <a:pt x="1250665" y="618885"/>
                      </a:cubicBezTo>
                      <a:cubicBezTo>
                        <a:pt x="1304128" y="641716"/>
                        <a:pt x="1335515" y="712113"/>
                        <a:pt x="1383082" y="760301"/>
                      </a:cubicBezTo>
                      <a:cubicBezTo>
                        <a:pt x="1383082" y="760301"/>
                        <a:pt x="1383126" y="760345"/>
                        <a:pt x="1383126" y="760345"/>
                      </a:cubicBezTo>
                      <a:cubicBezTo>
                        <a:pt x="1393101" y="770453"/>
                        <a:pt x="1403784" y="779541"/>
                        <a:pt x="1415532" y="787033"/>
                      </a:cubicBezTo>
                      <a:cubicBezTo>
                        <a:pt x="1416685" y="787786"/>
                        <a:pt x="1417882" y="788496"/>
                        <a:pt x="1419078" y="789205"/>
                      </a:cubicBezTo>
                      <a:cubicBezTo>
                        <a:pt x="1429807" y="795633"/>
                        <a:pt x="1441377" y="800687"/>
                        <a:pt x="1454100" y="803967"/>
                      </a:cubicBezTo>
                      <a:cubicBezTo>
                        <a:pt x="1457026" y="804721"/>
                        <a:pt x="1459952" y="805342"/>
                        <a:pt x="1463010" y="805918"/>
                      </a:cubicBezTo>
                      <a:cubicBezTo>
                        <a:pt x="1469217" y="807026"/>
                        <a:pt x="1475645" y="807780"/>
                        <a:pt x="1482383" y="808001"/>
                      </a:cubicBezTo>
                      <a:cubicBezTo>
                        <a:pt x="1485176" y="808090"/>
                        <a:pt x="1487924" y="808046"/>
                        <a:pt x="1490629" y="807913"/>
                      </a:cubicBezTo>
                      <a:cubicBezTo>
                        <a:pt x="1490983" y="807913"/>
                        <a:pt x="1491338" y="807868"/>
                        <a:pt x="1491693" y="807868"/>
                      </a:cubicBezTo>
                      <a:cubicBezTo>
                        <a:pt x="1494219" y="807735"/>
                        <a:pt x="1496702" y="807469"/>
                        <a:pt x="1499184" y="807115"/>
                      </a:cubicBezTo>
                      <a:cubicBezTo>
                        <a:pt x="1499628" y="807070"/>
                        <a:pt x="1500071" y="806982"/>
                        <a:pt x="1500514" y="806937"/>
                      </a:cubicBezTo>
                      <a:cubicBezTo>
                        <a:pt x="1502908" y="806583"/>
                        <a:pt x="1505258" y="806139"/>
                        <a:pt x="1507563" y="805607"/>
                      </a:cubicBezTo>
                      <a:cubicBezTo>
                        <a:pt x="1507962" y="805519"/>
                        <a:pt x="1508317" y="805430"/>
                        <a:pt x="1508716" y="805342"/>
                      </a:cubicBezTo>
                      <a:cubicBezTo>
                        <a:pt x="1511065" y="804765"/>
                        <a:pt x="1513415" y="804100"/>
                        <a:pt x="1515676" y="803391"/>
                      </a:cubicBezTo>
                      <a:cubicBezTo>
                        <a:pt x="1515853" y="803347"/>
                        <a:pt x="1516030" y="803258"/>
                        <a:pt x="1516208" y="803214"/>
                      </a:cubicBezTo>
                      <a:cubicBezTo>
                        <a:pt x="1518468" y="802460"/>
                        <a:pt x="1520685" y="801618"/>
                        <a:pt x="1522857" y="800731"/>
                      </a:cubicBezTo>
                      <a:cubicBezTo>
                        <a:pt x="1523035" y="800642"/>
                        <a:pt x="1523256" y="800554"/>
                        <a:pt x="1523434" y="800509"/>
                      </a:cubicBezTo>
                      <a:cubicBezTo>
                        <a:pt x="1525606" y="799579"/>
                        <a:pt x="1527689" y="798603"/>
                        <a:pt x="1529773" y="797539"/>
                      </a:cubicBezTo>
                      <a:cubicBezTo>
                        <a:pt x="1530128" y="797362"/>
                        <a:pt x="1530438" y="797184"/>
                        <a:pt x="1530792" y="797007"/>
                      </a:cubicBezTo>
                      <a:cubicBezTo>
                        <a:pt x="1532787" y="795943"/>
                        <a:pt x="1534782" y="794835"/>
                        <a:pt x="1536733" y="793682"/>
                      </a:cubicBezTo>
                      <a:cubicBezTo>
                        <a:pt x="1537087" y="793461"/>
                        <a:pt x="1537398" y="793283"/>
                        <a:pt x="1537752" y="793062"/>
                      </a:cubicBezTo>
                      <a:cubicBezTo>
                        <a:pt x="1539703" y="791865"/>
                        <a:pt x="1541653" y="790624"/>
                        <a:pt x="1543515" y="789294"/>
                      </a:cubicBezTo>
                      <a:cubicBezTo>
                        <a:pt x="1543737" y="789116"/>
                        <a:pt x="1543959" y="788983"/>
                        <a:pt x="1544180" y="788806"/>
                      </a:cubicBezTo>
                      <a:cubicBezTo>
                        <a:pt x="1546131" y="787432"/>
                        <a:pt x="1548082" y="786013"/>
                        <a:pt x="1549943" y="784550"/>
                      </a:cubicBezTo>
                      <a:cubicBezTo>
                        <a:pt x="1549988" y="784550"/>
                        <a:pt x="1549988" y="784506"/>
                        <a:pt x="1550032" y="784506"/>
                      </a:cubicBezTo>
                      <a:cubicBezTo>
                        <a:pt x="1551938" y="783043"/>
                        <a:pt x="1553800" y="781491"/>
                        <a:pt x="1555618" y="779940"/>
                      </a:cubicBezTo>
                      <a:cubicBezTo>
                        <a:pt x="1555839" y="779762"/>
                        <a:pt x="1556061" y="779541"/>
                        <a:pt x="1556283" y="779364"/>
                      </a:cubicBezTo>
                      <a:cubicBezTo>
                        <a:pt x="1558012" y="777856"/>
                        <a:pt x="1559741" y="776305"/>
                        <a:pt x="1561425" y="774753"/>
                      </a:cubicBezTo>
                      <a:cubicBezTo>
                        <a:pt x="1561691" y="774487"/>
                        <a:pt x="1561957" y="774265"/>
                        <a:pt x="1562223" y="773999"/>
                      </a:cubicBezTo>
                      <a:cubicBezTo>
                        <a:pt x="1563908" y="772448"/>
                        <a:pt x="1565548" y="770852"/>
                        <a:pt x="1567188" y="769212"/>
                      </a:cubicBezTo>
                      <a:cubicBezTo>
                        <a:pt x="1567410" y="768990"/>
                        <a:pt x="1567632" y="768768"/>
                        <a:pt x="1567809" y="768591"/>
                      </a:cubicBezTo>
                      <a:cubicBezTo>
                        <a:pt x="1569493" y="766907"/>
                        <a:pt x="1571178" y="765222"/>
                        <a:pt x="1572818" y="763493"/>
                      </a:cubicBezTo>
                      <a:cubicBezTo>
                        <a:pt x="1572818" y="763493"/>
                        <a:pt x="1572818" y="763493"/>
                        <a:pt x="1572818" y="763493"/>
                      </a:cubicBezTo>
                      <a:cubicBezTo>
                        <a:pt x="1574547" y="761675"/>
                        <a:pt x="1576232" y="759858"/>
                        <a:pt x="1577916" y="758040"/>
                      </a:cubicBezTo>
                      <a:cubicBezTo>
                        <a:pt x="1578005" y="757952"/>
                        <a:pt x="1578049" y="757863"/>
                        <a:pt x="1578138" y="757819"/>
                      </a:cubicBezTo>
                      <a:cubicBezTo>
                        <a:pt x="1579778" y="756001"/>
                        <a:pt x="1581418" y="754228"/>
                        <a:pt x="1583059" y="752410"/>
                      </a:cubicBezTo>
                      <a:cubicBezTo>
                        <a:pt x="1583147" y="752322"/>
                        <a:pt x="1583236" y="752189"/>
                        <a:pt x="1583369" y="752100"/>
                      </a:cubicBezTo>
                      <a:cubicBezTo>
                        <a:pt x="1586960" y="748154"/>
                        <a:pt x="1590418" y="744209"/>
                        <a:pt x="1593875" y="740352"/>
                      </a:cubicBezTo>
                      <a:cubicBezTo>
                        <a:pt x="1595028" y="739067"/>
                        <a:pt x="1596136" y="737826"/>
                        <a:pt x="1597289" y="736584"/>
                      </a:cubicBezTo>
                      <a:cubicBezTo>
                        <a:pt x="1597599" y="736274"/>
                        <a:pt x="1597865" y="735919"/>
                        <a:pt x="1598175" y="735609"/>
                      </a:cubicBezTo>
                      <a:cubicBezTo>
                        <a:pt x="1598175" y="735609"/>
                        <a:pt x="1598087" y="735609"/>
                        <a:pt x="1598087" y="735609"/>
                      </a:cubicBezTo>
                      <a:cubicBezTo>
                        <a:pt x="1598087" y="735609"/>
                        <a:pt x="1672164" y="633559"/>
                        <a:pt x="1790705" y="659182"/>
                      </a:cubicBezTo>
                      <a:cubicBezTo>
                        <a:pt x="1889474" y="680550"/>
                        <a:pt x="1910620" y="753031"/>
                        <a:pt x="1934426" y="784949"/>
                      </a:cubicBezTo>
                      <a:cubicBezTo>
                        <a:pt x="1939613" y="790890"/>
                        <a:pt x="1945287" y="796209"/>
                        <a:pt x="1951316" y="800864"/>
                      </a:cubicBezTo>
                      <a:cubicBezTo>
                        <a:pt x="1957345" y="805519"/>
                        <a:pt x="1963773" y="809553"/>
                        <a:pt x="1970467" y="812966"/>
                      </a:cubicBezTo>
                      <a:cubicBezTo>
                        <a:pt x="1977161" y="816380"/>
                        <a:pt x="1984121" y="819128"/>
                        <a:pt x="1991302" y="821256"/>
                      </a:cubicBezTo>
                      <a:cubicBezTo>
                        <a:pt x="1996090" y="822675"/>
                        <a:pt x="2000922" y="823827"/>
                        <a:pt x="2005843" y="824670"/>
                      </a:cubicBezTo>
                      <a:cubicBezTo>
                        <a:pt x="2008281" y="825113"/>
                        <a:pt x="2010764" y="825468"/>
                        <a:pt x="2013246" y="825734"/>
                      </a:cubicBezTo>
                      <a:cubicBezTo>
                        <a:pt x="2018211" y="826310"/>
                        <a:pt x="2023176" y="826576"/>
                        <a:pt x="2028186" y="826576"/>
                      </a:cubicBezTo>
                      <a:cubicBezTo>
                        <a:pt x="2043170" y="826576"/>
                        <a:pt x="2058287" y="824049"/>
                        <a:pt x="2072694" y="818951"/>
                      </a:cubicBezTo>
                      <a:cubicBezTo>
                        <a:pt x="2082314" y="815538"/>
                        <a:pt x="2091579" y="811016"/>
                        <a:pt x="2100357" y="805342"/>
                      </a:cubicBezTo>
                      <a:cubicBezTo>
                        <a:pt x="2117868" y="793993"/>
                        <a:pt x="2133206" y="778122"/>
                        <a:pt x="2144555" y="757686"/>
                      </a:cubicBezTo>
                      <a:cubicBezTo>
                        <a:pt x="2148367" y="750859"/>
                        <a:pt x="2152091" y="743854"/>
                        <a:pt x="2155770" y="736850"/>
                      </a:cubicBezTo>
                      <a:cubicBezTo>
                        <a:pt x="2160691" y="727496"/>
                        <a:pt x="2165612" y="718054"/>
                        <a:pt x="2170666" y="708744"/>
                      </a:cubicBezTo>
                      <a:cubicBezTo>
                        <a:pt x="2171907" y="706439"/>
                        <a:pt x="2173193" y="704089"/>
                        <a:pt x="2174478" y="701784"/>
                      </a:cubicBezTo>
                      <a:cubicBezTo>
                        <a:pt x="2183433" y="685648"/>
                        <a:pt x="2192920" y="669999"/>
                        <a:pt x="2203737" y="656035"/>
                      </a:cubicBezTo>
                      <a:cubicBezTo>
                        <a:pt x="2205288" y="654040"/>
                        <a:pt x="2206840" y="652089"/>
                        <a:pt x="2208480" y="650139"/>
                      </a:cubicBezTo>
                      <a:cubicBezTo>
                        <a:pt x="2234148" y="619284"/>
                        <a:pt x="2267485" y="597695"/>
                        <a:pt x="2318554" y="598449"/>
                      </a:cubicBezTo>
                      <a:lnTo>
                        <a:pt x="2318554" y="598449"/>
                      </a:lnTo>
                      <a:lnTo>
                        <a:pt x="2318554" y="598449"/>
                      </a:lnTo>
                      <a:cubicBezTo>
                        <a:pt x="2339832" y="598759"/>
                        <a:pt x="2357210" y="603857"/>
                        <a:pt x="2371884" y="612103"/>
                      </a:cubicBezTo>
                      <a:cubicBezTo>
                        <a:pt x="2373613" y="613078"/>
                        <a:pt x="2375342" y="614098"/>
                        <a:pt x="2377026" y="615162"/>
                      </a:cubicBezTo>
                      <a:cubicBezTo>
                        <a:pt x="2396354" y="627574"/>
                        <a:pt x="2410585" y="645750"/>
                        <a:pt x="2422554" y="665699"/>
                      </a:cubicBezTo>
                      <a:cubicBezTo>
                        <a:pt x="2425125" y="669999"/>
                        <a:pt x="2427608" y="674344"/>
                        <a:pt x="2429957" y="678732"/>
                      </a:cubicBezTo>
                      <a:cubicBezTo>
                        <a:pt x="2431997" y="682456"/>
                        <a:pt x="2433947" y="686224"/>
                        <a:pt x="2435898" y="689992"/>
                      </a:cubicBezTo>
                      <a:cubicBezTo>
                        <a:pt x="2444099" y="705952"/>
                        <a:pt x="2451591" y="722043"/>
                        <a:pt x="2459704" y="736318"/>
                      </a:cubicBezTo>
                      <a:cubicBezTo>
                        <a:pt x="2460856" y="738357"/>
                        <a:pt x="2462053" y="740352"/>
                        <a:pt x="2463206" y="742347"/>
                      </a:cubicBezTo>
                      <a:cubicBezTo>
                        <a:pt x="2467949" y="750194"/>
                        <a:pt x="2473003" y="757375"/>
                        <a:pt x="2478500" y="763582"/>
                      </a:cubicBezTo>
                      <a:cubicBezTo>
                        <a:pt x="2481248" y="766685"/>
                        <a:pt x="2484307" y="769788"/>
                        <a:pt x="2487588" y="772936"/>
                      </a:cubicBezTo>
                      <a:cubicBezTo>
                        <a:pt x="2490868" y="776083"/>
                        <a:pt x="2494459" y="779230"/>
                        <a:pt x="2498227" y="782334"/>
                      </a:cubicBezTo>
                      <a:cubicBezTo>
                        <a:pt x="2500133" y="783885"/>
                        <a:pt x="2502084" y="785437"/>
                        <a:pt x="2504079" y="786944"/>
                      </a:cubicBezTo>
                      <a:cubicBezTo>
                        <a:pt x="2506074" y="788451"/>
                        <a:pt x="2508157" y="789959"/>
                        <a:pt x="2510285" y="791466"/>
                      </a:cubicBezTo>
                      <a:cubicBezTo>
                        <a:pt x="2513477" y="793682"/>
                        <a:pt x="2516757" y="795855"/>
                        <a:pt x="2520171" y="797982"/>
                      </a:cubicBezTo>
                      <a:cubicBezTo>
                        <a:pt x="2526998" y="802194"/>
                        <a:pt x="2534224" y="806095"/>
                        <a:pt x="2541849" y="809509"/>
                      </a:cubicBezTo>
                      <a:cubicBezTo>
                        <a:pt x="2544376" y="810661"/>
                        <a:pt x="2546947" y="811770"/>
                        <a:pt x="2549562" y="812789"/>
                      </a:cubicBezTo>
                      <a:cubicBezTo>
                        <a:pt x="2557409" y="815892"/>
                        <a:pt x="2565566" y="818508"/>
                        <a:pt x="2573989" y="820414"/>
                      </a:cubicBezTo>
                      <a:cubicBezTo>
                        <a:pt x="2579619" y="821700"/>
                        <a:pt x="2585337" y="822630"/>
                        <a:pt x="2591189" y="823251"/>
                      </a:cubicBezTo>
                      <a:cubicBezTo>
                        <a:pt x="2595578" y="823695"/>
                        <a:pt x="2599967" y="823961"/>
                        <a:pt x="2604444" y="824005"/>
                      </a:cubicBezTo>
                      <a:cubicBezTo>
                        <a:pt x="2605951" y="824005"/>
                        <a:pt x="2607414" y="824005"/>
                        <a:pt x="2608921" y="823961"/>
                      </a:cubicBezTo>
                      <a:cubicBezTo>
                        <a:pt x="2610429" y="823916"/>
                        <a:pt x="2611936" y="823872"/>
                        <a:pt x="2613443" y="823783"/>
                      </a:cubicBezTo>
                      <a:cubicBezTo>
                        <a:pt x="2628516" y="822896"/>
                        <a:pt x="2643943" y="819394"/>
                        <a:pt x="2659459" y="812523"/>
                      </a:cubicBezTo>
                      <a:cubicBezTo>
                        <a:pt x="2661010" y="811814"/>
                        <a:pt x="2662562" y="811104"/>
                        <a:pt x="2664114" y="810351"/>
                      </a:cubicBezTo>
                      <a:cubicBezTo>
                        <a:pt x="2676526" y="804278"/>
                        <a:pt x="2688939" y="796032"/>
                        <a:pt x="2701174" y="785171"/>
                      </a:cubicBezTo>
                      <a:cubicBezTo>
                        <a:pt x="2702726" y="783797"/>
                        <a:pt x="2704233" y="782422"/>
                        <a:pt x="2705740" y="780959"/>
                      </a:cubicBezTo>
                      <a:cubicBezTo>
                        <a:pt x="2714873" y="772315"/>
                        <a:pt x="2723916" y="762163"/>
                        <a:pt x="2732782" y="750327"/>
                      </a:cubicBezTo>
                      <a:cubicBezTo>
                        <a:pt x="2750470" y="726698"/>
                        <a:pt x="2765321" y="706218"/>
                        <a:pt x="2778266" y="688574"/>
                      </a:cubicBezTo>
                      <a:cubicBezTo>
                        <a:pt x="2780438" y="685648"/>
                        <a:pt x="2782522" y="682766"/>
                        <a:pt x="2784561" y="679973"/>
                      </a:cubicBezTo>
                      <a:cubicBezTo>
                        <a:pt x="2833768" y="613123"/>
                        <a:pt x="2854160" y="590602"/>
                        <a:pt x="2902082" y="590957"/>
                      </a:cubicBezTo>
                      <a:cubicBezTo>
                        <a:pt x="2904077" y="590957"/>
                        <a:pt x="2906116" y="591046"/>
                        <a:pt x="2908200" y="591134"/>
                      </a:cubicBezTo>
                      <a:lnTo>
                        <a:pt x="2908200" y="591134"/>
                      </a:lnTo>
                      <a:cubicBezTo>
                        <a:pt x="2909929" y="591134"/>
                        <a:pt x="2912012" y="591400"/>
                        <a:pt x="2913963" y="591711"/>
                      </a:cubicBezTo>
                      <a:cubicBezTo>
                        <a:pt x="2914317" y="591755"/>
                        <a:pt x="2914672" y="591843"/>
                        <a:pt x="2915027" y="591888"/>
                      </a:cubicBezTo>
                      <a:cubicBezTo>
                        <a:pt x="2917908" y="592420"/>
                        <a:pt x="2920258" y="593040"/>
                        <a:pt x="2920258" y="593040"/>
                      </a:cubicBezTo>
                      <a:lnTo>
                        <a:pt x="2920258" y="593085"/>
                      </a:lnTo>
                      <a:cubicBezTo>
                        <a:pt x="2977179" y="609443"/>
                        <a:pt x="2992783" y="720536"/>
                        <a:pt x="3055645" y="726743"/>
                      </a:cubicBezTo>
                      <a:cubicBezTo>
                        <a:pt x="3122717" y="733392"/>
                        <a:pt x="3165452" y="555004"/>
                        <a:pt x="3166960" y="495291"/>
                      </a:cubicBezTo>
                      <a:cubicBezTo>
                        <a:pt x="3168423" y="435577"/>
                        <a:pt x="3179505" y="374400"/>
                        <a:pt x="3220024" y="366287"/>
                      </a:cubicBezTo>
                      <a:cubicBezTo>
                        <a:pt x="3260542" y="358175"/>
                        <a:pt x="3287097" y="385438"/>
                        <a:pt x="3301859" y="439256"/>
                      </a:cubicBezTo>
                      <a:cubicBezTo>
                        <a:pt x="3316621" y="493074"/>
                        <a:pt x="3382940" y="526234"/>
                        <a:pt x="3397702" y="455482"/>
                      </a:cubicBezTo>
                      <a:cubicBezTo>
                        <a:pt x="3412464" y="384729"/>
                        <a:pt x="3419070" y="260869"/>
                        <a:pt x="3453737" y="214454"/>
                      </a:cubicBezTo>
                      <a:cubicBezTo>
                        <a:pt x="3488403" y="168040"/>
                        <a:pt x="3527459" y="159173"/>
                        <a:pt x="3540714" y="212991"/>
                      </a:cubicBezTo>
                      <a:cubicBezTo>
                        <a:pt x="3553969" y="266809"/>
                        <a:pt x="3572411" y="325015"/>
                        <a:pt x="3607033" y="291856"/>
                      </a:cubicBezTo>
                      <a:cubicBezTo>
                        <a:pt x="3641656" y="258696"/>
                        <a:pt x="3666747" y="176152"/>
                        <a:pt x="3666747" y="176152"/>
                      </a:cubicBezTo>
                      <a:lnTo>
                        <a:pt x="3666747" y="107350"/>
                      </a:lnTo>
                      <a:cubicBezTo>
                        <a:pt x="3666658" y="107439"/>
                        <a:pt x="3626849" y="127078"/>
                        <a:pt x="3606235" y="93652"/>
                      </a:cubicBezTo>
                      <a:close/>
                    </a:path>
                  </a:pathLst>
                </a:custGeom>
                <a:noFill/>
                <a:ln w="3323" cap="rnd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84" name="Forme libre : forme 27383">
                  <a:extLst>
                    <a:ext uri="{FF2B5EF4-FFF2-40B4-BE49-F238E27FC236}">
                      <a16:creationId xmlns:a16="http://schemas.microsoft.com/office/drawing/2014/main" id="{CE244305-E7B0-495B-A17D-3DDD070F3465}"/>
                    </a:ext>
                  </a:extLst>
                </p:cNvPr>
                <p:cNvSpPr/>
                <p:nvPr/>
              </p:nvSpPr>
              <p:spPr>
                <a:xfrm>
                  <a:off x="4246379" y="3573446"/>
                  <a:ext cx="385723" cy="153679"/>
                </a:xfrm>
                <a:custGeom>
                  <a:avLst/>
                  <a:gdLst>
                    <a:gd name="connsiteX0" fmla="*/ 86179 w 385723"/>
                    <a:gd name="connsiteY0" fmla="*/ 15899 h 153679"/>
                    <a:gd name="connsiteX1" fmla="*/ 200864 w 385723"/>
                    <a:gd name="connsiteY1" fmla="*/ 5259 h 153679"/>
                    <a:gd name="connsiteX2" fmla="*/ 356199 w 385723"/>
                    <a:gd name="connsiteY2" fmla="*/ 130184 h 153679"/>
                    <a:gd name="connsiteX3" fmla="*/ 385724 w 385723"/>
                    <a:gd name="connsiteY3" fmla="*/ 153679 h 153679"/>
                    <a:gd name="connsiteX4" fmla="*/ 260090 w 385723"/>
                    <a:gd name="connsiteY4" fmla="*/ 77696 h 153679"/>
                    <a:gd name="connsiteX5" fmla="*/ 144652 w 385723"/>
                    <a:gd name="connsiteY5" fmla="*/ 23125 h 153679"/>
                    <a:gd name="connsiteX6" fmla="*/ 60068 w 385723"/>
                    <a:gd name="connsiteY6" fmla="*/ 50211 h 153679"/>
                    <a:gd name="connsiteX7" fmla="*/ 0 w 385723"/>
                    <a:gd name="connsiteY7" fmla="*/ 75790 h 153679"/>
                    <a:gd name="connsiteX8" fmla="*/ 86179 w 385723"/>
                    <a:gd name="connsiteY8" fmla="*/ 15899 h 153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5723" h="153679">
                      <a:moveTo>
                        <a:pt x="86179" y="15899"/>
                      </a:moveTo>
                      <a:cubicBezTo>
                        <a:pt x="122132" y="516"/>
                        <a:pt x="163138" y="-5070"/>
                        <a:pt x="200864" y="5259"/>
                      </a:cubicBezTo>
                      <a:cubicBezTo>
                        <a:pt x="265808" y="23080"/>
                        <a:pt x="308898" y="82218"/>
                        <a:pt x="356199" y="130184"/>
                      </a:cubicBezTo>
                      <a:cubicBezTo>
                        <a:pt x="365065" y="139183"/>
                        <a:pt x="374419" y="148005"/>
                        <a:pt x="385724" y="153679"/>
                      </a:cubicBezTo>
                      <a:cubicBezTo>
                        <a:pt x="336605" y="147296"/>
                        <a:pt x="301229" y="105270"/>
                        <a:pt x="260090" y="77696"/>
                      </a:cubicBezTo>
                      <a:cubicBezTo>
                        <a:pt x="221611" y="51940"/>
                        <a:pt x="190756" y="22770"/>
                        <a:pt x="144652" y="23125"/>
                      </a:cubicBezTo>
                      <a:cubicBezTo>
                        <a:pt x="121334" y="23302"/>
                        <a:pt x="82367" y="43384"/>
                        <a:pt x="60068" y="50211"/>
                      </a:cubicBezTo>
                      <a:cubicBezTo>
                        <a:pt x="42070" y="55708"/>
                        <a:pt x="17422" y="75391"/>
                        <a:pt x="0" y="75790"/>
                      </a:cubicBezTo>
                      <a:cubicBezTo>
                        <a:pt x="22520" y="50344"/>
                        <a:pt x="55015" y="29242"/>
                        <a:pt x="86179" y="15899"/>
                      </a:cubicBezTo>
                      <a:close/>
                    </a:path>
                  </a:pathLst>
                </a:custGeom>
                <a:solidFill>
                  <a:srgbClr val="FFFFFF">
                    <a:alpha val="26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85" name="Forme libre : forme 27384">
                  <a:extLst>
                    <a:ext uri="{FF2B5EF4-FFF2-40B4-BE49-F238E27FC236}">
                      <a16:creationId xmlns:a16="http://schemas.microsoft.com/office/drawing/2014/main" id="{A9D057E7-D205-45CC-8343-8CD6E8AD8A0D}"/>
                    </a:ext>
                  </a:extLst>
                </p:cNvPr>
                <p:cNvSpPr/>
                <p:nvPr/>
              </p:nvSpPr>
              <p:spPr>
                <a:xfrm>
                  <a:off x="5278836" y="3559719"/>
                  <a:ext cx="291619" cy="126154"/>
                </a:xfrm>
                <a:custGeom>
                  <a:avLst/>
                  <a:gdLst>
                    <a:gd name="connsiteX0" fmla="*/ 52188 w 291619"/>
                    <a:gd name="connsiteY0" fmla="*/ 52145 h 126154"/>
                    <a:gd name="connsiteX1" fmla="*/ 133934 w 291619"/>
                    <a:gd name="connsiteY1" fmla="*/ 190 h 126154"/>
                    <a:gd name="connsiteX2" fmla="*/ 214085 w 291619"/>
                    <a:gd name="connsiteY2" fmla="*/ 31665 h 126154"/>
                    <a:gd name="connsiteX3" fmla="*/ 291620 w 291619"/>
                    <a:gd name="connsiteY3" fmla="*/ 121612 h 126154"/>
                    <a:gd name="connsiteX4" fmla="*/ 197638 w 291619"/>
                    <a:gd name="connsiteY4" fmla="*/ 43856 h 126154"/>
                    <a:gd name="connsiteX5" fmla="*/ 147810 w 291619"/>
                    <a:gd name="connsiteY5" fmla="*/ 21601 h 126154"/>
                    <a:gd name="connsiteX6" fmla="*/ 77989 w 291619"/>
                    <a:gd name="connsiteY6" fmla="*/ 65755 h 126154"/>
                    <a:gd name="connsiteX7" fmla="*/ 897 w 291619"/>
                    <a:gd name="connsiteY7" fmla="*/ 125203 h 126154"/>
                    <a:gd name="connsiteX8" fmla="*/ 52188 w 291619"/>
                    <a:gd name="connsiteY8" fmla="*/ 52145 h 126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1619" h="126154">
                      <a:moveTo>
                        <a:pt x="52188" y="52145"/>
                      </a:moveTo>
                      <a:cubicBezTo>
                        <a:pt x="73334" y="26566"/>
                        <a:pt x="100819" y="2539"/>
                        <a:pt x="133934" y="190"/>
                      </a:cubicBezTo>
                      <a:cubicBezTo>
                        <a:pt x="163237" y="-1894"/>
                        <a:pt x="190988" y="13489"/>
                        <a:pt x="214085" y="31665"/>
                      </a:cubicBezTo>
                      <a:cubicBezTo>
                        <a:pt x="245382" y="56313"/>
                        <a:pt x="271848" y="87034"/>
                        <a:pt x="291620" y="121612"/>
                      </a:cubicBezTo>
                      <a:cubicBezTo>
                        <a:pt x="261785" y="93949"/>
                        <a:pt x="230399" y="67972"/>
                        <a:pt x="197638" y="43856"/>
                      </a:cubicBezTo>
                      <a:cubicBezTo>
                        <a:pt x="182743" y="32906"/>
                        <a:pt x="166296" y="21867"/>
                        <a:pt x="147810" y="21601"/>
                      </a:cubicBezTo>
                      <a:cubicBezTo>
                        <a:pt x="119438" y="21203"/>
                        <a:pt x="97716" y="45319"/>
                        <a:pt x="77989" y="65755"/>
                      </a:cubicBezTo>
                      <a:cubicBezTo>
                        <a:pt x="70275" y="73779"/>
                        <a:pt x="9896" y="134424"/>
                        <a:pt x="897" y="125203"/>
                      </a:cubicBezTo>
                      <a:cubicBezTo>
                        <a:pt x="-7526" y="116514"/>
                        <a:pt x="45982" y="59682"/>
                        <a:pt x="52188" y="52145"/>
                      </a:cubicBezTo>
                      <a:close/>
                    </a:path>
                  </a:pathLst>
                </a:custGeom>
                <a:solidFill>
                  <a:srgbClr val="FFFFFF">
                    <a:alpha val="3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86" name="Forme libre : forme 27385">
                  <a:extLst>
                    <a:ext uri="{FF2B5EF4-FFF2-40B4-BE49-F238E27FC236}">
                      <a16:creationId xmlns:a16="http://schemas.microsoft.com/office/drawing/2014/main" id="{A35696DD-12A1-4BA0-855A-D9BF709CA0D4}"/>
                    </a:ext>
                  </a:extLst>
                </p:cNvPr>
                <p:cNvSpPr/>
                <p:nvPr/>
              </p:nvSpPr>
              <p:spPr>
                <a:xfrm>
                  <a:off x="5752435" y="3603475"/>
                  <a:ext cx="242357" cy="134663"/>
                </a:xfrm>
                <a:custGeom>
                  <a:avLst/>
                  <a:gdLst>
                    <a:gd name="connsiteX0" fmla="*/ 57542 w 242357"/>
                    <a:gd name="connsiteY0" fmla="*/ 85437 h 134663"/>
                    <a:gd name="connsiteX1" fmla="*/ 140529 w 242357"/>
                    <a:gd name="connsiteY1" fmla="*/ 20714 h 134663"/>
                    <a:gd name="connsiteX2" fmla="*/ 242357 w 242357"/>
                    <a:gd name="connsiteY2" fmla="*/ 2538 h 134663"/>
                    <a:gd name="connsiteX3" fmla="*/ 101607 w 242357"/>
                    <a:gd name="connsiteY3" fmla="*/ 75507 h 134663"/>
                    <a:gd name="connsiteX4" fmla="*/ 65167 w 242357"/>
                    <a:gd name="connsiteY4" fmla="*/ 112479 h 134663"/>
                    <a:gd name="connsiteX5" fmla="*/ 0 w 242357"/>
                    <a:gd name="connsiteY5" fmla="*/ 133182 h 134663"/>
                    <a:gd name="connsiteX6" fmla="*/ 57542 w 242357"/>
                    <a:gd name="connsiteY6" fmla="*/ 85437 h 134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2357" h="134663">
                      <a:moveTo>
                        <a:pt x="57542" y="85437"/>
                      </a:moveTo>
                      <a:cubicBezTo>
                        <a:pt x="82943" y="61100"/>
                        <a:pt x="109453" y="37294"/>
                        <a:pt x="140529" y="20714"/>
                      </a:cubicBezTo>
                      <a:cubicBezTo>
                        <a:pt x="171605" y="4179"/>
                        <a:pt x="207912" y="-4688"/>
                        <a:pt x="242357" y="2538"/>
                      </a:cubicBezTo>
                      <a:cubicBezTo>
                        <a:pt x="189027" y="10075"/>
                        <a:pt x="138490" y="36274"/>
                        <a:pt x="101607" y="75507"/>
                      </a:cubicBezTo>
                      <a:cubicBezTo>
                        <a:pt x="89726" y="88141"/>
                        <a:pt x="79131" y="102194"/>
                        <a:pt x="65167" y="112479"/>
                      </a:cubicBezTo>
                      <a:cubicBezTo>
                        <a:pt x="50316" y="123473"/>
                        <a:pt x="18796" y="139654"/>
                        <a:pt x="0" y="133182"/>
                      </a:cubicBezTo>
                      <a:cubicBezTo>
                        <a:pt x="19639" y="117932"/>
                        <a:pt x="39233" y="102993"/>
                        <a:pt x="57542" y="85437"/>
                      </a:cubicBezTo>
                      <a:close/>
                    </a:path>
                  </a:pathLst>
                </a:custGeom>
                <a:solidFill>
                  <a:srgbClr val="FFFFFF">
                    <a:alpha val="3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87" name="Forme libre : forme 27386">
                  <a:extLst>
                    <a:ext uri="{FF2B5EF4-FFF2-40B4-BE49-F238E27FC236}">
                      <a16:creationId xmlns:a16="http://schemas.microsoft.com/office/drawing/2014/main" id="{3FA7CDF4-C681-46DC-9EC0-3D2ABD379BA9}"/>
                    </a:ext>
                  </a:extLst>
                </p:cNvPr>
                <p:cNvSpPr/>
                <p:nvPr/>
              </p:nvSpPr>
              <p:spPr>
                <a:xfrm>
                  <a:off x="6291233" y="3553880"/>
                  <a:ext cx="215336" cy="216778"/>
                </a:xfrm>
                <a:custGeom>
                  <a:avLst/>
                  <a:gdLst>
                    <a:gd name="connsiteX0" fmla="*/ 140928 w 215336"/>
                    <a:gd name="connsiteY0" fmla="*/ 48631 h 216778"/>
                    <a:gd name="connsiteX1" fmla="*/ 81347 w 215336"/>
                    <a:gd name="connsiteY1" fmla="*/ 143145 h 216778"/>
                    <a:gd name="connsiteX2" fmla="*/ 0 w 215336"/>
                    <a:gd name="connsiteY2" fmla="*/ 216779 h 216778"/>
                    <a:gd name="connsiteX3" fmla="*/ 124038 w 215336"/>
                    <a:gd name="connsiteY3" fmla="*/ 121689 h 216778"/>
                    <a:gd name="connsiteX4" fmla="*/ 171428 w 215336"/>
                    <a:gd name="connsiteY4" fmla="*/ 53508 h 216778"/>
                    <a:gd name="connsiteX5" fmla="*/ 215005 w 215336"/>
                    <a:gd name="connsiteY5" fmla="*/ 0 h 216778"/>
                    <a:gd name="connsiteX6" fmla="*/ 140928 w 215336"/>
                    <a:gd name="connsiteY6" fmla="*/ 48631 h 216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5336" h="216778">
                      <a:moveTo>
                        <a:pt x="140928" y="48631"/>
                      </a:moveTo>
                      <a:cubicBezTo>
                        <a:pt x="117255" y="77446"/>
                        <a:pt x="101385" y="111714"/>
                        <a:pt x="81347" y="143145"/>
                      </a:cubicBezTo>
                      <a:cubicBezTo>
                        <a:pt x="61310" y="174575"/>
                        <a:pt x="35199" y="204499"/>
                        <a:pt x="0" y="216779"/>
                      </a:cubicBezTo>
                      <a:cubicBezTo>
                        <a:pt x="53419" y="210572"/>
                        <a:pt x="93671" y="166108"/>
                        <a:pt x="124038" y="121689"/>
                      </a:cubicBezTo>
                      <a:cubicBezTo>
                        <a:pt x="139643" y="98858"/>
                        <a:pt x="154228" y="75230"/>
                        <a:pt x="171428" y="53508"/>
                      </a:cubicBezTo>
                      <a:cubicBezTo>
                        <a:pt x="180471" y="42114"/>
                        <a:pt x="219305" y="14186"/>
                        <a:pt x="215005" y="0"/>
                      </a:cubicBezTo>
                      <a:cubicBezTo>
                        <a:pt x="186545" y="1507"/>
                        <a:pt x="158084" y="27751"/>
                        <a:pt x="140928" y="48631"/>
                      </a:cubicBezTo>
                      <a:close/>
                    </a:path>
                  </a:pathLst>
                </a:custGeom>
                <a:solidFill>
                  <a:srgbClr val="FFFFFF">
                    <a:alpha val="3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88" name="Forme libre : forme 27387">
                  <a:extLst>
                    <a:ext uri="{FF2B5EF4-FFF2-40B4-BE49-F238E27FC236}">
                      <a16:creationId xmlns:a16="http://schemas.microsoft.com/office/drawing/2014/main" id="{645A9DC8-715B-4FEF-A39E-32FD1C261EA7}"/>
                    </a:ext>
                  </a:extLst>
                </p:cNvPr>
                <p:cNvSpPr/>
                <p:nvPr/>
              </p:nvSpPr>
              <p:spPr>
                <a:xfrm>
                  <a:off x="6831007" y="3563881"/>
                  <a:ext cx="236441" cy="209945"/>
                </a:xfrm>
                <a:custGeom>
                  <a:avLst/>
                  <a:gdLst>
                    <a:gd name="connsiteX0" fmla="*/ 188584 w 236441"/>
                    <a:gd name="connsiteY0" fmla="*/ 59332 h 209945"/>
                    <a:gd name="connsiteX1" fmla="*/ 121555 w 236441"/>
                    <a:gd name="connsiteY1" fmla="*/ 153447 h 209945"/>
                    <a:gd name="connsiteX2" fmla="*/ 67339 w 236441"/>
                    <a:gd name="connsiteY2" fmla="*/ 196226 h 209945"/>
                    <a:gd name="connsiteX3" fmla="*/ 0 w 236441"/>
                    <a:gd name="connsiteY3" fmla="*/ 204959 h 209945"/>
                    <a:gd name="connsiteX4" fmla="*/ 113177 w 236441"/>
                    <a:gd name="connsiteY4" fmla="*/ 183104 h 209945"/>
                    <a:gd name="connsiteX5" fmla="*/ 190091 w 236441"/>
                    <a:gd name="connsiteY5" fmla="*/ 92935 h 209945"/>
                    <a:gd name="connsiteX6" fmla="*/ 217044 w 236441"/>
                    <a:gd name="connsiteY6" fmla="*/ 44526 h 209945"/>
                    <a:gd name="connsiteX7" fmla="*/ 235796 w 236441"/>
                    <a:gd name="connsiteY7" fmla="*/ 3209 h 209945"/>
                    <a:gd name="connsiteX8" fmla="*/ 188584 w 236441"/>
                    <a:gd name="connsiteY8" fmla="*/ 59332 h 209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6441" h="209945">
                      <a:moveTo>
                        <a:pt x="188584" y="59332"/>
                      </a:moveTo>
                      <a:cubicBezTo>
                        <a:pt x="170719" y="93600"/>
                        <a:pt x="148110" y="125386"/>
                        <a:pt x="121555" y="153447"/>
                      </a:cubicBezTo>
                      <a:cubicBezTo>
                        <a:pt x="105641" y="170248"/>
                        <a:pt x="88086" y="185942"/>
                        <a:pt x="67339" y="196226"/>
                      </a:cubicBezTo>
                      <a:cubicBezTo>
                        <a:pt x="46592" y="206511"/>
                        <a:pt x="22343" y="211033"/>
                        <a:pt x="0" y="204959"/>
                      </a:cubicBezTo>
                      <a:cubicBezTo>
                        <a:pt x="37903" y="217150"/>
                        <a:pt x="80505" y="205890"/>
                        <a:pt x="113177" y="183104"/>
                      </a:cubicBezTo>
                      <a:cubicBezTo>
                        <a:pt x="145805" y="160318"/>
                        <a:pt x="169832" y="127203"/>
                        <a:pt x="190091" y="92935"/>
                      </a:cubicBezTo>
                      <a:cubicBezTo>
                        <a:pt x="199489" y="77020"/>
                        <a:pt x="208178" y="60707"/>
                        <a:pt x="217044" y="44526"/>
                      </a:cubicBezTo>
                      <a:cubicBezTo>
                        <a:pt x="221655" y="36147"/>
                        <a:pt x="240097" y="13893"/>
                        <a:pt x="235796" y="3209"/>
                      </a:cubicBezTo>
                      <a:cubicBezTo>
                        <a:pt x="228349" y="-15099"/>
                        <a:pt x="193150" y="50510"/>
                        <a:pt x="188584" y="59332"/>
                      </a:cubicBezTo>
                      <a:close/>
                    </a:path>
                  </a:pathLst>
                </a:custGeom>
                <a:solidFill>
                  <a:srgbClr val="FFFFFF">
                    <a:alpha val="3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89" name="Forme libre : forme 27388">
                  <a:extLst>
                    <a:ext uri="{FF2B5EF4-FFF2-40B4-BE49-F238E27FC236}">
                      <a16:creationId xmlns:a16="http://schemas.microsoft.com/office/drawing/2014/main" id="{55A0E55B-FC75-49E8-98C8-769496BFDDE3}"/>
                    </a:ext>
                  </a:extLst>
                </p:cNvPr>
                <p:cNvSpPr/>
                <p:nvPr/>
              </p:nvSpPr>
              <p:spPr>
                <a:xfrm>
                  <a:off x="7412141" y="3317629"/>
                  <a:ext cx="134086" cy="130097"/>
                </a:xfrm>
                <a:custGeom>
                  <a:avLst/>
                  <a:gdLst>
                    <a:gd name="connsiteX0" fmla="*/ 88440 w 134086"/>
                    <a:gd name="connsiteY0" fmla="*/ 50504 h 130097"/>
                    <a:gd name="connsiteX1" fmla="*/ 78643 w 134086"/>
                    <a:gd name="connsiteY1" fmla="*/ 27318 h 130097"/>
                    <a:gd name="connsiteX2" fmla="*/ 42159 w 134086"/>
                    <a:gd name="connsiteY2" fmla="*/ 764 h 130097"/>
                    <a:gd name="connsiteX3" fmla="*/ 0 w 134086"/>
                    <a:gd name="connsiteY3" fmla="*/ 14861 h 130097"/>
                    <a:gd name="connsiteX4" fmla="*/ 54749 w 134086"/>
                    <a:gd name="connsiteY4" fmla="*/ 19649 h 130097"/>
                    <a:gd name="connsiteX5" fmla="*/ 70796 w 134086"/>
                    <a:gd name="connsiteY5" fmla="*/ 45095 h 130097"/>
                    <a:gd name="connsiteX6" fmla="*/ 87687 w 134086"/>
                    <a:gd name="connsiteY6" fmla="*/ 84683 h 130097"/>
                    <a:gd name="connsiteX7" fmla="*/ 113620 w 134086"/>
                    <a:gd name="connsiteY7" fmla="*/ 124226 h 130097"/>
                    <a:gd name="connsiteX8" fmla="*/ 134012 w 134086"/>
                    <a:gd name="connsiteY8" fmla="*/ 120325 h 130097"/>
                    <a:gd name="connsiteX9" fmla="*/ 109364 w 134086"/>
                    <a:gd name="connsiteY9" fmla="*/ 92751 h 130097"/>
                    <a:gd name="connsiteX10" fmla="*/ 88440 w 134086"/>
                    <a:gd name="connsiteY10" fmla="*/ 50504 h 13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4086" h="130097">
                      <a:moveTo>
                        <a:pt x="88440" y="50504"/>
                      </a:moveTo>
                      <a:cubicBezTo>
                        <a:pt x="85603" y="42568"/>
                        <a:pt x="82899" y="34544"/>
                        <a:pt x="78643" y="27318"/>
                      </a:cubicBezTo>
                      <a:cubicBezTo>
                        <a:pt x="70796" y="13931"/>
                        <a:pt x="57409" y="3601"/>
                        <a:pt x="42159" y="764"/>
                      </a:cubicBezTo>
                      <a:cubicBezTo>
                        <a:pt x="26909" y="-2073"/>
                        <a:pt x="10107" y="3070"/>
                        <a:pt x="0" y="14861"/>
                      </a:cubicBezTo>
                      <a:cubicBezTo>
                        <a:pt x="18575" y="10916"/>
                        <a:pt x="40075" y="7591"/>
                        <a:pt x="54749" y="19649"/>
                      </a:cubicBezTo>
                      <a:cubicBezTo>
                        <a:pt x="62551" y="26077"/>
                        <a:pt x="66807" y="35786"/>
                        <a:pt x="70796" y="45095"/>
                      </a:cubicBezTo>
                      <a:cubicBezTo>
                        <a:pt x="76427" y="58306"/>
                        <a:pt x="82057" y="71472"/>
                        <a:pt x="87687" y="84683"/>
                      </a:cubicBezTo>
                      <a:cubicBezTo>
                        <a:pt x="93849" y="99090"/>
                        <a:pt x="100498" y="114739"/>
                        <a:pt x="113620" y="124226"/>
                      </a:cubicBezTo>
                      <a:cubicBezTo>
                        <a:pt x="121689" y="130033"/>
                        <a:pt x="135209" y="135353"/>
                        <a:pt x="134012" y="120325"/>
                      </a:cubicBezTo>
                      <a:cubicBezTo>
                        <a:pt x="133081" y="108488"/>
                        <a:pt x="116191" y="101484"/>
                        <a:pt x="109364" y="92751"/>
                      </a:cubicBezTo>
                      <a:cubicBezTo>
                        <a:pt x="99656" y="80250"/>
                        <a:pt x="93716" y="65266"/>
                        <a:pt x="88440" y="50504"/>
                      </a:cubicBezTo>
                      <a:close/>
                    </a:path>
                  </a:pathLst>
                </a:custGeom>
                <a:solidFill>
                  <a:srgbClr val="FFFFFF">
                    <a:alpha val="3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90" name="Forme libre : forme 27389">
                  <a:extLst>
                    <a:ext uri="{FF2B5EF4-FFF2-40B4-BE49-F238E27FC236}">
                      <a16:creationId xmlns:a16="http://schemas.microsoft.com/office/drawing/2014/main" id="{2585F8F9-4BAE-478F-9F7F-42ECF7BF7AAB}"/>
                    </a:ext>
                  </a:extLst>
                </p:cNvPr>
                <p:cNvSpPr/>
                <p:nvPr/>
              </p:nvSpPr>
              <p:spPr>
                <a:xfrm>
                  <a:off x="7714213" y="3124707"/>
                  <a:ext cx="95488" cy="135478"/>
                </a:xfrm>
                <a:custGeom>
                  <a:avLst/>
                  <a:gdLst>
                    <a:gd name="connsiteX0" fmla="*/ 42247 w 95488"/>
                    <a:gd name="connsiteY0" fmla="*/ 66279 h 135478"/>
                    <a:gd name="connsiteX1" fmla="*/ 69245 w 95488"/>
                    <a:gd name="connsiteY1" fmla="*/ 121826 h 135478"/>
                    <a:gd name="connsiteX2" fmla="*/ 95489 w 95488"/>
                    <a:gd name="connsiteY2" fmla="*/ 131800 h 135478"/>
                    <a:gd name="connsiteX3" fmla="*/ 56965 w 95488"/>
                    <a:gd name="connsiteY3" fmla="*/ 129938 h 135478"/>
                    <a:gd name="connsiteX4" fmla="*/ 44419 w 95488"/>
                    <a:gd name="connsiteY4" fmla="*/ 103428 h 135478"/>
                    <a:gd name="connsiteX5" fmla="*/ 35598 w 95488"/>
                    <a:gd name="connsiteY5" fmla="*/ 63531 h 135478"/>
                    <a:gd name="connsiteX6" fmla="*/ 21988 w 95488"/>
                    <a:gd name="connsiteY6" fmla="*/ 24519 h 135478"/>
                    <a:gd name="connsiteX7" fmla="*/ 0 w 95488"/>
                    <a:gd name="connsiteY7" fmla="*/ 1733 h 135478"/>
                    <a:gd name="connsiteX8" fmla="*/ 42247 w 95488"/>
                    <a:gd name="connsiteY8" fmla="*/ 66279 h 135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5488" h="135478">
                      <a:moveTo>
                        <a:pt x="42247" y="66279"/>
                      </a:moveTo>
                      <a:cubicBezTo>
                        <a:pt x="46237" y="87026"/>
                        <a:pt x="52133" y="109457"/>
                        <a:pt x="69245" y="121826"/>
                      </a:cubicBezTo>
                      <a:cubicBezTo>
                        <a:pt x="76914" y="127367"/>
                        <a:pt x="86179" y="130293"/>
                        <a:pt x="95489" y="131800"/>
                      </a:cubicBezTo>
                      <a:cubicBezTo>
                        <a:pt x="82677" y="135701"/>
                        <a:pt x="67383" y="138317"/>
                        <a:pt x="56965" y="129938"/>
                      </a:cubicBezTo>
                      <a:cubicBezTo>
                        <a:pt x="49207" y="123688"/>
                        <a:pt x="46592" y="113181"/>
                        <a:pt x="44419" y="103428"/>
                      </a:cubicBezTo>
                      <a:cubicBezTo>
                        <a:pt x="41494" y="90129"/>
                        <a:pt x="38523" y="76830"/>
                        <a:pt x="35598" y="63531"/>
                      </a:cubicBezTo>
                      <a:cubicBezTo>
                        <a:pt x="32628" y="50187"/>
                        <a:pt x="29613" y="36090"/>
                        <a:pt x="21988" y="24519"/>
                      </a:cubicBezTo>
                      <a:cubicBezTo>
                        <a:pt x="16181" y="15742"/>
                        <a:pt x="4655" y="10777"/>
                        <a:pt x="0" y="1733"/>
                      </a:cubicBezTo>
                      <a:cubicBezTo>
                        <a:pt x="25934" y="-11211"/>
                        <a:pt x="39499" y="52137"/>
                        <a:pt x="42247" y="66279"/>
                      </a:cubicBezTo>
                      <a:close/>
                    </a:path>
                  </a:pathLst>
                </a:custGeom>
                <a:solidFill>
                  <a:srgbClr val="FFFFFF">
                    <a:alpha val="3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91" name="Forme libre : forme 27390">
                  <a:extLst>
                    <a:ext uri="{FF2B5EF4-FFF2-40B4-BE49-F238E27FC236}">
                      <a16:creationId xmlns:a16="http://schemas.microsoft.com/office/drawing/2014/main" id="{D7894867-B17E-4EA6-8A28-9A67A69E3848}"/>
                    </a:ext>
                  </a:extLst>
                </p:cNvPr>
                <p:cNvSpPr/>
                <p:nvPr/>
              </p:nvSpPr>
              <p:spPr>
                <a:xfrm>
                  <a:off x="5429794" y="3398979"/>
                  <a:ext cx="242771" cy="77543"/>
                </a:xfrm>
                <a:custGeom>
                  <a:avLst/>
                  <a:gdLst>
                    <a:gd name="connsiteX0" fmla="*/ 190623 w 242771"/>
                    <a:gd name="connsiteY0" fmla="*/ 806 h 77543"/>
                    <a:gd name="connsiteX1" fmla="*/ 88795 w 242771"/>
                    <a:gd name="connsiteY1" fmla="*/ 21376 h 77543"/>
                    <a:gd name="connsiteX2" fmla="*/ 0 w 242771"/>
                    <a:gd name="connsiteY2" fmla="*/ 77543 h 77543"/>
                    <a:gd name="connsiteX3" fmla="*/ 155291 w 242771"/>
                    <a:gd name="connsiteY3" fmla="*/ 24967 h 77543"/>
                    <a:gd name="connsiteX4" fmla="*/ 194790 w 242771"/>
                    <a:gd name="connsiteY4" fmla="*/ 21554 h 77543"/>
                    <a:gd name="connsiteX5" fmla="*/ 236284 w 242771"/>
                    <a:gd name="connsiteY5" fmla="*/ 25765 h 77543"/>
                    <a:gd name="connsiteX6" fmla="*/ 190623 w 242771"/>
                    <a:gd name="connsiteY6" fmla="*/ 806 h 77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2771" h="77543">
                      <a:moveTo>
                        <a:pt x="190623" y="806"/>
                      </a:moveTo>
                      <a:cubicBezTo>
                        <a:pt x="155735" y="-2873"/>
                        <a:pt x="120492" y="6392"/>
                        <a:pt x="88795" y="21376"/>
                      </a:cubicBezTo>
                      <a:cubicBezTo>
                        <a:pt x="57098" y="36360"/>
                        <a:pt x="28461" y="57018"/>
                        <a:pt x="0" y="77543"/>
                      </a:cubicBezTo>
                      <a:cubicBezTo>
                        <a:pt x="53508" y="65929"/>
                        <a:pt x="101474" y="34986"/>
                        <a:pt x="155291" y="24967"/>
                      </a:cubicBezTo>
                      <a:cubicBezTo>
                        <a:pt x="168325" y="22573"/>
                        <a:pt x="181535" y="21420"/>
                        <a:pt x="194790" y="21554"/>
                      </a:cubicBezTo>
                      <a:cubicBezTo>
                        <a:pt x="204543" y="21642"/>
                        <a:pt x="227950" y="29178"/>
                        <a:pt x="236284" y="25765"/>
                      </a:cubicBezTo>
                      <a:cubicBezTo>
                        <a:pt x="263016" y="14948"/>
                        <a:pt x="199046" y="1693"/>
                        <a:pt x="190623" y="806"/>
                      </a:cubicBezTo>
                      <a:close/>
                    </a:path>
                  </a:pathLst>
                </a:custGeom>
                <a:solidFill>
                  <a:srgbClr val="D7F2F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92" name="Forme libre : forme 27391">
                  <a:extLst>
                    <a:ext uri="{FF2B5EF4-FFF2-40B4-BE49-F238E27FC236}">
                      <a16:creationId xmlns:a16="http://schemas.microsoft.com/office/drawing/2014/main" id="{070B320C-F955-48E2-964F-388541AE8083}"/>
                    </a:ext>
                  </a:extLst>
                </p:cNvPr>
                <p:cNvSpPr/>
                <p:nvPr/>
              </p:nvSpPr>
              <p:spPr>
                <a:xfrm>
                  <a:off x="5103793" y="3338450"/>
                  <a:ext cx="272383" cy="97491"/>
                </a:xfrm>
                <a:custGeom>
                  <a:avLst/>
                  <a:gdLst>
                    <a:gd name="connsiteX0" fmla="*/ 144377 w 272383"/>
                    <a:gd name="connsiteY0" fmla="*/ 10843 h 97491"/>
                    <a:gd name="connsiteX1" fmla="*/ 9522 w 272383"/>
                    <a:gd name="connsiteY1" fmla="*/ 80309 h 97491"/>
                    <a:gd name="connsiteX2" fmla="*/ 1188 w 272383"/>
                    <a:gd name="connsiteY2" fmla="*/ 97155 h 97491"/>
                    <a:gd name="connsiteX3" fmla="*/ 64005 w 272383"/>
                    <a:gd name="connsiteY3" fmla="*/ 78625 h 97491"/>
                    <a:gd name="connsiteX4" fmla="*/ 245053 w 272383"/>
                    <a:gd name="connsiteY4" fmla="*/ 26713 h 97491"/>
                    <a:gd name="connsiteX5" fmla="*/ 272360 w 272383"/>
                    <a:gd name="connsiteY5" fmla="*/ 13901 h 97491"/>
                    <a:gd name="connsiteX6" fmla="*/ 241107 w 272383"/>
                    <a:gd name="connsiteY6" fmla="*/ 1489 h 97491"/>
                    <a:gd name="connsiteX7" fmla="*/ 144377 w 272383"/>
                    <a:gd name="connsiteY7" fmla="*/ 10843 h 97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2383" h="97491">
                      <a:moveTo>
                        <a:pt x="144377" y="10843"/>
                      </a:moveTo>
                      <a:cubicBezTo>
                        <a:pt x="95702" y="25294"/>
                        <a:pt x="51504" y="51760"/>
                        <a:pt x="9522" y="80309"/>
                      </a:cubicBezTo>
                      <a:cubicBezTo>
                        <a:pt x="3759" y="84255"/>
                        <a:pt x="-2713" y="91347"/>
                        <a:pt x="1188" y="97155"/>
                      </a:cubicBezTo>
                      <a:cubicBezTo>
                        <a:pt x="23221" y="99593"/>
                        <a:pt x="44100" y="88333"/>
                        <a:pt x="64005" y="78625"/>
                      </a:cubicBezTo>
                      <a:cubicBezTo>
                        <a:pt x="120704" y="50918"/>
                        <a:pt x="182324" y="33318"/>
                        <a:pt x="245053" y="26713"/>
                      </a:cubicBezTo>
                      <a:cubicBezTo>
                        <a:pt x="253121" y="25871"/>
                        <a:pt x="273158" y="27289"/>
                        <a:pt x="272360" y="13901"/>
                      </a:cubicBezTo>
                      <a:cubicBezTo>
                        <a:pt x="271651" y="1932"/>
                        <a:pt x="250239" y="2553"/>
                        <a:pt x="241107" y="1489"/>
                      </a:cubicBezTo>
                      <a:cubicBezTo>
                        <a:pt x="208746" y="-2412"/>
                        <a:pt x="175586" y="1577"/>
                        <a:pt x="144377" y="10843"/>
                      </a:cubicBezTo>
                      <a:close/>
                    </a:path>
                  </a:pathLst>
                </a:custGeom>
                <a:solidFill>
                  <a:srgbClr val="D7F2F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93" name="Forme libre : forme 27392">
                  <a:extLst>
                    <a:ext uri="{FF2B5EF4-FFF2-40B4-BE49-F238E27FC236}">
                      <a16:creationId xmlns:a16="http://schemas.microsoft.com/office/drawing/2014/main" id="{510B6569-C575-4472-9810-1E92A5BE7400}"/>
                    </a:ext>
                  </a:extLst>
                </p:cNvPr>
                <p:cNvSpPr/>
                <p:nvPr/>
              </p:nvSpPr>
              <p:spPr>
                <a:xfrm>
                  <a:off x="4550341" y="3414590"/>
                  <a:ext cx="259041" cy="96960"/>
                </a:xfrm>
                <a:custGeom>
                  <a:avLst/>
                  <a:gdLst>
                    <a:gd name="connsiteX0" fmla="*/ 259041 w 259041"/>
                    <a:gd name="connsiteY0" fmla="*/ 11883 h 96960"/>
                    <a:gd name="connsiteX1" fmla="*/ 169005 w 259041"/>
                    <a:gd name="connsiteY1" fmla="*/ 1731 h 96960"/>
                    <a:gd name="connsiteX2" fmla="*/ 111774 w 259041"/>
                    <a:gd name="connsiteY2" fmla="*/ 23675 h 96960"/>
                    <a:gd name="connsiteX3" fmla="*/ 49090 w 259041"/>
                    <a:gd name="connsiteY3" fmla="*/ 54928 h 96960"/>
                    <a:gd name="connsiteX4" fmla="*/ 4581 w 259041"/>
                    <a:gd name="connsiteY4" fmla="*/ 82192 h 96960"/>
                    <a:gd name="connsiteX5" fmla="*/ 15 w 259041"/>
                    <a:gd name="connsiteY5" fmla="*/ 89196 h 96960"/>
                    <a:gd name="connsiteX6" fmla="*/ 8394 w 259041"/>
                    <a:gd name="connsiteY6" fmla="*/ 96954 h 96960"/>
                    <a:gd name="connsiteX7" fmla="*/ 20363 w 259041"/>
                    <a:gd name="connsiteY7" fmla="*/ 92964 h 96960"/>
                    <a:gd name="connsiteX8" fmla="*/ 231157 w 259041"/>
                    <a:gd name="connsiteY8" fmla="*/ 23852 h 96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9041" h="96960">
                      <a:moveTo>
                        <a:pt x="259041" y="11883"/>
                      </a:moveTo>
                      <a:cubicBezTo>
                        <a:pt x="229561" y="4214"/>
                        <a:pt x="198973" y="-3544"/>
                        <a:pt x="169005" y="1731"/>
                      </a:cubicBezTo>
                      <a:cubicBezTo>
                        <a:pt x="148790" y="5278"/>
                        <a:pt x="130127" y="14543"/>
                        <a:pt x="111774" y="23675"/>
                      </a:cubicBezTo>
                      <a:cubicBezTo>
                        <a:pt x="90894" y="34093"/>
                        <a:pt x="70014" y="44511"/>
                        <a:pt x="49090" y="54928"/>
                      </a:cubicBezTo>
                      <a:cubicBezTo>
                        <a:pt x="33485" y="62731"/>
                        <a:pt x="17659" y="70622"/>
                        <a:pt x="4581" y="82192"/>
                      </a:cubicBezTo>
                      <a:cubicBezTo>
                        <a:pt x="2454" y="84098"/>
                        <a:pt x="237" y="86359"/>
                        <a:pt x="15" y="89196"/>
                      </a:cubicBezTo>
                      <a:cubicBezTo>
                        <a:pt x="-295" y="93452"/>
                        <a:pt x="4138" y="96777"/>
                        <a:pt x="8394" y="96954"/>
                      </a:cubicBezTo>
                      <a:cubicBezTo>
                        <a:pt x="12650" y="97087"/>
                        <a:pt x="16595" y="95004"/>
                        <a:pt x="20363" y="92964"/>
                      </a:cubicBezTo>
                      <a:cubicBezTo>
                        <a:pt x="85885" y="57899"/>
                        <a:pt x="157612" y="34403"/>
                        <a:pt x="231157" y="23852"/>
                      </a:cubicBezTo>
                    </a:path>
                  </a:pathLst>
                </a:custGeom>
                <a:solidFill>
                  <a:srgbClr val="D7F2F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94" name="Forme libre : forme 27393">
                  <a:extLst>
                    <a:ext uri="{FF2B5EF4-FFF2-40B4-BE49-F238E27FC236}">
                      <a16:creationId xmlns:a16="http://schemas.microsoft.com/office/drawing/2014/main" id="{53A01555-9A0E-4507-A045-AEA6334BDB2A}"/>
                    </a:ext>
                  </a:extLst>
                </p:cNvPr>
                <p:cNvSpPr/>
                <p:nvPr/>
              </p:nvSpPr>
              <p:spPr>
                <a:xfrm>
                  <a:off x="4857703" y="3214843"/>
                  <a:ext cx="193350" cy="89099"/>
                </a:xfrm>
                <a:custGeom>
                  <a:avLst/>
                  <a:gdLst>
                    <a:gd name="connsiteX0" fmla="*/ 144253 w 193350"/>
                    <a:gd name="connsiteY0" fmla="*/ 349 h 89099"/>
                    <a:gd name="connsiteX1" fmla="*/ 113133 w 193350"/>
                    <a:gd name="connsiteY1" fmla="*/ 11875 h 89099"/>
                    <a:gd name="connsiteX2" fmla="*/ 0 w 193350"/>
                    <a:gd name="connsiteY2" fmla="*/ 89099 h 89099"/>
                    <a:gd name="connsiteX3" fmla="*/ 65521 w 193350"/>
                    <a:gd name="connsiteY3" fmla="*/ 63520 h 89099"/>
                    <a:gd name="connsiteX4" fmla="*/ 135431 w 193350"/>
                    <a:gd name="connsiteY4" fmla="*/ 40025 h 89099"/>
                    <a:gd name="connsiteX5" fmla="*/ 192884 w 193350"/>
                    <a:gd name="connsiteY5" fmla="*/ 21228 h 89099"/>
                    <a:gd name="connsiteX6" fmla="*/ 144253 w 193350"/>
                    <a:gd name="connsiteY6" fmla="*/ 349 h 89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350" h="89099">
                      <a:moveTo>
                        <a:pt x="144253" y="349"/>
                      </a:moveTo>
                      <a:cubicBezTo>
                        <a:pt x="133259" y="1944"/>
                        <a:pt x="123018" y="6821"/>
                        <a:pt x="113133" y="11875"/>
                      </a:cubicBezTo>
                      <a:cubicBezTo>
                        <a:pt x="72437" y="32843"/>
                        <a:pt x="34356" y="58865"/>
                        <a:pt x="0" y="89099"/>
                      </a:cubicBezTo>
                      <a:cubicBezTo>
                        <a:pt x="14452" y="76376"/>
                        <a:pt x="47434" y="70258"/>
                        <a:pt x="65521" y="63520"/>
                      </a:cubicBezTo>
                      <a:cubicBezTo>
                        <a:pt x="88573" y="54920"/>
                        <a:pt x="111803" y="46896"/>
                        <a:pt x="135431" y="40025"/>
                      </a:cubicBezTo>
                      <a:cubicBezTo>
                        <a:pt x="146558" y="36789"/>
                        <a:pt x="189648" y="32799"/>
                        <a:pt x="192884" y="21228"/>
                      </a:cubicBezTo>
                      <a:cubicBezTo>
                        <a:pt x="198292" y="1856"/>
                        <a:pt x="155158" y="-1203"/>
                        <a:pt x="144253" y="349"/>
                      </a:cubicBezTo>
                      <a:close/>
                    </a:path>
                  </a:pathLst>
                </a:custGeom>
                <a:solidFill>
                  <a:srgbClr val="D7F2F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95" name="Forme libre : forme 27394">
                  <a:extLst>
                    <a:ext uri="{FF2B5EF4-FFF2-40B4-BE49-F238E27FC236}">
                      <a16:creationId xmlns:a16="http://schemas.microsoft.com/office/drawing/2014/main" id="{DBA49101-745F-49C3-90C8-FD3CDAE5C7D8}"/>
                    </a:ext>
                  </a:extLst>
                </p:cNvPr>
                <p:cNvSpPr/>
                <p:nvPr/>
              </p:nvSpPr>
              <p:spPr>
                <a:xfrm>
                  <a:off x="5110389" y="3176157"/>
                  <a:ext cx="119085" cy="37138"/>
                </a:xfrm>
                <a:custGeom>
                  <a:avLst/>
                  <a:gdLst>
                    <a:gd name="connsiteX0" fmla="*/ 84539 w 119085"/>
                    <a:gd name="connsiteY0" fmla="*/ 467 h 37138"/>
                    <a:gd name="connsiteX1" fmla="*/ 0 w 119085"/>
                    <a:gd name="connsiteY1" fmla="*/ 35266 h 37138"/>
                    <a:gd name="connsiteX2" fmla="*/ 46148 w 119085"/>
                    <a:gd name="connsiteY2" fmla="*/ 35045 h 37138"/>
                    <a:gd name="connsiteX3" fmla="*/ 113665 w 119085"/>
                    <a:gd name="connsiteY3" fmla="*/ 21435 h 37138"/>
                    <a:gd name="connsiteX4" fmla="*/ 84539 w 119085"/>
                    <a:gd name="connsiteY4" fmla="*/ 467 h 37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085" h="37138">
                      <a:moveTo>
                        <a:pt x="84539" y="467"/>
                      </a:moveTo>
                      <a:cubicBezTo>
                        <a:pt x="53995" y="4501"/>
                        <a:pt x="24559" y="16647"/>
                        <a:pt x="0" y="35266"/>
                      </a:cubicBezTo>
                      <a:cubicBezTo>
                        <a:pt x="15117" y="38503"/>
                        <a:pt x="30810" y="36951"/>
                        <a:pt x="46148" y="35045"/>
                      </a:cubicBezTo>
                      <a:cubicBezTo>
                        <a:pt x="63039" y="33005"/>
                        <a:pt x="101606" y="34734"/>
                        <a:pt x="113665" y="21435"/>
                      </a:cubicBezTo>
                      <a:cubicBezTo>
                        <a:pt x="132417" y="777"/>
                        <a:pt x="97528" y="-1218"/>
                        <a:pt x="84539" y="467"/>
                      </a:cubicBezTo>
                      <a:close/>
                    </a:path>
                  </a:pathLst>
                </a:custGeom>
                <a:solidFill>
                  <a:srgbClr val="D7F2F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96" name="Forme libre : forme 27395">
                  <a:extLst>
                    <a:ext uri="{FF2B5EF4-FFF2-40B4-BE49-F238E27FC236}">
                      <a16:creationId xmlns:a16="http://schemas.microsoft.com/office/drawing/2014/main" id="{073FB0C3-1502-4AA7-BC97-95EBB1733DB4}"/>
                    </a:ext>
                  </a:extLst>
                </p:cNvPr>
                <p:cNvSpPr/>
                <p:nvPr/>
              </p:nvSpPr>
              <p:spPr>
                <a:xfrm>
                  <a:off x="4230274" y="3436412"/>
                  <a:ext cx="162795" cy="98360"/>
                </a:xfrm>
                <a:custGeom>
                  <a:avLst/>
                  <a:gdLst>
                    <a:gd name="connsiteX0" fmla="*/ 162796 w 162795"/>
                    <a:gd name="connsiteY0" fmla="*/ 15772 h 98360"/>
                    <a:gd name="connsiteX1" fmla="*/ 117977 w 162795"/>
                    <a:gd name="connsiteY1" fmla="*/ 567 h 98360"/>
                    <a:gd name="connsiteX2" fmla="*/ 54850 w 162795"/>
                    <a:gd name="connsiteY2" fmla="*/ 17634 h 98360"/>
                    <a:gd name="connsiteX3" fmla="*/ 10475 w 162795"/>
                    <a:gd name="connsiteY3" fmla="*/ 66930 h 98360"/>
                    <a:gd name="connsiteX4" fmla="*/ 57 w 162795"/>
                    <a:gd name="connsiteY4" fmla="*/ 98361 h 98360"/>
                    <a:gd name="connsiteX5" fmla="*/ 129681 w 162795"/>
                    <a:gd name="connsiteY5" fmla="*/ 16969 h 98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2795" h="98360">
                      <a:moveTo>
                        <a:pt x="162796" y="15772"/>
                      </a:moveTo>
                      <a:cubicBezTo>
                        <a:pt x="148388" y="9167"/>
                        <a:pt x="133715" y="2473"/>
                        <a:pt x="117977" y="567"/>
                      </a:cubicBezTo>
                      <a:cubicBezTo>
                        <a:pt x="95856" y="-2137"/>
                        <a:pt x="73247" y="5044"/>
                        <a:pt x="54850" y="17634"/>
                      </a:cubicBezTo>
                      <a:cubicBezTo>
                        <a:pt x="36453" y="30224"/>
                        <a:pt x="22001" y="47868"/>
                        <a:pt x="10475" y="66930"/>
                      </a:cubicBezTo>
                      <a:cubicBezTo>
                        <a:pt x="4667" y="76550"/>
                        <a:pt x="-608" y="87190"/>
                        <a:pt x="57" y="98361"/>
                      </a:cubicBezTo>
                      <a:cubicBezTo>
                        <a:pt x="33748" y="58995"/>
                        <a:pt x="79587" y="30180"/>
                        <a:pt x="129681" y="16969"/>
                      </a:cubicBezTo>
                    </a:path>
                  </a:pathLst>
                </a:custGeom>
                <a:solidFill>
                  <a:srgbClr val="D7F2F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97" name="Forme libre : forme 27396">
                  <a:extLst>
                    <a:ext uri="{FF2B5EF4-FFF2-40B4-BE49-F238E27FC236}">
                      <a16:creationId xmlns:a16="http://schemas.microsoft.com/office/drawing/2014/main" id="{D5D23C87-D8F3-461A-9AA7-A36617D9039D}"/>
                    </a:ext>
                  </a:extLst>
                </p:cNvPr>
                <p:cNvSpPr/>
                <p:nvPr/>
              </p:nvSpPr>
              <p:spPr>
                <a:xfrm>
                  <a:off x="4496893" y="3262779"/>
                  <a:ext cx="98156" cy="122909"/>
                </a:xfrm>
                <a:custGeom>
                  <a:avLst/>
                  <a:gdLst>
                    <a:gd name="connsiteX0" fmla="*/ 0 w 98156"/>
                    <a:gd name="connsiteY0" fmla="*/ 122909 h 122909"/>
                    <a:gd name="connsiteX1" fmla="*/ 63615 w 98156"/>
                    <a:gd name="connsiteY1" fmla="*/ 52777 h 122909"/>
                    <a:gd name="connsiteX2" fmla="*/ 96065 w 98156"/>
                    <a:gd name="connsiteY2" fmla="*/ 4989 h 122909"/>
                    <a:gd name="connsiteX3" fmla="*/ 0 w 98156"/>
                    <a:gd name="connsiteY3" fmla="*/ 122909 h 122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8156" h="122909">
                      <a:moveTo>
                        <a:pt x="0" y="122909"/>
                      </a:moveTo>
                      <a:cubicBezTo>
                        <a:pt x="20259" y="98749"/>
                        <a:pt x="41316" y="75076"/>
                        <a:pt x="63615" y="52777"/>
                      </a:cubicBezTo>
                      <a:cubicBezTo>
                        <a:pt x="70619" y="45818"/>
                        <a:pt x="107192" y="18377"/>
                        <a:pt x="96065" y="4989"/>
                      </a:cubicBezTo>
                      <a:cubicBezTo>
                        <a:pt x="68757" y="-27816"/>
                        <a:pt x="9620" y="111472"/>
                        <a:pt x="0" y="122909"/>
                      </a:cubicBezTo>
                      <a:close/>
                    </a:path>
                  </a:pathLst>
                </a:custGeom>
                <a:solidFill>
                  <a:srgbClr val="D7F2F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98" name="Forme libre : forme 27397">
                  <a:extLst>
                    <a:ext uri="{FF2B5EF4-FFF2-40B4-BE49-F238E27FC236}">
                      <a16:creationId xmlns:a16="http://schemas.microsoft.com/office/drawing/2014/main" id="{149191EB-4888-4427-93F6-B76EB3498E75}"/>
                    </a:ext>
                  </a:extLst>
                </p:cNvPr>
                <p:cNvSpPr/>
                <p:nvPr/>
              </p:nvSpPr>
              <p:spPr>
                <a:xfrm>
                  <a:off x="4738718" y="3105262"/>
                  <a:ext cx="99035" cy="125844"/>
                </a:xfrm>
                <a:custGeom>
                  <a:avLst/>
                  <a:gdLst>
                    <a:gd name="connsiteX0" fmla="*/ 99035 w 99035"/>
                    <a:gd name="connsiteY0" fmla="*/ 4732 h 125844"/>
                    <a:gd name="connsiteX1" fmla="*/ 55103 w 99035"/>
                    <a:gd name="connsiteY1" fmla="*/ 4023 h 125844"/>
                    <a:gd name="connsiteX2" fmla="*/ 33780 w 99035"/>
                    <a:gd name="connsiteY2" fmla="*/ 30222 h 125844"/>
                    <a:gd name="connsiteX3" fmla="*/ 0 w 99035"/>
                    <a:gd name="connsiteY3" fmla="*/ 125844 h 125844"/>
                    <a:gd name="connsiteX4" fmla="*/ 37992 w 99035"/>
                    <a:gd name="connsiteY4" fmla="*/ 63825 h 125844"/>
                    <a:gd name="connsiteX5" fmla="*/ 88573 w 99035"/>
                    <a:gd name="connsiteY5" fmla="*/ 13642 h 125844"/>
                    <a:gd name="connsiteX6" fmla="*/ 81259 w 99035"/>
                    <a:gd name="connsiteY6" fmla="*/ 19583 h 125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035" h="125844">
                      <a:moveTo>
                        <a:pt x="99035" y="4732"/>
                      </a:moveTo>
                      <a:cubicBezTo>
                        <a:pt x="84583" y="609"/>
                        <a:pt x="68358" y="-3115"/>
                        <a:pt x="55103" y="4023"/>
                      </a:cubicBezTo>
                      <a:cubicBezTo>
                        <a:pt x="44996" y="9431"/>
                        <a:pt x="38923" y="19982"/>
                        <a:pt x="33780" y="30222"/>
                      </a:cubicBezTo>
                      <a:cubicBezTo>
                        <a:pt x="18619" y="60545"/>
                        <a:pt x="7226" y="92729"/>
                        <a:pt x="0" y="125844"/>
                      </a:cubicBezTo>
                      <a:cubicBezTo>
                        <a:pt x="16890" y="108333"/>
                        <a:pt x="26333" y="85193"/>
                        <a:pt x="37992" y="63825"/>
                      </a:cubicBezTo>
                      <a:cubicBezTo>
                        <a:pt x="49651" y="42458"/>
                        <a:pt x="65477" y="21312"/>
                        <a:pt x="88573" y="13642"/>
                      </a:cubicBezTo>
                      <a:cubicBezTo>
                        <a:pt x="86135" y="15637"/>
                        <a:pt x="83697" y="17588"/>
                        <a:pt x="81259" y="19583"/>
                      </a:cubicBezTo>
                    </a:path>
                  </a:pathLst>
                </a:custGeom>
                <a:solidFill>
                  <a:srgbClr val="D7F2F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99" name="Forme libre : forme 27398">
                  <a:extLst>
                    <a:ext uri="{FF2B5EF4-FFF2-40B4-BE49-F238E27FC236}">
                      <a16:creationId xmlns:a16="http://schemas.microsoft.com/office/drawing/2014/main" id="{511F8105-08B6-47C6-8CF9-DBBE6D3DCB87}"/>
                    </a:ext>
                  </a:extLst>
                </p:cNvPr>
                <p:cNvSpPr/>
                <p:nvPr/>
              </p:nvSpPr>
              <p:spPr>
                <a:xfrm>
                  <a:off x="5008916" y="3051787"/>
                  <a:ext cx="61266" cy="49251"/>
                </a:xfrm>
                <a:custGeom>
                  <a:avLst/>
                  <a:gdLst>
                    <a:gd name="connsiteX0" fmla="*/ 0 w 61266"/>
                    <a:gd name="connsiteY0" fmla="*/ 49252 h 49251"/>
                    <a:gd name="connsiteX1" fmla="*/ 61265 w 61266"/>
                    <a:gd name="connsiteY1" fmla="*/ 0 h 49251"/>
                    <a:gd name="connsiteX2" fmla="*/ 0 w 61266"/>
                    <a:gd name="connsiteY2" fmla="*/ 49252 h 49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1266" h="49251">
                      <a:moveTo>
                        <a:pt x="0" y="49252"/>
                      </a:moveTo>
                      <a:cubicBezTo>
                        <a:pt x="13831" y="32894"/>
                        <a:pt x="61487" y="25978"/>
                        <a:pt x="61265" y="0"/>
                      </a:cubicBezTo>
                      <a:cubicBezTo>
                        <a:pt x="38657" y="2749"/>
                        <a:pt x="13964" y="32716"/>
                        <a:pt x="0" y="49252"/>
                      </a:cubicBezTo>
                      <a:close/>
                    </a:path>
                  </a:pathLst>
                </a:custGeom>
                <a:solidFill>
                  <a:srgbClr val="D7F2F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00" name="Forme libre : forme 27399">
                  <a:extLst>
                    <a:ext uri="{FF2B5EF4-FFF2-40B4-BE49-F238E27FC236}">
                      <a16:creationId xmlns:a16="http://schemas.microsoft.com/office/drawing/2014/main" id="{3664CA1C-572B-47BB-A277-07CE30995837}"/>
                    </a:ext>
                  </a:extLst>
                </p:cNvPr>
                <p:cNvSpPr/>
                <p:nvPr/>
              </p:nvSpPr>
              <p:spPr>
                <a:xfrm>
                  <a:off x="5628926" y="3513100"/>
                  <a:ext cx="170086" cy="104833"/>
                </a:xfrm>
                <a:custGeom>
                  <a:avLst/>
                  <a:gdLst>
                    <a:gd name="connsiteX0" fmla="*/ 99925 w 170086"/>
                    <a:gd name="connsiteY0" fmla="*/ 16132 h 104833"/>
                    <a:gd name="connsiteX1" fmla="*/ 68982 w 170086"/>
                    <a:gd name="connsiteY1" fmla="*/ 37943 h 104833"/>
                    <a:gd name="connsiteX2" fmla="*/ 11618 w 170086"/>
                    <a:gd name="connsiteY2" fmla="*/ 82762 h 104833"/>
                    <a:gd name="connsiteX3" fmla="*/ 3 w 170086"/>
                    <a:gd name="connsiteY3" fmla="*/ 99341 h 104833"/>
                    <a:gd name="connsiteX4" fmla="*/ 1643 w 170086"/>
                    <a:gd name="connsiteY4" fmla="*/ 103819 h 104833"/>
                    <a:gd name="connsiteX5" fmla="*/ 7761 w 170086"/>
                    <a:gd name="connsiteY5" fmla="*/ 104440 h 104833"/>
                    <a:gd name="connsiteX6" fmla="*/ 50984 w 170086"/>
                    <a:gd name="connsiteY6" fmla="*/ 76866 h 104833"/>
                    <a:gd name="connsiteX7" fmla="*/ 105688 w 170086"/>
                    <a:gd name="connsiteY7" fmla="*/ 46721 h 104833"/>
                    <a:gd name="connsiteX8" fmla="*/ 164205 w 170086"/>
                    <a:gd name="connsiteY8" fmla="*/ 27924 h 104833"/>
                    <a:gd name="connsiteX9" fmla="*/ 157998 w 170086"/>
                    <a:gd name="connsiteY9" fmla="*/ 1547 h 104833"/>
                    <a:gd name="connsiteX10" fmla="*/ 99925 w 170086"/>
                    <a:gd name="connsiteY10" fmla="*/ 16132 h 104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0086" h="104833">
                      <a:moveTo>
                        <a:pt x="99925" y="16132"/>
                      </a:moveTo>
                      <a:cubicBezTo>
                        <a:pt x="88931" y="22339"/>
                        <a:pt x="78912" y="30141"/>
                        <a:pt x="68982" y="37943"/>
                      </a:cubicBezTo>
                      <a:cubicBezTo>
                        <a:pt x="49875" y="52883"/>
                        <a:pt x="30724" y="67822"/>
                        <a:pt x="11618" y="82762"/>
                      </a:cubicBezTo>
                      <a:cubicBezTo>
                        <a:pt x="6121" y="87062"/>
                        <a:pt x="92" y="92337"/>
                        <a:pt x="3" y="99341"/>
                      </a:cubicBezTo>
                      <a:cubicBezTo>
                        <a:pt x="-41" y="100982"/>
                        <a:pt x="402" y="102755"/>
                        <a:pt x="1643" y="103819"/>
                      </a:cubicBezTo>
                      <a:cubicBezTo>
                        <a:pt x="3283" y="105193"/>
                        <a:pt x="5677" y="104927"/>
                        <a:pt x="7761" y="104440"/>
                      </a:cubicBezTo>
                      <a:cubicBezTo>
                        <a:pt x="24562" y="100494"/>
                        <a:pt x="37374" y="87461"/>
                        <a:pt x="50984" y="76866"/>
                      </a:cubicBezTo>
                      <a:cubicBezTo>
                        <a:pt x="67519" y="64009"/>
                        <a:pt x="86227" y="54345"/>
                        <a:pt x="105688" y="46721"/>
                      </a:cubicBezTo>
                      <a:cubicBezTo>
                        <a:pt x="120982" y="40692"/>
                        <a:pt x="152413" y="38431"/>
                        <a:pt x="164205" y="27924"/>
                      </a:cubicBezTo>
                      <a:cubicBezTo>
                        <a:pt x="174844" y="18437"/>
                        <a:pt x="170012" y="5626"/>
                        <a:pt x="157998" y="1547"/>
                      </a:cubicBezTo>
                      <a:cubicBezTo>
                        <a:pt x="140842" y="-4349"/>
                        <a:pt x="114421" y="7931"/>
                        <a:pt x="99925" y="16132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01" name="Forme libre : forme 27400">
                  <a:extLst>
                    <a:ext uri="{FF2B5EF4-FFF2-40B4-BE49-F238E27FC236}">
                      <a16:creationId xmlns:a16="http://schemas.microsoft.com/office/drawing/2014/main" id="{1EC1EB04-98F4-4E0C-8DAF-1F27AB4D46B4}"/>
                    </a:ext>
                  </a:extLst>
                </p:cNvPr>
                <p:cNvSpPr/>
                <p:nvPr/>
              </p:nvSpPr>
              <p:spPr>
                <a:xfrm>
                  <a:off x="6139006" y="3436149"/>
                  <a:ext cx="139964" cy="127087"/>
                </a:xfrm>
                <a:custGeom>
                  <a:avLst/>
                  <a:gdLst>
                    <a:gd name="connsiteX0" fmla="*/ 93134 w 139964"/>
                    <a:gd name="connsiteY0" fmla="*/ 11736 h 127087"/>
                    <a:gd name="connsiteX1" fmla="*/ 42020 w 139964"/>
                    <a:gd name="connsiteY1" fmla="*/ 65598 h 127087"/>
                    <a:gd name="connsiteX2" fmla="*/ 3319 w 139964"/>
                    <a:gd name="connsiteY2" fmla="*/ 112500 h 127087"/>
                    <a:gd name="connsiteX3" fmla="*/ 925 w 139964"/>
                    <a:gd name="connsiteY3" fmla="*/ 123583 h 127087"/>
                    <a:gd name="connsiteX4" fmla="*/ 5358 w 139964"/>
                    <a:gd name="connsiteY4" fmla="*/ 126420 h 127087"/>
                    <a:gd name="connsiteX5" fmla="*/ 29873 w 139964"/>
                    <a:gd name="connsiteY5" fmla="*/ 119149 h 127087"/>
                    <a:gd name="connsiteX6" fmla="*/ 88745 w 139964"/>
                    <a:gd name="connsiteY6" fmla="*/ 64090 h 127087"/>
                    <a:gd name="connsiteX7" fmla="*/ 139858 w 139964"/>
                    <a:gd name="connsiteY7" fmla="*/ 14041 h 127087"/>
                    <a:gd name="connsiteX8" fmla="*/ 93134 w 139964"/>
                    <a:gd name="connsiteY8" fmla="*/ 11736 h 127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9964" h="127087">
                      <a:moveTo>
                        <a:pt x="93134" y="11736"/>
                      </a:moveTo>
                      <a:cubicBezTo>
                        <a:pt x="72209" y="25168"/>
                        <a:pt x="57757" y="46358"/>
                        <a:pt x="42020" y="65598"/>
                      </a:cubicBezTo>
                      <a:cubicBezTo>
                        <a:pt x="29164" y="81291"/>
                        <a:pt x="15155" y="96053"/>
                        <a:pt x="3319" y="112500"/>
                      </a:cubicBezTo>
                      <a:cubicBezTo>
                        <a:pt x="970" y="115780"/>
                        <a:pt x="-1336" y="120258"/>
                        <a:pt x="925" y="123583"/>
                      </a:cubicBezTo>
                      <a:cubicBezTo>
                        <a:pt x="1945" y="125046"/>
                        <a:pt x="3674" y="125932"/>
                        <a:pt x="5358" y="126420"/>
                      </a:cubicBezTo>
                      <a:cubicBezTo>
                        <a:pt x="13826" y="128858"/>
                        <a:pt x="22647" y="124203"/>
                        <a:pt x="29873" y="119149"/>
                      </a:cubicBezTo>
                      <a:cubicBezTo>
                        <a:pt x="51906" y="103678"/>
                        <a:pt x="69550" y="82931"/>
                        <a:pt x="88745" y="64090"/>
                      </a:cubicBezTo>
                      <a:cubicBezTo>
                        <a:pt x="101690" y="51367"/>
                        <a:pt x="137952" y="34167"/>
                        <a:pt x="139858" y="14041"/>
                      </a:cubicBezTo>
                      <a:cubicBezTo>
                        <a:pt x="142208" y="-11449"/>
                        <a:pt x="105014" y="4066"/>
                        <a:pt x="93134" y="11736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02" name="Forme libre : forme 27401">
                  <a:extLst>
                    <a:ext uri="{FF2B5EF4-FFF2-40B4-BE49-F238E27FC236}">
                      <a16:creationId xmlns:a16="http://schemas.microsoft.com/office/drawing/2014/main" id="{52A788B9-A5C9-4F11-AE63-A82526393D11}"/>
                    </a:ext>
                  </a:extLst>
                </p:cNvPr>
                <p:cNvSpPr/>
                <p:nvPr/>
              </p:nvSpPr>
              <p:spPr>
                <a:xfrm>
                  <a:off x="5762964" y="3363738"/>
                  <a:ext cx="146358" cy="44115"/>
                </a:xfrm>
                <a:custGeom>
                  <a:avLst/>
                  <a:gdLst>
                    <a:gd name="connsiteX0" fmla="*/ 7558 w 146358"/>
                    <a:gd name="connsiteY0" fmla="*/ 29043 h 44115"/>
                    <a:gd name="connsiteX1" fmla="*/ 1263 w 146358"/>
                    <a:gd name="connsiteY1" fmla="*/ 44115 h 44115"/>
                    <a:gd name="connsiteX2" fmla="*/ 112046 w 146358"/>
                    <a:gd name="connsiteY2" fmla="*/ 16187 h 44115"/>
                    <a:gd name="connsiteX3" fmla="*/ 146358 w 146358"/>
                    <a:gd name="connsiteY3" fmla="*/ 9227 h 44115"/>
                    <a:gd name="connsiteX4" fmla="*/ 77512 w 146358"/>
                    <a:gd name="connsiteY4" fmla="*/ 2710 h 44115"/>
                    <a:gd name="connsiteX5" fmla="*/ 7558 w 146358"/>
                    <a:gd name="connsiteY5" fmla="*/ 29043 h 44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6358" h="44115">
                      <a:moveTo>
                        <a:pt x="7558" y="29043"/>
                      </a:moveTo>
                      <a:cubicBezTo>
                        <a:pt x="2637" y="32634"/>
                        <a:pt x="-2417" y="39239"/>
                        <a:pt x="1263" y="44115"/>
                      </a:cubicBezTo>
                      <a:cubicBezTo>
                        <a:pt x="37969" y="33919"/>
                        <a:pt x="74896" y="24610"/>
                        <a:pt x="112046" y="16187"/>
                      </a:cubicBezTo>
                      <a:cubicBezTo>
                        <a:pt x="123394" y="13616"/>
                        <a:pt x="135098" y="11975"/>
                        <a:pt x="146358" y="9227"/>
                      </a:cubicBezTo>
                      <a:cubicBezTo>
                        <a:pt x="142235" y="-5092"/>
                        <a:pt x="90191" y="1114"/>
                        <a:pt x="77512" y="2710"/>
                      </a:cubicBezTo>
                      <a:cubicBezTo>
                        <a:pt x="52554" y="5902"/>
                        <a:pt x="27994" y="14015"/>
                        <a:pt x="7558" y="29043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03" name="Forme libre : forme 27402">
                  <a:extLst>
                    <a:ext uri="{FF2B5EF4-FFF2-40B4-BE49-F238E27FC236}">
                      <a16:creationId xmlns:a16="http://schemas.microsoft.com/office/drawing/2014/main" id="{E3345BA3-70E5-4FF9-B1CB-F242AF68EE60}"/>
                    </a:ext>
                  </a:extLst>
                </p:cNvPr>
                <p:cNvSpPr/>
                <p:nvPr/>
              </p:nvSpPr>
              <p:spPr>
                <a:xfrm>
                  <a:off x="6134700" y="3323714"/>
                  <a:ext cx="225245" cy="77315"/>
                </a:xfrm>
                <a:custGeom>
                  <a:avLst/>
                  <a:gdLst>
                    <a:gd name="connsiteX0" fmla="*/ 186323 w 225245"/>
                    <a:gd name="connsiteY0" fmla="*/ 310 h 77315"/>
                    <a:gd name="connsiteX1" fmla="*/ 141903 w 225245"/>
                    <a:gd name="connsiteY1" fmla="*/ 5984 h 77315"/>
                    <a:gd name="connsiteX2" fmla="*/ 26776 w 225245"/>
                    <a:gd name="connsiteY2" fmla="*/ 51601 h 77315"/>
                    <a:gd name="connsiteX3" fmla="*/ 0 w 225245"/>
                    <a:gd name="connsiteY3" fmla="*/ 77268 h 77315"/>
                    <a:gd name="connsiteX4" fmla="*/ 40120 w 225245"/>
                    <a:gd name="connsiteY4" fmla="*/ 64102 h 77315"/>
                    <a:gd name="connsiteX5" fmla="*/ 129890 w 225245"/>
                    <a:gd name="connsiteY5" fmla="*/ 28903 h 77315"/>
                    <a:gd name="connsiteX6" fmla="*/ 225245 w 225245"/>
                    <a:gd name="connsiteY6" fmla="*/ 11925 h 77315"/>
                    <a:gd name="connsiteX7" fmla="*/ 186323 w 225245"/>
                    <a:gd name="connsiteY7" fmla="*/ 310 h 77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5245" h="77315">
                      <a:moveTo>
                        <a:pt x="186323" y="310"/>
                      </a:moveTo>
                      <a:cubicBezTo>
                        <a:pt x="171384" y="-1020"/>
                        <a:pt x="156400" y="2127"/>
                        <a:pt x="141903" y="5984"/>
                      </a:cubicBezTo>
                      <a:cubicBezTo>
                        <a:pt x="101917" y="16579"/>
                        <a:pt x="63659" y="32893"/>
                        <a:pt x="26776" y="51601"/>
                      </a:cubicBezTo>
                      <a:cubicBezTo>
                        <a:pt x="15383" y="57408"/>
                        <a:pt x="2926" y="64811"/>
                        <a:pt x="0" y="77268"/>
                      </a:cubicBezTo>
                      <a:cubicBezTo>
                        <a:pt x="14230" y="77978"/>
                        <a:pt x="27441" y="70619"/>
                        <a:pt x="40120" y="64102"/>
                      </a:cubicBezTo>
                      <a:cubicBezTo>
                        <a:pt x="68713" y="49340"/>
                        <a:pt x="98858" y="37548"/>
                        <a:pt x="129890" y="28903"/>
                      </a:cubicBezTo>
                      <a:cubicBezTo>
                        <a:pt x="161365" y="20126"/>
                        <a:pt x="193992" y="18885"/>
                        <a:pt x="225245" y="11925"/>
                      </a:cubicBezTo>
                      <a:cubicBezTo>
                        <a:pt x="213542" y="5674"/>
                        <a:pt x="199534" y="1463"/>
                        <a:pt x="186323" y="310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04" name="Forme libre : forme 27403">
                  <a:extLst>
                    <a:ext uri="{FF2B5EF4-FFF2-40B4-BE49-F238E27FC236}">
                      <a16:creationId xmlns:a16="http://schemas.microsoft.com/office/drawing/2014/main" id="{4ABA17CA-2D2B-4CA9-83EB-6B2C385765F8}"/>
                    </a:ext>
                  </a:extLst>
                </p:cNvPr>
                <p:cNvSpPr/>
                <p:nvPr/>
              </p:nvSpPr>
              <p:spPr>
                <a:xfrm>
                  <a:off x="6983904" y="3328209"/>
                  <a:ext cx="101621" cy="90284"/>
                </a:xfrm>
                <a:custGeom>
                  <a:avLst/>
                  <a:gdLst>
                    <a:gd name="connsiteX0" fmla="*/ 19461 w 101621"/>
                    <a:gd name="connsiteY0" fmla="*/ 62223 h 90284"/>
                    <a:gd name="connsiteX1" fmla="*/ 0 w 101621"/>
                    <a:gd name="connsiteY1" fmla="*/ 90285 h 90284"/>
                    <a:gd name="connsiteX2" fmla="*/ 32007 w 101621"/>
                    <a:gd name="connsiteY2" fmla="*/ 73660 h 90284"/>
                    <a:gd name="connsiteX3" fmla="*/ 100631 w 101621"/>
                    <a:gd name="connsiteY3" fmla="*/ 2952 h 90284"/>
                    <a:gd name="connsiteX4" fmla="*/ 19461 w 101621"/>
                    <a:gd name="connsiteY4" fmla="*/ 62223 h 90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621" h="90284">
                      <a:moveTo>
                        <a:pt x="19461" y="62223"/>
                      </a:moveTo>
                      <a:cubicBezTo>
                        <a:pt x="11571" y="70557"/>
                        <a:pt x="3680" y="79423"/>
                        <a:pt x="0" y="90285"/>
                      </a:cubicBezTo>
                      <a:cubicBezTo>
                        <a:pt x="12235" y="89708"/>
                        <a:pt x="22609" y="81507"/>
                        <a:pt x="32007" y="73660"/>
                      </a:cubicBezTo>
                      <a:cubicBezTo>
                        <a:pt x="40962" y="66213"/>
                        <a:pt x="110695" y="19754"/>
                        <a:pt x="100631" y="2952"/>
                      </a:cubicBezTo>
                      <a:cubicBezTo>
                        <a:pt x="89948" y="-14869"/>
                        <a:pt x="27751" y="53445"/>
                        <a:pt x="19461" y="62223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05" name="Forme libre : forme 27404">
                  <a:extLst>
                    <a:ext uri="{FF2B5EF4-FFF2-40B4-BE49-F238E27FC236}">
                      <a16:creationId xmlns:a16="http://schemas.microsoft.com/office/drawing/2014/main" id="{54A0A6BD-4494-4873-9C06-2D509A8FA3D8}"/>
                    </a:ext>
                  </a:extLst>
                </p:cNvPr>
                <p:cNvSpPr/>
                <p:nvPr/>
              </p:nvSpPr>
              <p:spPr>
                <a:xfrm>
                  <a:off x="6546978" y="3336683"/>
                  <a:ext cx="156206" cy="65395"/>
                </a:xfrm>
                <a:custGeom>
                  <a:avLst/>
                  <a:gdLst>
                    <a:gd name="connsiteX0" fmla="*/ 122309 w 156206"/>
                    <a:gd name="connsiteY0" fmla="*/ 286 h 65395"/>
                    <a:gd name="connsiteX1" fmla="*/ 74254 w 156206"/>
                    <a:gd name="connsiteY1" fmla="*/ 4187 h 65395"/>
                    <a:gd name="connsiteX2" fmla="*/ 44287 w 156206"/>
                    <a:gd name="connsiteY2" fmla="*/ 19259 h 65395"/>
                    <a:gd name="connsiteX3" fmla="*/ 0 w 156206"/>
                    <a:gd name="connsiteY3" fmla="*/ 65053 h 65395"/>
                    <a:gd name="connsiteX4" fmla="*/ 37637 w 156206"/>
                    <a:gd name="connsiteY4" fmla="*/ 52596 h 65395"/>
                    <a:gd name="connsiteX5" fmla="*/ 124881 w 156206"/>
                    <a:gd name="connsiteY5" fmla="*/ 20811 h 65395"/>
                    <a:gd name="connsiteX6" fmla="*/ 156178 w 156206"/>
                    <a:gd name="connsiteY6" fmla="*/ 8753 h 65395"/>
                    <a:gd name="connsiteX7" fmla="*/ 122309 w 156206"/>
                    <a:gd name="connsiteY7" fmla="*/ 286 h 65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6206" h="65395">
                      <a:moveTo>
                        <a:pt x="122309" y="286"/>
                      </a:moveTo>
                      <a:cubicBezTo>
                        <a:pt x="106173" y="-202"/>
                        <a:pt x="89682" y="-645"/>
                        <a:pt x="74254" y="4187"/>
                      </a:cubicBezTo>
                      <a:cubicBezTo>
                        <a:pt x="63526" y="7512"/>
                        <a:pt x="53773" y="13275"/>
                        <a:pt x="44287" y="19259"/>
                      </a:cubicBezTo>
                      <a:cubicBezTo>
                        <a:pt x="25934" y="30785"/>
                        <a:pt x="7182" y="44617"/>
                        <a:pt x="0" y="65053"/>
                      </a:cubicBezTo>
                      <a:cubicBezTo>
                        <a:pt x="13344" y="67137"/>
                        <a:pt x="25889" y="59290"/>
                        <a:pt x="37637" y="52596"/>
                      </a:cubicBezTo>
                      <a:cubicBezTo>
                        <a:pt x="64635" y="37169"/>
                        <a:pt x="94292" y="26397"/>
                        <a:pt x="124881" y="20811"/>
                      </a:cubicBezTo>
                      <a:cubicBezTo>
                        <a:pt x="130821" y="19747"/>
                        <a:pt x="157198" y="20190"/>
                        <a:pt x="156178" y="8753"/>
                      </a:cubicBezTo>
                      <a:cubicBezTo>
                        <a:pt x="155291" y="-335"/>
                        <a:pt x="128693" y="507"/>
                        <a:pt x="122309" y="286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06" name="Forme libre : forme 27405">
                  <a:extLst>
                    <a:ext uri="{FF2B5EF4-FFF2-40B4-BE49-F238E27FC236}">
                      <a16:creationId xmlns:a16="http://schemas.microsoft.com/office/drawing/2014/main" id="{696E170B-4458-4D1F-9AC0-4ACE6CD213CA}"/>
                    </a:ext>
                  </a:extLst>
                </p:cNvPr>
                <p:cNvSpPr/>
                <p:nvPr/>
              </p:nvSpPr>
              <p:spPr>
                <a:xfrm>
                  <a:off x="6484871" y="3094287"/>
                  <a:ext cx="180982" cy="117114"/>
                </a:xfrm>
                <a:custGeom>
                  <a:avLst/>
                  <a:gdLst>
                    <a:gd name="connsiteX0" fmla="*/ 76515 w 180982"/>
                    <a:gd name="connsiteY0" fmla="*/ 29227 h 117114"/>
                    <a:gd name="connsiteX1" fmla="*/ 33381 w 180982"/>
                    <a:gd name="connsiteY1" fmla="*/ 65446 h 117114"/>
                    <a:gd name="connsiteX2" fmla="*/ 0 w 180982"/>
                    <a:gd name="connsiteY2" fmla="*/ 117047 h 117114"/>
                    <a:gd name="connsiteX3" fmla="*/ 44464 w 180982"/>
                    <a:gd name="connsiteY3" fmla="*/ 99847 h 117114"/>
                    <a:gd name="connsiteX4" fmla="*/ 80062 w 180982"/>
                    <a:gd name="connsiteY4" fmla="*/ 66554 h 117114"/>
                    <a:gd name="connsiteX5" fmla="*/ 133525 w 180982"/>
                    <a:gd name="connsiteY5" fmla="*/ 34281 h 117114"/>
                    <a:gd name="connsiteX6" fmla="*/ 180826 w 180982"/>
                    <a:gd name="connsiteY6" fmla="*/ 9633 h 117114"/>
                    <a:gd name="connsiteX7" fmla="*/ 76515 w 180982"/>
                    <a:gd name="connsiteY7" fmla="*/ 29227 h 117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0982" h="117114">
                      <a:moveTo>
                        <a:pt x="76515" y="29227"/>
                      </a:moveTo>
                      <a:cubicBezTo>
                        <a:pt x="60867" y="39645"/>
                        <a:pt x="47080" y="52590"/>
                        <a:pt x="33381" y="65446"/>
                      </a:cubicBezTo>
                      <a:cubicBezTo>
                        <a:pt x="18043" y="79809"/>
                        <a:pt x="1729" y="96167"/>
                        <a:pt x="0" y="117047"/>
                      </a:cubicBezTo>
                      <a:cubicBezTo>
                        <a:pt x="16225" y="117933"/>
                        <a:pt x="31785" y="109998"/>
                        <a:pt x="44464" y="99847"/>
                      </a:cubicBezTo>
                      <a:cubicBezTo>
                        <a:pt x="57143" y="89695"/>
                        <a:pt x="67782" y="77193"/>
                        <a:pt x="80062" y="66554"/>
                      </a:cubicBezTo>
                      <a:cubicBezTo>
                        <a:pt x="95932" y="52856"/>
                        <a:pt x="114374" y="42571"/>
                        <a:pt x="133525" y="34281"/>
                      </a:cubicBezTo>
                      <a:cubicBezTo>
                        <a:pt x="144519" y="29538"/>
                        <a:pt x="178344" y="24440"/>
                        <a:pt x="180826" y="9633"/>
                      </a:cubicBezTo>
                      <a:cubicBezTo>
                        <a:pt x="185392" y="-17719"/>
                        <a:pt x="88795" y="21026"/>
                        <a:pt x="76515" y="29227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07" name="Forme libre : forme 27406">
                  <a:extLst>
                    <a:ext uri="{FF2B5EF4-FFF2-40B4-BE49-F238E27FC236}">
                      <a16:creationId xmlns:a16="http://schemas.microsoft.com/office/drawing/2014/main" id="{C47BF43D-A6F4-4C31-91C5-AEBBC5C74131}"/>
                    </a:ext>
                  </a:extLst>
                </p:cNvPr>
                <p:cNvSpPr/>
                <p:nvPr/>
              </p:nvSpPr>
              <p:spPr>
                <a:xfrm>
                  <a:off x="6787716" y="3211584"/>
                  <a:ext cx="171690" cy="95152"/>
                </a:xfrm>
                <a:custGeom>
                  <a:avLst/>
                  <a:gdLst>
                    <a:gd name="connsiteX0" fmla="*/ 93118 w 171690"/>
                    <a:gd name="connsiteY0" fmla="*/ 13404 h 95152"/>
                    <a:gd name="connsiteX1" fmla="*/ 17357 w 171690"/>
                    <a:gd name="connsiteY1" fmla="*/ 62124 h 95152"/>
                    <a:gd name="connsiteX2" fmla="*/ 511 w 171690"/>
                    <a:gd name="connsiteY2" fmla="*/ 84511 h 95152"/>
                    <a:gd name="connsiteX3" fmla="*/ 467 w 171690"/>
                    <a:gd name="connsiteY3" fmla="*/ 90496 h 95152"/>
                    <a:gd name="connsiteX4" fmla="*/ 11948 w 171690"/>
                    <a:gd name="connsiteY4" fmla="*/ 95106 h 95152"/>
                    <a:gd name="connsiteX5" fmla="*/ 92409 w 171690"/>
                    <a:gd name="connsiteY5" fmla="*/ 61814 h 95152"/>
                    <a:gd name="connsiteX6" fmla="*/ 171407 w 171690"/>
                    <a:gd name="connsiteY6" fmla="*/ 19966 h 95152"/>
                    <a:gd name="connsiteX7" fmla="*/ 93118 w 171690"/>
                    <a:gd name="connsiteY7" fmla="*/ 13404 h 95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1690" h="95152">
                      <a:moveTo>
                        <a:pt x="93118" y="13404"/>
                      </a:moveTo>
                      <a:cubicBezTo>
                        <a:pt x="65766" y="26039"/>
                        <a:pt x="40187" y="42486"/>
                        <a:pt x="17357" y="62124"/>
                      </a:cubicBezTo>
                      <a:cubicBezTo>
                        <a:pt x="10175" y="68331"/>
                        <a:pt x="2949" y="75335"/>
                        <a:pt x="511" y="84511"/>
                      </a:cubicBezTo>
                      <a:cubicBezTo>
                        <a:pt x="-21" y="86462"/>
                        <a:pt x="-287" y="88634"/>
                        <a:pt x="467" y="90496"/>
                      </a:cubicBezTo>
                      <a:cubicBezTo>
                        <a:pt x="2151" y="94574"/>
                        <a:pt x="7515" y="95372"/>
                        <a:pt x="11948" y="95106"/>
                      </a:cubicBezTo>
                      <a:cubicBezTo>
                        <a:pt x="41118" y="93289"/>
                        <a:pt x="65057" y="72099"/>
                        <a:pt x="92409" y="61814"/>
                      </a:cubicBezTo>
                      <a:cubicBezTo>
                        <a:pt x="111471" y="54632"/>
                        <a:pt x="176505" y="50598"/>
                        <a:pt x="171407" y="19966"/>
                      </a:cubicBezTo>
                      <a:cubicBezTo>
                        <a:pt x="165600" y="-15056"/>
                        <a:pt x="111560" y="4893"/>
                        <a:pt x="93118" y="13404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08" name="Forme libre : forme 27407">
                  <a:extLst>
                    <a:ext uri="{FF2B5EF4-FFF2-40B4-BE49-F238E27FC236}">
                      <a16:creationId xmlns:a16="http://schemas.microsoft.com/office/drawing/2014/main" id="{115FC878-A8F0-42F9-9B3C-B36B97063467}"/>
                    </a:ext>
                  </a:extLst>
                </p:cNvPr>
                <p:cNvSpPr/>
                <p:nvPr/>
              </p:nvSpPr>
              <p:spPr>
                <a:xfrm>
                  <a:off x="5326697" y="3100740"/>
                  <a:ext cx="102703" cy="65557"/>
                </a:xfrm>
                <a:custGeom>
                  <a:avLst/>
                  <a:gdLst>
                    <a:gd name="connsiteX0" fmla="*/ 3086 w 102703"/>
                    <a:gd name="connsiteY0" fmla="*/ 50659 h 65557"/>
                    <a:gd name="connsiteX1" fmla="*/ 1535 w 102703"/>
                    <a:gd name="connsiteY1" fmla="*/ 63205 h 65557"/>
                    <a:gd name="connsiteX2" fmla="*/ 10090 w 102703"/>
                    <a:gd name="connsiteY2" fmla="*/ 65510 h 65557"/>
                    <a:gd name="connsiteX3" fmla="*/ 101501 w 102703"/>
                    <a:gd name="connsiteY3" fmla="*/ 7436 h 65557"/>
                    <a:gd name="connsiteX4" fmla="*/ 3086 w 102703"/>
                    <a:gd name="connsiteY4" fmla="*/ 50659 h 65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703" h="65557">
                      <a:moveTo>
                        <a:pt x="3086" y="50659"/>
                      </a:moveTo>
                      <a:cubicBezTo>
                        <a:pt x="515" y="54427"/>
                        <a:pt x="-1524" y="59835"/>
                        <a:pt x="1535" y="63205"/>
                      </a:cubicBezTo>
                      <a:cubicBezTo>
                        <a:pt x="3574" y="65465"/>
                        <a:pt x="7032" y="65687"/>
                        <a:pt x="10090" y="65510"/>
                      </a:cubicBezTo>
                      <a:cubicBezTo>
                        <a:pt x="30837" y="64446"/>
                        <a:pt x="113603" y="40064"/>
                        <a:pt x="101501" y="7436"/>
                      </a:cubicBezTo>
                      <a:cubicBezTo>
                        <a:pt x="91438" y="-19650"/>
                        <a:pt x="13903" y="34788"/>
                        <a:pt x="3086" y="50659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09" name="Forme libre : forme 27408">
                  <a:extLst>
                    <a:ext uri="{FF2B5EF4-FFF2-40B4-BE49-F238E27FC236}">
                      <a16:creationId xmlns:a16="http://schemas.microsoft.com/office/drawing/2014/main" id="{F9DD1A53-6ACF-48CF-BEBA-519F3323AE32}"/>
                    </a:ext>
                  </a:extLst>
                </p:cNvPr>
                <p:cNvSpPr/>
                <p:nvPr/>
              </p:nvSpPr>
              <p:spPr>
                <a:xfrm>
                  <a:off x="5197116" y="2978051"/>
                  <a:ext cx="120391" cy="87905"/>
                </a:xfrm>
                <a:custGeom>
                  <a:avLst/>
                  <a:gdLst>
                    <a:gd name="connsiteX0" fmla="*/ 80623 w 120391"/>
                    <a:gd name="connsiteY0" fmla="*/ 16860 h 87905"/>
                    <a:gd name="connsiteX1" fmla="*/ 7610 w 120391"/>
                    <a:gd name="connsiteY1" fmla="*/ 73160 h 87905"/>
                    <a:gd name="connsiteX2" fmla="*/ 339 w 120391"/>
                    <a:gd name="connsiteY2" fmla="*/ 81494 h 87905"/>
                    <a:gd name="connsiteX3" fmla="*/ 162 w 120391"/>
                    <a:gd name="connsiteY3" fmla="*/ 84598 h 87905"/>
                    <a:gd name="connsiteX4" fmla="*/ 7654 w 120391"/>
                    <a:gd name="connsiteY4" fmla="*/ 87878 h 87905"/>
                    <a:gd name="connsiteX5" fmla="*/ 49502 w 120391"/>
                    <a:gd name="connsiteY5" fmla="*/ 68550 h 87905"/>
                    <a:gd name="connsiteX6" fmla="*/ 85588 w 120391"/>
                    <a:gd name="connsiteY6" fmla="*/ 38715 h 87905"/>
                    <a:gd name="connsiteX7" fmla="*/ 119989 w 120391"/>
                    <a:gd name="connsiteY7" fmla="*/ 7196 h 87905"/>
                    <a:gd name="connsiteX8" fmla="*/ 80623 w 120391"/>
                    <a:gd name="connsiteY8" fmla="*/ 16860 h 87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0391" h="87905">
                      <a:moveTo>
                        <a:pt x="80623" y="16860"/>
                      </a:moveTo>
                      <a:cubicBezTo>
                        <a:pt x="56285" y="35612"/>
                        <a:pt x="31947" y="54408"/>
                        <a:pt x="7610" y="73160"/>
                      </a:cubicBezTo>
                      <a:cubicBezTo>
                        <a:pt x="4640" y="75465"/>
                        <a:pt x="1536" y="77948"/>
                        <a:pt x="339" y="81494"/>
                      </a:cubicBezTo>
                      <a:cubicBezTo>
                        <a:pt x="29" y="82470"/>
                        <a:pt x="-148" y="83578"/>
                        <a:pt x="162" y="84598"/>
                      </a:cubicBezTo>
                      <a:cubicBezTo>
                        <a:pt x="1004" y="87435"/>
                        <a:pt x="4728" y="88055"/>
                        <a:pt x="7654" y="87878"/>
                      </a:cubicBezTo>
                      <a:cubicBezTo>
                        <a:pt x="23259" y="86947"/>
                        <a:pt x="37356" y="78391"/>
                        <a:pt x="49502" y="68550"/>
                      </a:cubicBezTo>
                      <a:cubicBezTo>
                        <a:pt x="61649" y="58708"/>
                        <a:pt x="72510" y="47227"/>
                        <a:pt x="85588" y="38715"/>
                      </a:cubicBezTo>
                      <a:cubicBezTo>
                        <a:pt x="94853" y="32686"/>
                        <a:pt x="124156" y="23598"/>
                        <a:pt x="119989" y="7196"/>
                      </a:cubicBezTo>
                      <a:cubicBezTo>
                        <a:pt x="115334" y="-11068"/>
                        <a:pt x="88957" y="10432"/>
                        <a:pt x="80623" y="16860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10" name="Forme libre : forme 27409">
                  <a:extLst>
                    <a:ext uri="{FF2B5EF4-FFF2-40B4-BE49-F238E27FC236}">
                      <a16:creationId xmlns:a16="http://schemas.microsoft.com/office/drawing/2014/main" id="{91811B05-88E9-4F63-9F2E-E9ABA11A5AA5}"/>
                    </a:ext>
                  </a:extLst>
                </p:cNvPr>
                <p:cNvSpPr/>
                <p:nvPr/>
              </p:nvSpPr>
              <p:spPr>
                <a:xfrm>
                  <a:off x="5533395" y="2956185"/>
                  <a:ext cx="118635" cy="93785"/>
                </a:xfrm>
                <a:custGeom>
                  <a:avLst/>
                  <a:gdLst>
                    <a:gd name="connsiteX0" fmla="*/ 6694 w 118635"/>
                    <a:gd name="connsiteY0" fmla="*/ 81505 h 93785"/>
                    <a:gd name="connsiteX1" fmla="*/ 0 w 118635"/>
                    <a:gd name="connsiteY1" fmla="*/ 93119 h 93785"/>
                    <a:gd name="connsiteX2" fmla="*/ 20924 w 118635"/>
                    <a:gd name="connsiteY2" fmla="*/ 88287 h 93785"/>
                    <a:gd name="connsiteX3" fmla="*/ 115216 w 118635"/>
                    <a:gd name="connsiteY3" fmla="*/ 5832 h 93785"/>
                    <a:gd name="connsiteX4" fmla="*/ 6694 w 118635"/>
                    <a:gd name="connsiteY4" fmla="*/ 81505 h 93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635" h="93785">
                      <a:moveTo>
                        <a:pt x="6694" y="81505"/>
                      </a:moveTo>
                      <a:cubicBezTo>
                        <a:pt x="3768" y="84963"/>
                        <a:pt x="754" y="88642"/>
                        <a:pt x="0" y="93119"/>
                      </a:cubicBezTo>
                      <a:cubicBezTo>
                        <a:pt x="7049" y="95292"/>
                        <a:pt x="14452" y="91745"/>
                        <a:pt x="20924" y="88287"/>
                      </a:cubicBezTo>
                      <a:cubicBezTo>
                        <a:pt x="38213" y="78978"/>
                        <a:pt x="138224" y="33893"/>
                        <a:pt x="115216" y="5832"/>
                      </a:cubicBezTo>
                      <a:cubicBezTo>
                        <a:pt x="91366" y="-23338"/>
                        <a:pt x="20082" y="65590"/>
                        <a:pt x="6694" y="81505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11" name="Forme libre : forme 27410">
                  <a:extLst>
                    <a:ext uri="{FF2B5EF4-FFF2-40B4-BE49-F238E27FC236}">
                      <a16:creationId xmlns:a16="http://schemas.microsoft.com/office/drawing/2014/main" id="{28304B03-C350-4C40-8378-33F6C091AA32}"/>
                    </a:ext>
                  </a:extLst>
                </p:cNvPr>
                <p:cNvSpPr/>
                <p:nvPr/>
              </p:nvSpPr>
              <p:spPr>
                <a:xfrm>
                  <a:off x="5939954" y="2944253"/>
                  <a:ext cx="104358" cy="69726"/>
                </a:xfrm>
                <a:custGeom>
                  <a:avLst/>
                  <a:gdLst>
                    <a:gd name="connsiteX0" fmla="*/ 11881 w 104358"/>
                    <a:gd name="connsiteY0" fmla="*/ 53761 h 69726"/>
                    <a:gd name="connsiteX1" fmla="*/ 0 w 104358"/>
                    <a:gd name="connsiteY1" fmla="*/ 68124 h 69726"/>
                    <a:gd name="connsiteX2" fmla="*/ 14984 w 104358"/>
                    <a:gd name="connsiteY2" fmla="*/ 67104 h 69726"/>
                    <a:gd name="connsiteX3" fmla="*/ 102848 w 104358"/>
                    <a:gd name="connsiteY3" fmla="*/ 5218 h 69726"/>
                    <a:gd name="connsiteX4" fmla="*/ 11881 w 104358"/>
                    <a:gd name="connsiteY4" fmla="*/ 53761 h 69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358" h="69726">
                      <a:moveTo>
                        <a:pt x="11881" y="53761"/>
                      </a:moveTo>
                      <a:cubicBezTo>
                        <a:pt x="7315" y="58016"/>
                        <a:pt x="2793" y="62538"/>
                        <a:pt x="0" y="68124"/>
                      </a:cubicBezTo>
                      <a:cubicBezTo>
                        <a:pt x="4256" y="71227"/>
                        <a:pt x="10152" y="69232"/>
                        <a:pt x="14984" y="67104"/>
                      </a:cubicBezTo>
                      <a:cubicBezTo>
                        <a:pt x="30322" y="60454"/>
                        <a:pt x="116768" y="31462"/>
                        <a:pt x="102848" y="5218"/>
                      </a:cubicBezTo>
                      <a:cubicBezTo>
                        <a:pt x="90524" y="-17967"/>
                        <a:pt x="23407" y="42988"/>
                        <a:pt x="11881" y="53761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12" name="Forme libre : forme 27411">
                  <a:extLst>
                    <a:ext uri="{FF2B5EF4-FFF2-40B4-BE49-F238E27FC236}">
                      <a16:creationId xmlns:a16="http://schemas.microsoft.com/office/drawing/2014/main" id="{DAF7E67C-D651-484A-9A79-DB87FB7BF430}"/>
                    </a:ext>
                  </a:extLst>
                </p:cNvPr>
                <p:cNvSpPr/>
                <p:nvPr/>
              </p:nvSpPr>
              <p:spPr>
                <a:xfrm>
                  <a:off x="4977807" y="2992783"/>
                  <a:ext cx="53261" cy="67504"/>
                </a:xfrm>
                <a:custGeom>
                  <a:avLst/>
                  <a:gdLst>
                    <a:gd name="connsiteX0" fmla="*/ 1052 w 53261"/>
                    <a:gd name="connsiteY0" fmla="*/ 59980 h 67504"/>
                    <a:gd name="connsiteX1" fmla="*/ 653 w 53261"/>
                    <a:gd name="connsiteY1" fmla="*/ 66142 h 67504"/>
                    <a:gd name="connsiteX2" fmla="*/ 10317 w 53261"/>
                    <a:gd name="connsiteY2" fmla="*/ 63216 h 67504"/>
                    <a:gd name="connsiteX3" fmla="*/ 53141 w 53261"/>
                    <a:gd name="connsiteY3" fmla="*/ 0 h 67504"/>
                    <a:gd name="connsiteX4" fmla="*/ 1052 w 53261"/>
                    <a:gd name="connsiteY4" fmla="*/ 59980 h 67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61" h="67504">
                      <a:moveTo>
                        <a:pt x="1052" y="59980"/>
                      </a:moveTo>
                      <a:cubicBezTo>
                        <a:pt x="165" y="61975"/>
                        <a:pt x="-588" y="64369"/>
                        <a:pt x="653" y="66142"/>
                      </a:cubicBezTo>
                      <a:cubicBezTo>
                        <a:pt x="2914" y="69334"/>
                        <a:pt x="7879" y="66319"/>
                        <a:pt x="10317" y="63216"/>
                      </a:cubicBezTo>
                      <a:cubicBezTo>
                        <a:pt x="20292" y="50537"/>
                        <a:pt x="55579" y="15693"/>
                        <a:pt x="53141" y="0"/>
                      </a:cubicBezTo>
                      <a:cubicBezTo>
                        <a:pt x="29911" y="7448"/>
                        <a:pt x="10362" y="38878"/>
                        <a:pt x="1052" y="59980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13" name="Forme libre : forme 27412">
                  <a:extLst>
                    <a:ext uri="{FF2B5EF4-FFF2-40B4-BE49-F238E27FC236}">
                      <a16:creationId xmlns:a16="http://schemas.microsoft.com/office/drawing/2014/main" id="{34B4ADE1-D812-4FF2-9A23-DC7DB0770A77}"/>
                    </a:ext>
                  </a:extLst>
                </p:cNvPr>
                <p:cNvSpPr/>
                <p:nvPr/>
              </p:nvSpPr>
              <p:spPr>
                <a:xfrm>
                  <a:off x="5860602" y="3155834"/>
                  <a:ext cx="132032" cy="74031"/>
                </a:xfrm>
                <a:custGeom>
                  <a:avLst/>
                  <a:gdLst>
                    <a:gd name="connsiteX0" fmla="*/ 85780 w 132032"/>
                    <a:gd name="connsiteY0" fmla="*/ 9796 h 74031"/>
                    <a:gd name="connsiteX1" fmla="*/ 22830 w 132032"/>
                    <a:gd name="connsiteY1" fmla="*/ 44374 h 74031"/>
                    <a:gd name="connsiteX2" fmla="*/ 0 w 132032"/>
                    <a:gd name="connsiteY2" fmla="*/ 74031 h 74031"/>
                    <a:gd name="connsiteX3" fmla="*/ 75407 w 132032"/>
                    <a:gd name="connsiteY3" fmla="*/ 39276 h 74031"/>
                    <a:gd name="connsiteX4" fmla="*/ 105552 w 132032"/>
                    <a:gd name="connsiteY4" fmla="*/ 20967 h 74031"/>
                    <a:gd name="connsiteX5" fmla="*/ 131175 w 132032"/>
                    <a:gd name="connsiteY5" fmla="*/ 7623 h 74031"/>
                    <a:gd name="connsiteX6" fmla="*/ 85780 w 132032"/>
                    <a:gd name="connsiteY6" fmla="*/ 9796 h 74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032" h="74031">
                      <a:moveTo>
                        <a:pt x="85780" y="9796"/>
                      </a:moveTo>
                      <a:cubicBezTo>
                        <a:pt x="63349" y="18307"/>
                        <a:pt x="42691" y="30897"/>
                        <a:pt x="22830" y="44374"/>
                      </a:cubicBezTo>
                      <a:cubicBezTo>
                        <a:pt x="12102" y="51688"/>
                        <a:pt x="576" y="61086"/>
                        <a:pt x="0" y="74031"/>
                      </a:cubicBezTo>
                      <a:cubicBezTo>
                        <a:pt x="27884" y="71504"/>
                        <a:pt x="52133" y="54880"/>
                        <a:pt x="75407" y="39276"/>
                      </a:cubicBezTo>
                      <a:cubicBezTo>
                        <a:pt x="85160" y="32715"/>
                        <a:pt x="95046" y="26242"/>
                        <a:pt x="105552" y="20967"/>
                      </a:cubicBezTo>
                      <a:cubicBezTo>
                        <a:pt x="112024" y="17686"/>
                        <a:pt x="127939" y="14805"/>
                        <a:pt x="131175" y="7623"/>
                      </a:cubicBezTo>
                      <a:cubicBezTo>
                        <a:pt x="138800" y="-9400"/>
                        <a:pt x="93228" y="7003"/>
                        <a:pt x="85780" y="9796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14" name="Forme libre : forme 27413">
                  <a:extLst>
                    <a:ext uri="{FF2B5EF4-FFF2-40B4-BE49-F238E27FC236}">
                      <a16:creationId xmlns:a16="http://schemas.microsoft.com/office/drawing/2014/main" id="{D8128B7E-8FD4-498F-BBD8-20375856F656}"/>
                    </a:ext>
                  </a:extLst>
                </p:cNvPr>
                <p:cNvSpPr/>
                <p:nvPr/>
              </p:nvSpPr>
              <p:spPr>
                <a:xfrm>
                  <a:off x="5825580" y="3068054"/>
                  <a:ext cx="114407" cy="70712"/>
                </a:xfrm>
                <a:custGeom>
                  <a:avLst/>
                  <a:gdLst>
                    <a:gd name="connsiteX0" fmla="*/ 88751 w 114407"/>
                    <a:gd name="connsiteY0" fmla="*/ 2707 h 70712"/>
                    <a:gd name="connsiteX1" fmla="*/ 50272 w 114407"/>
                    <a:gd name="connsiteY1" fmla="*/ 19021 h 70712"/>
                    <a:gd name="connsiteX2" fmla="*/ 1552 w 114407"/>
                    <a:gd name="connsiteY2" fmla="*/ 59850 h 70712"/>
                    <a:gd name="connsiteX3" fmla="*/ 267 w 114407"/>
                    <a:gd name="connsiteY3" fmla="*/ 66810 h 70712"/>
                    <a:gd name="connsiteX4" fmla="*/ 14719 w 114407"/>
                    <a:gd name="connsiteY4" fmla="*/ 68893 h 70712"/>
                    <a:gd name="connsiteX5" fmla="*/ 68492 w 114407"/>
                    <a:gd name="connsiteY5" fmla="*/ 34626 h 70712"/>
                    <a:gd name="connsiteX6" fmla="*/ 111848 w 114407"/>
                    <a:gd name="connsiteY6" fmla="*/ 11130 h 70712"/>
                    <a:gd name="connsiteX7" fmla="*/ 88751 w 114407"/>
                    <a:gd name="connsiteY7" fmla="*/ 2707 h 70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4407" h="70712">
                      <a:moveTo>
                        <a:pt x="88751" y="2707"/>
                      </a:moveTo>
                      <a:cubicBezTo>
                        <a:pt x="75230" y="6165"/>
                        <a:pt x="62640" y="12504"/>
                        <a:pt x="50272" y="19021"/>
                      </a:cubicBezTo>
                      <a:cubicBezTo>
                        <a:pt x="31165" y="29040"/>
                        <a:pt x="11172" y="40566"/>
                        <a:pt x="1552" y="59850"/>
                      </a:cubicBezTo>
                      <a:cubicBezTo>
                        <a:pt x="488" y="62022"/>
                        <a:pt x="-487" y="64505"/>
                        <a:pt x="267" y="66810"/>
                      </a:cubicBezTo>
                      <a:cubicBezTo>
                        <a:pt x="1951" y="72085"/>
                        <a:pt x="9709" y="71199"/>
                        <a:pt x="14719" y="68893"/>
                      </a:cubicBezTo>
                      <a:cubicBezTo>
                        <a:pt x="34136" y="60116"/>
                        <a:pt x="50893" y="46595"/>
                        <a:pt x="68492" y="34626"/>
                      </a:cubicBezTo>
                      <a:cubicBezTo>
                        <a:pt x="78289" y="27932"/>
                        <a:pt x="105996" y="20041"/>
                        <a:pt x="111848" y="11130"/>
                      </a:cubicBezTo>
                      <a:cubicBezTo>
                        <a:pt x="122354" y="-4873"/>
                        <a:pt x="97706" y="402"/>
                        <a:pt x="88751" y="2707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15" name="Forme libre : forme 27414">
                  <a:extLst>
                    <a:ext uri="{FF2B5EF4-FFF2-40B4-BE49-F238E27FC236}">
                      <a16:creationId xmlns:a16="http://schemas.microsoft.com/office/drawing/2014/main" id="{C99A6254-F8B0-4AB6-A425-2FC8D213777B}"/>
                    </a:ext>
                  </a:extLst>
                </p:cNvPr>
                <p:cNvSpPr/>
                <p:nvPr/>
              </p:nvSpPr>
              <p:spPr>
                <a:xfrm>
                  <a:off x="6177514" y="3087497"/>
                  <a:ext cx="104057" cy="52552"/>
                </a:xfrm>
                <a:custGeom>
                  <a:avLst/>
                  <a:gdLst>
                    <a:gd name="connsiteX0" fmla="*/ 66684 w 104057"/>
                    <a:gd name="connsiteY0" fmla="*/ 2503 h 52552"/>
                    <a:gd name="connsiteX1" fmla="*/ 27052 w 104057"/>
                    <a:gd name="connsiteY1" fmla="*/ 25866 h 52552"/>
                    <a:gd name="connsiteX2" fmla="*/ 6660 w 104057"/>
                    <a:gd name="connsiteY2" fmla="*/ 41160 h 52552"/>
                    <a:gd name="connsiteX3" fmla="*/ 365 w 104057"/>
                    <a:gd name="connsiteY3" fmla="*/ 52553 h 52552"/>
                    <a:gd name="connsiteX4" fmla="*/ 28471 w 104057"/>
                    <a:gd name="connsiteY4" fmla="*/ 42933 h 52552"/>
                    <a:gd name="connsiteX5" fmla="*/ 61098 w 104057"/>
                    <a:gd name="connsiteY5" fmla="*/ 29013 h 52552"/>
                    <a:gd name="connsiteX6" fmla="*/ 97538 w 104057"/>
                    <a:gd name="connsiteY6" fmla="*/ 16024 h 52552"/>
                    <a:gd name="connsiteX7" fmla="*/ 66684 w 104057"/>
                    <a:gd name="connsiteY7" fmla="*/ 2503 h 5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4057" h="52552">
                      <a:moveTo>
                        <a:pt x="66684" y="2503"/>
                      </a:moveTo>
                      <a:cubicBezTo>
                        <a:pt x="52010" y="7202"/>
                        <a:pt x="39376" y="16601"/>
                        <a:pt x="27052" y="25866"/>
                      </a:cubicBezTo>
                      <a:cubicBezTo>
                        <a:pt x="20269" y="30964"/>
                        <a:pt x="13487" y="36062"/>
                        <a:pt x="6660" y="41160"/>
                      </a:cubicBezTo>
                      <a:cubicBezTo>
                        <a:pt x="2936" y="43953"/>
                        <a:pt x="-1276" y="48164"/>
                        <a:pt x="365" y="52553"/>
                      </a:cubicBezTo>
                      <a:cubicBezTo>
                        <a:pt x="10339" y="51932"/>
                        <a:pt x="19472" y="47233"/>
                        <a:pt x="28471" y="42933"/>
                      </a:cubicBezTo>
                      <a:cubicBezTo>
                        <a:pt x="39154" y="37835"/>
                        <a:pt x="50060" y="33269"/>
                        <a:pt x="61098" y="29013"/>
                      </a:cubicBezTo>
                      <a:cubicBezTo>
                        <a:pt x="70629" y="25334"/>
                        <a:pt x="90046" y="22629"/>
                        <a:pt x="97538" y="16024"/>
                      </a:cubicBezTo>
                      <a:cubicBezTo>
                        <a:pt x="120058" y="-3703"/>
                        <a:pt x="77900" y="-1088"/>
                        <a:pt x="66684" y="2503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16" name="Forme libre : forme 27415">
                  <a:extLst>
                    <a:ext uri="{FF2B5EF4-FFF2-40B4-BE49-F238E27FC236}">
                      <a16:creationId xmlns:a16="http://schemas.microsoft.com/office/drawing/2014/main" id="{1FB53B5E-83A6-485B-8680-918164EDFFD3}"/>
                    </a:ext>
                  </a:extLst>
                </p:cNvPr>
                <p:cNvSpPr/>
                <p:nvPr/>
              </p:nvSpPr>
              <p:spPr>
                <a:xfrm>
                  <a:off x="6294037" y="2968901"/>
                  <a:ext cx="49747" cy="51056"/>
                </a:xfrm>
                <a:custGeom>
                  <a:avLst/>
                  <a:gdLst>
                    <a:gd name="connsiteX0" fmla="*/ 8057 w 49747"/>
                    <a:gd name="connsiteY0" fmla="*/ 31684 h 51056"/>
                    <a:gd name="connsiteX1" fmla="*/ 1008 w 49747"/>
                    <a:gd name="connsiteY1" fmla="*/ 51057 h 51056"/>
                    <a:gd name="connsiteX2" fmla="*/ 49728 w 49747"/>
                    <a:gd name="connsiteY2" fmla="*/ 5928 h 51056"/>
                    <a:gd name="connsiteX3" fmla="*/ 8057 w 49747"/>
                    <a:gd name="connsiteY3" fmla="*/ 31684 h 51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747" h="51056">
                      <a:moveTo>
                        <a:pt x="8057" y="31684"/>
                      </a:moveTo>
                      <a:cubicBezTo>
                        <a:pt x="2604" y="37137"/>
                        <a:pt x="-2139" y="43609"/>
                        <a:pt x="1008" y="51057"/>
                      </a:cubicBezTo>
                      <a:cubicBezTo>
                        <a:pt x="15194" y="49328"/>
                        <a:pt x="50703" y="24015"/>
                        <a:pt x="49728" y="5928"/>
                      </a:cubicBezTo>
                      <a:cubicBezTo>
                        <a:pt x="48620" y="-14774"/>
                        <a:pt x="14884" y="24857"/>
                        <a:pt x="8057" y="31684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17" name="Forme libre : forme 27416">
                  <a:extLst>
                    <a:ext uri="{FF2B5EF4-FFF2-40B4-BE49-F238E27FC236}">
                      <a16:creationId xmlns:a16="http://schemas.microsoft.com/office/drawing/2014/main" id="{BF1DDA1A-D256-418C-A061-7B4740CF4CF2}"/>
                    </a:ext>
                  </a:extLst>
                </p:cNvPr>
                <p:cNvSpPr/>
                <p:nvPr/>
              </p:nvSpPr>
              <p:spPr>
                <a:xfrm>
                  <a:off x="6602026" y="2956812"/>
                  <a:ext cx="103474" cy="66703"/>
                </a:xfrm>
                <a:custGeom>
                  <a:avLst/>
                  <a:gdLst>
                    <a:gd name="connsiteX0" fmla="*/ 59193 w 103474"/>
                    <a:gd name="connsiteY0" fmla="*/ 13140 h 66703"/>
                    <a:gd name="connsiteX1" fmla="*/ 9853 w 103474"/>
                    <a:gd name="connsiteY1" fmla="*/ 48516 h 66703"/>
                    <a:gd name="connsiteX2" fmla="*/ 366 w 103474"/>
                    <a:gd name="connsiteY2" fmla="*/ 61062 h 66703"/>
                    <a:gd name="connsiteX3" fmla="*/ 499 w 103474"/>
                    <a:gd name="connsiteY3" fmla="*/ 64830 h 66703"/>
                    <a:gd name="connsiteX4" fmla="*/ 2849 w 103474"/>
                    <a:gd name="connsiteY4" fmla="*/ 66116 h 66703"/>
                    <a:gd name="connsiteX5" fmla="*/ 32994 w 103474"/>
                    <a:gd name="connsiteY5" fmla="*/ 53969 h 66703"/>
                    <a:gd name="connsiteX6" fmla="*/ 64558 w 103474"/>
                    <a:gd name="connsiteY6" fmla="*/ 32158 h 66703"/>
                    <a:gd name="connsiteX7" fmla="*/ 98604 w 103474"/>
                    <a:gd name="connsiteY7" fmla="*/ 13938 h 66703"/>
                    <a:gd name="connsiteX8" fmla="*/ 59193 w 103474"/>
                    <a:gd name="connsiteY8" fmla="*/ 13140 h 66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3474" h="66703">
                      <a:moveTo>
                        <a:pt x="59193" y="13140"/>
                      </a:moveTo>
                      <a:cubicBezTo>
                        <a:pt x="41860" y="23647"/>
                        <a:pt x="24837" y="34906"/>
                        <a:pt x="9853" y="48516"/>
                      </a:cubicBezTo>
                      <a:cubicBezTo>
                        <a:pt x="5952" y="52107"/>
                        <a:pt x="2006" y="56008"/>
                        <a:pt x="366" y="61062"/>
                      </a:cubicBezTo>
                      <a:cubicBezTo>
                        <a:pt x="-33" y="62303"/>
                        <a:pt x="-254" y="63766"/>
                        <a:pt x="499" y="64830"/>
                      </a:cubicBezTo>
                      <a:cubicBezTo>
                        <a:pt x="1031" y="65539"/>
                        <a:pt x="1962" y="65894"/>
                        <a:pt x="2849" y="66116"/>
                      </a:cubicBezTo>
                      <a:cubicBezTo>
                        <a:pt x="13754" y="68953"/>
                        <a:pt x="24172" y="60973"/>
                        <a:pt x="32994" y="53969"/>
                      </a:cubicBezTo>
                      <a:cubicBezTo>
                        <a:pt x="43013" y="46034"/>
                        <a:pt x="53608" y="38719"/>
                        <a:pt x="64558" y="32158"/>
                      </a:cubicBezTo>
                      <a:cubicBezTo>
                        <a:pt x="73202" y="26971"/>
                        <a:pt x="92841" y="21740"/>
                        <a:pt x="98604" y="13938"/>
                      </a:cubicBezTo>
                      <a:cubicBezTo>
                        <a:pt x="119439" y="-14301"/>
                        <a:pt x="67173" y="8308"/>
                        <a:pt x="59193" y="13140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18" name="Forme libre : forme 27417">
                  <a:extLst>
                    <a:ext uri="{FF2B5EF4-FFF2-40B4-BE49-F238E27FC236}">
                      <a16:creationId xmlns:a16="http://schemas.microsoft.com/office/drawing/2014/main" id="{08486A04-0199-4D9B-880A-1B760D71A7EC}"/>
                    </a:ext>
                  </a:extLst>
                </p:cNvPr>
                <p:cNvSpPr/>
                <p:nvPr/>
              </p:nvSpPr>
              <p:spPr>
                <a:xfrm>
                  <a:off x="6966218" y="2958149"/>
                  <a:ext cx="72583" cy="81757"/>
                </a:xfrm>
                <a:custGeom>
                  <a:avLst/>
                  <a:gdLst>
                    <a:gd name="connsiteX0" fmla="*/ 32449 w 72583"/>
                    <a:gd name="connsiteY0" fmla="*/ 27896 h 81757"/>
                    <a:gd name="connsiteX1" fmla="*/ 5717 w 72583"/>
                    <a:gd name="connsiteY1" fmla="*/ 65976 h 81757"/>
                    <a:gd name="connsiteX2" fmla="*/ 43 w 72583"/>
                    <a:gd name="connsiteY2" fmla="*/ 81758 h 81757"/>
                    <a:gd name="connsiteX3" fmla="*/ 28725 w 72583"/>
                    <a:gd name="connsiteY3" fmla="*/ 64646 h 81757"/>
                    <a:gd name="connsiteX4" fmla="*/ 55102 w 72583"/>
                    <a:gd name="connsiteY4" fmla="*/ 33925 h 81757"/>
                    <a:gd name="connsiteX5" fmla="*/ 72568 w 72583"/>
                    <a:gd name="connsiteY5" fmla="*/ 12867 h 81757"/>
                    <a:gd name="connsiteX6" fmla="*/ 32449 w 72583"/>
                    <a:gd name="connsiteY6" fmla="*/ 27896 h 81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583" h="81757">
                      <a:moveTo>
                        <a:pt x="32449" y="27896"/>
                      </a:moveTo>
                      <a:cubicBezTo>
                        <a:pt x="22962" y="40175"/>
                        <a:pt x="14051" y="52898"/>
                        <a:pt x="5717" y="65976"/>
                      </a:cubicBezTo>
                      <a:cubicBezTo>
                        <a:pt x="2659" y="70808"/>
                        <a:pt x="-400" y="76083"/>
                        <a:pt x="43" y="81758"/>
                      </a:cubicBezTo>
                      <a:cubicBezTo>
                        <a:pt x="11569" y="81802"/>
                        <a:pt x="21543" y="73689"/>
                        <a:pt x="28725" y="64646"/>
                      </a:cubicBezTo>
                      <a:cubicBezTo>
                        <a:pt x="37370" y="53785"/>
                        <a:pt x="43886" y="42436"/>
                        <a:pt x="55102" y="33925"/>
                      </a:cubicBezTo>
                      <a:cubicBezTo>
                        <a:pt x="63924" y="27231"/>
                        <a:pt x="73012" y="25945"/>
                        <a:pt x="72568" y="12867"/>
                      </a:cubicBezTo>
                      <a:cubicBezTo>
                        <a:pt x="71416" y="-19893"/>
                        <a:pt x="39187" y="19207"/>
                        <a:pt x="32449" y="27896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19" name="Forme libre : forme 27418">
                  <a:extLst>
                    <a:ext uri="{FF2B5EF4-FFF2-40B4-BE49-F238E27FC236}">
                      <a16:creationId xmlns:a16="http://schemas.microsoft.com/office/drawing/2014/main" id="{06B232EF-0822-4F9B-894C-5B9CF42AAC32}"/>
                    </a:ext>
                  </a:extLst>
                </p:cNvPr>
                <p:cNvSpPr/>
                <p:nvPr/>
              </p:nvSpPr>
              <p:spPr>
                <a:xfrm>
                  <a:off x="7349689" y="2960282"/>
                  <a:ext cx="49088" cy="29377"/>
                </a:xfrm>
                <a:custGeom>
                  <a:avLst/>
                  <a:gdLst>
                    <a:gd name="connsiteX0" fmla="*/ 9255 w 49088"/>
                    <a:gd name="connsiteY0" fmla="*/ 11488 h 29377"/>
                    <a:gd name="connsiteX1" fmla="*/ 167 w 49088"/>
                    <a:gd name="connsiteY1" fmla="*/ 23457 h 29377"/>
                    <a:gd name="connsiteX2" fmla="*/ 8191 w 49088"/>
                    <a:gd name="connsiteY2" fmla="*/ 29353 h 29377"/>
                    <a:gd name="connsiteX3" fmla="*/ 18432 w 49088"/>
                    <a:gd name="connsiteY3" fmla="*/ 26782 h 29377"/>
                    <a:gd name="connsiteX4" fmla="*/ 48000 w 49088"/>
                    <a:gd name="connsiteY4" fmla="*/ 2489 h 29377"/>
                    <a:gd name="connsiteX5" fmla="*/ 9255 w 49088"/>
                    <a:gd name="connsiteY5" fmla="*/ 11488 h 29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088" h="29377">
                      <a:moveTo>
                        <a:pt x="9255" y="11488"/>
                      </a:moveTo>
                      <a:cubicBezTo>
                        <a:pt x="4423" y="13882"/>
                        <a:pt x="-1030" y="18182"/>
                        <a:pt x="167" y="23457"/>
                      </a:cubicBezTo>
                      <a:cubicBezTo>
                        <a:pt x="965" y="26915"/>
                        <a:pt x="4645" y="29132"/>
                        <a:pt x="8191" y="29353"/>
                      </a:cubicBezTo>
                      <a:cubicBezTo>
                        <a:pt x="11738" y="29575"/>
                        <a:pt x="15195" y="28245"/>
                        <a:pt x="18432" y="26782"/>
                      </a:cubicBezTo>
                      <a:cubicBezTo>
                        <a:pt x="23929" y="24299"/>
                        <a:pt x="55271" y="13350"/>
                        <a:pt x="48000" y="2489"/>
                      </a:cubicBezTo>
                      <a:cubicBezTo>
                        <a:pt x="42681" y="-5535"/>
                        <a:pt x="15993" y="8118"/>
                        <a:pt x="9255" y="11488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20" name="Forme libre : forme 27419">
                  <a:extLst>
                    <a:ext uri="{FF2B5EF4-FFF2-40B4-BE49-F238E27FC236}">
                      <a16:creationId xmlns:a16="http://schemas.microsoft.com/office/drawing/2014/main" id="{8288AB16-7252-4402-A330-783629834EB9}"/>
                    </a:ext>
                  </a:extLst>
                </p:cNvPr>
                <p:cNvSpPr/>
                <p:nvPr/>
              </p:nvSpPr>
              <p:spPr>
                <a:xfrm>
                  <a:off x="7635568" y="2963757"/>
                  <a:ext cx="73094" cy="50740"/>
                </a:xfrm>
                <a:custGeom>
                  <a:avLst/>
                  <a:gdLst>
                    <a:gd name="connsiteX0" fmla="*/ 3770 w 73094"/>
                    <a:gd name="connsiteY0" fmla="*/ 41837 h 50740"/>
                    <a:gd name="connsiteX1" fmla="*/ 267 w 73094"/>
                    <a:gd name="connsiteY1" fmla="*/ 50304 h 50740"/>
                    <a:gd name="connsiteX2" fmla="*/ 20172 w 73094"/>
                    <a:gd name="connsiteY2" fmla="*/ 45428 h 50740"/>
                    <a:gd name="connsiteX3" fmla="*/ 70044 w 73094"/>
                    <a:gd name="connsiteY3" fmla="*/ 1274 h 50740"/>
                    <a:gd name="connsiteX4" fmla="*/ 3770 w 73094"/>
                    <a:gd name="connsiteY4" fmla="*/ 41837 h 50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094" h="50740">
                      <a:moveTo>
                        <a:pt x="3770" y="41837"/>
                      </a:moveTo>
                      <a:cubicBezTo>
                        <a:pt x="1509" y="44142"/>
                        <a:pt x="-797" y="47245"/>
                        <a:pt x="267" y="50304"/>
                      </a:cubicBezTo>
                      <a:cubicBezTo>
                        <a:pt x="7050" y="51945"/>
                        <a:pt x="13966" y="48664"/>
                        <a:pt x="20172" y="45428"/>
                      </a:cubicBezTo>
                      <a:cubicBezTo>
                        <a:pt x="26689" y="42059"/>
                        <a:pt x="87201" y="16657"/>
                        <a:pt x="70044" y="1274"/>
                      </a:cubicBezTo>
                      <a:cubicBezTo>
                        <a:pt x="59937" y="-7814"/>
                        <a:pt x="10996" y="34434"/>
                        <a:pt x="3770" y="41837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21" name="Forme libre : forme 27420">
                  <a:extLst>
                    <a:ext uri="{FF2B5EF4-FFF2-40B4-BE49-F238E27FC236}">
                      <a16:creationId xmlns:a16="http://schemas.microsoft.com/office/drawing/2014/main" id="{4AC6EF1A-E789-4C8A-9A8E-C7077D6751FC}"/>
                    </a:ext>
                  </a:extLst>
                </p:cNvPr>
                <p:cNvSpPr/>
                <p:nvPr/>
              </p:nvSpPr>
              <p:spPr>
                <a:xfrm>
                  <a:off x="6946307" y="3100594"/>
                  <a:ext cx="126547" cy="60959"/>
                </a:xfrm>
                <a:custGeom>
                  <a:avLst/>
                  <a:gdLst>
                    <a:gd name="connsiteX0" fmla="*/ 83081 w 126547"/>
                    <a:gd name="connsiteY0" fmla="*/ 9178 h 60959"/>
                    <a:gd name="connsiteX1" fmla="*/ 9624 w 126547"/>
                    <a:gd name="connsiteY1" fmla="*/ 47923 h 60959"/>
                    <a:gd name="connsiteX2" fmla="*/ 4 w 126547"/>
                    <a:gd name="connsiteY2" fmla="*/ 60912 h 60959"/>
                    <a:gd name="connsiteX3" fmla="*/ 18579 w 126547"/>
                    <a:gd name="connsiteY3" fmla="*/ 57011 h 60959"/>
                    <a:gd name="connsiteX4" fmla="*/ 117747 w 126547"/>
                    <a:gd name="connsiteY4" fmla="*/ 21679 h 60959"/>
                    <a:gd name="connsiteX5" fmla="*/ 121471 w 126547"/>
                    <a:gd name="connsiteY5" fmla="*/ 2085 h 60959"/>
                    <a:gd name="connsiteX6" fmla="*/ 83081 w 126547"/>
                    <a:gd name="connsiteY6" fmla="*/ 9178 h 60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6547" h="60959">
                      <a:moveTo>
                        <a:pt x="83081" y="9178"/>
                      </a:moveTo>
                      <a:cubicBezTo>
                        <a:pt x="57280" y="19374"/>
                        <a:pt x="32588" y="32407"/>
                        <a:pt x="9624" y="47923"/>
                      </a:cubicBezTo>
                      <a:cubicBezTo>
                        <a:pt x="4970" y="51071"/>
                        <a:pt x="-173" y="55282"/>
                        <a:pt x="4" y="60912"/>
                      </a:cubicBezTo>
                      <a:cubicBezTo>
                        <a:pt x="6344" y="61311"/>
                        <a:pt x="12550" y="59139"/>
                        <a:pt x="18579" y="57011"/>
                      </a:cubicBezTo>
                      <a:cubicBezTo>
                        <a:pt x="50542" y="45618"/>
                        <a:pt x="87691" y="37417"/>
                        <a:pt x="117747" y="21679"/>
                      </a:cubicBezTo>
                      <a:cubicBezTo>
                        <a:pt x="125062" y="17867"/>
                        <a:pt x="131313" y="8868"/>
                        <a:pt x="121471" y="2085"/>
                      </a:cubicBezTo>
                      <a:cubicBezTo>
                        <a:pt x="112250" y="-4254"/>
                        <a:pt x="92213" y="5543"/>
                        <a:pt x="83081" y="9178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22" name="Forme libre : forme 27421">
                  <a:extLst>
                    <a:ext uri="{FF2B5EF4-FFF2-40B4-BE49-F238E27FC236}">
                      <a16:creationId xmlns:a16="http://schemas.microsoft.com/office/drawing/2014/main" id="{4E6B9E4F-F99D-4FEA-917C-E013DCD8961E}"/>
                    </a:ext>
                  </a:extLst>
                </p:cNvPr>
                <p:cNvSpPr/>
                <p:nvPr/>
              </p:nvSpPr>
              <p:spPr>
                <a:xfrm>
                  <a:off x="7208087" y="3036434"/>
                  <a:ext cx="176347" cy="81598"/>
                </a:xfrm>
                <a:custGeom>
                  <a:avLst/>
                  <a:gdLst>
                    <a:gd name="connsiteX0" fmla="*/ 99433 w 176347"/>
                    <a:gd name="connsiteY0" fmla="*/ 14821 h 81598"/>
                    <a:gd name="connsiteX1" fmla="*/ 36705 w 176347"/>
                    <a:gd name="connsiteY1" fmla="*/ 57379 h 81598"/>
                    <a:gd name="connsiteX2" fmla="*/ 5629 w 176347"/>
                    <a:gd name="connsiteY2" fmla="*/ 69171 h 81598"/>
                    <a:gd name="connsiteX3" fmla="*/ 88 w 176347"/>
                    <a:gd name="connsiteY3" fmla="*/ 74757 h 81598"/>
                    <a:gd name="connsiteX4" fmla="*/ 13786 w 176347"/>
                    <a:gd name="connsiteY4" fmla="*/ 81229 h 81598"/>
                    <a:gd name="connsiteX5" fmla="*/ 63126 w 176347"/>
                    <a:gd name="connsiteY5" fmla="*/ 65137 h 81598"/>
                    <a:gd name="connsiteX6" fmla="*/ 122352 w 176347"/>
                    <a:gd name="connsiteY6" fmla="*/ 42218 h 81598"/>
                    <a:gd name="connsiteX7" fmla="*/ 174840 w 176347"/>
                    <a:gd name="connsiteY7" fmla="*/ 19831 h 81598"/>
                    <a:gd name="connsiteX8" fmla="*/ 149394 w 176347"/>
                    <a:gd name="connsiteY8" fmla="*/ 15 h 81598"/>
                    <a:gd name="connsiteX9" fmla="*/ 99433 w 176347"/>
                    <a:gd name="connsiteY9" fmla="*/ 14821 h 81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6347" h="81598">
                      <a:moveTo>
                        <a:pt x="99433" y="14821"/>
                      </a:moveTo>
                      <a:cubicBezTo>
                        <a:pt x="77888" y="28121"/>
                        <a:pt x="59979" y="47405"/>
                        <a:pt x="36705" y="57379"/>
                      </a:cubicBezTo>
                      <a:cubicBezTo>
                        <a:pt x="26509" y="61768"/>
                        <a:pt x="15515" y="64206"/>
                        <a:pt x="5629" y="69171"/>
                      </a:cubicBezTo>
                      <a:cubicBezTo>
                        <a:pt x="3191" y="70412"/>
                        <a:pt x="575" y="72097"/>
                        <a:pt x="88" y="74757"/>
                      </a:cubicBezTo>
                      <a:cubicBezTo>
                        <a:pt x="-976" y="80653"/>
                        <a:pt x="7890" y="82470"/>
                        <a:pt x="13786" y="81229"/>
                      </a:cubicBezTo>
                      <a:cubicBezTo>
                        <a:pt x="30720" y="77683"/>
                        <a:pt x="46990" y="71388"/>
                        <a:pt x="63126" y="65137"/>
                      </a:cubicBezTo>
                      <a:cubicBezTo>
                        <a:pt x="82853" y="57512"/>
                        <a:pt x="102581" y="49843"/>
                        <a:pt x="122352" y="42218"/>
                      </a:cubicBezTo>
                      <a:cubicBezTo>
                        <a:pt x="133746" y="37829"/>
                        <a:pt x="169254" y="30781"/>
                        <a:pt x="174840" y="19831"/>
                      </a:cubicBezTo>
                      <a:cubicBezTo>
                        <a:pt x="182554" y="4803"/>
                        <a:pt x="158615" y="192"/>
                        <a:pt x="149394" y="15"/>
                      </a:cubicBezTo>
                      <a:cubicBezTo>
                        <a:pt x="131839" y="-340"/>
                        <a:pt x="114195" y="5689"/>
                        <a:pt x="99433" y="14821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23" name="Forme libre : forme 27422">
                  <a:extLst>
                    <a:ext uri="{FF2B5EF4-FFF2-40B4-BE49-F238E27FC236}">
                      <a16:creationId xmlns:a16="http://schemas.microsoft.com/office/drawing/2014/main" id="{F0BF3993-6776-4692-98E8-6EDBB86B6F0F}"/>
                    </a:ext>
                  </a:extLst>
                </p:cNvPr>
                <p:cNvSpPr/>
                <p:nvPr/>
              </p:nvSpPr>
              <p:spPr>
                <a:xfrm>
                  <a:off x="7178677" y="3204441"/>
                  <a:ext cx="140059" cy="80065"/>
                </a:xfrm>
                <a:custGeom>
                  <a:avLst/>
                  <a:gdLst>
                    <a:gd name="connsiteX0" fmla="*/ 65539 w 140059"/>
                    <a:gd name="connsiteY0" fmla="*/ 15538 h 80065"/>
                    <a:gd name="connsiteX1" fmla="*/ 2278 w 140059"/>
                    <a:gd name="connsiteY1" fmla="*/ 71617 h 80065"/>
                    <a:gd name="connsiteX2" fmla="*/ 17 w 140059"/>
                    <a:gd name="connsiteY2" fmla="*/ 75518 h 80065"/>
                    <a:gd name="connsiteX3" fmla="*/ 10435 w 140059"/>
                    <a:gd name="connsiteY3" fmla="*/ 79552 h 80065"/>
                    <a:gd name="connsiteX4" fmla="*/ 80789 w 140059"/>
                    <a:gd name="connsiteY4" fmla="*/ 36595 h 80065"/>
                    <a:gd name="connsiteX5" fmla="*/ 118381 w 140059"/>
                    <a:gd name="connsiteY5" fmla="*/ 19395 h 80065"/>
                    <a:gd name="connsiteX6" fmla="*/ 137621 w 140059"/>
                    <a:gd name="connsiteY6" fmla="*/ 3525 h 80065"/>
                    <a:gd name="connsiteX7" fmla="*/ 100516 w 140059"/>
                    <a:gd name="connsiteY7" fmla="*/ 2505 h 80065"/>
                    <a:gd name="connsiteX8" fmla="*/ 65539 w 140059"/>
                    <a:gd name="connsiteY8" fmla="*/ 15538 h 80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0059" h="80065">
                      <a:moveTo>
                        <a:pt x="65539" y="15538"/>
                      </a:moveTo>
                      <a:cubicBezTo>
                        <a:pt x="40979" y="29591"/>
                        <a:pt x="21429" y="50781"/>
                        <a:pt x="2278" y="71617"/>
                      </a:cubicBezTo>
                      <a:cubicBezTo>
                        <a:pt x="1259" y="72725"/>
                        <a:pt x="150" y="73967"/>
                        <a:pt x="17" y="75518"/>
                      </a:cubicBezTo>
                      <a:cubicBezTo>
                        <a:pt x="-381" y="79907"/>
                        <a:pt x="6179" y="80793"/>
                        <a:pt x="10435" y="79552"/>
                      </a:cubicBezTo>
                      <a:cubicBezTo>
                        <a:pt x="36856" y="71661"/>
                        <a:pt x="57116" y="50781"/>
                        <a:pt x="80789" y="36595"/>
                      </a:cubicBezTo>
                      <a:cubicBezTo>
                        <a:pt x="92625" y="29502"/>
                        <a:pt x="105392" y="24094"/>
                        <a:pt x="118381" y="19395"/>
                      </a:cubicBezTo>
                      <a:cubicBezTo>
                        <a:pt x="124765" y="17090"/>
                        <a:pt x="147462" y="13410"/>
                        <a:pt x="137621" y="3525"/>
                      </a:cubicBezTo>
                      <a:cubicBezTo>
                        <a:pt x="131282" y="-2815"/>
                        <a:pt x="108185" y="1042"/>
                        <a:pt x="100516" y="2505"/>
                      </a:cubicBezTo>
                      <a:cubicBezTo>
                        <a:pt x="88236" y="4766"/>
                        <a:pt x="76355" y="9332"/>
                        <a:pt x="65539" y="15538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24" name="Forme libre : forme 27423">
                  <a:extLst>
                    <a:ext uri="{FF2B5EF4-FFF2-40B4-BE49-F238E27FC236}">
                      <a16:creationId xmlns:a16="http://schemas.microsoft.com/office/drawing/2014/main" id="{0998B72D-5DED-439B-BBF5-70CFD6627EC3}"/>
                    </a:ext>
                  </a:extLst>
                </p:cNvPr>
                <p:cNvSpPr/>
                <p:nvPr/>
              </p:nvSpPr>
              <p:spPr>
                <a:xfrm>
                  <a:off x="7545445" y="3111127"/>
                  <a:ext cx="102680" cy="99358"/>
                </a:xfrm>
                <a:custGeom>
                  <a:avLst/>
                  <a:gdLst>
                    <a:gd name="connsiteX0" fmla="*/ 60201 w 102680"/>
                    <a:gd name="connsiteY0" fmla="*/ 22983 h 99358"/>
                    <a:gd name="connsiteX1" fmla="*/ 17112 w 102680"/>
                    <a:gd name="connsiteY1" fmla="*/ 75116 h 99358"/>
                    <a:gd name="connsiteX2" fmla="*/ 0 w 102680"/>
                    <a:gd name="connsiteY2" fmla="*/ 99321 h 99358"/>
                    <a:gd name="connsiteX3" fmla="*/ 25889 w 102680"/>
                    <a:gd name="connsiteY3" fmla="*/ 82563 h 99358"/>
                    <a:gd name="connsiteX4" fmla="*/ 92873 w 102680"/>
                    <a:gd name="connsiteY4" fmla="*/ 20544 h 99358"/>
                    <a:gd name="connsiteX5" fmla="*/ 98016 w 102680"/>
                    <a:gd name="connsiteY5" fmla="*/ 329 h 99358"/>
                    <a:gd name="connsiteX6" fmla="*/ 60201 w 102680"/>
                    <a:gd name="connsiteY6" fmla="*/ 22983 h 99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2680" h="99358">
                      <a:moveTo>
                        <a:pt x="60201" y="22983"/>
                      </a:moveTo>
                      <a:cubicBezTo>
                        <a:pt x="43356" y="38055"/>
                        <a:pt x="30145" y="56674"/>
                        <a:pt x="17112" y="75116"/>
                      </a:cubicBezTo>
                      <a:cubicBezTo>
                        <a:pt x="11393" y="83184"/>
                        <a:pt x="5674" y="91252"/>
                        <a:pt x="0" y="99321"/>
                      </a:cubicBezTo>
                      <a:cubicBezTo>
                        <a:pt x="10684" y="100030"/>
                        <a:pt x="19018" y="90720"/>
                        <a:pt x="25889" y="82563"/>
                      </a:cubicBezTo>
                      <a:cubicBezTo>
                        <a:pt x="45927" y="58802"/>
                        <a:pt x="69023" y="40139"/>
                        <a:pt x="92873" y="20544"/>
                      </a:cubicBezTo>
                      <a:cubicBezTo>
                        <a:pt x="97262" y="16909"/>
                        <a:pt x="109231" y="4186"/>
                        <a:pt x="98016" y="329"/>
                      </a:cubicBezTo>
                      <a:cubicBezTo>
                        <a:pt x="89016" y="-2818"/>
                        <a:pt x="66319" y="17486"/>
                        <a:pt x="60201" y="22983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25" name="Forme libre : forme 27424">
                  <a:extLst>
                    <a:ext uri="{FF2B5EF4-FFF2-40B4-BE49-F238E27FC236}">
                      <a16:creationId xmlns:a16="http://schemas.microsoft.com/office/drawing/2014/main" id="{CAEF057C-F7E8-4C88-9A8D-2EC90519D567}"/>
                    </a:ext>
                  </a:extLst>
                </p:cNvPr>
                <p:cNvSpPr/>
                <p:nvPr/>
              </p:nvSpPr>
              <p:spPr>
                <a:xfrm>
                  <a:off x="7246432" y="3305388"/>
                  <a:ext cx="133800" cy="119976"/>
                </a:xfrm>
                <a:custGeom>
                  <a:avLst/>
                  <a:gdLst>
                    <a:gd name="connsiteX0" fmla="*/ 94336 w 133800"/>
                    <a:gd name="connsiteY0" fmla="*/ 16419 h 119976"/>
                    <a:gd name="connsiteX1" fmla="*/ 61487 w 133800"/>
                    <a:gd name="connsiteY1" fmla="*/ 58046 h 119976"/>
                    <a:gd name="connsiteX2" fmla="*/ 0 w 133800"/>
                    <a:gd name="connsiteY2" fmla="*/ 119976 h 119976"/>
                    <a:gd name="connsiteX3" fmla="*/ 86977 w 133800"/>
                    <a:gd name="connsiteY3" fmla="*/ 62346 h 119976"/>
                    <a:gd name="connsiteX4" fmla="*/ 114241 w 133800"/>
                    <a:gd name="connsiteY4" fmla="*/ 34639 h 119976"/>
                    <a:gd name="connsiteX5" fmla="*/ 133791 w 133800"/>
                    <a:gd name="connsiteY5" fmla="*/ 11410 h 119976"/>
                    <a:gd name="connsiteX6" fmla="*/ 94336 w 133800"/>
                    <a:gd name="connsiteY6" fmla="*/ 16419 h 119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3800" h="119976">
                      <a:moveTo>
                        <a:pt x="94336" y="16419"/>
                      </a:moveTo>
                      <a:cubicBezTo>
                        <a:pt x="81613" y="28699"/>
                        <a:pt x="72082" y="43860"/>
                        <a:pt x="61487" y="58046"/>
                      </a:cubicBezTo>
                      <a:cubicBezTo>
                        <a:pt x="43976" y="81408"/>
                        <a:pt x="23229" y="102288"/>
                        <a:pt x="0" y="119976"/>
                      </a:cubicBezTo>
                      <a:cubicBezTo>
                        <a:pt x="34888" y="114125"/>
                        <a:pt x="62152" y="87570"/>
                        <a:pt x="86977" y="62346"/>
                      </a:cubicBezTo>
                      <a:cubicBezTo>
                        <a:pt x="96065" y="53125"/>
                        <a:pt x="105153" y="43860"/>
                        <a:pt x="114241" y="34639"/>
                      </a:cubicBezTo>
                      <a:cubicBezTo>
                        <a:pt x="119694" y="29098"/>
                        <a:pt x="133614" y="19611"/>
                        <a:pt x="133791" y="11410"/>
                      </a:cubicBezTo>
                      <a:cubicBezTo>
                        <a:pt x="134456" y="-14036"/>
                        <a:pt x="100853" y="10124"/>
                        <a:pt x="94336" y="16419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26" name="Forme libre : forme 27425">
                  <a:extLst>
                    <a:ext uri="{FF2B5EF4-FFF2-40B4-BE49-F238E27FC236}">
                      <a16:creationId xmlns:a16="http://schemas.microsoft.com/office/drawing/2014/main" id="{AF815485-1FC9-4E87-8A51-F541F81A5761}"/>
                    </a:ext>
                  </a:extLst>
                </p:cNvPr>
                <p:cNvSpPr/>
                <p:nvPr/>
              </p:nvSpPr>
              <p:spPr>
                <a:xfrm>
                  <a:off x="6885357" y="3519001"/>
                  <a:ext cx="144687" cy="115561"/>
                </a:xfrm>
                <a:custGeom>
                  <a:avLst/>
                  <a:gdLst>
                    <a:gd name="connsiteX0" fmla="*/ 0 w 144687"/>
                    <a:gd name="connsiteY0" fmla="*/ 115561 h 115561"/>
                    <a:gd name="connsiteX1" fmla="*/ 33691 w 144687"/>
                    <a:gd name="connsiteY1" fmla="*/ 94593 h 115561"/>
                    <a:gd name="connsiteX2" fmla="*/ 65388 w 144687"/>
                    <a:gd name="connsiteY2" fmla="*/ 70432 h 115561"/>
                    <a:gd name="connsiteX3" fmla="*/ 130466 w 144687"/>
                    <a:gd name="connsiteY3" fmla="*/ 21092 h 115561"/>
                    <a:gd name="connsiteX4" fmla="*/ 143455 w 144687"/>
                    <a:gd name="connsiteY4" fmla="*/ 1320 h 115561"/>
                    <a:gd name="connsiteX5" fmla="*/ 113886 w 144687"/>
                    <a:gd name="connsiteY5" fmla="*/ 10408 h 115561"/>
                    <a:gd name="connsiteX6" fmla="*/ 52842 w 144687"/>
                    <a:gd name="connsiteY6" fmla="*/ 50794 h 115561"/>
                    <a:gd name="connsiteX7" fmla="*/ 0 w 144687"/>
                    <a:gd name="connsiteY7" fmla="*/ 115561 h 11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687" h="115561">
                      <a:moveTo>
                        <a:pt x="0" y="115561"/>
                      </a:moveTo>
                      <a:cubicBezTo>
                        <a:pt x="4123" y="108335"/>
                        <a:pt x="26288" y="99824"/>
                        <a:pt x="33691" y="94593"/>
                      </a:cubicBezTo>
                      <a:cubicBezTo>
                        <a:pt x="44553" y="86923"/>
                        <a:pt x="55015" y="78722"/>
                        <a:pt x="65388" y="70432"/>
                      </a:cubicBezTo>
                      <a:cubicBezTo>
                        <a:pt x="86711" y="53409"/>
                        <a:pt x="107946" y="36563"/>
                        <a:pt x="130466" y="21092"/>
                      </a:cubicBezTo>
                      <a:cubicBezTo>
                        <a:pt x="134278" y="18476"/>
                        <a:pt x="148996" y="8280"/>
                        <a:pt x="143455" y="1320"/>
                      </a:cubicBezTo>
                      <a:cubicBezTo>
                        <a:pt x="139288" y="-3911"/>
                        <a:pt x="119117" y="7926"/>
                        <a:pt x="113886" y="10408"/>
                      </a:cubicBezTo>
                      <a:cubicBezTo>
                        <a:pt x="91765" y="20915"/>
                        <a:pt x="71196" y="34568"/>
                        <a:pt x="52842" y="50794"/>
                      </a:cubicBezTo>
                      <a:cubicBezTo>
                        <a:pt x="31918" y="69368"/>
                        <a:pt x="13920" y="91268"/>
                        <a:pt x="0" y="115561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27" name="Forme libre : forme 27426">
                  <a:extLst>
                    <a:ext uri="{FF2B5EF4-FFF2-40B4-BE49-F238E27FC236}">
                      <a16:creationId xmlns:a16="http://schemas.microsoft.com/office/drawing/2014/main" id="{84E6682A-159C-477C-B706-BD0053874243}"/>
                    </a:ext>
                  </a:extLst>
                </p:cNvPr>
                <p:cNvSpPr/>
                <p:nvPr/>
              </p:nvSpPr>
              <p:spPr>
                <a:xfrm>
                  <a:off x="6698856" y="3453753"/>
                  <a:ext cx="103025" cy="65060"/>
                </a:xfrm>
                <a:custGeom>
                  <a:avLst/>
                  <a:gdLst>
                    <a:gd name="connsiteX0" fmla="*/ 81613 w 103025"/>
                    <a:gd name="connsiteY0" fmla="*/ 37044 h 65060"/>
                    <a:gd name="connsiteX1" fmla="*/ 103025 w 103025"/>
                    <a:gd name="connsiteY1" fmla="*/ 65061 h 65060"/>
                    <a:gd name="connsiteX2" fmla="*/ 48498 w 103025"/>
                    <a:gd name="connsiteY2" fmla="*/ 28444 h 65060"/>
                    <a:gd name="connsiteX3" fmla="*/ 0 w 103025"/>
                    <a:gd name="connsiteY3" fmla="*/ 2244 h 65060"/>
                    <a:gd name="connsiteX4" fmla="*/ 81613 w 103025"/>
                    <a:gd name="connsiteY4" fmla="*/ 37044 h 65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025" h="65060">
                      <a:moveTo>
                        <a:pt x="81613" y="37044"/>
                      </a:moveTo>
                      <a:cubicBezTo>
                        <a:pt x="90967" y="44580"/>
                        <a:pt x="100454" y="53358"/>
                        <a:pt x="103025" y="65061"/>
                      </a:cubicBezTo>
                      <a:cubicBezTo>
                        <a:pt x="85781" y="51540"/>
                        <a:pt x="67560" y="39305"/>
                        <a:pt x="48498" y="28444"/>
                      </a:cubicBezTo>
                      <a:cubicBezTo>
                        <a:pt x="36617" y="21705"/>
                        <a:pt x="5586" y="15499"/>
                        <a:pt x="0" y="2244"/>
                      </a:cubicBezTo>
                      <a:cubicBezTo>
                        <a:pt x="22653" y="-8795"/>
                        <a:pt x="65167" y="23789"/>
                        <a:pt x="81613" y="37044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28" name="Forme libre : forme 27427">
                  <a:extLst>
                    <a:ext uri="{FF2B5EF4-FFF2-40B4-BE49-F238E27FC236}">
                      <a16:creationId xmlns:a16="http://schemas.microsoft.com/office/drawing/2014/main" id="{A0B4DB82-B175-4059-8980-9D5E66586C08}"/>
                    </a:ext>
                  </a:extLst>
                </p:cNvPr>
                <p:cNvSpPr/>
                <p:nvPr/>
              </p:nvSpPr>
              <p:spPr>
                <a:xfrm>
                  <a:off x="6628460" y="3541389"/>
                  <a:ext cx="93094" cy="58639"/>
                </a:xfrm>
                <a:custGeom>
                  <a:avLst/>
                  <a:gdLst>
                    <a:gd name="connsiteX0" fmla="*/ 93094 w 93094"/>
                    <a:gd name="connsiteY0" fmla="*/ 58640 h 58639"/>
                    <a:gd name="connsiteX1" fmla="*/ 71505 w 93094"/>
                    <a:gd name="connsiteY1" fmla="*/ 50438 h 58639"/>
                    <a:gd name="connsiteX2" fmla="*/ 21766 w 93094"/>
                    <a:gd name="connsiteY2" fmla="*/ 22377 h 58639"/>
                    <a:gd name="connsiteX3" fmla="*/ 309 w 93094"/>
                    <a:gd name="connsiteY3" fmla="*/ 7526 h 58639"/>
                    <a:gd name="connsiteX4" fmla="*/ 11082 w 93094"/>
                    <a:gd name="connsiteY4" fmla="*/ 256 h 58639"/>
                    <a:gd name="connsiteX5" fmla="*/ 93094 w 93094"/>
                    <a:gd name="connsiteY5" fmla="*/ 58640 h 58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094" h="58639">
                      <a:moveTo>
                        <a:pt x="93094" y="58640"/>
                      </a:moveTo>
                      <a:cubicBezTo>
                        <a:pt x="85469" y="57398"/>
                        <a:pt x="78421" y="53941"/>
                        <a:pt x="71505" y="50438"/>
                      </a:cubicBezTo>
                      <a:cubicBezTo>
                        <a:pt x="54570" y="41794"/>
                        <a:pt x="37946" y="32396"/>
                        <a:pt x="21766" y="22377"/>
                      </a:cubicBezTo>
                      <a:cubicBezTo>
                        <a:pt x="17244" y="19584"/>
                        <a:pt x="1639" y="12979"/>
                        <a:pt x="309" y="7526"/>
                      </a:cubicBezTo>
                      <a:cubicBezTo>
                        <a:pt x="-1641" y="-631"/>
                        <a:pt x="6072" y="-320"/>
                        <a:pt x="11082" y="256"/>
                      </a:cubicBezTo>
                      <a:cubicBezTo>
                        <a:pt x="41138" y="3580"/>
                        <a:pt x="75539" y="36253"/>
                        <a:pt x="93094" y="58640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29" name="Forme libre : forme 27428">
                  <a:extLst>
                    <a:ext uri="{FF2B5EF4-FFF2-40B4-BE49-F238E27FC236}">
                      <a16:creationId xmlns:a16="http://schemas.microsoft.com/office/drawing/2014/main" id="{8624BFF4-267D-421A-9AAF-FA95B010EFC3}"/>
                    </a:ext>
                  </a:extLst>
                </p:cNvPr>
                <p:cNvSpPr/>
                <p:nvPr/>
              </p:nvSpPr>
              <p:spPr>
                <a:xfrm>
                  <a:off x="4745235" y="3447669"/>
                  <a:ext cx="185797" cy="115387"/>
                </a:xfrm>
                <a:custGeom>
                  <a:avLst/>
                  <a:gdLst>
                    <a:gd name="connsiteX0" fmla="*/ 139953 w 185797"/>
                    <a:gd name="connsiteY0" fmla="*/ 5092 h 115387"/>
                    <a:gd name="connsiteX1" fmla="*/ 91854 w 185797"/>
                    <a:gd name="connsiteY1" fmla="*/ 31957 h 115387"/>
                    <a:gd name="connsiteX2" fmla="*/ 39543 w 185797"/>
                    <a:gd name="connsiteY2" fmla="*/ 68884 h 115387"/>
                    <a:gd name="connsiteX3" fmla="*/ 0 w 185797"/>
                    <a:gd name="connsiteY3" fmla="*/ 115388 h 115387"/>
                    <a:gd name="connsiteX4" fmla="*/ 122087 w 185797"/>
                    <a:gd name="connsiteY4" fmla="*/ 43039 h 115387"/>
                    <a:gd name="connsiteX5" fmla="*/ 152942 w 185797"/>
                    <a:gd name="connsiteY5" fmla="*/ 26681 h 115387"/>
                    <a:gd name="connsiteX6" fmla="*/ 183841 w 185797"/>
                    <a:gd name="connsiteY6" fmla="*/ 10634 h 115387"/>
                    <a:gd name="connsiteX7" fmla="*/ 139953 w 185797"/>
                    <a:gd name="connsiteY7" fmla="*/ 5092 h 115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5797" h="115387">
                      <a:moveTo>
                        <a:pt x="139953" y="5092"/>
                      </a:moveTo>
                      <a:cubicBezTo>
                        <a:pt x="122664" y="11431"/>
                        <a:pt x="107104" y="21628"/>
                        <a:pt x="91854" y="31957"/>
                      </a:cubicBezTo>
                      <a:cubicBezTo>
                        <a:pt x="74210" y="43926"/>
                        <a:pt x="56744" y="56250"/>
                        <a:pt x="39543" y="68884"/>
                      </a:cubicBezTo>
                      <a:cubicBezTo>
                        <a:pt x="22786" y="81164"/>
                        <a:pt x="5231" y="95261"/>
                        <a:pt x="0" y="115388"/>
                      </a:cubicBezTo>
                      <a:cubicBezTo>
                        <a:pt x="39277" y="88967"/>
                        <a:pt x="80372" y="65427"/>
                        <a:pt x="122087" y="43039"/>
                      </a:cubicBezTo>
                      <a:cubicBezTo>
                        <a:pt x="132328" y="37542"/>
                        <a:pt x="142657" y="32090"/>
                        <a:pt x="152942" y="26681"/>
                      </a:cubicBezTo>
                      <a:cubicBezTo>
                        <a:pt x="159946" y="23002"/>
                        <a:pt x="179452" y="17150"/>
                        <a:pt x="183841" y="10634"/>
                      </a:cubicBezTo>
                      <a:cubicBezTo>
                        <a:pt x="196165" y="-7675"/>
                        <a:pt x="146514" y="2698"/>
                        <a:pt x="139953" y="5092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30" name="Forme libre : forme 27429">
                  <a:extLst>
                    <a:ext uri="{FF2B5EF4-FFF2-40B4-BE49-F238E27FC236}">
                      <a16:creationId xmlns:a16="http://schemas.microsoft.com/office/drawing/2014/main" id="{B2709A43-F204-4B79-ACD2-3E1E156B740C}"/>
                    </a:ext>
                  </a:extLst>
                </p:cNvPr>
                <p:cNvSpPr/>
                <p:nvPr/>
              </p:nvSpPr>
              <p:spPr>
                <a:xfrm>
                  <a:off x="5322022" y="3262637"/>
                  <a:ext cx="54903" cy="28311"/>
                </a:xfrm>
                <a:custGeom>
                  <a:avLst/>
                  <a:gdLst>
                    <a:gd name="connsiteX0" fmla="*/ 2131 w 54903"/>
                    <a:gd name="connsiteY0" fmla="*/ 20779 h 28311"/>
                    <a:gd name="connsiteX1" fmla="*/ 92 w 54903"/>
                    <a:gd name="connsiteY1" fmla="*/ 25612 h 28311"/>
                    <a:gd name="connsiteX2" fmla="*/ 7229 w 54903"/>
                    <a:gd name="connsiteY2" fmla="*/ 28139 h 28311"/>
                    <a:gd name="connsiteX3" fmla="*/ 54043 w 54903"/>
                    <a:gd name="connsiteY3" fmla="*/ 2338 h 28311"/>
                    <a:gd name="connsiteX4" fmla="*/ 2131 w 54903"/>
                    <a:gd name="connsiteY4" fmla="*/ 20779 h 28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903" h="28311">
                      <a:moveTo>
                        <a:pt x="2131" y="20779"/>
                      </a:moveTo>
                      <a:cubicBezTo>
                        <a:pt x="890" y="22110"/>
                        <a:pt x="-352" y="23838"/>
                        <a:pt x="92" y="25612"/>
                      </a:cubicBezTo>
                      <a:cubicBezTo>
                        <a:pt x="801" y="28316"/>
                        <a:pt x="4481" y="28582"/>
                        <a:pt x="7229" y="28139"/>
                      </a:cubicBezTo>
                      <a:cubicBezTo>
                        <a:pt x="12593" y="27252"/>
                        <a:pt x="61978" y="13066"/>
                        <a:pt x="54043" y="2338"/>
                      </a:cubicBezTo>
                      <a:cubicBezTo>
                        <a:pt x="47127" y="-7105"/>
                        <a:pt x="7805" y="14706"/>
                        <a:pt x="2131" y="20779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31" name="Forme libre : forme 27430">
                  <a:extLst>
                    <a:ext uri="{FF2B5EF4-FFF2-40B4-BE49-F238E27FC236}">
                      <a16:creationId xmlns:a16="http://schemas.microsoft.com/office/drawing/2014/main" id="{4CB83880-6FFA-4301-931F-F7C777A67BF1}"/>
                    </a:ext>
                  </a:extLst>
                </p:cNvPr>
                <p:cNvSpPr/>
                <p:nvPr/>
              </p:nvSpPr>
              <p:spPr>
                <a:xfrm>
                  <a:off x="5602083" y="3084932"/>
                  <a:ext cx="35674" cy="31048"/>
                </a:xfrm>
                <a:custGeom>
                  <a:avLst/>
                  <a:gdLst>
                    <a:gd name="connsiteX0" fmla="*/ 15098 w 35674"/>
                    <a:gd name="connsiteY0" fmla="*/ 8970 h 31048"/>
                    <a:gd name="connsiteX1" fmla="*/ 1045 w 35674"/>
                    <a:gd name="connsiteY1" fmla="*/ 23422 h 31048"/>
                    <a:gd name="connsiteX2" fmla="*/ 25 w 35674"/>
                    <a:gd name="connsiteY2" fmla="*/ 29539 h 31048"/>
                    <a:gd name="connsiteX3" fmla="*/ 779 w 35674"/>
                    <a:gd name="connsiteY3" fmla="*/ 31002 h 31048"/>
                    <a:gd name="connsiteX4" fmla="*/ 1931 w 35674"/>
                    <a:gd name="connsiteY4" fmla="*/ 30781 h 31048"/>
                    <a:gd name="connsiteX5" fmla="*/ 35401 w 35674"/>
                    <a:gd name="connsiteY5" fmla="*/ 8127 h 31048"/>
                    <a:gd name="connsiteX6" fmla="*/ 15098 w 35674"/>
                    <a:gd name="connsiteY6" fmla="*/ 8970 h 31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674" h="31048">
                      <a:moveTo>
                        <a:pt x="15098" y="8970"/>
                      </a:moveTo>
                      <a:cubicBezTo>
                        <a:pt x="9379" y="12605"/>
                        <a:pt x="3394" y="17437"/>
                        <a:pt x="1045" y="23422"/>
                      </a:cubicBezTo>
                      <a:cubicBezTo>
                        <a:pt x="291" y="25328"/>
                        <a:pt x="-108" y="27367"/>
                        <a:pt x="25" y="29539"/>
                      </a:cubicBezTo>
                      <a:cubicBezTo>
                        <a:pt x="70" y="30116"/>
                        <a:pt x="203" y="30825"/>
                        <a:pt x="779" y="31002"/>
                      </a:cubicBezTo>
                      <a:cubicBezTo>
                        <a:pt x="1178" y="31135"/>
                        <a:pt x="1577" y="30958"/>
                        <a:pt x="1931" y="30781"/>
                      </a:cubicBezTo>
                      <a:cubicBezTo>
                        <a:pt x="12083" y="26170"/>
                        <a:pt x="33362" y="21338"/>
                        <a:pt x="35401" y="8127"/>
                      </a:cubicBezTo>
                      <a:cubicBezTo>
                        <a:pt x="37928" y="-8230"/>
                        <a:pt x="22279" y="4404"/>
                        <a:pt x="15098" y="8970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32" name="Forme libre : forme 27431">
                  <a:extLst>
                    <a:ext uri="{FF2B5EF4-FFF2-40B4-BE49-F238E27FC236}">
                      <a16:creationId xmlns:a16="http://schemas.microsoft.com/office/drawing/2014/main" id="{3AE4BA79-4FAC-4890-B8EC-CC19713CFEAA}"/>
                    </a:ext>
                  </a:extLst>
                </p:cNvPr>
                <p:cNvSpPr/>
                <p:nvPr/>
              </p:nvSpPr>
              <p:spPr>
                <a:xfrm>
                  <a:off x="5644343" y="3229811"/>
                  <a:ext cx="43330" cy="29248"/>
                </a:xfrm>
                <a:custGeom>
                  <a:avLst/>
                  <a:gdLst>
                    <a:gd name="connsiteX0" fmla="*/ 10120 w 43330"/>
                    <a:gd name="connsiteY0" fmla="*/ 12156 h 29248"/>
                    <a:gd name="connsiteX1" fmla="*/ 235 w 43330"/>
                    <a:gd name="connsiteY1" fmla="*/ 29223 h 29248"/>
                    <a:gd name="connsiteX2" fmla="*/ 18854 w 43330"/>
                    <a:gd name="connsiteY2" fmla="*/ 22973 h 29248"/>
                    <a:gd name="connsiteX3" fmla="*/ 42349 w 43330"/>
                    <a:gd name="connsiteY3" fmla="*/ 1649 h 29248"/>
                    <a:gd name="connsiteX4" fmla="*/ 10120 w 43330"/>
                    <a:gd name="connsiteY4" fmla="*/ 12156 h 29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30" h="29248">
                      <a:moveTo>
                        <a:pt x="10120" y="12156"/>
                      </a:moveTo>
                      <a:cubicBezTo>
                        <a:pt x="4402" y="16146"/>
                        <a:pt x="-1228" y="22396"/>
                        <a:pt x="235" y="29223"/>
                      </a:cubicBezTo>
                      <a:cubicBezTo>
                        <a:pt x="6884" y="29578"/>
                        <a:pt x="13091" y="26209"/>
                        <a:pt x="18854" y="22973"/>
                      </a:cubicBezTo>
                      <a:cubicBezTo>
                        <a:pt x="22755" y="20800"/>
                        <a:pt x="48644" y="10072"/>
                        <a:pt x="42349" y="1649"/>
                      </a:cubicBezTo>
                      <a:cubicBezTo>
                        <a:pt x="37650" y="-4646"/>
                        <a:pt x="14819" y="8875"/>
                        <a:pt x="10120" y="12156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33" name="Forme libre : forme 27432">
                  <a:extLst>
                    <a:ext uri="{FF2B5EF4-FFF2-40B4-BE49-F238E27FC236}">
                      <a16:creationId xmlns:a16="http://schemas.microsoft.com/office/drawing/2014/main" id="{40178312-CBAC-43F2-BDAC-DF151ACE1D5E}"/>
                    </a:ext>
                  </a:extLst>
                </p:cNvPr>
                <p:cNvSpPr/>
                <p:nvPr/>
              </p:nvSpPr>
              <p:spPr>
                <a:xfrm>
                  <a:off x="5587346" y="3298815"/>
                  <a:ext cx="109586" cy="44094"/>
                </a:xfrm>
                <a:custGeom>
                  <a:avLst/>
                  <a:gdLst>
                    <a:gd name="connsiteX0" fmla="*/ 76560 w 109586"/>
                    <a:gd name="connsiteY0" fmla="*/ 1403 h 44094"/>
                    <a:gd name="connsiteX1" fmla="*/ 38479 w 109586"/>
                    <a:gd name="connsiteY1" fmla="*/ 15190 h 44094"/>
                    <a:gd name="connsiteX2" fmla="*/ 0 w 109586"/>
                    <a:gd name="connsiteY2" fmla="*/ 44094 h 44094"/>
                    <a:gd name="connsiteX3" fmla="*/ 26155 w 109586"/>
                    <a:gd name="connsiteY3" fmla="*/ 31548 h 44094"/>
                    <a:gd name="connsiteX4" fmla="*/ 55414 w 109586"/>
                    <a:gd name="connsiteY4" fmla="*/ 20554 h 44094"/>
                    <a:gd name="connsiteX5" fmla="*/ 109586 w 109586"/>
                    <a:gd name="connsiteY5" fmla="*/ 3975 h 44094"/>
                    <a:gd name="connsiteX6" fmla="*/ 76560 w 109586"/>
                    <a:gd name="connsiteY6" fmla="*/ 1403 h 44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9586" h="44094">
                      <a:moveTo>
                        <a:pt x="76560" y="1403"/>
                      </a:moveTo>
                      <a:cubicBezTo>
                        <a:pt x="63260" y="3886"/>
                        <a:pt x="50759" y="9516"/>
                        <a:pt x="38479" y="15190"/>
                      </a:cubicBezTo>
                      <a:cubicBezTo>
                        <a:pt x="23628" y="22017"/>
                        <a:pt x="7935" y="29819"/>
                        <a:pt x="0" y="44094"/>
                      </a:cubicBezTo>
                      <a:cubicBezTo>
                        <a:pt x="2926" y="38863"/>
                        <a:pt x="20614" y="33898"/>
                        <a:pt x="26155" y="31548"/>
                      </a:cubicBezTo>
                      <a:cubicBezTo>
                        <a:pt x="35731" y="27426"/>
                        <a:pt x="45483" y="23791"/>
                        <a:pt x="55414" y="20554"/>
                      </a:cubicBezTo>
                      <a:cubicBezTo>
                        <a:pt x="64767" y="17540"/>
                        <a:pt x="107547" y="12220"/>
                        <a:pt x="109586" y="3975"/>
                      </a:cubicBezTo>
                      <a:cubicBezTo>
                        <a:pt x="99878" y="-1035"/>
                        <a:pt x="87066" y="-592"/>
                        <a:pt x="76560" y="1403"/>
                      </a:cubicBezTo>
                      <a:close/>
                    </a:path>
                  </a:pathLst>
                </a:custGeom>
                <a:solidFill>
                  <a:srgbClr val="D8EEF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34" name="Forme libre : forme 27433">
                  <a:extLst>
                    <a:ext uri="{FF2B5EF4-FFF2-40B4-BE49-F238E27FC236}">
                      <a16:creationId xmlns:a16="http://schemas.microsoft.com/office/drawing/2014/main" id="{0871F6A2-5F44-49DB-8D6C-FBFC75FCA379}"/>
                    </a:ext>
                  </a:extLst>
                </p:cNvPr>
                <p:cNvSpPr/>
                <p:nvPr/>
              </p:nvSpPr>
              <p:spPr>
                <a:xfrm>
                  <a:off x="7128423" y="3281773"/>
                  <a:ext cx="334743" cy="175500"/>
                </a:xfrm>
                <a:custGeom>
                  <a:avLst/>
                  <a:gdLst>
                    <a:gd name="connsiteX0" fmla="*/ 334743 w 334743"/>
                    <a:gd name="connsiteY0" fmla="*/ 15209 h 175500"/>
                    <a:gd name="connsiteX1" fmla="*/ 286688 w 334743"/>
                    <a:gd name="connsiteY1" fmla="*/ 3594 h 175500"/>
                    <a:gd name="connsiteX2" fmla="*/ 238545 w 334743"/>
                    <a:gd name="connsiteY2" fmla="*/ 12061 h 175500"/>
                    <a:gd name="connsiteX3" fmla="*/ 198381 w 334743"/>
                    <a:gd name="connsiteY3" fmla="*/ 39502 h 175500"/>
                    <a:gd name="connsiteX4" fmla="*/ 166773 w 334743"/>
                    <a:gd name="connsiteY4" fmla="*/ 77715 h 175500"/>
                    <a:gd name="connsiteX5" fmla="*/ 135475 w 334743"/>
                    <a:gd name="connsiteY5" fmla="*/ 117258 h 175500"/>
                    <a:gd name="connsiteX6" fmla="*/ 96331 w 334743"/>
                    <a:gd name="connsiteY6" fmla="*/ 149532 h 175500"/>
                    <a:gd name="connsiteX7" fmla="*/ 49872 w 334743"/>
                    <a:gd name="connsiteY7" fmla="*/ 169525 h 175500"/>
                    <a:gd name="connsiteX8" fmla="*/ 0 w 334743"/>
                    <a:gd name="connsiteY8" fmla="*/ 175421 h 175500"/>
                    <a:gd name="connsiteX9" fmla="*/ 24825 w 334743"/>
                    <a:gd name="connsiteY9" fmla="*/ 172539 h 175500"/>
                    <a:gd name="connsiteX10" fmla="*/ 48941 w 334743"/>
                    <a:gd name="connsiteY10" fmla="*/ 166377 h 175500"/>
                    <a:gd name="connsiteX11" fmla="*/ 93583 w 334743"/>
                    <a:gd name="connsiteY11" fmla="*/ 145187 h 175500"/>
                    <a:gd name="connsiteX12" fmla="*/ 130776 w 334743"/>
                    <a:gd name="connsiteY12" fmla="*/ 113003 h 175500"/>
                    <a:gd name="connsiteX13" fmla="*/ 161409 w 334743"/>
                    <a:gd name="connsiteY13" fmla="*/ 73681 h 175500"/>
                    <a:gd name="connsiteX14" fmla="*/ 193992 w 334743"/>
                    <a:gd name="connsiteY14" fmla="*/ 34980 h 175500"/>
                    <a:gd name="connsiteX15" fmla="*/ 236727 w 334743"/>
                    <a:gd name="connsiteY15" fmla="*/ 7273 h 175500"/>
                    <a:gd name="connsiteX16" fmla="*/ 286910 w 334743"/>
                    <a:gd name="connsiteY16" fmla="*/ 358 h 175500"/>
                    <a:gd name="connsiteX17" fmla="*/ 334743 w 334743"/>
                    <a:gd name="connsiteY17" fmla="*/ 15209 h 175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34743" h="175500">
                      <a:moveTo>
                        <a:pt x="334743" y="15209"/>
                      </a:moveTo>
                      <a:cubicBezTo>
                        <a:pt x="319626" y="8071"/>
                        <a:pt x="303224" y="3816"/>
                        <a:pt x="286688" y="3594"/>
                      </a:cubicBezTo>
                      <a:cubicBezTo>
                        <a:pt x="270197" y="2973"/>
                        <a:pt x="253662" y="5899"/>
                        <a:pt x="238545" y="12061"/>
                      </a:cubicBezTo>
                      <a:cubicBezTo>
                        <a:pt x="223428" y="18267"/>
                        <a:pt x="209907" y="27843"/>
                        <a:pt x="198381" y="39502"/>
                      </a:cubicBezTo>
                      <a:cubicBezTo>
                        <a:pt x="186722" y="51072"/>
                        <a:pt x="176659" y="64283"/>
                        <a:pt x="166773" y="77715"/>
                      </a:cubicBezTo>
                      <a:cubicBezTo>
                        <a:pt x="156799" y="91103"/>
                        <a:pt x="146913" y="104713"/>
                        <a:pt x="135475" y="117258"/>
                      </a:cubicBezTo>
                      <a:cubicBezTo>
                        <a:pt x="123994" y="129715"/>
                        <a:pt x="110916" y="140931"/>
                        <a:pt x="96331" y="149532"/>
                      </a:cubicBezTo>
                      <a:cubicBezTo>
                        <a:pt x="81879" y="158353"/>
                        <a:pt x="66142" y="165047"/>
                        <a:pt x="49872" y="169525"/>
                      </a:cubicBezTo>
                      <a:cubicBezTo>
                        <a:pt x="33559" y="173825"/>
                        <a:pt x="16713" y="175953"/>
                        <a:pt x="0" y="175421"/>
                      </a:cubicBezTo>
                      <a:cubicBezTo>
                        <a:pt x="8334" y="174889"/>
                        <a:pt x="16668" y="174046"/>
                        <a:pt x="24825" y="172539"/>
                      </a:cubicBezTo>
                      <a:cubicBezTo>
                        <a:pt x="32982" y="170943"/>
                        <a:pt x="41095" y="169081"/>
                        <a:pt x="48941" y="166377"/>
                      </a:cubicBezTo>
                      <a:cubicBezTo>
                        <a:pt x="64723" y="161323"/>
                        <a:pt x="79840" y="154275"/>
                        <a:pt x="93583" y="145187"/>
                      </a:cubicBezTo>
                      <a:cubicBezTo>
                        <a:pt x="107369" y="136144"/>
                        <a:pt x="119915" y="125371"/>
                        <a:pt x="130776" y="113003"/>
                      </a:cubicBezTo>
                      <a:cubicBezTo>
                        <a:pt x="141726" y="100679"/>
                        <a:pt x="151479" y="87202"/>
                        <a:pt x="161409" y="73681"/>
                      </a:cubicBezTo>
                      <a:cubicBezTo>
                        <a:pt x="171472" y="60293"/>
                        <a:pt x="181713" y="46817"/>
                        <a:pt x="193992" y="34980"/>
                      </a:cubicBezTo>
                      <a:cubicBezTo>
                        <a:pt x="206183" y="23188"/>
                        <a:pt x="220547" y="13036"/>
                        <a:pt x="236727" y="7273"/>
                      </a:cubicBezTo>
                      <a:cubicBezTo>
                        <a:pt x="252775" y="1422"/>
                        <a:pt x="270020" y="-972"/>
                        <a:pt x="286910" y="358"/>
                      </a:cubicBezTo>
                      <a:cubicBezTo>
                        <a:pt x="303756" y="1688"/>
                        <a:pt x="320336" y="6741"/>
                        <a:pt x="334743" y="15209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35" name="Forme libre : forme 27434">
                  <a:extLst>
                    <a:ext uri="{FF2B5EF4-FFF2-40B4-BE49-F238E27FC236}">
                      <a16:creationId xmlns:a16="http://schemas.microsoft.com/office/drawing/2014/main" id="{6CE385A7-ADDA-44DE-84E2-4C5C4C8CB4EC}"/>
                    </a:ext>
                  </a:extLst>
                </p:cNvPr>
                <p:cNvSpPr/>
                <p:nvPr/>
              </p:nvSpPr>
              <p:spPr>
                <a:xfrm>
                  <a:off x="7444104" y="3092942"/>
                  <a:ext cx="285757" cy="149423"/>
                </a:xfrm>
                <a:custGeom>
                  <a:avLst/>
                  <a:gdLst>
                    <a:gd name="connsiteX0" fmla="*/ 285757 w 285757"/>
                    <a:gd name="connsiteY0" fmla="*/ 11909 h 149423"/>
                    <a:gd name="connsiteX1" fmla="*/ 243953 w 285757"/>
                    <a:gd name="connsiteY1" fmla="*/ 4594 h 149423"/>
                    <a:gd name="connsiteX2" fmla="*/ 202371 w 285757"/>
                    <a:gd name="connsiteY2" fmla="*/ 7476 h 149423"/>
                    <a:gd name="connsiteX3" fmla="*/ 165798 w 285757"/>
                    <a:gd name="connsiteY3" fmla="*/ 26317 h 149423"/>
                    <a:gd name="connsiteX4" fmla="*/ 136495 w 285757"/>
                    <a:gd name="connsiteY4" fmla="*/ 56151 h 149423"/>
                    <a:gd name="connsiteX5" fmla="*/ 110384 w 285757"/>
                    <a:gd name="connsiteY5" fmla="*/ 89799 h 149423"/>
                    <a:gd name="connsiteX6" fmla="*/ 79707 w 285757"/>
                    <a:gd name="connsiteY6" fmla="*/ 120210 h 149423"/>
                    <a:gd name="connsiteX7" fmla="*/ 41893 w 285757"/>
                    <a:gd name="connsiteY7" fmla="*/ 140824 h 149423"/>
                    <a:gd name="connsiteX8" fmla="*/ 0 w 285757"/>
                    <a:gd name="connsiteY8" fmla="*/ 149424 h 149423"/>
                    <a:gd name="connsiteX9" fmla="*/ 40652 w 285757"/>
                    <a:gd name="connsiteY9" fmla="*/ 137765 h 149423"/>
                    <a:gd name="connsiteX10" fmla="*/ 76560 w 285757"/>
                    <a:gd name="connsiteY10" fmla="*/ 116131 h 149423"/>
                    <a:gd name="connsiteX11" fmla="*/ 131308 w 285757"/>
                    <a:gd name="connsiteY11" fmla="*/ 51896 h 149423"/>
                    <a:gd name="connsiteX12" fmla="*/ 161941 w 285757"/>
                    <a:gd name="connsiteY12" fmla="*/ 21307 h 149423"/>
                    <a:gd name="connsiteX13" fmla="*/ 201174 w 285757"/>
                    <a:gd name="connsiteY13" fmla="*/ 2511 h 149423"/>
                    <a:gd name="connsiteX14" fmla="*/ 244308 w 285757"/>
                    <a:gd name="connsiteY14" fmla="*/ 1358 h 149423"/>
                    <a:gd name="connsiteX15" fmla="*/ 285757 w 285757"/>
                    <a:gd name="connsiteY15" fmla="*/ 11909 h 149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85757" h="149423">
                      <a:moveTo>
                        <a:pt x="285757" y="11909"/>
                      </a:moveTo>
                      <a:cubicBezTo>
                        <a:pt x="271926" y="8629"/>
                        <a:pt x="258006" y="5658"/>
                        <a:pt x="243953" y="4594"/>
                      </a:cubicBezTo>
                      <a:cubicBezTo>
                        <a:pt x="229945" y="3353"/>
                        <a:pt x="215759" y="3885"/>
                        <a:pt x="202371" y="7476"/>
                      </a:cubicBezTo>
                      <a:cubicBezTo>
                        <a:pt x="188983" y="10978"/>
                        <a:pt x="176615" y="17628"/>
                        <a:pt x="165798" y="26317"/>
                      </a:cubicBezTo>
                      <a:cubicBezTo>
                        <a:pt x="154892" y="34917"/>
                        <a:pt x="145317" y="45246"/>
                        <a:pt x="136495" y="56151"/>
                      </a:cubicBezTo>
                      <a:cubicBezTo>
                        <a:pt x="127540" y="66968"/>
                        <a:pt x="119384" y="78627"/>
                        <a:pt x="110384" y="89799"/>
                      </a:cubicBezTo>
                      <a:cubicBezTo>
                        <a:pt x="101385" y="100926"/>
                        <a:pt x="91455" y="111698"/>
                        <a:pt x="79707" y="120210"/>
                      </a:cubicBezTo>
                      <a:cubicBezTo>
                        <a:pt x="68093" y="128854"/>
                        <a:pt x="55325" y="135814"/>
                        <a:pt x="41893" y="140824"/>
                      </a:cubicBezTo>
                      <a:cubicBezTo>
                        <a:pt x="28372" y="145700"/>
                        <a:pt x="14230" y="148714"/>
                        <a:pt x="0" y="149424"/>
                      </a:cubicBezTo>
                      <a:cubicBezTo>
                        <a:pt x="14053" y="147207"/>
                        <a:pt x="27840" y="143616"/>
                        <a:pt x="40652" y="137765"/>
                      </a:cubicBezTo>
                      <a:cubicBezTo>
                        <a:pt x="53596" y="132268"/>
                        <a:pt x="65699" y="124953"/>
                        <a:pt x="76560" y="116131"/>
                      </a:cubicBezTo>
                      <a:cubicBezTo>
                        <a:pt x="98636" y="98709"/>
                        <a:pt x="113266" y="74194"/>
                        <a:pt x="131308" y="51896"/>
                      </a:cubicBezTo>
                      <a:cubicBezTo>
                        <a:pt x="140441" y="40857"/>
                        <a:pt x="150326" y="30173"/>
                        <a:pt x="161941" y="21307"/>
                      </a:cubicBezTo>
                      <a:cubicBezTo>
                        <a:pt x="173467" y="12530"/>
                        <a:pt x="186811" y="5481"/>
                        <a:pt x="201174" y="2511"/>
                      </a:cubicBezTo>
                      <a:cubicBezTo>
                        <a:pt x="215449" y="-637"/>
                        <a:pt x="230122" y="-592"/>
                        <a:pt x="244308" y="1358"/>
                      </a:cubicBezTo>
                      <a:cubicBezTo>
                        <a:pt x="258494" y="3530"/>
                        <a:pt x="272325" y="7210"/>
                        <a:pt x="285757" y="11909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36" name="Forme libre : forme 27435">
                  <a:extLst>
                    <a:ext uri="{FF2B5EF4-FFF2-40B4-BE49-F238E27FC236}">
                      <a16:creationId xmlns:a16="http://schemas.microsoft.com/office/drawing/2014/main" id="{F1AF0040-D19D-466B-8B64-01A41D0D38FE}"/>
                    </a:ext>
                  </a:extLst>
                </p:cNvPr>
                <p:cNvSpPr/>
                <p:nvPr/>
              </p:nvSpPr>
              <p:spPr>
                <a:xfrm>
                  <a:off x="6488683" y="3182225"/>
                  <a:ext cx="1057071" cy="105651"/>
                </a:xfrm>
                <a:custGeom>
                  <a:avLst/>
                  <a:gdLst>
                    <a:gd name="connsiteX0" fmla="*/ 1057072 w 1057071"/>
                    <a:gd name="connsiteY0" fmla="*/ 63865 h 105651"/>
                    <a:gd name="connsiteX1" fmla="*/ 984369 w 1057071"/>
                    <a:gd name="connsiteY1" fmla="*/ 66835 h 105651"/>
                    <a:gd name="connsiteX2" fmla="*/ 914858 w 1057071"/>
                    <a:gd name="connsiteY2" fmla="*/ 45068 h 105651"/>
                    <a:gd name="connsiteX3" fmla="*/ 849026 w 1057071"/>
                    <a:gd name="connsiteY3" fmla="*/ 14480 h 105651"/>
                    <a:gd name="connsiteX4" fmla="*/ 778851 w 1057071"/>
                    <a:gd name="connsiteY4" fmla="*/ 6766 h 105651"/>
                    <a:gd name="connsiteX5" fmla="*/ 746533 w 1057071"/>
                    <a:gd name="connsiteY5" fmla="*/ 20731 h 105651"/>
                    <a:gd name="connsiteX6" fmla="*/ 718871 w 1057071"/>
                    <a:gd name="connsiteY6" fmla="*/ 43561 h 105651"/>
                    <a:gd name="connsiteX7" fmla="*/ 692804 w 1057071"/>
                    <a:gd name="connsiteY7" fmla="*/ 69051 h 105651"/>
                    <a:gd name="connsiteX8" fmla="*/ 663635 w 1057071"/>
                    <a:gd name="connsiteY8" fmla="*/ 91749 h 105651"/>
                    <a:gd name="connsiteX9" fmla="*/ 628657 w 1057071"/>
                    <a:gd name="connsiteY9" fmla="*/ 105004 h 105651"/>
                    <a:gd name="connsiteX10" fmla="*/ 591375 w 1057071"/>
                    <a:gd name="connsiteY10" fmla="*/ 100172 h 105651"/>
                    <a:gd name="connsiteX11" fmla="*/ 559634 w 1057071"/>
                    <a:gd name="connsiteY11" fmla="*/ 80799 h 105651"/>
                    <a:gd name="connsiteX12" fmla="*/ 532060 w 1057071"/>
                    <a:gd name="connsiteY12" fmla="*/ 56727 h 105651"/>
                    <a:gd name="connsiteX13" fmla="*/ 472612 w 1057071"/>
                    <a:gd name="connsiteY13" fmla="*/ 18558 h 105651"/>
                    <a:gd name="connsiteX14" fmla="*/ 402481 w 1057071"/>
                    <a:gd name="connsiteY14" fmla="*/ 20731 h 105651"/>
                    <a:gd name="connsiteX15" fmla="*/ 337093 w 1057071"/>
                    <a:gd name="connsiteY15" fmla="*/ 50521 h 105651"/>
                    <a:gd name="connsiteX16" fmla="*/ 272680 w 1057071"/>
                    <a:gd name="connsiteY16" fmla="*/ 85321 h 105651"/>
                    <a:gd name="connsiteX17" fmla="*/ 236461 w 1057071"/>
                    <a:gd name="connsiteY17" fmla="*/ 93034 h 105651"/>
                    <a:gd name="connsiteX18" fmla="*/ 227107 w 1057071"/>
                    <a:gd name="connsiteY18" fmla="*/ 92857 h 105651"/>
                    <a:gd name="connsiteX19" fmla="*/ 217842 w 1057071"/>
                    <a:gd name="connsiteY19" fmla="*/ 91660 h 105651"/>
                    <a:gd name="connsiteX20" fmla="*/ 200066 w 1057071"/>
                    <a:gd name="connsiteY20" fmla="*/ 86119 h 105651"/>
                    <a:gd name="connsiteX21" fmla="*/ 137470 w 1057071"/>
                    <a:gd name="connsiteY21" fmla="*/ 48659 h 105651"/>
                    <a:gd name="connsiteX22" fmla="*/ 121156 w 1057071"/>
                    <a:gd name="connsiteY22" fmla="*/ 41123 h 105651"/>
                    <a:gd name="connsiteX23" fmla="*/ 103779 w 1057071"/>
                    <a:gd name="connsiteY23" fmla="*/ 36823 h 105651"/>
                    <a:gd name="connsiteX24" fmla="*/ 67915 w 1057071"/>
                    <a:gd name="connsiteY24" fmla="*/ 38108 h 105651"/>
                    <a:gd name="connsiteX25" fmla="*/ 0 w 1057071"/>
                    <a:gd name="connsiteY25" fmla="*/ 63466 h 105651"/>
                    <a:gd name="connsiteX26" fmla="*/ 67605 w 1057071"/>
                    <a:gd name="connsiteY26" fmla="*/ 36512 h 105651"/>
                    <a:gd name="connsiteX27" fmla="*/ 104133 w 1057071"/>
                    <a:gd name="connsiteY27" fmla="*/ 34385 h 105651"/>
                    <a:gd name="connsiteX28" fmla="*/ 122132 w 1057071"/>
                    <a:gd name="connsiteY28" fmla="*/ 38419 h 105651"/>
                    <a:gd name="connsiteX29" fmla="*/ 139022 w 1057071"/>
                    <a:gd name="connsiteY29" fmla="*/ 45777 h 105651"/>
                    <a:gd name="connsiteX30" fmla="*/ 201706 w 1057071"/>
                    <a:gd name="connsiteY30" fmla="*/ 82218 h 105651"/>
                    <a:gd name="connsiteX31" fmla="*/ 218684 w 1057071"/>
                    <a:gd name="connsiteY31" fmla="*/ 87316 h 105651"/>
                    <a:gd name="connsiteX32" fmla="*/ 227462 w 1057071"/>
                    <a:gd name="connsiteY32" fmla="*/ 88335 h 105651"/>
                    <a:gd name="connsiteX33" fmla="*/ 236328 w 1057071"/>
                    <a:gd name="connsiteY33" fmla="*/ 88424 h 105651"/>
                    <a:gd name="connsiteX34" fmla="*/ 270906 w 1057071"/>
                    <a:gd name="connsiteY34" fmla="*/ 80622 h 105651"/>
                    <a:gd name="connsiteX35" fmla="*/ 334122 w 1057071"/>
                    <a:gd name="connsiteY35" fmla="*/ 45689 h 105651"/>
                    <a:gd name="connsiteX36" fmla="*/ 400796 w 1057071"/>
                    <a:gd name="connsiteY36" fmla="*/ 15012 h 105651"/>
                    <a:gd name="connsiteX37" fmla="*/ 474341 w 1057071"/>
                    <a:gd name="connsiteY37" fmla="*/ 12529 h 105651"/>
                    <a:gd name="connsiteX38" fmla="*/ 507944 w 1057071"/>
                    <a:gd name="connsiteY38" fmla="*/ 28666 h 105651"/>
                    <a:gd name="connsiteX39" fmla="*/ 536493 w 1057071"/>
                    <a:gd name="connsiteY39" fmla="*/ 51895 h 105651"/>
                    <a:gd name="connsiteX40" fmla="*/ 563668 w 1057071"/>
                    <a:gd name="connsiteY40" fmla="*/ 75834 h 105651"/>
                    <a:gd name="connsiteX41" fmla="*/ 593725 w 1057071"/>
                    <a:gd name="connsiteY41" fmla="*/ 94409 h 105651"/>
                    <a:gd name="connsiteX42" fmla="*/ 627815 w 1057071"/>
                    <a:gd name="connsiteY42" fmla="*/ 99019 h 105651"/>
                    <a:gd name="connsiteX43" fmla="*/ 660487 w 1057071"/>
                    <a:gd name="connsiteY43" fmla="*/ 86739 h 105651"/>
                    <a:gd name="connsiteX44" fmla="*/ 688770 w 1057071"/>
                    <a:gd name="connsiteY44" fmla="*/ 64884 h 105651"/>
                    <a:gd name="connsiteX45" fmla="*/ 714881 w 1057071"/>
                    <a:gd name="connsiteY45" fmla="*/ 39527 h 105651"/>
                    <a:gd name="connsiteX46" fmla="*/ 743474 w 1057071"/>
                    <a:gd name="connsiteY46" fmla="*/ 16209 h 105651"/>
                    <a:gd name="connsiteX47" fmla="*/ 777787 w 1057071"/>
                    <a:gd name="connsiteY47" fmla="*/ 1890 h 105651"/>
                    <a:gd name="connsiteX48" fmla="*/ 850445 w 1057071"/>
                    <a:gd name="connsiteY48" fmla="*/ 10667 h 105651"/>
                    <a:gd name="connsiteX49" fmla="*/ 916277 w 1057071"/>
                    <a:gd name="connsiteY49" fmla="*/ 42275 h 105651"/>
                    <a:gd name="connsiteX50" fmla="*/ 984546 w 1057071"/>
                    <a:gd name="connsiteY50" fmla="*/ 65328 h 105651"/>
                    <a:gd name="connsiteX51" fmla="*/ 1057072 w 1057071"/>
                    <a:gd name="connsiteY51" fmla="*/ 63865 h 105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1057071" h="105651">
                      <a:moveTo>
                        <a:pt x="1057072" y="63865"/>
                      </a:moveTo>
                      <a:cubicBezTo>
                        <a:pt x="1033044" y="67012"/>
                        <a:pt x="1008662" y="69362"/>
                        <a:pt x="984369" y="66835"/>
                      </a:cubicBezTo>
                      <a:cubicBezTo>
                        <a:pt x="959943" y="64530"/>
                        <a:pt x="936758" y="55530"/>
                        <a:pt x="914858" y="45068"/>
                      </a:cubicBezTo>
                      <a:cubicBezTo>
                        <a:pt x="892914" y="34606"/>
                        <a:pt x="871724" y="22548"/>
                        <a:pt x="849026" y="14480"/>
                      </a:cubicBezTo>
                      <a:cubicBezTo>
                        <a:pt x="826551" y="6367"/>
                        <a:pt x="802080" y="1846"/>
                        <a:pt x="778851" y="6766"/>
                      </a:cubicBezTo>
                      <a:cubicBezTo>
                        <a:pt x="767280" y="9160"/>
                        <a:pt x="756375" y="14081"/>
                        <a:pt x="746533" y="20731"/>
                      </a:cubicBezTo>
                      <a:cubicBezTo>
                        <a:pt x="736603" y="27247"/>
                        <a:pt x="727604" y="35227"/>
                        <a:pt x="718871" y="43561"/>
                      </a:cubicBezTo>
                      <a:cubicBezTo>
                        <a:pt x="710138" y="51895"/>
                        <a:pt x="701803" y="60673"/>
                        <a:pt x="692804" y="69051"/>
                      </a:cubicBezTo>
                      <a:cubicBezTo>
                        <a:pt x="683849" y="77385"/>
                        <a:pt x="674274" y="85276"/>
                        <a:pt x="663635" y="91749"/>
                      </a:cubicBezTo>
                      <a:cubicBezTo>
                        <a:pt x="653084" y="98221"/>
                        <a:pt x="641247" y="103230"/>
                        <a:pt x="628657" y="105004"/>
                      </a:cubicBezTo>
                      <a:cubicBezTo>
                        <a:pt x="616067" y="106777"/>
                        <a:pt x="603078" y="104826"/>
                        <a:pt x="591375" y="100172"/>
                      </a:cubicBezTo>
                      <a:cubicBezTo>
                        <a:pt x="579627" y="95517"/>
                        <a:pt x="569209" y="88424"/>
                        <a:pt x="559634" y="80799"/>
                      </a:cubicBezTo>
                      <a:cubicBezTo>
                        <a:pt x="550014" y="73130"/>
                        <a:pt x="541059" y="64796"/>
                        <a:pt x="532060" y="56727"/>
                      </a:cubicBezTo>
                      <a:cubicBezTo>
                        <a:pt x="514284" y="40502"/>
                        <a:pt x="495443" y="24853"/>
                        <a:pt x="472612" y="18558"/>
                      </a:cubicBezTo>
                      <a:cubicBezTo>
                        <a:pt x="449915" y="12042"/>
                        <a:pt x="425356" y="14125"/>
                        <a:pt x="402481" y="20731"/>
                      </a:cubicBezTo>
                      <a:cubicBezTo>
                        <a:pt x="379517" y="27425"/>
                        <a:pt x="357707" y="38064"/>
                        <a:pt x="337093" y="50521"/>
                      </a:cubicBezTo>
                      <a:cubicBezTo>
                        <a:pt x="316434" y="63067"/>
                        <a:pt x="295820" y="76499"/>
                        <a:pt x="272680" y="85321"/>
                      </a:cubicBezTo>
                      <a:cubicBezTo>
                        <a:pt x="261154" y="89621"/>
                        <a:pt x="248918" y="92635"/>
                        <a:pt x="236461" y="93034"/>
                      </a:cubicBezTo>
                      <a:cubicBezTo>
                        <a:pt x="233358" y="93300"/>
                        <a:pt x="230211" y="92901"/>
                        <a:pt x="227107" y="92857"/>
                      </a:cubicBezTo>
                      <a:cubicBezTo>
                        <a:pt x="224004" y="92635"/>
                        <a:pt x="220901" y="92059"/>
                        <a:pt x="217842" y="91660"/>
                      </a:cubicBezTo>
                      <a:cubicBezTo>
                        <a:pt x="211769" y="90286"/>
                        <a:pt x="205740" y="88601"/>
                        <a:pt x="200066" y="86119"/>
                      </a:cubicBezTo>
                      <a:cubicBezTo>
                        <a:pt x="177102" y="76499"/>
                        <a:pt x="158616" y="60008"/>
                        <a:pt x="137470" y="48659"/>
                      </a:cubicBezTo>
                      <a:cubicBezTo>
                        <a:pt x="132239" y="45689"/>
                        <a:pt x="126742" y="43295"/>
                        <a:pt x="121156" y="41123"/>
                      </a:cubicBezTo>
                      <a:cubicBezTo>
                        <a:pt x="115482" y="39217"/>
                        <a:pt x="109719" y="37576"/>
                        <a:pt x="103779" y="36823"/>
                      </a:cubicBezTo>
                      <a:cubicBezTo>
                        <a:pt x="91898" y="35049"/>
                        <a:pt x="79751" y="35759"/>
                        <a:pt x="67915" y="38108"/>
                      </a:cubicBezTo>
                      <a:cubicBezTo>
                        <a:pt x="44109" y="42719"/>
                        <a:pt x="21855" y="53048"/>
                        <a:pt x="0" y="63466"/>
                      </a:cubicBezTo>
                      <a:cubicBezTo>
                        <a:pt x="21634" y="52560"/>
                        <a:pt x="43666" y="41743"/>
                        <a:pt x="67605" y="36512"/>
                      </a:cubicBezTo>
                      <a:cubicBezTo>
                        <a:pt x="79530" y="33852"/>
                        <a:pt x="91898" y="32833"/>
                        <a:pt x="104133" y="34385"/>
                      </a:cubicBezTo>
                      <a:cubicBezTo>
                        <a:pt x="110251" y="35005"/>
                        <a:pt x="116236" y="36601"/>
                        <a:pt x="122132" y="38419"/>
                      </a:cubicBezTo>
                      <a:cubicBezTo>
                        <a:pt x="127895" y="40502"/>
                        <a:pt x="133613" y="42852"/>
                        <a:pt x="139022" y="45777"/>
                      </a:cubicBezTo>
                      <a:cubicBezTo>
                        <a:pt x="160788" y="57082"/>
                        <a:pt x="179452" y="73307"/>
                        <a:pt x="201706" y="82218"/>
                      </a:cubicBezTo>
                      <a:cubicBezTo>
                        <a:pt x="207203" y="84567"/>
                        <a:pt x="212921" y="86074"/>
                        <a:pt x="218684" y="87316"/>
                      </a:cubicBezTo>
                      <a:cubicBezTo>
                        <a:pt x="221610" y="87626"/>
                        <a:pt x="224536" y="88202"/>
                        <a:pt x="227462" y="88335"/>
                      </a:cubicBezTo>
                      <a:cubicBezTo>
                        <a:pt x="230432" y="88380"/>
                        <a:pt x="233358" y="88690"/>
                        <a:pt x="236328" y="88424"/>
                      </a:cubicBezTo>
                      <a:cubicBezTo>
                        <a:pt x="248120" y="87892"/>
                        <a:pt x="259779" y="84922"/>
                        <a:pt x="270906" y="80622"/>
                      </a:cubicBezTo>
                      <a:cubicBezTo>
                        <a:pt x="293161" y="71756"/>
                        <a:pt x="313376" y="58279"/>
                        <a:pt x="334122" y="45689"/>
                      </a:cubicBezTo>
                      <a:cubicBezTo>
                        <a:pt x="355002" y="33010"/>
                        <a:pt x="377124" y="21972"/>
                        <a:pt x="400796" y="15012"/>
                      </a:cubicBezTo>
                      <a:cubicBezTo>
                        <a:pt x="424336" y="8141"/>
                        <a:pt x="450092" y="5702"/>
                        <a:pt x="474341" y="12529"/>
                      </a:cubicBezTo>
                      <a:cubicBezTo>
                        <a:pt x="486399" y="15854"/>
                        <a:pt x="497748" y="21617"/>
                        <a:pt x="507944" y="28666"/>
                      </a:cubicBezTo>
                      <a:cubicBezTo>
                        <a:pt x="518184" y="35670"/>
                        <a:pt x="527494" y="43738"/>
                        <a:pt x="536493" y="51895"/>
                      </a:cubicBezTo>
                      <a:cubicBezTo>
                        <a:pt x="545537" y="60052"/>
                        <a:pt x="554359" y="68342"/>
                        <a:pt x="563668" y="75834"/>
                      </a:cubicBezTo>
                      <a:cubicBezTo>
                        <a:pt x="572978" y="83326"/>
                        <a:pt x="582863" y="90064"/>
                        <a:pt x="593725" y="94409"/>
                      </a:cubicBezTo>
                      <a:cubicBezTo>
                        <a:pt x="604541" y="98753"/>
                        <a:pt x="616333" y="100571"/>
                        <a:pt x="627815" y="99019"/>
                      </a:cubicBezTo>
                      <a:cubicBezTo>
                        <a:pt x="639341" y="97423"/>
                        <a:pt x="650379" y="92901"/>
                        <a:pt x="660487" y="86739"/>
                      </a:cubicBezTo>
                      <a:cubicBezTo>
                        <a:pt x="670639" y="80622"/>
                        <a:pt x="679948" y="72997"/>
                        <a:pt x="688770" y="64884"/>
                      </a:cubicBezTo>
                      <a:cubicBezTo>
                        <a:pt x="697592" y="56727"/>
                        <a:pt x="706015" y="47950"/>
                        <a:pt x="714881" y="39527"/>
                      </a:cubicBezTo>
                      <a:cubicBezTo>
                        <a:pt x="723747" y="31148"/>
                        <a:pt x="733012" y="22947"/>
                        <a:pt x="743474" y="16209"/>
                      </a:cubicBezTo>
                      <a:cubicBezTo>
                        <a:pt x="753848" y="9426"/>
                        <a:pt x="765507" y="4284"/>
                        <a:pt x="777787" y="1890"/>
                      </a:cubicBezTo>
                      <a:cubicBezTo>
                        <a:pt x="802479" y="-2987"/>
                        <a:pt x="827659" y="2156"/>
                        <a:pt x="850445" y="10667"/>
                      </a:cubicBezTo>
                      <a:cubicBezTo>
                        <a:pt x="873497" y="19179"/>
                        <a:pt x="894599" y="31503"/>
                        <a:pt x="916277" y="42275"/>
                      </a:cubicBezTo>
                      <a:cubicBezTo>
                        <a:pt x="937821" y="53181"/>
                        <a:pt x="960430" y="62535"/>
                        <a:pt x="984546" y="65328"/>
                      </a:cubicBezTo>
                      <a:cubicBezTo>
                        <a:pt x="1008574" y="68253"/>
                        <a:pt x="1033000" y="66480"/>
                        <a:pt x="1057072" y="63865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37" name="Forme libre : forme 27436">
                  <a:extLst>
                    <a:ext uri="{FF2B5EF4-FFF2-40B4-BE49-F238E27FC236}">
                      <a16:creationId xmlns:a16="http://schemas.microsoft.com/office/drawing/2014/main" id="{9B661C26-009A-4FEB-A370-9F3F4EB729D5}"/>
                    </a:ext>
                  </a:extLst>
                </p:cNvPr>
                <p:cNvSpPr/>
                <p:nvPr/>
              </p:nvSpPr>
              <p:spPr>
                <a:xfrm>
                  <a:off x="4372323" y="3428947"/>
                  <a:ext cx="1061504" cy="134616"/>
                </a:xfrm>
                <a:custGeom>
                  <a:avLst/>
                  <a:gdLst>
                    <a:gd name="connsiteX0" fmla="*/ 0 w 1061504"/>
                    <a:gd name="connsiteY0" fmla="*/ 113363 h 134616"/>
                    <a:gd name="connsiteX1" fmla="*/ 136495 w 1061504"/>
                    <a:gd name="connsiteY1" fmla="*/ 93414 h 134616"/>
                    <a:gd name="connsiteX2" fmla="*/ 203346 w 1061504"/>
                    <a:gd name="connsiteY2" fmla="*/ 115314 h 134616"/>
                    <a:gd name="connsiteX3" fmla="*/ 270906 w 1061504"/>
                    <a:gd name="connsiteY3" fmla="*/ 129499 h 134616"/>
                    <a:gd name="connsiteX4" fmla="*/ 337004 w 1061504"/>
                    <a:gd name="connsiteY4" fmla="*/ 112122 h 134616"/>
                    <a:gd name="connsiteX5" fmla="*/ 395299 w 1061504"/>
                    <a:gd name="connsiteY5" fmla="*/ 74219 h 134616"/>
                    <a:gd name="connsiteX6" fmla="*/ 452264 w 1061504"/>
                    <a:gd name="connsiteY6" fmla="*/ 32814 h 134616"/>
                    <a:gd name="connsiteX7" fmla="*/ 517387 w 1061504"/>
                    <a:gd name="connsiteY7" fmla="*/ 4663 h 134616"/>
                    <a:gd name="connsiteX8" fmla="*/ 588361 w 1061504"/>
                    <a:gd name="connsiteY8" fmla="*/ 2136 h 134616"/>
                    <a:gd name="connsiteX9" fmla="*/ 655611 w 1061504"/>
                    <a:gd name="connsiteY9" fmla="*/ 24258 h 134616"/>
                    <a:gd name="connsiteX10" fmla="*/ 719802 w 1061504"/>
                    <a:gd name="connsiteY10" fmla="*/ 51787 h 134616"/>
                    <a:gd name="connsiteX11" fmla="*/ 787584 w 1061504"/>
                    <a:gd name="connsiteY11" fmla="*/ 56930 h 134616"/>
                    <a:gd name="connsiteX12" fmla="*/ 853548 w 1061504"/>
                    <a:gd name="connsiteY12" fmla="*/ 34321 h 134616"/>
                    <a:gd name="connsiteX13" fmla="*/ 921818 w 1061504"/>
                    <a:gd name="connsiteY13" fmla="*/ 16854 h 134616"/>
                    <a:gd name="connsiteX14" fmla="*/ 1061505 w 1061504"/>
                    <a:gd name="connsiteY14" fmla="*/ 23371 h 134616"/>
                    <a:gd name="connsiteX15" fmla="*/ 922350 w 1061504"/>
                    <a:gd name="connsiteY15" fmla="*/ 20046 h 134616"/>
                    <a:gd name="connsiteX16" fmla="*/ 855056 w 1061504"/>
                    <a:gd name="connsiteY16" fmla="*/ 38222 h 134616"/>
                    <a:gd name="connsiteX17" fmla="*/ 788692 w 1061504"/>
                    <a:gd name="connsiteY17" fmla="*/ 61939 h 134616"/>
                    <a:gd name="connsiteX18" fmla="*/ 771004 w 1061504"/>
                    <a:gd name="connsiteY18" fmla="*/ 64554 h 134616"/>
                    <a:gd name="connsiteX19" fmla="*/ 753050 w 1061504"/>
                    <a:gd name="connsiteY19" fmla="*/ 64422 h 134616"/>
                    <a:gd name="connsiteX20" fmla="*/ 718117 w 1061504"/>
                    <a:gd name="connsiteY20" fmla="*/ 57284 h 134616"/>
                    <a:gd name="connsiteX21" fmla="*/ 653217 w 1061504"/>
                    <a:gd name="connsiteY21" fmla="*/ 29799 h 134616"/>
                    <a:gd name="connsiteX22" fmla="*/ 587518 w 1061504"/>
                    <a:gd name="connsiteY22" fmla="*/ 8476 h 134616"/>
                    <a:gd name="connsiteX23" fmla="*/ 518983 w 1061504"/>
                    <a:gd name="connsiteY23" fmla="*/ 11180 h 134616"/>
                    <a:gd name="connsiteX24" fmla="*/ 455767 w 1061504"/>
                    <a:gd name="connsiteY24" fmla="*/ 38222 h 134616"/>
                    <a:gd name="connsiteX25" fmla="*/ 399067 w 1061504"/>
                    <a:gd name="connsiteY25" fmla="*/ 79095 h 134616"/>
                    <a:gd name="connsiteX26" fmla="*/ 339664 w 1061504"/>
                    <a:gd name="connsiteY26" fmla="*/ 117308 h 134616"/>
                    <a:gd name="connsiteX27" fmla="*/ 271040 w 1061504"/>
                    <a:gd name="connsiteY27" fmla="*/ 134597 h 134616"/>
                    <a:gd name="connsiteX28" fmla="*/ 202105 w 1061504"/>
                    <a:gd name="connsiteY28" fmla="*/ 119259 h 134616"/>
                    <a:gd name="connsiteX29" fmla="*/ 135919 w 1061504"/>
                    <a:gd name="connsiteY29" fmla="*/ 96562 h 134616"/>
                    <a:gd name="connsiteX30" fmla="*/ 0 w 1061504"/>
                    <a:gd name="connsiteY30" fmla="*/ 113363 h 134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061504" h="134616">
                      <a:moveTo>
                        <a:pt x="0" y="113363"/>
                      </a:moveTo>
                      <a:cubicBezTo>
                        <a:pt x="40917" y="90577"/>
                        <a:pt x="90391" y="83218"/>
                        <a:pt x="136495" y="93414"/>
                      </a:cubicBezTo>
                      <a:cubicBezTo>
                        <a:pt x="159547" y="98556"/>
                        <a:pt x="181358" y="107600"/>
                        <a:pt x="203346" y="115314"/>
                      </a:cubicBezTo>
                      <a:cubicBezTo>
                        <a:pt x="225246" y="123027"/>
                        <a:pt x="247854" y="129677"/>
                        <a:pt x="270906" y="129499"/>
                      </a:cubicBezTo>
                      <a:cubicBezTo>
                        <a:pt x="293914" y="129588"/>
                        <a:pt x="316346" y="122318"/>
                        <a:pt x="337004" y="112122"/>
                      </a:cubicBezTo>
                      <a:cubicBezTo>
                        <a:pt x="357751" y="101837"/>
                        <a:pt x="376725" y="88316"/>
                        <a:pt x="395299" y="74219"/>
                      </a:cubicBezTo>
                      <a:cubicBezTo>
                        <a:pt x="413918" y="60121"/>
                        <a:pt x="432316" y="45448"/>
                        <a:pt x="452264" y="32814"/>
                      </a:cubicBezTo>
                      <a:cubicBezTo>
                        <a:pt x="472169" y="20135"/>
                        <a:pt x="494113" y="9939"/>
                        <a:pt x="517387" y="4663"/>
                      </a:cubicBezTo>
                      <a:cubicBezTo>
                        <a:pt x="540616" y="-523"/>
                        <a:pt x="564821" y="-1410"/>
                        <a:pt x="588361" y="2136"/>
                      </a:cubicBezTo>
                      <a:cubicBezTo>
                        <a:pt x="612033" y="5594"/>
                        <a:pt x="634376" y="14505"/>
                        <a:pt x="655611" y="24258"/>
                      </a:cubicBezTo>
                      <a:cubicBezTo>
                        <a:pt x="676978" y="33966"/>
                        <a:pt x="697814" y="44561"/>
                        <a:pt x="719802" y="51787"/>
                      </a:cubicBezTo>
                      <a:cubicBezTo>
                        <a:pt x="741701" y="58836"/>
                        <a:pt x="765019" y="61939"/>
                        <a:pt x="787584" y="56930"/>
                      </a:cubicBezTo>
                      <a:cubicBezTo>
                        <a:pt x="810193" y="52275"/>
                        <a:pt x="831516" y="42345"/>
                        <a:pt x="853548" y="34321"/>
                      </a:cubicBezTo>
                      <a:cubicBezTo>
                        <a:pt x="875669" y="26341"/>
                        <a:pt x="898544" y="20357"/>
                        <a:pt x="921818" y="16854"/>
                      </a:cubicBezTo>
                      <a:cubicBezTo>
                        <a:pt x="968321" y="9850"/>
                        <a:pt x="1016066" y="12200"/>
                        <a:pt x="1061505" y="23371"/>
                      </a:cubicBezTo>
                      <a:cubicBezTo>
                        <a:pt x="1015800" y="13264"/>
                        <a:pt x="968233" y="12067"/>
                        <a:pt x="922350" y="20046"/>
                      </a:cubicBezTo>
                      <a:cubicBezTo>
                        <a:pt x="899387" y="23859"/>
                        <a:pt x="876822" y="30065"/>
                        <a:pt x="855056" y="38222"/>
                      </a:cubicBezTo>
                      <a:cubicBezTo>
                        <a:pt x="833333" y="46467"/>
                        <a:pt x="812010" y="56797"/>
                        <a:pt x="788692" y="61939"/>
                      </a:cubicBezTo>
                      <a:cubicBezTo>
                        <a:pt x="782885" y="63180"/>
                        <a:pt x="776944" y="64156"/>
                        <a:pt x="771004" y="64554"/>
                      </a:cubicBezTo>
                      <a:cubicBezTo>
                        <a:pt x="765019" y="64776"/>
                        <a:pt x="759035" y="64998"/>
                        <a:pt x="753050" y="64422"/>
                      </a:cubicBezTo>
                      <a:cubicBezTo>
                        <a:pt x="741125" y="63491"/>
                        <a:pt x="729422" y="60831"/>
                        <a:pt x="718117" y="57284"/>
                      </a:cubicBezTo>
                      <a:cubicBezTo>
                        <a:pt x="695553" y="49970"/>
                        <a:pt x="674451" y="39375"/>
                        <a:pt x="653217" y="29799"/>
                      </a:cubicBezTo>
                      <a:cubicBezTo>
                        <a:pt x="632027" y="20179"/>
                        <a:pt x="610304" y="11712"/>
                        <a:pt x="587518" y="8476"/>
                      </a:cubicBezTo>
                      <a:cubicBezTo>
                        <a:pt x="564776" y="5107"/>
                        <a:pt x="541414" y="6126"/>
                        <a:pt x="518983" y="11180"/>
                      </a:cubicBezTo>
                      <a:cubicBezTo>
                        <a:pt x="496507" y="16190"/>
                        <a:pt x="475361" y="25898"/>
                        <a:pt x="455767" y="38222"/>
                      </a:cubicBezTo>
                      <a:cubicBezTo>
                        <a:pt x="436128" y="50546"/>
                        <a:pt x="417775" y="64998"/>
                        <a:pt x="399067" y="79095"/>
                      </a:cubicBezTo>
                      <a:cubicBezTo>
                        <a:pt x="380360" y="93192"/>
                        <a:pt x="360943" y="106846"/>
                        <a:pt x="339664" y="117308"/>
                      </a:cubicBezTo>
                      <a:cubicBezTo>
                        <a:pt x="318474" y="127726"/>
                        <a:pt x="295023" y="135041"/>
                        <a:pt x="271040" y="134597"/>
                      </a:cubicBezTo>
                      <a:cubicBezTo>
                        <a:pt x="247012" y="134420"/>
                        <a:pt x="224004" y="127283"/>
                        <a:pt x="202105" y="119259"/>
                      </a:cubicBezTo>
                      <a:cubicBezTo>
                        <a:pt x="180072" y="111191"/>
                        <a:pt x="158572" y="102014"/>
                        <a:pt x="135919" y="96562"/>
                      </a:cubicBezTo>
                      <a:cubicBezTo>
                        <a:pt x="90701" y="85479"/>
                        <a:pt x="41405" y="91508"/>
                        <a:pt x="0" y="113363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38" name="Forme libre : forme 27437">
                  <a:extLst>
                    <a:ext uri="{FF2B5EF4-FFF2-40B4-BE49-F238E27FC236}">
                      <a16:creationId xmlns:a16="http://schemas.microsoft.com/office/drawing/2014/main" id="{559C0F22-B679-4926-B6DD-A4C833785314}"/>
                    </a:ext>
                  </a:extLst>
                </p:cNvPr>
                <p:cNvSpPr/>
                <p:nvPr/>
              </p:nvSpPr>
              <p:spPr>
                <a:xfrm>
                  <a:off x="4869894" y="3523875"/>
                  <a:ext cx="551654" cy="85379"/>
                </a:xfrm>
                <a:custGeom>
                  <a:avLst/>
                  <a:gdLst>
                    <a:gd name="connsiteX0" fmla="*/ 0 w 551654"/>
                    <a:gd name="connsiteY0" fmla="*/ 32532 h 85379"/>
                    <a:gd name="connsiteX1" fmla="*/ 67915 w 551654"/>
                    <a:gd name="connsiteY1" fmla="*/ 3318 h 85379"/>
                    <a:gd name="connsiteX2" fmla="*/ 142391 w 551654"/>
                    <a:gd name="connsiteY2" fmla="*/ 4382 h 85379"/>
                    <a:gd name="connsiteX3" fmla="*/ 177900 w 551654"/>
                    <a:gd name="connsiteY3" fmla="*/ 16750 h 85379"/>
                    <a:gd name="connsiteX4" fmla="*/ 210306 w 551654"/>
                    <a:gd name="connsiteY4" fmla="*/ 35458 h 85379"/>
                    <a:gd name="connsiteX5" fmla="*/ 273965 w 551654"/>
                    <a:gd name="connsiteY5" fmla="*/ 71765 h 85379"/>
                    <a:gd name="connsiteX6" fmla="*/ 308987 w 551654"/>
                    <a:gd name="connsiteY6" fmla="*/ 78990 h 85379"/>
                    <a:gd name="connsiteX7" fmla="*/ 344540 w 551654"/>
                    <a:gd name="connsiteY7" fmla="*/ 73715 h 85379"/>
                    <a:gd name="connsiteX8" fmla="*/ 410904 w 551654"/>
                    <a:gd name="connsiteY8" fmla="*/ 42462 h 85379"/>
                    <a:gd name="connsiteX9" fmla="*/ 479085 w 551654"/>
                    <a:gd name="connsiteY9" fmla="*/ 12538 h 85379"/>
                    <a:gd name="connsiteX10" fmla="*/ 516190 w 551654"/>
                    <a:gd name="connsiteY10" fmla="*/ 8726 h 85379"/>
                    <a:gd name="connsiteX11" fmla="*/ 551654 w 551654"/>
                    <a:gd name="connsiteY11" fmla="*/ 19055 h 85379"/>
                    <a:gd name="connsiteX12" fmla="*/ 516101 w 551654"/>
                    <a:gd name="connsiteY12" fmla="*/ 10499 h 85379"/>
                    <a:gd name="connsiteX13" fmla="*/ 479927 w 551654"/>
                    <a:gd name="connsiteY13" fmla="*/ 15686 h 85379"/>
                    <a:gd name="connsiteX14" fmla="*/ 413475 w 551654"/>
                    <a:gd name="connsiteY14" fmla="*/ 46895 h 85379"/>
                    <a:gd name="connsiteX15" fmla="*/ 346358 w 551654"/>
                    <a:gd name="connsiteY15" fmla="*/ 79523 h 85379"/>
                    <a:gd name="connsiteX16" fmla="*/ 308942 w 551654"/>
                    <a:gd name="connsiteY16" fmla="*/ 85374 h 85379"/>
                    <a:gd name="connsiteX17" fmla="*/ 271660 w 551654"/>
                    <a:gd name="connsiteY17" fmla="*/ 78015 h 85379"/>
                    <a:gd name="connsiteX18" fmla="*/ 207026 w 551654"/>
                    <a:gd name="connsiteY18" fmla="*/ 40556 h 85379"/>
                    <a:gd name="connsiteX19" fmla="*/ 175418 w 551654"/>
                    <a:gd name="connsiteY19" fmla="*/ 21937 h 85379"/>
                    <a:gd name="connsiteX20" fmla="*/ 141238 w 551654"/>
                    <a:gd name="connsiteY20" fmla="*/ 9347 h 85379"/>
                    <a:gd name="connsiteX21" fmla="*/ 68491 w 551654"/>
                    <a:gd name="connsiteY21" fmla="*/ 6509 h 85379"/>
                    <a:gd name="connsiteX22" fmla="*/ 0 w 551654"/>
                    <a:gd name="connsiteY22" fmla="*/ 32532 h 85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51654" h="85379">
                      <a:moveTo>
                        <a:pt x="0" y="32532"/>
                      </a:moveTo>
                      <a:cubicBezTo>
                        <a:pt x="20038" y="18035"/>
                        <a:pt x="43444" y="8061"/>
                        <a:pt x="67915" y="3318"/>
                      </a:cubicBezTo>
                      <a:cubicBezTo>
                        <a:pt x="92386" y="-1559"/>
                        <a:pt x="117920" y="-938"/>
                        <a:pt x="142391" y="4382"/>
                      </a:cubicBezTo>
                      <a:cubicBezTo>
                        <a:pt x="154626" y="7219"/>
                        <a:pt x="166551" y="11342"/>
                        <a:pt x="177900" y="16750"/>
                      </a:cubicBezTo>
                      <a:cubicBezTo>
                        <a:pt x="189205" y="22247"/>
                        <a:pt x="199844" y="28764"/>
                        <a:pt x="210306" y="35458"/>
                      </a:cubicBezTo>
                      <a:cubicBezTo>
                        <a:pt x="231142" y="48801"/>
                        <a:pt x="251312" y="63253"/>
                        <a:pt x="273965" y="71765"/>
                      </a:cubicBezTo>
                      <a:cubicBezTo>
                        <a:pt x="285225" y="76065"/>
                        <a:pt x="297018" y="78724"/>
                        <a:pt x="308987" y="78990"/>
                      </a:cubicBezTo>
                      <a:cubicBezTo>
                        <a:pt x="320956" y="79212"/>
                        <a:pt x="332970" y="77173"/>
                        <a:pt x="344540" y="73715"/>
                      </a:cubicBezTo>
                      <a:cubicBezTo>
                        <a:pt x="367858" y="66755"/>
                        <a:pt x="389270" y="54342"/>
                        <a:pt x="410904" y="42462"/>
                      </a:cubicBezTo>
                      <a:cubicBezTo>
                        <a:pt x="432360" y="30271"/>
                        <a:pt x="454836" y="18745"/>
                        <a:pt x="479085" y="12538"/>
                      </a:cubicBezTo>
                      <a:cubicBezTo>
                        <a:pt x="491187" y="9524"/>
                        <a:pt x="503733" y="7972"/>
                        <a:pt x="516190" y="8726"/>
                      </a:cubicBezTo>
                      <a:cubicBezTo>
                        <a:pt x="528647" y="9435"/>
                        <a:pt x="540971" y="12849"/>
                        <a:pt x="551654" y="19055"/>
                      </a:cubicBezTo>
                      <a:cubicBezTo>
                        <a:pt x="540572" y="13469"/>
                        <a:pt x="528336" y="10765"/>
                        <a:pt x="516101" y="10499"/>
                      </a:cubicBezTo>
                      <a:cubicBezTo>
                        <a:pt x="503866" y="10233"/>
                        <a:pt x="491630" y="12272"/>
                        <a:pt x="479927" y="15686"/>
                      </a:cubicBezTo>
                      <a:cubicBezTo>
                        <a:pt x="456299" y="22424"/>
                        <a:pt x="434576" y="34172"/>
                        <a:pt x="413475" y="46895"/>
                      </a:cubicBezTo>
                      <a:cubicBezTo>
                        <a:pt x="392240" y="59485"/>
                        <a:pt x="370474" y="71986"/>
                        <a:pt x="346358" y="79523"/>
                      </a:cubicBezTo>
                      <a:cubicBezTo>
                        <a:pt x="334344" y="83202"/>
                        <a:pt x="321710" y="85507"/>
                        <a:pt x="308942" y="85374"/>
                      </a:cubicBezTo>
                      <a:cubicBezTo>
                        <a:pt x="296175" y="85197"/>
                        <a:pt x="283496" y="82493"/>
                        <a:pt x="271660" y="78015"/>
                      </a:cubicBezTo>
                      <a:cubicBezTo>
                        <a:pt x="247943" y="68839"/>
                        <a:pt x="227595" y="53988"/>
                        <a:pt x="207026" y="40556"/>
                      </a:cubicBezTo>
                      <a:cubicBezTo>
                        <a:pt x="196741" y="33817"/>
                        <a:pt x="186323" y="27345"/>
                        <a:pt x="175418" y="21937"/>
                      </a:cubicBezTo>
                      <a:cubicBezTo>
                        <a:pt x="164468" y="16661"/>
                        <a:pt x="153031" y="12406"/>
                        <a:pt x="141238" y="9347"/>
                      </a:cubicBezTo>
                      <a:cubicBezTo>
                        <a:pt x="117610" y="3539"/>
                        <a:pt x="92652" y="2387"/>
                        <a:pt x="68491" y="6509"/>
                      </a:cubicBezTo>
                      <a:cubicBezTo>
                        <a:pt x="44198" y="10145"/>
                        <a:pt x="20880" y="19321"/>
                        <a:pt x="0" y="32532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39" name="Forme libre : forme 27438">
                  <a:extLst>
                    <a:ext uri="{FF2B5EF4-FFF2-40B4-BE49-F238E27FC236}">
                      <a16:creationId xmlns:a16="http://schemas.microsoft.com/office/drawing/2014/main" id="{C5C7F165-8815-42C8-8251-D1CE0EC2E43A}"/>
                    </a:ext>
                  </a:extLst>
                </p:cNvPr>
                <p:cNvSpPr/>
                <p:nvPr/>
              </p:nvSpPr>
              <p:spPr>
                <a:xfrm>
                  <a:off x="6719736" y="3500569"/>
                  <a:ext cx="406027" cy="166369"/>
                </a:xfrm>
                <a:custGeom>
                  <a:avLst/>
                  <a:gdLst>
                    <a:gd name="connsiteX0" fmla="*/ 406027 w 406027"/>
                    <a:gd name="connsiteY0" fmla="*/ 20772 h 166369"/>
                    <a:gd name="connsiteX1" fmla="*/ 351988 w 406027"/>
                    <a:gd name="connsiteY1" fmla="*/ 3660 h 166369"/>
                    <a:gd name="connsiteX2" fmla="*/ 296574 w 406027"/>
                    <a:gd name="connsiteY2" fmla="*/ 14566 h 166369"/>
                    <a:gd name="connsiteX3" fmla="*/ 200509 w 406027"/>
                    <a:gd name="connsiteY3" fmla="*/ 76053 h 166369"/>
                    <a:gd name="connsiteX4" fmla="*/ 179762 w 406027"/>
                    <a:gd name="connsiteY4" fmla="*/ 95780 h 166369"/>
                    <a:gd name="connsiteX5" fmla="*/ 159946 w 406027"/>
                    <a:gd name="connsiteY5" fmla="*/ 116793 h 166369"/>
                    <a:gd name="connsiteX6" fmla="*/ 114507 w 406027"/>
                    <a:gd name="connsiteY6" fmla="*/ 153544 h 166369"/>
                    <a:gd name="connsiteX7" fmla="*/ 57675 w 406027"/>
                    <a:gd name="connsiteY7" fmla="*/ 166355 h 166369"/>
                    <a:gd name="connsiteX8" fmla="*/ 0 w 406027"/>
                    <a:gd name="connsiteY8" fmla="*/ 160947 h 166369"/>
                    <a:gd name="connsiteX9" fmla="*/ 57542 w 406027"/>
                    <a:gd name="connsiteY9" fmla="*/ 163075 h 166369"/>
                    <a:gd name="connsiteX10" fmla="*/ 112157 w 406027"/>
                    <a:gd name="connsiteY10" fmla="*/ 148977 h 166369"/>
                    <a:gd name="connsiteX11" fmla="*/ 155557 w 406027"/>
                    <a:gd name="connsiteY11" fmla="*/ 112626 h 166369"/>
                    <a:gd name="connsiteX12" fmla="*/ 175196 w 406027"/>
                    <a:gd name="connsiteY12" fmla="*/ 91347 h 166369"/>
                    <a:gd name="connsiteX13" fmla="*/ 196120 w 406027"/>
                    <a:gd name="connsiteY13" fmla="*/ 71043 h 166369"/>
                    <a:gd name="connsiteX14" fmla="*/ 242845 w 406027"/>
                    <a:gd name="connsiteY14" fmla="*/ 36199 h 166369"/>
                    <a:gd name="connsiteX15" fmla="*/ 294757 w 406027"/>
                    <a:gd name="connsiteY15" fmla="*/ 9734 h 166369"/>
                    <a:gd name="connsiteX16" fmla="*/ 352254 w 406027"/>
                    <a:gd name="connsiteY16" fmla="*/ 335 h 166369"/>
                    <a:gd name="connsiteX17" fmla="*/ 406027 w 406027"/>
                    <a:gd name="connsiteY17" fmla="*/ 20772 h 166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06027" h="166369">
                      <a:moveTo>
                        <a:pt x="406027" y="20772"/>
                      </a:moveTo>
                      <a:cubicBezTo>
                        <a:pt x="389758" y="10443"/>
                        <a:pt x="370961" y="4281"/>
                        <a:pt x="351988" y="3660"/>
                      </a:cubicBezTo>
                      <a:cubicBezTo>
                        <a:pt x="332970" y="2774"/>
                        <a:pt x="314129" y="7429"/>
                        <a:pt x="296574" y="14566"/>
                      </a:cubicBezTo>
                      <a:cubicBezTo>
                        <a:pt x="261508" y="29372"/>
                        <a:pt x="228925" y="50651"/>
                        <a:pt x="200509" y="76053"/>
                      </a:cubicBezTo>
                      <a:cubicBezTo>
                        <a:pt x="193327" y="82348"/>
                        <a:pt x="186412" y="88953"/>
                        <a:pt x="179762" y="95780"/>
                      </a:cubicBezTo>
                      <a:cubicBezTo>
                        <a:pt x="173112" y="102651"/>
                        <a:pt x="166640" y="109789"/>
                        <a:pt x="159946" y="116793"/>
                      </a:cubicBezTo>
                      <a:cubicBezTo>
                        <a:pt x="146647" y="130713"/>
                        <a:pt x="132328" y="144766"/>
                        <a:pt x="114507" y="153544"/>
                      </a:cubicBezTo>
                      <a:cubicBezTo>
                        <a:pt x="96775" y="162454"/>
                        <a:pt x="77003" y="165912"/>
                        <a:pt x="57675" y="166355"/>
                      </a:cubicBezTo>
                      <a:cubicBezTo>
                        <a:pt x="38213" y="166577"/>
                        <a:pt x="18974" y="164272"/>
                        <a:pt x="0" y="160947"/>
                      </a:cubicBezTo>
                      <a:cubicBezTo>
                        <a:pt x="19195" y="162809"/>
                        <a:pt x="38435" y="164404"/>
                        <a:pt x="57542" y="163075"/>
                      </a:cubicBezTo>
                      <a:cubicBezTo>
                        <a:pt x="76559" y="161966"/>
                        <a:pt x="95578" y="157977"/>
                        <a:pt x="112157" y="148977"/>
                      </a:cubicBezTo>
                      <a:cubicBezTo>
                        <a:pt x="128737" y="139978"/>
                        <a:pt x="142568" y="126723"/>
                        <a:pt x="155557" y="112626"/>
                      </a:cubicBezTo>
                      <a:cubicBezTo>
                        <a:pt x="162074" y="105622"/>
                        <a:pt x="168502" y="98396"/>
                        <a:pt x="175196" y="91347"/>
                      </a:cubicBezTo>
                      <a:cubicBezTo>
                        <a:pt x="181890" y="84298"/>
                        <a:pt x="188894" y="77516"/>
                        <a:pt x="196120" y="71043"/>
                      </a:cubicBezTo>
                      <a:cubicBezTo>
                        <a:pt x="210749" y="58232"/>
                        <a:pt x="226354" y="46573"/>
                        <a:pt x="242845" y="36199"/>
                      </a:cubicBezTo>
                      <a:cubicBezTo>
                        <a:pt x="259336" y="26003"/>
                        <a:pt x="276403" y="16516"/>
                        <a:pt x="294757" y="9734"/>
                      </a:cubicBezTo>
                      <a:cubicBezTo>
                        <a:pt x="312976" y="2996"/>
                        <a:pt x="332615" y="-1260"/>
                        <a:pt x="352254" y="335"/>
                      </a:cubicBezTo>
                      <a:cubicBezTo>
                        <a:pt x="371671" y="2153"/>
                        <a:pt x="390600" y="9158"/>
                        <a:pt x="406027" y="20772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40" name="Forme libre : forme 27439">
                  <a:extLst>
                    <a:ext uri="{FF2B5EF4-FFF2-40B4-BE49-F238E27FC236}">
                      <a16:creationId xmlns:a16="http://schemas.microsoft.com/office/drawing/2014/main" id="{1C2240CD-2B8E-4359-BCF0-16B707DF228C}"/>
                    </a:ext>
                  </a:extLst>
                </p:cNvPr>
                <p:cNvSpPr/>
                <p:nvPr/>
              </p:nvSpPr>
              <p:spPr>
                <a:xfrm>
                  <a:off x="6491609" y="3513928"/>
                  <a:ext cx="351278" cy="130919"/>
                </a:xfrm>
                <a:custGeom>
                  <a:avLst/>
                  <a:gdLst>
                    <a:gd name="connsiteX0" fmla="*/ 0 w 351278"/>
                    <a:gd name="connsiteY0" fmla="*/ 16900 h 130919"/>
                    <a:gd name="connsiteX1" fmla="*/ 46326 w 351278"/>
                    <a:gd name="connsiteY1" fmla="*/ 2847 h 130919"/>
                    <a:gd name="connsiteX2" fmla="*/ 94957 w 351278"/>
                    <a:gd name="connsiteY2" fmla="*/ 409 h 130919"/>
                    <a:gd name="connsiteX3" fmla="*/ 143012 w 351278"/>
                    <a:gd name="connsiteY3" fmla="*/ 9408 h 130919"/>
                    <a:gd name="connsiteX4" fmla="*/ 187653 w 351278"/>
                    <a:gd name="connsiteY4" fmla="*/ 29357 h 130919"/>
                    <a:gd name="connsiteX5" fmla="*/ 267449 w 351278"/>
                    <a:gd name="connsiteY5" fmla="*/ 84327 h 130919"/>
                    <a:gd name="connsiteX6" fmla="*/ 307657 w 351278"/>
                    <a:gd name="connsiteY6" fmla="*/ 110704 h 130919"/>
                    <a:gd name="connsiteX7" fmla="*/ 351279 w 351278"/>
                    <a:gd name="connsiteY7" fmla="*/ 130919 h 130919"/>
                    <a:gd name="connsiteX8" fmla="*/ 306105 w 351278"/>
                    <a:gd name="connsiteY8" fmla="*/ 113541 h 130919"/>
                    <a:gd name="connsiteX9" fmla="*/ 264567 w 351278"/>
                    <a:gd name="connsiteY9" fmla="*/ 88494 h 130919"/>
                    <a:gd name="connsiteX10" fmla="*/ 184417 w 351278"/>
                    <a:gd name="connsiteY10" fmla="*/ 35120 h 130919"/>
                    <a:gd name="connsiteX11" fmla="*/ 141150 w 351278"/>
                    <a:gd name="connsiteY11" fmla="*/ 15348 h 130919"/>
                    <a:gd name="connsiteX12" fmla="*/ 94647 w 351278"/>
                    <a:gd name="connsiteY12" fmla="*/ 5462 h 130919"/>
                    <a:gd name="connsiteX13" fmla="*/ 0 w 351278"/>
                    <a:gd name="connsiteY13" fmla="*/ 16900 h 130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51278" h="130919">
                      <a:moveTo>
                        <a:pt x="0" y="16900"/>
                      </a:moveTo>
                      <a:cubicBezTo>
                        <a:pt x="14718" y="10294"/>
                        <a:pt x="30367" y="5773"/>
                        <a:pt x="46326" y="2847"/>
                      </a:cubicBezTo>
                      <a:cubicBezTo>
                        <a:pt x="62329" y="187"/>
                        <a:pt x="78687" y="-566"/>
                        <a:pt x="94957" y="409"/>
                      </a:cubicBezTo>
                      <a:cubicBezTo>
                        <a:pt x="111227" y="1384"/>
                        <a:pt x="127363" y="4620"/>
                        <a:pt x="143012" y="9408"/>
                      </a:cubicBezTo>
                      <a:cubicBezTo>
                        <a:pt x="158661" y="14329"/>
                        <a:pt x="173467" y="21377"/>
                        <a:pt x="187653" y="29357"/>
                      </a:cubicBezTo>
                      <a:cubicBezTo>
                        <a:pt x="215981" y="45449"/>
                        <a:pt x="241427" y="65531"/>
                        <a:pt x="267449" y="84327"/>
                      </a:cubicBezTo>
                      <a:cubicBezTo>
                        <a:pt x="280438" y="93770"/>
                        <a:pt x="293693" y="102813"/>
                        <a:pt x="307657" y="110704"/>
                      </a:cubicBezTo>
                      <a:cubicBezTo>
                        <a:pt x="321488" y="118817"/>
                        <a:pt x="336029" y="125599"/>
                        <a:pt x="351279" y="130919"/>
                      </a:cubicBezTo>
                      <a:cubicBezTo>
                        <a:pt x="335585" y="127062"/>
                        <a:pt x="320557" y="120767"/>
                        <a:pt x="306105" y="113541"/>
                      </a:cubicBezTo>
                      <a:cubicBezTo>
                        <a:pt x="291698" y="106138"/>
                        <a:pt x="277955" y="97494"/>
                        <a:pt x="264567" y="88494"/>
                      </a:cubicBezTo>
                      <a:cubicBezTo>
                        <a:pt x="237703" y="70585"/>
                        <a:pt x="212257" y="50769"/>
                        <a:pt x="184417" y="35120"/>
                      </a:cubicBezTo>
                      <a:cubicBezTo>
                        <a:pt x="170585" y="27184"/>
                        <a:pt x="156178" y="20313"/>
                        <a:pt x="141150" y="15348"/>
                      </a:cubicBezTo>
                      <a:cubicBezTo>
                        <a:pt x="126077" y="10339"/>
                        <a:pt x="110473" y="7147"/>
                        <a:pt x="94647" y="5462"/>
                      </a:cubicBezTo>
                      <a:cubicBezTo>
                        <a:pt x="62817" y="2315"/>
                        <a:pt x="30411" y="6260"/>
                        <a:pt x="0" y="16900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41" name="Forme libre : forme 27440">
                  <a:extLst>
                    <a:ext uri="{FF2B5EF4-FFF2-40B4-BE49-F238E27FC236}">
                      <a16:creationId xmlns:a16="http://schemas.microsoft.com/office/drawing/2014/main" id="{F91FCB8B-1AB3-49A1-9E70-622D52E699EA}"/>
                    </a:ext>
                  </a:extLst>
                </p:cNvPr>
                <p:cNvSpPr/>
                <p:nvPr/>
              </p:nvSpPr>
              <p:spPr>
                <a:xfrm>
                  <a:off x="5884895" y="3560986"/>
                  <a:ext cx="323394" cy="138210"/>
                </a:xfrm>
                <a:custGeom>
                  <a:avLst/>
                  <a:gdLst>
                    <a:gd name="connsiteX0" fmla="*/ 0 w 323394"/>
                    <a:gd name="connsiteY0" fmla="*/ 40771 h 138210"/>
                    <a:gd name="connsiteX1" fmla="*/ 41937 w 323394"/>
                    <a:gd name="connsiteY1" fmla="*/ 17143 h 138210"/>
                    <a:gd name="connsiteX2" fmla="*/ 88352 w 323394"/>
                    <a:gd name="connsiteY2" fmla="*/ 3488 h 138210"/>
                    <a:gd name="connsiteX3" fmla="*/ 136761 w 323394"/>
                    <a:gd name="connsiteY3" fmla="*/ 208 h 138210"/>
                    <a:gd name="connsiteX4" fmla="*/ 184816 w 323394"/>
                    <a:gd name="connsiteY4" fmla="*/ 8143 h 138210"/>
                    <a:gd name="connsiteX5" fmla="*/ 228570 w 323394"/>
                    <a:gd name="connsiteY5" fmla="*/ 29998 h 138210"/>
                    <a:gd name="connsiteX6" fmla="*/ 261819 w 323394"/>
                    <a:gd name="connsiteY6" fmla="*/ 65552 h 138210"/>
                    <a:gd name="connsiteX7" fmla="*/ 289703 w 323394"/>
                    <a:gd name="connsiteY7" fmla="*/ 104607 h 138210"/>
                    <a:gd name="connsiteX8" fmla="*/ 323394 w 323394"/>
                    <a:gd name="connsiteY8" fmla="*/ 138210 h 138210"/>
                    <a:gd name="connsiteX9" fmla="*/ 287176 w 323394"/>
                    <a:gd name="connsiteY9" fmla="*/ 106647 h 138210"/>
                    <a:gd name="connsiteX10" fmla="*/ 257740 w 323394"/>
                    <a:gd name="connsiteY10" fmla="*/ 68655 h 138210"/>
                    <a:gd name="connsiteX11" fmla="*/ 224802 w 323394"/>
                    <a:gd name="connsiteY11" fmla="*/ 35052 h 138210"/>
                    <a:gd name="connsiteX12" fmla="*/ 182910 w 323394"/>
                    <a:gd name="connsiteY12" fmla="*/ 14527 h 138210"/>
                    <a:gd name="connsiteX13" fmla="*/ 136495 w 323394"/>
                    <a:gd name="connsiteY13" fmla="*/ 6547 h 138210"/>
                    <a:gd name="connsiteX14" fmla="*/ 89238 w 323394"/>
                    <a:gd name="connsiteY14" fmla="*/ 8587 h 138210"/>
                    <a:gd name="connsiteX15" fmla="*/ 0 w 323394"/>
                    <a:gd name="connsiteY15" fmla="*/ 40771 h 138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23394" h="138210">
                      <a:moveTo>
                        <a:pt x="0" y="40771"/>
                      </a:moveTo>
                      <a:cubicBezTo>
                        <a:pt x="12945" y="31284"/>
                        <a:pt x="27131" y="23571"/>
                        <a:pt x="41937" y="17143"/>
                      </a:cubicBezTo>
                      <a:cubicBezTo>
                        <a:pt x="56832" y="10892"/>
                        <a:pt x="72437" y="6459"/>
                        <a:pt x="88352" y="3488"/>
                      </a:cubicBezTo>
                      <a:cubicBezTo>
                        <a:pt x="104266" y="430"/>
                        <a:pt x="120580" y="-457"/>
                        <a:pt x="136761" y="208"/>
                      </a:cubicBezTo>
                      <a:cubicBezTo>
                        <a:pt x="152986" y="962"/>
                        <a:pt x="169167" y="3400"/>
                        <a:pt x="184816" y="8143"/>
                      </a:cubicBezTo>
                      <a:cubicBezTo>
                        <a:pt x="200376" y="12975"/>
                        <a:pt x="215493" y="19980"/>
                        <a:pt x="228570" y="29998"/>
                      </a:cubicBezTo>
                      <a:cubicBezTo>
                        <a:pt x="241692" y="40017"/>
                        <a:pt x="252288" y="52607"/>
                        <a:pt x="261819" y="65552"/>
                      </a:cubicBezTo>
                      <a:cubicBezTo>
                        <a:pt x="271305" y="78541"/>
                        <a:pt x="279994" y="92018"/>
                        <a:pt x="289703" y="104607"/>
                      </a:cubicBezTo>
                      <a:cubicBezTo>
                        <a:pt x="299145" y="117419"/>
                        <a:pt x="310228" y="129034"/>
                        <a:pt x="323394" y="138210"/>
                      </a:cubicBezTo>
                      <a:cubicBezTo>
                        <a:pt x="309386" y="130275"/>
                        <a:pt x="297594" y="118882"/>
                        <a:pt x="287176" y="106647"/>
                      </a:cubicBezTo>
                      <a:cubicBezTo>
                        <a:pt x="276803" y="94323"/>
                        <a:pt x="267626" y="81112"/>
                        <a:pt x="257740" y="68655"/>
                      </a:cubicBezTo>
                      <a:cubicBezTo>
                        <a:pt x="247766" y="56331"/>
                        <a:pt x="237437" y="44184"/>
                        <a:pt x="224802" y="35052"/>
                      </a:cubicBezTo>
                      <a:cubicBezTo>
                        <a:pt x="212301" y="25743"/>
                        <a:pt x="197893" y="19049"/>
                        <a:pt x="182910" y="14527"/>
                      </a:cubicBezTo>
                      <a:cubicBezTo>
                        <a:pt x="167926" y="9828"/>
                        <a:pt x="152233" y="7478"/>
                        <a:pt x="136495" y="6547"/>
                      </a:cubicBezTo>
                      <a:cubicBezTo>
                        <a:pt x="120757" y="5572"/>
                        <a:pt x="104887" y="6326"/>
                        <a:pt x="89238" y="8587"/>
                      </a:cubicBezTo>
                      <a:cubicBezTo>
                        <a:pt x="57808" y="13064"/>
                        <a:pt x="27397" y="24235"/>
                        <a:pt x="0" y="40771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42" name="Forme libre : forme 27441">
                  <a:extLst>
                    <a:ext uri="{FF2B5EF4-FFF2-40B4-BE49-F238E27FC236}">
                      <a16:creationId xmlns:a16="http://schemas.microsoft.com/office/drawing/2014/main" id="{5EA5E170-1931-493C-9100-1C147743E32E}"/>
                    </a:ext>
                  </a:extLst>
                </p:cNvPr>
                <p:cNvSpPr/>
                <p:nvPr/>
              </p:nvSpPr>
              <p:spPr>
                <a:xfrm>
                  <a:off x="5518899" y="3500074"/>
                  <a:ext cx="387452" cy="105446"/>
                </a:xfrm>
                <a:custGeom>
                  <a:avLst/>
                  <a:gdLst>
                    <a:gd name="connsiteX0" fmla="*/ 0 w 387452"/>
                    <a:gd name="connsiteY0" fmla="*/ 99644 h 105446"/>
                    <a:gd name="connsiteX1" fmla="*/ 53995 w 387452"/>
                    <a:gd name="connsiteY1" fmla="*/ 100131 h 105446"/>
                    <a:gd name="connsiteX2" fmla="*/ 103912 w 387452"/>
                    <a:gd name="connsiteY2" fmla="*/ 79030 h 105446"/>
                    <a:gd name="connsiteX3" fmla="*/ 195721 w 387452"/>
                    <a:gd name="connsiteY3" fmla="*/ 18030 h 105446"/>
                    <a:gd name="connsiteX4" fmla="*/ 248918 w 387452"/>
                    <a:gd name="connsiteY4" fmla="*/ 874 h 105446"/>
                    <a:gd name="connsiteX5" fmla="*/ 304066 w 387452"/>
                    <a:gd name="connsiteY5" fmla="*/ 9563 h 105446"/>
                    <a:gd name="connsiteX6" fmla="*/ 346757 w 387452"/>
                    <a:gd name="connsiteY6" fmla="*/ 45028 h 105446"/>
                    <a:gd name="connsiteX7" fmla="*/ 387453 w 387452"/>
                    <a:gd name="connsiteY7" fmla="*/ 81645 h 105446"/>
                    <a:gd name="connsiteX8" fmla="*/ 344407 w 387452"/>
                    <a:gd name="connsiteY8" fmla="*/ 47333 h 105446"/>
                    <a:gd name="connsiteX9" fmla="*/ 301761 w 387452"/>
                    <a:gd name="connsiteY9" fmla="*/ 14129 h 105446"/>
                    <a:gd name="connsiteX10" fmla="*/ 249672 w 387452"/>
                    <a:gd name="connsiteY10" fmla="*/ 6859 h 105446"/>
                    <a:gd name="connsiteX11" fmla="*/ 198780 w 387452"/>
                    <a:gd name="connsiteY11" fmla="*/ 23882 h 105446"/>
                    <a:gd name="connsiteX12" fmla="*/ 106483 w 387452"/>
                    <a:gd name="connsiteY12" fmla="*/ 83418 h 105446"/>
                    <a:gd name="connsiteX13" fmla="*/ 54704 w 387452"/>
                    <a:gd name="connsiteY13" fmla="*/ 103279 h 105446"/>
                    <a:gd name="connsiteX14" fmla="*/ 0 w 387452"/>
                    <a:gd name="connsiteY14" fmla="*/ 99644 h 105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7452" h="105446">
                      <a:moveTo>
                        <a:pt x="0" y="99644"/>
                      </a:moveTo>
                      <a:cubicBezTo>
                        <a:pt x="17644" y="105008"/>
                        <a:pt x="36440" y="104520"/>
                        <a:pt x="53995" y="100131"/>
                      </a:cubicBezTo>
                      <a:cubicBezTo>
                        <a:pt x="71683" y="95964"/>
                        <a:pt x="88396" y="88383"/>
                        <a:pt x="103912" y="79030"/>
                      </a:cubicBezTo>
                      <a:cubicBezTo>
                        <a:pt x="135076" y="60322"/>
                        <a:pt x="162739" y="35630"/>
                        <a:pt x="195721" y="18030"/>
                      </a:cubicBezTo>
                      <a:cubicBezTo>
                        <a:pt x="212301" y="9519"/>
                        <a:pt x="230211" y="3224"/>
                        <a:pt x="248918" y="874"/>
                      </a:cubicBezTo>
                      <a:cubicBezTo>
                        <a:pt x="267449" y="-1431"/>
                        <a:pt x="287265" y="608"/>
                        <a:pt x="304066" y="9563"/>
                      </a:cubicBezTo>
                      <a:cubicBezTo>
                        <a:pt x="320956" y="18296"/>
                        <a:pt x="334122" y="31861"/>
                        <a:pt x="346757" y="45028"/>
                      </a:cubicBezTo>
                      <a:cubicBezTo>
                        <a:pt x="359258" y="58416"/>
                        <a:pt x="371804" y="71892"/>
                        <a:pt x="387453" y="81645"/>
                      </a:cubicBezTo>
                      <a:cubicBezTo>
                        <a:pt x="371006" y="73222"/>
                        <a:pt x="357662" y="59923"/>
                        <a:pt x="344407" y="47333"/>
                      </a:cubicBezTo>
                      <a:cubicBezTo>
                        <a:pt x="331330" y="34610"/>
                        <a:pt x="317942" y="21799"/>
                        <a:pt x="301761" y="14129"/>
                      </a:cubicBezTo>
                      <a:cubicBezTo>
                        <a:pt x="285669" y="6460"/>
                        <a:pt x="267360" y="4377"/>
                        <a:pt x="249672" y="6859"/>
                      </a:cubicBezTo>
                      <a:cubicBezTo>
                        <a:pt x="231895" y="9253"/>
                        <a:pt x="214739" y="15504"/>
                        <a:pt x="198780" y="23882"/>
                      </a:cubicBezTo>
                      <a:cubicBezTo>
                        <a:pt x="166551" y="40418"/>
                        <a:pt x="138800" y="65243"/>
                        <a:pt x="106483" y="83418"/>
                      </a:cubicBezTo>
                      <a:cubicBezTo>
                        <a:pt x="90302" y="92462"/>
                        <a:pt x="72924" y="99688"/>
                        <a:pt x="54704" y="103279"/>
                      </a:cubicBezTo>
                      <a:cubicBezTo>
                        <a:pt x="36484" y="106737"/>
                        <a:pt x="17200" y="106426"/>
                        <a:pt x="0" y="99644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43" name="Forme libre : forme 27442">
                  <a:extLst>
                    <a:ext uri="{FF2B5EF4-FFF2-40B4-BE49-F238E27FC236}">
                      <a16:creationId xmlns:a16="http://schemas.microsoft.com/office/drawing/2014/main" id="{ACD8A25F-FDE4-48FA-B458-D6FC83D8DBCD}"/>
                    </a:ext>
                  </a:extLst>
                </p:cNvPr>
                <p:cNvSpPr/>
                <p:nvPr/>
              </p:nvSpPr>
              <p:spPr>
                <a:xfrm>
                  <a:off x="5291215" y="3379798"/>
                  <a:ext cx="657827" cy="118371"/>
                </a:xfrm>
                <a:custGeom>
                  <a:avLst/>
                  <a:gdLst>
                    <a:gd name="connsiteX0" fmla="*/ 0 w 657827"/>
                    <a:gd name="connsiteY0" fmla="*/ 117472 h 118371"/>
                    <a:gd name="connsiteX1" fmla="*/ 84451 w 657827"/>
                    <a:gd name="connsiteY1" fmla="*/ 100626 h 118371"/>
                    <a:gd name="connsiteX2" fmla="*/ 160567 w 657827"/>
                    <a:gd name="connsiteY2" fmla="*/ 58689 h 118371"/>
                    <a:gd name="connsiteX3" fmla="*/ 237481 w 657827"/>
                    <a:gd name="connsiteY3" fmla="*/ 16574 h 118371"/>
                    <a:gd name="connsiteX4" fmla="*/ 323926 w 657827"/>
                    <a:gd name="connsiteY4" fmla="*/ 438 h 118371"/>
                    <a:gd name="connsiteX5" fmla="*/ 367415 w 657827"/>
                    <a:gd name="connsiteY5" fmla="*/ 8683 h 118371"/>
                    <a:gd name="connsiteX6" fmla="*/ 408687 w 657827"/>
                    <a:gd name="connsiteY6" fmla="*/ 23933 h 118371"/>
                    <a:gd name="connsiteX7" fmla="*/ 488217 w 657827"/>
                    <a:gd name="connsiteY7" fmla="*/ 59886 h 118371"/>
                    <a:gd name="connsiteX8" fmla="*/ 571781 w 657827"/>
                    <a:gd name="connsiteY8" fmla="*/ 81298 h 118371"/>
                    <a:gd name="connsiteX9" fmla="*/ 657827 w 657827"/>
                    <a:gd name="connsiteY9" fmla="*/ 72298 h 118371"/>
                    <a:gd name="connsiteX10" fmla="*/ 571559 w 657827"/>
                    <a:gd name="connsiteY10" fmla="*/ 84534 h 118371"/>
                    <a:gd name="connsiteX11" fmla="*/ 486266 w 657827"/>
                    <a:gd name="connsiteY11" fmla="*/ 64629 h 118371"/>
                    <a:gd name="connsiteX12" fmla="*/ 406293 w 657827"/>
                    <a:gd name="connsiteY12" fmla="*/ 29475 h 118371"/>
                    <a:gd name="connsiteX13" fmla="*/ 365597 w 657827"/>
                    <a:gd name="connsiteY13" fmla="*/ 14757 h 118371"/>
                    <a:gd name="connsiteX14" fmla="*/ 323439 w 657827"/>
                    <a:gd name="connsiteY14" fmla="*/ 7043 h 118371"/>
                    <a:gd name="connsiteX15" fmla="*/ 239786 w 657827"/>
                    <a:gd name="connsiteY15" fmla="*/ 22116 h 118371"/>
                    <a:gd name="connsiteX16" fmla="*/ 163227 w 657827"/>
                    <a:gd name="connsiteY16" fmla="*/ 62989 h 118371"/>
                    <a:gd name="connsiteX17" fmla="*/ 85692 w 657827"/>
                    <a:gd name="connsiteY17" fmla="*/ 103552 h 118371"/>
                    <a:gd name="connsiteX18" fmla="*/ 0 w 657827"/>
                    <a:gd name="connsiteY18" fmla="*/ 117472 h 1183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57827" h="118371">
                      <a:moveTo>
                        <a:pt x="0" y="117472"/>
                      </a:moveTo>
                      <a:cubicBezTo>
                        <a:pt x="29170" y="119378"/>
                        <a:pt x="58029" y="112108"/>
                        <a:pt x="84451" y="100626"/>
                      </a:cubicBezTo>
                      <a:cubicBezTo>
                        <a:pt x="111138" y="89277"/>
                        <a:pt x="135963" y="74160"/>
                        <a:pt x="160567" y="58689"/>
                      </a:cubicBezTo>
                      <a:cubicBezTo>
                        <a:pt x="185171" y="43217"/>
                        <a:pt x="210306" y="28012"/>
                        <a:pt x="237481" y="16574"/>
                      </a:cubicBezTo>
                      <a:cubicBezTo>
                        <a:pt x="264479" y="5137"/>
                        <a:pt x="294180" y="-1867"/>
                        <a:pt x="323926" y="438"/>
                      </a:cubicBezTo>
                      <a:cubicBezTo>
                        <a:pt x="338777" y="1369"/>
                        <a:pt x="353229" y="4738"/>
                        <a:pt x="367415" y="8683"/>
                      </a:cubicBezTo>
                      <a:cubicBezTo>
                        <a:pt x="381557" y="12806"/>
                        <a:pt x="395211" y="18259"/>
                        <a:pt x="408687" y="23933"/>
                      </a:cubicBezTo>
                      <a:cubicBezTo>
                        <a:pt x="435507" y="35592"/>
                        <a:pt x="461530" y="48626"/>
                        <a:pt x="488217" y="59886"/>
                      </a:cubicBezTo>
                      <a:cubicBezTo>
                        <a:pt x="514904" y="71013"/>
                        <a:pt x="542833" y="79347"/>
                        <a:pt x="571781" y="81298"/>
                      </a:cubicBezTo>
                      <a:cubicBezTo>
                        <a:pt x="600596" y="83603"/>
                        <a:pt x="629899" y="80411"/>
                        <a:pt x="657827" y="72298"/>
                      </a:cubicBezTo>
                      <a:cubicBezTo>
                        <a:pt x="630298" y="81829"/>
                        <a:pt x="600818" y="85775"/>
                        <a:pt x="571559" y="84534"/>
                      </a:cubicBezTo>
                      <a:cubicBezTo>
                        <a:pt x="542212" y="83248"/>
                        <a:pt x="513486" y="75269"/>
                        <a:pt x="486266" y="64629"/>
                      </a:cubicBezTo>
                      <a:cubicBezTo>
                        <a:pt x="459003" y="53990"/>
                        <a:pt x="432981" y="40735"/>
                        <a:pt x="406293" y="29475"/>
                      </a:cubicBezTo>
                      <a:cubicBezTo>
                        <a:pt x="392905" y="23978"/>
                        <a:pt x="379429" y="18702"/>
                        <a:pt x="365597" y="14757"/>
                      </a:cubicBezTo>
                      <a:cubicBezTo>
                        <a:pt x="351766" y="10989"/>
                        <a:pt x="337713" y="7841"/>
                        <a:pt x="323439" y="7043"/>
                      </a:cubicBezTo>
                      <a:cubicBezTo>
                        <a:pt x="294934" y="4649"/>
                        <a:pt x="266296" y="11122"/>
                        <a:pt x="239786" y="22116"/>
                      </a:cubicBezTo>
                      <a:cubicBezTo>
                        <a:pt x="213099" y="33021"/>
                        <a:pt x="188229" y="48182"/>
                        <a:pt x="163227" y="62989"/>
                      </a:cubicBezTo>
                      <a:cubicBezTo>
                        <a:pt x="138268" y="77928"/>
                        <a:pt x="112911" y="92735"/>
                        <a:pt x="85692" y="103552"/>
                      </a:cubicBezTo>
                      <a:cubicBezTo>
                        <a:pt x="58606" y="114235"/>
                        <a:pt x="29125" y="120885"/>
                        <a:pt x="0" y="117472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44" name="Forme libre : forme 27443">
                  <a:extLst>
                    <a:ext uri="{FF2B5EF4-FFF2-40B4-BE49-F238E27FC236}">
                      <a16:creationId xmlns:a16="http://schemas.microsoft.com/office/drawing/2014/main" id="{6BAE0C5A-D9E7-4457-96C0-E86FE3A63325}"/>
                    </a:ext>
                  </a:extLst>
                </p:cNvPr>
                <p:cNvSpPr/>
                <p:nvPr/>
              </p:nvSpPr>
              <p:spPr>
                <a:xfrm>
                  <a:off x="4456596" y="3398198"/>
                  <a:ext cx="462327" cy="120970"/>
                </a:xfrm>
                <a:custGeom>
                  <a:avLst/>
                  <a:gdLst>
                    <a:gd name="connsiteX0" fmla="*/ 0 w 462327"/>
                    <a:gd name="connsiteY0" fmla="*/ 120970 h 120970"/>
                    <a:gd name="connsiteX1" fmla="*/ 57364 w 462327"/>
                    <a:gd name="connsiteY1" fmla="*/ 99559 h 120970"/>
                    <a:gd name="connsiteX2" fmla="*/ 85027 w 462327"/>
                    <a:gd name="connsiteY2" fmla="*/ 86747 h 120970"/>
                    <a:gd name="connsiteX3" fmla="*/ 98060 w 462327"/>
                    <a:gd name="connsiteY3" fmla="*/ 79033 h 120970"/>
                    <a:gd name="connsiteX4" fmla="*/ 111093 w 462327"/>
                    <a:gd name="connsiteY4" fmla="*/ 70921 h 120970"/>
                    <a:gd name="connsiteX5" fmla="*/ 164645 w 462327"/>
                    <a:gd name="connsiteY5" fmla="*/ 40643 h 120970"/>
                    <a:gd name="connsiteX6" fmla="*/ 192130 w 462327"/>
                    <a:gd name="connsiteY6" fmla="*/ 26767 h 120970"/>
                    <a:gd name="connsiteX7" fmla="*/ 220635 w 462327"/>
                    <a:gd name="connsiteY7" fmla="*/ 14709 h 120970"/>
                    <a:gd name="connsiteX8" fmla="*/ 281014 w 462327"/>
                    <a:gd name="connsiteY8" fmla="*/ 833 h 120970"/>
                    <a:gd name="connsiteX9" fmla="*/ 312134 w 462327"/>
                    <a:gd name="connsiteY9" fmla="*/ 435 h 120970"/>
                    <a:gd name="connsiteX10" fmla="*/ 342767 w 462327"/>
                    <a:gd name="connsiteY10" fmla="*/ 5488 h 120970"/>
                    <a:gd name="connsiteX11" fmla="*/ 401905 w 462327"/>
                    <a:gd name="connsiteY11" fmla="*/ 21979 h 120970"/>
                    <a:gd name="connsiteX12" fmla="*/ 462328 w 462327"/>
                    <a:gd name="connsiteY12" fmla="*/ 26590 h 120970"/>
                    <a:gd name="connsiteX13" fmla="*/ 401195 w 462327"/>
                    <a:gd name="connsiteY13" fmla="*/ 25127 h 120970"/>
                    <a:gd name="connsiteX14" fmla="*/ 341703 w 462327"/>
                    <a:gd name="connsiteY14" fmla="*/ 10453 h 120970"/>
                    <a:gd name="connsiteX15" fmla="*/ 311780 w 462327"/>
                    <a:gd name="connsiteY15" fmla="*/ 6109 h 120970"/>
                    <a:gd name="connsiteX16" fmla="*/ 281635 w 462327"/>
                    <a:gd name="connsiteY16" fmla="*/ 6774 h 120970"/>
                    <a:gd name="connsiteX17" fmla="*/ 222940 w 462327"/>
                    <a:gd name="connsiteY17" fmla="*/ 20871 h 120970"/>
                    <a:gd name="connsiteX18" fmla="*/ 194879 w 462327"/>
                    <a:gd name="connsiteY18" fmla="*/ 32441 h 120970"/>
                    <a:gd name="connsiteX19" fmla="*/ 167438 w 462327"/>
                    <a:gd name="connsiteY19" fmla="*/ 45962 h 120970"/>
                    <a:gd name="connsiteX20" fmla="*/ 113753 w 462327"/>
                    <a:gd name="connsiteY20" fmla="*/ 75221 h 120970"/>
                    <a:gd name="connsiteX21" fmla="*/ 100498 w 462327"/>
                    <a:gd name="connsiteY21" fmla="*/ 82934 h 120970"/>
                    <a:gd name="connsiteX22" fmla="*/ 86933 w 462327"/>
                    <a:gd name="connsiteY22" fmla="*/ 90426 h 120970"/>
                    <a:gd name="connsiteX23" fmla="*/ 58606 w 462327"/>
                    <a:gd name="connsiteY23" fmla="*/ 102529 h 120970"/>
                    <a:gd name="connsiteX24" fmla="*/ 29613 w 462327"/>
                    <a:gd name="connsiteY24" fmla="*/ 112769 h 120970"/>
                    <a:gd name="connsiteX25" fmla="*/ 0 w 462327"/>
                    <a:gd name="connsiteY25" fmla="*/ 120970 h 120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62327" h="120970">
                      <a:moveTo>
                        <a:pt x="0" y="120970"/>
                      </a:moveTo>
                      <a:cubicBezTo>
                        <a:pt x="19639" y="115340"/>
                        <a:pt x="38612" y="107582"/>
                        <a:pt x="57364" y="99559"/>
                      </a:cubicBezTo>
                      <a:cubicBezTo>
                        <a:pt x="66718" y="95524"/>
                        <a:pt x="76072" y="91402"/>
                        <a:pt x="85027" y="86747"/>
                      </a:cubicBezTo>
                      <a:cubicBezTo>
                        <a:pt x="89549" y="84486"/>
                        <a:pt x="93671" y="81737"/>
                        <a:pt x="98060" y="79033"/>
                      </a:cubicBezTo>
                      <a:lnTo>
                        <a:pt x="111093" y="70921"/>
                      </a:lnTo>
                      <a:cubicBezTo>
                        <a:pt x="128427" y="60015"/>
                        <a:pt x="146425" y="50041"/>
                        <a:pt x="164645" y="40643"/>
                      </a:cubicBezTo>
                      <a:cubicBezTo>
                        <a:pt x="173777" y="35943"/>
                        <a:pt x="182821" y="31289"/>
                        <a:pt x="192130" y="26767"/>
                      </a:cubicBezTo>
                      <a:cubicBezTo>
                        <a:pt x="201440" y="22334"/>
                        <a:pt x="210927" y="18300"/>
                        <a:pt x="220635" y="14709"/>
                      </a:cubicBezTo>
                      <a:cubicBezTo>
                        <a:pt x="240052" y="7705"/>
                        <a:pt x="260356" y="2695"/>
                        <a:pt x="281014" y="833"/>
                      </a:cubicBezTo>
                      <a:cubicBezTo>
                        <a:pt x="291343" y="-97"/>
                        <a:pt x="301761" y="-275"/>
                        <a:pt x="312134" y="435"/>
                      </a:cubicBezTo>
                      <a:cubicBezTo>
                        <a:pt x="322508" y="1188"/>
                        <a:pt x="332748" y="3094"/>
                        <a:pt x="342767" y="5488"/>
                      </a:cubicBezTo>
                      <a:cubicBezTo>
                        <a:pt x="362849" y="10320"/>
                        <a:pt x="382133" y="17103"/>
                        <a:pt x="401905" y="21979"/>
                      </a:cubicBezTo>
                      <a:cubicBezTo>
                        <a:pt x="421543" y="27122"/>
                        <a:pt x="442024" y="29870"/>
                        <a:pt x="462328" y="26590"/>
                      </a:cubicBezTo>
                      <a:cubicBezTo>
                        <a:pt x="442290" y="31377"/>
                        <a:pt x="421233" y="29250"/>
                        <a:pt x="401195" y="25127"/>
                      </a:cubicBezTo>
                      <a:cubicBezTo>
                        <a:pt x="381113" y="20827"/>
                        <a:pt x="361563" y="14576"/>
                        <a:pt x="341703" y="10453"/>
                      </a:cubicBezTo>
                      <a:cubicBezTo>
                        <a:pt x="331773" y="8414"/>
                        <a:pt x="321798" y="6818"/>
                        <a:pt x="311780" y="6109"/>
                      </a:cubicBezTo>
                      <a:cubicBezTo>
                        <a:pt x="301761" y="5488"/>
                        <a:pt x="291653" y="5754"/>
                        <a:pt x="281635" y="6774"/>
                      </a:cubicBezTo>
                      <a:cubicBezTo>
                        <a:pt x="261597" y="8813"/>
                        <a:pt x="241870" y="13867"/>
                        <a:pt x="222940" y="20871"/>
                      </a:cubicBezTo>
                      <a:cubicBezTo>
                        <a:pt x="213409" y="24285"/>
                        <a:pt x="204055" y="28141"/>
                        <a:pt x="194879" y="32441"/>
                      </a:cubicBezTo>
                      <a:cubicBezTo>
                        <a:pt x="185747" y="36742"/>
                        <a:pt x="176570" y="41396"/>
                        <a:pt x="167438" y="45962"/>
                      </a:cubicBezTo>
                      <a:cubicBezTo>
                        <a:pt x="149174" y="55050"/>
                        <a:pt x="131486" y="65025"/>
                        <a:pt x="113753" y="75221"/>
                      </a:cubicBezTo>
                      <a:lnTo>
                        <a:pt x="100498" y="82934"/>
                      </a:lnTo>
                      <a:cubicBezTo>
                        <a:pt x="96154" y="85461"/>
                        <a:pt x="91676" y="88210"/>
                        <a:pt x="86933" y="90426"/>
                      </a:cubicBezTo>
                      <a:cubicBezTo>
                        <a:pt x="77623" y="94904"/>
                        <a:pt x="68137" y="98805"/>
                        <a:pt x="58606" y="102529"/>
                      </a:cubicBezTo>
                      <a:cubicBezTo>
                        <a:pt x="49030" y="106164"/>
                        <a:pt x="39366" y="109577"/>
                        <a:pt x="29613" y="112769"/>
                      </a:cubicBezTo>
                      <a:cubicBezTo>
                        <a:pt x="19860" y="116005"/>
                        <a:pt x="10063" y="119020"/>
                        <a:pt x="0" y="120970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45" name="Forme libre : forme 27444">
                  <a:extLst>
                    <a:ext uri="{FF2B5EF4-FFF2-40B4-BE49-F238E27FC236}">
                      <a16:creationId xmlns:a16="http://schemas.microsoft.com/office/drawing/2014/main" id="{09355451-700D-4FC8-8944-BE7D53DA8CB0}"/>
                    </a:ext>
                  </a:extLst>
                </p:cNvPr>
                <p:cNvSpPr/>
                <p:nvPr/>
              </p:nvSpPr>
              <p:spPr>
                <a:xfrm>
                  <a:off x="4615789" y="3249415"/>
                  <a:ext cx="275827" cy="96476"/>
                </a:xfrm>
                <a:custGeom>
                  <a:avLst/>
                  <a:gdLst>
                    <a:gd name="connsiteX0" fmla="*/ 0 w 275827"/>
                    <a:gd name="connsiteY0" fmla="*/ 0 h 96476"/>
                    <a:gd name="connsiteX1" fmla="*/ 65787 w 275827"/>
                    <a:gd name="connsiteY1" fmla="*/ 37814 h 96476"/>
                    <a:gd name="connsiteX2" fmla="*/ 98370 w 275827"/>
                    <a:gd name="connsiteY2" fmla="*/ 57364 h 96476"/>
                    <a:gd name="connsiteX3" fmla="*/ 130466 w 275827"/>
                    <a:gd name="connsiteY3" fmla="*/ 77136 h 96476"/>
                    <a:gd name="connsiteX4" fmla="*/ 165133 w 275827"/>
                    <a:gd name="connsiteY4" fmla="*/ 89017 h 96476"/>
                    <a:gd name="connsiteX5" fmla="*/ 202194 w 275827"/>
                    <a:gd name="connsiteY5" fmla="*/ 89770 h 96476"/>
                    <a:gd name="connsiteX6" fmla="*/ 239210 w 275827"/>
                    <a:gd name="connsiteY6" fmla="*/ 83121 h 96476"/>
                    <a:gd name="connsiteX7" fmla="*/ 275827 w 275827"/>
                    <a:gd name="connsiteY7" fmla="*/ 73279 h 96476"/>
                    <a:gd name="connsiteX8" fmla="*/ 240096 w 275827"/>
                    <a:gd name="connsiteY8" fmla="*/ 86268 h 96476"/>
                    <a:gd name="connsiteX9" fmla="*/ 202858 w 275827"/>
                    <a:gd name="connsiteY9" fmla="*/ 94868 h 96476"/>
                    <a:gd name="connsiteX10" fmla="*/ 164246 w 275827"/>
                    <a:gd name="connsiteY10" fmla="*/ 95267 h 96476"/>
                    <a:gd name="connsiteX11" fmla="*/ 127363 w 275827"/>
                    <a:gd name="connsiteY11" fmla="*/ 83032 h 96476"/>
                    <a:gd name="connsiteX12" fmla="*/ 95046 w 275827"/>
                    <a:gd name="connsiteY12" fmla="*/ 62684 h 96476"/>
                    <a:gd name="connsiteX13" fmla="*/ 63172 w 275827"/>
                    <a:gd name="connsiteY13" fmla="*/ 42203 h 96476"/>
                    <a:gd name="connsiteX14" fmla="*/ 31253 w 275827"/>
                    <a:gd name="connsiteY14" fmla="*/ 21634 h 96476"/>
                    <a:gd name="connsiteX15" fmla="*/ 0 w 275827"/>
                    <a:gd name="connsiteY15" fmla="*/ 0 h 96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75827" h="96476">
                      <a:moveTo>
                        <a:pt x="0" y="0"/>
                      </a:moveTo>
                      <a:lnTo>
                        <a:pt x="65787" y="37814"/>
                      </a:lnTo>
                      <a:cubicBezTo>
                        <a:pt x="76781" y="44109"/>
                        <a:pt x="87598" y="50715"/>
                        <a:pt x="98370" y="57364"/>
                      </a:cubicBezTo>
                      <a:cubicBezTo>
                        <a:pt x="109187" y="64014"/>
                        <a:pt x="119516" y="71329"/>
                        <a:pt x="130466" y="77136"/>
                      </a:cubicBezTo>
                      <a:cubicBezTo>
                        <a:pt x="141283" y="83165"/>
                        <a:pt x="152986" y="87022"/>
                        <a:pt x="165133" y="89017"/>
                      </a:cubicBezTo>
                      <a:cubicBezTo>
                        <a:pt x="177279" y="91144"/>
                        <a:pt x="189781" y="90878"/>
                        <a:pt x="202194" y="89770"/>
                      </a:cubicBezTo>
                      <a:cubicBezTo>
                        <a:pt x="214606" y="88573"/>
                        <a:pt x="226975" y="86135"/>
                        <a:pt x="239210" y="83121"/>
                      </a:cubicBezTo>
                      <a:cubicBezTo>
                        <a:pt x="251490" y="80328"/>
                        <a:pt x="263592" y="76648"/>
                        <a:pt x="275827" y="73279"/>
                      </a:cubicBezTo>
                      <a:cubicBezTo>
                        <a:pt x="264080" y="78067"/>
                        <a:pt x="252154" y="82367"/>
                        <a:pt x="240096" y="86268"/>
                      </a:cubicBezTo>
                      <a:cubicBezTo>
                        <a:pt x="227950" y="89948"/>
                        <a:pt x="215537" y="93006"/>
                        <a:pt x="202858" y="94868"/>
                      </a:cubicBezTo>
                      <a:cubicBezTo>
                        <a:pt x="190180" y="96775"/>
                        <a:pt x="177146" y="97085"/>
                        <a:pt x="164246" y="95267"/>
                      </a:cubicBezTo>
                      <a:cubicBezTo>
                        <a:pt x="151435" y="93361"/>
                        <a:pt x="138712" y="89238"/>
                        <a:pt x="127363" y="83032"/>
                      </a:cubicBezTo>
                      <a:cubicBezTo>
                        <a:pt x="116014" y="76826"/>
                        <a:pt x="105641" y="69467"/>
                        <a:pt x="95046" y="62684"/>
                      </a:cubicBezTo>
                      <a:lnTo>
                        <a:pt x="63172" y="42203"/>
                      </a:lnTo>
                      <a:lnTo>
                        <a:pt x="31253" y="21634"/>
                      </a:lnTo>
                      <a:cubicBezTo>
                        <a:pt x="20747" y="14496"/>
                        <a:pt x="10196" y="7536"/>
                        <a:pt x="0" y="0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46" name="Forme libre : forme 27445">
                  <a:extLst>
                    <a:ext uri="{FF2B5EF4-FFF2-40B4-BE49-F238E27FC236}">
                      <a16:creationId xmlns:a16="http://schemas.microsoft.com/office/drawing/2014/main" id="{021797B7-EC52-49D8-ABB9-914A681B3334}"/>
                    </a:ext>
                  </a:extLst>
                </p:cNvPr>
                <p:cNvSpPr/>
                <p:nvPr/>
              </p:nvSpPr>
              <p:spPr>
                <a:xfrm>
                  <a:off x="4906556" y="3032725"/>
                  <a:ext cx="919512" cy="106563"/>
                </a:xfrm>
                <a:custGeom>
                  <a:avLst/>
                  <a:gdLst>
                    <a:gd name="connsiteX0" fmla="*/ 0 w 919512"/>
                    <a:gd name="connsiteY0" fmla="*/ 91765 h 106563"/>
                    <a:gd name="connsiteX1" fmla="*/ 62152 w 919512"/>
                    <a:gd name="connsiteY1" fmla="*/ 77668 h 106563"/>
                    <a:gd name="connsiteX2" fmla="*/ 87509 w 919512"/>
                    <a:gd name="connsiteY2" fmla="*/ 59093 h 106563"/>
                    <a:gd name="connsiteX3" fmla="*/ 107148 w 919512"/>
                    <a:gd name="connsiteY3" fmla="*/ 33780 h 106563"/>
                    <a:gd name="connsiteX4" fmla="*/ 132284 w 919512"/>
                    <a:gd name="connsiteY4" fmla="*/ 13078 h 106563"/>
                    <a:gd name="connsiteX5" fmla="*/ 163626 w 919512"/>
                    <a:gd name="connsiteY5" fmla="*/ 3857 h 106563"/>
                    <a:gd name="connsiteX6" fmla="*/ 196209 w 919512"/>
                    <a:gd name="connsiteY6" fmla="*/ 7315 h 106563"/>
                    <a:gd name="connsiteX7" fmla="*/ 224935 w 919512"/>
                    <a:gd name="connsiteY7" fmla="*/ 23008 h 106563"/>
                    <a:gd name="connsiteX8" fmla="*/ 250426 w 919512"/>
                    <a:gd name="connsiteY8" fmla="*/ 42336 h 106563"/>
                    <a:gd name="connsiteX9" fmla="*/ 277645 w 919512"/>
                    <a:gd name="connsiteY9" fmla="*/ 58783 h 106563"/>
                    <a:gd name="connsiteX10" fmla="*/ 334965 w 919512"/>
                    <a:gd name="connsiteY10" fmla="*/ 86889 h 106563"/>
                    <a:gd name="connsiteX11" fmla="*/ 395920 w 919512"/>
                    <a:gd name="connsiteY11" fmla="*/ 100055 h 106563"/>
                    <a:gd name="connsiteX12" fmla="*/ 454481 w 919512"/>
                    <a:gd name="connsiteY12" fmla="*/ 79884 h 106563"/>
                    <a:gd name="connsiteX13" fmla="*/ 511535 w 919512"/>
                    <a:gd name="connsiteY13" fmla="*/ 49518 h 106563"/>
                    <a:gd name="connsiteX14" fmla="*/ 543808 w 919512"/>
                    <a:gd name="connsiteY14" fmla="*/ 42957 h 106563"/>
                    <a:gd name="connsiteX15" fmla="*/ 576303 w 919512"/>
                    <a:gd name="connsiteY15" fmla="*/ 50094 h 106563"/>
                    <a:gd name="connsiteX16" fmla="*/ 601881 w 919512"/>
                    <a:gd name="connsiteY16" fmla="*/ 70486 h 106563"/>
                    <a:gd name="connsiteX17" fmla="*/ 627904 w 919512"/>
                    <a:gd name="connsiteY17" fmla="*/ 85470 h 106563"/>
                    <a:gd name="connsiteX18" fmla="*/ 656985 w 919512"/>
                    <a:gd name="connsiteY18" fmla="*/ 79353 h 106563"/>
                    <a:gd name="connsiteX19" fmla="*/ 682120 w 919512"/>
                    <a:gd name="connsiteY19" fmla="*/ 60556 h 106563"/>
                    <a:gd name="connsiteX20" fmla="*/ 707966 w 919512"/>
                    <a:gd name="connsiteY20" fmla="*/ 40873 h 106563"/>
                    <a:gd name="connsiteX21" fmla="*/ 737978 w 919512"/>
                    <a:gd name="connsiteY21" fmla="*/ 28150 h 106563"/>
                    <a:gd name="connsiteX22" fmla="*/ 770206 w 919512"/>
                    <a:gd name="connsiteY22" fmla="*/ 23717 h 106563"/>
                    <a:gd name="connsiteX23" fmla="*/ 802390 w 919512"/>
                    <a:gd name="connsiteY23" fmla="*/ 27485 h 106563"/>
                    <a:gd name="connsiteX24" fmla="*/ 833821 w 919512"/>
                    <a:gd name="connsiteY24" fmla="*/ 33248 h 106563"/>
                    <a:gd name="connsiteX25" fmla="*/ 865385 w 919512"/>
                    <a:gd name="connsiteY25" fmla="*/ 31830 h 106563"/>
                    <a:gd name="connsiteX26" fmla="*/ 919513 w 919512"/>
                    <a:gd name="connsiteY26" fmla="*/ 0 h 106563"/>
                    <a:gd name="connsiteX27" fmla="*/ 865784 w 919512"/>
                    <a:gd name="connsiteY27" fmla="*/ 33559 h 106563"/>
                    <a:gd name="connsiteX28" fmla="*/ 833555 w 919512"/>
                    <a:gd name="connsiteY28" fmla="*/ 35775 h 106563"/>
                    <a:gd name="connsiteX29" fmla="*/ 801725 w 919512"/>
                    <a:gd name="connsiteY29" fmla="*/ 30721 h 106563"/>
                    <a:gd name="connsiteX30" fmla="*/ 770206 w 919512"/>
                    <a:gd name="connsiteY30" fmla="*/ 27485 h 106563"/>
                    <a:gd name="connsiteX31" fmla="*/ 739086 w 919512"/>
                    <a:gd name="connsiteY31" fmla="*/ 32229 h 106563"/>
                    <a:gd name="connsiteX32" fmla="*/ 710359 w 919512"/>
                    <a:gd name="connsiteY32" fmla="*/ 44907 h 106563"/>
                    <a:gd name="connsiteX33" fmla="*/ 685534 w 919512"/>
                    <a:gd name="connsiteY33" fmla="*/ 64457 h 106563"/>
                    <a:gd name="connsiteX34" fmla="*/ 659645 w 919512"/>
                    <a:gd name="connsiteY34" fmla="*/ 84318 h 106563"/>
                    <a:gd name="connsiteX35" fmla="*/ 627017 w 919512"/>
                    <a:gd name="connsiteY35" fmla="*/ 91189 h 106563"/>
                    <a:gd name="connsiteX36" fmla="*/ 597980 w 919512"/>
                    <a:gd name="connsiteY36" fmla="*/ 74919 h 106563"/>
                    <a:gd name="connsiteX37" fmla="*/ 573465 w 919512"/>
                    <a:gd name="connsiteY37" fmla="*/ 55502 h 106563"/>
                    <a:gd name="connsiteX38" fmla="*/ 543985 w 919512"/>
                    <a:gd name="connsiteY38" fmla="*/ 49208 h 106563"/>
                    <a:gd name="connsiteX39" fmla="*/ 513663 w 919512"/>
                    <a:gd name="connsiteY39" fmla="*/ 55547 h 106563"/>
                    <a:gd name="connsiteX40" fmla="*/ 457762 w 919512"/>
                    <a:gd name="connsiteY40" fmla="*/ 85692 h 106563"/>
                    <a:gd name="connsiteX41" fmla="*/ 428414 w 919512"/>
                    <a:gd name="connsiteY41" fmla="*/ 99922 h 106563"/>
                    <a:gd name="connsiteX42" fmla="*/ 396097 w 919512"/>
                    <a:gd name="connsiteY42" fmla="*/ 106483 h 106563"/>
                    <a:gd name="connsiteX43" fmla="*/ 332615 w 919512"/>
                    <a:gd name="connsiteY43" fmla="*/ 92563 h 106563"/>
                    <a:gd name="connsiteX44" fmla="*/ 274852 w 919512"/>
                    <a:gd name="connsiteY44" fmla="*/ 63881 h 106563"/>
                    <a:gd name="connsiteX45" fmla="*/ 247234 w 919512"/>
                    <a:gd name="connsiteY45" fmla="*/ 46947 h 106563"/>
                    <a:gd name="connsiteX46" fmla="*/ 221832 w 919512"/>
                    <a:gd name="connsiteY46" fmla="*/ 27131 h 106563"/>
                    <a:gd name="connsiteX47" fmla="*/ 194746 w 919512"/>
                    <a:gd name="connsiteY47" fmla="*/ 11792 h 106563"/>
                    <a:gd name="connsiteX48" fmla="*/ 163980 w 919512"/>
                    <a:gd name="connsiteY48" fmla="*/ 8113 h 106563"/>
                    <a:gd name="connsiteX49" fmla="*/ 133968 w 919512"/>
                    <a:gd name="connsiteY49" fmla="*/ 16491 h 106563"/>
                    <a:gd name="connsiteX50" fmla="*/ 109630 w 919512"/>
                    <a:gd name="connsiteY50" fmla="*/ 35952 h 106563"/>
                    <a:gd name="connsiteX51" fmla="*/ 89371 w 919512"/>
                    <a:gd name="connsiteY51" fmla="*/ 60911 h 106563"/>
                    <a:gd name="connsiteX52" fmla="*/ 62906 w 919512"/>
                    <a:gd name="connsiteY52" fmla="*/ 79397 h 106563"/>
                    <a:gd name="connsiteX53" fmla="*/ 0 w 919512"/>
                    <a:gd name="connsiteY53" fmla="*/ 91765 h 106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</a:cxnLst>
                  <a:rect l="l" t="t" r="r" b="b"/>
                  <a:pathLst>
                    <a:path w="919512" h="106563">
                      <a:moveTo>
                        <a:pt x="0" y="91765"/>
                      </a:moveTo>
                      <a:cubicBezTo>
                        <a:pt x="21146" y="89283"/>
                        <a:pt x="42779" y="86579"/>
                        <a:pt x="62152" y="77668"/>
                      </a:cubicBezTo>
                      <a:cubicBezTo>
                        <a:pt x="71816" y="73235"/>
                        <a:pt x="80505" y="66940"/>
                        <a:pt x="87509" y="59093"/>
                      </a:cubicBezTo>
                      <a:cubicBezTo>
                        <a:pt x="94558" y="51247"/>
                        <a:pt x="100277" y="42159"/>
                        <a:pt x="107148" y="33780"/>
                      </a:cubicBezTo>
                      <a:cubicBezTo>
                        <a:pt x="113886" y="25269"/>
                        <a:pt x="122575" y="18131"/>
                        <a:pt x="132284" y="13078"/>
                      </a:cubicBezTo>
                      <a:cubicBezTo>
                        <a:pt x="141992" y="7980"/>
                        <a:pt x="152720" y="4965"/>
                        <a:pt x="163626" y="3857"/>
                      </a:cubicBezTo>
                      <a:cubicBezTo>
                        <a:pt x="174531" y="2970"/>
                        <a:pt x="185702" y="3812"/>
                        <a:pt x="196209" y="7315"/>
                      </a:cubicBezTo>
                      <a:cubicBezTo>
                        <a:pt x="206804" y="10640"/>
                        <a:pt x="216335" y="16536"/>
                        <a:pt x="224935" y="23008"/>
                      </a:cubicBezTo>
                      <a:cubicBezTo>
                        <a:pt x="233624" y="29480"/>
                        <a:pt x="241692" y="36440"/>
                        <a:pt x="250426" y="42336"/>
                      </a:cubicBezTo>
                      <a:cubicBezTo>
                        <a:pt x="259115" y="48321"/>
                        <a:pt x="268247" y="53685"/>
                        <a:pt x="277645" y="58783"/>
                      </a:cubicBezTo>
                      <a:cubicBezTo>
                        <a:pt x="296486" y="68669"/>
                        <a:pt x="315503" y="78732"/>
                        <a:pt x="334965" y="86889"/>
                      </a:cubicBezTo>
                      <a:cubicBezTo>
                        <a:pt x="354426" y="94913"/>
                        <a:pt x="375084" y="100986"/>
                        <a:pt x="395920" y="100055"/>
                      </a:cubicBezTo>
                      <a:cubicBezTo>
                        <a:pt x="416755" y="99479"/>
                        <a:pt x="436261" y="90524"/>
                        <a:pt x="454481" y="79884"/>
                      </a:cubicBezTo>
                      <a:cubicBezTo>
                        <a:pt x="472834" y="69378"/>
                        <a:pt x="490744" y="56832"/>
                        <a:pt x="511535" y="49518"/>
                      </a:cubicBezTo>
                      <a:cubicBezTo>
                        <a:pt x="521820" y="45838"/>
                        <a:pt x="532681" y="43311"/>
                        <a:pt x="543808" y="42957"/>
                      </a:cubicBezTo>
                      <a:cubicBezTo>
                        <a:pt x="554891" y="42646"/>
                        <a:pt x="566372" y="44641"/>
                        <a:pt x="576303" y="50094"/>
                      </a:cubicBezTo>
                      <a:cubicBezTo>
                        <a:pt x="586410" y="55414"/>
                        <a:pt x="594079" y="63482"/>
                        <a:pt x="601881" y="70486"/>
                      </a:cubicBezTo>
                      <a:cubicBezTo>
                        <a:pt x="609639" y="77579"/>
                        <a:pt x="618107" y="83830"/>
                        <a:pt x="627904" y="85470"/>
                      </a:cubicBezTo>
                      <a:cubicBezTo>
                        <a:pt x="637701" y="87110"/>
                        <a:pt x="647941" y="84184"/>
                        <a:pt x="656985" y="79353"/>
                      </a:cubicBezTo>
                      <a:cubicBezTo>
                        <a:pt x="666073" y="74565"/>
                        <a:pt x="674097" y="67560"/>
                        <a:pt x="682120" y="60556"/>
                      </a:cubicBezTo>
                      <a:cubicBezTo>
                        <a:pt x="690100" y="53508"/>
                        <a:pt x="698523" y="46370"/>
                        <a:pt x="707966" y="40873"/>
                      </a:cubicBezTo>
                      <a:cubicBezTo>
                        <a:pt x="717364" y="35332"/>
                        <a:pt x="727471" y="31076"/>
                        <a:pt x="737978" y="28150"/>
                      </a:cubicBezTo>
                      <a:cubicBezTo>
                        <a:pt x="748484" y="25269"/>
                        <a:pt x="759345" y="23761"/>
                        <a:pt x="770206" y="23717"/>
                      </a:cubicBezTo>
                      <a:cubicBezTo>
                        <a:pt x="781112" y="23673"/>
                        <a:pt x="791884" y="25357"/>
                        <a:pt x="802390" y="27485"/>
                      </a:cubicBezTo>
                      <a:cubicBezTo>
                        <a:pt x="812897" y="29613"/>
                        <a:pt x="823315" y="32051"/>
                        <a:pt x="833821" y="33248"/>
                      </a:cubicBezTo>
                      <a:cubicBezTo>
                        <a:pt x="844327" y="34490"/>
                        <a:pt x="855011" y="34046"/>
                        <a:pt x="865385" y="31830"/>
                      </a:cubicBezTo>
                      <a:cubicBezTo>
                        <a:pt x="886087" y="27352"/>
                        <a:pt x="905504" y="16225"/>
                        <a:pt x="919513" y="0"/>
                      </a:cubicBezTo>
                      <a:cubicBezTo>
                        <a:pt x="906080" y="16713"/>
                        <a:pt x="886752" y="28594"/>
                        <a:pt x="865784" y="33559"/>
                      </a:cubicBezTo>
                      <a:cubicBezTo>
                        <a:pt x="855277" y="36085"/>
                        <a:pt x="844327" y="36795"/>
                        <a:pt x="833555" y="35775"/>
                      </a:cubicBezTo>
                      <a:cubicBezTo>
                        <a:pt x="822783" y="34844"/>
                        <a:pt x="812232" y="32583"/>
                        <a:pt x="801725" y="30721"/>
                      </a:cubicBezTo>
                      <a:cubicBezTo>
                        <a:pt x="791219" y="28771"/>
                        <a:pt x="780757" y="27264"/>
                        <a:pt x="770206" y="27485"/>
                      </a:cubicBezTo>
                      <a:cubicBezTo>
                        <a:pt x="759655" y="27662"/>
                        <a:pt x="749193" y="29303"/>
                        <a:pt x="739086" y="32229"/>
                      </a:cubicBezTo>
                      <a:cubicBezTo>
                        <a:pt x="728978" y="35154"/>
                        <a:pt x="719270" y="39410"/>
                        <a:pt x="710359" y="44907"/>
                      </a:cubicBezTo>
                      <a:cubicBezTo>
                        <a:pt x="701360" y="50316"/>
                        <a:pt x="693425" y="57231"/>
                        <a:pt x="685534" y="64457"/>
                      </a:cubicBezTo>
                      <a:cubicBezTo>
                        <a:pt x="677599" y="71595"/>
                        <a:pt x="669442" y="78953"/>
                        <a:pt x="659645" y="84318"/>
                      </a:cubicBezTo>
                      <a:cubicBezTo>
                        <a:pt x="649981" y="89593"/>
                        <a:pt x="638543" y="93007"/>
                        <a:pt x="627017" y="91189"/>
                      </a:cubicBezTo>
                      <a:cubicBezTo>
                        <a:pt x="615402" y="89283"/>
                        <a:pt x="605960" y="82057"/>
                        <a:pt x="597980" y="74919"/>
                      </a:cubicBezTo>
                      <a:cubicBezTo>
                        <a:pt x="589912" y="67738"/>
                        <a:pt x="582509" y="60113"/>
                        <a:pt x="573465" y="55502"/>
                      </a:cubicBezTo>
                      <a:cubicBezTo>
                        <a:pt x="564555" y="50715"/>
                        <a:pt x="554226" y="48897"/>
                        <a:pt x="543985" y="49208"/>
                      </a:cubicBezTo>
                      <a:cubicBezTo>
                        <a:pt x="533700" y="49562"/>
                        <a:pt x="523460" y="52000"/>
                        <a:pt x="513663" y="55547"/>
                      </a:cubicBezTo>
                      <a:cubicBezTo>
                        <a:pt x="493891" y="62551"/>
                        <a:pt x="476425" y="74919"/>
                        <a:pt x="457762" y="85692"/>
                      </a:cubicBezTo>
                      <a:cubicBezTo>
                        <a:pt x="448408" y="91056"/>
                        <a:pt x="438744" y="96154"/>
                        <a:pt x="428414" y="99922"/>
                      </a:cubicBezTo>
                      <a:cubicBezTo>
                        <a:pt x="418174" y="103823"/>
                        <a:pt x="407136" y="106040"/>
                        <a:pt x="396097" y="106483"/>
                      </a:cubicBezTo>
                      <a:cubicBezTo>
                        <a:pt x="373887" y="107370"/>
                        <a:pt x="352431" y="100809"/>
                        <a:pt x="332615" y="92563"/>
                      </a:cubicBezTo>
                      <a:cubicBezTo>
                        <a:pt x="312666" y="84096"/>
                        <a:pt x="293826" y="73988"/>
                        <a:pt x="274852" y="63881"/>
                      </a:cubicBezTo>
                      <a:cubicBezTo>
                        <a:pt x="265409" y="58694"/>
                        <a:pt x="256100" y="53242"/>
                        <a:pt x="247234" y="46947"/>
                      </a:cubicBezTo>
                      <a:cubicBezTo>
                        <a:pt x="238323" y="40696"/>
                        <a:pt x="230255" y="33559"/>
                        <a:pt x="221832" y="27131"/>
                      </a:cubicBezTo>
                      <a:cubicBezTo>
                        <a:pt x="213454" y="20658"/>
                        <a:pt x="204587" y="15028"/>
                        <a:pt x="194746" y="11792"/>
                      </a:cubicBezTo>
                      <a:cubicBezTo>
                        <a:pt x="184949" y="8379"/>
                        <a:pt x="174354" y="7448"/>
                        <a:pt x="163980" y="8113"/>
                      </a:cubicBezTo>
                      <a:cubicBezTo>
                        <a:pt x="153607" y="8999"/>
                        <a:pt x="143322" y="11748"/>
                        <a:pt x="133968" y="16491"/>
                      </a:cubicBezTo>
                      <a:cubicBezTo>
                        <a:pt x="124614" y="21235"/>
                        <a:pt x="116369" y="27840"/>
                        <a:pt x="109630" y="35952"/>
                      </a:cubicBezTo>
                      <a:cubicBezTo>
                        <a:pt x="102759" y="43977"/>
                        <a:pt x="96774" y="52976"/>
                        <a:pt x="89371" y="60911"/>
                      </a:cubicBezTo>
                      <a:cubicBezTo>
                        <a:pt x="81968" y="68846"/>
                        <a:pt x="72791" y="75141"/>
                        <a:pt x="62906" y="79397"/>
                      </a:cubicBezTo>
                      <a:cubicBezTo>
                        <a:pt x="42957" y="87953"/>
                        <a:pt x="21235" y="89992"/>
                        <a:pt x="0" y="91765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47" name="Forme libre : forme 27446">
                  <a:extLst>
                    <a:ext uri="{FF2B5EF4-FFF2-40B4-BE49-F238E27FC236}">
                      <a16:creationId xmlns:a16="http://schemas.microsoft.com/office/drawing/2014/main" id="{503287AF-1335-434E-8130-6F52324D8CD6}"/>
                    </a:ext>
                  </a:extLst>
                </p:cNvPr>
                <p:cNvSpPr/>
                <p:nvPr/>
              </p:nvSpPr>
              <p:spPr>
                <a:xfrm>
                  <a:off x="4410891" y="3431438"/>
                  <a:ext cx="231850" cy="23099"/>
                </a:xfrm>
                <a:custGeom>
                  <a:avLst/>
                  <a:gdLst>
                    <a:gd name="connsiteX0" fmla="*/ 0 w 231850"/>
                    <a:gd name="connsiteY0" fmla="*/ 9620 h 23099"/>
                    <a:gd name="connsiteX1" fmla="*/ 58074 w 231850"/>
                    <a:gd name="connsiteY1" fmla="*/ 15782 h 23099"/>
                    <a:gd name="connsiteX2" fmla="*/ 87199 w 231850"/>
                    <a:gd name="connsiteY2" fmla="*/ 16580 h 23099"/>
                    <a:gd name="connsiteX3" fmla="*/ 116191 w 231850"/>
                    <a:gd name="connsiteY3" fmla="*/ 15871 h 23099"/>
                    <a:gd name="connsiteX4" fmla="*/ 145184 w 231850"/>
                    <a:gd name="connsiteY4" fmla="*/ 13344 h 23099"/>
                    <a:gd name="connsiteX5" fmla="*/ 173999 w 231850"/>
                    <a:gd name="connsiteY5" fmla="*/ 9354 h 23099"/>
                    <a:gd name="connsiteX6" fmla="*/ 231851 w 231850"/>
                    <a:gd name="connsiteY6" fmla="*/ 0 h 23099"/>
                    <a:gd name="connsiteX7" fmla="*/ 174974 w 231850"/>
                    <a:gd name="connsiteY7" fmla="*/ 14452 h 23099"/>
                    <a:gd name="connsiteX8" fmla="*/ 116590 w 231850"/>
                    <a:gd name="connsiteY8" fmla="*/ 22565 h 23099"/>
                    <a:gd name="connsiteX9" fmla="*/ 57630 w 231850"/>
                    <a:gd name="connsiteY9" fmla="*/ 21013 h 23099"/>
                    <a:gd name="connsiteX10" fmla="*/ 0 w 231850"/>
                    <a:gd name="connsiteY10" fmla="*/ 9620 h 23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850" h="23099">
                      <a:moveTo>
                        <a:pt x="0" y="9620"/>
                      </a:moveTo>
                      <a:cubicBezTo>
                        <a:pt x="19373" y="12324"/>
                        <a:pt x="38701" y="14718"/>
                        <a:pt x="58074" y="15782"/>
                      </a:cubicBezTo>
                      <a:cubicBezTo>
                        <a:pt x="67782" y="16225"/>
                        <a:pt x="77446" y="16580"/>
                        <a:pt x="87199" y="16580"/>
                      </a:cubicBezTo>
                      <a:cubicBezTo>
                        <a:pt x="96952" y="16713"/>
                        <a:pt x="106527" y="16536"/>
                        <a:pt x="116191" y="15871"/>
                      </a:cubicBezTo>
                      <a:cubicBezTo>
                        <a:pt x="125856" y="15339"/>
                        <a:pt x="135520" y="14408"/>
                        <a:pt x="145184" y="13344"/>
                      </a:cubicBezTo>
                      <a:cubicBezTo>
                        <a:pt x="154848" y="12457"/>
                        <a:pt x="164335" y="10861"/>
                        <a:pt x="173999" y="9354"/>
                      </a:cubicBezTo>
                      <a:cubicBezTo>
                        <a:pt x="193194" y="6118"/>
                        <a:pt x="212434" y="2660"/>
                        <a:pt x="231851" y="0"/>
                      </a:cubicBezTo>
                      <a:cubicBezTo>
                        <a:pt x="213010" y="5187"/>
                        <a:pt x="194125" y="10329"/>
                        <a:pt x="174974" y="14452"/>
                      </a:cubicBezTo>
                      <a:cubicBezTo>
                        <a:pt x="155823" y="18796"/>
                        <a:pt x="136229" y="21146"/>
                        <a:pt x="116590" y="22565"/>
                      </a:cubicBezTo>
                      <a:cubicBezTo>
                        <a:pt x="96863" y="23717"/>
                        <a:pt x="77225" y="22919"/>
                        <a:pt x="57630" y="21013"/>
                      </a:cubicBezTo>
                      <a:cubicBezTo>
                        <a:pt x="38080" y="18974"/>
                        <a:pt x="18841" y="14851"/>
                        <a:pt x="0" y="9620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48" name="Forme libre : forme 27447">
                  <a:extLst>
                    <a:ext uri="{FF2B5EF4-FFF2-40B4-BE49-F238E27FC236}">
                      <a16:creationId xmlns:a16="http://schemas.microsoft.com/office/drawing/2014/main" id="{E8C3C628-70C2-46AC-BDC5-A1A93CC4A989}"/>
                    </a:ext>
                  </a:extLst>
                </p:cNvPr>
                <p:cNvSpPr/>
                <p:nvPr/>
              </p:nvSpPr>
              <p:spPr>
                <a:xfrm>
                  <a:off x="6450647" y="3308074"/>
                  <a:ext cx="850400" cy="117284"/>
                </a:xfrm>
                <a:custGeom>
                  <a:avLst/>
                  <a:gdLst>
                    <a:gd name="connsiteX0" fmla="*/ 850401 w 850400"/>
                    <a:gd name="connsiteY0" fmla="*/ 38647 h 117284"/>
                    <a:gd name="connsiteX1" fmla="*/ 823448 w 850400"/>
                    <a:gd name="connsiteY1" fmla="*/ 50750 h 117284"/>
                    <a:gd name="connsiteX2" fmla="*/ 793746 w 850400"/>
                    <a:gd name="connsiteY2" fmla="*/ 53011 h 117284"/>
                    <a:gd name="connsiteX3" fmla="*/ 764354 w 850400"/>
                    <a:gd name="connsiteY3" fmla="*/ 47558 h 117284"/>
                    <a:gd name="connsiteX4" fmla="*/ 737179 w 850400"/>
                    <a:gd name="connsiteY4" fmla="*/ 35145 h 117284"/>
                    <a:gd name="connsiteX5" fmla="*/ 683938 w 850400"/>
                    <a:gd name="connsiteY5" fmla="*/ 9965 h 117284"/>
                    <a:gd name="connsiteX6" fmla="*/ 626396 w 850400"/>
                    <a:gd name="connsiteY6" fmla="*/ 6907 h 117284"/>
                    <a:gd name="connsiteX7" fmla="*/ 574175 w 850400"/>
                    <a:gd name="connsiteY7" fmla="*/ 30845 h 117284"/>
                    <a:gd name="connsiteX8" fmla="*/ 532149 w 850400"/>
                    <a:gd name="connsiteY8" fmla="*/ 72250 h 117284"/>
                    <a:gd name="connsiteX9" fmla="*/ 483562 w 850400"/>
                    <a:gd name="connsiteY9" fmla="*/ 107671 h 117284"/>
                    <a:gd name="connsiteX10" fmla="*/ 454348 w 850400"/>
                    <a:gd name="connsiteY10" fmla="*/ 116404 h 117284"/>
                    <a:gd name="connsiteX11" fmla="*/ 423804 w 850400"/>
                    <a:gd name="connsiteY11" fmla="*/ 115828 h 117284"/>
                    <a:gd name="connsiteX12" fmla="*/ 367814 w 850400"/>
                    <a:gd name="connsiteY12" fmla="*/ 93618 h 117284"/>
                    <a:gd name="connsiteX13" fmla="*/ 318784 w 850400"/>
                    <a:gd name="connsiteY13" fmla="*/ 59705 h 117284"/>
                    <a:gd name="connsiteX14" fmla="*/ 268956 w 850400"/>
                    <a:gd name="connsiteY14" fmla="*/ 28629 h 117284"/>
                    <a:gd name="connsiteX15" fmla="*/ 212877 w 850400"/>
                    <a:gd name="connsiteY15" fmla="*/ 15728 h 117284"/>
                    <a:gd name="connsiteX16" fmla="*/ 156400 w 850400"/>
                    <a:gd name="connsiteY16" fmla="*/ 29471 h 117284"/>
                    <a:gd name="connsiteX17" fmla="*/ 104355 w 850400"/>
                    <a:gd name="connsiteY17" fmla="*/ 57355 h 117284"/>
                    <a:gd name="connsiteX18" fmla="*/ 52045 w 850400"/>
                    <a:gd name="connsiteY18" fmla="*/ 85638 h 117284"/>
                    <a:gd name="connsiteX19" fmla="*/ 24160 w 850400"/>
                    <a:gd name="connsiteY19" fmla="*/ 95923 h 117284"/>
                    <a:gd name="connsiteX20" fmla="*/ 10595 w 850400"/>
                    <a:gd name="connsiteY20" fmla="*/ 101730 h 117284"/>
                    <a:gd name="connsiteX21" fmla="*/ 0 w 850400"/>
                    <a:gd name="connsiteY21" fmla="*/ 111838 h 117284"/>
                    <a:gd name="connsiteX22" fmla="*/ 10329 w 850400"/>
                    <a:gd name="connsiteY22" fmla="*/ 101331 h 117284"/>
                    <a:gd name="connsiteX23" fmla="*/ 23806 w 850400"/>
                    <a:gd name="connsiteY23" fmla="*/ 94992 h 117284"/>
                    <a:gd name="connsiteX24" fmla="*/ 51291 w 850400"/>
                    <a:gd name="connsiteY24" fmla="*/ 84042 h 117284"/>
                    <a:gd name="connsiteX25" fmla="*/ 102626 w 850400"/>
                    <a:gd name="connsiteY25" fmla="*/ 54562 h 117284"/>
                    <a:gd name="connsiteX26" fmla="*/ 154671 w 850400"/>
                    <a:gd name="connsiteY26" fmla="*/ 25614 h 117284"/>
                    <a:gd name="connsiteX27" fmla="*/ 212655 w 850400"/>
                    <a:gd name="connsiteY27" fmla="*/ 10586 h 117284"/>
                    <a:gd name="connsiteX28" fmla="*/ 242845 w 850400"/>
                    <a:gd name="connsiteY28" fmla="*/ 13379 h 117284"/>
                    <a:gd name="connsiteX29" fmla="*/ 271350 w 850400"/>
                    <a:gd name="connsiteY29" fmla="*/ 23398 h 117284"/>
                    <a:gd name="connsiteX30" fmla="*/ 322286 w 850400"/>
                    <a:gd name="connsiteY30" fmla="*/ 54784 h 117284"/>
                    <a:gd name="connsiteX31" fmla="*/ 371006 w 850400"/>
                    <a:gd name="connsiteY31" fmla="*/ 88165 h 117284"/>
                    <a:gd name="connsiteX32" fmla="*/ 424868 w 850400"/>
                    <a:gd name="connsiteY32" fmla="*/ 109267 h 117284"/>
                    <a:gd name="connsiteX33" fmla="*/ 453461 w 850400"/>
                    <a:gd name="connsiteY33" fmla="*/ 109976 h 117284"/>
                    <a:gd name="connsiteX34" fmla="*/ 480947 w 850400"/>
                    <a:gd name="connsiteY34" fmla="*/ 101908 h 117284"/>
                    <a:gd name="connsiteX35" fmla="*/ 527938 w 850400"/>
                    <a:gd name="connsiteY35" fmla="*/ 67950 h 117284"/>
                    <a:gd name="connsiteX36" fmla="*/ 570672 w 850400"/>
                    <a:gd name="connsiteY36" fmla="*/ 26368 h 117284"/>
                    <a:gd name="connsiteX37" fmla="*/ 625554 w 850400"/>
                    <a:gd name="connsiteY37" fmla="*/ 1941 h 117284"/>
                    <a:gd name="connsiteX38" fmla="*/ 685312 w 850400"/>
                    <a:gd name="connsiteY38" fmla="*/ 6020 h 117284"/>
                    <a:gd name="connsiteX39" fmla="*/ 738820 w 850400"/>
                    <a:gd name="connsiteY39" fmla="*/ 32308 h 117284"/>
                    <a:gd name="connsiteX40" fmla="*/ 765285 w 850400"/>
                    <a:gd name="connsiteY40" fmla="*/ 45253 h 117284"/>
                    <a:gd name="connsiteX41" fmla="*/ 793967 w 850400"/>
                    <a:gd name="connsiteY41" fmla="*/ 51326 h 117284"/>
                    <a:gd name="connsiteX42" fmla="*/ 823359 w 850400"/>
                    <a:gd name="connsiteY42" fmla="*/ 49819 h 117284"/>
                    <a:gd name="connsiteX43" fmla="*/ 850401 w 850400"/>
                    <a:gd name="connsiteY43" fmla="*/ 38647 h 117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850400" h="117284">
                      <a:moveTo>
                        <a:pt x="850401" y="38647"/>
                      </a:moveTo>
                      <a:cubicBezTo>
                        <a:pt x="842554" y="44721"/>
                        <a:pt x="833156" y="48666"/>
                        <a:pt x="823448" y="50750"/>
                      </a:cubicBezTo>
                      <a:cubicBezTo>
                        <a:pt x="813739" y="52878"/>
                        <a:pt x="803720" y="53498"/>
                        <a:pt x="793746" y="53011"/>
                      </a:cubicBezTo>
                      <a:cubicBezTo>
                        <a:pt x="783816" y="52434"/>
                        <a:pt x="773886" y="50705"/>
                        <a:pt x="764354" y="47558"/>
                      </a:cubicBezTo>
                      <a:cubicBezTo>
                        <a:pt x="754868" y="44189"/>
                        <a:pt x="746002" y="39711"/>
                        <a:pt x="737179" y="35145"/>
                      </a:cubicBezTo>
                      <a:cubicBezTo>
                        <a:pt x="719669" y="25924"/>
                        <a:pt x="702557" y="15773"/>
                        <a:pt x="683938" y="9965"/>
                      </a:cubicBezTo>
                      <a:cubicBezTo>
                        <a:pt x="665364" y="4114"/>
                        <a:pt x="645415" y="3227"/>
                        <a:pt x="626396" y="6907"/>
                      </a:cubicBezTo>
                      <a:cubicBezTo>
                        <a:pt x="607379" y="10586"/>
                        <a:pt x="589247" y="18699"/>
                        <a:pt x="574175" y="30845"/>
                      </a:cubicBezTo>
                      <a:cubicBezTo>
                        <a:pt x="558969" y="42947"/>
                        <a:pt x="546246" y="58153"/>
                        <a:pt x="532149" y="72250"/>
                      </a:cubicBezTo>
                      <a:cubicBezTo>
                        <a:pt x="518052" y="86348"/>
                        <a:pt x="502048" y="99115"/>
                        <a:pt x="483562" y="107671"/>
                      </a:cubicBezTo>
                      <a:cubicBezTo>
                        <a:pt x="474341" y="111926"/>
                        <a:pt x="464500" y="114985"/>
                        <a:pt x="454348" y="116404"/>
                      </a:cubicBezTo>
                      <a:cubicBezTo>
                        <a:pt x="444196" y="117778"/>
                        <a:pt x="433867" y="117512"/>
                        <a:pt x="423804" y="115828"/>
                      </a:cubicBezTo>
                      <a:cubicBezTo>
                        <a:pt x="403633" y="112370"/>
                        <a:pt x="385014" y="103770"/>
                        <a:pt x="367814" y="93618"/>
                      </a:cubicBezTo>
                      <a:cubicBezTo>
                        <a:pt x="350525" y="83466"/>
                        <a:pt x="334699" y="71275"/>
                        <a:pt x="318784" y="59705"/>
                      </a:cubicBezTo>
                      <a:cubicBezTo>
                        <a:pt x="302825" y="48134"/>
                        <a:pt x="286555" y="36963"/>
                        <a:pt x="268956" y="28629"/>
                      </a:cubicBezTo>
                      <a:cubicBezTo>
                        <a:pt x="251401" y="20250"/>
                        <a:pt x="232250" y="15241"/>
                        <a:pt x="212877" y="15728"/>
                      </a:cubicBezTo>
                      <a:cubicBezTo>
                        <a:pt x="193460" y="16305"/>
                        <a:pt x="174398" y="21802"/>
                        <a:pt x="156400" y="29471"/>
                      </a:cubicBezTo>
                      <a:cubicBezTo>
                        <a:pt x="138357" y="37184"/>
                        <a:pt x="121334" y="47248"/>
                        <a:pt x="104355" y="57355"/>
                      </a:cubicBezTo>
                      <a:cubicBezTo>
                        <a:pt x="87332" y="67418"/>
                        <a:pt x="70220" y="77570"/>
                        <a:pt x="52045" y="85638"/>
                      </a:cubicBezTo>
                      <a:cubicBezTo>
                        <a:pt x="43001" y="89761"/>
                        <a:pt x="33559" y="92909"/>
                        <a:pt x="24160" y="95923"/>
                      </a:cubicBezTo>
                      <a:cubicBezTo>
                        <a:pt x="19506" y="97475"/>
                        <a:pt x="14851" y="99248"/>
                        <a:pt x="10595" y="101730"/>
                      </a:cubicBezTo>
                      <a:cubicBezTo>
                        <a:pt x="6339" y="104168"/>
                        <a:pt x="2527" y="107538"/>
                        <a:pt x="0" y="111838"/>
                      </a:cubicBezTo>
                      <a:cubicBezTo>
                        <a:pt x="2394" y="107493"/>
                        <a:pt x="6118" y="103947"/>
                        <a:pt x="10329" y="101331"/>
                      </a:cubicBezTo>
                      <a:cubicBezTo>
                        <a:pt x="14541" y="98671"/>
                        <a:pt x="19151" y="96765"/>
                        <a:pt x="23806" y="94992"/>
                      </a:cubicBezTo>
                      <a:cubicBezTo>
                        <a:pt x="33159" y="91711"/>
                        <a:pt x="42425" y="88387"/>
                        <a:pt x="51291" y="84042"/>
                      </a:cubicBezTo>
                      <a:cubicBezTo>
                        <a:pt x="69112" y="75575"/>
                        <a:pt x="85869" y="65069"/>
                        <a:pt x="102626" y="54562"/>
                      </a:cubicBezTo>
                      <a:cubicBezTo>
                        <a:pt x="119428" y="44144"/>
                        <a:pt x="136451" y="33771"/>
                        <a:pt x="154671" y="25614"/>
                      </a:cubicBezTo>
                      <a:cubicBezTo>
                        <a:pt x="172846" y="17501"/>
                        <a:pt x="192396" y="11517"/>
                        <a:pt x="212655" y="10586"/>
                      </a:cubicBezTo>
                      <a:cubicBezTo>
                        <a:pt x="222763" y="10187"/>
                        <a:pt x="232959" y="11162"/>
                        <a:pt x="242845" y="13379"/>
                      </a:cubicBezTo>
                      <a:cubicBezTo>
                        <a:pt x="252731" y="15640"/>
                        <a:pt x="262262" y="19142"/>
                        <a:pt x="271350" y="23398"/>
                      </a:cubicBezTo>
                      <a:cubicBezTo>
                        <a:pt x="289570" y="31953"/>
                        <a:pt x="306150" y="43258"/>
                        <a:pt x="322286" y="54784"/>
                      </a:cubicBezTo>
                      <a:cubicBezTo>
                        <a:pt x="338423" y="66399"/>
                        <a:pt x="354071" y="78324"/>
                        <a:pt x="371006" y="88165"/>
                      </a:cubicBezTo>
                      <a:cubicBezTo>
                        <a:pt x="387852" y="98007"/>
                        <a:pt x="405850" y="106119"/>
                        <a:pt x="424868" y="109267"/>
                      </a:cubicBezTo>
                      <a:cubicBezTo>
                        <a:pt x="434310" y="110907"/>
                        <a:pt x="443975" y="111173"/>
                        <a:pt x="453461" y="109976"/>
                      </a:cubicBezTo>
                      <a:cubicBezTo>
                        <a:pt x="462904" y="108690"/>
                        <a:pt x="472169" y="105897"/>
                        <a:pt x="480947" y="101908"/>
                      </a:cubicBezTo>
                      <a:cubicBezTo>
                        <a:pt x="498502" y="93884"/>
                        <a:pt x="514062" y="81693"/>
                        <a:pt x="527938" y="67950"/>
                      </a:cubicBezTo>
                      <a:cubicBezTo>
                        <a:pt x="541902" y="54208"/>
                        <a:pt x="554802" y="38869"/>
                        <a:pt x="570672" y="26368"/>
                      </a:cubicBezTo>
                      <a:cubicBezTo>
                        <a:pt x="586454" y="13645"/>
                        <a:pt x="605694" y="5399"/>
                        <a:pt x="625554" y="1941"/>
                      </a:cubicBezTo>
                      <a:cubicBezTo>
                        <a:pt x="645415" y="-1605"/>
                        <a:pt x="666161" y="-319"/>
                        <a:pt x="685312" y="6020"/>
                      </a:cubicBezTo>
                      <a:cubicBezTo>
                        <a:pt x="704508" y="12315"/>
                        <a:pt x="721575" y="22821"/>
                        <a:pt x="738820" y="32308"/>
                      </a:cubicBezTo>
                      <a:cubicBezTo>
                        <a:pt x="747420" y="37052"/>
                        <a:pt x="756198" y="41751"/>
                        <a:pt x="765285" y="45253"/>
                      </a:cubicBezTo>
                      <a:cubicBezTo>
                        <a:pt x="774462" y="48533"/>
                        <a:pt x="784170" y="50484"/>
                        <a:pt x="793967" y="51326"/>
                      </a:cubicBezTo>
                      <a:cubicBezTo>
                        <a:pt x="803765" y="52080"/>
                        <a:pt x="813650" y="51681"/>
                        <a:pt x="823359" y="49819"/>
                      </a:cubicBezTo>
                      <a:cubicBezTo>
                        <a:pt x="832935" y="48001"/>
                        <a:pt x="842333" y="44455"/>
                        <a:pt x="850401" y="38647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49" name="Forme libre : forme 27448">
                  <a:extLst>
                    <a:ext uri="{FF2B5EF4-FFF2-40B4-BE49-F238E27FC236}">
                      <a16:creationId xmlns:a16="http://schemas.microsoft.com/office/drawing/2014/main" id="{1E048E7A-61AC-47D2-B90A-9E9261A695AC}"/>
                    </a:ext>
                  </a:extLst>
                </p:cNvPr>
                <p:cNvSpPr/>
                <p:nvPr/>
              </p:nvSpPr>
              <p:spPr>
                <a:xfrm>
                  <a:off x="5944565" y="3071178"/>
                  <a:ext cx="1329928" cy="184458"/>
                </a:xfrm>
                <a:custGeom>
                  <a:avLst/>
                  <a:gdLst>
                    <a:gd name="connsiteX0" fmla="*/ 1329929 w 1329928"/>
                    <a:gd name="connsiteY0" fmla="*/ 113380 h 184458"/>
                    <a:gd name="connsiteX1" fmla="*/ 1307320 w 1329928"/>
                    <a:gd name="connsiteY1" fmla="*/ 112538 h 184458"/>
                    <a:gd name="connsiteX2" fmla="*/ 1285687 w 1329928"/>
                    <a:gd name="connsiteY2" fmla="*/ 105711 h 184458"/>
                    <a:gd name="connsiteX3" fmla="*/ 1246764 w 1329928"/>
                    <a:gd name="connsiteY3" fmla="*/ 82393 h 184458"/>
                    <a:gd name="connsiteX4" fmla="*/ 1210767 w 1329928"/>
                    <a:gd name="connsiteY4" fmla="*/ 54864 h 184458"/>
                    <a:gd name="connsiteX5" fmla="*/ 1172199 w 1329928"/>
                    <a:gd name="connsiteY5" fmla="*/ 31767 h 184458"/>
                    <a:gd name="connsiteX6" fmla="*/ 1129331 w 1329928"/>
                    <a:gd name="connsiteY6" fmla="*/ 19887 h 184458"/>
                    <a:gd name="connsiteX7" fmla="*/ 1107166 w 1329928"/>
                    <a:gd name="connsiteY7" fmla="*/ 20551 h 184458"/>
                    <a:gd name="connsiteX8" fmla="*/ 1085577 w 1329928"/>
                    <a:gd name="connsiteY8" fmla="*/ 26004 h 184458"/>
                    <a:gd name="connsiteX9" fmla="*/ 1006180 w 1329928"/>
                    <a:gd name="connsiteY9" fmla="*/ 68651 h 184458"/>
                    <a:gd name="connsiteX10" fmla="*/ 964065 w 1329928"/>
                    <a:gd name="connsiteY10" fmla="*/ 86871 h 184458"/>
                    <a:gd name="connsiteX11" fmla="*/ 917828 w 1329928"/>
                    <a:gd name="connsiteY11" fmla="*/ 87092 h 184458"/>
                    <a:gd name="connsiteX12" fmla="*/ 877044 w 1329928"/>
                    <a:gd name="connsiteY12" fmla="*/ 65592 h 184458"/>
                    <a:gd name="connsiteX13" fmla="*/ 840426 w 1329928"/>
                    <a:gd name="connsiteY13" fmla="*/ 39170 h 184458"/>
                    <a:gd name="connsiteX14" fmla="*/ 668511 w 1329928"/>
                    <a:gd name="connsiteY14" fmla="*/ 13591 h 184458"/>
                    <a:gd name="connsiteX15" fmla="*/ 589114 w 1329928"/>
                    <a:gd name="connsiteY15" fmla="*/ 53223 h 184458"/>
                    <a:gd name="connsiteX16" fmla="*/ 520224 w 1329928"/>
                    <a:gd name="connsiteY16" fmla="*/ 111918 h 184458"/>
                    <a:gd name="connsiteX17" fmla="*/ 442157 w 1329928"/>
                    <a:gd name="connsiteY17" fmla="*/ 159174 h 184458"/>
                    <a:gd name="connsiteX18" fmla="*/ 396718 w 1329928"/>
                    <a:gd name="connsiteY18" fmla="*/ 166888 h 184458"/>
                    <a:gd name="connsiteX19" fmla="*/ 351500 w 1329928"/>
                    <a:gd name="connsiteY19" fmla="*/ 159130 h 184458"/>
                    <a:gd name="connsiteX20" fmla="*/ 307967 w 1329928"/>
                    <a:gd name="connsiteY20" fmla="*/ 147028 h 184458"/>
                    <a:gd name="connsiteX21" fmla="*/ 263547 w 1329928"/>
                    <a:gd name="connsiteY21" fmla="*/ 144191 h 184458"/>
                    <a:gd name="connsiteX22" fmla="*/ 176216 w 1329928"/>
                    <a:gd name="connsiteY22" fmla="*/ 165957 h 184458"/>
                    <a:gd name="connsiteX23" fmla="*/ 87465 w 1329928"/>
                    <a:gd name="connsiteY23" fmla="*/ 184443 h 184458"/>
                    <a:gd name="connsiteX24" fmla="*/ 0 w 1329928"/>
                    <a:gd name="connsiteY24" fmla="*/ 163430 h 184458"/>
                    <a:gd name="connsiteX25" fmla="*/ 87421 w 1329928"/>
                    <a:gd name="connsiteY25" fmla="*/ 182803 h 184458"/>
                    <a:gd name="connsiteX26" fmla="*/ 175196 w 1329928"/>
                    <a:gd name="connsiteY26" fmla="*/ 162854 h 184458"/>
                    <a:gd name="connsiteX27" fmla="*/ 263193 w 1329928"/>
                    <a:gd name="connsiteY27" fmla="*/ 140023 h 184458"/>
                    <a:gd name="connsiteX28" fmla="*/ 308943 w 1329928"/>
                    <a:gd name="connsiteY28" fmla="*/ 142506 h 184458"/>
                    <a:gd name="connsiteX29" fmla="*/ 352874 w 1329928"/>
                    <a:gd name="connsiteY29" fmla="*/ 154209 h 184458"/>
                    <a:gd name="connsiteX30" fmla="*/ 396806 w 1329928"/>
                    <a:gd name="connsiteY30" fmla="*/ 161347 h 184458"/>
                    <a:gd name="connsiteX31" fmla="*/ 440295 w 1329928"/>
                    <a:gd name="connsiteY31" fmla="*/ 153766 h 184458"/>
                    <a:gd name="connsiteX32" fmla="*/ 516367 w 1329928"/>
                    <a:gd name="connsiteY32" fmla="*/ 107307 h 184458"/>
                    <a:gd name="connsiteX33" fmla="*/ 585302 w 1329928"/>
                    <a:gd name="connsiteY33" fmla="*/ 48214 h 184458"/>
                    <a:gd name="connsiteX34" fmla="*/ 666871 w 1329928"/>
                    <a:gd name="connsiteY34" fmla="*/ 7208 h 184458"/>
                    <a:gd name="connsiteX35" fmla="*/ 843707 w 1329928"/>
                    <a:gd name="connsiteY35" fmla="*/ 34117 h 184458"/>
                    <a:gd name="connsiteX36" fmla="*/ 880546 w 1329928"/>
                    <a:gd name="connsiteY36" fmla="*/ 60848 h 184458"/>
                    <a:gd name="connsiteX37" fmla="*/ 919424 w 1329928"/>
                    <a:gd name="connsiteY37" fmla="*/ 81595 h 184458"/>
                    <a:gd name="connsiteX38" fmla="*/ 962736 w 1329928"/>
                    <a:gd name="connsiteY38" fmla="*/ 81506 h 184458"/>
                    <a:gd name="connsiteX39" fmla="*/ 1003786 w 1329928"/>
                    <a:gd name="connsiteY39" fmla="*/ 64218 h 184458"/>
                    <a:gd name="connsiteX40" fmla="*/ 1084291 w 1329928"/>
                    <a:gd name="connsiteY40" fmla="*/ 22059 h 184458"/>
                    <a:gd name="connsiteX41" fmla="*/ 1106678 w 1329928"/>
                    <a:gd name="connsiteY41" fmla="*/ 16650 h 184458"/>
                    <a:gd name="connsiteX42" fmla="*/ 1129730 w 1329928"/>
                    <a:gd name="connsiteY42" fmla="*/ 16163 h 184458"/>
                    <a:gd name="connsiteX43" fmla="*/ 1173662 w 1329928"/>
                    <a:gd name="connsiteY43" fmla="*/ 28841 h 184458"/>
                    <a:gd name="connsiteX44" fmla="*/ 1212319 w 1329928"/>
                    <a:gd name="connsiteY44" fmla="*/ 52957 h 184458"/>
                    <a:gd name="connsiteX45" fmla="*/ 1247828 w 1329928"/>
                    <a:gd name="connsiteY45" fmla="*/ 81152 h 184458"/>
                    <a:gd name="connsiteX46" fmla="*/ 1286130 w 1329928"/>
                    <a:gd name="connsiteY46" fmla="*/ 105046 h 184458"/>
                    <a:gd name="connsiteX47" fmla="*/ 1307498 w 1329928"/>
                    <a:gd name="connsiteY47" fmla="*/ 112228 h 184458"/>
                    <a:gd name="connsiteX48" fmla="*/ 1329929 w 1329928"/>
                    <a:gd name="connsiteY48" fmla="*/ 113380 h 18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1329928" h="184458">
                      <a:moveTo>
                        <a:pt x="1329929" y="113380"/>
                      </a:moveTo>
                      <a:cubicBezTo>
                        <a:pt x="1322393" y="114178"/>
                        <a:pt x="1314812" y="113868"/>
                        <a:pt x="1307320" y="112538"/>
                      </a:cubicBezTo>
                      <a:cubicBezTo>
                        <a:pt x="1299872" y="111031"/>
                        <a:pt x="1292691" y="108637"/>
                        <a:pt x="1285687" y="105711"/>
                      </a:cubicBezTo>
                      <a:cubicBezTo>
                        <a:pt x="1271811" y="99549"/>
                        <a:pt x="1258999" y="91304"/>
                        <a:pt x="1246764" y="82393"/>
                      </a:cubicBezTo>
                      <a:cubicBezTo>
                        <a:pt x="1234484" y="73571"/>
                        <a:pt x="1222870" y="63774"/>
                        <a:pt x="1210767" y="54864"/>
                      </a:cubicBezTo>
                      <a:cubicBezTo>
                        <a:pt x="1198620" y="45997"/>
                        <a:pt x="1185853" y="37929"/>
                        <a:pt x="1172199" y="31767"/>
                      </a:cubicBezTo>
                      <a:cubicBezTo>
                        <a:pt x="1158634" y="25472"/>
                        <a:pt x="1144138" y="21083"/>
                        <a:pt x="1129331" y="19887"/>
                      </a:cubicBezTo>
                      <a:cubicBezTo>
                        <a:pt x="1121928" y="19355"/>
                        <a:pt x="1114480" y="19487"/>
                        <a:pt x="1107166" y="20551"/>
                      </a:cubicBezTo>
                      <a:cubicBezTo>
                        <a:pt x="1099851" y="21660"/>
                        <a:pt x="1092625" y="23566"/>
                        <a:pt x="1085577" y="26004"/>
                      </a:cubicBezTo>
                      <a:cubicBezTo>
                        <a:pt x="1057338" y="35934"/>
                        <a:pt x="1032646" y="53844"/>
                        <a:pt x="1006180" y="68651"/>
                      </a:cubicBezTo>
                      <a:cubicBezTo>
                        <a:pt x="992925" y="76098"/>
                        <a:pt x="979049" y="82881"/>
                        <a:pt x="964065" y="86871"/>
                      </a:cubicBezTo>
                      <a:cubicBezTo>
                        <a:pt x="949170" y="90949"/>
                        <a:pt x="932901" y="91437"/>
                        <a:pt x="917828" y="87092"/>
                      </a:cubicBezTo>
                      <a:cubicBezTo>
                        <a:pt x="902667" y="82881"/>
                        <a:pt x="889324" y="74502"/>
                        <a:pt x="877044" y="65592"/>
                      </a:cubicBezTo>
                      <a:cubicBezTo>
                        <a:pt x="864675" y="56681"/>
                        <a:pt x="853149" y="46884"/>
                        <a:pt x="840426" y="39170"/>
                      </a:cubicBezTo>
                      <a:cubicBezTo>
                        <a:pt x="789978" y="7296"/>
                        <a:pt x="726052" y="-1481"/>
                        <a:pt x="668511" y="13591"/>
                      </a:cubicBezTo>
                      <a:cubicBezTo>
                        <a:pt x="639563" y="20773"/>
                        <a:pt x="612831" y="34959"/>
                        <a:pt x="589114" y="53223"/>
                      </a:cubicBezTo>
                      <a:cubicBezTo>
                        <a:pt x="565220" y="71310"/>
                        <a:pt x="543586" y="92456"/>
                        <a:pt x="520224" y="111918"/>
                      </a:cubicBezTo>
                      <a:cubicBezTo>
                        <a:pt x="496950" y="131379"/>
                        <a:pt x="471283" y="148934"/>
                        <a:pt x="442157" y="159174"/>
                      </a:cubicBezTo>
                      <a:cubicBezTo>
                        <a:pt x="427616" y="164051"/>
                        <a:pt x="412234" y="167198"/>
                        <a:pt x="396718" y="166888"/>
                      </a:cubicBezTo>
                      <a:cubicBezTo>
                        <a:pt x="381158" y="166799"/>
                        <a:pt x="366085" y="163208"/>
                        <a:pt x="351500" y="159130"/>
                      </a:cubicBezTo>
                      <a:cubicBezTo>
                        <a:pt x="336871" y="155007"/>
                        <a:pt x="322596" y="150175"/>
                        <a:pt x="307967" y="147028"/>
                      </a:cubicBezTo>
                      <a:cubicBezTo>
                        <a:pt x="293382" y="143747"/>
                        <a:pt x="278443" y="143038"/>
                        <a:pt x="263547" y="144191"/>
                      </a:cubicBezTo>
                      <a:cubicBezTo>
                        <a:pt x="233668" y="146629"/>
                        <a:pt x="204942" y="156692"/>
                        <a:pt x="176216" y="165957"/>
                      </a:cubicBezTo>
                      <a:cubicBezTo>
                        <a:pt x="147489" y="175133"/>
                        <a:pt x="118009" y="184000"/>
                        <a:pt x="87465" y="184443"/>
                      </a:cubicBezTo>
                      <a:cubicBezTo>
                        <a:pt x="57098" y="184842"/>
                        <a:pt x="26732" y="177572"/>
                        <a:pt x="0" y="163430"/>
                      </a:cubicBezTo>
                      <a:cubicBezTo>
                        <a:pt x="26998" y="177040"/>
                        <a:pt x="57320" y="183734"/>
                        <a:pt x="87421" y="182803"/>
                      </a:cubicBezTo>
                      <a:cubicBezTo>
                        <a:pt x="117610" y="181827"/>
                        <a:pt x="146691" y="172518"/>
                        <a:pt x="175196" y="162854"/>
                      </a:cubicBezTo>
                      <a:cubicBezTo>
                        <a:pt x="203745" y="153278"/>
                        <a:pt x="232605" y="142861"/>
                        <a:pt x="263193" y="140023"/>
                      </a:cubicBezTo>
                      <a:cubicBezTo>
                        <a:pt x="278399" y="138649"/>
                        <a:pt x="293959" y="139270"/>
                        <a:pt x="308943" y="142506"/>
                      </a:cubicBezTo>
                      <a:cubicBezTo>
                        <a:pt x="323926" y="145565"/>
                        <a:pt x="338378" y="150308"/>
                        <a:pt x="352874" y="154209"/>
                      </a:cubicBezTo>
                      <a:cubicBezTo>
                        <a:pt x="367326" y="158155"/>
                        <a:pt x="382000" y="161435"/>
                        <a:pt x="396806" y="161347"/>
                      </a:cubicBezTo>
                      <a:cubicBezTo>
                        <a:pt x="411569" y="161568"/>
                        <a:pt x="426287" y="158554"/>
                        <a:pt x="440295" y="153766"/>
                      </a:cubicBezTo>
                      <a:cubicBezTo>
                        <a:pt x="468357" y="143791"/>
                        <a:pt x="493448" y="126591"/>
                        <a:pt x="516367" y="107307"/>
                      </a:cubicBezTo>
                      <a:cubicBezTo>
                        <a:pt x="539419" y="88023"/>
                        <a:pt x="561008" y="66700"/>
                        <a:pt x="585302" y="48214"/>
                      </a:cubicBezTo>
                      <a:cubicBezTo>
                        <a:pt x="609373" y="29595"/>
                        <a:pt x="637080" y="14700"/>
                        <a:pt x="666871" y="7208"/>
                      </a:cubicBezTo>
                      <a:cubicBezTo>
                        <a:pt x="726230" y="-8131"/>
                        <a:pt x="791840" y="1090"/>
                        <a:pt x="843707" y="34117"/>
                      </a:cubicBezTo>
                      <a:cubicBezTo>
                        <a:pt x="856829" y="42141"/>
                        <a:pt x="868399" y="52071"/>
                        <a:pt x="880546" y="60848"/>
                      </a:cubicBezTo>
                      <a:cubicBezTo>
                        <a:pt x="892604" y="69670"/>
                        <a:pt x="905327" y="77650"/>
                        <a:pt x="919424" y="81595"/>
                      </a:cubicBezTo>
                      <a:cubicBezTo>
                        <a:pt x="933477" y="85674"/>
                        <a:pt x="948505" y="85230"/>
                        <a:pt x="962736" y="81506"/>
                      </a:cubicBezTo>
                      <a:cubicBezTo>
                        <a:pt x="977054" y="77827"/>
                        <a:pt x="990620" y="71399"/>
                        <a:pt x="1003786" y="64218"/>
                      </a:cubicBezTo>
                      <a:cubicBezTo>
                        <a:pt x="1030119" y="49898"/>
                        <a:pt x="1055121" y="31989"/>
                        <a:pt x="1084291" y="22059"/>
                      </a:cubicBezTo>
                      <a:cubicBezTo>
                        <a:pt x="1091561" y="19621"/>
                        <a:pt x="1099009" y="17714"/>
                        <a:pt x="1106678" y="16650"/>
                      </a:cubicBezTo>
                      <a:cubicBezTo>
                        <a:pt x="1114303" y="15631"/>
                        <a:pt x="1122061" y="15542"/>
                        <a:pt x="1129730" y="16163"/>
                      </a:cubicBezTo>
                      <a:cubicBezTo>
                        <a:pt x="1145069" y="17581"/>
                        <a:pt x="1159920" y="22236"/>
                        <a:pt x="1173662" y="28841"/>
                      </a:cubicBezTo>
                      <a:cubicBezTo>
                        <a:pt x="1187449" y="35402"/>
                        <a:pt x="1200217" y="43781"/>
                        <a:pt x="1212319" y="52957"/>
                      </a:cubicBezTo>
                      <a:cubicBezTo>
                        <a:pt x="1224377" y="62178"/>
                        <a:pt x="1235726" y="72108"/>
                        <a:pt x="1247828" y="81152"/>
                      </a:cubicBezTo>
                      <a:cubicBezTo>
                        <a:pt x="1259842" y="90240"/>
                        <a:pt x="1272432" y="98663"/>
                        <a:pt x="1286130" y="105046"/>
                      </a:cubicBezTo>
                      <a:cubicBezTo>
                        <a:pt x="1293001" y="108105"/>
                        <a:pt x="1300138" y="110588"/>
                        <a:pt x="1307498" y="112228"/>
                      </a:cubicBezTo>
                      <a:cubicBezTo>
                        <a:pt x="1314812" y="113558"/>
                        <a:pt x="1322393" y="114046"/>
                        <a:pt x="1329929" y="113380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50" name="Forme libre : forme 27449">
                  <a:extLst>
                    <a:ext uri="{FF2B5EF4-FFF2-40B4-BE49-F238E27FC236}">
                      <a16:creationId xmlns:a16="http://schemas.microsoft.com/office/drawing/2014/main" id="{D3C633A4-8D86-4D0D-B93C-0FE962DA0AE4}"/>
                    </a:ext>
                  </a:extLst>
                </p:cNvPr>
                <p:cNvSpPr/>
                <p:nvPr/>
              </p:nvSpPr>
              <p:spPr>
                <a:xfrm>
                  <a:off x="7103775" y="3020567"/>
                  <a:ext cx="492428" cy="109020"/>
                </a:xfrm>
                <a:custGeom>
                  <a:avLst/>
                  <a:gdLst>
                    <a:gd name="connsiteX0" fmla="*/ 0 w 492428"/>
                    <a:gd name="connsiteY0" fmla="*/ 74576 h 109020"/>
                    <a:gd name="connsiteX1" fmla="*/ 66319 w 492428"/>
                    <a:gd name="connsiteY1" fmla="*/ 78033 h 109020"/>
                    <a:gd name="connsiteX2" fmla="*/ 129890 w 492428"/>
                    <a:gd name="connsiteY2" fmla="*/ 60345 h 109020"/>
                    <a:gd name="connsiteX3" fmla="*/ 158528 w 492428"/>
                    <a:gd name="connsiteY3" fmla="*/ 43987 h 109020"/>
                    <a:gd name="connsiteX4" fmla="*/ 185924 w 492428"/>
                    <a:gd name="connsiteY4" fmla="*/ 24792 h 109020"/>
                    <a:gd name="connsiteX5" fmla="*/ 215448 w 492428"/>
                    <a:gd name="connsiteY5" fmla="*/ 7902 h 109020"/>
                    <a:gd name="connsiteX6" fmla="*/ 249007 w 492428"/>
                    <a:gd name="connsiteY6" fmla="*/ 100 h 109020"/>
                    <a:gd name="connsiteX7" fmla="*/ 283053 w 492428"/>
                    <a:gd name="connsiteY7" fmla="*/ 4045 h 109020"/>
                    <a:gd name="connsiteX8" fmla="*/ 315016 w 492428"/>
                    <a:gd name="connsiteY8" fmla="*/ 15571 h 109020"/>
                    <a:gd name="connsiteX9" fmla="*/ 344939 w 492428"/>
                    <a:gd name="connsiteY9" fmla="*/ 31131 h 109020"/>
                    <a:gd name="connsiteX10" fmla="*/ 373754 w 492428"/>
                    <a:gd name="connsiteY10" fmla="*/ 48332 h 109020"/>
                    <a:gd name="connsiteX11" fmla="*/ 431251 w 492428"/>
                    <a:gd name="connsiteY11" fmla="*/ 82422 h 109020"/>
                    <a:gd name="connsiteX12" fmla="*/ 461130 w 492428"/>
                    <a:gd name="connsiteY12" fmla="*/ 97273 h 109020"/>
                    <a:gd name="connsiteX13" fmla="*/ 492428 w 492428"/>
                    <a:gd name="connsiteY13" fmla="*/ 109021 h 109020"/>
                    <a:gd name="connsiteX14" fmla="*/ 429744 w 492428"/>
                    <a:gd name="connsiteY14" fmla="*/ 85304 h 109020"/>
                    <a:gd name="connsiteX15" fmla="*/ 371139 w 492428"/>
                    <a:gd name="connsiteY15" fmla="*/ 52720 h 109020"/>
                    <a:gd name="connsiteX16" fmla="*/ 312533 w 492428"/>
                    <a:gd name="connsiteY16" fmla="*/ 21112 h 109020"/>
                    <a:gd name="connsiteX17" fmla="*/ 281502 w 492428"/>
                    <a:gd name="connsiteY17" fmla="*/ 10207 h 109020"/>
                    <a:gd name="connsiteX18" fmla="*/ 249273 w 492428"/>
                    <a:gd name="connsiteY18" fmla="*/ 6749 h 109020"/>
                    <a:gd name="connsiteX19" fmla="*/ 217931 w 492428"/>
                    <a:gd name="connsiteY19" fmla="*/ 13753 h 109020"/>
                    <a:gd name="connsiteX20" fmla="*/ 189293 w 492428"/>
                    <a:gd name="connsiteY20" fmla="*/ 29801 h 109020"/>
                    <a:gd name="connsiteX21" fmla="*/ 161675 w 492428"/>
                    <a:gd name="connsiteY21" fmla="*/ 48775 h 109020"/>
                    <a:gd name="connsiteX22" fmla="*/ 131929 w 492428"/>
                    <a:gd name="connsiteY22" fmla="*/ 65000 h 109020"/>
                    <a:gd name="connsiteX23" fmla="*/ 66585 w 492428"/>
                    <a:gd name="connsiteY23" fmla="*/ 81270 h 109020"/>
                    <a:gd name="connsiteX24" fmla="*/ 0 w 492428"/>
                    <a:gd name="connsiteY24" fmla="*/ 74576 h 109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92428" h="109020">
                      <a:moveTo>
                        <a:pt x="0" y="74576"/>
                      </a:moveTo>
                      <a:cubicBezTo>
                        <a:pt x="21855" y="79186"/>
                        <a:pt x="44287" y="80649"/>
                        <a:pt x="66319" y="78033"/>
                      </a:cubicBezTo>
                      <a:cubicBezTo>
                        <a:pt x="88307" y="75595"/>
                        <a:pt x="109941" y="69832"/>
                        <a:pt x="129890" y="60345"/>
                      </a:cubicBezTo>
                      <a:cubicBezTo>
                        <a:pt x="139864" y="55646"/>
                        <a:pt x="149395" y="50149"/>
                        <a:pt x="158528" y="43987"/>
                      </a:cubicBezTo>
                      <a:cubicBezTo>
                        <a:pt x="167704" y="37825"/>
                        <a:pt x="176614" y="31131"/>
                        <a:pt x="185924" y="24792"/>
                      </a:cubicBezTo>
                      <a:cubicBezTo>
                        <a:pt x="195189" y="18453"/>
                        <a:pt x="204898" y="12423"/>
                        <a:pt x="215448" y="7902"/>
                      </a:cubicBezTo>
                      <a:cubicBezTo>
                        <a:pt x="225955" y="3291"/>
                        <a:pt x="237437" y="543"/>
                        <a:pt x="249007" y="100"/>
                      </a:cubicBezTo>
                      <a:cubicBezTo>
                        <a:pt x="260577" y="-432"/>
                        <a:pt x="272059" y="1208"/>
                        <a:pt x="283053" y="4045"/>
                      </a:cubicBezTo>
                      <a:cubicBezTo>
                        <a:pt x="294091" y="6882"/>
                        <a:pt x="304775" y="10872"/>
                        <a:pt x="315016" y="15571"/>
                      </a:cubicBezTo>
                      <a:cubicBezTo>
                        <a:pt x="325301" y="20270"/>
                        <a:pt x="335231" y="25546"/>
                        <a:pt x="344939" y="31131"/>
                      </a:cubicBezTo>
                      <a:cubicBezTo>
                        <a:pt x="354692" y="36628"/>
                        <a:pt x="364267" y="42436"/>
                        <a:pt x="373754" y="48332"/>
                      </a:cubicBezTo>
                      <a:cubicBezTo>
                        <a:pt x="392772" y="60035"/>
                        <a:pt x="411657" y="71871"/>
                        <a:pt x="431251" y="82422"/>
                      </a:cubicBezTo>
                      <a:cubicBezTo>
                        <a:pt x="441004" y="87742"/>
                        <a:pt x="450934" y="92796"/>
                        <a:pt x="461130" y="97273"/>
                      </a:cubicBezTo>
                      <a:cubicBezTo>
                        <a:pt x="471327" y="101706"/>
                        <a:pt x="481789" y="105652"/>
                        <a:pt x="492428" y="109021"/>
                      </a:cubicBezTo>
                      <a:cubicBezTo>
                        <a:pt x="470706" y="103790"/>
                        <a:pt x="449826" y="95145"/>
                        <a:pt x="429744" y="85304"/>
                      </a:cubicBezTo>
                      <a:cubicBezTo>
                        <a:pt x="409707" y="75241"/>
                        <a:pt x="390423" y="63892"/>
                        <a:pt x="371139" y="52720"/>
                      </a:cubicBezTo>
                      <a:cubicBezTo>
                        <a:pt x="351766" y="41726"/>
                        <a:pt x="332704" y="30067"/>
                        <a:pt x="312533" y="21112"/>
                      </a:cubicBezTo>
                      <a:cubicBezTo>
                        <a:pt x="302470" y="16591"/>
                        <a:pt x="292097" y="12867"/>
                        <a:pt x="281502" y="10207"/>
                      </a:cubicBezTo>
                      <a:cubicBezTo>
                        <a:pt x="270906" y="7547"/>
                        <a:pt x="260045" y="6173"/>
                        <a:pt x="249273" y="6749"/>
                      </a:cubicBezTo>
                      <a:cubicBezTo>
                        <a:pt x="238501" y="7104"/>
                        <a:pt x="227905" y="9542"/>
                        <a:pt x="217931" y="13753"/>
                      </a:cubicBezTo>
                      <a:cubicBezTo>
                        <a:pt x="207912" y="17965"/>
                        <a:pt x="198470" y="23639"/>
                        <a:pt x="189293" y="29801"/>
                      </a:cubicBezTo>
                      <a:cubicBezTo>
                        <a:pt x="180072" y="35963"/>
                        <a:pt x="171073" y="42568"/>
                        <a:pt x="161675" y="48775"/>
                      </a:cubicBezTo>
                      <a:cubicBezTo>
                        <a:pt x="152321" y="55070"/>
                        <a:pt x="142302" y="60478"/>
                        <a:pt x="131929" y="65000"/>
                      </a:cubicBezTo>
                      <a:cubicBezTo>
                        <a:pt x="111226" y="74132"/>
                        <a:pt x="88972" y="79452"/>
                        <a:pt x="66585" y="81270"/>
                      </a:cubicBezTo>
                      <a:cubicBezTo>
                        <a:pt x="44153" y="82821"/>
                        <a:pt x="21456" y="80693"/>
                        <a:pt x="0" y="74576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51" name="Forme libre : forme 27450">
                  <a:extLst>
                    <a:ext uri="{FF2B5EF4-FFF2-40B4-BE49-F238E27FC236}">
                      <a16:creationId xmlns:a16="http://schemas.microsoft.com/office/drawing/2014/main" id="{6B54C9FF-0524-4C70-B95B-B1FAB0C99D36}"/>
                    </a:ext>
                  </a:extLst>
                </p:cNvPr>
                <p:cNvSpPr/>
                <p:nvPr/>
              </p:nvSpPr>
              <p:spPr>
                <a:xfrm>
                  <a:off x="5570057" y="3048942"/>
                  <a:ext cx="966592" cy="125778"/>
                </a:xfrm>
                <a:custGeom>
                  <a:avLst/>
                  <a:gdLst>
                    <a:gd name="connsiteX0" fmla="*/ 966592 w 966592"/>
                    <a:gd name="connsiteY0" fmla="*/ 67791 h 125778"/>
                    <a:gd name="connsiteX1" fmla="*/ 934674 w 966592"/>
                    <a:gd name="connsiteY1" fmla="*/ 75548 h 125778"/>
                    <a:gd name="connsiteX2" fmla="*/ 902002 w 966592"/>
                    <a:gd name="connsiteY2" fmla="*/ 79450 h 125778"/>
                    <a:gd name="connsiteX3" fmla="*/ 838476 w 966592"/>
                    <a:gd name="connsiteY3" fmla="*/ 62826 h 125778"/>
                    <a:gd name="connsiteX4" fmla="*/ 779427 w 966592"/>
                    <a:gd name="connsiteY4" fmla="*/ 34232 h 125778"/>
                    <a:gd name="connsiteX5" fmla="*/ 717275 w 966592"/>
                    <a:gd name="connsiteY5" fmla="*/ 17253 h 125778"/>
                    <a:gd name="connsiteX6" fmla="*/ 685711 w 966592"/>
                    <a:gd name="connsiteY6" fmla="*/ 20888 h 125778"/>
                    <a:gd name="connsiteX7" fmla="*/ 656453 w 966592"/>
                    <a:gd name="connsiteY7" fmla="*/ 33922 h 125778"/>
                    <a:gd name="connsiteX8" fmla="*/ 600685 w 966592"/>
                    <a:gd name="connsiteY8" fmla="*/ 68854 h 125778"/>
                    <a:gd name="connsiteX9" fmla="*/ 568811 w 966592"/>
                    <a:gd name="connsiteY9" fmla="*/ 79716 h 125778"/>
                    <a:gd name="connsiteX10" fmla="*/ 535030 w 966592"/>
                    <a:gd name="connsiteY10" fmla="*/ 77189 h 125778"/>
                    <a:gd name="connsiteX11" fmla="*/ 477090 w 966592"/>
                    <a:gd name="connsiteY11" fmla="*/ 44783 h 125778"/>
                    <a:gd name="connsiteX12" fmla="*/ 450314 w 966592"/>
                    <a:gd name="connsiteY12" fmla="*/ 26208 h 125778"/>
                    <a:gd name="connsiteX13" fmla="*/ 421676 w 966592"/>
                    <a:gd name="connsiteY13" fmla="*/ 11889 h 125778"/>
                    <a:gd name="connsiteX14" fmla="*/ 390467 w 966592"/>
                    <a:gd name="connsiteY14" fmla="*/ 6170 h 125778"/>
                    <a:gd name="connsiteX15" fmla="*/ 358682 w 966592"/>
                    <a:gd name="connsiteY15" fmla="*/ 9673 h 125778"/>
                    <a:gd name="connsiteX16" fmla="*/ 328093 w 966592"/>
                    <a:gd name="connsiteY16" fmla="*/ 19869 h 125778"/>
                    <a:gd name="connsiteX17" fmla="*/ 299145 w 966592"/>
                    <a:gd name="connsiteY17" fmla="*/ 34498 h 125778"/>
                    <a:gd name="connsiteX18" fmla="*/ 244884 w 966592"/>
                    <a:gd name="connsiteY18" fmla="*/ 70894 h 125778"/>
                    <a:gd name="connsiteX19" fmla="*/ 189072 w 966592"/>
                    <a:gd name="connsiteY19" fmla="*/ 105959 h 125778"/>
                    <a:gd name="connsiteX20" fmla="*/ 126033 w 966592"/>
                    <a:gd name="connsiteY20" fmla="*/ 125332 h 125778"/>
                    <a:gd name="connsiteX21" fmla="*/ 60866 w 966592"/>
                    <a:gd name="connsiteY21" fmla="*/ 116688 h 125778"/>
                    <a:gd name="connsiteX22" fmla="*/ 0 w 966592"/>
                    <a:gd name="connsiteY22" fmla="*/ 91951 h 125778"/>
                    <a:gd name="connsiteX23" fmla="*/ 61354 w 966592"/>
                    <a:gd name="connsiteY23" fmla="*/ 115003 h 125778"/>
                    <a:gd name="connsiteX24" fmla="*/ 125723 w 966592"/>
                    <a:gd name="connsiteY24" fmla="*/ 122096 h 125778"/>
                    <a:gd name="connsiteX25" fmla="*/ 187121 w 966592"/>
                    <a:gd name="connsiteY25" fmla="*/ 102236 h 125778"/>
                    <a:gd name="connsiteX26" fmla="*/ 241914 w 966592"/>
                    <a:gd name="connsiteY26" fmla="*/ 66727 h 125778"/>
                    <a:gd name="connsiteX27" fmla="*/ 296264 w 966592"/>
                    <a:gd name="connsiteY27" fmla="*/ 29533 h 125778"/>
                    <a:gd name="connsiteX28" fmla="*/ 325788 w 966592"/>
                    <a:gd name="connsiteY28" fmla="*/ 14461 h 125778"/>
                    <a:gd name="connsiteX29" fmla="*/ 357352 w 966592"/>
                    <a:gd name="connsiteY29" fmla="*/ 3821 h 125778"/>
                    <a:gd name="connsiteX30" fmla="*/ 390645 w 966592"/>
                    <a:gd name="connsiteY30" fmla="*/ 9 h 125778"/>
                    <a:gd name="connsiteX31" fmla="*/ 423760 w 966592"/>
                    <a:gd name="connsiteY31" fmla="*/ 5949 h 125778"/>
                    <a:gd name="connsiteX32" fmla="*/ 453772 w 966592"/>
                    <a:gd name="connsiteY32" fmla="*/ 20755 h 125778"/>
                    <a:gd name="connsiteX33" fmla="*/ 480991 w 966592"/>
                    <a:gd name="connsiteY33" fmla="*/ 39463 h 125778"/>
                    <a:gd name="connsiteX34" fmla="*/ 536804 w 966592"/>
                    <a:gd name="connsiteY34" fmla="*/ 71160 h 125778"/>
                    <a:gd name="connsiteX35" fmla="*/ 567968 w 966592"/>
                    <a:gd name="connsiteY35" fmla="*/ 73642 h 125778"/>
                    <a:gd name="connsiteX36" fmla="*/ 597980 w 966592"/>
                    <a:gd name="connsiteY36" fmla="*/ 63535 h 125778"/>
                    <a:gd name="connsiteX37" fmla="*/ 653571 w 966592"/>
                    <a:gd name="connsiteY37" fmla="*/ 29045 h 125778"/>
                    <a:gd name="connsiteX38" fmla="*/ 684204 w 966592"/>
                    <a:gd name="connsiteY38" fmla="*/ 15613 h 125778"/>
                    <a:gd name="connsiteX39" fmla="*/ 717585 w 966592"/>
                    <a:gd name="connsiteY39" fmla="*/ 12200 h 125778"/>
                    <a:gd name="connsiteX40" fmla="*/ 781156 w 966592"/>
                    <a:gd name="connsiteY40" fmla="*/ 30464 h 125778"/>
                    <a:gd name="connsiteX41" fmla="*/ 839850 w 966592"/>
                    <a:gd name="connsiteY41" fmla="*/ 59900 h 125778"/>
                    <a:gd name="connsiteX42" fmla="*/ 902135 w 966592"/>
                    <a:gd name="connsiteY42" fmla="*/ 77721 h 125778"/>
                    <a:gd name="connsiteX43" fmla="*/ 934541 w 966592"/>
                    <a:gd name="connsiteY43" fmla="*/ 74573 h 125778"/>
                    <a:gd name="connsiteX44" fmla="*/ 966592 w 966592"/>
                    <a:gd name="connsiteY44" fmla="*/ 67791 h 125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966592" h="125778">
                      <a:moveTo>
                        <a:pt x="966592" y="67791"/>
                      </a:moveTo>
                      <a:cubicBezTo>
                        <a:pt x="955864" y="70007"/>
                        <a:pt x="945358" y="73066"/>
                        <a:pt x="934674" y="75548"/>
                      </a:cubicBezTo>
                      <a:cubicBezTo>
                        <a:pt x="924035" y="77987"/>
                        <a:pt x="913085" y="79982"/>
                        <a:pt x="902002" y="79450"/>
                      </a:cubicBezTo>
                      <a:cubicBezTo>
                        <a:pt x="879837" y="78873"/>
                        <a:pt x="858514" y="71603"/>
                        <a:pt x="838476" y="62826"/>
                      </a:cubicBezTo>
                      <a:cubicBezTo>
                        <a:pt x="818350" y="53959"/>
                        <a:pt x="799287" y="43054"/>
                        <a:pt x="779427" y="34232"/>
                      </a:cubicBezTo>
                      <a:cubicBezTo>
                        <a:pt x="759611" y="25455"/>
                        <a:pt x="738731" y="18406"/>
                        <a:pt x="717275" y="17253"/>
                      </a:cubicBezTo>
                      <a:cubicBezTo>
                        <a:pt x="706591" y="16721"/>
                        <a:pt x="695863" y="17829"/>
                        <a:pt x="685711" y="20888"/>
                      </a:cubicBezTo>
                      <a:cubicBezTo>
                        <a:pt x="675515" y="23859"/>
                        <a:pt x="665762" y="28513"/>
                        <a:pt x="656453" y="33922"/>
                      </a:cubicBezTo>
                      <a:cubicBezTo>
                        <a:pt x="637790" y="44827"/>
                        <a:pt x="620545" y="58570"/>
                        <a:pt x="600685" y="68854"/>
                      </a:cubicBezTo>
                      <a:cubicBezTo>
                        <a:pt x="590799" y="73953"/>
                        <a:pt x="580115" y="78075"/>
                        <a:pt x="568811" y="79716"/>
                      </a:cubicBezTo>
                      <a:cubicBezTo>
                        <a:pt x="557506" y="81356"/>
                        <a:pt x="545892" y="80292"/>
                        <a:pt x="535030" y="77189"/>
                      </a:cubicBezTo>
                      <a:cubicBezTo>
                        <a:pt x="513042" y="70938"/>
                        <a:pt x="494822" y="57373"/>
                        <a:pt x="477090" y="44783"/>
                      </a:cubicBezTo>
                      <a:cubicBezTo>
                        <a:pt x="468224" y="38355"/>
                        <a:pt x="459446" y="31971"/>
                        <a:pt x="450314" y="26208"/>
                      </a:cubicBezTo>
                      <a:cubicBezTo>
                        <a:pt x="441226" y="20445"/>
                        <a:pt x="431739" y="15303"/>
                        <a:pt x="421676" y="11889"/>
                      </a:cubicBezTo>
                      <a:cubicBezTo>
                        <a:pt x="411657" y="8431"/>
                        <a:pt x="401151" y="6481"/>
                        <a:pt x="390467" y="6170"/>
                      </a:cubicBezTo>
                      <a:cubicBezTo>
                        <a:pt x="379828" y="5993"/>
                        <a:pt x="369144" y="7279"/>
                        <a:pt x="358682" y="9673"/>
                      </a:cubicBezTo>
                      <a:cubicBezTo>
                        <a:pt x="348220" y="11978"/>
                        <a:pt x="338024" y="15613"/>
                        <a:pt x="328093" y="19869"/>
                      </a:cubicBezTo>
                      <a:cubicBezTo>
                        <a:pt x="318163" y="24080"/>
                        <a:pt x="308499" y="29045"/>
                        <a:pt x="299145" y="34498"/>
                      </a:cubicBezTo>
                      <a:cubicBezTo>
                        <a:pt x="280349" y="45315"/>
                        <a:pt x="262794" y="58304"/>
                        <a:pt x="244884" y="70894"/>
                      </a:cubicBezTo>
                      <a:cubicBezTo>
                        <a:pt x="226975" y="83484"/>
                        <a:pt x="208755" y="95941"/>
                        <a:pt x="189072" y="105959"/>
                      </a:cubicBezTo>
                      <a:cubicBezTo>
                        <a:pt x="169522" y="116111"/>
                        <a:pt x="148154" y="123381"/>
                        <a:pt x="126033" y="125332"/>
                      </a:cubicBezTo>
                      <a:cubicBezTo>
                        <a:pt x="103868" y="127150"/>
                        <a:pt x="81791" y="123249"/>
                        <a:pt x="60866" y="116688"/>
                      </a:cubicBezTo>
                      <a:cubicBezTo>
                        <a:pt x="39898" y="110171"/>
                        <a:pt x="19860" y="101128"/>
                        <a:pt x="0" y="91951"/>
                      </a:cubicBezTo>
                      <a:cubicBezTo>
                        <a:pt x="20126" y="100462"/>
                        <a:pt x="40386" y="108930"/>
                        <a:pt x="61354" y="115003"/>
                      </a:cubicBezTo>
                      <a:cubicBezTo>
                        <a:pt x="82278" y="121032"/>
                        <a:pt x="104178" y="124357"/>
                        <a:pt x="125723" y="122096"/>
                      </a:cubicBezTo>
                      <a:cubicBezTo>
                        <a:pt x="147267" y="119835"/>
                        <a:pt x="168014" y="112521"/>
                        <a:pt x="187121" y="102236"/>
                      </a:cubicBezTo>
                      <a:cubicBezTo>
                        <a:pt x="206361" y="92128"/>
                        <a:pt x="224182" y="79538"/>
                        <a:pt x="241914" y="66727"/>
                      </a:cubicBezTo>
                      <a:cubicBezTo>
                        <a:pt x="259558" y="53915"/>
                        <a:pt x="277113" y="40571"/>
                        <a:pt x="296264" y="29533"/>
                      </a:cubicBezTo>
                      <a:cubicBezTo>
                        <a:pt x="305751" y="23903"/>
                        <a:pt x="315592" y="18849"/>
                        <a:pt x="325788" y="14461"/>
                      </a:cubicBezTo>
                      <a:cubicBezTo>
                        <a:pt x="335940" y="10072"/>
                        <a:pt x="346447" y="6259"/>
                        <a:pt x="357352" y="3821"/>
                      </a:cubicBezTo>
                      <a:cubicBezTo>
                        <a:pt x="368213" y="1294"/>
                        <a:pt x="379384" y="-125"/>
                        <a:pt x="390645" y="9"/>
                      </a:cubicBezTo>
                      <a:cubicBezTo>
                        <a:pt x="401905" y="319"/>
                        <a:pt x="413120" y="2314"/>
                        <a:pt x="423760" y="5949"/>
                      </a:cubicBezTo>
                      <a:cubicBezTo>
                        <a:pt x="434488" y="9540"/>
                        <a:pt x="444374" y="14904"/>
                        <a:pt x="453772" y="20755"/>
                      </a:cubicBezTo>
                      <a:cubicBezTo>
                        <a:pt x="463170" y="26607"/>
                        <a:pt x="472169" y="33035"/>
                        <a:pt x="480991" y="39463"/>
                      </a:cubicBezTo>
                      <a:cubicBezTo>
                        <a:pt x="498635" y="52186"/>
                        <a:pt x="516367" y="65308"/>
                        <a:pt x="536804" y="71160"/>
                      </a:cubicBezTo>
                      <a:cubicBezTo>
                        <a:pt x="546911" y="74041"/>
                        <a:pt x="557551" y="75105"/>
                        <a:pt x="567968" y="73642"/>
                      </a:cubicBezTo>
                      <a:cubicBezTo>
                        <a:pt x="578386" y="72179"/>
                        <a:pt x="588449" y="68367"/>
                        <a:pt x="597980" y="63535"/>
                      </a:cubicBezTo>
                      <a:cubicBezTo>
                        <a:pt x="617131" y="53782"/>
                        <a:pt x="634420" y="40128"/>
                        <a:pt x="653571" y="29045"/>
                      </a:cubicBezTo>
                      <a:cubicBezTo>
                        <a:pt x="663191" y="23548"/>
                        <a:pt x="673343" y="18627"/>
                        <a:pt x="684204" y="15613"/>
                      </a:cubicBezTo>
                      <a:cubicBezTo>
                        <a:pt x="695021" y="12510"/>
                        <a:pt x="706414" y="11490"/>
                        <a:pt x="717585" y="12200"/>
                      </a:cubicBezTo>
                      <a:cubicBezTo>
                        <a:pt x="739973" y="13751"/>
                        <a:pt x="761207" y="21287"/>
                        <a:pt x="781156" y="30464"/>
                      </a:cubicBezTo>
                      <a:cubicBezTo>
                        <a:pt x="801149" y="39685"/>
                        <a:pt x="820034" y="50767"/>
                        <a:pt x="839850" y="59900"/>
                      </a:cubicBezTo>
                      <a:cubicBezTo>
                        <a:pt x="859533" y="69032"/>
                        <a:pt x="880324" y="76657"/>
                        <a:pt x="902135" y="77721"/>
                      </a:cubicBezTo>
                      <a:cubicBezTo>
                        <a:pt x="912996" y="78519"/>
                        <a:pt x="923813" y="76790"/>
                        <a:pt x="934541" y="74573"/>
                      </a:cubicBezTo>
                      <a:cubicBezTo>
                        <a:pt x="945225" y="72401"/>
                        <a:pt x="955820" y="69652"/>
                        <a:pt x="966592" y="67791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52" name="Forme libre : forme 27451">
                  <a:extLst>
                    <a:ext uri="{FF2B5EF4-FFF2-40B4-BE49-F238E27FC236}">
                      <a16:creationId xmlns:a16="http://schemas.microsoft.com/office/drawing/2014/main" id="{3605D2E4-7557-488A-A627-15851C56F4C2}"/>
                    </a:ext>
                  </a:extLst>
                </p:cNvPr>
                <p:cNvSpPr/>
                <p:nvPr/>
              </p:nvSpPr>
              <p:spPr>
                <a:xfrm>
                  <a:off x="5682525" y="3305535"/>
                  <a:ext cx="913838" cy="93984"/>
                </a:xfrm>
                <a:custGeom>
                  <a:avLst/>
                  <a:gdLst>
                    <a:gd name="connsiteX0" fmla="*/ 913838 w 913838"/>
                    <a:gd name="connsiteY0" fmla="*/ 35291 h 93984"/>
                    <a:gd name="connsiteX1" fmla="*/ 856164 w 913838"/>
                    <a:gd name="connsiteY1" fmla="*/ 52447 h 93984"/>
                    <a:gd name="connsiteX2" fmla="*/ 796228 w 913838"/>
                    <a:gd name="connsiteY2" fmla="*/ 59362 h 93984"/>
                    <a:gd name="connsiteX3" fmla="*/ 738110 w 913838"/>
                    <a:gd name="connsiteY3" fmla="*/ 42694 h 93984"/>
                    <a:gd name="connsiteX4" fmla="*/ 683761 w 913838"/>
                    <a:gd name="connsiteY4" fmla="*/ 17558 h 93984"/>
                    <a:gd name="connsiteX5" fmla="*/ 567082 w 913838"/>
                    <a:gd name="connsiteY5" fmla="*/ 12061 h 93984"/>
                    <a:gd name="connsiteX6" fmla="*/ 512156 w 913838"/>
                    <a:gd name="connsiteY6" fmla="*/ 34493 h 93984"/>
                    <a:gd name="connsiteX7" fmla="*/ 459224 w 913838"/>
                    <a:gd name="connsiteY7" fmla="*/ 63131 h 93984"/>
                    <a:gd name="connsiteX8" fmla="*/ 402392 w 913838"/>
                    <a:gd name="connsiteY8" fmla="*/ 84720 h 93984"/>
                    <a:gd name="connsiteX9" fmla="*/ 341437 w 913838"/>
                    <a:gd name="connsiteY9" fmla="*/ 83168 h 93984"/>
                    <a:gd name="connsiteX10" fmla="*/ 284915 w 913838"/>
                    <a:gd name="connsiteY10" fmla="*/ 61490 h 93984"/>
                    <a:gd name="connsiteX11" fmla="*/ 228659 w 913838"/>
                    <a:gd name="connsiteY11" fmla="*/ 42339 h 93984"/>
                    <a:gd name="connsiteX12" fmla="*/ 111448 w 913838"/>
                    <a:gd name="connsiteY12" fmla="*/ 51250 h 93984"/>
                    <a:gd name="connsiteX13" fmla="*/ 57453 w 913838"/>
                    <a:gd name="connsiteY13" fmla="*/ 77228 h 93984"/>
                    <a:gd name="connsiteX14" fmla="*/ 0 w 913838"/>
                    <a:gd name="connsiteY14" fmla="*/ 93985 h 93984"/>
                    <a:gd name="connsiteX15" fmla="*/ 0 w 913838"/>
                    <a:gd name="connsiteY15" fmla="*/ 93630 h 93984"/>
                    <a:gd name="connsiteX16" fmla="*/ 11216 w 913838"/>
                    <a:gd name="connsiteY16" fmla="*/ 93985 h 93984"/>
                    <a:gd name="connsiteX17" fmla="*/ 0 w 913838"/>
                    <a:gd name="connsiteY17" fmla="*/ 93985 h 93984"/>
                    <a:gd name="connsiteX18" fmla="*/ 0 w 913838"/>
                    <a:gd name="connsiteY18" fmla="*/ 93630 h 93984"/>
                    <a:gd name="connsiteX19" fmla="*/ 56522 w 913838"/>
                    <a:gd name="connsiteY19" fmla="*/ 75454 h 93984"/>
                    <a:gd name="connsiteX20" fmla="*/ 110251 w 913838"/>
                    <a:gd name="connsiteY20" fmla="*/ 48058 h 93984"/>
                    <a:gd name="connsiteX21" fmla="*/ 229723 w 913838"/>
                    <a:gd name="connsiteY21" fmla="*/ 37197 h 93984"/>
                    <a:gd name="connsiteX22" fmla="*/ 343033 w 913838"/>
                    <a:gd name="connsiteY22" fmla="*/ 77272 h 93984"/>
                    <a:gd name="connsiteX23" fmla="*/ 401151 w 913838"/>
                    <a:gd name="connsiteY23" fmla="*/ 78469 h 93984"/>
                    <a:gd name="connsiteX24" fmla="*/ 456343 w 913838"/>
                    <a:gd name="connsiteY24" fmla="*/ 57234 h 93984"/>
                    <a:gd name="connsiteX25" fmla="*/ 509363 w 913838"/>
                    <a:gd name="connsiteY25" fmla="*/ 28863 h 93984"/>
                    <a:gd name="connsiteX26" fmla="*/ 565707 w 913838"/>
                    <a:gd name="connsiteY26" fmla="*/ 6209 h 93984"/>
                    <a:gd name="connsiteX27" fmla="*/ 626219 w 913838"/>
                    <a:gd name="connsiteY27" fmla="*/ 313 h 93984"/>
                    <a:gd name="connsiteX28" fmla="*/ 685667 w 913838"/>
                    <a:gd name="connsiteY28" fmla="*/ 12815 h 93984"/>
                    <a:gd name="connsiteX29" fmla="*/ 740061 w 913838"/>
                    <a:gd name="connsiteY29" fmla="*/ 38970 h 93984"/>
                    <a:gd name="connsiteX30" fmla="*/ 796539 w 913838"/>
                    <a:gd name="connsiteY30" fmla="*/ 56171 h 93984"/>
                    <a:gd name="connsiteX31" fmla="*/ 855942 w 913838"/>
                    <a:gd name="connsiteY31" fmla="*/ 50762 h 93984"/>
                    <a:gd name="connsiteX32" fmla="*/ 913838 w 913838"/>
                    <a:gd name="connsiteY32" fmla="*/ 35291 h 93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913838" h="93984">
                      <a:moveTo>
                        <a:pt x="913838" y="35291"/>
                      </a:moveTo>
                      <a:cubicBezTo>
                        <a:pt x="894998" y="42118"/>
                        <a:pt x="875758" y="47969"/>
                        <a:pt x="856164" y="52447"/>
                      </a:cubicBezTo>
                      <a:cubicBezTo>
                        <a:pt x="836570" y="56835"/>
                        <a:pt x="816532" y="60027"/>
                        <a:pt x="796228" y="59362"/>
                      </a:cubicBezTo>
                      <a:cubicBezTo>
                        <a:pt x="775747" y="58697"/>
                        <a:pt x="756286" y="51250"/>
                        <a:pt x="738110" y="42694"/>
                      </a:cubicBezTo>
                      <a:cubicBezTo>
                        <a:pt x="719890" y="34138"/>
                        <a:pt x="702380" y="24252"/>
                        <a:pt x="683761" y="17558"/>
                      </a:cubicBezTo>
                      <a:cubicBezTo>
                        <a:pt x="646567" y="4126"/>
                        <a:pt x="605295" y="2087"/>
                        <a:pt x="567082" y="12061"/>
                      </a:cubicBezTo>
                      <a:cubicBezTo>
                        <a:pt x="547931" y="16938"/>
                        <a:pt x="529844" y="25360"/>
                        <a:pt x="512156" y="34493"/>
                      </a:cubicBezTo>
                      <a:cubicBezTo>
                        <a:pt x="494468" y="43714"/>
                        <a:pt x="477223" y="53954"/>
                        <a:pt x="459224" y="63131"/>
                      </a:cubicBezTo>
                      <a:cubicBezTo>
                        <a:pt x="441226" y="72218"/>
                        <a:pt x="422518" y="80641"/>
                        <a:pt x="402392" y="84720"/>
                      </a:cubicBezTo>
                      <a:cubicBezTo>
                        <a:pt x="382355" y="88975"/>
                        <a:pt x="361120" y="88621"/>
                        <a:pt x="341437" y="83168"/>
                      </a:cubicBezTo>
                      <a:cubicBezTo>
                        <a:pt x="321621" y="77981"/>
                        <a:pt x="303224" y="69425"/>
                        <a:pt x="284915" y="61490"/>
                      </a:cubicBezTo>
                      <a:cubicBezTo>
                        <a:pt x="266562" y="53466"/>
                        <a:pt x="248120" y="46107"/>
                        <a:pt x="228659" y="42339"/>
                      </a:cubicBezTo>
                      <a:cubicBezTo>
                        <a:pt x="189869" y="34360"/>
                        <a:pt x="148730" y="37419"/>
                        <a:pt x="111448" y="51250"/>
                      </a:cubicBezTo>
                      <a:cubicBezTo>
                        <a:pt x="92696" y="57944"/>
                        <a:pt x="75407" y="68273"/>
                        <a:pt x="57453" y="77228"/>
                      </a:cubicBezTo>
                      <a:cubicBezTo>
                        <a:pt x="39632" y="86183"/>
                        <a:pt x="20304" y="93985"/>
                        <a:pt x="0" y="93985"/>
                      </a:cubicBezTo>
                      <a:lnTo>
                        <a:pt x="0" y="93630"/>
                      </a:lnTo>
                      <a:lnTo>
                        <a:pt x="11216" y="93985"/>
                      </a:lnTo>
                      <a:lnTo>
                        <a:pt x="0" y="93985"/>
                      </a:lnTo>
                      <a:lnTo>
                        <a:pt x="0" y="93630"/>
                      </a:lnTo>
                      <a:cubicBezTo>
                        <a:pt x="20171" y="92876"/>
                        <a:pt x="39011" y="84808"/>
                        <a:pt x="56522" y="75454"/>
                      </a:cubicBezTo>
                      <a:cubicBezTo>
                        <a:pt x="74166" y="66145"/>
                        <a:pt x="91233" y="55240"/>
                        <a:pt x="110251" y="48058"/>
                      </a:cubicBezTo>
                      <a:cubicBezTo>
                        <a:pt x="147932" y="33384"/>
                        <a:pt x="189825" y="29616"/>
                        <a:pt x="229723" y="37197"/>
                      </a:cubicBezTo>
                      <a:cubicBezTo>
                        <a:pt x="270242" y="44157"/>
                        <a:pt x="304864" y="67475"/>
                        <a:pt x="343033" y="77272"/>
                      </a:cubicBezTo>
                      <a:cubicBezTo>
                        <a:pt x="362051" y="82370"/>
                        <a:pt x="381956" y="82592"/>
                        <a:pt x="401151" y="78469"/>
                      </a:cubicBezTo>
                      <a:cubicBezTo>
                        <a:pt x="420390" y="74479"/>
                        <a:pt x="438566" y="66145"/>
                        <a:pt x="456343" y="57234"/>
                      </a:cubicBezTo>
                      <a:cubicBezTo>
                        <a:pt x="474120" y="48235"/>
                        <a:pt x="491409" y="38083"/>
                        <a:pt x="509363" y="28863"/>
                      </a:cubicBezTo>
                      <a:cubicBezTo>
                        <a:pt x="527272" y="19686"/>
                        <a:pt x="545847" y="11130"/>
                        <a:pt x="565707" y="6209"/>
                      </a:cubicBezTo>
                      <a:cubicBezTo>
                        <a:pt x="585435" y="1200"/>
                        <a:pt x="605915" y="-839"/>
                        <a:pt x="626219" y="313"/>
                      </a:cubicBezTo>
                      <a:cubicBezTo>
                        <a:pt x="646523" y="1333"/>
                        <a:pt x="666693" y="5545"/>
                        <a:pt x="685667" y="12815"/>
                      </a:cubicBezTo>
                      <a:cubicBezTo>
                        <a:pt x="704729" y="19996"/>
                        <a:pt x="722151" y="30193"/>
                        <a:pt x="740061" y="38970"/>
                      </a:cubicBezTo>
                      <a:cubicBezTo>
                        <a:pt x="757882" y="47703"/>
                        <a:pt x="776723" y="55151"/>
                        <a:pt x="796539" y="56171"/>
                      </a:cubicBezTo>
                      <a:cubicBezTo>
                        <a:pt x="816355" y="57323"/>
                        <a:pt x="836348" y="54663"/>
                        <a:pt x="855942" y="50762"/>
                      </a:cubicBezTo>
                      <a:cubicBezTo>
                        <a:pt x="875404" y="46684"/>
                        <a:pt x="894776" y="41408"/>
                        <a:pt x="913838" y="35291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53" name="Forme libre : forme 27452">
                  <a:extLst>
                    <a:ext uri="{FF2B5EF4-FFF2-40B4-BE49-F238E27FC236}">
                      <a16:creationId xmlns:a16="http://schemas.microsoft.com/office/drawing/2014/main" id="{0523F684-0740-4923-95FD-8574D49D2612}"/>
                    </a:ext>
                  </a:extLst>
                </p:cNvPr>
                <p:cNvSpPr/>
                <p:nvPr/>
              </p:nvSpPr>
              <p:spPr>
                <a:xfrm>
                  <a:off x="4710169" y="3197292"/>
                  <a:ext cx="1122459" cy="120121"/>
                </a:xfrm>
                <a:custGeom>
                  <a:avLst/>
                  <a:gdLst>
                    <a:gd name="connsiteX0" fmla="*/ 0 w 1122459"/>
                    <a:gd name="connsiteY0" fmla="*/ 111082 h 120121"/>
                    <a:gd name="connsiteX1" fmla="*/ 37282 w 1122459"/>
                    <a:gd name="connsiteY1" fmla="*/ 119062 h 120121"/>
                    <a:gd name="connsiteX2" fmla="*/ 75097 w 1122459"/>
                    <a:gd name="connsiteY2" fmla="*/ 114097 h 120121"/>
                    <a:gd name="connsiteX3" fmla="*/ 145583 w 1122459"/>
                    <a:gd name="connsiteY3" fmla="*/ 84129 h 120121"/>
                    <a:gd name="connsiteX4" fmla="*/ 177900 w 1122459"/>
                    <a:gd name="connsiteY4" fmla="*/ 63604 h 120121"/>
                    <a:gd name="connsiteX5" fmla="*/ 208754 w 1122459"/>
                    <a:gd name="connsiteY5" fmla="*/ 40641 h 120121"/>
                    <a:gd name="connsiteX6" fmla="*/ 276625 w 1122459"/>
                    <a:gd name="connsiteY6" fmla="*/ 3314 h 120121"/>
                    <a:gd name="connsiteX7" fmla="*/ 315858 w 1122459"/>
                    <a:gd name="connsiteY7" fmla="*/ 1053 h 120121"/>
                    <a:gd name="connsiteX8" fmla="*/ 352963 w 1122459"/>
                    <a:gd name="connsiteY8" fmla="*/ 13909 h 120121"/>
                    <a:gd name="connsiteX9" fmla="*/ 415160 w 1122459"/>
                    <a:gd name="connsiteY9" fmla="*/ 60146 h 120121"/>
                    <a:gd name="connsiteX10" fmla="*/ 478774 w 1122459"/>
                    <a:gd name="connsiteY10" fmla="*/ 100931 h 120121"/>
                    <a:gd name="connsiteX11" fmla="*/ 515170 w 1122459"/>
                    <a:gd name="connsiteY11" fmla="*/ 107447 h 120121"/>
                    <a:gd name="connsiteX12" fmla="*/ 533302 w 1122459"/>
                    <a:gd name="connsiteY12" fmla="*/ 104477 h 120121"/>
                    <a:gd name="connsiteX13" fmla="*/ 550236 w 1122459"/>
                    <a:gd name="connsiteY13" fmla="*/ 96985 h 120121"/>
                    <a:gd name="connsiteX14" fmla="*/ 581844 w 1122459"/>
                    <a:gd name="connsiteY14" fmla="*/ 75573 h 120121"/>
                    <a:gd name="connsiteX15" fmla="*/ 616245 w 1122459"/>
                    <a:gd name="connsiteY15" fmla="*/ 56910 h 120121"/>
                    <a:gd name="connsiteX16" fmla="*/ 693425 w 1122459"/>
                    <a:gd name="connsiteY16" fmla="*/ 47512 h 120121"/>
                    <a:gd name="connsiteX17" fmla="*/ 766482 w 1122459"/>
                    <a:gd name="connsiteY17" fmla="*/ 73579 h 120121"/>
                    <a:gd name="connsiteX18" fmla="*/ 802080 w 1122459"/>
                    <a:gd name="connsiteY18" fmla="*/ 87188 h 120121"/>
                    <a:gd name="connsiteX19" fmla="*/ 839185 w 1122459"/>
                    <a:gd name="connsiteY19" fmla="*/ 92951 h 120121"/>
                    <a:gd name="connsiteX20" fmla="*/ 857715 w 1122459"/>
                    <a:gd name="connsiteY20" fmla="*/ 90735 h 120121"/>
                    <a:gd name="connsiteX21" fmla="*/ 875226 w 1122459"/>
                    <a:gd name="connsiteY21" fmla="*/ 84262 h 120121"/>
                    <a:gd name="connsiteX22" fmla="*/ 906435 w 1122459"/>
                    <a:gd name="connsiteY22" fmla="*/ 62762 h 120121"/>
                    <a:gd name="connsiteX23" fmla="*/ 936492 w 1122459"/>
                    <a:gd name="connsiteY23" fmla="*/ 38513 h 120121"/>
                    <a:gd name="connsiteX24" fmla="*/ 971424 w 1122459"/>
                    <a:gd name="connsiteY24" fmla="*/ 21357 h 120121"/>
                    <a:gd name="connsiteX25" fmla="*/ 1010214 w 1122459"/>
                    <a:gd name="connsiteY25" fmla="*/ 19982 h 120121"/>
                    <a:gd name="connsiteX26" fmla="*/ 1047762 w 1122459"/>
                    <a:gd name="connsiteY26" fmla="*/ 29070 h 120121"/>
                    <a:gd name="connsiteX27" fmla="*/ 1122460 w 1122459"/>
                    <a:gd name="connsiteY27" fmla="*/ 46625 h 120121"/>
                    <a:gd name="connsiteX28" fmla="*/ 1047319 w 1122459"/>
                    <a:gd name="connsiteY28" fmla="*/ 30666 h 120121"/>
                    <a:gd name="connsiteX29" fmla="*/ 1009904 w 1122459"/>
                    <a:gd name="connsiteY29" fmla="*/ 22420 h 120121"/>
                    <a:gd name="connsiteX30" fmla="*/ 972267 w 1122459"/>
                    <a:gd name="connsiteY30" fmla="*/ 24549 h 120121"/>
                    <a:gd name="connsiteX31" fmla="*/ 938708 w 1122459"/>
                    <a:gd name="connsiteY31" fmla="*/ 41571 h 120121"/>
                    <a:gd name="connsiteX32" fmla="*/ 909139 w 1122459"/>
                    <a:gd name="connsiteY32" fmla="*/ 66042 h 120121"/>
                    <a:gd name="connsiteX33" fmla="*/ 877310 w 1122459"/>
                    <a:gd name="connsiteY33" fmla="*/ 88474 h 120121"/>
                    <a:gd name="connsiteX34" fmla="*/ 858868 w 1122459"/>
                    <a:gd name="connsiteY34" fmla="*/ 95522 h 120121"/>
                    <a:gd name="connsiteX35" fmla="*/ 839274 w 1122459"/>
                    <a:gd name="connsiteY35" fmla="*/ 98093 h 120121"/>
                    <a:gd name="connsiteX36" fmla="*/ 764133 w 1122459"/>
                    <a:gd name="connsiteY36" fmla="*/ 78854 h 120121"/>
                    <a:gd name="connsiteX37" fmla="*/ 692494 w 1122459"/>
                    <a:gd name="connsiteY37" fmla="*/ 53541 h 120121"/>
                    <a:gd name="connsiteX38" fmla="*/ 618594 w 1122459"/>
                    <a:gd name="connsiteY38" fmla="*/ 62850 h 120121"/>
                    <a:gd name="connsiteX39" fmla="*/ 585523 w 1122459"/>
                    <a:gd name="connsiteY39" fmla="*/ 80937 h 120121"/>
                    <a:gd name="connsiteX40" fmla="*/ 553472 w 1122459"/>
                    <a:gd name="connsiteY40" fmla="*/ 102793 h 120121"/>
                    <a:gd name="connsiteX41" fmla="*/ 535208 w 1122459"/>
                    <a:gd name="connsiteY41" fmla="*/ 110772 h 120121"/>
                    <a:gd name="connsiteX42" fmla="*/ 515436 w 1122459"/>
                    <a:gd name="connsiteY42" fmla="*/ 113964 h 120121"/>
                    <a:gd name="connsiteX43" fmla="*/ 476558 w 1122459"/>
                    <a:gd name="connsiteY43" fmla="*/ 106915 h 120121"/>
                    <a:gd name="connsiteX44" fmla="*/ 411258 w 1122459"/>
                    <a:gd name="connsiteY44" fmla="*/ 64801 h 120121"/>
                    <a:gd name="connsiteX45" fmla="*/ 350303 w 1122459"/>
                    <a:gd name="connsiteY45" fmla="*/ 19052 h 120121"/>
                    <a:gd name="connsiteX46" fmla="*/ 315060 w 1122459"/>
                    <a:gd name="connsiteY46" fmla="*/ 6639 h 120121"/>
                    <a:gd name="connsiteX47" fmla="*/ 277955 w 1122459"/>
                    <a:gd name="connsiteY47" fmla="*/ 8323 h 120121"/>
                    <a:gd name="connsiteX48" fmla="*/ 211281 w 1122459"/>
                    <a:gd name="connsiteY48" fmla="*/ 44098 h 120121"/>
                    <a:gd name="connsiteX49" fmla="*/ 180072 w 1122459"/>
                    <a:gd name="connsiteY49" fmla="*/ 66751 h 120121"/>
                    <a:gd name="connsiteX50" fmla="*/ 147179 w 1122459"/>
                    <a:gd name="connsiteY50" fmla="*/ 87099 h 120121"/>
                    <a:gd name="connsiteX51" fmla="*/ 75584 w 1122459"/>
                    <a:gd name="connsiteY51" fmla="*/ 115781 h 120121"/>
                    <a:gd name="connsiteX52" fmla="*/ 37282 w 1122459"/>
                    <a:gd name="connsiteY52" fmla="*/ 119993 h 120121"/>
                    <a:gd name="connsiteX53" fmla="*/ 0 w 1122459"/>
                    <a:gd name="connsiteY53" fmla="*/ 111082 h 120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</a:cxnLst>
                  <a:rect l="l" t="t" r="r" b="b"/>
                  <a:pathLst>
                    <a:path w="1122459" h="120121">
                      <a:moveTo>
                        <a:pt x="0" y="111082"/>
                      </a:moveTo>
                      <a:cubicBezTo>
                        <a:pt x="11526" y="116846"/>
                        <a:pt x="24559" y="118663"/>
                        <a:pt x="37282" y="119062"/>
                      </a:cubicBezTo>
                      <a:cubicBezTo>
                        <a:pt x="50050" y="119328"/>
                        <a:pt x="62950" y="117998"/>
                        <a:pt x="75097" y="114097"/>
                      </a:cubicBezTo>
                      <a:cubicBezTo>
                        <a:pt x="99656" y="106827"/>
                        <a:pt x="123329" y="96675"/>
                        <a:pt x="145583" y="84129"/>
                      </a:cubicBezTo>
                      <a:cubicBezTo>
                        <a:pt x="156710" y="77834"/>
                        <a:pt x="167527" y="71052"/>
                        <a:pt x="177900" y="63604"/>
                      </a:cubicBezTo>
                      <a:cubicBezTo>
                        <a:pt x="188318" y="56201"/>
                        <a:pt x="198425" y="48310"/>
                        <a:pt x="208754" y="40641"/>
                      </a:cubicBezTo>
                      <a:cubicBezTo>
                        <a:pt x="229368" y="25435"/>
                        <a:pt x="251091" y="10274"/>
                        <a:pt x="276625" y="3314"/>
                      </a:cubicBezTo>
                      <a:cubicBezTo>
                        <a:pt x="289348" y="-55"/>
                        <a:pt x="302825" y="-942"/>
                        <a:pt x="315858" y="1053"/>
                      </a:cubicBezTo>
                      <a:cubicBezTo>
                        <a:pt x="328936" y="3003"/>
                        <a:pt x="341481" y="7703"/>
                        <a:pt x="352963" y="13909"/>
                      </a:cubicBezTo>
                      <a:cubicBezTo>
                        <a:pt x="376060" y="26322"/>
                        <a:pt x="395610" y="43611"/>
                        <a:pt x="415160" y="60146"/>
                      </a:cubicBezTo>
                      <a:cubicBezTo>
                        <a:pt x="434488" y="76682"/>
                        <a:pt x="455279" y="91931"/>
                        <a:pt x="478774" y="100931"/>
                      </a:cubicBezTo>
                      <a:cubicBezTo>
                        <a:pt x="490433" y="105453"/>
                        <a:pt x="502846" y="107935"/>
                        <a:pt x="515170" y="107447"/>
                      </a:cubicBezTo>
                      <a:cubicBezTo>
                        <a:pt x="521332" y="107359"/>
                        <a:pt x="527361" y="106073"/>
                        <a:pt x="533302" y="104477"/>
                      </a:cubicBezTo>
                      <a:cubicBezTo>
                        <a:pt x="539153" y="102704"/>
                        <a:pt x="544783" y="100044"/>
                        <a:pt x="550236" y="96985"/>
                      </a:cubicBezTo>
                      <a:cubicBezTo>
                        <a:pt x="561141" y="90867"/>
                        <a:pt x="571204" y="82932"/>
                        <a:pt x="581844" y="75573"/>
                      </a:cubicBezTo>
                      <a:cubicBezTo>
                        <a:pt x="592483" y="68126"/>
                        <a:pt x="604098" y="61698"/>
                        <a:pt x="616245" y="56910"/>
                      </a:cubicBezTo>
                      <a:cubicBezTo>
                        <a:pt x="640538" y="47202"/>
                        <a:pt x="667403" y="43566"/>
                        <a:pt x="693425" y="47512"/>
                      </a:cubicBezTo>
                      <a:cubicBezTo>
                        <a:pt x="719580" y="51502"/>
                        <a:pt x="743164" y="63249"/>
                        <a:pt x="766482" y="73579"/>
                      </a:cubicBezTo>
                      <a:cubicBezTo>
                        <a:pt x="778186" y="78810"/>
                        <a:pt x="789933" y="83686"/>
                        <a:pt x="802080" y="87188"/>
                      </a:cubicBezTo>
                      <a:cubicBezTo>
                        <a:pt x="814182" y="90779"/>
                        <a:pt x="826684" y="93128"/>
                        <a:pt x="839185" y="92951"/>
                      </a:cubicBezTo>
                      <a:cubicBezTo>
                        <a:pt x="845436" y="92862"/>
                        <a:pt x="851642" y="92153"/>
                        <a:pt x="857715" y="90735"/>
                      </a:cubicBezTo>
                      <a:cubicBezTo>
                        <a:pt x="863789" y="89316"/>
                        <a:pt x="869596" y="86966"/>
                        <a:pt x="875226" y="84262"/>
                      </a:cubicBezTo>
                      <a:cubicBezTo>
                        <a:pt x="886442" y="78632"/>
                        <a:pt x="896594" y="70830"/>
                        <a:pt x="906435" y="62762"/>
                      </a:cubicBezTo>
                      <a:cubicBezTo>
                        <a:pt x="916277" y="54649"/>
                        <a:pt x="925941" y="46049"/>
                        <a:pt x="936492" y="38513"/>
                      </a:cubicBezTo>
                      <a:cubicBezTo>
                        <a:pt x="946954" y="30932"/>
                        <a:pt x="958613" y="24415"/>
                        <a:pt x="971424" y="21357"/>
                      </a:cubicBezTo>
                      <a:cubicBezTo>
                        <a:pt x="984147" y="18120"/>
                        <a:pt x="997402" y="18120"/>
                        <a:pt x="1010214" y="19982"/>
                      </a:cubicBezTo>
                      <a:cubicBezTo>
                        <a:pt x="1023026" y="21800"/>
                        <a:pt x="1035483" y="25302"/>
                        <a:pt x="1047762" y="29070"/>
                      </a:cubicBezTo>
                      <a:cubicBezTo>
                        <a:pt x="1072233" y="36562"/>
                        <a:pt x="1096615" y="45650"/>
                        <a:pt x="1122460" y="46625"/>
                      </a:cubicBezTo>
                      <a:cubicBezTo>
                        <a:pt x="1096615" y="46226"/>
                        <a:pt x="1071878" y="37582"/>
                        <a:pt x="1047319" y="30666"/>
                      </a:cubicBezTo>
                      <a:cubicBezTo>
                        <a:pt x="1034995" y="27164"/>
                        <a:pt x="1022538" y="23972"/>
                        <a:pt x="1009904" y="22420"/>
                      </a:cubicBezTo>
                      <a:cubicBezTo>
                        <a:pt x="997314" y="20869"/>
                        <a:pt x="984413" y="21179"/>
                        <a:pt x="972267" y="24549"/>
                      </a:cubicBezTo>
                      <a:cubicBezTo>
                        <a:pt x="960031" y="27651"/>
                        <a:pt x="948904" y="34035"/>
                        <a:pt x="938708" y="41571"/>
                      </a:cubicBezTo>
                      <a:cubicBezTo>
                        <a:pt x="928468" y="49108"/>
                        <a:pt x="918981" y="57708"/>
                        <a:pt x="909139" y="66042"/>
                      </a:cubicBezTo>
                      <a:cubicBezTo>
                        <a:pt x="899298" y="74332"/>
                        <a:pt x="889013" y="82445"/>
                        <a:pt x="877310" y="88474"/>
                      </a:cubicBezTo>
                      <a:cubicBezTo>
                        <a:pt x="871414" y="91355"/>
                        <a:pt x="865296" y="93926"/>
                        <a:pt x="858868" y="95522"/>
                      </a:cubicBezTo>
                      <a:cubicBezTo>
                        <a:pt x="852440" y="97118"/>
                        <a:pt x="845835" y="97961"/>
                        <a:pt x="839274" y="98093"/>
                      </a:cubicBezTo>
                      <a:cubicBezTo>
                        <a:pt x="812720" y="98670"/>
                        <a:pt x="787540" y="89227"/>
                        <a:pt x="764133" y="78854"/>
                      </a:cubicBezTo>
                      <a:cubicBezTo>
                        <a:pt x="740637" y="68525"/>
                        <a:pt x="717452" y="57176"/>
                        <a:pt x="692494" y="53541"/>
                      </a:cubicBezTo>
                      <a:cubicBezTo>
                        <a:pt x="667669" y="49861"/>
                        <a:pt x="641868" y="53452"/>
                        <a:pt x="618594" y="62850"/>
                      </a:cubicBezTo>
                      <a:cubicBezTo>
                        <a:pt x="606891" y="67505"/>
                        <a:pt x="595897" y="73667"/>
                        <a:pt x="585523" y="80937"/>
                      </a:cubicBezTo>
                      <a:cubicBezTo>
                        <a:pt x="575106" y="88163"/>
                        <a:pt x="564954" y="96276"/>
                        <a:pt x="553472" y="102793"/>
                      </a:cubicBezTo>
                      <a:cubicBezTo>
                        <a:pt x="547709" y="105984"/>
                        <a:pt x="541636" y="108822"/>
                        <a:pt x="535208" y="110772"/>
                      </a:cubicBezTo>
                      <a:cubicBezTo>
                        <a:pt x="528735" y="112501"/>
                        <a:pt x="522130" y="113875"/>
                        <a:pt x="515436" y="113964"/>
                      </a:cubicBezTo>
                      <a:cubicBezTo>
                        <a:pt x="502048" y="114452"/>
                        <a:pt x="488793" y="111703"/>
                        <a:pt x="476558" y="106915"/>
                      </a:cubicBezTo>
                      <a:cubicBezTo>
                        <a:pt x="451954" y="97384"/>
                        <a:pt x="430764" y="81602"/>
                        <a:pt x="411258" y="64801"/>
                      </a:cubicBezTo>
                      <a:cubicBezTo>
                        <a:pt x="391753" y="48133"/>
                        <a:pt x="372513" y="31065"/>
                        <a:pt x="350303" y="19052"/>
                      </a:cubicBezTo>
                      <a:cubicBezTo>
                        <a:pt x="339265" y="13022"/>
                        <a:pt x="327384" y="8589"/>
                        <a:pt x="315060" y="6639"/>
                      </a:cubicBezTo>
                      <a:cubicBezTo>
                        <a:pt x="302780" y="4600"/>
                        <a:pt x="290102" y="5309"/>
                        <a:pt x="277955" y="8323"/>
                      </a:cubicBezTo>
                      <a:cubicBezTo>
                        <a:pt x="253529" y="14663"/>
                        <a:pt x="231940" y="29203"/>
                        <a:pt x="211281" y="44098"/>
                      </a:cubicBezTo>
                      <a:cubicBezTo>
                        <a:pt x="200908" y="51590"/>
                        <a:pt x="190667" y="59393"/>
                        <a:pt x="180072" y="66751"/>
                      </a:cubicBezTo>
                      <a:cubicBezTo>
                        <a:pt x="169522" y="74155"/>
                        <a:pt x="158483" y="80937"/>
                        <a:pt x="147179" y="87099"/>
                      </a:cubicBezTo>
                      <a:cubicBezTo>
                        <a:pt x="124437" y="99290"/>
                        <a:pt x="100410" y="108955"/>
                        <a:pt x="75584" y="115781"/>
                      </a:cubicBezTo>
                      <a:cubicBezTo>
                        <a:pt x="63172" y="119461"/>
                        <a:pt x="50138" y="120525"/>
                        <a:pt x="37282" y="119993"/>
                      </a:cubicBezTo>
                      <a:cubicBezTo>
                        <a:pt x="24426" y="119195"/>
                        <a:pt x="11393" y="117112"/>
                        <a:pt x="0" y="111082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54" name="Forme libre : forme 27453">
                  <a:extLst>
                    <a:ext uri="{FF2B5EF4-FFF2-40B4-BE49-F238E27FC236}">
                      <a16:creationId xmlns:a16="http://schemas.microsoft.com/office/drawing/2014/main" id="{49C68057-FF4C-452D-9F38-E6492C0D9B8B}"/>
                    </a:ext>
                  </a:extLst>
                </p:cNvPr>
                <p:cNvSpPr/>
                <p:nvPr/>
              </p:nvSpPr>
              <p:spPr>
                <a:xfrm>
                  <a:off x="5808070" y="3136427"/>
                  <a:ext cx="396185" cy="98669"/>
                </a:xfrm>
                <a:custGeom>
                  <a:avLst/>
                  <a:gdLst>
                    <a:gd name="connsiteX0" fmla="*/ 396186 w 396185"/>
                    <a:gd name="connsiteY0" fmla="*/ 76149 h 98669"/>
                    <a:gd name="connsiteX1" fmla="*/ 368745 w 396185"/>
                    <a:gd name="connsiteY1" fmla="*/ 77789 h 98669"/>
                    <a:gd name="connsiteX2" fmla="*/ 341570 w 396185"/>
                    <a:gd name="connsiteY2" fmla="*/ 72780 h 98669"/>
                    <a:gd name="connsiteX3" fmla="*/ 290723 w 396185"/>
                    <a:gd name="connsiteY3" fmla="*/ 50969 h 98669"/>
                    <a:gd name="connsiteX4" fmla="*/ 243953 w 396185"/>
                    <a:gd name="connsiteY4" fmla="*/ 22553 h 98669"/>
                    <a:gd name="connsiteX5" fmla="*/ 193239 w 396185"/>
                    <a:gd name="connsiteY5" fmla="*/ 6771 h 98669"/>
                    <a:gd name="connsiteX6" fmla="*/ 140707 w 396185"/>
                    <a:gd name="connsiteY6" fmla="*/ 15061 h 98669"/>
                    <a:gd name="connsiteX7" fmla="*/ 91898 w 396185"/>
                    <a:gd name="connsiteY7" fmla="*/ 38822 h 98669"/>
                    <a:gd name="connsiteX8" fmla="*/ 45439 w 396185"/>
                    <a:gd name="connsiteY8" fmla="*/ 67859 h 98669"/>
                    <a:gd name="connsiteX9" fmla="*/ 0 w 396185"/>
                    <a:gd name="connsiteY9" fmla="*/ 98669 h 98669"/>
                    <a:gd name="connsiteX10" fmla="*/ 43577 w 396185"/>
                    <a:gd name="connsiteY10" fmla="*/ 65199 h 98669"/>
                    <a:gd name="connsiteX11" fmla="*/ 89238 w 396185"/>
                    <a:gd name="connsiteY11" fmla="*/ 34478 h 98669"/>
                    <a:gd name="connsiteX12" fmla="*/ 138623 w 396185"/>
                    <a:gd name="connsiteY12" fmla="*/ 9431 h 98669"/>
                    <a:gd name="connsiteX13" fmla="*/ 193682 w 396185"/>
                    <a:gd name="connsiteY13" fmla="*/ 210 h 98669"/>
                    <a:gd name="connsiteX14" fmla="*/ 246835 w 396185"/>
                    <a:gd name="connsiteY14" fmla="*/ 17322 h 98669"/>
                    <a:gd name="connsiteX15" fmla="*/ 293427 w 396185"/>
                    <a:gd name="connsiteY15" fmla="*/ 46713 h 98669"/>
                    <a:gd name="connsiteX16" fmla="*/ 342501 w 396185"/>
                    <a:gd name="connsiteY16" fmla="*/ 69765 h 98669"/>
                    <a:gd name="connsiteX17" fmla="*/ 396186 w 396185"/>
                    <a:gd name="connsiteY17" fmla="*/ 76149 h 98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96185" h="98669">
                      <a:moveTo>
                        <a:pt x="396186" y="76149"/>
                      </a:moveTo>
                      <a:cubicBezTo>
                        <a:pt x="387275" y="78321"/>
                        <a:pt x="377921" y="78587"/>
                        <a:pt x="368745" y="77789"/>
                      </a:cubicBezTo>
                      <a:cubicBezTo>
                        <a:pt x="359569" y="76991"/>
                        <a:pt x="350481" y="75218"/>
                        <a:pt x="341570" y="72780"/>
                      </a:cubicBezTo>
                      <a:cubicBezTo>
                        <a:pt x="323838" y="67682"/>
                        <a:pt x="306726" y="60367"/>
                        <a:pt x="290723" y="50969"/>
                      </a:cubicBezTo>
                      <a:cubicBezTo>
                        <a:pt x="274896" y="41571"/>
                        <a:pt x="260001" y="30976"/>
                        <a:pt x="243953" y="22553"/>
                      </a:cubicBezTo>
                      <a:cubicBezTo>
                        <a:pt x="228083" y="14041"/>
                        <a:pt x="210971" y="7746"/>
                        <a:pt x="193239" y="6771"/>
                      </a:cubicBezTo>
                      <a:cubicBezTo>
                        <a:pt x="175506" y="5485"/>
                        <a:pt x="157641" y="9032"/>
                        <a:pt x="140707" y="15061"/>
                      </a:cubicBezTo>
                      <a:cubicBezTo>
                        <a:pt x="123728" y="21179"/>
                        <a:pt x="107680" y="29734"/>
                        <a:pt x="91898" y="38822"/>
                      </a:cubicBezTo>
                      <a:cubicBezTo>
                        <a:pt x="76161" y="47999"/>
                        <a:pt x="60733" y="57840"/>
                        <a:pt x="45439" y="67859"/>
                      </a:cubicBezTo>
                      <a:cubicBezTo>
                        <a:pt x="30056" y="77745"/>
                        <a:pt x="15028" y="88207"/>
                        <a:pt x="0" y="98669"/>
                      </a:cubicBezTo>
                      <a:cubicBezTo>
                        <a:pt x="14142" y="87010"/>
                        <a:pt x="28771" y="76016"/>
                        <a:pt x="43577" y="65199"/>
                      </a:cubicBezTo>
                      <a:cubicBezTo>
                        <a:pt x="58517" y="54604"/>
                        <a:pt x="73678" y="44275"/>
                        <a:pt x="89238" y="34478"/>
                      </a:cubicBezTo>
                      <a:cubicBezTo>
                        <a:pt x="104754" y="24592"/>
                        <a:pt x="121201" y="15992"/>
                        <a:pt x="138623" y="9431"/>
                      </a:cubicBezTo>
                      <a:cubicBezTo>
                        <a:pt x="156045" y="3047"/>
                        <a:pt x="174753" y="-987"/>
                        <a:pt x="193682" y="210"/>
                      </a:cubicBezTo>
                      <a:cubicBezTo>
                        <a:pt x="212656" y="1451"/>
                        <a:pt x="230654" y="8411"/>
                        <a:pt x="246835" y="17322"/>
                      </a:cubicBezTo>
                      <a:cubicBezTo>
                        <a:pt x="263104" y="26232"/>
                        <a:pt x="278221" y="36783"/>
                        <a:pt x="293427" y="46713"/>
                      </a:cubicBezTo>
                      <a:cubicBezTo>
                        <a:pt x="308677" y="56377"/>
                        <a:pt x="325256" y="64135"/>
                        <a:pt x="342501" y="69765"/>
                      </a:cubicBezTo>
                      <a:cubicBezTo>
                        <a:pt x="359657" y="75218"/>
                        <a:pt x="377966" y="78897"/>
                        <a:pt x="396186" y="76149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55" name="Forme libre : forme 27454">
                  <a:extLst>
                    <a:ext uri="{FF2B5EF4-FFF2-40B4-BE49-F238E27FC236}">
                      <a16:creationId xmlns:a16="http://schemas.microsoft.com/office/drawing/2014/main" id="{4AE16E7E-61CE-49DB-A24C-640BB2E0B8FF}"/>
                    </a:ext>
                  </a:extLst>
                </p:cNvPr>
                <p:cNvSpPr/>
                <p:nvPr/>
              </p:nvSpPr>
              <p:spPr>
                <a:xfrm>
                  <a:off x="6067628" y="3414305"/>
                  <a:ext cx="394944" cy="158548"/>
                </a:xfrm>
                <a:custGeom>
                  <a:avLst/>
                  <a:gdLst>
                    <a:gd name="connsiteX0" fmla="*/ 0 w 394944"/>
                    <a:gd name="connsiteY0" fmla="*/ 158548 h 158548"/>
                    <a:gd name="connsiteX1" fmla="*/ 49562 w 394944"/>
                    <a:gd name="connsiteY1" fmla="*/ 125566 h 158548"/>
                    <a:gd name="connsiteX2" fmla="*/ 91499 w 394944"/>
                    <a:gd name="connsiteY2" fmla="*/ 84294 h 158548"/>
                    <a:gd name="connsiteX3" fmla="*/ 126521 w 394944"/>
                    <a:gd name="connsiteY3" fmla="*/ 35885 h 158548"/>
                    <a:gd name="connsiteX4" fmla="*/ 148642 w 394944"/>
                    <a:gd name="connsiteY4" fmla="*/ 14872 h 158548"/>
                    <a:gd name="connsiteX5" fmla="*/ 176703 w 394944"/>
                    <a:gd name="connsiteY5" fmla="*/ 2060 h 158548"/>
                    <a:gd name="connsiteX6" fmla="*/ 236949 w 394944"/>
                    <a:gd name="connsiteY6" fmla="*/ 8621 h 158548"/>
                    <a:gd name="connsiteX7" fmla="*/ 289481 w 394944"/>
                    <a:gd name="connsiteY7" fmla="*/ 37968 h 158548"/>
                    <a:gd name="connsiteX8" fmla="*/ 338999 w 394944"/>
                    <a:gd name="connsiteY8" fmla="*/ 70729 h 158548"/>
                    <a:gd name="connsiteX9" fmla="*/ 394900 w 394944"/>
                    <a:gd name="connsiteY9" fmla="*/ 88240 h 158548"/>
                    <a:gd name="connsiteX10" fmla="*/ 394856 w 394944"/>
                    <a:gd name="connsiteY10" fmla="*/ 89259 h 158548"/>
                    <a:gd name="connsiteX11" fmla="*/ 378941 w 394944"/>
                    <a:gd name="connsiteY11" fmla="*/ 87397 h 158548"/>
                    <a:gd name="connsiteX12" fmla="*/ 394945 w 394944"/>
                    <a:gd name="connsiteY12" fmla="*/ 88195 h 158548"/>
                    <a:gd name="connsiteX13" fmla="*/ 394900 w 394944"/>
                    <a:gd name="connsiteY13" fmla="*/ 89215 h 158548"/>
                    <a:gd name="connsiteX14" fmla="*/ 337314 w 394944"/>
                    <a:gd name="connsiteY14" fmla="*/ 73920 h 158548"/>
                    <a:gd name="connsiteX15" fmla="*/ 286422 w 394944"/>
                    <a:gd name="connsiteY15" fmla="*/ 42401 h 158548"/>
                    <a:gd name="connsiteX16" fmla="*/ 234777 w 394944"/>
                    <a:gd name="connsiteY16" fmla="*/ 14295 h 158548"/>
                    <a:gd name="connsiteX17" fmla="*/ 178210 w 394944"/>
                    <a:gd name="connsiteY17" fmla="*/ 8355 h 158548"/>
                    <a:gd name="connsiteX18" fmla="*/ 152277 w 394944"/>
                    <a:gd name="connsiteY18" fmla="*/ 19925 h 158548"/>
                    <a:gd name="connsiteX19" fmla="*/ 131131 w 394944"/>
                    <a:gd name="connsiteY19" fmla="*/ 39653 h 158548"/>
                    <a:gd name="connsiteX20" fmla="*/ 95489 w 394944"/>
                    <a:gd name="connsiteY20" fmla="*/ 87264 h 158548"/>
                    <a:gd name="connsiteX21" fmla="*/ 51468 w 394944"/>
                    <a:gd name="connsiteY21" fmla="*/ 128049 h 158548"/>
                    <a:gd name="connsiteX22" fmla="*/ 0 w 394944"/>
                    <a:gd name="connsiteY22" fmla="*/ 158548 h 158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94944" h="158548">
                      <a:moveTo>
                        <a:pt x="0" y="158548"/>
                      </a:moveTo>
                      <a:cubicBezTo>
                        <a:pt x="16801" y="147953"/>
                        <a:pt x="33825" y="137624"/>
                        <a:pt x="49562" y="125566"/>
                      </a:cubicBezTo>
                      <a:cubicBezTo>
                        <a:pt x="65388" y="113730"/>
                        <a:pt x="79884" y="100165"/>
                        <a:pt x="91499" y="84294"/>
                      </a:cubicBezTo>
                      <a:cubicBezTo>
                        <a:pt x="103247" y="68512"/>
                        <a:pt x="113576" y="51401"/>
                        <a:pt x="126521" y="35885"/>
                      </a:cubicBezTo>
                      <a:cubicBezTo>
                        <a:pt x="132993" y="28171"/>
                        <a:pt x="140219" y="20856"/>
                        <a:pt x="148642" y="14872"/>
                      </a:cubicBezTo>
                      <a:cubicBezTo>
                        <a:pt x="157020" y="8887"/>
                        <a:pt x="166596" y="4410"/>
                        <a:pt x="176703" y="2060"/>
                      </a:cubicBezTo>
                      <a:cubicBezTo>
                        <a:pt x="197095" y="-2728"/>
                        <a:pt x="218197" y="1395"/>
                        <a:pt x="236949" y="8621"/>
                      </a:cubicBezTo>
                      <a:cubicBezTo>
                        <a:pt x="255834" y="15936"/>
                        <a:pt x="273212" y="26486"/>
                        <a:pt x="289481" y="37968"/>
                      </a:cubicBezTo>
                      <a:cubicBezTo>
                        <a:pt x="305751" y="49450"/>
                        <a:pt x="321710" y="61197"/>
                        <a:pt x="338999" y="70729"/>
                      </a:cubicBezTo>
                      <a:cubicBezTo>
                        <a:pt x="356199" y="80171"/>
                        <a:pt x="374996" y="87574"/>
                        <a:pt x="394900" y="88240"/>
                      </a:cubicBezTo>
                      <a:lnTo>
                        <a:pt x="394856" y="89259"/>
                      </a:lnTo>
                      <a:lnTo>
                        <a:pt x="378941" y="87397"/>
                      </a:lnTo>
                      <a:lnTo>
                        <a:pt x="394945" y="88195"/>
                      </a:lnTo>
                      <a:lnTo>
                        <a:pt x="394900" y="89215"/>
                      </a:lnTo>
                      <a:cubicBezTo>
                        <a:pt x="374818" y="89436"/>
                        <a:pt x="355047" y="83097"/>
                        <a:pt x="337314" y="73920"/>
                      </a:cubicBezTo>
                      <a:cubicBezTo>
                        <a:pt x="319449" y="64788"/>
                        <a:pt x="303002" y="53351"/>
                        <a:pt x="286422" y="42401"/>
                      </a:cubicBezTo>
                      <a:cubicBezTo>
                        <a:pt x="270064" y="31318"/>
                        <a:pt x="253085" y="21122"/>
                        <a:pt x="234777" y="14295"/>
                      </a:cubicBezTo>
                      <a:cubicBezTo>
                        <a:pt x="216645" y="7424"/>
                        <a:pt x="196829" y="4099"/>
                        <a:pt x="178210" y="8355"/>
                      </a:cubicBezTo>
                      <a:cubicBezTo>
                        <a:pt x="168945" y="10438"/>
                        <a:pt x="160123" y="14428"/>
                        <a:pt x="152277" y="19925"/>
                      </a:cubicBezTo>
                      <a:cubicBezTo>
                        <a:pt x="144386" y="25378"/>
                        <a:pt x="137470" y="32249"/>
                        <a:pt x="131131" y="39653"/>
                      </a:cubicBezTo>
                      <a:cubicBezTo>
                        <a:pt x="118408" y="54548"/>
                        <a:pt x="108034" y="71571"/>
                        <a:pt x="95489" y="87264"/>
                      </a:cubicBezTo>
                      <a:cubicBezTo>
                        <a:pt x="83121" y="103135"/>
                        <a:pt x="67871" y="116700"/>
                        <a:pt x="51468" y="128049"/>
                      </a:cubicBezTo>
                      <a:cubicBezTo>
                        <a:pt x="34933" y="139397"/>
                        <a:pt x="17555" y="149150"/>
                        <a:pt x="0" y="158548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56" name="Forme libre : forme 27455">
                  <a:extLst>
                    <a:ext uri="{FF2B5EF4-FFF2-40B4-BE49-F238E27FC236}">
                      <a16:creationId xmlns:a16="http://schemas.microsoft.com/office/drawing/2014/main" id="{DF818CB2-395B-4A26-A7E1-3591A34D7D7A}"/>
                    </a:ext>
                  </a:extLst>
                </p:cNvPr>
                <p:cNvSpPr/>
                <p:nvPr/>
              </p:nvSpPr>
              <p:spPr>
                <a:xfrm>
                  <a:off x="4983691" y="3322257"/>
                  <a:ext cx="581533" cy="121082"/>
                </a:xfrm>
                <a:custGeom>
                  <a:avLst/>
                  <a:gdLst>
                    <a:gd name="connsiteX0" fmla="*/ 0 w 581533"/>
                    <a:gd name="connsiteY0" fmla="*/ 118002 h 121082"/>
                    <a:gd name="connsiteX1" fmla="*/ 19018 w 581533"/>
                    <a:gd name="connsiteY1" fmla="*/ 120042 h 121082"/>
                    <a:gd name="connsiteX2" fmla="*/ 38036 w 581533"/>
                    <a:gd name="connsiteY2" fmla="*/ 117736 h 121082"/>
                    <a:gd name="connsiteX3" fmla="*/ 47434 w 581533"/>
                    <a:gd name="connsiteY3" fmla="*/ 115786 h 121082"/>
                    <a:gd name="connsiteX4" fmla="*/ 56744 w 581533"/>
                    <a:gd name="connsiteY4" fmla="*/ 113481 h 121082"/>
                    <a:gd name="connsiteX5" fmla="*/ 74964 w 581533"/>
                    <a:gd name="connsiteY5" fmla="*/ 107629 h 121082"/>
                    <a:gd name="connsiteX6" fmla="*/ 143810 w 581533"/>
                    <a:gd name="connsiteY6" fmla="*/ 74070 h 121082"/>
                    <a:gd name="connsiteX7" fmla="*/ 210528 w 581533"/>
                    <a:gd name="connsiteY7" fmla="*/ 35369 h 121082"/>
                    <a:gd name="connsiteX8" fmla="*/ 282255 w 581533"/>
                    <a:gd name="connsiteY8" fmla="*/ 5712 h 121082"/>
                    <a:gd name="connsiteX9" fmla="*/ 301451 w 581533"/>
                    <a:gd name="connsiteY9" fmla="*/ 1944 h 121082"/>
                    <a:gd name="connsiteX10" fmla="*/ 320956 w 581533"/>
                    <a:gd name="connsiteY10" fmla="*/ 259 h 121082"/>
                    <a:gd name="connsiteX11" fmla="*/ 359923 w 581533"/>
                    <a:gd name="connsiteY11" fmla="*/ 2964 h 121082"/>
                    <a:gd name="connsiteX12" fmla="*/ 435020 w 581533"/>
                    <a:gd name="connsiteY12" fmla="*/ 21050 h 121082"/>
                    <a:gd name="connsiteX13" fmla="*/ 510249 w 581533"/>
                    <a:gd name="connsiteY13" fmla="*/ 37054 h 121082"/>
                    <a:gd name="connsiteX14" fmla="*/ 548197 w 581533"/>
                    <a:gd name="connsiteY14" fmla="*/ 41132 h 121082"/>
                    <a:gd name="connsiteX15" fmla="*/ 566771 w 581533"/>
                    <a:gd name="connsiteY15" fmla="*/ 37409 h 121082"/>
                    <a:gd name="connsiteX16" fmla="*/ 581534 w 581533"/>
                    <a:gd name="connsiteY16" fmla="*/ 25705 h 121082"/>
                    <a:gd name="connsiteX17" fmla="*/ 567170 w 581533"/>
                    <a:gd name="connsiteY17" fmla="*/ 38340 h 121082"/>
                    <a:gd name="connsiteX18" fmla="*/ 548330 w 581533"/>
                    <a:gd name="connsiteY18" fmla="*/ 42906 h 121082"/>
                    <a:gd name="connsiteX19" fmla="*/ 509717 w 581533"/>
                    <a:gd name="connsiteY19" fmla="*/ 40290 h 121082"/>
                    <a:gd name="connsiteX20" fmla="*/ 433867 w 581533"/>
                    <a:gd name="connsiteY20" fmla="*/ 26060 h 121082"/>
                    <a:gd name="connsiteX21" fmla="*/ 358948 w 581533"/>
                    <a:gd name="connsiteY21" fmla="*/ 8948 h 121082"/>
                    <a:gd name="connsiteX22" fmla="*/ 321178 w 581533"/>
                    <a:gd name="connsiteY22" fmla="*/ 6598 h 121082"/>
                    <a:gd name="connsiteX23" fmla="*/ 302381 w 581533"/>
                    <a:gd name="connsiteY23" fmla="*/ 8372 h 121082"/>
                    <a:gd name="connsiteX24" fmla="*/ 283851 w 581533"/>
                    <a:gd name="connsiteY24" fmla="*/ 12140 h 121082"/>
                    <a:gd name="connsiteX25" fmla="*/ 213365 w 581533"/>
                    <a:gd name="connsiteY25" fmla="*/ 40689 h 121082"/>
                    <a:gd name="connsiteX26" fmla="*/ 146292 w 581533"/>
                    <a:gd name="connsiteY26" fmla="*/ 78503 h 121082"/>
                    <a:gd name="connsiteX27" fmla="*/ 75983 w 581533"/>
                    <a:gd name="connsiteY27" fmla="*/ 110732 h 121082"/>
                    <a:gd name="connsiteX28" fmla="*/ 57320 w 581533"/>
                    <a:gd name="connsiteY28" fmla="*/ 115963 h 121082"/>
                    <a:gd name="connsiteX29" fmla="*/ 47833 w 581533"/>
                    <a:gd name="connsiteY29" fmla="*/ 117914 h 121082"/>
                    <a:gd name="connsiteX30" fmla="*/ 38302 w 581533"/>
                    <a:gd name="connsiteY30" fmla="*/ 119510 h 121082"/>
                    <a:gd name="connsiteX31" fmla="*/ 0 w 581533"/>
                    <a:gd name="connsiteY31" fmla="*/ 118002 h 12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581533" h="121082">
                      <a:moveTo>
                        <a:pt x="0" y="118002"/>
                      </a:moveTo>
                      <a:cubicBezTo>
                        <a:pt x="6206" y="119731"/>
                        <a:pt x="12634" y="120263"/>
                        <a:pt x="19018" y="120042"/>
                      </a:cubicBezTo>
                      <a:cubicBezTo>
                        <a:pt x="25402" y="119776"/>
                        <a:pt x="31785" y="119155"/>
                        <a:pt x="38036" y="117736"/>
                      </a:cubicBezTo>
                      <a:lnTo>
                        <a:pt x="47434" y="115786"/>
                      </a:lnTo>
                      <a:cubicBezTo>
                        <a:pt x="50582" y="115165"/>
                        <a:pt x="53685" y="114545"/>
                        <a:pt x="56744" y="113481"/>
                      </a:cubicBezTo>
                      <a:cubicBezTo>
                        <a:pt x="62817" y="111486"/>
                        <a:pt x="69023" y="109978"/>
                        <a:pt x="74964" y="107629"/>
                      </a:cubicBezTo>
                      <a:cubicBezTo>
                        <a:pt x="98991" y="98984"/>
                        <a:pt x="121689" y="86926"/>
                        <a:pt x="143810" y="74070"/>
                      </a:cubicBezTo>
                      <a:cubicBezTo>
                        <a:pt x="165887" y="61081"/>
                        <a:pt x="187830" y="47649"/>
                        <a:pt x="210528" y="35369"/>
                      </a:cubicBezTo>
                      <a:cubicBezTo>
                        <a:pt x="233225" y="23134"/>
                        <a:pt x="256942" y="12140"/>
                        <a:pt x="282255" y="5712"/>
                      </a:cubicBezTo>
                      <a:cubicBezTo>
                        <a:pt x="288462" y="3717"/>
                        <a:pt x="295067" y="3185"/>
                        <a:pt x="301451" y="1944"/>
                      </a:cubicBezTo>
                      <a:cubicBezTo>
                        <a:pt x="307834" y="570"/>
                        <a:pt x="314439" y="747"/>
                        <a:pt x="320956" y="259"/>
                      </a:cubicBezTo>
                      <a:cubicBezTo>
                        <a:pt x="334034" y="-627"/>
                        <a:pt x="347112" y="880"/>
                        <a:pt x="359923" y="2964"/>
                      </a:cubicBezTo>
                      <a:cubicBezTo>
                        <a:pt x="385546" y="7397"/>
                        <a:pt x="410150" y="14977"/>
                        <a:pt x="435020" y="21050"/>
                      </a:cubicBezTo>
                      <a:cubicBezTo>
                        <a:pt x="459889" y="27257"/>
                        <a:pt x="484981" y="32532"/>
                        <a:pt x="510249" y="37054"/>
                      </a:cubicBezTo>
                      <a:cubicBezTo>
                        <a:pt x="522884" y="39403"/>
                        <a:pt x="535474" y="41797"/>
                        <a:pt x="548197" y="41132"/>
                      </a:cubicBezTo>
                      <a:cubicBezTo>
                        <a:pt x="554536" y="40822"/>
                        <a:pt x="560875" y="39803"/>
                        <a:pt x="566771" y="37409"/>
                      </a:cubicBezTo>
                      <a:cubicBezTo>
                        <a:pt x="572623" y="35015"/>
                        <a:pt x="577899" y="31025"/>
                        <a:pt x="581534" y="25705"/>
                      </a:cubicBezTo>
                      <a:cubicBezTo>
                        <a:pt x="578209" y="31202"/>
                        <a:pt x="573066" y="35547"/>
                        <a:pt x="567170" y="38340"/>
                      </a:cubicBezTo>
                      <a:cubicBezTo>
                        <a:pt x="561274" y="41088"/>
                        <a:pt x="554758" y="42329"/>
                        <a:pt x="548330" y="42906"/>
                      </a:cubicBezTo>
                      <a:cubicBezTo>
                        <a:pt x="535341" y="44058"/>
                        <a:pt x="522396" y="42108"/>
                        <a:pt x="509717" y="40290"/>
                      </a:cubicBezTo>
                      <a:cubicBezTo>
                        <a:pt x="484271" y="36433"/>
                        <a:pt x="458958" y="31646"/>
                        <a:pt x="433867" y="26060"/>
                      </a:cubicBezTo>
                      <a:cubicBezTo>
                        <a:pt x="408643" y="20696"/>
                        <a:pt x="384039" y="12938"/>
                        <a:pt x="358948" y="8948"/>
                      </a:cubicBezTo>
                      <a:cubicBezTo>
                        <a:pt x="346402" y="6998"/>
                        <a:pt x="333768" y="5668"/>
                        <a:pt x="321178" y="6598"/>
                      </a:cubicBezTo>
                      <a:cubicBezTo>
                        <a:pt x="314883" y="7131"/>
                        <a:pt x="308544" y="6953"/>
                        <a:pt x="302381" y="8372"/>
                      </a:cubicBezTo>
                      <a:cubicBezTo>
                        <a:pt x="296175" y="9613"/>
                        <a:pt x="289880" y="10189"/>
                        <a:pt x="283851" y="12140"/>
                      </a:cubicBezTo>
                      <a:cubicBezTo>
                        <a:pt x="259292" y="18169"/>
                        <a:pt x="235929" y="28764"/>
                        <a:pt x="213365" y="40689"/>
                      </a:cubicBezTo>
                      <a:cubicBezTo>
                        <a:pt x="190756" y="52614"/>
                        <a:pt x="168901" y="66135"/>
                        <a:pt x="146292" y="78503"/>
                      </a:cubicBezTo>
                      <a:cubicBezTo>
                        <a:pt x="123728" y="90916"/>
                        <a:pt x="100587" y="102575"/>
                        <a:pt x="75983" y="110732"/>
                      </a:cubicBezTo>
                      <a:cubicBezTo>
                        <a:pt x="69910" y="112904"/>
                        <a:pt x="63526" y="114190"/>
                        <a:pt x="57320" y="115963"/>
                      </a:cubicBezTo>
                      <a:cubicBezTo>
                        <a:pt x="54217" y="116894"/>
                        <a:pt x="51025" y="117382"/>
                        <a:pt x="47833" y="117914"/>
                      </a:cubicBezTo>
                      <a:lnTo>
                        <a:pt x="38302" y="119510"/>
                      </a:lnTo>
                      <a:cubicBezTo>
                        <a:pt x="25668" y="121593"/>
                        <a:pt x="12280" y="122081"/>
                        <a:pt x="0" y="118002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57" name="Forme libre : forme 27456">
                  <a:extLst>
                    <a:ext uri="{FF2B5EF4-FFF2-40B4-BE49-F238E27FC236}">
                      <a16:creationId xmlns:a16="http://schemas.microsoft.com/office/drawing/2014/main" id="{8D28A114-64BC-49EA-BB41-09F9681AF6E5}"/>
                    </a:ext>
                  </a:extLst>
                </p:cNvPr>
                <p:cNvSpPr/>
                <p:nvPr/>
              </p:nvSpPr>
              <p:spPr>
                <a:xfrm>
                  <a:off x="5052094" y="3153680"/>
                  <a:ext cx="316257" cy="95401"/>
                </a:xfrm>
                <a:custGeom>
                  <a:avLst/>
                  <a:gdLst>
                    <a:gd name="connsiteX0" fmla="*/ 316257 w 316257"/>
                    <a:gd name="connsiteY0" fmla="*/ 92764 h 95401"/>
                    <a:gd name="connsiteX1" fmla="*/ 270995 w 316257"/>
                    <a:gd name="connsiteY1" fmla="*/ 93075 h 95401"/>
                    <a:gd name="connsiteX2" fmla="*/ 249672 w 316257"/>
                    <a:gd name="connsiteY2" fmla="*/ 83942 h 95401"/>
                    <a:gd name="connsiteX3" fmla="*/ 232560 w 316257"/>
                    <a:gd name="connsiteY3" fmla="*/ 68515 h 95401"/>
                    <a:gd name="connsiteX4" fmla="*/ 203346 w 316257"/>
                    <a:gd name="connsiteY4" fmla="*/ 34115 h 95401"/>
                    <a:gd name="connsiteX5" fmla="*/ 168192 w 316257"/>
                    <a:gd name="connsiteY5" fmla="*/ 9200 h 95401"/>
                    <a:gd name="connsiteX6" fmla="*/ 147134 w 316257"/>
                    <a:gd name="connsiteY6" fmla="*/ 6629 h 95401"/>
                    <a:gd name="connsiteX7" fmla="*/ 125900 w 316257"/>
                    <a:gd name="connsiteY7" fmla="*/ 11151 h 95401"/>
                    <a:gd name="connsiteX8" fmla="*/ 85514 w 316257"/>
                    <a:gd name="connsiteY8" fmla="*/ 30125 h 95401"/>
                    <a:gd name="connsiteX9" fmla="*/ 44730 w 316257"/>
                    <a:gd name="connsiteY9" fmla="*/ 50162 h 95401"/>
                    <a:gd name="connsiteX10" fmla="*/ 0 w 316257"/>
                    <a:gd name="connsiteY10" fmla="*/ 55216 h 95401"/>
                    <a:gd name="connsiteX11" fmla="*/ 43489 w 316257"/>
                    <a:gd name="connsiteY11" fmla="*/ 47148 h 95401"/>
                    <a:gd name="connsiteX12" fmla="*/ 82988 w 316257"/>
                    <a:gd name="connsiteY12" fmla="*/ 25692 h 95401"/>
                    <a:gd name="connsiteX13" fmla="*/ 123816 w 316257"/>
                    <a:gd name="connsiteY13" fmla="*/ 5211 h 95401"/>
                    <a:gd name="connsiteX14" fmla="*/ 146647 w 316257"/>
                    <a:gd name="connsiteY14" fmla="*/ 157 h 95401"/>
                    <a:gd name="connsiteX15" fmla="*/ 170231 w 316257"/>
                    <a:gd name="connsiteY15" fmla="*/ 2905 h 95401"/>
                    <a:gd name="connsiteX16" fmla="*/ 207912 w 316257"/>
                    <a:gd name="connsiteY16" fmla="*/ 29903 h 95401"/>
                    <a:gd name="connsiteX17" fmla="*/ 236284 w 316257"/>
                    <a:gd name="connsiteY17" fmla="*/ 65146 h 95401"/>
                    <a:gd name="connsiteX18" fmla="*/ 252066 w 316257"/>
                    <a:gd name="connsiteY18" fmla="*/ 80618 h 95401"/>
                    <a:gd name="connsiteX19" fmla="*/ 271749 w 316257"/>
                    <a:gd name="connsiteY19" fmla="*/ 89971 h 95401"/>
                    <a:gd name="connsiteX20" fmla="*/ 316257 w 316257"/>
                    <a:gd name="connsiteY20" fmla="*/ 92764 h 95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6257" h="95401">
                      <a:moveTo>
                        <a:pt x="316257" y="92764"/>
                      </a:moveTo>
                      <a:cubicBezTo>
                        <a:pt x="301539" y="96089"/>
                        <a:pt x="286023" y="96355"/>
                        <a:pt x="270995" y="93075"/>
                      </a:cubicBezTo>
                      <a:cubicBezTo>
                        <a:pt x="263548" y="91257"/>
                        <a:pt x="256144" y="88508"/>
                        <a:pt x="249672" y="83942"/>
                      </a:cubicBezTo>
                      <a:cubicBezTo>
                        <a:pt x="243288" y="79421"/>
                        <a:pt x="237791" y="74101"/>
                        <a:pt x="232560" y="68515"/>
                      </a:cubicBezTo>
                      <a:cubicBezTo>
                        <a:pt x="222098" y="57388"/>
                        <a:pt x="213409" y="44887"/>
                        <a:pt x="203346" y="34115"/>
                      </a:cubicBezTo>
                      <a:cubicBezTo>
                        <a:pt x="193372" y="23342"/>
                        <a:pt x="181801" y="13633"/>
                        <a:pt x="168192" y="9200"/>
                      </a:cubicBezTo>
                      <a:cubicBezTo>
                        <a:pt x="161453" y="6984"/>
                        <a:pt x="154316" y="6186"/>
                        <a:pt x="147134" y="6629"/>
                      </a:cubicBezTo>
                      <a:cubicBezTo>
                        <a:pt x="139953" y="7072"/>
                        <a:pt x="132860" y="8846"/>
                        <a:pt x="125900" y="11151"/>
                      </a:cubicBezTo>
                      <a:cubicBezTo>
                        <a:pt x="111936" y="15806"/>
                        <a:pt x="98814" y="23076"/>
                        <a:pt x="85514" y="30125"/>
                      </a:cubicBezTo>
                      <a:cubicBezTo>
                        <a:pt x="72260" y="37217"/>
                        <a:pt x="58960" y="44665"/>
                        <a:pt x="44730" y="50162"/>
                      </a:cubicBezTo>
                      <a:cubicBezTo>
                        <a:pt x="30588" y="55393"/>
                        <a:pt x="14851" y="58763"/>
                        <a:pt x="0" y="55216"/>
                      </a:cubicBezTo>
                      <a:cubicBezTo>
                        <a:pt x="15073" y="57211"/>
                        <a:pt x="29968" y="53310"/>
                        <a:pt x="43489" y="47148"/>
                      </a:cubicBezTo>
                      <a:cubicBezTo>
                        <a:pt x="57187" y="41163"/>
                        <a:pt x="69999" y="33316"/>
                        <a:pt x="82988" y="25692"/>
                      </a:cubicBezTo>
                      <a:cubicBezTo>
                        <a:pt x="95932" y="17978"/>
                        <a:pt x="109276" y="10486"/>
                        <a:pt x="123816" y="5211"/>
                      </a:cubicBezTo>
                      <a:cubicBezTo>
                        <a:pt x="131087" y="2639"/>
                        <a:pt x="138756" y="733"/>
                        <a:pt x="146647" y="157"/>
                      </a:cubicBezTo>
                      <a:cubicBezTo>
                        <a:pt x="154538" y="-375"/>
                        <a:pt x="162606" y="423"/>
                        <a:pt x="170231" y="2905"/>
                      </a:cubicBezTo>
                      <a:cubicBezTo>
                        <a:pt x="185481" y="8048"/>
                        <a:pt x="197716" y="18554"/>
                        <a:pt x="207912" y="29903"/>
                      </a:cubicBezTo>
                      <a:cubicBezTo>
                        <a:pt x="218108" y="41429"/>
                        <a:pt x="226664" y="53842"/>
                        <a:pt x="236284" y="65146"/>
                      </a:cubicBezTo>
                      <a:cubicBezTo>
                        <a:pt x="241116" y="70732"/>
                        <a:pt x="246303" y="76185"/>
                        <a:pt x="252066" y="80618"/>
                      </a:cubicBezTo>
                      <a:cubicBezTo>
                        <a:pt x="257785" y="85051"/>
                        <a:pt x="264700" y="87888"/>
                        <a:pt x="271749" y="89971"/>
                      </a:cubicBezTo>
                      <a:cubicBezTo>
                        <a:pt x="286068" y="94139"/>
                        <a:pt x="301362" y="94626"/>
                        <a:pt x="316257" y="92764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58" name="Forme libre : forme 27457">
                  <a:extLst>
                    <a:ext uri="{FF2B5EF4-FFF2-40B4-BE49-F238E27FC236}">
                      <a16:creationId xmlns:a16="http://schemas.microsoft.com/office/drawing/2014/main" id="{49E9A142-6F51-4D21-B670-43773FD01C79}"/>
                    </a:ext>
                  </a:extLst>
                </p:cNvPr>
                <p:cNvSpPr/>
                <p:nvPr/>
              </p:nvSpPr>
              <p:spPr>
                <a:xfrm>
                  <a:off x="5894914" y="3258931"/>
                  <a:ext cx="353095" cy="83756"/>
                </a:xfrm>
                <a:custGeom>
                  <a:avLst/>
                  <a:gdLst>
                    <a:gd name="connsiteX0" fmla="*/ 353096 w 353095"/>
                    <a:gd name="connsiteY0" fmla="*/ 53700 h 83756"/>
                    <a:gd name="connsiteX1" fmla="*/ 305041 w 353095"/>
                    <a:gd name="connsiteY1" fmla="*/ 54941 h 83756"/>
                    <a:gd name="connsiteX2" fmla="*/ 260134 w 353095"/>
                    <a:gd name="connsiteY2" fmla="*/ 36943 h 83756"/>
                    <a:gd name="connsiteX3" fmla="*/ 218330 w 353095"/>
                    <a:gd name="connsiteY3" fmla="*/ 14378 h 83756"/>
                    <a:gd name="connsiteX4" fmla="*/ 173467 w 353095"/>
                    <a:gd name="connsiteY4" fmla="*/ 7551 h 83756"/>
                    <a:gd name="connsiteX5" fmla="*/ 131131 w 353095"/>
                    <a:gd name="connsiteY5" fmla="*/ 26259 h 83756"/>
                    <a:gd name="connsiteX6" fmla="*/ 90479 w 353095"/>
                    <a:gd name="connsiteY6" fmla="*/ 51882 h 83756"/>
                    <a:gd name="connsiteX7" fmla="*/ 46503 w 353095"/>
                    <a:gd name="connsiteY7" fmla="*/ 71654 h 83756"/>
                    <a:gd name="connsiteX8" fmla="*/ 0 w 353095"/>
                    <a:gd name="connsiteY8" fmla="*/ 83756 h 83756"/>
                    <a:gd name="connsiteX9" fmla="*/ 45306 w 353095"/>
                    <a:gd name="connsiteY9" fmla="*/ 68639 h 83756"/>
                    <a:gd name="connsiteX10" fmla="*/ 87908 w 353095"/>
                    <a:gd name="connsiteY10" fmla="*/ 47449 h 83756"/>
                    <a:gd name="connsiteX11" fmla="*/ 127673 w 353095"/>
                    <a:gd name="connsiteY11" fmla="*/ 20984 h 83756"/>
                    <a:gd name="connsiteX12" fmla="*/ 172314 w 353095"/>
                    <a:gd name="connsiteY12" fmla="*/ 1035 h 83756"/>
                    <a:gd name="connsiteX13" fmla="*/ 220768 w 353095"/>
                    <a:gd name="connsiteY13" fmla="*/ 8615 h 83756"/>
                    <a:gd name="connsiteX14" fmla="*/ 262661 w 353095"/>
                    <a:gd name="connsiteY14" fmla="*/ 32554 h 83756"/>
                    <a:gd name="connsiteX15" fmla="*/ 305573 w 353095"/>
                    <a:gd name="connsiteY15" fmla="*/ 51749 h 83756"/>
                    <a:gd name="connsiteX16" fmla="*/ 353096 w 353095"/>
                    <a:gd name="connsiteY16" fmla="*/ 53700 h 83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53095" h="83756">
                      <a:moveTo>
                        <a:pt x="353096" y="53700"/>
                      </a:moveTo>
                      <a:cubicBezTo>
                        <a:pt x="337314" y="56005"/>
                        <a:pt x="321178" y="57468"/>
                        <a:pt x="305041" y="54941"/>
                      </a:cubicBezTo>
                      <a:cubicBezTo>
                        <a:pt x="288905" y="52148"/>
                        <a:pt x="274098" y="44789"/>
                        <a:pt x="260134" y="36943"/>
                      </a:cubicBezTo>
                      <a:cubicBezTo>
                        <a:pt x="246125" y="29096"/>
                        <a:pt x="232782" y="20363"/>
                        <a:pt x="218330" y="14378"/>
                      </a:cubicBezTo>
                      <a:cubicBezTo>
                        <a:pt x="204055" y="8261"/>
                        <a:pt x="188495" y="4670"/>
                        <a:pt x="173467" y="7551"/>
                      </a:cubicBezTo>
                      <a:cubicBezTo>
                        <a:pt x="158350" y="10034"/>
                        <a:pt x="144386" y="17747"/>
                        <a:pt x="131131" y="26259"/>
                      </a:cubicBezTo>
                      <a:cubicBezTo>
                        <a:pt x="117787" y="34726"/>
                        <a:pt x="104754" y="44346"/>
                        <a:pt x="90479" y="51882"/>
                      </a:cubicBezTo>
                      <a:cubicBezTo>
                        <a:pt x="76338" y="59596"/>
                        <a:pt x="61620" y="66246"/>
                        <a:pt x="46503" y="71654"/>
                      </a:cubicBezTo>
                      <a:cubicBezTo>
                        <a:pt x="31342" y="76929"/>
                        <a:pt x="15782" y="81096"/>
                        <a:pt x="0" y="83756"/>
                      </a:cubicBezTo>
                      <a:cubicBezTo>
                        <a:pt x="15427" y="79633"/>
                        <a:pt x="30677" y="74846"/>
                        <a:pt x="45306" y="68639"/>
                      </a:cubicBezTo>
                      <a:cubicBezTo>
                        <a:pt x="60024" y="62655"/>
                        <a:pt x="74299" y="55606"/>
                        <a:pt x="87908" y="47449"/>
                      </a:cubicBezTo>
                      <a:cubicBezTo>
                        <a:pt x="101562" y="39425"/>
                        <a:pt x="114285" y="29983"/>
                        <a:pt x="127673" y="20984"/>
                      </a:cubicBezTo>
                      <a:cubicBezTo>
                        <a:pt x="141061" y="12206"/>
                        <a:pt x="155690" y="3872"/>
                        <a:pt x="172314" y="1035"/>
                      </a:cubicBezTo>
                      <a:cubicBezTo>
                        <a:pt x="188983" y="-2024"/>
                        <a:pt x="206006" y="2054"/>
                        <a:pt x="220768" y="8615"/>
                      </a:cubicBezTo>
                      <a:cubicBezTo>
                        <a:pt x="235708" y="15265"/>
                        <a:pt x="249184" y="24220"/>
                        <a:pt x="262661" y="32554"/>
                      </a:cubicBezTo>
                      <a:cubicBezTo>
                        <a:pt x="276137" y="40888"/>
                        <a:pt x="290190" y="48424"/>
                        <a:pt x="305573" y="51749"/>
                      </a:cubicBezTo>
                      <a:cubicBezTo>
                        <a:pt x="321045" y="55296"/>
                        <a:pt x="337181" y="54542"/>
                        <a:pt x="353096" y="53700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59" name="Forme libre : forme 27458">
                  <a:extLst>
                    <a:ext uri="{FF2B5EF4-FFF2-40B4-BE49-F238E27FC236}">
                      <a16:creationId xmlns:a16="http://schemas.microsoft.com/office/drawing/2014/main" id="{62DC870A-962F-4AAB-8CE8-9069589035BC}"/>
                    </a:ext>
                  </a:extLst>
                </p:cNvPr>
                <p:cNvSpPr/>
                <p:nvPr/>
              </p:nvSpPr>
              <p:spPr>
                <a:xfrm>
                  <a:off x="5466810" y="3275273"/>
                  <a:ext cx="352785" cy="80891"/>
                </a:xfrm>
                <a:custGeom>
                  <a:avLst/>
                  <a:gdLst>
                    <a:gd name="connsiteX0" fmla="*/ 352786 w 352785"/>
                    <a:gd name="connsiteY0" fmla="*/ 68966 h 80891"/>
                    <a:gd name="connsiteX1" fmla="*/ 328847 w 352785"/>
                    <a:gd name="connsiteY1" fmla="*/ 65952 h 80891"/>
                    <a:gd name="connsiteX2" fmla="*/ 307081 w 352785"/>
                    <a:gd name="connsiteY2" fmla="*/ 55046 h 80891"/>
                    <a:gd name="connsiteX3" fmla="*/ 266562 w 352785"/>
                    <a:gd name="connsiteY3" fmla="*/ 28714 h 80891"/>
                    <a:gd name="connsiteX4" fmla="*/ 224802 w 352785"/>
                    <a:gd name="connsiteY4" fmla="*/ 7656 h 80891"/>
                    <a:gd name="connsiteX5" fmla="*/ 179141 w 352785"/>
                    <a:gd name="connsiteY5" fmla="*/ 12799 h 80891"/>
                    <a:gd name="connsiteX6" fmla="*/ 136451 w 352785"/>
                    <a:gd name="connsiteY6" fmla="*/ 34078 h 80891"/>
                    <a:gd name="connsiteX7" fmla="*/ 115172 w 352785"/>
                    <a:gd name="connsiteY7" fmla="*/ 45648 h 80891"/>
                    <a:gd name="connsiteX8" fmla="*/ 93538 w 352785"/>
                    <a:gd name="connsiteY8" fmla="*/ 56642 h 80891"/>
                    <a:gd name="connsiteX9" fmla="*/ 47700 w 352785"/>
                    <a:gd name="connsiteY9" fmla="*/ 72779 h 80891"/>
                    <a:gd name="connsiteX10" fmla="*/ 0 w 352785"/>
                    <a:gd name="connsiteY10" fmla="*/ 80891 h 80891"/>
                    <a:gd name="connsiteX11" fmla="*/ 46813 w 352785"/>
                    <a:gd name="connsiteY11" fmla="*/ 69631 h 80891"/>
                    <a:gd name="connsiteX12" fmla="*/ 91366 w 352785"/>
                    <a:gd name="connsiteY12" fmla="*/ 51987 h 80891"/>
                    <a:gd name="connsiteX13" fmla="*/ 112423 w 352785"/>
                    <a:gd name="connsiteY13" fmla="*/ 40461 h 80891"/>
                    <a:gd name="connsiteX14" fmla="*/ 133303 w 352785"/>
                    <a:gd name="connsiteY14" fmla="*/ 28536 h 80891"/>
                    <a:gd name="connsiteX15" fmla="*/ 176836 w 352785"/>
                    <a:gd name="connsiteY15" fmla="*/ 6504 h 80891"/>
                    <a:gd name="connsiteX16" fmla="*/ 225999 w 352785"/>
                    <a:gd name="connsiteY16" fmla="*/ 1450 h 80891"/>
                    <a:gd name="connsiteX17" fmla="*/ 249184 w 352785"/>
                    <a:gd name="connsiteY17" fmla="*/ 10848 h 80891"/>
                    <a:gd name="connsiteX18" fmla="*/ 269355 w 352785"/>
                    <a:gd name="connsiteY18" fmla="*/ 24458 h 80891"/>
                    <a:gd name="connsiteX19" fmla="*/ 308765 w 352785"/>
                    <a:gd name="connsiteY19" fmla="*/ 52298 h 80891"/>
                    <a:gd name="connsiteX20" fmla="*/ 329423 w 352785"/>
                    <a:gd name="connsiteY20" fmla="*/ 64311 h 80891"/>
                    <a:gd name="connsiteX21" fmla="*/ 352786 w 352785"/>
                    <a:gd name="connsiteY21" fmla="*/ 68966 h 80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52785" h="80891">
                      <a:moveTo>
                        <a:pt x="352786" y="68966"/>
                      </a:moveTo>
                      <a:cubicBezTo>
                        <a:pt x="344762" y="70074"/>
                        <a:pt x="336472" y="68745"/>
                        <a:pt x="328847" y="65952"/>
                      </a:cubicBezTo>
                      <a:cubicBezTo>
                        <a:pt x="321178" y="63159"/>
                        <a:pt x="313996" y="59258"/>
                        <a:pt x="307081" y="55046"/>
                      </a:cubicBezTo>
                      <a:cubicBezTo>
                        <a:pt x="293427" y="46357"/>
                        <a:pt x="280083" y="37491"/>
                        <a:pt x="266562" y="28714"/>
                      </a:cubicBezTo>
                      <a:cubicBezTo>
                        <a:pt x="253041" y="20069"/>
                        <a:pt x="240008" y="10272"/>
                        <a:pt x="224802" y="7656"/>
                      </a:cubicBezTo>
                      <a:cubicBezTo>
                        <a:pt x="209685" y="4775"/>
                        <a:pt x="193771" y="7346"/>
                        <a:pt x="179141" y="12799"/>
                      </a:cubicBezTo>
                      <a:cubicBezTo>
                        <a:pt x="164291" y="18118"/>
                        <a:pt x="150548" y="26231"/>
                        <a:pt x="136451" y="34078"/>
                      </a:cubicBezTo>
                      <a:lnTo>
                        <a:pt x="115172" y="45648"/>
                      </a:lnTo>
                      <a:cubicBezTo>
                        <a:pt x="108079" y="49505"/>
                        <a:pt x="101075" y="53495"/>
                        <a:pt x="93538" y="56642"/>
                      </a:cubicBezTo>
                      <a:cubicBezTo>
                        <a:pt x="78687" y="63203"/>
                        <a:pt x="63349" y="68656"/>
                        <a:pt x="47700" y="72779"/>
                      </a:cubicBezTo>
                      <a:cubicBezTo>
                        <a:pt x="32007" y="76724"/>
                        <a:pt x="16048" y="79650"/>
                        <a:pt x="0" y="80891"/>
                      </a:cubicBezTo>
                      <a:cubicBezTo>
                        <a:pt x="15870" y="78143"/>
                        <a:pt x="31564" y="74596"/>
                        <a:pt x="46813" y="69631"/>
                      </a:cubicBezTo>
                      <a:cubicBezTo>
                        <a:pt x="62108" y="64888"/>
                        <a:pt x="77047" y="59036"/>
                        <a:pt x="91366" y="51987"/>
                      </a:cubicBezTo>
                      <a:cubicBezTo>
                        <a:pt x="98592" y="48574"/>
                        <a:pt x="105419" y="44363"/>
                        <a:pt x="112423" y="40461"/>
                      </a:cubicBezTo>
                      <a:lnTo>
                        <a:pt x="133303" y="28536"/>
                      </a:lnTo>
                      <a:cubicBezTo>
                        <a:pt x="147223" y="20601"/>
                        <a:pt x="161276" y="12178"/>
                        <a:pt x="176836" y="6504"/>
                      </a:cubicBezTo>
                      <a:cubicBezTo>
                        <a:pt x="192308" y="918"/>
                        <a:pt x="209375" y="-1919"/>
                        <a:pt x="225999" y="1450"/>
                      </a:cubicBezTo>
                      <a:cubicBezTo>
                        <a:pt x="234289" y="3135"/>
                        <a:pt x="242136" y="6637"/>
                        <a:pt x="249184" y="10848"/>
                      </a:cubicBezTo>
                      <a:cubicBezTo>
                        <a:pt x="256322" y="15015"/>
                        <a:pt x="262794" y="19847"/>
                        <a:pt x="269355" y="24458"/>
                      </a:cubicBezTo>
                      <a:lnTo>
                        <a:pt x="308765" y="52298"/>
                      </a:lnTo>
                      <a:cubicBezTo>
                        <a:pt x="315326" y="56864"/>
                        <a:pt x="322109" y="61119"/>
                        <a:pt x="329423" y="64311"/>
                      </a:cubicBezTo>
                      <a:cubicBezTo>
                        <a:pt x="336782" y="67415"/>
                        <a:pt x="344673" y="69365"/>
                        <a:pt x="352786" y="68966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60" name="Forme libre : forme 27459">
                  <a:extLst>
                    <a:ext uri="{FF2B5EF4-FFF2-40B4-BE49-F238E27FC236}">
                      <a16:creationId xmlns:a16="http://schemas.microsoft.com/office/drawing/2014/main" id="{9C45B482-B50E-4DD8-8FE3-4347A635BC9A}"/>
                    </a:ext>
                  </a:extLst>
                </p:cNvPr>
                <p:cNvSpPr/>
                <p:nvPr/>
              </p:nvSpPr>
              <p:spPr>
                <a:xfrm>
                  <a:off x="6543077" y="3435553"/>
                  <a:ext cx="471238" cy="94097"/>
                </a:xfrm>
                <a:custGeom>
                  <a:avLst/>
                  <a:gdLst>
                    <a:gd name="connsiteX0" fmla="*/ 471238 w 471238"/>
                    <a:gd name="connsiteY0" fmla="*/ 77010 h 94097"/>
                    <a:gd name="connsiteX1" fmla="*/ 441359 w 471238"/>
                    <a:gd name="connsiteY1" fmla="*/ 87428 h 94097"/>
                    <a:gd name="connsiteX2" fmla="*/ 410106 w 471238"/>
                    <a:gd name="connsiteY2" fmla="*/ 92970 h 94097"/>
                    <a:gd name="connsiteX3" fmla="*/ 346580 w 471238"/>
                    <a:gd name="connsiteY3" fmla="*/ 90177 h 94097"/>
                    <a:gd name="connsiteX4" fmla="*/ 287752 w 471238"/>
                    <a:gd name="connsiteY4" fmla="*/ 65617 h 94097"/>
                    <a:gd name="connsiteX5" fmla="*/ 234156 w 471238"/>
                    <a:gd name="connsiteY5" fmla="*/ 32236 h 94097"/>
                    <a:gd name="connsiteX6" fmla="*/ 177102 w 471238"/>
                    <a:gd name="connsiteY6" fmla="*/ 8297 h 94097"/>
                    <a:gd name="connsiteX7" fmla="*/ 146558 w 471238"/>
                    <a:gd name="connsiteY7" fmla="*/ 6169 h 94097"/>
                    <a:gd name="connsiteX8" fmla="*/ 116635 w 471238"/>
                    <a:gd name="connsiteY8" fmla="*/ 13129 h 94097"/>
                    <a:gd name="connsiteX9" fmla="*/ 60335 w 471238"/>
                    <a:gd name="connsiteY9" fmla="*/ 41014 h 94097"/>
                    <a:gd name="connsiteX10" fmla="*/ 0 w 471238"/>
                    <a:gd name="connsiteY10" fmla="*/ 58835 h 94097"/>
                    <a:gd name="connsiteX11" fmla="*/ 58783 w 471238"/>
                    <a:gd name="connsiteY11" fmla="*/ 38132 h 94097"/>
                    <a:gd name="connsiteX12" fmla="*/ 114773 w 471238"/>
                    <a:gd name="connsiteY12" fmla="*/ 8342 h 94097"/>
                    <a:gd name="connsiteX13" fmla="*/ 146026 w 471238"/>
                    <a:gd name="connsiteY13" fmla="*/ 451 h 94097"/>
                    <a:gd name="connsiteX14" fmla="*/ 178299 w 471238"/>
                    <a:gd name="connsiteY14" fmla="*/ 2401 h 94097"/>
                    <a:gd name="connsiteX15" fmla="*/ 237481 w 471238"/>
                    <a:gd name="connsiteY15" fmla="*/ 26517 h 94097"/>
                    <a:gd name="connsiteX16" fmla="*/ 290811 w 471238"/>
                    <a:gd name="connsiteY16" fmla="*/ 60430 h 94097"/>
                    <a:gd name="connsiteX17" fmla="*/ 347644 w 471238"/>
                    <a:gd name="connsiteY17" fmla="*/ 85212 h 94097"/>
                    <a:gd name="connsiteX18" fmla="*/ 409795 w 471238"/>
                    <a:gd name="connsiteY18" fmla="*/ 89733 h 94097"/>
                    <a:gd name="connsiteX19" fmla="*/ 471238 w 471238"/>
                    <a:gd name="connsiteY19" fmla="*/ 77010 h 94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71238" h="94097">
                      <a:moveTo>
                        <a:pt x="471238" y="77010"/>
                      </a:moveTo>
                      <a:cubicBezTo>
                        <a:pt x="461707" y="81488"/>
                        <a:pt x="451644" y="84857"/>
                        <a:pt x="441359" y="87428"/>
                      </a:cubicBezTo>
                      <a:cubicBezTo>
                        <a:pt x="431119" y="89999"/>
                        <a:pt x="420657" y="91906"/>
                        <a:pt x="410106" y="92970"/>
                      </a:cubicBezTo>
                      <a:cubicBezTo>
                        <a:pt x="389004" y="94964"/>
                        <a:pt x="367548" y="94477"/>
                        <a:pt x="346580" y="90177"/>
                      </a:cubicBezTo>
                      <a:cubicBezTo>
                        <a:pt x="325389" y="86231"/>
                        <a:pt x="305928" y="76345"/>
                        <a:pt x="287752" y="65617"/>
                      </a:cubicBezTo>
                      <a:cubicBezTo>
                        <a:pt x="269488" y="54845"/>
                        <a:pt x="252199" y="42698"/>
                        <a:pt x="234156" y="32236"/>
                      </a:cubicBezTo>
                      <a:cubicBezTo>
                        <a:pt x="216247" y="21641"/>
                        <a:pt x="197273" y="12597"/>
                        <a:pt x="177102" y="8297"/>
                      </a:cubicBezTo>
                      <a:cubicBezTo>
                        <a:pt x="167039" y="6169"/>
                        <a:pt x="156754" y="5238"/>
                        <a:pt x="146558" y="6169"/>
                      </a:cubicBezTo>
                      <a:cubicBezTo>
                        <a:pt x="136406" y="7189"/>
                        <a:pt x="126343" y="9450"/>
                        <a:pt x="116635" y="13129"/>
                      </a:cubicBezTo>
                      <a:cubicBezTo>
                        <a:pt x="97174" y="20355"/>
                        <a:pt x="79131" y="31394"/>
                        <a:pt x="60335" y="41014"/>
                      </a:cubicBezTo>
                      <a:cubicBezTo>
                        <a:pt x="41627" y="50589"/>
                        <a:pt x="21235" y="58746"/>
                        <a:pt x="0" y="58835"/>
                      </a:cubicBezTo>
                      <a:cubicBezTo>
                        <a:pt x="21146" y="57194"/>
                        <a:pt x="40696" y="48594"/>
                        <a:pt x="58783" y="38132"/>
                      </a:cubicBezTo>
                      <a:cubicBezTo>
                        <a:pt x="77136" y="27980"/>
                        <a:pt x="94913" y="16410"/>
                        <a:pt x="114773" y="8342"/>
                      </a:cubicBezTo>
                      <a:cubicBezTo>
                        <a:pt x="124659" y="4263"/>
                        <a:pt x="135254" y="1559"/>
                        <a:pt x="146026" y="451"/>
                      </a:cubicBezTo>
                      <a:cubicBezTo>
                        <a:pt x="156843" y="-613"/>
                        <a:pt x="167748" y="273"/>
                        <a:pt x="178299" y="2401"/>
                      </a:cubicBezTo>
                      <a:cubicBezTo>
                        <a:pt x="199489" y="6701"/>
                        <a:pt x="219128" y="15878"/>
                        <a:pt x="237481" y="26517"/>
                      </a:cubicBezTo>
                      <a:cubicBezTo>
                        <a:pt x="255790" y="37378"/>
                        <a:pt x="272901" y="49658"/>
                        <a:pt x="290811" y="60430"/>
                      </a:cubicBezTo>
                      <a:cubicBezTo>
                        <a:pt x="308677" y="71292"/>
                        <a:pt x="327429" y="80601"/>
                        <a:pt x="347644" y="85212"/>
                      </a:cubicBezTo>
                      <a:cubicBezTo>
                        <a:pt x="367859" y="89955"/>
                        <a:pt x="388960" y="91063"/>
                        <a:pt x="409795" y="89733"/>
                      </a:cubicBezTo>
                      <a:cubicBezTo>
                        <a:pt x="430720" y="88492"/>
                        <a:pt x="451511" y="84502"/>
                        <a:pt x="471238" y="77010"/>
                      </a:cubicBezTo>
                      <a:close/>
                    </a:path>
                  </a:pathLst>
                </a:custGeom>
                <a:solidFill>
                  <a:srgbClr val="77BFDB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61" name="Forme libre : forme 27460">
                  <a:extLst>
                    <a:ext uri="{FF2B5EF4-FFF2-40B4-BE49-F238E27FC236}">
                      <a16:creationId xmlns:a16="http://schemas.microsoft.com/office/drawing/2014/main" id="{27097901-5A11-4BE7-A80E-5CF208F40C1C}"/>
                    </a:ext>
                  </a:extLst>
                </p:cNvPr>
                <p:cNvSpPr/>
                <p:nvPr/>
              </p:nvSpPr>
              <p:spPr>
                <a:xfrm>
                  <a:off x="6242024" y="3634494"/>
                  <a:ext cx="878463" cy="798926"/>
                </a:xfrm>
                <a:custGeom>
                  <a:avLst/>
                  <a:gdLst>
                    <a:gd name="connsiteX0" fmla="*/ 266297 w 878463"/>
                    <a:gd name="connsiteY0" fmla="*/ 10619 h 798926"/>
                    <a:gd name="connsiteX1" fmla="*/ 335276 w 878463"/>
                    <a:gd name="connsiteY1" fmla="*/ 6629 h 798926"/>
                    <a:gd name="connsiteX2" fmla="*/ 381913 w 878463"/>
                    <a:gd name="connsiteY2" fmla="*/ 60801 h 798926"/>
                    <a:gd name="connsiteX3" fmla="*/ 539243 w 878463"/>
                    <a:gd name="connsiteY3" fmla="*/ 168481 h 798926"/>
                    <a:gd name="connsiteX4" fmla="*/ 727472 w 878463"/>
                    <a:gd name="connsiteY4" fmla="*/ 138336 h 798926"/>
                    <a:gd name="connsiteX5" fmla="*/ 760188 w 878463"/>
                    <a:gd name="connsiteY5" fmla="*/ 110629 h 798926"/>
                    <a:gd name="connsiteX6" fmla="*/ 781600 w 878463"/>
                    <a:gd name="connsiteY6" fmla="*/ 66830 h 798926"/>
                    <a:gd name="connsiteX7" fmla="*/ 818262 w 878463"/>
                    <a:gd name="connsiteY7" fmla="*/ 38060 h 798926"/>
                    <a:gd name="connsiteX8" fmla="*/ 856564 w 878463"/>
                    <a:gd name="connsiteY8" fmla="*/ 74899 h 798926"/>
                    <a:gd name="connsiteX9" fmla="*/ 869597 w 878463"/>
                    <a:gd name="connsiteY9" fmla="*/ 150838 h 798926"/>
                    <a:gd name="connsiteX10" fmla="*/ 878463 w 878463"/>
                    <a:gd name="connsiteY10" fmla="*/ 709541 h 798926"/>
                    <a:gd name="connsiteX11" fmla="*/ 751056 w 878463"/>
                    <a:gd name="connsiteY11" fmla="*/ 721687 h 798926"/>
                    <a:gd name="connsiteX12" fmla="*/ 551744 w 878463"/>
                    <a:gd name="connsiteY12" fmla="*/ 720313 h 798926"/>
                    <a:gd name="connsiteX13" fmla="*/ 424692 w 878463"/>
                    <a:gd name="connsiteY13" fmla="*/ 764555 h 798926"/>
                    <a:gd name="connsiteX14" fmla="*/ 85737 w 878463"/>
                    <a:gd name="connsiteY14" fmla="*/ 796961 h 798926"/>
                    <a:gd name="connsiteX15" fmla="*/ 33870 w 878463"/>
                    <a:gd name="connsiteY15" fmla="*/ 796119 h 798926"/>
                    <a:gd name="connsiteX16" fmla="*/ 90 w 878463"/>
                    <a:gd name="connsiteY16" fmla="*/ 760654 h 798926"/>
                    <a:gd name="connsiteX17" fmla="*/ 23408 w 878463"/>
                    <a:gd name="connsiteY17" fmla="*/ 722308 h 798926"/>
                    <a:gd name="connsiteX18" fmla="*/ 68448 w 878463"/>
                    <a:gd name="connsiteY18" fmla="*/ 708787 h 798926"/>
                    <a:gd name="connsiteX19" fmla="*/ 609286 w 878463"/>
                    <a:gd name="connsiteY19" fmla="*/ 460135 h 798926"/>
                    <a:gd name="connsiteX20" fmla="*/ 631496 w 878463"/>
                    <a:gd name="connsiteY20" fmla="*/ 432694 h 798926"/>
                    <a:gd name="connsiteX21" fmla="*/ 633402 w 878463"/>
                    <a:gd name="connsiteY21" fmla="*/ 388230 h 798926"/>
                    <a:gd name="connsiteX22" fmla="*/ 577589 w 878463"/>
                    <a:gd name="connsiteY22" fmla="*/ 312557 h 798926"/>
                    <a:gd name="connsiteX23" fmla="*/ 237438 w 878463"/>
                    <a:gd name="connsiteY23" fmla="*/ 131820 h 798926"/>
                    <a:gd name="connsiteX24" fmla="*/ 201397 w 878463"/>
                    <a:gd name="connsiteY24" fmla="*/ 98438 h 798926"/>
                    <a:gd name="connsiteX25" fmla="*/ 266297 w 878463"/>
                    <a:gd name="connsiteY25" fmla="*/ 10619 h 798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878463" h="798926">
                      <a:moveTo>
                        <a:pt x="266297" y="10619"/>
                      </a:moveTo>
                      <a:cubicBezTo>
                        <a:pt x="287443" y="-686"/>
                        <a:pt x="313998" y="-4410"/>
                        <a:pt x="335276" y="6629"/>
                      </a:cubicBezTo>
                      <a:cubicBezTo>
                        <a:pt x="356688" y="17756"/>
                        <a:pt x="368436" y="40764"/>
                        <a:pt x="381913" y="60801"/>
                      </a:cubicBezTo>
                      <a:cubicBezTo>
                        <a:pt x="418175" y="114841"/>
                        <a:pt x="475717" y="154207"/>
                        <a:pt x="539243" y="168481"/>
                      </a:cubicBezTo>
                      <a:cubicBezTo>
                        <a:pt x="602769" y="182712"/>
                        <a:pt x="671571" y="171718"/>
                        <a:pt x="727472" y="138336"/>
                      </a:cubicBezTo>
                      <a:cubicBezTo>
                        <a:pt x="739841" y="130977"/>
                        <a:pt x="751810" y="122333"/>
                        <a:pt x="760188" y="110629"/>
                      </a:cubicBezTo>
                      <a:cubicBezTo>
                        <a:pt x="769720" y="97419"/>
                        <a:pt x="774020" y="81238"/>
                        <a:pt x="781600" y="66830"/>
                      </a:cubicBezTo>
                      <a:cubicBezTo>
                        <a:pt x="789181" y="52423"/>
                        <a:pt x="801993" y="38725"/>
                        <a:pt x="818262" y="38060"/>
                      </a:cubicBezTo>
                      <a:cubicBezTo>
                        <a:pt x="837590" y="37262"/>
                        <a:pt x="847255" y="57920"/>
                        <a:pt x="856564" y="74899"/>
                      </a:cubicBezTo>
                      <a:cubicBezTo>
                        <a:pt x="866672" y="93340"/>
                        <a:pt x="869597" y="100699"/>
                        <a:pt x="869597" y="150838"/>
                      </a:cubicBezTo>
                      <a:cubicBezTo>
                        <a:pt x="869597" y="364646"/>
                        <a:pt x="874030" y="512002"/>
                        <a:pt x="878463" y="709541"/>
                      </a:cubicBezTo>
                      <a:cubicBezTo>
                        <a:pt x="846412" y="731130"/>
                        <a:pt x="789270" y="727495"/>
                        <a:pt x="751056" y="721687"/>
                      </a:cubicBezTo>
                      <a:cubicBezTo>
                        <a:pt x="684959" y="711624"/>
                        <a:pt x="616734" y="704620"/>
                        <a:pt x="551744" y="720313"/>
                      </a:cubicBezTo>
                      <a:cubicBezTo>
                        <a:pt x="508123" y="730820"/>
                        <a:pt x="467516" y="751212"/>
                        <a:pt x="424692" y="764555"/>
                      </a:cubicBezTo>
                      <a:cubicBezTo>
                        <a:pt x="316037" y="798513"/>
                        <a:pt x="199047" y="786189"/>
                        <a:pt x="85737" y="796961"/>
                      </a:cubicBezTo>
                      <a:cubicBezTo>
                        <a:pt x="68404" y="798602"/>
                        <a:pt x="50627" y="800774"/>
                        <a:pt x="33870" y="796119"/>
                      </a:cubicBezTo>
                      <a:cubicBezTo>
                        <a:pt x="17113" y="791464"/>
                        <a:pt x="1420" y="778032"/>
                        <a:pt x="90" y="760654"/>
                      </a:cubicBezTo>
                      <a:cubicBezTo>
                        <a:pt x="-1107" y="744961"/>
                        <a:pt x="9798" y="730332"/>
                        <a:pt x="23408" y="722308"/>
                      </a:cubicBezTo>
                      <a:cubicBezTo>
                        <a:pt x="36973" y="714328"/>
                        <a:pt x="52932" y="711580"/>
                        <a:pt x="68448" y="708787"/>
                      </a:cubicBezTo>
                      <a:cubicBezTo>
                        <a:pt x="266475" y="673012"/>
                        <a:pt x="462639" y="597915"/>
                        <a:pt x="609286" y="460135"/>
                      </a:cubicBezTo>
                      <a:cubicBezTo>
                        <a:pt x="617931" y="452022"/>
                        <a:pt x="626531" y="443466"/>
                        <a:pt x="631496" y="432694"/>
                      </a:cubicBezTo>
                      <a:cubicBezTo>
                        <a:pt x="637835" y="418951"/>
                        <a:pt x="637392" y="402815"/>
                        <a:pt x="633402" y="388230"/>
                      </a:cubicBezTo>
                      <a:cubicBezTo>
                        <a:pt x="624935" y="357553"/>
                        <a:pt x="602016" y="332993"/>
                        <a:pt x="577589" y="312557"/>
                      </a:cubicBezTo>
                      <a:cubicBezTo>
                        <a:pt x="478820" y="229968"/>
                        <a:pt x="348886" y="196277"/>
                        <a:pt x="237438" y="131820"/>
                      </a:cubicBezTo>
                      <a:cubicBezTo>
                        <a:pt x="222986" y="123485"/>
                        <a:pt x="208046" y="113688"/>
                        <a:pt x="201397" y="98438"/>
                      </a:cubicBezTo>
                      <a:cubicBezTo>
                        <a:pt x="186634" y="65057"/>
                        <a:pt x="241472" y="23918"/>
                        <a:pt x="266297" y="10619"/>
                      </a:cubicBezTo>
                      <a:close/>
                    </a:path>
                  </a:pathLst>
                </a:custGeom>
                <a:solidFill>
                  <a:srgbClr val="FFFFFF">
                    <a:alpha val="15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62" name="Forme libre : forme 27461">
                  <a:extLst>
                    <a:ext uri="{FF2B5EF4-FFF2-40B4-BE49-F238E27FC236}">
                      <a16:creationId xmlns:a16="http://schemas.microsoft.com/office/drawing/2014/main" id="{33B36265-4A18-419B-9483-88A8CEBBE20C}"/>
                    </a:ext>
                  </a:extLst>
                </p:cNvPr>
                <p:cNvSpPr/>
                <p:nvPr/>
              </p:nvSpPr>
              <p:spPr>
                <a:xfrm>
                  <a:off x="4248899" y="3637587"/>
                  <a:ext cx="672196" cy="892345"/>
                </a:xfrm>
                <a:custGeom>
                  <a:avLst/>
                  <a:gdLst>
                    <a:gd name="connsiteX0" fmla="*/ 48017 w 672196"/>
                    <a:gd name="connsiteY0" fmla="*/ 73358 h 892345"/>
                    <a:gd name="connsiteX1" fmla="*/ 25718 w 672196"/>
                    <a:gd name="connsiteY1" fmla="*/ 230023 h 892345"/>
                    <a:gd name="connsiteX2" fmla="*/ 35826 w 672196"/>
                    <a:gd name="connsiteY2" fmla="*/ 389659 h 892345"/>
                    <a:gd name="connsiteX3" fmla="*/ 22083 w 672196"/>
                    <a:gd name="connsiteY3" fmla="*/ 532804 h 892345"/>
                    <a:gd name="connsiteX4" fmla="*/ 22083 w 672196"/>
                    <a:gd name="connsiteY4" fmla="*/ 609098 h 892345"/>
                    <a:gd name="connsiteX5" fmla="*/ 760 w 672196"/>
                    <a:gd name="connsiteY5" fmla="*/ 739386 h 892345"/>
                    <a:gd name="connsiteX6" fmla="*/ 23058 w 672196"/>
                    <a:gd name="connsiteY6" fmla="*/ 801184 h 892345"/>
                    <a:gd name="connsiteX7" fmla="*/ 140314 w 672196"/>
                    <a:gd name="connsiteY7" fmla="*/ 892195 h 892345"/>
                    <a:gd name="connsiteX8" fmla="*/ 221439 w 672196"/>
                    <a:gd name="connsiteY8" fmla="*/ 878009 h 892345"/>
                    <a:gd name="connsiteX9" fmla="*/ 355851 w 672196"/>
                    <a:gd name="connsiteY9" fmla="*/ 871581 h 892345"/>
                    <a:gd name="connsiteX10" fmla="*/ 611242 w 672196"/>
                    <a:gd name="connsiteY10" fmla="*/ 836427 h 892345"/>
                    <a:gd name="connsiteX11" fmla="*/ 668517 w 672196"/>
                    <a:gd name="connsiteY11" fmla="*/ 803577 h 892345"/>
                    <a:gd name="connsiteX12" fmla="*/ 633717 w 672196"/>
                    <a:gd name="connsiteY12" fmla="*/ 731052 h 892345"/>
                    <a:gd name="connsiteX13" fmla="*/ 512782 w 672196"/>
                    <a:gd name="connsiteY13" fmla="*/ 694656 h 892345"/>
                    <a:gd name="connsiteX14" fmla="*/ 364451 w 672196"/>
                    <a:gd name="connsiteY14" fmla="*/ 616634 h 892345"/>
                    <a:gd name="connsiteX15" fmla="*/ 256195 w 672196"/>
                    <a:gd name="connsiteY15" fmla="*/ 521632 h 892345"/>
                    <a:gd name="connsiteX16" fmla="*/ 195594 w 672196"/>
                    <a:gd name="connsiteY16" fmla="*/ 420115 h 892345"/>
                    <a:gd name="connsiteX17" fmla="*/ 109415 w 672196"/>
                    <a:gd name="connsiteY17" fmla="*/ 211759 h 892345"/>
                    <a:gd name="connsiteX18" fmla="*/ 102499 w 672196"/>
                    <a:gd name="connsiteY18" fmla="*/ 121679 h 892345"/>
                    <a:gd name="connsiteX19" fmla="*/ 144348 w 672196"/>
                    <a:gd name="connsiteY19" fmla="*/ 43434 h 892345"/>
                    <a:gd name="connsiteX20" fmla="*/ 122803 w 672196"/>
                    <a:gd name="connsiteY20" fmla="*/ 3049 h 892345"/>
                    <a:gd name="connsiteX21" fmla="*/ 48017 w 672196"/>
                    <a:gd name="connsiteY21" fmla="*/ 73358 h 892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72196" h="892345">
                      <a:moveTo>
                        <a:pt x="48017" y="73358"/>
                      </a:moveTo>
                      <a:cubicBezTo>
                        <a:pt x="24610" y="121324"/>
                        <a:pt x="22216" y="176782"/>
                        <a:pt x="25718" y="230023"/>
                      </a:cubicBezTo>
                      <a:cubicBezTo>
                        <a:pt x="29220" y="283265"/>
                        <a:pt x="38175" y="336329"/>
                        <a:pt x="35826" y="389659"/>
                      </a:cubicBezTo>
                      <a:cubicBezTo>
                        <a:pt x="33698" y="437581"/>
                        <a:pt x="22393" y="484838"/>
                        <a:pt x="22083" y="532804"/>
                      </a:cubicBezTo>
                      <a:cubicBezTo>
                        <a:pt x="21906" y="558250"/>
                        <a:pt x="24787" y="583784"/>
                        <a:pt x="22083" y="609098"/>
                      </a:cubicBezTo>
                      <a:cubicBezTo>
                        <a:pt x="17340" y="653074"/>
                        <a:pt x="-4294" y="695454"/>
                        <a:pt x="760" y="739386"/>
                      </a:cubicBezTo>
                      <a:cubicBezTo>
                        <a:pt x="3287" y="761286"/>
                        <a:pt x="12375" y="781900"/>
                        <a:pt x="23058" y="801184"/>
                      </a:cubicBezTo>
                      <a:cubicBezTo>
                        <a:pt x="48105" y="846401"/>
                        <a:pt x="88712" y="889358"/>
                        <a:pt x="140314" y="892195"/>
                      </a:cubicBezTo>
                      <a:cubicBezTo>
                        <a:pt x="167843" y="893702"/>
                        <a:pt x="194442" y="883550"/>
                        <a:pt x="221439" y="878009"/>
                      </a:cubicBezTo>
                      <a:cubicBezTo>
                        <a:pt x="265460" y="868966"/>
                        <a:pt x="310899" y="872202"/>
                        <a:pt x="355851" y="871581"/>
                      </a:cubicBezTo>
                      <a:cubicBezTo>
                        <a:pt x="441897" y="870384"/>
                        <a:pt x="527146" y="854868"/>
                        <a:pt x="611242" y="836427"/>
                      </a:cubicBezTo>
                      <a:cubicBezTo>
                        <a:pt x="633540" y="831550"/>
                        <a:pt x="658720" y="824236"/>
                        <a:pt x="668517" y="803577"/>
                      </a:cubicBezTo>
                      <a:cubicBezTo>
                        <a:pt x="681151" y="776935"/>
                        <a:pt x="659208" y="745903"/>
                        <a:pt x="633717" y="731052"/>
                      </a:cubicBezTo>
                      <a:cubicBezTo>
                        <a:pt x="597189" y="709817"/>
                        <a:pt x="553390" y="706360"/>
                        <a:pt x="512782" y="694656"/>
                      </a:cubicBezTo>
                      <a:cubicBezTo>
                        <a:pt x="458876" y="679096"/>
                        <a:pt x="410467" y="648818"/>
                        <a:pt x="364451" y="616634"/>
                      </a:cubicBezTo>
                      <a:cubicBezTo>
                        <a:pt x="324952" y="589016"/>
                        <a:pt x="286207" y="559314"/>
                        <a:pt x="256195" y="521632"/>
                      </a:cubicBezTo>
                      <a:cubicBezTo>
                        <a:pt x="231591" y="490734"/>
                        <a:pt x="213504" y="455269"/>
                        <a:pt x="195594" y="420115"/>
                      </a:cubicBezTo>
                      <a:cubicBezTo>
                        <a:pt x="161415" y="352953"/>
                        <a:pt x="126970" y="285038"/>
                        <a:pt x="109415" y="211759"/>
                      </a:cubicBezTo>
                      <a:cubicBezTo>
                        <a:pt x="102366" y="182279"/>
                        <a:pt x="98111" y="151646"/>
                        <a:pt x="102499" y="121679"/>
                      </a:cubicBezTo>
                      <a:cubicBezTo>
                        <a:pt x="106844" y="91711"/>
                        <a:pt x="120586" y="62231"/>
                        <a:pt x="144348" y="43434"/>
                      </a:cubicBezTo>
                      <a:cubicBezTo>
                        <a:pt x="175291" y="18964"/>
                        <a:pt x="162967" y="-9453"/>
                        <a:pt x="122803" y="3049"/>
                      </a:cubicBezTo>
                      <a:cubicBezTo>
                        <a:pt x="89599" y="13378"/>
                        <a:pt x="62868" y="42947"/>
                        <a:pt x="48017" y="73358"/>
                      </a:cubicBezTo>
                      <a:close/>
                    </a:path>
                  </a:pathLst>
                </a:custGeom>
                <a:solidFill>
                  <a:srgbClr val="FFFFFF">
                    <a:alpha val="15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63" name="Forme libre : forme 27462">
                  <a:extLst>
                    <a:ext uri="{FF2B5EF4-FFF2-40B4-BE49-F238E27FC236}">
                      <a16:creationId xmlns:a16="http://schemas.microsoft.com/office/drawing/2014/main" id="{EE929230-3947-4F2E-8B3D-34341BB75724}"/>
                    </a:ext>
                  </a:extLst>
                </p:cNvPr>
                <p:cNvSpPr/>
                <p:nvPr/>
              </p:nvSpPr>
              <p:spPr>
                <a:xfrm>
                  <a:off x="7156486" y="3607914"/>
                  <a:ext cx="243943" cy="334941"/>
                </a:xfrm>
                <a:custGeom>
                  <a:avLst/>
                  <a:gdLst>
                    <a:gd name="connsiteX0" fmla="*/ 9708 w 243943"/>
                    <a:gd name="connsiteY0" fmla="*/ 265238 h 334941"/>
                    <a:gd name="connsiteX1" fmla="*/ 30366 w 243943"/>
                    <a:gd name="connsiteY1" fmla="*/ 330271 h 334941"/>
                    <a:gd name="connsiteX2" fmla="*/ 37680 w 243943"/>
                    <a:gd name="connsiteY2" fmla="*/ 334793 h 334941"/>
                    <a:gd name="connsiteX3" fmla="*/ 52620 w 243943"/>
                    <a:gd name="connsiteY3" fmla="*/ 325794 h 334941"/>
                    <a:gd name="connsiteX4" fmla="*/ 182421 w 243943"/>
                    <a:gd name="connsiteY4" fmla="*/ 162434 h 334941"/>
                    <a:gd name="connsiteX5" fmla="*/ 243864 w 243943"/>
                    <a:gd name="connsiteY5" fmla="*/ 30505 h 334941"/>
                    <a:gd name="connsiteX6" fmla="*/ 242623 w 243943"/>
                    <a:gd name="connsiteY6" fmla="*/ 25762 h 334941"/>
                    <a:gd name="connsiteX7" fmla="*/ 233978 w 243943"/>
                    <a:gd name="connsiteY7" fmla="*/ 24831 h 334941"/>
                    <a:gd name="connsiteX8" fmla="*/ 153828 w 243943"/>
                    <a:gd name="connsiteY8" fmla="*/ 62202 h 334941"/>
                    <a:gd name="connsiteX9" fmla="*/ 69111 w 243943"/>
                    <a:gd name="connsiteY9" fmla="*/ 60562 h 334941"/>
                    <a:gd name="connsiteX10" fmla="*/ 22386 w 243943"/>
                    <a:gd name="connsiteY10" fmla="*/ 1469 h 334941"/>
                    <a:gd name="connsiteX11" fmla="*/ 974 w 243943"/>
                    <a:gd name="connsiteY11" fmla="*/ 59320 h 334941"/>
                    <a:gd name="connsiteX12" fmla="*/ 9708 w 243943"/>
                    <a:gd name="connsiteY12" fmla="*/ 265238 h 334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3943" h="334941">
                      <a:moveTo>
                        <a:pt x="9708" y="265238"/>
                      </a:moveTo>
                      <a:cubicBezTo>
                        <a:pt x="11348" y="288467"/>
                        <a:pt x="13919" y="313825"/>
                        <a:pt x="30366" y="330271"/>
                      </a:cubicBezTo>
                      <a:cubicBezTo>
                        <a:pt x="32405" y="332311"/>
                        <a:pt x="34799" y="334261"/>
                        <a:pt x="37680" y="334793"/>
                      </a:cubicBezTo>
                      <a:cubicBezTo>
                        <a:pt x="43710" y="335901"/>
                        <a:pt x="48807" y="330582"/>
                        <a:pt x="52620" y="325794"/>
                      </a:cubicBezTo>
                      <a:cubicBezTo>
                        <a:pt x="95887" y="271356"/>
                        <a:pt x="139154" y="216873"/>
                        <a:pt x="182421" y="162434"/>
                      </a:cubicBezTo>
                      <a:cubicBezTo>
                        <a:pt x="213276" y="123600"/>
                        <a:pt x="245770" y="80067"/>
                        <a:pt x="243864" y="30505"/>
                      </a:cubicBezTo>
                      <a:cubicBezTo>
                        <a:pt x="243819" y="28821"/>
                        <a:pt x="243642" y="27048"/>
                        <a:pt x="242623" y="25762"/>
                      </a:cubicBezTo>
                      <a:cubicBezTo>
                        <a:pt x="240672" y="23368"/>
                        <a:pt x="236948" y="23944"/>
                        <a:pt x="233978" y="24831"/>
                      </a:cubicBezTo>
                      <a:cubicBezTo>
                        <a:pt x="205739" y="33343"/>
                        <a:pt x="181091" y="50853"/>
                        <a:pt x="153828" y="62202"/>
                      </a:cubicBezTo>
                      <a:cubicBezTo>
                        <a:pt x="126564" y="73506"/>
                        <a:pt x="93138" y="77762"/>
                        <a:pt x="69111" y="60562"/>
                      </a:cubicBezTo>
                      <a:cubicBezTo>
                        <a:pt x="49694" y="46686"/>
                        <a:pt x="43710" y="9315"/>
                        <a:pt x="22386" y="1469"/>
                      </a:cubicBezTo>
                      <a:cubicBezTo>
                        <a:pt x="-7271" y="-9437"/>
                        <a:pt x="1152" y="43450"/>
                        <a:pt x="974" y="59320"/>
                      </a:cubicBezTo>
                      <a:cubicBezTo>
                        <a:pt x="43" y="127945"/>
                        <a:pt x="4122" y="196880"/>
                        <a:pt x="9708" y="265238"/>
                      </a:cubicBezTo>
                      <a:close/>
                    </a:path>
                  </a:pathLst>
                </a:custGeom>
                <a:solidFill>
                  <a:srgbClr val="FFFFFF">
                    <a:alpha val="11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6949" name="Graphique 2">
                <a:extLst>
                  <a:ext uri="{FF2B5EF4-FFF2-40B4-BE49-F238E27FC236}">
                    <a16:creationId xmlns:a16="http://schemas.microsoft.com/office/drawing/2014/main" id="{3E2450B1-2A45-42EF-BAE3-5277F87EF91B}"/>
                  </a:ext>
                </a:extLst>
              </p:cNvPr>
              <p:cNvGrpSpPr/>
              <p:nvPr/>
            </p:nvGrpSpPr>
            <p:grpSpPr>
              <a:xfrm>
                <a:off x="4211489" y="2799589"/>
                <a:ext cx="3673929" cy="1818899"/>
                <a:chOff x="4211489" y="2799589"/>
                <a:chExt cx="3673929" cy="1818899"/>
              </a:xfrm>
              <a:solidFill>
                <a:schemeClr val="accent1"/>
              </a:solidFill>
            </p:grpSpPr>
            <p:sp>
              <p:nvSpPr>
                <p:cNvPr id="26950" name="Forme libre : forme 26949">
                  <a:extLst>
                    <a:ext uri="{FF2B5EF4-FFF2-40B4-BE49-F238E27FC236}">
                      <a16:creationId xmlns:a16="http://schemas.microsoft.com/office/drawing/2014/main" id="{57DAA571-E62A-492B-B44E-5D961547F3BA}"/>
                    </a:ext>
                  </a:extLst>
                </p:cNvPr>
                <p:cNvSpPr/>
                <p:nvPr/>
              </p:nvSpPr>
              <p:spPr>
                <a:xfrm>
                  <a:off x="6069918" y="4195358"/>
                  <a:ext cx="172816" cy="309100"/>
                </a:xfrm>
                <a:custGeom>
                  <a:avLst/>
                  <a:gdLst>
                    <a:gd name="connsiteX0" fmla="*/ 172817 w 172816"/>
                    <a:gd name="connsiteY0" fmla="*/ 3360 h 309100"/>
                    <a:gd name="connsiteX1" fmla="*/ 25904 w 172816"/>
                    <a:gd name="connsiteY1" fmla="*/ 55183 h 309100"/>
                    <a:gd name="connsiteX2" fmla="*/ 26879 w 172816"/>
                    <a:gd name="connsiteY2" fmla="*/ 223507 h 309100"/>
                    <a:gd name="connsiteX3" fmla="*/ 58088 w 172816"/>
                    <a:gd name="connsiteY3" fmla="*/ 306539 h 309100"/>
                    <a:gd name="connsiteX4" fmla="*/ 172817 w 172816"/>
                    <a:gd name="connsiteY4" fmla="*/ 3360 h 309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816" h="309100">
                      <a:moveTo>
                        <a:pt x="172817" y="3360"/>
                      </a:moveTo>
                      <a:cubicBezTo>
                        <a:pt x="172817" y="3360"/>
                        <a:pt x="74535" y="-19737"/>
                        <a:pt x="25904" y="55183"/>
                      </a:cubicBezTo>
                      <a:cubicBezTo>
                        <a:pt x="-22727" y="130102"/>
                        <a:pt x="8704" y="193495"/>
                        <a:pt x="26879" y="223507"/>
                      </a:cubicBezTo>
                      <a:cubicBezTo>
                        <a:pt x="45055" y="253475"/>
                        <a:pt x="62256" y="271429"/>
                        <a:pt x="58088" y="306539"/>
                      </a:cubicBezTo>
                      <a:cubicBezTo>
                        <a:pt x="53921" y="341694"/>
                        <a:pt x="172817" y="3360"/>
                        <a:pt x="172817" y="3360"/>
                      </a:cubicBezTo>
                      <a:close/>
                    </a:path>
                  </a:pathLst>
                </a:custGeom>
                <a:solidFill>
                  <a:srgbClr val="F9D746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51" name="Forme libre : forme 26950">
                  <a:extLst>
                    <a:ext uri="{FF2B5EF4-FFF2-40B4-BE49-F238E27FC236}">
                      <a16:creationId xmlns:a16="http://schemas.microsoft.com/office/drawing/2014/main" id="{60275861-6CC9-43E8-8F8B-198B05562159}"/>
                    </a:ext>
                  </a:extLst>
                </p:cNvPr>
                <p:cNvSpPr/>
                <p:nvPr/>
              </p:nvSpPr>
              <p:spPr>
                <a:xfrm>
                  <a:off x="6685513" y="4253245"/>
                  <a:ext cx="32982" cy="16936"/>
                </a:xfrm>
                <a:custGeom>
                  <a:avLst/>
                  <a:gdLst>
                    <a:gd name="connsiteX0" fmla="*/ 32982 w 32982"/>
                    <a:gd name="connsiteY0" fmla="*/ 10285 h 16936"/>
                    <a:gd name="connsiteX1" fmla="*/ 17334 w 32982"/>
                    <a:gd name="connsiteY1" fmla="*/ 4965 h 16936"/>
                    <a:gd name="connsiteX2" fmla="*/ 8246 w 32982"/>
                    <a:gd name="connsiteY2" fmla="*/ 0 h 16936"/>
                    <a:gd name="connsiteX3" fmla="*/ 26377 w 32982"/>
                    <a:gd name="connsiteY3" fmla="*/ 10418 h 16936"/>
                    <a:gd name="connsiteX4" fmla="*/ 3014 w 32982"/>
                    <a:gd name="connsiteY4" fmla="*/ 4211 h 16936"/>
                    <a:gd name="connsiteX5" fmla="*/ 21545 w 32982"/>
                    <a:gd name="connsiteY5" fmla="*/ 12546 h 16936"/>
                    <a:gd name="connsiteX6" fmla="*/ 10462 w 32982"/>
                    <a:gd name="connsiteY6" fmla="*/ 13166 h 16936"/>
                    <a:gd name="connsiteX7" fmla="*/ 6295 w 32982"/>
                    <a:gd name="connsiteY7" fmla="*/ 14275 h 16936"/>
                    <a:gd name="connsiteX8" fmla="*/ 0 w 32982"/>
                    <a:gd name="connsiteY8" fmla="*/ 14762 h 16936"/>
                    <a:gd name="connsiteX9" fmla="*/ 22077 w 32982"/>
                    <a:gd name="connsiteY9" fmla="*/ 13698 h 16936"/>
                    <a:gd name="connsiteX10" fmla="*/ 13654 w 32982"/>
                    <a:gd name="connsiteY10" fmla="*/ 16757 h 16936"/>
                    <a:gd name="connsiteX11" fmla="*/ 26776 w 32982"/>
                    <a:gd name="connsiteY11" fmla="*/ 14895 h 16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2982" h="16936">
                      <a:moveTo>
                        <a:pt x="32982" y="10285"/>
                      </a:moveTo>
                      <a:cubicBezTo>
                        <a:pt x="27397" y="10374"/>
                        <a:pt x="22210" y="7625"/>
                        <a:pt x="17334" y="4965"/>
                      </a:cubicBezTo>
                      <a:cubicBezTo>
                        <a:pt x="14319" y="3325"/>
                        <a:pt x="11260" y="1640"/>
                        <a:pt x="8246" y="0"/>
                      </a:cubicBezTo>
                      <a:cubicBezTo>
                        <a:pt x="14275" y="3458"/>
                        <a:pt x="20304" y="6960"/>
                        <a:pt x="26377" y="10418"/>
                      </a:cubicBezTo>
                      <a:cubicBezTo>
                        <a:pt x="18264" y="9930"/>
                        <a:pt x="10285" y="7802"/>
                        <a:pt x="3014" y="4211"/>
                      </a:cubicBezTo>
                      <a:cubicBezTo>
                        <a:pt x="8556" y="8157"/>
                        <a:pt x="14895" y="10994"/>
                        <a:pt x="21545" y="12546"/>
                      </a:cubicBezTo>
                      <a:cubicBezTo>
                        <a:pt x="17866" y="12058"/>
                        <a:pt x="14053" y="12280"/>
                        <a:pt x="10462" y="13166"/>
                      </a:cubicBezTo>
                      <a:cubicBezTo>
                        <a:pt x="9044" y="13521"/>
                        <a:pt x="7714" y="13964"/>
                        <a:pt x="6295" y="14275"/>
                      </a:cubicBezTo>
                      <a:cubicBezTo>
                        <a:pt x="4211" y="14718"/>
                        <a:pt x="2084" y="14895"/>
                        <a:pt x="0" y="14762"/>
                      </a:cubicBezTo>
                      <a:cubicBezTo>
                        <a:pt x="7315" y="15826"/>
                        <a:pt x="14851" y="15427"/>
                        <a:pt x="22077" y="13698"/>
                      </a:cubicBezTo>
                      <a:cubicBezTo>
                        <a:pt x="19550" y="15294"/>
                        <a:pt x="16624" y="16358"/>
                        <a:pt x="13654" y="16757"/>
                      </a:cubicBezTo>
                      <a:cubicBezTo>
                        <a:pt x="18087" y="17289"/>
                        <a:pt x="22653" y="16624"/>
                        <a:pt x="26776" y="14895"/>
                      </a:cubicBezTo>
                    </a:path>
                  </a:pathLst>
                </a:custGeom>
                <a:solidFill>
                  <a:srgbClr val="33333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52" name="Forme libre : forme 26951">
                  <a:extLst>
                    <a:ext uri="{FF2B5EF4-FFF2-40B4-BE49-F238E27FC236}">
                      <a16:creationId xmlns:a16="http://schemas.microsoft.com/office/drawing/2014/main" id="{729D6BD9-35E4-4CA9-8780-E7EA72EE05D6}"/>
                    </a:ext>
                  </a:extLst>
                </p:cNvPr>
                <p:cNvSpPr/>
                <p:nvPr/>
              </p:nvSpPr>
              <p:spPr>
                <a:xfrm>
                  <a:off x="6982619" y="4206875"/>
                  <a:ext cx="46902" cy="26810"/>
                </a:xfrm>
                <a:custGeom>
                  <a:avLst/>
                  <a:gdLst>
                    <a:gd name="connsiteX0" fmla="*/ 31652 w 46902"/>
                    <a:gd name="connsiteY0" fmla="*/ 0 h 26810"/>
                    <a:gd name="connsiteX1" fmla="*/ 20614 w 46902"/>
                    <a:gd name="connsiteY1" fmla="*/ 10906 h 26810"/>
                    <a:gd name="connsiteX2" fmla="*/ 14940 w 46902"/>
                    <a:gd name="connsiteY2" fmla="*/ 15206 h 26810"/>
                    <a:gd name="connsiteX3" fmla="*/ 6783 w 46902"/>
                    <a:gd name="connsiteY3" fmla="*/ 18752 h 26810"/>
                    <a:gd name="connsiteX4" fmla="*/ 41316 w 46902"/>
                    <a:gd name="connsiteY4" fmla="*/ 5187 h 26810"/>
                    <a:gd name="connsiteX5" fmla="*/ 17555 w 46902"/>
                    <a:gd name="connsiteY5" fmla="*/ 17954 h 26810"/>
                    <a:gd name="connsiteX6" fmla="*/ 10817 w 46902"/>
                    <a:gd name="connsiteY6" fmla="*/ 19506 h 26810"/>
                    <a:gd name="connsiteX7" fmla="*/ 39189 w 46902"/>
                    <a:gd name="connsiteY7" fmla="*/ 15028 h 26810"/>
                    <a:gd name="connsiteX8" fmla="*/ 46902 w 46902"/>
                    <a:gd name="connsiteY8" fmla="*/ 13920 h 26810"/>
                    <a:gd name="connsiteX9" fmla="*/ 8955 w 46902"/>
                    <a:gd name="connsiteY9" fmla="*/ 22786 h 26810"/>
                    <a:gd name="connsiteX10" fmla="*/ 15471 w 46902"/>
                    <a:gd name="connsiteY10" fmla="*/ 23540 h 26810"/>
                    <a:gd name="connsiteX11" fmla="*/ 43134 w 46902"/>
                    <a:gd name="connsiteY11" fmla="*/ 22210 h 26810"/>
                    <a:gd name="connsiteX12" fmla="*/ 28460 w 46902"/>
                    <a:gd name="connsiteY12" fmla="*/ 25579 h 26810"/>
                    <a:gd name="connsiteX13" fmla="*/ 2748 w 46902"/>
                    <a:gd name="connsiteY13" fmla="*/ 26732 h 26810"/>
                    <a:gd name="connsiteX14" fmla="*/ 4167 w 46902"/>
                    <a:gd name="connsiteY14" fmla="*/ 22964 h 26810"/>
                    <a:gd name="connsiteX15" fmla="*/ 0 w 46902"/>
                    <a:gd name="connsiteY15" fmla="*/ 19816 h 26810"/>
                    <a:gd name="connsiteX16" fmla="*/ 16757 w 46902"/>
                    <a:gd name="connsiteY16" fmla="*/ 11659 h 26810"/>
                    <a:gd name="connsiteX17" fmla="*/ 31652 w 46902"/>
                    <a:gd name="connsiteY17" fmla="*/ 0 h 26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6902" h="26810">
                      <a:moveTo>
                        <a:pt x="31652" y="0"/>
                      </a:moveTo>
                      <a:cubicBezTo>
                        <a:pt x="28372" y="3990"/>
                        <a:pt x="24471" y="7448"/>
                        <a:pt x="20614" y="10906"/>
                      </a:cubicBezTo>
                      <a:cubicBezTo>
                        <a:pt x="18841" y="12501"/>
                        <a:pt x="17023" y="14097"/>
                        <a:pt x="14940" y="15206"/>
                      </a:cubicBezTo>
                      <a:cubicBezTo>
                        <a:pt x="12324" y="16580"/>
                        <a:pt x="9309" y="17156"/>
                        <a:pt x="6783" y="18752"/>
                      </a:cubicBezTo>
                      <a:cubicBezTo>
                        <a:pt x="18841" y="15826"/>
                        <a:pt x="30500" y="11260"/>
                        <a:pt x="41316" y="5187"/>
                      </a:cubicBezTo>
                      <a:cubicBezTo>
                        <a:pt x="33957" y="10462"/>
                        <a:pt x="26377" y="15915"/>
                        <a:pt x="17555" y="17954"/>
                      </a:cubicBezTo>
                      <a:cubicBezTo>
                        <a:pt x="15294" y="18486"/>
                        <a:pt x="13033" y="18797"/>
                        <a:pt x="10817" y="19506"/>
                      </a:cubicBezTo>
                      <a:cubicBezTo>
                        <a:pt x="20392" y="19506"/>
                        <a:pt x="29613" y="15383"/>
                        <a:pt x="39189" y="15028"/>
                      </a:cubicBezTo>
                      <a:cubicBezTo>
                        <a:pt x="41804" y="14940"/>
                        <a:pt x="44597" y="15117"/>
                        <a:pt x="46902" y="13920"/>
                      </a:cubicBezTo>
                      <a:cubicBezTo>
                        <a:pt x="34046" y="16225"/>
                        <a:pt x="21988" y="23584"/>
                        <a:pt x="8955" y="22786"/>
                      </a:cubicBezTo>
                      <a:cubicBezTo>
                        <a:pt x="11038" y="23540"/>
                        <a:pt x="13299" y="23806"/>
                        <a:pt x="15471" y="23540"/>
                      </a:cubicBezTo>
                      <a:cubicBezTo>
                        <a:pt x="24648" y="22387"/>
                        <a:pt x="33913" y="22299"/>
                        <a:pt x="43134" y="22210"/>
                      </a:cubicBezTo>
                      <a:cubicBezTo>
                        <a:pt x="38346" y="23673"/>
                        <a:pt x="33470" y="25091"/>
                        <a:pt x="28460" y="25579"/>
                      </a:cubicBezTo>
                      <a:cubicBezTo>
                        <a:pt x="19860" y="26377"/>
                        <a:pt x="10994" y="24205"/>
                        <a:pt x="2748" y="26732"/>
                      </a:cubicBezTo>
                      <a:cubicBezTo>
                        <a:pt x="5009" y="27352"/>
                        <a:pt x="5054" y="24116"/>
                        <a:pt x="4167" y="22964"/>
                      </a:cubicBezTo>
                      <a:cubicBezTo>
                        <a:pt x="3148" y="21634"/>
                        <a:pt x="443" y="21368"/>
                        <a:pt x="0" y="19816"/>
                      </a:cubicBezTo>
                      <a:cubicBezTo>
                        <a:pt x="5896" y="17466"/>
                        <a:pt x="11437" y="15206"/>
                        <a:pt x="16757" y="11659"/>
                      </a:cubicBezTo>
                      <a:cubicBezTo>
                        <a:pt x="21722" y="8423"/>
                        <a:pt x="27928" y="4522"/>
                        <a:pt x="31652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53" name="Forme libre : forme 26952">
                  <a:extLst>
                    <a:ext uri="{FF2B5EF4-FFF2-40B4-BE49-F238E27FC236}">
                      <a16:creationId xmlns:a16="http://schemas.microsoft.com/office/drawing/2014/main" id="{994A19B4-1716-49D0-ADE2-62BDCF2F7A44}"/>
                    </a:ext>
                  </a:extLst>
                </p:cNvPr>
                <p:cNvSpPr/>
                <p:nvPr/>
              </p:nvSpPr>
              <p:spPr>
                <a:xfrm>
                  <a:off x="6069918" y="4195358"/>
                  <a:ext cx="172816" cy="309100"/>
                </a:xfrm>
                <a:custGeom>
                  <a:avLst/>
                  <a:gdLst>
                    <a:gd name="connsiteX0" fmla="*/ 172817 w 172816"/>
                    <a:gd name="connsiteY0" fmla="*/ 3360 h 309100"/>
                    <a:gd name="connsiteX1" fmla="*/ 25904 w 172816"/>
                    <a:gd name="connsiteY1" fmla="*/ 55183 h 309100"/>
                    <a:gd name="connsiteX2" fmla="*/ 26879 w 172816"/>
                    <a:gd name="connsiteY2" fmla="*/ 223507 h 309100"/>
                    <a:gd name="connsiteX3" fmla="*/ 58088 w 172816"/>
                    <a:gd name="connsiteY3" fmla="*/ 306539 h 309100"/>
                    <a:gd name="connsiteX4" fmla="*/ 172817 w 172816"/>
                    <a:gd name="connsiteY4" fmla="*/ 3360 h 309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816" h="309100">
                      <a:moveTo>
                        <a:pt x="172817" y="3360"/>
                      </a:moveTo>
                      <a:cubicBezTo>
                        <a:pt x="172817" y="3360"/>
                        <a:pt x="74535" y="-19737"/>
                        <a:pt x="25904" y="55183"/>
                      </a:cubicBezTo>
                      <a:cubicBezTo>
                        <a:pt x="-22727" y="130102"/>
                        <a:pt x="8704" y="193495"/>
                        <a:pt x="26879" y="223507"/>
                      </a:cubicBezTo>
                      <a:cubicBezTo>
                        <a:pt x="45055" y="253475"/>
                        <a:pt x="62256" y="271429"/>
                        <a:pt x="58088" y="306539"/>
                      </a:cubicBezTo>
                      <a:cubicBezTo>
                        <a:pt x="53921" y="341694"/>
                        <a:pt x="172817" y="3360"/>
                        <a:pt x="172817" y="3360"/>
                      </a:cubicBezTo>
                      <a:close/>
                    </a:path>
                  </a:pathLst>
                </a:custGeom>
                <a:solidFill>
                  <a:srgbClr val="F9D746">
                    <a:alpha val="29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54" name="Forme libre : forme 26953">
                  <a:extLst>
                    <a:ext uri="{FF2B5EF4-FFF2-40B4-BE49-F238E27FC236}">
                      <a16:creationId xmlns:a16="http://schemas.microsoft.com/office/drawing/2014/main" id="{49E7303F-6B45-4531-9388-6BAFEBCD0F48}"/>
                    </a:ext>
                  </a:extLst>
                </p:cNvPr>
                <p:cNvSpPr/>
                <p:nvPr/>
              </p:nvSpPr>
              <p:spPr>
                <a:xfrm>
                  <a:off x="4215037" y="2803002"/>
                  <a:ext cx="3667012" cy="1812471"/>
                </a:xfrm>
                <a:custGeom>
                  <a:avLst/>
                  <a:gdLst>
                    <a:gd name="connsiteX0" fmla="*/ 3667013 w 3667012"/>
                    <a:gd name="connsiteY0" fmla="*/ 979892 h 1812471"/>
                    <a:gd name="connsiteX1" fmla="*/ 3503831 w 3667012"/>
                    <a:gd name="connsiteY1" fmla="*/ 1108274 h 1812471"/>
                    <a:gd name="connsiteX2" fmla="*/ 3518992 w 3667012"/>
                    <a:gd name="connsiteY2" fmla="*/ 1005293 h 1812471"/>
                    <a:gd name="connsiteX3" fmla="*/ 3517352 w 3667012"/>
                    <a:gd name="connsiteY3" fmla="*/ 964420 h 1812471"/>
                    <a:gd name="connsiteX4" fmla="*/ 3531449 w 3667012"/>
                    <a:gd name="connsiteY4" fmla="*/ 780757 h 1812471"/>
                    <a:gd name="connsiteX5" fmla="*/ 3541069 w 3667012"/>
                    <a:gd name="connsiteY5" fmla="*/ 751853 h 1812471"/>
                    <a:gd name="connsiteX6" fmla="*/ 3511855 w 3667012"/>
                    <a:gd name="connsiteY6" fmla="*/ 448363 h 1812471"/>
                    <a:gd name="connsiteX7" fmla="*/ 3512076 w 3667012"/>
                    <a:gd name="connsiteY7" fmla="*/ 448231 h 1812471"/>
                    <a:gd name="connsiteX8" fmla="*/ 3525198 w 3667012"/>
                    <a:gd name="connsiteY8" fmla="*/ 357396 h 1812471"/>
                    <a:gd name="connsiteX9" fmla="*/ 3531892 w 3667012"/>
                    <a:gd name="connsiteY9" fmla="*/ 347511 h 1812471"/>
                    <a:gd name="connsiteX10" fmla="*/ 3549358 w 3667012"/>
                    <a:gd name="connsiteY10" fmla="*/ 323394 h 1812471"/>
                    <a:gd name="connsiteX11" fmla="*/ 3558136 w 3667012"/>
                    <a:gd name="connsiteY11" fmla="*/ 311071 h 1812471"/>
                    <a:gd name="connsiteX12" fmla="*/ 3566692 w 3667012"/>
                    <a:gd name="connsiteY12" fmla="*/ 298924 h 1812471"/>
                    <a:gd name="connsiteX13" fmla="*/ 3581543 w 3667012"/>
                    <a:gd name="connsiteY13" fmla="*/ 271926 h 1812471"/>
                    <a:gd name="connsiteX14" fmla="*/ 3588636 w 3667012"/>
                    <a:gd name="connsiteY14" fmla="*/ 241826 h 1812471"/>
                    <a:gd name="connsiteX15" fmla="*/ 3589035 w 3667012"/>
                    <a:gd name="connsiteY15" fmla="*/ 211414 h 1812471"/>
                    <a:gd name="connsiteX16" fmla="*/ 3587926 w 3667012"/>
                    <a:gd name="connsiteY16" fmla="*/ 181580 h 1812471"/>
                    <a:gd name="connsiteX17" fmla="*/ 3589345 w 3667012"/>
                    <a:gd name="connsiteY17" fmla="*/ 152765 h 1812471"/>
                    <a:gd name="connsiteX18" fmla="*/ 3593778 w 3667012"/>
                    <a:gd name="connsiteY18" fmla="*/ 139465 h 1812471"/>
                    <a:gd name="connsiteX19" fmla="*/ 3600339 w 3667012"/>
                    <a:gd name="connsiteY19" fmla="*/ 126255 h 1812471"/>
                    <a:gd name="connsiteX20" fmla="*/ 3613550 w 3667012"/>
                    <a:gd name="connsiteY20" fmla="*/ 99213 h 1812471"/>
                    <a:gd name="connsiteX21" fmla="*/ 3617983 w 3667012"/>
                    <a:gd name="connsiteY21" fmla="*/ 84273 h 1812471"/>
                    <a:gd name="connsiteX22" fmla="*/ 3618337 w 3667012"/>
                    <a:gd name="connsiteY22" fmla="*/ 80239 h 1812471"/>
                    <a:gd name="connsiteX23" fmla="*/ 3618603 w 3667012"/>
                    <a:gd name="connsiteY23" fmla="*/ 76870 h 1812471"/>
                    <a:gd name="connsiteX24" fmla="*/ 3620377 w 3667012"/>
                    <a:gd name="connsiteY24" fmla="*/ 70132 h 1812471"/>
                    <a:gd name="connsiteX25" fmla="*/ 3635095 w 3667012"/>
                    <a:gd name="connsiteY25" fmla="*/ 44597 h 1812471"/>
                    <a:gd name="connsiteX26" fmla="*/ 3630174 w 3667012"/>
                    <a:gd name="connsiteY26" fmla="*/ 0 h 1812471"/>
                    <a:gd name="connsiteX27" fmla="*/ 3638597 w 3667012"/>
                    <a:gd name="connsiteY27" fmla="*/ 29879 h 1812471"/>
                    <a:gd name="connsiteX28" fmla="*/ 3633100 w 3667012"/>
                    <a:gd name="connsiteY28" fmla="*/ 43400 h 1812471"/>
                    <a:gd name="connsiteX29" fmla="*/ 3618249 w 3667012"/>
                    <a:gd name="connsiteY29" fmla="*/ 64723 h 1812471"/>
                    <a:gd name="connsiteX30" fmla="*/ 3618382 w 3667012"/>
                    <a:gd name="connsiteY30" fmla="*/ 57497 h 1812471"/>
                    <a:gd name="connsiteX31" fmla="*/ 3618027 w 3667012"/>
                    <a:gd name="connsiteY31" fmla="*/ 44065 h 1812471"/>
                    <a:gd name="connsiteX32" fmla="*/ 3617007 w 3667012"/>
                    <a:gd name="connsiteY32" fmla="*/ 30721 h 1812471"/>
                    <a:gd name="connsiteX33" fmla="*/ 3616919 w 3667012"/>
                    <a:gd name="connsiteY33" fmla="*/ 44065 h 1812471"/>
                    <a:gd name="connsiteX34" fmla="*/ 3616165 w 3667012"/>
                    <a:gd name="connsiteY34" fmla="*/ 57320 h 1812471"/>
                    <a:gd name="connsiteX35" fmla="*/ 3614436 w 3667012"/>
                    <a:gd name="connsiteY35" fmla="*/ 74254 h 1812471"/>
                    <a:gd name="connsiteX36" fmla="*/ 3613993 w 3667012"/>
                    <a:gd name="connsiteY36" fmla="*/ 76072 h 1812471"/>
                    <a:gd name="connsiteX37" fmla="*/ 3613461 w 3667012"/>
                    <a:gd name="connsiteY37" fmla="*/ 80106 h 1812471"/>
                    <a:gd name="connsiteX38" fmla="*/ 3613018 w 3667012"/>
                    <a:gd name="connsiteY38" fmla="*/ 83475 h 1812471"/>
                    <a:gd name="connsiteX39" fmla="*/ 3608274 w 3667012"/>
                    <a:gd name="connsiteY39" fmla="*/ 96908 h 1812471"/>
                    <a:gd name="connsiteX40" fmla="*/ 3595064 w 3667012"/>
                    <a:gd name="connsiteY40" fmla="*/ 121644 h 1812471"/>
                    <a:gd name="connsiteX41" fmla="*/ 3594443 w 3667012"/>
                    <a:gd name="connsiteY41" fmla="*/ 114108 h 1812471"/>
                    <a:gd name="connsiteX42" fmla="*/ 3593291 w 3667012"/>
                    <a:gd name="connsiteY42" fmla="*/ 108389 h 1812471"/>
                    <a:gd name="connsiteX43" fmla="*/ 3592182 w 3667012"/>
                    <a:gd name="connsiteY43" fmla="*/ 105508 h 1812471"/>
                    <a:gd name="connsiteX44" fmla="*/ 3590808 w 3667012"/>
                    <a:gd name="connsiteY44" fmla="*/ 103025 h 1812471"/>
                    <a:gd name="connsiteX45" fmla="*/ 3585355 w 3667012"/>
                    <a:gd name="connsiteY45" fmla="*/ 93361 h 1812471"/>
                    <a:gd name="connsiteX46" fmla="*/ 3588813 w 3667012"/>
                    <a:gd name="connsiteY46" fmla="*/ 103956 h 1812471"/>
                    <a:gd name="connsiteX47" fmla="*/ 3589655 w 3667012"/>
                    <a:gd name="connsiteY47" fmla="*/ 106572 h 1812471"/>
                    <a:gd name="connsiteX48" fmla="*/ 3590054 w 3667012"/>
                    <a:gd name="connsiteY48" fmla="*/ 109010 h 1812471"/>
                    <a:gd name="connsiteX49" fmla="*/ 3590054 w 3667012"/>
                    <a:gd name="connsiteY49" fmla="*/ 114285 h 1812471"/>
                    <a:gd name="connsiteX50" fmla="*/ 3588680 w 3667012"/>
                    <a:gd name="connsiteY50" fmla="*/ 125013 h 1812471"/>
                    <a:gd name="connsiteX51" fmla="*/ 3587705 w 3667012"/>
                    <a:gd name="connsiteY51" fmla="*/ 130422 h 1812471"/>
                    <a:gd name="connsiteX52" fmla="*/ 3587217 w 3667012"/>
                    <a:gd name="connsiteY52" fmla="*/ 133215 h 1812471"/>
                    <a:gd name="connsiteX53" fmla="*/ 3586996 w 3667012"/>
                    <a:gd name="connsiteY53" fmla="*/ 134722 h 1812471"/>
                    <a:gd name="connsiteX54" fmla="*/ 3586907 w 3667012"/>
                    <a:gd name="connsiteY54" fmla="*/ 135653 h 1812471"/>
                    <a:gd name="connsiteX55" fmla="*/ 3586907 w 3667012"/>
                    <a:gd name="connsiteY55" fmla="*/ 135919 h 1812471"/>
                    <a:gd name="connsiteX56" fmla="*/ 3586907 w 3667012"/>
                    <a:gd name="connsiteY56" fmla="*/ 136052 h 1812471"/>
                    <a:gd name="connsiteX57" fmla="*/ 3586951 w 3667012"/>
                    <a:gd name="connsiteY57" fmla="*/ 136584 h 1812471"/>
                    <a:gd name="connsiteX58" fmla="*/ 3587040 w 3667012"/>
                    <a:gd name="connsiteY58" fmla="*/ 136806 h 1812471"/>
                    <a:gd name="connsiteX59" fmla="*/ 3581897 w 3667012"/>
                    <a:gd name="connsiteY59" fmla="*/ 151213 h 1812471"/>
                    <a:gd name="connsiteX60" fmla="*/ 3579681 w 3667012"/>
                    <a:gd name="connsiteY60" fmla="*/ 181890 h 1812471"/>
                    <a:gd name="connsiteX61" fmla="*/ 3580523 w 3667012"/>
                    <a:gd name="connsiteY61" fmla="*/ 211769 h 1812471"/>
                    <a:gd name="connsiteX62" fmla="*/ 3580213 w 3667012"/>
                    <a:gd name="connsiteY62" fmla="*/ 237703 h 1812471"/>
                    <a:gd name="connsiteX63" fmla="*/ 3577642 w 3667012"/>
                    <a:gd name="connsiteY63" fmla="*/ 229901 h 1812471"/>
                    <a:gd name="connsiteX64" fmla="*/ 3569485 w 3667012"/>
                    <a:gd name="connsiteY64" fmla="*/ 216911 h 1812471"/>
                    <a:gd name="connsiteX65" fmla="*/ 3555742 w 3667012"/>
                    <a:gd name="connsiteY65" fmla="*/ 202814 h 1812471"/>
                    <a:gd name="connsiteX66" fmla="*/ 3547231 w 3667012"/>
                    <a:gd name="connsiteY66" fmla="*/ 197628 h 1812471"/>
                    <a:gd name="connsiteX67" fmla="*/ 3544526 w 3667012"/>
                    <a:gd name="connsiteY67" fmla="*/ 196120 h 1812471"/>
                    <a:gd name="connsiteX68" fmla="*/ 3535572 w 3667012"/>
                    <a:gd name="connsiteY68" fmla="*/ 164158 h 1812471"/>
                    <a:gd name="connsiteX69" fmla="*/ 3535527 w 3667012"/>
                    <a:gd name="connsiteY69" fmla="*/ 164113 h 1812471"/>
                    <a:gd name="connsiteX70" fmla="*/ 3535705 w 3667012"/>
                    <a:gd name="connsiteY70" fmla="*/ 156355 h 1812471"/>
                    <a:gd name="connsiteX71" fmla="*/ 3536635 w 3667012"/>
                    <a:gd name="connsiteY71" fmla="*/ 146558 h 1812471"/>
                    <a:gd name="connsiteX72" fmla="*/ 3536591 w 3667012"/>
                    <a:gd name="connsiteY72" fmla="*/ 135387 h 1812471"/>
                    <a:gd name="connsiteX73" fmla="*/ 3535173 w 3667012"/>
                    <a:gd name="connsiteY73" fmla="*/ 124349 h 1812471"/>
                    <a:gd name="connsiteX74" fmla="*/ 3531715 w 3667012"/>
                    <a:gd name="connsiteY74" fmla="*/ 113842 h 1812471"/>
                    <a:gd name="connsiteX75" fmla="*/ 3534109 w 3667012"/>
                    <a:gd name="connsiteY75" fmla="*/ 124526 h 1812471"/>
                    <a:gd name="connsiteX76" fmla="*/ 3534419 w 3667012"/>
                    <a:gd name="connsiteY76" fmla="*/ 135431 h 1812471"/>
                    <a:gd name="connsiteX77" fmla="*/ 3533355 w 3667012"/>
                    <a:gd name="connsiteY77" fmla="*/ 146248 h 1812471"/>
                    <a:gd name="connsiteX78" fmla="*/ 3533311 w 3667012"/>
                    <a:gd name="connsiteY78" fmla="*/ 146470 h 1812471"/>
                    <a:gd name="connsiteX79" fmla="*/ 3531050 w 3667012"/>
                    <a:gd name="connsiteY79" fmla="*/ 143233 h 1812471"/>
                    <a:gd name="connsiteX80" fmla="*/ 3529587 w 3667012"/>
                    <a:gd name="connsiteY80" fmla="*/ 141859 h 1812471"/>
                    <a:gd name="connsiteX81" fmla="*/ 3528434 w 3667012"/>
                    <a:gd name="connsiteY81" fmla="*/ 140884 h 1812471"/>
                    <a:gd name="connsiteX82" fmla="*/ 3526218 w 3667012"/>
                    <a:gd name="connsiteY82" fmla="*/ 138933 h 1812471"/>
                    <a:gd name="connsiteX83" fmla="*/ 3517662 w 3667012"/>
                    <a:gd name="connsiteY83" fmla="*/ 130555 h 1812471"/>
                    <a:gd name="connsiteX84" fmla="*/ 3502368 w 3667012"/>
                    <a:gd name="connsiteY84" fmla="*/ 111714 h 1812471"/>
                    <a:gd name="connsiteX85" fmla="*/ 3501747 w 3667012"/>
                    <a:gd name="connsiteY85" fmla="*/ 111892 h 1812471"/>
                    <a:gd name="connsiteX86" fmla="*/ 3512741 w 3667012"/>
                    <a:gd name="connsiteY86" fmla="*/ 134988 h 1812471"/>
                    <a:gd name="connsiteX87" fmla="*/ 3522006 w 3667012"/>
                    <a:gd name="connsiteY87" fmla="*/ 143987 h 1812471"/>
                    <a:gd name="connsiteX88" fmla="*/ 3524666 w 3667012"/>
                    <a:gd name="connsiteY88" fmla="*/ 145893 h 1812471"/>
                    <a:gd name="connsiteX89" fmla="*/ 3525996 w 3667012"/>
                    <a:gd name="connsiteY89" fmla="*/ 146780 h 1812471"/>
                    <a:gd name="connsiteX90" fmla="*/ 3526883 w 3667012"/>
                    <a:gd name="connsiteY90" fmla="*/ 147445 h 1812471"/>
                    <a:gd name="connsiteX91" fmla="*/ 3529631 w 3667012"/>
                    <a:gd name="connsiteY91" fmla="*/ 151479 h 1812471"/>
                    <a:gd name="connsiteX92" fmla="*/ 3530917 w 3667012"/>
                    <a:gd name="connsiteY92" fmla="*/ 175285 h 1812471"/>
                    <a:gd name="connsiteX93" fmla="*/ 3531138 w 3667012"/>
                    <a:gd name="connsiteY93" fmla="*/ 179674 h 1812471"/>
                    <a:gd name="connsiteX94" fmla="*/ 3534197 w 3667012"/>
                    <a:gd name="connsiteY94" fmla="*/ 190579 h 1812471"/>
                    <a:gd name="connsiteX95" fmla="*/ 3534596 w 3667012"/>
                    <a:gd name="connsiteY95" fmla="*/ 191421 h 1812471"/>
                    <a:gd name="connsiteX96" fmla="*/ 3528922 w 3667012"/>
                    <a:gd name="connsiteY96" fmla="*/ 189382 h 1812471"/>
                    <a:gd name="connsiteX97" fmla="*/ 3519169 w 3667012"/>
                    <a:gd name="connsiteY97" fmla="*/ 186988 h 1812471"/>
                    <a:gd name="connsiteX98" fmla="*/ 3501525 w 3667012"/>
                    <a:gd name="connsiteY98" fmla="*/ 182067 h 1812471"/>
                    <a:gd name="connsiteX99" fmla="*/ 3488492 w 3667012"/>
                    <a:gd name="connsiteY99" fmla="*/ 168724 h 1812471"/>
                    <a:gd name="connsiteX100" fmla="*/ 3487916 w 3667012"/>
                    <a:gd name="connsiteY100" fmla="*/ 169034 h 1812471"/>
                    <a:gd name="connsiteX101" fmla="*/ 3498910 w 3667012"/>
                    <a:gd name="connsiteY101" fmla="*/ 185836 h 1812471"/>
                    <a:gd name="connsiteX102" fmla="*/ 3517795 w 3667012"/>
                    <a:gd name="connsiteY102" fmla="*/ 193416 h 1812471"/>
                    <a:gd name="connsiteX103" fmla="*/ 3535749 w 3667012"/>
                    <a:gd name="connsiteY103" fmla="*/ 198957 h 1812471"/>
                    <a:gd name="connsiteX104" fmla="*/ 3544393 w 3667012"/>
                    <a:gd name="connsiteY104" fmla="*/ 202814 h 1812471"/>
                    <a:gd name="connsiteX105" fmla="*/ 3549048 w 3667012"/>
                    <a:gd name="connsiteY105" fmla="*/ 205164 h 1812471"/>
                    <a:gd name="connsiteX106" fmla="*/ 3569662 w 3667012"/>
                    <a:gd name="connsiteY106" fmla="*/ 230299 h 1812471"/>
                    <a:gd name="connsiteX107" fmla="*/ 3572898 w 3667012"/>
                    <a:gd name="connsiteY107" fmla="*/ 239875 h 1812471"/>
                    <a:gd name="connsiteX108" fmla="*/ 3573164 w 3667012"/>
                    <a:gd name="connsiteY108" fmla="*/ 269887 h 1812471"/>
                    <a:gd name="connsiteX109" fmla="*/ 3559954 w 3667012"/>
                    <a:gd name="connsiteY109" fmla="*/ 294180 h 1812471"/>
                    <a:gd name="connsiteX110" fmla="*/ 3551575 w 3667012"/>
                    <a:gd name="connsiteY110" fmla="*/ 306637 h 1812471"/>
                    <a:gd name="connsiteX111" fmla="*/ 3543285 w 3667012"/>
                    <a:gd name="connsiteY111" fmla="*/ 318828 h 1812471"/>
                    <a:gd name="connsiteX112" fmla="*/ 3528612 w 3667012"/>
                    <a:gd name="connsiteY112" fmla="*/ 340329 h 1812471"/>
                    <a:gd name="connsiteX113" fmla="*/ 3504673 w 3667012"/>
                    <a:gd name="connsiteY113" fmla="*/ 306593 h 1812471"/>
                    <a:gd name="connsiteX114" fmla="*/ 3503033 w 3667012"/>
                    <a:gd name="connsiteY114" fmla="*/ 305130 h 1812471"/>
                    <a:gd name="connsiteX115" fmla="*/ 3477853 w 3667012"/>
                    <a:gd name="connsiteY115" fmla="*/ 287797 h 1812471"/>
                    <a:gd name="connsiteX116" fmla="*/ 3454845 w 3667012"/>
                    <a:gd name="connsiteY116" fmla="*/ 274896 h 1812471"/>
                    <a:gd name="connsiteX117" fmla="*/ 3446333 w 3667012"/>
                    <a:gd name="connsiteY117" fmla="*/ 268823 h 1812471"/>
                    <a:gd name="connsiteX118" fmla="*/ 3425143 w 3667012"/>
                    <a:gd name="connsiteY118" fmla="*/ 244352 h 1812471"/>
                    <a:gd name="connsiteX119" fmla="*/ 3422661 w 3667012"/>
                    <a:gd name="connsiteY119" fmla="*/ 236594 h 1812471"/>
                    <a:gd name="connsiteX120" fmla="*/ 3419735 w 3667012"/>
                    <a:gd name="connsiteY120" fmla="*/ 228304 h 1812471"/>
                    <a:gd name="connsiteX121" fmla="*/ 3412509 w 3667012"/>
                    <a:gd name="connsiteY121" fmla="*/ 212656 h 1812471"/>
                    <a:gd name="connsiteX122" fmla="*/ 3405061 w 3667012"/>
                    <a:gd name="connsiteY122" fmla="*/ 197317 h 1812471"/>
                    <a:gd name="connsiteX123" fmla="*/ 3400140 w 3667012"/>
                    <a:gd name="connsiteY123" fmla="*/ 181137 h 1812471"/>
                    <a:gd name="connsiteX124" fmla="*/ 3403776 w 3667012"/>
                    <a:gd name="connsiteY124" fmla="*/ 197849 h 1812471"/>
                    <a:gd name="connsiteX125" fmla="*/ 3409982 w 3667012"/>
                    <a:gd name="connsiteY125" fmla="*/ 213808 h 1812471"/>
                    <a:gd name="connsiteX126" fmla="*/ 3415834 w 3667012"/>
                    <a:gd name="connsiteY126" fmla="*/ 229723 h 1812471"/>
                    <a:gd name="connsiteX127" fmla="*/ 3417962 w 3667012"/>
                    <a:gd name="connsiteY127" fmla="*/ 237747 h 1812471"/>
                    <a:gd name="connsiteX128" fmla="*/ 3420178 w 3667012"/>
                    <a:gd name="connsiteY128" fmla="*/ 246392 h 1812471"/>
                    <a:gd name="connsiteX129" fmla="*/ 3429000 w 3667012"/>
                    <a:gd name="connsiteY129" fmla="*/ 261242 h 1812471"/>
                    <a:gd name="connsiteX130" fmla="*/ 3415036 w 3667012"/>
                    <a:gd name="connsiteY130" fmla="*/ 258228 h 1812471"/>
                    <a:gd name="connsiteX131" fmla="*/ 3376069 w 3667012"/>
                    <a:gd name="connsiteY131" fmla="*/ 256898 h 1812471"/>
                    <a:gd name="connsiteX132" fmla="*/ 3340693 w 3667012"/>
                    <a:gd name="connsiteY132" fmla="*/ 246170 h 1812471"/>
                    <a:gd name="connsiteX133" fmla="*/ 3313917 w 3667012"/>
                    <a:gd name="connsiteY133" fmla="*/ 219305 h 1812471"/>
                    <a:gd name="connsiteX134" fmla="*/ 3313163 w 3667012"/>
                    <a:gd name="connsiteY134" fmla="*/ 219749 h 1812471"/>
                    <a:gd name="connsiteX135" fmla="*/ 3339052 w 3667012"/>
                    <a:gd name="connsiteY135" fmla="*/ 248608 h 1812471"/>
                    <a:gd name="connsiteX136" fmla="*/ 3375980 w 3667012"/>
                    <a:gd name="connsiteY136" fmla="*/ 261775 h 1812471"/>
                    <a:gd name="connsiteX137" fmla="*/ 3414105 w 3667012"/>
                    <a:gd name="connsiteY137" fmla="*/ 264567 h 1812471"/>
                    <a:gd name="connsiteX138" fmla="*/ 3431660 w 3667012"/>
                    <a:gd name="connsiteY138" fmla="*/ 269843 h 1812471"/>
                    <a:gd name="connsiteX139" fmla="*/ 3447131 w 3667012"/>
                    <a:gd name="connsiteY139" fmla="*/ 279861 h 1812471"/>
                    <a:gd name="connsiteX140" fmla="*/ 3447220 w 3667012"/>
                    <a:gd name="connsiteY140" fmla="*/ 279950 h 1812471"/>
                    <a:gd name="connsiteX141" fmla="*/ 3447575 w 3667012"/>
                    <a:gd name="connsiteY141" fmla="*/ 280172 h 1812471"/>
                    <a:gd name="connsiteX142" fmla="*/ 3456884 w 3667012"/>
                    <a:gd name="connsiteY142" fmla="*/ 285891 h 1812471"/>
                    <a:gd name="connsiteX143" fmla="*/ 3469519 w 3667012"/>
                    <a:gd name="connsiteY143" fmla="*/ 293649 h 1812471"/>
                    <a:gd name="connsiteX144" fmla="*/ 3473021 w 3667012"/>
                    <a:gd name="connsiteY144" fmla="*/ 295821 h 1812471"/>
                    <a:gd name="connsiteX145" fmla="*/ 3497890 w 3667012"/>
                    <a:gd name="connsiteY145" fmla="*/ 311647 h 1812471"/>
                    <a:gd name="connsiteX146" fmla="*/ 3500151 w 3667012"/>
                    <a:gd name="connsiteY146" fmla="*/ 313420 h 1812471"/>
                    <a:gd name="connsiteX147" fmla="*/ 3519568 w 3667012"/>
                    <a:gd name="connsiteY147" fmla="*/ 342279 h 1812471"/>
                    <a:gd name="connsiteX148" fmla="*/ 3519612 w 3667012"/>
                    <a:gd name="connsiteY148" fmla="*/ 351234 h 1812471"/>
                    <a:gd name="connsiteX149" fmla="*/ 3498777 w 3667012"/>
                    <a:gd name="connsiteY149" fmla="*/ 399910 h 1812471"/>
                    <a:gd name="connsiteX150" fmla="*/ 3492881 w 3667012"/>
                    <a:gd name="connsiteY150" fmla="*/ 428636 h 1812471"/>
                    <a:gd name="connsiteX151" fmla="*/ 3438088 w 3667012"/>
                    <a:gd name="connsiteY151" fmla="*/ 404830 h 1812471"/>
                    <a:gd name="connsiteX152" fmla="*/ 3434852 w 3667012"/>
                    <a:gd name="connsiteY152" fmla="*/ 404254 h 1812471"/>
                    <a:gd name="connsiteX153" fmla="*/ 3413706 w 3667012"/>
                    <a:gd name="connsiteY153" fmla="*/ 402038 h 1812471"/>
                    <a:gd name="connsiteX154" fmla="*/ 3393181 w 3667012"/>
                    <a:gd name="connsiteY154" fmla="*/ 400309 h 1812471"/>
                    <a:gd name="connsiteX155" fmla="*/ 3355189 w 3667012"/>
                    <a:gd name="connsiteY155" fmla="*/ 387142 h 1812471"/>
                    <a:gd name="connsiteX156" fmla="*/ 3321985 w 3667012"/>
                    <a:gd name="connsiteY156" fmla="*/ 362938 h 1812471"/>
                    <a:gd name="connsiteX157" fmla="*/ 3307311 w 3667012"/>
                    <a:gd name="connsiteY157" fmla="*/ 348308 h 1812471"/>
                    <a:gd name="connsiteX158" fmla="*/ 3300396 w 3667012"/>
                    <a:gd name="connsiteY158" fmla="*/ 340551 h 1812471"/>
                    <a:gd name="connsiteX159" fmla="*/ 3296805 w 3667012"/>
                    <a:gd name="connsiteY159" fmla="*/ 336649 h 1812471"/>
                    <a:gd name="connsiteX160" fmla="*/ 3296849 w 3667012"/>
                    <a:gd name="connsiteY160" fmla="*/ 336561 h 1812471"/>
                    <a:gd name="connsiteX161" fmla="*/ 3295520 w 3667012"/>
                    <a:gd name="connsiteY161" fmla="*/ 335275 h 1812471"/>
                    <a:gd name="connsiteX162" fmla="*/ 3293125 w 3667012"/>
                    <a:gd name="connsiteY162" fmla="*/ 332704 h 1812471"/>
                    <a:gd name="connsiteX163" fmla="*/ 3292195 w 3667012"/>
                    <a:gd name="connsiteY163" fmla="*/ 331862 h 1812471"/>
                    <a:gd name="connsiteX164" fmla="*/ 3289047 w 3667012"/>
                    <a:gd name="connsiteY164" fmla="*/ 328448 h 1812471"/>
                    <a:gd name="connsiteX165" fmla="*/ 3281688 w 3667012"/>
                    <a:gd name="connsiteY165" fmla="*/ 319360 h 1812471"/>
                    <a:gd name="connsiteX166" fmla="*/ 3270339 w 3667012"/>
                    <a:gd name="connsiteY166" fmla="*/ 299146 h 1812471"/>
                    <a:gd name="connsiteX167" fmla="*/ 3268300 w 3667012"/>
                    <a:gd name="connsiteY167" fmla="*/ 287930 h 1812471"/>
                    <a:gd name="connsiteX168" fmla="*/ 3267591 w 3667012"/>
                    <a:gd name="connsiteY168" fmla="*/ 276049 h 1812471"/>
                    <a:gd name="connsiteX169" fmla="*/ 3260143 w 3667012"/>
                    <a:gd name="connsiteY169" fmla="*/ 253662 h 1812471"/>
                    <a:gd name="connsiteX170" fmla="*/ 3266039 w 3667012"/>
                    <a:gd name="connsiteY170" fmla="*/ 276138 h 1812471"/>
                    <a:gd name="connsiteX171" fmla="*/ 3265995 w 3667012"/>
                    <a:gd name="connsiteY171" fmla="*/ 287974 h 1812471"/>
                    <a:gd name="connsiteX172" fmla="*/ 3267502 w 3667012"/>
                    <a:gd name="connsiteY172" fmla="*/ 300076 h 1812471"/>
                    <a:gd name="connsiteX173" fmla="*/ 3277698 w 3667012"/>
                    <a:gd name="connsiteY173" fmla="*/ 319981 h 1812471"/>
                    <a:gd name="connsiteX174" fmla="*/ 3258370 w 3667012"/>
                    <a:gd name="connsiteY174" fmla="*/ 308455 h 1812471"/>
                    <a:gd name="connsiteX175" fmla="*/ 3218694 w 3667012"/>
                    <a:gd name="connsiteY175" fmla="*/ 294491 h 1812471"/>
                    <a:gd name="connsiteX176" fmla="*/ 3218516 w 3667012"/>
                    <a:gd name="connsiteY176" fmla="*/ 295377 h 1812471"/>
                    <a:gd name="connsiteX177" fmla="*/ 3289934 w 3667012"/>
                    <a:gd name="connsiteY177" fmla="*/ 335763 h 1812471"/>
                    <a:gd name="connsiteX178" fmla="*/ 3296672 w 3667012"/>
                    <a:gd name="connsiteY178" fmla="*/ 343565 h 1812471"/>
                    <a:gd name="connsiteX179" fmla="*/ 3302790 w 3667012"/>
                    <a:gd name="connsiteY179" fmla="*/ 350924 h 1812471"/>
                    <a:gd name="connsiteX180" fmla="*/ 3237712 w 3667012"/>
                    <a:gd name="connsiteY180" fmla="*/ 352343 h 1812471"/>
                    <a:gd name="connsiteX181" fmla="*/ 3218960 w 3667012"/>
                    <a:gd name="connsiteY181" fmla="*/ 355490 h 1812471"/>
                    <a:gd name="connsiteX182" fmla="*/ 3206059 w 3667012"/>
                    <a:gd name="connsiteY182" fmla="*/ 350835 h 1812471"/>
                    <a:gd name="connsiteX183" fmla="*/ 3202070 w 3667012"/>
                    <a:gd name="connsiteY183" fmla="*/ 345427 h 1812471"/>
                    <a:gd name="connsiteX184" fmla="*/ 3200696 w 3667012"/>
                    <a:gd name="connsiteY184" fmla="*/ 338112 h 1812471"/>
                    <a:gd name="connsiteX185" fmla="*/ 3197637 w 3667012"/>
                    <a:gd name="connsiteY185" fmla="*/ 322862 h 1812471"/>
                    <a:gd name="connsiteX186" fmla="*/ 3189081 w 3667012"/>
                    <a:gd name="connsiteY186" fmla="*/ 310051 h 1812471"/>
                    <a:gd name="connsiteX187" fmla="*/ 3196573 w 3667012"/>
                    <a:gd name="connsiteY187" fmla="*/ 323217 h 1812471"/>
                    <a:gd name="connsiteX188" fmla="*/ 3198479 w 3667012"/>
                    <a:gd name="connsiteY188" fmla="*/ 338334 h 1812471"/>
                    <a:gd name="connsiteX189" fmla="*/ 3199410 w 3667012"/>
                    <a:gd name="connsiteY189" fmla="*/ 346225 h 1812471"/>
                    <a:gd name="connsiteX190" fmla="*/ 3203932 w 3667012"/>
                    <a:gd name="connsiteY190" fmla="*/ 353407 h 1812471"/>
                    <a:gd name="connsiteX191" fmla="*/ 3210005 w 3667012"/>
                    <a:gd name="connsiteY191" fmla="*/ 357219 h 1812471"/>
                    <a:gd name="connsiteX192" fmla="*/ 3166605 w 3667012"/>
                    <a:gd name="connsiteY192" fmla="*/ 361120 h 1812471"/>
                    <a:gd name="connsiteX193" fmla="*/ 3143243 w 3667012"/>
                    <a:gd name="connsiteY193" fmla="*/ 354692 h 1812471"/>
                    <a:gd name="connsiteX194" fmla="*/ 3132736 w 3667012"/>
                    <a:gd name="connsiteY194" fmla="*/ 348486 h 1812471"/>
                    <a:gd name="connsiteX195" fmla="*/ 3127815 w 3667012"/>
                    <a:gd name="connsiteY195" fmla="*/ 344629 h 1812471"/>
                    <a:gd name="connsiteX196" fmla="*/ 3122318 w 3667012"/>
                    <a:gd name="connsiteY196" fmla="*/ 341082 h 1812471"/>
                    <a:gd name="connsiteX197" fmla="*/ 3122185 w 3667012"/>
                    <a:gd name="connsiteY197" fmla="*/ 341748 h 1812471"/>
                    <a:gd name="connsiteX198" fmla="*/ 3126486 w 3667012"/>
                    <a:gd name="connsiteY198" fmla="*/ 346003 h 1812471"/>
                    <a:gd name="connsiteX199" fmla="*/ 3130786 w 3667012"/>
                    <a:gd name="connsiteY199" fmla="*/ 350791 h 1812471"/>
                    <a:gd name="connsiteX200" fmla="*/ 3141115 w 3667012"/>
                    <a:gd name="connsiteY200" fmla="*/ 358815 h 1812471"/>
                    <a:gd name="connsiteX201" fmla="*/ 3165674 w 3667012"/>
                    <a:gd name="connsiteY201" fmla="*/ 367725 h 1812471"/>
                    <a:gd name="connsiteX202" fmla="*/ 3178885 w 3667012"/>
                    <a:gd name="connsiteY202" fmla="*/ 368656 h 1812471"/>
                    <a:gd name="connsiteX203" fmla="*/ 3191874 w 3667012"/>
                    <a:gd name="connsiteY203" fmla="*/ 367149 h 1812471"/>
                    <a:gd name="connsiteX204" fmla="*/ 3216655 w 3667012"/>
                    <a:gd name="connsiteY204" fmla="*/ 361386 h 1812471"/>
                    <a:gd name="connsiteX205" fmla="*/ 3241303 w 3667012"/>
                    <a:gd name="connsiteY205" fmla="*/ 356244 h 1812471"/>
                    <a:gd name="connsiteX206" fmla="*/ 3266128 w 3667012"/>
                    <a:gd name="connsiteY206" fmla="*/ 353539 h 1812471"/>
                    <a:gd name="connsiteX207" fmla="*/ 3307799 w 3667012"/>
                    <a:gd name="connsiteY207" fmla="*/ 358194 h 1812471"/>
                    <a:gd name="connsiteX208" fmla="*/ 3310193 w 3667012"/>
                    <a:gd name="connsiteY208" fmla="*/ 359170 h 1812471"/>
                    <a:gd name="connsiteX209" fmla="*/ 3318084 w 3667012"/>
                    <a:gd name="connsiteY209" fmla="*/ 367193 h 1812471"/>
                    <a:gd name="connsiteX210" fmla="*/ 3351687 w 3667012"/>
                    <a:gd name="connsiteY210" fmla="*/ 393304 h 1812471"/>
                    <a:gd name="connsiteX211" fmla="*/ 3391895 w 3667012"/>
                    <a:gd name="connsiteY211" fmla="*/ 408998 h 1812471"/>
                    <a:gd name="connsiteX212" fmla="*/ 3433655 w 3667012"/>
                    <a:gd name="connsiteY212" fmla="*/ 413076 h 1812471"/>
                    <a:gd name="connsiteX213" fmla="*/ 3440925 w 3667012"/>
                    <a:gd name="connsiteY213" fmla="*/ 414140 h 1812471"/>
                    <a:gd name="connsiteX214" fmla="*/ 3495408 w 3667012"/>
                    <a:gd name="connsiteY214" fmla="*/ 450624 h 1812471"/>
                    <a:gd name="connsiteX215" fmla="*/ 3526617 w 3667012"/>
                    <a:gd name="connsiteY215" fmla="*/ 746888 h 1812471"/>
                    <a:gd name="connsiteX216" fmla="*/ 3516775 w 3667012"/>
                    <a:gd name="connsiteY216" fmla="*/ 776501 h 1812471"/>
                    <a:gd name="connsiteX217" fmla="*/ 3502057 w 3667012"/>
                    <a:gd name="connsiteY217" fmla="*/ 965263 h 1812471"/>
                    <a:gd name="connsiteX218" fmla="*/ 3503698 w 3667012"/>
                    <a:gd name="connsiteY218" fmla="*/ 1006047 h 1812471"/>
                    <a:gd name="connsiteX219" fmla="*/ 3470405 w 3667012"/>
                    <a:gd name="connsiteY219" fmla="*/ 1145911 h 1812471"/>
                    <a:gd name="connsiteX220" fmla="*/ 3434630 w 3667012"/>
                    <a:gd name="connsiteY220" fmla="*/ 1187405 h 1812471"/>
                    <a:gd name="connsiteX221" fmla="*/ 3402667 w 3667012"/>
                    <a:gd name="connsiteY221" fmla="*/ 1224466 h 1812471"/>
                    <a:gd name="connsiteX222" fmla="*/ 3252075 w 3667012"/>
                    <a:gd name="connsiteY222" fmla="*/ 1344736 h 1812471"/>
                    <a:gd name="connsiteX223" fmla="*/ 2980060 w 3667012"/>
                    <a:gd name="connsiteY223" fmla="*/ 1572641 h 1812471"/>
                    <a:gd name="connsiteX224" fmla="*/ 2691820 w 3667012"/>
                    <a:gd name="connsiteY224" fmla="*/ 1708515 h 1812471"/>
                    <a:gd name="connsiteX225" fmla="*/ 2637160 w 3667012"/>
                    <a:gd name="connsiteY225" fmla="*/ 1646718 h 1812471"/>
                    <a:gd name="connsiteX226" fmla="*/ 2651834 w 3667012"/>
                    <a:gd name="connsiteY226" fmla="*/ 1600969 h 1812471"/>
                    <a:gd name="connsiteX227" fmla="*/ 2667039 w 3667012"/>
                    <a:gd name="connsiteY227" fmla="*/ 1554288 h 1812471"/>
                    <a:gd name="connsiteX228" fmla="*/ 2667438 w 3667012"/>
                    <a:gd name="connsiteY228" fmla="*/ 1552648 h 1812471"/>
                    <a:gd name="connsiteX229" fmla="*/ 2665488 w 3667012"/>
                    <a:gd name="connsiteY229" fmla="*/ 1504726 h 1812471"/>
                    <a:gd name="connsiteX230" fmla="*/ 2685614 w 3667012"/>
                    <a:gd name="connsiteY230" fmla="*/ 1467399 h 1812471"/>
                    <a:gd name="connsiteX231" fmla="*/ 2742136 w 3667012"/>
                    <a:gd name="connsiteY231" fmla="*/ 1447761 h 1812471"/>
                    <a:gd name="connsiteX232" fmla="*/ 2764479 w 3667012"/>
                    <a:gd name="connsiteY232" fmla="*/ 1431536 h 1812471"/>
                    <a:gd name="connsiteX233" fmla="*/ 2781413 w 3667012"/>
                    <a:gd name="connsiteY233" fmla="*/ 1424177 h 1812471"/>
                    <a:gd name="connsiteX234" fmla="*/ 2730787 w 3667012"/>
                    <a:gd name="connsiteY234" fmla="*/ 1422226 h 1812471"/>
                    <a:gd name="connsiteX235" fmla="*/ 2687033 w 3667012"/>
                    <a:gd name="connsiteY235" fmla="*/ 1416064 h 1812471"/>
                    <a:gd name="connsiteX236" fmla="*/ 2580417 w 3667012"/>
                    <a:gd name="connsiteY236" fmla="*/ 1416552 h 1812471"/>
                    <a:gd name="connsiteX237" fmla="*/ 2491223 w 3667012"/>
                    <a:gd name="connsiteY237" fmla="*/ 1462479 h 1812471"/>
                    <a:gd name="connsiteX238" fmla="*/ 2517511 w 3667012"/>
                    <a:gd name="connsiteY238" fmla="*/ 1476975 h 1812471"/>
                    <a:gd name="connsiteX239" fmla="*/ 2569334 w 3667012"/>
                    <a:gd name="connsiteY239" fmla="*/ 1490496 h 1812471"/>
                    <a:gd name="connsiteX240" fmla="*/ 2650149 w 3667012"/>
                    <a:gd name="connsiteY240" fmla="*/ 1545510 h 1812471"/>
                    <a:gd name="connsiteX241" fmla="*/ 2650149 w 3667012"/>
                    <a:gd name="connsiteY241" fmla="*/ 1545998 h 1812471"/>
                    <a:gd name="connsiteX242" fmla="*/ 2635343 w 3667012"/>
                    <a:gd name="connsiteY242" fmla="*/ 1594097 h 1812471"/>
                    <a:gd name="connsiteX243" fmla="*/ 2619472 w 3667012"/>
                    <a:gd name="connsiteY243" fmla="*/ 1644280 h 1812471"/>
                    <a:gd name="connsiteX244" fmla="*/ 2650016 w 3667012"/>
                    <a:gd name="connsiteY244" fmla="*/ 1709668 h 1812471"/>
                    <a:gd name="connsiteX245" fmla="*/ 2643854 w 3667012"/>
                    <a:gd name="connsiteY245" fmla="*/ 1709757 h 1812471"/>
                    <a:gd name="connsiteX246" fmla="*/ 2215351 w 3667012"/>
                    <a:gd name="connsiteY246" fmla="*/ 1744468 h 1812471"/>
                    <a:gd name="connsiteX247" fmla="*/ 1876663 w 3667012"/>
                    <a:gd name="connsiteY247" fmla="*/ 1778825 h 1812471"/>
                    <a:gd name="connsiteX248" fmla="*/ 1930436 w 3667012"/>
                    <a:gd name="connsiteY248" fmla="*/ 1699206 h 1812471"/>
                    <a:gd name="connsiteX249" fmla="*/ 1985406 w 3667012"/>
                    <a:gd name="connsiteY249" fmla="*/ 1661835 h 1812471"/>
                    <a:gd name="connsiteX250" fmla="*/ 2095613 w 3667012"/>
                    <a:gd name="connsiteY250" fmla="*/ 1541299 h 1812471"/>
                    <a:gd name="connsiteX251" fmla="*/ 2032575 w 3667012"/>
                    <a:gd name="connsiteY251" fmla="*/ 1397179 h 1812471"/>
                    <a:gd name="connsiteX252" fmla="*/ 1885174 w 3667012"/>
                    <a:gd name="connsiteY252" fmla="*/ 1494485 h 1812471"/>
                    <a:gd name="connsiteX253" fmla="*/ 1898074 w 3667012"/>
                    <a:gd name="connsiteY253" fmla="*/ 1627877 h 1812471"/>
                    <a:gd name="connsiteX254" fmla="*/ 1903749 w 3667012"/>
                    <a:gd name="connsiteY254" fmla="*/ 1712727 h 1812471"/>
                    <a:gd name="connsiteX255" fmla="*/ 1846429 w 3667012"/>
                    <a:gd name="connsiteY255" fmla="*/ 1780199 h 1812471"/>
                    <a:gd name="connsiteX256" fmla="*/ 1659929 w 3667012"/>
                    <a:gd name="connsiteY256" fmla="*/ 1785474 h 1812471"/>
                    <a:gd name="connsiteX257" fmla="*/ 1690473 w 3667012"/>
                    <a:gd name="connsiteY257" fmla="*/ 1662810 h 1812471"/>
                    <a:gd name="connsiteX258" fmla="*/ 1693709 w 3667012"/>
                    <a:gd name="connsiteY258" fmla="*/ 1647383 h 1812471"/>
                    <a:gd name="connsiteX259" fmla="*/ 1697699 w 3667012"/>
                    <a:gd name="connsiteY259" fmla="*/ 1630050 h 1812471"/>
                    <a:gd name="connsiteX260" fmla="*/ 1686837 w 3667012"/>
                    <a:gd name="connsiteY260" fmla="*/ 1624907 h 1812471"/>
                    <a:gd name="connsiteX261" fmla="*/ 1680099 w 3667012"/>
                    <a:gd name="connsiteY261" fmla="*/ 1652570 h 1812471"/>
                    <a:gd name="connsiteX262" fmla="*/ 1681429 w 3667012"/>
                    <a:gd name="connsiteY262" fmla="*/ 1661214 h 1812471"/>
                    <a:gd name="connsiteX263" fmla="*/ 1661436 w 3667012"/>
                    <a:gd name="connsiteY263" fmla="*/ 1769338 h 1812471"/>
                    <a:gd name="connsiteX264" fmla="*/ 1646452 w 3667012"/>
                    <a:gd name="connsiteY264" fmla="*/ 1785607 h 1812471"/>
                    <a:gd name="connsiteX265" fmla="*/ 1511952 w 3667012"/>
                    <a:gd name="connsiteY265" fmla="*/ 1783701 h 1812471"/>
                    <a:gd name="connsiteX266" fmla="*/ 1487392 w 3667012"/>
                    <a:gd name="connsiteY266" fmla="*/ 1782415 h 1812471"/>
                    <a:gd name="connsiteX267" fmla="*/ 1458267 w 3667012"/>
                    <a:gd name="connsiteY267" fmla="*/ 1730371 h 1812471"/>
                    <a:gd name="connsiteX268" fmla="*/ 1450332 w 3667012"/>
                    <a:gd name="connsiteY268" fmla="*/ 1674203 h 1812471"/>
                    <a:gd name="connsiteX269" fmla="*/ 1457336 w 3667012"/>
                    <a:gd name="connsiteY269" fmla="*/ 1636965 h 1812471"/>
                    <a:gd name="connsiteX270" fmla="*/ 1457469 w 3667012"/>
                    <a:gd name="connsiteY270" fmla="*/ 1636478 h 1812471"/>
                    <a:gd name="connsiteX271" fmla="*/ 1463055 w 3667012"/>
                    <a:gd name="connsiteY271" fmla="*/ 1616750 h 1812471"/>
                    <a:gd name="connsiteX272" fmla="*/ 1455607 w 3667012"/>
                    <a:gd name="connsiteY272" fmla="*/ 1595206 h 1812471"/>
                    <a:gd name="connsiteX273" fmla="*/ 1451085 w 3667012"/>
                    <a:gd name="connsiteY273" fmla="*/ 1619233 h 1812471"/>
                    <a:gd name="connsiteX274" fmla="*/ 1452105 w 3667012"/>
                    <a:gd name="connsiteY274" fmla="*/ 1630936 h 1812471"/>
                    <a:gd name="connsiteX275" fmla="*/ 1450952 w 3667012"/>
                    <a:gd name="connsiteY275" fmla="*/ 1635192 h 1812471"/>
                    <a:gd name="connsiteX276" fmla="*/ 1443726 w 3667012"/>
                    <a:gd name="connsiteY276" fmla="*/ 1673716 h 1812471"/>
                    <a:gd name="connsiteX277" fmla="*/ 1446874 w 3667012"/>
                    <a:gd name="connsiteY277" fmla="*/ 1709092 h 1812471"/>
                    <a:gd name="connsiteX278" fmla="*/ 1444569 w 3667012"/>
                    <a:gd name="connsiteY278" fmla="*/ 1705634 h 1812471"/>
                    <a:gd name="connsiteX279" fmla="*/ 1426792 w 3667012"/>
                    <a:gd name="connsiteY279" fmla="*/ 1640822 h 1812471"/>
                    <a:gd name="connsiteX280" fmla="*/ 1436722 w 3667012"/>
                    <a:gd name="connsiteY280" fmla="*/ 1601190 h 1812471"/>
                    <a:gd name="connsiteX281" fmla="*/ 1438274 w 3667012"/>
                    <a:gd name="connsiteY281" fmla="*/ 1597954 h 1812471"/>
                    <a:gd name="connsiteX282" fmla="*/ 1438850 w 3667012"/>
                    <a:gd name="connsiteY282" fmla="*/ 1596535 h 1812471"/>
                    <a:gd name="connsiteX283" fmla="*/ 1446918 w 3667012"/>
                    <a:gd name="connsiteY283" fmla="*/ 1579424 h 1812471"/>
                    <a:gd name="connsiteX284" fmla="*/ 1442397 w 3667012"/>
                    <a:gd name="connsiteY284" fmla="*/ 1555840 h 1812471"/>
                    <a:gd name="connsiteX285" fmla="*/ 1434461 w 3667012"/>
                    <a:gd name="connsiteY285" fmla="*/ 1582837 h 1812471"/>
                    <a:gd name="connsiteX286" fmla="*/ 1434151 w 3667012"/>
                    <a:gd name="connsiteY286" fmla="*/ 1590506 h 1812471"/>
                    <a:gd name="connsiteX287" fmla="*/ 1432156 w 3667012"/>
                    <a:gd name="connsiteY287" fmla="*/ 1595161 h 1812471"/>
                    <a:gd name="connsiteX288" fmla="*/ 1430649 w 3667012"/>
                    <a:gd name="connsiteY288" fmla="*/ 1598309 h 1812471"/>
                    <a:gd name="connsiteX289" fmla="*/ 1420054 w 3667012"/>
                    <a:gd name="connsiteY289" fmla="*/ 1640734 h 1812471"/>
                    <a:gd name="connsiteX290" fmla="*/ 1438939 w 3667012"/>
                    <a:gd name="connsiteY290" fmla="*/ 1709358 h 1812471"/>
                    <a:gd name="connsiteX291" fmla="*/ 1451972 w 3667012"/>
                    <a:gd name="connsiteY291" fmla="*/ 1732676 h 1812471"/>
                    <a:gd name="connsiteX292" fmla="*/ 1477418 w 3667012"/>
                    <a:gd name="connsiteY292" fmla="*/ 1781883 h 1812471"/>
                    <a:gd name="connsiteX293" fmla="*/ 1351695 w 3667012"/>
                    <a:gd name="connsiteY293" fmla="*/ 1774392 h 1812471"/>
                    <a:gd name="connsiteX294" fmla="*/ 1207177 w 3667012"/>
                    <a:gd name="connsiteY294" fmla="*/ 1765835 h 1812471"/>
                    <a:gd name="connsiteX295" fmla="*/ 1128001 w 3667012"/>
                    <a:gd name="connsiteY295" fmla="*/ 1579424 h 1812471"/>
                    <a:gd name="connsiteX296" fmla="*/ 1176898 w 3667012"/>
                    <a:gd name="connsiteY296" fmla="*/ 1382550 h 1812471"/>
                    <a:gd name="connsiteX297" fmla="*/ 1204295 w 3667012"/>
                    <a:gd name="connsiteY297" fmla="*/ 1308118 h 1812471"/>
                    <a:gd name="connsiteX298" fmla="*/ 1234351 w 3667012"/>
                    <a:gd name="connsiteY298" fmla="*/ 1199330 h 1812471"/>
                    <a:gd name="connsiteX299" fmla="*/ 1297922 w 3667012"/>
                    <a:gd name="connsiteY299" fmla="*/ 1135538 h 1812471"/>
                    <a:gd name="connsiteX300" fmla="*/ 1385875 w 3667012"/>
                    <a:gd name="connsiteY300" fmla="*/ 1087261 h 1812471"/>
                    <a:gd name="connsiteX301" fmla="*/ 1385963 w 3667012"/>
                    <a:gd name="connsiteY301" fmla="*/ 1087261 h 1812471"/>
                    <a:gd name="connsiteX302" fmla="*/ 1440712 w 3667012"/>
                    <a:gd name="connsiteY302" fmla="*/ 1056496 h 1812471"/>
                    <a:gd name="connsiteX303" fmla="*/ 1482161 w 3667012"/>
                    <a:gd name="connsiteY303" fmla="*/ 987029 h 1812471"/>
                    <a:gd name="connsiteX304" fmla="*/ 1408084 w 3667012"/>
                    <a:gd name="connsiteY304" fmla="*/ 959012 h 1812471"/>
                    <a:gd name="connsiteX305" fmla="*/ 1380821 w 3667012"/>
                    <a:gd name="connsiteY305" fmla="*/ 1041734 h 1812471"/>
                    <a:gd name="connsiteX306" fmla="*/ 1363886 w 3667012"/>
                    <a:gd name="connsiteY306" fmla="*/ 1085798 h 1812471"/>
                    <a:gd name="connsiteX307" fmla="*/ 1361803 w 3667012"/>
                    <a:gd name="connsiteY307" fmla="*/ 1087084 h 1812471"/>
                    <a:gd name="connsiteX308" fmla="*/ 1361138 w 3667012"/>
                    <a:gd name="connsiteY308" fmla="*/ 1087439 h 1812471"/>
                    <a:gd name="connsiteX309" fmla="*/ 1361227 w 3667012"/>
                    <a:gd name="connsiteY309" fmla="*/ 1087439 h 1812471"/>
                    <a:gd name="connsiteX310" fmla="*/ 1292336 w 3667012"/>
                    <a:gd name="connsiteY310" fmla="*/ 1123480 h 1812471"/>
                    <a:gd name="connsiteX311" fmla="*/ 1240602 w 3667012"/>
                    <a:gd name="connsiteY311" fmla="*/ 1164087 h 1812471"/>
                    <a:gd name="connsiteX312" fmla="*/ 1238474 w 3667012"/>
                    <a:gd name="connsiteY312" fmla="*/ 964376 h 1812471"/>
                    <a:gd name="connsiteX313" fmla="*/ 1243528 w 3667012"/>
                    <a:gd name="connsiteY313" fmla="*/ 896328 h 1812471"/>
                    <a:gd name="connsiteX314" fmla="*/ 1238385 w 3667012"/>
                    <a:gd name="connsiteY314" fmla="*/ 800130 h 1812471"/>
                    <a:gd name="connsiteX315" fmla="*/ 1150300 w 3667012"/>
                    <a:gd name="connsiteY315" fmla="*/ 815956 h 1812471"/>
                    <a:gd name="connsiteX316" fmla="*/ 1192326 w 3667012"/>
                    <a:gd name="connsiteY316" fmla="*/ 912509 h 1812471"/>
                    <a:gd name="connsiteX317" fmla="*/ 1220919 w 3667012"/>
                    <a:gd name="connsiteY317" fmla="*/ 966814 h 1812471"/>
                    <a:gd name="connsiteX318" fmla="*/ 1200527 w 3667012"/>
                    <a:gd name="connsiteY318" fmla="*/ 1260684 h 1812471"/>
                    <a:gd name="connsiteX319" fmla="*/ 1180090 w 3667012"/>
                    <a:gd name="connsiteY319" fmla="*/ 1188646 h 1812471"/>
                    <a:gd name="connsiteX320" fmla="*/ 1129243 w 3667012"/>
                    <a:gd name="connsiteY320" fmla="*/ 1112353 h 1812471"/>
                    <a:gd name="connsiteX321" fmla="*/ 1117850 w 3667012"/>
                    <a:gd name="connsiteY321" fmla="*/ 1096837 h 1812471"/>
                    <a:gd name="connsiteX322" fmla="*/ 1117539 w 3667012"/>
                    <a:gd name="connsiteY322" fmla="*/ 1096349 h 1812471"/>
                    <a:gd name="connsiteX323" fmla="*/ 1089832 w 3667012"/>
                    <a:gd name="connsiteY323" fmla="*/ 1013450 h 1812471"/>
                    <a:gd name="connsiteX324" fmla="*/ 1050422 w 3667012"/>
                    <a:gd name="connsiteY324" fmla="*/ 925542 h 1812471"/>
                    <a:gd name="connsiteX325" fmla="*/ 973951 w 3667012"/>
                    <a:gd name="connsiteY325" fmla="*/ 972001 h 1812471"/>
                    <a:gd name="connsiteX326" fmla="*/ 1047895 w 3667012"/>
                    <a:gd name="connsiteY326" fmla="*/ 1047009 h 1812471"/>
                    <a:gd name="connsiteX327" fmla="*/ 1110358 w 3667012"/>
                    <a:gd name="connsiteY327" fmla="*/ 1109693 h 1812471"/>
                    <a:gd name="connsiteX328" fmla="*/ 1110978 w 3667012"/>
                    <a:gd name="connsiteY328" fmla="*/ 1110003 h 1812471"/>
                    <a:gd name="connsiteX329" fmla="*/ 1118559 w 3667012"/>
                    <a:gd name="connsiteY329" fmla="*/ 1120288 h 1812471"/>
                    <a:gd name="connsiteX330" fmla="*/ 1168476 w 3667012"/>
                    <a:gd name="connsiteY330" fmla="*/ 1195074 h 1812471"/>
                    <a:gd name="connsiteX331" fmla="*/ 1185277 w 3667012"/>
                    <a:gd name="connsiteY331" fmla="*/ 1309404 h 1812471"/>
                    <a:gd name="connsiteX332" fmla="*/ 1160496 w 3667012"/>
                    <a:gd name="connsiteY332" fmla="*/ 1375989 h 1812471"/>
                    <a:gd name="connsiteX333" fmla="*/ 1110446 w 3667012"/>
                    <a:gd name="connsiteY333" fmla="*/ 1577784 h 1812471"/>
                    <a:gd name="connsiteX334" fmla="*/ 1179071 w 3667012"/>
                    <a:gd name="connsiteY334" fmla="*/ 1764373 h 1812471"/>
                    <a:gd name="connsiteX335" fmla="*/ 1026262 w 3667012"/>
                    <a:gd name="connsiteY335" fmla="*/ 1760870 h 1812471"/>
                    <a:gd name="connsiteX336" fmla="*/ 617264 w 3667012"/>
                    <a:gd name="connsiteY336" fmla="*/ 1683468 h 1812471"/>
                    <a:gd name="connsiteX337" fmla="*/ 603300 w 3667012"/>
                    <a:gd name="connsiteY337" fmla="*/ 1679301 h 1812471"/>
                    <a:gd name="connsiteX338" fmla="*/ 481523 w 3667012"/>
                    <a:gd name="connsiteY338" fmla="*/ 1658156 h 1812471"/>
                    <a:gd name="connsiteX339" fmla="*/ 403678 w 3667012"/>
                    <a:gd name="connsiteY339" fmla="*/ 1473428 h 1812471"/>
                    <a:gd name="connsiteX340" fmla="*/ 454747 w 3667012"/>
                    <a:gd name="connsiteY340" fmla="*/ 1323678 h 1812471"/>
                    <a:gd name="connsiteX341" fmla="*/ 493803 w 3667012"/>
                    <a:gd name="connsiteY341" fmla="*/ 1216131 h 1812471"/>
                    <a:gd name="connsiteX342" fmla="*/ 495531 w 3667012"/>
                    <a:gd name="connsiteY342" fmla="*/ 1110313 h 1812471"/>
                    <a:gd name="connsiteX343" fmla="*/ 495664 w 3667012"/>
                    <a:gd name="connsiteY343" fmla="*/ 1037034 h 1812471"/>
                    <a:gd name="connsiteX344" fmla="*/ 511845 w 3667012"/>
                    <a:gd name="connsiteY344" fmla="*/ 1003032 h 1812471"/>
                    <a:gd name="connsiteX345" fmla="*/ 563801 w 3667012"/>
                    <a:gd name="connsiteY345" fmla="*/ 964642 h 1812471"/>
                    <a:gd name="connsiteX346" fmla="*/ 611147 w 3667012"/>
                    <a:gd name="connsiteY346" fmla="*/ 907987 h 1812471"/>
                    <a:gd name="connsiteX347" fmla="*/ 611989 w 3667012"/>
                    <a:gd name="connsiteY347" fmla="*/ 859533 h 1812471"/>
                    <a:gd name="connsiteX348" fmla="*/ 614649 w 3667012"/>
                    <a:gd name="connsiteY348" fmla="*/ 850490 h 1812471"/>
                    <a:gd name="connsiteX349" fmla="*/ 609728 w 3667012"/>
                    <a:gd name="connsiteY349" fmla="*/ 840737 h 1812471"/>
                    <a:gd name="connsiteX350" fmla="*/ 598246 w 3667012"/>
                    <a:gd name="connsiteY350" fmla="*/ 853283 h 1812471"/>
                    <a:gd name="connsiteX351" fmla="*/ 605384 w 3667012"/>
                    <a:gd name="connsiteY351" fmla="*/ 862902 h 1812471"/>
                    <a:gd name="connsiteX352" fmla="*/ 604719 w 3667012"/>
                    <a:gd name="connsiteY352" fmla="*/ 906347 h 1812471"/>
                    <a:gd name="connsiteX353" fmla="*/ 560654 w 3667012"/>
                    <a:gd name="connsiteY353" fmla="*/ 958790 h 1812471"/>
                    <a:gd name="connsiteX354" fmla="*/ 528913 w 3667012"/>
                    <a:gd name="connsiteY354" fmla="*/ 978296 h 1812471"/>
                    <a:gd name="connsiteX355" fmla="*/ 543808 w 3667012"/>
                    <a:gd name="connsiteY355" fmla="*/ 959189 h 1812471"/>
                    <a:gd name="connsiteX356" fmla="*/ 568456 w 3667012"/>
                    <a:gd name="connsiteY356" fmla="*/ 923237 h 1812471"/>
                    <a:gd name="connsiteX357" fmla="*/ 568500 w 3667012"/>
                    <a:gd name="connsiteY357" fmla="*/ 923192 h 1812471"/>
                    <a:gd name="connsiteX358" fmla="*/ 568412 w 3667012"/>
                    <a:gd name="connsiteY358" fmla="*/ 922616 h 1812471"/>
                    <a:gd name="connsiteX359" fmla="*/ 567968 w 3667012"/>
                    <a:gd name="connsiteY359" fmla="*/ 918848 h 1812471"/>
                    <a:gd name="connsiteX360" fmla="*/ 568013 w 3667012"/>
                    <a:gd name="connsiteY360" fmla="*/ 913573 h 1812471"/>
                    <a:gd name="connsiteX361" fmla="*/ 564599 w 3667012"/>
                    <a:gd name="connsiteY361" fmla="*/ 903908 h 1812471"/>
                    <a:gd name="connsiteX362" fmla="*/ 550724 w 3667012"/>
                    <a:gd name="connsiteY362" fmla="*/ 918626 h 1812471"/>
                    <a:gd name="connsiteX363" fmla="*/ 561939 w 3667012"/>
                    <a:gd name="connsiteY363" fmla="*/ 924744 h 1812471"/>
                    <a:gd name="connsiteX364" fmla="*/ 561939 w 3667012"/>
                    <a:gd name="connsiteY364" fmla="*/ 925143 h 1812471"/>
                    <a:gd name="connsiteX365" fmla="*/ 538621 w 3667012"/>
                    <a:gd name="connsiteY365" fmla="*/ 955066 h 1812471"/>
                    <a:gd name="connsiteX366" fmla="*/ 505639 w 3667012"/>
                    <a:gd name="connsiteY366" fmla="*/ 1000506 h 1812471"/>
                    <a:gd name="connsiteX367" fmla="*/ 504575 w 3667012"/>
                    <a:gd name="connsiteY367" fmla="*/ 1002190 h 1812471"/>
                    <a:gd name="connsiteX368" fmla="*/ 504619 w 3667012"/>
                    <a:gd name="connsiteY368" fmla="*/ 1002235 h 1812471"/>
                    <a:gd name="connsiteX369" fmla="*/ 493980 w 3667012"/>
                    <a:gd name="connsiteY369" fmla="*/ 1022760 h 1812471"/>
                    <a:gd name="connsiteX370" fmla="*/ 471327 w 3667012"/>
                    <a:gd name="connsiteY370" fmla="*/ 984635 h 1812471"/>
                    <a:gd name="connsiteX371" fmla="*/ 457540 w 3667012"/>
                    <a:gd name="connsiteY371" fmla="*/ 965573 h 1812471"/>
                    <a:gd name="connsiteX372" fmla="*/ 457629 w 3667012"/>
                    <a:gd name="connsiteY372" fmla="*/ 961007 h 1812471"/>
                    <a:gd name="connsiteX373" fmla="*/ 454658 w 3667012"/>
                    <a:gd name="connsiteY373" fmla="*/ 952939 h 1812471"/>
                    <a:gd name="connsiteX374" fmla="*/ 442911 w 3667012"/>
                    <a:gd name="connsiteY374" fmla="*/ 959101 h 1812471"/>
                    <a:gd name="connsiteX375" fmla="*/ 451954 w 3667012"/>
                    <a:gd name="connsiteY375" fmla="*/ 969385 h 1812471"/>
                    <a:gd name="connsiteX376" fmla="*/ 466628 w 3667012"/>
                    <a:gd name="connsiteY376" fmla="*/ 989423 h 1812471"/>
                    <a:gd name="connsiteX377" fmla="*/ 488483 w 3667012"/>
                    <a:gd name="connsiteY377" fmla="*/ 1037522 h 1812471"/>
                    <a:gd name="connsiteX378" fmla="*/ 488527 w 3667012"/>
                    <a:gd name="connsiteY378" fmla="*/ 1037522 h 1812471"/>
                    <a:gd name="connsiteX379" fmla="*/ 486000 w 3667012"/>
                    <a:gd name="connsiteY379" fmla="*/ 1048206 h 1812471"/>
                    <a:gd name="connsiteX380" fmla="*/ 482099 w 3667012"/>
                    <a:gd name="connsiteY380" fmla="*/ 1082518 h 1812471"/>
                    <a:gd name="connsiteX381" fmla="*/ 445260 w 3667012"/>
                    <a:gd name="connsiteY381" fmla="*/ 1035837 h 1812471"/>
                    <a:gd name="connsiteX382" fmla="*/ 435552 w 3667012"/>
                    <a:gd name="connsiteY382" fmla="*/ 1026484 h 1812471"/>
                    <a:gd name="connsiteX383" fmla="*/ 412145 w 3667012"/>
                    <a:gd name="connsiteY383" fmla="*/ 1002900 h 1812471"/>
                    <a:gd name="connsiteX384" fmla="*/ 407003 w 3667012"/>
                    <a:gd name="connsiteY384" fmla="*/ 996738 h 1812471"/>
                    <a:gd name="connsiteX385" fmla="*/ 411569 w 3667012"/>
                    <a:gd name="connsiteY385" fmla="*/ 976478 h 1812471"/>
                    <a:gd name="connsiteX386" fmla="*/ 421543 w 3667012"/>
                    <a:gd name="connsiteY386" fmla="*/ 962824 h 1812471"/>
                    <a:gd name="connsiteX387" fmla="*/ 431473 w 3667012"/>
                    <a:gd name="connsiteY387" fmla="*/ 955288 h 1812471"/>
                    <a:gd name="connsiteX388" fmla="*/ 417154 w 3667012"/>
                    <a:gd name="connsiteY388" fmla="*/ 943806 h 1812471"/>
                    <a:gd name="connsiteX389" fmla="*/ 416223 w 3667012"/>
                    <a:gd name="connsiteY389" fmla="*/ 952141 h 1812471"/>
                    <a:gd name="connsiteX390" fmla="*/ 416046 w 3667012"/>
                    <a:gd name="connsiteY390" fmla="*/ 959012 h 1812471"/>
                    <a:gd name="connsiteX391" fmla="*/ 406515 w 3667012"/>
                    <a:gd name="connsiteY391" fmla="*/ 970582 h 1812471"/>
                    <a:gd name="connsiteX392" fmla="*/ 399954 w 3667012"/>
                    <a:gd name="connsiteY392" fmla="*/ 987029 h 1812471"/>
                    <a:gd name="connsiteX393" fmla="*/ 388295 w 3667012"/>
                    <a:gd name="connsiteY393" fmla="*/ 965839 h 1812471"/>
                    <a:gd name="connsiteX394" fmla="*/ 388339 w 3667012"/>
                    <a:gd name="connsiteY394" fmla="*/ 965795 h 1812471"/>
                    <a:gd name="connsiteX395" fmla="*/ 386921 w 3667012"/>
                    <a:gd name="connsiteY395" fmla="*/ 962736 h 1812471"/>
                    <a:gd name="connsiteX396" fmla="*/ 371715 w 3667012"/>
                    <a:gd name="connsiteY396" fmla="*/ 914371 h 1812471"/>
                    <a:gd name="connsiteX397" fmla="*/ 375084 w 3667012"/>
                    <a:gd name="connsiteY397" fmla="*/ 905371 h 1812471"/>
                    <a:gd name="connsiteX398" fmla="*/ 364533 w 3667012"/>
                    <a:gd name="connsiteY398" fmla="*/ 891186 h 1812471"/>
                    <a:gd name="connsiteX399" fmla="*/ 361785 w 3667012"/>
                    <a:gd name="connsiteY399" fmla="*/ 903465 h 1812471"/>
                    <a:gd name="connsiteX400" fmla="*/ 364578 w 3667012"/>
                    <a:gd name="connsiteY400" fmla="*/ 910248 h 1812471"/>
                    <a:gd name="connsiteX401" fmla="*/ 372158 w 3667012"/>
                    <a:gd name="connsiteY401" fmla="*/ 940614 h 1812471"/>
                    <a:gd name="connsiteX402" fmla="*/ 365908 w 3667012"/>
                    <a:gd name="connsiteY402" fmla="*/ 933788 h 1812471"/>
                    <a:gd name="connsiteX403" fmla="*/ 345826 w 3667012"/>
                    <a:gd name="connsiteY403" fmla="*/ 907677 h 1812471"/>
                    <a:gd name="connsiteX404" fmla="*/ 332261 w 3667012"/>
                    <a:gd name="connsiteY404" fmla="*/ 871192 h 1812471"/>
                    <a:gd name="connsiteX405" fmla="*/ 338644 w 3667012"/>
                    <a:gd name="connsiteY405" fmla="*/ 862060 h 1812471"/>
                    <a:gd name="connsiteX406" fmla="*/ 331596 w 3667012"/>
                    <a:gd name="connsiteY406" fmla="*/ 848007 h 1812471"/>
                    <a:gd name="connsiteX407" fmla="*/ 324857 w 3667012"/>
                    <a:gd name="connsiteY407" fmla="*/ 852263 h 1812471"/>
                    <a:gd name="connsiteX408" fmla="*/ 325655 w 3667012"/>
                    <a:gd name="connsiteY408" fmla="*/ 865651 h 1812471"/>
                    <a:gd name="connsiteX409" fmla="*/ 325700 w 3667012"/>
                    <a:gd name="connsiteY409" fmla="*/ 865784 h 1812471"/>
                    <a:gd name="connsiteX410" fmla="*/ 340063 w 3667012"/>
                    <a:gd name="connsiteY410" fmla="*/ 910957 h 1812471"/>
                    <a:gd name="connsiteX411" fmla="*/ 361076 w 3667012"/>
                    <a:gd name="connsiteY411" fmla="*/ 938398 h 1812471"/>
                    <a:gd name="connsiteX412" fmla="*/ 379783 w 3667012"/>
                    <a:gd name="connsiteY412" fmla="*/ 963268 h 1812471"/>
                    <a:gd name="connsiteX413" fmla="*/ 407180 w 3667012"/>
                    <a:gd name="connsiteY413" fmla="*/ 1007421 h 1812471"/>
                    <a:gd name="connsiteX414" fmla="*/ 430986 w 3667012"/>
                    <a:gd name="connsiteY414" fmla="*/ 1031360 h 1812471"/>
                    <a:gd name="connsiteX415" fmla="*/ 465564 w 3667012"/>
                    <a:gd name="connsiteY415" fmla="*/ 1070371 h 1812471"/>
                    <a:gd name="connsiteX416" fmla="*/ 477710 w 3667012"/>
                    <a:gd name="connsiteY416" fmla="*/ 1110845 h 1812471"/>
                    <a:gd name="connsiteX417" fmla="*/ 476381 w 3667012"/>
                    <a:gd name="connsiteY417" fmla="*/ 1213250 h 1812471"/>
                    <a:gd name="connsiteX418" fmla="*/ 438478 w 3667012"/>
                    <a:gd name="connsiteY418" fmla="*/ 1316807 h 1812471"/>
                    <a:gd name="connsiteX419" fmla="*/ 386123 w 3667012"/>
                    <a:gd name="connsiteY419" fmla="*/ 1471434 h 1812471"/>
                    <a:gd name="connsiteX420" fmla="*/ 445482 w 3667012"/>
                    <a:gd name="connsiteY420" fmla="*/ 1655274 h 1812471"/>
                    <a:gd name="connsiteX421" fmla="*/ 0 w 3667012"/>
                    <a:gd name="connsiteY421" fmla="*/ 1660195 h 1812471"/>
                    <a:gd name="connsiteX422" fmla="*/ 177 w 3667012"/>
                    <a:gd name="connsiteY422" fmla="*/ 1687857 h 1812471"/>
                    <a:gd name="connsiteX423" fmla="*/ 595764 w 3667012"/>
                    <a:gd name="connsiteY423" fmla="*/ 1704925 h 1812471"/>
                    <a:gd name="connsiteX424" fmla="*/ 609728 w 3667012"/>
                    <a:gd name="connsiteY424" fmla="*/ 1709092 h 1812471"/>
                    <a:gd name="connsiteX425" fmla="*/ 1027592 w 3667012"/>
                    <a:gd name="connsiteY425" fmla="*/ 1787558 h 1812471"/>
                    <a:gd name="connsiteX426" fmla="*/ 1350232 w 3667012"/>
                    <a:gd name="connsiteY426" fmla="*/ 1801034 h 1812471"/>
                    <a:gd name="connsiteX427" fmla="*/ 1510799 w 3667012"/>
                    <a:gd name="connsiteY427" fmla="*/ 1810344 h 1812471"/>
                    <a:gd name="connsiteX428" fmla="*/ 1619765 w 3667012"/>
                    <a:gd name="connsiteY428" fmla="*/ 1812472 h 1812471"/>
                    <a:gd name="connsiteX429" fmla="*/ 2220848 w 3667012"/>
                    <a:gd name="connsiteY429" fmla="*/ 1770579 h 1812471"/>
                    <a:gd name="connsiteX430" fmla="*/ 2644386 w 3667012"/>
                    <a:gd name="connsiteY430" fmla="*/ 1736400 h 1812471"/>
                    <a:gd name="connsiteX431" fmla="*/ 2674443 w 3667012"/>
                    <a:gd name="connsiteY431" fmla="*/ 1735868 h 1812471"/>
                    <a:gd name="connsiteX432" fmla="*/ 3000320 w 3667012"/>
                    <a:gd name="connsiteY432" fmla="*/ 1589841 h 1812471"/>
                    <a:gd name="connsiteX433" fmla="*/ 3267768 w 3667012"/>
                    <a:gd name="connsiteY433" fmla="*/ 1366192 h 1812471"/>
                    <a:gd name="connsiteX434" fmla="*/ 3422705 w 3667012"/>
                    <a:gd name="connsiteY434" fmla="*/ 1241932 h 1812471"/>
                    <a:gd name="connsiteX435" fmla="*/ 3454845 w 3667012"/>
                    <a:gd name="connsiteY435" fmla="*/ 1204606 h 1812471"/>
                    <a:gd name="connsiteX436" fmla="*/ 3666880 w 3667012"/>
                    <a:gd name="connsiteY436" fmla="*/ 1007997 h 1812471"/>
                    <a:gd name="connsiteX437" fmla="*/ 3667013 w 3667012"/>
                    <a:gd name="connsiteY437" fmla="*/ 979892 h 181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</a:cxnLst>
                  <a:rect l="l" t="t" r="r" b="b"/>
                  <a:pathLst>
                    <a:path w="3667012" h="1812471">
                      <a:moveTo>
                        <a:pt x="3667013" y="979892"/>
                      </a:moveTo>
                      <a:cubicBezTo>
                        <a:pt x="3620554" y="1010879"/>
                        <a:pt x="3542443" y="1066648"/>
                        <a:pt x="3503831" y="1108274"/>
                      </a:cubicBezTo>
                      <a:cubicBezTo>
                        <a:pt x="3513450" y="1080168"/>
                        <a:pt x="3520455" y="1045457"/>
                        <a:pt x="3518992" y="1005293"/>
                      </a:cubicBezTo>
                      <a:cubicBezTo>
                        <a:pt x="3518460" y="990531"/>
                        <a:pt x="3517884" y="977010"/>
                        <a:pt x="3517352" y="964420"/>
                      </a:cubicBezTo>
                      <a:cubicBezTo>
                        <a:pt x="3513982" y="884846"/>
                        <a:pt x="3512298" y="844904"/>
                        <a:pt x="3531449" y="780757"/>
                      </a:cubicBezTo>
                      <a:cubicBezTo>
                        <a:pt x="3534242" y="771359"/>
                        <a:pt x="3537566" y="761872"/>
                        <a:pt x="3541069" y="751853"/>
                      </a:cubicBezTo>
                      <a:cubicBezTo>
                        <a:pt x="3564874" y="683761"/>
                        <a:pt x="3606191" y="614693"/>
                        <a:pt x="3511855" y="448363"/>
                      </a:cubicBezTo>
                      <a:lnTo>
                        <a:pt x="3512076" y="448231"/>
                      </a:lnTo>
                      <a:cubicBezTo>
                        <a:pt x="3494255" y="416091"/>
                        <a:pt x="3514071" y="375705"/>
                        <a:pt x="3525198" y="357396"/>
                      </a:cubicBezTo>
                      <a:cubicBezTo>
                        <a:pt x="3527370" y="354071"/>
                        <a:pt x="3529587" y="350747"/>
                        <a:pt x="3531892" y="347511"/>
                      </a:cubicBezTo>
                      <a:cubicBezTo>
                        <a:pt x="3537566" y="339398"/>
                        <a:pt x="3543463" y="331463"/>
                        <a:pt x="3549358" y="323394"/>
                      </a:cubicBezTo>
                      <a:cubicBezTo>
                        <a:pt x="3552284" y="319360"/>
                        <a:pt x="3555254" y="315371"/>
                        <a:pt x="3558136" y="311071"/>
                      </a:cubicBezTo>
                      <a:cubicBezTo>
                        <a:pt x="3560840" y="307036"/>
                        <a:pt x="3563766" y="303091"/>
                        <a:pt x="3566692" y="298924"/>
                      </a:cubicBezTo>
                      <a:cubicBezTo>
                        <a:pt x="3572544" y="290678"/>
                        <a:pt x="3577863" y="281635"/>
                        <a:pt x="3581543" y="271926"/>
                      </a:cubicBezTo>
                      <a:cubicBezTo>
                        <a:pt x="3585267" y="262262"/>
                        <a:pt x="3587572" y="252066"/>
                        <a:pt x="3588636" y="241826"/>
                      </a:cubicBezTo>
                      <a:cubicBezTo>
                        <a:pt x="3589700" y="231585"/>
                        <a:pt x="3589345" y="221300"/>
                        <a:pt x="3589035" y="211414"/>
                      </a:cubicBezTo>
                      <a:lnTo>
                        <a:pt x="3587926" y="181580"/>
                      </a:lnTo>
                      <a:cubicBezTo>
                        <a:pt x="3587616" y="171738"/>
                        <a:pt x="3587483" y="161941"/>
                        <a:pt x="3589345" y="152765"/>
                      </a:cubicBezTo>
                      <a:cubicBezTo>
                        <a:pt x="3590276" y="148154"/>
                        <a:pt x="3591828" y="143765"/>
                        <a:pt x="3593778" y="139465"/>
                      </a:cubicBezTo>
                      <a:cubicBezTo>
                        <a:pt x="3595773" y="135121"/>
                        <a:pt x="3598122" y="130643"/>
                        <a:pt x="3600339" y="126255"/>
                      </a:cubicBezTo>
                      <a:cubicBezTo>
                        <a:pt x="3604861" y="117389"/>
                        <a:pt x="3609649" y="108611"/>
                        <a:pt x="3613550" y="99213"/>
                      </a:cubicBezTo>
                      <a:cubicBezTo>
                        <a:pt x="3615456" y="94469"/>
                        <a:pt x="3617185" y="89593"/>
                        <a:pt x="3617983" y="84273"/>
                      </a:cubicBezTo>
                      <a:cubicBezTo>
                        <a:pt x="3618249" y="82988"/>
                        <a:pt x="3618204" y="81569"/>
                        <a:pt x="3618337" y="80239"/>
                      </a:cubicBezTo>
                      <a:cubicBezTo>
                        <a:pt x="3618426" y="79131"/>
                        <a:pt x="3618382" y="77978"/>
                        <a:pt x="3618603" y="76870"/>
                      </a:cubicBezTo>
                      <a:cubicBezTo>
                        <a:pt x="3618870" y="74609"/>
                        <a:pt x="3619534" y="72348"/>
                        <a:pt x="3620377" y="70132"/>
                      </a:cubicBezTo>
                      <a:cubicBezTo>
                        <a:pt x="3623613" y="61088"/>
                        <a:pt x="3629952" y="53330"/>
                        <a:pt x="3635095" y="44597"/>
                      </a:cubicBezTo>
                      <a:cubicBezTo>
                        <a:pt x="3639661" y="35288"/>
                        <a:pt x="3629066" y="9886"/>
                        <a:pt x="3630174" y="0"/>
                      </a:cubicBezTo>
                      <a:cubicBezTo>
                        <a:pt x="3629287" y="4877"/>
                        <a:pt x="3640015" y="25136"/>
                        <a:pt x="3638597" y="29879"/>
                      </a:cubicBezTo>
                      <a:cubicBezTo>
                        <a:pt x="3637178" y="34578"/>
                        <a:pt x="3635582" y="39366"/>
                        <a:pt x="3633100" y="43400"/>
                      </a:cubicBezTo>
                      <a:cubicBezTo>
                        <a:pt x="3628401" y="50360"/>
                        <a:pt x="3622504" y="56877"/>
                        <a:pt x="3618249" y="64723"/>
                      </a:cubicBezTo>
                      <a:lnTo>
                        <a:pt x="3618382" y="57497"/>
                      </a:lnTo>
                      <a:cubicBezTo>
                        <a:pt x="3618559" y="53020"/>
                        <a:pt x="3618293" y="48498"/>
                        <a:pt x="3618027" y="44065"/>
                      </a:cubicBezTo>
                      <a:lnTo>
                        <a:pt x="3617007" y="30721"/>
                      </a:lnTo>
                      <a:lnTo>
                        <a:pt x="3616919" y="44065"/>
                      </a:lnTo>
                      <a:cubicBezTo>
                        <a:pt x="3616830" y="48498"/>
                        <a:pt x="3616697" y="52931"/>
                        <a:pt x="3616165" y="57320"/>
                      </a:cubicBezTo>
                      <a:lnTo>
                        <a:pt x="3614436" y="74254"/>
                      </a:lnTo>
                      <a:cubicBezTo>
                        <a:pt x="3614303" y="74875"/>
                        <a:pt x="3614082" y="75451"/>
                        <a:pt x="3613993" y="76072"/>
                      </a:cubicBezTo>
                      <a:cubicBezTo>
                        <a:pt x="3613683" y="77402"/>
                        <a:pt x="3613594" y="78732"/>
                        <a:pt x="3613461" y="80106"/>
                      </a:cubicBezTo>
                      <a:cubicBezTo>
                        <a:pt x="3613284" y="81259"/>
                        <a:pt x="3613284" y="82323"/>
                        <a:pt x="3613018" y="83475"/>
                      </a:cubicBezTo>
                      <a:cubicBezTo>
                        <a:pt x="3612131" y="87997"/>
                        <a:pt x="3610313" y="92475"/>
                        <a:pt x="3608274" y="96908"/>
                      </a:cubicBezTo>
                      <a:cubicBezTo>
                        <a:pt x="3604329" y="105242"/>
                        <a:pt x="3599674" y="113399"/>
                        <a:pt x="3595064" y="121644"/>
                      </a:cubicBezTo>
                      <a:cubicBezTo>
                        <a:pt x="3594931" y="119162"/>
                        <a:pt x="3594754" y="116635"/>
                        <a:pt x="3594443" y="114108"/>
                      </a:cubicBezTo>
                      <a:cubicBezTo>
                        <a:pt x="3594177" y="112202"/>
                        <a:pt x="3593822" y="110295"/>
                        <a:pt x="3593291" y="108389"/>
                      </a:cubicBezTo>
                      <a:cubicBezTo>
                        <a:pt x="3593025" y="107414"/>
                        <a:pt x="3592670" y="106483"/>
                        <a:pt x="3592182" y="105508"/>
                      </a:cubicBezTo>
                      <a:cubicBezTo>
                        <a:pt x="3591739" y="104577"/>
                        <a:pt x="3591296" y="103867"/>
                        <a:pt x="3590808" y="103025"/>
                      </a:cubicBezTo>
                      <a:lnTo>
                        <a:pt x="3585355" y="93361"/>
                      </a:lnTo>
                      <a:lnTo>
                        <a:pt x="3588813" y="103956"/>
                      </a:lnTo>
                      <a:cubicBezTo>
                        <a:pt x="3589079" y="104843"/>
                        <a:pt x="3589434" y="105774"/>
                        <a:pt x="3589655" y="106572"/>
                      </a:cubicBezTo>
                      <a:cubicBezTo>
                        <a:pt x="3589877" y="107325"/>
                        <a:pt x="3590010" y="108168"/>
                        <a:pt x="3590054" y="109010"/>
                      </a:cubicBezTo>
                      <a:cubicBezTo>
                        <a:pt x="3590187" y="110739"/>
                        <a:pt x="3590143" y="112468"/>
                        <a:pt x="3590054" y="114285"/>
                      </a:cubicBezTo>
                      <a:cubicBezTo>
                        <a:pt x="3589788" y="117832"/>
                        <a:pt x="3589301" y="121423"/>
                        <a:pt x="3588680" y="125013"/>
                      </a:cubicBezTo>
                      <a:lnTo>
                        <a:pt x="3587705" y="130422"/>
                      </a:lnTo>
                      <a:lnTo>
                        <a:pt x="3587217" y="133215"/>
                      </a:lnTo>
                      <a:lnTo>
                        <a:pt x="3586996" y="134722"/>
                      </a:lnTo>
                      <a:lnTo>
                        <a:pt x="3586907" y="135653"/>
                      </a:lnTo>
                      <a:lnTo>
                        <a:pt x="3586907" y="135919"/>
                      </a:lnTo>
                      <a:lnTo>
                        <a:pt x="3586907" y="136052"/>
                      </a:lnTo>
                      <a:lnTo>
                        <a:pt x="3586951" y="136584"/>
                      </a:lnTo>
                      <a:cubicBezTo>
                        <a:pt x="3586951" y="136672"/>
                        <a:pt x="3586996" y="136717"/>
                        <a:pt x="3587040" y="136806"/>
                      </a:cubicBezTo>
                      <a:cubicBezTo>
                        <a:pt x="3584823" y="141372"/>
                        <a:pt x="3583050" y="146204"/>
                        <a:pt x="3581897" y="151213"/>
                      </a:cubicBezTo>
                      <a:cubicBezTo>
                        <a:pt x="3579592" y="161542"/>
                        <a:pt x="3579592" y="171871"/>
                        <a:pt x="3579681" y="181890"/>
                      </a:cubicBezTo>
                      <a:lnTo>
                        <a:pt x="3580523" y="211769"/>
                      </a:lnTo>
                      <a:cubicBezTo>
                        <a:pt x="3580700" y="220591"/>
                        <a:pt x="3580878" y="229236"/>
                        <a:pt x="3580213" y="237703"/>
                      </a:cubicBezTo>
                      <a:cubicBezTo>
                        <a:pt x="3579504" y="235043"/>
                        <a:pt x="3578705" y="232427"/>
                        <a:pt x="3577642" y="229901"/>
                      </a:cubicBezTo>
                      <a:cubicBezTo>
                        <a:pt x="3575647" y="225157"/>
                        <a:pt x="3572854" y="220768"/>
                        <a:pt x="3569485" y="216911"/>
                      </a:cubicBezTo>
                      <a:cubicBezTo>
                        <a:pt x="3565938" y="211370"/>
                        <a:pt x="3561151" y="206627"/>
                        <a:pt x="3555742" y="202814"/>
                      </a:cubicBezTo>
                      <a:cubicBezTo>
                        <a:pt x="3552816" y="200908"/>
                        <a:pt x="3550068" y="199268"/>
                        <a:pt x="3547231" y="197628"/>
                      </a:cubicBezTo>
                      <a:cubicBezTo>
                        <a:pt x="3546344" y="197096"/>
                        <a:pt x="3545413" y="196608"/>
                        <a:pt x="3544526" y="196120"/>
                      </a:cubicBezTo>
                      <a:cubicBezTo>
                        <a:pt x="3537167" y="187032"/>
                        <a:pt x="3533311" y="184018"/>
                        <a:pt x="3535572" y="164158"/>
                      </a:cubicBezTo>
                      <a:lnTo>
                        <a:pt x="3535527" y="164113"/>
                      </a:lnTo>
                      <a:cubicBezTo>
                        <a:pt x="3535749" y="161586"/>
                        <a:pt x="3535882" y="158971"/>
                        <a:pt x="3535705" y="156355"/>
                      </a:cubicBezTo>
                      <a:cubicBezTo>
                        <a:pt x="3536103" y="153119"/>
                        <a:pt x="3536458" y="149839"/>
                        <a:pt x="3536635" y="146558"/>
                      </a:cubicBezTo>
                      <a:cubicBezTo>
                        <a:pt x="3536813" y="142835"/>
                        <a:pt x="3536857" y="139111"/>
                        <a:pt x="3536591" y="135387"/>
                      </a:cubicBezTo>
                      <a:cubicBezTo>
                        <a:pt x="3536369" y="131663"/>
                        <a:pt x="3535926" y="127983"/>
                        <a:pt x="3535173" y="124349"/>
                      </a:cubicBezTo>
                      <a:cubicBezTo>
                        <a:pt x="3534375" y="120713"/>
                        <a:pt x="3533355" y="117123"/>
                        <a:pt x="3531715" y="113842"/>
                      </a:cubicBezTo>
                      <a:cubicBezTo>
                        <a:pt x="3533045" y="117255"/>
                        <a:pt x="3533665" y="120891"/>
                        <a:pt x="3534109" y="124526"/>
                      </a:cubicBezTo>
                      <a:cubicBezTo>
                        <a:pt x="3534508" y="128161"/>
                        <a:pt x="3534552" y="131796"/>
                        <a:pt x="3534419" y="135431"/>
                      </a:cubicBezTo>
                      <a:cubicBezTo>
                        <a:pt x="3534330" y="139066"/>
                        <a:pt x="3533887" y="142657"/>
                        <a:pt x="3533355" y="146248"/>
                      </a:cubicBezTo>
                      <a:cubicBezTo>
                        <a:pt x="3533355" y="146337"/>
                        <a:pt x="3533311" y="146425"/>
                        <a:pt x="3533311" y="146470"/>
                      </a:cubicBezTo>
                      <a:cubicBezTo>
                        <a:pt x="3532690" y="145317"/>
                        <a:pt x="3531936" y="144253"/>
                        <a:pt x="3531050" y="143233"/>
                      </a:cubicBezTo>
                      <a:lnTo>
                        <a:pt x="3529587" y="141859"/>
                      </a:lnTo>
                      <a:lnTo>
                        <a:pt x="3528434" y="140884"/>
                      </a:lnTo>
                      <a:cubicBezTo>
                        <a:pt x="3527681" y="140263"/>
                        <a:pt x="3526971" y="139554"/>
                        <a:pt x="3526218" y="138933"/>
                      </a:cubicBezTo>
                      <a:cubicBezTo>
                        <a:pt x="3523292" y="136274"/>
                        <a:pt x="3520499" y="133392"/>
                        <a:pt x="3517662" y="130555"/>
                      </a:cubicBezTo>
                      <a:cubicBezTo>
                        <a:pt x="3512032" y="124836"/>
                        <a:pt x="3506712" y="118851"/>
                        <a:pt x="3502368" y="111714"/>
                      </a:cubicBezTo>
                      <a:lnTo>
                        <a:pt x="3501747" y="111892"/>
                      </a:lnTo>
                      <a:cubicBezTo>
                        <a:pt x="3502678" y="120580"/>
                        <a:pt x="3507421" y="128338"/>
                        <a:pt x="3512741" y="134988"/>
                      </a:cubicBezTo>
                      <a:cubicBezTo>
                        <a:pt x="3515445" y="138357"/>
                        <a:pt x="3518593" y="141283"/>
                        <a:pt x="3522006" y="143987"/>
                      </a:cubicBezTo>
                      <a:cubicBezTo>
                        <a:pt x="3522893" y="144608"/>
                        <a:pt x="3523735" y="145273"/>
                        <a:pt x="3524666" y="145893"/>
                      </a:cubicBezTo>
                      <a:lnTo>
                        <a:pt x="3525996" y="146780"/>
                      </a:lnTo>
                      <a:lnTo>
                        <a:pt x="3526883" y="147445"/>
                      </a:lnTo>
                      <a:cubicBezTo>
                        <a:pt x="3527991" y="148465"/>
                        <a:pt x="3528966" y="149839"/>
                        <a:pt x="3529631" y="151479"/>
                      </a:cubicBezTo>
                      <a:cubicBezTo>
                        <a:pt x="3532158" y="158395"/>
                        <a:pt x="3531138" y="166951"/>
                        <a:pt x="3530917" y="175285"/>
                      </a:cubicBezTo>
                      <a:cubicBezTo>
                        <a:pt x="3530872" y="176659"/>
                        <a:pt x="3530961" y="178166"/>
                        <a:pt x="3531138" y="179674"/>
                      </a:cubicBezTo>
                      <a:cubicBezTo>
                        <a:pt x="3531538" y="183353"/>
                        <a:pt x="3532867" y="187298"/>
                        <a:pt x="3534197" y="190579"/>
                      </a:cubicBezTo>
                      <a:cubicBezTo>
                        <a:pt x="3534330" y="190845"/>
                        <a:pt x="3534463" y="191155"/>
                        <a:pt x="3534596" y="191421"/>
                      </a:cubicBezTo>
                      <a:cubicBezTo>
                        <a:pt x="3532734" y="190668"/>
                        <a:pt x="3530828" y="189958"/>
                        <a:pt x="3528922" y="189382"/>
                      </a:cubicBezTo>
                      <a:cubicBezTo>
                        <a:pt x="3525686" y="188451"/>
                        <a:pt x="3522450" y="187653"/>
                        <a:pt x="3519169" y="186988"/>
                      </a:cubicBezTo>
                      <a:cubicBezTo>
                        <a:pt x="3512652" y="185968"/>
                        <a:pt x="3506712" y="185038"/>
                        <a:pt x="3501525" y="182067"/>
                      </a:cubicBezTo>
                      <a:cubicBezTo>
                        <a:pt x="3496383" y="179186"/>
                        <a:pt x="3492482" y="173866"/>
                        <a:pt x="3488492" y="168724"/>
                      </a:cubicBezTo>
                      <a:lnTo>
                        <a:pt x="3487916" y="169034"/>
                      </a:lnTo>
                      <a:cubicBezTo>
                        <a:pt x="3490310" y="175063"/>
                        <a:pt x="3493236" y="181314"/>
                        <a:pt x="3498910" y="185836"/>
                      </a:cubicBezTo>
                      <a:cubicBezTo>
                        <a:pt x="3504540" y="190357"/>
                        <a:pt x="3511677" y="191997"/>
                        <a:pt x="3517795" y="193416"/>
                      </a:cubicBezTo>
                      <a:cubicBezTo>
                        <a:pt x="3523912" y="194835"/>
                        <a:pt x="3529897" y="196696"/>
                        <a:pt x="3535749" y="198957"/>
                      </a:cubicBezTo>
                      <a:cubicBezTo>
                        <a:pt x="3538675" y="200110"/>
                        <a:pt x="3541512" y="201396"/>
                        <a:pt x="3544393" y="202814"/>
                      </a:cubicBezTo>
                      <a:cubicBezTo>
                        <a:pt x="3545945" y="203568"/>
                        <a:pt x="3547497" y="204366"/>
                        <a:pt x="3549048" y="205164"/>
                      </a:cubicBezTo>
                      <a:cubicBezTo>
                        <a:pt x="3558092" y="211459"/>
                        <a:pt x="3565406" y="220103"/>
                        <a:pt x="3569662" y="230299"/>
                      </a:cubicBezTo>
                      <a:cubicBezTo>
                        <a:pt x="3571081" y="233713"/>
                        <a:pt x="3572100" y="236284"/>
                        <a:pt x="3572898" y="239875"/>
                      </a:cubicBezTo>
                      <a:cubicBezTo>
                        <a:pt x="3574583" y="247677"/>
                        <a:pt x="3575868" y="255745"/>
                        <a:pt x="3573164" y="269887"/>
                      </a:cubicBezTo>
                      <a:cubicBezTo>
                        <a:pt x="3569884" y="278443"/>
                        <a:pt x="3565229" y="286378"/>
                        <a:pt x="3559954" y="294180"/>
                      </a:cubicBezTo>
                      <a:cubicBezTo>
                        <a:pt x="3557249" y="298259"/>
                        <a:pt x="3554279" y="302337"/>
                        <a:pt x="3551575" y="306637"/>
                      </a:cubicBezTo>
                      <a:cubicBezTo>
                        <a:pt x="3549004" y="310716"/>
                        <a:pt x="3546078" y="314750"/>
                        <a:pt x="3543285" y="318828"/>
                      </a:cubicBezTo>
                      <a:cubicBezTo>
                        <a:pt x="3538320" y="325877"/>
                        <a:pt x="3533399" y="333059"/>
                        <a:pt x="3528612" y="340329"/>
                      </a:cubicBezTo>
                      <a:cubicBezTo>
                        <a:pt x="3527636" y="335142"/>
                        <a:pt x="3523336" y="322242"/>
                        <a:pt x="3504673" y="306593"/>
                      </a:cubicBezTo>
                      <a:cubicBezTo>
                        <a:pt x="3504141" y="306106"/>
                        <a:pt x="3503653" y="305662"/>
                        <a:pt x="3503033" y="305130"/>
                      </a:cubicBezTo>
                      <a:cubicBezTo>
                        <a:pt x="3494920" y="298436"/>
                        <a:pt x="3486409" y="293205"/>
                        <a:pt x="3477853" y="287797"/>
                      </a:cubicBezTo>
                      <a:cubicBezTo>
                        <a:pt x="3470272" y="283319"/>
                        <a:pt x="3462603" y="279063"/>
                        <a:pt x="3454845" y="274896"/>
                      </a:cubicBezTo>
                      <a:cubicBezTo>
                        <a:pt x="3451919" y="272946"/>
                        <a:pt x="3449082" y="270951"/>
                        <a:pt x="3446333" y="268823"/>
                      </a:cubicBezTo>
                      <a:cubicBezTo>
                        <a:pt x="3437689" y="262041"/>
                        <a:pt x="3429532" y="254105"/>
                        <a:pt x="3425143" y="244352"/>
                      </a:cubicBezTo>
                      <a:cubicBezTo>
                        <a:pt x="3424035" y="241826"/>
                        <a:pt x="3423459" y="239609"/>
                        <a:pt x="3422661" y="236594"/>
                      </a:cubicBezTo>
                      <a:cubicBezTo>
                        <a:pt x="3421818" y="233757"/>
                        <a:pt x="3420843" y="231009"/>
                        <a:pt x="3419735" y="228304"/>
                      </a:cubicBezTo>
                      <a:cubicBezTo>
                        <a:pt x="3417563" y="222941"/>
                        <a:pt x="3415036" y="217754"/>
                        <a:pt x="3412509" y="212656"/>
                      </a:cubicBezTo>
                      <a:cubicBezTo>
                        <a:pt x="3409982" y="207558"/>
                        <a:pt x="3407411" y="202460"/>
                        <a:pt x="3405061" y="197317"/>
                      </a:cubicBezTo>
                      <a:cubicBezTo>
                        <a:pt x="3402845" y="192131"/>
                        <a:pt x="3400406" y="186855"/>
                        <a:pt x="3400140" y="181137"/>
                      </a:cubicBezTo>
                      <a:cubicBezTo>
                        <a:pt x="3399963" y="186899"/>
                        <a:pt x="3401958" y="192441"/>
                        <a:pt x="3403776" y="197849"/>
                      </a:cubicBezTo>
                      <a:cubicBezTo>
                        <a:pt x="3405682" y="203258"/>
                        <a:pt x="3407898" y="208533"/>
                        <a:pt x="3409982" y="213808"/>
                      </a:cubicBezTo>
                      <a:cubicBezTo>
                        <a:pt x="3412066" y="219084"/>
                        <a:pt x="3414149" y="224403"/>
                        <a:pt x="3415834" y="229723"/>
                      </a:cubicBezTo>
                      <a:cubicBezTo>
                        <a:pt x="3416676" y="232383"/>
                        <a:pt x="3417430" y="235087"/>
                        <a:pt x="3417962" y="237747"/>
                      </a:cubicBezTo>
                      <a:cubicBezTo>
                        <a:pt x="3418360" y="240274"/>
                        <a:pt x="3419114" y="243643"/>
                        <a:pt x="3420178" y="246392"/>
                      </a:cubicBezTo>
                      <a:cubicBezTo>
                        <a:pt x="3422350" y="251889"/>
                        <a:pt x="3425409" y="256809"/>
                        <a:pt x="3429000" y="261242"/>
                      </a:cubicBezTo>
                      <a:cubicBezTo>
                        <a:pt x="3424434" y="259780"/>
                        <a:pt x="3419690" y="258760"/>
                        <a:pt x="3415036" y="258228"/>
                      </a:cubicBezTo>
                      <a:cubicBezTo>
                        <a:pt x="3401869" y="256676"/>
                        <a:pt x="3388969" y="256942"/>
                        <a:pt x="3376069" y="256898"/>
                      </a:cubicBezTo>
                      <a:cubicBezTo>
                        <a:pt x="3363656" y="256942"/>
                        <a:pt x="3351288" y="253086"/>
                        <a:pt x="3340693" y="246170"/>
                      </a:cubicBezTo>
                      <a:cubicBezTo>
                        <a:pt x="3330098" y="239299"/>
                        <a:pt x="3320921" y="229989"/>
                        <a:pt x="3313917" y="219305"/>
                      </a:cubicBezTo>
                      <a:lnTo>
                        <a:pt x="3313163" y="219749"/>
                      </a:lnTo>
                      <a:cubicBezTo>
                        <a:pt x="3319680" y="230964"/>
                        <a:pt x="3328457" y="240850"/>
                        <a:pt x="3339052" y="248608"/>
                      </a:cubicBezTo>
                      <a:cubicBezTo>
                        <a:pt x="3349603" y="256277"/>
                        <a:pt x="3362548" y="261375"/>
                        <a:pt x="3375980" y="261775"/>
                      </a:cubicBezTo>
                      <a:cubicBezTo>
                        <a:pt x="3388792" y="262351"/>
                        <a:pt x="3401736" y="262572"/>
                        <a:pt x="3414105" y="264567"/>
                      </a:cubicBezTo>
                      <a:cubicBezTo>
                        <a:pt x="3420267" y="265543"/>
                        <a:pt x="3426163" y="267227"/>
                        <a:pt x="3431660" y="269843"/>
                      </a:cubicBezTo>
                      <a:cubicBezTo>
                        <a:pt x="3437157" y="272458"/>
                        <a:pt x="3442255" y="275960"/>
                        <a:pt x="3447131" y="279861"/>
                      </a:cubicBezTo>
                      <a:lnTo>
                        <a:pt x="3447220" y="279950"/>
                      </a:lnTo>
                      <a:lnTo>
                        <a:pt x="3447575" y="280172"/>
                      </a:lnTo>
                      <a:lnTo>
                        <a:pt x="3456884" y="285891"/>
                      </a:lnTo>
                      <a:cubicBezTo>
                        <a:pt x="3460962" y="288639"/>
                        <a:pt x="3465174" y="291210"/>
                        <a:pt x="3469519" y="293649"/>
                      </a:cubicBezTo>
                      <a:lnTo>
                        <a:pt x="3473021" y="295821"/>
                      </a:lnTo>
                      <a:cubicBezTo>
                        <a:pt x="3481488" y="300919"/>
                        <a:pt x="3490088" y="306150"/>
                        <a:pt x="3497890" y="311647"/>
                      </a:cubicBezTo>
                      <a:lnTo>
                        <a:pt x="3500151" y="313420"/>
                      </a:lnTo>
                      <a:cubicBezTo>
                        <a:pt x="3507466" y="319582"/>
                        <a:pt x="3517352" y="329955"/>
                        <a:pt x="3519568" y="342279"/>
                      </a:cubicBezTo>
                      <a:cubicBezTo>
                        <a:pt x="3519790" y="345205"/>
                        <a:pt x="3519790" y="348220"/>
                        <a:pt x="3519612" y="351234"/>
                      </a:cubicBezTo>
                      <a:cubicBezTo>
                        <a:pt x="3513850" y="361785"/>
                        <a:pt x="3501038" y="389359"/>
                        <a:pt x="3498777" y="399910"/>
                      </a:cubicBezTo>
                      <a:cubicBezTo>
                        <a:pt x="3496073" y="412677"/>
                        <a:pt x="3497314" y="431872"/>
                        <a:pt x="3492881" y="428636"/>
                      </a:cubicBezTo>
                      <a:cubicBezTo>
                        <a:pt x="3463578" y="407446"/>
                        <a:pt x="3443806" y="405052"/>
                        <a:pt x="3438088" y="404830"/>
                      </a:cubicBezTo>
                      <a:cubicBezTo>
                        <a:pt x="3437024" y="404653"/>
                        <a:pt x="3435916" y="404432"/>
                        <a:pt x="3434852" y="404254"/>
                      </a:cubicBezTo>
                      <a:cubicBezTo>
                        <a:pt x="3427759" y="403190"/>
                        <a:pt x="3420710" y="402614"/>
                        <a:pt x="3413706" y="402038"/>
                      </a:cubicBezTo>
                      <a:cubicBezTo>
                        <a:pt x="3406746" y="401550"/>
                        <a:pt x="3399786" y="401240"/>
                        <a:pt x="3393181" y="400309"/>
                      </a:cubicBezTo>
                      <a:cubicBezTo>
                        <a:pt x="3379970" y="398624"/>
                        <a:pt x="3367114" y="393659"/>
                        <a:pt x="3355189" y="387142"/>
                      </a:cubicBezTo>
                      <a:cubicBezTo>
                        <a:pt x="3343264" y="380537"/>
                        <a:pt x="3332181" y="372203"/>
                        <a:pt x="3321985" y="362938"/>
                      </a:cubicBezTo>
                      <a:cubicBezTo>
                        <a:pt x="3316931" y="358283"/>
                        <a:pt x="3311966" y="353451"/>
                        <a:pt x="3307311" y="348308"/>
                      </a:cubicBezTo>
                      <a:cubicBezTo>
                        <a:pt x="3304918" y="345826"/>
                        <a:pt x="3302701" y="343122"/>
                        <a:pt x="3300396" y="340551"/>
                      </a:cubicBezTo>
                      <a:cubicBezTo>
                        <a:pt x="3299243" y="339265"/>
                        <a:pt x="3298002" y="337980"/>
                        <a:pt x="3296805" y="336649"/>
                      </a:cubicBezTo>
                      <a:lnTo>
                        <a:pt x="3296849" y="336561"/>
                      </a:lnTo>
                      <a:lnTo>
                        <a:pt x="3295520" y="335275"/>
                      </a:lnTo>
                      <a:cubicBezTo>
                        <a:pt x="3294721" y="334433"/>
                        <a:pt x="3293968" y="333546"/>
                        <a:pt x="3293125" y="332704"/>
                      </a:cubicBezTo>
                      <a:cubicBezTo>
                        <a:pt x="3292815" y="332394"/>
                        <a:pt x="3292505" y="332172"/>
                        <a:pt x="3292195" y="331862"/>
                      </a:cubicBezTo>
                      <a:cubicBezTo>
                        <a:pt x="3291131" y="330754"/>
                        <a:pt x="3290067" y="329601"/>
                        <a:pt x="3289047" y="328448"/>
                      </a:cubicBezTo>
                      <a:cubicBezTo>
                        <a:pt x="3286476" y="325522"/>
                        <a:pt x="3283993" y="322508"/>
                        <a:pt x="3281688" y="319360"/>
                      </a:cubicBezTo>
                      <a:cubicBezTo>
                        <a:pt x="3277122" y="313065"/>
                        <a:pt x="3272999" y="306372"/>
                        <a:pt x="3270339" y="299146"/>
                      </a:cubicBezTo>
                      <a:cubicBezTo>
                        <a:pt x="3268921" y="295688"/>
                        <a:pt x="3268522" y="291875"/>
                        <a:pt x="3268300" y="287930"/>
                      </a:cubicBezTo>
                      <a:cubicBezTo>
                        <a:pt x="3268034" y="284029"/>
                        <a:pt x="3267946" y="280039"/>
                        <a:pt x="3267591" y="276049"/>
                      </a:cubicBezTo>
                      <a:cubicBezTo>
                        <a:pt x="3266926" y="268158"/>
                        <a:pt x="3265064" y="260001"/>
                        <a:pt x="3260143" y="253662"/>
                      </a:cubicBezTo>
                      <a:cubicBezTo>
                        <a:pt x="3264621" y="260312"/>
                        <a:pt x="3265906" y="268335"/>
                        <a:pt x="3266039" y="276138"/>
                      </a:cubicBezTo>
                      <a:cubicBezTo>
                        <a:pt x="3266128" y="280083"/>
                        <a:pt x="3265995" y="283984"/>
                        <a:pt x="3265995" y="287974"/>
                      </a:cubicBezTo>
                      <a:cubicBezTo>
                        <a:pt x="3265995" y="291920"/>
                        <a:pt x="3266084" y="296131"/>
                        <a:pt x="3267502" y="300076"/>
                      </a:cubicBezTo>
                      <a:cubicBezTo>
                        <a:pt x="3269896" y="307214"/>
                        <a:pt x="3273576" y="313775"/>
                        <a:pt x="3277698" y="319981"/>
                      </a:cubicBezTo>
                      <a:cubicBezTo>
                        <a:pt x="3271536" y="315637"/>
                        <a:pt x="3265108" y="311780"/>
                        <a:pt x="3258370" y="308455"/>
                      </a:cubicBezTo>
                      <a:cubicBezTo>
                        <a:pt x="3245736" y="302204"/>
                        <a:pt x="3232436" y="297417"/>
                        <a:pt x="3218694" y="294491"/>
                      </a:cubicBezTo>
                      <a:lnTo>
                        <a:pt x="3218516" y="295377"/>
                      </a:lnTo>
                      <a:cubicBezTo>
                        <a:pt x="3245292" y="302559"/>
                        <a:pt x="3270960" y="315858"/>
                        <a:pt x="3289934" y="335763"/>
                      </a:cubicBezTo>
                      <a:cubicBezTo>
                        <a:pt x="3292239" y="338334"/>
                        <a:pt x="3294411" y="340905"/>
                        <a:pt x="3296672" y="343565"/>
                      </a:cubicBezTo>
                      <a:cubicBezTo>
                        <a:pt x="3298711" y="346003"/>
                        <a:pt x="3300662" y="348530"/>
                        <a:pt x="3302790" y="350924"/>
                      </a:cubicBezTo>
                      <a:cubicBezTo>
                        <a:pt x="3273709" y="345560"/>
                        <a:pt x="3243652" y="351146"/>
                        <a:pt x="3237712" y="352343"/>
                      </a:cubicBezTo>
                      <a:cubicBezTo>
                        <a:pt x="3231461" y="353229"/>
                        <a:pt x="3225210" y="354293"/>
                        <a:pt x="3218960" y="355490"/>
                      </a:cubicBezTo>
                      <a:cubicBezTo>
                        <a:pt x="3214438" y="354958"/>
                        <a:pt x="3209606" y="353539"/>
                        <a:pt x="3206059" y="350835"/>
                      </a:cubicBezTo>
                      <a:cubicBezTo>
                        <a:pt x="3204242" y="349417"/>
                        <a:pt x="3202779" y="347599"/>
                        <a:pt x="3202070" y="345427"/>
                      </a:cubicBezTo>
                      <a:cubicBezTo>
                        <a:pt x="3201449" y="343211"/>
                        <a:pt x="3201006" y="340595"/>
                        <a:pt x="3200696" y="338112"/>
                      </a:cubicBezTo>
                      <a:cubicBezTo>
                        <a:pt x="3200030" y="333059"/>
                        <a:pt x="3199454" y="327783"/>
                        <a:pt x="3197637" y="322862"/>
                      </a:cubicBezTo>
                      <a:cubicBezTo>
                        <a:pt x="3195863" y="317942"/>
                        <a:pt x="3192760" y="313597"/>
                        <a:pt x="3189081" y="310051"/>
                      </a:cubicBezTo>
                      <a:cubicBezTo>
                        <a:pt x="3192494" y="313863"/>
                        <a:pt x="3195199" y="318341"/>
                        <a:pt x="3196573" y="323217"/>
                      </a:cubicBezTo>
                      <a:cubicBezTo>
                        <a:pt x="3197991" y="328094"/>
                        <a:pt x="3198169" y="333192"/>
                        <a:pt x="3198479" y="338334"/>
                      </a:cubicBezTo>
                      <a:cubicBezTo>
                        <a:pt x="3198656" y="340950"/>
                        <a:pt x="3198834" y="343477"/>
                        <a:pt x="3199410" y="346225"/>
                      </a:cubicBezTo>
                      <a:cubicBezTo>
                        <a:pt x="3200119" y="349018"/>
                        <a:pt x="3201804" y="351545"/>
                        <a:pt x="3203932" y="353407"/>
                      </a:cubicBezTo>
                      <a:cubicBezTo>
                        <a:pt x="3205793" y="355002"/>
                        <a:pt x="3207877" y="356244"/>
                        <a:pt x="3210005" y="357219"/>
                      </a:cubicBezTo>
                      <a:cubicBezTo>
                        <a:pt x="3195243" y="360101"/>
                        <a:pt x="3180791" y="363115"/>
                        <a:pt x="3166605" y="361120"/>
                      </a:cubicBezTo>
                      <a:cubicBezTo>
                        <a:pt x="3158581" y="360056"/>
                        <a:pt x="3150602" y="358017"/>
                        <a:pt x="3143243" y="354692"/>
                      </a:cubicBezTo>
                      <a:cubicBezTo>
                        <a:pt x="3139519" y="353052"/>
                        <a:pt x="3136017" y="350968"/>
                        <a:pt x="3132736" y="348486"/>
                      </a:cubicBezTo>
                      <a:cubicBezTo>
                        <a:pt x="3131052" y="347289"/>
                        <a:pt x="3129411" y="346003"/>
                        <a:pt x="3127815" y="344629"/>
                      </a:cubicBezTo>
                      <a:cubicBezTo>
                        <a:pt x="3126175" y="343343"/>
                        <a:pt x="3124668" y="341659"/>
                        <a:pt x="3122318" y="341082"/>
                      </a:cubicBezTo>
                      <a:lnTo>
                        <a:pt x="3122185" y="341748"/>
                      </a:lnTo>
                      <a:cubicBezTo>
                        <a:pt x="3123870" y="342590"/>
                        <a:pt x="3125067" y="344496"/>
                        <a:pt x="3126486" y="346003"/>
                      </a:cubicBezTo>
                      <a:cubicBezTo>
                        <a:pt x="3127860" y="347644"/>
                        <a:pt x="3129278" y="349239"/>
                        <a:pt x="3130786" y="350791"/>
                      </a:cubicBezTo>
                      <a:cubicBezTo>
                        <a:pt x="3133889" y="353805"/>
                        <a:pt x="3137346" y="356554"/>
                        <a:pt x="3141115" y="358815"/>
                      </a:cubicBezTo>
                      <a:cubicBezTo>
                        <a:pt x="3148651" y="363381"/>
                        <a:pt x="3157074" y="366130"/>
                        <a:pt x="3165674" y="367725"/>
                      </a:cubicBezTo>
                      <a:cubicBezTo>
                        <a:pt x="3170019" y="368346"/>
                        <a:pt x="3174452" y="368834"/>
                        <a:pt x="3178885" y="368656"/>
                      </a:cubicBezTo>
                      <a:cubicBezTo>
                        <a:pt x="3183274" y="368479"/>
                        <a:pt x="3187662" y="367947"/>
                        <a:pt x="3191874" y="367149"/>
                      </a:cubicBezTo>
                      <a:cubicBezTo>
                        <a:pt x="3200385" y="365553"/>
                        <a:pt x="3208498" y="363292"/>
                        <a:pt x="3216655" y="361386"/>
                      </a:cubicBezTo>
                      <a:cubicBezTo>
                        <a:pt x="3224812" y="359436"/>
                        <a:pt x="3233013" y="357707"/>
                        <a:pt x="3241303" y="356244"/>
                      </a:cubicBezTo>
                      <a:cubicBezTo>
                        <a:pt x="3249592" y="354692"/>
                        <a:pt x="3257794" y="353717"/>
                        <a:pt x="3266128" y="353539"/>
                      </a:cubicBezTo>
                      <a:cubicBezTo>
                        <a:pt x="3280048" y="353141"/>
                        <a:pt x="3294189" y="354604"/>
                        <a:pt x="3307799" y="358194"/>
                      </a:cubicBezTo>
                      <a:cubicBezTo>
                        <a:pt x="3308641" y="358504"/>
                        <a:pt x="3309439" y="358815"/>
                        <a:pt x="3310193" y="359170"/>
                      </a:cubicBezTo>
                      <a:cubicBezTo>
                        <a:pt x="3312764" y="361918"/>
                        <a:pt x="3315380" y="364578"/>
                        <a:pt x="3318084" y="367193"/>
                      </a:cubicBezTo>
                      <a:cubicBezTo>
                        <a:pt x="3328280" y="376991"/>
                        <a:pt x="3339407" y="385990"/>
                        <a:pt x="3351687" y="393304"/>
                      </a:cubicBezTo>
                      <a:cubicBezTo>
                        <a:pt x="3363922" y="400663"/>
                        <a:pt x="3377399" y="406559"/>
                        <a:pt x="3391895" y="408998"/>
                      </a:cubicBezTo>
                      <a:cubicBezTo>
                        <a:pt x="3406258" y="411303"/>
                        <a:pt x="3420134" y="411303"/>
                        <a:pt x="3433655" y="413076"/>
                      </a:cubicBezTo>
                      <a:cubicBezTo>
                        <a:pt x="3436093" y="413386"/>
                        <a:pt x="3438531" y="413741"/>
                        <a:pt x="3440925" y="414140"/>
                      </a:cubicBezTo>
                      <a:cubicBezTo>
                        <a:pt x="3471957" y="421011"/>
                        <a:pt x="3488669" y="440606"/>
                        <a:pt x="3495408" y="450624"/>
                      </a:cubicBezTo>
                      <a:cubicBezTo>
                        <a:pt x="3590054" y="614560"/>
                        <a:pt x="3549669" y="681012"/>
                        <a:pt x="3526617" y="746888"/>
                      </a:cubicBezTo>
                      <a:cubicBezTo>
                        <a:pt x="3523070" y="757084"/>
                        <a:pt x="3519657" y="766748"/>
                        <a:pt x="3516775" y="776501"/>
                      </a:cubicBezTo>
                      <a:cubicBezTo>
                        <a:pt x="3496871" y="843131"/>
                        <a:pt x="3498688" y="886486"/>
                        <a:pt x="3502057" y="965263"/>
                      </a:cubicBezTo>
                      <a:cubicBezTo>
                        <a:pt x="3502589" y="977808"/>
                        <a:pt x="3503166" y="991329"/>
                        <a:pt x="3503698" y="1006047"/>
                      </a:cubicBezTo>
                      <a:cubicBezTo>
                        <a:pt x="3505958" y="1067623"/>
                        <a:pt x="3486586" y="1116342"/>
                        <a:pt x="3470405" y="1145911"/>
                      </a:cubicBezTo>
                      <a:cubicBezTo>
                        <a:pt x="3458125" y="1159920"/>
                        <a:pt x="3446200" y="1173840"/>
                        <a:pt x="3434630" y="1187405"/>
                      </a:cubicBezTo>
                      <a:cubicBezTo>
                        <a:pt x="3423725" y="1200172"/>
                        <a:pt x="3413085" y="1212585"/>
                        <a:pt x="3402667" y="1224466"/>
                      </a:cubicBezTo>
                      <a:cubicBezTo>
                        <a:pt x="3376867" y="1253946"/>
                        <a:pt x="3319059" y="1296016"/>
                        <a:pt x="3252075" y="1344736"/>
                      </a:cubicBezTo>
                      <a:cubicBezTo>
                        <a:pt x="3156054" y="1414601"/>
                        <a:pt x="3047222" y="1493776"/>
                        <a:pt x="2980060" y="1572641"/>
                      </a:cubicBezTo>
                      <a:cubicBezTo>
                        <a:pt x="2953240" y="1604116"/>
                        <a:pt x="2873311" y="1697876"/>
                        <a:pt x="2691820" y="1708515"/>
                      </a:cubicBezTo>
                      <a:cubicBezTo>
                        <a:pt x="2660789" y="1700447"/>
                        <a:pt x="2632195" y="1683202"/>
                        <a:pt x="2637160" y="1646718"/>
                      </a:cubicBezTo>
                      <a:cubicBezTo>
                        <a:pt x="2639333" y="1630892"/>
                        <a:pt x="2645406" y="1616352"/>
                        <a:pt x="2651834" y="1600969"/>
                      </a:cubicBezTo>
                      <a:cubicBezTo>
                        <a:pt x="2658084" y="1585985"/>
                        <a:pt x="2664424" y="1570779"/>
                        <a:pt x="2667039" y="1554288"/>
                      </a:cubicBezTo>
                      <a:cubicBezTo>
                        <a:pt x="2667305" y="1553268"/>
                        <a:pt x="2667438" y="1552648"/>
                        <a:pt x="2667438" y="1552648"/>
                      </a:cubicBezTo>
                      <a:cubicBezTo>
                        <a:pt x="2668857" y="1542008"/>
                        <a:pt x="2670630" y="1526847"/>
                        <a:pt x="2665488" y="1504726"/>
                      </a:cubicBezTo>
                      <a:cubicBezTo>
                        <a:pt x="2660345" y="1482605"/>
                        <a:pt x="2665976" y="1469837"/>
                        <a:pt x="2685614" y="1467399"/>
                      </a:cubicBezTo>
                      <a:cubicBezTo>
                        <a:pt x="2705253" y="1464961"/>
                        <a:pt x="2732073" y="1457070"/>
                        <a:pt x="2742136" y="1447761"/>
                      </a:cubicBezTo>
                      <a:cubicBezTo>
                        <a:pt x="2752199" y="1438407"/>
                        <a:pt x="2755391" y="1434240"/>
                        <a:pt x="2764479" y="1431536"/>
                      </a:cubicBezTo>
                      <a:cubicBezTo>
                        <a:pt x="2773567" y="1428831"/>
                        <a:pt x="2781413" y="1424177"/>
                        <a:pt x="2781413" y="1424177"/>
                      </a:cubicBezTo>
                      <a:cubicBezTo>
                        <a:pt x="2781413" y="1424177"/>
                        <a:pt x="2740895" y="1424443"/>
                        <a:pt x="2730787" y="1422226"/>
                      </a:cubicBezTo>
                      <a:cubicBezTo>
                        <a:pt x="2720724" y="1420010"/>
                        <a:pt x="2696874" y="1421960"/>
                        <a:pt x="2687033" y="1416064"/>
                      </a:cubicBezTo>
                      <a:cubicBezTo>
                        <a:pt x="2677191" y="1410168"/>
                        <a:pt x="2634456" y="1389022"/>
                        <a:pt x="2580417" y="1416552"/>
                      </a:cubicBezTo>
                      <a:cubicBezTo>
                        <a:pt x="2526377" y="1444081"/>
                        <a:pt x="2551158" y="1463011"/>
                        <a:pt x="2491223" y="1462479"/>
                      </a:cubicBezTo>
                      <a:cubicBezTo>
                        <a:pt x="2491223" y="1462479"/>
                        <a:pt x="2508911" y="1470813"/>
                        <a:pt x="2517511" y="1476975"/>
                      </a:cubicBezTo>
                      <a:cubicBezTo>
                        <a:pt x="2526111" y="1483137"/>
                        <a:pt x="2546991" y="1495417"/>
                        <a:pt x="2569334" y="1490496"/>
                      </a:cubicBezTo>
                      <a:cubicBezTo>
                        <a:pt x="2591677" y="1485575"/>
                        <a:pt x="2648465" y="1471566"/>
                        <a:pt x="2650149" y="1545510"/>
                      </a:cubicBezTo>
                      <a:cubicBezTo>
                        <a:pt x="2650149" y="1545688"/>
                        <a:pt x="2650149" y="1545821"/>
                        <a:pt x="2650149" y="1545998"/>
                      </a:cubicBezTo>
                      <a:cubicBezTo>
                        <a:pt x="2648642" y="1562268"/>
                        <a:pt x="2642258" y="1577562"/>
                        <a:pt x="2635343" y="1594097"/>
                      </a:cubicBezTo>
                      <a:cubicBezTo>
                        <a:pt x="2628737" y="1609879"/>
                        <a:pt x="2621955" y="1626148"/>
                        <a:pt x="2619472" y="1644280"/>
                      </a:cubicBezTo>
                      <a:cubicBezTo>
                        <a:pt x="2615704" y="1671854"/>
                        <a:pt x="2626565" y="1694241"/>
                        <a:pt x="2650016" y="1709668"/>
                      </a:cubicBezTo>
                      <a:cubicBezTo>
                        <a:pt x="2648022" y="1709713"/>
                        <a:pt x="2645982" y="1709713"/>
                        <a:pt x="2643854" y="1709757"/>
                      </a:cubicBezTo>
                      <a:cubicBezTo>
                        <a:pt x="2560379" y="1710954"/>
                        <a:pt x="2364835" y="1713747"/>
                        <a:pt x="2215351" y="1744468"/>
                      </a:cubicBezTo>
                      <a:cubicBezTo>
                        <a:pt x="2134669" y="1761048"/>
                        <a:pt x="2005666" y="1772308"/>
                        <a:pt x="1876663" y="1778825"/>
                      </a:cubicBezTo>
                      <a:cubicBezTo>
                        <a:pt x="1895902" y="1760338"/>
                        <a:pt x="1914078" y="1733429"/>
                        <a:pt x="1930436" y="1699206"/>
                      </a:cubicBezTo>
                      <a:cubicBezTo>
                        <a:pt x="1935490" y="1691448"/>
                        <a:pt x="1949631" y="1675267"/>
                        <a:pt x="1985406" y="1661835"/>
                      </a:cubicBezTo>
                      <a:cubicBezTo>
                        <a:pt x="2034436" y="1643393"/>
                        <a:pt x="2082314" y="1620208"/>
                        <a:pt x="2095613" y="1541299"/>
                      </a:cubicBezTo>
                      <a:cubicBezTo>
                        <a:pt x="2108913" y="1462390"/>
                        <a:pt x="2080142" y="1408616"/>
                        <a:pt x="2032575" y="1397179"/>
                      </a:cubicBezTo>
                      <a:cubicBezTo>
                        <a:pt x="1985007" y="1385742"/>
                        <a:pt x="1909866" y="1428876"/>
                        <a:pt x="1885174" y="1494485"/>
                      </a:cubicBezTo>
                      <a:cubicBezTo>
                        <a:pt x="1860482" y="1560096"/>
                        <a:pt x="1891425" y="1613514"/>
                        <a:pt x="1898074" y="1627877"/>
                      </a:cubicBezTo>
                      <a:cubicBezTo>
                        <a:pt x="1904369" y="1641531"/>
                        <a:pt x="1923964" y="1669504"/>
                        <a:pt x="1903749" y="1712727"/>
                      </a:cubicBezTo>
                      <a:cubicBezTo>
                        <a:pt x="1881894" y="1752093"/>
                        <a:pt x="1861147" y="1771111"/>
                        <a:pt x="1846429" y="1780199"/>
                      </a:cubicBezTo>
                      <a:cubicBezTo>
                        <a:pt x="1781174" y="1783125"/>
                        <a:pt x="1716894" y="1784854"/>
                        <a:pt x="1659929" y="1785474"/>
                      </a:cubicBezTo>
                      <a:cubicBezTo>
                        <a:pt x="1676996" y="1767697"/>
                        <a:pt x="1695881" y="1732011"/>
                        <a:pt x="1690473" y="1662810"/>
                      </a:cubicBezTo>
                      <a:cubicBezTo>
                        <a:pt x="1689675" y="1652082"/>
                        <a:pt x="1691492" y="1651018"/>
                        <a:pt x="1693709" y="1647383"/>
                      </a:cubicBezTo>
                      <a:cubicBezTo>
                        <a:pt x="1695970" y="1643615"/>
                        <a:pt x="1698053" y="1637497"/>
                        <a:pt x="1697699" y="1630050"/>
                      </a:cubicBezTo>
                      <a:cubicBezTo>
                        <a:pt x="1697344" y="1622602"/>
                        <a:pt x="1694329" y="1618435"/>
                        <a:pt x="1686837" y="1624907"/>
                      </a:cubicBezTo>
                      <a:cubicBezTo>
                        <a:pt x="1679345" y="1631335"/>
                        <a:pt x="1679478" y="1649334"/>
                        <a:pt x="1680099" y="1652570"/>
                      </a:cubicBezTo>
                      <a:cubicBezTo>
                        <a:pt x="1680542" y="1654786"/>
                        <a:pt x="1681119" y="1658865"/>
                        <a:pt x="1681429" y="1661214"/>
                      </a:cubicBezTo>
                      <a:cubicBezTo>
                        <a:pt x="1686350" y="1719199"/>
                        <a:pt x="1673405" y="1751960"/>
                        <a:pt x="1661436" y="1769338"/>
                      </a:cubicBezTo>
                      <a:cubicBezTo>
                        <a:pt x="1656382" y="1776652"/>
                        <a:pt x="1651062" y="1781928"/>
                        <a:pt x="1646452" y="1785607"/>
                      </a:cubicBezTo>
                      <a:cubicBezTo>
                        <a:pt x="1592368" y="1786006"/>
                        <a:pt x="1545599" y="1785341"/>
                        <a:pt x="1511952" y="1783701"/>
                      </a:cubicBezTo>
                      <a:cubicBezTo>
                        <a:pt x="1504017" y="1783302"/>
                        <a:pt x="1495727" y="1782858"/>
                        <a:pt x="1487392" y="1782415"/>
                      </a:cubicBezTo>
                      <a:cubicBezTo>
                        <a:pt x="1476709" y="1771909"/>
                        <a:pt x="1466734" y="1751428"/>
                        <a:pt x="1458267" y="1730371"/>
                      </a:cubicBezTo>
                      <a:cubicBezTo>
                        <a:pt x="1457646" y="1727932"/>
                        <a:pt x="1448869" y="1693620"/>
                        <a:pt x="1450332" y="1674203"/>
                      </a:cubicBezTo>
                      <a:cubicBezTo>
                        <a:pt x="1451573" y="1657535"/>
                        <a:pt x="1454765" y="1646142"/>
                        <a:pt x="1457336" y="1636965"/>
                      </a:cubicBezTo>
                      <a:cubicBezTo>
                        <a:pt x="1457380" y="1636788"/>
                        <a:pt x="1457425" y="1636655"/>
                        <a:pt x="1457469" y="1636478"/>
                      </a:cubicBezTo>
                      <a:cubicBezTo>
                        <a:pt x="1459021" y="1631911"/>
                        <a:pt x="1461947" y="1620917"/>
                        <a:pt x="1463055" y="1616750"/>
                      </a:cubicBezTo>
                      <a:cubicBezTo>
                        <a:pt x="1464340" y="1611874"/>
                        <a:pt x="1464163" y="1595028"/>
                        <a:pt x="1455607" y="1595206"/>
                      </a:cubicBezTo>
                      <a:cubicBezTo>
                        <a:pt x="1447051" y="1595383"/>
                        <a:pt x="1447849" y="1612849"/>
                        <a:pt x="1451085" y="1619233"/>
                      </a:cubicBezTo>
                      <a:cubicBezTo>
                        <a:pt x="1453524" y="1624021"/>
                        <a:pt x="1452460" y="1629429"/>
                        <a:pt x="1452105" y="1630936"/>
                      </a:cubicBezTo>
                      <a:cubicBezTo>
                        <a:pt x="1451750" y="1632311"/>
                        <a:pt x="1451351" y="1633685"/>
                        <a:pt x="1450952" y="1635192"/>
                      </a:cubicBezTo>
                      <a:cubicBezTo>
                        <a:pt x="1448337" y="1644635"/>
                        <a:pt x="1445056" y="1656382"/>
                        <a:pt x="1443726" y="1673716"/>
                      </a:cubicBezTo>
                      <a:cubicBezTo>
                        <a:pt x="1442973" y="1683912"/>
                        <a:pt x="1444746" y="1697566"/>
                        <a:pt x="1446874" y="1709092"/>
                      </a:cubicBezTo>
                      <a:cubicBezTo>
                        <a:pt x="1446120" y="1707939"/>
                        <a:pt x="1445322" y="1706787"/>
                        <a:pt x="1444569" y="1705634"/>
                      </a:cubicBezTo>
                      <a:cubicBezTo>
                        <a:pt x="1434727" y="1690916"/>
                        <a:pt x="1426171" y="1678193"/>
                        <a:pt x="1426792" y="1640822"/>
                      </a:cubicBezTo>
                      <a:cubicBezTo>
                        <a:pt x="1427102" y="1621006"/>
                        <a:pt x="1432644" y="1609524"/>
                        <a:pt x="1436722" y="1601190"/>
                      </a:cubicBezTo>
                      <a:cubicBezTo>
                        <a:pt x="1437254" y="1600082"/>
                        <a:pt x="1437786" y="1598974"/>
                        <a:pt x="1438274" y="1597954"/>
                      </a:cubicBezTo>
                      <a:cubicBezTo>
                        <a:pt x="1438495" y="1597466"/>
                        <a:pt x="1438673" y="1597023"/>
                        <a:pt x="1438850" y="1596535"/>
                      </a:cubicBezTo>
                      <a:cubicBezTo>
                        <a:pt x="1441776" y="1592457"/>
                        <a:pt x="1446431" y="1584699"/>
                        <a:pt x="1446918" y="1579424"/>
                      </a:cubicBezTo>
                      <a:cubicBezTo>
                        <a:pt x="1447450" y="1573439"/>
                        <a:pt x="1452282" y="1555928"/>
                        <a:pt x="1442397" y="1555840"/>
                      </a:cubicBezTo>
                      <a:cubicBezTo>
                        <a:pt x="1432555" y="1555751"/>
                        <a:pt x="1433663" y="1577961"/>
                        <a:pt x="1434461" y="1582837"/>
                      </a:cubicBezTo>
                      <a:cubicBezTo>
                        <a:pt x="1434949" y="1585719"/>
                        <a:pt x="1434594" y="1588467"/>
                        <a:pt x="1434151" y="1590506"/>
                      </a:cubicBezTo>
                      <a:cubicBezTo>
                        <a:pt x="1433575" y="1592014"/>
                        <a:pt x="1432910" y="1593521"/>
                        <a:pt x="1432156" y="1595161"/>
                      </a:cubicBezTo>
                      <a:cubicBezTo>
                        <a:pt x="1431713" y="1596181"/>
                        <a:pt x="1431181" y="1597201"/>
                        <a:pt x="1430649" y="1598309"/>
                      </a:cubicBezTo>
                      <a:cubicBezTo>
                        <a:pt x="1426304" y="1607219"/>
                        <a:pt x="1420408" y="1619454"/>
                        <a:pt x="1420054" y="1640734"/>
                      </a:cubicBezTo>
                      <a:cubicBezTo>
                        <a:pt x="1419433" y="1680188"/>
                        <a:pt x="1428920" y="1694374"/>
                        <a:pt x="1438939" y="1709358"/>
                      </a:cubicBezTo>
                      <a:cubicBezTo>
                        <a:pt x="1443460" y="1716096"/>
                        <a:pt x="1448115" y="1723012"/>
                        <a:pt x="1451972" y="1732676"/>
                      </a:cubicBezTo>
                      <a:cubicBezTo>
                        <a:pt x="1459686" y="1751915"/>
                        <a:pt x="1466202" y="1770180"/>
                        <a:pt x="1477418" y="1781883"/>
                      </a:cubicBezTo>
                      <a:cubicBezTo>
                        <a:pt x="1438717" y="1779755"/>
                        <a:pt x="1396159" y="1777140"/>
                        <a:pt x="1351695" y="1774392"/>
                      </a:cubicBezTo>
                      <a:cubicBezTo>
                        <a:pt x="1302754" y="1771377"/>
                        <a:pt x="1253192" y="1768318"/>
                        <a:pt x="1207177" y="1765835"/>
                      </a:cubicBezTo>
                      <a:cubicBezTo>
                        <a:pt x="1181021" y="1745798"/>
                        <a:pt x="1118204" y="1685907"/>
                        <a:pt x="1128001" y="1579424"/>
                      </a:cubicBezTo>
                      <a:cubicBezTo>
                        <a:pt x="1136868" y="1483093"/>
                        <a:pt x="1155442" y="1436501"/>
                        <a:pt x="1176898" y="1382550"/>
                      </a:cubicBezTo>
                      <a:cubicBezTo>
                        <a:pt x="1185898" y="1359941"/>
                        <a:pt x="1195207" y="1336579"/>
                        <a:pt x="1204295" y="1308118"/>
                      </a:cubicBezTo>
                      <a:cubicBezTo>
                        <a:pt x="1214668" y="1275579"/>
                        <a:pt x="1225973" y="1240159"/>
                        <a:pt x="1234351" y="1199330"/>
                      </a:cubicBezTo>
                      <a:cubicBezTo>
                        <a:pt x="1241976" y="1182928"/>
                        <a:pt x="1260374" y="1153004"/>
                        <a:pt x="1297922" y="1135538"/>
                      </a:cubicBezTo>
                      <a:cubicBezTo>
                        <a:pt x="1335515" y="1118027"/>
                        <a:pt x="1364374" y="1102245"/>
                        <a:pt x="1385875" y="1087261"/>
                      </a:cubicBezTo>
                      <a:lnTo>
                        <a:pt x="1385963" y="1087261"/>
                      </a:lnTo>
                      <a:cubicBezTo>
                        <a:pt x="1413980" y="1067002"/>
                        <a:pt x="1427413" y="1064032"/>
                        <a:pt x="1440712" y="1056496"/>
                      </a:cubicBezTo>
                      <a:cubicBezTo>
                        <a:pt x="1453967" y="1048959"/>
                        <a:pt x="1484201" y="1033266"/>
                        <a:pt x="1482161" y="987029"/>
                      </a:cubicBezTo>
                      <a:cubicBezTo>
                        <a:pt x="1480122" y="940792"/>
                        <a:pt x="1439781" y="937112"/>
                        <a:pt x="1408084" y="959012"/>
                      </a:cubicBezTo>
                      <a:cubicBezTo>
                        <a:pt x="1376388" y="980956"/>
                        <a:pt x="1375102" y="1007865"/>
                        <a:pt x="1380821" y="1041734"/>
                      </a:cubicBezTo>
                      <a:cubicBezTo>
                        <a:pt x="1385343" y="1068642"/>
                        <a:pt x="1370270" y="1081587"/>
                        <a:pt x="1363886" y="1085798"/>
                      </a:cubicBezTo>
                      <a:cubicBezTo>
                        <a:pt x="1363221" y="1086242"/>
                        <a:pt x="1362468" y="1086641"/>
                        <a:pt x="1361803" y="1087084"/>
                      </a:cubicBezTo>
                      <a:cubicBezTo>
                        <a:pt x="1361404" y="1087306"/>
                        <a:pt x="1361138" y="1087439"/>
                        <a:pt x="1361138" y="1087439"/>
                      </a:cubicBezTo>
                      <a:lnTo>
                        <a:pt x="1361227" y="1087439"/>
                      </a:lnTo>
                      <a:cubicBezTo>
                        <a:pt x="1338662" y="1101270"/>
                        <a:pt x="1313571" y="1113594"/>
                        <a:pt x="1292336" y="1123480"/>
                      </a:cubicBezTo>
                      <a:cubicBezTo>
                        <a:pt x="1268797" y="1134430"/>
                        <a:pt x="1252128" y="1149635"/>
                        <a:pt x="1240602" y="1164087"/>
                      </a:cubicBezTo>
                      <a:cubicBezTo>
                        <a:pt x="1248670" y="1108895"/>
                        <a:pt x="1250488" y="1043994"/>
                        <a:pt x="1238474" y="964376"/>
                      </a:cubicBezTo>
                      <a:cubicBezTo>
                        <a:pt x="1236834" y="936448"/>
                        <a:pt x="1239316" y="905992"/>
                        <a:pt x="1243528" y="896328"/>
                      </a:cubicBezTo>
                      <a:cubicBezTo>
                        <a:pt x="1248670" y="884536"/>
                        <a:pt x="1265649" y="839584"/>
                        <a:pt x="1238385" y="800130"/>
                      </a:cubicBezTo>
                      <a:cubicBezTo>
                        <a:pt x="1207797" y="755887"/>
                        <a:pt x="1160274" y="775437"/>
                        <a:pt x="1150300" y="815956"/>
                      </a:cubicBezTo>
                      <a:cubicBezTo>
                        <a:pt x="1140325" y="856474"/>
                        <a:pt x="1164308" y="889279"/>
                        <a:pt x="1192326" y="912509"/>
                      </a:cubicBezTo>
                      <a:cubicBezTo>
                        <a:pt x="1209526" y="926739"/>
                        <a:pt x="1217373" y="950545"/>
                        <a:pt x="1220919" y="966814"/>
                      </a:cubicBezTo>
                      <a:cubicBezTo>
                        <a:pt x="1240602" y="1097546"/>
                        <a:pt x="1222116" y="1187715"/>
                        <a:pt x="1200527" y="1260684"/>
                      </a:cubicBezTo>
                      <a:cubicBezTo>
                        <a:pt x="1198576" y="1234351"/>
                        <a:pt x="1191705" y="1209792"/>
                        <a:pt x="1180090" y="1188646"/>
                      </a:cubicBezTo>
                      <a:cubicBezTo>
                        <a:pt x="1163954" y="1159255"/>
                        <a:pt x="1145512" y="1134341"/>
                        <a:pt x="1129243" y="1112353"/>
                      </a:cubicBezTo>
                      <a:cubicBezTo>
                        <a:pt x="1125297" y="1107033"/>
                        <a:pt x="1121485" y="1101890"/>
                        <a:pt x="1117850" y="1096837"/>
                      </a:cubicBezTo>
                      <a:cubicBezTo>
                        <a:pt x="1117717" y="1096659"/>
                        <a:pt x="1117672" y="1096527"/>
                        <a:pt x="1117539" y="1096349"/>
                      </a:cubicBezTo>
                      <a:cubicBezTo>
                        <a:pt x="1092980" y="1060441"/>
                        <a:pt x="1089256" y="1026306"/>
                        <a:pt x="1089832" y="1013450"/>
                      </a:cubicBezTo>
                      <a:cubicBezTo>
                        <a:pt x="1090409" y="1000594"/>
                        <a:pt x="1090054" y="952539"/>
                        <a:pt x="1050422" y="925542"/>
                      </a:cubicBezTo>
                      <a:cubicBezTo>
                        <a:pt x="1005958" y="895264"/>
                        <a:pt x="968632" y="930596"/>
                        <a:pt x="973951" y="972001"/>
                      </a:cubicBezTo>
                      <a:cubicBezTo>
                        <a:pt x="979227" y="1013406"/>
                        <a:pt x="1014159" y="1033355"/>
                        <a:pt x="1047895" y="1047009"/>
                      </a:cubicBezTo>
                      <a:cubicBezTo>
                        <a:pt x="1078484" y="1059377"/>
                        <a:pt x="1110358" y="1109693"/>
                        <a:pt x="1110358" y="1109693"/>
                      </a:cubicBezTo>
                      <a:cubicBezTo>
                        <a:pt x="1110358" y="1109693"/>
                        <a:pt x="1110624" y="1109826"/>
                        <a:pt x="1110978" y="1110003"/>
                      </a:cubicBezTo>
                      <a:cubicBezTo>
                        <a:pt x="1113461" y="1113417"/>
                        <a:pt x="1115988" y="1116830"/>
                        <a:pt x="1118559" y="1120288"/>
                      </a:cubicBezTo>
                      <a:cubicBezTo>
                        <a:pt x="1135360" y="1142985"/>
                        <a:pt x="1152738" y="1166481"/>
                        <a:pt x="1168476" y="1195074"/>
                      </a:cubicBezTo>
                      <a:cubicBezTo>
                        <a:pt x="1185898" y="1226815"/>
                        <a:pt x="1191749" y="1267112"/>
                        <a:pt x="1185277" y="1309404"/>
                      </a:cubicBezTo>
                      <a:cubicBezTo>
                        <a:pt x="1177076" y="1334318"/>
                        <a:pt x="1168653" y="1355464"/>
                        <a:pt x="1160496" y="1375989"/>
                      </a:cubicBezTo>
                      <a:cubicBezTo>
                        <a:pt x="1139439" y="1428920"/>
                        <a:pt x="1119534" y="1478926"/>
                        <a:pt x="1110446" y="1577784"/>
                      </a:cubicBezTo>
                      <a:cubicBezTo>
                        <a:pt x="1101757" y="1671765"/>
                        <a:pt x="1146975" y="1733252"/>
                        <a:pt x="1179071" y="1764373"/>
                      </a:cubicBezTo>
                      <a:cubicBezTo>
                        <a:pt x="1114525" y="1761137"/>
                        <a:pt x="1059333" y="1759363"/>
                        <a:pt x="1026262" y="1760870"/>
                      </a:cubicBezTo>
                      <a:cubicBezTo>
                        <a:pt x="897170" y="1766944"/>
                        <a:pt x="803632" y="1739015"/>
                        <a:pt x="617264" y="1683468"/>
                      </a:cubicBezTo>
                      <a:lnTo>
                        <a:pt x="603300" y="1679301"/>
                      </a:lnTo>
                      <a:cubicBezTo>
                        <a:pt x="570274" y="1669460"/>
                        <a:pt x="528115" y="1662677"/>
                        <a:pt x="481523" y="1658156"/>
                      </a:cubicBezTo>
                      <a:cubicBezTo>
                        <a:pt x="381202" y="1600392"/>
                        <a:pt x="394324" y="1550210"/>
                        <a:pt x="403678" y="1473428"/>
                      </a:cubicBezTo>
                      <a:cubicBezTo>
                        <a:pt x="408864" y="1430738"/>
                        <a:pt x="433246" y="1373861"/>
                        <a:pt x="454747" y="1323678"/>
                      </a:cubicBezTo>
                      <a:cubicBezTo>
                        <a:pt x="472391" y="1282495"/>
                        <a:pt x="489059" y="1243572"/>
                        <a:pt x="493803" y="1216131"/>
                      </a:cubicBezTo>
                      <a:cubicBezTo>
                        <a:pt x="501162" y="1173485"/>
                        <a:pt x="498147" y="1131991"/>
                        <a:pt x="495531" y="1110313"/>
                      </a:cubicBezTo>
                      <a:cubicBezTo>
                        <a:pt x="490877" y="1070549"/>
                        <a:pt x="493980" y="1046034"/>
                        <a:pt x="495664" y="1037034"/>
                      </a:cubicBezTo>
                      <a:cubicBezTo>
                        <a:pt x="499300" y="1025597"/>
                        <a:pt x="504974" y="1014204"/>
                        <a:pt x="511845" y="1003032"/>
                      </a:cubicBezTo>
                      <a:cubicBezTo>
                        <a:pt x="519116" y="992482"/>
                        <a:pt x="538134" y="978340"/>
                        <a:pt x="563801" y="964642"/>
                      </a:cubicBezTo>
                      <a:cubicBezTo>
                        <a:pt x="586765" y="952407"/>
                        <a:pt x="605339" y="930152"/>
                        <a:pt x="611147" y="907987"/>
                      </a:cubicBezTo>
                      <a:cubicBezTo>
                        <a:pt x="615447" y="891584"/>
                        <a:pt x="612344" y="874517"/>
                        <a:pt x="611989" y="859533"/>
                      </a:cubicBezTo>
                      <a:cubicBezTo>
                        <a:pt x="612166" y="857272"/>
                        <a:pt x="612743" y="853815"/>
                        <a:pt x="614649" y="850490"/>
                      </a:cubicBezTo>
                      <a:cubicBezTo>
                        <a:pt x="617841" y="844860"/>
                        <a:pt x="619481" y="834132"/>
                        <a:pt x="609728" y="840737"/>
                      </a:cubicBezTo>
                      <a:cubicBezTo>
                        <a:pt x="599975" y="847342"/>
                        <a:pt x="595276" y="848672"/>
                        <a:pt x="598246" y="853283"/>
                      </a:cubicBezTo>
                      <a:cubicBezTo>
                        <a:pt x="600862" y="857361"/>
                        <a:pt x="604586" y="854391"/>
                        <a:pt x="605384" y="862902"/>
                      </a:cubicBezTo>
                      <a:cubicBezTo>
                        <a:pt x="605650" y="878374"/>
                        <a:pt x="608487" y="891939"/>
                        <a:pt x="604719" y="906347"/>
                      </a:cubicBezTo>
                      <a:cubicBezTo>
                        <a:pt x="599355" y="926783"/>
                        <a:pt x="582066" y="947397"/>
                        <a:pt x="560654" y="958790"/>
                      </a:cubicBezTo>
                      <a:cubicBezTo>
                        <a:pt x="553339" y="962691"/>
                        <a:pt x="540616" y="969873"/>
                        <a:pt x="528913" y="978296"/>
                      </a:cubicBezTo>
                      <a:cubicBezTo>
                        <a:pt x="533745" y="971868"/>
                        <a:pt x="538754" y="965484"/>
                        <a:pt x="543808" y="959189"/>
                      </a:cubicBezTo>
                      <a:cubicBezTo>
                        <a:pt x="559191" y="940038"/>
                        <a:pt x="569121" y="933965"/>
                        <a:pt x="568456" y="923237"/>
                      </a:cubicBezTo>
                      <a:cubicBezTo>
                        <a:pt x="568456" y="923237"/>
                        <a:pt x="568500" y="923192"/>
                        <a:pt x="568500" y="923192"/>
                      </a:cubicBezTo>
                      <a:cubicBezTo>
                        <a:pt x="568500" y="923192"/>
                        <a:pt x="568456" y="922971"/>
                        <a:pt x="568412" y="922616"/>
                      </a:cubicBezTo>
                      <a:cubicBezTo>
                        <a:pt x="568323" y="921286"/>
                        <a:pt x="568146" y="920001"/>
                        <a:pt x="567968" y="918848"/>
                      </a:cubicBezTo>
                      <a:cubicBezTo>
                        <a:pt x="567791" y="916897"/>
                        <a:pt x="567702" y="914770"/>
                        <a:pt x="568013" y="913573"/>
                      </a:cubicBezTo>
                      <a:cubicBezTo>
                        <a:pt x="568678" y="911001"/>
                        <a:pt x="572091" y="899209"/>
                        <a:pt x="564599" y="903908"/>
                      </a:cubicBezTo>
                      <a:cubicBezTo>
                        <a:pt x="557107" y="908608"/>
                        <a:pt x="544517" y="915479"/>
                        <a:pt x="550724" y="918626"/>
                      </a:cubicBezTo>
                      <a:cubicBezTo>
                        <a:pt x="553694" y="920089"/>
                        <a:pt x="561984" y="917208"/>
                        <a:pt x="561939" y="924744"/>
                      </a:cubicBezTo>
                      <a:cubicBezTo>
                        <a:pt x="561939" y="924877"/>
                        <a:pt x="561939" y="925010"/>
                        <a:pt x="561939" y="925143"/>
                      </a:cubicBezTo>
                      <a:cubicBezTo>
                        <a:pt x="562117" y="934319"/>
                        <a:pt x="552098" y="938265"/>
                        <a:pt x="538621" y="955066"/>
                      </a:cubicBezTo>
                      <a:cubicBezTo>
                        <a:pt x="526785" y="969784"/>
                        <a:pt x="515081" y="984945"/>
                        <a:pt x="505639" y="1000506"/>
                      </a:cubicBezTo>
                      <a:cubicBezTo>
                        <a:pt x="505284" y="1001082"/>
                        <a:pt x="504885" y="1001614"/>
                        <a:pt x="504575" y="1002190"/>
                      </a:cubicBezTo>
                      <a:lnTo>
                        <a:pt x="504619" y="1002235"/>
                      </a:lnTo>
                      <a:cubicBezTo>
                        <a:pt x="500585" y="1009017"/>
                        <a:pt x="496950" y="1015844"/>
                        <a:pt x="493980" y="1022760"/>
                      </a:cubicBezTo>
                      <a:cubicBezTo>
                        <a:pt x="490522" y="1008397"/>
                        <a:pt x="481168" y="994211"/>
                        <a:pt x="471327" y="984635"/>
                      </a:cubicBezTo>
                      <a:cubicBezTo>
                        <a:pt x="464012" y="977542"/>
                        <a:pt x="459801" y="970272"/>
                        <a:pt x="457540" y="965573"/>
                      </a:cubicBezTo>
                      <a:cubicBezTo>
                        <a:pt x="457008" y="964066"/>
                        <a:pt x="456698" y="962248"/>
                        <a:pt x="457629" y="961007"/>
                      </a:cubicBezTo>
                      <a:cubicBezTo>
                        <a:pt x="459579" y="958303"/>
                        <a:pt x="463214" y="954268"/>
                        <a:pt x="454658" y="952939"/>
                      </a:cubicBezTo>
                      <a:cubicBezTo>
                        <a:pt x="446102" y="951609"/>
                        <a:pt x="437236" y="952318"/>
                        <a:pt x="442911" y="959101"/>
                      </a:cubicBezTo>
                      <a:cubicBezTo>
                        <a:pt x="445526" y="962204"/>
                        <a:pt x="447831" y="962337"/>
                        <a:pt x="451954" y="969385"/>
                      </a:cubicBezTo>
                      <a:cubicBezTo>
                        <a:pt x="454525" y="974661"/>
                        <a:pt x="459091" y="982064"/>
                        <a:pt x="466628" y="989423"/>
                      </a:cubicBezTo>
                      <a:cubicBezTo>
                        <a:pt x="478907" y="1001348"/>
                        <a:pt x="490389" y="1020809"/>
                        <a:pt x="488483" y="1037522"/>
                      </a:cubicBezTo>
                      <a:lnTo>
                        <a:pt x="488527" y="1037522"/>
                      </a:lnTo>
                      <a:cubicBezTo>
                        <a:pt x="487508" y="1041068"/>
                        <a:pt x="486621" y="1044615"/>
                        <a:pt x="486000" y="1048206"/>
                      </a:cubicBezTo>
                      <a:cubicBezTo>
                        <a:pt x="482587" y="1064165"/>
                        <a:pt x="483207" y="1085444"/>
                        <a:pt x="482099" y="1082518"/>
                      </a:cubicBezTo>
                      <a:cubicBezTo>
                        <a:pt x="473455" y="1060042"/>
                        <a:pt x="449560" y="1039428"/>
                        <a:pt x="445260" y="1035837"/>
                      </a:cubicBezTo>
                      <a:cubicBezTo>
                        <a:pt x="442068" y="1032690"/>
                        <a:pt x="438832" y="1029587"/>
                        <a:pt x="435552" y="1026484"/>
                      </a:cubicBezTo>
                      <a:cubicBezTo>
                        <a:pt x="427882" y="1019213"/>
                        <a:pt x="419947" y="1011677"/>
                        <a:pt x="412145" y="1002900"/>
                      </a:cubicBezTo>
                      <a:cubicBezTo>
                        <a:pt x="410327" y="1000860"/>
                        <a:pt x="408643" y="998821"/>
                        <a:pt x="407003" y="996738"/>
                      </a:cubicBezTo>
                      <a:cubicBezTo>
                        <a:pt x="405806" y="986320"/>
                        <a:pt x="408377" y="979448"/>
                        <a:pt x="411569" y="976478"/>
                      </a:cubicBezTo>
                      <a:cubicBezTo>
                        <a:pt x="415514" y="972799"/>
                        <a:pt x="418617" y="967656"/>
                        <a:pt x="421543" y="962824"/>
                      </a:cubicBezTo>
                      <a:cubicBezTo>
                        <a:pt x="427882" y="954490"/>
                        <a:pt x="429124" y="959455"/>
                        <a:pt x="431473" y="955288"/>
                      </a:cubicBezTo>
                      <a:cubicBezTo>
                        <a:pt x="433867" y="951032"/>
                        <a:pt x="424425" y="945624"/>
                        <a:pt x="417154" y="943806"/>
                      </a:cubicBezTo>
                      <a:cubicBezTo>
                        <a:pt x="409884" y="941945"/>
                        <a:pt x="413918" y="948461"/>
                        <a:pt x="416223" y="952141"/>
                      </a:cubicBezTo>
                      <a:cubicBezTo>
                        <a:pt x="417731" y="954490"/>
                        <a:pt x="416888" y="957283"/>
                        <a:pt x="416046" y="959012"/>
                      </a:cubicBezTo>
                      <a:cubicBezTo>
                        <a:pt x="413519" y="963268"/>
                        <a:pt x="410150" y="967789"/>
                        <a:pt x="406515" y="970582"/>
                      </a:cubicBezTo>
                      <a:cubicBezTo>
                        <a:pt x="401949" y="974040"/>
                        <a:pt x="400264" y="980379"/>
                        <a:pt x="399954" y="987029"/>
                      </a:cubicBezTo>
                      <a:cubicBezTo>
                        <a:pt x="395344" y="980025"/>
                        <a:pt x="391487" y="972887"/>
                        <a:pt x="388295" y="965839"/>
                      </a:cubicBezTo>
                      <a:lnTo>
                        <a:pt x="388339" y="965795"/>
                      </a:lnTo>
                      <a:cubicBezTo>
                        <a:pt x="387896" y="964730"/>
                        <a:pt x="387408" y="963755"/>
                        <a:pt x="386921" y="962736"/>
                      </a:cubicBezTo>
                      <a:cubicBezTo>
                        <a:pt x="378586" y="943186"/>
                        <a:pt x="373134" y="926163"/>
                        <a:pt x="371715" y="914371"/>
                      </a:cubicBezTo>
                      <a:cubicBezTo>
                        <a:pt x="371538" y="907411"/>
                        <a:pt x="373089" y="907854"/>
                        <a:pt x="375084" y="905371"/>
                      </a:cubicBezTo>
                      <a:cubicBezTo>
                        <a:pt x="377124" y="902845"/>
                        <a:pt x="373134" y="898190"/>
                        <a:pt x="364533" y="891186"/>
                      </a:cubicBezTo>
                      <a:cubicBezTo>
                        <a:pt x="355933" y="884181"/>
                        <a:pt x="358771" y="899608"/>
                        <a:pt x="361785" y="903465"/>
                      </a:cubicBezTo>
                      <a:cubicBezTo>
                        <a:pt x="363425" y="905549"/>
                        <a:pt x="364179" y="908208"/>
                        <a:pt x="364578" y="910248"/>
                      </a:cubicBezTo>
                      <a:cubicBezTo>
                        <a:pt x="365198" y="917651"/>
                        <a:pt x="368656" y="927493"/>
                        <a:pt x="372158" y="940614"/>
                      </a:cubicBezTo>
                      <a:cubicBezTo>
                        <a:pt x="370119" y="938309"/>
                        <a:pt x="368036" y="936048"/>
                        <a:pt x="365908" y="933788"/>
                      </a:cubicBezTo>
                      <a:cubicBezTo>
                        <a:pt x="359214" y="926606"/>
                        <a:pt x="352254" y="919203"/>
                        <a:pt x="345826" y="907677"/>
                      </a:cubicBezTo>
                      <a:cubicBezTo>
                        <a:pt x="338068" y="893757"/>
                        <a:pt x="332394" y="881344"/>
                        <a:pt x="332261" y="871192"/>
                      </a:cubicBezTo>
                      <a:cubicBezTo>
                        <a:pt x="333103" y="860686"/>
                        <a:pt x="336383" y="863479"/>
                        <a:pt x="338644" y="862060"/>
                      </a:cubicBezTo>
                      <a:cubicBezTo>
                        <a:pt x="340994" y="860597"/>
                        <a:pt x="337403" y="855189"/>
                        <a:pt x="331596" y="848007"/>
                      </a:cubicBezTo>
                      <a:cubicBezTo>
                        <a:pt x="325744" y="840826"/>
                        <a:pt x="323971" y="848273"/>
                        <a:pt x="324857" y="852263"/>
                      </a:cubicBezTo>
                      <a:cubicBezTo>
                        <a:pt x="325744" y="856253"/>
                        <a:pt x="325611" y="863434"/>
                        <a:pt x="325655" y="865651"/>
                      </a:cubicBezTo>
                      <a:cubicBezTo>
                        <a:pt x="325655" y="865651"/>
                        <a:pt x="325700" y="865740"/>
                        <a:pt x="325700" y="865784"/>
                      </a:cubicBezTo>
                      <a:cubicBezTo>
                        <a:pt x="325168" y="876379"/>
                        <a:pt x="330000" y="892959"/>
                        <a:pt x="340063" y="910957"/>
                      </a:cubicBezTo>
                      <a:cubicBezTo>
                        <a:pt x="346890" y="923192"/>
                        <a:pt x="354116" y="930906"/>
                        <a:pt x="361076" y="938398"/>
                      </a:cubicBezTo>
                      <a:cubicBezTo>
                        <a:pt x="367858" y="945668"/>
                        <a:pt x="374331" y="952584"/>
                        <a:pt x="379783" y="963268"/>
                      </a:cubicBezTo>
                      <a:cubicBezTo>
                        <a:pt x="385812" y="977897"/>
                        <a:pt x="394546" y="993280"/>
                        <a:pt x="407180" y="1007421"/>
                      </a:cubicBezTo>
                      <a:cubicBezTo>
                        <a:pt x="415204" y="1016376"/>
                        <a:pt x="423228" y="1024001"/>
                        <a:pt x="430986" y="1031360"/>
                      </a:cubicBezTo>
                      <a:cubicBezTo>
                        <a:pt x="443930" y="1043640"/>
                        <a:pt x="455855" y="1054989"/>
                        <a:pt x="465564" y="1070371"/>
                      </a:cubicBezTo>
                      <a:cubicBezTo>
                        <a:pt x="473144" y="1085444"/>
                        <a:pt x="476425" y="1101935"/>
                        <a:pt x="477710" y="1110845"/>
                      </a:cubicBezTo>
                      <a:cubicBezTo>
                        <a:pt x="480193" y="1130927"/>
                        <a:pt x="483473" y="1172022"/>
                        <a:pt x="476381" y="1213250"/>
                      </a:cubicBezTo>
                      <a:cubicBezTo>
                        <a:pt x="471992" y="1238652"/>
                        <a:pt x="455722" y="1276599"/>
                        <a:pt x="438478" y="1316807"/>
                      </a:cubicBezTo>
                      <a:cubicBezTo>
                        <a:pt x="416534" y="1368098"/>
                        <a:pt x="391620" y="1426172"/>
                        <a:pt x="386123" y="1471434"/>
                      </a:cubicBezTo>
                      <a:cubicBezTo>
                        <a:pt x="377921" y="1538816"/>
                        <a:pt x="364533" y="1591659"/>
                        <a:pt x="445482" y="1655274"/>
                      </a:cubicBezTo>
                      <a:cubicBezTo>
                        <a:pt x="254548" y="1641709"/>
                        <a:pt x="13344" y="1659175"/>
                        <a:pt x="0" y="1660195"/>
                      </a:cubicBezTo>
                      <a:lnTo>
                        <a:pt x="177" y="1687857"/>
                      </a:lnTo>
                      <a:cubicBezTo>
                        <a:pt x="4433" y="1687547"/>
                        <a:pt x="429168" y="1655318"/>
                        <a:pt x="595764" y="1704925"/>
                      </a:cubicBezTo>
                      <a:lnTo>
                        <a:pt x="609728" y="1709092"/>
                      </a:lnTo>
                      <a:cubicBezTo>
                        <a:pt x="798977" y="1765481"/>
                        <a:pt x="893934" y="1793764"/>
                        <a:pt x="1027592" y="1787558"/>
                      </a:cubicBezTo>
                      <a:cubicBezTo>
                        <a:pt x="1086641" y="1784809"/>
                        <a:pt x="1220653" y="1793055"/>
                        <a:pt x="1350232" y="1801034"/>
                      </a:cubicBezTo>
                      <a:cubicBezTo>
                        <a:pt x="1408439" y="1804625"/>
                        <a:pt x="1463454" y="1807994"/>
                        <a:pt x="1510799" y="1810344"/>
                      </a:cubicBezTo>
                      <a:cubicBezTo>
                        <a:pt x="1538816" y="1811718"/>
                        <a:pt x="1576276" y="1812472"/>
                        <a:pt x="1619765" y="1812472"/>
                      </a:cubicBezTo>
                      <a:cubicBezTo>
                        <a:pt x="1797798" y="1812472"/>
                        <a:pt x="2076595" y="1800192"/>
                        <a:pt x="2220848" y="1770579"/>
                      </a:cubicBezTo>
                      <a:cubicBezTo>
                        <a:pt x="2367894" y="1740389"/>
                        <a:pt x="2561665" y="1737597"/>
                        <a:pt x="2644386" y="1736400"/>
                      </a:cubicBezTo>
                      <a:cubicBezTo>
                        <a:pt x="2656976" y="1736222"/>
                        <a:pt x="2667172" y="1736089"/>
                        <a:pt x="2674443" y="1735868"/>
                      </a:cubicBezTo>
                      <a:cubicBezTo>
                        <a:pt x="2725423" y="1734493"/>
                        <a:pt x="2880626" y="1730282"/>
                        <a:pt x="3000320" y="1589841"/>
                      </a:cubicBezTo>
                      <a:cubicBezTo>
                        <a:pt x="3065486" y="1513371"/>
                        <a:pt x="3172944" y="1435215"/>
                        <a:pt x="3267768" y="1366192"/>
                      </a:cubicBezTo>
                      <a:cubicBezTo>
                        <a:pt x="3336038" y="1316541"/>
                        <a:pt x="3394954" y="1273629"/>
                        <a:pt x="3422705" y="1241932"/>
                      </a:cubicBezTo>
                      <a:cubicBezTo>
                        <a:pt x="3433167" y="1229963"/>
                        <a:pt x="3443851" y="1217461"/>
                        <a:pt x="3454845" y="1204606"/>
                      </a:cubicBezTo>
                      <a:cubicBezTo>
                        <a:pt x="3510259" y="1139794"/>
                        <a:pt x="3594088" y="1056584"/>
                        <a:pt x="3666880" y="1007997"/>
                      </a:cubicBezTo>
                      <a:lnTo>
                        <a:pt x="3667013" y="979892"/>
                      </a:lnTo>
                      <a:close/>
                    </a:path>
                  </a:pathLst>
                </a:custGeom>
                <a:solidFill>
                  <a:srgbClr val="F7B531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6955" name="Graphique 2">
                  <a:extLst>
                    <a:ext uri="{FF2B5EF4-FFF2-40B4-BE49-F238E27FC236}">
                      <a16:creationId xmlns:a16="http://schemas.microsoft.com/office/drawing/2014/main" id="{98A566B4-05FF-497E-8810-DE2DF6BF421A}"/>
                    </a:ext>
                  </a:extLst>
                </p:cNvPr>
                <p:cNvGrpSpPr/>
                <p:nvPr/>
              </p:nvGrpSpPr>
              <p:grpSpPr>
                <a:xfrm>
                  <a:off x="4214815" y="2802913"/>
                  <a:ext cx="3667278" cy="1787468"/>
                  <a:chOff x="4214815" y="2802913"/>
                  <a:chExt cx="3667278" cy="1787468"/>
                </a:xfrm>
                <a:solidFill>
                  <a:srgbClr val="EDA629"/>
                </a:solidFill>
              </p:grpSpPr>
              <p:sp>
                <p:nvSpPr>
                  <p:cNvPr id="27329" name="Forme libre : forme 27328">
                    <a:extLst>
                      <a:ext uri="{FF2B5EF4-FFF2-40B4-BE49-F238E27FC236}">
                        <a16:creationId xmlns:a16="http://schemas.microsoft.com/office/drawing/2014/main" id="{96A3F7C4-7E4F-4440-A5AB-1E4F70AAC49D}"/>
                      </a:ext>
                    </a:extLst>
                  </p:cNvPr>
                  <p:cNvSpPr/>
                  <p:nvPr/>
                </p:nvSpPr>
                <p:spPr>
                  <a:xfrm>
                    <a:off x="7614900" y="2984182"/>
                    <a:ext cx="38756" cy="82012"/>
                  </a:xfrm>
                  <a:custGeom>
                    <a:avLst/>
                    <a:gdLst>
                      <a:gd name="connsiteX0" fmla="*/ 9897 w 38756"/>
                      <a:gd name="connsiteY0" fmla="*/ 32583 h 82012"/>
                      <a:gd name="connsiteX1" fmla="*/ 15748 w 38756"/>
                      <a:gd name="connsiteY1" fmla="*/ 48498 h 82012"/>
                      <a:gd name="connsiteX2" fmla="*/ 17876 w 38756"/>
                      <a:gd name="connsiteY2" fmla="*/ 56522 h 82012"/>
                      <a:gd name="connsiteX3" fmla="*/ 20093 w 38756"/>
                      <a:gd name="connsiteY3" fmla="*/ 65167 h 82012"/>
                      <a:gd name="connsiteX4" fmla="*/ 28605 w 38756"/>
                      <a:gd name="connsiteY4" fmla="*/ 79619 h 82012"/>
                      <a:gd name="connsiteX5" fmla="*/ 38756 w 38756"/>
                      <a:gd name="connsiteY5" fmla="*/ 82012 h 82012"/>
                      <a:gd name="connsiteX6" fmla="*/ 36761 w 38756"/>
                      <a:gd name="connsiteY6" fmla="*/ 79397 h 82012"/>
                      <a:gd name="connsiteX7" fmla="*/ 25014 w 38756"/>
                      <a:gd name="connsiteY7" fmla="*/ 63216 h 82012"/>
                      <a:gd name="connsiteX8" fmla="*/ 22531 w 38756"/>
                      <a:gd name="connsiteY8" fmla="*/ 55458 h 82012"/>
                      <a:gd name="connsiteX9" fmla="*/ 19605 w 38756"/>
                      <a:gd name="connsiteY9" fmla="*/ 47168 h 82012"/>
                      <a:gd name="connsiteX10" fmla="*/ 12379 w 38756"/>
                      <a:gd name="connsiteY10" fmla="*/ 31520 h 82012"/>
                      <a:gd name="connsiteX11" fmla="*/ 4932 w 38756"/>
                      <a:gd name="connsiteY11" fmla="*/ 16181 h 82012"/>
                      <a:gd name="connsiteX12" fmla="*/ 11 w 38756"/>
                      <a:gd name="connsiteY12" fmla="*/ 0 h 82012"/>
                      <a:gd name="connsiteX13" fmla="*/ 3646 w 38756"/>
                      <a:gd name="connsiteY13" fmla="*/ 16713 h 82012"/>
                      <a:gd name="connsiteX14" fmla="*/ 9897 w 38756"/>
                      <a:gd name="connsiteY14" fmla="*/ 32583 h 82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8756" h="82012">
                        <a:moveTo>
                          <a:pt x="9897" y="32583"/>
                        </a:moveTo>
                        <a:cubicBezTo>
                          <a:pt x="11980" y="37859"/>
                          <a:pt x="14064" y="43179"/>
                          <a:pt x="15748" y="48498"/>
                        </a:cubicBezTo>
                        <a:cubicBezTo>
                          <a:pt x="16591" y="51158"/>
                          <a:pt x="17344" y="53862"/>
                          <a:pt x="17876" y="56522"/>
                        </a:cubicBezTo>
                        <a:cubicBezTo>
                          <a:pt x="18275" y="59049"/>
                          <a:pt x="19029" y="62418"/>
                          <a:pt x="20093" y="65167"/>
                        </a:cubicBezTo>
                        <a:cubicBezTo>
                          <a:pt x="22176" y="70486"/>
                          <a:pt x="25147" y="75230"/>
                          <a:pt x="28605" y="79619"/>
                        </a:cubicBezTo>
                        <a:cubicBezTo>
                          <a:pt x="32018" y="80195"/>
                          <a:pt x="35431" y="80948"/>
                          <a:pt x="38756" y="82012"/>
                        </a:cubicBezTo>
                        <a:cubicBezTo>
                          <a:pt x="38091" y="81170"/>
                          <a:pt x="37426" y="80284"/>
                          <a:pt x="36761" y="79397"/>
                        </a:cubicBezTo>
                        <a:cubicBezTo>
                          <a:pt x="31929" y="74565"/>
                          <a:pt x="27762" y="69245"/>
                          <a:pt x="25014" y="63216"/>
                        </a:cubicBezTo>
                        <a:cubicBezTo>
                          <a:pt x="23905" y="60689"/>
                          <a:pt x="23329" y="58473"/>
                          <a:pt x="22531" y="55458"/>
                        </a:cubicBezTo>
                        <a:cubicBezTo>
                          <a:pt x="21689" y="52621"/>
                          <a:pt x="20713" y="49872"/>
                          <a:pt x="19605" y="47168"/>
                        </a:cubicBezTo>
                        <a:cubicBezTo>
                          <a:pt x="17433" y="41804"/>
                          <a:pt x="14906" y="36617"/>
                          <a:pt x="12379" y="31520"/>
                        </a:cubicBezTo>
                        <a:cubicBezTo>
                          <a:pt x="9852" y="26421"/>
                          <a:pt x="7281" y="21323"/>
                          <a:pt x="4932" y="16181"/>
                        </a:cubicBezTo>
                        <a:cubicBezTo>
                          <a:pt x="2715" y="10994"/>
                          <a:pt x="277" y="5719"/>
                          <a:pt x="11" y="0"/>
                        </a:cubicBezTo>
                        <a:cubicBezTo>
                          <a:pt x="-166" y="5763"/>
                          <a:pt x="1828" y="11305"/>
                          <a:pt x="3646" y="16713"/>
                        </a:cubicBezTo>
                        <a:cubicBezTo>
                          <a:pt x="5641" y="22033"/>
                          <a:pt x="7813" y="27308"/>
                          <a:pt x="9897" y="32583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30" name="Forme libre : forme 27329">
                    <a:extLst>
                      <a:ext uri="{FF2B5EF4-FFF2-40B4-BE49-F238E27FC236}">
                        <a16:creationId xmlns:a16="http://schemas.microsoft.com/office/drawing/2014/main" id="{7DB450E5-D32B-4C50-9781-D87965E6DE03}"/>
                      </a:ext>
                    </a:extLst>
                  </p:cNvPr>
                  <p:cNvSpPr/>
                  <p:nvPr/>
                </p:nvSpPr>
                <p:spPr>
                  <a:xfrm>
                    <a:off x="7702864" y="2971504"/>
                    <a:ext cx="96539" cy="170984"/>
                  </a:xfrm>
                  <a:custGeom>
                    <a:avLst/>
                    <a:gdLst>
                      <a:gd name="connsiteX0" fmla="*/ 10861 w 96539"/>
                      <a:gd name="connsiteY0" fmla="*/ 17245 h 170984"/>
                      <a:gd name="connsiteX1" fmla="*/ 29746 w 96539"/>
                      <a:gd name="connsiteY1" fmla="*/ 24826 h 170984"/>
                      <a:gd name="connsiteX2" fmla="*/ 47700 w 96539"/>
                      <a:gd name="connsiteY2" fmla="*/ 30367 h 170984"/>
                      <a:gd name="connsiteX3" fmla="*/ 56345 w 96539"/>
                      <a:gd name="connsiteY3" fmla="*/ 34224 h 170984"/>
                      <a:gd name="connsiteX4" fmla="*/ 60999 w 96539"/>
                      <a:gd name="connsiteY4" fmla="*/ 36573 h 170984"/>
                      <a:gd name="connsiteX5" fmla="*/ 81613 w 96539"/>
                      <a:gd name="connsiteY5" fmla="*/ 61709 h 170984"/>
                      <a:gd name="connsiteX6" fmla="*/ 84850 w 96539"/>
                      <a:gd name="connsiteY6" fmla="*/ 71284 h 170984"/>
                      <a:gd name="connsiteX7" fmla="*/ 85116 w 96539"/>
                      <a:gd name="connsiteY7" fmla="*/ 101296 h 170984"/>
                      <a:gd name="connsiteX8" fmla="*/ 71905 w 96539"/>
                      <a:gd name="connsiteY8" fmla="*/ 125590 h 170984"/>
                      <a:gd name="connsiteX9" fmla="*/ 63526 w 96539"/>
                      <a:gd name="connsiteY9" fmla="*/ 138047 h 170984"/>
                      <a:gd name="connsiteX10" fmla="*/ 55236 w 96539"/>
                      <a:gd name="connsiteY10" fmla="*/ 150238 h 170984"/>
                      <a:gd name="connsiteX11" fmla="*/ 46415 w 96539"/>
                      <a:gd name="connsiteY11" fmla="*/ 163138 h 170984"/>
                      <a:gd name="connsiteX12" fmla="*/ 49739 w 96539"/>
                      <a:gd name="connsiteY12" fmla="*/ 170985 h 170984"/>
                      <a:gd name="connsiteX13" fmla="*/ 61531 w 96539"/>
                      <a:gd name="connsiteY13" fmla="*/ 154760 h 170984"/>
                      <a:gd name="connsiteX14" fmla="*/ 70309 w 96539"/>
                      <a:gd name="connsiteY14" fmla="*/ 142435 h 170984"/>
                      <a:gd name="connsiteX15" fmla="*/ 78865 w 96539"/>
                      <a:gd name="connsiteY15" fmla="*/ 130289 h 170984"/>
                      <a:gd name="connsiteX16" fmla="*/ 93716 w 96539"/>
                      <a:gd name="connsiteY16" fmla="*/ 103291 h 170984"/>
                      <a:gd name="connsiteX17" fmla="*/ 96021 w 96539"/>
                      <a:gd name="connsiteY17" fmla="*/ 96553 h 170984"/>
                      <a:gd name="connsiteX18" fmla="*/ 94736 w 96539"/>
                      <a:gd name="connsiteY18" fmla="*/ 73190 h 170984"/>
                      <a:gd name="connsiteX19" fmla="*/ 92430 w 96539"/>
                      <a:gd name="connsiteY19" fmla="*/ 65832 h 170984"/>
                      <a:gd name="connsiteX20" fmla="*/ 92253 w 96539"/>
                      <a:gd name="connsiteY20" fmla="*/ 68935 h 170984"/>
                      <a:gd name="connsiteX21" fmla="*/ 89682 w 96539"/>
                      <a:gd name="connsiteY21" fmla="*/ 61133 h 170984"/>
                      <a:gd name="connsiteX22" fmla="*/ 81525 w 96539"/>
                      <a:gd name="connsiteY22" fmla="*/ 48143 h 170984"/>
                      <a:gd name="connsiteX23" fmla="*/ 80461 w 96539"/>
                      <a:gd name="connsiteY23" fmla="*/ 46636 h 170984"/>
                      <a:gd name="connsiteX24" fmla="*/ 70930 w 96539"/>
                      <a:gd name="connsiteY24" fmla="*/ 38435 h 170984"/>
                      <a:gd name="connsiteX25" fmla="*/ 66275 w 96539"/>
                      <a:gd name="connsiteY25" fmla="*/ 36085 h 170984"/>
                      <a:gd name="connsiteX26" fmla="*/ 57630 w 96539"/>
                      <a:gd name="connsiteY26" fmla="*/ 32229 h 170984"/>
                      <a:gd name="connsiteX27" fmla="*/ 39676 w 96539"/>
                      <a:gd name="connsiteY27" fmla="*/ 26687 h 170984"/>
                      <a:gd name="connsiteX28" fmla="*/ 20791 w 96539"/>
                      <a:gd name="connsiteY28" fmla="*/ 19107 h 170984"/>
                      <a:gd name="connsiteX29" fmla="*/ 16403 w 96539"/>
                      <a:gd name="connsiteY29" fmla="*/ 14629 h 170984"/>
                      <a:gd name="connsiteX30" fmla="*/ 13610 w 96539"/>
                      <a:gd name="connsiteY30" fmla="*/ 13344 h 170984"/>
                      <a:gd name="connsiteX31" fmla="*/ 576 w 96539"/>
                      <a:gd name="connsiteY31" fmla="*/ 0 h 170984"/>
                      <a:gd name="connsiteX32" fmla="*/ 0 w 96539"/>
                      <a:gd name="connsiteY32" fmla="*/ 310 h 170984"/>
                      <a:gd name="connsiteX33" fmla="*/ 10861 w 96539"/>
                      <a:gd name="connsiteY33" fmla="*/ 17245 h 170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96539" h="170984">
                        <a:moveTo>
                          <a:pt x="10861" y="17245"/>
                        </a:moveTo>
                        <a:cubicBezTo>
                          <a:pt x="16491" y="21767"/>
                          <a:pt x="23628" y="23407"/>
                          <a:pt x="29746" y="24826"/>
                        </a:cubicBezTo>
                        <a:cubicBezTo>
                          <a:pt x="35864" y="26244"/>
                          <a:pt x="41848" y="28106"/>
                          <a:pt x="47700" y="30367"/>
                        </a:cubicBezTo>
                        <a:cubicBezTo>
                          <a:pt x="50626" y="31519"/>
                          <a:pt x="53463" y="32805"/>
                          <a:pt x="56345" y="34224"/>
                        </a:cubicBezTo>
                        <a:cubicBezTo>
                          <a:pt x="57896" y="34977"/>
                          <a:pt x="59448" y="35775"/>
                          <a:pt x="60999" y="36573"/>
                        </a:cubicBezTo>
                        <a:cubicBezTo>
                          <a:pt x="70043" y="42868"/>
                          <a:pt x="77358" y="51513"/>
                          <a:pt x="81613" y="61709"/>
                        </a:cubicBezTo>
                        <a:cubicBezTo>
                          <a:pt x="83032" y="65122"/>
                          <a:pt x="84052" y="67693"/>
                          <a:pt x="84850" y="71284"/>
                        </a:cubicBezTo>
                        <a:cubicBezTo>
                          <a:pt x="86534" y="79087"/>
                          <a:pt x="87820" y="87155"/>
                          <a:pt x="85116" y="101296"/>
                        </a:cubicBezTo>
                        <a:cubicBezTo>
                          <a:pt x="81835" y="109852"/>
                          <a:pt x="77180" y="117787"/>
                          <a:pt x="71905" y="125590"/>
                        </a:cubicBezTo>
                        <a:cubicBezTo>
                          <a:pt x="69201" y="129668"/>
                          <a:pt x="66230" y="133746"/>
                          <a:pt x="63526" y="138047"/>
                        </a:cubicBezTo>
                        <a:cubicBezTo>
                          <a:pt x="60955" y="142125"/>
                          <a:pt x="58029" y="146159"/>
                          <a:pt x="55236" y="150238"/>
                        </a:cubicBezTo>
                        <a:cubicBezTo>
                          <a:pt x="52266" y="154494"/>
                          <a:pt x="49340" y="158838"/>
                          <a:pt x="46415" y="163138"/>
                        </a:cubicBezTo>
                        <a:cubicBezTo>
                          <a:pt x="48099" y="166241"/>
                          <a:pt x="49119" y="168901"/>
                          <a:pt x="49739" y="170985"/>
                        </a:cubicBezTo>
                        <a:cubicBezTo>
                          <a:pt x="53641" y="165576"/>
                          <a:pt x="57586" y="160168"/>
                          <a:pt x="61531" y="154760"/>
                        </a:cubicBezTo>
                        <a:cubicBezTo>
                          <a:pt x="64457" y="150725"/>
                          <a:pt x="67427" y="146736"/>
                          <a:pt x="70309" y="142435"/>
                        </a:cubicBezTo>
                        <a:cubicBezTo>
                          <a:pt x="73013" y="138401"/>
                          <a:pt x="75939" y="134456"/>
                          <a:pt x="78865" y="130289"/>
                        </a:cubicBezTo>
                        <a:cubicBezTo>
                          <a:pt x="84717" y="122043"/>
                          <a:pt x="90036" y="113000"/>
                          <a:pt x="93716" y="103291"/>
                        </a:cubicBezTo>
                        <a:cubicBezTo>
                          <a:pt x="94558" y="101075"/>
                          <a:pt x="95356" y="98814"/>
                          <a:pt x="96021" y="96553"/>
                        </a:cubicBezTo>
                        <a:cubicBezTo>
                          <a:pt x="97218" y="86357"/>
                          <a:pt x="96154" y="79663"/>
                          <a:pt x="94736" y="73190"/>
                        </a:cubicBezTo>
                        <a:cubicBezTo>
                          <a:pt x="94115" y="70398"/>
                          <a:pt x="93361" y="68270"/>
                          <a:pt x="92430" y="65832"/>
                        </a:cubicBezTo>
                        <a:cubicBezTo>
                          <a:pt x="92386" y="66851"/>
                          <a:pt x="92341" y="67915"/>
                          <a:pt x="92253" y="68935"/>
                        </a:cubicBezTo>
                        <a:cubicBezTo>
                          <a:pt x="91544" y="66275"/>
                          <a:pt x="90746" y="63659"/>
                          <a:pt x="89682" y="61133"/>
                        </a:cubicBezTo>
                        <a:cubicBezTo>
                          <a:pt x="87687" y="56389"/>
                          <a:pt x="84894" y="52000"/>
                          <a:pt x="81525" y="48143"/>
                        </a:cubicBezTo>
                        <a:cubicBezTo>
                          <a:pt x="81214" y="47611"/>
                          <a:pt x="80816" y="47168"/>
                          <a:pt x="80461" y="46636"/>
                        </a:cubicBezTo>
                        <a:cubicBezTo>
                          <a:pt x="77579" y="43577"/>
                          <a:pt x="74387" y="40829"/>
                          <a:pt x="70930" y="38435"/>
                        </a:cubicBezTo>
                        <a:cubicBezTo>
                          <a:pt x="69378" y="37637"/>
                          <a:pt x="67827" y="36839"/>
                          <a:pt x="66275" y="36085"/>
                        </a:cubicBezTo>
                        <a:cubicBezTo>
                          <a:pt x="63393" y="34667"/>
                          <a:pt x="60556" y="33381"/>
                          <a:pt x="57630" y="32229"/>
                        </a:cubicBezTo>
                        <a:cubicBezTo>
                          <a:pt x="51823" y="29968"/>
                          <a:pt x="45838" y="28106"/>
                          <a:pt x="39676" y="26687"/>
                        </a:cubicBezTo>
                        <a:cubicBezTo>
                          <a:pt x="33559" y="25224"/>
                          <a:pt x="26377" y="23628"/>
                          <a:pt x="20791" y="19107"/>
                        </a:cubicBezTo>
                        <a:cubicBezTo>
                          <a:pt x="19107" y="17732"/>
                          <a:pt x="17688" y="16225"/>
                          <a:pt x="16403" y="14629"/>
                        </a:cubicBezTo>
                        <a:cubicBezTo>
                          <a:pt x="15472" y="14230"/>
                          <a:pt x="14496" y="13831"/>
                          <a:pt x="13610" y="13344"/>
                        </a:cubicBezTo>
                        <a:cubicBezTo>
                          <a:pt x="8467" y="10462"/>
                          <a:pt x="4566" y="5143"/>
                          <a:pt x="576" y="0"/>
                        </a:cubicBezTo>
                        <a:lnTo>
                          <a:pt x="0" y="310"/>
                        </a:lnTo>
                        <a:cubicBezTo>
                          <a:pt x="2261" y="6472"/>
                          <a:pt x="5187" y="12723"/>
                          <a:pt x="10861" y="17245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31" name="Forme libre : forme 27330">
                    <a:extLst>
                      <a:ext uri="{FF2B5EF4-FFF2-40B4-BE49-F238E27FC236}">
                        <a16:creationId xmlns:a16="http://schemas.microsoft.com/office/drawing/2014/main" id="{AB43450D-D293-42EF-81ED-F2A4D0B71C23}"/>
                      </a:ext>
                    </a:extLst>
                  </p:cNvPr>
                  <p:cNvSpPr/>
                  <p:nvPr/>
                </p:nvSpPr>
                <p:spPr>
                  <a:xfrm>
                    <a:off x="7716606" y="2914583"/>
                    <a:ext cx="39587" cy="80549"/>
                  </a:xfrm>
                  <a:custGeom>
                    <a:avLst/>
                    <a:gdLst>
                      <a:gd name="connsiteX0" fmla="*/ 20215 w 39587"/>
                      <a:gd name="connsiteY0" fmla="*/ 32273 h 80549"/>
                      <a:gd name="connsiteX1" fmla="*/ 22875 w 39587"/>
                      <a:gd name="connsiteY1" fmla="*/ 34179 h 80549"/>
                      <a:gd name="connsiteX2" fmla="*/ 24205 w 39587"/>
                      <a:gd name="connsiteY2" fmla="*/ 35066 h 80549"/>
                      <a:gd name="connsiteX3" fmla="*/ 25091 w 39587"/>
                      <a:gd name="connsiteY3" fmla="*/ 35731 h 80549"/>
                      <a:gd name="connsiteX4" fmla="*/ 27840 w 39587"/>
                      <a:gd name="connsiteY4" fmla="*/ 39765 h 80549"/>
                      <a:gd name="connsiteX5" fmla="*/ 29125 w 39587"/>
                      <a:gd name="connsiteY5" fmla="*/ 63570 h 80549"/>
                      <a:gd name="connsiteX6" fmla="*/ 29347 w 39587"/>
                      <a:gd name="connsiteY6" fmla="*/ 67959 h 80549"/>
                      <a:gd name="connsiteX7" fmla="*/ 32273 w 39587"/>
                      <a:gd name="connsiteY7" fmla="*/ 78466 h 80549"/>
                      <a:gd name="connsiteX8" fmla="*/ 36972 w 39587"/>
                      <a:gd name="connsiteY8" fmla="*/ 79618 h 80549"/>
                      <a:gd name="connsiteX9" fmla="*/ 39588 w 39587"/>
                      <a:gd name="connsiteY9" fmla="*/ 80549 h 80549"/>
                      <a:gd name="connsiteX10" fmla="*/ 33780 w 39587"/>
                      <a:gd name="connsiteY10" fmla="*/ 52443 h 80549"/>
                      <a:gd name="connsiteX11" fmla="*/ 33736 w 39587"/>
                      <a:gd name="connsiteY11" fmla="*/ 52399 h 80549"/>
                      <a:gd name="connsiteX12" fmla="*/ 33913 w 39587"/>
                      <a:gd name="connsiteY12" fmla="*/ 44641 h 80549"/>
                      <a:gd name="connsiteX13" fmla="*/ 34667 w 39587"/>
                      <a:gd name="connsiteY13" fmla="*/ 37504 h 80549"/>
                      <a:gd name="connsiteX14" fmla="*/ 34046 w 39587"/>
                      <a:gd name="connsiteY14" fmla="*/ 37016 h 80549"/>
                      <a:gd name="connsiteX15" fmla="*/ 32716 w 39587"/>
                      <a:gd name="connsiteY15" fmla="*/ 36130 h 80549"/>
                      <a:gd name="connsiteX16" fmla="*/ 30056 w 39587"/>
                      <a:gd name="connsiteY16" fmla="*/ 34223 h 80549"/>
                      <a:gd name="connsiteX17" fmla="*/ 20791 w 39587"/>
                      <a:gd name="connsiteY17" fmla="*/ 25224 h 80549"/>
                      <a:gd name="connsiteX18" fmla="*/ 16668 w 39587"/>
                      <a:gd name="connsiteY18" fmla="*/ 19594 h 80549"/>
                      <a:gd name="connsiteX19" fmla="*/ 15915 w 39587"/>
                      <a:gd name="connsiteY19" fmla="*/ 18841 h 80549"/>
                      <a:gd name="connsiteX20" fmla="*/ 621 w 39587"/>
                      <a:gd name="connsiteY20" fmla="*/ 0 h 80549"/>
                      <a:gd name="connsiteX21" fmla="*/ 0 w 39587"/>
                      <a:gd name="connsiteY21" fmla="*/ 177 h 80549"/>
                      <a:gd name="connsiteX22" fmla="*/ 10994 w 39587"/>
                      <a:gd name="connsiteY22" fmla="*/ 23274 h 80549"/>
                      <a:gd name="connsiteX23" fmla="*/ 20215 w 39587"/>
                      <a:gd name="connsiteY23" fmla="*/ 32273 h 80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9587" h="80549">
                        <a:moveTo>
                          <a:pt x="20215" y="32273"/>
                        </a:moveTo>
                        <a:cubicBezTo>
                          <a:pt x="21102" y="32894"/>
                          <a:pt x="21944" y="33559"/>
                          <a:pt x="22875" y="34179"/>
                        </a:cubicBezTo>
                        <a:lnTo>
                          <a:pt x="24205" y="35066"/>
                        </a:lnTo>
                        <a:lnTo>
                          <a:pt x="25091" y="35731"/>
                        </a:lnTo>
                        <a:cubicBezTo>
                          <a:pt x="26199" y="36750"/>
                          <a:pt x="27175" y="38125"/>
                          <a:pt x="27840" y="39765"/>
                        </a:cubicBezTo>
                        <a:cubicBezTo>
                          <a:pt x="30367" y="46680"/>
                          <a:pt x="29347" y="55236"/>
                          <a:pt x="29125" y="63570"/>
                        </a:cubicBezTo>
                        <a:cubicBezTo>
                          <a:pt x="29081" y="64945"/>
                          <a:pt x="29170" y="66452"/>
                          <a:pt x="29347" y="67959"/>
                        </a:cubicBezTo>
                        <a:cubicBezTo>
                          <a:pt x="29746" y="71506"/>
                          <a:pt x="30987" y="75274"/>
                          <a:pt x="32273" y="78466"/>
                        </a:cubicBezTo>
                        <a:cubicBezTo>
                          <a:pt x="33825" y="78865"/>
                          <a:pt x="35420" y="79175"/>
                          <a:pt x="36972" y="79618"/>
                        </a:cubicBezTo>
                        <a:cubicBezTo>
                          <a:pt x="37859" y="79884"/>
                          <a:pt x="38701" y="80239"/>
                          <a:pt x="39588" y="80549"/>
                        </a:cubicBezTo>
                        <a:cubicBezTo>
                          <a:pt x="34356" y="73988"/>
                          <a:pt x="31874" y="69245"/>
                          <a:pt x="33780" y="52443"/>
                        </a:cubicBezTo>
                        <a:lnTo>
                          <a:pt x="33736" y="52399"/>
                        </a:lnTo>
                        <a:cubicBezTo>
                          <a:pt x="33957" y="49872"/>
                          <a:pt x="34091" y="47257"/>
                          <a:pt x="33913" y="44641"/>
                        </a:cubicBezTo>
                        <a:cubicBezTo>
                          <a:pt x="34223" y="42247"/>
                          <a:pt x="34445" y="39898"/>
                          <a:pt x="34667" y="37504"/>
                        </a:cubicBezTo>
                        <a:lnTo>
                          <a:pt x="34046" y="37016"/>
                        </a:lnTo>
                        <a:lnTo>
                          <a:pt x="32716" y="36130"/>
                        </a:lnTo>
                        <a:cubicBezTo>
                          <a:pt x="31785" y="35509"/>
                          <a:pt x="30943" y="34844"/>
                          <a:pt x="30056" y="34223"/>
                        </a:cubicBezTo>
                        <a:cubicBezTo>
                          <a:pt x="26643" y="31519"/>
                          <a:pt x="23495" y="28593"/>
                          <a:pt x="20791" y="25224"/>
                        </a:cubicBezTo>
                        <a:cubicBezTo>
                          <a:pt x="19373" y="23407"/>
                          <a:pt x="17954" y="21545"/>
                          <a:pt x="16668" y="19594"/>
                        </a:cubicBezTo>
                        <a:cubicBezTo>
                          <a:pt x="16403" y="19328"/>
                          <a:pt x="16181" y="19107"/>
                          <a:pt x="15915" y="18841"/>
                        </a:cubicBezTo>
                        <a:cubicBezTo>
                          <a:pt x="10285" y="13122"/>
                          <a:pt x="4965" y="7137"/>
                          <a:pt x="621" y="0"/>
                        </a:cubicBezTo>
                        <a:lnTo>
                          <a:pt x="0" y="177"/>
                        </a:lnTo>
                        <a:cubicBezTo>
                          <a:pt x="931" y="8866"/>
                          <a:pt x="5674" y="16624"/>
                          <a:pt x="10994" y="23274"/>
                        </a:cubicBezTo>
                        <a:cubicBezTo>
                          <a:pt x="13610" y="26643"/>
                          <a:pt x="16801" y="29569"/>
                          <a:pt x="20215" y="32273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32" name="Forme libre : forme 27331">
                    <a:extLst>
                      <a:ext uri="{FF2B5EF4-FFF2-40B4-BE49-F238E27FC236}">
                        <a16:creationId xmlns:a16="http://schemas.microsoft.com/office/drawing/2014/main" id="{0C669CBE-A711-4F08-AD85-101D92E94932}"/>
                      </a:ext>
                    </a:extLst>
                  </p:cNvPr>
                  <p:cNvSpPr/>
                  <p:nvPr/>
                </p:nvSpPr>
                <p:spPr>
                  <a:xfrm>
                    <a:off x="7433376" y="3097492"/>
                    <a:ext cx="92962" cy="62861"/>
                  </a:xfrm>
                  <a:custGeom>
                    <a:avLst/>
                    <a:gdLst>
                      <a:gd name="connsiteX0" fmla="*/ 78156 w 92962"/>
                      <a:gd name="connsiteY0" fmla="*/ 48986 h 62861"/>
                      <a:gd name="connsiteX1" fmla="*/ 84273 w 92962"/>
                      <a:gd name="connsiteY1" fmla="*/ 56345 h 62861"/>
                      <a:gd name="connsiteX2" fmla="*/ 19195 w 92962"/>
                      <a:gd name="connsiteY2" fmla="*/ 57763 h 62861"/>
                      <a:gd name="connsiteX3" fmla="*/ 1862 w 92962"/>
                      <a:gd name="connsiteY3" fmla="*/ 60645 h 62861"/>
                      <a:gd name="connsiteX4" fmla="*/ 10285 w 92962"/>
                      <a:gd name="connsiteY4" fmla="*/ 62862 h 62861"/>
                      <a:gd name="connsiteX5" fmla="*/ 29037 w 92962"/>
                      <a:gd name="connsiteY5" fmla="*/ 59714 h 62861"/>
                      <a:gd name="connsiteX6" fmla="*/ 92962 w 92962"/>
                      <a:gd name="connsiteY6" fmla="*/ 58118 h 62861"/>
                      <a:gd name="connsiteX7" fmla="*/ 88751 w 92962"/>
                      <a:gd name="connsiteY7" fmla="*/ 53729 h 62861"/>
                      <a:gd name="connsiteX8" fmla="*/ 81835 w 92962"/>
                      <a:gd name="connsiteY8" fmla="*/ 45971 h 62861"/>
                      <a:gd name="connsiteX9" fmla="*/ 78244 w 92962"/>
                      <a:gd name="connsiteY9" fmla="*/ 42070 h 62861"/>
                      <a:gd name="connsiteX10" fmla="*/ 78289 w 92962"/>
                      <a:gd name="connsiteY10" fmla="*/ 41982 h 62861"/>
                      <a:gd name="connsiteX11" fmla="*/ 76958 w 92962"/>
                      <a:gd name="connsiteY11" fmla="*/ 40696 h 62861"/>
                      <a:gd name="connsiteX12" fmla="*/ 74565 w 92962"/>
                      <a:gd name="connsiteY12" fmla="*/ 38125 h 62861"/>
                      <a:gd name="connsiteX13" fmla="*/ 73634 w 92962"/>
                      <a:gd name="connsiteY13" fmla="*/ 37282 h 62861"/>
                      <a:gd name="connsiteX14" fmla="*/ 70486 w 92962"/>
                      <a:gd name="connsiteY14" fmla="*/ 33869 h 62861"/>
                      <a:gd name="connsiteX15" fmla="*/ 68979 w 92962"/>
                      <a:gd name="connsiteY15" fmla="*/ 32096 h 62861"/>
                      <a:gd name="connsiteX16" fmla="*/ 58473 w 92962"/>
                      <a:gd name="connsiteY16" fmla="*/ 24338 h 62861"/>
                      <a:gd name="connsiteX17" fmla="*/ 59182 w 92962"/>
                      <a:gd name="connsiteY17" fmla="*/ 25446 h 62861"/>
                      <a:gd name="connsiteX18" fmla="*/ 39853 w 92962"/>
                      <a:gd name="connsiteY18" fmla="*/ 13920 h 62861"/>
                      <a:gd name="connsiteX19" fmla="*/ 34356 w 92962"/>
                      <a:gd name="connsiteY19" fmla="*/ 11393 h 62861"/>
                      <a:gd name="connsiteX20" fmla="*/ 9842 w 92962"/>
                      <a:gd name="connsiteY20" fmla="*/ 2793 h 62861"/>
                      <a:gd name="connsiteX21" fmla="*/ 9930 w 92962"/>
                      <a:gd name="connsiteY21" fmla="*/ 2394 h 62861"/>
                      <a:gd name="connsiteX22" fmla="*/ 177 w 92962"/>
                      <a:gd name="connsiteY22" fmla="*/ 0 h 62861"/>
                      <a:gd name="connsiteX23" fmla="*/ 0 w 92962"/>
                      <a:gd name="connsiteY23" fmla="*/ 887 h 62861"/>
                      <a:gd name="connsiteX24" fmla="*/ 71417 w 92962"/>
                      <a:gd name="connsiteY24" fmla="*/ 41272 h 62861"/>
                      <a:gd name="connsiteX25" fmla="*/ 78156 w 92962"/>
                      <a:gd name="connsiteY25" fmla="*/ 48986 h 6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92962" h="62861">
                        <a:moveTo>
                          <a:pt x="78156" y="48986"/>
                        </a:moveTo>
                        <a:cubicBezTo>
                          <a:pt x="80195" y="51424"/>
                          <a:pt x="82145" y="53951"/>
                          <a:pt x="84273" y="56345"/>
                        </a:cubicBezTo>
                        <a:cubicBezTo>
                          <a:pt x="55192" y="50981"/>
                          <a:pt x="25136" y="56566"/>
                          <a:pt x="19195" y="57763"/>
                        </a:cubicBezTo>
                        <a:cubicBezTo>
                          <a:pt x="13388" y="58606"/>
                          <a:pt x="7625" y="59581"/>
                          <a:pt x="1862" y="60645"/>
                        </a:cubicBezTo>
                        <a:cubicBezTo>
                          <a:pt x="4566" y="61753"/>
                          <a:pt x="7448" y="62507"/>
                          <a:pt x="10285" y="62862"/>
                        </a:cubicBezTo>
                        <a:cubicBezTo>
                          <a:pt x="16491" y="61709"/>
                          <a:pt x="22742" y="60645"/>
                          <a:pt x="29037" y="59714"/>
                        </a:cubicBezTo>
                        <a:cubicBezTo>
                          <a:pt x="34888" y="58517"/>
                          <a:pt x="64236" y="53109"/>
                          <a:pt x="92962" y="58118"/>
                        </a:cubicBezTo>
                        <a:cubicBezTo>
                          <a:pt x="91544" y="56655"/>
                          <a:pt x="90125" y="55236"/>
                          <a:pt x="88751" y="53729"/>
                        </a:cubicBezTo>
                        <a:cubicBezTo>
                          <a:pt x="86357" y="51247"/>
                          <a:pt x="84140" y="48542"/>
                          <a:pt x="81835" y="45971"/>
                        </a:cubicBezTo>
                        <a:cubicBezTo>
                          <a:pt x="80682" y="44686"/>
                          <a:pt x="79441" y="43400"/>
                          <a:pt x="78244" y="42070"/>
                        </a:cubicBezTo>
                        <a:lnTo>
                          <a:pt x="78289" y="41982"/>
                        </a:lnTo>
                        <a:lnTo>
                          <a:pt x="76958" y="40696"/>
                        </a:lnTo>
                        <a:cubicBezTo>
                          <a:pt x="76161" y="39854"/>
                          <a:pt x="75407" y="38967"/>
                          <a:pt x="74565" y="38125"/>
                        </a:cubicBezTo>
                        <a:cubicBezTo>
                          <a:pt x="74254" y="37814"/>
                          <a:pt x="73944" y="37593"/>
                          <a:pt x="73634" y="37282"/>
                        </a:cubicBezTo>
                        <a:cubicBezTo>
                          <a:pt x="72570" y="36174"/>
                          <a:pt x="71506" y="35022"/>
                          <a:pt x="70486" y="33869"/>
                        </a:cubicBezTo>
                        <a:cubicBezTo>
                          <a:pt x="69954" y="33293"/>
                          <a:pt x="69467" y="32672"/>
                          <a:pt x="68979" y="32096"/>
                        </a:cubicBezTo>
                        <a:cubicBezTo>
                          <a:pt x="65610" y="29347"/>
                          <a:pt x="62108" y="26776"/>
                          <a:pt x="58473" y="24338"/>
                        </a:cubicBezTo>
                        <a:cubicBezTo>
                          <a:pt x="58694" y="24692"/>
                          <a:pt x="58916" y="25091"/>
                          <a:pt x="59182" y="25446"/>
                        </a:cubicBezTo>
                        <a:cubicBezTo>
                          <a:pt x="53020" y="21102"/>
                          <a:pt x="46592" y="17245"/>
                          <a:pt x="39853" y="13920"/>
                        </a:cubicBezTo>
                        <a:cubicBezTo>
                          <a:pt x="38036" y="13033"/>
                          <a:pt x="36174" y="12235"/>
                          <a:pt x="34356" y="11393"/>
                        </a:cubicBezTo>
                        <a:cubicBezTo>
                          <a:pt x="26377" y="7935"/>
                          <a:pt x="18176" y="5054"/>
                          <a:pt x="9842" y="2793"/>
                        </a:cubicBezTo>
                        <a:lnTo>
                          <a:pt x="9930" y="2394"/>
                        </a:lnTo>
                        <a:cubicBezTo>
                          <a:pt x="6694" y="1507"/>
                          <a:pt x="3458" y="665"/>
                          <a:pt x="177" y="0"/>
                        </a:cubicBezTo>
                        <a:lnTo>
                          <a:pt x="0" y="887"/>
                        </a:lnTo>
                        <a:cubicBezTo>
                          <a:pt x="26776" y="8068"/>
                          <a:pt x="52444" y="21368"/>
                          <a:pt x="71417" y="41272"/>
                        </a:cubicBezTo>
                        <a:cubicBezTo>
                          <a:pt x="73767" y="43755"/>
                          <a:pt x="75939" y="46326"/>
                          <a:pt x="78156" y="48986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33" name="Forme libre : forme 27332">
                    <a:extLst>
                      <a:ext uri="{FF2B5EF4-FFF2-40B4-BE49-F238E27FC236}">
                        <a16:creationId xmlns:a16="http://schemas.microsoft.com/office/drawing/2014/main" id="{0B9A906F-04D9-497E-9F8F-66AC509D445C}"/>
                      </a:ext>
                    </a:extLst>
                  </p:cNvPr>
                  <p:cNvSpPr/>
                  <p:nvPr/>
                </p:nvSpPr>
                <p:spPr>
                  <a:xfrm>
                    <a:off x="7583614" y="3059368"/>
                    <a:ext cx="56521" cy="3856"/>
                  </a:xfrm>
                  <a:custGeom>
                    <a:avLst/>
                    <a:gdLst>
                      <a:gd name="connsiteX0" fmla="*/ 17112 w 56521"/>
                      <a:gd name="connsiteY0" fmla="*/ 2438 h 3856"/>
                      <a:gd name="connsiteX1" fmla="*/ 56079 w 56521"/>
                      <a:gd name="connsiteY1" fmla="*/ 3768 h 3856"/>
                      <a:gd name="connsiteX2" fmla="*/ 56522 w 56521"/>
                      <a:gd name="connsiteY2" fmla="*/ 3857 h 3856"/>
                      <a:gd name="connsiteX3" fmla="*/ 46282 w 56521"/>
                      <a:gd name="connsiteY3" fmla="*/ 1818 h 3856"/>
                      <a:gd name="connsiteX4" fmla="*/ 7314 w 56521"/>
                      <a:gd name="connsiteY4" fmla="*/ 488 h 3856"/>
                      <a:gd name="connsiteX5" fmla="*/ 0 w 56521"/>
                      <a:gd name="connsiteY5" fmla="*/ 0 h 3856"/>
                      <a:gd name="connsiteX6" fmla="*/ 17112 w 56521"/>
                      <a:gd name="connsiteY6" fmla="*/ 2438 h 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521" h="3856">
                        <a:moveTo>
                          <a:pt x="17112" y="2438"/>
                        </a:moveTo>
                        <a:cubicBezTo>
                          <a:pt x="30012" y="2527"/>
                          <a:pt x="42912" y="2217"/>
                          <a:pt x="56079" y="3768"/>
                        </a:cubicBezTo>
                        <a:cubicBezTo>
                          <a:pt x="56212" y="3768"/>
                          <a:pt x="56345" y="3812"/>
                          <a:pt x="56522" y="3857"/>
                        </a:cubicBezTo>
                        <a:cubicBezTo>
                          <a:pt x="53108" y="2970"/>
                          <a:pt x="49695" y="2217"/>
                          <a:pt x="46282" y="1818"/>
                        </a:cubicBezTo>
                        <a:cubicBezTo>
                          <a:pt x="33115" y="266"/>
                          <a:pt x="20215" y="532"/>
                          <a:pt x="7314" y="488"/>
                        </a:cubicBezTo>
                        <a:cubicBezTo>
                          <a:pt x="4876" y="488"/>
                          <a:pt x="2438" y="310"/>
                          <a:pt x="0" y="0"/>
                        </a:cubicBezTo>
                        <a:cubicBezTo>
                          <a:pt x="5541" y="1596"/>
                          <a:pt x="11304" y="2483"/>
                          <a:pt x="17112" y="243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34" name="Forme libre : forme 27333">
                    <a:extLst>
                      <a:ext uri="{FF2B5EF4-FFF2-40B4-BE49-F238E27FC236}">
                        <a16:creationId xmlns:a16="http://schemas.microsoft.com/office/drawing/2014/main" id="{47612D6D-A3B4-412E-ADE2-D07C4E5C7A3A}"/>
                      </a:ext>
                    </a:extLst>
                  </p:cNvPr>
                  <p:cNvSpPr/>
                  <p:nvPr/>
                </p:nvSpPr>
                <p:spPr>
                  <a:xfrm>
                    <a:off x="7475047" y="3056531"/>
                    <a:ext cx="20037" cy="63570"/>
                  </a:xfrm>
                  <a:custGeom>
                    <a:avLst/>
                    <a:gdLst>
                      <a:gd name="connsiteX0" fmla="*/ 5852 w 20037"/>
                      <a:gd name="connsiteY0" fmla="*/ 34356 h 63570"/>
                      <a:gd name="connsiteX1" fmla="*/ 7359 w 20037"/>
                      <a:gd name="connsiteY1" fmla="*/ 46459 h 63570"/>
                      <a:gd name="connsiteX2" fmla="*/ 13477 w 20037"/>
                      <a:gd name="connsiteY2" fmla="*/ 59758 h 63570"/>
                      <a:gd name="connsiteX3" fmla="*/ 20037 w 20037"/>
                      <a:gd name="connsiteY3" fmla="*/ 63571 h 63570"/>
                      <a:gd name="connsiteX4" fmla="*/ 10196 w 20037"/>
                      <a:gd name="connsiteY4" fmla="*/ 45484 h 63570"/>
                      <a:gd name="connsiteX5" fmla="*/ 8157 w 20037"/>
                      <a:gd name="connsiteY5" fmla="*/ 34268 h 63570"/>
                      <a:gd name="connsiteX6" fmla="*/ 7448 w 20037"/>
                      <a:gd name="connsiteY6" fmla="*/ 22387 h 63570"/>
                      <a:gd name="connsiteX7" fmla="*/ 0 w 20037"/>
                      <a:gd name="connsiteY7" fmla="*/ 0 h 63570"/>
                      <a:gd name="connsiteX8" fmla="*/ 5896 w 20037"/>
                      <a:gd name="connsiteY8" fmla="*/ 22476 h 63570"/>
                      <a:gd name="connsiteX9" fmla="*/ 5852 w 20037"/>
                      <a:gd name="connsiteY9" fmla="*/ 34356 h 63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037" h="63570">
                        <a:moveTo>
                          <a:pt x="5852" y="34356"/>
                        </a:moveTo>
                        <a:cubicBezTo>
                          <a:pt x="5852" y="38302"/>
                          <a:pt x="5940" y="42514"/>
                          <a:pt x="7359" y="46459"/>
                        </a:cubicBezTo>
                        <a:cubicBezTo>
                          <a:pt x="8911" y="51114"/>
                          <a:pt x="11038" y="55502"/>
                          <a:pt x="13477" y="59758"/>
                        </a:cubicBezTo>
                        <a:cubicBezTo>
                          <a:pt x="15693" y="60955"/>
                          <a:pt x="17910" y="62241"/>
                          <a:pt x="20037" y="63571"/>
                        </a:cubicBezTo>
                        <a:cubicBezTo>
                          <a:pt x="16092" y="57896"/>
                          <a:pt x="12545" y="51912"/>
                          <a:pt x="10196" y="45484"/>
                        </a:cubicBezTo>
                        <a:cubicBezTo>
                          <a:pt x="8777" y="42026"/>
                          <a:pt x="8378" y="38213"/>
                          <a:pt x="8157" y="34268"/>
                        </a:cubicBezTo>
                        <a:cubicBezTo>
                          <a:pt x="7891" y="30367"/>
                          <a:pt x="7802" y="26377"/>
                          <a:pt x="7448" y="22387"/>
                        </a:cubicBezTo>
                        <a:cubicBezTo>
                          <a:pt x="6782" y="14496"/>
                          <a:pt x="4921" y="6339"/>
                          <a:pt x="0" y="0"/>
                        </a:cubicBezTo>
                        <a:cubicBezTo>
                          <a:pt x="4477" y="6650"/>
                          <a:pt x="5763" y="14674"/>
                          <a:pt x="5896" y="22476"/>
                        </a:cubicBezTo>
                        <a:cubicBezTo>
                          <a:pt x="6029" y="26466"/>
                          <a:pt x="5852" y="30411"/>
                          <a:pt x="5852" y="34356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35" name="Forme libre : forme 27334">
                    <a:extLst>
                      <a:ext uri="{FF2B5EF4-FFF2-40B4-BE49-F238E27FC236}">
                        <a16:creationId xmlns:a16="http://schemas.microsoft.com/office/drawing/2014/main" id="{C4B9F931-08F0-4CEB-8CC0-6B792AC0A598}"/>
                      </a:ext>
                    </a:extLst>
                  </p:cNvPr>
                  <p:cNvSpPr/>
                  <p:nvPr/>
                </p:nvSpPr>
                <p:spPr>
                  <a:xfrm>
                    <a:off x="7746619" y="2916711"/>
                    <a:ext cx="5009" cy="27706"/>
                  </a:xfrm>
                  <a:custGeom>
                    <a:avLst/>
                    <a:gdLst>
                      <a:gd name="connsiteX0" fmla="*/ 2615 w 5009"/>
                      <a:gd name="connsiteY0" fmla="*/ 21545 h 27706"/>
                      <a:gd name="connsiteX1" fmla="*/ 2349 w 5009"/>
                      <a:gd name="connsiteY1" fmla="*/ 25224 h 27706"/>
                      <a:gd name="connsiteX2" fmla="*/ 4256 w 5009"/>
                      <a:gd name="connsiteY2" fmla="*/ 27042 h 27706"/>
                      <a:gd name="connsiteX3" fmla="*/ 5009 w 5009"/>
                      <a:gd name="connsiteY3" fmla="*/ 27707 h 27706"/>
                      <a:gd name="connsiteX4" fmla="*/ 4876 w 5009"/>
                      <a:gd name="connsiteY4" fmla="*/ 21545 h 27706"/>
                      <a:gd name="connsiteX5" fmla="*/ 3458 w 5009"/>
                      <a:gd name="connsiteY5" fmla="*/ 10506 h 27706"/>
                      <a:gd name="connsiteX6" fmla="*/ 0 w 5009"/>
                      <a:gd name="connsiteY6" fmla="*/ 0 h 27706"/>
                      <a:gd name="connsiteX7" fmla="*/ 2394 w 5009"/>
                      <a:gd name="connsiteY7" fmla="*/ 10684 h 27706"/>
                      <a:gd name="connsiteX8" fmla="*/ 2615 w 5009"/>
                      <a:gd name="connsiteY8" fmla="*/ 21545 h 27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09" h="27706">
                        <a:moveTo>
                          <a:pt x="2615" y="21545"/>
                        </a:moveTo>
                        <a:cubicBezTo>
                          <a:pt x="2571" y="22786"/>
                          <a:pt x="2483" y="23983"/>
                          <a:pt x="2349" y="25224"/>
                        </a:cubicBezTo>
                        <a:cubicBezTo>
                          <a:pt x="2970" y="25845"/>
                          <a:pt x="3591" y="26465"/>
                          <a:pt x="4256" y="27042"/>
                        </a:cubicBezTo>
                        <a:cubicBezTo>
                          <a:pt x="4522" y="27264"/>
                          <a:pt x="4743" y="27485"/>
                          <a:pt x="5009" y="27707"/>
                        </a:cubicBezTo>
                        <a:cubicBezTo>
                          <a:pt x="5009" y="25668"/>
                          <a:pt x="5009" y="23584"/>
                          <a:pt x="4876" y="21545"/>
                        </a:cubicBezTo>
                        <a:cubicBezTo>
                          <a:pt x="4655" y="17821"/>
                          <a:pt x="4211" y="14142"/>
                          <a:pt x="3458" y="10506"/>
                        </a:cubicBezTo>
                        <a:cubicBezTo>
                          <a:pt x="2660" y="6871"/>
                          <a:pt x="1640" y="3280"/>
                          <a:pt x="0" y="0"/>
                        </a:cubicBezTo>
                        <a:cubicBezTo>
                          <a:pt x="1330" y="3414"/>
                          <a:pt x="1951" y="7049"/>
                          <a:pt x="2394" y="10684"/>
                        </a:cubicBezTo>
                        <a:cubicBezTo>
                          <a:pt x="2704" y="14274"/>
                          <a:pt x="2748" y="17954"/>
                          <a:pt x="2615" y="21545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36" name="Forme libre : forme 27335">
                    <a:extLst>
                      <a:ext uri="{FF2B5EF4-FFF2-40B4-BE49-F238E27FC236}">
                        <a16:creationId xmlns:a16="http://schemas.microsoft.com/office/drawing/2014/main" id="{61690A25-A109-42F0-97A3-5D63E4CE2CF8}"/>
                      </a:ext>
                    </a:extLst>
                  </p:cNvPr>
                  <p:cNvSpPr/>
                  <p:nvPr/>
                </p:nvSpPr>
                <p:spPr>
                  <a:xfrm>
                    <a:off x="7527978" y="3022263"/>
                    <a:ext cx="57763" cy="42025"/>
                  </a:xfrm>
                  <a:custGeom>
                    <a:avLst/>
                    <a:gdLst>
                      <a:gd name="connsiteX0" fmla="*/ 25889 w 57763"/>
                      <a:gd name="connsiteY0" fmla="*/ 29258 h 42025"/>
                      <a:gd name="connsiteX1" fmla="*/ 57763 w 57763"/>
                      <a:gd name="connsiteY1" fmla="*/ 42026 h 42025"/>
                      <a:gd name="connsiteX2" fmla="*/ 36573 w 57763"/>
                      <a:gd name="connsiteY2" fmla="*/ 31785 h 42025"/>
                      <a:gd name="connsiteX3" fmla="*/ 27529 w 57763"/>
                      <a:gd name="connsiteY3" fmla="*/ 26865 h 42025"/>
                      <a:gd name="connsiteX4" fmla="*/ 754 w 57763"/>
                      <a:gd name="connsiteY4" fmla="*/ 0 h 42025"/>
                      <a:gd name="connsiteX5" fmla="*/ 0 w 57763"/>
                      <a:gd name="connsiteY5" fmla="*/ 443 h 42025"/>
                      <a:gd name="connsiteX6" fmla="*/ 25889 w 57763"/>
                      <a:gd name="connsiteY6" fmla="*/ 29258 h 42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763" h="42025">
                        <a:moveTo>
                          <a:pt x="25889" y="29258"/>
                        </a:moveTo>
                        <a:cubicBezTo>
                          <a:pt x="35110" y="35997"/>
                          <a:pt x="46193" y="40696"/>
                          <a:pt x="57763" y="42026"/>
                        </a:cubicBezTo>
                        <a:cubicBezTo>
                          <a:pt x="50138" y="39853"/>
                          <a:pt x="42957" y="36307"/>
                          <a:pt x="36573" y="31785"/>
                        </a:cubicBezTo>
                        <a:cubicBezTo>
                          <a:pt x="33470" y="30367"/>
                          <a:pt x="30411" y="28726"/>
                          <a:pt x="27529" y="26865"/>
                        </a:cubicBezTo>
                        <a:cubicBezTo>
                          <a:pt x="16934" y="19993"/>
                          <a:pt x="7758" y="10684"/>
                          <a:pt x="754" y="0"/>
                        </a:cubicBezTo>
                        <a:lnTo>
                          <a:pt x="0" y="443"/>
                        </a:lnTo>
                        <a:cubicBezTo>
                          <a:pt x="6517" y="11615"/>
                          <a:pt x="15294" y="21545"/>
                          <a:pt x="25889" y="2925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37" name="Forme libre : forme 27336">
                    <a:extLst>
                      <a:ext uri="{FF2B5EF4-FFF2-40B4-BE49-F238E27FC236}">
                        <a16:creationId xmlns:a16="http://schemas.microsoft.com/office/drawing/2014/main" id="{C4E8A7AB-2933-4F15-AE8D-31DF14DAEF29}"/>
                      </a:ext>
                    </a:extLst>
                  </p:cNvPr>
                  <p:cNvSpPr/>
                  <p:nvPr/>
                </p:nvSpPr>
                <p:spPr>
                  <a:xfrm>
                    <a:off x="7733497" y="2989768"/>
                    <a:ext cx="4033" cy="931"/>
                  </a:xfrm>
                  <a:custGeom>
                    <a:avLst/>
                    <a:gdLst>
                      <a:gd name="connsiteX0" fmla="*/ 0 w 4033"/>
                      <a:gd name="connsiteY0" fmla="*/ 0 h 931"/>
                      <a:gd name="connsiteX1" fmla="*/ 4034 w 4033"/>
                      <a:gd name="connsiteY1" fmla="*/ 931 h 931"/>
                      <a:gd name="connsiteX2" fmla="*/ 532 w 4033"/>
                      <a:gd name="connsiteY2" fmla="*/ 89 h 931"/>
                      <a:gd name="connsiteX3" fmla="*/ 0 w 4033"/>
                      <a:gd name="connsiteY3" fmla="*/ 0 h 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3" h="931">
                        <a:moveTo>
                          <a:pt x="0" y="0"/>
                        </a:moveTo>
                        <a:cubicBezTo>
                          <a:pt x="1330" y="355"/>
                          <a:pt x="2660" y="665"/>
                          <a:pt x="4034" y="931"/>
                        </a:cubicBezTo>
                        <a:cubicBezTo>
                          <a:pt x="2882" y="665"/>
                          <a:pt x="1729" y="310"/>
                          <a:pt x="532" y="89"/>
                        </a:cubicBezTo>
                        <a:cubicBezTo>
                          <a:pt x="355" y="44"/>
                          <a:pt x="177" y="4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38" name="Forme libre : forme 27337">
                    <a:extLst>
                      <a:ext uri="{FF2B5EF4-FFF2-40B4-BE49-F238E27FC236}">
                        <a16:creationId xmlns:a16="http://schemas.microsoft.com/office/drawing/2014/main" id="{0427F976-FB7F-4EE4-9B37-AE8410861874}"/>
                      </a:ext>
                    </a:extLst>
                  </p:cNvPr>
                  <p:cNvSpPr/>
                  <p:nvPr/>
                </p:nvSpPr>
                <p:spPr>
                  <a:xfrm>
                    <a:off x="5429971" y="4358620"/>
                    <a:ext cx="270197" cy="228437"/>
                  </a:xfrm>
                  <a:custGeom>
                    <a:avLst/>
                    <a:gdLst>
                      <a:gd name="connsiteX0" fmla="*/ 237392 w 270197"/>
                      <a:gd name="connsiteY0" fmla="*/ 167837 h 228437"/>
                      <a:gd name="connsiteX1" fmla="*/ 233801 w 270197"/>
                      <a:gd name="connsiteY1" fmla="*/ 155557 h 228437"/>
                      <a:gd name="connsiteX2" fmla="*/ 231629 w 270197"/>
                      <a:gd name="connsiteY2" fmla="*/ 152277 h 228437"/>
                      <a:gd name="connsiteX3" fmla="*/ 231807 w 270197"/>
                      <a:gd name="connsiteY3" fmla="*/ 153341 h 228437"/>
                      <a:gd name="connsiteX4" fmla="*/ 229501 w 270197"/>
                      <a:gd name="connsiteY4" fmla="*/ 149883 h 228437"/>
                      <a:gd name="connsiteX5" fmla="*/ 211725 w 270197"/>
                      <a:gd name="connsiteY5" fmla="*/ 85071 h 228437"/>
                      <a:gd name="connsiteX6" fmla="*/ 221655 w 270197"/>
                      <a:gd name="connsiteY6" fmla="*/ 45440 h 228437"/>
                      <a:gd name="connsiteX7" fmla="*/ 223206 w 270197"/>
                      <a:gd name="connsiteY7" fmla="*/ 42203 h 228437"/>
                      <a:gd name="connsiteX8" fmla="*/ 223783 w 270197"/>
                      <a:gd name="connsiteY8" fmla="*/ 40785 h 228437"/>
                      <a:gd name="connsiteX9" fmla="*/ 229501 w 270197"/>
                      <a:gd name="connsiteY9" fmla="*/ 31120 h 228437"/>
                      <a:gd name="connsiteX10" fmla="*/ 229280 w 270197"/>
                      <a:gd name="connsiteY10" fmla="*/ 28993 h 228437"/>
                      <a:gd name="connsiteX11" fmla="*/ 232782 w 270197"/>
                      <a:gd name="connsiteY11" fmla="*/ 3990 h 228437"/>
                      <a:gd name="connsiteX12" fmla="*/ 227373 w 270197"/>
                      <a:gd name="connsiteY12" fmla="*/ 0 h 228437"/>
                      <a:gd name="connsiteX13" fmla="*/ 219438 w 270197"/>
                      <a:gd name="connsiteY13" fmla="*/ 26998 h 228437"/>
                      <a:gd name="connsiteX14" fmla="*/ 219128 w 270197"/>
                      <a:gd name="connsiteY14" fmla="*/ 34667 h 228437"/>
                      <a:gd name="connsiteX15" fmla="*/ 217133 w 270197"/>
                      <a:gd name="connsiteY15" fmla="*/ 39322 h 228437"/>
                      <a:gd name="connsiteX16" fmla="*/ 215626 w 270197"/>
                      <a:gd name="connsiteY16" fmla="*/ 42469 h 228437"/>
                      <a:gd name="connsiteX17" fmla="*/ 205031 w 270197"/>
                      <a:gd name="connsiteY17" fmla="*/ 84894 h 228437"/>
                      <a:gd name="connsiteX18" fmla="*/ 223916 w 270197"/>
                      <a:gd name="connsiteY18" fmla="*/ 153518 h 228437"/>
                      <a:gd name="connsiteX19" fmla="*/ 236949 w 270197"/>
                      <a:gd name="connsiteY19" fmla="*/ 176837 h 228437"/>
                      <a:gd name="connsiteX20" fmla="*/ 262395 w 270197"/>
                      <a:gd name="connsiteY20" fmla="*/ 226044 h 228437"/>
                      <a:gd name="connsiteX21" fmla="*/ 136672 w 270197"/>
                      <a:gd name="connsiteY21" fmla="*/ 218552 h 228437"/>
                      <a:gd name="connsiteX22" fmla="*/ 0 w 270197"/>
                      <a:gd name="connsiteY22" fmla="*/ 210439 h 228437"/>
                      <a:gd name="connsiteX23" fmla="*/ 1951 w 270197"/>
                      <a:gd name="connsiteY23" fmla="*/ 211991 h 228437"/>
                      <a:gd name="connsiteX24" fmla="*/ 146469 w 270197"/>
                      <a:gd name="connsiteY24" fmla="*/ 220547 h 228437"/>
                      <a:gd name="connsiteX25" fmla="*/ 270197 w 270197"/>
                      <a:gd name="connsiteY25" fmla="*/ 228438 h 228437"/>
                      <a:gd name="connsiteX26" fmla="*/ 255967 w 270197"/>
                      <a:gd name="connsiteY26" fmla="*/ 203612 h 228437"/>
                      <a:gd name="connsiteX27" fmla="*/ 240229 w 270197"/>
                      <a:gd name="connsiteY27" fmla="*/ 176571 h 228437"/>
                      <a:gd name="connsiteX28" fmla="*/ 237392 w 270197"/>
                      <a:gd name="connsiteY28" fmla="*/ 167837 h 228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70197" h="228437">
                        <a:moveTo>
                          <a:pt x="237392" y="167837"/>
                        </a:moveTo>
                        <a:cubicBezTo>
                          <a:pt x="234865" y="163271"/>
                          <a:pt x="236417" y="159503"/>
                          <a:pt x="233801" y="155557"/>
                        </a:cubicBezTo>
                        <a:cubicBezTo>
                          <a:pt x="233048" y="154449"/>
                          <a:pt x="232339" y="153341"/>
                          <a:pt x="231629" y="152277"/>
                        </a:cubicBezTo>
                        <a:cubicBezTo>
                          <a:pt x="231674" y="152632"/>
                          <a:pt x="231762" y="152986"/>
                          <a:pt x="231807" y="153341"/>
                        </a:cubicBezTo>
                        <a:cubicBezTo>
                          <a:pt x="231053" y="152189"/>
                          <a:pt x="230255" y="151036"/>
                          <a:pt x="229501" y="149883"/>
                        </a:cubicBezTo>
                        <a:cubicBezTo>
                          <a:pt x="219660" y="135165"/>
                          <a:pt x="211104" y="122442"/>
                          <a:pt x="211725" y="85071"/>
                        </a:cubicBezTo>
                        <a:cubicBezTo>
                          <a:pt x="212035" y="65255"/>
                          <a:pt x="217576" y="53774"/>
                          <a:pt x="221655" y="45440"/>
                        </a:cubicBezTo>
                        <a:cubicBezTo>
                          <a:pt x="222187" y="44331"/>
                          <a:pt x="222719" y="43223"/>
                          <a:pt x="223206" y="42203"/>
                        </a:cubicBezTo>
                        <a:cubicBezTo>
                          <a:pt x="223428" y="41716"/>
                          <a:pt x="223605" y="41272"/>
                          <a:pt x="223783" y="40785"/>
                        </a:cubicBezTo>
                        <a:cubicBezTo>
                          <a:pt x="225467" y="38435"/>
                          <a:pt x="227773" y="34800"/>
                          <a:pt x="229501" y="31120"/>
                        </a:cubicBezTo>
                        <a:cubicBezTo>
                          <a:pt x="229457" y="30411"/>
                          <a:pt x="229413" y="29746"/>
                          <a:pt x="229280" y="28993"/>
                        </a:cubicBezTo>
                        <a:cubicBezTo>
                          <a:pt x="228615" y="25003"/>
                          <a:pt x="227728" y="9576"/>
                          <a:pt x="232782" y="3990"/>
                        </a:cubicBezTo>
                        <a:cubicBezTo>
                          <a:pt x="231939" y="1640"/>
                          <a:pt x="230344" y="45"/>
                          <a:pt x="227373" y="0"/>
                        </a:cubicBezTo>
                        <a:cubicBezTo>
                          <a:pt x="217532" y="-88"/>
                          <a:pt x="218640" y="22121"/>
                          <a:pt x="219438" y="26998"/>
                        </a:cubicBezTo>
                        <a:cubicBezTo>
                          <a:pt x="219926" y="29879"/>
                          <a:pt x="219571" y="32628"/>
                          <a:pt x="219128" y="34667"/>
                        </a:cubicBezTo>
                        <a:cubicBezTo>
                          <a:pt x="218552" y="36174"/>
                          <a:pt x="217887" y="37682"/>
                          <a:pt x="217133" y="39322"/>
                        </a:cubicBezTo>
                        <a:cubicBezTo>
                          <a:pt x="216690" y="40341"/>
                          <a:pt x="216158" y="41361"/>
                          <a:pt x="215626" y="42469"/>
                        </a:cubicBezTo>
                        <a:cubicBezTo>
                          <a:pt x="211281" y="51380"/>
                          <a:pt x="205385" y="63615"/>
                          <a:pt x="205031" y="84894"/>
                        </a:cubicBezTo>
                        <a:cubicBezTo>
                          <a:pt x="204410" y="124349"/>
                          <a:pt x="213897" y="138535"/>
                          <a:pt x="223916" y="153518"/>
                        </a:cubicBezTo>
                        <a:cubicBezTo>
                          <a:pt x="228437" y="160257"/>
                          <a:pt x="233092" y="167172"/>
                          <a:pt x="236949" y="176837"/>
                        </a:cubicBezTo>
                        <a:cubicBezTo>
                          <a:pt x="244663" y="196076"/>
                          <a:pt x="251179" y="214341"/>
                          <a:pt x="262395" y="226044"/>
                        </a:cubicBezTo>
                        <a:cubicBezTo>
                          <a:pt x="223694" y="223916"/>
                          <a:pt x="181136" y="221300"/>
                          <a:pt x="136672" y="218552"/>
                        </a:cubicBezTo>
                        <a:cubicBezTo>
                          <a:pt x="90480" y="215715"/>
                          <a:pt x="43799" y="212833"/>
                          <a:pt x="0" y="210439"/>
                        </a:cubicBezTo>
                        <a:cubicBezTo>
                          <a:pt x="665" y="210971"/>
                          <a:pt x="1330" y="211503"/>
                          <a:pt x="1951" y="211991"/>
                        </a:cubicBezTo>
                        <a:cubicBezTo>
                          <a:pt x="47966" y="214473"/>
                          <a:pt x="97528" y="217532"/>
                          <a:pt x="146469" y="220547"/>
                        </a:cubicBezTo>
                        <a:cubicBezTo>
                          <a:pt x="190933" y="223295"/>
                          <a:pt x="231541" y="226310"/>
                          <a:pt x="270197" y="228438"/>
                        </a:cubicBezTo>
                        <a:cubicBezTo>
                          <a:pt x="264257" y="222276"/>
                          <a:pt x="262484" y="212656"/>
                          <a:pt x="255967" y="203612"/>
                        </a:cubicBezTo>
                        <a:cubicBezTo>
                          <a:pt x="248785" y="194480"/>
                          <a:pt x="244530" y="187210"/>
                          <a:pt x="240229" y="176571"/>
                        </a:cubicBezTo>
                        <a:cubicBezTo>
                          <a:pt x="240185" y="176127"/>
                          <a:pt x="238190" y="171384"/>
                          <a:pt x="237392" y="167837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39" name="Forme libre : forme 27338">
                    <a:extLst>
                      <a:ext uri="{FF2B5EF4-FFF2-40B4-BE49-F238E27FC236}">
                        <a16:creationId xmlns:a16="http://schemas.microsoft.com/office/drawing/2014/main" id="{B558CCDB-A0BF-4F9D-BD9D-62A2F84CD5AE}"/>
                      </a:ext>
                    </a:extLst>
                  </p:cNvPr>
                  <p:cNvSpPr/>
                  <p:nvPr/>
                </p:nvSpPr>
                <p:spPr>
                  <a:xfrm>
                    <a:off x="5658504" y="4398029"/>
                    <a:ext cx="17903" cy="110340"/>
                  </a:xfrm>
                  <a:custGeom>
                    <a:avLst/>
                    <a:gdLst>
                      <a:gd name="connsiteX0" fmla="*/ 6732 w 17903"/>
                      <a:gd name="connsiteY0" fmla="*/ 79043 h 110340"/>
                      <a:gd name="connsiteX1" fmla="*/ 13736 w 17903"/>
                      <a:gd name="connsiteY1" fmla="*/ 41805 h 110340"/>
                      <a:gd name="connsiteX2" fmla="*/ 13869 w 17903"/>
                      <a:gd name="connsiteY2" fmla="*/ 41317 h 110340"/>
                      <a:gd name="connsiteX3" fmla="*/ 17903 w 17903"/>
                      <a:gd name="connsiteY3" fmla="*/ 27442 h 110340"/>
                      <a:gd name="connsiteX4" fmla="*/ 17327 w 17903"/>
                      <a:gd name="connsiteY4" fmla="*/ 26023 h 110340"/>
                      <a:gd name="connsiteX5" fmla="*/ 17814 w 17903"/>
                      <a:gd name="connsiteY5" fmla="*/ 3946 h 110340"/>
                      <a:gd name="connsiteX6" fmla="*/ 12051 w 17903"/>
                      <a:gd name="connsiteY6" fmla="*/ 1 h 110340"/>
                      <a:gd name="connsiteX7" fmla="*/ 7530 w 17903"/>
                      <a:gd name="connsiteY7" fmla="*/ 24028 h 110340"/>
                      <a:gd name="connsiteX8" fmla="*/ 8549 w 17903"/>
                      <a:gd name="connsiteY8" fmla="*/ 35732 h 110340"/>
                      <a:gd name="connsiteX9" fmla="*/ 7397 w 17903"/>
                      <a:gd name="connsiteY9" fmla="*/ 39987 h 110340"/>
                      <a:gd name="connsiteX10" fmla="*/ 171 w 17903"/>
                      <a:gd name="connsiteY10" fmla="*/ 78511 h 110340"/>
                      <a:gd name="connsiteX11" fmla="*/ 614 w 17903"/>
                      <a:gd name="connsiteY11" fmla="*/ 95047 h 110340"/>
                      <a:gd name="connsiteX12" fmla="*/ 9436 w 17903"/>
                      <a:gd name="connsiteY12" fmla="*/ 110340 h 110340"/>
                      <a:gd name="connsiteX13" fmla="*/ 6732 w 17903"/>
                      <a:gd name="connsiteY13" fmla="*/ 79043 h 110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7903" h="110340">
                        <a:moveTo>
                          <a:pt x="6732" y="79043"/>
                        </a:moveTo>
                        <a:cubicBezTo>
                          <a:pt x="7973" y="62374"/>
                          <a:pt x="11165" y="50982"/>
                          <a:pt x="13736" y="41805"/>
                        </a:cubicBezTo>
                        <a:cubicBezTo>
                          <a:pt x="13780" y="41627"/>
                          <a:pt x="13825" y="41495"/>
                          <a:pt x="13869" y="41317"/>
                        </a:cubicBezTo>
                        <a:cubicBezTo>
                          <a:pt x="14933" y="38214"/>
                          <a:pt x="16573" y="32274"/>
                          <a:pt x="17903" y="27442"/>
                        </a:cubicBezTo>
                        <a:cubicBezTo>
                          <a:pt x="17726" y="26954"/>
                          <a:pt x="17548" y="26511"/>
                          <a:pt x="17327" y="26023"/>
                        </a:cubicBezTo>
                        <a:cubicBezTo>
                          <a:pt x="14756" y="20881"/>
                          <a:pt x="13692" y="8690"/>
                          <a:pt x="17814" y="3946"/>
                        </a:cubicBezTo>
                        <a:cubicBezTo>
                          <a:pt x="16573" y="1552"/>
                          <a:pt x="14711" y="-43"/>
                          <a:pt x="12051" y="1"/>
                        </a:cubicBezTo>
                        <a:cubicBezTo>
                          <a:pt x="3496" y="178"/>
                          <a:pt x="4294" y="17645"/>
                          <a:pt x="7530" y="24028"/>
                        </a:cubicBezTo>
                        <a:cubicBezTo>
                          <a:pt x="9968" y="28816"/>
                          <a:pt x="8904" y="34224"/>
                          <a:pt x="8549" y="35732"/>
                        </a:cubicBezTo>
                        <a:cubicBezTo>
                          <a:pt x="8195" y="37106"/>
                          <a:pt x="7796" y="38480"/>
                          <a:pt x="7397" y="39987"/>
                        </a:cubicBezTo>
                        <a:cubicBezTo>
                          <a:pt x="4781" y="49430"/>
                          <a:pt x="1501" y="61178"/>
                          <a:pt x="171" y="78511"/>
                        </a:cubicBezTo>
                        <a:cubicBezTo>
                          <a:pt x="-184" y="83432"/>
                          <a:pt x="38" y="89150"/>
                          <a:pt x="614" y="95047"/>
                        </a:cubicBezTo>
                        <a:cubicBezTo>
                          <a:pt x="3185" y="100721"/>
                          <a:pt x="6200" y="105509"/>
                          <a:pt x="9436" y="110340"/>
                        </a:cubicBezTo>
                        <a:cubicBezTo>
                          <a:pt x="7530" y="99790"/>
                          <a:pt x="6111" y="87909"/>
                          <a:pt x="6732" y="79043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40" name="Forme libre : forme 27339">
                    <a:extLst>
                      <a:ext uri="{FF2B5EF4-FFF2-40B4-BE49-F238E27FC236}">
                        <a16:creationId xmlns:a16="http://schemas.microsoft.com/office/drawing/2014/main" id="{3D446590-C817-4430-B22E-1045A134278B}"/>
                      </a:ext>
                    </a:extLst>
                  </p:cNvPr>
                  <p:cNvSpPr/>
                  <p:nvPr/>
                </p:nvSpPr>
                <p:spPr>
                  <a:xfrm>
                    <a:off x="7728709" y="3782894"/>
                    <a:ext cx="153385" cy="130332"/>
                  </a:xfrm>
                  <a:custGeom>
                    <a:avLst/>
                    <a:gdLst>
                      <a:gd name="connsiteX0" fmla="*/ 0 w 153385"/>
                      <a:gd name="connsiteY0" fmla="*/ 130333 h 130332"/>
                      <a:gd name="connsiteX1" fmla="*/ 153252 w 153385"/>
                      <a:gd name="connsiteY1" fmla="*/ 8645 h 130332"/>
                      <a:gd name="connsiteX2" fmla="*/ 153385 w 153385"/>
                      <a:gd name="connsiteY2" fmla="*/ 0 h 130332"/>
                      <a:gd name="connsiteX3" fmla="*/ 5187 w 153385"/>
                      <a:gd name="connsiteY3" fmla="*/ 113354 h 130332"/>
                      <a:gd name="connsiteX4" fmla="*/ 0 w 153385"/>
                      <a:gd name="connsiteY4" fmla="*/ 130333 h 130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385" h="130332">
                        <a:moveTo>
                          <a:pt x="0" y="130333"/>
                        </a:moveTo>
                        <a:cubicBezTo>
                          <a:pt x="35952" y="91543"/>
                          <a:pt x="106261" y="40474"/>
                          <a:pt x="153252" y="8645"/>
                        </a:cubicBezTo>
                        <a:lnTo>
                          <a:pt x="153385" y="0"/>
                        </a:lnTo>
                        <a:cubicBezTo>
                          <a:pt x="112335" y="27397"/>
                          <a:pt x="46592" y="74121"/>
                          <a:pt x="5187" y="113354"/>
                        </a:cubicBezTo>
                        <a:cubicBezTo>
                          <a:pt x="3546" y="119206"/>
                          <a:pt x="1818" y="124925"/>
                          <a:pt x="0" y="130333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41" name="Forme libre : forme 27340">
                    <a:extLst>
                      <a:ext uri="{FF2B5EF4-FFF2-40B4-BE49-F238E27FC236}">
                        <a16:creationId xmlns:a16="http://schemas.microsoft.com/office/drawing/2014/main" id="{74FCC393-39AF-4D75-BE71-5A0BC0763888}"/>
                      </a:ext>
                    </a:extLst>
                  </p:cNvPr>
                  <p:cNvSpPr/>
                  <p:nvPr/>
                </p:nvSpPr>
                <p:spPr>
                  <a:xfrm>
                    <a:off x="7519112" y="3160310"/>
                    <a:ext cx="89592" cy="51822"/>
                  </a:xfrm>
                  <a:custGeom>
                    <a:avLst/>
                    <a:gdLst>
                      <a:gd name="connsiteX0" fmla="*/ 3502 w 89592"/>
                      <a:gd name="connsiteY0" fmla="*/ 754 h 51822"/>
                      <a:gd name="connsiteX1" fmla="*/ 5896 w 89592"/>
                      <a:gd name="connsiteY1" fmla="*/ 1729 h 51822"/>
                      <a:gd name="connsiteX2" fmla="*/ 13787 w 89592"/>
                      <a:gd name="connsiteY2" fmla="*/ 9753 h 51822"/>
                      <a:gd name="connsiteX3" fmla="*/ 47390 w 89592"/>
                      <a:gd name="connsiteY3" fmla="*/ 35864 h 51822"/>
                      <a:gd name="connsiteX4" fmla="*/ 87598 w 89592"/>
                      <a:gd name="connsiteY4" fmla="*/ 51557 h 51822"/>
                      <a:gd name="connsiteX5" fmla="*/ 89593 w 89592"/>
                      <a:gd name="connsiteY5" fmla="*/ 51823 h 51822"/>
                      <a:gd name="connsiteX6" fmla="*/ 57187 w 89592"/>
                      <a:gd name="connsiteY6" fmla="*/ 37859 h 51822"/>
                      <a:gd name="connsiteX7" fmla="*/ 23584 w 89592"/>
                      <a:gd name="connsiteY7" fmla="*/ 11748 h 51822"/>
                      <a:gd name="connsiteX8" fmla="*/ 15693 w 89592"/>
                      <a:gd name="connsiteY8" fmla="*/ 3724 h 51822"/>
                      <a:gd name="connsiteX9" fmla="*/ 13299 w 89592"/>
                      <a:gd name="connsiteY9" fmla="*/ 2748 h 51822"/>
                      <a:gd name="connsiteX10" fmla="*/ 0 w 89592"/>
                      <a:gd name="connsiteY10" fmla="*/ 0 h 51822"/>
                      <a:gd name="connsiteX11" fmla="*/ 3502 w 89592"/>
                      <a:gd name="connsiteY11" fmla="*/ 754 h 51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9592" h="51822">
                        <a:moveTo>
                          <a:pt x="3502" y="754"/>
                        </a:moveTo>
                        <a:cubicBezTo>
                          <a:pt x="4344" y="1064"/>
                          <a:pt x="5142" y="1374"/>
                          <a:pt x="5896" y="1729"/>
                        </a:cubicBezTo>
                        <a:cubicBezTo>
                          <a:pt x="8467" y="4477"/>
                          <a:pt x="11083" y="7137"/>
                          <a:pt x="13787" y="9753"/>
                        </a:cubicBezTo>
                        <a:cubicBezTo>
                          <a:pt x="23983" y="19550"/>
                          <a:pt x="35110" y="28549"/>
                          <a:pt x="47390" y="35864"/>
                        </a:cubicBezTo>
                        <a:cubicBezTo>
                          <a:pt x="59625" y="43223"/>
                          <a:pt x="73102" y="49119"/>
                          <a:pt x="87598" y="51557"/>
                        </a:cubicBezTo>
                        <a:cubicBezTo>
                          <a:pt x="88263" y="51645"/>
                          <a:pt x="88928" y="51734"/>
                          <a:pt x="89593" y="51823"/>
                        </a:cubicBezTo>
                        <a:cubicBezTo>
                          <a:pt x="78067" y="48853"/>
                          <a:pt x="67206" y="43843"/>
                          <a:pt x="57187" y="37859"/>
                        </a:cubicBezTo>
                        <a:cubicBezTo>
                          <a:pt x="44907" y="30544"/>
                          <a:pt x="33780" y="21545"/>
                          <a:pt x="23584" y="11748"/>
                        </a:cubicBezTo>
                        <a:cubicBezTo>
                          <a:pt x="20924" y="9132"/>
                          <a:pt x="18264" y="6428"/>
                          <a:pt x="15693" y="3724"/>
                        </a:cubicBezTo>
                        <a:cubicBezTo>
                          <a:pt x="14984" y="3413"/>
                          <a:pt x="14142" y="3103"/>
                          <a:pt x="13299" y="2748"/>
                        </a:cubicBezTo>
                        <a:cubicBezTo>
                          <a:pt x="8911" y="1596"/>
                          <a:pt x="4477" y="709"/>
                          <a:pt x="0" y="0"/>
                        </a:cubicBezTo>
                        <a:cubicBezTo>
                          <a:pt x="1153" y="222"/>
                          <a:pt x="2349" y="443"/>
                          <a:pt x="3502" y="754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42" name="Forme libre : forme 27341">
                    <a:extLst>
                      <a:ext uri="{FF2B5EF4-FFF2-40B4-BE49-F238E27FC236}">
                        <a16:creationId xmlns:a16="http://schemas.microsoft.com/office/drawing/2014/main" id="{7FECF6A9-78DD-4C65-AB88-D2CA1E78AE20}"/>
                      </a:ext>
                    </a:extLst>
                  </p:cNvPr>
                  <p:cNvSpPr/>
                  <p:nvPr/>
                </p:nvSpPr>
                <p:spPr>
                  <a:xfrm>
                    <a:off x="7817371" y="2833590"/>
                    <a:ext cx="24160" cy="87686"/>
                  </a:xfrm>
                  <a:custGeom>
                    <a:avLst/>
                    <a:gdLst>
                      <a:gd name="connsiteX0" fmla="*/ 709 w 24160"/>
                      <a:gd name="connsiteY0" fmla="*/ 79663 h 87686"/>
                      <a:gd name="connsiteX1" fmla="*/ 1862 w 24160"/>
                      <a:gd name="connsiteY1" fmla="*/ 85381 h 87686"/>
                      <a:gd name="connsiteX2" fmla="*/ 2039 w 24160"/>
                      <a:gd name="connsiteY2" fmla="*/ 87687 h 87686"/>
                      <a:gd name="connsiteX3" fmla="*/ 11171 w 24160"/>
                      <a:gd name="connsiteY3" fmla="*/ 68536 h 87686"/>
                      <a:gd name="connsiteX4" fmla="*/ 15605 w 24160"/>
                      <a:gd name="connsiteY4" fmla="*/ 53596 h 87686"/>
                      <a:gd name="connsiteX5" fmla="*/ 15959 w 24160"/>
                      <a:gd name="connsiteY5" fmla="*/ 49562 h 87686"/>
                      <a:gd name="connsiteX6" fmla="*/ 16225 w 24160"/>
                      <a:gd name="connsiteY6" fmla="*/ 46193 h 87686"/>
                      <a:gd name="connsiteX7" fmla="*/ 17998 w 24160"/>
                      <a:gd name="connsiteY7" fmla="*/ 39455 h 87686"/>
                      <a:gd name="connsiteX8" fmla="*/ 23628 w 24160"/>
                      <a:gd name="connsiteY8" fmla="*/ 28239 h 87686"/>
                      <a:gd name="connsiteX9" fmla="*/ 24160 w 24160"/>
                      <a:gd name="connsiteY9" fmla="*/ 21634 h 87686"/>
                      <a:gd name="connsiteX10" fmla="*/ 15871 w 24160"/>
                      <a:gd name="connsiteY10" fmla="*/ 34002 h 87686"/>
                      <a:gd name="connsiteX11" fmla="*/ 16003 w 24160"/>
                      <a:gd name="connsiteY11" fmla="*/ 26776 h 87686"/>
                      <a:gd name="connsiteX12" fmla="*/ 15649 w 24160"/>
                      <a:gd name="connsiteY12" fmla="*/ 13344 h 87686"/>
                      <a:gd name="connsiteX13" fmla="*/ 14629 w 24160"/>
                      <a:gd name="connsiteY13" fmla="*/ 0 h 87686"/>
                      <a:gd name="connsiteX14" fmla="*/ 14541 w 24160"/>
                      <a:gd name="connsiteY14" fmla="*/ 13344 h 87686"/>
                      <a:gd name="connsiteX15" fmla="*/ 13787 w 24160"/>
                      <a:gd name="connsiteY15" fmla="*/ 26599 h 87686"/>
                      <a:gd name="connsiteX16" fmla="*/ 12058 w 24160"/>
                      <a:gd name="connsiteY16" fmla="*/ 43533 h 87686"/>
                      <a:gd name="connsiteX17" fmla="*/ 11615 w 24160"/>
                      <a:gd name="connsiteY17" fmla="*/ 45350 h 87686"/>
                      <a:gd name="connsiteX18" fmla="*/ 11083 w 24160"/>
                      <a:gd name="connsiteY18" fmla="*/ 49385 h 87686"/>
                      <a:gd name="connsiteX19" fmla="*/ 10640 w 24160"/>
                      <a:gd name="connsiteY19" fmla="*/ 52754 h 87686"/>
                      <a:gd name="connsiteX20" fmla="*/ 5896 w 24160"/>
                      <a:gd name="connsiteY20" fmla="*/ 66186 h 87686"/>
                      <a:gd name="connsiteX21" fmla="*/ 0 w 24160"/>
                      <a:gd name="connsiteY21" fmla="*/ 77712 h 87686"/>
                      <a:gd name="connsiteX22" fmla="*/ 709 w 24160"/>
                      <a:gd name="connsiteY22" fmla="*/ 79663 h 876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4160" h="87686">
                        <a:moveTo>
                          <a:pt x="709" y="79663"/>
                        </a:moveTo>
                        <a:cubicBezTo>
                          <a:pt x="1241" y="81569"/>
                          <a:pt x="1596" y="83475"/>
                          <a:pt x="1862" y="85381"/>
                        </a:cubicBezTo>
                        <a:cubicBezTo>
                          <a:pt x="1951" y="86179"/>
                          <a:pt x="1995" y="86933"/>
                          <a:pt x="2039" y="87687"/>
                        </a:cubicBezTo>
                        <a:cubicBezTo>
                          <a:pt x="5275" y="81436"/>
                          <a:pt x="8423" y="75141"/>
                          <a:pt x="11171" y="68536"/>
                        </a:cubicBezTo>
                        <a:cubicBezTo>
                          <a:pt x="13078" y="63792"/>
                          <a:pt x="14807" y="58916"/>
                          <a:pt x="15605" y="53596"/>
                        </a:cubicBezTo>
                        <a:cubicBezTo>
                          <a:pt x="15871" y="52310"/>
                          <a:pt x="15826" y="50892"/>
                          <a:pt x="15959" y="49562"/>
                        </a:cubicBezTo>
                        <a:cubicBezTo>
                          <a:pt x="16048" y="48454"/>
                          <a:pt x="16003" y="47301"/>
                          <a:pt x="16225" y="46193"/>
                        </a:cubicBezTo>
                        <a:cubicBezTo>
                          <a:pt x="16491" y="43932"/>
                          <a:pt x="17156" y="41671"/>
                          <a:pt x="17998" y="39455"/>
                        </a:cubicBezTo>
                        <a:cubicBezTo>
                          <a:pt x="19417" y="35554"/>
                          <a:pt x="21412" y="31874"/>
                          <a:pt x="23628" y="28239"/>
                        </a:cubicBezTo>
                        <a:cubicBezTo>
                          <a:pt x="23894" y="26067"/>
                          <a:pt x="24072" y="23850"/>
                          <a:pt x="24160" y="21634"/>
                        </a:cubicBezTo>
                        <a:cubicBezTo>
                          <a:pt x="21190" y="25535"/>
                          <a:pt x="18264" y="29569"/>
                          <a:pt x="15871" y="34002"/>
                        </a:cubicBezTo>
                        <a:lnTo>
                          <a:pt x="16003" y="26776"/>
                        </a:lnTo>
                        <a:cubicBezTo>
                          <a:pt x="16181" y="22298"/>
                          <a:pt x="15915" y="17777"/>
                          <a:pt x="15649" y="13344"/>
                        </a:cubicBezTo>
                        <a:lnTo>
                          <a:pt x="14629" y="0"/>
                        </a:lnTo>
                        <a:lnTo>
                          <a:pt x="14541" y="13344"/>
                        </a:lnTo>
                        <a:cubicBezTo>
                          <a:pt x="14452" y="17777"/>
                          <a:pt x="14319" y="22210"/>
                          <a:pt x="13787" y="26599"/>
                        </a:cubicBezTo>
                        <a:lnTo>
                          <a:pt x="12058" y="43533"/>
                        </a:lnTo>
                        <a:cubicBezTo>
                          <a:pt x="11925" y="44154"/>
                          <a:pt x="11703" y="44730"/>
                          <a:pt x="11615" y="45350"/>
                        </a:cubicBezTo>
                        <a:cubicBezTo>
                          <a:pt x="11304" y="46680"/>
                          <a:pt x="11216" y="48011"/>
                          <a:pt x="11083" y="49385"/>
                        </a:cubicBezTo>
                        <a:cubicBezTo>
                          <a:pt x="10906" y="50537"/>
                          <a:pt x="10906" y="51601"/>
                          <a:pt x="10640" y="52754"/>
                        </a:cubicBezTo>
                        <a:cubicBezTo>
                          <a:pt x="9753" y="57276"/>
                          <a:pt x="7935" y="61753"/>
                          <a:pt x="5896" y="66186"/>
                        </a:cubicBezTo>
                        <a:cubicBezTo>
                          <a:pt x="4078" y="70087"/>
                          <a:pt x="2084" y="73900"/>
                          <a:pt x="0" y="77712"/>
                        </a:cubicBezTo>
                        <a:cubicBezTo>
                          <a:pt x="266" y="78377"/>
                          <a:pt x="532" y="79042"/>
                          <a:pt x="709" y="79663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43" name="Forme libre : forme 27342">
                    <a:extLst>
                      <a:ext uri="{FF2B5EF4-FFF2-40B4-BE49-F238E27FC236}">
                        <a16:creationId xmlns:a16="http://schemas.microsoft.com/office/drawing/2014/main" id="{B2477E28-0B54-49E0-8DC0-B3D8D511CB89}"/>
                      </a:ext>
                    </a:extLst>
                  </p:cNvPr>
                  <p:cNvSpPr/>
                  <p:nvPr/>
                </p:nvSpPr>
                <p:spPr>
                  <a:xfrm>
                    <a:off x="7843127" y="2802913"/>
                    <a:ext cx="10635" cy="55458"/>
                  </a:xfrm>
                  <a:custGeom>
                    <a:avLst/>
                    <a:gdLst>
                      <a:gd name="connsiteX0" fmla="*/ 89 w 10635"/>
                      <a:gd name="connsiteY0" fmla="*/ 55458 h 55458"/>
                      <a:gd name="connsiteX1" fmla="*/ 7004 w 10635"/>
                      <a:gd name="connsiteY1" fmla="*/ 44597 h 55458"/>
                      <a:gd name="connsiteX2" fmla="*/ 2084 w 10635"/>
                      <a:gd name="connsiteY2" fmla="*/ 0 h 55458"/>
                      <a:gd name="connsiteX3" fmla="*/ 10506 w 10635"/>
                      <a:gd name="connsiteY3" fmla="*/ 29879 h 55458"/>
                      <a:gd name="connsiteX4" fmla="*/ 5009 w 10635"/>
                      <a:gd name="connsiteY4" fmla="*/ 43400 h 55458"/>
                      <a:gd name="connsiteX5" fmla="*/ 0 w 10635"/>
                      <a:gd name="connsiteY5" fmla="*/ 50271 h 55458"/>
                      <a:gd name="connsiteX6" fmla="*/ 89 w 10635"/>
                      <a:gd name="connsiteY6" fmla="*/ 55458 h 55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635" h="55458">
                        <a:moveTo>
                          <a:pt x="89" y="55458"/>
                        </a:moveTo>
                        <a:cubicBezTo>
                          <a:pt x="2394" y="51911"/>
                          <a:pt x="4788" y="48321"/>
                          <a:pt x="7004" y="44597"/>
                        </a:cubicBezTo>
                        <a:cubicBezTo>
                          <a:pt x="11570" y="35287"/>
                          <a:pt x="975" y="9886"/>
                          <a:pt x="2084" y="0"/>
                        </a:cubicBezTo>
                        <a:cubicBezTo>
                          <a:pt x="1197" y="4876"/>
                          <a:pt x="11925" y="25136"/>
                          <a:pt x="10506" y="29879"/>
                        </a:cubicBezTo>
                        <a:cubicBezTo>
                          <a:pt x="9088" y="34578"/>
                          <a:pt x="7492" y="39366"/>
                          <a:pt x="5009" y="43400"/>
                        </a:cubicBezTo>
                        <a:cubicBezTo>
                          <a:pt x="3458" y="45705"/>
                          <a:pt x="1729" y="48010"/>
                          <a:pt x="0" y="50271"/>
                        </a:cubicBezTo>
                        <a:cubicBezTo>
                          <a:pt x="44" y="52000"/>
                          <a:pt x="44" y="53729"/>
                          <a:pt x="89" y="5545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44" name="Forme libre : forme 27343">
                    <a:extLst>
                      <a:ext uri="{FF2B5EF4-FFF2-40B4-BE49-F238E27FC236}">
                        <a16:creationId xmlns:a16="http://schemas.microsoft.com/office/drawing/2014/main" id="{52F47939-DCD5-4D6A-B2FF-4D3BCE9B3D9A}"/>
                      </a:ext>
                    </a:extLst>
                  </p:cNvPr>
                  <p:cNvSpPr/>
                  <p:nvPr/>
                </p:nvSpPr>
                <p:spPr>
                  <a:xfrm>
                    <a:off x="7794602" y="2896274"/>
                    <a:ext cx="20236" cy="143233"/>
                  </a:xfrm>
                  <a:custGeom>
                    <a:avLst/>
                    <a:gdLst>
                      <a:gd name="connsiteX0" fmla="*/ 780 w 20236"/>
                      <a:gd name="connsiteY0" fmla="*/ 118319 h 143233"/>
                      <a:gd name="connsiteX1" fmla="*/ 913 w 20236"/>
                      <a:gd name="connsiteY1" fmla="*/ 127141 h 143233"/>
                      <a:gd name="connsiteX2" fmla="*/ 7696 w 20236"/>
                      <a:gd name="connsiteY2" fmla="*/ 138446 h 143233"/>
                      <a:gd name="connsiteX3" fmla="*/ 9381 w 20236"/>
                      <a:gd name="connsiteY3" fmla="*/ 143233 h 143233"/>
                      <a:gd name="connsiteX4" fmla="*/ 9425 w 20236"/>
                      <a:gd name="connsiteY4" fmla="*/ 118097 h 143233"/>
                      <a:gd name="connsiteX5" fmla="*/ 8316 w 20236"/>
                      <a:gd name="connsiteY5" fmla="*/ 88263 h 143233"/>
                      <a:gd name="connsiteX6" fmla="*/ 9735 w 20236"/>
                      <a:gd name="connsiteY6" fmla="*/ 59448 h 143233"/>
                      <a:gd name="connsiteX7" fmla="*/ 14168 w 20236"/>
                      <a:gd name="connsiteY7" fmla="*/ 46148 h 143233"/>
                      <a:gd name="connsiteX8" fmla="*/ 17936 w 20236"/>
                      <a:gd name="connsiteY8" fmla="*/ 38435 h 143233"/>
                      <a:gd name="connsiteX9" fmla="*/ 18823 w 20236"/>
                      <a:gd name="connsiteY9" fmla="*/ 33603 h 143233"/>
                      <a:gd name="connsiteX10" fmla="*/ 20197 w 20236"/>
                      <a:gd name="connsiteY10" fmla="*/ 22875 h 143233"/>
                      <a:gd name="connsiteX11" fmla="*/ 20197 w 20236"/>
                      <a:gd name="connsiteY11" fmla="*/ 19727 h 143233"/>
                      <a:gd name="connsiteX12" fmla="*/ 15410 w 20236"/>
                      <a:gd name="connsiteY12" fmla="*/ 28283 h 143233"/>
                      <a:gd name="connsiteX13" fmla="*/ 14789 w 20236"/>
                      <a:gd name="connsiteY13" fmla="*/ 20747 h 143233"/>
                      <a:gd name="connsiteX14" fmla="*/ 13636 w 20236"/>
                      <a:gd name="connsiteY14" fmla="*/ 15028 h 143233"/>
                      <a:gd name="connsiteX15" fmla="*/ 12528 w 20236"/>
                      <a:gd name="connsiteY15" fmla="*/ 12147 h 143233"/>
                      <a:gd name="connsiteX16" fmla="*/ 11154 w 20236"/>
                      <a:gd name="connsiteY16" fmla="*/ 9664 h 143233"/>
                      <a:gd name="connsiteX17" fmla="*/ 5701 w 20236"/>
                      <a:gd name="connsiteY17" fmla="*/ 0 h 143233"/>
                      <a:gd name="connsiteX18" fmla="*/ 9159 w 20236"/>
                      <a:gd name="connsiteY18" fmla="*/ 10595 h 143233"/>
                      <a:gd name="connsiteX19" fmla="*/ 10001 w 20236"/>
                      <a:gd name="connsiteY19" fmla="*/ 13211 h 143233"/>
                      <a:gd name="connsiteX20" fmla="*/ 10400 w 20236"/>
                      <a:gd name="connsiteY20" fmla="*/ 15649 h 143233"/>
                      <a:gd name="connsiteX21" fmla="*/ 10400 w 20236"/>
                      <a:gd name="connsiteY21" fmla="*/ 20924 h 143233"/>
                      <a:gd name="connsiteX22" fmla="*/ 9026 w 20236"/>
                      <a:gd name="connsiteY22" fmla="*/ 31652 h 143233"/>
                      <a:gd name="connsiteX23" fmla="*/ 8051 w 20236"/>
                      <a:gd name="connsiteY23" fmla="*/ 37061 h 143233"/>
                      <a:gd name="connsiteX24" fmla="*/ 7563 w 20236"/>
                      <a:gd name="connsiteY24" fmla="*/ 39853 h 143233"/>
                      <a:gd name="connsiteX25" fmla="*/ 7341 w 20236"/>
                      <a:gd name="connsiteY25" fmla="*/ 41361 h 143233"/>
                      <a:gd name="connsiteX26" fmla="*/ 7253 w 20236"/>
                      <a:gd name="connsiteY26" fmla="*/ 42292 h 143233"/>
                      <a:gd name="connsiteX27" fmla="*/ 7253 w 20236"/>
                      <a:gd name="connsiteY27" fmla="*/ 42558 h 143233"/>
                      <a:gd name="connsiteX28" fmla="*/ 7253 w 20236"/>
                      <a:gd name="connsiteY28" fmla="*/ 42691 h 143233"/>
                      <a:gd name="connsiteX29" fmla="*/ 7297 w 20236"/>
                      <a:gd name="connsiteY29" fmla="*/ 43223 h 143233"/>
                      <a:gd name="connsiteX30" fmla="*/ 7386 w 20236"/>
                      <a:gd name="connsiteY30" fmla="*/ 43444 h 143233"/>
                      <a:gd name="connsiteX31" fmla="*/ 2243 w 20236"/>
                      <a:gd name="connsiteY31" fmla="*/ 57852 h 143233"/>
                      <a:gd name="connsiteX32" fmla="*/ 27 w 20236"/>
                      <a:gd name="connsiteY32" fmla="*/ 88529 h 143233"/>
                      <a:gd name="connsiteX33" fmla="*/ 780 w 20236"/>
                      <a:gd name="connsiteY33" fmla="*/ 118319 h 143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20236" h="143233">
                        <a:moveTo>
                          <a:pt x="780" y="118319"/>
                        </a:moveTo>
                        <a:cubicBezTo>
                          <a:pt x="825" y="121289"/>
                          <a:pt x="913" y="124215"/>
                          <a:pt x="913" y="127141"/>
                        </a:cubicBezTo>
                        <a:cubicBezTo>
                          <a:pt x="3662" y="130599"/>
                          <a:pt x="6011" y="134367"/>
                          <a:pt x="7696" y="138446"/>
                        </a:cubicBezTo>
                        <a:cubicBezTo>
                          <a:pt x="8361" y="139997"/>
                          <a:pt x="8893" y="141593"/>
                          <a:pt x="9381" y="143233"/>
                        </a:cubicBezTo>
                        <a:cubicBezTo>
                          <a:pt x="9868" y="134766"/>
                          <a:pt x="9647" y="126299"/>
                          <a:pt x="9425" y="118097"/>
                        </a:cubicBezTo>
                        <a:lnTo>
                          <a:pt x="8316" y="88263"/>
                        </a:lnTo>
                        <a:cubicBezTo>
                          <a:pt x="8006" y="78421"/>
                          <a:pt x="7873" y="68624"/>
                          <a:pt x="9735" y="59448"/>
                        </a:cubicBezTo>
                        <a:cubicBezTo>
                          <a:pt x="10666" y="54837"/>
                          <a:pt x="12218" y="50449"/>
                          <a:pt x="14168" y="46148"/>
                        </a:cubicBezTo>
                        <a:cubicBezTo>
                          <a:pt x="15321" y="43622"/>
                          <a:pt x="16606" y="41051"/>
                          <a:pt x="17936" y="38435"/>
                        </a:cubicBezTo>
                        <a:lnTo>
                          <a:pt x="18823" y="33603"/>
                        </a:lnTo>
                        <a:cubicBezTo>
                          <a:pt x="19444" y="30012"/>
                          <a:pt x="19976" y="26421"/>
                          <a:pt x="20197" y="22875"/>
                        </a:cubicBezTo>
                        <a:cubicBezTo>
                          <a:pt x="20286" y="21811"/>
                          <a:pt x="20197" y="20791"/>
                          <a:pt x="20197" y="19727"/>
                        </a:cubicBezTo>
                        <a:cubicBezTo>
                          <a:pt x="18601" y="22564"/>
                          <a:pt x="17005" y="25402"/>
                          <a:pt x="15410" y="28283"/>
                        </a:cubicBezTo>
                        <a:cubicBezTo>
                          <a:pt x="15276" y="25801"/>
                          <a:pt x="15099" y="23274"/>
                          <a:pt x="14789" y="20747"/>
                        </a:cubicBezTo>
                        <a:cubicBezTo>
                          <a:pt x="14523" y="18841"/>
                          <a:pt x="14168" y="16934"/>
                          <a:pt x="13636" y="15028"/>
                        </a:cubicBezTo>
                        <a:cubicBezTo>
                          <a:pt x="13370" y="14053"/>
                          <a:pt x="13016" y="13122"/>
                          <a:pt x="12528" y="12147"/>
                        </a:cubicBezTo>
                        <a:cubicBezTo>
                          <a:pt x="12085" y="11216"/>
                          <a:pt x="11641" y="10506"/>
                          <a:pt x="11154" y="9664"/>
                        </a:cubicBezTo>
                        <a:lnTo>
                          <a:pt x="5701" y="0"/>
                        </a:lnTo>
                        <a:lnTo>
                          <a:pt x="9159" y="10595"/>
                        </a:lnTo>
                        <a:cubicBezTo>
                          <a:pt x="9425" y="11482"/>
                          <a:pt x="9779" y="12413"/>
                          <a:pt x="10001" y="13211"/>
                        </a:cubicBezTo>
                        <a:cubicBezTo>
                          <a:pt x="10223" y="13964"/>
                          <a:pt x="10356" y="14806"/>
                          <a:pt x="10400" y="15649"/>
                        </a:cubicBezTo>
                        <a:cubicBezTo>
                          <a:pt x="10533" y="17378"/>
                          <a:pt x="10489" y="19107"/>
                          <a:pt x="10400" y="20924"/>
                        </a:cubicBezTo>
                        <a:cubicBezTo>
                          <a:pt x="10134" y="24471"/>
                          <a:pt x="9647" y="28061"/>
                          <a:pt x="9026" y="31652"/>
                        </a:cubicBezTo>
                        <a:lnTo>
                          <a:pt x="8051" y="37061"/>
                        </a:lnTo>
                        <a:lnTo>
                          <a:pt x="7563" y="39853"/>
                        </a:lnTo>
                        <a:lnTo>
                          <a:pt x="7341" y="41361"/>
                        </a:lnTo>
                        <a:lnTo>
                          <a:pt x="7253" y="42292"/>
                        </a:lnTo>
                        <a:lnTo>
                          <a:pt x="7253" y="42558"/>
                        </a:lnTo>
                        <a:lnTo>
                          <a:pt x="7253" y="42691"/>
                        </a:lnTo>
                        <a:lnTo>
                          <a:pt x="7297" y="43223"/>
                        </a:lnTo>
                        <a:cubicBezTo>
                          <a:pt x="7297" y="43311"/>
                          <a:pt x="7341" y="43356"/>
                          <a:pt x="7386" y="43444"/>
                        </a:cubicBezTo>
                        <a:cubicBezTo>
                          <a:pt x="5169" y="48010"/>
                          <a:pt x="3396" y="52842"/>
                          <a:pt x="2243" y="57852"/>
                        </a:cubicBezTo>
                        <a:cubicBezTo>
                          <a:pt x="-62" y="68181"/>
                          <a:pt x="-62" y="78510"/>
                          <a:pt x="27" y="88529"/>
                        </a:cubicBezTo>
                        <a:lnTo>
                          <a:pt x="780" y="118319"/>
                        </a:ln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45" name="Forme libre : forme 27344">
                    <a:extLst>
                      <a:ext uri="{FF2B5EF4-FFF2-40B4-BE49-F238E27FC236}">
                        <a16:creationId xmlns:a16="http://schemas.microsoft.com/office/drawing/2014/main" id="{E35A01BC-864C-46F9-8416-D0CFE96B703A}"/>
                      </a:ext>
                    </a:extLst>
                  </p:cNvPr>
                  <p:cNvSpPr/>
                  <p:nvPr/>
                </p:nvSpPr>
                <p:spPr>
                  <a:xfrm>
                    <a:off x="7606976" y="3203045"/>
                    <a:ext cx="58472" cy="6871"/>
                  </a:xfrm>
                  <a:custGeom>
                    <a:avLst/>
                    <a:gdLst>
                      <a:gd name="connsiteX0" fmla="*/ 58473 w 58472"/>
                      <a:gd name="connsiteY0" fmla="*/ 6871 h 6871"/>
                      <a:gd name="connsiteX1" fmla="*/ 45927 w 58472"/>
                      <a:gd name="connsiteY1" fmla="*/ 4699 h 6871"/>
                      <a:gd name="connsiteX2" fmla="*/ 42690 w 58472"/>
                      <a:gd name="connsiteY2" fmla="*/ 4123 h 6871"/>
                      <a:gd name="connsiteX3" fmla="*/ 21545 w 58472"/>
                      <a:gd name="connsiteY3" fmla="*/ 1906 h 6871"/>
                      <a:gd name="connsiteX4" fmla="*/ 1020 w 58472"/>
                      <a:gd name="connsiteY4" fmla="*/ 177 h 6871"/>
                      <a:gd name="connsiteX5" fmla="*/ 0 w 58472"/>
                      <a:gd name="connsiteY5" fmla="*/ 0 h 6871"/>
                      <a:gd name="connsiteX6" fmla="*/ 10861 w 58472"/>
                      <a:gd name="connsiteY6" fmla="*/ 2128 h 6871"/>
                      <a:gd name="connsiteX7" fmla="*/ 31386 w 58472"/>
                      <a:gd name="connsiteY7" fmla="*/ 3857 h 6871"/>
                      <a:gd name="connsiteX8" fmla="*/ 52532 w 58472"/>
                      <a:gd name="connsiteY8" fmla="*/ 6073 h 6871"/>
                      <a:gd name="connsiteX9" fmla="*/ 55768 w 58472"/>
                      <a:gd name="connsiteY9" fmla="*/ 6650 h 6871"/>
                      <a:gd name="connsiteX10" fmla="*/ 58473 w 58472"/>
                      <a:gd name="connsiteY10" fmla="*/ 6871 h 6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8472" h="6871">
                        <a:moveTo>
                          <a:pt x="58473" y="6871"/>
                        </a:moveTo>
                        <a:cubicBezTo>
                          <a:pt x="52399" y="5187"/>
                          <a:pt x="48143" y="4788"/>
                          <a:pt x="45927" y="4699"/>
                        </a:cubicBezTo>
                        <a:cubicBezTo>
                          <a:pt x="44863" y="4522"/>
                          <a:pt x="43755" y="4300"/>
                          <a:pt x="42690" y="4123"/>
                        </a:cubicBezTo>
                        <a:cubicBezTo>
                          <a:pt x="35598" y="3059"/>
                          <a:pt x="28549" y="2483"/>
                          <a:pt x="21545" y="1906"/>
                        </a:cubicBezTo>
                        <a:cubicBezTo>
                          <a:pt x="14585" y="1418"/>
                          <a:pt x="7625" y="1108"/>
                          <a:pt x="1020" y="177"/>
                        </a:cubicBezTo>
                        <a:cubicBezTo>
                          <a:pt x="665" y="133"/>
                          <a:pt x="354" y="44"/>
                          <a:pt x="0" y="0"/>
                        </a:cubicBezTo>
                        <a:cubicBezTo>
                          <a:pt x="3591" y="931"/>
                          <a:pt x="7182" y="1684"/>
                          <a:pt x="10861" y="2128"/>
                        </a:cubicBezTo>
                        <a:cubicBezTo>
                          <a:pt x="17466" y="3059"/>
                          <a:pt x="24426" y="3369"/>
                          <a:pt x="31386" y="3857"/>
                        </a:cubicBezTo>
                        <a:cubicBezTo>
                          <a:pt x="38390" y="4433"/>
                          <a:pt x="45439" y="5054"/>
                          <a:pt x="52532" y="6073"/>
                        </a:cubicBezTo>
                        <a:cubicBezTo>
                          <a:pt x="53596" y="6251"/>
                          <a:pt x="54704" y="6472"/>
                          <a:pt x="55768" y="6650"/>
                        </a:cubicBezTo>
                        <a:cubicBezTo>
                          <a:pt x="56478" y="6694"/>
                          <a:pt x="57364" y="6738"/>
                          <a:pt x="58473" y="6871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46" name="Forme libre : forme 27345">
                    <a:extLst>
                      <a:ext uri="{FF2B5EF4-FFF2-40B4-BE49-F238E27FC236}">
                        <a16:creationId xmlns:a16="http://schemas.microsoft.com/office/drawing/2014/main" id="{C345CCD5-9FA7-458A-A3E1-AB41CC6AD765}"/>
                      </a:ext>
                    </a:extLst>
                  </p:cNvPr>
                  <p:cNvSpPr/>
                  <p:nvPr/>
                </p:nvSpPr>
                <p:spPr>
                  <a:xfrm>
                    <a:off x="7636634" y="3069076"/>
                    <a:ext cx="107693" cy="164726"/>
                  </a:xfrm>
                  <a:custGeom>
                    <a:avLst/>
                    <a:gdLst>
                      <a:gd name="connsiteX0" fmla="*/ 76958 w 107693"/>
                      <a:gd name="connsiteY0" fmla="*/ 133702 h 164726"/>
                      <a:gd name="connsiteX1" fmla="*/ 73855 w 107693"/>
                      <a:gd name="connsiteY1" fmla="*/ 159591 h 164726"/>
                      <a:gd name="connsiteX2" fmla="*/ 80860 w 107693"/>
                      <a:gd name="connsiteY2" fmla="*/ 164379 h 164726"/>
                      <a:gd name="connsiteX3" fmla="*/ 83830 w 107693"/>
                      <a:gd name="connsiteY3" fmla="*/ 160788 h 164726"/>
                      <a:gd name="connsiteX4" fmla="*/ 103557 w 107693"/>
                      <a:gd name="connsiteY4" fmla="*/ 91233 h 164726"/>
                      <a:gd name="connsiteX5" fmla="*/ 107635 w 107693"/>
                      <a:gd name="connsiteY5" fmla="*/ 85204 h 164726"/>
                      <a:gd name="connsiteX6" fmla="*/ 107547 w 107693"/>
                      <a:gd name="connsiteY6" fmla="*/ 77978 h 164726"/>
                      <a:gd name="connsiteX7" fmla="*/ 88130 w 107693"/>
                      <a:gd name="connsiteY7" fmla="*/ 49119 h 164726"/>
                      <a:gd name="connsiteX8" fmla="*/ 85869 w 107693"/>
                      <a:gd name="connsiteY8" fmla="*/ 47345 h 164726"/>
                      <a:gd name="connsiteX9" fmla="*/ 60999 w 107693"/>
                      <a:gd name="connsiteY9" fmla="*/ 31519 h 164726"/>
                      <a:gd name="connsiteX10" fmla="*/ 57497 w 107693"/>
                      <a:gd name="connsiteY10" fmla="*/ 29347 h 164726"/>
                      <a:gd name="connsiteX11" fmla="*/ 44863 w 107693"/>
                      <a:gd name="connsiteY11" fmla="*/ 21589 h 164726"/>
                      <a:gd name="connsiteX12" fmla="*/ 35553 w 107693"/>
                      <a:gd name="connsiteY12" fmla="*/ 15871 h 164726"/>
                      <a:gd name="connsiteX13" fmla="*/ 35199 w 107693"/>
                      <a:gd name="connsiteY13" fmla="*/ 15649 h 164726"/>
                      <a:gd name="connsiteX14" fmla="*/ 35110 w 107693"/>
                      <a:gd name="connsiteY14" fmla="*/ 15560 h 164726"/>
                      <a:gd name="connsiteX15" fmla="*/ 19639 w 107693"/>
                      <a:gd name="connsiteY15" fmla="*/ 5541 h 164726"/>
                      <a:gd name="connsiteX16" fmla="*/ 2083 w 107693"/>
                      <a:gd name="connsiteY16" fmla="*/ 266 h 164726"/>
                      <a:gd name="connsiteX17" fmla="*/ 0 w 107693"/>
                      <a:gd name="connsiteY17" fmla="*/ 0 h 164726"/>
                      <a:gd name="connsiteX18" fmla="*/ 9797 w 107693"/>
                      <a:gd name="connsiteY18" fmla="*/ 3591 h 164726"/>
                      <a:gd name="connsiteX19" fmla="*/ 25268 w 107693"/>
                      <a:gd name="connsiteY19" fmla="*/ 13610 h 164726"/>
                      <a:gd name="connsiteX20" fmla="*/ 25357 w 107693"/>
                      <a:gd name="connsiteY20" fmla="*/ 13698 h 164726"/>
                      <a:gd name="connsiteX21" fmla="*/ 25712 w 107693"/>
                      <a:gd name="connsiteY21" fmla="*/ 13920 h 164726"/>
                      <a:gd name="connsiteX22" fmla="*/ 35021 w 107693"/>
                      <a:gd name="connsiteY22" fmla="*/ 19639 h 164726"/>
                      <a:gd name="connsiteX23" fmla="*/ 47656 w 107693"/>
                      <a:gd name="connsiteY23" fmla="*/ 27397 h 164726"/>
                      <a:gd name="connsiteX24" fmla="*/ 51158 w 107693"/>
                      <a:gd name="connsiteY24" fmla="*/ 29569 h 164726"/>
                      <a:gd name="connsiteX25" fmla="*/ 76027 w 107693"/>
                      <a:gd name="connsiteY25" fmla="*/ 45395 h 164726"/>
                      <a:gd name="connsiteX26" fmla="*/ 78288 w 107693"/>
                      <a:gd name="connsiteY26" fmla="*/ 47168 h 164726"/>
                      <a:gd name="connsiteX27" fmla="*/ 97705 w 107693"/>
                      <a:gd name="connsiteY27" fmla="*/ 76028 h 164726"/>
                      <a:gd name="connsiteX28" fmla="*/ 97750 w 107693"/>
                      <a:gd name="connsiteY28" fmla="*/ 84982 h 164726"/>
                      <a:gd name="connsiteX29" fmla="*/ 76958 w 107693"/>
                      <a:gd name="connsiteY29" fmla="*/ 133702 h 164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07693" h="164726">
                        <a:moveTo>
                          <a:pt x="76958" y="133702"/>
                        </a:moveTo>
                        <a:cubicBezTo>
                          <a:pt x="75096" y="142391"/>
                          <a:pt x="75096" y="154050"/>
                          <a:pt x="73855" y="159591"/>
                        </a:cubicBezTo>
                        <a:cubicBezTo>
                          <a:pt x="76116" y="161099"/>
                          <a:pt x="78466" y="162650"/>
                          <a:pt x="80860" y="164379"/>
                        </a:cubicBezTo>
                        <a:cubicBezTo>
                          <a:pt x="82411" y="165488"/>
                          <a:pt x="83253" y="163847"/>
                          <a:pt x="83830" y="160788"/>
                        </a:cubicBezTo>
                        <a:cubicBezTo>
                          <a:pt x="80727" y="133791"/>
                          <a:pt x="94779" y="105685"/>
                          <a:pt x="103557" y="91233"/>
                        </a:cubicBezTo>
                        <a:cubicBezTo>
                          <a:pt x="104887" y="89194"/>
                          <a:pt x="106261" y="87199"/>
                          <a:pt x="107635" y="85204"/>
                        </a:cubicBezTo>
                        <a:cubicBezTo>
                          <a:pt x="107724" y="82766"/>
                          <a:pt x="107724" y="80328"/>
                          <a:pt x="107547" y="77978"/>
                        </a:cubicBezTo>
                        <a:cubicBezTo>
                          <a:pt x="105330" y="65654"/>
                          <a:pt x="95444" y="55325"/>
                          <a:pt x="88130" y="49119"/>
                        </a:cubicBezTo>
                        <a:lnTo>
                          <a:pt x="85869" y="47345"/>
                        </a:lnTo>
                        <a:cubicBezTo>
                          <a:pt x="78111" y="41848"/>
                          <a:pt x="69511" y="36617"/>
                          <a:pt x="60999" y="31519"/>
                        </a:cubicBezTo>
                        <a:lnTo>
                          <a:pt x="57497" y="29347"/>
                        </a:lnTo>
                        <a:cubicBezTo>
                          <a:pt x="53153" y="26909"/>
                          <a:pt x="48941" y="24338"/>
                          <a:pt x="44863" y="21589"/>
                        </a:cubicBezTo>
                        <a:lnTo>
                          <a:pt x="35553" y="15871"/>
                        </a:lnTo>
                        <a:lnTo>
                          <a:pt x="35199" y="15649"/>
                        </a:lnTo>
                        <a:lnTo>
                          <a:pt x="35110" y="15560"/>
                        </a:lnTo>
                        <a:cubicBezTo>
                          <a:pt x="30189" y="11659"/>
                          <a:pt x="25091" y="8157"/>
                          <a:pt x="19639" y="5541"/>
                        </a:cubicBezTo>
                        <a:cubicBezTo>
                          <a:pt x="14186" y="2926"/>
                          <a:pt x="8290" y="1241"/>
                          <a:pt x="2083" y="266"/>
                        </a:cubicBezTo>
                        <a:cubicBezTo>
                          <a:pt x="1418" y="177"/>
                          <a:pt x="709" y="89"/>
                          <a:pt x="0" y="0"/>
                        </a:cubicBezTo>
                        <a:cubicBezTo>
                          <a:pt x="3369" y="931"/>
                          <a:pt x="6650" y="2084"/>
                          <a:pt x="9797" y="3591"/>
                        </a:cubicBezTo>
                        <a:cubicBezTo>
                          <a:pt x="15294" y="6206"/>
                          <a:pt x="20392" y="9708"/>
                          <a:pt x="25268" y="13610"/>
                        </a:cubicBezTo>
                        <a:lnTo>
                          <a:pt x="25357" y="13698"/>
                        </a:lnTo>
                        <a:lnTo>
                          <a:pt x="25712" y="13920"/>
                        </a:lnTo>
                        <a:lnTo>
                          <a:pt x="35021" y="19639"/>
                        </a:lnTo>
                        <a:cubicBezTo>
                          <a:pt x="39100" y="22387"/>
                          <a:pt x="43311" y="24958"/>
                          <a:pt x="47656" y="27397"/>
                        </a:cubicBezTo>
                        <a:lnTo>
                          <a:pt x="51158" y="29569"/>
                        </a:lnTo>
                        <a:cubicBezTo>
                          <a:pt x="59625" y="34667"/>
                          <a:pt x="68225" y="39898"/>
                          <a:pt x="76027" y="45395"/>
                        </a:cubicBezTo>
                        <a:lnTo>
                          <a:pt x="78288" y="47168"/>
                        </a:lnTo>
                        <a:cubicBezTo>
                          <a:pt x="85603" y="53330"/>
                          <a:pt x="95489" y="63704"/>
                          <a:pt x="97705" y="76028"/>
                        </a:cubicBezTo>
                        <a:cubicBezTo>
                          <a:pt x="97927" y="78953"/>
                          <a:pt x="97927" y="81968"/>
                          <a:pt x="97750" y="84982"/>
                        </a:cubicBezTo>
                        <a:cubicBezTo>
                          <a:pt x="92031" y="95578"/>
                          <a:pt x="79219" y="123152"/>
                          <a:pt x="76958" y="133702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47" name="Forme libre : forme 27346">
                    <a:extLst>
                      <a:ext uri="{FF2B5EF4-FFF2-40B4-BE49-F238E27FC236}">
                        <a16:creationId xmlns:a16="http://schemas.microsoft.com/office/drawing/2014/main" id="{62DC0D49-26B6-4958-AA1B-BB46A99235BE}"/>
                      </a:ext>
                    </a:extLst>
                  </p:cNvPr>
                  <p:cNvSpPr/>
                  <p:nvPr/>
                </p:nvSpPr>
                <p:spPr>
                  <a:xfrm>
                    <a:off x="6909162" y="3218206"/>
                    <a:ext cx="870693" cy="1295084"/>
                  </a:xfrm>
                  <a:custGeom>
                    <a:avLst/>
                    <a:gdLst>
                      <a:gd name="connsiteX0" fmla="*/ 7315 w 870693"/>
                      <a:gd name="connsiteY0" fmla="*/ 1295085 h 1295084"/>
                      <a:gd name="connsiteX1" fmla="*/ 295554 w 870693"/>
                      <a:gd name="connsiteY1" fmla="*/ 1159210 h 1295084"/>
                      <a:gd name="connsiteX2" fmla="*/ 567569 w 870693"/>
                      <a:gd name="connsiteY2" fmla="*/ 931305 h 1295084"/>
                      <a:gd name="connsiteX3" fmla="*/ 718162 w 870693"/>
                      <a:gd name="connsiteY3" fmla="*/ 811035 h 1295084"/>
                      <a:gd name="connsiteX4" fmla="*/ 750124 w 870693"/>
                      <a:gd name="connsiteY4" fmla="*/ 773974 h 1295084"/>
                      <a:gd name="connsiteX5" fmla="*/ 785899 w 870693"/>
                      <a:gd name="connsiteY5" fmla="*/ 732480 h 1295084"/>
                      <a:gd name="connsiteX6" fmla="*/ 819192 w 870693"/>
                      <a:gd name="connsiteY6" fmla="*/ 592616 h 1295084"/>
                      <a:gd name="connsiteX7" fmla="*/ 817552 w 870693"/>
                      <a:gd name="connsiteY7" fmla="*/ 551832 h 1295084"/>
                      <a:gd name="connsiteX8" fmla="*/ 832269 w 870693"/>
                      <a:gd name="connsiteY8" fmla="*/ 363070 h 1295084"/>
                      <a:gd name="connsiteX9" fmla="*/ 842111 w 870693"/>
                      <a:gd name="connsiteY9" fmla="*/ 333457 h 1295084"/>
                      <a:gd name="connsiteX10" fmla="*/ 810902 w 870693"/>
                      <a:gd name="connsiteY10" fmla="*/ 37194 h 1295084"/>
                      <a:gd name="connsiteX11" fmla="*/ 756419 w 870693"/>
                      <a:gd name="connsiteY11" fmla="*/ 709 h 1295084"/>
                      <a:gd name="connsiteX12" fmla="*/ 751587 w 870693"/>
                      <a:gd name="connsiteY12" fmla="*/ 0 h 1295084"/>
                      <a:gd name="connsiteX13" fmla="*/ 801105 w 870693"/>
                      <a:gd name="connsiteY13" fmla="*/ 35199 h 1295084"/>
                      <a:gd name="connsiteX14" fmla="*/ 832314 w 870693"/>
                      <a:gd name="connsiteY14" fmla="*/ 331462 h 1295084"/>
                      <a:gd name="connsiteX15" fmla="*/ 822472 w 870693"/>
                      <a:gd name="connsiteY15" fmla="*/ 361076 h 1295084"/>
                      <a:gd name="connsiteX16" fmla="*/ 807755 w 870693"/>
                      <a:gd name="connsiteY16" fmla="*/ 549837 h 1295084"/>
                      <a:gd name="connsiteX17" fmla="*/ 809395 w 870693"/>
                      <a:gd name="connsiteY17" fmla="*/ 590621 h 1295084"/>
                      <a:gd name="connsiteX18" fmla="*/ 776102 w 870693"/>
                      <a:gd name="connsiteY18" fmla="*/ 730486 h 1295084"/>
                      <a:gd name="connsiteX19" fmla="*/ 740327 w 870693"/>
                      <a:gd name="connsiteY19" fmla="*/ 771979 h 1295084"/>
                      <a:gd name="connsiteX20" fmla="*/ 708364 w 870693"/>
                      <a:gd name="connsiteY20" fmla="*/ 809040 h 1295084"/>
                      <a:gd name="connsiteX21" fmla="*/ 557772 w 870693"/>
                      <a:gd name="connsiteY21" fmla="*/ 929310 h 1295084"/>
                      <a:gd name="connsiteX22" fmla="*/ 285757 w 870693"/>
                      <a:gd name="connsiteY22" fmla="*/ 1157215 h 1295084"/>
                      <a:gd name="connsiteX23" fmla="*/ 0 w 870693"/>
                      <a:gd name="connsiteY23" fmla="*/ 1292912 h 1295084"/>
                      <a:gd name="connsiteX24" fmla="*/ 7315 w 870693"/>
                      <a:gd name="connsiteY24" fmla="*/ 1295085 h 1295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870693" h="1295084">
                        <a:moveTo>
                          <a:pt x="7315" y="1295085"/>
                        </a:moveTo>
                        <a:cubicBezTo>
                          <a:pt x="188806" y="1284401"/>
                          <a:pt x="268734" y="1190685"/>
                          <a:pt x="295554" y="1159210"/>
                        </a:cubicBezTo>
                        <a:cubicBezTo>
                          <a:pt x="362760" y="1080346"/>
                          <a:pt x="471593" y="1001170"/>
                          <a:pt x="567569" y="931305"/>
                        </a:cubicBezTo>
                        <a:cubicBezTo>
                          <a:pt x="634509" y="882585"/>
                          <a:pt x="692361" y="840515"/>
                          <a:pt x="718162" y="811035"/>
                        </a:cubicBezTo>
                        <a:cubicBezTo>
                          <a:pt x="728535" y="799154"/>
                          <a:pt x="739174" y="786742"/>
                          <a:pt x="750124" y="773974"/>
                        </a:cubicBezTo>
                        <a:cubicBezTo>
                          <a:pt x="761739" y="760409"/>
                          <a:pt x="773664" y="746489"/>
                          <a:pt x="785899" y="732480"/>
                        </a:cubicBezTo>
                        <a:cubicBezTo>
                          <a:pt x="802080" y="702912"/>
                          <a:pt x="821408" y="654192"/>
                          <a:pt x="819192" y="592616"/>
                        </a:cubicBezTo>
                        <a:cubicBezTo>
                          <a:pt x="818660" y="577898"/>
                          <a:pt x="818083" y="564378"/>
                          <a:pt x="817552" y="551832"/>
                        </a:cubicBezTo>
                        <a:cubicBezTo>
                          <a:pt x="814227" y="473056"/>
                          <a:pt x="812365" y="429700"/>
                          <a:pt x="832269" y="363070"/>
                        </a:cubicBezTo>
                        <a:cubicBezTo>
                          <a:pt x="835195" y="353318"/>
                          <a:pt x="838565" y="343653"/>
                          <a:pt x="842111" y="333457"/>
                        </a:cubicBezTo>
                        <a:cubicBezTo>
                          <a:pt x="865119" y="267626"/>
                          <a:pt x="905549" y="201130"/>
                          <a:pt x="810902" y="37194"/>
                        </a:cubicBezTo>
                        <a:cubicBezTo>
                          <a:pt x="804164" y="27175"/>
                          <a:pt x="787451" y="7580"/>
                          <a:pt x="756419" y="709"/>
                        </a:cubicBezTo>
                        <a:cubicBezTo>
                          <a:pt x="754823" y="443"/>
                          <a:pt x="753183" y="222"/>
                          <a:pt x="751587" y="0"/>
                        </a:cubicBezTo>
                        <a:cubicBezTo>
                          <a:pt x="779427" y="7758"/>
                          <a:pt x="794721" y="25712"/>
                          <a:pt x="801105" y="35199"/>
                        </a:cubicBezTo>
                        <a:cubicBezTo>
                          <a:pt x="895751" y="199135"/>
                          <a:pt x="855366" y="265587"/>
                          <a:pt x="832314" y="331462"/>
                        </a:cubicBezTo>
                        <a:cubicBezTo>
                          <a:pt x="828767" y="341659"/>
                          <a:pt x="825354" y="351323"/>
                          <a:pt x="822472" y="361076"/>
                        </a:cubicBezTo>
                        <a:cubicBezTo>
                          <a:pt x="802568" y="427705"/>
                          <a:pt x="804385" y="471061"/>
                          <a:pt x="807755" y="549837"/>
                        </a:cubicBezTo>
                        <a:cubicBezTo>
                          <a:pt x="808287" y="562383"/>
                          <a:pt x="808863" y="575903"/>
                          <a:pt x="809395" y="590621"/>
                        </a:cubicBezTo>
                        <a:cubicBezTo>
                          <a:pt x="811656" y="652197"/>
                          <a:pt x="792283" y="700917"/>
                          <a:pt x="776102" y="730486"/>
                        </a:cubicBezTo>
                        <a:cubicBezTo>
                          <a:pt x="763822" y="744494"/>
                          <a:pt x="751897" y="758414"/>
                          <a:pt x="740327" y="771979"/>
                        </a:cubicBezTo>
                        <a:cubicBezTo>
                          <a:pt x="729422" y="784747"/>
                          <a:pt x="718782" y="797159"/>
                          <a:pt x="708364" y="809040"/>
                        </a:cubicBezTo>
                        <a:cubicBezTo>
                          <a:pt x="682564" y="838520"/>
                          <a:pt x="624756" y="880590"/>
                          <a:pt x="557772" y="929310"/>
                        </a:cubicBezTo>
                        <a:cubicBezTo>
                          <a:pt x="461751" y="999176"/>
                          <a:pt x="352919" y="1078351"/>
                          <a:pt x="285757" y="1157215"/>
                        </a:cubicBezTo>
                        <a:cubicBezTo>
                          <a:pt x="259070" y="1188557"/>
                          <a:pt x="179718" y="1281564"/>
                          <a:pt x="0" y="1292912"/>
                        </a:cubicBezTo>
                        <a:cubicBezTo>
                          <a:pt x="2394" y="1293711"/>
                          <a:pt x="4832" y="1294420"/>
                          <a:pt x="7315" y="1295085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48" name="Forme libre : forme 27347">
                    <a:extLst>
                      <a:ext uri="{FF2B5EF4-FFF2-40B4-BE49-F238E27FC236}">
                        <a16:creationId xmlns:a16="http://schemas.microsoft.com/office/drawing/2014/main" id="{E8BB8F6E-961F-4456-85E6-6562DE35DB15}"/>
                      </a:ext>
                    </a:extLst>
                  </p:cNvPr>
                  <p:cNvSpPr/>
                  <p:nvPr/>
                </p:nvSpPr>
                <p:spPr>
                  <a:xfrm>
                    <a:off x="4714026" y="3705742"/>
                    <a:ext cx="70109" cy="117315"/>
                  </a:xfrm>
                  <a:custGeom>
                    <a:avLst/>
                    <a:gdLst>
                      <a:gd name="connsiteX0" fmla="*/ 0 w 70109"/>
                      <a:gd name="connsiteY0" fmla="*/ 109114 h 117315"/>
                      <a:gd name="connsiteX1" fmla="*/ 3281 w 70109"/>
                      <a:gd name="connsiteY1" fmla="*/ 117315 h 117315"/>
                      <a:gd name="connsiteX2" fmla="*/ 12679 w 70109"/>
                      <a:gd name="connsiteY2" fmla="*/ 100248 h 117315"/>
                      <a:gd name="connsiteX3" fmla="*/ 23052 w 70109"/>
                      <a:gd name="connsiteY3" fmla="*/ 89209 h 117315"/>
                      <a:gd name="connsiteX4" fmla="*/ 36041 w 70109"/>
                      <a:gd name="connsiteY4" fmla="*/ 71167 h 117315"/>
                      <a:gd name="connsiteX5" fmla="*/ 29702 w 70109"/>
                      <a:gd name="connsiteY5" fmla="*/ 75511 h 117315"/>
                      <a:gd name="connsiteX6" fmla="*/ 44597 w 70109"/>
                      <a:gd name="connsiteY6" fmla="*/ 56405 h 117315"/>
                      <a:gd name="connsiteX7" fmla="*/ 69245 w 70109"/>
                      <a:gd name="connsiteY7" fmla="*/ 20452 h 117315"/>
                      <a:gd name="connsiteX8" fmla="*/ 69289 w 70109"/>
                      <a:gd name="connsiteY8" fmla="*/ 20408 h 117315"/>
                      <a:gd name="connsiteX9" fmla="*/ 69201 w 70109"/>
                      <a:gd name="connsiteY9" fmla="*/ 19831 h 117315"/>
                      <a:gd name="connsiteX10" fmla="*/ 69068 w 70109"/>
                      <a:gd name="connsiteY10" fmla="*/ 18812 h 117315"/>
                      <a:gd name="connsiteX11" fmla="*/ 61310 w 70109"/>
                      <a:gd name="connsiteY11" fmla="*/ 17748 h 117315"/>
                      <a:gd name="connsiteX12" fmla="*/ 69777 w 70109"/>
                      <a:gd name="connsiteY12" fmla="*/ 6399 h 117315"/>
                      <a:gd name="connsiteX13" fmla="*/ 65344 w 70109"/>
                      <a:gd name="connsiteY13" fmla="*/ 1079 h 117315"/>
                      <a:gd name="connsiteX14" fmla="*/ 51468 w 70109"/>
                      <a:gd name="connsiteY14" fmla="*/ 15797 h 117315"/>
                      <a:gd name="connsiteX15" fmla="*/ 62684 w 70109"/>
                      <a:gd name="connsiteY15" fmla="*/ 21915 h 117315"/>
                      <a:gd name="connsiteX16" fmla="*/ 62684 w 70109"/>
                      <a:gd name="connsiteY16" fmla="*/ 22314 h 117315"/>
                      <a:gd name="connsiteX17" fmla="*/ 39366 w 70109"/>
                      <a:gd name="connsiteY17" fmla="*/ 52237 h 117315"/>
                      <a:gd name="connsiteX18" fmla="*/ 6384 w 70109"/>
                      <a:gd name="connsiteY18" fmla="*/ 97677 h 117315"/>
                      <a:gd name="connsiteX19" fmla="*/ 5320 w 70109"/>
                      <a:gd name="connsiteY19" fmla="*/ 99361 h 117315"/>
                      <a:gd name="connsiteX20" fmla="*/ 5364 w 70109"/>
                      <a:gd name="connsiteY20" fmla="*/ 99405 h 117315"/>
                      <a:gd name="connsiteX21" fmla="*/ 0 w 70109"/>
                      <a:gd name="connsiteY21" fmla="*/ 109114 h 117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70109" h="117315">
                        <a:moveTo>
                          <a:pt x="0" y="109114"/>
                        </a:moveTo>
                        <a:cubicBezTo>
                          <a:pt x="1286" y="111818"/>
                          <a:pt x="2394" y="114522"/>
                          <a:pt x="3281" y="117315"/>
                        </a:cubicBezTo>
                        <a:cubicBezTo>
                          <a:pt x="6029" y="111596"/>
                          <a:pt x="9177" y="105878"/>
                          <a:pt x="12679" y="100248"/>
                        </a:cubicBezTo>
                        <a:cubicBezTo>
                          <a:pt x="14984" y="96879"/>
                          <a:pt x="18486" y="93155"/>
                          <a:pt x="23052" y="89209"/>
                        </a:cubicBezTo>
                        <a:cubicBezTo>
                          <a:pt x="27175" y="83136"/>
                          <a:pt x="31519" y="77107"/>
                          <a:pt x="36041" y="71167"/>
                        </a:cubicBezTo>
                        <a:cubicBezTo>
                          <a:pt x="33913" y="72585"/>
                          <a:pt x="31830" y="74004"/>
                          <a:pt x="29702" y="75511"/>
                        </a:cubicBezTo>
                        <a:cubicBezTo>
                          <a:pt x="34534" y="69083"/>
                          <a:pt x="39543" y="62699"/>
                          <a:pt x="44597" y="56405"/>
                        </a:cubicBezTo>
                        <a:cubicBezTo>
                          <a:pt x="59980" y="37254"/>
                          <a:pt x="69910" y="31180"/>
                          <a:pt x="69245" y="20452"/>
                        </a:cubicBezTo>
                        <a:cubicBezTo>
                          <a:pt x="69245" y="20452"/>
                          <a:pt x="69289" y="20408"/>
                          <a:pt x="69289" y="20408"/>
                        </a:cubicBezTo>
                        <a:cubicBezTo>
                          <a:pt x="69289" y="20408"/>
                          <a:pt x="69245" y="20186"/>
                          <a:pt x="69201" y="19831"/>
                        </a:cubicBezTo>
                        <a:cubicBezTo>
                          <a:pt x="69156" y="19477"/>
                          <a:pt x="69112" y="19166"/>
                          <a:pt x="69068" y="18812"/>
                        </a:cubicBezTo>
                        <a:cubicBezTo>
                          <a:pt x="66452" y="18058"/>
                          <a:pt x="62994" y="18590"/>
                          <a:pt x="61310" y="17748"/>
                        </a:cubicBezTo>
                        <a:cubicBezTo>
                          <a:pt x="56433" y="15310"/>
                          <a:pt x="63039" y="10566"/>
                          <a:pt x="69777" y="6399"/>
                        </a:cubicBezTo>
                        <a:cubicBezTo>
                          <a:pt x="70486" y="2409"/>
                          <a:pt x="70486" y="-2112"/>
                          <a:pt x="65344" y="1079"/>
                        </a:cubicBezTo>
                        <a:cubicBezTo>
                          <a:pt x="57852" y="5778"/>
                          <a:pt x="45262" y="12650"/>
                          <a:pt x="51468" y="15797"/>
                        </a:cubicBezTo>
                        <a:cubicBezTo>
                          <a:pt x="54438" y="17260"/>
                          <a:pt x="62728" y="14379"/>
                          <a:pt x="62684" y="21915"/>
                        </a:cubicBezTo>
                        <a:cubicBezTo>
                          <a:pt x="62684" y="22048"/>
                          <a:pt x="62684" y="22181"/>
                          <a:pt x="62684" y="22314"/>
                        </a:cubicBezTo>
                        <a:cubicBezTo>
                          <a:pt x="62861" y="31491"/>
                          <a:pt x="52842" y="35436"/>
                          <a:pt x="39366" y="52237"/>
                        </a:cubicBezTo>
                        <a:cubicBezTo>
                          <a:pt x="27530" y="66955"/>
                          <a:pt x="15826" y="82116"/>
                          <a:pt x="6384" y="97677"/>
                        </a:cubicBezTo>
                        <a:cubicBezTo>
                          <a:pt x="6029" y="98253"/>
                          <a:pt x="5630" y="98785"/>
                          <a:pt x="5320" y="99361"/>
                        </a:cubicBezTo>
                        <a:lnTo>
                          <a:pt x="5364" y="99405"/>
                        </a:lnTo>
                        <a:cubicBezTo>
                          <a:pt x="3502" y="102642"/>
                          <a:pt x="1729" y="105878"/>
                          <a:pt x="0" y="109114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49" name="Forme libre : forme 27348">
                    <a:extLst>
                      <a:ext uri="{FF2B5EF4-FFF2-40B4-BE49-F238E27FC236}">
                        <a16:creationId xmlns:a16="http://schemas.microsoft.com/office/drawing/2014/main" id="{85264A4B-1B13-4AA1-B6E6-922EC9C1C2A7}"/>
                      </a:ext>
                    </a:extLst>
                  </p:cNvPr>
                  <p:cNvSpPr/>
                  <p:nvPr/>
                </p:nvSpPr>
                <p:spPr>
                  <a:xfrm>
                    <a:off x="4754678" y="3641633"/>
                    <a:ext cx="77251" cy="140152"/>
                  </a:xfrm>
                  <a:custGeom>
                    <a:avLst/>
                    <a:gdLst>
                      <a:gd name="connsiteX0" fmla="*/ 20836 w 77251"/>
                      <a:gd name="connsiteY0" fmla="*/ 120115 h 140152"/>
                      <a:gd name="connsiteX1" fmla="*/ 11615 w 77251"/>
                      <a:gd name="connsiteY1" fmla="*/ 125213 h 140152"/>
                      <a:gd name="connsiteX2" fmla="*/ 0 w 77251"/>
                      <a:gd name="connsiteY2" fmla="*/ 140152 h 140152"/>
                      <a:gd name="connsiteX3" fmla="*/ 16801 w 77251"/>
                      <a:gd name="connsiteY3" fmla="*/ 129912 h 140152"/>
                      <a:gd name="connsiteX4" fmla="*/ 29923 w 77251"/>
                      <a:gd name="connsiteY4" fmla="*/ 122464 h 140152"/>
                      <a:gd name="connsiteX5" fmla="*/ 71284 w 77251"/>
                      <a:gd name="connsiteY5" fmla="*/ 69356 h 140152"/>
                      <a:gd name="connsiteX6" fmla="*/ 72126 w 77251"/>
                      <a:gd name="connsiteY6" fmla="*/ 20902 h 140152"/>
                      <a:gd name="connsiteX7" fmla="*/ 72259 w 77251"/>
                      <a:gd name="connsiteY7" fmla="*/ 19616 h 140152"/>
                      <a:gd name="connsiteX8" fmla="*/ 68181 w 77251"/>
                      <a:gd name="connsiteY8" fmla="*/ 16558 h 140152"/>
                      <a:gd name="connsiteX9" fmla="*/ 77003 w 77251"/>
                      <a:gd name="connsiteY9" fmla="*/ 5785 h 140152"/>
                      <a:gd name="connsiteX10" fmla="*/ 69866 w 77251"/>
                      <a:gd name="connsiteY10" fmla="*/ 2061 h 140152"/>
                      <a:gd name="connsiteX11" fmla="*/ 58384 w 77251"/>
                      <a:gd name="connsiteY11" fmla="*/ 14607 h 140152"/>
                      <a:gd name="connsiteX12" fmla="*/ 65521 w 77251"/>
                      <a:gd name="connsiteY12" fmla="*/ 24227 h 140152"/>
                      <a:gd name="connsiteX13" fmla="*/ 64856 w 77251"/>
                      <a:gd name="connsiteY13" fmla="*/ 67671 h 140152"/>
                      <a:gd name="connsiteX14" fmla="*/ 20836 w 77251"/>
                      <a:gd name="connsiteY14" fmla="*/ 120115 h 140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7251" h="140152">
                        <a:moveTo>
                          <a:pt x="20836" y="120115"/>
                        </a:moveTo>
                        <a:cubicBezTo>
                          <a:pt x="18309" y="121445"/>
                          <a:pt x="15161" y="123218"/>
                          <a:pt x="11615" y="125213"/>
                        </a:cubicBezTo>
                        <a:cubicBezTo>
                          <a:pt x="7669" y="130133"/>
                          <a:pt x="3768" y="135099"/>
                          <a:pt x="0" y="140152"/>
                        </a:cubicBezTo>
                        <a:cubicBezTo>
                          <a:pt x="5098" y="136783"/>
                          <a:pt x="10728" y="133370"/>
                          <a:pt x="16801" y="129912"/>
                        </a:cubicBezTo>
                        <a:cubicBezTo>
                          <a:pt x="21855" y="126897"/>
                          <a:pt x="26421" y="124326"/>
                          <a:pt x="29923" y="122464"/>
                        </a:cubicBezTo>
                        <a:cubicBezTo>
                          <a:pt x="50050" y="109741"/>
                          <a:pt x="66009" y="89526"/>
                          <a:pt x="71284" y="69356"/>
                        </a:cubicBezTo>
                        <a:cubicBezTo>
                          <a:pt x="75584" y="52953"/>
                          <a:pt x="72481" y="35886"/>
                          <a:pt x="72126" y="20902"/>
                        </a:cubicBezTo>
                        <a:cubicBezTo>
                          <a:pt x="72171" y="20503"/>
                          <a:pt x="72215" y="20060"/>
                          <a:pt x="72259" y="19616"/>
                        </a:cubicBezTo>
                        <a:cubicBezTo>
                          <a:pt x="70930" y="18863"/>
                          <a:pt x="69422" y="18508"/>
                          <a:pt x="68181" y="16558"/>
                        </a:cubicBezTo>
                        <a:cubicBezTo>
                          <a:pt x="65521" y="12390"/>
                          <a:pt x="69112" y="10839"/>
                          <a:pt x="77003" y="5785"/>
                        </a:cubicBezTo>
                        <a:cubicBezTo>
                          <a:pt x="77890" y="1219"/>
                          <a:pt x="76604" y="-2461"/>
                          <a:pt x="69866" y="2061"/>
                        </a:cubicBezTo>
                        <a:cubicBezTo>
                          <a:pt x="60113" y="8622"/>
                          <a:pt x="55414" y="9996"/>
                          <a:pt x="58384" y="14607"/>
                        </a:cubicBezTo>
                        <a:cubicBezTo>
                          <a:pt x="60999" y="18685"/>
                          <a:pt x="64723" y="15715"/>
                          <a:pt x="65521" y="24227"/>
                        </a:cubicBezTo>
                        <a:cubicBezTo>
                          <a:pt x="65787" y="39698"/>
                          <a:pt x="68624" y="53263"/>
                          <a:pt x="64856" y="67671"/>
                        </a:cubicBezTo>
                        <a:cubicBezTo>
                          <a:pt x="59492" y="88108"/>
                          <a:pt x="42203" y="108722"/>
                          <a:pt x="20836" y="120115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50" name="Forme libre : forme 27349">
                    <a:extLst>
                      <a:ext uri="{FF2B5EF4-FFF2-40B4-BE49-F238E27FC236}">
                        <a16:creationId xmlns:a16="http://schemas.microsoft.com/office/drawing/2014/main" id="{7E30670C-1333-4A92-8221-5F5B08A19C8A}"/>
                      </a:ext>
                    </a:extLst>
                  </p:cNvPr>
                  <p:cNvSpPr/>
                  <p:nvPr/>
                </p:nvSpPr>
                <p:spPr>
                  <a:xfrm>
                    <a:off x="4656130" y="3755280"/>
                    <a:ext cx="54342" cy="129611"/>
                  </a:xfrm>
                  <a:custGeom>
                    <a:avLst/>
                    <a:gdLst>
                      <a:gd name="connsiteX0" fmla="*/ 177 w 54342"/>
                      <a:gd name="connsiteY0" fmla="*/ 4429 h 129611"/>
                      <a:gd name="connsiteX1" fmla="*/ 1685 w 54342"/>
                      <a:gd name="connsiteY1" fmla="*/ 6690 h 129611"/>
                      <a:gd name="connsiteX2" fmla="*/ 10728 w 54342"/>
                      <a:gd name="connsiteY2" fmla="*/ 16974 h 129611"/>
                      <a:gd name="connsiteX3" fmla="*/ 25402 w 54342"/>
                      <a:gd name="connsiteY3" fmla="*/ 37012 h 129611"/>
                      <a:gd name="connsiteX4" fmla="*/ 47257 w 54342"/>
                      <a:gd name="connsiteY4" fmla="*/ 85111 h 129611"/>
                      <a:gd name="connsiteX5" fmla="*/ 47301 w 54342"/>
                      <a:gd name="connsiteY5" fmla="*/ 85111 h 129611"/>
                      <a:gd name="connsiteX6" fmla="*/ 44774 w 54342"/>
                      <a:gd name="connsiteY6" fmla="*/ 95795 h 129611"/>
                      <a:gd name="connsiteX7" fmla="*/ 42203 w 54342"/>
                      <a:gd name="connsiteY7" fmla="*/ 116276 h 129611"/>
                      <a:gd name="connsiteX8" fmla="*/ 41582 w 54342"/>
                      <a:gd name="connsiteY8" fmla="*/ 129132 h 129611"/>
                      <a:gd name="connsiteX9" fmla="*/ 47213 w 54342"/>
                      <a:gd name="connsiteY9" fmla="*/ 121019 h 129611"/>
                      <a:gd name="connsiteX10" fmla="*/ 50404 w 54342"/>
                      <a:gd name="connsiteY10" fmla="*/ 85377 h 129611"/>
                      <a:gd name="connsiteX11" fmla="*/ 51646 w 54342"/>
                      <a:gd name="connsiteY11" fmla="*/ 77531 h 129611"/>
                      <a:gd name="connsiteX12" fmla="*/ 54084 w 54342"/>
                      <a:gd name="connsiteY12" fmla="*/ 67423 h 129611"/>
                      <a:gd name="connsiteX13" fmla="*/ 52665 w 54342"/>
                      <a:gd name="connsiteY13" fmla="*/ 70393 h 129611"/>
                      <a:gd name="connsiteX14" fmla="*/ 40829 w 54342"/>
                      <a:gd name="connsiteY14" fmla="*/ 45125 h 129611"/>
                      <a:gd name="connsiteX15" fmla="*/ 35154 w 54342"/>
                      <a:gd name="connsiteY15" fmla="*/ 38963 h 129611"/>
                      <a:gd name="connsiteX16" fmla="*/ 25313 w 54342"/>
                      <a:gd name="connsiteY16" fmla="*/ 27215 h 129611"/>
                      <a:gd name="connsiteX17" fmla="*/ 16181 w 54342"/>
                      <a:gd name="connsiteY17" fmla="*/ 13162 h 129611"/>
                      <a:gd name="connsiteX18" fmla="*/ 16136 w 54342"/>
                      <a:gd name="connsiteY18" fmla="*/ 13073 h 129611"/>
                      <a:gd name="connsiteX19" fmla="*/ 11393 w 54342"/>
                      <a:gd name="connsiteY19" fmla="*/ 8640 h 129611"/>
                      <a:gd name="connsiteX20" fmla="*/ 17688 w 54342"/>
                      <a:gd name="connsiteY20" fmla="*/ 1991 h 129611"/>
                      <a:gd name="connsiteX21" fmla="*/ 13299 w 54342"/>
                      <a:gd name="connsiteY21" fmla="*/ 528 h 129611"/>
                      <a:gd name="connsiteX22" fmla="*/ 0 w 54342"/>
                      <a:gd name="connsiteY22" fmla="*/ 2124 h 129611"/>
                      <a:gd name="connsiteX23" fmla="*/ 177 w 54342"/>
                      <a:gd name="connsiteY23" fmla="*/ 4429 h 129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54342" h="129611">
                        <a:moveTo>
                          <a:pt x="177" y="4429"/>
                        </a:moveTo>
                        <a:cubicBezTo>
                          <a:pt x="443" y="5094"/>
                          <a:pt x="931" y="5847"/>
                          <a:pt x="1685" y="6690"/>
                        </a:cubicBezTo>
                        <a:cubicBezTo>
                          <a:pt x="4300" y="9793"/>
                          <a:pt x="6605" y="9926"/>
                          <a:pt x="10728" y="16974"/>
                        </a:cubicBezTo>
                        <a:cubicBezTo>
                          <a:pt x="13299" y="22250"/>
                          <a:pt x="17865" y="29653"/>
                          <a:pt x="25402" y="37012"/>
                        </a:cubicBezTo>
                        <a:cubicBezTo>
                          <a:pt x="37681" y="48937"/>
                          <a:pt x="49163" y="68399"/>
                          <a:pt x="47257" y="85111"/>
                        </a:cubicBezTo>
                        <a:lnTo>
                          <a:pt x="47301" y="85111"/>
                        </a:lnTo>
                        <a:cubicBezTo>
                          <a:pt x="46282" y="88658"/>
                          <a:pt x="45395" y="92204"/>
                          <a:pt x="44774" y="95795"/>
                        </a:cubicBezTo>
                        <a:cubicBezTo>
                          <a:pt x="43356" y="102400"/>
                          <a:pt x="42646" y="109937"/>
                          <a:pt x="42203" y="116276"/>
                        </a:cubicBezTo>
                        <a:cubicBezTo>
                          <a:pt x="42336" y="121019"/>
                          <a:pt x="39499" y="123679"/>
                          <a:pt x="41582" y="129132"/>
                        </a:cubicBezTo>
                        <a:cubicBezTo>
                          <a:pt x="42159" y="130683"/>
                          <a:pt x="46769" y="128600"/>
                          <a:pt x="47213" y="121019"/>
                        </a:cubicBezTo>
                        <a:cubicBezTo>
                          <a:pt x="47080" y="102711"/>
                          <a:pt x="49340" y="91140"/>
                          <a:pt x="50404" y="85377"/>
                        </a:cubicBezTo>
                        <a:cubicBezTo>
                          <a:pt x="51114" y="83072"/>
                          <a:pt x="50759" y="79791"/>
                          <a:pt x="51646" y="77531"/>
                        </a:cubicBezTo>
                        <a:cubicBezTo>
                          <a:pt x="51158" y="74073"/>
                          <a:pt x="55414" y="70881"/>
                          <a:pt x="54084" y="67423"/>
                        </a:cubicBezTo>
                        <a:cubicBezTo>
                          <a:pt x="53640" y="68443"/>
                          <a:pt x="53108" y="69418"/>
                          <a:pt x="52665" y="70393"/>
                        </a:cubicBezTo>
                        <a:cubicBezTo>
                          <a:pt x="50537" y="61571"/>
                          <a:pt x="46193" y="52794"/>
                          <a:pt x="40829" y="45125"/>
                        </a:cubicBezTo>
                        <a:cubicBezTo>
                          <a:pt x="39011" y="42908"/>
                          <a:pt x="37105" y="40869"/>
                          <a:pt x="35154" y="38963"/>
                        </a:cubicBezTo>
                        <a:cubicBezTo>
                          <a:pt x="31032" y="34928"/>
                          <a:pt x="27840" y="30939"/>
                          <a:pt x="25313" y="27215"/>
                        </a:cubicBezTo>
                        <a:cubicBezTo>
                          <a:pt x="20791" y="21851"/>
                          <a:pt x="17910" y="16753"/>
                          <a:pt x="16181" y="13162"/>
                        </a:cubicBezTo>
                        <a:cubicBezTo>
                          <a:pt x="16181" y="13118"/>
                          <a:pt x="16181" y="13118"/>
                          <a:pt x="16136" y="13073"/>
                        </a:cubicBezTo>
                        <a:cubicBezTo>
                          <a:pt x="14363" y="11300"/>
                          <a:pt x="12945" y="10458"/>
                          <a:pt x="11393" y="8640"/>
                        </a:cubicBezTo>
                        <a:cubicBezTo>
                          <a:pt x="6960" y="3365"/>
                          <a:pt x="11437" y="1813"/>
                          <a:pt x="17688" y="1991"/>
                        </a:cubicBezTo>
                        <a:cubicBezTo>
                          <a:pt x="16846" y="1370"/>
                          <a:pt x="15472" y="882"/>
                          <a:pt x="13299" y="528"/>
                        </a:cubicBezTo>
                        <a:cubicBezTo>
                          <a:pt x="7315" y="-359"/>
                          <a:pt x="1197" y="-314"/>
                          <a:pt x="0" y="2124"/>
                        </a:cubicBezTo>
                        <a:cubicBezTo>
                          <a:pt x="399" y="2966"/>
                          <a:pt x="443" y="3720"/>
                          <a:pt x="177" y="4429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51" name="Forme libre : forme 27350">
                    <a:extLst>
                      <a:ext uri="{FF2B5EF4-FFF2-40B4-BE49-F238E27FC236}">
                        <a16:creationId xmlns:a16="http://schemas.microsoft.com/office/drawing/2014/main" id="{7DBF1B6A-A94C-48C1-969F-2E8D72A7D0DC}"/>
                      </a:ext>
                    </a:extLst>
                  </p:cNvPr>
                  <p:cNvSpPr/>
                  <p:nvPr/>
                </p:nvSpPr>
                <p:spPr>
                  <a:xfrm>
                    <a:off x="4704362" y="4461955"/>
                    <a:ext cx="79485" cy="11880"/>
                  </a:xfrm>
                  <a:custGeom>
                    <a:avLst/>
                    <a:gdLst>
                      <a:gd name="connsiteX0" fmla="*/ 0 w 79485"/>
                      <a:gd name="connsiteY0" fmla="*/ 0 h 11880"/>
                      <a:gd name="connsiteX1" fmla="*/ 1862 w 79485"/>
                      <a:gd name="connsiteY1" fmla="*/ 1153 h 11880"/>
                      <a:gd name="connsiteX2" fmla="*/ 79485 w 79485"/>
                      <a:gd name="connsiteY2" fmla="*/ 11881 h 11880"/>
                      <a:gd name="connsiteX3" fmla="*/ 0 w 79485"/>
                      <a:gd name="connsiteY3" fmla="*/ 0 h 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485" h="11880">
                        <a:moveTo>
                          <a:pt x="0" y="0"/>
                        </a:moveTo>
                        <a:cubicBezTo>
                          <a:pt x="621" y="355"/>
                          <a:pt x="1241" y="754"/>
                          <a:pt x="1862" y="1153"/>
                        </a:cubicBezTo>
                        <a:cubicBezTo>
                          <a:pt x="29657" y="3857"/>
                          <a:pt x="55813" y="7403"/>
                          <a:pt x="79485" y="11881"/>
                        </a:cubicBezTo>
                        <a:cubicBezTo>
                          <a:pt x="55591" y="6871"/>
                          <a:pt x="28726" y="2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52" name="Forme libre : forme 27351">
                    <a:extLst>
                      <a:ext uri="{FF2B5EF4-FFF2-40B4-BE49-F238E27FC236}">
                        <a16:creationId xmlns:a16="http://schemas.microsoft.com/office/drawing/2014/main" id="{36FC1CB0-0D3D-4710-B7C5-E29644618537}"/>
                      </a:ext>
                    </a:extLst>
                  </p:cNvPr>
                  <p:cNvSpPr/>
                  <p:nvPr/>
                </p:nvSpPr>
                <p:spPr>
                  <a:xfrm>
                    <a:off x="7380223" y="3112920"/>
                    <a:ext cx="54482" cy="53664"/>
                  </a:xfrm>
                  <a:custGeom>
                    <a:avLst/>
                    <a:gdLst>
                      <a:gd name="connsiteX0" fmla="*/ 11083 w 54482"/>
                      <a:gd name="connsiteY0" fmla="*/ 53020 h 53664"/>
                      <a:gd name="connsiteX1" fmla="*/ 54483 w 54482"/>
                      <a:gd name="connsiteY1" fmla="*/ 49119 h 53664"/>
                      <a:gd name="connsiteX2" fmla="*/ 48409 w 54482"/>
                      <a:gd name="connsiteY2" fmla="*/ 45306 h 53664"/>
                      <a:gd name="connsiteX3" fmla="*/ 47124 w 54482"/>
                      <a:gd name="connsiteY3" fmla="*/ 44021 h 53664"/>
                      <a:gd name="connsiteX4" fmla="*/ 40696 w 54482"/>
                      <a:gd name="connsiteY4" fmla="*/ 40785 h 53664"/>
                      <a:gd name="connsiteX5" fmla="*/ 36706 w 54482"/>
                      <a:gd name="connsiteY5" fmla="*/ 35376 h 53664"/>
                      <a:gd name="connsiteX6" fmla="*/ 35332 w 54482"/>
                      <a:gd name="connsiteY6" fmla="*/ 28062 h 53664"/>
                      <a:gd name="connsiteX7" fmla="*/ 32273 w 54482"/>
                      <a:gd name="connsiteY7" fmla="*/ 12812 h 53664"/>
                      <a:gd name="connsiteX8" fmla="*/ 23717 w 54482"/>
                      <a:gd name="connsiteY8" fmla="*/ 0 h 53664"/>
                      <a:gd name="connsiteX9" fmla="*/ 31209 w 54482"/>
                      <a:gd name="connsiteY9" fmla="*/ 13166 h 53664"/>
                      <a:gd name="connsiteX10" fmla="*/ 33115 w 54482"/>
                      <a:gd name="connsiteY10" fmla="*/ 28283 h 53664"/>
                      <a:gd name="connsiteX11" fmla="*/ 34046 w 54482"/>
                      <a:gd name="connsiteY11" fmla="*/ 36174 h 53664"/>
                      <a:gd name="connsiteX12" fmla="*/ 38568 w 54482"/>
                      <a:gd name="connsiteY12" fmla="*/ 43356 h 53664"/>
                      <a:gd name="connsiteX13" fmla="*/ 44641 w 54482"/>
                      <a:gd name="connsiteY13" fmla="*/ 47168 h 53664"/>
                      <a:gd name="connsiteX14" fmla="*/ 1241 w 54482"/>
                      <a:gd name="connsiteY14" fmla="*/ 51069 h 53664"/>
                      <a:gd name="connsiteX15" fmla="*/ 0 w 54482"/>
                      <a:gd name="connsiteY15" fmla="*/ 50847 h 53664"/>
                      <a:gd name="connsiteX16" fmla="*/ 11083 w 54482"/>
                      <a:gd name="connsiteY16" fmla="*/ 53020 h 53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4482" h="53664">
                        <a:moveTo>
                          <a:pt x="11083" y="53020"/>
                        </a:moveTo>
                        <a:cubicBezTo>
                          <a:pt x="25224" y="55015"/>
                          <a:pt x="39721" y="52000"/>
                          <a:pt x="54483" y="49119"/>
                        </a:cubicBezTo>
                        <a:cubicBezTo>
                          <a:pt x="52355" y="48143"/>
                          <a:pt x="50271" y="46902"/>
                          <a:pt x="48409" y="45306"/>
                        </a:cubicBezTo>
                        <a:cubicBezTo>
                          <a:pt x="47966" y="44907"/>
                          <a:pt x="47567" y="44464"/>
                          <a:pt x="47124" y="44021"/>
                        </a:cubicBezTo>
                        <a:cubicBezTo>
                          <a:pt x="44774" y="43267"/>
                          <a:pt x="42602" y="42203"/>
                          <a:pt x="40696" y="40785"/>
                        </a:cubicBezTo>
                        <a:cubicBezTo>
                          <a:pt x="38878" y="39366"/>
                          <a:pt x="37415" y="37548"/>
                          <a:pt x="36706" y="35376"/>
                        </a:cubicBezTo>
                        <a:cubicBezTo>
                          <a:pt x="36085" y="33159"/>
                          <a:pt x="35642" y="30544"/>
                          <a:pt x="35332" y="28062"/>
                        </a:cubicBezTo>
                        <a:cubicBezTo>
                          <a:pt x="34667" y="23008"/>
                          <a:pt x="34091" y="17732"/>
                          <a:pt x="32273" y="12812"/>
                        </a:cubicBezTo>
                        <a:cubicBezTo>
                          <a:pt x="30500" y="7891"/>
                          <a:pt x="27397" y="3546"/>
                          <a:pt x="23717" y="0"/>
                        </a:cubicBezTo>
                        <a:cubicBezTo>
                          <a:pt x="27131" y="3812"/>
                          <a:pt x="29835" y="8290"/>
                          <a:pt x="31209" y="13166"/>
                        </a:cubicBezTo>
                        <a:cubicBezTo>
                          <a:pt x="32628" y="18043"/>
                          <a:pt x="32805" y="23141"/>
                          <a:pt x="33115" y="28283"/>
                        </a:cubicBezTo>
                        <a:cubicBezTo>
                          <a:pt x="33293" y="30899"/>
                          <a:pt x="33470" y="33425"/>
                          <a:pt x="34046" y="36174"/>
                        </a:cubicBezTo>
                        <a:cubicBezTo>
                          <a:pt x="34756" y="38967"/>
                          <a:pt x="36440" y="41494"/>
                          <a:pt x="38568" y="43356"/>
                        </a:cubicBezTo>
                        <a:cubicBezTo>
                          <a:pt x="40430" y="44952"/>
                          <a:pt x="42514" y="46193"/>
                          <a:pt x="44641" y="47168"/>
                        </a:cubicBezTo>
                        <a:cubicBezTo>
                          <a:pt x="29879" y="50050"/>
                          <a:pt x="15427" y="53064"/>
                          <a:pt x="1241" y="51069"/>
                        </a:cubicBezTo>
                        <a:cubicBezTo>
                          <a:pt x="842" y="51025"/>
                          <a:pt x="399" y="50936"/>
                          <a:pt x="0" y="50847"/>
                        </a:cubicBezTo>
                        <a:cubicBezTo>
                          <a:pt x="3635" y="51823"/>
                          <a:pt x="7359" y="52532"/>
                          <a:pt x="11083" y="53020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53" name="Forme libre : forme 27352">
                    <a:extLst>
                      <a:ext uri="{FF2B5EF4-FFF2-40B4-BE49-F238E27FC236}">
                        <a16:creationId xmlns:a16="http://schemas.microsoft.com/office/drawing/2014/main" id="{B4DD710E-97D6-4FA5-940B-5CEF966E7CB7}"/>
                      </a:ext>
                    </a:extLst>
                  </p:cNvPr>
                  <p:cNvSpPr/>
                  <p:nvPr/>
                </p:nvSpPr>
                <p:spPr>
                  <a:xfrm>
                    <a:off x="4214815" y="4453798"/>
                    <a:ext cx="204587" cy="11394"/>
                  </a:xfrm>
                  <a:custGeom>
                    <a:avLst/>
                    <a:gdLst>
                      <a:gd name="connsiteX0" fmla="*/ 0 w 204587"/>
                      <a:gd name="connsiteY0" fmla="*/ 9221 h 11394"/>
                      <a:gd name="connsiteX1" fmla="*/ 12058 w 204587"/>
                      <a:gd name="connsiteY1" fmla="*/ 11171 h 11394"/>
                      <a:gd name="connsiteX2" fmla="*/ 165620 w 204587"/>
                      <a:gd name="connsiteY2" fmla="*/ 3280 h 11394"/>
                      <a:gd name="connsiteX3" fmla="*/ 204587 w 204587"/>
                      <a:gd name="connsiteY3" fmla="*/ 0 h 11394"/>
                      <a:gd name="connsiteX4" fmla="*/ 0 w 204587"/>
                      <a:gd name="connsiteY4" fmla="*/ 9221 h 11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587" h="11394">
                        <a:moveTo>
                          <a:pt x="0" y="9221"/>
                        </a:moveTo>
                        <a:cubicBezTo>
                          <a:pt x="0" y="12369"/>
                          <a:pt x="12058" y="11171"/>
                          <a:pt x="12058" y="11171"/>
                        </a:cubicBezTo>
                        <a:cubicBezTo>
                          <a:pt x="18708" y="10684"/>
                          <a:pt x="81081" y="6073"/>
                          <a:pt x="165620" y="3280"/>
                        </a:cubicBezTo>
                        <a:cubicBezTo>
                          <a:pt x="178432" y="665"/>
                          <a:pt x="191864" y="1596"/>
                          <a:pt x="204587" y="0"/>
                        </a:cubicBezTo>
                        <a:cubicBezTo>
                          <a:pt x="96154" y="2305"/>
                          <a:pt x="7847" y="8645"/>
                          <a:pt x="0" y="9221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54" name="Forme libre : forme 27353">
                    <a:extLst>
                      <a:ext uri="{FF2B5EF4-FFF2-40B4-BE49-F238E27FC236}">
                        <a16:creationId xmlns:a16="http://schemas.microsoft.com/office/drawing/2014/main" id="{4A096180-061C-4E61-ACD5-198212CB97C1}"/>
                      </a:ext>
                    </a:extLst>
                  </p:cNvPr>
                  <p:cNvSpPr/>
                  <p:nvPr/>
                </p:nvSpPr>
                <p:spPr>
                  <a:xfrm>
                    <a:off x="4518571" y="3647918"/>
                    <a:ext cx="186222" cy="812219"/>
                  </a:xfrm>
                  <a:custGeom>
                    <a:avLst/>
                    <a:gdLst>
                      <a:gd name="connsiteX0" fmla="*/ 144563 w 186222"/>
                      <a:gd name="connsiteY0" fmla="*/ 473708 h 812219"/>
                      <a:gd name="connsiteX1" fmla="*/ 182466 w 186222"/>
                      <a:gd name="connsiteY1" fmla="*/ 370151 h 812219"/>
                      <a:gd name="connsiteX2" fmla="*/ 182378 w 186222"/>
                      <a:gd name="connsiteY2" fmla="*/ 269209 h 812219"/>
                      <a:gd name="connsiteX3" fmla="*/ 173024 w 186222"/>
                      <a:gd name="connsiteY3" fmla="*/ 238488 h 812219"/>
                      <a:gd name="connsiteX4" fmla="*/ 128427 w 186222"/>
                      <a:gd name="connsiteY4" fmla="*/ 183473 h 812219"/>
                      <a:gd name="connsiteX5" fmla="*/ 72348 w 186222"/>
                      <a:gd name="connsiteY5" fmla="*/ 100929 h 812219"/>
                      <a:gd name="connsiteX6" fmla="*/ 67206 w 186222"/>
                      <a:gd name="connsiteY6" fmla="*/ 95299 h 812219"/>
                      <a:gd name="connsiteX7" fmla="*/ 52444 w 186222"/>
                      <a:gd name="connsiteY7" fmla="*/ 77788 h 812219"/>
                      <a:gd name="connsiteX8" fmla="*/ 42159 w 186222"/>
                      <a:gd name="connsiteY8" fmla="*/ 62672 h 812219"/>
                      <a:gd name="connsiteX9" fmla="*/ 28593 w 186222"/>
                      <a:gd name="connsiteY9" fmla="*/ 26187 h 812219"/>
                      <a:gd name="connsiteX10" fmla="*/ 31741 w 186222"/>
                      <a:gd name="connsiteY10" fmla="*/ 17986 h 812219"/>
                      <a:gd name="connsiteX11" fmla="*/ 30987 w 186222"/>
                      <a:gd name="connsiteY11" fmla="*/ 9208 h 812219"/>
                      <a:gd name="connsiteX12" fmla="*/ 30810 w 186222"/>
                      <a:gd name="connsiteY12" fmla="*/ 6682 h 812219"/>
                      <a:gd name="connsiteX13" fmla="*/ 27929 w 186222"/>
                      <a:gd name="connsiteY13" fmla="*/ 3002 h 812219"/>
                      <a:gd name="connsiteX14" fmla="*/ 21190 w 186222"/>
                      <a:gd name="connsiteY14" fmla="*/ 7258 h 812219"/>
                      <a:gd name="connsiteX15" fmla="*/ 21988 w 186222"/>
                      <a:gd name="connsiteY15" fmla="*/ 20646 h 812219"/>
                      <a:gd name="connsiteX16" fmla="*/ 22032 w 186222"/>
                      <a:gd name="connsiteY16" fmla="*/ 20779 h 812219"/>
                      <a:gd name="connsiteX17" fmla="*/ 36396 w 186222"/>
                      <a:gd name="connsiteY17" fmla="*/ 65952 h 812219"/>
                      <a:gd name="connsiteX18" fmla="*/ 57409 w 186222"/>
                      <a:gd name="connsiteY18" fmla="*/ 93393 h 812219"/>
                      <a:gd name="connsiteX19" fmla="*/ 76116 w 186222"/>
                      <a:gd name="connsiteY19" fmla="*/ 118262 h 812219"/>
                      <a:gd name="connsiteX20" fmla="*/ 103513 w 186222"/>
                      <a:gd name="connsiteY20" fmla="*/ 162416 h 812219"/>
                      <a:gd name="connsiteX21" fmla="*/ 127319 w 186222"/>
                      <a:gd name="connsiteY21" fmla="*/ 186355 h 812219"/>
                      <a:gd name="connsiteX22" fmla="*/ 161897 w 186222"/>
                      <a:gd name="connsiteY22" fmla="*/ 225366 h 812219"/>
                      <a:gd name="connsiteX23" fmla="*/ 174043 w 186222"/>
                      <a:gd name="connsiteY23" fmla="*/ 265840 h 812219"/>
                      <a:gd name="connsiteX24" fmla="*/ 172713 w 186222"/>
                      <a:gd name="connsiteY24" fmla="*/ 368245 h 812219"/>
                      <a:gd name="connsiteX25" fmla="*/ 134810 w 186222"/>
                      <a:gd name="connsiteY25" fmla="*/ 471802 h 812219"/>
                      <a:gd name="connsiteX26" fmla="*/ 82456 w 186222"/>
                      <a:gd name="connsiteY26" fmla="*/ 626428 h 812219"/>
                      <a:gd name="connsiteX27" fmla="*/ 141815 w 186222"/>
                      <a:gd name="connsiteY27" fmla="*/ 810269 h 812219"/>
                      <a:gd name="connsiteX28" fmla="*/ 0 w 186222"/>
                      <a:gd name="connsiteY28" fmla="*/ 805215 h 812219"/>
                      <a:gd name="connsiteX29" fmla="*/ 29081 w 186222"/>
                      <a:gd name="connsiteY29" fmla="*/ 807387 h 812219"/>
                      <a:gd name="connsiteX30" fmla="*/ 151656 w 186222"/>
                      <a:gd name="connsiteY30" fmla="*/ 812219 h 812219"/>
                      <a:gd name="connsiteX31" fmla="*/ 92297 w 186222"/>
                      <a:gd name="connsiteY31" fmla="*/ 628379 h 812219"/>
                      <a:gd name="connsiteX32" fmla="*/ 144563 w 186222"/>
                      <a:gd name="connsiteY32" fmla="*/ 473708 h 81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186222" h="812219">
                        <a:moveTo>
                          <a:pt x="144563" y="473708"/>
                        </a:moveTo>
                        <a:cubicBezTo>
                          <a:pt x="161808" y="433500"/>
                          <a:pt x="178077" y="395553"/>
                          <a:pt x="182466" y="370151"/>
                        </a:cubicBezTo>
                        <a:cubicBezTo>
                          <a:pt x="189604" y="328923"/>
                          <a:pt x="184816" y="289291"/>
                          <a:pt x="182378" y="269209"/>
                        </a:cubicBezTo>
                        <a:cubicBezTo>
                          <a:pt x="181314" y="261939"/>
                          <a:pt x="177989" y="250945"/>
                          <a:pt x="173024" y="238488"/>
                        </a:cubicBezTo>
                        <a:cubicBezTo>
                          <a:pt x="160256" y="217209"/>
                          <a:pt x="132993" y="187375"/>
                          <a:pt x="128427" y="183473"/>
                        </a:cubicBezTo>
                        <a:cubicBezTo>
                          <a:pt x="83608" y="144374"/>
                          <a:pt x="86046" y="132315"/>
                          <a:pt x="72348" y="100929"/>
                        </a:cubicBezTo>
                        <a:cubicBezTo>
                          <a:pt x="70664" y="99023"/>
                          <a:pt x="68935" y="97161"/>
                          <a:pt x="67206" y="95299"/>
                        </a:cubicBezTo>
                        <a:cubicBezTo>
                          <a:pt x="62329" y="90068"/>
                          <a:pt x="57320" y="84704"/>
                          <a:pt x="52444" y="77788"/>
                        </a:cubicBezTo>
                        <a:cubicBezTo>
                          <a:pt x="48941" y="73488"/>
                          <a:pt x="45484" y="68656"/>
                          <a:pt x="42159" y="62672"/>
                        </a:cubicBezTo>
                        <a:cubicBezTo>
                          <a:pt x="34401" y="48752"/>
                          <a:pt x="28726" y="36339"/>
                          <a:pt x="28593" y="26187"/>
                        </a:cubicBezTo>
                        <a:cubicBezTo>
                          <a:pt x="29081" y="20247"/>
                          <a:pt x="30322" y="18562"/>
                          <a:pt x="31741" y="17986"/>
                        </a:cubicBezTo>
                        <a:cubicBezTo>
                          <a:pt x="31697" y="15060"/>
                          <a:pt x="31519" y="11558"/>
                          <a:pt x="30987" y="9208"/>
                        </a:cubicBezTo>
                        <a:cubicBezTo>
                          <a:pt x="30810" y="8455"/>
                          <a:pt x="30766" y="7568"/>
                          <a:pt x="30810" y="6682"/>
                        </a:cubicBezTo>
                        <a:cubicBezTo>
                          <a:pt x="29923" y="5529"/>
                          <a:pt x="28992" y="4287"/>
                          <a:pt x="27929" y="3002"/>
                        </a:cubicBezTo>
                        <a:cubicBezTo>
                          <a:pt x="22077" y="-4180"/>
                          <a:pt x="20304" y="3268"/>
                          <a:pt x="21190" y="7258"/>
                        </a:cubicBezTo>
                        <a:cubicBezTo>
                          <a:pt x="22077" y="11247"/>
                          <a:pt x="21944" y="18429"/>
                          <a:pt x="21988" y="20646"/>
                        </a:cubicBezTo>
                        <a:cubicBezTo>
                          <a:pt x="21988" y="20646"/>
                          <a:pt x="22032" y="20734"/>
                          <a:pt x="22032" y="20779"/>
                        </a:cubicBezTo>
                        <a:cubicBezTo>
                          <a:pt x="21501" y="31374"/>
                          <a:pt x="26333" y="47954"/>
                          <a:pt x="36396" y="65952"/>
                        </a:cubicBezTo>
                        <a:cubicBezTo>
                          <a:pt x="43223" y="78187"/>
                          <a:pt x="50449" y="85901"/>
                          <a:pt x="57409" y="93393"/>
                        </a:cubicBezTo>
                        <a:cubicBezTo>
                          <a:pt x="64191" y="100663"/>
                          <a:pt x="70664" y="107579"/>
                          <a:pt x="76116" y="118262"/>
                        </a:cubicBezTo>
                        <a:cubicBezTo>
                          <a:pt x="82145" y="132892"/>
                          <a:pt x="90878" y="148275"/>
                          <a:pt x="103513" y="162416"/>
                        </a:cubicBezTo>
                        <a:cubicBezTo>
                          <a:pt x="111537" y="171371"/>
                          <a:pt x="119561" y="178996"/>
                          <a:pt x="127319" y="186355"/>
                        </a:cubicBezTo>
                        <a:cubicBezTo>
                          <a:pt x="140263" y="198635"/>
                          <a:pt x="152188" y="209983"/>
                          <a:pt x="161897" y="225366"/>
                        </a:cubicBezTo>
                        <a:cubicBezTo>
                          <a:pt x="169477" y="240439"/>
                          <a:pt x="172758" y="256930"/>
                          <a:pt x="174043" y="265840"/>
                        </a:cubicBezTo>
                        <a:cubicBezTo>
                          <a:pt x="176526" y="285922"/>
                          <a:pt x="179806" y="327017"/>
                          <a:pt x="172713" y="368245"/>
                        </a:cubicBezTo>
                        <a:cubicBezTo>
                          <a:pt x="168325" y="393646"/>
                          <a:pt x="152055" y="431594"/>
                          <a:pt x="134810" y="471802"/>
                        </a:cubicBezTo>
                        <a:cubicBezTo>
                          <a:pt x="112867" y="523093"/>
                          <a:pt x="87953" y="581166"/>
                          <a:pt x="82456" y="626428"/>
                        </a:cubicBezTo>
                        <a:cubicBezTo>
                          <a:pt x="74254" y="693811"/>
                          <a:pt x="60866" y="746654"/>
                          <a:pt x="141815" y="810269"/>
                        </a:cubicBezTo>
                        <a:cubicBezTo>
                          <a:pt x="96021" y="807033"/>
                          <a:pt x="47523" y="805570"/>
                          <a:pt x="0" y="805215"/>
                        </a:cubicBezTo>
                        <a:cubicBezTo>
                          <a:pt x="9708" y="806545"/>
                          <a:pt x="19373" y="806190"/>
                          <a:pt x="29081" y="807387"/>
                        </a:cubicBezTo>
                        <a:cubicBezTo>
                          <a:pt x="70398" y="807964"/>
                          <a:pt x="112069" y="809426"/>
                          <a:pt x="151656" y="812219"/>
                        </a:cubicBezTo>
                        <a:cubicBezTo>
                          <a:pt x="70708" y="748604"/>
                          <a:pt x="84096" y="695806"/>
                          <a:pt x="92297" y="628379"/>
                        </a:cubicBezTo>
                        <a:cubicBezTo>
                          <a:pt x="97705" y="583073"/>
                          <a:pt x="122619" y="524955"/>
                          <a:pt x="144563" y="47370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55" name="Forme libre : forme 27354">
                    <a:extLst>
                      <a:ext uri="{FF2B5EF4-FFF2-40B4-BE49-F238E27FC236}">
                        <a16:creationId xmlns:a16="http://schemas.microsoft.com/office/drawing/2014/main" id="{69071CD5-E79B-48E1-BA36-ED0F4A6232A7}"/>
                      </a:ext>
                    </a:extLst>
                  </p:cNvPr>
                  <p:cNvSpPr/>
                  <p:nvPr/>
                </p:nvSpPr>
                <p:spPr>
                  <a:xfrm>
                    <a:off x="4614914" y="3746392"/>
                    <a:ext cx="24902" cy="40491"/>
                  </a:xfrm>
                  <a:custGeom>
                    <a:avLst/>
                    <a:gdLst>
                      <a:gd name="connsiteX0" fmla="*/ 23173 w 24902"/>
                      <a:gd name="connsiteY0" fmla="*/ 2500 h 40491"/>
                      <a:gd name="connsiteX1" fmla="*/ 17100 w 24902"/>
                      <a:gd name="connsiteY1" fmla="*/ 328 h 40491"/>
                      <a:gd name="connsiteX2" fmla="*/ 16169 w 24902"/>
                      <a:gd name="connsiteY2" fmla="*/ 8662 h 40491"/>
                      <a:gd name="connsiteX3" fmla="*/ 15992 w 24902"/>
                      <a:gd name="connsiteY3" fmla="*/ 15533 h 40491"/>
                      <a:gd name="connsiteX4" fmla="*/ 6461 w 24902"/>
                      <a:gd name="connsiteY4" fmla="*/ 27104 h 40491"/>
                      <a:gd name="connsiteX5" fmla="*/ 742 w 24902"/>
                      <a:gd name="connsiteY5" fmla="*/ 33842 h 40491"/>
                      <a:gd name="connsiteX6" fmla="*/ 254 w 24902"/>
                      <a:gd name="connsiteY6" fmla="*/ 40492 h 40491"/>
                      <a:gd name="connsiteX7" fmla="*/ 24902 w 24902"/>
                      <a:gd name="connsiteY7" fmla="*/ 8884 h 40491"/>
                      <a:gd name="connsiteX8" fmla="*/ 23173 w 24902"/>
                      <a:gd name="connsiteY8" fmla="*/ 2500 h 40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902" h="40491">
                        <a:moveTo>
                          <a:pt x="23173" y="2500"/>
                        </a:moveTo>
                        <a:cubicBezTo>
                          <a:pt x="21178" y="1569"/>
                          <a:pt x="19051" y="816"/>
                          <a:pt x="17100" y="328"/>
                        </a:cubicBezTo>
                        <a:cubicBezTo>
                          <a:pt x="9830" y="-1534"/>
                          <a:pt x="13864" y="4982"/>
                          <a:pt x="16169" y="8662"/>
                        </a:cubicBezTo>
                        <a:cubicBezTo>
                          <a:pt x="17676" y="11012"/>
                          <a:pt x="16834" y="13804"/>
                          <a:pt x="15992" y="15533"/>
                        </a:cubicBezTo>
                        <a:cubicBezTo>
                          <a:pt x="13465" y="19789"/>
                          <a:pt x="10096" y="24311"/>
                          <a:pt x="6461" y="27104"/>
                        </a:cubicBezTo>
                        <a:cubicBezTo>
                          <a:pt x="4554" y="28522"/>
                          <a:pt x="1762" y="31625"/>
                          <a:pt x="742" y="33842"/>
                        </a:cubicBezTo>
                        <a:cubicBezTo>
                          <a:pt x="1673" y="35615"/>
                          <a:pt x="-765" y="38674"/>
                          <a:pt x="254" y="40492"/>
                        </a:cubicBezTo>
                        <a:cubicBezTo>
                          <a:pt x="7392" y="30517"/>
                          <a:pt x="21622" y="20410"/>
                          <a:pt x="24902" y="8884"/>
                        </a:cubicBezTo>
                        <a:cubicBezTo>
                          <a:pt x="23484" y="6445"/>
                          <a:pt x="22109" y="3653"/>
                          <a:pt x="23173" y="2500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56" name="Forme libre : forme 27355">
                    <a:extLst>
                      <a:ext uri="{FF2B5EF4-FFF2-40B4-BE49-F238E27FC236}">
                        <a16:creationId xmlns:a16="http://schemas.microsoft.com/office/drawing/2014/main" id="{B15B2549-A68E-46E5-A975-3CDBA001701A}"/>
                      </a:ext>
                    </a:extLst>
                  </p:cNvPr>
                  <p:cNvSpPr/>
                  <p:nvPr/>
                </p:nvSpPr>
                <p:spPr>
                  <a:xfrm>
                    <a:off x="5072220" y="3717120"/>
                    <a:ext cx="340320" cy="852115"/>
                  </a:xfrm>
                  <a:custGeom>
                    <a:avLst/>
                    <a:gdLst>
                      <a:gd name="connsiteX0" fmla="*/ 190535 w 340320"/>
                      <a:gd name="connsiteY0" fmla="*/ 132802 h 852115"/>
                      <a:gd name="connsiteX1" fmla="*/ 252997 w 340320"/>
                      <a:gd name="connsiteY1" fmla="*/ 195486 h 852115"/>
                      <a:gd name="connsiteX2" fmla="*/ 253617 w 340320"/>
                      <a:gd name="connsiteY2" fmla="*/ 195796 h 852115"/>
                      <a:gd name="connsiteX3" fmla="*/ 261198 w 340320"/>
                      <a:gd name="connsiteY3" fmla="*/ 206081 h 852115"/>
                      <a:gd name="connsiteX4" fmla="*/ 311115 w 340320"/>
                      <a:gd name="connsiteY4" fmla="*/ 280867 h 852115"/>
                      <a:gd name="connsiteX5" fmla="*/ 327916 w 340320"/>
                      <a:gd name="connsiteY5" fmla="*/ 395197 h 852115"/>
                      <a:gd name="connsiteX6" fmla="*/ 303135 w 340320"/>
                      <a:gd name="connsiteY6" fmla="*/ 461782 h 852115"/>
                      <a:gd name="connsiteX7" fmla="*/ 253085 w 340320"/>
                      <a:gd name="connsiteY7" fmla="*/ 663577 h 852115"/>
                      <a:gd name="connsiteX8" fmla="*/ 321710 w 340320"/>
                      <a:gd name="connsiteY8" fmla="*/ 850166 h 852115"/>
                      <a:gd name="connsiteX9" fmla="*/ 168901 w 340320"/>
                      <a:gd name="connsiteY9" fmla="*/ 846663 h 852115"/>
                      <a:gd name="connsiteX10" fmla="*/ 0 w 340320"/>
                      <a:gd name="connsiteY10" fmla="*/ 833896 h 852115"/>
                      <a:gd name="connsiteX11" fmla="*/ 178742 w 340320"/>
                      <a:gd name="connsiteY11" fmla="*/ 848614 h 852115"/>
                      <a:gd name="connsiteX12" fmla="*/ 331551 w 340320"/>
                      <a:gd name="connsiteY12" fmla="*/ 852116 h 852115"/>
                      <a:gd name="connsiteX13" fmla="*/ 262927 w 340320"/>
                      <a:gd name="connsiteY13" fmla="*/ 665527 h 852115"/>
                      <a:gd name="connsiteX14" fmla="*/ 312977 w 340320"/>
                      <a:gd name="connsiteY14" fmla="*/ 463732 h 852115"/>
                      <a:gd name="connsiteX15" fmla="*/ 337758 w 340320"/>
                      <a:gd name="connsiteY15" fmla="*/ 397148 h 852115"/>
                      <a:gd name="connsiteX16" fmla="*/ 320956 w 340320"/>
                      <a:gd name="connsiteY16" fmla="*/ 282818 h 852115"/>
                      <a:gd name="connsiteX17" fmla="*/ 271040 w 340320"/>
                      <a:gd name="connsiteY17" fmla="*/ 208031 h 852115"/>
                      <a:gd name="connsiteX18" fmla="*/ 263459 w 340320"/>
                      <a:gd name="connsiteY18" fmla="*/ 197747 h 852115"/>
                      <a:gd name="connsiteX19" fmla="*/ 262838 w 340320"/>
                      <a:gd name="connsiteY19" fmla="*/ 197437 h 852115"/>
                      <a:gd name="connsiteX20" fmla="*/ 200376 w 340320"/>
                      <a:gd name="connsiteY20" fmla="*/ 134753 h 852115"/>
                      <a:gd name="connsiteX21" fmla="*/ 126432 w 340320"/>
                      <a:gd name="connsiteY21" fmla="*/ 59744 h 852115"/>
                      <a:gd name="connsiteX22" fmla="*/ 174354 w 340320"/>
                      <a:gd name="connsiteY22" fmla="*/ 2158 h 852115"/>
                      <a:gd name="connsiteX23" fmla="*/ 116635 w 340320"/>
                      <a:gd name="connsiteY23" fmla="*/ 57794 h 852115"/>
                      <a:gd name="connsiteX24" fmla="*/ 190535 w 340320"/>
                      <a:gd name="connsiteY24" fmla="*/ 132802 h 852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40320" h="852115">
                        <a:moveTo>
                          <a:pt x="190535" y="132802"/>
                        </a:moveTo>
                        <a:cubicBezTo>
                          <a:pt x="221123" y="145170"/>
                          <a:pt x="252997" y="195486"/>
                          <a:pt x="252997" y="195486"/>
                        </a:cubicBezTo>
                        <a:cubicBezTo>
                          <a:pt x="252997" y="195486"/>
                          <a:pt x="253263" y="195619"/>
                          <a:pt x="253617" y="195796"/>
                        </a:cubicBezTo>
                        <a:cubicBezTo>
                          <a:pt x="256100" y="199210"/>
                          <a:pt x="258627" y="202623"/>
                          <a:pt x="261198" y="206081"/>
                        </a:cubicBezTo>
                        <a:cubicBezTo>
                          <a:pt x="277999" y="228778"/>
                          <a:pt x="295377" y="252274"/>
                          <a:pt x="311115" y="280867"/>
                        </a:cubicBezTo>
                        <a:cubicBezTo>
                          <a:pt x="328537" y="312608"/>
                          <a:pt x="334388" y="352905"/>
                          <a:pt x="327916" y="395197"/>
                        </a:cubicBezTo>
                        <a:cubicBezTo>
                          <a:pt x="319715" y="420111"/>
                          <a:pt x="311292" y="441257"/>
                          <a:pt x="303135" y="461782"/>
                        </a:cubicBezTo>
                        <a:cubicBezTo>
                          <a:pt x="282078" y="514713"/>
                          <a:pt x="262173" y="564719"/>
                          <a:pt x="253085" y="663577"/>
                        </a:cubicBezTo>
                        <a:cubicBezTo>
                          <a:pt x="244397" y="757558"/>
                          <a:pt x="289614" y="819045"/>
                          <a:pt x="321710" y="850166"/>
                        </a:cubicBezTo>
                        <a:cubicBezTo>
                          <a:pt x="257164" y="846930"/>
                          <a:pt x="201972" y="845156"/>
                          <a:pt x="168901" y="846663"/>
                        </a:cubicBezTo>
                        <a:cubicBezTo>
                          <a:pt x="109232" y="849456"/>
                          <a:pt x="57143" y="844979"/>
                          <a:pt x="0" y="833896"/>
                        </a:cubicBezTo>
                        <a:cubicBezTo>
                          <a:pt x="61088" y="846398"/>
                          <a:pt x="115659" y="851584"/>
                          <a:pt x="178742" y="848614"/>
                        </a:cubicBezTo>
                        <a:cubicBezTo>
                          <a:pt x="211769" y="847062"/>
                          <a:pt x="267005" y="848880"/>
                          <a:pt x="331551" y="852116"/>
                        </a:cubicBezTo>
                        <a:cubicBezTo>
                          <a:pt x="299456" y="820996"/>
                          <a:pt x="254238" y="759553"/>
                          <a:pt x="262927" y="665527"/>
                        </a:cubicBezTo>
                        <a:cubicBezTo>
                          <a:pt x="272059" y="566625"/>
                          <a:pt x="291919" y="516664"/>
                          <a:pt x="312977" y="463732"/>
                        </a:cubicBezTo>
                        <a:cubicBezTo>
                          <a:pt x="321134" y="443252"/>
                          <a:pt x="329512" y="422062"/>
                          <a:pt x="337758" y="397148"/>
                        </a:cubicBezTo>
                        <a:cubicBezTo>
                          <a:pt x="344230" y="354856"/>
                          <a:pt x="338378" y="314559"/>
                          <a:pt x="320956" y="282818"/>
                        </a:cubicBezTo>
                        <a:cubicBezTo>
                          <a:pt x="305263" y="254180"/>
                          <a:pt x="287885" y="230729"/>
                          <a:pt x="271040" y="208031"/>
                        </a:cubicBezTo>
                        <a:cubicBezTo>
                          <a:pt x="268468" y="204574"/>
                          <a:pt x="265941" y="201160"/>
                          <a:pt x="263459" y="197747"/>
                        </a:cubicBezTo>
                        <a:cubicBezTo>
                          <a:pt x="263104" y="197569"/>
                          <a:pt x="262838" y="197437"/>
                          <a:pt x="262838" y="197437"/>
                        </a:cubicBezTo>
                        <a:cubicBezTo>
                          <a:pt x="262838" y="197437"/>
                          <a:pt x="230964" y="147121"/>
                          <a:pt x="200376" y="134753"/>
                        </a:cubicBezTo>
                        <a:cubicBezTo>
                          <a:pt x="166640" y="121099"/>
                          <a:pt x="131752" y="101194"/>
                          <a:pt x="126432" y="59744"/>
                        </a:cubicBezTo>
                        <a:cubicBezTo>
                          <a:pt x="122309" y="27693"/>
                          <a:pt x="143810" y="-723"/>
                          <a:pt x="174354" y="2158"/>
                        </a:cubicBezTo>
                        <a:cubicBezTo>
                          <a:pt x="138712" y="-8570"/>
                          <a:pt x="112069" y="22373"/>
                          <a:pt x="116635" y="57794"/>
                        </a:cubicBezTo>
                        <a:cubicBezTo>
                          <a:pt x="121910" y="99199"/>
                          <a:pt x="156843" y="119148"/>
                          <a:pt x="190535" y="132802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57" name="Forme libre : forme 27356">
                    <a:extLst>
                      <a:ext uri="{FF2B5EF4-FFF2-40B4-BE49-F238E27FC236}">
                        <a16:creationId xmlns:a16="http://schemas.microsoft.com/office/drawing/2014/main" id="{6CD04E82-CB7D-461A-9466-1F7F984018E6}"/>
                      </a:ext>
                    </a:extLst>
                  </p:cNvPr>
                  <p:cNvSpPr/>
                  <p:nvPr/>
                </p:nvSpPr>
                <p:spPr>
                  <a:xfrm>
                    <a:off x="4573708" y="3692343"/>
                    <a:ext cx="13061" cy="45688"/>
                  </a:xfrm>
                  <a:custGeom>
                    <a:avLst/>
                    <a:gdLst>
                      <a:gd name="connsiteX0" fmla="*/ 9808 w 13061"/>
                      <a:gd name="connsiteY0" fmla="*/ 5258 h 45688"/>
                      <a:gd name="connsiteX1" fmla="*/ 5730 w 13061"/>
                      <a:gd name="connsiteY1" fmla="*/ 1800 h 45688"/>
                      <a:gd name="connsiteX2" fmla="*/ 2981 w 13061"/>
                      <a:gd name="connsiteY2" fmla="*/ 14080 h 45688"/>
                      <a:gd name="connsiteX3" fmla="*/ 5774 w 13061"/>
                      <a:gd name="connsiteY3" fmla="*/ 20863 h 45688"/>
                      <a:gd name="connsiteX4" fmla="*/ 10651 w 13061"/>
                      <a:gd name="connsiteY4" fmla="*/ 39482 h 45688"/>
                      <a:gd name="connsiteX5" fmla="*/ 11537 w 13061"/>
                      <a:gd name="connsiteY5" fmla="*/ 45688 h 45688"/>
                      <a:gd name="connsiteX6" fmla="*/ 9808 w 13061"/>
                      <a:gd name="connsiteY6" fmla="*/ 5258 h 45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61" h="45688">
                        <a:moveTo>
                          <a:pt x="9808" y="5258"/>
                        </a:moveTo>
                        <a:cubicBezTo>
                          <a:pt x="8567" y="4150"/>
                          <a:pt x="7281" y="3042"/>
                          <a:pt x="5730" y="1800"/>
                        </a:cubicBezTo>
                        <a:cubicBezTo>
                          <a:pt x="-2870" y="-5204"/>
                          <a:pt x="-33" y="10223"/>
                          <a:pt x="2981" y="14080"/>
                        </a:cubicBezTo>
                        <a:cubicBezTo>
                          <a:pt x="4622" y="16164"/>
                          <a:pt x="5375" y="18824"/>
                          <a:pt x="5774" y="20863"/>
                        </a:cubicBezTo>
                        <a:cubicBezTo>
                          <a:pt x="6217" y="25916"/>
                          <a:pt x="9055" y="31413"/>
                          <a:pt x="10651" y="39482"/>
                        </a:cubicBezTo>
                        <a:cubicBezTo>
                          <a:pt x="11271" y="40191"/>
                          <a:pt x="10917" y="45023"/>
                          <a:pt x="11537" y="45688"/>
                        </a:cubicBezTo>
                        <a:cubicBezTo>
                          <a:pt x="17699" y="33896"/>
                          <a:pt x="2715" y="16873"/>
                          <a:pt x="9808" y="525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58" name="Forme libre : forme 27357">
                    <a:extLst>
                      <a:ext uri="{FF2B5EF4-FFF2-40B4-BE49-F238E27FC236}">
                        <a16:creationId xmlns:a16="http://schemas.microsoft.com/office/drawing/2014/main" id="{23141106-7816-4D55-A89E-B6800B56DAB3}"/>
                      </a:ext>
                    </a:extLst>
                  </p:cNvPr>
                  <p:cNvSpPr/>
                  <p:nvPr/>
                </p:nvSpPr>
                <p:spPr>
                  <a:xfrm>
                    <a:off x="4779592" y="4500035"/>
                    <a:ext cx="288018" cy="77224"/>
                  </a:xfrm>
                  <a:custGeom>
                    <a:avLst/>
                    <a:gdLst>
                      <a:gd name="connsiteX0" fmla="*/ 54793 w 288018"/>
                      <a:gd name="connsiteY0" fmla="*/ 13831 h 77224"/>
                      <a:gd name="connsiteX1" fmla="*/ 40829 w 288018"/>
                      <a:gd name="connsiteY1" fmla="*/ 9664 h 77224"/>
                      <a:gd name="connsiteX2" fmla="*/ 0 w 288018"/>
                      <a:gd name="connsiteY2" fmla="*/ 0 h 77224"/>
                      <a:gd name="connsiteX3" fmla="*/ 30987 w 288018"/>
                      <a:gd name="connsiteY3" fmla="*/ 7714 h 77224"/>
                      <a:gd name="connsiteX4" fmla="*/ 44952 w 288018"/>
                      <a:gd name="connsiteY4" fmla="*/ 11881 h 77224"/>
                      <a:gd name="connsiteX5" fmla="*/ 288018 w 288018"/>
                      <a:gd name="connsiteY5" fmla="*/ 77225 h 77224"/>
                      <a:gd name="connsiteX6" fmla="*/ 54793 w 288018"/>
                      <a:gd name="connsiteY6" fmla="*/ 13831 h 77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8018" h="77224">
                        <a:moveTo>
                          <a:pt x="54793" y="13831"/>
                        </a:moveTo>
                        <a:lnTo>
                          <a:pt x="40829" y="9664"/>
                        </a:lnTo>
                        <a:cubicBezTo>
                          <a:pt x="28549" y="5985"/>
                          <a:pt x="14807" y="2793"/>
                          <a:pt x="0" y="0"/>
                        </a:cubicBezTo>
                        <a:cubicBezTo>
                          <a:pt x="11083" y="2305"/>
                          <a:pt x="21456" y="4877"/>
                          <a:pt x="30987" y="7714"/>
                        </a:cubicBezTo>
                        <a:lnTo>
                          <a:pt x="44952" y="11881"/>
                        </a:lnTo>
                        <a:cubicBezTo>
                          <a:pt x="146159" y="42026"/>
                          <a:pt x="220414" y="64147"/>
                          <a:pt x="288018" y="77225"/>
                        </a:cubicBezTo>
                        <a:cubicBezTo>
                          <a:pt x="223029" y="63925"/>
                          <a:pt x="151124" y="42558"/>
                          <a:pt x="54793" y="13831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59" name="Forme libre : forme 27358">
                    <a:extLst>
                      <a:ext uri="{FF2B5EF4-FFF2-40B4-BE49-F238E27FC236}">
                        <a16:creationId xmlns:a16="http://schemas.microsoft.com/office/drawing/2014/main" id="{4CDA715F-1021-4051-AD39-20B6C33BD392}"/>
                      </a:ext>
                    </a:extLst>
                  </p:cNvPr>
                  <p:cNvSpPr/>
                  <p:nvPr/>
                </p:nvSpPr>
                <p:spPr>
                  <a:xfrm>
                    <a:off x="6101452" y="4291325"/>
                    <a:ext cx="773486" cy="292318"/>
                  </a:xfrm>
                  <a:custGeom>
                    <a:avLst/>
                    <a:gdLst>
                      <a:gd name="connsiteX0" fmla="*/ 0 w 773486"/>
                      <a:gd name="connsiteY0" fmla="*/ 292318 h 292318"/>
                      <a:gd name="connsiteX1" fmla="*/ 338689 w 773486"/>
                      <a:gd name="connsiteY1" fmla="*/ 257962 h 292318"/>
                      <a:gd name="connsiteX2" fmla="*/ 767191 w 773486"/>
                      <a:gd name="connsiteY2" fmla="*/ 223251 h 292318"/>
                      <a:gd name="connsiteX3" fmla="*/ 773354 w 773486"/>
                      <a:gd name="connsiteY3" fmla="*/ 223162 h 292318"/>
                      <a:gd name="connsiteX4" fmla="*/ 742809 w 773486"/>
                      <a:gd name="connsiteY4" fmla="*/ 157774 h 292318"/>
                      <a:gd name="connsiteX5" fmla="*/ 758680 w 773486"/>
                      <a:gd name="connsiteY5" fmla="*/ 107591 h 292318"/>
                      <a:gd name="connsiteX6" fmla="*/ 773487 w 773486"/>
                      <a:gd name="connsiteY6" fmla="*/ 59492 h 292318"/>
                      <a:gd name="connsiteX7" fmla="*/ 773487 w 773486"/>
                      <a:gd name="connsiteY7" fmla="*/ 59005 h 292318"/>
                      <a:gd name="connsiteX8" fmla="*/ 731195 w 773486"/>
                      <a:gd name="connsiteY8" fmla="*/ 0 h 292318"/>
                      <a:gd name="connsiteX9" fmla="*/ 763645 w 773486"/>
                      <a:gd name="connsiteY9" fmla="*/ 57010 h 292318"/>
                      <a:gd name="connsiteX10" fmla="*/ 763645 w 773486"/>
                      <a:gd name="connsiteY10" fmla="*/ 57497 h 292318"/>
                      <a:gd name="connsiteX11" fmla="*/ 748839 w 773486"/>
                      <a:gd name="connsiteY11" fmla="*/ 105596 h 292318"/>
                      <a:gd name="connsiteX12" fmla="*/ 732968 w 773486"/>
                      <a:gd name="connsiteY12" fmla="*/ 155779 h 292318"/>
                      <a:gd name="connsiteX13" fmla="*/ 763512 w 773486"/>
                      <a:gd name="connsiteY13" fmla="*/ 221167 h 292318"/>
                      <a:gd name="connsiteX14" fmla="*/ 757350 w 773486"/>
                      <a:gd name="connsiteY14" fmla="*/ 221256 h 292318"/>
                      <a:gd name="connsiteX15" fmla="*/ 328847 w 773486"/>
                      <a:gd name="connsiteY15" fmla="*/ 255967 h 292318"/>
                      <a:gd name="connsiteX16" fmla="*/ 2527 w 773486"/>
                      <a:gd name="connsiteY16" fmla="*/ 289703 h 292318"/>
                      <a:gd name="connsiteX17" fmla="*/ 0 w 773486"/>
                      <a:gd name="connsiteY17" fmla="*/ 292318 h 292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73486" h="292318">
                        <a:moveTo>
                          <a:pt x="0" y="292318"/>
                        </a:moveTo>
                        <a:cubicBezTo>
                          <a:pt x="129003" y="285802"/>
                          <a:pt x="258006" y="274541"/>
                          <a:pt x="338689" y="257962"/>
                        </a:cubicBezTo>
                        <a:cubicBezTo>
                          <a:pt x="488172" y="227241"/>
                          <a:pt x="683716" y="224448"/>
                          <a:pt x="767191" y="223251"/>
                        </a:cubicBezTo>
                        <a:cubicBezTo>
                          <a:pt x="769320" y="223206"/>
                          <a:pt x="771359" y="223206"/>
                          <a:pt x="773354" y="223162"/>
                        </a:cubicBezTo>
                        <a:cubicBezTo>
                          <a:pt x="749903" y="207735"/>
                          <a:pt x="739041" y="185348"/>
                          <a:pt x="742809" y="157774"/>
                        </a:cubicBezTo>
                        <a:cubicBezTo>
                          <a:pt x="745292" y="139643"/>
                          <a:pt x="752075" y="123373"/>
                          <a:pt x="758680" y="107591"/>
                        </a:cubicBezTo>
                        <a:cubicBezTo>
                          <a:pt x="765596" y="91056"/>
                          <a:pt x="771979" y="75761"/>
                          <a:pt x="773487" y="59492"/>
                        </a:cubicBezTo>
                        <a:cubicBezTo>
                          <a:pt x="773487" y="59315"/>
                          <a:pt x="773487" y="59182"/>
                          <a:pt x="773487" y="59005"/>
                        </a:cubicBezTo>
                        <a:cubicBezTo>
                          <a:pt x="772467" y="15294"/>
                          <a:pt x="752208" y="2305"/>
                          <a:pt x="731195" y="0"/>
                        </a:cubicBezTo>
                        <a:cubicBezTo>
                          <a:pt x="748307" y="5187"/>
                          <a:pt x="762803" y="20215"/>
                          <a:pt x="763645" y="57010"/>
                        </a:cubicBezTo>
                        <a:cubicBezTo>
                          <a:pt x="763645" y="57187"/>
                          <a:pt x="763645" y="57320"/>
                          <a:pt x="763645" y="57497"/>
                        </a:cubicBezTo>
                        <a:cubicBezTo>
                          <a:pt x="762138" y="73767"/>
                          <a:pt x="755754" y="89061"/>
                          <a:pt x="748839" y="105596"/>
                        </a:cubicBezTo>
                        <a:cubicBezTo>
                          <a:pt x="742233" y="121378"/>
                          <a:pt x="735451" y="137648"/>
                          <a:pt x="732968" y="155779"/>
                        </a:cubicBezTo>
                        <a:cubicBezTo>
                          <a:pt x="729200" y="183353"/>
                          <a:pt x="740061" y="205740"/>
                          <a:pt x="763512" y="221167"/>
                        </a:cubicBezTo>
                        <a:cubicBezTo>
                          <a:pt x="761517" y="221211"/>
                          <a:pt x="759478" y="221211"/>
                          <a:pt x="757350" y="221256"/>
                        </a:cubicBezTo>
                        <a:cubicBezTo>
                          <a:pt x="673875" y="222453"/>
                          <a:pt x="478331" y="225246"/>
                          <a:pt x="328847" y="255967"/>
                        </a:cubicBezTo>
                        <a:cubicBezTo>
                          <a:pt x="250780" y="272015"/>
                          <a:pt x="127363" y="283053"/>
                          <a:pt x="2527" y="289703"/>
                        </a:cubicBezTo>
                        <a:cubicBezTo>
                          <a:pt x="1684" y="290589"/>
                          <a:pt x="842" y="291520"/>
                          <a:pt x="0" y="29231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60" name="Forme libre : forme 27359">
                    <a:extLst>
                      <a:ext uri="{FF2B5EF4-FFF2-40B4-BE49-F238E27FC236}">
                        <a16:creationId xmlns:a16="http://schemas.microsoft.com/office/drawing/2014/main" id="{8CC57B2E-C645-4C50-B768-043D26070587}"/>
                      </a:ext>
                    </a:extLst>
                  </p:cNvPr>
                  <p:cNvSpPr/>
                  <p:nvPr/>
                </p:nvSpPr>
                <p:spPr>
                  <a:xfrm>
                    <a:off x="6706127" y="4205570"/>
                    <a:ext cx="170452" cy="88503"/>
                  </a:xfrm>
                  <a:custGeom>
                    <a:avLst/>
                    <a:gdLst>
                      <a:gd name="connsiteX0" fmla="*/ 61398 w 170452"/>
                      <a:gd name="connsiteY0" fmla="*/ 88504 h 88503"/>
                      <a:gd name="connsiteX1" fmla="*/ 36130 w 170452"/>
                      <a:gd name="connsiteY1" fmla="*/ 76180 h 88503"/>
                      <a:gd name="connsiteX2" fmla="*/ 9841 w 170452"/>
                      <a:gd name="connsiteY2" fmla="*/ 61684 h 88503"/>
                      <a:gd name="connsiteX3" fmla="*/ 99035 w 170452"/>
                      <a:gd name="connsiteY3" fmla="*/ 15756 h 88503"/>
                      <a:gd name="connsiteX4" fmla="*/ 170453 w 170452"/>
                      <a:gd name="connsiteY4" fmla="*/ 3211 h 88503"/>
                      <a:gd name="connsiteX5" fmla="*/ 89194 w 170452"/>
                      <a:gd name="connsiteY5" fmla="*/ 13806 h 88503"/>
                      <a:gd name="connsiteX6" fmla="*/ 0 w 170452"/>
                      <a:gd name="connsiteY6" fmla="*/ 59733 h 88503"/>
                      <a:gd name="connsiteX7" fmla="*/ 26288 w 170452"/>
                      <a:gd name="connsiteY7" fmla="*/ 74229 h 88503"/>
                      <a:gd name="connsiteX8" fmla="*/ 61398 w 170452"/>
                      <a:gd name="connsiteY8" fmla="*/ 88504 h 88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0452" h="88503">
                        <a:moveTo>
                          <a:pt x="61398" y="88504"/>
                        </a:moveTo>
                        <a:cubicBezTo>
                          <a:pt x="50271" y="85356"/>
                          <a:pt x="41139" y="79770"/>
                          <a:pt x="36130" y="76180"/>
                        </a:cubicBezTo>
                        <a:cubicBezTo>
                          <a:pt x="27530" y="70017"/>
                          <a:pt x="9841" y="61684"/>
                          <a:pt x="9841" y="61684"/>
                        </a:cubicBezTo>
                        <a:cubicBezTo>
                          <a:pt x="69777" y="62171"/>
                          <a:pt x="44996" y="43242"/>
                          <a:pt x="99035" y="15756"/>
                        </a:cubicBezTo>
                        <a:cubicBezTo>
                          <a:pt x="126831" y="1615"/>
                          <a:pt x="151568" y="329"/>
                          <a:pt x="170453" y="3211"/>
                        </a:cubicBezTo>
                        <a:cubicBezTo>
                          <a:pt x="150814" y="-1666"/>
                          <a:pt x="122087" y="-2951"/>
                          <a:pt x="89194" y="13806"/>
                        </a:cubicBezTo>
                        <a:cubicBezTo>
                          <a:pt x="35154" y="41335"/>
                          <a:pt x="59936" y="60265"/>
                          <a:pt x="0" y="59733"/>
                        </a:cubicBezTo>
                        <a:cubicBezTo>
                          <a:pt x="0" y="59733"/>
                          <a:pt x="17688" y="68067"/>
                          <a:pt x="26288" y="74229"/>
                        </a:cubicBezTo>
                        <a:cubicBezTo>
                          <a:pt x="32672" y="78795"/>
                          <a:pt x="45882" y="86730"/>
                          <a:pt x="61398" y="88504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61" name="Forme libre : forme 27360">
                    <a:extLst>
                      <a:ext uri="{FF2B5EF4-FFF2-40B4-BE49-F238E27FC236}">
                        <a16:creationId xmlns:a16="http://schemas.microsoft.com/office/drawing/2014/main" id="{3D1D90B6-2C5E-4778-BFC1-1A1271EE3022}"/>
                      </a:ext>
                    </a:extLst>
                  </p:cNvPr>
                  <p:cNvSpPr/>
                  <p:nvPr/>
                </p:nvSpPr>
                <p:spPr>
                  <a:xfrm>
                    <a:off x="6915901" y="4222612"/>
                    <a:ext cx="80416" cy="6250"/>
                  </a:xfrm>
                  <a:custGeom>
                    <a:avLst/>
                    <a:gdLst>
                      <a:gd name="connsiteX0" fmla="*/ 39632 w 80416"/>
                      <a:gd name="connsiteY0" fmla="*/ 4344 h 6250"/>
                      <a:gd name="connsiteX1" fmla="*/ 76826 w 80416"/>
                      <a:gd name="connsiteY1" fmla="*/ 6251 h 6250"/>
                      <a:gd name="connsiteX2" fmla="*/ 80416 w 80416"/>
                      <a:gd name="connsiteY2" fmla="*/ 4344 h 6250"/>
                      <a:gd name="connsiteX3" fmla="*/ 29790 w 80416"/>
                      <a:gd name="connsiteY3" fmla="*/ 2394 h 6250"/>
                      <a:gd name="connsiteX4" fmla="*/ 0 w 80416"/>
                      <a:gd name="connsiteY4" fmla="*/ 0 h 6250"/>
                      <a:gd name="connsiteX5" fmla="*/ 39632 w 80416"/>
                      <a:gd name="connsiteY5" fmla="*/ 4344 h 6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416" h="6250">
                        <a:moveTo>
                          <a:pt x="39632" y="4344"/>
                        </a:moveTo>
                        <a:cubicBezTo>
                          <a:pt x="45927" y="5719"/>
                          <a:pt x="64058" y="6162"/>
                          <a:pt x="76826" y="6251"/>
                        </a:cubicBezTo>
                        <a:cubicBezTo>
                          <a:pt x="79042" y="5142"/>
                          <a:pt x="80416" y="4344"/>
                          <a:pt x="80416" y="4344"/>
                        </a:cubicBezTo>
                        <a:cubicBezTo>
                          <a:pt x="80416" y="4344"/>
                          <a:pt x="39898" y="4610"/>
                          <a:pt x="29790" y="2394"/>
                        </a:cubicBezTo>
                        <a:cubicBezTo>
                          <a:pt x="23185" y="931"/>
                          <a:pt x="10639" y="1286"/>
                          <a:pt x="0" y="0"/>
                        </a:cubicBezTo>
                        <a:cubicBezTo>
                          <a:pt x="11260" y="3679"/>
                          <a:pt x="30766" y="2394"/>
                          <a:pt x="39632" y="4344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62" name="Forme libre : forme 27361">
                    <a:extLst>
                      <a:ext uri="{FF2B5EF4-FFF2-40B4-BE49-F238E27FC236}">
                        <a16:creationId xmlns:a16="http://schemas.microsoft.com/office/drawing/2014/main" id="{4372633E-86D3-44E7-8981-8EEE4669D8BE}"/>
                      </a:ext>
                    </a:extLst>
                  </p:cNvPr>
                  <p:cNvSpPr/>
                  <p:nvPr/>
                </p:nvSpPr>
                <p:spPr>
                  <a:xfrm>
                    <a:off x="5362945" y="3577807"/>
                    <a:ext cx="89415" cy="485789"/>
                  </a:xfrm>
                  <a:custGeom>
                    <a:avLst/>
                    <a:gdLst>
                      <a:gd name="connsiteX0" fmla="*/ 44329 w 89415"/>
                      <a:gd name="connsiteY0" fmla="*/ 137614 h 485789"/>
                      <a:gd name="connsiteX1" fmla="*/ 72922 w 89415"/>
                      <a:gd name="connsiteY1" fmla="*/ 191920 h 485789"/>
                      <a:gd name="connsiteX2" fmla="*/ 58913 w 89415"/>
                      <a:gd name="connsiteY2" fmla="*/ 463093 h 485789"/>
                      <a:gd name="connsiteX3" fmla="*/ 52530 w 89415"/>
                      <a:gd name="connsiteY3" fmla="*/ 485790 h 485789"/>
                      <a:gd name="connsiteX4" fmla="*/ 82763 w 89415"/>
                      <a:gd name="connsiteY4" fmla="*/ 193870 h 485789"/>
                      <a:gd name="connsiteX5" fmla="*/ 54170 w 89415"/>
                      <a:gd name="connsiteY5" fmla="*/ 139565 h 485789"/>
                      <a:gd name="connsiteX6" fmla="*/ 12144 w 89415"/>
                      <a:gd name="connsiteY6" fmla="*/ 43012 h 485789"/>
                      <a:gd name="connsiteX7" fmla="*/ 61839 w 89415"/>
                      <a:gd name="connsiteY7" fmla="*/ 2095 h 485789"/>
                      <a:gd name="connsiteX8" fmla="*/ 2303 w 89415"/>
                      <a:gd name="connsiteY8" fmla="*/ 41062 h 485789"/>
                      <a:gd name="connsiteX9" fmla="*/ 44329 w 89415"/>
                      <a:gd name="connsiteY9" fmla="*/ 137614 h 485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9415" h="485789">
                        <a:moveTo>
                          <a:pt x="44329" y="137614"/>
                        </a:moveTo>
                        <a:cubicBezTo>
                          <a:pt x="61529" y="151845"/>
                          <a:pt x="69376" y="175650"/>
                          <a:pt x="72922" y="191920"/>
                        </a:cubicBezTo>
                        <a:cubicBezTo>
                          <a:pt x="90654" y="309486"/>
                          <a:pt x="77444" y="394158"/>
                          <a:pt x="58913" y="463093"/>
                        </a:cubicBezTo>
                        <a:cubicBezTo>
                          <a:pt x="60554" y="471116"/>
                          <a:pt x="51909" y="477367"/>
                          <a:pt x="52530" y="485790"/>
                        </a:cubicBezTo>
                        <a:cubicBezTo>
                          <a:pt x="74119" y="412821"/>
                          <a:pt x="102491" y="324647"/>
                          <a:pt x="82763" y="193870"/>
                        </a:cubicBezTo>
                        <a:cubicBezTo>
                          <a:pt x="79217" y="177601"/>
                          <a:pt x="71370" y="153795"/>
                          <a:pt x="54170" y="139565"/>
                        </a:cubicBezTo>
                        <a:cubicBezTo>
                          <a:pt x="26153" y="116336"/>
                          <a:pt x="2214" y="83531"/>
                          <a:pt x="12144" y="43012"/>
                        </a:cubicBezTo>
                        <a:cubicBezTo>
                          <a:pt x="18395" y="17566"/>
                          <a:pt x="39452" y="366"/>
                          <a:pt x="61839" y="2095"/>
                        </a:cubicBezTo>
                        <a:cubicBezTo>
                          <a:pt x="36083" y="-6417"/>
                          <a:pt x="9484" y="11892"/>
                          <a:pt x="2303" y="41062"/>
                        </a:cubicBezTo>
                        <a:cubicBezTo>
                          <a:pt x="-7672" y="81624"/>
                          <a:pt x="16311" y="114385"/>
                          <a:pt x="44329" y="137614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63" name="Forme libre : forme 27362">
                    <a:extLst>
                      <a:ext uri="{FF2B5EF4-FFF2-40B4-BE49-F238E27FC236}">
                        <a16:creationId xmlns:a16="http://schemas.microsoft.com/office/drawing/2014/main" id="{15C91F56-411C-4F19-8A69-BA8AB27B10D9}"/>
                      </a:ext>
                    </a:extLst>
                  </p:cNvPr>
                  <p:cNvSpPr/>
                  <p:nvPr/>
                </p:nvSpPr>
                <p:spPr>
                  <a:xfrm>
                    <a:off x="7337000" y="3143951"/>
                    <a:ext cx="46059" cy="26908"/>
                  </a:xfrm>
                  <a:custGeom>
                    <a:avLst/>
                    <a:gdLst>
                      <a:gd name="connsiteX0" fmla="*/ 4300 w 46059"/>
                      <a:gd name="connsiteY0" fmla="*/ 4876 h 26908"/>
                      <a:gd name="connsiteX1" fmla="*/ 8600 w 46059"/>
                      <a:gd name="connsiteY1" fmla="*/ 9664 h 26908"/>
                      <a:gd name="connsiteX2" fmla="*/ 18929 w 46059"/>
                      <a:gd name="connsiteY2" fmla="*/ 17688 h 26908"/>
                      <a:gd name="connsiteX3" fmla="*/ 43489 w 46059"/>
                      <a:gd name="connsiteY3" fmla="*/ 26599 h 26908"/>
                      <a:gd name="connsiteX4" fmla="*/ 46060 w 46059"/>
                      <a:gd name="connsiteY4" fmla="*/ 26909 h 26908"/>
                      <a:gd name="connsiteX5" fmla="*/ 28726 w 46059"/>
                      <a:gd name="connsiteY5" fmla="*/ 19683 h 26908"/>
                      <a:gd name="connsiteX6" fmla="*/ 19905 w 46059"/>
                      <a:gd name="connsiteY6" fmla="*/ 12989 h 26908"/>
                      <a:gd name="connsiteX7" fmla="*/ 10551 w 46059"/>
                      <a:gd name="connsiteY7" fmla="*/ 7403 h 26908"/>
                      <a:gd name="connsiteX8" fmla="*/ 5630 w 46059"/>
                      <a:gd name="connsiteY8" fmla="*/ 3546 h 26908"/>
                      <a:gd name="connsiteX9" fmla="*/ 133 w 46059"/>
                      <a:gd name="connsiteY9" fmla="*/ 0 h 26908"/>
                      <a:gd name="connsiteX10" fmla="*/ 0 w 46059"/>
                      <a:gd name="connsiteY10" fmla="*/ 665 h 26908"/>
                      <a:gd name="connsiteX11" fmla="*/ 4300 w 46059"/>
                      <a:gd name="connsiteY11" fmla="*/ 4876 h 26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6059" h="26908">
                        <a:moveTo>
                          <a:pt x="4300" y="4876"/>
                        </a:moveTo>
                        <a:cubicBezTo>
                          <a:pt x="5674" y="6517"/>
                          <a:pt x="7093" y="8113"/>
                          <a:pt x="8600" y="9664"/>
                        </a:cubicBezTo>
                        <a:cubicBezTo>
                          <a:pt x="11703" y="12679"/>
                          <a:pt x="15161" y="15427"/>
                          <a:pt x="18929" y="17688"/>
                        </a:cubicBezTo>
                        <a:cubicBezTo>
                          <a:pt x="26465" y="22254"/>
                          <a:pt x="34888" y="25003"/>
                          <a:pt x="43489" y="26599"/>
                        </a:cubicBezTo>
                        <a:cubicBezTo>
                          <a:pt x="44331" y="26731"/>
                          <a:pt x="45218" y="26776"/>
                          <a:pt x="46060" y="26909"/>
                        </a:cubicBezTo>
                        <a:cubicBezTo>
                          <a:pt x="39987" y="25269"/>
                          <a:pt x="34135" y="22963"/>
                          <a:pt x="28726" y="19683"/>
                        </a:cubicBezTo>
                        <a:cubicBezTo>
                          <a:pt x="25535" y="17732"/>
                          <a:pt x="22609" y="15471"/>
                          <a:pt x="19905" y="12989"/>
                        </a:cubicBezTo>
                        <a:cubicBezTo>
                          <a:pt x="16624" y="11437"/>
                          <a:pt x="13521" y="9575"/>
                          <a:pt x="10551" y="7403"/>
                        </a:cubicBezTo>
                        <a:cubicBezTo>
                          <a:pt x="8866" y="6206"/>
                          <a:pt x="7226" y="4921"/>
                          <a:pt x="5630" y="3546"/>
                        </a:cubicBezTo>
                        <a:cubicBezTo>
                          <a:pt x="3990" y="2261"/>
                          <a:pt x="2483" y="576"/>
                          <a:pt x="133" y="0"/>
                        </a:cubicBezTo>
                        <a:lnTo>
                          <a:pt x="0" y="665"/>
                        </a:lnTo>
                        <a:cubicBezTo>
                          <a:pt x="1685" y="1463"/>
                          <a:pt x="2882" y="3369"/>
                          <a:pt x="4300" y="4876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64" name="Forme libre : forme 27363">
                    <a:extLst>
                      <a:ext uri="{FF2B5EF4-FFF2-40B4-BE49-F238E27FC236}">
                        <a16:creationId xmlns:a16="http://schemas.microsoft.com/office/drawing/2014/main" id="{85178BC5-CD4A-43CC-B041-AA21BBD8D5DB}"/>
                      </a:ext>
                    </a:extLst>
                  </p:cNvPr>
                  <p:cNvSpPr/>
                  <p:nvPr/>
                </p:nvSpPr>
                <p:spPr>
                  <a:xfrm>
                    <a:off x="5455550" y="3749025"/>
                    <a:ext cx="217709" cy="217930"/>
                  </a:xfrm>
                  <a:custGeom>
                    <a:avLst/>
                    <a:gdLst>
                      <a:gd name="connsiteX0" fmla="*/ 11792 w 217709"/>
                      <a:gd name="connsiteY0" fmla="*/ 204942 h 217930"/>
                      <a:gd name="connsiteX1" fmla="*/ 0 w 217709"/>
                      <a:gd name="connsiteY1" fmla="*/ 217931 h 217930"/>
                      <a:gd name="connsiteX2" fmla="*/ 61576 w 217709"/>
                      <a:gd name="connsiteY2" fmla="*/ 179319 h 217930"/>
                      <a:gd name="connsiteX3" fmla="*/ 130466 w 217709"/>
                      <a:gd name="connsiteY3" fmla="*/ 143278 h 217930"/>
                      <a:gd name="connsiteX4" fmla="*/ 130377 w 217709"/>
                      <a:gd name="connsiteY4" fmla="*/ 143278 h 217930"/>
                      <a:gd name="connsiteX5" fmla="*/ 131042 w 217709"/>
                      <a:gd name="connsiteY5" fmla="*/ 142923 h 217930"/>
                      <a:gd name="connsiteX6" fmla="*/ 133126 w 217709"/>
                      <a:gd name="connsiteY6" fmla="*/ 141637 h 217930"/>
                      <a:gd name="connsiteX7" fmla="*/ 150060 w 217709"/>
                      <a:gd name="connsiteY7" fmla="*/ 97572 h 217930"/>
                      <a:gd name="connsiteX8" fmla="*/ 177324 w 217709"/>
                      <a:gd name="connsiteY8" fmla="*/ 14851 h 217930"/>
                      <a:gd name="connsiteX9" fmla="*/ 217709 w 217709"/>
                      <a:gd name="connsiteY9" fmla="*/ 2083 h 217930"/>
                      <a:gd name="connsiteX10" fmla="*/ 167482 w 217709"/>
                      <a:gd name="connsiteY10" fmla="*/ 12900 h 217930"/>
                      <a:gd name="connsiteX11" fmla="*/ 140219 w 217709"/>
                      <a:gd name="connsiteY11" fmla="*/ 95622 h 217930"/>
                      <a:gd name="connsiteX12" fmla="*/ 123284 w 217709"/>
                      <a:gd name="connsiteY12" fmla="*/ 139687 h 217930"/>
                      <a:gd name="connsiteX13" fmla="*/ 121201 w 217709"/>
                      <a:gd name="connsiteY13" fmla="*/ 140972 h 217930"/>
                      <a:gd name="connsiteX14" fmla="*/ 120536 w 217709"/>
                      <a:gd name="connsiteY14" fmla="*/ 141327 h 217930"/>
                      <a:gd name="connsiteX15" fmla="*/ 120625 w 217709"/>
                      <a:gd name="connsiteY15" fmla="*/ 141327 h 217930"/>
                      <a:gd name="connsiteX16" fmla="*/ 51734 w 217709"/>
                      <a:gd name="connsiteY16" fmla="*/ 177368 h 217930"/>
                      <a:gd name="connsiteX17" fmla="*/ 11792 w 217709"/>
                      <a:gd name="connsiteY17" fmla="*/ 204942 h 217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17709" h="217930">
                        <a:moveTo>
                          <a:pt x="11792" y="204942"/>
                        </a:moveTo>
                        <a:cubicBezTo>
                          <a:pt x="11171" y="209996"/>
                          <a:pt x="709" y="213055"/>
                          <a:pt x="0" y="217931"/>
                        </a:cubicBezTo>
                        <a:cubicBezTo>
                          <a:pt x="11526" y="203479"/>
                          <a:pt x="37992" y="190268"/>
                          <a:pt x="61576" y="179319"/>
                        </a:cubicBezTo>
                        <a:cubicBezTo>
                          <a:pt x="82810" y="169433"/>
                          <a:pt x="107902" y="157109"/>
                          <a:pt x="130466" y="143278"/>
                        </a:cubicBezTo>
                        <a:lnTo>
                          <a:pt x="130377" y="143278"/>
                        </a:lnTo>
                        <a:cubicBezTo>
                          <a:pt x="130377" y="143278"/>
                          <a:pt x="130643" y="143145"/>
                          <a:pt x="131042" y="142923"/>
                        </a:cubicBezTo>
                        <a:cubicBezTo>
                          <a:pt x="131752" y="142480"/>
                          <a:pt x="132461" y="142081"/>
                          <a:pt x="133126" y="141637"/>
                        </a:cubicBezTo>
                        <a:cubicBezTo>
                          <a:pt x="139554" y="137426"/>
                          <a:pt x="154582" y="124481"/>
                          <a:pt x="150060" y="97572"/>
                        </a:cubicBezTo>
                        <a:cubicBezTo>
                          <a:pt x="144342" y="63659"/>
                          <a:pt x="145627" y="36750"/>
                          <a:pt x="177324" y="14851"/>
                        </a:cubicBezTo>
                        <a:cubicBezTo>
                          <a:pt x="190446" y="5807"/>
                          <a:pt x="204986" y="1197"/>
                          <a:pt x="217709" y="2083"/>
                        </a:cubicBezTo>
                        <a:cubicBezTo>
                          <a:pt x="203080" y="-2970"/>
                          <a:pt x="184106" y="1374"/>
                          <a:pt x="167482" y="12900"/>
                        </a:cubicBezTo>
                        <a:cubicBezTo>
                          <a:pt x="135786" y="34844"/>
                          <a:pt x="134500" y="61753"/>
                          <a:pt x="140219" y="95622"/>
                        </a:cubicBezTo>
                        <a:cubicBezTo>
                          <a:pt x="144741" y="122531"/>
                          <a:pt x="129668" y="135475"/>
                          <a:pt x="123284" y="139687"/>
                        </a:cubicBezTo>
                        <a:cubicBezTo>
                          <a:pt x="122619" y="140130"/>
                          <a:pt x="121866" y="140529"/>
                          <a:pt x="121201" y="140972"/>
                        </a:cubicBezTo>
                        <a:cubicBezTo>
                          <a:pt x="120802" y="141194"/>
                          <a:pt x="120536" y="141327"/>
                          <a:pt x="120536" y="141327"/>
                        </a:cubicBezTo>
                        <a:lnTo>
                          <a:pt x="120625" y="141327"/>
                        </a:lnTo>
                        <a:cubicBezTo>
                          <a:pt x="98060" y="155158"/>
                          <a:pt x="72969" y="167482"/>
                          <a:pt x="51734" y="177368"/>
                        </a:cubicBezTo>
                        <a:cubicBezTo>
                          <a:pt x="35199" y="185037"/>
                          <a:pt x="22121" y="194790"/>
                          <a:pt x="11792" y="204942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65" name="Forme libre : forme 27364">
                    <a:extLst>
                      <a:ext uri="{FF2B5EF4-FFF2-40B4-BE49-F238E27FC236}">
                        <a16:creationId xmlns:a16="http://schemas.microsoft.com/office/drawing/2014/main" id="{5B0918B1-BBFD-479F-8E99-5D72001E0262}"/>
                      </a:ext>
                    </a:extLst>
                  </p:cNvPr>
                  <p:cNvSpPr/>
                  <p:nvPr/>
                </p:nvSpPr>
                <p:spPr>
                  <a:xfrm>
                    <a:off x="5884718" y="4198300"/>
                    <a:ext cx="364976" cy="392081"/>
                  </a:xfrm>
                  <a:custGeom>
                    <a:avLst/>
                    <a:gdLst>
                      <a:gd name="connsiteX0" fmla="*/ 0 w 364976"/>
                      <a:gd name="connsiteY0" fmla="*/ 392082 h 392081"/>
                      <a:gd name="connsiteX1" fmla="*/ 186500 w 364976"/>
                      <a:gd name="connsiteY1" fmla="*/ 386807 h 392081"/>
                      <a:gd name="connsiteX2" fmla="*/ 243820 w 364976"/>
                      <a:gd name="connsiteY2" fmla="*/ 319335 h 392081"/>
                      <a:gd name="connsiteX3" fmla="*/ 238146 w 364976"/>
                      <a:gd name="connsiteY3" fmla="*/ 234485 h 392081"/>
                      <a:gd name="connsiteX4" fmla="*/ 225246 w 364976"/>
                      <a:gd name="connsiteY4" fmla="*/ 101094 h 392081"/>
                      <a:gd name="connsiteX5" fmla="*/ 364977 w 364976"/>
                      <a:gd name="connsiteY5" fmla="*/ 2501 h 392081"/>
                      <a:gd name="connsiteX6" fmla="*/ 362849 w 364976"/>
                      <a:gd name="connsiteY6" fmla="*/ 1837 h 392081"/>
                      <a:gd name="connsiteX7" fmla="*/ 215449 w 364976"/>
                      <a:gd name="connsiteY7" fmla="*/ 99143 h 392081"/>
                      <a:gd name="connsiteX8" fmla="*/ 228349 w 364976"/>
                      <a:gd name="connsiteY8" fmla="*/ 232535 h 392081"/>
                      <a:gd name="connsiteX9" fmla="*/ 234023 w 364976"/>
                      <a:gd name="connsiteY9" fmla="*/ 317384 h 392081"/>
                      <a:gd name="connsiteX10" fmla="*/ 176703 w 364976"/>
                      <a:gd name="connsiteY10" fmla="*/ 384856 h 392081"/>
                      <a:gd name="connsiteX11" fmla="*/ 1951 w 364976"/>
                      <a:gd name="connsiteY11" fmla="*/ 389954 h 392081"/>
                      <a:gd name="connsiteX12" fmla="*/ 0 w 364976"/>
                      <a:gd name="connsiteY12" fmla="*/ 392082 h 392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64976" h="392081">
                        <a:moveTo>
                          <a:pt x="0" y="392082"/>
                        </a:moveTo>
                        <a:cubicBezTo>
                          <a:pt x="56965" y="391506"/>
                          <a:pt x="121245" y="389777"/>
                          <a:pt x="186500" y="386807"/>
                        </a:cubicBezTo>
                        <a:cubicBezTo>
                          <a:pt x="201218" y="377674"/>
                          <a:pt x="221965" y="358701"/>
                          <a:pt x="243820" y="319335"/>
                        </a:cubicBezTo>
                        <a:cubicBezTo>
                          <a:pt x="264035" y="276112"/>
                          <a:pt x="244441" y="248139"/>
                          <a:pt x="238146" y="234485"/>
                        </a:cubicBezTo>
                        <a:cubicBezTo>
                          <a:pt x="231496" y="220122"/>
                          <a:pt x="200553" y="166659"/>
                          <a:pt x="225246" y="101094"/>
                        </a:cubicBezTo>
                        <a:cubicBezTo>
                          <a:pt x="248652" y="38897"/>
                          <a:pt x="317410" y="-3040"/>
                          <a:pt x="364977" y="2501"/>
                        </a:cubicBezTo>
                        <a:cubicBezTo>
                          <a:pt x="364268" y="2324"/>
                          <a:pt x="363558" y="2014"/>
                          <a:pt x="362849" y="1837"/>
                        </a:cubicBezTo>
                        <a:cubicBezTo>
                          <a:pt x="315326" y="-9601"/>
                          <a:pt x="240141" y="33533"/>
                          <a:pt x="215449" y="99143"/>
                        </a:cubicBezTo>
                        <a:cubicBezTo>
                          <a:pt x="190756" y="164753"/>
                          <a:pt x="221699" y="218172"/>
                          <a:pt x="228349" y="232535"/>
                        </a:cubicBezTo>
                        <a:cubicBezTo>
                          <a:pt x="234644" y="246189"/>
                          <a:pt x="254238" y="274162"/>
                          <a:pt x="234023" y="317384"/>
                        </a:cubicBezTo>
                        <a:cubicBezTo>
                          <a:pt x="212168" y="356750"/>
                          <a:pt x="191421" y="375768"/>
                          <a:pt x="176703" y="384856"/>
                        </a:cubicBezTo>
                        <a:cubicBezTo>
                          <a:pt x="115881" y="387604"/>
                          <a:pt x="55946" y="389289"/>
                          <a:pt x="1951" y="389954"/>
                        </a:cubicBezTo>
                        <a:cubicBezTo>
                          <a:pt x="1286" y="390664"/>
                          <a:pt x="665" y="391417"/>
                          <a:pt x="0" y="392082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66" name="Forme libre : forme 27365">
                    <a:extLst>
                      <a:ext uri="{FF2B5EF4-FFF2-40B4-BE49-F238E27FC236}">
                        <a16:creationId xmlns:a16="http://schemas.microsoft.com/office/drawing/2014/main" id="{B8955EB8-6311-4055-86B7-E1E76C6E26C8}"/>
                      </a:ext>
                    </a:extLst>
                  </p:cNvPr>
                  <p:cNvSpPr/>
                  <p:nvPr/>
                </p:nvSpPr>
                <p:spPr>
                  <a:xfrm>
                    <a:off x="5710719" y="4424691"/>
                    <a:ext cx="201528" cy="165061"/>
                  </a:xfrm>
                  <a:custGeom>
                    <a:avLst/>
                    <a:gdLst>
                      <a:gd name="connsiteX0" fmla="*/ 1463 w 201528"/>
                      <a:gd name="connsiteY0" fmla="*/ 162588 h 165061"/>
                      <a:gd name="connsiteX1" fmla="*/ 26022 w 201528"/>
                      <a:gd name="connsiteY1" fmla="*/ 163874 h 165061"/>
                      <a:gd name="connsiteX2" fmla="*/ 155114 w 201528"/>
                      <a:gd name="connsiteY2" fmla="*/ 164672 h 165061"/>
                      <a:gd name="connsiteX3" fmla="*/ 167172 w 201528"/>
                      <a:gd name="connsiteY3" fmla="*/ 153235 h 165061"/>
                      <a:gd name="connsiteX4" fmla="*/ 191022 w 201528"/>
                      <a:gd name="connsiteY4" fmla="*/ 43826 h 165061"/>
                      <a:gd name="connsiteX5" fmla="*/ 189559 w 201528"/>
                      <a:gd name="connsiteY5" fmla="*/ 38417 h 165061"/>
                      <a:gd name="connsiteX6" fmla="*/ 189559 w 201528"/>
                      <a:gd name="connsiteY6" fmla="*/ 32034 h 165061"/>
                      <a:gd name="connsiteX7" fmla="*/ 200997 w 201528"/>
                      <a:gd name="connsiteY7" fmla="*/ 5125 h 165061"/>
                      <a:gd name="connsiteX8" fmla="*/ 201529 w 201528"/>
                      <a:gd name="connsiteY8" fmla="*/ 4726 h 165061"/>
                      <a:gd name="connsiteX9" fmla="*/ 191155 w 201528"/>
                      <a:gd name="connsiteY9" fmla="*/ 3174 h 165061"/>
                      <a:gd name="connsiteX10" fmla="*/ 184417 w 201528"/>
                      <a:gd name="connsiteY10" fmla="*/ 30837 h 165061"/>
                      <a:gd name="connsiteX11" fmla="*/ 185747 w 201528"/>
                      <a:gd name="connsiteY11" fmla="*/ 39481 h 165061"/>
                      <a:gd name="connsiteX12" fmla="*/ 165754 w 201528"/>
                      <a:gd name="connsiteY12" fmla="*/ 147605 h 165061"/>
                      <a:gd name="connsiteX13" fmla="*/ 150770 w 201528"/>
                      <a:gd name="connsiteY13" fmla="*/ 163874 h 165061"/>
                      <a:gd name="connsiteX14" fmla="*/ 16270 w 201528"/>
                      <a:gd name="connsiteY14" fmla="*/ 161968 h 165061"/>
                      <a:gd name="connsiteX15" fmla="*/ 0 w 201528"/>
                      <a:gd name="connsiteY15" fmla="*/ 161125 h 165061"/>
                      <a:gd name="connsiteX16" fmla="*/ 1463 w 201528"/>
                      <a:gd name="connsiteY16" fmla="*/ 162588 h 165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1528" h="165061">
                        <a:moveTo>
                          <a:pt x="1463" y="162588"/>
                        </a:moveTo>
                        <a:cubicBezTo>
                          <a:pt x="9841" y="163032"/>
                          <a:pt x="18087" y="163475"/>
                          <a:pt x="26022" y="163874"/>
                        </a:cubicBezTo>
                        <a:cubicBezTo>
                          <a:pt x="59669" y="165514"/>
                          <a:pt x="101030" y="165115"/>
                          <a:pt x="155114" y="164672"/>
                        </a:cubicBezTo>
                        <a:cubicBezTo>
                          <a:pt x="158705" y="161790"/>
                          <a:pt x="163182" y="158200"/>
                          <a:pt x="167172" y="153235"/>
                        </a:cubicBezTo>
                        <a:cubicBezTo>
                          <a:pt x="181580" y="133197"/>
                          <a:pt x="195588" y="102387"/>
                          <a:pt x="191022" y="43826"/>
                        </a:cubicBezTo>
                        <a:cubicBezTo>
                          <a:pt x="190845" y="41387"/>
                          <a:pt x="189470" y="40013"/>
                          <a:pt x="189559" y="38417"/>
                        </a:cubicBezTo>
                        <a:cubicBezTo>
                          <a:pt x="189426" y="37531"/>
                          <a:pt x="189692" y="32698"/>
                          <a:pt x="189559" y="32034"/>
                        </a:cubicBezTo>
                        <a:cubicBezTo>
                          <a:pt x="188939" y="28842"/>
                          <a:pt x="193505" y="11597"/>
                          <a:pt x="200997" y="5125"/>
                        </a:cubicBezTo>
                        <a:cubicBezTo>
                          <a:pt x="201174" y="4947"/>
                          <a:pt x="201351" y="4859"/>
                          <a:pt x="201529" y="4726"/>
                        </a:cubicBezTo>
                        <a:cubicBezTo>
                          <a:pt x="200376" y="-195"/>
                          <a:pt x="197317" y="-2146"/>
                          <a:pt x="191155" y="3174"/>
                        </a:cubicBezTo>
                        <a:cubicBezTo>
                          <a:pt x="183663" y="9602"/>
                          <a:pt x="183796" y="27601"/>
                          <a:pt x="184417" y="30837"/>
                        </a:cubicBezTo>
                        <a:cubicBezTo>
                          <a:pt x="184860" y="33053"/>
                          <a:pt x="185436" y="37132"/>
                          <a:pt x="185747" y="39481"/>
                        </a:cubicBezTo>
                        <a:cubicBezTo>
                          <a:pt x="190668" y="97466"/>
                          <a:pt x="177723" y="130227"/>
                          <a:pt x="165754" y="147605"/>
                        </a:cubicBezTo>
                        <a:cubicBezTo>
                          <a:pt x="160700" y="154919"/>
                          <a:pt x="155380" y="160194"/>
                          <a:pt x="150770" y="163874"/>
                        </a:cubicBezTo>
                        <a:cubicBezTo>
                          <a:pt x="96686" y="164273"/>
                          <a:pt x="49917" y="163608"/>
                          <a:pt x="16270" y="161968"/>
                        </a:cubicBezTo>
                        <a:cubicBezTo>
                          <a:pt x="10950" y="161701"/>
                          <a:pt x="5497" y="161436"/>
                          <a:pt x="0" y="161125"/>
                        </a:cubicBezTo>
                        <a:cubicBezTo>
                          <a:pt x="443" y="161569"/>
                          <a:pt x="975" y="162145"/>
                          <a:pt x="1463" y="16258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6956" name="Forme libre : forme 26955">
                  <a:extLst>
                    <a:ext uri="{FF2B5EF4-FFF2-40B4-BE49-F238E27FC236}">
                      <a16:creationId xmlns:a16="http://schemas.microsoft.com/office/drawing/2014/main" id="{56503D28-D1FE-486A-9BCF-F7F77203C62B}"/>
                    </a:ext>
                  </a:extLst>
                </p:cNvPr>
                <p:cNvSpPr/>
                <p:nvPr/>
              </p:nvSpPr>
              <p:spPr>
                <a:xfrm>
                  <a:off x="4211489" y="2799589"/>
                  <a:ext cx="3673929" cy="1818899"/>
                </a:xfrm>
                <a:custGeom>
                  <a:avLst/>
                  <a:gdLst>
                    <a:gd name="connsiteX0" fmla="*/ 3633721 w 3673929"/>
                    <a:gd name="connsiteY0" fmla="*/ 3325 h 1818899"/>
                    <a:gd name="connsiteX1" fmla="*/ 3633677 w 3673929"/>
                    <a:gd name="connsiteY1" fmla="*/ 3990 h 1818899"/>
                    <a:gd name="connsiteX2" fmla="*/ 3633721 w 3673929"/>
                    <a:gd name="connsiteY2" fmla="*/ 3325 h 1818899"/>
                    <a:gd name="connsiteX3" fmla="*/ 3633633 w 3673929"/>
                    <a:gd name="connsiteY3" fmla="*/ 3990 h 1818899"/>
                    <a:gd name="connsiteX4" fmla="*/ 3642100 w 3673929"/>
                    <a:gd name="connsiteY4" fmla="*/ 33204 h 1818899"/>
                    <a:gd name="connsiteX5" fmla="*/ 3639750 w 3673929"/>
                    <a:gd name="connsiteY5" fmla="*/ 40252 h 1818899"/>
                    <a:gd name="connsiteX6" fmla="*/ 3633633 w 3673929"/>
                    <a:gd name="connsiteY6" fmla="*/ 3990 h 1818899"/>
                    <a:gd name="connsiteX7" fmla="*/ 3620555 w 3673929"/>
                    <a:gd name="connsiteY7" fmla="*/ 34046 h 1818899"/>
                    <a:gd name="connsiteX8" fmla="*/ 3621575 w 3673929"/>
                    <a:gd name="connsiteY8" fmla="*/ 47390 h 1818899"/>
                    <a:gd name="connsiteX9" fmla="*/ 3621929 w 3673929"/>
                    <a:gd name="connsiteY9" fmla="*/ 60822 h 1818899"/>
                    <a:gd name="connsiteX10" fmla="*/ 3621796 w 3673929"/>
                    <a:gd name="connsiteY10" fmla="*/ 68048 h 1818899"/>
                    <a:gd name="connsiteX11" fmla="*/ 3636647 w 3673929"/>
                    <a:gd name="connsiteY11" fmla="*/ 46725 h 1818899"/>
                    <a:gd name="connsiteX12" fmla="*/ 3639795 w 3673929"/>
                    <a:gd name="connsiteY12" fmla="*/ 40252 h 1818899"/>
                    <a:gd name="connsiteX13" fmla="*/ 3638686 w 3673929"/>
                    <a:gd name="connsiteY13" fmla="*/ 47922 h 1818899"/>
                    <a:gd name="connsiteX14" fmla="*/ 3623969 w 3673929"/>
                    <a:gd name="connsiteY14" fmla="*/ 73456 h 1818899"/>
                    <a:gd name="connsiteX15" fmla="*/ 3622195 w 3673929"/>
                    <a:gd name="connsiteY15" fmla="*/ 80195 h 1818899"/>
                    <a:gd name="connsiteX16" fmla="*/ 3621929 w 3673929"/>
                    <a:gd name="connsiteY16" fmla="*/ 83564 h 1818899"/>
                    <a:gd name="connsiteX17" fmla="*/ 3621575 w 3673929"/>
                    <a:gd name="connsiteY17" fmla="*/ 87598 h 1818899"/>
                    <a:gd name="connsiteX18" fmla="*/ 3617142 w 3673929"/>
                    <a:gd name="connsiteY18" fmla="*/ 102538 h 1818899"/>
                    <a:gd name="connsiteX19" fmla="*/ 3603931 w 3673929"/>
                    <a:gd name="connsiteY19" fmla="*/ 129579 h 1818899"/>
                    <a:gd name="connsiteX20" fmla="*/ 3597370 w 3673929"/>
                    <a:gd name="connsiteY20" fmla="*/ 142790 h 1818899"/>
                    <a:gd name="connsiteX21" fmla="*/ 3592937 w 3673929"/>
                    <a:gd name="connsiteY21" fmla="*/ 156089 h 1818899"/>
                    <a:gd name="connsiteX22" fmla="*/ 3591518 w 3673929"/>
                    <a:gd name="connsiteY22" fmla="*/ 184904 h 1818899"/>
                    <a:gd name="connsiteX23" fmla="*/ 3592627 w 3673929"/>
                    <a:gd name="connsiteY23" fmla="*/ 214739 h 1818899"/>
                    <a:gd name="connsiteX24" fmla="*/ 3592227 w 3673929"/>
                    <a:gd name="connsiteY24" fmla="*/ 245150 h 1818899"/>
                    <a:gd name="connsiteX25" fmla="*/ 3585135 w 3673929"/>
                    <a:gd name="connsiteY25" fmla="*/ 275251 h 1818899"/>
                    <a:gd name="connsiteX26" fmla="*/ 3570284 w 3673929"/>
                    <a:gd name="connsiteY26" fmla="*/ 302248 h 1818899"/>
                    <a:gd name="connsiteX27" fmla="*/ 3561728 w 3673929"/>
                    <a:gd name="connsiteY27" fmla="*/ 314395 h 1818899"/>
                    <a:gd name="connsiteX28" fmla="*/ 3552950 w 3673929"/>
                    <a:gd name="connsiteY28" fmla="*/ 326719 h 1818899"/>
                    <a:gd name="connsiteX29" fmla="*/ 3535484 w 3673929"/>
                    <a:gd name="connsiteY29" fmla="*/ 350835 h 1818899"/>
                    <a:gd name="connsiteX30" fmla="*/ 3528790 w 3673929"/>
                    <a:gd name="connsiteY30" fmla="*/ 360721 h 1818899"/>
                    <a:gd name="connsiteX31" fmla="*/ 3515668 w 3673929"/>
                    <a:gd name="connsiteY31" fmla="*/ 451555 h 1818899"/>
                    <a:gd name="connsiteX32" fmla="*/ 3515446 w 3673929"/>
                    <a:gd name="connsiteY32" fmla="*/ 451688 h 1818899"/>
                    <a:gd name="connsiteX33" fmla="*/ 3544660 w 3673929"/>
                    <a:gd name="connsiteY33" fmla="*/ 755178 h 1818899"/>
                    <a:gd name="connsiteX34" fmla="*/ 3535041 w 3673929"/>
                    <a:gd name="connsiteY34" fmla="*/ 784082 h 1818899"/>
                    <a:gd name="connsiteX35" fmla="*/ 3520943 w 3673929"/>
                    <a:gd name="connsiteY35" fmla="*/ 967745 h 1818899"/>
                    <a:gd name="connsiteX36" fmla="*/ 3522584 w 3673929"/>
                    <a:gd name="connsiteY36" fmla="*/ 1008618 h 1818899"/>
                    <a:gd name="connsiteX37" fmla="*/ 3507423 w 3673929"/>
                    <a:gd name="connsiteY37" fmla="*/ 1111599 h 1818899"/>
                    <a:gd name="connsiteX38" fmla="*/ 3670605 w 3673929"/>
                    <a:gd name="connsiteY38" fmla="*/ 983216 h 1818899"/>
                    <a:gd name="connsiteX39" fmla="*/ 3670250 w 3673929"/>
                    <a:gd name="connsiteY39" fmla="*/ 1011234 h 1818899"/>
                    <a:gd name="connsiteX40" fmla="*/ 3458215 w 3673929"/>
                    <a:gd name="connsiteY40" fmla="*/ 1207841 h 1818899"/>
                    <a:gd name="connsiteX41" fmla="*/ 3426075 w 3673929"/>
                    <a:gd name="connsiteY41" fmla="*/ 1245168 h 1818899"/>
                    <a:gd name="connsiteX42" fmla="*/ 3271138 w 3673929"/>
                    <a:gd name="connsiteY42" fmla="*/ 1369428 h 1818899"/>
                    <a:gd name="connsiteX43" fmla="*/ 3003690 w 3673929"/>
                    <a:gd name="connsiteY43" fmla="*/ 1593077 h 1818899"/>
                    <a:gd name="connsiteX44" fmla="*/ 2677813 w 3673929"/>
                    <a:gd name="connsiteY44" fmla="*/ 1739104 h 1818899"/>
                    <a:gd name="connsiteX45" fmla="*/ 2647756 w 3673929"/>
                    <a:gd name="connsiteY45" fmla="*/ 1739636 h 1818899"/>
                    <a:gd name="connsiteX46" fmla="*/ 2224218 w 3673929"/>
                    <a:gd name="connsiteY46" fmla="*/ 1773815 h 1818899"/>
                    <a:gd name="connsiteX47" fmla="*/ 1623135 w 3673929"/>
                    <a:gd name="connsiteY47" fmla="*/ 1815707 h 1818899"/>
                    <a:gd name="connsiteX48" fmla="*/ 1514169 w 3673929"/>
                    <a:gd name="connsiteY48" fmla="*/ 1813580 h 1818899"/>
                    <a:gd name="connsiteX49" fmla="*/ 1353603 w 3673929"/>
                    <a:gd name="connsiteY49" fmla="*/ 1804270 h 1818899"/>
                    <a:gd name="connsiteX50" fmla="*/ 1058757 w 3673929"/>
                    <a:gd name="connsiteY50" fmla="*/ 1790262 h 1818899"/>
                    <a:gd name="connsiteX51" fmla="*/ 1030962 w 3673929"/>
                    <a:gd name="connsiteY51" fmla="*/ 1790793 h 1818899"/>
                    <a:gd name="connsiteX52" fmla="*/ 995497 w 3673929"/>
                    <a:gd name="connsiteY52" fmla="*/ 1791636 h 1818899"/>
                    <a:gd name="connsiteX53" fmla="*/ 613098 w 3673929"/>
                    <a:gd name="connsiteY53" fmla="*/ 1712328 h 1818899"/>
                    <a:gd name="connsiteX54" fmla="*/ 599134 w 3673929"/>
                    <a:gd name="connsiteY54" fmla="*/ 1708161 h 1818899"/>
                    <a:gd name="connsiteX55" fmla="*/ 291699 w 3673929"/>
                    <a:gd name="connsiteY55" fmla="*/ 1680498 h 1818899"/>
                    <a:gd name="connsiteX56" fmla="*/ 3548 w 3673929"/>
                    <a:gd name="connsiteY56" fmla="*/ 1691049 h 1818899"/>
                    <a:gd name="connsiteX57" fmla="*/ 3370 w 3673929"/>
                    <a:gd name="connsiteY57" fmla="*/ 1663386 h 1818899"/>
                    <a:gd name="connsiteX58" fmla="*/ 284384 w 3673929"/>
                    <a:gd name="connsiteY58" fmla="*/ 1653323 h 1818899"/>
                    <a:gd name="connsiteX59" fmla="*/ 448852 w 3673929"/>
                    <a:gd name="connsiteY59" fmla="*/ 1658466 h 1818899"/>
                    <a:gd name="connsiteX60" fmla="*/ 389493 w 3673929"/>
                    <a:gd name="connsiteY60" fmla="*/ 1474625 h 1818899"/>
                    <a:gd name="connsiteX61" fmla="*/ 441848 w 3673929"/>
                    <a:gd name="connsiteY61" fmla="*/ 1319999 h 1818899"/>
                    <a:gd name="connsiteX62" fmla="*/ 479751 w 3673929"/>
                    <a:gd name="connsiteY62" fmla="*/ 1216442 h 1818899"/>
                    <a:gd name="connsiteX63" fmla="*/ 481081 w 3673929"/>
                    <a:gd name="connsiteY63" fmla="*/ 1114037 h 1818899"/>
                    <a:gd name="connsiteX64" fmla="*/ 468934 w 3673929"/>
                    <a:gd name="connsiteY64" fmla="*/ 1073563 h 1818899"/>
                    <a:gd name="connsiteX65" fmla="*/ 434356 w 3673929"/>
                    <a:gd name="connsiteY65" fmla="*/ 1034552 h 1818899"/>
                    <a:gd name="connsiteX66" fmla="*/ 410550 w 3673929"/>
                    <a:gd name="connsiteY66" fmla="*/ 1010613 h 1818899"/>
                    <a:gd name="connsiteX67" fmla="*/ 383154 w 3673929"/>
                    <a:gd name="connsiteY67" fmla="*/ 966459 h 1818899"/>
                    <a:gd name="connsiteX68" fmla="*/ 364446 w 3673929"/>
                    <a:gd name="connsiteY68" fmla="*/ 941590 h 1818899"/>
                    <a:gd name="connsiteX69" fmla="*/ 343433 w 3673929"/>
                    <a:gd name="connsiteY69" fmla="*/ 914149 h 1818899"/>
                    <a:gd name="connsiteX70" fmla="*/ 329070 w 3673929"/>
                    <a:gd name="connsiteY70" fmla="*/ 868975 h 1818899"/>
                    <a:gd name="connsiteX71" fmla="*/ 329025 w 3673929"/>
                    <a:gd name="connsiteY71" fmla="*/ 868843 h 1818899"/>
                    <a:gd name="connsiteX72" fmla="*/ 328227 w 3673929"/>
                    <a:gd name="connsiteY72" fmla="*/ 855454 h 1818899"/>
                    <a:gd name="connsiteX73" fmla="*/ 330754 w 3673929"/>
                    <a:gd name="connsiteY73" fmla="*/ 848229 h 1818899"/>
                    <a:gd name="connsiteX74" fmla="*/ 334966 w 3673929"/>
                    <a:gd name="connsiteY74" fmla="*/ 851243 h 1818899"/>
                    <a:gd name="connsiteX75" fmla="*/ 342014 w 3673929"/>
                    <a:gd name="connsiteY75" fmla="*/ 865296 h 1818899"/>
                    <a:gd name="connsiteX76" fmla="*/ 335631 w 3673929"/>
                    <a:gd name="connsiteY76" fmla="*/ 874428 h 1818899"/>
                    <a:gd name="connsiteX77" fmla="*/ 349196 w 3673929"/>
                    <a:gd name="connsiteY77" fmla="*/ 910913 h 1818899"/>
                    <a:gd name="connsiteX78" fmla="*/ 369278 w 3673929"/>
                    <a:gd name="connsiteY78" fmla="*/ 937024 h 1818899"/>
                    <a:gd name="connsiteX79" fmla="*/ 375529 w 3673929"/>
                    <a:gd name="connsiteY79" fmla="*/ 943850 h 1818899"/>
                    <a:gd name="connsiteX80" fmla="*/ 367948 w 3673929"/>
                    <a:gd name="connsiteY80" fmla="*/ 913484 h 1818899"/>
                    <a:gd name="connsiteX81" fmla="*/ 365155 w 3673929"/>
                    <a:gd name="connsiteY81" fmla="*/ 906701 h 1818899"/>
                    <a:gd name="connsiteX82" fmla="*/ 364313 w 3673929"/>
                    <a:gd name="connsiteY82" fmla="*/ 892604 h 1818899"/>
                    <a:gd name="connsiteX83" fmla="*/ 367904 w 3673929"/>
                    <a:gd name="connsiteY83" fmla="*/ 894422 h 1818899"/>
                    <a:gd name="connsiteX84" fmla="*/ 378454 w 3673929"/>
                    <a:gd name="connsiteY84" fmla="*/ 908607 h 1818899"/>
                    <a:gd name="connsiteX85" fmla="*/ 375085 w 3673929"/>
                    <a:gd name="connsiteY85" fmla="*/ 917607 h 1818899"/>
                    <a:gd name="connsiteX86" fmla="*/ 390291 w 3673929"/>
                    <a:gd name="connsiteY86" fmla="*/ 965972 h 1818899"/>
                    <a:gd name="connsiteX87" fmla="*/ 391709 w 3673929"/>
                    <a:gd name="connsiteY87" fmla="*/ 969030 h 1818899"/>
                    <a:gd name="connsiteX88" fmla="*/ 391665 w 3673929"/>
                    <a:gd name="connsiteY88" fmla="*/ 969075 h 1818899"/>
                    <a:gd name="connsiteX89" fmla="*/ 403324 w 3673929"/>
                    <a:gd name="connsiteY89" fmla="*/ 990265 h 1818899"/>
                    <a:gd name="connsiteX90" fmla="*/ 409885 w 3673929"/>
                    <a:gd name="connsiteY90" fmla="*/ 973818 h 1818899"/>
                    <a:gd name="connsiteX91" fmla="*/ 419416 w 3673929"/>
                    <a:gd name="connsiteY91" fmla="*/ 962248 h 1818899"/>
                    <a:gd name="connsiteX92" fmla="*/ 419594 w 3673929"/>
                    <a:gd name="connsiteY92" fmla="*/ 955377 h 1818899"/>
                    <a:gd name="connsiteX93" fmla="*/ 418352 w 3673929"/>
                    <a:gd name="connsiteY93" fmla="*/ 946688 h 1818899"/>
                    <a:gd name="connsiteX94" fmla="*/ 420480 w 3673929"/>
                    <a:gd name="connsiteY94" fmla="*/ 946998 h 1818899"/>
                    <a:gd name="connsiteX95" fmla="*/ 434799 w 3673929"/>
                    <a:gd name="connsiteY95" fmla="*/ 958480 h 1818899"/>
                    <a:gd name="connsiteX96" fmla="*/ 424869 w 3673929"/>
                    <a:gd name="connsiteY96" fmla="*/ 966016 h 1818899"/>
                    <a:gd name="connsiteX97" fmla="*/ 414895 w 3673929"/>
                    <a:gd name="connsiteY97" fmla="*/ 979670 h 1818899"/>
                    <a:gd name="connsiteX98" fmla="*/ 410328 w 3673929"/>
                    <a:gd name="connsiteY98" fmla="*/ 999929 h 1818899"/>
                    <a:gd name="connsiteX99" fmla="*/ 415471 w 3673929"/>
                    <a:gd name="connsiteY99" fmla="*/ 1006091 h 1818899"/>
                    <a:gd name="connsiteX100" fmla="*/ 438878 w 3673929"/>
                    <a:gd name="connsiteY100" fmla="*/ 1029675 h 1818899"/>
                    <a:gd name="connsiteX101" fmla="*/ 448586 w 3673929"/>
                    <a:gd name="connsiteY101" fmla="*/ 1039029 h 1818899"/>
                    <a:gd name="connsiteX102" fmla="*/ 485425 w 3673929"/>
                    <a:gd name="connsiteY102" fmla="*/ 1085710 h 1818899"/>
                    <a:gd name="connsiteX103" fmla="*/ 485602 w 3673929"/>
                    <a:gd name="connsiteY103" fmla="*/ 1085976 h 1818899"/>
                    <a:gd name="connsiteX104" fmla="*/ 489326 w 3673929"/>
                    <a:gd name="connsiteY104" fmla="*/ 1051397 h 1818899"/>
                    <a:gd name="connsiteX105" fmla="*/ 491853 w 3673929"/>
                    <a:gd name="connsiteY105" fmla="*/ 1040714 h 1818899"/>
                    <a:gd name="connsiteX106" fmla="*/ 491809 w 3673929"/>
                    <a:gd name="connsiteY106" fmla="*/ 1040714 h 1818899"/>
                    <a:gd name="connsiteX107" fmla="*/ 469954 w 3673929"/>
                    <a:gd name="connsiteY107" fmla="*/ 992615 h 1818899"/>
                    <a:gd name="connsiteX108" fmla="*/ 455280 w 3673929"/>
                    <a:gd name="connsiteY108" fmla="*/ 972577 h 1818899"/>
                    <a:gd name="connsiteX109" fmla="*/ 446236 w 3673929"/>
                    <a:gd name="connsiteY109" fmla="*/ 962292 h 1818899"/>
                    <a:gd name="connsiteX110" fmla="*/ 451556 w 3673929"/>
                    <a:gd name="connsiteY110" fmla="*/ 955598 h 1818899"/>
                    <a:gd name="connsiteX111" fmla="*/ 457984 w 3673929"/>
                    <a:gd name="connsiteY111" fmla="*/ 956130 h 1818899"/>
                    <a:gd name="connsiteX112" fmla="*/ 460954 w 3673929"/>
                    <a:gd name="connsiteY112" fmla="*/ 964198 h 1818899"/>
                    <a:gd name="connsiteX113" fmla="*/ 460866 w 3673929"/>
                    <a:gd name="connsiteY113" fmla="*/ 968764 h 1818899"/>
                    <a:gd name="connsiteX114" fmla="*/ 474653 w 3673929"/>
                    <a:gd name="connsiteY114" fmla="*/ 987827 h 1818899"/>
                    <a:gd name="connsiteX115" fmla="*/ 497306 w 3673929"/>
                    <a:gd name="connsiteY115" fmla="*/ 1025951 h 1818899"/>
                    <a:gd name="connsiteX116" fmla="*/ 507945 w 3673929"/>
                    <a:gd name="connsiteY116" fmla="*/ 1005426 h 1818899"/>
                    <a:gd name="connsiteX117" fmla="*/ 507901 w 3673929"/>
                    <a:gd name="connsiteY117" fmla="*/ 1005382 h 1818899"/>
                    <a:gd name="connsiteX118" fmla="*/ 508965 w 3673929"/>
                    <a:gd name="connsiteY118" fmla="*/ 1003697 h 1818899"/>
                    <a:gd name="connsiteX119" fmla="*/ 541947 w 3673929"/>
                    <a:gd name="connsiteY119" fmla="*/ 958258 h 1818899"/>
                    <a:gd name="connsiteX120" fmla="*/ 565265 w 3673929"/>
                    <a:gd name="connsiteY120" fmla="*/ 928335 h 1818899"/>
                    <a:gd name="connsiteX121" fmla="*/ 565265 w 3673929"/>
                    <a:gd name="connsiteY121" fmla="*/ 927936 h 1818899"/>
                    <a:gd name="connsiteX122" fmla="*/ 554049 w 3673929"/>
                    <a:gd name="connsiteY122" fmla="*/ 921818 h 1818899"/>
                    <a:gd name="connsiteX123" fmla="*/ 567925 w 3673929"/>
                    <a:gd name="connsiteY123" fmla="*/ 907100 h 1818899"/>
                    <a:gd name="connsiteX124" fmla="*/ 570807 w 3673929"/>
                    <a:gd name="connsiteY124" fmla="*/ 905992 h 1818899"/>
                    <a:gd name="connsiteX125" fmla="*/ 571338 w 3673929"/>
                    <a:gd name="connsiteY125" fmla="*/ 916764 h 1818899"/>
                    <a:gd name="connsiteX126" fmla="*/ 571294 w 3673929"/>
                    <a:gd name="connsiteY126" fmla="*/ 922040 h 1818899"/>
                    <a:gd name="connsiteX127" fmla="*/ 571737 w 3673929"/>
                    <a:gd name="connsiteY127" fmla="*/ 925808 h 1818899"/>
                    <a:gd name="connsiteX128" fmla="*/ 571826 w 3673929"/>
                    <a:gd name="connsiteY128" fmla="*/ 926384 h 1818899"/>
                    <a:gd name="connsiteX129" fmla="*/ 571782 w 3673929"/>
                    <a:gd name="connsiteY129" fmla="*/ 926428 h 1818899"/>
                    <a:gd name="connsiteX130" fmla="*/ 547134 w 3673929"/>
                    <a:gd name="connsiteY130" fmla="*/ 962381 h 1818899"/>
                    <a:gd name="connsiteX131" fmla="*/ 532239 w 3673929"/>
                    <a:gd name="connsiteY131" fmla="*/ 981487 h 1818899"/>
                    <a:gd name="connsiteX132" fmla="*/ 563980 w 3673929"/>
                    <a:gd name="connsiteY132" fmla="*/ 961982 h 1818899"/>
                    <a:gd name="connsiteX133" fmla="*/ 608045 w 3673929"/>
                    <a:gd name="connsiteY133" fmla="*/ 909538 h 1818899"/>
                    <a:gd name="connsiteX134" fmla="*/ 608710 w 3673929"/>
                    <a:gd name="connsiteY134" fmla="*/ 866094 h 1818899"/>
                    <a:gd name="connsiteX135" fmla="*/ 601572 w 3673929"/>
                    <a:gd name="connsiteY135" fmla="*/ 856474 h 1818899"/>
                    <a:gd name="connsiteX136" fmla="*/ 613054 w 3673929"/>
                    <a:gd name="connsiteY136" fmla="*/ 843929 h 1818899"/>
                    <a:gd name="connsiteX137" fmla="*/ 617975 w 3673929"/>
                    <a:gd name="connsiteY137" fmla="*/ 841845 h 1818899"/>
                    <a:gd name="connsiteX138" fmla="*/ 617975 w 3673929"/>
                    <a:gd name="connsiteY138" fmla="*/ 853681 h 1818899"/>
                    <a:gd name="connsiteX139" fmla="*/ 615315 w 3673929"/>
                    <a:gd name="connsiteY139" fmla="*/ 862725 h 1818899"/>
                    <a:gd name="connsiteX140" fmla="*/ 614472 w 3673929"/>
                    <a:gd name="connsiteY140" fmla="*/ 911179 h 1818899"/>
                    <a:gd name="connsiteX141" fmla="*/ 567127 w 3673929"/>
                    <a:gd name="connsiteY141" fmla="*/ 967834 h 1818899"/>
                    <a:gd name="connsiteX142" fmla="*/ 515171 w 3673929"/>
                    <a:gd name="connsiteY142" fmla="*/ 1006224 h 1818899"/>
                    <a:gd name="connsiteX143" fmla="*/ 498990 w 3673929"/>
                    <a:gd name="connsiteY143" fmla="*/ 1040226 h 1818899"/>
                    <a:gd name="connsiteX144" fmla="*/ 498857 w 3673929"/>
                    <a:gd name="connsiteY144" fmla="*/ 1113505 h 1818899"/>
                    <a:gd name="connsiteX145" fmla="*/ 497128 w 3673929"/>
                    <a:gd name="connsiteY145" fmla="*/ 1219323 h 1818899"/>
                    <a:gd name="connsiteX146" fmla="*/ 458073 w 3673929"/>
                    <a:gd name="connsiteY146" fmla="*/ 1326870 h 1818899"/>
                    <a:gd name="connsiteX147" fmla="*/ 407004 w 3673929"/>
                    <a:gd name="connsiteY147" fmla="*/ 1476620 h 1818899"/>
                    <a:gd name="connsiteX148" fmla="*/ 484849 w 3673929"/>
                    <a:gd name="connsiteY148" fmla="*/ 1661347 h 1818899"/>
                    <a:gd name="connsiteX149" fmla="*/ 606626 w 3673929"/>
                    <a:gd name="connsiteY149" fmla="*/ 1682493 h 1818899"/>
                    <a:gd name="connsiteX150" fmla="*/ 620590 w 3673929"/>
                    <a:gd name="connsiteY150" fmla="*/ 1686660 h 1818899"/>
                    <a:gd name="connsiteX151" fmla="*/ 995586 w 3673929"/>
                    <a:gd name="connsiteY151" fmla="*/ 1764860 h 1818899"/>
                    <a:gd name="connsiteX152" fmla="*/ 1029632 w 3673929"/>
                    <a:gd name="connsiteY152" fmla="*/ 1764062 h 1818899"/>
                    <a:gd name="connsiteX153" fmla="*/ 1058181 w 3673929"/>
                    <a:gd name="connsiteY153" fmla="*/ 1763485 h 1818899"/>
                    <a:gd name="connsiteX154" fmla="*/ 1182441 w 3673929"/>
                    <a:gd name="connsiteY154" fmla="*/ 1767520 h 1818899"/>
                    <a:gd name="connsiteX155" fmla="*/ 1113816 w 3673929"/>
                    <a:gd name="connsiteY155" fmla="*/ 1580931 h 1818899"/>
                    <a:gd name="connsiteX156" fmla="*/ 1163866 w 3673929"/>
                    <a:gd name="connsiteY156" fmla="*/ 1379136 h 1818899"/>
                    <a:gd name="connsiteX157" fmla="*/ 1188647 w 3673929"/>
                    <a:gd name="connsiteY157" fmla="*/ 1312551 h 1818899"/>
                    <a:gd name="connsiteX158" fmla="*/ 1171846 w 3673929"/>
                    <a:gd name="connsiteY158" fmla="*/ 1198222 h 1818899"/>
                    <a:gd name="connsiteX159" fmla="*/ 1121929 w 3673929"/>
                    <a:gd name="connsiteY159" fmla="*/ 1123435 h 1818899"/>
                    <a:gd name="connsiteX160" fmla="*/ 1114348 w 3673929"/>
                    <a:gd name="connsiteY160" fmla="*/ 1113150 h 1818899"/>
                    <a:gd name="connsiteX161" fmla="*/ 1113728 w 3673929"/>
                    <a:gd name="connsiteY161" fmla="*/ 1112840 h 1818899"/>
                    <a:gd name="connsiteX162" fmla="*/ 1051266 w 3673929"/>
                    <a:gd name="connsiteY162" fmla="*/ 1050156 h 1818899"/>
                    <a:gd name="connsiteX163" fmla="*/ 977321 w 3673929"/>
                    <a:gd name="connsiteY163" fmla="*/ 975148 h 1818899"/>
                    <a:gd name="connsiteX164" fmla="*/ 1020987 w 3673929"/>
                    <a:gd name="connsiteY164" fmla="*/ 917341 h 1818899"/>
                    <a:gd name="connsiteX165" fmla="*/ 1053837 w 3673929"/>
                    <a:gd name="connsiteY165" fmla="*/ 928689 h 1818899"/>
                    <a:gd name="connsiteX166" fmla="*/ 1093247 w 3673929"/>
                    <a:gd name="connsiteY166" fmla="*/ 1016598 h 1818899"/>
                    <a:gd name="connsiteX167" fmla="*/ 1120954 w 3673929"/>
                    <a:gd name="connsiteY167" fmla="*/ 1099496 h 1818899"/>
                    <a:gd name="connsiteX168" fmla="*/ 1121264 w 3673929"/>
                    <a:gd name="connsiteY168" fmla="*/ 1099984 h 1818899"/>
                    <a:gd name="connsiteX169" fmla="*/ 1132657 w 3673929"/>
                    <a:gd name="connsiteY169" fmla="*/ 1115500 h 1818899"/>
                    <a:gd name="connsiteX170" fmla="*/ 1183505 w 3673929"/>
                    <a:gd name="connsiteY170" fmla="*/ 1191794 h 1818899"/>
                    <a:gd name="connsiteX171" fmla="*/ 1203941 w 3673929"/>
                    <a:gd name="connsiteY171" fmla="*/ 1263831 h 1818899"/>
                    <a:gd name="connsiteX172" fmla="*/ 1224334 w 3673929"/>
                    <a:gd name="connsiteY172" fmla="*/ 969961 h 1818899"/>
                    <a:gd name="connsiteX173" fmla="*/ 1195740 w 3673929"/>
                    <a:gd name="connsiteY173" fmla="*/ 915656 h 1818899"/>
                    <a:gd name="connsiteX174" fmla="*/ 1153714 w 3673929"/>
                    <a:gd name="connsiteY174" fmla="*/ 819103 h 1818899"/>
                    <a:gd name="connsiteX175" fmla="*/ 1200351 w 3673929"/>
                    <a:gd name="connsiteY175" fmla="*/ 778053 h 1818899"/>
                    <a:gd name="connsiteX176" fmla="*/ 1241756 w 3673929"/>
                    <a:gd name="connsiteY176" fmla="*/ 803277 h 1818899"/>
                    <a:gd name="connsiteX177" fmla="*/ 1246898 w 3673929"/>
                    <a:gd name="connsiteY177" fmla="*/ 899475 h 1818899"/>
                    <a:gd name="connsiteX178" fmla="*/ 1241844 w 3673929"/>
                    <a:gd name="connsiteY178" fmla="*/ 967523 h 1818899"/>
                    <a:gd name="connsiteX179" fmla="*/ 1243972 w 3673929"/>
                    <a:gd name="connsiteY179" fmla="*/ 1167234 h 1818899"/>
                    <a:gd name="connsiteX180" fmla="*/ 1295706 w 3673929"/>
                    <a:gd name="connsiteY180" fmla="*/ 1126627 h 1818899"/>
                    <a:gd name="connsiteX181" fmla="*/ 1364597 w 3673929"/>
                    <a:gd name="connsiteY181" fmla="*/ 1090586 h 1818899"/>
                    <a:gd name="connsiteX182" fmla="*/ 1364508 w 3673929"/>
                    <a:gd name="connsiteY182" fmla="*/ 1090586 h 1818899"/>
                    <a:gd name="connsiteX183" fmla="*/ 1365173 w 3673929"/>
                    <a:gd name="connsiteY183" fmla="*/ 1090231 h 1818899"/>
                    <a:gd name="connsiteX184" fmla="*/ 1367257 w 3673929"/>
                    <a:gd name="connsiteY184" fmla="*/ 1088946 h 1818899"/>
                    <a:gd name="connsiteX185" fmla="*/ 1384191 w 3673929"/>
                    <a:gd name="connsiteY185" fmla="*/ 1044881 h 1818899"/>
                    <a:gd name="connsiteX186" fmla="*/ 1411455 w 3673929"/>
                    <a:gd name="connsiteY186" fmla="*/ 962159 h 1818899"/>
                    <a:gd name="connsiteX187" fmla="*/ 1448781 w 3673929"/>
                    <a:gd name="connsiteY187" fmla="*/ 949170 h 1818899"/>
                    <a:gd name="connsiteX188" fmla="*/ 1485532 w 3673929"/>
                    <a:gd name="connsiteY188" fmla="*/ 990132 h 1818899"/>
                    <a:gd name="connsiteX189" fmla="*/ 1444082 w 3673929"/>
                    <a:gd name="connsiteY189" fmla="*/ 1059599 h 1818899"/>
                    <a:gd name="connsiteX190" fmla="*/ 1389333 w 3673929"/>
                    <a:gd name="connsiteY190" fmla="*/ 1090364 h 1818899"/>
                    <a:gd name="connsiteX191" fmla="*/ 1389245 w 3673929"/>
                    <a:gd name="connsiteY191" fmla="*/ 1090364 h 1818899"/>
                    <a:gd name="connsiteX192" fmla="*/ 1301292 w 3673929"/>
                    <a:gd name="connsiteY192" fmla="*/ 1138641 h 1818899"/>
                    <a:gd name="connsiteX193" fmla="*/ 1237722 w 3673929"/>
                    <a:gd name="connsiteY193" fmla="*/ 1202433 h 1818899"/>
                    <a:gd name="connsiteX194" fmla="*/ 1207665 w 3673929"/>
                    <a:gd name="connsiteY194" fmla="*/ 1311221 h 1818899"/>
                    <a:gd name="connsiteX195" fmla="*/ 1180269 w 3673929"/>
                    <a:gd name="connsiteY195" fmla="*/ 1385653 h 1818899"/>
                    <a:gd name="connsiteX196" fmla="*/ 1131371 w 3673929"/>
                    <a:gd name="connsiteY196" fmla="*/ 1582527 h 1818899"/>
                    <a:gd name="connsiteX197" fmla="*/ 1210547 w 3673929"/>
                    <a:gd name="connsiteY197" fmla="*/ 1768939 h 1818899"/>
                    <a:gd name="connsiteX198" fmla="*/ 1355066 w 3673929"/>
                    <a:gd name="connsiteY198" fmla="*/ 1777494 h 1818899"/>
                    <a:gd name="connsiteX199" fmla="*/ 1480788 w 3673929"/>
                    <a:gd name="connsiteY199" fmla="*/ 1784986 h 1818899"/>
                    <a:gd name="connsiteX200" fmla="*/ 1455342 w 3673929"/>
                    <a:gd name="connsiteY200" fmla="*/ 1735779 h 1818899"/>
                    <a:gd name="connsiteX201" fmla="*/ 1442309 w 3673929"/>
                    <a:gd name="connsiteY201" fmla="*/ 1712461 h 1818899"/>
                    <a:gd name="connsiteX202" fmla="*/ 1423424 w 3673929"/>
                    <a:gd name="connsiteY202" fmla="*/ 1643836 h 1818899"/>
                    <a:gd name="connsiteX203" fmla="*/ 1434019 w 3673929"/>
                    <a:gd name="connsiteY203" fmla="*/ 1601412 h 1818899"/>
                    <a:gd name="connsiteX204" fmla="*/ 1435526 w 3673929"/>
                    <a:gd name="connsiteY204" fmla="*/ 1598264 h 1818899"/>
                    <a:gd name="connsiteX205" fmla="*/ 1437521 w 3673929"/>
                    <a:gd name="connsiteY205" fmla="*/ 1593609 h 1818899"/>
                    <a:gd name="connsiteX206" fmla="*/ 1437831 w 3673929"/>
                    <a:gd name="connsiteY206" fmla="*/ 1585940 h 1818899"/>
                    <a:gd name="connsiteX207" fmla="*/ 1445678 w 3673929"/>
                    <a:gd name="connsiteY207" fmla="*/ 1558943 h 1818899"/>
                    <a:gd name="connsiteX208" fmla="*/ 1445722 w 3673929"/>
                    <a:gd name="connsiteY208" fmla="*/ 1558943 h 1818899"/>
                    <a:gd name="connsiteX209" fmla="*/ 1450244 w 3673929"/>
                    <a:gd name="connsiteY209" fmla="*/ 1582527 h 1818899"/>
                    <a:gd name="connsiteX210" fmla="*/ 1442176 w 3673929"/>
                    <a:gd name="connsiteY210" fmla="*/ 1599638 h 1818899"/>
                    <a:gd name="connsiteX211" fmla="*/ 1441600 w 3673929"/>
                    <a:gd name="connsiteY211" fmla="*/ 1601057 h 1818899"/>
                    <a:gd name="connsiteX212" fmla="*/ 1440048 w 3673929"/>
                    <a:gd name="connsiteY212" fmla="*/ 1604293 h 1818899"/>
                    <a:gd name="connsiteX213" fmla="*/ 1430118 w 3673929"/>
                    <a:gd name="connsiteY213" fmla="*/ 1643925 h 1818899"/>
                    <a:gd name="connsiteX214" fmla="*/ 1447895 w 3673929"/>
                    <a:gd name="connsiteY214" fmla="*/ 1708737 h 1818899"/>
                    <a:gd name="connsiteX215" fmla="*/ 1450200 w 3673929"/>
                    <a:gd name="connsiteY215" fmla="*/ 1712195 h 1818899"/>
                    <a:gd name="connsiteX216" fmla="*/ 1447052 w 3673929"/>
                    <a:gd name="connsiteY216" fmla="*/ 1676819 h 1818899"/>
                    <a:gd name="connsiteX217" fmla="*/ 1454278 w 3673929"/>
                    <a:gd name="connsiteY217" fmla="*/ 1638295 h 1818899"/>
                    <a:gd name="connsiteX218" fmla="*/ 1455431 w 3673929"/>
                    <a:gd name="connsiteY218" fmla="*/ 1634039 h 1818899"/>
                    <a:gd name="connsiteX219" fmla="*/ 1454411 w 3673929"/>
                    <a:gd name="connsiteY219" fmla="*/ 1622336 h 1818899"/>
                    <a:gd name="connsiteX220" fmla="*/ 1458933 w 3673929"/>
                    <a:gd name="connsiteY220" fmla="*/ 1598309 h 1818899"/>
                    <a:gd name="connsiteX221" fmla="*/ 1459066 w 3673929"/>
                    <a:gd name="connsiteY221" fmla="*/ 1598309 h 1818899"/>
                    <a:gd name="connsiteX222" fmla="*/ 1466381 w 3673929"/>
                    <a:gd name="connsiteY222" fmla="*/ 1619853 h 1818899"/>
                    <a:gd name="connsiteX223" fmla="*/ 1460795 w 3673929"/>
                    <a:gd name="connsiteY223" fmla="*/ 1639581 h 1818899"/>
                    <a:gd name="connsiteX224" fmla="*/ 1460662 w 3673929"/>
                    <a:gd name="connsiteY224" fmla="*/ 1640068 h 1818899"/>
                    <a:gd name="connsiteX225" fmla="*/ 1453658 w 3673929"/>
                    <a:gd name="connsiteY225" fmla="*/ 1677306 h 1818899"/>
                    <a:gd name="connsiteX226" fmla="*/ 1461593 w 3673929"/>
                    <a:gd name="connsiteY226" fmla="*/ 1733474 h 1818899"/>
                    <a:gd name="connsiteX227" fmla="*/ 1490718 w 3673929"/>
                    <a:gd name="connsiteY227" fmla="*/ 1785518 h 1818899"/>
                    <a:gd name="connsiteX228" fmla="*/ 1515278 w 3673929"/>
                    <a:gd name="connsiteY228" fmla="*/ 1786804 h 1818899"/>
                    <a:gd name="connsiteX229" fmla="*/ 1619943 w 3673929"/>
                    <a:gd name="connsiteY229" fmla="*/ 1788843 h 1818899"/>
                    <a:gd name="connsiteX230" fmla="*/ 1649778 w 3673929"/>
                    <a:gd name="connsiteY230" fmla="*/ 1788710 h 1818899"/>
                    <a:gd name="connsiteX231" fmla="*/ 1664762 w 3673929"/>
                    <a:gd name="connsiteY231" fmla="*/ 1772440 h 1818899"/>
                    <a:gd name="connsiteX232" fmla="*/ 1684755 w 3673929"/>
                    <a:gd name="connsiteY232" fmla="*/ 1664317 h 1818899"/>
                    <a:gd name="connsiteX233" fmla="*/ 1683425 w 3673929"/>
                    <a:gd name="connsiteY233" fmla="*/ 1655673 h 1818899"/>
                    <a:gd name="connsiteX234" fmla="*/ 1690163 w 3673929"/>
                    <a:gd name="connsiteY234" fmla="*/ 1628010 h 1818899"/>
                    <a:gd name="connsiteX235" fmla="*/ 1696370 w 3673929"/>
                    <a:gd name="connsiteY235" fmla="*/ 1624818 h 1818899"/>
                    <a:gd name="connsiteX236" fmla="*/ 1701024 w 3673929"/>
                    <a:gd name="connsiteY236" fmla="*/ 1633153 h 1818899"/>
                    <a:gd name="connsiteX237" fmla="*/ 1697035 w 3673929"/>
                    <a:gd name="connsiteY237" fmla="*/ 1650486 h 1818899"/>
                    <a:gd name="connsiteX238" fmla="*/ 1693798 w 3673929"/>
                    <a:gd name="connsiteY238" fmla="*/ 1665913 h 1818899"/>
                    <a:gd name="connsiteX239" fmla="*/ 1663254 w 3673929"/>
                    <a:gd name="connsiteY239" fmla="*/ 1788577 h 1818899"/>
                    <a:gd name="connsiteX240" fmla="*/ 1849755 w 3673929"/>
                    <a:gd name="connsiteY240" fmla="*/ 1783302 h 1818899"/>
                    <a:gd name="connsiteX241" fmla="*/ 1907075 w 3673929"/>
                    <a:gd name="connsiteY241" fmla="*/ 1715830 h 1818899"/>
                    <a:gd name="connsiteX242" fmla="*/ 1901400 w 3673929"/>
                    <a:gd name="connsiteY242" fmla="*/ 1630980 h 1818899"/>
                    <a:gd name="connsiteX243" fmla="*/ 1888500 w 3673929"/>
                    <a:gd name="connsiteY243" fmla="*/ 1497589 h 1818899"/>
                    <a:gd name="connsiteX244" fmla="*/ 2019631 w 3673929"/>
                    <a:gd name="connsiteY244" fmla="*/ 1398464 h 1818899"/>
                    <a:gd name="connsiteX245" fmla="*/ 2035945 w 3673929"/>
                    <a:gd name="connsiteY245" fmla="*/ 1400282 h 1818899"/>
                    <a:gd name="connsiteX246" fmla="*/ 2098984 w 3673929"/>
                    <a:gd name="connsiteY246" fmla="*/ 1544402 h 1818899"/>
                    <a:gd name="connsiteX247" fmla="*/ 1988777 w 3673929"/>
                    <a:gd name="connsiteY247" fmla="*/ 1664938 h 1818899"/>
                    <a:gd name="connsiteX248" fmla="*/ 1933806 w 3673929"/>
                    <a:gd name="connsiteY248" fmla="*/ 1702309 h 1818899"/>
                    <a:gd name="connsiteX249" fmla="*/ 1880033 w 3673929"/>
                    <a:gd name="connsiteY249" fmla="*/ 1781927 h 1818899"/>
                    <a:gd name="connsiteX250" fmla="*/ 2218721 w 3673929"/>
                    <a:gd name="connsiteY250" fmla="*/ 1747571 h 1818899"/>
                    <a:gd name="connsiteX251" fmla="*/ 2647224 w 3673929"/>
                    <a:gd name="connsiteY251" fmla="*/ 1712860 h 1818899"/>
                    <a:gd name="connsiteX252" fmla="*/ 2653386 w 3673929"/>
                    <a:gd name="connsiteY252" fmla="*/ 1712771 h 1818899"/>
                    <a:gd name="connsiteX253" fmla="*/ 2622842 w 3673929"/>
                    <a:gd name="connsiteY253" fmla="*/ 1647383 h 1818899"/>
                    <a:gd name="connsiteX254" fmla="*/ 2638713 w 3673929"/>
                    <a:gd name="connsiteY254" fmla="*/ 1597200 h 1818899"/>
                    <a:gd name="connsiteX255" fmla="*/ 2653519 w 3673929"/>
                    <a:gd name="connsiteY255" fmla="*/ 1549101 h 1818899"/>
                    <a:gd name="connsiteX256" fmla="*/ 2653519 w 3673929"/>
                    <a:gd name="connsiteY256" fmla="*/ 1548613 h 1818899"/>
                    <a:gd name="connsiteX257" fmla="*/ 2603647 w 3673929"/>
                    <a:gd name="connsiteY257" fmla="*/ 1489210 h 1818899"/>
                    <a:gd name="connsiteX258" fmla="*/ 2572704 w 3673929"/>
                    <a:gd name="connsiteY258" fmla="*/ 1493554 h 1818899"/>
                    <a:gd name="connsiteX259" fmla="*/ 2562109 w 3673929"/>
                    <a:gd name="connsiteY259" fmla="*/ 1494707 h 1818899"/>
                    <a:gd name="connsiteX260" fmla="*/ 2520881 w 3673929"/>
                    <a:gd name="connsiteY260" fmla="*/ 1480078 h 1818899"/>
                    <a:gd name="connsiteX261" fmla="*/ 2494593 w 3673929"/>
                    <a:gd name="connsiteY261" fmla="*/ 1465582 h 1818899"/>
                    <a:gd name="connsiteX262" fmla="*/ 2496854 w 3673929"/>
                    <a:gd name="connsiteY262" fmla="*/ 1465582 h 1818899"/>
                    <a:gd name="connsiteX263" fmla="*/ 2583787 w 3673929"/>
                    <a:gd name="connsiteY263" fmla="*/ 1419610 h 1818899"/>
                    <a:gd name="connsiteX264" fmla="*/ 2638713 w 3673929"/>
                    <a:gd name="connsiteY264" fmla="*/ 1405824 h 1818899"/>
                    <a:gd name="connsiteX265" fmla="*/ 2690403 w 3673929"/>
                    <a:gd name="connsiteY265" fmla="*/ 1419123 h 1818899"/>
                    <a:gd name="connsiteX266" fmla="*/ 2734157 w 3673929"/>
                    <a:gd name="connsiteY266" fmla="*/ 1425285 h 1818899"/>
                    <a:gd name="connsiteX267" fmla="*/ 2781193 w 3673929"/>
                    <a:gd name="connsiteY267" fmla="*/ 1427280 h 1818899"/>
                    <a:gd name="connsiteX268" fmla="*/ 2784784 w 3673929"/>
                    <a:gd name="connsiteY268" fmla="*/ 1427280 h 1818899"/>
                    <a:gd name="connsiteX269" fmla="*/ 2767849 w 3673929"/>
                    <a:gd name="connsiteY269" fmla="*/ 1434639 h 1818899"/>
                    <a:gd name="connsiteX270" fmla="*/ 2745506 w 3673929"/>
                    <a:gd name="connsiteY270" fmla="*/ 1450864 h 1818899"/>
                    <a:gd name="connsiteX271" fmla="*/ 2688984 w 3673929"/>
                    <a:gd name="connsiteY271" fmla="*/ 1470502 h 1818899"/>
                    <a:gd name="connsiteX272" fmla="*/ 2668858 w 3673929"/>
                    <a:gd name="connsiteY272" fmla="*/ 1507829 h 1818899"/>
                    <a:gd name="connsiteX273" fmla="*/ 2670809 w 3673929"/>
                    <a:gd name="connsiteY273" fmla="*/ 1555751 h 1818899"/>
                    <a:gd name="connsiteX274" fmla="*/ 2670410 w 3673929"/>
                    <a:gd name="connsiteY274" fmla="*/ 1557391 h 1818899"/>
                    <a:gd name="connsiteX275" fmla="*/ 2655204 w 3673929"/>
                    <a:gd name="connsiteY275" fmla="*/ 1604071 h 1818899"/>
                    <a:gd name="connsiteX276" fmla="*/ 2640530 w 3673929"/>
                    <a:gd name="connsiteY276" fmla="*/ 1649821 h 1818899"/>
                    <a:gd name="connsiteX277" fmla="*/ 2695191 w 3673929"/>
                    <a:gd name="connsiteY277" fmla="*/ 1711618 h 1818899"/>
                    <a:gd name="connsiteX278" fmla="*/ 2983431 w 3673929"/>
                    <a:gd name="connsiteY278" fmla="*/ 1575744 h 1818899"/>
                    <a:gd name="connsiteX279" fmla="*/ 3255445 w 3673929"/>
                    <a:gd name="connsiteY279" fmla="*/ 1347839 h 1818899"/>
                    <a:gd name="connsiteX280" fmla="*/ 3406037 w 3673929"/>
                    <a:gd name="connsiteY280" fmla="*/ 1227569 h 1818899"/>
                    <a:gd name="connsiteX281" fmla="*/ 3437956 w 3673929"/>
                    <a:gd name="connsiteY281" fmla="*/ 1190508 h 1818899"/>
                    <a:gd name="connsiteX282" fmla="*/ 3473731 w 3673929"/>
                    <a:gd name="connsiteY282" fmla="*/ 1149014 h 1818899"/>
                    <a:gd name="connsiteX283" fmla="*/ 3507023 w 3673929"/>
                    <a:gd name="connsiteY283" fmla="*/ 1009150 h 1818899"/>
                    <a:gd name="connsiteX284" fmla="*/ 3505383 w 3673929"/>
                    <a:gd name="connsiteY284" fmla="*/ 968366 h 1818899"/>
                    <a:gd name="connsiteX285" fmla="*/ 3520101 w 3673929"/>
                    <a:gd name="connsiteY285" fmla="*/ 779604 h 1818899"/>
                    <a:gd name="connsiteX286" fmla="*/ 3529942 w 3673929"/>
                    <a:gd name="connsiteY286" fmla="*/ 749991 h 1818899"/>
                    <a:gd name="connsiteX287" fmla="*/ 3498734 w 3673929"/>
                    <a:gd name="connsiteY287" fmla="*/ 453727 h 1818899"/>
                    <a:gd name="connsiteX288" fmla="*/ 3444251 w 3673929"/>
                    <a:gd name="connsiteY288" fmla="*/ 417243 h 1818899"/>
                    <a:gd name="connsiteX289" fmla="*/ 3436981 w 3673929"/>
                    <a:gd name="connsiteY289" fmla="*/ 416179 h 1818899"/>
                    <a:gd name="connsiteX290" fmla="*/ 3395221 w 3673929"/>
                    <a:gd name="connsiteY290" fmla="*/ 412100 h 1818899"/>
                    <a:gd name="connsiteX291" fmla="*/ 3355013 w 3673929"/>
                    <a:gd name="connsiteY291" fmla="*/ 396407 h 1818899"/>
                    <a:gd name="connsiteX292" fmla="*/ 3321410 w 3673929"/>
                    <a:gd name="connsiteY292" fmla="*/ 370296 h 1818899"/>
                    <a:gd name="connsiteX293" fmla="*/ 3313519 w 3673929"/>
                    <a:gd name="connsiteY293" fmla="*/ 362273 h 1818899"/>
                    <a:gd name="connsiteX294" fmla="*/ 3311125 w 3673929"/>
                    <a:gd name="connsiteY294" fmla="*/ 361297 h 1818899"/>
                    <a:gd name="connsiteX295" fmla="*/ 3273798 w 3673929"/>
                    <a:gd name="connsiteY295" fmla="*/ 356598 h 1818899"/>
                    <a:gd name="connsiteX296" fmla="*/ 3269454 w 3673929"/>
                    <a:gd name="connsiteY296" fmla="*/ 356642 h 1818899"/>
                    <a:gd name="connsiteX297" fmla="*/ 3244628 w 3673929"/>
                    <a:gd name="connsiteY297" fmla="*/ 359347 h 1818899"/>
                    <a:gd name="connsiteX298" fmla="*/ 3219980 w 3673929"/>
                    <a:gd name="connsiteY298" fmla="*/ 364489 h 1818899"/>
                    <a:gd name="connsiteX299" fmla="*/ 3195199 w 3673929"/>
                    <a:gd name="connsiteY299" fmla="*/ 370252 h 1818899"/>
                    <a:gd name="connsiteX300" fmla="*/ 3182210 w 3673929"/>
                    <a:gd name="connsiteY300" fmla="*/ 371759 h 1818899"/>
                    <a:gd name="connsiteX301" fmla="*/ 3180437 w 3673929"/>
                    <a:gd name="connsiteY301" fmla="*/ 371804 h 1818899"/>
                    <a:gd name="connsiteX302" fmla="*/ 3169000 w 3673929"/>
                    <a:gd name="connsiteY302" fmla="*/ 370828 h 1818899"/>
                    <a:gd name="connsiteX303" fmla="*/ 3144441 w 3673929"/>
                    <a:gd name="connsiteY303" fmla="*/ 361918 h 1818899"/>
                    <a:gd name="connsiteX304" fmla="*/ 3134111 w 3673929"/>
                    <a:gd name="connsiteY304" fmla="*/ 353894 h 1818899"/>
                    <a:gd name="connsiteX305" fmla="*/ 3129811 w 3673929"/>
                    <a:gd name="connsiteY305" fmla="*/ 349106 h 1818899"/>
                    <a:gd name="connsiteX306" fmla="*/ 3125511 w 3673929"/>
                    <a:gd name="connsiteY306" fmla="*/ 344850 h 1818899"/>
                    <a:gd name="connsiteX307" fmla="*/ 3125644 w 3673929"/>
                    <a:gd name="connsiteY307" fmla="*/ 344185 h 1818899"/>
                    <a:gd name="connsiteX308" fmla="*/ 3131141 w 3673929"/>
                    <a:gd name="connsiteY308" fmla="*/ 347732 h 1818899"/>
                    <a:gd name="connsiteX309" fmla="*/ 3136062 w 3673929"/>
                    <a:gd name="connsiteY309" fmla="*/ 351589 h 1818899"/>
                    <a:gd name="connsiteX310" fmla="*/ 3146568 w 3673929"/>
                    <a:gd name="connsiteY310" fmla="*/ 357795 h 1818899"/>
                    <a:gd name="connsiteX311" fmla="*/ 3169931 w 3673929"/>
                    <a:gd name="connsiteY311" fmla="*/ 364223 h 1818899"/>
                    <a:gd name="connsiteX312" fmla="*/ 3179551 w 3673929"/>
                    <a:gd name="connsiteY312" fmla="*/ 364888 h 1818899"/>
                    <a:gd name="connsiteX313" fmla="*/ 3213286 w 3673929"/>
                    <a:gd name="connsiteY313" fmla="*/ 360366 h 1818899"/>
                    <a:gd name="connsiteX314" fmla="*/ 3207213 w 3673929"/>
                    <a:gd name="connsiteY314" fmla="*/ 356554 h 1818899"/>
                    <a:gd name="connsiteX315" fmla="*/ 3202691 w 3673929"/>
                    <a:gd name="connsiteY315" fmla="*/ 349372 h 1818899"/>
                    <a:gd name="connsiteX316" fmla="*/ 3201761 w 3673929"/>
                    <a:gd name="connsiteY316" fmla="*/ 341481 h 1818899"/>
                    <a:gd name="connsiteX317" fmla="*/ 3199854 w 3673929"/>
                    <a:gd name="connsiteY317" fmla="*/ 326365 h 1818899"/>
                    <a:gd name="connsiteX318" fmla="*/ 3192362 w 3673929"/>
                    <a:gd name="connsiteY318" fmla="*/ 313198 h 1818899"/>
                    <a:gd name="connsiteX319" fmla="*/ 3200918 w 3673929"/>
                    <a:gd name="connsiteY319" fmla="*/ 326010 h 1818899"/>
                    <a:gd name="connsiteX320" fmla="*/ 3203977 w 3673929"/>
                    <a:gd name="connsiteY320" fmla="*/ 341260 h 1818899"/>
                    <a:gd name="connsiteX321" fmla="*/ 3205351 w 3673929"/>
                    <a:gd name="connsiteY321" fmla="*/ 348574 h 1818899"/>
                    <a:gd name="connsiteX322" fmla="*/ 3209341 w 3673929"/>
                    <a:gd name="connsiteY322" fmla="*/ 353983 h 1818899"/>
                    <a:gd name="connsiteX323" fmla="*/ 3222241 w 3673929"/>
                    <a:gd name="connsiteY323" fmla="*/ 358637 h 1818899"/>
                    <a:gd name="connsiteX324" fmla="*/ 3240993 w 3673929"/>
                    <a:gd name="connsiteY324" fmla="*/ 355490 h 1818899"/>
                    <a:gd name="connsiteX325" fmla="*/ 3279118 w 3673929"/>
                    <a:gd name="connsiteY325" fmla="*/ 351766 h 1818899"/>
                    <a:gd name="connsiteX326" fmla="*/ 3306027 w 3673929"/>
                    <a:gd name="connsiteY326" fmla="*/ 354071 h 1818899"/>
                    <a:gd name="connsiteX327" fmla="*/ 3299909 w 3673929"/>
                    <a:gd name="connsiteY327" fmla="*/ 346712 h 1818899"/>
                    <a:gd name="connsiteX328" fmla="*/ 3293171 w 3673929"/>
                    <a:gd name="connsiteY328" fmla="*/ 338910 h 1818899"/>
                    <a:gd name="connsiteX329" fmla="*/ 3221754 w 3673929"/>
                    <a:gd name="connsiteY329" fmla="*/ 298525 h 1818899"/>
                    <a:gd name="connsiteX330" fmla="*/ 3221931 w 3673929"/>
                    <a:gd name="connsiteY330" fmla="*/ 297638 h 1818899"/>
                    <a:gd name="connsiteX331" fmla="*/ 3261607 w 3673929"/>
                    <a:gd name="connsiteY331" fmla="*/ 311602 h 1818899"/>
                    <a:gd name="connsiteX332" fmla="*/ 3280936 w 3673929"/>
                    <a:gd name="connsiteY332" fmla="*/ 323128 h 1818899"/>
                    <a:gd name="connsiteX333" fmla="*/ 3270739 w 3673929"/>
                    <a:gd name="connsiteY333" fmla="*/ 303224 h 1818899"/>
                    <a:gd name="connsiteX334" fmla="*/ 3269232 w 3673929"/>
                    <a:gd name="connsiteY334" fmla="*/ 291121 h 1818899"/>
                    <a:gd name="connsiteX335" fmla="*/ 3269276 w 3673929"/>
                    <a:gd name="connsiteY335" fmla="*/ 279285 h 1818899"/>
                    <a:gd name="connsiteX336" fmla="*/ 3263380 w 3673929"/>
                    <a:gd name="connsiteY336" fmla="*/ 256809 h 1818899"/>
                    <a:gd name="connsiteX337" fmla="*/ 3270828 w 3673929"/>
                    <a:gd name="connsiteY337" fmla="*/ 279196 h 1818899"/>
                    <a:gd name="connsiteX338" fmla="*/ 3271537 w 3673929"/>
                    <a:gd name="connsiteY338" fmla="*/ 291077 h 1818899"/>
                    <a:gd name="connsiteX339" fmla="*/ 3273577 w 3673929"/>
                    <a:gd name="connsiteY339" fmla="*/ 302293 h 1818899"/>
                    <a:gd name="connsiteX340" fmla="*/ 3284925 w 3673929"/>
                    <a:gd name="connsiteY340" fmla="*/ 322508 h 1818899"/>
                    <a:gd name="connsiteX341" fmla="*/ 3292240 w 3673929"/>
                    <a:gd name="connsiteY341" fmla="*/ 331596 h 1818899"/>
                    <a:gd name="connsiteX342" fmla="*/ 3295387 w 3673929"/>
                    <a:gd name="connsiteY342" fmla="*/ 335009 h 1818899"/>
                    <a:gd name="connsiteX343" fmla="*/ 3296318 w 3673929"/>
                    <a:gd name="connsiteY343" fmla="*/ 335851 h 1818899"/>
                    <a:gd name="connsiteX344" fmla="*/ 3298712 w 3673929"/>
                    <a:gd name="connsiteY344" fmla="*/ 338422 h 1818899"/>
                    <a:gd name="connsiteX345" fmla="*/ 3300042 w 3673929"/>
                    <a:gd name="connsiteY345" fmla="*/ 339708 h 1818899"/>
                    <a:gd name="connsiteX346" fmla="*/ 3299998 w 3673929"/>
                    <a:gd name="connsiteY346" fmla="*/ 339797 h 1818899"/>
                    <a:gd name="connsiteX347" fmla="*/ 3303589 w 3673929"/>
                    <a:gd name="connsiteY347" fmla="*/ 343698 h 1818899"/>
                    <a:gd name="connsiteX348" fmla="*/ 3310504 w 3673929"/>
                    <a:gd name="connsiteY348" fmla="*/ 351456 h 1818899"/>
                    <a:gd name="connsiteX349" fmla="*/ 3325178 w 3673929"/>
                    <a:gd name="connsiteY349" fmla="*/ 366085 h 1818899"/>
                    <a:gd name="connsiteX350" fmla="*/ 3358382 w 3673929"/>
                    <a:gd name="connsiteY350" fmla="*/ 390290 h 1818899"/>
                    <a:gd name="connsiteX351" fmla="*/ 3396373 w 3673929"/>
                    <a:gd name="connsiteY351" fmla="*/ 403456 h 1818899"/>
                    <a:gd name="connsiteX352" fmla="*/ 3416899 w 3673929"/>
                    <a:gd name="connsiteY352" fmla="*/ 405185 h 1818899"/>
                    <a:gd name="connsiteX353" fmla="*/ 3438044 w 3673929"/>
                    <a:gd name="connsiteY353" fmla="*/ 407401 h 1818899"/>
                    <a:gd name="connsiteX354" fmla="*/ 3441281 w 3673929"/>
                    <a:gd name="connsiteY354" fmla="*/ 407978 h 1818899"/>
                    <a:gd name="connsiteX355" fmla="*/ 3496074 w 3673929"/>
                    <a:gd name="connsiteY355" fmla="*/ 431783 h 1818899"/>
                    <a:gd name="connsiteX356" fmla="*/ 3496960 w 3673929"/>
                    <a:gd name="connsiteY356" fmla="*/ 432138 h 1818899"/>
                    <a:gd name="connsiteX357" fmla="*/ 3501970 w 3673929"/>
                    <a:gd name="connsiteY357" fmla="*/ 403057 h 1818899"/>
                    <a:gd name="connsiteX358" fmla="*/ 3522805 w 3673929"/>
                    <a:gd name="connsiteY358" fmla="*/ 354382 h 1818899"/>
                    <a:gd name="connsiteX359" fmla="*/ 3522761 w 3673929"/>
                    <a:gd name="connsiteY359" fmla="*/ 345427 h 1818899"/>
                    <a:gd name="connsiteX360" fmla="*/ 3503344 w 3673929"/>
                    <a:gd name="connsiteY360" fmla="*/ 316567 h 1818899"/>
                    <a:gd name="connsiteX361" fmla="*/ 3501083 w 3673929"/>
                    <a:gd name="connsiteY361" fmla="*/ 314794 h 1818899"/>
                    <a:gd name="connsiteX362" fmla="*/ 3476213 w 3673929"/>
                    <a:gd name="connsiteY362" fmla="*/ 298968 h 1818899"/>
                    <a:gd name="connsiteX363" fmla="*/ 3472711 w 3673929"/>
                    <a:gd name="connsiteY363" fmla="*/ 296796 h 1818899"/>
                    <a:gd name="connsiteX364" fmla="*/ 3460077 w 3673929"/>
                    <a:gd name="connsiteY364" fmla="*/ 289038 h 1818899"/>
                    <a:gd name="connsiteX365" fmla="*/ 3450767 w 3673929"/>
                    <a:gd name="connsiteY365" fmla="*/ 283319 h 1818899"/>
                    <a:gd name="connsiteX366" fmla="*/ 3450413 w 3673929"/>
                    <a:gd name="connsiteY366" fmla="*/ 283097 h 1818899"/>
                    <a:gd name="connsiteX367" fmla="*/ 3450324 w 3673929"/>
                    <a:gd name="connsiteY367" fmla="*/ 283009 h 1818899"/>
                    <a:gd name="connsiteX368" fmla="*/ 3434853 w 3673929"/>
                    <a:gd name="connsiteY368" fmla="*/ 272990 h 1818899"/>
                    <a:gd name="connsiteX369" fmla="*/ 3417298 w 3673929"/>
                    <a:gd name="connsiteY369" fmla="*/ 267714 h 1818899"/>
                    <a:gd name="connsiteX370" fmla="*/ 3379173 w 3673929"/>
                    <a:gd name="connsiteY370" fmla="*/ 264922 h 1818899"/>
                    <a:gd name="connsiteX371" fmla="*/ 3342245 w 3673929"/>
                    <a:gd name="connsiteY371" fmla="*/ 251755 h 1818899"/>
                    <a:gd name="connsiteX372" fmla="*/ 3316356 w 3673929"/>
                    <a:gd name="connsiteY372" fmla="*/ 222896 h 1818899"/>
                    <a:gd name="connsiteX373" fmla="*/ 3317109 w 3673929"/>
                    <a:gd name="connsiteY373" fmla="*/ 222453 h 1818899"/>
                    <a:gd name="connsiteX374" fmla="*/ 3343886 w 3673929"/>
                    <a:gd name="connsiteY374" fmla="*/ 249317 h 1818899"/>
                    <a:gd name="connsiteX375" fmla="*/ 3379040 w 3673929"/>
                    <a:gd name="connsiteY375" fmla="*/ 260045 h 1818899"/>
                    <a:gd name="connsiteX376" fmla="*/ 3379217 w 3673929"/>
                    <a:gd name="connsiteY376" fmla="*/ 260045 h 1818899"/>
                    <a:gd name="connsiteX377" fmla="*/ 3418184 w 3673929"/>
                    <a:gd name="connsiteY377" fmla="*/ 261375 h 1818899"/>
                    <a:gd name="connsiteX378" fmla="*/ 3432148 w 3673929"/>
                    <a:gd name="connsiteY378" fmla="*/ 264390 h 1818899"/>
                    <a:gd name="connsiteX379" fmla="*/ 3423327 w 3673929"/>
                    <a:gd name="connsiteY379" fmla="*/ 249539 h 1818899"/>
                    <a:gd name="connsiteX380" fmla="*/ 3421110 w 3673929"/>
                    <a:gd name="connsiteY380" fmla="*/ 240894 h 1818899"/>
                    <a:gd name="connsiteX381" fmla="*/ 3418982 w 3673929"/>
                    <a:gd name="connsiteY381" fmla="*/ 232870 h 1818899"/>
                    <a:gd name="connsiteX382" fmla="*/ 3413131 w 3673929"/>
                    <a:gd name="connsiteY382" fmla="*/ 216956 h 1818899"/>
                    <a:gd name="connsiteX383" fmla="*/ 3406924 w 3673929"/>
                    <a:gd name="connsiteY383" fmla="*/ 200996 h 1818899"/>
                    <a:gd name="connsiteX384" fmla="*/ 3403289 w 3673929"/>
                    <a:gd name="connsiteY384" fmla="*/ 184284 h 1818899"/>
                    <a:gd name="connsiteX385" fmla="*/ 3408210 w 3673929"/>
                    <a:gd name="connsiteY385" fmla="*/ 200464 h 1818899"/>
                    <a:gd name="connsiteX386" fmla="*/ 3415657 w 3673929"/>
                    <a:gd name="connsiteY386" fmla="*/ 215803 h 1818899"/>
                    <a:gd name="connsiteX387" fmla="*/ 3422883 w 3673929"/>
                    <a:gd name="connsiteY387" fmla="*/ 231452 h 1818899"/>
                    <a:gd name="connsiteX388" fmla="*/ 3425809 w 3673929"/>
                    <a:gd name="connsiteY388" fmla="*/ 239742 h 1818899"/>
                    <a:gd name="connsiteX389" fmla="*/ 3428292 w 3673929"/>
                    <a:gd name="connsiteY389" fmla="*/ 247500 h 1818899"/>
                    <a:gd name="connsiteX390" fmla="*/ 3449482 w 3673929"/>
                    <a:gd name="connsiteY390" fmla="*/ 271970 h 1818899"/>
                    <a:gd name="connsiteX391" fmla="*/ 3457993 w 3673929"/>
                    <a:gd name="connsiteY391" fmla="*/ 278044 h 1818899"/>
                    <a:gd name="connsiteX392" fmla="*/ 3481001 w 3673929"/>
                    <a:gd name="connsiteY392" fmla="*/ 290944 h 1818899"/>
                    <a:gd name="connsiteX393" fmla="*/ 3506181 w 3673929"/>
                    <a:gd name="connsiteY393" fmla="*/ 308277 h 1818899"/>
                    <a:gd name="connsiteX394" fmla="*/ 3507821 w 3673929"/>
                    <a:gd name="connsiteY394" fmla="*/ 309740 h 1818899"/>
                    <a:gd name="connsiteX395" fmla="*/ 3531760 w 3673929"/>
                    <a:gd name="connsiteY395" fmla="*/ 343476 h 1818899"/>
                    <a:gd name="connsiteX396" fmla="*/ 3546434 w 3673929"/>
                    <a:gd name="connsiteY396" fmla="*/ 321976 h 1818899"/>
                    <a:gd name="connsiteX397" fmla="*/ 3554724 w 3673929"/>
                    <a:gd name="connsiteY397" fmla="*/ 309785 h 1818899"/>
                    <a:gd name="connsiteX398" fmla="*/ 3563102 w 3673929"/>
                    <a:gd name="connsiteY398" fmla="*/ 297328 h 1818899"/>
                    <a:gd name="connsiteX399" fmla="*/ 3576313 w 3673929"/>
                    <a:gd name="connsiteY399" fmla="*/ 273034 h 1818899"/>
                    <a:gd name="connsiteX400" fmla="*/ 3576047 w 3673929"/>
                    <a:gd name="connsiteY400" fmla="*/ 243022 h 1818899"/>
                    <a:gd name="connsiteX401" fmla="*/ 3572811 w 3673929"/>
                    <a:gd name="connsiteY401" fmla="*/ 233447 h 1818899"/>
                    <a:gd name="connsiteX402" fmla="*/ 3552197 w 3673929"/>
                    <a:gd name="connsiteY402" fmla="*/ 208311 h 1818899"/>
                    <a:gd name="connsiteX403" fmla="*/ 3547542 w 3673929"/>
                    <a:gd name="connsiteY403" fmla="*/ 205961 h 1818899"/>
                    <a:gd name="connsiteX404" fmla="*/ 3538897 w 3673929"/>
                    <a:gd name="connsiteY404" fmla="*/ 202105 h 1818899"/>
                    <a:gd name="connsiteX405" fmla="*/ 3520943 w 3673929"/>
                    <a:gd name="connsiteY405" fmla="*/ 196563 h 1818899"/>
                    <a:gd name="connsiteX406" fmla="*/ 3502058 w 3673929"/>
                    <a:gd name="connsiteY406" fmla="*/ 188983 h 1818899"/>
                    <a:gd name="connsiteX407" fmla="*/ 3491064 w 3673929"/>
                    <a:gd name="connsiteY407" fmla="*/ 172181 h 1818899"/>
                    <a:gd name="connsiteX408" fmla="*/ 3491641 w 3673929"/>
                    <a:gd name="connsiteY408" fmla="*/ 171871 h 1818899"/>
                    <a:gd name="connsiteX409" fmla="*/ 3504674 w 3673929"/>
                    <a:gd name="connsiteY409" fmla="*/ 185215 h 1818899"/>
                    <a:gd name="connsiteX410" fmla="*/ 3522318 w 3673929"/>
                    <a:gd name="connsiteY410" fmla="*/ 190135 h 1818899"/>
                    <a:gd name="connsiteX411" fmla="*/ 3532071 w 3673929"/>
                    <a:gd name="connsiteY411" fmla="*/ 192529 h 1818899"/>
                    <a:gd name="connsiteX412" fmla="*/ 3537745 w 3673929"/>
                    <a:gd name="connsiteY412" fmla="*/ 194568 h 1818899"/>
                    <a:gd name="connsiteX413" fmla="*/ 3537346 w 3673929"/>
                    <a:gd name="connsiteY413" fmla="*/ 193726 h 1818899"/>
                    <a:gd name="connsiteX414" fmla="*/ 3534287 w 3673929"/>
                    <a:gd name="connsiteY414" fmla="*/ 182821 h 1818899"/>
                    <a:gd name="connsiteX415" fmla="*/ 3534065 w 3673929"/>
                    <a:gd name="connsiteY415" fmla="*/ 178432 h 1818899"/>
                    <a:gd name="connsiteX416" fmla="*/ 3532780 w 3673929"/>
                    <a:gd name="connsiteY416" fmla="*/ 154626 h 1818899"/>
                    <a:gd name="connsiteX417" fmla="*/ 3530031 w 3673929"/>
                    <a:gd name="connsiteY417" fmla="*/ 150592 h 1818899"/>
                    <a:gd name="connsiteX418" fmla="*/ 3529100 w 3673929"/>
                    <a:gd name="connsiteY418" fmla="*/ 149927 h 1818899"/>
                    <a:gd name="connsiteX419" fmla="*/ 3527770 w 3673929"/>
                    <a:gd name="connsiteY419" fmla="*/ 149041 h 1818899"/>
                    <a:gd name="connsiteX420" fmla="*/ 3525111 w 3673929"/>
                    <a:gd name="connsiteY420" fmla="*/ 147134 h 1818899"/>
                    <a:gd name="connsiteX421" fmla="*/ 3515845 w 3673929"/>
                    <a:gd name="connsiteY421" fmla="*/ 138135 h 1818899"/>
                    <a:gd name="connsiteX422" fmla="*/ 3504851 w 3673929"/>
                    <a:gd name="connsiteY422" fmla="*/ 115039 h 1818899"/>
                    <a:gd name="connsiteX423" fmla="*/ 3505472 w 3673929"/>
                    <a:gd name="connsiteY423" fmla="*/ 114861 h 1818899"/>
                    <a:gd name="connsiteX424" fmla="*/ 3520766 w 3673929"/>
                    <a:gd name="connsiteY424" fmla="*/ 133702 h 1818899"/>
                    <a:gd name="connsiteX425" fmla="*/ 3529322 w 3673929"/>
                    <a:gd name="connsiteY425" fmla="*/ 142081 h 1818899"/>
                    <a:gd name="connsiteX426" fmla="*/ 3531539 w 3673929"/>
                    <a:gd name="connsiteY426" fmla="*/ 144031 h 1818899"/>
                    <a:gd name="connsiteX427" fmla="*/ 3532691 w 3673929"/>
                    <a:gd name="connsiteY427" fmla="*/ 145006 h 1818899"/>
                    <a:gd name="connsiteX428" fmla="*/ 3534154 w 3673929"/>
                    <a:gd name="connsiteY428" fmla="*/ 146381 h 1818899"/>
                    <a:gd name="connsiteX429" fmla="*/ 3536415 w 3673929"/>
                    <a:gd name="connsiteY429" fmla="*/ 149617 h 1818899"/>
                    <a:gd name="connsiteX430" fmla="*/ 3536459 w 3673929"/>
                    <a:gd name="connsiteY430" fmla="*/ 149395 h 1818899"/>
                    <a:gd name="connsiteX431" fmla="*/ 3537523 w 3673929"/>
                    <a:gd name="connsiteY431" fmla="*/ 138579 h 1818899"/>
                    <a:gd name="connsiteX432" fmla="*/ 3537213 w 3673929"/>
                    <a:gd name="connsiteY432" fmla="*/ 127673 h 1818899"/>
                    <a:gd name="connsiteX433" fmla="*/ 3534819 w 3673929"/>
                    <a:gd name="connsiteY433" fmla="*/ 116989 h 1818899"/>
                    <a:gd name="connsiteX434" fmla="*/ 3538277 w 3673929"/>
                    <a:gd name="connsiteY434" fmla="*/ 127496 h 1818899"/>
                    <a:gd name="connsiteX435" fmla="*/ 3539695 w 3673929"/>
                    <a:gd name="connsiteY435" fmla="*/ 138534 h 1818899"/>
                    <a:gd name="connsiteX436" fmla="*/ 3539740 w 3673929"/>
                    <a:gd name="connsiteY436" fmla="*/ 149705 h 1818899"/>
                    <a:gd name="connsiteX437" fmla="*/ 3538809 w 3673929"/>
                    <a:gd name="connsiteY437" fmla="*/ 159503 h 1818899"/>
                    <a:gd name="connsiteX438" fmla="*/ 3538631 w 3673929"/>
                    <a:gd name="connsiteY438" fmla="*/ 167261 h 1818899"/>
                    <a:gd name="connsiteX439" fmla="*/ 3538676 w 3673929"/>
                    <a:gd name="connsiteY439" fmla="*/ 167305 h 1818899"/>
                    <a:gd name="connsiteX440" fmla="*/ 3547630 w 3673929"/>
                    <a:gd name="connsiteY440" fmla="*/ 199267 h 1818899"/>
                    <a:gd name="connsiteX441" fmla="*/ 3550335 w 3673929"/>
                    <a:gd name="connsiteY441" fmla="*/ 200775 h 1818899"/>
                    <a:gd name="connsiteX442" fmla="*/ 3558846 w 3673929"/>
                    <a:gd name="connsiteY442" fmla="*/ 205961 h 1818899"/>
                    <a:gd name="connsiteX443" fmla="*/ 3572589 w 3673929"/>
                    <a:gd name="connsiteY443" fmla="*/ 220059 h 1818899"/>
                    <a:gd name="connsiteX444" fmla="*/ 3580746 w 3673929"/>
                    <a:gd name="connsiteY444" fmla="*/ 233048 h 1818899"/>
                    <a:gd name="connsiteX445" fmla="*/ 3583317 w 3673929"/>
                    <a:gd name="connsiteY445" fmla="*/ 240850 h 1818899"/>
                    <a:gd name="connsiteX446" fmla="*/ 3583627 w 3673929"/>
                    <a:gd name="connsiteY446" fmla="*/ 214916 h 1818899"/>
                    <a:gd name="connsiteX447" fmla="*/ 3582785 w 3673929"/>
                    <a:gd name="connsiteY447" fmla="*/ 185037 h 1818899"/>
                    <a:gd name="connsiteX448" fmla="*/ 3585002 w 3673929"/>
                    <a:gd name="connsiteY448" fmla="*/ 154360 h 1818899"/>
                    <a:gd name="connsiteX449" fmla="*/ 3590144 w 3673929"/>
                    <a:gd name="connsiteY449" fmla="*/ 139953 h 1818899"/>
                    <a:gd name="connsiteX450" fmla="*/ 3590055 w 3673929"/>
                    <a:gd name="connsiteY450" fmla="*/ 139731 h 1818899"/>
                    <a:gd name="connsiteX451" fmla="*/ 3590011 w 3673929"/>
                    <a:gd name="connsiteY451" fmla="*/ 139199 h 1818899"/>
                    <a:gd name="connsiteX452" fmla="*/ 3590011 w 3673929"/>
                    <a:gd name="connsiteY452" fmla="*/ 139066 h 1818899"/>
                    <a:gd name="connsiteX453" fmla="*/ 3590011 w 3673929"/>
                    <a:gd name="connsiteY453" fmla="*/ 138800 h 1818899"/>
                    <a:gd name="connsiteX454" fmla="*/ 3590100 w 3673929"/>
                    <a:gd name="connsiteY454" fmla="*/ 137869 h 1818899"/>
                    <a:gd name="connsiteX455" fmla="*/ 3590321 w 3673929"/>
                    <a:gd name="connsiteY455" fmla="*/ 136362 h 1818899"/>
                    <a:gd name="connsiteX456" fmla="*/ 3590809 w 3673929"/>
                    <a:gd name="connsiteY456" fmla="*/ 133569 h 1818899"/>
                    <a:gd name="connsiteX457" fmla="*/ 3591784 w 3673929"/>
                    <a:gd name="connsiteY457" fmla="*/ 128161 h 1818899"/>
                    <a:gd name="connsiteX458" fmla="*/ 3593158 w 3673929"/>
                    <a:gd name="connsiteY458" fmla="*/ 117433 h 1818899"/>
                    <a:gd name="connsiteX459" fmla="*/ 3593158 w 3673929"/>
                    <a:gd name="connsiteY459" fmla="*/ 112157 h 1818899"/>
                    <a:gd name="connsiteX460" fmla="*/ 3592760 w 3673929"/>
                    <a:gd name="connsiteY460" fmla="*/ 109719 h 1818899"/>
                    <a:gd name="connsiteX461" fmla="*/ 3591917 w 3673929"/>
                    <a:gd name="connsiteY461" fmla="*/ 107103 h 1818899"/>
                    <a:gd name="connsiteX462" fmla="*/ 3588459 w 3673929"/>
                    <a:gd name="connsiteY462" fmla="*/ 96508 h 1818899"/>
                    <a:gd name="connsiteX463" fmla="*/ 3593912 w 3673929"/>
                    <a:gd name="connsiteY463" fmla="*/ 106172 h 1818899"/>
                    <a:gd name="connsiteX464" fmla="*/ 3595286 w 3673929"/>
                    <a:gd name="connsiteY464" fmla="*/ 108655 h 1818899"/>
                    <a:gd name="connsiteX465" fmla="*/ 3596395 w 3673929"/>
                    <a:gd name="connsiteY465" fmla="*/ 111537 h 1818899"/>
                    <a:gd name="connsiteX466" fmla="*/ 3597547 w 3673929"/>
                    <a:gd name="connsiteY466" fmla="*/ 117255 h 1818899"/>
                    <a:gd name="connsiteX467" fmla="*/ 3598168 w 3673929"/>
                    <a:gd name="connsiteY467" fmla="*/ 124792 h 1818899"/>
                    <a:gd name="connsiteX468" fmla="*/ 3611378 w 3673929"/>
                    <a:gd name="connsiteY468" fmla="*/ 100055 h 1818899"/>
                    <a:gd name="connsiteX469" fmla="*/ 3616122 w 3673929"/>
                    <a:gd name="connsiteY469" fmla="*/ 86623 h 1818899"/>
                    <a:gd name="connsiteX470" fmla="*/ 3616565 w 3673929"/>
                    <a:gd name="connsiteY470" fmla="*/ 83253 h 1818899"/>
                    <a:gd name="connsiteX471" fmla="*/ 3617097 w 3673929"/>
                    <a:gd name="connsiteY471" fmla="*/ 79219 h 1818899"/>
                    <a:gd name="connsiteX472" fmla="*/ 3617541 w 3673929"/>
                    <a:gd name="connsiteY472" fmla="*/ 77402 h 1818899"/>
                    <a:gd name="connsiteX473" fmla="*/ 3619269 w 3673929"/>
                    <a:gd name="connsiteY473" fmla="*/ 60467 h 1818899"/>
                    <a:gd name="connsiteX474" fmla="*/ 3620023 w 3673929"/>
                    <a:gd name="connsiteY474" fmla="*/ 47212 h 1818899"/>
                    <a:gd name="connsiteX475" fmla="*/ 3620555 w 3673929"/>
                    <a:gd name="connsiteY475" fmla="*/ 34046 h 1818899"/>
                    <a:gd name="connsiteX476" fmla="*/ 3633677 w 3673929"/>
                    <a:gd name="connsiteY476" fmla="*/ 0 h 1818899"/>
                    <a:gd name="connsiteX477" fmla="*/ 3630397 w 3673929"/>
                    <a:gd name="connsiteY477" fmla="*/ 2704 h 1818899"/>
                    <a:gd name="connsiteX478" fmla="*/ 3630308 w 3673929"/>
                    <a:gd name="connsiteY478" fmla="*/ 3857 h 1818899"/>
                    <a:gd name="connsiteX479" fmla="*/ 3633189 w 3673929"/>
                    <a:gd name="connsiteY479" fmla="*/ 22032 h 1818899"/>
                    <a:gd name="connsiteX480" fmla="*/ 3636381 w 3673929"/>
                    <a:gd name="connsiteY480" fmla="*/ 39632 h 1818899"/>
                    <a:gd name="connsiteX481" fmla="*/ 3633766 w 3673929"/>
                    <a:gd name="connsiteY481" fmla="*/ 44907 h 1818899"/>
                    <a:gd name="connsiteX482" fmla="*/ 3628446 w 3673929"/>
                    <a:gd name="connsiteY482" fmla="*/ 52177 h 1818899"/>
                    <a:gd name="connsiteX483" fmla="*/ 3625254 w 3673929"/>
                    <a:gd name="connsiteY483" fmla="*/ 56433 h 1818899"/>
                    <a:gd name="connsiteX484" fmla="*/ 3624855 w 3673929"/>
                    <a:gd name="connsiteY484" fmla="*/ 47079 h 1818899"/>
                    <a:gd name="connsiteX485" fmla="*/ 3623835 w 3673929"/>
                    <a:gd name="connsiteY485" fmla="*/ 33691 h 1818899"/>
                    <a:gd name="connsiteX486" fmla="*/ 3620511 w 3673929"/>
                    <a:gd name="connsiteY486" fmla="*/ 30633 h 1818899"/>
                    <a:gd name="connsiteX487" fmla="*/ 3620378 w 3673929"/>
                    <a:gd name="connsiteY487" fmla="*/ 30633 h 1818899"/>
                    <a:gd name="connsiteX488" fmla="*/ 3617186 w 3673929"/>
                    <a:gd name="connsiteY488" fmla="*/ 33913 h 1818899"/>
                    <a:gd name="connsiteX489" fmla="*/ 3617097 w 3673929"/>
                    <a:gd name="connsiteY489" fmla="*/ 47257 h 1818899"/>
                    <a:gd name="connsiteX490" fmla="*/ 3616388 w 3673929"/>
                    <a:gd name="connsiteY490" fmla="*/ 60113 h 1818899"/>
                    <a:gd name="connsiteX491" fmla="*/ 3614703 w 3673929"/>
                    <a:gd name="connsiteY491" fmla="*/ 76870 h 1818899"/>
                    <a:gd name="connsiteX492" fmla="*/ 3614615 w 3673929"/>
                    <a:gd name="connsiteY492" fmla="*/ 77224 h 1818899"/>
                    <a:gd name="connsiteX493" fmla="*/ 3614260 w 3673929"/>
                    <a:gd name="connsiteY493" fmla="*/ 78732 h 1818899"/>
                    <a:gd name="connsiteX494" fmla="*/ 3613772 w 3673929"/>
                    <a:gd name="connsiteY494" fmla="*/ 82101 h 1818899"/>
                    <a:gd name="connsiteX495" fmla="*/ 3613684 w 3673929"/>
                    <a:gd name="connsiteY495" fmla="*/ 82987 h 1818899"/>
                    <a:gd name="connsiteX496" fmla="*/ 3613551 w 3673929"/>
                    <a:gd name="connsiteY496" fmla="*/ 84184 h 1818899"/>
                    <a:gd name="connsiteX497" fmla="*/ 3613329 w 3673929"/>
                    <a:gd name="connsiteY497" fmla="*/ 85869 h 1818899"/>
                    <a:gd name="connsiteX498" fmla="*/ 3608807 w 3673929"/>
                    <a:gd name="connsiteY498" fmla="*/ 98725 h 1818899"/>
                    <a:gd name="connsiteX499" fmla="*/ 3600828 w 3673929"/>
                    <a:gd name="connsiteY499" fmla="*/ 114063 h 1818899"/>
                    <a:gd name="connsiteX500" fmla="*/ 3600030 w 3673929"/>
                    <a:gd name="connsiteY500" fmla="*/ 110650 h 1818899"/>
                    <a:gd name="connsiteX501" fmla="*/ 3598655 w 3673929"/>
                    <a:gd name="connsiteY501" fmla="*/ 107148 h 1818899"/>
                    <a:gd name="connsiteX502" fmla="*/ 3597725 w 3673929"/>
                    <a:gd name="connsiteY502" fmla="*/ 105419 h 1818899"/>
                    <a:gd name="connsiteX503" fmla="*/ 3597281 w 3673929"/>
                    <a:gd name="connsiteY503" fmla="*/ 104621 h 1818899"/>
                    <a:gd name="connsiteX504" fmla="*/ 3591784 w 3673929"/>
                    <a:gd name="connsiteY504" fmla="*/ 94912 h 1818899"/>
                    <a:gd name="connsiteX505" fmla="*/ 3588903 w 3673929"/>
                    <a:gd name="connsiteY505" fmla="*/ 93228 h 1818899"/>
                    <a:gd name="connsiteX506" fmla="*/ 3587573 w 3673929"/>
                    <a:gd name="connsiteY506" fmla="*/ 93494 h 1818899"/>
                    <a:gd name="connsiteX507" fmla="*/ 3585755 w 3673929"/>
                    <a:gd name="connsiteY507" fmla="*/ 97572 h 1818899"/>
                    <a:gd name="connsiteX508" fmla="*/ 3589213 w 3673929"/>
                    <a:gd name="connsiteY508" fmla="*/ 108167 h 1818899"/>
                    <a:gd name="connsiteX509" fmla="*/ 3589523 w 3673929"/>
                    <a:gd name="connsiteY509" fmla="*/ 109143 h 1818899"/>
                    <a:gd name="connsiteX510" fmla="*/ 3589967 w 3673929"/>
                    <a:gd name="connsiteY510" fmla="*/ 110561 h 1818899"/>
                    <a:gd name="connsiteX511" fmla="*/ 3590277 w 3673929"/>
                    <a:gd name="connsiteY511" fmla="*/ 112512 h 1818899"/>
                    <a:gd name="connsiteX512" fmla="*/ 3590233 w 3673929"/>
                    <a:gd name="connsiteY512" fmla="*/ 117255 h 1818899"/>
                    <a:gd name="connsiteX513" fmla="*/ 3588903 w 3673929"/>
                    <a:gd name="connsiteY513" fmla="*/ 127673 h 1818899"/>
                    <a:gd name="connsiteX514" fmla="*/ 3587927 w 3673929"/>
                    <a:gd name="connsiteY514" fmla="*/ 133037 h 1818899"/>
                    <a:gd name="connsiteX515" fmla="*/ 3587440 w 3673929"/>
                    <a:gd name="connsiteY515" fmla="*/ 135786 h 1818899"/>
                    <a:gd name="connsiteX516" fmla="*/ 3587174 w 3673929"/>
                    <a:gd name="connsiteY516" fmla="*/ 137337 h 1818899"/>
                    <a:gd name="connsiteX517" fmla="*/ 3587041 w 3673929"/>
                    <a:gd name="connsiteY517" fmla="*/ 138490 h 1818899"/>
                    <a:gd name="connsiteX518" fmla="*/ 3586996 w 3673929"/>
                    <a:gd name="connsiteY518" fmla="*/ 138800 h 1818899"/>
                    <a:gd name="connsiteX519" fmla="*/ 3586996 w 3673929"/>
                    <a:gd name="connsiteY519" fmla="*/ 139377 h 1818899"/>
                    <a:gd name="connsiteX520" fmla="*/ 3582076 w 3673929"/>
                    <a:gd name="connsiteY520" fmla="*/ 153607 h 1818899"/>
                    <a:gd name="connsiteX521" fmla="*/ 3579770 w 3673929"/>
                    <a:gd name="connsiteY521" fmla="*/ 185037 h 1818899"/>
                    <a:gd name="connsiteX522" fmla="*/ 3580613 w 3673929"/>
                    <a:gd name="connsiteY522" fmla="*/ 214961 h 1818899"/>
                    <a:gd name="connsiteX523" fmla="*/ 3580790 w 3673929"/>
                    <a:gd name="connsiteY523" fmla="*/ 225201 h 1818899"/>
                    <a:gd name="connsiteX524" fmla="*/ 3575559 w 3673929"/>
                    <a:gd name="connsiteY524" fmla="*/ 218020 h 1818899"/>
                    <a:gd name="connsiteX525" fmla="*/ 3561019 w 3673929"/>
                    <a:gd name="connsiteY525" fmla="*/ 203213 h 1818899"/>
                    <a:gd name="connsiteX526" fmla="*/ 3552241 w 3673929"/>
                    <a:gd name="connsiteY526" fmla="*/ 197893 h 1818899"/>
                    <a:gd name="connsiteX527" fmla="*/ 3550113 w 3673929"/>
                    <a:gd name="connsiteY527" fmla="*/ 196696 h 1818899"/>
                    <a:gd name="connsiteX528" fmla="*/ 3550069 w 3673929"/>
                    <a:gd name="connsiteY528" fmla="*/ 196652 h 1818899"/>
                    <a:gd name="connsiteX529" fmla="*/ 3548961 w 3673929"/>
                    <a:gd name="connsiteY529" fmla="*/ 195278 h 1818899"/>
                    <a:gd name="connsiteX530" fmla="*/ 3542267 w 3673929"/>
                    <a:gd name="connsiteY530" fmla="*/ 167660 h 1818899"/>
                    <a:gd name="connsiteX531" fmla="*/ 3542267 w 3673929"/>
                    <a:gd name="connsiteY531" fmla="*/ 167039 h 1818899"/>
                    <a:gd name="connsiteX532" fmla="*/ 3542399 w 3673929"/>
                    <a:gd name="connsiteY532" fmla="*/ 159591 h 1818899"/>
                    <a:gd name="connsiteX533" fmla="*/ 3543331 w 3673929"/>
                    <a:gd name="connsiteY533" fmla="*/ 149839 h 1818899"/>
                    <a:gd name="connsiteX534" fmla="*/ 3543286 w 3673929"/>
                    <a:gd name="connsiteY534" fmla="*/ 138224 h 1818899"/>
                    <a:gd name="connsiteX535" fmla="*/ 3541779 w 3673929"/>
                    <a:gd name="connsiteY535" fmla="*/ 126698 h 1818899"/>
                    <a:gd name="connsiteX536" fmla="*/ 3538011 w 3673929"/>
                    <a:gd name="connsiteY536" fmla="*/ 115349 h 1818899"/>
                    <a:gd name="connsiteX537" fmla="*/ 3535041 w 3673929"/>
                    <a:gd name="connsiteY537" fmla="*/ 113532 h 1818899"/>
                    <a:gd name="connsiteX538" fmla="*/ 3533666 w 3673929"/>
                    <a:gd name="connsiteY538" fmla="*/ 113842 h 1818899"/>
                    <a:gd name="connsiteX539" fmla="*/ 3531937 w 3673929"/>
                    <a:gd name="connsiteY539" fmla="*/ 118097 h 1818899"/>
                    <a:gd name="connsiteX540" fmla="*/ 3534110 w 3673929"/>
                    <a:gd name="connsiteY540" fmla="*/ 127983 h 1818899"/>
                    <a:gd name="connsiteX541" fmla="*/ 3534420 w 3673929"/>
                    <a:gd name="connsiteY541" fmla="*/ 138357 h 1818899"/>
                    <a:gd name="connsiteX542" fmla="*/ 3534243 w 3673929"/>
                    <a:gd name="connsiteY542" fmla="*/ 141726 h 1818899"/>
                    <a:gd name="connsiteX543" fmla="*/ 3533932 w 3673929"/>
                    <a:gd name="connsiteY543" fmla="*/ 141460 h 1818899"/>
                    <a:gd name="connsiteX544" fmla="*/ 3532603 w 3673929"/>
                    <a:gd name="connsiteY544" fmla="*/ 140263 h 1818899"/>
                    <a:gd name="connsiteX545" fmla="*/ 3531760 w 3673929"/>
                    <a:gd name="connsiteY545" fmla="*/ 139509 h 1818899"/>
                    <a:gd name="connsiteX546" fmla="*/ 3525598 w 3673929"/>
                    <a:gd name="connsiteY546" fmla="*/ 133525 h 1818899"/>
                    <a:gd name="connsiteX547" fmla="*/ 3523337 w 3673929"/>
                    <a:gd name="connsiteY547" fmla="*/ 131264 h 1818899"/>
                    <a:gd name="connsiteX548" fmla="*/ 3508531 w 3673929"/>
                    <a:gd name="connsiteY548" fmla="*/ 113044 h 1818899"/>
                    <a:gd name="connsiteX549" fmla="*/ 3505694 w 3673929"/>
                    <a:gd name="connsiteY549" fmla="*/ 111448 h 1818899"/>
                    <a:gd name="connsiteX550" fmla="*/ 3504718 w 3673929"/>
                    <a:gd name="connsiteY550" fmla="*/ 111581 h 1818899"/>
                    <a:gd name="connsiteX551" fmla="*/ 3504098 w 3673929"/>
                    <a:gd name="connsiteY551" fmla="*/ 111758 h 1818899"/>
                    <a:gd name="connsiteX552" fmla="*/ 3501748 w 3673929"/>
                    <a:gd name="connsiteY552" fmla="*/ 115305 h 1818899"/>
                    <a:gd name="connsiteX553" fmla="*/ 3513451 w 3673929"/>
                    <a:gd name="connsiteY553" fmla="*/ 140130 h 1818899"/>
                    <a:gd name="connsiteX554" fmla="*/ 3523293 w 3673929"/>
                    <a:gd name="connsiteY554" fmla="*/ 149661 h 1818899"/>
                    <a:gd name="connsiteX555" fmla="*/ 3524268 w 3673929"/>
                    <a:gd name="connsiteY555" fmla="*/ 150371 h 1818899"/>
                    <a:gd name="connsiteX556" fmla="*/ 3526219 w 3673929"/>
                    <a:gd name="connsiteY556" fmla="*/ 151745 h 1818899"/>
                    <a:gd name="connsiteX557" fmla="*/ 3527460 w 3673929"/>
                    <a:gd name="connsiteY557" fmla="*/ 152587 h 1818899"/>
                    <a:gd name="connsiteX558" fmla="*/ 3528081 w 3673929"/>
                    <a:gd name="connsiteY558" fmla="*/ 153075 h 1818899"/>
                    <a:gd name="connsiteX559" fmla="*/ 3529854 w 3673929"/>
                    <a:gd name="connsiteY559" fmla="*/ 155779 h 1818899"/>
                    <a:gd name="connsiteX560" fmla="*/ 3531095 w 3673929"/>
                    <a:gd name="connsiteY560" fmla="*/ 173689 h 1818899"/>
                    <a:gd name="connsiteX561" fmla="*/ 3530918 w 3673929"/>
                    <a:gd name="connsiteY561" fmla="*/ 178255 h 1818899"/>
                    <a:gd name="connsiteX562" fmla="*/ 3531184 w 3673929"/>
                    <a:gd name="connsiteY562" fmla="*/ 183176 h 1818899"/>
                    <a:gd name="connsiteX563" fmla="*/ 3532381 w 3673929"/>
                    <a:gd name="connsiteY563" fmla="*/ 189027 h 1818899"/>
                    <a:gd name="connsiteX564" fmla="*/ 3523204 w 3673929"/>
                    <a:gd name="connsiteY564" fmla="*/ 186810 h 1818899"/>
                    <a:gd name="connsiteX565" fmla="*/ 3506536 w 3673929"/>
                    <a:gd name="connsiteY565" fmla="*/ 182289 h 1818899"/>
                    <a:gd name="connsiteX566" fmla="*/ 3495276 w 3673929"/>
                    <a:gd name="connsiteY566" fmla="*/ 170851 h 1818899"/>
                    <a:gd name="connsiteX567" fmla="*/ 3494433 w 3673929"/>
                    <a:gd name="connsiteY567" fmla="*/ 169788 h 1818899"/>
                    <a:gd name="connsiteX568" fmla="*/ 3491818 w 3673929"/>
                    <a:gd name="connsiteY568" fmla="*/ 168502 h 1818899"/>
                    <a:gd name="connsiteX569" fmla="*/ 3490178 w 3673929"/>
                    <a:gd name="connsiteY569" fmla="*/ 168945 h 1818899"/>
                    <a:gd name="connsiteX570" fmla="*/ 3489601 w 3673929"/>
                    <a:gd name="connsiteY570" fmla="*/ 169256 h 1818899"/>
                    <a:gd name="connsiteX571" fmla="*/ 3488138 w 3673929"/>
                    <a:gd name="connsiteY571" fmla="*/ 173378 h 1818899"/>
                    <a:gd name="connsiteX572" fmla="*/ 3500152 w 3673929"/>
                    <a:gd name="connsiteY572" fmla="*/ 191554 h 1818899"/>
                    <a:gd name="connsiteX573" fmla="*/ 3519835 w 3673929"/>
                    <a:gd name="connsiteY573" fmla="*/ 199667 h 1818899"/>
                    <a:gd name="connsiteX574" fmla="*/ 3520367 w 3673929"/>
                    <a:gd name="connsiteY574" fmla="*/ 199800 h 1818899"/>
                    <a:gd name="connsiteX575" fmla="*/ 3537878 w 3673929"/>
                    <a:gd name="connsiteY575" fmla="*/ 205208 h 1818899"/>
                    <a:gd name="connsiteX576" fmla="*/ 3546256 w 3673929"/>
                    <a:gd name="connsiteY576" fmla="*/ 208932 h 1818899"/>
                    <a:gd name="connsiteX577" fmla="*/ 3550645 w 3673929"/>
                    <a:gd name="connsiteY577" fmla="*/ 211148 h 1818899"/>
                    <a:gd name="connsiteX578" fmla="*/ 3569885 w 3673929"/>
                    <a:gd name="connsiteY578" fmla="*/ 234688 h 1818899"/>
                    <a:gd name="connsiteX579" fmla="*/ 3572944 w 3673929"/>
                    <a:gd name="connsiteY579" fmla="*/ 243687 h 1818899"/>
                    <a:gd name="connsiteX580" fmla="*/ 3573254 w 3673929"/>
                    <a:gd name="connsiteY580" fmla="*/ 272103 h 1818899"/>
                    <a:gd name="connsiteX581" fmla="*/ 3560487 w 3673929"/>
                    <a:gd name="connsiteY581" fmla="*/ 295466 h 1818899"/>
                    <a:gd name="connsiteX582" fmla="*/ 3557605 w 3673929"/>
                    <a:gd name="connsiteY582" fmla="*/ 299677 h 1818899"/>
                    <a:gd name="connsiteX583" fmla="*/ 3552019 w 3673929"/>
                    <a:gd name="connsiteY583" fmla="*/ 308056 h 1818899"/>
                    <a:gd name="connsiteX584" fmla="*/ 3545325 w 3673929"/>
                    <a:gd name="connsiteY584" fmla="*/ 317942 h 1818899"/>
                    <a:gd name="connsiteX585" fmla="*/ 3543774 w 3673929"/>
                    <a:gd name="connsiteY585" fmla="*/ 320158 h 1818899"/>
                    <a:gd name="connsiteX586" fmla="*/ 3532913 w 3673929"/>
                    <a:gd name="connsiteY586" fmla="*/ 335896 h 1818899"/>
                    <a:gd name="connsiteX587" fmla="*/ 3509994 w 3673929"/>
                    <a:gd name="connsiteY587" fmla="*/ 307258 h 1818899"/>
                    <a:gd name="connsiteX588" fmla="*/ 3509683 w 3673929"/>
                    <a:gd name="connsiteY588" fmla="*/ 306948 h 1818899"/>
                    <a:gd name="connsiteX589" fmla="*/ 3508398 w 3673929"/>
                    <a:gd name="connsiteY589" fmla="*/ 305795 h 1818899"/>
                    <a:gd name="connsiteX590" fmla="*/ 3484193 w 3673929"/>
                    <a:gd name="connsiteY590" fmla="*/ 289038 h 1818899"/>
                    <a:gd name="connsiteX591" fmla="*/ 3482863 w 3673929"/>
                    <a:gd name="connsiteY591" fmla="*/ 288196 h 1818899"/>
                    <a:gd name="connsiteX592" fmla="*/ 3459811 w 3673929"/>
                    <a:gd name="connsiteY592" fmla="*/ 275251 h 1818899"/>
                    <a:gd name="connsiteX593" fmla="*/ 3451610 w 3673929"/>
                    <a:gd name="connsiteY593" fmla="*/ 269399 h 1818899"/>
                    <a:gd name="connsiteX594" fmla="*/ 3431395 w 3673929"/>
                    <a:gd name="connsiteY594" fmla="*/ 246214 h 1818899"/>
                    <a:gd name="connsiteX595" fmla="*/ 3429223 w 3673929"/>
                    <a:gd name="connsiteY595" fmla="*/ 239476 h 1818899"/>
                    <a:gd name="connsiteX596" fmla="*/ 3429090 w 3673929"/>
                    <a:gd name="connsiteY596" fmla="*/ 238988 h 1818899"/>
                    <a:gd name="connsiteX597" fmla="*/ 3426031 w 3673929"/>
                    <a:gd name="connsiteY597" fmla="*/ 230299 h 1818899"/>
                    <a:gd name="connsiteX598" fmla="*/ 3418716 w 3673929"/>
                    <a:gd name="connsiteY598" fmla="*/ 214429 h 1818899"/>
                    <a:gd name="connsiteX599" fmla="*/ 3417032 w 3673929"/>
                    <a:gd name="connsiteY599" fmla="*/ 211060 h 1818899"/>
                    <a:gd name="connsiteX600" fmla="*/ 3411313 w 3673929"/>
                    <a:gd name="connsiteY600" fmla="*/ 199179 h 1818899"/>
                    <a:gd name="connsiteX601" fmla="*/ 3411003 w 3673929"/>
                    <a:gd name="connsiteY601" fmla="*/ 198470 h 1818899"/>
                    <a:gd name="connsiteX602" fmla="*/ 3406702 w 3673929"/>
                    <a:gd name="connsiteY602" fmla="*/ 184195 h 1818899"/>
                    <a:gd name="connsiteX603" fmla="*/ 3403378 w 3673929"/>
                    <a:gd name="connsiteY603" fmla="*/ 181048 h 1818899"/>
                    <a:gd name="connsiteX604" fmla="*/ 3403333 w 3673929"/>
                    <a:gd name="connsiteY604" fmla="*/ 181048 h 1818899"/>
                    <a:gd name="connsiteX605" fmla="*/ 3400053 w 3673929"/>
                    <a:gd name="connsiteY605" fmla="*/ 184284 h 1818899"/>
                    <a:gd name="connsiteX606" fmla="*/ 3403599 w 3673929"/>
                    <a:gd name="connsiteY606" fmla="*/ 201440 h 1818899"/>
                    <a:gd name="connsiteX607" fmla="*/ 3403821 w 3673929"/>
                    <a:gd name="connsiteY607" fmla="*/ 202149 h 1818899"/>
                    <a:gd name="connsiteX608" fmla="*/ 3408697 w 3673929"/>
                    <a:gd name="connsiteY608" fmla="*/ 214828 h 1818899"/>
                    <a:gd name="connsiteX609" fmla="*/ 3410072 w 3673929"/>
                    <a:gd name="connsiteY609" fmla="*/ 218286 h 1818899"/>
                    <a:gd name="connsiteX610" fmla="*/ 3415835 w 3673929"/>
                    <a:gd name="connsiteY610" fmla="*/ 233979 h 1818899"/>
                    <a:gd name="connsiteX611" fmla="*/ 3417874 w 3673929"/>
                    <a:gd name="connsiteY611" fmla="*/ 241692 h 1818899"/>
                    <a:gd name="connsiteX612" fmla="*/ 3420268 w 3673929"/>
                    <a:gd name="connsiteY612" fmla="*/ 250869 h 1818899"/>
                    <a:gd name="connsiteX613" fmla="*/ 3424302 w 3673929"/>
                    <a:gd name="connsiteY613" fmla="*/ 259070 h 1818899"/>
                    <a:gd name="connsiteX614" fmla="*/ 3418583 w 3673929"/>
                    <a:gd name="connsiteY614" fmla="*/ 258183 h 1818899"/>
                    <a:gd name="connsiteX615" fmla="*/ 3385468 w 3673929"/>
                    <a:gd name="connsiteY615" fmla="*/ 256809 h 1818899"/>
                    <a:gd name="connsiteX616" fmla="*/ 3379217 w 3673929"/>
                    <a:gd name="connsiteY616" fmla="*/ 256809 h 1818899"/>
                    <a:gd name="connsiteX617" fmla="*/ 3379217 w 3673929"/>
                    <a:gd name="connsiteY617" fmla="*/ 256809 h 1818899"/>
                    <a:gd name="connsiteX618" fmla="*/ 3345659 w 3673929"/>
                    <a:gd name="connsiteY618" fmla="*/ 246613 h 1818899"/>
                    <a:gd name="connsiteX619" fmla="*/ 3319858 w 3673929"/>
                    <a:gd name="connsiteY619" fmla="*/ 220679 h 1818899"/>
                    <a:gd name="connsiteX620" fmla="*/ 3317065 w 3673929"/>
                    <a:gd name="connsiteY620" fmla="*/ 219172 h 1818899"/>
                    <a:gd name="connsiteX621" fmla="*/ 3315425 w 3673929"/>
                    <a:gd name="connsiteY621" fmla="*/ 219616 h 1818899"/>
                    <a:gd name="connsiteX622" fmla="*/ 3314671 w 3673929"/>
                    <a:gd name="connsiteY622" fmla="*/ 220059 h 1818899"/>
                    <a:gd name="connsiteX623" fmla="*/ 3313120 w 3673929"/>
                    <a:gd name="connsiteY623" fmla="*/ 222098 h 1818899"/>
                    <a:gd name="connsiteX624" fmla="*/ 3313475 w 3673929"/>
                    <a:gd name="connsiteY624" fmla="*/ 224625 h 1818899"/>
                    <a:gd name="connsiteX625" fmla="*/ 3340295 w 3673929"/>
                    <a:gd name="connsiteY625" fmla="*/ 254504 h 1818899"/>
                    <a:gd name="connsiteX626" fmla="*/ 3379084 w 3673929"/>
                    <a:gd name="connsiteY626" fmla="*/ 268291 h 1818899"/>
                    <a:gd name="connsiteX627" fmla="*/ 3384847 w 3673929"/>
                    <a:gd name="connsiteY627" fmla="*/ 268513 h 1818899"/>
                    <a:gd name="connsiteX628" fmla="*/ 3416766 w 3673929"/>
                    <a:gd name="connsiteY628" fmla="*/ 271039 h 1818899"/>
                    <a:gd name="connsiteX629" fmla="*/ 3433390 w 3673929"/>
                    <a:gd name="connsiteY629" fmla="*/ 276049 h 1818899"/>
                    <a:gd name="connsiteX630" fmla="*/ 3448241 w 3673929"/>
                    <a:gd name="connsiteY630" fmla="*/ 285669 h 1818899"/>
                    <a:gd name="connsiteX631" fmla="*/ 3448684 w 3673929"/>
                    <a:gd name="connsiteY631" fmla="*/ 285979 h 1818899"/>
                    <a:gd name="connsiteX632" fmla="*/ 3449038 w 3673929"/>
                    <a:gd name="connsiteY632" fmla="*/ 286201 h 1818899"/>
                    <a:gd name="connsiteX633" fmla="*/ 3458348 w 3673929"/>
                    <a:gd name="connsiteY633" fmla="*/ 291919 h 1818899"/>
                    <a:gd name="connsiteX634" fmla="*/ 3471115 w 3673929"/>
                    <a:gd name="connsiteY634" fmla="*/ 299766 h 1818899"/>
                    <a:gd name="connsiteX635" fmla="*/ 3474529 w 3673929"/>
                    <a:gd name="connsiteY635" fmla="*/ 301849 h 1818899"/>
                    <a:gd name="connsiteX636" fmla="*/ 3499177 w 3673929"/>
                    <a:gd name="connsiteY636" fmla="*/ 317543 h 1818899"/>
                    <a:gd name="connsiteX637" fmla="*/ 3501260 w 3673929"/>
                    <a:gd name="connsiteY637" fmla="*/ 319227 h 1818899"/>
                    <a:gd name="connsiteX638" fmla="*/ 3519436 w 3673929"/>
                    <a:gd name="connsiteY638" fmla="*/ 345914 h 1818899"/>
                    <a:gd name="connsiteX639" fmla="*/ 3519480 w 3673929"/>
                    <a:gd name="connsiteY639" fmla="*/ 353539 h 1818899"/>
                    <a:gd name="connsiteX640" fmla="*/ 3498689 w 3673929"/>
                    <a:gd name="connsiteY640" fmla="*/ 402481 h 1818899"/>
                    <a:gd name="connsiteX641" fmla="*/ 3496739 w 3673929"/>
                    <a:gd name="connsiteY641" fmla="*/ 418396 h 1818899"/>
                    <a:gd name="connsiteX642" fmla="*/ 3495763 w 3673929"/>
                    <a:gd name="connsiteY642" fmla="*/ 427661 h 1818899"/>
                    <a:gd name="connsiteX643" fmla="*/ 3441635 w 3673929"/>
                    <a:gd name="connsiteY643" fmla="*/ 404830 h 1818899"/>
                    <a:gd name="connsiteX644" fmla="*/ 3441103 w 3673929"/>
                    <a:gd name="connsiteY644" fmla="*/ 404742 h 1818899"/>
                    <a:gd name="connsiteX645" fmla="*/ 3438576 w 3673929"/>
                    <a:gd name="connsiteY645" fmla="*/ 404298 h 1818899"/>
                    <a:gd name="connsiteX646" fmla="*/ 3417165 w 3673929"/>
                    <a:gd name="connsiteY646" fmla="*/ 402038 h 1818899"/>
                    <a:gd name="connsiteX647" fmla="*/ 3412377 w 3673929"/>
                    <a:gd name="connsiteY647" fmla="*/ 401727 h 1818899"/>
                    <a:gd name="connsiteX648" fmla="*/ 3396817 w 3673929"/>
                    <a:gd name="connsiteY648" fmla="*/ 400353 h 1818899"/>
                    <a:gd name="connsiteX649" fmla="*/ 3359933 w 3673929"/>
                    <a:gd name="connsiteY649" fmla="*/ 387541 h 1818899"/>
                    <a:gd name="connsiteX650" fmla="*/ 3327350 w 3673929"/>
                    <a:gd name="connsiteY650" fmla="*/ 363824 h 1818899"/>
                    <a:gd name="connsiteX651" fmla="*/ 3312898 w 3673929"/>
                    <a:gd name="connsiteY651" fmla="*/ 349461 h 1818899"/>
                    <a:gd name="connsiteX652" fmla="*/ 3308243 w 3673929"/>
                    <a:gd name="connsiteY652" fmla="*/ 344274 h 1818899"/>
                    <a:gd name="connsiteX653" fmla="*/ 3306027 w 3673929"/>
                    <a:gd name="connsiteY653" fmla="*/ 341747 h 1818899"/>
                    <a:gd name="connsiteX654" fmla="*/ 3303855 w 3673929"/>
                    <a:gd name="connsiteY654" fmla="*/ 339353 h 1818899"/>
                    <a:gd name="connsiteX655" fmla="*/ 3302924 w 3673929"/>
                    <a:gd name="connsiteY655" fmla="*/ 338378 h 1818899"/>
                    <a:gd name="connsiteX656" fmla="*/ 3302303 w 3673929"/>
                    <a:gd name="connsiteY656" fmla="*/ 337536 h 1818899"/>
                    <a:gd name="connsiteX657" fmla="*/ 3300973 w 3673929"/>
                    <a:gd name="connsiteY657" fmla="*/ 336250 h 1818899"/>
                    <a:gd name="connsiteX658" fmla="*/ 3300219 w 3673929"/>
                    <a:gd name="connsiteY658" fmla="*/ 335408 h 1818899"/>
                    <a:gd name="connsiteX659" fmla="*/ 3298668 w 3673929"/>
                    <a:gd name="connsiteY659" fmla="*/ 333768 h 1818899"/>
                    <a:gd name="connsiteX660" fmla="*/ 3297959 w 3673929"/>
                    <a:gd name="connsiteY660" fmla="*/ 333103 h 1818899"/>
                    <a:gd name="connsiteX661" fmla="*/ 3297648 w 3673929"/>
                    <a:gd name="connsiteY661" fmla="*/ 332793 h 1818899"/>
                    <a:gd name="connsiteX662" fmla="*/ 3294722 w 3673929"/>
                    <a:gd name="connsiteY662" fmla="*/ 329601 h 1818899"/>
                    <a:gd name="connsiteX663" fmla="*/ 3287585 w 3673929"/>
                    <a:gd name="connsiteY663" fmla="*/ 320734 h 1818899"/>
                    <a:gd name="connsiteX664" fmla="*/ 3276680 w 3673929"/>
                    <a:gd name="connsiteY664" fmla="*/ 301362 h 1818899"/>
                    <a:gd name="connsiteX665" fmla="*/ 3274818 w 3673929"/>
                    <a:gd name="connsiteY665" fmla="*/ 291077 h 1818899"/>
                    <a:gd name="connsiteX666" fmla="*/ 3274596 w 3673929"/>
                    <a:gd name="connsiteY666" fmla="*/ 286866 h 1818899"/>
                    <a:gd name="connsiteX667" fmla="*/ 3274109 w 3673929"/>
                    <a:gd name="connsiteY667" fmla="*/ 279108 h 1818899"/>
                    <a:gd name="connsiteX668" fmla="*/ 3265996 w 3673929"/>
                    <a:gd name="connsiteY668" fmla="*/ 254992 h 1818899"/>
                    <a:gd name="connsiteX669" fmla="*/ 3263380 w 3673929"/>
                    <a:gd name="connsiteY669" fmla="*/ 253706 h 1818899"/>
                    <a:gd name="connsiteX670" fmla="*/ 3261430 w 3673929"/>
                    <a:gd name="connsiteY670" fmla="*/ 254327 h 1818899"/>
                    <a:gd name="connsiteX671" fmla="*/ 3260632 w 3673929"/>
                    <a:gd name="connsiteY671" fmla="*/ 258893 h 1818899"/>
                    <a:gd name="connsiteX672" fmla="*/ 3265996 w 3673929"/>
                    <a:gd name="connsiteY672" fmla="*/ 279551 h 1818899"/>
                    <a:gd name="connsiteX673" fmla="*/ 3265996 w 3673929"/>
                    <a:gd name="connsiteY673" fmla="*/ 286954 h 1818899"/>
                    <a:gd name="connsiteX674" fmla="*/ 3265952 w 3673929"/>
                    <a:gd name="connsiteY674" fmla="*/ 291299 h 1818899"/>
                    <a:gd name="connsiteX675" fmla="*/ 3267636 w 3673929"/>
                    <a:gd name="connsiteY675" fmla="*/ 304554 h 1818899"/>
                    <a:gd name="connsiteX676" fmla="*/ 3271138 w 3673929"/>
                    <a:gd name="connsiteY676" fmla="*/ 313110 h 1818899"/>
                    <a:gd name="connsiteX677" fmla="*/ 3263070 w 3673929"/>
                    <a:gd name="connsiteY677" fmla="*/ 308809 h 1818899"/>
                    <a:gd name="connsiteX678" fmla="*/ 3222596 w 3673929"/>
                    <a:gd name="connsiteY678" fmla="*/ 294579 h 1818899"/>
                    <a:gd name="connsiteX679" fmla="*/ 3221887 w 3673929"/>
                    <a:gd name="connsiteY679" fmla="*/ 294491 h 1818899"/>
                    <a:gd name="connsiteX680" fmla="*/ 3220069 w 3673929"/>
                    <a:gd name="connsiteY680" fmla="*/ 295023 h 1818899"/>
                    <a:gd name="connsiteX681" fmla="*/ 3218651 w 3673929"/>
                    <a:gd name="connsiteY681" fmla="*/ 297150 h 1818899"/>
                    <a:gd name="connsiteX682" fmla="*/ 3218473 w 3673929"/>
                    <a:gd name="connsiteY682" fmla="*/ 298037 h 1818899"/>
                    <a:gd name="connsiteX683" fmla="*/ 3220867 w 3673929"/>
                    <a:gd name="connsiteY683" fmla="*/ 301894 h 1818899"/>
                    <a:gd name="connsiteX684" fmla="*/ 3290733 w 3673929"/>
                    <a:gd name="connsiteY684" fmla="*/ 341348 h 1818899"/>
                    <a:gd name="connsiteX685" fmla="*/ 3297338 w 3673929"/>
                    <a:gd name="connsiteY685" fmla="*/ 348973 h 1818899"/>
                    <a:gd name="connsiteX686" fmla="*/ 3297870 w 3673929"/>
                    <a:gd name="connsiteY686" fmla="*/ 349594 h 1818899"/>
                    <a:gd name="connsiteX687" fmla="*/ 3279074 w 3673929"/>
                    <a:gd name="connsiteY687" fmla="*/ 348574 h 1818899"/>
                    <a:gd name="connsiteX688" fmla="*/ 3240240 w 3673929"/>
                    <a:gd name="connsiteY688" fmla="*/ 352342 h 1818899"/>
                    <a:gd name="connsiteX689" fmla="*/ 3222064 w 3673929"/>
                    <a:gd name="connsiteY689" fmla="*/ 355357 h 1818899"/>
                    <a:gd name="connsiteX690" fmla="*/ 3211292 w 3673929"/>
                    <a:gd name="connsiteY690" fmla="*/ 351411 h 1818899"/>
                    <a:gd name="connsiteX691" fmla="*/ 3208455 w 3673929"/>
                    <a:gd name="connsiteY691" fmla="*/ 347599 h 1818899"/>
                    <a:gd name="connsiteX692" fmla="*/ 3207213 w 3673929"/>
                    <a:gd name="connsiteY692" fmla="*/ 340861 h 1818899"/>
                    <a:gd name="connsiteX693" fmla="*/ 3207036 w 3673929"/>
                    <a:gd name="connsiteY693" fmla="*/ 339442 h 1818899"/>
                    <a:gd name="connsiteX694" fmla="*/ 3203977 w 3673929"/>
                    <a:gd name="connsiteY694" fmla="*/ 324946 h 1818899"/>
                    <a:gd name="connsiteX695" fmla="*/ 3194623 w 3673929"/>
                    <a:gd name="connsiteY695" fmla="*/ 310893 h 1818899"/>
                    <a:gd name="connsiteX696" fmla="*/ 3192318 w 3673929"/>
                    <a:gd name="connsiteY696" fmla="*/ 309962 h 1818899"/>
                    <a:gd name="connsiteX697" fmla="*/ 3190013 w 3673929"/>
                    <a:gd name="connsiteY697" fmla="*/ 310893 h 1818899"/>
                    <a:gd name="connsiteX698" fmla="*/ 3189835 w 3673929"/>
                    <a:gd name="connsiteY698" fmla="*/ 315503 h 1818899"/>
                    <a:gd name="connsiteX699" fmla="*/ 3196618 w 3673929"/>
                    <a:gd name="connsiteY699" fmla="*/ 327340 h 1818899"/>
                    <a:gd name="connsiteX700" fmla="*/ 3198303 w 3673929"/>
                    <a:gd name="connsiteY700" fmla="*/ 340329 h 1818899"/>
                    <a:gd name="connsiteX701" fmla="*/ 3198391 w 3673929"/>
                    <a:gd name="connsiteY701" fmla="*/ 341747 h 1818899"/>
                    <a:gd name="connsiteX702" fmla="*/ 3199411 w 3673929"/>
                    <a:gd name="connsiteY702" fmla="*/ 350082 h 1818899"/>
                    <a:gd name="connsiteX703" fmla="*/ 3204553 w 3673929"/>
                    <a:gd name="connsiteY703" fmla="*/ 358726 h 1818899"/>
                    <a:gd name="connsiteX704" fmla="*/ 3179506 w 3673929"/>
                    <a:gd name="connsiteY704" fmla="*/ 361652 h 1818899"/>
                    <a:gd name="connsiteX705" fmla="*/ 3170330 w 3673929"/>
                    <a:gd name="connsiteY705" fmla="*/ 361031 h 1818899"/>
                    <a:gd name="connsiteX706" fmla="*/ 3147854 w 3673929"/>
                    <a:gd name="connsiteY706" fmla="*/ 354869 h 1818899"/>
                    <a:gd name="connsiteX707" fmla="*/ 3137968 w 3673929"/>
                    <a:gd name="connsiteY707" fmla="*/ 349018 h 1818899"/>
                    <a:gd name="connsiteX708" fmla="*/ 3133180 w 3673929"/>
                    <a:gd name="connsiteY708" fmla="*/ 345250 h 1818899"/>
                    <a:gd name="connsiteX709" fmla="*/ 3132028 w 3673929"/>
                    <a:gd name="connsiteY709" fmla="*/ 344319 h 1818899"/>
                    <a:gd name="connsiteX710" fmla="*/ 3126309 w 3673929"/>
                    <a:gd name="connsiteY710" fmla="*/ 341038 h 1818899"/>
                    <a:gd name="connsiteX711" fmla="*/ 3125511 w 3673929"/>
                    <a:gd name="connsiteY711" fmla="*/ 340949 h 1818899"/>
                    <a:gd name="connsiteX712" fmla="*/ 3123782 w 3673929"/>
                    <a:gd name="connsiteY712" fmla="*/ 341437 h 1818899"/>
                    <a:gd name="connsiteX713" fmla="*/ 3122275 w 3673929"/>
                    <a:gd name="connsiteY713" fmla="*/ 343476 h 1818899"/>
                    <a:gd name="connsiteX714" fmla="*/ 3122098 w 3673929"/>
                    <a:gd name="connsiteY714" fmla="*/ 344141 h 1818899"/>
                    <a:gd name="connsiteX715" fmla="*/ 3123871 w 3673929"/>
                    <a:gd name="connsiteY715" fmla="*/ 347909 h 1818899"/>
                    <a:gd name="connsiteX716" fmla="*/ 3125999 w 3673929"/>
                    <a:gd name="connsiteY716" fmla="*/ 350037 h 1818899"/>
                    <a:gd name="connsiteX717" fmla="*/ 3127196 w 3673929"/>
                    <a:gd name="connsiteY717" fmla="*/ 351456 h 1818899"/>
                    <a:gd name="connsiteX718" fmla="*/ 3131585 w 3673929"/>
                    <a:gd name="connsiteY718" fmla="*/ 356332 h 1818899"/>
                    <a:gd name="connsiteX719" fmla="*/ 3142534 w 3673929"/>
                    <a:gd name="connsiteY719" fmla="*/ 364888 h 1818899"/>
                    <a:gd name="connsiteX720" fmla="*/ 3168246 w 3673929"/>
                    <a:gd name="connsiteY720" fmla="*/ 374198 h 1818899"/>
                    <a:gd name="connsiteX721" fmla="*/ 3180260 w 3673929"/>
                    <a:gd name="connsiteY721" fmla="*/ 375217 h 1818899"/>
                    <a:gd name="connsiteX722" fmla="*/ 3182166 w 3673929"/>
                    <a:gd name="connsiteY722" fmla="*/ 375173 h 1818899"/>
                    <a:gd name="connsiteX723" fmla="*/ 3195687 w 3673929"/>
                    <a:gd name="connsiteY723" fmla="*/ 373621 h 1818899"/>
                    <a:gd name="connsiteX724" fmla="*/ 3213109 w 3673929"/>
                    <a:gd name="connsiteY724" fmla="*/ 369632 h 1818899"/>
                    <a:gd name="connsiteX725" fmla="*/ 3220601 w 3673929"/>
                    <a:gd name="connsiteY725" fmla="*/ 367814 h 1818899"/>
                    <a:gd name="connsiteX726" fmla="*/ 3245028 w 3673929"/>
                    <a:gd name="connsiteY726" fmla="*/ 362716 h 1818899"/>
                    <a:gd name="connsiteX727" fmla="*/ 3269365 w 3673929"/>
                    <a:gd name="connsiteY727" fmla="*/ 360056 h 1818899"/>
                    <a:gd name="connsiteX728" fmla="*/ 3273621 w 3673929"/>
                    <a:gd name="connsiteY728" fmla="*/ 360012 h 1818899"/>
                    <a:gd name="connsiteX729" fmla="*/ 3309928 w 3673929"/>
                    <a:gd name="connsiteY729" fmla="*/ 364578 h 1818899"/>
                    <a:gd name="connsiteX730" fmla="*/ 3311391 w 3673929"/>
                    <a:gd name="connsiteY730" fmla="*/ 365154 h 1818899"/>
                    <a:gd name="connsiteX731" fmla="*/ 3318883 w 3673929"/>
                    <a:gd name="connsiteY731" fmla="*/ 372779 h 1818899"/>
                    <a:gd name="connsiteX732" fmla="*/ 3353151 w 3673929"/>
                    <a:gd name="connsiteY732" fmla="*/ 399378 h 1818899"/>
                    <a:gd name="connsiteX733" fmla="*/ 3394511 w 3673929"/>
                    <a:gd name="connsiteY733" fmla="*/ 415514 h 1818899"/>
                    <a:gd name="connsiteX734" fmla="*/ 3418450 w 3673929"/>
                    <a:gd name="connsiteY734" fmla="*/ 417952 h 1818899"/>
                    <a:gd name="connsiteX735" fmla="*/ 3436404 w 3673929"/>
                    <a:gd name="connsiteY735" fmla="*/ 419592 h 1818899"/>
                    <a:gd name="connsiteX736" fmla="*/ 3443586 w 3673929"/>
                    <a:gd name="connsiteY736" fmla="*/ 420612 h 1818899"/>
                    <a:gd name="connsiteX737" fmla="*/ 3495808 w 3673929"/>
                    <a:gd name="connsiteY737" fmla="*/ 455589 h 1818899"/>
                    <a:gd name="connsiteX738" fmla="*/ 3533356 w 3673929"/>
                    <a:gd name="connsiteY738" fmla="*/ 730840 h 1818899"/>
                    <a:gd name="connsiteX739" fmla="*/ 3526751 w 3673929"/>
                    <a:gd name="connsiteY739" fmla="*/ 748971 h 1818899"/>
                    <a:gd name="connsiteX740" fmla="*/ 3516865 w 3673929"/>
                    <a:gd name="connsiteY740" fmla="*/ 778718 h 1818899"/>
                    <a:gd name="connsiteX741" fmla="*/ 3502014 w 3673929"/>
                    <a:gd name="connsiteY741" fmla="*/ 968543 h 1818899"/>
                    <a:gd name="connsiteX742" fmla="*/ 3503654 w 3673929"/>
                    <a:gd name="connsiteY742" fmla="*/ 1009283 h 1818899"/>
                    <a:gd name="connsiteX743" fmla="*/ 3470938 w 3673929"/>
                    <a:gd name="connsiteY743" fmla="*/ 1147108 h 1818899"/>
                    <a:gd name="connsiteX744" fmla="*/ 3435385 w 3673929"/>
                    <a:gd name="connsiteY744" fmla="*/ 1188380 h 1818899"/>
                    <a:gd name="connsiteX745" fmla="*/ 3403466 w 3673929"/>
                    <a:gd name="connsiteY745" fmla="*/ 1225441 h 1818899"/>
                    <a:gd name="connsiteX746" fmla="*/ 3253450 w 3673929"/>
                    <a:gd name="connsiteY746" fmla="*/ 1345179 h 1818899"/>
                    <a:gd name="connsiteX747" fmla="*/ 2980815 w 3673929"/>
                    <a:gd name="connsiteY747" fmla="*/ 1573616 h 1818899"/>
                    <a:gd name="connsiteX748" fmla="*/ 2695457 w 3673929"/>
                    <a:gd name="connsiteY748" fmla="*/ 1708338 h 1818899"/>
                    <a:gd name="connsiteX749" fmla="*/ 2643767 w 3673929"/>
                    <a:gd name="connsiteY749" fmla="*/ 1650353 h 1818899"/>
                    <a:gd name="connsiteX750" fmla="*/ 2658219 w 3673929"/>
                    <a:gd name="connsiteY750" fmla="*/ 1605490 h 1818899"/>
                    <a:gd name="connsiteX751" fmla="*/ 2673646 w 3673929"/>
                    <a:gd name="connsiteY751" fmla="*/ 1558145 h 1818899"/>
                    <a:gd name="connsiteX752" fmla="*/ 2674000 w 3673929"/>
                    <a:gd name="connsiteY752" fmla="*/ 1556593 h 1818899"/>
                    <a:gd name="connsiteX753" fmla="*/ 2674045 w 3673929"/>
                    <a:gd name="connsiteY753" fmla="*/ 1556283 h 1818899"/>
                    <a:gd name="connsiteX754" fmla="*/ 2672006 w 3673929"/>
                    <a:gd name="connsiteY754" fmla="*/ 1507164 h 1818899"/>
                    <a:gd name="connsiteX755" fmla="*/ 2673513 w 3673929"/>
                    <a:gd name="connsiteY755" fmla="*/ 1481674 h 1818899"/>
                    <a:gd name="connsiteX756" fmla="*/ 2689294 w 3673929"/>
                    <a:gd name="connsiteY756" fmla="*/ 1473871 h 1818899"/>
                    <a:gd name="connsiteX757" fmla="*/ 2747634 w 3673929"/>
                    <a:gd name="connsiteY757" fmla="*/ 1453346 h 1818899"/>
                    <a:gd name="connsiteX758" fmla="*/ 2752067 w 3673929"/>
                    <a:gd name="connsiteY758" fmla="*/ 1449179 h 1818899"/>
                    <a:gd name="connsiteX759" fmla="*/ 2768691 w 3673929"/>
                    <a:gd name="connsiteY759" fmla="*/ 1437875 h 1818899"/>
                    <a:gd name="connsiteX760" fmla="*/ 2786379 w 3673929"/>
                    <a:gd name="connsiteY760" fmla="*/ 1430161 h 1818899"/>
                    <a:gd name="connsiteX761" fmla="*/ 2787887 w 3673929"/>
                    <a:gd name="connsiteY761" fmla="*/ 1426393 h 1818899"/>
                    <a:gd name="connsiteX762" fmla="*/ 2784695 w 3673929"/>
                    <a:gd name="connsiteY762" fmla="*/ 1423955 h 1818899"/>
                    <a:gd name="connsiteX763" fmla="*/ 2784695 w 3673929"/>
                    <a:gd name="connsiteY763" fmla="*/ 1423955 h 1818899"/>
                    <a:gd name="connsiteX764" fmla="*/ 2781104 w 3673929"/>
                    <a:gd name="connsiteY764" fmla="*/ 1423955 h 1818899"/>
                    <a:gd name="connsiteX765" fmla="*/ 2734778 w 3673929"/>
                    <a:gd name="connsiteY765" fmla="*/ 1422049 h 1818899"/>
                    <a:gd name="connsiteX766" fmla="*/ 2719218 w 3673929"/>
                    <a:gd name="connsiteY766" fmla="*/ 1420630 h 1818899"/>
                    <a:gd name="connsiteX767" fmla="*/ 2692043 w 3673929"/>
                    <a:gd name="connsiteY767" fmla="*/ 1416286 h 1818899"/>
                    <a:gd name="connsiteX768" fmla="*/ 2638624 w 3673929"/>
                    <a:gd name="connsiteY768" fmla="*/ 1402499 h 1818899"/>
                    <a:gd name="connsiteX769" fmla="*/ 2582191 w 3673929"/>
                    <a:gd name="connsiteY769" fmla="*/ 1416685 h 1818899"/>
                    <a:gd name="connsiteX770" fmla="*/ 2543268 w 3673929"/>
                    <a:gd name="connsiteY770" fmla="*/ 1446165 h 1818899"/>
                    <a:gd name="connsiteX771" fmla="*/ 2496765 w 3673929"/>
                    <a:gd name="connsiteY771" fmla="*/ 1462257 h 1818899"/>
                    <a:gd name="connsiteX772" fmla="*/ 2494549 w 3673929"/>
                    <a:gd name="connsiteY772" fmla="*/ 1462257 h 1818899"/>
                    <a:gd name="connsiteX773" fmla="*/ 2494504 w 3673929"/>
                    <a:gd name="connsiteY773" fmla="*/ 1462257 h 1818899"/>
                    <a:gd name="connsiteX774" fmla="*/ 2491268 w 3673929"/>
                    <a:gd name="connsiteY774" fmla="*/ 1464828 h 1818899"/>
                    <a:gd name="connsiteX775" fmla="*/ 2493086 w 3673929"/>
                    <a:gd name="connsiteY775" fmla="*/ 1468596 h 1818899"/>
                    <a:gd name="connsiteX776" fmla="*/ 2518842 w 3673929"/>
                    <a:gd name="connsiteY776" fmla="*/ 1482782 h 1818899"/>
                    <a:gd name="connsiteX777" fmla="*/ 2562020 w 3673929"/>
                    <a:gd name="connsiteY777" fmla="*/ 1498032 h 1818899"/>
                    <a:gd name="connsiteX778" fmla="*/ 2573325 w 3673929"/>
                    <a:gd name="connsiteY778" fmla="*/ 1496835 h 1818899"/>
                    <a:gd name="connsiteX779" fmla="*/ 2574655 w 3673929"/>
                    <a:gd name="connsiteY779" fmla="*/ 1496525 h 1818899"/>
                    <a:gd name="connsiteX780" fmla="*/ 2603559 w 3673929"/>
                    <a:gd name="connsiteY780" fmla="*/ 1492535 h 1818899"/>
                    <a:gd name="connsiteX781" fmla="*/ 2650106 w 3673929"/>
                    <a:gd name="connsiteY781" fmla="*/ 1548658 h 1818899"/>
                    <a:gd name="connsiteX782" fmla="*/ 2650106 w 3673929"/>
                    <a:gd name="connsiteY782" fmla="*/ 1548968 h 1818899"/>
                    <a:gd name="connsiteX783" fmla="*/ 2635565 w 3673929"/>
                    <a:gd name="connsiteY783" fmla="*/ 1595915 h 1818899"/>
                    <a:gd name="connsiteX784" fmla="*/ 2619473 w 3673929"/>
                    <a:gd name="connsiteY784" fmla="*/ 1646940 h 1818899"/>
                    <a:gd name="connsiteX785" fmla="*/ 2643412 w 3673929"/>
                    <a:gd name="connsiteY785" fmla="*/ 1709579 h 1818899"/>
                    <a:gd name="connsiteX786" fmla="*/ 2217924 w 3673929"/>
                    <a:gd name="connsiteY786" fmla="*/ 1744290 h 1818899"/>
                    <a:gd name="connsiteX787" fmla="*/ 1888323 w 3673929"/>
                    <a:gd name="connsiteY787" fmla="*/ 1778159 h 1818899"/>
                    <a:gd name="connsiteX788" fmla="*/ 1936643 w 3673929"/>
                    <a:gd name="connsiteY788" fmla="*/ 1703949 h 1818899"/>
                    <a:gd name="connsiteX789" fmla="*/ 1989885 w 3673929"/>
                    <a:gd name="connsiteY789" fmla="*/ 1668041 h 1818899"/>
                    <a:gd name="connsiteX790" fmla="*/ 2102175 w 3673929"/>
                    <a:gd name="connsiteY790" fmla="*/ 1544979 h 1818899"/>
                    <a:gd name="connsiteX791" fmla="*/ 2036654 w 3673929"/>
                    <a:gd name="connsiteY791" fmla="*/ 1397090 h 1818899"/>
                    <a:gd name="connsiteX792" fmla="*/ 2019587 w 3673929"/>
                    <a:gd name="connsiteY792" fmla="*/ 1395184 h 1818899"/>
                    <a:gd name="connsiteX793" fmla="*/ 1885353 w 3673929"/>
                    <a:gd name="connsiteY793" fmla="*/ 1496480 h 1818899"/>
                    <a:gd name="connsiteX794" fmla="*/ 1896435 w 3673929"/>
                    <a:gd name="connsiteY794" fmla="*/ 1628498 h 1818899"/>
                    <a:gd name="connsiteX795" fmla="*/ 1898341 w 3673929"/>
                    <a:gd name="connsiteY795" fmla="*/ 1632488 h 1818899"/>
                    <a:gd name="connsiteX796" fmla="*/ 1900913 w 3673929"/>
                    <a:gd name="connsiteY796" fmla="*/ 1637719 h 1818899"/>
                    <a:gd name="connsiteX797" fmla="*/ 1904060 w 3673929"/>
                    <a:gd name="connsiteY797" fmla="*/ 1714456 h 1818899"/>
                    <a:gd name="connsiteX798" fmla="*/ 1848691 w 3673929"/>
                    <a:gd name="connsiteY798" fmla="*/ 1780154 h 1818899"/>
                    <a:gd name="connsiteX799" fmla="*/ 1670658 w 3673929"/>
                    <a:gd name="connsiteY799" fmla="*/ 1785296 h 1818899"/>
                    <a:gd name="connsiteX800" fmla="*/ 1697123 w 3673929"/>
                    <a:gd name="connsiteY800" fmla="*/ 1665780 h 1818899"/>
                    <a:gd name="connsiteX801" fmla="*/ 1699030 w 3673929"/>
                    <a:gd name="connsiteY801" fmla="*/ 1653722 h 1818899"/>
                    <a:gd name="connsiteX802" fmla="*/ 1699916 w 3673929"/>
                    <a:gd name="connsiteY802" fmla="*/ 1652348 h 1818899"/>
                    <a:gd name="connsiteX803" fmla="*/ 1704394 w 3673929"/>
                    <a:gd name="connsiteY803" fmla="*/ 1633153 h 1818899"/>
                    <a:gd name="connsiteX804" fmla="*/ 1696414 w 3673929"/>
                    <a:gd name="connsiteY804" fmla="*/ 1621671 h 1818899"/>
                    <a:gd name="connsiteX805" fmla="*/ 1688035 w 3673929"/>
                    <a:gd name="connsiteY805" fmla="*/ 1625661 h 1818899"/>
                    <a:gd name="connsiteX806" fmla="*/ 1680189 w 3673929"/>
                    <a:gd name="connsiteY806" fmla="*/ 1656471 h 1818899"/>
                    <a:gd name="connsiteX807" fmla="*/ 1681519 w 3673929"/>
                    <a:gd name="connsiteY807" fmla="*/ 1664938 h 1818899"/>
                    <a:gd name="connsiteX808" fmla="*/ 1662058 w 3673929"/>
                    <a:gd name="connsiteY808" fmla="*/ 1770711 h 1818899"/>
                    <a:gd name="connsiteX809" fmla="*/ 1648625 w 3673929"/>
                    <a:gd name="connsiteY809" fmla="*/ 1785563 h 1818899"/>
                    <a:gd name="connsiteX810" fmla="*/ 1619987 w 3673929"/>
                    <a:gd name="connsiteY810" fmla="*/ 1785651 h 1818899"/>
                    <a:gd name="connsiteX811" fmla="*/ 1515455 w 3673929"/>
                    <a:gd name="connsiteY811" fmla="*/ 1783612 h 1818899"/>
                    <a:gd name="connsiteX812" fmla="*/ 1492181 w 3673929"/>
                    <a:gd name="connsiteY812" fmla="*/ 1782415 h 1818899"/>
                    <a:gd name="connsiteX813" fmla="*/ 1464740 w 3673929"/>
                    <a:gd name="connsiteY813" fmla="*/ 1732587 h 1818899"/>
                    <a:gd name="connsiteX814" fmla="*/ 1456938 w 3673929"/>
                    <a:gd name="connsiteY814" fmla="*/ 1677705 h 1818899"/>
                    <a:gd name="connsiteX815" fmla="*/ 1463809 w 3673929"/>
                    <a:gd name="connsiteY815" fmla="*/ 1641132 h 1818899"/>
                    <a:gd name="connsiteX816" fmla="*/ 1463898 w 3673929"/>
                    <a:gd name="connsiteY816" fmla="*/ 1640866 h 1818899"/>
                    <a:gd name="connsiteX817" fmla="*/ 1463942 w 3673929"/>
                    <a:gd name="connsiteY817" fmla="*/ 1640645 h 1818899"/>
                    <a:gd name="connsiteX818" fmla="*/ 1469572 w 3673929"/>
                    <a:gd name="connsiteY818" fmla="*/ 1620873 h 1818899"/>
                    <a:gd name="connsiteX819" fmla="*/ 1466381 w 3673929"/>
                    <a:gd name="connsiteY819" fmla="*/ 1598885 h 1818899"/>
                    <a:gd name="connsiteX820" fmla="*/ 1459022 w 3673929"/>
                    <a:gd name="connsiteY820" fmla="*/ 1595117 h 1818899"/>
                    <a:gd name="connsiteX821" fmla="*/ 1451219 w 3673929"/>
                    <a:gd name="connsiteY821" fmla="*/ 1599727 h 1818899"/>
                    <a:gd name="connsiteX822" fmla="*/ 1451397 w 3673929"/>
                    <a:gd name="connsiteY822" fmla="*/ 1623976 h 1818899"/>
                    <a:gd name="connsiteX823" fmla="*/ 1452150 w 3673929"/>
                    <a:gd name="connsiteY823" fmla="*/ 1633374 h 1818899"/>
                    <a:gd name="connsiteX824" fmla="*/ 1450998 w 3673929"/>
                    <a:gd name="connsiteY824" fmla="*/ 1637541 h 1818899"/>
                    <a:gd name="connsiteX825" fmla="*/ 1443683 w 3673929"/>
                    <a:gd name="connsiteY825" fmla="*/ 1676730 h 1818899"/>
                    <a:gd name="connsiteX826" fmla="*/ 1444525 w 3673929"/>
                    <a:gd name="connsiteY826" fmla="*/ 1697566 h 1818899"/>
                    <a:gd name="connsiteX827" fmla="*/ 1433398 w 3673929"/>
                    <a:gd name="connsiteY827" fmla="*/ 1644147 h 1818899"/>
                    <a:gd name="connsiteX828" fmla="*/ 1443018 w 3673929"/>
                    <a:gd name="connsiteY828" fmla="*/ 1605889 h 1818899"/>
                    <a:gd name="connsiteX829" fmla="*/ 1444570 w 3673929"/>
                    <a:gd name="connsiteY829" fmla="*/ 1602609 h 1818899"/>
                    <a:gd name="connsiteX830" fmla="*/ 1444969 w 3673929"/>
                    <a:gd name="connsiteY830" fmla="*/ 1601678 h 1818899"/>
                    <a:gd name="connsiteX831" fmla="*/ 1445057 w 3673929"/>
                    <a:gd name="connsiteY831" fmla="*/ 1601412 h 1818899"/>
                    <a:gd name="connsiteX832" fmla="*/ 1453525 w 3673929"/>
                    <a:gd name="connsiteY832" fmla="*/ 1582970 h 1818899"/>
                    <a:gd name="connsiteX833" fmla="*/ 1454057 w 3673929"/>
                    <a:gd name="connsiteY833" fmla="*/ 1579335 h 1818899"/>
                    <a:gd name="connsiteX834" fmla="*/ 1452461 w 3673929"/>
                    <a:gd name="connsiteY834" fmla="*/ 1558765 h 1818899"/>
                    <a:gd name="connsiteX835" fmla="*/ 1445722 w 3673929"/>
                    <a:gd name="connsiteY835" fmla="*/ 1555751 h 1818899"/>
                    <a:gd name="connsiteX836" fmla="*/ 1438541 w 3673929"/>
                    <a:gd name="connsiteY836" fmla="*/ 1559120 h 1818899"/>
                    <a:gd name="connsiteX837" fmla="*/ 1434507 w 3673929"/>
                    <a:gd name="connsiteY837" fmla="*/ 1586605 h 1818899"/>
                    <a:gd name="connsiteX838" fmla="*/ 1434285 w 3673929"/>
                    <a:gd name="connsiteY838" fmla="*/ 1592767 h 1818899"/>
                    <a:gd name="connsiteX839" fmla="*/ 1432467 w 3673929"/>
                    <a:gd name="connsiteY839" fmla="*/ 1596979 h 1818899"/>
                    <a:gd name="connsiteX840" fmla="*/ 1431005 w 3673929"/>
                    <a:gd name="connsiteY840" fmla="*/ 1600037 h 1818899"/>
                    <a:gd name="connsiteX841" fmla="*/ 1420055 w 3673929"/>
                    <a:gd name="connsiteY841" fmla="*/ 1643881 h 1818899"/>
                    <a:gd name="connsiteX842" fmla="*/ 1439516 w 3673929"/>
                    <a:gd name="connsiteY842" fmla="*/ 1714411 h 1818899"/>
                    <a:gd name="connsiteX843" fmla="*/ 1452239 w 3673929"/>
                    <a:gd name="connsiteY843" fmla="*/ 1737153 h 1818899"/>
                    <a:gd name="connsiteX844" fmla="*/ 1454456 w 3673929"/>
                    <a:gd name="connsiteY844" fmla="*/ 1742739 h 1818899"/>
                    <a:gd name="connsiteX845" fmla="*/ 1473341 w 3673929"/>
                    <a:gd name="connsiteY845" fmla="*/ 1781351 h 1818899"/>
                    <a:gd name="connsiteX846" fmla="*/ 1355287 w 3673929"/>
                    <a:gd name="connsiteY846" fmla="*/ 1774302 h 1818899"/>
                    <a:gd name="connsiteX847" fmla="*/ 1211744 w 3673929"/>
                    <a:gd name="connsiteY847" fmla="*/ 1765835 h 1818899"/>
                    <a:gd name="connsiteX848" fmla="*/ 1134696 w 3673929"/>
                    <a:gd name="connsiteY848" fmla="*/ 1582970 h 1818899"/>
                    <a:gd name="connsiteX849" fmla="*/ 1183372 w 3673929"/>
                    <a:gd name="connsiteY849" fmla="*/ 1387027 h 1818899"/>
                    <a:gd name="connsiteX850" fmla="*/ 1210857 w 3673929"/>
                    <a:gd name="connsiteY850" fmla="*/ 1312374 h 1818899"/>
                    <a:gd name="connsiteX851" fmla="*/ 1240913 w 3673929"/>
                    <a:gd name="connsiteY851" fmla="*/ 1203630 h 1818899"/>
                    <a:gd name="connsiteX852" fmla="*/ 1302711 w 3673929"/>
                    <a:gd name="connsiteY852" fmla="*/ 1141788 h 1818899"/>
                    <a:gd name="connsiteX853" fmla="*/ 1390796 w 3673929"/>
                    <a:gd name="connsiteY853" fmla="*/ 1093467 h 1818899"/>
                    <a:gd name="connsiteX854" fmla="*/ 1391284 w 3673929"/>
                    <a:gd name="connsiteY854" fmla="*/ 1093202 h 1818899"/>
                    <a:gd name="connsiteX855" fmla="*/ 1432778 w 3673929"/>
                    <a:gd name="connsiteY855" fmla="*/ 1069041 h 1818899"/>
                    <a:gd name="connsiteX856" fmla="*/ 1445722 w 3673929"/>
                    <a:gd name="connsiteY856" fmla="*/ 1062613 h 1818899"/>
                    <a:gd name="connsiteX857" fmla="*/ 1446919 w 3673929"/>
                    <a:gd name="connsiteY857" fmla="*/ 1061904 h 1818899"/>
                    <a:gd name="connsiteX858" fmla="*/ 1488856 w 3673929"/>
                    <a:gd name="connsiteY858" fmla="*/ 990088 h 1818899"/>
                    <a:gd name="connsiteX859" fmla="*/ 1448781 w 3673929"/>
                    <a:gd name="connsiteY859" fmla="*/ 945934 h 1818899"/>
                    <a:gd name="connsiteX860" fmla="*/ 1409548 w 3673929"/>
                    <a:gd name="connsiteY860" fmla="*/ 959499 h 1818899"/>
                    <a:gd name="connsiteX861" fmla="*/ 1380910 w 3673929"/>
                    <a:gd name="connsiteY861" fmla="*/ 1045546 h 1818899"/>
                    <a:gd name="connsiteX862" fmla="*/ 1365439 w 3673929"/>
                    <a:gd name="connsiteY862" fmla="*/ 1086286 h 1818899"/>
                    <a:gd name="connsiteX863" fmla="*/ 1364375 w 3673929"/>
                    <a:gd name="connsiteY863" fmla="*/ 1086907 h 1818899"/>
                    <a:gd name="connsiteX864" fmla="*/ 1363400 w 3673929"/>
                    <a:gd name="connsiteY864" fmla="*/ 1087483 h 1818899"/>
                    <a:gd name="connsiteX865" fmla="*/ 1362957 w 3673929"/>
                    <a:gd name="connsiteY865" fmla="*/ 1087705 h 1818899"/>
                    <a:gd name="connsiteX866" fmla="*/ 1362247 w 3673929"/>
                    <a:gd name="connsiteY866" fmla="*/ 1088192 h 1818899"/>
                    <a:gd name="connsiteX867" fmla="*/ 1294244 w 3673929"/>
                    <a:gd name="connsiteY867" fmla="*/ 1123701 h 1818899"/>
                    <a:gd name="connsiteX868" fmla="*/ 1248716 w 3673929"/>
                    <a:gd name="connsiteY868" fmla="*/ 1156639 h 1818899"/>
                    <a:gd name="connsiteX869" fmla="*/ 1245081 w 3673929"/>
                    <a:gd name="connsiteY869" fmla="*/ 967257 h 1818899"/>
                    <a:gd name="connsiteX870" fmla="*/ 1249868 w 3673929"/>
                    <a:gd name="connsiteY870" fmla="*/ 900894 h 1818899"/>
                    <a:gd name="connsiteX871" fmla="*/ 1244415 w 3673929"/>
                    <a:gd name="connsiteY871" fmla="*/ 801459 h 1818899"/>
                    <a:gd name="connsiteX872" fmla="*/ 1200262 w 3673929"/>
                    <a:gd name="connsiteY872" fmla="*/ 774816 h 1818899"/>
                    <a:gd name="connsiteX873" fmla="*/ 1150389 w 3673929"/>
                    <a:gd name="connsiteY873" fmla="*/ 818394 h 1818899"/>
                    <a:gd name="connsiteX874" fmla="*/ 1193524 w 3673929"/>
                    <a:gd name="connsiteY874" fmla="*/ 918316 h 1818899"/>
                    <a:gd name="connsiteX875" fmla="*/ 1221009 w 3673929"/>
                    <a:gd name="connsiteY875" fmla="*/ 970804 h 1818899"/>
                    <a:gd name="connsiteX876" fmla="*/ 1205271 w 3673929"/>
                    <a:gd name="connsiteY876" fmla="*/ 1247030 h 1818899"/>
                    <a:gd name="connsiteX877" fmla="*/ 1186386 w 3673929"/>
                    <a:gd name="connsiteY877" fmla="*/ 1190331 h 1818899"/>
                    <a:gd name="connsiteX878" fmla="*/ 1135317 w 3673929"/>
                    <a:gd name="connsiteY878" fmla="*/ 1113682 h 1818899"/>
                    <a:gd name="connsiteX879" fmla="*/ 1123880 w 3673929"/>
                    <a:gd name="connsiteY879" fmla="*/ 1098122 h 1818899"/>
                    <a:gd name="connsiteX880" fmla="*/ 1123614 w 3673929"/>
                    <a:gd name="connsiteY880" fmla="*/ 1097723 h 1818899"/>
                    <a:gd name="connsiteX881" fmla="*/ 1096483 w 3673929"/>
                    <a:gd name="connsiteY881" fmla="*/ 1016819 h 1818899"/>
                    <a:gd name="connsiteX882" fmla="*/ 1055610 w 3673929"/>
                    <a:gd name="connsiteY882" fmla="*/ 926029 h 1818899"/>
                    <a:gd name="connsiteX883" fmla="*/ 1020899 w 3673929"/>
                    <a:gd name="connsiteY883" fmla="*/ 914104 h 1818899"/>
                    <a:gd name="connsiteX884" fmla="*/ 986986 w 3673929"/>
                    <a:gd name="connsiteY884" fmla="*/ 929576 h 1818899"/>
                    <a:gd name="connsiteX885" fmla="*/ 973908 w 3673929"/>
                    <a:gd name="connsiteY885" fmla="*/ 975680 h 1818899"/>
                    <a:gd name="connsiteX886" fmla="*/ 1049891 w 3673929"/>
                    <a:gd name="connsiteY886" fmla="*/ 1053348 h 1818899"/>
                    <a:gd name="connsiteX887" fmla="*/ 1110802 w 3673929"/>
                    <a:gd name="connsiteY887" fmla="*/ 1114746 h 1818899"/>
                    <a:gd name="connsiteX888" fmla="*/ 1112043 w 3673929"/>
                    <a:gd name="connsiteY888" fmla="*/ 1115899 h 1818899"/>
                    <a:gd name="connsiteX889" fmla="*/ 1119136 w 3673929"/>
                    <a:gd name="connsiteY889" fmla="*/ 1125519 h 1818899"/>
                    <a:gd name="connsiteX890" fmla="*/ 1168787 w 3673929"/>
                    <a:gd name="connsiteY890" fmla="*/ 1199951 h 1818899"/>
                    <a:gd name="connsiteX891" fmla="*/ 1185278 w 3673929"/>
                    <a:gd name="connsiteY891" fmla="*/ 1311931 h 1818899"/>
                    <a:gd name="connsiteX892" fmla="*/ 1160674 w 3673929"/>
                    <a:gd name="connsiteY892" fmla="*/ 1378028 h 1818899"/>
                    <a:gd name="connsiteX893" fmla="*/ 1110403 w 3673929"/>
                    <a:gd name="connsiteY893" fmla="*/ 1580753 h 1818899"/>
                    <a:gd name="connsiteX894" fmla="*/ 1173929 w 3673929"/>
                    <a:gd name="connsiteY894" fmla="*/ 1763885 h 1818899"/>
                    <a:gd name="connsiteX895" fmla="*/ 1058092 w 3673929"/>
                    <a:gd name="connsiteY895" fmla="*/ 1760249 h 1818899"/>
                    <a:gd name="connsiteX896" fmla="*/ 1029366 w 3673929"/>
                    <a:gd name="connsiteY896" fmla="*/ 1760826 h 1818899"/>
                    <a:gd name="connsiteX897" fmla="*/ 995497 w 3673929"/>
                    <a:gd name="connsiteY897" fmla="*/ 1761624 h 1818899"/>
                    <a:gd name="connsiteX898" fmla="*/ 621920 w 3673929"/>
                    <a:gd name="connsiteY898" fmla="*/ 1683690 h 1818899"/>
                    <a:gd name="connsiteX899" fmla="*/ 621477 w 3673929"/>
                    <a:gd name="connsiteY899" fmla="*/ 1683557 h 1818899"/>
                    <a:gd name="connsiteX900" fmla="*/ 607513 w 3673929"/>
                    <a:gd name="connsiteY900" fmla="*/ 1679390 h 1818899"/>
                    <a:gd name="connsiteX901" fmla="*/ 485824 w 3673929"/>
                    <a:gd name="connsiteY901" fmla="*/ 1658200 h 1818899"/>
                    <a:gd name="connsiteX902" fmla="*/ 408555 w 3673929"/>
                    <a:gd name="connsiteY902" fmla="*/ 1490496 h 1818899"/>
                    <a:gd name="connsiteX903" fmla="*/ 410240 w 3673929"/>
                    <a:gd name="connsiteY903" fmla="*/ 1477152 h 1818899"/>
                    <a:gd name="connsiteX904" fmla="*/ 461043 w 3673929"/>
                    <a:gd name="connsiteY904" fmla="*/ 1328333 h 1818899"/>
                    <a:gd name="connsiteX905" fmla="*/ 500320 w 3673929"/>
                    <a:gd name="connsiteY905" fmla="*/ 1220032 h 1818899"/>
                    <a:gd name="connsiteX906" fmla="*/ 502094 w 3673929"/>
                    <a:gd name="connsiteY906" fmla="*/ 1113239 h 1818899"/>
                    <a:gd name="connsiteX907" fmla="*/ 502138 w 3673929"/>
                    <a:gd name="connsiteY907" fmla="*/ 1041157 h 1818899"/>
                    <a:gd name="connsiteX908" fmla="*/ 517920 w 3673929"/>
                    <a:gd name="connsiteY908" fmla="*/ 1008086 h 1818899"/>
                    <a:gd name="connsiteX909" fmla="*/ 568590 w 3673929"/>
                    <a:gd name="connsiteY909" fmla="*/ 970892 h 1818899"/>
                    <a:gd name="connsiteX910" fmla="*/ 617576 w 3673929"/>
                    <a:gd name="connsiteY910" fmla="*/ 912154 h 1818899"/>
                    <a:gd name="connsiteX911" fmla="*/ 619172 w 3673929"/>
                    <a:gd name="connsiteY911" fmla="*/ 874827 h 1818899"/>
                    <a:gd name="connsiteX912" fmla="*/ 618507 w 3673929"/>
                    <a:gd name="connsiteY912" fmla="*/ 862946 h 1818899"/>
                    <a:gd name="connsiteX913" fmla="*/ 620723 w 3673929"/>
                    <a:gd name="connsiteY913" fmla="*/ 855410 h 1818899"/>
                    <a:gd name="connsiteX914" fmla="*/ 622674 w 3673929"/>
                    <a:gd name="connsiteY914" fmla="*/ 841357 h 1818899"/>
                    <a:gd name="connsiteX915" fmla="*/ 617842 w 3673929"/>
                    <a:gd name="connsiteY915" fmla="*/ 838653 h 1818899"/>
                    <a:gd name="connsiteX916" fmla="*/ 611059 w 3673929"/>
                    <a:gd name="connsiteY916" fmla="*/ 841269 h 1818899"/>
                    <a:gd name="connsiteX917" fmla="*/ 605961 w 3673929"/>
                    <a:gd name="connsiteY917" fmla="*/ 844593 h 1818899"/>
                    <a:gd name="connsiteX918" fmla="*/ 597405 w 3673929"/>
                    <a:gd name="connsiteY918" fmla="*/ 852839 h 1818899"/>
                    <a:gd name="connsiteX919" fmla="*/ 598646 w 3673929"/>
                    <a:gd name="connsiteY919" fmla="*/ 858380 h 1818899"/>
                    <a:gd name="connsiteX920" fmla="*/ 603168 w 3673929"/>
                    <a:gd name="connsiteY920" fmla="*/ 862149 h 1818899"/>
                    <a:gd name="connsiteX921" fmla="*/ 605296 w 3673929"/>
                    <a:gd name="connsiteY921" fmla="*/ 866404 h 1818899"/>
                    <a:gd name="connsiteX922" fmla="*/ 605961 w 3673929"/>
                    <a:gd name="connsiteY922" fmla="*/ 879482 h 1818899"/>
                    <a:gd name="connsiteX923" fmla="*/ 604720 w 3673929"/>
                    <a:gd name="connsiteY923" fmla="*/ 908829 h 1818899"/>
                    <a:gd name="connsiteX924" fmla="*/ 562339 w 3673929"/>
                    <a:gd name="connsiteY924" fmla="*/ 959189 h 1818899"/>
                    <a:gd name="connsiteX925" fmla="*/ 547001 w 3673929"/>
                    <a:gd name="connsiteY925" fmla="*/ 967922 h 1818899"/>
                    <a:gd name="connsiteX926" fmla="*/ 549661 w 3673929"/>
                    <a:gd name="connsiteY926" fmla="*/ 964597 h 1818899"/>
                    <a:gd name="connsiteX927" fmla="*/ 561807 w 3673929"/>
                    <a:gd name="connsiteY927" fmla="*/ 950544 h 1818899"/>
                    <a:gd name="connsiteX928" fmla="*/ 575107 w 3673929"/>
                    <a:gd name="connsiteY928" fmla="*/ 926828 h 1818899"/>
                    <a:gd name="connsiteX929" fmla="*/ 575107 w 3673929"/>
                    <a:gd name="connsiteY929" fmla="*/ 926029 h 1818899"/>
                    <a:gd name="connsiteX930" fmla="*/ 575062 w 3673929"/>
                    <a:gd name="connsiteY930" fmla="*/ 925586 h 1818899"/>
                    <a:gd name="connsiteX931" fmla="*/ 574619 w 3673929"/>
                    <a:gd name="connsiteY931" fmla="*/ 921729 h 1818899"/>
                    <a:gd name="connsiteX932" fmla="*/ 574575 w 3673929"/>
                    <a:gd name="connsiteY932" fmla="*/ 917695 h 1818899"/>
                    <a:gd name="connsiteX933" fmla="*/ 574708 w 3673929"/>
                    <a:gd name="connsiteY933" fmla="*/ 917163 h 1818899"/>
                    <a:gd name="connsiteX934" fmla="*/ 574708 w 3673929"/>
                    <a:gd name="connsiteY934" fmla="*/ 904662 h 1818899"/>
                    <a:gd name="connsiteX935" fmla="*/ 570762 w 3673929"/>
                    <a:gd name="connsiteY935" fmla="*/ 902756 h 1818899"/>
                    <a:gd name="connsiteX936" fmla="*/ 566152 w 3673929"/>
                    <a:gd name="connsiteY936" fmla="*/ 904352 h 1818899"/>
                    <a:gd name="connsiteX937" fmla="*/ 563625 w 3673929"/>
                    <a:gd name="connsiteY937" fmla="*/ 905903 h 1818899"/>
                    <a:gd name="connsiteX938" fmla="*/ 549040 w 3673929"/>
                    <a:gd name="connsiteY938" fmla="*/ 919956 h 1818899"/>
                    <a:gd name="connsiteX939" fmla="*/ 552542 w 3673929"/>
                    <a:gd name="connsiteY939" fmla="*/ 924833 h 1818899"/>
                    <a:gd name="connsiteX940" fmla="*/ 557596 w 3673929"/>
                    <a:gd name="connsiteY940" fmla="*/ 925719 h 1818899"/>
                    <a:gd name="connsiteX941" fmla="*/ 561896 w 3673929"/>
                    <a:gd name="connsiteY941" fmla="*/ 927980 h 1818899"/>
                    <a:gd name="connsiteX942" fmla="*/ 561896 w 3673929"/>
                    <a:gd name="connsiteY942" fmla="*/ 928512 h 1818899"/>
                    <a:gd name="connsiteX943" fmla="*/ 553163 w 3673929"/>
                    <a:gd name="connsiteY943" fmla="*/ 941279 h 1818899"/>
                    <a:gd name="connsiteX944" fmla="*/ 539287 w 3673929"/>
                    <a:gd name="connsiteY944" fmla="*/ 956263 h 1818899"/>
                    <a:gd name="connsiteX945" fmla="*/ 506039 w 3673929"/>
                    <a:gd name="connsiteY945" fmla="*/ 1002057 h 1818899"/>
                    <a:gd name="connsiteX946" fmla="*/ 505729 w 3673929"/>
                    <a:gd name="connsiteY946" fmla="*/ 1002500 h 1818899"/>
                    <a:gd name="connsiteX947" fmla="*/ 504886 w 3673929"/>
                    <a:gd name="connsiteY947" fmla="*/ 1003830 h 1818899"/>
                    <a:gd name="connsiteX948" fmla="*/ 504709 w 3673929"/>
                    <a:gd name="connsiteY948" fmla="*/ 1004229 h 1818899"/>
                    <a:gd name="connsiteX949" fmla="*/ 497793 w 3673929"/>
                    <a:gd name="connsiteY949" fmla="*/ 1016819 h 1818899"/>
                    <a:gd name="connsiteX950" fmla="*/ 476825 w 3673929"/>
                    <a:gd name="connsiteY950" fmla="*/ 985433 h 1818899"/>
                    <a:gd name="connsiteX951" fmla="*/ 463836 w 3673929"/>
                    <a:gd name="connsiteY951" fmla="*/ 967479 h 1818899"/>
                    <a:gd name="connsiteX952" fmla="*/ 463570 w 3673929"/>
                    <a:gd name="connsiteY952" fmla="*/ 966016 h 1818899"/>
                    <a:gd name="connsiteX953" fmla="*/ 463880 w 3673929"/>
                    <a:gd name="connsiteY953" fmla="*/ 965617 h 1818899"/>
                    <a:gd name="connsiteX954" fmla="*/ 466230 w 3673929"/>
                    <a:gd name="connsiteY954" fmla="*/ 957371 h 1818899"/>
                    <a:gd name="connsiteX955" fmla="*/ 458383 w 3673929"/>
                    <a:gd name="connsiteY955" fmla="*/ 952850 h 1818899"/>
                    <a:gd name="connsiteX956" fmla="*/ 451468 w 3673929"/>
                    <a:gd name="connsiteY956" fmla="*/ 952273 h 1818899"/>
                    <a:gd name="connsiteX957" fmla="*/ 441537 w 3673929"/>
                    <a:gd name="connsiteY957" fmla="*/ 956352 h 1818899"/>
                    <a:gd name="connsiteX958" fmla="*/ 443621 w 3673929"/>
                    <a:gd name="connsiteY958" fmla="*/ 964420 h 1818899"/>
                    <a:gd name="connsiteX959" fmla="*/ 446635 w 3673929"/>
                    <a:gd name="connsiteY959" fmla="*/ 967301 h 1818899"/>
                    <a:gd name="connsiteX960" fmla="*/ 452310 w 3673929"/>
                    <a:gd name="connsiteY960" fmla="*/ 974261 h 1818899"/>
                    <a:gd name="connsiteX961" fmla="*/ 467560 w 3673929"/>
                    <a:gd name="connsiteY961" fmla="*/ 995008 h 1818899"/>
                    <a:gd name="connsiteX962" fmla="*/ 488440 w 3673929"/>
                    <a:gd name="connsiteY962" fmla="*/ 1040359 h 1818899"/>
                    <a:gd name="connsiteX963" fmla="*/ 488440 w 3673929"/>
                    <a:gd name="connsiteY963" fmla="*/ 1040403 h 1818899"/>
                    <a:gd name="connsiteX964" fmla="*/ 486001 w 3673929"/>
                    <a:gd name="connsiteY964" fmla="*/ 1050821 h 1818899"/>
                    <a:gd name="connsiteX965" fmla="*/ 483253 w 3673929"/>
                    <a:gd name="connsiteY965" fmla="*/ 1073785 h 1818899"/>
                    <a:gd name="connsiteX966" fmla="*/ 450758 w 3673929"/>
                    <a:gd name="connsiteY966" fmla="*/ 1036547 h 1818899"/>
                    <a:gd name="connsiteX967" fmla="*/ 441094 w 3673929"/>
                    <a:gd name="connsiteY967" fmla="*/ 1027237 h 1818899"/>
                    <a:gd name="connsiteX968" fmla="*/ 417865 w 3673929"/>
                    <a:gd name="connsiteY968" fmla="*/ 1003874 h 1818899"/>
                    <a:gd name="connsiteX969" fmla="*/ 413432 w 3673929"/>
                    <a:gd name="connsiteY969" fmla="*/ 998599 h 1818899"/>
                    <a:gd name="connsiteX970" fmla="*/ 417111 w 3673929"/>
                    <a:gd name="connsiteY970" fmla="*/ 982064 h 1818899"/>
                    <a:gd name="connsiteX971" fmla="*/ 427529 w 3673929"/>
                    <a:gd name="connsiteY971" fmla="*/ 967878 h 1818899"/>
                    <a:gd name="connsiteX972" fmla="*/ 432450 w 3673929"/>
                    <a:gd name="connsiteY972" fmla="*/ 963844 h 1818899"/>
                    <a:gd name="connsiteX973" fmla="*/ 437592 w 3673929"/>
                    <a:gd name="connsiteY973" fmla="*/ 960120 h 1818899"/>
                    <a:gd name="connsiteX974" fmla="*/ 437858 w 3673929"/>
                    <a:gd name="connsiteY974" fmla="*/ 954401 h 1818899"/>
                    <a:gd name="connsiteX975" fmla="*/ 421234 w 3673929"/>
                    <a:gd name="connsiteY975" fmla="*/ 943762 h 1818899"/>
                    <a:gd name="connsiteX976" fmla="*/ 418264 w 3673929"/>
                    <a:gd name="connsiteY976" fmla="*/ 943318 h 1818899"/>
                    <a:gd name="connsiteX977" fmla="*/ 413565 w 3673929"/>
                    <a:gd name="connsiteY977" fmla="*/ 945801 h 1818899"/>
                    <a:gd name="connsiteX978" fmla="*/ 416712 w 3673929"/>
                    <a:gd name="connsiteY978" fmla="*/ 957061 h 1818899"/>
                    <a:gd name="connsiteX979" fmla="*/ 416402 w 3673929"/>
                    <a:gd name="connsiteY979" fmla="*/ 960563 h 1818899"/>
                    <a:gd name="connsiteX980" fmla="*/ 407802 w 3673929"/>
                    <a:gd name="connsiteY980" fmla="*/ 971070 h 1818899"/>
                    <a:gd name="connsiteX981" fmla="*/ 401418 w 3673929"/>
                    <a:gd name="connsiteY981" fmla="*/ 980867 h 1818899"/>
                    <a:gd name="connsiteX982" fmla="*/ 394901 w 3673929"/>
                    <a:gd name="connsiteY982" fmla="*/ 968232 h 1818899"/>
                    <a:gd name="connsiteX983" fmla="*/ 394724 w 3673929"/>
                    <a:gd name="connsiteY983" fmla="*/ 967656 h 1818899"/>
                    <a:gd name="connsiteX984" fmla="*/ 393616 w 3673929"/>
                    <a:gd name="connsiteY984" fmla="*/ 965307 h 1818899"/>
                    <a:gd name="connsiteX985" fmla="*/ 393261 w 3673929"/>
                    <a:gd name="connsiteY985" fmla="*/ 964509 h 1818899"/>
                    <a:gd name="connsiteX986" fmla="*/ 378410 w 3673929"/>
                    <a:gd name="connsiteY986" fmla="*/ 917296 h 1818899"/>
                    <a:gd name="connsiteX987" fmla="*/ 379563 w 3673929"/>
                    <a:gd name="connsiteY987" fmla="*/ 912242 h 1818899"/>
                    <a:gd name="connsiteX988" fmla="*/ 381070 w 3673929"/>
                    <a:gd name="connsiteY988" fmla="*/ 910647 h 1818899"/>
                    <a:gd name="connsiteX989" fmla="*/ 370032 w 3673929"/>
                    <a:gd name="connsiteY989" fmla="*/ 891806 h 1818899"/>
                    <a:gd name="connsiteX990" fmla="*/ 364313 w 3673929"/>
                    <a:gd name="connsiteY990" fmla="*/ 889279 h 1818899"/>
                    <a:gd name="connsiteX991" fmla="*/ 359702 w 3673929"/>
                    <a:gd name="connsiteY991" fmla="*/ 892249 h 1818899"/>
                    <a:gd name="connsiteX992" fmla="*/ 362540 w 3673929"/>
                    <a:gd name="connsiteY992" fmla="*/ 908740 h 1818899"/>
                    <a:gd name="connsiteX993" fmla="*/ 364623 w 3673929"/>
                    <a:gd name="connsiteY993" fmla="*/ 913927 h 1818899"/>
                    <a:gd name="connsiteX994" fmla="*/ 368569 w 3673929"/>
                    <a:gd name="connsiteY994" fmla="*/ 931349 h 1818899"/>
                    <a:gd name="connsiteX995" fmla="*/ 352122 w 3673929"/>
                    <a:gd name="connsiteY995" fmla="*/ 909228 h 1818899"/>
                    <a:gd name="connsiteX996" fmla="*/ 338956 w 3673929"/>
                    <a:gd name="connsiteY996" fmla="*/ 874473 h 1818899"/>
                    <a:gd name="connsiteX997" fmla="*/ 340153 w 3673929"/>
                    <a:gd name="connsiteY997" fmla="*/ 869153 h 1818899"/>
                    <a:gd name="connsiteX998" fmla="*/ 340153 w 3673929"/>
                    <a:gd name="connsiteY998" fmla="*/ 869153 h 1818899"/>
                    <a:gd name="connsiteX999" fmla="*/ 340773 w 3673929"/>
                    <a:gd name="connsiteY999" fmla="*/ 869064 h 1818899"/>
                    <a:gd name="connsiteX1000" fmla="*/ 343788 w 3673929"/>
                    <a:gd name="connsiteY1000" fmla="*/ 868045 h 1818899"/>
                    <a:gd name="connsiteX1001" fmla="*/ 346004 w 3673929"/>
                    <a:gd name="connsiteY1001" fmla="*/ 864720 h 1818899"/>
                    <a:gd name="connsiteX1002" fmla="*/ 337537 w 3673929"/>
                    <a:gd name="connsiteY1002" fmla="*/ 849071 h 1818899"/>
                    <a:gd name="connsiteX1003" fmla="*/ 330754 w 3673929"/>
                    <a:gd name="connsiteY1003" fmla="*/ 844815 h 1818899"/>
                    <a:gd name="connsiteX1004" fmla="*/ 326587 w 3673929"/>
                    <a:gd name="connsiteY1004" fmla="*/ 846854 h 1818899"/>
                    <a:gd name="connsiteX1005" fmla="*/ 324947 w 3673929"/>
                    <a:gd name="connsiteY1005" fmla="*/ 856075 h 1818899"/>
                    <a:gd name="connsiteX1006" fmla="*/ 325656 w 3673929"/>
                    <a:gd name="connsiteY1006" fmla="*/ 867114 h 1818899"/>
                    <a:gd name="connsiteX1007" fmla="*/ 325701 w 3673929"/>
                    <a:gd name="connsiteY1007" fmla="*/ 868843 h 1818899"/>
                    <a:gd name="connsiteX1008" fmla="*/ 325745 w 3673929"/>
                    <a:gd name="connsiteY1008" fmla="*/ 869153 h 1818899"/>
                    <a:gd name="connsiteX1009" fmla="*/ 340551 w 3673929"/>
                    <a:gd name="connsiteY1009" fmla="*/ 915656 h 1818899"/>
                    <a:gd name="connsiteX1010" fmla="*/ 362008 w 3673929"/>
                    <a:gd name="connsiteY1010" fmla="*/ 943718 h 1818899"/>
                    <a:gd name="connsiteX1011" fmla="*/ 380139 w 3673929"/>
                    <a:gd name="connsiteY1011" fmla="*/ 967701 h 1818899"/>
                    <a:gd name="connsiteX1012" fmla="*/ 408068 w 3673929"/>
                    <a:gd name="connsiteY1012" fmla="*/ 1012652 h 1818899"/>
                    <a:gd name="connsiteX1013" fmla="*/ 432051 w 3673929"/>
                    <a:gd name="connsiteY1013" fmla="*/ 1036813 h 1818899"/>
                    <a:gd name="connsiteX1014" fmla="*/ 466008 w 3673929"/>
                    <a:gd name="connsiteY1014" fmla="*/ 1075026 h 1818899"/>
                    <a:gd name="connsiteX1015" fmla="*/ 477756 w 3673929"/>
                    <a:gd name="connsiteY1015" fmla="*/ 1114347 h 1818899"/>
                    <a:gd name="connsiteX1016" fmla="*/ 476426 w 3673929"/>
                    <a:gd name="connsiteY1016" fmla="*/ 1215732 h 1818899"/>
                    <a:gd name="connsiteX1017" fmla="*/ 438789 w 3673929"/>
                    <a:gd name="connsiteY1017" fmla="*/ 1318536 h 1818899"/>
                    <a:gd name="connsiteX1018" fmla="*/ 386168 w 3673929"/>
                    <a:gd name="connsiteY1018" fmla="*/ 1474093 h 1818899"/>
                    <a:gd name="connsiteX1019" fmla="*/ 384439 w 3673929"/>
                    <a:gd name="connsiteY1019" fmla="*/ 1487836 h 1818899"/>
                    <a:gd name="connsiteX1020" fmla="*/ 438612 w 3673929"/>
                    <a:gd name="connsiteY1020" fmla="*/ 1654299 h 1818899"/>
                    <a:gd name="connsiteX1021" fmla="*/ 284340 w 3673929"/>
                    <a:gd name="connsiteY1021" fmla="*/ 1649865 h 1818899"/>
                    <a:gd name="connsiteX1022" fmla="*/ 3060 w 3673929"/>
                    <a:gd name="connsiteY1022" fmla="*/ 1659929 h 1818899"/>
                    <a:gd name="connsiteX1023" fmla="*/ 1 w 3673929"/>
                    <a:gd name="connsiteY1023" fmla="*/ 1663253 h 1818899"/>
                    <a:gd name="connsiteX1024" fmla="*/ 178 w 3673929"/>
                    <a:gd name="connsiteY1024" fmla="*/ 1690916 h 1818899"/>
                    <a:gd name="connsiteX1025" fmla="*/ 1242 w 3673929"/>
                    <a:gd name="connsiteY1025" fmla="*/ 1693354 h 1818899"/>
                    <a:gd name="connsiteX1026" fmla="*/ 3503 w 3673929"/>
                    <a:gd name="connsiteY1026" fmla="*/ 1694241 h 1818899"/>
                    <a:gd name="connsiteX1027" fmla="*/ 3769 w 3673929"/>
                    <a:gd name="connsiteY1027" fmla="*/ 1694241 h 1818899"/>
                    <a:gd name="connsiteX1028" fmla="*/ 291654 w 3673929"/>
                    <a:gd name="connsiteY1028" fmla="*/ 1683690 h 1818899"/>
                    <a:gd name="connsiteX1029" fmla="*/ 598159 w 3673929"/>
                    <a:gd name="connsiteY1029" fmla="*/ 1711220 h 1818899"/>
                    <a:gd name="connsiteX1030" fmla="*/ 612123 w 3673929"/>
                    <a:gd name="connsiteY1030" fmla="*/ 1715386 h 1818899"/>
                    <a:gd name="connsiteX1031" fmla="*/ 995497 w 3673929"/>
                    <a:gd name="connsiteY1031" fmla="*/ 1794828 h 1818899"/>
                    <a:gd name="connsiteX1032" fmla="*/ 1031095 w 3673929"/>
                    <a:gd name="connsiteY1032" fmla="*/ 1793985 h 1818899"/>
                    <a:gd name="connsiteX1033" fmla="*/ 1058757 w 3673929"/>
                    <a:gd name="connsiteY1033" fmla="*/ 1793453 h 1818899"/>
                    <a:gd name="connsiteX1034" fmla="*/ 1352805 w 3673929"/>
                    <a:gd name="connsiteY1034" fmla="*/ 1807418 h 1818899"/>
                    <a:gd name="connsiteX1035" fmla="*/ 1353425 w 3673929"/>
                    <a:gd name="connsiteY1035" fmla="*/ 1807462 h 1818899"/>
                    <a:gd name="connsiteX1036" fmla="*/ 1354534 w 3673929"/>
                    <a:gd name="connsiteY1036" fmla="*/ 1807551 h 1818899"/>
                    <a:gd name="connsiteX1037" fmla="*/ 1514036 w 3673929"/>
                    <a:gd name="connsiteY1037" fmla="*/ 1816771 h 1818899"/>
                    <a:gd name="connsiteX1038" fmla="*/ 1623179 w 3673929"/>
                    <a:gd name="connsiteY1038" fmla="*/ 1818899 h 1818899"/>
                    <a:gd name="connsiteX1039" fmla="*/ 2224928 w 3673929"/>
                    <a:gd name="connsiteY1039" fmla="*/ 1776962 h 1818899"/>
                    <a:gd name="connsiteX1040" fmla="*/ 2647845 w 3673929"/>
                    <a:gd name="connsiteY1040" fmla="*/ 1742872 h 1818899"/>
                    <a:gd name="connsiteX1041" fmla="*/ 2677946 w 3673929"/>
                    <a:gd name="connsiteY1041" fmla="*/ 1742340 h 1818899"/>
                    <a:gd name="connsiteX1042" fmla="*/ 3006261 w 3673929"/>
                    <a:gd name="connsiteY1042" fmla="*/ 1595161 h 1818899"/>
                    <a:gd name="connsiteX1043" fmla="*/ 3273133 w 3673929"/>
                    <a:gd name="connsiteY1043" fmla="*/ 1372043 h 1818899"/>
                    <a:gd name="connsiteX1044" fmla="*/ 3428646 w 3673929"/>
                    <a:gd name="connsiteY1044" fmla="*/ 1247296 h 1818899"/>
                    <a:gd name="connsiteX1045" fmla="*/ 3460786 w 3673929"/>
                    <a:gd name="connsiteY1045" fmla="*/ 1209969 h 1818899"/>
                    <a:gd name="connsiteX1046" fmla="*/ 3672112 w 3673929"/>
                    <a:gd name="connsiteY1046" fmla="*/ 1013982 h 1818899"/>
                    <a:gd name="connsiteX1047" fmla="*/ 3673575 w 3673929"/>
                    <a:gd name="connsiteY1047" fmla="*/ 1011278 h 1818899"/>
                    <a:gd name="connsiteX1048" fmla="*/ 3673930 w 3673929"/>
                    <a:gd name="connsiteY1048" fmla="*/ 983261 h 1818899"/>
                    <a:gd name="connsiteX1049" fmla="*/ 3672201 w 3673929"/>
                    <a:gd name="connsiteY1049" fmla="*/ 980291 h 1818899"/>
                    <a:gd name="connsiteX1050" fmla="*/ 3670605 w 3673929"/>
                    <a:gd name="connsiteY1050" fmla="*/ 979892 h 1818899"/>
                    <a:gd name="connsiteX1051" fmla="*/ 3668743 w 3673929"/>
                    <a:gd name="connsiteY1051" fmla="*/ 980468 h 1818899"/>
                    <a:gd name="connsiteX1052" fmla="*/ 3514781 w 3673929"/>
                    <a:gd name="connsiteY1052" fmla="*/ 1099275 h 1818899"/>
                    <a:gd name="connsiteX1053" fmla="*/ 3525908 w 3673929"/>
                    <a:gd name="connsiteY1053" fmla="*/ 1008485 h 1818899"/>
                    <a:gd name="connsiteX1054" fmla="*/ 3524268 w 3673929"/>
                    <a:gd name="connsiteY1054" fmla="*/ 967612 h 1818899"/>
                    <a:gd name="connsiteX1055" fmla="*/ 3538232 w 3673929"/>
                    <a:gd name="connsiteY1055" fmla="*/ 785057 h 1818899"/>
                    <a:gd name="connsiteX1056" fmla="*/ 3547808 w 3673929"/>
                    <a:gd name="connsiteY1056" fmla="*/ 756286 h 1818899"/>
                    <a:gd name="connsiteX1057" fmla="*/ 3554590 w 3673929"/>
                    <a:gd name="connsiteY1057" fmla="*/ 737711 h 1818899"/>
                    <a:gd name="connsiteX1058" fmla="*/ 3518993 w 3673929"/>
                    <a:gd name="connsiteY1058" fmla="*/ 451156 h 1818899"/>
                    <a:gd name="connsiteX1059" fmla="*/ 3518594 w 3673929"/>
                    <a:gd name="connsiteY1059" fmla="*/ 449959 h 1818899"/>
                    <a:gd name="connsiteX1060" fmla="*/ 3531627 w 3673929"/>
                    <a:gd name="connsiteY1060" fmla="*/ 362450 h 1818899"/>
                    <a:gd name="connsiteX1061" fmla="*/ 3538188 w 3673929"/>
                    <a:gd name="connsiteY1061" fmla="*/ 352742 h 1818899"/>
                    <a:gd name="connsiteX1062" fmla="*/ 3550911 w 3673929"/>
                    <a:gd name="connsiteY1062" fmla="*/ 335142 h 1818899"/>
                    <a:gd name="connsiteX1063" fmla="*/ 3555610 w 3673929"/>
                    <a:gd name="connsiteY1063" fmla="*/ 328670 h 1818899"/>
                    <a:gd name="connsiteX1064" fmla="*/ 3557295 w 3673929"/>
                    <a:gd name="connsiteY1064" fmla="*/ 326365 h 1818899"/>
                    <a:gd name="connsiteX1065" fmla="*/ 3564476 w 3673929"/>
                    <a:gd name="connsiteY1065" fmla="*/ 316213 h 1818899"/>
                    <a:gd name="connsiteX1066" fmla="*/ 3569929 w 3673929"/>
                    <a:gd name="connsiteY1066" fmla="*/ 308455 h 1818899"/>
                    <a:gd name="connsiteX1067" fmla="*/ 3572988 w 3673929"/>
                    <a:gd name="connsiteY1067" fmla="*/ 304155 h 1818899"/>
                    <a:gd name="connsiteX1068" fmla="*/ 3588193 w 3673929"/>
                    <a:gd name="connsiteY1068" fmla="*/ 276448 h 1818899"/>
                    <a:gd name="connsiteX1069" fmla="*/ 3595508 w 3673929"/>
                    <a:gd name="connsiteY1069" fmla="*/ 245505 h 1818899"/>
                    <a:gd name="connsiteX1070" fmla="*/ 3595996 w 3673929"/>
                    <a:gd name="connsiteY1070" fmla="*/ 216069 h 1818899"/>
                    <a:gd name="connsiteX1071" fmla="*/ 3595951 w 3673929"/>
                    <a:gd name="connsiteY1071" fmla="*/ 214650 h 1818899"/>
                    <a:gd name="connsiteX1072" fmla="*/ 3594843 w 3673929"/>
                    <a:gd name="connsiteY1072" fmla="*/ 184771 h 1818899"/>
                    <a:gd name="connsiteX1073" fmla="*/ 3596173 w 3673929"/>
                    <a:gd name="connsiteY1073" fmla="*/ 156754 h 1818899"/>
                    <a:gd name="connsiteX1074" fmla="*/ 3600384 w 3673929"/>
                    <a:gd name="connsiteY1074" fmla="*/ 144164 h 1818899"/>
                    <a:gd name="connsiteX1075" fmla="*/ 3605970 w 3673929"/>
                    <a:gd name="connsiteY1075" fmla="*/ 132904 h 1818899"/>
                    <a:gd name="connsiteX1076" fmla="*/ 3606901 w 3673929"/>
                    <a:gd name="connsiteY1076" fmla="*/ 131087 h 1818899"/>
                    <a:gd name="connsiteX1077" fmla="*/ 3609783 w 3673929"/>
                    <a:gd name="connsiteY1077" fmla="*/ 125457 h 1818899"/>
                    <a:gd name="connsiteX1078" fmla="*/ 3620201 w 3673929"/>
                    <a:gd name="connsiteY1078" fmla="*/ 103779 h 1818899"/>
                    <a:gd name="connsiteX1079" fmla="*/ 3624855 w 3673929"/>
                    <a:gd name="connsiteY1079" fmla="*/ 88086 h 1818899"/>
                    <a:gd name="connsiteX1080" fmla="*/ 3625166 w 3673929"/>
                    <a:gd name="connsiteY1080" fmla="*/ 84938 h 1818899"/>
                    <a:gd name="connsiteX1081" fmla="*/ 3625210 w 3673929"/>
                    <a:gd name="connsiteY1081" fmla="*/ 83785 h 1818899"/>
                    <a:gd name="connsiteX1082" fmla="*/ 3625254 w 3673929"/>
                    <a:gd name="connsiteY1082" fmla="*/ 82721 h 1818899"/>
                    <a:gd name="connsiteX1083" fmla="*/ 3625432 w 3673929"/>
                    <a:gd name="connsiteY1083" fmla="*/ 80771 h 1818899"/>
                    <a:gd name="connsiteX1084" fmla="*/ 3627027 w 3673929"/>
                    <a:gd name="connsiteY1084" fmla="*/ 74565 h 1818899"/>
                    <a:gd name="connsiteX1085" fmla="*/ 3636248 w 3673929"/>
                    <a:gd name="connsiteY1085" fmla="*/ 57896 h 1818899"/>
                    <a:gd name="connsiteX1086" fmla="*/ 3641479 w 3673929"/>
                    <a:gd name="connsiteY1086" fmla="*/ 49606 h 1818899"/>
                    <a:gd name="connsiteX1087" fmla="*/ 3641612 w 3673929"/>
                    <a:gd name="connsiteY1087" fmla="*/ 49384 h 1818899"/>
                    <a:gd name="connsiteX1088" fmla="*/ 3643120 w 3673929"/>
                    <a:gd name="connsiteY1088" fmla="*/ 40784 h 1818899"/>
                    <a:gd name="connsiteX1089" fmla="*/ 3645336 w 3673929"/>
                    <a:gd name="connsiteY1089" fmla="*/ 34135 h 1818899"/>
                    <a:gd name="connsiteX1090" fmla="*/ 3640947 w 3673929"/>
                    <a:gd name="connsiteY1090" fmla="*/ 16402 h 1818899"/>
                    <a:gd name="connsiteX1091" fmla="*/ 3637002 w 3673929"/>
                    <a:gd name="connsiteY1091" fmla="*/ 4078 h 1818899"/>
                    <a:gd name="connsiteX1092" fmla="*/ 3637046 w 3673929"/>
                    <a:gd name="connsiteY1092" fmla="*/ 3679 h 1818899"/>
                    <a:gd name="connsiteX1093" fmla="*/ 3634209 w 3673929"/>
                    <a:gd name="connsiteY1093" fmla="*/ 44 h 1818899"/>
                    <a:gd name="connsiteX1094" fmla="*/ 3633677 w 3673929"/>
                    <a:gd name="connsiteY1094" fmla="*/ 0 h 1818899"/>
                    <a:gd name="connsiteX1095" fmla="*/ 3633677 w 3673929"/>
                    <a:gd name="connsiteY1095" fmla="*/ 0 h 1818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</a:cxnLst>
                  <a:rect l="l" t="t" r="r" b="b"/>
                  <a:pathLst>
                    <a:path w="3673929" h="1818899">
                      <a:moveTo>
                        <a:pt x="3633721" y="3325"/>
                      </a:moveTo>
                      <a:cubicBezTo>
                        <a:pt x="3633677" y="3546"/>
                        <a:pt x="3633677" y="3768"/>
                        <a:pt x="3633677" y="3990"/>
                      </a:cubicBezTo>
                      <a:cubicBezTo>
                        <a:pt x="3633633" y="3724"/>
                        <a:pt x="3633677" y="3502"/>
                        <a:pt x="3633721" y="3325"/>
                      </a:cubicBezTo>
                      <a:moveTo>
                        <a:pt x="3633633" y="3990"/>
                      </a:moveTo>
                      <a:cubicBezTo>
                        <a:pt x="3633633" y="9841"/>
                        <a:pt x="3643474" y="28638"/>
                        <a:pt x="3642100" y="33204"/>
                      </a:cubicBezTo>
                      <a:cubicBezTo>
                        <a:pt x="3641391" y="35553"/>
                        <a:pt x="3640637" y="37947"/>
                        <a:pt x="3639750" y="40252"/>
                      </a:cubicBezTo>
                      <a:cubicBezTo>
                        <a:pt x="3639307" y="28948"/>
                        <a:pt x="3633189" y="12102"/>
                        <a:pt x="3633633" y="3990"/>
                      </a:cubicBezTo>
                      <a:moveTo>
                        <a:pt x="3620555" y="34046"/>
                      </a:moveTo>
                      <a:lnTo>
                        <a:pt x="3621575" y="47390"/>
                      </a:lnTo>
                      <a:cubicBezTo>
                        <a:pt x="3621841" y="51823"/>
                        <a:pt x="3622107" y="56300"/>
                        <a:pt x="3621929" y="60822"/>
                      </a:cubicBezTo>
                      <a:lnTo>
                        <a:pt x="3621796" y="68048"/>
                      </a:lnTo>
                      <a:cubicBezTo>
                        <a:pt x="3626052" y="60201"/>
                        <a:pt x="3631948" y="53685"/>
                        <a:pt x="3636647" y="46725"/>
                      </a:cubicBezTo>
                      <a:cubicBezTo>
                        <a:pt x="3637889" y="44685"/>
                        <a:pt x="3638908" y="42513"/>
                        <a:pt x="3639795" y="40252"/>
                      </a:cubicBezTo>
                      <a:cubicBezTo>
                        <a:pt x="3639928" y="43311"/>
                        <a:pt x="3639617" y="45971"/>
                        <a:pt x="3638686" y="47922"/>
                      </a:cubicBezTo>
                      <a:cubicBezTo>
                        <a:pt x="3633544" y="56699"/>
                        <a:pt x="3627205" y="64457"/>
                        <a:pt x="3623969" y="73456"/>
                      </a:cubicBezTo>
                      <a:cubicBezTo>
                        <a:pt x="3623171" y="75673"/>
                        <a:pt x="3622506" y="77934"/>
                        <a:pt x="3622195" y="80195"/>
                      </a:cubicBezTo>
                      <a:cubicBezTo>
                        <a:pt x="3621974" y="81303"/>
                        <a:pt x="3621974" y="82455"/>
                        <a:pt x="3621929" y="83564"/>
                      </a:cubicBezTo>
                      <a:cubicBezTo>
                        <a:pt x="3621841" y="84894"/>
                        <a:pt x="3621841" y="86312"/>
                        <a:pt x="3621575" y="87598"/>
                      </a:cubicBezTo>
                      <a:cubicBezTo>
                        <a:pt x="3620777" y="92918"/>
                        <a:pt x="3619048" y="97794"/>
                        <a:pt x="3617142" y="102538"/>
                      </a:cubicBezTo>
                      <a:cubicBezTo>
                        <a:pt x="3613241" y="111936"/>
                        <a:pt x="3608453" y="120758"/>
                        <a:pt x="3603931" y="129579"/>
                      </a:cubicBezTo>
                      <a:cubicBezTo>
                        <a:pt x="3601670" y="133968"/>
                        <a:pt x="3599365" y="138446"/>
                        <a:pt x="3597370" y="142790"/>
                      </a:cubicBezTo>
                      <a:cubicBezTo>
                        <a:pt x="3595375" y="147090"/>
                        <a:pt x="3593824" y="151479"/>
                        <a:pt x="3592937" y="156089"/>
                      </a:cubicBezTo>
                      <a:cubicBezTo>
                        <a:pt x="3591075" y="165266"/>
                        <a:pt x="3591208" y="175063"/>
                        <a:pt x="3591518" y="184904"/>
                      </a:cubicBezTo>
                      <a:lnTo>
                        <a:pt x="3592627" y="214739"/>
                      </a:lnTo>
                      <a:cubicBezTo>
                        <a:pt x="3592893" y="224625"/>
                        <a:pt x="3593247" y="234910"/>
                        <a:pt x="3592227" y="245150"/>
                      </a:cubicBezTo>
                      <a:cubicBezTo>
                        <a:pt x="3591164" y="255391"/>
                        <a:pt x="3588859" y="265587"/>
                        <a:pt x="3585135" y="275251"/>
                      </a:cubicBezTo>
                      <a:cubicBezTo>
                        <a:pt x="3581455" y="284959"/>
                        <a:pt x="3576136" y="294003"/>
                        <a:pt x="3570284" y="302248"/>
                      </a:cubicBezTo>
                      <a:cubicBezTo>
                        <a:pt x="3567358" y="306416"/>
                        <a:pt x="3564432" y="310317"/>
                        <a:pt x="3561728" y="314395"/>
                      </a:cubicBezTo>
                      <a:cubicBezTo>
                        <a:pt x="3558846" y="318695"/>
                        <a:pt x="3555921" y="322641"/>
                        <a:pt x="3552950" y="326719"/>
                      </a:cubicBezTo>
                      <a:cubicBezTo>
                        <a:pt x="3547099" y="334787"/>
                        <a:pt x="3541158" y="342723"/>
                        <a:pt x="3535484" y="350835"/>
                      </a:cubicBezTo>
                      <a:cubicBezTo>
                        <a:pt x="3533179" y="354116"/>
                        <a:pt x="3531006" y="357396"/>
                        <a:pt x="3528790" y="360721"/>
                      </a:cubicBezTo>
                      <a:cubicBezTo>
                        <a:pt x="3517663" y="379074"/>
                        <a:pt x="3497847" y="419415"/>
                        <a:pt x="3515668" y="451555"/>
                      </a:cubicBezTo>
                      <a:lnTo>
                        <a:pt x="3515446" y="451688"/>
                      </a:lnTo>
                      <a:cubicBezTo>
                        <a:pt x="3609783" y="618018"/>
                        <a:pt x="3568466" y="687086"/>
                        <a:pt x="3544660" y="755178"/>
                      </a:cubicBezTo>
                      <a:cubicBezTo>
                        <a:pt x="3541158" y="765197"/>
                        <a:pt x="3537834" y="774684"/>
                        <a:pt x="3535041" y="784082"/>
                      </a:cubicBezTo>
                      <a:cubicBezTo>
                        <a:pt x="3515890" y="848184"/>
                        <a:pt x="3517574" y="888126"/>
                        <a:pt x="3520943" y="967745"/>
                      </a:cubicBezTo>
                      <a:cubicBezTo>
                        <a:pt x="3521475" y="980335"/>
                        <a:pt x="3522052" y="993856"/>
                        <a:pt x="3522584" y="1008618"/>
                      </a:cubicBezTo>
                      <a:cubicBezTo>
                        <a:pt x="3524047" y="1048782"/>
                        <a:pt x="3517042" y="1083537"/>
                        <a:pt x="3507423" y="1111599"/>
                      </a:cubicBezTo>
                      <a:cubicBezTo>
                        <a:pt x="3546035" y="1069972"/>
                        <a:pt x="3624146" y="1014204"/>
                        <a:pt x="3670605" y="983216"/>
                      </a:cubicBezTo>
                      <a:lnTo>
                        <a:pt x="3670250" y="1011234"/>
                      </a:lnTo>
                      <a:cubicBezTo>
                        <a:pt x="3597459" y="1059820"/>
                        <a:pt x="3513673" y="1143029"/>
                        <a:pt x="3458215" y="1207841"/>
                      </a:cubicBezTo>
                      <a:cubicBezTo>
                        <a:pt x="3447221" y="1220697"/>
                        <a:pt x="3436537" y="1233199"/>
                        <a:pt x="3426075" y="1245168"/>
                      </a:cubicBezTo>
                      <a:cubicBezTo>
                        <a:pt x="3398324" y="1276865"/>
                        <a:pt x="3339364" y="1319777"/>
                        <a:pt x="3271138" y="1369428"/>
                      </a:cubicBezTo>
                      <a:cubicBezTo>
                        <a:pt x="3176315" y="1438407"/>
                        <a:pt x="3068856" y="1516607"/>
                        <a:pt x="3003690" y="1593077"/>
                      </a:cubicBezTo>
                      <a:cubicBezTo>
                        <a:pt x="2883996" y="1733518"/>
                        <a:pt x="2728793" y="1737685"/>
                        <a:pt x="2677813" y="1739104"/>
                      </a:cubicBezTo>
                      <a:cubicBezTo>
                        <a:pt x="2670543" y="1739281"/>
                        <a:pt x="2660346" y="1739458"/>
                        <a:pt x="2647756" y="1739636"/>
                      </a:cubicBezTo>
                      <a:cubicBezTo>
                        <a:pt x="2564991" y="1740832"/>
                        <a:pt x="2371220" y="1743625"/>
                        <a:pt x="2224218" y="1773815"/>
                      </a:cubicBezTo>
                      <a:cubicBezTo>
                        <a:pt x="2079966" y="1803428"/>
                        <a:pt x="1801168" y="1815707"/>
                        <a:pt x="1623135" y="1815707"/>
                      </a:cubicBezTo>
                      <a:cubicBezTo>
                        <a:pt x="1579691" y="1815707"/>
                        <a:pt x="1542231" y="1814954"/>
                        <a:pt x="1514169" y="1813580"/>
                      </a:cubicBezTo>
                      <a:cubicBezTo>
                        <a:pt x="1466824" y="1811230"/>
                        <a:pt x="1411854" y="1807861"/>
                        <a:pt x="1353603" y="1804270"/>
                      </a:cubicBezTo>
                      <a:cubicBezTo>
                        <a:pt x="1241490" y="1797354"/>
                        <a:pt x="1126096" y="1790262"/>
                        <a:pt x="1058757" y="1790262"/>
                      </a:cubicBezTo>
                      <a:cubicBezTo>
                        <a:pt x="1048251" y="1790262"/>
                        <a:pt x="1038942" y="1790439"/>
                        <a:pt x="1030962" y="1790793"/>
                      </a:cubicBezTo>
                      <a:cubicBezTo>
                        <a:pt x="1018860" y="1791370"/>
                        <a:pt x="1007068" y="1791636"/>
                        <a:pt x="995497" y="1791636"/>
                      </a:cubicBezTo>
                      <a:cubicBezTo>
                        <a:pt x="879350" y="1791636"/>
                        <a:pt x="785191" y="1763619"/>
                        <a:pt x="613098" y="1712328"/>
                      </a:cubicBezTo>
                      <a:lnTo>
                        <a:pt x="599134" y="1708161"/>
                      </a:lnTo>
                      <a:cubicBezTo>
                        <a:pt x="526786" y="1686616"/>
                        <a:pt x="405807" y="1680498"/>
                        <a:pt x="291699" y="1680498"/>
                      </a:cubicBezTo>
                      <a:cubicBezTo>
                        <a:pt x="143013" y="1680498"/>
                        <a:pt x="5986" y="1690872"/>
                        <a:pt x="3548" y="1691049"/>
                      </a:cubicBezTo>
                      <a:lnTo>
                        <a:pt x="3370" y="1663386"/>
                      </a:lnTo>
                      <a:cubicBezTo>
                        <a:pt x="13034" y="1662633"/>
                        <a:pt x="141683" y="1653323"/>
                        <a:pt x="284384" y="1653323"/>
                      </a:cubicBezTo>
                      <a:cubicBezTo>
                        <a:pt x="339133" y="1653323"/>
                        <a:pt x="395921" y="1654698"/>
                        <a:pt x="448852" y="1658466"/>
                      </a:cubicBezTo>
                      <a:cubicBezTo>
                        <a:pt x="367904" y="1594851"/>
                        <a:pt x="381292" y="1542053"/>
                        <a:pt x="389493" y="1474625"/>
                      </a:cubicBezTo>
                      <a:cubicBezTo>
                        <a:pt x="394990" y="1429408"/>
                        <a:pt x="419860" y="1371290"/>
                        <a:pt x="441848" y="1319999"/>
                      </a:cubicBezTo>
                      <a:cubicBezTo>
                        <a:pt x="459093" y="1279791"/>
                        <a:pt x="475362" y="1241843"/>
                        <a:pt x="479751" y="1216442"/>
                      </a:cubicBezTo>
                      <a:cubicBezTo>
                        <a:pt x="486888" y="1175214"/>
                        <a:pt x="483563" y="1134075"/>
                        <a:pt x="481081" y="1114037"/>
                      </a:cubicBezTo>
                      <a:cubicBezTo>
                        <a:pt x="479795" y="1105127"/>
                        <a:pt x="476515" y="1088636"/>
                        <a:pt x="468934" y="1073563"/>
                      </a:cubicBezTo>
                      <a:cubicBezTo>
                        <a:pt x="459225" y="1058224"/>
                        <a:pt x="447300" y="1046876"/>
                        <a:pt x="434356" y="1034552"/>
                      </a:cubicBezTo>
                      <a:cubicBezTo>
                        <a:pt x="426598" y="1027193"/>
                        <a:pt x="418574" y="1019568"/>
                        <a:pt x="410550" y="1010613"/>
                      </a:cubicBezTo>
                      <a:cubicBezTo>
                        <a:pt x="397916" y="996516"/>
                        <a:pt x="389227" y="981089"/>
                        <a:pt x="383154" y="966459"/>
                      </a:cubicBezTo>
                      <a:cubicBezTo>
                        <a:pt x="377701" y="955820"/>
                        <a:pt x="371229" y="948860"/>
                        <a:pt x="364446" y="941590"/>
                      </a:cubicBezTo>
                      <a:cubicBezTo>
                        <a:pt x="357486" y="934098"/>
                        <a:pt x="350260" y="926384"/>
                        <a:pt x="343433" y="914149"/>
                      </a:cubicBezTo>
                      <a:cubicBezTo>
                        <a:pt x="333370" y="896106"/>
                        <a:pt x="328582" y="879571"/>
                        <a:pt x="329070" y="868975"/>
                      </a:cubicBezTo>
                      <a:cubicBezTo>
                        <a:pt x="329070" y="868931"/>
                        <a:pt x="329025" y="868843"/>
                        <a:pt x="329025" y="868843"/>
                      </a:cubicBezTo>
                      <a:cubicBezTo>
                        <a:pt x="328981" y="866626"/>
                        <a:pt x="329070" y="859444"/>
                        <a:pt x="328227" y="855454"/>
                      </a:cubicBezTo>
                      <a:cubicBezTo>
                        <a:pt x="327607" y="852662"/>
                        <a:pt x="328316" y="848229"/>
                        <a:pt x="330754" y="848229"/>
                      </a:cubicBezTo>
                      <a:cubicBezTo>
                        <a:pt x="331818" y="848229"/>
                        <a:pt x="333193" y="849071"/>
                        <a:pt x="334966" y="851243"/>
                      </a:cubicBezTo>
                      <a:cubicBezTo>
                        <a:pt x="340817" y="858425"/>
                        <a:pt x="344364" y="863833"/>
                        <a:pt x="342014" y="865296"/>
                      </a:cubicBezTo>
                      <a:cubicBezTo>
                        <a:pt x="339754" y="866715"/>
                        <a:pt x="336473" y="863922"/>
                        <a:pt x="335631" y="874428"/>
                      </a:cubicBezTo>
                      <a:cubicBezTo>
                        <a:pt x="335764" y="884580"/>
                        <a:pt x="341438" y="896993"/>
                        <a:pt x="349196" y="910913"/>
                      </a:cubicBezTo>
                      <a:cubicBezTo>
                        <a:pt x="355624" y="922439"/>
                        <a:pt x="362540" y="929842"/>
                        <a:pt x="369278" y="937024"/>
                      </a:cubicBezTo>
                      <a:cubicBezTo>
                        <a:pt x="371406" y="939285"/>
                        <a:pt x="373489" y="941545"/>
                        <a:pt x="375529" y="943850"/>
                      </a:cubicBezTo>
                      <a:cubicBezTo>
                        <a:pt x="372027" y="930728"/>
                        <a:pt x="368569" y="920887"/>
                        <a:pt x="367948" y="913484"/>
                      </a:cubicBezTo>
                      <a:cubicBezTo>
                        <a:pt x="367549" y="911445"/>
                        <a:pt x="366795" y="908829"/>
                        <a:pt x="365155" y="906701"/>
                      </a:cubicBezTo>
                      <a:cubicBezTo>
                        <a:pt x="362673" y="903554"/>
                        <a:pt x="360367" y="892604"/>
                        <a:pt x="364313" y="892604"/>
                      </a:cubicBezTo>
                      <a:cubicBezTo>
                        <a:pt x="365200" y="892604"/>
                        <a:pt x="366352" y="893136"/>
                        <a:pt x="367904" y="894422"/>
                      </a:cubicBezTo>
                      <a:cubicBezTo>
                        <a:pt x="376504" y="901426"/>
                        <a:pt x="380494" y="906080"/>
                        <a:pt x="378454" y="908607"/>
                      </a:cubicBezTo>
                      <a:cubicBezTo>
                        <a:pt x="376460" y="911090"/>
                        <a:pt x="374908" y="910647"/>
                        <a:pt x="375085" y="917607"/>
                      </a:cubicBezTo>
                      <a:cubicBezTo>
                        <a:pt x="376504" y="929443"/>
                        <a:pt x="381912" y="946466"/>
                        <a:pt x="390291" y="965972"/>
                      </a:cubicBezTo>
                      <a:cubicBezTo>
                        <a:pt x="390778" y="966991"/>
                        <a:pt x="391266" y="967967"/>
                        <a:pt x="391709" y="969030"/>
                      </a:cubicBezTo>
                      <a:lnTo>
                        <a:pt x="391665" y="969075"/>
                      </a:lnTo>
                      <a:cubicBezTo>
                        <a:pt x="394857" y="976124"/>
                        <a:pt x="398669" y="983261"/>
                        <a:pt x="403324" y="990265"/>
                      </a:cubicBezTo>
                      <a:cubicBezTo>
                        <a:pt x="403634" y="983615"/>
                        <a:pt x="405319" y="977276"/>
                        <a:pt x="409885" y="973818"/>
                      </a:cubicBezTo>
                      <a:cubicBezTo>
                        <a:pt x="413520" y="971025"/>
                        <a:pt x="416889" y="966504"/>
                        <a:pt x="419416" y="962248"/>
                      </a:cubicBezTo>
                      <a:cubicBezTo>
                        <a:pt x="420214" y="960563"/>
                        <a:pt x="421057" y="957770"/>
                        <a:pt x="419594" y="955377"/>
                      </a:cubicBezTo>
                      <a:cubicBezTo>
                        <a:pt x="417554" y="952140"/>
                        <a:pt x="414185" y="946688"/>
                        <a:pt x="418352" y="946688"/>
                      </a:cubicBezTo>
                      <a:cubicBezTo>
                        <a:pt x="418929" y="946688"/>
                        <a:pt x="419638" y="946776"/>
                        <a:pt x="420480" y="946998"/>
                      </a:cubicBezTo>
                      <a:cubicBezTo>
                        <a:pt x="427750" y="948860"/>
                        <a:pt x="437193" y="954224"/>
                        <a:pt x="434799" y="958480"/>
                      </a:cubicBezTo>
                      <a:cubicBezTo>
                        <a:pt x="432450" y="962647"/>
                        <a:pt x="431208" y="957682"/>
                        <a:pt x="424869" y="966016"/>
                      </a:cubicBezTo>
                      <a:cubicBezTo>
                        <a:pt x="421943" y="970848"/>
                        <a:pt x="418973" y="975813"/>
                        <a:pt x="414895" y="979670"/>
                      </a:cubicBezTo>
                      <a:cubicBezTo>
                        <a:pt x="411747" y="982684"/>
                        <a:pt x="409131" y="989511"/>
                        <a:pt x="410328" y="999929"/>
                      </a:cubicBezTo>
                      <a:cubicBezTo>
                        <a:pt x="411969" y="1002013"/>
                        <a:pt x="413653" y="1004052"/>
                        <a:pt x="415471" y="1006091"/>
                      </a:cubicBezTo>
                      <a:cubicBezTo>
                        <a:pt x="423317" y="1014869"/>
                        <a:pt x="431208" y="1022361"/>
                        <a:pt x="438878" y="1029675"/>
                      </a:cubicBezTo>
                      <a:cubicBezTo>
                        <a:pt x="442158" y="1032778"/>
                        <a:pt x="445394" y="1035882"/>
                        <a:pt x="448586" y="1039029"/>
                      </a:cubicBezTo>
                      <a:cubicBezTo>
                        <a:pt x="452886" y="1042620"/>
                        <a:pt x="476781" y="1063234"/>
                        <a:pt x="485425" y="1085710"/>
                      </a:cubicBezTo>
                      <a:cubicBezTo>
                        <a:pt x="485514" y="1085887"/>
                        <a:pt x="485558" y="1085976"/>
                        <a:pt x="485602" y="1085976"/>
                      </a:cubicBezTo>
                      <a:cubicBezTo>
                        <a:pt x="486489" y="1085976"/>
                        <a:pt x="486134" y="1066381"/>
                        <a:pt x="489326" y="1051397"/>
                      </a:cubicBezTo>
                      <a:cubicBezTo>
                        <a:pt x="489991" y="1047807"/>
                        <a:pt x="490833" y="1044260"/>
                        <a:pt x="491853" y="1040714"/>
                      </a:cubicBezTo>
                      <a:lnTo>
                        <a:pt x="491809" y="1040714"/>
                      </a:lnTo>
                      <a:cubicBezTo>
                        <a:pt x="493715" y="1024045"/>
                        <a:pt x="482189" y="1004540"/>
                        <a:pt x="469954" y="992615"/>
                      </a:cubicBezTo>
                      <a:cubicBezTo>
                        <a:pt x="462417" y="985256"/>
                        <a:pt x="457851" y="977852"/>
                        <a:pt x="455280" y="972577"/>
                      </a:cubicBezTo>
                      <a:cubicBezTo>
                        <a:pt x="451202" y="965484"/>
                        <a:pt x="448852" y="965395"/>
                        <a:pt x="446236" y="962292"/>
                      </a:cubicBezTo>
                      <a:cubicBezTo>
                        <a:pt x="442025" y="957283"/>
                        <a:pt x="445838" y="955598"/>
                        <a:pt x="451556" y="955598"/>
                      </a:cubicBezTo>
                      <a:cubicBezTo>
                        <a:pt x="453551" y="955598"/>
                        <a:pt x="455768" y="955820"/>
                        <a:pt x="457984" y="956130"/>
                      </a:cubicBezTo>
                      <a:cubicBezTo>
                        <a:pt x="466540" y="957416"/>
                        <a:pt x="462905" y="961494"/>
                        <a:pt x="460954" y="964198"/>
                      </a:cubicBezTo>
                      <a:cubicBezTo>
                        <a:pt x="460023" y="965484"/>
                        <a:pt x="460334" y="967257"/>
                        <a:pt x="460866" y="968764"/>
                      </a:cubicBezTo>
                      <a:cubicBezTo>
                        <a:pt x="463082" y="973463"/>
                        <a:pt x="467338" y="980734"/>
                        <a:pt x="474653" y="987827"/>
                      </a:cubicBezTo>
                      <a:cubicBezTo>
                        <a:pt x="484494" y="997402"/>
                        <a:pt x="493848" y="1011588"/>
                        <a:pt x="497306" y="1025951"/>
                      </a:cubicBezTo>
                      <a:cubicBezTo>
                        <a:pt x="500320" y="1019036"/>
                        <a:pt x="503911" y="1012165"/>
                        <a:pt x="507945" y="1005426"/>
                      </a:cubicBezTo>
                      <a:lnTo>
                        <a:pt x="507901" y="1005382"/>
                      </a:lnTo>
                      <a:cubicBezTo>
                        <a:pt x="508211" y="1004850"/>
                        <a:pt x="508610" y="1004274"/>
                        <a:pt x="508965" y="1003697"/>
                      </a:cubicBezTo>
                      <a:cubicBezTo>
                        <a:pt x="518452" y="988137"/>
                        <a:pt x="530155" y="972976"/>
                        <a:pt x="541947" y="958258"/>
                      </a:cubicBezTo>
                      <a:cubicBezTo>
                        <a:pt x="555424" y="941457"/>
                        <a:pt x="565442" y="937511"/>
                        <a:pt x="565265" y="928335"/>
                      </a:cubicBezTo>
                      <a:cubicBezTo>
                        <a:pt x="565265" y="928202"/>
                        <a:pt x="565265" y="928113"/>
                        <a:pt x="565265" y="927936"/>
                      </a:cubicBezTo>
                      <a:cubicBezTo>
                        <a:pt x="565309" y="920399"/>
                        <a:pt x="557020" y="923281"/>
                        <a:pt x="554049" y="921818"/>
                      </a:cubicBezTo>
                      <a:cubicBezTo>
                        <a:pt x="547799" y="918715"/>
                        <a:pt x="560389" y="911799"/>
                        <a:pt x="567925" y="907100"/>
                      </a:cubicBezTo>
                      <a:cubicBezTo>
                        <a:pt x="569166" y="906346"/>
                        <a:pt x="570097" y="905992"/>
                        <a:pt x="570807" y="905992"/>
                      </a:cubicBezTo>
                      <a:cubicBezTo>
                        <a:pt x="574397" y="905992"/>
                        <a:pt x="571915" y="914592"/>
                        <a:pt x="571338" y="916764"/>
                      </a:cubicBezTo>
                      <a:cubicBezTo>
                        <a:pt x="571028" y="917961"/>
                        <a:pt x="571117" y="920089"/>
                        <a:pt x="571294" y="922040"/>
                      </a:cubicBezTo>
                      <a:cubicBezTo>
                        <a:pt x="571516" y="923237"/>
                        <a:pt x="571649" y="924478"/>
                        <a:pt x="571737" y="925808"/>
                      </a:cubicBezTo>
                      <a:cubicBezTo>
                        <a:pt x="571782" y="926118"/>
                        <a:pt x="571826" y="926384"/>
                        <a:pt x="571826" y="926384"/>
                      </a:cubicBezTo>
                      <a:cubicBezTo>
                        <a:pt x="571826" y="926384"/>
                        <a:pt x="571782" y="926428"/>
                        <a:pt x="571782" y="926428"/>
                      </a:cubicBezTo>
                      <a:cubicBezTo>
                        <a:pt x="572447" y="937156"/>
                        <a:pt x="562517" y="943230"/>
                        <a:pt x="547134" y="962381"/>
                      </a:cubicBezTo>
                      <a:cubicBezTo>
                        <a:pt x="542080" y="968676"/>
                        <a:pt x="537071" y="975059"/>
                        <a:pt x="532239" y="981487"/>
                      </a:cubicBezTo>
                      <a:cubicBezTo>
                        <a:pt x="543986" y="973065"/>
                        <a:pt x="556709" y="965883"/>
                        <a:pt x="563980" y="961982"/>
                      </a:cubicBezTo>
                      <a:cubicBezTo>
                        <a:pt x="585347" y="950544"/>
                        <a:pt x="602636" y="929975"/>
                        <a:pt x="608045" y="909538"/>
                      </a:cubicBezTo>
                      <a:cubicBezTo>
                        <a:pt x="611813" y="895131"/>
                        <a:pt x="608975" y="881565"/>
                        <a:pt x="608710" y="866094"/>
                      </a:cubicBezTo>
                      <a:cubicBezTo>
                        <a:pt x="607912" y="857582"/>
                        <a:pt x="604188" y="860553"/>
                        <a:pt x="601572" y="856474"/>
                      </a:cubicBezTo>
                      <a:cubicBezTo>
                        <a:pt x="598602" y="851864"/>
                        <a:pt x="603301" y="850534"/>
                        <a:pt x="613054" y="843929"/>
                      </a:cubicBezTo>
                      <a:cubicBezTo>
                        <a:pt x="615226" y="842466"/>
                        <a:pt x="616822" y="841845"/>
                        <a:pt x="617975" y="841845"/>
                      </a:cubicBezTo>
                      <a:cubicBezTo>
                        <a:pt x="622009" y="841845"/>
                        <a:pt x="620457" y="849292"/>
                        <a:pt x="617975" y="853681"/>
                      </a:cubicBezTo>
                      <a:cubicBezTo>
                        <a:pt x="616068" y="857006"/>
                        <a:pt x="615492" y="860464"/>
                        <a:pt x="615315" y="862725"/>
                      </a:cubicBezTo>
                      <a:cubicBezTo>
                        <a:pt x="615669" y="877753"/>
                        <a:pt x="618773" y="894776"/>
                        <a:pt x="614472" y="911179"/>
                      </a:cubicBezTo>
                      <a:cubicBezTo>
                        <a:pt x="608665" y="933344"/>
                        <a:pt x="590046" y="955554"/>
                        <a:pt x="567127" y="967834"/>
                      </a:cubicBezTo>
                      <a:cubicBezTo>
                        <a:pt x="541504" y="981532"/>
                        <a:pt x="522441" y="995629"/>
                        <a:pt x="515171" y="1006224"/>
                      </a:cubicBezTo>
                      <a:cubicBezTo>
                        <a:pt x="508300" y="1017396"/>
                        <a:pt x="502625" y="1028789"/>
                        <a:pt x="498990" y="1040226"/>
                      </a:cubicBezTo>
                      <a:cubicBezTo>
                        <a:pt x="497350" y="1049225"/>
                        <a:pt x="494247" y="1073740"/>
                        <a:pt x="498857" y="1113505"/>
                      </a:cubicBezTo>
                      <a:cubicBezTo>
                        <a:pt x="501473" y="1135183"/>
                        <a:pt x="504487" y="1176677"/>
                        <a:pt x="497128" y="1219323"/>
                      </a:cubicBezTo>
                      <a:cubicBezTo>
                        <a:pt x="492385" y="1246764"/>
                        <a:pt x="475717" y="1285686"/>
                        <a:pt x="458073" y="1326870"/>
                      </a:cubicBezTo>
                      <a:cubicBezTo>
                        <a:pt x="436572" y="1377053"/>
                        <a:pt x="412190" y="1433929"/>
                        <a:pt x="407004" y="1476620"/>
                      </a:cubicBezTo>
                      <a:cubicBezTo>
                        <a:pt x="397694" y="1553401"/>
                        <a:pt x="384528" y="1603584"/>
                        <a:pt x="484849" y="1661347"/>
                      </a:cubicBezTo>
                      <a:cubicBezTo>
                        <a:pt x="531441" y="1665869"/>
                        <a:pt x="573599" y="1672652"/>
                        <a:pt x="606626" y="1682493"/>
                      </a:cubicBezTo>
                      <a:lnTo>
                        <a:pt x="620590" y="1686660"/>
                      </a:lnTo>
                      <a:cubicBezTo>
                        <a:pt x="790200" y="1737197"/>
                        <a:pt x="882941" y="1764860"/>
                        <a:pt x="995586" y="1764860"/>
                      </a:cubicBezTo>
                      <a:cubicBezTo>
                        <a:pt x="1006713" y="1764860"/>
                        <a:pt x="1018017" y="1764594"/>
                        <a:pt x="1029632" y="1764062"/>
                      </a:cubicBezTo>
                      <a:cubicBezTo>
                        <a:pt x="1037833" y="1763663"/>
                        <a:pt x="1047409" y="1763485"/>
                        <a:pt x="1058181" y="1763485"/>
                      </a:cubicBezTo>
                      <a:cubicBezTo>
                        <a:pt x="1090720" y="1763485"/>
                        <a:pt x="1133943" y="1765082"/>
                        <a:pt x="1182441" y="1767520"/>
                      </a:cubicBezTo>
                      <a:cubicBezTo>
                        <a:pt x="1150345" y="1736400"/>
                        <a:pt x="1105128" y="1674957"/>
                        <a:pt x="1113816" y="1580931"/>
                      </a:cubicBezTo>
                      <a:cubicBezTo>
                        <a:pt x="1122949" y="1482028"/>
                        <a:pt x="1142809" y="1432067"/>
                        <a:pt x="1163866" y="1379136"/>
                      </a:cubicBezTo>
                      <a:cubicBezTo>
                        <a:pt x="1172023" y="1358655"/>
                        <a:pt x="1180402" y="1337465"/>
                        <a:pt x="1188647" y="1312551"/>
                      </a:cubicBezTo>
                      <a:cubicBezTo>
                        <a:pt x="1195119" y="1270259"/>
                        <a:pt x="1189268" y="1229962"/>
                        <a:pt x="1171846" y="1198222"/>
                      </a:cubicBezTo>
                      <a:cubicBezTo>
                        <a:pt x="1156153" y="1169584"/>
                        <a:pt x="1138775" y="1146133"/>
                        <a:pt x="1121929" y="1123435"/>
                      </a:cubicBezTo>
                      <a:cubicBezTo>
                        <a:pt x="1119358" y="1119977"/>
                        <a:pt x="1116831" y="1116564"/>
                        <a:pt x="1114348" y="1113150"/>
                      </a:cubicBezTo>
                      <a:cubicBezTo>
                        <a:pt x="1113994" y="1112973"/>
                        <a:pt x="1113728" y="1112840"/>
                        <a:pt x="1113728" y="1112840"/>
                      </a:cubicBezTo>
                      <a:cubicBezTo>
                        <a:pt x="1113728" y="1112840"/>
                        <a:pt x="1081854" y="1062525"/>
                        <a:pt x="1051266" y="1050156"/>
                      </a:cubicBezTo>
                      <a:cubicBezTo>
                        <a:pt x="1017530" y="1036502"/>
                        <a:pt x="982641" y="1016598"/>
                        <a:pt x="977321" y="975148"/>
                      </a:cubicBezTo>
                      <a:cubicBezTo>
                        <a:pt x="973420" y="944560"/>
                        <a:pt x="992704" y="917296"/>
                        <a:pt x="1020987" y="917341"/>
                      </a:cubicBezTo>
                      <a:cubicBezTo>
                        <a:pt x="1031006" y="917341"/>
                        <a:pt x="1042178" y="920754"/>
                        <a:pt x="1053837" y="928689"/>
                      </a:cubicBezTo>
                      <a:cubicBezTo>
                        <a:pt x="1093469" y="955687"/>
                        <a:pt x="1093823" y="1003742"/>
                        <a:pt x="1093247" y="1016598"/>
                      </a:cubicBezTo>
                      <a:cubicBezTo>
                        <a:pt x="1092671" y="1029454"/>
                        <a:pt x="1096394" y="1063588"/>
                        <a:pt x="1120954" y="1099496"/>
                      </a:cubicBezTo>
                      <a:cubicBezTo>
                        <a:pt x="1121087" y="1099674"/>
                        <a:pt x="1121131" y="1099807"/>
                        <a:pt x="1121264" y="1099984"/>
                      </a:cubicBezTo>
                      <a:cubicBezTo>
                        <a:pt x="1124944" y="1105038"/>
                        <a:pt x="1128712" y="1110180"/>
                        <a:pt x="1132657" y="1115500"/>
                      </a:cubicBezTo>
                      <a:cubicBezTo>
                        <a:pt x="1148927" y="1137488"/>
                        <a:pt x="1167368" y="1162402"/>
                        <a:pt x="1183505" y="1191794"/>
                      </a:cubicBezTo>
                      <a:cubicBezTo>
                        <a:pt x="1195119" y="1212939"/>
                        <a:pt x="1201991" y="1237499"/>
                        <a:pt x="1203941" y="1263831"/>
                      </a:cubicBezTo>
                      <a:cubicBezTo>
                        <a:pt x="1225531" y="1190863"/>
                        <a:pt x="1244061" y="1100693"/>
                        <a:pt x="1224334" y="969961"/>
                      </a:cubicBezTo>
                      <a:cubicBezTo>
                        <a:pt x="1220787" y="953692"/>
                        <a:pt x="1212896" y="929886"/>
                        <a:pt x="1195740" y="915656"/>
                      </a:cubicBezTo>
                      <a:cubicBezTo>
                        <a:pt x="1167723" y="892427"/>
                        <a:pt x="1143784" y="859622"/>
                        <a:pt x="1153714" y="819103"/>
                      </a:cubicBezTo>
                      <a:cubicBezTo>
                        <a:pt x="1159699" y="794810"/>
                        <a:pt x="1179160" y="778053"/>
                        <a:pt x="1200351" y="778053"/>
                      </a:cubicBezTo>
                      <a:cubicBezTo>
                        <a:pt x="1214536" y="778053"/>
                        <a:pt x="1229520" y="785544"/>
                        <a:pt x="1241756" y="803277"/>
                      </a:cubicBezTo>
                      <a:cubicBezTo>
                        <a:pt x="1269019" y="842732"/>
                        <a:pt x="1252085" y="887683"/>
                        <a:pt x="1246898" y="899475"/>
                      </a:cubicBezTo>
                      <a:cubicBezTo>
                        <a:pt x="1242687" y="909095"/>
                        <a:pt x="1240204" y="939595"/>
                        <a:pt x="1241844" y="967523"/>
                      </a:cubicBezTo>
                      <a:cubicBezTo>
                        <a:pt x="1253858" y="1047142"/>
                        <a:pt x="1252040" y="1112042"/>
                        <a:pt x="1243972" y="1167234"/>
                      </a:cubicBezTo>
                      <a:cubicBezTo>
                        <a:pt x="1255498" y="1152782"/>
                        <a:pt x="1272167" y="1137621"/>
                        <a:pt x="1295706" y="1126627"/>
                      </a:cubicBezTo>
                      <a:cubicBezTo>
                        <a:pt x="1316941" y="1116741"/>
                        <a:pt x="1342032" y="1104417"/>
                        <a:pt x="1364597" y="1090586"/>
                      </a:cubicBezTo>
                      <a:lnTo>
                        <a:pt x="1364508" y="1090586"/>
                      </a:lnTo>
                      <a:cubicBezTo>
                        <a:pt x="1364508" y="1090586"/>
                        <a:pt x="1364774" y="1090453"/>
                        <a:pt x="1365173" y="1090231"/>
                      </a:cubicBezTo>
                      <a:cubicBezTo>
                        <a:pt x="1365882" y="1089788"/>
                        <a:pt x="1366592" y="1089389"/>
                        <a:pt x="1367257" y="1088946"/>
                      </a:cubicBezTo>
                      <a:cubicBezTo>
                        <a:pt x="1373685" y="1084734"/>
                        <a:pt x="1388713" y="1071790"/>
                        <a:pt x="1384191" y="1044881"/>
                      </a:cubicBezTo>
                      <a:cubicBezTo>
                        <a:pt x="1378472" y="1010968"/>
                        <a:pt x="1379758" y="984059"/>
                        <a:pt x="1411455" y="962159"/>
                      </a:cubicBezTo>
                      <a:cubicBezTo>
                        <a:pt x="1423513" y="953825"/>
                        <a:pt x="1436812" y="949170"/>
                        <a:pt x="1448781" y="949170"/>
                      </a:cubicBezTo>
                      <a:cubicBezTo>
                        <a:pt x="1468287" y="949170"/>
                        <a:pt x="1484290" y="961494"/>
                        <a:pt x="1485532" y="990132"/>
                      </a:cubicBezTo>
                      <a:cubicBezTo>
                        <a:pt x="1487571" y="1036369"/>
                        <a:pt x="1457337" y="1052063"/>
                        <a:pt x="1444082" y="1059599"/>
                      </a:cubicBezTo>
                      <a:cubicBezTo>
                        <a:pt x="1430827" y="1067135"/>
                        <a:pt x="1417351" y="1070105"/>
                        <a:pt x="1389333" y="1090364"/>
                      </a:cubicBezTo>
                      <a:lnTo>
                        <a:pt x="1389245" y="1090364"/>
                      </a:lnTo>
                      <a:cubicBezTo>
                        <a:pt x="1367744" y="1105348"/>
                        <a:pt x="1338885" y="1121174"/>
                        <a:pt x="1301292" y="1138641"/>
                      </a:cubicBezTo>
                      <a:cubicBezTo>
                        <a:pt x="1263744" y="1156107"/>
                        <a:pt x="1245391" y="1186031"/>
                        <a:pt x="1237722" y="1202433"/>
                      </a:cubicBezTo>
                      <a:cubicBezTo>
                        <a:pt x="1229343" y="1243262"/>
                        <a:pt x="1218039" y="1278682"/>
                        <a:pt x="1207665" y="1311221"/>
                      </a:cubicBezTo>
                      <a:cubicBezTo>
                        <a:pt x="1198577" y="1339682"/>
                        <a:pt x="1189268" y="1363088"/>
                        <a:pt x="1180269" y="1385653"/>
                      </a:cubicBezTo>
                      <a:cubicBezTo>
                        <a:pt x="1158812" y="1439604"/>
                        <a:pt x="1140282" y="1486196"/>
                        <a:pt x="1131371" y="1582527"/>
                      </a:cubicBezTo>
                      <a:cubicBezTo>
                        <a:pt x="1121530" y="1689054"/>
                        <a:pt x="1184391" y="1748901"/>
                        <a:pt x="1210547" y="1768939"/>
                      </a:cubicBezTo>
                      <a:cubicBezTo>
                        <a:pt x="1256562" y="1771421"/>
                        <a:pt x="1306124" y="1774480"/>
                        <a:pt x="1355066" y="1777494"/>
                      </a:cubicBezTo>
                      <a:cubicBezTo>
                        <a:pt x="1399530" y="1780243"/>
                        <a:pt x="1442132" y="1782858"/>
                        <a:pt x="1480788" y="1784986"/>
                      </a:cubicBezTo>
                      <a:cubicBezTo>
                        <a:pt x="1469528" y="1773283"/>
                        <a:pt x="1463012" y="1755019"/>
                        <a:pt x="1455342" y="1735779"/>
                      </a:cubicBezTo>
                      <a:cubicBezTo>
                        <a:pt x="1451485" y="1726115"/>
                        <a:pt x="1446831" y="1719155"/>
                        <a:pt x="1442309" y="1712461"/>
                      </a:cubicBezTo>
                      <a:cubicBezTo>
                        <a:pt x="1432246" y="1697477"/>
                        <a:pt x="1422759" y="1683291"/>
                        <a:pt x="1423424" y="1643836"/>
                      </a:cubicBezTo>
                      <a:cubicBezTo>
                        <a:pt x="1423779" y="1622513"/>
                        <a:pt x="1429675" y="1610322"/>
                        <a:pt x="1434019" y="1601412"/>
                      </a:cubicBezTo>
                      <a:cubicBezTo>
                        <a:pt x="1434551" y="1600303"/>
                        <a:pt x="1435039" y="1599284"/>
                        <a:pt x="1435526" y="1598264"/>
                      </a:cubicBezTo>
                      <a:cubicBezTo>
                        <a:pt x="1436280" y="1596624"/>
                        <a:pt x="1436901" y="1595117"/>
                        <a:pt x="1437521" y="1593609"/>
                      </a:cubicBezTo>
                      <a:cubicBezTo>
                        <a:pt x="1437964" y="1591570"/>
                        <a:pt x="1438319" y="1588822"/>
                        <a:pt x="1437831" y="1585940"/>
                      </a:cubicBezTo>
                      <a:cubicBezTo>
                        <a:pt x="1436989" y="1581064"/>
                        <a:pt x="1435881" y="1558943"/>
                        <a:pt x="1445678" y="1558943"/>
                      </a:cubicBezTo>
                      <a:cubicBezTo>
                        <a:pt x="1445678" y="1558943"/>
                        <a:pt x="1445722" y="1558943"/>
                        <a:pt x="1445722" y="1558943"/>
                      </a:cubicBezTo>
                      <a:cubicBezTo>
                        <a:pt x="1455564" y="1559031"/>
                        <a:pt x="1450776" y="1576542"/>
                        <a:pt x="1450244" y="1582527"/>
                      </a:cubicBezTo>
                      <a:cubicBezTo>
                        <a:pt x="1449756" y="1587846"/>
                        <a:pt x="1445057" y="1595604"/>
                        <a:pt x="1442176" y="1599638"/>
                      </a:cubicBezTo>
                      <a:cubicBezTo>
                        <a:pt x="1441954" y="1600126"/>
                        <a:pt x="1441821" y="1600569"/>
                        <a:pt x="1441600" y="1601057"/>
                      </a:cubicBezTo>
                      <a:cubicBezTo>
                        <a:pt x="1441112" y="1602077"/>
                        <a:pt x="1440580" y="1603185"/>
                        <a:pt x="1440048" y="1604293"/>
                      </a:cubicBezTo>
                      <a:cubicBezTo>
                        <a:pt x="1435970" y="1612672"/>
                        <a:pt x="1430428" y="1624109"/>
                        <a:pt x="1430118" y="1643925"/>
                      </a:cubicBezTo>
                      <a:cubicBezTo>
                        <a:pt x="1429542" y="1681296"/>
                        <a:pt x="1438053" y="1694019"/>
                        <a:pt x="1447895" y="1708737"/>
                      </a:cubicBezTo>
                      <a:cubicBezTo>
                        <a:pt x="1448648" y="1709889"/>
                        <a:pt x="1449402" y="1711042"/>
                        <a:pt x="1450200" y="1712195"/>
                      </a:cubicBezTo>
                      <a:cubicBezTo>
                        <a:pt x="1448116" y="1700624"/>
                        <a:pt x="1446299" y="1687015"/>
                        <a:pt x="1447052" y="1676819"/>
                      </a:cubicBezTo>
                      <a:cubicBezTo>
                        <a:pt x="1448338" y="1659485"/>
                        <a:pt x="1451618" y="1647738"/>
                        <a:pt x="1454278" y="1638295"/>
                      </a:cubicBezTo>
                      <a:cubicBezTo>
                        <a:pt x="1454677" y="1636788"/>
                        <a:pt x="1455076" y="1635414"/>
                        <a:pt x="1455431" y="1634039"/>
                      </a:cubicBezTo>
                      <a:cubicBezTo>
                        <a:pt x="1455786" y="1632532"/>
                        <a:pt x="1456849" y="1627168"/>
                        <a:pt x="1454411" y="1622336"/>
                      </a:cubicBezTo>
                      <a:cubicBezTo>
                        <a:pt x="1451175" y="1615908"/>
                        <a:pt x="1450377" y="1598486"/>
                        <a:pt x="1458933" y="1598309"/>
                      </a:cubicBezTo>
                      <a:cubicBezTo>
                        <a:pt x="1458977" y="1598309"/>
                        <a:pt x="1459022" y="1598309"/>
                        <a:pt x="1459066" y="1598309"/>
                      </a:cubicBezTo>
                      <a:cubicBezTo>
                        <a:pt x="1467489" y="1598309"/>
                        <a:pt x="1467666" y="1615021"/>
                        <a:pt x="1466381" y="1619853"/>
                      </a:cubicBezTo>
                      <a:cubicBezTo>
                        <a:pt x="1465272" y="1624020"/>
                        <a:pt x="1462346" y="1635015"/>
                        <a:pt x="1460795" y="1639581"/>
                      </a:cubicBezTo>
                      <a:cubicBezTo>
                        <a:pt x="1460751" y="1639758"/>
                        <a:pt x="1460706" y="1639891"/>
                        <a:pt x="1460662" y="1640068"/>
                      </a:cubicBezTo>
                      <a:cubicBezTo>
                        <a:pt x="1458091" y="1649245"/>
                        <a:pt x="1454943" y="1660638"/>
                        <a:pt x="1453658" y="1677306"/>
                      </a:cubicBezTo>
                      <a:cubicBezTo>
                        <a:pt x="1452195" y="1696723"/>
                        <a:pt x="1460972" y="1731035"/>
                        <a:pt x="1461593" y="1733474"/>
                      </a:cubicBezTo>
                      <a:cubicBezTo>
                        <a:pt x="1470060" y="1754575"/>
                        <a:pt x="1480035" y="1775012"/>
                        <a:pt x="1490718" y="1785518"/>
                      </a:cubicBezTo>
                      <a:cubicBezTo>
                        <a:pt x="1499097" y="1785962"/>
                        <a:pt x="1507342" y="1786405"/>
                        <a:pt x="1515278" y="1786804"/>
                      </a:cubicBezTo>
                      <a:cubicBezTo>
                        <a:pt x="1542586" y="1788134"/>
                        <a:pt x="1578494" y="1788843"/>
                        <a:pt x="1619943" y="1788843"/>
                      </a:cubicBezTo>
                      <a:cubicBezTo>
                        <a:pt x="1629607" y="1788843"/>
                        <a:pt x="1639582" y="1788799"/>
                        <a:pt x="1649778" y="1788710"/>
                      </a:cubicBezTo>
                      <a:cubicBezTo>
                        <a:pt x="1654388" y="1784986"/>
                        <a:pt x="1659708" y="1779755"/>
                        <a:pt x="1664762" y="1772440"/>
                      </a:cubicBezTo>
                      <a:cubicBezTo>
                        <a:pt x="1676731" y="1755063"/>
                        <a:pt x="1689676" y="1722302"/>
                        <a:pt x="1684755" y="1664317"/>
                      </a:cubicBezTo>
                      <a:cubicBezTo>
                        <a:pt x="1684445" y="1661968"/>
                        <a:pt x="1683824" y="1657889"/>
                        <a:pt x="1683425" y="1655673"/>
                      </a:cubicBezTo>
                      <a:cubicBezTo>
                        <a:pt x="1682804" y="1652481"/>
                        <a:pt x="1682671" y="1634482"/>
                        <a:pt x="1690163" y="1628010"/>
                      </a:cubicBezTo>
                      <a:cubicBezTo>
                        <a:pt x="1692734" y="1625794"/>
                        <a:pt x="1694818" y="1624818"/>
                        <a:pt x="1696370" y="1624818"/>
                      </a:cubicBezTo>
                      <a:cubicBezTo>
                        <a:pt x="1699384" y="1624818"/>
                        <a:pt x="1700758" y="1628276"/>
                        <a:pt x="1701024" y="1633153"/>
                      </a:cubicBezTo>
                      <a:cubicBezTo>
                        <a:pt x="1701379" y="1640600"/>
                        <a:pt x="1699295" y="1646718"/>
                        <a:pt x="1697035" y="1650486"/>
                      </a:cubicBezTo>
                      <a:cubicBezTo>
                        <a:pt x="1694818" y="1654121"/>
                        <a:pt x="1693000" y="1655185"/>
                        <a:pt x="1693798" y="1665913"/>
                      </a:cubicBezTo>
                      <a:cubicBezTo>
                        <a:pt x="1699207" y="1735114"/>
                        <a:pt x="1680322" y="1770800"/>
                        <a:pt x="1663254" y="1788577"/>
                      </a:cubicBezTo>
                      <a:cubicBezTo>
                        <a:pt x="1720220" y="1788001"/>
                        <a:pt x="1784500" y="1786272"/>
                        <a:pt x="1849755" y="1783302"/>
                      </a:cubicBezTo>
                      <a:cubicBezTo>
                        <a:pt x="1864473" y="1774169"/>
                        <a:pt x="1885220" y="1755196"/>
                        <a:pt x="1907075" y="1715830"/>
                      </a:cubicBezTo>
                      <a:cubicBezTo>
                        <a:pt x="1927290" y="1672607"/>
                        <a:pt x="1907695" y="1644634"/>
                        <a:pt x="1901400" y="1630980"/>
                      </a:cubicBezTo>
                      <a:cubicBezTo>
                        <a:pt x="1894751" y="1616617"/>
                        <a:pt x="1863808" y="1563154"/>
                        <a:pt x="1888500" y="1497589"/>
                      </a:cubicBezTo>
                      <a:cubicBezTo>
                        <a:pt x="1910532" y="1439072"/>
                        <a:pt x="1972685" y="1398464"/>
                        <a:pt x="2019631" y="1398464"/>
                      </a:cubicBezTo>
                      <a:cubicBezTo>
                        <a:pt x="2025305" y="1398464"/>
                        <a:pt x="2030802" y="1399041"/>
                        <a:pt x="2035945" y="1400282"/>
                      </a:cubicBezTo>
                      <a:cubicBezTo>
                        <a:pt x="2083468" y="1411719"/>
                        <a:pt x="2112238" y="1465493"/>
                        <a:pt x="2098984" y="1544402"/>
                      </a:cubicBezTo>
                      <a:cubicBezTo>
                        <a:pt x="2085729" y="1623267"/>
                        <a:pt x="2037807" y="1646496"/>
                        <a:pt x="1988777" y="1664938"/>
                      </a:cubicBezTo>
                      <a:cubicBezTo>
                        <a:pt x="1953002" y="1678415"/>
                        <a:pt x="1938860" y="1694551"/>
                        <a:pt x="1933806" y="1702309"/>
                      </a:cubicBezTo>
                      <a:cubicBezTo>
                        <a:pt x="1917448" y="1736532"/>
                        <a:pt x="1899272" y="1763442"/>
                        <a:pt x="1880033" y="1781927"/>
                      </a:cubicBezTo>
                      <a:cubicBezTo>
                        <a:pt x="2009036" y="1775411"/>
                        <a:pt x="2138039" y="1764151"/>
                        <a:pt x="2218721" y="1747571"/>
                      </a:cubicBezTo>
                      <a:cubicBezTo>
                        <a:pt x="2368205" y="1716849"/>
                        <a:pt x="2563749" y="1714057"/>
                        <a:pt x="2647224" y="1712860"/>
                      </a:cubicBezTo>
                      <a:cubicBezTo>
                        <a:pt x="2649352" y="1712815"/>
                        <a:pt x="2651392" y="1712815"/>
                        <a:pt x="2653386" y="1712771"/>
                      </a:cubicBezTo>
                      <a:cubicBezTo>
                        <a:pt x="2629936" y="1697344"/>
                        <a:pt x="2619074" y="1674957"/>
                        <a:pt x="2622842" y="1647383"/>
                      </a:cubicBezTo>
                      <a:cubicBezTo>
                        <a:pt x="2625325" y="1629251"/>
                        <a:pt x="2632108" y="1612982"/>
                        <a:pt x="2638713" y="1597200"/>
                      </a:cubicBezTo>
                      <a:cubicBezTo>
                        <a:pt x="2645629" y="1580665"/>
                        <a:pt x="2652012" y="1565371"/>
                        <a:pt x="2653519" y="1549101"/>
                      </a:cubicBezTo>
                      <a:cubicBezTo>
                        <a:pt x="2653519" y="1548924"/>
                        <a:pt x="2653519" y="1548791"/>
                        <a:pt x="2653519" y="1548613"/>
                      </a:cubicBezTo>
                      <a:cubicBezTo>
                        <a:pt x="2652367" y="1499628"/>
                        <a:pt x="2627098" y="1489210"/>
                        <a:pt x="2603647" y="1489210"/>
                      </a:cubicBezTo>
                      <a:cubicBezTo>
                        <a:pt x="2591722" y="1489210"/>
                        <a:pt x="2580240" y="1491914"/>
                        <a:pt x="2572704" y="1493554"/>
                      </a:cubicBezTo>
                      <a:cubicBezTo>
                        <a:pt x="2569113" y="1494352"/>
                        <a:pt x="2565567" y="1494707"/>
                        <a:pt x="2562109" y="1494707"/>
                      </a:cubicBezTo>
                      <a:cubicBezTo>
                        <a:pt x="2543978" y="1494707"/>
                        <a:pt x="2528063" y="1485220"/>
                        <a:pt x="2520881" y="1480078"/>
                      </a:cubicBezTo>
                      <a:cubicBezTo>
                        <a:pt x="2512281" y="1473916"/>
                        <a:pt x="2494593" y="1465582"/>
                        <a:pt x="2494593" y="1465582"/>
                      </a:cubicBezTo>
                      <a:cubicBezTo>
                        <a:pt x="2495347" y="1465582"/>
                        <a:pt x="2496100" y="1465582"/>
                        <a:pt x="2496854" y="1465582"/>
                      </a:cubicBezTo>
                      <a:cubicBezTo>
                        <a:pt x="2553952" y="1465582"/>
                        <a:pt x="2530412" y="1446785"/>
                        <a:pt x="2583787" y="1419610"/>
                      </a:cubicBezTo>
                      <a:cubicBezTo>
                        <a:pt x="2604090" y="1409281"/>
                        <a:pt x="2622754" y="1405824"/>
                        <a:pt x="2638713" y="1405824"/>
                      </a:cubicBezTo>
                      <a:cubicBezTo>
                        <a:pt x="2665267" y="1405824"/>
                        <a:pt x="2684285" y="1415443"/>
                        <a:pt x="2690403" y="1419123"/>
                      </a:cubicBezTo>
                      <a:cubicBezTo>
                        <a:pt x="2700244" y="1425019"/>
                        <a:pt x="2724050" y="1423068"/>
                        <a:pt x="2734157" y="1425285"/>
                      </a:cubicBezTo>
                      <a:cubicBezTo>
                        <a:pt x="2742403" y="1427102"/>
                        <a:pt x="2771041" y="1427280"/>
                        <a:pt x="2781193" y="1427280"/>
                      </a:cubicBezTo>
                      <a:cubicBezTo>
                        <a:pt x="2783454" y="1427280"/>
                        <a:pt x="2784784" y="1427280"/>
                        <a:pt x="2784784" y="1427280"/>
                      </a:cubicBezTo>
                      <a:cubicBezTo>
                        <a:pt x="2784784" y="1427280"/>
                        <a:pt x="2776937" y="1431935"/>
                        <a:pt x="2767849" y="1434639"/>
                      </a:cubicBezTo>
                      <a:cubicBezTo>
                        <a:pt x="2758761" y="1437343"/>
                        <a:pt x="2755569" y="1441510"/>
                        <a:pt x="2745506" y="1450864"/>
                      </a:cubicBezTo>
                      <a:cubicBezTo>
                        <a:pt x="2735443" y="1460217"/>
                        <a:pt x="2708667" y="1468064"/>
                        <a:pt x="2688984" y="1470502"/>
                      </a:cubicBezTo>
                      <a:cubicBezTo>
                        <a:pt x="2669346" y="1472941"/>
                        <a:pt x="2663671" y="1485752"/>
                        <a:pt x="2668858" y="1507829"/>
                      </a:cubicBezTo>
                      <a:cubicBezTo>
                        <a:pt x="2674000" y="1529950"/>
                        <a:pt x="2672227" y="1545111"/>
                        <a:pt x="2670809" y="1555751"/>
                      </a:cubicBezTo>
                      <a:cubicBezTo>
                        <a:pt x="2670809" y="1555751"/>
                        <a:pt x="2670676" y="1556371"/>
                        <a:pt x="2670410" y="1557391"/>
                      </a:cubicBezTo>
                      <a:cubicBezTo>
                        <a:pt x="2667794" y="1573882"/>
                        <a:pt x="2661455" y="1589088"/>
                        <a:pt x="2655204" y="1604071"/>
                      </a:cubicBezTo>
                      <a:cubicBezTo>
                        <a:pt x="2648776" y="1619454"/>
                        <a:pt x="2642703" y="1633995"/>
                        <a:pt x="2640530" y="1649821"/>
                      </a:cubicBezTo>
                      <a:cubicBezTo>
                        <a:pt x="2635565" y="1686261"/>
                        <a:pt x="2664159" y="1703506"/>
                        <a:pt x="2695191" y="1711618"/>
                      </a:cubicBezTo>
                      <a:cubicBezTo>
                        <a:pt x="2876682" y="1700935"/>
                        <a:pt x="2956610" y="1607219"/>
                        <a:pt x="2983431" y="1575744"/>
                      </a:cubicBezTo>
                      <a:cubicBezTo>
                        <a:pt x="3050636" y="1496879"/>
                        <a:pt x="3159469" y="1417704"/>
                        <a:pt x="3255445" y="1347839"/>
                      </a:cubicBezTo>
                      <a:cubicBezTo>
                        <a:pt x="3322385" y="1299119"/>
                        <a:pt x="3380237" y="1257049"/>
                        <a:pt x="3406037" y="1227569"/>
                      </a:cubicBezTo>
                      <a:cubicBezTo>
                        <a:pt x="3416411" y="1215688"/>
                        <a:pt x="3427050" y="1203275"/>
                        <a:pt x="3437956" y="1190508"/>
                      </a:cubicBezTo>
                      <a:cubicBezTo>
                        <a:pt x="3449570" y="1176943"/>
                        <a:pt x="3461495" y="1163023"/>
                        <a:pt x="3473731" y="1149014"/>
                      </a:cubicBezTo>
                      <a:cubicBezTo>
                        <a:pt x="3489912" y="1119445"/>
                        <a:pt x="3509240" y="1070726"/>
                        <a:pt x="3507023" y="1009150"/>
                      </a:cubicBezTo>
                      <a:cubicBezTo>
                        <a:pt x="3506492" y="994432"/>
                        <a:pt x="3505915" y="980911"/>
                        <a:pt x="3505383" y="968366"/>
                      </a:cubicBezTo>
                      <a:cubicBezTo>
                        <a:pt x="3502058" y="889589"/>
                        <a:pt x="3500197" y="846234"/>
                        <a:pt x="3520101" y="779604"/>
                      </a:cubicBezTo>
                      <a:cubicBezTo>
                        <a:pt x="3523027" y="769851"/>
                        <a:pt x="3526396" y="760187"/>
                        <a:pt x="3529942" y="749991"/>
                      </a:cubicBezTo>
                      <a:cubicBezTo>
                        <a:pt x="3552950" y="684160"/>
                        <a:pt x="3593380" y="617663"/>
                        <a:pt x="3498734" y="453727"/>
                      </a:cubicBezTo>
                      <a:cubicBezTo>
                        <a:pt x="3491995" y="443708"/>
                        <a:pt x="3475283" y="424114"/>
                        <a:pt x="3444251" y="417243"/>
                      </a:cubicBezTo>
                      <a:cubicBezTo>
                        <a:pt x="3441813" y="416844"/>
                        <a:pt x="3439419" y="416489"/>
                        <a:pt x="3436981" y="416179"/>
                      </a:cubicBezTo>
                      <a:cubicBezTo>
                        <a:pt x="3423415" y="414406"/>
                        <a:pt x="3409584" y="414406"/>
                        <a:pt x="3395221" y="412100"/>
                      </a:cubicBezTo>
                      <a:cubicBezTo>
                        <a:pt x="3380725" y="409662"/>
                        <a:pt x="3367248" y="403766"/>
                        <a:pt x="3355013" y="396407"/>
                      </a:cubicBezTo>
                      <a:cubicBezTo>
                        <a:pt x="3342733" y="389093"/>
                        <a:pt x="3331606" y="380094"/>
                        <a:pt x="3321410" y="370296"/>
                      </a:cubicBezTo>
                      <a:cubicBezTo>
                        <a:pt x="3318750" y="367681"/>
                        <a:pt x="3316090" y="364977"/>
                        <a:pt x="3313519" y="362273"/>
                      </a:cubicBezTo>
                      <a:cubicBezTo>
                        <a:pt x="3312810" y="361962"/>
                        <a:pt x="3311967" y="361652"/>
                        <a:pt x="3311125" y="361297"/>
                      </a:cubicBezTo>
                      <a:cubicBezTo>
                        <a:pt x="3298934" y="358061"/>
                        <a:pt x="3286344" y="356598"/>
                        <a:pt x="3273798" y="356598"/>
                      </a:cubicBezTo>
                      <a:cubicBezTo>
                        <a:pt x="3272335" y="356598"/>
                        <a:pt x="3270917" y="356598"/>
                        <a:pt x="3269454" y="356642"/>
                      </a:cubicBezTo>
                      <a:cubicBezTo>
                        <a:pt x="3261075" y="356820"/>
                        <a:pt x="3252874" y="357795"/>
                        <a:pt x="3244628" y="359347"/>
                      </a:cubicBezTo>
                      <a:cubicBezTo>
                        <a:pt x="3236383" y="360810"/>
                        <a:pt x="3228182" y="362538"/>
                        <a:pt x="3219980" y="364489"/>
                      </a:cubicBezTo>
                      <a:cubicBezTo>
                        <a:pt x="3211779" y="366440"/>
                        <a:pt x="3203667" y="368656"/>
                        <a:pt x="3195199" y="370252"/>
                      </a:cubicBezTo>
                      <a:cubicBezTo>
                        <a:pt x="3190944" y="371050"/>
                        <a:pt x="3186599" y="371582"/>
                        <a:pt x="3182210" y="371759"/>
                      </a:cubicBezTo>
                      <a:cubicBezTo>
                        <a:pt x="3181634" y="371759"/>
                        <a:pt x="3181014" y="371804"/>
                        <a:pt x="3180437" y="371804"/>
                      </a:cubicBezTo>
                      <a:cubicBezTo>
                        <a:pt x="3176625" y="371804"/>
                        <a:pt x="3172768" y="371405"/>
                        <a:pt x="3169000" y="370828"/>
                      </a:cubicBezTo>
                      <a:cubicBezTo>
                        <a:pt x="3160400" y="369233"/>
                        <a:pt x="3151977" y="366528"/>
                        <a:pt x="3144441" y="361918"/>
                      </a:cubicBezTo>
                      <a:cubicBezTo>
                        <a:pt x="3140717" y="359613"/>
                        <a:pt x="3137215" y="356909"/>
                        <a:pt x="3134111" y="353894"/>
                      </a:cubicBezTo>
                      <a:cubicBezTo>
                        <a:pt x="3132604" y="352342"/>
                        <a:pt x="3131185" y="350702"/>
                        <a:pt x="3129811" y="349106"/>
                      </a:cubicBezTo>
                      <a:cubicBezTo>
                        <a:pt x="3128393" y="347555"/>
                        <a:pt x="3127196" y="345693"/>
                        <a:pt x="3125511" y="344850"/>
                      </a:cubicBezTo>
                      <a:lnTo>
                        <a:pt x="3125644" y="344185"/>
                      </a:lnTo>
                      <a:cubicBezTo>
                        <a:pt x="3127994" y="344762"/>
                        <a:pt x="3129501" y="346446"/>
                        <a:pt x="3131141" y="347732"/>
                      </a:cubicBezTo>
                      <a:cubicBezTo>
                        <a:pt x="3132782" y="349106"/>
                        <a:pt x="3134377" y="350392"/>
                        <a:pt x="3136062" y="351589"/>
                      </a:cubicBezTo>
                      <a:cubicBezTo>
                        <a:pt x="3139342" y="354071"/>
                        <a:pt x="3142889" y="356155"/>
                        <a:pt x="3146568" y="357795"/>
                      </a:cubicBezTo>
                      <a:cubicBezTo>
                        <a:pt x="3153927" y="361120"/>
                        <a:pt x="3161951" y="363204"/>
                        <a:pt x="3169931" y="364223"/>
                      </a:cubicBezTo>
                      <a:cubicBezTo>
                        <a:pt x="3173123" y="364667"/>
                        <a:pt x="3176315" y="364888"/>
                        <a:pt x="3179551" y="364888"/>
                      </a:cubicBezTo>
                      <a:cubicBezTo>
                        <a:pt x="3190633" y="364888"/>
                        <a:pt x="3201893" y="362583"/>
                        <a:pt x="3213286" y="360366"/>
                      </a:cubicBezTo>
                      <a:cubicBezTo>
                        <a:pt x="3211159" y="359391"/>
                        <a:pt x="3209075" y="358150"/>
                        <a:pt x="3207213" y="356554"/>
                      </a:cubicBezTo>
                      <a:cubicBezTo>
                        <a:pt x="3205085" y="354692"/>
                        <a:pt x="3203401" y="352165"/>
                        <a:pt x="3202691" y="349372"/>
                      </a:cubicBezTo>
                      <a:cubicBezTo>
                        <a:pt x="3202115" y="346624"/>
                        <a:pt x="3201938" y="344097"/>
                        <a:pt x="3201761" y="341481"/>
                      </a:cubicBezTo>
                      <a:cubicBezTo>
                        <a:pt x="3201450" y="336339"/>
                        <a:pt x="3201273" y="331241"/>
                        <a:pt x="3199854" y="326365"/>
                      </a:cubicBezTo>
                      <a:cubicBezTo>
                        <a:pt x="3198480" y="321488"/>
                        <a:pt x="3195776" y="317011"/>
                        <a:pt x="3192362" y="313198"/>
                      </a:cubicBezTo>
                      <a:cubicBezTo>
                        <a:pt x="3196042" y="316745"/>
                        <a:pt x="3199145" y="321089"/>
                        <a:pt x="3200918" y="326010"/>
                      </a:cubicBezTo>
                      <a:cubicBezTo>
                        <a:pt x="3202736" y="330930"/>
                        <a:pt x="3203312" y="336206"/>
                        <a:pt x="3203977" y="341260"/>
                      </a:cubicBezTo>
                      <a:cubicBezTo>
                        <a:pt x="3204332" y="343742"/>
                        <a:pt x="3204731" y="346358"/>
                        <a:pt x="3205351" y="348574"/>
                      </a:cubicBezTo>
                      <a:cubicBezTo>
                        <a:pt x="3206060" y="350747"/>
                        <a:pt x="3207479" y="352564"/>
                        <a:pt x="3209341" y="353983"/>
                      </a:cubicBezTo>
                      <a:cubicBezTo>
                        <a:pt x="3212888" y="356687"/>
                        <a:pt x="3217720" y="358105"/>
                        <a:pt x="3222241" y="358637"/>
                      </a:cubicBezTo>
                      <a:cubicBezTo>
                        <a:pt x="3228448" y="357485"/>
                        <a:pt x="3234698" y="356421"/>
                        <a:pt x="3240993" y="355490"/>
                      </a:cubicBezTo>
                      <a:cubicBezTo>
                        <a:pt x="3245072" y="354648"/>
                        <a:pt x="3260455" y="351766"/>
                        <a:pt x="3279118" y="351766"/>
                      </a:cubicBezTo>
                      <a:cubicBezTo>
                        <a:pt x="3287674" y="351766"/>
                        <a:pt x="3296895" y="352387"/>
                        <a:pt x="3306027" y="354071"/>
                      </a:cubicBezTo>
                      <a:cubicBezTo>
                        <a:pt x="3303943" y="351677"/>
                        <a:pt x="3301948" y="349195"/>
                        <a:pt x="3299909" y="346712"/>
                      </a:cubicBezTo>
                      <a:cubicBezTo>
                        <a:pt x="3297648" y="344053"/>
                        <a:pt x="3295476" y="341481"/>
                        <a:pt x="3293171" y="338910"/>
                      </a:cubicBezTo>
                      <a:cubicBezTo>
                        <a:pt x="3274197" y="319005"/>
                        <a:pt x="3248574" y="305706"/>
                        <a:pt x="3221754" y="298525"/>
                      </a:cubicBezTo>
                      <a:lnTo>
                        <a:pt x="3221931" y="297638"/>
                      </a:lnTo>
                      <a:cubicBezTo>
                        <a:pt x="3235674" y="300564"/>
                        <a:pt x="3248973" y="305352"/>
                        <a:pt x="3261607" y="311602"/>
                      </a:cubicBezTo>
                      <a:cubicBezTo>
                        <a:pt x="3268301" y="314927"/>
                        <a:pt x="3274773" y="318784"/>
                        <a:pt x="3280936" y="323128"/>
                      </a:cubicBezTo>
                      <a:cubicBezTo>
                        <a:pt x="3276813" y="316922"/>
                        <a:pt x="3273133" y="310405"/>
                        <a:pt x="3270739" y="303224"/>
                      </a:cubicBezTo>
                      <a:cubicBezTo>
                        <a:pt x="3269321" y="299278"/>
                        <a:pt x="3269232" y="295023"/>
                        <a:pt x="3269232" y="291121"/>
                      </a:cubicBezTo>
                      <a:cubicBezTo>
                        <a:pt x="3269232" y="287131"/>
                        <a:pt x="3269365" y="283186"/>
                        <a:pt x="3269276" y="279285"/>
                      </a:cubicBezTo>
                      <a:cubicBezTo>
                        <a:pt x="3269099" y="271483"/>
                        <a:pt x="3267858" y="263459"/>
                        <a:pt x="3263380" y="256809"/>
                      </a:cubicBezTo>
                      <a:cubicBezTo>
                        <a:pt x="3268301" y="263149"/>
                        <a:pt x="3270163" y="271305"/>
                        <a:pt x="3270828" y="279196"/>
                      </a:cubicBezTo>
                      <a:cubicBezTo>
                        <a:pt x="3271183" y="283186"/>
                        <a:pt x="3271316" y="287131"/>
                        <a:pt x="3271537" y="291077"/>
                      </a:cubicBezTo>
                      <a:cubicBezTo>
                        <a:pt x="3271803" y="295023"/>
                        <a:pt x="3272158" y="298835"/>
                        <a:pt x="3273577" y="302293"/>
                      </a:cubicBezTo>
                      <a:cubicBezTo>
                        <a:pt x="3276236" y="309519"/>
                        <a:pt x="3280359" y="316213"/>
                        <a:pt x="3284925" y="322508"/>
                      </a:cubicBezTo>
                      <a:cubicBezTo>
                        <a:pt x="3287230" y="325655"/>
                        <a:pt x="3289713" y="328670"/>
                        <a:pt x="3292240" y="331596"/>
                      </a:cubicBezTo>
                      <a:cubicBezTo>
                        <a:pt x="3293260" y="332748"/>
                        <a:pt x="3294324" y="333901"/>
                        <a:pt x="3295387" y="335009"/>
                      </a:cubicBezTo>
                      <a:cubicBezTo>
                        <a:pt x="3295698" y="335319"/>
                        <a:pt x="3296052" y="335541"/>
                        <a:pt x="3296318" y="335851"/>
                      </a:cubicBezTo>
                      <a:cubicBezTo>
                        <a:pt x="3297116" y="336693"/>
                        <a:pt x="3297914" y="337580"/>
                        <a:pt x="3298712" y="338422"/>
                      </a:cubicBezTo>
                      <a:lnTo>
                        <a:pt x="3300042" y="339708"/>
                      </a:lnTo>
                      <a:lnTo>
                        <a:pt x="3299998" y="339797"/>
                      </a:lnTo>
                      <a:cubicBezTo>
                        <a:pt x="3301195" y="341127"/>
                        <a:pt x="3302436" y="342412"/>
                        <a:pt x="3303589" y="343698"/>
                      </a:cubicBezTo>
                      <a:cubicBezTo>
                        <a:pt x="3305894" y="346269"/>
                        <a:pt x="3308066" y="348973"/>
                        <a:pt x="3310504" y="351456"/>
                      </a:cubicBezTo>
                      <a:cubicBezTo>
                        <a:pt x="3315159" y="356598"/>
                        <a:pt x="3320124" y="361386"/>
                        <a:pt x="3325178" y="366085"/>
                      </a:cubicBezTo>
                      <a:cubicBezTo>
                        <a:pt x="3335418" y="375306"/>
                        <a:pt x="3346457" y="383640"/>
                        <a:pt x="3358382" y="390290"/>
                      </a:cubicBezTo>
                      <a:cubicBezTo>
                        <a:pt x="3370307" y="396807"/>
                        <a:pt x="3383163" y="401772"/>
                        <a:pt x="3396373" y="403456"/>
                      </a:cubicBezTo>
                      <a:cubicBezTo>
                        <a:pt x="3402979" y="404387"/>
                        <a:pt x="3409939" y="404697"/>
                        <a:pt x="3416899" y="405185"/>
                      </a:cubicBezTo>
                      <a:cubicBezTo>
                        <a:pt x="3423903" y="405761"/>
                        <a:pt x="3430952" y="406382"/>
                        <a:pt x="3438044" y="407401"/>
                      </a:cubicBezTo>
                      <a:cubicBezTo>
                        <a:pt x="3439108" y="407579"/>
                        <a:pt x="3440217" y="407801"/>
                        <a:pt x="3441281" y="407978"/>
                      </a:cubicBezTo>
                      <a:cubicBezTo>
                        <a:pt x="3446955" y="408199"/>
                        <a:pt x="3466726" y="410638"/>
                        <a:pt x="3496074" y="431783"/>
                      </a:cubicBezTo>
                      <a:cubicBezTo>
                        <a:pt x="3496384" y="432005"/>
                        <a:pt x="3496694" y="432138"/>
                        <a:pt x="3496960" y="432138"/>
                      </a:cubicBezTo>
                      <a:cubicBezTo>
                        <a:pt x="3500329" y="432138"/>
                        <a:pt x="3499443" y="414849"/>
                        <a:pt x="3501970" y="403057"/>
                      </a:cubicBezTo>
                      <a:cubicBezTo>
                        <a:pt x="3504186" y="392462"/>
                        <a:pt x="3517042" y="364933"/>
                        <a:pt x="3522805" y="354382"/>
                      </a:cubicBezTo>
                      <a:cubicBezTo>
                        <a:pt x="3522982" y="351367"/>
                        <a:pt x="3522982" y="348353"/>
                        <a:pt x="3522761" y="345427"/>
                      </a:cubicBezTo>
                      <a:cubicBezTo>
                        <a:pt x="3520544" y="333103"/>
                        <a:pt x="3510659" y="322774"/>
                        <a:pt x="3503344" y="316567"/>
                      </a:cubicBezTo>
                      <a:lnTo>
                        <a:pt x="3501083" y="314794"/>
                      </a:lnTo>
                      <a:cubicBezTo>
                        <a:pt x="3493325" y="309297"/>
                        <a:pt x="3484725" y="304066"/>
                        <a:pt x="3476213" y="298968"/>
                      </a:cubicBezTo>
                      <a:lnTo>
                        <a:pt x="3472711" y="296796"/>
                      </a:lnTo>
                      <a:cubicBezTo>
                        <a:pt x="3468367" y="294357"/>
                        <a:pt x="3464155" y="291786"/>
                        <a:pt x="3460077" y="289038"/>
                      </a:cubicBezTo>
                      <a:lnTo>
                        <a:pt x="3450767" y="283319"/>
                      </a:lnTo>
                      <a:lnTo>
                        <a:pt x="3450413" y="283097"/>
                      </a:lnTo>
                      <a:lnTo>
                        <a:pt x="3450324" y="283009"/>
                      </a:lnTo>
                      <a:cubicBezTo>
                        <a:pt x="3445403" y="279108"/>
                        <a:pt x="3440305" y="275606"/>
                        <a:pt x="3434853" y="272990"/>
                      </a:cubicBezTo>
                      <a:cubicBezTo>
                        <a:pt x="3429400" y="270375"/>
                        <a:pt x="3423504" y="268690"/>
                        <a:pt x="3417298" y="267714"/>
                      </a:cubicBezTo>
                      <a:cubicBezTo>
                        <a:pt x="3404929" y="265720"/>
                        <a:pt x="3391985" y="265498"/>
                        <a:pt x="3379173" y="264922"/>
                      </a:cubicBezTo>
                      <a:cubicBezTo>
                        <a:pt x="3365741" y="264523"/>
                        <a:pt x="3352840" y="259469"/>
                        <a:pt x="3342245" y="251755"/>
                      </a:cubicBezTo>
                      <a:cubicBezTo>
                        <a:pt x="3331650" y="244042"/>
                        <a:pt x="3322873" y="234112"/>
                        <a:pt x="3316356" y="222896"/>
                      </a:cubicBezTo>
                      <a:lnTo>
                        <a:pt x="3317109" y="222453"/>
                      </a:lnTo>
                      <a:cubicBezTo>
                        <a:pt x="3324114" y="233136"/>
                        <a:pt x="3333290" y="242446"/>
                        <a:pt x="3343886" y="249317"/>
                      </a:cubicBezTo>
                      <a:cubicBezTo>
                        <a:pt x="3354436" y="256189"/>
                        <a:pt x="3366716" y="260045"/>
                        <a:pt x="3379040" y="260045"/>
                      </a:cubicBezTo>
                      <a:cubicBezTo>
                        <a:pt x="3379084" y="260045"/>
                        <a:pt x="3379173" y="260045"/>
                        <a:pt x="3379217" y="260045"/>
                      </a:cubicBezTo>
                      <a:cubicBezTo>
                        <a:pt x="3392118" y="260134"/>
                        <a:pt x="3405018" y="259824"/>
                        <a:pt x="3418184" y="261375"/>
                      </a:cubicBezTo>
                      <a:cubicBezTo>
                        <a:pt x="3422839" y="261952"/>
                        <a:pt x="3427582" y="262927"/>
                        <a:pt x="3432148" y="264390"/>
                      </a:cubicBezTo>
                      <a:cubicBezTo>
                        <a:pt x="3428558" y="259912"/>
                        <a:pt x="3425499" y="255036"/>
                        <a:pt x="3423327" y="249539"/>
                      </a:cubicBezTo>
                      <a:cubicBezTo>
                        <a:pt x="3422263" y="246790"/>
                        <a:pt x="3421509" y="243421"/>
                        <a:pt x="3421110" y="240894"/>
                      </a:cubicBezTo>
                      <a:cubicBezTo>
                        <a:pt x="3420578" y="238235"/>
                        <a:pt x="3419825" y="235530"/>
                        <a:pt x="3418982" y="232870"/>
                      </a:cubicBezTo>
                      <a:cubicBezTo>
                        <a:pt x="3417298" y="227507"/>
                        <a:pt x="3415258" y="222231"/>
                        <a:pt x="3413131" y="216956"/>
                      </a:cubicBezTo>
                      <a:cubicBezTo>
                        <a:pt x="3411047" y="211680"/>
                        <a:pt x="3408830" y="206405"/>
                        <a:pt x="3406924" y="200996"/>
                      </a:cubicBezTo>
                      <a:cubicBezTo>
                        <a:pt x="3405107" y="195633"/>
                        <a:pt x="3403112" y="190047"/>
                        <a:pt x="3403289" y="184284"/>
                      </a:cubicBezTo>
                      <a:cubicBezTo>
                        <a:pt x="3403555" y="190002"/>
                        <a:pt x="3405949" y="195278"/>
                        <a:pt x="3408210" y="200464"/>
                      </a:cubicBezTo>
                      <a:cubicBezTo>
                        <a:pt x="3410559" y="205651"/>
                        <a:pt x="3413131" y="210705"/>
                        <a:pt x="3415657" y="215803"/>
                      </a:cubicBezTo>
                      <a:cubicBezTo>
                        <a:pt x="3418184" y="220901"/>
                        <a:pt x="3420711" y="226088"/>
                        <a:pt x="3422883" y="231452"/>
                      </a:cubicBezTo>
                      <a:cubicBezTo>
                        <a:pt x="3423947" y="234156"/>
                        <a:pt x="3424967" y="236905"/>
                        <a:pt x="3425809" y="239742"/>
                      </a:cubicBezTo>
                      <a:cubicBezTo>
                        <a:pt x="3426607" y="242801"/>
                        <a:pt x="3427139" y="244973"/>
                        <a:pt x="3428292" y="247500"/>
                      </a:cubicBezTo>
                      <a:cubicBezTo>
                        <a:pt x="3432680" y="257252"/>
                        <a:pt x="3440837" y="265188"/>
                        <a:pt x="3449482" y="271970"/>
                      </a:cubicBezTo>
                      <a:cubicBezTo>
                        <a:pt x="3452230" y="274098"/>
                        <a:pt x="3455112" y="276093"/>
                        <a:pt x="3457993" y="278044"/>
                      </a:cubicBezTo>
                      <a:cubicBezTo>
                        <a:pt x="3465751" y="282166"/>
                        <a:pt x="3473421" y="286467"/>
                        <a:pt x="3481001" y="290944"/>
                      </a:cubicBezTo>
                      <a:cubicBezTo>
                        <a:pt x="3489557" y="296308"/>
                        <a:pt x="3498069" y="301539"/>
                        <a:pt x="3506181" y="308277"/>
                      </a:cubicBezTo>
                      <a:cubicBezTo>
                        <a:pt x="3506802" y="308809"/>
                        <a:pt x="3507289" y="309253"/>
                        <a:pt x="3507821" y="309740"/>
                      </a:cubicBezTo>
                      <a:cubicBezTo>
                        <a:pt x="3526485" y="325389"/>
                        <a:pt x="3530785" y="338290"/>
                        <a:pt x="3531760" y="343476"/>
                      </a:cubicBezTo>
                      <a:cubicBezTo>
                        <a:pt x="3536548" y="336206"/>
                        <a:pt x="3541469" y="329069"/>
                        <a:pt x="3546434" y="321976"/>
                      </a:cubicBezTo>
                      <a:cubicBezTo>
                        <a:pt x="3549271" y="317897"/>
                        <a:pt x="3552152" y="313819"/>
                        <a:pt x="3554724" y="309785"/>
                      </a:cubicBezTo>
                      <a:cubicBezTo>
                        <a:pt x="3557472" y="305485"/>
                        <a:pt x="3560398" y="301362"/>
                        <a:pt x="3563102" y="297328"/>
                      </a:cubicBezTo>
                      <a:cubicBezTo>
                        <a:pt x="3568378" y="289526"/>
                        <a:pt x="3573032" y="281590"/>
                        <a:pt x="3576313" y="273034"/>
                      </a:cubicBezTo>
                      <a:cubicBezTo>
                        <a:pt x="3579017" y="258893"/>
                        <a:pt x="3577731" y="250824"/>
                        <a:pt x="3576047" y="243022"/>
                      </a:cubicBezTo>
                      <a:cubicBezTo>
                        <a:pt x="3575249" y="239432"/>
                        <a:pt x="3574229" y="236860"/>
                        <a:pt x="3572811" y="233447"/>
                      </a:cubicBezTo>
                      <a:cubicBezTo>
                        <a:pt x="3568599" y="223251"/>
                        <a:pt x="3561240" y="214606"/>
                        <a:pt x="3552197" y="208311"/>
                      </a:cubicBezTo>
                      <a:cubicBezTo>
                        <a:pt x="3550645" y="207513"/>
                        <a:pt x="3549093" y="206715"/>
                        <a:pt x="3547542" y="205961"/>
                      </a:cubicBezTo>
                      <a:cubicBezTo>
                        <a:pt x="3544660" y="204543"/>
                        <a:pt x="3541823" y="203257"/>
                        <a:pt x="3538897" y="202105"/>
                      </a:cubicBezTo>
                      <a:cubicBezTo>
                        <a:pt x="3533090" y="199844"/>
                        <a:pt x="3527106" y="197982"/>
                        <a:pt x="3520943" y="196563"/>
                      </a:cubicBezTo>
                      <a:cubicBezTo>
                        <a:pt x="3514826" y="195101"/>
                        <a:pt x="3507644" y="193504"/>
                        <a:pt x="3502058" y="188983"/>
                      </a:cubicBezTo>
                      <a:cubicBezTo>
                        <a:pt x="3496384" y="184461"/>
                        <a:pt x="3493458" y="178210"/>
                        <a:pt x="3491064" y="172181"/>
                      </a:cubicBezTo>
                      <a:lnTo>
                        <a:pt x="3491641" y="171871"/>
                      </a:lnTo>
                      <a:cubicBezTo>
                        <a:pt x="3495630" y="177014"/>
                        <a:pt x="3499532" y="182333"/>
                        <a:pt x="3504674" y="185215"/>
                      </a:cubicBezTo>
                      <a:cubicBezTo>
                        <a:pt x="3509861" y="188141"/>
                        <a:pt x="3515801" y="189071"/>
                        <a:pt x="3522318" y="190135"/>
                      </a:cubicBezTo>
                      <a:cubicBezTo>
                        <a:pt x="3525598" y="190800"/>
                        <a:pt x="3528834" y="191554"/>
                        <a:pt x="3532071" y="192529"/>
                      </a:cubicBezTo>
                      <a:cubicBezTo>
                        <a:pt x="3533977" y="193106"/>
                        <a:pt x="3535883" y="193815"/>
                        <a:pt x="3537745" y="194568"/>
                      </a:cubicBezTo>
                      <a:cubicBezTo>
                        <a:pt x="3537612" y="194302"/>
                        <a:pt x="3537479" y="193992"/>
                        <a:pt x="3537346" y="193726"/>
                      </a:cubicBezTo>
                      <a:cubicBezTo>
                        <a:pt x="3535972" y="190490"/>
                        <a:pt x="3534686" y="186545"/>
                        <a:pt x="3534287" y="182821"/>
                      </a:cubicBezTo>
                      <a:cubicBezTo>
                        <a:pt x="3534110" y="181313"/>
                        <a:pt x="3534021" y="179806"/>
                        <a:pt x="3534065" y="178432"/>
                      </a:cubicBezTo>
                      <a:cubicBezTo>
                        <a:pt x="3534287" y="170142"/>
                        <a:pt x="3535307" y="161542"/>
                        <a:pt x="3532780" y="154626"/>
                      </a:cubicBezTo>
                      <a:cubicBezTo>
                        <a:pt x="3532115" y="152986"/>
                        <a:pt x="3531140" y="151612"/>
                        <a:pt x="3530031" y="150592"/>
                      </a:cubicBezTo>
                      <a:lnTo>
                        <a:pt x="3529100" y="149927"/>
                      </a:lnTo>
                      <a:lnTo>
                        <a:pt x="3527770" y="149041"/>
                      </a:lnTo>
                      <a:cubicBezTo>
                        <a:pt x="3526839" y="148420"/>
                        <a:pt x="3525997" y="147755"/>
                        <a:pt x="3525111" y="147134"/>
                      </a:cubicBezTo>
                      <a:cubicBezTo>
                        <a:pt x="3521697" y="144430"/>
                        <a:pt x="3518549" y="141504"/>
                        <a:pt x="3515845" y="138135"/>
                      </a:cubicBezTo>
                      <a:cubicBezTo>
                        <a:pt x="3510526" y="131486"/>
                        <a:pt x="3505826" y="123728"/>
                        <a:pt x="3504851" y="115039"/>
                      </a:cubicBezTo>
                      <a:lnTo>
                        <a:pt x="3505472" y="114861"/>
                      </a:lnTo>
                      <a:cubicBezTo>
                        <a:pt x="3509816" y="122043"/>
                        <a:pt x="3515092" y="127983"/>
                        <a:pt x="3520766" y="133702"/>
                      </a:cubicBezTo>
                      <a:cubicBezTo>
                        <a:pt x="3523603" y="136539"/>
                        <a:pt x="3526396" y="139421"/>
                        <a:pt x="3529322" y="142081"/>
                      </a:cubicBezTo>
                      <a:cubicBezTo>
                        <a:pt x="3530076" y="142745"/>
                        <a:pt x="3530785" y="143455"/>
                        <a:pt x="3531539" y="144031"/>
                      </a:cubicBezTo>
                      <a:lnTo>
                        <a:pt x="3532691" y="145006"/>
                      </a:lnTo>
                      <a:lnTo>
                        <a:pt x="3534154" y="146381"/>
                      </a:lnTo>
                      <a:cubicBezTo>
                        <a:pt x="3535085" y="147356"/>
                        <a:pt x="3535794" y="148464"/>
                        <a:pt x="3536415" y="149617"/>
                      </a:cubicBezTo>
                      <a:cubicBezTo>
                        <a:pt x="3536415" y="149528"/>
                        <a:pt x="3536459" y="149440"/>
                        <a:pt x="3536459" y="149395"/>
                      </a:cubicBezTo>
                      <a:cubicBezTo>
                        <a:pt x="3536991" y="145804"/>
                        <a:pt x="3537434" y="142214"/>
                        <a:pt x="3537523" y="138579"/>
                      </a:cubicBezTo>
                      <a:cubicBezTo>
                        <a:pt x="3537656" y="134943"/>
                        <a:pt x="3537612" y="131308"/>
                        <a:pt x="3537213" y="127673"/>
                      </a:cubicBezTo>
                      <a:cubicBezTo>
                        <a:pt x="3536770" y="124038"/>
                        <a:pt x="3536149" y="120403"/>
                        <a:pt x="3534819" y="116989"/>
                      </a:cubicBezTo>
                      <a:cubicBezTo>
                        <a:pt x="3536504" y="120270"/>
                        <a:pt x="3537479" y="123861"/>
                        <a:pt x="3538277" y="127496"/>
                      </a:cubicBezTo>
                      <a:cubicBezTo>
                        <a:pt x="3539030" y="131131"/>
                        <a:pt x="3539474" y="134855"/>
                        <a:pt x="3539695" y="138534"/>
                      </a:cubicBezTo>
                      <a:cubicBezTo>
                        <a:pt x="3539961" y="142258"/>
                        <a:pt x="3539873" y="145982"/>
                        <a:pt x="3539740" y="149705"/>
                      </a:cubicBezTo>
                      <a:cubicBezTo>
                        <a:pt x="3539562" y="152986"/>
                        <a:pt x="3539208" y="156222"/>
                        <a:pt x="3538809" y="159503"/>
                      </a:cubicBezTo>
                      <a:cubicBezTo>
                        <a:pt x="3538986" y="162162"/>
                        <a:pt x="3538853" y="164734"/>
                        <a:pt x="3538631" y="167261"/>
                      </a:cubicBezTo>
                      <a:lnTo>
                        <a:pt x="3538676" y="167305"/>
                      </a:lnTo>
                      <a:cubicBezTo>
                        <a:pt x="3536415" y="187165"/>
                        <a:pt x="3540272" y="190180"/>
                        <a:pt x="3547630" y="199267"/>
                      </a:cubicBezTo>
                      <a:cubicBezTo>
                        <a:pt x="3548517" y="199755"/>
                        <a:pt x="3549448" y="200243"/>
                        <a:pt x="3550335" y="200775"/>
                      </a:cubicBezTo>
                      <a:cubicBezTo>
                        <a:pt x="3553172" y="202415"/>
                        <a:pt x="3555921" y="204055"/>
                        <a:pt x="3558846" y="205961"/>
                      </a:cubicBezTo>
                      <a:cubicBezTo>
                        <a:pt x="3564255" y="209730"/>
                        <a:pt x="3569087" y="214473"/>
                        <a:pt x="3572589" y="220059"/>
                      </a:cubicBezTo>
                      <a:cubicBezTo>
                        <a:pt x="3575958" y="223916"/>
                        <a:pt x="3578751" y="228304"/>
                        <a:pt x="3580746" y="233048"/>
                      </a:cubicBezTo>
                      <a:cubicBezTo>
                        <a:pt x="3581810" y="235575"/>
                        <a:pt x="3582608" y="238190"/>
                        <a:pt x="3583317" y="240850"/>
                      </a:cubicBezTo>
                      <a:cubicBezTo>
                        <a:pt x="3583982" y="232338"/>
                        <a:pt x="3583805" y="223738"/>
                        <a:pt x="3583627" y="214916"/>
                      </a:cubicBezTo>
                      <a:lnTo>
                        <a:pt x="3582785" y="185037"/>
                      </a:lnTo>
                      <a:cubicBezTo>
                        <a:pt x="3582696" y="175019"/>
                        <a:pt x="3582696" y="164689"/>
                        <a:pt x="3585002" y="154360"/>
                      </a:cubicBezTo>
                      <a:cubicBezTo>
                        <a:pt x="3586110" y="149351"/>
                        <a:pt x="3587927" y="144519"/>
                        <a:pt x="3590144" y="139953"/>
                      </a:cubicBezTo>
                      <a:cubicBezTo>
                        <a:pt x="3590144" y="139864"/>
                        <a:pt x="3590100" y="139820"/>
                        <a:pt x="3590055" y="139731"/>
                      </a:cubicBezTo>
                      <a:lnTo>
                        <a:pt x="3590011" y="139199"/>
                      </a:lnTo>
                      <a:lnTo>
                        <a:pt x="3590011" y="139066"/>
                      </a:lnTo>
                      <a:lnTo>
                        <a:pt x="3590011" y="138800"/>
                      </a:lnTo>
                      <a:lnTo>
                        <a:pt x="3590100" y="137869"/>
                      </a:lnTo>
                      <a:lnTo>
                        <a:pt x="3590321" y="136362"/>
                      </a:lnTo>
                      <a:lnTo>
                        <a:pt x="3590809" y="133569"/>
                      </a:lnTo>
                      <a:lnTo>
                        <a:pt x="3591784" y="128161"/>
                      </a:lnTo>
                      <a:cubicBezTo>
                        <a:pt x="3592405" y="124570"/>
                        <a:pt x="3592937" y="120979"/>
                        <a:pt x="3593158" y="117433"/>
                      </a:cubicBezTo>
                      <a:cubicBezTo>
                        <a:pt x="3593292" y="115659"/>
                        <a:pt x="3593292" y="113886"/>
                        <a:pt x="3593158" y="112157"/>
                      </a:cubicBezTo>
                      <a:cubicBezTo>
                        <a:pt x="3593070" y="111315"/>
                        <a:pt x="3592981" y="110473"/>
                        <a:pt x="3592760" y="109719"/>
                      </a:cubicBezTo>
                      <a:cubicBezTo>
                        <a:pt x="3592582" y="108921"/>
                        <a:pt x="3592227" y="107946"/>
                        <a:pt x="3591917" y="107103"/>
                      </a:cubicBezTo>
                      <a:lnTo>
                        <a:pt x="3588459" y="96508"/>
                      </a:lnTo>
                      <a:lnTo>
                        <a:pt x="3593912" y="106172"/>
                      </a:lnTo>
                      <a:cubicBezTo>
                        <a:pt x="3594355" y="107015"/>
                        <a:pt x="3594799" y="107724"/>
                        <a:pt x="3595286" y="108655"/>
                      </a:cubicBezTo>
                      <a:cubicBezTo>
                        <a:pt x="3595774" y="109586"/>
                        <a:pt x="3596129" y="110561"/>
                        <a:pt x="3596395" y="111537"/>
                      </a:cubicBezTo>
                      <a:cubicBezTo>
                        <a:pt x="3596927" y="113443"/>
                        <a:pt x="3597281" y="115349"/>
                        <a:pt x="3597547" y="117255"/>
                      </a:cubicBezTo>
                      <a:cubicBezTo>
                        <a:pt x="3597902" y="119782"/>
                        <a:pt x="3598035" y="122265"/>
                        <a:pt x="3598168" y="124792"/>
                      </a:cubicBezTo>
                      <a:cubicBezTo>
                        <a:pt x="3602778" y="116546"/>
                        <a:pt x="3607433" y="108389"/>
                        <a:pt x="3611378" y="100055"/>
                      </a:cubicBezTo>
                      <a:cubicBezTo>
                        <a:pt x="3613418" y="95666"/>
                        <a:pt x="3615235" y="91144"/>
                        <a:pt x="3616122" y="86623"/>
                      </a:cubicBezTo>
                      <a:cubicBezTo>
                        <a:pt x="3616432" y="85470"/>
                        <a:pt x="3616432" y="84406"/>
                        <a:pt x="3616565" y="83253"/>
                      </a:cubicBezTo>
                      <a:cubicBezTo>
                        <a:pt x="3616698" y="81879"/>
                        <a:pt x="3616787" y="80549"/>
                        <a:pt x="3617097" y="79219"/>
                      </a:cubicBezTo>
                      <a:cubicBezTo>
                        <a:pt x="3617230" y="78599"/>
                        <a:pt x="3617408" y="77978"/>
                        <a:pt x="3617541" y="77402"/>
                      </a:cubicBezTo>
                      <a:lnTo>
                        <a:pt x="3619269" y="60467"/>
                      </a:lnTo>
                      <a:cubicBezTo>
                        <a:pt x="3619801" y="56079"/>
                        <a:pt x="3619934" y="51690"/>
                        <a:pt x="3620023" y="47212"/>
                      </a:cubicBezTo>
                      <a:lnTo>
                        <a:pt x="3620555" y="34046"/>
                      </a:lnTo>
                      <a:moveTo>
                        <a:pt x="3633677" y="0"/>
                      </a:moveTo>
                      <a:cubicBezTo>
                        <a:pt x="3632081" y="0"/>
                        <a:pt x="3630707" y="1108"/>
                        <a:pt x="3630397" y="2704"/>
                      </a:cubicBezTo>
                      <a:cubicBezTo>
                        <a:pt x="3630352" y="3059"/>
                        <a:pt x="3630308" y="3458"/>
                        <a:pt x="3630308" y="3857"/>
                      </a:cubicBezTo>
                      <a:cubicBezTo>
                        <a:pt x="3630086" y="8467"/>
                        <a:pt x="3631593" y="15072"/>
                        <a:pt x="3633189" y="22032"/>
                      </a:cubicBezTo>
                      <a:cubicBezTo>
                        <a:pt x="3634608" y="28194"/>
                        <a:pt x="3636071" y="34534"/>
                        <a:pt x="3636381" y="39632"/>
                      </a:cubicBezTo>
                      <a:cubicBezTo>
                        <a:pt x="3635539" y="41671"/>
                        <a:pt x="3634697" y="43400"/>
                        <a:pt x="3633766" y="44907"/>
                      </a:cubicBezTo>
                      <a:cubicBezTo>
                        <a:pt x="3632170" y="47257"/>
                        <a:pt x="3630352" y="49650"/>
                        <a:pt x="3628446" y="52177"/>
                      </a:cubicBezTo>
                      <a:cubicBezTo>
                        <a:pt x="3627382" y="53596"/>
                        <a:pt x="3626318" y="55015"/>
                        <a:pt x="3625254" y="56433"/>
                      </a:cubicBezTo>
                      <a:cubicBezTo>
                        <a:pt x="3625210" y="53286"/>
                        <a:pt x="3625032" y="50138"/>
                        <a:pt x="3624855" y="47079"/>
                      </a:cubicBezTo>
                      <a:lnTo>
                        <a:pt x="3623835" y="33691"/>
                      </a:lnTo>
                      <a:cubicBezTo>
                        <a:pt x="3623703" y="31962"/>
                        <a:pt x="3622240" y="30633"/>
                        <a:pt x="3620511" y="30633"/>
                      </a:cubicBezTo>
                      <a:cubicBezTo>
                        <a:pt x="3620466" y="30633"/>
                        <a:pt x="3620422" y="30633"/>
                        <a:pt x="3620378" y="30633"/>
                      </a:cubicBezTo>
                      <a:cubicBezTo>
                        <a:pt x="3618604" y="30677"/>
                        <a:pt x="3617186" y="32140"/>
                        <a:pt x="3617186" y="33913"/>
                      </a:cubicBezTo>
                      <a:lnTo>
                        <a:pt x="3617097" y="47257"/>
                      </a:lnTo>
                      <a:cubicBezTo>
                        <a:pt x="3617009" y="51690"/>
                        <a:pt x="3616876" y="55901"/>
                        <a:pt x="3616388" y="60113"/>
                      </a:cubicBezTo>
                      <a:lnTo>
                        <a:pt x="3614703" y="76870"/>
                      </a:lnTo>
                      <a:lnTo>
                        <a:pt x="3614615" y="77224"/>
                      </a:lnTo>
                      <a:cubicBezTo>
                        <a:pt x="3614482" y="77712"/>
                        <a:pt x="3614349" y="78200"/>
                        <a:pt x="3614260" y="78732"/>
                      </a:cubicBezTo>
                      <a:cubicBezTo>
                        <a:pt x="3613994" y="79796"/>
                        <a:pt x="3613905" y="80992"/>
                        <a:pt x="3613772" y="82101"/>
                      </a:cubicBezTo>
                      <a:lnTo>
                        <a:pt x="3613684" y="82987"/>
                      </a:lnTo>
                      <a:cubicBezTo>
                        <a:pt x="3613639" y="83298"/>
                        <a:pt x="3613595" y="83741"/>
                        <a:pt x="3613551" y="84184"/>
                      </a:cubicBezTo>
                      <a:cubicBezTo>
                        <a:pt x="3613507" y="84849"/>
                        <a:pt x="3613418" y="85381"/>
                        <a:pt x="3613329" y="85869"/>
                      </a:cubicBezTo>
                      <a:cubicBezTo>
                        <a:pt x="3612398" y="90657"/>
                        <a:pt x="3610403" y="95223"/>
                        <a:pt x="3608807" y="98725"/>
                      </a:cubicBezTo>
                      <a:cubicBezTo>
                        <a:pt x="3606413" y="103823"/>
                        <a:pt x="3603621" y="109010"/>
                        <a:pt x="3600828" y="114063"/>
                      </a:cubicBezTo>
                      <a:cubicBezTo>
                        <a:pt x="3600606" y="112866"/>
                        <a:pt x="3600340" y="111714"/>
                        <a:pt x="3600030" y="110650"/>
                      </a:cubicBezTo>
                      <a:cubicBezTo>
                        <a:pt x="3599764" y="109675"/>
                        <a:pt x="3599321" y="108433"/>
                        <a:pt x="3598655" y="107148"/>
                      </a:cubicBezTo>
                      <a:cubicBezTo>
                        <a:pt x="3598389" y="106572"/>
                        <a:pt x="3598035" y="105995"/>
                        <a:pt x="3597725" y="105419"/>
                      </a:cubicBezTo>
                      <a:lnTo>
                        <a:pt x="3597281" y="104621"/>
                      </a:lnTo>
                      <a:lnTo>
                        <a:pt x="3591784" y="94912"/>
                      </a:lnTo>
                      <a:cubicBezTo>
                        <a:pt x="3591164" y="93849"/>
                        <a:pt x="3590055" y="93228"/>
                        <a:pt x="3588903" y="93228"/>
                      </a:cubicBezTo>
                      <a:cubicBezTo>
                        <a:pt x="3588459" y="93228"/>
                        <a:pt x="3588016" y="93317"/>
                        <a:pt x="3587573" y="93494"/>
                      </a:cubicBezTo>
                      <a:cubicBezTo>
                        <a:pt x="3586021" y="94203"/>
                        <a:pt x="3585223" y="95932"/>
                        <a:pt x="3585755" y="97572"/>
                      </a:cubicBezTo>
                      <a:lnTo>
                        <a:pt x="3589213" y="108167"/>
                      </a:lnTo>
                      <a:cubicBezTo>
                        <a:pt x="3589302" y="108433"/>
                        <a:pt x="3589435" y="108788"/>
                        <a:pt x="3589523" y="109143"/>
                      </a:cubicBezTo>
                      <a:cubicBezTo>
                        <a:pt x="3589701" y="109630"/>
                        <a:pt x="3589834" y="110118"/>
                        <a:pt x="3589967" y="110561"/>
                      </a:cubicBezTo>
                      <a:cubicBezTo>
                        <a:pt x="3590144" y="111138"/>
                        <a:pt x="3590233" y="111714"/>
                        <a:pt x="3590277" y="112512"/>
                      </a:cubicBezTo>
                      <a:cubicBezTo>
                        <a:pt x="3590366" y="113886"/>
                        <a:pt x="3590366" y="115438"/>
                        <a:pt x="3590233" y="117255"/>
                      </a:cubicBezTo>
                      <a:cubicBezTo>
                        <a:pt x="3589967" y="120935"/>
                        <a:pt x="3589390" y="124570"/>
                        <a:pt x="3588903" y="127673"/>
                      </a:cubicBezTo>
                      <a:lnTo>
                        <a:pt x="3587927" y="133037"/>
                      </a:lnTo>
                      <a:lnTo>
                        <a:pt x="3587440" y="135786"/>
                      </a:lnTo>
                      <a:lnTo>
                        <a:pt x="3587174" y="137337"/>
                      </a:lnTo>
                      <a:lnTo>
                        <a:pt x="3587041" y="138490"/>
                      </a:lnTo>
                      <a:lnTo>
                        <a:pt x="3586996" y="138800"/>
                      </a:lnTo>
                      <a:cubicBezTo>
                        <a:pt x="3586996" y="138977"/>
                        <a:pt x="3586996" y="139199"/>
                        <a:pt x="3586996" y="139377"/>
                      </a:cubicBezTo>
                      <a:cubicBezTo>
                        <a:pt x="3584780" y="144076"/>
                        <a:pt x="3583095" y="148863"/>
                        <a:pt x="3582076" y="153607"/>
                      </a:cubicBezTo>
                      <a:cubicBezTo>
                        <a:pt x="3579770" y="163980"/>
                        <a:pt x="3579682" y="173999"/>
                        <a:pt x="3579770" y="185037"/>
                      </a:cubicBezTo>
                      <a:lnTo>
                        <a:pt x="3580613" y="214961"/>
                      </a:lnTo>
                      <a:cubicBezTo>
                        <a:pt x="3580701" y="218241"/>
                        <a:pt x="3580746" y="221655"/>
                        <a:pt x="3580790" y="225201"/>
                      </a:cubicBezTo>
                      <a:cubicBezTo>
                        <a:pt x="3579283" y="222719"/>
                        <a:pt x="3577554" y="220325"/>
                        <a:pt x="3575559" y="218020"/>
                      </a:cubicBezTo>
                      <a:cubicBezTo>
                        <a:pt x="3571968" y="212434"/>
                        <a:pt x="3567092" y="207424"/>
                        <a:pt x="3561019" y="203213"/>
                      </a:cubicBezTo>
                      <a:cubicBezTo>
                        <a:pt x="3557649" y="201041"/>
                        <a:pt x="3554724" y="199267"/>
                        <a:pt x="3552241" y="197893"/>
                      </a:cubicBezTo>
                      <a:cubicBezTo>
                        <a:pt x="3551532" y="197494"/>
                        <a:pt x="3550822" y="197095"/>
                        <a:pt x="3550113" y="196696"/>
                      </a:cubicBezTo>
                      <a:lnTo>
                        <a:pt x="3550069" y="196652"/>
                      </a:lnTo>
                      <a:lnTo>
                        <a:pt x="3548961" y="195278"/>
                      </a:lnTo>
                      <a:cubicBezTo>
                        <a:pt x="3542843" y="187830"/>
                        <a:pt x="3540316" y="184727"/>
                        <a:pt x="3542267" y="167660"/>
                      </a:cubicBezTo>
                      <a:cubicBezTo>
                        <a:pt x="3542311" y="167438"/>
                        <a:pt x="3542311" y="167216"/>
                        <a:pt x="3542267" y="167039"/>
                      </a:cubicBezTo>
                      <a:cubicBezTo>
                        <a:pt x="3542488" y="164246"/>
                        <a:pt x="3542533" y="161852"/>
                        <a:pt x="3542399" y="159591"/>
                      </a:cubicBezTo>
                      <a:cubicBezTo>
                        <a:pt x="3542887" y="155779"/>
                        <a:pt x="3543197" y="152720"/>
                        <a:pt x="3543331" y="149839"/>
                      </a:cubicBezTo>
                      <a:cubicBezTo>
                        <a:pt x="3543463" y="146381"/>
                        <a:pt x="3543596" y="142302"/>
                        <a:pt x="3543286" y="138224"/>
                      </a:cubicBezTo>
                      <a:cubicBezTo>
                        <a:pt x="3543020" y="133968"/>
                        <a:pt x="3542533" y="130200"/>
                        <a:pt x="3541779" y="126698"/>
                      </a:cubicBezTo>
                      <a:cubicBezTo>
                        <a:pt x="3541070" y="123417"/>
                        <a:pt x="3540006" y="119250"/>
                        <a:pt x="3538011" y="115349"/>
                      </a:cubicBezTo>
                      <a:cubicBezTo>
                        <a:pt x="3537434" y="114197"/>
                        <a:pt x="3536282" y="113532"/>
                        <a:pt x="3535041" y="113532"/>
                      </a:cubicBezTo>
                      <a:cubicBezTo>
                        <a:pt x="3534597" y="113532"/>
                        <a:pt x="3534110" y="113620"/>
                        <a:pt x="3533666" y="113842"/>
                      </a:cubicBezTo>
                      <a:cubicBezTo>
                        <a:pt x="3532071" y="114551"/>
                        <a:pt x="3531272" y="116413"/>
                        <a:pt x="3531937" y="118097"/>
                      </a:cubicBezTo>
                      <a:cubicBezTo>
                        <a:pt x="3533223" y="121378"/>
                        <a:pt x="3533755" y="124925"/>
                        <a:pt x="3534110" y="127983"/>
                      </a:cubicBezTo>
                      <a:cubicBezTo>
                        <a:pt x="3534464" y="131131"/>
                        <a:pt x="3534553" y="134500"/>
                        <a:pt x="3534420" y="138357"/>
                      </a:cubicBezTo>
                      <a:cubicBezTo>
                        <a:pt x="3534376" y="139465"/>
                        <a:pt x="3534331" y="140618"/>
                        <a:pt x="3534243" y="141726"/>
                      </a:cubicBezTo>
                      <a:lnTo>
                        <a:pt x="3533932" y="141460"/>
                      </a:lnTo>
                      <a:cubicBezTo>
                        <a:pt x="3533445" y="141061"/>
                        <a:pt x="3533001" y="140662"/>
                        <a:pt x="3532603" y="140263"/>
                      </a:cubicBezTo>
                      <a:lnTo>
                        <a:pt x="3531760" y="139509"/>
                      </a:lnTo>
                      <a:cubicBezTo>
                        <a:pt x="3529677" y="137603"/>
                        <a:pt x="3527593" y="135520"/>
                        <a:pt x="3525598" y="133525"/>
                      </a:cubicBezTo>
                      <a:lnTo>
                        <a:pt x="3523337" y="131264"/>
                      </a:lnTo>
                      <a:cubicBezTo>
                        <a:pt x="3518505" y="126343"/>
                        <a:pt x="3512964" y="120358"/>
                        <a:pt x="3508531" y="113044"/>
                      </a:cubicBezTo>
                      <a:cubicBezTo>
                        <a:pt x="3507910" y="112024"/>
                        <a:pt x="3506846" y="111448"/>
                        <a:pt x="3505694" y="111448"/>
                      </a:cubicBezTo>
                      <a:cubicBezTo>
                        <a:pt x="3505383" y="111448"/>
                        <a:pt x="3505029" y="111492"/>
                        <a:pt x="3504718" y="111581"/>
                      </a:cubicBezTo>
                      <a:lnTo>
                        <a:pt x="3504098" y="111758"/>
                      </a:lnTo>
                      <a:cubicBezTo>
                        <a:pt x="3502590" y="112246"/>
                        <a:pt x="3501615" y="113709"/>
                        <a:pt x="3501748" y="115305"/>
                      </a:cubicBezTo>
                      <a:cubicBezTo>
                        <a:pt x="3502590" y="123284"/>
                        <a:pt x="3506447" y="131397"/>
                        <a:pt x="3513451" y="140130"/>
                      </a:cubicBezTo>
                      <a:cubicBezTo>
                        <a:pt x="3516111" y="143455"/>
                        <a:pt x="3519348" y="146558"/>
                        <a:pt x="3523293" y="149661"/>
                      </a:cubicBezTo>
                      <a:lnTo>
                        <a:pt x="3524268" y="150371"/>
                      </a:lnTo>
                      <a:cubicBezTo>
                        <a:pt x="3524889" y="150858"/>
                        <a:pt x="3525554" y="151302"/>
                        <a:pt x="3526219" y="151745"/>
                      </a:cubicBezTo>
                      <a:lnTo>
                        <a:pt x="3527460" y="152587"/>
                      </a:lnTo>
                      <a:lnTo>
                        <a:pt x="3528081" y="153075"/>
                      </a:lnTo>
                      <a:cubicBezTo>
                        <a:pt x="3528834" y="153828"/>
                        <a:pt x="3529455" y="154715"/>
                        <a:pt x="3529854" y="155779"/>
                      </a:cubicBezTo>
                      <a:cubicBezTo>
                        <a:pt x="3531671" y="160744"/>
                        <a:pt x="3531361" y="167039"/>
                        <a:pt x="3531095" y="173689"/>
                      </a:cubicBezTo>
                      <a:cubicBezTo>
                        <a:pt x="3531006" y="175196"/>
                        <a:pt x="3530962" y="176748"/>
                        <a:pt x="3530918" y="178255"/>
                      </a:cubicBezTo>
                      <a:cubicBezTo>
                        <a:pt x="3530874" y="179851"/>
                        <a:pt x="3530962" y="181535"/>
                        <a:pt x="3531184" y="183176"/>
                      </a:cubicBezTo>
                      <a:cubicBezTo>
                        <a:pt x="3531405" y="184993"/>
                        <a:pt x="3531805" y="186944"/>
                        <a:pt x="3532381" y="189027"/>
                      </a:cubicBezTo>
                      <a:cubicBezTo>
                        <a:pt x="3529455" y="188185"/>
                        <a:pt x="3526396" y="187476"/>
                        <a:pt x="3523204" y="186810"/>
                      </a:cubicBezTo>
                      <a:cubicBezTo>
                        <a:pt x="3516643" y="185747"/>
                        <a:pt x="3511191" y="184904"/>
                        <a:pt x="3506536" y="182289"/>
                      </a:cubicBezTo>
                      <a:cubicBezTo>
                        <a:pt x="3502324" y="179895"/>
                        <a:pt x="3498911" y="175506"/>
                        <a:pt x="3495276" y="170851"/>
                      </a:cubicBezTo>
                      <a:lnTo>
                        <a:pt x="3494433" y="169788"/>
                      </a:lnTo>
                      <a:cubicBezTo>
                        <a:pt x="3493769" y="168945"/>
                        <a:pt x="3492793" y="168502"/>
                        <a:pt x="3491818" y="168502"/>
                      </a:cubicBezTo>
                      <a:cubicBezTo>
                        <a:pt x="3491242" y="168502"/>
                        <a:pt x="3490710" y="168635"/>
                        <a:pt x="3490178" y="168945"/>
                      </a:cubicBezTo>
                      <a:lnTo>
                        <a:pt x="3489601" y="169256"/>
                      </a:lnTo>
                      <a:cubicBezTo>
                        <a:pt x="3488138" y="170054"/>
                        <a:pt x="3487518" y="171827"/>
                        <a:pt x="3488138" y="173378"/>
                      </a:cubicBezTo>
                      <a:cubicBezTo>
                        <a:pt x="3490710" y="179895"/>
                        <a:pt x="3493946" y="186633"/>
                        <a:pt x="3500152" y="191554"/>
                      </a:cubicBezTo>
                      <a:cubicBezTo>
                        <a:pt x="3506181" y="196430"/>
                        <a:pt x="3513717" y="198204"/>
                        <a:pt x="3519835" y="199667"/>
                      </a:cubicBezTo>
                      <a:lnTo>
                        <a:pt x="3520367" y="199800"/>
                      </a:lnTo>
                      <a:cubicBezTo>
                        <a:pt x="3526485" y="201218"/>
                        <a:pt x="3532381" y="203036"/>
                        <a:pt x="3537878" y="205208"/>
                      </a:cubicBezTo>
                      <a:cubicBezTo>
                        <a:pt x="3540449" y="206227"/>
                        <a:pt x="3543197" y="207424"/>
                        <a:pt x="3546256" y="208932"/>
                      </a:cubicBezTo>
                      <a:cubicBezTo>
                        <a:pt x="3547719" y="209641"/>
                        <a:pt x="3549182" y="210395"/>
                        <a:pt x="3550645" y="211148"/>
                      </a:cubicBezTo>
                      <a:cubicBezTo>
                        <a:pt x="3559378" y="217266"/>
                        <a:pt x="3566028" y="225423"/>
                        <a:pt x="3569885" y="234688"/>
                      </a:cubicBezTo>
                      <a:cubicBezTo>
                        <a:pt x="3571303" y="238101"/>
                        <a:pt x="3572234" y="240407"/>
                        <a:pt x="3572944" y="243687"/>
                      </a:cubicBezTo>
                      <a:cubicBezTo>
                        <a:pt x="3574628" y="251312"/>
                        <a:pt x="3575781" y="258760"/>
                        <a:pt x="3573254" y="272103"/>
                      </a:cubicBezTo>
                      <a:cubicBezTo>
                        <a:pt x="3570461" y="279285"/>
                        <a:pt x="3566427" y="286733"/>
                        <a:pt x="3560487" y="295466"/>
                      </a:cubicBezTo>
                      <a:cubicBezTo>
                        <a:pt x="3559556" y="296884"/>
                        <a:pt x="3558580" y="298259"/>
                        <a:pt x="3557605" y="299677"/>
                      </a:cubicBezTo>
                      <a:cubicBezTo>
                        <a:pt x="3555743" y="302381"/>
                        <a:pt x="3553837" y="305174"/>
                        <a:pt x="3552019" y="308056"/>
                      </a:cubicBezTo>
                      <a:cubicBezTo>
                        <a:pt x="3549936" y="311336"/>
                        <a:pt x="3547586" y="314705"/>
                        <a:pt x="3545325" y="317942"/>
                      </a:cubicBezTo>
                      <a:lnTo>
                        <a:pt x="3543774" y="320158"/>
                      </a:lnTo>
                      <a:cubicBezTo>
                        <a:pt x="3539828" y="325744"/>
                        <a:pt x="3536282" y="330930"/>
                        <a:pt x="3532913" y="335896"/>
                      </a:cubicBezTo>
                      <a:cubicBezTo>
                        <a:pt x="3530031" y="328980"/>
                        <a:pt x="3523736" y="318739"/>
                        <a:pt x="3509994" y="307258"/>
                      </a:cubicBezTo>
                      <a:lnTo>
                        <a:pt x="3509683" y="306948"/>
                      </a:lnTo>
                      <a:cubicBezTo>
                        <a:pt x="3509284" y="306593"/>
                        <a:pt x="3508841" y="306194"/>
                        <a:pt x="3508398" y="305795"/>
                      </a:cubicBezTo>
                      <a:cubicBezTo>
                        <a:pt x="3500507" y="299278"/>
                        <a:pt x="3492217" y="294047"/>
                        <a:pt x="3484193" y="289038"/>
                      </a:cubicBezTo>
                      <a:lnTo>
                        <a:pt x="3482863" y="288196"/>
                      </a:lnTo>
                      <a:cubicBezTo>
                        <a:pt x="3475637" y="283895"/>
                        <a:pt x="3468101" y="279684"/>
                        <a:pt x="3459811" y="275251"/>
                      </a:cubicBezTo>
                      <a:cubicBezTo>
                        <a:pt x="3456575" y="273079"/>
                        <a:pt x="3453959" y="271217"/>
                        <a:pt x="3451610" y="269399"/>
                      </a:cubicBezTo>
                      <a:cubicBezTo>
                        <a:pt x="3441325" y="261331"/>
                        <a:pt x="3434897" y="253928"/>
                        <a:pt x="3431395" y="246214"/>
                      </a:cubicBezTo>
                      <a:cubicBezTo>
                        <a:pt x="3430464" y="244086"/>
                        <a:pt x="3429932" y="242136"/>
                        <a:pt x="3429223" y="239476"/>
                      </a:cubicBezTo>
                      <a:lnTo>
                        <a:pt x="3429090" y="238988"/>
                      </a:lnTo>
                      <a:cubicBezTo>
                        <a:pt x="3428292" y="236240"/>
                        <a:pt x="3427316" y="233491"/>
                        <a:pt x="3426031" y="230299"/>
                      </a:cubicBezTo>
                      <a:cubicBezTo>
                        <a:pt x="3423814" y="224802"/>
                        <a:pt x="3421287" y="219660"/>
                        <a:pt x="3418716" y="214429"/>
                      </a:cubicBezTo>
                      <a:lnTo>
                        <a:pt x="3417032" y="211060"/>
                      </a:lnTo>
                      <a:cubicBezTo>
                        <a:pt x="3415081" y="207159"/>
                        <a:pt x="3413086" y="203169"/>
                        <a:pt x="3411313" y="199179"/>
                      </a:cubicBezTo>
                      <a:lnTo>
                        <a:pt x="3411003" y="198470"/>
                      </a:lnTo>
                      <a:cubicBezTo>
                        <a:pt x="3408919" y="193638"/>
                        <a:pt x="3406924" y="189027"/>
                        <a:pt x="3406702" y="184195"/>
                      </a:cubicBezTo>
                      <a:cubicBezTo>
                        <a:pt x="3406614" y="182422"/>
                        <a:pt x="3405151" y="181048"/>
                        <a:pt x="3403378" y="181048"/>
                      </a:cubicBezTo>
                      <a:cubicBezTo>
                        <a:pt x="3403378" y="181048"/>
                        <a:pt x="3403378" y="181048"/>
                        <a:pt x="3403333" y="181048"/>
                      </a:cubicBezTo>
                      <a:cubicBezTo>
                        <a:pt x="3401560" y="181048"/>
                        <a:pt x="3400097" y="182466"/>
                        <a:pt x="3400053" y="184284"/>
                      </a:cubicBezTo>
                      <a:cubicBezTo>
                        <a:pt x="3399831" y="190401"/>
                        <a:pt x="3401782" y="196031"/>
                        <a:pt x="3403599" y="201440"/>
                      </a:cubicBezTo>
                      <a:lnTo>
                        <a:pt x="3403821" y="202149"/>
                      </a:lnTo>
                      <a:cubicBezTo>
                        <a:pt x="3405373" y="206493"/>
                        <a:pt x="3407057" y="210705"/>
                        <a:pt x="3408697" y="214828"/>
                      </a:cubicBezTo>
                      <a:lnTo>
                        <a:pt x="3410072" y="218286"/>
                      </a:lnTo>
                      <a:cubicBezTo>
                        <a:pt x="3412067" y="223339"/>
                        <a:pt x="3414150" y="228659"/>
                        <a:pt x="3415835" y="233979"/>
                      </a:cubicBezTo>
                      <a:cubicBezTo>
                        <a:pt x="3416721" y="236860"/>
                        <a:pt x="3417386" y="239387"/>
                        <a:pt x="3417874" y="241692"/>
                      </a:cubicBezTo>
                      <a:cubicBezTo>
                        <a:pt x="3418096" y="243155"/>
                        <a:pt x="3418849" y="247322"/>
                        <a:pt x="3420268" y="250869"/>
                      </a:cubicBezTo>
                      <a:cubicBezTo>
                        <a:pt x="3421376" y="253662"/>
                        <a:pt x="3422706" y="256366"/>
                        <a:pt x="3424302" y="259070"/>
                      </a:cubicBezTo>
                      <a:cubicBezTo>
                        <a:pt x="3422440" y="258715"/>
                        <a:pt x="3420534" y="258405"/>
                        <a:pt x="3418583" y="258183"/>
                      </a:cubicBezTo>
                      <a:cubicBezTo>
                        <a:pt x="3407323" y="256854"/>
                        <a:pt x="3396240" y="256854"/>
                        <a:pt x="3385468" y="256809"/>
                      </a:cubicBezTo>
                      <a:cubicBezTo>
                        <a:pt x="3383384" y="256809"/>
                        <a:pt x="3381301" y="256809"/>
                        <a:pt x="3379217" y="256809"/>
                      </a:cubicBezTo>
                      <a:cubicBezTo>
                        <a:pt x="3379217" y="256809"/>
                        <a:pt x="3379217" y="256809"/>
                        <a:pt x="3379217" y="256809"/>
                      </a:cubicBezTo>
                      <a:cubicBezTo>
                        <a:pt x="3367381" y="256809"/>
                        <a:pt x="3355855" y="253263"/>
                        <a:pt x="3345659" y="246613"/>
                      </a:cubicBezTo>
                      <a:cubicBezTo>
                        <a:pt x="3335551" y="240052"/>
                        <a:pt x="3326641" y="231097"/>
                        <a:pt x="3319858" y="220679"/>
                      </a:cubicBezTo>
                      <a:cubicBezTo>
                        <a:pt x="3319238" y="219704"/>
                        <a:pt x="3318174" y="219172"/>
                        <a:pt x="3317065" y="219172"/>
                      </a:cubicBezTo>
                      <a:cubicBezTo>
                        <a:pt x="3316489" y="219172"/>
                        <a:pt x="3315957" y="219305"/>
                        <a:pt x="3315425" y="219616"/>
                      </a:cubicBezTo>
                      <a:lnTo>
                        <a:pt x="3314671" y="220059"/>
                      </a:lnTo>
                      <a:cubicBezTo>
                        <a:pt x="3313918" y="220502"/>
                        <a:pt x="3313341" y="221211"/>
                        <a:pt x="3313120" y="222098"/>
                      </a:cubicBezTo>
                      <a:cubicBezTo>
                        <a:pt x="3312898" y="222940"/>
                        <a:pt x="3313031" y="223871"/>
                        <a:pt x="3313475" y="224625"/>
                      </a:cubicBezTo>
                      <a:cubicBezTo>
                        <a:pt x="3320301" y="236373"/>
                        <a:pt x="3329566" y="246657"/>
                        <a:pt x="3340295" y="254504"/>
                      </a:cubicBezTo>
                      <a:cubicBezTo>
                        <a:pt x="3351998" y="263015"/>
                        <a:pt x="3365741" y="267892"/>
                        <a:pt x="3379084" y="268291"/>
                      </a:cubicBezTo>
                      <a:lnTo>
                        <a:pt x="3384847" y="268513"/>
                      </a:lnTo>
                      <a:cubicBezTo>
                        <a:pt x="3395487" y="268956"/>
                        <a:pt x="3406481" y="269399"/>
                        <a:pt x="3416766" y="271039"/>
                      </a:cubicBezTo>
                      <a:cubicBezTo>
                        <a:pt x="3423061" y="272059"/>
                        <a:pt x="3428469" y="273699"/>
                        <a:pt x="3433390" y="276049"/>
                      </a:cubicBezTo>
                      <a:cubicBezTo>
                        <a:pt x="3438133" y="278310"/>
                        <a:pt x="3442832" y="281369"/>
                        <a:pt x="3448241" y="285669"/>
                      </a:cubicBezTo>
                      <a:cubicBezTo>
                        <a:pt x="3448329" y="285757"/>
                        <a:pt x="3448551" y="285890"/>
                        <a:pt x="3448684" y="285979"/>
                      </a:cubicBezTo>
                      <a:lnTo>
                        <a:pt x="3449038" y="286201"/>
                      </a:lnTo>
                      <a:lnTo>
                        <a:pt x="3458348" y="291919"/>
                      </a:lnTo>
                      <a:cubicBezTo>
                        <a:pt x="3462338" y="294623"/>
                        <a:pt x="3466682" y="297283"/>
                        <a:pt x="3471115" y="299766"/>
                      </a:cubicBezTo>
                      <a:lnTo>
                        <a:pt x="3474529" y="301849"/>
                      </a:lnTo>
                      <a:cubicBezTo>
                        <a:pt x="3482907" y="306903"/>
                        <a:pt x="3491508" y="312090"/>
                        <a:pt x="3499177" y="317543"/>
                      </a:cubicBezTo>
                      <a:lnTo>
                        <a:pt x="3501260" y="319227"/>
                      </a:lnTo>
                      <a:cubicBezTo>
                        <a:pt x="3508398" y="325256"/>
                        <a:pt x="3517397" y="334787"/>
                        <a:pt x="3519436" y="345914"/>
                      </a:cubicBezTo>
                      <a:cubicBezTo>
                        <a:pt x="3519614" y="348220"/>
                        <a:pt x="3519614" y="350702"/>
                        <a:pt x="3519480" y="353539"/>
                      </a:cubicBezTo>
                      <a:cubicBezTo>
                        <a:pt x="3514028" y="363736"/>
                        <a:pt x="3501083" y="391176"/>
                        <a:pt x="3498689" y="402481"/>
                      </a:cubicBezTo>
                      <a:cubicBezTo>
                        <a:pt x="3497625" y="407446"/>
                        <a:pt x="3497182" y="413253"/>
                        <a:pt x="3496739" y="418396"/>
                      </a:cubicBezTo>
                      <a:cubicBezTo>
                        <a:pt x="3496473" y="421410"/>
                        <a:pt x="3496162" y="425223"/>
                        <a:pt x="3495763" y="427661"/>
                      </a:cubicBezTo>
                      <a:cubicBezTo>
                        <a:pt x="3467214" y="407623"/>
                        <a:pt x="3447487" y="405096"/>
                        <a:pt x="3441635" y="404830"/>
                      </a:cubicBezTo>
                      <a:lnTo>
                        <a:pt x="3441103" y="404742"/>
                      </a:lnTo>
                      <a:cubicBezTo>
                        <a:pt x="3440261" y="404564"/>
                        <a:pt x="3439419" y="404431"/>
                        <a:pt x="3438576" y="404298"/>
                      </a:cubicBezTo>
                      <a:cubicBezTo>
                        <a:pt x="3431173" y="403190"/>
                        <a:pt x="3423726" y="402569"/>
                        <a:pt x="3417165" y="402038"/>
                      </a:cubicBezTo>
                      <a:cubicBezTo>
                        <a:pt x="3415524" y="401904"/>
                        <a:pt x="3413928" y="401816"/>
                        <a:pt x="3412377" y="401727"/>
                      </a:cubicBezTo>
                      <a:cubicBezTo>
                        <a:pt x="3406924" y="401372"/>
                        <a:pt x="3401826" y="401062"/>
                        <a:pt x="3396817" y="400353"/>
                      </a:cubicBezTo>
                      <a:cubicBezTo>
                        <a:pt x="3385158" y="398890"/>
                        <a:pt x="3372745" y="394590"/>
                        <a:pt x="3359933" y="387541"/>
                      </a:cubicBezTo>
                      <a:cubicBezTo>
                        <a:pt x="3348983" y="381468"/>
                        <a:pt x="3338344" y="373710"/>
                        <a:pt x="3327350" y="363824"/>
                      </a:cubicBezTo>
                      <a:cubicBezTo>
                        <a:pt x="3321543" y="358460"/>
                        <a:pt x="3316932" y="353894"/>
                        <a:pt x="3312898" y="349461"/>
                      </a:cubicBezTo>
                      <a:cubicBezTo>
                        <a:pt x="3311258" y="347776"/>
                        <a:pt x="3309795" y="346048"/>
                        <a:pt x="3308243" y="344274"/>
                      </a:cubicBezTo>
                      <a:cubicBezTo>
                        <a:pt x="3307490" y="343432"/>
                        <a:pt x="3306781" y="342590"/>
                        <a:pt x="3306027" y="341747"/>
                      </a:cubicBezTo>
                      <a:cubicBezTo>
                        <a:pt x="3305318" y="340949"/>
                        <a:pt x="3304564" y="340151"/>
                        <a:pt x="3303855" y="339353"/>
                      </a:cubicBezTo>
                      <a:lnTo>
                        <a:pt x="3302924" y="338378"/>
                      </a:lnTo>
                      <a:cubicBezTo>
                        <a:pt x="3302791" y="338068"/>
                        <a:pt x="3302569" y="337802"/>
                        <a:pt x="3302303" y="337536"/>
                      </a:cubicBezTo>
                      <a:lnTo>
                        <a:pt x="3300973" y="336250"/>
                      </a:lnTo>
                      <a:lnTo>
                        <a:pt x="3300219" y="335408"/>
                      </a:lnTo>
                      <a:cubicBezTo>
                        <a:pt x="3299732" y="334832"/>
                        <a:pt x="3299200" y="334300"/>
                        <a:pt x="3298668" y="333768"/>
                      </a:cubicBezTo>
                      <a:cubicBezTo>
                        <a:pt x="3298402" y="333502"/>
                        <a:pt x="3298180" y="333280"/>
                        <a:pt x="3297959" y="333103"/>
                      </a:cubicBezTo>
                      <a:lnTo>
                        <a:pt x="3297648" y="332793"/>
                      </a:lnTo>
                      <a:cubicBezTo>
                        <a:pt x="3296762" y="331817"/>
                        <a:pt x="3295742" y="330753"/>
                        <a:pt x="3294722" y="329601"/>
                      </a:cubicBezTo>
                      <a:cubicBezTo>
                        <a:pt x="3291841" y="326320"/>
                        <a:pt x="3289580" y="323483"/>
                        <a:pt x="3287585" y="320734"/>
                      </a:cubicBezTo>
                      <a:cubicBezTo>
                        <a:pt x="3282354" y="313553"/>
                        <a:pt x="3278896" y="307435"/>
                        <a:pt x="3276680" y="301362"/>
                      </a:cubicBezTo>
                      <a:cubicBezTo>
                        <a:pt x="3275350" y="298170"/>
                        <a:pt x="3275039" y="294668"/>
                        <a:pt x="3274818" y="291077"/>
                      </a:cubicBezTo>
                      <a:cubicBezTo>
                        <a:pt x="3274729" y="289703"/>
                        <a:pt x="3274641" y="288284"/>
                        <a:pt x="3274596" y="286866"/>
                      </a:cubicBezTo>
                      <a:cubicBezTo>
                        <a:pt x="3274463" y="284339"/>
                        <a:pt x="3274330" y="281723"/>
                        <a:pt x="3274109" y="279108"/>
                      </a:cubicBezTo>
                      <a:cubicBezTo>
                        <a:pt x="3273222" y="268823"/>
                        <a:pt x="3270562" y="260932"/>
                        <a:pt x="3265996" y="254992"/>
                      </a:cubicBezTo>
                      <a:cubicBezTo>
                        <a:pt x="3265331" y="254149"/>
                        <a:pt x="3264356" y="253706"/>
                        <a:pt x="3263380" y="253706"/>
                      </a:cubicBezTo>
                      <a:cubicBezTo>
                        <a:pt x="3262716" y="253706"/>
                        <a:pt x="3262006" y="253928"/>
                        <a:pt x="3261430" y="254327"/>
                      </a:cubicBezTo>
                      <a:cubicBezTo>
                        <a:pt x="3259967" y="255391"/>
                        <a:pt x="3259612" y="257386"/>
                        <a:pt x="3260632" y="258893"/>
                      </a:cubicBezTo>
                      <a:cubicBezTo>
                        <a:pt x="3264090" y="263991"/>
                        <a:pt x="3265774" y="270596"/>
                        <a:pt x="3265996" y="279551"/>
                      </a:cubicBezTo>
                      <a:cubicBezTo>
                        <a:pt x="3266040" y="281989"/>
                        <a:pt x="3266040" y="284427"/>
                        <a:pt x="3265996" y="286954"/>
                      </a:cubicBezTo>
                      <a:cubicBezTo>
                        <a:pt x="3265996" y="288417"/>
                        <a:pt x="3265952" y="289836"/>
                        <a:pt x="3265952" y="291299"/>
                      </a:cubicBezTo>
                      <a:cubicBezTo>
                        <a:pt x="3265952" y="295155"/>
                        <a:pt x="3265996" y="299943"/>
                        <a:pt x="3267636" y="304554"/>
                      </a:cubicBezTo>
                      <a:cubicBezTo>
                        <a:pt x="3268567" y="307346"/>
                        <a:pt x="3269720" y="310184"/>
                        <a:pt x="3271138" y="313110"/>
                      </a:cubicBezTo>
                      <a:cubicBezTo>
                        <a:pt x="3268479" y="311602"/>
                        <a:pt x="3265774" y="310139"/>
                        <a:pt x="3263070" y="308809"/>
                      </a:cubicBezTo>
                      <a:cubicBezTo>
                        <a:pt x="3249860" y="302293"/>
                        <a:pt x="3236250" y="297505"/>
                        <a:pt x="3222596" y="294579"/>
                      </a:cubicBezTo>
                      <a:cubicBezTo>
                        <a:pt x="3222374" y="294535"/>
                        <a:pt x="3222153" y="294491"/>
                        <a:pt x="3221887" y="294491"/>
                      </a:cubicBezTo>
                      <a:cubicBezTo>
                        <a:pt x="3221222" y="294491"/>
                        <a:pt x="3220601" y="294668"/>
                        <a:pt x="3220069" y="295023"/>
                      </a:cubicBezTo>
                      <a:cubicBezTo>
                        <a:pt x="3219315" y="295510"/>
                        <a:pt x="3218828" y="296264"/>
                        <a:pt x="3218651" y="297150"/>
                      </a:cubicBezTo>
                      <a:lnTo>
                        <a:pt x="3218473" y="298037"/>
                      </a:lnTo>
                      <a:cubicBezTo>
                        <a:pt x="3218119" y="299766"/>
                        <a:pt x="3219183" y="301451"/>
                        <a:pt x="3220867" y="301894"/>
                      </a:cubicBezTo>
                      <a:cubicBezTo>
                        <a:pt x="3249195" y="309474"/>
                        <a:pt x="3273355" y="323128"/>
                        <a:pt x="3290733" y="341348"/>
                      </a:cubicBezTo>
                      <a:cubicBezTo>
                        <a:pt x="3292993" y="343875"/>
                        <a:pt x="3295299" y="346579"/>
                        <a:pt x="3297338" y="348973"/>
                      </a:cubicBezTo>
                      <a:cubicBezTo>
                        <a:pt x="3297515" y="349195"/>
                        <a:pt x="3297693" y="349372"/>
                        <a:pt x="3297870" y="349594"/>
                      </a:cubicBezTo>
                      <a:cubicBezTo>
                        <a:pt x="3291885" y="348884"/>
                        <a:pt x="3285635" y="348574"/>
                        <a:pt x="3279074" y="348574"/>
                      </a:cubicBezTo>
                      <a:cubicBezTo>
                        <a:pt x="3260100" y="348574"/>
                        <a:pt x="3244584" y="351456"/>
                        <a:pt x="3240240" y="352342"/>
                      </a:cubicBezTo>
                      <a:cubicBezTo>
                        <a:pt x="3234565" y="353140"/>
                        <a:pt x="3228403" y="354160"/>
                        <a:pt x="3222064" y="355357"/>
                      </a:cubicBezTo>
                      <a:cubicBezTo>
                        <a:pt x="3217675" y="354781"/>
                        <a:pt x="3213818" y="353362"/>
                        <a:pt x="3211292" y="351411"/>
                      </a:cubicBezTo>
                      <a:cubicBezTo>
                        <a:pt x="3209917" y="350347"/>
                        <a:pt x="3208898" y="349018"/>
                        <a:pt x="3208455" y="347599"/>
                      </a:cubicBezTo>
                      <a:cubicBezTo>
                        <a:pt x="3207878" y="345604"/>
                        <a:pt x="3207479" y="342944"/>
                        <a:pt x="3207213" y="340861"/>
                      </a:cubicBezTo>
                      <a:lnTo>
                        <a:pt x="3207036" y="339442"/>
                      </a:lnTo>
                      <a:cubicBezTo>
                        <a:pt x="3206415" y="334654"/>
                        <a:pt x="3205750" y="329734"/>
                        <a:pt x="3203977" y="324946"/>
                      </a:cubicBezTo>
                      <a:cubicBezTo>
                        <a:pt x="3202115" y="319848"/>
                        <a:pt x="3198968" y="315104"/>
                        <a:pt x="3194623" y="310893"/>
                      </a:cubicBezTo>
                      <a:cubicBezTo>
                        <a:pt x="3193958" y="310272"/>
                        <a:pt x="3193160" y="309962"/>
                        <a:pt x="3192318" y="309962"/>
                      </a:cubicBezTo>
                      <a:cubicBezTo>
                        <a:pt x="3191476" y="309962"/>
                        <a:pt x="3190678" y="310272"/>
                        <a:pt x="3190013" y="310893"/>
                      </a:cubicBezTo>
                      <a:cubicBezTo>
                        <a:pt x="3188727" y="312134"/>
                        <a:pt x="3188638" y="314174"/>
                        <a:pt x="3189835" y="315503"/>
                      </a:cubicBezTo>
                      <a:cubicBezTo>
                        <a:pt x="3193160" y="319227"/>
                        <a:pt x="3195421" y="323217"/>
                        <a:pt x="3196618" y="327340"/>
                      </a:cubicBezTo>
                      <a:cubicBezTo>
                        <a:pt x="3197771" y="331418"/>
                        <a:pt x="3198037" y="335763"/>
                        <a:pt x="3198303" y="340329"/>
                      </a:cubicBezTo>
                      <a:lnTo>
                        <a:pt x="3198391" y="341747"/>
                      </a:lnTo>
                      <a:cubicBezTo>
                        <a:pt x="3198569" y="344363"/>
                        <a:pt x="3198746" y="347067"/>
                        <a:pt x="3199411" y="350082"/>
                      </a:cubicBezTo>
                      <a:cubicBezTo>
                        <a:pt x="3200209" y="353318"/>
                        <a:pt x="3202026" y="356332"/>
                        <a:pt x="3204553" y="358726"/>
                      </a:cubicBezTo>
                      <a:cubicBezTo>
                        <a:pt x="3195953" y="360366"/>
                        <a:pt x="3187707" y="361652"/>
                        <a:pt x="3179506" y="361652"/>
                      </a:cubicBezTo>
                      <a:cubicBezTo>
                        <a:pt x="3176270" y="361652"/>
                        <a:pt x="3173256" y="361430"/>
                        <a:pt x="3170330" y="361031"/>
                      </a:cubicBezTo>
                      <a:cubicBezTo>
                        <a:pt x="3162084" y="359923"/>
                        <a:pt x="3154504" y="357884"/>
                        <a:pt x="3147854" y="354869"/>
                      </a:cubicBezTo>
                      <a:cubicBezTo>
                        <a:pt x="3144396" y="353318"/>
                        <a:pt x="3141071" y="351367"/>
                        <a:pt x="3137968" y="349018"/>
                      </a:cubicBezTo>
                      <a:cubicBezTo>
                        <a:pt x="3136505" y="347954"/>
                        <a:pt x="3135042" y="346845"/>
                        <a:pt x="3133180" y="345250"/>
                      </a:cubicBezTo>
                      <a:cubicBezTo>
                        <a:pt x="3132737" y="344895"/>
                        <a:pt x="3132382" y="344629"/>
                        <a:pt x="3132028" y="344319"/>
                      </a:cubicBezTo>
                      <a:cubicBezTo>
                        <a:pt x="3130609" y="343122"/>
                        <a:pt x="3128880" y="341659"/>
                        <a:pt x="3126309" y="341038"/>
                      </a:cubicBezTo>
                      <a:cubicBezTo>
                        <a:pt x="3126043" y="340994"/>
                        <a:pt x="3125777" y="340949"/>
                        <a:pt x="3125511" y="340949"/>
                      </a:cubicBezTo>
                      <a:cubicBezTo>
                        <a:pt x="3124891" y="340949"/>
                        <a:pt x="3124314" y="341127"/>
                        <a:pt x="3123782" y="341437"/>
                      </a:cubicBezTo>
                      <a:cubicBezTo>
                        <a:pt x="3123029" y="341880"/>
                        <a:pt x="3122497" y="342634"/>
                        <a:pt x="3122275" y="343476"/>
                      </a:cubicBezTo>
                      <a:lnTo>
                        <a:pt x="3122098" y="344141"/>
                      </a:lnTo>
                      <a:cubicBezTo>
                        <a:pt x="3121743" y="345648"/>
                        <a:pt x="3122452" y="347200"/>
                        <a:pt x="3123871" y="347909"/>
                      </a:cubicBezTo>
                      <a:cubicBezTo>
                        <a:pt x="3124492" y="348220"/>
                        <a:pt x="3125245" y="349151"/>
                        <a:pt x="3125999" y="350037"/>
                      </a:cubicBezTo>
                      <a:cubicBezTo>
                        <a:pt x="3126398" y="350525"/>
                        <a:pt x="3126797" y="350968"/>
                        <a:pt x="3127196" y="351456"/>
                      </a:cubicBezTo>
                      <a:cubicBezTo>
                        <a:pt x="3128792" y="353406"/>
                        <a:pt x="3130166" y="354914"/>
                        <a:pt x="3131585" y="356332"/>
                      </a:cubicBezTo>
                      <a:cubicBezTo>
                        <a:pt x="3134909" y="359613"/>
                        <a:pt x="3138589" y="362450"/>
                        <a:pt x="3142534" y="364888"/>
                      </a:cubicBezTo>
                      <a:cubicBezTo>
                        <a:pt x="3149849" y="369321"/>
                        <a:pt x="3158272" y="372380"/>
                        <a:pt x="3168246" y="374198"/>
                      </a:cubicBezTo>
                      <a:cubicBezTo>
                        <a:pt x="3173034" y="374907"/>
                        <a:pt x="3176802" y="375217"/>
                        <a:pt x="3180260" y="375217"/>
                      </a:cubicBezTo>
                      <a:cubicBezTo>
                        <a:pt x="3180881" y="375217"/>
                        <a:pt x="3181501" y="375217"/>
                        <a:pt x="3182166" y="375173"/>
                      </a:cubicBezTo>
                      <a:cubicBezTo>
                        <a:pt x="3186555" y="374995"/>
                        <a:pt x="3191121" y="374464"/>
                        <a:pt x="3195687" y="373621"/>
                      </a:cubicBezTo>
                      <a:cubicBezTo>
                        <a:pt x="3201672" y="372513"/>
                        <a:pt x="3207479" y="371050"/>
                        <a:pt x="3213109" y="369632"/>
                      </a:cubicBezTo>
                      <a:cubicBezTo>
                        <a:pt x="3215592" y="369011"/>
                        <a:pt x="3218119" y="368390"/>
                        <a:pt x="3220601" y="367814"/>
                      </a:cubicBezTo>
                      <a:cubicBezTo>
                        <a:pt x="3229290" y="365775"/>
                        <a:pt x="3237270" y="364090"/>
                        <a:pt x="3245028" y="362716"/>
                      </a:cubicBezTo>
                      <a:cubicBezTo>
                        <a:pt x="3253716" y="361075"/>
                        <a:pt x="3261652" y="360233"/>
                        <a:pt x="3269365" y="360056"/>
                      </a:cubicBezTo>
                      <a:cubicBezTo>
                        <a:pt x="3270784" y="360012"/>
                        <a:pt x="3272202" y="360012"/>
                        <a:pt x="3273621" y="360012"/>
                      </a:cubicBezTo>
                      <a:cubicBezTo>
                        <a:pt x="3286255" y="360012"/>
                        <a:pt x="3298491" y="361563"/>
                        <a:pt x="3309928" y="364578"/>
                      </a:cubicBezTo>
                      <a:cubicBezTo>
                        <a:pt x="3310460" y="364755"/>
                        <a:pt x="3310948" y="364977"/>
                        <a:pt x="3311391" y="365154"/>
                      </a:cubicBezTo>
                      <a:cubicBezTo>
                        <a:pt x="3313785" y="367681"/>
                        <a:pt x="3316312" y="370252"/>
                        <a:pt x="3318883" y="372779"/>
                      </a:cubicBezTo>
                      <a:cubicBezTo>
                        <a:pt x="3330276" y="383773"/>
                        <a:pt x="3341492" y="392462"/>
                        <a:pt x="3353151" y="399378"/>
                      </a:cubicBezTo>
                      <a:cubicBezTo>
                        <a:pt x="3367381" y="407933"/>
                        <a:pt x="3380946" y="413209"/>
                        <a:pt x="3394511" y="415514"/>
                      </a:cubicBezTo>
                      <a:cubicBezTo>
                        <a:pt x="3402713" y="416844"/>
                        <a:pt x="3410692" y="417420"/>
                        <a:pt x="3418450" y="417952"/>
                      </a:cubicBezTo>
                      <a:cubicBezTo>
                        <a:pt x="3424656" y="418396"/>
                        <a:pt x="3430508" y="418839"/>
                        <a:pt x="3436404" y="419592"/>
                      </a:cubicBezTo>
                      <a:cubicBezTo>
                        <a:pt x="3438576" y="419858"/>
                        <a:pt x="3440926" y="420169"/>
                        <a:pt x="3443586" y="420612"/>
                      </a:cubicBezTo>
                      <a:cubicBezTo>
                        <a:pt x="3472844" y="427129"/>
                        <a:pt x="3488848" y="445260"/>
                        <a:pt x="3495808" y="455589"/>
                      </a:cubicBezTo>
                      <a:cubicBezTo>
                        <a:pt x="3581012" y="603167"/>
                        <a:pt x="3555699" y="670993"/>
                        <a:pt x="3533356" y="730840"/>
                      </a:cubicBezTo>
                      <a:cubicBezTo>
                        <a:pt x="3531140" y="736780"/>
                        <a:pt x="3528834" y="742942"/>
                        <a:pt x="3526751" y="748971"/>
                      </a:cubicBezTo>
                      <a:cubicBezTo>
                        <a:pt x="3523116" y="759345"/>
                        <a:pt x="3519746" y="768965"/>
                        <a:pt x="3516865" y="778718"/>
                      </a:cubicBezTo>
                      <a:cubicBezTo>
                        <a:pt x="3496783" y="845879"/>
                        <a:pt x="3498645" y="889456"/>
                        <a:pt x="3502014" y="968543"/>
                      </a:cubicBezTo>
                      <a:cubicBezTo>
                        <a:pt x="3502546" y="981089"/>
                        <a:pt x="3503122" y="994609"/>
                        <a:pt x="3503654" y="1009283"/>
                      </a:cubicBezTo>
                      <a:cubicBezTo>
                        <a:pt x="3505826" y="1069573"/>
                        <a:pt x="3487119" y="1117451"/>
                        <a:pt x="3470938" y="1147108"/>
                      </a:cubicBezTo>
                      <a:cubicBezTo>
                        <a:pt x="3459057" y="1160717"/>
                        <a:pt x="3447310" y="1174371"/>
                        <a:pt x="3435385" y="1188380"/>
                      </a:cubicBezTo>
                      <a:cubicBezTo>
                        <a:pt x="3424834" y="1200748"/>
                        <a:pt x="3413884" y="1213516"/>
                        <a:pt x="3403466" y="1225441"/>
                      </a:cubicBezTo>
                      <a:cubicBezTo>
                        <a:pt x="3377932" y="1254655"/>
                        <a:pt x="3320257" y="1296592"/>
                        <a:pt x="3253450" y="1345179"/>
                      </a:cubicBezTo>
                      <a:cubicBezTo>
                        <a:pt x="3157208" y="1415222"/>
                        <a:pt x="3048242" y="1494485"/>
                        <a:pt x="2980815" y="1573616"/>
                      </a:cubicBezTo>
                      <a:cubicBezTo>
                        <a:pt x="2954660" y="1604293"/>
                        <a:pt x="2875174" y="1697566"/>
                        <a:pt x="2695457" y="1708338"/>
                      </a:cubicBezTo>
                      <a:cubicBezTo>
                        <a:pt x="2657288" y="1698275"/>
                        <a:pt x="2639910" y="1678769"/>
                        <a:pt x="2643767" y="1650353"/>
                      </a:cubicBezTo>
                      <a:cubicBezTo>
                        <a:pt x="2645850" y="1634970"/>
                        <a:pt x="2651835" y="1620651"/>
                        <a:pt x="2658219" y="1605490"/>
                      </a:cubicBezTo>
                      <a:cubicBezTo>
                        <a:pt x="2664469" y="1590551"/>
                        <a:pt x="2670897" y="1575124"/>
                        <a:pt x="2673646" y="1558145"/>
                      </a:cubicBezTo>
                      <a:cubicBezTo>
                        <a:pt x="2673867" y="1557170"/>
                        <a:pt x="2674000" y="1556593"/>
                        <a:pt x="2674000" y="1556593"/>
                      </a:cubicBezTo>
                      <a:cubicBezTo>
                        <a:pt x="2674045" y="1556504"/>
                        <a:pt x="2674045" y="1556371"/>
                        <a:pt x="2674045" y="1556283"/>
                      </a:cubicBezTo>
                      <a:cubicBezTo>
                        <a:pt x="2675330" y="1546663"/>
                        <a:pt x="2677458" y="1530527"/>
                        <a:pt x="2672006" y="1507164"/>
                      </a:cubicBezTo>
                      <a:cubicBezTo>
                        <a:pt x="2669301" y="1495594"/>
                        <a:pt x="2669833" y="1486994"/>
                        <a:pt x="2673513" y="1481674"/>
                      </a:cubicBezTo>
                      <a:cubicBezTo>
                        <a:pt x="2676483" y="1477374"/>
                        <a:pt x="2681670" y="1474847"/>
                        <a:pt x="2689294" y="1473871"/>
                      </a:cubicBezTo>
                      <a:cubicBezTo>
                        <a:pt x="2709598" y="1471345"/>
                        <a:pt x="2736950" y="1463276"/>
                        <a:pt x="2747634" y="1453346"/>
                      </a:cubicBezTo>
                      <a:cubicBezTo>
                        <a:pt x="2749274" y="1451839"/>
                        <a:pt x="2750737" y="1450420"/>
                        <a:pt x="2752067" y="1449179"/>
                      </a:cubicBezTo>
                      <a:cubicBezTo>
                        <a:pt x="2758761" y="1442840"/>
                        <a:pt x="2761820" y="1439914"/>
                        <a:pt x="2768691" y="1437875"/>
                      </a:cubicBezTo>
                      <a:cubicBezTo>
                        <a:pt x="2778090" y="1435082"/>
                        <a:pt x="2786069" y="1430383"/>
                        <a:pt x="2786379" y="1430161"/>
                      </a:cubicBezTo>
                      <a:cubicBezTo>
                        <a:pt x="2787665" y="1429408"/>
                        <a:pt x="2788286" y="1427856"/>
                        <a:pt x="2787887" y="1426393"/>
                      </a:cubicBezTo>
                      <a:cubicBezTo>
                        <a:pt x="2787488" y="1424975"/>
                        <a:pt x="2786158" y="1423955"/>
                        <a:pt x="2784695" y="1423955"/>
                      </a:cubicBezTo>
                      <a:cubicBezTo>
                        <a:pt x="2784695" y="1423955"/>
                        <a:pt x="2784695" y="1423955"/>
                        <a:pt x="2784695" y="1423955"/>
                      </a:cubicBezTo>
                      <a:cubicBezTo>
                        <a:pt x="2784695" y="1423955"/>
                        <a:pt x="2783365" y="1423955"/>
                        <a:pt x="2781104" y="1423955"/>
                      </a:cubicBezTo>
                      <a:cubicBezTo>
                        <a:pt x="2772282" y="1423955"/>
                        <a:pt x="2742802" y="1423822"/>
                        <a:pt x="2734778" y="1422049"/>
                      </a:cubicBezTo>
                      <a:cubicBezTo>
                        <a:pt x="2730877" y="1421206"/>
                        <a:pt x="2725203" y="1420940"/>
                        <a:pt x="2719218" y="1420630"/>
                      </a:cubicBezTo>
                      <a:cubicBezTo>
                        <a:pt x="2709598" y="1420187"/>
                        <a:pt x="2697584" y="1419610"/>
                        <a:pt x="2692043" y="1416286"/>
                      </a:cubicBezTo>
                      <a:cubicBezTo>
                        <a:pt x="2686635" y="1413050"/>
                        <a:pt x="2666863" y="1402499"/>
                        <a:pt x="2638624" y="1402499"/>
                      </a:cubicBezTo>
                      <a:cubicBezTo>
                        <a:pt x="2619651" y="1402499"/>
                        <a:pt x="2600633" y="1407242"/>
                        <a:pt x="2582191" y="1416685"/>
                      </a:cubicBezTo>
                      <a:cubicBezTo>
                        <a:pt x="2559494" y="1428255"/>
                        <a:pt x="2550095" y="1438584"/>
                        <a:pt x="2543268" y="1446165"/>
                      </a:cubicBezTo>
                      <a:cubicBezTo>
                        <a:pt x="2533870" y="1456538"/>
                        <a:pt x="2528683" y="1462257"/>
                        <a:pt x="2496765" y="1462257"/>
                      </a:cubicBezTo>
                      <a:lnTo>
                        <a:pt x="2494549" y="1462257"/>
                      </a:lnTo>
                      <a:cubicBezTo>
                        <a:pt x="2494549" y="1462257"/>
                        <a:pt x="2494549" y="1462257"/>
                        <a:pt x="2494504" y="1462257"/>
                      </a:cubicBezTo>
                      <a:cubicBezTo>
                        <a:pt x="2492953" y="1462257"/>
                        <a:pt x="2491623" y="1463321"/>
                        <a:pt x="2491268" y="1464828"/>
                      </a:cubicBezTo>
                      <a:cubicBezTo>
                        <a:pt x="2490913" y="1466335"/>
                        <a:pt x="2491667" y="1467931"/>
                        <a:pt x="2493086" y="1468596"/>
                      </a:cubicBezTo>
                      <a:cubicBezTo>
                        <a:pt x="2493263" y="1468685"/>
                        <a:pt x="2510596" y="1476886"/>
                        <a:pt x="2518842" y="1482782"/>
                      </a:cubicBezTo>
                      <a:cubicBezTo>
                        <a:pt x="2525270" y="1487392"/>
                        <a:pt x="2542337" y="1498032"/>
                        <a:pt x="2562020" y="1498032"/>
                      </a:cubicBezTo>
                      <a:cubicBezTo>
                        <a:pt x="2565877" y="1498032"/>
                        <a:pt x="2569690" y="1497633"/>
                        <a:pt x="2573325" y="1496835"/>
                      </a:cubicBezTo>
                      <a:lnTo>
                        <a:pt x="2574655" y="1496525"/>
                      </a:lnTo>
                      <a:cubicBezTo>
                        <a:pt x="2582235" y="1494840"/>
                        <a:pt x="2592653" y="1492535"/>
                        <a:pt x="2603559" y="1492535"/>
                      </a:cubicBezTo>
                      <a:cubicBezTo>
                        <a:pt x="2634014" y="1492535"/>
                        <a:pt x="2649264" y="1510888"/>
                        <a:pt x="2650106" y="1548658"/>
                      </a:cubicBezTo>
                      <a:lnTo>
                        <a:pt x="2650106" y="1548968"/>
                      </a:lnTo>
                      <a:cubicBezTo>
                        <a:pt x="2648687" y="1564573"/>
                        <a:pt x="2642304" y="1579823"/>
                        <a:pt x="2635565" y="1595915"/>
                      </a:cubicBezTo>
                      <a:cubicBezTo>
                        <a:pt x="2628916" y="1611874"/>
                        <a:pt x="2622000" y="1628365"/>
                        <a:pt x="2619473" y="1646940"/>
                      </a:cubicBezTo>
                      <a:cubicBezTo>
                        <a:pt x="2616016" y="1672208"/>
                        <a:pt x="2624261" y="1693664"/>
                        <a:pt x="2643412" y="1709579"/>
                      </a:cubicBezTo>
                      <a:cubicBezTo>
                        <a:pt x="2557898" y="1710821"/>
                        <a:pt x="2365634" y="1713968"/>
                        <a:pt x="2217924" y="1744290"/>
                      </a:cubicBezTo>
                      <a:cubicBezTo>
                        <a:pt x="2147703" y="1758698"/>
                        <a:pt x="2030891" y="1770711"/>
                        <a:pt x="1888323" y="1778159"/>
                      </a:cubicBezTo>
                      <a:cubicBezTo>
                        <a:pt x="1905567" y="1759806"/>
                        <a:pt x="1921793" y="1734892"/>
                        <a:pt x="1936643" y="1703949"/>
                      </a:cubicBezTo>
                      <a:cubicBezTo>
                        <a:pt x="1941875" y="1695970"/>
                        <a:pt x="1955706" y="1680897"/>
                        <a:pt x="1989885" y="1668041"/>
                      </a:cubicBezTo>
                      <a:cubicBezTo>
                        <a:pt x="2041398" y="1648668"/>
                        <a:pt x="2088787" y="1624685"/>
                        <a:pt x="2102175" y="1544979"/>
                      </a:cubicBezTo>
                      <a:cubicBezTo>
                        <a:pt x="2114943" y="1468995"/>
                        <a:pt x="2088610" y="1409592"/>
                        <a:pt x="2036654" y="1397090"/>
                      </a:cubicBezTo>
                      <a:cubicBezTo>
                        <a:pt x="2031334" y="1395805"/>
                        <a:pt x="2025616" y="1395184"/>
                        <a:pt x="2019587" y="1395184"/>
                      </a:cubicBezTo>
                      <a:cubicBezTo>
                        <a:pt x="1973349" y="1395184"/>
                        <a:pt x="1908892" y="1433885"/>
                        <a:pt x="1885353" y="1496480"/>
                      </a:cubicBezTo>
                      <a:cubicBezTo>
                        <a:pt x="1862079" y="1558322"/>
                        <a:pt x="1887037" y="1609303"/>
                        <a:pt x="1896435" y="1628498"/>
                      </a:cubicBezTo>
                      <a:cubicBezTo>
                        <a:pt x="1897189" y="1630049"/>
                        <a:pt x="1897854" y="1631380"/>
                        <a:pt x="1898341" y="1632488"/>
                      </a:cubicBezTo>
                      <a:cubicBezTo>
                        <a:pt x="1899051" y="1634039"/>
                        <a:pt x="1899937" y="1635768"/>
                        <a:pt x="1900913" y="1637719"/>
                      </a:cubicBezTo>
                      <a:cubicBezTo>
                        <a:pt x="1908538" y="1652614"/>
                        <a:pt x="1921261" y="1677572"/>
                        <a:pt x="1904060" y="1714456"/>
                      </a:cubicBezTo>
                      <a:cubicBezTo>
                        <a:pt x="1882471" y="1753334"/>
                        <a:pt x="1862167" y="1771643"/>
                        <a:pt x="1848691" y="1780154"/>
                      </a:cubicBezTo>
                      <a:cubicBezTo>
                        <a:pt x="1788844" y="1782858"/>
                        <a:pt x="1727490" y="1784587"/>
                        <a:pt x="1670658" y="1785296"/>
                      </a:cubicBezTo>
                      <a:cubicBezTo>
                        <a:pt x="1686573" y="1765614"/>
                        <a:pt x="1702088" y="1729661"/>
                        <a:pt x="1697123" y="1665780"/>
                      </a:cubicBezTo>
                      <a:cubicBezTo>
                        <a:pt x="1696503" y="1657579"/>
                        <a:pt x="1697434" y="1656116"/>
                        <a:pt x="1699030" y="1653722"/>
                      </a:cubicBezTo>
                      <a:cubicBezTo>
                        <a:pt x="1699295" y="1653279"/>
                        <a:pt x="1699606" y="1652836"/>
                        <a:pt x="1699916" y="1652348"/>
                      </a:cubicBezTo>
                      <a:cubicBezTo>
                        <a:pt x="1701423" y="1649865"/>
                        <a:pt x="1704881" y="1642994"/>
                        <a:pt x="1704394" y="1633153"/>
                      </a:cubicBezTo>
                      <a:cubicBezTo>
                        <a:pt x="1703906" y="1623134"/>
                        <a:pt x="1699207" y="1621671"/>
                        <a:pt x="1696414" y="1621671"/>
                      </a:cubicBezTo>
                      <a:cubicBezTo>
                        <a:pt x="1693887" y="1621671"/>
                        <a:pt x="1691139" y="1622957"/>
                        <a:pt x="1688035" y="1625661"/>
                      </a:cubicBezTo>
                      <a:cubicBezTo>
                        <a:pt x="1678726" y="1633685"/>
                        <a:pt x="1679701" y="1653988"/>
                        <a:pt x="1680189" y="1656471"/>
                      </a:cubicBezTo>
                      <a:cubicBezTo>
                        <a:pt x="1680588" y="1658643"/>
                        <a:pt x="1681209" y="1662722"/>
                        <a:pt x="1681519" y="1664938"/>
                      </a:cubicBezTo>
                      <a:cubicBezTo>
                        <a:pt x="1686351" y="1722036"/>
                        <a:pt x="1673628" y="1753999"/>
                        <a:pt x="1662058" y="1770711"/>
                      </a:cubicBezTo>
                      <a:cubicBezTo>
                        <a:pt x="1658068" y="1776475"/>
                        <a:pt x="1653546" y="1781440"/>
                        <a:pt x="1648625" y="1785563"/>
                      </a:cubicBezTo>
                      <a:cubicBezTo>
                        <a:pt x="1638828" y="1785651"/>
                        <a:pt x="1629253" y="1785651"/>
                        <a:pt x="1619987" y="1785651"/>
                      </a:cubicBezTo>
                      <a:cubicBezTo>
                        <a:pt x="1578582" y="1785651"/>
                        <a:pt x="1542453" y="1784942"/>
                        <a:pt x="1515455" y="1783612"/>
                      </a:cubicBezTo>
                      <a:cubicBezTo>
                        <a:pt x="1507919" y="1783257"/>
                        <a:pt x="1500117" y="1782814"/>
                        <a:pt x="1492181" y="1782415"/>
                      </a:cubicBezTo>
                      <a:cubicBezTo>
                        <a:pt x="1483670" y="1773549"/>
                        <a:pt x="1474670" y="1757235"/>
                        <a:pt x="1464740" y="1732587"/>
                      </a:cubicBezTo>
                      <a:cubicBezTo>
                        <a:pt x="1463898" y="1729351"/>
                        <a:pt x="1455564" y="1696191"/>
                        <a:pt x="1456938" y="1677705"/>
                      </a:cubicBezTo>
                      <a:cubicBezTo>
                        <a:pt x="1458179" y="1661347"/>
                        <a:pt x="1461283" y="1650131"/>
                        <a:pt x="1463809" y="1641132"/>
                      </a:cubicBezTo>
                      <a:lnTo>
                        <a:pt x="1463898" y="1640866"/>
                      </a:lnTo>
                      <a:lnTo>
                        <a:pt x="1463942" y="1640645"/>
                      </a:lnTo>
                      <a:cubicBezTo>
                        <a:pt x="1465272" y="1636743"/>
                        <a:pt x="1467755" y="1627700"/>
                        <a:pt x="1469572" y="1620873"/>
                      </a:cubicBezTo>
                      <a:cubicBezTo>
                        <a:pt x="1470592" y="1617105"/>
                        <a:pt x="1471080" y="1605003"/>
                        <a:pt x="1466381" y="1598885"/>
                      </a:cubicBezTo>
                      <a:cubicBezTo>
                        <a:pt x="1464474" y="1596447"/>
                        <a:pt x="1461947" y="1595117"/>
                        <a:pt x="1459022" y="1595117"/>
                      </a:cubicBezTo>
                      <a:cubicBezTo>
                        <a:pt x="1455653" y="1595205"/>
                        <a:pt x="1452948" y="1596801"/>
                        <a:pt x="1451219" y="1599727"/>
                      </a:cubicBezTo>
                      <a:cubicBezTo>
                        <a:pt x="1447230" y="1606377"/>
                        <a:pt x="1448648" y="1618568"/>
                        <a:pt x="1451397" y="1623976"/>
                      </a:cubicBezTo>
                      <a:cubicBezTo>
                        <a:pt x="1453347" y="1627833"/>
                        <a:pt x="1452372" y="1632488"/>
                        <a:pt x="1452150" y="1633374"/>
                      </a:cubicBezTo>
                      <a:cubicBezTo>
                        <a:pt x="1451796" y="1634660"/>
                        <a:pt x="1451441" y="1636034"/>
                        <a:pt x="1450998" y="1637541"/>
                      </a:cubicBezTo>
                      <a:cubicBezTo>
                        <a:pt x="1448338" y="1647117"/>
                        <a:pt x="1445013" y="1659042"/>
                        <a:pt x="1443683" y="1676730"/>
                      </a:cubicBezTo>
                      <a:cubicBezTo>
                        <a:pt x="1443240" y="1682360"/>
                        <a:pt x="1443550" y="1689320"/>
                        <a:pt x="1444525" y="1697566"/>
                      </a:cubicBezTo>
                      <a:cubicBezTo>
                        <a:pt x="1437831" y="1686128"/>
                        <a:pt x="1432955" y="1672430"/>
                        <a:pt x="1433398" y="1644147"/>
                      </a:cubicBezTo>
                      <a:cubicBezTo>
                        <a:pt x="1433709" y="1625040"/>
                        <a:pt x="1439073" y="1614002"/>
                        <a:pt x="1443018" y="1605889"/>
                      </a:cubicBezTo>
                      <a:cubicBezTo>
                        <a:pt x="1443595" y="1604737"/>
                        <a:pt x="1444082" y="1603673"/>
                        <a:pt x="1444570" y="1602609"/>
                      </a:cubicBezTo>
                      <a:cubicBezTo>
                        <a:pt x="1444703" y="1602298"/>
                        <a:pt x="1444836" y="1601988"/>
                        <a:pt x="1444969" y="1601678"/>
                      </a:cubicBezTo>
                      <a:lnTo>
                        <a:pt x="1445057" y="1601412"/>
                      </a:lnTo>
                      <a:cubicBezTo>
                        <a:pt x="1446786" y="1598974"/>
                        <a:pt x="1452904" y="1589886"/>
                        <a:pt x="1453525" y="1582970"/>
                      </a:cubicBezTo>
                      <a:cubicBezTo>
                        <a:pt x="1453613" y="1582039"/>
                        <a:pt x="1453835" y="1580753"/>
                        <a:pt x="1454057" y="1579335"/>
                      </a:cubicBezTo>
                      <a:cubicBezTo>
                        <a:pt x="1455121" y="1572685"/>
                        <a:pt x="1456583" y="1563597"/>
                        <a:pt x="1452461" y="1558765"/>
                      </a:cubicBezTo>
                      <a:cubicBezTo>
                        <a:pt x="1450821" y="1556815"/>
                        <a:pt x="1448515" y="1555795"/>
                        <a:pt x="1445722" y="1555751"/>
                      </a:cubicBezTo>
                      <a:cubicBezTo>
                        <a:pt x="1442885" y="1555751"/>
                        <a:pt x="1440403" y="1556903"/>
                        <a:pt x="1438541" y="1559120"/>
                      </a:cubicBezTo>
                      <a:cubicBezTo>
                        <a:pt x="1432556" y="1566169"/>
                        <a:pt x="1433842" y="1582881"/>
                        <a:pt x="1434507" y="1586605"/>
                      </a:cubicBezTo>
                      <a:cubicBezTo>
                        <a:pt x="1434817" y="1588467"/>
                        <a:pt x="1434728" y="1590506"/>
                        <a:pt x="1434285" y="1592767"/>
                      </a:cubicBezTo>
                      <a:cubicBezTo>
                        <a:pt x="1433664" y="1594407"/>
                        <a:pt x="1433088" y="1595693"/>
                        <a:pt x="1432467" y="1596979"/>
                      </a:cubicBezTo>
                      <a:cubicBezTo>
                        <a:pt x="1432024" y="1597954"/>
                        <a:pt x="1431537" y="1598974"/>
                        <a:pt x="1431005" y="1600037"/>
                      </a:cubicBezTo>
                      <a:cubicBezTo>
                        <a:pt x="1426527" y="1609258"/>
                        <a:pt x="1420409" y="1621848"/>
                        <a:pt x="1420055" y="1643881"/>
                      </a:cubicBezTo>
                      <a:cubicBezTo>
                        <a:pt x="1419390" y="1684355"/>
                        <a:pt x="1429187" y="1698940"/>
                        <a:pt x="1439516" y="1714411"/>
                      </a:cubicBezTo>
                      <a:cubicBezTo>
                        <a:pt x="1443949" y="1721017"/>
                        <a:pt x="1448471" y="1727799"/>
                        <a:pt x="1452239" y="1737153"/>
                      </a:cubicBezTo>
                      <a:lnTo>
                        <a:pt x="1454456" y="1742739"/>
                      </a:lnTo>
                      <a:cubicBezTo>
                        <a:pt x="1460130" y="1757102"/>
                        <a:pt x="1465583" y="1770800"/>
                        <a:pt x="1473341" y="1781351"/>
                      </a:cubicBezTo>
                      <a:cubicBezTo>
                        <a:pt x="1435881" y="1779268"/>
                        <a:pt x="1394963" y="1776741"/>
                        <a:pt x="1355287" y="1774302"/>
                      </a:cubicBezTo>
                      <a:cubicBezTo>
                        <a:pt x="1307410" y="1771376"/>
                        <a:pt x="1257892" y="1768318"/>
                        <a:pt x="1211744" y="1765835"/>
                      </a:cubicBezTo>
                      <a:cubicBezTo>
                        <a:pt x="1184702" y="1744867"/>
                        <a:pt x="1125165" y="1686261"/>
                        <a:pt x="1134696" y="1582970"/>
                      </a:cubicBezTo>
                      <a:cubicBezTo>
                        <a:pt x="1143518" y="1487126"/>
                        <a:pt x="1162004" y="1440712"/>
                        <a:pt x="1183372" y="1387027"/>
                      </a:cubicBezTo>
                      <a:cubicBezTo>
                        <a:pt x="1192371" y="1364374"/>
                        <a:pt x="1201725" y="1340967"/>
                        <a:pt x="1210857" y="1312374"/>
                      </a:cubicBezTo>
                      <a:cubicBezTo>
                        <a:pt x="1221009" y="1280633"/>
                        <a:pt x="1232491" y="1244725"/>
                        <a:pt x="1240913" y="1203630"/>
                      </a:cubicBezTo>
                      <a:cubicBezTo>
                        <a:pt x="1248450" y="1187626"/>
                        <a:pt x="1266359" y="1158723"/>
                        <a:pt x="1302711" y="1141788"/>
                      </a:cubicBezTo>
                      <a:cubicBezTo>
                        <a:pt x="1340525" y="1124189"/>
                        <a:pt x="1369340" y="1108363"/>
                        <a:pt x="1390796" y="1093467"/>
                      </a:cubicBezTo>
                      <a:cubicBezTo>
                        <a:pt x="1390974" y="1093379"/>
                        <a:pt x="1391151" y="1093290"/>
                        <a:pt x="1391284" y="1093202"/>
                      </a:cubicBezTo>
                      <a:cubicBezTo>
                        <a:pt x="1410435" y="1079326"/>
                        <a:pt x="1422848" y="1073607"/>
                        <a:pt x="1432778" y="1069041"/>
                      </a:cubicBezTo>
                      <a:cubicBezTo>
                        <a:pt x="1437255" y="1066958"/>
                        <a:pt x="1441511" y="1065007"/>
                        <a:pt x="1445722" y="1062613"/>
                      </a:cubicBezTo>
                      <a:lnTo>
                        <a:pt x="1446919" y="1061904"/>
                      </a:lnTo>
                      <a:cubicBezTo>
                        <a:pt x="1461194" y="1053836"/>
                        <a:pt x="1490896" y="1036990"/>
                        <a:pt x="1488856" y="990088"/>
                      </a:cubicBezTo>
                      <a:cubicBezTo>
                        <a:pt x="1487660" y="962425"/>
                        <a:pt x="1472676" y="945934"/>
                        <a:pt x="1448781" y="945934"/>
                      </a:cubicBezTo>
                      <a:cubicBezTo>
                        <a:pt x="1436147" y="945934"/>
                        <a:pt x="1422227" y="950766"/>
                        <a:pt x="1409548" y="959499"/>
                      </a:cubicBezTo>
                      <a:cubicBezTo>
                        <a:pt x="1377364" y="981753"/>
                        <a:pt x="1374704" y="1008928"/>
                        <a:pt x="1380910" y="1045546"/>
                      </a:cubicBezTo>
                      <a:cubicBezTo>
                        <a:pt x="1385078" y="1070415"/>
                        <a:pt x="1371468" y="1082340"/>
                        <a:pt x="1365439" y="1086286"/>
                      </a:cubicBezTo>
                      <a:cubicBezTo>
                        <a:pt x="1365129" y="1086463"/>
                        <a:pt x="1364774" y="1086685"/>
                        <a:pt x="1364375" y="1086907"/>
                      </a:cubicBezTo>
                      <a:lnTo>
                        <a:pt x="1363400" y="1087483"/>
                      </a:lnTo>
                      <a:lnTo>
                        <a:pt x="1362957" y="1087705"/>
                      </a:lnTo>
                      <a:cubicBezTo>
                        <a:pt x="1362691" y="1087837"/>
                        <a:pt x="1362469" y="1088015"/>
                        <a:pt x="1362247" y="1088192"/>
                      </a:cubicBezTo>
                      <a:cubicBezTo>
                        <a:pt x="1338264" y="1102821"/>
                        <a:pt x="1311976" y="1115456"/>
                        <a:pt x="1294244" y="1123701"/>
                      </a:cubicBezTo>
                      <a:cubicBezTo>
                        <a:pt x="1276866" y="1131814"/>
                        <a:pt x="1261616" y="1142852"/>
                        <a:pt x="1248716" y="1156639"/>
                      </a:cubicBezTo>
                      <a:cubicBezTo>
                        <a:pt x="1256385" y="1096482"/>
                        <a:pt x="1255188" y="1034419"/>
                        <a:pt x="1245081" y="967257"/>
                      </a:cubicBezTo>
                      <a:cubicBezTo>
                        <a:pt x="1243396" y="937999"/>
                        <a:pt x="1246189" y="909317"/>
                        <a:pt x="1249868" y="900894"/>
                      </a:cubicBezTo>
                      <a:cubicBezTo>
                        <a:pt x="1255631" y="887728"/>
                        <a:pt x="1272211" y="841712"/>
                        <a:pt x="1244415" y="801459"/>
                      </a:cubicBezTo>
                      <a:cubicBezTo>
                        <a:pt x="1232535" y="784259"/>
                        <a:pt x="1216842" y="774816"/>
                        <a:pt x="1200262" y="774816"/>
                      </a:cubicBezTo>
                      <a:cubicBezTo>
                        <a:pt x="1177210" y="774816"/>
                        <a:pt x="1156685" y="792726"/>
                        <a:pt x="1150389" y="818394"/>
                      </a:cubicBezTo>
                      <a:cubicBezTo>
                        <a:pt x="1141834" y="853282"/>
                        <a:pt x="1156729" y="887816"/>
                        <a:pt x="1193524" y="918316"/>
                      </a:cubicBezTo>
                      <a:cubicBezTo>
                        <a:pt x="1209749" y="931748"/>
                        <a:pt x="1217418" y="954268"/>
                        <a:pt x="1221009" y="970804"/>
                      </a:cubicBezTo>
                      <a:cubicBezTo>
                        <a:pt x="1239229" y="1091739"/>
                        <a:pt x="1224334" y="1178273"/>
                        <a:pt x="1205271" y="1247030"/>
                      </a:cubicBezTo>
                      <a:cubicBezTo>
                        <a:pt x="1202035" y="1226372"/>
                        <a:pt x="1195696" y="1207354"/>
                        <a:pt x="1186386" y="1190331"/>
                      </a:cubicBezTo>
                      <a:cubicBezTo>
                        <a:pt x="1170161" y="1160762"/>
                        <a:pt x="1151631" y="1135759"/>
                        <a:pt x="1135317" y="1113682"/>
                      </a:cubicBezTo>
                      <a:cubicBezTo>
                        <a:pt x="1131327" y="1108319"/>
                        <a:pt x="1127559" y="1103176"/>
                        <a:pt x="1123880" y="1098122"/>
                      </a:cubicBezTo>
                      <a:lnTo>
                        <a:pt x="1123614" y="1097723"/>
                      </a:lnTo>
                      <a:cubicBezTo>
                        <a:pt x="1100828" y="1064431"/>
                        <a:pt x="1095862" y="1031227"/>
                        <a:pt x="1096483" y="1016819"/>
                      </a:cubicBezTo>
                      <a:cubicBezTo>
                        <a:pt x="1097104" y="1002500"/>
                        <a:pt x="1096084" y="953559"/>
                        <a:pt x="1055610" y="926029"/>
                      </a:cubicBezTo>
                      <a:cubicBezTo>
                        <a:pt x="1043995" y="918094"/>
                        <a:pt x="1032292" y="914104"/>
                        <a:pt x="1020899" y="914104"/>
                      </a:cubicBezTo>
                      <a:cubicBezTo>
                        <a:pt x="1007821" y="914104"/>
                        <a:pt x="995807" y="919602"/>
                        <a:pt x="986986" y="929576"/>
                      </a:cubicBezTo>
                      <a:cubicBezTo>
                        <a:pt x="976479" y="941545"/>
                        <a:pt x="971691" y="958302"/>
                        <a:pt x="973908" y="975680"/>
                      </a:cubicBezTo>
                      <a:cubicBezTo>
                        <a:pt x="979494" y="1019523"/>
                        <a:pt x="1017441" y="1040182"/>
                        <a:pt x="1049891" y="1053348"/>
                      </a:cubicBezTo>
                      <a:cubicBezTo>
                        <a:pt x="1079150" y="1065184"/>
                        <a:pt x="1110492" y="1114259"/>
                        <a:pt x="1110802" y="1114746"/>
                      </a:cubicBezTo>
                      <a:cubicBezTo>
                        <a:pt x="1111112" y="1115234"/>
                        <a:pt x="1111556" y="1115633"/>
                        <a:pt x="1112043" y="1115899"/>
                      </a:cubicBezTo>
                      <a:cubicBezTo>
                        <a:pt x="1114393" y="1119091"/>
                        <a:pt x="1116742" y="1122283"/>
                        <a:pt x="1119136" y="1125519"/>
                      </a:cubicBezTo>
                      <a:cubicBezTo>
                        <a:pt x="1135893" y="1148128"/>
                        <a:pt x="1153182" y="1171490"/>
                        <a:pt x="1168787" y="1199951"/>
                      </a:cubicBezTo>
                      <a:cubicBezTo>
                        <a:pt x="1185677" y="1230761"/>
                        <a:pt x="1191529" y="1270525"/>
                        <a:pt x="1185278" y="1311931"/>
                      </a:cubicBezTo>
                      <a:cubicBezTo>
                        <a:pt x="1177032" y="1336933"/>
                        <a:pt x="1168344" y="1358744"/>
                        <a:pt x="1160674" y="1378028"/>
                      </a:cubicBezTo>
                      <a:cubicBezTo>
                        <a:pt x="1139528" y="1431181"/>
                        <a:pt x="1119535" y="1481408"/>
                        <a:pt x="1110403" y="1580753"/>
                      </a:cubicBezTo>
                      <a:cubicBezTo>
                        <a:pt x="1102024" y="1671588"/>
                        <a:pt x="1144050" y="1732676"/>
                        <a:pt x="1173929" y="1763885"/>
                      </a:cubicBezTo>
                      <a:cubicBezTo>
                        <a:pt x="1123924" y="1761446"/>
                        <a:pt x="1085932" y="1760249"/>
                        <a:pt x="1058092" y="1760249"/>
                      </a:cubicBezTo>
                      <a:cubicBezTo>
                        <a:pt x="1047054" y="1760249"/>
                        <a:pt x="1037390" y="1760427"/>
                        <a:pt x="1029366" y="1760826"/>
                      </a:cubicBezTo>
                      <a:cubicBezTo>
                        <a:pt x="1017884" y="1761358"/>
                        <a:pt x="1006491" y="1761624"/>
                        <a:pt x="995497" y="1761624"/>
                      </a:cubicBezTo>
                      <a:cubicBezTo>
                        <a:pt x="883473" y="1761624"/>
                        <a:pt x="790555" y="1733961"/>
                        <a:pt x="621920" y="1683690"/>
                      </a:cubicBezTo>
                      <a:lnTo>
                        <a:pt x="621477" y="1683557"/>
                      </a:lnTo>
                      <a:lnTo>
                        <a:pt x="607513" y="1679390"/>
                      </a:lnTo>
                      <a:cubicBezTo>
                        <a:pt x="576703" y="1670213"/>
                        <a:pt x="535741" y="1663076"/>
                        <a:pt x="485824" y="1658200"/>
                      </a:cubicBezTo>
                      <a:cubicBezTo>
                        <a:pt x="394015" y="1605091"/>
                        <a:pt x="399778" y="1559475"/>
                        <a:pt x="408555" y="1490496"/>
                      </a:cubicBezTo>
                      <a:cubicBezTo>
                        <a:pt x="409087" y="1486151"/>
                        <a:pt x="409663" y="1481674"/>
                        <a:pt x="410240" y="1477152"/>
                      </a:cubicBezTo>
                      <a:cubicBezTo>
                        <a:pt x="415382" y="1434905"/>
                        <a:pt x="439631" y="1378294"/>
                        <a:pt x="461043" y="1328333"/>
                      </a:cubicBezTo>
                      <a:cubicBezTo>
                        <a:pt x="478775" y="1286972"/>
                        <a:pt x="495532" y="1247872"/>
                        <a:pt x="500320" y="1220032"/>
                      </a:cubicBezTo>
                      <a:cubicBezTo>
                        <a:pt x="507812" y="1176765"/>
                        <a:pt x="504620" y="1134562"/>
                        <a:pt x="502094" y="1113239"/>
                      </a:cubicBezTo>
                      <a:cubicBezTo>
                        <a:pt x="497527" y="1073962"/>
                        <a:pt x="500586" y="1049890"/>
                        <a:pt x="502138" y="1041157"/>
                      </a:cubicBezTo>
                      <a:cubicBezTo>
                        <a:pt x="505463" y="1030739"/>
                        <a:pt x="510649" y="1019923"/>
                        <a:pt x="517920" y="1008086"/>
                      </a:cubicBezTo>
                      <a:cubicBezTo>
                        <a:pt x="524791" y="998112"/>
                        <a:pt x="543765" y="984147"/>
                        <a:pt x="568590" y="970892"/>
                      </a:cubicBezTo>
                      <a:cubicBezTo>
                        <a:pt x="592307" y="958214"/>
                        <a:pt x="611547" y="935161"/>
                        <a:pt x="617576" y="912154"/>
                      </a:cubicBezTo>
                      <a:cubicBezTo>
                        <a:pt x="620901" y="899519"/>
                        <a:pt x="620014" y="886974"/>
                        <a:pt x="619172" y="874827"/>
                      </a:cubicBezTo>
                      <a:cubicBezTo>
                        <a:pt x="618861" y="870660"/>
                        <a:pt x="618595" y="866759"/>
                        <a:pt x="618507" y="862946"/>
                      </a:cubicBezTo>
                      <a:cubicBezTo>
                        <a:pt x="618684" y="860996"/>
                        <a:pt x="619216" y="858115"/>
                        <a:pt x="620723" y="855410"/>
                      </a:cubicBezTo>
                      <a:cubicBezTo>
                        <a:pt x="622452" y="852351"/>
                        <a:pt x="625068" y="845480"/>
                        <a:pt x="622674" y="841357"/>
                      </a:cubicBezTo>
                      <a:cubicBezTo>
                        <a:pt x="621654" y="839628"/>
                        <a:pt x="619925" y="838653"/>
                        <a:pt x="617842" y="838653"/>
                      </a:cubicBezTo>
                      <a:cubicBezTo>
                        <a:pt x="615891" y="838653"/>
                        <a:pt x="613675" y="839495"/>
                        <a:pt x="611059" y="841269"/>
                      </a:cubicBezTo>
                      <a:cubicBezTo>
                        <a:pt x="609153" y="842554"/>
                        <a:pt x="607424" y="843618"/>
                        <a:pt x="605961" y="844593"/>
                      </a:cubicBezTo>
                      <a:cubicBezTo>
                        <a:pt x="601085" y="847697"/>
                        <a:pt x="598114" y="849558"/>
                        <a:pt x="597405" y="852839"/>
                      </a:cubicBezTo>
                      <a:cubicBezTo>
                        <a:pt x="597006" y="854612"/>
                        <a:pt x="597405" y="856430"/>
                        <a:pt x="598646" y="858380"/>
                      </a:cubicBezTo>
                      <a:cubicBezTo>
                        <a:pt x="600109" y="860686"/>
                        <a:pt x="601971" y="861572"/>
                        <a:pt x="603168" y="862149"/>
                      </a:cubicBezTo>
                      <a:cubicBezTo>
                        <a:pt x="604409" y="862725"/>
                        <a:pt x="604941" y="863035"/>
                        <a:pt x="605296" y="866404"/>
                      </a:cubicBezTo>
                      <a:cubicBezTo>
                        <a:pt x="605385" y="870926"/>
                        <a:pt x="605651" y="875271"/>
                        <a:pt x="605961" y="879482"/>
                      </a:cubicBezTo>
                      <a:cubicBezTo>
                        <a:pt x="606626" y="889589"/>
                        <a:pt x="607291" y="899121"/>
                        <a:pt x="604720" y="908829"/>
                      </a:cubicBezTo>
                      <a:cubicBezTo>
                        <a:pt x="599577" y="928423"/>
                        <a:pt x="582953" y="948195"/>
                        <a:pt x="562339" y="959189"/>
                      </a:cubicBezTo>
                      <a:cubicBezTo>
                        <a:pt x="558704" y="961140"/>
                        <a:pt x="553207" y="964154"/>
                        <a:pt x="547001" y="967922"/>
                      </a:cubicBezTo>
                      <a:cubicBezTo>
                        <a:pt x="547843" y="966858"/>
                        <a:pt x="548730" y="965750"/>
                        <a:pt x="549661" y="964597"/>
                      </a:cubicBezTo>
                      <a:cubicBezTo>
                        <a:pt x="554227" y="958923"/>
                        <a:pt x="558261" y="954446"/>
                        <a:pt x="561807" y="950544"/>
                      </a:cubicBezTo>
                      <a:cubicBezTo>
                        <a:pt x="569964" y="941501"/>
                        <a:pt x="575417" y="935472"/>
                        <a:pt x="575107" y="926828"/>
                      </a:cubicBezTo>
                      <a:cubicBezTo>
                        <a:pt x="575151" y="926562"/>
                        <a:pt x="575151" y="926295"/>
                        <a:pt x="575107" y="926029"/>
                      </a:cubicBezTo>
                      <a:lnTo>
                        <a:pt x="575062" y="925586"/>
                      </a:lnTo>
                      <a:cubicBezTo>
                        <a:pt x="574974" y="924167"/>
                        <a:pt x="574796" y="922926"/>
                        <a:pt x="574619" y="921729"/>
                      </a:cubicBezTo>
                      <a:cubicBezTo>
                        <a:pt x="574353" y="918715"/>
                        <a:pt x="574530" y="917784"/>
                        <a:pt x="574575" y="917695"/>
                      </a:cubicBezTo>
                      <a:lnTo>
                        <a:pt x="574708" y="917163"/>
                      </a:lnTo>
                      <a:cubicBezTo>
                        <a:pt x="576171" y="911533"/>
                        <a:pt x="576747" y="907277"/>
                        <a:pt x="574708" y="904662"/>
                      </a:cubicBezTo>
                      <a:cubicBezTo>
                        <a:pt x="573777" y="903421"/>
                        <a:pt x="572358" y="902756"/>
                        <a:pt x="570762" y="902756"/>
                      </a:cubicBezTo>
                      <a:cubicBezTo>
                        <a:pt x="569388" y="902756"/>
                        <a:pt x="567881" y="903288"/>
                        <a:pt x="566152" y="904352"/>
                      </a:cubicBezTo>
                      <a:cubicBezTo>
                        <a:pt x="565354" y="904839"/>
                        <a:pt x="564512" y="905371"/>
                        <a:pt x="563625" y="905903"/>
                      </a:cubicBezTo>
                      <a:cubicBezTo>
                        <a:pt x="554448" y="911533"/>
                        <a:pt x="548863" y="915301"/>
                        <a:pt x="549040" y="919956"/>
                      </a:cubicBezTo>
                      <a:cubicBezTo>
                        <a:pt x="549084" y="921153"/>
                        <a:pt x="549616" y="923370"/>
                        <a:pt x="552542" y="924833"/>
                      </a:cubicBezTo>
                      <a:cubicBezTo>
                        <a:pt x="554049" y="925586"/>
                        <a:pt x="555867" y="925675"/>
                        <a:pt x="557596" y="925719"/>
                      </a:cubicBezTo>
                      <a:cubicBezTo>
                        <a:pt x="561896" y="925896"/>
                        <a:pt x="561896" y="926295"/>
                        <a:pt x="561896" y="927980"/>
                      </a:cubicBezTo>
                      <a:cubicBezTo>
                        <a:pt x="561896" y="928157"/>
                        <a:pt x="561896" y="928335"/>
                        <a:pt x="561896" y="928512"/>
                      </a:cubicBezTo>
                      <a:cubicBezTo>
                        <a:pt x="561985" y="932502"/>
                        <a:pt x="559280" y="935339"/>
                        <a:pt x="553163" y="941279"/>
                      </a:cubicBezTo>
                      <a:cubicBezTo>
                        <a:pt x="549350" y="945003"/>
                        <a:pt x="544607" y="949658"/>
                        <a:pt x="539287" y="956263"/>
                      </a:cubicBezTo>
                      <a:cubicBezTo>
                        <a:pt x="527806" y="970582"/>
                        <a:pt x="515792" y="986009"/>
                        <a:pt x="506039" y="1002057"/>
                      </a:cubicBezTo>
                      <a:lnTo>
                        <a:pt x="505729" y="1002500"/>
                      </a:lnTo>
                      <a:cubicBezTo>
                        <a:pt x="505418" y="1002944"/>
                        <a:pt x="505152" y="1003387"/>
                        <a:pt x="504886" y="1003830"/>
                      </a:cubicBezTo>
                      <a:cubicBezTo>
                        <a:pt x="504798" y="1003963"/>
                        <a:pt x="504753" y="1004096"/>
                        <a:pt x="504709" y="1004229"/>
                      </a:cubicBezTo>
                      <a:cubicBezTo>
                        <a:pt x="502182" y="1008485"/>
                        <a:pt x="499877" y="1012697"/>
                        <a:pt x="497793" y="1016819"/>
                      </a:cubicBezTo>
                      <a:cubicBezTo>
                        <a:pt x="493493" y="1005648"/>
                        <a:pt x="486001" y="994343"/>
                        <a:pt x="476825" y="985433"/>
                      </a:cubicBezTo>
                      <a:cubicBezTo>
                        <a:pt x="469998" y="978783"/>
                        <a:pt x="466008" y="972045"/>
                        <a:pt x="463836" y="967479"/>
                      </a:cubicBezTo>
                      <a:cubicBezTo>
                        <a:pt x="463481" y="966459"/>
                        <a:pt x="463570" y="966016"/>
                        <a:pt x="463570" y="966016"/>
                      </a:cubicBezTo>
                      <a:lnTo>
                        <a:pt x="463880" y="965617"/>
                      </a:lnTo>
                      <a:cubicBezTo>
                        <a:pt x="465343" y="963622"/>
                        <a:pt x="467560" y="960652"/>
                        <a:pt x="466230" y="957371"/>
                      </a:cubicBezTo>
                      <a:cubicBezTo>
                        <a:pt x="464900" y="954180"/>
                        <a:pt x="461132" y="953249"/>
                        <a:pt x="458383" y="952850"/>
                      </a:cubicBezTo>
                      <a:cubicBezTo>
                        <a:pt x="455901" y="952495"/>
                        <a:pt x="453507" y="952273"/>
                        <a:pt x="451468" y="952273"/>
                      </a:cubicBezTo>
                      <a:cubicBezTo>
                        <a:pt x="446059" y="952273"/>
                        <a:pt x="442823" y="953603"/>
                        <a:pt x="441537" y="956352"/>
                      </a:cubicBezTo>
                      <a:cubicBezTo>
                        <a:pt x="440429" y="958746"/>
                        <a:pt x="441138" y="961450"/>
                        <a:pt x="443621" y="964420"/>
                      </a:cubicBezTo>
                      <a:cubicBezTo>
                        <a:pt x="444685" y="965661"/>
                        <a:pt x="445660" y="966504"/>
                        <a:pt x="446635" y="967301"/>
                      </a:cubicBezTo>
                      <a:cubicBezTo>
                        <a:pt x="448320" y="968720"/>
                        <a:pt x="449872" y="970050"/>
                        <a:pt x="452310" y="974261"/>
                      </a:cubicBezTo>
                      <a:cubicBezTo>
                        <a:pt x="454792" y="979315"/>
                        <a:pt x="459580" y="987250"/>
                        <a:pt x="467560" y="995008"/>
                      </a:cubicBezTo>
                      <a:cubicBezTo>
                        <a:pt x="479219" y="1006357"/>
                        <a:pt x="490213" y="1024754"/>
                        <a:pt x="488440" y="1040359"/>
                      </a:cubicBezTo>
                      <a:cubicBezTo>
                        <a:pt x="488440" y="1040359"/>
                        <a:pt x="488440" y="1040359"/>
                        <a:pt x="488440" y="1040403"/>
                      </a:cubicBezTo>
                      <a:cubicBezTo>
                        <a:pt x="487420" y="1043950"/>
                        <a:pt x="486578" y="1047496"/>
                        <a:pt x="486001" y="1050821"/>
                      </a:cubicBezTo>
                      <a:cubicBezTo>
                        <a:pt x="484405" y="1058357"/>
                        <a:pt x="483696" y="1066913"/>
                        <a:pt x="483253" y="1073785"/>
                      </a:cubicBezTo>
                      <a:cubicBezTo>
                        <a:pt x="472525" y="1055343"/>
                        <a:pt x="454970" y="1040093"/>
                        <a:pt x="450758" y="1036547"/>
                      </a:cubicBezTo>
                      <a:cubicBezTo>
                        <a:pt x="447566" y="1033399"/>
                        <a:pt x="444330" y="1030340"/>
                        <a:pt x="441094" y="1027237"/>
                      </a:cubicBezTo>
                      <a:cubicBezTo>
                        <a:pt x="433469" y="1019967"/>
                        <a:pt x="425578" y="1012519"/>
                        <a:pt x="417865" y="1003874"/>
                      </a:cubicBezTo>
                      <a:cubicBezTo>
                        <a:pt x="416446" y="1002323"/>
                        <a:pt x="415028" y="1000638"/>
                        <a:pt x="413432" y="998599"/>
                      </a:cubicBezTo>
                      <a:cubicBezTo>
                        <a:pt x="412589" y="989822"/>
                        <a:pt x="414850" y="984236"/>
                        <a:pt x="417111" y="982064"/>
                      </a:cubicBezTo>
                      <a:cubicBezTo>
                        <a:pt x="421455" y="977941"/>
                        <a:pt x="424559" y="972843"/>
                        <a:pt x="427529" y="967878"/>
                      </a:cubicBezTo>
                      <a:cubicBezTo>
                        <a:pt x="430366" y="964198"/>
                        <a:pt x="431563" y="963977"/>
                        <a:pt x="432450" y="963844"/>
                      </a:cubicBezTo>
                      <a:cubicBezTo>
                        <a:pt x="434178" y="963533"/>
                        <a:pt x="435996" y="963001"/>
                        <a:pt x="437592" y="960120"/>
                      </a:cubicBezTo>
                      <a:cubicBezTo>
                        <a:pt x="438567" y="958391"/>
                        <a:pt x="438656" y="956352"/>
                        <a:pt x="437858" y="954401"/>
                      </a:cubicBezTo>
                      <a:cubicBezTo>
                        <a:pt x="435597" y="949126"/>
                        <a:pt x="426687" y="945136"/>
                        <a:pt x="421234" y="943762"/>
                      </a:cubicBezTo>
                      <a:cubicBezTo>
                        <a:pt x="420126" y="943496"/>
                        <a:pt x="419150" y="943318"/>
                        <a:pt x="418264" y="943318"/>
                      </a:cubicBezTo>
                      <a:cubicBezTo>
                        <a:pt x="415382" y="943318"/>
                        <a:pt x="414052" y="944870"/>
                        <a:pt x="413565" y="945801"/>
                      </a:cubicBezTo>
                      <a:cubicBezTo>
                        <a:pt x="411836" y="948949"/>
                        <a:pt x="414052" y="952938"/>
                        <a:pt x="416712" y="957061"/>
                      </a:cubicBezTo>
                      <a:cubicBezTo>
                        <a:pt x="417377" y="958081"/>
                        <a:pt x="416845" y="959632"/>
                        <a:pt x="416402" y="960563"/>
                      </a:cubicBezTo>
                      <a:cubicBezTo>
                        <a:pt x="413609" y="965218"/>
                        <a:pt x="410550" y="968942"/>
                        <a:pt x="407802" y="971070"/>
                      </a:cubicBezTo>
                      <a:cubicBezTo>
                        <a:pt x="404831" y="973331"/>
                        <a:pt x="402704" y="976611"/>
                        <a:pt x="401418" y="980867"/>
                      </a:cubicBezTo>
                      <a:cubicBezTo>
                        <a:pt x="399068" y="976788"/>
                        <a:pt x="396896" y="972577"/>
                        <a:pt x="394901" y="968232"/>
                      </a:cubicBezTo>
                      <a:cubicBezTo>
                        <a:pt x="394857" y="968055"/>
                        <a:pt x="394813" y="967834"/>
                        <a:pt x="394724" y="967656"/>
                      </a:cubicBezTo>
                      <a:cubicBezTo>
                        <a:pt x="394369" y="966814"/>
                        <a:pt x="394015" y="966060"/>
                        <a:pt x="393616" y="965307"/>
                      </a:cubicBezTo>
                      <a:lnTo>
                        <a:pt x="393261" y="964509"/>
                      </a:lnTo>
                      <a:cubicBezTo>
                        <a:pt x="384927" y="944959"/>
                        <a:pt x="379740" y="928645"/>
                        <a:pt x="378410" y="917296"/>
                      </a:cubicBezTo>
                      <a:cubicBezTo>
                        <a:pt x="378321" y="913439"/>
                        <a:pt x="378720" y="913040"/>
                        <a:pt x="379563" y="912242"/>
                      </a:cubicBezTo>
                      <a:cubicBezTo>
                        <a:pt x="380006" y="911799"/>
                        <a:pt x="380538" y="911312"/>
                        <a:pt x="381070" y="910647"/>
                      </a:cubicBezTo>
                      <a:cubicBezTo>
                        <a:pt x="385503" y="905150"/>
                        <a:pt x="378011" y="898322"/>
                        <a:pt x="370032" y="891806"/>
                      </a:cubicBezTo>
                      <a:cubicBezTo>
                        <a:pt x="367904" y="890077"/>
                        <a:pt x="366086" y="889279"/>
                        <a:pt x="364313" y="889279"/>
                      </a:cubicBezTo>
                      <a:cubicBezTo>
                        <a:pt x="362274" y="889279"/>
                        <a:pt x="360589" y="890343"/>
                        <a:pt x="359702" y="892249"/>
                      </a:cubicBezTo>
                      <a:cubicBezTo>
                        <a:pt x="357619" y="896505"/>
                        <a:pt x="359968" y="905416"/>
                        <a:pt x="362540" y="908740"/>
                      </a:cubicBezTo>
                      <a:cubicBezTo>
                        <a:pt x="363471" y="909982"/>
                        <a:pt x="364224" y="911755"/>
                        <a:pt x="364623" y="913927"/>
                      </a:cubicBezTo>
                      <a:cubicBezTo>
                        <a:pt x="365067" y="918804"/>
                        <a:pt x="366574" y="924433"/>
                        <a:pt x="368569" y="931349"/>
                      </a:cubicBezTo>
                      <a:cubicBezTo>
                        <a:pt x="362983" y="925276"/>
                        <a:pt x="357353" y="918626"/>
                        <a:pt x="352122" y="909228"/>
                      </a:cubicBezTo>
                      <a:cubicBezTo>
                        <a:pt x="345694" y="897746"/>
                        <a:pt x="339133" y="884624"/>
                        <a:pt x="338956" y="874473"/>
                      </a:cubicBezTo>
                      <a:cubicBezTo>
                        <a:pt x="339310" y="869995"/>
                        <a:pt x="340108" y="869197"/>
                        <a:pt x="340153" y="869153"/>
                      </a:cubicBezTo>
                      <a:cubicBezTo>
                        <a:pt x="340153" y="869153"/>
                        <a:pt x="340153" y="869153"/>
                        <a:pt x="340153" y="869153"/>
                      </a:cubicBezTo>
                      <a:cubicBezTo>
                        <a:pt x="340197" y="869153"/>
                        <a:pt x="340507" y="869109"/>
                        <a:pt x="340773" y="869064"/>
                      </a:cubicBezTo>
                      <a:cubicBezTo>
                        <a:pt x="341571" y="868931"/>
                        <a:pt x="342679" y="868754"/>
                        <a:pt x="343788" y="868045"/>
                      </a:cubicBezTo>
                      <a:cubicBezTo>
                        <a:pt x="344985" y="867291"/>
                        <a:pt x="345738" y="866094"/>
                        <a:pt x="346004" y="864720"/>
                      </a:cubicBezTo>
                      <a:cubicBezTo>
                        <a:pt x="346536" y="861528"/>
                        <a:pt x="344320" y="857449"/>
                        <a:pt x="337537" y="849071"/>
                      </a:cubicBezTo>
                      <a:cubicBezTo>
                        <a:pt x="335232" y="846234"/>
                        <a:pt x="333015" y="844815"/>
                        <a:pt x="330754" y="844815"/>
                      </a:cubicBezTo>
                      <a:cubicBezTo>
                        <a:pt x="329158" y="844815"/>
                        <a:pt x="327651" y="845524"/>
                        <a:pt x="326587" y="846854"/>
                      </a:cubicBezTo>
                      <a:cubicBezTo>
                        <a:pt x="324637" y="849292"/>
                        <a:pt x="324371" y="853327"/>
                        <a:pt x="324947" y="856075"/>
                      </a:cubicBezTo>
                      <a:cubicBezTo>
                        <a:pt x="325568" y="859001"/>
                        <a:pt x="325612" y="864276"/>
                        <a:pt x="325656" y="867114"/>
                      </a:cubicBezTo>
                      <a:cubicBezTo>
                        <a:pt x="325656" y="867823"/>
                        <a:pt x="325656" y="868443"/>
                        <a:pt x="325701" y="868843"/>
                      </a:cubicBezTo>
                      <a:cubicBezTo>
                        <a:pt x="325701" y="868931"/>
                        <a:pt x="325701" y="869064"/>
                        <a:pt x="325745" y="869153"/>
                      </a:cubicBezTo>
                      <a:cubicBezTo>
                        <a:pt x="325346" y="880945"/>
                        <a:pt x="330843" y="898278"/>
                        <a:pt x="340551" y="915656"/>
                      </a:cubicBezTo>
                      <a:cubicBezTo>
                        <a:pt x="347556" y="928246"/>
                        <a:pt x="354915" y="936093"/>
                        <a:pt x="362008" y="943718"/>
                      </a:cubicBezTo>
                      <a:cubicBezTo>
                        <a:pt x="368657" y="950810"/>
                        <a:pt x="374908" y="957504"/>
                        <a:pt x="380139" y="967701"/>
                      </a:cubicBezTo>
                      <a:cubicBezTo>
                        <a:pt x="387188" y="984679"/>
                        <a:pt x="396586" y="999796"/>
                        <a:pt x="408068" y="1012652"/>
                      </a:cubicBezTo>
                      <a:cubicBezTo>
                        <a:pt x="416180" y="1021740"/>
                        <a:pt x="424248" y="1029409"/>
                        <a:pt x="432051" y="1036813"/>
                      </a:cubicBezTo>
                      <a:cubicBezTo>
                        <a:pt x="444641" y="1048782"/>
                        <a:pt x="456566" y="1060086"/>
                        <a:pt x="466008" y="1075026"/>
                      </a:cubicBezTo>
                      <a:cubicBezTo>
                        <a:pt x="473411" y="1089788"/>
                        <a:pt x="476559" y="1106013"/>
                        <a:pt x="477756" y="1114347"/>
                      </a:cubicBezTo>
                      <a:cubicBezTo>
                        <a:pt x="480238" y="1134740"/>
                        <a:pt x="483430" y="1175169"/>
                        <a:pt x="476426" y="1215732"/>
                      </a:cubicBezTo>
                      <a:cubicBezTo>
                        <a:pt x="472081" y="1240735"/>
                        <a:pt x="455901" y="1278505"/>
                        <a:pt x="438789" y="1318536"/>
                      </a:cubicBezTo>
                      <a:cubicBezTo>
                        <a:pt x="416712" y="1370048"/>
                        <a:pt x="391709" y="1428388"/>
                        <a:pt x="386168" y="1474093"/>
                      </a:cubicBezTo>
                      <a:cubicBezTo>
                        <a:pt x="385592" y="1478748"/>
                        <a:pt x="385015" y="1483314"/>
                        <a:pt x="384439" y="1487836"/>
                      </a:cubicBezTo>
                      <a:cubicBezTo>
                        <a:pt x="376947" y="1546087"/>
                        <a:pt x="370431" y="1596713"/>
                        <a:pt x="438612" y="1654299"/>
                      </a:cubicBezTo>
                      <a:cubicBezTo>
                        <a:pt x="393039" y="1651373"/>
                        <a:pt x="341216" y="1649865"/>
                        <a:pt x="284340" y="1649865"/>
                      </a:cubicBezTo>
                      <a:cubicBezTo>
                        <a:pt x="136585" y="1649865"/>
                        <a:pt x="4390" y="1659840"/>
                        <a:pt x="3060" y="1659929"/>
                      </a:cubicBezTo>
                      <a:cubicBezTo>
                        <a:pt x="1331" y="1660062"/>
                        <a:pt x="-43" y="1661525"/>
                        <a:pt x="1" y="1663253"/>
                      </a:cubicBezTo>
                      <a:lnTo>
                        <a:pt x="178" y="1690916"/>
                      </a:lnTo>
                      <a:cubicBezTo>
                        <a:pt x="178" y="1691847"/>
                        <a:pt x="577" y="1692733"/>
                        <a:pt x="1242" y="1693354"/>
                      </a:cubicBezTo>
                      <a:cubicBezTo>
                        <a:pt x="1863" y="1693930"/>
                        <a:pt x="2661" y="1694241"/>
                        <a:pt x="3503" y="1694241"/>
                      </a:cubicBezTo>
                      <a:cubicBezTo>
                        <a:pt x="3592" y="1694241"/>
                        <a:pt x="3681" y="1694241"/>
                        <a:pt x="3769" y="1694241"/>
                      </a:cubicBezTo>
                      <a:cubicBezTo>
                        <a:pt x="9444" y="1693797"/>
                        <a:pt x="143988" y="1683690"/>
                        <a:pt x="291654" y="1683690"/>
                      </a:cubicBezTo>
                      <a:cubicBezTo>
                        <a:pt x="433691" y="1683690"/>
                        <a:pt x="536849" y="1692955"/>
                        <a:pt x="598159" y="1711220"/>
                      </a:cubicBezTo>
                      <a:lnTo>
                        <a:pt x="612123" y="1715386"/>
                      </a:lnTo>
                      <a:cubicBezTo>
                        <a:pt x="784038" y="1766633"/>
                        <a:pt x="878774" y="1794828"/>
                        <a:pt x="995497" y="1794828"/>
                      </a:cubicBezTo>
                      <a:cubicBezTo>
                        <a:pt x="1007068" y="1794828"/>
                        <a:pt x="1019037" y="1794562"/>
                        <a:pt x="1031095" y="1793985"/>
                      </a:cubicBezTo>
                      <a:cubicBezTo>
                        <a:pt x="1038764" y="1793631"/>
                        <a:pt x="1048074" y="1793453"/>
                        <a:pt x="1058757" y="1793453"/>
                      </a:cubicBezTo>
                      <a:cubicBezTo>
                        <a:pt x="1125874" y="1793453"/>
                        <a:pt x="1241224" y="1800547"/>
                        <a:pt x="1352805" y="1807418"/>
                      </a:cubicBezTo>
                      <a:lnTo>
                        <a:pt x="1353425" y="1807462"/>
                      </a:lnTo>
                      <a:lnTo>
                        <a:pt x="1354534" y="1807551"/>
                      </a:lnTo>
                      <a:cubicBezTo>
                        <a:pt x="1412341" y="1811097"/>
                        <a:pt x="1466957" y="1814466"/>
                        <a:pt x="1514036" y="1816771"/>
                      </a:cubicBezTo>
                      <a:cubicBezTo>
                        <a:pt x="1542098" y="1818146"/>
                        <a:pt x="1579823" y="1818899"/>
                        <a:pt x="1623179" y="1818899"/>
                      </a:cubicBezTo>
                      <a:cubicBezTo>
                        <a:pt x="1814600" y="1818899"/>
                        <a:pt x="2084532" y="1805777"/>
                        <a:pt x="2224928" y="1776962"/>
                      </a:cubicBezTo>
                      <a:cubicBezTo>
                        <a:pt x="2371708" y="1746818"/>
                        <a:pt x="2565212" y="1744068"/>
                        <a:pt x="2647845" y="1742872"/>
                      </a:cubicBezTo>
                      <a:cubicBezTo>
                        <a:pt x="2660568" y="1742694"/>
                        <a:pt x="2670631" y="1742561"/>
                        <a:pt x="2677946" y="1742340"/>
                      </a:cubicBezTo>
                      <a:cubicBezTo>
                        <a:pt x="2729325" y="1740966"/>
                        <a:pt x="2885592" y="1736754"/>
                        <a:pt x="3006261" y="1595161"/>
                      </a:cubicBezTo>
                      <a:cubicBezTo>
                        <a:pt x="3071161" y="1519000"/>
                        <a:pt x="3178442" y="1440934"/>
                        <a:pt x="3273133" y="1372043"/>
                      </a:cubicBezTo>
                      <a:cubicBezTo>
                        <a:pt x="3341536" y="1322260"/>
                        <a:pt x="3400629" y="1279259"/>
                        <a:pt x="3428646" y="1247296"/>
                      </a:cubicBezTo>
                      <a:cubicBezTo>
                        <a:pt x="3439153" y="1235282"/>
                        <a:pt x="3449659" y="1223003"/>
                        <a:pt x="3460786" y="1209969"/>
                      </a:cubicBezTo>
                      <a:cubicBezTo>
                        <a:pt x="3513717" y="1148083"/>
                        <a:pt x="3597015" y="1064076"/>
                        <a:pt x="3672112" y="1013982"/>
                      </a:cubicBezTo>
                      <a:cubicBezTo>
                        <a:pt x="3673043" y="1013361"/>
                        <a:pt x="3673575" y="1012342"/>
                        <a:pt x="3673575" y="1011278"/>
                      </a:cubicBezTo>
                      <a:lnTo>
                        <a:pt x="3673930" y="983261"/>
                      </a:lnTo>
                      <a:cubicBezTo>
                        <a:pt x="3673930" y="982019"/>
                        <a:pt x="3673265" y="980867"/>
                        <a:pt x="3672201" y="980291"/>
                      </a:cubicBezTo>
                      <a:cubicBezTo>
                        <a:pt x="3671713" y="980025"/>
                        <a:pt x="3671137" y="979892"/>
                        <a:pt x="3670605" y="979892"/>
                      </a:cubicBezTo>
                      <a:cubicBezTo>
                        <a:pt x="3669940" y="979892"/>
                        <a:pt x="3669319" y="980069"/>
                        <a:pt x="3668743" y="980468"/>
                      </a:cubicBezTo>
                      <a:cubicBezTo>
                        <a:pt x="3643386" y="997402"/>
                        <a:pt x="3561639" y="1053171"/>
                        <a:pt x="3514781" y="1099275"/>
                      </a:cubicBezTo>
                      <a:cubicBezTo>
                        <a:pt x="3523293" y="1069839"/>
                        <a:pt x="3527017" y="1039384"/>
                        <a:pt x="3525908" y="1008485"/>
                      </a:cubicBezTo>
                      <a:cubicBezTo>
                        <a:pt x="3525377" y="993723"/>
                        <a:pt x="3524800" y="980202"/>
                        <a:pt x="3524268" y="967612"/>
                      </a:cubicBezTo>
                      <a:cubicBezTo>
                        <a:pt x="3520899" y="888392"/>
                        <a:pt x="3519214" y="848628"/>
                        <a:pt x="3538232" y="785057"/>
                      </a:cubicBezTo>
                      <a:cubicBezTo>
                        <a:pt x="3541025" y="775703"/>
                        <a:pt x="3544306" y="766261"/>
                        <a:pt x="3547808" y="756286"/>
                      </a:cubicBezTo>
                      <a:cubicBezTo>
                        <a:pt x="3549936" y="750124"/>
                        <a:pt x="3552197" y="744095"/>
                        <a:pt x="3554590" y="737711"/>
                      </a:cubicBezTo>
                      <a:cubicBezTo>
                        <a:pt x="3578130" y="674540"/>
                        <a:pt x="3604773" y="602990"/>
                        <a:pt x="3518993" y="451156"/>
                      </a:cubicBezTo>
                      <a:cubicBezTo>
                        <a:pt x="3518948" y="450757"/>
                        <a:pt x="3518815" y="450314"/>
                        <a:pt x="3518594" y="449959"/>
                      </a:cubicBezTo>
                      <a:cubicBezTo>
                        <a:pt x="3501349" y="418794"/>
                        <a:pt x="3521963" y="378365"/>
                        <a:pt x="3531627" y="362450"/>
                      </a:cubicBezTo>
                      <a:cubicBezTo>
                        <a:pt x="3533622" y="359435"/>
                        <a:pt x="3535839" y="356066"/>
                        <a:pt x="3538188" y="352742"/>
                      </a:cubicBezTo>
                      <a:cubicBezTo>
                        <a:pt x="3542311" y="346845"/>
                        <a:pt x="3546700" y="340861"/>
                        <a:pt x="3550911" y="335142"/>
                      </a:cubicBezTo>
                      <a:lnTo>
                        <a:pt x="3555610" y="328670"/>
                      </a:lnTo>
                      <a:lnTo>
                        <a:pt x="3557295" y="326365"/>
                      </a:lnTo>
                      <a:cubicBezTo>
                        <a:pt x="3559644" y="323128"/>
                        <a:pt x="3562127" y="319759"/>
                        <a:pt x="3564476" y="316213"/>
                      </a:cubicBezTo>
                      <a:cubicBezTo>
                        <a:pt x="3566205" y="313597"/>
                        <a:pt x="3568023" y="311115"/>
                        <a:pt x="3569929" y="308455"/>
                      </a:cubicBezTo>
                      <a:cubicBezTo>
                        <a:pt x="3570949" y="307036"/>
                        <a:pt x="3571968" y="305618"/>
                        <a:pt x="3572988" y="304155"/>
                      </a:cubicBezTo>
                      <a:cubicBezTo>
                        <a:pt x="3579770" y="294579"/>
                        <a:pt x="3584780" y="285491"/>
                        <a:pt x="3588193" y="276448"/>
                      </a:cubicBezTo>
                      <a:cubicBezTo>
                        <a:pt x="3591917" y="266828"/>
                        <a:pt x="3594355" y="256410"/>
                        <a:pt x="3595508" y="245505"/>
                      </a:cubicBezTo>
                      <a:cubicBezTo>
                        <a:pt x="3596528" y="235530"/>
                        <a:pt x="3596262" y="225644"/>
                        <a:pt x="3595996" y="216069"/>
                      </a:cubicBezTo>
                      <a:lnTo>
                        <a:pt x="3595951" y="214650"/>
                      </a:lnTo>
                      <a:lnTo>
                        <a:pt x="3594843" y="184771"/>
                      </a:lnTo>
                      <a:cubicBezTo>
                        <a:pt x="3594533" y="175063"/>
                        <a:pt x="3594400" y="165620"/>
                        <a:pt x="3596173" y="156754"/>
                      </a:cubicBezTo>
                      <a:cubicBezTo>
                        <a:pt x="3596971" y="152676"/>
                        <a:pt x="3598389" y="148553"/>
                        <a:pt x="3600384" y="144164"/>
                      </a:cubicBezTo>
                      <a:cubicBezTo>
                        <a:pt x="3602069" y="140485"/>
                        <a:pt x="3604064" y="136628"/>
                        <a:pt x="3605970" y="132904"/>
                      </a:cubicBezTo>
                      <a:lnTo>
                        <a:pt x="3606901" y="131087"/>
                      </a:lnTo>
                      <a:cubicBezTo>
                        <a:pt x="3607876" y="129225"/>
                        <a:pt x="3608807" y="127318"/>
                        <a:pt x="3609783" y="125457"/>
                      </a:cubicBezTo>
                      <a:cubicBezTo>
                        <a:pt x="3613373" y="118497"/>
                        <a:pt x="3617097" y="111315"/>
                        <a:pt x="3620201" y="103779"/>
                      </a:cubicBezTo>
                      <a:cubicBezTo>
                        <a:pt x="3622018" y="99301"/>
                        <a:pt x="3623969" y="93937"/>
                        <a:pt x="3624855" y="88086"/>
                      </a:cubicBezTo>
                      <a:cubicBezTo>
                        <a:pt x="3625077" y="87110"/>
                        <a:pt x="3625121" y="85958"/>
                        <a:pt x="3625166" y="84938"/>
                      </a:cubicBezTo>
                      <a:cubicBezTo>
                        <a:pt x="3625166" y="84539"/>
                        <a:pt x="3625210" y="84184"/>
                        <a:pt x="3625210" y="83785"/>
                      </a:cubicBezTo>
                      <a:cubicBezTo>
                        <a:pt x="3625254" y="83431"/>
                        <a:pt x="3625254" y="83076"/>
                        <a:pt x="3625254" y="82721"/>
                      </a:cubicBezTo>
                      <a:cubicBezTo>
                        <a:pt x="3625298" y="82012"/>
                        <a:pt x="3625298" y="81347"/>
                        <a:pt x="3625432" y="80771"/>
                      </a:cubicBezTo>
                      <a:cubicBezTo>
                        <a:pt x="3625698" y="78820"/>
                        <a:pt x="3626185" y="76914"/>
                        <a:pt x="3627027" y="74565"/>
                      </a:cubicBezTo>
                      <a:cubicBezTo>
                        <a:pt x="3629111" y="68801"/>
                        <a:pt x="3632569" y="63482"/>
                        <a:pt x="3636248" y="57896"/>
                      </a:cubicBezTo>
                      <a:cubicBezTo>
                        <a:pt x="3637977" y="55236"/>
                        <a:pt x="3639795" y="52443"/>
                        <a:pt x="3641479" y="49606"/>
                      </a:cubicBezTo>
                      <a:cubicBezTo>
                        <a:pt x="3641524" y="49518"/>
                        <a:pt x="3641568" y="49473"/>
                        <a:pt x="3641612" y="49384"/>
                      </a:cubicBezTo>
                      <a:cubicBezTo>
                        <a:pt x="3642676" y="47212"/>
                        <a:pt x="3643164" y="44375"/>
                        <a:pt x="3643120" y="40784"/>
                      </a:cubicBezTo>
                      <a:cubicBezTo>
                        <a:pt x="3644006" y="38435"/>
                        <a:pt x="3644715" y="36130"/>
                        <a:pt x="3645336" y="34135"/>
                      </a:cubicBezTo>
                      <a:cubicBezTo>
                        <a:pt x="3646356" y="30766"/>
                        <a:pt x="3644316" y="25180"/>
                        <a:pt x="3640947" y="16402"/>
                      </a:cubicBezTo>
                      <a:cubicBezTo>
                        <a:pt x="3639218" y="11836"/>
                        <a:pt x="3637046" y="6206"/>
                        <a:pt x="3637002" y="4078"/>
                      </a:cubicBezTo>
                      <a:cubicBezTo>
                        <a:pt x="3637002" y="3945"/>
                        <a:pt x="3637002" y="3812"/>
                        <a:pt x="3637046" y="3679"/>
                      </a:cubicBezTo>
                      <a:cubicBezTo>
                        <a:pt x="3637223" y="1906"/>
                        <a:pt x="3635982" y="310"/>
                        <a:pt x="3634209" y="44"/>
                      </a:cubicBezTo>
                      <a:cubicBezTo>
                        <a:pt x="3634032" y="0"/>
                        <a:pt x="3633854" y="0"/>
                        <a:pt x="3633677" y="0"/>
                      </a:cubicBezTo>
                      <a:lnTo>
                        <a:pt x="3633677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57" name="Forme libre : forme 26956">
                  <a:extLst>
                    <a:ext uri="{FF2B5EF4-FFF2-40B4-BE49-F238E27FC236}">
                      <a16:creationId xmlns:a16="http://schemas.microsoft.com/office/drawing/2014/main" id="{B86230B5-D3A1-4CD2-B36D-C4E387B7E5DF}"/>
                    </a:ext>
                  </a:extLst>
                </p:cNvPr>
                <p:cNvSpPr/>
                <p:nvPr/>
              </p:nvSpPr>
              <p:spPr>
                <a:xfrm>
                  <a:off x="6164476" y="4260957"/>
                  <a:ext cx="89573" cy="156884"/>
                </a:xfrm>
                <a:custGeom>
                  <a:avLst/>
                  <a:gdLst>
                    <a:gd name="connsiteX0" fmla="*/ 5157 w 89573"/>
                    <a:gd name="connsiteY0" fmla="*/ 145984 h 156884"/>
                    <a:gd name="connsiteX1" fmla="*/ 18013 w 89573"/>
                    <a:gd name="connsiteY1" fmla="*/ 111672 h 156884"/>
                    <a:gd name="connsiteX2" fmla="*/ 26968 w 89573"/>
                    <a:gd name="connsiteY2" fmla="*/ 76207 h 156884"/>
                    <a:gd name="connsiteX3" fmla="*/ 27678 w 89573"/>
                    <a:gd name="connsiteY3" fmla="*/ 57854 h 156884"/>
                    <a:gd name="connsiteX4" fmla="*/ 31667 w 89573"/>
                    <a:gd name="connsiteY4" fmla="*/ 39634 h 156884"/>
                    <a:gd name="connsiteX5" fmla="*/ 43814 w 89573"/>
                    <a:gd name="connsiteY5" fmla="*/ 25315 h 156884"/>
                    <a:gd name="connsiteX6" fmla="*/ 52503 w 89573"/>
                    <a:gd name="connsiteY6" fmla="*/ 21591 h 156884"/>
                    <a:gd name="connsiteX7" fmla="*/ 62389 w 89573"/>
                    <a:gd name="connsiteY7" fmla="*/ 21724 h 156884"/>
                    <a:gd name="connsiteX8" fmla="*/ 67575 w 89573"/>
                    <a:gd name="connsiteY8" fmla="*/ 30191 h 156884"/>
                    <a:gd name="connsiteX9" fmla="*/ 68905 w 89573"/>
                    <a:gd name="connsiteY9" fmla="*/ 39590 h 156884"/>
                    <a:gd name="connsiteX10" fmla="*/ 66378 w 89573"/>
                    <a:gd name="connsiteY10" fmla="*/ 58120 h 156884"/>
                    <a:gd name="connsiteX11" fmla="*/ 52813 w 89573"/>
                    <a:gd name="connsiteY11" fmla="*/ 92609 h 156884"/>
                    <a:gd name="connsiteX12" fmla="*/ 31978 w 89573"/>
                    <a:gd name="connsiteY12" fmla="*/ 123154 h 156884"/>
                    <a:gd name="connsiteX13" fmla="*/ 6399 w 89573"/>
                    <a:gd name="connsiteY13" fmla="*/ 149885 h 156884"/>
                    <a:gd name="connsiteX14" fmla="*/ 5069 w 89573"/>
                    <a:gd name="connsiteY14" fmla="*/ 148112 h 156884"/>
                    <a:gd name="connsiteX15" fmla="*/ 36367 w 89573"/>
                    <a:gd name="connsiteY15" fmla="*/ 120582 h 156884"/>
                    <a:gd name="connsiteX16" fmla="*/ 49311 w 89573"/>
                    <a:gd name="connsiteY16" fmla="*/ 104401 h 156884"/>
                    <a:gd name="connsiteX17" fmla="*/ 58754 w 89573"/>
                    <a:gd name="connsiteY17" fmla="*/ 85783 h 156884"/>
                    <a:gd name="connsiteX18" fmla="*/ 72718 w 89573"/>
                    <a:gd name="connsiteY18" fmla="*/ 46505 h 156884"/>
                    <a:gd name="connsiteX19" fmla="*/ 74003 w 89573"/>
                    <a:gd name="connsiteY19" fmla="*/ 25803 h 156884"/>
                    <a:gd name="connsiteX20" fmla="*/ 70191 w 89573"/>
                    <a:gd name="connsiteY20" fmla="*/ 16804 h 156884"/>
                    <a:gd name="connsiteX21" fmla="*/ 61103 w 89573"/>
                    <a:gd name="connsiteY21" fmla="*/ 13124 h 156884"/>
                    <a:gd name="connsiteX22" fmla="*/ 51040 w 89573"/>
                    <a:gd name="connsiteY22" fmla="*/ 14543 h 156884"/>
                    <a:gd name="connsiteX23" fmla="*/ 41376 w 89573"/>
                    <a:gd name="connsiteY23" fmla="*/ 18222 h 156884"/>
                    <a:gd name="connsiteX24" fmla="*/ 27766 w 89573"/>
                    <a:gd name="connsiteY24" fmla="*/ 32984 h 156884"/>
                    <a:gd name="connsiteX25" fmla="*/ 18279 w 89573"/>
                    <a:gd name="connsiteY25" fmla="*/ 73326 h 156884"/>
                    <a:gd name="connsiteX26" fmla="*/ 3473 w 89573"/>
                    <a:gd name="connsiteY26" fmla="*/ 155604 h 156884"/>
                    <a:gd name="connsiteX27" fmla="*/ 370 w 89573"/>
                    <a:gd name="connsiteY27" fmla="*/ 155604 h 156884"/>
                    <a:gd name="connsiteX28" fmla="*/ 4182 w 89573"/>
                    <a:gd name="connsiteY28" fmla="*/ 58342 h 156884"/>
                    <a:gd name="connsiteX29" fmla="*/ 6665 w 89573"/>
                    <a:gd name="connsiteY29" fmla="*/ 46106 h 156884"/>
                    <a:gd name="connsiteX30" fmla="*/ 11896 w 89573"/>
                    <a:gd name="connsiteY30" fmla="*/ 34802 h 156884"/>
                    <a:gd name="connsiteX31" fmla="*/ 25816 w 89573"/>
                    <a:gd name="connsiteY31" fmla="*/ 14410 h 156884"/>
                    <a:gd name="connsiteX32" fmla="*/ 47759 w 89573"/>
                    <a:gd name="connsiteY32" fmla="*/ 2706 h 156884"/>
                    <a:gd name="connsiteX33" fmla="*/ 59950 w 89573"/>
                    <a:gd name="connsiteY33" fmla="*/ 91 h 156884"/>
                    <a:gd name="connsiteX34" fmla="*/ 72585 w 89573"/>
                    <a:gd name="connsiteY34" fmla="*/ 2618 h 156884"/>
                    <a:gd name="connsiteX35" fmla="*/ 87879 w 89573"/>
                    <a:gd name="connsiteY35" fmla="*/ 22212 h 156884"/>
                    <a:gd name="connsiteX36" fmla="*/ 88633 w 89573"/>
                    <a:gd name="connsiteY36" fmla="*/ 46904 h 156884"/>
                    <a:gd name="connsiteX37" fmla="*/ 72274 w 89573"/>
                    <a:gd name="connsiteY37" fmla="*/ 92831 h 156884"/>
                    <a:gd name="connsiteX38" fmla="*/ 42750 w 89573"/>
                    <a:gd name="connsiteY38" fmla="*/ 131532 h 156884"/>
                    <a:gd name="connsiteX39" fmla="*/ 23200 w 89573"/>
                    <a:gd name="connsiteY39" fmla="*/ 146073 h 156884"/>
                    <a:gd name="connsiteX40" fmla="*/ 12162 w 89573"/>
                    <a:gd name="connsiteY40" fmla="*/ 151171 h 156884"/>
                    <a:gd name="connsiteX41" fmla="*/ 6576 w 89573"/>
                    <a:gd name="connsiteY41" fmla="*/ 153520 h 156884"/>
                    <a:gd name="connsiteX42" fmla="*/ 3739 w 89573"/>
                    <a:gd name="connsiteY42" fmla="*/ 154673 h 156884"/>
                    <a:gd name="connsiteX43" fmla="*/ 2941 w 89573"/>
                    <a:gd name="connsiteY43" fmla="*/ 155604 h 156884"/>
                    <a:gd name="connsiteX44" fmla="*/ 2675 w 89573"/>
                    <a:gd name="connsiteY44" fmla="*/ 156313 h 156884"/>
                    <a:gd name="connsiteX45" fmla="*/ 2542 w 89573"/>
                    <a:gd name="connsiteY45" fmla="*/ 156668 h 156884"/>
                    <a:gd name="connsiteX46" fmla="*/ 2453 w 89573"/>
                    <a:gd name="connsiteY46" fmla="*/ 156845 h 156884"/>
                    <a:gd name="connsiteX47" fmla="*/ 2143 w 89573"/>
                    <a:gd name="connsiteY47" fmla="*/ 156668 h 156884"/>
                    <a:gd name="connsiteX48" fmla="*/ 2187 w 89573"/>
                    <a:gd name="connsiteY48" fmla="*/ 156579 h 156884"/>
                    <a:gd name="connsiteX49" fmla="*/ 2498 w 89573"/>
                    <a:gd name="connsiteY49" fmla="*/ 156668 h 156884"/>
                    <a:gd name="connsiteX50" fmla="*/ 2453 w 89573"/>
                    <a:gd name="connsiteY50" fmla="*/ 156756 h 156884"/>
                    <a:gd name="connsiteX51" fmla="*/ 2143 w 89573"/>
                    <a:gd name="connsiteY51" fmla="*/ 156668 h 156884"/>
                    <a:gd name="connsiteX52" fmla="*/ 2232 w 89573"/>
                    <a:gd name="connsiteY52" fmla="*/ 156535 h 156884"/>
                    <a:gd name="connsiteX53" fmla="*/ 2365 w 89573"/>
                    <a:gd name="connsiteY53" fmla="*/ 156180 h 156884"/>
                    <a:gd name="connsiteX54" fmla="*/ 2586 w 89573"/>
                    <a:gd name="connsiteY54" fmla="*/ 155471 h 156884"/>
                    <a:gd name="connsiteX55" fmla="*/ 2852 w 89573"/>
                    <a:gd name="connsiteY55" fmla="*/ 154673 h 156884"/>
                    <a:gd name="connsiteX56" fmla="*/ 3606 w 89573"/>
                    <a:gd name="connsiteY56" fmla="*/ 154230 h 156884"/>
                    <a:gd name="connsiteX57" fmla="*/ 6399 w 89573"/>
                    <a:gd name="connsiteY57" fmla="*/ 153033 h 156884"/>
                    <a:gd name="connsiteX58" fmla="*/ 11940 w 89573"/>
                    <a:gd name="connsiteY58" fmla="*/ 150550 h 156884"/>
                    <a:gd name="connsiteX59" fmla="*/ 22845 w 89573"/>
                    <a:gd name="connsiteY59" fmla="*/ 145230 h 156884"/>
                    <a:gd name="connsiteX60" fmla="*/ 41775 w 89573"/>
                    <a:gd name="connsiteY60" fmla="*/ 130468 h 156884"/>
                    <a:gd name="connsiteX61" fmla="*/ 70501 w 89573"/>
                    <a:gd name="connsiteY61" fmla="*/ 91767 h 156884"/>
                    <a:gd name="connsiteX62" fmla="*/ 86017 w 89573"/>
                    <a:gd name="connsiteY62" fmla="*/ 46461 h 156884"/>
                    <a:gd name="connsiteX63" fmla="*/ 85042 w 89573"/>
                    <a:gd name="connsiteY63" fmla="*/ 22965 h 156884"/>
                    <a:gd name="connsiteX64" fmla="*/ 71122 w 89573"/>
                    <a:gd name="connsiteY64" fmla="*/ 5410 h 156884"/>
                    <a:gd name="connsiteX65" fmla="*/ 48690 w 89573"/>
                    <a:gd name="connsiteY65" fmla="*/ 5809 h 156884"/>
                    <a:gd name="connsiteX66" fmla="*/ 28210 w 89573"/>
                    <a:gd name="connsiteY66" fmla="*/ 16670 h 156884"/>
                    <a:gd name="connsiteX67" fmla="*/ 14910 w 89573"/>
                    <a:gd name="connsiteY67" fmla="*/ 36353 h 156884"/>
                    <a:gd name="connsiteX68" fmla="*/ 9990 w 89573"/>
                    <a:gd name="connsiteY68" fmla="*/ 47081 h 156884"/>
                    <a:gd name="connsiteX69" fmla="*/ 7684 w 89573"/>
                    <a:gd name="connsiteY69" fmla="*/ 58652 h 156884"/>
                    <a:gd name="connsiteX70" fmla="*/ 3473 w 89573"/>
                    <a:gd name="connsiteY70" fmla="*/ 155426 h 156884"/>
                    <a:gd name="connsiteX71" fmla="*/ 370 w 89573"/>
                    <a:gd name="connsiteY71" fmla="*/ 155426 h 156884"/>
                    <a:gd name="connsiteX72" fmla="*/ 16018 w 89573"/>
                    <a:gd name="connsiteY72" fmla="*/ 72926 h 156884"/>
                    <a:gd name="connsiteX73" fmla="*/ 26126 w 89573"/>
                    <a:gd name="connsiteY73" fmla="*/ 32098 h 156884"/>
                    <a:gd name="connsiteX74" fmla="*/ 40578 w 89573"/>
                    <a:gd name="connsiteY74" fmla="*/ 16715 h 156884"/>
                    <a:gd name="connsiteX75" fmla="*/ 50552 w 89573"/>
                    <a:gd name="connsiteY75" fmla="*/ 13035 h 156884"/>
                    <a:gd name="connsiteX76" fmla="*/ 61147 w 89573"/>
                    <a:gd name="connsiteY76" fmla="*/ 11661 h 156884"/>
                    <a:gd name="connsiteX77" fmla="*/ 71077 w 89573"/>
                    <a:gd name="connsiteY77" fmla="*/ 15828 h 156884"/>
                    <a:gd name="connsiteX78" fmla="*/ 75200 w 89573"/>
                    <a:gd name="connsiteY78" fmla="*/ 25714 h 156884"/>
                    <a:gd name="connsiteX79" fmla="*/ 73737 w 89573"/>
                    <a:gd name="connsiteY79" fmla="*/ 46727 h 156884"/>
                    <a:gd name="connsiteX80" fmla="*/ 59862 w 89573"/>
                    <a:gd name="connsiteY80" fmla="*/ 86359 h 156884"/>
                    <a:gd name="connsiteX81" fmla="*/ 50552 w 89573"/>
                    <a:gd name="connsiteY81" fmla="*/ 105200 h 156884"/>
                    <a:gd name="connsiteX82" fmla="*/ 37563 w 89573"/>
                    <a:gd name="connsiteY82" fmla="*/ 121824 h 156884"/>
                    <a:gd name="connsiteX83" fmla="*/ 6266 w 89573"/>
                    <a:gd name="connsiteY83" fmla="*/ 149929 h 156884"/>
                    <a:gd name="connsiteX84" fmla="*/ 4936 w 89573"/>
                    <a:gd name="connsiteY84" fmla="*/ 148156 h 156884"/>
                    <a:gd name="connsiteX85" fmla="*/ 29761 w 89573"/>
                    <a:gd name="connsiteY85" fmla="*/ 121469 h 156884"/>
                    <a:gd name="connsiteX86" fmla="*/ 50198 w 89573"/>
                    <a:gd name="connsiteY86" fmla="*/ 91191 h 156884"/>
                    <a:gd name="connsiteX87" fmla="*/ 57601 w 89573"/>
                    <a:gd name="connsiteY87" fmla="*/ 74567 h 156884"/>
                    <a:gd name="connsiteX88" fmla="*/ 63586 w 89573"/>
                    <a:gd name="connsiteY88" fmla="*/ 57322 h 156884"/>
                    <a:gd name="connsiteX89" fmla="*/ 66201 w 89573"/>
                    <a:gd name="connsiteY89" fmla="*/ 39590 h 156884"/>
                    <a:gd name="connsiteX90" fmla="*/ 65049 w 89573"/>
                    <a:gd name="connsiteY90" fmla="*/ 30768 h 156884"/>
                    <a:gd name="connsiteX91" fmla="*/ 61103 w 89573"/>
                    <a:gd name="connsiteY91" fmla="*/ 23852 h 156884"/>
                    <a:gd name="connsiteX92" fmla="*/ 53123 w 89573"/>
                    <a:gd name="connsiteY92" fmla="*/ 23852 h 156884"/>
                    <a:gd name="connsiteX93" fmla="*/ 44922 w 89573"/>
                    <a:gd name="connsiteY93" fmla="*/ 27266 h 156884"/>
                    <a:gd name="connsiteX94" fmla="*/ 33574 w 89573"/>
                    <a:gd name="connsiteY94" fmla="*/ 40432 h 156884"/>
                    <a:gd name="connsiteX95" fmla="*/ 29584 w 89573"/>
                    <a:gd name="connsiteY95" fmla="*/ 57987 h 156884"/>
                    <a:gd name="connsiteX96" fmla="*/ 28697 w 89573"/>
                    <a:gd name="connsiteY96" fmla="*/ 76384 h 156884"/>
                    <a:gd name="connsiteX97" fmla="*/ 19122 w 89573"/>
                    <a:gd name="connsiteY97" fmla="*/ 112026 h 156884"/>
                    <a:gd name="connsiteX98" fmla="*/ 5423 w 89573"/>
                    <a:gd name="connsiteY98" fmla="*/ 146161 h 156884"/>
                    <a:gd name="connsiteX99" fmla="*/ 5157 w 89573"/>
                    <a:gd name="connsiteY99" fmla="*/ 145984 h 156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89573" h="156884">
                      <a:moveTo>
                        <a:pt x="5157" y="145984"/>
                      </a:moveTo>
                      <a:cubicBezTo>
                        <a:pt x="10965" y="135167"/>
                        <a:pt x="14600" y="123420"/>
                        <a:pt x="18013" y="111672"/>
                      </a:cubicBezTo>
                      <a:cubicBezTo>
                        <a:pt x="21117" y="99835"/>
                        <a:pt x="25771" y="88265"/>
                        <a:pt x="26968" y="76207"/>
                      </a:cubicBezTo>
                      <a:cubicBezTo>
                        <a:pt x="27544" y="70178"/>
                        <a:pt x="27146" y="64016"/>
                        <a:pt x="27678" y="57854"/>
                      </a:cubicBezTo>
                      <a:cubicBezTo>
                        <a:pt x="28165" y="51692"/>
                        <a:pt x="29185" y="45441"/>
                        <a:pt x="31667" y="39634"/>
                      </a:cubicBezTo>
                      <a:cubicBezTo>
                        <a:pt x="34061" y="33827"/>
                        <a:pt x="38273" y="28551"/>
                        <a:pt x="43814" y="25315"/>
                      </a:cubicBezTo>
                      <a:cubicBezTo>
                        <a:pt x="46563" y="23675"/>
                        <a:pt x="49488" y="22478"/>
                        <a:pt x="52503" y="21591"/>
                      </a:cubicBezTo>
                      <a:cubicBezTo>
                        <a:pt x="55473" y="20749"/>
                        <a:pt x="59064" y="19907"/>
                        <a:pt x="62389" y="21724"/>
                      </a:cubicBezTo>
                      <a:cubicBezTo>
                        <a:pt x="65669" y="23675"/>
                        <a:pt x="66822" y="27221"/>
                        <a:pt x="67575" y="30191"/>
                      </a:cubicBezTo>
                      <a:cubicBezTo>
                        <a:pt x="68373" y="33250"/>
                        <a:pt x="68817" y="36398"/>
                        <a:pt x="68905" y="39590"/>
                      </a:cubicBezTo>
                      <a:cubicBezTo>
                        <a:pt x="69038" y="45929"/>
                        <a:pt x="67975" y="52135"/>
                        <a:pt x="66378" y="58120"/>
                      </a:cubicBezTo>
                      <a:cubicBezTo>
                        <a:pt x="62921" y="70045"/>
                        <a:pt x="58576" y="81571"/>
                        <a:pt x="52813" y="92609"/>
                      </a:cubicBezTo>
                      <a:cubicBezTo>
                        <a:pt x="46873" y="103559"/>
                        <a:pt x="39381" y="113356"/>
                        <a:pt x="31978" y="123154"/>
                      </a:cubicBezTo>
                      <a:cubicBezTo>
                        <a:pt x="24308" y="132818"/>
                        <a:pt x="16107" y="142083"/>
                        <a:pt x="6399" y="149885"/>
                      </a:cubicBezTo>
                      <a:lnTo>
                        <a:pt x="5069" y="148112"/>
                      </a:lnTo>
                      <a:cubicBezTo>
                        <a:pt x="16462" y="140176"/>
                        <a:pt x="26614" y="130512"/>
                        <a:pt x="36367" y="120582"/>
                      </a:cubicBezTo>
                      <a:cubicBezTo>
                        <a:pt x="41243" y="115617"/>
                        <a:pt x="45853" y="110431"/>
                        <a:pt x="49311" y="104401"/>
                      </a:cubicBezTo>
                      <a:cubicBezTo>
                        <a:pt x="52813" y="98417"/>
                        <a:pt x="55739" y="92033"/>
                        <a:pt x="58754" y="85783"/>
                      </a:cubicBezTo>
                      <a:cubicBezTo>
                        <a:pt x="64650" y="73192"/>
                        <a:pt x="70280" y="60248"/>
                        <a:pt x="72718" y="46505"/>
                      </a:cubicBezTo>
                      <a:cubicBezTo>
                        <a:pt x="74003" y="39678"/>
                        <a:pt x="74491" y="32674"/>
                        <a:pt x="74003" y="25803"/>
                      </a:cubicBezTo>
                      <a:cubicBezTo>
                        <a:pt x="73693" y="22433"/>
                        <a:pt x="72674" y="19020"/>
                        <a:pt x="70191" y="16804"/>
                      </a:cubicBezTo>
                      <a:cubicBezTo>
                        <a:pt x="67753" y="14543"/>
                        <a:pt x="64428" y="13346"/>
                        <a:pt x="61103" y="13124"/>
                      </a:cubicBezTo>
                      <a:cubicBezTo>
                        <a:pt x="57734" y="12902"/>
                        <a:pt x="54321" y="13567"/>
                        <a:pt x="51040" y="14543"/>
                      </a:cubicBezTo>
                      <a:cubicBezTo>
                        <a:pt x="47715" y="15562"/>
                        <a:pt x="44435" y="16670"/>
                        <a:pt x="41376" y="18222"/>
                      </a:cubicBezTo>
                      <a:cubicBezTo>
                        <a:pt x="35169" y="21148"/>
                        <a:pt x="30869" y="26911"/>
                        <a:pt x="27766" y="32984"/>
                      </a:cubicBezTo>
                      <a:cubicBezTo>
                        <a:pt x="21515" y="45353"/>
                        <a:pt x="20452" y="59538"/>
                        <a:pt x="18279" y="73326"/>
                      </a:cubicBezTo>
                      <a:cubicBezTo>
                        <a:pt x="13935" y="101077"/>
                        <a:pt x="4625" y="127853"/>
                        <a:pt x="3473" y="155604"/>
                      </a:cubicBezTo>
                      <a:lnTo>
                        <a:pt x="370" y="155604"/>
                      </a:lnTo>
                      <a:cubicBezTo>
                        <a:pt x="-872" y="123065"/>
                        <a:pt x="1168" y="90659"/>
                        <a:pt x="4182" y="58342"/>
                      </a:cubicBezTo>
                      <a:cubicBezTo>
                        <a:pt x="4670" y="54263"/>
                        <a:pt x="5335" y="50140"/>
                        <a:pt x="6665" y="46106"/>
                      </a:cubicBezTo>
                      <a:cubicBezTo>
                        <a:pt x="7995" y="42072"/>
                        <a:pt x="9856" y="38348"/>
                        <a:pt x="11896" y="34802"/>
                      </a:cubicBezTo>
                      <a:cubicBezTo>
                        <a:pt x="16063" y="27842"/>
                        <a:pt x="19831" y="20527"/>
                        <a:pt x="25816" y="14410"/>
                      </a:cubicBezTo>
                      <a:cubicBezTo>
                        <a:pt x="31845" y="8203"/>
                        <a:pt x="39957" y="5011"/>
                        <a:pt x="47759" y="2706"/>
                      </a:cubicBezTo>
                      <a:cubicBezTo>
                        <a:pt x="51660" y="1554"/>
                        <a:pt x="55695" y="445"/>
                        <a:pt x="59950" y="91"/>
                      </a:cubicBezTo>
                      <a:cubicBezTo>
                        <a:pt x="64206" y="-308"/>
                        <a:pt x="68728" y="623"/>
                        <a:pt x="72585" y="2618"/>
                      </a:cubicBezTo>
                      <a:cubicBezTo>
                        <a:pt x="80298" y="6607"/>
                        <a:pt x="85618" y="14144"/>
                        <a:pt x="87879" y="22212"/>
                      </a:cubicBezTo>
                      <a:cubicBezTo>
                        <a:pt x="90184" y="30324"/>
                        <a:pt x="89830" y="38836"/>
                        <a:pt x="88633" y="46904"/>
                      </a:cubicBezTo>
                      <a:cubicBezTo>
                        <a:pt x="86150" y="63129"/>
                        <a:pt x="80298" y="78645"/>
                        <a:pt x="72274" y="92831"/>
                      </a:cubicBezTo>
                      <a:cubicBezTo>
                        <a:pt x="64251" y="107017"/>
                        <a:pt x="54187" y="119962"/>
                        <a:pt x="42750" y="131532"/>
                      </a:cubicBezTo>
                      <a:cubicBezTo>
                        <a:pt x="37031" y="137295"/>
                        <a:pt x="30559" y="142526"/>
                        <a:pt x="23200" y="146073"/>
                      </a:cubicBezTo>
                      <a:cubicBezTo>
                        <a:pt x="19565" y="147934"/>
                        <a:pt x="15886" y="149575"/>
                        <a:pt x="12162" y="151171"/>
                      </a:cubicBezTo>
                      <a:lnTo>
                        <a:pt x="6576" y="153520"/>
                      </a:lnTo>
                      <a:cubicBezTo>
                        <a:pt x="5645" y="153875"/>
                        <a:pt x="4758" y="154362"/>
                        <a:pt x="3739" y="154673"/>
                      </a:cubicBezTo>
                      <a:cubicBezTo>
                        <a:pt x="3207" y="154806"/>
                        <a:pt x="3074" y="154983"/>
                        <a:pt x="2941" y="155604"/>
                      </a:cubicBezTo>
                      <a:lnTo>
                        <a:pt x="2675" y="156313"/>
                      </a:lnTo>
                      <a:lnTo>
                        <a:pt x="2542" y="156668"/>
                      </a:lnTo>
                      <a:lnTo>
                        <a:pt x="2453" y="156845"/>
                      </a:lnTo>
                      <a:cubicBezTo>
                        <a:pt x="2409" y="157022"/>
                        <a:pt x="1921" y="156535"/>
                        <a:pt x="2143" y="156668"/>
                      </a:cubicBezTo>
                      <a:lnTo>
                        <a:pt x="2187" y="156579"/>
                      </a:lnTo>
                      <a:lnTo>
                        <a:pt x="2498" y="156668"/>
                      </a:lnTo>
                      <a:lnTo>
                        <a:pt x="2453" y="156756"/>
                      </a:lnTo>
                      <a:cubicBezTo>
                        <a:pt x="2675" y="156934"/>
                        <a:pt x="2143" y="156579"/>
                        <a:pt x="2143" y="156668"/>
                      </a:cubicBezTo>
                      <a:lnTo>
                        <a:pt x="2232" y="156535"/>
                      </a:lnTo>
                      <a:lnTo>
                        <a:pt x="2365" y="156180"/>
                      </a:lnTo>
                      <a:lnTo>
                        <a:pt x="2586" y="155471"/>
                      </a:lnTo>
                      <a:cubicBezTo>
                        <a:pt x="2675" y="155249"/>
                        <a:pt x="2631" y="154983"/>
                        <a:pt x="2852" y="154673"/>
                      </a:cubicBezTo>
                      <a:cubicBezTo>
                        <a:pt x="3074" y="154407"/>
                        <a:pt x="3340" y="154318"/>
                        <a:pt x="3606" y="154230"/>
                      </a:cubicBezTo>
                      <a:cubicBezTo>
                        <a:pt x="4537" y="153964"/>
                        <a:pt x="5468" y="153432"/>
                        <a:pt x="6399" y="153033"/>
                      </a:cubicBezTo>
                      <a:lnTo>
                        <a:pt x="11940" y="150550"/>
                      </a:lnTo>
                      <a:cubicBezTo>
                        <a:pt x="15619" y="148865"/>
                        <a:pt x="19255" y="147136"/>
                        <a:pt x="22845" y="145230"/>
                      </a:cubicBezTo>
                      <a:cubicBezTo>
                        <a:pt x="30027" y="141551"/>
                        <a:pt x="36233" y="136275"/>
                        <a:pt x="41775" y="130468"/>
                      </a:cubicBezTo>
                      <a:cubicBezTo>
                        <a:pt x="52902" y="118809"/>
                        <a:pt x="62788" y="105864"/>
                        <a:pt x="70501" y="91767"/>
                      </a:cubicBezTo>
                      <a:cubicBezTo>
                        <a:pt x="78259" y="77670"/>
                        <a:pt x="83800" y="62331"/>
                        <a:pt x="86017" y="46461"/>
                      </a:cubicBezTo>
                      <a:cubicBezTo>
                        <a:pt x="87125" y="38570"/>
                        <a:pt x="87258" y="30457"/>
                        <a:pt x="85042" y="22965"/>
                      </a:cubicBezTo>
                      <a:cubicBezTo>
                        <a:pt x="82914" y="15562"/>
                        <a:pt x="77905" y="8824"/>
                        <a:pt x="71122" y="5410"/>
                      </a:cubicBezTo>
                      <a:cubicBezTo>
                        <a:pt x="64295" y="1731"/>
                        <a:pt x="56315" y="3460"/>
                        <a:pt x="48690" y="5809"/>
                      </a:cubicBezTo>
                      <a:cubicBezTo>
                        <a:pt x="41066" y="8070"/>
                        <a:pt x="33574" y="11129"/>
                        <a:pt x="28210" y="16670"/>
                      </a:cubicBezTo>
                      <a:cubicBezTo>
                        <a:pt x="22801" y="22212"/>
                        <a:pt x="18989" y="29482"/>
                        <a:pt x="14910" y="36353"/>
                      </a:cubicBezTo>
                      <a:cubicBezTo>
                        <a:pt x="12960" y="39811"/>
                        <a:pt x="11186" y="43358"/>
                        <a:pt x="9990" y="47081"/>
                      </a:cubicBezTo>
                      <a:cubicBezTo>
                        <a:pt x="8793" y="50761"/>
                        <a:pt x="8128" y="54662"/>
                        <a:pt x="7684" y="58652"/>
                      </a:cubicBezTo>
                      <a:cubicBezTo>
                        <a:pt x="4670" y="90748"/>
                        <a:pt x="2365" y="123154"/>
                        <a:pt x="3473" y="155426"/>
                      </a:cubicBezTo>
                      <a:lnTo>
                        <a:pt x="370" y="155426"/>
                      </a:lnTo>
                      <a:cubicBezTo>
                        <a:pt x="1655" y="127010"/>
                        <a:pt x="11453" y="100323"/>
                        <a:pt x="16018" y="72926"/>
                      </a:cubicBezTo>
                      <a:cubicBezTo>
                        <a:pt x="18324" y="59272"/>
                        <a:pt x="19565" y="44865"/>
                        <a:pt x="26126" y="32098"/>
                      </a:cubicBezTo>
                      <a:cubicBezTo>
                        <a:pt x="29318" y="25847"/>
                        <a:pt x="33928" y="19774"/>
                        <a:pt x="40578" y="16715"/>
                      </a:cubicBezTo>
                      <a:cubicBezTo>
                        <a:pt x="43814" y="15119"/>
                        <a:pt x="47139" y="14011"/>
                        <a:pt x="50552" y="13035"/>
                      </a:cubicBezTo>
                      <a:cubicBezTo>
                        <a:pt x="53966" y="12060"/>
                        <a:pt x="57512" y="11395"/>
                        <a:pt x="61147" y="11661"/>
                      </a:cubicBezTo>
                      <a:cubicBezTo>
                        <a:pt x="64738" y="11971"/>
                        <a:pt x="68373" y="13257"/>
                        <a:pt x="71077" y="15828"/>
                      </a:cubicBezTo>
                      <a:cubicBezTo>
                        <a:pt x="73870" y="18399"/>
                        <a:pt x="74934" y="22212"/>
                        <a:pt x="75200" y="25714"/>
                      </a:cubicBezTo>
                      <a:cubicBezTo>
                        <a:pt x="75644" y="32807"/>
                        <a:pt x="75112" y="39855"/>
                        <a:pt x="73737" y="46727"/>
                      </a:cubicBezTo>
                      <a:cubicBezTo>
                        <a:pt x="70989" y="60558"/>
                        <a:pt x="65714" y="73636"/>
                        <a:pt x="59862" y="86359"/>
                      </a:cubicBezTo>
                      <a:cubicBezTo>
                        <a:pt x="56892" y="92698"/>
                        <a:pt x="54055" y="99082"/>
                        <a:pt x="50552" y="105200"/>
                      </a:cubicBezTo>
                      <a:cubicBezTo>
                        <a:pt x="47095" y="111361"/>
                        <a:pt x="42395" y="116814"/>
                        <a:pt x="37563" y="121824"/>
                      </a:cubicBezTo>
                      <a:cubicBezTo>
                        <a:pt x="27855" y="131931"/>
                        <a:pt x="17703" y="141684"/>
                        <a:pt x="6266" y="149929"/>
                      </a:cubicBezTo>
                      <a:lnTo>
                        <a:pt x="4936" y="148156"/>
                      </a:lnTo>
                      <a:cubicBezTo>
                        <a:pt x="14290" y="140442"/>
                        <a:pt x="22313" y="131133"/>
                        <a:pt x="29761" y="121469"/>
                      </a:cubicBezTo>
                      <a:cubicBezTo>
                        <a:pt x="37031" y="111672"/>
                        <a:pt x="44479" y="101875"/>
                        <a:pt x="50198" y="91191"/>
                      </a:cubicBezTo>
                      <a:cubicBezTo>
                        <a:pt x="53035" y="85827"/>
                        <a:pt x="55429" y="80241"/>
                        <a:pt x="57601" y="74567"/>
                      </a:cubicBezTo>
                      <a:cubicBezTo>
                        <a:pt x="59818" y="68892"/>
                        <a:pt x="61945" y="63174"/>
                        <a:pt x="63586" y="57322"/>
                      </a:cubicBezTo>
                      <a:cubicBezTo>
                        <a:pt x="65182" y="51515"/>
                        <a:pt x="66290" y="45530"/>
                        <a:pt x="66201" y="39590"/>
                      </a:cubicBezTo>
                      <a:cubicBezTo>
                        <a:pt x="66157" y="36619"/>
                        <a:pt x="65758" y="33649"/>
                        <a:pt x="65049" y="30768"/>
                      </a:cubicBezTo>
                      <a:cubicBezTo>
                        <a:pt x="64383" y="27930"/>
                        <a:pt x="63275" y="25093"/>
                        <a:pt x="61103" y="23852"/>
                      </a:cubicBezTo>
                      <a:cubicBezTo>
                        <a:pt x="58931" y="22567"/>
                        <a:pt x="55916" y="23010"/>
                        <a:pt x="53123" y="23852"/>
                      </a:cubicBezTo>
                      <a:cubicBezTo>
                        <a:pt x="50242" y="24694"/>
                        <a:pt x="47493" y="25803"/>
                        <a:pt x="44922" y="27266"/>
                      </a:cubicBezTo>
                      <a:cubicBezTo>
                        <a:pt x="39780" y="30191"/>
                        <a:pt x="35923" y="34935"/>
                        <a:pt x="33574" y="40432"/>
                      </a:cubicBezTo>
                      <a:cubicBezTo>
                        <a:pt x="31180" y="45929"/>
                        <a:pt x="30116" y="51914"/>
                        <a:pt x="29584" y="57987"/>
                      </a:cubicBezTo>
                      <a:cubicBezTo>
                        <a:pt x="29052" y="64016"/>
                        <a:pt x="29362" y="70178"/>
                        <a:pt x="28697" y="76384"/>
                      </a:cubicBezTo>
                      <a:cubicBezTo>
                        <a:pt x="27323" y="88841"/>
                        <a:pt x="22535" y="100279"/>
                        <a:pt x="19122" y="112026"/>
                      </a:cubicBezTo>
                      <a:cubicBezTo>
                        <a:pt x="15398" y="123685"/>
                        <a:pt x="11497" y="135433"/>
                        <a:pt x="5423" y="146161"/>
                      </a:cubicBezTo>
                      <a:lnTo>
                        <a:pt x="5157" y="145984"/>
                      </a:ln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58" name="Forme libre : forme 26957">
                  <a:extLst>
                    <a:ext uri="{FF2B5EF4-FFF2-40B4-BE49-F238E27FC236}">
                      <a16:creationId xmlns:a16="http://schemas.microsoft.com/office/drawing/2014/main" id="{3373D276-E4E2-42A4-9CD7-AC196BB0FDDC}"/>
                    </a:ext>
                  </a:extLst>
                </p:cNvPr>
                <p:cNvSpPr/>
                <p:nvPr/>
              </p:nvSpPr>
              <p:spPr>
                <a:xfrm>
                  <a:off x="6132484" y="4221294"/>
                  <a:ext cx="165056" cy="236849"/>
                </a:xfrm>
                <a:custGeom>
                  <a:avLst/>
                  <a:gdLst>
                    <a:gd name="connsiteX0" fmla="*/ 29923 w 165056"/>
                    <a:gd name="connsiteY0" fmla="*/ 203822 h 236849"/>
                    <a:gd name="connsiteX1" fmla="*/ 21545 w 165056"/>
                    <a:gd name="connsiteY1" fmla="*/ 147034 h 236849"/>
                    <a:gd name="connsiteX2" fmla="*/ 28194 w 165056"/>
                    <a:gd name="connsiteY2" fmla="*/ 89981 h 236849"/>
                    <a:gd name="connsiteX3" fmla="*/ 57985 w 165056"/>
                    <a:gd name="connsiteY3" fmla="*/ 41128 h 236849"/>
                    <a:gd name="connsiteX4" fmla="*/ 83386 w 165056"/>
                    <a:gd name="connsiteY4" fmla="*/ 27208 h 236849"/>
                    <a:gd name="connsiteX5" fmla="*/ 112379 w 165056"/>
                    <a:gd name="connsiteY5" fmla="*/ 27075 h 236849"/>
                    <a:gd name="connsiteX6" fmla="*/ 124570 w 165056"/>
                    <a:gd name="connsiteY6" fmla="*/ 35586 h 236849"/>
                    <a:gd name="connsiteX7" fmla="*/ 130111 w 165056"/>
                    <a:gd name="connsiteY7" fmla="*/ 49329 h 236849"/>
                    <a:gd name="connsiteX8" fmla="*/ 131175 w 165056"/>
                    <a:gd name="connsiteY8" fmla="*/ 78277 h 236849"/>
                    <a:gd name="connsiteX9" fmla="*/ 116191 w 165056"/>
                    <a:gd name="connsiteY9" fmla="*/ 133912 h 236849"/>
                    <a:gd name="connsiteX10" fmla="*/ 30721 w 165056"/>
                    <a:gd name="connsiteY10" fmla="*/ 207724 h 236849"/>
                    <a:gd name="connsiteX11" fmla="*/ 30056 w 165056"/>
                    <a:gd name="connsiteY11" fmla="*/ 205640 h 236849"/>
                    <a:gd name="connsiteX12" fmla="*/ 132638 w 165056"/>
                    <a:gd name="connsiteY12" fmla="*/ 127307 h 236849"/>
                    <a:gd name="connsiteX13" fmla="*/ 146115 w 165056"/>
                    <a:gd name="connsiteY13" fmla="*/ 97251 h 236849"/>
                    <a:gd name="connsiteX14" fmla="*/ 150282 w 165056"/>
                    <a:gd name="connsiteY14" fmla="*/ 64756 h 236849"/>
                    <a:gd name="connsiteX15" fmla="*/ 139244 w 165056"/>
                    <a:gd name="connsiteY15" fmla="*/ 34301 h 236849"/>
                    <a:gd name="connsiteX16" fmla="*/ 112512 w 165056"/>
                    <a:gd name="connsiteY16" fmla="*/ 16879 h 236849"/>
                    <a:gd name="connsiteX17" fmla="*/ 80239 w 165056"/>
                    <a:gd name="connsiteY17" fmla="*/ 19805 h 236849"/>
                    <a:gd name="connsiteX18" fmla="*/ 52355 w 165056"/>
                    <a:gd name="connsiteY18" fmla="*/ 36650 h 236849"/>
                    <a:gd name="connsiteX19" fmla="*/ 34002 w 165056"/>
                    <a:gd name="connsiteY19" fmla="*/ 63470 h 236849"/>
                    <a:gd name="connsiteX20" fmla="*/ 23008 w 165056"/>
                    <a:gd name="connsiteY20" fmla="*/ 94680 h 236849"/>
                    <a:gd name="connsiteX21" fmla="*/ 10107 w 165056"/>
                    <a:gd name="connsiteY21" fmla="*/ 159137 h 236849"/>
                    <a:gd name="connsiteX22" fmla="*/ 24914 w 165056"/>
                    <a:gd name="connsiteY22" fmla="*/ 222220 h 236849"/>
                    <a:gd name="connsiteX23" fmla="*/ 23052 w 165056"/>
                    <a:gd name="connsiteY23" fmla="*/ 221555 h 236849"/>
                    <a:gd name="connsiteX24" fmla="*/ 59714 w 165056"/>
                    <a:gd name="connsiteY24" fmla="*/ 208743 h 236849"/>
                    <a:gd name="connsiteX25" fmla="*/ 94647 w 165056"/>
                    <a:gd name="connsiteY25" fmla="*/ 192296 h 236849"/>
                    <a:gd name="connsiteX26" fmla="*/ 123994 w 165056"/>
                    <a:gd name="connsiteY26" fmla="*/ 168003 h 236849"/>
                    <a:gd name="connsiteX27" fmla="*/ 142967 w 165056"/>
                    <a:gd name="connsiteY27" fmla="*/ 134799 h 236849"/>
                    <a:gd name="connsiteX28" fmla="*/ 155557 w 165056"/>
                    <a:gd name="connsiteY28" fmla="*/ 98226 h 236849"/>
                    <a:gd name="connsiteX29" fmla="*/ 161719 w 165056"/>
                    <a:gd name="connsiteY29" fmla="*/ 60500 h 236849"/>
                    <a:gd name="connsiteX30" fmla="*/ 150814 w 165056"/>
                    <a:gd name="connsiteY30" fmla="*/ 24858 h 236849"/>
                    <a:gd name="connsiteX31" fmla="*/ 119605 w 165056"/>
                    <a:gd name="connsiteY31" fmla="*/ 5087 h 236849"/>
                    <a:gd name="connsiteX32" fmla="*/ 81835 w 165056"/>
                    <a:gd name="connsiteY32" fmla="*/ 5707 h 236849"/>
                    <a:gd name="connsiteX33" fmla="*/ 63526 w 165056"/>
                    <a:gd name="connsiteY33" fmla="*/ 11515 h 236849"/>
                    <a:gd name="connsiteX34" fmla="*/ 46370 w 165056"/>
                    <a:gd name="connsiteY34" fmla="*/ 20026 h 236849"/>
                    <a:gd name="connsiteX35" fmla="*/ 32317 w 165056"/>
                    <a:gd name="connsiteY35" fmla="*/ 32616 h 236849"/>
                    <a:gd name="connsiteX36" fmla="*/ 23229 w 165056"/>
                    <a:gd name="connsiteY36" fmla="*/ 49373 h 236849"/>
                    <a:gd name="connsiteX37" fmla="*/ 9487 w 165056"/>
                    <a:gd name="connsiteY37" fmla="*/ 85592 h 236849"/>
                    <a:gd name="connsiteX38" fmla="*/ 2970 w 165056"/>
                    <a:gd name="connsiteY38" fmla="*/ 123583 h 236849"/>
                    <a:gd name="connsiteX39" fmla="*/ 1418 w 165056"/>
                    <a:gd name="connsiteY39" fmla="*/ 162373 h 236849"/>
                    <a:gd name="connsiteX40" fmla="*/ 4344 w 165056"/>
                    <a:gd name="connsiteY40" fmla="*/ 200941 h 236849"/>
                    <a:gd name="connsiteX41" fmla="*/ 18619 w 165056"/>
                    <a:gd name="connsiteY41" fmla="*/ 236672 h 236849"/>
                    <a:gd name="connsiteX42" fmla="*/ 18353 w 165056"/>
                    <a:gd name="connsiteY42" fmla="*/ 236849 h 236849"/>
                    <a:gd name="connsiteX43" fmla="*/ 3502 w 165056"/>
                    <a:gd name="connsiteY43" fmla="*/ 201074 h 236849"/>
                    <a:gd name="connsiteX44" fmla="*/ 0 w 165056"/>
                    <a:gd name="connsiteY44" fmla="*/ 162329 h 236849"/>
                    <a:gd name="connsiteX45" fmla="*/ 1241 w 165056"/>
                    <a:gd name="connsiteY45" fmla="*/ 123450 h 236849"/>
                    <a:gd name="connsiteX46" fmla="*/ 7536 w 165056"/>
                    <a:gd name="connsiteY46" fmla="*/ 84971 h 236849"/>
                    <a:gd name="connsiteX47" fmla="*/ 21101 w 165056"/>
                    <a:gd name="connsiteY47" fmla="*/ 48442 h 236849"/>
                    <a:gd name="connsiteX48" fmla="*/ 30367 w 165056"/>
                    <a:gd name="connsiteY48" fmla="*/ 31065 h 236849"/>
                    <a:gd name="connsiteX49" fmla="*/ 44996 w 165056"/>
                    <a:gd name="connsiteY49" fmla="*/ 17765 h 236849"/>
                    <a:gd name="connsiteX50" fmla="*/ 62551 w 165056"/>
                    <a:gd name="connsiteY50" fmla="*/ 8899 h 236849"/>
                    <a:gd name="connsiteX51" fmla="*/ 81214 w 165056"/>
                    <a:gd name="connsiteY51" fmla="*/ 2826 h 236849"/>
                    <a:gd name="connsiteX52" fmla="*/ 120447 w 165056"/>
                    <a:gd name="connsiteY52" fmla="*/ 1895 h 236849"/>
                    <a:gd name="connsiteX53" fmla="*/ 153562 w 165056"/>
                    <a:gd name="connsiteY53" fmla="*/ 22863 h 236849"/>
                    <a:gd name="connsiteX54" fmla="*/ 165044 w 165056"/>
                    <a:gd name="connsiteY54" fmla="*/ 60368 h 236849"/>
                    <a:gd name="connsiteX55" fmla="*/ 158705 w 165056"/>
                    <a:gd name="connsiteY55" fmla="*/ 99068 h 236849"/>
                    <a:gd name="connsiteX56" fmla="*/ 145982 w 165056"/>
                    <a:gd name="connsiteY56" fmla="*/ 135952 h 236849"/>
                    <a:gd name="connsiteX57" fmla="*/ 126476 w 165056"/>
                    <a:gd name="connsiteY57" fmla="*/ 169954 h 236849"/>
                    <a:gd name="connsiteX58" fmla="*/ 96242 w 165056"/>
                    <a:gd name="connsiteY58" fmla="*/ 194912 h 236849"/>
                    <a:gd name="connsiteX59" fmla="*/ 60911 w 165056"/>
                    <a:gd name="connsiteY59" fmla="*/ 211536 h 236849"/>
                    <a:gd name="connsiteX60" fmla="*/ 24205 w 165056"/>
                    <a:gd name="connsiteY60" fmla="*/ 224348 h 236849"/>
                    <a:gd name="connsiteX61" fmla="*/ 22963 w 165056"/>
                    <a:gd name="connsiteY61" fmla="*/ 224835 h 236849"/>
                    <a:gd name="connsiteX62" fmla="*/ 22343 w 165056"/>
                    <a:gd name="connsiteY62" fmla="*/ 223683 h 236849"/>
                    <a:gd name="connsiteX63" fmla="*/ 7492 w 165056"/>
                    <a:gd name="connsiteY63" fmla="*/ 159048 h 236849"/>
                    <a:gd name="connsiteX64" fmla="*/ 20968 w 165056"/>
                    <a:gd name="connsiteY64" fmla="*/ 93970 h 236849"/>
                    <a:gd name="connsiteX65" fmla="*/ 32229 w 165056"/>
                    <a:gd name="connsiteY65" fmla="*/ 62673 h 236849"/>
                    <a:gd name="connsiteX66" fmla="*/ 51202 w 165056"/>
                    <a:gd name="connsiteY66" fmla="*/ 35320 h 236849"/>
                    <a:gd name="connsiteX67" fmla="*/ 79751 w 165056"/>
                    <a:gd name="connsiteY67" fmla="*/ 18253 h 236849"/>
                    <a:gd name="connsiteX68" fmla="*/ 112822 w 165056"/>
                    <a:gd name="connsiteY68" fmla="*/ 15416 h 236849"/>
                    <a:gd name="connsiteX69" fmla="*/ 140263 w 165056"/>
                    <a:gd name="connsiteY69" fmla="*/ 33459 h 236849"/>
                    <a:gd name="connsiteX70" fmla="*/ 151346 w 165056"/>
                    <a:gd name="connsiteY70" fmla="*/ 64579 h 236849"/>
                    <a:gd name="connsiteX71" fmla="*/ 133791 w 165056"/>
                    <a:gd name="connsiteY71" fmla="*/ 127883 h 236849"/>
                    <a:gd name="connsiteX72" fmla="*/ 30721 w 165056"/>
                    <a:gd name="connsiteY72" fmla="*/ 207635 h 236849"/>
                    <a:gd name="connsiteX73" fmla="*/ 30056 w 165056"/>
                    <a:gd name="connsiteY73" fmla="*/ 205551 h 236849"/>
                    <a:gd name="connsiteX74" fmla="*/ 113620 w 165056"/>
                    <a:gd name="connsiteY74" fmla="*/ 132538 h 236849"/>
                    <a:gd name="connsiteX75" fmla="*/ 128382 w 165056"/>
                    <a:gd name="connsiteY75" fmla="*/ 77967 h 236849"/>
                    <a:gd name="connsiteX76" fmla="*/ 127540 w 165056"/>
                    <a:gd name="connsiteY76" fmla="*/ 49639 h 236849"/>
                    <a:gd name="connsiteX77" fmla="*/ 122575 w 165056"/>
                    <a:gd name="connsiteY77" fmla="*/ 36961 h 236849"/>
                    <a:gd name="connsiteX78" fmla="*/ 111581 w 165056"/>
                    <a:gd name="connsiteY78" fmla="*/ 29247 h 236849"/>
                    <a:gd name="connsiteX79" fmla="*/ 84007 w 165056"/>
                    <a:gd name="connsiteY79" fmla="*/ 29247 h 236849"/>
                    <a:gd name="connsiteX80" fmla="*/ 59359 w 165056"/>
                    <a:gd name="connsiteY80" fmla="*/ 42591 h 236849"/>
                    <a:gd name="connsiteX81" fmla="*/ 29879 w 165056"/>
                    <a:gd name="connsiteY81" fmla="*/ 90379 h 236849"/>
                    <a:gd name="connsiteX82" fmla="*/ 22742 w 165056"/>
                    <a:gd name="connsiteY82" fmla="*/ 146857 h 236849"/>
                    <a:gd name="connsiteX83" fmla="*/ 30278 w 165056"/>
                    <a:gd name="connsiteY83" fmla="*/ 203601 h 236849"/>
                    <a:gd name="connsiteX84" fmla="*/ 29923 w 165056"/>
                    <a:gd name="connsiteY84" fmla="*/ 203822 h 2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165056" h="236849">
                      <a:moveTo>
                        <a:pt x="29923" y="203822"/>
                      </a:moveTo>
                      <a:cubicBezTo>
                        <a:pt x="25357" y="185248"/>
                        <a:pt x="22298" y="166186"/>
                        <a:pt x="21545" y="147034"/>
                      </a:cubicBezTo>
                      <a:cubicBezTo>
                        <a:pt x="20791" y="127883"/>
                        <a:pt x="22476" y="108422"/>
                        <a:pt x="28194" y="89981"/>
                      </a:cubicBezTo>
                      <a:cubicBezTo>
                        <a:pt x="33824" y="71672"/>
                        <a:pt x="43223" y="53895"/>
                        <a:pt x="57985" y="41128"/>
                      </a:cubicBezTo>
                      <a:cubicBezTo>
                        <a:pt x="65344" y="34833"/>
                        <a:pt x="73988" y="29912"/>
                        <a:pt x="83386" y="27208"/>
                      </a:cubicBezTo>
                      <a:cubicBezTo>
                        <a:pt x="92696" y="24592"/>
                        <a:pt x="102936" y="23839"/>
                        <a:pt x="112379" y="27075"/>
                      </a:cubicBezTo>
                      <a:cubicBezTo>
                        <a:pt x="117034" y="28671"/>
                        <a:pt x="121511" y="31508"/>
                        <a:pt x="124570" y="35586"/>
                      </a:cubicBezTo>
                      <a:cubicBezTo>
                        <a:pt x="127673" y="39620"/>
                        <a:pt x="129225" y="44541"/>
                        <a:pt x="130111" y="49329"/>
                      </a:cubicBezTo>
                      <a:cubicBezTo>
                        <a:pt x="131663" y="58993"/>
                        <a:pt x="131752" y="68657"/>
                        <a:pt x="131175" y="78277"/>
                      </a:cubicBezTo>
                      <a:cubicBezTo>
                        <a:pt x="129934" y="97561"/>
                        <a:pt x="124792" y="116624"/>
                        <a:pt x="116191" y="133912"/>
                      </a:cubicBezTo>
                      <a:cubicBezTo>
                        <a:pt x="98991" y="168668"/>
                        <a:pt x="67383" y="195621"/>
                        <a:pt x="30721" y="207724"/>
                      </a:cubicBezTo>
                      <a:lnTo>
                        <a:pt x="30056" y="205640"/>
                      </a:lnTo>
                      <a:cubicBezTo>
                        <a:pt x="71905" y="192651"/>
                        <a:pt x="110162" y="165388"/>
                        <a:pt x="132638" y="127307"/>
                      </a:cubicBezTo>
                      <a:cubicBezTo>
                        <a:pt x="138135" y="117820"/>
                        <a:pt x="142879" y="107757"/>
                        <a:pt x="146115" y="97251"/>
                      </a:cubicBezTo>
                      <a:cubicBezTo>
                        <a:pt x="149307" y="86744"/>
                        <a:pt x="151169" y="75706"/>
                        <a:pt x="150282" y="64756"/>
                      </a:cubicBezTo>
                      <a:cubicBezTo>
                        <a:pt x="149528" y="53806"/>
                        <a:pt x="145760" y="43078"/>
                        <a:pt x="139244" y="34301"/>
                      </a:cubicBezTo>
                      <a:cubicBezTo>
                        <a:pt x="132771" y="25523"/>
                        <a:pt x="123284" y="18874"/>
                        <a:pt x="112512" y="16879"/>
                      </a:cubicBezTo>
                      <a:cubicBezTo>
                        <a:pt x="101784" y="14795"/>
                        <a:pt x="90568" y="16303"/>
                        <a:pt x="80239" y="19805"/>
                      </a:cubicBezTo>
                      <a:cubicBezTo>
                        <a:pt x="69910" y="23351"/>
                        <a:pt x="60335" y="29158"/>
                        <a:pt x="52355" y="36650"/>
                      </a:cubicBezTo>
                      <a:cubicBezTo>
                        <a:pt x="44331" y="44098"/>
                        <a:pt x="38125" y="53363"/>
                        <a:pt x="34002" y="63470"/>
                      </a:cubicBezTo>
                      <a:cubicBezTo>
                        <a:pt x="29923" y="73667"/>
                        <a:pt x="26466" y="84217"/>
                        <a:pt x="23008" y="94680"/>
                      </a:cubicBezTo>
                      <a:cubicBezTo>
                        <a:pt x="16314" y="115648"/>
                        <a:pt x="10772" y="137237"/>
                        <a:pt x="10107" y="159137"/>
                      </a:cubicBezTo>
                      <a:cubicBezTo>
                        <a:pt x="9620" y="180992"/>
                        <a:pt x="14319" y="203113"/>
                        <a:pt x="24914" y="222220"/>
                      </a:cubicBezTo>
                      <a:lnTo>
                        <a:pt x="23052" y="221555"/>
                      </a:lnTo>
                      <a:cubicBezTo>
                        <a:pt x="35376" y="216767"/>
                        <a:pt x="47922" y="214019"/>
                        <a:pt x="59714" y="208743"/>
                      </a:cubicBezTo>
                      <a:cubicBezTo>
                        <a:pt x="71683" y="203867"/>
                        <a:pt x="83564" y="198769"/>
                        <a:pt x="94647" y="192296"/>
                      </a:cubicBezTo>
                      <a:cubicBezTo>
                        <a:pt x="105729" y="185868"/>
                        <a:pt x="115970" y="177933"/>
                        <a:pt x="123994" y="168003"/>
                      </a:cubicBezTo>
                      <a:cubicBezTo>
                        <a:pt x="132062" y="158117"/>
                        <a:pt x="138091" y="146680"/>
                        <a:pt x="142967" y="134799"/>
                      </a:cubicBezTo>
                      <a:cubicBezTo>
                        <a:pt x="147799" y="122918"/>
                        <a:pt x="151833" y="110550"/>
                        <a:pt x="155557" y="98226"/>
                      </a:cubicBezTo>
                      <a:cubicBezTo>
                        <a:pt x="159148" y="85902"/>
                        <a:pt x="161941" y="73223"/>
                        <a:pt x="161719" y="60500"/>
                      </a:cubicBezTo>
                      <a:cubicBezTo>
                        <a:pt x="161498" y="47866"/>
                        <a:pt x="158217" y="35010"/>
                        <a:pt x="150814" y="24858"/>
                      </a:cubicBezTo>
                      <a:cubicBezTo>
                        <a:pt x="143411" y="14706"/>
                        <a:pt x="131840" y="8057"/>
                        <a:pt x="119605" y="5087"/>
                      </a:cubicBezTo>
                      <a:cubicBezTo>
                        <a:pt x="107281" y="2028"/>
                        <a:pt x="94248" y="2781"/>
                        <a:pt x="81835" y="5707"/>
                      </a:cubicBezTo>
                      <a:cubicBezTo>
                        <a:pt x="75628" y="7170"/>
                        <a:pt x="69511" y="9165"/>
                        <a:pt x="63526" y="11515"/>
                      </a:cubicBezTo>
                      <a:cubicBezTo>
                        <a:pt x="57542" y="13864"/>
                        <a:pt x="51734" y="16613"/>
                        <a:pt x="46370" y="20026"/>
                      </a:cubicBezTo>
                      <a:cubicBezTo>
                        <a:pt x="41006" y="23440"/>
                        <a:pt x="36130" y="27607"/>
                        <a:pt x="32317" y="32616"/>
                      </a:cubicBezTo>
                      <a:cubicBezTo>
                        <a:pt x="28460" y="37626"/>
                        <a:pt x="25756" y="43477"/>
                        <a:pt x="23229" y="49373"/>
                      </a:cubicBezTo>
                      <a:cubicBezTo>
                        <a:pt x="18264" y="61343"/>
                        <a:pt x="13211" y="73268"/>
                        <a:pt x="9487" y="85592"/>
                      </a:cubicBezTo>
                      <a:cubicBezTo>
                        <a:pt x="5630" y="97871"/>
                        <a:pt x="3768" y="110683"/>
                        <a:pt x="2970" y="123583"/>
                      </a:cubicBezTo>
                      <a:cubicBezTo>
                        <a:pt x="2217" y="136484"/>
                        <a:pt x="1640" y="149428"/>
                        <a:pt x="1418" y="162373"/>
                      </a:cubicBezTo>
                      <a:cubicBezTo>
                        <a:pt x="1241" y="175273"/>
                        <a:pt x="1818" y="188262"/>
                        <a:pt x="4344" y="200941"/>
                      </a:cubicBezTo>
                      <a:cubicBezTo>
                        <a:pt x="6871" y="213575"/>
                        <a:pt x="11349" y="225944"/>
                        <a:pt x="18619" y="236672"/>
                      </a:cubicBezTo>
                      <a:lnTo>
                        <a:pt x="18353" y="236849"/>
                      </a:lnTo>
                      <a:cubicBezTo>
                        <a:pt x="10905" y="226165"/>
                        <a:pt x="6206" y="213797"/>
                        <a:pt x="3502" y="201074"/>
                      </a:cubicBezTo>
                      <a:cubicBezTo>
                        <a:pt x="754" y="188351"/>
                        <a:pt x="0" y="175273"/>
                        <a:pt x="0" y="162329"/>
                      </a:cubicBezTo>
                      <a:cubicBezTo>
                        <a:pt x="89" y="149340"/>
                        <a:pt x="576" y="136395"/>
                        <a:pt x="1241" y="123450"/>
                      </a:cubicBezTo>
                      <a:cubicBezTo>
                        <a:pt x="1951" y="110506"/>
                        <a:pt x="3724" y="97473"/>
                        <a:pt x="7536" y="84971"/>
                      </a:cubicBezTo>
                      <a:cubicBezTo>
                        <a:pt x="11260" y="72470"/>
                        <a:pt x="16225" y="60456"/>
                        <a:pt x="21101" y="48442"/>
                      </a:cubicBezTo>
                      <a:cubicBezTo>
                        <a:pt x="23584" y="42458"/>
                        <a:pt x="26333" y="36384"/>
                        <a:pt x="30367" y="31065"/>
                      </a:cubicBezTo>
                      <a:cubicBezTo>
                        <a:pt x="34356" y="25745"/>
                        <a:pt x="39455" y="21356"/>
                        <a:pt x="44996" y="17765"/>
                      </a:cubicBezTo>
                      <a:cubicBezTo>
                        <a:pt x="50537" y="14174"/>
                        <a:pt x="56477" y="11337"/>
                        <a:pt x="62551" y="8899"/>
                      </a:cubicBezTo>
                      <a:cubicBezTo>
                        <a:pt x="68624" y="6461"/>
                        <a:pt x="74831" y="4377"/>
                        <a:pt x="81214" y="2826"/>
                      </a:cubicBezTo>
                      <a:cubicBezTo>
                        <a:pt x="93937" y="-277"/>
                        <a:pt x="107458" y="-1164"/>
                        <a:pt x="120447" y="1895"/>
                      </a:cubicBezTo>
                      <a:cubicBezTo>
                        <a:pt x="133303" y="4865"/>
                        <a:pt x="145583" y="12002"/>
                        <a:pt x="153562" y="22863"/>
                      </a:cubicBezTo>
                      <a:cubicBezTo>
                        <a:pt x="161498" y="33769"/>
                        <a:pt x="164867" y="47245"/>
                        <a:pt x="165044" y="60368"/>
                      </a:cubicBezTo>
                      <a:cubicBezTo>
                        <a:pt x="165266" y="73622"/>
                        <a:pt x="162384" y="86567"/>
                        <a:pt x="158705" y="99068"/>
                      </a:cubicBezTo>
                      <a:cubicBezTo>
                        <a:pt x="154937" y="111525"/>
                        <a:pt x="150903" y="123849"/>
                        <a:pt x="145982" y="135952"/>
                      </a:cubicBezTo>
                      <a:cubicBezTo>
                        <a:pt x="141017" y="148010"/>
                        <a:pt x="134855" y="159713"/>
                        <a:pt x="126476" y="169954"/>
                      </a:cubicBezTo>
                      <a:cubicBezTo>
                        <a:pt x="118142" y="180194"/>
                        <a:pt x="107547" y="188351"/>
                        <a:pt x="96242" y="194912"/>
                      </a:cubicBezTo>
                      <a:cubicBezTo>
                        <a:pt x="84938" y="201517"/>
                        <a:pt x="72924" y="206660"/>
                        <a:pt x="60911" y="211536"/>
                      </a:cubicBezTo>
                      <a:cubicBezTo>
                        <a:pt x="48986" y="216856"/>
                        <a:pt x="36085" y="219737"/>
                        <a:pt x="24205" y="224348"/>
                      </a:cubicBezTo>
                      <a:lnTo>
                        <a:pt x="22963" y="224835"/>
                      </a:lnTo>
                      <a:lnTo>
                        <a:pt x="22343" y="223683"/>
                      </a:lnTo>
                      <a:cubicBezTo>
                        <a:pt x="11393" y="204044"/>
                        <a:pt x="6827" y="181302"/>
                        <a:pt x="7492" y="159048"/>
                      </a:cubicBezTo>
                      <a:cubicBezTo>
                        <a:pt x="8334" y="136661"/>
                        <a:pt x="14097" y="114983"/>
                        <a:pt x="20968" y="93970"/>
                      </a:cubicBezTo>
                      <a:cubicBezTo>
                        <a:pt x="24515" y="83464"/>
                        <a:pt x="28017" y="73002"/>
                        <a:pt x="32229" y="62673"/>
                      </a:cubicBezTo>
                      <a:cubicBezTo>
                        <a:pt x="36484" y="52388"/>
                        <a:pt x="42957" y="42857"/>
                        <a:pt x="51202" y="35320"/>
                      </a:cubicBezTo>
                      <a:cubicBezTo>
                        <a:pt x="59403" y="27740"/>
                        <a:pt x="69156" y="21844"/>
                        <a:pt x="79751" y="18253"/>
                      </a:cubicBezTo>
                      <a:cubicBezTo>
                        <a:pt x="90302" y="14751"/>
                        <a:pt x="101739" y="13244"/>
                        <a:pt x="112822" y="15416"/>
                      </a:cubicBezTo>
                      <a:cubicBezTo>
                        <a:pt x="123949" y="17544"/>
                        <a:pt x="133747" y="24459"/>
                        <a:pt x="140263" y="33459"/>
                      </a:cubicBezTo>
                      <a:cubicBezTo>
                        <a:pt x="146868" y="42502"/>
                        <a:pt x="150637" y="53452"/>
                        <a:pt x="151346" y="64579"/>
                      </a:cubicBezTo>
                      <a:cubicBezTo>
                        <a:pt x="152809" y="87010"/>
                        <a:pt x="144696" y="108777"/>
                        <a:pt x="133791" y="127883"/>
                      </a:cubicBezTo>
                      <a:cubicBezTo>
                        <a:pt x="111359" y="166496"/>
                        <a:pt x="72969" y="194291"/>
                        <a:pt x="30721" y="207635"/>
                      </a:cubicBezTo>
                      <a:lnTo>
                        <a:pt x="30056" y="205551"/>
                      </a:lnTo>
                      <a:cubicBezTo>
                        <a:pt x="66097" y="193449"/>
                        <a:pt x="96996" y="166673"/>
                        <a:pt x="113620" y="132538"/>
                      </a:cubicBezTo>
                      <a:cubicBezTo>
                        <a:pt x="121866" y="115471"/>
                        <a:pt x="127097" y="96896"/>
                        <a:pt x="128382" y="77967"/>
                      </a:cubicBezTo>
                      <a:cubicBezTo>
                        <a:pt x="129003" y="68524"/>
                        <a:pt x="128959" y="58905"/>
                        <a:pt x="127540" y="49639"/>
                      </a:cubicBezTo>
                      <a:cubicBezTo>
                        <a:pt x="126742" y="45073"/>
                        <a:pt x="125324" y="40551"/>
                        <a:pt x="122575" y="36961"/>
                      </a:cubicBezTo>
                      <a:cubicBezTo>
                        <a:pt x="119871" y="33325"/>
                        <a:pt x="115881" y="30754"/>
                        <a:pt x="111581" y="29247"/>
                      </a:cubicBezTo>
                      <a:cubicBezTo>
                        <a:pt x="102848" y="26188"/>
                        <a:pt x="93006" y="26765"/>
                        <a:pt x="84007" y="29247"/>
                      </a:cubicBezTo>
                      <a:cubicBezTo>
                        <a:pt x="74964" y="31774"/>
                        <a:pt x="66541" y="36517"/>
                        <a:pt x="59359" y="42591"/>
                      </a:cubicBezTo>
                      <a:cubicBezTo>
                        <a:pt x="44907" y="54915"/>
                        <a:pt x="35509" y="72293"/>
                        <a:pt x="29879" y="90379"/>
                      </a:cubicBezTo>
                      <a:cubicBezTo>
                        <a:pt x="24160" y="108555"/>
                        <a:pt x="22343" y="127795"/>
                        <a:pt x="22742" y="146857"/>
                      </a:cubicBezTo>
                      <a:cubicBezTo>
                        <a:pt x="23185" y="165964"/>
                        <a:pt x="25978" y="184982"/>
                        <a:pt x="30278" y="203601"/>
                      </a:cubicBezTo>
                      <a:lnTo>
                        <a:pt x="29923" y="203822"/>
                      </a:ln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59" name="Forme libre : forme 26958">
                  <a:extLst>
                    <a:ext uri="{FF2B5EF4-FFF2-40B4-BE49-F238E27FC236}">
                      <a16:creationId xmlns:a16="http://schemas.microsoft.com/office/drawing/2014/main" id="{67BF72B6-126F-4B97-B158-9F26C1DC59A2}"/>
                    </a:ext>
                  </a:extLst>
                </p:cNvPr>
                <p:cNvSpPr/>
                <p:nvPr/>
              </p:nvSpPr>
              <p:spPr>
                <a:xfrm>
                  <a:off x="6108483" y="4209054"/>
                  <a:ext cx="201487" cy="257467"/>
                </a:xfrm>
                <a:custGeom>
                  <a:avLst/>
                  <a:gdLst>
                    <a:gd name="connsiteX0" fmla="*/ 45147 w 201487"/>
                    <a:gd name="connsiteY0" fmla="*/ 249754 h 257467"/>
                    <a:gd name="connsiteX1" fmla="*/ 126450 w 201487"/>
                    <a:gd name="connsiteY1" fmla="*/ 215353 h 257467"/>
                    <a:gd name="connsiteX2" fmla="*/ 145601 w 201487"/>
                    <a:gd name="connsiteY2" fmla="*/ 204315 h 257467"/>
                    <a:gd name="connsiteX3" fmla="*/ 163377 w 201487"/>
                    <a:gd name="connsiteY3" fmla="*/ 191681 h 257467"/>
                    <a:gd name="connsiteX4" fmla="*/ 186031 w 201487"/>
                    <a:gd name="connsiteY4" fmla="*/ 155196 h 257467"/>
                    <a:gd name="connsiteX5" fmla="*/ 198222 w 201487"/>
                    <a:gd name="connsiteY5" fmla="*/ 112904 h 257467"/>
                    <a:gd name="connsiteX6" fmla="*/ 195163 w 201487"/>
                    <a:gd name="connsiteY6" fmla="*/ 69371 h 257467"/>
                    <a:gd name="connsiteX7" fmla="*/ 188114 w 201487"/>
                    <a:gd name="connsiteY7" fmla="*/ 48403 h 257467"/>
                    <a:gd name="connsiteX8" fmla="*/ 178494 w 201487"/>
                    <a:gd name="connsiteY8" fmla="*/ 28587 h 257467"/>
                    <a:gd name="connsiteX9" fmla="*/ 163998 w 201487"/>
                    <a:gd name="connsiteY9" fmla="*/ 12450 h 257467"/>
                    <a:gd name="connsiteX10" fmla="*/ 144005 w 201487"/>
                    <a:gd name="connsiteY10" fmla="*/ 4338 h 257467"/>
                    <a:gd name="connsiteX11" fmla="*/ 60397 w 201487"/>
                    <a:gd name="connsiteY11" fmla="*/ 22513 h 257467"/>
                    <a:gd name="connsiteX12" fmla="*/ 9771 w 201487"/>
                    <a:gd name="connsiteY12" fmla="*/ 91138 h 257467"/>
                    <a:gd name="connsiteX13" fmla="*/ 4229 w 201487"/>
                    <a:gd name="connsiteY13" fmla="*/ 134449 h 257467"/>
                    <a:gd name="connsiteX14" fmla="*/ 5870 w 201487"/>
                    <a:gd name="connsiteY14" fmla="*/ 178470 h 257467"/>
                    <a:gd name="connsiteX15" fmla="*/ 17041 w 201487"/>
                    <a:gd name="connsiteY15" fmla="*/ 220850 h 257467"/>
                    <a:gd name="connsiteX16" fmla="*/ 41600 w 201487"/>
                    <a:gd name="connsiteY16" fmla="*/ 257157 h 257467"/>
                    <a:gd name="connsiteX17" fmla="*/ 41290 w 201487"/>
                    <a:gd name="connsiteY17" fmla="*/ 257468 h 257467"/>
                    <a:gd name="connsiteX18" fmla="*/ 15046 w 201487"/>
                    <a:gd name="connsiteY18" fmla="*/ 221737 h 257467"/>
                    <a:gd name="connsiteX19" fmla="*/ 2678 w 201487"/>
                    <a:gd name="connsiteY19" fmla="*/ 178869 h 257467"/>
                    <a:gd name="connsiteX20" fmla="*/ 18 w 201487"/>
                    <a:gd name="connsiteY20" fmla="*/ 134316 h 257467"/>
                    <a:gd name="connsiteX21" fmla="*/ 5382 w 201487"/>
                    <a:gd name="connsiteY21" fmla="*/ 89808 h 257467"/>
                    <a:gd name="connsiteX22" fmla="*/ 58180 w 201487"/>
                    <a:gd name="connsiteY22" fmla="*/ 18923 h 257467"/>
                    <a:gd name="connsiteX23" fmla="*/ 144492 w 201487"/>
                    <a:gd name="connsiteY23" fmla="*/ 1900 h 257467"/>
                    <a:gd name="connsiteX24" fmla="*/ 165106 w 201487"/>
                    <a:gd name="connsiteY24" fmla="*/ 10854 h 257467"/>
                    <a:gd name="connsiteX25" fmla="*/ 179824 w 201487"/>
                    <a:gd name="connsiteY25" fmla="*/ 27744 h 257467"/>
                    <a:gd name="connsiteX26" fmla="*/ 189400 w 201487"/>
                    <a:gd name="connsiteY26" fmla="*/ 47871 h 257467"/>
                    <a:gd name="connsiteX27" fmla="*/ 196670 w 201487"/>
                    <a:gd name="connsiteY27" fmla="*/ 68928 h 257467"/>
                    <a:gd name="connsiteX28" fmla="*/ 200660 w 201487"/>
                    <a:gd name="connsiteY28" fmla="*/ 113215 h 257467"/>
                    <a:gd name="connsiteX29" fmla="*/ 196005 w 201487"/>
                    <a:gd name="connsiteY29" fmla="*/ 135070 h 257467"/>
                    <a:gd name="connsiteX30" fmla="*/ 189533 w 201487"/>
                    <a:gd name="connsiteY30" fmla="*/ 156393 h 257467"/>
                    <a:gd name="connsiteX31" fmla="*/ 165993 w 201487"/>
                    <a:gd name="connsiteY31" fmla="*/ 194518 h 257467"/>
                    <a:gd name="connsiteX32" fmla="*/ 147507 w 201487"/>
                    <a:gd name="connsiteY32" fmla="*/ 207374 h 257467"/>
                    <a:gd name="connsiteX33" fmla="*/ 128090 w 201487"/>
                    <a:gd name="connsiteY33" fmla="*/ 218279 h 257467"/>
                    <a:gd name="connsiteX34" fmla="*/ 45235 w 201487"/>
                    <a:gd name="connsiteY34" fmla="*/ 250109 h 257467"/>
                    <a:gd name="connsiteX35" fmla="*/ 45147 w 201487"/>
                    <a:gd name="connsiteY35" fmla="*/ 249754 h 257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201487" h="257467">
                      <a:moveTo>
                        <a:pt x="45147" y="249754"/>
                      </a:moveTo>
                      <a:cubicBezTo>
                        <a:pt x="73652" y="241863"/>
                        <a:pt x="100694" y="229628"/>
                        <a:pt x="126450" y="215353"/>
                      </a:cubicBezTo>
                      <a:cubicBezTo>
                        <a:pt x="132922" y="211807"/>
                        <a:pt x="139306" y="208083"/>
                        <a:pt x="145601" y="204315"/>
                      </a:cubicBezTo>
                      <a:cubicBezTo>
                        <a:pt x="151896" y="200502"/>
                        <a:pt x="158014" y="196468"/>
                        <a:pt x="163377" y="191681"/>
                      </a:cubicBezTo>
                      <a:cubicBezTo>
                        <a:pt x="174194" y="182149"/>
                        <a:pt x="181154" y="168983"/>
                        <a:pt x="186031" y="155196"/>
                      </a:cubicBezTo>
                      <a:cubicBezTo>
                        <a:pt x="190863" y="141365"/>
                        <a:pt x="195739" y="127267"/>
                        <a:pt x="198222" y="112904"/>
                      </a:cubicBezTo>
                      <a:cubicBezTo>
                        <a:pt x="200748" y="98452"/>
                        <a:pt x="199108" y="83557"/>
                        <a:pt x="195163" y="69371"/>
                      </a:cubicBezTo>
                      <a:cubicBezTo>
                        <a:pt x="193212" y="62278"/>
                        <a:pt x="190863" y="55274"/>
                        <a:pt x="188114" y="48403"/>
                      </a:cubicBezTo>
                      <a:cubicBezTo>
                        <a:pt x="185366" y="41576"/>
                        <a:pt x="182351" y="34838"/>
                        <a:pt x="178494" y="28587"/>
                      </a:cubicBezTo>
                      <a:cubicBezTo>
                        <a:pt x="174682" y="22381"/>
                        <a:pt x="169894" y="16618"/>
                        <a:pt x="163998" y="12450"/>
                      </a:cubicBezTo>
                      <a:cubicBezTo>
                        <a:pt x="158102" y="8195"/>
                        <a:pt x="151142" y="5668"/>
                        <a:pt x="144005" y="4338"/>
                      </a:cubicBezTo>
                      <a:cubicBezTo>
                        <a:pt x="115145" y="-406"/>
                        <a:pt x="84823" y="6865"/>
                        <a:pt x="60397" y="22513"/>
                      </a:cubicBezTo>
                      <a:cubicBezTo>
                        <a:pt x="35926" y="38251"/>
                        <a:pt x="17839" y="63298"/>
                        <a:pt x="9771" y="91138"/>
                      </a:cubicBezTo>
                      <a:cubicBezTo>
                        <a:pt x="5648" y="105058"/>
                        <a:pt x="4717" y="119776"/>
                        <a:pt x="4229" y="134449"/>
                      </a:cubicBezTo>
                      <a:cubicBezTo>
                        <a:pt x="3786" y="149167"/>
                        <a:pt x="4008" y="163885"/>
                        <a:pt x="5870" y="178470"/>
                      </a:cubicBezTo>
                      <a:cubicBezTo>
                        <a:pt x="7687" y="193010"/>
                        <a:pt x="11189" y="207418"/>
                        <a:pt x="17041" y="220850"/>
                      </a:cubicBezTo>
                      <a:cubicBezTo>
                        <a:pt x="22848" y="234283"/>
                        <a:pt x="30917" y="246917"/>
                        <a:pt x="41600" y="257157"/>
                      </a:cubicBezTo>
                      <a:lnTo>
                        <a:pt x="41290" y="257468"/>
                      </a:lnTo>
                      <a:cubicBezTo>
                        <a:pt x="30163" y="247626"/>
                        <a:pt x="21252" y="235302"/>
                        <a:pt x="15046" y="221737"/>
                      </a:cubicBezTo>
                      <a:cubicBezTo>
                        <a:pt x="8751" y="208216"/>
                        <a:pt x="4850" y="193631"/>
                        <a:pt x="2678" y="178869"/>
                      </a:cubicBezTo>
                      <a:cubicBezTo>
                        <a:pt x="461" y="164107"/>
                        <a:pt x="-115" y="149167"/>
                        <a:pt x="18" y="134316"/>
                      </a:cubicBezTo>
                      <a:cubicBezTo>
                        <a:pt x="107" y="119510"/>
                        <a:pt x="1215" y="104348"/>
                        <a:pt x="5382" y="89808"/>
                      </a:cubicBezTo>
                      <a:cubicBezTo>
                        <a:pt x="13495" y="60771"/>
                        <a:pt x="32646" y="34926"/>
                        <a:pt x="58180" y="18923"/>
                      </a:cubicBezTo>
                      <a:cubicBezTo>
                        <a:pt x="83671" y="2919"/>
                        <a:pt x="115013" y="-3553"/>
                        <a:pt x="144492" y="1900"/>
                      </a:cubicBezTo>
                      <a:cubicBezTo>
                        <a:pt x="151852" y="3451"/>
                        <a:pt x="159078" y="6244"/>
                        <a:pt x="165106" y="10854"/>
                      </a:cubicBezTo>
                      <a:cubicBezTo>
                        <a:pt x="171135" y="15421"/>
                        <a:pt x="175923" y="21361"/>
                        <a:pt x="179824" y="27744"/>
                      </a:cubicBezTo>
                      <a:cubicBezTo>
                        <a:pt x="183681" y="34128"/>
                        <a:pt x="186696" y="40955"/>
                        <a:pt x="189400" y="47871"/>
                      </a:cubicBezTo>
                      <a:cubicBezTo>
                        <a:pt x="192060" y="54786"/>
                        <a:pt x="194631" y="61746"/>
                        <a:pt x="196670" y="68928"/>
                      </a:cubicBezTo>
                      <a:cubicBezTo>
                        <a:pt x="200704" y="83203"/>
                        <a:pt x="202743" y="98320"/>
                        <a:pt x="200660" y="113215"/>
                      </a:cubicBezTo>
                      <a:cubicBezTo>
                        <a:pt x="199685" y="120618"/>
                        <a:pt x="197956" y="127933"/>
                        <a:pt x="196005" y="135070"/>
                      </a:cubicBezTo>
                      <a:cubicBezTo>
                        <a:pt x="194010" y="142207"/>
                        <a:pt x="192015" y="149344"/>
                        <a:pt x="189533" y="156393"/>
                      </a:cubicBezTo>
                      <a:cubicBezTo>
                        <a:pt x="184612" y="170357"/>
                        <a:pt x="177697" y="184499"/>
                        <a:pt x="165993" y="194518"/>
                      </a:cubicBezTo>
                      <a:cubicBezTo>
                        <a:pt x="160274" y="199527"/>
                        <a:pt x="153935" y="203561"/>
                        <a:pt x="147507" y="207374"/>
                      </a:cubicBezTo>
                      <a:cubicBezTo>
                        <a:pt x="141079" y="211142"/>
                        <a:pt x="134651" y="214777"/>
                        <a:pt x="128090" y="218279"/>
                      </a:cubicBezTo>
                      <a:cubicBezTo>
                        <a:pt x="101935" y="232243"/>
                        <a:pt x="74228" y="243725"/>
                        <a:pt x="45235" y="250109"/>
                      </a:cubicBezTo>
                      <a:lnTo>
                        <a:pt x="45147" y="249754"/>
                      </a:ln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60" name="Forme libre : forme 26959">
                  <a:extLst>
                    <a:ext uri="{FF2B5EF4-FFF2-40B4-BE49-F238E27FC236}">
                      <a16:creationId xmlns:a16="http://schemas.microsoft.com/office/drawing/2014/main" id="{F69B744A-20CE-4A83-8F0B-A9AF1E2BE400}"/>
                    </a:ext>
                  </a:extLst>
                </p:cNvPr>
                <p:cNvSpPr/>
                <p:nvPr/>
              </p:nvSpPr>
              <p:spPr>
                <a:xfrm>
                  <a:off x="6146759" y="4290809"/>
                  <a:ext cx="77034" cy="190429"/>
                </a:xfrm>
                <a:custGeom>
                  <a:avLst/>
                  <a:gdLst>
                    <a:gd name="connsiteX0" fmla="*/ 66319 w 77034"/>
                    <a:gd name="connsiteY0" fmla="*/ 1137 h 190429"/>
                    <a:gd name="connsiteX1" fmla="*/ 59980 w 77034"/>
                    <a:gd name="connsiteY1" fmla="*/ 10180 h 190429"/>
                    <a:gd name="connsiteX2" fmla="*/ 57985 w 77034"/>
                    <a:gd name="connsiteY2" fmla="*/ 32390 h 190429"/>
                    <a:gd name="connsiteX3" fmla="*/ 54704 w 77034"/>
                    <a:gd name="connsiteY3" fmla="*/ 44138 h 190429"/>
                    <a:gd name="connsiteX4" fmla="*/ 36218 w 77034"/>
                    <a:gd name="connsiteY4" fmla="*/ 89843 h 190429"/>
                    <a:gd name="connsiteX5" fmla="*/ 25934 w 77034"/>
                    <a:gd name="connsiteY5" fmla="*/ 108063 h 190429"/>
                    <a:gd name="connsiteX6" fmla="*/ 0 w 77034"/>
                    <a:gd name="connsiteY6" fmla="*/ 190430 h 190429"/>
                    <a:gd name="connsiteX7" fmla="*/ 59669 w 77034"/>
                    <a:gd name="connsiteY7" fmla="*/ 48305 h 190429"/>
                    <a:gd name="connsiteX8" fmla="*/ 65521 w 77034"/>
                    <a:gd name="connsiteY8" fmla="*/ 35360 h 190429"/>
                    <a:gd name="connsiteX9" fmla="*/ 75141 w 77034"/>
                    <a:gd name="connsiteY9" fmla="*/ 21263 h 190429"/>
                    <a:gd name="connsiteX10" fmla="*/ 66319 w 77034"/>
                    <a:gd name="connsiteY10" fmla="*/ 1137 h 190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7034" h="190429">
                      <a:moveTo>
                        <a:pt x="66319" y="1137"/>
                      </a:moveTo>
                      <a:cubicBezTo>
                        <a:pt x="62906" y="2821"/>
                        <a:pt x="60955" y="6501"/>
                        <a:pt x="59980" y="10180"/>
                      </a:cubicBezTo>
                      <a:cubicBezTo>
                        <a:pt x="58073" y="17362"/>
                        <a:pt x="59182" y="25031"/>
                        <a:pt x="57985" y="32390"/>
                      </a:cubicBezTo>
                      <a:cubicBezTo>
                        <a:pt x="57320" y="36424"/>
                        <a:pt x="55990" y="40281"/>
                        <a:pt x="54704" y="44138"/>
                      </a:cubicBezTo>
                      <a:cubicBezTo>
                        <a:pt x="49340" y="59698"/>
                        <a:pt x="43976" y="75347"/>
                        <a:pt x="36218" y="89843"/>
                      </a:cubicBezTo>
                      <a:cubicBezTo>
                        <a:pt x="32938" y="96005"/>
                        <a:pt x="29214" y="101901"/>
                        <a:pt x="25934" y="108063"/>
                      </a:cubicBezTo>
                      <a:cubicBezTo>
                        <a:pt x="12280" y="133509"/>
                        <a:pt x="6073" y="162191"/>
                        <a:pt x="0" y="190430"/>
                      </a:cubicBezTo>
                      <a:cubicBezTo>
                        <a:pt x="9309" y="139760"/>
                        <a:pt x="40607" y="96182"/>
                        <a:pt x="59669" y="48305"/>
                      </a:cubicBezTo>
                      <a:cubicBezTo>
                        <a:pt x="61443" y="43916"/>
                        <a:pt x="63083" y="39439"/>
                        <a:pt x="65521" y="35360"/>
                      </a:cubicBezTo>
                      <a:cubicBezTo>
                        <a:pt x="68447" y="30484"/>
                        <a:pt x="72437" y="26272"/>
                        <a:pt x="75141" y="21263"/>
                      </a:cubicBezTo>
                      <a:cubicBezTo>
                        <a:pt x="78377" y="15012"/>
                        <a:pt x="78643" y="-4937"/>
                        <a:pt x="66319" y="1137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6961" name="Graphique 2">
                  <a:extLst>
                    <a:ext uri="{FF2B5EF4-FFF2-40B4-BE49-F238E27FC236}">
                      <a16:creationId xmlns:a16="http://schemas.microsoft.com/office/drawing/2014/main" id="{DF95CCD7-8B2A-4AE9-8C16-617E584CC3FB}"/>
                    </a:ext>
                  </a:extLst>
                </p:cNvPr>
                <p:cNvGrpSpPr/>
                <p:nvPr/>
              </p:nvGrpSpPr>
              <p:grpSpPr>
                <a:xfrm>
                  <a:off x="5373953" y="3589257"/>
                  <a:ext cx="85546" cy="136239"/>
                  <a:chOff x="5373953" y="3589257"/>
                  <a:chExt cx="85546" cy="136239"/>
                </a:xfrm>
                <a:solidFill>
                  <a:schemeClr val="accent1"/>
                </a:solidFill>
              </p:grpSpPr>
              <p:sp>
                <p:nvSpPr>
                  <p:cNvPr id="27311" name="Forme libre : forme 27310">
                    <a:extLst>
                      <a:ext uri="{FF2B5EF4-FFF2-40B4-BE49-F238E27FC236}">
                        <a16:creationId xmlns:a16="http://schemas.microsoft.com/office/drawing/2014/main" id="{C77A0529-C7C1-485E-B92A-BA4DE74EFDE8}"/>
                      </a:ext>
                    </a:extLst>
                  </p:cNvPr>
                  <p:cNvSpPr/>
                  <p:nvPr/>
                </p:nvSpPr>
                <p:spPr>
                  <a:xfrm>
                    <a:off x="5373953" y="3589257"/>
                    <a:ext cx="85546" cy="136239"/>
                  </a:xfrm>
                  <a:custGeom>
                    <a:avLst/>
                    <a:gdLst>
                      <a:gd name="connsiteX0" fmla="*/ 42409 w 85546"/>
                      <a:gd name="connsiteY0" fmla="*/ 176 h 136239"/>
                      <a:gd name="connsiteX1" fmla="*/ 14037 w 85546"/>
                      <a:gd name="connsiteY1" fmla="*/ 10461 h 136239"/>
                      <a:gd name="connsiteX2" fmla="*/ 206 w 85546"/>
                      <a:gd name="connsiteY2" fmla="*/ 37813 h 136239"/>
                      <a:gd name="connsiteX3" fmla="*/ 605 w 85546"/>
                      <a:gd name="connsiteY3" fmla="*/ 42202 h 136239"/>
                      <a:gd name="connsiteX4" fmla="*/ 4329 w 85546"/>
                      <a:gd name="connsiteY4" fmla="*/ 42556 h 136239"/>
                      <a:gd name="connsiteX5" fmla="*/ 1004 w 85546"/>
                      <a:gd name="connsiteY5" fmla="*/ 59180 h 136239"/>
                      <a:gd name="connsiteX6" fmla="*/ 10446 w 85546"/>
                      <a:gd name="connsiteY6" fmla="*/ 72125 h 136239"/>
                      <a:gd name="connsiteX7" fmla="*/ 8097 w 85546"/>
                      <a:gd name="connsiteY7" fmla="*/ 78110 h 136239"/>
                      <a:gd name="connsiteX8" fmla="*/ 12885 w 85546"/>
                      <a:gd name="connsiteY8" fmla="*/ 82365 h 136239"/>
                      <a:gd name="connsiteX9" fmla="*/ 17096 w 85546"/>
                      <a:gd name="connsiteY9" fmla="*/ 100541 h 136239"/>
                      <a:gd name="connsiteX10" fmla="*/ 34296 w 85546"/>
                      <a:gd name="connsiteY10" fmla="*/ 107767 h 136239"/>
                      <a:gd name="connsiteX11" fmla="*/ 30927 w 85546"/>
                      <a:gd name="connsiteY11" fmla="*/ 110117 h 136239"/>
                      <a:gd name="connsiteX12" fmla="*/ 31548 w 85546"/>
                      <a:gd name="connsiteY12" fmla="*/ 113707 h 136239"/>
                      <a:gd name="connsiteX13" fmla="*/ 33277 w 85546"/>
                      <a:gd name="connsiteY13" fmla="*/ 114062 h 136239"/>
                      <a:gd name="connsiteX14" fmla="*/ 37887 w 85546"/>
                      <a:gd name="connsiteY14" fmla="*/ 118540 h 136239"/>
                      <a:gd name="connsiteX15" fmla="*/ 51187 w 85546"/>
                      <a:gd name="connsiteY15" fmla="*/ 130420 h 136239"/>
                      <a:gd name="connsiteX16" fmla="*/ 65417 w 85546"/>
                      <a:gd name="connsiteY16" fmla="*/ 136228 h 136239"/>
                      <a:gd name="connsiteX17" fmla="*/ 71490 w 85546"/>
                      <a:gd name="connsiteY17" fmla="*/ 119604 h 136239"/>
                      <a:gd name="connsiteX18" fmla="*/ 73352 w 85546"/>
                      <a:gd name="connsiteY18" fmla="*/ 115348 h 136239"/>
                      <a:gd name="connsiteX19" fmla="*/ 76278 w 85546"/>
                      <a:gd name="connsiteY19" fmla="*/ 111402 h 136239"/>
                      <a:gd name="connsiteX20" fmla="*/ 84922 w 85546"/>
                      <a:gd name="connsiteY20" fmla="*/ 90079 h 136239"/>
                      <a:gd name="connsiteX21" fmla="*/ 82396 w 85546"/>
                      <a:gd name="connsiteY21" fmla="*/ 79528 h 136239"/>
                      <a:gd name="connsiteX22" fmla="*/ 85543 w 85546"/>
                      <a:gd name="connsiteY22" fmla="*/ 73278 h 136239"/>
                      <a:gd name="connsiteX23" fmla="*/ 80578 w 85546"/>
                      <a:gd name="connsiteY23" fmla="*/ 70308 h 136239"/>
                      <a:gd name="connsiteX24" fmla="*/ 78627 w 85546"/>
                      <a:gd name="connsiteY24" fmla="*/ 37059 h 136239"/>
                      <a:gd name="connsiteX25" fmla="*/ 71623 w 85546"/>
                      <a:gd name="connsiteY25" fmla="*/ 31518 h 136239"/>
                      <a:gd name="connsiteX26" fmla="*/ 66126 w 85546"/>
                      <a:gd name="connsiteY26" fmla="*/ 24957 h 136239"/>
                      <a:gd name="connsiteX27" fmla="*/ 61826 w 85546"/>
                      <a:gd name="connsiteY27" fmla="*/ 10416 h 136239"/>
                      <a:gd name="connsiteX28" fmla="*/ 42409 w 85546"/>
                      <a:gd name="connsiteY28" fmla="*/ 176 h 136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85546" h="136239">
                        <a:moveTo>
                          <a:pt x="42409" y="176"/>
                        </a:moveTo>
                        <a:cubicBezTo>
                          <a:pt x="32080" y="-932"/>
                          <a:pt x="21529" y="3279"/>
                          <a:pt x="14037" y="10461"/>
                        </a:cubicBezTo>
                        <a:cubicBezTo>
                          <a:pt x="6545" y="17642"/>
                          <a:pt x="1935" y="27572"/>
                          <a:pt x="206" y="37813"/>
                        </a:cubicBezTo>
                        <a:cubicBezTo>
                          <a:pt x="-60" y="39276"/>
                          <a:pt x="-193" y="40916"/>
                          <a:pt x="605" y="42202"/>
                        </a:cubicBezTo>
                        <a:cubicBezTo>
                          <a:pt x="1403" y="43487"/>
                          <a:pt x="3575" y="43842"/>
                          <a:pt x="4329" y="42556"/>
                        </a:cubicBezTo>
                        <a:cubicBezTo>
                          <a:pt x="2467" y="47920"/>
                          <a:pt x="561" y="53506"/>
                          <a:pt x="1004" y="59180"/>
                        </a:cubicBezTo>
                        <a:cubicBezTo>
                          <a:pt x="1447" y="64855"/>
                          <a:pt x="4905" y="70706"/>
                          <a:pt x="10446" y="72125"/>
                        </a:cubicBezTo>
                        <a:cubicBezTo>
                          <a:pt x="8540" y="73366"/>
                          <a:pt x="7565" y="75893"/>
                          <a:pt x="8097" y="78110"/>
                        </a:cubicBezTo>
                        <a:cubicBezTo>
                          <a:pt x="8629" y="80326"/>
                          <a:pt x="10624" y="82099"/>
                          <a:pt x="12885" y="82365"/>
                        </a:cubicBezTo>
                        <a:cubicBezTo>
                          <a:pt x="11333" y="88616"/>
                          <a:pt x="12929" y="95620"/>
                          <a:pt x="17096" y="100541"/>
                        </a:cubicBezTo>
                        <a:cubicBezTo>
                          <a:pt x="21263" y="105462"/>
                          <a:pt x="27869" y="108255"/>
                          <a:pt x="34296" y="107767"/>
                        </a:cubicBezTo>
                        <a:cubicBezTo>
                          <a:pt x="33055" y="108344"/>
                          <a:pt x="31725" y="108964"/>
                          <a:pt x="30927" y="110117"/>
                        </a:cubicBezTo>
                        <a:cubicBezTo>
                          <a:pt x="30129" y="111269"/>
                          <a:pt x="30307" y="113131"/>
                          <a:pt x="31548" y="113707"/>
                        </a:cubicBezTo>
                        <a:cubicBezTo>
                          <a:pt x="32080" y="113973"/>
                          <a:pt x="32701" y="113929"/>
                          <a:pt x="33277" y="114062"/>
                        </a:cubicBezTo>
                        <a:cubicBezTo>
                          <a:pt x="35449" y="114505"/>
                          <a:pt x="36646" y="116722"/>
                          <a:pt x="37887" y="118540"/>
                        </a:cubicBezTo>
                        <a:cubicBezTo>
                          <a:pt x="41212" y="123505"/>
                          <a:pt x="46266" y="127051"/>
                          <a:pt x="51187" y="130420"/>
                        </a:cubicBezTo>
                        <a:cubicBezTo>
                          <a:pt x="55487" y="133390"/>
                          <a:pt x="60186" y="136449"/>
                          <a:pt x="65417" y="136228"/>
                        </a:cubicBezTo>
                        <a:cubicBezTo>
                          <a:pt x="67456" y="130686"/>
                          <a:pt x="69451" y="125145"/>
                          <a:pt x="71490" y="119604"/>
                        </a:cubicBezTo>
                        <a:cubicBezTo>
                          <a:pt x="72022" y="118141"/>
                          <a:pt x="72554" y="116678"/>
                          <a:pt x="73352" y="115348"/>
                        </a:cubicBezTo>
                        <a:cubicBezTo>
                          <a:pt x="74194" y="113929"/>
                          <a:pt x="75258" y="112688"/>
                          <a:pt x="76278" y="111402"/>
                        </a:cubicBezTo>
                        <a:cubicBezTo>
                          <a:pt x="80933" y="105240"/>
                          <a:pt x="83282" y="97615"/>
                          <a:pt x="84922" y="90079"/>
                        </a:cubicBezTo>
                        <a:cubicBezTo>
                          <a:pt x="85765" y="86267"/>
                          <a:pt x="85898" y="81257"/>
                          <a:pt x="82396" y="79528"/>
                        </a:cubicBezTo>
                        <a:cubicBezTo>
                          <a:pt x="83992" y="77755"/>
                          <a:pt x="85632" y="75671"/>
                          <a:pt x="85543" y="73278"/>
                        </a:cubicBezTo>
                        <a:cubicBezTo>
                          <a:pt x="85410" y="70884"/>
                          <a:pt x="82396" y="68756"/>
                          <a:pt x="80578" y="70308"/>
                        </a:cubicBezTo>
                        <a:cubicBezTo>
                          <a:pt x="84745" y="59668"/>
                          <a:pt x="84036" y="47167"/>
                          <a:pt x="78627" y="37059"/>
                        </a:cubicBezTo>
                        <a:cubicBezTo>
                          <a:pt x="77165" y="34311"/>
                          <a:pt x="74771" y="31385"/>
                          <a:pt x="71623" y="31518"/>
                        </a:cubicBezTo>
                        <a:cubicBezTo>
                          <a:pt x="73175" y="31429"/>
                          <a:pt x="71933" y="22386"/>
                          <a:pt x="66126" y="24957"/>
                        </a:cubicBezTo>
                        <a:cubicBezTo>
                          <a:pt x="66481" y="18662"/>
                          <a:pt x="66215" y="15204"/>
                          <a:pt x="61826" y="10416"/>
                        </a:cubicBezTo>
                        <a:cubicBezTo>
                          <a:pt x="56772" y="4786"/>
                          <a:pt x="50034" y="974"/>
                          <a:pt x="42409" y="176"/>
                        </a:cubicBezTo>
                        <a:close/>
                      </a:path>
                    </a:pathLst>
                  </a:custGeom>
                  <a:solidFill>
                    <a:srgbClr val="F4D331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12" name="Forme libre : forme 27311">
                    <a:extLst>
                      <a:ext uri="{FF2B5EF4-FFF2-40B4-BE49-F238E27FC236}">
                        <a16:creationId xmlns:a16="http://schemas.microsoft.com/office/drawing/2014/main" id="{91A15B23-1FD4-4982-956C-967A49BA78E1}"/>
                      </a:ext>
                    </a:extLst>
                  </p:cNvPr>
                  <p:cNvSpPr/>
                  <p:nvPr/>
                </p:nvSpPr>
                <p:spPr>
                  <a:xfrm>
                    <a:off x="5373953" y="3589257"/>
                    <a:ext cx="85546" cy="136239"/>
                  </a:xfrm>
                  <a:custGeom>
                    <a:avLst/>
                    <a:gdLst>
                      <a:gd name="connsiteX0" fmla="*/ 42409 w 85546"/>
                      <a:gd name="connsiteY0" fmla="*/ 176 h 136239"/>
                      <a:gd name="connsiteX1" fmla="*/ 14037 w 85546"/>
                      <a:gd name="connsiteY1" fmla="*/ 10461 h 136239"/>
                      <a:gd name="connsiteX2" fmla="*/ 206 w 85546"/>
                      <a:gd name="connsiteY2" fmla="*/ 37813 h 136239"/>
                      <a:gd name="connsiteX3" fmla="*/ 605 w 85546"/>
                      <a:gd name="connsiteY3" fmla="*/ 42202 h 136239"/>
                      <a:gd name="connsiteX4" fmla="*/ 4329 w 85546"/>
                      <a:gd name="connsiteY4" fmla="*/ 42556 h 136239"/>
                      <a:gd name="connsiteX5" fmla="*/ 1004 w 85546"/>
                      <a:gd name="connsiteY5" fmla="*/ 59180 h 136239"/>
                      <a:gd name="connsiteX6" fmla="*/ 10446 w 85546"/>
                      <a:gd name="connsiteY6" fmla="*/ 72125 h 136239"/>
                      <a:gd name="connsiteX7" fmla="*/ 8097 w 85546"/>
                      <a:gd name="connsiteY7" fmla="*/ 78110 h 136239"/>
                      <a:gd name="connsiteX8" fmla="*/ 12885 w 85546"/>
                      <a:gd name="connsiteY8" fmla="*/ 82365 h 136239"/>
                      <a:gd name="connsiteX9" fmla="*/ 17096 w 85546"/>
                      <a:gd name="connsiteY9" fmla="*/ 100541 h 136239"/>
                      <a:gd name="connsiteX10" fmla="*/ 34296 w 85546"/>
                      <a:gd name="connsiteY10" fmla="*/ 107767 h 136239"/>
                      <a:gd name="connsiteX11" fmla="*/ 30927 w 85546"/>
                      <a:gd name="connsiteY11" fmla="*/ 110117 h 136239"/>
                      <a:gd name="connsiteX12" fmla="*/ 31548 w 85546"/>
                      <a:gd name="connsiteY12" fmla="*/ 113707 h 136239"/>
                      <a:gd name="connsiteX13" fmla="*/ 33277 w 85546"/>
                      <a:gd name="connsiteY13" fmla="*/ 114062 h 136239"/>
                      <a:gd name="connsiteX14" fmla="*/ 37887 w 85546"/>
                      <a:gd name="connsiteY14" fmla="*/ 118540 h 136239"/>
                      <a:gd name="connsiteX15" fmla="*/ 51187 w 85546"/>
                      <a:gd name="connsiteY15" fmla="*/ 130420 h 136239"/>
                      <a:gd name="connsiteX16" fmla="*/ 65417 w 85546"/>
                      <a:gd name="connsiteY16" fmla="*/ 136228 h 136239"/>
                      <a:gd name="connsiteX17" fmla="*/ 71490 w 85546"/>
                      <a:gd name="connsiteY17" fmla="*/ 119604 h 136239"/>
                      <a:gd name="connsiteX18" fmla="*/ 73352 w 85546"/>
                      <a:gd name="connsiteY18" fmla="*/ 115348 h 136239"/>
                      <a:gd name="connsiteX19" fmla="*/ 76278 w 85546"/>
                      <a:gd name="connsiteY19" fmla="*/ 111402 h 136239"/>
                      <a:gd name="connsiteX20" fmla="*/ 84922 w 85546"/>
                      <a:gd name="connsiteY20" fmla="*/ 90079 h 136239"/>
                      <a:gd name="connsiteX21" fmla="*/ 82396 w 85546"/>
                      <a:gd name="connsiteY21" fmla="*/ 79528 h 136239"/>
                      <a:gd name="connsiteX22" fmla="*/ 85543 w 85546"/>
                      <a:gd name="connsiteY22" fmla="*/ 73278 h 136239"/>
                      <a:gd name="connsiteX23" fmla="*/ 80578 w 85546"/>
                      <a:gd name="connsiteY23" fmla="*/ 70308 h 136239"/>
                      <a:gd name="connsiteX24" fmla="*/ 78627 w 85546"/>
                      <a:gd name="connsiteY24" fmla="*/ 37059 h 136239"/>
                      <a:gd name="connsiteX25" fmla="*/ 71623 w 85546"/>
                      <a:gd name="connsiteY25" fmla="*/ 31518 h 136239"/>
                      <a:gd name="connsiteX26" fmla="*/ 66126 w 85546"/>
                      <a:gd name="connsiteY26" fmla="*/ 24957 h 136239"/>
                      <a:gd name="connsiteX27" fmla="*/ 61826 w 85546"/>
                      <a:gd name="connsiteY27" fmla="*/ 10416 h 136239"/>
                      <a:gd name="connsiteX28" fmla="*/ 42409 w 85546"/>
                      <a:gd name="connsiteY28" fmla="*/ 176 h 136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85546" h="136239">
                        <a:moveTo>
                          <a:pt x="42409" y="176"/>
                        </a:moveTo>
                        <a:cubicBezTo>
                          <a:pt x="32080" y="-932"/>
                          <a:pt x="21529" y="3279"/>
                          <a:pt x="14037" y="10461"/>
                        </a:cubicBezTo>
                        <a:cubicBezTo>
                          <a:pt x="6545" y="17642"/>
                          <a:pt x="1935" y="27572"/>
                          <a:pt x="206" y="37813"/>
                        </a:cubicBezTo>
                        <a:cubicBezTo>
                          <a:pt x="-60" y="39276"/>
                          <a:pt x="-193" y="40916"/>
                          <a:pt x="605" y="42202"/>
                        </a:cubicBezTo>
                        <a:cubicBezTo>
                          <a:pt x="1403" y="43487"/>
                          <a:pt x="3575" y="43842"/>
                          <a:pt x="4329" y="42556"/>
                        </a:cubicBezTo>
                        <a:cubicBezTo>
                          <a:pt x="2467" y="47920"/>
                          <a:pt x="561" y="53506"/>
                          <a:pt x="1004" y="59180"/>
                        </a:cubicBezTo>
                        <a:cubicBezTo>
                          <a:pt x="1447" y="64855"/>
                          <a:pt x="4905" y="70706"/>
                          <a:pt x="10446" y="72125"/>
                        </a:cubicBezTo>
                        <a:cubicBezTo>
                          <a:pt x="8540" y="73366"/>
                          <a:pt x="7565" y="75893"/>
                          <a:pt x="8097" y="78110"/>
                        </a:cubicBezTo>
                        <a:cubicBezTo>
                          <a:pt x="8629" y="80326"/>
                          <a:pt x="10624" y="82099"/>
                          <a:pt x="12885" y="82365"/>
                        </a:cubicBezTo>
                        <a:cubicBezTo>
                          <a:pt x="11333" y="88616"/>
                          <a:pt x="12929" y="95620"/>
                          <a:pt x="17096" y="100541"/>
                        </a:cubicBezTo>
                        <a:cubicBezTo>
                          <a:pt x="21263" y="105462"/>
                          <a:pt x="27869" y="108255"/>
                          <a:pt x="34296" y="107767"/>
                        </a:cubicBezTo>
                        <a:cubicBezTo>
                          <a:pt x="33055" y="108344"/>
                          <a:pt x="31725" y="108964"/>
                          <a:pt x="30927" y="110117"/>
                        </a:cubicBezTo>
                        <a:cubicBezTo>
                          <a:pt x="30129" y="111269"/>
                          <a:pt x="30307" y="113131"/>
                          <a:pt x="31548" y="113707"/>
                        </a:cubicBezTo>
                        <a:cubicBezTo>
                          <a:pt x="32080" y="113973"/>
                          <a:pt x="32701" y="113929"/>
                          <a:pt x="33277" y="114062"/>
                        </a:cubicBezTo>
                        <a:cubicBezTo>
                          <a:pt x="35449" y="114505"/>
                          <a:pt x="36646" y="116722"/>
                          <a:pt x="37887" y="118540"/>
                        </a:cubicBezTo>
                        <a:cubicBezTo>
                          <a:pt x="41212" y="123505"/>
                          <a:pt x="46266" y="127051"/>
                          <a:pt x="51187" y="130420"/>
                        </a:cubicBezTo>
                        <a:cubicBezTo>
                          <a:pt x="55487" y="133390"/>
                          <a:pt x="60186" y="136449"/>
                          <a:pt x="65417" y="136228"/>
                        </a:cubicBezTo>
                        <a:cubicBezTo>
                          <a:pt x="67456" y="130686"/>
                          <a:pt x="69451" y="125145"/>
                          <a:pt x="71490" y="119604"/>
                        </a:cubicBezTo>
                        <a:cubicBezTo>
                          <a:pt x="72022" y="118141"/>
                          <a:pt x="72554" y="116678"/>
                          <a:pt x="73352" y="115348"/>
                        </a:cubicBezTo>
                        <a:cubicBezTo>
                          <a:pt x="74194" y="113929"/>
                          <a:pt x="75258" y="112688"/>
                          <a:pt x="76278" y="111402"/>
                        </a:cubicBezTo>
                        <a:cubicBezTo>
                          <a:pt x="80933" y="105240"/>
                          <a:pt x="83282" y="97615"/>
                          <a:pt x="84922" y="90079"/>
                        </a:cubicBezTo>
                        <a:cubicBezTo>
                          <a:pt x="85765" y="86267"/>
                          <a:pt x="85898" y="81257"/>
                          <a:pt x="82396" y="79528"/>
                        </a:cubicBezTo>
                        <a:cubicBezTo>
                          <a:pt x="83992" y="77755"/>
                          <a:pt x="85632" y="75671"/>
                          <a:pt x="85543" y="73278"/>
                        </a:cubicBezTo>
                        <a:cubicBezTo>
                          <a:pt x="85410" y="70884"/>
                          <a:pt x="82396" y="68756"/>
                          <a:pt x="80578" y="70308"/>
                        </a:cubicBezTo>
                        <a:cubicBezTo>
                          <a:pt x="84745" y="59668"/>
                          <a:pt x="84036" y="47167"/>
                          <a:pt x="78627" y="37059"/>
                        </a:cubicBezTo>
                        <a:cubicBezTo>
                          <a:pt x="77165" y="34311"/>
                          <a:pt x="74771" y="31385"/>
                          <a:pt x="71623" y="31518"/>
                        </a:cubicBezTo>
                        <a:cubicBezTo>
                          <a:pt x="73175" y="31429"/>
                          <a:pt x="71933" y="22386"/>
                          <a:pt x="66126" y="24957"/>
                        </a:cubicBezTo>
                        <a:cubicBezTo>
                          <a:pt x="66481" y="18662"/>
                          <a:pt x="66215" y="15204"/>
                          <a:pt x="61826" y="10416"/>
                        </a:cubicBezTo>
                        <a:cubicBezTo>
                          <a:pt x="56772" y="4786"/>
                          <a:pt x="50034" y="974"/>
                          <a:pt x="42409" y="176"/>
                        </a:cubicBezTo>
                        <a:close/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13" name="Forme libre : forme 27312">
                    <a:extLst>
                      <a:ext uri="{FF2B5EF4-FFF2-40B4-BE49-F238E27FC236}">
                        <a16:creationId xmlns:a16="http://schemas.microsoft.com/office/drawing/2014/main" id="{9AD7FB7C-D371-4FD3-8836-E398149598B0}"/>
                      </a:ext>
                    </a:extLst>
                  </p:cNvPr>
                  <p:cNvSpPr/>
                  <p:nvPr/>
                </p:nvSpPr>
                <p:spPr>
                  <a:xfrm>
                    <a:off x="5378326" y="3614214"/>
                    <a:ext cx="61797" cy="17599"/>
                  </a:xfrm>
                  <a:custGeom>
                    <a:avLst/>
                    <a:gdLst>
                      <a:gd name="connsiteX0" fmla="*/ 61797 w 61797"/>
                      <a:gd name="connsiteY0" fmla="*/ 0 h 17599"/>
                      <a:gd name="connsiteX1" fmla="*/ 34844 w 61797"/>
                      <a:gd name="connsiteY1" fmla="*/ 5940 h 17599"/>
                      <a:gd name="connsiteX2" fmla="*/ 0 w 61797"/>
                      <a:gd name="connsiteY2" fmla="*/ 17599 h 17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1797" h="17599">
                        <a:moveTo>
                          <a:pt x="61797" y="0"/>
                        </a:moveTo>
                        <a:cubicBezTo>
                          <a:pt x="61797" y="0"/>
                          <a:pt x="49207" y="3768"/>
                          <a:pt x="34844" y="5940"/>
                        </a:cubicBezTo>
                        <a:cubicBezTo>
                          <a:pt x="20481" y="8157"/>
                          <a:pt x="6783" y="10285"/>
                          <a:pt x="0" y="17599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14" name="Forme libre : forme 27313">
                    <a:extLst>
                      <a:ext uri="{FF2B5EF4-FFF2-40B4-BE49-F238E27FC236}">
                        <a16:creationId xmlns:a16="http://schemas.microsoft.com/office/drawing/2014/main" id="{70309987-1FAE-4CB5-96B1-AAECB9831859}"/>
                      </a:ext>
                    </a:extLst>
                  </p:cNvPr>
                  <p:cNvSpPr/>
                  <p:nvPr/>
                </p:nvSpPr>
                <p:spPr>
                  <a:xfrm>
                    <a:off x="5384399" y="3620731"/>
                    <a:ext cx="61176" cy="40651"/>
                  </a:xfrm>
                  <a:custGeom>
                    <a:avLst/>
                    <a:gdLst>
                      <a:gd name="connsiteX0" fmla="*/ 0 w 61176"/>
                      <a:gd name="connsiteY0" fmla="*/ 40651 h 40651"/>
                      <a:gd name="connsiteX1" fmla="*/ 24116 w 61176"/>
                      <a:gd name="connsiteY1" fmla="*/ 25579 h 40651"/>
                      <a:gd name="connsiteX2" fmla="*/ 61177 w 61176"/>
                      <a:gd name="connsiteY2" fmla="*/ 0 h 40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1176" h="40651">
                        <a:moveTo>
                          <a:pt x="0" y="40651"/>
                        </a:moveTo>
                        <a:cubicBezTo>
                          <a:pt x="0" y="40651"/>
                          <a:pt x="14895" y="31874"/>
                          <a:pt x="24116" y="25579"/>
                        </a:cubicBezTo>
                        <a:cubicBezTo>
                          <a:pt x="33337" y="19328"/>
                          <a:pt x="59182" y="798"/>
                          <a:pt x="61177" y="0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15" name="Forme libre : forme 27314">
                    <a:extLst>
                      <a:ext uri="{FF2B5EF4-FFF2-40B4-BE49-F238E27FC236}">
                        <a16:creationId xmlns:a16="http://schemas.microsoft.com/office/drawing/2014/main" id="{F1C765CC-0398-4137-A81F-55BC0157C70D}"/>
                      </a:ext>
                    </a:extLst>
                  </p:cNvPr>
                  <p:cNvSpPr/>
                  <p:nvPr/>
                </p:nvSpPr>
                <p:spPr>
                  <a:xfrm>
                    <a:off x="5386837" y="3659521"/>
                    <a:ext cx="67693" cy="12146"/>
                  </a:xfrm>
                  <a:custGeom>
                    <a:avLst/>
                    <a:gdLst>
                      <a:gd name="connsiteX0" fmla="*/ 67693 w 67693"/>
                      <a:gd name="connsiteY0" fmla="*/ 0 h 12146"/>
                      <a:gd name="connsiteX1" fmla="*/ 20215 w 67693"/>
                      <a:gd name="connsiteY1" fmla="*/ 6916 h 12146"/>
                      <a:gd name="connsiteX2" fmla="*/ 0 w 67693"/>
                      <a:gd name="connsiteY2" fmla="*/ 12147 h 12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7693" h="12146">
                        <a:moveTo>
                          <a:pt x="67693" y="0"/>
                        </a:moveTo>
                        <a:cubicBezTo>
                          <a:pt x="67693" y="0"/>
                          <a:pt x="27795" y="5985"/>
                          <a:pt x="20215" y="6916"/>
                        </a:cubicBezTo>
                        <a:cubicBezTo>
                          <a:pt x="12679" y="7847"/>
                          <a:pt x="0" y="12147"/>
                          <a:pt x="0" y="12147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16" name="Forme libre : forme 27315">
                    <a:extLst>
                      <a:ext uri="{FF2B5EF4-FFF2-40B4-BE49-F238E27FC236}">
                        <a16:creationId xmlns:a16="http://schemas.microsoft.com/office/drawing/2014/main" id="{F021D98C-F465-4DEB-B44D-6BE852C99A10}"/>
                      </a:ext>
                    </a:extLst>
                  </p:cNvPr>
                  <p:cNvSpPr/>
                  <p:nvPr/>
                </p:nvSpPr>
                <p:spPr>
                  <a:xfrm>
                    <a:off x="5408293" y="3668741"/>
                    <a:ext cx="48054" cy="28283"/>
                  </a:xfrm>
                  <a:custGeom>
                    <a:avLst/>
                    <a:gdLst>
                      <a:gd name="connsiteX0" fmla="*/ 48055 w 48054"/>
                      <a:gd name="connsiteY0" fmla="*/ 0 h 28283"/>
                      <a:gd name="connsiteX1" fmla="*/ 20525 w 48054"/>
                      <a:gd name="connsiteY1" fmla="*/ 17023 h 28283"/>
                      <a:gd name="connsiteX2" fmla="*/ 0 w 48054"/>
                      <a:gd name="connsiteY2" fmla="*/ 28283 h 28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8054" h="28283">
                        <a:moveTo>
                          <a:pt x="48055" y="0"/>
                        </a:moveTo>
                        <a:cubicBezTo>
                          <a:pt x="48055" y="0"/>
                          <a:pt x="26421" y="14097"/>
                          <a:pt x="20525" y="17023"/>
                        </a:cubicBezTo>
                        <a:cubicBezTo>
                          <a:pt x="14629" y="19993"/>
                          <a:pt x="0" y="28283"/>
                          <a:pt x="0" y="28283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17" name="Forme libre : forme 27316">
                    <a:extLst>
                      <a:ext uri="{FF2B5EF4-FFF2-40B4-BE49-F238E27FC236}">
                        <a16:creationId xmlns:a16="http://schemas.microsoft.com/office/drawing/2014/main" id="{A560399B-25B5-4375-A1A7-E3956CC7C8C4}"/>
                      </a:ext>
                    </a:extLst>
                  </p:cNvPr>
                  <p:cNvSpPr/>
                  <p:nvPr/>
                </p:nvSpPr>
                <p:spPr>
                  <a:xfrm>
                    <a:off x="5407318" y="3703320"/>
                    <a:ext cx="40119" cy="927"/>
                  </a:xfrm>
                  <a:custGeom>
                    <a:avLst/>
                    <a:gdLst>
                      <a:gd name="connsiteX0" fmla="*/ 0 w 40119"/>
                      <a:gd name="connsiteY0" fmla="*/ 0 h 927"/>
                      <a:gd name="connsiteX1" fmla="*/ 40120 w 40119"/>
                      <a:gd name="connsiteY1" fmla="*/ 133 h 9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0119" h="927">
                        <a:moveTo>
                          <a:pt x="0" y="0"/>
                        </a:moveTo>
                        <a:cubicBezTo>
                          <a:pt x="0" y="0"/>
                          <a:pt x="21323" y="1995"/>
                          <a:pt x="40120" y="133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18" name="Forme libre : forme 27317">
                    <a:extLst>
                      <a:ext uri="{FF2B5EF4-FFF2-40B4-BE49-F238E27FC236}">
                        <a16:creationId xmlns:a16="http://schemas.microsoft.com/office/drawing/2014/main" id="{2F85BFCF-7BD3-4539-820D-8632D9BE2654}"/>
                      </a:ext>
                    </a:extLst>
                  </p:cNvPr>
                  <p:cNvSpPr/>
                  <p:nvPr/>
                </p:nvSpPr>
                <p:spPr>
                  <a:xfrm>
                    <a:off x="5408914" y="3601757"/>
                    <a:ext cx="11614" cy="5497"/>
                  </a:xfrm>
                  <a:custGeom>
                    <a:avLst/>
                    <a:gdLst>
                      <a:gd name="connsiteX0" fmla="*/ 11615 w 11614"/>
                      <a:gd name="connsiteY0" fmla="*/ 2749 h 5497"/>
                      <a:gd name="connsiteX1" fmla="*/ 5807 w 11614"/>
                      <a:gd name="connsiteY1" fmla="*/ 5497 h 5497"/>
                      <a:gd name="connsiteX2" fmla="*/ 0 w 11614"/>
                      <a:gd name="connsiteY2" fmla="*/ 2749 h 5497"/>
                      <a:gd name="connsiteX3" fmla="*/ 5807 w 11614"/>
                      <a:gd name="connsiteY3" fmla="*/ 0 h 5497"/>
                      <a:gd name="connsiteX4" fmla="*/ 11615 w 11614"/>
                      <a:gd name="connsiteY4" fmla="*/ 2749 h 5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14" h="5497">
                        <a:moveTo>
                          <a:pt x="11615" y="2749"/>
                        </a:moveTo>
                        <a:cubicBezTo>
                          <a:pt x="11615" y="4267"/>
                          <a:pt x="9015" y="5497"/>
                          <a:pt x="5807" y="5497"/>
                        </a:cubicBezTo>
                        <a:cubicBezTo>
                          <a:pt x="2600" y="5497"/>
                          <a:pt x="0" y="4267"/>
                          <a:pt x="0" y="2749"/>
                        </a:cubicBezTo>
                        <a:cubicBezTo>
                          <a:pt x="0" y="1231"/>
                          <a:pt x="2600" y="0"/>
                          <a:pt x="5807" y="0"/>
                        </a:cubicBezTo>
                        <a:cubicBezTo>
                          <a:pt x="9015" y="0"/>
                          <a:pt x="11615" y="1231"/>
                          <a:pt x="11615" y="2749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19" name="Forme libre : forme 27318">
                    <a:extLst>
                      <a:ext uri="{FF2B5EF4-FFF2-40B4-BE49-F238E27FC236}">
                        <a16:creationId xmlns:a16="http://schemas.microsoft.com/office/drawing/2014/main" id="{1FB2DFD6-38BE-4D36-9EA1-4AD329EDDB6D}"/>
                      </a:ext>
                    </a:extLst>
                  </p:cNvPr>
                  <p:cNvSpPr/>
                  <p:nvPr/>
                </p:nvSpPr>
                <p:spPr>
                  <a:xfrm rot="-1593903">
                    <a:off x="5383368" y="3638658"/>
                    <a:ext cx="11437" cy="5940"/>
                  </a:xfrm>
                  <a:custGeom>
                    <a:avLst/>
                    <a:gdLst>
                      <a:gd name="connsiteX0" fmla="*/ 11437 w 11437"/>
                      <a:gd name="connsiteY0" fmla="*/ 2970 h 5940"/>
                      <a:gd name="connsiteX1" fmla="*/ 5718 w 11437"/>
                      <a:gd name="connsiteY1" fmla="*/ 5940 h 5940"/>
                      <a:gd name="connsiteX2" fmla="*/ 0 w 11437"/>
                      <a:gd name="connsiteY2" fmla="*/ 2970 h 5940"/>
                      <a:gd name="connsiteX3" fmla="*/ 5718 w 11437"/>
                      <a:gd name="connsiteY3" fmla="*/ 0 h 5940"/>
                      <a:gd name="connsiteX4" fmla="*/ 11437 w 11437"/>
                      <a:gd name="connsiteY4" fmla="*/ 2970 h 5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7" h="5940">
                        <a:moveTo>
                          <a:pt x="11437" y="2970"/>
                        </a:moveTo>
                        <a:cubicBezTo>
                          <a:pt x="11437" y="4610"/>
                          <a:pt x="8877" y="5940"/>
                          <a:pt x="5718" y="5940"/>
                        </a:cubicBezTo>
                        <a:cubicBezTo>
                          <a:pt x="2560" y="5940"/>
                          <a:pt x="0" y="4610"/>
                          <a:pt x="0" y="2970"/>
                        </a:cubicBezTo>
                        <a:cubicBezTo>
                          <a:pt x="0" y="1330"/>
                          <a:pt x="2560" y="0"/>
                          <a:pt x="5718" y="0"/>
                        </a:cubicBezTo>
                        <a:cubicBezTo>
                          <a:pt x="8877" y="0"/>
                          <a:pt x="11437" y="1330"/>
                          <a:pt x="11437" y="2970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20" name="Forme libre : forme 27319">
                    <a:extLst>
                      <a:ext uri="{FF2B5EF4-FFF2-40B4-BE49-F238E27FC236}">
                        <a16:creationId xmlns:a16="http://schemas.microsoft.com/office/drawing/2014/main" id="{C1731052-E2F7-47D0-8092-181F75612FFF}"/>
                      </a:ext>
                    </a:extLst>
                  </p:cNvPr>
                  <p:cNvSpPr/>
                  <p:nvPr/>
                </p:nvSpPr>
                <p:spPr>
                  <a:xfrm>
                    <a:off x="5433074" y="3642098"/>
                    <a:ext cx="12501" cy="7181"/>
                  </a:xfrm>
                  <a:custGeom>
                    <a:avLst/>
                    <a:gdLst>
                      <a:gd name="connsiteX0" fmla="*/ 12501 w 12501"/>
                      <a:gd name="connsiteY0" fmla="*/ 3591 h 7181"/>
                      <a:gd name="connsiteX1" fmla="*/ 6251 w 12501"/>
                      <a:gd name="connsiteY1" fmla="*/ 7182 h 7181"/>
                      <a:gd name="connsiteX2" fmla="*/ 0 w 12501"/>
                      <a:gd name="connsiteY2" fmla="*/ 3591 h 7181"/>
                      <a:gd name="connsiteX3" fmla="*/ 6251 w 12501"/>
                      <a:gd name="connsiteY3" fmla="*/ 0 h 7181"/>
                      <a:gd name="connsiteX4" fmla="*/ 12501 w 12501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1" h="7181">
                        <a:moveTo>
                          <a:pt x="12501" y="3591"/>
                        </a:moveTo>
                        <a:cubicBezTo>
                          <a:pt x="12501" y="5574"/>
                          <a:pt x="9703" y="7182"/>
                          <a:pt x="6251" y="7182"/>
                        </a:cubicBezTo>
                        <a:cubicBezTo>
                          <a:pt x="2799" y="7182"/>
                          <a:pt x="0" y="5574"/>
                          <a:pt x="0" y="3591"/>
                        </a:cubicBezTo>
                        <a:cubicBezTo>
                          <a:pt x="0" y="1608"/>
                          <a:pt x="2799" y="0"/>
                          <a:pt x="6251" y="0"/>
                        </a:cubicBezTo>
                        <a:cubicBezTo>
                          <a:pt x="9703" y="0"/>
                          <a:pt x="12501" y="1608"/>
                          <a:pt x="12501" y="3591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21" name="Forme libre : forme 27320">
                    <a:extLst>
                      <a:ext uri="{FF2B5EF4-FFF2-40B4-BE49-F238E27FC236}">
                        <a16:creationId xmlns:a16="http://schemas.microsoft.com/office/drawing/2014/main" id="{522DC762-8401-4FA9-A65A-AFD53F241E49}"/>
                      </a:ext>
                    </a:extLst>
                  </p:cNvPr>
                  <p:cNvSpPr/>
                  <p:nvPr/>
                </p:nvSpPr>
                <p:spPr>
                  <a:xfrm>
                    <a:off x="5399516" y="3678184"/>
                    <a:ext cx="9220" cy="6117"/>
                  </a:xfrm>
                  <a:custGeom>
                    <a:avLst/>
                    <a:gdLst>
                      <a:gd name="connsiteX0" fmla="*/ 9221 w 9220"/>
                      <a:gd name="connsiteY0" fmla="*/ 3059 h 6117"/>
                      <a:gd name="connsiteX1" fmla="*/ 4610 w 9220"/>
                      <a:gd name="connsiteY1" fmla="*/ 6118 h 6117"/>
                      <a:gd name="connsiteX2" fmla="*/ 0 w 9220"/>
                      <a:gd name="connsiteY2" fmla="*/ 3059 h 6117"/>
                      <a:gd name="connsiteX3" fmla="*/ 4610 w 9220"/>
                      <a:gd name="connsiteY3" fmla="*/ 0 h 6117"/>
                      <a:gd name="connsiteX4" fmla="*/ 9221 w 9220"/>
                      <a:gd name="connsiteY4" fmla="*/ 3059 h 6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" h="6117">
                        <a:moveTo>
                          <a:pt x="9221" y="3059"/>
                        </a:moveTo>
                        <a:cubicBezTo>
                          <a:pt x="9221" y="4748"/>
                          <a:pt x="7157" y="6118"/>
                          <a:pt x="4610" y="6118"/>
                        </a:cubicBezTo>
                        <a:cubicBezTo>
                          <a:pt x="2064" y="6118"/>
                          <a:pt x="0" y="4748"/>
                          <a:pt x="0" y="3059"/>
                        </a:cubicBezTo>
                        <a:cubicBezTo>
                          <a:pt x="0" y="1369"/>
                          <a:pt x="2064" y="0"/>
                          <a:pt x="4610" y="0"/>
                        </a:cubicBezTo>
                        <a:cubicBezTo>
                          <a:pt x="7157" y="0"/>
                          <a:pt x="9221" y="1369"/>
                          <a:pt x="9221" y="3059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22" name="Forme libre : forme 27321">
                    <a:extLst>
                      <a:ext uri="{FF2B5EF4-FFF2-40B4-BE49-F238E27FC236}">
                        <a16:creationId xmlns:a16="http://schemas.microsoft.com/office/drawing/2014/main" id="{EE3107FA-9A6D-4E5A-A622-3C4F1046D899}"/>
                      </a:ext>
                    </a:extLst>
                  </p:cNvPr>
                  <p:cNvSpPr/>
                  <p:nvPr/>
                </p:nvSpPr>
                <p:spPr>
                  <a:xfrm rot="-1122295">
                    <a:off x="5438924" y="3687008"/>
                    <a:ext cx="7891" cy="5142"/>
                  </a:xfrm>
                  <a:custGeom>
                    <a:avLst/>
                    <a:gdLst>
                      <a:gd name="connsiteX0" fmla="*/ 7891 w 7891"/>
                      <a:gd name="connsiteY0" fmla="*/ 2571 h 5142"/>
                      <a:gd name="connsiteX1" fmla="*/ 3945 w 7891"/>
                      <a:gd name="connsiteY1" fmla="*/ 5143 h 5142"/>
                      <a:gd name="connsiteX2" fmla="*/ 0 w 7891"/>
                      <a:gd name="connsiteY2" fmla="*/ 2571 h 5142"/>
                      <a:gd name="connsiteX3" fmla="*/ 3945 w 7891"/>
                      <a:gd name="connsiteY3" fmla="*/ 0 h 5142"/>
                      <a:gd name="connsiteX4" fmla="*/ 7891 w 7891"/>
                      <a:gd name="connsiteY4" fmla="*/ 2571 h 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91" h="5142">
                        <a:moveTo>
                          <a:pt x="7891" y="2571"/>
                        </a:moveTo>
                        <a:cubicBezTo>
                          <a:pt x="7891" y="3991"/>
                          <a:pt x="6125" y="5143"/>
                          <a:pt x="3945" y="5143"/>
                        </a:cubicBezTo>
                        <a:cubicBezTo>
                          <a:pt x="1766" y="5143"/>
                          <a:pt x="0" y="3991"/>
                          <a:pt x="0" y="2571"/>
                        </a:cubicBezTo>
                        <a:cubicBezTo>
                          <a:pt x="0" y="1151"/>
                          <a:pt x="1766" y="0"/>
                          <a:pt x="3945" y="0"/>
                        </a:cubicBezTo>
                        <a:cubicBezTo>
                          <a:pt x="6125" y="0"/>
                          <a:pt x="7891" y="1151"/>
                          <a:pt x="7891" y="2571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23" name="Forme libre : forme 27322">
                    <a:extLst>
                      <a:ext uri="{FF2B5EF4-FFF2-40B4-BE49-F238E27FC236}">
                        <a16:creationId xmlns:a16="http://schemas.microsoft.com/office/drawing/2014/main" id="{AD02509B-CDF3-49C2-B282-18F29F51E4F2}"/>
                      </a:ext>
                    </a:extLst>
                  </p:cNvPr>
                  <p:cNvSpPr/>
                  <p:nvPr/>
                </p:nvSpPr>
                <p:spPr>
                  <a:xfrm>
                    <a:off x="5379918" y="3593672"/>
                    <a:ext cx="26979" cy="28647"/>
                  </a:xfrm>
                  <a:custGeom>
                    <a:avLst/>
                    <a:gdLst>
                      <a:gd name="connsiteX0" fmla="*/ 934 w 26979"/>
                      <a:gd name="connsiteY0" fmla="*/ 22803 h 28647"/>
                      <a:gd name="connsiteX1" fmla="*/ 3 w 26979"/>
                      <a:gd name="connsiteY1" fmla="*/ 26704 h 28647"/>
                      <a:gd name="connsiteX2" fmla="*/ 402 w 26979"/>
                      <a:gd name="connsiteY2" fmla="*/ 28078 h 28647"/>
                      <a:gd name="connsiteX3" fmla="*/ 3727 w 26979"/>
                      <a:gd name="connsiteY3" fmla="*/ 28034 h 28647"/>
                      <a:gd name="connsiteX4" fmla="*/ 11706 w 26979"/>
                      <a:gd name="connsiteY4" fmla="*/ 18414 h 28647"/>
                      <a:gd name="connsiteX5" fmla="*/ 23321 w 26979"/>
                      <a:gd name="connsiteY5" fmla="*/ 5735 h 28647"/>
                      <a:gd name="connsiteX6" fmla="*/ 25493 w 26979"/>
                      <a:gd name="connsiteY6" fmla="*/ 61 h 28647"/>
                      <a:gd name="connsiteX7" fmla="*/ 17957 w 26979"/>
                      <a:gd name="connsiteY7" fmla="*/ 3253 h 28647"/>
                      <a:gd name="connsiteX8" fmla="*/ 5544 w 26979"/>
                      <a:gd name="connsiteY8" fmla="*/ 14690 h 28647"/>
                      <a:gd name="connsiteX9" fmla="*/ 934 w 26979"/>
                      <a:gd name="connsiteY9" fmla="*/ 22803 h 28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979" h="28647">
                        <a:moveTo>
                          <a:pt x="934" y="22803"/>
                        </a:moveTo>
                        <a:cubicBezTo>
                          <a:pt x="402" y="24044"/>
                          <a:pt x="-41" y="25374"/>
                          <a:pt x="3" y="26704"/>
                        </a:cubicBezTo>
                        <a:cubicBezTo>
                          <a:pt x="3" y="27192"/>
                          <a:pt x="92" y="27679"/>
                          <a:pt x="402" y="28078"/>
                        </a:cubicBezTo>
                        <a:cubicBezTo>
                          <a:pt x="1156" y="29009"/>
                          <a:pt x="2663" y="28654"/>
                          <a:pt x="3727" y="28034"/>
                        </a:cubicBezTo>
                        <a:cubicBezTo>
                          <a:pt x="7318" y="25861"/>
                          <a:pt x="9401" y="21916"/>
                          <a:pt x="11706" y="18414"/>
                        </a:cubicBezTo>
                        <a:cubicBezTo>
                          <a:pt x="14898" y="13626"/>
                          <a:pt x="18799" y="9326"/>
                          <a:pt x="23321" y="5735"/>
                        </a:cubicBezTo>
                        <a:cubicBezTo>
                          <a:pt x="24518" y="4760"/>
                          <a:pt x="29395" y="903"/>
                          <a:pt x="25493" y="61"/>
                        </a:cubicBezTo>
                        <a:cubicBezTo>
                          <a:pt x="23321" y="-427"/>
                          <a:pt x="19730" y="2145"/>
                          <a:pt x="17957" y="3253"/>
                        </a:cubicBezTo>
                        <a:cubicBezTo>
                          <a:pt x="13125" y="6179"/>
                          <a:pt x="8825" y="10124"/>
                          <a:pt x="5544" y="14690"/>
                        </a:cubicBezTo>
                        <a:cubicBezTo>
                          <a:pt x="3682" y="17217"/>
                          <a:pt x="2131" y="19966"/>
                          <a:pt x="934" y="22803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24" name="Forme libre : forme 27323">
                    <a:extLst>
                      <a:ext uri="{FF2B5EF4-FFF2-40B4-BE49-F238E27FC236}">
                        <a16:creationId xmlns:a16="http://schemas.microsoft.com/office/drawing/2014/main" id="{92EC331B-AE28-4167-967A-1ADEAC14DFD3}"/>
                      </a:ext>
                    </a:extLst>
                  </p:cNvPr>
                  <p:cNvSpPr/>
                  <p:nvPr/>
                </p:nvSpPr>
                <p:spPr>
                  <a:xfrm>
                    <a:off x="5389523" y="3664441"/>
                    <a:ext cx="55787" cy="25993"/>
                  </a:xfrm>
                  <a:custGeom>
                    <a:avLst/>
                    <a:gdLst>
                      <a:gd name="connsiteX0" fmla="*/ 107 w 55787"/>
                      <a:gd name="connsiteY0" fmla="*/ 13743 h 25993"/>
                      <a:gd name="connsiteX1" fmla="*/ 994 w 55787"/>
                      <a:gd name="connsiteY1" fmla="*/ 9974 h 25993"/>
                      <a:gd name="connsiteX2" fmla="*/ 2235 w 55787"/>
                      <a:gd name="connsiteY2" fmla="*/ 9398 h 25993"/>
                      <a:gd name="connsiteX3" fmla="*/ 14072 w 55787"/>
                      <a:gd name="connsiteY3" fmla="*/ 6428 h 25993"/>
                      <a:gd name="connsiteX4" fmla="*/ 25775 w 55787"/>
                      <a:gd name="connsiteY4" fmla="*/ 5674 h 25993"/>
                      <a:gd name="connsiteX5" fmla="*/ 55787 w 55787"/>
                      <a:gd name="connsiteY5" fmla="*/ 0 h 25993"/>
                      <a:gd name="connsiteX6" fmla="*/ 37700 w 55787"/>
                      <a:gd name="connsiteY6" fmla="*/ 4300 h 25993"/>
                      <a:gd name="connsiteX7" fmla="*/ 13008 w 55787"/>
                      <a:gd name="connsiteY7" fmla="*/ 10374 h 25993"/>
                      <a:gd name="connsiteX8" fmla="*/ 7112 w 55787"/>
                      <a:gd name="connsiteY8" fmla="*/ 13743 h 25993"/>
                      <a:gd name="connsiteX9" fmla="*/ 6668 w 55787"/>
                      <a:gd name="connsiteY9" fmla="*/ 19240 h 25993"/>
                      <a:gd name="connsiteX10" fmla="*/ 9373 w 55787"/>
                      <a:gd name="connsiteY10" fmla="*/ 25003 h 25993"/>
                      <a:gd name="connsiteX11" fmla="*/ 6225 w 55787"/>
                      <a:gd name="connsiteY11" fmla="*/ 24338 h 25993"/>
                      <a:gd name="connsiteX12" fmla="*/ 107 w 55787"/>
                      <a:gd name="connsiteY12" fmla="*/ 13743 h 25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5787" h="25993">
                        <a:moveTo>
                          <a:pt x="107" y="13743"/>
                        </a:moveTo>
                        <a:cubicBezTo>
                          <a:pt x="-114" y="12413"/>
                          <a:pt x="-70" y="10772"/>
                          <a:pt x="994" y="9974"/>
                        </a:cubicBezTo>
                        <a:cubicBezTo>
                          <a:pt x="1349" y="9708"/>
                          <a:pt x="1792" y="9576"/>
                          <a:pt x="2235" y="9398"/>
                        </a:cubicBezTo>
                        <a:cubicBezTo>
                          <a:pt x="6092" y="8113"/>
                          <a:pt x="10038" y="6916"/>
                          <a:pt x="14072" y="6428"/>
                        </a:cubicBezTo>
                        <a:cubicBezTo>
                          <a:pt x="17928" y="5940"/>
                          <a:pt x="21874" y="6073"/>
                          <a:pt x="25775" y="5674"/>
                        </a:cubicBezTo>
                        <a:cubicBezTo>
                          <a:pt x="35927" y="4655"/>
                          <a:pt x="45591" y="177"/>
                          <a:pt x="55787" y="0"/>
                        </a:cubicBezTo>
                        <a:cubicBezTo>
                          <a:pt x="50024" y="2305"/>
                          <a:pt x="43818" y="3148"/>
                          <a:pt x="37700" y="4300"/>
                        </a:cubicBezTo>
                        <a:cubicBezTo>
                          <a:pt x="29366" y="5896"/>
                          <a:pt x="21165" y="8024"/>
                          <a:pt x="13008" y="10374"/>
                        </a:cubicBezTo>
                        <a:cubicBezTo>
                          <a:pt x="10791" y="10994"/>
                          <a:pt x="8353" y="11792"/>
                          <a:pt x="7112" y="13743"/>
                        </a:cubicBezTo>
                        <a:cubicBezTo>
                          <a:pt x="6092" y="15339"/>
                          <a:pt x="6092" y="17422"/>
                          <a:pt x="6668" y="19240"/>
                        </a:cubicBezTo>
                        <a:cubicBezTo>
                          <a:pt x="7245" y="21057"/>
                          <a:pt x="9461" y="23097"/>
                          <a:pt x="9373" y="25003"/>
                        </a:cubicBezTo>
                        <a:cubicBezTo>
                          <a:pt x="9240" y="27219"/>
                          <a:pt x="7156" y="25136"/>
                          <a:pt x="6225" y="24338"/>
                        </a:cubicBezTo>
                        <a:cubicBezTo>
                          <a:pt x="3078" y="21678"/>
                          <a:pt x="817" y="17866"/>
                          <a:pt x="107" y="13743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25" name="Forme libre : forme 27324">
                    <a:extLst>
                      <a:ext uri="{FF2B5EF4-FFF2-40B4-BE49-F238E27FC236}">
                        <a16:creationId xmlns:a16="http://schemas.microsoft.com/office/drawing/2014/main" id="{C53E876A-FCE6-470D-A144-2F631DBCA156}"/>
                      </a:ext>
                    </a:extLst>
                  </p:cNvPr>
                  <p:cNvSpPr/>
                  <p:nvPr/>
                </p:nvSpPr>
                <p:spPr>
                  <a:xfrm>
                    <a:off x="5378874" y="3619756"/>
                    <a:ext cx="52294" cy="33677"/>
                  </a:xfrm>
                  <a:custGeom>
                    <a:avLst/>
                    <a:gdLst>
                      <a:gd name="connsiteX0" fmla="*/ 1580 w 52294"/>
                      <a:gd name="connsiteY0" fmla="*/ 15959 h 33677"/>
                      <a:gd name="connsiteX1" fmla="*/ 4506 w 52294"/>
                      <a:gd name="connsiteY1" fmla="*/ 10728 h 33677"/>
                      <a:gd name="connsiteX2" fmla="*/ 9737 w 52294"/>
                      <a:gd name="connsiteY2" fmla="*/ 8334 h 33677"/>
                      <a:gd name="connsiteX3" fmla="*/ 52294 w 52294"/>
                      <a:gd name="connsiteY3" fmla="*/ 0 h 33677"/>
                      <a:gd name="connsiteX4" fmla="*/ 20376 w 52294"/>
                      <a:gd name="connsiteY4" fmla="*/ 10905 h 33677"/>
                      <a:gd name="connsiteX5" fmla="*/ 6722 w 52294"/>
                      <a:gd name="connsiteY5" fmla="*/ 16890 h 33677"/>
                      <a:gd name="connsiteX6" fmla="*/ 4151 w 52294"/>
                      <a:gd name="connsiteY6" fmla="*/ 19816 h 33677"/>
                      <a:gd name="connsiteX7" fmla="*/ 3087 w 52294"/>
                      <a:gd name="connsiteY7" fmla="*/ 22786 h 33677"/>
                      <a:gd name="connsiteX8" fmla="*/ 2023 w 52294"/>
                      <a:gd name="connsiteY8" fmla="*/ 30810 h 33677"/>
                      <a:gd name="connsiteX9" fmla="*/ 1491 w 52294"/>
                      <a:gd name="connsiteY9" fmla="*/ 33647 h 33677"/>
                      <a:gd name="connsiteX10" fmla="*/ 472 w 52294"/>
                      <a:gd name="connsiteY10" fmla="*/ 31253 h 33677"/>
                      <a:gd name="connsiteX11" fmla="*/ 1580 w 52294"/>
                      <a:gd name="connsiteY11" fmla="*/ 15959 h 33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2294" h="33677">
                        <a:moveTo>
                          <a:pt x="1580" y="15959"/>
                        </a:moveTo>
                        <a:cubicBezTo>
                          <a:pt x="2201" y="14008"/>
                          <a:pt x="2998" y="12058"/>
                          <a:pt x="4506" y="10728"/>
                        </a:cubicBezTo>
                        <a:cubicBezTo>
                          <a:pt x="5969" y="9442"/>
                          <a:pt x="7875" y="8866"/>
                          <a:pt x="9737" y="8334"/>
                        </a:cubicBezTo>
                        <a:cubicBezTo>
                          <a:pt x="23657" y="4477"/>
                          <a:pt x="37931" y="1684"/>
                          <a:pt x="52294" y="0"/>
                        </a:cubicBezTo>
                        <a:cubicBezTo>
                          <a:pt x="41832" y="4078"/>
                          <a:pt x="31149" y="7714"/>
                          <a:pt x="20376" y="10905"/>
                        </a:cubicBezTo>
                        <a:cubicBezTo>
                          <a:pt x="15588" y="12324"/>
                          <a:pt x="10623" y="13742"/>
                          <a:pt x="6722" y="16890"/>
                        </a:cubicBezTo>
                        <a:cubicBezTo>
                          <a:pt x="5703" y="17732"/>
                          <a:pt x="4772" y="18663"/>
                          <a:pt x="4151" y="19816"/>
                        </a:cubicBezTo>
                        <a:cubicBezTo>
                          <a:pt x="3619" y="20747"/>
                          <a:pt x="3353" y="21766"/>
                          <a:pt x="3087" y="22786"/>
                        </a:cubicBezTo>
                        <a:cubicBezTo>
                          <a:pt x="2422" y="25402"/>
                          <a:pt x="2068" y="28106"/>
                          <a:pt x="2023" y="30810"/>
                        </a:cubicBezTo>
                        <a:cubicBezTo>
                          <a:pt x="2023" y="31342"/>
                          <a:pt x="2289" y="33337"/>
                          <a:pt x="1491" y="33647"/>
                        </a:cubicBezTo>
                        <a:cubicBezTo>
                          <a:pt x="782" y="33957"/>
                          <a:pt x="605" y="31785"/>
                          <a:pt x="472" y="31253"/>
                        </a:cubicBezTo>
                        <a:cubicBezTo>
                          <a:pt x="-459" y="26199"/>
                          <a:pt x="28" y="20880"/>
                          <a:pt x="1580" y="15959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26" name="Forme libre : forme 27325">
                    <a:extLst>
                      <a:ext uri="{FF2B5EF4-FFF2-40B4-BE49-F238E27FC236}">
                        <a16:creationId xmlns:a16="http://schemas.microsoft.com/office/drawing/2014/main" id="{0B6B4536-111B-45B9-B8BA-E3C179EBFF83}"/>
                      </a:ext>
                    </a:extLst>
                  </p:cNvPr>
                  <p:cNvSpPr/>
                  <p:nvPr/>
                </p:nvSpPr>
                <p:spPr>
                  <a:xfrm>
                    <a:off x="5402264" y="3625187"/>
                    <a:ext cx="50334" cy="29126"/>
                  </a:xfrm>
                  <a:custGeom>
                    <a:avLst/>
                    <a:gdLst>
                      <a:gd name="connsiteX0" fmla="*/ 8822 w 50334"/>
                      <a:gd name="connsiteY0" fmla="*/ 23340 h 29126"/>
                      <a:gd name="connsiteX1" fmla="*/ 17599 w 50334"/>
                      <a:gd name="connsiteY1" fmla="*/ 16690 h 29126"/>
                      <a:gd name="connsiteX2" fmla="*/ 26377 w 50334"/>
                      <a:gd name="connsiteY2" fmla="*/ 11459 h 29126"/>
                      <a:gd name="connsiteX3" fmla="*/ 40740 w 50334"/>
                      <a:gd name="connsiteY3" fmla="*/ 1440 h 29126"/>
                      <a:gd name="connsiteX4" fmla="*/ 44907 w 50334"/>
                      <a:gd name="connsiteY4" fmla="*/ 66 h 29126"/>
                      <a:gd name="connsiteX5" fmla="*/ 48232 w 50334"/>
                      <a:gd name="connsiteY5" fmla="*/ 3435 h 29126"/>
                      <a:gd name="connsiteX6" fmla="*/ 50183 w 50334"/>
                      <a:gd name="connsiteY6" fmla="*/ 20015 h 29126"/>
                      <a:gd name="connsiteX7" fmla="*/ 49030 w 50334"/>
                      <a:gd name="connsiteY7" fmla="*/ 28393 h 29126"/>
                      <a:gd name="connsiteX8" fmla="*/ 44464 w 50334"/>
                      <a:gd name="connsiteY8" fmla="*/ 14562 h 29126"/>
                      <a:gd name="connsiteX9" fmla="*/ 42203 w 50334"/>
                      <a:gd name="connsiteY9" fmla="*/ 12789 h 29126"/>
                      <a:gd name="connsiteX10" fmla="*/ 31741 w 50334"/>
                      <a:gd name="connsiteY10" fmla="*/ 13099 h 29126"/>
                      <a:gd name="connsiteX11" fmla="*/ 10817 w 50334"/>
                      <a:gd name="connsiteY11" fmla="*/ 22364 h 29126"/>
                      <a:gd name="connsiteX12" fmla="*/ 5940 w 50334"/>
                      <a:gd name="connsiteY12" fmla="*/ 25600 h 29126"/>
                      <a:gd name="connsiteX13" fmla="*/ 0 w 50334"/>
                      <a:gd name="connsiteY13" fmla="*/ 29058 h 29126"/>
                      <a:gd name="connsiteX14" fmla="*/ 8822 w 50334"/>
                      <a:gd name="connsiteY14" fmla="*/ 23340 h 29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0334" h="29126">
                        <a:moveTo>
                          <a:pt x="8822" y="23340"/>
                        </a:moveTo>
                        <a:cubicBezTo>
                          <a:pt x="11881" y="21300"/>
                          <a:pt x="14585" y="18773"/>
                          <a:pt x="17599" y="16690"/>
                        </a:cubicBezTo>
                        <a:cubicBezTo>
                          <a:pt x="20392" y="14739"/>
                          <a:pt x="23451" y="13232"/>
                          <a:pt x="26377" y="11459"/>
                        </a:cubicBezTo>
                        <a:cubicBezTo>
                          <a:pt x="31342" y="8444"/>
                          <a:pt x="35864" y="4676"/>
                          <a:pt x="40740" y="1440"/>
                        </a:cubicBezTo>
                        <a:cubicBezTo>
                          <a:pt x="41981" y="598"/>
                          <a:pt x="43444" y="-245"/>
                          <a:pt x="44907" y="66"/>
                        </a:cubicBezTo>
                        <a:cubicBezTo>
                          <a:pt x="46503" y="376"/>
                          <a:pt x="47567" y="1928"/>
                          <a:pt x="48232" y="3435"/>
                        </a:cubicBezTo>
                        <a:cubicBezTo>
                          <a:pt x="50537" y="8577"/>
                          <a:pt x="50493" y="14429"/>
                          <a:pt x="50183" y="20015"/>
                        </a:cubicBezTo>
                        <a:cubicBezTo>
                          <a:pt x="50005" y="22852"/>
                          <a:pt x="49784" y="25689"/>
                          <a:pt x="49030" y="28393"/>
                        </a:cubicBezTo>
                        <a:cubicBezTo>
                          <a:pt x="49739" y="23428"/>
                          <a:pt x="48010" y="18153"/>
                          <a:pt x="44464" y="14562"/>
                        </a:cubicBezTo>
                        <a:cubicBezTo>
                          <a:pt x="43799" y="13897"/>
                          <a:pt x="43045" y="13276"/>
                          <a:pt x="42203" y="12789"/>
                        </a:cubicBezTo>
                        <a:cubicBezTo>
                          <a:pt x="39056" y="11060"/>
                          <a:pt x="35154" y="11991"/>
                          <a:pt x="31741" y="13099"/>
                        </a:cubicBezTo>
                        <a:cubicBezTo>
                          <a:pt x="24471" y="15404"/>
                          <a:pt x="17289" y="18330"/>
                          <a:pt x="10817" y="22364"/>
                        </a:cubicBezTo>
                        <a:cubicBezTo>
                          <a:pt x="9176" y="23384"/>
                          <a:pt x="7581" y="24492"/>
                          <a:pt x="5940" y="25600"/>
                        </a:cubicBezTo>
                        <a:cubicBezTo>
                          <a:pt x="4788" y="26398"/>
                          <a:pt x="1330" y="29634"/>
                          <a:pt x="0" y="29058"/>
                        </a:cubicBezTo>
                        <a:cubicBezTo>
                          <a:pt x="1906" y="26576"/>
                          <a:pt x="6206" y="25113"/>
                          <a:pt x="8822" y="2334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27" name="Forme libre : forme 27326">
                    <a:extLst>
                      <a:ext uri="{FF2B5EF4-FFF2-40B4-BE49-F238E27FC236}">
                        <a16:creationId xmlns:a16="http://schemas.microsoft.com/office/drawing/2014/main" id="{241F2B6E-F192-4ED9-9FE3-BF1C7A8C3851}"/>
                      </a:ext>
                    </a:extLst>
                  </p:cNvPr>
                  <p:cNvSpPr/>
                  <p:nvPr/>
                </p:nvSpPr>
                <p:spPr>
                  <a:xfrm>
                    <a:off x="5416007" y="3673173"/>
                    <a:ext cx="40430" cy="22397"/>
                  </a:xfrm>
                  <a:custGeom>
                    <a:avLst/>
                    <a:gdLst>
                      <a:gd name="connsiteX0" fmla="*/ 12058 w 40430"/>
                      <a:gd name="connsiteY0" fmla="*/ 15384 h 22397"/>
                      <a:gd name="connsiteX1" fmla="*/ 19417 w 40430"/>
                      <a:gd name="connsiteY1" fmla="*/ 11350 h 22397"/>
                      <a:gd name="connsiteX2" fmla="*/ 37726 w 40430"/>
                      <a:gd name="connsiteY2" fmla="*/ 400 h 22397"/>
                      <a:gd name="connsiteX3" fmla="*/ 38745 w 40430"/>
                      <a:gd name="connsiteY3" fmla="*/ 1 h 22397"/>
                      <a:gd name="connsiteX4" fmla="*/ 40341 w 40430"/>
                      <a:gd name="connsiteY4" fmla="*/ 2129 h 22397"/>
                      <a:gd name="connsiteX5" fmla="*/ 36130 w 40430"/>
                      <a:gd name="connsiteY5" fmla="*/ 16271 h 22397"/>
                      <a:gd name="connsiteX6" fmla="*/ 35243 w 40430"/>
                      <a:gd name="connsiteY6" fmla="*/ 13655 h 22397"/>
                      <a:gd name="connsiteX7" fmla="*/ 33647 w 40430"/>
                      <a:gd name="connsiteY7" fmla="*/ 10729 h 22397"/>
                      <a:gd name="connsiteX8" fmla="*/ 27707 w 40430"/>
                      <a:gd name="connsiteY8" fmla="*/ 10419 h 22397"/>
                      <a:gd name="connsiteX9" fmla="*/ 12856 w 40430"/>
                      <a:gd name="connsiteY9" fmla="*/ 16625 h 22397"/>
                      <a:gd name="connsiteX10" fmla="*/ 5763 w 40430"/>
                      <a:gd name="connsiteY10" fmla="*/ 20216 h 22397"/>
                      <a:gd name="connsiteX11" fmla="*/ 0 w 40430"/>
                      <a:gd name="connsiteY11" fmla="*/ 22034 h 22397"/>
                      <a:gd name="connsiteX12" fmla="*/ 5852 w 40430"/>
                      <a:gd name="connsiteY12" fmla="*/ 18753 h 22397"/>
                      <a:gd name="connsiteX13" fmla="*/ 12058 w 40430"/>
                      <a:gd name="connsiteY13" fmla="*/ 15384 h 22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0430" h="22397">
                        <a:moveTo>
                          <a:pt x="12058" y="15384"/>
                        </a:moveTo>
                        <a:cubicBezTo>
                          <a:pt x="14541" y="14054"/>
                          <a:pt x="16979" y="12724"/>
                          <a:pt x="19417" y="11350"/>
                        </a:cubicBezTo>
                        <a:cubicBezTo>
                          <a:pt x="25623" y="7892"/>
                          <a:pt x="31741" y="4257"/>
                          <a:pt x="37726" y="400"/>
                        </a:cubicBezTo>
                        <a:cubicBezTo>
                          <a:pt x="38036" y="223"/>
                          <a:pt x="38346" y="1"/>
                          <a:pt x="38745" y="1"/>
                        </a:cubicBezTo>
                        <a:cubicBezTo>
                          <a:pt x="39721" y="-43"/>
                          <a:pt x="40208" y="1154"/>
                          <a:pt x="40341" y="2129"/>
                        </a:cubicBezTo>
                        <a:cubicBezTo>
                          <a:pt x="40918" y="7094"/>
                          <a:pt x="38612" y="11926"/>
                          <a:pt x="36130" y="16271"/>
                        </a:cubicBezTo>
                        <a:cubicBezTo>
                          <a:pt x="35819" y="15384"/>
                          <a:pt x="35554" y="14497"/>
                          <a:pt x="35243" y="13655"/>
                        </a:cubicBezTo>
                        <a:cubicBezTo>
                          <a:pt x="34889" y="12591"/>
                          <a:pt x="34490" y="11438"/>
                          <a:pt x="33647" y="10729"/>
                        </a:cubicBezTo>
                        <a:cubicBezTo>
                          <a:pt x="32096" y="9355"/>
                          <a:pt x="29702" y="9798"/>
                          <a:pt x="27707" y="10419"/>
                        </a:cubicBezTo>
                        <a:cubicBezTo>
                          <a:pt x="22565" y="12015"/>
                          <a:pt x="17644" y="14276"/>
                          <a:pt x="12856" y="16625"/>
                        </a:cubicBezTo>
                        <a:cubicBezTo>
                          <a:pt x="10462" y="17822"/>
                          <a:pt x="8113" y="19019"/>
                          <a:pt x="5763" y="20216"/>
                        </a:cubicBezTo>
                        <a:cubicBezTo>
                          <a:pt x="4522" y="20837"/>
                          <a:pt x="1330" y="23319"/>
                          <a:pt x="0" y="22034"/>
                        </a:cubicBezTo>
                        <a:cubicBezTo>
                          <a:pt x="1463" y="20615"/>
                          <a:pt x="4034" y="19729"/>
                          <a:pt x="5852" y="18753"/>
                        </a:cubicBezTo>
                        <a:cubicBezTo>
                          <a:pt x="7935" y="17600"/>
                          <a:pt x="10019" y="16492"/>
                          <a:pt x="12058" y="15384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28" name="Forme libre : forme 27327">
                    <a:extLst>
                      <a:ext uri="{FF2B5EF4-FFF2-40B4-BE49-F238E27FC236}">
                        <a16:creationId xmlns:a16="http://schemas.microsoft.com/office/drawing/2014/main" id="{C967679E-D7FB-4553-8848-6CBA69EFCDDB}"/>
                      </a:ext>
                    </a:extLst>
                  </p:cNvPr>
                  <p:cNvSpPr/>
                  <p:nvPr/>
                </p:nvSpPr>
                <p:spPr>
                  <a:xfrm>
                    <a:off x="5415285" y="3706720"/>
                    <a:ext cx="24084" cy="11612"/>
                  </a:xfrm>
                  <a:custGeom>
                    <a:avLst/>
                    <a:gdLst>
                      <a:gd name="connsiteX0" fmla="*/ 1342 w 24084"/>
                      <a:gd name="connsiteY0" fmla="*/ 13 h 11612"/>
                      <a:gd name="connsiteX1" fmla="*/ 13 w 24084"/>
                      <a:gd name="connsiteY1" fmla="*/ 545 h 11612"/>
                      <a:gd name="connsiteX2" fmla="*/ 677 w 24084"/>
                      <a:gd name="connsiteY2" fmla="*/ 1609 h 11612"/>
                      <a:gd name="connsiteX3" fmla="*/ 11938 w 24084"/>
                      <a:gd name="connsiteY3" fmla="*/ 9056 h 11612"/>
                      <a:gd name="connsiteX4" fmla="*/ 17922 w 24084"/>
                      <a:gd name="connsiteY4" fmla="*/ 11583 h 11612"/>
                      <a:gd name="connsiteX5" fmla="*/ 18809 w 24084"/>
                      <a:gd name="connsiteY5" fmla="*/ 11539 h 11612"/>
                      <a:gd name="connsiteX6" fmla="*/ 19474 w 24084"/>
                      <a:gd name="connsiteY6" fmla="*/ 9810 h 11612"/>
                      <a:gd name="connsiteX7" fmla="*/ 18986 w 24084"/>
                      <a:gd name="connsiteY7" fmla="*/ 7859 h 11612"/>
                      <a:gd name="connsiteX8" fmla="*/ 20759 w 24084"/>
                      <a:gd name="connsiteY8" fmla="*/ 4756 h 11612"/>
                      <a:gd name="connsiteX9" fmla="*/ 23951 w 24084"/>
                      <a:gd name="connsiteY9" fmla="*/ 988 h 11612"/>
                      <a:gd name="connsiteX10" fmla="*/ 17080 w 24084"/>
                      <a:gd name="connsiteY10" fmla="*/ 855 h 11612"/>
                      <a:gd name="connsiteX11" fmla="*/ 1342 w 24084"/>
                      <a:gd name="connsiteY11" fmla="*/ 13 h 11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4084" h="11612">
                        <a:moveTo>
                          <a:pt x="1342" y="13"/>
                        </a:moveTo>
                        <a:cubicBezTo>
                          <a:pt x="810" y="-31"/>
                          <a:pt x="101" y="13"/>
                          <a:pt x="13" y="545"/>
                        </a:cubicBezTo>
                        <a:cubicBezTo>
                          <a:pt x="-76" y="988"/>
                          <a:pt x="323" y="1343"/>
                          <a:pt x="677" y="1609"/>
                        </a:cubicBezTo>
                        <a:cubicBezTo>
                          <a:pt x="4401" y="4136"/>
                          <a:pt x="8081" y="6707"/>
                          <a:pt x="11938" y="9056"/>
                        </a:cubicBezTo>
                        <a:cubicBezTo>
                          <a:pt x="13799" y="10209"/>
                          <a:pt x="15750" y="11317"/>
                          <a:pt x="17922" y="11583"/>
                        </a:cubicBezTo>
                        <a:cubicBezTo>
                          <a:pt x="18233" y="11628"/>
                          <a:pt x="18498" y="11628"/>
                          <a:pt x="18809" y="11539"/>
                        </a:cubicBezTo>
                        <a:cubicBezTo>
                          <a:pt x="19429" y="11273"/>
                          <a:pt x="19607" y="10475"/>
                          <a:pt x="19474" y="9810"/>
                        </a:cubicBezTo>
                        <a:cubicBezTo>
                          <a:pt x="19341" y="9145"/>
                          <a:pt x="19030" y="8524"/>
                          <a:pt x="18986" y="7859"/>
                        </a:cubicBezTo>
                        <a:cubicBezTo>
                          <a:pt x="18942" y="6618"/>
                          <a:pt x="19873" y="5598"/>
                          <a:pt x="20759" y="4756"/>
                        </a:cubicBezTo>
                        <a:cubicBezTo>
                          <a:pt x="21380" y="4180"/>
                          <a:pt x="24794" y="2185"/>
                          <a:pt x="23951" y="988"/>
                        </a:cubicBezTo>
                        <a:cubicBezTo>
                          <a:pt x="23331" y="101"/>
                          <a:pt x="18233" y="855"/>
                          <a:pt x="17080" y="855"/>
                        </a:cubicBezTo>
                        <a:cubicBezTo>
                          <a:pt x="11760" y="767"/>
                          <a:pt x="6529" y="501"/>
                          <a:pt x="1342" y="13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6962" name="Graphique 2">
                  <a:extLst>
                    <a:ext uri="{FF2B5EF4-FFF2-40B4-BE49-F238E27FC236}">
                      <a16:creationId xmlns:a16="http://schemas.microsoft.com/office/drawing/2014/main" id="{BD0CCAAE-2A03-419E-AC38-8A6CC8062E84}"/>
                    </a:ext>
                  </a:extLst>
                </p:cNvPr>
                <p:cNvGrpSpPr/>
                <p:nvPr/>
              </p:nvGrpSpPr>
              <p:grpSpPr>
                <a:xfrm>
                  <a:off x="5196612" y="3725468"/>
                  <a:ext cx="99956" cy="120956"/>
                  <a:chOff x="5196612" y="3725468"/>
                  <a:chExt cx="99956" cy="120956"/>
                </a:xfrm>
                <a:solidFill>
                  <a:schemeClr val="accent1"/>
                </a:solidFill>
              </p:grpSpPr>
              <p:sp>
                <p:nvSpPr>
                  <p:cNvPr id="27293" name="Forme libre : forme 27292">
                    <a:extLst>
                      <a:ext uri="{FF2B5EF4-FFF2-40B4-BE49-F238E27FC236}">
                        <a16:creationId xmlns:a16="http://schemas.microsoft.com/office/drawing/2014/main" id="{878ABF66-5D26-427C-BE62-CD67454F02C0}"/>
                      </a:ext>
                    </a:extLst>
                  </p:cNvPr>
                  <p:cNvSpPr/>
                  <p:nvPr/>
                </p:nvSpPr>
                <p:spPr>
                  <a:xfrm>
                    <a:off x="5196612" y="3725468"/>
                    <a:ext cx="99956" cy="120956"/>
                  </a:xfrm>
                  <a:custGeom>
                    <a:avLst/>
                    <a:gdLst>
                      <a:gd name="connsiteX0" fmla="*/ 27043 w 99956"/>
                      <a:gd name="connsiteY0" fmla="*/ 948 h 120956"/>
                      <a:gd name="connsiteX1" fmla="*/ 4212 w 99956"/>
                      <a:gd name="connsiteY1" fmla="*/ 20719 h 120956"/>
                      <a:gd name="connsiteX2" fmla="*/ 1109 w 99956"/>
                      <a:gd name="connsiteY2" fmla="*/ 51219 h 120956"/>
                      <a:gd name="connsiteX3" fmla="*/ 3060 w 99956"/>
                      <a:gd name="connsiteY3" fmla="*/ 55164 h 120956"/>
                      <a:gd name="connsiteX4" fmla="*/ 6695 w 99956"/>
                      <a:gd name="connsiteY4" fmla="*/ 54189 h 120956"/>
                      <a:gd name="connsiteX5" fmla="*/ 9532 w 99956"/>
                      <a:gd name="connsiteY5" fmla="*/ 70946 h 120956"/>
                      <a:gd name="connsiteX6" fmla="*/ 22964 w 99956"/>
                      <a:gd name="connsiteY6" fmla="*/ 79635 h 120956"/>
                      <a:gd name="connsiteX7" fmla="*/ 22875 w 99956"/>
                      <a:gd name="connsiteY7" fmla="*/ 86063 h 120956"/>
                      <a:gd name="connsiteX8" fmla="*/ 28905 w 99956"/>
                      <a:gd name="connsiteY8" fmla="*/ 88324 h 120956"/>
                      <a:gd name="connsiteX9" fmla="*/ 39322 w 99956"/>
                      <a:gd name="connsiteY9" fmla="*/ 103795 h 120956"/>
                      <a:gd name="connsiteX10" fmla="*/ 57986 w 99956"/>
                      <a:gd name="connsiteY10" fmla="*/ 104372 h 120956"/>
                      <a:gd name="connsiteX11" fmla="*/ 55680 w 99956"/>
                      <a:gd name="connsiteY11" fmla="*/ 107741 h 120956"/>
                      <a:gd name="connsiteX12" fmla="*/ 57542 w 99956"/>
                      <a:gd name="connsiteY12" fmla="*/ 110888 h 120956"/>
                      <a:gd name="connsiteX13" fmla="*/ 59316 w 99956"/>
                      <a:gd name="connsiteY13" fmla="*/ 110578 h 120956"/>
                      <a:gd name="connsiteX14" fmla="*/ 65211 w 99956"/>
                      <a:gd name="connsiteY14" fmla="*/ 113149 h 120956"/>
                      <a:gd name="connsiteX15" fmla="*/ 81880 w 99956"/>
                      <a:gd name="connsiteY15" fmla="*/ 119489 h 120956"/>
                      <a:gd name="connsiteX16" fmla="*/ 97263 w 99956"/>
                      <a:gd name="connsiteY16" fmla="*/ 119843 h 120956"/>
                      <a:gd name="connsiteX17" fmla="*/ 96997 w 99956"/>
                      <a:gd name="connsiteY17" fmla="*/ 102111 h 120956"/>
                      <a:gd name="connsiteX18" fmla="*/ 97218 w 99956"/>
                      <a:gd name="connsiteY18" fmla="*/ 97456 h 120956"/>
                      <a:gd name="connsiteX19" fmla="*/ 98504 w 99956"/>
                      <a:gd name="connsiteY19" fmla="*/ 92712 h 120956"/>
                      <a:gd name="connsiteX20" fmla="*/ 98947 w 99956"/>
                      <a:gd name="connsiteY20" fmla="*/ 69705 h 120956"/>
                      <a:gd name="connsiteX21" fmla="*/ 92830 w 99956"/>
                      <a:gd name="connsiteY21" fmla="*/ 60750 h 120956"/>
                      <a:gd name="connsiteX22" fmla="*/ 93539 w 99956"/>
                      <a:gd name="connsiteY22" fmla="*/ 53790 h 120956"/>
                      <a:gd name="connsiteX23" fmla="*/ 87865 w 99956"/>
                      <a:gd name="connsiteY23" fmla="*/ 52815 h 120956"/>
                      <a:gd name="connsiteX24" fmla="*/ 74166 w 99956"/>
                      <a:gd name="connsiteY24" fmla="*/ 22448 h 120956"/>
                      <a:gd name="connsiteX25" fmla="*/ 65655 w 99956"/>
                      <a:gd name="connsiteY25" fmla="*/ 19788 h 120956"/>
                      <a:gd name="connsiteX26" fmla="*/ 58163 w 99956"/>
                      <a:gd name="connsiteY26" fmla="*/ 15621 h 120956"/>
                      <a:gd name="connsiteX27" fmla="*/ 48942 w 99956"/>
                      <a:gd name="connsiteY27" fmla="*/ 3563 h 120956"/>
                      <a:gd name="connsiteX28" fmla="*/ 27043 w 99956"/>
                      <a:gd name="connsiteY28" fmla="*/ 948 h 120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99956" h="120956">
                        <a:moveTo>
                          <a:pt x="27043" y="948"/>
                        </a:moveTo>
                        <a:cubicBezTo>
                          <a:pt x="16980" y="3607"/>
                          <a:pt x="8645" y="11321"/>
                          <a:pt x="4212" y="20719"/>
                        </a:cubicBezTo>
                        <a:cubicBezTo>
                          <a:pt x="-221" y="30117"/>
                          <a:pt x="-975" y="41023"/>
                          <a:pt x="1109" y="51219"/>
                        </a:cubicBezTo>
                        <a:cubicBezTo>
                          <a:pt x="1419" y="52682"/>
                          <a:pt x="1818" y="54278"/>
                          <a:pt x="3060" y="55164"/>
                        </a:cubicBezTo>
                        <a:cubicBezTo>
                          <a:pt x="4256" y="56051"/>
                          <a:pt x="6429" y="55652"/>
                          <a:pt x="6695" y="54189"/>
                        </a:cubicBezTo>
                        <a:cubicBezTo>
                          <a:pt x="6872" y="59908"/>
                          <a:pt x="7094" y="65759"/>
                          <a:pt x="9532" y="70946"/>
                        </a:cubicBezTo>
                        <a:cubicBezTo>
                          <a:pt x="11970" y="76088"/>
                          <a:pt x="17334" y="80344"/>
                          <a:pt x="22964" y="79635"/>
                        </a:cubicBezTo>
                        <a:cubicBezTo>
                          <a:pt x="21634" y="81497"/>
                          <a:pt x="21590" y="84201"/>
                          <a:pt x="22875" y="86063"/>
                        </a:cubicBezTo>
                        <a:cubicBezTo>
                          <a:pt x="24161" y="87969"/>
                          <a:pt x="26688" y="88900"/>
                          <a:pt x="28905" y="88324"/>
                        </a:cubicBezTo>
                        <a:cubicBezTo>
                          <a:pt x="29658" y="94752"/>
                          <a:pt x="33692" y="100692"/>
                          <a:pt x="39322" y="103795"/>
                        </a:cubicBezTo>
                        <a:cubicBezTo>
                          <a:pt x="44952" y="106898"/>
                          <a:pt x="52134" y="107120"/>
                          <a:pt x="57986" y="104372"/>
                        </a:cubicBezTo>
                        <a:cubicBezTo>
                          <a:pt x="57010" y="105347"/>
                          <a:pt x="55991" y="106411"/>
                          <a:pt x="55680" y="107741"/>
                        </a:cubicBezTo>
                        <a:cubicBezTo>
                          <a:pt x="55370" y="109071"/>
                          <a:pt x="56168" y="110755"/>
                          <a:pt x="57542" y="110888"/>
                        </a:cubicBezTo>
                        <a:cubicBezTo>
                          <a:pt x="58119" y="110933"/>
                          <a:pt x="58695" y="110711"/>
                          <a:pt x="59316" y="110578"/>
                        </a:cubicBezTo>
                        <a:cubicBezTo>
                          <a:pt x="61488" y="110223"/>
                          <a:pt x="63438" y="111863"/>
                          <a:pt x="65211" y="113149"/>
                        </a:cubicBezTo>
                        <a:cubicBezTo>
                          <a:pt x="70088" y="116607"/>
                          <a:pt x="76073" y="118070"/>
                          <a:pt x="81880" y="119489"/>
                        </a:cubicBezTo>
                        <a:cubicBezTo>
                          <a:pt x="86934" y="120730"/>
                          <a:pt x="92431" y="121882"/>
                          <a:pt x="97263" y="119843"/>
                        </a:cubicBezTo>
                        <a:cubicBezTo>
                          <a:pt x="97174" y="113947"/>
                          <a:pt x="97085" y="108051"/>
                          <a:pt x="96997" y="102111"/>
                        </a:cubicBezTo>
                        <a:cubicBezTo>
                          <a:pt x="96952" y="100559"/>
                          <a:pt x="96952" y="99008"/>
                          <a:pt x="97218" y="97456"/>
                        </a:cubicBezTo>
                        <a:cubicBezTo>
                          <a:pt x="97484" y="95816"/>
                          <a:pt x="98061" y="94309"/>
                          <a:pt x="98504" y="92712"/>
                        </a:cubicBezTo>
                        <a:cubicBezTo>
                          <a:pt x="100632" y="85309"/>
                          <a:pt x="100100" y="77374"/>
                          <a:pt x="98947" y="69705"/>
                        </a:cubicBezTo>
                        <a:cubicBezTo>
                          <a:pt x="98371" y="65848"/>
                          <a:pt x="96686" y="61104"/>
                          <a:pt x="92830" y="60750"/>
                        </a:cubicBezTo>
                        <a:cubicBezTo>
                          <a:pt x="93716" y="58533"/>
                          <a:pt x="94470" y="56007"/>
                          <a:pt x="93539" y="53790"/>
                        </a:cubicBezTo>
                        <a:cubicBezTo>
                          <a:pt x="92564" y="51618"/>
                          <a:pt x="88973" y="50687"/>
                          <a:pt x="87865" y="52815"/>
                        </a:cubicBezTo>
                        <a:cubicBezTo>
                          <a:pt x="87953" y="41377"/>
                          <a:pt x="82811" y="29984"/>
                          <a:pt x="74166" y="22448"/>
                        </a:cubicBezTo>
                        <a:cubicBezTo>
                          <a:pt x="71817" y="20409"/>
                          <a:pt x="68536" y="18547"/>
                          <a:pt x="65655" y="19788"/>
                        </a:cubicBezTo>
                        <a:cubicBezTo>
                          <a:pt x="67073" y="19168"/>
                          <a:pt x="62685" y="11144"/>
                          <a:pt x="58163" y="15621"/>
                        </a:cubicBezTo>
                        <a:cubicBezTo>
                          <a:pt x="56257" y="9592"/>
                          <a:pt x="54749" y="6489"/>
                          <a:pt x="48942" y="3563"/>
                        </a:cubicBezTo>
                        <a:cubicBezTo>
                          <a:pt x="42115" y="149"/>
                          <a:pt x="34490" y="-1003"/>
                          <a:pt x="27043" y="948"/>
                        </a:cubicBezTo>
                        <a:close/>
                      </a:path>
                    </a:pathLst>
                  </a:custGeom>
                  <a:solidFill>
                    <a:srgbClr val="F4D331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94" name="Forme libre : forme 27293">
                    <a:extLst>
                      <a:ext uri="{FF2B5EF4-FFF2-40B4-BE49-F238E27FC236}">
                        <a16:creationId xmlns:a16="http://schemas.microsoft.com/office/drawing/2014/main" id="{F409601B-C224-4150-A1AC-26F0A915FA53}"/>
                      </a:ext>
                    </a:extLst>
                  </p:cNvPr>
                  <p:cNvSpPr/>
                  <p:nvPr/>
                </p:nvSpPr>
                <p:spPr>
                  <a:xfrm>
                    <a:off x="5196612" y="3725468"/>
                    <a:ext cx="99956" cy="120956"/>
                  </a:xfrm>
                  <a:custGeom>
                    <a:avLst/>
                    <a:gdLst>
                      <a:gd name="connsiteX0" fmla="*/ 27043 w 99956"/>
                      <a:gd name="connsiteY0" fmla="*/ 948 h 120956"/>
                      <a:gd name="connsiteX1" fmla="*/ 4212 w 99956"/>
                      <a:gd name="connsiteY1" fmla="*/ 20719 h 120956"/>
                      <a:gd name="connsiteX2" fmla="*/ 1109 w 99956"/>
                      <a:gd name="connsiteY2" fmla="*/ 51219 h 120956"/>
                      <a:gd name="connsiteX3" fmla="*/ 3060 w 99956"/>
                      <a:gd name="connsiteY3" fmla="*/ 55164 h 120956"/>
                      <a:gd name="connsiteX4" fmla="*/ 6695 w 99956"/>
                      <a:gd name="connsiteY4" fmla="*/ 54189 h 120956"/>
                      <a:gd name="connsiteX5" fmla="*/ 9532 w 99956"/>
                      <a:gd name="connsiteY5" fmla="*/ 70946 h 120956"/>
                      <a:gd name="connsiteX6" fmla="*/ 22964 w 99956"/>
                      <a:gd name="connsiteY6" fmla="*/ 79635 h 120956"/>
                      <a:gd name="connsiteX7" fmla="*/ 22875 w 99956"/>
                      <a:gd name="connsiteY7" fmla="*/ 86063 h 120956"/>
                      <a:gd name="connsiteX8" fmla="*/ 28905 w 99956"/>
                      <a:gd name="connsiteY8" fmla="*/ 88324 h 120956"/>
                      <a:gd name="connsiteX9" fmla="*/ 39322 w 99956"/>
                      <a:gd name="connsiteY9" fmla="*/ 103795 h 120956"/>
                      <a:gd name="connsiteX10" fmla="*/ 57986 w 99956"/>
                      <a:gd name="connsiteY10" fmla="*/ 104372 h 120956"/>
                      <a:gd name="connsiteX11" fmla="*/ 55680 w 99956"/>
                      <a:gd name="connsiteY11" fmla="*/ 107741 h 120956"/>
                      <a:gd name="connsiteX12" fmla="*/ 57542 w 99956"/>
                      <a:gd name="connsiteY12" fmla="*/ 110888 h 120956"/>
                      <a:gd name="connsiteX13" fmla="*/ 59316 w 99956"/>
                      <a:gd name="connsiteY13" fmla="*/ 110578 h 120956"/>
                      <a:gd name="connsiteX14" fmla="*/ 65211 w 99956"/>
                      <a:gd name="connsiteY14" fmla="*/ 113149 h 120956"/>
                      <a:gd name="connsiteX15" fmla="*/ 81880 w 99956"/>
                      <a:gd name="connsiteY15" fmla="*/ 119489 h 120956"/>
                      <a:gd name="connsiteX16" fmla="*/ 97263 w 99956"/>
                      <a:gd name="connsiteY16" fmla="*/ 119843 h 120956"/>
                      <a:gd name="connsiteX17" fmla="*/ 96997 w 99956"/>
                      <a:gd name="connsiteY17" fmla="*/ 102111 h 120956"/>
                      <a:gd name="connsiteX18" fmla="*/ 97218 w 99956"/>
                      <a:gd name="connsiteY18" fmla="*/ 97456 h 120956"/>
                      <a:gd name="connsiteX19" fmla="*/ 98504 w 99956"/>
                      <a:gd name="connsiteY19" fmla="*/ 92712 h 120956"/>
                      <a:gd name="connsiteX20" fmla="*/ 98947 w 99956"/>
                      <a:gd name="connsiteY20" fmla="*/ 69705 h 120956"/>
                      <a:gd name="connsiteX21" fmla="*/ 92830 w 99956"/>
                      <a:gd name="connsiteY21" fmla="*/ 60750 h 120956"/>
                      <a:gd name="connsiteX22" fmla="*/ 93539 w 99956"/>
                      <a:gd name="connsiteY22" fmla="*/ 53790 h 120956"/>
                      <a:gd name="connsiteX23" fmla="*/ 87865 w 99956"/>
                      <a:gd name="connsiteY23" fmla="*/ 52815 h 120956"/>
                      <a:gd name="connsiteX24" fmla="*/ 74166 w 99956"/>
                      <a:gd name="connsiteY24" fmla="*/ 22448 h 120956"/>
                      <a:gd name="connsiteX25" fmla="*/ 65655 w 99956"/>
                      <a:gd name="connsiteY25" fmla="*/ 19788 h 120956"/>
                      <a:gd name="connsiteX26" fmla="*/ 58163 w 99956"/>
                      <a:gd name="connsiteY26" fmla="*/ 15621 h 120956"/>
                      <a:gd name="connsiteX27" fmla="*/ 48942 w 99956"/>
                      <a:gd name="connsiteY27" fmla="*/ 3563 h 120956"/>
                      <a:gd name="connsiteX28" fmla="*/ 27043 w 99956"/>
                      <a:gd name="connsiteY28" fmla="*/ 948 h 120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99956" h="120956">
                        <a:moveTo>
                          <a:pt x="27043" y="948"/>
                        </a:moveTo>
                        <a:cubicBezTo>
                          <a:pt x="16980" y="3607"/>
                          <a:pt x="8645" y="11321"/>
                          <a:pt x="4212" y="20719"/>
                        </a:cubicBezTo>
                        <a:cubicBezTo>
                          <a:pt x="-221" y="30117"/>
                          <a:pt x="-975" y="41023"/>
                          <a:pt x="1109" y="51219"/>
                        </a:cubicBezTo>
                        <a:cubicBezTo>
                          <a:pt x="1419" y="52682"/>
                          <a:pt x="1818" y="54278"/>
                          <a:pt x="3060" y="55164"/>
                        </a:cubicBezTo>
                        <a:cubicBezTo>
                          <a:pt x="4256" y="56051"/>
                          <a:pt x="6429" y="55652"/>
                          <a:pt x="6695" y="54189"/>
                        </a:cubicBezTo>
                        <a:cubicBezTo>
                          <a:pt x="6872" y="59908"/>
                          <a:pt x="7094" y="65759"/>
                          <a:pt x="9532" y="70946"/>
                        </a:cubicBezTo>
                        <a:cubicBezTo>
                          <a:pt x="11970" y="76088"/>
                          <a:pt x="17334" y="80344"/>
                          <a:pt x="22964" y="79635"/>
                        </a:cubicBezTo>
                        <a:cubicBezTo>
                          <a:pt x="21634" y="81497"/>
                          <a:pt x="21590" y="84201"/>
                          <a:pt x="22875" y="86063"/>
                        </a:cubicBezTo>
                        <a:cubicBezTo>
                          <a:pt x="24161" y="87969"/>
                          <a:pt x="26688" y="88900"/>
                          <a:pt x="28905" y="88324"/>
                        </a:cubicBezTo>
                        <a:cubicBezTo>
                          <a:pt x="29658" y="94752"/>
                          <a:pt x="33692" y="100692"/>
                          <a:pt x="39322" y="103795"/>
                        </a:cubicBezTo>
                        <a:cubicBezTo>
                          <a:pt x="44952" y="106898"/>
                          <a:pt x="52134" y="107120"/>
                          <a:pt x="57986" y="104372"/>
                        </a:cubicBezTo>
                        <a:cubicBezTo>
                          <a:pt x="57010" y="105347"/>
                          <a:pt x="55991" y="106411"/>
                          <a:pt x="55680" y="107741"/>
                        </a:cubicBezTo>
                        <a:cubicBezTo>
                          <a:pt x="55370" y="109071"/>
                          <a:pt x="56168" y="110755"/>
                          <a:pt x="57542" y="110888"/>
                        </a:cubicBezTo>
                        <a:cubicBezTo>
                          <a:pt x="58119" y="110933"/>
                          <a:pt x="58695" y="110711"/>
                          <a:pt x="59316" y="110578"/>
                        </a:cubicBezTo>
                        <a:cubicBezTo>
                          <a:pt x="61488" y="110223"/>
                          <a:pt x="63438" y="111863"/>
                          <a:pt x="65211" y="113149"/>
                        </a:cubicBezTo>
                        <a:cubicBezTo>
                          <a:pt x="70088" y="116607"/>
                          <a:pt x="76073" y="118070"/>
                          <a:pt x="81880" y="119489"/>
                        </a:cubicBezTo>
                        <a:cubicBezTo>
                          <a:pt x="86934" y="120730"/>
                          <a:pt x="92431" y="121882"/>
                          <a:pt x="97263" y="119843"/>
                        </a:cubicBezTo>
                        <a:cubicBezTo>
                          <a:pt x="97174" y="113947"/>
                          <a:pt x="97085" y="108051"/>
                          <a:pt x="96997" y="102111"/>
                        </a:cubicBezTo>
                        <a:cubicBezTo>
                          <a:pt x="96952" y="100559"/>
                          <a:pt x="96952" y="99008"/>
                          <a:pt x="97218" y="97456"/>
                        </a:cubicBezTo>
                        <a:cubicBezTo>
                          <a:pt x="97484" y="95816"/>
                          <a:pt x="98061" y="94309"/>
                          <a:pt x="98504" y="92712"/>
                        </a:cubicBezTo>
                        <a:cubicBezTo>
                          <a:pt x="100632" y="85309"/>
                          <a:pt x="100100" y="77374"/>
                          <a:pt x="98947" y="69705"/>
                        </a:cubicBezTo>
                        <a:cubicBezTo>
                          <a:pt x="98371" y="65848"/>
                          <a:pt x="96686" y="61104"/>
                          <a:pt x="92830" y="60750"/>
                        </a:cubicBezTo>
                        <a:cubicBezTo>
                          <a:pt x="93716" y="58533"/>
                          <a:pt x="94470" y="56007"/>
                          <a:pt x="93539" y="53790"/>
                        </a:cubicBezTo>
                        <a:cubicBezTo>
                          <a:pt x="92564" y="51618"/>
                          <a:pt x="88973" y="50687"/>
                          <a:pt x="87865" y="52815"/>
                        </a:cubicBezTo>
                        <a:cubicBezTo>
                          <a:pt x="87953" y="41377"/>
                          <a:pt x="82811" y="29984"/>
                          <a:pt x="74166" y="22448"/>
                        </a:cubicBezTo>
                        <a:cubicBezTo>
                          <a:pt x="71817" y="20409"/>
                          <a:pt x="68536" y="18547"/>
                          <a:pt x="65655" y="19788"/>
                        </a:cubicBezTo>
                        <a:cubicBezTo>
                          <a:pt x="67073" y="19168"/>
                          <a:pt x="62685" y="11144"/>
                          <a:pt x="58163" y="15621"/>
                        </a:cubicBezTo>
                        <a:cubicBezTo>
                          <a:pt x="56257" y="9592"/>
                          <a:pt x="54749" y="6489"/>
                          <a:pt x="48942" y="3563"/>
                        </a:cubicBezTo>
                        <a:cubicBezTo>
                          <a:pt x="42115" y="149"/>
                          <a:pt x="34490" y="-1003"/>
                          <a:pt x="27043" y="948"/>
                        </a:cubicBezTo>
                        <a:close/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95" name="Forme libre : forme 27294">
                    <a:extLst>
                      <a:ext uri="{FF2B5EF4-FFF2-40B4-BE49-F238E27FC236}">
                        <a16:creationId xmlns:a16="http://schemas.microsoft.com/office/drawing/2014/main" id="{FAC6E9F3-19C9-4E9B-82E0-0934D1AB373B}"/>
                      </a:ext>
                    </a:extLst>
                  </p:cNvPr>
                  <p:cNvSpPr/>
                  <p:nvPr/>
                </p:nvSpPr>
                <p:spPr>
                  <a:xfrm>
                    <a:off x="5203263" y="3741090"/>
                    <a:ext cx="51423" cy="38523"/>
                  </a:xfrm>
                  <a:custGeom>
                    <a:avLst/>
                    <a:gdLst>
                      <a:gd name="connsiteX0" fmla="*/ 51424 w 51423"/>
                      <a:gd name="connsiteY0" fmla="*/ 0 h 38523"/>
                      <a:gd name="connsiteX1" fmla="*/ 28372 w 51423"/>
                      <a:gd name="connsiteY1" fmla="*/ 15205 h 38523"/>
                      <a:gd name="connsiteX2" fmla="*/ 0 w 51423"/>
                      <a:gd name="connsiteY2" fmla="*/ 38524 h 38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1423" h="38523">
                        <a:moveTo>
                          <a:pt x="51424" y="0"/>
                        </a:moveTo>
                        <a:cubicBezTo>
                          <a:pt x="51424" y="0"/>
                          <a:pt x="41006" y="8024"/>
                          <a:pt x="28372" y="15205"/>
                        </a:cubicBezTo>
                        <a:cubicBezTo>
                          <a:pt x="15738" y="22387"/>
                          <a:pt x="3724" y="29258"/>
                          <a:pt x="0" y="38524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96" name="Forme libre : forme 27295">
                    <a:extLst>
                      <a:ext uri="{FF2B5EF4-FFF2-40B4-BE49-F238E27FC236}">
                        <a16:creationId xmlns:a16="http://schemas.microsoft.com/office/drawing/2014/main" id="{C7731FC7-8806-4859-ACF8-DDF120699C7F}"/>
                      </a:ext>
                    </a:extLst>
                  </p:cNvPr>
                  <p:cNvSpPr/>
                  <p:nvPr/>
                </p:nvSpPr>
                <p:spPr>
                  <a:xfrm>
                    <a:off x="5219532" y="3745257"/>
                    <a:ext cx="42646" cy="59802"/>
                  </a:xfrm>
                  <a:custGeom>
                    <a:avLst/>
                    <a:gdLst>
                      <a:gd name="connsiteX0" fmla="*/ 0 w 42646"/>
                      <a:gd name="connsiteY0" fmla="*/ 59802 h 59802"/>
                      <a:gd name="connsiteX1" fmla="*/ 17156 w 42646"/>
                      <a:gd name="connsiteY1" fmla="*/ 37105 h 59802"/>
                      <a:gd name="connsiteX2" fmla="*/ 42646 w 42646"/>
                      <a:gd name="connsiteY2" fmla="*/ 0 h 59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646" h="59802">
                        <a:moveTo>
                          <a:pt x="0" y="59802"/>
                        </a:moveTo>
                        <a:cubicBezTo>
                          <a:pt x="0" y="59802"/>
                          <a:pt x="10772" y="46237"/>
                          <a:pt x="17156" y="37105"/>
                        </a:cubicBezTo>
                        <a:cubicBezTo>
                          <a:pt x="23540" y="27973"/>
                          <a:pt x="41050" y="1418"/>
                          <a:pt x="42646" y="0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97" name="Forme libre : forme 27296">
                    <a:extLst>
                      <a:ext uri="{FF2B5EF4-FFF2-40B4-BE49-F238E27FC236}">
                        <a16:creationId xmlns:a16="http://schemas.microsoft.com/office/drawing/2014/main" id="{6DB07B96-34EE-4A65-AE35-B890DA0A9FC4}"/>
                      </a:ext>
                    </a:extLst>
                  </p:cNvPr>
                  <p:cNvSpPr/>
                  <p:nvPr/>
                </p:nvSpPr>
                <p:spPr>
                  <a:xfrm>
                    <a:off x="5225472" y="3778239"/>
                    <a:ext cx="58871" cy="35508"/>
                  </a:xfrm>
                  <a:custGeom>
                    <a:avLst/>
                    <a:gdLst>
                      <a:gd name="connsiteX0" fmla="*/ 58872 w 58871"/>
                      <a:gd name="connsiteY0" fmla="*/ 0 h 35508"/>
                      <a:gd name="connsiteX1" fmla="*/ 17023 w 58871"/>
                      <a:gd name="connsiteY1" fmla="*/ 23407 h 35508"/>
                      <a:gd name="connsiteX2" fmla="*/ 0 w 58871"/>
                      <a:gd name="connsiteY2" fmla="*/ 35509 h 35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8871" h="35508">
                        <a:moveTo>
                          <a:pt x="58872" y="0"/>
                        </a:moveTo>
                        <a:cubicBezTo>
                          <a:pt x="58872" y="0"/>
                          <a:pt x="23717" y="19860"/>
                          <a:pt x="17023" y="23407"/>
                        </a:cubicBezTo>
                        <a:cubicBezTo>
                          <a:pt x="10285" y="26953"/>
                          <a:pt x="0" y="35509"/>
                          <a:pt x="0" y="35509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98" name="Forme libre : forme 27297">
                    <a:extLst>
                      <a:ext uri="{FF2B5EF4-FFF2-40B4-BE49-F238E27FC236}">
                        <a16:creationId xmlns:a16="http://schemas.microsoft.com/office/drawing/2014/main" id="{019B8CE5-A22A-475E-B22B-8E99DE1E9B83}"/>
                      </a:ext>
                    </a:extLst>
                  </p:cNvPr>
                  <p:cNvSpPr/>
                  <p:nvPr/>
                </p:nvSpPr>
                <p:spPr>
                  <a:xfrm>
                    <a:off x="5254554" y="3786218"/>
                    <a:ext cx="34799" cy="43621"/>
                  </a:xfrm>
                  <a:custGeom>
                    <a:avLst/>
                    <a:gdLst>
                      <a:gd name="connsiteX0" fmla="*/ 34800 w 34799"/>
                      <a:gd name="connsiteY0" fmla="*/ 0 h 43621"/>
                      <a:gd name="connsiteX1" fmla="*/ 15161 w 34799"/>
                      <a:gd name="connsiteY1" fmla="*/ 25756 h 43621"/>
                      <a:gd name="connsiteX2" fmla="*/ 0 w 34799"/>
                      <a:gd name="connsiteY2" fmla="*/ 43622 h 43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799" h="43621">
                        <a:moveTo>
                          <a:pt x="34800" y="0"/>
                        </a:moveTo>
                        <a:cubicBezTo>
                          <a:pt x="34800" y="0"/>
                          <a:pt x="19594" y="20880"/>
                          <a:pt x="15161" y="25756"/>
                        </a:cubicBezTo>
                        <a:cubicBezTo>
                          <a:pt x="10728" y="30633"/>
                          <a:pt x="0" y="43622"/>
                          <a:pt x="0" y="43622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99" name="Forme libre : forme 27298">
                    <a:extLst>
                      <a:ext uri="{FF2B5EF4-FFF2-40B4-BE49-F238E27FC236}">
                        <a16:creationId xmlns:a16="http://schemas.microsoft.com/office/drawing/2014/main" id="{AAE885F8-B820-4483-8241-1EE7FF051784}"/>
                      </a:ext>
                    </a:extLst>
                  </p:cNvPr>
                  <p:cNvSpPr/>
                  <p:nvPr/>
                </p:nvSpPr>
                <p:spPr>
                  <a:xfrm>
                    <a:off x="5255883" y="3821860"/>
                    <a:ext cx="37548" cy="14185"/>
                  </a:xfrm>
                  <a:custGeom>
                    <a:avLst/>
                    <a:gdLst>
                      <a:gd name="connsiteX0" fmla="*/ 0 w 37548"/>
                      <a:gd name="connsiteY0" fmla="*/ 14186 h 14185"/>
                      <a:gd name="connsiteX1" fmla="*/ 37548 w 37548"/>
                      <a:gd name="connsiteY1" fmla="*/ 0 h 14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7548" h="14185">
                        <a:moveTo>
                          <a:pt x="0" y="14186"/>
                        </a:moveTo>
                        <a:cubicBezTo>
                          <a:pt x="0" y="14186"/>
                          <a:pt x="20614" y="8423"/>
                          <a:pt x="37548" y="0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00" name="Forme libre : forme 27299">
                    <a:extLst>
                      <a:ext uri="{FF2B5EF4-FFF2-40B4-BE49-F238E27FC236}">
                        <a16:creationId xmlns:a16="http://schemas.microsoft.com/office/drawing/2014/main" id="{7ABC2007-A291-4F2A-A908-85F2E19C1ECE}"/>
                      </a:ext>
                    </a:extLst>
                  </p:cNvPr>
                  <p:cNvSpPr/>
                  <p:nvPr/>
                </p:nvSpPr>
                <p:spPr>
                  <a:xfrm rot="-1256500">
                    <a:off x="5221536" y="3738235"/>
                    <a:ext cx="11614" cy="5496"/>
                  </a:xfrm>
                  <a:custGeom>
                    <a:avLst/>
                    <a:gdLst>
                      <a:gd name="connsiteX0" fmla="*/ 11614 w 11614"/>
                      <a:gd name="connsiteY0" fmla="*/ 2748 h 5496"/>
                      <a:gd name="connsiteX1" fmla="*/ 5807 w 11614"/>
                      <a:gd name="connsiteY1" fmla="*/ 5497 h 5496"/>
                      <a:gd name="connsiteX2" fmla="*/ 0 w 11614"/>
                      <a:gd name="connsiteY2" fmla="*/ 2748 h 5496"/>
                      <a:gd name="connsiteX3" fmla="*/ 5807 w 11614"/>
                      <a:gd name="connsiteY3" fmla="*/ 0 h 5496"/>
                      <a:gd name="connsiteX4" fmla="*/ 11614 w 11614"/>
                      <a:gd name="connsiteY4" fmla="*/ 2748 h 5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14" h="5496">
                        <a:moveTo>
                          <a:pt x="11614" y="2748"/>
                        </a:moveTo>
                        <a:cubicBezTo>
                          <a:pt x="11614" y="4266"/>
                          <a:pt x="9014" y="5497"/>
                          <a:pt x="5807" y="5497"/>
                        </a:cubicBezTo>
                        <a:cubicBezTo>
                          <a:pt x="2600" y="5497"/>
                          <a:pt x="0" y="4266"/>
                          <a:pt x="0" y="2748"/>
                        </a:cubicBezTo>
                        <a:cubicBezTo>
                          <a:pt x="0" y="1231"/>
                          <a:pt x="2600" y="0"/>
                          <a:pt x="5807" y="0"/>
                        </a:cubicBezTo>
                        <a:cubicBezTo>
                          <a:pt x="9014" y="0"/>
                          <a:pt x="11614" y="1231"/>
                          <a:pt x="11614" y="2748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01" name="Forme libre : forme 27300">
                    <a:extLst>
                      <a:ext uri="{FF2B5EF4-FFF2-40B4-BE49-F238E27FC236}">
                        <a16:creationId xmlns:a16="http://schemas.microsoft.com/office/drawing/2014/main" id="{E9E6D936-8CC3-4F0E-B8E0-91D0CF19885D}"/>
                      </a:ext>
                    </a:extLst>
                  </p:cNvPr>
                  <p:cNvSpPr/>
                  <p:nvPr/>
                </p:nvSpPr>
                <p:spPr>
                  <a:xfrm rot="-2850514">
                    <a:off x="5211384" y="3782005"/>
                    <a:ext cx="11437" cy="5940"/>
                  </a:xfrm>
                  <a:custGeom>
                    <a:avLst/>
                    <a:gdLst>
                      <a:gd name="connsiteX0" fmla="*/ 11438 w 11437"/>
                      <a:gd name="connsiteY0" fmla="*/ 2970 h 5940"/>
                      <a:gd name="connsiteX1" fmla="*/ 5719 w 11437"/>
                      <a:gd name="connsiteY1" fmla="*/ 5940 h 5940"/>
                      <a:gd name="connsiteX2" fmla="*/ 0 w 11437"/>
                      <a:gd name="connsiteY2" fmla="*/ 2970 h 5940"/>
                      <a:gd name="connsiteX3" fmla="*/ 5719 w 11437"/>
                      <a:gd name="connsiteY3" fmla="*/ 0 h 5940"/>
                      <a:gd name="connsiteX4" fmla="*/ 11438 w 11437"/>
                      <a:gd name="connsiteY4" fmla="*/ 2970 h 5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7" h="5940">
                        <a:moveTo>
                          <a:pt x="11438" y="2970"/>
                        </a:moveTo>
                        <a:cubicBezTo>
                          <a:pt x="11438" y="4611"/>
                          <a:pt x="8877" y="5940"/>
                          <a:pt x="5719" y="5940"/>
                        </a:cubicBezTo>
                        <a:cubicBezTo>
                          <a:pt x="2560" y="5940"/>
                          <a:pt x="0" y="4610"/>
                          <a:pt x="0" y="2970"/>
                        </a:cubicBezTo>
                        <a:cubicBezTo>
                          <a:pt x="0" y="1330"/>
                          <a:pt x="2560" y="0"/>
                          <a:pt x="5719" y="0"/>
                        </a:cubicBezTo>
                        <a:cubicBezTo>
                          <a:pt x="8877" y="0"/>
                          <a:pt x="11438" y="1330"/>
                          <a:pt x="11438" y="2970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02" name="Forme libre : forme 27301">
                    <a:extLst>
                      <a:ext uri="{FF2B5EF4-FFF2-40B4-BE49-F238E27FC236}">
                        <a16:creationId xmlns:a16="http://schemas.microsoft.com/office/drawing/2014/main" id="{D55EDB6F-E592-46FE-B5BD-DAC09540AC3D}"/>
                      </a:ext>
                    </a:extLst>
                  </p:cNvPr>
                  <p:cNvSpPr/>
                  <p:nvPr/>
                </p:nvSpPr>
                <p:spPr>
                  <a:xfrm rot="-1256500">
                    <a:off x="5258766" y="3767054"/>
                    <a:ext cx="12500" cy="7181"/>
                  </a:xfrm>
                  <a:custGeom>
                    <a:avLst/>
                    <a:gdLst>
                      <a:gd name="connsiteX0" fmla="*/ 12501 w 12500"/>
                      <a:gd name="connsiteY0" fmla="*/ 3591 h 7181"/>
                      <a:gd name="connsiteX1" fmla="*/ 6250 w 12500"/>
                      <a:gd name="connsiteY1" fmla="*/ 7181 h 7181"/>
                      <a:gd name="connsiteX2" fmla="*/ 0 w 12500"/>
                      <a:gd name="connsiteY2" fmla="*/ 3591 h 7181"/>
                      <a:gd name="connsiteX3" fmla="*/ 6250 w 12500"/>
                      <a:gd name="connsiteY3" fmla="*/ 0 h 7181"/>
                      <a:gd name="connsiteX4" fmla="*/ 12501 w 12500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0" h="7181">
                        <a:moveTo>
                          <a:pt x="12501" y="3591"/>
                        </a:moveTo>
                        <a:cubicBezTo>
                          <a:pt x="12501" y="5574"/>
                          <a:pt x="9702" y="7181"/>
                          <a:pt x="6250" y="7181"/>
                        </a:cubicBezTo>
                        <a:cubicBezTo>
                          <a:pt x="2798" y="7181"/>
                          <a:pt x="0" y="5574"/>
                          <a:pt x="0" y="3591"/>
                        </a:cubicBezTo>
                        <a:cubicBezTo>
                          <a:pt x="0" y="1608"/>
                          <a:pt x="2798" y="0"/>
                          <a:pt x="6250" y="0"/>
                        </a:cubicBezTo>
                        <a:cubicBezTo>
                          <a:pt x="9702" y="0"/>
                          <a:pt x="12501" y="1608"/>
                          <a:pt x="12501" y="3591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03" name="Forme libre : forme 27302">
                    <a:extLst>
                      <a:ext uri="{FF2B5EF4-FFF2-40B4-BE49-F238E27FC236}">
                        <a16:creationId xmlns:a16="http://schemas.microsoft.com/office/drawing/2014/main" id="{524D4513-58AB-4695-A5E5-99683747869C}"/>
                      </a:ext>
                    </a:extLst>
                  </p:cNvPr>
                  <p:cNvSpPr/>
                  <p:nvPr/>
                </p:nvSpPr>
                <p:spPr>
                  <a:xfrm rot="-1256500">
                    <a:off x="5240276" y="3813366"/>
                    <a:ext cx="9220" cy="6117"/>
                  </a:xfrm>
                  <a:custGeom>
                    <a:avLst/>
                    <a:gdLst>
                      <a:gd name="connsiteX0" fmla="*/ 9220 w 9220"/>
                      <a:gd name="connsiteY0" fmla="*/ 3059 h 6117"/>
                      <a:gd name="connsiteX1" fmla="*/ 4610 w 9220"/>
                      <a:gd name="connsiteY1" fmla="*/ 6117 h 6117"/>
                      <a:gd name="connsiteX2" fmla="*/ 0 w 9220"/>
                      <a:gd name="connsiteY2" fmla="*/ 3059 h 6117"/>
                      <a:gd name="connsiteX3" fmla="*/ 4610 w 9220"/>
                      <a:gd name="connsiteY3" fmla="*/ 0 h 6117"/>
                      <a:gd name="connsiteX4" fmla="*/ 9220 w 9220"/>
                      <a:gd name="connsiteY4" fmla="*/ 3059 h 6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" h="6117">
                        <a:moveTo>
                          <a:pt x="9220" y="3059"/>
                        </a:moveTo>
                        <a:cubicBezTo>
                          <a:pt x="9220" y="4748"/>
                          <a:pt x="7156" y="6117"/>
                          <a:pt x="4610" y="6117"/>
                        </a:cubicBezTo>
                        <a:cubicBezTo>
                          <a:pt x="2064" y="6117"/>
                          <a:pt x="0" y="4748"/>
                          <a:pt x="0" y="3059"/>
                        </a:cubicBezTo>
                        <a:cubicBezTo>
                          <a:pt x="0" y="1369"/>
                          <a:pt x="2064" y="0"/>
                          <a:pt x="4610" y="0"/>
                        </a:cubicBezTo>
                        <a:cubicBezTo>
                          <a:pt x="7156" y="0"/>
                          <a:pt x="9220" y="1369"/>
                          <a:pt x="9220" y="3059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04" name="Forme libre : forme 27303">
                    <a:extLst>
                      <a:ext uri="{FF2B5EF4-FFF2-40B4-BE49-F238E27FC236}">
                        <a16:creationId xmlns:a16="http://schemas.microsoft.com/office/drawing/2014/main" id="{2E4D65CA-C003-4628-B76E-DAF316ECADD7}"/>
                      </a:ext>
                    </a:extLst>
                  </p:cNvPr>
                  <p:cNvSpPr/>
                  <p:nvPr/>
                </p:nvSpPr>
                <p:spPr>
                  <a:xfrm rot="-2378915">
                    <a:off x="5280355" y="3807873"/>
                    <a:ext cx="7891" cy="5142"/>
                  </a:xfrm>
                  <a:custGeom>
                    <a:avLst/>
                    <a:gdLst>
                      <a:gd name="connsiteX0" fmla="*/ 7891 w 7891"/>
                      <a:gd name="connsiteY0" fmla="*/ 2571 h 5142"/>
                      <a:gd name="connsiteX1" fmla="*/ 3946 w 7891"/>
                      <a:gd name="connsiteY1" fmla="*/ 5143 h 5142"/>
                      <a:gd name="connsiteX2" fmla="*/ 0 w 7891"/>
                      <a:gd name="connsiteY2" fmla="*/ 2571 h 5142"/>
                      <a:gd name="connsiteX3" fmla="*/ 3946 w 7891"/>
                      <a:gd name="connsiteY3" fmla="*/ 0 h 5142"/>
                      <a:gd name="connsiteX4" fmla="*/ 7891 w 7891"/>
                      <a:gd name="connsiteY4" fmla="*/ 2571 h 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91" h="5142">
                        <a:moveTo>
                          <a:pt x="7891" y="2571"/>
                        </a:moveTo>
                        <a:cubicBezTo>
                          <a:pt x="7891" y="3991"/>
                          <a:pt x="6125" y="5143"/>
                          <a:pt x="3946" y="5143"/>
                        </a:cubicBezTo>
                        <a:cubicBezTo>
                          <a:pt x="1766" y="5143"/>
                          <a:pt x="0" y="3991"/>
                          <a:pt x="0" y="2571"/>
                        </a:cubicBezTo>
                        <a:cubicBezTo>
                          <a:pt x="0" y="1151"/>
                          <a:pt x="1766" y="0"/>
                          <a:pt x="3946" y="0"/>
                        </a:cubicBezTo>
                        <a:cubicBezTo>
                          <a:pt x="6125" y="0"/>
                          <a:pt x="7891" y="1151"/>
                          <a:pt x="7891" y="2571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05" name="Forme libre : forme 27304">
                    <a:extLst>
                      <a:ext uri="{FF2B5EF4-FFF2-40B4-BE49-F238E27FC236}">
                        <a16:creationId xmlns:a16="http://schemas.microsoft.com/office/drawing/2014/main" id="{9346EBDC-F2FA-4C2F-895D-D415682EE789}"/>
                      </a:ext>
                    </a:extLst>
                  </p:cNvPr>
                  <p:cNvSpPr/>
                  <p:nvPr/>
                </p:nvSpPr>
                <p:spPr>
                  <a:xfrm>
                    <a:off x="5200146" y="3734352"/>
                    <a:ext cx="16675" cy="35404"/>
                  </a:xfrm>
                  <a:custGeom>
                    <a:avLst/>
                    <a:gdLst>
                      <a:gd name="connsiteX0" fmla="*/ 13 w 16675"/>
                      <a:gd name="connsiteY0" fmla="*/ 30055 h 35404"/>
                      <a:gd name="connsiteX1" fmla="*/ 501 w 16675"/>
                      <a:gd name="connsiteY1" fmla="*/ 34045 h 35404"/>
                      <a:gd name="connsiteX2" fmla="*/ 1388 w 16675"/>
                      <a:gd name="connsiteY2" fmla="*/ 35198 h 35404"/>
                      <a:gd name="connsiteX3" fmla="*/ 4446 w 16675"/>
                      <a:gd name="connsiteY3" fmla="*/ 33957 h 35404"/>
                      <a:gd name="connsiteX4" fmla="*/ 8436 w 16675"/>
                      <a:gd name="connsiteY4" fmla="*/ 22120 h 35404"/>
                      <a:gd name="connsiteX5" fmla="*/ 14731 w 16675"/>
                      <a:gd name="connsiteY5" fmla="*/ 6117 h 35404"/>
                      <a:gd name="connsiteX6" fmla="*/ 14731 w 16675"/>
                      <a:gd name="connsiteY6" fmla="*/ 43 h 35404"/>
                      <a:gd name="connsiteX7" fmla="*/ 8835 w 16675"/>
                      <a:gd name="connsiteY7" fmla="*/ 5718 h 35404"/>
                      <a:gd name="connsiteX8" fmla="*/ 1299 w 16675"/>
                      <a:gd name="connsiteY8" fmla="*/ 20835 h 35404"/>
                      <a:gd name="connsiteX9" fmla="*/ 13 w 16675"/>
                      <a:gd name="connsiteY9" fmla="*/ 30055 h 35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675" h="35404">
                        <a:moveTo>
                          <a:pt x="13" y="30055"/>
                        </a:moveTo>
                        <a:cubicBezTo>
                          <a:pt x="-31" y="31386"/>
                          <a:pt x="13" y="32804"/>
                          <a:pt x="501" y="34045"/>
                        </a:cubicBezTo>
                        <a:cubicBezTo>
                          <a:pt x="678" y="34488"/>
                          <a:pt x="944" y="34932"/>
                          <a:pt x="1388" y="35198"/>
                        </a:cubicBezTo>
                        <a:cubicBezTo>
                          <a:pt x="2451" y="35819"/>
                          <a:pt x="3737" y="34932"/>
                          <a:pt x="4446" y="33957"/>
                        </a:cubicBezTo>
                        <a:cubicBezTo>
                          <a:pt x="7018" y="30632"/>
                          <a:pt x="7549" y="26243"/>
                          <a:pt x="8436" y="22120"/>
                        </a:cubicBezTo>
                        <a:cubicBezTo>
                          <a:pt x="9677" y="16490"/>
                          <a:pt x="11805" y="11082"/>
                          <a:pt x="14731" y="6117"/>
                        </a:cubicBezTo>
                        <a:cubicBezTo>
                          <a:pt x="15529" y="4787"/>
                          <a:pt x="18677" y="-533"/>
                          <a:pt x="14731" y="43"/>
                        </a:cubicBezTo>
                        <a:cubicBezTo>
                          <a:pt x="12515" y="398"/>
                          <a:pt x="10121" y="4077"/>
                          <a:pt x="8835" y="5718"/>
                        </a:cubicBezTo>
                        <a:cubicBezTo>
                          <a:pt x="5333" y="10195"/>
                          <a:pt x="2762" y="15382"/>
                          <a:pt x="1299" y="20835"/>
                        </a:cubicBezTo>
                        <a:cubicBezTo>
                          <a:pt x="589" y="23849"/>
                          <a:pt x="146" y="26952"/>
                          <a:pt x="13" y="30055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06" name="Forme libre : forme 27305">
                    <a:extLst>
                      <a:ext uri="{FF2B5EF4-FFF2-40B4-BE49-F238E27FC236}">
                        <a16:creationId xmlns:a16="http://schemas.microsoft.com/office/drawing/2014/main" id="{2F239282-6DC7-4032-9939-B9373051B055}"/>
                      </a:ext>
                    </a:extLst>
                  </p:cNvPr>
                  <p:cNvSpPr/>
                  <p:nvPr/>
                </p:nvSpPr>
                <p:spPr>
                  <a:xfrm>
                    <a:off x="5229594" y="3786130"/>
                    <a:ext cx="47879" cy="41153"/>
                  </a:xfrm>
                  <a:custGeom>
                    <a:avLst/>
                    <a:gdLst>
                      <a:gd name="connsiteX0" fmla="*/ 844 w 47879"/>
                      <a:gd name="connsiteY0" fmla="*/ 32716 h 41153"/>
                      <a:gd name="connsiteX1" fmla="*/ 356 w 47879"/>
                      <a:gd name="connsiteY1" fmla="*/ 28860 h 41153"/>
                      <a:gd name="connsiteX2" fmla="*/ 1287 w 47879"/>
                      <a:gd name="connsiteY2" fmla="*/ 27884 h 41153"/>
                      <a:gd name="connsiteX3" fmla="*/ 11262 w 47879"/>
                      <a:gd name="connsiteY3" fmla="*/ 20880 h 41153"/>
                      <a:gd name="connsiteX4" fmla="*/ 21901 w 47879"/>
                      <a:gd name="connsiteY4" fmla="*/ 16003 h 41153"/>
                      <a:gd name="connsiteX5" fmla="*/ 47879 w 47879"/>
                      <a:gd name="connsiteY5" fmla="*/ 0 h 41153"/>
                      <a:gd name="connsiteX6" fmla="*/ 32541 w 47879"/>
                      <a:gd name="connsiteY6" fmla="*/ 10462 h 41153"/>
                      <a:gd name="connsiteX7" fmla="*/ 11661 w 47879"/>
                      <a:gd name="connsiteY7" fmla="*/ 24914 h 41153"/>
                      <a:gd name="connsiteX8" fmla="*/ 7361 w 47879"/>
                      <a:gd name="connsiteY8" fmla="*/ 30189 h 41153"/>
                      <a:gd name="connsiteX9" fmla="*/ 8912 w 47879"/>
                      <a:gd name="connsiteY9" fmla="*/ 35509 h 41153"/>
                      <a:gd name="connsiteX10" fmla="*/ 13523 w 47879"/>
                      <a:gd name="connsiteY10" fmla="*/ 39942 h 41153"/>
                      <a:gd name="connsiteX11" fmla="*/ 10375 w 47879"/>
                      <a:gd name="connsiteY11" fmla="*/ 40430 h 41153"/>
                      <a:gd name="connsiteX12" fmla="*/ 844 w 47879"/>
                      <a:gd name="connsiteY12" fmla="*/ 32716 h 41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7879" h="41153">
                        <a:moveTo>
                          <a:pt x="844" y="32716"/>
                        </a:moveTo>
                        <a:cubicBezTo>
                          <a:pt x="179" y="31519"/>
                          <a:pt x="-397" y="30012"/>
                          <a:pt x="356" y="28860"/>
                        </a:cubicBezTo>
                        <a:cubicBezTo>
                          <a:pt x="578" y="28460"/>
                          <a:pt x="933" y="28194"/>
                          <a:pt x="1287" y="27884"/>
                        </a:cubicBezTo>
                        <a:cubicBezTo>
                          <a:pt x="4435" y="25313"/>
                          <a:pt x="7671" y="22786"/>
                          <a:pt x="11262" y="20880"/>
                        </a:cubicBezTo>
                        <a:cubicBezTo>
                          <a:pt x="14720" y="19018"/>
                          <a:pt x="18443" y="17732"/>
                          <a:pt x="21901" y="16003"/>
                        </a:cubicBezTo>
                        <a:cubicBezTo>
                          <a:pt x="31033" y="11437"/>
                          <a:pt x="38437" y="3768"/>
                          <a:pt x="47879" y="0"/>
                        </a:cubicBezTo>
                        <a:cubicBezTo>
                          <a:pt x="43313" y="4211"/>
                          <a:pt x="37816" y="7226"/>
                          <a:pt x="32541" y="10462"/>
                        </a:cubicBezTo>
                        <a:cubicBezTo>
                          <a:pt x="25315" y="14895"/>
                          <a:pt x="18443" y="19860"/>
                          <a:pt x="11661" y="24914"/>
                        </a:cubicBezTo>
                        <a:cubicBezTo>
                          <a:pt x="9799" y="26288"/>
                          <a:pt x="7804" y="27884"/>
                          <a:pt x="7361" y="30189"/>
                        </a:cubicBezTo>
                        <a:cubicBezTo>
                          <a:pt x="6962" y="32051"/>
                          <a:pt x="7715" y="34002"/>
                          <a:pt x="8912" y="35509"/>
                        </a:cubicBezTo>
                        <a:cubicBezTo>
                          <a:pt x="10109" y="36972"/>
                          <a:pt x="12902" y="38080"/>
                          <a:pt x="13523" y="39942"/>
                        </a:cubicBezTo>
                        <a:cubicBezTo>
                          <a:pt x="14188" y="42070"/>
                          <a:pt x="11528" y="40829"/>
                          <a:pt x="10375" y="40430"/>
                        </a:cubicBezTo>
                        <a:cubicBezTo>
                          <a:pt x="6474" y="39100"/>
                          <a:pt x="2972" y="36351"/>
                          <a:pt x="844" y="32716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07" name="Forme libre : forme 27306">
                    <a:extLst>
                      <a:ext uri="{FF2B5EF4-FFF2-40B4-BE49-F238E27FC236}">
                        <a16:creationId xmlns:a16="http://schemas.microsoft.com/office/drawing/2014/main" id="{6C903AC7-D9A5-4D23-9944-22BDD522CE9E}"/>
                      </a:ext>
                    </a:extLst>
                  </p:cNvPr>
                  <p:cNvSpPr/>
                  <p:nvPr/>
                </p:nvSpPr>
                <p:spPr>
                  <a:xfrm>
                    <a:off x="5206621" y="3749512"/>
                    <a:ext cx="41725" cy="49608"/>
                  </a:xfrm>
                  <a:custGeom>
                    <a:avLst/>
                    <a:gdLst>
                      <a:gd name="connsiteX0" fmla="*/ 55 w 41725"/>
                      <a:gd name="connsiteY0" fmla="*/ 32982 h 49608"/>
                      <a:gd name="connsiteX1" fmla="*/ 941 w 41725"/>
                      <a:gd name="connsiteY1" fmla="*/ 27042 h 49608"/>
                      <a:gd name="connsiteX2" fmla="*/ 4975 w 41725"/>
                      <a:gd name="connsiteY2" fmla="*/ 22963 h 49608"/>
                      <a:gd name="connsiteX3" fmla="*/ 41726 w 41725"/>
                      <a:gd name="connsiteY3" fmla="*/ 0 h 49608"/>
                      <a:gd name="connsiteX4" fmla="*/ 15792 w 41725"/>
                      <a:gd name="connsiteY4" fmla="*/ 21589 h 49608"/>
                      <a:gd name="connsiteX5" fmla="*/ 5197 w 41725"/>
                      <a:gd name="connsiteY5" fmla="*/ 32051 h 49608"/>
                      <a:gd name="connsiteX6" fmla="*/ 3823 w 41725"/>
                      <a:gd name="connsiteY6" fmla="*/ 35686 h 49608"/>
                      <a:gd name="connsiteX7" fmla="*/ 3867 w 41725"/>
                      <a:gd name="connsiteY7" fmla="*/ 38834 h 49608"/>
                      <a:gd name="connsiteX8" fmla="*/ 5773 w 41725"/>
                      <a:gd name="connsiteY8" fmla="*/ 46681 h 49608"/>
                      <a:gd name="connsiteX9" fmla="*/ 6305 w 41725"/>
                      <a:gd name="connsiteY9" fmla="*/ 49518 h 49608"/>
                      <a:gd name="connsiteX10" fmla="*/ 4488 w 41725"/>
                      <a:gd name="connsiteY10" fmla="*/ 47611 h 49608"/>
                      <a:gd name="connsiteX11" fmla="*/ 55 w 41725"/>
                      <a:gd name="connsiteY11" fmla="*/ 32982 h 49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1725" h="49608">
                        <a:moveTo>
                          <a:pt x="55" y="32982"/>
                        </a:moveTo>
                        <a:cubicBezTo>
                          <a:pt x="-78" y="30943"/>
                          <a:pt x="-34" y="28860"/>
                          <a:pt x="941" y="27042"/>
                        </a:cubicBezTo>
                        <a:cubicBezTo>
                          <a:pt x="1828" y="25313"/>
                          <a:pt x="3424" y="24116"/>
                          <a:pt x="4975" y="22963"/>
                        </a:cubicBezTo>
                        <a:cubicBezTo>
                          <a:pt x="16590" y="14363"/>
                          <a:pt x="28914" y="6694"/>
                          <a:pt x="41726" y="0"/>
                        </a:cubicBezTo>
                        <a:cubicBezTo>
                          <a:pt x="33392" y="7581"/>
                          <a:pt x="24747" y="14762"/>
                          <a:pt x="15792" y="21589"/>
                        </a:cubicBezTo>
                        <a:cubicBezTo>
                          <a:pt x="11802" y="24604"/>
                          <a:pt x="7680" y="27707"/>
                          <a:pt x="5197" y="32051"/>
                        </a:cubicBezTo>
                        <a:cubicBezTo>
                          <a:pt x="4532" y="33204"/>
                          <a:pt x="4045" y="34401"/>
                          <a:pt x="3823" y="35686"/>
                        </a:cubicBezTo>
                        <a:cubicBezTo>
                          <a:pt x="3690" y="36751"/>
                          <a:pt x="3734" y="37770"/>
                          <a:pt x="3867" y="38834"/>
                        </a:cubicBezTo>
                        <a:cubicBezTo>
                          <a:pt x="4178" y="41538"/>
                          <a:pt x="4842" y="44154"/>
                          <a:pt x="5773" y="46681"/>
                        </a:cubicBezTo>
                        <a:cubicBezTo>
                          <a:pt x="5951" y="47213"/>
                          <a:pt x="6926" y="48942"/>
                          <a:pt x="6305" y="49518"/>
                        </a:cubicBezTo>
                        <a:cubicBezTo>
                          <a:pt x="5729" y="50050"/>
                          <a:pt x="4798" y="48099"/>
                          <a:pt x="4488" y="47611"/>
                        </a:cubicBezTo>
                        <a:cubicBezTo>
                          <a:pt x="1784" y="43311"/>
                          <a:pt x="365" y="38125"/>
                          <a:pt x="55" y="32982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08" name="Forme libre : forme 27307">
                    <a:extLst>
                      <a:ext uri="{FF2B5EF4-FFF2-40B4-BE49-F238E27FC236}">
                        <a16:creationId xmlns:a16="http://schemas.microsoft.com/office/drawing/2014/main" id="{B4ACE6F1-9DD1-45AA-9C12-DBA78FCC4E82}"/>
                      </a:ext>
                    </a:extLst>
                  </p:cNvPr>
                  <p:cNvSpPr/>
                  <p:nvPr/>
                </p:nvSpPr>
                <p:spPr>
                  <a:xfrm>
                    <a:off x="5233718" y="3748850"/>
                    <a:ext cx="45483" cy="43220"/>
                  </a:xfrm>
                  <a:custGeom>
                    <a:avLst/>
                    <a:gdLst>
                      <a:gd name="connsiteX0" fmla="*/ 6118 w 45483"/>
                      <a:gd name="connsiteY0" fmla="*/ 34664 h 43220"/>
                      <a:gd name="connsiteX1" fmla="*/ 11925 w 45483"/>
                      <a:gd name="connsiteY1" fmla="*/ 25310 h 43220"/>
                      <a:gd name="connsiteX2" fmla="*/ 18220 w 45483"/>
                      <a:gd name="connsiteY2" fmla="*/ 17286 h 43220"/>
                      <a:gd name="connsiteX3" fmla="*/ 28062 w 45483"/>
                      <a:gd name="connsiteY3" fmla="*/ 2834 h 43220"/>
                      <a:gd name="connsiteX4" fmla="*/ 31475 w 45483"/>
                      <a:gd name="connsiteY4" fmla="*/ 41 h 43220"/>
                      <a:gd name="connsiteX5" fmla="*/ 35819 w 45483"/>
                      <a:gd name="connsiteY5" fmla="*/ 1992 h 43220"/>
                      <a:gd name="connsiteX6" fmla="*/ 43577 w 45483"/>
                      <a:gd name="connsiteY6" fmla="*/ 16798 h 43220"/>
                      <a:gd name="connsiteX7" fmla="*/ 45484 w 45483"/>
                      <a:gd name="connsiteY7" fmla="*/ 25044 h 43220"/>
                      <a:gd name="connsiteX8" fmla="*/ 36263 w 45483"/>
                      <a:gd name="connsiteY8" fmla="*/ 13784 h 43220"/>
                      <a:gd name="connsiteX9" fmla="*/ 33559 w 45483"/>
                      <a:gd name="connsiteY9" fmla="*/ 12942 h 43220"/>
                      <a:gd name="connsiteX10" fmla="*/ 23894 w 45483"/>
                      <a:gd name="connsiteY10" fmla="*/ 16976 h 43220"/>
                      <a:gd name="connsiteX11" fmla="*/ 7669 w 45483"/>
                      <a:gd name="connsiteY11" fmla="*/ 33112 h 43220"/>
                      <a:gd name="connsiteX12" fmla="*/ 4300 w 45483"/>
                      <a:gd name="connsiteY12" fmla="*/ 37856 h 43220"/>
                      <a:gd name="connsiteX13" fmla="*/ 0 w 45483"/>
                      <a:gd name="connsiteY13" fmla="*/ 43220 h 43220"/>
                      <a:gd name="connsiteX14" fmla="*/ 6118 w 45483"/>
                      <a:gd name="connsiteY14" fmla="*/ 34664 h 43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5483" h="43220">
                        <a:moveTo>
                          <a:pt x="6118" y="34664"/>
                        </a:moveTo>
                        <a:cubicBezTo>
                          <a:pt x="8246" y="31649"/>
                          <a:pt x="9841" y="28324"/>
                          <a:pt x="11925" y="25310"/>
                        </a:cubicBezTo>
                        <a:cubicBezTo>
                          <a:pt x="13831" y="22517"/>
                          <a:pt x="16137" y="19990"/>
                          <a:pt x="18220" y="17286"/>
                        </a:cubicBezTo>
                        <a:cubicBezTo>
                          <a:pt x="21811" y="12676"/>
                          <a:pt x="24692" y="7578"/>
                          <a:pt x="28062" y="2834"/>
                        </a:cubicBezTo>
                        <a:cubicBezTo>
                          <a:pt x="28948" y="1593"/>
                          <a:pt x="29968" y="307"/>
                          <a:pt x="31475" y="41"/>
                        </a:cubicBezTo>
                        <a:cubicBezTo>
                          <a:pt x="33115" y="-225"/>
                          <a:pt x="34622" y="839"/>
                          <a:pt x="35819" y="1992"/>
                        </a:cubicBezTo>
                        <a:cubicBezTo>
                          <a:pt x="39809" y="5937"/>
                          <a:pt x="41848" y="11434"/>
                          <a:pt x="43577" y="16798"/>
                        </a:cubicBezTo>
                        <a:cubicBezTo>
                          <a:pt x="44420" y="19503"/>
                          <a:pt x="45262" y="22251"/>
                          <a:pt x="45484" y="25044"/>
                        </a:cubicBezTo>
                        <a:cubicBezTo>
                          <a:pt x="44375" y="20123"/>
                          <a:pt x="40873" y="15867"/>
                          <a:pt x="36263" y="13784"/>
                        </a:cubicBezTo>
                        <a:cubicBezTo>
                          <a:pt x="35376" y="13385"/>
                          <a:pt x="34489" y="13075"/>
                          <a:pt x="33559" y="12942"/>
                        </a:cubicBezTo>
                        <a:cubicBezTo>
                          <a:pt x="30012" y="12454"/>
                          <a:pt x="26732" y="14715"/>
                          <a:pt x="23894" y="16976"/>
                        </a:cubicBezTo>
                        <a:cubicBezTo>
                          <a:pt x="17910" y="21764"/>
                          <a:pt x="12280" y="26995"/>
                          <a:pt x="7669" y="33112"/>
                        </a:cubicBezTo>
                        <a:cubicBezTo>
                          <a:pt x="6472" y="34664"/>
                          <a:pt x="5408" y="36260"/>
                          <a:pt x="4300" y="37856"/>
                        </a:cubicBezTo>
                        <a:cubicBezTo>
                          <a:pt x="3502" y="39008"/>
                          <a:pt x="1463" y="43264"/>
                          <a:pt x="0" y="43220"/>
                        </a:cubicBezTo>
                        <a:cubicBezTo>
                          <a:pt x="842" y="40161"/>
                          <a:pt x="4300" y="37235"/>
                          <a:pt x="6118" y="34664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09" name="Forme libre : forme 27308">
                    <a:extLst>
                      <a:ext uri="{FF2B5EF4-FFF2-40B4-BE49-F238E27FC236}">
                        <a16:creationId xmlns:a16="http://schemas.microsoft.com/office/drawing/2014/main" id="{6695381F-89B2-42FE-A089-6776EF3271FC}"/>
                      </a:ext>
                    </a:extLst>
                  </p:cNvPr>
                  <p:cNvSpPr/>
                  <p:nvPr/>
                </p:nvSpPr>
                <p:spPr>
                  <a:xfrm>
                    <a:off x="5261159" y="3790778"/>
                    <a:ext cx="32321" cy="34636"/>
                  </a:xfrm>
                  <a:custGeom>
                    <a:avLst/>
                    <a:gdLst>
                      <a:gd name="connsiteX0" fmla="*/ 8866 w 32321"/>
                      <a:gd name="connsiteY0" fmla="*/ 24034 h 34636"/>
                      <a:gd name="connsiteX1" fmla="*/ 14319 w 32321"/>
                      <a:gd name="connsiteY1" fmla="*/ 17606 h 34636"/>
                      <a:gd name="connsiteX2" fmla="*/ 27530 w 32321"/>
                      <a:gd name="connsiteY2" fmla="*/ 849 h 34636"/>
                      <a:gd name="connsiteX3" fmla="*/ 28328 w 32321"/>
                      <a:gd name="connsiteY3" fmla="*/ 95 h 34636"/>
                      <a:gd name="connsiteX4" fmla="*/ 30588 w 32321"/>
                      <a:gd name="connsiteY4" fmla="*/ 1514 h 34636"/>
                      <a:gd name="connsiteX5" fmla="*/ 31697 w 32321"/>
                      <a:gd name="connsiteY5" fmla="*/ 16187 h 34636"/>
                      <a:gd name="connsiteX6" fmla="*/ 29923 w 32321"/>
                      <a:gd name="connsiteY6" fmla="*/ 14059 h 34636"/>
                      <a:gd name="connsiteX7" fmla="*/ 27397 w 32321"/>
                      <a:gd name="connsiteY7" fmla="*/ 11887 h 34636"/>
                      <a:gd name="connsiteX8" fmla="*/ 21722 w 32321"/>
                      <a:gd name="connsiteY8" fmla="*/ 13749 h 34636"/>
                      <a:gd name="connsiteX9" fmla="*/ 10063 w 32321"/>
                      <a:gd name="connsiteY9" fmla="*/ 24876 h 34636"/>
                      <a:gd name="connsiteX10" fmla="*/ 4743 w 32321"/>
                      <a:gd name="connsiteY10" fmla="*/ 30772 h 34636"/>
                      <a:gd name="connsiteX11" fmla="*/ 0 w 32321"/>
                      <a:gd name="connsiteY11" fmla="*/ 34540 h 34636"/>
                      <a:gd name="connsiteX12" fmla="*/ 4300 w 32321"/>
                      <a:gd name="connsiteY12" fmla="*/ 29398 h 34636"/>
                      <a:gd name="connsiteX13" fmla="*/ 8866 w 32321"/>
                      <a:gd name="connsiteY13" fmla="*/ 24034 h 34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321" h="34636">
                        <a:moveTo>
                          <a:pt x="8866" y="24034"/>
                        </a:moveTo>
                        <a:cubicBezTo>
                          <a:pt x="10684" y="21906"/>
                          <a:pt x="12501" y="19778"/>
                          <a:pt x="14319" y="17606"/>
                        </a:cubicBezTo>
                        <a:cubicBezTo>
                          <a:pt x="18885" y="12153"/>
                          <a:pt x="23274" y="6568"/>
                          <a:pt x="27530" y="849"/>
                        </a:cubicBezTo>
                        <a:cubicBezTo>
                          <a:pt x="27751" y="538"/>
                          <a:pt x="27973" y="228"/>
                          <a:pt x="28328" y="95"/>
                        </a:cubicBezTo>
                        <a:cubicBezTo>
                          <a:pt x="29214" y="-304"/>
                          <a:pt x="30101" y="627"/>
                          <a:pt x="30588" y="1514"/>
                        </a:cubicBezTo>
                        <a:cubicBezTo>
                          <a:pt x="32894" y="5947"/>
                          <a:pt x="32495" y="11267"/>
                          <a:pt x="31697" y="16187"/>
                        </a:cubicBezTo>
                        <a:cubicBezTo>
                          <a:pt x="31120" y="15478"/>
                          <a:pt x="30544" y="14769"/>
                          <a:pt x="29923" y="14059"/>
                        </a:cubicBezTo>
                        <a:cubicBezTo>
                          <a:pt x="29214" y="13173"/>
                          <a:pt x="28461" y="12286"/>
                          <a:pt x="27397" y="11887"/>
                        </a:cubicBezTo>
                        <a:cubicBezTo>
                          <a:pt x="25446" y="11178"/>
                          <a:pt x="23363" y="12463"/>
                          <a:pt x="21722" y="13749"/>
                        </a:cubicBezTo>
                        <a:cubicBezTo>
                          <a:pt x="17511" y="17074"/>
                          <a:pt x="13698" y="20931"/>
                          <a:pt x="10063" y="24876"/>
                        </a:cubicBezTo>
                        <a:cubicBezTo>
                          <a:pt x="8246" y="26827"/>
                          <a:pt x="6517" y="28821"/>
                          <a:pt x="4743" y="30772"/>
                        </a:cubicBezTo>
                        <a:cubicBezTo>
                          <a:pt x="3813" y="31836"/>
                          <a:pt x="1729" y="35250"/>
                          <a:pt x="0" y="34540"/>
                        </a:cubicBezTo>
                        <a:cubicBezTo>
                          <a:pt x="887" y="32723"/>
                          <a:pt x="2926" y="30950"/>
                          <a:pt x="4300" y="29398"/>
                        </a:cubicBezTo>
                        <a:cubicBezTo>
                          <a:pt x="5807" y="27580"/>
                          <a:pt x="7315" y="25807"/>
                          <a:pt x="8866" y="24034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310" name="Forme libre : forme 27309">
                    <a:extLst>
                      <a:ext uri="{FF2B5EF4-FFF2-40B4-BE49-F238E27FC236}">
                        <a16:creationId xmlns:a16="http://schemas.microsoft.com/office/drawing/2014/main" id="{0498D9A7-A819-47EF-985D-CC88A2492935}"/>
                      </a:ext>
                    </a:extLst>
                  </p:cNvPr>
                  <p:cNvSpPr/>
                  <p:nvPr/>
                </p:nvSpPr>
                <p:spPr>
                  <a:xfrm>
                    <a:off x="5264742" y="3828590"/>
                    <a:ext cx="22900" cy="12424"/>
                  </a:xfrm>
                  <a:custGeom>
                    <a:avLst/>
                    <a:gdLst>
                      <a:gd name="connsiteX0" fmla="*/ 1072 w 22900"/>
                      <a:gd name="connsiteY0" fmla="*/ 7279 h 12424"/>
                      <a:gd name="connsiteX1" fmla="*/ 8 w 22900"/>
                      <a:gd name="connsiteY1" fmla="*/ 8254 h 12424"/>
                      <a:gd name="connsiteX2" fmla="*/ 1028 w 22900"/>
                      <a:gd name="connsiteY2" fmla="*/ 9008 h 12424"/>
                      <a:gd name="connsiteX3" fmla="*/ 14194 w 22900"/>
                      <a:gd name="connsiteY3" fmla="*/ 11934 h 12424"/>
                      <a:gd name="connsiteX4" fmla="*/ 20711 w 22900"/>
                      <a:gd name="connsiteY4" fmla="*/ 12156 h 12424"/>
                      <a:gd name="connsiteX5" fmla="*/ 21509 w 22900"/>
                      <a:gd name="connsiteY5" fmla="*/ 11801 h 12424"/>
                      <a:gd name="connsiteX6" fmla="*/ 21509 w 22900"/>
                      <a:gd name="connsiteY6" fmla="*/ 9939 h 12424"/>
                      <a:gd name="connsiteX7" fmla="*/ 20356 w 22900"/>
                      <a:gd name="connsiteY7" fmla="*/ 8299 h 12424"/>
                      <a:gd name="connsiteX8" fmla="*/ 20932 w 22900"/>
                      <a:gd name="connsiteY8" fmla="*/ 4752 h 12424"/>
                      <a:gd name="connsiteX9" fmla="*/ 22572 w 22900"/>
                      <a:gd name="connsiteY9" fmla="*/ 97 h 12424"/>
                      <a:gd name="connsiteX10" fmla="*/ 16100 w 22900"/>
                      <a:gd name="connsiteY10" fmla="*/ 2447 h 12424"/>
                      <a:gd name="connsiteX11" fmla="*/ 1072 w 22900"/>
                      <a:gd name="connsiteY11" fmla="*/ 7279 h 12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900" h="12424">
                        <a:moveTo>
                          <a:pt x="1072" y="7279"/>
                        </a:moveTo>
                        <a:cubicBezTo>
                          <a:pt x="584" y="7412"/>
                          <a:pt x="-81" y="7723"/>
                          <a:pt x="8" y="8254"/>
                        </a:cubicBezTo>
                        <a:cubicBezTo>
                          <a:pt x="52" y="8698"/>
                          <a:pt x="584" y="8875"/>
                          <a:pt x="1028" y="9008"/>
                        </a:cubicBezTo>
                        <a:cubicBezTo>
                          <a:pt x="5416" y="10072"/>
                          <a:pt x="9761" y="11136"/>
                          <a:pt x="14194" y="11934"/>
                        </a:cubicBezTo>
                        <a:cubicBezTo>
                          <a:pt x="16322" y="12333"/>
                          <a:pt x="18583" y="12688"/>
                          <a:pt x="20711" y="12156"/>
                        </a:cubicBezTo>
                        <a:cubicBezTo>
                          <a:pt x="20977" y="12067"/>
                          <a:pt x="21287" y="11978"/>
                          <a:pt x="21509" y="11801"/>
                        </a:cubicBezTo>
                        <a:cubicBezTo>
                          <a:pt x="21996" y="11358"/>
                          <a:pt x="21863" y="10515"/>
                          <a:pt x="21509" y="9939"/>
                        </a:cubicBezTo>
                        <a:cubicBezTo>
                          <a:pt x="21154" y="9363"/>
                          <a:pt x="20622" y="8920"/>
                          <a:pt x="20356" y="8299"/>
                        </a:cubicBezTo>
                        <a:cubicBezTo>
                          <a:pt x="19868" y="7191"/>
                          <a:pt x="20356" y="5861"/>
                          <a:pt x="20932" y="4752"/>
                        </a:cubicBezTo>
                        <a:cubicBezTo>
                          <a:pt x="21331" y="3999"/>
                          <a:pt x="23769" y="940"/>
                          <a:pt x="22572" y="97"/>
                        </a:cubicBezTo>
                        <a:cubicBezTo>
                          <a:pt x="21686" y="-523"/>
                          <a:pt x="17164" y="2004"/>
                          <a:pt x="16100" y="2447"/>
                        </a:cubicBezTo>
                        <a:cubicBezTo>
                          <a:pt x="11091" y="4265"/>
                          <a:pt x="6126" y="5905"/>
                          <a:pt x="1072" y="7279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6963" name="Graphique 2">
                  <a:extLst>
                    <a:ext uri="{FF2B5EF4-FFF2-40B4-BE49-F238E27FC236}">
                      <a16:creationId xmlns:a16="http://schemas.microsoft.com/office/drawing/2014/main" id="{83BCF110-045D-4441-AEAA-3E5D99EBB15B}"/>
                    </a:ext>
                  </a:extLst>
                </p:cNvPr>
                <p:cNvGrpSpPr/>
                <p:nvPr/>
              </p:nvGrpSpPr>
              <p:grpSpPr>
                <a:xfrm>
                  <a:off x="5600843" y="3757845"/>
                  <a:ext cx="86209" cy="116015"/>
                  <a:chOff x="5600843" y="3757845"/>
                  <a:chExt cx="86209" cy="116015"/>
                </a:xfrm>
                <a:solidFill>
                  <a:schemeClr val="accent1"/>
                </a:solidFill>
              </p:grpSpPr>
              <p:sp>
                <p:nvSpPr>
                  <p:cNvPr id="27275" name="Forme libre : forme 27274">
                    <a:extLst>
                      <a:ext uri="{FF2B5EF4-FFF2-40B4-BE49-F238E27FC236}">
                        <a16:creationId xmlns:a16="http://schemas.microsoft.com/office/drawing/2014/main" id="{2D9B33AF-8C44-4E62-BC41-5E2E34BB2FC2}"/>
                      </a:ext>
                    </a:extLst>
                  </p:cNvPr>
                  <p:cNvSpPr/>
                  <p:nvPr/>
                </p:nvSpPr>
                <p:spPr>
                  <a:xfrm>
                    <a:off x="5600843" y="3757845"/>
                    <a:ext cx="86209" cy="116015"/>
                  </a:xfrm>
                  <a:custGeom>
                    <a:avLst/>
                    <a:gdLst>
                      <a:gd name="connsiteX0" fmla="*/ 79642 w 86209"/>
                      <a:gd name="connsiteY0" fmla="*/ 10863 h 116015"/>
                      <a:gd name="connsiteX1" fmla="*/ 54285 w 86209"/>
                      <a:gd name="connsiteY1" fmla="*/ 2 h 116015"/>
                      <a:gd name="connsiteX2" fmla="*/ 27997 w 86209"/>
                      <a:gd name="connsiteY2" fmla="*/ 9621 h 116015"/>
                      <a:gd name="connsiteX3" fmla="*/ 25514 w 86209"/>
                      <a:gd name="connsiteY3" fmla="*/ 12769 h 116015"/>
                      <a:gd name="connsiteX4" fmla="*/ 27775 w 86209"/>
                      <a:gd name="connsiteY4" fmla="*/ 15340 h 116015"/>
                      <a:gd name="connsiteX5" fmla="*/ 15141 w 86209"/>
                      <a:gd name="connsiteY5" fmla="*/ 24339 h 116015"/>
                      <a:gd name="connsiteX6" fmla="*/ 13368 w 86209"/>
                      <a:gd name="connsiteY6" fmla="*/ 38880 h 116015"/>
                      <a:gd name="connsiteX7" fmla="*/ 8048 w 86209"/>
                      <a:gd name="connsiteY7" fmla="*/ 41407 h 116015"/>
                      <a:gd name="connsiteX8" fmla="*/ 8580 w 86209"/>
                      <a:gd name="connsiteY8" fmla="*/ 47258 h 116015"/>
                      <a:gd name="connsiteX9" fmla="*/ 24 w 86209"/>
                      <a:gd name="connsiteY9" fmla="*/ 62021 h 116015"/>
                      <a:gd name="connsiteX10" fmla="*/ 6984 w 86209"/>
                      <a:gd name="connsiteY10" fmla="*/ 77581 h 116015"/>
                      <a:gd name="connsiteX11" fmla="*/ 3305 w 86209"/>
                      <a:gd name="connsiteY11" fmla="*/ 77049 h 116015"/>
                      <a:gd name="connsiteX12" fmla="*/ 1487 w 86209"/>
                      <a:gd name="connsiteY12" fmla="*/ 79842 h 116015"/>
                      <a:gd name="connsiteX13" fmla="*/ 2418 w 86209"/>
                      <a:gd name="connsiteY13" fmla="*/ 81172 h 116015"/>
                      <a:gd name="connsiteX14" fmla="*/ 2684 w 86209"/>
                      <a:gd name="connsiteY14" fmla="*/ 87023 h 116015"/>
                      <a:gd name="connsiteX15" fmla="*/ 4147 w 86209"/>
                      <a:gd name="connsiteY15" fmla="*/ 103248 h 116015"/>
                      <a:gd name="connsiteX16" fmla="*/ 9999 w 86209"/>
                      <a:gd name="connsiteY16" fmla="*/ 116016 h 116015"/>
                      <a:gd name="connsiteX17" fmla="*/ 24451 w 86209"/>
                      <a:gd name="connsiteY17" fmla="*/ 108701 h 116015"/>
                      <a:gd name="connsiteX18" fmla="*/ 28352 w 86209"/>
                      <a:gd name="connsiteY18" fmla="*/ 107017 h 116015"/>
                      <a:gd name="connsiteX19" fmla="*/ 32785 w 86209"/>
                      <a:gd name="connsiteY19" fmla="*/ 106174 h 116015"/>
                      <a:gd name="connsiteX20" fmla="*/ 51847 w 86209"/>
                      <a:gd name="connsiteY20" fmla="*/ 97352 h 116015"/>
                      <a:gd name="connsiteX21" fmla="*/ 56768 w 86209"/>
                      <a:gd name="connsiteY21" fmla="*/ 88708 h 116015"/>
                      <a:gd name="connsiteX22" fmla="*/ 62752 w 86209"/>
                      <a:gd name="connsiteY22" fmla="*/ 86491 h 116015"/>
                      <a:gd name="connsiteX23" fmla="*/ 61290 w 86209"/>
                      <a:gd name="connsiteY23" fmla="*/ 81437 h 116015"/>
                      <a:gd name="connsiteX24" fmla="*/ 80751 w 86209"/>
                      <a:gd name="connsiteY24" fmla="*/ 58075 h 116015"/>
                      <a:gd name="connsiteX25" fmla="*/ 79554 w 86209"/>
                      <a:gd name="connsiteY25" fmla="*/ 50051 h 116015"/>
                      <a:gd name="connsiteX26" fmla="*/ 79997 w 86209"/>
                      <a:gd name="connsiteY26" fmla="*/ 42249 h 116015"/>
                      <a:gd name="connsiteX27" fmla="*/ 86204 w 86209"/>
                      <a:gd name="connsiteY27" fmla="*/ 29881 h 116015"/>
                      <a:gd name="connsiteX28" fmla="*/ 79642 w 86209"/>
                      <a:gd name="connsiteY28" fmla="*/ 10863 h 1160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86209" h="116015">
                        <a:moveTo>
                          <a:pt x="79642" y="10863"/>
                        </a:moveTo>
                        <a:cubicBezTo>
                          <a:pt x="73436" y="3681"/>
                          <a:pt x="63772" y="-87"/>
                          <a:pt x="54285" y="2"/>
                        </a:cubicBezTo>
                        <a:cubicBezTo>
                          <a:pt x="44798" y="90"/>
                          <a:pt x="35533" y="3858"/>
                          <a:pt x="27997" y="9621"/>
                        </a:cubicBezTo>
                        <a:cubicBezTo>
                          <a:pt x="26889" y="10464"/>
                          <a:pt x="25780" y="11439"/>
                          <a:pt x="25514" y="12769"/>
                        </a:cubicBezTo>
                        <a:cubicBezTo>
                          <a:pt x="25248" y="14099"/>
                          <a:pt x="26445" y="15739"/>
                          <a:pt x="27775" y="15340"/>
                        </a:cubicBezTo>
                        <a:cubicBezTo>
                          <a:pt x="23165" y="17778"/>
                          <a:pt x="18421" y="20305"/>
                          <a:pt x="15141" y="24339"/>
                        </a:cubicBezTo>
                        <a:cubicBezTo>
                          <a:pt x="11905" y="28418"/>
                          <a:pt x="10531" y="34491"/>
                          <a:pt x="13368" y="38880"/>
                        </a:cubicBezTo>
                        <a:cubicBezTo>
                          <a:pt x="11328" y="38525"/>
                          <a:pt x="9112" y="39589"/>
                          <a:pt x="8048" y="41407"/>
                        </a:cubicBezTo>
                        <a:cubicBezTo>
                          <a:pt x="6984" y="43224"/>
                          <a:pt x="7250" y="45662"/>
                          <a:pt x="8580" y="47258"/>
                        </a:cubicBezTo>
                        <a:cubicBezTo>
                          <a:pt x="3615" y="50450"/>
                          <a:pt x="334" y="56125"/>
                          <a:pt x="24" y="62021"/>
                        </a:cubicBezTo>
                        <a:cubicBezTo>
                          <a:pt x="-286" y="67917"/>
                          <a:pt x="2418" y="73901"/>
                          <a:pt x="6984" y="77581"/>
                        </a:cubicBezTo>
                        <a:cubicBezTo>
                          <a:pt x="5787" y="77182"/>
                          <a:pt x="4502" y="76738"/>
                          <a:pt x="3305" y="77049"/>
                        </a:cubicBezTo>
                        <a:cubicBezTo>
                          <a:pt x="2063" y="77359"/>
                          <a:pt x="999" y="78645"/>
                          <a:pt x="1487" y="79842"/>
                        </a:cubicBezTo>
                        <a:cubicBezTo>
                          <a:pt x="1664" y="80329"/>
                          <a:pt x="2108" y="80728"/>
                          <a:pt x="2418" y="81172"/>
                        </a:cubicBezTo>
                        <a:cubicBezTo>
                          <a:pt x="3571" y="82812"/>
                          <a:pt x="3039" y="85073"/>
                          <a:pt x="2684" y="87023"/>
                        </a:cubicBezTo>
                        <a:cubicBezTo>
                          <a:pt x="1753" y="92387"/>
                          <a:pt x="2950" y="97884"/>
                          <a:pt x="4147" y="103248"/>
                        </a:cubicBezTo>
                        <a:cubicBezTo>
                          <a:pt x="5167" y="107903"/>
                          <a:pt x="6408" y="112913"/>
                          <a:pt x="9999" y="116016"/>
                        </a:cubicBezTo>
                        <a:cubicBezTo>
                          <a:pt x="14831" y="113577"/>
                          <a:pt x="19618" y="111139"/>
                          <a:pt x="24451" y="108701"/>
                        </a:cubicBezTo>
                        <a:cubicBezTo>
                          <a:pt x="25736" y="108080"/>
                          <a:pt x="26977" y="107415"/>
                          <a:pt x="28352" y="107017"/>
                        </a:cubicBezTo>
                        <a:cubicBezTo>
                          <a:pt x="29770" y="106573"/>
                          <a:pt x="31277" y="106440"/>
                          <a:pt x="32785" y="106174"/>
                        </a:cubicBezTo>
                        <a:cubicBezTo>
                          <a:pt x="39745" y="104977"/>
                          <a:pt x="46040" y="101342"/>
                          <a:pt x="51847" y="97352"/>
                        </a:cubicBezTo>
                        <a:cubicBezTo>
                          <a:pt x="54773" y="95313"/>
                          <a:pt x="58009" y="92077"/>
                          <a:pt x="56768" y="88708"/>
                        </a:cubicBezTo>
                        <a:cubicBezTo>
                          <a:pt x="58940" y="88531"/>
                          <a:pt x="61334" y="88176"/>
                          <a:pt x="62752" y="86491"/>
                        </a:cubicBezTo>
                        <a:cubicBezTo>
                          <a:pt x="64171" y="84807"/>
                          <a:pt x="63462" y="81526"/>
                          <a:pt x="61290" y="81437"/>
                        </a:cubicBezTo>
                        <a:cubicBezTo>
                          <a:pt x="70732" y="76960"/>
                          <a:pt x="78047" y="68183"/>
                          <a:pt x="80751" y="58075"/>
                        </a:cubicBezTo>
                        <a:cubicBezTo>
                          <a:pt x="81504" y="55326"/>
                          <a:pt x="81726" y="51869"/>
                          <a:pt x="79554" y="50051"/>
                        </a:cubicBezTo>
                        <a:cubicBezTo>
                          <a:pt x="80618" y="50982"/>
                          <a:pt x="85450" y="44155"/>
                          <a:pt x="79997" y="42249"/>
                        </a:cubicBezTo>
                        <a:cubicBezTo>
                          <a:pt x="84164" y="38304"/>
                          <a:pt x="86159" y="35777"/>
                          <a:pt x="86204" y="29881"/>
                        </a:cubicBezTo>
                        <a:cubicBezTo>
                          <a:pt x="86337" y="22876"/>
                          <a:pt x="84209" y="16182"/>
                          <a:pt x="79642" y="10863"/>
                        </a:cubicBezTo>
                        <a:close/>
                      </a:path>
                    </a:pathLst>
                  </a:custGeom>
                  <a:solidFill>
                    <a:srgbClr val="F4D331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76" name="Forme libre : forme 27275">
                    <a:extLst>
                      <a:ext uri="{FF2B5EF4-FFF2-40B4-BE49-F238E27FC236}">
                        <a16:creationId xmlns:a16="http://schemas.microsoft.com/office/drawing/2014/main" id="{17AB4351-019D-4D5C-97E7-FDA6EED53487}"/>
                      </a:ext>
                    </a:extLst>
                  </p:cNvPr>
                  <p:cNvSpPr/>
                  <p:nvPr/>
                </p:nvSpPr>
                <p:spPr>
                  <a:xfrm>
                    <a:off x="5600843" y="3757845"/>
                    <a:ext cx="86209" cy="116015"/>
                  </a:xfrm>
                  <a:custGeom>
                    <a:avLst/>
                    <a:gdLst>
                      <a:gd name="connsiteX0" fmla="*/ 79642 w 86209"/>
                      <a:gd name="connsiteY0" fmla="*/ 10863 h 116015"/>
                      <a:gd name="connsiteX1" fmla="*/ 54285 w 86209"/>
                      <a:gd name="connsiteY1" fmla="*/ 2 h 116015"/>
                      <a:gd name="connsiteX2" fmla="*/ 27997 w 86209"/>
                      <a:gd name="connsiteY2" fmla="*/ 9621 h 116015"/>
                      <a:gd name="connsiteX3" fmla="*/ 25514 w 86209"/>
                      <a:gd name="connsiteY3" fmla="*/ 12769 h 116015"/>
                      <a:gd name="connsiteX4" fmla="*/ 27775 w 86209"/>
                      <a:gd name="connsiteY4" fmla="*/ 15340 h 116015"/>
                      <a:gd name="connsiteX5" fmla="*/ 15141 w 86209"/>
                      <a:gd name="connsiteY5" fmla="*/ 24339 h 116015"/>
                      <a:gd name="connsiteX6" fmla="*/ 13368 w 86209"/>
                      <a:gd name="connsiteY6" fmla="*/ 38880 h 116015"/>
                      <a:gd name="connsiteX7" fmla="*/ 8048 w 86209"/>
                      <a:gd name="connsiteY7" fmla="*/ 41407 h 116015"/>
                      <a:gd name="connsiteX8" fmla="*/ 8580 w 86209"/>
                      <a:gd name="connsiteY8" fmla="*/ 47258 h 116015"/>
                      <a:gd name="connsiteX9" fmla="*/ 24 w 86209"/>
                      <a:gd name="connsiteY9" fmla="*/ 62021 h 116015"/>
                      <a:gd name="connsiteX10" fmla="*/ 6984 w 86209"/>
                      <a:gd name="connsiteY10" fmla="*/ 77581 h 116015"/>
                      <a:gd name="connsiteX11" fmla="*/ 3305 w 86209"/>
                      <a:gd name="connsiteY11" fmla="*/ 77049 h 116015"/>
                      <a:gd name="connsiteX12" fmla="*/ 1487 w 86209"/>
                      <a:gd name="connsiteY12" fmla="*/ 79842 h 116015"/>
                      <a:gd name="connsiteX13" fmla="*/ 2418 w 86209"/>
                      <a:gd name="connsiteY13" fmla="*/ 81172 h 116015"/>
                      <a:gd name="connsiteX14" fmla="*/ 2684 w 86209"/>
                      <a:gd name="connsiteY14" fmla="*/ 87023 h 116015"/>
                      <a:gd name="connsiteX15" fmla="*/ 4147 w 86209"/>
                      <a:gd name="connsiteY15" fmla="*/ 103248 h 116015"/>
                      <a:gd name="connsiteX16" fmla="*/ 9999 w 86209"/>
                      <a:gd name="connsiteY16" fmla="*/ 116016 h 116015"/>
                      <a:gd name="connsiteX17" fmla="*/ 24451 w 86209"/>
                      <a:gd name="connsiteY17" fmla="*/ 108701 h 116015"/>
                      <a:gd name="connsiteX18" fmla="*/ 28352 w 86209"/>
                      <a:gd name="connsiteY18" fmla="*/ 107017 h 116015"/>
                      <a:gd name="connsiteX19" fmla="*/ 32785 w 86209"/>
                      <a:gd name="connsiteY19" fmla="*/ 106174 h 116015"/>
                      <a:gd name="connsiteX20" fmla="*/ 51847 w 86209"/>
                      <a:gd name="connsiteY20" fmla="*/ 97352 h 116015"/>
                      <a:gd name="connsiteX21" fmla="*/ 56768 w 86209"/>
                      <a:gd name="connsiteY21" fmla="*/ 88708 h 116015"/>
                      <a:gd name="connsiteX22" fmla="*/ 62752 w 86209"/>
                      <a:gd name="connsiteY22" fmla="*/ 86491 h 116015"/>
                      <a:gd name="connsiteX23" fmla="*/ 61290 w 86209"/>
                      <a:gd name="connsiteY23" fmla="*/ 81437 h 116015"/>
                      <a:gd name="connsiteX24" fmla="*/ 80751 w 86209"/>
                      <a:gd name="connsiteY24" fmla="*/ 58075 h 116015"/>
                      <a:gd name="connsiteX25" fmla="*/ 79554 w 86209"/>
                      <a:gd name="connsiteY25" fmla="*/ 50051 h 116015"/>
                      <a:gd name="connsiteX26" fmla="*/ 79997 w 86209"/>
                      <a:gd name="connsiteY26" fmla="*/ 42249 h 116015"/>
                      <a:gd name="connsiteX27" fmla="*/ 86204 w 86209"/>
                      <a:gd name="connsiteY27" fmla="*/ 29881 h 116015"/>
                      <a:gd name="connsiteX28" fmla="*/ 79642 w 86209"/>
                      <a:gd name="connsiteY28" fmla="*/ 10863 h 1160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86209" h="116015">
                        <a:moveTo>
                          <a:pt x="79642" y="10863"/>
                        </a:moveTo>
                        <a:cubicBezTo>
                          <a:pt x="73436" y="3681"/>
                          <a:pt x="63772" y="-87"/>
                          <a:pt x="54285" y="2"/>
                        </a:cubicBezTo>
                        <a:cubicBezTo>
                          <a:pt x="44798" y="90"/>
                          <a:pt x="35533" y="3858"/>
                          <a:pt x="27997" y="9621"/>
                        </a:cubicBezTo>
                        <a:cubicBezTo>
                          <a:pt x="26889" y="10464"/>
                          <a:pt x="25780" y="11439"/>
                          <a:pt x="25514" y="12769"/>
                        </a:cubicBezTo>
                        <a:cubicBezTo>
                          <a:pt x="25248" y="14099"/>
                          <a:pt x="26445" y="15739"/>
                          <a:pt x="27775" y="15340"/>
                        </a:cubicBezTo>
                        <a:cubicBezTo>
                          <a:pt x="23165" y="17778"/>
                          <a:pt x="18421" y="20305"/>
                          <a:pt x="15141" y="24339"/>
                        </a:cubicBezTo>
                        <a:cubicBezTo>
                          <a:pt x="11905" y="28418"/>
                          <a:pt x="10531" y="34491"/>
                          <a:pt x="13368" y="38880"/>
                        </a:cubicBezTo>
                        <a:cubicBezTo>
                          <a:pt x="11328" y="38525"/>
                          <a:pt x="9112" y="39589"/>
                          <a:pt x="8048" y="41407"/>
                        </a:cubicBezTo>
                        <a:cubicBezTo>
                          <a:pt x="6984" y="43224"/>
                          <a:pt x="7250" y="45662"/>
                          <a:pt x="8580" y="47258"/>
                        </a:cubicBezTo>
                        <a:cubicBezTo>
                          <a:pt x="3615" y="50450"/>
                          <a:pt x="334" y="56125"/>
                          <a:pt x="24" y="62021"/>
                        </a:cubicBezTo>
                        <a:cubicBezTo>
                          <a:pt x="-286" y="67917"/>
                          <a:pt x="2418" y="73901"/>
                          <a:pt x="6984" y="77581"/>
                        </a:cubicBezTo>
                        <a:cubicBezTo>
                          <a:pt x="5787" y="77182"/>
                          <a:pt x="4502" y="76738"/>
                          <a:pt x="3305" y="77049"/>
                        </a:cubicBezTo>
                        <a:cubicBezTo>
                          <a:pt x="2063" y="77359"/>
                          <a:pt x="999" y="78645"/>
                          <a:pt x="1487" y="79842"/>
                        </a:cubicBezTo>
                        <a:cubicBezTo>
                          <a:pt x="1664" y="80329"/>
                          <a:pt x="2108" y="80728"/>
                          <a:pt x="2418" y="81172"/>
                        </a:cubicBezTo>
                        <a:cubicBezTo>
                          <a:pt x="3571" y="82812"/>
                          <a:pt x="3039" y="85073"/>
                          <a:pt x="2684" y="87023"/>
                        </a:cubicBezTo>
                        <a:cubicBezTo>
                          <a:pt x="1753" y="92387"/>
                          <a:pt x="2950" y="97884"/>
                          <a:pt x="4147" y="103248"/>
                        </a:cubicBezTo>
                        <a:cubicBezTo>
                          <a:pt x="5167" y="107903"/>
                          <a:pt x="6408" y="112913"/>
                          <a:pt x="9999" y="116016"/>
                        </a:cubicBezTo>
                        <a:cubicBezTo>
                          <a:pt x="14831" y="113577"/>
                          <a:pt x="19618" y="111139"/>
                          <a:pt x="24451" y="108701"/>
                        </a:cubicBezTo>
                        <a:cubicBezTo>
                          <a:pt x="25736" y="108080"/>
                          <a:pt x="26977" y="107415"/>
                          <a:pt x="28352" y="107017"/>
                        </a:cubicBezTo>
                        <a:cubicBezTo>
                          <a:pt x="29770" y="106573"/>
                          <a:pt x="31277" y="106440"/>
                          <a:pt x="32785" y="106174"/>
                        </a:cubicBezTo>
                        <a:cubicBezTo>
                          <a:pt x="39745" y="104977"/>
                          <a:pt x="46040" y="101342"/>
                          <a:pt x="51847" y="97352"/>
                        </a:cubicBezTo>
                        <a:cubicBezTo>
                          <a:pt x="54773" y="95313"/>
                          <a:pt x="58009" y="92077"/>
                          <a:pt x="56768" y="88708"/>
                        </a:cubicBezTo>
                        <a:cubicBezTo>
                          <a:pt x="58940" y="88531"/>
                          <a:pt x="61334" y="88176"/>
                          <a:pt x="62752" y="86491"/>
                        </a:cubicBezTo>
                        <a:cubicBezTo>
                          <a:pt x="64171" y="84807"/>
                          <a:pt x="63462" y="81526"/>
                          <a:pt x="61290" y="81437"/>
                        </a:cubicBezTo>
                        <a:cubicBezTo>
                          <a:pt x="70732" y="76960"/>
                          <a:pt x="78047" y="68183"/>
                          <a:pt x="80751" y="58075"/>
                        </a:cubicBezTo>
                        <a:cubicBezTo>
                          <a:pt x="81504" y="55326"/>
                          <a:pt x="81726" y="51869"/>
                          <a:pt x="79554" y="50051"/>
                        </a:cubicBezTo>
                        <a:cubicBezTo>
                          <a:pt x="80618" y="50982"/>
                          <a:pt x="85450" y="44155"/>
                          <a:pt x="79997" y="42249"/>
                        </a:cubicBezTo>
                        <a:cubicBezTo>
                          <a:pt x="84164" y="38304"/>
                          <a:pt x="86159" y="35777"/>
                          <a:pt x="86204" y="29881"/>
                        </a:cubicBezTo>
                        <a:cubicBezTo>
                          <a:pt x="86337" y="22876"/>
                          <a:pt x="84209" y="16182"/>
                          <a:pt x="79642" y="10863"/>
                        </a:cubicBezTo>
                        <a:close/>
                      </a:path>
                    </a:pathLst>
                  </a:custGeom>
                  <a:noFill/>
                  <a:ln w="2024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77" name="Forme libre : forme 27276">
                    <a:extLst>
                      <a:ext uri="{FF2B5EF4-FFF2-40B4-BE49-F238E27FC236}">
                        <a16:creationId xmlns:a16="http://schemas.microsoft.com/office/drawing/2014/main" id="{E5B07C0A-8B64-4476-89A1-C34532513EC0}"/>
                      </a:ext>
                    </a:extLst>
                  </p:cNvPr>
                  <p:cNvSpPr/>
                  <p:nvPr/>
                </p:nvSpPr>
                <p:spPr>
                  <a:xfrm>
                    <a:off x="5628618" y="3773147"/>
                    <a:ext cx="52221" cy="26902"/>
                  </a:xfrm>
                  <a:custGeom>
                    <a:avLst/>
                    <a:gdLst>
                      <a:gd name="connsiteX0" fmla="*/ 52222 w 52221"/>
                      <a:gd name="connsiteY0" fmla="*/ 26902 h 26902"/>
                      <a:gd name="connsiteX1" fmla="*/ 30500 w 52221"/>
                      <a:gd name="connsiteY1" fmla="*/ 14046 h 26902"/>
                      <a:gd name="connsiteX2" fmla="*/ 0 w 52221"/>
                      <a:gd name="connsiteY2" fmla="*/ 38 h 26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2221" h="26902">
                        <a:moveTo>
                          <a:pt x="52222" y="26902"/>
                        </a:moveTo>
                        <a:cubicBezTo>
                          <a:pt x="52222" y="26902"/>
                          <a:pt x="41494" y="21538"/>
                          <a:pt x="30500" y="14046"/>
                        </a:cubicBezTo>
                        <a:cubicBezTo>
                          <a:pt x="19550" y="6554"/>
                          <a:pt x="9088" y="-583"/>
                          <a:pt x="0" y="38"/>
                        </a:cubicBezTo>
                      </a:path>
                    </a:pathLst>
                  </a:custGeom>
                  <a:noFill/>
                  <a:ln w="2024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78" name="Forme libre : forme 27277">
                    <a:extLst>
                      <a:ext uri="{FF2B5EF4-FFF2-40B4-BE49-F238E27FC236}">
                        <a16:creationId xmlns:a16="http://schemas.microsoft.com/office/drawing/2014/main" id="{48184660-1B7E-457B-AE48-9C68FFDBC056}"/>
                      </a:ext>
                    </a:extLst>
                  </p:cNvPr>
                  <p:cNvSpPr/>
                  <p:nvPr/>
                </p:nvSpPr>
                <p:spPr>
                  <a:xfrm>
                    <a:off x="5614211" y="3796725"/>
                    <a:ext cx="66186" cy="11127"/>
                  </a:xfrm>
                  <a:custGeom>
                    <a:avLst/>
                    <a:gdLst>
                      <a:gd name="connsiteX0" fmla="*/ 0 w 66186"/>
                      <a:gd name="connsiteY0" fmla="*/ 0 h 11127"/>
                      <a:gd name="connsiteX1" fmla="*/ 25490 w 66186"/>
                      <a:gd name="connsiteY1" fmla="*/ 5009 h 11127"/>
                      <a:gd name="connsiteX2" fmla="*/ 66186 w 66186"/>
                      <a:gd name="connsiteY2" fmla="*/ 11127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6186" h="11127">
                        <a:moveTo>
                          <a:pt x="0" y="0"/>
                        </a:moveTo>
                        <a:cubicBezTo>
                          <a:pt x="0" y="0"/>
                          <a:pt x="15427" y="3458"/>
                          <a:pt x="25490" y="5009"/>
                        </a:cubicBezTo>
                        <a:cubicBezTo>
                          <a:pt x="35553" y="6561"/>
                          <a:pt x="64369" y="10418"/>
                          <a:pt x="66186" y="11127"/>
                        </a:cubicBezTo>
                      </a:path>
                    </a:pathLst>
                  </a:custGeom>
                  <a:noFill/>
                  <a:ln w="2024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79" name="Forme libre : forme 27278">
                    <a:extLst>
                      <a:ext uri="{FF2B5EF4-FFF2-40B4-BE49-F238E27FC236}">
                        <a16:creationId xmlns:a16="http://schemas.microsoft.com/office/drawing/2014/main" id="{38076504-DE59-4DAD-BB8B-2E27C6AEC631}"/>
                      </a:ext>
                    </a:extLst>
                  </p:cNvPr>
                  <p:cNvSpPr/>
                  <p:nvPr/>
                </p:nvSpPr>
                <p:spPr>
                  <a:xfrm>
                    <a:off x="5609467" y="3805104"/>
                    <a:ext cx="52709" cy="34178"/>
                  </a:xfrm>
                  <a:custGeom>
                    <a:avLst/>
                    <a:gdLst>
                      <a:gd name="connsiteX0" fmla="*/ 52710 w 52709"/>
                      <a:gd name="connsiteY0" fmla="*/ 34179 h 34178"/>
                      <a:gd name="connsiteX1" fmla="*/ 16757 w 52709"/>
                      <a:gd name="connsiteY1" fmla="*/ 9132 h 34178"/>
                      <a:gd name="connsiteX2" fmla="*/ 0 w 52709"/>
                      <a:gd name="connsiteY2" fmla="*/ 0 h 34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2709" h="34178">
                        <a:moveTo>
                          <a:pt x="52710" y="34179"/>
                        </a:moveTo>
                        <a:cubicBezTo>
                          <a:pt x="52710" y="34179"/>
                          <a:pt x="22387" y="13255"/>
                          <a:pt x="16757" y="9132"/>
                        </a:cubicBezTo>
                        <a:cubicBezTo>
                          <a:pt x="11127" y="5009"/>
                          <a:pt x="0" y="0"/>
                          <a:pt x="0" y="0"/>
                        </a:cubicBezTo>
                      </a:path>
                    </a:pathLst>
                  </a:custGeom>
                  <a:noFill/>
                  <a:ln w="2024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80" name="Forme libre : forme 27279">
                    <a:extLst>
                      <a:ext uri="{FF2B5EF4-FFF2-40B4-BE49-F238E27FC236}">
                        <a16:creationId xmlns:a16="http://schemas.microsoft.com/office/drawing/2014/main" id="{AA2E102C-0C60-461E-BDB2-9DD4F92EA1CA}"/>
                      </a:ext>
                    </a:extLst>
                  </p:cNvPr>
                  <p:cNvSpPr/>
                  <p:nvPr/>
                </p:nvSpPr>
                <p:spPr>
                  <a:xfrm>
                    <a:off x="5607871" y="3835381"/>
                    <a:ext cx="49739" cy="11171"/>
                  </a:xfrm>
                  <a:custGeom>
                    <a:avLst/>
                    <a:gdLst>
                      <a:gd name="connsiteX0" fmla="*/ 49739 w 49739"/>
                      <a:gd name="connsiteY0" fmla="*/ 11171 h 11171"/>
                      <a:gd name="connsiteX1" fmla="*/ 20747 w 49739"/>
                      <a:gd name="connsiteY1" fmla="*/ 5320 h 11171"/>
                      <a:gd name="connsiteX2" fmla="*/ 0 w 49739"/>
                      <a:gd name="connsiteY2" fmla="*/ 0 h 11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9739" h="11171">
                        <a:moveTo>
                          <a:pt x="49739" y="11171"/>
                        </a:moveTo>
                        <a:cubicBezTo>
                          <a:pt x="49739" y="11171"/>
                          <a:pt x="26510" y="7049"/>
                          <a:pt x="20747" y="5320"/>
                        </a:cubicBezTo>
                        <a:cubicBezTo>
                          <a:pt x="14984" y="3591"/>
                          <a:pt x="0" y="0"/>
                          <a:pt x="0" y="0"/>
                        </a:cubicBezTo>
                      </a:path>
                    </a:pathLst>
                  </a:custGeom>
                  <a:noFill/>
                  <a:ln w="2024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81" name="Forme libre : forme 27280">
                    <a:extLst>
                      <a:ext uri="{FF2B5EF4-FFF2-40B4-BE49-F238E27FC236}">
                        <a16:creationId xmlns:a16="http://schemas.microsoft.com/office/drawing/2014/main" id="{8793662D-5BEB-4A27-BDB9-A4887E94323F}"/>
                      </a:ext>
                    </a:extLst>
                  </p:cNvPr>
                  <p:cNvSpPr/>
                  <p:nvPr/>
                </p:nvSpPr>
                <p:spPr>
                  <a:xfrm>
                    <a:off x="5603305" y="3838972"/>
                    <a:ext cx="26687" cy="25135"/>
                  </a:xfrm>
                  <a:custGeom>
                    <a:avLst/>
                    <a:gdLst>
                      <a:gd name="connsiteX0" fmla="*/ 0 w 26687"/>
                      <a:gd name="connsiteY0" fmla="*/ 0 h 25135"/>
                      <a:gd name="connsiteX1" fmla="*/ 26687 w 26687"/>
                      <a:gd name="connsiteY1" fmla="*/ 25136 h 25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687" h="25135">
                        <a:moveTo>
                          <a:pt x="0" y="0"/>
                        </a:moveTo>
                        <a:cubicBezTo>
                          <a:pt x="0" y="0"/>
                          <a:pt x="12989" y="14629"/>
                          <a:pt x="26687" y="25136"/>
                        </a:cubicBezTo>
                      </a:path>
                    </a:pathLst>
                  </a:custGeom>
                  <a:noFill/>
                  <a:ln w="2024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82" name="Forme libre : forme 27281">
                    <a:extLst>
                      <a:ext uri="{FF2B5EF4-FFF2-40B4-BE49-F238E27FC236}">
                        <a16:creationId xmlns:a16="http://schemas.microsoft.com/office/drawing/2014/main" id="{368592D7-5069-4CB4-8E72-9985474E41E8}"/>
                      </a:ext>
                    </a:extLst>
                  </p:cNvPr>
                  <p:cNvSpPr/>
                  <p:nvPr/>
                </p:nvSpPr>
                <p:spPr>
                  <a:xfrm rot="-2812565">
                    <a:off x="5667513" y="3772571"/>
                    <a:ext cx="5053" cy="10639"/>
                  </a:xfrm>
                  <a:custGeom>
                    <a:avLst/>
                    <a:gdLst>
                      <a:gd name="connsiteX0" fmla="*/ 5054 w 5053"/>
                      <a:gd name="connsiteY0" fmla="*/ 5320 h 10639"/>
                      <a:gd name="connsiteX1" fmla="*/ 2527 w 5053"/>
                      <a:gd name="connsiteY1" fmla="*/ 10640 h 10639"/>
                      <a:gd name="connsiteX2" fmla="*/ 0 w 5053"/>
                      <a:gd name="connsiteY2" fmla="*/ 5320 h 10639"/>
                      <a:gd name="connsiteX3" fmla="*/ 2527 w 5053"/>
                      <a:gd name="connsiteY3" fmla="*/ 0 h 10639"/>
                      <a:gd name="connsiteX4" fmla="*/ 5054 w 5053"/>
                      <a:gd name="connsiteY4" fmla="*/ 5320 h 10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3" h="10639">
                        <a:moveTo>
                          <a:pt x="5054" y="5320"/>
                        </a:moveTo>
                        <a:cubicBezTo>
                          <a:pt x="5054" y="8258"/>
                          <a:pt x="3923" y="10640"/>
                          <a:pt x="2527" y="10640"/>
                        </a:cubicBezTo>
                        <a:cubicBezTo>
                          <a:pt x="1131" y="10640"/>
                          <a:pt x="0" y="8258"/>
                          <a:pt x="0" y="5320"/>
                        </a:cubicBezTo>
                        <a:cubicBezTo>
                          <a:pt x="0" y="2382"/>
                          <a:pt x="1131" y="0"/>
                          <a:pt x="2527" y="0"/>
                        </a:cubicBezTo>
                        <a:cubicBezTo>
                          <a:pt x="3922" y="0"/>
                          <a:pt x="5054" y="2382"/>
                          <a:pt x="5054" y="5320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83" name="Forme libre : forme 27282">
                    <a:extLst>
                      <a:ext uri="{FF2B5EF4-FFF2-40B4-BE49-F238E27FC236}">
                        <a16:creationId xmlns:a16="http://schemas.microsoft.com/office/drawing/2014/main" id="{2C8B7E53-23F7-4FA4-A065-D723B96C2AF0}"/>
                      </a:ext>
                    </a:extLst>
                  </p:cNvPr>
                  <p:cNvSpPr/>
                  <p:nvPr/>
                </p:nvSpPr>
                <p:spPr>
                  <a:xfrm rot="-4406442">
                    <a:off x="5626922" y="3781594"/>
                    <a:ext cx="5408" cy="10461"/>
                  </a:xfrm>
                  <a:custGeom>
                    <a:avLst/>
                    <a:gdLst>
                      <a:gd name="connsiteX0" fmla="*/ 5408 w 5408"/>
                      <a:gd name="connsiteY0" fmla="*/ 5231 h 10461"/>
                      <a:gd name="connsiteX1" fmla="*/ 2704 w 5408"/>
                      <a:gd name="connsiteY1" fmla="*/ 10462 h 10461"/>
                      <a:gd name="connsiteX2" fmla="*/ 0 w 5408"/>
                      <a:gd name="connsiteY2" fmla="*/ 5231 h 10461"/>
                      <a:gd name="connsiteX3" fmla="*/ 2704 w 5408"/>
                      <a:gd name="connsiteY3" fmla="*/ 0 h 10461"/>
                      <a:gd name="connsiteX4" fmla="*/ 5408 w 5408"/>
                      <a:gd name="connsiteY4" fmla="*/ 5231 h 10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08" h="10461">
                        <a:moveTo>
                          <a:pt x="5408" y="5231"/>
                        </a:moveTo>
                        <a:cubicBezTo>
                          <a:pt x="5408" y="8120"/>
                          <a:pt x="4198" y="10462"/>
                          <a:pt x="2704" y="10462"/>
                        </a:cubicBezTo>
                        <a:cubicBezTo>
                          <a:pt x="1211" y="10462"/>
                          <a:pt x="0" y="8120"/>
                          <a:pt x="0" y="5231"/>
                        </a:cubicBezTo>
                        <a:cubicBezTo>
                          <a:pt x="0" y="2342"/>
                          <a:pt x="1211" y="0"/>
                          <a:pt x="2704" y="0"/>
                        </a:cubicBezTo>
                        <a:cubicBezTo>
                          <a:pt x="4198" y="0"/>
                          <a:pt x="5408" y="2342"/>
                          <a:pt x="5408" y="5231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84" name="Forme libre : forme 27283">
                    <a:extLst>
                      <a:ext uri="{FF2B5EF4-FFF2-40B4-BE49-F238E27FC236}">
                        <a16:creationId xmlns:a16="http://schemas.microsoft.com/office/drawing/2014/main" id="{12E988C5-E8BF-4649-90CD-044A03B7413C}"/>
                      </a:ext>
                    </a:extLst>
                  </p:cNvPr>
                  <p:cNvSpPr/>
                  <p:nvPr/>
                </p:nvSpPr>
                <p:spPr>
                  <a:xfrm rot="-2812565">
                    <a:off x="5657447" y="3814992"/>
                    <a:ext cx="6561" cy="11437"/>
                  </a:xfrm>
                  <a:custGeom>
                    <a:avLst/>
                    <a:gdLst>
                      <a:gd name="connsiteX0" fmla="*/ 6561 w 6561"/>
                      <a:gd name="connsiteY0" fmla="*/ 5719 h 11437"/>
                      <a:gd name="connsiteX1" fmla="*/ 3281 w 6561"/>
                      <a:gd name="connsiteY1" fmla="*/ 11438 h 11437"/>
                      <a:gd name="connsiteX2" fmla="*/ 0 w 6561"/>
                      <a:gd name="connsiteY2" fmla="*/ 5719 h 11437"/>
                      <a:gd name="connsiteX3" fmla="*/ 3281 w 6561"/>
                      <a:gd name="connsiteY3" fmla="*/ 0 h 11437"/>
                      <a:gd name="connsiteX4" fmla="*/ 6561 w 6561"/>
                      <a:gd name="connsiteY4" fmla="*/ 5719 h 11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61" h="11437">
                        <a:moveTo>
                          <a:pt x="6561" y="5719"/>
                        </a:moveTo>
                        <a:cubicBezTo>
                          <a:pt x="6561" y="8877"/>
                          <a:pt x="5093" y="11438"/>
                          <a:pt x="3281" y="11438"/>
                        </a:cubicBezTo>
                        <a:cubicBezTo>
                          <a:pt x="1469" y="11438"/>
                          <a:pt x="0" y="8877"/>
                          <a:pt x="0" y="5719"/>
                        </a:cubicBezTo>
                        <a:cubicBezTo>
                          <a:pt x="0" y="2560"/>
                          <a:pt x="1469" y="0"/>
                          <a:pt x="3281" y="0"/>
                        </a:cubicBezTo>
                        <a:cubicBezTo>
                          <a:pt x="5093" y="0"/>
                          <a:pt x="6561" y="2561"/>
                          <a:pt x="6561" y="5719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85" name="Forme libre : forme 27284">
                    <a:extLst>
                      <a:ext uri="{FF2B5EF4-FFF2-40B4-BE49-F238E27FC236}">
                        <a16:creationId xmlns:a16="http://schemas.microsoft.com/office/drawing/2014/main" id="{D6572FB9-6620-4575-99D9-66B451988D9D}"/>
                      </a:ext>
                    </a:extLst>
                  </p:cNvPr>
                  <p:cNvSpPr/>
                  <p:nvPr/>
                </p:nvSpPr>
                <p:spPr>
                  <a:xfrm rot="-2812565">
                    <a:off x="5612265" y="3818281"/>
                    <a:ext cx="5585" cy="8423"/>
                  </a:xfrm>
                  <a:custGeom>
                    <a:avLst/>
                    <a:gdLst>
                      <a:gd name="connsiteX0" fmla="*/ 5586 w 5585"/>
                      <a:gd name="connsiteY0" fmla="*/ 4211 h 8423"/>
                      <a:gd name="connsiteX1" fmla="*/ 2793 w 5585"/>
                      <a:gd name="connsiteY1" fmla="*/ 8423 h 8423"/>
                      <a:gd name="connsiteX2" fmla="*/ 0 w 5585"/>
                      <a:gd name="connsiteY2" fmla="*/ 4211 h 8423"/>
                      <a:gd name="connsiteX3" fmla="*/ 2793 w 5585"/>
                      <a:gd name="connsiteY3" fmla="*/ 0 h 8423"/>
                      <a:gd name="connsiteX4" fmla="*/ 5586 w 5585"/>
                      <a:gd name="connsiteY4" fmla="*/ 4211 h 8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5" h="8423">
                        <a:moveTo>
                          <a:pt x="5586" y="4211"/>
                        </a:moveTo>
                        <a:cubicBezTo>
                          <a:pt x="5586" y="6537"/>
                          <a:pt x="4335" y="8423"/>
                          <a:pt x="2793" y="8423"/>
                        </a:cubicBezTo>
                        <a:cubicBezTo>
                          <a:pt x="1250" y="8423"/>
                          <a:pt x="0" y="6537"/>
                          <a:pt x="0" y="4211"/>
                        </a:cubicBezTo>
                        <a:cubicBezTo>
                          <a:pt x="0" y="1886"/>
                          <a:pt x="1250" y="0"/>
                          <a:pt x="2793" y="0"/>
                        </a:cubicBezTo>
                        <a:cubicBezTo>
                          <a:pt x="4335" y="0"/>
                          <a:pt x="5586" y="1886"/>
                          <a:pt x="5586" y="4211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86" name="Forme libre : forme 27285">
                    <a:extLst>
                      <a:ext uri="{FF2B5EF4-FFF2-40B4-BE49-F238E27FC236}">
                        <a16:creationId xmlns:a16="http://schemas.microsoft.com/office/drawing/2014/main" id="{648D89FB-C6F7-4B6D-9E18-A8582758DA88}"/>
                      </a:ext>
                    </a:extLst>
                  </p:cNvPr>
                  <p:cNvSpPr/>
                  <p:nvPr/>
                </p:nvSpPr>
                <p:spPr>
                  <a:xfrm rot="-3935269">
                    <a:off x="5633372" y="3848124"/>
                    <a:ext cx="4699" cy="7270"/>
                  </a:xfrm>
                  <a:custGeom>
                    <a:avLst/>
                    <a:gdLst>
                      <a:gd name="connsiteX0" fmla="*/ 4699 w 4699"/>
                      <a:gd name="connsiteY0" fmla="*/ 3635 h 7270"/>
                      <a:gd name="connsiteX1" fmla="*/ 2350 w 4699"/>
                      <a:gd name="connsiteY1" fmla="*/ 7270 h 7270"/>
                      <a:gd name="connsiteX2" fmla="*/ 0 w 4699"/>
                      <a:gd name="connsiteY2" fmla="*/ 3635 h 7270"/>
                      <a:gd name="connsiteX3" fmla="*/ 2350 w 4699"/>
                      <a:gd name="connsiteY3" fmla="*/ 0 h 7270"/>
                      <a:gd name="connsiteX4" fmla="*/ 4699 w 4699"/>
                      <a:gd name="connsiteY4" fmla="*/ 3635 h 7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9" h="7270">
                        <a:moveTo>
                          <a:pt x="4699" y="3635"/>
                        </a:moveTo>
                        <a:cubicBezTo>
                          <a:pt x="4699" y="5643"/>
                          <a:pt x="3647" y="7270"/>
                          <a:pt x="2350" y="7270"/>
                        </a:cubicBezTo>
                        <a:cubicBezTo>
                          <a:pt x="1052" y="7270"/>
                          <a:pt x="0" y="5643"/>
                          <a:pt x="0" y="3635"/>
                        </a:cubicBezTo>
                        <a:cubicBezTo>
                          <a:pt x="0" y="1627"/>
                          <a:pt x="1052" y="0"/>
                          <a:pt x="2350" y="0"/>
                        </a:cubicBezTo>
                        <a:cubicBezTo>
                          <a:pt x="3647" y="0"/>
                          <a:pt x="4699" y="1627"/>
                          <a:pt x="4699" y="3635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87" name="Forme libre : forme 27286">
                    <a:extLst>
                      <a:ext uri="{FF2B5EF4-FFF2-40B4-BE49-F238E27FC236}">
                        <a16:creationId xmlns:a16="http://schemas.microsoft.com/office/drawing/2014/main" id="{5FAC56BD-8BED-43B2-B598-FB7EEF2745DB}"/>
                      </a:ext>
                    </a:extLst>
                  </p:cNvPr>
                  <p:cNvSpPr/>
                  <p:nvPr/>
                </p:nvSpPr>
                <p:spPr>
                  <a:xfrm>
                    <a:off x="5636239" y="3761358"/>
                    <a:ext cx="34685" cy="8658"/>
                  </a:xfrm>
                  <a:custGeom>
                    <a:avLst/>
                    <a:gdLst>
                      <a:gd name="connsiteX0" fmla="*/ 3640 w 34685"/>
                      <a:gd name="connsiteY0" fmla="*/ 3227 h 8658"/>
                      <a:gd name="connsiteX1" fmla="*/ 581 w 34685"/>
                      <a:gd name="connsiteY1" fmla="*/ 5222 h 8658"/>
                      <a:gd name="connsiteX2" fmla="*/ 4 w 34685"/>
                      <a:gd name="connsiteY2" fmla="*/ 6374 h 8658"/>
                      <a:gd name="connsiteX3" fmla="*/ 2265 w 34685"/>
                      <a:gd name="connsiteY3" fmla="*/ 8413 h 8658"/>
                      <a:gd name="connsiteX4" fmla="*/ 13570 w 34685"/>
                      <a:gd name="connsiteY4" fmla="*/ 6995 h 8658"/>
                      <a:gd name="connsiteX5" fmla="*/ 29263 w 34685"/>
                      <a:gd name="connsiteY5" fmla="*/ 5798 h 8658"/>
                      <a:gd name="connsiteX6" fmla="*/ 34228 w 34685"/>
                      <a:gd name="connsiteY6" fmla="*/ 3404 h 8658"/>
                      <a:gd name="connsiteX7" fmla="*/ 27224 w 34685"/>
                      <a:gd name="connsiteY7" fmla="*/ 833 h 8658"/>
                      <a:gd name="connsiteX8" fmla="*/ 11797 w 34685"/>
                      <a:gd name="connsiteY8" fmla="*/ 700 h 8658"/>
                      <a:gd name="connsiteX9" fmla="*/ 3640 w 34685"/>
                      <a:gd name="connsiteY9" fmla="*/ 3227 h 8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685" h="8658">
                        <a:moveTo>
                          <a:pt x="3640" y="3227"/>
                        </a:moveTo>
                        <a:cubicBezTo>
                          <a:pt x="2531" y="3714"/>
                          <a:pt x="1379" y="4335"/>
                          <a:pt x="581" y="5222"/>
                        </a:cubicBezTo>
                        <a:cubicBezTo>
                          <a:pt x="270" y="5532"/>
                          <a:pt x="4" y="5931"/>
                          <a:pt x="4" y="6374"/>
                        </a:cubicBezTo>
                        <a:cubicBezTo>
                          <a:pt x="-84" y="7482"/>
                          <a:pt x="1157" y="8192"/>
                          <a:pt x="2265" y="8413"/>
                        </a:cubicBezTo>
                        <a:cubicBezTo>
                          <a:pt x="6033" y="9211"/>
                          <a:pt x="9846" y="7881"/>
                          <a:pt x="13570" y="6995"/>
                        </a:cubicBezTo>
                        <a:cubicBezTo>
                          <a:pt x="18668" y="5754"/>
                          <a:pt x="23988" y="5354"/>
                          <a:pt x="29263" y="5798"/>
                        </a:cubicBezTo>
                        <a:cubicBezTo>
                          <a:pt x="30681" y="5931"/>
                          <a:pt x="36312" y="6374"/>
                          <a:pt x="34228" y="3404"/>
                        </a:cubicBezTo>
                        <a:cubicBezTo>
                          <a:pt x="33075" y="1719"/>
                          <a:pt x="29086" y="1232"/>
                          <a:pt x="27224" y="833"/>
                        </a:cubicBezTo>
                        <a:cubicBezTo>
                          <a:pt x="22170" y="-231"/>
                          <a:pt x="16850" y="-276"/>
                          <a:pt x="11797" y="700"/>
                        </a:cubicBezTo>
                        <a:cubicBezTo>
                          <a:pt x="8959" y="1187"/>
                          <a:pt x="6255" y="2074"/>
                          <a:pt x="3640" y="3227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88" name="Forme libre : forme 27287">
                    <a:extLst>
                      <a:ext uri="{FF2B5EF4-FFF2-40B4-BE49-F238E27FC236}">
                        <a16:creationId xmlns:a16="http://schemas.microsoft.com/office/drawing/2014/main" id="{893417F0-2B29-41AF-91F6-9DCED2F5BDA7}"/>
                      </a:ext>
                    </a:extLst>
                  </p:cNvPr>
                  <p:cNvSpPr/>
                  <p:nvPr/>
                </p:nvSpPr>
                <p:spPr>
                  <a:xfrm>
                    <a:off x="5604593" y="3809259"/>
                    <a:ext cx="48362" cy="27540"/>
                  </a:xfrm>
                  <a:custGeom>
                    <a:avLst/>
                    <a:gdLst>
                      <a:gd name="connsiteX0" fmla="*/ 2657 w 48362"/>
                      <a:gd name="connsiteY0" fmla="*/ 1962 h 27540"/>
                      <a:gd name="connsiteX1" fmla="*/ 5628 w 48362"/>
                      <a:gd name="connsiteY1" fmla="*/ 11 h 27540"/>
                      <a:gd name="connsiteX2" fmla="*/ 6780 w 48362"/>
                      <a:gd name="connsiteY2" fmla="*/ 410 h 27540"/>
                      <a:gd name="connsiteX3" fmla="*/ 16533 w 48362"/>
                      <a:gd name="connsiteY3" fmla="*/ 5819 h 27540"/>
                      <a:gd name="connsiteX4" fmla="*/ 24823 w 48362"/>
                      <a:gd name="connsiteY4" fmla="*/ 12601 h 27540"/>
                      <a:gd name="connsiteX5" fmla="*/ 48363 w 48362"/>
                      <a:gd name="connsiteY5" fmla="*/ 27541 h 27540"/>
                      <a:gd name="connsiteX6" fmla="*/ 33600 w 48362"/>
                      <a:gd name="connsiteY6" fmla="*/ 19118 h 27540"/>
                      <a:gd name="connsiteX7" fmla="*/ 13386 w 48362"/>
                      <a:gd name="connsiteY7" fmla="*/ 7725 h 27540"/>
                      <a:gd name="connsiteX8" fmla="*/ 7356 w 48362"/>
                      <a:gd name="connsiteY8" fmla="*/ 6262 h 27540"/>
                      <a:gd name="connsiteX9" fmla="*/ 3633 w 48362"/>
                      <a:gd name="connsiteY9" fmla="*/ 9675 h 27540"/>
                      <a:gd name="connsiteX10" fmla="*/ 1815 w 48362"/>
                      <a:gd name="connsiteY10" fmla="*/ 15217 h 27540"/>
                      <a:gd name="connsiteX11" fmla="*/ 131 w 48362"/>
                      <a:gd name="connsiteY11" fmla="*/ 12823 h 27540"/>
                      <a:gd name="connsiteX12" fmla="*/ 2657 w 48362"/>
                      <a:gd name="connsiteY12" fmla="*/ 1962 h 27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8362" h="27540">
                        <a:moveTo>
                          <a:pt x="2657" y="1962"/>
                        </a:moveTo>
                        <a:cubicBezTo>
                          <a:pt x="3367" y="942"/>
                          <a:pt x="4386" y="-122"/>
                          <a:pt x="5628" y="11"/>
                        </a:cubicBezTo>
                        <a:cubicBezTo>
                          <a:pt x="6027" y="55"/>
                          <a:pt x="6426" y="233"/>
                          <a:pt x="6780" y="410"/>
                        </a:cubicBezTo>
                        <a:cubicBezTo>
                          <a:pt x="10149" y="1962"/>
                          <a:pt x="13519" y="3646"/>
                          <a:pt x="16533" y="5819"/>
                        </a:cubicBezTo>
                        <a:cubicBezTo>
                          <a:pt x="19415" y="7902"/>
                          <a:pt x="21986" y="10429"/>
                          <a:pt x="24823" y="12601"/>
                        </a:cubicBezTo>
                        <a:cubicBezTo>
                          <a:pt x="32226" y="18276"/>
                          <a:pt x="41447" y="21290"/>
                          <a:pt x="48363" y="27541"/>
                        </a:cubicBezTo>
                        <a:cubicBezTo>
                          <a:pt x="43087" y="25502"/>
                          <a:pt x="38388" y="22177"/>
                          <a:pt x="33600" y="19118"/>
                        </a:cubicBezTo>
                        <a:cubicBezTo>
                          <a:pt x="27084" y="14951"/>
                          <a:pt x="20257" y="11316"/>
                          <a:pt x="13386" y="7725"/>
                        </a:cubicBezTo>
                        <a:cubicBezTo>
                          <a:pt x="11479" y="6749"/>
                          <a:pt x="9396" y="5774"/>
                          <a:pt x="7356" y="6262"/>
                        </a:cubicBezTo>
                        <a:cubicBezTo>
                          <a:pt x="5672" y="6705"/>
                          <a:pt x="4342" y="8079"/>
                          <a:pt x="3633" y="9675"/>
                        </a:cubicBezTo>
                        <a:cubicBezTo>
                          <a:pt x="2879" y="11227"/>
                          <a:pt x="3101" y="14020"/>
                          <a:pt x="1815" y="15217"/>
                        </a:cubicBezTo>
                        <a:cubicBezTo>
                          <a:pt x="352" y="16635"/>
                          <a:pt x="263" y="13931"/>
                          <a:pt x="131" y="12823"/>
                        </a:cubicBezTo>
                        <a:cubicBezTo>
                          <a:pt x="-357" y="9099"/>
                          <a:pt x="529" y="5109"/>
                          <a:pt x="2657" y="1962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89" name="Forme libre : forme 27288">
                    <a:extLst>
                      <a:ext uri="{FF2B5EF4-FFF2-40B4-BE49-F238E27FC236}">
                        <a16:creationId xmlns:a16="http://schemas.microsoft.com/office/drawing/2014/main" id="{4B902CCA-0079-474A-AF07-4A61D82C1957}"/>
                      </a:ext>
                    </a:extLst>
                  </p:cNvPr>
                  <p:cNvSpPr/>
                  <p:nvPr/>
                </p:nvSpPr>
                <p:spPr>
                  <a:xfrm>
                    <a:off x="5616318" y="3775528"/>
                    <a:ext cx="55079" cy="22704"/>
                  </a:xfrm>
                  <a:custGeom>
                    <a:avLst/>
                    <a:gdLst>
                      <a:gd name="connsiteX0" fmla="*/ 11325 w 55079"/>
                      <a:gd name="connsiteY0" fmla="*/ 1647 h 22704"/>
                      <a:gd name="connsiteX1" fmla="*/ 16556 w 55079"/>
                      <a:gd name="connsiteY1" fmla="*/ 7 h 22704"/>
                      <a:gd name="connsiteX2" fmla="*/ 21521 w 55079"/>
                      <a:gd name="connsiteY2" fmla="*/ 1691 h 22704"/>
                      <a:gd name="connsiteX3" fmla="*/ 55080 w 55079"/>
                      <a:gd name="connsiteY3" fmla="*/ 22704 h 22704"/>
                      <a:gd name="connsiteX4" fmla="*/ 26974 w 55079"/>
                      <a:gd name="connsiteY4" fmla="*/ 10026 h 22704"/>
                      <a:gd name="connsiteX5" fmla="*/ 14162 w 55079"/>
                      <a:gd name="connsiteY5" fmla="*/ 5504 h 22704"/>
                      <a:gd name="connsiteX6" fmla="*/ 10616 w 55079"/>
                      <a:gd name="connsiteY6" fmla="*/ 5858 h 22704"/>
                      <a:gd name="connsiteX7" fmla="*/ 8045 w 55079"/>
                      <a:gd name="connsiteY7" fmla="*/ 7144 h 22704"/>
                      <a:gd name="connsiteX8" fmla="*/ 2326 w 55079"/>
                      <a:gd name="connsiteY8" fmla="*/ 11843 h 22704"/>
                      <a:gd name="connsiteX9" fmla="*/ 198 w 55079"/>
                      <a:gd name="connsiteY9" fmla="*/ 13439 h 22704"/>
                      <a:gd name="connsiteX10" fmla="*/ 1040 w 55079"/>
                      <a:gd name="connsiteY10" fmla="*/ 11178 h 22704"/>
                      <a:gd name="connsiteX11" fmla="*/ 11325 w 55079"/>
                      <a:gd name="connsiteY11" fmla="*/ 1647 h 2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79" h="22704">
                        <a:moveTo>
                          <a:pt x="11325" y="1647"/>
                        </a:moveTo>
                        <a:cubicBezTo>
                          <a:pt x="12921" y="716"/>
                          <a:pt x="14694" y="-82"/>
                          <a:pt x="16556" y="7"/>
                        </a:cubicBezTo>
                        <a:cubicBezTo>
                          <a:pt x="18329" y="51"/>
                          <a:pt x="19970" y="893"/>
                          <a:pt x="21521" y="1691"/>
                        </a:cubicBezTo>
                        <a:cubicBezTo>
                          <a:pt x="33225" y="7809"/>
                          <a:pt x="44485" y="14858"/>
                          <a:pt x="55080" y="22704"/>
                        </a:cubicBezTo>
                        <a:cubicBezTo>
                          <a:pt x="45549" y="18892"/>
                          <a:pt x="36151" y="14680"/>
                          <a:pt x="26974" y="10026"/>
                        </a:cubicBezTo>
                        <a:cubicBezTo>
                          <a:pt x="22895" y="7986"/>
                          <a:pt x="18684" y="5814"/>
                          <a:pt x="14162" y="5504"/>
                        </a:cubicBezTo>
                        <a:cubicBezTo>
                          <a:pt x="12965" y="5415"/>
                          <a:pt x="11769" y="5460"/>
                          <a:pt x="10616" y="5858"/>
                        </a:cubicBezTo>
                        <a:cubicBezTo>
                          <a:pt x="9685" y="6169"/>
                          <a:pt x="8843" y="6656"/>
                          <a:pt x="8045" y="7144"/>
                        </a:cubicBezTo>
                        <a:cubicBezTo>
                          <a:pt x="5961" y="8474"/>
                          <a:pt x="4055" y="10070"/>
                          <a:pt x="2326" y="11843"/>
                        </a:cubicBezTo>
                        <a:cubicBezTo>
                          <a:pt x="1971" y="12198"/>
                          <a:pt x="907" y="13705"/>
                          <a:pt x="198" y="13439"/>
                        </a:cubicBezTo>
                        <a:cubicBezTo>
                          <a:pt x="-467" y="13173"/>
                          <a:pt x="730" y="11621"/>
                          <a:pt x="1040" y="11178"/>
                        </a:cubicBezTo>
                        <a:cubicBezTo>
                          <a:pt x="3523" y="7188"/>
                          <a:pt x="7202" y="3952"/>
                          <a:pt x="11325" y="1647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90" name="Forme libre : forme 27289">
                    <a:extLst>
                      <a:ext uri="{FF2B5EF4-FFF2-40B4-BE49-F238E27FC236}">
                        <a16:creationId xmlns:a16="http://schemas.microsoft.com/office/drawing/2014/main" id="{D63461E6-7866-4B8A-AFF6-20895FEC05E9}"/>
                      </a:ext>
                    </a:extLst>
                  </p:cNvPr>
                  <p:cNvSpPr/>
                  <p:nvPr/>
                </p:nvSpPr>
                <p:spPr>
                  <a:xfrm>
                    <a:off x="5630613" y="3803023"/>
                    <a:ext cx="48593" cy="30275"/>
                  </a:xfrm>
                  <a:custGeom>
                    <a:avLst/>
                    <a:gdLst>
                      <a:gd name="connsiteX0" fmla="*/ 9443 w 48593"/>
                      <a:gd name="connsiteY0" fmla="*/ 1770 h 30275"/>
                      <a:gd name="connsiteX1" fmla="*/ 19461 w 48593"/>
                      <a:gd name="connsiteY1" fmla="*/ 2790 h 30275"/>
                      <a:gd name="connsiteX2" fmla="*/ 28549 w 48593"/>
                      <a:gd name="connsiteY2" fmla="*/ 4785 h 30275"/>
                      <a:gd name="connsiteX3" fmla="*/ 44375 w 48593"/>
                      <a:gd name="connsiteY3" fmla="*/ 7090 h 30275"/>
                      <a:gd name="connsiteX4" fmla="*/ 48011 w 48593"/>
                      <a:gd name="connsiteY4" fmla="*/ 8775 h 30275"/>
                      <a:gd name="connsiteX5" fmla="*/ 48143 w 48593"/>
                      <a:gd name="connsiteY5" fmla="*/ 13119 h 30275"/>
                      <a:gd name="connsiteX6" fmla="*/ 39056 w 48593"/>
                      <a:gd name="connsiteY6" fmla="*/ 25399 h 30275"/>
                      <a:gd name="connsiteX7" fmla="*/ 33027 w 48593"/>
                      <a:gd name="connsiteY7" fmla="*/ 30275 h 30275"/>
                      <a:gd name="connsiteX8" fmla="*/ 38612 w 48593"/>
                      <a:gd name="connsiteY8" fmla="*/ 18217 h 30275"/>
                      <a:gd name="connsiteX9" fmla="*/ 38213 w 48593"/>
                      <a:gd name="connsiteY9" fmla="*/ 15646 h 30275"/>
                      <a:gd name="connsiteX10" fmla="*/ 31076 w 48593"/>
                      <a:gd name="connsiteY10" fmla="*/ 9306 h 30275"/>
                      <a:gd name="connsiteX11" fmla="*/ 11349 w 48593"/>
                      <a:gd name="connsiteY11" fmla="*/ 2391 h 30275"/>
                      <a:gd name="connsiteX12" fmla="*/ 6118 w 48593"/>
                      <a:gd name="connsiteY12" fmla="*/ 1504 h 30275"/>
                      <a:gd name="connsiteX13" fmla="*/ 0 w 48593"/>
                      <a:gd name="connsiteY13" fmla="*/ 86 h 30275"/>
                      <a:gd name="connsiteX14" fmla="*/ 9443 w 48593"/>
                      <a:gd name="connsiteY14" fmla="*/ 1770 h 30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8593" h="30275">
                        <a:moveTo>
                          <a:pt x="9443" y="1770"/>
                        </a:moveTo>
                        <a:cubicBezTo>
                          <a:pt x="12767" y="2302"/>
                          <a:pt x="16137" y="2302"/>
                          <a:pt x="19461" y="2790"/>
                        </a:cubicBezTo>
                        <a:cubicBezTo>
                          <a:pt x="22520" y="3233"/>
                          <a:pt x="25535" y="4120"/>
                          <a:pt x="28549" y="4785"/>
                        </a:cubicBezTo>
                        <a:cubicBezTo>
                          <a:pt x="33780" y="5893"/>
                          <a:pt x="39100" y="6204"/>
                          <a:pt x="44375" y="7090"/>
                        </a:cubicBezTo>
                        <a:cubicBezTo>
                          <a:pt x="45750" y="7312"/>
                          <a:pt x="47213" y="7666"/>
                          <a:pt x="48011" y="8775"/>
                        </a:cubicBezTo>
                        <a:cubicBezTo>
                          <a:pt x="48897" y="9972"/>
                          <a:pt x="48631" y="11701"/>
                          <a:pt x="48143" y="13119"/>
                        </a:cubicBezTo>
                        <a:cubicBezTo>
                          <a:pt x="46503" y="17995"/>
                          <a:pt x="42779" y="21852"/>
                          <a:pt x="39056" y="25399"/>
                        </a:cubicBezTo>
                        <a:cubicBezTo>
                          <a:pt x="37194" y="27172"/>
                          <a:pt x="35243" y="28945"/>
                          <a:pt x="33027" y="30275"/>
                        </a:cubicBezTo>
                        <a:cubicBezTo>
                          <a:pt x="36617" y="27394"/>
                          <a:pt x="38745" y="22783"/>
                          <a:pt x="38612" y="18217"/>
                        </a:cubicBezTo>
                        <a:cubicBezTo>
                          <a:pt x="38568" y="17331"/>
                          <a:pt x="38479" y="16488"/>
                          <a:pt x="38213" y="15646"/>
                        </a:cubicBezTo>
                        <a:cubicBezTo>
                          <a:pt x="37194" y="12543"/>
                          <a:pt x="34002" y="10725"/>
                          <a:pt x="31076" y="9306"/>
                        </a:cubicBezTo>
                        <a:cubicBezTo>
                          <a:pt x="24781" y="6292"/>
                          <a:pt x="18176" y="3765"/>
                          <a:pt x="11349" y="2391"/>
                        </a:cubicBezTo>
                        <a:cubicBezTo>
                          <a:pt x="9620" y="2036"/>
                          <a:pt x="7847" y="1770"/>
                          <a:pt x="6118" y="1504"/>
                        </a:cubicBezTo>
                        <a:cubicBezTo>
                          <a:pt x="4876" y="1327"/>
                          <a:pt x="532" y="1327"/>
                          <a:pt x="0" y="86"/>
                        </a:cubicBezTo>
                        <a:cubicBezTo>
                          <a:pt x="2793" y="-402"/>
                          <a:pt x="6605" y="1327"/>
                          <a:pt x="9443" y="177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91" name="Forme libre : forme 27290">
                    <a:extLst>
                      <a:ext uri="{FF2B5EF4-FFF2-40B4-BE49-F238E27FC236}">
                        <a16:creationId xmlns:a16="http://schemas.microsoft.com/office/drawing/2014/main" id="{DDCAF72F-40B3-4DC0-AC7F-C0433639C826}"/>
                      </a:ext>
                    </a:extLst>
                  </p:cNvPr>
                  <p:cNvSpPr/>
                  <p:nvPr/>
                </p:nvSpPr>
                <p:spPr>
                  <a:xfrm>
                    <a:off x="5614344" y="3838972"/>
                    <a:ext cx="39847" cy="18752"/>
                  </a:xfrm>
                  <a:custGeom>
                    <a:avLst/>
                    <a:gdLst>
                      <a:gd name="connsiteX0" fmla="*/ 12058 w 39847"/>
                      <a:gd name="connsiteY0" fmla="*/ 3148 h 18752"/>
                      <a:gd name="connsiteX1" fmla="*/ 19506 w 39847"/>
                      <a:gd name="connsiteY1" fmla="*/ 5054 h 18752"/>
                      <a:gd name="connsiteX2" fmla="*/ 38568 w 39847"/>
                      <a:gd name="connsiteY2" fmla="*/ 9221 h 18752"/>
                      <a:gd name="connsiteX3" fmla="*/ 39499 w 39847"/>
                      <a:gd name="connsiteY3" fmla="*/ 9576 h 18752"/>
                      <a:gd name="connsiteX4" fmla="*/ 39233 w 39847"/>
                      <a:gd name="connsiteY4" fmla="*/ 11969 h 18752"/>
                      <a:gd name="connsiteX5" fmla="*/ 27618 w 39847"/>
                      <a:gd name="connsiteY5" fmla="*/ 18752 h 18752"/>
                      <a:gd name="connsiteX6" fmla="*/ 28682 w 39847"/>
                      <a:gd name="connsiteY6" fmla="*/ 16447 h 18752"/>
                      <a:gd name="connsiteX7" fmla="*/ 29480 w 39847"/>
                      <a:gd name="connsiteY7" fmla="*/ 13477 h 18752"/>
                      <a:gd name="connsiteX8" fmla="*/ 25712 w 39847"/>
                      <a:gd name="connsiteY8" fmla="*/ 9576 h 18752"/>
                      <a:gd name="connsiteX9" fmla="*/ 11925 w 39847"/>
                      <a:gd name="connsiteY9" fmla="*/ 4433 h 18752"/>
                      <a:gd name="connsiteX10" fmla="*/ 4965 w 39847"/>
                      <a:gd name="connsiteY10" fmla="*/ 2394 h 18752"/>
                      <a:gd name="connsiteX11" fmla="*/ 0 w 39847"/>
                      <a:gd name="connsiteY11" fmla="*/ 0 h 18752"/>
                      <a:gd name="connsiteX12" fmla="*/ 5940 w 39847"/>
                      <a:gd name="connsiteY12" fmla="*/ 1463 h 18752"/>
                      <a:gd name="connsiteX13" fmla="*/ 12058 w 39847"/>
                      <a:gd name="connsiteY13" fmla="*/ 3148 h 18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9847" h="18752">
                        <a:moveTo>
                          <a:pt x="12058" y="3148"/>
                        </a:moveTo>
                        <a:cubicBezTo>
                          <a:pt x="14541" y="3813"/>
                          <a:pt x="17023" y="4433"/>
                          <a:pt x="19506" y="5054"/>
                        </a:cubicBezTo>
                        <a:cubicBezTo>
                          <a:pt x="25801" y="6605"/>
                          <a:pt x="32140" y="8024"/>
                          <a:pt x="38568" y="9221"/>
                        </a:cubicBezTo>
                        <a:cubicBezTo>
                          <a:pt x="38878" y="9265"/>
                          <a:pt x="39233" y="9354"/>
                          <a:pt x="39499" y="9576"/>
                        </a:cubicBezTo>
                        <a:cubicBezTo>
                          <a:pt x="40164" y="10152"/>
                          <a:pt x="39765" y="11260"/>
                          <a:pt x="39233" y="11969"/>
                        </a:cubicBezTo>
                        <a:cubicBezTo>
                          <a:pt x="36529" y="15649"/>
                          <a:pt x="31963" y="17422"/>
                          <a:pt x="27618" y="18752"/>
                        </a:cubicBezTo>
                        <a:cubicBezTo>
                          <a:pt x="27973" y="17998"/>
                          <a:pt x="28327" y="17200"/>
                          <a:pt x="28682" y="16447"/>
                        </a:cubicBezTo>
                        <a:cubicBezTo>
                          <a:pt x="29125" y="15516"/>
                          <a:pt x="29569" y="14496"/>
                          <a:pt x="29480" y="13477"/>
                        </a:cubicBezTo>
                        <a:cubicBezTo>
                          <a:pt x="29303" y="11571"/>
                          <a:pt x="27397" y="10374"/>
                          <a:pt x="25712" y="9576"/>
                        </a:cubicBezTo>
                        <a:cubicBezTo>
                          <a:pt x="21279" y="7448"/>
                          <a:pt x="16624" y="5852"/>
                          <a:pt x="11925" y="4433"/>
                        </a:cubicBezTo>
                        <a:cubicBezTo>
                          <a:pt x="9620" y="3724"/>
                          <a:pt x="7270" y="3059"/>
                          <a:pt x="4965" y="2394"/>
                        </a:cubicBezTo>
                        <a:cubicBezTo>
                          <a:pt x="3724" y="2039"/>
                          <a:pt x="89" y="1685"/>
                          <a:pt x="0" y="0"/>
                        </a:cubicBezTo>
                        <a:cubicBezTo>
                          <a:pt x="1862" y="0"/>
                          <a:pt x="4123" y="975"/>
                          <a:pt x="5940" y="1463"/>
                        </a:cubicBezTo>
                        <a:cubicBezTo>
                          <a:pt x="7891" y="2039"/>
                          <a:pt x="9974" y="2571"/>
                          <a:pt x="12058" y="3148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92" name="Forme libre : forme 27291">
                    <a:extLst>
                      <a:ext uri="{FF2B5EF4-FFF2-40B4-BE49-F238E27FC236}">
                        <a16:creationId xmlns:a16="http://schemas.microsoft.com/office/drawing/2014/main" id="{369CD0ED-B4E6-44D1-A400-2D29141C0504}"/>
                      </a:ext>
                    </a:extLst>
                  </p:cNvPr>
                  <p:cNvSpPr/>
                  <p:nvPr/>
                </p:nvSpPr>
                <p:spPr>
                  <a:xfrm>
                    <a:off x="5605858" y="3846511"/>
                    <a:ext cx="16024" cy="19162"/>
                  </a:xfrm>
                  <a:custGeom>
                    <a:avLst/>
                    <a:gdLst>
                      <a:gd name="connsiteX0" fmla="*/ 1525 w 16024"/>
                      <a:gd name="connsiteY0" fmla="*/ 574 h 19162"/>
                      <a:gd name="connsiteX1" fmla="*/ 284 w 16024"/>
                      <a:gd name="connsiteY1" fmla="*/ 87 h 19162"/>
                      <a:gd name="connsiteX2" fmla="*/ 63 w 16024"/>
                      <a:gd name="connsiteY2" fmla="*/ 1195 h 19162"/>
                      <a:gd name="connsiteX3" fmla="*/ 2944 w 16024"/>
                      <a:gd name="connsiteY3" fmla="*/ 13208 h 19162"/>
                      <a:gd name="connsiteX4" fmla="*/ 5382 w 16024"/>
                      <a:gd name="connsiteY4" fmla="*/ 18617 h 19162"/>
                      <a:gd name="connsiteX5" fmla="*/ 6003 w 16024"/>
                      <a:gd name="connsiteY5" fmla="*/ 19105 h 19162"/>
                      <a:gd name="connsiteX6" fmla="*/ 7510 w 16024"/>
                      <a:gd name="connsiteY6" fmla="*/ 18351 h 19162"/>
                      <a:gd name="connsiteX7" fmla="*/ 8397 w 16024"/>
                      <a:gd name="connsiteY7" fmla="*/ 16755 h 19162"/>
                      <a:gd name="connsiteX8" fmla="*/ 11544 w 16024"/>
                      <a:gd name="connsiteY8" fmla="*/ 15824 h 19162"/>
                      <a:gd name="connsiteX9" fmla="*/ 16022 w 16024"/>
                      <a:gd name="connsiteY9" fmla="*/ 15292 h 19162"/>
                      <a:gd name="connsiteX10" fmla="*/ 11500 w 16024"/>
                      <a:gd name="connsiteY10" fmla="*/ 10903 h 19162"/>
                      <a:gd name="connsiteX11" fmla="*/ 1525 w 16024"/>
                      <a:gd name="connsiteY11" fmla="*/ 574 h 19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024" h="19162">
                        <a:moveTo>
                          <a:pt x="1525" y="574"/>
                        </a:moveTo>
                        <a:cubicBezTo>
                          <a:pt x="1215" y="220"/>
                          <a:pt x="727" y="-179"/>
                          <a:pt x="284" y="87"/>
                        </a:cubicBezTo>
                        <a:cubicBezTo>
                          <a:pt x="-70" y="308"/>
                          <a:pt x="-26" y="796"/>
                          <a:pt x="63" y="1195"/>
                        </a:cubicBezTo>
                        <a:cubicBezTo>
                          <a:pt x="949" y="5229"/>
                          <a:pt x="1836" y="9219"/>
                          <a:pt x="2944" y="13208"/>
                        </a:cubicBezTo>
                        <a:cubicBezTo>
                          <a:pt x="3476" y="15115"/>
                          <a:pt x="4097" y="17110"/>
                          <a:pt x="5382" y="18617"/>
                        </a:cubicBezTo>
                        <a:cubicBezTo>
                          <a:pt x="5560" y="18839"/>
                          <a:pt x="5737" y="19016"/>
                          <a:pt x="6003" y="19105"/>
                        </a:cubicBezTo>
                        <a:cubicBezTo>
                          <a:pt x="6579" y="19326"/>
                          <a:pt x="7200" y="18883"/>
                          <a:pt x="7510" y="18351"/>
                        </a:cubicBezTo>
                        <a:cubicBezTo>
                          <a:pt x="7820" y="17819"/>
                          <a:pt x="7998" y="17198"/>
                          <a:pt x="8397" y="16755"/>
                        </a:cubicBezTo>
                        <a:cubicBezTo>
                          <a:pt x="9106" y="15913"/>
                          <a:pt x="10392" y="15780"/>
                          <a:pt x="11544" y="15824"/>
                        </a:cubicBezTo>
                        <a:cubicBezTo>
                          <a:pt x="12298" y="15824"/>
                          <a:pt x="15844" y="16622"/>
                          <a:pt x="16022" y="15292"/>
                        </a:cubicBezTo>
                        <a:cubicBezTo>
                          <a:pt x="16155" y="14317"/>
                          <a:pt x="12298" y="11613"/>
                          <a:pt x="11500" y="10903"/>
                        </a:cubicBezTo>
                        <a:cubicBezTo>
                          <a:pt x="8042" y="7579"/>
                          <a:pt x="4673" y="4165"/>
                          <a:pt x="1525" y="574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6964" name="Forme libre : forme 26963">
                  <a:extLst>
                    <a:ext uri="{FF2B5EF4-FFF2-40B4-BE49-F238E27FC236}">
                      <a16:creationId xmlns:a16="http://schemas.microsoft.com/office/drawing/2014/main" id="{DB226A98-96EE-44C9-B0D6-208DD913AFE0}"/>
                    </a:ext>
                  </a:extLst>
                </p:cNvPr>
                <p:cNvSpPr/>
                <p:nvPr/>
              </p:nvSpPr>
              <p:spPr>
                <a:xfrm>
                  <a:off x="6136273" y="4228065"/>
                  <a:ext cx="89172" cy="141149"/>
                </a:xfrm>
                <a:custGeom>
                  <a:avLst/>
                  <a:gdLst>
                    <a:gd name="connsiteX0" fmla="*/ 89173 w 89172"/>
                    <a:gd name="connsiteY0" fmla="*/ 0 h 141149"/>
                    <a:gd name="connsiteX1" fmla="*/ 29858 w 89172"/>
                    <a:gd name="connsiteY1" fmla="*/ 29835 h 141149"/>
                    <a:gd name="connsiteX2" fmla="*/ 23 w 89172"/>
                    <a:gd name="connsiteY2" fmla="*/ 141150 h 141149"/>
                    <a:gd name="connsiteX3" fmla="*/ 14032 w 89172"/>
                    <a:gd name="connsiteY3" fmla="*/ 75185 h 141149"/>
                    <a:gd name="connsiteX4" fmla="*/ 49408 w 89172"/>
                    <a:gd name="connsiteY4" fmla="*/ 16580 h 141149"/>
                    <a:gd name="connsiteX5" fmla="*/ 89173 w 89172"/>
                    <a:gd name="connsiteY5" fmla="*/ 0 h 141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9172" h="141149">
                      <a:moveTo>
                        <a:pt x="89173" y="0"/>
                      </a:moveTo>
                      <a:cubicBezTo>
                        <a:pt x="89173" y="0"/>
                        <a:pt x="42714" y="4788"/>
                        <a:pt x="29858" y="29835"/>
                      </a:cubicBezTo>
                      <a:cubicBezTo>
                        <a:pt x="16958" y="54882"/>
                        <a:pt x="-730" y="97661"/>
                        <a:pt x="23" y="141150"/>
                      </a:cubicBezTo>
                      <a:cubicBezTo>
                        <a:pt x="23" y="141150"/>
                        <a:pt x="1885" y="99878"/>
                        <a:pt x="14032" y="75185"/>
                      </a:cubicBezTo>
                      <a:cubicBezTo>
                        <a:pt x="26179" y="50493"/>
                        <a:pt x="27287" y="26554"/>
                        <a:pt x="49408" y="16580"/>
                      </a:cubicBezTo>
                      <a:cubicBezTo>
                        <a:pt x="71485" y="6650"/>
                        <a:pt x="89173" y="0"/>
                        <a:pt x="89173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65" name="Forme libre : forme 26964">
                  <a:extLst>
                    <a:ext uri="{FF2B5EF4-FFF2-40B4-BE49-F238E27FC236}">
                      <a16:creationId xmlns:a16="http://schemas.microsoft.com/office/drawing/2014/main" id="{4AC3577B-1162-43D3-BAB3-3AAD590CD452}"/>
                    </a:ext>
                  </a:extLst>
                </p:cNvPr>
                <p:cNvSpPr/>
                <p:nvPr/>
              </p:nvSpPr>
              <p:spPr>
                <a:xfrm>
                  <a:off x="6247877" y="4246152"/>
                  <a:ext cx="32467" cy="123461"/>
                </a:xfrm>
                <a:custGeom>
                  <a:avLst/>
                  <a:gdLst>
                    <a:gd name="connsiteX0" fmla="*/ 11437 w 32467"/>
                    <a:gd name="connsiteY0" fmla="*/ 0 h 123461"/>
                    <a:gd name="connsiteX1" fmla="*/ 32450 w 32467"/>
                    <a:gd name="connsiteY1" fmla="*/ 41627 h 123461"/>
                    <a:gd name="connsiteX2" fmla="*/ 0 w 32467"/>
                    <a:gd name="connsiteY2" fmla="*/ 123462 h 123461"/>
                    <a:gd name="connsiteX3" fmla="*/ 23939 w 32467"/>
                    <a:gd name="connsiteY3" fmla="*/ 70043 h 123461"/>
                    <a:gd name="connsiteX4" fmla="*/ 11437 w 32467"/>
                    <a:gd name="connsiteY4" fmla="*/ 0 h 123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67" h="123461">
                      <a:moveTo>
                        <a:pt x="11437" y="0"/>
                      </a:moveTo>
                      <a:cubicBezTo>
                        <a:pt x="11437" y="0"/>
                        <a:pt x="31696" y="14008"/>
                        <a:pt x="32450" y="41627"/>
                      </a:cubicBezTo>
                      <a:cubicBezTo>
                        <a:pt x="33204" y="69289"/>
                        <a:pt x="9620" y="114595"/>
                        <a:pt x="0" y="123462"/>
                      </a:cubicBezTo>
                      <a:cubicBezTo>
                        <a:pt x="0" y="123462"/>
                        <a:pt x="18043" y="94735"/>
                        <a:pt x="23939" y="70043"/>
                      </a:cubicBezTo>
                      <a:cubicBezTo>
                        <a:pt x="29835" y="45350"/>
                        <a:pt x="30987" y="18397"/>
                        <a:pt x="11437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66" name="Forme libre : forme 26965">
                  <a:extLst>
                    <a:ext uri="{FF2B5EF4-FFF2-40B4-BE49-F238E27FC236}">
                      <a16:creationId xmlns:a16="http://schemas.microsoft.com/office/drawing/2014/main" id="{E186586B-45AB-411A-80FF-FFD43442DB1D}"/>
                    </a:ext>
                  </a:extLst>
                </p:cNvPr>
                <p:cNvSpPr/>
                <p:nvPr/>
              </p:nvSpPr>
              <p:spPr>
                <a:xfrm>
                  <a:off x="6212147" y="4251131"/>
                  <a:ext cx="46821" cy="32968"/>
                </a:xfrm>
                <a:custGeom>
                  <a:avLst/>
                  <a:gdLst>
                    <a:gd name="connsiteX0" fmla="*/ 0 w 46821"/>
                    <a:gd name="connsiteY0" fmla="*/ 3488 h 32968"/>
                    <a:gd name="connsiteX1" fmla="*/ 46813 w 46821"/>
                    <a:gd name="connsiteY1" fmla="*/ 32968 h 32968"/>
                    <a:gd name="connsiteX2" fmla="*/ 0 w 46821"/>
                    <a:gd name="connsiteY2" fmla="*/ 3488 h 32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821" h="32968">
                      <a:moveTo>
                        <a:pt x="0" y="3488"/>
                      </a:moveTo>
                      <a:cubicBezTo>
                        <a:pt x="0" y="3488"/>
                        <a:pt x="47523" y="-14953"/>
                        <a:pt x="46813" y="32968"/>
                      </a:cubicBezTo>
                      <a:cubicBezTo>
                        <a:pt x="46813" y="32968"/>
                        <a:pt x="48276" y="-7195"/>
                        <a:pt x="0" y="3488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67" name="Forme libre : forme 26966">
                  <a:extLst>
                    <a:ext uri="{FF2B5EF4-FFF2-40B4-BE49-F238E27FC236}">
                      <a16:creationId xmlns:a16="http://schemas.microsoft.com/office/drawing/2014/main" id="{F8FFD93F-6185-43E4-9598-E9C7422ABB5E}"/>
                    </a:ext>
                  </a:extLst>
                </p:cNvPr>
                <p:cNvSpPr/>
                <p:nvPr/>
              </p:nvSpPr>
              <p:spPr>
                <a:xfrm>
                  <a:off x="6204034" y="4306575"/>
                  <a:ext cx="99877" cy="129712"/>
                </a:xfrm>
                <a:custGeom>
                  <a:avLst/>
                  <a:gdLst>
                    <a:gd name="connsiteX0" fmla="*/ 99878 w 99877"/>
                    <a:gd name="connsiteY0" fmla="*/ 0 h 129712"/>
                    <a:gd name="connsiteX1" fmla="*/ 74432 w 99877"/>
                    <a:gd name="connsiteY1" fmla="*/ 81081 h 129712"/>
                    <a:gd name="connsiteX2" fmla="*/ 0 w 99877"/>
                    <a:gd name="connsiteY2" fmla="*/ 129712 h 129712"/>
                    <a:gd name="connsiteX3" fmla="*/ 62285 w 99877"/>
                    <a:gd name="connsiteY3" fmla="*/ 87687 h 129712"/>
                    <a:gd name="connsiteX4" fmla="*/ 99878 w 99877"/>
                    <a:gd name="connsiteY4" fmla="*/ 0 h 129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877" h="129712">
                      <a:moveTo>
                        <a:pt x="99878" y="0"/>
                      </a:moveTo>
                      <a:cubicBezTo>
                        <a:pt x="99878" y="0"/>
                        <a:pt x="96952" y="52266"/>
                        <a:pt x="74432" y="81081"/>
                      </a:cubicBezTo>
                      <a:cubicBezTo>
                        <a:pt x="51912" y="109896"/>
                        <a:pt x="0" y="129712"/>
                        <a:pt x="0" y="129712"/>
                      </a:cubicBezTo>
                      <a:cubicBezTo>
                        <a:pt x="0" y="129712"/>
                        <a:pt x="49385" y="100986"/>
                        <a:pt x="62285" y="87687"/>
                      </a:cubicBezTo>
                      <a:cubicBezTo>
                        <a:pt x="75185" y="74387"/>
                        <a:pt x="95090" y="47922"/>
                        <a:pt x="99878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68" name="Forme libre : forme 26967">
                  <a:extLst>
                    <a:ext uri="{FF2B5EF4-FFF2-40B4-BE49-F238E27FC236}">
                      <a16:creationId xmlns:a16="http://schemas.microsoft.com/office/drawing/2014/main" id="{B2121F52-A143-4C1B-87F8-FCCC3E03C566}"/>
                    </a:ext>
                  </a:extLst>
                </p:cNvPr>
                <p:cNvSpPr/>
                <p:nvPr/>
              </p:nvSpPr>
              <p:spPr>
                <a:xfrm>
                  <a:off x="6115089" y="4247260"/>
                  <a:ext cx="39205" cy="196784"/>
                </a:xfrm>
                <a:custGeom>
                  <a:avLst/>
                  <a:gdLst>
                    <a:gd name="connsiteX0" fmla="*/ 39206 w 39205"/>
                    <a:gd name="connsiteY0" fmla="*/ 0 h 196784"/>
                    <a:gd name="connsiteX1" fmla="*/ 1259 w 39205"/>
                    <a:gd name="connsiteY1" fmla="*/ 83653 h 196784"/>
                    <a:gd name="connsiteX2" fmla="*/ 20809 w 39205"/>
                    <a:gd name="connsiteY2" fmla="*/ 196785 h 196784"/>
                    <a:gd name="connsiteX3" fmla="*/ 2766 w 39205"/>
                    <a:gd name="connsiteY3" fmla="*/ 115349 h 196784"/>
                    <a:gd name="connsiteX4" fmla="*/ 39206 w 39205"/>
                    <a:gd name="connsiteY4" fmla="*/ 0 h 196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05" h="196784">
                      <a:moveTo>
                        <a:pt x="39206" y="0"/>
                      </a:moveTo>
                      <a:cubicBezTo>
                        <a:pt x="39206" y="0"/>
                        <a:pt x="7155" y="23939"/>
                        <a:pt x="1259" y="83653"/>
                      </a:cubicBezTo>
                      <a:cubicBezTo>
                        <a:pt x="-4637" y="143366"/>
                        <a:pt x="11588" y="180560"/>
                        <a:pt x="20809" y="196785"/>
                      </a:cubicBezTo>
                      <a:cubicBezTo>
                        <a:pt x="20809" y="196785"/>
                        <a:pt x="904" y="145538"/>
                        <a:pt x="2766" y="115349"/>
                      </a:cubicBezTo>
                      <a:cubicBezTo>
                        <a:pt x="4583" y="85116"/>
                        <a:pt x="9726" y="33159"/>
                        <a:pt x="39206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69" name="Forme libre : forme 26968">
                  <a:extLst>
                    <a:ext uri="{FF2B5EF4-FFF2-40B4-BE49-F238E27FC236}">
                      <a16:creationId xmlns:a16="http://schemas.microsoft.com/office/drawing/2014/main" id="{AE634876-675D-498C-A341-1888DA6A5E09}"/>
                    </a:ext>
                  </a:extLst>
                </p:cNvPr>
                <p:cNvSpPr/>
                <p:nvPr/>
              </p:nvSpPr>
              <p:spPr>
                <a:xfrm>
                  <a:off x="6183066" y="4277095"/>
                  <a:ext cx="37947" cy="69644"/>
                </a:xfrm>
                <a:custGeom>
                  <a:avLst/>
                  <a:gdLst>
                    <a:gd name="connsiteX0" fmla="*/ 37947 w 37947"/>
                    <a:gd name="connsiteY0" fmla="*/ 0 h 69644"/>
                    <a:gd name="connsiteX1" fmla="*/ 12147 w 37947"/>
                    <a:gd name="connsiteY1" fmla="*/ 14363 h 69644"/>
                    <a:gd name="connsiteX2" fmla="*/ 0 w 37947"/>
                    <a:gd name="connsiteY2" fmla="*/ 69644 h 69644"/>
                    <a:gd name="connsiteX3" fmla="*/ 19905 w 37947"/>
                    <a:gd name="connsiteY3" fmla="*/ 9221 h 69644"/>
                    <a:gd name="connsiteX4" fmla="*/ 37947 w 37947"/>
                    <a:gd name="connsiteY4" fmla="*/ 0 h 69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947" h="69644">
                      <a:moveTo>
                        <a:pt x="37947" y="0"/>
                      </a:moveTo>
                      <a:cubicBezTo>
                        <a:pt x="37947" y="0"/>
                        <a:pt x="19505" y="0"/>
                        <a:pt x="12147" y="14363"/>
                      </a:cubicBezTo>
                      <a:cubicBezTo>
                        <a:pt x="4788" y="28726"/>
                        <a:pt x="709" y="65211"/>
                        <a:pt x="0" y="69644"/>
                      </a:cubicBezTo>
                      <a:cubicBezTo>
                        <a:pt x="0" y="69644"/>
                        <a:pt x="6960" y="20747"/>
                        <a:pt x="19905" y="9221"/>
                      </a:cubicBezTo>
                      <a:cubicBezTo>
                        <a:pt x="30189" y="0"/>
                        <a:pt x="37947" y="0"/>
                        <a:pt x="37947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70" name="Forme libre : forme 26969">
                  <a:extLst>
                    <a:ext uri="{FF2B5EF4-FFF2-40B4-BE49-F238E27FC236}">
                      <a16:creationId xmlns:a16="http://schemas.microsoft.com/office/drawing/2014/main" id="{0FAFB756-2127-4DE2-92CA-828F134544DF}"/>
                    </a:ext>
                  </a:extLst>
                </p:cNvPr>
                <p:cNvSpPr/>
                <p:nvPr/>
              </p:nvSpPr>
              <p:spPr>
                <a:xfrm>
                  <a:off x="6200338" y="4216980"/>
                  <a:ext cx="78526" cy="16626"/>
                </a:xfrm>
                <a:custGeom>
                  <a:avLst/>
                  <a:gdLst>
                    <a:gd name="connsiteX0" fmla="*/ 16 w 78526"/>
                    <a:gd name="connsiteY0" fmla="*/ 6696 h 16626"/>
                    <a:gd name="connsiteX1" fmla="*/ 78526 w 78526"/>
                    <a:gd name="connsiteY1" fmla="*/ 16626 h 16626"/>
                    <a:gd name="connsiteX2" fmla="*/ 16 w 78526"/>
                    <a:gd name="connsiteY2" fmla="*/ 6696 h 16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8526" h="16626">
                      <a:moveTo>
                        <a:pt x="16" y="6696"/>
                      </a:moveTo>
                      <a:cubicBezTo>
                        <a:pt x="-1048" y="7051"/>
                        <a:pt x="50509" y="-8775"/>
                        <a:pt x="78526" y="16626"/>
                      </a:cubicBezTo>
                      <a:cubicBezTo>
                        <a:pt x="78526" y="16626"/>
                        <a:pt x="58977" y="-12854"/>
                        <a:pt x="16" y="6696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71" name="Forme libre : forme 26970">
                  <a:extLst>
                    <a:ext uri="{FF2B5EF4-FFF2-40B4-BE49-F238E27FC236}">
                      <a16:creationId xmlns:a16="http://schemas.microsoft.com/office/drawing/2014/main" id="{48679A9D-DCD0-4070-98F5-446EA9AD7AEE}"/>
                    </a:ext>
                  </a:extLst>
                </p:cNvPr>
                <p:cNvSpPr/>
                <p:nvPr/>
              </p:nvSpPr>
              <p:spPr>
                <a:xfrm>
                  <a:off x="6155004" y="4404990"/>
                  <a:ext cx="121998" cy="59713"/>
                </a:xfrm>
                <a:custGeom>
                  <a:avLst/>
                  <a:gdLst>
                    <a:gd name="connsiteX0" fmla="*/ 121999 w 121998"/>
                    <a:gd name="connsiteY0" fmla="*/ 0 h 59713"/>
                    <a:gd name="connsiteX1" fmla="*/ 0 w 121998"/>
                    <a:gd name="connsiteY1" fmla="*/ 59714 h 59713"/>
                    <a:gd name="connsiteX2" fmla="*/ 121999 w 121998"/>
                    <a:gd name="connsiteY2" fmla="*/ 0 h 59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1998" h="59713">
                      <a:moveTo>
                        <a:pt x="121999" y="0"/>
                      </a:moveTo>
                      <a:cubicBezTo>
                        <a:pt x="121999" y="0"/>
                        <a:pt x="58251" y="46813"/>
                        <a:pt x="0" y="59714"/>
                      </a:cubicBezTo>
                      <a:cubicBezTo>
                        <a:pt x="44" y="59714"/>
                        <a:pt x="57143" y="57098"/>
                        <a:pt x="121999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72" name="Forme libre : forme 26971">
                  <a:extLst>
                    <a:ext uri="{FF2B5EF4-FFF2-40B4-BE49-F238E27FC236}">
                      <a16:creationId xmlns:a16="http://schemas.microsoft.com/office/drawing/2014/main" id="{45F90EF3-F1B1-4BD2-8E2C-8BDCBB02F1A9}"/>
                    </a:ext>
                  </a:extLst>
                </p:cNvPr>
                <p:cNvSpPr/>
                <p:nvPr/>
              </p:nvSpPr>
              <p:spPr>
                <a:xfrm>
                  <a:off x="6160469" y="4240112"/>
                  <a:ext cx="17102" cy="16164"/>
                </a:xfrm>
                <a:custGeom>
                  <a:avLst/>
                  <a:gdLst>
                    <a:gd name="connsiteX0" fmla="*/ 16656 w 17102"/>
                    <a:gd name="connsiteY0" fmla="*/ 1119 h 16164"/>
                    <a:gd name="connsiteX1" fmla="*/ 209 w 17102"/>
                    <a:gd name="connsiteY1" fmla="*/ 15350 h 16164"/>
                    <a:gd name="connsiteX2" fmla="*/ 16656 w 17102"/>
                    <a:gd name="connsiteY2" fmla="*/ 1119 h 16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102" h="16164">
                      <a:moveTo>
                        <a:pt x="16656" y="1119"/>
                      </a:moveTo>
                      <a:cubicBezTo>
                        <a:pt x="14041" y="-4289"/>
                        <a:pt x="-2007" y="11449"/>
                        <a:pt x="209" y="15350"/>
                      </a:cubicBezTo>
                      <a:cubicBezTo>
                        <a:pt x="2426" y="19251"/>
                        <a:pt x="20114" y="8257"/>
                        <a:pt x="16656" y="1119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73" name="Forme libre : forme 26972">
                  <a:extLst>
                    <a:ext uri="{FF2B5EF4-FFF2-40B4-BE49-F238E27FC236}">
                      <a16:creationId xmlns:a16="http://schemas.microsoft.com/office/drawing/2014/main" id="{CCEBD6FF-A4E5-48FB-A1C9-D9F4B40C17D9}"/>
                    </a:ext>
                  </a:extLst>
                </p:cNvPr>
                <p:cNvSpPr/>
                <p:nvPr/>
              </p:nvSpPr>
              <p:spPr>
                <a:xfrm>
                  <a:off x="6215959" y="4243936"/>
                  <a:ext cx="21899" cy="7358"/>
                </a:xfrm>
                <a:custGeom>
                  <a:avLst/>
                  <a:gdLst>
                    <a:gd name="connsiteX0" fmla="*/ 21899 w 21899"/>
                    <a:gd name="connsiteY0" fmla="*/ 3679 h 7358"/>
                    <a:gd name="connsiteX1" fmla="*/ 10950 w 21899"/>
                    <a:gd name="connsiteY1" fmla="*/ 7359 h 7358"/>
                    <a:gd name="connsiteX2" fmla="*/ 0 w 21899"/>
                    <a:gd name="connsiteY2" fmla="*/ 3679 h 7358"/>
                    <a:gd name="connsiteX3" fmla="*/ 10950 w 21899"/>
                    <a:gd name="connsiteY3" fmla="*/ 0 h 7358"/>
                    <a:gd name="connsiteX4" fmla="*/ 21899 w 21899"/>
                    <a:gd name="connsiteY4" fmla="*/ 3679 h 7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99" h="7358">
                      <a:moveTo>
                        <a:pt x="21899" y="3679"/>
                      </a:moveTo>
                      <a:cubicBezTo>
                        <a:pt x="21899" y="5711"/>
                        <a:pt x="16997" y="7359"/>
                        <a:pt x="10950" y="7359"/>
                      </a:cubicBezTo>
                      <a:cubicBezTo>
                        <a:pt x="4903" y="7359"/>
                        <a:pt x="0" y="5712"/>
                        <a:pt x="0" y="3679"/>
                      </a:cubicBezTo>
                      <a:cubicBezTo>
                        <a:pt x="0" y="1647"/>
                        <a:pt x="4903" y="0"/>
                        <a:pt x="10950" y="0"/>
                      </a:cubicBezTo>
                      <a:cubicBezTo>
                        <a:pt x="16997" y="0"/>
                        <a:pt x="21899" y="1647"/>
                        <a:pt x="21899" y="3679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74" name="Forme libre : forme 26973">
                  <a:extLst>
                    <a:ext uri="{FF2B5EF4-FFF2-40B4-BE49-F238E27FC236}">
                      <a16:creationId xmlns:a16="http://schemas.microsoft.com/office/drawing/2014/main" id="{90D95609-1519-411C-A2F1-01D7F73F0435}"/>
                    </a:ext>
                  </a:extLst>
                </p:cNvPr>
                <p:cNvSpPr/>
                <p:nvPr/>
              </p:nvSpPr>
              <p:spPr>
                <a:xfrm rot="-2880691">
                  <a:off x="6226265" y="4372098"/>
                  <a:ext cx="17732" cy="7093"/>
                </a:xfrm>
                <a:custGeom>
                  <a:avLst/>
                  <a:gdLst>
                    <a:gd name="connsiteX0" fmla="*/ 17733 w 17732"/>
                    <a:gd name="connsiteY0" fmla="*/ 3547 h 7093"/>
                    <a:gd name="connsiteX1" fmla="*/ 8866 w 17732"/>
                    <a:gd name="connsiteY1" fmla="*/ 7093 h 7093"/>
                    <a:gd name="connsiteX2" fmla="*/ 0 w 17732"/>
                    <a:gd name="connsiteY2" fmla="*/ 3547 h 7093"/>
                    <a:gd name="connsiteX3" fmla="*/ 8866 w 17732"/>
                    <a:gd name="connsiteY3" fmla="*/ 0 h 7093"/>
                    <a:gd name="connsiteX4" fmla="*/ 17733 w 17732"/>
                    <a:gd name="connsiteY4" fmla="*/ 3547 h 7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32" h="7093">
                      <a:moveTo>
                        <a:pt x="17733" y="3547"/>
                      </a:moveTo>
                      <a:cubicBezTo>
                        <a:pt x="17733" y="5505"/>
                        <a:pt x="13763" y="7093"/>
                        <a:pt x="8866" y="7093"/>
                      </a:cubicBezTo>
                      <a:cubicBezTo>
                        <a:pt x="3970" y="7093"/>
                        <a:pt x="0" y="5505"/>
                        <a:pt x="0" y="3547"/>
                      </a:cubicBezTo>
                      <a:cubicBezTo>
                        <a:pt x="0" y="1588"/>
                        <a:pt x="3970" y="0"/>
                        <a:pt x="8866" y="0"/>
                      </a:cubicBezTo>
                      <a:cubicBezTo>
                        <a:pt x="13763" y="0"/>
                        <a:pt x="17733" y="1588"/>
                        <a:pt x="17733" y="3547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75" name="Forme libre : forme 26974">
                  <a:extLst>
                    <a:ext uri="{FF2B5EF4-FFF2-40B4-BE49-F238E27FC236}">
                      <a16:creationId xmlns:a16="http://schemas.microsoft.com/office/drawing/2014/main" id="{991EDFEB-52B5-4779-965D-3F2FBA5E3059}"/>
                    </a:ext>
                  </a:extLst>
                </p:cNvPr>
                <p:cNvSpPr/>
                <p:nvPr/>
              </p:nvSpPr>
              <p:spPr>
                <a:xfrm>
                  <a:off x="6131065" y="4351527"/>
                  <a:ext cx="6649" cy="18707"/>
                </a:xfrm>
                <a:custGeom>
                  <a:avLst/>
                  <a:gdLst>
                    <a:gd name="connsiteX0" fmla="*/ 6650 w 6649"/>
                    <a:gd name="connsiteY0" fmla="*/ 9354 h 18707"/>
                    <a:gd name="connsiteX1" fmla="*/ 3325 w 6649"/>
                    <a:gd name="connsiteY1" fmla="*/ 18708 h 18707"/>
                    <a:gd name="connsiteX2" fmla="*/ 0 w 6649"/>
                    <a:gd name="connsiteY2" fmla="*/ 9354 h 18707"/>
                    <a:gd name="connsiteX3" fmla="*/ 3325 w 6649"/>
                    <a:gd name="connsiteY3" fmla="*/ 0 h 18707"/>
                    <a:gd name="connsiteX4" fmla="*/ 6650 w 6649"/>
                    <a:gd name="connsiteY4" fmla="*/ 9354 h 18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49" h="18707">
                      <a:moveTo>
                        <a:pt x="6650" y="9354"/>
                      </a:moveTo>
                      <a:cubicBezTo>
                        <a:pt x="6650" y="14520"/>
                        <a:pt x="5161" y="18708"/>
                        <a:pt x="3325" y="18708"/>
                      </a:cubicBezTo>
                      <a:cubicBezTo>
                        <a:pt x="1489" y="18708"/>
                        <a:pt x="0" y="14520"/>
                        <a:pt x="0" y="9354"/>
                      </a:cubicBezTo>
                      <a:cubicBezTo>
                        <a:pt x="0" y="4188"/>
                        <a:pt x="1489" y="0"/>
                        <a:pt x="3325" y="0"/>
                      </a:cubicBezTo>
                      <a:cubicBezTo>
                        <a:pt x="5161" y="0"/>
                        <a:pt x="6650" y="4188"/>
                        <a:pt x="6650" y="9354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76" name="Forme libre : forme 26975">
                  <a:extLst>
                    <a:ext uri="{FF2B5EF4-FFF2-40B4-BE49-F238E27FC236}">
                      <a16:creationId xmlns:a16="http://schemas.microsoft.com/office/drawing/2014/main" id="{6CDBB2DC-6348-4CF5-9453-017F9F8710BB}"/>
                    </a:ext>
                  </a:extLst>
                </p:cNvPr>
                <p:cNvSpPr/>
                <p:nvPr/>
              </p:nvSpPr>
              <p:spPr>
                <a:xfrm>
                  <a:off x="6107393" y="4324396"/>
                  <a:ext cx="7092" cy="16934"/>
                </a:xfrm>
                <a:custGeom>
                  <a:avLst/>
                  <a:gdLst>
                    <a:gd name="connsiteX0" fmla="*/ 7093 w 7092"/>
                    <a:gd name="connsiteY0" fmla="*/ 8467 h 16934"/>
                    <a:gd name="connsiteX1" fmla="*/ 3547 w 7092"/>
                    <a:gd name="connsiteY1" fmla="*/ 16934 h 16934"/>
                    <a:gd name="connsiteX2" fmla="*/ 0 w 7092"/>
                    <a:gd name="connsiteY2" fmla="*/ 8467 h 16934"/>
                    <a:gd name="connsiteX3" fmla="*/ 3547 w 7092"/>
                    <a:gd name="connsiteY3" fmla="*/ 0 h 16934"/>
                    <a:gd name="connsiteX4" fmla="*/ 7093 w 7092"/>
                    <a:gd name="connsiteY4" fmla="*/ 8467 h 16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92" h="16934">
                      <a:moveTo>
                        <a:pt x="7093" y="8467"/>
                      </a:moveTo>
                      <a:cubicBezTo>
                        <a:pt x="7093" y="13144"/>
                        <a:pt x="5505" y="16934"/>
                        <a:pt x="3547" y="16934"/>
                      </a:cubicBezTo>
                      <a:cubicBezTo>
                        <a:pt x="1588" y="16934"/>
                        <a:pt x="0" y="13143"/>
                        <a:pt x="0" y="8467"/>
                      </a:cubicBezTo>
                      <a:cubicBezTo>
                        <a:pt x="0" y="3791"/>
                        <a:pt x="1588" y="0"/>
                        <a:pt x="3547" y="0"/>
                      </a:cubicBezTo>
                      <a:cubicBezTo>
                        <a:pt x="5505" y="0"/>
                        <a:pt x="7093" y="3791"/>
                        <a:pt x="7093" y="8467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77" name="Forme libre : forme 26976">
                  <a:extLst>
                    <a:ext uri="{FF2B5EF4-FFF2-40B4-BE49-F238E27FC236}">
                      <a16:creationId xmlns:a16="http://schemas.microsoft.com/office/drawing/2014/main" id="{3C9C3F3E-F9FF-42ED-90C8-8C1051DE8E18}"/>
                    </a:ext>
                  </a:extLst>
                </p:cNvPr>
                <p:cNvSpPr/>
                <p:nvPr/>
              </p:nvSpPr>
              <p:spPr>
                <a:xfrm rot="-829334">
                  <a:off x="6131207" y="4405085"/>
                  <a:ext cx="6117" cy="12500"/>
                </a:xfrm>
                <a:custGeom>
                  <a:avLst/>
                  <a:gdLst>
                    <a:gd name="connsiteX0" fmla="*/ 6117 w 6117"/>
                    <a:gd name="connsiteY0" fmla="*/ 6250 h 12500"/>
                    <a:gd name="connsiteX1" fmla="*/ 3059 w 6117"/>
                    <a:gd name="connsiteY1" fmla="*/ 12501 h 12500"/>
                    <a:gd name="connsiteX2" fmla="*/ 0 w 6117"/>
                    <a:gd name="connsiteY2" fmla="*/ 6250 h 12500"/>
                    <a:gd name="connsiteX3" fmla="*/ 3059 w 6117"/>
                    <a:gd name="connsiteY3" fmla="*/ 0 h 12500"/>
                    <a:gd name="connsiteX4" fmla="*/ 6117 w 6117"/>
                    <a:gd name="connsiteY4" fmla="*/ 6250 h 12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17" h="12500">
                      <a:moveTo>
                        <a:pt x="6117" y="6250"/>
                      </a:moveTo>
                      <a:cubicBezTo>
                        <a:pt x="6117" y="9702"/>
                        <a:pt x="4748" y="12501"/>
                        <a:pt x="3059" y="12501"/>
                      </a:cubicBezTo>
                      <a:cubicBezTo>
                        <a:pt x="1369" y="12501"/>
                        <a:pt x="0" y="9702"/>
                        <a:pt x="0" y="6250"/>
                      </a:cubicBezTo>
                      <a:cubicBezTo>
                        <a:pt x="0" y="2798"/>
                        <a:pt x="1369" y="0"/>
                        <a:pt x="3059" y="0"/>
                      </a:cubicBezTo>
                      <a:cubicBezTo>
                        <a:pt x="4748" y="0"/>
                        <a:pt x="6117" y="2799"/>
                        <a:pt x="6117" y="6250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78" name="Forme libre : forme 26977">
                  <a:extLst>
                    <a:ext uri="{FF2B5EF4-FFF2-40B4-BE49-F238E27FC236}">
                      <a16:creationId xmlns:a16="http://schemas.microsoft.com/office/drawing/2014/main" id="{9D8E71B7-A32F-4EFD-B581-7204D7449477}"/>
                    </a:ext>
                  </a:extLst>
                </p:cNvPr>
                <p:cNvSpPr/>
                <p:nvPr/>
              </p:nvSpPr>
              <p:spPr>
                <a:xfrm rot="-1928339">
                  <a:off x="6224170" y="4409511"/>
                  <a:ext cx="17201" cy="6117"/>
                </a:xfrm>
                <a:custGeom>
                  <a:avLst/>
                  <a:gdLst>
                    <a:gd name="connsiteX0" fmla="*/ 17201 w 17201"/>
                    <a:gd name="connsiteY0" fmla="*/ 3059 h 6117"/>
                    <a:gd name="connsiteX1" fmla="*/ 8601 w 17201"/>
                    <a:gd name="connsiteY1" fmla="*/ 6118 h 6117"/>
                    <a:gd name="connsiteX2" fmla="*/ 0 w 17201"/>
                    <a:gd name="connsiteY2" fmla="*/ 3059 h 6117"/>
                    <a:gd name="connsiteX3" fmla="*/ 8601 w 17201"/>
                    <a:gd name="connsiteY3" fmla="*/ 0 h 6117"/>
                    <a:gd name="connsiteX4" fmla="*/ 17201 w 17201"/>
                    <a:gd name="connsiteY4" fmla="*/ 3059 h 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01" h="6117">
                      <a:moveTo>
                        <a:pt x="17201" y="3059"/>
                      </a:moveTo>
                      <a:cubicBezTo>
                        <a:pt x="17201" y="4748"/>
                        <a:pt x="13351" y="6118"/>
                        <a:pt x="8601" y="6118"/>
                      </a:cubicBezTo>
                      <a:cubicBezTo>
                        <a:pt x="3851" y="6118"/>
                        <a:pt x="0" y="4748"/>
                        <a:pt x="0" y="3059"/>
                      </a:cubicBezTo>
                      <a:cubicBezTo>
                        <a:pt x="0" y="1369"/>
                        <a:pt x="3851" y="0"/>
                        <a:pt x="8601" y="0"/>
                      </a:cubicBezTo>
                      <a:cubicBezTo>
                        <a:pt x="13351" y="0"/>
                        <a:pt x="17201" y="1369"/>
                        <a:pt x="17201" y="3059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79" name="Forme libre : forme 26978">
                  <a:extLst>
                    <a:ext uri="{FF2B5EF4-FFF2-40B4-BE49-F238E27FC236}">
                      <a16:creationId xmlns:a16="http://schemas.microsoft.com/office/drawing/2014/main" id="{64DC9F9C-FE86-4999-8212-15E314BDEB3F}"/>
                    </a:ext>
                  </a:extLst>
                </p:cNvPr>
                <p:cNvSpPr/>
                <p:nvPr/>
              </p:nvSpPr>
              <p:spPr>
                <a:xfrm rot="-4398605">
                  <a:off x="6276245" y="4333585"/>
                  <a:ext cx="16314" cy="6915"/>
                </a:xfrm>
                <a:custGeom>
                  <a:avLst/>
                  <a:gdLst>
                    <a:gd name="connsiteX0" fmla="*/ 16314 w 16314"/>
                    <a:gd name="connsiteY0" fmla="*/ 3458 h 6915"/>
                    <a:gd name="connsiteX1" fmla="*/ 8157 w 16314"/>
                    <a:gd name="connsiteY1" fmla="*/ 6916 h 6915"/>
                    <a:gd name="connsiteX2" fmla="*/ 0 w 16314"/>
                    <a:gd name="connsiteY2" fmla="*/ 3458 h 6915"/>
                    <a:gd name="connsiteX3" fmla="*/ 8157 w 16314"/>
                    <a:gd name="connsiteY3" fmla="*/ 0 h 6915"/>
                    <a:gd name="connsiteX4" fmla="*/ 16314 w 16314"/>
                    <a:gd name="connsiteY4" fmla="*/ 3458 h 6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14" h="6915">
                      <a:moveTo>
                        <a:pt x="16314" y="3458"/>
                      </a:moveTo>
                      <a:cubicBezTo>
                        <a:pt x="16314" y="5368"/>
                        <a:pt x="12662" y="6916"/>
                        <a:pt x="8157" y="6916"/>
                      </a:cubicBezTo>
                      <a:cubicBezTo>
                        <a:pt x="3652" y="6916"/>
                        <a:pt x="0" y="5368"/>
                        <a:pt x="0" y="3458"/>
                      </a:cubicBezTo>
                      <a:cubicBezTo>
                        <a:pt x="0" y="1548"/>
                        <a:pt x="3652" y="0"/>
                        <a:pt x="8157" y="0"/>
                      </a:cubicBezTo>
                      <a:cubicBezTo>
                        <a:pt x="12662" y="0"/>
                        <a:pt x="16314" y="1548"/>
                        <a:pt x="16314" y="3458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80" name="Forme libre : forme 26979">
                  <a:extLst>
                    <a:ext uri="{FF2B5EF4-FFF2-40B4-BE49-F238E27FC236}">
                      <a16:creationId xmlns:a16="http://schemas.microsoft.com/office/drawing/2014/main" id="{D22EC6AE-0C27-4287-8348-8D7B5BE59E6F}"/>
                    </a:ext>
                  </a:extLst>
                </p:cNvPr>
                <p:cNvSpPr/>
                <p:nvPr/>
              </p:nvSpPr>
              <p:spPr>
                <a:xfrm rot="-1193729">
                  <a:off x="6273914" y="4255113"/>
                  <a:ext cx="7358" cy="16490"/>
                </a:xfrm>
                <a:custGeom>
                  <a:avLst/>
                  <a:gdLst>
                    <a:gd name="connsiteX0" fmla="*/ 7359 w 7358"/>
                    <a:gd name="connsiteY0" fmla="*/ 8245 h 16490"/>
                    <a:gd name="connsiteX1" fmla="*/ 3679 w 7358"/>
                    <a:gd name="connsiteY1" fmla="*/ 16491 h 16490"/>
                    <a:gd name="connsiteX2" fmla="*/ 0 w 7358"/>
                    <a:gd name="connsiteY2" fmla="*/ 8245 h 16490"/>
                    <a:gd name="connsiteX3" fmla="*/ 3679 w 7358"/>
                    <a:gd name="connsiteY3" fmla="*/ 0 h 16490"/>
                    <a:gd name="connsiteX4" fmla="*/ 7359 w 7358"/>
                    <a:gd name="connsiteY4" fmla="*/ 8245 h 16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58" h="16490">
                      <a:moveTo>
                        <a:pt x="7359" y="8245"/>
                      </a:moveTo>
                      <a:cubicBezTo>
                        <a:pt x="7359" y="12799"/>
                        <a:pt x="5712" y="16491"/>
                        <a:pt x="3679" y="16491"/>
                      </a:cubicBezTo>
                      <a:cubicBezTo>
                        <a:pt x="1647" y="16491"/>
                        <a:pt x="0" y="12799"/>
                        <a:pt x="0" y="8245"/>
                      </a:cubicBezTo>
                      <a:cubicBezTo>
                        <a:pt x="0" y="3692"/>
                        <a:pt x="1647" y="0"/>
                        <a:pt x="3679" y="0"/>
                      </a:cubicBezTo>
                      <a:cubicBezTo>
                        <a:pt x="5711" y="0"/>
                        <a:pt x="7359" y="3692"/>
                        <a:pt x="7359" y="8245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81" name="Forme libre : forme 26980">
                  <a:extLst>
                    <a:ext uri="{FF2B5EF4-FFF2-40B4-BE49-F238E27FC236}">
                      <a16:creationId xmlns:a16="http://schemas.microsoft.com/office/drawing/2014/main" id="{E12AA347-852C-42CD-80EA-7620605D7C5D}"/>
                    </a:ext>
                  </a:extLst>
                </p:cNvPr>
                <p:cNvSpPr/>
                <p:nvPr/>
              </p:nvSpPr>
              <p:spPr>
                <a:xfrm rot="-4716550">
                  <a:off x="6248011" y="4215463"/>
                  <a:ext cx="7092" cy="15959"/>
                </a:xfrm>
                <a:custGeom>
                  <a:avLst/>
                  <a:gdLst>
                    <a:gd name="connsiteX0" fmla="*/ 7093 w 7092"/>
                    <a:gd name="connsiteY0" fmla="*/ 7979 h 15959"/>
                    <a:gd name="connsiteX1" fmla="*/ 3547 w 7092"/>
                    <a:gd name="connsiteY1" fmla="*/ 15959 h 15959"/>
                    <a:gd name="connsiteX2" fmla="*/ 0 w 7092"/>
                    <a:gd name="connsiteY2" fmla="*/ 7979 h 15959"/>
                    <a:gd name="connsiteX3" fmla="*/ 3547 w 7092"/>
                    <a:gd name="connsiteY3" fmla="*/ 0 h 15959"/>
                    <a:gd name="connsiteX4" fmla="*/ 7093 w 7092"/>
                    <a:gd name="connsiteY4" fmla="*/ 7979 h 1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92" h="15959">
                      <a:moveTo>
                        <a:pt x="7093" y="7979"/>
                      </a:moveTo>
                      <a:cubicBezTo>
                        <a:pt x="7093" y="12387"/>
                        <a:pt x="5505" y="15959"/>
                        <a:pt x="3547" y="15959"/>
                      </a:cubicBezTo>
                      <a:cubicBezTo>
                        <a:pt x="1588" y="15959"/>
                        <a:pt x="0" y="12386"/>
                        <a:pt x="0" y="7979"/>
                      </a:cubicBezTo>
                      <a:cubicBezTo>
                        <a:pt x="0" y="3572"/>
                        <a:pt x="1588" y="0"/>
                        <a:pt x="3547" y="0"/>
                      </a:cubicBezTo>
                      <a:cubicBezTo>
                        <a:pt x="5505" y="0"/>
                        <a:pt x="7093" y="3573"/>
                        <a:pt x="7093" y="7979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6982" name="Graphique 2">
                  <a:extLst>
                    <a:ext uri="{FF2B5EF4-FFF2-40B4-BE49-F238E27FC236}">
                      <a16:creationId xmlns:a16="http://schemas.microsoft.com/office/drawing/2014/main" id="{23C6A44C-3356-45B1-A8AB-5B2A64916ADE}"/>
                    </a:ext>
                  </a:extLst>
                </p:cNvPr>
                <p:cNvGrpSpPr/>
                <p:nvPr/>
              </p:nvGrpSpPr>
              <p:grpSpPr>
                <a:xfrm>
                  <a:off x="4315774" y="4177165"/>
                  <a:ext cx="197410" cy="276500"/>
                  <a:chOff x="4315774" y="4177165"/>
                  <a:chExt cx="197410" cy="276500"/>
                </a:xfrm>
                <a:solidFill>
                  <a:schemeClr val="accent1"/>
                </a:solidFill>
              </p:grpSpPr>
              <p:sp>
                <p:nvSpPr>
                  <p:cNvPr id="27249" name="Forme libre : forme 27248">
                    <a:extLst>
                      <a:ext uri="{FF2B5EF4-FFF2-40B4-BE49-F238E27FC236}">
                        <a16:creationId xmlns:a16="http://schemas.microsoft.com/office/drawing/2014/main" id="{66C1809F-49FA-4E17-8DC8-887AAD1A20C1}"/>
                      </a:ext>
                    </a:extLst>
                  </p:cNvPr>
                  <p:cNvSpPr/>
                  <p:nvPr/>
                </p:nvSpPr>
                <p:spPr>
                  <a:xfrm>
                    <a:off x="4374274" y="4177165"/>
                    <a:ext cx="138910" cy="251037"/>
                  </a:xfrm>
                  <a:custGeom>
                    <a:avLst/>
                    <a:gdLst>
                      <a:gd name="connsiteX0" fmla="*/ 0 w 138910"/>
                      <a:gd name="connsiteY0" fmla="*/ 2447 h 251037"/>
                      <a:gd name="connsiteX1" fmla="*/ 118585 w 138910"/>
                      <a:gd name="connsiteY1" fmla="*/ 45625 h 251037"/>
                      <a:gd name="connsiteX2" fmla="*/ 116413 w 138910"/>
                      <a:gd name="connsiteY2" fmla="*/ 181943 h 251037"/>
                      <a:gd name="connsiteX3" fmla="*/ 90479 w 138910"/>
                      <a:gd name="connsiteY3" fmla="*/ 248971 h 251037"/>
                      <a:gd name="connsiteX4" fmla="*/ 0 w 138910"/>
                      <a:gd name="connsiteY4" fmla="*/ 2447 h 251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910" h="251037">
                        <a:moveTo>
                          <a:pt x="0" y="2447"/>
                        </a:moveTo>
                        <a:cubicBezTo>
                          <a:pt x="0" y="2447"/>
                          <a:pt x="79796" y="-15463"/>
                          <a:pt x="118585" y="45625"/>
                        </a:cubicBezTo>
                        <a:cubicBezTo>
                          <a:pt x="157375" y="106713"/>
                          <a:pt x="131397" y="157782"/>
                          <a:pt x="116413" y="181943"/>
                        </a:cubicBezTo>
                        <a:cubicBezTo>
                          <a:pt x="101429" y="206059"/>
                          <a:pt x="87376" y="220466"/>
                          <a:pt x="90479" y="248971"/>
                        </a:cubicBezTo>
                        <a:cubicBezTo>
                          <a:pt x="93583" y="277432"/>
                          <a:pt x="0" y="2447"/>
                          <a:pt x="0" y="2447"/>
                        </a:cubicBezTo>
                        <a:close/>
                      </a:path>
                    </a:pathLst>
                  </a:custGeom>
                  <a:solidFill>
                    <a:srgbClr val="F9D746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50" name="Forme libre : forme 27249">
                    <a:extLst>
                      <a:ext uri="{FF2B5EF4-FFF2-40B4-BE49-F238E27FC236}">
                        <a16:creationId xmlns:a16="http://schemas.microsoft.com/office/drawing/2014/main" id="{5E5BB666-C8C2-468C-8B8F-581D17F5FD9F}"/>
                      </a:ext>
                    </a:extLst>
                  </p:cNvPr>
                  <p:cNvSpPr/>
                  <p:nvPr/>
                </p:nvSpPr>
                <p:spPr>
                  <a:xfrm>
                    <a:off x="4315774" y="4179276"/>
                    <a:ext cx="184488" cy="274389"/>
                  </a:xfrm>
                  <a:custGeom>
                    <a:avLst/>
                    <a:gdLst>
                      <a:gd name="connsiteX0" fmla="*/ 156383 w 184488"/>
                      <a:gd name="connsiteY0" fmla="*/ 258031 h 274389"/>
                      <a:gd name="connsiteX1" fmla="*/ 161658 w 184488"/>
                      <a:gd name="connsiteY1" fmla="*/ 189318 h 274389"/>
                      <a:gd name="connsiteX2" fmla="*/ 173184 w 184488"/>
                      <a:gd name="connsiteY2" fmla="*/ 81372 h 274389"/>
                      <a:gd name="connsiteX3" fmla="*/ 54555 w 184488"/>
                      <a:gd name="connsiteY3" fmla="*/ 1355 h 274389"/>
                      <a:gd name="connsiteX4" fmla="*/ 2333 w 184488"/>
                      <a:gd name="connsiteY4" fmla="*/ 117547 h 274389"/>
                      <a:gd name="connsiteX5" fmla="*/ 90596 w 184488"/>
                      <a:gd name="connsiteY5" fmla="*/ 216050 h 274389"/>
                      <a:gd name="connsiteX6" fmla="*/ 134794 w 184488"/>
                      <a:gd name="connsiteY6" fmla="*/ 246771 h 274389"/>
                      <a:gd name="connsiteX7" fmla="*/ 124819 w 184488"/>
                      <a:gd name="connsiteY7" fmla="*/ 274390 h 274389"/>
                      <a:gd name="connsiteX8" fmla="*/ 184489 w 184488"/>
                      <a:gd name="connsiteY8" fmla="*/ 273724 h 274389"/>
                      <a:gd name="connsiteX9" fmla="*/ 156383 w 184488"/>
                      <a:gd name="connsiteY9" fmla="*/ 258031 h 27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4488" h="274389">
                        <a:moveTo>
                          <a:pt x="156383" y="258031"/>
                        </a:moveTo>
                        <a:cubicBezTo>
                          <a:pt x="140379" y="222833"/>
                          <a:pt x="156471" y="200357"/>
                          <a:pt x="161658" y="189318"/>
                        </a:cubicBezTo>
                        <a:cubicBezTo>
                          <a:pt x="167155" y="177748"/>
                          <a:pt x="192646" y="134703"/>
                          <a:pt x="173184" y="81372"/>
                        </a:cubicBezTo>
                        <a:cubicBezTo>
                          <a:pt x="153723" y="28042"/>
                          <a:pt x="93167" y="-7511"/>
                          <a:pt x="54555" y="1355"/>
                        </a:cubicBezTo>
                        <a:cubicBezTo>
                          <a:pt x="15942" y="10221"/>
                          <a:pt x="-7775" y="53577"/>
                          <a:pt x="2333" y="117547"/>
                        </a:cubicBezTo>
                        <a:cubicBezTo>
                          <a:pt x="12440" y="181516"/>
                          <a:pt x="51052" y="200712"/>
                          <a:pt x="90596" y="216050"/>
                        </a:cubicBezTo>
                        <a:cubicBezTo>
                          <a:pt x="119455" y="227221"/>
                          <a:pt x="130804" y="240432"/>
                          <a:pt x="134794" y="246771"/>
                        </a:cubicBezTo>
                        <a:cubicBezTo>
                          <a:pt x="138030" y="253687"/>
                          <a:pt x="149467" y="270488"/>
                          <a:pt x="124819" y="274390"/>
                        </a:cubicBezTo>
                        <a:cubicBezTo>
                          <a:pt x="130272" y="274390"/>
                          <a:pt x="179036" y="273724"/>
                          <a:pt x="184489" y="273724"/>
                        </a:cubicBezTo>
                        <a:cubicBezTo>
                          <a:pt x="165338" y="274079"/>
                          <a:pt x="157979" y="261002"/>
                          <a:pt x="156383" y="258031"/>
                        </a:cubicBezTo>
                        <a:close/>
                      </a:path>
                    </a:pathLst>
                  </a:custGeom>
                  <a:solidFill>
                    <a:srgbClr val="F7B531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51" name="Forme libre : forme 27250">
                    <a:extLst>
                      <a:ext uri="{FF2B5EF4-FFF2-40B4-BE49-F238E27FC236}">
                        <a16:creationId xmlns:a16="http://schemas.microsoft.com/office/drawing/2014/main" id="{1CFA3237-9E8D-4D13-A06B-7433EB4F53D1}"/>
                      </a:ext>
                    </a:extLst>
                  </p:cNvPr>
                  <p:cNvSpPr/>
                  <p:nvPr/>
                </p:nvSpPr>
                <p:spPr>
                  <a:xfrm>
                    <a:off x="4368599" y="4179276"/>
                    <a:ext cx="127569" cy="266411"/>
                  </a:xfrm>
                  <a:custGeom>
                    <a:avLst/>
                    <a:gdLst>
                      <a:gd name="connsiteX0" fmla="*/ 103557 w 127569"/>
                      <a:gd name="connsiteY0" fmla="*/ 258031 h 266411"/>
                      <a:gd name="connsiteX1" fmla="*/ 108833 w 127569"/>
                      <a:gd name="connsiteY1" fmla="*/ 189318 h 266411"/>
                      <a:gd name="connsiteX2" fmla="*/ 120359 w 127569"/>
                      <a:gd name="connsiteY2" fmla="*/ 81372 h 266411"/>
                      <a:gd name="connsiteX3" fmla="*/ 1729 w 127569"/>
                      <a:gd name="connsiteY3" fmla="*/ 1355 h 266411"/>
                      <a:gd name="connsiteX4" fmla="*/ 0 w 127569"/>
                      <a:gd name="connsiteY4" fmla="*/ 1887 h 266411"/>
                      <a:gd name="connsiteX5" fmla="*/ 112379 w 127569"/>
                      <a:gd name="connsiteY5" fmla="*/ 82880 h 266411"/>
                      <a:gd name="connsiteX6" fmla="*/ 100853 w 127569"/>
                      <a:gd name="connsiteY6" fmla="*/ 190826 h 266411"/>
                      <a:gd name="connsiteX7" fmla="*/ 95578 w 127569"/>
                      <a:gd name="connsiteY7" fmla="*/ 259539 h 266411"/>
                      <a:gd name="connsiteX8" fmla="*/ 101518 w 127569"/>
                      <a:gd name="connsiteY8" fmla="*/ 265479 h 266411"/>
                      <a:gd name="connsiteX9" fmla="*/ 108301 w 127569"/>
                      <a:gd name="connsiteY9" fmla="*/ 266410 h 266411"/>
                      <a:gd name="connsiteX10" fmla="*/ 103557 w 127569"/>
                      <a:gd name="connsiteY10" fmla="*/ 258031 h 266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7569" h="266411">
                        <a:moveTo>
                          <a:pt x="103557" y="258031"/>
                        </a:moveTo>
                        <a:cubicBezTo>
                          <a:pt x="87554" y="222833"/>
                          <a:pt x="103646" y="200357"/>
                          <a:pt x="108833" y="189318"/>
                        </a:cubicBezTo>
                        <a:cubicBezTo>
                          <a:pt x="114330" y="177748"/>
                          <a:pt x="139820" y="134703"/>
                          <a:pt x="120359" y="81372"/>
                        </a:cubicBezTo>
                        <a:cubicBezTo>
                          <a:pt x="100897" y="28042"/>
                          <a:pt x="40341" y="-7511"/>
                          <a:pt x="1729" y="1355"/>
                        </a:cubicBezTo>
                        <a:cubicBezTo>
                          <a:pt x="1153" y="1488"/>
                          <a:pt x="576" y="1710"/>
                          <a:pt x="0" y="1887"/>
                        </a:cubicBezTo>
                        <a:cubicBezTo>
                          <a:pt x="38612" y="-2191"/>
                          <a:pt x="93937" y="32342"/>
                          <a:pt x="112379" y="82880"/>
                        </a:cubicBezTo>
                        <a:cubicBezTo>
                          <a:pt x="131840" y="136210"/>
                          <a:pt x="106350" y="179255"/>
                          <a:pt x="100853" y="190826"/>
                        </a:cubicBezTo>
                        <a:cubicBezTo>
                          <a:pt x="95622" y="201820"/>
                          <a:pt x="79530" y="224340"/>
                          <a:pt x="95578" y="259539"/>
                        </a:cubicBezTo>
                        <a:cubicBezTo>
                          <a:pt x="96863" y="261933"/>
                          <a:pt x="98947" y="264193"/>
                          <a:pt x="101518" y="265479"/>
                        </a:cubicBezTo>
                        <a:cubicBezTo>
                          <a:pt x="104665" y="266499"/>
                          <a:pt x="105375" y="266410"/>
                          <a:pt x="108301" y="266410"/>
                        </a:cubicBezTo>
                        <a:cubicBezTo>
                          <a:pt x="106749" y="263750"/>
                          <a:pt x="105153" y="261002"/>
                          <a:pt x="103557" y="258031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52" name="Forme libre : forme 27251">
                    <a:extLst>
                      <a:ext uri="{FF2B5EF4-FFF2-40B4-BE49-F238E27FC236}">
                        <a16:creationId xmlns:a16="http://schemas.microsoft.com/office/drawing/2014/main" id="{A3B0499A-843E-4AFC-A73A-C8406436836B}"/>
                      </a:ext>
                    </a:extLst>
                  </p:cNvPr>
                  <p:cNvSpPr/>
                  <p:nvPr/>
                </p:nvSpPr>
                <p:spPr>
                  <a:xfrm>
                    <a:off x="4315862" y="4179320"/>
                    <a:ext cx="182538" cy="273084"/>
                  </a:xfrm>
                  <a:custGeom>
                    <a:avLst/>
                    <a:gdLst>
                      <a:gd name="connsiteX0" fmla="*/ 123179 w 182538"/>
                      <a:gd name="connsiteY0" fmla="*/ 273015 h 273084"/>
                      <a:gd name="connsiteX1" fmla="*/ 134794 w 182538"/>
                      <a:gd name="connsiteY1" fmla="*/ 246771 h 273084"/>
                      <a:gd name="connsiteX2" fmla="*/ 90596 w 182538"/>
                      <a:gd name="connsiteY2" fmla="*/ 216050 h 273084"/>
                      <a:gd name="connsiteX3" fmla="*/ 2333 w 182538"/>
                      <a:gd name="connsiteY3" fmla="*/ 117547 h 273084"/>
                      <a:gd name="connsiteX4" fmla="*/ 54555 w 182538"/>
                      <a:gd name="connsiteY4" fmla="*/ 1355 h 273084"/>
                      <a:gd name="connsiteX5" fmla="*/ 173184 w 182538"/>
                      <a:gd name="connsiteY5" fmla="*/ 81372 h 273084"/>
                      <a:gd name="connsiteX6" fmla="*/ 161658 w 182538"/>
                      <a:gd name="connsiteY6" fmla="*/ 189318 h 273084"/>
                      <a:gd name="connsiteX7" fmla="*/ 156383 w 182538"/>
                      <a:gd name="connsiteY7" fmla="*/ 258031 h 273084"/>
                      <a:gd name="connsiteX8" fmla="*/ 182538 w 182538"/>
                      <a:gd name="connsiteY8" fmla="*/ 272527 h 273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2538" h="273084">
                        <a:moveTo>
                          <a:pt x="123179" y="273015"/>
                        </a:moveTo>
                        <a:cubicBezTo>
                          <a:pt x="135326" y="273813"/>
                          <a:pt x="147517" y="267917"/>
                          <a:pt x="134794" y="246771"/>
                        </a:cubicBezTo>
                        <a:cubicBezTo>
                          <a:pt x="130759" y="240432"/>
                          <a:pt x="119455" y="227221"/>
                          <a:pt x="90596" y="216050"/>
                        </a:cubicBezTo>
                        <a:cubicBezTo>
                          <a:pt x="51052" y="200712"/>
                          <a:pt x="12440" y="181516"/>
                          <a:pt x="2333" y="117547"/>
                        </a:cubicBezTo>
                        <a:cubicBezTo>
                          <a:pt x="-7775" y="53577"/>
                          <a:pt x="15942" y="10221"/>
                          <a:pt x="54555" y="1355"/>
                        </a:cubicBezTo>
                        <a:cubicBezTo>
                          <a:pt x="93167" y="-7511"/>
                          <a:pt x="153723" y="28042"/>
                          <a:pt x="173184" y="81372"/>
                        </a:cubicBezTo>
                        <a:cubicBezTo>
                          <a:pt x="192645" y="134703"/>
                          <a:pt x="167155" y="177748"/>
                          <a:pt x="161658" y="189318"/>
                        </a:cubicBezTo>
                        <a:cubicBezTo>
                          <a:pt x="156427" y="200312"/>
                          <a:pt x="140335" y="222833"/>
                          <a:pt x="156383" y="258031"/>
                        </a:cubicBezTo>
                        <a:cubicBezTo>
                          <a:pt x="161126" y="266410"/>
                          <a:pt x="165958" y="273281"/>
                          <a:pt x="182538" y="272527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53" name="Forme libre : forme 27252">
                    <a:extLst>
                      <a:ext uri="{FF2B5EF4-FFF2-40B4-BE49-F238E27FC236}">
                        <a16:creationId xmlns:a16="http://schemas.microsoft.com/office/drawing/2014/main" id="{13E2B0F6-1C6F-4B33-9959-25FDF5EA0FD5}"/>
                      </a:ext>
                    </a:extLst>
                  </p:cNvPr>
                  <p:cNvSpPr/>
                  <p:nvPr/>
                </p:nvSpPr>
                <p:spPr>
                  <a:xfrm>
                    <a:off x="4364419" y="4229926"/>
                    <a:ext cx="71722" cy="127568"/>
                  </a:xfrm>
                  <a:custGeom>
                    <a:avLst/>
                    <a:gdLst>
                      <a:gd name="connsiteX0" fmla="*/ 67396 w 71722"/>
                      <a:gd name="connsiteY0" fmla="*/ 118941 h 127568"/>
                      <a:gd name="connsiteX1" fmla="*/ 57244 w 71722"/>
                      <a:gd name="connsiteY1" fmla="*/ 91012 h 127568"/>
                      <a:gd name="connsiteX2" fmla="*/ 50284 w 71722"/>
                      <a:gd name="connsiteY2" fmla="*/ 62242 h 127568"/>
                      <a:gd name="connsiteX3" fmla="*/ 49885 w 71722"/>
                      <a:gd name="connsiteY3" fmla="*/ 47346 h 127568"/>
                      <a:gd name="connsiteX4" fmla="*/ 46826 w 71722"/>
                      <a:gd name="connsiteY4" fmla="*/ 32540 h 127568"/>
                      <a:gd name="connsiteX5" fmla="*/ 37118 w 71722"/>
                      <a:gd name="connsiteY5" fmla="*/ 20836 h 127568"/>
                      <a:gd name="connsiteX6" fmla="*/ 30114 w 71722"/>
                      <a:gd name="connsiteY6" fmla="*/ 17733 h 127568"/>
                      <a:gd name="connsiteX7" fmla="*/ 22090 w 71722"/>
                      <a:gd name="connsiteY7" fmla="*/ 17778 h 127568"/>
                      <a:gd name="connsiteX8" fmla="*/ 17834 w 71722"/>
                      <a:gd name="connsiteY8" fmla="*/ 24560 h 127568"/>
                      <a:gd name="connsiteX9" fmla="*/ 16681 w 71722"/>
                      <a:gd name="connsiteY9" fmla="*/ 32141 h 127568"/>
                      <a:gd name="connsiteX10" fmla="*/ 18588 w 71722"/>
                      <a:gd name="connsiteY10" fmla="*/ 47169 h 127568"/>
                      <a:gd name="connsiteX11" fmla="*/ 29316 w 71722"/>
                      <a:gd name="connsiteY11" fmla="*/ 75186 h 127568"/>
                      <a:gd name="connsiteX12" fmla="*/ 45940 w 71722"/>
                      <a:gd name="connsiteY12" fmla="*/ 100100 h 127568"/>
                      <a:gd name="connsiteX13" fmla="*/ 66465 w 71722"/>
                      <a:gd name="connsiteY13" fmla="*/ 121955 h 127568"/>
                      <a:gd name="connsiteX14" fmla="*/ 67529 w 71722"/>
                      <a:gd name="connsiteY14" fmla="*/ 120537 h 127568"/>
                      <a:gd name="connsiteX15" fmla="*/ 42393 w 71722"/>
                      <a:gd name="connsiteY15" fmla="*/ 97972 h 127568"/>
                      <a:gd name="connsiteX16" fmla="*/ 32064 w 71722"/>
                      <a:gd name="connsiteY16" fmla="*/ 84762 h 127568"/>
                      <a:gd name="connsiteX17" fmla="*/ 24572 w 71722"/>
                      <a:gd name="connsiteY17" fmla="*/ 69600 h 127568"/>
                      <a:gd name="connsiteX18" fmla="*/ 13578 w 71722"/>
                      <a:gd name="connsiteY18" fmla="*/ 37682 h 127568"/>
                      <a:gd name="connsiteX19" fmla="*/ 12692 w 71722"/>
                      <a:gd name="connsiteY19" fmla="*/ 20881 h 127568"/>
                      <a:gd name="connsiteX20" fmla="*/ 15839 w 71722"/>
                      <a:gd name="connsiteY20" fmla="*/ 13610 h 127568"/>
                      <a:gd name="connsiteX21" fmla="*/ 23242 w 71722"/>
                      <a:gd name="connsiteY21" fmla="*/ 10685 h 127568"/>
                      <a:gd name="connsiteX22" fmla="*/ 31399 w 71722"/>
                      <a:gd name="connsiteY22" fmla="*/ 11881 h 127568"/>
                      <a:gd name="connsiteX23" fmla="*/ 39202 w 71722"/>
                      <a:gd name="connsiteY23" fmla="*/ 14940 h 127568"/>
                      <a:gd name="connsiteX24" fmla="*/ 50107 w 71722"/>
                      <a:gd name="connsiteY24" fmla="*/ 26998 h 127568"/>
                      <a:gd name="connsiteX25" fmla="*/ 57466 w 71722"/>
                      <a:gd name="connsiteY25" fmla="*/ 59759 h 127568"/>
                      <a:gd name="connsiteX26" fmla="*/ 68770 w 71722"/>
                      <a:gd name="connsiteY26" fmla="*/ 126522 h 127568"/>
                      <a:gd name="connsiteX27" fmla="*/ 71253 w 71722"/>
                      <a:gd name="connsiteY27" fmla="*/ 126566 h 127568"/>
                      <a:gd name="connsiteX28" fmla="*/ 68948 w 71722"/>
                      <a:gd name="connsiteY28" fmla="*/ 47745 h 127568"/>
                      <a:gd name="connsiteX29" fmla="*/ 67041 w 71722"/>
                      <a:gd name="connsiteY29" fmla="*/ 37815 h 127568"/>
                      <a:gd name="connsiteX30" fmla="*/ 62919 w 71722"/>
                      <a:gd name="connsiteY30" fmla="*/ 28594 h 127568"/>
                      <a:gd name="connsiteX31" fmla="*/ 51836 w 71722"/>
                      <a:gd name="connsiteY31" fmla="*/ 11970 h 127568"/>
                      <a:gd name="connsiteX32" fmla="*/ 34148 w 71722"/>
                      <a:gd name="connsiteY32" fmla="*/ 2306 h 127568"/>
                      <a:gd name="connsiteX33" fmla="*/ 24262 w 71722"/>
                      <a:gd name="connsiteY33" fmla="*/ 90 h 127568"/>
                      <a:gd name="connsiteX34" fmla="*/ 14022 w 71722"/>
                      <a:gd name="connsiteY34" fmla="*/ 2040 h 127568"/>
                      <a:gd name="connsiteX35" fmla="*/ 1476 w 71722"/>
                      <a:gd name="connsiteY35" fmla="*/ 17778 h 127568"/>
                      <a:gd name="connsiteX36" fmla="*/ 678 w 71722"/>
                      <a:gd name="connsiteY36" fmla="*/ 37771 h 127568"/>
                      <a:gd name="connsiteX37" fmla="*/ 13534 w 71722"/>
                      <a:gd name="connsiteY37" fmla="*/ 75097 h 127568"/>
                      <a:gd name="connsiteX38" fmla="*/ 37118 w 71722"/>
                      <a:gd name="connsiteY38" fmla="*/ 106705 h 127568"/>
                      <a:gd name="connsiteX39" fmla="*/ 52811 w 71722"/>
                      <a:gd name="connsiteY39" fmla="*/ 118630 h 127568"/>
                      <a:gd name="connsiteX40" fmla="*/ 61722 w 71722"/>
                      <a:gd name="connsiteY40" fmla="*/ 122842 h 127568"/>
                      <a:gd name="connsiteX41" fmla="*/ 66243 w 71722"/>
                      <a:gd name="connsiteY41" fmla="*/ 124793 h 127568"/>
                      <a:gd name="connsiteX42" fmla="*/ 68549 w 71722"/>
                      <a:gd name="connsiteY42" fmla="*/ 125724 h 127568"/>
                      <a:gd name="connsiteX43" fmla="*/ 69169 w 71722"/>
                      <a:gd name="connsiteY43" fmla="*/ 126477 h 127568"/>
                      <a:gd name="connsiteX44" fmla="*/ 69391 w 71722"/>
                      <a:gd name="connsiteY44" fmla="*/ 127053 h 127568"/>
                      <a:gd name="connsiteX45" fmla="*/ 69524 w 71722"/>
                      <a:gd name="connsiteY45" fmla="*/ 127364 h 127568"/>
                      <a:gd name="connsiteX46" fmla="*/ 69613 w 71722"/>
                      <a:gd name="connsiteY46" fmla="*/ 127541 h 127568"/>
                      <a:gd name="connsiteX47" fmla="*/ 69879 w 71722"/>
                      <a:gd name="connsiteY47" fmla="*/ 127408 h 127568"/>
                      <a:gd name="connsiteX48" fmla="*/ 69834 w 71722"/>
                      <a:gd name="connsiteY48" fmla="*/ 127319 h 127568"/>
                      <a:gd name="connsiteX49" fmla="*/ 69568 w 71722"/>
                      <a:gd name="connsiteY49" fmla="*/ 127408 h 127568"/>
                      <a:gd name="connsiteX50" fmla="*/ 69568 w 71722"/>
                      <a:gd name="connsiteY50" fmla="*/ 127497 h 127568"/>
                      <a:gd name="connsiteX51" fmla="*/ 69790 w 71722"/>
                      <a:gd name="connsiteY51" fmla="*/ 127408 h 127568"/>
                      <a:gd name="connsiteX52" fmla="*/ 69746 w 71722"/>
                      <a:gd name="connsiteY52" fmla="*/ 127275 h 127568"/>
                      <a:gd name="connsiteX53" fmla="*/ 69613 w 71722"/>
                      <a:gd name="connsiteY53" fmla="*/ 127009 h 127568"/>
                      <a:gd name="connsiteX54" fmla="*/ 69435 w 71722"/>
                      <a:gd name="connsiteY54" fmla="*/ 126433 h 127568"/>
                      <a:gd name="connsiteX55" fmla="*/ 69214 w 71722"/>
                      <a:gd name="connsiteY55" fmla="*/ 125812 h 127568"/>
                      <a:gd name="connsiteX56" fmla="*/ 68593 w 71722"/>
                      <a:gd name="connsiteY56" fmla="*/ 125457 h 127568"/>
                      <a:gd name="connsiteX57" fmla="*/ 66376 w 71722"/>
                      <a:gd name="connsiteY57" fmla="*/ 124482 h 127568"/>
                      <a:gd name="connsiteX58" fmla="*/ 61899 w 71722"/>
                      <a:gd name="connsiteY58" fmla="*/ 122399 h 127568"/>
                      <a:gd name="connsiteX59" fmla="*/ 53121 w 71722"/>
                      <a:gd name="connsiteY59" fmla="*/ 118010 h 127568"/>
                      <a:gd name="connsiteX60" fmla="*/ 37916 w 71722"/>
                      <a:gd name="connsiteY60" fmla="*/ 105908 h 127568"/>
                      <a:gd name="connsiteX61" fmla="*/ 14952 w 71722"/>
                      <a:gd name="connsiteY61" fmla="*/ 74344 h 127568"/>
                      <a:gd name="connsiteX62" fmla="*/ 2761 w 71722"/>
                      <a:gd name="connsiteY62" fmla="*/ 37505 h 127568"/>
                      <a:gd name="connsiteX63" fmla="*/ 3737 w 71722"/>
                      <a:gd name="connsiteY63" fmla="*/ 18487 h 127568"/>
                      <a:gd name="connsiteX64" fmla="*/ 15130 w 71722"/>
                      <a:gd name="connsiteY64" fmla="*/ 4389 h 127568"/>
                      <a:gd name="connsiteX65" fmla="*/ 33261 w 71722"/>
                      <a:gd name="connsiteY65" fmla="*/ 4922 h 127568"/>
                      <a:gd name="connsiteX66" fmla="*/ 49752 w 71722"/>
                      <a:gd name="connsiteY66" fmla="*/ 13876 h 127568"/>
                      <a:gd name="connsiteX67" fmla="*/ 60392 w 71722"/>
                      <a:gd name="connsiteY67" fmla="*/ 29924 h 127568"/>
                      <a:gd name="connsiteX68" fmla="*/ 64293 w 71722"/>
                      <a:gd name="connsiteY68" fmla="*/ 38658 h 127568"/>
                      <a:gd name="connsiteX69" fmla="*/ 66066 w 71722"/>
                      <a:gd name="connsiteY69" fmla="*/ 48011 h 127568"/>
                      <a:gd name="connsiteX70" fmla="*/ 68682 w 71722"/>
                      <a:gd name="connsiteY70" fmla="*/ 126433 h 127568"/>
                      <a:gd name="connsiteX71" fmla="*/ 71164 w 71722"/>
                      <a:gd name="connsiteY71" fmla="*/ 126477 h 127568"/>
                      <a:gd name="connsiteX72" fmla="*/ 59150 w 71722"/>
                      <a:gd name="connsiteY72" fmla="*/ 59537 h 127568"/>
                      <a:gd name="connsiteX73" fmla="*/ 51260 w 71722"/>
                      <a:gd name="connsiteY73" fmla="*/ 26422 h 127568"/>
                      <a:gd name="connsiteX74" fmla="*/ 39689 w 71722"/>
                      <a:gd name="connsiteY74" fmla="*/ 13832 h 127568"/>
                      <a:gd name="connsiteX75" fmla="*/ 31665 w 71722"/>
                      <a:gd name="connsiteY75" fmla="*/ 10773 h 127568"/>
                      <a:gd name="connsiteX76" fmla="*/ 23109 w 71722"/>
                      <a:gd name="connsiteY76" fmla="*/ 9576 h 127568"/>
                      <a:gd name="connsiteX77" fmla="*/ 15041 w 71722"/>
                      <a:gd name="connsiteY77" fmla="*/ 12857 h 127568"/>
                      <a:gd name="connsiteX78" fmla="*/ 11628 w 71722"/>
                      <a:gd name="connsiteY78" fmla="*/ 20836 h 127568"/>
                      <a:gd name="connsiteX79" fmla="*/ 12647 w 71722"/>
                      <a:gd name="connsiteY79" fmla="*/ 37860 h 127568"/>
                      <a:gd name="connsiteX80" fmla="*/ 23553 w 71722"/>
                      <a:gd name="connsiteY80" fmla="*/ 70044 h 127568"/>
                      <a:gd name="connsiteX81" fmla="*/ 30956 w 71722"/>
                      <a:gd name="connsiteY81" fmla="*/ 85382 h 127568"/>
                      <a:gd name="connsiteX82" fmla="*/ 41329 w 71722"/>
                      <a:gd name="connsiteY82" fmla="*/ 98948 h 127568"/>
                      <a:gd name="connsiteX83" fmla="*/ 66465 w 71722"/>
                      <a:gd name="connsiteY83" fmla="*/ 122000 h 127568"/>
                      <a:gd name="connsiteX84" fmla="*/ 67529 w 71722"/>
                      <a:gd name="connsiteY84" fmla="*/ 120581 h 127568"/>
                      <a:gd name="connsiteX85" fmla="*/ 47624 w 71722"/>
                      <a:gd name="connsiteY85" fmla="*/ 98770 h 127568"/>
                      <a:gd name="connsiteX86" fmla="*/ 31311 w 71722"/>
                      <a:gd name="connsiteY86" fmla="*/ 74078 h 127568"/>
                      <a:gd name="connsiteX87" fmla="*/ 25415 w 71722"/>
                      <a:gd name="connsiteY87" fmla="*/ 60557 h 127568"/>
                      <a:gd name="connsiteX88" fmla="*/ 20716 w 71722"/>
                      <a:gd name="connsiteY88" fmla="*/ 46548 h 127568"/>
                      <a:gd name="connsiteX89" fmla="*/ 18765 w 71722"/>
                      <a:gd name="connsiteY89" fmla="*/ 32141 h 127568"/>
                      <a:gd name="connsiteX90" fmla="*/ 19785 w 71722"/>
                      <a:gd name="connsiteY90" fmla="*/ 25004 h 127568"/>
                      <a:gd name="connsiteX91" fmla="*/ 23021 w 71722"/>
                      <a:gd name="connsiteY91" fmla="*/ 19418 h 127568"/>
                      <a:gd name="connsiteX92" fmla="*/ 29493 w 71722"/>
                      <a:gd name="connsiteY92" fmla="*/ 19462 h 127568"/>
                      <a:gd name="connsiteX93" fmla="*/ 36098 w 71722"/>
                      <a:gd name="connsiteY93" fmla="*/ 22299 h 127568"/>
                      <a:gd name="connsiteX94" fmla="*/ 45186 w 71722"/>
                      <a:gd name="connsiteY94" fmla="*/ 33072 h 127568"/>
                      <a:gd name="connsiteX95" fmla="*/ 48245 w 71722"/>
                      <a:gd name="connsiteY95" fmla="*/ 47302 h 127568"/>
                      <a:gd name="connsiteX96" fmla="*/ 48821 w 71722"/>
                      <a:gd name="connsiteY96" fmla="*/ 62197 h 127568"/>
                      <a:gd name="connsiteX97" fmla="*/ 56313 w 71722"/>
                      <a:gd name="connsiteY97" fmla="*/ 91145 h 127568"/>
                      <a:gd name="connsiteX98" fmla="*/ 67130 w 71722"/>
                      <a:gd name="connsiteY98" fmla="*/ 118896 h 127568"/>
                      <a:gd name="connsiteX99" fmla="*/ 67396 w 71722"/>
                      <a:gd name="connsiteY99" fmla="*/ 118941 h 127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</a:cxnLst>
                    <a:rect l="l" t="t" r="r" b="b"/>
                    <a:pathLst>
                      <a:path w="71722" h="127568">
                        <a:moveTo>
                          <a:pt x="67396" y="118941"/>
                        </a:moveTo>
                        <a:cubicBezTo>
                          <a:pt x="62786" y="110119"/>
                          <a:pt x="59948" y="100588"/>
                          <a:pt x="57244" y="91012"/>
                        </a:cubicBezTo>
                        <a:cubicBezTo>
                          <a:pt x="54850" y="81393"/>
                          <a:pt x="51171" y="71994"/>
                          <a:pt x="50284" y="62242"/>
                        </a:cubicBezTo>
                        <a:cubicBezTo>
                          <a:pt x="49885" y="57365"/>
                          <a:pt x="50240" y="52400"/>
                          <a:pt x="49885" y="47346"/>
                        </a:cubicBezTo>
                        <a:cubicBezTo>
                          <a:pt x="49575" y="42337"/>
                          <a:pt x="48777" y="37283"/>
                          <a:pt x="46826" y="32540"/>
                        </a:cubicBezTo>
                        <a:cubicBezTo>
                          <a:pt x="44920" y="27841"/>
                          <a:pt x="41595" y="23496"/>
                          <a:pt x="37118" y="20836"/>
                        </a:cubicBezTo>
                        <a:cubicBezTo>
                          <a:pt x="34901" y="19507"/>
                          <a:pt x="32552" y="18487"/>
                          <a:pt x="30114" y="17733"/>
                        </a:cubicBezTo>
                        <a:cubicBezTo>
                          <a:pt x="27720" y="17024"/>
                          <a:pt x="24794" y="16315"/>
                          <a:pt x="22090" y="17778"/>
                        </a:cubicBezTo>
                        <a:cubicBezTo>
                          <a:pt x="19430" y="19329"/>
                          <a:pt x="18455" y="22166"/>
                          <a:pt x="17834" y="24560"/>
                        </a:cubicBezTo>
                        <a:cubicBezTo>
                          <a:pt x="17169" y="27043"/>
                          <a:pt x="16770" y="29614"/>
                          <a:pt x="16681" y="32141"/>
                        </a:cubicBezTo>
                        <a:cubicBezTo>
                          <a:pt x="16504" y="37239"/>
                          <a:pt x="17346" y="42293"/>
                          <a:pt x="18588" y="47169"/>
                        </a:cubicBezTo>
                        <a:cubicBezTo>
                          <a:pt x="21292" y="56877"/>
                          <a:pt x="24705" y="66231"/>
                          <a:pt x="29316" y="75186"/>
                        </a:cubicBezTo>
                        <a:cubicBezTo>
                          <a:pt x="34059" y="84097"/>
                          <a:pt x="39999" y="92076"/>
                          <a:pt x="45940" y="100100"/>
                        </a:cubicBezTo>
                        <a:cubicBezTo>
                          <a:pt x="52057" y="107991"/>
                          <a:pt x="58663" y="115572"/>
                          <a:pt x="66465" y="121955"/>
                        </a:cubicBezTo>
                        <a:lnTo>
                          <a:pt x="67529" y="120537"/>
                        </a:lnTo>
                        <a:cubicBezTo>
                          <a:pt x="58397" y="114020"/>
                          <a:pt x="50240" y="106129"/>
                          <a:pt x="42393" y="97972"/>
                        </a:cubicBezTo>
                        <a:cubicBezTo>
                          <a:pt x="38448" y="93894"/>
                          <a:pt x="34813" y="89638"/>
                          <a:pt x="32064" y="84762"/>
                        </a:cubicBezTo>
                        <a:cubicBezTo>
                          <a:pt x="29271" y="79885"/>
                          <a:pt x="26966" y="74699"/>
                          <a:pt x="24572" y="69600"/>
                        </a:cubicBezTo>
                        <a:cubicBezTo>
                          <a:pt x="19873" y="59316"/>
                          <a:pt x="15440" y="48809"/>
                          <a:pt x="13578" y="37682"/>
                        </a:cubicBezTo>
                        <a:cubicBezTo>
                          <a:pt x="12559" y="32141"/>
                          <a:pt x="12248" y="26466"/>
                          <a:pt x="12692" y="20881"/>
                        </a:cubicBezTo>
                        <a:cubicBezTo>
                          <a:pt x="12958" y="18132"/>
                          <a:pt x="13800" y="15428"/>
                          <a:pt x="15839" y="13610"/>
                        </a:cubicBezTo>
                        <a:cubicBezTo>
                          <a:pt x="17834" y="11793"/>
                          <a:pt x="20538" y="10862"/>
                          <a:pt x="23242" y="10685"/>
                        </a:cubicBezTo>
                        <a:cubicBezTo>
                          <a:pt x="25991" y="10507"/>
                          <a:pt x="28739" y="11084"/>
                          <a:pt x="31399" y="11881"/>
                        </a:cubicBezTo>
                        <a:cubicBezTo>
                          <a:pt x="34059" y="12724"/>
                          <a:pt x="36719" y="13655"/>
                          <a:pt x="39202" y="14940"/>
                        </a:cubicBezTo>
                        <a:cubicBezTo>
                          <a:pt x="44211" y="17379"/>
                          <a:pt x="47624" y="22033"/>
                          <a:pt x="50107" y="26998"/>
                        </a:cubicBezTo>
                        <a:cubicBezTo>
                          <a:pt x="55072" y="37062"/>
                          <a:pt x="55826" y="48588"/>
                          <a:pt x="57466" y="59759"/>
                        </a:cubicBezTo>
                        <a:cubicBezTo>
                          <a:pt x="60746" y="82279"/>
                          <a:pt x="68105" y="104046"/>
                          <a:pt x="68770" y="126522"/>
                        </a:cubicBezTo>
                        <a:lnTo>
                          <a:pt x="71253" y="126566"/>
                        </a:lnTo>
                        <a:cubicBezTo>
                          <a:pt x="72494" y="100233"/>
                          <a:pt x="71120" y="73945"/>
                          <a:pt x="68948" y="47745"/>
                        </a:cubicBezTo>
                        <a:cubicBezTo>
                          <a:pt x="68593" y="44420"/>
                          <a:pt x="68061" y="41096"/>
                          <a:pt x="67041" y="37815"/>
                        </a:cubicBezTo>
                        <a:cubicBezTo>
                          <a:pt x="66022" y="34535"/>
                          <a:pt x="64514" y="31520"/>
                          <a:pt x="62919" y="28594"/>
                        </a:cubicBezTo>
                        <a:cubicBezTo>
                          <a:pt x="59594" y="22920"/>
                          <a:pt x="56624" y="16980"/>
                          <a:pt x="51836" y="11970"/>
                        </a:cubicBezTo>
                        <a:cubicBezTo>
                          <a:pt x="47004" y="6916"/>
                          <a:pt x="40443" y="4212"/>
                          <a:pt x="34148" y="2306"/>
                        </a:cubicBezTo>
                        <a:cubicBezTo>
                          <a:pt x="31000" y="1375"/>
                          <a:pt x="27764" y="400"/>
                          <a:pt x="24262" y="90"/>
                        </a:cubicBezTo>
                        <a:cubicBezTo>
                          <a:pt x="20804" y="-265"/>
                          <a:pt x="17125" y="444"/>
                          <a:pt x="14022" y="2040"/>
                        </a:cubicBezTo>
                        <a:cubicBezTo>
                          <a:pt x="7727" y="5232"/>
                          <a:pt x="3382" y="11261"/>
                          <a:pt x="1476" y="17778"/>
                        </a:cubicBezTo>
                        <a:cubicBezTo>
                          <a:pt x="-430" y="24338"/>
                          <a:pt x="-253" y="31210"/>
                          <a:pt x="678" y="37771"/>
                        </a:cubicBezTo>
                        <a:cubicBezTo>
                          <a:pt x="2540" y="50937"/>
                          <a:pt x="7150" y="63571"/>
                          <a:pt x="13534" y="75097"/>
                        </a:cubicBezTo>
                        <a:cubicBezTo>
                          <a:pt x="19918" y="86668"/>
                          <a:pt x="27986" y="97219"/>
                          <a:pt x="37118" y="106705"/>
                        </a:cubicBezTo>
                        <a:cubicBezTo>
                          <a:pt x="41728" y="111405"/>
                          <a:pt x="46915" y="115705"/>
                          <a:pt x="52811" y="118630"/>
                        </a:cubicBezTo>
                        <a:cubicBezTo>
                          <a:pt x="55737" y="120138"/>
                          <a:pt x="58707" y="121512"/>
                          <a:pt x="61722" y="122842"/>
                        </a:cubicBezTo>
                        <a:lnTo>
                          <a:pt x="66243" y="124793"/>
                        </a:lnTo>
                        <a:cubicBezTo>
                          <a:pt x="66997" y="125103"/>
                          <a:pt x="67706" y="125502"/>
                          <a:pt x="68549" y="125724"/>
                        </a:cubicBezTo>
                        <a:cubicBezTo>
                          <a:pt x="68992" y="125856"/>
                          <a:pt x="69081" y="125990"/>
                          <a:pt x="69169" y="126477"/>
                        </a:cubicBezTo>
                        <a:lnTo>
                          <a:pt x="69391" y="127053"/>
                        </a:lnTo>
                        <a:lnTo>
                          <a:pt x="69524" y="127364"/>
                        </a:lnTo>
                        <a:lnTo>
                          <a:pt x="69613" y="127541"/>
                        </a:lnTo>
                        <a:cubicBezTo>
                          <a:pt x="69657" y="127674"/>
                          <a:pt x="70056" y="127275"/>
                          <a:pt x="69879" y="127408"/>
                        </a:cubicBezTo>
                        <a:lnTo>
                          <a:pt x="69834" y="127319"/>
                        </a:lnTo>
                        <a:lnTo>
                          <a:pt x="69568" y="127408"/>
                        </a:lnTo>
                        <a:lnTo>
                          <a:pt x="69568" y="127497"/>
                        </a:lnTo>
                        <a:cubicBezTo>
                          <a:pt x="69391" y="127630"/>
                          <a:pt x="69834" y="127364"/>
                          <a:pt x="69790" y="127408"/>
                        </a:cubicBezTo>
                        <a:lnTo>
                          <a:pt x="69746" y="127275"/>
                        </a:lnTo>
                        <a:lnTo>
                          <a:pt x="69613" y="127009"/>
                        </a:lnTo>
                        <a:lnTo>
                          <a:pt x="69435" y="126433"/>
                        </a:lnTo>
                        <a:cubicBezTo>
                          <a:pt x="69391" y="126256"/>
                          <a:pt x="69391" y="126034"/>
                          <a:pt x="69214" y="125812"/>
                        </a:cubicBezTo>
                        <a:cubicBezTo>
                          <a:pt x="69036" y="125590"/>
                          <a:pt x="68815" y="125546"/>
                          <a:pt x="68593" y="125457"/>
                        </a:cubicBezTo>
                        <a:cubicBezTo>
                          <a:pt x="67839" y="125236"/>
                          <a:pt x="67086" y="124793"/>
                          <a:pt x="66376" y="124482"/>
                        </a:cubicBezTo>
                        <a:lnTo>
                          <a:pt x="61899" y="122399"/>
                        </a:lnTo>
                        <a:cubicBezTo>
                          <a:pt x="58929" y="121024"/>
                          <a:pt x="56003" y="119562"/>
                          <a:pt x="53121" y="118010"/>
                        </a:cubicBezTo>
                        <a:cubicBezTo>
                          <a:pt x="47314" y="114951"/>
                          <a:pt x="42349" y="110651"/>
                          <a:pt x="37916" y="105908"/>
                        </a:cubicBezTo>
                        <a:cubicBezTo>
                          <a:pt x="29005" y="96376"/>
                          <a:pt x="21115" y="85826"/>
                          <a:pt x="14952" y="74344"/>
                        </a:cubicBezTo>
                        <a:cubicBezTo>
                          <a:pt x="8790" y="62862"/>
                          <a:pt x="4402" y="50405"/>
                          <a:pt x="2761" y="37505"/>
                        </a:cubicBezTo>
                        <a:cubicBezTo>
                          <a:pt x="1963" y="31121"/>
                          <a:pt x="1875" y="24560"/>
                          <a:pt x="3737" y="18487"/>
                        </a:cubicBezTo>
                        <a:cubicBezTo>
                          <a:pt x="5510" y="12502"/>
                          <a:pt x="9633" y="7094"/>
                          <a:pt x="15130" y="4389"/>
                        </a:cubicBezTo>
                        <a:cubicBezTo>
                          <a:pt x="20671" y="1464"/>
                          <a:pt x="27143" y="2927"/>
                          <a:pt x="33261" y="4922"/>
                        </a:cubicBezTo>
                        <a:cubicBezTo>
                          <a:pt x="39423" y="6784"/>
                          <a:pt x="45452" y="9355"/>
                          <a:pt x="49752" y="13876"/>
                        </a:cubicBezTo>
                        <a:cubicBezTo>
                          <a:pt x="54097" y="18398"/>
                          <a:pt x="57111" y="24338"/>
                          <a:pt x="60392" y="29924"/>
                        </a:cubicBezTo>
                        <a:cubicBezTo>
                          <a:pt x="61943" y="32761"/>
                          <a:pt x="63362" y="35643"/>
                          <a:pt x="64293" y="38658"/>
                        </a:cubicBezTo>
                        <a:cubicBezTo>
                          <a:pt x="65224" y="41672"/>
                          <a:pt x="65756" y="44820"/>
                          <a:pt x="66066" y="48011"/>
                        </a:cubicBezTo>
                        <a:cubicBezTo>
                          <a:pt x="68238" y="74034"/>
                          <a:pt x="69834" y="100322"/>
                          <a:pt x="68682" y="126433"/>
                        </a:cubicBezTo>
                        <a:lnTo>
                          <a:pt x="71164" y="126477"/>
                        </a:lnTo>
                        <a:cubicBezTo>
                          <a:pt x="70366" y="103425"/>
                          <a:pt x="62608" y="81747"/>
                          <a:pt x="59150" y="59537"/>
                        </a:cubicBezTo>
                        <a:cubicBezTo>
                          <a:pt x="57377" y="48454"/>
                          <a:pt x="56491" y="36795"/>
                          <a:pt x="51260" y="26422"/>
                        </a:cubicBezTo>
                        <a:cubicBezTo>
                          <a:pt x="48688" y="21368"/>
                          <a:pt x="45009" y="16359"/>
                          <a:pt x="39689" y="13832"/>
                        </a:cubicBezTo>
                        <a:cubicBezTo>
                          <a:pt x="37074" y="12502"/>
                          <a:pt x="34369" y="11615"/>
                          <a:pt x="31665" y="10773"/>
                        </a:cubicBezTo>
                        <a:cubicBezTo>
                          <a:pt x="28917" y="9975"/>
                          <a:pt x="26035" y="9399"/>
                          <a:pt x="23109" y="9576"/>
                        </a:cubicBezTo>
                        <a:cubicBezTo>
                          <a:pt x="20184" y="9798"/>
                          <a:pt x="17258" y="10818"/>
                          <a:pt x="15041" y="12857"/>
                        </a:cubicBezTo>
                        <a:cubicBezTo>
                          <a:pt x="12780" y="14896"/>
                          <a:pt x="11849" y="17999"/>
                          <a:pt x="11628" y="20836"/>
                        </a:cubicBezTo>
                        <a:cubicBezTo>
                          <a:pt x="11229" y="26555"/>
                          <a:pt x="11583" y="32274"/>
                          <a:pt x="12647" y="37860"/>
                        </a:cubicBezTo>
                        <a:cubicBezTo>
                          <a:pt x="14731" y="49075"/>
                          <a:pt x="18942" y="59715"/>
                          <a:pt x="23553" y="70044"/>
                        </a:cubicBezTo>
                        <a:cubicBezTo>
                          <a:pt x="25902" y="75186"/>
                          <a:pt x="28163" y="80417"/>
                          <a:pt x="30956" y="85382"/>
                        </a:cubicBezTo>
                        <a:cubicBezTo>
                          <a:pt x="33704" y="90392"/>
                          <a:pt x="37473" y="94869"/>
                          <a:pt x="41329" y="98948"/>
                        </a:cubicBezTo>
                        <a:cubicBezTo>
                          <a:pt x="49087" y="107193"/>
                          <a:pt x="57244" y="115217"/>
                          <a:pt x="66465" y="122000"/>
                        </a:cubicBezTo>
                        <a:lnTo>
                          <a:pt x="67529" y="120581"/>
                        </a:lnTo>
                        <a:cubicBezTo>
                          <a:pt x="59993" y="114242"/>
                          <a:pt x="53565" y="106661"/>
                          <a:pt x="47624" y="98770"/>
                        </a:cubicBezTo>
                        <a:cubicBezTo>
                          <a:pt x="41817" y="90791"/>
                          <a:pt x="35832" y="82767"/>
                          <a:pt x="31311" y="74078"/>
                        </a:cubicBezTo>
                        <a:cubicBezTo>
                          <a:pt x="29050" y="69734"/>
                          <a:pt x="27143" y="65167"/>
                          <a:pt x="25415" y="60557"/>
                        </a:cubicBezTo>
                        <a:cubicBezTo>
                          <a:pt x="23686" y="55946"/>
                          <a:pt x="22001" y="51292"/>
                          <a:pt x="20716" y="46548"/>
                        </a:cubicBezTo>
                        <a:cubicBezTo>
                          <a:pt x="19474" y="41805"/>
                          <a:pt x="18632" y="36973"/>
                          <a:pt x="18765" y="32141"/>
                        </a:cubicBezTo>
                        <a:cubicBezTo>
                          <a:pt x="18854" y="29747"/>
                          <a:pt x="19164" y="27353"/>
                          <a:pt x="19785" y="25004"/>
                        </a:cubicBezTo>
                        <a:cubicBezTo>
                          <a:pt x="20317" y="22698"/>
                          <a:pt x="21247" y="20438"/>
                          <a:pt x="23021" y="19418"/>
                        </a:cubicBezTo>
                        <a:cubicBezTo>
                          <a:pt x="24794" y="18398"/>
                          <a:pt x="27232" y="18797"/>
                          <a:pt x="29493" y="19462"/>
                        </a:cubicBezTo>
                        <a:cubicBezTo>
                          <a:pt x="31798" y="20171"/>
                          <a:pt x="34059" y="21058"/>
                          <a:pt x="36098" y="22299"/>
                        </a:cubicBezTo>
                        <a:cubicBezTo>
                          <a:pt x="40265" y="24693"/>
                          <a:pt x="43324" y="28594"/>
                          <a:pt x="45186" y="33072"/>
                        </a:cubicBezTo>
                        <a:cubicBezTo>
                          <a:pt x="47048" y="37549"/>
                          <a:pt x="47890" y="42426"/>
                          <a:pt x="48245" y="47302"/>
                        </a:cubicBezTo>
                        <a:cubicBezTo>
                          <a:pt x="48644" y="52178"/>
                          <a:pt x="48334" y="57188"/>
                          <a:pt x="48821" y="62197"/>
                        </a:cubicBezTo>
                        <a:cubicBezTo>
                          <a:pt x="49841" y="72305"/>
                          <a:pt x="53609" y="81614"/>
                          <a:pt x="56313" y="91145"/>
                        </a:cubicBezTo>
                        <a:cubicBezTo>
                          <a:pt x="59239" y="100632"/>
                          <a:pt x="62298" y="110163"/>
                          <a:pt x="67130" y="118896"/>
                        </a:cubicBezTo>
                        <a:lnTo>
                          <a:pt x="67396" y="118941"/>
                        </a:ln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54" name="Forme libre : forme 27253">
                    <a:extLst>
                      <a:ext uri="{FF2B5EF4-FFF2-40B4-BE49-F238E27FC236}">
                        <a16:creationId xmlns:a16="http://schemas.microsoft.com/office/drawing/2014/main" id="{8C7CECCB-26F0-41C8-8853-35128EA197FF}"/>
                      </a:ext>
                    </a:extLst>
                  </p:cNvPr>
                  <p:cNvSpPr/>
                  <p:nvPr/>
                </p:nvSpPr>
                <p:spPr>
                  <a:xfrm>
                    <a:off x="4329212" y="4197837"/>
                    <a:ext cx="132841" cy="192523"/>
                  </a:xfrm>
                  <a:custGeom>
                    <a:avLst/>
                    <a:gdLst>
                      <a:gd name="connsiteX0" fmla="*/ 108278 w 132841"/>
                      <a:gd name="connsiteY0" fmla="*/ 165793 h 192523"/>
                      <a:gd name="connsiteX1" fmla="*/ 115504 w 132841"/>
                      <a:gd name="connsiteY1" fmla="*/ 119865 h 192523"/>
                      <a:gd name="connsiteX2" fmla="*/ 110583 w 132841"/>
                      <a:gd name="connsiteY2" fmla="*/ 73628 h 192523"/>
                      <a:gd name="connsiteX3" fmla="*/ 86822 w 132841"/>
                      <a:gd name="connsiteY3" fmla="*/ 33819 h 192523"/>
                      <a:gd name="connsiteX4" fmla="*/ 66385 w 132841"/>
                      <a:gd name="connsiteY4" fmla="*/ 22337 h 192523"/>
                      <a:gd name="connsiteX5" fmla="*/ 42890 w 132841"/>
                      <a:gd name="connsiteY5" fmla="*/ 21983 h 192523"/>
                      <a:gd name="connsiteX6" fmla="*/ 32960 w 132841"/>
                      <a:gd name="connsiteY6" fmla="*/ 28765 h 192523"/>
                      <a:gd name="connsiteX7" fmla="*/ 28349 w 132841"/>
                      <a:gd name="connsiteY7" fmla="*/ 39848 h 192523"/>
                      <a:gd name="connsiteX8" fmla="*/ 27241 w 132841"/>
                      <a:gd name="connsiteY8" fmla="*/ 63299 h 192523"/>
                      <a:gd name="connsiteX9" fmla="*/ 38900 w 132841"/>
                      <a:gd name="connsiteY9" fmla="*/ 108473 h 192523"/>
                      <a:gd name="connsiteX10" fmla="*/ 107524 w 132841"/>
                      <a:gd name="connsiteY10" fmla="*/ 168940 h 192523"/>
                      <a:gd name="connsiteX11" fmla="*/ 108101 w 132841"/>
                      <a:gd name="connsiteY11" fmla="*/ 167255 h 192523"/>
                      <a:gd name="connsiteX12" fmla="*/ 25645 w 132841"/>
                      <a:gd name="connsiteY12" fmla="*/ 102975 h 192523"/>
                      <a:gd name="connsiteX13" fmla="*/ 14961 w 132841"/>
                      <a:gd name="connsiteY13" fmla="*/ 78505 h 192523"/>
                      <a:gd name="connsiteX14" fmla="*/ 11858 w 132841"/>
                      <a:gd name="connsiteY14" fmla="*/ 52128 h 192523"/>
                      <a:gd name="connsiteX15" fmla="*/ 21035 w 132841"/>
                      <a:gd name="connsiteY15" fmla="*/ 27524 h 192523"/>
                      <a:gd name="connsiteX16" fmla="*/ 42845 w 132841"/>
                      <a:gd name="connsiteY16" fmla="*/ 13649 h 192523"/>
                      <a:gd name="connsiteX17" fmla="*/ 68956 w 132841"/>
                      <a:gd name="connsiteY17" fmla="*/ 16264 h 192523"/>
                      <a:gd name="connsiteX18" fmla="*/ 91388 w 132841"/>
                      <a:gd name="connsiteY18" fmla="*/ 30140 h 192523"/>
                      <a:gd name="connsiteX19" fmla="*/ 106061 w 132841"/>
                      <a:gd name="connsiteY19" fmla="*/ 52039 h 192523"/>
                      <a:gd name="connsiteX20" fmla="*/ 114706 w 132841"/>
                      <a:gd name="connsiteY20" fmla="*/ 77397 h 192523"/>
                      <a:gd name="connsiteX21" fmla="*/ 124636 w 132841"/>
                      <a:gd name="connsiteY21" fmla="*/ 129707 h 192523"/>
                      <a:gd name="connsiteX22" fmla="*/ 112135 w 132841"/>
                      <a:gd name="connsiteY22" fmla="*/ 180688 h 192523"/>
                      <a:gd name="connsiteX23" fmla="*/ 113642 w 132841"/>
                      <a:gd name="connsiteY23" fmla="*/ 180156 h 192523"/>
                      <a:gd name="connsiteX24" fmla="*/ 84073 w 132841"/>
                      <a:gd name="connsiteY24" fmla="*/ 169472 h 192523"/>
                      <a:gd name="connsiteX25" fmla="*/ 55923 w 132841"/>
                      <a:gd name="connsiteY25" fmla="*/ 155862 h 192523"/>
                      <a:gd name="connsiteX26" fmla="*/ 32339 w 132841"/>
                      <a:gd name="connsiteY26" fmla="*/ 135958 h 192523"/>
                      <a:gd name="connsiteX27" fmla="*/ 17222 w 132841"/>
                      <a:gd name="connsiteY27" fmla="*/ 108916 h 192523"/>
                      <a:gd name="connsiteX28" fmla="*/ 7336 w 132841"/>
                      <a:gd name="connsiteY28" fmla="*/ 79170 h 192523"/>
                      <a:gd name="connsiteX29" fmla="*/ 2637 w 132841"/>
                      <a:gd name="connsiteY29" fmla="*/ 48581 h 192523"/>
                      <a:gd name="connsiteX30" fmla="*/ 11769 w 132841"/>
                      <a:gd name="connsiteY30" fmla="*/ 19811 h 192523"/>
                      <a:gd name="connsiteX31" fmla="*/ 37215 w 132841"/>
                      <a:gd name="connsiteY31" fmla="*/ 4029 h 192523"/>
                      <a:gd name="connsiteX32" fmla="*/ 67804 w 132841"/>
                      <a:gd name="connsiteY32" fmla="*/ 4827 h 192523"/>
                      <a:gd name="connsiteX33" fmla="*/ 82566 w 132841"/>
                      <a:gd name="connsiteY33" fmla="*/ 9659 h 192523"/>
                      <a:gd name="connsiteX34" fmla="*/ 96397 w 132841"/>
                      <a:gd name="connsiteY34" fmla="*/ 16708 h 192523"/>
                      <a:gd name="connsiteX35" fmla="*/ 107702 w 132841"/>
                      <a:gd name="connsiteY35" fmla="*/ 27037 h 192523"/>
                      <a:gd name="connsiteX36" fmla="*/ 114928 w 132841"/>
                      <a:gd name="connsiteY36" fmla="*/ 40690 h 192523"/>
                      <a:gd name="connsiteX37" fmla="*/ 125789 w 132841"/>
                      <a:gd name="connsiteY37" fmla="*/ 70126 h 192523"/>
                      <a:gd name="connsiteX38" fmla="*/ 130754 w 132841"/>
                      <a:gd name="connsiteY38" fmla="*/ 100936 h 192523"/>
                      <a:gd name="connsiteX39" fmla="*/ 131685 w 132841"/>
                      <a:gd name="connsiteY39" fmla="*/ 132367 h 192523"/>
                      <a:gd name="connsiteX40" fmla="*/ 128980 w 132841"/>
                      <a:gd name="connsiteY40" fmla="*/ 163576 h 192523"/>
                      <a:gd name="connsiteX41" fmla="*/ 117144 w 132841"/>
                      <a:gd name="connsiteY41" fmla="*/ 192391 h 192523"/>
                      <a:gd name="connsiteX42" fmla="*/ 117366 w 132841"/>
                      <a:gd name="connsiteY42" fmla="*/ 192524 h 192523"/>
                      <a:gd name="connsiteX43" fmla="*/ 129690 w 132841"/>
                      <a:gd name="connsiteY43" fmla="*/ 163665 h 192523"/>
                      <a:gd name="connsiteX44" fmla="*/ 132837 w 132841"/>
                      <a:gd name="connsiteY44" fmla="*/ 132323 h 192523"/>
                      <a:gd name="connsiteX45" fmla="*/ 132172 w 132841"/>
                      <a:gd name="connsiteY45" fmla="*/ 100803 h 192523"/>
                      <a:gd name="connsiteX46" fmla="*/ 127385 w 132841"/>
                      <a:gd name="connsiteY46" fmla="*/ 69594 h 192523"/>
                      <a:gd name="connsiteX47" fmla="*/ 116701 w 132841"/>
                      <a:gd name="connsiteY47" fmla="*/ 39893 h 192523"/>
                      <a:gd name="connsiteX48" fmla="*/ 109342 w 132841"/>
                      <a:gd name="connsiteY48" fmla="*/ 25751 h 192523"/>
                      <a:gd name="connsiteX49" fmla="*/ 97594 w 132841"/>
                      <a:gd name="connsiteY49" fmla="*/ 14846 h 192523"/>
                      <a:gd name="connsiteX50" fmla="*/ 83453 w 132841"/>
                      <a:gd name="connsiteY50" fmla="*/ 7531 h 192523"/>
                      <a:gd name="connsiteX51" fmla="*/ 68380 w 132841"/>
                      <a:gd name="connsiteY51" fmla="*/ 2477 h 192523"/>
                      <a:gd name="connsiteX52" fmla="*/ 36639 w 132841"/>
                      <a:gd name="connsiteY52" fmla="*/ 1413 h 192523"/>
                      <a:gd name="connsiteX53" fmla="*/ 9641 w 132841"/>
                      <a:gd name="connsiteY53" fmla="*/ 18126 h 192523"/>
                      <a:gd name="connsiteX54" fmla="*/ 22 w 132841"/>
                      <a:gd name="connsiteY54" fmla="*/ 48404 h 192523"/>
                      <a:gd name="connsiteX55" fmla="*/ 4809 w 132841"/>
                      <a:gd name="connsiteY55" fmla="*/ 79790 h 192523"/>
                      <a:gd name="connsiteX56" fmla="*/ 14828 w 132841"/>
                      <a:gd name="connsiteY56" fmla="*/ 109758 h 192523"/>
                      <a:gd name="connsiteX57" fmla="*/ 30344 w 132841"/>
                      <a:gd name="connsiteY57" fmla="*/ 137465 h 192523"/>
                      <a:gd name="connsiteX58" fmla="*/ 54637 w 132841"/>
                      <a:gd name="connsiteY58" fmla="*/ 157946 h 192523"/>
                      <a:gd name="connsiteX59" fmla="*/ 83142 w 132841"/>
                      <a:gd name="connsiteY59" fmla="*/ 171688 h 192523"/>
                      <a:gd name="connsiteX60" fmla="*/ 112755 w 132841"/>
                      <a:gd name="connsiteY60" fmla="*/ 182328 h 192523"/>
                      <a:gd name="connsiteX61" fmla="*/ 113775 w 132841"/>
                      <a:gd name="connsiteY61" fmla="*/ 182727 h 192523"/>
                      <a:gd name="connsiteX62" fmla="*/ 114307 w 132841"/>
                      <a:gd name="connsiteY62" fmla="*/ 181796 h 192523"/>
                      <a:gd name="connsiteX63" fmla="*/ 126853 w 132841"/>
                      <a:gd name="connsiteY63" fmla="*/ 129574 h 192523"/>
                      <a:gd name="connsiteX64" fmla="*/ 116435 w 132841"/>
                      <a:gd name="connsiteY64" fmla="*/ 76732 h 192523"/>
                      <a:gd name="connsiteX65" fmla="*/ 107569 w 132841"/>
                      <a:gd name="connsiteY65" fmla="*/ 51286 h 192523"/>
                      <a:gd name="connsiteX66" fmla="*/ 92407 w 132841"/>
                      <a:gd name="connsiteY66" fmla="*/ 28987 h 192523"/>
                      <a:gd name="connsiteX67" fmla="*/ 69400 w 132841"/>
                      <a:gd name="connsiteY67" fmla="*/ 14934 h 192523"/>
                      <a:gd name="connsiteX68" fmla="*/ 42624 w 132841"/>
                      <a:gd name="connsiteY68" fmla="*/ 12363 h 192523"/>
                      <a:gd name="connsiteX69" fmla="*/ 20237 w 132841"/>
                      <a:gd name="connsiteY69" fmla="*/ 26770 h 192523"/>
                      <a:gd name="connsiteX70" fmla="*/ 11016 w 132841"/>
                      <a:gd name="connsiteY70" fmla="*/ 51906 h 192523"/>
                      <a:gd name="connsiteX71" fmla="*/ 24714 w 132841"/>
                      <a:gd name="connsiteY71" fmla="*/ 103330 h 192523"/>
                      <a:gd name="connsiteX72" fmla="*/ 107569 w 132841"/>
                      <a:gd name="connsiteY72" fmla="*/ 168763 h 192523"/>
                      <a:gd name="connsiteX73" fmla="*/ 108145 w 132841"/>
                      <a:gd name="connsiteY73" fmla="*/ 167078 h 192523"/>
                      <a:gd name="connsiteX74" fmla="*/ 41028 w 132841"/>
                      <a:gd name="connsiteY74" fmla="*/ 107276 h 192523"/>
                      <a:gd name="connsiteX75" fmla="*/ 29502 w 132841"/>
                      <a:gd name="connsiteY75" fmla="*/ 62945 h 192523"/>
                      <a:gd name="connsiteX76" fmla="*/ 30433 w 132841"/>
                      <a:gd name="connsiteY76" fmla="*/ 40026 h 192523"/>
                      <a:gd name="connsiteX77" fmla="*/ 34555 w 132841"/>
                      <a:gd name="connsiteY77" fmla="*/ 29785 h 192523"/>
                      <a:gd name="connsiteX78" fmla="*/ 43510 w 132841"/>
                      <a:gd name="connsiteY78" fmla="*/ 23623 h 192523"/>
                      <a:gd name="connsiteX79" fmla="*/ 65809 w 132841"/>
                      <a:gd name="connsiteY79" fmla="*/ 23845 h 192523"/>
                      <a:gd name="connsiteX80" fmla="*/ 85669 w 132841"/>
                      <a:gd name="connsiteY80" fmla="*/ 34839 h 192523"/>
                      <a:gd name="connsiteX81" fmla="*/ 109165 w 132841"/>
                      <a:gd name="connsiteY81" fmla="*/ 73761 h 192523"/>
                      <a:gd name="connsiteX82" fmla="*/ 114484 w 132841"/>
                      <a:gd name="connsiteY82" fmla="*/ 119555 h 192523"/>
                      <a:gd name="connsiteX83" fmla="*/ 107923 w 132841"/>
                      <a:gd name="connsiteY83" fmla="*/ 165482 h 192523"/>
                      <a:gd name="connsiteX84" fmla="*/ 108278 w 132841"/>
                      <a:gd name="connsiteY84" fmla="*/ 165793 h 192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</a:cxnLst>
                    <a:rect l="l" t="t" r="r" b="b"/>
                    <a:pathLst>
                      <a:path w="132841" h="192523">
                        <a:moveTo>
                          <a:pt x="108278" y="165793"/>
                        </a:moveTo>
                        <a:cubicBezTo>
                          <a:pt x="112135" y="150764"/>
                          <a:pt x="114750" y="135381"/>
                          <a:pt x="115504" y="119865"/>
                        </a:cubicBezTo>
                        <a:cubicBezTo>
                          <a:pt x="116257" y="104350"/>
                          <a:pt x="115061" y="88612"/>
                          <a:pt x="110583" y="73628"/>
                        </a:cubicBezTo>
                        <a:cubicBezTo>
                          <a:pt x="106194" y="58733"/>
                          <a:pt x="98702" y="44281"/>
                          <a:pt x="86822" y="33819"/>
                        </a:cubicBezTo>
                        <a:cubicBezTo>
                          <a:pt x="80881" y="28633"/>
                          <a:pt x="73921" y="24598"/>
                          <a:pt x="66385" y="22337"/>
                        </a:cubicBezTo>
                        <a:cubicBezTo>
                          <a:pt x="58849" y="20121"/>
                          <a:pt x="50603" y="19456"/>
                          <a:pt x="42890" y="21983"/>
                        </a:cubicBezTo>
                        <a:cubicBezTo>
                          <a:pt x="39077" y="23268"/>
                          <a:pt x="35486" y="25485"/>
                          <a:pt x="32960" y="28765"/>
                        </a:cubicBezTo>
                        <a:cubicBezTo>
                          <a:pt x="30388" y="32002"/>
                          <a:pt x="29103" y="35991"/>
                          <a:pt x="28349" y="39848"/>
                        </a:cubicBezTo>
                        <a:cubicBezTo>
                          <a:pt x="27019" y="47650"/>
                          <a:pt x="26886" y="55453"/>
                          <a:pt x="27241" y="63299"/>
                        </a:cubicBezTo>
                        <a:cubicBezTo>
                          <a:pt x="28083" y="78948"/>
                          <a:pt x="32073" y="94375"/>
                          <a:pt x="38900" y="108473"/>
                        </a:cubicBezTo>
                        <a:cubicBezTo>
                          <a:pt x="52554" y="136756"/>
                          <a:pt x="77911" y="158877"/>
                          <a:pt x="107524" y="168940"/>
                        </a:cubicBezTo>
                        <a:lnTo>
                          <a:pt x="108101" y="167255"/>
                        </a:lnTo>
                        <a:cubicBezTo>
                          <a:pt x="74320" y="156394"/>
                          <a:pt x="43555" y="134007"/>
                          <a:pt x="25645" y="102975"/>
                        </a:cubicBezTo>
                        <a:cubicBezTo>
                          <a:pt x="21256" y="95217"/>
                          <a:pt x="17488" y="87061"/>
                          <a:pt x="14961" y="78505"/>
                        </a:cubicBezTo>
                        <a:cubicBezTo>
                          <a:pt x="12434" y="69993"/>
                          <a:pt x="11016" y="60994"/>
                          <a:pt x="11858" y="52128"/>
                        </a:cubicBezTo>
                        <a:cubicBezTo>
                          <a:pt x="12567" y="43262"/>
                          <a:pt x="15715" y="34617"/>
                          <a:pt x="21035" y="27524"/>
                        </a:cubicBezTo>
                        <a:cubicBezTo>
                          <a:pt x="26354" y="20431"/>
                          <a:pt x="34112" y="15156"/>
                          <a:pt x="42845" y="13649"/>
                        </a:cubicBezTo>
                        <a:cubicBezTo>
                          <a:pt x="51534" y="12053"/>
                          <a:pt x="60622" y="13383"/>
                          <a:pt x="68956" y="16264"/>
                        </a:cubicBezTo>
                        <a:cubicBezTo>
                          <a:pt x="77291" y="19234"/>
                          <a:pt x="85004" y="24022"/>
                          <a:pt x="91388" y="30140"/>
                        </a:cubicBezTo>
                        <a:cubicBezTo>
                          <a:pt x="97860" y="36257"/>
                          <a:pt x="102781" y="43794"/>
                          <a:pt x="106061" y="52039"/>
                        </a:cubicBezTo>
                        <a:cubicBezTo>
                          <a:pt x="109253" y="60329"/>
                          <a:pt x="112002" y="68885"/>
                          <a:pt x="114706" y="77397"/>
                        </a:cubicBezTo>
                        <a:cubicBezTo>
                          <a:pt x="119981" y="94420"/>
                          <a:pt x="124281" y="111975"/>
                          <a:pt x="124636" y="129707"/>
                        </a:cubicBezTo>
                        <a:cubicBezTo>
                          <a:pt x="124858" y="147395"/>
                          <a:pt x="120868" y="165305"/>
                          <a:pt x="112135" y="180688"/>
                        </a:cubicBezTo>
                        <a:lnTo>
                          <a:pt x="113642" y="180156"/>
                        </a:lnTo>
                        <a:cubicBezTo>
                          <a:pt x="103712" y="176210"/>
                          <a:pt x="93560" y="173861"/>
                          <a:pt x="84073" y="169472"/>
                        </a:cubicBezTo>
                        <a:cubicBezTo>
                          <a:pt x="74409" y="165438"/>
                          <a:pt x="64834" y="161182"/>
                          <a:pt x="55923" y="155862"/>
                        </a:cubicBezTo>
                        <a:cubicBezTo>
                          <a:pt x="47012" y="150543"/>
                          <a:pt x="38767" y="144070"/>
                          <a:pt x="32339" y="135958"/>
                        </a:cubicBezTo>
                        <a:cubicBezTo>
                          <a:pt x="25867" y="127890"/>
                          <a:pt x="21079" y="118580"/>
                          <a:pt x="17222" y="108916"/>
                        </a:cubicBezTo>
                        <a:cubicBezTo>
                          <a:pt x="13410" y="99252"/>
                          <a:pt x="10262" y="89189"/>
                          <a:pt x="7336" y="79170"/>
                        </a:cubicBezTo>
                        <a:cubicBezTo>
                          <a:pt x="4499" y="69151"/>
                          <a:pt x="2371" y="58866"/>
                          <a:pt x="2637" y="48581"/>
                        </a:cubicBezTo>
                        <a:cubicBezTo>
                          <a:pt x="2903" y="38341"/>
                          <a:pt x="5652" y="27967"/>
                          <a:pt x="11769" y="19811"/>
                        </a:cubicBezTo>
                        <a:cubicBezTo>
                          <a:pt x="17843" y="11654"/>
                          <a:pt x="27285" y="6378"/>
                          <a:pt x="37215" y="4029"/>
                        </a:cubicBezTo>
                        <a:cubicBezTo>
                          <a:pt x="47190" y="1679"/>
                          <a:pt x="57785" y="2388"/>
                          <a:pt x="67804" y="4827"/>
                        </a:cubicBezTo>
                        <a:cubicBezTo>
                          <a:pt x="72857" y="6068"/>
                          <a:pt x="77778" y="7708"/>
                          <a:pt x="82566" y="9659"/>
                        </a:cubicBezTo>
                        <a:cubicBezTo>
                          <a:pt x="87398" y="11609"/>
                          <a:pt x="92053" y="13870"/>
                          <a:pt x="96397" y="16708"/>
                        </a:cubicBezTo>
                        <a:cubicBezTo>
                          <a:pt x="100697" y="19500"/>
                          <a:pt x="104643" y="22914"/>
                          <a:pt x="107702" y="27037"/>
                        </a:cubicBezTo>
                        <a:cubicBezTo>
                          <a:pt x="110760" y="31115"/>
                          <a:pt x="112933" y="35859"/>
                          <a:pt x="114928" y="40690"/>
                        </a:cubicBezTo>
                        <a:cubicBezTo>
                          <a:pt x="118829" y="50399"/>
                          <a:pt x="122863" y="60107"/>
                          <a:pt x="125789" y="70126"/>
                        </a:cubicBezTo>
                        <a:cubicBezTo>
                          <a:pt x="128847" y="80101"/>
                          <a:pt x="130222" y="90518"/>
                          <a:pt x="130754" y="100936"/>
                        </a:cubicBezTo>
                        <a:cubicBezTo>
                          <a:pt x="131241" y="111398"/>
                          <a:pt x="131640" y="121905"/>
                          <a:pt x="131685" y="132367"/>
                        </a:cubicBezTo>
                        <a:cubicBezTo>
                          <a:pt x="131729" y="142829"/>
                          <a:pt x="131153" y="153336"/>
                          <a:pt x="128980" y="163576"/>
                        </a:cubicBezTo>
                        <a:cubicBezTo>
                          <a:pt x="126853" y="173772"/>
                          <a:pt x="123129" y="183791"/>
                          <a:pt x="117144" y="192391"/>
                        </a:cubicBezTo>
                        <a:lnTo>
                          <a:pt x="117366" y="192524"/>
                        </a:lnTo>
                        <a:cubicBezTo>
                          <a:pt x="123483" y="183968"/>
                          <a:pt x="127385" y="173949"/>
                          <a:pt x="129690" y="163665"/>
                        </a:cubicBezTo>
                        <a:cubicBezTo>
                          <a:pt x="131995" y="153380"/>
                          <a:pt x="132749" y="142829"/>
                          <a:pt x="132837" y="132323"/>
                        </a:cubicBezTo>
                        <a:cubicBezTo>
                          <a:pt x="132882" y="121816"/>
                          <a:pt x="132571" y="111310"/>
                          <a:pt x="132172" y="100803"/>
                        </a:cubicBezTo>
                        <a:cubicBezTo>
                          <a:pt x="131729" y="90297"/>
                          <a:pt x="130355" y="79746"/>
                          <a:pt x="127385" y="69594"/>
                        </a:cubicBezTo>
                        <a:cubicBezTo>
                          <a:pt x="124503" y="59443"/>
                          <a:pt x="120558" y="49690"/>
                          <a:pt x="116701" y="39893"/>
                        </a:cubicBezTo>
                        <a:cubicBezTo>
                          <a:pt x="114750" y="35016"/>
                          <a:pt x="112534" y="30095"/>
                          <a:pt x="109342" y="25751"/>
                        </a:cubicBezTo>
                        <a:cubicBezTo>
                          <a:pt x="106150" y="21407"/>
                          <a:pt x="102027" y="17816"/>
                          <a:pt x="97594" y="14846"/>
                        </a:cubicBezTo>
                        <a:cubicBezTo>
                          <a:pt x="93161" y="11875"/>
                          <a:pt x="88329" y="9526"/>
                          <a:pt x="83453" y="7531"/>
                        </a:cubicBezTo>
                        <a:cubicBezTo>
                          <a:pt x="78576" y="5536"/>
                          <a:pt x="73522" y="3763"/>
                          <a:pt x="68380" y="2477"/>
                        </a:cubicBezTo>
                        <a:cubicBezTo>
                          <a:pt x="58095" y="-138"/>
                          <a:pt x="47145" y="-980"/>
                          <a:pt x="36639" y="1413"/>
                        </a:cubicBezTo>
                        <a:cubicBezTo>
                          <a:pt x="26177" y="3719"/>
                          <a:pt x="16202" y="9393"/>
                          <a:pt x="9641" y="18126"/>
                        </a:cubicBezTo>
                        <a:cubicBezTo>
                          <a:pt x="3125" y="26904"/>
                          <a:pt x="288" y="37765"/>
                          <a:pt x="22" y="48404"/>
                        </a:cubicBezTo>
                        <a:cubicBezTo>
                          <a:pt x="-244" y="59132"/>
                          <a:pt x="1972" y="69639"/>
                          <a:pt x="4809" y="79790"/>
                        </a:cubicBezTo>
                        <a:cubicBezTo>
                          <a:pt x="7780" y="89898"/>
                          <a:pt x="10927" y="99917"/>
                          <a:pt x="14828" y="109758"/>
                        </a:cubicBezTo>
                        <a:cubicBezTo>
                          <a:pt x="18774" y="119555"/>
                          <a:pt x="23650" y="129131"/>
                          <a:pt x="30344" y="137465"/>
                        </a:cubicBezTo>
                        <a:cubicBezTo>
                          <a:pt x="36994" y="145844"/>
                          <a:pt x="45550" y="152538"/>
                          <a:pt x="54637" y="157946"/>
                        </a:cubicBezTo>
                        <a:cubicBezTo>
                          <a:pt x="63770" y="163354"/>
                          <a:pt x="73434" y="167654"/>
                          <a:pt x="83142" y="171688"/>
                        </a:cubicBezTo>
                        <a:cubicBezTo>
                          <a:pt x="92762" y="176121"/>
                          <a:pt x="103180" y="178516"/>
                          <a:pt x="112755" y="182328"/>
                        </a:cubicBezTo>
                        <a:lnTo>
                          <a:pt x="113775" y="182727"/>
                        </a:lnTo>
                        <a:lnTo>
                          <a:pt x="114307" y="181796"/>
                        </a:lnTo>
                        <a:cubicBezTo>
                          <a:pt x="123350" y="165970"/>
                          <a:pt x="127207" y="147617"/>
                          <a:pt x="126853" y="129574"/>
                        </a:cubicBezTo>
                        <a:cubicBezTo>
                          <a:pt x="126365" y="111443"/>
                          <a:pt x="121843" y="93843"/>
                          <a:pt x="116435" y="76732"/>
                        </a:cubicBezTo>
                        <a:cubicBezTo>
                          <a:pt x="113642" y="68176"/>
                          <a:pt x="110893" y="59709"/>
                          <a:pt x="107569" y="51286"/>
                        </a:cubicBezTo>
                        <a:cubicBezTo>
                          <a:pt x="104199" y="42907"/>
                          <a:pt x="99057" y="35149"/>
                          <a:pt x="92407" y="28987"/>
                        </a:cubicBezTo>
                        <a:cubicBezTo>
                          <a:pt x="85846" y="22781"/>
                          <a:pt x="77956" y="17904"/>
                          <a:pt x="69400" y="14934"/>
                        </a:cubicBezTo>
                        <a:cubicBezTo>
                          <a:pt x="60888" y="12008"/>
                          <a:pt x="51623" y="10679"/>
                          <a:pt x="42624" y="12363"/>
                        </a:cubicBezTo>
                        <a:cubicBezTo>
                          <a:pt x="33625" y="13959"/>
                          <a:pt x="25601" y="19500"/>
                          <a:pt x="20237" y="26770"/>
                        </a:cubicBezTo>
                        <a:cubicBezTo>
                          <a:pt x="14828" y="34041"/>
                          <a:pt x="11636" y="42907"/>
                          <a:pt x="11016" y="51906"/>
                        </a:cubicBezTo>
                        <a:cubicBezTo>
                          <a:pt x="9641" y="70082"/>
                          <a:pt x="16025" y="87770"/>
                          <a:pt x="24714" y="103330"/>
                        </a:cubicBezTo>
                        <a:cubicBezTo>
                          <a:pt x="42579" y="134761"/>
                          <a:pt x="73434" y="157591"/>
                          <a:pt x="107569" y="168763"/>
                        </a:cubicBezTo>
                        <a:lnTo>
                          <a:pt x="108145" y="167078"/>
                        </a:lnTo>
                        <a:cubicBezTo>
                          <a:pt x="79064" y="156971"/>
                          <a:pt x="54238" y="135071"/>
                          <a:pt x="41028" y="107276"/>
                        </a:cubicBezTo>
                        <a:cubicBezTo>
                          <a:pt x="34511" y="93400"/>
                          <a:pt x="30388" y="78327"/>
                          <a:pt x="29502" y="62945"/>
                        </a:cubicBezTo>
                        <a:cubicBezTo>
                          <a:pt x="29058" y="55320"/>
                          <a:pt x="29191" y="47518"/>
                          <a:pt x="30433" y="40026"/>
                        </a:cubicBezTo>
                        <a:cubicBezTo>
                          <a:pt x="31142" y="36346"/>
                          <a:pt x="32295" y="32711"/>
                          <a:pt x="34555" y="29785"/>
                        </a:cubicBezTo>
                        <a:cubicBezTo>
                          <a:pt x="36772" y="26859"/>
                          <a:pt x="40008" y="24820"/>
                          <a:pt x="43510" y="23623"/>
                        </a:cubicBezTo>
                        <a:cubicBezTo>
                          <a:pt x="50603" y="21229"/>
                          <a:pt x="58583" y="21761"/>
                          <a:pt x="65809" y="23845"/>
                        </a:cubicBezTo>
                        <a:cubicBezTo>
                          <a:pt x="73123" y="25973"/>
                          <a:pt x="79906" y="29874"/>
                          <a:pt x="85669" y="34839"/>
                        </a:cubicBezTo>
                        <a:cubicBezTo>
                          <a:pt x="97284" y="44946"/>
                          <a:pt x="104731" y="59088"/>
                          <a:pt x="109165" y="73761"/>
                        </a:cubicBezTo>
                        <a:cubicBezTo>
                          <a:pt x="113642" y="88524"/>
                          <a:pt x="114972" y="104128"/>
                          <a:pt x="114484" y="119555"/>
                        </a:cubicBezTo>
                        <a:cubicBezTo>
                          <a:pt x="113952" y="135027"/>
                          <a:pt x="111558" y="150410"/>
                          <a:pt x="107923" y="165482"/>
                        </a:cubicBezTo>
                        <a:lnTo>
                          <a:pt x="108278" y="165793"/>
                        </a:ln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55" name="Forme libre : forme 27254">
                    <a:extLst>
                      <a:ext uri="{FF2B5EF4-FFF2-40B4-BE49-F238E27FC236}">
                        <a16:creationId xmlns:a16="http://schemas.microsoft.com/office/drawing/2014/main" id="{2BEDEDE7-301F-48BC-915C-EBF109B06722}"/>
                      </a:ext>
                    </a:extLst>
                  </p:cNvPr>
                  <p:cNvSpPr/>
                  <p:nvPr/>
                </p:nvSpPr>
                <p:spPr>
                  <a:xfrm>
                    <a:off x="4318913" y="4188218"/>
                    <a:ext cx="162909" cy="209191"/>
                  </a:xfrm>
                  <a:custGeom>
                    <a:avLst/>
                    <a:gdLst>
                      <a:gd name="connsiteX0" fmla="*/ 125448 w 162909"/>
                      <a:gd name="connsiteY0" fmla="*/ 202764 h 209191"/>
                      <a:gd name="connsiteX1" fmla="*/ 59882 w 162909"/>
                      <a:gd name="connsiteY1" fmla="*/ 174215 h 209191"/>
                      <a:gd name="connsiteX2" fmla="*/ 44455 w 162909"/>
                      <a:gd name="connsiteY2" fmla="*/ 165127 h 209191"/>
                      <a:gd name="connsiteX3" fmla="*/ 30180 w 162909"/>
                      <a:gd name="connsiteY3" fmla="*/ 154753 h 209191"/>
                      <a:gd name="connsiteX4" fmla="*/ 12093 w 162909"/>
                      <a:gd name="connsiteY4" fmla="*/ 125052 h 209191"/>
                      <a:gd name="connsiteX5" fmla="*/ 2562 w 162909"/>
                      <a:gd name="connsiteY5" fmla="*/ 90695 h 209191"/>
                      <a:gd name="connsiteX6" fmla="*/ 5399 w 162909"/>
                      <a:gd name="connsiteY6" fmla="*/ 55497 h 209191"/>
                      <a:gd name="connsiteX7" fmla="*/ 11295 w 162909"/>
                      <a:gd name="connsiteY7" fmla="*/ 38606 h 209191"/>
                      <a:gd name="connsiteX8" fmla="*/ 19231 w 162909"/>
                      <a:gd name="connsiteY8" fmla="*/ 22647 h 209191"/>
                      <a:gd name="connsiteX9" fmla="*/ 31111 w 162909"/>
                      <a:gd name="connsiteY9" fmla="*/ 9658 h 209191"/>
                      <a:gd name="connsiteX10" fmla="*/ 47336 w 162909"/>
                      <a:gd name="connsiteY10" fmla="*/ 3275 h 209191"/>
                      <a:gd name="connsiteX11" fmla="*/ 114897 w 162909"/>
                      <a:gd name="connsiteY11" fmla="*/ 18657 h 209191"/>
                      <a:gd name="connsiteX12" fmla="*/ 155371 w 162909"/>
                      <a:gd name="connsiteY12" fmla="*/ 74647 h 209191"/>
                      <a:gd name="connsiteX13" fmla="*/ 159494 w 162909"/>
                      <a:gd name="connsiteY13" fmla="*/ 109802 h 209191"/>
                      <a:gd name="connsiteX14" fmla="*/ 157809 w 162909"/>
                      <a:gd name="connsiteY14" fmla="*/ 145444 h 209191"/>
                      <a:gd name="connsiteX15" fmla="*/ 148411 w 162909"/>
                      <a:gd name="connsiteY15" fmla="*/ 179712 h 209191"/>
                      <a:gd name="connsiteX16" fmla="*/ 128240 w 162909"/>
                      <a:gd name="connsiteY16" fmla="*/ 208926 h 209191"/>
                      <a:gd name="connsiteX17" fmla="*/ 128462 w 162909"/>
                      <a:gd name="connsiteY17" fmla="*/ 209192 h 209191"/>
                      <a:gd name="connsiteX18" fmla="*/ 150007 w 162909"/>
                      <a:gd name="connsiteY18" fmla="*/ 180465 h 209191"/>
                      <a:gd name="connsiteX19" fmla="*/ 160380 w 162909"/>
                      <a:gd name="connsiteY19" fmla="*/ 145843 h 209191"/>
                      <a:gd name="connsiteX20" fmla="*/ 162907 w 162909"/>
                      <a:gd name="connsiteY20" fmla="*/ 109802 h 209191"/>
                      <a:gd name="connsiteX21" fmla="*/ 158917 w 162909"/>
                      <a:gd name="connsiteY21" fmla="*/ 73716 h 209191"/>
                      <a:gd name="connsiteX22" fmla="*/ 116714 w 162909"/>
                      <a:gd name="connsiteY22" fmla="*/ 15865 h 209191"/>
                      <a:gd name="connsiteX23" fmla="*/ 46937 w 162909"/>
                      <a:gd name="connsiteY23" fmla="*/ 1368 h 209191"/>
                      <a:gd name="connsiteX24" fmla="*/ 30180 w 162909"/>
                      <a:gd name="connsiteY24" fmla="*/ 8461 h 209191"/>
                      <a:gd name="connsiteX25" fmla="*/ 18122 w 162909"/>
                      <a:gd name="connsiteY25" fmla="*/ 22026 h 209191"/>
                      <a:gd name="connsiteX26" fmla="*/ 10187 w 162909"/>
                      <a:gd name="connsiteY26" fmla="*/ 38252 h 209191"/>
                      <a:gd name="connsiteX27" fmla="*/ 4158 w 162909"/>
                      <a:gd name="connsiteY27" fmla="*/ 55230 h 209191"/>
                      <a:gd name="connsiteX28" fmla="*/ 567 w 162909"/>
                      <a:gd name="connsiteY28" fmla="*/ 91050 h 209191"/>
                      <a:gd name="connsiteX29" fmla="*/ 4158 w 162909"/>
                      <a:gd name="connsiteY29" fmla="*/ 108782 h 209191"/>
                      <a:gd name="connsiteX30" fmla="*/ 9256 w 162909"/>
                      <a:gd name="connsiteY30" fmla="*/ 126116 h 209191"/>
                      <a:gd name="connsiteX31" fmla="*/ 28008 w 162909"/>
                      <a:gd name="connsiteY31" fmla="*/ 157192 h 209191"/>
                      <a:gd name="connsiteX32" fmla="*/ 42859 w 162909"/>
                      <a:gd name="connsiteY32" fmla="*/ 167742 h 209191"/>
                      <a:gd name="connsiteX33" fmla="*/ 58508 w 162909"/>
                      <a:gd name="connsiteY33" fmla="*/ 176742 h 209191"/>
                      <a:gd name="connsiteX34" fmla="*/ 125359 w 162909"/>
                      <a:gd name="connsiteY34" fmla="*/ 203207 h 209191"/>
                      <a:gd name="connsiteX35" fmla="*/ 125448 w 162909"/>
                      <a:gd name="connsiteY35" fmla="*/ 202764 h 209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62909" h="209191">
                        <a:moveTo>
                          <a:pt x="125448" y="202764"/>
                        </a:moveTo>
                        <a:cubicBezTo>
                          <a:pt x="102396" y="196159"/>
                          <a:pt x="80629" y="186007"/>
                          <a:pt x="59882" y="174215"/>
                        </a:cubicBezTo>
                        <a:cubicBezTo>
                          <a:pt x="54695" y="171289"/>
                          <a:pt x="49553" y="168230"/>
                          <a:pt x="44455" y="165127"/>
                        </a:cubicBezTo>
                        <a:cubicBezTo>
                          <a:pt x="39401" y="161979"/>
                          <a:pt x="34480" y="158699"/>
                          <a:pt x="30180" y="154753"/>
                        </a:cubicBezTo>
                        <a:cubicBezTo>
                          <a:pt x="21492" y="146951"/>
                          <a:pt x="15994" y="136223"/>
                          <a:pt x="12093" y="125052"/>
                        </a:cubicBezTo>
                        <a:cubicBezTo>
                          <a:pt x="8281" y="113836"/>
                          <a:pt x="4468" y="102354"/>
                          <a:pt x="2562" y="90695"/>
                        </a:cubicBezTo>
                        <a:cubicBezTo>
                          <a:pt x="656" y="78992"/>
                          <a:pt x="2075" y="66934"/>
                          <a:pt x="5399" y="55497"/>
                        </a:cubicBezTo>
                        <a:cubicBezTo>
                          <a:pt x="7040" y="49778"/>
                          <a:pt x="8990" y="44103"/>
                          <a:pt x="11295" y="38606"/>
                        </a:cubicBezTo>
                        <a:cubicBezTo>
                          <a:pt x="13556" y="33065"/>
                          <a:pt x="16083" y="27657"/>
                          <a:pt x="19231" y="22647"/>
                        </a:cubicBezTo>
                        <a:cubicBezTo>
                          <a:pt x="22378" y="17638"/>
                          <a:pt x="26279" y="13027"/>
                          <a:pt x="31111" y="9658"/>
                        </a:cubicBezTo>
                        <a:cubicBezTo>
                          <a:pt x="35899" y="6289"/>
                          <a:pt x="41573" y="4294"/>
                          <a:pt x="47336" y="3275"/>
                        </a:cubicBezTo>
                        <a:cubicBezTo>
                          <a:pt x="70743" y="-316"/>
                          <a:pt x="95258" y="5801"/>
                          <a:pt x="114897" y="18657"/>
                        </a:cubicBezTo>
                        <a:cubicBezTo>
                          <a:pt x="134624" y="31602"/>
                          <a:pt x="149032" y="52039"/>
                          <a:pt x="155371" y="74647"/>
                        </a:cubicBezTo>
                        <a:cubicBezTo>
                          <a:pt x="158607" y="85952"/>
                          <a:pt x="159228" y="97877"/>
                          <a:pt x="159494" y="109802"/>
                        </a:cubicBezTo>
                        <a:cubicBezTo>
                          <a:pt x="159715" y="121727"/>
                          <a:pt x="159449" y="133652"/>
                          <a:pt x="157809" y="145444"/>
                        </a:cubicBezTo>
                        <a:cubicBezTo>
                          <a:pt x="156213" y="157236"/>
                          <a:pt x="153287" y="168851"/>
                          <a:pt x="148411" y="179712"/>
                        </a:cubicBezTo>
                        <a:cubicBezTo>
                          <a:pt x="143579" y="190528"/>
                          <a:pt x="136974" y="200725"/>
                          <a:pt x="128240" y="208926"/>
                        </a:cubicBezTo>
                        <a:lnTo>
                          <a:pt x="128462" y="209192"/>
                        </a:lnTo>
                        <a:cubicBezTo>
                          <a:pt x="137550" y="201345"/>
                          <a:pt x="144865" y="191415"/>
                          <a:pt x="150007" y="180465"/>
                        </a:cubicBezTo>
                        <a:cubicBezTo>
                          <a:pt x="155238" y="169560"/>
                          <a:pt x="158474" y="157768"/>
                          <a:pt x="160380" y="145843"/>
                        </a:cubicBezTo>
                        <a:cubicBezTo>
                          <a:pt x="162287" y="133918"/>
                          <a:pt x="162863" y="121815"/>
                          <a:pt x="162907" y="109802"/>
                        </a:cubicBezTo>
                        <a:cubicBezTo>
                          <a:pt x="162952" y="97788"/>
                          <a:pt x="162198" y="85553"/>
                          <a:pt x="158917" y="73716"/>
                        </a:cubicBezTo>
                        <a:cubicBezTo>
                          <a:pt x="152578" y="50132"/>
                          <a:pt x="137284" y="29031"/>
                          <a:pt x="116714" y="15865"/>
                        </a:cubicBezTo>
                        <a:cubicBezTo>
                          <a:pt x="96189" y="2698"/>
                          <a:pt x="70876" y="-2799"/>
                          <a:pt x="46937" y="1368"/>
                        </a:cubicBezTo>
                        <a:cubicBezTo>
                          <a:pt x="40997" y="2565"/>
                          <a:pt x="35101" y="4782"/>
                          <a:pt x="30180" y="8461"/>
                        </a:cubicBezTo>
                        <a:cubicBezTo>
                          <a:pt x="25260" y="12096"/>
                          <a:pt x="21314" y="16884"/>
                          <a:pt x="18122" y="22026"/>
                        </a:cubicBezTo>
                        <a:cubicBezTo>
                          <a:pt x="14931" y="27169"/>
                          <a:pt x="12448" y="32666"/>
                          <a:pt x="10187" y="38252"/>
                        </a:cubicBezTo>
                        <a:cubicBezTo>
                          <a:pt x="7971" y="43837"/>
                          <a:pt x="5843" y="49467"/>
                          <a:pt x="4158" y="55230"/>
                        </a:cubicBezTo>
                        <a:cubicBezTo>
                          <a:pt x="789" y="66756"/>
                          <a:pt x="-984" y="78992"/>
                          <a:pt x="567" y="91050"/>
                        </a:cubicBezTo>
                        <a:cubicBezTo>
                          <a:pt x="1321" y="97079"/>
                          <a:pt x="2651" y="102975"/>
                          <a:pt x="4158" y="108782"/>
                        </a:cubicBezTo>
                        <a:cubicBezTo>
                          <a:pt x="5710" y="114590"/>
                          <a:pt x="7306" y="120397"/>
                          <a:pt x="9256" y="126116"/>
                        </a:cubicBezTo>
                        <a:cubicBezTo>
                          <a:pt x="13113" y="137464"/>
                          <a:pt x="18610" y="148990"/>
                          <a:pt x="28008" y="157192"/>
                        </a:cubicBezTo>
                        <a:cubicBezTo>
                          <a:pt x="32619" y="161270"/>
                          <a:pt x="37717" y="164639"/>
                          <a:pt x="42859" y="167742"/>
                        </a:cubicBezTo>
                        <a:cubicBezTo>
                          <a:pt x="48001" y="170846"/>
                          <a:pt x="53188" y="173860"/>
                          <a:pt x="58508" y="176742"/>
                        </a:cubicBezTo>
                        <a:cubicBezTo>
                          <a:pt x="79565" y="188268"/>
                          <a:pt x="101952" y="197754"/>
                          <a:pt x="125359" y="203207"/>
                        </a:cubicBezTo>
                        <a:lnTo>
                          <a:pt x="125448" y="202764"/>
                        </a:ln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56" name="Forme libre : forme 27255">
                    <a:extLst>
                      <a:ext uri="{FF2B5EF4-FFF2-40B4-BE49-F238E27FC236}">
                        <a16:creationId xmlns:a16="http://schemas.microsoft.com/office/drawing/2014/main" id="{855B17D4-1D41-4A68-8CE9-3CD196B8FC64}"/>
                      </a:ext>
                    </a:extLst>
                  </p:cNvPr>
                  <p:cNvSpPr/>
                  <p:nvPr/>
                </p:nvSpPr>
                <p:spPr>
                  <a:xfrm>
                    <a:off x="4388805" y="4254409"/>
                    <a:ext cx="61009" cy="154836"/>
                  </a:xfrm>
                  <a:custGeom>
                    <a:avLst/>
                    <a:gdLst>
                      <a:gd name="connsiteX0" fmla="*/ 8743 w 61009"/>
                      <a:gd name="connsiteY0" fmla="*/ 964 h 154836"/>
                      <a:gd name="connsiteX1" fmla="*/ 13841 w 61009"/>
                      <a:gd name="connsiteY1" fmla="*/ 8323 h 154836"/>
                      <a:gd name="connsiteX2" fmla="*/ 15304 w 61009"/>
                      <a:gd name="connsiteY2" fmla="*/ 26321 h 154836"/>
                      <a:gd name="connsiteX3" fmla="*/ 17875 w 61009"/>
                      <a:gd name="connsiteY3" fmla="*/ 35852 h 154836"/>
                      <a:gd name="connsiteX4" fmla="*/ 32460 w 61009"/>
                      <a:gd name="connsiteY4" fmla="*/ 73046 h 154836"/>
                      <a:gd name="connsiteX5" fmla="*/ 40661 w 61009"/>
                      <a:gd name="connsiteY5" fmla="*/ 87897 h 154836"/>
                      <a:gd name="connsiteX6" fmla="*/ 61009 w 61009"/>
                      <a:gd name="connsiteY6" fmla="*/ 154836 h 154836"/>
                      <a:gd name="connsiteX7" fmla="*/ 13841 w 61009"/>
                      <a:gd name="connsiteY7" fmla="*/ 39221 h 154836"/>
                      <a:gd name="connsiteX8" fmla="*/ 9186 w 61009"/>
                      <a:gd name="connsiteY8" fmla="*/ 28670 h 154836"/>
                      <a:gd name="connsiteX9" fmla="*/ 1517 w 61009"/>
                      <a:gd name="connsiteY9" fmla="*/ 17189 h 154836"/>
                      <a:gd name="connsiteX10" fmla="*/ 8743 w 61009"/>
                      <a:gd name="connsiteY10" fmla="*/ 964 h 154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1009" h="154836">
                        <a:moveTo>
                          <a:pt x="8743" y="964"/>
                        </a:moveTo>
                        <a:cubicBezTo>
                          <a:pt x="11491" y="2338"/>
                          <a:pt x="13043" y="5353"/>
                          <a:pt x="13841" y="8323"/>
                        </a:cubicBezTo>
                        <a:cubicBezTo>
                          <a:pt x="15348" y="14174"/>
                          <a:pt x="14373" y="20336"/>
                          <a:pt x="15304" y="26321"/>
                        </a:cubicBezTo>
                        <a:cubicBezTo>
                          <a:pt x="15791" y="29601"/>
                          <a:pt x="16855" y="32705"/>
                          <a:pt x="17875" y="35852"/>
                        </a:cubicBezTo>
                        <a:cubicBezTo>
                          <a:pt x="22086" y="48486"/>
                          <a:pt x="26298" y="61209"/>
                          <a:pt x="32460" y="73046"/>
                        </a:cubicBezTo>
                        <a:cubicBezTo>
                          <a:pt x="35075" y="78055"/>
                          <a:pt x="38046" y="82887"/>
                          <a:pt x="40661" y="87897"/>
                        </a:cubicBezTo>
                        <a:cubicBezTo>
                          <a:pt x="51522" y="108644"/>
                          <a:pt x="56310" y="131917"/>
                          <a:pt x="61009" y="154836"/>
                        </a:cubicBezTo>
                        <a:cubicBezTo>
                          <a:pt x="53872" y="113697"/>
                          <a:pt x="28913" y="78144"/>
                          <a:pt x="13841" y="39221"/>
                        </a:cubicBezTo>
                        <a:cubicBezTo>
                          <a:pt x="12467" y="35630"/>
                          <a:pt x="11137" y="31995"/>
                          <a:pt x="9186" y="28670"/>
                        </a:cubicBezTo>
                        <a:cubicBezTo>
                          <a:pt x="6837" y="24681"/>
                          <a:pt x="3645" y="21267"/>
                          <a:pt x="1517" y="17189"/>
                        </a:cubicBezTo>
                        <a:cubicBezTo>
                          <a:pt x="-1143" y="12135"/>
                          <a:pt x="-1187" y="-4090"/>
                          <a:pt x="8743" y="964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57" name="Forme libre : forme 27256">
                    <a:extLst>
                      <a:ext uri="{FF2B5EF4-FFF2-40B4-BE49-F238E27FC236}">
                        <a16:creationId xmlns:a16="http://schemas.microsoft.com/office/drawing/2014/main" id="{0581BEBF-D90B-49C8-AA53-66F6DA47D953}"/>
                      </a:ext>
                    </a:extLst>
                  </p:cNvPr>
                  <p:cNvSpPr/>
                  <p:nvPr/>
                </p:nvSpPr>
                <p:spPr>
                  <a:xfrm>
                    <a:off x="4388061" y="4203550"/>
                    <a:ext cx="71155" cy="115038"/>
                  </a:xfrm>
                  <a:custGeom>
                    <a:avLst/>
                    <a:gdLst>
                      <a:gd name="connsiteX0" fmla="*/ 0 w 71155"/>
                      <a:gd name="connsiteY0" fmla="*/ 0 h 115038"/>
                      <a:gd name="connsiteX1" fmla="*/ 47833 w 71155"/>
                      <a:gd name="connsiteY1" fmla="*/ 24648 h 115038"/>
                      <a:gd name="connsiteX2" fmla="*/ 71107 w 71155"/>
                      <a:gd name="connsiteY2" fmla="*/ 115039 h 115038"/>
                      <a:gd name="connsiteX3" fmla="*/ 60290 w 71155"/>
                      <a:gd name="connsiteY3" fmla="*/ 61487 h 115038"/>
                      <a:gd name="connsiteX4" fmla="*/ 32096 w 71155"/>
                      <a:gd name="connsiteY4" fmla="*/ 13743 h 115038"/>
                      <a:gd name="connsiteX5" fmla="*/ 0 w 71155"/>
                      <a:gd name="connsiteY5" fmla="*/ 0 h 115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155" h="115038">
                        <a:moveTo>
                          <a:pt x="0" y="0"/>
                        </a:moveTo>
                        <a:cubicBezTo>
                          <a:pt x="0" y="0"/>
                          <a:pt x="37593" y="4256"/>
                          <a:pt x="47833" y="24648"/>
                        </a:cubicBezTo>
                        <a:cubicBezTo>
                          <a:pt x="58074" y="45040"/>
                          <a:pt x="72082" y="79840"/>
                          <a:pt x="71107" y="115039"/>
                        </a:cubicBezTo>
                        <a:cubicBezTo>
                          <a:pt x="71107" y="115039"/>
                          <a:pt x="69954" y="81569"/>
                          <a:pt x="60290" y="61487"/>
                        </a:cubicBezTo>
                        <a:cubicBezTo>
                          <a:pt x="50626" y="41405"/>
                          <a:pt x="49917" y="21988"/>
                          <a:pt x="32096" y="13743"/>
                        </a:cubicBezTo>
                        <a:cubicBezTo>
                          <a:pt x="14275" y="5497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58" name="Forme libre : forme 27257">
                    <a:extLst>
                      <a:ext uri="{FF2B5EF4-FFF2-40B4-BE49-F238E27FC236}">
                        <a16:creationId xmlns:a16="http://schemas.microsoft.com/office/drawing/2014/main" id="{960C55E8-B17A-4B40-BFA5-A6B02A914342}"/>
                      </a:ext>
                    </a:extLst>
                  </p:cNvPr>
                  <p:cNvSpPr/>
                  <p:nvPr/>
                </p:nvSpPr>
                <p:spPr>
                  <a:xfrm>
                    <a:off x="4343082" y="4217913"/>
                    <a:ext cx="25650" cy="100099"/>
                  </a:xfrm>
                  <a:custGeom>
                    <a:avLst/>
                    <a:gdLst>
                      <a:gd name="connsiteX0" fmla="*/ 17361 w 25650"/>
                      <a:gd name="connsiteY0" fmla="*/ 0 h 100099"/>
                      <a:gd name="connsiteX1" fmla="*/ 27 w 25650"/>
                      <a:gd name="connsiteY1" fmla="*/ 33559 h 100099"/>
                      <a:gd name="connsiteX2" fmla="*/ 25651 w 25650"/>
                      <a:gd name="connsiteY2" fmla="*/ 100099 h 100099"/>
                      <a:gd name="connsiteX3" fmla="*/ 6677 w 25650"/>
                      <a:gd name="connsiteY3" fmla="*/ 56610 h 100099"/>
                      <a:gd name="connsiteX4" fmla="*/ 17361 w 25650"/>
                      <a:gd name="connsiteY4" fmla="*/ 0 h 100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650" h="100099">
                        <a:moveTo>
                          <a:pt x="17361" y="0"/>
                        </a:moveTo>
                        <a:cubicBezTo>
                          <a:pt x="17361" y="0"/>
                          <a:pt x="825" y="11171"/>
                          <a:pt x="27" y="33559"/>
                        </a:cubicBezTo>
                        <a:cubicBezTo>
                          <a:pt x="-815" y="55946"/>
                          <a:pt x="17937" y="92829"/>
                          <a:pt x="25651" y="100099"/>
                        </a:cubicBezTo>
                        <a:cubicBezTo>
                          <a:pt x="25651" y="100099"/>
                          <a:pt x="11243" y="76648"/>
                          <a:pt x="6677" y="56610"/>
                        </a:cubicBezTo>
                        <a:cubicBezTo>
                          <a:pt x="2067" y="36529"/>
                          <a:pt x="1402" y="14762"/>
                          <a:pt x="17361" y="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59" name="Forme libre : forme 27258">
                    <a:extLst>
                      <a:ext uri="{FF2B5EF4-FFF2-40B4-BE49-F238E27FC236}">
                        <a16:creationId xmlns:a16="http://schemas.microsoft.com/office/drawing/2014/main" id="{74ACED77-03FA-4B13-88E4-236B8D9EC0F6}"/>
                      </a:ext>
                    </a:extLst>
                  </p:cNvPr>
                  <p:cNvSpPr/>
                  <p:nvPr/>
                </p:nvSpPr>
                <p:spPr>
                  <a:xfrm>
                    <a:off x="4360441" y="4222166"/>
                    <a:ext cx="38170" cy="26468"/>
                  </a:xfrm>
                  <a:custGeom>
                    <a:avLst/>
                    <a:gdLst>
                      <a:gd name="connsiteX0" fmla="*/ 38171 w 38170"/>
                      <a:gd name="connsiteY0" fmla="*/ 2973 h 26468"/>
                      <a:gd name="connsiteX1" fmla="*/ 2 w 38170"/>
                      <a:gd name="connsiteY1" fmla="*/ 26468 h 26468"/>
                      <a:gd name="connsiteX2" fmla="*/ 38171 w 38170"/>
                      <a:gd name="connsiteY2" fmla="*/ 2973 h 26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8170" h="26468">
                        <a:moveTo>
                          <a:pt x="38171" y="2973"/>
                        </a:moveTo>
                        <a:cubicBezTo>
                          <a:pt x="38171" y="2973"/>
                          <a:pt x="-176" y="-12321"/>
                          <a:pt x="2" y="26468"/>
                        </a:cubicBezTo>
                        <a:cubicBezTo>
                          <a:pt x="2" y="26468"/>
                          <a:pt x="-885" y="-6071"/>
                          <a:pt x="38171" y="2973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60" name="Forme libre : forme 27259">
                    <a:extLst>
                      <a:ext uri="{FF2B5EF4-FFF2-40B4-BE49-F238E27FC236}">
                        <a16:creationId xmlns:a16="http://schemas.microsoft.com/office/drawing/2014/main" id="{A4CE03B7-523A-46EB-B502-D8B952E97F7A}"/>
                      </a:ext>
                    </a:extLst>
                  </p:cNvPr>
                  <p:cNvSpPr/>
                  <p:nvPr/>
                </p:nvSpPr>
                <p:spPr>
                  <a:xfrm>
                    <a:off x="4323825" y="4266500"/>
                    <a:ext cx="79840" cy="105862"/>
                  </a:xfrm>
                  <a:custGeom>
                    <a:avLst/>
                    <a:gdLst>
                      <a:gd name="connsiteX0" fmla="*/ 0 w 79840"/>
                      <a:gd name="connsiteY0" fmla="*/ 0 h 105862"/>
                      <a:gd name="connsiteX1" fmla="*/ 19949 w 79840"/>
                      <a:gd name="connsiteY1" fmla="*/ 65876 h 105862"/>
                      <a:gd name="connsiteX2" fmla="*/ 79840 w 79840"/>
                      <a:gd name="connsiteY2" fmla="*/ 105862 h 105862"/>
                      <a:gd name="connsiteX3" fmla="*/ 29746 w 79840"/>
                      <a:gd name="connsiteY3" fmla="*/ 71329 h 105862"/>
                      <a:gd name="connsiteX4" fmla="*/ 0 w 79840"/>
                      <a:gd name="connsiteY4" fmla="*/ 0 h 105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40" h="105862">
                        <a:moveTo>
                          <a:pt x="0" y="0"/>
                        </a:moveTo>
                        <a:cubicBezTo>
                          <a:pt x="0" y="0"/>
                          <a:pt x="1951" y="42380"/>
                          <a:pt x="19949" y="65876"/>
                        </a:cubicBezTo>
                        <a:cubicBezTo>
                          <a:pt x="37947" y="89371"/>
                          <a:pt x="79840" y="105862"/>
                          <a:pt x="79840" y="105862"/>
                        </a:cubicBezTo>
                        <a:cubicBezTo>
                          <a:pt x="79840" y="105862"/>
                          <a:pt x="40075" y="82190"/>
                          <a:pt x="29746" y="71329"/>
                        </a:cubicBezTo>
                        <a:cubicBezTo>
                          <a:pt x="19417" y="60468"/>
                          <a:pt x="3502" y="3883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61" name="Forme libre : forme 27260">
                    <a:extLst>
                      <a:ext uri="{FF2B5EF4-FFF2-40B4-BE49-F238E27FC236}">
                        <a16:creationId xmlns:a16="http://schemas.microsoft.com/office/drawing/2014/main" id="{DD3A1235-68AF-4F38-A8A5-9D1F00660B96}"/>
                      </a:ext>
                    </a:extLst>
                  </p:cNvPr>
                  <p:cNvSpPr/>
                  <p:nvPr/>
                </p:nvSpPr>
                <p:spPr>
                  <a:xfrm>
                    <a:off x="4445514" y="4219642"/>
                    <a:ext cx="30886" cy="159547"/>
                  </a:xfrm>
                  <a:custGeom>
                    <a:avLst/>
                    <a:gdLst>
                      <a:gd name="connsiteX0" fmla="*/ 0 w 30886"/>
                      <a:gd name="connsiteY0" fmla="*/ 0 h 159547"/>
                      <a:gd name="connsiteX1" fmla="*/ 30056 w 30886"/>
                      <a:gd name="connsiteY1" fmla="*/ 68048 h 159547"/>
                      <a:gd name="connsiteX2" fmla="*/ 13299 w 30886"/>
                      <a:gd name="connsiteY2" fmla="*/ 159547 h 159547"/>
                      <a:gd name="connsiteX3" fmla="*/ 28593 w 30886"/>
                      <a:gd name="connsiteY3" fmla="*/ 93716 h 159547"/>
                      <a:gd name="connsiteX4" fmla="*/ 0 w 30886"/>
                      <a:gd name="connsiteY4" fmla="*/ 0 h 159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886" h="159547">
                        <a:moveTo>
                          <a:pt x="0" y="0"/>
                        </a:moveTo>
                        <a:cubicBezTo>
                          <a:pt x="0" y="0"/>
                          <a:pt x="25756" y="19683"/>
                          <a:pt x="30056" y="68048"/>
                        </a:cubicBezTo>
                        <a:cubicBezTo>
                          <a:pt x="34356" y="116458"/>
                          <a:pt x="20924" y="146470"/>
                          <a:pt x="13299" y="159547"/>
                        </a:cubicBezTo>
                        <a:cubicBezTo>
                          <a:pt x="13299" y="159547"/>
                          <a:pt x="29835" y="118231"/>
                          <a:pt x="28593" y="93716"/>
                        </a:cubicBezTo>
                        <a:cubicBezTo>
                          <a:pt x="27352" y="69245"/>
                          <a:pt x="23628" y="2708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62" name="Forme libre : forme 27261">
                    <a:extLst>
                      <a:ext uri="{FF2B5EF4-FFF2-40B4-BE49-F238E27FC236}">
                        <a16:creationId xmlns:a16="http://schemas.microsoft.com/office/drawing/2014/main" id="{6EF18CC7-8237-4666-9E4E-6E20365FA586}"/>
                      </a:ext>
                    </a:extLst>
                  </p:cNvPr>
                  <p:cNvSpPr/>
                  <p:nvPr/>
                </p:nvSpPr>
                <p:spPr>
                  <a:xfrm>
                    <a:off x="4391252" y="4243271"/>
                    <a:ext cx="30189" cy="56699"/>
                  </a:xfrm>
                  <a:custGeom>
                    <a:avLst/>
                    <a:gdLst>
                      <a:gd name="connsiteX0" fmla="*/ 0 w 30189"/>
                      <a:gd name="connsiteY0" fmla="*/ 0 h 56699"/>
                      <a:gd name="connsiteX1" fmla="*/ 20791 w 30189"/>
                      <a:gd name="connsiteY1" fmla="*/ 11836 h 56699"/>
                      <a:gd name="connsiteX2" fmla="*/ 30189 w 30189"/>
                      <a:gd name="connsiteY2" fmla="*/ 56699 h 56699"/>
                      <a:gd name="connsiteX3" fmla="*/ 14541 w 30189"/>
                      <a:gd name="connsiteY3" fmla="*/ 7581 h 56699"/>
                      <a:gd name="connsiteX4" fmla="*/ 0 w 30189"/>
                      <a:gd name="connsiteY4" fmla="*/ 0 h 56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89" h="56699">
                        <a:moveTo>
                          <a:pt x="0" y="0"/>
                        </a:moveTo>
                        <a:cubicBezTo>
                          <a:pt x="0" y="0"/>
                          <a:pt x="14940" y="133"/>
                          <a:pt x="20791" y="11836"/>
                        </a:cubicBezTo>
                        <a:cubicBezTo>
                          <a:pt x="26643" y="23540"/>
                          <a:pt x="29613" y="53108"/>
                          <a:pt x="30189" y="56699"/>
                        </a:cubicBezTo>
                        <a:cubicBezTo>
                          <a:pt x="30189" y="56699"/>
                          <a:pt x="24958" y="17023"/>
                          <a:pt x="14541" y="7581"/>
                        </a:cubicBezTo>
                        <a:cubicBezTo>
                          <a:pt x="6251" y="89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63" name="Forme libre : forme 27262">
                    <a:extLst>
                      <a:ext uri="{FF2B5EF4-FFF2-40B4-BE49-F238E27FC236}">
                        <a16:creationId xmlns:a16="http://schemas.microsoft.com/office/drawing/2014/main" id="{AFA1CD80-9D2F-4A94-B7D8-C56F693FA4F8}"/>
                      </a:ext>
                    </a:extLst>
                  </p:cNvPr>
                  <p:cNvSpPr/>
                  <p:nvPr/>
                </p:nvSpPr>
                <p:spPr>
                  <a:xfrm>
                    <a:off x="4344749" y="4194453"/>
                    <a:ext cx="63671" cy="13131"/>
                  </a:xfrm>
                  <a:custGeom>
                    <a:avLst/>
                    <a:gdLst>
                      <a:gd name="connsiteX0" fmla="*/ 63659 w 63671"/>
                      <a:gd name="connsiteY0" fmla="*/ 5728 h 13131"/>
                      <a:gd name="connsiteX1" fmla="*/ 0 w 63671"/>
                      <a:gd name="connsiteY1" fmla="*/ 13131 h 13131"/>
                      <a:gd name="connsiteX2" fmla="*/ 63659 w 63671"/>
                      <a:gd name="connsiteY2" fmla="*/ 5728 h 13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3671" h="13131">
                        <a:moveTo>
                          <a:pt x="63659" y="5728"/>
                        </a:moveTo>
                        <a:cubicBezTo>
                          <a:pt x="64502" y="6038"/>
                          <a:pt x="22875" y="-7217"/>
                          <a:pt x="0" y="13131"/>
                        </a:cubicBezTo>
                        <a:cubicBezTo>
                          <a:pt x="0" y="13131"/>
                          <a:pt x="16048" y="-10586"/>
                          <a:pt x="63659" y="5728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64" name="Forme libre : forme 27263">
                    <a:extLst>
                      <a:ext uri="{FF2B5EF4-FFF2-40B4-BE49-F238E27FC236}">
                        <a16:creationId xmlns:a16="http://schemas.microsoft.com/office/drawing/2014/main" id="{AE05841E-88A1-4BE3-BA77-27A88F597EF4}"/>
                      </a:ext>
                    </a:extLst>
                  </p:cNvPr>
                  <p:cNvSpPr/>
                  <p:nvPr/>
                </p:nvSpPr>
                <p:spPr>
                  <a:xfrm>
                    <a:off x="4344838" y="4346429"/>
                    <a:ext cx="98326" cy="49340"/>
                  </a:xfrm>
                  <a:custGeom>
                    <a:avLst/>
                    <a:gdLst>
                      <a:gd name="connsiteX0" fmla="*/ 0 w 98326"/>
                      <a:gd name="connsiteY0" fmla="*/ 0 h 49340"/>
                      <a:gd name="connsiteX1" fmla="*/ 98326 w 98326"/>
                      <a:gd name="connsiteY1" fmla="*/ 49340 h 49340"/>
                      <a:gd name="connsiteX2" fmla="*/ 0 w 98326"/>
                      <a:gd name="connsiteY2" fmla="*/ 0 h 49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8326" h="49340">
                        <a:moveTo>
                          <a:pt x="0" y="0"/>
                        </a:moveTo>
                        <a:cubicBezTo>
                          <a:pt x="0" y="0"/>
                          <a:pt x="51247" y="38435"/>
                          <a:pt x="98326" y="49340"/>
                        </a:cubicBezTo>
                        <a:cubicBezTo>
                          <a:pt x="98326" y="49340"/>
                          <a:pt x="52089" y="4676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65" name="Forme libre : forme 27264">
                    <a:extLst>
                      <a:ext uri="{FF2B5EF4-FFF2-40B4-BE49-F238E27FC236}">
                        <a16:creationId xmlns:a16="http://schemas.microsoft.com/office/drawing/2014/main" id="{828E2B37-68D6-4690-B633-A9D44C352648}"/>
                      </a:ext>
                    </a:extLst>
                  </p:cNvPr>
                  <p:cNvSpPr/>
                  <p:nvPr/>
                </p:nvSpPr>
                <p:spPr>
                  <a:xfrm>
                    <a:off x="4426699" y="4213701"/>
                    <a:ext cx="13758" cy="13191"/>
                  </a:xfrm>
                  <a:custGeom>
                    <a:avLst/>
                    <a:gdLst>
                      <a:gd name="connsiteX0" fmla="*/ 373 w 13758"/>
                      <a:gd name="connsiteY0" fmla="*/ 887 h 13191"/>
                      <a:gd name="connsiteX1" fmla="*/ 13583 w 13758"/>
                      <a:gd name="connsiteY1" fmla="*/ 12546 h 13191"/>
                      <a:gd name="connsiteX2" fmla="*/ 373 w 13758"/>
                      <a:gd name="connsiteY2" fmla="*/ 887 h 13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758" h="13191">
                        <a:moveTo>
                          <a:pt x="373" y="887"/>
                        </a:moveTo>
                        <a:cubicBezTo>
                          <a:pt x="2545" y="-3457"/>
                          <a:pt x="15401" y="9399"/>
                          <a:pt x="13583" y="12546"/>
                        </a:cubicBezTo>
                        <a:cubicBezTo>
                          <a:pt x="11766" y="15694"/>
                          <a:pt x="-2464" y="6606"/>
                          <a:pt x="373" y="887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66" name="Forme libre : forme 27265">
                    <a:extLst>
                      <a:ext uri="{FF2B5EF4-FFF2-40B4-BE49-F238E27FC236}">
                        <a16:creationId xmlns:a16="http://schemas.microsoft.com/office/drawing/2014/main" id="{630300F1-B0FB-4F46-AFB9-2D2559CFAB17}"/>
                      </a:ext>
                    </a:extLst>
                  </p:cNvPr>
                  <p:cNvSpPr/>
                  <p:nvPr/>
                </p:nvSpPr>
                <p:spPr>
                  <a:xfrm rot="-5365626">
                    <a:off x="4383512" y="4210498"/>
                    <a:ext cx="5940" cy="17731"/>
                  </a:xfrm>
                  <a:custGeom>
                    <a:avLst/>
                    <a:gdLst>
                      <a:gd name="connsiteX0" fmla="*/ 5940 w 5940"/>
                      <a:gd name="connsiteY0" fmla="*/ 8866 h 17731"/>
                      <a:gd name="connsiteX1" fmla="*/ 2970 w 5940"/>
                      <a:gd name="connsiteY1" fmla="*/ 17732 h 17731"/>
                      <a:gd name="connsiteX2" fmla="*/ 0 w 5940"/>
                      <a:gd name="connsiteY2" fmla="*/ 8866 h 17731"/>
                      <a:gd name="connsiteX3" fmla="*/ 2970 w 5940"/>
                      <a:gd name="connsiteY3" fmla="*/ 0 h 17731"/>
                      <a:gd name="connsiteX4" fmla="*/ 5940 w 5940"/>
                      <a:gd name="connsiteY4" fmla="*/ 8866 h 17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0" h="17731">
                        <a:moveTo>
                          <a:pt x="5940" y="8866"/>
                        </a:moveTo>
                        <a:cubicBezTo>
                          <a:pt x="5940" y="13762"/>
                          <a:pt x="4610" y="17732"/>
                          <a:pt x="2970" y="17732"/>
                        </a:cubicBezTo>
                        <a:cubicBezTo>
                          <a:pt x="1330" y="17732"/>
                          <a:pt x="0" y="13762"/>
                          <a:pt x="0" y="8866"/>
                        </a:cubicBezTo>
                        <a:cubicBezTo>
                          <a:pt x="0" y="3970"/>
                          <a:pt x="1330" y="0"/>
                          <a:pt x="2970" y="0"/>
                        </a:cubicBezTo>
                        <a:cubicBezTo>
                          <a:pt x="4610" y="0"/>
                          <a:pt x="5940" y="3970"/>
                          <a:pt x="5940" y="8866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67" name="Forme libre : forme 27266">
                    <a:extLst>
                      <a:ext uri="{FF2B5EF4-FFF2-40B4-BE49-F238E27FC236}">
                        <a16:creationId xmlns:a16="http://schemas.microsoft.com/office/drawing/2014/main" id="{72E346D1-14B4-4CF0-A9BC-1545AF75EDBD}"/>
                      </a:ext>
                    </a:extLst>
                  </p:cNvPr>
                  <p:cNvSpPr/>
                  <p:nvPr/>
                </p:nvSpPr>
                <p:spPr>
                  <a:xfrm rot="-2484965">
                    <a:off x="4376158" y="4315659"/>
                    <a:ext cx="5762" cy="14362"/>
                  </a:xfrm>
                  <a:custGeom>
                    <a:avLst/>
                    <a:gdLst>
                      <a:gd name="connsiteX0" fmla="*/ 5763 w 5762"/>
                      <a:gd name="connsiteY0" fmla="*/ 7181 h 14362"/>
                      <a:gd name="connsiteX1" fmla="*/ 2881 w 5762"/>
                      <a:gd name="connsiteY1" fmla="*/ 14363 h 14362"/>
                      <a:gd name="connsiteX2" fmla="*/ 0 w 5762"/>
                      <a:gd name="connsiteY2" fmla="*/ 7181 h 14362"/>
                      <a:gd name="connsiteX3" fmla="*/ 2881 w 5762"/>
                      <a:gd name="connsiteY3" fmla="*/ 0 h 14362"/>
                      <a:gd name="connsiteX4" fmla="*/ 5763 w 5762"/>
                      <a:gd name="connsiteY4" fmla="*/ 7181 h 143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62" h="14362">
                        <a:moveTo>
                          <a:pt x="5763" y="7181"/>
                        </a:moveTo>
                        <a:cubicBezTo>
                          <a:pt x="5763" y="11147"/>
                          <a:pt x="4473" y="14363"/>
                          <a:pt x="2881" y="14363"/>
                        </a:cubicBezTo>
                        <a:cubicBezTo>
                          <a:pt x="1290" y="14363"/>
                          <a:pt x="0" y="11147"/>
                          <a:pt x="0" y="7181"/>
                        </a:cubicBezTo>
                        <a:cubicBezTo>
                          <a:pt x="0" y="3215"/>
                          <a:pt x="1290" y="0"/>
                          <a:pt x="2881" y="0"/>
                        </a:cubicBezTo>
                        <a:cubicBezTo>
                          <a:pt x="4473" y="0"/>
                          <a:pt x="5763" y="3215"/>
                          <a:pt x="5763" y="7181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68" name="Forme libre : forme 27267">
                    <a:extLst>
                      <a:ext uri="{FF2B5EF4-FFF2-40B4-BE49-F238E27FC236}">
                        <a16:creationId xmlns:a16="http://schemas.microsoft.com/office/drawing/2014/main" id="{D77DD813-EEA0-4F61-B864-35FE4D418A6D}"/>
                      </a:ext>
                    </a:extLst>
                  </p:cNvPr>
                  <p:cNvSpPr/>
                  <p:nvPr/>
                </p:nvSpPr>
                <p:spPr>
                  <a:xfrm rot="-5365626">
                    <a:off x="4452929" y="4309180"/>
                    <a:ext cx="15160" cy="5408"/>
                  </a:xfrm>
                  <a:custGeom>
                    <a:avLst/>
                    <a:gdLst>
                      <a:gd name="connsiteX0" fmla="*/ 15160 w 15160"/>
                      <a:gd name="connsiteY0" fmla="*/ 2704 h 5408"/>
                      <a:gd name="connsiteX1" fmla="*/ 7580 w 15160"/>
                      <a:gd name="connsiteY1" fmla="*/ 5408 h 5408"/>
                      <a:gd name="connsiteX2" fmla="*/ 0 w 15160"/>
                      <a:gd name="connsiteY2" fmla="*/ 2704 h 5408"/>
                      <a:gd name="connsiteX3" fmla="*/ 7580 w 15160"/>
                      <a:gd name="connsiteY3" fmla="*/ 0 h 5408"/>
                      <a:gd name="connsiteX4" fmla="*/ 15160 w 15160"/>
                      <a:gd name="connsiteY4" fmla="*/ 2704 h 5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0" h="5408">
                        <a:moveTo>
                          <a:pt x="15160" y="2704"/>
                        </a:moveTo>
                        <a:cubicBezTo>
                          <a:pt x="15160" y="4198"/>
                          <a:pt x="11767" y="5408"/>
                          <a:pt x="7580" y="5408"/>
                        </a:cubicBezTo>
                        <a:cubicBezTo>
                          <a:pt x="3394" y="5408"/>
                          <a:pt x="0" y="4197"/>
                          <a:pt x="0" y="2704"/>
                        </a:cubicBezTo>
                        <a:cubicBezTo>
                          <a:pt x="0" y="1211"/>
                          <a:pt x="3394" y="0"/>
                          <a:pt x="7580" y="0"/>
                        </a:cubicBezTo>
                        <a:cubicBezTo>
                          <a:pt x="11767" y="0"/>
                          <a:pt x="15160" y="1211"/>
                          <a:pt x="15160" y="2704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69" name="Forme libre : forme 27268">
                    <a:extLst>
                      <a:ext uri="{FF2B5EF4-FFF2-40B4-BE49-F238E27FC236}">
                        <a16:creationId xmlns:a16="http://schemas.microsoft.com/office/drawing/2014/main" id="{BDC43EB6-5273-4DDE-81DE-40A6242976CE}"/>
                      </a:ext>
                    </a:extLst>
                  </p:cNvPr>
                  <p:cNvSpPr/>
                  <p:nvPr/>
                </p:nvSpPr>
                <p:spPr>
                  <a:xfrm rot="-5365626">
                    <a:off x="4472851" y="4286481"/>
                    <a:ext cx="13741" cy="5762"/>
                  </a:xfrm>
                  <a:custGeom>
                    <a:avLst/>
                    <a:gdLst>
                      <a:gd name="connsiteX0" fmla="*/ 13742 w 13741"/>
                      <a:gd name="connsiteY0" fmla="*/ 2881 h 5762"/>
                      <a:gd name="connsiteX1" fmla="*/ 6871 w 13741"/>
                      <a:gd name="connsiteY1" fmla="*/ 5763 h 5762"/>
                      <a:gd name="connsiteX2" fmla="*/ 0 w 13741"/>
                      <a:gd name="connsiteY2" fmla="*/ 2881 h 5762"/>
                      <a:gd name="connsiteX3" fmla="*/ 6871 w 13741"/>
                      <a:gd name="connsiteY3" fmla="*/ 0 h 5762"/>
                      <a:gd name="connsiteX4" fmla="*/ 13742 w 13741"/>
                      <a:gd name="connsiteY4" fmla="*/ 2881 h 5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1" h="5762">
                        <a:moveTo>
                          <a:pt x="13742" y="2881"/>
                        </a:moveTo>
                        <a:cubicBezTo>
                          <a:pt x="13742" y="4473"/>
                          <a:pt x="10666" y="5763"/>
                          <a:pt x="6871" y="5763"/>
                        </a:cubicBezTo>
                        <a:cubicBezTo>
                          <a:pt x="3076" y="5763"/>
                          <a:pt x="0" y="4473"/>
                          <a:pt x="0" y="2881"/>
                        </a:cubicBezTo>
                        <a:cubicBezTo>
                          <a:pt x="0" y="1290"/>
                          <a:pt x="3076" y="0"/>
                          <a:pt x="6871" y="0"/>
                        </a:cubicBezTo>
                        <a:cubicBezTo>
                          <a:pt x="10666" y="0"/>
                          <a:pt x="13742" y="1290"/>
                          <a:pt x="13742" y="2881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70" name="Forme libre : forme 27269">
                    <a:extLst>
                      <a:ext uri="{FF2B5EF4-FFF2-40B4-BE49-F238E27FC236}">
                        <a16:creationId xmlns:a16="http://schemas.microsoft.com/office/drawing/2014/main" id="{4CBB6293-6D42-4B05-9D7D-ECFFDB9FF0D6}"/>
                      </a:ext>
                    </a:extLst>
                  </p:cNvPr>
                  <p:cNvSpPr/>
                  <p:nvPr/>
                </p:nvSpPr>
                <p:spPr>
                  <a:xfrm rot="-4536314">
                    <a:off x="4455253" y="4350330"/>
                    <a:ext cx="10107" cy="4965"/>
                  </a:xfrm>
                  <a:custGeom>
                    <a:avLst/>
                    <a:gdLst>
                      <a:gd name="connsiteX0" fmla="*/ 10107 w 10107"/>
                      <a:gd name="connsiteY0" fmla="*/ 2483 h 4965"/>
                      <a:gd name="connsiteX1" fmla="*/ 5054 w 10107"/>
                      <a:gd name="connsiteY1" fmla="*/ 4965 h 4965"/>
                      <a:gd name="connsiteX2" fmla="*/ 0 w 10107"/>
                      <a:gd name="connsiteY2" fmla="*/ 2483 h 4965"/>
                      <a:gd name="connsiteX3" fmla="*/ 5054 w 10107"/>
                      <a:gd name="connsiteY3" fmla="*/ 0 h 4965"/>
                      <a:gd name="connsiteX4" fmla="*/ 10107 w 10107"/>
                      <a:gd name="connsiteY4" fmla="*/ 2483 h 4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07" h="4965">
                        <a:moveTo>
                          <a:pt x="10107" y="2483"/>
                        </a:moveTo>
                        <a:cubicBezTo>
                          <a:pt x="10107" y="3854"/>
                          <a:pt x="7845" y="4965"/>
                          <a:pt x="5054" y="4965"/>
                        </a:cubicBezTo>
                        <a:cubicBezTo>
                          <a:pt x="2263" y="4965"/>
                          <a:pt x="0" y="3854"/>
                          <a:pt x="0" y="2483"/>
                        </a:cubicBezTo>
                        <a:cubicBezTo>
                          <a:pt x="0" y="1112"/>
                          <a:pt x="2263" y="0"/>
                          <a:pt x="5054" y="0"/>
                        </a:cubicBezTo>
                        <a:cubicBezTo>
                          <a:pt x="7845" y="0"/>
                          <a:pt x="10107" y="1112"/>
                          <a:pt x="10107" y="2483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71" name="Forme libre : forme 27270">
                    <a:extLst>
                      <a:ext uri="{FF2B5EF4-FFF2-40B4-BE49-F238E27FC236}">
                        <a16:creationId xmlns:a16="http://schemas.microsoft.com/office/drawing/2014/main" id="{F410CD7A-BBED-41A3-9B9C-DFF9D28403BB}"/>
                      </a:ext>
                    </a:extLst>
                  </p:cNvPr>
                  <p:cNvSpPr/>
                  <p:nvPr/>
                </p:nvSpPr>
                <p:spPr>
                  <a:xfrm rot="-3437332">
                    <a:off x="4378309" y="4345859"/>
                    <a:ext cx="4965" cy="13919"/>
                  </a:xfrm>
                  <a:custGeom>
                    <a:avLst/>
                    <a:gdLst>
                      <a:gd name="connsiteX0" fmla="*/ 4965 w 4965"/>
                      <a:gd name="connsiteY0" fmla="*/ 6960 h 13919"/>
                      <a:gd name="connsiteX1" fmla="*/ 2483 w 4965"/>
                      <a:gd name="connsiteY1" fmla="*/ 13920 h 13919"/>
                      <a:gd name="connsiteX2" fmla="*/ 0 w 4965"/>
                      <a:gd name="connsiteY2" fmla="*/ 6960 h 13919"/>
                      <a:gd name="connsiteX3" fmla="*/ 2483 w 4965"/>
                      <a:gd name="connsiteY3" fmla="*/ 0 h 13919"/>
                      <a:gd name="connsiteX4" fmla="*/ 4965 w 4965"/>
                      <a:gd name="connsiteY4" fmla="*/ 6960 h 13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65" h="13919">
                        <a:moveTo>
                          <a:pt x="4965" y="6960"/>
                        </a:moveTo>
                        <a:cubicBezTo>
                          <a:pt x="4965" y="10804"/>
                          <a:pt x="3854" y="13920"/>
                          <a:pt x="2483" y="13920"/>
                        </a:cubicBezTo>
                        <a:cubicBezTo>
                          <a:pt x="1111" y="13920"/>
                          <a:pt x="0" y="10804"/>
                          <a:pt x="0" y="6960"/>
                        </a:cubicBezTo>
                        <a:cubicBezTo>
                          <a:pt x="0" y="3116"/>
                          <a:pt x="1111" y="0"/>
                          <a:pt x="2483" y="0"/>
                        </a:cubicBezTo>
                        <a:cubicBezTo>
                          <a:pt x="3854" y="0"/>
                          <a:pt x="4965" y="3116"/>
                          <a:pt x="4965" y="6960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72" name="Forme libre : forme 27271">
                    <a:extLst>
                      <a:ext uri="{FF2B5EF4-FFF2-40B4-BE49-F238E27FC236}">
                        <a16:creationId xmlns:a16="http://schemas.microsoft.com/office/drawing/2014/main" id="{628CAA55-A9BE-4DC6-884C-3633BB835C9D}"/>
                      </a:ext>
                    </a:extLst>
                  </p:cNvPr>
                  <p:cNvSpPr/>
                  <p:nvPr/>
                </p:nvSpPr>
                <p:spPr>
                  <a:xfrm rot="-967018">
                    <a:off x="4336712" y="4284721"/>
                    <a:ext cx="5674" cy="13210"/>
                  </a:xfrm>
                  <a:custGeom>
                    <a:avLst/>
                    <a:gdLst>
                      <a:gd name="connsiteX0" fmla="*/ 5674 w 5674"/>
                      <a:gd name="connsiteY0" fmla="*/ 6605 h 13210"/>
                      <a:gd name="connsiteX1" fmla="*/ 2837 w 5674"/>
                      <a:gd name="connsiteY1" fmla="*/ 13211 h 13210"/>
                      <a:gd name="connsiteX2" fmla="*/ 0 w 5674"/>
                      <a:gd name="connsiteY2" fmla="*/ 6605 h 13210"/>
                      <a:gd name="connsiteX3" fmla="*/ 2837 w 5674"/>
                      <a:gd name="connsiteY3" fmla="*/ 0 h 13210"/>
                      <a:gd name="connsiteX4" fmla="*/ 5674 w 5674"/>
                      <a:gd name="connsiteY4" fmla="*/ 6605 h 13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74" h="13210">
                        <a:moveTo>
                          <a:pt x="5674" y="6605"/>
                        </a:moveTo>
                        <a:cubicBezTo>
                          <a:pt x="5674" y="10253"/>
                          <a:pt x="4404" y="13211"/>
                          <a:pt x="2837" y="13211"/>
                        </a:cubicBezTo>
                        <a:cubicBezTo>
                          <a:pt x="1270" y="13211"/>
                          <a:pt x="0" y="10253"/>
                          <a:pt x="0" y="6605"/>
                        </a:cubicBezTo>
                        <a:cubicBezTo>
                          <a:pt x="0" y="2958"/>
                          <a:pt x="1270" y="0"/>
                          <a:pt x="2837" y="0"/>
                        </a:cubicBezTo>
                        <a:cubicBezTo>
                          <a:pt x="4404" y="0"/>
                          <a:pt x="5674" y="2958"/>
                          <a:pt x="5674" y="6605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73" name="Forme libre : forme 27272">
                    <a:extLst>
                      <a:ext uri="{FF2B5EF4-FFF2-40B4-BE49-F238E27FC236}">
                        <a16:creationId xmlns:a16="http://schemas.microsoft.com/office/drawing/2014/main" id="{E0464D5D-FBBC-4B47-8123-178147A321CD}"/>
                      </a:ext>
                    </a:extLst>
                  </p:cNvPr>
                  <p:cNvSpPr/>
                  <p:nvPr/>
                </p:nvSpPr>
                <p:spPr>
                  <a:xfrm rot="-4171908">
                    <a:off x="4338995" y="4228862"/>
                    <a:ext cx="13299" cy="5940"/>
                  </a:xfrm>
                  <a:custGeom>
                    <a:avLst/>
                    <a:gdLst>
                      <a:gd name="connsiteX0" fmla="*/ 13300 w 13299"/>
                      <a:gd name="connsiteY0" fmla="*/ 2970 h 5940"/>
                      <a:gd name="connsiteX1" fmla="*/ 6650 w 13299"/>
                      <a:gd name="connsiteY1" fmla="*/ 5941 h 5940"/>
                      <a:gd name="connsiteX2" fmla="*/ 0 w 13299"/>
                      <a:gd name="connsiteY2" fmla="*/ 2970 h 5940"/>
                      <a:gd name="connsiteX3" fmla="*/ 6650 w 13299"/>
                      <a:gd name="connsiteY3" fmla="*/ 0 h 5940"/>
                      <a:gd name="connsiteX4" fmla="*/ 13300 w 13299"/>
                      <a:gd name="connsiteY4" fmla="*/ 2970 h 5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9" h="5940">
                        <a:moveTo>
                          <a:pt x="13300" y="2970"/>
                        </a:moveTo>
                        <a:cubicBezTo>
                          <a:pt x="13300" y="4611"/>
                          <a:pt x="10323" y="5941"/>
                          <a:pt x="6650" y="5941"/>
                        </a:cubicBezTo>
                        <a:cubicBezTo>
                          <a:pt x="2977" y="5941"/>
                          <a:pt x="0" y="4611"/>
                          <a:pt x="0" y="2970"/>
                        </a:cubicBezTo>
                        <a:cubicBezTo>
                          <a:pt x="0" y="1330"/>
                          <a:pt x="2977" y="0"/>
                          <a:pt x="6650" y="0"/>
                        </a:cubicBezTo>
                        <a:cubicBezTo>
                          <a:pt x="10323" y="0"/>
                          <a:pt x="13300" y="1330"/>
                          <a:pt x="13300" y="2970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74" name="Forme libre : forme 27273">
                    <a:extLst>
                      <a:ext uri="{FF2B5EF4-FFF2-40B4-BE49-F238E27FC236}">
                        <a16:creationId xmlns:a16="http://schemas.microsoft.com/office/drawing/2014/main" id="{4E62876D-62BB-480D-803D-154E4CC2903C}"/>
                      </a:ext>
                    </a:extLst>
                  </p:cNvPr>
                  <p:cNvSpPr/>
                  <p:nvPr/>
                </p:nvSpPr>
                <p:spPr>
                  <a:xfrm rot="-649132">
                    <a:off x="4360382" y="4196669"/>
                    <a:ext cx="12944" cy="5762"/>
                  </a:xfrm>
                  <a:custGeom>
                    <a:avLst/>
                    <a:gdLst>
                      <a:gd name="connsiteX0" fmla="*/ 12944 w 12944"/>
                      <a:gd name="connsiteY0" fmla="*/ 2882 h 5762"/>
                      <a:gd name="connsiteX1" fmla="*/ 6472 w 12944"/>
                      <a:gd name="connsiteY1" fmla="*/ 5763 h 5762"/>
                      <a:gd name="connsiteX2" fmla="*/ 0 w 12944"/>
                      <a:gd name="connsiteY2" fmla="*/ 2882 h 5762"/>
                      <a:gd name="connsiteX3" fmla="*/ 6472 w 12944"/>
                      <a:gd name="connsiteY3" fmla="*/ 0 h 5762"/>
                      <a:gd name="connsiteX4" fmla="*/ 12944 w 12944"/>
                      <a:gd name="connsiteY4" fmla="*/ 2882 h 5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44" h="5762">
                        <a:moveTo>
                          <a:pt x="12944" y="2882"/>
                        </a:moveTo>
                        <a:cubicBezTo>
                          <a:pt x="12944" y="4473"/>
                          <a:pt x="10047" y="5763"/>
                          <a:pt x="6472" y="5763"/>
                        </a:cubicBezTo>
                        <a:cubicBezTo>
                          <a:pt x="2898" y="5763"/>
                          <a:pt x="0" y="4473"/>
                          <a:pt x="0" y="2882"/>
                        </a:cubicBezTo>
                        <a:cubicBezTo>
                          <a:pt x="0" y="1290"/>
                          <a:pt x="2898" y="0"/>
                          <a:pt x="6472" y="0"/>
                        </a:cubicBezTo>
                        <a:cubicBezTo>
                          <a:pt x="10047" y="0"/>
                          <a:pt x="12944" y="1290"/>
                          <a:pt x="12944" y="2882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6983" name="Forme libre : forme 26982">
                  <a:extLst>
                    <a:ext uri="{FF2B5EF4-FFF2-40B4-BE49-F238E27FC236}">
                      <a16:creationId xmlns:a16="http://schemas.microsoft.com/office/drawing/2014/main" id="{5B9214A7-9C91-441B-A2DD-767D6C414C6D}"/>
                    </a:ext>
                  </a:extLst>
                </p:cNvPr>
                <p:cNvSpPr/>
                <p:nvPr/>
              </p:nvSpPr>
              <p:spPr>
                <a:xfrm>
                  <a:off x="4630374" y="3749025"/>
                  <a:ext cx="13910" cy="7684"/>
                </a:xfrm>
                <a:custGeom>
                  <a:avLst/>
                  <a:gdLst>
                    <a:gd name="connsiteX0" fmla="*/ 0 w 13910"/>
                    <a:gd name="connsiteY0" fmla="*/ 0 h 7684"/>
                    <a:gd name="connsiteX1" fmla="*/ 13255 w 13910"/>
                    <a:gd name="connsiteY1" fmla="*/ 6162 h 7684"/>
                    <a:gd name="connsiteX2" fmla="*/ 0 w 13910"/>
                    <a:gd name="connsiteY2" fmla="*/ 0 h 7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910" h="7684">
                      <a:moveTo>
                        <a:pt x="0" y="0"/>
                      </a:moveTo>
                      <a:cubicBezTo>
                        <a:pt x="0" y="0"/>
                        <a:pt x="9088" y="488"/>
                        <a:pt x="13255" y="6162"/>
                      </a:cubicBezTo>
                      <a:cubicBezTo>
                        <a:pt x="17466" y="1179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84" name="Forme libre : forme 26983">
                  <a:extLst>
                    <a:ext uri="{FF2B5EF4-FFF2-40B4-BE49-F238E27FC236}">
                      <a16:creationId xmlns:a16="http://schemas.microsoft.com/office/drawing/2014/main" id="{B8E5E0EC-7E26-466F-8B22-11AB2BD138C3}"/>
                    </a:ext>
                  </a:extLst>
                </p:cNvPr>
                <p:cNvSpPr/>
                <p:nvPr/>
              </p:nvSpPr>
              <p:spPr>
                <a:xfrm>
                  <a:off x="4658391" y="3757473"/>
                  <a:ext cx="14781" cy="2627"/>
                </a:xfrm>
                <a:custGeom>
                  <a:avLst/>
                  <a:gdLst>
                    <a:gd name="connsiteX0" fmla="*/ 0 w 14781"/>
                    <a:gd name="connsiteY0" fmla="*/ 1127 h 2627"/>
                    <a:gd name="connsiteX1" fmla="*/ 13743 w 14781"/>
                    <a:gd name="connsiteY1" fmla="*/ 1393 h 2627"/>
                    <a:gd name="connsiteX2" fmla="*/ 0 w 14781"/>
                    <a:gd name="connsiteY2" fmla="*/ 1127 h 2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781" h="2627">
                      <a:moveTo>
                        <a:pt x="0" y="1127"/>
                      </a:moveTo>
                      <a:cubicBezTo>
                        <a:pt x="0" y="1127"/>
                        <a:pt x="8113" y="-1577"/>
                        <a:pt x="13743" y="1393"/>
                      </a:cubicBezTo>
                      <a:cubicBezTo>
                        <a:pt x="19417" y="4319"/>
                        <a:pt x="0" y="1127"/>
                        <a:pt x="0" y="11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85" name="Forme libre : forme 26984">
                  <a:extLst>
                    <a:ext uri="{FF2B5EF4-FFF2-40B4-BE49-F238E27FC236}">
                      <a16:creationId xmlns:a16="http://schemas.microsoft.com/office/drawing/2014/main" id="{631ED57F-7643-495F-B572-A5E7EF1AB6C7}"/>
                    </a:ext>
                  </a:extLst>
                </p:cNvPr>
                <p:cNvSpPr/>
                <p:nvPr/>
              </p:nvSpPr>
              <p:spPr>
                <a:xfrm>
                  <a:off x="4409783" y="4435002"/>
                  <a:ext cx="49391" cy="22825"/>
                </a:xfrm>
                <a:custGeom>
                  <a:avLst/>
                  <a:gdLst>
                    <a:gd name="connsiteX0" fmla="*/ 49030 w 49391"/>
                    <a:gd name="connsiteY0" fmla="*/ 0 h 22825"/>
                    <a:gd name="connsiteX1" fmla="*/ 39987 w 49391"/>
                    <a:gd name="connsiteY1" fmla="*/ 18619 h 22825"/>
                    <a:gd name="connsiteX2" fmla="*/ 0 w 49391"/>
                    <a:gd name="connsiteY2" fmla="*/ 20481 h 22825"/>
                    <a:gd name="connsiteX3" fmla="*/ 40164 w 49391"/>
                    <a:gd name="connsiteY3" fmla="*/ 20481 h 22825"/>
                    <a:gd name="connsiteX4" fmla="*/ 49030 w 49391"/>
                    <a:gd name="connsiteY4" fmla="*/ 0 h 22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391" h="22825">
                      <a:moveTo>
                        <a:pt x="49030" y="0"/>
                      </a:moveTo>
                      <a:cubicBezTo>
                        <a:pt x="49030" y="0"/>
                        <a:pt x="51069" y="14186"/>
                        <a:pt x="39987" y="18619"/>
                      </a:cubicBezTo>
                      <a:cubicBezTo>
                        <a:pt x="28948" y="23052"/>
                        <a:pt x="0" y="20481"/>
                        <a:pt x="0" y="20481"/>
                      </a:cubicBezTo>
                      <a:cubicBezTo>
                        <a:pt x="0" y="20481"/>
                        <a:pt x="23850" y="25756"/>
                        <a:pt x="40164" y="20481"/>
                      </a:cubicBezTo>
                      <a:cubicBezTo>
                        <a:pt x="52133" y="16580"/>
                        <a:pt x="49030" y="0"/>
                        <a:pt x="490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86" name="Forme libre : forme 26985">
                  <a:extLst>
                    <a:ext uri="{FF2B5EF4-FFF2-40B4-BE49-F238E27FC236}">
                      <a16:creationId xmlns:a16="http://schemas.microsoft.com/office/drawing/2014/main" id="{D1CC811D-2386-48CF-A82D-4C6A2E1630F5}"/>
                    </a:ext>
                  </a:extLst>
                </p:cNvPr>
                <p:cNvSpPr/>
                <p:nvPr/>
              </p:nvSpPr>
              <p:spPr>
                <a:xfrm>
                  <a:off x="4684191" y="3940667"/>
                  <a:ext cx="19499" cy="122353"/>
                </a:xfrm>
                <a:custGeom>
                  <a:avLst/>
                  <a:gdLst>
                    <a:gd name="connsiteX0" fmla="*/ 17688 w 19499"/>
                    <a:gd name="connsiteY0" fmla="*/ 0 h 122353"/>
                    <a:gd name="connsiteX1" fmla="*/ 0 w 19499"/>
                    <a:gd name="connsiteY1" fmla="*/ 122354 h 122353"/>
                    <a:gd name="connsiteX2" fmla="*/ 17688 w 19499"/>
                    <a:gd name="connsiteY2" fmla="*/ 0 h 122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499" h="122353">
                      <a:moveTo>
                        <a:pt x="17688" y="0"/>
                      </a:moveTo>
                      <a:cubicBezTo>
                        <a:pt x="17688" y="0"/>
                        <a:pt x="21057" y="63792"/>
                        <a:pt x="0" y="122354"/>
                      </a:cubicBezTo>
                      <a:cubicBezTo>
                        <a:pt x="0" y="122354"/>
                        <a:pt x="26554" y="81082"/>
                        <a:pt x="176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87" name="Forme libre : forme 26986">
                  <a:extLst>
                    <a:ext uri="{FF2B5EF4-FFF2-40B4-BE49-F238E27FC236}">
                      <a16:creationId xmlns:a16="http://schemas.microsoft.com/office/drawing/2014/main" id="{1B3F2CE6-68CC-4C80-A768-923F02320FCC}"/>
                    </a:ext>
                  </a:extLst>
                </p:cNvPr>
                <p:cNvSpPr/>
                <p:nvPr/>
              </p:nvSpPr>
              <p:spPr>
                <a:xfrm>
                  <a:off x="5331142" y="4217359"/>
                  <a:ext cx="38146" cy="269067"/>
                </a:xfrm>
                <a:custGeom>
                  <a:avLst/>
                  <a:gdLst>
                    <a:gd name="connsiteX0" fmla="*/ 38140 w 38146"/>
                    <a:gd name="connsiteY0" fmla="*/ 23 h 269067"/>
                    <a:gd name="connsiteX1" fmla="*/ 16019 w 38146"/>
                    <a:gd name="connsiteY1" fmla="*/ 269067 h 269067"/>
                    <a:gd name="connsiteX2" fmla="*/ 38140 w 38146"/>
                    <a:gd name="connsiteY2" fmla="*/ 23 h 26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46" h="269067">
                      <a:moveTo>
                        <a:pt x="38140" y="23"/>
                      </a:moveTo>
                      <a:cubicBezTo>
                        <a:pt x="38894" y="-2061"/>
                        <a:pt x="-30395" y="139355"/>
                        <a:pt x="16019" y="269067"/>
                      </a:cubicBezTo>
                      <a:cubicBezTo>
                        <a:pt x="16019" y="269067"/>
                        <a:pt x="-22283" y="164402"/>
                        <a:pt x="38140" y="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88" name="Forme libre : forme 26987">
                  <a:extLst>
                    <a:ext uri="{FF2B5EF4-FFF2-40B4-BE49-F238E27FC236}">
                      <a16:creationId xmlns:a16="http://schemas.microsoft.com/office/drawing/2014/main" id="{EAC74093-CAAE-421C-9009-1498051D6126}"/>
                    </a:ext>
                  </a:extLst>
                </p:cNvPr>
                <p:cNvSpPr/>
                <p:nvPr/>
              </p:nvSpPr>
              <p:spPr>
                <a:xfrm>
                  <a:off x="4751619" y="4477604"/>
                  <a:ext cx="534409" cy="97928"/>
                </a:xfrm>
                <a:custGeom>
                  <a:avLst/>
                  <a:gdLst>
                    <a:gd name="connsiteX0" fmla="*/ 0 w 534409"/>
                    <a:gd name="connsiteY0" fmla="*/ 0 h 97928"/>
                    <a:gd name="connsiteX1" fmla="*/ 207868 w 534409"/>
                    <a:gd name="connsiteY1" fmla="*/ 50848 h 97928"/>
                    <a:gd name="connsiteX2" fmla="*/ 534410 w 534409"/>
                    <a:gd name="connsiteY2" fmla="*/ 93583 h 97928"/>
                    <a:gd name="connsiteX3" fmla="*/ 265365 w 534409"/>
                    <a:gd name="connsiteY3" fmla="*/ 72924 h 97928"/>
                    <a:gd name="connsiteX4" fmla="*/ 0 w 534409"/>
                    <a:gd name="connsiteY4" fmla="*/ 0 h 97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409" h="97928">
                      <a:moveTo>
                        <a:pt x="0" y="0"/>
                      </a:moveTo>
                      <a:cubicBezTo>
                        <a:pt x="0" y="0"/>
                        <a:pt x="118674" y="20658"/>
                        <a:pt x="207868" y="50848"/>
                      </a:cubicBezTo>
                      <a:cubicBezTo>
                        <a:pt x="297062" y="81081"/>
                        <a:pt x="417199" y="104666"/>
                        <a:pt x="534410" y="93583"/>
                      </a:cubicBezTo>
                      <a:cubicBezTo>
                        <a:pt x="534410" y="93583"/>
                        <a:pt x="377389" y="112025"/>
                        <a:pt x="265365" y="72924"/>
                      </a:cubicBezTo>
                      <a:cubicBezTo>
                        <a:pt x="153296" y="33869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89" name="Forme libre : forme 26988">
                  <a:extLst>
                    <a:ext uri="{FF2B5EF4-FFF2-40B4-BE49-F238E27FC236}">
                      <a16:creationId xmlns:a16="http://schemas.microsoft.com/office/drawing/2014/main" id="{F2D9D7E0-BBEF-4C94-B652-85C79890BB4C}"/>
                    </a:ext>
                  </a:extLst>
                </p:cNvPr>
                <p:cNvSpPr/>
                <p:nvPr/>
              </p:nvSpPr>
              <p:spPr>
                <a:xfrm>
                  <a:off x="5654951" y="4360969"/>
                  <a:ext cx="7358" cy="12146"/>
                </a:xfrm>
                <a:custGeom>
                  <a:avLst/>
                  <a:gdLst>
                    <a:gd name="connsiteX0" fmla="*/ 7359 w 7358"/>
                    <a:gd name="connsiteY0" fmla="*/ 6073 h 12146"/>
                    <a:gd name="connsiteX1" fmla="*/ 3680 w 7358"/>
                    <a:gd name="connsiteY1" fmla="*/ 12147 h 12146"/>
                    <a:gd name="connsiteX2" fmla="*/ 0 w 7358"/>
                    <a:gd name="connsiteY2" fmla="*/ 6073 h 12146"/>
                    <a:gd name="connsiteX3" fmla="*/ 3680 w 7358"/>
                    <a:gd name="connsiteY3" fmla="*/ 0 h 12146"/>
                    <a:gd name="connsiteX4" fmla="*/ 7359 w 7358"/>
                    <a:gd name="connsiteY4" fmla="*/ 6073 h 12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58" h="12146">
                      <a:moveTo>
                        <a:pt x="7359" y="6073"/>
                      </a:moveTo>
                      <a:cubicBezTo>
                        <a:pt x="7359" y="9428"/>
                        <a:pt x="5712" y="12147"/>
                        <a:pt x="3680" y="12147"/>
                      </a:cubicBezTo>
                      <a:cubicBezTo>
                        <a:pt x="1647" y="12147"/>
                        <a:pt x="0" y="9428"/>
                        <a:pt x="0" y="6073"/>
                      </a:cubicBezTo>
                      <a:cubicBezTo>
                        <a:pt x="0" y="2719"/>
                        <a:pt x="1648" y="0"/>
                        <a:pt x="3680" y="0"/>
                      </a:cubicBezTo>
                      <a:cubicBezTo>
                        <a:pt x="5712" y="0"/>
                        <a:pt x="7359" y="2719"/>
                        <a:pt x="7359" y="60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90" name="Forme libre : forme 26989">
                  <a:extLst>
                    <a:ext uri="{FF2B5EF4-FFF2-40B4-BE49-F238E27FC236}">
                      <a16:creationId xmlns:a16="http://schemas.microsoft.com/office/drawing/2014/main" id="{5F79D09D-602C-4239-8A70-CCD15BA48879}"/>
                    </a:ext>
                  </a:extLst>
                </p:cNvPr>
                <p:cNvSpPr/>
                <p:nvPr/>
              </p:nvSpPr>
              <p:spPr>
                <a:xfrm>
                  <a:off x="5665103" y="4403350"/>
                  <a:ext cx="5497" cy="12855"/>
                </a:xfrm>
                <a:custGeom>
                  <a:avLst/>
                  <a:gdLst>
                    <a:gd name="connsiteX0" fmla="*/ 5497 w 5497"/>
                    <a:gd name="connsiteY0" fmla="*/ 6428 h 12855"/>
                    <a:gd name="connsiteX1" fmla="*/ 2749 w 5497"/>
                    <a:gd name="connsiteY1" fmla="*/ 12856 h 12855"/>
                    <a:gd name="connsiteX2" fmla="*/ 0 w 5497"/>
                    <a:gd name="connsiteY2" fmla="*/ 6428 h 12855"/>
                    <a:gd name="connsiteX3" fmla="*/ 2749 w 5497"/>
                    <a:gd name="connsiteY3" fmla="*/ 0 h 12855"/>
                    <a:gd name="connsiteX4" fmla="*/ 5497 w 5497"/>
                    <a:gd name="connsiteY4" fmla="*/ 6428 h 12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97" h="12855">
                      <a:moveTo>
                        <a:pt x="5497" y="6428"/>
                      </a:moveTo>
                      <a:cubicBezTo>
                        <a:pt x="5497" y="9978"/>
                        <a:pt x="4267" y="12856"/>
                        <a:pt x="2749" y="12856"/>
                      </a:cubicBezTo>
                      <a:cubicBezTo>
                        <a:pt x="1231" y="12856"/>
                        <a:pt x="0" y="9978"/>
                        <a:pt x="0" y="6428"/>
                      </a:cubicBezTo>
                      <a:cubicBezTo>
                        <a:pt x="0" y="2878"/>
                        <a:pt x="1231" y="0"/>
                        <a:pt x="2749" y="0"/>
                      </a:cubicBezTo>
                      <a:cubicBezTo>
                        <a:pt x="4267" y="0"/>
                        <a:pt x="5497" y="2878"/>
                        <a:pt x="5497" y="64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91" name="Forme libre : forme 26990">
                  <a:extLst>
                    <a:ext uri="{FF2B5EF4-FFF2-40B4-BE49-F238E27FC236}">
                      <a16:creationId xmlns:a16="http://schemas.microsoft.com/office/drawing/2014/main" id="{D253BBCF-C2A9-4BE4-AE8D-33D7763FCC96}"/>
                    </a:ext>
                  </a:extLst>
                </p:cNvPr>
                <p:cNvSpPr/>
                <p:nvPr/>
              </p:nvSpPr>
              <p:spPr>
                <a:xfrm>
                  <a:off x="5906263" y="4428175"/>
                  <a:ext cx="5142" cy="11437"/>
                </a:xfrm>
                <a:custGeom>
                  <a:avLst/>
                  <a:gdLst>
                    <a:gd name="connsiteX0" fmla="*/ 5142 w 5142"/>
                    <a:gd name="connsiteY0" fmla="*/ 5719 h 11437"/>
                    <a:gd name="connsiteX1" fmla="*/ 2571 w 5142"/>
                    <a:gd name="connsiteY1" fmla="*/ 11437 h 11437"/>
                    <a:gd name="connsiteX2" fmla="*/ 0 w 5142"/>
                    <a:gd name="connsiteY2" fmla="*/ 5719 h 11437"/>
                    <a:gd name="connsiteX3" fmla="*/ 2571 w 5142"/>
                    <a:gd name="connsiteY3" fmla="*/ 0 h 11437"/>
                    <a:gd name="connsiteX4" fmla="*/ 5142 w 5142"/>
                    <a:gd name="connsiteY4" fmla="*/ 5719 h 11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2" h="11437">
                      <a:moveTo>
                        <a:pt x="5142" y="5719"/>
                      </a:moveTo>
                      <a:cubicBezTo>
                        <a:pt x="5142" y="8877"/>
                        <a:pt x="3991" y="11437"/>
                        <a:pt x="2571" y="11437"/>
                      </a:cubicBezTo>
                      <a:cubicBezTo>
                        <a:pt x="1151" y="11437"/>
                        <a:pt x="0" y="8877"/>
                        <a:pt x="0" y="5719"/>
                      </a:cubicBezTo>
                      <a:cubicBezTo>
                        <a:pt x="0" y="2560"/>
                        <a:pt x="1151" y="0"/>
                        <a:pt x="2571" y="0"/>
                      </a:cubicBezTo>
                      <a:cubicBezTo>
                        <a:pt x="3991" y="0"/>
                        <a:pt x="5142" y="2561"/>
                        <a:pt x="5142" y="57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92" name="Forme libre : forme 26991">
                  <a:extLst>
                    <a:ext uri="{FF2B5EF4-FFF2-40B4-BE49-F238E27FC236}">
                      <a16:creationId xmlns:a16="http://schemas.microsoft.com/office/drawing/2014/main" id="{304FC243-7730-421B-A179-B5916E3F3CEE}"/>
                    </a:ext>
                  </a:extLst>
                </p:cNvPr>
                <p:cNvSpPr/>
                <p:nvPr/>
              </p:nvSpPr>
              <p:spPr>
                <a:xfrm>
                  <a:off x="4223593" y="4465143"/>
                  <a:ext cx="219172" cy="9756"/>
                </a:xfrm>
                <a:custGeom>
                  <a:avLst/>
                  <a:gdLst>
                    <a:gd name="connsiteX0" fmla="*/ 0 w 219172"/>
                    <a:gd name="connsiteY0" fmla="*/ 9757 h 9756"/>
                    <a:gd name="connsiteX1" fmla="*/ 219172 w 219172"/>
                    <a:gd name="connsiteY1" fmla="*/ 891 h 9756"/>
                    <a:gd name="connsiteX2" fmla="*/ 0 w 219172"/>
                    <a:gd name="connsiteY2" fmla="*/ 9757 h 9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9172" h="9756">
                      <a:moveTo>
                        <a:pt x="0" y="9757"/>
                      </a:moveTo>
                      <a:cubicBezTo>
                        <a:pt x="0" y="9757"/>
                        <a:pt x="184771" y="-3498"/>
                        <a:pt x="219172" y="891"/>
                      </a:cubicBezTo>
                      <a:lnTo>
                        <a:pt x="0" y="97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93" name="Forme libre : forme 26992">
                  <a:extLst>
                    <a:ext uri="{FF2B5EF4-FFF2-40B4-BE49-F238E27FC236}">
                      <a16:creationId xmlns:a16="http://schemas.microsoft.com/office/drawing/2014/main" id="{E0A32FF7-2585-4E31-AB1D-7CC0F3AE9F9B}"/>
                    </a:ext>
                  </a:extLst>
                </p:cNvPr>
                <p:cNvSpPr/>
                <p:nvPr/>
              </p:nvSpPr>
              <p:spPr>
                <a:xfrm>
                  <a:off x="5438793" y="3748094"/>
                  <a:ext cx="20268" cy="271261"/>
                </a:xfrm>
                <a:custGeom>
                  <a:avLst/>
                  <a:gdLst>
                    <a:gd name="connsiteX0" fmla="*/ 8866 w 20268"/>
                    <a:gd name="connsiteY0" fmla="*/ 0 h 271261"/>
                    <a:gd name="connsiteX1" fmla="*/ 14984 w 20268"/>
                    <a:gd name="connsiteY1" fmla="*/ 33647 h 271261"/>
                    <a:gd name="connsiteX2" fmla="*/ 18530 w 20268"/>
                    <a:gd name="connsiteY2" fmla="*/ 67693 h 271261"/>
                    <a:gd name="connsiteX3" fmla="*/ 19905 w 20268"/>
                    <a:gd name="connsiteY3" fmla="*/ 136140 h 271261"/>
                    <a:gd name="connsiteX4" fmla="*/ 13787 w 20268"/>
                    <a:gd name="connsiteY4" fmla="*/ 204322 h 271261"/>
                    <a:gd name="connsiteX5" fmla="*/ 7935 w 20268"/>
                    <a:gd name="connsiteY5" fmla="*/ 238013 h 271261"/>
                    <a:gd name="connsiteX6" fmla="*/ 4123 w 20268"/>
                    <a:gd name="connsiteY6" fmla="*/ 254681 h 271261"/>
                    <a:gd name="connsiteX7" fmla="*/ 0 w 20268"/>
                    <a:gd name="connsiteY7" fmla="*/ 271261 h 271261"/>
                    <a:gd name="connsiteX8" fmla="*/ 10373 w 20268"/>
                    <a:gd name="connsiteY8" fmla="*/ 203834 h 271261"/>
                    <a:gd name="connsiteX9" fmla="*/ 15471 w 20268"/>
                    <a:gd name="connsiteY9" fmla="*/ 135963 h 271261"/>
                    <a:gd name="connsiteX10" fmla="*/ 15117 w 20268"/>
                    <a:gd name="connsiteY10" fmla="*/ 67871 h 271261"/>
                    <a:gd name="connsiteX11" fmla="*/ 8866 w 20268"/>
                    <a:gd name="connsiteY11" fmla="*/ 0 h 271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268" h="271261">
                      <a:moveTo>
                        <a:pt x="8866" y="0"/>
                      </a:moveTo>
                      <a:cubicBezTo>
                        <a:pt x="11526" y="11083"/>
                        <a:pt x="13255" y="22343"/>
                        <a:pt x="14984" y="33647"/>
                      </a:cubicBezTo>
                      <a:cubicBezTo>
                        <a:pt x="16447" y="44952"/>
                        <a:pt x="17688" y="56300"/>
                        <a:pt x="18530" y="67693"/>
                      </a:cubicBezTo>
                      <a:cubicBezTo>
                        <a:pt x="20259" y="90435"/>
                        <a:pt x="20658" y="113310"/>
                        <a:pt x="19905" y="136140"/>
                      </a:cubicBezTo>
                      <a:cubicBezTo>
                        <a:pt x="18885" y="158927"/>
                        <a:pt x="17245" y="181757"/>
                        <a:pt x="13787" y="204322"/>
                      </a:cubicBezTo>
                      <a:cubicBezTo>
                        <a:pt x="12280" y="215626"/>
                        <a:pt x="10063" y="226842"/>
                        <a:pt x="7935" y="238013"/>
                      </a:cubicBezTo>
                      <a:cubicBezTo>
                        <a:pt x="6916" y="243643"/>
                        <a:pt x="5453" y="249140"/>
                        <a:pt x="4123" y="254681"/>
                      </a:cubicBezTo>
                      <a:lnTo>
                        <a:pt x="0" y="271261"/>
                      </a:lnTo>
                      <a:cubicBezTo>
                        <a:pt x="3990" y="248830"/>
                        <a:pt x="8024" y="226443"/>
                        <a:pt x="10373" y="203834"/>
                      </a:cubicBezTo>
                      <a:cubicBezTo>
                        <a:pt x="13122" y="181314"/>
                        <a:pt x="14762" y="158616"/>
                        <a:pt x="15471" y="135963"/>
                      </a:cubicBezTo>
                      <a:cubicBezTo>
                        <a:pt x="16535" y="113266"/>
                        <a:pt x="16092" y="90568"/>
                        <a:pt x="15117" y="67871"/>
                      </a:cubicBezTo>
                      <a:cubicBezTo>
                        <a:pt x="14097" y="45218"/>
                        <a:pt x="12235" y="22520"/>
                        <a:pt x="88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94" name="Forme libre : forme 26993">
                  <a:extLst>
                    <a:ext uri="{FF2B5EF4-FFF2-40B4-BE49-F238E27FC236}">
                      <a16:creationId xmlns:a16="http://schemas.microsoft.com/office/drawing/2014/main" id="{AF1A64EE-8300-48BA-B243-1FA8FFD9429C}"/>
                    </a:ext>
                  </a:extLst>
                </p:cNvPr>
                <p:cNvSpPr/>
                <p:nvPr/>
              </p:nvSpPr>
              <p:spPr>
                <a:xfrm>
                  <a:off x="5302697" y="3867521"/>
                  <a:ext cx="102759" cy="168058"/>
                </a:xfrm>
                <a:custGeom>
                  <a:avLst/>
                  <a:gdLst>
                    <a:gd name="connsiteX0" fmla="*/ 0 w 102759"/>
                    <a:gd name="connsiteY0" fmla="*/ 0 h 168058"/>
                    <a:gd name="connsiteX1" fmla="*/ 29923 w 102759"/>
                    <a:gd name="connsiteY1" fmla="*/ 39366 h 168058"/>
                    <a:gd name="connsiteX2" fmla="*/ 58872 w 102759"/>
                    <a:gd name="connsiteY2" fmla="*/ 79441 h 168058"/>
                    <a:gd name="connsiteX3" fmla="*/ 84096 w 102759"/>
                    <a:gd name="connsiteY3" fmla="*/ 122221 h 168058"/>
                    <a:gd name="connsiteX4" fmla="*/ 94868 w 102759"/>
                    <a:gd name="connsiteY4" fmla="*/ 144563 h 168058"/>
                    <a:gd name="connsiteX5" fmla="*/ 102759 w 102759"/>
                    <a:gd name="connsiteY5" fmla="*/ 168059 h 168058"/>
                    <a:gd name="connsiteX6" fmla="*/ 92918 w 102759"/>
                    <a:gd name="connsiteY6" fmla="*/ 145494 h 168058"/>
                    <a:gd name="connsiteX7" fmla="*/ 81126 w 102759"/>
                    <a:gd name="connsiteY7" fmla="*/ 123861 h 168058"/>
                    <a:gd name="connsiteX8" fmla="*/ 68624 w 102759"/>
                    <a:gd name="connsiteY8" fmla="*/ 102626 h 168058"/>
                    <a:gd name="connsiteX9" fmla="*/ 55325 w 102759"/>
                    <a:gd name="connsiteY9" fmla="*/ 82057 h 168058"/>
                    <a:gd name="connsiteX10" fmla="*/ 27219 w 102759"/>
                    <a:gd name="connsiteY10" fmla="*/ 41361 h 168058"/>
                    <a:gd name="connsiteX11" fmla="*/ 0 w 102759"/>
                    <a:gd name="connsiteY11" fmla="*/ 0 h 168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2759" h="168058">
                      <a:moveTo>
                        <a:pt x="0" y="0"/>
                      </a:moveTo>
                      <a:cubicBezTo>
                        <a:pt x="10240" y="12945"/>
                        <a:pt x="20126" y="26155"/>
                        <a:pt x="29923" y="39366"/>
                      </a:cubicBezTo>
                      <a:cubicBezTo>
                        <a:pt x="39765" y="52577"/>
                        <a:pt x="49296" y="66009"/>
                        <a:pt x="58872" y="79441"/>
                      </a:cubicBezTo>
                      <a:cubicBezTo>
                        <a:pt x="68403" y="93139"/>
                        <a:pt x="76471" y="107547"/>
                        <a:pt x="84096" y="122221"/>
                      </a:cubicBezTo>
                      <a:cubicBezTo>
                        <a:pt x="87864" y="129580"/>
                        <a:pt x="91499" y="137027"/>
                        <a:pt x="94868" y="144563"/>
                      </a:cubicBezTo>
                      <a:cubicBezTo>
                        <a:pt x="98016" y="152188"/>
                        <a:pt x="101385" y="159857"/>
                        <a:pt x="102759" y="168059"/>
                      </a:cubicBezTo>
                      <a:cubicBezTo>
                        <a:pt x="100410" y="160168"/>
                        <a:pt x="96686" y="152809"/>
                        <a:pt x="92918" y="145494"/>
                      </a:cubicBezTo>
                      <a:cubicBezTo>
                        <a:pt x="89194" y="138180"/>
                        <a:pt x="85204" y="130954"/>
                        <a:pt x="81126" y="123861"/>
                      </a:cubicBezTo>
                      <a:cubicBezTo>
                        <a:pt x="77003" y="116768"/>
                        <a:pt x="72924" y="109631"/>
                        <a:pt x="68624" y="102626"/>
                      </a:cubicBezTo>
                      <a:cubicBezTo>
                        <a:pt x="64369" y="95622"/>
                        <a:pt x="60069" y="88618"/>
                        <a:pt x="55325" y="82057"/>
                      </a:cubicBezTo>
                      <a:cubicBezTo>
                        <a:pt x="45838" y="68580"/>
                        <a:pt x="36396" y="55059"/>
                        <a:pt x="27219" y="41361"/>
                      </a:cubicBezTo>
                      <a:cubicBezTo>
                        <a:pt x="17954" y="27707"/>
                        <a:pt x="8778" y="139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95" name="Forme libre : forme 26994">
                  <a:extLst>
                    <a:ext uri="{FF2B5EF4-FFF2-40B4-BE49-F238E27FC236}">
                      <a16:creationId xmlns:a16="http://schemas.microsoft.com/office/drawing/2014/main" id="{6367E855-8290-4EF8-A8A4-72FBC3128B4B}"/>
                    </a:ext>
                  </a:extLst>
                </p:cNvPr>
                <p:cNvSpPr/>
                <p:nvPr/>
              </p:nvSpPr>
              <p:spPr>
                <a:xfrm>
                  <a:off x="5469337" y="3884722"/>
                  <a:ext cx="126742" cy="77135"/>
                </a:xfrm>
                <a:custGeom>
                  <a:avLst/>
                  <a:gdLst>
                    <a:gd name="connsiteX0" fmla="*/ 126742 w 126742"/>
                    <a:gd name="connsiteY0" fmla="*/ 0 h 77135"/>
                    <a:gd name="connsiteX1" fmla="*/ 95489 w 126742"/>
                    <a:gd name="connsiteY1" fmla="*/ 20215 h 77135"/>
                    <a:gd name="connsiteX2" fmla="*/ 62906 w 126742"/>
                    <a:gd name="connsiteY2" fmla="*/ 38258 h 77135"/>
                    <a:gd name="connsiteX3" fmla="*/ 30367 w 126742"/>
                    <a:gd name="connsiteY3" fmla="*/ 55990 h 77135"/>
                    <a:gd name="connsiteX4" fmla="*/ 14718 w 126742"/>
                    <a:gd name="connsiteY4" fmla="*/ 65876 h 77135"/>
                    <a:gd name="connsiteX5" fmla="*/ 0 w 126742"/>
                    <a:gd name="connsiteY5" fmla="*/ 77136 h 77135"/>
                    <a:gd name="connsiteX6" fmla="*/ 29037 w 126742"/>
                    <a:gd name="connsiteY6" fmla="*/ 53818 h 77135"/>
                    <a:gd name="connsiteX7" fmla="*/ 61398 w 126742"/>
                    <a:gd name="connsiteY7" fmla="*/ 35332 h 77135"/>
                    <a:gd name="connsiteX8" fmla="*/ 94248 w 126742"/>
                    <a:gd name="connsiteY8" fmla="*/ 18043 h 77135"/>
                    <a:gd name="connsiteX9" fmla="*/ 126742 w 126742"/>
                    <a:gd name="connsiteY9" fmla="*/ 0 h 77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6742" h="77135">
                      <a:moveTo>
                        <a:pt x="126742" y="0"/>
                      </a:moveTo>
                      <a:cubicBezTo>
                        <a:pt x="116590" y="7182"/>
                        <a:pt x="106128" y="13831"/>
                        <a:pt x="95489" y="20215"/>
                      </a:cubicBezTo>
                      <a:cubicBezTo>
                        <a:pt x="84894" y="26643"/>
                        <a:pt x="73900" y="32539"/>
                        <a:pt x="62906" y="38258"/>
                      </a:cubicBezTo>
                      <a:cubicBezTo>
                        <a:pt x="51867" y="43843"/>
                        <a:pt x="41006" y="49739"/>
                        <a:pt x="30367" y="55990"/>
                      </a:cubicBezTo>
                      <a:cubicBezTo>
                        <a:pt x="25047" y="59093"/>
                        <a:pt x="19772" y="62374"/>
                        <a:pt x="14718" y="65876"/>
                      </a:cubicBezTo>
                      <a:cubicBezTo>
                        <a:pt x="9575" y="69289"/>
                        <a:pt x="4655" y="73058"/>
                        <a:pt x="0" y="77136"/>
                      </a:cubicBezTo>
                      <a:cubicBezTo>
                        <a:pt x="8378" y="67915"/>
                        <a:pt x="18619" y="60600"/>
                        <a:pt x="29037" y="53818"/>
                      </a:cubicBezTo>
                      <a:cubicBezTo>
                        <a:pt x="39499" y="47035"/>
                        <a:pt x="50449" y="41139"/>
                        <a:pt x="61398" y="35332"/>
                      </a:cubicBezTo>
                      <a:cubicBezTo>
                        <a:pt x="72525" y="29835"/>
                        <a:pt x="83387" y="23983"/>
                        <a:pt x="94248" y="18043"/>
                      </a:cubicBezTo>
                      <a:lnTo>
                        <a:pt x="12674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96" name="Forme libre : forme 26995">
                  <a:extLst>
                    <a:ext uri="{FF2B5EF4-FFF2-40B4-BE49-F238E27FC236}">
                      <a16:creationId xmlns:a16="http://schemas.microsoft.com/office/drawing/2014/main" id="{464363B6-DF0A-43C1-BE6B-C872D1EA07BA}"/>
                    </a:ext>
                  </a:extLst>
                </p:cNvPr>
                <p:cNvSpPr/>
                <p:nvPr/>
              </p:nvSpPr>
              <p:spPr>
                <a:xfrm>
                  <a:off x="6841012" y="4332376"/>
                  <a:ext cx="44965" cy="183264"/>
                </a:xfrm>
                <a:custGeom>
                  <a:avLst/>
                  <a:gdLst>
                    <a:gd name="connsiteX0" fmla="*/ 33661 w 44965"/>
                    <a:gd name="connsiteY0" fmla="*/ 0 h 183264"/>
                    <a:gd name="connsiteX1" fmla="*/ 27277 w 44965"/>
                    <a:gd name="connsiteY1" fmla="*/ 51113 h 183264"/>
                    <a:gd name="connsiteX2" fmla="*/ 17657 w 44965"/>
                    <a:gd name="connsiteY2" fmla="*/ 75230 h 183264"/>
                    <a:gd name="connsiteX3" fmla="*/ 8170 w 44965"/>
                    <a:gd name="connsiteY3" fmla="*/ 98769 h 183264"/>
                    <a:gd name="connsiteX4" fmla="*/ 4047 w 44965"/>
                    <a:gd name="connsiteY4" fmla="*/ 123417 h 183264"/>
                    <a:gd name="connsiteX5" fmla="*/ 9678 w 44965"/>
                    <a:gd name="connsiteY5" fmla="*/ 147489 h 183264"/>
                    <a:gd name="connsiteX6" fmla="*/ 44965 w 44965"/>
                    <a:gd name="connsiteY6" fmla="*/ 183264 h 183264"/>
                    <a:gd name="connsiteX7" fmla="*/ 33794 w 44965"/>
                    <a:gd name="connsiteY7" fmla="*/ 176792 h 183264"/>
                    <a:gd name="connsiteX8" fmla="*/ 28429 w 44965"/>
                    <a:gd name="connsiteY8" fmla="*/ 173157 h 183264"/>
                    <a:gd name="connsiteX9" fmla="*/ 23332 w 44965"/>
                    <a:gd name="connsiteY9" fmla="*/ 169122 h 183264"/>
                    <a:gd name="connsiteX10" fmla="*/ 6619 w 44965"/>
                    <a:gd name="connsiteY10" fmla="*/ 149041 h 183264"/>
                    <a:gd name="connsiteX11" fmla="*/ 13 w 44965"/>
                    <a:gd name="connsiteY11" fmla="*/ 123506 h 183264"/>
                    <a:gd name="connsiteX12" fmla="*/ 3915 w 44965"/>
                    <a:gd name="connsiteY12" fmla="*/ 97484 h 183264"/>
                    <a:gd name="connsiteX13" fmla="*/ 14022 w 44965"/>
                    <a:gd name="connsiteY13" fmla="*/ 73456 h 183264"/>
                    <a:gd name="connsiteX14" fmla="*/ 24085 w 44965"/>
                    <a:gd name="connsiteY14" fmla="*/ 50005 h 183264"/>
                    <a:gd name="connsiteX15" fmla="*/ 31045 w 44965"/>
                    <a:gd name="connsiteY15" fmla="*/ 25446 h 183264"/>
                    <a:gd name="connsiteX16" fmla="*/ 33661 w 44965"/>
                    <a:gd name="connsiteY16" fmla="*/ 0 h 183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4965" h="183264">
                      <a:moveTo>
                        <a:pt x="33661" y="0"/>
                      </a:moveTo>
                      <a:cubicBezTo>
                        <a:pt x="35655" y="17156"/>
                        <a:pt x="32419" y="34622"/>
                        <a:pt x="27277" y="51113"/>
                      </a:cubicBezTo>
                      <a:cubicBezTo>
                        <a:pt x="24706" y="59403"/>
                        <a:pt x="21381" y="67427"/>
                        <a:pt x="17657" y="75230"/>
                      </a:cubicBezTo>
                      <a:cubicBezTo>
                        <a:pt x="14066" y="82987"/>
                        <a:pt x="10431" y="90657"/>
                        <a:pt x="8170" y="98769"/>
                      </a:cubicBezTo>
                      <a:cubicBezTo>
                        <a:pt x="5688" y="106793"/>
                        <a:pt x="4003" y="115083"/>
                        <a:pt x="4047" y="123417"/>
                      </a:cubicBezTo>
                      <a:cubicBezTo>
                        <a:pt x="4003" y="131752"/>
                        <a:pt x="6042" y="139953"/>
                        <a:pt x="9678" y="147489"/>
                      </a:cubicBezTo>
                      <a:cubicBezTo>
                        <a:pt x="17081" y="162606"/>
                        <a:pt x="30779" y="173866"/>
                        <a:pt x="44965" y="183264"/>
                      </a:cubicBezTo>
                      <a:cubicBezTo>
                        <a:pt x="41241" y="181136"/>
                        <a:pt x="37296" y="179274"/>
                        <a:pt x="33794" y="176792"/>
                      </a:cubicBezTo>
                      <a:lnTo>
                        <a:pt x="28429" y="173157"/>
                      </a:lnTo>
                      <a:lnTo>
                        <a:pt x="23332" y="169122"/>
                      </a:lnTo>
                      <a:cubicBezTo>
                        <a:pt x="16771" y="163448"/>
                        <a:pt x="10875" y="156799"/>
                        <a:pt x="6619" y="149041"/>
                      </a:cubicBezTo>
                      <a:cubicBezTo>
                        <a:pt x="2274" y="141327"/>
                        <a:pt x="147" y="132372"/>
                        <a:pt x="13" y="123506"/>
                      </a:cubicBezTo>
                      <a:cubicBezTo>
                        <a:pt x="-164" y="114640"/>
                        <a:pt x="1432" y="105862"/>
                        <a:pt x="3915" y="97484"/>
                      </a:cubicBezTo>
                      <a:cubicBezTo>
                        <a:pt x="6441" y="89105"/>
                        <a:pt x="10298" y="81214"/>
                        <a:pt x="14022" y="73456"/>
                      </a:cubicBezTo>
                      <a:cubicBezTo>
                        <a:pt x="17879" y="65876"/>
                        <a:pt x="21026" y="57940"/>
                        <a:pt x="24085" y="50005"/>
                      </a:cubicBezTo>
                      <a:cubicBezTo>
                        <a:pt x="27011" y="42026"/>
                        <a:pt x="29405" y="33824"/>
                        <a:pt x="31045" y="25446"/>
                      </a:cubicBezTo>
                      <a:cubicBezTo>
                        <a:pt x="32774" y="17112"/>
                        <a:pt x="33882" y="8600"/>
                        <a:pt x="336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97" name="Forme libre : forme 26996">
                  <a:extLst>
                    <a:ext uri="{FF2B5EF4-FFF2-40B4-BE49-F238E27FC236}">
                      <a16:creationId xmlns:a16="http://schemas.microsoft.com/office/drawing/2014/main" id="{7E21769F-9929-4637-9A95-77581B5071B9}"/>
                    </a:ext>
                  </a:extLst>
                </p:cNvPr>
                <p:cNvSpPr/>
                <p:nvPr/>
              </p:nvSpPr>
              <p:spPr>
                <a:xfrm>
                  <a:off x="5468805" y="4557400"/>
                  <a:ext cx="994565" cy="44361"/>
                </a:xfrm>
                <a:custGeom>
                  <a:avLst/>
                  <a:gdLst>
                    <a:gd name="connsiteX0" fmla="*/ 0 w 994565"/>
                    <a:gd name="connsiteY0" fmla="*/ 26554 h 44361"/>
                    <a:gd name="connsiteX1" fmla="*/ 249051 w 994565"/>
                    <a:gd name="connsiteY1" fmla="*/ 34711 h 44361"/>
                    <a:gd name="connsiteX2" fmla="*/ 373577 w 994565"/>
                    <a:gd name="connsiteY2" fmla="*/ 38701 h 44361"/>
                    <a:gd name="connsiteX3" fmla="*/ 435818 w 994565"/>
                    <a:gd name="connsiteY3" fmla="*/ 40075 h 44361"/>
                    <a:gd name="connsiteX4" fmla="*/ 497970 w 994565"/>
                    <a:gd name="connsiteY4" fmla="*/ 38302 h 44361"/>
                    <a:gd name="connsiteX5" fmla="*/ 746667 w 994565"/>
                    <a:gd name="connsiteY5" fmla="*/ 23850 h 44361"/>
                    <a:gd name="connsiteX6" fmla="*/ 870882 w 994565"/>
                    <a:gd name="connsiteY6" fmla="*/ 14319 h 44361"/>
                    <a:gd name="connsiteX7" fmla="*/ 932901 w 994565"/>
                    <a:gd name="connsiteY7" fmla="*/ 8511 h 44361"/>
                    <a:gd name="connsiteX8" fmla="*/ 994565 w 994565"/>
                    <a:gd name="connsiteY8" fmla="*/ 0 h 44361"/>
                    <a:gd name="connsiteX9" fmla="*/ 933034 w 994565"/>
                    <a:gd name="connsiteY9" fmla="*/ 9619 h 44361"/>
                    <a:gd name="connsiteX10" fmla="*/ 871104 w 994565"/>
                    <a:gd name="connsiteY10" fmla="*/ 16491 h 44361"/>
                    <a:gd name="connsiteX11" fmla="*/ 746932 w 994565"/>
                    <a:gd name="connsiteY11" fmla="*/ 27263 h 44361"/>
                    <a:gd name="connsiteX12" fmla="*/ 498147 w 994565"/>
                    <a:gd name="connsiteY12" fmla="*/ 42735 h 44361"/>
                    <a:gd name="connsiteX13" fmla="*/ 435773 w 994565"/>
                    <a:gd name="connsiteY13" fmla="*/ 44331 h 44361"/>
                    <a:gd name="connsiteX14" fmla="*/ 373444 w 994565"/>
                    <a:gd name="connsiteY14" fmla="*/ 42735 h 44361"/>
                    <a:gd name="connsiteX15" fmla="*/ 248918 w 994565"/>
                    <a:gd name="connsiteY15" fmla="*/ 38080 h 44361"/>
                    <a:gd name="connsiteX16" fmla="*/ 124437 w 994565"/>
                    <a:gd name="connsiteY16" fmla="*/ 32672 h 44361"/>
                    <a:gd name="connsiteX17" fmla="*/ 0 w 994565"/>
                    <a:gd name="connsiteY17" fmla="*/ 26554 h 44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994565" h="44361">
                      <a:moveTo>
                        <a:pt x="0" y="26554"/>
                      </a:moveTo>
                      <a:lnTo>
                        <a:pt x="249051" y="34711"/>
                      </a:lnTo>
                      <a:lnTo>
                        <a:pt x="373577" y="38701"/>
                      </a:lnTo>
                      <a:cubicBezTo>
                        <a:pt x="394324" y="39277"/>
                        <a:pt x="415115" y="39898"/>
                        <a:pt x="435818" y="40075"/>
                      </a:cubicBezTo>
                      <a:cubicBezTo>
                        <a:pt x="456476" y="40252"/>
                        <a:pt x="477223" y="39144"/>
                        <a:pt x="497970" y="38302"/>
                      </a:cubicBezTo>
                      <a:cubicBezTo>
                        <a:pt x="580913" y="34667"/>
                        <a:pt x="663812" y="29480"/>
                        <a:pt x="746667" y="23850"/>
                      </a:cubicBezTo>
                      <a:cubicBezTo>
                        <a:pt x="788116" y="21013"/>
                        <a:pt x="829521" y="17954"/>
                        <a:pt x="870882" y="14319"/>
                      </a:cubicBezTo>
                      <a:cubicBezTo>
                        <a:pt x="891584" y="12590"/>
                        <a:pt x="912243" y="10728"/>
                        <a:pt x="932901" y="8511"/>
                      </a:cubicBezTo>
                      <a:cubicBezTo>
                        <a:pt x="953515" y="6250"/>
                        <a:pt x="974173" y="3901"/>
                        <a:pt x="994565" y="0"/>
                      </a:cubicBezTo>
                      <a:cubicBezTo>
                        <a:pt x="974217" y="4300"/>
                        <a:pt x="953603" y="7004"/>
                        <a:pt x="933034" y="9619"/>
                      </a:cubicBezTo>
                      <a:cubicBezTo>
                        <a:pt x="912420" y="12191"/>
                        <a:pt x="891762" y="14408"/>
                        <a:pt x="871104" y="16491"/>
                      </a:cubicBezTo>
                      <a:cubicBezTo>
                        <a:pt x="829743" y="20570"/>
                        <a:pt x="788337" y="24027"/>
                        <a:pt x="746932" y="27263"/>
                      </a:cubicBezTo>
                      <a:cubicBezTo>
                        <a:pt x="664078" y="33603"/>
                        <a:pt x="581179" y="38790"/>
                        <a:pt x="498147" y="42735"/>
                      </a:cubicBezTo>
                      <a:cubicBezTo>
                        <a:pt x="477400" y="43533"/>
                        <a:pt x="456653" y="44552"/>
                        <a:pt x="435773" y="44331"/>
                      </a:cubicBezTo>
                      <a:cubicBezTo>
                        <a:pt x="414938" y="44065"/>
                        <a:pt x="394235" y="43400"/>
                        <a:pt x="373444" y="42735"/>
                      </a:cubicBezTo>
                      <a:cubicBezTo>
                        <a:pt x="331906" y="41361"/>
                        <a:pt x="290412" y="39898"/>
                        <a:pt x="248918" y="38080"/>
                      </a:cubicBezTo>
                      <a:lnTo>
                        <a:pt x="124437" y="32672"/>
                      </a:lnTo>
                      <a:lnTo>
                        <a:pt x="0" y="265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98" name="Forme libre : forme 26997">
                  <a:extLst>
                    <a:ext uri="{FF2B5EF4-FFF2-40B4-BE49-F238E27FC236}">
                      <a16:creationId xmlns:a16="http://schemas.microsoft.com/office/drawing/2014/main" id="{4EE43126-1271-41B0-AA4A-66D5D3A6D9E0}"/>
                    </a:ext>
                  </a:extLst>
                </p:cNvPr>
                <p:cNvSpPr/>
                <p:nvPr/>
              </p:nvSpPr>
              <p:spPr>
                <a:xfrm>
                  <a:off x="6936337" y="4030216"/>
                  <a:ext cx="701670" cy="487906"/>
                </a:xfrm>
                <a:custGeom>
                  <a:avLst/>
                  <a:gdLst>
                    <a:gd name="connsiteX0" fmla="*/ 0 w 701670"/>
                    <a:gd name="connsiteY0" fmla="*/ 487907 h 487906"/>
                    <a:gd name="connsiteX1" fmla="*/ 104843 w 701670"/>
                    <a:gd name="connsiteY1" fmla="*/ 460953 h 487906"/>
                    <a:gd name="connsiteX2" fmla="*/ 201617 w 701670"/>
                    <a:gd name="connsiteY2" fmla="*/ 413165 h 487906"/>
                    <a:gd name="connsiteX3" fmla="*/ 243909 w 701670"/>
                    <a:gd name="connsiteY3" fmla="*/ 379739 h 487906"/>
                    <a:gd name="connsiteX4" fmla="*/ 253484 w 701670"/>
                    <a:gd name="connsiteY4" fmla="*/ 370297 h 487906"/>
                    <a:gd name="connsiteX5" fmla="*/ 262617 w 701670"/>
                    <a:gd name="connsiteY5" fmla="*/ 360366 h 487906"/>
                    <a:gd name="connsiteX6" fmla="*/ 280039 w 701670"/>
                    <a:gd name="connsiteY6" fmla="*/ 339619 h 487906"/>
                    <a:gd name="connsiteX7" fmla="*/ 356421 w 701670"/>
                    <a:gd name="connsiteY7" fmla="*/ 262218 h 487906"/>
                    <a:gd name="connsiteX8" fmla="*/ 440561 w 701670"/>
                    <a:gd name="connsiteY8" fmla="*/ 193416 h 487906"/>
                    <a:gd name="connsiteX9" fmla="*/ 528868 w 701670"/>
                    <a:gd name="connsiteY9" fmla="*/ 130156 h 487906"/>
                    <a:gd name="connsiteX10" fmla="*/ 574441 w 701670"/>
                    <a:gd name="connsiteY10" fmla="*/ 100587 h 487906"/>
                    <a:gd name="connsiteX11" fmla="*/ 597581 w 701670"/>
                    <a:gd name="connsiteY11" fmla="*/ 86445 h 487906"/>
                    <a:gd name="connsiteX12" fmla="*/ 619791 w 701670"/>
                    <a:gd name="connsiteY12" fmla="*/ 70974 h 487906"/>
                    <a:gd name="connsiteX13" fmla="*/ 662127 w 701670"/>
                    <a:gd name="connsiteY13" fmla="*/ 37105 h 487906"/>
                    <a:gd name="connsiteX14" fmla="*/ 701671 w 701670"/>
                    <a:gd name="connsiteY14" fmla="*/ 0 h 487906"/>
                    <a:gd name="connsiteX15" fmla="*/ 662837 w 701670"/>
                    <a:gd name="connsiteY15" fmla="*/ 37903 h 487906"/>
                    <a:gd name="connsiteX16" fmla="*/ 621121 w 701670"/>
                    <a:gd name="connsiteY16" fmla="*/ 72703 h 487906"/>
                    <a:gd name="connsiteX17" fmla="*/ 599000 w 701670"/>
                    <a:gd name="connsiteY17" fmla="*/ 88529 h 487906"/>
                    <a:gd name="connsiteX18" fmla="*/ 575992 w 701670"/>
                    <a:gd name="connsiteY18" fmla="*/ 102937 h 487906"/>
                    <a:gd name="connsiteX19" fmla="*/ 530863 w 701670"/>
                    <a:gd name="connsiteY19" fmla="*/ 132949 h 487906"/>
                    <a:gd name="connsiteX20" fmla="*/ 359436 w 701670"/>
                    <a:gd name="connsiteY20" fmla="*/ 265498 h 487906"/>
                    <a:gd name="connsiteX21" fmla="*/ 283186 w 701670"/>
                    <a:gd name="connsiteY21" fmla="*/ 342191 h 487906"/>
                    <a:gd name="connsiteX22" fmla="*/ 265631 w 701670"/>
                    <a:gd name="connsiteY22" fmla="*/ 362938 h 487906"/>
                    <a:gd name="connsiteX23" fmla="*/ 256366 w 701670"/>
                    <a:gd name="connsiteY23" fmla="*/ 372956 h 487906"/>
                    <a:gd name="connsiteX24" fmla="*/ 246613 w 701670"/>
                    <a:gd name="connsiteY24" fmla="*/ 382532 h 487906"/>
                    <a:gd name="connsiteX25" fmla="*/ 203568 w 701670"/>
                    <a:gd name="connsiteY25" fmla="*/ 416002 h 487906"/>
                    <a:gd name="connsiteX26" fmla="*/ 105641 w 701670"/>
                    <a:gd name="connsiteY26" fmla="*/ 462993 h 487906"/>
                    <a:gd name="connsiteX27" fmla="*/ 0 w 701670"/>
                    <a:gd name="connsiteY27" fmla="*/ 487907 h 487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701670" h="487906">
                      <a:moveTo>
                        <a:pt x="0" y="487907"/>
                      </a:moveTo>
                      <a:cubicBezTo>
                        <a:pt x="35775" y="482587"/>
                        <a:pt x="70930" y="473233"/>
                        <a:pt x="104843" y="460953"/>
                      </a:cubicBezTo>
                      <a:cubicBezTo>
                        <a:pt x="138756" y="448674"/>
                        <a:pt x="171694" y="433202"/>
                        <a:pt x="201617" y="413165"/>
                      </a:cubicBezTo>
                      <a:cubicBezTo>
                        <a:pt x="216557" y="403146"/>
                        <a:pt x="230787" y="392019"/>
                        <a:pt x="243909" y="379739"/>
                      </a:cubicBezTo>
                      <a:cubicBezTo>
                        <a:pt x="247101" y="376592"/>
                        <a:pt x="250381" y="373533"/>
                        <a:pt x="253484" y="370297"/>
                      </a:cubicBezTo>
                      <a:cubicBezTo>
                        <a:pt x="256499" y="366972"/>
                        <a:pt x="259646" y="363780"/>
                        <a:pt x="262617" y="360366"/>
                      </a:cubicBezTo>
                      <a:lnTo>
                        <a:pt x="280039" y="339619"/>
                      </a:lnTo>
                      <a:cubicBezTo>
                        <a:pt x="303490" y="311868"/>
                        <a:pt x="329512" y="286467"/>
                        <a:pt x="356421" y="262218"/>
                      </a:cubicBezTo>
                      <a:cubicBezTo>
                        <a:pt x="383507" y="238102"/>
                        <a:pt x="411790" y="215404"/>
                        <a:pt x="440561" y="193416"/>
                      </a:cubicBezTo>
                      <a:cubicBezTo>
                        <a:pt x="469421" y="171517"/>
                        <a:pt x="498768" y="150282"/>
                        <a:pt x="528868" y="130156"/>
                      </a:cubicBezTo>
                      <a:cubicBezTo>
                        <a:pt x="543897" y="120048"/>
                        <a:pt x="559058" y="110162"/>
                        <a:pt x="574441" y="100587"/>
                      </a:cubicBezTo>
                      <a:cubicBezTo>
                        <a:pt x="582065" y="95711"/>
                        <a:pt x="590045" y="91278"/>
                        <a:pt x="597581" y="86445"/>
                      </a:cubicBezTo>
                      <a:cubicBezTo>
                        <a:pt x="605162" y="81613"/>
                        <a:pt x="612521" y="76338"/>
                        <a:pt x="619791" y="70974"/>
                      </a:cubicBezTo>
                      <a:cubicBezTo>
                        <a:pt x="634332" y="60246"/>
                        <a:pt x="648385" y="48897"/>
                        <a:pt x="662127" y="37105"/>
                      </a:cubicBezTo>
                      <a:cubicBezTo>
                        <a:pt x="675826" y="25313"/>
                        <a:pt x="689258" y="13122"/>
                        <a:pt x="701671" y="0"/>
                      </a:cubicBezTo>
                      <a:cubicBezTo>
                        <a:pt x="689480" y="13388"/>
                        <a:pt x="676269" y="25801"/>
                        <a:pt x="662837" y="37903"/>
                      </a:cubicBezTo>
                      <a:cubicBezTo>
                        <a:pt x="649360" y="49961"/>
                        <a:pt x="635484" y="61665"/>
                        <a:pt x="621121" y="72703"/>
                      </a:cubicBezTo>
                      <a:cubicBezTo>
                        <a:pt x="613895" y="78200"/>
                        <a:pt x="606581" y="83564"/>
                        <a:pt x="599000" y="88529"/>
                      </a:cubicBezTo>
                      <a:cubicBezTo>
                        <a:pt x="591375" y="93538"/>
                        <a:pt x="583573" y="98016"/>
                        <a:pt x="575992" y="102937"/>
                      </a:cubicBezTo>
                      <a:cubicBezTo>
                        <a:pt x="560787" y="112689"/>
                        <a:pt x="545714" y="122708"/>
                        <a:pt x="530863" y="132949"/>
                      </a:cubicBezTo>
                      <a:cubicBezTo>
                        <a:pt x="471371" y="173999"/>
                        <a:pt x="413386" y="217443"/>
                        <a:pt x="359436" y="265498"/>
                      </a:cubicBezTo>
                      <a:cubicBezTo>
                        <a:pt x="332527" y="289526"/>
                        <a:pt x="306549" y="314750"/>
                        <a:pt x="283186" y="342191"/>
                      </a:cubicBezTo>
                      <a:lnTo>
                        <a:pt x="265631" y="362938"/>
                      </a:lnTo>
                      <a:cubicBezTo>
                        <a:pt x="262617" y="366351"/>
                        <a:pt x="259425" y="369632"/>
                        <a:pt x="256366" y="372956"/>
                      </a:cubicBezTo>
                      <a:cubicBezTo>
                        <a:pt x="253218" y="376237"/>
                        <a:pt x="249849" y="379340"/>
                        <a:pt x="246613" y="382532"/>
                      </a:cubicBezTo>
                      <a:cubicBezTo>
                        <a:pt x="233314" y="394989"/>
                        <a:pt x="218818" y="406072"/>
                        <a:pt x="203568" y="416002"/>
                      </a:cubicBezTo>
                      <a:cubicBezTo>
                        <a:pt x="173112" y="435862"/>
                        <a:pt x="139864" y="451068"/>
                        <a:pt x="105641" y="462993"/>
                      </a:cubicBezTo>
                      <a:cubicBezTo>
                        <a:pt x="71284" y="474607"/>
                        <a:pt x="35908" y="483296"/>
                        <a:pt x="0" y="4879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999" name="Forme libre : forme 26998">
                  <a:extLst>
                    <a:ext uri="{FF2B5EF4-FFF2-40B4-BE49-F238E27FC236}">
                      <a16:creationId xmlns:a16="http://schemas.microsoft.com/office/drawing/2014/main" id="{366BCD51-CBA6-4223-87F0-BF09DF68293E}"/>
                    </a:ext>
                  </a:extLst>
                </p:cNvPr>
                <p:cNvSpPr/>
                <p:nvPr/>
              </p:nvSpPr>
              <p:spPr>
                <a:xfrm>
                  <a:off x="7721082" y="3403642"/>
                  <a:ext cx="51741" cy="381778"/>
                </a:xfrm>
                <a:custGeom>
                  <a:avLst/>
                  <a:gdLst>
                    <a:gd name="connsiteX0" fmla="*/ 49652 w 51741"/>
                    <a:gd name="connsiteY0" fmla="*/ 0 h 381778"/>
                    <a:gd name="connsiteX1" fmla="*/ 51692 w 51741"/>
                    <a:gd name="connsiteY1" fmla="*/ 24205 h 381778"/>
                    <a:gd name="connsiteX2" fmla="*/ 51647 w 51741"/>
                    <a:gd name="connsiteY2" fmla="*/ 36351 h 381778"/>
                    <a:gd name="connsiteX3" fmla="*/ 51027 w 51741"/>
                    <a:gd name="connsiteY3" fmla="*/ 48498 h 381778"/>
                    <a:gd name="connsiteX4" fmla="*/ 44022 w 51741"/>
                    <a:gd name="connsiteY4" fmla="*/ 96641 h 381778"/>
                    <a:gd name="connsiteX5" fmla="*/ 38437 w 51741"/>
                    <a:gd name="connsiteY5" fmla="*/ 120358 h 381778"/>
                    <a:gd name="connsiteX6" fmla="*/ 31565 w 51741"/>
                    <a:gd name="connsiteY6" fmla="*/ 143721 h 381778"/>
                    <a:gd name="connsiteX7" fmla="*/ 23674 w 51741"/>
                    <a:gd name="connsiteY7" fmla="*/ 166729 h 381778"/>
                    <a:gd name="connsiteX8" fmla="*/ 15296 w 51741"/>
                    <a:gd name="connsiteY8" fmla="*/ 189471 h 381778"/>
                    <a:gd name="connsiteX9" fmla="*/ 5543 w 51741"/>
                    <a:gd name="connsiteY9" fmla="*/ 236594 h 381778"/>
                    <a:gd name="connsiteX10" fmla="*/ 2573 w 51741"/>
                    <a:gd name="connsiteY10" fmla="*/ 284915 h 381778"/>
                    <a:gd name="connsiteX11" fmla="*/ 3371 w 51741"/>
                    <a:gd name="connsiteY11" fmla="*/ 333369 h 381778"/>
                    <a:gd name="connsiteX12" fmla="*/ 6873 w 51741"/>
                    <a:gd name="connsiteY12" fmla="*/ 381778 h 381778"/>
                    <a:gd name="connsiteX13" fmla="*/ 2 w 51741"/>
                    <a:gd name="connsiteY13" fmla="*/ 284871 h 381778"/>
                    <a:gd name="connsiteX14" fmla="*/ 2529 w 51741"/>
                    <a:gd name="connsiteY14" fmla="*/ 236240 h 381778"/>
                    <a:gd name="connsiteX15" fmla="*/ 12148 w 51741"/>
                    <a:gd name="connsiteY15" fmla="*/ 188407 h 381778"/>
                    <a:gd name="connsiteX16" fmla="*/ 20704 w 51741"/>
                    <a:gd name="connsiteY16" fmla="*/ 165620 h 381778"/>
                    <a:gd name="connsiteX17" fmla="*/ 28684 w 51741"/>
                    <a:gd name="connsiteY17" fmla="*/ 142745 h 381778"/>
                    <a:gd name="connsiteX18" fmla="*/ 35644 w 51741"/>
                    <a:gd name="connsiteY18" fmla="*/ 119560 h 381778"/>
                    <a:gd name="connsiteX19" fmla="*/ 41495 w 51741"/>
                    <a:gd name="connsiteY19" fmla="*/ 96065 h 381778"/>
                    <a:gd name="connsiteX20" fmla="*/ 49386 w 51741"/>
                    <a:gd name="connsiteY20" fmla="*/ 48321 h 381778"/>
                    <a:gd name="connsiteX21" fmla="*/ 50406 w 51741"/>
                    <a:gd name="connsiteY21" fmla="*/ 36263 h 381778"/>
                    <a:gd name="connsiteX22" fmla="*/ 50849 w 51741"/>
                    <a:gd name="connsiteY22" fmla="*/ 24160 h 381778"/>
                    <a:gd name="connsiteX23" fmla="*/ 49652 w 51741"/>
                    <a:gd name="connsiteY23" fmla="*/ 0 h 38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1741" h="381778">
                      <a:moveTo>
                        <a:pt x="49652" y="0"/>
                      </a:moveTo>
                      <a:cubicBezTo>
                        <a:pt x="51071" y="7980"/>
                        <a:pt x="51559" y="16092"/>
                        <a:pt x="51692" y="24205"/>
                      </a:cubicBezTo>
                      <a:cubicBezTo>
                        <a:pt x="51825" y="28239"/>
                        <a:pt x="51647" y="32317"/>
                        <a:pt x="51647" y="36351"/>
                      </a:cubicBezTo>
                      <a:cubicBezTo>
                        <a:pt x="51426" y="40385"/>
                        <a:pt x="51293" y="44464"/>
                        <a:pt x="51027" y="48498"/>
                      </a:cubicBezTo>
                      <a:cubicBezTo>
                        <a:pt x="49830" y="64679"/>
                        <a:pt x="47347" y="80771"/>
                        <a:pt x="44022" y="96641"/>
                      </a:cubicBezTo>
                      <a:cubicBezTo>
                        <a:pt x="42515" y="104621"/>
                        <a:pt x="40432" y="112468"/>
                        <a:pt x="38437" y="120358"/>
                      </a:cubicBezTo>
                      <a:cubicBezTo>
                        <a:pt x="36220" y="128161"/>
                        <a:pt x="34048" y="136007"/>
                        <a:pt x="31565" y="143721"/>
                      </a:cubicBezTo>
                      <a:cubicBezTo>
                        <a:pt x="28905" y="151390"/>
                        <a:pt x="26645" y="159192"/>
                        <a:pt x="23674" y="166729"/>
                      </a:cubicBezTo>
                      <a:cubicBezTo>
                        <a:pt x="20881" y="174309"/>
                        <a:pt x="17911" y="181934"/>
                        <a:pt x="15296" y="189471"/>
                      </a:cubicBezTo>
                      <a:cubicBezTo>
                        <a:pt x="10287" y="204676"/>
                        <a:pt x="7405" y="220635"/>
                        <a:pt x="5543" y="236594"/>
                      </a:cubicBezTo>
                      <a:cubicBezTo>
                        <a:pt x="3637" y="252598"/>
                        <a:pt x="2927" y="268734"/>
                        <a:pt x="2573" y="284915"/>
                      </a:cubicBezTo>
                      <a:cubicBezTo>
                        <a:pt x="2263" y="301051"/>
                        <a:pt x="2573" y="317232"/>
                        <a:pt x="3371" y="333369"/>
                      </a:cubicBezTo>
                      <a:cubicBezTo>
                        <a:pt x="4080" y="349505"/>
                        <a:pt x="5144" y="365686"/>
                        <a:pt x="6873" y="381778"/>
                      </a:cubicBezTo>
                      <a:cubicBezTo>
                        <a:pt x="2351" y="349727"/>
                        <a:pt x="2" y="317321"/>
                        <a:pt x="2" y="284871"/>
                      </a:cubicBezTo>
                      <a:cubicBezTo>
                        <a:pt x="-43" y="268646"/>
                        <a:pt x="755" y="252420"/>
                        <a:pt x="2529" y="236240"/>
                      </a:cubicBezTo>
                      <a:cubicBezTo>
                        <a:pt x="4302" y="220103"/>
                        <a:pt x="7095" y="203967"/>
                        <a:pt x="12148" y="188407"/>
                      </a:cubicBezTo>
                      <a:cubicBezTo>
                        <a:pt x="14897" y="180649"/>
                        <a:pt x="17823" y="173201"/>
                        <a:pt x="20704" y="165620"/>
                      </a:cubicBezTo>
                      <a:cubicBezTo>
                        <a:pt x="23719" y="158128"/>
                        <a:pt x="26024" y="150371"/>
                        <a:pt x="28684" y="142745"/>
                      </a:cubicBezTo>
                      <a:cubicBezTo>
                        <a:pt x="31166" y="135076"/>
                        <a:pt x="33427" y="127318"/>
                        <a:pt x="35644" y="119560"/>
                      </a:cubicBezTo>
                      <a:cubicBezTo>
                        <a:pt x="37594" y="111714"/>
                        <a:pt x="39855" y="103956"/>
                        <a:pt x="41495" y="96065"/>
                      </a:cubicBezTo>
                      <a:cubicBezTo>
                        <a:pt x="45131" y="80328"/>
                        <a:pt x="47835" y="64368"/>
                        <a:pt x="49386" y="48321"/>
                      </a:cubicBezTo>
                      <a:cubicBezTo>
                        <a:pt x="49785" y="44287"/>
                        <a:pt x="50051" y="40297"/>
                        <a:pt x="50406" y="36263"/>
                      </a:cubicBezTo>
                      <a:cubicBezTo>
                        <a:pt x="50539" y="32228"/>
                        <a:pt x="50849" y="28194"/>
                        <a:pt x="50849" y="24160"/>
                      </a:cubicBezTo>
                      <a:cubicBezTo>
                        <a:pt x="51027" y="16136"/>
                        <a:pt x="50805" y="8024"/>
                        <a:pt x="496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00" name="Forme libre : forme 26999">
                  <a:extLst>
                    <a:ext uri="{FF2B5EF4-FFF2-40B4-BE49-F238E27FC236}">
                      <a16:creationId xmlns:a16="http://schemas.microsoft.com/office/drawing/2014/main" id="{F8A28160-41A5-469C-B912-E651EF8BC445}"/>
                    </a:ext>
                  </a:extLst>
                </p:cNvPr>
                <p:cNvSpPr/>
                <p:nvPr/>
              </p:nvSpPr>
              <p:spPr>
                <a:xfrm>
                  <a:off x="6814693" y="4220750"/>
                  <a:ext cx="62506" cy="105773"/>
                </a:xfrm>
                <a:custGeom>
                  <a:avLst/>
                  <a:gdLst>
                    <a:gd name="connsiteX0" fmla="*/ 62507 w 62506"/>
                    <a:gd name="connsiteY0" fmla="*/ 105774 h 105773"/>
                    <a:gd name="connsiteX1" fmla="*/ 56345 w 62506"/>
                    <a:gd name="connsiteY1" fmla="*/ 90258 h 105773"/>
                    <a:gd name="connsiteX2" fmla="*/ 49340 w 62506"/>
                    <a:gd name="connsiteY2" fmla="*/ 75274 h 105773"/>
                    <a:gd name="connsiteX3" fmla="*/ 36351 w 62506"/>
                    <a:gd name="connsiteY3" fmla="*/ 65477 h 105773"/>
                    <a:gd name="connsiteX4" fmla="*/ 20614 w 62506"/>
                    <a:gd name="connsiteY4" fmla="*/ 60157 h 105773"/>
                    <a:gd name="connsiteX5" fmla="*/ 12900 w 62506"/>
                    <a:gd name="connsiteY5" fmla="*/ 56611 h 105773"/>
                    <a:gd name="connsiteX6" fmla="*/ 9886 w 62506"/>
                    <a:gd name="connsiteY6" fmla="*/ 48631 h 105773"/>
                    <a:gd name="connsiteX7" fmla="*/ 8822 w 62506"/>
                    <a:gd name="connsiteY7" fmla="*/ 32007 h 105773"/>
                    <a:gd name="connsiteX8" fmla="*/ 0 w 62506"/>
                    <a:gd name="connsiteY8" fmla="*/ 0 h 105773"/>
                    <a:gd name="connsiteX9" fmla="*/ 9531 w 62506"/>
                    <a:gd name="connsiteY9" fmla="*/ 31918 h 105773"/>
                    <a:gd name="connsiteX10" fmla="*/ 10772 w 62506"/>
                    <a:gd name="connsiteY10" fmla="*/ 48587 h 105773"/>
                    <a:gd name="connsiteX11" fmla="*/ 13565 w 62506"/>
                    <a:gd name="connsiteY11" fmla="*/ 55902 h 105773"/>
                    <a:gd name="connsiteX12" fmla="*/ 20924 w 62506"/>
                    <a:gd name="connsiteY12" fmla="*/ 59138 h 105773"/>
                    <a:gd name="connsiteX13" fmla="*/ 36706 w 62506"/>
                    <a:gd name="connsiteY13" fmla="*/ 64679 h 105773"/>
                    <a:gd name="connsiteX14" fmla="*/ 49917 w 62506"/>
                    <a:gd name="connsiteY14" fmla="*/ 74875 h 105773"/>
                    <a:gd name="connsiteX15" fmla="*/ 56832 w 62506"/>
                    <a:gd name="connsiteY15" fmla="*/ 90125 h 105773"/>
                    <a:gd name="connsiteX16" fmla="*/ 62507 w 62506"/>
                    <a:gd name="connsiteY16" fmla="*/ 105774 h 105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506" h="105773">
                      <a:moveTo>
                        <a:pt x="62507" y="105774"/>
                      </a:moveTo>
                      <a:lnTo>
                        <a:pt x="56345" y="90258"/>
                      </a:lnTo>
                      <a:cubicBezTo>
                        <a:pt x="54305" y="85116"/>
                        <a:pt x="52576" y="79707"/>
                        <a:pt x="49340" y="75274"/>
                      </a:cubicBezTo>
                      <a:cubicBezTo>
                        <a:pt x="46104" y="70841"/>
                        <a:pt x="41361" y="67693"/>
                        <a:pt x="36351" y="65477"/>
                      </a:cubicBezTo>
                      <a:cubicBezTo>
                        <a:pt x="31298" y="63216"/>
                        <a:pt x="25934" y="61753"/>
                        <a:pt x="20614" y="60157"/>
                      </a:cubicBezTo>
                      <a:cubicBezTo>
                        <a:pt x="18043" y="59270"/>
                        <a:pt x="15073" y="58739"/>
                        <a:pt x="12900" y="56611"/>
                      </a:cubicBezTo>
                      <a:cubicBezTo>
                        <a:pt x="10772" y="54439"/>
                        <a:pt x="10152" y="51424"/>
                        <a:pt x="9886" y="48631"/>
                      </a:cubicBezTo>
                      <a:cubicBezTo>
                        <a:pt x="9664" y="43001"/>
                        <a:pt x="9620" y="37504"/>
                        <a:pt x="8822" y="32007"/>
                      </a:cubicBezTo>
                      <a:cubicBezTo>
                        <a:pt x="7403" y="21013"/>
                        <a:pt x="4433" y="10196"/>
                        <a:pt x="0" y="0"/>
                      </a:cubicBezTo>
                      <a:cubicBezTo>
                        <a:pt x="4832" y="10019"/>
                        <a:pt x="8068" y="20836"/>
                        <a:pt x="9531" y="31918"/>
                      </a:cubicBezTo>
                      <a:cubicBezTo>
                        <a:pt x="10374" y="37415"/>
                        <a:pt x="10462" y="43090"/>
                        <a:pt x="10772" y="48587"/>
                      </a:cubicBezTo>
                      <a:cubicBezTo>
                        <a:pt x="11038" y="51291"/>
                        <a:pt x="11703" y="54039"/>
                        <a:pt x="13565" y="55902"/>
                      </a:cubicBezTo>
                      <a:cubicBezTo>
                        <a:pt x="15427" y="57719"/>
                        <a:pt x="18309" y="58251"/>
                        <a:pt x="20924" y="59138"/>
                      </a:cubicBezTo>
                      <a:cubicBezTo>
                        <a:pt x="26200" y="60822"/>
                        <a:pt x="31608" y="62374"/>
                        <a:pt x="36706" y="64679"/>
                      </a:cubicBezTo>
                      <a:cubicBezTo>
                        <a:pt x="41804" y="66984"/>
                        <a:pt x="46636" y="70265"/>
                        <a:pt x="49917" y="74875"/>
                      </a:cubicBezTo>
                      <a:cubicBezTo>
                        <a:pt x="53197" y="79530"/>
                        <a:pt x="54837" y="84938"/>
                        <a:pt x="56832" y="90125"/>
                      </a:cubicBezTo>
                      <a:lnTo>
                        <a:pt x="62507" y="105774"/>
                      </a:ln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01" name="Forme libre : forme 27000">
                  <a:extLst>
                    <a:ext uri="{FF2B5EF4-FFF2-40B4-BE49-F238E27FC236}">
                      <a16:creationId xmlns:a16="http://schemas.microsoft.com/office/drawing/2014/main" id="{E5F7C021-4212-4867-A1A5-FA84F7856B3D}"/>
                    </a:ext>
                  </a:extLst>
                </p:cNvPr>
                <p:cNvSpPr/>
                <p:nvPr/>
              </p:nvSpPr>
              <p:spPr>
                <a:xfrm>
                  <a:off x="6869549" y="4214855"/>
                  <a:ext cx="14499" cy="97129"/>
                </a:xfrm>
                <a:custGeom>
                  <a:avLst/>
                  <a:gdLst>
                    <a:gd name="connsiteX0" fmla="*/ 2996 w 14499"/>
                    <a:gd name="connsiteY0" fmla="*/ 0 h 97129"/>
                    <a:gd name="connsiteX1" fmla="*/ 5478 w 14499"/>
                    <a:gd name="connsiteY1" fmla="*/ 12545 h 97129"/>
                    <a:gd name="connsiteX2" fmla="*/ 10975 w 14499"/>
                    <a:gd name="connsiteY2" fmla="*/ 15604 h 97129"/>
                    <a:gd name="connsiteX3" fmla="*/ 12616 w 14499"/>
                    <a:gd name="connsiteY3" fmla="*/ 18663 h 97129"/>
                    <a:gd name="connsiteX4" fmla="*/ 13059 w 14499"/>
                    <a:gd name="connsiteY4" fmla="*/ 21944 h 97129"/>
                    <a:gd name="connsiteX5" fmla="*/ 14256 w 14499"/>
                    <a:gd name="connsiteY5" fmla="*/ 35154 h 97129"/>
                    <a:gd name="connsiteX6" fmla="*/ 14478 w 14499"/>
                    <a:gd name="connsiteY6" fmla="*/ 41760 h 97129"/>
                    <a:gd name="connsiteX7" fmla="*/ 14389 w 14499"/>
                    <a:gd name="connsiteY7" fmla="*/ 45129 h 97129"/>
                    <a:gd name="connsiteX8" fmla="*/ 12749 w 14499"/>
                    <a:gd name="connsiteY8" fmla="*/ 48321 h 97129"/>
                    <a:gd name="connsiteX9" fmla="*/ 1134 w 14499"/>
                    <a:gd name="connsiteY9" fmla="*/ 71151 h 97129"/>
                    <a:gd name="connsiteX10" fmla="*/ 3883 w 14499"/>
                    <a:gd name="connsiteY10" fmla="*/ 97129 h 97129"/>
                    <a:gd name="connsiteX11" fmla="*/ 380 w 14499"/>
                    <a:gd name="connsiteY11" fmla="*/ 71062 h 97129"/>
                    <a:gd name="connsiteX12" fmla="*/ 11906 w 14499"/>
                    <a:gd name="connsiteY12" fmla="*/ 47523 h 97129"/>
                    <a:gd name="connsiteX13" fmla="*/ 13414 w 14499"/>
                    <a:gd name="connsiteY13" fmla="*/ 41760 h 97129"/>
                    <a:gd name="connsiteX14" fmla="*/ 13281 w 14499"/>
                    <a:gd name="connsiteY14" fmla="*/ 35154 h 97129"/>
                    <a:gd name="connsiteX15" fmla="*/ 12261 w 14499"/>
                    <a:gd name="connsiteY15" fmla="*/ 21988 h 97129"/>
                    <a:gd name="connsiteX16" fmla="*/ 11862 w 14499"/>
                    <a:gd name="connsiteY16" fmla="*/ 18708 h 97129"/>
                    <a:gd name="connsiteX17" fmla="*/ 10665 w 14499"/>
                    <a:gd name="connsiteY17" fmla="*/ 16181 h 97129"/>
                    <a:gd name="connsiteX18" fmla="*/ 7518 w 14499"/>
                    <a:gd name="connsiteY18" fmla="*/ 15117 h 97129"/>
                    <a:gd name="connsiteX19" fmla="*/ 4991 w 14499"/>
                    <a:gd name="connsiteY19" fmla="*/ 12856 h 97129"/>
                    <a:gd name="connsiteX20" fmla="*/ 2996 w 14499"/>
                    <a:gd name="connsiteY20" fmla="*/ 0 h 97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499" h="97129">
                      <a:moveTo>
                        <a:pt x="2996" y="0"/>
                      </a:moveTo>
                      <a:cubicBezTo>
                        <a:pt x="2774" y="4300"/>
                        <a:pt x="2641" y="9088"/>
                        <a:pt x="5478" y="12545"/>
                      </a:cubicBezTo>
                      <a:cubicBezTo>
                        <a:pt x="6853" y="14319"/>
                        <a:pt x="8715" y="15205"/>
                        <a:pt x="10975" y="15604"/>
                      </a:cubicBezTo>
                      <a:cubicBezTo>
                        <a:pt x="12306" y="16136"/>
                        <a:pt x="12483" y="17644"/>
                        <a:pt x="12616" y="18663"/>
                      </a:cubicBezTo>
                      <a:lnTo>
                        <a:pt x="13059" y="21944"/>
                      </a:lnTo>
                      <a:cubicBezTo>
                        <a:pt x="13635" y="26333"/>
                        <a:pt x="14034" y="30721"/>
                        <a:pt x="14256" y="35154"/>
                      </a:cubicBezTo>
                      <a:cubicBezTo>
                        <a:pt x="14389" y="37371"/>
                        <a:pt x="14433" y="39588"/>
                        <a:pt x="14478" y="41760"/>
                      </a:cubicBezTo>
                      <a:cubicBezTo>
                        <a:pt x="14478" y="42868"/>
                        <a:pt x="14566" y="43976"/>
                        <a:pt x="14389" y="45129"/>
                      </a:cubicBezTo>
                      <a:cubicBezTo>
                        <a:pt x="14256" y="46326"/>
                        <a:pt x="13591" y="47523"/>
                        <a:pt x="12749" y="48321"/>
                      </a:cubicBezTo>
                      <a:cubicBezTo>
                        <a:pt x="6276" y="54217"/>
                        <a:pt x="2375" y="62551"/>
                        <a:pt x="1134" y="71151"/>
                      </a:cubicBezTo>
                      <a:cubicBezTo>
                        <a:pt x="-63" y="79840"/>
                        <a:pt x="1223" y="88750"/>
                        <a:pt x="3883" y="97129"/>
                      </a:cubicBezTo>
                      <a:cubicBezTo>
                        <a:pt x="779" y="88884"/>
                        <a:pt x="-772" y="79929"/>
                        <a:pt x="380" y="71062"/>
                      </a:cubicBezTo>
                      <a:cubicBezTo>
                        <a:pt x="1489" y="62285"/>
                        <a:pt x="5390" y="53640"/>
                        <a:pt x="11906" y="47523"/>
                      </a:cubicBezTo>
                      <a:cubicBezTo>
                        <a:pt x="13547" y="46148"/>
                        <a:pt x="13414" y="43976"/>
                        <a:pt x="13414" y="41760"/>
                      </a:cubicBezTo>
                      <a:cubicBezTo>
                        <a:pt x="13414" y="39543"/>
                        <a:pt x="13369" y="37371"/>
                        <a:pt x="13281" y="35154"/>
                      </a:cubicBezTo>
                      <a:cubicBezTo>
                        <a:pt x="13103" y="30766"/>
                        <a:pt x="12793" y="26377"/>
                        <a:pt x="12261" y="21988"/>
                      </a:cubicBezTo>
                      <a:lnTo>
                        <a:pt x="11862" y="18708"/>
                      </a:lnTo>
                      <a:cubicBezTo>
                        <a:pt x="11729" y="17644"/>
                        <a:pt x="11596" y="16491"/>
                        <a:pt x="10665" y="16181"/>
                      </a:cubicBezTo>
                      <a:cubicBezTo>
                        <a:pt x="9779" y="15870"/>
                        <a:pt x="8493" y="15737"/>
                        <a:pt x="7518" y="15117"/>
                      </a:cubicBezTo>
                      <a:cubicBezTo>
                        <a:pt x="6498" y="14540"/>
                        <a:pt x="5656" y="13787"/>
                        <a:pt x="4991" y="12856"/>
                      </a:cubicBezTo>
                      <a:cubicBezTo>
                        <a:pt x="2242" y="9088"/>
                        <a:pt x="2597" y="4256"/>
                        <a:pt x="2996" y="0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02" name="Forme libre : forme 27001">
                  <a:extLst>
                    <a:ext uri="{FF2B5EF4-FFF2-40B4-BE49-F238E27FC236}">
                      <a16:creationId xmlns:a16="http://schemas.microsoft.com/office/drawing/2014/main" id="{C433CA35-E88E-436C-B44A-EA4741F40983}"/>
                    </a:ext>
                  </a:extLst>
                </p:cNvPr>
                <p:cNvSpPr/>
                <p:nvPr/>
              </p:nvSpPr>
              <p:spPr>
                <a:xfrm>
                  <a:off x="6787474" y="4233296"/>
                  <a:ext cx="37681" cy="27884"/>
                </a:xfrm>
                <a:custGeom>
                  <a:avLst/>
                  <a:gdLst>
                    <a:gd name="connsiteX0" fmla="*/ 37681 w 37681"/>
                    <a:gd name="connsiteY0" fmla="*/ 27884 h 27884"/>
                    <a:gd name="connsiteX1" fmla="*/ 31830 w 37681"/>
                    <a:gd name="connsiteY1" fmla="*/ 16801 h 27884"/>
                    <a:gd name="connsiteX2" fmla="*/ 20924 w 37681"/>
                    <a:gd name="connsiteY2" fmla="*/ 12014 h 27884"/>
                    <a:gd name="connsiteX3" fmla="*/ 8512 w 37681"/>
                    <a:gd name="connsiteY3" fmla="*/ 9221 h 27884"/>
                    <a:gd name="connsiteX4" fmla="*/ 0 w 37681"/>
                    <a:gd name="connsiteY4" fmla="*/ 0 h 27884"/>
                    <a:gd name="connsiteX5" fmla="*/ 8866 w 37681"/>
                    <a:gd name="connsiteY5" fmla="*/ 8423 h 27884"/>
                    <a:gd name="connsiteX6" fmla="*/ 21146 w 37681"/>
                    <a:gd name="connsiteY6" fmla="*/ 10906 h 27884"/>
                    <a:gd name="connsiteX7" fmla="*/ 27397 w 37681"/>
                    <a:gd name="connsiteY7" fmla="*/ 12368 h 27884"/>
                    <a:gd name="connsiteX8" fmla="*/ 32539 w 37681"/>
                    <a:gd name="connsiteY8" fmla="*/ 16314 h 27884"/>
                    <a:gd name="connsiteX9" fmla="*/ 37681 w 37681"/>
                    <a:gd name="connsiteY9" fmla="*/ 27884 h 27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681" h="27884">
                      <a:moveTo>
                        <a:pt x="37681" y="27884"/>
                      </a:moveTo>
                      <a:cubicBezTo>
                        <a:pt x="36263" y="23894"/>
                        <a:pt x="34268" y="20171"/>
                        <a:pt x="31830" y="16801"/>
                      </a:cubicBezTo>
                      <a:cubicBezTo>
                        <a:pt x="29657" y="13033"/>
                        <a:pt x="24914" y="12989"/>
                        <a:pt x="20924" y="12014"/>
                      </a:cubicBezTo>
                      <a:cubicBezTo>
                        <a:pt x="16934" y="10861"/>
                        <a:pt x="12457" y="11216"/>
                        <a:pt x="8512" y="9221"/>
                      </a:cubicBezTo>
                      <a:cubicBezTo>
                        <a:pt x="4566" y="7359"/>
                        <a:pt x="1463" y="3990"/>
                        <a:pt x="0" y="0"/>
                      </a:cubicBezTo>
                      <a:cubicBezTo>
                        <a:pt x="1862" y="3812"/>
                        <a:pt x="5098" y="6783"/>
                        <a:pt x="8866" y="8423"/>
                      </a:cubicBezTo>
                      <a:cubicBezTo>
                        <a:pt x="12634" y="10152"/>
                        <a:pt x="16979" y="9797"/>
                        <a:pt x="21146" y="10906"/>
                      </a:cubicBezTo>
                      <a:cubicBezTo>
                        <a:pt x="23229" y="11393"/>
                        <a:pt x="25313" y="11748"/>
                        <a:pt x="27397" y="12368"/>
                      </a:cubicBezTo>
                      <a:cubicBezTo>
                        <a:pt x="29525" y="12900"/>
                        <a:pt x="31475" y="14452"/>
                        <a:pt x="32539" y="16314"/>
                      </a:cubicBezTo>
                      <a:cubicBezTo>
                        <a:pt x="34888" y="19860"/>
                        <a:pt x="36617" y="23806"/>
                        <a:pt x="37681" y="27884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03" name="Forme libre : forme 27002">
                  <a:extLst>
                    <a:ext uri="{FF2B5EF4-FFF2-40B4-BE49-F238E27FC236}">
                      <a16:creationId xmlns:a16="http://schemas.microsoft.com/office/drawing/2014/main" id="{D9FF760E-51B0-4900-944E-134FCAAFB4A7}"/>
                    </a:ext>
                  </a:extLst>
                </p:cNvPr>
                <p:cNvSpPr/>
                <p:nvPr/>
              </p:nvSpPr>
              <p:spPr>
                <a:xfrm>
                  <a:off x="6883007" y="4227533"/>
                  <a:ext cx="42468" cy="34001"/>
                </a:xfrm>
                <a:custGeom>
                  <a:avLst/>
                  <a:gdLst>
                    <a:gd name="connsiteX0" fmla="*/ 0 w 42468"/>
                    <a:gd name="connsiteY0" fmla="*/ 34002 h 34001"/>
                    <a:gd name="connsiteX1" fmla="*/ 11038 w 42468"/>
                    <a:gd name="connsiteY1" fmla="*/ 25535 h 34001"/>
                    <a:gd name="connsiteX2" fmla="*/ 18442 w 42468"/>
                    <a:gd name="connsiteY2" fmla="*/ 13920 h 34001"/>
                    <a:gd name="connsiteX3" fmla="*/ 28815 w 42468"/>
                    <a:gd name="connsiteY3" fmla="*/ 4300 h 34001"/>
                    <a:gd name="connsiteX4" fmla="*/ 42292 w 42468"/>
                    <a:gd name="connsiteY4" fmla="*/ 310 h 34001"/>
                    <a:gd name="connsiteX5" fmla="*/ 42292 w 42468"/>
                    <a:gd name="connsiteY5" fmla="*/ 399 h 34001"/>
                    <a:gd name="connsiteX6" fmla="*/ 41405 w 42468"/>
                    <a:gd name="connsiteY6" fmla="*/ 0 h 34001"/>
                    <a:gd name="connsiteX7" fmla="*/ 42336 w 42468"/>
                    <a:gd name="connsiteY7" fmla="*/ 310 h 34001"/>
                    <a:gd name="connsiteX8" fmla="*/ 42469 w 42468"/>
                    <a:gd name="connsiteY8" fmla="*/ 355 h 34001"/>
                    <a:gd name="connsiteX9" fmla="*/ 42336 w 42468"/>
                    <a:gd name="connsiteY9" fmla="*/ 399 h 34001"/>
                    <a:gd name="connsiteX10" fmla="*/ 29258 w 42468"/>
                    <a:gd name="connsiteY10" fmla="*/ 5098 h 34001"/>
                    <a:gd name="connsiteX11" fmla="*/ 19417 w 42468"/>
                    <a:gd name="connsiteY11" fmla="*/ 14496 h 34001"/>
                    <a:gd name="connsiteX12" fmla="*/ 11570 w 42468"/>
                    <a:gd name="connsiteY12" fmla="*/ 26199 h 34001"/>
                    <a:gd name="connsiteX13" fmla="*/ 0 w 42468"/>
                    <a:gd name="connsiteY13" fmla="*/ 34002 h 34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2468" h="34001">
                      <a:moveTo>
                        <a:pt x="0" y="34002"/>
                      </a:moveTo>
                      <a:cubicBezTo>
                        <a:pt x="2571" y="29879"/>
                        <a:pt x="7580" y="28416"/>
                        <a:pt x="11038" y="25535"/>
                      </a:cubicBezTo>
                      <a:cubicBezTo>
                        <a:pt x="14629" y="22609"/>
                        <a:pt x="16092" y="18043"/>
                        <a:pt x="18442" y="13920"/>
                      </a:cubicBezTo>
                      <a:cubicBezTo>
                        <a:pt x="20835" y="9753"/>
                        <a:pt x="24604" y="6472"/>
                        <a:pt x="28815" y="4300"/>
                      </a:cubicBezTo>
                      <a:cubicBezTo>
                        <a:pt x="33026" y="2128"/>
                        <a:pt x="37637" y="842"/>
                        <a:pt x="42292" y="310"/>
                      </a:cubicBezTo>
                      <a:lnTo>
                        <a:pt x="42292" y="399"/>
                      </a:lnTo>
                      <a:lnTo>
                        <a:pt x="41405" y="0"/>
                      </a:lnTo>
                      <a:lnTo>
                        <a:pt x="42336" y="310"/>
                      </a:lnTo>
                      <a:lnTo>
                        <a:pt x="42469" y="355"/>
                      </a:lnTo>
                      <a:lnTo>
                        <a:pt x="42336" y="399"/>
                      </a:lnTo>
                      <a:cubicBezTo>
                        <a:pt x="37770" y="1330"/>
                        <a:pt x="33292" y="2793"/>
                        <a:pt x="29258" y="5098"/>
                      </a:cubicBezTo>
                      <a:cubicBezTo>
                        <a:pt x="25224" y="7359"/>
                        <a:pt x="21678" y="10506"/>
                        <a:pt x="19417" y="14496"/>
                      </a:cubicBezTo>
                      <a:cubicBezTo>
                        <a:pt x="17067" y="18397"/>
                        <a:pt x="15560" y="23229"/>
                        <a:pt x="11570" y="26199"/>
                      </a:cubicBezTo>
                      <a:cubicBezTo>
                        <a:pt x="7802" y="29081"/>
                        <a:pt x="2881" y="30101"/>
                        <a:pt x="0" y="34002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04" name="Forme libre : forme 27003">
                  <a:extLst>
                    <a:ext uri="{FF2B5EF4-FFF2-40B4-BE49-F238E27FC236}">
                      <a16:creationId xmlns:a16="http://schemas.microsoft.com/office/drawing/2014/main" id="{48397E48-07DC-44D4-9287-A3DF06637D0D}"/>
                    </a:ext>
                  </a:extLst>
                </p:cNvPr>
                <p:cNvSpPr/>
                <p:nvPr/>
              </p:nvSpPr>
              <p:spPr>
                <a:xfrm>
                  <a:off x="6789965" y="4257368"/>
                  <a:ext cx="35500" cy="14185"/>
                </a:xfrm>
                <a:custGeom>
                  <a:avLst/>
                  <a:gdLst>
                    <a:gd name="connsiteX0" fmla="*/ 35500 w 35500"/>
                    <a:gd name="connsiteY0" fmla="*/ 14186 h 14185"/>
                    <a:gd name="connsiteX1" fmla="*/ 27920 w 35500"/>
                    <a:gd name="connsiteY1" fmla="*/ 8467 h 14185"/>
                    <a:gd name="connsiteX2" fmla="*/ 18034 w 35500"/>
                    <a:gd name="connsiteY2" fmla="*/ 7448 h 14185"/>
                    <a:gd name="connsiteX3" fmla="*/ 8325 w 35500"/>
                    <a:gd name="connsiteY3" fmla="*/ 4877 h 14185"/>
                    <a:gd name="connsiteX4" fmla="*/ 3715 w 35500"/>
                    <a:gd name="connsiteY4" fmla="*/ 2926 h 14185"/>
                    <a:gd name="connsiteX5" fmla="*/ 1498 w 35500"/>
                    <a:gd name="connsiteY5" fmla="*/ 1773 h 14185"/>
                    <a:gd name="connsiteX6" fmla="*/ 80 w 35500"/>
                    <a:gd name="connsiteY6" fmla="*/ 0 h 14185"/>
                    <a:gd name="connsiteX7" fmla="*/ 1631 w 35500"/>
                    <a:gd name="connsiteY7" fmla="*/ 1507 h 14185"/>
                    <a:gd name="connsiteX8" fmla="*/ 3937 w 35500"/>
                    <a:gd name="connsiteY8" fmla="*/ 2438 h 14185"/>
                    <a:gd name="connsiteX9" fmla="*/ 8591 w 35500"/>
                    <a:gd name="connsiteY9" fmla="*/ 4079 h 14185"/>
                    <a:gd name="connsiteX10" fmla="*/ 18167 w 35500"/>
                    <a:gd name="connsiteY10" fmla="*/ 6384 h 14185"/>
                    <a:gd name="connsiteX11" fmla="*/ 28053 w 35500"/>
                    <a:gd name="connsiteY11" fmla="*/ 7625 h 14185"/>
                    <a:gd name="connsiteX12" fmla="*/ 35500 w 35500"/>
                    <a:gd name="connsiteY12" fmla="*/ 14186 h 14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500" h="14185">
                      <a:moveTo>
                        <a:pt x="35500" y="14186"/>
                      </a:moveTo>
                      <a:cubicBezTo>
                        <a:pt x="33683" y="11437"/>
                        <a:pt x="31111" y="9044"/>
                        <a:pt x="27920" y="8467"/>
                      </a:cubicBezTo>
                      <a:cubicBezTo>
                        <a:pt x="24772" y="7980"/>
                        <a:pt x="21314" y="8068"/>
                        <a:pt x="18034" y="7448"/>
                      </a:cubicBezTo>
                      <a:cubicBezTo>
                        <a:pt x="14753" y="6871"/>
                        <a:pt x="11473" y="6029"/>
                        <a:pt x="8325" y="4877"/>
                      </a:cubicBezTo>
                      <a:cubicBezTo>
                        <a:pt x="6774" y="4300"/>
                        <a:pt x="5222" y="3635"/>
                        <a:pt x="3715" y="2926"/>
                      </a:cubicBezTo>
                      <a:lnTo>
                        <a:pt x="1498" y="1773"/>
                      </a:lnTo>
                      <a:cubicBezTo>
                        <a:pt x="878" y="1419"/>
                        <a:pt x="-319" y="931"/>
                        <a:pt x="80" y="0"/>
                      </a:cubicBezTo>
                      <a:cubicBezTo>
                        <a:pt x="-231" y="887"/>
                        <a:pt x="966" y="1241"/>
                        <a:pt x="1631" y="1507"/>
                      </a:cubicBezTo>
                      <a:lnTo>
                        <a:pt x="3937" y="2438"/>
                      </a:lnTo>
                      <a:cubicBezTo>
                        <a:pt x="5488" y="3059"/>
                        <a:pt x="7040" y="3591"/>
                        <a:pt x="8591" y="4079"/>
                      </a:cubicBezTo>
                      <a:cubicBezTo>
                        <a:pt x="11739" y="5054"/>
                        <a:pt x="14931" y="5852"/>
                        <a:pt x="18167" y="6384"/>
                      </a:cubicBezTo>
                      <a:cubicBezTo>
                        <a:pt x="21403" y="7093"/>
                        <a:pt x="24683" y="6960"/>
                        <a:pt x="28053" y="7625"/>
                      </a:cubicBezTo>
                      <a:cubicBezTo>
                        <a:pt x="31555" y="8467"/>
                        <a:pt x="34037" y="11260"/>
                        <a:pt x="35500" y="14186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05" name="Forme libre : forme 27004">
                  <a:extLst>
                    <a:ext uri="{FF2B5EF4-FFF2-40B4-BE49-F238E27FC236}">
                      <a16:creationId xmlns:a16="http://schemas.microsoft.com/office/drawing/2014/main" id="{F14B4B0B-CC85-4F94-AE9E-3D2487C1849A}"/>
                    </a:ext>
                  </a:extLst>
                </p:cNvPr>
                <p:cNvSpPr/>
                <p:nvPr/>
              </p:nvSpPr>
              <p:spPr>
                <a:xfrm>
                  <a:off x="6725499" y="4269692"/>
                  <a:ext cx="145405" cy="54127"/>
                </a:xfrm>
                <a:custGeom>
                  <a:avLst/>
                  <a:gdLst>
                    <a:gd name="connsiteX0" fmla="*/ 0 w 145405"/>
                    <a:gd name="connsiteY0" fmla="*/ 0 h 54127"/>
                    <a:gd name="connsiteX1" fmla="*/ 20481 w 145405"/>
                    <a:gd name="connsiteY1" fmla="*/ 798 h 54127"/>
                    <a:gd name="connsiteX2" fmla="*/ 40651 w 145405"/>
                    <a:gd name="connsiteY2" fmla="*/ 4477 h 54127"/>
                    <a:gd name="connsiteX3" fmla="*/ 50050 w 145405"/>
                    <a:gd name="connsiteY3" fmla="*/ 8423 h 54127"/>
                    <a:gd name="connsiteX4" fmla="*/ 60068 w 145405"/>
                    <a:gd name="connsiteY4" fmla="*/ 9886 h 54127"/>
                    <a:gd name="connsiteX5" fmla="*/ 80638 w 145405"/>
                    <a:gd name="connsiteY5" fmla="*/ 10063 h 54127"/>
                    <a:gd name="connsiteX6" fmla="*/ 100631 w 145405"/>
                    <a:gd name="connsiteY6" fmla="*/ 15117 h 54127"/>
                    <a:gd name="connsiteX7" fmla="*/ 119649 w 145405"/>
                    <a:gd name="connsiteY7" fmla="*/ 23008 h 54127"/>
                    <a:gd name="connsiteX8" fmla="*/ 135254 w 145405"/>
                    <a:gd name="connsiteY8" fmla="*/ 36307 h 54127"/>
                    <a:gd name="connsiteX9" fmla="*/ 145406 w 145405"/>
                    <a:gd name="connsiteY9" fmla="*/ 54128 h 54127"/>
                    <a:gd name="connsiteX10" fmla="*/ 134810 w 145405"/>
                    <a:gd name="connsiteY10" fmla="*/ 36662 h 54127"/>
                    <a:gd name="connsiteX11" fmla="*/ 119294 w 145405"/>
                    <a:gd name="connsiteY11" fmla="*/ 23673 h 54127"/>
                    <a:gd name="connsiteX12" fmla="*/ 100277 w 145405"/>
                    <a:gd name="connsiteY12" fmla="*/ 16003 h 54127"/>
                    <a:gd name="connsiteX13" fmla="*/ 80461 w 145405"/>
                    <a:gd name="connsiteY13" fmla="*/ 11216 h 54127"/>
                    <a:gd name="connsiteX14" fmla="*/ 59980 w 145405"/>
                    <a:gd name="connsiteY14" fmla="*/ 10861 h 54127"/>
                    <a:gd name="connsiteX15" fmla="*/ 49739 w 145405"/>
                    <a:gd name="connsiteY15" fmla="*/ 9309 h 54127"/>
                    <a:gd name="connsiteX16" fmla="*/ 40253 w 145405"/>
                    <a:gd name="connsiteY16" fmla="*/ 5231 h 54127"/>
                    <a:gd name="connsiteX17" fmla="*/ 20348 w 145405"/>
                    <a:gd name="connsiteY17" fmla="*/ 1419 h 54127"/>
                    <a:gd name="connsiteX18" fmla="*/ 0 w 145405"/>
                    <a:gd name="connsiteY18" fmla="*/ 0 h 54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45405" h="54127">
                      <a:moveTo>
                        <a:pt x="0" y="0"/>
                      </a:moveTo>
                      <a:cubicBezTo>
                        <a:pt x="6783" y="1108"/>
                        <a:pt x="13654" y="754"/>
                        <a:pt x="20481" y="798"/>
                      </a:cubicBezTo>
                      <a:cubicBezTo>
                        <a:pt x="27308" y="887"/>
                        <a:pt x="34356" y="1507"/>
                        <a:pt x="40651" y="4477"/>
                      </a:cubicBezTo>
                      <a:cubicBezTo>
                        <a:pt x="43799" y="5852"/>
                        <a:pt x="46813" y="7492"/>
                        <a:pt x="50050" y="8423"/>
                      </a:cubicBezTo>
                      <a:cubicBezTo>
                        <a:pt x="53286" y="9398"/>
                        <a:pt x="56699" y="9753"/>
                        <a:pt x="60068" y="9886"/>
                      </a:cubicBezTo>
                      <a:cubicBezTo>
                        <a:pt x="66851" y="10107"/>
                        <a:pt x="73722" y="9309"/>
                        <a:pt x="80638" y="10063"/>
                      </a:cubicBezTo>
                      <a:cubicBezTo>
                        <a:pt x="87509" y="10817"/>
                        <a:pt x="94159" y="12767"/>
                        <a:pt x="100631" y="15117"/>
                      </a:cubicBezTo>
                      <a:cubicBezTo>
                        <a:pt x="107059" y="17555"/>
                        <a:pt x="113443" y="19993"/>
                        <a:pt x="119649" y="23008"/>
                      </a:cubicBezTo>
                      <a:cubicBezTo>
                        <a:pt x="125900" y="26022"/>
                        <a:pt x="130998" y="30943"/>
                        <a:pt x="135254" y="36307"/>
                      </a:cubicBezTo>
                      <a:cubicBezTo>
                        <a:pt x="139465" y="41715"/>
                        <a:pt x="142923" y="47744"/>
                        <a:pt x="145406" y="54128"/>
                      </a:cubicBezTo>
                      <a:cubicBezTo>
                        <a:pt x="142746" y="47833"/>
                        <a:pt x="139155" y="41893"/>
                        <a:pt x="134810" y="36662"/>
                      </a:cubicBezTo>
                      <a:cubicBezTo>
                        <a:pt x="130510" y="31386"/>
                        <a:pt x="125457" y="26599"/>
                        <a:pt x="119294" y="23673"/>
                      </a:cubicBezTo>
                      <a:cubicBezTo>
                        <a:pt x="113133" y="20747"/>
                        <a:pt x="106705" y="18353"/>
                        <a:pt x="100277" y="16003"/>
                      </a:cubicBezTo>
                      <a:cubicBezTo>
                        <a:pt x="93849" y="13742"/>
                        <a:pt x="87243" y="11881"/>
                        <a:pt x="80461" y="11216"/>
                      </a:cubicBezTo>
                      <a:cubicBezTo>
                        <a:pt x="73722" y="10418"/>
                        <a:pt x="66851" y="11127"/>
                        <a:pt x="59980" y="10861"/>
                      </a:cubicBezTo>
                      <a:cubicBezTo>
                        <a:pt x="56522" y="10684"/>
                        <a:pt x="53064" y="10329"/>
                        <a:pt x="49739" y="9309"/>
                      </a:cubicBezTo>
                      <a:cubicBezTo>
                        <a:pt x="46370" y="8334"/>
                        <a:pt x="43356" y="6650"/>
                        <a:pt x="40253" y="5231"/>
                      </a:cubicBezTo>
                      <a:cubicBezTo>
                        <a:pt x="34091" y="2261"/>
                        <a:pt x="27175" y="1551"/>
                        <a:pt x="20348" y="1419"/>
                      </a:cubicBezTo>
                      <a:cubicBezTo>
                        <a:pt x="13698" y="1064"/>
                        <a:pt x="6783" y="1286"/>
                        <a:pt x="0" y="0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06" name="Forme libre : forme 27005">
                  <a:extLst>
                    <a:ext uri="{FF2B5EF4-FFF2-40B4-BE49-F238E27FC236}">
                      <a16:creationId xmlns:a16="http://schemas.microsoft.com/office/drawing/2014/main" id="{A8843020-6BBC-42FF-85D0-E56CF77CC37D}"/>
                    </a:ext>
                  </a:extLst>
                </p:cNvPr>
                <p:cNvSpPr/>
                <p:nvPr/>
              </p:nvSpPr>
              <p:spPr>
                <a:xfrm>
                  <a:off x="6870373" y="4232720"/>
                  <a:ext cx="72791" cy="61176"/>
                </a:xfrm>
                <a:custGeom>
                  <a:avLst/>
                  <a:gdLst>
                    <a:gd name="connsiteX0" fmla="*/ 0 w 72791"/>
                    <a:gd name="connsiteY0" fmla="*/ 61177 h 61176"/>
                    <a:gd name="connsiteX1" fmla="*/ 12280 w 72791"/>
                    <a:gd name="connsiteY1" fmla="*/ 39765 h 61176"/>
                    <a:gd name="connsiteX2" fmla="*/ 32539 w 72791"/>
                    <a:gd name="connsiteY2" fmla="*/ 25845 h 61176"/>
                    <a:gd name="connsiteX3" fmla="*/ 39322 w 72791"/>
                    <a:gd name="connsiteY3" fmla="*/ 15471 h 61176"/>
                    <a:gd name="connsiteX4" fmla="*/ 43577 w 72791"/>
                    <a:gd name="connsiteY4" fmla="*/ 10772 h 61176"/>
                    <a:gd name="connsiteX5" fmla="*/ 49340 w 72791"/>
                    <a:gd name="connsiteY5" fmla="*/ 8113 h 61176"/>
                    <a:gd name="connsiteX6" fmla="*/ 72747 w 72791"/>
                    <a:gd name="connsiteY6" fmla="*/ 0 h 61176"/>
                    <a:gd name="connsiteX7" fmla="*/ 72791 w 72791"/>
                    <a:gd name="connsiteY7" fmla="*/ 44 h 61176"/>
                    <a:gd name="connsiteX8" fmla="*/ 71683 w 72791"/>
                    <a:gd name="connsiteY8" fmla="*/ 488 h 61176"/>
                    <a:gd name="connsiteX9" fmla="*/ 72747 w 72791"/>
                    <a:gd name="connsiteY9" fmla="*/ 0 h 61176"/>
                    <a:gd name="connsiteX10" fmla="*/ 72791 w 72791"/>
                    <a:gd name="connsiteY10" fmla="*/ 44 h 61176"/>
                    <a:gd name="connsiteX11" fmla="*/ 61531 w 72791"/>
                    <a:gd name="connsiteY11" fmla="*/ 5409 h 61176"/>
                    <a:gd name="connsiteX12" fmla="*/ 49562 w 72791"/>
                    <a:gd name="connsiteY12" fmla="*/ 8866 h 61176"/>
                    <a:gd name="connsiteX13" fmla="*/ 44109 w 72791"/>
                    <a:gd name="connsiteY13" fmla="*/ 11437 h 61176"/>
                    <a:gd name="connsiteX14" fmla="*/ 40119 w 72791"/>
                    <a:gd name="connsiteY14" fmla="*/ 16003 h 61176"/>
                    <a:gd name="connsiteX15" fmla="*/ 33381 w 72791"/>
                    <a:gd name="connsiteY15" fmla="*/ 26554 h 61176"/>
                    <a:gd name="connsiteX16" fmla="*/ 23185 w 72791"/>
                    <a:gd name="connsiteY16" fmla="*/ 33913 h 61176"/>
                    <a:gd name="connsiteX17" fmla="*/ 12723 w 72791"/>
                    <a:gd name="connsiteY17" fmla="*/ 40341 h 61176"/>
                    <a:gd name="connsiteX18" fmla="*/ 0 w 72791"/>
                    <a:gd name="connsiteY18" fmla="*/ 61177 h 61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2791" h="61176">
                      <a:moveTo>
                        <a:pt x="0" y="61177"/>
                      </a:moveTo>
                      <a:cubicBezTo>
                        <a:pt x="1729" y="53020"/>
                        <a:pt x="6206" y="45528"/>
                        <a:pt x="12280" y="39765"/>
                      </a:cubicBezTo>
                      <a:cubicBezTo>
                        <a:pt x="18220" y="33559"/>
                        <a:pt x="27751" y="32716"/>
                        <a:pt x="32539" y="25845"/>
                      </a:cubicBezTo>
                      <a:cubicBezTo>
                        <a:pt x="35110" y="22653"/>
                        <a:pt x="37017" y="18974"/>
                        <a:pt x="39322" y="15471"/>
                      </a:cubicBezTo>
                      <a:cubicBezTo>
                        <a:pt x="40519" y="13743"/>
                        <a:pt x="41848" y="12058"/>
                        <a:pt x="43577" y="10772"/>
                      </a:cubicBezTo>
                      <a:cubicBezTo>
                        <a:pt x="45306" y="9443"/>
                        <a:pt x="47301" y="8689"/>
                        <a:pt x="49340" y="8113"/>
                      </a:cubicBezTo>
                      <a:cubicBezTo>
                        <a:pt x="57497" y="6384"/>
                        <a:pt x="65388" y="3857"/>
                        <a:pt x="72747" y="0"/>
                      </a:cubicBezTo>
                      <a:lnTo>
                        <a:pt x="72791" y="44"/>
                      </a:lnTo>
                      <a:lnTo>
                        <a:pt x="71683" y="488"/>
                      </a:lnTo>
                      <a:lnTo>
                        <a:pt x="72747" y="0"/>
                      </a:lnTo>
                      <a:lnTo>
                        <a:pt x="72791" y="44"/>
                      </a:lnTo>
                      <a:cubicBezTo>
                        <a:pt x="69201" y="2128"/>
                        <a:pt x="65433" y="3946"/>
                        <a:pt x="61531" y="5409"/>
                      </a:cubicBezTo>
                      <a:cubicBezTo>
                        <a:pt x="57630" y="6871"/>
                        <a:pt x="53508" y="7847"/>
                        <a:pt x="49562" y="8866"/>
                      </a:cubicBezTo>
                      <a:cubicBezTo>
                        <a:pt x="47611" y="9443"/>
                        <a:pt x="45705" y="10196"/>
                        <a:pt x="44109" y="11437"/>
                      </a:cubicBezTo>
                      <a:cubicBezTo>
                        <a:pt x="42514" y="12679"/>
                        <a:pt x="41228" y="14275"/>
                        <a:pt x="40119" y="16003"/>
                      </a:cubicBezTo>
                      <a:cubicBezTo>
                        <a:pt x="37859" y="19417"/>
                        <a:pt x="36041" y="23229"/>
                        <a:pt x="33381" y="26554"/>
                      </a:cubicBezTo>
                      <a:cubicBezTo>
                        <a:pt x="30810" y="29968"/>
                        <a:pt x="26953" y="32229"/>
                        <a:pt x="23185" y="33913"/>
                      </a:cubicBezTo>
                      <a:cubicBezTo>
                        <a:pt x="19373" y="35598"/>
                        <a:pt x="15737" y="37460"/>
                        <a:pt x="12723" y="40341"/>
                      </a:cubicBezTo>
                      <a:cubicBezTo>
                        <a:pt x="6783" y="45927"/>
                        <a:pt x="2128" y="53153"/>
                        <a:pt x="0" y="61177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07" name="Forme libre : forme 27006">
                  <a:extLst>
                    <a:ext uri="{FF2B5EF4-FFF2-40B4-BE49-F238E27FC236}">
                      <a16:creationId xmlns:a16="http://schemas.microsoft.com/office/drawing/2014/main" id="{8818F1F7-AA6B-4793-8D75-4F6EE262888B}"/>
                    </a:ext>
                  </a:extLst>
                </p:cNvPr>
                <p:cNvSpPr/>
                <p:nvPr/>
              </p:nvSpPr>
              <p:spPr>
                <a:xfrm>
                  <a:off x="6826529" y="4215918"/>
                  <a:ext cx="34445" cy="76382"/>
                </a:xfrm>
                <a:custGeom>
                  <a:avLst/>
                  <a:gdLst>
                    <a:gd name="connsiteX0" fmla="*/ 34445 w 34445"/>
                    <a:gd name="connsiteY0" fmla="*/ 76382 h 76382"/>
                    <a:gd name="connsiteX1" fmla="*/ 32007 w 34445"/>
                    <a:gd name="connsiteY1" fmla="*/ 65344 h 76382"/>
                    <a:gd name="connsiteX2" fmla="*/ 32140 w 34445"/>
                    <a:gd name="connsiteY2" fmla="*/ 53995 h 76382"/>
                    <a:gd name="connsiteX3" fmla="*/ 29923 w 34445"/>
                    <a:gd name="connsiteY3" fmla="*/ 43134 h 76382"/>
                    <a:gd name="connsiteX4" fmla="*/ 26599 w 34445"/>
                    <a:gd name="connsiteY4" fmla="*/ 38967 h 76382"/>
                    <a:gd name="connsiteX5" fmla="*/ 21368 w 34445"/>
                    <a:gd name="connsiteY5" fmla="*/ 37061 h 76382"/>
                    <a:gd name="connsiteX6" fmla="*/ 12014 w 34445"/>
                    <a:gd name="connsiteY6" fmla="*/ 30411 h 76382"/>
                    <a:gd name="connsiteX7" fmla="*/ 4300 w 34445"/>
                    <a:gd name="connsiteY7" fmla="*/ 22032 h 76382"/>
                    <a:gd name="connsiteX8" fmla="*/ 1108 w 34445"/>
                    <a:gd name="connsiteY8" fmla="*/ 11171 h 76382"/>
                    <a:gd name="connsiteX9" fmla="*/ 0 w 34445"/>
                    <a:gd name="connsiteY9" fmla="*/ 0 h 76382"/>
                    <a:gd name="connsiteX10" fmla="*/ 1640 w 34445"/>
                    <a:gd name="connsiteY10" fmla="*/ 11171 h 76382"/>
                    <a:gd name="connsiteX11" fmla="*/ 4877 w 34445"/>
                    <a:gd name="connsiteY11" fmla="*/ 21589 h 76382"/>
                    <a:gd name="connsiteX12" fmla="*/ 12634 w 34445"/>
                    <a:gd name="connsiteY12" fmla="*/ 29746 h 76382"/>
                    <a:gd name="connsiteX13" fmla="*/ 21767 w 34445"/>
                    <a:gd name="connsiteY13" fmla="*/ 36041 h 76382"/>
                    <a:gd name="connsiteX14" fmla="*/ 27131 w 34445"/>
                    <a:gd name="connsiteY14" fmla="*/ 38169 h 76382"/>
                    <a:gd name="connsiteX15" fmla="*/ 30721 w 34445"/>
                    <a:gd name="connsiteY15" fmla="*/ 42779 h 76382"/>
                    <a:gd name="connsiteX16" fmla="*/ 32849 w 34445"/>
                    <a:gd name="connsiteY16" fmla="*/ 54039 h 76382"/>
                    <a:gd name="connsiteX17" fmla="*/ 34445 w 34445"/>
                    <a:gd name="connsiteY17" fmla="*/ 76382 h 76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4445" h="76382">
                      <a:moveTo>
                        <a:pt x="34445" y="76382"/>
                      </a:moveTo>
                      <a:cubicBezTo>
                        <a:pt x="32716" y="73013"/>
                        <a:pt x="32140" y="69112"/>
                        <a:pt x="32007" y="65344"/>
                      </a:cubicBezTo>
                      <a:cubicBezTo>
                        <a:pt x="31918" y="61531"/>
                        <a:pt x="32273" y="57763"/>
                        <a:pt x="32140" y="53995"/>
                      </a:cubicBezTo>
                      <a:cubicBezTo>
                        <a:pt x="32051" y="50271"/>
                        <a:pt x="31564" y="46459"/>
                        <a:pt x="29923" y="43134"/>
                      </a:cubicBezTo>
                      <a:cubicBezTo>
                        <a:pt x="29125" y="41494"/>
                        <a:pt x="28062" y="39942"/>
                        <a:pt x="26599" y="38967"/>
                      </a:cubicBezTo>
                      <a:cubicBezTo>
                        <a:pt x="25047" y="38125"/>
                        <a:pt x="23185" y="37814"/>
                        <a:pt x="21368" y="37061"/>
                      </a:cubicBezTo>
                      <a:cubicBezTo>
                        <a:pt x="17777" y="35554"/>
                        <a:pt x="14762" y="33027"/>
                        <a:pt x="12014" y="30411"/>
                      </a:cubicBezTo>
                      <a:cubicBezTo>
                        <a:pt x="9354" y="27707"/>
                        <a:pt x="6561" y="25136"/>
                        <a:pt x="4300" y="22032"/>
                      </a:cubicBezTo>
                      <a:cubicBezTo>
                        <a:pt x="1906" y="18974"/>
                        <a:pt x="975" y="14940"/>
                        <a:pt x="1108" y="11171"/>
                      </a:cubicBezTo>
                      <a:cubicBezTo>
                        <a:pt x="1153" y="7403"/>
                        <a:pt x="1596" y="3546"/>
                        <a:pt x="0" y="0"/>
                      </a:cubicBezTo>
                      <a:cubicBezTo>
                        <a:pt x="1773" y="3414"/>
                        <a:pt x="1507" y="7448"/>
                        <a:pt x="1640" y="11171"/>
                      </a:cubicBezTo>
                      <a:cubicBezTo>
                        <a:pt x="1596" y="14940"/>
                        <a:pt x="2527" y="18663"/>
                        <a:pt x="4877" y="21589"/>
                      </a:cubicBezTo>
                      <a:cubicBezTo>
                        <a:pt x="7137" y="24559"/>
                        <a:pt x="9974" y="27131"/>
                        <a:pt x="12634" y="29746"/>
                      </a:cubicBezTo>
                      <a:cubicBezTo>
                        <a:pt x="15383" y="32273"/>
                        <a:pt x="18353" y="34667"/>
                        <a:pt x="21767" y="36041"/>
                      </a:cubicBezTo>
                      <a:cubicBezTo>
                        <a:pt x="23407" y="36795"/>
                        <a:pt x="25402" y="37149"/>
                        <a:pt x="27131" y="38169"/>
                      </a:cubicBezTo>
                      <a:cubicBezTo>
                        <a:pt x="28815" y="39322"/>
                        <a:pt x="29923" y="41051"/>
                        <a:pt x="30721" y="42779"/>
                      </a:cubicBezTo>
                      <a:cubicBezTo>
                        <a:pt x="32406" y="46326"/>
                        <a:pt x="32805" y="50227"/>
                        <a:pt x="32849" y="54039"/>
                      </a:cubicBezTo>
                      <a:cubicBezTo>
                        <a:pt x="32982" y="61531"/>
                        <a:pt x="31342" y="69289"/>
                        <a:pt x="34445" y="76382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08" name="Forme libre : forme 27007">
                  <a:extLst>
                    <a:ext uri="{FF2B5EF4-FFF2-40B4-BE49-F238E27FC236}">
                      <a16:creationId xmlns:a16="http://schemas.microsoft.com/office/drawing/2014/main" id="{5B59E328-155F-4CAC-92CB-B7E063C3417E}"/>
                    </a:ext>
                  </a:extLst>
                </p:cNvPr>
                <p:cNvSpPr/>
                <p:nvPr/>
              </p:nvSpPr>
              <p:spPr>
                <a:xfrm>
                  <a:off x="6899409" y="4233784"/>
                  <a:ext cx="65964" cy="29701"/>
                </a:xfrm>
                <a:custGeom>
                  <a:avLst/>
                  <a:gdLst>
                    <a:gd name="connsiteX0" fmla="*/ 0 w 65964"/>
                    <a:gd name="connsiteY0" fmla="*/ 29702 h 29701"/>
                    <a:gd name="connsiteX1" fmla="*/ 18397 w 65964"/>
                    <a:gd name="connsiteY1" fmla="*/ 26155 h 29701"/>
                    <a:gd name="connsiteX2" fmla="*/ 33869 w 65964"/>
                    <a:gd name="connsiteY2" fmla="*/ 16668 h 29701"/>
                    <a:gd name="connsiteX3" fmla="*/ 39632 w 65964"/>
                    <a:gd name="connsiteY3" fmla="*/ 9221 h 29701"/>
                    <a:gd name="connsiteX4" fmla="*/ 47878 w 65964"/>
                    <a:gd name="connsiteY4" fmla="*/ 4477 h 29701"/>
                    <a:gd name="connsiteX5" fmla="*/ 57231 w 65964"/>
                    <a:gd name="connsiteY5" fmla="*/ 3236 h 29701"/>
                    <a:gd name="connsiteX6" fmla="*/ 65964 w 65964"/>
                    <a:gd name="connsiteY6" fmla="*/ 0 h 29701"/>
                    <a:gd name="connsiteX7" fmla="*/ 57320 w 65964"/>
                    <a:gd name="connsiteY7" fmla="*/ 3768 h 29701"/>
                    <a:gd name="connsiteX8" fmla="*/ 48011 w 65964"/>
                    <a:gd name="connsiteY8" fmla="*/ 5187 h 29701"/>
                    <a:gd name="connsiteX9" fmla="*/ 40297 w 65964"/>
                    <a:gd name="connsiteY9" fmla="*/ 9797 h 29701"/>
                    <a:gd name="connsiteX10" fmla="*/ 34711 w 65964"/>
                    <a:gd name="connsiteY10" fmla="*/ 17334 h 29701"/>
                    <a:gd name="connsiteX11" fmla="*/ 18530 w 65964"/>
                    <a:gd name="connsiteY11" fmla="*/ 26820 h 29701"/>
                    <a:gd name="connsiteX12" fmla="*/ 0 w 65964"/>
                    <a:gd name="connsiteY12" fmla="*/ 29702 h 29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5964" h="29701">
                      <a:moveTo>
                        <a:pt x="0" y="29702"/>
                      </a:moveTo>
                      <a:cubicBezTo>
                        <a:pt x="5674" y="26643"/>
                        <a:pt x="12369" y="27352"/>
                        <a:pt x="18397" y="26155"/>
                      </a:cubicBezTo>
                      <a:cubicBezTo>
                        <a:pt x="24471" y="24958"/>
                        <a:pt x="30057" y="21501"/>
                        <a:pt x="33869" y="16668"/>
                      </a:cubicBezTo>
                      <a:cubicBezTo>
                        <a:pt x="35819" y="14275"/>
                        <a:pt x="37460" y="11571"/>
                        <a:pt x="39632" y="9221"/>
                      </a:cubicBezTo>
                      <a:cubicBezTo>
                        <a:pt x="41716" y="6783"/>
                        <a:pt x="44730" y="5054"/>
                        <a:pt x="47878" y="4477"/>
                      </a:cubicBezTo>
                      <a:cubicBezTo>
                        <a:pt x="51025" y="3813"/>
                        <a:pt x="54173" y="3813"/>
                        <a:pt x="57231" y="3236"/>
                      </a:cubicBezTo>
                      <a:cubicBezTo>
                        <a:pt x="60290" y="2704"/>
                        <a:pt x="63260" y="1640"/>
                        <a:pt x="65964" y="0"/>
                      </a:cubicBezTo>
                      <a:cubicBezTo>
                        <a:pt x="63349" y="1773"/>
                        <a:pt x="60423" y="3059"/>
                        <a:pt x="57320" y="3768"/>
                      </a:cubicBezTo>
                      <a:cubicBezTo>
                        <a:pt x="54217" y="4433"/>
                        <a:pt x="51025" y="4477"/>
                        <a:pt x="48011" y="5187"/>
                      </a:cubicBezTo>
                      <a:cubicBezTo>
                        <a:pt x="44952" y="5807"/>
                        <a:pt x="42292" y="7448"/>
                        <a:pt x="40297" y="9797"/>
                      </a:cubicBezTo>
                      <a:cubicBezTo>
                        <a:pt x="38258" y="12103"/>
                        <a:pt x="36706" y="14851"/>
                        <a:pt x="34711" y="17334"/>
                      </a:cubicBezTo>
                      <a:cubicBezTo>
                        <a:pt x="30633" y="22299"/>
                        <a:pt x="24781" y="25712"/>
                        <a:pt x="18530" y="26820"/>
                      </a:cubicBezTo>
                      <a:cubicBezTo>
                        <a:pt x="12324" y="28017"/>
                        <a:pt x="5807" y="27042"/>
                        <a:pt x="0" y="29702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09" name="Forme libre : forme 27008">
                  <a:extLst>
                    <a:ext uri="{FF2B5EF4-FFF2-40B4-BE49-F238E27FC236}">
                      <a16:creationId xmlns:a16="http://schemas.microsoft.com/office/drawing/2014/main" id="{928AD31D-809F-410D-823D-9255F8E5EE43}"/>
                    </a:ext>
                  </a:extLst>
                </p:cNvPr>
                <p:cNvSpPr/>
                <p:nvPr/>
              </p:nvSpPr>
              <p:spPr>
                <a:xfrm>
                  <a:off x="6858980" y="4213047"/>
                  <a:ext cx="7533" cy="52788"/>
                </a:xfrm>
                <a:custGeom>
                  <a:avLst/>
                  <a:gdLst>
                    <a:gd name="connsiteX0" fmla="*/ 0 w 7533"/>
                    <a:gd name="connsiteY0" fmla="*/ 52788 h 52788"/>
                    <a:gd name="connsiteX1" fmla="*/ 5807 w 7533"/>
                    <a:gd name="connsiteY1" fmla="*/ 40376 h 52788"/>
                    <a:gd name="connsiteX2" fmla="*/ 5630 w 7533"/>
                    <a:gd name="connsiteY2" fmla="*/ 26810 h 52788"/>
                    <a:gd name="connsiteX3" fmla="*/ 3414 w 7533"/>
                    <a:gd name="connsiteY3" fmla="*/ 13068 h 52788"/>
                    <a:gd name="connsiteX4" fmla="*/ 3059 w 7533"/>
                    <a:gd name="connsiteY4" fmla="*/ 6108 h 52788"/>
                    <a:gd name="connsiteX5" fmla="*/ 3148 w 7533"/>
                    <a:gd name="connsiteY5" fmla="*/ 2606 h 52788"/>
                    <a:gd name="connsiteX6" fmla="*/ 3236 w 7533"/>
                    <a:gd name="connsiteY6" fmla="*/ 877 h 52788"/>
                    <a:gd name="connsiteX7" fmla="*/ 3014 w 7533"/>
                    <a:gd name="connsiteY7" fmla="*/ 123 h 52788"/>
                    <a:gd name="connsiteX8" fmla="*/ 2926 w 7533"/>
                    <a:gd name="connsiteY8" fmla="*/ 389 h 52788"/>
                    <a:gd name="connsiteX9" fmla="*/ 3014 w 7533"/>
                    <a:gd name="connsiteY9" fmla="*/ 79 h 52788"/>
                    <a:gd name="connsiteX10" fmla="*/ 3325 w 7533"/>
                    <a:gd name="connsiteY10" fmla="*/ 877 h 52788"/>
                    <a:gd name="connsiteX11" fmla="*/ 3369 w 7533"/>
                    <a:gd name="connsiteY11" fmla="*/ 2606 h 52788"/>
                    <a:gd name="connsiteX12" fmla="*/ 3591 w 7533"/>
                    <a:gd name="connsiteY12" fmla="*/ 6063 h 52788"/>
                    <a:gd name="connsiteX13" fmla="*/ 4256 w 7533"/>
                    <a:gd name="connsiteY13" fmla="*/ 12935 h 52788"/>
                    <a:gd name="connsiteX14" fmla="*/ 6738 w 7533"/>
                    <a:gd name="connsiteY14" fmla="*/ 26589 h 52788"/>
                    <a:gd name="connsiteX15" fmla="*/ 6650 w 7533"/>
                    <a:gd name="connsiteY15" fmla="*/ 40597 h 52788"/>
                    <a:gd name="connsiteX16" fmla="*/ 3280 w 7533"/>
                    <a:gd name="connsiteY16" fmla="*/ 46759 h 52788"/>
                    <a:gd name="connsiteX17" fmla="*/ 0 w 7533"/>
                    <a:gd name="connsiteY17" fmla="*/ 52788 h 52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533" h="52788">
                      <a:moveTo>
                        <a:pt x="0" y="52788"/>
                      </a:moveTo>
                      <a:cubicBezTo>
                        <a:pt x="488" y="47956"/>
                        <a:pt x="5054" y="44942"/>
                        <a:pt x="5807" y="40376"/>
                      </a:cubicBezTo>
                      <a:cubicBezTo>
                        <a:pt x="6960" y="35987"/>
                        <a:pt x="6517" y="31332"/>
                        <a:pt x="5630" y="26810"/>
                      </a:cubicBezTo>
                      <a:cubicBezTo>
                        <a:pt x="4788" y="22289"/>
                        <a:pt x="3768" y="17722"/>
                        <a:pt x="3414" y="13068"/>
                      </a:cubicBezTo>
                      <a:cubicBezTo>
                        <a:pt x="3236" y="10762"/>
                        <a:pt x="3103" y="8413"/>
                        <a:pt x="3059" y="6108"/>
                      </a:cubicBezTo>
                      <a:lnTo>
                        <a:pt x="3148" y="2606"/>
                      </a:lnTo>
                      <a:lnTo>
                        <a:pt x="3236" y="877"/>
                      </a:lnTo>
                      <a:cubicBezTo>
                        <a:pt x="3236" y="611"/>
                        <a:pt x="3236" y="300"/>
                        <a:pt x="3014" y="123"/>
                      </a:cubicBezTo>
                      <a:cubicBezTo>
                        <a:pt x="2660" y="-187"/>
                        <a:pt x="2704" y="655"/>
                        <a:pt x="2926" y="389"/>
                      </a:cubicBezTo>
                      <a:cubicBezTo>
                        <a:pt x="2660" y="700"/>
                        <a:pt x="2571" y="-276"/>
                        <a:pt x="3014" y="79"/>
                      </a:cubicBezTo>
                      <a:cubicBezTo>
                        <a:pt x="3280" y="256"/>
                        <a:pt x="3325" y="611"/>
                        <a:pt x="3325" y="877"/>
                      </a:cubicBezTo>
                      <a:lnTo>
                        <a:pt x="3369" y="2606"/>
                      </a:lnTo>
                      <a:lnTo>
                        <a:pt x="3591" y="6063"/>
                      </a:lnTo>
                      <a:cubicBezTo>
                        <a:pt x="3724" y="8369"/>
                        <a:pt x="3946" y="10674"/>
                        <a:pt x="4256" y="12935"/>
                      </a:cubicBezTo>
                      <a:cubicBezTo>
                        <a:pt x="4788" y="17545"/>
                        <a:pt x="5807" y="22023"/>
                        <a:pt x="6738" y="26589"/>
                      </a:cubicBezTo>
                      <a:cubicBezTo>
                        <a:pt x="7536" y="31155"/>
                        <a:pt x="8068" y="35987"/>
                        <a:pt x="6650" y="40597"/>
                      </a:cubicBezTo>
                      <a:cubicBezTo>
                        <a:pt x="5985" y="42902"/>
                        <a:pt x="4743" y="44986"/>
                        <a:pt x="3280" y="46759"/>
                      </a:cubicBezTo>
                      <a:cubicBezTo>
                        <a:pt x="1862" y="48577"/>
                        <a:pt x="355" y="50439"/>
                        <a:pt x="0" y="52788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10" name="Forme libre : forme 27009">
                  <a:extLst>
                    <a:ext uri="{FF2B5EF4-FFF2-40B4-BE49-F238E27FC236}">
                      <a16:creationId xmlns:a16="http://schemas.microsoft.com/office/drawing/2014/main" id="{7159C395-DE2C-461D-980B-3D1CE20954F8}"/>
                    </a:ext>
                  </a:extLst>
                </p:cNvPr>
                <p:cNvSpPr/>
                <p:nvPr/>
              </p:nvSpPr>
              <p:spPr>
                <a:xfrm>
                  <a:off x="6769343" y="4251029"/>
                  <a:ext cx="24913" cy="28859"/>
                </a:xfrm>
                <a:custGeom>
                  <a:avLst/>
                  <a:gdLst>
                    <a:gd name="connsiteX0" fmla="*/ 24914 w 24913"/>
                    <a:gd name="connsiteY0" fmla="*/ 28860 h 28859"/>
                    <a:gd name="connsiteX1" fmla="*/ 11393 w 24913"/>
                    <a:gd name="connsiteY1" fmla="*/ 14851 h 28859"/>
                    <a:gd name="connsiteX2" fmla="*/ 7536 w 24913"/>
                    <a:gd name="connsiteY2" fmla="*/ 5985 h 28859"/>
                    <a:gd name="connsiteX3" fmla="*/ 0 w 24913"/>
                    <a:gd name="connsiteY3" fmla="*/ 0 h 28859"/>
                    <a:gd name="connsiteX4" fmla="*/ 8201 w 24913"/>
                    <a:gd name="connsiteY4" fmla="*/ 5497 h 28859"/>
                    <a:gd name="connsiteX5" fmla="*/ 12413 w 24913"/>
                    <a:gd name="connsiteY5" fmla="*/ 14452 h 28859"/>
                    <a:gd name="connsiteX6" fmla="*/ 24914 w 24913"/>
                    <a:gd name="connsiteY6" fmla="*/ 28860 h 28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913" h="28859">
                      <a:moveTo>
                        <a:pt x="24914" y="28860"/>
                      </a:moveTo>
                      <a:cubicBezTo>
                        <a:pt x="18841" y="26244"/>
                        <a:pt x="13964" y="21013"/>
                        <a:pt x="11393" y="14851"/>
                      </a:cubicBezTo>
                      <a:cubicBezTo>
                        <a:pt x="10152" y="11748"/>
                        <a:pt x="9398" y="8556"/>
                        <a:pt x="7536" y="5985"/>
                      </a:cubicBezTo>
                      <a:cubicBezTo>
                        <a:pt x="5674" y="3414"/>
                        <a:pt x="2793" y="1685"/>
                        <a:pt x="0" y="0"/>
                      </a:cubicBezTo>
                      <a:cubicBezTo>
                        <a:pt x="2970" y="1330"/>
                        <a:pt x="6073" y="2793"/>
                        <a:pt x="8201" y="5497"/>
                      </a:cubicBezTo>
                      <a:cubicBezTo>
                        <a:pt x="10329" y="8201"/>
                        <a:pt x="11127" y="11526"/>
                        <a:pt x="12413" y="14452"/>
                      </a:cubicBezTo>
                      <a:cubicBezTo>
                        <a:pt x="14806" y="20437"/>
                        <a:pt x="19328" y="25446"/>
                        <a:pt x="24914" y="28860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11" name="Forme libre : forme 27010">
                  <a:extLst>
                    <a:ext uri="{FF2B5EF4-FFF2-40B4-BE49-F238E27FC236}">
                      <a16:creationId xmlns:a16="http://schemas.microsoft.com/office/drawing/2014/main" id="{185C0519-BCBF-4CBA-885E-79FD5F6A11B3}"/>
                    </a:ext>
                  </a:extLst>
                </p:cNvPr>
                <p:cNvSpPr/>
                <p:nvPr/>
              </p:nvSpPr>
              <p:spPr>
                <a:xfrm>
                  <a:off x="6841132" y="4211663"/>
                  <a:ext cx="8493" cy="39631"/>
                </a:xfrm>
                <a:custGeom>
                  <a:avLst/>
                  <a:gdLst>
                    <a:gd name="connsiteX0" fmla="*/ 4548 w 8493"/>
                    <a:gd name="connsiteY0" fmla="*/ 39632 h 39631"/>
                    <a:gd name="connsiteX1" fmla="*/ 204 w 8493"/>
                    <a:gd name="connsiteY1" fmla="*/ 30101 h 39631"/>
                    <a:gd name="connsiteX2" fmla="*/ 337 w 8493"/>
                    <a:gd name="connsiteY2" fmla="*/ 24737 h 39631"/>
                    <a:gd name="connsiteX3" fmla="*/ 2331 w 8493"/>
                    <a:gd name="connsiteY3" fmla="*/ 19816 h 39631"/>
                    <a:gd name="connsiteX4" fmla="*/ 8494 w 8493"/>
                    <a:gd name="connsiteY4" fmla="*/ 0 h 39631"/>
                    <a:gd name="connsiteX5" fmla="*/ 3351 w 8493"/>
                    <a:gd name="connsiteY5" fmla="*/ 20259 h 39631"/>
                    <a:gd name="connsiteX6" fmla="*/ 1312 w 8493"/>
                    <a:gd name="connsiteY6" fmla="*/ 24958 h 39631"/>
                    <a:gd name="connsiteX7" fmla="*/ 1046 w 8493"/>
                    <a:gd name="connsiteY7" fmla="*/ 29968 h 39631"/>
                    <a:gd name="connsiteX8" fmla="*/ 4548 w 8493"/>
                    <a:gd name="connsiteY8" fmla="*/ 39632 h 39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493" h="39631">
                      <a:moveTo>
                        <a:pt x="4548" y="39632"/>
                      </a:moveTo>
                      <a:cubicBezTo>
                        <a:pt x="2287" y="36972"/>
                        <a:pt x="736" y="33647"/>
                        <a:pt x="204" y="30101"/>
                      </a:cubicBezTo>
                      <a:cubicBezTo>
                        <a:pt x="-107" y="28328"/>
                        <a:pt x="-62" y="26510"/>
                        <a:pt x="337" y="24737"/>
                      </a:cubicBezTo>
                      <a:cubicBezTo>
                        <a:pt x="780" y="22963"/>
                        <a:pt x="1622" y="21368"/>
                        <a:pt x="2331" y="19816"/>
                      </a:cubicBezTo>
                      <a:cubicBezTo>
                        <a:pt x="5302" y="13565"/>
                        <a:pt x="7208" y="6871"/>
                        <a:pt x="8494" y="0"/>
                      </a:cubicBezTo>
                      <a:cubicBezTo>
                        <a:pt x="8139" y="7004"/>
                        <a:pt x="6233" y="13876"/>
                        <a:pt x="3351" y="20259"/>
                      </a:cubicBezTo>
                      <a:cubicBezTo>
                        <a:pt x="2597" y="21855"/>
                        <a:pt x="1755" y="23363"/>
                        <a:pt x="1312" y="24958"/>
                      </a:cubicBezTo>
                      <a:cubicBezTo>
                        <a:pt x="869" y="26554"/>
                        <a:pt x="869" y="28283"/>
                        <a:pt x="1046" y="29968"/>
                      </a:cubicBezTo>
                      <a:cubicBezTo>
                        <a:pt x="1401" y="33426"/>
                        <a:pt x="2642" y="36751"/>
                        <a:pt x="4548" y="39632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12" name="Forme libre : forme 27011">
                  <a:extLst>
                    <a:ext uri="{FF2B5EF4-FFF2-40B4-BE49-F238E27FC236}">
                      <a16:creationId xmlns:a16="http://schemas.microsoft.com/office/drawing/2014/main" id="{FAA07060-3031-4E22-A814-1C18B27DA5E2}"/>
                    </a:ext>
                  </a:extLst>
                </p:cNvPr>
                <p:cNvSpPr/>
                <p:nvPr/>
              </p:nvSpPr>
              <p:spPr>
                <a:xfrm>
                  <a:off x="6754270" y="4260205"/>
                  <a:ext cx="11925" cy="14363"/>
                </a:xfrm>
                <a:custGeom>
                  <a:avLst/>
                  <a:gdLst>
                    <a:gd name="connsiteX0" fmla="*/ 11925 w 11925"/>
                    <a:gd name="connsiteY0" fmla="*/ 14363 h 14363"/>
                    <a:gd name="connsiteX1" fmla="*/ 8955 w 11925"/>
                    <a:gd name="connsiteY1" fmla="*/ 10551 h 14363"/>
                    <a:gd name="connsiteX2" fmla="*/ 6827 w 11925"/>
                    <a:gd name="connsiteY2" fmla="*/ 6384 h 14363"/>
                    <a:gd name="connsiteX3" fmla="*/ 0 w 11925"/>
                    <a:gd name="connsiteY3" fmla="*/ 0 h 14363"/>
                    <a:gd name="connsiteX4" fmla="*/ 4389 w 11925"/>
                    <a:gd name="connsiteY4" fmla="*/ 2172 h 14363"/>
                    <a:gd name="connsiteX5" fmla="*/ 7802 w 11925"/>
                    <a:gd name="connsiteY5" fmla="*/ 5763 h 14363"/>
                    <a:gd name="connsiteX6" fmla="*/ 9797 w 11925"/>
                    <a:gd name="connsiteY6" fmla="*/ 10240 h 14363"/>
                    <a:gd name="connsiteX7" fmla="*/ 11925 w 11925"/>
                    <a:gd name="connsiteY7" fmla="*/ 14363 h 14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925" h="14363">
                      <a:moveTo>
                        <a:pt x="11925" y="14363"/>
                      </a:moveTo>
                      <a:cubicBezTo>
                        <a:pt x="10418" y="13654"/>
                        <a:pt x="9576" y="12014"/>
                        <a:pt x="8955" y="10551"/>
                      </a:cubicBezTo>
                      <a:cubicBezTo>
                        <a:pt x="8334" y="9043"/>
                        <a:pt x="7758" y="7669"/>
                        <a:pt x="6827" y="6384"/>
                      </a:cubicBezTo>
                      <a:cubicBezTo>
                        <a:pt x="5143" y="3768"/>
                        <a:pt x="2748" y="1685"/>
                        <a:pt x="0" y="0"/>
                      </a:cubicBezTo>
                      <a:cubicBezTo>
                        <a:pt x="1552" y="443"/>
                        <a:pt x="3059" y="1153"/>
                        <a:pt x="4389" y="2172"/>
                      </a:cubicBezTo>
                      <a:cubicBezTo>
                        <a:pt x="5719" y="3148"/>
                        <a:pt x="6827" y="4433"/>
                        <a:pt x="7802" y="5763"/>
                      </a:cubicBezTo>
                      <a:cubicBezTo>
                        <a:pt x="8689" y="7182"/>
                        <a:pt x="9354" y="8733"/>
                        <a:pt x="9797" y="10240"/>
                      </a:cubicBezTo>
                      <a:cubicBezTo>
                        <a:pt x="10196" y="11748"/>
                        <a:pt x="10640" y="13344"/>
                        <a:pt x="11925" y="14363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13" name="Forme libre : forme 27012">
                  <a:extLst>
                    <a:ext uri="{FF2B5EF4-FFF2-40B4-BE49-F238E27FC236}">
                      <a16:creationId xmlns:a16="http://schemas.microsoft.com/office/drawing/2014/main" id="{A3FD2E35-C535-46E5-902F-2099584A107D}"/>
                    </a:ext>
                  </a:extLst>
                </p:cNvPr>
                <p:cNvSpPr/>
                <p:nvPr/>
              </p:nvSpPr>
              <p:spPr>
                <a:xfrm>
                  <a:off x="6882443" y="4223233"/>
                  <a:ext cx="14528" cy="14806"/>
                </a:xfrm>
                <a:custGeom>
                  <a:avLst/>
                  <a:gdLst>
                    <a:gd name="connsiteX0" fmla="*/ 32 w 14528"/>
                    <a:gd name="connsiteY0" fmla="*/ 14807 h 14806"/>
                    <a:gd name="connsiteX1" fmla="*/ 4776 w 14528"/>
                    <a:gd name="connsiteY1" fmla="*/ 5098 h 14806"/>
                    <a:gd name="connsiteX2" fmla="*/ 14529 w 14528"/>
                    <a:gd name="connsiteY2" fmla="*/ 0 h 14806"/>
                    <a:gd name="connsiteX3" fmla="*/ 10051 w 14528"/>
                    <a:gd name="connsiteY3" fmla="*/ 3192 h 14806"/>
                    <a:gd name="connsiteX4" fmla="*/ 5396 w 14528"/>
                    <a:gd name="connsiteY4" fmla="*/ 5985 h 14806"/>
                    <a:gd name="connsiteX5" fmla="*/ 32 w 14528"/>
                    <a:gd name="connsiteY5" fmla="*/ 14807 h 14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528" h="14806">
                      <a:moveTo>
                        <a:pt x="32" y="14807"/>
                      </a:moveTo>
                      <a:cubicBezTo>
                        <a:pt x="-278" y="11083"/>
                        <a:pt x="1673" y="7270"/>
                        <a:pt x="4776" y="5098"/>
                      </a:cubicBezTo>
                      <a:cubicBezTo>
                        <a:pt x="8101" y="3369"/>
                        <a:pt x="11159" y="1507"/>
                        <a:pt x="14529" y="0"/>
                      </a:cubicBezTo>
                      <a:cubicBezTo>
                        <a:pt x="13066" y="1108"/>
                        <a:pt x="11603" y="2172"/>
                        <a:pt x="10051" y="3192"/>
                      </a:cubicBezTo>
                      <a:cubicBezTo>
                        <a:pt x="8500" y="4256"/>
                        <a:pt x="6948" y="5054"/>
                        <a:pt x="5396" y="5985"/>
                      </a:cubicBezTo>
                      <a:cubicBezTo>
                        <a:pt x="2515" y="7935"/>
                        <a:pt x="653" y="11216"/>
                        <a:pt x="32" y="14807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14" name="Forme libre : forme 27013">
                  <a:extLst>
                    <a:ext uri="{FF2B5EF4-FFF2-40B4-BE49-F238E27FC236}">
                      <a16:creationId xmlns:a16="http://schemas.microsoft.com/office/drawing/2014/main" id="{3E72220F-CC1A-49A7-99CA-AE7B930BD02F}"/>
                    </a:ext>
                  </a:extLst>
                </p:cNvPr>
                <p:cNvSpPr/>
                <p:nvPr/>
              </p:nvSpPr>
              <p:spPr>
                <a:xfrm>
                  <a:off x="6752364" y="4258653"/>
                  <a:ext cx="4078" cy="4078"/>
                </a:xfrm>
                <a:custGeom>
                  <a:avLst/>
                  <a:gdLst>
                    <a:gd name="connsiteX0" fmla="*/ 4078 w 4078"/>
                    <a:gd name="connsiteY0" fmla="*/ 2039 h 4078"/>
                    <a:gd name="connsiteX1" fmla="*/ 2039 w 4078"/>
                    <a:gd name="connsiteY1" fmla="*/ 4078 h 4078"/>
                    <a:gd name="connsiteX2" fmla="*/ 0 w 4078"/>
                    <a:gd name="connsiteY2" fmla="*/ 2039 h 4078"/>
                    <a:gd name="connsiteX3" fmla="*/ 2039 w 4078"/>
                    <a:gd name="connsiteY3" fmla="*/ 0 h 4078"/>
                    <a:gd name="connsiteX4" fmla="*/ 4078 w 4078"/>
                    <a:gd name="connsiteY4" fmla="*/ 2039 h 4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8" h="4078">
                      <a:moveTo>
                        <a:pt x="4078" y="2039"/>
                      </a:moveTo>
                      <a:cubicBezTo>
                        <a:pt x="4078" y="3165"/>
                        <a:pt x="3165" y="4078"/>
                        <a:pt x="2039" y="4078"/>
                      </a:cubicBezTo>
                      <a:cubicBezTo>
                        <a:pt x="913" y="4078"/>
                        <a:pt x="0" y="3166"/>
                        <a:pt x="0" y="2039"/>
                      </a:cubicBezTo>
                      <a:cubicBezTo>
                        <a:pt x="0" y="913"/>
                        <a:pt x="913" y="0"/>
                        <a:pt x="2039" y="0"/>
                      </a:cubicBezTo>
                      <a:cubicBezTo>
                        <a:pt x="3165" y="0"/>
                        <a:pt x="4078" y="913"/>
                        <a:pt x="4078" y="2039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15" name="Forme libre : forme 27014">
                  <a:extLst>
                    <a:ext uri="{FF2B5EF4-FFF2-40B4-BE49-F238E27FC236}">
                      <a16:creationId xmlns:a16="http://schemas.microsoft.com/office/drawing/2014/main" id="{D3CFA1F8-DFFC-4B3B-A004-A75899FF7772}"/>
                    </a:ext>
                  </a:extLst>
                </p:cNvPr>
                <p:cNvSpPr/>
                <p:nvPr/>
              </p:nvSpPr>
              <p:spPr>
                <a:xfrm>
                  <a:off x="6723150" y="4267786"/>
                  <a:ext cx="5142" cy="5142"/>
                </a:xfrm>
                <a:custGeom>
                  <a:avLst/>
                  <a:gdLst>
                    <a:gd name="connsiteX0" fmla="*/ 5142 w 5142"/>
                    <a:gd name="connsiteY0" fmla="*/ 2571 h 5142"/>
                    <a:gd name="connsiteX1" fmla="*/ 2571 w 5142"/>
                    <a:gd name="connsiteY1" fmla="*/ 5142 h 5142"/>
                    <a:gd name="connsiteX2" fmla="*/ 0 w 5142"/>
                    <a:gd name="connsiteY2" fmla="*/ 2571 h 5142"/>
                    <a:gd name="connsiteX3" fmla="*/ 2571 w 5142"/>
                    <a:gd name="connsiteY3" fmla="*/ 0 h 5142"/>
                    <a:gd name="connsiteX4" fmla="*/ 5142 w 5142"/>
                    <a:gd name="connsiteY4" fmla="*/ 2571 h 5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2" h="5142">
                      <a:moveTo>
                        <a:pt x="5142" y="2571"/>
                      </a:moveTo>
                      <a:cubicBezTo>
                        <a:pt x="5142" y="3991"/>
                        <a:pt x="3991" y="5142"/>
                        <a:pt x="2571" y="5142"/>
                      </a:cubicBezTo>
                      <a:cubicBezTo>
                        <a:pt x="1151" y="5142"/>
                        <a:pt x="0" y="3991"/>
                        <a:pt x="0" y="2571"/>
                      </a:cubicBezTo>
                      <a:cubicBezTo>
                        <a:pt x="0" y="1151"/>
                        <a:pt x="1151" y="0"/>
                        <a:pt x="2571" y="0"/>
                      </a:cubicBezTo>
                      <a:cubicBezTo>
                        <a:pt x="3991" y="0"/>
                        <a:pt x="5142" y="1151"/>
                        <a:pt x="5142" y="2571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16" name="Forme libre : forme 27015">
                  <a:extLst>
                    <a:ext uri="{FF2B5EF4-FFF2-40B4-BE49-F238E27FC236}">
                      <a16:creationId xmlns:a16="http://schemas.microsoft.com/office/drawing/2014/main" id="{FE3EA43B-AA82-4D76-8A5D-92881C900CAE}"/>
                    </a:ext>
                  </a:extLst>
                </p:cNvPr>
                <p:cNvSpPr/>
                <p:nvPr/>
              </p:nvSpPr>
              <p:spPr>
                <a:xfrm>
                  <a:off x="6766904" y="4248901"/>
                  <a:ext cx="5142" cy="5142"/>
                </a:xfrm>
                <a:custGeom>
                  <a:avLst/>
                  <a:gdLst>
                    <a:gd name="connsiteX0" fmla="*/ 5142 w 5142"/>
                    <a:gd name="connsiteY0" fmla="*/ 2571 h 5142"/>
                    <a:gd name="connsiteX1" fmla="*/ 2571 w 5142"/>
                    <a:gd name="connsiteY1" fmla="*/ 5143 h 5142"/>
                    <a:gd name="connsiteX2" fmla="*/ 0 w 5142"/>
                    <a:gd name="connsiteY2" fmla="*/ 2571 h 5142"/>
                    <a:gd name="connsiteX3" fmla="*/ 2571 w 5142"/>
                    <a:gd name="connsiteY3" fmla="*/ 0 h 5142"/>
                    <a:gd name="connsiteX4" fmla="*/ 5142 w 5142"/>
                    <a:gd name="connsiteY4" fmla="*/ 2571 h 5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2" h="5142">
                      <a:moveTo>
                        <a:pt x="5142" y="2571"/>
                      </a:moveTo>
                      <a:cubicBezTo>
                        <a:pt x="5142" y="3991"/>
                        <a:pt x="3991" y="5143"/>
                        <a:pt x="2571" y="5143"/>
                      </a:cubicBezTo>
                      <a:cubicBezTo>
                        <a:pt x="1151" y="5143"/>
                        <a:pt x="0" y="3991"/>
                        <a:pt x="0" y="2571"/>
                      </a:cubicBezTo>
                      <a:cubicBezTo>
                        <a:pt x="0" y="1151"/>
                        <a:pt x="1151" y="0"/>
                        <a:pt x="2571" y="0"/>
                      </a:cubicBezTo>
                      <a:cubicBezTo>
                        <a:pt x="3991" y="0"/>
                        <a:pt x="5142" y="1151"/>
                        <a:pt x="5142" y="2571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17" name="Forme libre : forme 27016">
                  <a:extLst>
                    <a:ext uri="{FF2B5EF4-FFF2-40B4-BE49-F238E27FC236}">
                      <a16:creationId xmlns:a16="http://schemas.microsoft.com/office/drawing/2014/main" id="{BCECD886-F0A8-425E-AA5C-D39E58BF4A52}"/>
                    </a:ext>
                  </a:extLst>
                </p:cNvPr>
                <p:cNvSpPr/>
                <p:nvPr/>
              </p:nvSpPr>
              <p:spPr>
                <a:xfrm>
                  <a:off x="6786277" y="4255107"/>
                  <a:ext cx="5319" cy="5319"/>
                </a:xfrm>
                <a:custGeom>
                  <a:avLst/>
                  <a:gdLst>
                    <a:gd name="connsiteX0" fmla="*/ 5320 w 5319"/>
                    <a:gd name="connsiteY0" fmla="*/ 2660 h 5319"/>
                    <a:gd name="connsiteX1" fmla="*/ 2660 w 5319"/>
                    <a:gd name="connsiteY1" fmla="*/ 5320 h 5319"/>
                    <a:gd name="connsiteX2" fmla="*/ 0 w 5319"/>
                    <a:gd name="connsiteY2" fmla="*/ 2660 h 5319"/>
                    <a:gd name="connsiteX3" fmla="*/ 2660 w 5319"/>
                    <a:gd name="connsiteY3" fmla="*/ 0 h 5319"/>
                    <a:gd name="connsiteX4" fmla="*/ 5320 w 5319"/>
                    <a:gd name="connsiteY4" fmla="*/ 2660 h 5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19" h="5319">
                      <a:moveTo>
                        <a:pt x="5320" y="2660"/>
                      </a:moveTo>
                      <a:cubicBezTo>
                        <a:pt x="5320" y="4129"/>
                        <a:pt x="4129" y="5320"/>
                        <a:pt x="2660" y="5320"/>
                      </a:cubicBezTo>
                      <a:cubicBezTo>
                        <a:pt x="1191" y="5320"/>
                        <a:pt x="0" y="4129"/>
                        <a:pt x="0" y="2660"/>
                      </a:cubicBezTo>
                      <a:cubicBezTo>
                        <a:pt x="0" y="1191"/>
                        <a:pt x="1191" y="0"/>
                        <a:pt x="2660" y="0"/>
                      </a:cubicBezTo>
                      <a:cubicBezTo>
                        <a:pt x="4129" y="0"/>
                        <a:pt x="5320" y="1191"/>
                        <a:pt x="5320" y="2660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18" name="Forme libre : forme 27017">
                  <a:extLst>
                    <a:ext uri="{FF2B5EF4-FFF2-40B4-BE49-F238E27FC236}">
                      <a16:creationId xmlns:a16="http://schemas.microsoft.com/office/drawing/2014/main" id="{9B3058A4-51BA-47E8-AEE8-CC9A94D51A74}"/>
                    </a:ext>
                  </a:extLst>
                </p:cNvPr>
                <p:cNvSpPr/>
                <p:nvPr/>
              </p:nvSpPr>
              <p:spPr>
                <a:xfrm>
                  <a:off x="6785124" y="4231479"/>
                  <a:ext cx="4078" cy="4078"/>
                </a:xfrm>
                <a:custGeom>
                  <a:avLst/>
                  <a:gdLst>
                    <a:gd name="connsiteX0" fmla="*/ 4078 w 4078"/>
                    <a:gd name="connsiteY0" fmla="*/ 2039 h 4078"/>
                    <a:gd name="connsiteX1" fmla="*/ 2039 w 4078"/>
                    <a:gd name="connsiteY1" fmla="*/ 4078 h 4078"/>
                    <a:gd name="connsiteX2" fmla="*/ 0 w 4078"/>
                    <a:gd name="connsiteY2" fmla="*/ 2039 h 4078"/>
                    <a:gd name="connsiteX3" fmla="*/ 2039 w 4078"/>
                    <a:gd name="connsiteY3" fmla="*/ 0 h 4078"/>
                    <a:gd name="connsiteX4" fmla="*/ 4078 w 4078"/>
                    <a:gd name="connsiteY4" fmla="*/ 2039 h 4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8" h="4078">
                      <a:moveTo>
                        <a:pt x="4078" y="2039"/>
                      </a:moveTo>
                      <a:cubicBezTo>
                        <a:pt x="4078" y="3165"/>
                        <a:pt x="3166" y="4078"/>
                        <a:pt x="2039" y="4078"/>
                      </a:cubicBezTo>
                      <a:cubicBezTo>
                        <a:pt x="913" y="4078"/>
                        <a:pt x="0" y="3166"/>
                        <a:pt x="0" y="2039"/>
                      </a:cubicBezTo>
                      <a:cubicBezTo>
                        <a:pt x="0" y="913"/>
                        <a:pt x="913" y="0"/>
                        <a:pt x="2039" y="0"/>
                      </a:cubicBezTo>
                      <a:cubicBezTo>
                        <a:pt x="3165" y="0"/>
                        <a:pt x="4078" y="913"/>
                        <a:pt x="4078" y="2039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19" name="Forme libre : forme 27018">
                  <a:extLst>
                    <a:ext uri="{FF2B5EF4-FFF2-40B4-BE49-F238E27FC236}">
                      <a16:creationId xmlns:a16="http://schemas.microsoft.com/office/drawing/2014/main" id="{DA1B7FE1-47D0-4C62-A543-E6799AD4CF1A}"/>
                    </a:ext>
                  </a:extLst>
                </p:cNvPr>
                <p:cNvSpPr/>
                <p:nvPr/>
              </p:nvSpPr>
              <p:spPr>
                <a:xfrm>
                  <a:off x="6813540" y="4219022"/>
                  <a:ext cx="4078" cy="4078"/>
                </a:xfrm>
                <a:custGeom>
                  <a:avLst/>
                  <a:gdLst>
                    <a:gd name="connsiteX0" fmla="*/ 4079 w 4078"/>
                    <a:gd name="connsiteY0" fmla="*/ 2039 h 4078"/>
                    <a:gd name="connsiteX1" fmla="*/ 2039 w 4078"/>
                    <a:gd name="connsiteY1" fmla="*/ 4078 h 4078"/>
                    <a:gd name="connsiteX2" fmla="*/ 0 w 4078"/>
                    <a:gd name="connsiteY2" fmla="*/ 2039 h 4078"/>
                    <a:gd name="connsiteX3" fmla="*/ 2039 w 4078"/>
                    <a:gd name="connsiteY3" fmla="*/ 0 h 4078"/>
                    <a:gd name="connsiteX4" fmla="*/ 4079 w 4078"/>
                    <a:gd name="connsiteY4" fmla="*/ 2039 h 4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8" h="4078">
                      <a:moveTo>
                        <a:pt x="4079" y="2039"/>
                      </a:moveTo>
                      <a:cubicBezTo>
                        <a:pt x="4079" y="3165"/>
                        <a:pt x="3166" y="4078"/>
                        <a:pt x="2039" y="4078"/>
                      </a:cubicBezTo>
                      <a:cubicBezTo>
                        <a:pt x="913" y="4078"/>
                        <a:pt x="0" y="3166"/>
                        <a:pt x="0" y="2039"/>
                      </a:cubicBezTo>
                      <a:cubicBezTo>
                        <a:pt x="0" y="913"/>
                        <a:pt x="913" y="0"/>
                        <a:pt x="2039" y="0"/>
                      </a:cubicBezTo>
                      <a:cubicBezTo>
                        <a:pt x="3165" y="0"/>
                        <a:pt x="4079" y="913"/>
                        <a:pt x="4079" y="2039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20" name="Forme libre : forme 27019">
                  <a:extLst>
                    <a:ext uri="{FF2B5EF4-FFF2-40B4-BE49-F238E27FC236}">
                      <a16:creationId xmlns:a16="http://schemas.microsoft.com/office/drawing/2014/main" id="{CB9A7CAC-0D60-4DCA-9918-443ED6DEEC5B}"/>
                    </a:ext>
                  </a:extLst>
                </p:cNvPr>
                <p:cNvSpPr/>
                <p:nvPr/>
              </p:nvSpPr>
              <p:spPr>
                <a:xfrm>
                  <a:off x="6825332" y="4214899"/>
                  <a:ext cx="3812" cy="3812"/>
                </a:xfrm>
                <a:custGeom>
                  <a:avLst/>
                  <a:gdLst>
                    <a:gd name="connsiteX0" fmla="*/ 3812 w 3812"/>
                    <a:gd name="connsiteY0" fmla="*/ 1906 h 3812"/>
                    <a:gd name="connsiteX1" fmla="*/ 1906 w 3812"/>
                    <a:gd name="connsiteY1" fmla="*/ 3813 h 3812"/>
                    <a:gd name="connsiteX2" fmla="*/ 0 w 3812"/>
                    <a:gd name="connsiteY2" fmla="*/ 1906 h 3812"/>
                    <a:gd name="connsiteX3" fmla="*/ 1906 w 3812"/>
                    <a:gd name="connsiteY3" fmla="*/ 0 h 3812"/>
                    <a:gd name="connsiteX4" fmla="*/ 3812 w 3812"/>
                    <a:gd name="connsiteY4" fmla="*/ 1906 h 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12" h="3812">
                      <a:moveTo>
                        <a:pt x="3812" y="1906"/>
                      </a:moveTo>
                      <a:cubicBezTo>
                        <a:pt x="3812" y="2959"/>
                        <a:pt x="2959" y="3813"/>
                        <a:pt x="1906" y="3813"/>
                      </a:cubicBezTo>
                      <a:cubicBezTo>
                        <a:pt x="853" y="3813"/>
                        <a:pt x="0" y="2959"/>
                        <a:pt x="0" y="1906"/>
                      </a:cubicBezTo>
                      <a:cubicBezTo>
                        <a:pt x="0" y="854"/>
                        <a:pt x="853" y="0"/>
                        <a:pt x="1906" y="0"/>
                      </a:cubicBezTo>
                      <a:cubicBezTo>
                        <a:pt x="2959" y="0"/>
                        <a:pt x="3812" y="854"/>
                        <a:pt x="3812" y="1906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21" name="Forme libre : forme 27020">
                  <a:extLst>
                    <a:ext uri="{FF2B5EF4-FFF2-40B4-BE49-F238E27FC236}">
                      <a16:creationId xmlns:a16="http://schemas.microsoft.com/office/drawing/2014/main" id="{D2A65508-8B6A-4C48-892D-B5D66ED69F0E}"/>
                    </a:ext>
                  </a:extLst>
                </p:cNvPr>
                <p:cNvSpPr/>
                <p:nvPr/>
              </p:nvSpPr>
              <p:spPr>
                <a:xfrm>
                  <a:off x="6847454" y="4209845"/>
                  <a:ext cx="4876" cy="4876"/>
                </a:xfrm>
                <a:custGeom>
                  <a:avLst/>
                  <a:gdLst>
                    <a:gd name="connsiteX0" fmla="*/ 4876 w 4876"/>
                    <a:gd name="connsiteY0" fmla="*/ 2438 h 4876"/>
                    <a:gd name="connsiteX1" fmla="*/ 2438 w 4876"/>
                    <a:gd name="connsiteY1" fmla="*/ 4876 h 4876"/>
                    <a:gd name="connsiteX2" fmla="*/ 0 w 4876"/>
                    <a:gd name="connsiteY2" fmla="*/ 2438 h 4876"/>
                    <a:gd name="connsiteX3" fmla="*/ 2438 w 4876"/>
                    <a:gd name="connsiteY3" fmla="*/ 0 h 4876"/>
                    <a:gd name="connsiteX4" fmla="*/ 4876 w 4876"/>
                    <a:gd name="connsiteY4" fmla="*/ 2438 h 4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76" h="4876">
                      <a:moveTo>
                        <a:pt x="4876" y="2438"/>
                      </a:moveTo>
                      <a:cubicBezTo>
                        <a:pt x="4876" y="3785"/>
                        <a:pt x="3785" y="4876"/>
                        <a:pt x="2438" y="4876"/>
                      </a:cubicBezTo>
                      <a:cubicBezTo>
                        <a:pt x="1092" y="4876"/>
                        <a:pt x="0" y="3785"/>
                        <a:pt x="0" y="2438"/>
                      </a:cubicBezTo>
                      <a:cubicBezTo>
                        <a:pt x="0" y="1092"/>
                        <a:pt x="1092" y="0"/>
                        <a:pt x="2438" y="0"/>
                      </a:cubicBezTo>
                      <a:cubicBezTo>
                        <a:pt x="3785" y="0"/>
                        <a:pt x="4876" y="1092"/>
                        <a:pt x="4876" y="2438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22" name="Forme libre : forme 27021">
                  <a:extLst>
                    <a:ext uri="{FF2B5EF4-FFF2-40B4-BE49-F238E27FC236}">
                      <a16:creationId xmlns:a16="http://schemas.microsoft.com/office/drawing/2014/main" id="{4A1536D5-5BEA-48DA-AA72-7D5686106590}"/>
                    </a:ext>
                  </a:extLst>
                </p:cNvPr>
                <p:cNvSpPr/>
                <p:nvPr/>
              </p:nvSpPr>
              <p:spPr>
                <a:xfrm>
                  <a:off x="6860531" y="4211397"/>
                  <a:ext cx="3989" cy="3989"/>
                </a:xfrm>
                <a:custGeom>
                  <a:avLst/>
                  <a:gdLst>
                    <a:gd name="connsiteX0" fmla="*/ 3990 w 3989"/>
                    <a:gd name="connsiteY0" fmla="*/ 1995 h 3989"/>
                    <a:gd name="connsiteX1" fmla="*/ 1995 w 3989"/>
                    <a:gd name="connsiteY1" fmla="*/ 3990 h 3989"/>
                    <a:gd name="connsiteX2" fmla="*/ 0 w 3989"/>
                    <a:gd name="connsiteY2" fmla="*/ 1995 h 3989"/>
                    <a:gd name="connsiteX3" fmla="*/ 1995 w 3989"/>
                    <a:gd name="connsiteY3" fmla="*/ 0 h 3989"/>
                    <a:gd name="connsiteX4" fmla="*/ 3990 w 3989"/>
                    <a:gd name="connsiteY4" fmla="*/ 1995 h 3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89" h="3989">
                      <a:moveTo>
                        <a:pt x="3990" y="1995"/>
                      </a:moveTo>
                      <a:cubicBezTo>
                        <a:pt x="3990" y="3097"/>
                        <a:pt x="3097" y="3990"/>
                        <a:pt x="1995" y="3990"/>
                      </a:cubicBezTo>
                      <a:cubicBezTo>
                        <a:pt x="893" y="3990"/>
                        <a:pt x="0" y="3097"/>
                        <a:pt x="0" y="1995"/>
                      </a:cubicBezTo>
                      <a:cubicBezTo>
                        <a:pt x="0" y="893"/>
                        <a:pt x="893" y="0"/>
                        <a:pt x="1995" y="0"/>
                      </a:cubicBezTo>
                      <a:cubicBezTo>
                        <a:pt x="3097" y="0"/>
                        <a:pt x="3990" y="893"/>
                        <a:pt x="3990" y="1995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23" name="Forme libre : forme 27022">
                  <a:extLst>
                    <a:ext uri="{FF2B5EF4-FFF2-40B4-BE49-F238E27FC236}">
                      <a16:creationId xmlns:a16="http://schemas.microsoft.com/office/drawing/2014/main" id="{B3A48FE1-9F31-4713-8E45-E08925728FEF}"/>
                    </a:ext>
                  </a:extLst>
                </p:cNvPr>
                <p:cNvSpPr/>
                <p:nvPr/>
              </p:nvSpPr>
              <p:spPr>
                <a:xfrm>
                  <a:off x="6871481" y="4213702"/>
                  <a:ext cx="4610" cy="4610"/>
                </a:xfrm>
                <a:custGeom>
                  <a:avLst/>
                  <a:gdLst>
                    <a:gd name="connsiteX0" fmla="*/ 4610 w 4610"/>
                    <a:gd name="connsiteY0" fmla="*/ 2305 h 4610"/>
                    <a:gd name="connsiteX1" fmla="*/ 2305 w 4610"/>
                    <a:gd name="connsiteY1" fmla="*/ 4611 h 4610"/>
                    <a:gd name="connsiteX2" fmla="*/ 0 w 4610"/>
                    <a:gd name="connsiteY2" fmla="*/ 2305 h 4610"/>
                    <a:gd name="connsiteX3" fmla="*/ 2305 w 4610"/>
                    <a:gd name="connsiteY3" fmla="*/ 0 h 4610"/>
                    <a:gd name="connsiteX4" fmla="*/ 4610 w 4610"/>
                    <a:gd name="connsiteY4" fmla="*/ 2305 h 4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10" h="4610">
                      <a:moveTo>
                        <a:pt x="4610" y="2305"/>
                      </a:moveTo>
                      <a:cubicBezTo>
                        <a:pt x="4610" y="3578"/>
                        <a:pt x="3578" y="4611"/>
                        <a:pt x="2305" y="4611"/>
                      </a:cubicBezTo>
                      <a:cubicBezTo>
                        <a:pt x="1032" y="4611"/>
                        <a:pt x="0" y="3579"/>
                        <a:pt x="0" y="2305"/>
                      </a:cubicBezTo>
                      <a:cubicBezTo>
                        <a:pt x="0" y="1032"/>
                        <a:pt x="1032" y="0"/>
                        <a:pt x="2305" y="0"/>
                      </a:cubicBezTo>
                      <a:cubicBezTo>
                        <a:pt x="3578" y="0"/>
                        <a:pt x="4610" y="1032"/>
                        <a:pt x="4610" y="2305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24" name="Forme libre : forme 27023">
                  <a:extLst>
                    <a:ext uri="{FF2B5EF4-FFF2-40B4-BE49-F238E27FC236}">
                      <a16:creationId xmlns:a16="http://schemas.microsoft.com/office/drawing/2014/main" id="{C9BA3CAB-37C7-4647-8391-4D4B1FF5723D}"/>
                    </a:ext>
                  </a:extLst>
                </p:cNvPr>
                <p:cNvSpPr/>
                <p:nvPr/>
              </p:nvSpPr>
              <p:spPr>
                <a:xfrm>
                  <a:off x="6895065" y="4221903"/>
                  <a:ext cx="3635" cy="3635"/>
                </a:xfrm>
                <a:custGeom>
                  <a:avLst/>
                  <a:gdLst>
                    <a:gd name="connsiteX0" fmla="*/ 3635 w 3635"/>
                    <a:gd name="connsiteY0" fmla="*/ 1818 h 3635"/>
                    <a:gd name="connsiteX1" fmla="*/ 1818 w 3635"/>
                    <a:gd name="connsiteY1" fmla="*/ 3635 h 3635"/>
                    <a:gd name="connsiteX2" fmla="*/ 0 w 3635"/>
                    <a:gd name="connsiteY2" fmla="*/ 1818 h 3635"/>
                    <a:gd name="connsiteX3" fmla="*/ 1818 w 3635"/>
                    <a:gd name="connsiteY3" fmla="*/ 0 h 3635"/>
                    <a:gd name="connsiteX4" fmla="*/ 3635 w 3635"/>
                    <a:gd name="connsiteY4" fmla="*/ 1818 h 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35" h="3635">
                      <a:moveTo>
                        <a:pt x="3635" y="1818"/>
                      </a:moveTo>
                      <a:cubicBezTo>
                        <a:pt x="3635" y="2821"/>
                        <a:pt x="2821" y="3635"/>
                        <a:pt x="1818" y="3635"/>
                      </a:cubicBezTo>
                      <a:cubicBezTo>
                        <a:pt x="814" y="3635"/>
                        <a:pt x="0" y="2821"/>
                        <a:pt x="0" y="1818"/>
                      </a:cubicBezTo>
                      <a:cubicBezTo>
                        <a:pt x="0" y="814"/>
                        <a:pt x="814" y="0"/>
                        <a:pt x="1818" y="0"/>
                      </a:cubicBezTo>
                      <a:cubicBezTo>
                        <a:pt x="2822" y="0"/>
                        <a:pt x="3635" y="814"/>
                        <a:pt x="3635" y="1818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25" name="Forme libre : forme 27024">
                  <a:extLst>
                    <a:ext uri="{FF2B5EF4-FFF2-40B4-BE49-F238E27FC236}">
                      <a16:creationId xmlns:a16="http://schemas.microsoft.com/office/drawing/2014/main" id="{9ACCBA80-3709-4EBA-8CBC-F3C00BCD5EEE}"/>
                    </a:ext>
                  </a:extLst>
                </p:cNvPr>
                <p:cNvSpPr/>
                <p:nvPr/>
              </p:nvSpPr>
              <p:spPr>
                <a:xfrm>
                  <a:off x="6922994" y="4225760"/>
                  <a:ext cx="4521" cy="4521"/>
                </a:xfrm>
                <a:custGeom>
                  <a:avLst/>
                  <a:gdLst>
                    <a:gd name="connsiteX0" fmla="*/ 4522 w 4521"/>
                    <a:gd name="connsiteY0" fmla="*/ 2261 h 4521"/>
                    <a:gd name="connsiteX1" fmla="*/ 2261 w 4521"/>
                    <a:gd name="connsiteY1" fmla="*/ 4522 h 4521"/>
                    <a:gd name="connsiteX2" fmla="*/ 0 w 4521"/>
                    <a:gd name="connsiteY2" fmla="*/ 2261 h 4521"/>
                    <a:gd name="connsiteX3" fmla="*/ 2261 w 4521"/>
                    <a:gd name="connsiteY3" fmla="*/ 0 h 4521"/>
                    <a:gd name="connsiteX4" fmla="*/ 4522 w 4521"/>
                    <a:gd name="connsiteY4" fmla="*/ 2261 h 4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1" h="4521">
                      <a:moveTo>
                        <a:pt x="4522" y="2261"/>
                      </a:moveTo>
                      <a:cubicBezTo>
                        <a:pt x="4522" y="3510"/>
                        <a:pt x="3510" y="4522"/>
                        <a:pt x="2261" y="4522"/>
                      </a:cubicBezTo>
                      <a:cubicBezTo>
                        <a:pt x="1012" y="4522"/>
                        <a:pt x="0" y="3510"/>
                        <a:pt x="0" y="2261"/>
                      </a:cubicBezTo>
                      <a:cubicBezTo>
                        <a:pt x="0" y="1012"/>
                        <a:pt x="1012" y="0"/>
                        <a:pt x="2261" y="0"/>
                      </a:cubicBezTo>
                      <a:cubicBezTo>
                        <a:pt x="3510" y="0"/>
                        <a:pt x="4522" y="1012"/>
                        <a:pt x="4522" y="2261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26" name="Forme libre : forme 27025">
                  <a:extLst>
                    <a:ext uri="{FF2B5EF4-FFF2-40B4-BE49-F238E27FC236}">
                      <a16:creationId xmlns:a16="http://schemas.microsoft.com/office/drawing/2014/main" id="{B8B7965C-13C0-471E-A3D5-64A343742DDE}"/>
                    </a:ext>
                  </a:extLst>
                </p:cNvPr>
                <p:cNvSpPr/>
                <p:nvPr/>
              </p:nvSpPr>
              <p:spPr>
                <a:xfrm>
                  <a:off x="6940770" y="4231479"/>
                  <a:ext cx="4255" cy="4255"/>
                </a:xfrm>
                <a:custGeom>
                  <a:avLst/>
                  <a:gdLst>
                    <a:gd name="connsiteX0" fmla="*/ 4256 w 4255"/>
                    <a:gd name="connsiteY0" fmla="*/ 2128 h 4255"/>
                    <a:gd name="connsiteX1" fmla="*/ 2128 w 4255"/>
                    <a:gd name="connsiteY1" fmla="*/ 4256 h 4255"/>
                    <a:gd name="connsiteX2" fmla="*/ 0 w 4255"/>
                    <a:gd name="connsiteY2" fmla="*/ 2128 h 4255"/>
                    <a:gd name="connsiteX3" fmla="*/ 2128 w 4255"/>
                    <a:gd name="connsiteY3" fmla="*/ 0 h 4255"/>
                    <a:gd name="connsiteX4" fmla="*/ 4256 w 4255"/>
                    <a:gd name="connsiteY4" fmla="*/ 2128 h 4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55" h="4255">
                      <a:moveTo>
                        <a:pt x="4256" y="2128"/>
                      </a:moveTo>
                      <a:cubicBezTo>
                        <a:pt x="4256" y="3303"/>
                        <a:pt x="3303" y="4256"/>
                        <a:pt x="2128" y="4256"/>
                      </a:cubicBezTo>
                      <a:cubicBezTo>
                        <a:pt x="953" y="4256"/>
                        <a:pt x="0" y="3303"/>
                        <a:pt x="0" y="2128"/>
                      </a:cubicBezTo>
                      <a:cubicBezTo>
                        <a:pt x="0" y="953"/>
                        <a:pt x="953" y="0"/>
                        <a:pt x="2128" y="0"/>
                      </a:cubicBezTo>
                      <a:cubicBezTo>
                        <a:pt x="3303" y="0"/>
                        <a:pt x="4256" y="953"/>
                        <a:pt x="4256" y="2128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27" name="Forme libre : forme 27026">
                  <a:extLst>
                    <a:ext uri="{FF2B5EF4-FFF2-40B4-BE49-F238E27FC236}">
                      <a16:creationId xmlns:a16="http://schemas.microsoft.com/office/drawing/2014/main" id="{FF55861E-9EE8-4E69-91DC-C9BABAB29193}"/>
                    </a:ext>
                  </a:extLst>
                </p:cNvPr>
                <p:cNvSpPr/>
                <p:nvPr/>
              </p:nvSpPr>
              <p:spPr>
                <a:xfrm>
                  <a:off x="6963778" y="4231567"/>
                  <a:ext cx="4078" cy="4078"/>
                </a:xfrm>
                <a:custGeom>
                  <a:avLst/>
                  <a:gdLst>
                    <a:gd name="connsiteX0" fmla="*/ 4078 w 4078"/>
                    <a:gd name="connsiteY0" fmla="*/ 2039 h 4078"/>
                    <a:gd name="connsiteX1" fmla="*/ 2039 w 4078"/>
                    <a:gd name="connsiteY1" fmla="*/ 4079 h 4078"/>
                    <a:gd name="connsiteX2" fmla="*/ 0 w 4078"/>
                    <a:gd name="connsiteY2" fmla="*/ 2039 h 4078"/>
                    <a:gd name="connsiteX3" fmla="*/ 2039 w 4078"/>
                    <a:gd name="connsiteY3" fmla="*/ 0 h 4078"/>
                    <a:gd name="connsiteX4" fmla="*/ 4078 w 4078"/>
                    <a:gd name="connsiteY4" fmla="*/ 2039 h 4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8" h="4078">
                      <a:moveTo>
                        <a:pt x="4078" y="2039"/>
                      </a:moveTo>
                      <a:cubicBezTo>
                        <a:pt x="4078" y="3165"/>
                        <a:pt x="3165" y="4079"/>
                        <a:pt x="2039" y="4079"/>
                      </a:cubicBezTo>
                      <a:cubicBezTo>
                        <a:pt x="913" y="4079"/>
                        <a:pt x="0" y="3166"/>
                        <a:pt x="0" y="2039"/>
                      </a:cubicBezTo>
                      <a:cubicBezTo>
                        <a:pt x="0" y="913"/>
                        <a:pt x="913" y="0"/>
                        <a:pt x="2039" y="0"/>
                      </a:cubicBezTo>
                      <a:cubicBezTo>
                        <a:pt x="3165" y="0"/>
                        <a:pt x="4078" y="913"/>
                        <a:pt x="4078" y="2039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28" name="Forme libre : forme 27027">
                  <a:extLst>
                    <a:ext uri="{FF2B5EF4-FFF2-40B4-BE49-F238E27FC236}">
                      <a16:creationId xmlns:a16="http://schemas.microsoft.com/office/drawing/2014/main" id="{523EDAED-9086-489B-85AD-42FFF365BFC9}"/>
                    </a:ext>
                  </a:extLst>
                </p:cNvPr>
                <p:cNvSpPr/>
                <p:nvPr/>
              </p:nvSpPr>
              <p:spPr>
                <a:xfrm>
                  <a:off x="6742072" y="4213059"/>
                  <a:ext cx="109269" cy="75971"/>
                </a:xfrm>
                <a:custGeom>
                  <a:avLst/>
                  <a:gdLst>
                    <a:gd name="connsiteX0" fmla="*/ 68188 w 109269"/>
                    <a:gd name="connsiteY0" fmla="*/ 2549 h 75971"/>
                    <a:gd name="connsiteX1" fmla="*/ 39151 w 109269"/>
                    <a:gd name="connsiteY1" fmla="*/ 16868 h 75971"/>
                    <a:gd name="connsiteX2" fmla="*/ 27138 w 109269"/>
                    <a:gd name="connsiteY2" fmla="*/ 27951 h 75971"/>
                    <a:gd name="connsiteX3" fmla="*/ 12509 w 109269"/>
                    <a:gd name="connsiteY3" fmla="*/ 38723 h 75971"/>
                    <a:gd name="connsiteX4" fmla="*/ 1204 w 109269"/>
                    <a:gd name="connsiteY4" fmla="*/ 52688 h 75971"/>
                    <a:gd name="connsiteX5" fmla="*/ 3864 w 109269"/>
                    <a:gd name="connsiteY5" fmla="*/ 69755 h 75971"/>
                    <a:gd name="connsiteX6" fmla="*/ 22483 w 109269"/>
                    <a:gd name="connsiteY6" fmla="*/ 74942 h 75971"/>
                    <a:gd name="connsiteX7" fmla="*/ 42521 w 109269"/>
                    <a:gd name="connsiteY7" fmla="*/ 73523 h 75971"/>
                    <a:gd name="connsiteX8" fmla="*/ 70759 w 109269"/>
                    <a:gd name="connsiteY8" fmla="*/ 71440 h 75971"/>
                    <a:gd name="connsiteX9" fmla="*/ 106003 w 109269"/>
                    <a:gd name="connsiteY9" fmla="*/ 75119 h 75971"/>
                    <a:gd name="connsiteX10" fmla="*/ 108042 w 109269"/>
                    <a:gd name="connsiteY10" fmla="*/ 74188 h 75971"/>
                    <a:gd name="connsiteX11" fmla="*/ 109062 w 109269"/>
                    <a:gd name="connsiteY11" fmla="*/ 72105 h 75971"/>
                    <a:gd name="connsiteX12" fmla="*/ 103742 w 109269"/>
                    <a:gd name="connsiteY12" fmla="*/ 58140 h 75971"/>
                    <a:gd name="connsiteX13" fmla="*/ 93546 w 109269"/>
                    <a:gd name="connsiteY13" fmla="*/ 46526 h 75971"/>
                    <a:gd name="connsiteX14" fmla="*/ 90043 w 109269"/>
                    <a:gd name="connsiteY14" fmla="*/ 36285 h 75971"/>
                    <a:gd name="connsiteX15" fmla="*/ 88447 w 109269"/>
                    <a:gd name="connsiteY15" fmla="*/ 29591 h 75971"/>
                    <a:gd name="connsiteX16" fmla="*/ 86719 w 109269"/>
                    <a:gd name="connsiteY16" fmla="*/ 22454 h 75971"/>
                    <a:gd name="connsiteX17" fmla="*/ 83394 w 109269"/>
                    <a:gd name="connsiteY17" fmla="*/ 8623 h 75971"/>
                    <a:gd name="connsiteX18" fmla="*/ 79980 w 109269"/>
                    <a:gd name="connsiteY18" fmla="*/ 466 h 75971"/>
                    <a:gd name="connsiteX19" fmla="*/ 68188 w 109269"/>
                    <a:gd name="connsiteY19" fmla="*/ 2549 h 75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9269" h="75971">
                      <a:moveTo>
                        <a:pt x="68188" y="2549"/>
                      </a:moveTo>
                      <a:cubicBezTo>
                        <a:pt x="57815" y="5741"/>
                        <a:pt x="47530" y="9953"/>
                        <a:pt x="39151" y="16868"/>
                      </a:cubicBezTo>
                      <a:cubicBezTo>
                        <a:pt x="34940" y="20326"/>
                        <a:pt x="31305" y="24449"/>
                        <a:pt x="27138" y="27951"/>
                      </a:cubicBezTo>
                      <a:cubicBezTo>
                        <a:pt x="22483" y="31852"/>
                        <a:pt x="17252" y="35000"/>
                        <a:pt x="12509" y="38723"/>
                      </a:cubicBezTo>
                      <a:cubicBezTo>
                        <a:pt x="7765" y="42447"/>
                        <a:pt x="3332" y="47013"/>
                        <a:pt x="1204" y="52688"/>
                      </a:cubicBezTo>
                      <a:cubicBezTo>
                        <a:pt x="-924" y="58362"/>
                        <a:pt x="-348" y="65366"/>
                        <a:pt x="3864" y="69755"/>
                      </a:cubicBezTo>
                      <a:cubicBezTo>
                        <a:pt x="8475" y="74543"/>
                        <a:pt x="15878" y="75075"/>
                        <a:pt x="22483" y="74942"/>
                      </a:cubicBezTo>
                      <a:cubicBezTo>
                        <a:pt x="29177" y="74809"/>
                        <a:pt x="35871" y="74366"/>
                        <a:pt x="42521" y="73523"/>
                      </a:cubicBezTo>
                      <a:cubicBezTo>
                        <a:pt x="51919" y="72371"/>
                        <a:pt x="61317" y="70553"/>
                        <a:pt x="70759" y="71440"/>
                      </a:cubicBezTo>
                      <a:cubicBezTo>
                        <a:pt x="82596" y="72592"/>
                        <a:pt x="94432" y="78045"/>
                        <a:pt x="106003" y="75119"/>
                      </a:cubicBezTo>
                      <a:cubicBezTo>
                        <a:pt x="106712" y="74942"/>
                        <a:pt x="107465" y="74720"/>
                        <a:pt x="108042" y="74188"/>
                      </a:cubicBezTo>
                      <a:cubicBezTo>
                        <a:pt x="108618" y="73656"/>
                        <a:pt x="108884" y="72858"/>
                        <a:pt x="109062" y="72105"/>
                      </a:cubicBezTo>
                      <a:cubicBezTo>
                        <a:pt x="110081" y="67051"/>
                        <a:pt x="107199" y="61997"/>
                        <a:pt x="103742" y="58140"/>
                      </a:cubicBezTo>
                      <a:cubicBezTo>
                        <a:pt x="100284" y="54284"/>
                        <a:pt x="96072" y="51003"/>
                        <a:pt x="93546" y="46526"/>
                      </a:cubicBezTo>
                      <a:cubicBezTo>
                        <a:pt x="91772" y="43378"/>
                        <a:pt x="90886" y="39787"/>
                        <a:pt x="90043" y="36285"/>
                      </a:cubicBezTo>
                      <a:cubicBezTo>
                        <a:pt x="90043" y="34202"/>
                        <a:pt x="88935" y="31630"/>
                        <a:pt x="88447" y="29591"/>
                      </a:cubicBezTo>
                      <a:cubicBezTo>
                        <a:pt x="87871" y="27197"/>
                        <a:pt x="87295" y="24848"/>
                        <a:pt x="86719" y="22454"/>
                      </a:cubicBezTo>
                      <a:cubicBezTo>
                        <a:pt x="85610" y="17844"/>
                        <a:pt x="84502" y="13233"/>
                        <a:pt x="83394" y="8623"/>
                      </a:cubicBezTo>
                      <a:cubicBezTo>
                        <a:pt x="82817" y="6229"/>
                        <a:pt x="82507" y="1751"/>
                        <a:pt x="79980" y="466"/>
                      </a:cubicBezTo>
                      <a:cubicBezTo>
                        <a:pt x="76922" y="-1086"/>
                        <a:pt x="71114" y="1663"/>
                        <a:pt x="68188" y="2549"/>
                      </a:cubicBezTo>
                      <a:close/>
                    </a:path>
                  </a:pathLst>
                </a:custGeom>
                <a:solidFill>
                  <a:srgbClr val="FFFFFF">
                    <a:alpha val="2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29" name="Forme libre : forme 27028">
                  <a:extLst>
                    <a:ext uri="{FF2B5EF4-FFF2-40B4-BE49-F238E27FC236}">
                      <a16:creationId xmlns:a16="http://schemas.microsoft.com/office/drawing/2014/main" id="{A48465F2-E80B-42EA-B8C6-B89D87517C04}"/>
                    </a:ext>
                  </a:extLst>
                </p:cNvPr>
                <p:cNvSpPr/>
                <p:nvPr/>
              </p:nvSpPr>
              <p:spPr>
                <a:xfrm>
                  <a:off x="6834702" y="4208798"/>
                  <a:ext cx="137409" cy="31699"/>
                </a:xfrm>
                <a:custGeom>
                  <a:avLst/>
                  <a:gdLst>
                    <a:gd name="connsiteX0" fmla="*/ 4550 w 137409"/>
                    <a:gd name="connsiteY0" fmla="*/ 16430 h 31699"/>
                    <a:gd name="connsiteX1" fmla="*/ 13062 w 137409"/>
                    <a:gd name="connsiteY1" fmla="*/ 18203 h 31699"/>
                    <a:gd name="connsiteX2" fmla="*/ 35670 w 137409"/>
                    <a:gd name="connsiteY2" fmla="*/ 21085 h 31699"/>
                    <a:gd name="connsiteX3" fmla="*/ 40103 w 137409"/>
                    <a:gd name="connsiteY3" fmla="*/ 24542 h 31699"/>
                    <a:gd name="connsiteX4" fmla="*/ 44936 w 137409"/>
                    <a:gd name="connsiteY4" fmla="*/ 26094 h 31699"/>
                    <a:gd name="connsiteX5" fmla="*/ 56417 w 137409"/>
                    <a:gd name="connsiteY5" fmla="*/ 28576 h 31699"/>
                    <a:gd name="connsiteX6" fmla="*/ 70736 w 137409"/>
                    <a:gd name="connsiteY6" fmla="*/ 31192 h 31699"/>
                    <a:gd name="connsiteX7" fmla="*/ 92547 w 137409"/>
                    <a:gd name="connsiteY7" fmla="*/ 31237 h 31699"/>
                    <a:gd name="connsiteX8" fmla="*/ 134395 w 137409"/>
                    <a:gd name="connsiteY8" fmla="*/ 26271 h 31699"/>
                    <a:gd name="connsiteX9" fmla="*/ 137410 w 137409"/>
                    <a:gd name="connsiteY9" fmla="*/ 24232 h 31699"/>
                    <a:gd name="connsiteX10" fmla="*/ 122648 w 137409"/>
                    <a:gd name="connsiteY10" fmla="*/ 20154 h 31699"/>
                    <a:gd name="connsiteX11" fmla="*/ 92414 w 137409"/>
                    <a:gd name="connsiteY11" fmla="*/ 19223 h 31699"/>
                    <a:gd name="connsiteX12" fmla="*/ 37532 w 137409"/>
                    <a:gd name="connsiteY12" fmla="*/ 3707 h 31699"/>
                    <a:gd name="connsiteX13" fmla="*/ 26671 w 137409"/>
                    <a:gd name="connsiteY13" fmla="*/ 1801 h 31699"/>
                    <a:gd name="connsiteX14" fmla="*/ 2910 w 137409"/>
                    <a:gd name="connsiteY14" fmla="*/ 1889 h 31699"/>
                    <a:gd name="connsiteX15" fmla="*/ 4550 w 137409"/>
                    <a:gd name="connsiteY15" fmla="*/ 16430 h 31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37409" h="31699">
                      <a:moveTo>
                        <a:pt x="4550" y="16430"/>
                      </a:moveTo>
                      <a:cubicBezTo>
                        <a:pt x="6988" y="18070"/>
                        <a:pt x="10091" y="18292"/>
                        <a:pt x="13062" y="18203"/>
                      </a:cubicBezTo>
                      <a:cubicBezTo>
                        <a:pt x="20819" y="18026"/>
                        <a:pt x="29420" y="16519"/>
                        <a:pt x="35670" y="21085"/>
                      </a:cubicBezTo>
                      <a:cubicBezTo>
                        <a:pt x="37178" y="22193"/>
                        <a:pt x="38463" y="23611"/>
                        <a:pt x="40103" y="24542"/>
                      </a:cubicBezTo>
                      <a:cubicBezTo>
                        <a:pt x="41566" y="25385"/>
                        <a:pt x="43295" y="25740"/>
                        <a:pt x="44936" y="26094"/>
                      </a:cubicBezTo>
                      <a:cubicBezTo>
                        <a:pt x="48748" y="26936"/>
                        <a:pt x="52605" y="27734"/>
                        <a:pt x="56417" y="28576"/>
                      </a:cubicBezTo>
                      <a:cubicBezTo>
                        <a:pt x="61161" y="29596"/>
                        <a:pt x="65904" y="30660"/>
                        <a:pt x="70736" y="31192"/>
                      </a:cubicBezTo>
                      <a:cubicBezTo>
                        <a:pt x="77962" y="31990"/>
                        <a:pt x="85277" y="31724"/>
                        <a:pt x="92547" y="31237"/>
                      </a:cubicBezTo>
                      <a:cubicBezTo>
                        <a:pt x="106555" y="30305"/>
                        <a:pt x="120520" y="28621"/>
                        <a:pt x="134395" y="26271"/>
                      </a:cubicBezTo>
                      <a:cubicBezTo>
                        <a:pt x="135681" y="26050"/>
                        <a:pt x="137277" y="25562"/>
                        <a:pt x="137410" y="24232"/>
                      </a:cubicBezTo>
                      <a:cubicBezTo>
                        <a:pt x="132711" y="22237"/>
                        <a:pt x="127701" y="20863"/>
                        <a:pt x="122648" y="20154"/>
                      </a:cubicBezTo>
                      <a:cubicBezTo>
                        <a:pt x="112629" y="18824"/>
                        <a:pt x="102477" y="20154"/>
                        <a:pt x="92414" y="19223"/>
                      </a:cubicBezTo>
                      <a:cubicBezTo>
                        <a:pt x="73440" y="17450"/>
                        <a:pt x="56151" y="7741"/>
                        <a:pt x="37532" y="3707"/>
                      </a:cubicBezTo>
                      <a:cubicBezTo>
                        <a:pt x="33941" y="2909"/>
                        <a:pt x="30306" y="2377"/>
                        <a:pt x="26671" y="1801"/>
                      </a:cubicBezTo>
                      <a:cubicBezTo>
                        <a:pt x="19800" y="737"/>
                        <a:pt x="9426" y="-1701"/>
                        <a:pt x="2910" y="1889"/>
                      </a:cubicBezTo>
                      <a:cubicBezTo>
                        <a:pt x="-2410" y="4860"/>
                        <a:pt x="427" y="13681"/>
                        <a:pt x="4550" y="16430"/>
                      </a:cubicBezTo>
                      <a:close/>
                    </a:path>
                  </a:pathLst>
                </a:custGeom>
                <a:solidFill>
                  <a:srgbClr val="FFFFFF">
                    <a:alpha val="12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30" name="Forme libre : forme 27029">
                  <a:extLst>
                    <a:ext uri="{FF2B5EF4-FFF2-40B4-BE49-F238E27FC236}">
                      <a16:creationId xmlns:a16="http://schemas.microsoft.com/office/drawing/2014/main" id="{A9404FE4-27EE-416C-A7BF-3604F13BB3E0}"/>
                    </a:ext>
                  </a:extLst>
                </p:cNvPr>
                <p:cNvSpPr/>
                <p:nvPr/>
              </p:nvSpPr>
              <p:spPr>
                <a:xfrm>
                  <a:off x="6079859" y="4189960"/>
                  <a:ext cx="173160" cy="349308"/>
                </a:xfrm>
                <a:custGeom>
                  <a:avLst/>
                  <a:gdLst>
                    <a:gd name="connsiteX0" fmla="*/ 11530 w 173160"/>
                    <a:gd name="connsiteY0" fmla="*/ 349309 h 349308"/>
                    <a:gd name="connsiteX1" fmla="*/ 37862 w 173160"/>
                    <a:gd name="connsiteY1" fmla="*/ 299569 h 349308"/>
                    <a:gd name="connsiteX2" fmla="*/ 34715 w 173160"/>
                    <a:gd name="connsiteY2" fmla="*/ 271153 h 349308"/>
                    <a:gd name="connsiteX3" fmla="*/ 24164 w 173160"/>
                    <a:gd name="connsiteY3" fmla="*/ 244111 h 349308"/>
                    <a:gd name="connsiteX4" fmla="*/ 4570 w 173160"/>
                    <a:gd name="connsiteY4" fmla="*/ 188830 h 349308"/>
                    <a:gd name="connsiteX5" fmla="*/ 2043 w 173160"/>
                    <a:gd name="connsiteY5" fmla="*/ 130048 h 349308"/>
                    <a:gd name="connsiteX6" fmla="*/ 10244 w 173160"/>
                    <a:gd name="connsiteY6" fmla="*/ 101631 h 349308"/>
                    <a:gd name="connsiteX7" fmla="*/ 23277 w 173160"/>
                    <a:gd name="connsiteY7" fmla="*/ 75121 h 349308"/>
                    <a:gd name="connsiteX8" fmla="*/ 62643 w 173160"/>
                    <a:gd name="connsiteY8" fmla="*/ 31500 h 349308"/>
                    <a:gd name="connsiteX9" fmla="*/ 115042 w 173160"/>
                    <a:gd name="connsiteY9" fmla="*/ 5300 h 349308"/>
                    <a:gd name="connsiteX10" fmla="*/ 173160 w 173160"/>
                    <a:gd name="connsiteY10" fmla="*/ 1310 h 349308"/>
                    <a:gd name="connsiteX11" fmla="*/ 64727 w 173160"/>
                    <a:gd name="connsiteY11" fmla="*/ 34160 h 349308"/>
                    <a:gd name="connsiteX12" fmla="*/ 26735 w 173160"/>
                    <a:gd name="connsiteY12" fmla="*/ 77161 h 349308"/>
                    <a:gd name="connsiteX13" fmla="*/ 14189 w 173160"/>
                    <a:gd name="connsiteY13" fmla="*/ 103094 h 349308"/>
                    <a:gd name="connsiteX14" fmla="*/ 6387 w 173160"/>
                    <a:gd name="connsiteY14" fmla="*/ 130757 h 349308"/>
                    <a:gd name="connsiteX15" fmla="*/ 8471 w 173160"/>
                    <a:gd name="connsiteY15" fmla="*/ 187811 h 349308"/>
                    <a:gd name="connsiteX16" fmla="*/ 27267 w 173160"/>
                    <a:gd name="connsiteY16" fmla="*/ 242737 h 349308"/>
                    <a:gd name="connsiteX17" fmla="*/ 37330 w 173160"/>
                    <a:gd name="connsiteY17" fmla="*/ 270311 h 349308"/>
                    <a:gd name="connsiteX18" fmla="*/ 39946 w 173160"/>
                    <a:gd name="connsiteY18" fmla="*/ 299658 h 349308"/>
                    <a:gd name="connsiteX19" fmla="*/ 11530 w 173160"/>
                    <a:gd name="connsiteY19" fmla="*/ 349309 h 349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3160" h="349308">
                      <a:moveTo>
                        <a:pt x="11530" y="349309"/>
                      </a:moveTo>
                      <a:cubicBezTo>
                        <a:pt x="26735" y="337206"/>
                        <a:pt x="36710" y="318764"/>
                        <a:pt x="37862" y="299569"/>
                      </a:cubicBezTo>
                      <a:cubicBezTo>
                        <a:pt x="38616" y="289994"/>
                        <a:pt x="37330" y="280330"/>
                        <a:pt x="34715" y="271153"/>
                      </a:cubicBezTo>
                      <a:cubicBezTo>
                        <a:pt x="32188" y="261932"/>
                        <a:pt x="27843" y="253199"/>
                        <a:pt x="24164" y="244111"/>
                      </a:cubicBezTo>
                      <a:cubicBezTo>
                        <a:pt x="16583" y="226157"/>
                        <a:pt x="9357" y="207937"/>
                        <a:pt x="4570" y="188830"/>
                      </a:cubicBezTo>
                      <a:cubicBezTo>
                        <a:pt x="-218" y="169768"/>
                        <a:pt x="-1548" y="149553"/>
                        <a:pt x="2043" y="130048"/>
                      </a:cubicBezTo>
                      <a:cubicBezTo>
                        <a:pt x="3772" y="120295"/>
                        <a:pt x="6742" y="110852"/>
                        <a:pt x="10244" y="101631"/>
                      </a:cubicBezTo>
                      <a:cubicBezTo>
                        <a:pt x="13746" y="92455"/>
                        <a:pt x="18135" y="83544"/>
                        <a:pt x="23277" y="75121"/>
                      </a:cubicBezTo>
                      <a:cubicBezTo>
                        <a:pt x="33562" y="58320"/>
                        <a:pt x="46950" y="43381"/>
                        <a:pt x="62643" y="31500"/>
                      </a:cubicBezTo>
                      <a:cubicBezTo>
                        <a:pt x="78336" y="19664"/>
                        <a:pt x="96157" y="10576"/>
                        <a:pt x="115042" y="5300"/>
                      </a:cubicBezTo>
                      <a:cubicBezTo>
                        <a:pt x="133927" y="69"/>
                        <a:pt x="153832" y="-1350"/>
                        <a:pt x="173160" y="1310"/>
                      </a:cubicBezTo>
                      <a:cubicBezTo>
                        <a:pt x="134282" y="-2369"/>
                        <a:pt x="94872" y="10177"/>
                        <a:pt x="64727" y="34160"/>
                      </a:cubicBezTo>
                      <a:cubicBezTo>
                        <a:pt x="49699" y="46218"/>
                        <a:pt x="36577" y="60625"/>
                        <a:pt x="26735" y="77161"/>
                      </a:cubicBezTo>
                      <a:cubicBezTo>
                        <a:pt x="21770" y="85406"/>
                        <a:pt x="17603" y="94051"/>
                        <a:pt x="14189" y="103094"/>
                      </a:cubicBezTo>
                      <a:cubicBezTo>
                        <a:pt x="10820" y="112094"/>
                        <a:pt x="8028" y="121314"/>
                        <a:pt x="6387" y="130757"/>
                      </a:cubicBezTo>
                      <a:cubicBezTo>
                        <a:pt x="2752" y="149598"/>
                        <a:pt x="3905" y="169103"/>
                        <a:pt x="8471" y="187811"/>
                      </a:cubicBezTo>
                      <a:cubicBezTo>
                        <a:pt x="12904" y="206563"/>
                        <a:pt x="20219" y="224650"/>
                        <a:pt x="27267" y="242737"/>
                      </a:cubicBezTo>
                      <a:cubicBezTo>
                        <a:pt x="30725" y="251780"/>
                        <a:pt x="34936" y="260691"/>
                        <a:pt x="37330" y="270311"/>
                      </a:cubicBezTo>
                      <a:cubicBezTo>
                        <a:pt x="39857" y="279842"/>
                        <a:pt x="40965" y="289816"/>
                        <a:pt x="39946" y="299658"/>
                      </a:cubicBezTo>
                      <a:cubicBezTo>
                        <a:pt x="38128" y="319430"/>
                        <a:pt x="27400" y="337960"/>
                        <a:pt x="11530" y="3493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31" name="Forme libre : forme 27030">
                  <a:extLst>
                    <a:ext uri="{FF2B5EF4-FFF2-40B4-BE49-F238E27FC236}">
                      <a16:creationId xmlns:a16="http://schemas.microsoft.com/office/drawing/2014/main" id="{FF078229-135A-4E84-A79F-881568E89940}"/>
                    </a:ext>
                  </a:extLst>
                </p:cNvPr>
                <p:cNvSpPr/>
                <p:nvPr/>
              </p:nvSpPr>
              <p:spPr>
                <a:xfrm>
                  <a:off x="6735119" y="4291104"/>
                  <a:ext cx="124586" cy="156754"/>
                </a:xfrm>
                <a:custGeom>
                  <a:avLst/>
                  <a:gdLst>
                    <a:gd name="connsiteX0" fmla="*/ 0 w 124586"/>
                    <a:gd name="connsiteY0" fmla="*/ 0 h 156754"/>
                    <a:gd name="connsiteX1" fmla="*/ 30189 w 124586"/>
                    <a:gd name="connsiteY1" fmla="*/ 11703 h 156754"/>
                    <a:gd name="connsiteX2" fmla="*/ 46149 w 124586"/>
                    <a:gd name="connsiteY2" fmla="*/ 12679 h 156754"/>
                    <a:gd name="connsiteX3" fmla="*/ 62108 w 124586"/>
                    <a:gd name="connsiteY3" fmla="*/ 9708 h 156754"/>
                    <a:gd name="connsiteX4" fmla="*/ 95400 w 124586"/>
                    <a:gd name="connsiteY4" fmla="*/ 9487 h 156754"/>
                    <a:gd name="connsiteX5" fmla="*/ 110783 w 124586"/>
                    <a:gd name="connsiteY5" fmla="*/ 17112 h 156754"/>
                    <a:gd name="connsiteX6" fmla="*/ 120757 w 124586"/>
                    <a:gd name="connsiteY6" fmla="*/ 31165 h 156754"/>
                    <a:gd name="connsiteX7" fmla="*/ 123772 w 124586"/>
                    <a:gd name="connsiteY7" fmla="*/ 64546 h 156754"/>
                    <a:gd name="connsiteX8" fmla="*/ 112955 w 124586"/>
                    <a:gd name="connsiteY8" fmla="*/ 95888 h 156754"/>
                    <a:gd name="connsiteX9" fmla="*/ 89948 w 124586"/>
                    <a:gd name="connsiteY9" fmla="*/ 156754 h 156754"/>
                    <a:gd name="connsiteX10" fmla="*/ 97174 w 124586"/>
                    <a:gd name="connsiteY10" fmla="*/ 124747 h 156754"/>
                    <a:gd name="connsiteX11" fmla="*/ 109852 w 124586"/>
                    <a:gd name="connsiteY11" fmla="*/ 94470 h 156754"/>
                    <a:gd name="connsiteX12" fmla="*/ 119782 w 124586"/>
                    <a:gd name="connsiteY12" fmla="*/ 63925 h 156754"/>
                    <a:gd name="connsiteX13" fmla="*/ 116679 w 124586"/>
                    <a:gd name="connsiteY13" fmla="*/ 32805 h 156754"/>
                    <a:gd name="connsiteX14" fmla="*/ 108079 w 124586"/>
                    <a:gd name="connsiteY14" fmla="*/ 20348 h 156754"/>
                    <a:gd name="connsiteX15" fmla="*/ 94469 w 124586"/>
                    <a:gd name="connsiteY15" fmla="*/ 13432 h 156754"/>
                    <a:gd name="connsiteX16" fmla="*/ 78732 w 124586"/>
                    <a:gd name="connsiteY16" fmla="*/ 11748 h 156754"/>
                    <a:gd name="connsiteX17" fmla="*/ 62684 w 124586"/>
                    <a:gd name="connsiteY17" fmla="*/ 13122 h 156754"/>
                    <a:gd name="connsiteX18" fmla="*/ 46370 w 124586"/>
                    <a:gd name="connsiteY18" fmla="*/ 15516 h 156754"/>
                    <a:gd name="connsiteX19" fmla="*/ 29791 w 124586"/>
                    <a:gd name="connsiteY19" fmla="*/ 13876 h 156754"/>
                    <a:gd name="connsiteX20" fmla="*/ 0 w 124586"/>
                    <a:gd name="connsiteY20" fmla="*/ 0 h 156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4586" h="156754">
                      <a:moveTo>
                        <a:pt x="0" y="0"/>
                      </a:moveTo>
                      <a:cubicBezTo>
                        <a:pt x="9398" y="5497"/>
                        <a:pt x="19639" y="9708"/>
                        <a:pt x="30189" y="11703"/>
                      </a:cubicBezTo>
                      <a:cubicBezTo>
                        <a:pt x="35465" y="12767"/>
                        <a:pt x="40829" y="13211"/>
                        <a:pt x="46149" y="12679"/>
                      </a:cubicBezTo>
                      <a:cubicBezTo>
                        <a:pt x="51335" y="12235"/>
                        <a:pt x="56655" y="10684"/>
                        <a:pt x="62108" y="9708"/>
                      </a:cubicBezTo>
                      <a:cubicBezTo>
                        <a:pt x="72924" y="7758"/>
                        <a:pt x="84273" y="6916"/>
                        <a:pt x="95400" y="9487"/>
                      </a:cubicBezTo>
                      <a:cubicBezTo>
                        <a:pt x="100942" y="10817"/>
                        <a:pt x="106306" y="13388"/>
                        <a:pt x="110783" y="17112"/>
                      </a:cubicBezTo>
                      <a:cubicBezTo>
                        <a:pt x="115394" y="20747"/>
                        <a:pt x="118497" y="25934"/>
                        <a:pt x="120757" y="31165"/>
                      </a:cubicBezTo>
                      <a:cubicBezTo>
                        <a:pt x="124747" y="41937"/>
                        <a:pt x="125368" y="53419"/>
                        <a:pt x="123772" y="64546"/>
                      </a:cubicBezTo>
                      <a:cubicBezTo>
                        <a:pt x="121955" y="75673"/>
                        <a:pt x="117699" y="86047"/>
                        <a:pt x="112955" y="95888"/>
                      </a:cubicBezTo>
                      <a:cubicBezTo>
                        <a:pt x="103247" y="115438"/>
                        <a:pt x="93671" y="135077"/>
                        <a:pt x="89948" y="156754"/>
                      </a:cubicBezTo>
                      <a:cubicBezTo>
                        <a:pt x="90967" y="145849"/>
                        <a:pt x="93627" y="135121"/>
                        <a:pt x="97174" y="124747"/>
                      </a:cubicBezTo>
                      <a:cubicBezTo>
                        <a:pt x="100809" y="114374"/>
                        <a:pt x="105508" y="104444"/>
                        <a:pt x="109852" y="94470"/>
                      </a:cubicBezTo>
                      <a:cubicBezTo>
                        <a:pt x="114064" y="84495"/>
                        <a:pt x="118275" y="74476"/>
                        <a:pt x="119782" y="63925"/>
                      </a:cubicBezTo>
                      <a:cubicBezTo>
                        <a:pt x="121201" y="53463"/>
                        <a:pt x="120403" y="42514"/>
                        <a:pt x="116679" y="32805"/>
                      </a:cubicBezTo>
                      <a:cubicBezTo>
                        <a:pt x="114684" y="28106"/>
                        <a:pt x="112069" y="23540"/>
                        <a:pt x="108079" y="20348"/>
                      </a:cubicBezTo>
                      <a:cubicBezTo>
                        <a:pt x="104222" y="17068"/>
                        <a:pt x="99523" y="14718"/>
                        <a:pt x="94469" y="13432"/>
                      </a:cubicBezTo>
                      <a:cubicBezTo>
                        <a:pt x="89371" y="12191"/>
                        <a:pt x="84096" y="11748"/>
                        <a:pt x="78732" y="11748"/>
                      </a:cubicBezTo>
                      <a:cubicBezTo>
                        <a:pt x="73412" y="11881"/>
                        <a:pt x="68048" y="12369"/>
                        <a:pt x="62684" y="13122"/>
                      </a:cubicBezTo>
                      <a:cubicBezTo>
                        <a:pt x="57364" y="13832"/>
                        <a:pt x="52045" y="15206"/>
                        <a:pt x="46370" y="15516"/>
                      </a:cubicBezTo>
                      <a:cubicBezTo>
                        <a:pt x="40740" y="15826"/>
                        <a:pt x="35154" y="15206"/>
                        <a:pt x="29791" y="13876"/>
                      </a:cubicBezTo>
                      <a:cubicBezTo>
                        <a:pt x="19018" y="11039"/>
                        <a:pt x="8911" y="634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32" name="Forme libre : forme 27031">
                  <a:extLst>
                    <a:ext uri="{FF2B5EF4-FFF2-40B4-BE49-F238E27FC236}">
                      <a16:creationId xmlns:a16="http://schemas.microsoft.com/office/drawing/2014/main" id="{D5386C03-BA8F-4FF3-913D-19D997EEF5D1}"/>
                    </a:ext>
                  </a:extLst>
                </p:cNvPr>
                <p:cNvSpPr/>
                <p:nvPr/>
              </p:nvSpPr>
              <p:spPr>
                <a:xfrm>
                  <a:off x="6236839" y="4231656"/>
                  <a:ext cx="86847" cy="224048"/>
                </a:xfrm>
                <a:custGeom>
                  <a:avLst/>
                  <a:gdLst>
                    <a:gd name="connsiteX0" fmla="*/ 68801 w 86847"/>
                    <a:gd name="connsiteY0" fmla="*/ 0 h 224048"/>
                    <a:gd name="connsiteX1" fmla="*/ 85204 w 86847"/>
                    <a:gd name="connsiteY1" fmla="*/ 63172 h 224048"/>
                    <a:gd name="connsiteX2" fmla="*/ 82855 w 86847"/>
                    <a:gd name="connsiteY2" fmla="*/ 128693 h 224048"/>
                    <a:gd name="connsiteX3" fmla="*/ 71905 w 86847"/>
                    <a:gd name="connsiteY3" fmla="*/ 159813 h 224048"/>
                    <a:gd name="connsiteX4" fmla="*/ 53685 w 86847"/>
                    <a:gd name="connsiteY4" fmla="*/ 187298 h 224048"/>
                    <a:gd name="connsiteX5" fmla="*/ 0 w 86847"/>
                    <a:gd name="connsiteY5" fmla="*/ 224049 h 224048"/>
                    <a:gd name="connsiteX6" fmla="*/ 27707 w 86847"/>
                    <a:gd name="connsiteY6" fmla="*/ 207159 h 224048"/>
                    <a:gd name="connsiteX7" fmla="*/ 40164 w 86847"/>
                    <a:gd name="connsiteY7" fmla="*/ 196874 h 224048"/>
                    <a:gd name="connsiteX8" fmla="*/ 45794 w 86847"/>
                    <a:gd name="connsiteY8" fmla="*/ 191111 h 224048"/>
                    <a:gd name="connsiteX9" fmla="*/ 51069 w 86847"/>
                    <a:gd name="connsiteY9" fmla="*/ 185082 h 224048"/>
                    <a:gd name="connsiteX10" fmla="*/ 78510 w 86847"/>
                    <a:gd name="connsiteY10" fmla="*/ 127717 h 224048"/>
                    <a:gd name="connsiteX11" fmla="*/ 81790 w 86847"/>
                    <a:gd name="connsiteY11" fmla="*/ 63526 h 224048"/>
                    <a:gd name="connsiteX12" fmla="*/ 76958 w 86847"/>
                    <a:gd name="connsiteY12" fmla="*/ 31475 h 224048"/>
                    <a:gd name="connsiteX13" fmla="*/ 68801 w 86847"/>
                    <a:gd name="connsiteY13" fmla="*/ 0 h 22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6847" h="224048">
                      <a:moveTo>
                        <a:pt x="68801" y="0"/>
                      </a:moveTo>
                      <a:cubicBezTo>
                        <a:pt x="77180" y="20082"/>
                        <a:pt x="82411" y="41494"/>
                        <a:pt x="85204" y="63172"/>
                      </a:cubicBezTo>
                      <a:cubicBezTo>
                        <a:pt x="87908" y="84894"/>
                        <a:pt x="87376" y="107103"/>
                        <a:pt x="82855" y="128693"/>
                      </a:cubicBezTo>
                      <a:cubicBezTo>
                        <a:pt x="80461" y="139465"/>
                        <a:pt x="76737" y="149927"/>
                        <a:pt x="71905" y="159813"/>
                      </a:cubicBezTo>
                      <a:cubicBezTo>
                        <a:pt x="67117" y="169743"/>
                        <a:pt x="61132" y="179141"/>
                        <a:pt x="53685" y="187298"/>
                      </a:cubicBezTo>
                      <a:cubicBezTo>
                        <a:pt x="39233" y="204056"/>
                        <a:pt x="20126" y="215981"/>
                        <a:pt x="0" y="224049"/>
                      </a:cubicBezTo>
                      <a:cubicBezTo>
                        <a:pt x="9620" y="218951"/>
                        <a:pt x="19239" y="213897"/>
                        <a:pt x="27707" y="207159"/>
                      </a:cubicBezTo>
                      <a:cubicBezTo>
                        <a:pt x="32184" y="204100"/>
                        <a:pt x="36085" y="200376"/>
                        <a:pt x="40164" y="196874"/>
                      </a:cubicBezTo>
                      <a:cubicBezTo>
                        <a:pt x="42114" y="195012"/>
                        <a:pt x="43932" y="193017"/>
                        <a:pt x="45794" y="191111"/>
                      </a:cubicBezTo>
                      <a:cubicBezTo>
                        <a:pt x="47700" y="189249"/>
                        <a:pt x="49429" y="187165"/>
                        <a:pt x="51069" y="185082"/>
                      </a:cubicBezTo>
                      <a:cubicBezTo>
                        <a:pt x="64945" y="168679"/>
                        <a:pt x="73944" y="148597"/>
                        <a:pt x="78510" y="127717"/>
                      </a:cubicBezTo>
                      <a:cubicBezTo>
                        <a:pt x="83253" y="106793"/>
                        <a:pt x="83741" y="84982"/>
                        <a:pt x="81790" y="63526"/>
                      </a:cubicBezTo>
                      <a:cubicBezTo>
                        <a:pt x="80860" y="52754"/>
                        <a:pt x="79175" y="42070"/>
                        <a:pt x="76958" y="31475"/>
                      </a:cubicBezTo>
                      <a:cubicBezTo>
                        <a:pt x="74919" y="20836"/>
                        <a:pt x="72171" y="10329"/>
                        <a:pt x="6880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33" name="Forme libre : forme 27032">
                  <a:extLst>
                    <a:ext uri="{FF2B5EF4-FFF2-40B4-BE49-F238E27FC236}">
                      <a16:creationId xmlns:a16="http://schemas.microsoft.com/office/drawing/2014/main" id="{A65D63C9-6DD1-406A-8461-90C478E7D188}"/>
                    </a:ext>
                  </a:extLst>
                </p:cNvPr>
                <p:cNvSpPr/>
                <p:nvPr/>
              </p:nvSpPr>
              <p:spPr>
                <a:xfrm>
                  <a:off x="5178177" y="3712718"/>
                  <a:ext cx="43970" cy="127229"/>
                </a:xfrm>
                <a:custGeom>
                  <a:avLst/>
                  <a:gdLst>
                    <a:gd name="connsiteX0" fmla="*/ 29696 w 43970"/>
                    <a:gd name="connsiteY0" fmla="*/ 0 h 127229"/>
                    <a:gd name="connsiteX1" fmla="*/ 18392 w 43970"/>
                    <a:gd name="connsiteY1" fmla="*/ 14807 h 127229"/>
                    <a:gd name="connsiteX2" fmla="*/ 9836 w 43970"/>
                    <a:gd name="connsiteY2" fmla="*/ 31120 h 127229"/>
                    <a:gd name="connsiteX3" fmla="*/ 4915 w 43970"/>
                    <a:gd name="connsiteY3" fmla="*/ 66718 h 127229"/>
                    <a:gd name="connsiteX4" fmla="*/ 18702 w 43970"/>
                    <a:gd name="connsiteY4" fmla="*/ 100055 h 127229"/>
                    <a:gd name="connsiteX5" fmla="*/ 43971 w 43970"/>
                    <a:gd name="connsiteY5" fmla="*/ 127230 h 127229"/>
                    <a:gd name="connsiteX6" fmla="*/ 36302 w 43970"/>
                    <a:gd name="connsiteY6" fmla="*/ 121821 h 127229"/>
                    <a:gd name="connsiteX7" fmla="*/ 28987 w 43970"/>
                    <a:gd name="connsiteY7" fmla="*/ 115881 h 127229"/>
                    <a:gd name="connsiteX8" fmla="*/ 15998 w 43970"/>
                    <a:gd name="connsiteY8" fmla="*/ 102094 h 127229"/>
                    <a:gd name="connsiteX9" fmla="*/ 571 w 43970"/>
                    <a:gd name="connsiteY9" fmla="*/ 67339 h 127229"/>
                    <a:gd name="connsiteX10" fmla="*/ 6777 w 43970"/>
                    <a:gd name="connsiteY10" fmla="*/ 29790 h 127229"/>
                    <a:gd name="connsiteX11" fmla="*/ 29696 w 43970"/>
                    <a:gd name="connsiteY11" fmla="*/ 0 h 127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970" h="127229">
                      <a:moveTo>
                        <a:pt x="29696" y="0"/>
                      </a:moveTo>
                      <a:cubicBezTo>
                        <a:pt x="25485" y="4655"/>
                        <a:pt x="21672" y="9575"/>
                        <a:pt x="18392" y="14807"/>
                      </a:cubicBezTo>
                      <a:cubicBezTo>
                        <a:pt x="15023" y="19993"/>
                        <a:pt x="12097" y="25446"/>
                        <a:pt x="9836" y="31120"/>
                      </a:cubicBezTo>
                      <a:cubicBezTo>
                        <a:pt x="5270" y="42469"/>
                        <a:pt x="3142" y="54749"/>
                        <a:pt x="4915" y="66718"/>
                      </a:cubicBezTo>
                      <a:cubicBezTo>
                        <a:pt x="6422" y="78732"/>
                        <a:pt x="11698" y="90036"/>
                        <a:pt x="18702" y="100055"/>
                      </a:cubicBezTo>
                      <a:cubicBezTo>
                        <a:pt x="25706" y="110162"/>
                        <a:pt x="34617" y="118984"/>
                        <a:pt x="43971" y="127230"/>
                      </a:cubicBezTo>
                      <a:cubicBezTo>
                        <a:pt x="41400" y="125457"/>
                        <a:pt x="38828" y="123683"/>
                        <a:pt x="36302" y="121821"/>
                      </a:cubicBezTo>
                      <a:lnTo>
                        <a:pt x="28987" y="115881"/>
                      </a:lnTo>
                      <a:cubicBezTo>
                        <a:pt x="24376" y="111581"/>
                        <a:pt x="19899" y="107103"/>
                        <a:pt x="15998" y="102094"/>
                      </a:cubicBezTo>
                      <a:cubicBezTo>
                        <a:pt x="8063" y="92208"/>
                        <a:pt x="2255" y="80195"/>
                        <a:pt x="571" y="67339"/>
                      </a:cubicBezTo>
                      <a:cubicBezTo>
                        <a:pt x="-1202" y="54483"/>
                        <a:pt x="1236" y="41272"/>
                        <a:pt x="6777" y="29790"/>
                      </a:cubicBezTo>
                      <a:cubicBezTo>
                        <a:pt x="12185" y="18309"/>
                        <a:pt x="20032" y="8024"/>
                        <a:pt x="296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34" name="Forme libre : forme 27033">
                  <a:extLst>
                    <a:ext uri="{FF2B5EF4-FFF2-40B4-BE49-F238E27FC236}">
                      <a16:creationId xmlns:a16="http://schemas.microsoft.com/office/drawing/2014/main" id="{9F989379-CD36-4780-824E-C954404E0EF2}"/>
                    </a:ext>
                  </a:extLst>
                </p:cNvPr>
                <p:cNvSpPr/>
                <p:nvPr/>
              </p:nvSpPr>
              <p:spPr>
                <a:xfrm>
                  <a:off x="5621126" y="3755497"/>
                  <a:ext cx="87944" cy="129268"/>
                </a:xfrm>
                <a:custGeom>
                  <a:avLst/>
                  <a:gdLst>
                    <a:gd name="connsiteX0" fmla="*/ 74210 w 87944"/>
                    <a:gd name="connsiteY0" fmla="*/ 0 h 129268"/>
                    <a:gd name="connsiteX1" fmla="*/ 87820 w 87944"/>
                    <a:gd name="connsiteY1" fmla="*/ 42114 h 129268"/>
                    <a:gd name="connsiteX2" fmla="*/ 75762 w 87944"/>
                    <a:gd name="connsiteY2" fmla="*/ 85115 h 129268"/>
                    <a:gd name="connsiteX3" fmla="*/ 41715 w 87944"/>
                    <a:gd name="connsiteY3" fmla="*/ 114152 h 129268"/>
                    <a:gd name="connsiteX4" fmla="*/ 0 w 87944"/>
                    <a:gd name="connsiteY4" fmla="*/ 129269 h 129268"/>
                    <a:gd name="connsiteX5" fmla="*/ 10329 w 87944"/>
                    <a:gd name="connsiteY5" fmla="*/ 125368 h 129268"/>
                    <a:gd name="connsiteX6" fmla="*/ 20481 w 87944"/>
                    <a:gd name="connsiteY6" fmla="*/ 121068 h 129268"/>
                    <a:gd name="connsiteX7" fmla="*/ 30411 w 87944"/>
                    <a:gd name="connsiteY7" fmla="*/ 116413 h 129268"/>
                    <a:gd name="connsiteX8" fmla="*/ 39986 w 87944"/>
                    <a:gd name="connsiteY8" fmla="*/ 111137 h 129268"/>
                    <a:gd name="connsiteX9" fmla="*/ 72038 w 87944"/>
                    <a:gd name="connsiteY9" fmla="*/ 82589 h 129268"/>
                    <a:gd name="connsiteX10" fmla="*/ 84362 w 87944"/>
                    <a:gd name="connsiteY10" fmla="*/ 42203 h 129268"/>
                    <a:gd name="connsiteX11" fmla="*/ 81569 w 87944"/>
                    <a:gd name="connsiteY11" fmla="*/ 20702 h 129268"/>
                    <a:gd name="connsiteX12" fmla="*/ 74210 w 87944"/>
                    <a:gd name="connsiteY12" fmla="*/ 0 h 129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944" h="129268">
                      <a:moveTo>
                        <a:pt x="74210" y="0"/>
                      </a:moveTo>
                      <a:cubicBezTo>
                        <a:pt x="82145" y="12457"/>
                        <a:pt x="87022" y="27042"/>
                        <a:pt x="87820" y="42114"/>
                      </a:cubicBezTo>
                      <a:cubicBezTo>
                        <a:pt x="88751" y="57187"/>
                        <a:pt x="84450" y="72614"/>
                        <a:pt x="75762" y="85115"/>
                      </a:cubicBezTo>
                      <a:cubicBezTo>
                        <a:pt x="67117" y="97705"/>
                        <a:pt x="54793" y="107059"/>
                        <a:pt x="41715" y="114152"/>
                      </a:cubicBezTo>
                      <a:cubicBezTo>
                        <a:pt x="28505" y="121112"/>
                        <a:pt x="14363" y="125989"/>
                        <a:pt x="0" y="129269"/>
                      </a:cubicBezTo>
                      <a:cubicBezTo>
                        <a:pt x="3458" y="127939"/>
                        <a:pt x="6871" y="126609"/>
                        <a:pt x="10329" y="125368"/>
                      </a:cubicBezTo>
                      <a:cubicBezTo>
                        <a:pt x="13743" y="124038"/>
                        <a:pt x="17112" y="122486"/>
                        <a:pt x="20481" y="121068"/>
                      </a:cubicBezTo>
                      <a:cubicBezTo>
                        <a:pt x="23850" y="119649"/>
                        <a:pt x="27131" y="117965"/>
                        <a:pt x="30411" y="116413"/>
                      </a:cubicBezTo>
                      <a:cubicBezTo>
                        <a:pt x="33647" y="114729"/>
                        <a:pt x="36839" y="112911"/>
                        <a:pt x="39986" y="111137"/>
                      </a:cubicBezTo>
                      <a:cubicBezTo>
                        <a:pt x="52355" y="103557"/>
                        <a:pt x="64014" y="94469"/>
                        <a:pt x="72038" y="82589"/>
                      </a:cubicBezTo>
                      <a:cubicBezTo>
                        <a:pt x="80283" y="70885"/>
                        <a:pt x="84406" y="56610"/>
                        <a:pt x="84362" y="42203"/>
                      </a:cubicBezTo>
                      <a:cubicBezTo>
                        <a:pt x="84406" y="34977"/>
                        <a:pt x="83387" y="27751"/>
                        <a:pt x="81569" y="20702"/>
                      </a:cubicBezTo>
                      <a:cubicBezTo>
                        <a:pt x="79973" y="13521"/>
                        <a:pt x="77402" y="6605"/>
                        <a:pt x="742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35" name="Forme libre : forme 27034">
                  <a:extLst>
                    <a:ext uri="{FF2B5EF4-FFF2-40B4-BE49-F238E27FC236}">
                      <a16:creationId xmlns:a16="http://schemas.microsoft.com/office/drawing/2014/main" id="{8A0267A0-993B-4A5D-9CB9-E9876A9FC478}"/>
                    </a:ext>
                  </a:extLst>
                </p:cNvPr>
                <p:cNvSpPr/>
                <p:nvPr/>
              </p:nvSpPr>
              <p:spPr>
                <a:xfrm>
                  <a:off x="5352508" y="3579548"/>
                  <a:ext cx="79457" cy="206848"/>
                </a:xfrm>
                <a:custGeom>
                  <a:avLst/>
                  <a:gdLst>
                    <a:gd name="connsiteX0" fmla="*/ 23911 w 79457"/>
                    <a:gd name="connsiteY0" fmla="*/ 0 h 206848"/>
                    <a:gd name="connsiteX1" fmla="*/ 8307 w 79457"/>
                    <a:gd name="connsiteY1" fmla="*/ 24515 h 206848"/>
                    <a:gd name="connsiteX2" fmla="*/ 3519 w 79457"/>
                    <a:gd name="connsiteY2" fmla="*/ 53064 h 206848"/>
                    <a:gd name="connsiteX3" fmla="*/ 18414 w 79457"/>
                    <a:gd name="connsiteY3" fmla="*/ 108301 h 206848"/>
                    <a:gd name="connsiteX4" fmla="*/ 57558 w 79457"/>
                    <a:gd name="connsiteY4" fmla="*/ 152144 h 206848"/>
                    <a:gd name="connsiteX5" fmla="*/ 79458 w 79457"/>
                    <a:gd name="connsiteY5" fmla="*/ 206848 h 206848"/>
                    <a:gd name="connsiteX6" fmla="*/ 75690 w 79457"/>
                    <a:gd name="connsiteY6" fmla="*/ 192574 h 206848"/>
                    <a:gd name="connsiteX7" fmla="*/ 70414 w 79457"/>
                    <a:gd name="connsiteY7" fmla="*/ 178875 h 206848"/>
                    <a:gd name="connsiteX8" fmla="*/ 63632 w 79457"/>
                    <a:gd name="connsiteY8" fmla="*/ 165975 h 206848"/>
                    <a:gd name="connsiteX9" fmla="*/ 54899 w 79457"/>
                    <a:gd name="connsiteY9" fmla="*/ 154316 h 206848"/>
                    <a:gd name="connsiteX10" fmla="*/ 34329 w 79457"/>
                    <a:gd name="connsiteY10" fmla="*/ 133347 h 206848"/>
                    <a:gd name="connsiteX11" fmla="*/ 14646 w 79457"/>
                    <a:gd name="connsiteY11" fmla="*/ 110694 h 206848"/>
                    <a:gd name="connsiteX12" fmla="*/ 3164 w 79457"/>
                    <a:gd name="connsiteY12" fmla="*/ 82810 h 206848"/>
                    <a:gd name="connsiteX13" fmla="*/ 105 w 79457"/>
                    <a:gd name="connsiteY13" fmla="*/ 52975 h 206848"/>
                    <a:gd name="connsiteX14" fmla="*/ 6312 w 79457"/>
                    <a:gd name="connsiteY14" fmla="*/ 23717 h 206848"/>
                    <a:gd name="connsiteX15" fmla="*/ 23911 w 79457"/>
                    <a:gd name="connsiteY15" fmla="*/ 0 h 206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9457" h="206848">
                      <a:moveTo>
                        <a:pt x="23911" y="0"/>
                      </a:moveTo>
                      <a:cubicBezTo>
                        <a:pt x="16641" y="6694"/>
                        <a:pt x="11632" y="15427"/>
                        <a:pt x="8307" y="24515"/>
                      </a:cubicBezTo>
                      <a:cubicBezTo>
                        <a:pt x="4982" y="33647"/>
                        <a:pt x="3519" y="43400"/>
                        <a:pt x="3519" y="53064"/>
                      </a:cubicBezTo>
                      <a:cubicBezTo>
                        <a:pt x="3874" y="72348"/>
                        <a:pt x="7819" y="92208"/>
                        <a:pt x="18414" y="108301"/>
                      </a:cubicBezTo>
                      <a:cubicBezTo>
                        <a:pt x="28566" y="124792"/>
                        <a:pt x="45279" y="136318"/>
                        <a:pt x="57558" y="152144"/>
                      </a:cubicBezTo>
                      <a:cubicBezTo>
                        <a:pt x="70370" y="167704"/>
                        <a:pt x="77153" y="187342"/>
                        <a:pt x="79458" y="206848"/>
                      </a:cubicBezTo>
                      <a:cubicBezTo>
                        <a:pt x="78128" y="202060"/>
                        <a:pt x="77197" y="197228"/>
                        <a:pt x="75690" y="192574"/>
                      </a:cubicBezTo>
                      <a:cubicBezTo>
                        <a:pt x="74049" y="187963"/>
                        <a:pt x="72675" y="183220"/>
                        <a:pt x="70414" y="178875"/>
                      </a:cubicBezTo>
                      <a:cubicBezTo>
                        <a:pt x="68597" y="174353"/>
                        <a:pt x="66026" y="170186"/>
                        <a:pt x="63632" y="165975"/>
                      </a:cubicBezTo>
                      <a:cubicBezTo>
                        <a:pt x="60883" y="161985"/>
                        <a:pt x="58135" y="157951"/>
                        <a:pt x="54899" y="154316"/>
                      </a:cubicBezTo>
                      <a:cubicBezTo>
                        <a:pt x="48559" y="146957"/>
                        <a:pt x="41511" y="140174"/>
                        <a:pt x="34329" y="133347"/>
                      </a:cubicBezTo>
                      <a:cubicBezTo>
                        <a:pt x="27192" y="126520"/>
                        <a:pt x="20143" y="119250"/>
                        <a:pt x="14646" y="110694"/>
                      </a:cubicBezTo>
                      <a:cubicBezTo>
                        <a:pt x="9282" y="102138"/>
                        <a:pt x="5381" y="92652"/>
                        <a:pt x="3164" y="82810"/>
                      </a:cubicBezTo>
                      <a:cubicBezTo>
                        <a:pt x="1125" y="73013"/>
                        <a:pt x="-427" y="63039"/>
                        <a:pt x="105" y="52975"/>
                      </a:cubicBezTo>
                      <a:cubicBezTo>
                        <a:pt x="549" y="42957"/>
                        <a:pt x="2455" y="32938"/>
                        <a:pt x="6312" y="23717"/>
                      </a:cubicBezTo>
                      <a:cubicBezTo>
                        <a:pt x="10390" y="14674"/>
                        <a:pt x="15976" y="5985"/>
                        <a:pt x="239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36" name="Forme libre : forme 27035">
                  <a:extLst>
                    <a:ext uri="{FF2B5EF4-FFF2-40B4-BE49-F238E27FC236}">
                      <a16:creationId xmlns:a16="http://schemas.microsoft.com/office/drawing/2014/main" id="{FE9DDDB9-6915-4F8B-BA00-10285983EE94}"/>
                    </a:ext>
                  </a:extLst>
                </p:cNvPr>
                <p:cNvSpPr/>
                <p:nvPr/>
              </p:nvSpPr>
              <p:spPr>
                <a:xfrm>
                  <a:off x="4303276" y="4167398"/>
                  <a:ext cx="136119" cy="180227"/>
                </a:xfrm>
                <a:custGeom>
                  <a:avLst/>
                  <a:gdLst>
                    <a:gd name="connsiteX0" fmla="*/ 26490 w 136119"/>
                    <a:gd name="connsiteY0" fmla="*/ 180227 h 180227"/>
                    <a:gd name="connsiteX1" fmla="*/ 556 w 136119"/>
                    <a:gd name="connsiteY1" fmla="*/ 113554 h 180227"/>
                    <a:gd name="connsiteX2" fmla="*/ 2329 w 136119"/>
                    <a:gd name="connsiteY2" fmla="*/ 77202 h 180227"/>
                    <a:gd name="connsiteX3" fmla="*/ 6762 w 136119"/>
                    <a:gd name="connsiteY3" fmla="*/ 59514 h 180227"/>
                    <a:gd name="connsiteX4" fmla="*/ 9555 w 136119"/>
                    <a:gd name="connsiteY4" fmla="*/ 50826 h 180227"/>
                    <a:gd name="connsiteX5" fmla="*/ 13013 w 136119"/>
                    <a:gd name="connsiteY5" fmla="*/ 42314 h 180227"/>
                    <a:gd name="connsiteX6" fmla="*/ 34824 w 136119"/>
                    <a:gd name="connsiteY6" fmla="*/ 12878 h 180227"/>
                    <a:gd name="connsiteX7" fmla="*/ 69047 w 136119"/>
                    <a:gd name="connsiteY7" fmla="*/ 67 h 180227"/>
                    <a:gd name="connsiteX8" fmla="*/ 104822 w 136119"/>
                    <a:gd name="connsiteY8" fmla="*/ 6539 h 180227"/>
                    <a:gd name="connsiteX9" fmla="*/ 136120 w 136119"/>
                    <a:gd name="connsiteY9" fmla="*/ 24493 h 180227"/>
                    <a:gd name="connsiteX10" fmla="*/ 104113 w 136119"/>
                    <a:gd name="connsiteY10" fmla="*/ 8578 h 180227"/>
                    <a:gd name="connsiteX11" fmla="*/ 69313 w 136119"/>
                    <a:gd name="connsiteY11" fmla="*/ 3480 h 180227"/>
                    <a:gd name="connsiteX12" fmla="*/ 37439 w 136119"/>
                    <a:gd name="connsiteY12" fmla="*/ 16026 h 180227"/>
                    <a:gd name="connsiteX13" fmla="*/ 17091 w 136119"/>
                    <a:gd name="connsiteY13" fmla="*/ 44176 h 180227"/>
                    <a:gd name="connsiteX14" fmla="*/ 13678 w 136119"/>
                    <a:gd name="connsiteY14" fmla="*/ 52333 h 180227"/>
                    <a:gd name="connsiteX15" fmla="*/ 10885 w 136119"/>
                    <a:gd name="connsiteY15" fmla="*/ 60756 h 180227"/>
                    <a:gd name="connsiteX16" fmla="*/ 6408 w 136119"/>
                    <a:gd name="connsiteY16" fmla="*/ 77912 h 180227"/>
                    <a:gd name="connsiteX17" fmla="*/ 4058 w 136119"/>
                    <a:gd name="connsiteY17" fmla="*/ 113288 h 180227"/>
                    <a:gd name="connsiteX18" fmla="*/ 10841 w 136119"/>
                    <a:gd name="connsiteY18" fmla="*/ 148176 h 180227"/>
                    <a:gd name="connsiteX19" fmla="*/ 26490 w 136119"/>
                    <a:gd name="connsiteY19" fmla="*/ 180227 h 180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36119" h="180227">
                      <a:moveTo>
                        <a:pt x="26490" y="180227"/>
                      </a:moveTo>
                      <a:cubicBezTo>
                        <a:pt x="11240" y="161520"/>
                        <a:pt x="2861" y="137670"/>
                        <a:pt x="556" y="113554"/>
                      </a:cubicBezTo>
                      <a:cubicBezTo>
                        <a:pt x="-774" y="101407"/>
                        <a:pt x="467" y="89216"/>
                        <a:pt x="2329" y="77202"/>
                      </a:cubicBezTo>
                      <a:cubicBezTo>
                        <a:pt x="3748" y="71306"/>
                        <a:pt x="4634" y="65233"/>
                        <a:pt x="6762" y="59514"/>
                      </a:cubicBezTo>
                      <a:lnTo>
                        <a:pt x="9555" y="50826"/>
                      </a:lnTo>
                      <a:cubicBezTo>
                        <a:pt x="10619" y="47988"/>
                        <a:pt x="11772" y="45151"/>
                        <a:pt x="13013" y="42314"/>
                      </a:cubicBezTo>
                      <a:cubicBezTo>
                        <a:pt x="18155" y="31231"/>
                        <a:pt x="25160" y="20725"/>
                        <a:pt x="34824" y="12878"/>
                      </a:cubicBezTo>
                      <a:cubicBezTo>
                        <a:pt x="44444" y="5032"/>
                        <a:pt x="56723" y="465"/>
                        <a:pt x="69047" y="67"/>
                      </a:cubicBezTo>
                      <a:cubicBezTo>
                        <a:pt x="81371" y="-465"/>
                        <a:pt x="93518" y="2239"/>
                        <a:pt x="104822" y="6539"/>
                      </a:cubicBezTo>
                      <a:cubicBezTo>
                        <a:pt x="116082" y="11016"/>
                        <a:pt x="126722" y="16957"/>
                        <a:pt x="136120" y="24493"/>
                      </a:cubicBezTo>
                      <a:cubicBezTo>
                        <a:pt x="126190" y="17755"/>
                        <a:pt x="115417" y="12346"/>
                        <a:pt x="104113" y="8578"/>
                      </a:cubicBezTo>
                      <a:cubicBezTo>
                        <a:pt x="92897" y="4766"/>
                        <a:pt x="80972" y="2549"/>
                        <a:pt x="69313" y="3480"/>
                      </a:cubicBezTo>
                      <a:cubicBezTo>
                        <a:pt x="57654" y="4411"/>
                        <a:pt x="46350" y="8534"/>
                        <a:pt x="37439" y="16026"/>
                      </a:cubicBezTo>
                      <a:cubicBezTo>
                        <a:pt x="28484" y="23473"/>
                        <a:pt x="21923" y="33492"/>
                        <a:pt x="17091" y="44176"/>
                      </a:cubicBezTo>
                      <a:cubicBezTo>
                        <a:pt x="15894" y="46836"/>
                        <a:pt x="14742" y="49584"/>
                        <a:pt x="13678" y="52333"/>
                      </a:cubicBezTo>
                      <a:lnTo>
                        <a:pt x="10885" y="60756"/>
                      </a:lnTo>
                      <a:cubicBezTo>
                        <a:pt x="8757" y="66297"/>
                        <a:pt x="7870" y="72193"/>
                        <a:pt x="6408" y="77912"/>
                      </a:cubicBezTo>
                      <a:cubicBezTo>
                        <a:pt x="4413" y="89571"/>
                        <a:pt x="3304" y="101407"/>
                        <a:pt x="4058" y="113288"/>
                      </a:cubicBezTo>
                      <a:cubicBezTo>
                        <a:pt x="4767" y="125124"/>
                        <a:pt x="7028" y="136872"/>
                        <a:pt x="10841" y="148176"/>
                      </a:cubicBezTo>
                      <a:cubicBezTo>
                        <a:pt x="14387" y="159481"/>
                        <a:pt x="19530" y="170386"/>
                        <a:pt x="26490" y="1802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37" name="Forme libre : forme 27036">
                  <a:extLst>
                    <a:ext uri="{FF2B5EF4-FFF2-40B4-BE49-F238E27FC236}">
                      <a16:creationId xmlns:a16="http://schemas.microsoft.com/office/drawing/2014/main" id="{CF011563-377F-4BF1-9050-9CADB87B299B}"/>
                    </a:ext>
                  </a:extLst>
                </p:cNvPr>
                <p:cNvSpPr/>
                <p:nvPr/>
              </p:nvSpPr>
              <p:spPr>
                <a:xfrm>
                  <a:off x="6770273" y="4194498"/>
                  <a:ext cx="206360" cy="32946"/>
                </a:xfrm>
                <a:custGeom>
                  <a:avLst/>
                  <a:gdLst>
                    <a:gd name="connsiteX0" fmla="*/ 0 w 206360"/>
                    <a:gd name="connsiteY0" fmla="*/ 32947 h 32946"/>
                    <a:gd name="connsiteX1" fmla="*/ 46681 w 206360"/>
                    <a:gd name="connsiteY1" fmla="*/ 5329 h 32946"/>
                    <a:gd name="connsiteX2" fmla="*/ 73678 w 206360"/>
                    <a:gd name="connsiteY2" fmla="*/ 98 h 32946"/>
                    <a:gd name="connsiteX3" fmla="*/ 101075 w 206360"/>
                    <a:gd name="connsiteY3" fmla="*/ 2624 h 32946"/>
                    <a:gd name="connsiteX4" fmla="*/ 153430 w 206360"/>
                    <a:gd name="connsiteY4" fmla="*/ 17076 h 32946"/>
                    <a:gd name="connsiteX5" fmla="*/ 206361 w 206360"/>
                    <a:gd name="connsiteY5" fmla="*/ 26075 h 32946"/>
                    <a:gd name="connsiteX6" fmla="*/ 179186 w 206360"/>
                    <a:gd name="connsiteY6" fmla="*/ 25809 h 32946"/>
                    <a:gd name="connsiteX7" fmla="*/ 152499 w 206360"/>
                    <a:gd name="connsiteY7" fmla="*/ 20312 h 32946"/>
                    <a:gd name="connsiteX8" fmla="*/ 100144 w 206360"/>
                    <a:gd name="connsiteY8" fmla="*/ 6880 h 32946"/>
                    <a:gd name="connsiteX9" fmla="*/ 73811 w 206360"/>
                    <a:gd name="connsiteY9" fmla="*/ 4043 h 32946"/>
                    <a:gd name="connsiteX10" fmla="*/ 47656 w 206360"/>
                    <a:gd name="connsiteY10" fmla="*/ 8520 h 32946"/>
                    <a:gd name="connsiteX11" fmla="*/ 22875 w 206360"/>
                    <a:gd name="connsiteY11" fmla="*/ 18672 h 32946"/>
                    <a:gd name="connsiteX12" fmla="*/ 0 w 206360"/>
                    <a:gd name="connsiteY12" fmla="*/ 32947 h 3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06360" h="32946">
                      <a:moveTo>
                        <a:pt x="0" y="32947"/>
                      </a:moveTo>
                      <a:cubicBezTo>
                        <a:pt x="13477" y="20844"/>
                        <a:pt x="29347" y="11269"/>
                        <a:pt x="46681" y="5329"/>
                      </a:cubicBezTo>
                      <a:cubicBezTo>
                        <a:pt x="55325" y="2314"/>
                        <a:pt x="64457" y="452"/>
                        <a:pt x="73678" y="98"/>
                      </a:cubicBezTo>
                      <a:cubicBezTo>
                        <a:pt x="82855" y="-346"/>
                        <a:pt x="92253" y="762"/>
                        <a:pt x="101075" y="2624"/>
                      </a:cubicBezTo>
                      <a:cubicBezTo>
                        <a:pt x="118896" y="6437"/>
                        <a:pt x="136229" y="11845"/>
                        <a:pt x="153430" y="17076"/>
                      </a:cubicBezTo>
                      <a:cubicBezTo>
                        <a:pt x="170630" y="22263"/>
                        <a:pt x="188229" y="26563"/>
                        <a:pt x="206361" y="26075"/>
                      </a:cubicBezTo>
                      <a:cubicBezTo>
                        <a:pt x="197362" y="27228"/>
                        <a:pt x="188229" y="26918"/>
                        <a:pt x="179186" y="25809"/>
                      </a:cubicBezTo>
                      <a:cubicBezTo>
                        <a:pt x="170142" y="24612"/>
                        <a:pt x="161276" y="22573"/>
                        <a:pt x="152499" y="20312"/>
                      </a:cubicBezTo>
                      <a:cubicBezTo>
                        <a:pt x="134988" y="15702"/>
                        <a:pt x="117787" y="10294"/>
                        <a:pt x="100144" y="6880"/>
                      </a:cubicBezTo>
                      <a:cubicBezTo>
                        <a:pt x="91322" y="4929"/>
                        <a:pt x="82677" y="3777"/>
                        <a:pt x="73811" y="4043"/>
                      </a:cubicBezTo>
                      <a:cubicBezTo>
                        <a:pt x="64945" y="4220"/>
                        <a:pt x="56212" y="6082"/>
                        <a:pt x="47656" y="8520"/>
                      </a:cubicBezTo>
                      <a:cubicBezTo>
                        <a:pt x="39100" y="11003"/>
                        <a:pt x="30810" y="14505"/>
                        <a:pt x="22875" y="18672"/>
                      </a:cubicBezTo>
                      <a:cubicBezTo>
                        <a:pt x="14895" y="22751"/>
                        <a:pt x="7315" y="27671"/>
                        <a:pt x="0" y="32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38" name="Forme libre : forme 27037">
                  <a:extLst>
                    <a:ext uri="{FF2B5EF4-FFF2-40B4-BE49-F238E27FC236}">
                      <a16:creationId xmlns:a16="http://schemas.microsoft.com/office/drawing/2014/main" id="{C183C66C-EAB5-4E0C-B177-79870CF6984F}"/>
                    </a:ext>
                  </a:extLst>
                </p:cNvPr>
                <p:cNvSpPr/>
                <p:nvPr/>
              </p:nvSpPr>
              <p:spPr>
                <a:xfrm>
                  <a:off x="6685513" y="4253245"/>
                  <a:ext cx="32982" cy="16936"/>
                </a:xfrm>
                <a:custGeom>
                  <a:avLst/>
                  <a:gdLst>
                    <a:gd name="connsiteX0" fmla="*/ 32982 w 32982"/>
                    <a:gd name="connsiteY0" fmla="*/ 10285 h 16936"/>
                    <a:gd name="connsiteX1" fmla="*/ 17334 w 32982"/>
                    <a:gd name="connsiteY1" fmla="*/ 4965 h 16936"/>
                    <a:gd name="connsiteX2" fmla="*/ 8246 w 32982"/>
                    <a:gd name="connsiteY2" fmla="*/ 0 h 16936"/>
                    <a:gd name="connsiteX3" fmla="*/ 26377 w 32982"/>
                    <a:gd name="connsiteY3" fmla="*/ 10418 h 16936"/>
                    <a:gd name="connsiteX4" fmla="*/ 3014 w 32982"/>
                    <a:gd name="connsiteY4" fmla="*/ 4211 h 16936"/>
                    <a:gd name="connsiteX5" fmla="*/ 21545 w 32982"/>
                    <a:gd name="connsiteY5" fmla="*/ 12546 h 16936"/>
                    <a:gd name="connsiteX6" fmla="*/ 10462 w 32982"/>
                    <a:gd name="connsiteY6" fmla="*/ 13166 h 16936"/>
                    <a:gd name="connsiteX7" fmla="*/ 6295 w 32982"/>
                    <a:gd name="connsiteY7" fmla="*/ 14275 h 16936"/>
                    <a:gd name="connsiteX8" fmla="*/ 0 w 32982"/>
                    <a:gd name="connsiteY8" fmla="*/ 14762 h 16936"/>
                    <a:gd name="connsiteX9" fmla="*/ 22077 w 32982"/>
                    <a:gd name="connsiteY9" fmla="*/ 13698 h 16936"/>
                    <a:gd name="connsiteX10" fmla="*/ 13654 w 32982"/>
                    <a:gd name="connsiteY10" fmla="*/ 16757 h 16936"/>
                    <a:gd name="connsiteX11" fmla="*/ 26776 w 32982"/>
                    <a:gd name="connsiteY11" fmla="*/ 14895 h 16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2982" h="16936">
                      <a:moveTo>
                        <a:pt x="32982" y="10285"/>
                      </a:moveTo>
                      <a:cubicBezTo>
                        <a:pt x="27397" y="10374"/>
                        <a:pt x="22210" y="7625"/>
                        <a:pt x="17334" y="4965"/>
                      </a:cubicBezTo>
                      <a:cubicBezTo>
                        <a:pt x="14319" y="3325"/>
                        <a:pt x="11260" y="1640"/>
                        <a:pt x="8246" y="0"/>
                      </a:cubicBezTo>
                      <a:cubicBezTo>
                        <a:pt x="14275" y="3458"/>
                        <a:pt x="20304" y="6960"/>
                        <a:pt x="26377" y="10418"/>
                      </a:cubicBezTo>
                      <a:cubicBezTo>
                        <a:pt x="18264" y="9930"/>
                        <a:pt x="10285" y="7802"/>
                        <a:pt x="3014" y="4211"/>
                      </a:cubicBezTo>
                      <a:cubicBezTo>
                        <a:pt x="8556" y="8157"/>
                        <a:pt x="14895" y="10994"/>
                        <a:pt x="21545" y="12546"/>
                      </a:cubicBezTo>
                      <a:cubicBezTo>
                        <a:pt x="17866" y="12058"/>
                        <a:pt x="14053" y="12280"/>
                        <a:pt x="10462" y="13166"/>
                      </a:cubicBezTo>
                      <a:cubicBezTo>
                        <a:pt x="9044" y="13521"/>
                        <a:pt x="7714" y="13964"/>
                        <a:pt x="6295" y="14275"/>
                      </a:cubicBezTo>
                      <a:cubicBezTo>
                        <a:pt x="4211" y="14718"/>
                        <a:pt x="2084" y="14895"/>
                        <a:pt x="0" y="14762"/>
                      </a:cubicBezTo>
                      <a:cubicBezTo>
                        <a:pt x="7315" y="15826"/>
                        <a:pt x="14851" y="15427"/>
                        <a:pt x="22077" y="13698"/>
                      </a:cubicBezTo>
                      <a:cubicBezTo>
                        <a:pt x="19550" y="15294"/>
                        <a:pt x="16624" y="16358"/>
                        <a:pt x="13654" y="16757"/>
                      </a:cubicBezTo>
                      <a:cubicBezTo>
                        <a:pt x="18087" y="17289"/>
                        <a:pt x="22653" y="16624"/>
                        <a:pt x="26776" y="14895"/>
                      </a:cubicBezTo>
                    </a:path>
                  </a:pathLst>
                </a:custGeom>
                <a:solidFill>
                  <a:srgbClr val="33333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39" name="Forme libre : forme 27038">
                  <a:extLst>
                    <a:ext uri="{FF2B5EF4-FFF2-40B4-BE49-F238E27FC236}">
                      <a16:creationId xmlns:a16="http://schemas.microsoft.com/office/drawing/2014/main" id="{4339BBB7-FE34-4A07-82A4-DB17CE418F32}"/>
                    </a:ext>
                  </a:extLst>
                </p:cNvPr>
                <p:cNvSpPr/>
                <p:nvPr/>
              </p:nvSpPr>
              <p:spPr>
                <a:xfrm>
                  <a:off x="6982619" y="4206875"/>
                  <a:ext cx="46902" cy="26810"/>
                </a:xfrm>
                <a:custGeom>
                  <a:avLst/>
                  <a:gdLst>
                    <a:gd name="connsiteX0" fmla="*/ 31652 w 46902"/>
                    <a:gd name="connsiteY0" fmla="*/ 0 h 26810"/>
                    <a:gd name="connsiteX1" fmla="*/ 20614 w 46902"/>
                    <a:gd name="connsiteY1" fmla="*/ 10906 h 26810"/>
                    <a:gd name="connsiteX2" fmla="*/ 14940 w 46902"/>
                    <a:gd name="connsiteY2" fmla="*/ 15206 h 26810"/>
                    <a:gd name="connsiteX3" fmla="*/ 6783 w 46902"/>
                    <a:gd name="connsiteY3" fmla="*/ 18752 h 26810"/>
                    <a:gd name="connsiteX4" fmla="*/ 41316 w 46902"/>
                    <a:gd name="connsiteY4" fmla="*/ 5187 h 26810"/>
                    <a:gd name="connsiteX5" fmla="*/ 17555 w 46902"/>
                    <a:gd name="connsiteY5" fmla="*/ 17954 h 26810"/>
                    <a:gd name="connsiteX6" fmla="*/ 10817 w 46902"/>
                    <a:gd name="connsiteY6" fmla="*/ 19506 h 26810"/>
                    <a:gd name="connsiteX7" fmla="*/ 39189 w 46902"/>
                    <a:gd name="connsiteY7" fmla="*/ 15028 h 26810"/>
                    <a:gd name="connsiteX8" fmla="*/ 46902 w 46902"/>
                    <a:gd name="connsiteY8" fmla="*/ 13920 h 26810"/>
                    <a:gd name="connsiteX9" fmla="*/ 8955 w 46902"/>
                    <a:gd name="connsiteY9" fmla="*/ 22786 h 26810"/>
                    <a:gd name="connsiteX10" fmla="*/ 15471 w 46902"/>
                    <a:gd name="connsiteY10" fmla="*/ 23540 h 26810"/>
                    <a:gd name="connsiteX11" fmla="*/ 43134 w 46902"/>
                    <a:gd name="connsiteY11" fmla="*/ 22210 h 26810"/>
                    <a:gd name="connsiteX12" fmla="*/ 28460 w 46902"/>
                    <a:gd name="connsiteY12" fmla="*/ 25579 h 26810"/>
                    <a:gd name="connsiteX13" fmla="*/ 2748 w 46902"/>
                    <a:gd name="connsiteY13" fmla="*/ 26732 h 26810"/>
                    <a:gd name="connsiteX14" fmla="*/ 4167 w 46902"/>
                    <a:gd name="connsiteY14" fmla="*/ 22964 h 26810"/>
                    <a:gd name="connsiteX15" fmla="*/ 0 w 46902"/>
                    <a:gd name="connsiteY15" fmla="*/ 19816 h 26810"/>
                    <a:gd name="connsiteX16" fmla="*/ 16757 w 46902"/>
                    <a:gd name="connsiteY16" fmla="*/ 11659 h 26810"/>
                    <a:gd name="connsiteX17" fmla="*/ 31652 w 46902"/>
                    <a:gd name="connsiteY17" fmla="*/ 0 h 26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6902" h="26810">
                      <a:moveTo>
                        <a:pt x="31652" y="0"/>
                      </a:moveTo>
                      <a:cubicBezTo>
                        <a:pt x="28372" y="3990"/>
                        <a:pt x="24471" y="7448"/>
                        <a:pt x="20614" y="10906"/>
                      </a:cubicBezTo>
                      <a:cubicBezTo>
                        <a:pt x="18841" y="12501"/>
                        <a:pt x="17023" y="14097"/>
                        <a:pt x="14940" y="15206"/>
                      </a:cubicBezTo>
                      <a:cubicBezTo>
                        <a:pt x="12324" y="16580"/>
                        <a:pt x="9309" y="17156"/>
                        <a:pt x="6783" y="18752"/>
                      </a:cubicBezTo>
                      <a:cubicBezTo>
                        <a:pt x="18841" y="15826"/>
                        <a:pt x="30500" y="11260"/>
                        <a:pt x="41316" y="5187"/>
                      </a:cubicBezTo>
                      <a:cubicBezTo>
                        <a:pt x="33957" y="10462"/>
                        <a:pt x="26377" y="15915"/>
                        <a:pt x="17555" y="17954"/>
                      </a:cubicBezTo>
                      <a:cubicBezTo>
                        <a:pt x="15294" y="18486"/>
                        <a:pt x="13033" y="18797"/>
                        <a:pt x="10817" y="19506"/>
                      </a:cubicBezTo>
                      <a:cubicBezTo>
                        <a:pt x="20392" y="19506"/>
                        <a:pt x="29613" y="15383"/>
                        <a:pt x="39189" y="15028"/>
                      </a:cubicBezTo>
                      <a:cubicBezTo>
                        <a:pt x="41804" y="14940"/>
                        <a:pt x="44597" y="15117"/>
                        <a:pt x="46902" y="13920"/>
                      </a:cubicBezTo>
                      <a:cubicBezTo>
                        <a:pt x="34046" y="16225"/>
                        <a:pt x="21988" y="23584"/>
                        <a:pt x="8955" y="22786"/>
                      </a:cubicBezTo>
                      <a:cubicBezTo>
                        <a:pt x="11038" y="23540"/>
                        <a:pt x="13299" y="23806"/>
                        <a:pt x="15471" y="23540"/>
                      </a:cubicBezTo>
                      <a:cubicBezTo>
                        <a:pt x="24648" y="22387"/>
                        <a:pt x="33913" y="22299"/>
                        <a:pt x="43134" y="22210"/>
                      </a:cubicBezTo>
                      <a:cubicBezTo>
                        <a:pt x="38346" y="23673"/>
                        <a:pt x="33470" y="25091"/>
                        <a:pt x="28460" y="25579"/>
                      </a:cubicBezTo>
                      <a:cubicBezTo>
                        <a:pt x="19860" y="26377"/>
                        <a:pt x="10994" y="24205"/>
                        <a:pt x="2748" y="26732"/>
                      </a:cubicBezTo>
                      <a:cubicBezTo>
                        <a:pt x="5009" y="27352"/>
                        <a:pt x="5054" y="24116"/>
                        <a:pt x="4167" y="22964"/>
                      </a:cubicBezTo>
                      <a:cubicBezTo>
                        <a:pt x="3148" y="21634"/>
                        <a:pt x="443" y="21368"/>
                        <a:pt x="0" y="19816"/>
                      </a:cubicBezTo>
                      <a:cubicBezTo>
                        <a:pt x="5896" y="17466"/>
                        <a:pt x="11437" y="15206"/>
                        <a:pt x="16757" y="11659"/>
                      </a:cubicBezTo>
                      <a:cubicBezTo>
                        <a:pt x="21722" y="8423"/>
                        <a:pt x="27928" y="4522"/>
                        <a:pt x="31652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7040" name="Graphique 2">
                  <a:extLst>
                    <a:ext uri="{FF2B5EF4-FFF2-40B4-BE49-F238E27FC236}">
                      <a16:creationId xmlns:a16="http://schemas.microsoft.com/office/drawing/2014/main" id="{9B33613C-DA32-4E03-8F77-51EC4766BD09}"/>
                    </a:ext>
                  </a:extLst>
                </p:cNvPr>
                <p:cNvGrpSpPr/>
                <p:nvPr/>
              </p:nvGrpSpPr>
              <p:grpSpPr>
                <a:xfrm>
                  <a:off x="4214815" y="2802913"/>
                  <a:ext cx="3667278" cy="1787468"/>
                  <a:chOff x="4214815" y="2802913"/>
                  <a:chExt cx="3667278" cy="1787468"/>
                </a:xfrm>
                <a:solidFill>
                  <a:srgbClr val="EDA629"/>
                </a:solidFill>
              </p:grpSpPr>
              <p:sp>
                <p:nvSpPr>
                  <p:cNvPr id="27211" name="Forme libre : forme 27210">
                    <a:extLst>
                      <a:ext uri="{FF2B5EF4-FFF2-40B4-BE49-F238E27FC236}">
                        <a16:creationId xmlns:a16="http://schemas.microsoft.com/office/drawing/2014/main" id="{4177DABD-4BAB-40DA-A28F-2FC39E15550C}"/>
                      </a:ext>
                    </a:extLst>
                  </p:cNvPr>
                  <p:cNvSpPr/>
                  <p:nvPr/>
                </p:nvSpPr>
                <p:spPr>
                  <a:xfrm>
                    <a:off x="7614900" y="2984182"/>
                    <a:ext cx="38756" cy="82012"/>
                  </a:xfrm>
                  <a:custGeom>
                    <a:avLst/>
                    <a:gdLst>
                      <a:gd name="connsiteX0" fmla="*/ 9897 w 38756"/>
                      <a:gd name="connsiteY0" fmla="*/ 32583 h 82012"/>
                      <a:gd name="connsiteX1" fmla="*/ 15748 w 38756"/>
                      <a:gd name="connsiteY1" fmla="*/ 48498 h 82012"/>
                      <a:gd name="connsiteX2" fmla="*/ 17876 w 38756"/>
                      <a:gd name="connsiteY2" fmla="*/ 56522 h 82012"/>
                      <a:gd name="connsiteX3" fmla="*/ 20093 w 38756"/>
                      <a:gd name="connsiteY3" fmla="*/ 65167 h 82012"/>
                      <a:gd name="connsiteX4" fmla="*/ 28605 w 38756"/>
                      <a:gd name="connsiteY4" fmla="*/ 79619 h 82012"/>
                      <a:gd name="connsiteX5" fmla="*/ 38756 w 38756"/>
                      <a:gd name="connsiteY5" fmla="*/ 82012 h 82012"/>
                      <a:gd name="connsiteX6" fmla="*/ 36761 w 38756"/>
                      <a:gd name="connsiteY6" fmla="*/ 79397 h 82012"/>
                      <a:gd name="connsiteX7" fmla="*/ 25014 w 38756"/>
                      <a:gd name="connsiteY7" fmla="*/ 63216 h 82012"/>
                      <a:gd name="connsiteX8" fmla="*/ 22531 w 38756"/>
                      <a:gd name="connsiteY8" fmla="*/ 55458 h 82012"/>
                      <a:gd name="connsiteX9" fmla="*/ 19605 w 38756"/>
                      <a:gd name="connsiteY9" fmla="*/ 47168 h 82012"/>
                      <a:gd name="connsiteX10" fmla="*/ 12379 w 38756"/>
                      <a:gd name="connsiteY10" fmla="*/ 31520 h 82012"/>
                      <a:gd name="connsiteX11" fmla="*/ 4932 w 38756"/>
                      <a:gd name="connsiteY11" fmla="*/ 16181 h 82012"/>
                      <a:gd name="connsiteX12" fmla="*/ 11 w 38756"/>
                      <a:gd name="connsiteY12" fmla="*/ 0 h 82012"/>
                      <a:gd name="connsiteX13" fmla="*/ 3646 w 38756"/>
                      <a:gd name="connsiteY13" fmla="*/ 16713 h 82012"/>
                      <a:gd name="connsiteX14" fmla="*/ 9897 w 38756"/>
                      <a:gd name="connsiteY14" fmla="*/ 32583 h 82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8756" h="82012">
                        <a:moveTo>
                          <a:pt x="9897" y="32583"/>
                        </a:moveTo>
                        <a:cubicBezTo>
                          <a:pt x="11980" y="37859"/>
                          <a:pt x="14064" y="43179"/>
                          <a:pt x="15748" y="48498"/>
                        </a:cubicBezTo>
                        <a:cubicBezTo>
                          <a:pt x="16591" y="51158"/>
                          <a:pt x="17344" y="53862"/>
                          <a:pt x="17876" y="56522"/>
                        </a:cubicBezTo>
                        <a:cubicBezTo>
                          <a:pt x="18275" y="59049"/>
                          <a:pt x="19029" y="62418"/>
                          <a:pt x="20093" y="65167"/>
                        </a:cubicBezTo>
                        <a:cubicBezTo>
                          <a:pt x="22176" y="70486"/>
                          <a:pt x="25147" y="75230"/>
                          <a:pt x="28605" y="79619"/>
                        </a:cubicBezTo>
                        <a:cubicBezTo>
                          <a:pt x="32018" y="80195"/>
                          <a:pt x="35431" y="80948"/>
                          <a:pt x="38756" y="82012"/>
                        </a:cubicBezTo>
                        <a:cubicBezTo>
                          <a:pt x="38091" y="81170"/>
                          <a:pt x="37426" y="80284"/>
                          <a:pt x="36761" y="79397"/>
                        </a:cubicBezTo>
                        <a:cubicBezTo>
                          <a:pt x="31929" y="74565"/>
                          <a:pt x="27762" y="69245"/>
                          <a:pt x="25014" y="63216"/>
                        </a:cubicBezTo>
                        <a:cubicBezTo>
                          <a:pt x="23905" y="60689"/>
                          <a:pt x="23329" y="58473"/>
                          <a:pt x="22531" y="55458"/>
                        </a:cubicBezTo>
                        <a:cubicBezTo>
                          <a:pt x="21689" y="52621"/>
                          <a:pt x="20713" y="49872"/>
                          <a:pt x="19605" y="47168"/>
                        </a:cubicBezTo>
                        <a:cubicBezTo>
                          <a:pt x="17433" y="41804"/>
                          <a:pt x="14906" y="36617"/>
                          <a:pt x="12379" y="31520"/>
                        </a:cubicBezTo>
                        <a:cubicBezTo>
                          <a:pt x="9852" y="26421"/>
                          <a:pt x="7281" y="21323"/>
                          <a:pt x="4932" y="16181"/>
                        </a:cubicBezTo>
                        <a:cubicBezTo>
                          <a:pt x="2715" y="10994"/>
                          <a:pt x="277" y="5719"/>
                          <a:pt x="11" y="0"/>
                        </a:cubicBezTo>
                        <a:cubicBezTo>
                          <a:pt x="-166" y="5763"/>
                          <a:pt x="1828" y="11305"/>
                          <a:pt x="3646" y="16713"/>
                        </a:cubicBezTo>
                        <a:cubicBezTo>
                          <a:pt x="5641" y="22033"/>
                          <a:pt x="7813" y="27308"/>
                          <a:pt x="9897" y="32583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12" name="Forme libre : forme 27211">
                    <a:extLst>
                      <a:ext uri="{FF2B5EF4-FFF2-40B4-BE49-F238E27FC236}">
                        <a16:creationId xmlns:a16="http://schemas.microsoft.com/office/drawing/2014/main" id="{FC96FC7D-91C2-4C10-AF47-8A697334A184}"/>
                      </a:ext>
                    </a:extLst>
                  </p:cNvPr>
                  <p:cNvSpPr/>
                  <p:nvPr/>
                </p:nvSpPr>
                <p:spPr>
                  <a:xfrm>
                    <a:off x="7702864" y="2971504"/>
                    <a:ext cx="96539" cy="170984"/>
                  </a:xfrm>
                  <a:custGeom>
                    <a:avLst/>
                    <a:gdLst>
                      <a:gd name="connsiteX0" fmla="*/ 10861 w 96539"/>
                      <a:gd name="connsiteY0" fmla="*/ 17245 h 170984"/>
                      <a:gd name="connsiteX1" fmla="*/ 29746 w 96539"/>
                      <a:gd name="connsiteY1" fmla="*/ 24826 h 170984"/>
                      <a:gd name="connsiteX2" fmla="*/ 47700 w 96539"/>
                      <a:gd name="connsiteY2" fmla="*/ 30367 h 170984"/>
                      <a:gd name="connsiteX3" fmla="*/ 56345 w 96539"/>
                      <a:gd name="connsiteY3" fmla="*/ 34224 h 170984"/>
                      <a:gd name="connsiteX4" fmla="*/ 60999 w 96539"/>
                      <a:gd name="connsiteY4" fmla="*/ 36573 h 170984"/>
                      <a:gd name="connsiteX5" fmla="*/ 81613 w 96539"/>
                      <a:gd name="connsiteY5" fmla="*/ 61709 h 170984"/>
                      <a:gd name="connsiteX6" fmla="*/ 84850 w 96539"/>
                      <a:gd name="connsiteY6" fmla="*/ 71284 h 170984"/>
                      <a:gd name="connsiteX7" fmla="*/ 85116 w 96539"/>
                      <a:gd name="connsiteY7" fmla="*/ 101296 h 170984"/>
                      <a:gd name="connsiteX8" fmla="*/ 71905 w 96539"/>
                      <a:gd name="connsiteY8" fmla="*/ 125590 h 170984"/>
                      <a:gd name="connsiteX9" fmla="*/ 63526 w 96539"/>
                      <a:gd name="connsiteY9" fmla="*/ 138047 h 170984"/>
                      <a:gd name="connsiteX10" fmla="*/ 55236 w 96539"/>
                      <a:gd name="connsiteY10" fmla="*/ 150238 h 170984"/>
                      <a:gd name="connsiteX11" fmla="*/ 46415 w 96539"/>
                      <a:gd name="connsiteY11" fmla="*/ 163138 h 170984"/>
                      <a:gd name="connsiteX12" fmla="*/ 49739 w 96539"/>
                      <a:gd name="connsiteY12" fmla="*/ 170985 h 170984"/>
                      <a:gd name="connsiteX13" fmla="*/ 61531 w 96539"/>
                      <a:gd name="connsiteY13" fmla="*/ 154760 h 170984"/>
                      <a:gd name="connsiteX14" fmla="*/ 70309 w 96539"/>
                      <a:gd name="connsiteY14" fmla="*/ 142435 h 170984"/>
                      <a:gd name="connsiteX15" fmla="*/ 78865 w 96539"/>
                      <a:gd name="connsiteY15" fmla="*/ 130289 h 170984"/>
                      <a:gd name="connsiteX16" fmla="*/ 93716 w 96539"/>
                      <a:gd name="connsiteY16" fmla="*/ 103291 h 170984"/>
                      <a:gd name="connsiteX17" fmla="*/ 96021 w 96539"/>
                      <a:gd name="connsiteY17" fmla="*/ 96553 h 170984"/>
                      <a:gd name="connsiteX18" fmla="*/ 94736 w 96539"/>
                      <a:gd name="connsiteY18" fmla="*/ 73190 h 170984"/>
                      <a:gd name="connsiteX19" fmla="*/ 92430 w 96539"/>
                      <a:gd name="connsiteY19" fmla="*/ 65832 h 170984"/>
                      <a:gd name="connsiteX20" fmla="*/ 92253 w 96539"/>
                      <a:gd name="connsiteY20" fmla="*/ 68935 h 170984"/>
                      <a:gd name="connsiteX21" fmla="*/ 89682 w 96539"/>
                      <a:gd name="connsiteY21" fmla="*/ 61133 h 170984"/>
                      <a:gd name="connsiteX22" fmla="*/ 81525 w 96539"/>
                      <a:gd name="connsiteY22" fmla="*/ 48143 h 170984"/>
                      <a:gd name="connsiteX23" fmla="*/ 80461 w 96539"/>
                      <a:gd name="connsiteY23" fmla="*/ 46636 h 170984"/>
                      <a:gd name="connsiteX24" fmla="*/ 70930 w 96539"/>
                      <a:gd name="connsiteY24" fmla="*/ 38435 h 170984"/>
                      <a:gd name="connsiteX25" fmla="*/ 66275 w 96539"/>
                      <a:gd name="connsiteY25" fmla="*/ 36085 h 170984"/>
                      <a:gd name="connsiteX26" fmla="*/ 57630 w 96539"/>
                      <a:gd name="connsiteY26" fmla="*/ 32229 h 170984"/>
                      <a:gd name="connsiteX27" fmla="*/ 39676 w 96539"/>
                      <a:gd name="connsiteY27" fmla="*/ 26687 h 170984"/>
                      <a:gd name="connsiteX28" fmla="*/ 20791 w 96539"/>
                      <a:gd name="connsiteY28" fmla="*/ 19107 h 170984"/>
                      <a:gd name="connsiteX29" fmla="*/ 16403 w 96539"/>
                      <a:gd name="connsiteY29" fmla="*/ 14629 h 170984"/>
                      <a:gd name="connsiteX30" fmla="*/ 13610 w 96539"/>
                      <a:gd name="connsiteY30" fmla="*/ 13344 h 170984"/>
                      <a:gd name="connsiteX31" fmla="*/ 576 w 96539"/>
                      <a:gd name="connsiteY31" fmla="*/ 0 h 170984"/>
                      <a:gd name="connsiteX32" fmla="*/ 0 w 96539"/>
                      <a:gd name="connsiteY32" fmla="*/ 310 h 170984"/>
                      <a:gd name="connsiteX33" fmla="*/ 10861 w 96539"/>
                      <a:gd name="connsiteY33" fmla="*/ 17245 h 170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96539" h="170984">
                        <a:moveTo>
                          <a:pt x="10861" y="17245"/>
                        </a:moveTo>
                        <a:cubicBezTo>
                          <a:pt x="16491" y="21767"/>
                          <a:pt x="23628" y="23407"/>
                          <a:pt x="29746" y="24826"/>
                        </a:cubicBezTo>
                        <a:cubicBezTo>
                          <a:pt x="35864" y="26244"/>
                          <a:pt x="41848" y="28106"/>
                          <a:pt x="47700" y="30367"/>
                        </a:cubicBezTo>
                        <a:cubicBezTo>
                          <a:pt x="50626" y="31519"/>
                          <a:pt x="53463" y="32805"/>
                          <a:pt x="56345" y="34224"/>
                        </a:cubicBezTo>
                        <a:cubicBezTo>
                          <a:pt x="57896" y="34977"/>
                          <a:pt x="59448" y="35775"/>
                          <a:pt x="60999" y="36573"/>
                        </a:cubicBezTo>
                        <a:cubicBezTo>
                          <a:pt x="70043" y="42868"/>
                          <a:pt x="77358" y="51513"/>
                          <a:pt x="81613" y="61709"/>
                        </a:cubicBezTo>
                        <a:cubicBezTo>
                          <a:pt x="83032" y="65122"/>
                          <a:pt x="84052" y="67693"/>
                          <a:pt x="84850" y="71284"/>
                        </a:cubicBezTo>
                        <a:cubicBezTo>
                          <a:pt x="86534" y="79087"/>
                          <a:pt x="87820" y="87155"/>
                          <a:pt x="85116" y="101296"/>
                        </a:cubicBezTo>
                        <a:cubicBezTo>
                          <a:pt x="81835" y="109852"/>
                          <a:pt x="77180" y="117787"/>
                          <a:pt x="71905" y="125590"/>
                        </a:cubicBezTo>
                        <a:cubicBezTo>
                          <a:pt x="69201" y="129668"/>
                          <a:pt x="66230" y="133746"/>
                          <a:pt x="63526" y="138047"/>
                        </a:cubicBezTo>
                        <a:cubicBezTo>
                          <a:pt x="60955" y="142125"/>
                          <a:pt x="58029" y="146159"/>
                          <a:pt x="55236" y="150238"/>
                        </a:cubicBezTo>
                        <a:cubicBezTo>
                          <a:pt x="52266" y="154494"/>
                          <a:pt x="49340" y="158838"/>
                          <a:pt x="46415" y="163138"/>
                        </a:cubicBezTo>
                        <a:cubicBezTo>
                          <a:pt x="48099" y="166241"/>
                          <a:pt x="49119" y="168901"/>
                          <a:pt x="49739" y="170985"/>
                        </a:cubicBezTo>
                        <a:cubicBezTo>
                          <a:pt x="53641" y="165576"/>
                          <a:pt x="57586" y="160168"/>
                          <a:pt x="61531" y="154760"/>
                        </a:cubicBezTo>
                        <a:cubicBezTo>
                          <a:pt x="64457" y="150725"/>
                          <a:pt x="67427" y="146736"/>
                          <a:pt x="70309" y="142435"/>
                        </a:cubicBezTo>
                        <a:cubicBezTo>
                          <a:pt x="73013" y="138401"/>
                          <a:pt x="75939" y="134456"/>
                          <a:pt x="78865" y="130289"/>
                        </a:cubicBezTo>
                        <a:cubicBezTo>
                          <a:pt x="84717" y="122043"/>
                          <a:pt x="90036" y="113000"/>
                          <a:pt x="93716" y="103291"/>
                        </a:cubicBezTo>
                        <a:cubicBezTo>
                          <a:pt x="94558" y="101075"/>
                          <a:pt x="95356" y="98814"/>
                          <a:pt x="96021" y="96553"/>
                        </a:cubicBezTo>
                        <a:cubicBezTo>
                          <a:pt x="97218" y="86357"/>
                          <a:pt x="96154" y="79663"/>
                          <a:pt x="94736" y="73190"/>
                        </a:cubicBezTo>
                        <a:cubicBezTo>
                          <a:pt x="94115" y="70398"/>
                          <a:pt x="93361" y="68270"/>
                          <a:pt x="92430" y="65832"/>
                        </a:cubicBezTo>
                        <a:cubicBezTo>
                          <a:pt x="92386" y="66851"/>
                          <a:pt x="92341" y="67915"/>
                          <a:pt x="92253" y="68935"/>
                        </a:cubicBezTo>
                        <a:cubicBezTo>
                          <a:pt x="91544" y="66275"/>
                          <a:pt x="90746" y="63659"/>
                          <a:pt x="89682" y="61133"/>
                        </a:cubicBezTo>
                        <a:cubicBezTo>
                          <a:pt x="87687" y="56389"/>
                          <a:pt x="84894" y="52000"/>
                          <a:pt x="81525" y="48143"/>
                        </a:cubicBezTo>
                        <a:cubicBezTo>
                          <a:pt x="81214" y="47611"/>
                          <a:pt x="80816" y="47168"/>
                          <a:pt x="80461" y="46636"/>
                        </a:cubicBezTo>
                        <a:cubicBezTo>
                          <a:pt x="77579" y="43577"/>
                          <a:pt x="74387" y="40829"/>
                          <a:pt x="70930" y="38435"/>
                        </a:cubicBezTo>
                        <a:cubicBezTo>
                          <a:pt x="69378" y="37637"/>
                          <a:pt x="67827" y="36839"/>
                          <a:pt x="66275" y="36085"/>
                        </a:cubicBezTo>
                        <a:cubicBezTo>
                          <a:pt x="63393" y="34667"/>
                          <a:pt x="60556" y="33381"/>
                          <a:pt x="57630" y="32229"/>
                        </a:cubicBezTo>
                        <a:cubicBezTo>
                          <a:pt x="51823" y="29968"/>
                          <a:pt x="45838" y="28106"/>
                          <a:pt x="39676" y="26687"/>
                        </a:cubicBezTo>
                        <a:cubicBezTo>
                          <a:pt x="33559" y="25224"/>
                          <a:pt x="26377" y="23628"/>
                          <a:pt x="20791" y="19107"/>
                        </a:cubicBezTo>
                        <a:cubicBezTo>
                          <a:pt x="19107" y="17732"/>
                          <a:pt x="17688" y="16225"/>
                          <a:pt x="16403" y="14629"/>
                        </a:cubicBezTo>
                        <a:cubicBezTo>
                          <a:pt x="15472" y="14230"/>
                          <a:pt x="14496" y="13831"/>
                          <a:pt x="13610" y="13344"/>
                        </a:cubicBezTo>
                        <a:cubicBezTo>
                          <a:pt x="8467" y="10462"/>
                          <a:pt x="4566" y="5143"/>
                          <a:pt x="576" y="0"/>
                        </a:cubicBezTo>
                        <a:lnTo>
                          <a:pt x="0" y="310"/>
                        </a:lnTo>
                        <a:cubicBezTo>
                          <a:pt x="2261" y="6472"/>
                          <a:pt x="5187" y="12723"/>
                          <a:pt x="10861" y="17245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13" name="Forme libre : forme 27212">
                    <a:extLst>
                      <a:ext uri="{FF2B5EF4-FFF2-40B4-BE49-F238E27FC236}">
                        <a16:creationId xmlns:a16="http://schemas.microsoft.com/office/drawing/2014/main" id="{DC9665E4-25AA-4201-ABDA-B87A785B8BFE}"/>
                      </a:ext>
                    </a:extLst>
                  </p:cNvPr>
                  <p:cNvSpPr/>
                  <p:nvPr/>
                </p:nvSpPr>
                <p:spPr>
                  <a:xfrm>
                    <a:off x="7716606" y="2914583"/>
                    <a:ext cx="39587" cy="80549"/>
                  </a:xfrm>
                  <a:custGeom>
                    <a:avLst/>
                    <a:gdLst>
                      <a:gd name="connsiteX0" fmla="*/ 20215 w 39587"/>
                      <a:gd name="connsiteY0" fmla="*/ 32273 h 80549"/>
                      <a:gd name="connsiteX1" fmla="*/ 22875 w 39587"/>
                      <a:gd name="connsiteY1" fmla="*/ 34179 h 80549"/>
                      <a:gd name="connsiteX2" fmla="*/ 24205 w 39587"/>
                      <a:gd name="connsiteY2" fmla="*/ 35066 h 80549"/>
                      <a:gd name="connsiteX3" fmla="*/ 25091 w 39587"/>
                      <a:gd name="connsiteY3" fmla="*/ 35731 h 80549"/>
                      <a:gd name="connsiteX4" fmla="*/ 27840 w 39587"/>
                      <a:gd name="connsiteY4" fmla="*/ 39765 h 80549"/>
                      <a:gd name="connsiteX5" fmla="*/ 29125 w 39587"/>
                      <a:gd name="connsiteY5" fmla="*/ 63570 h 80549"/>
                      <a:gd name="connsiteX6" fmla="*/ 29347 w 39587"/>
                      <a:gd name="connsiteY6" fmla="*/ 67959 h 80549"/>
                      <a:gd name="connsiteX7" fmla="*/ 32273 w 39587"/>
                      <a:gd name="connsiteY7" fmla="*/ 78466 h 80549"/>
                      <a:gd name="connsiteX8" fmla="*/ 36972 w 39587"/>
                      <a:gd name="connsiteY8" fmla="*/ 79618 h 80549"/>
                      <a:gd name="connsiteX9" fmla="*/ 39588 w 39587"/>
                      <a:gd name="connsiteY9" fmla="*/ 80549 h 80549"/>
                      <a:gd name="connsiteX10" fmla="*/ 33780 w 39587"/>
                      <a:gd name="connsiteY10" fmla="*/ 52443 h 80549"/>
                      <a:gd name="connsiteX11" fmla="*/ 33736 w 39587"/>
                      <a:gd name="connsiteY11" fmla="*/ 52399 h 80549"/>
                      <a:gd name="connsiteX12" fmla="*/ 33913 w 39587"/>
                      <a:gd name="connsiteY12" fmla="*/ 44641 h 80549"/>
                      <a:gd name="connsiteX13" fmla="*/ 34667 w 39587"/>
                      <a:gd name="connsiteY13" fmla="*/ 37504 h 80549"/>
                      <a:gd name="connsiteX14" fmla="*/ 34046 w 39587"/>
                      <a:gd name="connsiteY14" fmla="*/ 37016 h 80549"/>
                      <a:gd name="connsiteX15" fmla="*/ 32716 w 39587"/>
                      <a:gd name="connsiteY15" fmla="*/ 36130 h 80549"/>
                      <a:gd name="connsiteX16" fmla="*/ 30056 w 39587"/>
                      <a:gd name="connsiteY16" fmla="*/ 34223 h 80549"/>
                      <a:gd name="connsiteX17" fmla="*/ 20791 w 39587"/>
                      <a:gd name="connsiteY17" fmla="*/ 25224 h 80549"/>
                      <a:gd name="connsiteX18" fmla="*/ 16668 w 39587"/>
                      <a:gd name="connsiteY18" fmla="*/ 19594 h 80549"/>
                      <a:gd name="connsiteX19" fmla="*/ 15915 w 39587"/>
                      <a:gd name="connsiteY19" fmla="*/ 18841 h 80549"/>
                      <a:gd name="connsiteX20" fmla="*/ 621 w 39587"/>
                      <a:gd name="connsiteY20" fmla="*/ 0 h 80549"/>
                      <a:gd name="connsiteX21" fmla="*/ 0 w 39587"/>
                      <a:gd name="connsiteY21" fmla="*/ 177 h 80549"/>
                      <a:gd name="connsiteX22" fmla="*/ 10994 w 39587"/>
                      <a:gd name="connsiteY22" fmla="*/ 23274 h 80549"/>
                      <a:gd name="connsiteX23" fmla="*/ 20215 w 39587"/>
                      <a:gd name="connsiteY23" fmla="*/ 32273 h 80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9587" h="80549">
                        <a:moveTo>
                          <a:pt x="20215" y="32273"/>
                        </a:moveTo>
                        <a:cubicBezTo>
                          <a:pt x="21102" y="32894"/>
                          <a:pt x="21944" y="33559"/>
                          <a:pt x="22875" y="34179"/>
                        </a:cubicBezTo>
                        <a:lnTo>
                          <a:pt x="24205" y="35066"/>
                        </a:lnTo>
                        <a:lnTo>
                          <a:pt x="25091" y="35731"/>
                        </a:lnTo>
                        <a:cubicBezTo>
                          <a:pt x="26199" y="36750"/>
                          <a:pt x="27175" y="38125"/>
                          <a:pt x="27840" y="39765"/>
                        </a:cubicBezTo>
                        <a:cubicBezTo>
                          <a:pt x="30367" y="46680"/>
                          <a:pt x="29347" y="55236"/>
                          <a:pt x="29125" y="63570"/>
                        </a:cubicBezTo>
                        <a:cubicBezTo>
                          <a:pt x="29081" y="64945"/>
                          <a:pt x="29170" y="66452"/>
                          <a:pt x="29347" y="67959"/>
                        </a:cubicBezTo>
                        <a:cubicBezTo>
                          <a:pt x="29746" y="71506"/>
                          <a:pt x="30987" y="75274"/>
                          <a:pt x="32273" y="78466"/>
                        </a:cubicBezTo>
                        <a:cubicBezTo>
                          <a:pt x="33825" y="78865"/>
                          <a:pt x="35420" y="79175"/>
                          <a:pt x="36972" y="79618"/>
                        </a:cubicBezTo>
                        <a:cubicBezTo>
                          <a:pt x="37859" y="79884"/>
                          <a:pt x="38701" y="80239"/>
                          <a:pt x="39588" y="80549"/>
                        </a:cubicBezTo>
                        <a:cubicBezTo>
                          <a:pt x="34356" y="73988"/>
                          <a:pt x="31874" y="69245"/>
                          <a:pt x="33780" y="52443"/>
                        </a:cubicBezTo>
                        <a:lnTo>
                          <a:pt x="33736" y="52399"/>
                        </a:lnTo>
                        <a:cubicBezTo>
                          <a:pt x="33957" y="49872"/>
                          <a:pt x="34091" y="47257"/>
                          <a:pt x="33913" y="44641"/>
                        </a:cubicBezTo>
                        <a:cubicBezTo>
                          <a:pt x="34223" y="42247"/>
                          <a:pt x="34445" y="39898"/>
                          <a:pt x="34667" y="37504"/>
                        </a:cubicBezTo>
                        <a:lnTo>
                          <a:pt x="34046" y="37016"/>
                        </a:lnTo>
                        <a:lnTo>
                          <a:pt x="32716" y="36130"/>
                        </a:lnTo>
                        <a:cubicBezTo>
                          <a:pt x="31785" y="35509"/>
                          <a:pt x="30943" y="34844"/>
                          <a:pt x="30056" y="34223"/>
                        </a:cubicBezTo>
                        <a:cubicBezTo>
                          <a:pt x="26643" y="31519"/>
                          <a:pt x="23495" y="28593"/>
                          <a:pt x="20791" y="25224"/>
                        </a:cubicBezTo>
                        <a:cubicBezTo>
                          <a:pt x="19373" y="23407"/>
                          <a:pt x="17954" y="21545"/>
                          <a:pt x="16668" y="19594"/>
                        </a:cubicBezTo>
                        <a:cubicBezTo>
                          <a:pt x="16403" y="19328"/>
                          <a:pt x="16181" y="19107"/>
                          <a:pt x="15915" y="18841"/>
                        </a:cubicBezTo>
                        <a:cubicBezTo>
                          <a:pt x="10285" y="13122"/>
                          <a:pt x="4965" y="7137"/>
                          <a:pt x="621" y="0"/>
                        </a:cubicBezTo>
                        <a:lnTo>
                          <a:pt x="0" y="177"/>
                        </a:lnTo>
                        <a:cubicBezTo>
                          <a:pt x="931" y="8866"/>
                          <a:pt x="5674" y="16624"/>
                          <a:pt x="10994" y="23274"/>
                        </a:cubicBezTo>
                        <a:cubicBezTo>
                          <a:pt x="13610" y="26643"/>
                          <a:pt x="16801" y="29569"/>
                          <a:pt x="20215" y="32273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14" name="Forme libre : forme 27213">
                    <a:extLst>
                      <a:ext uri="{FF2B5EF4-FFF2-40B4-BE49-F238E27FC236}">
                        <a16:creationId xmlns:a16="http://schemas.microsoft.com/office/drawing/2014/main" id="{07C1BC5F-6A7B-4AE5-80CA-41C9A0079D24}"/>
                      </a:ext>
                    </a:extLst>
                  </p:cNvPr>
                  <p:cNvSpPr/>
                  <p:nvPr/>
                </p:nvSpPr>
                <p:spPr>
                  <a:xfrm>
                    <a:off x="7433376" y="3097492"/>
                    <a:ext cx="92962" cy="62861"/>
                  </a:xfrm>
                  <a:custGeom>
                    <a:avLst/>
                    <a:gdLst>
                      <a:gd name="connsiteX0" fmla="*/ 78156 w 92962"/>
                      <a:gd name="connsiteY0" fmla="*/ 48986 h 62861"/>
                      <a:gd name="connsiteX1" fmla="*/ 84273 w 92962"/>
                      <a:gd name="connsiteY1" fmla="*/ 56345 h 62861"/>
                      <a:gd name="connsiteX2" fmla="*/ 19195 w 92962"/>
                      <a:gd name="connsiteY2" fmla="*/ 57763 h 62861"/>
                      <a:gd name="connsiteX3" fmla="*/ 1862 w 92962"/>
                      <a:gd name="connsiteY3" fmla="*/ 60645 h 62861"/>
                      <a:gd name="connsiteX4" fmla="*/ 10285 w 92962"/>
                      <a:gd name="connsiteY4" fmla="*/ 62862 h 62861"/>
                      <a:gd name="connsiteX5" fmla="*/ 29037 w 92962"/>
                      <a:gd name="connsiteY5" fmla="*/ 59714 h 62861"/>
                      <a:gd name="connsiteX6" fmla="*/ 92962 w 92962"/>
                      <a:gd name="connsiteY6" fmla="*/ 58118 h 62861"/>
                      <a:gd name="connsiteX7" fmla="*/ 88751 w 92962"/>
                      <a:gd name="connsiteY7" fmla="*/ 53729 h 62861"/>
                      <a:gd name="connsiteX8" fmla="*/ 81835 w 92962"/>
                      <a:gd name="connsiteY8" fmla="*/ 45971 h 62861"/>
                      <a:gd name="connsiteX9" fmla="*/ 78244 w 92962"/>
                      <a:gd name="connsiteY9" fmla="*/ 42070 h 62861"/>
                      <a:gd name="connsiteX10" fmla="*/ 78289 w 92962"/>
                      <a:gd name="connsiteY10" fmla="*/ 41982 h 62861"/>
                      <a:gd name="connsiteX11" fmla="*/ 76958 w 92962"/>
                      <a:gd name="connsiteY11" fmla="*/ 40696 h 62861"/>
                      <a:gd name="connsiteX12" fmla="*/ 74565 w 92962"/>
                      <a:gd name="connsiteY12" fmla="*/ 38125 h 62861"/>
                      <a:gd name="connsiteX13" fmla="*/ 73634 w 92962"/>
                      <a:gd name="connsiteY13" fmla="*/ 37282 h 62861"/>
                      <a:gd name="connsiteX14" fmla="*/ 70486 w 92962"/>
                      <a:gd name="connsiteY14" fmla="*/ 33869 h 62861"/>
                      <a:gd name="connsiteX15" fmla="*/ 68979 w 92962"/>
                      <a:gd name="connsiteY15" fmla="*/ 32096 h 62861"/>
                      <a:gd name="connsiteX16" fmla="*/ 58473 w 92962"/>
                      <a:gd name="connsiteY16" fmla="*/ 24338 h 62861"/>
                      <a:gd name="connsiteX17" fmla="*/ 59182 w 92962"/>
                      <a:gd name="connsiteY17" fmla="*/ 25446 h 62861"/>
                      <a:gd name="connsiteX18" fmla="*/ 39853 w 92962"/>
                      <a:gd name="connsiteY18" fmla="*/ 13920 h 62861"/>
                      <a:gd name="connsiteX19" fmla="*/ 34356 w 92962"/>
                      <a:gd name="connsiteY19" fmla="*/ 11393 h 62861"/>
                      <a:gd name="connsiteX20" fmla="*/ 9842 w 92962"/>
                      <a:gd name="connsiteY20" fmla="*/ 2793 h 62861"/>
                      <a:gd name="connsiteX21" fmla="*/ 9930 w 92962"/>
                      <a:gd name="connsiteY21" fmla="*/ 2394 h 62861"/>
                      <a:gd name="connsiteX22" fmla="*/ 177 w 92962"/>
                      <a:gd name="connsiteY22" fmla="*/ 0 h 62861"/>
                      <a:gd name="connsiteX23" fmla="*/ 0 w 92962"/>
                      <a:gd name="connsiteY23" fmla="*/ 887 h 62861"/>
                      <a:gd name="connsiteX24" fmla="*/ 71417 w 92962"/>
                      <a:gd name="connsiteY24" fmla="*/ 41272 h 62861"/>
                      <a:gd name="connsiteX25" fmla="*/ 78156 w 92962"/>
                      <a:gd name="connsiteY25" fmla="*/ 48986 h 6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92962" h="62861">
                        <a:moveTo>
                          <a:pt x="78156" y="48986"/>
                        </a:moveTo>
                        <a:cubicBezTo>
                          <a:pt x="80195" y="51424"/>
                          <a:pt x="82145" y="53951"/>
                          <a:pt x="84273" y="56345"/>
                        </a:cubicBezTo>
                        <a:cubicBezTo>
                          <a:pt x="55192" y="50981"/>
                          <a:pt x="25136" y="56566"/>
                          <a:pt x="19195" y="57763"/>
                        </a:cubicBezTo>
                        <a:cubicBezTo>
                          <a:pt x="13388" y="58606"/>
                          <a:pt x="7625" y="59581"/>
                          <a:pt x="1862" y="60645"/>
                        </a:cubicBezTo>
                        <a:cubicBezTo>
                          <a:pt x="4566" y="61753"/>
                          <a:pt x="7448" y="62507"/>
                          <a:pt x="10285" y="62862"/>
                        </a:cubicBezTo>
                        <a:cubicBezTo>
                          <a:pt x="16491" y="61709"/>
                          <a:pt x="22742" y="60645"/>
                          <a:pt x="29037" y="59714"/>
                        </a:cubicBezTo>
                        <a:cubicBezTo>
                          <a:pt x="34888" y="58517"/>
                          <a:pt x="64236" y="53109"/>
                          <a:pt x="92962" y="58118"/>
                        </a:cubicBezTo>
                        <a:cubicBezTo>
                          <a:pt x="91544" y="56655"/>
                          <a:pt x="90125" y="55236"/>
                          <a:pt x="88751" y="53729"/>
                        </a:cubicBezTo>
                        <a:cubicBezTo>
                          <a:pt x="86357" y="51247"/>
                          <a:pt x="84140" y="48542"/>
                          <a:pt x="81835" y="45971"/>
                        </a:cubicBezTo>
                        <a:cubicBezTo>
                          <a:pt x="80682" y="44686"/>
                          <a:pt x="79441" y="43400"/>
                          <a:pt x="78244" y="42070"/>
                        </a:cubicBezTo>
                        <a:lnTo>
                          <a:pt x="78289" y="41982"/>
                        </a:lnTo>
                        <a:lnTo>
                          <a:pt x="76958" y="40696"/>
                        </a:lnTo>
                        <a:cubicBezTo>
                          <a:pt x="76161" y="39854"/>
                          <a:pt x="75407" y="38967"/>
                          <a:pt x="74565" y="38125"/>
                        </a:cubicBezTo>
                        <a:cubicBezTo>
                          <a:pt x="74254" y="37814"/>
                          <a:pt x="73944" y="37593"/>
                          <a:pt x="73634" y="37282"/>
                        </a:cubicBezTo>
                        <a:cubicBezTo>
                          <a:pt x="72570" y="36174"/>
                          <a:pt x="71506" y="35022"/>
                          <a:pt x="70486" y="33869"/>
                        </a:cubicBezTo>
                        <a:cubicBezTo>
                          <a:pt x="69954" y="33293"/>
                          <a:pt x="69467" y="32672"/>
                          <a:pt x="68979" y="32096"/>
                        </a:cubicBezTo>
                        <a:cubicBezTo>
                          <a:pt x="65610" y="29347"/>
                          <a:pt x="62108" y="26776"/>
                          <a:pt x="58473" y="24338"/>
                        </a:cubicBezTo>
                        <a:cubicBezTo>
                          <a:pt x="58694" y="24692"/>
                          <a:pt x="58916" y="25091"/>
                          <a:pt x="59182" y="25446"/>
                        </a:cubicBezTo>
                        <a:cubicBezTo>
                          <a:pt x="53020" y="21102"/>
                          <a:pt x="46592" y="17245"/>
                          <a:pt x="39853" y="13920"/>
                        </a:cubicBezTo>
                        <a:cubicBezTo>
                          <a:pt x="38036" y="13033"/>
                          <a:pt x="36174" y="12235"/>
                          <a:pt x="34356" y="11393"/>
                        </a:cubicBezTo>
                        <a:cubicBezTo>
                          <a:pt x="26377" y="7935"/>
                          <a:pt x="18176" y="5054"/>
                          <a:pt x="9842" y="2793"/>
                        </a:cubicBezTo>
                        <a:lnTo>
                          <a:pt x="9930" y="2394"/>
                        </a:lnTo>
                        <a:cubicBezTo>
                          <a:pt x="6694" y="1507"/>
                          <a:pt x="3458" y="665"/>
                          <a:pt x="177" y="0"/>
                        </a:cubicBezTo>
                        <a:lnTo>
                          <a:pt x="0" y="887"/>
                        </a:lnTo>
                        <a:cubicBezTo>
                          <a:pt x="26776" y="8068"/>
                          <a:pt x="52444" y="21368"/>
                          <a:pt x="71417" y="41272"/>
                        </a:cubicBezTo>
                        <a:cubicBezTo>
                          <a:pt x="73767" y="43755"/>
                          <a:pt x="75939" y="46326"/>
                          <a:pt x="78156" y="48986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15" name="Forme libre : forme 27214">
                    <a:extLst>
                      <a:ext uri="{FF2B5EF4-FFF2-40B4-BE49-F238E27FC236}">
                        <a16:creationId xmlns:a16="http://schemas.microsoft.com/office/drawing/2014/main" id="{17CDD0E9-BEDD-461C-A325-6907CD7577E3}"/>
                      </a:ext>
                    </a:extLst>
                  </p:cNvPr>
                  <p:cNvSpPr/>
                  <p:nvPr/>
                </p:nvSpPr>
                <p:spPr>
                  <a:xfrm>
                    <a:off x="7583614" y="3059368"/>
                    <a:ext cx="56521" cy="3856"/>
                  </a:xfrm>
                  <a:custGeom>
                    <a:avLst/>
                    <a:gdLst>
                      <a:gd name="connsiteX0" fmla="*/ 17112 w 56521"/>
                      <a:gd name="connsiteY0" fmla="*/ 2438 h 3856"/>
                      <a:gd name="connsiteX1" fmla="*/ 56079 w 56521"/>
                      <a:gd name="connsiteY1" fmla="*/ 3768 h 3856"/>
                      <a:gd name="connsiteX2" fmla="*/ 56522 w 56521"/>
                      <a:gd name="connsiteY2" fmla="*/ 3857 h 3856"/>
                      <a:gd name="connsiteX3" fmla="*/ 46282 w 56521"/>
                      <a:gd name="connsiteY3" fmla="*/ 1818 h 3856"/>
                      <a:gd name="connsiteX4" fmla="*/ 7314 w 56521"/>
                      <a:gd name="connsiteY4" fmla="*/ 488 h 3856"/>
                      <a:gd name="connsiteX5" fmla="*/ 0 w 56521"/>
                      <a:gd name="connsiteY5" fmla="*/ 0 h 3856"/>
                      <a:gd name="connsiteX6" fmla="*/ 17112 w 56521"/>
                      <a:gd name="connsiteY6" fmla="*/ 2438 h 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521" h="3856">
                        <a:moveTo>
                          <a:pt x="17112" y="2438"/>
                        </a:moveTo>
                        <a:cubicBezTo>
                          <a:pt x="30012" y="2527"/>
                          <a:pt x="42912" y="2217"/>
                          <a:pt x="56079" y="3768"/>
                        </a:cubicBezTo>
                        <a:cubicBezTo>
                          <a:pt x="56212" y="3768"/>
                          <a:pt x="56345" y="3812"/>
                          <a:pt x="56522" y="3857"/>
                        </a:cubicBezTo>
                        <a:cubicBezTo>
                          <a:pt x="53108" y="2970"/>
                          <a:pt x="49695" y="2217"/>
                          <a:pt x="46282" y="1818"/>
                        </a:cubicBezTo>
                        <a:cubicBezTo>
                          <a:pt x="33115" y="266"/>
                          <a:pt x="20215" y="532"/>
                          <a:pt x="7314" y="488"/>
                        </a:cubicBezTo>
                        <a:cubicBezTo>
                          <a:pt x="4876" y="488"/>
                          <a:pt x="2438" y="310"/>
                          <a:pt x="0" y="0"/>
                        </a:cubicBezTo>
                        <a:cubicBezTo>
                          <a:pt x="5541" y="1596"/>
                          <a:pt x="11304" y="2483"/>
                          <a:pt x="17112" y="243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16" name="Forme libre : forme 27215">
                    <a:extLst>
                      <a:ext uri="{FF2B5EF4-FFF2-40B4-BE49-F238E27FC236}">
                        <a16:creationId xmlns:a16="http://schemas.microsoft.com/office/drawing/2014/main" id="{F6FC88F7-5E18-45E9-A991-29AC2A6F52DD}"/>
                      </a:ext>
                    </a:extLst>
                  </p:cNvPr>
                  <p:cNvSpPr/>
                  <p:nvPr/>
                </p:nvSpPr>
                <p:spPr>
                  <a:xfrm>
                    <a:off x="7475047" y="3056531"/>
                    <a:ext cx="20037" cy="63570"/>
                  </a:xfrm>
                  <a:custGeom>
                    <a:avLst/>
                    <a:gdLst>
                      <a:gd name="connsiteX0" fmla="*/ 5852 w 20037"/>
                      <a:gd name="connsiteY0" fmla="*/ 34356 h 63570"/>
                      <a:gd name="connsiteX1" fmla="*/ 7359 w 20037"/>
                      <a:gd name="connsiteY1" fmla="*/ 46459 h 63570"/>
                      <a:gd name="connsiteX2" fmla="*/ 13477 w 20037"/>
                      <a:gd name="connsiteY2" fmla="*/ 59758 h 63570"/>
                      <a:gd name="connsiteX3" fmla="*/ 20037 w 20037"/>
                      <a:gd name="connsiteY3" fmla="*/ 63571 h 63570"/>
                      <a:gd name="connsiteX4" fmla="*/ 10196 w 20037"/>
                      <a:gd name="connsiteY4" fmla="*/ 45484 h 63570"/>
                      <a:gd name="connsiteX5" fmla="*/ 8157 w 20037"/>
                      <a:gd name="connsiteY5" fmla="*/ 34268 h 63570"/>
                      <a:gd name="connsiteX6" fmla="*/ 7448 w 20037"/>
                      <a:gd name="connsiteY6" fmla="*/ 22387 h 63570"/>
                      <a:gd name="connsiteX7" fmla="*/ 0 w 20037"/>
                      <a:gd name="connsiteY7" fmla="*/ 0 h 63570"/>
                      <a:gd name="connsiteX8" fmla="*/ 5896 w 20037"/>
                      <a:gd name="connsiteY8" fmla="*/ 22476 h 63570"/>
                      <a:gd name="connsiteX9" fmla="*/ 5852 w 20037"/>
                      <a:gd name="connsiteY9" fmla="*/ 34356 h 63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037" h="63570">
                        <a:moveTo>
                          <a:pt x="5852" y="34356"/>
                        </a:moveTo>
                        <a:cubicBezTo>
                          <a:pt x="5852" y="38302"/>
                          <a:pt x="5940" y="42514"/>
                          <a:pt x="7359" y="46459"/>
                        </a:cubicBezTo>
                        <a:cubicBezTo>
                          <a:pt x="8911" y="51114"/>
                          <a:pt x="11038" y="55502"/>
                          <a:pt x="13477" y="59758"/>
                        </a:cubicBezTo>
                        <a:cubicBezTo>
                          <a:pt x="15693" y="60955"/>
                          <a:pt x="17910" y="62241"/>
                          <a:pt x="20037" y="63571"/>
                        </a:cubicBezTo>
                        <a:cubicBezTo>
                          <a:pt x="16092" y="57896"/>
                          <a:pt x="12545" y="51912"/>
                          <a:pt x="10196" y="45484"/>
                        </a:cubicBezTo>
                        <a:cubicBezTo>
                          <a:pt x="8777" y="42026"/>
                          <a:pt x="8378" y="38213"/>
                          <a:pt x="8157" y="34268"/>
                        </a:cubicBezTo>
                        <a:cubicBezTo>
                          <a:pt x="7891" y="30367"/>
                          <a:pt x="7802" y="26377"/>
                          <a:pt x="7448" y="22387"/>
                        </a:cubicBezTo>
                        <a:cubicBezTo>
                          <a:pt x="6782" y="14496"/>
                          <a:pt x="4921" y="6339"/>
                          <a:pt x="0" y="0"/>
                        </a:cubicBezTo>
                        <a:cubicBezTo>
                          <a:pt x="4477" y="6650"/>
                          <a:pt x="5763" y="14674"/>
                          <a:pt x="5896" y="22476"/>
                        </a:cubicBezTo>
                        <a:cubicBezTo>
                          <a:pt x="6029" y="26466"/>
                          <a:pt x="5852" y="30411"/>
                          <a:pt x="5852" y="34356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17" name="Forme libre : forme 27216">
                    <a:extLst>
                      <a:ext uri="{FF2B5EF4-FFF2-40B4-BE49-F238E27FC236}">
                        <a16:creationId xmlns:a16="http://schemas.microsoft.com/office/drawing/2014/main" id="{F78C0092-48CA-4597-B8F6-D1142CCDDC03}"/>
                      </a:ext>
                    </a:extLst>
                  </p:cNvPr>
                  <p:cNvSpPr/>
                  <p:nvPr/>
                </p:nvSpPr>
                <p:spPr>
                  <a:xfrm>
                    <a:off x="7746619" y="2916711"/>
                    <a:ext cx="5009" cy="27706"/>
                  </a:xfrm>
                  <a:custGeom>
                    <a:avLst/>
                    <a:gdLst>
                      <a:gd name="connsiteX0" fmla="*/ 2615 w 5009"/>
                      <a:gd name="connsiteY0" fmla="*/ 21545 h 27706"/>
                      <a:gd name="connsiteX1" fmla="*/ 2349 w 5009"/>
                      <a:gd name="connsiteY1" fmla="*/ 25224 h 27706"/>
                      <a:gd name="connsiteX2" fmla="*/ 4256 w 5009"/>
                      <a:gd name="connsiteY2" fmla="*/ 27042 h 27706"/>
                      <a:gd name="connsiteX3" fmla="*/ 5009 w 5009"/>
                      <a:gd name="connsiteY3" fmla="*/ 27707 h 27706"/>
                      <a:gd name="connsiteX4" fmla="*/ 4876 w 5009"/>
                      <a:gd name="connsiteY4" fmla="*/ 21545 h 27706"/>
                      <a:gd name="connsiteX5" fmla="*/ 3458 w 5009"/>
                      <a:gd name="connsiteY5" fmla="*/ 10506 h 27706"/>
                      <a:gd name="connsiteX6" fmla="*/ 0 w 5009"/>
                      <a:gd name="connsiteY6" fmla="*/ 0 h 27706"/>
                      <a:gd name="connsiteX7" fmla="*/ 2394 w 5009"/>
                      <a:gd name="connsiteY7" fmla="*/ 10684 h 27706"/>
                      <a:gd name="connsiteX8" fmla="*/ 2615 w 5009"/>
                      <a:gd name="connsiteY8" fmla="*/ 21545 h 27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09" h="27706">
                        <a:moveTo>
                          <a:pt x="2615" y="21545"/>
                        </a:moveTo>
                        <a:cubicBezTo>
                          <a:pt x="2571" y="22786"/>
                          <a:pt x="2483" y="23983"/>
                          <a:pt x="2349" y="25224"/>
                        </a:cubicBezTo>
                        <a:cubicBezTo>
                          <a:pt x="2970" y="25845"/>
                          <a:pt x="3591" y="26465"/>
                          <a:pt x="4256" y="27042"/>
                        </a:cubicBezTo>
                        <a:cubicBezTo>
                          <a:pt x="4522" y="27264"/>
                          <a:pt x="4743" y="27485"/>
                          <a:pt x="5009" y="27707"/>
                        </a:cubicBezTo>
                        <a:cubicBezTo>
                          <a:pt x="5009" y="25668"/>
                          <a:pt x="5009" y="23584"/>
                          <a:pt x="4876" y="21545"/>
                        </a:cubicBezTo>
                        <a:cubicBezTo>
                          <a:pt x="4655" y="17821"/>
                          <a:pt x="4211" y="14142"/>
                          <a:pt x="3458" y="10506"/>
                        </a:cubicBezTo>
                        <a:cubicBezTo>
                          <a:pt x="2660" y="6871"/>
                          <a:pt x="1640" y="3280"/>
                          <a:pt x="0" y="0"/>
                        </a:cubicBezTo>
                        <a:cubicBezTo>
                          <a:pt x="1330" y="3414"/>
                          <a:pt x="1951" y="7049"/>
                          <a:pt x="2394" y="10684"/>
                        </a:cubicBezTo>
                        <a:cubicBezTo>
                          <a:pt x="2704" y="14274"/>
                          <a:pt x="2748" y="17954"/>
                          <a:pt x="2615" y="21545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18" name="Forme libre : forme 27217">
                    <a:extLst>
                      <a:ext uri="{FF2B5EF4-FFF2-40B4-BE49-F238E27FC236}">
                        <a16:creationId xmlns:a16="http://schemas.microsoft.com/office/drawing/2014/main" id="{8BDB6CAD-62C3-426A-B134-3C70A0D747B4}"/>
                      </a:ext>
                    </a:extLst>
                  </p:cNvPr>
                  <p:cNvSpPr/>
                  <p:nvPr/>
                </p:nvSpPr>
                <p:spPr>
                  <a:xfrm>
                    <a:off x="7527978" y="3022263"/>
                    <a:ext cx="57763" cy="42025"/>
                  </a:xfrm>
                  <a:custGeom>
                    <a:avLst/>
                    <a:gdLst>
                      <a:gd name="connsiteX0" fmla="*/ 25889 w 57763"/>
                      <a:gd name="connsiteY0" fmla="*/ 29258 h 42025"/>
                      <a:gd name="connsiteX1" fmla="*/ 57763 w 57763"/>
                      <a:gd name="connsiteY1" fmla="*/ 42026 h 42025"/>
                      <a:gd name="connsiteX2" fmla="*/ 36573 w 57763"/>
                      <a:gd name="connsiteY2" fmla="*/ 31785 h 42025"/>
                      <a:gd name="connsiteX3" fmla="*/ 27529 w 57763"/>
                      <a:gd name="connsiteY3" fmla="*/ 26865 h 42025"/>
                      <a:gd name="connsiteX4" fmla="*/ 754 w 57763"/>
                      <a:gd name="connsiteY4" fmla="*/ 0 h 42025"/>
                      <a:gd name="connsiteX5" fmla="*/ 0 w 57763"/>
                      <a:gd name="connsiteY5" fmla="*/ 443 h 42025"/>
                      <a:gd name="connsiteX6" fmla="*/ 25889 w 57763"/>
                      <a:gd name="connsiteY6" fmla="*/ 29258 h 42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763" h="42025">
                        <a:moveTo>
                          <a:pt x="25889" y="29258"/>
                        </a:moveTo>
                        <a:cubicBezTo>
                          <a:pt x="35110" y="35997"/>
                          <a:pt x="46193" y="40696"/>
                          <a:pt x="57763" y="42026"/>
                        </a:cubicBezTo>
                        <a:cubicBezTo>
                          <a:pt x="50138" y="39853"/>
                          <a:pt x="42957" y="36307"/>
                          <a:pt x="36573" y="31785"/>
                        </a:cubicBezTo>
                        <a:cubicBezTo>
                          <a:pt x="33470" y="30367"/>
                          <a:pt x="30411" y="28726"/>
                          <a:pt x="27529" y="26865"/>
                        </a:cubicBezTo>
                        <a:cubicBezTo>
                          <a:pt x="16934" y="19993"/>
                          <a:pt x="7758" y="10684"/>
                          <a:pt x="754" y="0"/>
                        </a:cubicBezTo>
                        <a:lnTo>
                          <a:pt x="0" y="443"/>
                        </a:lnTo>
                        <a:cubicBezTo>
                          <a:pt x="6517" y="11615"/>
                          <a:pt x="15294" y="21545"/>
                          <a:pt x="25889" y="2925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19" name="Forme libre : forme 27218">
                    <a:extLst>
                      <a:ext uri="{FF2B5EF4-FFF2-40B4-BE49-F238E27FC236}">
                        <a16:creationId xmlns:a16="http://schemas.microsoft.com/office/drawing/2014/main" id="{642D13FD-E21A-42D4-BCF3-C468B7B64558}"/>
                      </a:ext>
                    </a:extLst>
                  </p:cNvPr>
                  <p:cNvSpPr/>
                  <p:nvPr/>
                </p:nvSpPr>
                <p:spPr>
                  <a:xfrm>
                    <a:off x="7733497" y="2989768"/>
                    <a:ext cx="4033" cy="931"/>
                  </a:xfrm>
                  <a:custGeom>
                    <a:avLst/>
                    <a:gdLst>
                      <a:gd name="connsiteX0" fmla="*/ 0 w 4033"/>
                      <a:gd name="connsiteY0" fmla="*/ 0 h 931"/>
                      <a:gd name="connsiteX1" fmla="*/ 4034 w 4033"/>
                      <a:gd name="connsiteY1" fmla="*/ 931 h 931"/>
                      <a:gd name="connsiteX2" fmla="*/ 532 w 4033"/>
                      <a:gd name="connsiteY2" fmla="*/ 89 h 931"/>
                      <a:gd name="connsiteX3" fmla="*/ 0 w 4033"/>
                      <a:gd name="connsiteY3" fmla="*/ 0 h 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3" h="931">
                        <a:moveTo>
                          <a:pt x="0" y="0"/>
                        </a:moveTo>
                        <a:cubicBezTo>
                          <a:pt x="1330" y="355"/>
                          <a:pt x="2660" y="665"/>
                          <a:pt x="4034" y="931"/>
                        </a:cubicBezTo>
                        <a:cubicBezTo>
                          <a:pt x="2882" y="665"/>
                          <a:pt x="1729" y="310"/>
                          <a:pt x="532" y="89"/>
                        </a:cubicBezTo>
                        <a:cubicBezTo>
                          <a:pt x="355" y="44"/>
                          <a:pt x="177" y="4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20" name="Forme libre : forme 27219">
                    <a:extLst>
                      <a:ext uri="{FF2B5EF4-FFF2-40B4-BE49-F238E27FC236}">
                        <a16:creationId xmlns:a16="http://schemas.microsoft.com/office/drawing/2014/main" id="{D2FD2558-39C2-448D-8555-8B215DA36DAF}"/>
                      </a:ext>
                    </a:extLst>
                  </p:cNvPr>
                  <p:cNvSpPr/>
                  <p:nvPr/>
                </p:nvSpPr>
                <p:spPr>
                  <a:xfrm>
                    <a:off x="5429971" y="4358620"/>
                    <a:ext cx="270197" cy="228437"/>
                  </a:xfrm>
                  <a:custGeom>
                    <a:avLst/>
                    <a:gdLst>
                      <a:gd name="connsiteX0" fmla="*/ 237392 w 270197"/>
                      <a:gd name="connsiteY0" fmla="*/ 167837 h 228437"/>
                      <a:gd name="connsiteX1" fmla="*/ 233801 w 270197"/>
                      <a:gd name="connsiteY1" fmla="*/ 155557 h 228437"/>
                      <a:gd name="connsiteX2" fmla="*/ 231629 w 270197"/>
                      <a:gd name="connsiteY2" fmla="*/ 152277 h 228437"/>
                      <a:gd name="connsiteX3" fmla="*/ 231807 w 270197"/>
                      <a:gd name="connsiteY3" fmla="*/ 153341 h 228437"/>
                      <a:gd name="connsiteX4" fmla="*/ 229501 w 270197"/>
                      <a:gd name="connsiteY4" fmla="*/ 149883 h 228437"/>
                      <a:gd name="connsiteX5" fmla="*/ 211725 w 270197"/>
                      <a:gd name="connsiteY5" fmla="*/ 85071 h 228437"/>
                      <a:gd name="connsiteX6" fmla="*/ 221655 w 270197"/>
                      <a:gd name="connsiteY6" fmla="*/ 45440 h 228437"/>
                      <a:gd name="connsiteX7" fmla="*/ 223206 w 270197"/>
                      <a:gd name="connsiteY7" fmla="*/ 42203 h 228437"/>
                      <a:gd name="connsiteX8" fmla="*/ 223783 w 270197"/>
                      <a:gd name="connsiteY8" fmla="*/ 40785 h 228437"/>
                      <a:gd name="connsiteX9" fmla="*/ 229501 w 270197"/>
                      <a:gd name="connsiteY9" fmla="*/ 31120 h 228437"/>
                      <a:gd name="connsiteX10" fmla="*/ 229280 w 270197"/>
                      <a:gd name="connsiteY10" fmla="*/ 28993 h 228437"/>
                      <a:gd name="connsiteX11" fmla="*/ 232782 w 270197"/>
                      <a:gd name="connsiteY11" fmla="*/ 3990 h 228437"/>
                      <a:gd name="connsiteX12" fmla="*/ 227373 w 270197"/>
                      <a:gd name="connsiteY12" fmla="*/ 0 h 228437"/>
                      <a:gd name="connsiteX13" fmla="*/ 219438 w 270197"/>
                      <a:gd name="connsiteY13" fmla="*/ 26998 h 228437"/>
                      <a:gd name="connsiteX14" fmla="*/ 219128 w 270197"/>
                      <a:gd name="connsiteY14" fmla="*/ 34667 h 228437"/>
                      <a:gd name="connsiteX15" fmla="*/ 217133 w 270197"/>
                      <a:gd name="connsiteY15" fmla="*/ 39322 h 228437"/>
                      <a:gd name="connsiteX16" fmla="*/ 215626 w 270197"/>
                      <a:gd name="connsiteY16" fmla="*/ 42469 h 228437"/>
                      <a:gd name="connsiteX17" fmla="*/ 205031 w 270197"/>
                      <a:gd name="connsiteY17" fmla="*/ 84894 h 228437"/>
                      <a:gd name="connsiteX18" fmla="*/ 223916 w 270197"/>
                      <a:gd name="connsiteY18" fmla="*/ 153518 h 228437"/>
                      <a:gd name="connsiteX19" fmla="*/ 236949 w 270197"/>
                      <a:gd name="connsiteY19" fmla="*/ 176837 h 228437"/>
                      <a:gd name="connsiteX20" fmla="*/ 262395 w 270197"/>
                      <a:gd name="connsiteY20" fmla="*/ 226044 h 228437"/>
                      <a:gd name="connsiteX21" fmla="*/ 136672 w 270197"/>
                      <a:gd name="connsiteY21" fmla="*/ 218552 h 228437"/>
                      <a:gd name="connsiteX22" fmla="*/ 0 w 270197"/>
                      <a:gd name="connsiteY22" fmla="*/ 210439 h 228437"/>
                      <a:gd name="connsiteX23" fmla="*/ 1951 w 270197"/>
                      <a:gd name="connsiteY23" fmla="*/ 211991 h 228437"/>
                      <a:gd name="connsiteX24" fmla="*/ 146469 w 270197"/>
                      <a:gd name="connsiteY24" fmla="*/ 220547 h 228437"/>
                      <a:gd name="connsiteX25" fmla="*/ 270197 w 270197"/>
                      <a:gd name="connsiteY25" fmla="*/ 228438 h 228437"/>
                      <a:gd name="connsiteX26" fmla="*/ 255967 w 270197"/>
                      <a:gd name="connsiteY26" fmla="*/ 203612 h 228437"/>
                      <a:gd name="connsiteX27" fmla="*/ 240229 w 270197"/>
                      <a:gd name="connsiteY27" fmla="*/ 176571 h 228437"/>
                      <a:gd name="connsiteX28" fmla="*/ 237392 w 270197"/>
                      <a:gd name="connsiteY28" fmla="*/ 167837 h 228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70197" h="228437">
                        <a:moveTo>
                          <a:pt x="237392" y="167837"/>
                        </a:moveTo>
                        <a:cubicBezTo>
                          <a:pt x="234865" y="163271"/>
                          <a:pt x="236417" y="159503"/>
                          <a:pt x="233801" y="155557"/>
                        </a:cubicBezTo>
                        <a:cubicBezTo>
                          <a:pt x="233048" y="154449"/>
                          <a:pt x="232339" y="153341"/>
                          <a:pt x="231629" y="152277"/>
                        </a:cubicBezTo>
                        <a:cubicBezTo>
                          <a:pt x="231674" y="152632"/>
                          <a:pt x="231762" y="152986"/>
                          <a:pt x="231807" y="153341"/>
                        </a:cubicBezTo>
                        <a:cubicBezTo>
                          <a:pt x="231053" y="152189"/>
                          <a:pt x="230255" y="151036"/>
                          <a:pt x="229501" y="149883"/>
                        </a:cubicBezTo>
                        <a:cubicBezTo>
                          <a:pt x="219660" y="135165"/>
                          <a:pt x="211104" y="122442"/>
                          <a:pt x="211725" y="85071"/>
                        </a:cubicBezTo>
                        <a:cubicBezTo>
                          <a:pt x="212035" y="65255"/>
                          <a:pt x="217576" y="53774"/>
                          <a:pt x="221655" y="45440"/>
                        </a:cubicBezTo>
                        <a:cubicBezTo>
                          <a:pt x="222187" y="44331"/>
                          <a:pt x="222719" y="43223"/>
                          <a:pt x="223206" y="42203"/>
                        </a:cubicBezTo>
                        <a:cubicBezTo>
                          <a:pt x="223428" y="41716"/>
                          <a:pt x="223605" y="41272"/>
                          <a:pt x="223783" y="40785"/>
                        </a:cubicBezTo>
                        <a:cubicBezTo>
                          <a:pt x="225467" y="38435"/>
                          <a:pt x="227773" y="34800"/>
                          <a:pt x="229501" y="31120"/>
                        </a:cubicBezTo>
                        <a:cubicBezTo>
                          <a:pt x="229457" y="30411"/>
                          <a:pt x="229413" y="29746"/>
                          <a:pt x="229280" y="28993"/>
                        </a:cubicBezTo>
                        <a:cubicBezTo>
                          <a:pt x="228615" y="25003"/>
                          <a:pt x="227728" y="9576"/>
                          <a:pt x="232782" y="3990"/>
                        </a:cubicBezTo>
                        <a:cubicBezTo>
                          <a:pt x="231939" y="1640"/>
                          <a:pt x="230344" y="45"/>
                          <a:pt x="227373" y="0"/>
                        </a:cubicBezTo>
                        <a:cubicBezTo>
                          <a:pt x="217532" y="-88"/>
                          <a:pt x="218640" y="22121"/>
                          <a:pt x="219438" y="26998"/>
                        </a:cubicBezTo>
                        <a:cubicBezTo>
                          <a:pt x="219926" y="29879"/>
                          <a:pt x="219571" y="32628"/>
                          <a:pt x="219128" y="34667"/>
                        </a:cubicBezTo>
                        <a:cubicBezTo>
                          <a:pt x="218552" y="36174"/>
                          <a:pt x="217887" y="37682"/>
                          <a:pt x="217133" y="39322"/>
                        </a:cubicBezTo>
                        <a:cubicBezTo>
                          <a:pt x="216690" y="40341"/>
                          <a:pt x="216158" y="41361"/>
                          <a:pt x="215626" y="42469"/>
                        </a:cubicBezTo>
                        <a:cubicBezTo>
                          <a:pt x="211281" y="51380"/>
                          <a:pt x="205385" y="63615"/>
                          <a:pt x="205031" y="84894"/>
                        </a:cubicBezTo>
                        <a:cubicBezTo>
                          <a:pt x="204410" y="124349"/>
                          <a:pt x="213897" y="138535"/>
                          <a:pt x="223916" y="153518"/>
                        </a:cubicBezTo>
                        <a:cubicBezTo>
                          <a:pt x="228437" y="160257"/>
                          <a:pt x="233092" y="167172"/>
                          <a:pt x="236949" y="176837"/>
                        </a:cubicBezTo>
                        <a:cubicBezTo>
                          <a:pt x="244663" y="196076"/>
                          <a:pt x="251179" y="214341"/>
                          <a:pt x="262395" y="226044"/>
                        </a:cubicBezTo>
                        <a:cubicBezTo>
                          <a:pt x="223694" y="223916"/>
                          <a:pt x="181136" y="221300"/>
                          <a:pt x="136672" y="218552"/>
                        </a:cubicBezTo>
                        <a:cubicBezTo>
                          <a:pt x="90480" y="215715"/>
                          <a:pt x="43799" y="212833"/>
                          <a:pt x="0" y="210439"/>
                        </a:cubicBezTo>
                        <a:cubicBezTo>
                          <a:pt x="665" y="210971"/>
                          <a:pt x="1330" y="211503"/>
                          <a:pt x="1951" y="211991"/>
                        </a:cubicBezTo>
                        <a:cubicBezTo>
                          <a:pt x="47966" y="214473"/>
                          <a:pt x="97528" y="217532"/>
                          <a:pt x="146469" y="220547"/>
                        </a:cubicBezTo>
                        <a:cubicBezTo>
                          <a:pt x="190933" y="223295"/>
                          <a:pt x="231541" y="226310"/>
                          <a:pt x="270197" y="228438"/>
                        </a:cubicBezTo>
                        <a:cubicBezTo>
                          <a:pt x="264257" y="222276"/>
                          <a:pt x="262484" y="212656"/>
                          <a:pt x="255967" y="203612"/>
                        </a:cubicBezTo>
                        <a:cubicBezTo>
                          <a:pt x="248785" y="194480"/>
                          <a:pt x="244530" y="187210"/>
                          <a:pt x="240229" y="176571"/>
                        </a:cubicBezTo>
                        <a:cubicBezTo>
                          <a:pt x="240185" y="176127"/>
                          <a:pt x="238190" y="171384"/>
                          <a:pt x="237392" y="167837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21" name="Forme libre : forme 27220">
                    <a:extLst>
                      <a:ext uri="{FF2B5EF4-FFF2-40B4-BE49-F238E27FC236}">
                        <a16:creationId xmlns:a16="http://schemas.microsoft.com/office/drawing/2014/main" id="{483BBD04-9519-4D50-B7FB-7901BCE8231D}"/>
                      </a:ext>
                    </a:extLst>
                  </p:cNvPr>
                  <p:cNvSpPr/>
                  <p:nvPr/>
                </p:nvSpPr>
                <p:spPr>
                  <a:xfrm>
                    <a:off x="5658504" y="4398029"/>
                    <a:ext cx="17903" cy="110340"/>
                  </a:xfrm>
                  <a:custGeom>
                    <a:avLst/>
                    <a:gdLst>
                      <a:gd name="connsiteX0" fmla="*/ 6732 w 17903"/>
                      <a:gd name="connsiteY0" fmla="*/ 79043 h 110340"/>
                      <a:gd name="connsiteX1" fmla="*/ 13736 w 17903"/>
                      <a:gd name="connsiteY1" fmla="*/ 41805 h 110340"/>
                      <a:gd name="connsiteX2" fmla="*/ 13869 w 17903"/>
                      <a:gd name="connsiteY2" fmla="*/ 41317 h 110340"/>
                      <a:gd name="connsiteX3" fmla="*/ 17903 w 17903"/>
                      <a:gd name="connsiteY3" fmla="*/ 27442 h 110340"/>
                      <a:gd name="connsiteX4" fmla="*/ 17327 w 17903"/>
                      <a:gd name="connsiteY4" fmla="*/ 26023 h 110340"/>
                      <a:gd name="connsiteX5" fmla="*/ 17814 w 17903"/>
                      <a:gd name="connsiteY5" fmla="*/ 3946 h 110340"/>
                      <a:gd name="connsiteX6" fmla="*/ 12051 w 17903"/>
                      <a:gd name="connsiteY6" fmla="*/ 1 h 110340"/>
                      <a:gd name="connsiteX7" fmla="*/ 7530 w 17903"/>
                      <a:gd name="connsiteY7" fmla="*/ 24028 h 110340"/>
                      <a:gd name="connsiteX8" fmla="*/ 8549 w 17903"/>
                      <a:gd name="connsiteY8" fmla="*/ 35732 h 110340"/>
                      <a:gd name="connsiteX9" fmla="*/ 7397 w 17903"/>
                      <a:gd name="connsiteY9" fmla="*/ 39987 h 110340"/>
                      <a:gd name="connsiteX10" fmla="*/ 171 w 17903"/>
                      <a:gd name="connsiteY10" fmla="*/ 78511 h 110340"/>
                      <a:gd name="connsiteX11" fmla="*/ 614 w 17903"/>
                      <a:gd name="connsiteY11" fmla="*/ 95047 h 110340"/>
                      <a:gd name="connsiteX12" fmla="*/ 9436 w 17903"/>
                      <a:gd name="connsiteY12" fmla="*/ 110340 h 110340"/>
                      <a:gd name="connsiteX13" fmla="*/ 6732 w 17903"/>
                      <a:gd name="connsiteY13" fmla="*/ 79043 h 110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7903" h="110340">
                        <a:moveTo>
                          <a:pt x="6732" y="79043"/>
                        </a:moveTo>
                        <a:cubicBezTo>
                          <a:pt x="7973" y="62374"/>
                          <a:pt x="11165" y="50982"/>
                          <a:pt x="13736" y="41805"/>
                        </a:cubicBezTo>
                        <a:cubicBezTo>
                          <a:pt x="13780" y="41627"/>
                          <a:pt x="13825" y="41495"/>
                          <a:pt x="13869" y="41317"/>
                        </a:cubicBezTo>
                        <a:cubicBezTo>
                          <a:pt x="14933" y="38214"/>
                          <a:pt x="16573" y="32274"/>
                          <a:pt x="17903" y="27442"/>
                        </a:cubicBezTo>
                        <a:cubicBezTo>
                          <a:pt x="17726" y="26954"/>
                          <a:pt x="17548" y="26511"/>
                          <a:pt x="17327" y="26023"/>
                        </a:cubicBezTo>
                        <a:cubicBezTo>
                          <a:pt x="14756" y="20881"/>
                          <a:pt x="13692" y="8690"/>
                          <a:pt x="17814" y="3946"/>
                        </a:cubicBezTo>
                        <a:cubicBezTo>
                          <a:pt x="16573" y="1552"/>
                          <a:pt x="14711" y="-43"/>
                          <a:pt x="12051" y="1"/>
                        </a:cubicBezTo>
                        <a:cubicBezTo>
                          <a:pt x="3496" y="178"/>
                          <a:pt x="4294" y="17645"/>
                          <a:pt x="7530" y="24028"/>
                        </a:cubicBezTo>
                        <a:cubicBezTo>
                          <a:pt x="9968" y="28816"/>
                          <a:pt x="8904" y="34224"/>
                          <a:pt x="8549" y="35732"/>
                        </a:cubicBezTo>
                        <a:cubicBezTo>
                          <a:pt x="8195" y="37106"/>
                          <a:pt x="7796" y="38480"/>
                          <a:pt x="7397" y="39987"/>
                        </a:cubicBezTo>
                        <a:cubicBezTo>
                          <a:pt x="4781" y="49430"/>
                          <a:pt x="1501" y="61178"/>
                          <a:pt x="171" y="78511"/>
                        </a:cubicBezTo>
                        <a:cubicBezTo>
                          <a:pt x="-184" y="83432"/>
                          <a:pt x="38" y="89150"/>
                          <a:pt x="614" y="95047"/>
                        </a:cubicBezTo>
                        <a:cubicBezTo>
                          <a:pt x="3185" y="100721"/>
                          <a:pt x="6200" y="105509"/>
                          <a:pt x="9436" y="110340"/>
                        </a:cubicBezTo>
                        <a:cubicBezTo>
                          <a:pt x="7530" y="99790"/>
                          <a:pt x="6111" y="87909"/>
                          <a:pt x="6732" y="79043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22" name="Forme libre : forme 27221">
                    <a:extLst>
                      <a:ext uri="{FF2B5EF4-FFF2-40B4-BE49-F238E27FC236}">
                        <a16:creationId xmlns:a16="http://schemas.microsoft.com/office/drawing/2014/main" id="{C9108AA4-5590-4F85-836A-531AE40FCF6E}"/>
                      </a:ext>
                    </a:extLst>
                  </p:cNvPr>
                  <p:cNvSpPr/>
                  <p:nvPr/>
                </p:nvSpPr>
                <p:spPr>
                  <a:xfrm>
                    <a:off x="7728709" y="3782894"/>
                    <a:ext cx="153385" cy="130332"/>
                  </a:xfrm>
                  <a:custGeom>
                    <a:avLst/>
                    <a:gdLst>
                      <a:gd name="connsiteX0" fmla="*/ 0 w 153385"/>
                      <a:gd name="connsiteY0" fmla="*/ 130333 h 130332"/>
                      <a:gd name="connsiteX1" fmla="*/ 153252 w 153385"/>
                      <a:gd name="connsiteY1" fmla="*/ 8645 h 130332"/>
                      <a:gd name="connsiteX2" fmla="*/ 153385 w 153385"/>
                      <a:gd name="connsiteY2" fmla="*/ 0 h 130332"/>
                      <a:gd name="connsiteX3" fmla="*/ 5187 w 153385"/>
                      <a:gd name="connsiteY3" fmla="*/ 113354 h 130332"/>
                      <a:gd name="connsiteX4" fmla="*/ 0 w 153385"/>
                      <a:gd name="connsiteY4" fmla="*/ 130333 h 130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385" h="130332">
                        <a:moveTo>
                          <a:pt x="0" y="130333"/>
                        </a:moveTo>
                        <a:cubicBezTo>
                          <a:pt x="35952" y="91543"/>
                          <a:pt x="106261" y="40474"/>
                          <a:pt x="153252" y="8645"/>
                        </a:cubicBezTo>
                        <a:lnTo>
                          <a:pt x="153385" y="0"/>
                        </a:lnTo>
                        <a:cubicBezTo>
                          <a:pt x="112335" y="27397"/>
                          <a:pt x="46592" y="74121"/>
                          <a:pt x="5187" y="113354"/>
                        </a:cubicBezTo>
                        <a:cubicBezTo>
                          <a:pt x="3546" y="119206"/>
                          <a:pt x="1818" y="124925"/>
                          <a:pt x="0" y="130333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23" name="Forme libre : forme 27222">
                    <a:extLst>
                      <a:ext uri="{FF2B5EF4-FFF2-40B4-BE49-F238E27FC236}">
                        <a16:creationId xmlns:a16="http://schemas.microsoft.com/office/drawing/2014/main" id="{F7C8A8D1-9AB2-48E8-879A-692039EE43C9}"/>
                      </a:ext>
                    </a:extLst>
                  </p:cNvPr>
                  <p:cNvSpPr/>
                  <p:nvPr/>
                </p:nvSpPr>
                <p:spPr>
                  <a:xfrm>
                    <a:off x="7519112" y="3160310"/>
                    <a:ext cx="89592" cy="51822"/>
                  </a:xfrm>
                  <a:custGeom>
                    <a:avLst/>
                    <a:gdLst>
                      <a:gd name="connsiteX0" fmla="*/ 3502 w 89592"/>
                      <a:gd name="connsiteY0" fmla="*/ 754 h 51822"/>
                      <a:gd name="connsiteX1" fmla="*/ 5896 w 89592"/>
                      <a:gd name="connsiteY1" fmla="*/ 1729 h 51822"/>
                      <a:gd name="connsiteX2" fmla="*/ 13787 w 89592"/>
                      <a:gd name="connsiteY2" fmla="*/ 9753 h 51822"/>
                      <a:gd name="connsiteX3" fmla="*/ 47390 w 89592"/>
                      <a:gd name="connsiteY3" fmla="*/ 35864 h 51822"/>
                      <a:gd name="connsiteX4" fmla="*/ 87598 w 89592"/>
                      <a:gd name="connsiteY4" fmla="*/ 51557 h 51822"/>
                      <a:gd name="connsiteX5" fmla="*/ 89593 w 89592"/>
                      <a:gd name="connsiteY5" fmla="*/ 51823 h 51822"/>
                      <a:gd name="connsiteX6" fmla="*/ 57187 w 89592"/>
                      <a:gd name="connsiteY6" fmla="*/ 37859 h 51822"/>
                      <a:gd name="connsiteX7" fmla="*/ 23584 w 89592"/>
                      <a:gd name="connsiteY7" fmla="*/ 11748 h 51822"/>
                      <a:gd name="connsiteX8" fmla="*/ 15693 w 89592"/>
                      <a:gd name="connsiteY8" fmla="*/ 3724 h 51822"/>
                      <a:gd name="connsiteX9" fmla="*/ 13299 w 89592"/>
                      <a:gd name="connsiteY9" fmla="*/ 2748 h 51822"/>
                      <a:gd name="connsiteX10" fmla="*/ 0 w 89592"/>
                      <a:gd name="connsiteY10" fmla="*/ 0 h 51822"/>
                      <a:gd name="connsiteX11" fmla="*/ 3502 w 89592"/>
                      <a:gd name="connsiteY11" fmla="*/ 754 h 51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9592" h="51822">
                        <a:moveTo>
                          <a:pt x="3502" y="754"/>
                        </a:moveTo>
                        <a:cubicBezTo>
                          <a:pt x="4344" y="1064"/>
                          <a:pt x="5142" y="1374"/>
                          <a:pt x="5896" y="1729"/>
                        </a:cubicBezTo>
                        <a:cubicBezTo>
                          <a:pt x="8467" y="4477"/>
                          <a:pt x="11083" y="7137"/>
                          <a:pt x="13787" y="9753"/>
                        </a:cubicBezTo>
                        <a:cubicBezTo>
                          <a:pt x="23983" y="19550"/>
                          <a:pt x="35110" y="28549"/>
                          <a:pt x="47390" y="35864"/>
                        </a:cubicBezTo>
                        <a:cubicBezTo>
                          <a:pt x="59625" y="43223"/>
                          <a:pt x="73102" y="49119"/>
                          <a:pt x="87598" y="51557"/>
                        </a:cubicBezTo>
                        <a:cubicBezTo>
                          <a:pt x="88263" y="51645"/>
                          <a:pt x="88928" y="51734"/>
                          <a:pt x="89593" y="51823"/>
                        </a:cubicBezTo>
                        <a:cubicBezTo>
                          <a:pt x="78067" y="48853"/>
                          <a:pt x="67206" y="43843"/>
                          <a:pt x="57187" y="37859"/>
                        </a:cubicBezTo>
                        <a:cubicBezTo>
                          <a:pt x="44907" y="30544"/>
                          <a:pt x="33780" y="21545"/>
                          <a:pt x="23584" y="11748"/>
                        </a:cubicBezTo>
                        <a:cubicBezTo>
                          <a:pt x="20924" y="9132"/>
                          <a:pt x="18264" y="6428"/>
                          <a:pt x="15693" y="3724"/>
                        </a:cubicBezTo>
                        <a:cubicBezTo>
                          <a:pt x="14984" y="3413"/>
                          <a:pt x="14142" y="3103"/>
                          <a:pt x="13299" y="2748"/>
                        </a:cubicBezTo>
                        <a:cubicBezTo>
                          <a:pt x="8911" y="1596"/>
                          <a:pt x="4477" y="709"/>
                          <a:pt x="0" y="0"/>
                        </a:cubicBezTo>
                        <a:cubicBezTo>
                          <a:pt x="1153" y="222"/>
                          <a:pt x="2349" y="443"/>
                          <a:pt x="3502" y="754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24" name="Forme libre : forme 27223">
                    <a:extLst>
                      <a:ext uri="{FF2B5EF4-FFF2-40B4-BE49-F238E27FC236}">
                        <a16:creationId xmlns:a16="http://schemas.microsoft.com/office/drawing/2014/main" id="{E82A5DAA-EBC0-458E-A7C7-07EFA2AC6ABC}"/>
                      </a:ext>
                    </a:extLst>
                  </p:cNvPr>
                  <p:cNvSpPr/>
                  <p:nvPr/>
                </p:nvSpPr>
                <p:spPr>
                  <a:xfrm>
                    <a:off x="7817371" y="2833590"/>
                    <a:ext cx="24160" cy="87686"/>
                  </a:xfrm>
                  <a:custGeom>
                    <a:avLst/>
                    <a:gdLst>
                      <a:gd name="connsiteX0" fmla="*/ 709 w 24160"/>
                      <a:gd name="connsiteY0" fmla="*/ 79663 h 87686"/>
                      <a:gd name="connsiteX1" fmla="*/ 1862 w 24160"/>
                      <a:gd name="connsiteY1" fmla="*/ 85381 h 87686"/>
                      <a:gd name="connsiteX2" fmla="*/ 2039 w 24160"/>
                      <a:gd name="connsiteY2" fmla="*/ 87687 h 87686"/>
                      <a:gd name="connsiteX3" fmla="*/ 11171 w 24160"/>
                      <a:gd name="connsiteY3" fmla="*/ 68536 h 87686"/>
                      <a:gd name="connsiteX4" fmla="*/ 15605 w 24160"/>
                      <a:gd name="connsiteY4" fmla="*/ 53596 h 87686"/>
                      <a:gd name="connsiteX5" fmla="*/ 15959 w 24160"/>
                      <a:gd name="connsiteY5" fmla="*/ 49562 h 87686"/>
                      <a:gd name="connsiteX6" fmla="*/ 16225 w 24160"/>
                      <a:gd name="connsiteY6" fmla="*/ 46193 h 87686"/>
                      <a:gd name="connsiteX7" fmla="*/ 17998 w 24160"/>
                      <a:gd name="connsiteY7" fmla="*/ 39455 h 87686"/>
                      <a:gd name="connsiteX8" fmla="*/ 23628 w 24160"/>
                      <a:gd name="connsiteY8" fmla="*/ 28239 h 87686"/>
                      <a:gd name="connsiteX9" fmla="*/ 24160 w 24160"/>
                      <a:gd name="connsiteY9" fmla="*/ 21634 h 87686"/>
                      <a:gd name="connsiteX10" fmla="*/ 15871 w 24160"/>
                      <a:gd name="connsiteY10" fmla="*/ 34002 h 87686"/>
                      <a:gd name="connsiteX11" fmla="*/ 16003 w 24160"/>
                      <a:gd name="connsiteY11" fmla="*/ 26776 h 87686"/>
                      <a:gd name="connsiteX12" fmla="*/ 15649 w 24160"/>
                      <a:gd name="connsiteY12" fmla="*/ 13344 h 87686"/>
                      <a:gd name="connsiteX13" fmla="*/ 14629 w 24160"/>
                      <a:gd name="connsiteY13" fmla="*/ 0 h 87686"/>
                      <a:gd name="connsiteX14" fmla="*/ 14541 w 24160"/>
                      <a:gd name="connsiteY14" fmla="*/ 13344 h 87686"/>
                      <a:gd name="connsiteX15" fmla="*/ 13787 w 24160"/>
                      <a:gd name="connsiteY15" fmla="*/ 26599 h 87686"/>
                      <a:gd name="connsiteX16" fmla="*/ 12058 w 24160"/>
                      <a:gd name="connsiteY16" fmla="*/ 43533 h 87686"/>
                      <a:gd name="connsiteX17" fmla="*/ 11615 w 24160"/>
                      <a:gd name="connsiteY17" fmla="*/ 45350 h 87686"/>
                      <a:gd name="connsiteX18" fmla="*/ 11083 w 24160"/>
                      <a:gd name="connsiteY18" fmla="*/ 49385 h 87686"/>
                      <a:gd name="connsiteX19" fmla="*/ 10640 w 24160"/>
                      <a:gd name="connsiteY19" fmla="*/ 52754 h 87686"/>
                      <a:gd name="connsiteX20" fmla="*/ 5896 w 24160"/>
                      <a:gd name="connsiteY20" fmla="*/ 66186 h 87686"/>
                      <a:gd name="connsiteX21" fmla="*/ 0 w 24160"/>
                      <a:gd name="connsiteY21" fmla="*/ 77712 h 87686"/>
                      <a:gd name="connsiteX22" fmla="*/ 709 w 24160"/>
                      <a:gd name="connsiteY22" fmla="*/ 79663 h 876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4160" h="87686">
                        <a:moveTo>
                          <a:pt x="709" y="79663"/>
                        </a:moveTo>
                        <a:cubicBezTo>
                          <a:pt x="1241" y="81569"/>
                          <a:pt x="1596" y="83475"/>
                          <a:pt x="1862" y="85381"/>
                        </a:cubicBezTo>
                        <a:cubicBezTo>
                          <a:pt x="1951" y="86179"/>
                          <a:pt x="1995" y="86933"/>
                          <a:pt x="2039" y="87687"/>
                        </a:cubicBezTo>
                        <a:cubicBezTo>
                          <a:pt x="5275" y="81436"/>
                          <a:pt x="8423" y="75141"/>
                          <a:pt x="11171" y="68536"/>
                        </a:cubicBezTo>
                        <a:cubicBezTo>
                          <a:pt x="13078" y="63792"/>
                          <a:pt x="14807" y="58916"/>
                          <a:pt x="15605" y="53596"/>
                        </a:cubicBezTo>
                        <a:cubicBezTo>
                          <a:pt x="15871" y="52310"/>
                          <a:pt x="15826" y="50892"/>
                          <a:pt x="15959" y="49562"/>
                        </a:cubicBezTo>
                        <a:cubicBezTo>
                          <a:pt x="16048" y="48454"/>
                          <a:pt x="16003" y="47301"/>
                          <a:pt x="16225" y="46193"/>
                        </a:cubicBezTo>
                        <a:cubicBezTo>
                          <a:pt x="16491" y="43932"/>
                          <a:pt x="17156" y="41671"/>
                          <a:pt x="17998" y="39455"/>
                        </a:cubicBezTo>
                        <a:cubicBezTo>
                          <a:pt x="19417" y="35554"/>
                          <a:pt x="21412" y="31874"/>
                          <a:pt x="23628" y="28239"/>
                        </a:cubicBezTo>
                        <a:cubicBezTo>
                          <a:pt x="23894" y="26067"/>
                          <a:pt x="24072" y="23850"/>
                          <a:pt x="24160" y="21634"/>
                        </a:cubicBezTo>
                        <a:cubicBezTo>
                          <a:pt x="21190" y="25535"/>
                          <a:pt x="18264" y="29569"/>
                          <a:pt x="15871" y="34002"/>
                        </a:cubicBezTo>
                        <a:lnTo>
                          <a:pt x="16003" y="26776"/>
                        </a:lnTo>
                        <a:cubicBezTo>
                          <a:pt x="16181" y="22298"/>
                          <a:pt x="15915" y="17777"/>
                          <a:pt x="15649" y="13344"/>
                        </a:cubicBezTo>
                        <a:lnTo>
                          <a:pt x="14629" y="0"/>
                        </a:lnTo>
                        <a:lnTo>
                          <a:pt x="14541" y="13344"/>
                        </a:lnTo>
                        <a:cubicBezTo>
                          <a:pt x="14452" y="17777"/>
                          <a:pt x="14319" y="22210"/>
                          <a:pt x="13787" y="26599"/>
                        </a:cubicBezTo>
                        <a:lnTo>
                          <a:pt x="12058" y="43533"/>
                        </a:lnTo>
                        <a:cubicBezTo>
                          <a:pt x="11925" y="44154"/>
                          <a:pt x="11703" y="44730"/>
                          <a:pt x="11615" y="45350"/>
                        </a:cubicBezTo>
                        <a:cubicBezTo>
                          <a:pt x="11304" y="46680"/>
                          <a:pt x="11216" y="48011"/>
                          <a:pt x="11083" y="49385"/>
                        </a:cubicBezTo>
                        <a:cubicBezTo>
                          <a:pt x="10906" y="50537"/>
                          <a:pt x="10906" y="51601"/>
                          <a:pt x="10640" y="52754"/>
                        </a:cubicBezTo>
                        <a:cubicBezTo>
                          <a:pt x="9753" y="57276"/>
                          <a:pt x="7935" y="61753"/>
                          <a:pt x="5896" y="66186"/>
                        </a:cubicBezTo>
                        <a:cubicBezTo>
                          <a:pt x="4078" y="70087"/>
                          <a:pt x="2084" y="73900"/>
                          <a:pt x="0" y="77712"/>
                        </a:cubicBezTo>
                        <a:cubicBezTo>
                          <a:pt x="266" y="78377"/>
                          <a:pt x="532" y="79042"/>
                          <a:pt x="709" y="79663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25" name="Forme libre : forme 27224">
                    <a:extLst>
                      <a:ext uri="{FF2B5EF4-FFF2-40B4-BE49-F238E27FC236}">
                        <a16:creationId xmlns:a16="http://schemas.microsoft.com/office/drawing/2014/main" id="{2527571A-C866-4913-9882-8A17B6BC9663}"/>
                      </a:ext>
                    </a:extLst>
                  </p:cNvPr>
                  <p:cNvSpPr/>
                  <p:nvPr/>
                </p:nvSpPr>
                <p:spPr>
                  <a:xfrm>
                    <a:off x="7843127" y="2802913"/>
                    <a:ext cx="10635" cy="55458"/>
                  </a:xfrm>
                  <a:custGeom>
                    <a:avLst/>
                    <a:gdLst>
                      <a:gd name="connsiteX0" fmla="*/ 89 w 10635"/>
                      <a:gd name="connsiteY0" fmla="*/ 55458 h 55458"/>
                      <a:gd name="connsiteX1" fmla="*/ 7004 w 10635"/>
                      <a:gd name="connsiteY1" fmla="*/ 44597 h 55458"/>
                      <a:gd name="connsiteX2" fmla="*/ 2084 w 10635"/>
                      <a:gd name="connsiteY2" fmla="*/ 0 h 55458"/>
                      <a:gd name="connsiteX3" fmla="*/ 10506 w 10635"/>
                      <a:gd name="connsiteY3" fmla="*/ 29879 h 55458"/>
                      <a:gd name="connsiteX4" fmla="*/ 5009 w 10635"/>
                      <a:gd name="connsiteY4" fmla="*/ 43400 h 55458"/>
                      <a:gd name="connsiteX5" fmla="*/ 0 w 10635"/>
                      <a:gd name="connsiteY5" fmla="*/ 50271 h 55458"/>
                      <a:gd name="connsiteX6" fmla="*/ 89 w 10635"/>
                      <a:gd name="connsiteY6" fmla="*/ 55458 h 55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635" h="55458">
                        <a:moveTo>
                          <a:pt x="89" y="55458"/>
                        </a:moveTo>
                        <a:cubicBezTo>
                          <a:pt x="2394" y="51911"/>
                          <a:pt x="4788" y="48321"/>
                          <a:pt x="7004" y="44597"/>
                        </a:cubicBezTo>
                        <a:cubicBezTo>
                          <a:pt x="11570" y="35287"/>
                          <a:pt x="975" y="9886"/>
                          <a:pt x="2084" y="0"/>
                        </a:cubicBezTo>
                        <a:cubicBezTo>
                          <a:pt x="1197" y="4876"/>
                          <a:pt x="11925" y="25136"/>
                          <a:pt x="10506" y="29879"/>
                        </a:cubicBezTo>
                        <a:cubicBezTo>
                          <a:pt x="9088" y="34578"/>
                          <a:pt x="7492" y="39366"/>
                          <a:pt x="5009" y="43400"/>
                        </a:cubicBezTo>
                        <a:cubicBezTo>
                          <a:pt x="3458" y="45705"/>
                          <a:pt x="1729" y="48010"/>
                          <a:pt x="0" y="50271"/>
                        </a:cubicBezTo>
                        <a:cubicBezTo>
                          <a:pt x="44" y="52000"/>
                          <a:pt x="44" y="53729"/>
                          <a:pt x="89" y="5545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26" name="Forme libre : forme 27225">
                    <a:extLst>
                      <a:ext uri="{FF2B5EF4-FFF2-40B4-BE49-F238E27FC236}">
                        <a16:creationId xmlns:a16="http://schemas.microsoft.com/office/drawing/2014/main" id="{FE7DD0EF-7624-4053-9BAF-15BBF3B15B3C}"/>
                      </a:ext>
                    </a:extLst>
                  </p:cNvPr>
                  <p:cNvSpPr/>
                  <p:nvPr/>
                </p:nvSpPr>
                <p:spPr>
                  <a:xfrm>
                    <a:off x="7794602" y="2896274"/>
                    <a:ext cx="20236" cy="143233"/>
                  </a:xfrm>
                  <a:custGeom>
                    <a:avLst/>
                    <a:gdLst>
                      <a:gd name="connsiteX0" fmla="*/ 780 w 20236"/>
                      <a:gd name="connsiteY0" fmla="*/ 118319 h 143233"/>
                      <a:gd name="connsiteX1" fmla="*/ 913 w 20236"/>
                      <a:gd name="connsiteY1" fmla="*/ 127141 h 143233"/>
                      <a:gd name="connsiteX2" fmla="*/ 7696 w 20236"/>
                      <a:gd name="connsiteY2" fmla="*/ 138446 h 143233"/>
                      <a:gd name="connsiteX3" fmla="*/ 9381 w 20236"/>
                      <a:gd name="connsiteY3" fmla="*/ 143233 h 143233"/>
                      <a:gd name="connsiteX4" fmla="*/ 9425 w 20236"/>
                      <a:gd name="connsiteY4" fmla="*/ 118097 h 143233"/>
                      <a:gd name="connsiteX5" fmla="*/ 8316 w 20236"/>
                      <a:gd name="connsiteY5" fmla="*/ 88263 h 143233"/>
                      <a:gd name="connsiteX6" fmla="*/ 9735 w 20236"/>
                      <a:gd name="connsiteY6" fmla="*/ 59448 h 143233"/>
                      <a:gd name="connsiteX7" fmla="*/ 14168 w 20236"/>
                      <a:gd name="connsiteY7" fmla="*/ 46148 h 143233"/>
                      <a:gd name="connsiteX8" fmla="*/ 17936 w 20236"/>
                      <a:gd name="connsiteY8" fmla="*/ 38435 h 143233"/>
                      <a:gd name="connsiteX9" fmla="*/ 18823 w 20236"/>
                      <a:gd name="connsiteY9" fmla="*/ 33603 h 143233"/>
                      <a:gd name="connsiteX10" fmla="*/ 20197 w 20236"/>
                      <a:gd name="connsiteY10" fmla="*/ 22875 h 143233"/>
                      <a:gd name="connsiteX11" fmla="*/ 20197 w 20236"/>
                      <a:gd name="connsiteY11" fmla="*/ 19727 h 143233"/>
                      <a:gd name="connsiteX12" fmla="*/ 15410 w 20236"/>
                      <a:gd name="connsiteY12" fmla="*/ 28283 h 143233"/>
                      <a:gd name="connsiteX13" fmla="*/ 14789 w 20236"/>
                      <a:gd name="connsiteY13" fmla="*/ 20747 h 143233"/>
                      <a:gd name="connsiteX14" fmla="*/ 13636 w 20236"/>
                      <a:gd name="connsiteY14" fmla="*/ 15028 h 143233"/>
                      <a:gd name="connsiteX15" fmla="*/ 12528 w 20236"/>
                      <a:gd name="connsiteY15" fmla="*/ 12147 h 143233"/>
                      <a:gd name="connsiteX16" fmla="*/ 11154 w 20236"/>
                      <a:gd name="connsiteY16" fmla="*/ 9664 h 143233"/>
                      <a:gd name="connsiteX17" fmla="*/ 5701 w 20236"/>
                      <a:gd name="connsiteY17" fmla="*/ 0 h 143233"/>
                      <a:gd name="connsiteX18" fmla="*/ 9159 w 20236"/>
                      <a:gd name="connsiteY18" fmla="*/ 10595 h 143233"/>
                      <a:gd name="connsiteX19" fmla="*/ 10001 w 20236"/>
                      <a:gd name="connsiteY19" fmla="*/ 13211 h 143233"/>
                      <a:gd name="connsiteX20" fmla="*/ 10400 w 20236"/>
                      <a:gd name="connsiteY20" fmla="*/ 15649 h 143233"/>
                      <a:gd name="connsiteX21" fmla="*/ 10400 w 20236"/>
                      <a:gd name="connsiteY21" fmla="*/ 20924 h 143233"/>
                      <a:gd name="connsiteX22" fmla="*/ 9026 w 20236"/>
                      <a:gd name="connsiteY22" fmla="*/ 31652 h 143233"/>
                      <a:gd name="connsiteX23" fmla="*/ 8051 w 20236"/>
                      <a:gd name="connsiteY23" fmla="*/ 37061 h 143233"/>
                      <a:gd name="connsiteX24" fmla="*/ 7563 w 20236"/>
                      <a:gd name="connsiteY24" fmla="*/ 39853 h 143233"/>
                      <a:gd name="connsiteX25" fmla="*/ 7341 w 20236"/>
                      <a:gd name="connsiteY25" fmla="*/ 41361 h 143233"/>
                      <a:gd name="connsiteX26" fmla="*/ 7253 w 20236"/>
                      <a:gd name="connsiteY26" fmla="*/ 42292 h 143233"/>
                      <a:gd name="connsiteX27" fmla="*/ 7253 w 20236"/>
                      <a:gd name="connsiteY27" fmla="*/ 42558 h 143233"/>
                      <a:gd name="connsiteX28" fmla="*/ 7253 w 20236"/>
                      <a:gd name="connsiteY28" fmla="*/ 42691 h 143233"/>
                      <a:gd name="connsiteX29" fmla="*/ 7297 w 20236"/>
                      <a:gd name="connsiteY29" fmla="*/ 43223 h 143233"/>
                      <a:gd name="connsiteX30" fmla="*/ 7386 w 20236"/>
                      <a:gd name="connsiteY30" fmla="*/ 43444 h 143233"/>
                      <a:gd name="connsiteX31" fmla="*/ 2243 w 20236"/>
                      <a:gd name="connsiteY31" fmla="*/ 57852 h 143233"/>
                      <a:gd name="connsiteX32" fmla="*/ 27 w 20236"/>
                      <a:gd name="connsiteY32" fmla="*/ 88529 h 143233"/>
                      <a:gd name="connsiteX33" fmla="*/ 780 w 20236"/>
                      <a:gd name="connsiteY33" fmla="*/ 118319 h 143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20236" h="143233">
                        <a:moveTo>
                          <a:pt x="780" y="118319"/>
                        </a:moveTo>
                        <a:cubicBezTo>
                          <a:pt x="825" y="121289"/>
                          <a:pt x="913" y="124215"/>
                          <a:pt x="913" y="127141"/>
                        </a:cubicBezTo>
                        <a:cubicBezTo>
                          <a:pt x="3662" y="130599"/>
                          <a:pt x="6011" y="134367"/>
                          <a:pt x="7696" y="138446"/>
                        </a:cubicBezTo>
                        <a:cubicBezTo>
                          <a:pt x="8361" y="139997"/>
                          <a:pt x="8893" y="141593"/>
                          <a:pt x="9381" y="143233"/>
                        </a:cubicBezTo>
                        <a:cubicBezTo>
                          <a:pt x="9868" y="134766"/>
                          <a:pt x="9647" y="126299"/>
                          <a:pt x="9425" y="118097"/>
                        </a:cubicBezTo>
                        <a:lnTo>
                          <a:pt x="8316" y="88263"/>
                        </a:lnTo>
                        <a:cubicBezTo>
                          <a:pt x="8006" y="78421"/>
                          <a:pt x="7873" y="68624"/>
                          <a:pt x="9735" y="59448"/>
                        </a:cubicBezTo>
                        <a:cubicBezTo>
                          <a:pt x="10666" y="54837"/>
                          <a:pt x="12218" y="50449"/>
                          <a:pt x="14168" y="46148"/>
                        </a:cubicBezTo>
                        <a:cubicBezTo>
                          <a:pt x="15321" y="43622"/>
                          <a:pt x="16606" y="41051"/>
                          <a:pt x="17936" y="38435"/>
                        </a:cubicBezTo>
                        <a:lnTo>
                          <a:pt x="18823" y="33603"/>
                        </a:lnTo>
                        <a:cubicBezTo>
                          <a:pt x="19444" y="30012"/>
                          <a:pt x="19976" y="26421"/>
                          <a:pt x="20197" y="22875"/>
                        </a:cubicBezTo>
                        <a:cubicBezTo>
                          <a:pt x="20286" y="21811"/>
                          <a:pt x="20197" y="20791"/>
                          <a:pt x="20197" y="19727"/>
                        </a:cubicBezTo>
                        <a:cubicBezTo>
                          <a:pt x="18601" y="22564"/>
                          <a:pt x="17005" y="25402"/>
                          <a:pt x="15410" y="28283"/>
                        </a:cubicBezTo>
                        <a:cubicBezTo>
                          <a:pt x="15276" y="25801"/>
                          <a:pt x="15099" y="23274"/>
                          <a:pt x="14789" y="20747"/>
                        </a:cubicBezTo>
                        <a:cubicBezTo>
                          <a:pt x="14523" y="18841"/>
                          <a:pt x="14168" y="16934"/>
                          <a:pt x="13636" y="15028"/>
                        </a:cubicBezTo>
                        <a:cubicBezTo>
                          <a:pt x="13370" y="14053"/>
                          <a:pt x="13016" y="13122"/>
                          <a:pt x="12528" y="12147"/>
                        </a:cubicBezTo>
                        <a:cubicBezTo>
                          <a:pt x="12085" y="11216"/>
                          <a:pt x="11641" y="10506"/>
                          <a:pt x="11154" y="9664"/>
                        </a:cubicBezTo>
                        <a:lnTo>
                          <a:pt x="5701" y="0"/>
                        </a:lnTo>
                        <a:lnTo>
                          <a:pt x="9159" y="10595"/>
                        </a:lnTo>
                        <a:cubicBezTo>
                          <a:pt x="9425" y="11482"/>
                          <a:pt x="9779" y="12413"/>
                          <a:pt x="10001" y="13211"/>
                        </a:cubicBezTo>
                        <a:cubicBezTo>
                          <a:pt x="10223" y="13964"/>
                          <a:pt x="10356" y="14806"/>
                          <a:pt x="10400" y="15649"/>
                        </a:cubicBezTo>
                        <a:cubicBezTo>
                          <a:pt x="10533" y="17378"/>
                          <a:pt x="10489" y="19107"/>
                          <a:pt x="10400" y="20924"/>
                        </a:cubicBezTo>
                        <a:cubicBezTo>
                          <a:pt x="10134" y="24471"/>
                          <a:pt x="9647" y="28061"/>
                          <a:pt x="9026" y="31652"/>
                        </a:cubicBezTo>
                        <a:lnTo>
                          <a:pt x="8051" y="37061"/>
                        </a:lnTo>
                        <a:lnTo>
                          <a:pt x="7563" y="39853"/>
                        </a:lnTo>
                        <a:lnTo>
                          <a:pt x="7341" y="41361"/>
                        </a:lnTo>
                        <a:lnTo>
                          <a:pt x="7253" y="42292"/>
                        </a:lnTo>
                        <a:lnTo>
                          <a:pt x="7253" y="42558"/>
                        </a:lnTo>
                        <a:lnTo>
                          <a:pt x="7253" y="42691"/>
                        </a:lnTo>
                        <a:lnTo>
                          <a:pt x="7297" y="43223"/>
                        </a:lnTo>
                        <a:cubicBezTo>
                          <a:pt x="7297" y="43311"/>
                          <a:pt x="7341" y="43356"/>
                          <a:pt x="7386" y="43444"/>
                        </a:cubicBezTo>
                        <a:cubicBezTo>
                          <a:pt x="5169" y="48010"/>
                          <a:pt x="3396" y="52842"/>
                          <a:pt x="2243" y="57852"/>
                        </a:cubicBezTo>
                        <a:cubicBezTo>
                          <a:pt x="-62" y="68181"/>
                          <a:pt x="-62" y="78510"/>
                          <a:pt x="27" y="88529"/>
                        </a:cubicBezTo>
                        <a:lnTo>
                          <a:pt x="780" y="118319"/>
                        </a:ln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27" name="Forme libre : forme 27226">
                    <a:extLst>
                      <a:ext uri="{FF2B5EF4-FFF2-40B4-BE49-F238E27FC236}">
                        <a16:creationId xmlns:a16="http://schemas.microsoft.com/office/drawing/2014/main" id="{53E7EA8D-E1A2-4CB4-A880-F3EB3930777A}"/>
                      </a:ext>
                    </a:extLst>
                  </p:cNvPr>
                  <p:cNvSpPr/>
                  <p:nvPr/>
                </p:nvSpPr>
                <p:spPr>
                  <a:xfrm>
                    <a:off x="7606976" y="3203045"/>
                    <a:ext cx="58472" cy="6871"/>
                  </a:xfrm>
                  <a:custGeom>
                    <a:avLst/>
                    <a:gdLst>
                      <a:gd name="connsiteX0" fmla="*/ 58473 w 58472"/>
                      <a:gd name="connsiteY0" fmla="*/ 6871 h 6871"/>
                      <a:gd name="connsiteX1" fmla="*/ 45927 w 58472"/>
                      <a:gd name="connsiteY1" fmla="*/ 4699 h 6871"/>
                      <a:gd name="connsiteX2" fmla="*/ 42690 w 58472"/>
                      <a:gd name="connsiteY2" fmla="*/ 4123 h 6871"/>
                      <a:gd name="connsiteX3" fmla="*/ 21545 w 58472"/>
                      <a:gd name="connsiteY3" fmla="*/ 1906 h 6871"/>
                      <a:gd name="connsiteX4" fmla="*/ 1020 w 58472"/>
                      <a:gd name="connsiteY4" fmla="*/ 177 h 6871"/>
                      <a:gd name="connsiteX5" fmla="*/ 0 w 58472"/>
                      <a:gd name="connsiteY5" fmla="*/ 0 h 6871"/>
                      <a:gd name="connsiteX6" fmla="*/ 10861 w 58472"/>
                      <a:gd name="connsiteY6" fmla="*/ 2128 h 6871"/>
                      <a:gd name="connsiteX7" fmla="*/ 31386 w 58472"/>
                      <a:gd name="connsiteY7" fmla="*/ 3857 h 6871"/>
                      <a:gd name="connsiteX8" fmla="*/ 52532 w 58472"/>
                      <a:gd name="connsiteY8" fmla="*/ 6073 h 6871"/>
                      <a:gd name="connsiteX9" fmla="*/ 55768 w 58472"/>
                      <a:gd name="connsiteY9" fmla="*/ 6650 h 6871"/>
                      <a:gd name="connsiteX10" fmla="*/ 58473 w 58472"/>
                      <a:gd name="connsiteY10" fmla="*/ 6871 h 6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8472" h="6871">
                        <a:moveTo>
                          <a:pt x="58473" y="6871"/>
                        </a:moveTo>
                        <a:cubicBezTo>
                          <a:pt x="52399" y="5187"/>
                          <a:pt x="48143" y="4788"/>
                          <a:pt x="45927" y="4699"/>
                        </a:cubicBezTo>
                        <a:cubicBezTo>
                          <a:pt x="44863" y="4522"/>
                          <a:pt x="43755" y="4300"/>
                          <a:pt x="42690" y="4123"/>
                        </a:cubicBezTo>
                        <a:cubicBezTo>
                          <a:pt x="35598" y="3059"/>
                          <a:pt x="28549" y="2483"/>
                          <a:pt x="21545" y="1906"/>
                        </a:cubicBezTo>
                        <a:cubicBezTo>
                          <a:pt x="14585" y="1418"/>
                          <a:pt x="7625" y="1108"/>
                          <a:pt x="1020" y="177"/>
                        </a:cubicBezTo>
                        <a:cubicBezTo>
                          <a:pt x="665" y="133"/>
                          <a:pt x="354" y="44"/>
                          <a:pt x="0" y="0"/>
                        </a:cubicBezTo>
                        <a:cubicBezTo>
                          <a:pt x="3591" y="931"/>
                          <a:pt x="7182" y="1684"/>
                          <a:pt x="10861" y="2128"/>
                        </a:cubicBezTo>
                        <a:cubicBezTo>
                          <a:pt x="17466" y="3059"/>
                          <a:pt x="24426" y="3369"/>
                          <a:pt x="31386" y="3857"/>
                        </a:cubicBezTo>
                        <a:cubicBezTo>
                          <a:pt x="38390" y="4433"/>
                          <a:pt x="45439" y="5054"/>
                          <a:pt x="52532" y="6073"/>
                        </a:cubicBezTo>
                        <a:cubicBezTo>
                          <a:pt x="53596" y="6251"/>
                          <a:pt x="54704" y="6472"/>
                          <a:pt x="55768" y="6650"/>
                        </a:cubicBezTo>
                        <a:cubicBezTo>
                          <a:pt x="56478" y="6694"/>
                          <a:pt x="57364" y="6738"/>
                          <a:pt x="58473" y="6871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28" name="Forme libre : forme 27227">
                    <a:extLst>
                      <a:ext uri="{FF2B5EF4-FFF2-40B4-BE49-F238E27FC236}">
                        <a16:creationId xmlns:a16="http://schemas.microsoft.com/office/drawing/2014/main" id="{502CF94D-3687-470C-BDB9-34C08E416C86}"/>
                      </a:ext>
                    </a:extLst>
                  </p:cNvPr>
                  <p:cNvSpPr/>
                  <p:nvPr/>
                </p:nvSpPr>
                <p:spPr>
                  <a:xfrm>
                    <a:off x="7636634" y="3069076"/>
                    <a:ext cx="107693" cy="164726"/>
                  </a:xfrm>
                  <a:custGeom>
                    <a:avLst/>
                    <a:gdLst>
                      <a:gd name="connsiteX0" fmla="*/ 76958 w 107693"/>
                      <a:gd name="connsiteY0" fmla="*/ 133702 h 164726"/>
                      <a:gd name="connsiteX1" fmla="*/ 73855 w 107693"/>
                      <a:gd name="connsiteY1" fmla="*/ 159591 h 164726"/>
                      <a:gd name="connsiteX2" fmla="*/ 80860 w 107693"/>
                      <a:gd name="connsiteY2" fmla="*/ 164379 h 164726"/>
                      <a:gd name="connsiteX3" fmla="*/ 83830 w 107693"/>
                      <a:gd name="connsiteY3" fmla="*/ 160788 h 164726"/>
                      <a:gd name="connsiteX4" fmla="*/ 103557 w 107693"/>
                      <a:gd name="connsiteY4" fmla="*/ 91233 h 164726"/>
                      <a:gd name="connsiteX5" fmla="*/ 107635 w 107693"/>
                      <a:gd name="connsiteY5" fmla="*/ 85204 h 164726"/>
                      <a:gd name="connsiteX6" fmla="*/ 107547 w 107693"/>
                      <a:gd name="connsiteY6" fmla="*/ 77978 h 164726"/>
                      <a:gd name="connsiteX7" fmla="*/ 88130 w 107693"/>
                      <a:gd name="connsiteY7" fmla="*/ 49119 h 164726"/>
                      <a:gd name="connsiteX8" fmla="*/ 85869 w 107693"/>
                      <a:gd name="connsiteY8" fmla="*/ 47345 h 164726"/>
                      <a:gd name="connsiteX9" fmla="*/ 60999 w 107693"/>
                      <a:gd name="connsiteY9" fmla="*/ 31519 h 164726"/>
                      <a:gd name="connsiteX10" fmla="*/ 57497 w 107693"/>
                      <a:gd name="connsiteY10" fmla="*/ 29347 h 164726"/>
                      <a:gd name="connsiteX11" fmla="*/ 44863 w 107693"/>
                      <a:gd name="connsiteY11" fmla="*/ 21589 h 164726"/>
                      <a:gd name="connsiteX12" fmla="*/ 35553 w 107693"/>
                      <a:gd name="connsiteY12" fmla="*/ 15871 h 164726"/>
                      <a:gd name="connsiteX13" fmla="*/ 35199 w 107693"/>
                      <a:gd name="connsiteY13" fmla="*/ 15649 h 164726"/>
                      <a:gd name="connsiteX14" fmla="*/ 35110 w 107693"/>
                      <a:gd name="connsiteY14" fmla="*/ 15560 h 164726"/>
                      <a:gd name="connsiteX15" fmla="*/ 19639 w 107693"/>
                      <a:gd name="connsiteY15" fmla="*/ 5541 h 164726"/>
                      <a:gd name="connsiteX16" fmla="*/ 2083 w 107693"/>
                      <a:gd name="connsiteY16" fmla="*/ 266 h 164726"/>
                      <a:gd name="connsiteX17" fmla="*/ 0 w 107693"/>
                      <a:gd name="connsiteY17" fmla="*/ 0 h 164726"/>
                      <a:gd name="connsiteX18" fmla="*/ 9797 w 107693"/>
                      <a:gd name="connsiteY18" fmla="*/ 3591 h 164726"/>
                      <a:gd name="connsiteX19" fmla="*/ 25268 w 107693"/>
                      <a:gd name="connsiteY19" fmla="*/ 13610 h 164726"/>
                      <a:gd name="connsiteX20" fmla="*/ 25357 w 107693"/>
                      <a:gd name="connsiteY20" fmla="*/ 13698 h 164726"/>
                      <a:gd name="connsiteX21" fmla="*/ 25712 w 107693"/>
                      <a:gd name="connsiteY21" fmla="*/ 13920 h 164726"/>
                      <a:gd name="connsiteX22" fmla="*/ 35021 w 107693"/>
                      <a:gd name="connsiteY22" fmla="*/ 19639 h 164726"/>
                      <a:gd name="connsiteX23" fmla="*/ 47656 w 107693"/>
                      <a:gd name="connsiteY23" fmla="*/ 27397 h 164726"/>
                      <a:gd name="connsiteX24" fmla="*/ 51158 w 107693"/>
                      <a:gd name="connsiteY24" fmla="*/ 29569 h 164726"/>
                      <a:gd name="connsiteX25" fmla="*/ 76027 w 107693"/>
                      <a:gd name="connsiteY25" fmla="*/ 45395 h 164726"/>
                      <a:gd name="connsiteX26" fmla="*/ 78288 w 107693"/>
                      <a:gd name="connsiteY26" fmla="*/ 47168 h 164726"/>
                      <a:gd name="connsiteX27" fmla="*/ 97705 w 107693"/>
                      <a:gd name="connsiteY27" fmla="*/ 76028 h 164726"/>
                      <a:gd name="connsiteX28" fmla="*/ 97750 w 107693"/>
                      <a:gd name="connsiteY28" fmla="*/ 84982 h 164726"/>
                      <a:gd name="connsiteX29" fmla="*/ 76958 w 107693"/>
                      <a:gd name="connsiteY29" fmla="*/ 133702 h 164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07693" h="164726">
                        <a:moveTo>
                          <a:pt x="76958" y="133702"/>
                        </a:moveTo>
                        <a:cubicBezTo>
                          <a:pt x="75096" y="142391"/>
                          <a:pt x="75096" y="154050"/>
                          <a:pt x="73855" y="159591"/>
                        </a:cubicBezTo>
                        <a:cubicBezTo>
                          <a:pt x="76116" y="161099"/>
                          <a:pt x="78466" y="162650"/>
                          <a:pt x="80860" y="164379"/>
                        </a:cubicBezTo>
                        <a:cubicBezTo>
                          <a:pt x="82411" y="165488"/>
                          <a:pt x="83253" y="163847"/>
                          <a:pt x="83830" y="160788"/>
                        </a:cubicBezTo>
                        <a:cubicBezTo>
                          <a:pt x="80727" y="133791"/>
                          <a:pt x="94779" y="105685"/>
                          <a:pt x="103557" y="91233"/>
                        </a:cubicBezTo>
                        <a:cubicBezTo>
                          <a:pt x="104887" y="89194"/>
                          <a:pt x="106261" y="87199"/>
                          <a:pt x="107635" y="85204"/>
                        </a:cubicBezTo>
                        <a:cubicBezTo>
                          <a:pt x="107724" y="82766"/>
                          <a:pt x="107724" y="80328"/>
                          <a:pt x="107547" y="77978"/>
                        </a:cubicBezTo>
                        <a:cubicBezTo>
                          <a:pt x="105330" y="65654"/>
                          <a:pt x="95444" y="55325"/>
                          <a:pt x="88130" y="49119"/>
                        </a:cubicBezTo>
                        <a:lnTo>
                          <a:pt x="85869" y="47345"/>
                        </a:lnTo>
                        <a:cubicBezTo>
                          <a:pt x="78111" y="41848"/>
                          <a:pt x="69511" y="36617"/>
                          <a:pt x="60999" y="31519"/>
                        </a:cubicBezTo>
                        <a:lnTo>
                          <a:pt x="57497" y="29347"/>
                        </a:lnTo>
                        <a:cubicBezTo>
                          <a:pt x="53153" y="26909"/>
                          <a:pt x="48941" y="24338"/>
                          <a:pt x="44863" y="21589"/>
                        </a:cubicBezTo>
                        <a:lnTo>
                          <a:pt x="35553" y="15871"/>
                        </a:lnTo>
                        <a:lnTo>
                          <a:pt x="35199" y="15649"/>
                        </a:lnTo>
                        <a:lnTo>
                          <a:pt x="35110" y="15560"/>
                        </a:lnTo>
                        <a:cubicBezTo>
                          <a:pt x="30189" y="11659"/>
                          <a:pt x="25091" y="8157"/>
                          <a:pt x="19639" y="5541"/>
                        </a:cubicBezTo>
                        <a:cubicBezTo>
                          <a:pt x="14186" y="2926"/>
                          <a:pt x="8290" y="1241"/>
                          <a:pt x="2083" y="266"/>
                        </a:cubicBezTo>
                        <a:cubicBezTo>
                          <a:pt x="1418" y="177"/>
                          <a:pt x="709" y="89"/>
                          <a:pt x="0" y="0"/>
                        </a:cubicBezTo>
                        <a:cubicBezTo>
                          <a:pt x="3369" y="931"/>
                          <a:pt x="6650" y="2084"/>
                          <a:pt x="9797" y="3591"/>
                        </a:cubicBezTo>
                        <a:cubicBezTo>
                          <a:pt x="15294" y="6206"/>
                          <a:pt x="20392" y="9708"/>
                          <a:pt x="25268" y="13610"/>
                        </a:cubicBezTo>
                        <a:lnTo>
                          <a:pt x="25357" y="13698"/>
                        </a:lnTo>
                        <a:lnTo>
                          <a:pt x="25712" y="13920"/>
                        </a:lnTo>
                        <a:lnTo>
                          <a:pt x="35021" y="19639"/>
                        </a:lnTo>
                        <a:cubicBezTo>
                          <a:pt x="39100" y="22387"/>
                          <a:pt x="43311" y="24958"/>
                          <a:pt x="47656" y="27397"/>
                        </a:cubicBezTo>
                        <a:lnTo>
                          <a:pt x="51158" y="29569"/>
                        </a:lnTo>
                        <a:cubicBezTo>
                          <a:pt x="59625" y="34667"/>
                          <a:pt x="68225" y="39898"/>
                          <a:pt x="76027" y="45395"/>
                        </a:cubicBezTo>
                        <a:lnTo>
                          <a:pt x="78288" y="47168"/>
                        </a:lnTo>
                        <a:cubicBezTo>
                          <a:pt x="85603" y="53330"/>
                          <a:pt x="95489" y="63704"/>
                          <a:pt x="97705" y="76028"/>
                        </a:cubicBezTo>
                        <a:cubicBezTo>
                          <a:pt x="97927" y="78953"/>
                          <a:pt x="97927" y="81968"/>
                          <a:pt x="97750" y="84982"/>
                        </a:cubicBezTo>
                        <a:cubicBezTo>
                          <a:pt x="92031" y="95578"/>
                          <a:pt x="79219" y="123152"/>
                          <a:pt x="76958" y="133702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29" name="Forme libre : forme 27228">
                    <a:extLst>
                      <a:ext uri="{FF2B5EF4-FFF2-40B4-BE49-F238E27FC236}">
                        <a16:creationId xmlns:a16="http://schemas.microsoft.com/office/drawing/2014/main" id="{F2A2CFBF-8AEF-4411-87FA-F29ED7DD74A8}"/>
                      </a:ext>
                    </a:extLst>
                  </p:cNvPr>
                  <p:cNvSpPr/>
                  <p:nvPr/>
                </p:nvSpPr>
                <p:spPr>
                  <a:xfrm>
                    <a:off x="6909162" y="3218206"/>
                    <a:ext cx="870693" cy="1295084"/>
                  </a:xfrm>
                  <a:custGeom>
                    <a:avLst/>
                    <a:gdLst>
                      <a:gd name="connsiteX0" fmla="*/ 7315 w 870693"/>
                      <a:gd name="connsiteY0" fmla="*/ 1295085 h 1295084"/>
                      <a:gd name="connsiteX1" fmla="*/ 295554 w 870693"/>
                      <a:gd name="connsiteY1" fmla="*/ 1159210 h 1295084"/>
                      <a:gd name="connsiteX2" fmla="*/ 567569 w 870693"/>
                      <a:gd name="connsiteY2" fmla="*/ 931305 h 1295084"/>
                      <a:gd name="connsiteX3" fmla="*/ 718162 w 870693"/>
                      <a:gd name="connsiteY3" fmla="*/ 811035 h 1295084"/>
                      <a:gd name="connsiteX4" fmla="*/ 750124 w 870693"/>
                      <a:gd name="connsiteY4" fmla="*/ 773974 h 1295084"/>
                      <a:gd name="connsiteX5" fmla="*/ 785899 w 870693"/>
                      <a:gd name="connsiteY5" fmla="*/ 732480 h 1295084"/>
                      <a:gd name="connsiteX6" fmla="*/ 819192 w 870693"/>
                      <a:gd name="connsiteY6" fmla="*/ 592616 h 1295084"/>
                      <a:gd name="connsiteX7" fmla="*/ 817552 w 870693"/>
                      <a:gd name="connsiteY7" fmla="*/ 551832 h 1295084"/>
                      <a:gd name="connsiteX8" fmla="*/ 832269 w 870693"/>
                      <a:gd name="connsiteY8" fmla="*/ 363070 h 1295084"/>
                      <a:gd name="connsiteX9" fmla="*/ 842111 w 870693"/>
                      <a:gd name="connsiteY9" fmla="*/ 333457 h 1295084"/>
                      <a:gd name="connsiteX10" fmla="*/ 810902 w 870693"/>
                      <a:gd name="connsiteY10" fmla="*/ 37194 h 1295084"/>
                      <a:gd name="connsiteX11" fmla="*/ 756419 w 870693"/>
                      <a:gd name="connsiteY11" fmla="*/ 709 h 1295084"/>
                      <a:gd name="connsiteX12" fmla="*/ 751587 w 870693"/>
                      <a:gd name="connsiteY12" fmla="*/ 0 h 1295084"/>
                      <a:gd name="connsiteX13" fmla="*/ 801105 w 870693"/>
                      <a:gd name="connsiteY13" fmla="*/ 35199 h 1295084"/>
                      <a:gd name="connsiteX14" fmla="*/ 832314 w 870693"/>
                      <a:gd name="connsiteY14" fmla="*/ 331462 h 1295084"/>
                      <a:gd name="connsiteX15" fmla="*/ 822472 w 870693"/>
                      <a:gd name="connsiteY15" fmla="*/ 361076 h 1295084"/>
                      <a:gd name="connsiteX16" fmla="*/ 807755 w 870693"/>
                      <a:gd name="connsiteY16" fmla="*/ 549837 h 1295084"/>
                      <a:gd name="connsiteX17" fmla="*/ 809395 w 870693"/>
                      <a:gd name="connsiteY17" fmla="*/ 590621 h 1295084"/>
                      <a:gd name="connsiteX18" fmla="*/ 776102 w 870693"/>
                      <a:gd name="connsiteY18" fmla="*/ 730486 h 1295084"/>
                      <a:gd name="connsiteX19" fmla="*/ 740327 w 870693"/>
                      <a:gd name="connsiteY19" fmla="*/ 771979 h 1295084"/>
                      <a:gd name="connsiteX20" fmla="*/ 708364 w 870693"/>
                      <a:gd name="connsiteY20" fmla="*/ 809040 h 1295084"/>
                      <a:gd name="connsiteX21" fmla="*/ 557772 w 870693"/>
                      <a:gd name="connsiteY21" fmla="*/ 929310 h 1295084"/>
                      <a:gd name="connsiteX22" fmla="*/ 285757 w 870693"/>
                      <a:gd name="connsiteY22" fmla="*/ 1157215 h 1295084"/>
                      <a:gd name="connsiteX23" fmla="*/ 0 w 870693"/>
                      <a:gd name="connsiteY23" fmla="*/ 1292912 h 1295084"/>
                      <a:gd name="connsiteX24" fmla="*/ 7315 w 870693"/>
                      <a:gd name="connsiteY24" fmla="*/ 1295085 h 1295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870693" h="1295084">
                        <a:moveTo>
                          <a:pt x="7315" y="1295085"/>
                        </a:moveTo>
                        <a:cubicBezTo>
                          <a:pt x="188806" y="1284401"/>
                          <a:pt x="268734" y="1190685"/>
                          <a:pt x="295554" y="1159210"/>
                        </a:cubicBezTo>
                        <a:cubicBezTo>
                          <a:pt x="362760" y="1080346"/>
                          <a:pt x="471593" y="1001170"/>
                          <a:pt x="567569" y="931305"/>
                        </a:cubicBezTo>
                        <a:cubicBezTo>
                          <a:pt x="634509" y="882585"/>
                          <a:pt x="692361" y="840515"/>
                          <a:pt x="718162" y="811035"/>
                        </a:cubicBezTo>
                        <a:cubicBezTo>
                          <a:pt x="728535" y="799154"/>
                          <a:pt x="739174" y="786742"/>
                          <a:pt x="750124" y="773974"/>
                        </a:cubicBezTo>
                        <a:cubicBezTo>
                          <a:pt x="761739" y="760409"/>
                          <a:pt x="773664" y="746489"/>
                          <a:pt x="785899" y="732480"/>
                        </a:cubicBezTo>
                        <a:cubicBezTo>
                          <a:pt x="802080" y="702912"/>
                          <a:pt x="821408" y="654192"/>
                          <a:pt x="819192" y="592616"/>
                        </a:cubicBezTo>
                        <a:cubicBezTo>
                          <a:pt x="818660" y="577898"/>
                          <a:pt x="818083" y="564378"/>
                          <a:pt x="817552" y="551832"/>
                        </a:cubicBezTo>
                        <a:cubicBezTo>
                          <a:pt x="814227" y="473056"/>
                          <a:pt x="812365" y="429700"/>
                          <a:pt x="832269" y="363070"/>
                        </a:cubicBezTo>
                        <a:cubicBezTo>
                          <a:pt x="835195" y="353318"/>
                          <a:pt x="838565" y="343653"/>
                          <a:pt x="842111" y="333457"/>
                        </a:cubicBezTo>
                        <a:cubicBezTo>
                          <a:pt x="865119" y="267626"/>
                          <a:pt x="905549" y="201130"/>
                          <a:pt x="810902" y="37194"/>
                        </a:cubicBezTo>
                        <a:cubicBezTo>
                          <a:pt x="804164" y="27175"/>
                          <a:pt x="787451" y="7580"/>
                          <a:pt x="756419" y="709"/>
                        </a:cubicBezTo>
                        <a:cubicBezTo>
                          <a:pt x="754823" y="443"/>
                          <a:pt x="753183" y="222"/>
                          <a:pt x="751587" y="0"/>
                        </a:cubicBezTo>
                        <a:cubicBezTo>
                          <a:pt x="779427" y="7758"/>
                          <a:pt x="794721" y="25712"/>
                          <a:pt x="801105" y="35199"/>
                        </a:cubicBezTo>
                        <a:cubicBezTo>
                          <a:pt x="895751" y="199135"/>
                          <a:pt x="855366" y="265587"/>
                          <a:pt x="832314" y="331462"/>
                        </a:cubicBezTo>
                        <a:cubicBezTo>
                          <a:pt x="828767" y="341659"/>
                          <a:pt x="825354" y="351323"/>
                          <a:pt x="822472" y="361076"/>
                        </a:cubicBezTo>
                        <a:cubicBezTo>
                          <a:pt x="802568" y="427705"/>
                          <a:pt x="804385" y="471061"/>
                          <a:pt x="807755" y="549837"/>
                        </a:cubicBezTo>
                        <a:cubicBezTo>
                          <a:pt x="808287" y="562383"/>
                          <a:pt x="808863" y="575903"/>
                          <a:pt x="809395" y="590621"/>
                        </a:cubicBezTo>
                        <a:cubicBezTo>
                          <a:pt x="811656" y="652197"/>
                          <a:pt x="792283" y="700917"/>
                          <a:pt x="776102" y="730486"/>
                        </a:cubicBezTo>
                        <a:cubicBezTo>
                          <a:pt x="763822" y="744494"/>
                          <a:pt x="751897" y="758414"/>
                          <a:pt x="740327" y="771979"/>
                        </a:cubicBezTo>
                        <a:cubicBezTo>
                          <a:pt x="729422" y="784747"/>
                          <a:pt x="718782" y="797159"/>
                          <a:pt x="708364" y="809040"/>
                        </a:cubicBezTo>
                        <a:cubicBezTo>
                          <a:pt x="682564" y="838520"/>
                          <a:pt x="624756" y="880590"/>
                          <a:pt x="557772" y="929310"/>
                        </a:cubicBezTo>
                        <a:cubicBezTo>
                          <a:pt x="461751" y="999176"/>
                          <a:pt x="352919" y="1078351"/>
                          <a:pt x="285757" y="1157215"/>
                        </a:cubicBezTo>
                        <a:cubicBezTo>
                          <a:pt x="259070" y="1188557"/>
                          <a:pt x="179718" y="1281564"/>
                          <a:pt x="0" y="1292912"/>
                        </a:cubicBezTo>
                        <a:cubicBezTo>
                          <a:pt x="2394" y="1293711"/>
                          <a:pt x="4832" y="1294420"/>
                          <a:pt x="7315" y="1295085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30" name="Forme libre : forme 27229">
                    <a:extLst>
                      <a:ext uri="{FF2B5EF4-FFF2-40B4-BE49-F238E27FC236}">
                        <a16:creationId xmlns:a16="http://schemas.microsoft.com/office/drawing/2014/main" id="{D7D962F6-0FD9-49D6-B485-2DA7D90E6143}"/>
                      </a:ext>
                    </a:extLst>
                  </p:cNvPr>
                  <p:cNvSpPr/>
                  <p:nvPr/>
                </p:nvSpPr>
                <p:spPr>
                  <a:xfrm>
                    <a:off x="4714026" y="3705742"/>
                    <a:ext cx="70109" cy="117315"/>
                  </a:xfrm>
                  <a:custGeom>
                    <a:avLst/>
                    <a:gdLst>
                      <a:gd name="connsiteX0" fmla="*/ 0 w 70109"/>
                      <a:gd name="connsiteY0" fmla="*/ 109114 h 117315"/>
                      <a:gd name="connsiteX1" fmla="*/ 3281 w 70109"/>
                      <a:gd name="connsiteY1" fmla="*/ 117315 h 117315"/>
                      <a:gd name="connsiteX2" fmla="*/ 12679 w 70109"/>
                      <a:gd name="connsiteY2" fmla="*/ 100248 h 117315"/>
                      <a:gd name="connsiteX3" fmla="*/ 23052 w 70109"/>
                      <a:gd name="connsiteY3" fmla="*/ 89209 h 117315"/>
                      <a:gd name="connsiteX4" fmla="*/ 36041 w 70109"/>
                      <a:gd name="connsiteY4" fmla="*/ 71167 h 117315"/>
                      <a:gd name="connsiteX5" fmla="*/ 29702 w 70109"/>
                      <a:gd name="connsiteY5" fmla="*/ 75511 h 117315"/>
                      <a:gd name="connsiteX6" fmla="*/ 44597 w 70109"/>
                      <a:gd name="connsiteY6" fmla="*/ 56405 h 117315"/>
                      <a:gd name="connsiteX7" fmla="*/ 69245 w 70109"/>
                      <a:gd name="connsiteY7" fmla="*/ 20452 h 117315"/>
                      <a:gd name="connsiteX8" fmla="*/ 69289 w 70109"/>
                      <a:gd name="connsiteY8" fmla="*/ 20408 h 117315"/>
                      <a:gd name="connsiteX9" fmla="*/ 69201 w 70109"/>
                      <a:gd name="connsiteY9" fmla="*/ 19831 h 117315"/>
                      <a:gd name="connsiteX10" fmla="*/ 69068 w 70109"/>
                      <a:gd name="connsiteY10" fmla="*/ 18812 h 117315"/>
                      <a:gd name="connsiteX11" fmla="*/ 61310 w 70109"/>
                      <a:gd name="connsiteY11" fmla="*/ 17748 h 117315"/>
                      <a:gd name="connsiteX12" fmla="*/ 69777 w 70109"/>
                      <a:gd name="connsiteY12" fmla="*/ 6399 h 117315"/>
                      <a:gd name="connsiteX13" fmla="*/ 65344 w 70109"/>
                      <a:gd name="connsiteY13" fmla="*/ 1079 h 117315"/>
                      <a:gd name="connsiteX14" fmla="*/ 51468 w 70109"/>
                      <a:gd name="connsiteY14" fmla="*/ 15797 h 117315"/>
                      <a:gd name="connsiteX15" fmla="*/ 62684 w 70109"/>
                      <a:gd name="connsiteY15" fmla="*/ 21915 h 117315"/>
                      <a:gd name="connsiteX16" fmla="*/ 62684 w 70109"/>
                      <a:gd name="connsiteY16" fmla="*/ 22314 h 117315"/>
                      <a:gd name="connsiteX17" fmla="*/ 39366 w 70109"/>
                      <a:gd name="connsiteY17" fmla="*/ 52237 h 117315"/>
                      <a:gd name="connsiteX18" fmla="*/ 6384 w 70109"/>
                      <a:gd name="connsiteY18" fmla="*/ 97677 h 117315"/>
                      <a:gd name="connsiteX19" fmla="*/ 5320 w 70109"/>
                      <a:gd name="connsiteY19" fmla="*/ 99361 h 117315"/>
                      <a:gd name="connsiteX20" fmla="*/ 5364 w 70109"/>
                      <a:gd name="connsiteY20" fmla="*/ 99405 h 117315"/>
                      <a:gd name="connsiteX21" fmla="*/ 0 w 70109"/>
                      <a:gd name="connsiteY21" fmla="*/ 109114 h 117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70109" h="117315">
                        <a:moveTo>
                          <a:pt x="0" y="109114"/>
                        </a:moveTo>
                        <a:cubicBezTo>
                          <a:pt x="1286" y="111818"/>
                          <a:pt x="2394" y="114522"/>
                          <a:pt x="3281" y="117315"/>
                        </a:cubicBezTo>
                        <a:cubicBezTo>
                          <a:pt x="6029" y="111596"/>
                          <a:pt x="9177" y="105878"/>
                          <a:pt x="12679" y="100248"/>
                        </a:cubicBezTo>
                        <a:cubicBezTo>
                          <a:pt x="14984" y="96879"/>
                          <a:pt x="18486" y="93155"/>
                          <a:pt x="23052" y="89209"/>
                        </a:cubicBezTo>
                        <a:cubicBezTo>
                          <a:pt x="27175" y="83136"/>
                          <a:pt x="31519" y="77107"/>
                          <a:pt x="36041" y="71167"/>
                        </a:cubicBezTo>
                        <a:cubicBezTo>
                          <a:pt x="33913" y="72585"/>
                          <a:pt x="31830" y="74004"/>
                          <a:pt x="29702" y="75511"/>
                        </a:cubicBezTo>
                        <a:cubicBezTo>
                          <a:pt x="34534" y="69083"/>
                          <a:pt x="39543" y="62699"/>
                          <a:pt x="44597" y="56405"/>
                        </a:cubicBezTo>
                        <a:cubicBezTo>
                          <a:pt x="59980" y="37254"/>
                          <a:pt x="69910" y="31180"/>
                          <a:pt x="69245" y="20452"/>
                        </a:cubicBezTo>
                        <a:cubicBezTo>
                          <a:pt x="69245" y="20452"/>
                          <a:pt x="69289" y="20408"/>
                          <a:pt x="69289" y="20408"/>
                        </a:cubicBezTo>
                        <a:cubicBezTo>
                          <a:pt x="69289" y="20408"/>
                          <a:pt x="69245" y="20186"/>
                          <a:pt x="69201" y="19831"/>
                        </a:cubicBezTo>
                        <a:cubicBezTo>
                          <a:pt x="69156" y="19477"/>
                          <a:pt x="69112" y="19166"/>
                          <a:pt x="69068" y="18812"/>
                        </a:cubicBezTo>
                        <a:cubicBezTo>
                          <a:pt x="66452" y="18058"/>
                          <a:pt x="62994" y="18590"/>
                          <a:pt x="61310" y="17748"/>
                        </a:cubicBezTo>
                        <a:cubicBezTo>
                          <a:pt x="56433" y="15310"/>
                          <a:pt x="63039" y="10566"/>
                          <a:pt x="69777" y="6399"/>
                        </a:cubicBezTo>
                        <a:cubicBezTo>
                          <a:pt x="70486" y="2409"/>
                          <a:pt x="70486" y="-2112"/>
                          <a:pt x="65344" y="1079"/>
                        </a:cubicBezTo>
                        <a:cubicBezTo>
                          <a:pt x="57852" y="5778"/>
                          <a:pt x="45262" y="12650"/>
                          <a:pt x="51468" y="15797"/>
                        </a:cubicBezTo>
                        <a:cubicBezTo>
                          <a:pt x="54438" y="17260"/>
                          <a:pt x="62728" y="14379"/>
                          <a:pt x="62684" y="21915"/>
                        </a:cubicBezTo>
                        <a:cubicBezTo>
                          <a:pt x="62684" y="22048"/>
                          <a:pt x="62684" y="22181"/>
                          <a:pt x="62684" y="22314"/>
                        </a:cubicBezTo>
                        <a:cubicBezTo>
                          <a:pt x="62861" y="31491"/>
                          <a:pt x="52842" y="35436"/>
                          <a:pt x="39366" y="52237"/>
                        </a:cubicBezTo>
                        <a:cubicBezTo>
                          <a:pt x="27530" y="66955"/>
                          <a:pt x="15826" y="82116"/>
                          <a:pt x="6384" y="97677"/>
                        </a:cubicBezTo>
                        <a:cubicBezTo>
                          <a:pt x="6029" y="98253"/>
                          <a:pt x="5630" y="98785"/>
                          <a:pt x="5320" y="99361"/>
                        </a:cubicBezTo>
                        <a:lnTo>
                          <a:pt x="5364" y="99405"/>
                        </a:lnTo>
                        <a:cubicBezTo>
                          <a:pt x="3502" y="102642"/>
                          <a:pt x="1729" y="105878"/>
                          <a:pt x="0" y="109114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31" name="Forme libre : forme 27230">
                    <a:extLst>
                      <a:ext uri="{FF2B5EF4-FFF2-40B4-BE49-F238E27FC236}">
                        <a16:creationId xmlns:a16="http://schemas.microsoft.com/office/drawing/2014/main" id="{157A7960-2798-48CD-8153-546A7D536D00}"/>
                      </a:ext>
                    </a:extLst>
                  </p:cNvPr>
                  <p:cNvSpPr/>
                  <p:nvPr/>
                </p:nvSpPr>
                <p:spPr>
                  <a:xfrm>
                    <a:off x="4754678" y="3641633"/>
                    <a:ext cx="77251" cy="140152"/>
                  </a:xfrm>
                  <a:custGeom>
                    <a:avLst/>
                    <a:gdLst>
                      <a:gd name="connsiteX0" fmla="*/ 20836 w 77251"/>
                      <a:gd name="connsiteY0" fmla="*/ 120115 h 140152"/>
                      <a:gd name="connsiteX1" fmla="*/ 11615 w 77251"/>
                      <a:gd name="connsiteY1" fmla="*/ 125213 h 140152"/>
                      <a:gd name="connsiteX2" fmla="*/ 0 w 77251"/>
                      <a:gd name="connsiteY2" fmla="*/ 140152 h 140152"/>
                      <a:gd name="connsiteX3" fmla="*/ 16801 w 77251"/>
                      <a:gd name="connsiteY3" fmla="*/ 129912 h 140152"/>
                      <a:gd name="connsiteX4" fmla="*/ 29923 w 77251"/>
                      <a:gd name="connsiteY4" fmla="*/ 122464 h 140152"/>
                      <a:gd name="connsiteX5" fmla="*/ 71284 w 77251"/>
                      <a:gd name="connsiteY5" fmla="*/ 69356 h 140152"/>
                      <a:gd name="connsiteX6" fmla="*/ 72126 w 77251"/>
                      <a:gd name="connsiteY6" fmla="*/ 20902 h 140152"/>
                      <a:gd name="connsiteX7" fmla="*/ 72259 w 77251"/>
                      <a:gd name="connsiteY7" fmla="*/ 19616 h 140152"/>
                      <a:gd name="connsiteX8" fmla="*/ 68181 w 77251"/>
                      <a:gd name="connsiteY8" fmla="*/ 16558 h 140152"/>
                      <a:gd name="connsiteX9" fmla="*/ 77003 w 77251"/>
                      <a:gd name="connsiteY9" fmla="*/ 5785 h 140152"/>
                      <a:gd name="connsiteX10" fmla="*/ 69866 w 77251"/>
                      <a:gd name="connsiteY10" fmla="*/ 2061 h 140152"/>
                      <a:gd name="connsiteX11" fmla="*/ 58384 w 77251"/>
                      <a:gd name="connsiteY11" fmla="*/ 14607 h 140152"/>
                      <a:gd name="connsiteX12" fmla="*/ 65521 w 77251"/>
                      <a:gd name="connsiteY12" fmla="*/ 24227 h 140152"/>
                      <a:gd name="connsiteX13" fmla="*/ 64856 w 77251"/>
                      <a:gd name="connsiteY13" fmla="*/ 67671 h 140152"/>
                      <a:gd name="connsiteX14" fmla="*/ 20836 w 77251"/>
                      <a:gd name="connsiteY14" fmla="*/ 120115 h 140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7251" h="140152">
                        <a:moveTo>
                          <a:pt x="20836" y="120115"/>
                        </a:moveTo>
                        <a:cubicBezTo>
                          <a:pt x="18309" y="121445"/>
                          <a:pt x="15161" y="123218"/>
                          <a:pt x="11615" y="125213"/>
                        </a:cubicBezTo>
                        <a:cubicBezTo>
                          <a:pt x="7669" y="130133"/>
                          <a:pt x="3768" y="135099"/>
                          <a:pt x="0" y="140152"/>
                        </a:cubicBezTo>
                        <a:cubicBezTo>
                          <a:pt x="5098" y="136783"/>
                          <a:pt x="10728" y="133370"/>
                          <a:pt x="16801" y="129912"/>
                        </a:cubicBezTo>
                        <a:cubicBezTo>
                          <a:pt x="21855" y="126897"/>
                          <a:pt x="26421" y="124326"/>
                          <a:pt x="29923" y="122464"/>
                        </a:cubicBezTo>
                        <a:cubicBezTo>
                          <a:pt x="50050" y="109741"/>
                          <a:pt x="66009" y="89526"/>
                          <a:pt x="71284" y="69356"/>
                        </a:cubicBezTo>
                        <a:cubicBezTo>
                          <a:pt x="75584" y="52953"/>
                          <a:pt x="72481" y="35886"/>
                          <a:pt x="72126" y="20902"/>
                        </a:cubicBezTo>
                        <a:cubicBezTo>
                          <a:pt x="72171" y="20503"/>
                          <a:pt x="72215" y="20060"/>
                          <a:pt x="72259" y="19616"/>
                        </a:cubicBezTo>
                        <a:cubicBezTo>
                          <a:pt x="70930" y="18863"/>
                          <a:pt x="69422" y="18508"/>
                          <a:pt x="68181" y="16558"/>
                        </a:cubicBezTo>
                        <a:cubicBezTo>
                          <a:pt x="65521" y="12390"/>
                          <a:pt x="69112" y="10839"/>
                          <a:pt x="77003" y="5785"/>
                        </a:cubicBezTo>
                        <a:cubicBezTo>
                          <a:pt x="77890" y="1219"/>
                          <a:pt x="76604" y="-2461"/>
                          <a:pt x="69866" y="2061"/>
                        </a:cubicBezTo>
                        <a:cubicBezTo>
                          <a:pt x="60113" y="8622"/>
                          <a:pt x="55414" y="9996"/>
                          <a:pt x="58384" y="14607"/>
                        </a:cubicBezTo>
                        <a:cubicBezTo>
                          <a:pt x="60999" y="18685"/>
                          <a:pt x="64723" y="15715"/>
                          <a:pt x="65521" y="24227"/>
                        </a:cubicBezTo>
                        <a:cubicBezTo>
                          <a:pt x="65787" y="39698"/>
                          <a:pt x="68624" y="53263"/>
                          <a:pt x="64856" y="67671"/>
                        </a:cubicBezTo>
                        <a:cubicBezTo>
                          <a:pt x="59492" y="88108"/>
                          <a:pt x="42203" y="108722"/>
                          <a:pt x="20836" y="120115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32" name="Forme libre : forme 27231">
                    <a:extLst>
                      <a:ext uri="{FF2B5EF4-FFF2-40B4-BE49-F238E27FC236}">
                        <a16:creationId xmlns:a16="http://schemas.microsoft.com/office/drawing/2014/main" id="{C2D90DC0-43FB-46BF-B04F-479B37AE2728}"/>
                      </a:ext>
                    </a:extLst>
                  </p:cNvPr>
                  <p:cNvSpPr/>
                  <p:nvPr/>
                </p:nvSpPr>
                <p:spPr>
                  <a:xfrm>
                    <a:off x="4656174" y="3755280"/>
                    <a:ext cx="54342" cy="134311"/>
                  </a:xfrm>
                  <a:custGeom>
                    <a:avLst/>
                    <a:gdLst>
                      <a:gd name="connsiteX0" fmla="*/ 133 w 54342"/>
                      <a:gd name="connsiteY0" fmla="*/ 4429 h 134311"/>
                      <a:gd name="connsiteX1" fmla="*/ 1640 w 54342"/>
                      <a:gd name="connsiteY1" fmla="*/ 6690 h 134311"/>
                      <a:gd name="connsiteX2" fmla="*/ 10684 w 54342"/>
                      <a:gd name="connsiteY2" fmla="*/ 16974 h 134311"/>
                      <a:gd name="connsiteX3" fmla="*/ 25357 w 54342"/>
                      <a:gd name="connsiteY3" fmla="*/ 37012 h 134311"/>
                      <a:gd name="connsiteX4" fmla="*/ 47212 w 54342"/>
                      <a:gd name="connsiteY4" fmla="*/ 85111 h 134311"/>
                      <a:gd name="connsiteX5" fmla="*/ 47257 w 54342"/>
                      <a:gd name="connsiteY5" fmla="*/ 85111 h 134311"/>
                      <a:gd name="connsiteX6" fmla="*/ 44730 w 54342"/>
                      <a:gd name="connsiteY6" fmla="*/ 95795 h 134311"/>
                      <a:gd name="connsiteX7" fmla="*/ 42159 w 54342"/>
                      <a:gd name="connsiteY7" fmla="*/ 116276 h 134311"/>
                      <a:gd name="connsiteX8" fmla="*/ 42558 w 54342"/>
                      <a:gd name="connsiteY8" fmla="*/ 134097 h 134311"/>
                      <a:gd name="connsiteX9" fmla="*/ 47212 w 54342"/>
                      <a:gd name="connsiteY9" fmla="*/ 121019 h 134311"/>
                      <a:gd name="connsiteX10" fmla="*/ 50404 w 54342"/>
                      <a:gd name="connsiteY10" fmla="*/ 85377 h 134311"/>
                      <a:gd name="connsiteX11" fmla="*/ 51646 w 54342"/>
                      <a:gd name="connsiteY11" fmla="*/ 77531 h 134311"/>
                      <a:gd name="connsiteX12" fmla="*/ 54084 w 54342"/>
                      <a:gd name="connsiteY12" fmla="*/ 67423 h 134311"/>
                      <a:gd name="connsiteX13" fmla="*/ 52665 w 54342"/>
                      <a:gd name="connsiteY13" fmla="*/ 70393 h 134311"/>
                      <a:gd name="connsiteX14" fmla="*/ 40829 w 54342"/>
                      <a:gd name="connsiteY14" fmla="*/ 45125 h 134311"/>
                      <a:gd name="connsiteX15" fmla="*/ 35154 w 54342"/>
                      <a:gd name="connsiteY15" fmla="*/ 38963 h 134311"/>
                      <a:gd name="connsiteX16" fmla="*/ 25313 w 54342"/>
                      <a:gd name="connsiteY16" fmla="*/ 27215 h 134311"/>
                      <a:gd name="connsiteX17" fmla="*/ 16181 w 54342"/>
                      <a:gd name="connsiteY17" fmla="*/ 13162 h 134311"/>
                      <a:gd name="connsiteX18" fmla="*/ 16136 w 54342"/>
                      <a:gd name="connsiteY18" fmla="*/ 13073 h 134311"/>
                      <a:gd name="connsiteX19" fmla="*/ 11393 w 54342"/>
                      <a:gd name="connsiteY19" fmla="*/ 8640 h 134311"/>
                      <a:gd name="connsiteX20" fmla="*/ 17688 w 54342"/>
                      <a:gd name="connsiteY20" fmla="*/ 1991 h 134311"/>
                      <a:gd name="connsiteX21" fmla="*/ 13299 w 54342"/>
                      <a:gd name="connsiteY21" fmla="*/ 528 h 134311"/>
                      <a:gd name="connsiteX22" fmla="*/ 0 w 54342"/>
                      <a:gd name="connsiteY22" fmla="*/ 2124 h 134311"/>
                      <a:gd name="connsiteX23" fmla="*/ 133 w 54342"/>
                      <a:gd name="connsiteY23" fmla="*/ 4429 h 13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54342" h="134311">
                        <a:moveTo>
                          <a:pt x="133" y="4429"/>
                        </a:moveTo>
                        <a:cubicBezTo>
                          <a:pt x="399" y="5094"/>
                          <a:pt x="887" y="5847"/>
                          <a:pt x="1640" y="6690"/>
                        </a:cubicBezTo>
                        <a:cubicBezTo>
                          <a:pt x="4256" y="9793"/>
                          <a:pt x="6561" y="9926"/>
                          <a:pt x="10684" y="16974"/>
                        </a:cubicBezTo>
                        <a:cubicBezTo>
                          <a:pt x="13255" y="22250"/>
                          <a:pt x="17821" y="29653"/>
                          <a:pt x="25357" y="37012"/>
                        </a:cubicBezTo>
                        <a:cubicBezTo>
                          <a:pt x="37637" y="48937"/>
                          <a:pt x="49119" y="68399"/>
                          <a:pt x="47212" y="85111"/>
                        </a:cubicBezTo>
                        <a:lnTo>
                          <a:pt x="47257" y="85111"/>
                        </a:lnTo>
                        <a:cubicBezTo>
                          <a:pt x="46237" y="88658"/>
                          <a:pt x="45351" y="92204"/>
                          <a:pt x="44730" y="95795"/>
                        </a:cubicBezTo>
                        <a:cubicBezTo>
                          <a:pt x="43311" y="102400"/>
                          <a:pt x="42602" y="109937"/>
                          <a:pt x="42159" y="116276"/>
                        </a:cubicBezTo>
                        <a:cubicBezTo>
                          <a:pt x="42292" y="121019"/>
                          <a:pt x="40474" y="128644"/>
                          <a:pt x="42558" y="134097"/>
                        </a:cubicBezTo>
                        <a:cubicBezTo>
                          <a:pt x="43134" y="135649"/>
                          <a:pt x="46725" y="128555"/>
                          <a:pt x="47212" y="121019"/>
                        </a:cubicBezTo>
                        <a:cubicBezTo>
                          <a:pt x="47079" y="102711"/>
                          <a:pt x="49340" y="91140"/>
                          <a:pt x="50404" y="85377"/>
                        </a:cubicBezTo>
                        <a:cubicBezTo>
                          <a:pt x="51114" y="83072"/>
                          <a:pt x="50759" y="79791"/>
                          <a:pt x="51646" y="77531"/>
                        </a:cubicBezTo>
                        <a:cubicBezTo>
                          <a:pt x="51158" y="74073"/>
                          <a:pt x="55414" y="70881"/>
                          <a:pt x="54084" y="67423"/>
                        </a:cubicBezTo>
                        <a:cubicBezTo>
                          <a:pt x="53640" y="68443"/>
                          <a:pt x="53108" y="69418"/>
                          <a:pt x="52665" y="70393"/>
                        </a:cubicBezTo>
                        <a:cubicBezTo>
                          <a:pt x="50537" y="61571"/>
                          <a:pt x="46193" y="52794"/>
                          <a:pt x="40829" y="45125"/>
                        </a:cubicBezTo>
                        <a:cubicBezTo>
                          <a:pt x="39011" y="42908"/>
                          <a:pt x="37105" y="40869"/>
                          <a:pt x="35154" y="38963"/>
                        </a:cubicBezTo>
                        <a:cubicBezTo>
                          <a:pt x="31032" y="34928"/>
                          <a:pt x="27840" y="30939"/>
                          <a:pt x="25313" y="27215"/>
                        </a:cubicBezTo>
                        <a:cubicBezTo>
                          <a:pt x="20791" y="21851"/>
                          <a:pt x="17910" y="16753"/>
                          <a:pt x="16181" y="13162"/>
                        </a:cubicBezTo>
                        <a:cubicBezTo>
                          <a:pt x="16181" y="13118"/>
                          <a:pt x="16181" y="13118"/>
                          <a:pt x="16136" y="13073"/>
                        </a:cubicBezTo>
                        <a:cubicBezTo>
                          <a:pt x="14363" y="11300"/>
                          <a:pt x="12945" y="10458"/>
                          <a:pt x="11393" y="8640"/>
                        </a:cubicBezTo>
                        <a:cubicBezTo>
                          <a:pt x="6960" y="3365"/>
                          <a:pt x="11437" y="1813"/>
                          <a:pt x="17688" y="1991"/>
                        </a:cubicBezTo>
                        <a:cubicBezTo>
                          <a:pt x="16846" y="1370"/>
                          <a:pt x="15471" y="882"/>
                          <a:pt x="13299" y="528"/>
                        </a:cubicBezTo>
                        <a:cubicBezTo>
                          <a:pt x="7315" y="-359"/>
                          <a:pt x="1197" y="-314"/>
                          <a:pt x="0" y="2124"/>
                        </a:cubicBezTo>
                        <a:cubicBezTo>
                          <a:pt x="355" y="2966"/>
                          <a:pt x="399" y="3720"/>
                          <a:pt x="133" y="4429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33" name="Forme libre : forme 27232">
                    <a:extLst>
                      <a:ext uri="{FF2B5EF4-FFF2-40B4-BE49-F238E27FC236}">
                        <a16:creationId xmlns:a16="http://schemas.microsoft.com/office/drawing/2014/main" id="{6BB9C9B6-DBDC-49B5-B069-E13EEA722F0D}"/>
                      </a:ext>
                    </a:extLst>
                  </p:cNvPr>
                  <p:cNvSpPr/>
                  <p:nvPr/>
                </p:nvSpPr>
                <p:spPr>
                  <a:xfrm>
                    <a:off x="4704362" y="4461955"/>
                    <a:ext cx="79485" cy="11880"/>
                  </a:xfrm>
                  <a:custGeom>
                    <a:avLst/>
                    <a:gdLst>
                      <a:gd name="connsiteX0" fmla="*/ 0 w 79485"/>
                      <a:gd name="connsiteY0" fmla="*/ 0 h 11880"/>
                      <a:gd name="connsiteX1" fmla="*/ 1862 w 79485"/>
                      <a:gd name="connsiteY1" fmla="*/ 1153 h 11880"/>
                      <a:gd name="connsiteX2" fmla="*/ 79485 w 79485"/>
                      <a:gd name="connsiteY2" fmla="*/ 11881 h 11880"/>
                      <a:gd name="connsiteX3" fmla="*/ 0 w 79485"/>
                      <a:gd name="connsiteY3" fmla="*/ 0 h 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485" h="11880">
                        <a:moveTo>
                          <a:pt x="0" y="0"/>
                        </a:moveTo>
                        <a:cubicBezTo>
                          <a:pt x="621" y="355"/>
                          <a:pt x="1241" y="754"/>
                          <a:pt x="1862" y="1153"/>
                        </a:cubicBezTo>
                        <a:cubicBezTo>
                          <a:pt x="29657" y="3857"/>
                          <a:pt x="55813" y="7403"/>
                          <a:pt x="79485" y="11881"/>
                        </a:cubicBezTo>
                        <a:cubicBezTo>
                          <a:pt x="55591" y="6871"/>
                          <a:pt x="28726" y="2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34" name="Forme libre : forme 27233">
                    <a:extLst>
                      <a:ext uri="{FF2B5EF4-FFF2-40B4-BE49-F238E27FC236}">
                        <a16:creationId xmlns:a16="http://schemas.microsoft.com/office/drawing/2014/main" id="{DCE847C3-50CF-4489-AEEB-6F88F0712F31}"/>
                      </a:ext>
                    </a:extLst>
                  </p:cNvPr>
                  <p:cNvSpPr/>
                  <p:nvPr/>
                </p:nvSpPr>
                <p:spPr>
                  <a:xfrm>
                    <a:off x="7380223" y="3112920"/>
                    <a:ext cx="54482" cy="53664"/>
                  </a:xfrm>
                  <a:custGeom>
                    <a:avLst/>
                    <a:gdLst>
                      <a:gd name="connsiteX0" fmla="*/ 11083 w 54482"/>
                      <a:gd name="connsiteY0" fmla="*/ 53020 h 53664"/>
                      <a:gd name="connsiteX1" fmla="*/ 54483 w 54482"/>
                      <a:gd name="connsiteY1" fmla="*/ 49119 h 53664"/>
                      <a:gd name="connsiteX2" fmla="*/ 48409 w 54482"/>
                      <a:gd name="connsiteY2" fmla="*/ 45306 h 53664"/>
                      <a:gd name="connsiteX3" fmla="*/ 47124 w 54482"/>
                      <a:gd name="connsiteY3" fmla="*/ 44021 h 53664"/>
                      <a:gd name="connsiteX4" fmla="*/ 40696 w 54482"/>
                      <a:gd name="connsiteY4" fmla="*/ 40785 h 53664"/>
                      <a:gd name="connsiteX5" fmla="*/ 36706 w 54482"/>
                      <a:gd name="connsiteY5" fmla="*/ 35376 h 53664"/>
                      <a:gd name="connsiteX6" fmla="*/ 35332 w 54482"/>
                      <a:gd name="connsiteY6" fmla="*/ 28062 h 53664"/>
                      <a:gd name="connsiteX7" fmla="*/ 32273 w 54482"/>
                      <a:gd name="connsiteY7" fmla="*/ 12812 h 53664"/>
                      <a:gd name="connsiteX8" fmla="*/ 23717 w 54482"/>
                      <a:gd name="connsiteY8" fmla="*/ 0 h 53664"/>
                      <a:gd name="connsiteX9" fmla="*/ 31209 w 54482"/>
                      <a:gd name="connsiteY9" fmla="*/ 13166 h 53664"/>
                      <a:gd name="connsiteX10" fmla="*/ 33115 w 54482"/>
                      <a:gd name="connsiteY10" fmla="*/ 28283 h 53664"/>
                      <a:gd name="connsiteX11" fmla="*/ 34046 w 54482"/>
                      <a:gd name="connsiteY11" fmla="*/ 36174 h 53664"/>
                      <a:gd name="connsiteX12" fmla="*/ 38568 w 54482"/>
                      <a:gd name="connsiteY12" fmla="*/ 43356 h 53664"/>
                      <a:gd name="connsiteX13" fmla="*/ 44641 w 54482"/>
                      <a:gd name="connsiteY13" fmla="*/ 47168 h 53664"/>
                      <a:gd name="connsiteX14" fmla="*/ 1241 w 54482"/>
                      <a:gd name="connsiteY14" fmla="*/ 51069 h 53664"/>
                      <a:gd name="connsiteX15" fmla="*/ 0 w 54482"/>
                      <a:gd name="connsiteY15" fmla="*/ 50847 h 53664"/>
                      <a:gd name="connsiteX16" fmla="*/ 11083 w 54482"/>
                      <a:gd name="connsiteY16" fmla="*/ 53020 h 53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4482" h="53664">
                        <a:moveTo>
                          <a:pt x="11083" y="53020"/>
                        </a:moveTo>
                        <a:cubicBezTo>
                          <a:pt x="25224" y="55015"/>
                          <a:pt x="39721" y="52000"/>
                          <a:pt x="54483" y="49119"/>
                        </a:cubicBezTo>
                        <a:cubicBezTo>
                          <a:pt x="52355" y="48143"/>
                          <a:pt x="50271" y="46902"/>
                          <a:pt x="48409" y="45306"/>
                        </a:cubicBezTo>
                        <a:cubicBezTo>
                          <a:pt x="47966" y="44907"/>
                          <a:pt x="47567" y="44464"/>
                          <a:pt x="47124" y="44021"/>
                        </a:cubicBezTo>
                        <a:cubicBezTo>
                          <a:pt x="44774" y="43267"/>
                          <a:pt x="42602" y="42203"/>
                          <a:pt x="40696" y="40785"/>
                        </a:cubicBezTo>
                        <a:cubicBezTo>
                          <a:pt x="38878" y="39366"/>
                          <a:pt x="37415" y="37548"/>
                          <a:pt x="36706" y="35376"/>
                        </a:cubicBezTo>
                        <a:cubicBezTo>
                          <a:pt x="36085" y="33159"/>
                          <a:pt x="35642" y="30544"/>
                          <a:pt x="35332" y="28062"/>
                        </a:cubicBezTo>
                        <a:cubicBezTo>
                          <a:pt x="34667" y="23008"/>
                          <a:pt x="34091" y="17732"/>
                          <a:pt x="32273" y="12812"/>
                        </a:cubicBezTo>
                        <a:cubicBezTo>
                          <a:pt x="30500" y="7891"/>
                          <a:pt x="27397" y="3546"/>
                          <a:pt x="23717" y="0"/>
                        </a:cubicBezTo>
                        <a:cubicBezTo>
                          <a:pt x="27131" y="3812"/>
                          <a:pt x="29835" y="8290"/>
                          <a:pt x="31209" y="13166"/>
                        </a:cubicBezTo>
                        <a:cubicBezTo>
                          <a:pt x="32628" y="18043"/>
                          <a:pt x="32805" y="23141"/>
                          <a:pt x="33115" y="28283"/>
                        </a:cubicBezTo>
                        <a:cubicBezTo>
                          <a:pt x="33293" y="30899"/>
                          <a:pt x="33470" y="33425"/>
                          <a:pt x="34046" y="36174"/>
                        </a:cubicBezTo>
                        <a:cubicBezTo>
                          <a:pt x="34756" y="38967"/>
                          <a:pt x="36440" y="41494"/>
                          <a:pt x="38568" y="43356"/>
                        </a:cubicBezTo>
                        <a:cubicBezTo>
                          <a:pt x="40430" y="44952"/>
                          <a:pt x="42514" y="46193"/>
                          <a:pt x="44641" y="47168"/>
                        </a:cubicBezTo>
                        <a:cubicBezTo>
                          <a:pt x="29879" y="50050"/>
                          <a:pt x="15427" y="53064"/>
                          <a:pt x="1241" y="51069"/>
                        </a:cubicBezTo>
                        <a:cubicBezTo>
                          <a:pt x="842" y="51025"/>
                          <a:pt x="399" y="50936"/>
                          <a:pt x="0" y="50847"/>
                        </a:cubicBezTo>
                        <a:cubicBezTo>
                          <a:pt x="3635" y="51823"/>
                          <a:pt x="7359" y="52532"/>
                          <a:pt x="11083" y="53020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35" name="Forme libre : forme 27234">
                    <a:extLst>
                      <a:ext uri="{FF2B5EF4-FFF2-40B4-BE49-F238E27FC236}">
                        <a16:creationId xmlns:a16="http://schemas.microsoft.com/office/drawing/2014/main" id="{6CD973A0-1CAD-411E-B17D-3912BFBB8E25}"/>
                      </a:ext>
                    </a:extLst>
                  </p:cNvPr>
                  <p:cNvSpPr/>
                  <p:nvPr/>
                </p:nvSpPr>
                <p:spPr>
                  <a:xfrm>
                    <a:off x="4214815" y="4453798"/>
                    <a:ext cx="204587" cy="11394"/>
                  </a:xfrm>
                  <a:custGeom>
                    <a:avLst/>
                    <a:gdLst>
                      <a:gd name="connsiteX0" fmla="*/ 0 w 204587"/>
                      <a:gd name="connsiteY0" fmla="*/ 9221 h 11394"/>
                      <a:gd name="connsiteX1" fmla="*/ 12058 w 204587"/>
                      <a:gd name="connsiteY1" fmla="*/ 11171 h 11394"/>
                      <a:gd name="connsiteX2" fmla="*/ 165620 w 204587"/>
                      <a:gd name="connsiteY2" fmla="*/ 3280 h 11394"/>
                      <a:gd name="connsiteX3" fmla="*/ 204587 w 204587"/>
                      <a:gd name="connsiteY3" fmla="*/ 0 h 11394"/>
                      <a:gd name="connsiteX4" fmla="*/ 0 w 204587"/>
                      <a:gd name="connsiteY4" fmla="*/ 9221 h 11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4587" h="11394">
                        <a:moveTo>
                          <a:pt x="0" y="9221"/>
                        </a:moveTo>
                        <a:cubicBezTo>
                          <a:pt x="0" y="12369"/>
                          <a:pt x="12058" y="11171"/>
                          <a:pt x="12058" y="11171"/>
                        </a:cubicBezTo>
                        <a:cubicBezTo>
                          <a:pt x="18708" y="10684"/>
                          <a:pt x="81081" y="6073"/>
                          <a:pt x="165620" y="3280"/>
                        </a:cubicBezTo>
                        <a:cubicBezTo>
                          <a:pt x="178432" y="665"/>
                          <a:pt x="191864" y="1596"/>
                          <a:pt x="204587" y="0"/>
                        </a:cubicBezTo>
                        <a:cubicBezTo>
                          <a:pt x="96154" y="2305"/>
                          <a:pt x="7847" y="8645"/>
                          <a:pt x="0" y="9221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36" name="Forme libre : forme 27235">
                    <a:extLst>
                      <a:ext uri="{FF2B5EF4-FFF2-40B4-BE49-F238E27FC236}">
                        <a16:creationId xmlns:a16="http://schemas.microsoft.com/office/drawing/2014/main" id="{87AF6B00-410A-4717-86D8-E43C40AE8201}"/>
                      </a:ext>
                    </a:extLst>
                  </p:cNvPr>
                  <p:cNvSpPr/>
                  <p:nvPr/>
                </p:nvSpPr>
                <p:spPr>
                  <a:xfrm>
                    <a:off x="4518571" y="3647918"/>
                    <a:ext cx="186222" cy="812219"/>
                  </a:xfrm>
                  <a:custGeom>
                    <a:avLst/>
                    <a:gdLst>
                      <a:gd name="connsiteX0" fmla="*/ 144563 w 186222"/>
                      <a:gd name="connsiteY0" fmla="*/ 473708 h 812219"/>
                      <a:gd name="connsiteX1" fmla="*/ 182466 w 186222"/>
                      <a:gd name="connsiteY1" fmla="*/ 370151 h 812219"/>
                      <a:gd name="connsiteX2" fmla="*/ 182378 w 186222"/>
                      <a:gd name="connsiteY2" fmla="*/ 269209 h 812219"/>
                      <a:gd name="connsiteX3" fmla="*/ 173024 w 186222"/>
                      <a:gd name="connsiteY3" fmla="*/ 238488 h 812219"/>
                      <a:gd name="connsiteX4" fmla="*/ 128427 w 186222"/>
                      <a:gd name="connsiteY4" fmla="*/ 183473 h 812219"/>
                      <a:gd name="connsiteX5" fmla="*/ 72348 w 186222"/>
                      <a:gd name="connsiteY5" fmla="*/ 100929 h 812219"/>
                      <a:gd name="connsiteX6" fmla="*/ 67206 w 186222"/>
                      <a:gd name="connsiteY6" fmla="*/ 95299 h 812219"/>
                      <a:gd name="connsiteX7" fmla="*/ 52444 w 186222"/>
                      <a:gd name="connsiteY7" fmla="*/ 77788 h 812219"/>
                      <a:gd name="connsiteX8" fmla="*/ 42159 w 186222"/>
                      <a:gd name="connsiteY8" fmla="*/ 62672 h 812219"/>
                      <a:gd name="connsiteX9" fmla="*/ 28593 w 186222"/>
                      <a:gd name="connsiteY9" fmla="*/ 26187 h 812219"/>
                      <a:gd name="connsiteX10" fmla="*/ 31741 w 186222"/>
                      <a:gd name="connsiteY10" fmla="*/ 17986 h 812219"/>
                      <a:gd name="connsiteX11" fmla="*/ 30987 w 186222"/>
                      <a:gd name="connsiteY11" fmla="*/ 9208 h 812219"/>
                      <a:gd name="connsiteX12" fmla="*/ 30810 w 186222"/>
                      <a:gd name="connsiteY12" fmla="*/ 6682 h 812219"/>
                      <a:gd name="connsiteX13" fmla="*/ 27929 w 186222"/>
                      <a:gd name="connsiteY13" fmla="*/ 3002 h 812219"/>
                      <a:gd name="connsiteX14" fmla="*/ 21190 w 186222"/>
                      <a:gd name="connsiteY14" fmla="*/ 7258 h 812219"/>
                      <a:gd name="connsiteX15" fmla="*/ 21988 w 186222"/>
                      <a:gd name="connsiteY15" fmla="*/ 20646 h 812219"/>
                      <a:gd name="connsiteX16" fmla="*/ 22032 w 186222"/>
                      <a:gd name="connsiteY16" fmla="*/ 20779 h 812219"/>
                      <a:gd name="connsiteX17" fmla="*/ 36396 w 186222"/>
                      <a:gd name="connsiteY17" fmla="*/ 65952 h 812219"/>
                      <a:gd name="connsiteX18" fmla="*/ 57409 w 186222"/>
                      <a:gd name="connsiteY18" fmla="*/ 93393 h 812219"/>
                      <a:gd name="connsiteX19" fmla="*/ 76116 w 186222"/>
                      <a:gd name="connsiteY19" fmla="*/ 118262 h 812219"/>
                      <a:gd name="connsiteX20" fmla="*/ 103513 w 186222"/>
                      <a:gd name="connsiteY20" fmla="*/ 162416 h 812219"/>
                      <a:gd name="connsiteX21" fmla="*/ 127319 w 186222"/>
                      <a:gd name="connsiteY21" fmla="*/ 186355 h 812219"/>
                      <a:gd name="connsiteX22" fmla="*/ 161897 w 186222"/>
                      <a:gd name="connsiteY22" fmla="*/ 225366 h 812219"/>
                      <a:gd name="connsiteX23" fmla="*/ 174043 w 186222"/>
                      <a:gd name="connsiteY23" fmla="*/ 265840 h 812219"/>
                      <a:gd name="connsiteX24" fmla="*/ 172713 w 186222"/>
                      <a:gd name="connsiteY24" fmla="*/ 368245 h 812219"/>
                      <a:gd name="connsiteX25" fmla="*/ 134810 w 186222"/>
                      <a:gd name="connsiteY25" fmla="*/ 471802 h 812219"/>
                      <a:gd name="connsiteX26" fmla="*/ 82456 w 186222"/>
                      <a:gd name="connsiteY26" fmla="*/ 626428 h 812219"/>
                      <a:gd name="connsiteX27" fmla="*/ 141815 w 186222"/>
                      <a:gd name="connsiteY27" fmla="*/ 810269 h 812219"/>
                      <a:gd name="connsiteX28" fmla="*/ 0 w 186222"/>
                      <a:gd name="connsiteY28" fmla="*/ 805215 h 812219"/>
                      <a:gd name="connsiteX29" fmla="*/ 29081 w 186222"/>
                      <a:gd name="connsiteY29" fmla="*/ 807387 h 812219"/>
                      <a:gd name="connsiteX30" fmla="*/ 151656 w 186222"/>
                      <a:gd name="connsiteY30" fmla="*/ 812219 h 812219"/>
                      <a:gd name="connsiteX31" fmla="*/ 92297 w 186222"/>
                      <a:gd name="connsiteY31" fmla="*/ 628379 h 812219"/>
                      <a:gd name="connsiteX32" fmla="*/ 144563 w 186222"/>
                      <a:gd name="connsiteY32" fmla="*/ 473708 h 81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186222" h="812219">
                        <a:moveTo>
                          <a:pt x="144563" y="473708"/>
                        </a:moveTo>
                        <a:cubicBezTo>
                          <a:pt x="161808" y="433500"/>
                          <a:pt x="178077" y="395553"/>
                          <a:pt x="182466" y="370151"/>
                        </a:cubicBezTo>
                        <a:cubicBezTo>
                          <a:pt x="189604" y="328923"/>
                          <a:pt x="184816" y="289291"/>
                          <a:pt x="182378" y="269209"/>
                        </a:cubicBezTo>
                        <a:cubicBezTo>
                          <a:pt x="181314" y="261939"/>
                          <a:pt x="177989" y="250945"/>
                          <a:pt x="173024" y="238488"/>
                        </a:cubicBezTo>
                        <a:cubicBezTo>
                          <a:pt x="160256" y="217209"/>
                          <a:pt x="132993" y="187375"/>
                          <a:pt x="128427" y="183473"/>
                        </a:cubicBezTo>
                        <a:cubicBezTo>
                          <a:pt x="83608" y="144374"/>
                          <a:pt x="86046" y="132315"/>
                          <a:pt x="72348" y="100929"/>
                        </a:cubicBezTo>
                        <a:cubicBezTo>
                          <a:pt x="70664" y="99023"/>
                          <a:pt x="68935" y="97161"/>
                          <a:pt x="67206" y="95299"/>
                        </a:cubicBezTo>
                        <a:cubicBezTo>
                          <a:pt x="62329" y="90068"/>
                          <a:pt x="57320" y="84704"/>
                          <a:pt x="52444" y="77788"/>
                        </a:cubicBezTo>
                        <a:cubicBezTo>
                          <a:pt x="48941" y="73488"/>
                          <a:pt x="45484" y="68656"/>
                          <a:pt x="42159" y="62672"/>
                        </a:cubicBezTo>
                        <a:cubicBezTo>
                          <a:pt x="34401" y="48752"/>
                          <a:pt x="28726" y="36339"/>
                          <a:pt x="28593" y="26187"/>
                        </a:cubicBezTo>
                        <a:cubicBezTo>
                          <a:pt x="29081" y="20247"/>
                          <a:pt x="30322" y="18562"/>
                          <a:pt x="31741" y="17986"/>
                        </a:cubicBezTo>
                        <a:cubicBezTo>
                          <a:pt x="31697" y="15060"/>
                          <a:pt x="31519" y="11558"/>
                          <a:pt x="30987" y="9208"/>
                        </a:cubicBezTo>
                        <a:cubicBezTo>
                          <a:pt x="30810" y="8455"/>
                          <a:pt x="30766" y="7568"/>
                          <a:pt x="30810" y="6682"/>
                        </a:cubicBezTo>
                        <a:cubicBezTo>
                          <a:pt x="29923" y="5529"/>
                          <a:pt x="28992" y="4287"/>
                          <a:pt x="27929" y="3002"/>
                        </a:cubicBezTo>
                        <a:cubicBezTo>
                          <a:pt x="22077" y="-4180"/>
                          <a:pt x="20304" y="3268"/>
                          <a:pt x="21190" y="7258"/>
                        </a:cubicBezTo>
                        <a:cubicBezTo>
                          <a:pt x="22077" y="11247"/>
                          <a:pt x="21944" y="18429"/>
                          <a:pt x="21988" y="20646"/>
                        </a:cubicBezTo>
                        <a:cubicBezTo>
                          <a:pt x="21988" y="20646"/>
                          <a:pt x="22032" y="20734"/>
                          <a:pt x="22032" y="20779"/>
                        </a:cubicBezTo>
                        <a:cubicBezTo>
                          <a:pt x="21501" y="31374"/>
                          <a:pt x="26333" y="47954"/>
                          <a:pt x="36396" y="65952"/>
                        </a:cubicBezTo>
                        <a:cubicBezTo>
                          <a:pt x="43223" y="78187"/>
                          <a:pt x="50449" y="85901"/>
                          <a:pt x="57409" y="93393"/>
                        </a:cubicBezTo>
                        <a:cubicBezTo>
                          <a:pt x="64191" y="100663"/>
                          <a:pt x="70664" y="107579"/>
                          <a:pt x="76116" y="118262"/>
                        </a:cubicBezTo>
                        <a:cubicBezTo>
                          <a:pt x="82145" y="132892"/>
                          <a:pt x="90878" y="148275"/>
                          <a:pt x="103513" y="162416"/>
                        </a:cubicBezTo>
                        <a:cubicBezTo>
                          <a:pt x="111537" y="171371"/>
                          <a:pt x="119561" y="178996"/>
                          <a:pt x="127319" y="186355"/>
                        </a:cubicBezTo>
                        <a:cubicBezTo>
                          <a:pt x="140263" y="198635"/>
                          <a:pt x="152188" y="209983"/>
                          <a:pt x="161897" y="225366"/>
                        </a:cubicBezTo>
                        <a:cubicBezTo>
                          <a:pt x="169477" y="240439"/>
                          <a:pt x="172758" y="256930"/>
                          <a:pt x="174043" y="265840"/>
                        </a:cubicBezTo>
                        <a:cubicBezTo>
                          <a:pt x="176526" y="285922"/>
                          <a:pt x="179806" y="327017"/>
                          <a:pt x="172713" y="368245"/>
                        </a:cubicBezTo>
                        <a:cubicBezTo>
                          <a:pt x="168325" y="393646"/>
                          <a:pt x="152055" y="431594"/>
                          <a:pt x="134810" y="471802"/>
                        </a:cubicBezTo>
                        <a:cubicBezTo>
                          <a:pt x="112867" y="523093"/>
                          <a:pt x="88396" y="579615"/>
                          <a:pt x="82456" y="626428"/>
                        </a:cubicBezTo>
                        <a:cubicBezTo>
                          <a:pt x="73900" y="693900"/>
                          <a:pt x="60866" y="746654"/>
                          <a:pt x="141815" y="810269"/>
                        </a:cubicBezTo>
                        <a:cubicBezTo>
                          <a:pt x="96021" y="807033"/>
                          <a:pt x="47523" y="805570"/>
                          <a:pt x="0" y="805215"/>
                        </a:cubicBezTo>
                        <a:cubicBezTo>
                          <a:pt x="9708" y="806545"/>
                          <a:pt x="19373" y="806190"/>
                          <a:pt x="29081" y="807387"/>
                        </a:cubicBezTo>
                        <a:cubicBezTo>
                          <a:pt x="70398" y="807964"/>
                          <a:pt x="112069" y="809426"/>
                          <a:pt x="151656" y="812219"/>
                        </a:cubicBezTo>
                        <a:cubicBezTo>
                          <a:pt x="70708" y="748604"/>
                          <a:pt x="84096" y="695806"/>
                          <a:pt x="92297" y="628379"/>
                        </a:cubicBezTo>
                        <a:cubicBezTo>
                          <a:pt x="97705" y="583073"/>
                          <a:pt x="122619" y="524955"/>
                          <a:pt x="144563" y="47370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37" name="Forme libre : forme 27236">
                    <a:extLst>
                      <a:ext uri="{FF2B5EF4-FFF2-40B4-BE49-F238E27FC236}">
                        <a16:creationId xmlns:a16="http://schemas.microsoft.com/office/drawing/2014/main" id="{1990E7B4-C8C7-49CE-9F42-3D7528E820D2}"/>
                      </a:ext>
                    </a:extLst>
                  </p:cNvPr>
                  <p:cNvSpPr/>
                  <p:nvPr/>
                </p:nvSpPr>
                <p:spPr>
                  <a:xfrm>
                    <a:off x="4615576" y="3746392"/>
                    <a:ext cx="24240" cy="43151"/>
                  </a:xfrm>
                  <a:custGeom>
                    <a:avLst/>
                    <a:gdLst>
                      <a:gd name="connsiteX0" fmla="*/ 22511 w 24240"/>
                      <a:gd name="connsiteY0" fmla="*/ 2500 h 43151"/>
                      <a:gd name="connsiteX1" fmla="*/ 16438 w 24240"/>
                      <a:gd name="connsiteY1" fmla="*/ 328 h 43151"/>
                      <a:gd name="connsiteX2" fmla="*/ 15507 w 24240"/>
                      <a:gd name="connsiteY2" fmla="*/ 8662 h 43151"/>
                      <a:gd name="connsiteX3" fmla="*/ 15330 w 24240"/>
                      <a:gd name="connsiteY3" fmla="*/ 15533 h 43151"/>
                      <a:gd name="connsiteX4" fmla="*/ 5798 w 24240"/>
                      <a:gd name="connsiteY4" fmla="*/ 27104 h 43151"/>
                      <a:gd name="connsiteX5" fmla="*/ 1144 w 24240"/>
                      <a:gd name="connsiteY5" fmla="*/ 34108 h 43151"/>
                      <a:gd name="connsiteX6" fmla="*/ 390 w 24240"/>
                      <a:gd name="connsiteY6" fmla="*/ 43152 h 43151"/>
                      <a:gd name="connsiteX7" fmla="*/ 24240 w 24240"/>
                      <a:gd name="connsiteY7" fmla="*/ 8884 h 43151"/>
                      <a:gd name="connsiteX8" fmla="*/ 22511 w 24240"/>
                      <a:gd name="connsiteY8" fmla="*/ 2500 h 43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240" h="43151">
                        <a:moveTo>
                          <a:pt x="22511" y="2500"/>
                        </a:moveTo>
                        <a:cubicBezTo>
                          <a:pt x="20516" y="1569"/>
                          <a:pt x="18388" y="816"/>
                          <a:pt x="16438" y="328"/>
                        </a:cubicBezTo>
                        <a:cubicBezTo>
                          <a:pt x="9168" y="-1534"/>
                          <a:pt x="13202" y="4982"/>
                          <a:pt x="15507" y="8662"/>
                        </a:cubicBezTo>
                        <a:cubicBezTo>
                          <a:pt x="17014" y="11012"/>
                          <a:pt x="16172" y="13804"/>
                          <a:pt x="15330" y="15533"/>
                        </a:cubicBezTo>
                        <a:cubicBezTo>
                          <a:pt x="12803" y="19789"/>
                          <a:pt x="9433" y="24311"/>
                          <a:pt x="5798" y="27104"/>
                        </a:cubicBezTo>
                        <a:cubicBezTo>
                          <a:pt x="3892" y="28522"/>
                          <a:pt x="2163" y="31847"/>
                          <a:pt x="1144" y="34108"/>
                        </a:cubicBezTo>
                        <a:cubicBezTo>
                          <a:pt x="612" y="36679"/>
                          <a:pt x="-630" y="41334"/>
                          <a:pt x="390" y="43152"/>
                        </a:cubicBezTo>
                        <a:cubicBezTo>
                          <a:pt x="7527" y="33177"/>
                          <a:pt x="20915" y="20454"/>
                          <a:pt x="24240" y="8884"/>
                        </a:cubicBezTo>
                        <a:cubicBezTo>
                          <a:pt x="22821" y="6445"/>
                          <a:pt x="21447" y="3653"/>
                          <a:pt x="22511" y="2500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38" name="Forme libre : forme 27237">
                    <a:extLst>
                      <a:ext uri="{FF2B5EF4-FFF2-40B4-BE49-F238E27FC236}">
                        <a16:creationId xmlns:a16="http://schemas.microsoft.com/office/drawing/2014/main" id="{0BB533E4-ABC5-4095-8A34-19C317AE4864}"/>
                      </a:ext>
                    </a:extLst>
                  </p:cNvPr>
                  <p:cNvSpPr/>
                  <p:nvPr/>
                </p:nvSpPr>
                <p:spPr>
                  <a:xfrm>
                    <a:off x="5072220" y="3717120"/>
                    <a:ext cx="340320" cy="852115"/>
                  </a:xfrm>
                  <a:custGeom>
                    <a:avLst/>
                    <a:gdLst>
                      <a:gd name="connsiteX0" fmla="*/ 190535 w 340320"/>
                      <a:gd name="connsiteY0" fmla="*/ 132802 h 852115"/>
                      <a:gd name="connsiteX1" fmla="*/ 252997 w 340320"/>
                      <a:gd name="connsiteY1" fmla="*/ 195486 h 852115"/>
                      <a:gd name="connsiteX2" fmla="*/ 253617 w 340320"/>
                      <a:gd name="connsiteY2" fmla="*/ 195796 h 852115"/>
                      <a:gd name="connsiteX3" fmla="*/ 261198 w 340320"/>
                      <a:gd name="connsiteY3" fmla="*/ 206081 h 852115"/>
                      <a:gd name="connsiteX4" fmla="*/ 311115 w 340320"/>
                      <a:gd name="connsiteY4" fmla="*/ 280867 h 852115"/>
                      <a:gd name="connsiteX5" fmla="*/ 327916 w 340320"/>
                      <a:gd name="connsiteY5" fmla="*/ 395197 h 852115"/>
                      <a:gd name="connsiteX6" fmla="*/ 303135 w 340320"/>
                      <a:gd name="connsiteY6" fmla="*/ 461782 h 852115"/>
                      <a:gd name="connsiteX7" fmla="*/ 253085 w 340320"/>
                      <a:gd name="connsiteY7" fmla="*/ 663577 h 852115"/>
                      <a:gd name="connsiteX8" fmla="*/ 321710 w 340320"/>
                      <a:gd name="connsiteY8" fmla="*/ 850166 h 852115"/>
                      <a:gd name="connsiteX9" fmla="*/ 168901 w 340320"/>
                      <a:gd name="connsiteY9" fmla="*/ 846663 h 852115"/>
                      <a:gd name="connsiteX10" fmla="*/ 0 w 340320"/>
                      <a:gd name="connsiteY10" fmla="*/ 833896 h 852115"/>
                      <a:gd name="connsiteX11" fmla="*/ 178742 w 340320"/>
                      <a:gd name="connsiteY11" fmla="*/ 848614 h 852115"/>
                      <a:gd name="connsiteX12" fmla="*/ 331551 w 340320"/>
                      <a:gd name="connsiteY12" fmla="*/ 852116 h 852115"/>
                      <a:gd name="connsiteX13" fmla="*/ 262927 w 340320"/>
                      <a:gd name="connsiteY13" fmla="*/ 665527 h 852115"/>
                      <a:gd name="connsiteX14" fmla="*/ 312977 w 340320"/>
                      <a:gd name="connsiteY14" fmla="*/ 463732 h 852115"/>
                      <a:gd name="connsiteX15" fmla="*/ 337758 w 340320"/>
                      <a:gd name="connsiteY15" fmla="*/ 397148 h 852115"/>
                      <a:gd name="connsiteX16" fmla="*/ 320956 w 340320"/>
                      <a:gd name="connsiteY16" fmla="*/ 282818 h 852115"/>
                      <a:gd name="connsiteX17" fmla="*/ 271040 w 340320"/>
                      <a:gd name="connsiteY17" fmla="*/ 208031 h 852115"/>
                      <a:gd name="connsiteX18" fmla="*/ 263459 w 340320"/>
                      <a:gd name="connsiteY18" fmla="*/ 197747 h 852115"/>
                      <a:gd name="connsiteX19" fmla="*/ 262838 w 340320"/>
                      <a:gd name="connsiteY19" fmla="*/ 197437 h 852115"/>
                      <a:gd name="connsiteX20" fmla="*/ 200376 w 340320"/>
                      <a:gd name="connsiteY20" fmla="*/ 134753 h 852115"/>
                      <a:gd name="connsiteX21" fmla="*/ 126432 w 340320"/>
                      <a:gd name="connsiteY21" fmla="*/ 59744 h 852115"/>
                      <a:gd name="connsiteX22" fmla="*/ 174354 w 340320"/>
                      <a:gd name="connsiteY22" fmla="*/ 2158 h 852115"/>
                      <a:gd name="connsiteX23" fmla="*/ 116635 w 340320"/>
                      <a:gd name="connsiteY23" fmla="*/ 57794 h 852115"/>
                      <a:gd name="connsiteX24" fmla="*/ 190535 w 340320"/>
                      <a:gd name="connsiteY24" fmla="*/ 132802 h 852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40320" h="852115">
                        <a:moveTo>
                          <a:pt x="190535" y="132802"/>
                        </a:moveTo>
                        <a:cubicBezTo>
                          <a:pt x="221123" y="145170"/>
                          <a:pt x="252997" y="195486"/>
                          <a:pt x="252997" y="195486"/>
                        </a:cubicBezTo>
                        <a:cubicBezTo>
                          <a:pt x="252997" y="195486"/>
                          <a:pt x="253263" y="195619"/>
                          <a:pt x="253617" y="195796"/>
                        </a:cubicBezTo>
                        <a:cubicBezTo>
                          <a:pt x="256100" y="199210"/>
                          <a:pt x="258627" y="202623"/>
                          <a:pt x="261198" y="206081"/>
                        </a:cubicBezTo>
                        <a:cubicBezTo>
                          <a:pt x="277999" y="228778"/>
                          <a:pt x="295377" y="252274"/>
                          <a:pt x="311115" y="280867"/>
                        </a:cubicBezTo>
                        <a:cubicBezTo>
                          <a:pt x="328537" y="312608"/>
                          <a:pt x="334388" y="352905"/>
                          <a:pt x="327916" y="395197"/>
                        </a:cubicBezTo>
                        <a:cubicBezTo>
                          <a:pt x="319715" y="420111"/>
                          <a:pt x="311292" y="441257"/>
                          <a:pt x="303135" y="461782"/>
                        </a:cubicBezTo>
                        <a:cubicBezTo>
                          <a:pt x="282078" y="514713"/>
                          <a:pt x="262173" y="564719"/>
                          <a:pt x="253085" y="663577"/>
                        </a:cubicBezTo>
                        <a:cubicBezTo>
                          <a:pt x="244397" y="757558"/>
                          <a:pt x="289614" y="819045"/>
                          <a:pt x="321710" y="850166"/>
                        </a:cubicBezTo>
                        <a:cubicBezTo>
                          <a:pt x="257164" y="846930"/>
                          <a:pt x="201972" y="845156"/>
                          <a:pt x="168901" y="846663"/>
                        </a:cubicBezTo>
                        <a:cubicBezTo>
                          <a:pt x="109232" y="849456"/>
                          <a:pt x="57143" y="844979"/>
                          <a:pt x="0" y="833896"/>
                        </a:cubicBezTo>
                        <a:cubicBezTo>
                          <a:pt x="61088" y="846398"/>
                          <a:pt x="115659" y="851584"/>
                          <a:pt x="178742" y="848614"/>
                        </a:cubicBezTo>
                        <a:cubicBezTo>
                          <a:pt x="211769" y="847062"/>
                          <a:pt x="267005" y="848880"/>
                          <a:pt x="331551" y="852116"/>
                        </a:cubicBezTo>
                        <a:cubicBezTo>
                          <a:pt x="299456" y="820996"/>
                          <a:pt x="254238" y="759553"/>
                          <a:pt x="262927" y="665527"/>
                        </a:cubicBezTo>
                        <a:cubicBezTo>
                          <a:pt x="272059" y="566625"/>
                          <a:pt x="291919" y="516664"/>
                          <a:pt x="312977" y="463732"/>
                        </a:cubicBezTo>
                        <a:cubicBezTo>
                          <a:pt x="321134" y="443252"/>
                          <a:pt x="329512" y="422062"/>
                          <a:pt x="337758" y="397148"/>
                        </a:cubicBezTo>
                        <a:cubicBezTo>
                          <a:pt x="344230" y="354856"/>
                          <a:pt x="338378" y="314559"/>
                          <a:pt x="320956" y="282818"/>
                        </a:cubicBezTo>
                        <a:cubicBezTo>
                          <a:pt x="305263" y="254180"/>
                          <a:pt x="287885" y="230729"/>
                          <a:pt x="271040" y="208031"/>
                        </a:cubicBezTo>
                        <a:cubicBezTo>
                          <a:pt x="268468" y="204574"/>
                          <a:pt x="265941" y="201160"/>
                          <a:pt x="263459" y="197747"/>
                        </a:cubicBezTo>
                        <a:cubicBezTo>
                          <a:pt x="263104" y="197569"/>
                          <a:pt x="262838" y="197437"/>
                          <a:pt x="262838" y="197437"/>
                        </a:cubicBezTo>
                        <a:cubicBezTo>
                          <a:pt x="262838" y="197437"/>
                          <a:pt x="230964" y="147121"/>
                          <a:pt x="200376" y="134753"/>
                        </a:cubicBezTo>
                        <a:cubicBezTo>
                          <a:pt x="166640" y="121099"/>
                          <a:pt x="131752" y="101194"/>
                          <a:pt x="126432" y="59744"/>
                        </a:cubicBezTo>
                        <a:cubicBezTo>
                          <a:pt x="122309" y="27693"/>
                          <a:pt x="143810" y="-723"/>
                          <a:pt x="174354" y="2158"/>
                        </a:cubicBezTo>
                        <a:cubicBezTo>
                          <a:pt x="138712" y="-8570"/>
                          <a:pt x="112069" y="22373"/>
                          <a:pt x="116635" y="57794"/>
                        </a:cubicBezTo>
                        <a:cubicBezTo>
                          <a:pt x="121910" y="99199"/>
                          <a:pt x="156843" y="119148"/>
                          <a:pt x="190535" y="132802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39" name="Forme libre : forme 27238">
                    <a:extLst>
                      <a:ext uri="{FF2B5EF4-FFF2-40B4-BE49-F238E27FC236}">
                        <a16:creationId xmlns:a16="http://schemas.microsoft.com/office/drawing/2014/main" id="{691FD656-FD63-49B1-BAC0-18BDEFDF8B8E}"/>
                      </a:ext>
                    </a:extLst>
                  </p:cNvPr>
                  <p:cNvSpPr/>
                  <p:nvPr/>
                </p:nvSpPr>
                <p:spPr>
                  <a:xfrm>
                    <a:off x="4573708" y="3692343"/>
                    <a:ext cx="14261" cy="46707"/>
                  </a:xfrm>
                  <a:custGeom>
                    <a:avLst/>
                    <a:gdLst>
                      <a:gd name="connsiteX0" fmla="*/ 9808 w 14261"/>
                      <a:gd name="connsiteY0" fmla="*/ 5258 h 46707"/>
                      <a:gd name="connsiteX1" fmla="*/ 5730 w 14261"/>
                      <a:gd name="connsiteY1" fmla="*/ 1800 h 46707"/>
                      <a:gd name="connsiteX2" fmla="*/ 2981 w 14261"/>
                      <a:gd name="connsiteY2" fmla="*/ 14080 h 46707"/>
                      <a:gd name="connsiteX3" fmla="*/ 5774 w 14261"/>
                      <a:gd name="connsiteY3" fmla="*/ 20863 h 46707"/>
                      <a:gd name="connsiteX4" fmla="*/ 10651 w 14261"/>
                      <a:gd name="connsiteY4" fmla="*/ 39482 h 46707"/>
                      <a:gd name="connsiteX5" fmla="*/ 12823 w 14261"/>
                      <a:gd name="connsiteY5" fmla="*/ 46708 h 46707"/>
                      <a:gd name="connsiteX6" fmla="*/ 9808 w 14261"/>
                      <a:gd name="connsiteY6" fmla="*/ 5258 h 4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261" h="46707">
                        <a:moveTo>
                          <a:pt x="9808" y="5258"/>
                        </a:moveTo>
                        <a:cubicBezTo>
                          <a:pt x="8567" y="4150"/>
                          <a:pt x="7281" y="3042"/>
                          <a:pt x="5730" y="1800"/>
                        </a:cubicBezTo>
                        <a:cubicBezTo>
                          <a:pt x="-2870" y="-5204"/>
                          <a:pt x="-33" y="10223"/>
                          <a:pt x="2981" y="14080"/>
                        </a:cubicBezTo>
                        <a:cubicBezTo>
                          <a:pt x="4622" y="16164"/>
                          <a:pt x="5375" y="18824"/>
                          <a:pt x="5774" y="20863"/>
                        </a:cubicBezTo>
                        <a:cubicBezTo>
                          <a:pt x="6217" y="25916"/>
                          <a:pt x="9055" y="31413"/>
                          <a:pt x="10651" y="39482"/>
                        </a:cubicBezTo>
                        <a:cubicBezTo>
                          <a:pt x="11271" y="40191"/>
                          <a:pt x="12246" y="46043"/>
                          <a:pt x="12823" y="46708"/>
                        </a:cubicBezTo>
                        <a:cubicBezTo>
                          <a:pt x="19029" y="34960"/>
                          <a:pt x="2715" y="16873"/>
                          <a:pt x="9808" y="525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40" name="Forme libre : forme 27239">
                    <a:extLst>
                      <a:ext uri="{FF2B5EF4-FFF2-40B4-BE49-F238E27FC236}">
                        <a16:creationId xmlns:a16="http://schemas.microsoft.com/office/drawing/2014/main" id="{32061A06-3F0B-4536-96F9-DC420A8E9144}"/>
                      </a:ext>
                    </a:extLst>
                  </p:cNvPr>
                  <p:cNvSpPr/>
                  <p:nvPr/>
                </p:nvSpPr>
                <p:spPr>
                  <a:xfrm>
                    <a:off x="4779592" y="4500035"/>
                    <a:ext cx="288018" cy="77224"/>
                  </a:xfrm>
                  <a:custGeom>
                    <a:avLst/>
                    <a:gdLst>
                      <a:gd name="connsiteX0" fmla="*/ 54793 w 288018"/>
                      <a:gd name="connsiteY0" fmla="*/ 13831 h 77224"/>
                      <a:gd name="connsiteX1" fmla="*/ 40829 w 288018"/>
                      <a:gd name="connsiteY1" fmla="*/ 9664 h 77224"/>
                      <a:gd name="connsiteX2" fmla="*/ 0 w 288018"/>
                      <a:gd name="connsiteY2" fmla="*/ 0 h 77224"/>
                      <a:gd name="connsiteX3" fmla="*/ 30987 w 288018"/>
                      <a:gd name="connsiteY3" fmla="*/ 7714 h 77224"/>
                      <a:gd name="connsiteX4" fmla="*/ 44952 w 288018"/>
                      <a:gd name="connsiteY4" fmla="*/ 11881 h 77224"/>
                      <a:gd name="connsiteX5" fmla="*/ 288018 w 288018"/>
                      <a:gd name="connsiteY5" fmla="*/ 77225 h 77224"/>
                      <a:gd name="connsiteX6" fmla="*/ 54793 w 288018"/>
                      <a:gd name="connsiteY6" fmla="*/ 13831 h 77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8018" h="77224">
                        <a:moveTo>
                          <a:pt x="54793" y="13831"/>
                        </a:moveTo>
                        <a:lnTo>
                          <a:pt x="40829" y="9664"/>
                        </a:lnTo>
                        <a:cubicBezTo>
                          <a:pt x="28549" y="5985"/>
                          <a:pt x="14807" y="2793"/>
                          <a:pt x="0" y="0"/>
                        </a:cubicBezTo>
                        <a:cubicBezTo>
                          <a:pt x="11083" y="2305"/>
                          <a:pt x="21456" y="4877"/>
                          <a:pt x="30987" y="7714"/>
                        </a:cubicBezTo>
                        <a:lnTo>
                          <a:pt x="44952" y="11881"/>
                        </a:lnTo>
                        <a:cubicBezTo>
                          <a:pt x="146159" y="42026"/>
                          <a:pt x="220414" y="64147"/>
                          <a:pt x="288018" y="77225"/>
                        </a:cubicBezTo>
                        <a:cubicBezTo>
                          <a:pt x="223029" y="63925"/>
                          <a:pt x="151124" y="42558"/>
                          <a:pt x="54793" y="13831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41" name="Forme libre : forme 27240">
                    <a:extLst>
                      <a:ext uri="{FF2B5EF4-FFF2-40B4-BE49-F238E27FC236}">
                        <a16:creationId xmlns:a16="http://schemas.microsoft.com/office/drawing/2014/main" id="{199DB576-D08D-4A43-8498-371D98A33D38}"/>
                      </a:ext>
                    </a:extLst>
                  </p:cNvPr>
                  <p:cNvSpPr/>
                  <p:nvPr/>
                </p:nvSpPr>
                <p:spPr>
                  <a:xfrm>
                    <a:off x="6101452" y="4291325"/>
                    <a:ext cx="773486" cy="292318"/>
                  </a:xfrm>
                  <a:custGeom>
                    <a:avLst/>
                    <a:gdLst>
                      <a:gd name="connsiteX0" fmla="*/ 0 w 773486"/>
                      <a:gd name="connsiteY0" fmla="*/ 292318 h 292318"/>
                      <a:gd name="connsiteX1" fmla="*/ 338689 w 773486"/>
                      <a:gd name="connsiteY1" fmla="*/ 257962 h 292318"/>
                      <a:gd name="connsiteX2" fmla="*/ 767191 w 773486"/>
                      <a:gd name="connsiteY2" fmla="*/ 223251 h 292318"/>
                      <a:gd name="connsiteX3" fmla="*/ 773354 w 773486"/>
                      <a:gd name="connsiteY3" fmla="*/ 223162 h 292318"/>
                      <a:gd name="connsiteX4" fmla="*/ 742809 w 773486"/>
                      <a:gd name="connsiteY4" fmla="*/ 157774 h 292318"/>
                      <a:gd name="connsiteX5" fmla="*/ 758680 w 773486"/>
                      <a:gd name="connsiteY5" fmla="*/ 107591 h 292318"/>
                      <a:gd name="connsiteX6" fmla="*/ 773487 w 773486"/>
                      <a:gd name="connsiteY6" fmla="*/ 59492 h 292318"/>
                      <a:gd name="connsiteX7" fmla="*/ 773487 w 773486"/>
                      <a:gd name="connsiteY7" fmla="*/ 59005 h 292318"/>
                      <a:gd name="connsiteX8" fmla="*/ 731195 w 773486"/>
                      <a:gd name="connsiteY8" fmla="*/ 0 h 292318"/>
                      <a:gd name="connsiteX9" fmla="*/ 763645 w 773486"/>
                      <a:gd name="connsiteY9" fmla="*/ 57010 h 292318"/>
                      <a:gd name="connsiteX10" fmla="*/ 763645 w 773486"/>
                      <a:gd name="connsiteY10" fmla="*/ 57497 h 292318"/>
                      <a:gd name="connsiteX11" fmla="*/ 748839 w 773486"/>
                      <a:gd name="connsiteY11" fmla="*/ 105596 h 292318"/>
                      <a:gd name="connsiteX12" fmla="*/ 732968 w 773486"/>
                      <a:gd name="connsiteY12" fmla="*/ 155779 h 292318"/>
                      <a:gd name="connsiteX13" fmla="*/ 763512 w 773486"/>
                      <a:gd name="connsiteY13" fmla="*/ 221167 h 292318"/>
                      <a:gd name="connsiteX14" fmla="*/ 757350 w 773486"/>
                      <a:gd name="connsiteY14" fmla="*/ 221256 h 292318"/>
                      <a:gd name="connsiteX15" fmla="*/ 328847 w 773486"/>
                      <a:gd name="connsiteY15" fmla="*/ 255967 h 292318"/>
                      <a:gd name="connsiteX16" fmla="*/ 2527 w 773486"/>
                      <a:gd name="connsiteY16" fmla="*/ 289703 h 292318"/>
                      <a:gd name="connsiteX17" fmla="*/ 0 w 773486"/>
                      <a:gd name="connsiteY17" fmla="*/ 292318 h 292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73486" h="292318">
                        <a:moveTo>
                          <a:pt x="0" y="292318"/>
                        </a:moveTo>
                        <a:cubicBezTo>
                          <a:pt x="129003" y="285802"/>
                          <a:pt x="258006" y="274541"/>
                          <a:pt x="338689" y="257962"/>
                        </a:cubicBezTo>
                        <a:cubicBezTo>
                          <a:pt x="488172" y="227241"/>
                          <a:pt x="683716" y="224448"/>
                          <a:pt x="767191" y="223251"/>
                        </a:cubicBezTo>
                        <a:cubicBezTo>
                          <a:pt x="769320" y="223206"/>
                          <a:pt x="771359" y="223206"/>
                          <a:pt x="773354" y="223162"/>
                        </a:cubicBezTo>
                        <a:cubicBezTo>
                          <a:pt x="749903" y="207735"/>
                          <a:pt x="739041" y="185348"/>
                          <a:pt x="742809" y="157774"/>
                        </a:cubicBezTo>
                        <a:cubicBezTo>
                          <a:pt x="745292" y="139643"/>
                          <a:pt x="752075" y="123373"/>
                          <a:pt x="758680" y="107591"/>
                        </a:cubicBezTo>
                        <a:cubicBezTo>
                          <a:pt x="765596" y="91056"/>
                          <a:pt x="771979" y="75761"/>
                          <a:pt x="773487" y="59492"/>
                        </a:cubicBezTo>
                        <a:cubicBezTo>
                          <a:pt x="773487" y="59315"/>
                          <a:pt x="773487" y="59182"/>
                          <a:pt x="773487" y="59005"/>
                        </a:cubicBezTo>
                        <a:cubicBezTo>
                          <a:pt x="772467" y="15294"/>
                          <a:pt x="752208" y="2305"/>
                          <a:pt x="731195" y="0"/>
                        </a:cubicBezTo>
                        <a:cubicBezTo>
                          <a:pt x="748307" y="5187"/>
                          <a:pt x="762803" y="20215"/>
                          <a:pt x="763645" y="57010"/>
                        </a:cubicBezTo>
                        <a:cubicBezTo>
                          <a:pt x="763645" y="57187"/>
                          <a:pt x="763645" y="57320"/>
                          <a:pt x="763645" y="57497"/>
                        </a:cubicBezTo>
                        <a:cubicBezTo>
                          <a:pt x="762138" y="73767"/>
                          <a:pt x="755754" y="89061"/>
                          <a:pt x="748839" y="105596"/>
                        </a:cubicBezTo>
                        <a:cubicBezTo>
                          <a:pt x="742233" y="121378"/>
                          <a:pt x="735451" y="137648"/>
                          <a:pt x="732968" y="155779"/>
                        </a:cubicBezTo>
                        <a:cubicBezTo>
                          <a:pt x="729200" y="183353"/>
                          <a:pt x="740061" y="205740"/>
                          <a:pt x="763512" y="221167"/>
                        </a:cubicBezTo>
                        <a:cubicBezTo>
                          <a:pt x="761517" y="221211"/>
                          <a:pt x="759478" y="221211"/>
                          <a:pt x="757350" y="221256"/>
                        </a:cubicBezTo>
                        <a:cubicBezTo>
                          <a:pt x="673875" y="222453"/>
                          <a:pt x="478331" y="225246"/>
                          <a:pt x="328847" y="255967"/>
                        </a:cubicBezTo>
                        <a:cubicBezTo>
                          <a:pt x="250780" y="272015"/>
                          <a:pt x="127363" y="283053"/>
                          <a:pt x="2527" y="289703"/>
                        </a:cubicBezTo>
                        <a:cubicBezTo>
                          <a:pt x="1684" y="290589"/>
                          <a:pt x="842" y="291520"/>
                          <a:pt x="0" y="29231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42" name="Forme libre : forme 27241">
                    <a:extLst>
                      <a:ext uri="{FF2B5EF4-FFF2-40B4-BE49-F238E27FC236}">
                        <a16:creationId xmlns:a16="http://schemas.microsoft.com/office/drawing/2014/main" id="{63F671F4-A735-4ED5-A8A1-AA23D6AFCC57}"/>
                      </a:ext>
                    </a:extLst>
                  </p:cNvPr>
                  <p:cNvSpPr/>
                  <p:nvPr/>
                </p:nvSpPr>
                <p:spPr>
                  <a:xfrm>
                    <a:off x="6706127" y="4205570"/>
                    <a:ext cx="170452" cy="88503"/>
                  </a:xfrm>
                  <a:custGeom>
                    <a:avLst/>
                    <a:gdLst>
                      <a:gd name="connsiteX0" fmla="*/ 61398 w 170452"/>
                      <a:gd name="connsiteY0" fmla="*/ 88504 h 88503"/>
                      <a:gd name="connsiteX1" fmla="*/ 36130 w 170452"/>
                      <a:gd name="connsiteY1" fmla="*/ 76180 h 88503"/>
                      <a:gd name="connsiteX2" fmla="*/ 9841 w 170452"/>
                      <a:gd name="connsiteY2" fmla="*/ 61684 h 88503"/>
                      <a:gd name="connsiteX3" fmla="*/ 99035 w 170452"/>
                      <a:gd name="connsiteY3" fmla="*/ 15756 h 88503"/>
                      <a:gd name="connsiteX4" fmla="*/ 170453 w 170452"/>
                      <a:gd name="connsiteY4" fmla="*/ 3211 h 88503"/>
                      <a:gd name="connsiteX5" fmla="*/ 89194 w 170452"/>
                      <a:gd name="connsiteY5" fmla="*/ 13806 h 88503"/>
                      <a:gd name="connsiteX6" fmla="*/ 0 w 170452"/>
                      <a:gd name="connsiteY6" fmla="*/ 59733 h 88503"/>
                      <a:gd name="connsiteX7" fmla="*/ 26288 w 170452"/>
                      <a:gd name="connsiteY7" fmla="*/ 74229 h 88503"/>
                      <a:gd name="connsiteX8" fmla="*/ 61398 w 170452"/>
                      <a:gd name="connsiteY8" fmla="*/ 88504 h 88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0452" h="88503">
                        <a:moveTo>
                          <a:pt x="61398" y="88504"/>
                        </a:moveTo>
                        <a:cubicBezTo>
                          <a:pt x="50271" y="85356"/>
                          <a:pt x="41139" y="79770"/>
                          <a:pt x="36130" y="76180"/>
                        </a:cubicBezTo>
                        <a:cubicBezTo>
                          <a:pt x="27530" y="70017"/>
                          <a:pt x="9841" y="61684"/>
                          <a:pt x="9841" y="61684"/>
                        </a:cubicBezTo>
                        <a:cubicBezTo>
                          <a:pt x="69777" y="62171"/>
                          <a:pt x="44996" y="43242"/>
                          <a:pt x="99035" y="15756"/>
                        </a:cubicBezTo>
                        <a:cubicBezTo>
                          <a:pt x="126831" y="1615"/>
                          <a:pt x="151568" y="329"/>
                          <a:pt x="170453" y="3211"/>
                        </a:cubicBezTo>
                        <a:cubicBezTo>
                          <a:pt x="150814" y="-1666"/>
                          <a:pt x="122087" y="-2951"/>
                          <a:pt x="89194" y="13806"/>
                        </a:cubicBezTo>
                        <a:cubicBezTo>
                          <a:pt x="35154" y="41335"/>
                          <a:pt x="59936" y="60265"/>
                          <a:pt x="0" y="59733"/>
                        </a:cubicBezTo>
                        <a:cubicBezTo>
                          <a:pt x="0" y="59733"/>
                          <a:pt x="17688" y="68067"/>
                          <a:pt x="26288" y="74229"/>
                        </a:cubicBezTo>
                        <a:cubicBezTo>
                          <a:pt x="32672" y="78795"/>
                          <a:pt x="45882" y="86730"/>
                          <a:pt x="61398" y="88504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43" name="Forme libre : forme 27242">
                    <a:extLst>
                      <a:ext uri="{FF2B5EF4-FFF2-40B4-BE49-F238E27FC236}">
                        <a16:creationId xmlns:a16="http://schemas.microsoft.com/office/drawing/2014/main" id="{1C94F733-BF58-4C8D-8F59-DF4D20DD3AE7}"/>
                      </a:ext>
                    </a:extLst>
                  </p:cNvPr>
                  <p:cNvSpPr/>
                  <p:nvPr/>
                </p:nvSpPr>
                <p:spPr>
                  <a:xfrm>
                    <a:off x="6915901" y="4222612"/>
                    <a:ext cx="80416" cy="6250"/>
                  </a:xfrm>
                  <a:custGeom>
                    <a:avLst/>
                    <a:gdLst>
                      <a:gd name="connsiteX0" fmla="*/ 39632 w 80416"/>
                      <a:gd name="connsiteY0" fmla="*/ 4344 h 6250"/>
                      <a:gd name="connsiteX1" fmla="*/ 76826 w 80416"/>
                      <a:gd name="connsiteY1" fmla="*/ 6251 h 6250"/>
                      <a:gd name="connsiteX2" fmla="*/ 80416 w 80416"/>
                      <a:gd name="connsiteY2" fmla="*/ 4344 h 6250"/>
                      <a:gd name="connsiteX3" fmla="*/ 29790 w 80416"/>
                      <a:gd name="connsiteY3" fmla="*/ 2394 h 6250"/>
                      <a:gd name="connsiteX4" fmla="*/ 0 w 80416"/>
                      <a:gd name="connsiteY4" fmla="*/ 0 h 6250"/>
                      <a:gd name="connsiteX5" fmla="*/ 39632 w 80416"/>
                      <a:gd name="connsiteY5" fmla="*/ 4344 h 6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416" h="6250">
                        <a:moveTo>
                          <a:pt x="39632" y="4344"/>
                        </a:moveTo>
                        <a:cubicBezTo>
                          <a:pt x="45927" y="5719"/>
                          <a:pt x="64058" y="6162"/>
                          <a:pt x="76826" y="6251"/>
                        </a:cubicBezTo>
                        <a:cubicBezTo>
                          <a:pt x="79042" y="5142"/>
                          <a:pt x="80416" y="4344"/>
                          <a:pt x="80416" y="4344"/>
                        </a:cubicBezTo>
                        <a:cubicBezTo>
                          <a:pt x="80416" y="4344"/>
                          <a:pt x="39898" y="4610"/>
                          <a:pt x="29790" y="2394"/>
                        </a:cubicBezTo>
                        <a:cubicBezTo>
                          <a:pt x="23185" y="931"/>
                          <a:pt x="10639" y="1286"/>
                          <a:pt x="0" y="0"/>
                        </a:cubicBezTo>
                        <a:cubicBezTo>
                          <a:pt x="11260" y="3679"/>
                          <a:pt x="30766" y="2394"/>
                          <a:pt x="39632" y="4344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44" name="Forme libre : forme 27243">
                    <a:extLst>
                      <a:ext uri="{FF2B5EF4-FFF2-40B4-BE49-F238E27FC236}">
                        <a16:creationId xmlns:a16="http://schemas.microsoft.com/office/drawing/2014/main" id="{824829EC-1EDC-4207-9BB4-6EB8259492A6}"/>
                      </a:ext>
                    </a:extLst>
                  </p:cNvPr>
                  <p:cNvSpPr/>
                  <p:nvPr/>
                </p:nvSpPr>
                <p:spPr>
                  <a:xfrm>
                    <a:off x="5362945" y="3577807"/>
                    <a:ext cx="89415" cy="485789"/>
                  </a:xfrm>
                  <a:custGeom>
                    <a:avLst/>
                    <a:gdLst>
                      <a:gd name="connsiteX0" fmla="*/ 44329 w 89415"/>
                      <a:gd name="connsiteY0" fmla="*/ 137614 h 485789"/>
                      <a:gd name="connsiteX1" fmla="*/ 72922 w 89415"/>
                      <a:gd name="connsiteY1" fmla="*/ 191920 h 485789"/>
                      <a:gd name="connsiteX2" fmla="*/ 58913 w 89415"/>
                      <a:gd name="connsiteY2" fmla="*/ 463093 h 485789"/>
                      <a:gd name="connsiteX3" fmla="*/ 52530 w 89415"/>
                      <a:gd name="connsiteY3" fmla="*/ 485790 h 485789"/>
                      <a:gd name="connsiteX4" fmla="*/ 82763 w 89415"/>
                      <a:gd name="connsiteY4" fmla="*/ 193870 h 485789"/>
                      <a:gd name="connsiteX5" fmla="*/ 54170 w 89415"/>
                      <a:gd name="connsiteY5" fmla="*/ 139565 h 485789"/>
                      <a:gd name="connsiteX6" fmla="*/ 12144 w 89415"/>
                      <a:gd name="connsiteY6" fmla="*/ 43012 h 485789"/>
                      <a:gd name="connsiteX7" fmla="*/ 61839 w 89415"/>
                      <a:gd name="connsiteY7" fmla="*/ 2095 h 485789"/>
                      <a:gd name="connsiteX8" fmla="*/ 2303 w 89415"/>
                      <a:gd name="connsiteY8" fmla="*/ 41062 h 485789"/>
                      <a:gd name="connsiteX9" fmla="*/ 44329 w 89415"/>
                      <a:gd name="connsiteY9" fmla="*/ 137614 h 485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9415" h="485789">
                        <a:moveTo>
                          <a:pt x="44329" y="137614"/>
                        </a:moveTo>
                        <a:cubicBezTo>
                          <a:pt x="61529" y="151845"/>
                          <a:pt x="69376" y="175650"/>
                          <a:pt x="72922" y="191920"/>
                        </a:cubicBezTo>
                        <a:cubicBezTo>
                          <a:pt x="90654" y="309486"/>
                          <a:pt x="77444" y="394158"/>
                          <a:pt x="58913" y="463093"/>
                        </a:cubicBezTo>
                        <a:cubicBezTo>
                          <a:pt x="60554" y="471116"/>
                          <a:pt x="51909" y="477367"/>
                          <a:pt x="52530" y="485790"/>
                        </a:cubicBezTo>
                        <a:cubicBezTo>
                          <a:pt x="74119" y="412821"/>
                          <a:pt x="102491" y="324647"/>
                          <a:pt x="82763" y="193870"/>
                        </a:cubicBezTo>
                        <a:cubicBezTo>
                          <a:pt x="79217" y="177601"/>
                          <a:pt x="71370" y="153795"/>
                          <a:pt x="54170" y="139565"/>
                        </a:cubicBezTo>
                        <a:cubicBezTo>
                          <a:pt x="26153" y="116336"/>
                          <a:pt x="2214" y="83531"/>
                          <a:pt x="12144" y="43012"/>
                        </a:cubicBezTo>
                        <a:cubicBezTo>
                          <a:pt x="18395" y="17566"/>
                          <a:pt x="39452" y="366"/>
                          <a:pt x="61839" y="2095"/>
                        </a:cubicBezTo>
                        <a:cubicBezTo>
                          <a:pt x="36083" y="-6417"/>
                          <a:pt x="9484" y="11892"/>
                          <a:pt x="2303" y="41062"/>
                        </a:cubicBezTo>
                        <a:cubicBezTo>
                          <a:pt x="-7672" y="81624"/>
                          <a:pt x="16311" y="114385"/>
                          <a:pt x="44329" y="137614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45" name="Forme libre : forme 27244">
                    <a:extLst>
                      <a:ext uri="{FF2B5EF4-FFF2-40B4-BE49-F238E27FC236}">
                        <a16:creationId xmlns:a16="http://schemas.microsoft.com/office/drawing/2014/main" id="{EB33768C-EDA6-4523-929D-9402AA1D69DC}"/>
                      </a:ext>
                    </a:extLst>
                  </p:cNvPr>
                  <p:cNvSpPr/>
                  <p:nvPr/>
                </p:nvSpPr>
                <p:spPr>
                  <a:xfrm>
                    <a:off x="7337000" y="3143951"/>
                    <a:ext cx="46059" cy="26908"/>
                  </a:xfrm>
                  <a:custGeom>
                    <a:avLst/>
                    <a:gdLst>
                      <a:gd name="connsiteX0" fmla="*/ 4300 w 46059"/>
                      <a:gd name="connsiteY0" fmla="*/ 4876 h 26908"/>
                      <a:gd name="connsiteX1" fmla="*/ 8600 w 46059"/>
                      <a:gd name="connsiteY1" fmla="*/ 9664 h 26908"/>
                      <a:gd name="connsiteX2" fmla="*/ 18929 w 46059"/>
                      <a:gd name="connsiteY2" fmla="*/ 17688 h 26908"/>
                      <a:gd name="connsiteX3" fmla="*/ 43489 w 46059"/>
                      <a:gd name="connsiteY3" fmla="*/ 26599 h 26908"/>
                      <a:gd name="connsiteX4" fmla="*/ 46060 w 46059"/>
                      <a:gd name="connsiteY4" fmla="*/ 26909 h 26908"/>
                      <a:gd name="connsiteX5" fmla="*/ 28726 w 46059"/>
                      <a:gd name="connsiteY5" fmla="*/ 19683 h 26908"/>
                      <a:gd name="connsiteX6" fmla="*/ 19905 w 46059"/>
                      <a:gd name="connsiteY6" fmla="*/ 12989 h 26908"/>
                      <a:gd name="connsiteX7" fmla="*/ 10551 w 46059"/>
                      <a:gd name="connsiteY7" fmla="*/ 7403 h 26908"/>
                      <a:gd name="connsiteX8" fmla="*/ 5630 w 46059"/>
                      <a:gd name="connsiteY8" fmla="*/ 3546 h 26908"/>
                      <a:gd name="connsiteX9" fmla="*/ 133 w 46059"/>
                      <a:gd name="connsiteY9" fmla="*/ 0 h 26908"/>
                      <a:gd name="connsiteX10" fmla="*/ 0 w 46059"/>
                      <a:gd name="connsiteY10" fmla="*/ 665 h 26908"/>
                      <a:gd name="connsiteX11" fmla="*/ 4300 w 46059"/>
                      <a:gd name="connsiteY11" fmla="*/ 4876 h 26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6059" h="26908">
                        <a:moveTo>
                          <a:pt x="4300" y="4876"/>
                        </a:moveTo>
                        <a:cubicBezTo>
                          <a:pt x="5674" y="6517"/>
                          <a:pt x="7093" y="8113"/>
                          <a:pt x="8600" y="9664"/>
                        </a:cubicBezTo>
                        <a:cubicBezTo>
                          <a:pt x="11703" y="12679"/>
                          <a:pt x="15161" y="15427"/>
                          <a:pt x="18929" y="17688"/>
                        </a:cubicBezTo>
                        <a:cubicBezTo>
                          <a:pt x="26465" y="22254"/>
                          <a:pt x="34888" y="25003"/>
                          <a:pt x="43489" y="26599"/>
                        </a:cubicBezTo>
                        <a:cubicBezTo>
                          <a:pt x="44331" y="26731"/>
                          <a:pt x="45218" y="26776"/>
                          <a:pt x="46060" y="26909"/>
                        </a:cubicBezTo>
                        <a:cubicBezTo>
                          <a:pt x="39987" y="25269"/>
                          <a:pt x="34135" y="22963"/>
                          <a:pt x="28726" y="19683"/>
                        </a:cubicBezTo>
                        <a:cubicBezTo>
                          <a:pt x="25535" y="17732"/>
                          <a:pt x="22609" y="15471"/>
                          <a:pt x="19905" y="12989"/>
                        </a:cubicBezTo>
                        <a:cubicBezTo>
                          <a:pt x="16624" y="11437"/>
                          <a:pt x="13521" y="9575"/>
                          <a:pt x="10551" y="7403"/>
                        </a:cubicBezTo>
                        <a:cubicBezTo>
                          <a:pt x="8866" y="6206"/>
                          <a:pt x="7226" y="4921"/>
                          <a:pt x="5630" y="3546"/>
                        </a:cubicBezTo>
                        <a:cubicBezTo>
                          <a:pt x="3990" y="2261"/>
                          <a:pt x="2483" y="576"/>
                          <a:pt x="133" y="0"/>
                        </a:cubicBezTo>
                        <a:lnTo>
                          <a:pt x="0" y="665"/>
                        </a:lnTo>
                        <a:cubicBezTo>
                          <a:pt x="1685" y="1463"/>
                          <a:pt x="2882" y="3369"/>
                          <a:pt x="4300" y="4876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46" name="Forme libre : forme 27245">
                    <a:extLst>
                      <a:ext uri="{FF2B5EF4-FFF2-40B4-BE49-F238E27FC236}">
                        <a16:creationId xmlns:a16="http://schemas.microsoft.com/office/drawing/2014/main" id="{7B1F6C07-48DD-4222-894D-435A969F4AD2}"/>
                      </a:ext>
                    </a:extLst>
                  </p:cNvPr>
                  <p:cNvSpPr/>
                  <p:nvPr/>
                </p:nvSpPr>
                <p:spPr>
                  <a:xfrm>
                    <a:off x="5455550" y="3749025"/>
                    <a:ext cx="217709" cy="217930"/>
                  </a:xfrm>
                  <a:custGeom>
                    <a:avLst/>
                    <a:gdLst>
                      <a:gd name="connsiteX0" fmla="*/ 11792 w 217709"/>
                      <a:gd name="connsiteY0" fmla="*/ 204942 h 217930"/>
                      <a:gd name="connsiteX1" fmla="*/ 0 w 217709"/>
                      <a:gd name="connsiteY1" fmla="*/ 217931 h 217930"/>
                      <a:gd name="connsiteX2" fmla="*/ 61576 w 217709"/>
                      <a:gd name="connsiteY2" fmla="*/ 179319 h 217930"/>
                      <a:gd name="connsiteX3" fmla="*/ 130466 w 217709"/>
                      <a:gd name="connsiteY3" fmla="*/ 143278 h 217930"/>
                      <a:gd name="connsiteX4" fmla="*/ 130377 w 217709"/>
                      <a:gd name="connsiteY4" fmla="*/ 143278 h 217930"/>
                      <a:gd name="connsiteX5" fmla="*/ 131042 w 217709"/>
                      <a:gd name="connsiteY5" fmla="*/ 142923 h 217930"/>
                      <a:gd name="connsiteX6" fmla="*/ 133126 w 217709"/>
                      <a:gd name="connsiteY6" fmla="*/ 141637 h 217930"/>
                      <a:gd name="connsiteX7" fmla="*/ 150060 w 217709"/>
                      <a:gd name="connsiteY7" fmla="*/ 97572 h 217930"/>
                      <a:gd name="connsiteX8" fmla="*/ 177324 w 217709"/>
                      <a:gd name="connsiteY8" fmla="*/ 14851 h 217930"/>
                      <a:gd name="connsiteX9" fmla="*/ 217709 w 217709"/>
                      <a:gd name="connsiteY9" fmla="*/ 2083 h 217930"/>
                      <a:gd name="connsiteX10" fmla="*/ 167482 w 217709"/>
                      <a:gd name="connsiteY10" fmla="*/ 12900 h 217930"/>
                      <a:gd name="connsiteX11" fmla="*/ 140219 w 217709"/>
                      <a:gd name="connsiteY11" fmla="*/ 95622 h 217930"/>
                      <a:gd name="connsiteX12" fmla="*/ 123284 w 217709"/>
                      <a:gd name="connsiteY12" fmla="*/ 139687 h 217930"/>
                      <a:gd name="connsiteX13" fmla="*/ 121201 w 217709"/>
                      <a:gd name="connsiteY13" fmla="*/ 140972 h 217930"/>
                      <a:gd name="connsiteX14" fmla="*/ 120536 w 217709"/>
                      <a:gd name="connsiteY14" fmla="*/ 141327 h 217930"/>
                      <a:gd name="connsiteX15" fmla="*/ 120625 w 217709"/>
                      <a:gd name="connsiteY15" fmla="*/ 141327 h 217930"/>
                      <a:gd name="connsiteX16" fmla="*/ 51734 w 217709"/>
                      <a:gd name="connsiteY16" fmla="*/ 177368 h 217930"/>
                      <a:gd name="connsiteX17" fmla="*/ 11792 w 217709"/>
                      <a:gd name="connsiteY17" fmla="*/ 204942 h 217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17709" h="217930">
                        <a:moveTo>
                          <a:pt x="11792" y="204942"/>
                        </a:moveTo>
                        <a:cubicBezTo>
                          <a:pt x="11171" y="209996"/>
                          <a:pt x="709" y="213055"/>
                          <a:pt x="0" y="217931"/>
                        </a:cubicBezTo>
                        <a:cubicBezTo>
                          <a:pt x="11526" y="203479"/>
                          <a:pt x="37992" y="190268"/>
                          <a:pt x="61576" y="179319"/>
                        </a:cubicBezTo>
                        <a:cubicBezTo>
                          <a:pt x="82810" y="169433"/>
                          <a:pt x="107902" y="157109"/>
                          <a:pt x="130466" y="143278"/>
                        </a:cubicBezTo>
                        <a:lnTo>
                          <a:pt x="130377" y="143278"/>
                        </a:lnTo>
                        <a:cubicBezTo>
                          <a:pt x="130377" y="143278"/>
                          <a:pt x="130643" y="143145"/>
                          <a:pt x="131042" y="142923"/>
                        </a:cubicBezTo>
                        <a:cubicBezTo>
                          <a:pt x="131752" y="142480"/>
                          <a:pt x="132461" y="142081"/>
                          <a:pt x="133126" y="141637"/>
                        </a:cubicBezTo>
                        <a:cubicBezTo>
                          <a:pt x="139554" y="137426"/>
                          <a:pt x="154582" y="124481"/>
                          <a:pt x="150060" y="97572"/>
                        </a:cubicBezTo>
                        <a:cubicBezTo>
                          <a:pt x="144342" y="63659"/>
                          <a:pt x="145627" y="36750"/>
                          <a:pt x="177324" y="14851"/>
                        </a:cubicBezTo>
                        <a:cubicBezTo>
                          <a:pt x="190446" y="5807"/>
                          <a:pt x="204986" y="1197"/>
                          <a:pt x="217709" y="2083"/>
                        </a:cubicBezTo>
                        <a:cubicBezTo>
                          <a:pt x="203080" y="-2970"/>
                          <a:pt x="184106" y="1374"/>
                          <a:pt x="167482" y="12900"/>
                        </a:cubicBezTo>
                        <a:cubicBezTo>
                          <a:pt x="135786" y="34844"/>
                          <a:pt x="134500" y="61753"/>
                          <a:pt x="140219" y="95622"/>
                        </a:cubicBezTo>
                        <a:cubicBezTo>
                          <a:pt x="144741" y="122531"/>
                          <a:pt x="129668" y="135475"/>
                          <a:pt x="123284" y="139687"/>
                        </a:cubicBezTo>
                        <a:cubicBezTo>
                          <a:pt x="122619" y="140130"/>
                          <a:pt x="121866" y="140529"/>
                          <a:pt x="121201" y="140972"/>
                        </a:cubicBezTo>
                        <a:cubicBezTo>
                          <a:pt x="120802" y="141194"/>
                          <a:pt x="120536" y="141327"/>
                          <a:pt x="120536" y="141327"/>
                        </a:cubicBezTo>
                        <a:lnTo>
                          <a:pt x="120625" y="141327"/>
                        </a:lnTo>
                        <a:cubicBezTo>
                          <a:pt x="98060" y="155158"/>
                          <a:pt x="72969" y="167482"/>
                          <a:pt x="51734" y="177368"/>
                        </a:cubicBezTo>
                        <a:cubicBezTo>
                          <a:pt x="35199" y="185037"/>
                          <a:pt x="22121" y="194790"/>
                          <a:pt x="11792" y="204942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47" name="Forme libre : forme 27246">
                    <a:extLst>
                      <a:ext uri="{FF2B5EF4-FFF2-40B4-BE49-F238E27FC236}">
                        <a16:creationId xmlns:a16="http://schemas.microsoft.com/office/drawing/2014/main" id="{1AFD1B30-82F2-406B-A10A-2B3616F655FC}"/>
                      </a:ext>
                    </a:extLst>
                  </p:cNvPr>
                  <p:cNvSpPr/>
                  <p:nvPr/>
                </p:nvSpPr>
                <p:spPr>
                  <a:xfrm>
                    <a:off x="5884718" y="4198300"/>
                    <a:ext cx="364976" cy="392081"/>
                  </a:xfrm>
                  <a:custGeom>
                    <a:avLst/>
                    <a:gdLst>
                      <a:gd name="connsiteX0" fmla="*/ 0 w 364976"/>
                      <a:gd name="connsiteY0" fmla="*/ 392082 h 392081"/>
                      <a:gd name="connsiteX1" fmla="*/ 186500 w 364976"/>
                      <a:gd name="connsiteY1" fmla="*/ 386807 h 392081"/>
                      <a:gd name="connsiteX2" fmla="*/ 243820 w 364976"/>
                      <a:gd name="connsiteY2" fmla="*/ 319335 h 392081"/>
                      <a:gd name="connsiteX3" fmla="*/ 238146 w 364976"/>
                      <a:gd name="connsiteY3" fmla="*/ 234485 h 392081"/>
                      <a:gd name="connsiteX4" fmla="*/ 225246 w 364976"/>
                      <a:gd name="connsiteY4" fmla="*/ 101094 h 392081"/>
                      <a:gd name="connsiteX5" fmla="*/ 364977 w 364976"/>
                      <a:gd name="connsiteY5" fmla="*/ 2501 h 392081"/>
                      <a:gd name="connsiteX6" fmla="*/ 362849 w 364976"/>
                      <a:gd name="connsiteY6" fmla="*/ 1837 h 392081"/>
                      <a:gd name="connsiteX7" fmla="*/ 215449 w 364976"/>
                      <a:gd name="connsiteY7" fmla="*/ 99143 h 392081"/>
                      <a:gd name="connsiteX8" fmla="*/ 228349 w 364976"/>
                      <a:gd name="connsiteY8" fmla="*/ 232535 h 392081"/>
                      <a:gd name="connsiteX9" fmla="*/ 234023 w 364976"/>
                      <a:gd name="connsiteY9" fmla="*/ 317384 h 392081"/>
                      <a:gd name="connsiteX10" fmla="*/ 176703 w 364976"/>
                      <a:gd name="connsiteY10" fmla="*/ 384856 h 392081"/>
                      <a:gd name="connsiteX11" fmla="*/ 1951 w 364976"/>
                      <a:gd name="connsiteY11" fmla="*/ 389954 h 392081"/>
                      <a:gd name="connsiteX12" fmla="*/ 0 w 364976"/>
                      <a:gd name="connsiteY12" fmla="*/ 392082 h 392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64976" h="392081">
                        <a:moveTo>
                          <a:pt x="0" y="392082"/>
                        </a:moveTo>
                        <a:cubicBezTo>
                          <a:pt x="56965" y="391506"/>
                          <a:pt x="121245" y="389777"/>
                          <a:pt x="186500" y="386807"/>
                        </a:cubicBezTo>
                        <a:cubicBezTo>
                          <a:pt x="201218" y="377674"/>
                          <a:pt x="221965" y="358701"/>
                          <a:pt x="243820" y="319335"/>
                        </a:cubicBezTo>
                        <a:cubicBezTo>
                          <a:pt x="264035" y="276112"/>
                          <a:pt x="244441" y="248139"/>
                          <a:pt x="238146" y="234485"/>
                        </a:cubicBezTo>
                        <a:cubicBezTo>
                          <a:pt x="231496" y="220122"/>
                          <a:pt x="200553" y="166659"/>
                          <a:pt x="225246" y="101094"/>
                        </a:cubicBezTo>
                        <a:cubicBezTo>
                          <a:pt x="248652" y="38897"/>
                          <a:pt x="317410" y="-3040"/>
                          <a:pt x="364977" y="2501"/>
                        </a:cubicBezTo>
                        <a:cubicBezTo>
                          <a:pt x="364268" y="2324"/>
                          <a:pt x="363558" y="2014"/>
                          <a:pt x="362849" y="1837"/>
                        </a:cubicBezTo>
                        <a:cubicBezTo>
                          <a:pt x="315326" y="-9601"/>
                          <a:pt x="240141" y="33533"/>
                          <a:pt x="215449" y="99143"/>
                        </a:cubicBezTo>
                        <a:cubicBezTo>
                          <a:pt x="190756" y="164753"/>
                          <a:pt x="221699" y="218172"/>
                          <a:pt x="228349" y="232535"/>
                        </a:cubicBezTo>
                        <a:cubicBezTo>
                          <a:pt x="234644" y="246189"/>
                          <a:pt x="254238" y="274162"/>
                          <a:pt x="234023" y="317384"/>
                        </a:cubicBezTo>
                        <a:cubicBezTo>
                          <a:pt x="212168" y="356750"/>
                          <a:pt x="191421" y="375768"/>
                          <a:pt x="176703" y="384856"/>
                        </a:cubicBezTo>
                        <a:cubicBezTo>
                          <a:pt x="115881" y="387604"/>
                          <a:pt x="55946" y="389289"/>
                          <a:pt x="1951" y="389954"/>
                        </a:cubicBezTo>
                        <a:cubicBezTo>
                          <a:pt x="1286" y="390664"/>
                          <a:pt x="665" y="391417"/>
                          <a:pt x="0" y="392082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48" name="Forme libre : forme 27247">
                    <a:extLst>
                      <a:ext uri="{FF2B5EF4-FFF2-40B4-BE49-F238E27FC236}">
                        <a16:creationId xmlns:a16="http://schemas.microsoft.com/office/drawing/2014/main" id="{B8D1DC3C-F736-4F1A-826F-D97579EAC67B}"/>
                      </a:ext>
                    </a:extLst>
                  </p:cNvPr>
                  <p:cNvSpPr/>
                  <p:nvPr/>
                </p:nvSpPr>
                <p:spPr>
                  <a:xfrm>
                    <a:off x="5710719" y="4424691"/>
                    <a:ext cx="201528" cy="165061"/>
                  </a:xfrm>
                  <a:custGeom>
                    <a:avLst/>
                    <a:gdLst>
                      <a:gd name="connsiteX0" fmla="*/ 1463 w 201528"/>
                      <a:gd name="connsiteY0" fmla="*/ 162588 h 165061"/>
                      <a:gd name="connsiteX1" fmla="*/ 26022 w 201528"/>
                      <a:gd name="connsiteY1" fmla="*/ 163874 h 165061"/>
                      <a:gd name="connsiteX2" fmla="*/ 155114 w 201528"/>
                      <a:gd name="connsiteY2" fmla="*/ 164672 h 165061"/>
                      <a:gd name="connsiteX3" fmla="*/ 167172 w 201528"/>
                      <a:gd name="connsiteY3" fmla="*/ 153235 h 165061"/>
                      <a:gd name="connsiteX4" fmla="*/ 191022 w 201528"/>
                      <a:gd name="connsiteY4" fmla="*/ 43826 h 165061"/>
                      <a:gd name="connsiteX5" fmla="*/ 189559 w 201528"/>
                      <a:gd name="connsiteY5" fmla="*/ 38417 h 165061"/>
                      <a:gd name="connsiteX6" fmla="*/ 189559 w 201528"/>
                      <a:gd name="connsiteY6" fmla="*/ 32034 h 165061"/>
                      <a:gd name="connsiteX7" fmla="*/ 200997 w 201528"/>
                      <a:gd name="connsiteY7" fmla="*/ 5125 h 165061"/>
                      <a:gd name="connsiteX8" fmla="*/ 201529 w 201528"/>
                      <a:gd name="connsiteY8" fmla="*/ 4726 h 165061"/>
                      <a:gd name="connsiteX9" fmla="*/ 191155 w 201528"/>
                      <a:gd name="connsiteY9" fmla="*/ 3174 h 165061"/>
                      <a:gd name="connsiteX10" fmla="*/ 184417 w 201528"/>
                      <a:gd name="connsiteY10" fmla="*/ 30837 h 165061"/>
                      <a:gd name="connsiteX11" fmla="*/ 185747 w 201528"/>
                      <a:gd name="connsiteY11" fmla="*/ 39481 h 165061"/>
                      <a:gd name="connsiteX12" fmla="*/ 165754 w 201528"/>
                      <a:gd name="connsiteY12" fmla="*/ 147605 h 165061"/>
                      <a:gd name="connsiteX13" fmla="*/ 150770 w 201528"/>
                      <a:gd name="connsiteY13" fmla="*/ 163874 h 165061"/>
                      <a:gd name="connsiteX14" fmla="*/ 16270 w 201528"/>
                      <a:gd name="connsiteY14" fmla="*/ 161968 h 165061"/>
                      <a:gd name="connsiteX15" fmla="*/ 0 w 201528"/>
                      <a:gd name="connsiteY15" fmla="*/ 161125 h 165061"/>
                      <a:gd name="connsiteX16" fmla="*/ 1463 w 201528"/>
                      <a:gd name="connsiteY16" fmla="*/ 162588 h 165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1528" h="165061">
                        <a:moveTo>
                          <a:pt x="1463" y="162588"/>
                        </a:moveTo>
                        <a:cubicBezTo>
                          <a:pt x="9841" y="163032"/>
                          <a:pt x="18087" y="163475"/>
                          <a:pt x="26022" y="163874"/>
                        </a:cubicBezTo>
                        <a:cubicBezTo>
                          <a:pt x="59669" y="165514"/>
                          <a:pt x="101030" y="165115"/>
                          <a:pt x="155114" y="164672"/>
                        </a:cubicBezTo>
                        <a:cubicBezTo>
                          <a:pt x="158705" y="161790"/>
                          <a:pt x="163182" y="158200"/>
                          <a:pt x="167172" y="153235"/>
                        </a:cubicBezTo>
                        <a:cubicBezTo>
                          <a:pt x="181580" y="133197"/>
                          <a:pt x="195588" y="102387"/>
                          <a:pt x="191022" y="43826"/>
                        </a:cubicBezTo>
                        <a:cubicBezTo>
                          <a:pt x="190845" y="41387"/>
                          <a:pt x="189470" y="40013"/>
                          <a:pt x="189559" y="38417"/>
                        </a:cubicBezTo>
                        <a:cubicBezTo>
                          <a:pt x="189426" y="37531"/>
                          <a:pt x="189692" y="32698"/>
                          <a:pt x="189559" y="32034"/>
                        </a:cubicBezTo>
                        <a:cubicBezTo>
                          <a:pt x="188939" y="28842"/>
                          <a:pt x="193505" y="11597"/>
                          <a:pt x="200997" y="5125"/>
                        </a:cubicBezTo>
                        <a:cubicBezTo>
                          <a:pt x="201174" y="4947"/>
                          <a:pt x="201351" y="4859"/>
                          <a:pt x="201529" y="4726"/>
                        </a:cubicBezTo>
                        <a:cubicBezTo>
                          <a:pt x="200376" y="-195"/>
                          <a:pt x="197317" y="-2146"/>
                          <a:pt x="191155" y="3174"/>
                        </a:cubicBezTo>
                        <a:cubicBezTo>
                          <a:pt x="183663" y="9602"/>
                          <a:pt x="183796" y="27601"/>
                          <a:pt x="184417" y="30837"/>
                        </a:cubicBezTo>
                        <a:cubicBezTo>
                          <a:pt x="184860" y="33053"/>
                          <a:pt x="185436" y="37132"/>
                          <a:pt x="185747" y="39481"/>
                        </a:cubicBezTo>
                        <a:cubicBezTo>
                          <a:pt x="190668" y="97466"/>
                          <a:pt x="177723" y="130227"/>
                          <a:pt x="165754" y="147605"/>
                        </a:cubicBezTo>
                        <a:cubicBezTo>
                          <a:pt x="160700" y="154919"/>
                          <a:pt x="155380" y="160194"/>
                          <a:pt x="150770" y="163874"/>
                        </a:cubicBezTo>
                        <a:cubicBezTo>
                          <a:pt x="96686" y="164273"/>
                          <a:pt x="49917" y="163608"/>
                          <a:pt x="16270" y="161968"/>
                        </a:cubicBezTo>
                        <a:cubicBezTo>
                          <a:pt x="10950" y="161701"/>
                          <a:pt x="5497" y="161436"/>
                          <a:pt x="0" y="161125"/>
                        </a:cubicBezTo>
                        <a:cubicBezTo>
                          <a:pt x="443" y="161569"/>
                          <a:pt x="975" y="162145"/>
                          <a:pt x="1463" y="162588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7041" name="Forme libre : forme 27040">
                  <a:extLst>
                    <a:ext uri="{FF2B5EF4-FFF2-40B4-BE49-F238E27FC236}">
                      <a16:creationId xmlns:a16="http://schemas.microsoft.com/office/drawing/2014/main" id="{D5B29140-15CC-408E-921A-F28420C19596}"/>
                    </a:ext>
                  </a:extLst>
                </p:cNvPr>
                <p:cNvSpPr/>
                <p:nvPr/>
              </p:nvSpPr>
              <p:spPr>
                <a:xfrm>
                  <a:off x="6164476" y="4260957"/>
                  <a:ext cx="89573" cy="156884"/>
                </a:xfrm>
                <a:custGeom>
                  <a:avLst/>
                  <a:gdLst>
                    <a:gd name="connsiteX0" fmla="*/ 5157 w 89573"/>
                    <a:gd name="connsiteY0" fmla="*/ 145984 h 156884"/>
                    <a:gd name="connsiteX1" fmla="*/ 18013 w 89573"/>
                    <a:gd name="connsiteY1" fmla="*/ 111672 h 156884"/>
                    <a:gd name="connsiteX2" fmla="*/ 26968 w 89573"/>
                    <a:gd name="connsiteY2" fmla="*/ 76207 h 156884"/>
                    <a:gd name="connsiteX3" fmla="*/ 27678 w 89573"/>
                    <a:gd name="connsiteY3" fmla="*/ 57854 h 156884"/>
                    <a:gd name="connsiteX4" fmla="*/ 31667 w 89573"/>
                    <a:gd name="connsiteY4" fmla="*/ 39634 h 156884"/>
                    <a:gd name="connsiteX5" fmla="*/ 43814 w 89573"/>
                    <a:gd name="connsiteY5" fmla="*/ 25315 h 156884"/>
                    <a:gd name="connsiteX6" fmla="*/ 52503 w 89573"/>
                    <a:gd name="connsiteY6" fmla="*/ 21591 h 156884"/>
                    <a:gd name="connsiteX7" fmla="*/ 62389 w 89573"/>
                    <a:gd name="connsiteY7" fmla="*/ 21724 h 156884"/>
                    <a:gd name="connsiteX8" fmla="*/ 67575 w 89573"/>
                    <a:gd name="connsiteY8" fmla="*/ 30191 h 156884"/>
                    <a:gd name="connsiteX9" fmla="*/ 68905 w 89573"/>
                    <a:gd name="connsiteY9" fmla="*/ 39590 h 156884"/>
                    <a:gd name="connsiteX10" fmla="*/ 66378 w 89573"/>
                    <a:gd name="connsiteY10" fmla="*/ 58120 h 156884"/>
                    <a:gd name="connsiteX11" fmla="*/ 52813 w 89573"/>
                    <a:gd name="connsiteY11" fmla="*/ 92609 h 156884"/>
                    <a:gd name="connsiteX12" fmla="*/ 31978 w 89573"/>
                    <a:gd name="connsiteY12" fmla="*/ 123154 h 156884"/>
                    <a:gd name="connsiteX13" fmla="*/ 6399 w 89573"/>
                    <a:gd name="connsiteY13" fmla="*/ 149885 h 156884"/>
                    <a:gd name="connsiteX14" fmla="*/ 5069 w 89573"/>
                    <a:gd name="connsiteY14" fmla="*/ 148112 h 156884"/>
                    <a:gd name="connsiteX15" fmla="*/ 36367 w 89573"/>
                    <a:gd name="connsiteY15" fmla="*/ 120582 h 156884"/>
                    <a:gd name="connsiteX16" fmla="*/ 49311 w 89573"/>
                    <a:gd name="connsiteY16" fmla="*/ 104401 h 156884"/>
                    <a:gd name="connsiteX17" fmla="*/ 58754 w 89573"/>
                    <a:gd name="connsiteY17" fmla="*/ 85783 h 156884"/>
                    <a:gd name="connsiteX18" fmla="*/ 72718 w 89573"/>
                    <a:gd name="connsiteY18" fmla="*/ 46505 h 156884"/>
                    <a:gd name="connsiteX19" fmla="*/ 74003 w 89573"/>
                    <a:gd name="connsiteY19" fmla="*/ 25803 h 156884"/>
                    <a:gd name="connsiteX20" fmla="*/ 70191 w 89573"/>
                    <a:gd name="connsiteY20" fmla="*/ 16804 h 156884"/>
                    <a:gd name="connsiteX21" fmla="*/ 61103 w 89573"/>
                    <a:gd name="connsiteY21" fmla="*/ 13124 h 156884"/>
                    <a:gd name="connsiteX22" fmla="*/ 51040 w 89573"/>
                    <a:gd name="connsiteY22" fmla="*/ 14543 h 156884"/>
                    <a:gd name="connsiteX23" fmla="*/ 41376 w 89573"/>
                    <a:gd name="connsiteY23" fmla="*/ 18222 h 156884"/>
                    <a:gd name="connsiteX24" fmla="*/ 27766 w 89573"/>
                    <a:gd name="connsiteY24" fmla="*/ 32984 h 156884"/>
                    <a:gd name="connsiteX25" fmla="*/ 18279 w 89573"/>
                    <a:gd name="connsiteY25" fmla="*/ 73326 h 156884"/>
                    <a:gd name="connsiteX26" fmla="*/ 3473 w 89573"/>
                    <a:gd name="connsiteY26" fmla="*/ 155604 h 156884"/>
                    <a:gd name="connsiteX27" fmla="*/ 370 w 89573"/>
                    <a:gd name="connsiteY27" fmla="*/ 155604 h 156884"/>
                    <a:gd name="connsiteX28" fmla="*/ 4182 w 89573"/>
                    <a:gd name="connsiteY28" fmla="*/ 58342 h 156884"/>
                    <a:gd name="connsiteX29" fmla="*/ 6665 w 89573"/>
                    <a:gd name="connsiteY29" fmla="*/ 46106 h 156884"/>
                    <a:gd name="connsiteX30" fmla="*/ 11896 w 89573"/>
                    <a:gd name="connsiteY30" fmla="*/ 34802 h 156884"/>
                    <a:gd name="connsiteX31" fmla="*/ 25816 w 89573"/>
                    <a:gd name="connsiteY31" fmla="*/ 14410 h 156884"/>
                    <a:gd name="connsiteX32" fmla="*/ 47759 w 89573"/>
                    <a:gd name="connsiteY32" fmla="*/ 2706 h 156884"/>
                    <a:gd name="connsiteX33" fmla="*/ 59950 w 89573"/>
                    <a:gd name="connsiteY33" fmla="*/ 91 h 156884"/>
                    <a:gd name="connsiteX34" fmla="*/ 72585 w 89573"/>
                    <a:gd name="connsiteY34" fmla="*/ 2618 h 156884"/>
                    <a:gd name="connsiteX35" fmla="*/ 87879 w 89573"/>
                    <a:gd name="connsiteY35" fmla="*/ 22212 h 156884"/>
                    <a:gd name="connsiteX36" fmla="*/ 88633 w 89573"/>
                    <a:gd name="connsiteY36" fmla="*/ 46904 h 156884"/>
                    <a:gd name="connsiteX37" fmla="*/ 72274 w 89573"/>
                    <a:gd name="connsiteY37" fmla="*/ 92831 h 156884"/>
                    <a:gd name="connsiteX38" fmla="*/ 42750 w 89573"/>
                    <a:gd name="connsiteY38" fmla="*/ 131532 h 156884"/>
                    <a:gd name="connsiteX39" fmla="*/ 23200 w 89573"/>
                    <a:gd name="connsiteY39" fmla="*/ 146073 h 156884"/>
                    <a:gd name="connsiteX40" fmla="*/ 12162 w 89573"/>
                    <a:gd name="connsiteY40" fmla="*/ 151171 h 156884"/>
                    <a:gd name="connsiteX41" fmla="*/ 6576 w 89573"/>
                    <a:gd name="connsiteY41" fmla="*/ 153520 h 156884"/>
                    <a:gd name="connsiteX42" fmla="*/ 3739 w 89573"/>
                    <a:gd name="connsiteY42" fmla="*/ 154673 h 156884"/>
                    <a:gd name="connsiteX43" fmla="*/ 2941 w 89573"/>
                    <a:gd name="connsiteY43" fmla="*/ 155604 h 156884"/>
                    <a:gd name="connsiteX44" fmla="*/ 2675 w 89573"/>
                    <a:gd name="connsiteY44" fmla="*/ 156313 h 156884"/>
                    <a:gd name="connsiteX45" fmla="*/ 2542 w 89573"/>
                    <a:gd name="connsiteY45" fmla="*/ 156668 h 156884"/>
                    <a:gd name="connsiteX46" fmla="*/ 2453 w 89573"/>
                    <a:gd name="connsiteY46" fmla="*/ 156845 h 156884"/>
                    <a:gd name="connsiteX47" fmla="*/ 2143 w 89573"/>
                    <a:gd name="connsiteY47" fmla="*/ 156668 h 156884"/>
                    <a:gd name="connsiteX48" fmla="*/ 2187 w 89573"/>
                    <a:gd name="connsiteY48" fmla="*/ 156579 h 156884"/>
                    <a:gd name="connsiteX49" fmla="*/ 2498 w 89573"/>
                    <a:gd name="connsiteY49" fmla="*/ 156668 h 156884"/>
                    <a:gd name="connsiteX50" fmla="*/ 2453 w 89573"/>
                    <a:gd name="connsiteY50" fmla="*/ 156756 h 156884"/>
                    <a:gd name="connsiteX51" fmla="*/ 2143 w 89573"/>
                    <a:gd name="connsiteY51" fmla="*/ 156668 h 156884"/>
                    <a:gd name="connsiteX52" fmla="*/ 2232 w 89573"/>
                    <a:gd name="connsiteY52" fmla="*/ 156535 h 156884"/>
                    <a:gd name="connsiteX53" fmla="*/ 2365 w 89573"/>
                    <a:gd name="connsiteY53" fmla="*/ 156180 h 156884"/>
                    <a:gd name="connsiteX54" fmla="*/ 2586 w 89573"/>
                    <a:gd name="connsiteY54" fmla="*/ 155471 h 156884"/>
                    <a:gd name="connsiteX55" fmla="*/ 2852 w 89573"/>
                    <a:gd name="connsiteY55" fmla="*/ 154673 h 156884"/>
                    <a:gd name="connsiteX56" fmla="*/ 3606 w 89573"/>
                    <a:gd name="connsiteY56" fmla="*/ 154230 h 156884"/>
                    <a:gd name="connsiteX57" fmla="*/ 6399 w 89573"/>
                    <a:gd name="connsiteY57" fmla="*/ 153033 h 156884"/>
                    <a:gd name="connsiteX58" fmla="*/ 11940 w 89573"/>
                    <a:gd name="connsiteY58" fmla="*/ 150550 h 156884"/>
                    <a:gd name="connsiteX59" fmla="*/ 22845 w 89573"/>
                    <a:gd name="connsiteY59" fmla="*/ 145230 h 156884"/>
                    <a:gd name="connsiteX60" fmla="*/ 41775 w 89573"/>
                    <a:gd name="connsiteY60" fmla="*/ 130468 h 156884"/>
                    <a:gd name="connsiteX61" fmla="*/ 70501 w 89573"/>
                    <a:gd name="connsiteY61" fmla="*/ 91767 h 156884"/>
                    <a:gd name="connsiteX62" fmla="*/ 86017 w 89573"/>
                    <a:gd name="connsiteY62" fmla="*/ 46461 h 156884"/>
                    <a:gd name="connsiteX63" fmla="*/ 85042 w 89573"/>
                    <a:gd name="connsiteY63" fmla="*/ 22965 h 156884"/>
                    <a:gd name="connsiteX64" fmla="*/ 71122 w 89573"/>
                    <a:gd name="connsiteY64" fmla="*/ 5410 h 156884"/>
                    <a:gd name="connsiteX65" fmla="*/ 48690 w 89573"/>
                    <a:gd name="connsiteY65" fmla="*/ 5809 h 156884"/>
                    <a:gd name="connsiteX66" fmla="*/ 28210 w 89573"/>
                    <a:gd name="connsiteY66" fmla="*/ 16670 h 156884"/>
                    <a:gd name="connsiteX67" fmla="*/ 14910 w 89573"/>
                    <a:gd name="connsiteY67" fmla="*/ 36353 h 156884"/>
                    <a:gd name="connsiteX68" fmla="*/ 9990 w 89573"/>
                    <a:gd name="connsiteY68" fmla="*/ 47081 h 156884"/>
                    <a:gd name="connsiteX69" fmla="*/ 7684 w 89573"/>
                    <a:gd name="connsiteY69" fmla="*/ 58652 h 156884"/>
                    <a:gd name="connsiteX70" fmla="*/ 3473 w 89573"/>
                    <a:gd name="connsiteY70" fmla="*/ 155426 h 156884"/>
                    <a:gd name="connsiteX71" fmla="*/ 370 w 89573"/>
                    <a:gd name="connsiteY71" fmla="*/ 155426 h 156884"/>
                    <a:gd name="connsiteX72" fmla="*/ 16018 w 89573"/>
                    <a:gd name="connsiteY72" fmla="*/ 72926 h 156884"/>
                    <a:gd name="connsiteX73" fmla="*/ 26126 w 89573"/>
                    <a:gd name="connsiteY73" fmla="*/ 32098 h 156884"/>
                    <a:gd name="connsiteX74" fmla="*/ 40578 w 89573"/>
                    <a:gd name="connsiteY74" fmla="*/ 16715 h 156884"/>
                    <a:gd name="connsiteX75" fmla="*/ 50552 w 89573"/>
                    <a:gd name="connsiteY75" fmla="*/ 13035 h 156884"/>
                    <a:gd name="connsiteX76" fmla="*/ 61147 w 89573"/>
                    <a:gd name="connsiteY76" fmla="*/ 11661 h 156884"/>
                    <a:gd name="connsiteX77" fmla="*/ 71077 w 89573"/>
                    <a:gd name="connsiteY77" fmla="*/ 15828 h 156884"/>
                    <a:gd name="connsiteX78" fmla="*/ 75200 w 89573"/>
                    <a:gd name="connsiteY78" fmla="*/ 25714 h 156884"/>
                    <a:gd name="connsiteX79" fmla="*/ 73737 w 89573"/>
                    <a:gd name="connsiteY79" fmla="*/ 46727 h 156884"/>
                    <a:gd name="connsiteX80" fmla="*/ 59862 w 89573"/>
                    <a:gd name="connsiteY80" fmla="*/ 86359 h 156884"/>
                    <a:gd name="connsiteX81" fmla="*/ 50552 w 89573"/>
                    <a:gd name="connsiteY81" fmla="*/ 105200 h 156884"/>
                    <a:gd name="connsiteX82" fmla="*/ 37563 w 89573"/>
                    <a:gd name="connsiteY82" fmla="*/ 121824 h 156884"/>
                    <a:gd name="connsiteX83" fmla="*/ 6266 w 89573"/>
                    <a:gd name="connsiteY83" fmla="*/ 149929 h 156884"/>
                    <a:gd name="connsiteX84" fmla="*/ 4936 w 89573"/>
                    <a:gd name="connsiteY84" fmla="*/ 148156 h 156884"/>
                    <a:gd name="connsiteX85" fmla="*/ 29761 w 89573"/>
                    <a:gd name="connsiteY85" fmla="*/ 121469 h 156884"/>
                    <a:gd name="connsiteX86" fmla="*/ 50198 w 89573"/>
                    <a:gd name="connsiteY86" fmla="*/ 91191 h 156884"/>
                    <a:gd name="connsiteX87" fmla="*/ 57601 w 89573"/>
                    <a:gd name="connsiteY87" fmla="*/ 74567 h 156884"/>
                    <a:gd name="connsiteX88" fmla="*/ 63586 w 89573"/>
                    <a:gd name="connsiteY88" fmla="*/ 57322 h 156884"/>
                    <a:gd name="connsiteX89" fmla="*/ 66201 w 89573"/>
                    <a:gd name="connsiteY89" fmla="*/ 39590 h 156884"/>
                    <a:gd name="connsiteX90" fmla="*/ 65049 w 89573"/>
                    <a:gd name="connsiteY90" fmla="*/ 30768 h 156884"/>
                    <a:gd name="connsiteX91" fmla="*/ 61103 w 89573"/>
                    <a:gd name="connsiteY91" fmla="*/ 23852 h 156884"/>
                    <a:gd name="connsiteX92" fmla="*/ 53123 w 89573"/>
                    <a:gd name="connsiteY92" fmla="*/ 23852 h 156884"/>
                    <a:gd name="connsiteX93" fmla="*/ 44922 w 89573"/>
                    <a:gd name="connsiteY93" fmla="*/ 27266 h 156884"/>
                    <a:gd name="connsiteX94" fmla="*/ 33574 w 89573"/>
                    <a:gd name="connsiteY94" fmla="*/ 40432 h 156884"/>
                    <a:gd name="connsiteX95" fmla="*/ 29584 w 89573"/>
                    <a:gd name="connsiteY95" fmla="*/ 57987 h 156884"/>
                    <a:gd name="connsiteX96" fmla="*/ 28697 w 89573"/>
                    <a:gd name="connsiteY96" fmla="*/ 76384 h 156884"/>
                    <a:gd name="connsiteX97" fmla="*/ 19122 w 89573"/>
                    <a:gd name="connsiteY97" fmla="*/ 112026 h 156884"/>
                    <a:gd name="connsiteX98" fmla="*/ 5423 w 89573"/>
                    <a:gd name="connsiteY98" fmla="*/ 146161 h 156884"/>
                    <a:gd name="connsiteX99" fmla="*/ 5157 w 89573"/>
                    <a:gd name="connsiteY99" fmla="*/ 145984 h 156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89573" h="156884">
                      <a:moveTo>
                        <a:pt x="5157" y="145984"/>
                      </a:moveTo>
                      <a:cubicBezTo>
                        <a:pt x="10965" y="135167"/>
                        <a:pt x="14600" y="123420"/>
                        <a:pt x="18013" y="111672"/>
                      </a:cubicBezTo>
                      <a:cubicBezTo>
                        <a:pt x="21117" y="99835"/>
                        <a:pt x="25771" y="88265"/>
                        <a:pt x="26968" y="76207"/>
                      </a:cubicBezTo>
                      <a:cubicBezTo>
                        <a:pt x="27544" y="70178"/>
                        <a:pt x="27146" y="64016"/>
                        <a:pt x="27678" y="57854"/>
                      </a:cubicBezTo>
                      <a:cubicBezTo>
                        <a:pt x="28165" y="51692"/>
                        <a:pt x="29185" y="45441"/>
                        <a:pt x="31667" y="39634"/>
                      </a:cubicBezTo>
                      <a:cubicBezTo>
                        <a:pt x="34061" y="33827"/>
                        <a:pt x="38273" y="28551"/>
                        <a:pt x="43814" y="25315"/>
                      </a:cubicBezTo>
                      <a:cubicBezTo>
                        <a:pt x="46563" y="23675"/>
                        <a:pt x="49488" y="22478"/>
                        <a:pt x="52503" y="21591"/>
                      </a:cubicBezTo>
                      <a:cubicBezTo>
                        <a:pt x="55473" y="20749"/>
                        <a:pt x="59064" y="19907"/>
                        <a:pt x="62389" y="21724"/>
                      </a:cubicBezTo>
                      <a:cubicBezTo>
                        <a:pt x="65669" y="23675"/>
                        <a:pt x="66822" y="27221"/>
                        <a:pt x="67575" y="30191"/>
                      </a:cubicBezTo>
                      <a:cubicBezTo>
                        <a:pt x="68373" y="33250"/>
                        <a:pt x="68817" y="36398"/>
                        <a:pt x="68905" y="39590"/>
                      </a:cubicBezTo>
                      <a:cubicBezTo>
                        <a:pt x="69038" y="45929"/>
                        <a:pt x="67975" y="52135"/>
                        <a:pt x="66378" y="58120"/>
                      </a:cubicBezTo>
                      <a:cubicBezTo>
                        <a:pt x="62921" y="70045"/>
                        <a:pt x="58576" y="81571"/>
                        <a:pt x="52813" y="92609"/>
                      </a:cubicBezTo>
                      <a:cubicBezTo>
                        <a:pt x="46873" y="103559"/>
                        <a:pt x="39381" y="113356"/>
                        <a:pt x="31978" y="123154"/>
                      </a:cubicBezTo>
                      <a:cubicBezTo>
                        <a:pt x="24308" y="132818"/>
                        <a:pt x="16107" y="142083"/>
                        <a:pt x="6399" y="149885"/>
                      </a:cubicBezTo>
                      <a:lnTo>
                        <a:pt x="5069" y="148112"/>
                      </a:lnTo>
                      <a:cubicBezTo>
                        <a:pt x="16462" y="140176"/>
                        <a:pt x="26614" y="130512"/>
                        <a:pt x="36367" y="120582"/>
                      </a:cubicBezTo>
                      <a:cubicBezTo>
                        <a:pt x="41243" y="115617"/>
                        <a:pt x="45853" y="110431"/>
                        <a:pt x="49311" y="104401"/>
                      </a:cubicBezTo>
                      <a:cubicBezTo>
                        <a:pt x="52813" y="98417"/>
                        <a:pt x="55739" y="92033"/>
                        <a:pt x="58754" y="85783"/>
                      </a:cubicBezTo>
                      <a:cubicBezTo>
                        <a:pt x="64650" y="73192"/>
                        <a:pt x="70280" y="60248"/>
                        <a:pt x="72718" y="46505"/>
                      </a:cubicBezTo>
                      <a:cubicBezTo>
                        <a:pt x="74003" y="39678"/>
                        <a:pt x="74491" y="32674"/>
                        <a:pt x="74003" y="25803"/>
                      </a:cubicBezTo>
                      <a:cubicBezTo>
                        <a:pt x="73693" y="22433"/>
                        <a:pt x="72674" y="19020"/>
                        <a:pt x="70191" y="16804"/>
                      </a:cubicBezTo>
                      <a:cubicBezTo>
                        <a:pt x="67753" y="14543"/>
                        <a:pt x="64428" y="13346"/>
                        <a:pt x="61103" y="13124"/>
                      </a:cubicBezTo>
                      <a:cubicBezTo>
                        <a:pt x="57734" y="12902"/>
                        <a:pt x="54321" y="13567"/>
                        <a:pt x="51040" y="14543"/>
                      </a:cubicBezTo>
                      <a:cubicBezTo>
                        <a:pt x="47715" y="15562"/>
                        <a:pt x="44435" y="16670"/>
                        <a:pt x="41376" y="18222"/>
                      </a:cubicBezTo>
                      <a:cubicBezTo>
                        <a:pt x="35169" y="21148"/>
                        <a:pt x="30869" y="26911"/>
                        <a:pt x="27766" y="32984"/>
                      </a:cubicBezTo>
                      <a:cubicBezTo>
                        <a:pt x="21515" y="45353"/>
                        <a:pt x="20452" y="59538"/>
                        <a:pt x="18279" y="73326"/>
                      </a:cubicBezTo>
                      <a:cubicBezTo>
                        <a:pt x="13935" y="101077"/>
                        <a:pt x="4625" y="127853"/>
                        <a:pt x="3473" y="155604"/>
                      </a:cubicBezTo>
                      <a:lnTo>
                        <a:pt x="370" y="155604"/>
                      </a:lnTo>
                      <a:cubicBezTo>
                        <a:pt x="-872" y="123065"/>
                        <a:pt x="1168" y="90659"/>
                        <a:pt x="4182" y="58342"/>
                      </a:cubicBezTo>
                      <a:cubicBezTo>
                        <a:pt x="4670" y="54263"/>
                        <a:pt x="5335" y="50140"/>
                        <a:pt x="6665" y="46106"/>
                      </a:cubicBezTo>
                      <a:cubicBezTo>
                        <a:pt x="7995" y="42072"/>
                        <a:pt x="9856" y="38348"/>
                        <a:pt x="11896" y="34802"/>
                      </a:cubicBezTo>
                      <a:cubicBezTo>
                        <a:pt x="16063" y="27842"/>
                        <a:pt x="19831" y="20527"/>
                        <a:pt x="25816" y="14410"/>
                      </a:cubicBezTo>
                      <a:cubicBezTo>
                        <a:pt x="31845" y="8203"/>
                        <a:pt x="39957" y="5011"/>
                        <a:pt x="47759" y="2706"/>
                      </a:cubicBezTo>
                      <a:cubicBezTo>
                        <a:pt x="51660" y="1554"/>
                        <a:pt x="55695" y="445"/>
                        <a:pt x="59950" y="91"/>
                      </a:cubicBezTo>
                      <a:cubicBezTo>
                        <a:pt x="64206" y="-308"/>
                        <a:pt x="68728" y="623"/>
                        <a:pt x="72585" y="2618"/>
                      </a:cubicBezTo>
                      <a:cubicBezTo>
                        <a:pt x="80298" y="6607"/>
                        <a:pt x="85618" y="14144"/>
                        <a:pt x="87879" y="22212"/>
                      </a:cubicBezTo>
                      <a:cubicBezTo>
                        <a:pt x="90184" y="30324"/>
                        <a:pt x="89830" y="38836"/>
                        <a:pt x="88633" y="46904"/>
                      </a:cubicBezTo>
                      <a:cubicBezTo>
                        <a:pt x="86150" y="63129"/>
                        <a:pt x="80298" y="78645"/>
                        <a:pt x="72274" y="92831"/>
                      </a:cubicBezTo>
                      <a:cubicBezTo>
                        <a:pt x="64251" y="107017"/>
                        <a:pt x="54187" y="119962"/>
                        <a:pt x="42750" y="131532"/>
                      </a:cubicBezTo>
                      <a:cubicBezTo>
                        <a:pt x="37031" y="137295"/>
                        <a:pt x="30559" y="142526"/>
                        <a:pt x="23200" y="146073"/>
                      </a:cubicBezTo>
                      <a:cubicBezTo>
                        <a:pt x="19565" y="147934"/>
                        <a:pt x="15886" y="149575"/>
                        <a:pt x="12162" y="151171"/>
                      </a:cubicBezTo>
                      <a:lnTo>
                        <a:pt x="6576" y="153520"/>
                      </a:lnTo>
                      <a:cubicBezTo>
                        <a:pt x="5645" y="153875"/>
                        <a:pt x="4758" y="154362"/>
                        <a:pt x="3739" y="154673"/>
                      </a:cubicBezTo>
                      <a:cubicBezTo>
                        <a:pt x="3207" y="154806"/>
                        <a:pt x="3074" y="154983"/>
                        <a:pt x="2941" y="155604"/>
                      </a:cubicBezTo>
                      <a:lnTo>
                        <a:pt x="2675" y="156313"/>
                      </a:lnTo>
                      <a:lnTo>
                        <a:pt x="2542" y="156668"/>
                      </a:lnTo>
                      <a:lnTo>
                        <a:pt x="2453" y="156845"/>
                      </a:lnTo>
                      <a:cubicBezTo>
                        <a:pt x="2409" y="157022"/>
                        <a:pt x="1921" y="156535"/>
                        <a:pt x="2143" y="156668"/>
                      </a:cubicBezTo>
                      <a:lnTo>
                        <a:pt x="2187" y="156579"/>
                      </a:lnTo>
                      <a:lnTo>
                        <a:pt x="2498" y="156668"/>
                      </a:lnTo>
                      <a:lnTo>
                        <a:pt x="2453" y="156756"/>
                      </a:lnTo>
                      <a:cubicBezTo>
                        <a:pt x="2675" y="156934"/>
                        <a:pt x="2143" y="156579"/>
                        <a:pt x="2143" y="156668"/>
                      </a:cubicBezTo>
                      <a:lnTo>
                        <a:pt x="2232" y="156535"/>
                      </a:lnTo>
                      <a:lnTo>
                        <a:pt x="2365" y="156180"/>
                      </a:lnTo>
                      <a:lnTo>
                        <a:pt x="2586" y="155471"/>
                      </a:lnTo>
                      <a:cubicBezTo>
                        <a:pt x="2675" y="155249"/>
                        <a:pt x="2631" y="154983"/>
                        <a:pt x="2852" y="154673"/>
                      </a:cubicBezTo>
                      <a:cubicBezTo>
                        <a:pt x="3074" y="154407"/>
                        <a:pt x="3340" y="154318"/>
                        <a:pt x="3606" y="154230"/>
                      </a:cubicBezTo>
                      <a:cubicBezTo>
                        <a:pt x="4537" y="153964"/>
                        <a:pt x="5468" y="153432"/>
                        <a:pt x="6399" y="153033"/>
                      </a:cubicBezTo>
                      <a:lnTo>
                        <a:pt x="11940" y="150550"/>
                      </a:lnTo>
                      <a:cubicBezTo>
                        <a:pt x="15619" y="148865"/>
                        <a:pt x="19255" y="147136"/>
                        <a:pt x="22845" y="145230"/>
                      </a:cubicBezTo>
                      <a:cubicBezTo>
                        <a:pt x="30027" y="141551"/>
                        <a:pt x="36233" y="136275"/>
                        <a:pt x="41775" y="130468"/>
                      </a:cubicBezTo>
                      <a:cubicBezTo>
                        <a:pt x="52902" y="118809"/>
                        <a:pt x="62788" y="105864"/>
                        <a:pt x="70501" y="91767"/>
                      </a:cubicBezTo>
                      <a:cubicBezTo>
                        <a:pt x="78259" y="77670"/>
                        <a:pt x="83800" y="62331"/>
                        <a:pt x="86017" y="46461"/>
                      </a:cubicBezTo>
                      <a:cubicBezTo>
                        <a:pt x="87125" y="38570"/>
                        <a:pt x="87258" y="30457"/>
                        <a:pt x="85042" y="22965"/>
                      </a:cubicBezTo>
                      <a:cubicBezTo>
                        <a:pt x="82914" y="15562"/>
                        <a:pt x="77905" y="8824"/>
                        <a:pt x="71122" y="5410"/>
                      </a:cubicBezTo>
                      <a:cubicBezTo>
                        <a:pt x="64295" y="1731"/>
                        <a:pt x="56315" y="3460"/>
                        <a:pt x="48690" y="5809"/>
                      </a:cubicBezTo>
                      <a:cubicBezTo>
                        <a:pt x="41066" y="8070"/>
                        <a:pt x="33574" y="11129"/>
                        <a:pt x="28210" y="16670"/>
                      </a:cubicBezTo>
                      <a:cubicBezTo>
                        <a:pt x="22801" y="22212"/>
                        <a:pt x="18989" y="29482"/>
                        <a:pt x="14910" y="36353"/>
                      </a:cubicBezTo>
                      <a:cubicBezTo>
                        <a:pt x="12960" y="39811"/>
                        <a:pt x="11186" y="43358"/>
                        <a:pt x="9990" y="47081"/>
                      </a:cubicBezTo>
                      <a:cubicBezTo>
                        <a:pt x="8793" y="50761"/>
                        <a:pt x="8128" y="54662"/>
                        <a:pt x="7684" y="58652"/>
                      </a:cubicBezTo>
                      <a:cubicBezTo>
                        <a:pt x="4670" y="90748"/>
                        <a:pt x="2365" y="123154"/>
                        <a:pt x="3473" y="155426"/>
                      </a:cubicBezTo>
                      <a:lnTo>
                        <a:pt x="370" y="155426"/>
                      </a:lnTo>
                      <a:cubicBezTo>
                        <a:pt x="1655" y="127010"/>
                        <a:pt x="11453" y="100323"/>
                        <a:pt x="16018" y="72926"/>
                      </a:cubicBezTo>
                      <a:cubicBezTo>
                        <a:pt x="18324" y="59272"/>
                        <a:pt x="19565" y="44865"/>
                        <a:pt x="26126" y="32098"/>
                      </a:cubicBezTo>
                      <a:cubicBezTo>
                        <a:pt x="29318" y="25847"/>
                        <a:pt x="33928" y="19774"/>
                        <a:pt x="40578" y="16715"/>
                      </a:cubicBezTo>
                      <a:cubicBezTo>
                        <a:pt x="43814" y="15119"/>
                        <a:pt x="47139" y="14011"/>
                        <a:pt x="50552" y="13035"/>
                      </a:cubicBezTo>
                      <a:cubicBezTo>
                        <a:pt x="53966" y="12060"/>
                        <a:pt x="57512" y="11395"/>
                        <a:pt x="61147" y="11661"/>
                      </a:cubicBezTo>
                      <a:cubicBezTo>
                        <a:pt x="64738" y="11971"/>
                        <a:pt x="68373" y="13257"/>
                        <a:pt x="71077" y="15828"/>
                      </a:cubicBezTo>
                      <a:cubicBezTo>
                        <a:pt x="73870" y="18399"/>
                        <a:pt x="74934" y="22212"/>
                        <a:pt x="75200" y="25714"/>
                      </a:cubicBezTo>
                      <a:cubicBezTo>
                        <a:pt x="75644" y="32807"/>
                        <a:pt x="75112" y="39855"/>
                        <a:pt x="73737" y="46727"/>
                      </a:cubicBezTo>
                      <a:cubicBezTo>
                        <a:pt x="70989" y="60558"/>
                        <a:pt x="65714" y="73636"/>
                        <a:pt x="59862" y="86359"/>
                      </a:cubicBezTo>
                      <a:cubicBezTo>
                        <a:pt x="56892" y="92698"/>
                        <a:pt x="54055" y="99082"/>
                        <a:pt x="50552" y="105200"/>
                      </a:cubicBezTo>
                      <a:cubicBezTo>
                        <a:pt x="47095" y="111361"/>
                        <a:pt x="42395" y="116814"/>
                        <a:pt x="37563" y="121824"/>
                      </a:cubicBezTo>
                      <a:cubicBezTo>
                        <a:pt x="27855" y="131931"/>
                        <a:pt x="17703" y="141684"/>
                        <a:pt x="6266" y="149929"/>
                      </a:cubicBezTo>
                      <a:lnTo>
                        <a:pt x="4936" y="148156"/>
                      </a:lnTo>
                      <a:cubicBezTo>
                        <a:pt x="14290" y="140442"/>
                        <a:pt x="22313" y="131133"/>
                        <a:pt x="29761" y="121469"/>
                      </a:cubicBezTo>
                      <a:cubicBezTo>
                        <a:pt x="37031" y="111672"/>
                        <a:pt x="44479" y="101875"/>
                        <a:pt x="50198" y="91191"/>
                      </a:cubicBezTo>
                      <a:cubicBezTo>
                        <a:pt x="53035" y="85827"/>
                        <a:pt x="55429" y="80241"/>
                        <a:pt x="57601" y="74567"/>
                      </a:cubicBezTo>
                      <a:cubicBezTo>
                        <a:pt x="59818" y="68892"/>
                        <a:pt x="61945" y="63174"/>
                        <a:pt x="63586" y="57322"/>
                      </a:cubicBezTo>
                      <a:cubicBezTo>
                        <a:pt x="65182" y="51515"/>
                        <a:pt x="66290" y="45530"/>
                        <a:pt x="66201" y="39590"/>
                      </a:cubicBezTo>
                      <a:cubicBezTo>
                        <a:pt x="66157" y="36619"/>
                        <a:pt x="65758" y="33649"/>
                        <a:pt x="65049" y="30768"/>
                      </a:cubicBezTo>
                      <a:cubicBezTo>
                        <a:pt x="64383" y="27930"/>
                        <a:pt x="63275" y="25093"/>
                        <a:pt x="61103" y="23852"/>
                      </a:cubicBezTo>
                      <a:cubicBezTo>
                        <a:pt x="58931" y="22567"/>
                        <a:pt x="55916" y="23010"/>
                        <a:pt x="53123" y="23852"/>
                      </a:cubicBezTo>
                      <a:cubicBezTo>
                        <a:pt x="50242" y="24694"/>
                        <a:pt x="47493" y="25803"/>
                        <a:pt x="44922" y="27266"/>
                      </a:cubicBezTo>
                      <a:cubicBezTo>
                        <a:pt x="39780" y="30191"/>
                        <a:pt x="35923" y="34935"/>
                        <a:pt x="33574" y="40432"/>
                      </a:cubicBezTo>
                      <a:cubicBezTo>
                        <a:pt x="31180" y="45929"/>
                        <a:pt x="30116" y="51914"/>
                        <a:pt x="29584" y="57987"/>
                      </a:cubicBezTo>
                      <a:cubicBezTo>
                        <a:pt x="29052" y="64016"/>
                        <a:pt x="29362" y="70178"/>
                        <a:pt x="28697" y="76384"/>
                      </a:cubicBezTo>
                      <a:cubicBezTo>
                        <a:pt x="27323" y="88841"/>
                        <a:pt x="22535" y="100279"/>
                        <a:pt x="19122" y="112026"/>
                      </a:cubicBezTo>
                      <a:cubicBezTo>
                        <a:pt x="15398" y="123685"/>
                        <a:pt x="11497" y="135433"/>
                        <a:pt x="5423" y="146161"/>
                      </a:cubicBezTo>
                      <a:lnTo>
                        <a:pt x="5157" y="145984"/>
                      </a:ln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42" name="Forme libre : forme 27041">
                  <a:extLst>
                    <a:ext uri="{FF2B5EF4-FFF2-40B4-BE49-F238E27FC236}">
                      <a16:creationId xmlns:a16="http://schemas.microsoft.com/office/drawing/2014/main" id="{7E9D1342-C768-448E-AC0A-507882B161E4}"/>
                    </a:ext>
                  </a:extLst>
                </p:cNvPr>
                <p:cNvSpPr/>
                <p:nvPr/>
              </p:nvSpPr>
              <p:spPr>
                <a:xfrm>
                  <a:off x="6132484" y="4221294"/>
                  <a:ext cx="165056" cy="236849"/>
                </a:xfrm>
                <a:custGeom>
                  <a:avLst/>
                  <a:gdLst>
                    <a:gd name="connsiteX0" fmla="*/ 29923 w 165056"/>
                    <a:gd name="connsiteY0" fmla="*/ 203822 h 236849"/>
                    <a:gd name="connsiteX1" fmla="*/ 21545 w 165056"/>
                    <a:gd name="connsiteY1" fmla="*/ 147034 h 236849"/>
                    <a:gd name="connsiteX2" fmla="*/ 28194 w 165056"/>
                    <a:gd name="connsiteY2" fmla="*/ 89981 h 236849"/>
                    <a:gd name="connsiteX3" fmla="*/ 57985 w 165056"/>
                    <a:gd name="connsiteY3" fmla="*/ 41128 h 236849"/>
                    <a:gd name="connsiteX4" fmla="*/ 83386 w 165056"/>
                    <a:gd name="connsiteY4" fmla="*/ 27208 h 236849"/>
                    <a:gd name="connsiteX5" fmla="*/ 112379 w 165056"/>
                    <a:gd name="connsiteY5" fmla="*/ 27075 h 236849"/>
                    <a:gd name="connsiteX6" fmla="*/ 124570 w 165056"/>
                    <a:gd name="connsiteY6" fmla="*/ 35586 h 236849"/>
                    <a:gd name="connsiteX7" fmla="*/ 130111 w 165056"/>
                    <a:gd name="connsiteY7" fmla="*/ 49329 h 236849"/>
                    <a:gd name="connsiteX8" fmla="*/ 131175 w 165056"/>
                    <a:gd name="connsiteY8" fmla="*/ 78277 h 236849"/>
                    <a:gd name="connsiteX9" fmla="*/ 116191 w 165056"/>
                    <a:gd name="connsiteY9" fmla="*/ 133912 h 236849"/>
                    <a:gd name="connsiteX10" fmla="*/ 30721 w 165056"/>
                    <a:gd name="connsiteY10" fmla="*/ 207724 h 236849"/>
                    <a:gd name="connsiteX11" fmla="*/ 30056 w 165056"/>
                    <a:gd name="connsiteY11" fmla="*/ 205640 h 236849"/>
                    <a:gd name="connsiteX12" fmla="*/ 132638 w 165056"/>
                    <a:gd name="connsiteY12" fmla="*/ 127307 h 236849"/>
                    <a:gd name="connsiteX13" fmla="*/ 146115 w 165056"/>
                    <a:gd name="connsiteY13" fmla="*/ 97251 h 236849"/>
                    <a:gd name="connsiteX14" fmla="*/ 150282 w 165056"/>
                    <a:gd name="connsiteY14" fmla="*/ 64756 h 236849"/>
                    <a:gd name="connsiteX15" fmla="*/ 139244 w 165056"/>
                    <a:gd name="connsiteY15" fmla="*/ 34301 h 236849"/>
                    <a:gd name="connsiteX16" fmla="*/ 112512 w 165056"/>
                    <a:gd name="connsiteY16" fmla="*/ 16879 h 236849"/>
                    <a:gd name="connsiteX17" fmla="*/ 80239 w 165056"/>
                    <a:gd name="connsiteY17" fmla="*/ 19805 h 236849"/>
                    <a:gd name="connsiteX18" fmla="*/ 52355 w 165056"/>
                    <a:gd name="connsiteY18" fmla="*/ 36650 h 236849"/>
                    <a:gd name="connsiteX19" fmla="*/ 34002 w 165056"/>
                    <a:gd name="connsiteY19" fmla="*/ 63470 h 236849"/>
                    <a:gd name="connsiteX20" fmla="*/ 23008 w 165056"/>
                    <a:gd name="connsiteY20" fmla="*/ 94680 h 236849"/>
                    <a:gd name="connsiteX21" fmla="*/ 10107 w 165056"/>
                    <a:gd name="connsiteY21" fmla="*/ 159137 h 236849"/>
                    <a:gd name="connsiteX22" fmla="*/ 24914 w 165056"/>
                    <a:gd name="connsiteY22" fmla="*/ 222220 h 236849"/>
                    <a:gd name="connsiteX23" fmla="*/ 23052 w 165056"/>
                    <a:gd name="connsiteY23" fmla="*/ 221555 h 236849"/>
                    <a:gd name="connsiteX24" fmla="*/ 59714 w 165056"/>
                    <a:gd name="connsiteY24" fmla="*/ 208743 h 236849"/>
                    <a:gd name="connsiteX25" fmla="*/ 94647 w 165056"/>
                    <a:gd name="connsiteY25" fmla="*/ 192296 h 236849"/>
                    <a:gd name="connsiteX26" fmla="*/ 123994 w 165056"/>
                    <a:gd name="connsiteY26" fmla="*/ 168003 h 236849"/>
                    <a:gd name="connsiteX27" fmla="*/ 142967 w 165056"/>
                    <a:gd name="connsiteY27" fmla="*/ 134799 h 236849"/>
                    <a:gd name="connsiteX28" fmla="*/ 155557 w 165056"/>
                    <a:gd name="connsiteY28" fmla="*/ 98226 h 236849"/>
                    <a:gd name="connsiteX29" fmla="*/ 161719 w 165056"/>
                    <a:gd name="connsiteY29" fmla="*/ 60500 h 236849"/>
                    <a:gd name="connsiteX30" fmla="*/ 150814 w 165056"/>
                    <a:gd name="connsiteY30" fmla="*/ 24858 h 236849"/>
                    <a:gd name="connsiteX31" fmla="*/ 119605 w 165056"/>
                    <a:gd name="connsiteY31" fmla="*/ 5087 h 236849"/>
                    <a:gd name="connsiteX32" fmla="*/ 81835 w 165056"/>
                    <a:gd name="connsiteY32" fmla="*/ 5707 h 236849"/>
                    <a:gd name="connsiteX33" fmla="*/ 63526 w 165056"/>
                    <a:gd name="connsiteY33" fmla="*/ 11515 h 236849"/>
                    <a:gd name="connsiteX34" fmla="*/ 46370 w 165056"/>
                    <a:gd name="connsiteY34" fmla="*/ 20026 h 236849"/>
                    <a:gd name="connsiteX35" fmla="*/ 32317 w 165056"/>
                    <a:gd name="connsiteY35" fmla="*/ 32616 h 236849"/>
                    <a:gd name="connsiteX36" fmla="*/ 23229 w 165056"/>
                    <a:gd name="connsiteY36" fmla="*/ 49373 h 236849"/>
                    <a:gd name="connsiteX37" fmla="*/ 9487 w 165056"/>
                    <a:gd name="connsiteY37" fmla="*/ 85592 h 236849"/>
                    <a:gd name="connsiteX38" fmla="*/ 2970 w 165056"/>
                    <a:gd name="connsiteY38" fmla="*/ 123583 h 236849"/>
                    <a:gd name="connsiteX39" fmla="*/ 1418 w 165056"/>
                    <a:gd name="connsiteY39" fmla="*/ 162373 h 236849"/>
                    <a:gd name="connsiteX40" fmla="*/ 4344 w 165056"/>
                    <a:gd name="connsiteY40" fmla="*/ 200941 h 236849"/>
                    <a:gd name="connsiteX41" fmla="*/ 18619 w 165056"/>
                    <a:gd name="connsiteY41" fmla="*/ 236672 h 236849"/>
                    <a:gd name="connsiteX42" fmla="*/ 18353 w 165056"/>
                    <a:gd name="connsiteY42" fmla="*/ 236849 h 236849"/>
                    <a:gd name="connsiteX43" fmla="*/ 3502 w 165056"/>
                    <a:gd name="connsiteY43" fmla="*/ 201074 h 236849"/>
                    <a:gd name="connsiteX44" fmla="*/ 0 w 165056"/>
                    <a:gd name="connsiteY44" fmla="*/ 162329 h 236849"/>
                    <a:gd name="connsiteX45" fmla="*/ 1241 w 165056"/>
                    <a:gd name="connsiteY45" fmla="*/ 123450 h 236849"/>
                    <a:gd name="connsiteX46" fmla="*/ 7536 w 165056"/>
                    <a:gd name="connsiteY46" fmla="*/ 84971 h 236849"/>
                    <a:gd name="connsiteX47" fmla="*/ 21101 w 165056"/>
                    <a:gd name="connsiteY47" fmla="*/ 48442 h 236849"/>
                    <a:gd name="connsiteX48" fmla="*/ 30367 w 165056"/>
                    <a:gd name="connsiteY48" fmla="*/ 31065 h 236849"/>
                    <a:gd name="connsiteX49" fmla="*/ 44996 w 165056"/>
                    <a:gd name="connsiteY49" fmla="*/ 17765 h 236849"/>
                    <a:gd name="connsiteX50" fmla="*/ 62551 w 165056"/>
                    <a:gd name="connsiteY50" fmla="*/ 8899 h 236849"/>
                    <a:gd name="connsiteX51" fmla="*/ 81214 w 165056"/>
                    <a:gd name="connsiteY51" fmla="*/ 2826 h 236849"/>
                    <a:gd name="connsiteX52" fmla="*/ 120447 w 165056"/>
                    <a:gd name="connsiteY52" fmla="*/ 1895 h 236849"/>
                    <a:gd name="connsiteX53" fmla="*/ 153562 w 165056"/>
                    <a:gd name="connsiteY53" fmla="*/ 22863 h 236849"/>
                    <a:gd name="connsiteX54" fmla="*/ 165044 w 165056"/>
                    <a:gd name="connsiteY54" fmla="*/ 60368 h 236849"/>
                    <a:gd name="connsiteX55" fmla="*/ 158705 w 165056"/>
                    <a:gd name="connsiteY55" fmla="*/ 99068 h 236849"/>
                    <a:gd name="connsiteX56" fmla="*/ 145982 w 165056"/>
                    <a:gd name="connsiteY56" fmla="*/ 135952 h 236849"/>
                    <a:gd name="connsiteX57" fmla="*/ 126476 w 165056"/>
                    <a:gd name="connsiteY57" fmla="*/ 169954 h 236849"/>
                    <a:gd name="connsiteX58" fmla="*/ 96242 w 165056"/>
                    <a:gd name="connsiteY58" fmla="*/ 194912 h 236849"/>
                    <a:gd name="connsiteX59" fmla="*/ 60911 w 165056"/>
                    <a:gd name="connsiteY59" fmla="*/ 211536 h 236849"/>
                    <a:gd name="connsiteX60" fmla="*/ 24205 w 165056"/>
                    <a:gd name="connsiteY60" fmla="*/ 224348 h 236849"/>
                    <a:gd name="connsiteX61" fmla="*/ 22963 w 165056"/>
                    <a:gd name="connsiteY61" fmla="*/ 224835 h 236849"/>
                    <a:gd name="connsiteX62" fmla="*/ 22343 w 165056"/>
                    <a:gd name="connsiteY62" fmla="*/ 223683 h 236849"/>
                    <a:gd name="connsiteX63" fmla="*/ 7492 w 165056"/>
                    <a:gd name="connsiteY63" fmla="*/ 159048 h 236849"/>
                    <a:gd name="connsiteX64" fmla="*/ 20968 w 165056"/>
                    <a:gd name="connsiteY64" fmla="*/ 93970 h 236849"/>
                    <a:gd name="connsiteX65" fmla="*/ 32229 w 165056"/>
                    <a:gd name="connsiteY65" fmla="*/ 62673 h 236849"/>
                    <a:gd name="connsiteX66" fmla="*/ 51202 w 165056"/>
                    <a:gd name="connsiteY66" fmla="*/ 35320 h 236849"/>
                    <a:gd name="connsiteX67" fmla="*/ 79751 w 165056"/>
                    <a:gd name="connsiteY67" fmla="*/ 18253 h 236849"/>
                    <a:gd name="connsiteX68" fmla="*/ 112822 w 165056"/>
                    <a:gd name="connsiteY68" fmla="*/ 15416 h 236849"/>
                    <a:gd name="connsiteX69" fmla="*/ 140263 w 165056"/>
                    <a:gd name="connsiteY69" fmla="*/ 33459 h 236849"/>
                    <a:gd name="connsiteX70" fmla="*/ 151346 w 165056"/>
                    <a:gd name="connsiteY70" fmla="*/ 64579 h 236849"/>
                    <a:gd name="connsiteX71" fmla="*/ 133791 w 165056"/>
                    <a:gd name="connsiteY71" fmla="*/ 127883 h 236849"/>
                    <a:gd name="connsiteX72" fmla="*/ 30721 w 165056"/>
                    <a:gd name="connsiteY72" fmla="*/ 207635 h 236849"/>
                    <a:gd name="connsiteX73" fmla="*/ 30056 w 165056"/>
                    <a:gd name="connsiteY73" fmla="*/ 205551 h 236849"/>
                    <a:gd name="connsiteX74" fmla="*/ 113620 w 165056"/>
                    <a:gd name="connsiteY74" fmla="*/ 132538 h 236849"/>
                    <a:gd name="connsiteX75" fmla="*/ 128382 w 165056"/>
                    <a:gd name="connsiteY75" fmla="*/ 77967 h 236849"/>
                    <a:gd name="connsiteX76" fmla="*/ 127540 w 165056"/>
                    <a:gd name="connsiteY76" fmla="*/ 49639 h 236849"/>
                    <a:gd name="connsiteX77" fmla="*/ 122575 w 165056"/>
                    <a:gd name="connsiteY77" fmla="*/ 36961 h 236849"/>
                    <a:gd name="connsiteX78" fmla="*/ 111581 w 165056"/>
                    <a:gd name="connsiteY78" fmla="*/ 29247 h 236849"/>
                    <a:gd name="connsiteX79" fmla="*/ 84007 w 165056"/>
                    <a:gd name="connsiteY79" fmla="*/ 29247 h 236849"/>
                    <a:gd name="connsiteX80" fmla="*/ 59359 w 165056"/>
                    <a:gd name="connsiteY80" fmla="*/ 42591 h 236849"/>
                    <a:gd name="connsiteX81" fmla="*/ 29879 w 165056"/>
                    <a:gd name="connsiteY81" fmla="*/ 90379 h 236849"/>
                    <a:gd name="connsiteX82" fmla="*/ 22742 w 165056"/>
                    <a:gd name="connsiteY82" fmla="*/ 146857 h 236849"/>
                    <a:gd name="connsiteX83" fmla="*/ 30278 w 165056"/>
                    <a:gd name="connsiteY83" fmla="*/ 203601 h 236849"/>
                    <a:gd name="connsiteX84" fmla="*/ 29923 w 165056"/>
                    <a:gd name="connsiteY84" fmla="*/ 203822 h 2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165056" h="236849">
                      <a:moveTo>
                        <a:pt x="29923" y="203822"/>
                      </a:moveTo>
                      <a:cubicBezTo>
                        <a:pt x="25357" y="185248"/>
                        <a:pt x="22298" y="166186"/>
                        <a:pt x="21545" y="147034"/>
                      </a:cubicBezTo>
                      <a:cubicBezTo>
                        <a:pt x="20791" y="127883"/>
                        <a:pt x="22476" y="108422"/>
                        <a:pt x="28194" y="89981"/>
                      </a:cubicBezTo>
                      <a:cubicBezTo>
                        <a:pt x="33824" y="71672"/>
                        <a:pt x="43223" y="53895"/>
                        <a:pt x="57985" y="41128"/>
                      </a:cubicBezTo>
                      <a:cubicBezTo>
                        <a:pt x="65344" y="34833"/>
                        <a:pt x="73988" y="29912"/>
                        <a:pt x="83386" y="27208"/>
                      </a:cubicBezTo>
                      <a:cubicBezTo>
                        <a:pt x="92696" y="24592"/>
                        <a:pt x="102936" y="23839"/>
                        <a:pt x="112379" y="27075"/>
                      </a:cubicBezTo>
                      <a:cubicBezTo>
                        <a:pt x="117034" y="28671"/>
                        <a:pt x="121511" y="31508"/>
                        <a:pt x="124570" y="35586"/>
                      </a:cubicBezTo>
                      <a:cubicBezTo>
                        <a:pt x="127673" y="39620"/>
                        <a:pt x="129225" y="44541"/>
                        <a:pt x="130111" y="49329"/>
                      </a:cubicBezTo>
                      <a:cubicBezTo>
                        <a:pt x="131663" y="58993"/>
                        <a:pt x="131752" y="68657"/>
                        <a:pt x="131175" y="78277"/>
                      </a:cubicBezTo>
                      <a:cubicBezTo>
                        <a:pt x="129934" y="97561"/>
                        <a:pt x="124792" y="116624"/>
                        <a:pt x="116191" y="133912"/>
                      </a:cubicBezTo>
                      <a:cubicBezTo>
                        <a:pt x="98991" y="168668"/>
                        <a:pt x="67383" y="195621"/>
                        <a:pt x="30721" y="207724"/>
                      </a:cubicBezTo>
                      <a:lnTo>
                        <a:pt x="30056" y="205640"/>
                      </a:lnTo>
                      <a:cubicBezTo>
                        <a:pt x="71905" y="192651"/>
                        <a:pt x="110162" y="165388"/>
                        <a:pt x="132638" y="127307"/>
                      </a:cubicBezTo>
                      <a:cubicBezTo>
                        <a:pt x="138135" y="117820"/>
                        <a:pt x="142879" y="107757"/>
                        <a:pt x="146115" y="97251"/>
                      </a:cubicBezTo>
                      <a:cubicBezTo>
                        <a:pt x="149307" y="86744"/>
                        <a:pt x="151169" y="75706"/>
                        <a:pt x="150282" y="64756"/>
                      </a:cubicBezTo>
                      <a:cubicBezTo>
                        <a:pt x="149528" y="53806"/>
                        <a:pt x="145760" y="43078"/>
                        <a:pt x="139244" y="34301"/>
                      </a:cubicBezTo>
                      <a:cubicBezTo>
                        <a:pt x="132771" y="25523"/>
                        <a:pt x="123284" y="18874"/>
                        <a:pt x="112512" y="16879"/>
                      </a:cubicBezTo>
                      <a:cubicBezTo>
                        <a:pt x="101784" y="14795"/>
                        <a:pt x="90568" y="16303"/>
                        <a:pt x="80239" y="19805"/>
                      </a:cubicBezTo>
                      <a:cubicBezTo>
                        <a:pt x="69910" y="23351"/>
                        <a:pt x="60335" y="29158"/>
                        <a:pt x="52355" y="36650"/>
                      </a:cubicBezTo>
                      <a:cubicBezTo>
                        <a:pt x="44331" y="44098"/>
                        <a:pt x="38125" y="53363"/>
                        <a:pt x="34002" y="63470"/>
                      </a:cubicBezTo>
                      <a:cubicBezTo>
                        <a:pt x="29923" y="73667"/>
                        <a:pt x="26466" y="84217"/>
                        <a:pt x="23008" y="94680"/>
                      </a:cubicBezTo>
                      <a:cubicBezTo>
                        <a:pt x="16314" y="115648"/>
                        <a:pt x="10772" y="137237"/>
                        <a:pt x="10107" y="159137"/>
                      </a:cubicBezTo>
                      <a:cubicBezTo>
                        <a:pt x="9620" y="180992"/>
                        <a:pt x="14319" y="203113"/>
                        <a:pt x="24914" y="222220"/>
                      </a:cubicBezTo>
                      <a:lnTo>
                        <a:pt x="23052" y="221555"/>
                      </a:lnTo>
                      <a:cubicBezTo>
                        <a:pt x="35376" y="216767"/>
                        <a:pt x="47922" y="214019"/>
                        <a:pt x="59714" y="208743"/>
                      </a:cubicBezTo>
                      <a:cubicBezTo>
                        <a:pt x="71683" y="203867"/>
                        <a:pt x="83564" y="198769"/>
                        <a:pt x="94647" y="192296"/>
                      </a:cubicBezTo>
                      <a:cubicBezTo>
                        <a:pt x="105729" y="185868"/>
                        <a:pt x="115970" y="177933"/>
                        <a:pt x="123994" y="168003"/>
                      </a:cubicBezTo>
                      <a:cubicBezTo>
                        <a:pt x="132062" y="158117"/>
                        <a:pt x="138091" y="146680"/>
                        <a:pt x="142967" y="134799"/>
                      </a:cubicBezTo>
                      <a:cubicBezTo>
                        <a:pt x="147799" y="122918"/>
                        <a:pt x="151833" y="110550"/>
                        <a:pt x="155557" y="98226"/>
                      </a:cubicBezTo>
                      <a:cubicBezTo>
                        <a:pt x="159148" y="85902"/>
                        <a:pt x="161941" y="73223"/>
                        <a:pt x="161719" y="60500"/>
                      </a:cubicBezTo>
                      <a:cubicBezTo>
                        <a:pt x="161498" y="47866"/>
                        <a:pt x="158217" y="35010"/>
                        <a:pt x="150814" y="24858"/>
                      </a:cubicBezTo>
                      <a:cubicBezTo>
                        <a:pt x="143411" y="14706"/>
                        <a:pt x="131840" y="8057"/>
                        <a:pt x="119605" y="5087"/>
                      </a:cubicBezTo>
                      <a:cubicBezTo>
                        <a:pt x="107281" y="2028"/>
                        <a:pt x="94248" y="2781"/>
                        <a:pt x="81835" y="5707"/>
                      </a:cubicBezTo>
                      <a:cubicBezTo>
                        <a:pt x="75628" y="7170"/>
                        <a:pt x="69511" y="9165"/>
                        <a:pt x="63526" y="11515"/>
                      </a:cubicBezTo>
                      <a:cubicBezTo>
                        <a:pt x="57542" y="13864"/>
                        <a:pt x="51734" y="16613"/>
                        <a:pt x="46370" y="20026"/>
                      </a:cubicBezTo>
                      <a:cubicBezTo>
                        <a:pt x="41006" y="23440"/>
                        <a:pt x="36130" y="27607"/>
                        <a:pt x="32317" y="32616"/>
                      </a:cubicBezTo>
                      <a:cubicBezTo>
                        <a:pt x="28460" y="37626"/>
                        <a:pt x="25756" y="43477"/>
                        <a:pt x="23229" y="49373"/>
                      </a:cubicBezTo>
                      <a:cubicBezTo>
                        <a:pt x="18264" y="61343"/>
                        <a:pt x="13211" y="73268"/>
                        <a:pt x="9487" y="85592"/>
                      </a:cubicBezTo>
                      <a:cubicBezTo>
                        <a:pt x="5630" y="97871"/>
                        <a:pt x="3768" y="110683"/>
                        <a:pt x="2970" y="123583"/>
                      </a:cubicBezTo>
                      <a:cubicBezTo>
                        <a:pt x="2217" y="136484"/>
                        <a:pt x="1640" y="149428"/>
                        <a:pt x="1418" y="162373"/>
                      </a:cubicBezTo>
                      <a:cubicBezTo>
                        <a:pt x="1241" y="175273"/>
                        <a:pt x="1818" y="188262"/>
                        <a:pt x="4344" y="200941"/>
                      </a:cubicBezTo>
                      <a:cubicBezTo>
                        <a:pt x="6871" y="213575"/>
                        <a:pt x="11349" y="225944"/>
                        <a:pt x="18619" y="236672"/>
                      </a:cubicBezTo>
                      <a:lnTo>
                        <a:pt x="18353" y="236849"/>
                      </a:lnTo>
                      <a:cubicBezTo>
                        <a:pt x="10905" y="226165"/>
                        <a:pt x="6206" y="213797"/>
                        <a:pt x="3502" y="201074"/>
                      </a:cubicBezTo>
                      <a:cubicBezTo>
                        <a:pt x="754" y="188351"/>
                        <a:pt x="0" y="175273"/>
                        <a:pt x="0" y="162329"/>
                      </a:cubicBezTo>
                      <a:cubicBezTo>
                        <a:pt x="89" y="149340"/>
                        <a:pt x="576" y="136395"/>
                        <a:pt x="1241" y="123450"/>
                      </a:cubicBezTo>
                      <a:cubicBezTo>
                        <a:pt x="1951" y="110506"/>
                        <a:pt x="3724" y="97473"/>
                        <a:pt x="7536" y="84971"/>
                      </a:cubicBezTo>
                      <a:cubicBezTo>
                        <a:pt x="11260" y="72470"/>
                        <a:pt x="16225" y="60456"/>
                        <a:pt x="21101" y="48442"/>
                      </a:cubicBezTo>
                      <a:cubicBezTo>
                        <a:pt x="23584" y="42458"/>
                        <a:pt x="26333" y="36384"/>
                        <a:pt x="30367" y="31065"/>
                      </a:cubicBezTo>
                      <a:cubicBezTo>
                        <a:pt x="34356" y="25745"/>
                        <a:pt x="39455" y="21356"/>
                        <a:pt x="44996" y="17765"/>
                      </a:cubicBezTo>
                      <a:cubicBezTo>
                        <a:pt x="50537" y="14174"/>
                        <a:pt x="56477" y="11337"/>
                        <a:pt x="62551" y="8899"/>
                      </a:cubicBezTo>
                      <a:cubicBezTo>
                        <a:pt x="68624" y="6461"/>
                        <a:pt x="74831" y="4377"/>
                        <a:pt x="81214" y="2826"/>
                      </a:cubicBezTo>
                      <a:cubicBezTo>
                        <a:pt x="93937" y="-277"/>
                        <a:pt x="107458" y="-1164"/>
                        <a:pt x="120447" y="1895"/>
                      </a:cubicBezTo>
                      <a:cubicBezTo>
                        <a:pt x="133303" y="4865"/>
                        <a:pt x="145583" y="12002"/>
                        <a:pt x="153562" y="22863"/>
                      </a:cubicBezTo>
                      <a:cubicBezTo>
                        <a:pt x="161498" y="33769"/>
                        <a:pt x="164867" y="47245"/>
                        <a:pt x="165044" y="60368"/>
                      </a:cubicBezTo>
                      <a:cubicBezTo>
                        <a:pt x="165266" y="73622"/>
                        <a:pt x="162384" y="86567"/>
                        <a:pt x="158705" y="99068"/>
                      </a:cubicBezTo>
                      <a:cubicBezTo>
                        <a:pt x="154937" y="111525"/>
                        <a:pt x="150903" y="123849"/>
                        <a:pt x="145982" y="135952"/>
                      </a:cubicBezTo>
                      <a:cubicBezTo>
                        <a:pt x="141017" y="148010"/>
                        <a:pt x="134855" y="159713"/>
                        <a:pt x="126476" y="169954"/>
                      </a:cubicBezTo>
                      <a:cubicBezTo>
                        <a:pt x="118142" y="180194"/>
                        <a:pt x="107547" y="188351"/>
                        <a:pt x="96242" y="194912"/>
                      </a:cubicBezTo>
                      <a:cubicBezTo>
                        <a:pt x="84938" y="201517"/>
                        <a:pt x="72924" y="206660"/>
                        <a:pt x="60911" y="211536"/>
                      </a:cubicBezTo>
                      <a:cubicBezTo>
                        <a:pt x="48986" y="216856"/>
                        <a:pt x="36085" y="219737"/>
                        <a:pt x="24205" y="224348"/>
                      </a:cubicBezTo>
                      <a:lnTo>
                        <a:pt x="22963" y="224835"/>
                      </a:lnTo>
                      <a:lnTo>
                        <a:pt x="22343" y="223683"/>
                      </a:lnTo>
                      <a:cubicBezTo>
                        <a:pt x="11393" y="204044"/>
                        <a:pt x="6827" y="181302"/>
                        <a:pt x="7492" y="159048"/>
                      </a:cubicBezTo>
                      <a:cubicBezTo>
                        <a:pt x="8334" y="136661"/>
                        <a:pt x="14097" y="114983"/>
                        <a:pt x="20968" y="93970"/>
                      </a:cubicBezTo>
                      <a:cubicBezTo>
                        <a:pt x="24515" y="83464"/>
                        <a:pt x="28017" y="73002"/>
                        <a:pt x="32229" y="62673"/>
                      </a:cubicBezTo>
                      <a:cubicBezTo>
                        <a:pt x="36484" y="52388"/>
                        <a:pt x="42957" y="42857"/>
                        <a:pt x="51202" y="35320"/>
                      </a:cubicBezTo>
                      <a:cubicBezTo>
                        <a:pt x="59403" y="27740"/>
                        <a:pt x="69156" y="21844"/>
                        <a:pt x="79751" y="18253"/>
                      </a:cubicBezTo>
                      <a:cubicBezTo>
                        <a:pt x="90302" y="14751"/>
                        <a:pt x="101739" y="13244"/>
                        <a:pt x="112822" y="15416"/>
                      </a:cubicBezTo>
                      <a:cubicBezTo>
                        <a:pt x="123949" y="17544"/>
                        <a:pt x="133747" y="24459"/>
                        <a:pt x="140263" y="33459"/>
                      </a:cubicBezTo>
                      <a:cubicBezTo>
                        <a:pt x="146868" y="42502"/>
                        <a:pt x="150637" y="53452"/>
                        <a:pt x="151346" y="64579"/>
                      </a:cubicBezTo>
                      <a:cubicBezTo>
                        <a:pt x="152809" y="87010"/>
                        <a:pt x="144696" y="108777"/>
                        <a:pt x="133791" y="127883"/>
                      </a:cubicBezTo>
                      <a:cubicBezTo>
                        <a:pt x="111359" y="166496"/>
                        <a:pt x="72969" y="194291"/>
                        <a:pt x="30721" y="207635"/>
                      </a:cubicBezTo>
                      <a:lnTo>
                        <a:pt x="30056" y="205551"/>
                      </a:lnTo>
                      <a:cubicBezTo>
                        <a:pt x="66097" y="193449"/>
                        <a:pt x="96996" y="166673"/>
                        <a:pt x="113620" y="132538"/>
                      </a:cubicBezTo>
                      <a:cubicBezTo>
                        <a:pt x="121866" y="115471"/>
                        <a:pt x="127097" y="96896"/>
                        <a:pt x="128382" y="77967"/>
                      </a:cubicBezTo>
                      <a:cubicBezTo>
                        <a:pt x="129003" y="68524"/>
                        <a:pt x="128959" y="58905"/>
                        <a:pt x="127540" y="49639"/>
                      </a:cubicBezTo>
                      <a:cubicBezTo>
                        <a:pt x="126742" y="45073"/>
                        <a:pt x="125324" y="40551"/>
                        <a:pt x="122575" y="36961"/>
                      </a:cubicBezTo>
                      <a:cubicBezTo>
                        <a:pt x="119871" y="33325"/>
                        <a:pt x="115881" y="30754"/>
                        <a:pt x="111581" y="29247"/>
                      </a:cubicBezTo>
                      <a:cubicBezTo>
                        <a:pt x="102848" y="26188"/>
                        <a:pt x="93006" y="26765"/>
                        <a:pt x="84007" y="29247"/>
                      </a:cubicBezTo>
                      <a:cubicBezTo>
                        <a:pt x="74964" y="31774"/>
                        <a:pt x="66541" y="36517"/>
                        <a:pt x="59359" y="42591"/>
                      </a:cubicBezTo>
                      <a:cubicBezTo>
                        <a:pt x="44907" y="54915"/>
                        <a:pt x="35509" y="72293"/>
                        <a:pt x="29879" y="90379"/>
                      </a:cubicBezTo>
                      <a:cubicBezTo>
                        <a:pt x="24160" y="108555"/>
                        <a:pt x="22343" y="127795"/>
                        <a:pt x="22742" y="146857"/>
                      </a:cubicBezTo>
                      <a:cubicBezTo>
                        <a:pt x="23185" y="165964"/>
                        <a:pt x="25978" y="184982"/>
                        <a:pt x="30278" y="203601"/>
                      </a:cubicBezTo>
                      <a:lnTo>
                        <a:pt x="29923" y="203822"/>
                      </a:ln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43" name="Forme libre : forme 27042">
                  <a:extLst>
                    <a:ext uri="{FF2B5EF4-FFF2-40B4-BE49-F238E27FC236}">
                      <a16:creationId xmlns:a16="http://schemas.microsoft.com/office/drawing/2014/main" id="{8D46D69E-1062-4F2C-BAD5-3C972C197E88}"/>
                    </a:ext>
                  </a:extLst>
                </p:cNvPr>
                <p:cNvSpPr/>
                <p:nvPr/>
              </p:nvSpPr>
              <p:spPr>
                <a:xfrm>
                  <a:off x="6108483" y="4209054"/>
                  <a:ext cx="201487" cy="257467"/>
                </a:xfrm>
                <a:custGeom>
                  <a:avLst/>
                  <a:gdLst>
                    <a:gd name="connsiteX0" fmla="*/ 45147 w 201487"/>
                    <a:gd name="connsiteY0" fmla="*/ 249754 h 257467"/>
                    <a:gd name="connsiteX1" fmla="*/ 126450 w 201487"/>
                    <a:gd name="connsiteY1" fmla="*/ 215353 h 257467"/>
                    <a:gd name="connsiteX2" fmla="*/ 145601 w 201487"/>
                    <a:gd name="connsiteY2" fmla="*/ 204315 h 257467"/>
                    <a:gd name="connsiteX3" fmla="*/ 163377 w 201487"/>
                    <a:gd name="connsiteY3" fmla="*/ 191681 h 257467"/>
                    <a:gd name="connsiteX4" fmla="*/ 186031 w 201487"/>
                    <a:gd name="connsiteY4" fmla="*/ 155196 h 257467"/>
                    <a:gd name="connsiteX5" fmla="*/ 198222 w 201487"/>
                    <a:gd name="connsiteY5" fmla="*/ 112904 h 257467"/>
                    <a:gd name="connsiteX6" fmla="*/ 195163 w 201487"/>
                    <a:gd name="connsiteY6" fmla="*/ 69371 h 257467"/>
                    <a:gd name="connsiteX7" fmla="*/ 188114 w 201487"/>
                    <a:gd name="connsiteY7" fmla="*/ 48403 h 257467"/>
                    <a:gd name="connsiteX8" fmla="*/ 178494 w 201487"/>
                    <a:gd name="connsiteY8" fmla="*/ 28587 h 257467"/>
                    <a:gd name="connsiteX9" fmla="*/ 163998 w 201487"/>
                    <a:gd name="connsiteY9" fmla="*/ 12450 h 257467"/>
                    <a:gd name="connsiteX10" fmla="*/ 144005 w 201487"/>
                    <a:gd name="connsiteY10" fmla="*/ 4338 h 257467"/>
                    <a:gd name="connsiteX11" fmla="*/ 60397 w 201487"/>
                    <a:gd name="connsiteY11" fmla="*/ 22513 h 257467"/>
                    <a:gd name="connsiteX12" fmla="*/ 9771 w 201487"/>
                    <a:gd name="connsiteY12" fmla="*/ 91138 h 257467"/>
                    <a:gd name="connsiteX13" fmla="*/ 4229 w 201487"/>
                    <a:gd name="connsiteY13" fmla="*/ 134449 h 257467"/>
                    <a:gd name="connsiteX14" fmla="*/ 5870 w 201487"/>
                    <a:gd name="connsiteY14" fmla="*/ 178470 h 257467"/>
                    <a:gd name="connsiteX15" fmla="*/ 17041 w 201487"/>
                    <a:gd name="connsiteY15" fmla="*/ 220850 h 257467"/>
                    <a:gd name="connsiteX16" fmla="*/ 41600 w 201487"/>
                    <a:gd name="connsiteY16" fmla="*/ 257157 h 257467"/>
                    <a:gd name="connsiteX17" fmla="*/ 41290 w 201487"/>
                    <a:gd name="connsiteY17" fmla="*/ 257468 h 257467"/>
                    <a:gd name="connsiteX18" fmla="*/ 15046 w 201487"/>
                    <a:gd name="connsiteY18" fmla="*/ 221737 h 257467"/>
                    <a:gd name="connsiteX19" fmla="*/ 2678 w 201487"/>
                    <a:gd name="connsiteY19" fmla="*/ 178869 h 257467"/>
                    <a:gd name="connsiteX20" fmla="*/ 18 w 201487"/>
                    <a:gd name="connsiteY20" fmla="*/ 134316 h 257467"/>
                    <a:gd name="connsiteX21" fmla="*/ 5382 w 201487"/>
                    <a:gd name="connsiteY21" fmla="*/ 89808 h 257467"/>
                    <a:gd name="connsiteX22" fmla="*/ 58180 w 201487"/>
                    <a:gd name="connsiteY22" fmla="*/ 18923 h 257467"/>
                    <a:gd name="connsiteX23" fmla="*/ 144492 w 201487"/>
                    <a:gd name="connsiteY23" fmla="*/ 1900 h 257467"/>
                    <a:gd name="connsiteX24" fmla="*/ 165106 w 201487"/>
                    <a:gd name="connsiteY24" fmla="*/ 10854 h 257467"/>
                    <a:gd name="connsiteX25" fmla="*/ 179824 w 201487"/>
                    <a:gd name="connsiteY25" fmla="*/ 27744 h 257467"/>
                    <a:gd name="connsiteX26" fmla="*/ 189400 w 201487"/>
                    <a:gd name="connsiteY26" fmla="*/ 47871 h 257467"/>
                    <a:gd name="connsiteX27" fmla="*/ 196670 w 201487"/>
                    <a:gd name="connsiteY27" fmla="*/ 68928 h 257467"/>
                    <a:gd name="connsiteX28" fmla="*/ 200660 w 201487"/>
                    <a:gd name="connsiteY28" fmla="*/ 113215 h 257467"/>
                    <a:gd name="connsiteX29" fmla="*/ 196005 w 201487"/>
                    <a:gd name="connsiteY29" fmla="*/ 135070 h 257467"/>
                    <a:gd name="connsiteX30" fmla="*/ 189533 w 201487"/>
                    <a:gd name="connsiteY30" fmla="*/ 156393 h 257467"/>
                    <a:gd name="connsiteX31" fmla="*/ 165993 w 201487"/>
                    <a:gd name="connsiteY31" fmla="*/ 194518 h 257467"/>
                    <a:gd name="connsiteX32" fmla="*/ 147507 w 201487"/>
                    <a:gd name="connsiteY32" fmla="*/ 207374 h 257467"/>
                    <a:gd name="connsiteX33" fmla="*/ 128090 w 201487"/>
                    <a:gd name="connsiteY33" fmla="*/ 218279 h 257467"/>
                    <a:gd name="connsiteX34" fmla="*/ 45235 w 201487"/>
                    <a:gd name="connsiteY34" fmla="*/ 250109 h 257467"/>
                    <a:gd name="connsiteX35" fmla="*/ 45147 w 201487"/>
                    <a:gd name="connsiteY35" fmla="*/ 249754 h 257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201487" h="257467">
                      <a:moveTo>
                        <a:pt x="45147" y="249754"/>
                      </a:moveTo>
                      <a:cubicBezTo>
                        <a:pt x="73652" y="241863"/>
                        <a:pt x="100694" y="229628"/>
                        <a:pt x="126450" y="215353"/>
                      </a:cubicBezTo>
                      <a:cubicBezTo>
                        <a:pt x="132922" y="211807"/>
                        <a:pt x="139306" y="208083"/>
                        <a:pt x="145601" y="204315"/>
                      </a:cubicBezTo>
                      <a:cubicBezTo>
                        <a:pt x="151896" y="200502"/>
                        <a:pt x="158014" y="196468"/>
                        <a:pt x="163377" y="191681"/>
                      </a:cubicBezTo>
                      <a:cubicBezTo>
                        <a:pt x="174194" y="182149"/>
                        <a:pt x="181154" y="168983"/>
                        <a:pt x="186031" y="155196"/>
                      </a:cubicBezTo>
                      <a:cubicBezTo>
                        <a:pt x="190863" y="141365"/>
                        <a:pt x="195739" y="127267"/>
                        <a:pt x="198222" y="112904"/>
                      </a:cubicBezTo>
                      <a:cubicBezTo>
                        <a:pt x="200748" y="98452"/>
                        <a:pt x="199108" y="83557"/>
                        <a:pt x="195163" y="69371"/>
                      </a:cubicBezTo>
                      <a:cubicBezTo>
                        <a:pt x="193212" y="62278"/>
                        <a:pt x="190863" y="55274"/>
                        <a:pt x="188114" y="48403"/>
                      </a:cubicBezTo>
                      <a:cubicBezTo>
                        <a:pt x="185366" y="41576"/>
                        <a:pt x="182351" y="34838"/>
                        <a:pt x="178494" y="28587"/>
                      </a:cubicBezTo>
                      <a:cubicBezTo>
                        <a:pt x="174682" y="22381"/>
                        <a:pt x="169894" y="16618"/>
                        <a:pt x="163998" y="12450"/>
                      </a:cubicBezTo>
                      <a:cubicBezTo>
                        <a:pt x="158102" y="8195"/>
                        <a:pt x="151142" y="5668"/>
                        <a:pt x="144005" y="4338"/>
                      </a:cubicBezTo>
                      <a:cubicBezTo>
                        <a:pt x="115145" y="-406"/>
                        <a:pt x="84823" y="6865"/>
                        <a:pt x="60397" y="22513"/>
                      </a:cubicBezTo>
                      <a:cubicBezTo>
                        <a:pt x="35926" y="38251"/>
                        <a:pt x="17839" y="63298"/>
                        <a:pt x="9771" y="91138"/>
                      </a:cubicBezTo>
                      <a:cubicBezTo>
                        <a:pt x="5648" y="105058"/>
                        <a:pt x="4717" y="119776"/>
                        <a:pt x="4229" y="134449"/>
                      </a:cubicBezTo>
                      <a:cubicBezTo>
                        <a:pt x="3786" y="149167"/>
                        <a:pt x="4008" y="163885"/>
                        <a:pt x="5870" y="178470"/>
                      </a:cubicBezTo>
                      <a:cubicBezTo>
                        <a:pt x="7687" y="193010"/>
                        <a:pt x="11189" y="207418"/>
                        <a:pt x="17041" y="220850"/>
                      </a:cubicBezTo>
                      <a:cubicBezTo>
                        <a:pt x="22848" y="234283"/>
                        <a:pt x="30917" y="246917"/>
                        <a:pt x="41600" y="257157"/>
                      </a:cubicBezTo>
                      <a:lnTo>
                        <a:pt x="41290" y="257468"/>
                      </a:lnTo>
                      <a:cubicBezTo>
                        <a:pt x="30163" y="247626"/>
                        <a:pt x="21252" y="235302"/>
                        <a:pt x="15046" y="221737"/>
                      </a:cubicBezTo>
                      <a:cubicBezTo>
                        <a:pt x="8751" y="208216"/>
                        <a:pt x="4850" y="193631"/>
                        <a:pt x="2678" y="178869"/>
                      </a:cubicBezTo>
                      <a:cubicBezTo>
                        <a:pt x="461" y="164107"/>
                        <a:pt x="-115" y="149167"/>
                        <a:pt x="18" y="134316"/>
                      </a:cubicBezTo>
                      <a:cubicBezTo>
                        <a:pt x="107" y="119510"/>
                        <a:pt x="1215" y="104348"/>
                        <a:pt x="5382" y="89808"/>
                      </a:cubicBezTo>
                      <a:cubicBezTo>
                        <a:pt x="13495" y="60771"/>
                        <a:pt x="32646" y="34926"/>
                        <a:pt x="58180" y="18923"/>
                      </a:cubicBezTo>
                      <a:cubicBezTo>
                        <a:pt x="83671" y="2919"/>
                        <a:pt x="115013" y="-3553"/>
                        <a:pt x="144492" y="1900"/>
                      </a:cubicBezTo>
                      <a:cubicBezTo>
                        <a:pt x="151852" y="3451"/>
                        <a:pt x="159078" y="6244"/>
                        <a:pt x="165106" y="10854"/>
                      </a:cubicBezTo>
                      <a:cubicBezTo>
                        <a:pt x="171135" y="15421"/>
                        <a:pt x="175923" y="21361"/>
                        <a:pt x="179824" y="27744"/>
                      </a:cubicBezTo>
                      <a:cubicBezTo>
                        <a:pt x="183681" y="34128"/>
                        <a:pt x="186696" y="40955"/>
                        <a:pt x="189400" y="47871"/>
                      </a:cubicBezTo>
                      <a:cubicBezTo>
                        <a:pt x="192060" y="54786"/>
                        <a:pt x="194631" y="61746"/>
                        <a:pt x="196670" y="68928"/>
                      </a:cubicBezTo>
                      <a:cubicBezTo>
                        <a:pt x="200704" y="83203"/>
                        <a:pt x="202743" y="98320"/>
                        <a:pt x="200660" y="113215"/>
                      </a:cubicBezTo>
                      <a:cubicBezTo>
                        <a:pt x="199685" y="120618"/>
                        <a:pt x="197956" y="127933"/>
                        <a:pt x="196005" y="135070"/>
                      </a:cubicBezTo>
                      <a:cubicBezTo>
                        <a:pt x="194010" y="142207"/>
                        <a:pt x="192015" y="149344"/>
                        <a:pt x="189533" y="156393"/>
                      </a:cubicBezTo>
                      <a:cubicBezTo>
                        <a:pt x="184612" y="170357"/>
                        <a:pt x="177697" y="184499"/>
                        <a:pt x="165993" y="194518"/>
                      </a:cubicBezTo>
                      <a:cubicBezTo>
                        <a:pt x="160274" y="199527"/>
                        <a:pt x="153935" y="203561"/>
                        <a:pt x="147507" y="207374"/>
                      </a:cubicBezTo>
                      <a:cubicBezTo>
                        <a:pt x="141079" y="211142"/>
                        <a:pt x="134651" y="214777"/>
                        <a:pt x="128090" y="218279"/>
                      </a:cubicBezTo>
                      <a:cubicBezTo>
                        <a:pt x="101935" y="232243"/>
                        <a:pt x="74228" y="243725"/>
                        <a:pt x="45235" y="250109"/>
                      </a:cubicBezTo>
                      <a:lnTo>
                        <a:pt x="45147" y="249754"/>
                      </a:ln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44" name="Forme libre : forme 27043">
                  <a:extLst>
                    <a:ext uri="{FF2B5EF4-FFF2-40B4-BE49-F238E27FC236}">
                      <a16:creationId xmlns:a16="http://schemas.microsoft.com/office/drawing/2014/main" id="{8A6CA6BF-4DDE-4C8A-A61F-E378578B539F}"/>
                    </a:ext>
                  </a:extLst>
                </p:cNvPr>
                <p:cNvSpPr/>
                <p:nvPr/>
              </p:nvSpPr>
              <p:spPr>
                <a:xfrm>
                  <a:off x="6146759" y="4290809"/>
                  <a:ext cx="77034" cy="190429"/>
                </a:xfrm>
                <a:custGeom>
                  <a:avLst/>
                  <a:gdLst>
                    <a:gd name="connsiteX0" fmla="*/ 66319 w 77034"/>
                    <a:gd name="connsiteY0" fmla="*/ 1137 h 190429"/>
                    <a:gd name="connsiteX1" fmla="*/ 59980 w 77034"/>
                    <a:gd name="connsiteY1" fmla="*/ 10180 h 190429"/>
                    <a:gd name="connsiteX2" fmla="*/ 57985 w 77034"/>
                    <a:gd name="connsiteY2" fmla="*/ 32390 h 190429"/>
                    <a:gd name="connsiteX3" fmla="*/ 54704 w 77034"/>
                    <a:gd name="connsiteY3" fmla="*/ 44138 h 190429"/>
                    <a:gd name="connsiteX4" fmla="*/ 36218 w 77034"/>
                    <a:gd name="connsiteY4" fmla="*/ 89843 h 190429"/>
                    <a:gd name="connsiteX5" fmla="*/ 25934 w 77034"/>
                    <a:gd name="connsiteY5" fmla="*/ 108063 h 190429"/>
                    <a:gd name="connsiteX6" fmla="*/ 0 w 77034"/>
                    <a:gd name="connsiteY6" fmla="*/ 190430 h 190429"/>
                    <a:gd name="connsiteX7" fmla="*/ 59669 w 77034"/>
                    <a:gd name="connsiteY7" fmla="*/ 48305 h 190429"/>
                    <a:gd name="connsiteX8" fmla="*/ 65521 w 77034"/>
                    <a:gd name="connsiteY8" fmla="*/ 35360 h 190429"/>
                    <a:gd name="connsiteX9" fmla="*/ 75141 w 77034"/>
                    <a:gd name="connsiteY9" fmla="*/ 21263 h 190429"/>
                    <a:gd name="connsiteX10" fmla="*/ 66319 w 77034"/>
                    <a:gd name="connsiteY10" fmla="*/ 1137 h 190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7034" h="190429">
                      <a:moveTo>
                        <a:pt x="66319" y="1137"/>
                      </a:moveTo>
                      <a:cubicBezTo>
                        <a:pt x="62906" y="2821"/>
                        <a:pt x="60955" y="6501"/>
                        <a:pt x="59980" y="10180"/>
                      </a:cubicBezTo>
                      <a:cubicBezTo>
                        <a:pt x="58073" y="17362"/>
                        <a:pt x="59182" y="25031"/>
                        <a:pt x="57985" y="32390"/>
                      </a:cubicBezTo>
                      <a:cubicBezTo>
                        <a:pt x="57320" y="36424"/>
                        <a:pt x="55990" y="40281"/>
                        <a:pt x="54704" y="44138"/>
                      </a:cubicBezTo>
                      <a:cubicBezTo>
                        <a:pt x="49340" y="59698"/>
                        <a:pt x="43976" y="75347"/>
                        <a:pt x="36218" y="89843"/>
                      </a:cubicBezTo>
                      <a:cubicBezTo>
                        <a:pt x="32938" y="96005"/>
                        <a:pt x="29214" y="101901"/>
                        <a:pt x="25934" y="108063"/>
                      </a:cubicBezTo>
                      <a:cubicBezTo>
                        <a:pt x="12280" y="133509"/>
                        <a:pt x="6073" y="162191"/>
                        <a:pt x="0" y="190430"/>
                      </a:cubicBezTo>
                      <a:cubicBezTo>
                        <a:pt x="9309" y="139760"/>
                        <a:pt x="40607" y="96182"/>
                        <a:pt x="59669" y="48305"/>
                      </a:cubicBezTo>
                      <a:cubicBezTo>
                        <a:pt x="61443" y="43916"/>
                        <a:pt x="63083" y="39439"/>
                        <a:pt x="65521" y="35360"/>
                      </a:cubicBezTo>
                      <a:cubicBezTo>
                        <a:pt x="68447" y="30484"/>
                        <a:pt x="72437" y="26272"/>
                        <a:pt x="75141" y="21263"/>
                      </a:cubicBezTo>
                      <a:cubicBezTo>
                        <a:pt x="78377" y="15012"/>
                        <a:pt x="78643" y="-4937"/>
                        <a:pt x="66319" y="1137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7045" name="Graphique 2">
                  <a:extLst>
                    <a:ext uri="{FF2B5EF4-FFF2-40B4-BE49-F238E27FC236}">
                      <a16:creationId xmlns:a16="http://schemas.microsoft.com/office/drawing/2014/main" id="{9278F2BC-2999-4786-8D1A-8DFE81D48A63}"/>
                    </a:ext>
                  </a:extLst>
                </p:cNvPr>
                <p:cNvGrpSpPr/>
                <p:nvPr/>
              </p:nvGrpSpPr>
              <p:grpSpPr>
                <a:xfrm>
                  <a:off x="5373953" y="3589257"/>
                  <a:ext cx="85546" cy="136239"/>
                  <a:chOff x="5373953" y="3589257"/>
                  <a:chExt cx="85546" cy="136239"/>
                </a:xfrm>
                <a:solidFill>
                  <a:schemeClr val="accent1"/>
                </a:solidFill>
              </p:grpSpPr>
              <p:sp>
                <p:nvSpPr>
                  <p:cNvPr id="27193" name="Forme libre : forme 27192">
                    <a:extLst>
                      <a:ext uri="{FF2B5EF4-FFF2-40B4-BE49-F238E27FC236}">
                        <a16:creationId xmlns:a16="http://schemas.microsoft.com/office/drawing/2014/main" id="{8625FF06-7B52-4C17-A992-391500532E9A}"/>
                      </a:ext>
                    </a:extLst>
                  </p:cNvPr>
                  <p:cNvSpPr/>
                  <p:nvPr/>
                </p:nvSpPr>
                <p:spPr>
                  <a:xfrm>
                    <a:off x="5373953" y="3589257"/>
                    <a:ext cx="85546" cy="136239"/>
                  </a:xfrm>
                  <a:custGeom>
                    <a:avLst/>
                    <a:gdLst>
                      <a:gd name="connsiteX0" fmla="*/ 42409 w 85546"/>
                      <a:gd name="connsiteY0" fmla="*/ 176 h 136239"/>
                      <a:gd name="connsiteX1" fmla="*/ 14037 w 85546"/>
                      <a:gd name="connsiteY1" fmla="*/ 10461 h 136239"/>
                      <a:gd name="connsiteX2" fmla="*/ 206 w 85546"/>
                      <a:gd name="connsiteY2" fmla="*/ 37813 h 136239"/>
                      <a:gd name="connsiteX3" fmla="*/ 605 w 85546"/>
                      <a:gd name="connsiteY3" fmla="*/ 42202 h 136239"/>
                      <a:gd name="connsiteX4" fmla="*/ 4329 w 85546"/>
                      <a:gd name="connsiteY4" fmla="*/ 42556 h 136239"/>
                      <a:gd name="connsiteX5" fmla="*/ 1004 w 85546"/>
                      <a:gd name="connsiteY5" fmla="*/ 59180 h 136239"/>
                      <a:gd name="connsiteX6" fmla="*/ 10446 w 85546"/>
                      <a:gd name="connsiteY6" fmla="*/ 72125 h 136239"/>
                      <a:gd name="connsiteX7" fmla="*/ 8097 w 85546"/>
                      <a:gd name="connsiteY7" fmla="*/ 78110 h 136239"/>
                      <a:gd name="connsiteX8" fmla="*/ 12885 w 85546"/>
                      <a:gd name="connsiteY8" fmla="*/ 82365 h 136239"/>
                      <a:gd name="connsiteX9" fmla="*/ 17096 w 85546"/>
                      <a:gd name="connsiteY9" fmla="*/ 100541 h 136239"/>
                      <a:gd name="connsiteX10" fmla="*/ 34296 w 85546"/>
                      <a:gd name="connsiteY10" fmla="*/ 107767 h 136239"/>
                      <a:gd name="connsiteX11" fmla="*/ 30927 w 85546"/>
                      <a:gd name="connsiteY11" fmla="*/ 110117 h 136239"/>
                      <a:gd name="connsiteX12" fmla="*/ 31548 w 85546"/>
                      <a:gd name="connsiteY12" fmla="*/ 113707 h 136239"/>
                      <a:gd name="connsiteX13" fmla="*/ 33277 w 85546"/>
                      <a:gd name="connsiteY13" fmla="*/ 114062 h 136239"/>
                      <a:gd name="connsiteX14" fmla="*/ 37887 w 85546"/>
                      <a:gd name="connsiteY14" fmla="*/ 118540 h 136239"/>
                      <a:gd name="connsiteX15" fmla="*/ 51187 w 85546"/>
                      <a:gd name="connsiteY15" fmla="*/ 130420 h 136239"/>
                      <a:gd name="connsiteX16" fmla="*/ 65417 w 85546"/>
                      <a:gd name="connsiteY16" fmla="*/ 136228 h 136239"/>
                      <a:gd name="connsiteX17" fmla="*/ 71490 w 85546"/>
                      <a:gd name="connsiteY17" fmla="*/ 119604 h 136239"/>
                      <a:gd name="connsiteX18" fmla="*/ 73352 w 85546"/>
                      <a:gd name="connsiteY18" fmla="*/ 115348 h 136239"/>
                      <a:gd name="connsiteX19" fmla="*/ 76278 w 85546"/>
                      <a:gd name="connsiteY19" fmla="*/ 111402 h 136239"/>
                      <a:gd name="connsiteX20" fmla="*/ 84922 w 85546"/>
                      <a:gd name="connsiteY20" fmla="*/ 90079 h 136239"/>
                      <a:gd name="connsiteX21" fmla="*/ 82396 w 85546"/>
                      <a:gd name="connsiteY21" fmla="*/ 79528 h 136239"/>
                      <a:gd name="connsiteX22" fmla="*/ 85543 w 85546"/>
                      <a:gd name="connsiteY22" fmla="*/ 73278 h 136239"/>
                      <a:gd name="connsiteX23" fmla="*/ 80578 w 85546"/>
                      <a:gd name="connsiteY23" fmla="*/ 70308 h 136239"/>
                      <a:gd name="connsiteX24" fmla="*/ 78627 w 85546"/>
                      <a:gd name="connsiteY24" fmla="*/ 37059 h 136239"/>
                      <a:gd name="connsiteX25" fmla="*/ 71623 w 85546"/>
                      <a:gd name="connsiteY25" fmla="*/ 31518 h 136239"/>
                      <a:gd name="connsiteX26" fmla="*/ 66126 w 85546"/>
                      <a:gd name="connsiteY26" fmla="*/ 24957 h 136239"/>
                      <a:gd name="connsiteX27" fmla="*/ 61826 w 85546"/>
                      <a:gd name="connsiteY27" fmla="*/ 10416 h 136239"/>
                      <a:gd name="connsiteX28" fmla="*/ 42409 w 85546"/>
                      <a:gd name="connsiteY28" fmla="*/ 176 h 136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85546" h="136239">
                        <a:moveTo>
                          <a:pt x="42409" y="176"/>
                        </a:moveTo>
                        <a:cubicBezTo>
                          <a:pt x="32080" y="-932"/>
                          <a:pt x="21529" y="3279"/>
                          <a:pt x="14037" y="10461"/>
                        </a:cubicBezTo>
                        <a:cubicBezTo>
                          <a:pt x="6545" y="17642"/>
                          <a:pt x="1935" y="27572"/>
                          <a:pt x="206" y="37813"/>
                        </a:cubicBezTo>
                        <a:cubicBezTo>
                          <a:pt x="-60" y="39276"/>
                          <a:pt x="-193" y="40916"/>
                          <a:pt x="605" y="42202"/>
                        </a:cubicBezTo>
                        <a:cubicBezTo>
                          <a:pt x="1403" y="43487"/>
                          <a:pt x="3575" y="43842"/>
                          <a:pt x="4329" y="42556"/>
                        </a:cubicBezTo>
                        <a:cubicBezTo>
                          <a:pt x="2467" y="47920"/>
                          <a:pt x="561" y="53506"/>
                          <a:pt x="1004" y="59180"/>
                        </a:cubicBezTo>
                        <a:cubicBezTo>
                          <a:pt x="1447" y="64855"/>
                          <a:pt x="4905" y="70706"/>
                          <a:pt x="10446" y="72125"/>
                        </a:cubicBezTo>
                        <a:cubicBezTo>
                          <a:pt x="8540" y="73366"/>
                          <a:pt x="7565" y="75893"/>
                          <a:pt x="8097" y="78110"/>
                        </a:cubicBezTo>
                        <a:cubicBezTo>
                          <a:pt x="8629" y="80326"/>
                          <a:pt x="10624" y="82099"/>
                          <a:pt x="12885" y="82365"/>
                        </a:cubicBezTo>
                        <a:cubicBezTo>
                          <a:pt x="11333" y="88616"/>
                          <a:pt x="12929" y="95620"/>
                          <a:pt x="17096" y="100541"/>
                        </a:cubicBezTo>
                        <a:cubicBezTo>
                          <a:pt x="21263" y="105462"/>
                          <a:pt x="27869" y="108255"/>
                          <a:pt x="34296" y="107767"/>
                        </a:cubicBezTo>
                        <a:cubicBezTo>
                          <a:pt x="33055" y="108344"/>
                          <a:pt x="31725" y="108964"/>
                          <a:pt x="30927" y="110117"/>
                        </a:cubicBezTo>
                        <a:cubicBezTo>
                          <a:pt x="30129" y="111269"/>
                          <a:pt x="30307" y="113131"/>
                          <a:pt x="31548" y="113707"/>
                        </a:cubicBezTo>
                        <a:cubicBezTo>
                          <a:pt x="32080" y="113973"/>
                          <a:pt x="32701" y="113929"/>
                          <a:pt x="33277" y="114062"/>
                        </a:cubicBezTo>
                        <a:cubicBezTo>
                          <a:pt x="35449" y="114505"/>
                          <a:pt x="36646" y="116722"/>
                          <a:pt x="37887" y="118540"/>
                        </a:cubicBezTo>
                        <a:cubicBezTo>
                          <a:pt x="41212" y="123505"/>
                          <a:pt x="46266" y="127051"/>
                          <a:pt x="51187" y="130420"/>
                        </a:cubicBezTo>
                        <a:cubicBezTo>
                          <a:pt x="55487" y="133390"/>
                          <a:pt x="60186" y="136449"/>
                          <a:pt x="65417" y="136228"/>
                        </a:cubicBezTo>
                        <a:cubicBezTo>
                          <a:pt x="67456" y="130686"/>
                          <a:pt x="69451" y="125145"/>
                          <a:pt x="71490" y="119604"/>
                        </a:cubicBezTo>
                        <a:cubicBezTo>
                          <a:pt x="72022" y="118141"/>
                          <a:pt x="72554" y="116678"/>
                          <a:pt x="73352" y="115348"/>
                        </a:cubicBezTo>
                        <a:cubicBezTo>
                          <a:pt x="74194" y="113929"/>
                          <a:pt x="75258" y="112688"/>
                          <a:pt x="76278" y="111402"/>
                        </a:cubicBezTo>
                        <a:cubicBezTo>
                          <a:pt x="80933" y="105240"/>
                          <a:pt x="83282" y="97615"/>
                          <a:pt x="84922" y="90079"/>
                        </a:cubicBezTo>
                        <a:cubicBezTo>
                          <a:pt x="85765" y="86267"/>
                          <a:pt x="85898" y="81257"/>
                          <a:pt x="82396" y="79528"/>
                        </a:cubicBezTo>
                        <a:cubicBezTo>
                          <a:pt x="83992" y="77755"/>
                          <a:pt x="85632" y="75671"/>
                          <a:pt x="85543" y="73278"/>
                        </a:cubicBezTo>
                        <a:cubicBezTo>
                          <a:pt x="85410" y="70884"/>
                          <a:pt x="82396" y="68756"/>
                          <a:pt x="80578" y="70308"/>
                        </a:cubicBezTo>
                        <a:cubicBezTo>
                          <a:pt x="84745" y="59668"/>
                          <a:pt x="84036" y="47167"/>
                          <a:pt x="78627" y="37059"/>
                        </a:cubicBezTo>
                        <a:cubicBezTo>
                          <a:pt x="77165" y="34311"/>
                          <a:pt x="74771" y="31385"/>
                          <a:pt x="71623" y="31518"/>
                        </a:cubicBezTo>
                        <a:cubicBezTo>
                          <a:pt x="73175" y="31429"/>
                          <a:pt x="71933" y="22386"/>
                          <a:pt x="66126" y="24957"/>
                        </a:cubicBezTo>
                        <a:cubicBezTo>
                          <a:pt x="66481" y="18662"/>
                          <a:pt x="66215" y="15204"/>
                          <a:pt x="61826" y="10416"/>
                        </a:cubicBezTo>
                        <a:cubicBezTo>
                          <a:pt x="56772" y="4786"/>
                          <a:pt x="50034" y="974"/>
                          <a:pt x="42409" y="176"/>
                        </a:cubicBezTo>
                        <a:close/>
                      </a:path>
                    </a:pathLst>
                  </a:custGeom>
                  <a:solidFill>
                    <a:srgbClr val="F4D331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94" name="Forme libre : forme 27193">
                    <a:extLst>
                      <a:ext uri="{FF2B5EF4-FFF2-40B4-BE49-F238E27FC236}">
                        <a16:creationId xmlns:a16="http://schemas.microsoft.com/office/drawing/2014/main" id="{7C9D7811-658F-4D61-9A3F-E0444F7FBF1B}"/>
                      </a:ext>
                    </a:extLst>
                  </p:cNvPr>
                  <p:cNvSpPr/>
                  <p:nvPr/>
                </p:nvSpPr>
                <p:spPr>
                  <a:xfrm>
                    <a:off x="5373953" y="3589257"/>
                    <a:ext cx="85546" cy="136239"/>
                  </a:xfrm>
                  <a:custGeom>
                    <a:avLst/>
                    <a:gdLst>
                      <a:gd name="connsiteX0" fmla="*/ 42409 w 85546"/>
                      <a:gd name="connsiteY0" fmla="*/ 176 h 136239"/>
                      <a:gd name="connsiteX1" fmla="*/ 14037 w 85546"/>
                      <a:gd name="connsiteY1" fmla="*/ 10461 h 136239"/>
                      <a:gd name="connsiteX2" fmla="*/ 206 w 85546"/>
                      <a:gd name="connsiteY2" fmla="*/ 37813 h 136239"/>
                      <a:gd name="connsiteX3" fmla="*/ 605 w 85546"/>
                      <a:gd name="connsiteY3" fmla="*/ 42202 h 136239"/>
                      <a:gd name="connsiteX4" fmla="*/ 4329 w 85546"/>
                      <a:gd name="connsiteY4" fmla="*/ 42556 h 136239"/>
                      <a:gd name="connsiteX5" fmla="*/ 1004 w 85546"/>
                      <a:gd name="connsiteY5" fmla="*/ 59180 h 136239"/>
                      <a:gd name="connsiteX6" fmla="*/ 10446 w 85546"/>
                      <a:gd name="connsiteY6" fmla="*/ 72125 h 136239"/>
                      <a:gd name="connsiteX7" fmla="*/ 8097 w 85546"/>
                      <a:gd name="connsiteY7" fmla="*/ 78110 h 136239"/>
                      <a:gd name="connsiteX8" fmla="*/ 12885 w 85546"/>
                      <a:gd name="connsiteY8" fmla="*/ 82365 h 136239"/>
                      <a:gd name="connsiteX9" fmla="*/ 17096 w 85546"/>
                      <a:gd name="connsiteY9" fmla="*/ 100541 h 136239"/>
                      <a:gd name="connsiteX10" fmla="*/ 34296 w 85546"/>
                      <a:gd name="connsiteY10" fmla="*/ 107767 h 136239"/>
                      <a:gd name="connsiteX11" fmla="*/ 30927 w 85546"/>
                      <a:gd name="connsiteY11" fmla="*/ 110117 h 136239"/>
                      <a:gd name="connsiteX12" fmla="*/ 31548 w 85546"/>
                      <a:gd name="connsiteY12" fmla="*/ 113707 h 136239"/>
                      <a:gd name="connsiteX13" fmla="*/ 33277 w 85546"/>
                      <a:gd name="connsiteY13" fmla="*/ 114062 h 136239"/>
                      <a:gd name="connsiteX14" fmla="*/ 37887 w 85546"/>
                      <a:gd name="connsiteY14" fmla="*/ 118540 h 136239"/>
                      <a:gd name="connsiteX15" fmla="*/ 51187 w 85546"/>
                      <a:gd name="connsiteY15" fmla="*/ 130420 h 136239"/>
                      <a:gd name="connsiteX16" fmla="*/ 65417 w 85546"/>
                      <a:gd name="connsiteY16" fmla="*/ 136228 h 136239"/>
                      <a:gd name="connsiteX17" fmla="*/ 71490 w 85546"/>
                      <a:gd name="connsiteY17" fmla="*/ 119604 h 136239"/>
                      <a:gd name="connsiteX18" fmla="*/ 73352 w 85546"/>
                      <a:gd name="connsiteY18" fmla="*/ 115348 h 136239"/>
                      <a:gd name="connsiteX19" fmla="*/ 76278 w 85546"/>
                      <a:gd name="connsiteY19" fmla="*/ 111402 h 136239"/>
                      <a:gd name="connsiteX20" fmla="*/ 84922 w 85546"/>
                      <a:gd name="connsiteY20" fmla="*/ 90079 h 136239"/>
                      <a:gd name="connsiteX21" fmla="*/ 82396 w 85546"/>
                      <a:gd name="connsiteY21" fmla="*/ 79528 h 136239"/>
                      <a:gd name="connsiteX22" fmla="*/ 85543 w 85546"/>
                      <a:gd name="connsiteY22" fmla="*/ 73278 h 136239"/>
                      <a:gd name="connsiteX23" fmla="*/ 80578 w 85546"/>
                      <a:gd name="connsiteY23" fmla="*/ 70308 h 136239"/>
                      <a:gd name="connsiteX24" fmla="*/ 78627 w 85546"/>
                      <a:gd name="connsiteY24" fmla="*/ 37059 h 136239"/>
                      <a:gd name="connsiteX25" fmla="*/ 71623 w 85546"/>
                      <a:gd name="connsiteY25" fmla="*/ 31518 h 136239"/>
                      <a:gd name="connsiteX26" fmla="*/ 66126 w 85546"/>
                      <a:gd name="connsiteY26" fmla="*/ 24957 h 136239"/>
                      <a:gd name="connsiteX27" fmla="*/ 61826 w 85546"/>
                      <a:gd name="connsiteY27" fmla="*/ 10416 h 136239"/>
                      <a:gd name="connsiteX28" fmla="*/ 42409 w 85546"/>
                      <a:gd name="connsiteY28" fmla="*/ 176 h 136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85546" h="136239">
                        <a:moveTo>
                          <a:pt x="42409" y="176"/>
                        </a:moveTo>
                        <a:cubicBezTo>
                          <a:pt x="32080" y="-932"/>
                          <a:pt x="21529" y="3279"/>
                          <a:pt x="14037" y="10461"/>
                        </a:cubicBezTo>
                        <a:cubicBezTo>
                          <a:pt x="6545" y="17642"/>
                          <a:pt x="1935" y="27572"/>
                          <a:pt x="206" y="37813"/>
                        </a:cubicBezTo>
                        <a:cubicBezTo>
                          <a:pt x="-60" y="39276"/>
                          <a:pt x="-193" y="40916"/>
                          <a:pt x="605" y="42202"/>
                        </a:cubicBezTo>
                        <a:cubicBezTo>
                          <a:pt x="1403" y="43487"/>
                          <a:pt x="3575" y="43842"/>
                          <a:pt x="4329" y="42556"/>
                        </a:cubicBezTo>
                        <a:cubicBezTo>
                          <a:pt x="2467" y="47920"/>
                          <a:pt x="561" y="53506"/>
                          <a:pt x="1004" y="59180"/>
                        </a:cubicBezTo>
                        <a:cubicBezTo>
                          <a:pt x="1447" y="64855"/>
                          <a:pt x="4905" y="70706"/>
                          <a:pt x="10446" y="72125"/>
                        </a:cubicBezTo>
                        <a:cubicBezTo>
                          <a:pt x="8540" y="73366"/>
                          <a:pt x="7565" y="75893"/>
                          <a:pt x="8097" y="78110"/>
                        </a:cubicBezTo>
                        <a:cubicBezTo>
                          <a:pt x="8629" y="80326"/>
                          <a:pt x="10624" y="82099"/>
                          <a:pt x="12885" y="82365"/>
                        </a:cubicBezTo>
                        <a:cubicBezTo>
                          <a:pt x="11333" y="88616"/>
                          <a:pt x="12929" y="95620"/>
                          <a:pt x="17096" y="100541"/>
                        </a:cubicBezTo>
                        <a:cubicBezTo>
                          <a:pt x="21263" y="105462"/>
                          <a:pt x="27869" y="108255"/>
                          <a:pt x="34296" y="107767"/>
                        </a:cubicBezTo>
                        <a:cubicBezTo>
                          <a:pt x="33055" y="108344"/>
                          <a:pt x="31725" y="108964"/>
                          <a:pt x="30927" y="110117"/>
                        </a:cubicBezTo>
                        <a:cubicBezTo>
                          <a:pt x="30129" y="111269"/>
                          <a:pt x="30307" y="113131"/>
                          <a:pt x="31548" y="113707"/>
                        </a:cubicBezTo>
                        <a:cubicBezTo>
                          <a:pt x="32080" y="113973"/>
                          <a:pt x="32701" y="113929"/>
                          <a:pt x="33277" y="114062"/>
                        </a:cubicBezTo>
                        <a:cubicBezTo>
                          <a:pt x="35449" y="114505"/>
                          <a:pt x="36646" y="116722"/>
                          <a:pt x="37887" y="118540"/>
                        </a:cubicBezTo>
                        <a:cubicBezTo>
                          <a:pt x="41212" y="123505"/>
                          <a:pt x="46266" y="127051"/>
                          <a:pt x="51187" y="130420"/>
                        </a:cubicBezTo>
                        <a:cubicBezTo>
                          <a:pt x="55487" y="133390"/>
                          <a:pt x="60186" y="136449"/>
                          <a:pt x="65417" y="136228"/>
                        </a:cubicBezTo>
                        <a:cubicBezTo>
                          <a:pt x="67456" y="130686"/>
                          <a:pt x="69451" y="125145"/>
                          <a:pt x="71490" y="119604"/>
                        </a:cubicBezTo>
                        <a:cubicBezTo>
                          <a:pt x="72022" y="118141"/>
                          <a:pt x="72554" y="116678"/>
                          <a:pt x="73352" y="115348"/>
                        </a:cubicBezTo>
                        <a:cubicBezTo>
                          <a:pt x="74194" y="113929"/>
                          <a:pt x="75258" y="112688"/>
                          <a:pt x="76278" y="111402"/>
                        </a:cubicBezTo>
                        <a:cubicBezTo>
                          <a:pt x="80933" y="105240"/>
                          <a:pt x="83282" y="97615"/>
                          <a:pt x="84922" y="90079"/>
                        </a:cubicBezTo>
                        <a:cubicBezTo>
                          <a:pt x="85765" y="86267"/>
                          <a:pt x="85898" y="81257"/>
                          <a:pt x="82396" y="79528"/>
                        </a:cubicBezTo>
                        <a:cubicBezTo>
                          <a:pt x="83992" y="77755"/>
                          <a:pt x="85632" y="75671"/>
                          <a:pt x="85543" y="73278"/>
                        </a:cubicBezTo>
                        <a:cubicBezTo>
                          <a:pt x="85410" y="70884"/>
                          <a:pt x="82396" y="68756"/>
                          <a:pt x="80578" y="70308"/>
                        </a:cubicBezTo>
                        <a:cubicBezTo>
                          <a:pt x="84745" y="59668"/>
                          <a:pt x="84036" y="47167"/>
                          <a:pt x="78627" y="37059"/>
                        </a:cubicBezTo>
                        <a:cubicBezTo>
                          <a:pt x="77165" y="34311"/>
                          <a:pt x="74771" y="31385"/>
                          <a:pt x="71623" y="31518"/>
                        </a:cubicBezTo>
                        <a:cubicBezTo>
                          <a:pt x="73175" y="31429"/>
                          <a:pt x="71933" y="22386"/>
                          <a:pt x="66126" y="24957"/>
                        </a:cubicBezTo>
                        <a:cubicBezTo>
                          <a:pt x="66481" y="18662"/>
                          <a:pt x="66215" y="15204"/>
                          <a:pt x="61826" y="10416"/>
                        </a:cubicBezTo>
                        <a:cubicBezTo>
                          <a:pt x="56772" y="4786"/>
                          <a:pt x="50034" y="974"/>
                          <a:pt x="42409" y="176"/>
                        </a:cubicBezTo>
                        <a:close/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95" name="Forme libre : forme 27194">
                    <a:extLst>
                      <a:ext uri="{FF2B5EF4-FFF2-40B4-BE49-F238E27FC236}">
                        <a16:creationId xmlns:a16="http://schemas.microsoft.com/office/drawing/2014/main" id="{77EA917A-883B-4297-840C-3519BBA80549}"/>
                      </a:ext>
                    </a:extLst>
                  </p:cNvPr>
                  <p:cNvSpPr/>
                  <p:nvPr/>
                </p:nvSpPr>
                <p:spPr>
                  <a:xfrm>
                    <a:off x="5378326" y="3614214"/>
                    <a:ext cx="61797" cy="17599"/>
                  </a:xfrm>
                  <a:custGeom>
                    <a:avLst/>
                    <a:gdLst>
                      <a:gd name="connsiteX0" fmla="*/ 61797 w 61797"/>
                      <a:gd name="connsiteY0" fmla="*/ 0 h 17599"/>
                      <a:gd name="connsiteX1" fmla="*/ 34844 w 61797"/>
                      <a:gd name="connsiteY1" fmla="*/ 5940 h 17599"/>
                      <a:gd name="connsiteX2" fmla="*/ 0 w 61797"/>
                      <a:gd name="connsiteY2" fmla="*/ 17599 h 17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1797" h="17599">
                        <a:moveTo>
                          <a:pt x="61797" y="0"/>
                        </a:moveTo>
                        <a:cubicBezTo>
                          <a:pt x="61797" y="0"/>
                          <a:pt x="49207" y="3768"/>
                          <a:pt x="34844" y="5940"/>
                        </a:cubicBezTo>
                        <a:cubicBezTo>
                          <a:pt x="20481" y="8157"/>
                          <a:pt x="6783" y="10285"/>
                          <a:pt x="0" y="17599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96" name="Forme libre : forme 27195">
                    <a:extLst>
                      <a:ext uri="{FF2B5EF4-FFF2-40B4-BE49-F238E27FC236}">
                        <a16:creationId xmlns:a16="http://schemas.microsoft.com/office/drawing/2014/main" id="{7D20BB90-6F9C-4446-B34F-9761C59D42D8}"/>
                      </a:ext>
                    </a:extLst>
                  </p:cNvPr>
                  <p:cNvSpPr/>
                  <p:nvPr/>
                </p:nvSpPr>
                <p:spPr>
                  <a:xfrm>
                    <a:off x="5384399" y="3620731"/>
                    <a:ext cx="61176" cy="40651"/>
                  </a:xfrm>
                  <a:custGeom>
                    <a:avLst/>
                    <a:gdLst>
                      <a:gd name="connsiteX0" fmla="*/ 0 w 61176"/>
                      <a:gd name="connsiteY0" fmla="*/ 40651 h 40651"/>
                      <a:gd name="connsiteX1" fmla="*/ 24116 w 61176"/>
                      <a:gd name="connsiteY1" fmla="*/ 25579 h 40651"/>
                      <a:gd name="connsiteX2" fmla="*/ 61177 w 61176"/>
                      <a:gd name="connsiteY2" fmla="*/ 0 h 40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1176" h="40651">
                        <a:moveTo>
                          <a:pt x="0" y="40651"/>
                        </a:moveTo>
                        <a:cubicBezTo>
                          <a:pt x="0" y="40651"/>
                          <a:pt x="14895" y="31874"/>
                          <a:pt x="24116" y="25579"/>
                        </a:cubicBezTo>
                        <a:cubicBezTo>
                          <a:pt x="33337" y="19328"/>
                          <a:pt x="59182" y="798"/>
                          <a:pt x="61177" y="0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97" name="Forme libre : forme 27196">
                    <a:extLst>
                      <a:ext uri="{FF2B5EF4-FFF2-40B4-BE49-F238E27FC236}">
                        <a16:creationId xmlns:a16="http://schemas.microsoft.com/office/drawing/2014/main" id="{06A1EA8D-62B5-4E6F-8478-A8D0ACE3139B}"/>
                      </a:ext>
                    </a:extLst>
                  </p:cNvPr>
                  <p:cNvSpPr/>
                  <p:nvPr/>
                </p:nvSpPr>
                <p:spPr>
                  <a:xfrm>
                    <a:off x="5386837" y="3659521"/>
                    <a:ext cx="67693" cy="12146"/>
                  </a:xfrm>
                  <a:custGeom>
                    <a:avLst/>
                    <a:gdLst>
                      <a:gd name="connsiteX0" fmla="*/ 67693 w 67693"/>
                      <a:gd name="connsiteY0" fmla="*/ 0 h 12146"/>
                      <a:gd name="connsiteX1" fmla="*/ 20215 w 67693"/>
                      <a:gd name="connsiteY1" fmla="*/ 6916 h 12146"/>
                      <a:gd name="connsiteX2" fmla="*/ 0 w 67693"/>
                      <a:gd name="connsiteY2" fmla="*/ 12147 h 12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7693" h="12146">
                        <a:moveTo>
                          <a:pt x="67693" y="0"/>
                        </a:moveTo>
                        <a:cubicBezTo>
                          <a:pt x="67693" y="0"/>
                          <a:pt x="27795" y="5985"/>
                          <a:pt x="20215" y="6916"/>
                        </a:cubicBezTo>
                        <a:cubicBezTo>
                          <a:pt x="12679" y="7847"/>
                          <a:pt x="0" y="12147"/>
                          <a:pt x="0" y="12147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98" name="Forme libre : forme 27197">
                    <a:extLst>
                      <a:ext uri="{FF2B5EF4-FFF2-40B4-BE49-F238E27FC236}">
                        <a16:creationId xmlns:a16="http://schemas.microsoft.com/office/drawing/2014/main" id="{EDD1CDC6-F1F8-4118-AE70-33D8C290AD52}"/>
                      </a:ext>
                    </a:extLst>
                  </p:cNvPr>
                  <p:cNvSpPr/>
                  <p:nvPr/>
                </p:nvSpPr>
                <p:spPr>
                  <a:xfrm>
                    <a:off x="5408293" y="3668741"/>
                    <a:ext cx="48054" cy="28283"/>
                  </a:xfrm>
                  <a:custGeom>
                    <a:avLst/>
                    <a:gdLst>
                      <a:gd name="connsiteX0" fmla="*/ 48055 w 48054"/>
                      <a:gd name="connsiteY0" fmla="*/ 0 h 28283"/>
                      <a:gd name="connsiteX1" fmla="*/ 20525 w 48054"/>
                      <a:gd name="connsiteY1" fmla="*/ 17023 h 28283"/>
                      <a:gd name="connsiteX2" fmla="*/ 0 w 48054"/>
                      <a:gd name="connsiteY2" fmla="*/ 28283 h 28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8054" h="28283">
                        <a:moveTo>
                          <a:pt x="48055" y="0"/>
                        </a:moveTo>
                        <a:cubicBezTo>
                          <a:pt x="48055" y="0"/>
                          <a:pt x="26421" y="14097"/>
                          <a:pt x="20525" y="17023"/>
                        </a:cubicBezTo>
                        <a:cubicBezTo>
                          <a:pt x="14629" y="19993"/>
                          <a:pt x="0" y="28283"/>
                          <a:pt x="0" y="28283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99" name="Forme libre : forme 27198">
                    <a:extLst>
                      <a:ext uri="{FF2B5EF4-FFF2-40B4-BE49-F238E27FC236}">
                        <a16:creationId xmlns:a16="http://schemas.microsoft.com/office/drawing/2014/main" id="{CC892AD5-1A8D-4F86-A652-3F59196D7651}"/>
                      </a:ext>
                    </a:extLst>
                  </p:cNvPr>
                  <p:cNvSpPr/>
                  <p:nvPr/>
                </p:nvSpPr>
                <p:spPr>
                  <a:xfrm>
                    <a:off x="5407318" y="3703320"/>
                    <a:ext cx="40119" cy="927"/>
                  </a:xfrm>
                  <a:custGeom>
                    <a:avLst/>
                    <a:gdLst>
                      <a:gd name="connsiteX0" fmla="*/ 0 w 40119"/>
                      <a:gd name="connsiteY0" fmla="*/ 0 h 927"/>
                      <a:gd name="connsiteX1" fmla="*/ 40120 w 40119"/>
                      <a:gd name="connsiteY1" fmla="*/ 133 h 9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0119" h="927">
                        <a:moveTo>
                          <a:pt x="0" y="0"/>
                        </a:moveTo>
                        <a:cubicBezTo>
                          <a:pt x="0" y="0"/>
                          <a:pt x="21323" y="1995"/>
                          <a:pt x="40120" y="133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00" name="Forme libre : forme 27199">
                    <a:extLst>
                      <a:ext uri="{FF2B5EF4-FFF2-40B4-BE49-F238E27FC236}">
                        <a16:creationId xmlns:a16="http://schemas.microsoft.com/office/drawing/2014/main" id="{4910CA61-CA64-4860-AD4B-EF37D210D9A3}"/>
                      </a:ext>
                    </a:extLst>
                  </p:cNvPr>
                  <p:cNvSpPr/>
                  <p:nvPr/>
                </p:nvSpPr>
                <p:spPr>
                  <a:xfrm>
                    <a:off x="5408914" y="3601757"/>
                    <a:ext cx="11614" cy="5497"/>
                  </a:xfrm>
                  <a:custGeom>
                    <a:avLst/>
                    <a:gdLst>
                      <a:gd name="connsiteX0" fmla="*/ 11615 w 11614"/>
                      <a:gd name="connsiteY0" fmla="*/ 2749 h 5497"/>
                      <a:gd name="connsiteX1" fmla="*/ 5807 w 11614"/>
                      <a:gd name="connsiteY1" fmla="*/ 5497 h 5497"/>
                      <a:gd name="connsiteX2" fmla="*/ 0 w 11614"/>
                      <a:gd name="connsiteY2" fmla="*/ 2749 h 5497"/>
                      <a:gd name="connsiteX3" fmla="*/ 5807 w 11614"/>
                      <a:gd name="connsiteY3" fmla="*/ 0 h 5497"/>
                      <a:gd name="connsiteX4" fmla="*/ 11615 w 11614"/>
                      <a:gd name="connsiteY4" fmla="*/ 2749 h 5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14" h="5497">
                        <a:moveTo>
                          <a:pt x="11615" y="2749"/>
                        </a:moveTo>
                        <a:cubicBezTo>
                          <a:pt x="11615" y="4267"/>
                          <a:pt x="9015" y="5497"/>
                          <a:pt x="5807" y="5497"/>
                        </a:cubicBezTo>
                        <a:cubicBezTo>
                          <a:pt x="2600" y="5497"/>
                          <a:pt x="0" y="4267"/>
                          <a:pt x="0" y="2749"/>
                        </a:cubicBezTo>
                        <a:cubicBezTo>
                          <a:pt x="0" y="1231"/>
                          <a:pt x="2600" y="0"/>
                          <a:pt x="5807" y="0"/>
                        </a:cubicBezTo>
                        <a:cubicBezTo>
                          <a:pt x="9015" y="0"/>
                          <a:pt x="11615" y="1231"/>
                          <a:pt x="11615" y="2749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01" name="Forme libre : forme 27200">
                    <a:extLst>
                      <a:ext uri="{FF2B5EF4-FFF2-40B4-BE49-F238E27FC236}">
                        <a16:creationId xmlns:a16="http://schemas.microsoft.com/office/drawing/2014/main" id="{6431F12F-696E-4BAE-BF00-F294D50BA30C}"/>
                      </a:ext>
                    </a:extLst>
                  </p:cNvPr>
                  <p:cNvSpPr/>
                  <p:nvPr/>
                </p:nvSpPr>
                <p:spPr>
                  <a:xfrm rot="-1593903">
                    <a:off x="5383368" y="3638658"/>
                    <a:ext cx="11437" cy="5940"/>
                  </a:xfrm>
                  <a:custGeom>
                    <a:avLst/>
                    <a:gdLst>
                      <a:gd name="connsiteX0" fmla="*/ 11437 w 11437"/>
                      <a:gd name="connsiteY0" fmla="*/ 2970 h 5940"/>
                      <a:gd name="connsiteX1" fmla="*/ 5718 w 11437"/>
                      <a:gd name="connsiteY1" fmla="*/ 5940 h 5940"/>
                      <a:gd name="connsiteX2" fmla="*/ 0 w 11437"/>
                      <a:gd name="connsiteY2" fmla="*/ 2970 h 5940"/>
                      <a:gd name="connsiteX3" fmla="*/ 5718 w 11437"/>
                      <a:gd name="connsiteY3" fmla="*/ 0 h 5940"/>
                      <a:gd name="connsiteX4" fmla="*/ 11437 w 11437"/>
                      <a:gd name="connsiteY4" fmla="*/ 2970 h 5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7" h="5940">
                        <a:moveTo>
                          <a:pt x="11437" y="2970"/>
                        </a:moveTo>
                        <a:cubicBezTo>
                          <a:pt x="11437" y="4610"/>
                          <a:pt x="8877" y="5940"/>
                          <a:pt x="5718" y="5940"/>
                        </a:cubicBezTo>
                        <a:cubicBezTo>
                          <a:pt x="2560" y="5940"/>
                          <a:pt x="0" y="4610"/>
                          <a:pt x="0" y="2970"/>
                        </a:cubicBezTo>
                        <a:cubicBezTo>
                          <a:pt x="0" y="1330"/>
                          <a:pt x="2560" y="0"/>
                          <a:pt x="5718" y="0"/>
                        </a:cubicBezTo>
                        <a:cubicBezTo>
                          <a:pt x="8877" y="0"/>
                          <a:pt x="11437" y="1330"/>
                          <a:pt x="11437" y="2970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02" name="Forme libre : forme 27201">
                    <a:extLst>
                      <a:ext uri="{FF2B5EF4-FFF2-40B4-BE49-F238E27FC236}">
                        <a16:creationId xmlns:a16="http://schemas.microsoft.com/office/drawing/2014/main" id="{4F51749D-EA3C-4553-8A51-58D581E11508}"/>
                      </a:ext>
                    </a:extLst>
                  </p:cNvPr>
                  <p:cNvSpPr/>
                  <p:nvPr/>
                </p:nvSpPr>
                <p:spPr>
                  <a:xfrm>
                    <a:off x="5433074" y="3642098"/>
                    <a:ext cx="12501" cy="7181"/>
                  </a:xfrm>
                  <a:custGeom>
                    <a:avLst/>
                    <a:gdLst>
                      <a:gd name="connsiteX0" fmla="*/ 12501 w 12501"/>
                      <a:gd name="connsiteY0" fmla="*/ 3591 h 7181"/>
                      <a:gd name="connsiteX1" fmla="*/ 6251 w 12501"/>
                      <a:gd name="connsiteY1" fmla="*/ 7182 h 7181"/>
                      <a:gd name="connsiteX2" fmla="*/ 0 w 12501"/>
                      <a:gd name="connsiteY2" fmla="*/ 3591 h 7181"/>
                      <a:gd name="connsiteX3" fmla="*/ 6251 w 12501"/>
                      <a:gd name="connsiteY3" fmla="*/ 0 h 7181"/>
                      <a:gd name="connsiteX4" fmla="*/ 12501 w 12501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1" h="7181">
                        <a:moveTo>
                          <a:pt x="12501" y="3591"/>
                        </a:moveTo>
                        <a:cubicBezTo>
                          <a:pt x="12501" y="5574"/>
                          <a:pt x="9703" y="7182"/>
                          <a:pt x="6251" y="7182"/>
                        </a:cubicBezTo>
                        <a:cubicBezTo>
                          <a:pt x="2799" y="7182"/>
                          <a:pt x="0" y="5574"/>
                          <a:pt x="0" y="3591"/>
                        </a:cubicBezTo>
                        <a:cubicBezTo>
                          <a:pt x="0" y="1608"/>
                          <a:pt x="2799" y="0"/>
                          <a:pt x="6251" y="0"/>
                        </a:cubicBezTo>
                        <a:cubicBezTo>
                          <a:pt x="9703" y="0"/>
                          <a:pt x="12501" y="1608"/>
                          <a:pt x="12501" y="3591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03" name="Forme libre : forme 27202">
                    <a:extLst>
                      <a:ext uri="{FF2B5EF4-FFF2-40B4-BE49-F238E27FC236}">
                        <a16:creationId xmlns:a16="http://schemas.microsoft.com/office/drawing/2014/main" id="{BDD296B4-2457-4233-976D-640A89E4B9C1}"/>
                      </a:ext>
                    </a:extLst>
                  </p:cNvPr>
                  <p:cNvSpPr/>
                  <p:nvPr/>
                </p:nvSpPr>
                <p:spPr>
                  <a:xfrm>
                    <a:off x="5399516" y="3678184"/>
                    <a:ext cx="9220" cy="6117"/>
                  </a:xfrm>
                  <a:custGeom>
                    <a:avLst/>
                    <a:gdLst>
                      <a:gd name="connsiteX0" fmla="*/ 9221 w 9220"/>
                      <a:gd name="connsiteY0" fmla="*/ 3059 h 6117"/>
                      <a:gd name="connsiteX1" fmla="*/ 4610 w 9220"/>
                      <a:gd name="connsiteY1" fmla="*/ 6118 h 6117"/>
                      <a:gd name="connsiteX2" fmla="*/ 0 w 9220"/>
                      <a:gd name="connsiteY2" fmla="*/ 3059 h 6117"/>
                      <a:gd name="connsiteX3" fmla="*/ 4610 w 9220"/>
                      <a:gd name="connsiteY3" fmla="*/ 0 h 6117"/>
                      <a:gd name="connsiteX4" fmla="*/ 9221 w 9220"/>
                      <a:gd name="connsiteY4" fmla="*/ 3059 h 6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" h="6117">
                        <a:moveTo>
                          <a:pt x="9221" y="3059"/>
                        </a:moveTo>
                        <a:cubicBezTo>
                          <a:pt x="9221" y="4748"/>
                          <a:pt x="7157" y="6118"/>
                          <a:pt x="4610" y="6118"/>
                        </a:cubicBezTo>
                        <a:cubicBezTo>
                          <a:pt x="2064" y="6118"/>
                          <a:pt x="0" y="4748"/>
                          <a:pt x="0" y="3059"/>
                        </a:cubicBezTo>
                        <a:cubicBezTo>
                          <a:pt x="0" y="1369"/>
                          <a:pt x="2064" y="0"/>
                          <a:pt x="4610" y="0"/>
                        </a:cubicBezTo>
                        <a:cubicBezTo>
                          <a:pt x="7157" y="0"/>
                          <a:pt x="9221" y="1369"/>
                          <a:pt x="9221" y="3059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04" name="Forme libre : forme 27203">
                    <a:extLst>
                      <a:ext uri="{FF2B5EF4-FFF2-40B4-BE49-F238E27FC236}">
                        <a16:creationId xmlns:a16="http://schemas.microsoft.com/office/drawing/2014/main" id="{6F9E792F-76B4-494A-897D-6683034AA5DD}"/>
                      </a:ext>
                    </a:extLst>
                  </p:cNvPr>
                  <p:cNvSpPr/>
                  <p:nvPr/>
                </p:nvSpPr>
                <p:spPr>
                  <a:xfrm rot="-1122295">
                    <a:off x="5438924" y="3687008"/>
                    <a:ext cx="7891" cy="5142"/>
                  </a:xfrm>
                  <a:custGeom>
                    <a:avLst/>
                    <a:gdLst>
                      <a:gd name="connsiteX0" fmla="*/ 7891 w 7891"/>
                      <a:gd name="connsiteY0" fmla="*/ 2571 h 5142"/>
                      <a:gd name="connsiteX1" fmla="*/ 3945 w 7891"/>
                      <a:gd name="connsiteY1" fmla="*/ 5143 h 5142"/>
                      <a:gd name="connsiteX2" fmla="*/ 0 w 7891"/>
                      <a:gd name="connsiteY2" fmla="*/ 2571 h 5142"/>
                      <a:gd name="connsiteX3" fmla="*/ 3945 w 7891"/>
                      <a:gd name="connsiteY3" fmla="*/ 0 h 5142"/>
                      <a:gd name="connsiteX4" fmla="*/ 7891 w 7891"/>
                      <a:gd name="connsiteY4" fmla="*/ 2571 h 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91" h="5142">
                        <a:moveTo>
                          <a:pt x="7891" y="2571"/>
                        </a:moveTo>
                        <a:cubicBezTo>
                          <a:pt x="7891" y="3991"/>
                          <a:pt x="6125" y="5143"/>
                          <a:pt x="3945" y="5143"/>
                        </a:cubicBezTo>
                        <a:cubicBezTo>
                          <a:pt x="1766" y="5143"/>
                          <a:pt x="0" y="3991"/>
                          <a:pt x="0" y="2571"/>
                        </a:cubicBezTo>
                        <a:cubicBezTo>
                          <a:pt x="0" y="1151"/>
                          <a:pt x="1766" y="0"/>
                          <a:pt x="3945" y="0"/>
                        </a:cubicBezTo>
                        <a:cubicBezTo>
                          <a:pt x="6125" y="0"/>
                          <a:pt x="7891" y="1151"/>
                          <a:pt x="7891" y="2571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05" name="Forme libre : forme 27204">
                    <a:extLst>
                      <a:ext uri="{FF2B5EF4-FFF2-40B4-BE49-F238E27FC236}">
                        <a16:creationId xmlns:a16="http://schemas.microsoft.com/office/drawing/2014/main" id="{4D074BC0-2436-482A-A251-FD90BAB2A574}"/>
                      </a:ext>
                    </a:extLst>
                  </p:cNvPr>
                  <p:cNvSpPr/>
                  <p:nvPr/>
                </p:nvSpPr>
                <p:spPr>
                  <a:xfrm>
                    <a:off x="5379918" y="3593672"/>
                    <a:ext cx="26979" cy="28647"/>
                  </a:xfrm>
                  <a:custGeom>
                    <a:avLst/>
                    <a:gdLst>
                      <a:gd name="connsiteX0" fmla="*/ 934 w 26979"/>
                      <a:gd name="connsiteY0" fmla="*/ 22803 h 28647"/>
                      <a:gd name="connsiteX1" fmla="*/ 3 w 26979"/>
                      <a:gd name="connsiteY1" fmla="*/ 26704 h 28647"/>
                      <a:gd name="connsiteX2" fmla="*/ 402 w 26979"/>
                      <a:gd name="connsiteY2" fmla="*/ 28078 h 28647"/>
                      <a:gd name="connsiteX3" fmla="*/ 3727 w 26979"/>
                      <a:gd name="connsiteY3" fmla="*/ 28034 h 28647"/>
                      <a:gd name="connsiteX4" fmla="*/ 11706 w 26979"/>
                      <a:gd name="connsiteY4" fmla="*/ 18414 h 28647"/>
                      <a:gd name="connsiteX5" fmla="*/ 23321 w 26979"/>
                      <a:gd name="connsiteY5" fmla="*/ 5735 h 28647"/>
                      <a:gd name="connsiteX6" fmla="*/ 25493 w 26979"/>
                      <a:gd name="connsiteY6" fmla="*/ 61 h 28647"/>
                      <a:gd name="connsiteX7" fmla="*/ 17957 w 26979"/>
                      <a:gd name="connsiteY7" fmla="*/ 3253 h 28647"/>
                      <a:gd name="connsiteX8" fmla="*/ 5544 w 26979"/>
                      <a:gd name="connsiteY8" fmla="*/ 14690 h 28647"/>
                      <a:gd name="connsiteX9" fmla="*/ 934 w 26979"/>
                      <a:gd name="connsiteY9" fmla="*/ 22803 h 28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979" h="28647">
                        <a:moveTo>
                          <a:pt x="934" y="22803"/>
                        </a:moveTo>
                        <a:cubicBezTo>
                          <a:pt x="402" y="24044"/>
                          <a:pt x="-41" y="25374"/>
                          <a:pt x="3" y="26704"/>
                        </a:cubicBezTo>
                        <a:cubicBezTo>
                          <a:pt x="3" y="27192"/>
                          <a:pt x="92" y="27679"/>
                          <a:pt x="402" y="28078"/>
                        </a:cubicBezTo>
                        <a:cubicBezTo>
                          <a:pt x="1156" y="29009"/>
                          <a:pt x="2663" y="28654"/>
                          <a:pt x="3727" y="28034"/>
                        </a:cubicBezTo>
                        <a:cubicBezTo>
                          <a:pt x="7318" y="25861"/>
                          <a:pt x="9401" y="21916"/>
                          <a:pt x="11706" y="18414"/>
                        </a:cubicBezTo>
                        <a:cubicBezTo>
                          <a:pt x="14898" y="13626"/>
                          <a:pt x="18799" y="9326"/>
                          <a:pt x="23321" y="5735"/>
                        </a:cubicBezTo>
                        <a:cubicBezTo>
                          <a:pt x="24518" y="4760"/>
                          <a:pt x="29395" y="903"/>
                          <a:pt x="25493" y="61"/>
                        </a:cubicBezTo>
                        <a:cubicBezTo>
                          <a:pt x="23321" y="-427"/>
                          <a:pt x="19730" y="2145"/>
                          <a:pt x="17957" y="3253"/>
                        </a:cubicBezTo>
                        <a:cubicBezTo>
                          <a:pt x="13125" y="6179"/>
                          <a:pt x="8825" y="10124"/>
                          <a:pt x="5544" y="14690"/>
                        </a:cubicBezTo>
                        <a:cubicBezTo>
                          <a:pt x="3682" y="17217"/>
                          <a:pt x="2131" y="19966"/>
                          <a:pt x="934" y="22803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06" name="Forme libre : forme 27205">
                    <a:extLst>
                      <a:ext uri="{FF2B5EF4-FFF2-40B4-BE49-F238E27FC236}">
                        <a16:creationId xmlns:a16="http://schemas.microsoft.com/office/drawing/2014/main" id="{33483319-3F2A-4F9B-8E07-000321676899}"/>
                      </a:ext>
                    </a:extLst>
                  </p:cNvPr>
                  <p:cNvSpPr/>
                  <p:nvPr/>
                </p:nvSpPr>
                <p:spPr>
                  <a:xfrm>
                    <a:off x="5389523" y="3664441"/>
                    <a:ext cx="55787" cy="25993"/>
                  </a:xfrm>
                  <a:custGeom>
                    <a:avLst/>
                    <a:gdLst>
                      <a:gd name="connsiteX0" fmla="*/ 107 w 55787"/>
                      <a:gd name="connsiteY0" fmla="*/ 13743 h 25993"/>
                      <a:gd name="connsiteX1" fmla="*/ 994 w 55787"/>
                      <a:gd name="connsiteY1" fmla="*/ 9974 h 25993"/>
                      <a:gd name="connsiteX2" fmla="*/ 2235 w 55787"/>
                      <a:gd name="connsiteY2" fmla="*/ 9398 h 25993"/>
                      <a:gd name="connsiteX3" fmla="*/ 14072 w 55787"/>
                      <a:gd name="connsiteY3" fmla="*/ 6428 h 25993"/>
                      <a:gd name="connsiteX4" fmla="*/ 25775 w 55787"/>
                      <a:gd name="connsiteY4" fmla="*/ 5674 h 25993"/>
                      <a:gd name="connsiteX5" fmla="*/ 55787 w 55787"/>
                      <a:gd name="connsiteY5" fmla="*/ 0 h 25993"/>
                      <a:gd name="connsiteX6" fmla="*/ 37700 w 55787"/>
                      <a:gd name="connsiteY6" fmla="*/ 4300 h 25993"/>
                      <a:gd name="connsiteX7" fmla="*/ 13008 w 55787"/>
                      <a:gd name="connsiteY7" fmla="*/ 10374 h 25993"/>
                      <a:gd name="connsiteX8" fmla="*/ 7112 w 55787"/>
                      <a:gd name="connsiteY8" fmla="*/ 13743 h 25993"/>
                      <a:gd name="connsiteX9" fmla="*/ 6668 w 55787"/>
                      <a:gd name="connsiteY9" fmla="*/ 19240 h 25993"/>
                      <a:gd name="connsiteX10" fmla="*/ 9373 w 55787"/>
                      <a:gd name="connsiteY10" fmla="*/ 25003 h 25993"/>
                      <a:gd name="connsiteX11" fmla="*/ 6225 w 55787"/>
                      <a:gd name="connsiteY11" fmla="*/ 24338 h 25993"/>
                      <a:gd name="connsiteX12" fmla="*/ 107 w 55787"/>
                      <a:gd name="connsiteY12" fmla="*/ 13743 h 25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5787" h="25993">
                        <a:moveTo>
                          <a:pt x="107" y="13743"/>
                        </a:moveTo>
                        <a:cubicBezTo>
                          <a:pt x="-114" y="12413"/>
                          <a:pt x="-70" y="10772"/>
                          <a:pt x="994" y="9974"/>
                        </a:cubicBezTo>
                        <a:cubicBezTo>
                          <a:pt x="1349" y="9708"/>
                          <a:pt x="1792" y="9576"/>
                          <a:pt x="2235" y="9398"/>
                        </a:cubicBezTo>
                        <a:cubicBezTo>
                          <a:pt x="6092" y="8113"/>
                          <a:pt x="10038" y="6916"/>
                          <a:pt x="14072" y="6428"/>
                        </a:cubicBezTo>
                        <a:cubicBezTo>
                          <a:pt x="17928" y="5940"/>
                          <a:pt x="21874" y="6073"/>
                          <a:pt x="25775" y="5674"/>
                        </a:cubicBezTo>
                        <a:cubicBezTo>
                          <a:pt x="35927" y="4655"/>
                          <a:pt x="45591" y="177"/>
                          <a:pt x="55787" y="0"/>
                        </a:cubicBezTo>
                        <a:cubicBezTo>
                          <a:pt x="50024" y="2305"/>
                          <a:pt x="43818" y="3148"/>
                          <a:pt x="37700" y="4300"/>
                        </a:cubicBezTo>
                        <a:cubicBezTo>
                          <a:pt x="29366" y="5896"/>
                          <a:pt x="21165" y="8024"/>
                          <a:pt x="13008" y="10374"/>
                        </a:cubicBezTo>
                        <a:cubicBezTo>
                          <a:pt x="10791" y="10994"/>
                          <a:pt x="8353" y="11792"/>
                          <a:pt x="7112" y="13743"/>
                        </a:cubicBezTo>
                        <a:cubicBezTo>
                          <a:pt x="6092" y="15339"/>
                          <a:pt x="6092" y="17422"/>
                          <a:pt x="6668" y="19240"/>
                        </a:cubicBezTo>
                        <a:cubicBezTo>
                          <a:pt x="7245" y="21057"/>
                          <a:pt x="9461" y="23097"/>
                          <a:pt x="9373" y="25003"/>
                        </a:cubicBezTo>
                        <a:cubicBezTo>
                          <a:pt x="9240" y="27219"/>
                          <a:pt x="7156" y="25136"/>
                          <a:pt x="6225" y="24338"/>
                        </a:cubicBezTo>
                        <a:cubicBezTo>
                          <a:pt x="3078" y="21678"/>
                          <a:pt x="817" y="17866"/>
                          <a:pt x="107" y="13743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07" name="Forme libre : forme 27206">
                    <a:extLst>
                      <a:ext uri="{FF2B5EF4-FFF2-40B4-BE49-F238E27FC236}">
                        <a16:creationId xmlns:a16="http://schemas.microsoft.com/office/drawing/2014/main" id="{AABA83B1-49BC-4B46-8A57-D53C690CCA59}"/>
                      </a:ext>
                    </a:extLst>
                  </p:cNvPr>
                  <p:cNvSpPr/>
                  <p:nvPr/>
                </p:nvSpPr>
                <p:spPr>
                  <a:xfrm>
                    <a:off x="5378874" y="3619756"/>
                    <a:ext cx="52294" cy="33677"/>
                  </a:xfrm>
                  <a:custGeom>
                    <a:avLst/>
                    <a:gdLst>
                      <a:gd name="connsiteX0" fmla="*/ 1580 w 52294"/>
                      <a:gd name="connsiteY0" fmla="*/ 15959 h 33677"/>
                      <a:gd name="connsiteX1" fmla="*/ 4506 w 52294"/>
                      <a:gd name="connsiteY1" fmla="*/ 10728 h 33677"/>
                      <a:gd name="connsiteX2" fmla="*/ 9737 w 52294"/>
                      <a:gd name="connsiteY2" fmla="*/ 8334 h 33677"/>
                      <a:gd name="connsiteX3" fmla="*/ 52294 w 52294"/>
                      <a:gd name="connsiteY3" fmla="*/ 0 h 33677"/>
                      <a:gd name="connsiteX4" fmla="*/ 20376 w 52294"/>
                      <a:gd name="connsiteY4" fmla="*/ 10905 h 33677"/>
                      <a:gd name="connsiteX5" fmla="*/ 6722 w 52294"/>
                      <a:gd name="connsiteY5" fmla="*/ 16890 h 33677"/>
                      <a:gd name="connsiteX6" fmla="*/ 4151 w 52294"/>
                      <a:gd name="connsiteY6" fmla="*/ 19816 h 33677"/>
                      <a:gd name="connsiteX7" fmla="*/ 3087 w 52294"/>
                      <a:gd name="connsiteY7" fmla="*/ 22786 h 33677"/>
                      <a:gd name="connsiteX8" fmla="*/ 2023 w 52294"/>
                      <a:gd name="connsiteY8" fmla="*/ 30810 h 33677"/>
                      <a:gd name="connsiteX9" fmla="*/ 1491 w 52294"/>
                      <a:gd name="connsiteY9" fmla="*/ 33647 h 33677"/>
                      <a:gd name="connsiteX10" fmla="*/ 472 w 52294"/>
                      <a:gd name="connsiteY10" fmla="*/ 31253 h 33677"/>
                      <a:gd name="connsiteX11" fmla="*/ 1580 w 52294"/>
                      <a:gd name="connsiteY11" fmla="*/ 15959 h 33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2294" h="33677">
                        <a:moveTo>
                          <a:pt x="1580" y="15959"/>
                        </a:moveTo>
                        <a:cubicBezTo>
                          <a:pt x="2201" y="14008"/>
                          <a:pt x="2998" y="12058"/>
                          <a:pt x="4506" y="10728"/>
                        </a:cubicBezTo>
                        <a:cubicBezTo>
                          <a:pt x="5969" y="9442"/>
                          <a:pt x="7875" y="8866"/>
                          <a:pt x="9737" y="8334"/>
                        </a:cubicBezTo>
                        <a:cubicBezTo>
                          <a:pt x="23657" y="4477"/>
                          <a:pt x="37931" y="1684"/>
                          <a:pt x="52294" y="0"/>
                        </a:cubicBezTo>
                        <a:cubicBezTo>
                          <a:pt x="41832" y="4078"/>
                          <a:pt x="31149" y="7714"/>
                          <a:pt x="20376" y="10905"/>
                        </a:cubicBezTo>
                        <a:cubicBezTo>
                          <a:pt x="15588" y="12324"/>
                          <a:pt x="10623" y="13742"/>
                          <a:pt x="6722" y="16890"/>
                        </a:cubicBezTo>
                        <a:cubicBezTo>
                          <a:pt x="5703" y="17732"/>
                          <a:pt x="4772" y="18663"/>
                          <a:pt x="4151" y="19816"/>
                        </a:cubicBezTo>
                        <a:cubicBezTo>
                          <a:pt x="3619" y="20747"/>
                          <a:pt x="3353" y="21766"/>
                          <a:pt x="3087" y="22786"/>
                        </a:cubicBezTo>
                        <a:cubicBezTo>
                          <a:pt x="2422" y="25402"/>
                          <a:pt x="2068" y="28106"/>
                          <a:pt x="2023" y="30810"/>
                        </a:cubicBezTo>
                        <a:cubicBezTo>
                          <a:pt x="2023" y="31342"/>
                          <a:pt x="2289" y="33337"/>
                          <a:pt x="1491" y="33647"/>
                        </a:cubicBezTo>
                        <a:cubicBezTo>
                          <a:pt x="782" y="33957"/>
                          <a:pt x="605" y="31785"/>
                          <a:pt x="472" y="31253"/>
                        </a:cubicBezTo>
                        <a:cubicBezTo>
                          <a:pt x="-459" y="26199"/>
                          <a:pt x="28" y="20880"/>
                          <a:pt x="1580" y="15959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08" name="Forme libre : forme 27207">
                    <a:extLst>
                      <a:ext uri="{FF2B5EF4-FFF2-40B4-BE49-F238E27FC236}">
                        <a16:creationId xmlns:a16="http://schemas.microsoft.com/office/drawing/2014/main" id="{07A4C213-5D3E-474B-ACFF-8316810FE6ED}"/>
                      </a:ext>
                    </a:extLst>
                  </p:cNvPr>
                  <p:cNvSpPr/>
                  <p:nvPr/>
                </p:nvSpPr>
                <p:spPr>
                  <a:xfrm>
                    <a:off x="5402264" y="3625187"/>
                    <a:ext cx="50334" cy="29126"/>
                  </a:xfrm>
                  <a:custGeom>
                    <a:avLst/>
                    <a:gdLst>
                      <a:gd name="connsiteX0" fmla="*/ 8822 w 50334"/>
                      <a:gd name="connsiteY0" fmla="*/ 23340 h 29126"/>
                      <a:gd name="connsiteX1" fmla="*/ 17599 w 50334"/>
                      <a:gd name="connsiteY1" fmla="*/ 16690 h 29126"/>
                      <a:gd name="connsiteX2" fmla="*/ 26377 w 50334"/>
                      <a:gd name="connsiteY2" fmla="*/ 11459 h 29126"/>
                      <a:gd name="connsiteX3" fmla="*/ 40740 w 50334"/>
                      <a:gd name="connsiteY3" fmla="*/ 1440 h 29126"/>
                      <a:gd name="connsiteX4" fmla="*/ 44907 w 50334"/>
                      <a:gd name="connsiteY4" fmla="*/ 66 h 29126"/>
                      <a:gd name="connsiteX5" fmla="*/ 48232 w 50334"/>
                      <a:gd name="connsiteY5" fmla="*/ 3435 h 29126"/>
                      <a:gd name="connsiteX6" fmla="*/ 50183 w 50334"/>
                      <a:gd name="connsiteY6" fmla="*/ 20015 h 29126"/>
                      <a:gd name="connsiteX7" fmla="*/ 49030 w 50334"/>
                      <a:gd name="connsiteY7" fmla="*/ 28393 h 29126"/>
                      <a:gd name="connsiteX8" fmla="*/ 44464 w 50334"/>
                      <a:gd name="connsiteY8" fmla="*/ 14562 h 29126"/>
                      <a:gd name="connsiteX9" fmla="*/ 42203 w 50334"/>
                      <a:gd name="connsiteY9" fmla="*/ 12789 h 29126"/>
                      <a:gd name="connsiteX10" fmla="*/ 31741 w 50334"/>
                      <a:gd name="connsiteY10" fmla="*/ 13099 h 29126"/>
                      <a:gd name="connsiteX11" fmla="*/ 10817 w 50334"/>
                      <a:gd name="connsiteY11" fmla="*/ 22364 h 29126"/>
                      <a:gd name="connsiteX12" fmla="*/ 5940 w 50334"/>
                      <a:gd name="connsiteY12" fmla="*/ 25600 h 29126"/>
                      <a:gd name="connsiteX13" fmla="*/ 0 w 50334"/>
                      <a:gd name="connsiteY13" fmla="*/ 29058 h 29126"/>
                      <a:gd name="connsiteX14" fmla="*/ 8822 w 50334"/>
                      <a:gd name="connsiteY14" fmla="*/ 23340 h 29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0334" h="29126">
                        <a:moveTo>
                          <a:pt x="8822" y="23340"/>
                        </a:moveTo>
                        <a:cubicBezTo>
                          <a:pt x="11881" y="21300"/>
                          <a:pt x="14585" y="18773"/>
                          <a:pt x="17599" y="16690"/>
                        </a:cubicBezTo>
                        <a:cubicBezTo>
                          <a:pt x="20392" y="14739"/>
                          <a:pt x="23451" y="13232"/>
                          <a:pt x="26377" y="11459"/>
                        </a:cubicBezTo>
                        <a:cubicBezTo>
                          <a:pt x="31342" y="8444"/>
                          <a:pt x="35864" y="4676"/>
                          <a:pt x="40740" y="1440"/>
                        </a:cubicBezTo>
                        <a:cubicBezTo>
                          <a:pt x="41981" y="598"/>
                          <a:pt x="43444" y="-245"/>
                          <a:pt x="44907" y="66"/>
                        </a:cubicBezTo>
                        <a:cubicBezTo>
                          <a:pt x="46503" y="376"/>
                          <a:pt x="47567" y="1928"/>
                          <a:pt x="48232" y="3435"/>
                        </a:cubicBezTo>
                        <a:cubicBezTo>
                          <a:pt x="50537" y="8577"/>
                          <a:pt x="50493" y="14429"/>
                          <a:pt x="50183" y="20015"/>
                        </a:cubicBezTo>
                        <a:cubicBezTo>
                          <a:pt x="50005" y="22852"/>
                          <a:pt x="49784" y="25689"/>
                          <a:pt x="49030" y="28393"/>
                        </a:cubicBezTo>
                        <a:cubicBezTo>
                          <a:pt x="49739" y="23428"/>
                          <a:pt x="48010" y="18153"/>
                          <a:pt x="44464" y="14562"/>
                        </a:cubicBezTo>
                        <a:cubicBezTo>
                          <a:pt x="43799" y="13897"/>
                          <a:pt x="43045" y="13276"/>
                          <a:pt x="42203" y="12789"/>
                        </a:cubicBezTo>
                        <a:cubicBezTo>
                          <a:pt x="39056" y="11060"/>
                          <a:pt x="35154" y="11991"/>
                          <a:pt x="31741" y="13099"/>
                        </a:cubicBezTo>
                        <a:cubicBezTo>
                          <a:pt x="24471" y="15404"/>
                          <a:pt x="17289" y="18330"/>
                          <a:pt x="10817" y="22364"/>
                        </a:cubicBezTo>
                        <a:cubicBezTo>
                          <a:pt x="9176" y="23384"/>
                          <a:pt x="7581" y="24492"/>
                          <a:pt x="5940" y="25600"/>
                        </a:cubicBezTo>
                        <a:cubicBezTo>
                          <a:pt x="4788" y="26398"/>
                          <a:pt x="1330" y="29634"/>
                          <a:pt x="0" y="29058"/>
                        </a:cubicBezTo>
                        <a:cubicBezTo>
                          <a:pt x="1906" y="26576"/>
                          <a:pt x="6206" y="25113"/>
                          <a:pt x="8822" y="2334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09" name="Forme libre : forme 27208">
                    <a:extLst>
                      <a:ext uri="{FF2B5EF4-FFF2-40B4-BE49-F238E27FC236}">
                        <a16:creationId xmlns:a16="http://schemas.microsoft.com/office/drawing/2014/main" id="{1EF7E98C-9012-4551-B052-0E0595F229DE}"/>
                      </a:ext>
                    </a:extLst>
                  </p:cNvPr>
                  <p:cNvSpPr/>
                  <p:nvPr/>
                </p:nvSpPr>
                <p:spPr>
                  <a:xfrm>
                    <a:off x="5416007" y="3673173"/>
                    <a:ext cx="40430" cy="22397"/>
                  </a:xfrm>
                  <a:custGeom>
                    <a:avLst/>
                    <a:gdLst>
                      <a:gd name="connsiteX0" fmla="*/ 12058 w 40430"/>
                      <a:gd name="connsiteY0" fmla="*/ 15384 h 22397"/>
                      <a:gd name="connsiteX1" fmla="*/ 19417 w 40430"/>
                      <a:gd name="connsiteY1" fmla="*/ 11350 h 22397"/>
                      <a:gd name="connsiteX2" fmla="*/ 37726 w 40430"/>
                      <a:gd name="connsiteY2" fmla="*/ 400 h 22397"/>
                      <a:gd name="connsiteX3" fmla="*/ 38745 w 40430"/>
                      <a:gd name="connsiteY3" fmla="*/ 1 h 22397"/>
                      <a:gd name="connsiteX4" fmla="*/ 40341 w 40430"/>
                      <a:gd name="connsiteY4" fmla="*/ 2129 h 22397"/>
                      <a:gd name="connsiteX5" fmla="*/ 36130 w 40430"/>
                      <a:gd name="connsiteY5" fmla="*/ 16271 h 22397"/>
                      <a:gd name="connsiteX6" fmla="*/ 35243 w 40430"/>
                      <a:gd name="connsiteY6" fmla="*/ 13655 h 22397"/>
                      <a:gd name="connsiteX7" fmla="*/ 33647 w 40430"/>
                      <a:gd name="connsiteY7" fmla="*/ 10729 h 22397"/>
                      <a:gd name="connsiteX8" fmla="*/ 27707 w 40430"/>
                      <a:gd name="connsiteY8" fmla="*/ 10419 h 22397"/>
                      <a:gd name="connsiteX9" fmla="*/ 12856 w 40430"/>
                      <a:gd name="connsiteY9" fmla="*/ 16625 h 22397"/>
                      <a:gd name="connsiteX10" fmla="*/ 5763 w 40430"/>
                      <a:gd name="connsiteY10" fmla="*/ 20216 h 22397"/>
                      <a:gd name="connsiteX11" fmla="*/ 0 w 40430"/>
                      <a:gd name="connsiteY11" fmla="*/ 22034 h 22397"/>
                      <a:gd name="connsiteX12" fmla="*/ 5852 w 40430"/>
                      <a:gd name="connsiteY12" fmla="*/ 18753 h 22397"/>
                      <a:gd name="connsiteX13" fmla="*/ 12058 w 40430"/>
                      <a:gd name="connsiteY13" fmla="*/ 15384 h 22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0430" h="22397">
                        <a:moveTo>
                          <a:pt x="12058" y="15384"/>
                        </a:moveTo>
                        <a:cubicBezTo>
                          <a:pt x="14541" y="14054"/>
                          <a:pt x="16979" y="12724"/>
                          <a:pt x="19417" y="11350"/>
                        </a:cubicBezTo>
                        <a:cubicBezTo>
                          <a:pt x="25623" y="7892"/>
                          <a:pt x="31741" y="4257"/>
                          <a:pt x="37726" y="400"/>
                        </a:cubicBezTo>
                        <a:cubicBezTo>
                          <a:pt x="38036" y="223"/>
                          <a:pt x="38346" y="1"/>
                          <a:pt x="38745" y="1"/>
                        </a:cubicBezTo>
                        <a:cubicBezTo>
                          <a:pt x="39721" y="-43"/>
                          <a:pt x="40208" y="1154"/>
                          <a:pt x="40341" y="2129"/>
                        </a:cubicBezTo>
                        <a:cubicBezTo>
                          <a:pt x="40918" y="7094"/>
                          <a:pt x="38612" y="11926"/>
                          <a:pt x="36130" y="16271"/>
                        </a:cubicBezTo>
                        <a:cubicBezTo>
                          <a:pt x="35819" y="15384"/>
                          <a:pt x="35554" y="14497"/>
                          <a:pt x="35243" y="13655"/>
                        </a:cubicBezTo>
                        <a:cubicBezTo>
                          <a:pt x="34889" y="12591"/>
                          <a:pt x="34490" y="11438"/>
                          <a:pt x="33647" y="10729"/>
                        </a:cubicBezTo>
                        <a:cubicBezTo>
                          <a:pt x="32096" y="9355"/>
                          <a:pt x="29702" y="9798"/>
                          <a:pt x="27707" y="10419"/>
                        </a:cubicBezTo>
                        <a:cubicBezTo>
                          <a:pt x="22565" y="12015"/>
                          <a:pt x="17644" y="14276"/>
                          <a:pt x="12856" y="16625"/>
                        </a:cubicBezTo>
                        <a:cubicBezTo>
                          <a:pt x="10462" y="17822"/>
                          <a:pt x="8113" y="19019"/>
                          <a:pt x="5763" y="20216"/>
                        </a:cubicBezTo>
                        <a:cubicBezTo>
                          <a:pt x="4522" y="20837"/>
                          <a:pt x="1330" y="23319"/>
                          <a:pt x="0" y="22034"/>
                        </a:cubicBezTo>
                        <a:cubicBezTo>
                          <a:pt x="1463" y="20615"/>
                          <a:pt x="4034" y="19729"/>
                          <a:pt x="5852" y="18753"/>
                        </a:cubicBezTo>
                        <a:cubicBezTo>
                          <a:pt x="7935" y="17600"/>
                          <a:pt x="10019" y="16492"/>
                          <a:pt x="12058" y="15384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210" name="Forme libre : forme 27209">
                    <a:extLst>
                      <a:ext uri="{FF2B5EF4-FFF2-40B4-BE49-F238E27FC236}">
                        <a16:creationId xmlns:a16="http://schemas.microsoft.com/office/drawing/2014/main" id="{5889410F-D5A5-49ED-A82D-AC1179F34B26}"/>
                      </a:ext>
                    </a:extLst>
                  </p:cNvPr>
                  <p:cNvSpPr/>
                  <p:nvPr/>
                </p:nvSpPr>
                <p:spPr>
                  <a:xfrm>
                    <a:off x="5415285" y="3706720"/>
                    <a:ext cx="24084" cy="11612"/>
                  </a:xfrm>
                  <a:custGeom>
                    <a:avLst/>
                    <a:gdLst>
                      <a:gd name="connsiteX0" fmla="*/ 1342 w 24084"/>
                      <a:gd name="connsiteY0" fmla="*/ 13 h 11612"/>
                      <a:gd name="connsiteX1" fmla="*/ 13 w 24084"/>
                      <a:gd name="connsiteY1" fmla="*/ 545 h 11612"/>
                      <a:gd name="connsiteX2" fmla="*/ 677 w 24084"/>
                      <a:gd name="connsiteY2" fmla="*/ 1609 h 11612"/>
                      <a:gd name="connsiteX3" fmla="*/ 11938 w 24084"/>
                      <a:gd name="connsiteY3" fmla="*/ 9056 h 11612"/>
                      <a:gd name="connsiteX4" fmla="*/ 17922 w 24084"/>
                      <a:gd name="connsiteY4" fmla="*/ 11583 h 11612"/>
                      <a:gd name="connsiteX5" fmla="*/ 18809 w 24084"/>
                      <a:gd name="connsiteY5" fmla="*/ 11539 h 11612"/>
                      <a:gd name="connsiteX6" fmla="*/ 19474 w 24084"/>
                      <a:gd name="connsiteY6" fmla="*/ 9810 h 11612"/>
                      <a:gd name="connsiteX7" fmla="*/ 18986 w 24084"/>
                      <a:gd name="connsiteY7" fmla="*/ 7859 h 11612"/>
                      <a:gd name="connsiteX8" fmla="*/ 20759 w 24084"/>
                      <a:gd name="connsiteY8" fmla="*/ 4756 h 11612"/>
                      <a:gd name="connsiteX9" fmla="*/ 23951 w 24084"/>
                      <a:gd name="connsiteY9" fmla="*/ 988 h 11612"/>
                      <a:gd name="connsiteX10" fmla="*/ 17080 w 24084"/>
                      <a:gd name="connsiteY10" fmla="*/ 855 h 11612"/>
                      <a:gd name="connsiteX11" fmla="*/ 1342 w 24084"/>
                      <a:gd name="connsiteY11" fmla="*/ 13 h 11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4084" h="11612">
                        <a:moveTo>
                          <a:pt x="1342" y="13"/>
                        </a:moveTo>
                        <a:cubicBezTo>
                          <a:pt x="810" y="-31"/>
                          <a:pt x="101" y="13"/>
                          <a:pt x="13" y="545"/>
                        </a:cubicBezTo>
                        <a:cubicBezTo>
                          <a:pt x="-76" y="988"/>
                          <a:pt x="323" y="1343"/>
                          <a:pt x="677" y="1609"/>
                        </a:cubicBezTo>
                        <a:cubicBezTo>
                          <a:pt x="4401" y="4136"/>
                          <a:pt x="8081" y="6707"/>
                          <a:pt x="11938" y="9056"/>
                        </a:cubicBezTo>
                        <a:cubicBezTo>
                          <a:pt x="13799" y="10209"/>
                          <a:pt x="15750" y="11317"/>
                          <a:pt x="17922" y="11583"/>
                        </a:cubicBezTo>
                        <a:cubicBezTo>
                          <a:pt x="18233" y="11628"/>
                          <a:pt x="18498" y="11628"/>
                          <a:pt x="18809" y="11539"/>
                        </a:cubicBezTo>
                        <a:cubicBezTo>
                          <a:pt x="19429" y="11273"/>
                          <a:pt x="19607" y="10475"/>
                          <a:pt x="19474" y="9810"/>
                        </a:cubicBezTo>
                        <a:cubicBezTo>
                          <a:pt x="19341" y="9145"/>
                          <a:pt x="19030" y="8524"/>
                          <a:pt x="18986" y="7859"/>
                        </a:cubicBezTo>
                        <a:cubicBezTo>
                          <a:pt x="18942" y="6618"/>
                          <a:pt x="19873" y="5598"/>
                          <a:pt x="20759" y="4756"/>
                        </a:cubicBezTo>
                        <a:cubicBezTo>
                          <a:pt x="21380" y="4180"/>
                          <a:pt x="24794" y="2185"/>
                          <a:pt x="23951" y="988"/>
                        </a:cubicBezTo>
                        <a:cubicBezTo>
                          <a:pt x="23331" y="101"/>
                          <a:pt x="18233" y="855"/>
                          <a:pt x="17080" y="855"/>
                        </a:cubicBezTo>
                        <a:cubicBezTo>
                          <a:pt x="11760" y="767"/>
                          <a:pt x="6529" y="501"/>
                          <a:pt x="1342" y="13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7046" name="Graphique 2">
                  <a:extLst>
                    <a:ext uri="{FF2B5EF4-FFF2-40B4-BE49-F238E27FC236}">
                      <a16:creationId xmlns:a16="http://schemas.microsoft.com/office/drawing/2014/main" id="{FC9D2C5E-261B-4CF0-9E9D-5D5563D29C0B}"/>
                    </a:ext>
                  </a:extLst>
                </p:cNvPr>
                <p:cNvGrpSpPr/>
                <p:nvPr/>
              </p:nvGrpSpPr>
              <p:grpSpPr>
                <a:xfrm>
                  <a:off x="5196612" y="3725468"/>
                  <a:ext cx="99956" cy="120956"/>
                  <a:chOff x="5196612" y="3725468"/>
                  <a:chExt cx="99956" cy="120956"/>
                </a:xfrm>
                <a:solidFill>
                  <a:schemeClr val="accent1"/>
                </a:solidFill>
              </p:grpSpPr>
              <p:sp>
                <p:nvSpPr>
                  <p:cNvPr id="27175" name="Forme libre : forme 27174">
                    <a:extLst>
                      <a:ext uri="{FF2B5EF4-FFF2-40B4-BE49-F238E27FC236}">
                        <a16:creationId xmlns:a16="http://schemas.microsoft.com/office/drawing/2014/main" id="{8E40A641-48C7-4A39-AFB5-187B76F10D32}"/>
                      </a:ext>
                    </a:extLst>
                  </p:cNvPr>
                  <p:cNvSpPr/>
                  <p:nvPr/>
                </p:nvSpPr>
                <p:spPr>
                  <a:xfrm>
                    <a:off x="5196612" y="3725468"/>
                    <a:ext cx="99956" cy="120956"/>
                  </a:xfrm>
                  <a:custGeom>
                    <a:avLst/>
                    <a:gdLst>
                      <a:gd name="connsiteX0" fmla="*/ 27043 w 99956"/>
                      <a:gd name="connsiteY0" fmla="*/ 948 h 120956"/>
                      <a:gd name="connsiteX1" fmla="*/ 4212 w 99956"/>
                      <a:gd name="connsiteY1" fmla="*/ 20719 h 120956"/>
                      <a:gd name="connsiteX2" fmla="*/ 1109 w 99956"/>
                      <a:gd name="connsiteY2" fmla="*/ 51219 h 120956"/>
                      <a:gd name="connsiteX3" fmla="*/ 3060 w 99956"/>
                      <a:gd name="connsiteY3" fmla="*/ 55164 h 120956"/>
                      <a:gd name="connsiteX4" fmla="*/ 6695 w 99956"/>
                      <a:gd name="connsiteY4" fmla="*/ 54189 h 120956"/>
                      <a:gd name="connsiteX5" fmla="*/ 9532 w 99956"/>
                      <a:gd name="connsiteY5" fmla="*/ 70946 h 120956"/>
                      <a:gd name="connsiteX6" fmla="*/ 22964 w 99956"/>
                      <a:gd name="connsiteY6" fmla="*/ 79635 h 120956"/>
                      <a:gd name="connsiteX7" fmla="*/ 22875 w 99956"/>
                      <a:gd name="connsiteY7" fmla="*/ 86063 h 120956"/>
                      <a:gd name="connsiteX8" fmla="*/ 28905 w 99956"/>
                      <a:gd name="connsiteY8" fmla="*/ 88324 h 120956"/>
                      <a:gd name="connsiteX9" fmla="*/ 39322 w 99956"/>
                      <a:gd name="connsiteY9" fmla="*/ 103795 h 120956"/>
                      <a:gd name="connsiteX10" fmla="*/ 57986 w 99956"/>
                      <a:gd name="connsiteY10" fmla="*/ 104372 h 120956"/>
                      <a:gd name="connsiteX11" fmla="*/ 55680 w 99956"/>
                      <a:gd name="connsiteY11" fmla="*/ 107741 h 120956"/>
                      <a:gd name="connsiteX12" fmla="*/ 57542 w 99956"/>
                      <a:gd name="connsiteY12" fmla="*/ 110888 h 120956"/>
                      <a:gd name="connsiteX13" fmla="*/ 59316 w 99956"/>
                      <a:gd name="connsiteY13" fmla="*/ 110578 h 120956"/>
                      <a:gd name="connsiteX14" fmla="*/ 65211 w 99956"/>
                      <a:gd name="connsiteY14" fmla="*/ 113149 h 120956"/>
                      <a:gd name="connsiteX15" fmla="*/ 81880 w 99956"/>
                      <a:gd name="connsiteY15" fmla="*/ 119489 h 120956"/>
                      <a:gd name="connsiteX16" fmla="*/ 97263 w 99956"/>
                      <a:gd name="connsiteY16" fmla="*/ 119843 h 120956"/>
                      <a:gd name="connsiteX17" fmla="*/ 96997 w 99956"/>
                      <a:gd name="connsiteY17" fmla="*/ 102111 h 120956"/>
                      <a:gd name="connsiteX18" fmla="*/ 97218 w 99956"/>
                      <a:gd name="connsiteY18" fmla="*/ 97456 h 120956"/>
                      <a:gd name="connsiteX19" fmla="*/ 98504 w 99956"/>
                      <a:gd name="connsiteY19" fmla="*/ 92712 h 120956"/>
                      <a:gd name="connsiteX20" fmla="*/ 98947 w 99956"/>
                      <a:gd name="connsiteY20" fmla="*/ 69705 h 120956"/>
                      <a:gd name="connsiteX21" fmla="*/ 92830 w 99956"/>
                      <a:gd name="connsiteY21" fmla="*/ 60750 h 120956"/>
                      <a:gd name="connsiteX22" fmla="*/ 93539 w 99956"/>
                      <a:gd name="connsiteY22" fmla="*/ 53790 h 120956"/>
                      <a:gd name="connsiteX23" fmla="*/ 87865 w 99956"/>
                      <a:gd name="connsiteY23" fmla="*/ 52815 h 120956"/>
                      <a:gd name="connsiteX24" fmla="*/ 74166 w 99956"/>
                      <a:gd name="connsiteY24" fmla="*/ 22448 h 120956"/>
                      <a:gd name="connsiteX25" fmla="*/ 65655 w 99956"/>
                      <a:gd name="connsiteY25" fmla="*/ 19788 h 120956"/>
                      <a:gd name="connsiteX26" fmla="*/ 58163 w 99956"/>
                      <a:gd name="connsiteY26" fmla="*/ 15621 h 120956"/>
                      <a:gd name="connsiteX27" fmla="*/ 48942 w 99956"/>
                      <a:gd name="connsiteY27" fmla="*/ 3563 h 120956"/>
                      <a:gd name="connsiteX28" fmla="*/ 27043 w 99956"/>
                      <a:gd name="connsiteY28" fmla="*/ 948 h 120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99956" h="120956">
                        <a:moveTo>
                          <a:pt x="27043" y="948"/>
                        </a:moveTo>
                        <a:cubicBezTo>
                          <a:pt x="16980" y="3607"/>
                          <a:pt x="8645" y="11321"/>
                          <a:pt x="4212" y="20719"/>
                        </a:cubicBezTo>
                        <a:cubicBezTo>
                          <a:pt x="-221" y="30117"/>
                          <a:pt x="-975" y="41023"/>
                          <a:pt x="1109" y="51219"/>
                        </a:cubicBezTo>
                        <a:cubicBezTo>
                          <a:pt x="1419" y="52682"/>
                          <a:pt x="1818" y="54278"/>
                          <a:pt x="3060" y="55164"/>
                        </a:cubicBezTo>
                        <a:cubicBezTo>
                          <a:pt x="4256" y="56051"/>
                          <a:pt x="6429" y="55652"/>
                          <a:pt x="6695" y="54189"/>
                        </a:cubicBezTo>
                        <a:cubicBezTo>
                          <a:pt x="6872" y="59908"/>
                          <a:pt x="7094" y="65759"/>
                          <a:pt x="9532" y="70946"/>
                        </a:cubicBezTo>
                        <a:cubicBezTo>
                          <a:pt x="11970" y="76088"/>
                          <a:pt x="17334" y="80344"/>
                          <a:pt x="22964" y="79635"/>
                        </a:cubicBezTo>
                        <a:cubicBezTo>
                          <a:pt x="21634" y="81497"/>
                          <a:pt x="21590" y="84201"/>
                          <a:pt x="22875" y="86063"/>
                        </a:cubicBezTo>
                        <a:cubicBezTo>
                          <a:pt x="24161" y="87969"/>
                          <a:pt x="26688" y="88900"/>
                          <a:pt x="28905" y="88324"/>
                        </a:cubicBezTo>
                        <a:cubicBezTo>
                          <a:pt x="29658" y="94752"/>
                          <a:pt x="33692" y="100692"/>
                          <a:pt x="39322" y="103795"/>
                        </a:cubicBezTo>
                        <a:cubicBezTo>
                          <a:pt x="44952" y="106898"/>
                          <a:pt x="52134" y="107120"/>
                          <a:pt x="57986" y="104372"/>
                        </a:cubicBezTo>
                        <a:cubicBezTo>
                          <a:pt x="57010" y="105347"/>
                          <a:pt x="55991" y="106411"/>
                          <a:pt x="55680" y="107741"/>
                        </a:cubicBezTo>
                        <a:cubicBezTo>
                          <a:pt x="55370" y="109071"/>
                          <a:pt x="56168" y="110755"/>
                          <a:pt x="57542" y="110888"/>
                        </a:cubicBezTo>
                        <a:cubicBezTo>
                          <a:pt x="58119" y="110933"/>
                          <a:pt x="58695" y="110711"/>
                          <a:pt x="59316" y="110578"/>
                        </a:cubicBezTo>
                        <a:cubicBezTo>
                          <a:pt x="61488" y="110223"/>
                          <a:pt x="63438" y="111863"/>
                          <a:pt x="65211" y="113149"/>
                        </a:cubicBezTo>
                        <a:cubicBezTo>
                          <a:pt x="70088" y="116607"/>
                          <a:pt x="76073" y="118070"/>
                          <a:pt x="81880" y="119489"/>
                        </a:cubicBezTo>
                        <a:cubicBezTo>
                          <a:pt x="86934" y="120730"/>
                          <a:pt x="92431" y="121882"/>
                          <a:pt x="97263" y="119843"/>
                        </a:cubicBezTo>
                        <a:cubicBezTo>
                          <a:pt x="97174" y="113947"/>
                          <a:pt x="97085" y="108051"/>
                          <a:pt x="96997" y="102111"/>
                        </a:cubicBezTo>
                        <a:cubicBezTo>
                          <a:pt x="96952" y="100559"/>
                          <a:pt x="96952" y="99008"/>
                          <a:pt x="97218" y="97456"/>
                        </a:cubicBezTo>
                        <a:cubicBezTo>
                          <a:pt x="97484" y="95816"/>
                          <a:pt x="98061" y="94309"/>
                          <a:pt x="98504" y="92712"/>
                        </a:cubicBezTo>
                        <a:cubicBezTo>
                          <a:pt x="100632" y="85309"/>
                          <a:pt x="100100" y="77374"/>
                          <a:pt x="98947" y="69705"/>
                        </a:cubicBezTo>
                        <a:cubicBezTo>
                          <a:pt x="98371" y="65848"/>
                          <a:pt x="96686" y="61104"/>
                          <a:pt x="92830" y="60750"/>
                        </a:cubicBezTo>
                        <a:cubicBezTo>
                          <a:pt x="93716" y="58533"/>
                          <a:pt x="94470" y="56007"/>
                          <a:pt x="93539" y="53790"/>
                        </a:cubicBezTo>
                        <a:cubicBezTo>
                          <a:pt x="92564" y="51618"/>
                          <a:pt x="88973" y="50687"/>
                          <a:pt x="87865" y="52815"/>
                        </a:cubicBezTo>
                        <a:cubicBezTo>
                          <a:pt x="87953" y="41377"/>
                          <a:pt x="82811" y="29984"/>
                          <a:pt x="74166" y="22448"/>
                        </a:cubicBezTo>
                        <a:cubicBezTo>
                          <a:pt x="71817" y="20409"/>
                          <a:pt x="68536" y="18547"/>
                          <a:pt x="65655" y="19788"/>
                        </a:cubicBezTo>
                        <a:cubicBezTo>
                          <a:pt x="67073" y="19168"/>
                          <a:pt x="62685" y="11144"/>
                          <a:pt x="58163" y="15621"/>
                        </a:cubicBezTo>
                        <a:cubicBezTo>
                          <a:pt x="56257" y="9592"/>
                          <a:pt x="54749" y="6489"/>
                          <a:pt x="48942" y="3563"/>
                        </a:cubicBezTo>
                        <a:cubicBezTo>
                          <a:pt x="42115" y="149"/>
                          <a:pt x="34490" y="-1003"/>
                          <a:pt x="27043" y="948"/>
                        </a:cubicBezTo>
                        <a:close/>
                      </a:path>
                    </a:pathLst>
                  </a:custGeom>
                  <a:solidFill>
                    <a:srgbClr val="F4D331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76" name="Forme libre : forme 27175">
                    <a:extLst>
                      <a:ext uri="{FF2B5EF4-FFF2-40B4-BE49-F238E27FC236}">
                        <a16:creationId xmlns:a16="http://schemas.microsoft.com/office/drawing/2014/main" id="{60E1F8C0-A8B7-49A6-83AD-83782BA71DD9}"/>
                      </a:ext>
                    </a:extLst>
                  </p:cNvPr>
                  <p:cNvSpPr/>
                  <p:nvPr/>
                </p:nvSpPr>
                <p:spPr>
                  <a:xfrm>
                    <a:off x="5196612" y="3725468"/>
                    <a:ext cx="99956" cy="120956"/>
                  </a:xfrm>
                  <a:custGeom>
                    <a:avLst/>
                    <a:gdLst>
                      <a:gd name="connsiteX0" fmla="*/ 27043 w 99956"/>
                      <a:gd name="connsiteY0" fmla="*/ 948 h 120956"/>
                      <a:gd name="connsiteX1" fmla="*/ 4212 w 99956"/>
                      <a:gd name="connsiteY1" fmla="*/ 20719 h 120956"/>
                      <a:gd name="connsiteX2" fmla="*/ 1109 w 99956"/>
                      <a:gd name="connsiteY2" fmla="*/ 51219 h 120956"/>
                      <a:gd name="connsiteX3" fmla="*/ 3060 w 99956"/>
                      <a:gd name="connsiteY3" fmla="*/ 55164 h 120956"/>
                      <a:gd name="connsiteX4" fmla="*/ 6695 w 99956"/>
                      <a:gd name="connsiteY4" fmla="*/ 54189 h 120956"/>
                      <a:gd name="connsiteX5" fmla="*/ 9532 w 99956"/>
                      <a:gd name="connsiteY5" fmla="*/ 70946 h 120956"/>
                      <a:gd name="connsiteX6" fmla="*/ 22964 w 99956"/>
                      <a:gd name="connsiteY6" fmla="*/ 79635 h 120956"/>
                      <a:gd name="connsiteX7" fmla="*/ 22875 w 99956"/>
                      <a:gd name="connsiteY7" fmla="*/ 86063 h 120956"/>
                      <a:gd name="connsiteX8" fmla="*/ 28905 w 99956"/>
                      <a:gd name="connsiteY8" fmla="*/ 88324 h 120956"/>
                      <a:gd name="connsiteX9" fmla="*/ 39322 w 99956"/>
                      <a:gd name="connsiteY9" fmla="*/ 103795 h 120956"/>
                      <a:gd name="connsiteX10" fmla="*/ 57986 w 99956"/>
                      <a:gd name="connsiteY10" fmla="*/ 104372 h 120956"/>
                      <a:gd name="connsiteX11" fmla="*/ 55680 w 99956"/>
                      <a:gd name="connsiteY11" fmla="*/ 107741 h 120956"/>
                      <a:gd name="connsiteX12" fmla="*/ 57542 w 99956"/>
                      <a:gd name="connsiteY12" fmla="*/ 110888 h 120956"/>
                      <a:gd name="connsiteX13" fmla="*/ 59316 w 99956"/>
                      <a:gd name="connsiteY13" fmla="*/ 110578 h 120956"/>
                      <a:gd name="connsiteX14" fmla="*/ 65211 w 99956"/>
                      <a:gd name="connsiteY14" fmla="*/ 113149 h 120956"/>
                      <a:gd name="connsiteX15" fmla="*/ 81880 w 99956"/>
                      <a:gd name="connsiteY15" fmla="*/ 119489 h 120956"/>
                      <a:gd name="connsiteX16" fmla="*/ 97263 w 99956"/>
                      <a:gd name="connsiteY16" fmla="*/ 119843 h 120956"/>
                      <a:gd name="connsiteX17" fmla="*/ 96997 w 99956"/>
                      <a:gd name="connsiteY17" fmla="*/ 102111 h 120956"/>
                      <a:gd name="connsiteX18" fmla="*/ 97218 w 99956"/>
                      <a:gd name="connsiteY18" fmla="*/ 97456 h 120956"/>
                      <a:gd name="connsiteX19" fmla="*/ 98504 w 99956"/>
                      <a:gd name="connsiteY19" fmla="*/ 92712 h 120956"/>
                      <a:gd name="connsiteX20" fmla="*/ 98947 w 99956"/>
                      <a:gd name="connsiteY20" fmla="*/ 69705 h 120956"/>
                      <a:gd name="connsiteX21" fmla="*/ 92830 w 99956"/>
                      <a:gd name="connsiteY21" fmla="*/ 60750 h 120956"/>
                      <a:gd name="connsiteX22" fmla="*/ 93539 w 99956"/>
                      <a:gd name="connsiteY22" fmla="*/ 53790 h 120956"/>
                      <a:gd name="connsiteX23" fmla="*/ 87865 w 99956"/>
                      <a:gd name="connsiteY23" fmla="*/ 52815 h 120956"/>
                      <a:gd name="connsiteX24" fmla="*/ 74166 w 99956"/>
                      <a:gd name="connsiteY24" fmla="*/ 22448 h 120956"/>
                      <a:gd name="connsiteX25" fmla="*/ 65655 w 99956"/>
                      <a:gd name="connsiteY25" fmla="*/ 19788 h 120956"/>
                      <a:gd name="connsiteX26" fmla="*/ 58163 w 99956"/>
                      <a:gd name="connsiteY26" fmla="*/ 15621 h 120956"/>
                      <a:gd name="connsiteX27" fmla="*/ 48942 w 99956"/>
                      <a:gd name="connsiteY27" fmla="*/ 3563 h 120956"/>
                      <a:gd name="connsiteX28" fmla="*/ 27043 w 99956"/>
                      <a:gd name="connsiteY28" fmla="*/ 948 h 120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99956" h="120956">
                        <a:moveTo>
                          <a:pt x="27043" y="948"/>
                        </a:moveTo>
                        <a:cubicBezTo>
                          <a:pt x="16980" y="3607"/>
                          <a:pt x="8645" y="11321"/>
                          <a:pt x="4212" y="20719"/>
                        </a:cubicBezTo>
                        <a:cubicBezTo>
                          <a:pt x="-221" y="30117"/>
                          <a:pt x="-975" y="41023"/>
                          <a:pt x="1109" y="51219"/>
                        </a:cubicBezTo>
                        <a:cubicBezTo>
                          <a:pt x="1419" y="52682"/>
                          <a:pt x="1818" y="54278"/>
                          <a:pt x="3060" y="55164"/>
                        </a:cubicBezTo>
                        <a:cubicBezTo>
                          <a:pt x="4256" y="56051"/>
                          <a:pt x="6429" y="55652"/>
                          <a:pt x="6695" y="54189"/>
                        </a:cubicBezTo>
                        <a:cubicBezTo>
                          <a:pt x="6872" y="59908"/>
                          <a:pt x="7094" y="65759"/>
                          <a:pt x="9532" y="70946"/>
                        </a:cubicBezTo>
                        <a:cubicBezTo>
                          <a:pt x="11970" y="76088"/>
                          <a:pt x="17334" y="80344"/>
                          <a:pt x="22964" y="79635"/>
                        </a:cubicBezTo>
                        <a:cubicBezTo>
                          <a:pt x="21634" y="81497"/>
                          <a:pt x="21590" y="84201"/>
                          <a:pt x="22875" y="86063"/>
                        </a:cubicBezTo>
                        <a:cubicBezTo>
                          <a:pt x="24161" y="87969"/>
                          <a:pt x="26688" y="88900"/>
                          <a:pt x="28905" y="88324"/>
                        </a:cubicBezTo>
                        <a:cubicBezTo>
                          <a:pt x="29658" y="94752"/>
                          <a:pt x="33692" y="100692"/>
                          <a:pt x="39322" y="103795"/>
                        </a:cubicBezTo>
                        <a:cubicBezTo>
                          <a:pt x="44952" y="106898"/>
                          <a:pt x="52134" y="107120"/>
                          <a:pt x="57986" y="104372"/>
                        </a:cubicBezTo>
                        <a:cubicBezTo>
                          <a:pt x="57010" y="105347"/>
                          <a:pt x="55991" y="106411"/>
                          <a:pt x="55680" y="107741"/>
                        </a:cubicBezTo>
                        <a:cubicBezTo>
                          <a:pt x="55370" y="109071"/>
                          <a:pt x="56168" y="110755"/>
                          <a:pt x="57542" y="110888"/>
                        </a:cubicBezTo>
                        <a:cubicBezTo>
                          <a:pt x="58119" y="110933"/>
                          <a:pt x="58695" y="110711"/>
                          <a:pt x="59316" y="110578"/>
                        </a:cubicBezTo>
                        <a:cubicBezTo>
                          <a:pt x="61488" y="110223"/>
                          <a:pt x="63438" y="111863"/>
                          <a:pt x="65211" y="113149"/>
                        </a:cubicBezTo>
                        <a:cubicBezTo>
                          <a:pt x="70088" y="116607"/>
                          <a:pt x="76073" y="118070"/>
                          <a:pt x="81880" y="119489"/>
                        </a:cubicBezTo>
                        <a:cubicBezTo>
                          <a:pt x="86934" y="120730"/>
                          <a:pt x="92431" y="121882"/>
                          <a:pt x="97263" y="119843"/>
                        </a:cubicBezTo>
                        <a:cubicBezTo>
                          <a:pt x="97174" y="113947"/>
                          <a:pt x="97085" y="108051"/>
                          <a:pt x="96997" y="102111"/>
                        </a:cubicBezTo>
                        <a:cubicBezTo>
                          <a:pt x="96952" y="100559"/>
                          <a:pt x="96952" y="99008"/>
                          <a:pt x="97218" y="97456"/>
                        </a:cubicBezTo>
                        <a:cubicBezTo>
                          <a:pt x="97484" y="95816"/>
                          <a:pt x="98061" y="94309"/>
                          <a:pt x="98504" y="92712"/>
                        </a:cubicBezTo>
                        <a:cubicBezTo>
                          <a:pt x="100632" y="85309"/>
                          <a:pt x="100100" y="77374"/>
                          <a:pt x="98947" y="69705"/>
                        </a:cubicBezTo>
                        <a:cubicBezTo>
                          <a:pt x="98371" y="65848"/>
                          <a:pt x="96686" y="61104"/>
                          <a:pt x="92830" y="60750"/>
                        </a:cubicBezTo>
                        <a:cubicBezTo>
                          <a:pt x="93716" y="58533"/>
                          <a:pt x="94470" y="56007"/>
                          <a:pt x="93539" y="53790"/>
                        </a:cubicBezTo>
                        <a:cubicBezTo>
                          <a:pt x="92564" y="51618"/>
                          <a:pt x="88973" y="50687"/>
                          <a:pt x="87865" y="52815"/>
                        </a:cubicBezTo>
                        <a:cubicBezTo>
                          <a:pt x="87953" y="41377"/>
                          <a:pt x="82811" y="29984"/>
                          <a:pt x="74166" y="22448"/>
                        </a:cubicBezTo>
                        <a:cubicBezTo>
                          <a:pt x="71817" y="20409"/>
                          <a:pt x="68536" y="18547"/>
                          <a:pt x="65655" y="19788"/>
                        </a:cubicBezTo>
                        <a:cubicBezTo>
                          <a:pt x="67073" y="19168"/>
                          <a:pt x="62685" y="11144"/>
                          <a:pt x="58163" y="15621"/>
                        </a:cubicBezTo>
                        <a:cubicBezTo>
                          <a:pt x="56257" y="9592"/>
                          <a:pt x="54749" y="6489"/>
                          <a:pt x="48942" y="3563"/>
                        </a:cubicBezTo>
                        <a:cubicBezTo>
                          <a:pt x="42115" y="149"/>
                          <a:pt x="34490" y="-1003"/>
                          <a:pt x="27043" y="948"/>
                        </a:cubicBezTo>
                        <a:close/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77" name="Forme libre : forme 27176">
                    <a:extLst>
                      <a:ext uri="{FF2B5EF4-FFF2-40B4-BE49-F238E27FC236}">
                        <a16:creationId xmlns:a16="http://schemas.microsoft.com/office/drawing/2014/main" id="{88FB0D44-B484-4FB7-A2A2-8216089A6BC0}"/>
                      </a:ext>
                    </a:extLst>
                  </p:cNvPr>
                  <p:cNvSpPr/>
                  <p:nvPr/>
                </p:nvSpPr>
                <p:spPr>
                  <a:xfrm>
                    <a:off x="5203263" y="3741090"/>
                    <a:ext cx="51423" cy="38523"/>
                  </a:xfrm>
                  <a:custGeom>
                    <a:avLst/>
                    <a:gdLst>
                      <a:gd name="connsiteX0" fmla="*/ 51424 w 51423"/>
                      <a:gd name="connsiteY0" fmla="*/ 0 h 38523"/>
                      <a:gd name="connsiteX1" fmla="*/ 28372 w 51423"/>
                      <a:gd name="connsiteY1" fmla="*/ 15205 h 38523"/>
                      <a:gd name="connsiteX2" fmla="*/ 0 w 51423"/>
                      <a:gd name="connsiteY2" fmla="*/ 38524 h 38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1423" h="38523">
                        <a:moveTo>
                          <a:pt x="51424" y="0"/>
                        </a:moveTo>
                        <a:cubicBezTo>
                          <a:pt x="51424" y="0"/>
                          <a:pt x="41006" y="8024"/>
                          <a:pt x="28372" y="15205"/>
                        </a:cubicBezTo>
                        <a:cubicBezTo>
                          <a:pt x="15738" y="22387"/>
                          <a:pt x="3724" y="29258"/>
                          <a:pt x="0" y="38524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78" name="Forme libre : forme 27177">
                    <a:extLst>
                      <a:ext uri="{FF2B5EF4-FFF2-40B4-BE49-F238E27FC236}">
                        <a16:creationId xmlns:a16="http://schemas.microsoft.com/office/drawing/2014/main" id="{DC8A7518-3071-4575-BDF1-0E1A90E27565}"/>
                      </a:ext>
                    </a:extLst>
                  </p:cNvPr>
                  <p:cNvSpPr/>
                  <p:nvPr/>
                </p:nvSpPr>
                <p:spPr>
                  <a:xfrm>
                    <a:off x="5219532" y="3745257"/>
                    <a:ext cx="42646" cy="59802"/>
                  </a:xfrm>
                  <a:custGeom>
                    <a:avLst/>
                    <a:gdLst>
                      <a:gd name="connsiteX0" fmla="*/ 0 w 42646"/>
                      <a:gd name="connsiteY0" fmla="*/ 59802 h 59802"/>
                      <a:gd name="connsiteX1" fmla="*/ 17156 w 42646"/>
                      <a:gd name="connsiteY1" fmla="*/ 37105 h 59802"/>
                      <a:gd name="connsiteX2" fmla="*/ 42646 w 42646"/>
                      <a:gd name="connsiteY2" fmla="*/ 0 h 59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646" h="59802">
                        <a:moveTo>
                          <a:pt x="0" y="59802"/>
                        </a:moveTo>
                        <a:cubicBezTo>
                          <a:pt x="0" y="59802"/>
                          <a:pt x="10772" y="46237"/>
                          <a:pt x="17156" y="37105"/>
                        </a:cubicBezTo>
                        <a:cubicBezTo>
                          <a:pt x="23540" y="27973"/>
                          <a:pt x="41050" y="1418"/>
                          <a:pt x="42646" y="0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79" name="Forme libre : forme 27178">
                    <a:extLst>
                      <a:ext uri="{FF2B5EF4-FFF2-40B4-BE49-F238E27FC236}">
                        <a16:creationId xmlns:a16="http://schemas.microsoft.com/office/drawing/2014/main" id="{FFF5CEAB-09AB-4A27-9CE3-77220198C52B}"/>
                      </a:ext>
                    </a:extLst>
                  </p:cNvPr>
                  <p:cNvSpPr/>
                  <p:nvPr/>
                </p:nvSpPr>
                <p:spPr>
                  <a:xfrm>
                    <a:off x="5225472" y="3778239"/>
                    <a:ext cx="58871" cy="35508"/>
                  </a:xfrm>
                  <a:custGeom>
                    <a:avLst/>
                    <a:gdLst>
                      <a:gd name="connsiteX0" fmla="*/ 58872 w 58871"/>
                      <a:gd name="connsiteY0" fmla="*/ 0 h 35508"/>
                      <a:gd name="connsiteX1" fmla="*/ 17023 w 58871"/>
                      <a:gd name="connsiteY1" fmla="*/ 23407 h 35508"/>
                      <a:gd name="connsiteX2" fmla="*/ 0 w 58871"/>
                      <a:gd name="connsiteY2" fmla="*/ 35509 h 35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8871" h="35508">
                        <a:moveTo>
                          <a:pt x="58872" y="0"/>
                        </a:moveTo>
                        <a:cubicBezTo>
                          <a:pt x="58872" y="0"/>
                          <a:pt x="23717" y="19860"/>
                          <a:pt x="17023" y="23407"/>
                        </a:cubicBezTo>
                        <a:cubicBezTo>
                          <a:pt x="10285" y="26953"/>
                          <a:pt x="0" y="35509"/>
                          <a:pt x="0" y="35509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80" name="Forme libre : forme 27179">
                    <a:extLst>
                      <a:ext uri="{FF2B5EF4-FFF2-40B4-BE49-F238E27FC236}">
                        <a16:creationId xmlns:a16="http://schemas.microsoft.com/office/drawing/2014/main" id="{97700CD0-431D-4CFC-AA7E-4268A60F87F7}"/>
                      </a:ext>
                    </a:extLst>
                  </p:cNvPr>
                  <p:cNvSpPr/>
                  <p:nvPr/>
                </p:nvSpPr>
                <p:spPr>
                  <a:xfrm>
                    <a:off x="5254554" y="3786218"/>
                    <a:ext cx="34799" cy="43621"/>
                  </a:xfrm>
                  <a:custGeom>
                    <a:avLst/>
                    <a:gdLst>
                      <a:gd name="connsiteX0" fmla="*/ 34800 w 34799"/>
                      <a:gd name="connsiteY0" fmla="*/ 0 h 43621"/>
                      <a:gd name="connsiteX1" fmla="*/ 15161 w 34799"/>
                      <a:gd name="connsiteY1" fmla="*/ 25756 h 43621"/>
                      <a:gd name="connsiteX2" fmla="*/ 0 w 34799"/>
                      <a:gd name="connsiteY2" fmla="*/ 43622 h 43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799" h="43621">
                        <a:moveTo>
                          <a:pt x="34800" y="0"/>
                        </a:moveTo>
                        <a:cubicBezTo>
                          <a:pt x="34800" y="0"/>
                          <a:pt x="19594" y="20880"/>
                          <a:pt x="15161" y="25756"/>
                        </a:cubicBezTo>
                        <a:cubicBezTo>
                          <a:pt x="10728" y="30633"/>
                          <a:pt x="0" y="43622"/>
                          <a:pt x="0" y="43622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81" name="Forme libre : forme 27180">
                    <a:extLst>
                      <a:ext uri="{FF2B5EF4-FFF2-40B4-BE49-F238E27FC236}">
                        <a16:creationId xmlns:a16="http://schemas.microsoft.com/office/drawing/2014/main" id="{FACF75D8-F560-4306-894B-7D4B29848F12}"/>
                      </a:ext>
                    </a:extLst>
                  </p:cNvPr>
                  <p:cNvSpPr/>
                  <p:nvPr/>
                </p:nvSpPr>
                <p:spPr>
                  <a:xfrm>
                    <a:off x="5255883" y="3821860"/>
                    <a:ext cx="37548" cy="14185"/>
                  </a:xfrm>
                  <a:custGeom>
                    <a:avLst/>
                    <a:gdLst>
                      <a:gd name="connsiteX0" fmla="*/ 0 w 37548"/>
                      <a:gd name="connsiteY0" fmla="*/ 14186 h 14185"/>
                      <a:gd name="connsiteX1" fmla="*/ 37548 w 37548"/>
                      <a:gd name="connsiteY1" fmla="*/ 0 h 14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7548" h="14185">
                        <a:moveTo>
                          <a:pt x="0" y="14186"/>
                        </a:moveTo>
                        <a:cubicBezTo>
                          <a:pt x="0" y="14186"/>
                          <a:pt x="20614" y="8423"/>
                          <a:pt x="37548" y="0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82" name="Forme libre : forme 27181">
                    <a:extLst>
                      <a:ext uri="{FF2B5EF4-FFF2-40B4-BE49-F238E27FC236}">
                        <a16:creationId xmlns:a16="http://schemas.microsoft.com/office/drawing/2014/main" id="{C07B3746-6480-4E26-B8F1-F80624B98A0F}"/>
                      </a:ext>
                    </a:extLst>
                  </p:cNvPr>
                  <p:cNvSpPr/>
                  <p:nvPr/>
                </p:nvSpPr>
                <p:spPr>
                  <a:xfrm rot="-1256500">
                    <a:off x="5221536" y="3738235"/>
                    <a:ext cx="11614" cy="5496"/>
                  </a:xfrm>
                  <a:custGeom>
                    <a:avLst/>
                    <a:gdLst>
                      <a:gd name="connsiteX0" fmla="*/ 11614 w 11614"/>
                      <a:gd name="connsiteY0" fmla="*/ 2748 h 5496"/>
                      <a:gd name="connsiteX1" fmla="*/ 5807 w 11614"/>
                      <a:gd name="connsiteY1" fmla="*/ 5497 h 5496"/>
                      <a:gd name="connsiteX2" fmla="*/ 0 w 11614"/>
                      <a:gd name="connsiteY2" fmla="*/ 2748 h 5496"/>
                      <a:gd name="connsiteX3" fmla="*/ 5807 w 11614"/>
                      <a:gd name="connsiteY3" fmla="*/ 0 h 5496"/>
                      <a:gd name="connsiteX4" fmla="*/ 11614 w 11614"/>
                      <a:gd name="connsiteY4" fmla="*/ 2748 h 5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14" h="5496">
                        <a:moveTo>
                          <a:pt x="11614" y="2748"/>
                        </a:moveTo>
                        <a:cubicBezTo>
                          <a:pt x="11614" y="4266"/>
                          <a:pt x="9014" y="5497"/>
                          <a:pt x="5807" y="5497"/>
                        </a:cubicBezTo>
                        <a:cubicBezTo>
                          <a:pt x="2600" y="5497"/>
                          <a:pt x="0" y="4266"/>
                          <a:pt x="0" y="2748"/>
                        </a:cubicBezTo>
                        <a:cubicBezTo>
                          <a:pt x="0" y="1231"/>
                          <a:pt x="2600" y="0"/>
                          <a:pt x="5807" y="0"/>
                        </a:cubicBezTo>
                        <a:cubicBezTo>
                          <a:pt x="9014" y="0"/>
                          <a:pt x="11614" y="1231"/>
                          <a:pt x="11614" y="2748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83" name="Forme libre : forme 27182">
                    <a:extLst>
                      <a:ext uri="{FF2B5EF4-FFF2-40B4-BE49-F238E27FC236}">
                        <a16:creationId xmlns:a16="http://schemas.microsoft.com/office/drawing/2014/main" id="{4C394AC7-ECA7-4F22-8ED3-30B05B25CBAB}"/>
                      </a:ext>
                    </a:extLst>
                  </p:cNvPr>
                  <p:cNvSpPr/>
                  <p:nvPr/>
                </p:nvSpPr>
                <p:spPr>
                  <a:xfrm rot="-2850514">
                    <a:off x="5211384" y="3782005"/>
                    <a:ext cx="11437" cy="5940"/>
                  </a:xfrm>
                  <a:custGeom>
                    <a:avLst/>
                    <a:gdLst>
                      <a:gd name="connsiteX0" fmla="*/ 11438 w 11437"/>
                      <a:gd name="connsiteY0" fmla="*/ 2970 h 5940"/>
                      <a:gd name="connsiteX1" fmla="*/ 5719 w 11437"/>
                      <a:gd name="connsiteY1" fmla="*/ 5940 h 5940"/>
                      <a:gd name="connsiteX2" fmla="*/ 0 w 11437"/>
                      <a:gd name="connsiteY2" fmla="*/ 2970 h 5940"/>
                      <a:gd name="connsiteX3" fmla="*/ 5719 w 11437"/>
                      <a:gd name="connsiteY3" fmla="*/ 0 h 5940"/>
                      <a:gd name="connsiteX4" fmla="*/ 11438 w 11437"/>
                      <a:gd name="connsiteY4" fmla="*/ 2970 h 5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7" h="5940">
                        <a:moveTo>
                          <a:pt x="11438" y="2970"/>
                        </a:moveTo>
                        <a:cubicBezTo>
                          <a:pt x="11438" y="4611"/>
                          <a:pt x="8877" y="5940"/>
                          <a:pt x="5719" y="5940"/>
                        </a:cubicBezTo>
                        <a:cubicBezTo>
                          <a:pt x="2560" y="5940"/>
                          <a:pt x="0" y="4610"/>
                          <a:pt x="0" y="2970"/>
                        </a:cubicBezTo>
                        <a:cubicBezTo>
                          <a:pt x="0" y="1330"/>
                          <a:pt x="2560" y="0"/>
                          <a:pt x="5719" y="0"/>
                        </a:cubicBezTo>
                        <a:cubicBezTo>
                          <a:pt x="8877" y="0"/>
                          <a:pt x="11438" y="1330"/>
                          <a:pt x="11438" y="2970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84" name="Forme libre : forme 27183">
                    <a:extLst>
                      <a:ext uri="{FF2B5EF4-FFF2-40B4-BE49-F238E27FC236}">
                        <a16:creationId xmlns:a16="http://schemas.microsoft.com/office/drawing/2014/main" id="{30C0B0A7-668A-4B25-A4AA-20A3B75B1EC1}"/>
                      </a:ext>
                    </a:extLst>
                  </p:cNvPr>
                  <p:cNvSpPr/>
                  <p:nvPr/>
                </p:nvSpPr>
                <p:spPr>
                  <a:xfrm rot="-1256500">
                    <a:off x="5258766" y="3767054"/>
                    <a:ext cx="12500" cy="7181"/>
                  </a:xfrm>
                  <a:custGeom>
                    <a:avLst/>
                    <a:gdLst>
                      <a:gd name="connsiteX0" fmla="*/ 12501 w 12500"/>
                      <a:gd name="connsiteY0" fmla="*/ 3591 h 7181"/>
                      <a:gd name="connsiteX1" fmla="*/ 6250 w 12500"/>
                      <a:gd name="connsiteY1" fmla="*/ 7181 h 7181"/>
                      <a:gd name="connsiteX2" fmla="*/ 0 w 12500"/>
                      <a:gd name="connsiteY2" fmla="*/ 3591 h 7181"/>
                      <a:gd name="connsiteX3" fmla="*/ 6250 w 12500"/>
                      <a:gd name="connsiteY3" fmla="*/ 0 h 7181"/>
                      <a:gd name="connsiteX4" fmla="*/ 12501 w 12500"/>
                      <a:gd name="connsiteY4" fmla="*/ 3591 h 7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0" h="7181">
                        <a:moveTo>
                          <a:pt x="12501" y="3591"/>
                        </a:moveTo>
                        <a:cubicBezTo>
                          <a:pt x="12501" y="5574"/>
                          <a:pt x="9702" y="7181"/>
                          <a:pt x="6250" y="7181"/>
                        </a:cubicBezTo>
                        <a:cubicBezTo>
                          <a:pt x="2798" y="7181"/>
                          <a:pt x="0" y="5574"/>
                          <a:pt x="0" y="3591"/>
                        </a:cubicBezTo>
                        <a:cubicBezTo>
                          <a:pt x="0" y="1608"/>
                          <a:pt x="2798" y="0"/>
                          <a:pt x="6250" y="0"/>
                        </a:cubicBezTo>
                        <a:cubicBezTo>
                          <a:pt x="9702" y="0"/>
                          <a:pt x="12501" y="1608"/>
                          <a:pt x="12501" y="3591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85" name="Forme libre : forme 27184">
                    <a:extLst>
                      <a:ext uri="{FF2B5EF4-FFF2-40B4-BE49-F238E27FC236}">
                        <a16:creationId xmlns:a16="http://schemas.microsoft.com/office/drawing/2014/main" id="{B698E1B8-CF3A-4B10-90A6-E3020E62FC28}"/>
                      </a:ext>
                    </a:extLst>
                  </p:cNvPr>
                  <p:cNvSpPr/>
                  <p:nvPr/>
                </p:nvSpPr>
                <p:spPr>
                  <a:xfrm rot="-1256500">
                    <a:off x="5240276" y="3813366"/>
                    <a:ext cx="9220" cy="6117"/>
                  </a:xfrm>
                  <a:custGeom>
                    <a:avLst/>
                    <a:gdLst>
                      <a:gd name="connsiteX0" fmla="*/ 9220 w 9220"/>
                      <a:gd name="connsiteY0" fmla="*/ 3059 h 6117"/>
                      <a:gd name="connsiteX1" fmla="*/ 4610 w 9220"/>
                      <a:gd name="connsiteY1" fmla="*/ 6117 h 6117"/>
                      <a:gd name="connsiteX2" fmla="*/ 0 w 9220"/>
                      <a:gd name="connsiteY2" fmla="*/ 3059 h 6117"/>
                      <a:gd name="connsiteX3" fmla="*/ 4610 w 9220"/>
                      <a:gd name="connsiteY3" fmla="*/ 0 h 6117"/>
                      <a:gd name="connsiteX4" fmla="*/ 9220 w 9220"/>
                      <a:gd name="connsiteY4" fmla="*/ 3059 h 6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" h="6117">
                        <a:moveTo>
                          <a:pt x="9220" y="3059"/>
                        </a:moveTo>
                        <a:cubicBezTo>
                          <a:pt x="9220" y="4748"/>
                          <a:pt x="7156" y="6117"/>
                          <a:pt x="4610" y="6117"/>
                        </a:cubicBezTo>
                        <a:cubicBezTo>
                          <a:pt x="2064" y="6117"/>
                          <a:pt x="0" y="4748"/>
                          <a:pt x="0" y="3059"/>
                        </a:cubicBezTo>
                        <a:cubicBezTo>
                          <a:pt x="0" y="1369"/>
                          <a:pt x="2064" y="0"/>
                          <a:pt x="4610" y="0"/>
                        </a:cubicBezTo>
                        <a:cubicBezTo>
                          <a:pt x="7156" y="0"/>
                          <a:pt x="9220" y="1369"/>
                          <a:pt x="9220" y="3059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86" name="Forme libre : forme 27185">
                    <a:extLst>
                      <a:ext uri="{FF2B5EF4-FFF2-40B4-BE49-F238E27FC236}">
                        <a16:creationId xmlns:a16="http://schemas.microsoft.com/office/drawing/2014/main" id="{E8FB2AB7-CA5B-4FB4-B87B-14E4CB38BCAA}"/>
                      </a:ext>
                    </a:extLst>
                  </p:cNvPr>
                  <p:cNvSpPr/>
                  <p:nvPr/>
                </p:nvSpPr>
                <p:spPr>
                  <a:xfrm rot="-2378915">
                    <a:off x="5280355" y="3807873"/>
                    <a:ext cx="7891" cy="5142"/>
                  </a:xfrm>
                  <a:custGeom>
                    <a:avLst/>
                    <a:gdLst>
                      <a:gd name="connsiteX0" fmla="*/ 7891 w 7891"/>
                      <a:gd name="connsiteY0" fmla="*/ 2571 h 5142"/>
                      <a:gd name="connsiteX1" fmla="*/ 3946 w 7891"/>
                      <a:gd name="connsiteY1" fmla="*/ 5143 h 5142"/>
                      <a:gd name="connsiteX2" fmla="*/ 0 w 7891"/>
                      <a:gd name="connsiteY2" fmla="*/ 2571 h 5142"/>
                      <a:gd name="connsiteX3" fmla="*/ 3946 w 7891"/>
                      <a:gd name="connsiteY3" fmla="*/ 0 h 5142"/>
                      <a:gd name="connsiteX4" fmla="*/ 7891 w 7891"/>
                      <a:gd name="connsiteY4" fmla="*/ 2571 h 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91" h="5142">
                        <a:moveTo>
                          <a:pt x="7891" y="2571"/>
                        </a:moveTo>
                        <a:cubicBezTo>
                          <a:pt x="7891" y="3991"/>
                          <a:pt x="6125" y="5143"/>
                          <a:pt x="3946" y="5143"/>
                        </a:cubicBezTo>
                        <a:cubicBezTo>
                          <a:pt x="1766" y="5143"/>
                          <a:pt x="0" y="3991"/>
                          <a:pt x="0" y="2571"/>
                        </a:cubicBezTo>
                        <a:cubicBezTo>
                          <a:pt x="0" y="1151"/>
                          <a:pt x="1766" y="0"/>
                          <a:pt x="3946" y="0"/>
                        </a:cubicBezTo>
                        <a:cubicBezTo>
                          <a:pt x="6125" y="0"/>
                          <a:pt x="7891" y="1151"/>
                          <a:pt x="7891" y="2571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87" name="Forme libre : forme 27186">
                    <a:extLst>
                      <a:ext uri="{FF2B5EF4-FFF2-40B4-BE49-F238E27FC236}">
                        <a16:creationId xmlns:a16="http://schemas.microsoft.com/office/drawing/2014/main" id="{B9DF1FA2-C50F-47A5-9984-20EEA0B827F7}"/>
                      </a:ext>
                    </a:extLst>
                  </p:cNvPr>
                  <p:cNvSpPr/>
                  <p:nvPr/>
                </p:nvSpPr>
                <p:spPr>
                  <a:xfrm>
                    <a:off x="5200146" y="3734352"/>
                    <a:ext cx="16675" cy="35404"/>
                  </a:xfrm>
                  <a:custGeom>
                    <a:avLst/>
                    <a:gdLst>
                      <a:gd name="connsiteX0" fmla="*/ 13 w 16675"/>
                      <a:gd name="connsiteY0" fmla="*/ 30055 h 35404"/>
                      <a:gd name="connsiteX1" fmla="*/ 501 w 16675"/>
                      <a:gd name="connsiteY1" fmla="*/ 34045 h 35404"/>
                      <a:gd name="connsiteX2" fmla="*/ 1388 w 16675"/>
                      <a:gd name="connsiteY2" fmla="*/ 35198 h 35404"/>
                      <a:gd name="connsiteX3" fmla="*/ 4446 w 16675"/>
                      <a:gd name="connsiteY3" fmla="*/ 33957 h 35404"/>
                      <a:gd name="connsiteX4" fmla="*/ 8436 w 16675"/>
                      <a:gd name="connsiteY4" fmla="*/ 22120 h 35404"/>
                      <a:gd name="connsiteX5" fmla="*/ 14731 w 16675"/>
                      <a:gd name="connsiteY5" fmla="*/ 6117 h 35404"/>
                      <a:gd name="connsiteX6" fmla="*/ 14731 w 16675"/>
                      <a:gd name="connsiteY6" fmla="*/ 43 h 35404"/>
                      <a:gd name="connsiteX7" fmla="*/ 8835 w 16675"/>
                      <a:gd name="connsiteY7" fmla="*/ 5718 h 35404"/>
                      <a:gd name="connsiteX8" fmla="*/ 1299 w 16675"/>
                      <a:gd name="connsiteY8" fmla="*/ 20835 h 35404"/>
                      <a:gd name="connsiteX9" fmla="*/ 13 w 16675"/>
                      <a:gd name="connsiteY9" fmla="*/ 30055 h 35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675" h="35404">
                        <a:moveTo>
                          <a:pt x="13" y="30055"/>
                        </a:moveTo>
                        <a:cubicBezTo>
                          <a:pt x="-31" y="31386"/>
                          <a:pt x="13" y="32804"/>
                          <a:pt x="501" y="34045"/>
                        </a:cubicBezTo>
                        <a:cubicBezTo>
                          <a:pt x="678" y="34488"/>
                          <a:pt x="944" y="34932"/>
                          <a:pt x="1388" y="35198"/>
                        </a:cubicBezTo>
                        <a:cubicBezTo>
                          <a:pt x="2451" y="35819"/>
                          <a:pt x="3737" y="34932"/>
                          <a:pt x="4446" y="33957"/>
                        </a:cubicBezTo>
                        <a:cubicBezTo>
                          <a:pt x="7018" y="30632"/>
                          <a:pt x="7549" y="26243"/>
                          <a:pt x="8436" y="22120"/>
                        </a:cubicBezTo>
                        <a:cubicBezTo>
                          <a:pt x="9677" y="16490"/>
                          <a:pt x="11805" y="11082"/>
                          <a:pt x="14731" y="6117"/>
                        </a:cubicBezTo>
                        <a:cubicBezTo>
                          <a:pt x="15529" y="4787"/>
                          <a:pt x="18677" y="-533"/>
                          <a:pt x="14731" y="43"/>
                        </a:cubicBezTo>
                        <a:cubicBezTo>
                          <a:pt x="12515" y="398"/>
                          <a:pt x="10121" y="4077"/>
                          <a:pt x="8835" y="5718"/>
                        </a:cubicBezTo>
                        <a:cubicBezTo>
                          <a:pt x="5333" y="10195"/>
                          <a:pt x="2762" y="15382"/>
                          <a:pt x="1299" y="20835"/>
                        </a:cubicBezTo>
                        <a:cubicBezTo>
                          <a:pt x="589" y="23849"/>
                          <a:pt x="146" y="26952"/>
                          <a:pt x="13" y="30055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88" name="Forme libre : forme 27187">
                    <a:extLst>
                      <a:ext uri="{FF2B5EF4-FFF2-40B4-BE49-F238E27FC236}">
                        <a16:creationId xmlns:a16="http://schemas.microsoft.com/office/drawing/2014/main" id="{961D96CF-8E82-4311-8973-0941FE25D31E}"/>
                      </a:ext>
                    </a:extLst>
                  </p:cNvPr>
                  <p:cNvSpPr/>
                  <p:nvPr/>
                </p:nvSpPr>
                <p:spPr>
                  <a:xfrm>
                    <a:off x="5229594" y="3786130"/>
                    <a:ext cx="47879" cy="41153"/>
                  </a:xfrm>
                  <a:custGeom>
                    <a:avLst/>
                    <a:gdLst>
                      <a:gd name="connsiteX0" fmla="*/ 844 w 47879"/>
                      <a:gd name="connsiteY0" fmla="*/ 32716 h 41153"/>
                      <a:gd name="connsiteX1" fmla="*/ 356 w 47879"/>
                      <a:gd name="connsiteY1" fmla="*/ 28860 h 41153"/>
                      <a:gd name="connsiteX2" fmla="*/ 1287 w 47879"/>
                      <a:gd name="connsiteY2" fmla="*/ 27884 h 41153"/>
                      <a:gd name="connsiteX3" fmla="*/ 11262 w 47879"/>
                      <a:gd name="connsiteY3" fmla="*/ 20880 h 41153"/>
                      <a:gd name="connsiteX4" fmla="*/ 21901 w 47879"/>
                      <a:gd name="connsiteY4" fmla="*/ 16003 h 41153"/>
                      <a:gd name="connsiteX5" fmla="*/ 47879 w 47879"/>
                      <a:gd name="connsiteY5" fmla="*/ 0 h 41153"/>
                      <a:gd name="connsiteX6" fmla="*/ 32541 w 47879"/>
                      <a:gd name="connsiteY6" fmla="*/ 10462 h 41153"/>
                      <a:gd name="connsiteX7" fmla="*/ 11661 w 47879"/>
                      <a:gd name="connsiteY7" fmla="*/ 24914 h 41153"/>
                      <a:gd name="connsiteX8" fmla="*/ 7361 w 47879"/>
                      <a:gd name="connsiteY8" fmla="*/ 30189 h 41153"/>
                      <a:gd name="connsiteX9" fmla="*/ 8912 w 47879"/>
                      <a:gd name="connsiteY9" fmla="*/ 35509 h 41153"/>
                      <a:gd name="connsiteX10" fmla="*/ 13523 w 47879"/>
                      <a:gd name="connsiteY10" fmla="*/ 39942 h 41153"/>
                      <a:gd name="connsiteX11" fmla="*/ 10375 w 47879"/>
                      <a:gd name="connsiteY11" fmla="*/ 40430 h 41153"/>
                      <a:gd name="connsiteX12" fmla="*/ 844 w 47879"/>
                      <a:gd name="connsiteY12" fmla="*/ 32716 h 41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7879" h="41153">
                        <a:moveTo>
                          <a:pt x="844" y="32716"/>
                        </a:moveTo>
                        <a:cubicBezTo>
                          <a:pt x="179" y="31519"/>
                          <a:pt x="-397" y="30012"/>
                          <a:pt x="356" y="28860"/>
                        </a:cubicBezTo>
                        <a:cubicBezTo>
                          <a:pt x="578" y="28460"/>
                          <a:pt x="933" y="28194"/>
                          <a:pt x="1287" y="27884"/>
                        </a:cubicBezTo>
                        <a:cubicBezTo>
                          <a:pt x="4435" y="25313"/>
                          <a:pt x="7671" y="22786"/>
                          <a:pt x="11262" y="20880"/>
                        </a:cubicBezTo>
                        <a:cubicBezTo>
                          <a:pt x="14720" y="19018"/>
                          <a:pt x="18443" y="17732"/>
                          <a:pt x="21901" y="16003"/>
                        </a:cubicBezTo>
                        <a:cubicBezTo>
                          <a:pt x="31033" y="11437"/>
                          <a:pt x="38437" y="3768"/>
                          <a:pt x="47879" y="0"/>
                        </a:cubicBezTo>
                        <a:cubicBezTo>
                          <a:pt x="43313" y="4211"/>
                          <a:pt x="37816" y="7226"/>
                          <a:pt x="32541" y="10462"/>
                        </a:cubicBezTo>
                        <a:cubicBezTo>
                          <a:pt x="25315" y="14895"/>
                          <a:pt x="18443" y="19860"/>
                          <a:pt x="11661" y="24914"/>
                        </a:cubicBezTo>
                        <a:cubicBezTo>
                          <a:pt x="9799" y="26288"/>
                          <a:pt x="7804" y="27884"/>
                          <a:pt x="7361" y="30189"/>
                        </a:cubicBezTo>
                        <a:cubicBezTo>
                          <a:pt x="6962" y="32051"/>
                          <a:pt x="7715" y="34002"/>
                          <a:pt x="8912" y="35509"/>
                        </a:cubicBezTo>
                        <a:cubicBezTo>
                          <a:pt x="10109" y="36972"/>
                          <a:pt x="12902" y="38080"/>
                          <a:pt x="13523" y="39942"/>
                        </a:cubicBezTo>
                        <a:cubicBezTo>
                          <a:pt x="14188" y="42070"/>
                          <a:pt x="11528" y="40829"/>
                          <a:pt x="10375" y="40430"/>
                        </a:cubicBezTo>
                        <a:cubicBezTo>
                          <a:pt x="6474" y="39100"/>
                          <a:pt x="2972" y="36351"/>
                          <a:pt x="844" y="32716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89" name="Forme libre : forme 27188">
                    <a:extLst>
                      <a:ext uri="{FF2B5EF4-FFF2-40B4-BE49-F238E27FC236}">
                        <a16:creationId xmlns:a16="http://schemas.microsoft.com/office/drawing/2014/main" id="{8E20BD7C-3F21-4699-B042-C357B8B3D350}"/>
                      </a:ext>
                    </a:extLst>
                  </p:cNvPr>
                  <p:cNvSpPr/>
                  <p:nvPr/>
                </p:nvSpPr>
                <p:spPr>
                  <a:xfrm>
                    <a:off x="5206621" y="3749512"/>
                    <a:ext cx="41725" cy="49608"/>
                  </a:xfrm>
                  <a:custGeom>
                    <a:avLst/>
                    <a:gdLst>
                      <a:gd name="connsiteX0" fmla="*/ 55 w 41725"/>
                      <a:gd name="connsiteY0" fmla="*/ 32982 h 49608"/>
                      <a:gd name="connsiteX1" fmla="*/ 941 w 41725"/>
                      <a:gd name="connsiteY1" fmla="*/ 27042 h 49608"/>
                      <a:gd name="connsiteX2" fmla="*/ 4975 w 41725"/>
                      <a:gd name="connsiteY2" fmla="*/ 22963 h 49608"/>
                      <a:gd name="connsiteX3" fmla="*/ 41726 w 41725"/>
                      <a:gd name="connsiteY3" fmla="*/ 0 h 49608"/>
                      <a:gd name="connsiteX4" fmla="*/ 15792 w 41725"/>
                      <a:gd name="connsiteY4" fmla="*/ 21589 h 49608"/>
                      <a:gd name="connsiteX5" fmla="*/ 5197 w 41725"/>
                      <a:gd name="connsiteY5" fmla="*/ 32051 h 49608"/>
                      <a:gd name="connsiteX6" fmla="*/ 3823 w 41725"/>
                      <a:gd name="connsiteY6" fmla="*/ 35686 h 49608"/>
                      <a:gd name="connsiteX7" fmla="*/ 3867 w 41725"/>
                      <a:gd name="connsiteY7" fmla="*/ 38834 h 49608"/>
                      <a:gd name="connsiteX8" fmla="*/ 5773 w 41725"/>
                      <a:gd name="connsiteY8" fmla="*/ 46681 h 49608"/>
                      <a:gd name="connsiteX9" fmla="*/ 6305 w 41725"/>
                      <a:gd name="connsiteY9" fmla="*/ 49518 h 49608"/>
                      <a:gd name="connsiteX10" fmla="*/ 4488 w 41725"/>
                      <a:gd name="connsiteY10" fmla="*/ 47611 h 49608"/>
                      <a:gd name="connsiteX11" fmla="*/ 55 w 41725"/>
                      <a:gd name="connsiteY11" fmla="*/ 32982 h 49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1725" h="49608">
                        <a:moveTo>
                          <a:pt x="55" y="32982"/>
                        </a:moveTo>
                        <a:cubicBezTo>
                          <a:pt x="-78" y="30943"/>
                          <a:pt x="-34" y="28860"/>
                          <a:pt x="941" y="27042"/>
                        </a:cubicBezTo>
                        <a:cubicBezTo>
                          <a:pt x="1828" y="25313"/>
                          <a:pt x="3424" y="24116"/>
                          <a:pt x="4975" y="22963"/>
                        </a:cubicBezTo>
                        <a:cubicBezTo>
                          <a:pt x="16590" y="14363"/>
                          <a:pt x="28914" y="6694"/>
                          <a:pt x="41726" y="0"/>
                        </a:cubicBezTo>
                        <a:cubicBezTo>
                          <a:pt x="33392" y="7581"/>
                          <a:pt x="24747" y="14762"/>
                          <a:pt x="15792" y="21589"/>
                        </a:cubicBezTo>
                        <a:cubicBezTo>
                          <a:pt x="11802" y="24604"/>
                          <a:pt x="7680" y="27707"/>
                          <a:pt x="5197" y="32051"/>
                        </a:cubicBezTo>
                        <a:cubicBezTo>
                          <a:pt x="4532" y="33204"/>
                          <a:pt x="4045" y="34401"/>
                          <a:pt x="3823" y="35686"/>
                        </a:cubicBezTo>
                        <a:cubicBezTo>
                          <a:pt x="3690" y="36751"/>
                          <a:pt x="3734" y="37770"/>
                          <a:pt x="3867" y="38834"/>
                        </a:cubicBezTo>
                        <a:cubicBezTo>
                          <a:pt x="4178" y="41538"/>
                          <a:pt x="4842" y="44154"/>
                          <a:pt x="5773" y="46681"/>
                        </a:cubicBezTo>
                        <a:cubicBezTo>
                          <a:pt x="5951" y="47213"/>
                          <a:pt x="6926" y="48942"/>
                          <a:pt x="6305" y="49518"/>
                        </a:cubicBezTo>
                        <a:cubicBezTo>
                          <a:pt x="5729" y="50050"/>
                          <a:pt x="4798" y="48099"/>
                          <a:pt x="4488" y="47611"/>
                        </a:cubicBezTo>
                        <a:cubicBezTo>
                          <a:pt x="1784" y="43311"/>
                          <a:pt x="365" y="38125"/>
                          <a:pt x="55" y="32982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90" name="Forme libre : forme 27189">
                    <a:extLst>
                      <a:ext uri="{FF2B5EF4-FFF2-40B4-BE49-F238E27FC236}">
                        <a16:creationId xmlns:a16="http://schemas.microsoft.com/office/drawing/2014/main" id="{16CDF35B-46A3-4AA3-A193-984067D4CECD}"/>
                      </a:ext>
                    </a:extLst>
                  </p:cNvPr>
                  <p:cNvSpPr/>
                  <p:nvPr/>
                </p:nvSpPr>
                <p:spPr>
                  <a:xfrm>
                    <a:off x="5233718" y="3748850"/>
                    <a:ext cx="45483" cy="43220"/>
                  </a:xfrm>
                  <a:custGeom>
                    <a:avLst/>
                    <a:gdLst>
                      <a:gd name="connsiteX0" fmla="*/ 6118 w 45483"/>
                      <a:gd name="connsiteY0" fmla="*/ 34664 h 43220"/>
                      <a:gd name="connsiteX1" fmla="*/ 11925 w 45483"/>
                      <a:gd name="connsiteY1" fmla="*/ 25310 h 43220"/>
                      <a:gd name="connsiteX2" fmla="*/ 18220 w 45483"/>
                      <a:gd name="connsiteY2" fmla="*/ 17286 h 43220"/>
                      <a:gd name="connsiteX3" fmla="*/ 28062 w 45483"/>
                      <a:gd name="connsiteY3" fmla="*/ 2834 h 43220"/>
                      <a:gd name="connsiteX4" fmla="*/ 31475 w 45483"/>
                      <a:gd name="connsiteY4" fmla="*/ 41 h 43220"/>
                      <a:gd name="connsiteX5" fmla="*/ 35819 w 45483"/>
                      <a:gd name="connsiteY5" fmla="*/ 1992 h 43220"/>
                      <a:gd name="connsiteX6" fmla="*/ 43577 w 45483"/>
                      <a:gd name="connsiteY6" fmla="*/ 16798 h 43220"/>
                      <a:gd name="connsiteX7" fmla="*/ 45484 w 45483"/>
                      <a:gd name="connsiteY7" fmla="*/ 25044 h 43220"/>
                      <a:gd name="connsiteX8" fmla="*/ 36263 w 45483"/>
                      <a:gd name="connsiteY8" fmla="*/ 13784 h 43220"/>
                      <a:gd name="connsiteX9" fmla="*/ 33559 w 45483"/>
                      <a:gd name="connsiteY9" fmla="*/ 12942 h 43220"/>
                      <a:gd name="connsiteX10" fmla="*/ 23894 w 45483"/>
                      <a:gd name="connsiteY10" fmla="*/ 16976 h 43220"/>
                      <a:gd name="connsiteX11" fmla="*/ 7669 w 45483"/>
                      <a:gd name="connsiteY11" fmla="*/ 33112 h 43220"/>
                      <a:gd name="connsiteX12" fmla="*/ 4300 w 45483"/>
                      <a:gd name="connsiteY12" fmla="*/ 37856 h 43220"/>
                      <a:gd name="connsiteX13" fmla="*/ 0 w 45483"/>
                      <a:gd name="connsiteY13" fmla="*/ 43220 h 43220"/>
                      <a:gd name="connsiteX14" fmla="*/ 6118 w 45483"/>
                      <a:gd name="connsiteY14" fmla="*/ 34664 h 43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5483" h="43220">
                        <a:moveTo>
                          <a:pt x="6118" y="34664"/>
                        </a:moveTo>
                        <a:cubicBezTo>
                          <a:pt x="8246" y="31649"/>
                          <a:pt x="9841" y="28324"/>
                          <a:pt x="11925" y="25310"/>
                        </a:cubicBezTo>
                        <a:cubicBezTo>
                          <a:pt x="13831" y="22517"/>
                          <a:pt x="16137" y="19990"/>
                          <a:pt x="18220" y="17286"/>
                        </a:cubicBezTo>
                        <a:cubicBezTo>
                          <a:pt x="21811" y="12676"/>
                          <a:pt x="24692" y="7578"/>
                          <a:pt x="28062" y="2834"/>
                        </a:cubicBezTo>
                        <a:cubicBezTo>
                          <a:pt x="28948" y="1593"/>
                          <a:pt x="29968" y="307"/>
                          <a:pt x="31475" y="41"/>
                        </a:cubicBezTo>
                        <a:cubicBezTo>
                          <a:pt x="33115" y="-225"/>
                          <a:pt x="34622" y="839"/>
                          <a:pt x="35819" y="1992"/>
                        </a:cubicBezTo>
                        <a:cubicBezTo>
                          <a:pt x="39809" y="5937"/>
                          <a:pt x="41848" y="11434"/>
                          <a:pt x="43577" y="16798"/>
                        </a:cubicBezTo>
                        <a:cubicBezTo>
                          <a:pt x="44420" y="19503"/>
                          <a:pt x="45262" y="22251"/>
                          <a:pt x="45484" y="25044"/>
                        </a:cubicBezTo>
                        <a:cubicBezTo>
                          <a:pt x="44375" y="20123"/>
                          <a:pt x="40873" y="15867"/>
                          <a:pt x="36263" y="13784"/>
                        </a:cubicBezTo>
                        <a:cubicBezTo>
                          <a:pt x="35376" y="13385"/>
                          <a:pt x="34489" y="13075"/>
                          <a:pt x="33559" y="12942"/>
                        </a:cubicBezTo>
                        <a:cubicBezTo>
                          <a:pt x="30012" y="12454"/>
                          <a:pt x="26732" y="14715"/>
                          <a:pt x="23894" y="16976"/>
                        </a:cubicBezTo>
                        <a:cubicBezTo>
                          <a:pt x="17910" y="21764"/>
                          <a:pt x="12280" y="26995"/>
                          <a:pt x="7669" y="33112"/>
                        </a:cubicBezTo>
                        <a:cubicBezTo>
                          <a:pt x="6472" y="34664"/>
                          <a:pt x="5408" y="36260"/>
                          <a:pt x="4300" y="37856"/>
                        </a:cubicBezTo>
                        <a:cubicBezTo>
                          <a:pt x="3502" y="39008"/>
                          <a:pt x="1463" y="43264"/>
                          <a:pt x="0" y="43220"/>
                        </a:cubicBezTo>
                        <a:cubicBezTo>
                          <a:pt x="842" y="40161"/>
                          <a:pt x="4300" y="37235"/>
                          <a:pt x="6118" y="34664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91" name="Forme libre : forme 27190">
                    <a:extLst>
                      <a:ext uri="{FF2B5EF4-FFF2-40B4-BE49-F238E27FC236}">
                        <a16:creationId xmlns:a16="http://schemas.microsoft.com/office/drawing/2014/main" id="{637F562A-8CCF-4440-8FFE-CB2BC4E77A3F}"/>
                      </a:ext>
                    </a:extLst>
                  </p:cNvPr>
                  <p:cNvSpPr/>
                  <p:nvPr/>
                </p:nvSpPr>
                <p:spPr>
                  <a:xfrm>
                    <a:off x="5261159" y="3790778"/>
                    <a:ext cx="32321" cy="34636"/>
                  </a:xfrm>
                  <a:custGeom>
                    <a:avLst/>
                    <a:gdLst>
                      <a:gd name="connsiteX0" fmla="*/ 8866 w 32321"/>
                      <a:gd name="connsiteY0" fmla="*/ 24034 h 34636"/>
                      <a:gd name="connsiteX1" fmla="*/ 14319 w 32321"/>
                      <a:gd name="connsiteY1" fmla="*/ 17606 h 34636"/>
                      <a:gd name="connsiteX2" fmla="*/ 27530 w 32321"/>
                      <a:gd name="connsiteY2" fmla="*/ 849 h 34636"/>
                      <a:gd name="connsiteX3" fmla="*/ 28328 w 32321"/>
                      <a:gd name="connsiteY3" fmla="*/ 95 h 34636"/>
                      <a:gd name="connsiteX4" fmla="*/ 30588 w 32321"/>
                      <a:gd name="connsiteY4" fmla="*/ 1514 h 34636"/>
                      <a:gd name="connsiteX5" fmla="*/ 31697 w 32321"/>
                      <a:gd name="connsiteY5" fmla="*/ 16187 h 34636"/>
                      <a:gd name="connsiteX6" fmla="*/ 29923 w 32321"/>
                      <a:gd name="connsiteY6" fmla="*/ 14059 h 34636"/>
                      <a:gd name="connsiteX7" fmla="*/ 27397 w 32321"/>
                      <a:gd name="connsiteY7" fmla="*/ 11887 h 34636"/>
                      <a:gd name="connsiteX8" fmla="*/ 21722 w 32321"/>
                      <a:gd name="connsiteY8" fmla="*/ 13749 h 34636"/>
                      <a:gd name="connsiteX9" fmla="*/ 10063 w 32321"/>
                      <a:gd name="connsiteY9" fmla="*/ 24876 h 34636"/>
                      <a:gd name="connsiteX10" fmla="*/ 4743 w 32321"/>
                      <a:gd name="connsiteY10" fmla="*/ 30772 h 34636"/>
                      <a:gd name="connsiteX11" fmla="*/ 0 w 32321"/>
                      <a:gd name="connsiteY11" fmla="*/ 34540 h 34636"/>
                      <a:gd name="connsiteX12" fmla="*/ 4300 w 32321"/>
                      <a:gd name="connsiteY12" fmla="*/ 29398 h 34636"/>
                      <a:gd name="connsiteX13" fmla="*/ 8866 w 32321"/>
                      <a:gd name="connsiteY13" fmla="*/ 24034 h 34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321" h="34636">
                        <a:moveTo>
                          <a:pt x="8866" y="24034"/>
                        </a:moveTo>
                        <a:cubicBezTo>
                          <a:pt x="10684" y="21906"/>
                          <a:pt x="12501" y="19778"/>
                          <a:pt x="14319" y="17606"/>
                        </a:cubicBezTo>
                        <a:cubicBezTo>
                          <a:pt x="18885" y="12153"/>
                          <a:pt x="23274" y="6568"/>
                          <a:pt x="27530" y="849"/>
                        </a:cubicBezTo>
                        <a:cubicBezTo>
                          <a:pt x="27751" y="538"/>
                          <a:pt x="27973" y="228"/>
                          <a:pt x="28328" y="95"/>
                        </a:cubicBezTo>
                        <a:cubicBezTo>
                          <a:pt x="29214" y="-304"/>
                          <a:pt x="30101" y="627"/>
                          <a:pt x="30588" y="1514"/>
                        </a:cubicBezTo>
                        <a:cubicBezTo>
                          <a:pt x="32894" y="5947"/>
                          <a:pt x="32495" y="11267"/>
                          <a:pt x="31697" y="16187"/>
                        </a:cubicBezTo>
                        <a:cubicBezTo>
                          <a:pt x="31120" y="15478"/>
                          <a:pt x="30544" y="14769"/>
                          <a:pt x="29923" y="14059"/>
                        </a:cubicBezTo>
                        <a:cubicBezTo>
                          <a:pt x="29214" y="13173"/>
                          <a:pt x="28461" y="12286"/>
                          <a:pt x="27397" y="11887"/>
                        </a:cubicBezTo>
                        <a:cubicBezTo>
                          <a:pt x="25446" y="11178"/>
                          <a:pt x="23363" y="12463"/>
                          <a:pt x="21722" y="13749"/>
                        </a:cubicBezTo>
                        <a:cubicBezTo>
                          <a:pt x="17511" y="17074"/>
                          <a:pt x="13698" y="20931"/>
                          <a:pt x="10063" y="24876"/>
                        </a:cubicBezTo>
                        <a:cubicBezTo>
                          <a:pt x="8246" y="26827"/>
                          <a:pt x="6517" y="28821"/>
                          <a:pt x="4743" y="30772"/>
                        </a:cubicBezTo>
                        <a:cubicBezTo>
                          <a:pt x="3813" y="31836"/>
                          <a:pt x="1729" y="35250"/>
                          <a:pt x="0" y="34540"/>
                        </a:cubicBezTo>
                        <a:cubicBezTo>
                          <a:pt x="887" y="32723"/>
                          <a:pt x="2926" y="30950"/>
                          <a:pt x="4300" y="29398"/>
                        </a:cubicBezTo>
                        <a:cubicBezTo>
                          <a:pt x="5807" y="27580"/>
                          <a:pt x="7315" y="25807"/>
                          <a:pt x="8866" y="24034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92" name="Forme libre : forme 27191">
                    <a:extLst>
                      <a:ext uri="{FF2B5EF4-FFF2-40B4-BE49-F238E27FC236}">
                        <a16:creationId xmlns:a16="http://schemas.microsoft.com/office/drawing/2014/main" id="{BC074747-248F-433A-9A1D-7ABD93CCDDBF}"/>
                      </a:ext>
                    </a:extLst>
                  </p:cNvPr>
                  <p:cNvSpPr/>
                  <p:nvPr/>
                </p:nvSpPr>
                <p:spPr>
                  <a:xfrm>
                    <a:off x="5264742" y="3828590"/>
                    <a:ext cx="22900" cy="12424"/>
                  </a:xfrm>
                  <a:custGeom>
                    <a:avLst/>
                    <a:gdLst>
                      <a:gd name="connsiteX0" fmla="*/ 1072 w 22900"/>
                      <a:gd name="connsiteY0" fmla="*/ 7279 h 12424"/>
                      <a:gd name="connsiteX1" fmla="*/ 8 w 22900"/>
                      <a:gd name="connsiteY1" fmla="*/ 8254 h 12424"/>
                      <a:gd name="connsiteX2" fmla="*/ 1028 w 22900"/>
                      <a:gd name="connsiteY2" fmla="*/ 9008 h 12424"/>
                      <a:gd name="connsiteX3" fmla="*/ 14194 w 22900"/>
                      <a:gd name="connsiteY3" fmla="*/ 11934 h 12424"/>
                      <a:gd name="connsiteX4" fmla="*/ 20711 w 22900"/>
                      <a:gd name="connsiteY4" fmla="*/ 12156 h 12424"/>
                      <a:gd name="connsiteX5" fmla="*/ 21509 w 22900"/>
                      <a:gd name="connsiteY5" fmla="*/ 11801 h 12424"/>
                      <a:gd name="connsiteX6" fmla="*/ 21509 w 22900"/>
                      <a:gd name="connsiteY6" fmla="*/ 9939 h 12424"/>
                      <a:gd name="connsiteX7" fmla="*/ 20356 w 22900"/>
                      <a:gd name="connsiteY7" fmla="*/ 8299 h 12424"/>
                      <a:gd name="connsiteX8" fmla="*/ 20932 w 22900"/>
                      <a:gd name="connsiteY8" fmla="*/ 4752 h 12424"/>
                      <a:gd name="connsiteX9" fmla="*/ 22572 w 22900"/>
                      <a:gd name="connsiteY9" fmla="*/ 97 h 12424"/>
                      <a:gd name="connsiteX10" fmla="*/ 16100 w 22900"/>
                      <a:gd name="connsiteY10" fmla="*/ 2447 h 12424"/>
                      <a:gd name="connsiteX11" fmla="*/ 1072 w 22900"/>
                      <a:gd name="connsiteY11" fmla="*/ 7279 h 12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900" h="12424">
                        <a:moveTo>
                          <a:pt x="1072" y="7279"/>
                        </a:moveTo>
                        <a:cubicBezTo>
                          <a:pt x="584" y="7412"/>
                          <a:pt x="-81" y="7723"/>
                          <a:pt x="8" y="8254"/>
                        </a:cubicBezTo>
                        <a:cubicBezTo>
                          <a:pt x="52" y="8698"/>
                          <a:pt x="584" y="8875"/>
                          <a:pt x="1028" y="9008"/>
                        </a:cubicBezTo>
                        <a:cubicBezTo>
                          <a:pt x="5416" y="10072"/>
                          <a:pt x="9761" y="11136"/>
                          <a:pt x="14194" y="11934"/>
                        </a:cubicBezTo>
                        <a:cubicBezTo>
                          <a:pt x="16322" y="12333"/>
                          <a:pt x="18583" y="12688"/>
                          <a:pt x="20711" y="12156"/>
                        </a:cubicBezTo>
                        <a:cubicBezTo>
                          <a:pt x="20977" y="12067"/>
                          <a:pt x="21287" y="11978"/>
                          <a:pt x="21509" y="11801"/>
                        </a:cubicBezTo>
                        <a:cubicBezTo>
                          <a:pt x="21996" y="11358"/>
                          <a:pt x="21863" y="10515"/>
                          <a:pt x="21509" y="9939"/>
                        </a:cubicBezTo>
                        <a:cubicBezTo>
                          <a:pt x="21154" y="9363"/>
                          <a:pt x="20622" y="8920"/>
                          <a:pt x="20356" y="8299"/>
                        </a:cubicBezTo>
                        <a:cubicBezTo>
                          <a:pt x="19868" y="7191"/>
                          <a:pt x="20356" y="5861"/>
                          <a:pt x="20932" y="4752"/>
                        </a:cubicBezTo>
                        <a:cubicBezTo>
                          <a:pt x="21331" y="3999"/>
                          <a:pt x="23769" y="940"/>
                          <a:pt x="22572" y="97"/>
                        </a:cubicBezTo>
                        <a:cubicBezTo>
                          <a:pt x="21686" y="-523"/>
                          <a:pt x="17164" y="2004"/>
                          <a:pt x="16100" y="2447"/>
                        </a:cubicBezTo>
                        <a:cubicBezTo>
                          <a:pt x="11091" y="4265"/>
                          <a:pt x="6126" y="5905"/>
                          <a:pt x="1072" y="7279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7047" name="Graphique 2">
                  <a:extLst>
                    <a:ext uri="{FF2B5EF4-FFF2-40B4-BE49-F238E27FC236}">
                      <a16:creationId xmlns:a16="http://schemas.microsoft.com/office/drawing/2014/main" id="{5D51D217-3601-4F08-8132-7241127A31BB}"/>
                    </a:ext>
                  </a:extLst>
                </p:cNvPr>
                <p:cNvGrpSpPr/>
                <p:nvPr/>
              </p:nvGrpSpPr>
              <p:grpSpPr>
                <a:xfrm>
                  <a:off x="5600843" y="3757845"/>
                  <a:ext cx="86209" cy="116015"/>
                  <a:chOff x="5600843" y="3757845"/>
                  <a:chExt cx="86209" cy="116015"/>
                </a:xfrm>
                <a:solidFill>
                  <a:schemeClr val="accent1"/>
                </a:solidFill>
              </p:grpSpPr>
              <p:sp>
                <p:nvSpPr>
                  <p:cNvPr id="27157" name="Forme libre : forme 27156">
                    <a:extLst>
                      <a:ext uri="{FF2B5EF4-FFF2-40B4-BE49-F238E27FC236}">
                        <a16:creationId xmlns:a16="http://schemas.microsoft.com/office/drawing/2014/main" id="{79E67018-A6ED-443F-9A55-9C3FCA75CBE6}"/>
                      </a:ext>
                    </a:extLst>
                  </p:cNvPr>
                  <p:cNvSpPr/>
                  <p:nvPr/>
                </p:nvSpPr>
                <p:spPr>
                  <a:xfrm>
                    <a:off x="5600843" y="3757845"/>
                    <a:ext cx="86209" cy="116015"/>
                  </a:xfrm>
                  <a:custGeom>
                    <a:avLst/>
                    <a:gdLst>
                      <a:gd name="connsiteX0" fmla="*/ 79642 w 86209"/>
                      <a:gd name="connsiteY0" fmla="*/ 10863 h 116015"/>
                      <a:gd name="connsiteX1" fmla="*/ 54285 w 86209"/>
                      <a:gd name="connsiteY1" fmla="*/ 2 h 116015"/>
                      <a:gd name="connsiteX2" fmla="*/ 27997 w 86209"/>
                      <a:gd name="connsiteY2" fmla="*/ 9621 h 116015"/>
                      <a:gd name="connsiteX3" fmla="*/ 25514 w 86209"/>
                      <a:gd name="connsiteY3" fmla="*/ 12769 h 116015"/>
                      <a:gd name="connsiteX4" fmla="*/ 27775 w 86209"/>
                      <a:gd name="connsiteY4" fmla="*/ 15340 h 116015"/>
                      <a:gd name="connsiteX5" fmla="*/ 15141 w 86209"/>
                      <a:gd name="connsiteY5" fmla="*/ 24339 h 116015"/>
                      <a:gd name="connsiteX6" fmla="*/ 13368 w 86209"/>
                      <a:gd name="connsiteY6" fmla="*/ 38880 h 116015"/>
                      <a:gd name="connsiteX7" fmla="*/ 8048 w 86209"/>
                      <a:gd name="connsiteY7" fmla="*/ 41407 h 116015"/>
                      <a:gd name="connsiteX8" fmla="*/ 8580 w 86209"/>
                      <a:gd name="connsiteY8" fmla="*/ 47258 h 116015"/>
                      <a:gd name="connsiteX9" fmla="*/ 24 w 86209"/>
                      <a:gd name="connsiteY9" fmla="*/ 62021 h 116015"/>
                      <a:gd name="connsiteX10" fmla="*/ 6984 w 86209"/>
                      <a:gd name="connsiteY10" fmla="*/ 77581 h 116015"/>
                      <a:gd name="connsiteX11" fmla="*/ 3305 w 86209"/>
                      <a:gd name="connsiteY11" fmla="*/ 77049 h 116015"/>
                      <a:gd name="connsiteX12" fmla="*/ 1487 w 86209"/>
                      <a:gd name="connsiteY12" fmla="*/ 79842 h 116015"/>
                      <a:gd name="connsiteX13" fmla="*/ 2418 w 86209"/>
                      <a:gd name="connsiteY13" fmla="*/ 81172 h 116015"/>
                      <a:gd name="connsiteX14" fmla="*/ 2684 w 86209"/>
                      <a:gd name="connsiteY14" fmla="*/ 87023 h 116015"/>
                      <a:gd name="connsiteX15" fmla="*/ 4147 w 86209"/>
                      <a:gd name="connsiteY15" fmla="*/ 103248 h 116015"/>
                      <a:gd name="connsiteX16" fmla="*/ 9999 w 86209"/>
                      <a:gd name="connsiteY16" fmla="*/ 116016 h 116015"/>
                      <a:gd name="connsiteX17" fmla="*/ 24451 w 86209"/>
                      <a:gd name="connsiteY17" fmla="*/ 108701 h 116015"/>
                      <a:gd name="connsiteX18" fmla="*/ 28352 w 86209"/>
                      <a:gd name="connsiteY18" fmla="*/ 107017 h 116015"/>
                      <a:gd name="connsiteX19" fmla="*/ 32785 w 86209"/>
                      <a:gd name="connsiteY19" fmla="*/ 106174 h 116015"/>
                      <a:gd name="connsiteX20" fmla="*/ 51847 w 86209"/>
                      <a:gd name="connsiteY20" fmla="*/ 97352 h 116015"/>
                      <a:gd name="connsiteX21" fmla="*/ 56768 w 86209"/>
                      <a:gd name="connsiteY21" fmla="*/ 88708 h 116015"/>
                      <a:gd name="connsiteX22" fmla="*/ 62752 w 86209"/>
                      <a:gd name="connsiteY22" fmla="*/ 86491 h 116015"/>
                      <a:gd name="connsiteX23" fmla="*/ 61290 w 86209"/>
                      <a:gd name="connsiteY23" fmla="*/ 81437 h 116015"/>
                      <a:gd name="connsiteX24" fmla="*/ 80751 w 86209"/>
                      <a:gd name="connsiteY24" fmla="*/ 58075 h 116015"/>
                      <a:gd name="connsiteX25" fmla="*/ 79554 w 86209"/>
                      <a:gd name="connsiteY25" fmla="*/ 50051 h 116015"/>
                      <a:gd name="connsiteX26" fmla="*/ 79997 w 86209"/>
                      <a:gd name="connsiteY26" fmla="*/ 42249 h 116015"/>
                      <a:gd name="connsiteX27" fmla="*/ 86204 w 86209"/>
                      <a:gd name="connsiteY27" fmla="*/ 29881 h 116015"/>
                      <a:gd name="connsiteX28" fmla="*/ 79642 w 86209"/>
                      <a:gd name="connsiteY28" fmla="*/ 10863 h 1160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86209" h="116015">
                        <a:moveTo>
                          <a:pt x="79642" y="10863"/>
                        </a:moveTo>
                        <a:cubicBezTo>
                          <a:pt x="73436" y="3681"/>
                          <a:pt x="63772" y="-87"/>
                          <a:pt x="54285" y="2"/>
                        </a:cubicBezTo>
                        <a:cubicBezTo>
                          <a:pt x="44798" y="90"/>
                          <a:pt x="35533" y="3858"/>
                          <a:pt x="27997" y="9621"/>
                        </a:cubicBezTo>
                        <a:cubicBezTo>
                          <a:pt x="26889" y="10464"/>
                          <a:pt x="25780" y="11439"/>
                          <a:pt x="25514" y="12769"/>
                        </a:cubicBezTo>
                        <a:cubicBezTo>
                          <a:pt x="25248" y="14099"/>
                          <a:pt x="26445" y="15739"/>
                          <a:pt x="27775" y="15340"/>
                        </a:cubicBezTo>
                        <a:cubicBezTo>
                          <a:pt x="23165" y="17778"/>
                          <a:pt x="18421" y="20305"/>
                          <a:pt x="15141" y="24339"/>
                        </a:cubicBezTo>
                        <a:cubicBezTo>
                          <a:pt x="11905" y="28418"/>
                          <a:pt x="10531" y="34491"/>
                          <a:pt x="13368" y="38880"/>
                        </a:cubicBezTo>
                        <a:cubicBezTo>
                          <a:pt x="11328" y="38525"/>
                          <a:pt x="9112" y="39589"/>
                          <a:pt x="8048" y="41407"/>
                        </a:cubicBezTo>
                        <a:cubicBezTo>
                          <a:pt x="6984" y="43224"/>
                          <a:pt x="7250" y="45662"/>
                          <a:pt x="8580" y="47258"/>
                        </a:cubicBezTo>
                        <a:cubicBezTo>
                          <a:pt x="3615" y="50450"/>
                          <a:pt x="334" y="56125"/>
                          <a:pt x="24" y="62021"/>
                        </a:cubicBezTo>
                        <a:cubicBezTo>
                          <a:pt x="-286" y="67917"/>
                          <a:pt x="2418" y="73901"/>
                          <a:pt x="6984" y="77581"/>
                        </a:cubicBezTo>
                        <a:cubicBezTo>
                          <a:pt x="5787" y="77182"/>
                          <a:pt x="4502" y="76738"/>
                          <a:pt x="3305" y="77049"/>
                        </a:cubicBezTo>
                        <a:cubicBezTo>
                          <a:pt x="2063" y="77359"/>
                          <a:pt x="999" y="78645"/>
                          <a:pt x="1487" y="79842"/>
                        </a:cubicBezTo>
                        <a:cubicBezTo>
                          <a:pt x="1664" y="80329"/>
                          <a:pt x="2108" y="80728"/>
                          <a:pt x="2418" y="81172"/>
                        </a:cubicBezTo>
                        <a:cubicBezTo>
                          <a:pt x="3571" y="82812"/>
                          <a:pt x="3039" y="85073"/>
                          <a:pt x="2684" y="87023"/>
                        </a:cubicBezTo>
                        <a:cubicBezTo>
                          <a:pt x="1753" y="92387"/>
                          <a:pt x="2950" y="97884"/>
                          <a:pt x="4147" y="103248"/>
                        </a:cubicBezTo>
                        <a:cubicBezTo>
                          <a:pt x="5167" y="107903"/>
                          <a:pt x="6408" y="112913"/>
                          <a:pt x="9999" y="116016"/>
                        </a:cubicBezTo>
                        <a:cubicBezTo>
                          <a:pt x="14831" y="113577"/>
                          <a:pt x="19618" y="111139"/>
                          <a:pt x="24451" y="108701"/>
                        </a:cubicBezTo>
                        <a:cubicBezTo>
                          <a:pt x="25736" y="108080"/>
                          <a:pt x="26977" y="107415"/>
                          <a:pt x="28352" y="107017"/>
                        </a:cubicBezTo>
                        <a:cubicBezTo>
                          <a:pt x="29770" y="106573"/>
                          <a:pt x="31277" y="106440"/>
                          <a:pt x="32785" y="106174"/>
                        </a:cubicBezTo>
                        <a:cubicBezTo>
                          <a:pt x="39745" y="104977"/>
                          <a:pt x="46040" y="101342"/>
                          <a:pt x="51847" y="97352"/>
                        </a:cubicBezTo>
                        <a:cubicBezTo>
                          <a:pt x="54773" y="95313"/>
                          <a:pt x="58009" y="92077"/>
                          <a:pt x="56768" y="88708"/>
                        </a:cubicBezTo>
                        <a:cubicBezTo>
                          <a:pt x="58940" y="88531"/>
                          <a:pt x="61334" y="88176"/>
                          <a:pt x="62752" y="86491"/>
                        </a:cubicBezTo>
                        <a:cubicBezTo>
                          <a:pt x="64171" y="84807"/>
                          <a:pt x="63462" y="81526"/>
                          <a:pt x="61290" y="81437"/>
                        </a:cubicBezTo>
                        <a:cubicBezTo>
                          <a:pt x="70732" y="76960"/>
                          <a:pt x="78047" y="68183"/>
                          <a:pt x="80751" y="58075"/>
                        </a:cubicBezTo>
                        <a:cubicBezTo>
                          <a:pt x="81504" y="55326"/>
                          <a:pt x="81726" y="51869"/>
                          <a:pt x="79554" y="50051"/>
                        </a:cubicBezTo>
                        <a:cubicBezTo>
                          <a:pt x="80618" y="50982"/>
                          <a:pt x="85450" y="44155"/>
                          <a:pt x="79997" y="42249"/>
                        </a:cubicBezTo>
                        <a:cubicBezTo>
                          <a:pt x="84164" y="38304"/>
                          <a:pt x="86159" y="35777"/>
                          <a:pt x="86204" y="29881"/>
                        </a:cubicBezTo>
                        <a:cubicBezTo>
                          <a:pt x="86337" y="22876"/>
                          <a:pt x="84209" y="16182"/>
                          <a:pt x="79642" y="10863"/>
                        </a:cubicBezTo>
                        <a:close/>
                      </a:path>
                    </a:pathLst>
                  </a:custGeom>
                  <a:solidFill>
                    <a:srgbClr val="F4D331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58" name="Forme libre : forme 27157">
                    <a:extLst>
                      <a:ext uri="{FF2B5EF4-FFF2-40B4-BE49-F238E27FC236}">
                        <a16:creationId xmlns:a16="http://schemas.microsoft.com/office/drawing/2014/main" id="{023672DD-DA64-4ED8-B213-FF4F5D231D6D}"/>
                      </a:ext>
                    </a:extLst>
                  </p:cNvPr>
                  <p:cNvSpPr/>
                  <p:nvPr/>
                </p:nvSpPr>
                <p:spPr>
                  <a:xfrm>
                    <a:off x="5600843" y="3757845"/>
                    <a:ext cx="86209" cy="116015"/>
                  </a:xfrm>
                  <a:custGeom>
                    <a:avLst/>
                    <a:gdLst>
                      <a:gd name="connsiteX0" fmla="*/ 79642 w 86209"/>
                      <a:gd name="connsiteY0" fmla="*/ 10863 h 116015"/>
                      <a:gd name="connsiteX1" fmla="*/ 54285 w 86209"/>
                      <a:gd name="connsiteY1" fmla="*/ 2 h 116015"/>
                      <a:gd name="connsiteX2" fmla="*/ 27997 w 86209"/>
                      <a:gd name="connsiteY2" fmla="*/ 9621 h 116015"/>
                      <a:gd name="connsiteX3" fmla="*/ 25514 w 86209"/>
                      <a:gd name="connsiteY3" fmla="*/ 12769 h 116015"/>
                      <a:gd name="connsiteX4" fmla="*/ 27775 w 86209"/>
                      <a:gd name="connsiteY4" fmla="*/ 15340 h 116015"/>
                      <a:gd name="connsiteX5" fmla="*/ 15141 w 86209"/>
                      <a:gd name="connsiteY5" fmla="*/ 24339 h 116015"/>
                      <a:gd name="connsiteX6" fmla="*/ 13368 w 86209"/>
                      <a:gd name="connsiteY6" fmla="*/ 38880 h 116015"/>
                      <a:gd name="connsiteX7" fmla="*/ 8048 w 86209"/>
                      <a:gd name="connsiteY7" fmla="*/ 41407 h 116015"/>
                      <a:gd name="connsiteX8" fmla="*/ 8580 w 86209"/>
                      <a:gd name="connsiteY8" fmla="*/ 47258 h 116015"/>
                      <a:gd name="connsiteX9" fmla="*/ 24 w 86209"/>
                      <a:gd name="connsiteY9" fmla="*/ 62021 h 116015"/>
                      <a:gd name="connsiteX10" fmla="*/ 6984 w 86209"/>
                      <a:gd name="connsiteY10" fmla="*/ 77581 h 116015"/>
                      <a:gd name="connsiteX11" fmla="*/ 3305 w 86209"/>
                      <a:gd name="connsiteY11" fmla="*/ 77049 h 116015"/>
                      <a:gd name="connsiteX12" fmla="*/ 1487 w 86209"/>
                      <a:gd name="connsiteY12" fmla="*/ 79842 h 116015"/>
                      <a:gd name="connsiteX13" fmla="*/ 2418 w 86209"/>
                      <a:gd name="connsiteY13" fmla="*/ 81172 h 116015"/>
                      <a:gd name="connsiteX14" fmla="*/ 2684 w 86209"/>
                      <a:gd name="connsiteY14" fmla="*/ 87023 h 116015"/>
                      <a:gd name="connsiteX15" fmla="*/ 4147 w 86209"/>
                      <a:gd name="connsiteY15" fmla="*/ 103248 h 116015"/>
                      <a:gd name="connsiteX16" fmla="*/ 9999 w 86209"/>
                      <a:gd name="connsiteY16" fmla="*/ 116016 h 116015"/>
                      <a:gd name="connsiteX17" fmla="*/ 24451 w 86209"/>
                      <a:gd name="connsiteY17" fmla="*/ 108701 h 116015"/>
                      <a:gd name="connsiteX18" fmla="*/ 28352 w 86209"/>
                      <a:gd name="connsiteY18" fmla="*/ 107017 h 116015"/>
                      <a:gd name="connsiteX19" fmla="*/ 32785 w 86209"/>
                      <a:gd name="connsiteY19" fmla="*/ 106174 h 116015"/>
                      <a:gd name="connsiteX20" fmla="*/ 51847 w 86209"/>
                      <a:gd name="connsiteY20" fmla="*/ 97352 h 116015"/>
                      <a:gd name="connsiteX21" fmla="*/ 56768 w 86209"/>
                      <a:gd name="connsiteY21" fmla="*/ 88708 h 116015"/>
                      <a:gd name="connsiteX22" fmla="*/ 62752 w 86209"/>
                      <a:gd name="connsiteY22" fmla="*/ 86491 h 116015"/>
                      <a:gd name="connsiteX23" fmla="*/ 61290 w 86209"/>
                      <a:gd name="connsiteY23" fmla="*/ 81437 h 116015"/>
                      <a:gd name="connsiteX24" fmla="*/ 80751 w 86209"/>
                      <a:gd name="connsiteY24" fmla="*/ 58075 h 116015"/>
                      <a:gd name="connsiteX25" fmla="*/ 79554 w 86209"/>
                      <a:gd name="connsiteY25" fmla="*/ 50051 h 116015"/>
                      <a:gd name="connsiteX26" fmla="*/ 79997 w 86209"/>
                      <a:gd name="connsiteY26" fmla="*/ 42249 h 116015"/>
                      <a:gd name="connsiteX27" fmla="*/ 86204 w 86209"/>
                      <a:gd name="connsiteY27" fmla="*/ 29881 h 116015"/>
                      <a:gd name="connsiteX28" fmla="*/ 79642 w 86209"/>
                      <a:gd name="connsiteY28" fmla="*/ 10863 h 1160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86209" h="116015">
                        <a:moveTo>
                          <a:pt x="79642" y="10863"/>
                        </a:moveTo>
                        <a:cubicBezTo>
                          <a:pt x="73436" y="3681"/>
                          <a:pt x="63772" y="-87"/>
                          <a:pt x="54285" y="2"/>
                        </a:cubicBezTo>
                        <a:cubicBezTo>
                          <a:pt x="44798" y="90"/>
                          <a:pt x="35533" y="3858"/>
                          <a:pt x="27997" y="9621"/>
                        </a:cubicBezTo>
                        <a:cubicBezTo>
                          <a:pt x="26889" y="10464"/>
                          <a:pt x="25780" y="11439"/>
                          <a:pt x="25514" y="12769"/>
                        </a:cubicBezTo>
                        <a:cubicBezTo>
                          <a:pt x="25248" y="14099"/>
                          <a:pt x="26445" y="15739"/>
                          <a:pt x="27775" y="15340"/>
                        </a:cubicBezTo>
                        <a:cubicBezTo>
                          <a:pt x="23165" y="17778"/>
                          <a:pt x="18421" y="20305"/>
                          <a:pt x="15141" y="24339"/>
                        </a:cubicBezTo>
                        <a:cubicBezTo>
                          <a:pt x="11905" y="28418"/>
                          <a:pt x="10531" y="34491"/>
                          <a:pt x="13368" y="38880"/>
                        </a:cubicBezTo>
                        <a:cubicBezTo>
                          <a:pt x="11328" y="38525"/>
                          <a:pt x="9112" y="39589"/>
                          <a:pt x="8048" y="41407"/>
                        </a:cubicBezTo>
                        <a:cubicBezTo>
                          <a:pt x="6984" y="43224"/>
                          <a:pt x="7250" y="45662"/>
                          <a:pt x="8580" y="47258"/>
                        </a:cubicBezTo>
                        <a:cubicBezTo>
                          <a:pt x="3615" y="50450"/>
                          <a:pt x="334" y="56125"/>
                          <a:pt x="24" y="62021"/>
                        </a:cubicBezTo>
                        <a:cubicBezTo>
                          <a:pt x="-286" y="67917"/>
                          <a:pt x="2418" y="73901"/>
                          <a:pt x="6984" y="77581"/>
                        </a:cubicBezTo>
                        <a:cubicBezTo>
                          <a:pt x="5787" y="77182"/>
                          <a:pt x="4502" y="76738"/>
                          <a:pt x="3305" y="77049"/>
                        </a:cubicBezTo>
                        <a:cubicBezTo>
                          <a:pt x="2063" y="77359"/>
                          <a:pt x="999" y="78645"/>
                          <a:pt x="1487" y="79842"/>
                        </a:cubicBezTo>
                        <a:cubicBezTo>
                          <a:pt x="1664" y="80329"/>
                          <a:pt x="2108" y="80728"/>
                          <a:pt x="2418" y="81172"/>
                        </a:cubicBezTo>
                        <a:cubicBezTo>
                          <a:pt x="3571" y="82812"/>
                          <a:pt x="3039" y="85073"/>
                          <a:pt x="2684" y="87023"/>
                        </a:cubicBezTo>
                        <a:cubicBezTo>
                          <a:pt x="1753" y="92387"/>
                          <a:pt x="2950" y="97884"/>
                          <a:pt x="4147" y="103248"/>
                        </a:cubicBezTo>
                        <a:cubicBezTo>
                          <a:pt x="5167" y="107903"/>
                          <a:pt x="6408" y="112913"/>
                          <a:pt x="9999" y="116016"/>
                        </a:cubicBezTo>
                        <a:cubicBezTo>
                          <a:pt x="14831" y="113577"/>
                          <a:pt x="19618" y="111139"/>
                          <a:pt x="24451" y="108701"/>
                        </a:cubicBezTo>
                        <a:cubicBezTo>
                          <a:pt x="25736" y="108080"/>
                          <a:pt x="26977" y="107415"/>
                          <a:pt x="28352" y="107017"/>
                        </a:cubicBezTo>
                        <a:cubicBezTo>
                          <a:pt x="29770" y="106573"/>
                          <a:pt x="31277" y="106440"/>
                          <a:pt x="32785" y="106174"/>
                        </a:cubicBezTo>
                        <a:cubicBezTo>
                          <a:pt x="39745" y="104977"/>
                          <a:pt x="46040" y="101342"/>
                          <a:pt x="51847" y="97352"/>
                        </a:cubicBezTo>
                        <a:cubicBezTo>
                          <a:pt x="54773" y="95313"/>
                          <a:pt x="58009" y="92077"/>
                          <a:pt x="56768" y="88708"/>
                        </a:cubicBezTo>
                        <a:cubicBezTo>
                          <a:pt x="58940" y="88531"/>
                          <a:pt x="61334" y="88176"/>
                          <a:pt x="62752" y="86491"/>
                        </a:cubicBezTo>
                        <a:cubicBezTo>
                          <a:pt x="64171" y="84807"/>
                          <a:pt x="63462" y="81526"/>
                          <a:pt x="61290" y="81437"/>
                        </a:cubicBezTo>
                        <a:cubicBezTo>
                          <a:pt x="70732" y="76960"/>
                          <a:pt x="78047" y="68183"/>
                          <a:pt x="80751" y="58075"/>
                        </a:cubicBezTo>
                        <a:cubicBezTo>
                          <a:pt x="81504" y="55326"/>
                          <a:pt x="81726" y="51869"/>
                          <a:pt x="79554" y="50051"/>
                        </a:cubicBezTo>
                        <a:cubicBezTo>
                          <a:pt x="80618" y="50982"/>
                          <a:pt x="85450" y="44155"/>
                          <a:pt x="79997" y="42249"/>
                        </a:cubicBezTo>
                        <a:cubicBezTo>
                          <a:pt x="84164" y="38304"/>
                          <a:pt x="86159" y="35777"/>
                          <a:pt x="86204" y="29881"/>
                        </a:cubicBezTo>
                        <a:cubicBezTo>
                          <a:pt x="86337" y="22876"/>
                          <a:pt x="84209" y="16182"/>
                          <a:pt x="79642" y="10863"/>
                        </a:cubicBezTo>
                        <a:close/>
                      </a:path>
                    </a:pathLst>
                  </a:custGeom>
                  <a:noFill/>
                  <a:ln w="2024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59" name="Forme libre : forme 27158">
                    <a:extLst>
                      <a:ext uri="{FF2B5EF4-FFF2-40B4-BE49-F238E27FC236}">
                        <a16:creationId xmlns:a16="http://schemas.microsoft.com/office/drawing/2014/main" id="{2AA2340B-5E4E-44F8-B57C-BDC7B9E6EBEE}"/>
                      </a:ext>
                    </a:extLst>
                  </p:cNvPr>
                  <p:cNvSpPr/>
                  <p:nvPr/>
                </p:nvSpPr>
                <p:spPr>
                  <a:xfrm>
                    <a:off x="5628618" y="3773147"/>
                    <a:ext cx="52221" cy="26902"/>
                  </a:xfrm>
                  <a:custGeom>
                    <a:avLst/>
                    <a:gdLst>
                      <a:gd name="connsiteX0" fmla="*/ 52222 w 52221"/>
                      <a:gd name="connsiteY0" fmla="*/ 26902 h 26902"/>
                      <a:gd name="connsiteX1" fmla="*/ 30500 w 52221"/>
                      <a:gd name="connsiteY1" fmla="*/ 14046 h 26902"/>
                      <a:gd name="connsiteX2" fmla="*/ 0 w 52221"/>
                      <a:gd name="connsiteY2" fmla="*/ 38 h 26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2221" h="26902">
                        <a:moveTo>
                          <a:pt x="52222" y="26902"/>
                        </a:moveTo>
                        <a:cubicBezTo>
                          <a:pt x="52222" y="26902"/>
                          <a:pt x="41494" y="21538"/>
                          <a:pt x="30500" y="14046"/>
                        </a:cubicBezTo>
                        <a:cubicBezTo>
                          <a:pt x="19550" y="6554"/>
                          <a:pt x="9088" y="-583"/>
                          <a:pt x="0" y="38"/>
                        </a:cubicBezTo>
                      </a:path>
                    </a:pathLst>
                  </a:custGeom>
                  <a:noFill/>
                  <a:ln w="2024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60" name="Forme libre : forme 27159">
                    <a:extLst>
                      <a:ext uri="{FF2B5EF4-FFF2-40B4-BE49-F238E27FC236}">
                        <a16:creationId xmlns:a16="http://schemas.microsoft.com/office/drawing/2014/main" id="{7FE87C73-E51B-4276-8262-7C451FCD67A6}"/>
                      </a:ext>
                    </a:extLst>
                  </p:cNvPr>
                  <p:cNvSpPr/>
                  <p:nvPr/>
                </p:nvSpPr>
                <p:spPr>
                  <a:xfrm>
                    <a:off x="5614211" y="3796725"/>
                    <a:ext cx="66186" cy="11127"/>
                  </a:xfrm>
                  <a:custGeom>
                    <a:avLst/>
                    <a:gdLst>
                      <a:gd name="connsiteX0" fmla="*/ 0 w 66186"/>
                      <a:gd name="connsiteY0" fmla="*/ 0 h 11127"/>
                      <a:gd name="connsiteX1" fmla="*/ 25490 w 66186"/>
                      <a:gd name="connsiteY1" fmla="*/ 5009 h 11127"/>
                      <a:gd name="connsiteX2" fmla="*/ 66186 w 66186"/>
                      <a:gd name="connsiteY2" fmla="*/ 11127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6186" h="11127">
                        <a:moveTo>
                          <a:pt x="0" y="0"/>
                        </a:moveTo>
                        <a:cubicBezTo>
                          <a:pt x="0" y="0"/>
                          <a:pt x="15427" y="3458"/>
                          <a:pt x="25490" y="5009"/>
                        </a:cubicBezTo>
                        <a:cubicBezTo>
                          <a:pt x="35553" y="6561"/>
                          <a:pt x="64369" y="10418"/>
                          <a:pt x="66186" y="11127"/>
                        </a:cubicBezTo>
                      </a:path>
                    </a:pathLst>
                  </a:custGeom>
                  <a:noFill/>
                  <a:ln w="2024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61" name="Forme libre : forme 27160">
                    <a:extLst>
                      <a:ext uri="{FF2B5EF4-FFF2-40B4-BE49-F238E27FC236}">
                        <a16:creationId xmlns:a16="http://schemas.microsoft.com/office/drawing/2014/main" id="{D4D43C00-DE86-4EE4-9A42-7A1F771A5A18}"/>
                      </a:ext>
                    </a:extLst>
                  </p:cNvPr>
                  <p:cNvSpPr/>
                  <p:nvPr/>
                </p:nvSpPr>
                <p:spPr>
                  <a:xfrm>
                    <a:off x="5609467" y="3805104"/>
                    <a:ext cx="52709" cy="34178"/>
                  </a:xfrm>
                  <a:custGeom>
                    <a:avLst/>
                    <a:gdLst>
                      <a:gd name="connsiteX0" fmla="*/ 52710 w 52709"/>
                      <a:gd name="connsiteY0" fmla="*/ 34179 h 34178"/>
                      <a:gd name="connsiteX1" fmla="*/ 16757 w 52709"/>
                      <a:gd name="connsiteY1" fmla="*/ 9132 h 34178"/>
                      <a:gd name="connsiteX2" fmla="*/ 0 w 52709"/>
                      <a:gd name="connsiteY2" fmla="*/ 0 h 34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2709" h="34178">
                        <a:moveTo>
                          <a:pt x="52710" y="34179"/>
                        </a:moveTo>
                        <a:cubicBezTo>
                          <a:pt x="52710" y="34179"/>
                          <a:pt x="22387" y="13255"/>
                          <a:pt x="16757" y="9132"/>
                        </a:cubicBezTo>
                        <a:cubicBezTo>
                          <a:pt x="11127" y="5009"/>
                          <a:pt x="0" y="0"/>
                          <a:pt x="0" y="0"/>
                        </a:cubicBezTo>
                      </a:path>
                    </a:pathLst>
                  </a:custGeom>
                  <a:noFill/>
                  <a:ln w="2024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62" name="Forme libre : forme 27161">
                    <a:extLst>
                      <a:ext uri="{FF2B5EF4-FFF2-40B4-BE49-F238E27FC236}">
                        <a16:creationId xmlns:a16="http://schemas.microsoft.com/office/drawing/2014/main" id="{EC462487-3F74-4EA8-A5C3-56C4B20E0DAE}"/>
                      </a:ext>
                    </a:extLst>
                  </p:cNvPr>
                  <p:cNvSpPr/>
                  <p:nvPr/>
                </p:nvSpPr>
                <p:spPr>
                  <a:xfrm>
                    <a:off x="5607871" y="3835381"/>
                    <a:ext cx="49739" cy="11171"/>
                  </a:xfrm>
                  <a:custGeom>
                    <a:avLst/>
                    <a:gdLst>
                      <a:gd name="connsiteX0" fmla="*/ 49739 w 49739"/>
                      <a:gd name="connsiteY0" fmla="*/ 11171 h 11171"/>
                      <a:gd name="connsiteX1" fmla="*/ 20747 w 49739"/>
                      <a:gd name="connsiteY1" fmla="*/ 5320 h 11171"/>
                      <a:gd name="connsiteX2" fmla="*/ 0 w 49739"/>
                      <a:gd name="connsiteY2" fmla="*/ 0 h 11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9739" h="11171">
                        <a:moveTo>
                          <a:pt x="49739" y="11171"/>
                        </a:moveTo>
                        <a:cubicBezTo>
                          <a:pt x="49739" y="11171"/>
                          <a:pt x="26510" y="7049"/>
                          <a:pt x="20747" y="5320"/>
                        </a:cubicBezTo>
                        <a:cubicBezTo>
                          <a:pt x="14984" y="3591"/>
                          <a:pt x="0" y="0"/>
                          <a:pt x="0" y="0"/>
                        </a:cubicBezTo>
                      </a:path>
                    </a:pathLst>
                  </a:custGeom>
                  <a:noFill/>
                  <a:ln w="2024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63" name="Forme libre : forme 27162">
                    <a:extLst>
                      <a:ext uri="{FF2B5EF4-FFF2-40B4-BE49-F238E27FC236}">
                        <a16:creationId xmlns:a16="http://schemas.microsoft.com/office/drawing/2014/main" id="{FA6692DE-334E-4340-A5AA-13FCF9B7A2DA}"/>
                      </a:ext>
                    </a:extLst>
                  </p:cNvPr>
                  <p:cNvSpPr/>
                  <p:nvPr/>
                </p:nvSpPr>
                <p:spPr>
                  <a:xfrm>
                    <a:off x="5603305" y="3838972"/>
                    <a:ext cx="26687" cy="25135"/>
                  </a:xfrm>
                  <a:custGeom>
                    <a:avLst/>
                    <a:gdLst>
                      <a:gd name="connsiteX0" fmla="*/ 0 w 26687"/>
                      <a:gd name="connsiteY0" fmla="*/ 0 h 25135"/>
                      <a:gd name="connsiteX1" fmla="*/ 26687 w 26687"/>
                      <a:gd name="connsiteY1" fmla="*/ 25136 h 25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687" h="25135">
                        <a:moveTo>
                          <a:pt x="0" y="0"/>
                        </a:moveTo>
                        <a:cubicBezTo>
                          <a:pt x="0" y="0"/>
                          <a:pt x="12989" y="14629"/>
                          <a:pt x="26687" y="25136"/>
                        </a:cubicBezTo>
                      </a:path>
                    </a:pathLst>
                  </a:custGeom>
                  <a:noFill/>
                  <a:ln w="2024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64" name="Forme libre : forme 27163">
                    <a:extLst>
                      <a:ext uri="{FF2B5EF4-FFF2-40B4-BE49-F238E27FC236}">
                        <a16:creationId xmlns:a16="http://schemas.microsoft.com/office/drawing/2014/main" id="{7740DE32-FA73-4D86-9090-94299D4F09AD}"/>
                      </a:ext>
                    </a:extLst>
                  </p:cNvPr>
                  <p:cNvSpPr/>
                  <p:nvPr/>
                </p:nvSpPr>
                <p:spPr>
                  <a:xfrm rot="-2812565">
                    <a:off x="5667513" y="3772571"/>
                    <a:ext cx="5053" cy="10639"/>
                  </a:xfrm>
                  <a:custGeom>
                    <a:avLst/>
                    <a:gdLst>
                      <a:gd name="connsiteX0" fmla="*/ 5054 w 5053"/>
                      <a:gd name="connsiteY0" fmla="*/ 5320 h 10639"/>
                      <a:gd name="connsiteX1" fmla="*/ 2527 w 5053"/>
                      <a:gd name="connsiteY1" fmla="*/ 10640 h 10639"/>
                      <a:gd name="connsiteX2" fmla="*/ 0 w 5053"/>
                      <a:gd name="connsiteY2" fmla="*/ 5320 h 10639"/>
                      <a:gd name="connsiteX3" fmla="*/ 2527 w 5053"/>
                      <a:gd name="connsiteY3" fmla="*/ 0 h 10639"/>
                      <a:gd name="connsiteX4" fmla="*/ 5054 w 5053"/>
                      <a:gd name="connsiteY4" fmla="*/ 5320 h 10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3" h="10639">
                        <a:moveTo>
                          <a:pt x="5054" y="5320"/>
                        </a:moveTo>
                        <a:cubicBezTo>
                          <a:pt x="5054" y="8258"/>
                          <a:pt x="3923" y="10640"/>
                          <a:pt x="2527" y="10640"/>
                        </a:cubicBezTo>
                        <a:cubicBezTo>
                          <a:pt x="1131" y="10640"/>
                          <a:pt x="0" y="8258"/>
                          <a:pt x="0" y="5320"/>
                        </a:cubicBezTo>
                        <a:cubicBezTo>
                          <a:pt x="0" y="2382"/>
                          <a:pt x="1131" y="0"/>
                          <a:pt x="2527" y="0"/>
                        </a:cubicBezTo>
                        <a:cubicBezTo>
                          <a:pt x="3922" y="0"/>
                          <a:pt x="5054" y="2382"/>
                          <a:pt x="5054" y="5320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65" name="Forme libre : forme 27164">
                    <a:extLst>
                      <a:ext uri="{FF2B5EF4-FFF2-40B4-BE49-F238E27FC236}">
                        <a16:creationId xmlns:a16="http://schemas.microsoft.com/office/drawing/2014/main" id="{40548290-9DFC-4B13-9674-18A9B2F096A9}"/>
                      </a:ext>
                    </a:extLst>
                  </p:cNvPr>
                  <p:cNvSpPr/>
                  <p:nvPr/>
                </p:nvSpPr>
                <p:spPr>
                  <a:xfrm rot="-4406442">
                    <a:off x="5626922" y="3781594"/>
                    <a:ext cx="5408" cy="10461"/>
                  </a:xfrm>
                  <a:custGeom>
                    <a:avLst/>
                    <a:gdLst>
                      <a:gd name="connsiteX0" fmla="*/ 5408 w 5408"/>
                      <a:gd name="connsiteY0" fmla="*/ 5231 h 10461"/>
                      <a:gd name="connsiteX1" fmla="*/ 2704 w 5408"/>
                      <a:gd name="connsiteY1" fmla="*/ 10462 h 10461"/>
                      <a:gd name="connsiteX2" fmla="*/ 0 w 5408"/>
                      <a:gd name="connsiteY2" fmla="*/ 5231 h 10461"/>
                      <a:gd name="connsiteX3" fmla="*/ 2704 w 5408"/>
                      <a:gd name="connsiteY3" fmla="*/ 0 h 10461"/>
                      <a:gd name="connsiteX4" fmla="*/ 5408 w 5408"/>
                      <a:gd name="connsiteY4" fmla="*/ 5231 h 10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08" h="10461">
                        <a:moveTo>
                          <a:pt x="5408" y="5231"/>
                        </a:moveTo>
                        <a:cubicBezTo>
                          <a:pt x="5408" y="8120"/>
                          <a:pt x="4198" y="10462"/>
                          <a:pt x="2704" y="10462"/>
                        </a:cubicBezTo>
                        <a:cubicBezTo>
                          <a:pt x="1211" y="10462"/>
                          <a:pt x="0" y="8120"/>
                          <a:pt x="0" y="5231"/>
                        </a:cubicBezTo>
                        <a:cubicBezTo>
                          <a:pt x="0" y="2342"/>
                          <a:pt x="1211" y="0"/>
                          <a:pt x="2704" y="0"/>
                        </a:cubicBezTo>
                        <a:cubicBezTo>
                          <a:pt x="4198" y="0"/>
                          <a:pt x="5408" y="2342"/>
                          <a:pt x="5408" y="5231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66" name="Forme libre : forme 27165">
                    <a:extLst>
                      <a:ext uri="{FF2B5EF4-FFF2-40B4-BE49-F238E27FC236}">
                        <a16:creationId xmlns:a16="http://schemas.microsoft.com/office/drawing/2014/main" id="{A39527B5-9B51-442A-8AD7-5AF5C4515739}"/>
                      </a:ext>
                    </a:extLst>
                  </p:cNvPr>
                  <p:cNvSpPr/>
                  <p:nvPr/>
                </p:nvSpPr>
                <p:spPr>
                  <a:xfrm rot="-2812565">
                    <a:off x="5657447" y="3814992"/>
                    <a:ext cx="6561" cy="11437"/>
                  </a:xfrm>
                  <a:custGeom>
                    <a:avLst/>
                    <a:gdLst>
                      <a:gd name="connsiteX0" fmla="*/ 6561 w 6561"/>
                      <a:gd name="connsiteY0" fmla="*/ 5719 h 11437"/>
                      <a:gd name="connsiteX1" fmla="*/ 3281 w 6561"/>
                      <a:gd name="connsiteY1" fmla="*/ 11438 h 11437"/>
                      <a:gd name="connsiteX2" fmla="*/ 0 w 6561"/>
                      <a:gd name="connsiteY2" fmla="*/ 5719 h 11437"/>
                      <a:gd name="connsiteX3" fmla="*/ 3281 w 6561"/>
                      <a:gd name="connsiteY3" fmla="*/ 0 h 11437"/>
                      <a:gd name="connsiteX4" fmla="*/ 6561 w 6561"/>
                      <a:gd name="connsiteY4" fmla="*/ 5719 h 11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61" h="11437">
                        <a:moveTo>
                          <a:pt x="6561" y="5719"/>
                        </a:moveTo>
                        <a:cubicBezTo>
                          <a:pt x="6561" y="8877"/>
                          <a:pt x="5093" y="11438"/>
                          <a:pt x="3281" y="11438"/>
                        </a:cubicBezTo>
                        <a:cubicBezTo>
                          <a:pt x="1469" y="11438"/>
                          <a:pt x="0" y="8877"/>
                          <a:pt x="0" y="5719"/>
                        </a:cubicBezTo>
                        <a:cubicBezTo>
                          <a:pt x="0" y="2560"/>
                          <a:pt x="1469" y="0"/>
                          <a:pt x="3281" y="0"/>
                        </a:cubicBezTo>
                        <a:cubicBezTo>
                          <a:pt x="5093" y="0"/>
                          <a:pt x="6561" y="2561"/>
                          <a:pt x="6561" y="5719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67" name="Forme libre : forme 27166">
                    <a:extLst>
                      <a:ext uri="{FF2B5EF4-FFF2-40B4-BE49-F238E27FC236}">
                        <a16:creationId xmlns:a16="http://schemas.microsoft.com/office/drawing/2014/main" id="{4491C467-EC19-4AF1-AD07-B8B5EBA0F943}"/>
                      </a:ext>
                    </a:extLst>
                  </p:cNvPr>
                  <p:cNvSpPr/>
                  <p:nvPr/>
                </p:nvSpPr>
                <p:spPr>
                  <a:xfrm rot="-2812565">
                    <a:off x="5612265" y="3818281"/>
                    <a:ext cx="5585" cy="8423"/>
                  </a:xfrm>
                  <a:custGeom>
                    <a:avLst/>
                    <a:gdLst>
                      <a:gd name="connsiteX0" fmla="*/ 5586 w 5585"/>
                      <a:gd name="connsiteY0" fmla="*/ 4211 h 8423"/>
                      <a:gd name="connsiteX1" fmla="*/ 2793 w 5585"/>
                      <a:gd name="connsiteY1" fmla="*/ 8423 h 8423"/>
                      <a:gd name="connsiteX2" fmla="*/ 0 w 5585"/>
                      <a:gd name="connsiteY2" fmla="*/ 4211 h 8423"/>
                      <a:gd name="connsiteX3" fmla="*/ 2793 w 5585"/>
                      <a:gd name="connsiteY3" fmla="*/ 0 h 8423"/>
                      <a:gd name="connsiteX4" fmla="*/ 5586 w 5585"/>
                      <a:gd name="connsiteY4" fmla="*/ 4211 h 8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5" h="8423">
                        <a:moveTo>
                          <a:pt x="5586" y="4211"/>
                        </a:moveTo>
                        <a:cubicBezTo>
                          <a:pt x="5586" y="6537"/>
                          <a:pt x="4335" y="8423"/>
                          <a:pt x="2793" y="8423"/>
                        </a:cubicBezTo>
                        <a:cubicBezTo>
                          <a:pt x="1250" y="8423"/>
                          <a:pt x="0" y="6537"/>
                          <a:pt x="0" y="4211"/>
                        </a:cubicBezTo>
                        <a:cubicBezTo>
                          <a:pt x="0" y="1886"/>
                          <a:pt x="1250" y="0"/>
                          <a:pt x="2793" y="0"/>
                        </a:cubicBezTo>
                        <a:cubicBezTo>
                          <a:pt x="4335" y="0"/>
                          <a:pt x="5586" y="1886"/>
                          <a:pt x="5586" y="4211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68" name="Forme libre : forme 27167">
                    <a:extLst>
                      <a:ext uri="{FF2B5EF4-FFF2-40B4-BE49-F238E27FC236}">
                        <a16:creationId xmlns:a16="http://schemas.microsoft.com/office/drawing/2014/main" id="{E2690DDE-0DE1-4621-97C4-DD9FE618BCF0}"/>
                      </a:ext>
                    </a:extLst>
                  </p:cNvPr>
                  <p:cNvSpPr/>
                  <p:nvPr/>
                </p:nvSpPr>
                <p:spPr>
                  <a:xfrm rot="-3935269">
                    <a:off x="5633372" y="3848124"/>
                    <a:ext cx="4699" cy="7270"/>
                  </a:xfrm>
                  <a:custGeom>
                    <a:avLst/>
                    <a:gdLst>
                      <a:gd name="connsiteX0" fmla="*/ 4699 w 4699"/>
                      <a:gd name="connsiteY0" fmla="*/ 3635 h 7270"/>
                      <a:gd name="connsiteX1" fmla="*/ 2350 w 4699"/>
                      <a:gd name="connsiteY1" fmla="*/ 7270 h 7270"/>
                      <a:gd name="connsiteX2" fmla="*/ 0 w 4699"/>
                      <a:gd name="connsiteY2" fmla="*/ 3635 h 7270"/>
                      <a:gd name="connsiteX3" fmla="*/ 2350 w 4699"/>
                      <a:gd name="connsiteY3" fmla="*/ 0 h 7270"/>
                      <a:gd name="connsiteX4" fmla="*/ 4699 w 4699"/>
                      <a:gd name="connsiteY4" fmla="*/ 3635 h 7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9" h="7270">
                        <a:moveTo>
                          <a:pt x="4699" y="3635"/>
                        </a:moveTo>
                        <a:cubicBezTo>
                          <a:pt x="4699" y="5643"/>
                          <a:pt x="3647" y="7270"/>
                          <a:pt x="2350" y="7270"/>
                        </a:cubicBezTo>
                        <a:cubicBezTo>
                          <a:pt x="1052" y="7270"/>
                          <a:pt x="0" y="5643"/>
                          <a:pt x="0" y="3635"/>
                        </a:cubicBezTo>
                        <a:cubicBezTo>
                          <a:pt x="0" y="1627"/>
                          <a:pt x="1052" y="0"/>
                          <a:pt x="2350" y="0"/>
                        </a:cubicBezTo>
                        <a:cubicBezTo>
                          <a:pt x="3647" y="0"/>
                          <a:pt x="4699" y="1627"/>
                          <a:pt x="4699" y="3635"/>
                        </a:cubicBezTo>
                        <a:close/>
                      </a:path>
                    </a:pathLst>
                  </a:custGeom>
                  <a:solidFill>
                    <a:srgbClr val="AF7102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69" name="Forme libre : forme 27168">
                    <a:extLst>
                      <a:ext uri="{FF2B5EF4-FFF2-40B4-BE49-F238E27FC236}">
                        <a16:creationId xmlns:a16="http://schemas.microsoft.com/office/drawing/2014/main" id="{6889694E-DE57-4371-820C-45F637AB3DBB}"/>
                      </a:ext>
                    </a:extLst>
                  </p:cNvPr>
                  <p:cNvSpPr/>
                  <p:nvPr/>
                </p:nvSpPr>
                <p:spPr>
                  <a:xfrm>
                    <a:off x="5636239" y="3761358"/>
                    <a:ext cx="34685" cy="8658"/>
                  </a:xfrm>
                  <a:custGeom>
                    <a:avLst/>
                    <a:gdLst>
                      <a:gd name="connsiteX0" fmla="*/ 3640 w 34685"/>
                      <a:gd name="connsiteY0" fmla="*/ 3227 h 8658"/>
                      <a:gd name="connsiteX1" fmla="*/ 581 w 34685"/>
                      <a:gd name="connsiteY1" fmla="*/ 5222 h 8658"/>
                      <a:gd name="connsiteX2" fmla="*/ 4 w 34685"/>
                      <a:gd name="connsiteY2" fmla="*/ 6374 h 8658"/>
                      <a:gd name="connsiteX3" fmla="*/ 2265 w 34685"/>
                      <a:gd name="connsiteY3" fmla="*/ 8413 h 8658"/>
                      <a:gd name="connsiteX4" fmla="*/ 13570 w 34685"/>
                      <a:gd name="connsiteY4" fmla="*/ 6995 h 8658"/>
                      <a:gd name="connsiteX5" fmla="*/ 29263 w 34685"/>
                      <a:gd name="connsiteY5" fmla="*/ 5798 h 8658"/>
                      <a:gd name="connsiteX6" fmla="*/ 34228 w 34685"/>
                      <a:gd name="connsiteY6" fmla="*/ 3404 h 8658"/>
                      <a:gd name="connsiteX7" fmla="*/ 27224 w 34685"/>
                      <a:gd name="connsiteY7" fmla="*/ 833 h 8658"/>
                      <a:gd name="connsiteX8" fmla="*/ 11797 w 34685"/>
                      <a:gd name="connsiteY8" fmla="*/ 700 h 8658"/>
                      <a:gd name="connsiteX9" fmla="*/ 3640 w 34685"/>
                      <a:gd name="connsiteY9" fmla="*/ 3227 h 8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685" h="8658">
                        <a:moveTo>
                          <a:pt x="3640" y="3227"/>
                        </a:moveTo>
                        <a:cubicBezTo>
                          <a:pt x="2531" y="3714"/>
                          <a:pt x="1379" y="4335"/>
                          <a:pt x="581" y="5222"/>
                        </a:cubicBezTo>
                        <a:cubicBezTo>
                          <a:pt x="270" y="5532"/>
                          <a:pt x="4" y="5931"/>
                          <a:pt x="4" y="6374"/>
                        </a:cubicBezTo>
                        <a:cubicBezTo>
                          <a:pt x="-84" y="7482"/>
                          <a:pt x="1157" y="8192"/>
                          <a:pt x="2265" y="8413"/>
                        </a:cubicBezTo>
                        <a:cubicBezTo>
                          <a:pt x="6033" y="9211"/>
                          <a:pt x="9846" y="7881"/>
                          <a:pt x="13570" y="6995"/>
                        </a:cubicBezTo>
                        <a:cubicBezTo>
                          <a:pt x="18668" y="5754"/>
                          <a:pt x="23988" y="5354"/>
                          <a:pt x="29263" y="5798"/>
                        </a:cubicBezTo>
                        <a:cubicBezTo>
                          <a:pt x="30681" y="5931"/>
                          <a:pt x="36312" y="6374"/>
                          <a:pt x="34228" y="3404"/>
                        </a:cubicBezTo>
                        <a:cubicBezTo>
                          <a:pt x="33075" y="1719"/>
                          <a:pt x="29086" y="1232"/>
                          <a:pt x="27224" y="833"/>
                        </a:cubicBezTo>
                        <a:cubicBezTo>
                          <a:pt x="22170" y="-231"/>
                          <a:pt x="16850" y="-276"/>
                          <a:pt x="11797" y="700"/>
                        </a:cubicBezTo>
                        <a:cubicBezTo>
                          <a:pt x="8959" y="1187"/>
                          <a:pt x="6255" y="2074"/>
                          <a:pt x="3640" y="3227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70" name="Forme libre : forme 27169">
                    <a:extLst>
                      <a:ext uri="{FF2B5EF4-FFF2-40B4-BE49-F238E27FC236}">
                        <a16:creationId xmlns:a16="http://schemas.microsoft.com/office/drawing/2014/main" id="{3576D2D6-9140-4B6C-8986-EDD60D538832}"/>
                      </a:ext>
                    </a:extLst>
                  </p:cNvPr>
                  <p:cNvSpPr/>
                  <p:nvPr/>
                </p:nvSpPr>
                <p:spPr>
                  <a:xfrm>
                    <a:off x="5604593" y="3809259"/>
                    <a:ext cx="48362" cy="27540"/>
                  </a:xfrm>
                  <a:custGeom>
                    <a:avLst/>
                    <a:gdLst>
                      <a:gd name="connsiteX0" fmla="*/ 2657 w 48362"/>
                      <a:gd name="connsiteY0" fmla="*/ 1962 h 27540"/>
                      <a:gd name="connsiteX1" fmla="*/ 5628 w 48362"/>
                      <a:gd name="connsiteY1" fmla="*/ 11 h 27540"/>
                      <a:gd name="connsiteX2" fmla="*/ 6780 w 48362"/>
                      <a:gd name="connsiteY2" fmla="*/ 410 h 27540"/>
                      <a:gd name="connsiteX3" fmla="*/ 16533 w 48362"/>
                      <a:gd name="connsiteY3" fmla="*/ 5819 h 27540"/>
                      <a:gd name="connsiteX4" fmla="*/ 24823 w 48362"/>
                      <a:gd name="connsiteY4" fmla="*/ 12601 h 27540"/>
                      <a:gd name="connsiteX5" fmla="*/ 48363 w 48362"/>
                      <a:gd name="connsiteY5" fmla="*/ 27541 h 27540"/>
                      <a:gd name="connsiteX6" fmla="*/ 33600 w 48362"/>
                      <a:gd name="connsiteY6" fmla="*/ 19118 h 27540"/>
                      <a:gd name="connsiteX7" fmla="*/ 13386 w 48362"/>
                      <a:gd name="connsiteY7" fmla="*/ 7725 h 27540"/>
                      <a:gd name="connsiteX8" fmla="*/ 7356 w 48362"/>
                      <a:gd name="connsiteY8" fmla="*/ 6262 h 27540"/>
                      <a:gd name="connsiteX9" fmla="*/ 3633 w 48362"/>
                      <a:gd name="connsiteY9" fmla="*/ 9675 h 27540"/>
                      <a:gd name="connsiteX10" fmla="*/ 1815 w 48362"/>
                      <a:gd name="connsiteY10" fmla="*/ 15217 h 27540"/>
                      <a:gd name="connsiteX11" fmla="*/ 131 w 48362"/>
                      <a:gd name="connsiteY11" fmla="*/ 12823 h 27540"/>
                      <a:gd name="connsiteX12" fmla="*/ 2657 w 48362"/>
                      <a:gd name="connsiteY12" fmla="*/ 1962 h 27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8362" h="27540">
                        <a:moveTo>
                          <a:pt x="2657" y="1962"/>
                        </a:moveTo>
                        <a:cubicBezTo>
                          <a:pt x="3367" y="942"/>
                          <a:pt x="4386" y="-122"/>
                          <a:pt x="5628" y="11"/>
                        </a:cubicBezTo>
                        <a:cubicBezTo>
                          <a:pt x="6027" y="55"/>
                          <a:pt x="6426" y="233"/>
                          <a:pt x="6780" y="410"/>
                        </a:cubicBezTo>
                        <a:cubicBezTo>
                          <a:pt x="10149" y="1962"/>
                          <a:pt x="13519" y="3646"/>
                          <a:pt x="16533" y="5819"/>
                        </a:cubicBezTo>
                        <a:cubicBezTo>
                          <a:pt x="19415" y="7902"/>
                          <a:pt x="21986" y="10429"/>
                          <a:pt x="24823" y="12601"/>
                        </a:cubicBezTo>
                        <a:cubicBezTo>
                          <a:pt x="32226" y="18276"/>
                          <a:pt x="41447" y="21290"/>
                          <a:pt x="48363" y="27541"/>
                        </a:cubicBezTo>
                        <a:cubicBezTo>
                          <a:pt x="43087" y="25502"/>
                          <a:pt x="38388" y="22177"/>
                          <a:pt x="33600" y="19118"/>
                        </a:cubicBezTo>
                        <a:cubicBezTo>
                          <a:pt x="27084" y="14951"/>
                          <a:pt x="20257" y="11316"/>
                          <a:pt x="13386" y="7725"/>
                        </a:cubicBezTo>
                        <a:cubicBezTo>
                          <a:pt x="11479" y="6749"/>
                          <a:pt x="9396" y="5774"/>
                          <a:pt x="7356" y="6262"/>
                        </a:cubicBezTo>
                        <a:cubicBezTo>
                          <a:pt x="5672" y="6705"/>
                          <a:pt x="4342" y="8079"/>
                          <a:pt x="3633" y="9675"/>
                        </a:cubicBezTo>
                        <a:cubicBezTo>
                          <a:pt x="2879" y="11227"/>
                          <a:pt x="3101" y="14020"/>
                          <a:pt x="1815" y="15217"/>
                        </a:cubicBezTo>
                        <a:cubicBezTo>
                          <a:pt x="352" y="16635"/>
                          <a:pt x="263" y="13931"/>
                          <a:pt x="131" y="12823"/>
                        </a:cubicBezTo>
                        <a:cubicBezTo>
                          <a:pt x="-357" y="9099"/>
                          <a:pt x="529" y="5109"/>
                          <a:pt x="2657" y="1962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71" name="Forme libre : forme 27170">
                    <a:extLst>
                      <a:ext uri="{FF2B5EF4-FFF2-40B4-BE49-F238E27FC236}">
                        <a16:creationId xmlns:a16="http://schemas.microsoft.com/office/drawing/2014/main" id="{4813F3C7-F728-4C77-97F6-225D02B4B47C}"/>
                      </a:ext>
                    </a:extLst>
                  </p:cNvPr>
                  <p:cNvSpPr/>
                  <p:nvPr/>
                </p:nvSpPr>
                <p:spPr>
                  <a:xfrm>
                    <a:off x="5616318" y="3775528"/>
                    <a:ext cx="55079" cy="22704"/>
                  </a:xfrm>
                  <a:custGeom>
                    <a:avLst/>
                    <a:gdLst>
                      <a:gd name="connsiteX0" fmla="*/ 11325 w 55079"/>
                      <a:gd name="connsiteY0" fmla="*/ 1647 h 22704"/>
                      <a:gd name="connsiteX1" fmla="*/ 16556 w 55079"/>
                      <a:gd name="connsiteY1" fmla="*/ 7 h 22704"/>
                      <a:gd name="connsiteX2" fmla="*/ 21521 w 55079"/>
                      <a:gd name="connsiteY2" fmla="*/ 1691 h 22704"/>
                      <a:gd name="connsiteX3" fmla="*/ 55080 w 55079"/>
                      <a:gd name="connsiteY3" fmla="*/ 22704 h 22704"/>
                      <a:gd name="connsiteX4" fmla="*/ 26974 w 55079"/>
                      <a:gd name="connsiteY4" fmla="*/ 10026 h 22704"/>
                      <a:gd name="connsiteX5" fmla="*/ 14162 w 55079"/>
                      <a:gd name="connsiteY5" fmla="*/ 5504 h 22704"/>
                      <a:gd name="connsiteX6" fmla="*/ 10616 w 55079"/>
                      <a:gd name="connsiteY6" fmla="*/ 5858 h 22704"/>
                      <a:gd name="connsiteX7" fmla="*/ 8045 w 55079"/>
                      <a:gd name="connsiteY7" fmla="*/ 7144 h 22704"/>
                      <a:gd name="connsiteX8" fmla="*/ 2326 w 55079"/>
                      <a:gd name="connsiteY8" fmla="*/ 11843 h 22704"/>
                      <a:gd name="connsiteX9" fmla="*/ 198 w 55079"/>
                      <a:gd name="connsiteY9" fmla="*/ 13439 h 22704"/>
                      <a:gd name="connsiteX10" fmla="*/ 1040 w 55079"/>
                      <a:gd name="connsiteY10" fmla="*/ 11178 h 22704"/>
                      <a:gd name="connsiteX11" fmla="*/ 11325 w 55079"/>
                      <a:gd name="connsiteY11" fmla="*/ 1647 h 2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79" h="22704">
                        <a:moveTo>
                          <a:pt x="11325" y="1647"/>
                        </a:moveTo>
                        <a:cubicBezTo>
                          <a:pt x="12921" y="716"/>
                          <a:pt x="14694" y="-82"/>
                          <a:pt x="16556" y="7"/>
                        </a:cubicBezTo>
                        <a:cubicBezTo>
                          <a:pt x="18329" y="51"/>
                          <a:pt x="19970" y="893"/>
                          <a:pt x="21521" y="1691"/>
                        </a:cubicBezTo>
                        <a:cubicBezTo>
                          <a:pt x="33225" y="7809"/>
                          <a:pt x="44485" y="14858"/>
                          <a:pt x="55080" y="22704"/>
                        </a:cubicBezTo>
                        <a:cubicBezTo>
                          <a:pt x="45549" y="18892"/>
                          <a:pt x="36151" y="14680"/>
                          <a:pt x="26974" y="10026"/>
                        </a:cubicBezTo>
                        <a:cubicBezTo>
                          <a:pt x="22895" y="7986"/>
                          <a:pt x="18684" y="5814"/>
                          <a:pt x="14162" y="5504"/>
                        </a:cubicBezTo>
                        <a:cubicBezTo>
                          <a:pt x="12965" y="5415"/>
                          <a:pt x="11769" y="5460"/>
                          <a:pt x="10616" y="5858"/>
                        </a:cubicBezTo>
                        <a:cubicBezTo>
                          <a:pt x="9685" y="6169"/>
                          <a:pt x="8843" y="6656"/>
                          <a:pt x="8045" y="7144"/>
                        </a:cubicBezTo>
                        <a:cubicBezTo>
                          <a:pt x="5961" y="8474"/>
                          <a:pt x="4055" y="10070"/>
                          <a:pt x="2326" y="11843"/>
                        </a:cubicBezTo>
                        <a:cubicBezTo>
                          <a:pt x="1971" y="12198"/>
                          <a:pt x="907" y="13705"/>
                          <a:pt x="198" y="13439"/>
                        </a:cubicBezTo>
                        <a:cubicBezTo>
                          <a:pt x="-467" y="13173"/>
                          <a:pt x="730" y="11621"/>
                          <a:pt x="1040" y="11178"/>
                        </a:cubicBezTo>
                        <a:cubicBezTo>
                          <a:pt x="3523" y="7188"/>
                          <a:pt x="7202" y="3952"/>
                          <a:pt x="11325" y="1647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72" name="Forme libre : forme 27171">
                    <a:extLst>
                      <a:ext uri="{FF2B5EF4-FFF2-40B4-BE49-F238E27FC236}">
                        <a16:creationId xmlns:a16="http://schemas.microsoft.com/office/drawing/2014/main" id="{7C4A5CEF-8A81-444B-9481-FF47B75250B8}"/>
                      </a:ext>
                    </a:extLst>
                  </p:cNvPr>
                  <p:cNvSpPr/>
                  <p:nvPr/>
                </p:nvSpPr>
                <p:spPr>
                  <a:xfrm>
                    <a:off x="5630613" y="3803023"/>
                    <a:ext cx="48593" cy="30275"/>
                  </a:xfrm>
                  <a:custGeom>
                    <a:avLst/>
                    <a:gdLst>
                      <a:gd name="connsiteX0" fmla="*/ 9443 w 48593"/>
                      <a:gd name="connsiteY0" fmla="*/ 1770 h 30275"/>
                      <a:gd name="connsiteX1" fmla="*/ 19461 w 48593"/>
                      <a:gd name="connsiteY1" fmla="*/ 2790 h 30275"/>
                      <a:gd name="connsiteX2" fmla="*/ 28549 w 48593"/>
                      <a:gd name="connsiteY2" fmla="*/ 4785 h 30275"/>
                      <a:gd name="connsiteX3" fmla="*/ 44375 w 48593"/>
                      <a:gd name="connsiteY3" fmla="*/ 7090 h 30275"/>
                      <a:gd name="connsiteX4" fmla="*/ 48011 w 48593"/>
                      <a:gd name="connsiteY4" fmla="*/ 8775 h 30275"/>
                      <a:gd name="connsiteX5" fmla="*/ 48143 w 48593"/>
                      <a:gd name="connsiteY5" fmla="*/ 13119 h 30275"/>
                      <a:gd name="connsiteX6" fmla="*/ 39056 w 48593"/>
                      <a:gd name="connsiteY6" fmla="*/ 25399 h 30275"/>
                      <a:gd name="connsiteX7" fmla="*/ 33027 w 48593"/>
                      <a:gd name="connsiteY7" fmla="*/ 30275 h 30275"/>
                      <a:gd name="connsiteX8" fmla="*/ 38612 w 48593"/>
                      <a:gd name="connsiteY8" fmla="*/ 18217 h 30275"/>
                      <a:gd name="connsiteX9" fmla="*/ 38213 w 48593"/>
                      <a:gd name="connsiteY9" fmla="*/ 15646 h 30275"/>
                      <a:gd name="connsiteX10" fmla="*/ 31076 w 48593"/>
                      <a:gd name="connsiteY10" fmla="*/ 9306 h 30275"/>
                      <a:gd name="connsiteX11" fmla="*/ 11349 w 48593"/>
                      <a:gd name="connsiteY11" fmla="*/ 2391 h 30275"/>
                      <a:gd name="connsiteX12" fmla="*/ 6118 w 48593"/>
                      <a:gd name="connsiteY12" fmla="*/ 1504 h 30275"/>
                      <a:gd name="connsiteX13" fmla="*/ 0 w 48593"/>
                      <a:gd name="connsiteY13" fmla="*/ 86 h 30275"/>
                      <a:gd name="connsiteX14" fmla="*/ 9443 w 48593"/>
                      <a:gd name="connsiteY14" fmla="*/ 1770 h 30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8593" h="30275">
                        <a:moveTo>
                          <a:pt x="9443" y="1770"/>
                        </a:moveTo>
                        <a:cubicBezTo>
                          <a:pt x="12767" y="2302"/>
                          <a:pt x="16137" y="2302"/>
                          <a:pt x="19461" y="2790"/>
                        </a:cubicBezTo>
                        <a:cubicBezTo>
                          <a:pt x="22520" y="3233"/>
                          <a:pt x="25535" y="4120"/>
                          <a:pt x="28549" y="4785"/>
                        </a:cubicBezTo>
                        <a:cubicBezTo>
                          <a:pt x="33780" y="5893"/>
                          <a:pt x="39100" y="6204"/>
                          <a:pt x="44375" y="7090"/>
                        </a:cubicBezTo>
                        <a:cubicBezTo>
                          <a:pt x="45750" y="7312"/>
                          <a:pt x="47213" y="7666"/>
                          <a:pt x="48011" y="8775"/>
                        </a:cubicBezTo>
                        <a:cubicBezTo>
                          <a:pt x="48897" y="9972"/>
                          <a:pt x="48631" y="11701"/>
                          <a:pt x="48143" y="13119"/>
                        </a:cubicBezTo>
                        <a:cubicBezTo>
                          <a:pt x="46503" y="17995"/>
                          <a:pt x="42779" y="21852"/>
                          <a:pt x="39056" y="25399"/>
                        </a:cubicBezTo>
                        <a:cubicBezTo>
                          <a:pt x="37194" y="27172"/>
                          <a:pt x="35243" y="28945"/>
                          <a:pt x="33027" y="30275"/>
                        </a:cubicBezTo>
                        <a:cubicBezTo>
                          <a:pt x="36617" y="27394"/>
                          <a:pt x="38745" y="22783"/>
                          <a:pt x="38612" y="18217"/>
                        </a:cubicBezTo>
                        <a:cubicBezTo>
                          <a:pt x="38568" y="17331"/>
                          <a:pt x="38479" y="16488"/>
                          <a:pt x="38213" y="15646"/>
                        </a:cubicBezTo>
                        <a:cubicBezTo>
                          <a:pt x="37194" y="12543"/>
                          <a:pt x="34002" y="10725"/>
                          <a:pt x="31076" y="9306"/>
                        </a:cubicBezTo>
                        <a:cubicBezTo>
                          <a:pt x="24781" y="6292"/>
                          <a:pt x="18176" y="3765"/>
                          <a:pt x="11349" y="2391"/>
                        </a:cubicBezTo>
                        <a:cubicBezTo>
                          <a:pt x="9620" y="2036"/>
                          <a:pt x="7847" y="1770"/>
                          <a:pt x="6118" y="1504"/>
                        </a:cubicBezTo>
                        <a:cubicBezTo>
                          <a:pt x="4876" y="1327"/>
                          <a:pt x="532" y="1327"/>
                          <a:pt x="0" y="86"/>
                        </a:cubicBezTo>
                        <a:cubicBezTo>
                          <a:pt x="2793" y="-402"/>
                          <a:pt x="6605" y="1327"/>
                          <a:pt x="9443" y="177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73" name="Forme libre : forme 27172">
                    <a:extLst>
                      <a:ext uri="{FF2B5EF4-FFF2-40B4-BE49-F238E27FC236}">
                        <a16:creationId xmlns:a16="http://schemas.microsoft.com/office/drawing/2014/main" id="{51B09E16-2E3C-4E92-83F3-30CC0CAF11CD}"/>
                      </a:ext>
                    </a:extLst>
                  </p:cNvPr>
                  <p:cNvSpPr/>
                  <p:nvPr/>
                </p:nvSpPr>
                <p:spPr>
                  <a:xfrm>
                    <a:off x="5614344" y="3838972"/>
                    <a:ext cx="39847" cy="18752"/>
                  </a:xfrm>
                  <a:custGeom>
                    <a:avLst/>
                    <a:gdLst>
                      <a:gd name="connsiteX0" fmla="*/ 12058 w 39847"/>
                      <a:gd name="connsiteY0" fmla="*/ 3148 h 18752"/>
                      <a:gd name="connsiteX1" fmla="*/ 19506 w 39847"/>
                      <a:gd name="connsiteY1" fmla="*/ 5054 h 18752"/>
                      <a:gd name="connsiteX2" fmla="*/ 38568 w 39847"/>
                      <a:gd name="connsiteY2" fmla="*/ 9221 h 18752"/>
                      <a:gd name="connsiteX3" fmla="*/ 39499 w 39847"/>
                      <a:gd name="connsiteY3" fmla="*/ 9576 h 18752"/>
                      <a:gd name="connsiteX4" fmla="*/ 39233 w 39847"/>
                      <a:gd name="connsiteY4" fmla="*/ 11969 h 18752"/>
                      <a:gd name="connsiteX5" fmla="*/ 27618 w 39847"/>
                      <a:gd name="connsiteY5" fmla="*/ 18752 h 18752"/>
                      <a:gd name="connsiteX6" fmla="*/ 28682 w 39847"/>
                      <a:gd name="connsiteY6" fmla="*/ 16447 h 18752"/>
                      <a:gd name="connsiteX7" fmla="*/ 29480 w 39847"/>
                      <a:gd name="connsiteY7" fmla="*/ 13477 h 18752"/>
                      <a:gd name="connsiteX8" fmla="*/ 25712 w 39847"/>
                      <a:gd name="connsiteY8" fmla="*/ 9576 h 18752"/>
                      <a:gd name="connsiteX9" fmla="*/ 11925 w 39847"/>
                      <a:gd name="connsiteY9" fmla="*/ 4433 h 18752"/>
                      <a:gd name="connsiteX10" fmla="*/ 4965 w 39847"/>
                      <a:gd name="connsiteY10" fmla="*/ 2394 h 18752"/>
                      <a:gd name="connsiteX11" fmla="*/ 0 w 39847"/>
                      <a:gd name="connsiteY11" fmla="*/ 0 h 18752"/>
                      <a:gd name="connsiteX12" fmla="*/ 5940 w 39847"/>
                      <a:gd name="connsiteY12" fmla="*/ 1463 h 18752"/>
                      <a:gd name="connsiteX13" fmla="*/ 12058 w 39847"/>
                      <a:gd name="connsiteY13" fmla="*/ 3148 h 18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9847" h="18752">
                        <a:moveTo>
                          <a:pt x="12058" y="3148"/>
                        </a:moveTo>
                        <a:cubicBezTo>
                          <a:pt x="14541" y="3813"/>
                          <a:pt x="17023" y="4433"/>
                          <a:pt x="19506" y="5054"/>
                        </a:cubicBezTo>
                        <a:cubicBezTo>
                          <a:pt x="25801" y="6605"/>
                          <a:pt x="32140" y="8024"/>
                          <a:pt x="38568" y="9221"/>
                        </a:cubicBezTo>
                        <a:cubicBezTo>
                          <a:pt x="38878" y="9265"/>
                          <a:pt x="39233" y="9354"/>
                          <a:pt x="39499" y="9576"/>
                        </a:cubicBezTo>
                        <a:cubicBezTo>
                          <a:pt x="40164" y="10152"/>
                          <a:pt x="39765" y="11260"/>
                          <a:pt x="39233" y="11969"/>
                        </a:cubicBezTo>
                        <a:cubicBezTo>
                          <a:pt x="36529" y="15649"/>
                          <a:pt x="31963" y="17422"/>
                          <a:pt x="27618" y="18752"/>
                        </a:cubicBezTo>
                        <a:cubicBezTo>
                          <a:pt x="27973" y="17998"/>
                          <a:pt x="28327" y="17200"/>
                          <a:pt x="28682" y="16447"/>
                        </a:cubicBezTo>
                        <a:cubicBezTo>
                          <a:pt x="29125" y="15516"/>
                          <a:pt x="29569" y="14496"/>
                          <a:pt x="29480" y="13477"/>
                        </a:cubicBezTo>
                        <a:cubicBezTo>
                          <a:pt x="29303" y="11571"/>
                          <a:pt x="27397" y="10374"/>
                          <a:pt x="25712" y="9576"/>
                        </a:cubicBezTo>
                        <a:cubicBezTo>
                          <a:pt x="21279" y="7448"/>
                          <a:pt x="16624" y="5852"/>
                          <a:pt x="11925" y="4433"/>
                        </a:cubicBezTo>
                        <a:cubicBezTo>
                          <a:pt x="9620" y="3724"/>
                          <a:pt x="7270" y="3059"/>
                          <a:pt x="4965" y="2394"/>
                        </a:cubicBezTo>
                        <a:cubicBezTo>
                          <a:pt x="3724" y="2039"/>
                          <a:pt x="89" y="1685"/>
                          <a:pt x="0" y="0"/>
                        </a:cubicBezTo>
                        <a:cubicBezTo>
                          <a:pt x="1862" y="0"/>
                          <a:pt x="4123" y="975"/>
                          <a:pt x="5940" y="1463"/>
                        </a:cubicBezTo>
                        <a:cubicBezTo>
                          <a:pt x="7891" y="2039"/>
                          <a:pt x="9974" y="2571"/>
                          <a:pt x="12058" y="3148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74" name="Forme libre : forme 27173">
                    <a:extLst>
                      <a:ext uri="{FF2B5EF4-FFF2-40B4-BE49-F238E27FC236}">
                        <a16:creationId xmlns:a16="http://schemas.microsoft.com/office/drawing/2014/main" id="{D0115B8C-B43E-4462-91D3-920C2C1EF7E5}"/>
                      </a:ext>
                    </a:extLst>
                  </p:cNvPr>
                  <p:cNvSpPr/>
                  <p:nvPr/>
                </p:nvSpPr>
                <p:spPr>
                  <a:xfrm>
                    <a:off x="5605858" y="3846511"/>
                    <a:ext cx="16024" cy="19162"/>
                  </a:xfrm>
                  <a:custGeom>
                    <a:avLst/>
                    <a:gdLst>
                      <a:gd name="connsiteX0" fmla="*/ 1525 w 16024"/>
                      <a:gd name="connsiteY0" fmla="*/ 574 h 19162"/>
                      <a:gd name="connsiteX1" fmla="*/ 284 w 16024"/>
                      <a:gd name="connsiteY1" fmla="*/ 87 h 19162"/>
                      <a:gd name="connsiteX2" fmla="*/ 63 w 16024"/>
                      <a:gd name="connsiteY2" fmla="*/ 1195 h 19162"/>
                      <a:gd name="connsiteX3" fmla="*/ 2944 w 16024"/>
                      <a:gd name="connsiteY3" fmla="*/ 13208 h 19162"/>
                      <a:gd name="connsiteX4" fmla="*/ 5382 w 16024"/>
                      <a:gd name="connsiteY4" fmla="*/ 18617 h 19162"/>
                      <a:gd name="connsiteX5" fmla="*/ 6003 w 16024"/>
                      <a:gd name="connsiteY5" fmla="*/ 19105 h 19162"/>
                      <a:gd name="connsiteX6" fmla="*/ 7510 w 16024"/>
                      <a:gd name="connsiteY6" fmla="*/ 18351 h 19162"/>
                      <a:gd name="connsiteX7" fmla="*/ 8397 w 16024"/>
                      <a:gd name="connsiteY7" fmla="*/ 16755 h 19162"/>
                      <a:gd name="connsiteX8" fmla="*/ 11544 w 16024"/>
                      <a:gd name="connsiteY8" fmla="*/ 15824 h 19162"/>
                      <a:gd name="connsiteX9" fmla="*/ 16022 w 16024"/>
                      <a:gd name="connsiteY9" fmla="*/ 15292 h 19162"/>
                      <a:gd name="connsiteX10" fmla="*/ 11500 w 16024"/>
                      <a:gd name="connsiteY10" fmla="*/ 10903 h 19162"/>
                      <a:gd name="connsiteX11" fmla="*/ 1525 w 16024"/>
                      <a:gd name="connsiteY11" fmla="*/ 574 h 19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024" h="19162">
                        <a:moveTo>
                          <a:pt x="1525" y="574"/>
                        </a:moveTo>
                        <a:cubicBezTo>
                          <a:pt x="1215" y="220"/>
                          <a:pt x="727" y="-179"/>
                          <a:pt x="284" y="87"/>
                        </a:cubicBezTo>
                        <a:cubicBezTo>
                          <a:pt x="-70" y="308"/>
                          <a:pt x="-26" y="796"/>
                          <a:pt x="63" y="1195"/>
                        </a:cubicBezTo>
                        <a:cubicBezTo>
                          <a:pt x="949" y="5229"/>
                          <a:pt x="1836" y="9219"/>
                          <a:pt x="2944" y="13208"/>
                        </a:cubicBezTo>
                        <a:cubicBezTo>
                          <a:pt x="3476" y="15115"/>
                          <a:pt x="4097" y="17110"/>
                          <a:pt x="5382" y="18617"/>
                        </a:cubicBezTo>
                        <a:cubicBezTo>
                          <a:pt x="5560" y="18839"/>
                          <a:pt x="5737" y="19016"/>
                          <a:pt x="6003" y="19105"/>
                        </a:cubicBezTo>
                        <a:cubicBezTo>
                          <a:pt x="6579" y="19326"/>
                          <a:pt x="7200" y="18883"/>
                          <a:pt x="7510" y="18351"/>
                        </a:cubicBezTo>
                        <a:cubicBezTo>
                          <a:pt x="7820" y="17819"/>
                          <a:pt x="7998" y="17198"/>
                          <a:pt x="8397" y="16755"/>
                        </a:cubicBezTo>
                        <a:cubicBezTo>
                          <a:pt x="9106" y="15913"/>
                          <a:pt x="10392" y="15780"/>
                          <a:pt x="11544" y="15824"/>
                        </a:cubicBezTo>
                        <a:cubicBezTo>
                          <a:pt x="12298" y="15824"/>
                          <a:pt x="15844" y="16622"/>
                          <a:pt x="16022" y="15292"/>
                        </a:cubicBezTo>
                        <a:cubicBezTo>
                          <a:pt x="16155" y="14317"/>
                          <a:pt x="12298" y="11613"/>
                          <a:pt x="11500" y="10903"/>
                        </a:cubicBezTo>
                        <a:cubicBezTo>
                          <a:pt x="8042" y="7579"/>
                          <a:pt x="4673" y="4165"/>
                          <a:pt x="1525" y="574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7048" name="Forme libre : forme 27047">
                  <a:extLst>
                    <a:ext uri="{FF2B5EF4-FFF2-40B4-BE49-F238E27FC236}">
                      <a16:creationId xmlns:a16="http://schemas.microsoft.com/office/drawing/2014/main" id="{CED6C885-F40B-4D4C-9C40-7CAD4A14A651}"/>
                    </a:ext>
                  </a:extLst>
                </p:cNvPr>
                <p:cNvSpPr/>
                <p:nvPr/>
              </p:nvSpPr>
              <p:spPr>
                <a:xfrm>
                  <a:off x="6136273" y="4228065"/>
                  <a:ext cx="89172" cy="141149"/>
                </a:xfrm>
                <a:custGeom>
                  <a:avLst/>
                  <a:gdLst>
                    <a:gd name="connsiteX0" fmla="*/ 89173 w 89172"/>
                    <a:gd name="connsiteY0" fmla="*/ 0 h 141149"/>
                    <a:gd name="connsiteX1" fmla="*/ 29858 w 89172"/>
                    <a:gd name="connsiteY1" fmla="*/ 29835 h 141149"/>
                    <a:gd name="connsiteX2" fmla="*/ 23 w 89172"/>
                    <a:gd name="connsiteY2" fmla="*/ 141150 h 141149"/>
                    <a:gd name="connsiteX3" fmla="*/ 14032 w 89172"/>
                    <a:gd name="connsiteY3" fmla="*/ 75185 h 141149"/>
                    <a:gd name="connsiteX4" fmla="*/ 49408 w 89172"/>
                    <a:gd name="connsiteY4" fmla="*/ 16580 h 141149"/>
                    <a:gd name="connsiteX5" fmla="*/ 89173 w 89172"/>
                    <a:gd name="connsiteY5" fmla="*/ 0 h 141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9172" h="141149">
                      <a:moveTo>
                        <a:pt x="89173" y="0"/>
                      </a:moveTo>
                      <a:cubicBezTo>
                        <a:pt x="89173" y="0"/>
                        <a:pt x="42714" y="4788"/>
                        <a:pt x="29858" y="29835"/>
                      </a:cubicBezTo>
                      <a:cubicBezTo>
                        <a:pt x="16958" y="54882"/>
                        <a:pt x="-730" y="97661"/>
                        <a:pt x="23" y="141150"/>
                      </a:cubicBezTo>
                      <a:cubicBezTo>
                        <a:pt x="23" y="141150"/>
                        <a:pt x="1885" y="99878"/>
                        <a:pt x="14032" y="75185"/>
                      </a:cubicBezTo>
                      <a:cubicBezTo>
                        <a:pt x="26179" y="50493"/>
                        <a:pt x="27287" y="26554"/>
                        <a:pt x="49408" y="16580"/>
                      </a:cubicBezTo>
                      <a:cubicBezTo>
                        <a:pt x="71485" y="6650"/>
                        <a:pt x="89173" y="0"/>
                        <a:pt x="89173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49" name="Forme libre : forme 27048">
                  <a:extLst>
                    <a:ext uri="{FF2B5EF4-FFF2-40B4-BE49-F238E27FC236}">
                      <a16:creationId xmlns:a16="http://schemas.microsoft.com/office/drawing/2014/main" id="{F18670B2-F38B-4CAF-8D72-B82944DE572D}"/>
                    </a:ext>
                  </a:extLst>
                </p:cNvPr>
                <p:cNvSpPr/>
                <p:nvPr/>
              </p:nvSpPr>
              <p:spPr>
                <a:xfrm>
                  <a:off x="6247877" y="4246152"/>
                  <a:ext cx="32467" cy="123461"/>
                </a:xfrm>
                <a:custGeom>
                  <a:avLst/>
                  <a:gdLst>
                    <a:gd name="connsiteX0" fmla="*/ 11437 w 32467"/>
                    <a:gd name="connsiteY0" fmla="*/ 0 h 123461"/>
                    <a:gd name="connsiteX1" fmla="*/ 32450 w 32467"/>
                    <a:gd name="connsiteY1" fmla="*/ 41627 h 123461"/>
                    <a:gd name="connsiteX2" fmla="*/ 0 w 32467"/>
                    <a:gd name="connsiteY2" fmla="*/ 123462 h 123461"/>
                    <a:gd name="connsiteX3" fmla="*/ 23939 w 32467"/>
                    <a:gd name="connsiteY3" fmla="*/ 70043 h 123461"/>
                    <a:gd name="connsiteX4" fmla="*/ 11437 w 32467"/>
                    <a:gd name="connsiteY4" fmla="*/ 0 h 123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67" h="123461">
                      <a:moveTo>
                        <a:pt x="11437" y="0"/>
                      </a:moveTo>
                      <a:cubicBezTo>
                        <a:pt x="11437" y="0"/>
                        <a:pt x="31696" y="14008"/>
                        <a:pt x="32450" y="41627"/>
                      </a:cubicBezTo>
                      <a:cubicBezTo>
                        <a:pt x="33204" y="69289"/>
                        <a:pt x="9620" y="114595"/>
                        <a:pt x="0" y="123462"/>
                      </a:cubicBezTo>
                      <a:cubicBezTo>
                        <a:pt x="0" y="123462"/>
                        <a:pt x="18043" y="94735"/>
                        <a:pt x="23939" y="70043"/>
                      </a:cubicBezTo>
                      <a:cubicBezTo>
                        <a:pt x="29835" y="45350"/>
                        <a:pt x="30987" y="18397"/>
                        <a:pt x="11437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50" name="Forme libre : forme 27049">
                  <a:extLst>
                    <a:ext uri="{FF2B5EF4-FFF2-40B4-BE49-F238E27FC236}">
                      <a16:creationId xmlns:a16="http://schemas.microsoft.com/office/drawing/2014/main" id="{04B336A8-DF89-4C10-B78D-99F6C16EAC01}"/>
                    </a:ext>
                  </a:extLst>
                </p:cNvPr>
                <p:cNvSpPr/>
                <p:nvPr/>
              </p:nvSpPr>
              <p:spPr>
                <a:xfrm>
                  <a:off x="6212147" y="4251131"/>
                  <a:ext cx="46821" cy="32968"/>
                </a:xfrm>
                <a:custGeom>
                  <a:avLst/>
                  <a:gdLst>
                    <a:gd name="connsiteX0" fmla="*/ 0 w 46821"/>
                    <a:gd name="connsiteY0" fmla="*/ 3488 h 32968"/>
                    <a:gd name="connsiteX1" fmla="*/ 46813 w 46821"/>
                    <a:gd name="connsiteY1" fmla="*/ 32968 h 32968"/>
                    <a:gd name="connsiteX2" fmla="*/ 0 w 46821"/>
                    <a:gd name="connsiteY2" fmla="*/ 3488 h 32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821" h="32968">
                      <a:moveTo>
                        <a:pt x="0" y="3488"/>
                      </a:moveTo>
                      <a:cubicBezTo>
                        <a:pt x="0" y="3488"/>
                        <a:pt x="47523" y="-14953"/>
                        <a:pt x="46813" y="32968"/>
                      </a:cubicBezTo>
                      <a:cubicBezTo>
                        <a:pt x="46813" y="32968"/>
                        <a:pt x="48276" y="-7195"/>
                        <a:pt x="0" y="3488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51" name="Forme libre : forme 27050">
                  <a:extLst>
                    <a:ext uri="{FF2B5EF4-FFF2-40B4-BE49-F238E27FC236}">
                      <a16:creationId xmlns:a16="http://schemas.microsoft.com/office/drawing/2014/main" id="{385C903C-0554-4A01-8D0C-F1D9482DEB8C}"/>
                    </a:ext>
                  </a:extLst>
                </p:cNvPr>
                <p:cNvSpPr/>
                <p:nvPr/>
              </p:nvSpPr>
              <p:spPr>
                <a:xfrm>
                  <a:off x="6204034" y="4306575"/>
                  <a:ext cx="99877" cy="129712"/>
                </a:xfrm>
                <a:custGeom>
                  <a:avLst/>
                  <a:gdLst>
                    <a:gd name="connsiteX0" fmla="*/ 99878 w 99877"/>
                    <a:gd name="connsiteY0" fmla="*/ 0 h 129712"/>
                    <a:gd name="connsiteX1" fmla="*/ 74432 w 99877"/>
                    <a:gd name="connsiteY1" fmla="*/ 81081 h 129712"/>
                    <a:gd name="connsiteX2" fmla="*/ 0 w 99877"/>
                    <a:gd name="connsiteY2" fmla="*/ 129712 h 129712"/>
                    <a:gd name="connsiteX3" fmla="*/ 62285 w 99877"/>
                    <a:gd name="connsiteY3" fmla="*/ 87687 h 129712"/>
                    <a:gd name="connsiteX4" fmla="*/ 99878 w 99877"/>
                    <a:gd name="connsiteY4" fmla="*/ 0 h 129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877" h="129712">
                      <a:moveTo>
                        <a:pt x="99878" y="0"/>
                      </a:moveTo>
                      <a:cubicBezTo>
                        <a:pt x="99878" y="0"/>
                        <a:pt x="96952" y="52266"/>
                        <a:pt x="74432" y="81081"/>
                      </a:cubicBezTo>
                      <a:cubicBezTo>
                        <a:pt x="51912" y="109896"/>
                        <a:pt x="0" y="129712"/>
                        <a:pt x="0" y="129712"/>
                      </a:cubicBezTo>
                      <a:cubicBezTo>
                        <a:pt x="0" y="129712"/>
                        <a:pt x="49385" y="100986"/>
                        <a:pt x="62285" y="87687"/>
                      </a:cubicBezTo>
                      <a:cubicBezTo>
                        <a:pt x="75185" y="74387"/>
                        <a:pt x="95090" y="47922"/>
                        <a:pt x="99878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52" name="Forme libre : forme 27051">
                  <a:extLst>
                    <a:ext uri="{FF2B5EF4-FFF2-40B4-BE49-F238E27FC236}">
                      <a16:creationId xmlns:a16="http://schemas.microsoft.com/office/drawing/2014/main" id="{6F84F558-3342-4117-87FD-B7824883F096}"/>
                    </a:ext>
                  </a:extLst>
                </p:cNvPr>
                <p:cNvSpPr/>
                <p:nvPr/>
              </p:nvSpPr>
              <p:spPr>
                <a:xfrm>
                  <a:off x="6115089" y="4247260"/>
                  <a:ext cx="39205" cy="196784"/>
                </a:xfrm>
                <a:custGeom>
                  <a:avLst/>
                  <a:gdLst>
                    <a:gd name="connsiteX0" fmla="*/ 39206 w 39205"/>
                    <a:gd name="connsiteY0" fmla="*/ 0 h 196784"/>
                    <a:gd name="connsiteX1" fmla="*/ 1259 w 39205"/>
                    <a:gd name="connsiteY1" fmla="*/ 83653 h 196784"/>
                    <a:gd name="connsiteX2" fmla="*/ 20809 w 39205"/>
                    <a:gd name="connsiteY2" fmla="*/ 196785 h 196784"/>
                    <a:gd name="connsiteX3" fmla="*/ 2766 w 39205"/>
                    <a:gd name="connsiteY3" fmla="*/ 115349 h 196784"/>
                    <a:gd name="connsiteX4" fmla="*/ 39206 w 39205"/>
                    <a:gd name="connsiteY4" fmla="*/ 0 h 196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05" h="196784">
                      <a:moveTo>
                        <a:pt x="39206" y="0"/>
                      </a:moveTo>
                      <a:cubicBezTo>
                        <a:pt x="39206" y="0"/>
                        <a:pt x="7155" y="23939"/>
                        <a:pt x="1259" y="83653"/>
                      </a:cubicBezTo>
                      <a:cubicBezTo>
                        <a:pt x="-4637" y="143366"/>
                        <a:pt x="11588" y="180560"/>
                        <a:pt x="20809" y="196785"/>
                      </a:cubicBezTo>
                      <a:cubicBezTo>
                        <a:pt x="20809" y="196785"/>
                        <a:pt x="904" y="145538"/>
                        <a:pt x="2766" y="115349"/>
                      </a:cubicBezTo>
                      <a:cubicBezTo>
                        <a:pt x="4583" y="85116"/>
                        <a:pt x="9726" y="33159"/>
                        <a:pt x="39206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53" name="Forme libre : forme 27052">
                  <a:extLst>
                    <a:ext uri="{FF2B5EF4-FFF2-40B4-BE49-F238E27FC236}">
                      <a16:creationId xmlns:a16="http://schemas.microsoft.com/office/drawing/2014/main" id="{6E1C31A0-7037-43E3-B12D-9A07BAD2AADF}"/>
                    </a:ext>
                  </a:extLst>
                </p:cNvPr>
                <p:cNvSpPr/>
                <p:nvPr/>
              </p:nvSpPr>
              <p:spPr>
                <a:xfrm>
                  <a:off x="6183066" y="4277095"/>
                  <a:ext cx="37947" cy="69644"/>
                </a:xfrm>
                <a:custGeom>
                  <a:avLst/>
                  <a:gdLst>
                    <a:gd name="connsiteX0" fmla="*/ 37947 w 37947"/>
                    <a:gd name="connsiteY0" fmla="*/ 0 h 69644"/>
                    <a:gd name="connsiteX1" fmla="*/ 12147 w 37947"/>
                    <a:gd name="connsiteY1" fmla="*/ 14363 h 69644"/>
                    <a:gd name="connsiteX2" fmla="*/ 0 w 37947"/>
                    <a:gd name="connsiteY2" fmla="*/ 69644 h 69644"/>
                    <a:gd name="connsiteX3" fmla="*/ 19905 w 37947"/>
                    <a:gd name="connsiteY3" fmla="*/ 9221 h 69644"/>
                    <a:gd name="connsiteX4" fmla="*/ 37947 w 37947"/>
                    <a:gd name="connsiteY4" fmla="*/ 0 h 69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947" h="69644">
                      <a:moveTo>
                        <a:pt x="37947" y="0"/>
                      </a:moveTo>
                      <a:cubicBezTo>
                        <a:pt x="37947" y="0"/>
                        <a:pt x="19505" y="0"/>
                        <a:pt x="12147" y="14363"/>
                      </a:cubicBezTo>
                      <a:cubicBezTo>
                        <a:pt x="4788" y="28726"/>
                        <a:pt x="709" y="65211"/>
                        <a:pt x="0" y="69644"/>
                      </a:cubicBezTo>
                      <a:cubicBezTo>
                        <a:pt x="0" y="69644"/>
                        <a:pt x="6960" y="20747"/>
                        <a:pt x="19905" y="9221"/>
                      </a:cubicBezTo>
                      <a:cubicBezTo>
                        <a:pt x="30189" y="0"/>
                        <a:pt x="37947" y="0"/>
                        <a:pt x="37947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54" name="Forme libre : forme 27053">
                  <a:extLst>
                    <a:ext uri="{FF2B5EF4-FFF2-40B4-BE49-F238E27FC236}">
                      <a16:creationId xmlns:a16="http://schemas.microsoft.com/office/drawing/2014/main" id="{C21109F8-2D94-4DB0-8A91-644854380FC5}"/>
                    </a:ext>
                  </a:extLst>
                </p:cNvPr>
                <p:cNvSpPr/>
                <p:nvPr/>
              </p:nvSpPr>
              <p:spPr>
                <a:xfrm>
                  <a:off x="6200338" y="4216980"/>
                  <a:ext cx="78526" cy="16626"/>
                </a:xfrm>
                <a:custGeom>
                  <a:avLst/>
                  <a:gdLst>
                    <a:gd name="connsiteX0" fmla="*/ 16 w 78526"/>
                    <a:gd name="connsiteY0" fmla="*/ 6696 h 16626"/>
                    <a:gd name="connsiteX1" fmla="*/ 78526 w 78526"/>
                    <a:gd name="connsiteY1" fmla="*/ 16626 h 16626"/>
                    <a:gd name="connsiteX2" fmla="*/ 16 w 78526"/>
                    <a:gd name="connsiteY2" fmla="*/ 6696 h 16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8526" h="16626">
                      <a:moveTo>
                        <a:pt x="16" y="6696"/>
                      </a:moveTo>
                      <a:cubicBezTo>
                        <a:pt x="-1048" y="7051"/>
                        <a:pt x="50509" y="-8775"/>
                        <a:pt x="78526" y="16626"/>
                      </a:cubicBezTo>
                      <a:cubicBezTo>
                        <a:pt x="78526" y="16626"/>
                        <a:pt x="58977" y="-12854"/>
                        <a:pt x="16" y="6696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55" name="Forme libre : forme 27054">
                  <a:extLst>
                    <a:ext uri="{FF2B5EF4-FFF2-40B4-BE49-F238E27FC236}">
                      <a16:creationId xmlns:a16="http://schemas.microsoft.com/office/drawing/2014/main" id="{4BCA53DA-3D41-4E4E-A201-A096B72FD502}"/>
                    </a:ext>
                  </a:extLst>
                </p:cNvPr>
                <p:cNvSpPr/>
                <p:nvPr/>
              </p:nvSpPr>
              <p:spPr>
                <a:xfrm>
                  <a:off x="6155004" y="4404990"/>
                  <a:ext cx="121998" cy="59713"/>
                </a:xfrm>
                <a:custGeom>
                  <a:avLst/>
                  <a:gdLst>
                    <a:gd name="connsiteX0" fmla="*/ 121999 w 121998"/>
                    <a:gd name="connsiteY0" fmla="*/ 0 h 59713"/>
                    <a:gd name="connsiteX1" fmla="*/ 0 w 121998"/>
                    <a:gd name="connsiteY1" fmla="*/ 59714 h 59713"/>
                    <a:gd name="connsiteX2" fmla="*/ 121999 w 121998"/>
                    <a:gd name="connsiteY2" fmla="*/ 0 h 59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1998" h="59713">
                      <a:moveTo>
                        <a:pt x="121999" y="0"/>
                      </a:moveTo>
                      <a:cubicBezTo>
                        <a:pt x="121999" y="0"/>
                        <a:pt x="58251" y="46813"/>
                        <a:pt x="0" y="59714"/>
                      </a:cubicBezTo>
                      <a:cubicBezTo>
                        <a:pt x="44" y="59714"/>
                        <a:pt x="57143" y="57098"/>
                        <a:pt x="121999" y="0"/>
                      </a:cubicBezTo>
                      <a:close/>
                    </a:path>
                  </a:pathLst>
                </a:custGeom>
                <a:solidFill>
                  <a:srgbClr val="F9DE69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56" name="Forme libre : forme 27055">
                  <a:extLst>
                    <a:ext uri="{FF2B5EF4-FFF2-40B4-BE49-F238E27FC236}">
                      <a16:creationId xmlns:a16="http://schemas.microsoft.com/office/drawing/2014/main" id="{03C130C2-2C30-4AD1-A8A6-D2C22E2500DF}"/>
                    </a:ext>
                  </a:extLst>
                </p:cNvPr>
                <p:cNvSpPr/>
                <p:nvPr/>
              </p:nvSpPr>
              <p:spPr>
                <a:xfrm>
                  <a:off x="6160469" y="4240112"/>
                  <a:ext cx="17102" cy="16164"/>
                </a:xfrm>
                <a:custGeom>
                  <a:avLst/>
                  <a:gdLst>
                    <a:gd name="connsiteX0" fmla="*/ 16656 w 17102"/>
                    <a:gd name="connsiteY0" fmla="*/ 1119 h 16164"/>
                    <a:gd name="connsiteX1" fmla="*/ 209 w 17102"/>
                    <a:gd name="connsiteY1" fmla="*/ 15350 h 16164"/>
                    <a:gd name="connsiteX2" fmla="*/ 16656 w 17102"/>
                    <a:gd name="connsiteY2" fmla="*/ 1119 h 16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102" h="16164">
                      <a:moveTo>
                        <a:pt x="16656" y="1119"/>
                      </a:moveTo>
                      <a:cubicBezTo>
                        <a:pt x="14041" y="-4289"/>
                        <a:pt x="-2007" y="11449"/>
                        <a:pt x="209" y="15350"/>
                      </a:cubicBezTo>
                      <a:cubicBezTo>
                        <a:pt x="2426" y="19251"/>
                        <a:pt x="20114" y="8257"/>
                        <a:pt x="16656" y="1119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57" name="Forme libre : forme 27056">
                  <a:extLst>
                    <a:ext uri="{FF2B5EF4-FFF2-40B4-BE49-F238E27FC236}">
                      <a16:creationId xmlns:a16="http://schemas.microsoft.com/office/drawing/2014/main" id="{40D79792-0964-485C-A243-E9FBBC8BE550}"/>
                    </a:ext>
                  </a:extLst>
                </p:cNvPr>
                <p:cNvSpPr/>
                <p:nvPr/>
              </p:nvSpPr>
              <p:spPr>
                <a:xfrm>
                  <a:off x="6215959" y="4243936"/>
                  <a:ext cx="21899" cy="7358"/>
                </a:xfrm>
                <a:custGeom>
                  <a:avLst/>
                  <a:gdLst>
                    <a:gd name="connsiteX0" fmla="*/ 21899 w 21899"/>
                    <a:gd name="connsiteY0" fmla="*/ 3679 h 7358"/>
                    <a:gd name="connsiteX1" fmla="*/ 10950 w 21899"/>
                    <a:gd name="connsiteY1" fmla="*/ 7359 h 7358"/>
                    <a:gd name="connsiteX2" fmla="*/ 0 w 21899"/>
                    <a:gd name="connsiteY2" fmla="*/ 3679 h 7358"/>
                    <a:gd name="connsiteX3" fmla="*/ 10950 w 21899"/>
                    <a:gd name="connsiteY3" fmla="*/ 0 h 7358"/>
                    <a:gd name="connsiteX4" fmla="*/ 21899 w 21899"/>
                    <a:gd name="connsiteY4" fmla="*/ 3679 h 7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99" h="7358">
                      <a:moveTo>
                        <a:pt x="21899" y="3679"/>
                      </a:moveTo>
                      <a:cubicBezTo>
                        <a:pt x="21899" y="5711"/>
                        <a:pt x="16997" y="7359"/>
                        <a:pt x="10950" y="7359"/>
                      </a:cubicBezTo>
                      <a:cubicBezTo>
                        <a:pt x="4903" y="7359"/>
                        <a:pt x="0" y="5712"/>
                        <a:pt x="0" y="3679"/>
                      </a:cubicBezTo>
                      <a:cubicBezTo>
                        <a:pt x="0" y="1647"/>
                        <a:pt x="4903" y="0"/>
                        <a:pt x="10950" y="0"/>
                      </a:cubicBezTo>
                      <a:cubicBezTo>
                        <a:pt x="16997" y="0"/>
                        <a:pt x="21899" y="1647"/>
                        <a:pt x="21899" y="3679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58" name="Forme libre : forme 27057">
                  <a:extLst>
                    <a:ext uri="{FF2B5EF4-FFF2-40B4-BE49-F238E27FC236}">
                      <a16:creationId xmlns:a16="http://schemas.microsoft.com/office/drawing/2014/main" id="{DA321E27-57BB-4194-98EC-4CA86B693CD2}"/>
                    </a:ext>
                  </a:extLst>
                </p:cNvPr>
                <p:cNvSpPr/>
                <p:nvPr/>
              </p:nvSpPr>
              <p:spPr>
                <a:xfrm rot="-2880691">
                  <a:off x="6226265" y="4372098"/>
                  <a:ext cx="17732" cy="7093"/>
                </a:xfrm>
                <a:custGeom>
                  <a:avLst/>
                  <a:gdLst>
                    <a:gd name="connsiteX0" fmla="*/ 17733 w 17732"/>
                    <a:gd name="connsiteY0" fmla="*/ 3547 h 7093"/>
                    <a:gd name="connsiteX1" fmla="*/ 8866 w 17732"/>
                    <a:gd name="connsiteY1" fmla="*/ 7093 h 7093"/>
                    <a:gd name="connsiteX2" fmla="*/ 0 w 17732"/>
                    <a:gd name="connsiteY2" fmla="*/ 3547 h 7093"/>
                    <a:gd name="connsiteX3" fmla="*/ 8866 w 17732"/>
                    <a:gd name="connsiteY3" fmla="*/ 0 h 7093"/>
                    <a:gd name="connsiteX4" fmla="*/ 17733 w 17732"/>
                    <a:gd name="connsiteY4" fmla="*/ 3547 h 7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32" h="7093">
                      <a:moveTo>
                        <a:pt x="17733" y="3547"/>
                      </a:moveTo>
                      <a:cubicBezTo>
                        <a:pt x="17733" y="5505"/>
                        <a:pt x="13763" y="7093"/>
                        <a:pt x="8866" y="7093"/>
                      </a:cubicBezTo>
                      <a:cubicBezTo>
                        <a:pt x="3970" y="7093"/>
                        <a:pt x="0" y="5505"/>
                        <a:pt x="0" y="3547"/>
                      </a:cubicBezTo>
                      <a:cubicBezTo>
                        <a:pt x="0" y="1588"/>
                        <a:pt x="3970" y="0"/>
                        <a:pt x="8866" y="0"/>
                      </a:cubicBezTo>
                      <a:cubicBezTo>
                        <a:pt x="13763" y="0"/>
                        <a:pt x="17733" y="1588"/>
                        <a:pt x="17733" y="3547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59" name="Forme libre : forme 27058">
                  <a:extLst>
                    <a:ext uri="{FF2B5EF4-FFF2-40B4-BE49-F238E27FC236}">
                      <a16:creationId xmlns:a16="http://schemas.microsoft.com/office/drawing/2014/main" id="{49684355-6E08-492B-9BC4-D8B6F50D0080}"/>
                    </a:ext>
                  </a:extLst>
                </p:cNvPr>
                <p:cNvSpPr/>
                <p:nvPr/>
              </p:nvSpPr>
              <p:spPr>
                <a:xfrm>
                  <a:off x="6131065" y="4351527"/>
                  <a:ext cx="6649" cy="18707"/>
                </a:xfrm>
                <a:custGeom>
                  <a:avLst/>
                  <a:gdLst>
                    <a:gd name="connsiteX0" fmla="*/ 6650 w 6649"/>
                    <a:gd name="connsiteY0" fmla="*/ 9354 h 18707"/>
                    <a:gd name="connsiteX1" fmla="*/ 3325 w 6649"/>
                    <a:gd name="connsiteY1" fmla="*/ 18708 h 18707"/>
                    <a:gd name="connsiteX2" fmla="*/ 0 w 6649"/>
                    <a:gd name="connsiteY2" fmla="*/ 9354 h 18707"/>
                    <a:gd name="connsiteX3" fmla="*/ 3325 w 6649"/>
                    <a:gd name="connsiteY3" fmla="*/ 0 h 18707"/>
                    <a:gd name="connsiteX4" fmla="*/ 6650 w 6649"/>
                    <a:gd name="connsiteY4" fmla="*/ 9354 h 18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49" h="18707">
                      <a:moveTo>
                        <a:pt x="6650" y="9354"/>
                      </a:moveTo>
                      <a:cubicBezTo>
                        <a:pt x="6650" y="14520"/>
                        <a:pt x="5161" y="18708"/>
                        <a:pt x="3325" y="18708"/>
                      </a:cubicBezTo>
                      <a:cubicBezTo>
                        <a:pt x="1489" y="18708"/>
                        <a:pt x="0" y="14520"/>
                        <a:pt x="0" y="9354"/>
                      </a:cubicBezTo>
                      <a:cubicBezTo>
                        <a:pt x="0" y="4188"/>
                        <a:pt x="1489" y="0"/>
                        <a:pt x="3325" y="0"/>
                      </a:cubicBezTo>
                      <a:cubicBezTo>
                        <a:pt x="5161" y="0"/>
                        <a:pt x="6650" y="4188"/>
                        <a:pt x="6650" y="9354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60" name="Forme libre : forme 27059">
                  <a:extLst>
                    <a:ext uri="{FF2B5EF4-FFF2-40B4-BE49-F238E27FC236}">
                      <a16:creationId xmlns:a16="http://schemas.microsoft.com/office/drawing/2014/main" id="{2694110E-F676-4380-9D5C-E524DBFF7D41}"/>
                    </a:ext>
                  </a:extLst>
                </p:cNvPr>
                <p:cNvSpPr/>
                <p:nvPr/>
              </p:nvSpPr>
              <p:spPr>
                <a:xfrm>
                  <a:off x="6107393" y="4324396"/>
                  <a:ext cx="7092" cy="16934"/>
                </a:xfrm>
                <a:custGeom>
                  <a:avLst/>
                  <a:gdLst>
                    <a:gd name="connsiteX0" fmla="*/ 7093 w 7092"/>
                    <a:gd name="connsiteY0" fmla="*/ 8467 h 16934"/>
                    <a:gd name="connsiteX1" fmla="*/ 3547 w 7092"/>
                    <a:gd name="connsiteY1" fmla="*/ 16934 h 16934"/>
                    <a:gd name="connsiteX2" fmla="*/ 0 w 7092"/>
                    <a:gd name="connsiteY2" fmla="*/ 8467 h 16934"/>
                    <a:gd name="connsiteX3" fmla="*/ 3547 w 7092"/>
                    <a:gd name="connsiteY3" fmla="*/ 0 h 16934"/>
                    <a:gd name="connsiteX4" fmla="*/ 7093 w 7092"/>
                    <a:gd name="connsiteY4" fmla="*/ 8467 h 16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92" h="16934">
                      <a:moveTo>
                        <a:pt x="7093" y="8467"/>
                      </a:moveTo>
                      <a:cubicBezTo>
                        <a:pt x="7093" y="13144"/>
                        <a:pt x="5505" y="16934"/>
                        <a:pt x="3547" y="16934"/>
                      </a:cubicBezTo>
                      <a:cubicBezTo>
                        <a:pt x="1588" y="16934"/>
                        <a:pt x="0" y="13143"/>
                        <a:pt x="0" y="8467"/>
                      </a:cubicBezTo>
                      <a:cubicBezTo>
                        <a:pt x="0" y="3791"/>
                        <a:pt x="1588" y="0"/>
                        <a:pt x="3547" y="0"/>
                      </a:cubicBezTo>
                      <a:cubicBezTo>
                        <a:pt x="5505" y="0"/>
                        <a:pt x="7093" y="3791"/>
                        <a:pt x="7093" y="8467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61" name="Forme libre : forme 27060">
                  <a:extLst>
                    <a:ext uri="{FF2B5EF4-FFF2-40B4-BE49-F238E27FC236}">
                      <a16:creationId xmlns:a16="http://schemas.microsoft.com/office/drawing/2014/main" id="{437E3FE1-EFC4-4331-980B-374BD4E9316E}"/>
                    </a:ext>
                  </a:extLst>
                </p:cNvPr>
                <p:cNvSpPr/>
                <p:nvPr/>
              </p:nvSpPr>
              <p:spPr>
                <a:xfrm rot="-829334">
                  <a:off x="6131207" y="4405085"/>
                  <a:ext cx="6117" cy="12500"/>
                </a:xfrm>
                <a:custGeom>
                  <a:avLst/>
                  <a:gdLst>
                    <a:gd name="connsiteX0" fmla="*/ 6117 w 6117"/>
                    <a:gd name="connsiteY0" fmla="*/ 6250 h 12500"/>
                    <a:gd name="connsiteX1" fmla="*/ 3059 w 6117"/>
                    <a:gd name="connsiteY1" fmla="*/ 12501 h 12500"/>
                    <a:gd name="connsiteX2" fmla="*/ 0 w 6117"/>
                    <a:gd name="connsiteY2" fmla="*/ 6250 h 12500"/>
                    <a:gd name="connsiteX3" fmla="*/ 3059 w 6117"/>
                    <a:gd name="connsiteY3" fmla="*/ 0 h 12500"/>
                    <a:gd name="connsiteX4" fmla="*/ 6117 w 6117"/>
                    <a:gd name="connsiteY4" fmla="*/ 6250 h 12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17" h="12500">
                      <a:moveTo>
                        <a:pt x="6117" y="6250"/>
                      </a:moveTo>
                      <a:cubicBezTo>
                        <a:pt x="6117" y="9702"/>
                        <a:pt x="4748" y="12501"/>
                        <a:pt x="3059" y="12501"/>
                      </a:cubicBezTo>
                      <a:cubicBezTo>
                        <a:pt x="1369" y="12501"/>
                        <a:pt x="0" y="9702"/>
                        <a:pt x="0" y="6250"/>
                      </a:cubicBezTo>
                      <a:cubicBezTo>
                        <a:pt x="0" y="2798"/>
                        <a:pt x="1369" y="0"/>
                        <a:pt x="3059" y="0"/>
                      </a:cubicBezTo>
                      <a:cubicBezTo>
                        <a:pt x="4748" y="0"/>
                        <a:pt x="6117" y="2799"/>
                        <a:pt x="6117" y="6250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62" name="Forme libre : forme 27061">
                  <a:extLst>
                    <a:ext uri="{FF2B5EF4-FFF2-40B4-BE49-F238E27FC236}">
                      <a16:creationId xmlns:a16="http://schemas.microsoft.com/office/drawing/2014/main" id="{3F6D36EF-A1B6-45BA-B316-8533EC54E0FA}"/>
                    </a:ext>
                  </a:extLst>
                </p:cNvPr>
                <p:cNvSpPr/>
                <p:nvPr/>
              </p:nvSpPr>
              <p:spPr>
                <a:xfrm rot="-1928339">
                  <a:off x="6224170" y="4409511"/>
                  <a:ext cx="17201" cy="6117"/>
                </a:xfrm>
                <a:custGeom>
                  <a:avLst/>
                  <a:gdLst>
                    <a:gd name="connsiteX0" fmla="*/ 17201 w 17201"/>
                    <a:gd name="connsiteY0" fmla="*/ 3059 h 6117"/>
                    <a:gd name="connsiteX1" fmla="*/ 8601 w 17201"/>
                    <a:gd name="connsiteY1" fmla="*/ 6118 h 6117"/>
                    <a:gd name="connsiteX2" fmla="*/ 0 w 17201"/>
                    <a:gd name="connsiteY2" fmla="*/ 3059 h 6117"/>
                    <a:gd name="connsiteX3" fmla="*/ 8601 w 17201"/>
                    <a:gd name="connsiteY3" fmla="*/ 0 h 6117"/>
                    <a:gd name="connsiteX4" fmla="*/ 17201 w 17201"/>
                    <a:gd name="connsiteY4" fmla="*/ 3059 h 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01" h="6117">
                      <a:moveTo>
                        <a:pt x="17201" y="3059"/>
                      </a:moveTo>
                      <a:cubicBezTo>
                        <a:pt x="17201" y="4748"/>
                        <a:pt x="13351" y="6118"/>
                        <a:pt x="8601" y="6118"/>
                      </a:cubicBezTo>
                      <a:cubicBezTo>
                        <a:pt x="3851" y="6118"/>
                        <a:pt x="0" y="4748"/>
                        <a:pt x="0" y="3059"/>
                      </a:cubicBezTo>
                      <a:cubicBezTo>
                        <a:pt x="0" y="1369"/>
                        <a:pt x="3851" y="0"/>
                        <a:pt x="8601" y="0"/>
                      </a:cubicBezTo>
                      <a:cubicBezTo>
                        <a:pt x="13351" y="0"/>
                        <a:pt x="17201" y="1369"/>
                        <a:pt x="17201" y="3059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63" name="Forme libre : forme 27062">
                  <a:extLst>
                    <a:ext uri="{FF2B5EF4-FFF2-40B4-BE49-F238E27FC236}">
                      <a16:creationId xmlns:a16="http://schemas.microsoft.com/office/drawing/2014/main" id="{3D9BD27C-F56B-46B5-9EDD-7E41843473FA}"/>
                    </a:ext>
                  </a:extLst>
                </p:cNvPr>
                <p:cNvSpPr/>
                <p:nvPr/>
              </p:nvSpPr>
              <p:spPr>
                <a:xfrm rot="-4398605">
                  <a:off x="6276245" y="4333585"/>
                  <a:ext cx="16314" cy="6915"/>
                </a:xfrm>
                <a:custGeom>
                  <a:avLst/>
                  <a:gdLst>
                    <a:gd name="connsiteX0" fmla="*/ 16314 w 16314"/>
                    <a:gd name="connsiteY0" fmla="*/ 3458 h 6915"/>
                    <a:gd name="connsiteX1" fmla="*/ 8157 w 16314"/>
                    <a:gd name="connsiteY1" fmla="*/ 6916 h 6915"/>
                    <a:gd name="connsiteX2" fmla="*/ 0 w 16314"/>
                    <a:gd name="connsiteY2" fmla="*/ 3458 h 6915"/>
                    <a:gd name="connsiteX3" fmla="*/ 8157 w 16314"/>
                    <a:gd name="connsiteY3" fmla="*/ 0 h 6915"/>
                    <a:gd name="connsiteX4" fmla="*/ 16314 w 16314"/>
                    <a:gd name="connsiteY4" fmla="*/ 3458 h 6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14" h="6915">
                      <a:moveTo>
                        <a:pt x="16314" y="3458"/>
                      </a:moveTo>
                      <a:cubicBezTo>
                        <a:pt x="16314" y="5368"/>
                        <a:pt x="12662" y="6916"/>
                        <a:pt x="8157" y="6916"/>
                      </a:cubicBezTo>
                      <a:cubicBezTo>
                        <a:pt x="3652" y="6916"/>
                        <a:pt x="0" y="5368"/>
                        <a:pt x="0" y="3458"/>
                      </a:cubicBezTo>
                      <a:cubicBezTo>
                        <a:pt x="0" y="1548"/>
                        <a:pt x="3652" y="0"/>
                        <a:pt x="8157" y="0"/>
                      </a:cubicBezTo>
                      <a:cubicBezTo>
                        <a:pt x="12662" y="0"/>
                        <a:pt x="16314" y="1548"/>
                        <a:pt x="16314" y="3458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64" name="Forme libre : forme 27063">
                  <a:extLst>
                    <a:ext uri="{FF2B5EF4-FFF2-40B4-BE49-F238E27FC236}">
                      <a16:creationId xmlns:a16="http://schemas.microsoft.com/office/drawing/2014/main" id="{D3F72994-33A3-4D0E-AAF1-FC3F0B6B9755}"/>
                    </a:ext>
                  </a:extLst>
                </p:cNvPr>
                <p:cNvSpPr/>
                <p:nvPr/>
              </p:nvSpPr>
              <p:spPr>
                <a:xfrm rot="-1193729">
                  <a:off x="6273914" y="4255113"/>
                  <a:ext cx="7358" cy="16490"/>
                </a:xfrm>
                <a:custGeom>
                  <a:avLst/>
                  <a:gdLst>
                    <a:gd name="connsiteX0" fmla="*/ 7359 w 7358"/>
                    <a:gd name="connsiteY0" fmla="*/ 8245 h 16490"/>
                    <a:gd name="connsiteX1" fmla="*/ 3679 w 7358"/>
                    <a:gd name="connsiteY1" fmla="*/ 16491 h 16490"/>
                    <a:gd name="connsiteX2" fmla="*/ 0 w 7358"/>
                    <a:gd name="connsiteY2" fmla="*/ 8245 h 16490"/>
                    <a:gd name="connsiteX3" fmla="*/ 3679 w 7358"/>
                    <a:gd name="connsiteY3" fmla="*/ 0 h 16490"/>
                    <a:gd name="connsiteX4" fmla="*/ 7359 w 7358"/>
                    <a:gd name="connsiteY4" fmla="*/ 8245 h 16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58" h="16490">
                      <a:moveTo>
                        <a:pt x="7359" y="8245"/>
                      </a:moveTo>
                      <a:cubicBezTo>
                        <a:pt x="7359" y="12799"/>
                        <a:pt x="5712" y="16491"/>
                        <a:pt x="3679" y="16491"/>
                      </a:cubicBezTo>
                      <a:cubicBezTo>
                        <a:pt x="1647" y="16491"/>
                        <a:pt x="0" y="12799"/>
                        <a:pt x="0" y="8245"/>
                      </a:cubicBezTo>
                      <a:cubicBezTo>
                        <a:pt x="0" y="3692"/>
                        <a:pt x="1647" y="0"/>
                        <a:pt x="3679" y="0"/>
                      </a:cubicBezTo>
                      <a:cubicBezTo>
                        <a:pt x="5711" y="0"/>
                        <a:pt x="7359" y="3692"/>
                        <a:pt x="7359" y="8245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65" name="Forme libre : forme 27064">
                  <a:extLst>
                    <a:ext uri="{FF2B5EF4-FFF2-40B4-BE49-F238E27FC236}">
                      <a16:creationId xmlns:a16="http://schemas.microsoft.com/office/drawing/2014/main" id="{0AC713CC-FCC8-4384-9FE1-B5E764E867F5}"/>
                    </a:ext>
                  </a:extLst>
                </p:cNvPr>
                <p:cNvSpPr/>
                <p:nvPr/>
              </p:nvSpPr>
              <p:spPr>
                <a:xfrm rot="-4716550">
                  <a:off x="6248011" y="4215463"/>
                  <a:ext cx="7092" cy="15959"/>
                </a:xfrm>
                <a:custGeom>
                  <a:avLst/>
                  <a:gdLst>
                    <a:gd name="connsiteX0" fmla="*/ 7093 w 7092"/>
                    <a:gd name="connsiteY0" fmla="*/ 7979 h 15959"/>
                    <a:gd name="connsiteX1" fmla="*/ 3547 w 7092"/>
                    <a:gd name="connsiteY1" fmla="*/ 15959 h 15959"/>
                    <a:gd name="connsiteX2" fmla="*/ 0 w 7092"/>
                    <a:gd name="connsiteY2" fmla="*/ 7979 h 15959"/>
                    <a:gd name="connsiteX3" fmla="*/ 3547 w 7092"/>
                    <a:gd name="connsiteY3" fmla="*/ 0 h 15959"/>
                    <a:gd name="connsiteX4" fmla="*/ 7093 w 7092"/>
                    <a:gd name="connsiteY4" fmla="*/ 7979 h 1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92" h="15959">
                      <a:moveTo>
                        <a:pt x="7093" y="7979"/>
                      </a:moveTo>
                      <a:cubicBezTo>
                        <a:pt x="7093" y="12387"/>
                        <a:pt x="5505" y="15959"/>
                        <a:pt x="3547" y="15959"/>
                      </a:cubicBezTo>
                      <a:cubicBezTo>
                        <a:pt x="1588" y="15959"/>
                        <a:pt x="0" y="12386"/>
                        <a:pt x="0" y="7979"/>
                      </a:cubicBezTo>
                      <a:cubicBezTo>
                        <a:pt x="0" y="3572"/>
                        <a:pt x="1588" y="0"/>
                        <a:pt x="3547" y="0"/>
                      </a:cubicBezTo>
                      <a:cubicBezTo>
                        <a:pt x="5505" y="0"/>
                        <a:pt x="7093" y="3573"/>
                        <a:pt x="7093" y="7979"/>
                      </a:cubicBezTo>
                      <a:close/>
                    </a:path>
                  </a:pathLst>
                </a:custGeom>
                <a:solidFill>
                  <a:srgbClr val="935203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7066" name="Graphique 2">
                  <a:extLst>
                    <a:ext uri="{FF2B5EF4-FFF2-40B4-BE49-F238E27FC236}">
                      <a16:creationId xmlns:a16="http://schemas.microsoft.com/office/drawing/2014/main" id="{C3E1F497-B78C-4E07-8FF4-E4C7CFF8F8E1}"/>
                    </a:ext>
                  </a:extLst>
                </p:cNvPr>
                <p:cNvGrpSpPr/>
                <p:nvPr/>
              </p:nvGrpSpPr>
              <p:grpSpPr>
                <a:xfrm>
                  <a:off x="4315774" y="4177165"/>
                  <a:ext cx="197410" cy="276500"/>
                  <a:chOff x="4315774" y="4177165"/>
                  <a:chExt cx="197410" cy="276500"/>
                </a:xfrm>
                <a:solidFill>
                  <a:schemeClr val="accent1"/>
                </a:solidFill>
              </p:grpSpPr>
              <p:sp>
                <p:nvSpPr>
                  <p:cNvPr id="27131" name="Forme libre : forme 27130">
                    <a:extLst>
                      <a:ext uri="{FF2B5EF4-FFF2-40B4-BE49-F238E27FC236}">
                        <a16:creationId xmlns:a16="http://schemas.microsoft.com/office/drawing/2014/main" id="{0B270803-7050-4B5E-B9BE-FE07649AF9E2}"/>
                      </a:ext>
                    </a:extLst>
                  </p:cNvPr>
                  <p:cNvSpPr/>
                  <p:nvPr/>
                </p:nvSpPr>
                <p:spPr>
                  <a:xfrm>
                    <a:off x="4374274" y="4177165"/>
                    <a:ext cx="138910" cy="251037"/>
                  </a:xfrm>
                  <a:custGeom>
                    <a:avLst/>
                    <a:gdLst>
                      <a:gd name="connsiteX0" fmla="*/ 0 w 138910"/>
                      <a:gd name="connsiteY0" fmla="*/ 2447 h 251037"/>
                      <a:gd name="connsiteX1" fmla="*/ 118585 w 138910"/>
                      <a:gd name="connsiteY1" fmla="*/ 45625 h 251037"/>
                      <a:gd name="connsiteX2" fmla="*/ 116413 w 138910"/>
                      <a:gd name="connsiteY2" fmla="*/ 181943 h 251037"/>
                      <a:gd name="connsiteX3" fmla="*/ 90479 w 138910"/>
                      <a:gd name="connsiteY3" fmla="*/ 248971 h 251037"/>
                      <a:gd name="connsiteX4" fmla="*/ 0 w 138910"/>
                      <a:gd name="connsiteY4" fmla="*/ 2447 h 251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910" h="251037">
                        <a:moveTo>
                          <a:pt x="0" y="2447"/>
                        </a:moveTo>
                        <a:cubicBezTo>
                          <a:pt x="0" y="2447"/>
                          <a:pt x="79796" y="-15463"/>
                          <a:pt x="118585" y="45625"/>
                        </a:cubicBezTo>
                        <a:cubicBezTo>
                          <a:pt x="157375" y="106713"/>
                          <a:pt x="131397" y="157782"/>
                          <a:pt x="116413" y="181943"/>
                        </a:cubicBezTo>
                        <a:cubicBezTo>
                          <a:pt x="101429" y="206059"/>
                          <a:pt x="87376" y="220466"/>
                          <a:pt x="90479" y="248971"/>
                        </a:cubicBezTo>
                        <a:cubicBezTo>
                          <a:pt x="93583" y="277432"/>
                          <a:pt x="0" y="2447"/>
                          <a:pt x="0" y="2447"/>
                        </a:cubicBezTo>
                        <a:close/>
                      </a:path>
                    </a:pathLst>
                  </a:custGeom>
                  <a:solidFill>
                    <a:srgbClr val="F9D746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32" name="Forme libre : forme 27131">
                    <a:extLst>
                      <a:ext uri="{FF2B5EF4-FFF2-40B4-BE49-F238E27FC236}">
                        <a16:creationId xmlns:a16="http://schemas.microsoft.com/office/drawing/2014/main" id="{D35FD024-9789-464D-9988-D7EC906863A1}"/>
                      </a:ext>
                    </a:extLst>
                  </p:cNvPr>
                  <p:cNvSpPr/>
                  <p:nvPr/>
                </p:nvSpPr>
                <p:spPr>
                  <a:xfrm>
                    <a:off x="4315774" y="4179276"/>
                    <a:ext cx="184488" cy="274389"/>
                  </a:xfrm>
                  <a:custGeom>
                    <a:avLst/>
                    <a:gdLst>
                      <a:gd name="connsiteX0" fmla="*/ 156383 w 184488"/>
                      <a:gd name="connsiteY0" fmla="*/ 258031 h 274389"/>
                      <a:gd name="connsiteX1" fmla="*/ 161658 w 184488"/>
                      <a:gd name="connsiteY1" fmla="*/ 189318 h 274389"/>
                      <a:gd name="connsiteX2" fmla="*/ 173184 w 184488"/>
                      <a:gd name="connsiteY2" fmla="*/ 81372 h 274389"/>
                      <a:gd name="connsiteX3" fmla="*/ 54555 w 184488"/>
                      <a:gd name="connsiteY3" fmla="*/ 1355 h 274389"/>
                      <a:gd name="connsiteX4" fmla="*/ 2333 w 184488"/>
                      <a:gd name="connsiteY4" fmla="*/ 117547 h 274389"/>
                      <a:gd name="connsiteX5" fmla="*/ 90596 w 184488"/>
                      <a:gd name="connsiteY5" fmla="*/ 216050 h 274389"/>
                      <a:gd name="connsiteX6" fmla="*/ 134794 w 184488"/>
                      <a:gd name="connsiteY6" fmla="*/ 246771 h 274389"/>
                      <a:gd name="connsiteX7" fmla="*/ 124819 w 184488"/>
                      <a:gd name="connsiteY7" fmla="*/ 274390 h 274389"/>
                      <a:gd name="connsiteX8" fmla="*/ 184489 w 184488"/>
                      <a:gd name="connsiteY8" fmla="*/ 273724 h 274389"/>
                      <a:gd name="connsiteX9" fmla="*/ 156383 w 184488"/>
                      <a:gd name="connsiteY9" fmla="*/ 258031 h 27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4488" h="274389">
                        <a:moveTo>
                          <a:pt x="156383" y="258031"/>
                        </a:moveTo>
                        <a:cubicBezTo>
                          <a:pt x="140379" y="222833"/>
                          <a:pt x="156471" y="200357"/>
                          <a:pt x="161658" y="189318"/>
                        </a:cubicBezTo>
                        <a:cubicBezTo>
                          <a:pt x="167155" y="177748"/>
                          <a:pt x="192646" y="134703"/>
                          <a:pt x="173184" y="81372"/>
                        </a:cubicBezTo>
                        <a:cubicBezTo>
                          <a:pt x="153723" y="28042"/>
                          <a:pt x="93167" y="-7511"/>
                          <a:pt x="54555" y="1355"/>
                        </a:cubicBezTo>
                        <a:cubicBezTo>
                          <a:pt x="15942" y="10221"/>
                          <a:pt x="-7775" y="53577"/>
                          <a:pt x="2333" y="117547"/>
                        </a:cubicBezTo>
                        <a:cubicBezTo>
                          <a:pt x="12440" y="181516"/>
                          <a:pt x="51052" y="200712"/>
                          <a:pt x="90596" y="216050"/>
                        </a:cubicBezTo>
                        <a:cubicBezTo>
                          <a:pt x="119455" y="227221"/>
                          <a:pt x="130804" y="240432"/>
                          <a:pt x="134794" y="246771"/>
                        </a:cubicBezTo>
                        <a:cubicBezTo>
                          <a:pt x="138030" y="253687"/>
                          <a:pt x="149467" y="270488"/>
                          <a:pt x="124819" y="274390"/>
                        </a:cubicBezTo>
                        <a:cubicBezTo>
                          <a:pt x="130272" y="274390"/>
                          <a:pt x="179036" y="273724"/>
                          <a:pt x="184489" y="273724"/>
                        </a:cubicBezTo>
                        <a:cubicBezTo>
                          <a:pt x="165338" y="274079"/>
                          <a:pt x="157979" y="261002"/>
                          <a:pt x="156383" y="258031"/>
                        </a:cubicBezTo>
                        <a:close/>
                      </a:path>
                    </a:pathLst>
                  </a:custGeom>
                  <a:solidFill>
                    <a:srgbClr val="F7B531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33" name="Forme libre : forme 27132">
                    <a:extLst>
                      <a:ext uri="{FF2B5EF4-FFF2-40B4-BE49-F238E27FC236}">
                        <a16:creationId xmlns:a16="http://schemas.microsoft.com/office/drawing/2014/main" id="{FD6A9060-D03C-49E3-B293-10DCF04D5B19}"/>
                      </a:ext>
                    </a:extLst>
                  </p:cNvPr>
                  <p:cNvSpPr/>
                  <p:nvPr/>
                </p:nvSpPr>
                <p:spPr>
                  <a:xfrm>
                    <a:off x="4368599" y="4179276"/>
                    <a:ext cx="127569" cy="266411"/>
                  </a:xfrm>
                  <a:custGeom>
                    <a:avLst/>
                    <a:gdLst>
                      <a:gd name="connsiteX0" fmla="*/ 103557 w 127569"/>
                      <a:gd name="connsiteY0" fmla="*/ 258031 h 266411"/>
                      <a:gd name="connsiteX1" fmla="*/ 108833 w 127569"/>
                      <a:gd name="connsiteY1" fmla="*/ 189318 h 266411"/>
                      <a:gd name="connsiteX2" fmla="*/ 120359 w 127569"/>
                      <a:gd name="connsiteY2" fmla="*/ 81372 h 266411"/>
                      <a:gd name="connsiteX3" fmla="*/ 1729 w 127569"/>
                      <a:gd name="connsiteY3" fmla="*/ 1355 h 266411"/>
                      <a:gd name="connsiteX4" fmla="*/ 0 w 127569"/>
                      <a:gd name="connsiteY4" fmla="*/ 1887 h 266411"/>
                      <a:gd name="connsiteX5" fmla="*/ 112379 w 127569"/>
                      <a:gd name="connsiteY5" fmla="*/ 82880 h 266411"/>
                      <a:gd name="connsiteX6" fmla="*/ 100853 w 127569"/>
                      <a:gd name="connsiteY6" fmla="*/ 190826 h 266411"/>
                      <a:gd name="connsiteX7" fmla="*/ 95578 w 127569"/>
                      <a:gd name="connsiteY7" fmla="*/ 259539 h 266411"/>
                      <a:gd name="connsiteX8" fmla="*/ 101518 w 127569"/>
                      <a:gd name="connsiteY8" fmla="*/ 265479 h 266411"/>
                      <a:gd name="connsiteX9" fmla="*/ 108301 w 127569"/>
                      <a:gd name="connsiteY9" fmla="*/ 266410 h 266411"/>
                      <a:gd name="connsiteX10" fmla="*/ 103557 w 127569"/>
                      <a:gd name="connsiteY10" fmla="*/ 258031 h 266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7569" h="266411">
                        <a:moveTo>
                          <a:pt x="103557" y="258031"/>
                        </a:moveTo>
                        <a:cubicBezTo>
                          <a:pt x="87554" y="222833"/>
                          <a:pt x="103646" y="200357"/>
                          <a:pt x="108833" y="189318"/>
                        </a:cubicBezTo>
                        <a:cubicBezTo>
                          <a:pt x="114330" y="177748"/>
                          <a:pt x="139820" y="134703"/>
                          <a:pt x="120359" y="81372"/>
                        </a:cubicBezTo>
                        <a:cubicBezTo>
                          <a:pt x="100897" y="28042"/>
                          <a:pt x="40341" y="-7511"/>
                          <a:pt x="1729" y="1355"/>
                        </a:cubicBezTo>
                        <a:cubicBezTo>
                          <a:pt x="1153" y="1488"/>
                          <a:pt x="576" y="1710"/>
                          <a:pt x="0" y="1887"/>
                        </a:cubicBezTo>
                        <a:cubicBezTo>
                          <a:pt x="38612" y="-2191"/>
                          <a:pt x="93937" y="32342"/>
                          <a:pt x="112379" y="82880"/>
                        </a:cubicBezTo>
                        <a:cubicBezTo>
                          <a:pt x="131840" y="136210"/>
                          <a:pt x="106350" y="179255"/>
                          <a:pt x="100853" y="190826"/>
                        </a:cubicBezTo>
                        <a:cubicBezTo>
                          <a:pt x="95622" y="201820"/>
                          <a:pt x="79530" y="224340"/>
                          <a:pt x="95578" y="259539"/>
                        </a:cubicBezTo>
                        <a:cubicBezTo>
                          <a:pt x="96863" y="261933"/>
                          <a:pt x="98947" y="264193"/>
                          <a:pt x="101518" y="265479"/>
                        </a:cubicBezTo>
                        <a:cubicBezTo>
                          <a:pt x="104665" y="266499"/>
                          <a:pt x="105375" y="266410"/>
                          <a:pt x="108301" y="266410"/>
                        </a:cubicBezTo>
                        <a:cubicBezTo>
                          <a:pt x="106749" y="263750"/>
                          <a:pt x="105153" y="261002"/>
                          <a:pt x="103557" y="258031"/>
                        </a:cubicBezTo>
                        <a:close/>
                      </a:path>
                    </a:pathLst>
                  </a:custGeom>
                  <a:solidFill>
                    <a:srgbClr val="EDA62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34" name="Forme libre : forme 27133">
                    <a:extLst>
                      <a:ext uri="{FF2B5EF4-FFF2-40B4-BE49-F238E27FC236}">
                        <a16:creationId xmlns:a16="http://schemas.microsoft.com/office/drawing/2014/main" id="{79C26293-2F24-4148-997C-5BBDE5AC99D7}"/>
                      </a:ext>
                    </a:extLst>
                  </p:cNvPr>
                  <p:cNvSpPr/>
                  <p:nvPr/>
                </p:nvSpPr>
                <p:spPr>
                  <a:xfrm>
                    <a:off x="4315862" y="4179320"/>
                    <a:ext cx="182538" cy="273084"/>
                  </a:xfrm>
                  <a:custGeom>
                    <a:avLst/>
                    <a:gdLst>
                      <a:gd name="connsiteX0" fmla="*/ 123179 w 182538"/>
                      <a:gd name="connsiteY0" fmla="*/ 273015 h 273084"/>
                      <a:gd name="connsiteX1" fmla="*/ 134794 w 182538"/>
                      <a:gd name="connsiteY1" fmla="*/ 246771 h 273084"/>
                      <a:gd name="connsiteX2" fmla="*/ 90596 w 182538"/>
                      <a:gd name="connsiteY2" fmla="*/ 216050 h 273084"/>
                      <a:gd name="connsiteX3" fmla="*/ 2333 w 182538"/>
                      <a:gd name="connsiteY3" fmla="*/ 117547 h 273084"/>
                      <a:gd name="connsiteX4" fmla="*/ 54555 w 182538"/>
                      <a:gd name="connsiteY4" fmla="*/ 1355 h 273084"/>
                      <a:gd name="connsiteX5" fmla="*/ 173184 w 182538"/>
                      <a:gd name="connsiteY5" fmla="*/ 81372 h 273084"/>
                      <a:gd name="connsiteX6" fmla="*/ 161658 w 182538"/>
                      <a:gd name="connsiteY6" fmla="*/ 189318 h 273084"/>
                      <a:gd name="connsiteX7" fmla="*/ 156383 w 182538"/>
                      <a:gd name="connsiteY7" fmla="*/ 258031 h 273084"/>
                      <a:gd name="connsiteX8" fmla="*/ 182538 w 182538"/>
                      <a:gd name="connsiteY8" fmla="*/ 272527 h 273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2538" h="273084">
                        <a:moveTo>
                          <a:pt x="123179" y="273015"/>
                        </a:moveTo>
                        <a:cubicBezTo>
                          <a:pt x="135326" y="273813"/>
                          <a:pt x="147517" y="267917"/>
                          <a:pt x="134794" y="246771"/>
                        </a:cubicBezTo>
                        <a:cubicBezTo>
                          <a:pt x="130759" y="240432"/>
                          <a:pt x="119455" y="227221"/>
                          <a:pt x="90596" y="216050"/>
                        </a:cubicBezTo>
                        <a:cubicBezTo>
                          <a:pt x="51052" y="200712"/>
                          <a:pt x="12440" y="181516"/>
                          <a:pt x="2333" y="117547"/>
                        </a:cubicBezTo>
                        <a:cubicBezTo>
                          <a:pt x="-7775" y="53577"/>
                          <a:pt x="15942" y="10221"/>
                          <a:pt x="54555" y="1355"/>
                        </a:cubicBezTo>
                        <a:cubicBezTo>
                          <a:pt x="93167" y="-7511"/>
                          <a:pt x="153723" y="28042"/>
                          <a:pt x="173184" y="81372"/>
                        </a:cubicBezTo>
                        <a:cubicBezTo>
                          <a:pt x="192645" y="134703"/>
                          <a:pt x="167155" y="177748"/>
                          <a:pt x="161658" y="189318"/>
                        </a:cubicBezTo>
                        <a:cubicBezTo>
                          <a:pt x="156427" y="200312"/>
                          <a:pt x="140335" y="222833"/>
                          <a:pt x="156383" y="258031"/>
                        </a:cubicBezTo>
                        <a:cubicBezTo>
                          <a:pt x="161126" y="266410"/>
                          <a:pt x="165958" y="273281"/>
                          <a:pt x="182538" y="272527"/>
                        </a:cubicBezTo>
                      </a:path>
                    </a:pathLst>
                  </a:custGeom>
                  <a:noFill/>
                  <a:ln w="2215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35" name="Forme libre : forme 27134">
                    <a:extLst>
                      <a:ext uri="{FF2B5EF4-FFF2-40B4-BE49-F238E27FC236}">
                        <a16:creationId xmlns:a16="http://schemas.microsoft.com/office/drawing/2014/main" id="{2460EDE3-ACD0-4CA7-8D25-70B558682046}"/>
                      </a:ext>
                    </a:extLst>
                  </p:cNvPr>
                  <p:cNvSpPr/>
                  <p:nvPr/>
                </p:nvSpPr>
                <p:spPr>
                  <a:xfrm>
                    <a:off x="4364419" y="4229926"/>
                    <a:ext cx="71722" cy="127568"/>
                  </a:xfrm>
                  <a:custGeom>
                    <a:avLst/>
                    <a:gdLst>
                      <a:gd name="connsiteX0" fmla="*/ 67396 w 71722"/>
                      <a:gd name="connsiteY0" fmla="*/ 118941 h 127568"/>
                      <a:gd name="connsiteX1" fmla="*/ 57244 w 71722"/>
                      <a:gd name="connsiteY1" fmla="*/ 91012 h 127568"/>
                      <a:gd name="connsiteX2" fmla="*/ 50284 w 71722"/>
                      <a:gd name="connsiteY2" fmla="*/ 62242 h 127568"/>
                      <a:gd name="connsiteX3" fmla="*/ 49885 w 71722"/>
                      <a:gd name="connsiteY3" fmla="*/ 47346 h 127568"/>
                      <a:gd name="connsiteX4" fmla="*/ 46826 w 71722"/>
                      <a:gd name="connsiteY4" fmla="*/ 32540 h 127568"/>
                      <a:gd name="connsiteX5" fmla="*/ 37118 w 71722"/>
                      <a:gd name="connsiteY5" fmla="*/ 20836 h 127568"/>
                      <a:gd name="connsiteX6" fmla="*/ 30114 w 71722"/>
                      <a:gd name="connsiteY6" fmla="*/ 17733 h 127568"/>
                      <a:gd name="connsiteX7" fmla="*/ 22090 w 71722"/>
                      <a:gd name="connsiteY7" fmla="*/ 17778 h 127568"/>
                      <a:gd name="connsiteX8" fmla="*/ 17834 w 71722"/>
                      <a:gd name="connsiteY8" fmla="*/ 24560 h 127568"/>
                      <a:gd name="connsiteX9" fmla="*/ 16681 w 71722"/>
                      <a:gd name="connsiteY9" fmla="*/ 32141 h 127568"/>
                      <a:gd name="connsiteX10" fmla="*/ 18588 w 71722"/>
                      <a:gd name="connsiteY10" fmla="*/ 47169 h 127568"/>
                      <a:gd name="connsiteX11" fmla="*/ 29316 w 71722"/>
                      <a:gd name="connsiteY11" fmla="*/ 75186 h 127568"/>
                      <a:gd name="connsiteX12" fmla="*/ 45940 w 71722"/>
                      <a:gd name="connsiteY12" fmla="*/ 100100 h 127568"/>
                      <a:gd name="connsiteX13" fmla="*/ 66465 w 71722"/>
                      <a:gd name="connsiteY13" fmla="*/ 121955 h 127568"/>
                      <a:gd name="connsiteX14" fmla="*/ 67529 w 71722"/>
                      <a:gd name="connsiteY14" fmla="*/ 120537 h 127568"/>
                      <a:gd name="connsiteX15" fmla="*/ 42393 w 71722"/>
                      <a:gd name="connsiteY15" fmla="*/ 97972 h 127568"/>
                      <a:gd name="connsiteX16" fmla="*/ 32064 w 71722"/>
                      <a:gd name="connsiteY16" fmla="*/ 84762 h 127568"/>
                      <a:gd name="connsiteX17" fmla="*/ 24572 w 71722"/>
                      <a:gd name="connsiteY17" fmla="*/ 69600 h 127568"/>
                      <a:gd name="connsiteX18" fmla="*/ 13578 w 71722"/>
                      <a:gd name="connsiteY18" fmla="*/ 37682 h 127568"/>
                      <a:gd name="connsiteX19" fmla="*/ 12692 w 71722"/>
                      <a:gd name="connsiteY19" fmla="*/ 20881 h 127568"/>
                      <a:gd name="connsiteX20" fmla="*/ 15839 w 71722"/>
                      <a:gd name="connsiteY20" fmla="*/ 13610 h 127568"/>
                      <a:gd name="connsiteX21" fmla="*/ 23242 w 71722"/>
                      <a:gd name="connsiteY21" fmla="*/ 10685 h 127568"/>
                      <a:gd name="connsiteX22" fmla="*/ 31399 w 71722"/>
                      <a:gd name="connsiteY22" fmla="*/ 11881 h 127568"/>
                      <a:gd name="connsiteX23" fmla="*/ 39202 w 71722"/>
                      <a:gd name="connsiteY23" fmla="*/ 14940 h 127568"/>
                      <a:gd name="connsiteX24" fmla="*/ 50107 w 71722"/>
                      <a:gd name="connsiteY24" fmla="*/ 26998 h 127568"/>
                      <a:gd name="connsiteX25" fmla="*/ 57466 w 71722"/>
                      <a:gd name="connsiteY25" fmla="*/ 59759 h 127568"/>
                      <a:gd name="connsiteX26" fmla="*/ 68770 w 71722"/>
                      <a:gd name="connsiteY26" fmla="*/ 126522 h 127568"/>
                      <a:gd name="connsiteX27" fmla="*/ 71253 w 71722"/>
                      <a:gd name="connsiteY27" fmla="*/ 126566 h 127568"/>
                      <a:gd name="connsiteX28" fmla="*/ 68948 w 71722"/>
                      <a:gd name="connsiteY28" fmla="*/ 47745 h 127568"/>
                      <a:gd name="connsiteX29" fmla="*/ 67041 w 71722"/>
                      <a:gd name="connsiteY29" fmla="*/ 37815 h 127568"/>
                      <a:gd name="connsiteX30" fmla="*/ 62919 w 71722"/>
                      <a:gd name="connsiteY30" fmla="*/ 28594 h 127568"/>
                      <a:gd name="connsiteX31" fmla="*/ 51836 w 71722"/>
                      <a:gd name="connsiteY31" fmla="*/ 11970 h 127568"/>
                      <a:gd name="connsiteX32" fmla="*/ 34148 w 71722"/>
                      <a:gd name="connsiteY32" fmla="*/ 2306 h 127568"/>
                      <a:gd name="connsiteX33" fmla="*/ 24262 w 71722"/>
                      <a:gd name="connsiteY33" fmla="*/ 90 h 127568"/>
                      <a:gd name="connsiteX34" fmla="*/ 14022 w 71722"/>
                      <a:gd name="connsiteY34" fmla="*/ 2040 h 127568"/>
                      <a:gd name="connsiteX35" fmla="*/ 1476 w 71722"/>
                      <a:gd name="connsiteY35" fmla="*/ 17778 h 127568"/>
                      <a:gd name="connsiteX36" fmla="*/ 678 w 71722"/>
                      <a:gd name="connsiteY36" fmla="*/ 37771 h 127568"/>
                      <a:gd name="connsiteX37" fmla="*/ 13534 w 71722"/>
                      <a:gd name="connsiteY37" fmla="*/ 75097 h 127568"/>
                      <a:gd name="connsiteX38" fmla="*/ 37118 w 71722"/>
                      <a:gd name="connsiteY38" fmla="*/ 106705 h 127568"/>
                      <a:gd name="connsiteX39" fmla="*/ 52811 w 71722"/>
                      <a:gd name="connsiteY39" fmla="*/ 118630 h 127568"/>
                      <a:gd name="connsiteX40" fmla="*/ 61722 w 71722"/>
                      <a:gd name="connsiteY40" fmla="*/ 122842 h 127568"/>
                      <a:gd name="connsiteX41" fmla="*/ 66243 w 71722"/>
                      <a:gd name="connsiteY41" fmla="*/ 124793 h 127568"/>
                      <a:gd name="connsiteX42" fmla="*/ 68549 w 71722"/>
                      <a:gd name="connsiteY42" fmla="*/ 125724 h 127568"/>
                      <a:gd name="connsiteX43" fmla="*/ 69169 w 71722"/>
                      <a:gd name="connsiteY43" fmla="*/ 126477 h 127568"/>
                      <a:gd name="connsiteX44" fmla="*/ 69391 w 71722"/>
                      <a:gd name="connsiteY44" fmla="*/ 127053 h 127568"/>
                      <a:gd name="connsiteX45" fmla="*/ 69524 w 71722"/>
                      <a:gd name="connsiteY45" fmla="*/ 127364 h 127568"/>
                      <a:gd name="connsiteX46" fmla="*/ 69613 w 71722"/>
                      <a:gd name="connsiteY46" fmla="*/ 127541 h 127568"/>
                      <a:gd name="connsiteX47" fmla="*/ 69879 w 71722"/>
                      <a:gd name="connsiteY47" fmla="*/ 127408 h 127568"/>
                      <a:gd name="connsiteX48" fmla="*/ 69834 w 71722"/>
                      <a:gd name="connsiteY48" fmla="*/ 127319 h 127568"/>
                      <a:gd name="connsiteX49" fmla="*/ 69568 w 71722"/>
                      <a:gd name="connsiteY49" fmla="*/ 127408 h 127568"/>
                      <a:gd name="connsiteX50" fmla="*/ 69568 w 71722"/>
                      <a:gd name="connsiteY50" fmla="*/ 127497 h 127568"/>
                      <a:gd name="connsiteX51" fmla="*/ 69790 w 71722"/>
                      <a:gd name="connsiteY51" fmla="*/ 127408 h 127568"/>
                      <a:gd name="connsiteX52" fmla="*/ 69746 w 71722"/>
                      <a:gd name="connsiteY52" fmla="*/ 127275 h 127568"/>
                      <a:gd name="connsiteX53" fmla="*/ 69613 w 71722"/>
                      <a:gd name="connsiteY53" fmla="*/ 127009 h 127568"/>
                      <a:gd name="connsiteX54" fmla="*/ 69435 w 71722"/>
                      <a:gd name="connsiteY54" fmla="*/ 126433 h 127568"/>
                      <a:gd name="connsiteX55" fmla="*/ 69214 w 71722"/>
                      <a:gd name="connsiteY55" fmla="*/ 125812 h 127568"/>
                      <a:gd name="connsiteX56" fmla="*/ 68593 w 71722"/>
                      <a:gd name="connsiteY56" fmla="*/ 125457 h 127568"/>
                      <a:gd name="connsiteX57" fmla="*/ 66376 w 71722"/>
                      <a:gd name="connsiteY57" fmla="*/ 124482 h 127568"/>
                      <a:gd name="connsiteX58" fmla="*/ 61899 w 71722"/>
                      <a:gd name="connsiteY58" fmla="*/ 122399 h 127568"/>
                      <a:gd name="connsiteX59" fmla="*/ 53121 w 71722"/>
                      <a:gd name="connsiteY59" fmla="*/ 118010 h 127568"/>
                      <a:gd name="connsiteX60" fmla="*/ 37916 w 71722"/>
                      <a:gd name="connsiteY60" fmla="*/ 105908 h 127568"/>
                      <a:gd name="connsiteX61" fmla="*/ 14952 w 71722"/>
                      <a:gd name="connsiteY61" fmla="*/ 74344 h 127568"/>
                      <a:gd name="connsiteX62" fmla="*/ 2761 w 71722"/>
                      <a:gd name="connsiteY62" fmla="*/ 37505 h 127568"/>
                      <a:gd name="connsiteX63" fmla="*/ 3737 w 71722"/>
                      <a:gd name="connsiteY63" fmla="*/ 18487 h 127568"/>
                      <a:gd name="connsiteX64" fmla="*/ 15130 w 71722"/>
                      <a:gd name="connsiteY64" fmla="*/ 4389 h 127568"/>
                      <a:gd name="connsiteX65" fmla="*/ 33261 w 71722"/>
                      <a:gd name="connsiteY65" fmla="*/ 4922 h 127568"/>
                      <a:gd name="connsiteX66" fmla="*/ 49752 w 71722"/>
                      <a:gd name="connsiteY66" fmla="*/ 13876 h 127568"/>
                      <a:gd name="connsiteX67" fmla="*/ 60392 w 71722"/>
                      <a:gd name="connsiteY67" fmla="*/ 29924 h 127568"/>
                      <a:gd name="connsiteX68" fmla="*/ 64293 w 71722"/>
                      <a:gd name="connsiteY68" fmla="*/ 38658 h 127568"/>
                      <a:gd name="connsiteX69" fmla="*/ 66066 w 71722"/>
                      <a:gd name="connsiteY69" fmla="*/ 48011 h 127568"/>
                      <a:gd name="connsiteX70" fmla="*/ 68682 w 71722"/>
                      <a:gd name="connsiteY70" fmla="*/ 126433 h 127568"/>
                      <a:gd name="connsiteX71" fmla="*/ 71164 w 71722"/>
                      <a:gd name="connsiteY71" fmla="*/ 126477 h 127568"/>
                      <a:gd name="connsiteX72" fmla="*/ 59150 w 71722"/>
                      <a:gd name="connsiteY72" fmla="*/ 59537 h 127568"/>
                      <a:gd name="connsiteX73" fmla="*/ 51260 w 71722"/>
                      <a:gd name="connsiteY73" fmla="*/ 26422 h 127568"/>
                      <a:gd name="connsiteX74" fmla="*/ 39689 w 71722"/>
                      <a:gd name="connsiteY74" fmla="*/ 13832 h 127568"/>
                      <a:gd name="connsiteX75" fmla="*/ 31665 w 71722"/>
                      <a:gd name="connsiteY75" fmla="*/ 10773 h 127568"/>
                      <a:gd name="connsiteX76" fmla="*/ 23109 w 71722"/>
                      <a:gd name="connsiteY76" fmla="*/ 9576 h 127568"/>
                      <a:gd name="connsiteX77" fmla="*/ 15041 w 71722"/>
                      <a:gd name="connsiteY77" fmla="*/ 12857 h 127568"/>
                      <a:gd name="connsiteX78" fmla="*/ 11628 w 71722"/>
                      <a:gd name="connsiteY78" fmla="*/ 20836 h 127568"/>
                      <a:gd name="connsiteX79" fmla="*/ 12647 w 71722"/>
                      <a:gd name="connsiteY79" fmla="*/ 37860 h 127568"/>
                      <a:gd name="connsiteX80" fmla="*/ 23553 w 71722"/>
                      <a:gd name="connsiteY80" fmla="*/ 70044 h 127568"/>
                      <a:gd name="connsiteX81" fmla="*/ 30956 w 71722"/>
                      <a:gd name="connsiteY81" fmla="*/ 85382 h 127568"/>
                      <a:gd name="connsiteX82" fmla="*/ 41329 w 71722"/>
                      <a:gd name="connsiteY82" fmla="*/ 98948 h 127568"/>
                      <a:gd name="connsiteX83" fmla="*/ 66465 w 71722"/>
                      <a:gd name="connsiteY83" fmla="*/ 122000 h 127568"/>
                      <a:gd name="connsiteX84" fmla="*/ 67529 w 71722"/>
                      <a:gd name="connsiteY84" fmla="*/ 120581 h 127568"/>
                      <a:gd name="connsiteX85" fmla="*/ 47624 w 71722"/>
                      <a:gd name="connsiteY85" fmla="*/ 98770 h 127568"/>
                      <a:gd name="connsiteX86" fmla="*/ 31311 w 71722"/>
                      <a:gd name="connsiteY86" fmla="*/ 74078 h 127568"/>
                      <a:gd name="connsiteX87" fmla="*/ 25415 w 71722"/>
                      <a:gd name="connsiteY87" fmla="*/ 60557 h 127568"/>
                      <a:gd name="connsiteX88" fmla="*/ 20716 w 71722"/>
                      <a:gd name="connsiteY88" fmla="*/ 46548 h 127568"/>
                      <a:gd name="connsiteX89" fmla="*/ 18765 w 71722"/>
                      <a:gd name="connsiteY89" fmla="*/ 32141 h 127568"/>
                      <a:gd name="connsiteX90" fmla="*/ 19785 w 71722"/>
                      <a:gd name="connsiteY90" fmla="*/ 25004 h 127568"/>
                      <a:gd name="connsiteX91" fmla="*/ 23021 w 71722"/>
                      <a:gd name="connsiteY91" fmla="*/ 19418 h 127568"/>
                      <a:gd name="connsiteX92" fmla="*/ 29493 w 71722"/>
                      <a:gd name="connsiteY92" fmla="*/ 19462 h 127568"/>
                      <a:gd name="connsiteX93" fmla="*/ 36098 w 71722"/>
                      <a:gd name="connsiteY93" fmla="*/ 22299 h 127568"/>
                      <a:gd name="connsiteX94" fmla="*/ 45186 w 71722"/>
                      <a:gd name="connsiteY94" fmla="*/ 33072 h 127568"/>
                      <a:gd name="connsiteX95" fmla="*/ 48245 w 71722"/>
                      <a:gd name="connsiteY95" fmla="*/ 47302 h 127568"/>
                      <a:gd name="connsiteX96" fmla="*/ 48821 w 71722"/>
                      <a:gd name="connsiteY96" fmla="*/ 62197 h 127568"/>
                      <a:gd name="connsiteX97" fmla="*/ 56313 w 71722"/>
                      <a:gd name="connsiteY97" fmla="*/ 91145 h 127568"/>
                      <a:gd name="connsiteX98" fmla="*/ 67130 w 71722"/>
                      <a:gd name="connsiteY98" fmla="*/ 118896 h 127568"/>
                      <a:gd name="connsiteX99" fmla="*/ 67396 w 71722"/>
                      <a:gd name="connsiteY99" fmla="*/ 118941 h 127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</a:cxnLst>
                    <a:rect l="l" t="t" r="r" b="b"/>
                    <a:pathLst>
                      <a:path w="71722" h="127568">
                        <a:moveTo>
                          <a:pt x="67396" y="118941"/>
                        </a:moveTo>
                        <a:cubicBezTo>
                          <a:pt x="62786" y="110119"/>
                          <a:pt x="59948" y="100588"/>
                          <a:pt x="57244" y="91012"/>
                        </a:cubicBezTo>
                        <a:cubicBezTo>
                          <a:pt x="54850" y="81393"/>
                          <a:pt x="51171" y="71994"/>
                          <a:pt x="50284" y="62242"/>
                        </a:cubicBezTo>
                        <a:cubicBezTo>
                          <a:pt x="49885" y="57365"/>
                          <a:pt x="50240" y="52400"/>
                          <a:pt x="49885" y="47346"/>
                        </a:cubicBezTo>
                        <a:cubicBezTo>
                          <a:pt x="49575" y="42337"/>
                          <a:pt x="48777" y="37283"/>
                          <a:pt x="46826" y="32540"/>
                        </a:cubicBezTo>
                        <a:cubicBezTo>
                          <a:pt x="44920" y="27841"/>
                          <a:pt x="41595" y="23496"/>
                          <a:pt x="37118" y="20836"/>
                        </a:cubicBezTo>
                        <a:cubicBezTo>
                          <a:pt x="34901" y="19507"/>
                          <a:pt x="32552" y="18487"/>
                          <a:pt x="30114" y="17733"/>
                        </a:cubicBezTo>
                        <a:cubicBezTo>
                          <a:pt x="27720" y="17024"/>
                          <a:pt x="24794" y="16315"/>
                          <a:pt x="22090" y="17778"/>
                        </a:cubicBezTo>
                        <a:cubicBezTo>
                          <a:pt x="19430" y="19329"/>
                          <a:pt x="18455" y="22166"/>
                          <a:pt x="17834" y="24560"/>
                        </a:cubicBezTo>
                        <a:cubicBezTo>
                          <a:pt x="17169" y="27043"/>
                          <a:pt x="16770" y="29614"/>
                          <a:pt x="16681" y="32141"/>
                        </a:cubicBezTo>
                        <a:cubicBezTo>
                          <a:pt x="16504" y="37239"/>
                          <a:pt x="17346" y="42293"/>
                          <a:pt x="18588" y="47169"/>
                        </a:cubicBezTo>
                        <a:cubicBezTo>
                          <a:pt x="21292" y="56877"/>
                          <a:pt x="24705" y="66231"/>
                          <a:pt x="29316" y="75186"/>
                        </a:cubicBezTo>
                        <a:cubicBezTo>
                          <a:pt x="34059" y="84097"/>
                          <a:pt x="39999" y="92076"/>
                          <a:pt x="45940" y="100100"/>
                        </a:cubicBezTo>
                        <a:cubicBezTo>
                          <a:pt x="52057" y="107991"/>
                          <a:pt x="58663" y="115572"/>
                          <a:pt x="66465" y="121955"/>
                        </a:cubicBezTo>
                        <a:lnTo>
                          <a:pt x="67529" y="120537"/>
                        </a:lnTo>
                        <a:cubicBezTo>
                          <a:pt x="58397" y="114020"/>
                          <a:pt x="50240" y="106129"/>
                          <a:pt x="42393" y="97972"/>
                        </a:cubicBezTo>
                        <a:cubicBezTo>
                          <a:pt x="38448" y="93894"/>
                          <a:pt x="34813" y="89638"/>
                          <a:pt x="32064" y="84762"/>
                        </a:cubicBezTo>
                        <a:cubicBezTo>
                          <a:pt x="29271" y="79885"/>
                          <a:pt x="26966" y="74699"/>
                          <a:pt x="24572" y="69600"/>
                        </a:cubicBezTo>
                        <a:cubicBezTo>
                          <a:pt x="19873" y="59316"/>
                          <a:pt x="15440" y="48809"/>
                          <a:pt x="13578" y="37682"/>
                        </a:cubicBezTo>
                        <a:cubicBezTo>
                          <a:pt x="12559" y="32141"/>
                          <a:pt x="12248" y="26466"/>
                          <a:pt x="12692" y="20881"/>
                        </a:cubicBezTo>
                        <a:cubicBezTo>
                          <a:pt x="12958" y="18132"/>
                          <a:pt x="13800" y="15428"/>
                          <a:pt x="15839" y="13610"/>
                        </a:cubicBezTo>
                        <a:cubicBezTo>
                          <a:pt x="17834" y="11793"/>
                          <a:pt x="20538" y="10862"/>
                          <a:pt x="23242" y="10685"/>
                        </a:cubicBezTo>
                        <a:cubicBezTo>
                          <a:pt x="25991" y="10507"/>
                          <a:pt x="28739" y="11084"/>
                          <a:pt x="31399" y="11881"/>
                        </a:cubicBezTo>
                        <a:cubicBezTo>
                          <a:pt x="34059" y="12724"/>
                          <a:pt x="36719" y="13655"/>
                          <a:pt x="39202" y="14940"/>
                        </a:cubicBezTo>
                        <a:cubicBezTo>
                          <a:pt x="44211" y="17379"/>
                          <a:pt x="47624" y="22033"/>
                          <a:pt x="50107" y="26998"/>
                        </a:cubicBezTo>
                        <a:cubicBezTo>
                          <a:pt x="55072" y="37062"/>
                          <a:pt x="55826" y="48588"/>
                          <a:pt x="57466" y="59759"/>
                        </a:cubicBezTo>
                        <a:cubicBezTo>
                          <a:pt x="60746" y="82279"/>
                          <a:pt x="68105" y="104046"/>
                          <a:pt x="68770" y="126522"/>
                        </a:cubicBezTo>
                        <a:lnTo>
                          <a:pt x="71253" y="126566"/>
                        </a:lnTo>
                        <a:cubicBezTo>
                          <a:pt x="72494" y="100233"/>
                          <a:pt x="71120" y="73945"/>
                          <a:pt x="68948" y="47745"/>
                        </a:cubicBezTo>
                        <a:cubicBezTo>
                          <a:pt x="68593" y="44420"/>
                          <a:pt x="68061" y="41096"/>
                          <a:pt x="67041" y="37815"/>
                        </a:cubicBezTo>
                        <a:cubicBezTo>
                          <a:pt x="66022" y="34535"/>
                          <a:pt x="64514" y="31520"/>
                          <a:pt x="62919" y="28594"/>
                        </a:cubicBezTo>
                        <a:cubicBezTo>
                          <a:pt x="59594" y="22920"/>
                          <a:pt x="56624" y="16980"/>
                          <a:pt x="51836" y="11970"/>
                        </a:cubicBezTo>
                        <a:cubicBezTo>
                          <a:pt x="47004" y="6916"/>
                          <a:pt x="40443" y="4212"/>
                          <a:pt x="34148" y="2306"/>
                        </a:cubicBezTo>
                        <a:cubicBezTo>
                          <a:pt x="31000" y="1375"/>
                          <a:pt x="27764" y="400"/>
                          <a:pt x="24262" y="90"/>
                        </a:cubicBezTo>
                        <a:cubicBezTo>
                          <a:pt x="20804" y="-265"/>
                          <a:pt x="17125" y="444"/>
                          <a:pt x="14022" y="2040"/>
                        </a:cubicBezTo>
                        <a:cubicBezTo>
                          <a:pt x="7727" y="5232"/>
                          <a:pt x="3382" y="11261"/>
                          <a:pt x="1476" y="17778"/>
                        </a:cubicBezTo>
                        <a:cubicBezTo>
                          <a:pt x="-430" y="24338"/>
                          <a:pt x="-253" y="31210"/>
                          <a:pt x="678" y="37771"/>
                        </a:cubicBezTo>
                        <a:cubicBezTo>
                          <a:pt x="2540" y="50937"/>
                          <a:pt x="7150" y="63571"/>
                          <a:pt x="13534" y="75097"/>
                        </a:cubicBezTo>
                        <a:cubicBezTo>
                          <a:pt x="19918" y="86668"/>
                          <a:pt x="27986" y="97219"/>
                          <a:pt x="37118" y="106705"/>
                        </a:cubicBezTo>
                        <a:cubicBezTo>
                          <a:pt x="41728" y="111405"/>
                          <a:pt x="46915" y="115705"/>
                          <a:pt x="52811" y="118630"/>
                        </a:cubicBezTo>
                        <a:cubicBezTo>
                          <a:pt x="55737" y="120138"/>
                          <a:pt x="58707" y="121512"/>
                          <a:pt x="61722" y="122842"/>
                        </a:cubicBezTo>
                        <a:lnTo>
                          <a:pt x="66243" y="124793"/>
                        </a:lnTo>
                        <a:cubicBezTo>
                          <a:pt x="66997" y="125103"/>
                          <a:pt x="67706" y="125502"/>
                          <a:pt x="68549" y="125724"/>
                        </a:cubicBezTo>
                        <a:cubicBezTo>
                          <a:pt x="68992" y="125856"/>
                          <a:pt x="69081" y="125990"/>
                          <a:pt x="69169" y="126477"/>
                        </a:cubicBezTo>
                        <a:lnTo>
                          <a:pt x="69391" y="127053"/>
                        </a:lnTo>
                        <a:lnTo>
                          <a:pt x="69524" y="127364"/>
                        </a:lnTo>
                        <a:lnTo>
                          <a:pt x="69613" y="127541"/>
                        </a:lnTo>
                        <a:cubicBezTo>
                          <a:pt x="69657" y="127674"/>
                          <a:pt x="70056" y="127275"/>
                          <a:pt x="69879" y="127408"/>
                        </a:cubicBezTo>
                        <a:lnTo>
                          <a:pt x="69834" y="127319"/>
                        </a:lnTo>
                        <a:lnTo>
                          <a:pt x="69568" y="127408"/>
                        </a:lnTo>
                        <a:lnTo>
                          <a:pt x="69568" y="127497"/>
                        </a:lnTo>
                        <a:cubicBezTo>
                          <a:pt x="69391" y="127630"/>
                          <a:pt x="69834" y="127364"/>
                          <a:pt x="69790" y="127408"/>
                        </a:cubicBezTo>
                        <a:lnTo>
                          <a:pt x="69746" y="127275"/>
                        </a:lnTo>
                        <a:lnTo>
                          <a:pt x="69613" y="127009"/>
                        </a:lnTo>
                        <a:lnTo>
                          <a:pt x="69435" y="126433"/>
                        </a:lnTo>
                        <a:cubicBezTo>
                          <a:pt x="69391" y="126256"/>
                          <a:pt x="69391" y="126034"/>
                          <a:pt x="69214" y="125812"/>
                        </a:cubicBezTo>
                        <a:cubicBezTo>
                          <a:pt x="69036" y="125590"/>
                          <a:pt x="68815" y="125546"/>
                          <a:pt x="68593" y="125457"/>
                        </a:cubicBezTo>
                        <a:cubicBezTo>
                          <a:pt x="67839" y="125236"/>
                          <a:pt x="67086" y="124793"/>
                          <a:pt x="66376" y="124482"/>
                        </a:cubicBezTo>
                        <a:lnTo>
                          <a:pt x="61899" y="122399"/>
                        </a:lnTo>
                        <a:cubicBezTo>
                          <a:pt x="58929" y="121024"/>
                          <a:pt x="56003" y="119562"/>
                          <a:pt x="53121" y="118010"/>
                        </a:cubicBezTo>
                        <a:cubicBezTo>
                          <a:pt x="47314" y="114951"/>
                          <a:pt x="42349" y="110651"/>
                          <a:pt x="37916" y="105908"/>
                        </a:cubicBezTo>
                        <a:cubicBezTo>
                          <a:pt x="29005" y="96376"/>
                          <a:pt x="21115" y="85826"/>
                          <a:pt x="14952" y="74344"/>
                        </a:cubicBezTo>
                        <a:cubicBezTo>
                          <a:pt x="8790" y="62862"/>
                          <a:pt x="4402" y="50405"/>
                          <a:pt x="2761" y="37505"/>
                        </a:cubicBezTo>
                        <a:cubicBezTo>
                          <a:pt x="1963" y="31121"/>
                          <a:pt x="1875" y="24560"/>
                          <a:pt x="3737" y="18487"/>
                        </a:cubicBezTo>
                        <a:cubicBezTo>
                          <a:pt x="5510" y="12502"/>
                          <a:pt x="9633" y="7094"/>
                          <a:pt x="15130" y="4389"/>
                        </a:cubicBezTo>
                        <a:cubicBezTo>
                          <a:pt x="20671" y="1464"/>
                          <a:pt x="27143" y="2927"/>
                          <a:pt x="33261" y="4922"/>
                        </a:cubicBezTo>
                        <a:cubicBezTo>
                          <a:pt x="39423" y="6784"/>
                          <a:pt x="45452" y="9355"/>
                          <a:pt x="49752" y="13876"/>
                        </a:cubicBezTo>
                        <a:cubicBezTo>
                          <a:pt x="54097" y="18398"/>
                          <a:pt x="57111" y="24338"/>
                          <a:pt x="60392" y="29924"/>
                        </a:cubicBezTo>
                        <a:cubicBezTo>
                          <a:pt x="61943" y="32761"/>
                          <a:pt x="63362" y="35643"/>
                          <a:pt x="64293" y="38658"/>
                        </a:cubicBezTo>
                        <a:cubicBezTo>
                          <a:pt x="65224" y="41672"/>
                          <a:pt x="65756" y="44820"/>
                          <a:pt x="66066" y="48011"/>
                        </a:cubicBezTo>
                        <a:cubicBezTo>
                          <a:pt x="68238" y="74034"/>
                          <a:pt x="69834" y="100322"/>
                          <a:pt x="68682" y="126433"/>
                        </a:cubicBezTo>
                        <a:lnTo>
                          <a:pt x="71164" y="126477"/>
                        </a:lnTo>
                        <a:cubicBezTo>
                          <a:pt x="70366" y="103425"/>
                          <a:pt x="62608" y="81747"/>
                          <a:pt x="59150" y="59537"/>
                        </a:cubicBezTo>
                        <a:cubicBezTo>
                          <a:pt x="57377" y="48454"/>
                          <a:pt x="56491" y="36795"/>
                          <a:pt x="51260" y="26422"/>
                        </a:cubicBezTo>
                        <a:cubicBezTo>
                          <a:pt x="48688" y="21368"/>
                          <a:pt x="45009" y="16359"/>
                          <a:pt x="39689" y="13832"/>
                        </a:cubicBezTo>
                        <a:cubicBezTo>
                          <a:pt x="37074" y="12502"/>
                          <a:pt x="34369" y="11615"/>
                          <a:pt x="31665" y="10773"/>
                        </a:cubicBezTo>
                        <a:cubicBezTo>
                          <a:pt x="28917" y="9975"/>
                          <a:pt x="26035" y="9399"/>
                          <a:pt x="23109" y="9576"/>
                        </a:cubicBezTo>
                        <a:cubicBezTo>
                          <a:pt x="20184" y="9798"/>
                          <a:pt x="17258" y="10818"/>
                          <a:pt x="15041" y="12857"/>
                        </a:cubicBezTo>
                        <a:cubicBezTo>
                          <a:pt x="12780" y="14896"/>
                          <a:pt x="11849" y="17999"/>
                          <a:pt x="11628" y="20836"/>
                        </a:cubicBezTo>
                        <a:cubicBezTo>
                          <a:pt x="11229" y="26555"/>
                          <a:pt x="11583" y="32274"/>
                          <a:pt x="12647" y="37860"/>
                        </a:cubicBezTo>
                        <a:cubicBezTo>
                          <a:pt x="14731" y="49075"/>
                          <a:pt x="18942" y="59715"/>
                          <a:pt x="23553" y="70044"/>
                        </a:cubicBezTo>
                        <a:cubicBezTo>
                          <a:pt x="25902" y="75186"/>
                          <a:pt x="28163" y="80417"/>
                          <a:pt x="30956" y="85382"/>
                        </a:cubicBezTo>
                        <a:cubicBezTo>
                          <a:pt x="33704" y="90392"/>
                          <a:pt x="37473" y="94869"/>
                          <a:pt x="41329" y="98948"/>
                        </a:cubicBezTo>
                        <a:cubicBezTo>
                          <a:pt x="49087" y="107193"/>
                          <a:pt x="57244" y="115217"/>
                          <a:pt x="66465" y="122000"/>
                        </a:cubicBezTo>
                        <a:lnTo>
                          <a:pt x="67529" y="120581"/>
                        </a:lnTo>
                        <a:cubicBezTo>
                          <a:pt x="59993" y="114242"/>
                          <a:pt x="53565" y="106661"/>
                          <a:pt x="47624" y="98770"/>
                        </a:cubicBezTo>
                        <a:cubicBezTo>
                          <a:pt x="41817" y="90791"/>
                          <a:pt x="35832" y="82767"/>
                          <a:pt x="31311" y="74078"/>
                        </a:cubicBezTo>
                        <a:cubicBezTo>
                          <a:pt x="29050" y="69734"/>
                          <a:pt x="27143" y="65167"/>
                          <a:pt x="25415" y="60557"/>
                        </a:cubicBezTo>
                        <a:cubicBezTo>
                          <a:pt x="23686" y="55946"/>
                          <a:pt x="22001" y="51292"/>
                          <a:pt x="20716" y="46548"/>
                        </a:cubicBezTo>
                        <a:cubicBezTo>
                          <a:pt x="19474" y="41805"/>
                          <a:pt x="18632" y="36973"/>
                          <a:pt x="18765" y="32141"/>
                        </a:cubicBezTo>
                        <a:cubicBezTo>
                          <a:pt x="18854" y="29747"/>
                          <a:pt x="19164" y="27353"/>
                          <a:pt x="19785" y="25004"/>
                        </a:cubicBezTo>
                        <a:cubicBezTo>
                          <a:pt x="20317" y="22698"/>
                          <a:pt x="21247" y="20438"/>
                          <a:pt x="23021" y="19418"/>
                        </a:cubicBezTo>
                        <a:cubicBezTo>
                          <a:pt x="24794" y="18398"/>
                          <a:pt x="27232" y="18797"/>
                          <a:pt x="29493" y="19462"/>
                        </a:cubicBezTo>
                        <a:cubicBezTo>
                          <a:pt x="31798" y="20171"/>
                          <a:pt x="34059" y="21058"/>
                          <a:pt x="36098" y="22299"/>
                        </a:cubicBezTo>
                        <a:cubicBezTo>
                          <a:pt x="40265" y="24693"/>
                          <a:pt x="43324" y="28594"/>
                          <a:pt x="45186" y="33072"/>
                        </a:cubicBezTo>
                        <a:cubicBezTo>
                          <a:pt x="47048" y="37549"/>
                          <a:pt x="47890" y="42426"/>
                          <a:pt x="48245" y="47302"/>
                        </a:cubicBezTo>
                        <a:cubicBezTo>
                          <a:pt x="48644" y="52178"/>
                          <a:pt x="48334" y="57188"/>
                          <a:pt x="48821" y="62197"/>
                        </a:cubicBezTo>
                        <a:cubicBezTo>
                          <a:pt x="49841" y="72305"/>
                          <a:pt x="53609" y="81614"/>
                          <a:pt x="56313" y="91145"/>
                        </a:cubicBezTo>
                        <a:cubicBezTo>
                          <a:pt x="59239" y="100632"/>
                          <a:pt x="62298" y="110163"/>
                          <a:pt x="67130" y="118896"/>
                        </a:cubicBezTo>
                        <a:lnTo>
                          <a:pt x="67396" y="118941"/>
                        </a:ln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36" name="Forme libre : forme 27135">
                    <a:extLst>
                      <a:ext uri="{FF2B5EF4-FFF2-40B4-BE49-F238E27FC236}">
                        <a16:creationId xmlns:a16="http://schemas.microsoft.com/office/drawing/2014/main" id="{F33C98DF-629F-4B9F-9360-2B8B08B68322}"/>
                      </a:ext>
                    </a:extLst>
                  </p:cNvPr>
                  <p:cNvSpPr/>
                  <p:nvPr/>
                </p:nvSpPr>
                <p:spPr>
                  <a:xfrm>
                    <a:off x="4329212" y="4197837"/>
                    <a:ext cx="132841" cy="192523"/>
                  </a:xfrm>
                  <a:custGeom>
                    <a:avLst/>
                    <a:gdLst>
                      <a:gd name="connsiteX0" fmla="*/ 108278 w 132841"/>
                      <a:gd name="connsiteY0" fmla="*/ 165793 h 192523"/>
                      <a:gd name="connsiteX1" fmla="*/ 115504 w 132841"/>
                      <a:gd name="connsiteY1" fmla="*/ 119865 h 192523"/>
                      <a:gd name="connsiteX2" fmla="*/ 110583 w 132841"/>
                      <a:gd name="connsiteY2" fmla="*/ 73628 h 192523"/>
                      <a:gd name="connsiteX3" fmla="*/ 86822 w 132841"/>
                      <a:gd name="connsiteY3" fmla="*/ 33819 h 192523"/>
                      <a:gd name="connsiteX4" fmla="*/ 66385 w 132841"/>
                      <a:gd name="connsiteY4" fmla="*/ 22337 h 192523"/>
                      <a:gd name="connsiteX5" fmla="*/ 42890 w 132841"/>
                      <a:gd name="connsiteY5" fmla="*/ 21983 h 192523"/>
                      <a:gd name="connsiteX6" fmla="*/ 32960 w 132841"/>
                      <a:gd name="connsiteY6" fmla="*/ 28765 h 192523"/>
                      <a:gd name="connsiteX7" fmla="*/ 28349 w 132841"/>
                      <a:gd name="connsiteY7" fmla="*/ 39848 h 192523"/>
                      <a:gd name="connsiteX8" fmla="*/ 27241 w 132841"/>
                      <a:gd name="connsiteY8" fmla="*/ 63299 h 192523"/>
                      <a:gd name="connsiteX9" fmla="*/ 38900 w 132841"/>
                      <a:gd name="connsiteY9" fmla="*/ 108473 h 192523"/>
                      <a:gd name="connsiteX10" fmla="*/ 107524 w 132841"/>
                      <a:gd name="connsiteY10" fmla="*/ 168940 h 192523"/>
                      <a:gd name="connsiteX11" fmla="*/ 108101 w 132841"/>
                      <a:gd name="connsiteY11" fmla="*/ 167255 h 192523"/>
                      <a:gd name="connsiteX12" fmla="*/ 25645 w 132841"/>
                      <a:gd name="connsiteY12" fmla="*/ 102975 h 192523"/>
                      <a:gd name="connsiteX13" fmla="*/ 14961 w 132841"/>
                      <a:gd name="connsiteY13" fmla="*/ 78505 h 192523"/>
                      <a:gd name="connsiteX14" fmla="*/ 11858 w 132841"/>
                      <a:gd name="connsiteY14" fmla="*/ 52128 h 192523"/>
                      <a:gd name="connsiteX15" fmla="*/ 21035 w 132841"/>
                      <a:gd name="connsiteY15" fmla="*/ 27524 h 192523"/>
                      <a:gd name="connsiteX16" fmla="*/ 42845 w 132841"/>
                      <a:gd name="connsiteY16" fmla="*/ 13649 h 192523"/>
                      <a:gd name="connsiteX17" fmla="*/ 68956 w 132841"/>
                      <a:gd name="connsiteY17" fmla="*/ 16264 h 192523"/>
                      <a:gd name="connsiteX18" fmla="*/ 91388 w 132841"/>
                      <a:gd name="connsiteY18" fmla="*/ 30140 h 192523"/>
                      <a:gd name="connsiteX19" fmla="*/ 106061 w 132841"/>
                      <a:gd name="connsiteY19" fmla="*/ 52039 h 192523"/>
                      <a:gd name="connsiteX20" fmla="*/ 114706 w 132841"/>
                      <a:gd name="connsiteY20" fmla="*/ 77397 h 192523"/>
                      <a:gd name="connsiteX21" fmla="*/ 124636 w 132841"/>
                      <a:gd name="connsiteY21" fmla="*/ 129707 h 192523"/>
                      <a:gd name="connsiteX22" fmla="*/ 112135 w 132841"/>
                      <a:gd name="connsiteY22" fmla="*/ 180688 h 192523"/>
                      <a:gd name="connsiteX23" fmla="*/ 113642 w 132841"/>
                      <a:gd name="connsiteY23" fmla="*/ 180156 h 192523"/>
                      <a:gd name="connsiteX24" fmla="*/ 84073 w 132841"/>
                      <a:gd name="connsiteY24" fmla="*/ 169472 h 192523"/>
                      <a:gd name="connsiteX25" fmla="*/ 55923 w 132841"/>
                      <a:gd name="connsiteY25" fmla="*/ 155862 h 192523"/>
                      <a:gd name="connsiteX26" fmla="*/ 32339 w 132841"/>
                      <a:gd name="connsiteY26" fmla="*/ 135958 h 192523"/>
                      <a:gd name="connsiteX27" fmla="*/ 17222 w 132841"/>
                      <a:gd name="connsiteY27" fmla="*/ 108916 h 192523"/>
                      <a:gd name="connsiteX28" fmla="*/ 7336 w 132841"/>
                      <a:gd name="connsiteY28" fmla="*/ 79170 h 192523"/>
                      <a:gd name="connsiteX29" fmla="*/ 2637 w 132841"/>
                      <a:gd name="connsiteY29" fmla="*/ 48581 h 192523"/>
                      <a:gd name="connsiteX30" fmla="*/ 11769 w 132841"/>
                      <a:gd name="connsiteY30" fmla="*/ 19811 h 192523"/>
                      <a:gd name="connsiteX31" fmla="*/ 37215 w 132841"/>
                      <a:gd name="connsiteY31" fmla="*/ 4029 h 192523"/>
                      <a:gd name="connsiteX32" fmla="*/ 67804 w 132841"/>
                      <a:gd name="connsiteY32" fmla="*/ 4827 h 192523"/>
                      <a:gd name="connsiteX33" fmla="*/ 82566 w 132841"/>
                      <a:gd name="connsiteY33" fmla="*/ 9659 h 192523"/>
                      <a:gd name="connsiteX34" fmla="*/ 96397 w 132841"/>
                      <a:gd name="connsiteY34" fmla="*/ 16708 h 192523"/>
                      <a:gd name="connsiteX35" fmla="*/ 107702 w 132841"/>
                      <a:gd name="connsiteY35" fmla="*/ 27037 h 192523"/>
                      <a:gd name="connsiteX36" fmla="*/ 114928 w 132841"/>
                      <a:gd name="connsiteY36" fmla="*/ 40690 h 192523"/>
                      <a:gd name="connsiteX37" fmla="*/ 125789 w 132841"/>
                      <a:gd name="connsiteY37" fmla="*/ 70126 h 192523"/>
                      <a:gd name="connsiteX38" fmla="*/ 130754 w 132841"/>
                      <a:gd name="connsiteY38" fmla="*/ 100936 h 192523"/>
                      <a:gd name="connsiteX39" fmla="*/ 131685 w 132841"/>
                      <a:gd name="connsiteY39" fmla="*/ 132367 h 192523"/>
                      <a:gd name="connsiteX40" fmla="*/ 128980 w 132841"/>
                      <a:gd name="connsiteY40" fmla="*/ 163576 h 192523"/>
                      <a:gd name="connsiteX41" fmla="*/ 117144 w 132841"/>
                      <a:gd name="connsiteY41" fmla="*/ 192391 h 192523"/>
                      <a:gd name="connsiteX42" fmla="*/ 117366 w 132841"/>
                      <a:gd name="connsiteY42" fmla="*/ 192524 h 192523"/>
                      <a:gd name="connsiteX43" fmla="*/ 129690 w 132841"/>
                      <a:gd name="connsiteY43" fmla="*/ 163665 h 192523"/>
                      <a:gd name="connsiteX44" fmla="*/ 132837 w 132841"/>
                      <a:gd name="connsiteY44" fmla="*/ 132323 h 192523"/>
                      <a:gd name="connsiteX45" fmla="*/ 132172 w 132841"/>
                      <a:gd name="connsiteY45" fmla="*/ 100803 h 192523"/>
                      <a:gd name="connsiteX46" fmla="*/ 127385 w 132841"/>
                      <a:gd name="connsiteY46" fmla="*/ 69594 h 192523"/>
                      <a:gd name="connsiteX47" fmla="*/ 116701 w 132841"/>
                      <a:gd name="connsiteY47" fmla="*/ 39893 h 192523"/>
                      <a:gd name="connsiteX48" fmla="*/ 109342 w 132841"/>
                      <a:gd name="connsiteY48" fmla="*/ 25751 h 192523"/>
                      <a:gd name="connsiteX49" fmla="*/ 97594 w 132841"/>
                      <a:gd name="connsiteY49" fmla="*/ 14846 h 192523"/>
                      <a:gd name="connsiteX50" fmla="*/ 83453 w 132841"/>
                      <a:gd name="connsiteY50" fmla="*/ 7531 h 192523"/>
                      <a:gd name="connsiteX51" fmla="*/ 68380 w 132841"/>
                      <a:gd name="connsiteY51" fmla="*/ 2477 h 192523"/>
                      <a:gd name="connsiteX52" fmla="*/ 36639 w 132841"/>
                      <a:gd name="connsiteY52" fmla="*/ 1413 h 192523"/>
                      <a:gd name="connsiteX53" fmla="*/ 9641 w 132841"/>
                      <a:gd name="connsiteY53" fmla="*/ 18126 h 192523"/>
                      <a:gd name="connsiteX54" fmla="*/ 22 w 132841"/>
                      <a:gd name="connsiteY54" fmla="*/ 48404 h 192523"/>
                      <a:gd name="connsiteX55" fmla="*/ 4809 w 132841"/>
                      <a:gd name="connsiteY55" fmla="*/ 79790 h 192523"/>
                      <a:gd name="connsiteX56" fmla="*/ 14828 w 132841"/>
                      <a:gd name="connsiteY56" fmla="*/ 109758 h 192523"/>
                      <a:gd name="connsiteX57" fmla="*/ 30344 w 132841"/>
                      <a:gd name="connsiteY57" fmla="*/ 137465 h 192523"/>
                      <a:gd name="connsiteX58" fmla="*/ 54637 w 132841"/>
                      <a:gd name="connsiteY58" fmla="*/ 157946 h 192523"/>
                      <a:gd name="connsiteX59" fmla="*/ 83142 w 132841"/>
                      <a:gd name="connsiteY59" fmla="*/ 171688 h 192523"/>
                      <a:gd name="connsiteX60" fmla="*/ 112755 w 132841"/>
                      <a:gd name="connsiteY60" fmla="*/ 182328 h 192523"/>
                      <a:gd name="connsiteX61" fmla="*/ 113775 w 132841"/>
                      <a:gd name="connsiteY61" fmla="*/ 182727 h 192523"/>
                      <a:gd name="connsiteX62" fmla="*/ 114307 w 132841"/>
                      <a:gd name="connsiteY62" fmla="*/ 181796 h 192523"/>
                      <a:gd name="connsiteX63" fmla="*/ 126853 w 132841"/>
                      <a:gd name="connsiteY63" fmla="*/ 129574 h 192523"/>
                      <a:gd name="connsiteX64" fmla="*/ 116435 w 132841"/>
                      <a:gd name="connsiteY64" fmla="*/ 76732 h 192523"/>
                      <a:gd name="connsiteX65" fmla="*/ 107569 w 132841"/>
                      <a:gd name="connsiteY65" fmla="*/ 51286 h 192523"/>
                      <a:gd name="connsiteX66" fmla="*/ 92407 w 132841"/>
                      <a:gd name="connsiteY66" fmla="*/ 28987 h 192523"/>
                      <a:gd name="connsiteX67" fmla="*/ 69400 w 132841"/>
                      <a:gd name="connsiteY67" fmla="*/ 14934 h 192523"/>
                      <a:gd name="connsiteX68" fmla="*/ 42624 w 132841"/>
                      <a:gd name="connsiteY68" fmla="*/ 12363 h 192523"/>
                      <a:gd name="connsiteX69" fmla="*/ 20237 w 132841"/>
                      <a:gd name="connsiteY69" fmla="*/ 26770 h 192523"/>
                      <a:gd name="connsiteX70" fmla="*/ 11016 w 132841"/>
                      <a:gd name="connsiteY70" fmla="*/ 51906 h 192523"/>
                      <a:gd name="connsiteX71" fmla="*/ 24714 w 132841"/>
                      <a:gd name="connsiteY71" fmla="*/ 103330 h 192523"/>
                      <a:gd name="connsiteX72" fmla="*/ 107569 w 132841"/>
                      <a:gd name="connsiteY72" fmla="*/ 168763 h 192523"/>
                      <a:gd name="connsiteX73" fmla="*/ 108145 w 132841"/>
                      <a:gd name="connsiteY73" fmla="*/ 167078 h 192523"/>
                      <a:gd name="connsiteX74" fmla="*/ 41028 w 132841"/>
                      <a:gd name="connsiteY74" fmla="*/ 107276 h 192523"/>
                      <a:gd name="connsiteX75" fmla="*/ 29502 w 132841"/>
                      <a:gd name="connsiteY75" fmla="*/ 62945 h 192523"/>
                      <a:gd name="connsiteX76" fmla="*/ 30433 w 132841"/>
                      <a:gd name="connsiteY76" fmla="*/ 40026 h 192523"/>
                      <a:gd name="connsiteX77" fmla="*/ 34555 w 132841"/>
                      <a:gd name="connsiteY77" fmla="*/ 29785 h 192523"/>
                      <a:gd name="connsiteX78" fmla="*/ 43510 w 132841"/>
                      <a:gd name="connsiteY78" fmla="*/ 23623 h 192523"/>
                      <a:gd name="connsiteX79" fmla="*/ 65809 w 132841"/>
                      <a:gd name="connsiteY79" fmla="*/ 23845 h 192523"/>
                      <a:gd name="connsiteX80" fmla="*/ 85669 w 132841"/>
                      <a:gd name="connsiteY80" fmla="*/ 34839 h 192523"/>
                      <a:gd name="connsiteX81" fmla="*/ 109165 w 132841"/>
                      <a:gd name="connsiteY81" fmla="*/ 73761 h 192523"/>
                      <a:gd name="connsiteX82" fmla="*/ 114484 w 132841"/>
                      <a:gd name="connsiteY82" fmla="*/ 119555 h 192523"/>
                      <a:gd name="connsiteX83" fmla="*/ 107923 w 132841"/>
                      <a:gd name="connsiteY83" fmla="*/ 165482 h 192523"/>
                      <a:gd name="connsiteX84" fmla="*/ 108278 w 132841"/>
                      <a:gd name="connsiteY84" fmla="*/ 165793 h 192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</a:cxnLst>
                    <a:rect l="l" t="t" r="r" b="b"/>
                    <a:pathLst>
                      <a:path w="132841" h="192523">
                        <a:moveTo>
                          <a:pt x="108278" y="165793"/>
                        </a:moveTo>
                        <a:cubicBezTo>
                          <a:pt x="112135" y="150764"/>
                          <a:pt x="114750" y="135381"/>
                          <a:pt x="115504" y="119865"/>
                        </a:cubicBezTo>
                        <a:cubicBezTo>
                          <a:pt x="116257" y="104350"/>
                          <a:pt x="115061" y="88612"/>
                          <a:pt x="110583" y="73628"/>
                        </a:cubicBezTo>
                        <a:cubicBezTo>
                          <a:pt x="106194" y="58733"/>
                          <a:pt x="98702" y="44281"/>
                          <a:pt x="86822" y="33819"/>
                        </a:cubicBezTo>
                        <a:cubicBezTo>
                          <a:pt x="80881" y="28633"/>
                          <a:pt x="73921" y="24598"/>
                          <a:pt x="66385" y="22337"/>
                        </a:cubicBezTo>
                        <a:cubicBezTo>
                          <a:pt x="58849" y="20121"/>
                          <a:pt x="50603" y="19456"/>
                          <a:pt x="42890" y="21983"/>
                        </a:cubicBezTo>
                        <a:cubicBezTo>
                          <a:pt x="39077" y="23268"/>
                          <a:pt x="35486" y="25485"/>
                          <a:pt x="32960" y="28765"/>
                        </a:cubicBezTo>
                        <a:cubicBezTo>
                          <a:pt x="30388" y="32002"/>
                          <a:pt x="29103" y="35991"/>
                          <a:pt x="28349" y="39848"/>
                        </a:cubicBezTo>
                        <a:cubicBezTo>
                          <a:pt x="27019" y="47650"/>
                          <a:pt x="26886" y="55453"/>
                          <a:pt x="27241" y="63299"/>
                        </a:cubicBezTo>
                        <a:cubicBezTo>
                          <a:pt x="28083" y="78948"/>
                          <a:pt x="32073" y="94375"/>
                          <a:pt x="38900" y="108473"/>
                        </a:cubicBezTo>
                        <a:cubicBezTo>
                          <a:pt x="52554" y="136756"/>
                          <a:pt x="77911" y="158877"/>
                          <a:pt x="107524" y="168940"/>
                        </a:cubicBezTo>
                        <a:lnTo>
                          <a:pt x="108101" y="167255"/>
                        </a:lnTo>
                        <a:cubicBezTo>
                          <a:pt x="74320" y="156394"/>
                          <a:pt x="43555" y="134007"/>
                          <a:pt x="25645" y="102975"/>
                        </a:cubicBezTo>
                        <a:cubicBezTo>
                          <a:pt x="21256" y="95217"/>
                          <a:pt x="17488" y="87061"/>
                          <a:pt x="14961" y="78505"/>
                        </a:cubicBezTo>
                        <a:cubicBezTo>
                          <a:pt x="12434" y="69993"/>
                          <a:pt x="11016" y="60994"/>
                          <a:pt x="11858" y="52128"/>
                        </a:cubicBezTo>
                        <a:cubicBezTo>
                          <a:pt x="12567" y="43262"/>
                          <a:pt x="15715" y="34617"/>
                          <a:pt x="21035" y="27524"/>
                        </a:cubicBezTo>
                        <a:cubicBezTo>
                          <a:pt x="26354" y="20431"/>
                          <a:pt x="34112" y="15156"/>
                          <a:pt x="42845" y="13649"/>
                        </a:cubicBezTo>
                        <a:cubicBezTo>
                          <a:pt x="51534" y="12053"/>
                          <a:pt x="60622" y="13383"/>
                          <a:pt x="68956" y="16264"/>
                        </a:cubicBezTo>
                        <a:cubicBezTo>
                          <a:pt x="77291" y="19234"/>
                          <a:pt x="85004" y="24022"/>
                          <a:pt x="91388" y="30140"/>
                        </a:cubicBezTo>
                        <a:cubicBezTo>
                          <a:pt x="97860" y="36257"/>
                          <a:pt x="102781" y="43794"/>
                          <a:pt x="106061" y="52039"/>
                        </a:cubicBezTo>
                        <a:cubicBezTo>
                          <a:pt x="109253" y="60329"/>
                          <a:pt x="112002" y="68885"/>
                          <a:pt x="114706" y="77397"/>
                        </a:cubicBezTo>
                        <a:cubicBezTo>
                          <a:pt x="119981" y="94420"/>
                          <a:pt x="124281" y="111975"/>
                          <a:pt x="124636" y="129707"/>
                        </a:cubicBezTo>
                        <a:cubicBezTo>
                          <a:pt x="124858" y="147395"/>
                          <a:pt x="120868" y="165305"/>
                          <a:pt x="112135" y="180688"/>
                        </a:cubicBezTo>
                        <a:lnTo>
                          <a:pt x="113642" y="180156"/>
                        </a:lnTo>
                        <a:cubicBezTo>
                          <a:pt x="103712" y="176210"/>
                          <a:pt x="93560" y="173861"/>
                          <a:pt x="84073" y="169472"/>
                        </a:cubicBezTo>
                        <a:cubicBezTo>
                          <a:pt x="74409" y="165438"/>
                          <a:pt x="64834" y="161182"/>
                          <a:pt x="55923" y="155862"/>
                        </a:cubicBezTo>
                        <a:cubicBezTo>
                          <a:pt x="47012" y="150543"/>
                          <a:pt x="38767" y="144070"/>
                          <a:pt x="32339" y="135958"/>
                        </a:cubicBezTo>
                        <a:cubicBezTo>
                          <a:pt x="25867" y="127890"/>
                          <a:pt x="21079" y="118580"/>
                          <a:pt x="17222" y="108916"/>
                        </a:cubicBezTo>
                        <a:cubicBezTo>
                          <a:pt x="13410" y="99252"/>
                          <a:pt x="10262" y="89189"/>
                          <a:pt x="7336" y="79170"/>
                        </a:cubicBezTo>
                        <a:cubicBezTo>
                          <a:pt x="4499" y="69151"/>
                          <a:pt x="2371" y="58866"/>
                          <a:pt x="2637" y="48581"/>
                        </a:cubicBezTo>
                        <a:cubicBezTo>
                          <a:pt x="2903" y="38341"/>
                          <a:pt x="5652" y="27967"/>
                          <a:pt x="11769" y="19811"/>
                        </a:cubicBezTo>
                        <a:cubicBezTo>
                          <a:pt x="17843" y="11654"/>
                          <a:pt x="27285" y="6378"/>
                          <a:pt x="37215" y="4029"/>
                        </a:cubicBezTo>
                        <a:cubicBezTo>
                          <a:pt x="47190" y="1679"/>
                          <a:pt x="57785" y="2388"/>
                          <a:pt x="67804" y="4827"/>
                        </a:cubicBezTo>
                        <a:cubicBezTo>
                          <a:pt x="72857" y="6068"/>
                          <a:pt x="77778" y="7708"/>
                          <a:pt x="82566" y="9659"/>
                        </a:cubicBezTo>
                        <a:cubicBezTo>
                          <a:pt x="87398" y="11609"/>
                          <a:pt x="92053" y="13870"/>
                          <a:pt x="96397" y="16708"/>
                        </a:cubicBezTo>
                        <a:cubicBezTo>
                          <a:pt x="100697" y="19500"/>
                          <a:pt x="104643" y="22914"/>
                          <a:pt x="107702" y="27037"/>
                        </a:cubicBezTo>
                        <a:cubicBezTo>
                          <a:pt x="110760" y="31115"/>
                          <a:pt x="112933" y="35859"/>
                          <a:pt x="114928" y="40690"/>
                        </a:cubicBezTo>
                        <a:cubicBezTo>
                          <a:pt x="118829" y="50399"/>
                          <a:pt x="122863" y="60107"/>
                          <a:pt x="125789" y="70126"/>
                        </a:cubicBezTo>
                        <a:cubicBezTo>
                          <a:pt x="128847" y="80101"/>
                          <a:pt x="130222" y="90518"/>
                          <a:pt x="130754" y="100936"/>
                        </a:cubicBezTo>
                        <a:cubicBezTo>
                          <a:pt x="131241" y="111398"/>
                          <a:pt x="131640" y="121905"/>
                          <a:pt x="131685" y="132367"/>
                        </a:cubicBezTo>
                        <a:cubicBezTo>
                          <a:pt x="131729" y="142829"/>
                          <a:pt x="131153" y="153336"/>
                          <a:pt x="128980" y="163576"/>
                        </a:cubicBezTo>
                        <a:cubicBezTo>
                          <a:pt x="126853" y="173772"/>
                          <a:pt x="123129" y="183791"/>
                          <a:pt x="117144" y="192391"/>
                        </a:cubicBezTo>
                        <a:lnTo>
                          <a:pt x="117366" y="192524"/>
                        </a:lnTo>
                        <a:cubicBezTo>
                          <a:pt x="123483" y="183968"/>
                          <a:pt x="127385" y="173949"/>
                          <a:pt x="129690" y="163665"/>
                        </a:cubicBezTo>
                        <a:cubicBezTo>
                          <a:pt x="131995" y="153380"/>
                          <a:pt x="132749" y="142829"/>
                          <a:pt x="132837" y="132323"/>
                        </a:cubicBezTo>
                        <a:cubicBezTo>
                          <a:pt x="132882" y="121816"/>
                          <a:pt x="132571" y="111310"/>
                          <a:pt x="132172" y="100803"/>
                        </a:cubicBezTo>
                        <a:cubicBezTo>
                          <a:pt x="131729" y="90297"/>
                          <a:pt x="130355" y="79746"/>
                          <a:pt x="127385" y="69594"/>
                        </a:cubicBezTo>
                        <a:cubicBezTo>
                          <a:pt x="124503" y="59443"/>
                          <a:pt x="120558" y="49690"/>
                          <a:pt x="116701" y="39893"/>
                        </a:cubicBezTo>
                        <a:cubicBezTo>
                          <a:pt x="114750" y="35016"/>
                          <a:pt x="112534" y="30095"/>
                          <a:pt x="109342" y="25751"/>
                        </a:cubicBezTo>
                        <a:cubicBezTo>
                          <a:pt x="106150" y="21407"/>
                          <a:pt x="102027" y="17816"/>
                          <a:pt x="97594" y="14846"/>
                        </a:cubicBezTo>
                        <a:cubicBezTo>
                          <a:pt x="93161" y="11875"/>
                          <a:pt x="88329" y="9526"/>
                          <a:pt x="83453" y="7531"/>
                        </a:cubicBezTo>
                        <a:cubicBezTo>
                          <a:pt x="78576" y="5536"/>
                          <a:pt x="73522" y="3763"/>
                          <a:pt x="68380" y="2477"/>
                        </a:cubicBezTo>
                        <a:cubicBezTo>
                          <a:pt x="58095" y="-138"/>
                          <a:pt x="47145" y="-980"/>
                          <a:pt x="36639" y="1413"/>
                        </a:cubicBezTo>
                        <a:cubicBezTo>
                          <a:pt x="26177" y="3719"/>
                          <a:pt x="16202" y="9393"/>
                          <a:pt x="9641" y="18126"/>
                        </a:cubicBezTo>
                        <a:cubicBezTo>
                          <a:pt x="3125" y="26904"/>
                          <a:pt x="288" y="37765"/>
                          <a:pt x="22" y="48404"/>
                        </a:cubicBezTo>
                        <a:cubicBezTo>
                          <a:pt x="-244" y="59132"/>
                          <a:pt x="1972" y="69639"/>
                          <a:pt x="4809" y="79790"/>
                        </a:cubicBezTo>
                        <a:cubicBezTo>
                          <a:pt x="7780" y="89898"/>
                          <a:pt x="10927" y="99917"/>
                          <a:pt x="14828" y="109758"/>
                        </a:cubicBezTo>
                        <a:cubicBezTo>
                          <a:pt x="18774" y="119555"/>
                          <a:pt x="23650" y="129131"/>
                          <a:pt x="30344" y="137465"/>
                        </a:cubicBezTo>
                        <a:cubicBezTo>
                          <a:pt x="36994" y="145844"/>
                          <a:pt x="45550" y="152538"/>
                          <a:pt x="54637" y="157946"/>
                        </a:cubicBezTo>
                        <a:cubicBezTo>
                          <a:pt x="63770" y="163354"/>
                          <a:pt x="73434" y="167654"/>
                          <a:pt x="83142" y="171688"/>
                        </a:cubicBezTo>
                        <a:cubicBezTo>
                          <a:pt x="92762" y="176121"/>
                          <a:pt x="103180" y="178516"/>
                          <a:pt x="112755" y="182328"/>
                        </a:cubicBezTo>
                        <a:lnTo>
                          <a:pt x="113775" y="182727"/>
                        </a:lnTo>
                        <a:lnTo>
                          <a:pt x="114307" y="181796"/>
                        </a:lnTo>
                        <a:cubicBezTo>
                          <a:pt x="123350" y="165970"/>
                          <a:pt x="127207" y="147617"/>
                          <a:pt x="126853" y="129574"/>
                        </a:cubicBezTo>
                        <a:cubicBezTo>
                          <a:pt x="126365" y="111443"/>
                          <a:pt x="121843" y="93843"/>
                          <a:pt x="116435" y="76732"/>
                        </a:cubicBezTo>
                        <a:cubicBezTo>
                          <a:pt x="113642" y="68176"/>
                          <a:pt x="110893" y="59709"/>
                          <a:pt x="107569" y="51286"/>
                        </a:cubicBezTo>
                        <a:cubicBezTo>
                          <a:pt x="104199" y="42907"/>
                          <a:pt x="99057" y="35149"/>
                          <a:pt x="92407" y="28987"/>
                        </a:cubicBezTo>
                        <a:cubicBezTo>
                          <a:pt x="85846" y="22781"/>
                          <a:pt x="77956" y="17904"/>
                          <a:pt x="69400" y="14934"/>
                        </a:cubicBezTo>
                        <a:cubicBezTo>
                          <a:pt x="60888" y="12008"/>
                          <a:pt x="51623" y="10679"/>
                          <a:pt x="42624" y="12363"/>
                        </a:cubicBezTo>
                        <a:cubicBezTo>
                          <a:pt x="33625" y="13959"/>
                          <a:pt x="25601" y="19500"/>
                          <a:pt x="20237" y="26770"/>
                        </a:cubicBezTo>
                        <a:cubicBezTo>
                          <a:pt x="14828" y="34041"/>
                          <a:pt x="11636" y="42907"/>
                          <a:pt x="11016" y="51906"/>
                        </a:cubicBezTo>
                        <a:cubicBezTo>
                          <a:pt x="9641" y="70082"/>
                          <a:pt x="16025" y="87770"/>
                          <a:pt x="24714" y="103330"/>
                        </a:cubicBezTo>
                        <a:cubicBezTo>
                          <a:pt x="42579" y="134761"/>
                          <a:pt x="73434" y="157591"/>
                          <a:pt x="107569" y="168763"/>
                        </a:cubicBezTo>
                        <a:lnTo>
                          <a:pt x="108145" y="167078"/>
                        </a:lnTo>
                        <a:cubicBezTo>
                          <a:pt x="79064" y="156971"/>
                          <a:pt x="54238" y="135071"/>
                          <a:pt x="41028" y="107276"/>
                        </a:cubicBezTo>
                        <a:cubicBezTo>
                          <a:pt x="34511" y="93400"/>
                          <a:pt x="30388" y="78327"/>
                          <a:pt x="29502" y="62945"/>
                        </a:cubicBezTo>
                        <a:cubicBezTo>
                          <a:pt x="29058" y="55320"/>
                          <a:pt x="29191" y="47518"/>
                          <a:pt x="30433" y="40026"/>
                        </a:cubicBezTo>
                        <a:cubicBezTo>
                          <a:pt x="31142" y="36346"/>
                          <a:pt x="32295" y="32711"/>
                          <a:pt x="34555" y="29785"/>
                        </a:cubicBezTo>
                        <a:cubicBezTo>
                          <a:pt x="36772" y="26859"/>
                          <a:pt x="40008" y="24820"/>
                          <a:pt x="43510" y="23623"/>
                        </a:cubicBezTo>
                        <a:cubicBezTo>
                          <a:pt x="50603" y="21229"/>
                          <a:pt x="58583" y="21761"/>
                          <a:pt x="65809" y="23845"/>
                        </a:cubicBezTo>
                        <a:cubicBezTo>
                          <a:pt x="73123" y="25973"/>
                          <a:pt x="79906" y="29874"/>
                          <a:pt x="85669" y="34839"/>
                        </a:cubicBezTo>
                        <a:cubicBezTo>
                          <a:pt x="97284" y="44946"/>
                          <a:pt x="104731" y="59088"/>
                          <a:pt x="109165" y="73761"/>
                        </a:cubicBezTo>
                        <a:cubicBezTo>
                          <a:pt x="113642" y="88524"/>
                          <a:pt x="114972" y="104128"/>
                          <a:pt x="114484" y="119555"/>
                        </a:cubicBezTo>
                        <a:cubicBezTo>
                          <a:pt x="113952" y="135027"/>
                          <a:pt x="111558" y="150410"/>
                          <a:pt x="107923" y="165482"/>
                        </a:cubicBezTo>
                        <a:lnTo>
                          <a:pt x="108278" y="165793"/>
                        </a:ln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37" name="Forme libre : forme 27136">
                    <a:extLst>
                      <a:ext uri="{FF2B5EF4-FFF2-40B4-BE49-F238E27FC236}">
                        <a16:creationId xmlns:a16="http://schemas.microsoft.com/office/drawing/2014/main" id="{258FEF66-184D-4138-A054-F98E6B39386B}"/>
                      </a:ext>
                    </a:extLst>
                  </p:cNvPr>
                  <p:cNvSpPr/>
                  <p:nvPr/>
                </p:nvSpPr>
                <p:spPr>
                  <a:xfrm>
                    <a:off x="4318913" y="4188218"/>
                    <a:ext cx="162909" cy="209191"/>
                  </a:xfrm>
                  <a:custGeom>
                    <a:avLst/>
                    <a:gdLst>
                      <a:gd name="connsiteX0" fmla="*/ 125448 w 162909"/>
                      <a:gd name="connsiteY0" fmla="*/ 202764 h 209191"/>
                      <a:gd name="connsiteX1" fmla="*/ 59882 w 162909"/>
                      <a:gd name="connsiteY1" fmla="*/ 174215 h 209191"/>
                      <a:gd name="connsiteX2" fmla="*/ 44455 w 162909"/>
                      <a:gd name="connsiteY2" fmla="*/ 165127 h 209191"/>
                      <a:gd name="connsiteX3" fmla="*/ 30180 w 162909"/>
                      <a:gd name="connsiteY3" fmla="*/ 154753 h 209191"/>
                      <a:gd name="connsiteX4" fmla="*/ 12093 w 162909"/>
                      <a:gd name="connsiteY4" fmla="*/ 125052 h 209191"/>
                      <a:gd name="connsiteX5" fmla="*/ 2562 w 162909"/>
                      <a:gd name="connsiteY5" fmla="*/ 90695 h 209191"/>
                      <a:gd name="connsiteX6" fmla="*/ 5399 w 162909"/>
                      <a:gd name="connsiteY6" fmla="*/ 55497 h 209191"/>
                      <a:gd name="connsiteX7" fmla="*/ 11295 w 162909"/>
                      <a:gd name="connsiteY7" fmla="*/ 38606 h 209191"/>
                      <a:gd name="connsiteX8" fmla="*/ 19231 w 162909"/>
                      <a:gd name="connsiteY8" fmla="*/ 22647 h 209191"/>
                      <a:gd name="connsiteX9" fmla="*/ 31111 w 162909"/>
                      <a:gd name="connsiteY9" fmla="*/ 9658 h 209191"/>
                      <a:gd name="connsiteX10" fmla="*/ 47336 w 162909"/>
                      <a:gd name="connsiteY10" fmla="*/ 3275 h 209191"/>
                      <a:gd name="connsiteX11" fmla="*/ 114897 w 162909"/>
                      <a:gd name="connsiteY11" fmla="*/ 18657 h 209191"/>
                      <a:gd name="connsiteX12" fmla="*/ 155371 w 162909"/>
                      <a:gd name="connsiteY12" fmla="*/ 74647 h 209191"/>
                      <a:gd name="connsiteX13" fmla="*/ 159494 w 162909"/>
                      <a:gd name="connsiteY13" fmla="*/ 109802 h 209191"/>
                      <a:gd name="connsiteX14" fmla="*/ 157809 w 162909"/>
                      <a:gd name="connsiteY14" fmla="*/ 145444 h 209191"/>
                      <a:gd name="connsiteX15" fmla="*/ 148411 w 162909"/>
                      <a:gd name="connsiteY15" fmla="*/ 179712 h 209191"/>
                      <a:gd name="connsiteX16" fmla="*/ 128240 w 162909"/>
                      <a:gd name="connsiteY16" fmla="*/ 208926 h 209191"/>
                      <a:gd name="connsiteX17" fmla="*/ 128462 w 162909"/>
                      <a:gd name="connsiteY17" fmla="*/ 209192 h 209191"/>
                      <a:gd name="connsiteX18" fmla="*/ 150007 w 162909"/>
                      <a:gd name="connsiteY18" fmla="*/ 180465 h 209191"/>
                      <a:gd name="connsiteX19" fmla="*/ 160380 w 162909"/>
                      <a:gd name="connsiteY19" fmla="*/ 145843 h 209191"/>
                      <a:gd name="connsiteX20" fmla="*/ 162907 w 162909"/>
                      <a:gd name="connsiteY20" fmla="*/ 109802 h 209191"/>
                      <a:gd name="connsiteX21" fmla="*/ 158917 w 162909"/>
                      <a:gd name="connsiteY21" fmla="*/ 73716 h 209191"/>
                      <a:gd name="connsiteX22" fmla="*/ 116714 w 162909"/>
                      <a:gd name="connsiteY22" fmla="*/ 15865 h 209191"/>
                      <a:gd name="connsiteX23" fmla="*/ 46937 w 162909"/>
                      <a:gd name="connsiteY23" fmla="*/ 1368 h 209191"/>
                      <a:gd name="connsiteX24" fmla="*/ 30180 w 162909"/>
                      <a:gd name="connsiteY24" fmla="*/ 8461 h 209191"/>
                      <a:gd name="connsiteX25" fmla="*/ 18122 w 162909"/>
                      <a:gd name="connsiteY25" fmla="*/ 22026 h 209191"/>
                      <a:gd name="connsiteX26" fmla="*/ 10187 w 162909"/>
                      <a:gd name="connsiteY26" fmla="*/ 38252 h 209191"/>
                      <a:gd name="connsiteX27" fmla="*/ 4158 w 162909"/>
                      <a:gd name="connsiteY27" fmla="*/ 55230 h 209191"/>
                      <a:gd name="connsiteX28" fmla="*/ 567 w 162909"/>
                      <a:gd name="connsiteY28" fmla="*/ 91050 h 209191"/>
                      <a:gd name="connsiteX29" fmla="*/ 4158 w 162909"/>
                      <a:gd name="connsiteY29" fmla="*/ 108782 h 209191"/>
                      <a:gd name="connsiteX30" fmla="*/ 9256 w 162909"/>
                      <a:gd name="connsiteY30" fmla="*/ 126116 h 209191"/>
                      <a:gd name="connsiteX31" fmla="*/ 28008 w 162909"/>
                      <a:gd name="connsiteY31" fmla="*/ 157192 h 209191"/>
                      <a:gd name="connsiteX32" fmla="*/ 42859 w 162909"/>
                      <a:gd name="connsiteY32" fmla="*/ 167742 h 209191"/>
                      <a:gd name="connsiteX33" fmla="*/ 58508 w 162909"/>
                      <a:gd name="connsiteY33" fmla="*/ 176742 h 209191"/>
                      <a:gd name="connsiteX34" fmla="*/ 125359 w 162909"/>
                      <a:gd name="connsiteY34" fmla="*/ 203207 h 209191"/>
                      <a:gd name="connsiteX35" fmla="*/ 125448 w 162909"/>
                      <a:gd name="connsiteY35" fmla="*/ 202764 h 209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62909" h="209191">
                        <a:moveTo>
                          <a:pt x="125448" y="202764"/>
                        </a:moveTo>
                        <a:cubicBezTo>
                          <a:pt x="102396" y="196159"/>
                          <a:pt x="80629" y="186007"/>
                          <a:pt x="59882" y="174215"/>
                        </a:cubicBezTo>
                        <a:cubicBezTo>
                          <a:pt x="54695" y="171289"/>
                          <a:pt x="49553" y="168230"/>
                          <a:pt x="44455" y="165127"/>
                        </a:cubicBezTo>
                        <a:cubicBezTo>
                          <a:pt x="39401" y="161979"/>
                          <a:pt x="34480" y="158699"/>
                          <a:pt x="30180" y="154753"/>
                        </a:cubicBezTo>
                        <a:cubicBezTo>
                          <a:pt x="21492" y="146951"/>
                          <a:pt x="15994" y="136223"/>
                          <a:pt x="12093" y="125052"/>
                        </a:cubicBezTo>
                        <a:cubicBezTo>
                          <a:pt x="8281" y="113836"/>
                          <a:pt x="4468" y="102354"/>
                          <a:pt x="2562" y="90695"/>
                        </a:cubicBezTo>
                        <a:cubicBezTo>
                          <a:pt x="656" y="78992"/>
                          <a:pt x="2075" y="66934"/>
                          <a:pt x="5399" y="55497"/>
                        </a:cubicBezTo>
                        <a:cubicBezTo>
                          <a:pt x="7040" y="49778"/>
                          <a:pt x="8990" y="44103"/>
                          <a:pt x="11295" y="38606"/>
                        </a:cubicBezTo>
                        <a:cubicBezTo>
                          <a:pt x="13556" y="33065"/>
                          <a:pt x="16083" y="27657"/>
                          <a:pt x="19231" y="22647"/>
                        </a:cubicBezTo>
                        <a:cubicBezTo>
                          <a:pt x="22378" y="17638"/>
                          <a:pt x="26279" y="13027"/>
                          <a:pt x="31111" y="9658"/>
                        </a:cubicBezTo>
                        <a:cubicBezTo>
                          <a:pt x="35899" y="6289"/>
                          <a:pt x="41573" y="4294"/>
                          <a:pt x="47336" y="3275"/>
                        </a:cubicBezTo>
                        <a:cubicBezTo>
                          <a:pt x="70743" y="-316"/>
                          <a:pt x="95258" y="5801"/>
                          <a:pt x="114897" y="18657"/>
                        </a:cubicBezTo>
                        <a:cubicBezTo>
                          <a:pt x="134624" y="31602"/>
                          <a:pt x="149032" y="52039"/>
                          <a:pt x="155371" y="74647"/>
                        </a:cubicBezTo>
                        <a:cubicBezTo>
                          <a:pt x="158607" y="85952"/>
                          <a:pt x="159228" y="97877"/>
                          <a:pt x="159494" y="109802"/>
                        </a:cubicBezTo>
                        <a:cubicBezTo>
                          <a:pt x="159715" y="121727"/>
                          <a:pt x="159449" y="133652"/>
                          <a:pt x="157809" y="145444"/>
                        </a:cubicBezTo>
                        <a:cubicBezTo>
                          <a:pt x="156213" y="157236"/>
                          <a:pt x="153287" y="168851"/>
                          <a:pt x="148411" y="179712"/>
                        </a:cubicBezTo>
                        <a:cubicBezTo>
                          <a:pt x="143579" y="190528"/>
                          <a:pt x="136974" y="200725"/>
                          <a:pt x="128240" y="208926"/>
                        </a:cubicBezTo>
                        <a:lnTo>
                          <a:pt x="128462" y="209192"/>
                        </a:lnTo>
                        <a:cubicBezTo>
                          <a:pt x="137550" y="201345"/>
                          <a:pt x="144865" y="191415"/>
                          <a:pt x="150007" y="180465"/>
                        </a:cubicBezTo>
                        <a:cubicBezTo>
                          <a:pt x="155238" y="169560"/>
                          <a:pt x="158474" y="157768"/>
                          <a:pt x="160380" y="145843"/>
                        </a:cubicBezTo>
                        <a:cubicBezTo>
                          <a:pt x="162287" y="133918"/>
                          <a:pt x="162863" y="121815"/>
                          <a:pt x="162907" y="109802"/>
                        </a:cubicBezTo>
                        <a:cubicBezTo>
                          <a:pt x="162952" y="97788"/>
                          <a:pt x="162198" y="85553"/>
                          <a:pt x="158917" y="73716"/>
                        </a:cubicBezTo>
                        <a:cubicBezTo>
                          <a:pt x="152578" y="50132"/>
                          <a:pt x="137284" y="29031"/>
                          <a:pt x="116714" y="15865"/>
                        </a:cubicBezTo>
                        <a:cubicBezTo>
                          <a:pt x="96189" y="2698"/>
                          <a:pt x="70876" y="-2799"/>
                          <a:pt x="46937" y="1368"/>
                        </a:cubicBezTo>
                        <a:cubicBezTo>
                          <a:pt x="40997" y="2565"/>
                          <a:pt x="35101" y="4782"/>
                          <a:pt x="30180" y="8461"/>
                        </a:cubicBezTo>
                        <a:cubicBezTo>
                          <a:pt x="25260" y="12096"/>
                          <a:pt x="21314" y="16884"/>
                          <a:pt x="18122" y="22026"/>
                        </a:cubicBezTo>
                        <a:cubicBezTo>
                          <a:pt x="14931" y="27169"/>
                          <a:pt x="12448" y="32666"/>
                          <a:pt x="10187" y="38252"/>
                        </a:cubicBezTo>
                        <a:cubicBezTo>
                          <a:pt x="7971" y="43837"/>
                          <a:pt x="5843" y="49467"/>
                          <a:pt x="4158" y="55230"/>
                        </a:cubicBezTo>
                        <a:cubicBezTo>
                          <a:pt x="789" y="66756"/>
                          <a:pt x="-984" y="78992"/>
                          <a:pt x="567" y="91050"/>
                        </a:cubicBezTo>
                        <a:cubicBezTo>
                          <a:pt x="1321" y="97079"/>
                          <a:pt x="2651" y="102975"/>
                          <a:pt x="4158" y="108782"/>
                        </a:cubicBezTo>
                        <a:cubicBezTo>
                          <a:pt x="5710" y="114590"/>
                          <a:pt x="7306" y="120397"/>
                          <a:pt x="9256" y="126116"/>
                        </a:cubicBezTo>
                        <a:cubicBezTo>
                          <a:pt x="13113" y="137464"/>
                          <a:pt x="18610" y="148990"/>
                          <a:pt x="28008" y="157192"/>
                        </a:cubicBezTo>
                        <a:cubicBezTo>
                          <a:pt x="32619" y="161270"/>
                          <a:pt x="37717" y="164639"/>
                          <a:pt x="42859" y="167742"/>
                        </a:cubicBezTo>
                        <a:cubicBezTo>
                          <a:pt x="48001" y="170846"/>
                          <a:pt x="53188" y="173860"/>
                          <a:pt x="58508" y="176742"/>
                        </a:cubicBezTo>
                        <a:cubicBezTo>
                          <a:pt x="79565" y="188268"/>
                          <a:pt x="101952" y="197754"/>
                          <a:pt x="125359" y="203207"/>
                        </a:cubicBezTo>
                        <a:lnTo>
                          <a:pt x="125448" y="202764"/>
                        </a:ln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38" name="Forme libre : forme 27137">
                    <a:extLst>
                      <a:ext uri="{FF2B5EF4-FFF2-40B4-BE49-F238E27FC236}">
                        <a16:creationId xmlns:a16="http://schemas.microsoft.com/office/drawing/2014/main" id="{8DF5280E-05C0-401B-A92D-4A106CCD2FC2}"/>
                      </a:ext>
                    </a:extLst>
                  </p:cNvPr>
                  <p:cNvSpPr/>
                  <p:nvPr/>
                </p:nvSpPr>
                <p:spPr>
                  <a:xfrm>
                    <a:off x="4388805" y="4254409"/>
                    <a:ext cx="61009" cy="154836"/>
                  </a:xfrm>
                  <a:custGeom>
                    <a:avLst/>
                    <a:gdLst>
                      <a:gd name="connsiteX0" fmla="*/ 8743 w 61009"/>
                      <a:gd name="connsiteY0" fmla="*/ 964 h 154836"/>
                      <a:gd name="connsiteX1" fmla="*/ 13841 w 61009"/>
                      <a:gd name="connsiteY1" fmla="*/ 8323 h 154836"/>
                      <a:gd name="connsiteX2" fmla="*/ 15304 w 61009"/>
                      <a:gd name="connsiteY2" fmla="*/ 26321 h 154836"/>
                      <a:gd name="connsiteX3" fmla="*/ 17875 w 61009"/>
                      <a:gd name="connsiteY3" fmla="*/ 35852 h 154836"/>
                      <a:gd name="connsiteX4" fmla="*/ 32460 w 61009"/>
                      <a:gd name="connsiteY4" fmla="*/ 73046 h 154836"/>
                      <a:gd name="connsiteX5" fmla="*/ 40661 w 61009"/>
                      <a:gd name="connsiteY5" fmla="*/ 87897 h 154836"/>
                      <a:gd name="connsiteX6" fmla="*/ 61009 w 61009"/>
                      <a:gd name="connsiteY6" fmla="*/ 154836 h 154836"/>
                      <a:gd name="connsiteX7" fmla="*/ 13841 w 61009"/>
                      <a:gd name="connsiteY7" fmla="*/ 39221 h 154836"/>
                      <a:gd name="connsiteX8" fmla="*/ 9186 w 61009"/>
                      <a:gd name="connsiteY8" fmla="*/ 28670 h 154836"/>
                      <a:gd name="connsiteX9" fmla="*/ 1517 w 61009"/>
                      <a:gd name="connsiteY9" fmla="*/ 17189 h 154836"/>
                      <a:gd name="connsiteX10" fmla="*/ 8743 w 61009"/>
                      <a:gd name="connsiteY10" fmla="*/ 964 h 154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1009" h="154836">
                        <a:moveTo>
                          <a:pt x="8743" y="964"/>
                        </a:moveTo>
                        <a:cubicBezTo>
                          <a:pt x="11491" y="2338"/>
                          <a:pt x="13043" y="5353"/>
                          <a:pt x="13841" y="8323"/>
                        </a:cubicBezTo>
                        <a:cubicBezTo>
                          <a:pt x="15348" y="14174"/>
                          <a:pt x="14373" y="20336"/>
                          <a:pt x="15304" y="26321"/>
                        </a:cubicBezTo>
                        <a:cubicBezTo>
                          <a:pt x="15791" y="29601"/>
                          <a:pt x="16855" y="32705"/>
                          <a:pt x="17875" y="35852"/>
                        </a:cubicBezTo>
                        <a:cubicBezTo>
                          <a:pt x="22086" y="48486"/>
                          <a:pt x="26298" y="61209"/>
                          <a:pt x="32460" y="73046"/>
                        </a:cubicBezTo>
                        <a:cubicBezTo>
                          <a:pt x="35075" y="78055"/>
                          <a:pt x="38046" y="82887"/>
                          <a:pt x="40661" y="87897"/>
                        </a:cubicBezTo>
                        <a:cubicBezTo>
                          <a:pt x="51522" y="108644"/>
                          <a:pt x="56310" y="131917"/>
                          <a:pt x="61009" y="154836"/>
                        </a:cubicBezTo>
                        <a:cubicBezTo>
                          <a:pt x="53872" y="113697"/>
                          <a:pt x="28913" y="78144"/>
                          <a:pt x="13841" y="39221"/>
                        </a:cubicBezTo>
                        <a:cubicBezTo>
                          <a:pt x="12467" y="35630"/>
                          <a:pt x="11137" y="31995"/>
                          <a:pt x="9186" y="28670"/>
                        </a:cubicBezTo>
                        <a:cubicBezTo>
                          <a:pt x="6837" y="24681"/>
                          <a:pt x="3645" y="21267"/>
                          <a:pt x="1517" y="17189"/>
                        </a:cubicBezTo>
                        <a:cubicBezTo>
                          <a:pt x="-1143" y="12135"/>
                          <a:pt x="-1187" y="-4090"/>
                          <a:pt x="8743" y="964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39" name="Forme libre : forme 27138">
                    <a:extLst>
                      <a:ext uri="{FF2B5EF4-FFF2-40B4-BE49-F238E27FC236}">
                        <a16:creationId xmlns:a16="http://schemas.microsoft.com/office/drawing/2014/main" id="{F6A0F9D5-9677-4595-A862-C2465C2E33C1}"/>
                      </a:ext>
                    </a:extLst>
                  </p:cNvPr>
                  <p:cNvSpPr/>
                  <p:nvPr/>
                </p:nvSpPr>
                <p:spPr>
                  <a:xfrm>
                    <a:off x="4388061" y="4203550"/>
                    <a:ext cx="71155" cy="115038"/>
                  </a:xfrm>
                  <a:custGeom>
                    <a:avLst/>
                    <a:gdLst>
                      <a:gd name="connsiteX0" fmla="*/ 0 w 71155"/>
                      <a:gd name="connsiteY0" fmla="*/ 0 h 115038"/>
                      <a:gd name="connsiteX1" fmla="*/ 47833 w 71155"/>
                      <a:gd name="connsiteY1" fmla="*/ 24648 h 115038"/>
                      <a:gd name="connsiteX2" fmla="*/ 71107 w 71155"/>
                      <a:gd name="connsiteY2" fmla="*/ 115039 h 115038"/>
                      <a:gd name="connsiteX3" fmla="*/ 60290 w 71155"/>
                      <a:gd name="connsiteY3" fmla="*/ 61487 h 115038"/>
                      <a:gd name="connsiteX4" fmla="*/ 32096 w 71155"/>
                      <a:gd name="connsiteY4" fmla="*/ 13743 h 115038"/>
                      <a:gd name="connsiteX5" fmla="*/ 0 w 71155"/>
                      <a:gd name="connsiteY5" fmla="*/ 0 h 115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155" h="115038">
                        <a:moveTo>
                          <a:pt x="0" y="0"/>
                        </a:moveTo>
                        <a:cubicBezTo>
                          <a:pt x="0" y="0"/>
                          <a:pt x="37593" y="4256"/>
                          <a:pt x="47833" y="24648"/>
                        </a:cubicBezTo>
                        <a:cubicBezTo>
                          <a:pt x="58074" y="45040"/>
                          <a:pt x="72082" y="79840"/>
                          <a:pt x="71107" y="115039"/>
                        </a:cubicBezTo>
                        <a:cubicBezTo>
                          <a:pt x="71107" y="115039"/>
                          <a:pt x="69954" y="81569"/>
                          <a:pt x="60290" y="61487"/>
                        </a:cubicBezTo>
                        <a:cubicBezTo>
                          <a:pt x="50626" y="41405"/>
                          <a:pt x="49917" y="21988"/>
                          <a:pt x="32096" y="13743"/>
                        </a:cubicBezTo>
                        <a:cubicBezTo>
                          <a:pt x="14275" y="5497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40" name="Forme libre : forme 27139">
                    <a:extLst>
                      <a:ext uri="{FF2B5EF4-FFF2-40B4-BE49-F238E27FC236}">
                        <a16:creationId xmlns:a16="http://schemas.microsoft.com/office/drawing/2014/main" id="{1A4BDB7F-8689-4402-A024-1DE7729EEED5}"/>
                      </a:ext>
                    </a:extLst>
                  </p:cNvPr>
                  <p:cNvSpPr/>
                  <p:nvPr/>
                </p:nvSpPr>
                <p:spPr>
                  <a:xfrm>
                    <a:off x="4343082" y="4217913"/>
                    <a:ext cx="25650" cy="100099"/>
                  </a:xfrm>
                  <a:custGeom>
                    <a:avLst/>
                    <a:gdLst>
                      <a:gd name="connsiteX0" fmla="*/ 17361 w 25650"/>
                      <a:gd name="connsiteY0" fmla="*/ 0 h 100099"/>
                      <a:gd name="connsiteX1" fmla="*/ 27 w 25650"/>
                      <a:gd name="connsiteY1" fmla="*/ 33559 h 100099"/>
                      <a:gd name="connsiteX2" fmla="*/ 25651 w 25650"/>
                      <a:gd name="connsiteY2" fmla="*/ 100099 h 100099"/>
                      <a:gd name="connsiteX3" fmla="*/ 6677 w 25650"/>
                      <a:gd name="connsiteY3" fmla="*/ 56610 h 100099"/>
                      <a:gd name="connsiteX4" fmla="*/ 17361 w 25650"/>
                      <a:gd name="connsiteY4" fmla="*/ 0 h 100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650" h="100099">
                        <a:moveTo>
                          <a:pt x="17361" y="0"/>
                        </a:moveTo>
                        <a:cubicBezTo>
                          <a:pt x="17361" y="0"/>
                          <a:pt x="825" y="11171"/>
                          <a:pt x="27" y="33559"/>
                        </a:cubicBezTo>
                        <a:cubicBezTo>
                          <a:pt x="-815" y="55946"/>
                          <a:pt x="17937" y="92829"/>
                          <a:pt x="25651" y="100099"/>
                        </a:cubicBezTo>
                        <a:cubicBezTo>
                          <a:pt x="25651" y="100099"/>
                          <a:pt x="11243" y="76648"/>
                          <a:pt x="6677" y="56610"/>
                        </a:cubicBezTo>
                        <a:cubicBezTo>
                          <a:pt x="2067" y="36529"/>
                          <a:pt x="1402" y="14762"/>
                          <a:pt x="17361" y="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41" name="Forme libre : forme 27140">
                    <a:extLst>
                      <a:ext uri="{FF2B5EF4-FFF2-40B4-BE49-F238E27FC236}">
                        <a16:creationId xmlns:a16="http://schemas.microsoft.com/office/drawing/2014/main" id="{98495971-17A3-4505-9B6E-55BDA253B0E4}"/>
                      </a:ext>
                    </a:extLst>
                  </p:cNvPr>
                  <p:cNvSpPr/>
                  <p:nvPr/>
                </p:nvSpPr>
                <p:spPr>
                  <a:xfrm>
                    <a:off x="4360441" y="4222166"/>
                    <a:ext cx="38170" cy="26468"/>
                  </a:xfrm>
                  <a:custGeom>
                    <a:avLst/>
                    <a:gdLst>
                      <a:gd name="connsiteX0" fmla="*/ 38171 w 38170"/>
                      <a:gd name="connsiteY0" fmla="*/ 2973 h 26468"/>
                      <a:gd name="connsiteX1" fmla="*/ 2 w 38170"/>
                      <a:gd name="connsiteY1" fmla="*/ 26468 h 26468"/>
                      <a:gd name="connsiteX2" fmla="*/ 38171 w 38170"/>
                      <a:gd name="connsiteY2" fmla="*/ 2973 h 26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8170" h="26468">
                        <a:moveTo>
                          <a:pt x="38171" y="2973"/>
                        </a:moveTo>
                        <a:cubicBezTo>
                          <a:pt x="38171" y="2973"/>
                          <a:pt x="-176" y="-12321"/>
                          <a:pt x="2" y="26468"/>
                        </a:cubicBezTo>
                        <a:cubicBezTo>
                          <a:pt x="2" y="26468"/>
                          <a:pt x="-885" y="-6071"/>
                          <a:pt x="38171" y="2973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42" name="Forme libre : forme 27141">
                    <a:extLst>
                      <a:ext uri="{FF2B5EF4-FFF2-40B4-BE49-F238E27FC236}">
                        <a16:creationId xmlns:a16="http://schemas.microsoft.com/office/drawing/2014/main" id="{E561898A-DF4B-4290-B082-6A865A361445}"/>
                      </a:ext>
                    </a:extLst>
                  </p:cNvPr>
                  <p:cNvSpPr/>
                  <p:nvPr/>
                </p:nvSpPr>
                <p:spPr>
                  <a:xfrm>
                    <a:off x="4323825" y="4266500"/>
                    <a:ext cx="79840" cy="105862"/>
                  </a:xfrm>
                  <a:custGeom>
                    <a:avLst/>
                    <a:gdLst>
                      <a:gd name="connsiteX0" fmla="*/ 0 w 79840"/>
                      <a:gd name="connsiteY0" fmla="*/ 0 h 105862"/>
                      <a:gd name="connsiteX1" fmla="*/ 19949 w 79840"/>
                      <a:gd name="connsiteY1" fmla="*/ 65876 h 105862"/>
                      <a:gd name="connsiteX2" fmla="*/ 79840 w 79840"/>
                      <a:gd name="connsiteY2" fmla="*/ 105862 h 105862"/>
                      <a:gd name="connsiteX3" fmla="*/ 29746 w 79840"/>
                      <a:gd name="connsiteY3" fmla="*/ 71329 h 105862"/>
                      <a:gd name="connsiteX4" fmla="*/ 0 w 79840"/>
                      <a:gd name="connsiteY4" fmla="*/ 0 h 105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40" h="105862">
                        <a:moveTo>
                          <a:pt x="0" y="0"/>
                        </a:moveTo>
                        <a:cubicBezTo>
                          <a:pt x="0" y="0"/>
                          <a:pt x="1951" y="42380"/>
                          <a:pt x="19949" y="65876"/>
                        </a:cubicBezTo>
                        <a:cubicBezTo>
                          <a:pt x="37947" y="89371"/>
                          <a:pt x="79840" y="105862"/>
                          <a:pt x="79840" y="105862"/>
                        </a:cubicBezTo>
                        <a:cubicBezTo>
                          <a:pt x="79840" y="105862"/>
                          <a:pt x="40075" y="82190"/>
                          <a:pt x="29746" y="71329"/>
                        </a:cubicBezTo>
                        <a:cubicBezTo>
                          <a:pt x="19417" y="60468"/>
                          <a:pt x="3502" y="3883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43" name="Forme libre : forme 27142">
                    <a:extLst>
                      <a:ext uri="{FF2B5EF4-FFF2-40B4-BE49-F238E27FC236}">
                        <a16:creationId xmlns:a16="http://schemas.microsoft.com/office/drawing/2014/main" id="{310CE9F6-C871-48A7-AC7D-19A1C4CA59CD}"/>
                      </a:ext>
                    </a:extLst>
                  </p:cNvPr>
                  <p:cNvSpPr/>
                  <p:nvPr/>
                </p:nvSpPr>
                <p:spPr>
                  <a:xfrm>
                    <a:off x="4445514" y="4219642"/>
                    <a:ext cx="30886" cy="159547"/>
                  </a:xfrm>
                  <a:custGeom>
                    <a:avLst/>
                    <a:gdLst>
                      <a:gd name="connsiteX0" fmla="*/ 0 w 30886"/>
                      <a:gd name="connsiteY0" fmla="*/ 0 h 159547"/>
                      <a:gd name="connsiteX1" fmla="*/ 30056 w 30886"/>
                      <a:gd name="connsiteY1" fmla="*/ 68048 h 159547"/>
                      <a:gd name="connsiteX2" fmla="*/ 13299 w 30886"/>
                      <a:gd name="connsiteY2" fmla="*/ 159547 h 159547"/>
                      <a:gd name="connsiteX3" fmla="*/ 28593 w 30886"/>
                      <a:gd name="connsiteY3" fmla="*/ 93716 h 159547"/>
                      <a:gd name="connsiteX4" fmla="*/ 0 w 30886"/>
                      <a:gd name="connsiteY4" fmla="*/ 0 h 159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886" h="159547">
                        <a:moveTo>
                          <a:pt x="0" y="0"/>
                        </a:moveTo>
                        <a:cubicBezTo>
                          <a:pt x="0" y="0"/>
                          <a:pt x="25756" y="19683"/>
                          <a:pt x="30056" y="68048"/>
                        </a:cubicBezTo>
                        <a:cubicBezTo>
                          <a:pt x="34356" y="116458"/>
                          <a:pt x="20924" y="146470"/>
                          <a:pt x="13299" y="159547"/>
                        </a:cubicBezTo>
                        <a:cubicBezTo>
                          <a:pt x="13299" y="159547"/>
                          <a:pt x="29835" y="118231"/>
                          <a:pt x="28593" y="93716"/>
                        </a:cubicBezTo>
                        <a:cubicBezTo>
                          <a:pt x="27352" y="69245"/>
                          <a:pt x="23628" y="2708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44" name="Forme libre : forme 27143">
                    <a:extLst>
                      <a:ext uri="{FF2B5EF4-FFF2-40B4-BE49-F238E27FC236}">
                        <a16:creationId xmlns:a16="http://schemas.microsoft.com/office/drawing/2014/main" id="{4D14682F-9EF3-41BB-AF1D-3E83FB389680}"/>
                      </a:ext>
                    </a:extLst>
                  </p:cNvPr>
                  <p:cNvSpPr/>
                  <p:nvPr/>
                </p:nvSpPr>
                <p:spPr>
                  <a:xfrm>
                    <a:off x="4391252" y="4243271"/>
                    <a:ext cx="30189" cy="56699"/>
                  </a:xfrm>
                  <a:custGeom>
                    <a:avLst/>
                    <a:gdLst>
                      <a:gd name="connsiteX0" fmla="*/ 0 w 30189"/>
                      <a:gd name="connsiteY0" fmla="*/ 0 h 56699"/>
                      <a:gd name="connsiteX1" fmla="*/ 20791 w 30189"/>
                      <a:gd name="connsiteY1" fmla="*/ 11836 h 56699"/>
                      <a:gd name="connsiteX2" fmla="*/ 30189 w 30189"/>
                      <a:gd name="connsiteY2" fmla="*/ 56699 h 56699"/>
                      <a:gd name="connsiteX3" fmla="*/ 14541 w 30189"/>
                      <a:gd name="connsiteY3" fmla="*/ 7581 h 56699"/>
                      <a:gd name="connsiteX4" fmla="*/ 0 w 30189"/>
                      <a:gd name="connsiteY4" fmla="*/ 0 h 56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89" h="56699">
                        <a:moveTo>
                          <a:pt x="0" y="0"/>
                        </a:moveTo>
                        <a:cubicBezTo>
                          <a:pt x="0" y="0"/>
                          <a:pt x="14940" y="133"/>
                          <a:pt x="20791" y="11836"/>
                        </a:cubicBezTo>
                        <a:cubicBezTo>
                          <a:pt x="26643" y="23540"/>
                          <a:pt x="29613" y="53108"/>
                          <a:pt x="30189" y="56699"/>
                        </a:cubicBezTo>
                        <a:cubicBezTo>
                          <a:pt x="30189" y="56699"/>
                          <a:pt x="24958" y="17023"/>
                          <a:pt x="14541" y="7581"/>
                        </a:cubicBezTo>
                        <a:cubicBezTo>
                          <a:pt x="6251" y="89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45" name="Forme libre : forme 27144">
                    <a:extLst>
                      <a:ext uri="{FF2B5EF4-FFF2-40B4-BE49-F238E27FC236}">
                        <a16:creationId xmlns:a16="http://schemas.microsoft.com/office/drawing/2014/main" id="{22F48C00-9292-4B72-8C2A-E87AEEAB00EC}"/>
                      </a:ext>
                    </a:extLst>
                  </p:cNvPr>
                  <p:cNvSpPr/>
                  <p:nvPr/>
                </p:nvSpPr>
                <p:spPr>
                  <a:xfrm>
                    <a:off x="4344749" y="4194453"/>
                    <a:ext cx="63671" cy="13131"/>
                  </a:xfrm>
                  <a:custGeom>
                    <a:avLst/>
                    <a:gdLst>
                      <a:gd name="connsiteX0" fmla="*/ 63659 w 63671"/>
                      <a:gd name="connsiteY0" fmla="*/ 5728 h 13131"/>
                      <a:gd name="connsiteX1" fmla="*/ 0 w 63671"/>
                      <a:gd name="connsiteY1" fmla="*/ 13131 h 13131"/>
                      <a:gd name="connsiteX2" fmla="*/ 63659 w 63671"/>
                      <a:gd name="connsiteY2" fmla="*/ 5728 h 13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3671" h="13131">
                        <a:moveTo>
                          <a:pt x="63659" y="5728"/>
                        </a:moveTo>
                        <a:cubicBezTo>
                          <a:pt x="64502" y="6038"/>
                          <a:pt x="22875" y="-7217"/>
                          <a:pt x="0" y="13131"/>
                        </a:cubicBezTo>
                        <a:cubicBezTo>
                          <a:pt x="0" y="13131"/>
                          <a:pt x="16048" y="-10586"/>
                          <a:pt x="63659" y="5728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46" name="Forme libre : forme 27145">
                    <a:extLst>
                      <a:ext uri="{FF2B5EF4-FFF2-40B4-BE49-F238E27FC236}">
                        <a16:creationId xmlns:a16="http://schemas.microsoft.com/office/drawing/2014/main" id="{31B0715A-D154-4463-8478-C070E378554C}"/>
                      </a:ext>
                    </a:extLst>
                  </p:cNvPr>
                  <p:cNvSpPr/>
                  <p:nvPr/>
                </p:nvSpPr>
                <p:spPr>
                  <a:xfrm>
                    <a:off x="4344838" y="4346429"/>
                    <a:ext cx="98326" cy="49340"/>
                  </a:xfrm>
                  <a:custGeom>
                    <a:avLst/>
                    <a:gdLst>
                      <a:gd name="connsiteX0" fmla="*/ 0 w 98326"/>
                      <a:gd name="connsiteY0" fmla="*/ 0 h 49340"/>
                      <a:gd name="connsiteX1" fmla="*/ 98326 w 98326"/>
                      <a:gd name="connsiteY1" fmla="*/ 49340 h 49340"/>
                      <a:gd name="connsiteX2" fmla="*/ 0 w 98326"/>
                      <a:gd name="connsiteY2" fmla="*/ 0 h 49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8326" h="49340">
                        <a:moveTo>
                          <a:pt x="0" y="0"/>
                        </a:moveTo>
                        <a:cubicBezTo>
                          <a:pt x="0" y="0"/>
                          <a:pt x="51247" y="38435"/>
                          <a:pt x="98326" y="49340"/>
                        </a:cubicBezTo>
                        <a:cubicBezTo>
                          <a:pt x="98326" y="49340"/>
                          <a:pt x="52089" y="4676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DE69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47" name="Forme libre : forme 27146">
                    <a:extLst>
                      <a:ext uri="{FF2B5EF4-FFF2-40B4-BE49-F238E27FC236}">
                        <a16:creationId xmlns:a16="http://schemas.microsoft.com/office/drawing/2014/main" id="{70D4CB4F-2096-4CFF-B766-40BE4D66FC4F}"/>
                      </a:ext>
                    </a:extLst>
                  </p:cNvPr>
                  <p:cNvSpPr/>
                  <p:nvPr/>
                </p:nvSpPr>
                <p:spPr>
                  <a:xfrm>
                    <a:off x="4426699" y="4213701"/>
                    <a:ext cx="13758" cy="13191"/>
                  </a:xfrm>
                  <a:custGeom>
                    <a:avLst/>
                    <a:gdLst>
                      <a:gd name="connsiteX0" fmla="*/ 373 w 13758"/>
                      <a:gd name="connsiteY0" fmla="*/ 887 h 13191"/>
                      <a:gd name="connsiteX1" fmla="*/ 13583 w 13758"/>
                      <a:gd name="connsiteY1" fmla="*/ 12546 h 13191"/>
                      <a:gd name="connsiteX2" fmla="*/ 373 w 13758"/>
                      <a:gd name="connsiteY2" fmla="*/ 887 h 13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758" h="13191">
                        <a:moveTo>
                          <a:pt x="373" y="887"/>
                        </a:moveTo>
                        <a:cubicBezTo>
                          <a:pt x="2545" y="-3457"/>
                          <a:pt x="15401" y="9399"/>
                          <a:pt x="13583" y="12546"/>
                        </a:cubicBezTo>
                        <a:cubicBezTo>
                          <a:pt x="11766" y="15694"/>
                          <a:pt x="-2464" y="6606"/>
                          <a:pt x="373" y="887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48" name="Forme libre : forme 27147">
                    <a:extLst>
                      <a:ext uri="{FF2B5EF4-FFF2-40B4-BE49-F238E27FC236}">
                        <a16:creationId xmlns:a16="http://schemas.microsoft.com/office/drawing/2014/main" id="{E509C600-DED2-4D75-8C0F-63B4921972A4}"/>
                      </a:ext>
                    </a:extLst>
                  </p:cNvPr>
                  <p:cNvSpPr/>
                  <p:nvPr/>
                </p:nvSpPr>
                <p:spPr>
                  <a:xfrm rot="-5365626">
                    <a:off x="4383512" y="4210498"/>
                    <a:ext cx="5940" cy="17731"/>
                  </a:xfrm>
                  <a:custGeom>
                    <a:avLst/>
                    <a:gdLst>
                      <a:gd name="connsiteX0" fmla="*/ 5940 w 5940"/>
                      <a:gd name="connsiteY0" fmla="*/ 8866 h 17731"/>
                      <a:gd name="connsiteX1" fmla="*/ 2970 w 5940"/>
                      <a:gd name="connsiteY1" fmla="*/ 17732 h 17731"/>
                      <a:gd name="connsiteX2" fmla="*/ 0 w 5940"/>
                      <a:gd name="connsiteY2" fmla="*/ 8866 h 17731"/>
                      <a:gd name="connsiteX3" fmla="*/ 2970 w 5940"/>
                      <a:gd name="connsiteY3" fmla="*/ 0 h 17731"/>
                      <a:gd name="connsiteX4" fmla="*/ 5940 w 5940"/>
                      <a:gd name="connsiteY4" fmla="*/ 8866 h 17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0" h="17731">
                        <a:moveTo>
                          <a:pt x="5940" y="8866"/>
                        </a:moveTo>
                        <a:cubicBezTo>
                          <a:pt x="5940" y="13762"/>
                          <a:pt x="4610" y="17732"/>
                          <a:pt x="2970" y="17732"/>
                        </a:cubicBezTo>
                        <a:cubicBezTo>
                          <a:pt x="1330" y="17732"/>
                          <a:pt x="0" y="13762"/>
                          <a:pt x="0" y="8866"/>
                        </a:cubicBezTo>
                        <a:cubicBezTo>
                          <a:pt x="0" y="3970"/>
                          <a:pt x="1330" y="0"/>
                          <a:pt x="2970" y="0"/>
                        </a:cubicBezTo>
                        <a:cubicBezTo>
                          <a:pt x="4610" y="0"/>
                          <a:pt x="5940" y="3970"/>
                          <a:pt x="5940" y="8866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49" name="Forme libre : forme 27148">
                    <a:extLst>
                      <a:ext uri="{FF2B5EF4-FFF2-40B4-BE49-F238E27FC236}">
                        <a16:creationId xmlns:a16="http://schemas.microsoft.com/office/drawing/2014/main" id="{8E75C395-7403-46A3-956B-14B8CF9D2ECB}"/>
                      </a:ext>
                    </a:extLst>
                  </p:cNvPr>
                  <p:cNvSpPr/>
                  <p:nvPr/>
                </p:nvSpPr>
                <p:spPr>
                  <a:xfrm rot="-2484965">
                    <a:off x="4376158" y="4315659"/>
                    <a:ext cx="5762" cy="14362"/>
                  </a:xfrm>
                  <a:custGeom>
                    <a:avLst/>
                    <a:gdLst>
                      <a:gd name="connsiteX0" fmla="*/ 5763 w 5762"/>
                      <a:gd name="connsiteY0" fmla="*/ 7181 h 14362"/>
                      <a:gd name="connsiteX1" fmla="*/ 2881 w 5762"/>
                      <a:gd name="connsiteY1" fmla="*/ 14363 h 14362"/>
                      <a:gd name="connsiteX2" fmla="*/ 0 w 5762"/>
                      <a:gd name="connsiteY2" fmla="*/ 7181 h 14362"/>
                      <a:gd name="connsiteX3" fmla="*/ 2881 w 5762"/>
                      <a:gd name="connsiteY3" fmla="*/ 0 h 14362"/>
                      <a:gd name="connsiteX4" fmla="*/ 5763 w 5762"/>
                      <a:gd name="connsiteY4" fmla="*/ 7181 h 143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62" h="14362">
                        <a:moveTo>
                          <a:pt x="5763" y="7181"/>
                        </a:moveTo>
                        <a:cubicBezTo>
                          <a:pt x="5763" y="11147"/>
                          <a:pt x="4473" y="14363"/>
                          <a:pt x="2881" y="14363"/>
                        </a:cubicBezTo>
                        <a:cubicBezTo>
                          <a:pt x="1290" y="14363"/>
                          <a:pt x="0" y="11147"/>
                          <a:pt x="0" y="7181"/>
                        </a:cubicBezTo>
                        <a:cubicBezTo>
                          <a:pt x="0" y="3215"/>
                          <a:pt x="1290" y="0"/>
                          <a:pt x="2881" y="0"/>
                        </a:cubicBezTo>
                        <a:cubicBezTo>
                          <a:pt x="4473" y="0"/>
                          <a:pt x="5763" y="3215"/>
                          <a:pt x="5763" y="7181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50" name="Forme libre : forme 27149">
                    <a:extLst>
                      <a:ext uri="{FF2B5EF4-FFF2-40B4-BE49-F238E27FC236}">
                        <a16:creationId xmlns:a16="http://schemas.microsoft.com/office/drawing/2014/main" id="{26E9288C-357D-4489-9D56-989CF4DC4688}"/>
                      </a:ext>
                    </a:extLst>
                  </p:cNvPr>
                  <p:cNvSpPr/>
                  <p:nvPr/>
                </p:nvSpPr>
                <p:spPr>
                  <a:xfrm rot="-5365626">
                    <a:off x="4452929" y="4309180"/>
                    <a:ext cx="15160" cy="5408"/>
                  </a:xfrm>
                  <a:custGeom>
                    <a:avLst/>
                    <a:gdLst>
                      <a:gd name="connsiteX0" fmla="*/ 15160 w 15160"/>
                      <a:gd name="connsiteY0" fmla="*/ 2704 h 5408"/>
                      <a:gd name="connsiteX1" fmla="*/ 7580 w 15160"/>
                      <a:gd name="connsiteY1" fmla="*/ 5408 h 5408"/>
                      <a:gd name="connsiteX2" fmla="*/ 0 w 15160"/>
                      <a:gd name="connsiteY2" fmla="*/ 2704 h 5408"/>
                      <a:gd name="connsiteX3" fmla="*/ 7580 w 15160"/>
                      <a:gd name="connsiteY3" fmla="*/ 0 h 5408"/>
                      <a:gd name="connsiteX4" fmla="*/ 15160 w 15160"/>
                      <a:gd name="connsiteY4" fmla="*/ 2704 h 5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0" h="5408">
                        <a:moveTo>
                          <a:pt x="15160" y="2704"/>
                        </a:moveTo>
                        <a:cubicBezTo>
                          <a:pt x="15160" y="4198"/>
                          <a:pt x="11767" y="5408"/>
                          <a:pt x="7580" y="5408"/>
                        </a:cubicBezTo>
                        <a:cubicBezTo>
                          <a:pt x="3394" y="5408"/>
                          <a:pt x="0" y="4197"/>
                          <a:pt x="0" y="2704"/>
                        </a:cubicBezTo>
                        <a:cubicBezTo>
                          <a:pt x="0" y="1211"/>
                          <a:pt x="3394" y="0"/>
                          <a:pt x="7580" y="0"/>
                        </a:cubicBezTo>
                        <a:cubicBezTo>
                          <a:pt x="11767" y="0"/>
                          <a:pt x="15160" y="1211"/>
                          <a:pt x="15160" y="2704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51" name="Forme libre : forme 27150">
                    <a:extLst>
                      <a:ext uri="{FF2B5EF4-FFF2-40B4-BE49-F238E27FC236}">
                        <a16:creationId xmlns:a16="http://schemas.microsoft.com/office/drawing/2014/main" id="{AFB6A3AA-F4EE-400D-B440-966EA86D9446}"/>
                      </a:ext>
                    </a:extLst>
                  </p:cNvPr>
                  <p:cNvSpPr/>
                  <p:nvPr/>
                </p:nvSpPr>
                <p:spPr>
                  <a:xfrm rot="-5365626">
                    <a:off x="4472851" y="4286481"/>
                    <a:ext cx="13741" cy="5762"/>
                  </a:xfrm>
                  <a:custGeom>
                    <a:avLst/>
                    <a:gdLst>
                      <a:gd name="connsiteX0" fmla="*/ 13742 w 13741"/>
                      <a:gd name="connsiteY0" fmla="*/ 2881 h 5762"/>
                      <a:gd name="connsiteX1" fmla="*/ 6871 w 13741"/>
                      <a:gd name="connsiteY1" fmla="*/ 5763 h 5762"/>
                      <a:gd name="connsiteX2" fmla="*/ 0 w 13741"/>
                      <a:gd name="connsiteY2" fmla="*/ 2881 h 5762"/>
                      <a:gd name="connsiteX3" fmla="*/ 6871 w 13741"/>
                      <a:gd name="connsiteY3" fmla="*/ 0 h 5762"/>
                      <a:gd name="connsiteX4" fmla="*/ 13742 w 13741"/>
                      <a:gd name="connsiteY4" fmla="*/ 2881 h 5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41" h="5762">
                        <a:moveTo>
                          <a:pt x="13742" y="2881"/>
                        </a:moveTo>
                        <a:cubicBezTo>
                          <a:pt x="13742" y="4473"/>
                          <a:pt x="10666" y="5763"/>
                          <a:pt x="6871" y="5763"/>
                        </a:cubicBezTo>
                        <a:cubicBezTo>
                          <a:pt x="3076" y="5763"/>
                          <a:pt x="0" y="4473"/>
                          <a:pt x="0" y="2881"/>
                        </a:cubicBezTo>
                        <a:cubicBezTo>
                          <a:pt x="0" y="1290"/>
                          <a:pt x="3076" y="0"/>
                          <a:pt x="6871" y="0"/>
                        </a:cubicBezTo>
                        <a:cubicBezTo>
                          <a:pt x="10666" y="0"/>
                          <a:pt x="13742" y="1290"/>
                          <a:pt x="13742" y="2881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52" name="Forme libre : forme 27151">
                    <a:extLst>
                      <a:ext uri="{FF2B5EF4-FFF2-40B4-BE49-F238E27FC236}">
                        <a16:creationId xmlns:a16="http://schemas.microsoft.com/office/drawing/2014/main" id="{D5A0FD88-53F0-4AB5-9653-501729FD8440}"/>
                      </a:ext>
                    </a:extLst>
                  </p:cNvPr>
                  <p:cNvSpPr/>
                  <p:nvPr/>
                </p:nvSpPr>
                <p:spPr>
                  <a:xfrm rot="-4536314">
                    <a:off x="4455253" y="4350330"/>
                    <a:ext cx="10107" cy="4965"/>
                  </a:xfrm>
                  <a:custGeom>
                    <a:avLst/>
                    <a:gdLst>
                      <a:gd name="connsiteX0" fmla="*/ 10107 w 10107"/>
                      <a:gd name="connsiteY0" fmla="*/ 2483 h 4965"/>
                      <a:gd name="connsiteX1" fmla="*/ 5054 w 10107"/>
                      <a:gd name="connsiteY1" fmla="*/ 4965 h 4965"/>
                      <a:gd name="connsiteX2" fmla="*/ 0 w 10107"/>
                      <a:gd name="connsiteY2" fmla="*/ 2483 h 4965"/>
                      <a:gd name="connsiteX3" fmla="*/ 5054 w 10107"/>
                      <a:gd name="connsiteY3" fmla="*/ 0 h 4965"/>
                      <a:gd name="connsiteX4" fmla="*/ 10107 w 10107"/>
                      <a:gd name="connsiteY4" fmla="*/ 2483 h 4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07" h="4965">
                        <a:moveTo>
                          <a:pt x="10107" y="2483"/>
                        </a:moveTo>
                        <a:cubicBezTo>
                          <a:pt x="10107" y="3854"/>
                          <a:pt x="7845" y="4965"/>
                          <a:pt x="5054" y="4965"/>
                        </a:cubicBezTo>
                        <a:cubicBezTo>
                          <a:pt x="2263" y="4965"/>
                          <a:pt x="0" y="3854"/>
                          <a:pt x="0" y="2483"/>
                        </a:cubicBezTo>
                        <a:cubicBezTo>
                          <a:pt x="0" y="1112"/>
                          <a:pt x="2263" y="0"/>
                          <a:pt x="5054" y="0"/>
                        </a:cubicBezTo>
                        <a:cubicBezTo>
                          <a:pt x="7845" y="0"/>
                          <a:pt x="10107" y="1112"/>
                          <a:pt x="10107" y="2483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53" name="Forme libre : forme 27152">
                    <a:extLst>
                      <a:ext uri="{FF2B5EF4-FFF2-40B4-BE49-F238E27FC236}">
                        <a16:creationId xmlns:a16="http://schemas.microsoft.com/office/drawing/2014/main" id="{723C24E6-FC4A-4B3E-8ACC-069E92DD78B8}"/>
                      </a:ext>
                    </a:extLst>
                  </p:cNvPr>
                  <p:cNvSpPr/>
                  <p:nvPr/>
                </p:nvSpPr>
                <p:spPr>
                  <a:xfrm rot="-3437332">
                    <a:off x="4378309" y="4345859"/>
                    <a:ext cx="4965" cy="13919"/>
                  </a:xfrm>
                  <a:custGeom>
                    <a:avLst/>
                    <a:gdLst>
                      <a:gd name="connsiteX0" fmla="*/ 4965 w 4965"/>
                      <a:gd name="connsiteY0" fmla="*/ 6960 h 13919"/>
                      <a:gd name="connsiteX1" fmla="*/ 2483 w 4965"/>
                      <a:gd name="connsiteY1" fmla="*/ 13920 h 13919"/>
                      <a:gd name="connsiteX2" fmla="*/ 0 w 4965"/>
                      <a:gd name="connsiteY2" fmla="*/ 6960 h 13919"/>
                      <a:gd name="connsiteX3" fmla="*/ 2483 w 4965"/>
                      <a:gd name="connsiteY3" fmla="*/ 0 h 13919"/>
                      <a:gd name="connsiteX4" fmla="*/ 4965 w 4965"/>
                      <a:gd name="connsiteY4" fmla="*/ 6960 h 13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65" h="13919">
                        <a:moveTo>
                          <a:pt x="4965" y="6960"/>
                        </a:moveTo>
                        <a:cubicBezTo>
                          <a:pt x="4965" y="10804"/>
                          <a:pt x="3854" y="13920"/>
                          <a:pt x="2483" y="13920"/>
                        </a:cubicBezTo>
                        <a:cubicBezTo>
                          <a:pt x="1111" y="13920"/>
                          <a:pt x="0" y="10804"/>
                          <a:pt x="0" y="6960"/>
                        </a:cubicBezTo>
                        <a:cubicBezTo>
                          <a:pt x="0" y="3116"/>
                          <a:pt x="1111" y="0"/>
                          <a:pt x="2483" y="0"/>
                        </a:cubicBezTo>
                        <a:cubicBezTo>
                          <a:pt x="3854" y="0"/>
                          <a:pt x="4965" y="3116"/>
                          <a:pt x="4965" y="6960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54" name="Forme libre : forme 27153">
                    <a:extLst>
                      <a:ext uri="{FF2B5EF4-FFF2-40B4-BE49-F238E27FC236}">
                        <a16:creationId xmlns:a16="http://schemas.microsoft.com/office/drawing/2014/main" id="{3F653A36-8F63-4640-928C-BC2B3023DC4B}"/>
                      </a:ext>
                    </a:extLst>
                  </p:cNvPr>
                  <p:cNvSpPr/>
                  <p:nvPr/>
                </p:nvSpPr>
                <p:spPr>
                  <a:xfrm rot="-967018">
                    <a:off x="4336712" y="4284721"/>
                    <a:ext cx="5674" cy="13210"/>
                  </a:xfrm>
                  <a:custGeom>
                    <a:avLst/>
                    <a:gdLst>
                      <a:gd name="connsiteX0" fmla="*/ 5674 w 5674"/>
                      <a:gd name="connsiteY0" fmla="*/ 6605 h 13210"/>
                      <a:gd name="connsiteX1" fmla="*/ 2837 w 5674"/>
                      <a:gd name="connsiteY1" fmla="*/ 13211 h 13210"/>
                      <a:gd name="connsiteX2" fmla="*/ 0 w 5674"/>
                      <a:gd name="connsiteY2" fmla="*/ 6605 h 13210"/>
                      <a:gd name="connsiteX3" fmla="*/ 2837 w 5674"/>
                      <a:gd name="connsiteY3" fmla="*/ 0 h 13210"/>
                      <a:gd name="connsiteX4" fmla="*/ 5674 w 5674"/>
                      <a:gd name="connsiteY4" fmla="*/ 6605 h 13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74" h="13210">
                        <a:moveTo>
                          <a:pt x="5674" y="6605"/>
                        </a:moveTo>
                        <a:cubicBezTo>
                          <a:pt x="5674" y="10253"/>
                          <a:pt x="4404" y="13211"/>
                          <a:pt x="2837" y="13211"/>
                        </a:cubicBezTo>
                        <a:cubicBezTo>
                          <a:pt x="1270" y="13211"/>
                          <a:pt x="0" y="10253"/>
                          <a:pt x="0" y="6605"/>
                        </a:cubicBezTo>
                        <a:cubicBezTo>
                          <a:pt x="0" y="2958"/>
                          <a:pt x="1270" y="0"/>
                          <a:pt x="2837" y="0"/>
                        </a:cubicBezTo>
                        <a:cubicBezTo>
                          <a:pt x="4404" y="0"/>
                          <a:pt x="5674" y="2958"/>
                          <a:pt x="5674" y="6605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55" name="Forme libre : forme 27154">
                    <a:extLst>
                      <a:ext uri="{FF2B5EF4-FFF2-40B4-BE49-F238E27FC236}">
                        <a16:creationId xmlns:a16="http://schemas.microsoft.com/office/drawing/2014/main" id="{7AD33648-BE4C-46F6-9186-2F1179D970CC}"/>
                      </a:ext>
                    </a:extLst>
                  </p:cNvPr>
                  <p:cNvSpPr/>
                  <p:nvPr/>
                </p:nvSpPr>
                <p:spPr>
                  <a:xfrm rot="-4171908">
                    <a:off x="4338995" y="4228862"/>
                    <a:ext cx="13299" cy="5940"/>
                  </a:xfrm>
                  <a:custGeom>
                    <a:avLst/>
                    <a:gdLst>
                      <a:gd name="connsiteX0" fmla="*/ 13300 w 13299"/>
                      <a:gd name="connsiteY0" fmla="*/ 2970 h 5940"/>
                      <a:gd name="connsiteX1" fmla="*/ 6650 w 13299"/>
                      <a:gd name="connsiteY1" fmla="*/ 5941 h 5940"/>
                      <a:gd name="connsiteX2" fmla="*/ 0 w 13299"/>
                      <a:gd name="connsiteY2" fmla="*/ 2970 h 5940"/>
                      <a:gd name="connsiteX3" fmla="*/ 6650 w 13299"/>
                      <a:gd name="connsiteY3" fmla="*/ 0 h 5940"/>
                      <a:gd name="connsiteX4" fmla="*/ 13300 w 13299"/>
                      <a:gd name="connsiteY4" fmla="*/ 2970 h 5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9" h="5940">
                        <a:moveTo>
                          <a:pt x="13300" y="2970"/>
                        </a:moveTo>
                        <a:cubicBezTo>
                          <a:pt x="13300" y="4611"/>
                          <a:pt x="10323" y="5941"/>
                          <a:pt x="6650" y="5941"/>
                        </a:cubicBezTo>
                        <a:cubicBezTo>
                          <a:pt x="2977" y="5941"/>
                          <a:pt x="0" y="4611"/>
                          <a:pt x="0" y="2970"/>
                        </a:cubicBezTo>
                        <a:cubicBezTo>
                          <a:pt x="0" y="1330"/>
                          <a:pt x="2977" y="0"/>
                          <a:pt x="6650" y="0"/>
                        </a:cubicBezTo>
                        <a:cubicBezTo>
                          <a:pt x="10323" y="0"/>
                          <a:pt x="13300" y="1330"/>
                          <a:pt x="13300" y="2970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156" name="Forme libre : forme 27155">
                    <a:extLst>
                      <a:ext uri="{FF2B5EF4-FFF2-40B4-BE49-F238E27FC236}">
                        <a16:creationId xmlns:a16="http://schemas.microsoft.com/office/drawing/2014/main" id="{3E329B21-2F45-4F2A-9FB5-050743DF8481}"/>
                      </a:ext>
                    </a:extLst>
                  </p:cNvPr>
                  <p:cNvSpPr/>
                  <p:nvPr/>
                </p:nvSpPr>
                <p:spPr>
                  <a:xfrm rot="-649132">
                    <a:off x="4360382" y="4196669"/>
                    <a:ext cx="12944" cy="5762"/>
                  </a:xfrm>
                  <a:custGeom>
                    <a:avLst/>
                    <a:gdLst>
                      <a:gd name="connsiteX0" fmla="*/ 12944 w 12944"/>
                      <a:gd name="connsiteY0" fmla="*/ 2882 h 5762"/>
                      <a:gd name="connsiteX1" fmla="*/ 6472 w 12944"/>
                      <a:gd name="connsiteY1" fmla="*/ 5763 h 5762"/>
                      <a:gd name="connsiteX2" fmla="*/ 0 w 12944"/>
                      <a:gd name="connsiteY2" fmla="*/ 2882 h 5762"/>
                      <a:gd name="connsiteX3" fmla="*/ 6472 w 12944"/>
                      <a:gd name="connsiteY3" fmla="*/ 0 h 5762"/>
                      <a:gd name="connsiteX4" fmla="*/ 12944 w 12944"/>
                      <a:gd name="connsiteY4" fmla="*/ 2882 h 5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44" h="5762">
                        <a:moveTo>
                          <a:pt x="12944" y="2882"/>
                        </a:moveTo>
                        <a:cubicBezTo>
                          <a:pt x="12944" y="4473"/>
                          <a:pt x="10047" y="5763"/>
                          <a:pt x="6472" y="5763"/>
                        </a:cubicBezTo>
                        <a:cubicBezTo>
                          <a:pt x="2898" y="5763"/>
                          <a:pt x="0" y="4473"/>
                          <a:pt x="0" y="2882"/>
                        </a:cubicBezTo>
                        <a:cubicBezTo>
                          <a:pt x="0" y="1290"/>
                          <a:pt x="2898" y="0"/>
                          <a:pt x="6472" y="0"/>
                        </a:cubicBezTo>
                        <a:cubicBezTo>
                          <a:pt x="10047" y="0"/>
                          <a:pt x="12944" y="1290"/>
                          <a:pt x="12944" y="2882"/>
                        </a:cubicBezTo>
                        <a:close/>
                      </a:path>
                    </a:pathLst>
                  </a:custGeom>
                  <a:solidFill>
                    <a:srgbClr val="935203"/>
                  </a:solidFill>
                  <a:ln w="4430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7067" name="Forme libre : forme 27066">
                  <a:extLst>
                    <a:ext uri="{FF2B5EF4-FFF2-40B4-BE49-F238E27FC236}">
                      <a16:creationId xmlns:a16="http://schemas.microsoft.com/office/drawing/2014/main" id="{DF223FB5-9A2B-4AAC-9872-FF51AE0C7BD8}"/>
                    </a:ext>
                  </a:extLst>
                </p:cNvPr>
                <p:cNvSpPr/>
                <p:nvPr/>
              </p:nvSpPr>
              <p:spPr>
                <a:xfrm>
                  <a:off x="4545391" y="3652649"/>
                  <a:ext cx="5102" cy="9530"/>
                </a:xfrm>
                <a:custGeom>
                  <a:avLst/>
                  <a:gdLst>
                    <a:gd name="connsiteX0" fmla="*/ 3192 w 5102"/>
                    <a:gd name="connsiteY0" fmla="*/ 2483 h 9530"/>
                    <a:gd name="connsiteX1" fmla="*/ 5009 w 5102"/>
                    <a:gd name="connsiteY1" fmla="*/ 9531 h 9530"/>
                    <a:gd name="connsiteX2" fmla="*/ 0 w 5102"/>
                    <a:gd name="connsiteY2" fmla="*/ 0 h 9530"/>
                    <a:gd name="connsiteX3" fmla="*/ 3192 w 5102"/>
                    <a:gd name="connsiteY3" fmla="*/ 2483 h 9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02" h="9530">
                      <a:moveTo>
                        <a:pt x="3192" y="2483"/>
                      </a:moveTo>
                      <a:cubicBezTo>
                        <a:pt x="4699" y="4477"/>
                        <a:pt x="5364" y="7093"/>
                        <a:pt x="5009" y="9531"/>
                      </a:cubicBezTo>
                      <a:cubicBezTo>
                        <a:pt x="3325" y="7270"/>
                        <a:pt x="621" y="2704"/>
                        <a:pt x="0" y="0"/>
                      </a:cubicBezTo>
                      <a:cubicBezTo>
                        <a:pt x="1197" y="310"/>
                        <a:pt x="2394" y="1419"/>
                        <a:pt x="3192" y="248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68" name="Forme libre : forme 27067">
                  <a:extLst>
                    <a:ext uri="{FF2B5EF4-FFF2-40B4-BE49-F238E27FC236}">
                      <a16:creationId xmlns:a16="http://schemas.microsoft.com/office/drawing/2014/main" id="{59A34925-EFDA-4502-9410-7837FB1A017E}"/>
                    </a:ext>
                  </a:extLst>
                </p:cNvPr>
                <p:cNvSpPr/>
                <p:nvPr/>
              </p:nvSpPr>
              <p:spPr>
                <a:xfrm>
                  <a:off x="4577531" y="3695163"/>
                  <a:ext cx="10063" cy="10329"/>
                </a:xfrm>
                <a:custGeom>
                  <a:avLst/>
                  <a:gdLst>
                    <a:gd name="connsiteX0" fmla="*/ 0 w 10063"/>
                    <a:gd name="connsiteY0" fmla="*/ 0 h 10329"/>
                    <a:gd name="connsiteX1" fmla="*/ 10063 w 10063"/>
                    <a:gd name="connsiteY1" fmla="*/ 10329 h 10329"/>
                    <a:gd name="connsiteX2" fmla="*/ 0 w 10063"/>
                    <a:gd name="connsiteY2" fmla="*/ 0 h 10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063" h="10329">
                      <a:moveTo>
                        <a:pt x="0" y="0"/>
                      </a:moveTo>
                      <a:lnTo>
                        <a:pt x="10063" y="10329"/>
                      </a:lnTo>
                      <a:cubicBezTo>
                        <a:pt x="10063" y="10329"/>
                        <a:pt x="975" y="616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69" name="Forme libre : forme 27068">
                  <a:extLst>
                    <a:ext uri="{FF2B5EF4-FFF2-40B4-BE49-F238E27FC236}">
                      <a16:creationId xmlns:a16="http://schemas.microsoft.com/office/drawing/2014/main" id="{9421B98E-F8DA-4F7B-8FDD-596CE4EB85E4}"/>
                    </a:ext>
                  </a:extLst>
                </p:cNvPr>
                <p:cNvSpPr/>
                <p:nvPr/>
              </p:nvSpPr>
              <p:spPr>
                <a:xfrm>
                  <a:off x="4630374" y="3749025"/>
                  <a:ext cx="13910" cy="7684"/>
                </a:xfrm>
                <a:custGeom>
                  <a:avLst/>
                  <a:gdLst>
                    <a:gd name="connsiteX0" fmla="*/ 0 w 13910"/>
                    <a:gd name="connsiteY0" fmla="*/ 0 h 7684"/>
                    <a:gd name="connsiteX1" fmla="*/ 13255 w 13910"/>
                    <a:gd name="connsiteY1" fmla="*/ 6162 h 7684"/>
                    <a:gd name="connsiteX2" fmla="*/ 0 w 13910"/>
                    <a:gd name="connsiteY2" fmla="*/ 0 h 7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910" h="7684">
                      <a:moveTo>
                        <a:pt x="0" y="0"/>
                      </a:moveTo>
                      <a:cubicBezTo>
                        <a:pt x="0" y="0"/>
                        <a:pt x="9088" y="488"/>
                        <a:pt x="13255" y="6162"/>
                      </a:cubicBezTo>
                      <a:cubicBezTo>
                        <a:pt x="17466" y="1179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70" name="Forme libre : forme 27069">
                  <a:extLst>
                    <a:ext uri="{FF2B5EF4-FFF2-40B4-BE49-F238E27FC236}">
                      <a16:creationId xmlns:a16="http://schemas.microsoft.com/office/drawing/2014/main" id="{6C08812E-FEB9-455D-A58A-9BCCBB4BA4BD}"/>
                    </a:ext>
                  </a:extLst>
                </p:cNvPr>
                <p:cNvSpPr/>
                <p:nvPr/>
              </p:nvSpPr>
              <p:spPr>
                <a:xfrm>
                  <a:off x="4658391" y="3757473"/>
                  <a:ext cx="14781" cy="2627"/>
                </a:xfrm>
                <a:custGeom>
                  <a:avLst/>
                  <a:gdLst>
                    <a:gd name="connsiteX0" fmla="*/ 0 w 14781"/>
                    <a:gd name="connsiteY0" fmla="*/ 1127 h 2627"/>
                    <a:gd name="connsiteX1" fmla="*/ 13743 w 14781"/>
                    <a:gd name="connsiteY1" fmla="*/ 1393 h 2627"/>
                    <a:gd name="connsiteX2" fmla="*/ 0 w 14781"/>
                    <a:gd name="connsiteY2" fmla="*/ 1127 h 2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781" h="2627">
                      <a:moveTo>
                        <a:pt x="0" y="1127"/>
                      </a:moveTo>
                      <a:cubicBezTo>
                        <a:pt x="0" y="1127"/>
                        <a:pt x="8113" y="-1577"/>
                        <a:pt x="13743" y="1393"/>
                      </a:cubicBezTo>
                      <a:cubicBezTo>
                        <a:pt x="19417" y="4319"/>
                        <a:pt x="0" y="1127"/>
                        <a:pt x="0" y="11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71" name="Forme libre : forme 27070">
                  <a:extLst>
                    <a:ext uri="{FF2B5EF4-FFF2-40B4-BE49-F238E27FC236}">
                      <a16:creationId xmlns:a16="http://schemas.microsoft.com/office/drawing/2014/main" id="{FA660430-B803-4E09-8041-FCB7AC6A2E38}"/>
                    </a:ext>
                  </a:extLst>
                </p:cNvPr>
                <p:cNvSpPr/>
                <p:nvPr/>
              </p:nvSpPr>
              <p:spPr>
                <a:xfrm>
                  <a:off x="4765652" y="3707885"/>
                  <a:ext cx="15623" cy="12130"/>
                </a:xfrm>
                <a:custGeom>
                  <a:avLst/>
                  <a:gdLst>
                    <a:gd name="connsiteX0" fmla="*/ 15624 w 15623"/>
                    <a:gd name="connsiteY0" fmla="*/ 0 h 12130"/>
                    <a:gd name="connsiteX1" fmla="*/ 152 w 15623"/>
                    <a:gd name="connsiteY1" fmla="*/ 11039 h 12130"/>
                    <a:gd name="connsiteX2" fmla="*/ 15624 w 15623"/>
                    <a:gd name="connsiteY2" fmla="*/ 0 h 12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623" h="12130">
                      <a:moveTo>
                        <a:pt x="15624" y="0"/>
                      </a:moveTo>
                      <a:cubicBezTo>
                        <a:pt x="15624" y="0"/>
                        <a:pt x="2103" y="5630"/>
                        <a:pt x="152" y="11039"/>
                      </a:cubicBezTo>
                      <a:cubicBezTo>
                        <a:pt x="-1798" y="16447"/>
                        <a:pt x="15624" y="0"/>
                        <a:pt x="156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72" name="Forme libre : forme 27071">
                  <a:extLst>
                    <a:ext uri="{FF2B5EF4-FFF2-40B4-BE49-F238E27FC236}">
                      <a16:creationId xmlns:a16="http://schemas.microsoft.com/office/drawing/2014/main" id="{95359EF6-D274-4C2A-B222-A4D8EDBDFDA9}"/>
                    </a:ext>
                  </a:extLst>
                </p:cNvPr>
                <p:cNvSpPr/>
                <p:nvPr/>
              </p:nvSpPr>
              <p:spPr>
                <a:xfrm>
                  <a:off x="4814066" y="3643162"/>
                  <a:ext cx="14998" cy="11585"/>
                </a:xfrm>
                <a:custGeom>
                  <a:avLst/>
                  <a:gdLst>
                    <a:gd name="connsiteX0" fmla="*/ 14999 w 14998"/>
                    <a:gd name="connsiteY0" fmla="*/ 0 h 11585"/>
                    <a:gd name="connsiteX1" fmla="*/ 237 w 14998"/>
                    <a:gd name="connsiteY1" fmla="*/ 10551 h 11585"/>
                    <a:gd name="connsiteX2" fmla="*/ 14999 w 14998"/>
                    <a:gd name="connsiteY2" fmla="*/ 0 h 1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998" h="11585">
                      <a:moveTo>
                        <a:pt x="14999" y="0"/>
                      </a:moveTo>
                      <a:cubicBezTo>
                        <a:pt x="14999" y="0"/>
                        <a:pt x="2719" y="5409"/>
                        <a:pt x="237" y="10551"/>
                      </a:cubicBezTo>
                      <a:cubicBezTo>
                        <a:pt x="-2201" y="15693"/>
                        <a:pt x="14999" y="0"/>
                        <a:pt x="149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73" name="Forme libre : forme 27072">
                  <a:extLst>
                    <a:ext uri="{FF2B5EF4-FFF2-40B4-BE49-F238E27FC236}">
                      <a16:creationId xmlns:a16="http://schemas.microsoft.com/office/drawing/2014/main" id="{A43EAEBB-CB98-4998-9A66-062ECD771E11}"/>
                    </a:ext>
                  </a:extLst>
                </p:cNvPr>
                <p:cNvSpPr/>
                <p:nvPr/>
              </p:nvSpPr>
              <p:spPr>
                <a:xfrm>
                  <a:off x="4409783" y="4435002"/>
                  <a:ext cx="49391" cy="22825"/>
                </a:xfrm>
                <a:custGeom>
                  <a:avLst/>
                  <a:gdLst>
                    <a:gd name="connsiteX0" fmla="*/ 49030 w 49391"/>
                    <a:gd name="connsiteY0" fmla="*/ 0 h 22825"/>
                    <a:gd name="connsiteX1" fmla="*/ 39987 w 49391"/>
                    <a:gd name="connsiteY1" fmla="*/ 18619 h 22825"/>
                    <a:gd name="connsiteX2" fmla="*/ 0 w 49391"/>
                    <a:gd name="connsiteY2" fmla="*/ 20481 h 22825"/>
                    <a:gd name="connsiteX3" fmla="*/ 40164 w 49391"/>
                    <a:gd name="connsiteY3" fmla="*/ 20481 h 22825"/>
                    <a:gd name="connsiteX4" fmla="*/ 49030 w 49391"/>
                    <a:gd name="connsiteY4" fmla="*/ 0 h 22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391" h="22825">
                      <a:moveTo>
                        <a:pt x="49030" y="0"/>
                      </a:moveTo>
                      <a:cubicBezTo>
                        <a:pt x="49030" y="0"/>
                        <a:pt x="51069" y="14186"/>
                        <a:pt x="39987" y="18619"/>
                      </a:cubicBezTo>
                      <a:cubicBezTo>
                        <a:pt x="28948" y="23052"/>
                        <a:pt x="0" y="20481"/>
                        <a:pt x="0" y="20481"/>
                      </a:cubicBezTo>
                      <a:cubicBezTo>
                        <a:pt x="0" y="20481"/>
                        <a:pt x="23850" y="25756"/>
                        <a:pt x="40164" y="20481"/>
                      </a:cubicBezTo>
                      <a:cubicBezTo>
                        <a:pt x="52133" y="16580"/>
                        <a:pt x="49030" y="0"/>
                        <a:pt x="490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74" name="Forme libre : forme 27073">
                  <a:extLst>
                    <a:ext uri="{FF2B5EF4-FFF2-40B4-BE49-F238E27FC236}">
                      <a16:creationId xmlns:a16="http://schemas.microsoft.com/office/drawing/2014/main" id="{20724FC5-9328-4690-B9AD-F3D7CCB0C391}"/>
                    </a:ext>
                  </a:extLst>
                </p:cNvPr>
                <p:cNvSpPr/>
                <p:nvPr/>
              </p:nvSpPr>
              <p:spPr>
                <a:xfrm>
                  <a:off x="4599582" y="4161059"/>
                  <a:ext cx="44098" cy="226597"/>
                </a:xfrm>
                <a:custGeom>
                  <a:avLst/>
                  <a:gdLst>
                    <a:gd name="connsiteX0" fmla="*/ 44091 w 44098"/>
                    <a:gd name="connsiteY0" fmla="*/ 22 h 226597"/>
                    <a:gd name="connsiteX1" fmla="*/ 12749 w 44098"/>
                    <a:gd name="connsiteY1" fmla="*/ 226598 h 226597"/>
                    <a:gd name="connsiteX2" fmla="*/ 44091 w 44098"/>
                    <a:gd name="connsiteY2" fmla="*/ 22 h 226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4098" h="226597">
                      <a:moveTo>
                        <a:pt x="44091" y="22"/>
                      </a:moveTo>
                      <a:cubicBezTo>
                        <a:pt x="44978" y="-2150"/>
                        <a:pt x="-28922" y="154737"/>
                        <a:pt x="12749" y="226598"/>
                      </a:cubicBezTo>
                      <a:cubicBezTo>
                        <a:pt x="12705" y="226598"/>
                        <a:pt x="-21918" y="160279"/>
                        <a:pt x="44091" y="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75" name="Forme libre : forme 27074">
                  <a:extLst>
                    <a:ext uri="{FF2B5EF4-FFF2-40B4-BE49-F238E27FC236}">
                      <a16:creationId xmlns:a16="http://schemas.microsoft.com/office/drawing/2014/main" id="{8B79FED6-FE17-45CC-ACD2-13FC191DF61F}"/>
                    </a:ext>
                  </a:extLst>
                </p:cNvPr>
                <p:cNvSpPr/>
                <p:nvPr/>
              </p:nvSpPr>
              <p:spPr>
                <a:xfrm>
                  <a:off x="4684191" y="3940667"/>
                  <a:ext cx="19499" cy="122353"/>
                </a:xfrm>
                <a:custGeom>
                  <a:avLst/>
                  <a:gdLst>
                    <a:gd name="connsiteX0" fmla="*/ 17688 w 19499"/>
                    <a:gd name="connsiteY0" fmla="*/ 0 h 122353"/>
                    <a:gd name="connsiteX1" fmla="*/ 0 w 19499"/>
                    <a:gd name="connsiteY1" fmla="*/ 122354 h 122353"/>
                    <a:gd name="connsiteX2" fmla="*/ 17688 w 19499"/>
                    <a:gd name="connsiteY2" fmla="*/ 0 h 122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499" h="122353">
                      <a:moveTo>
                        <a:pt x="17688" y="0"/>
                      </a:moveTo>
                      <a:cubicBezTo>
                        <a:pt x="17688" y="0"/>
                        <a:pt x="21057" y="63792"/>
                        <a:pt x="0" y="122354"/>
                      </a:cubicBezTo>
                      <a:cubicBezTo>
                        <a:pt x="0" y="122354"/>
                        <a:pt x="26554" y="81082"/>
                        <a:pt x="176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76" name="Forme libre : forme 27075">
                  <a:extLst>
                    <a:ext uri="{FF2B5EF4-FFF2-40B4-BE49-F238E27FC236}">
                      <a16:creationId xmlns:a16="http://schemas.microsoft.com/office/drawing/2014/main" id="{0FAF9D05-2655-427B-A624-3E6558564684}"/>
                    </a:ext>
                  </a:extLst>
                </p:cNvPr>
                <p:cNvSpPr/>
                <p:nvPr/>
              </p:nvSpPr>
              <p:spPr>
                <a:xfrm>
                  <a:off x="5331142" y="4217359"/>
                  <a:ext cx="38146" cy="269067"/>
                </a:xfrm>
                <a:custGeom>
                  <a:avLst/>
                  <a:gdLst>
                    <a:gd name="connsiteX0" fmla="*/ 38140 w 38146"/>
                    <a:gd name="connsiteY0" fmla="*/ 23 h 269067"/>
                    <a:gd name="connsiteX1" fmla="*/ 16019 w 38146"/>
                    <a:gd name="connsiteY1" fmla="*/ 269067 h 269067"/>
                    <a:gd name="connsiteX2" fmla="*/ 38140 w 38146"/>
                    <a:gd name="connsiteY2" fmla="*/ 23 h 26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46" h="269067">
                      <a:moveTo>
                        <a:pt x="38140" y="23"/>
                      </a:moveTo>
                      <a:cubicBezTo>
                        <a:pt x="38894" y="-2061"/>
                        <a:pt x="-30395" y="139355"/>
                        <a:pt x="16019" y="269067"/>
                      </a:cubicBezTo>
                      <a:cubicBezTo>
                        <a:pt x="16019" y="269067"/>
                        <a:pt x="-22283" y="164402"/>
                        <a:pt x="38140" y="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77" name="Forme libre : forme 27076">
                  <a:extLst>
                    <a:ext uri="{FF2B5EF4-FFF2-40B4-BE49-F238E27FC236}">
                      <a16:creationId xmlns:a16="http://schemas.microsoft.com/office/drawing/2014/main" id="{254F089F-5F21-46F3-87DB-085AD6288E73}"/>
                    </a:ext>
                  </a:extLst>
                </p:cNvPr>
                <p:cNvSpPr/>
                <p:nvPr/>
              </p:nvSpPr>
              <p:spPr>
                <a:xfrm>
                  <a:off x="4751619" y="4477604"/>
                  <a:ext cx="534409" cy="97928"/>
                </a:xfrm>
                <a:custGeom>
                  <a:avLst/>
                  <a:gdLst>
                    <a:gd name="connsiteX0" fmla="*/ 0 w 534409"/>
                    <a:gd name="connsiteY0" fmla="*/ 0 h 97928"/>
                    <a:gd name="connsiteX1" fmla="*/ 207868 w 534409"/>
                    <a:gd name="connsiteY1" fmla="*/ 50848 h 97928"/>
                    <a:gd name="connsiteX2" fmla="*/ 534410 w 534409"/>
                    <a:gd name="connsiteY2" fmla="*/ 93583 h 97928"/>
                    <a:gd name="connsiteX3" fmla="*/ 265365 w 534409"/>
                    <a:gd name="connsiteY3" fmla="*/ 72924 h 97928"/>
                    <a:gd name="connsiteX4" fmla="*/ 0 w 534409"/>
                    <a:gd name="connsiteY4" fmla="*/ 0 h 97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409" h="97928">
                      <a:moveTo>
                        <a:pt x="0" y="0"/>
                      </a:moveTo>
                      <a:cubicBezTo>
                        <a:pt x="0" y="0"/>
                        <a:pt x="118674" y="20658"/>
                        <a:pt x="207868" y="50848"/>
                      </a:cubicBezTo>
                      <a:cubicBezTo>
                        <a:pt x="297062" y="81081"/>
                        <a:pt x="417199" y="104666"/>
                        <a:pt x="534410" y="93583"/>
                      </a:cubicBezTo>
                      <a:cubicBezTo>
                        <a:pt x="534410" y="93583"/>
                        <a:pt x="377389" y="112025"/>
                        <a:pt x="265365" y="72924"/>
                      </a:cubicBezTo>
                      <a:cubicBezTo>
                        <a:pt x="153296" y="33869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78" name="Forme libre : forme 27077">
                  <a:extLst>
                    <a:ext uri="{FF2B5EF4-FFF2-40B4-BE49-F238E27FC236}">
                      <a16:creationId xmlns:a16="http://schemas.microsoft.com/office/drawing/2014/main" id="{1184F00C-F178-4F03-AB3A-72A5B20FED7A}"/>
                    </a:ext>
                  </a:extLst>
                </p:cNvPr>
                <p:cNvSpPr/>
                <p:nvPr/>
              </p:nvSpPr>
              <p:spPr>
                <a:xfrm>
                  <a:off x="5654951" y="4360969"/>
                  <a:ext cx="7358" cy="12146"/>
                </a:xfrm>
                <a:custGeom>
                  <a:avLst/>
                  <a:gdLst>
                    <a:gd name="connsiteX0" fmla="*/ 7359 w 7358"/>
                    <a:gd name="connsiteY0" fmla="*/ 6073 h 12146"/>
                    <a:gd name="connsiteX1" fmla="*/ 3680 w 7358"/>
                    <a:gd name="connsiteY1" fmla="*/ 12147 h 12146"/>
                    <a:gd name="connsiteX2" fmla="*/ 0 w 7358"/>
                    <a:gd name="connsiteY2" fmla="*/ 6073 h 12146"/>
                    <a:gd name="connsiteX3" fmla="*/ 3680 w 7358"/>
                    <a:gd name="connsiteY3" fmla="*/ 0 h 12146"/>
                    <a:gd name="connsiteX4" fmla="*/ 7359 w 7358"/>
                    <a:gd name="connsiteY4" fmla="*/ 6073 h 12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58" h="12146">
                      <a:moveTo>
                        <a:pt x="7359" y="6073"/>
                      </a:moveTo>
                      <a:cubicBezTo>
                        <a:pt x="7359" y="9428"/>
                        <a:pt x="5712" y="12147"/>
                        <a:pt x="3680" y="12147"/>
                      </a:cubicBezTo>
                      <a:cubicBezTo>
                        <a:pt x="1647" y="12147"/>
                        <a:pt x="0" y="9428"/>
                        <a:pt x="0" y="6073"/>
                      </a:cubicBezTo>
                      <a:cubicBezTo>
                        <a:pt x="0" y="2719"/>
                        <a:pt x="1648" y="0"/>
                        <a:pt x="3680" y="0"/>
                      </a:cubicBezTo>
                      <a:cubicBezTo>
                        <a:pt x="5712" y="0"/>
                        <a:pt x="7359" y="2719"/>
                        <a:pt x="7359" y="60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79" name="Forme libre : forme 27078">
                  <a:extLst>
                    <a:ext uri="{FF2B5EF4-FFF2-40B4-BE49-F238E27FC236}">
                      <a16:creationId xmlns:a16="http://schemas.microsoft.com/office/drawing/2014/main" id="{160ABA5F-A62D-44CD-9F93-1823510E7555}"/>
                    </a:ext>
                  </a:extLst>
                </p:cNvPr>
                <p:cNvSpPr/>
                <p:nvPr/>
              </p:nvSpPr>
              <p:spPr>
                <a:xfrm>
                  <a:off x="5665103" y="4403350"/>
                  <a:ext cx="5497" cy="12855"/>
                </a:xfrm>
                <a:custGeom>
                  <a:avLst/>
                  <a:gdLst>
                    <a:gd name="connsiteX0" fmla="*/ 5497 w 5497"/>
                    <a:gd name="connsiteY0" fmla="*/ 6428 h 12855"/>
                    <a:gd name="connsiteX1" fmla="*/ 2749 w 5497"/>
                    <a:gd name="connsiteY1" fmla="*/ 12856 h 12855"/>
                    <a:gd name="connsiteX2" fmla="*/ 0 w 5497"/>
                    <a:gd name="connsiteY2" fmla="*/ 6428 h 12855"/>
                    <a:gd name="connsiteX3" fmla="*/ 2749 w 5497"/>
                    <a:gd name="connsiteY3" fmla="*/ 0 h 12855"/>
                    <a:gd name="connsiteX4" fmla="*/ 5497 w 5497"/>
                    <a:gd name="connsiteY4" fmla="*/ 6428 h 12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97" h="12855">
                      <a:moveTo>
                        <a:pt x="5497" y="6428"/>
                      </a:moveTo>
                      <a:cubicBezTo>
                        <a:pt x="5497" y="9978"/>
                        <a:pt x="4267" y="12856"/>
                        <a:pt x="2749" y="12856"/>
                      </a:cubicBezTo>
                      <a:cubicBezTo>
                        <a:pt x="1231" y="12856"/>
                        <a:pt x="0" y="9978"/>
                        <a:pt x="0" y="6428"/>
                      </a:cubicBezTo>
                      <a:cubicBezTo>
                        <a:pt x="0" y="2878"/>
                        <a:pt x="1231" y="0"/>
                        <a:pt x="2749" y="0"/>
                      </a:cubicBezTo>
                      <a:cubicBezTo>
                        <a:pt x="4267" y="0"/>
                        <a:pt x="5497" y="2878"/>
                        <a:pt x="5497" y="64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80" name="Forme libre : forme 27079">
                  <a:extLst>
                    <a:ext uri="{FF2B5EF4-FFF2-40B4-BE49-F238E27FC236}">
                      <a16:creationId xmlns:a16="http://schemas.microsoft.com/office/drawing/2014/main" id="{D1DBC5FC-4CD7-4184-873F-0FA45B577941}"/>
                    </a:ext>
                  </a:extLst>
                </p:cNvPr>
                <p:cNvSpPr/>
                <p:nvPr/>
              </p:nvSpPr>
              <p:spPr>
                <a:xfrm>
                  <a:off x="5906263" y="4428175"/>
                  <a:ext cx="5142" cy="11437"/>
                </a:xfrm>
                <a:custGeom>
                  <a:avLst/>
                  <a:gdLst>
                    <a:gd name="connsiteX0" fmla="*/ 5142 w 5142"/>
                    <a:gd name="connsiteY0" fmla="*/ 5719 h 11437"/>
                    <a:gd name="connsiteX1" fmla="*/ 2571 w 5142"/>
                    <a:gd name="connsiteY1" fmla="*/ 11437 h 11437"/>
                    <a:gd name="connsiteX2" fmla="*/ 0 w 5142"/>
                    <a:gd name="connsiteY2" fmla="*/ 5719 h 11437"/>
                    <a:gd name="connsiteX3" fmla="*/ 2571 w 5142"/>
                    <a:gd name="connsiteY3" fmla="*/ 0 h 11437"/>
                    <a:gd name="connsiteX4" fmla="*/ 5142 w 5142"/>
                    <a:gd name="connsiteY4" fmla="*/ 5719 h 11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2" h="11437">
                      <a:moveTo>
                        <a:pt x="5142" y="5719"/>
                      </a:moveTo>
                      <a:cubicBezTo>
                        <a:pt x="5142" y="8877"/>
                        <a:pt x="3991" y="11437"/>
                        <a:pt x="2571" y="11437"/>
                      </a:cubicBezTo>
                      <a:cubicBezTo>
                        <a:pt x="1151" y="11437"/>
                        <a:pt x="0" y="8877"/>
                        <a:pt x="0" y="5719"/>
                      </a:cubicBezTo>
                      <a:cubicBezTo>
                        <a:pt x="0" y="2560"/>
                        <a:pt x="1151" y="0"/>
                        <a:pt x="2571" y="0"/>
                      </a:cubicBezTo>
                      <a:cubicBezTo>
                        <a:pt x="3991" y="0"/>
                        <a:pt x="5142" y="2561"/>
                        <a:pt x="5142" y="57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81" name="Forme libre : forme 27080">
                  <a:extLst>
                    <a:ext uri="{FF2B5EF4-FFF2-40B4-BE49-F238E27FC236}">
                      <a16:creationId xmlns:a16="http://schemas.microsoft.com/office/drawing/2014/main" id="{9C5D5F5C-5839-4C4E-919F-E1294AA46234}"/>
                    </a:ext>
                  </a:extLst>
                </p:cNvPr>
                <p:cNvSpPr/>
                <p:nvPr/>
              </p:nvSpPr>
              <p:spPr>
                <a:xfrm>
                  <a:off x="4223593" y="4465143"/>
                  <a:ext cx="219172" cy="9756"/>
                </a:xfrm>
                <a:custGeom>
                  <a:avLst/>
                  <a:gdLst>
                    <a:gd name="connsiteX0" fmla="*/ 0 w 219172"/>
                    <a:gd name="connsiteY0" fmla="*/ 9757 h 9756"/>
                    <a:gd name="connsiteX1" fmla="*/ 219172 w 219172"/>
                    <a:gd name="connsiteY1" fmla="*/ 891 h 9756"/>
                    <a:gd name="connsiteX2" fmla="*/ 0 w 219172"/>
                    <a:gd name="connsiteY2" fmla="*/ 9757 h 9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9172" h="9756">
                      <a:moveTo>
                        <a:pt x="0" y="9757"/>
                      </a:moveTo>
                      <a:cubicBezTo>
                        <a:pt x="0" y="9757"/>
                        <a:pt x="184771" y="-3498"/>
                        <a:pt x="219172" y="891"/>
                      </a:cubicBezTo>
                      <a:lnTo>
                        <a:pt x="0" y="97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82" name="Forme libre : forme 27081">
                  <a:extLst>
                    <a:ext uri="{FF2B5EF4-FFF2-40B4-BE49-F238E27FC236}">
                      <a16:creationId xmlns:a16="http://schemas.microsoft.com/office/drawing/2014/main" id="{4B3FA397-8DAF-4573-BFE2-23B89D08877D}"/>
                    </a:ext>
                  </a:extLst>
                </p:cNvPr>
                <p:cNvSpPr/>
                <p:nvPr/>
              </p:nvSpPr>
              <p:spPr>
                <a:xfrm>
                  <a:off x="5438793" y="3748094"/>
                  <a:ext cx="20268" cy="271261"/>
                </a:xfrm>
                <a:custGeom>
                  <a:avLst/>
                  <a:gdLst>
                    <a:gd name="connsiteX0" fmla="*/ 8866 w 20268"/>
                    <a:gd name="connsiteY0" fmla="*/ 0 h 271261"/>
                    <a:gd name="connsiteX1" fmla="*/ 14984 w 20268"/>
                    <a:gd name="connsiteY1" fmla="*/ 33647 h 271261"/>
                    <a:gd name="connsiteX2" fmla="*/ 18530 w 20268"/>
                    <a:gd name="connsiteY2" fmla="*/ 67693 h 271261"/>
                    <a:gd name="connsiteX3" fmla="*/ 19905 w 20268"/>
                    <a:gd name="connsiteY3" fmla="*/ 136140 h 271261"/>
                    <a:gd name="connsiteX4" fmla="*/ 13787 w 20268"/>
                    <a:gd name="connsiteY4" fmla="*/ 204322 h 271261"/>
                    <a:gd name="connsiteX5" fmla="*/ 7935 w 20268"/>
                    <a:gd name="connsiteY5" fmla="*/ 238013 h 271261"/>
                    <a:gd name="connsiteX6" fmla="*/ 4123 w 20268"/>
                    <a:gd name="connsiteY6" fmla="*/ 254681 h 271261"/>
                    <a:gd name="connsiteX7" fmla="*/ 0 w 20268"/>
                    <a:gd name="connsiteY7" fmla="*/ 271261 h 271261"/>
                    <a:gd name="connsiteX8" fmla="*/ 10373 w 20268"/>
                    <a:gd name="connsiteY8" fmla="*/ 203834 h 271261"/>
                    <a:gd name="connsiteX9" fmla="*/ 15471 w 20268"/>
                    <a:gd name="connsiteY9" fmla="*/ 135963 h 271261"/>
                    <a:gd name="connsiteX10" fmla="*/ 15117 w 20268"/>
                    <a:gd name="connsiteY10" fmla="*/ 67871 h 271261"/>
                    <a:gd name="connsiteX11" fmla="*/ 8866 w 20268"/>
                    <a:gd name="connsiteY11" fmla="*/ 0 h 271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268" h="271261">
                      <a:moveTo>
                        <a:pt x="8866" y="0"/>
                      </a:moveTo>
                      <a:cubicBezTo>
                        <a:pt x="11526" y="11083"/>
                        <a:pt x="13255" y="22343"/>
                        <a:pt x="14984" y="33647"/>
                      </a:cubicBezTo>
                      <a:cubicBezTo>
                        <a:pt x="16447" y="44952"/>
                        <a:pt x="17688" y="56300"/>
                        <a:pt x="18530" y="67693"/>
                      </a:cubicBezTo>
                      <a:cubicBezTo>
                        <a:pt x="20259" y="90435"/>
                        <a:pt x="20658" y="113310"/>
                        <a:pt x="19905" y="136140"/>
                      </a:cubicBezTo>
                      <a:cubicBezTo>
                        <a:pt x="18885" y="158927"/>
                        <a:pt x="17245" y="181757"/>
                        <a:pt x="13787" y="204322"/>
                      </a:cubicBezTo>
                      <a:cubicBezTo>
                        <a:pt x="12280" y="215626"/>
                        <a:pt x="10063" y="226842"/>
                        <a:pt x="7935" y="238013"/>
                      </a:cubicBezTo>
                      <a:cubicBezTo>
                        <a:pt x="6916" y="243643"/>
                        <a:pt x="5453" y="249140"/>
                        <a:pt x="4123" y="254681"/>
                      </a:cubicBezTo>
                      <a:lnTo>
                        <a:pt x="0" y="271261"/>
                      </a:lnTo>
                      <a:cubicBezTo>
                        <a:pt x="3990" y="248830"/>
                        <a:pt x="8024" y="226443"/>
                        <a:pt x="10373" y="203834"/>
                      </a:cubicBezTo>
                      <a:cubicBezTo>
                        <a:pt x="13122" y="181314"/>
                        <a:pt x="14762" y="158616"/>
                        <a:pt x="15471" y="135963"/>
                      </a:cubicBezTo>
                      <a:cubicBezTo>
                        <a:pt x="16535" y="113266"/>
                        <a:pt x="16092" y="90568"/>
                        <a:pt x="15117" y="67871"/>
                      </a:cubicBezTo>
                      <a:cubicBezTo>
                        <a:pt x="14097" y="45218"/>
                        <a:pt x="12235" y="22520"/>
                        <a:pt x="88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83" name="Forme libre : forme 27082">
                  <a:extLst>
                    <a:ext uri="{FF2B5EF4-FFF2-40B4-BE49-F238E27FC236}">
                      <a16:creationId xmlns:a16="http://schemas.microsoft.com/office/drawing/2014/main" id="{928B010D-E379-420C-89FD-45A7B00BA784}"/>
                    </a:ext>
                  </a:extLst>
                </p:cNvPr>
                <p:cNvSpPr/>
                <p:nvPr/>
              </p:nvSpPr>
              <p:spPr>
                <a:xfrm>
                  <a:off x="5302697" y="3867521"/>
                  <a:ext cx="102759" cy="168058"/>
                </a:xfrm>
                <a:custGeom>
                  <a:avLst/>
                  <a:gdLst>
                    <a:gd name="connsiteX0" fmla="*/ 0 w 102759"/>
                    <a:gd name="connsiteY0" fmla="*/ 0 h 168058"/>
                    <a:gd name="connsiteX1" fmla="*/ 29923 w 102759"/>
                    <a:gd name="connsiteY1" fmla="*/ 39366 h 168058"/>
                    <a:gd name="connsiteX2" fmla="*/ 58872 w 102759"/>
                    <a:gd name="connsiteY2" fmla="*/ 79441 h 168058"/>
                    <a:gd name="connsiteX3" fmla="*/ 84096 w 102759"/>
                    <a:gd name="connsiteY3" fmla="*/ 122221 h 168058"/>
                    <a:gd name="connsiteX4" fmla="*/ 94868 w 102759"/>
                    <a:gd name="connsiteY4" fmla="*/ 144563 h 168058"/>
                    <a:gd name="connsiteX5" fmla="*/ 102759 w 102759"/>
                    <a:gd name="connsiteY5" fmla="*/ 168059 h 168058"/>
                    <a:gd name="connsiteX6" fmla="*/ 92918 w 102759"/>
                    <a:gd name="connsiteY6" fmla="*/ 145494 h 168058"/>
                    <a:gd name="connsiteX7" fmla="*/ 81126 w 102759"/>
                    <a:gd name="connsiteY7" fmla="*/ 123861 h 168058"/>
                    <a:gd name="connsiteX8" fmla="*/ 68624 w 102759"/>
                    <a:gd name="connsiteY8" fmla="*/ 102626 h 168058"/>
                    <a:gd name="connsiteX9" fmla="*/ 55325 w 102759"/>
                    <a:gd name="connsiteY9" fmla="*/ 82057 h 168058"/>
                    <a:gd name="connsiteX10" fmla="*/ 27219 w 102759"/>
                    <a:gd name="connsiteY10" fmla="*/ 41361 h 168058"/>
                    <a:gd name="connsiteX11" fmla="*/ 0 w 102759"/>
                    <a:gd name="connsiteY11" fmla="*/ 0 h 168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2759" h="168058">
                      <a:moveTo>
                        <a:pt x="0" y="0"/>
                      </a:moveTo>
                      <a:cubicBezTo>
                        <a:pt x="10240" y="12945"/>
                        <a:pt x="20126" y="26155"/>
                        <a:pt x="29923" y="39366"/>
                      </a:cubicBezTo>
                      <a:cubicBezTo>
                        <a:pt x="39765" y="52577"/>
                        <a:pt x="49296" y="66009"/>
                        <a:pt x="58872" y="79441"/>
                      </a:cubicBezTo>
                      <a:cubicBezTo>
                        <a:pt x="68403" y="93139"/>
                        <a:pt x="76471" y="107547"/>
                        <a:pt x="84096" y="122221"/>
                      </a:cubicBezTo>
                      <a:cubicBezTo>
                        <a:pt x="87864" y="129580"/>
                        <a:pt x="91499" y="137027"/>
                        <a:pt x="94868" y="144563"/>
                      </a:cubicBezTo>
                      <a:cubicBezTo>
                        <a:pt x="98016" y="152188"/>
                        <a:pt x="101385" y="159857"/>
                        <a:pt x="102759" y="168059"/>
                      </a:cubicBezTo>
                      <a:cubicBezTo>
                        <a:pt x="100410" y="160168"/>
                        <a:pt x="96686" y="152809"/>
                        <a:pt x="92918" y="145494"/>
                      </a:cubicBezTo>
                      <a:cubicBezTo>
                        <a:pt x="89194" y="138180"/>
                        <a:pt x="85204" y="130954"/>
                        <a:pt x="81126" y="123861"/>
                      </a:cubicBezTo>
                      <a:cubicBezTo>
                        <a:pt x="77003" y="116768"/>
                        <a:pt x="72924" y="109631"/>
                        <a:pt x="68624" y="102626"/>
                      </a:cubicBezTo>
                      <a:cubicBezTo>
                        <a:pt x="64369" y="95622"/>
                        <a:pt x="60069" y="88618"/>
                        <a:pt x="55325" y="82057"/>
                      </a:cubicBezTo>
                      <a:cubicBezTo>
                        <a:pt x="45838" y="68580"/>
                        <a:pt x="36396" y="55059"/>
                        <a:pt x="27219" y="41361"/>
                      </a:cubicBezTo>
                      <a:cubicBezTo>
                        <a:pt x="17954" y="27707"/>
                        <a:pt x="8778" y="139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84" name="Forme libre : forme 27083">
                  <a:extLst>
                    <a:ext uri="{FF2B5EF4-FFF2-40B4-BE49-F238E27FC236}">
                      <a16:creationId xmlns:a16="http://schemas.microsoft.com/office/drawing/2014/main" id="{AEF1FC5C-E7B7-4969-91B8-4718B9E8FBE5}"/>
                    </a:ext>
                  </a:extLst>
                </p:cNvPr>
                <p:cNvSpPr/>
                <p:nvPr/>
              </p:nvSpPr>
              <p:spPr>
                <a:xfrm>
                  <a:off x="5469337" y="3884722"/>
                  <a:ext cx="126742" cy="77135"/>
                </a:xfrm>
                <a:custGeom>
                  <a:avLst/>
                  <a:gdLst>
                    <a:gd name="connsiteX0" fmla="*/ 126742 w 126742"/>
                    <a:gd name="connsiteY0" fmla="*/ 0 h 77135"/>
                    <a:gd name="connsiteX1" fmla="*/ 95489 w 126742"/>
                    <a:gd name="connsiteY1" fmla="*/ 20215 h 77135"/>
                    <a:gd name="connsiteX2" fmla="*/ 62906 w 126742"/>
                    <a:gd name="connsiteY2" fmla="*/ 38258 h 77135"/>
                    <a:gd name="connsiteX3" fmla="*/ 30367 w 126742"/>
                    <a:gd name="connsiteY3" fmla="*/ 55990 h 77135"/>
                    <a:gd name="connsiteX4" fmla="*/ 14718 w 126742"/>
                    <a:gd name="connsiteY4" fmla="*/ 65876 h 77135"/>
                    <a:gd name="connsiteX5" fmla="*/ 0 w 126742"/>
                    <a:gd name="connsiteY5" fmla="*/ 77136 h 77135"/>
                    <a:gd name="connsiteX6" fmla="*/ 29037 w 126742"/>
                    <a:gd name="connsiteY6" fmla="*/ 53818 h 77135"/>
                    <a:gd name="connsiteX7" fmla="*/ 61398 w 126742"/>
                    <a:gd name="connsiteY7" fmla="*/ 35332 h 77135"/>
                    <a:gd name="connsiteX8" fmla="*/ 94248 w 126742"/>
                    <a:gd name="connsiteY8" fmla="*/ 18043 h 77135"/>
                    <a:gd name="connsiteX9" fmla="*/ 126742 w 126742"/>
                    <a:gd name="connsiteY9" fmla="*/ 0 h 77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6742" h="77135">
                      <a:moveTo>
                        <a:pt x="126742" y="0"/>
                      </a:moveTo>
                      <a:cubicBezTo>
                        <a:pt x="116590" y="7182"/>
                        <a:pt x="106128" y="13831"/>
                        <a:pt x="95489" y="20215"/>
                      </a:cubicBezTo>
                      <a:cubicBezTo>
                        <a:pt x="84894" y="26643"/>
                        <a:pt x="73900" y="32539"/>
                        <a:pt x="62906" y="38258"/>
                      </a:cubicBezTo>
                      <a:cubicBezTo>
                        <a:pt x="51867" y="43843"/>
                        <a:pt x="41006" y="49739"/>
                        <a:pt x="30367" y="55990"/>
                      </a:cubicBezTo>
                      <a:cubicBezTo>
                        <a:pt x="25047" y="59093"/>
                        <a:pt x="19772" y="62374"/>
                        <a:pt x="14718" y="65876"/>
                      </a:cubicBezTo>
                      <a:cubicBezTo>
                        <a:pt x="9575" y="69289"/>
                        <a:pt x="4655" y="73058"/>
                        <a:pt x="0" y="77136"/>
                      </a:cubicBezTo>
                      <a:cubicBezTo>
                        <a:pt x="8378" y="67915"/>
                        <a:pt x="18619" y="60600"/>
                        <a:pt x="29037" y="53818"/>
                      </a:cubicBezTo>
                      <a:cubicBezTo>
                        <a:pt x="39499" y="47035"/>
                        <a:pt x="50449" y="41139"/>
                        <a:pt x="61398" y="35332"/>
                      </a:cubicBezTo>
                      <a:cubicBezTo>
                        <a:pt x="72525" y="29835"/>
                        <a:pt x="83387" y="23983"/>
                        <a:pt x="94248" y="18043"/>
                      </a:cubicBezTo>
                      <a:lnTo>
                        <a:pt x="12674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85" name="Forme libre : forme 27084">
                  <a:extLst>
                    <a:ext uri="{FF2B5EF4-FFF2-40B4-BE49-F238E27FC236}">
                      <a16:creationId xmlns:a16="http://schemas.microsoft.com/office/drawing/2014/main" id="{A4DC2984-9F05-4EE5-ACAB-6001B8CD0C11}"/>
                    </a:ext>
                  </a:extLst>
                </p:cNvPr>
                <p:cNvSpPr/>
                <p:nvPr/>
              </p:nvSpPr>
              <p:spPr>
                <a:xfrm>
                  <a:off x="6059471" y="4489618"/>
                  <a:ext cx="79573" cy="105108"/>
                </a:xfrm>
                <a:custGeom>
                  <a:avLst/>
                  <a:gdLst>
                    <a:gd name="connsiteX0" fmla="*/ 79574 w 79573"/>
                    <a:gd name="connsiteY0" fmla="*/ 0 h 105108"/>
                    <a:gd name="connsiteX1" fmla="*/ 66851 w 79573"/>
                    <a:gd name="connsiteY1" fmla="*/ 31120 h 105108"/>
                    <a:gd name="connsiteX2" fmla="*/ 49429 w 79573"/>
                    <a:gd name="connsiteY2" fmla="*/ 59980 h 105108"/>
                    <a:gd name="connsiteX3" fmla="*/ 27264 w 79573"/>
                    <a:gd name="connsiteY3" fmla="*/ 85426 h 105108"/>
                    <a:gd name="connsiteX4" fmla="*/ 0 w 79573"/>
                    <a:gd name="connsiteY4" fmla="*/ 105109 h 105108"/>
                    <a:gd name="connsiteX5" fmla="*/ 13255 w 79573"/>
                    <a:gd name="connsiteY5" fmla="*/ 94868 h 105108"/>
                    <a:gd name="connsiteX6" fmla="*/ 19550 w 79573"/>
                    <a:gd name="connsiteY6" fmla="*/ 89416 h 105108"/>
                    <a:gd name="connsiteX7" fmla="*/ 25490 w 79573"/>
                    <a:gd name="connsiteY7" fmla="*/ 83564 h 105108"/>
                    <a:gd name="connsiteX8" fmla="*/ 46769 w 79573"/>
                    <a:gd name="connsiteY8" fmla="*/ 57985 h 105108"/>
                    <a:gd name="connsiteX9" fmla="*/ 64634 w 79573"/>
                    <a:gd name="connsiteY9" fmla="*/ 29835 h 105108"/>
                    <a:gd name="connsiteX10" fmla="*/ 72437 w 79573"/>
                    <a:gd name="connsiteY10" fmla="*/ 15073 h 105108"/>
                    <a:gd name="connsiteX11" fmla="*/ 79574 w 79573"/>
                    <a:gd name="connsiteY11" fmla="*/ 0 h 105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79573" h="105108">
                      <a:moveTo>
                        <a:pt x="79574" y="0"/>
                      </a:moveTo>
                      <a:cubicBezTo>
                        <a:pt x="76338" y="10728"/>
                        <a:pt x="71860" y="21102"/>
                        <a:pt x="66851" y="31120"/>
                      </a:cubicBezTo>
                      <a:cubicBezTo>
                        <a:pt x="61797" y="41183"/>
                        <a:pt x="55857" y="50759"/>
                        <a:pt x="49429" y="59980"/>
                      </a:cubicBezTo>
                      <a:cubicBezTo>
                        <a:pt x="42824" y="69112"/>
                        <a:pt x="35376" y="77624"/>
                        <a:pt x="27264" y="85426"/>
                      </a:cubicBezTo>
                      <a:cubicBezTo>
                        <a:pt x="19062" y="93184"/>
                        <a:pt x="9797" y="99745"/>
                        <a:pt x="0" y="105109"/>
                      </a:cubicBezTo>
                      <a:cubicBezTo>
                        <a:pt x="4389" y="101607"/>
                        <a:pt x="9176" y="98725"/>
                        <a:pt x="13255" y="94868"/>
                      </a:cubicBezTo>
                      <a:cubicBezTo>
                        <a:pt x="15338" y="93006"/>
                        <a:pt x="17599" y="91366"/>
                        <a:pt x="19550" y="89416"/>
                      </a:cubicBezTo>
                      <a:lnTo>
                        <a:pt x="25490" y="83564"/>
                      </a:lnTo>
                      <a:cubicBezTo>
                        <a:pt x="33115" y="75540"/>
                        <a:pt x="40430" y="67162"/>
                        <a:pt x="46769" y="57985"/>
                      </a:cubicBezTo>
                      <a:cubicBezTo>
                        <a:pt x="53330" y="49030"/>
                        <a:pt x="59182" y="39543"/>
                        <a:pt x="64634" y="29835"/>
                      </a:cubicBezTo>
                      <a:cubicBezTo>
                        <a:pt x="67383" y="25003"/>
                        <a:pt x="69998" y="20082"/>
                        <a:pt x="72437" y="15073"/>
                      </a:cubicBezTo>
                      <a:cubicBezTo>
                        <a:pt x="75052" y="10240"/>
                        <a:pt x="77313" y="5142"/>
                        <a:pt x="795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86" name="Forme libre : forme 27085">
                  <a:extLst>
                    <a:ext uri="{FF2B5EF4-FFF2-40B4-BE49-F238E27FC236}">
                      <a16:creationId xmlns:a16="http://schemas.microsoft.com/office/drawing/2014/main" id="{D2EEB6CC-4AE3-4E62-8EFA-2403C7088E02}"/>
                    </a:ext>
                  </a:extLst>
                </p:cNvPr>
                <p:cNvSpPr/>
                <p:nvPr/>
              </p:nvSpPr>
              <p:spPr>
                <a:xfrm>
                  <a:off x="6841012" y="4332376"/>
                  <a:ext cx="44965" cy="183264"/>
                </a:xfrm>
                <a:custGeom>
                  <a:avLst/>
                  <a:gdLst>
                    <a:gd name="connsiteX0" fmla="*/ 33661 w 44965"/>
                    <a:gd name="connsiteY0" fmla="*/ 0 h 183264"/>
                    <a:gd name="connsiteX1" fmla="*/ 27277 w 44965"/>
                    <a:gd name="connsiteY1" fmla="*/ 51113 h 183264"/>
                    <a:gd name="connsiteX2" fmla="*/ 17657 w 44965"/>
                    <a:gd name="connsiteY2" fmla="*/ 75230 h 183264"/>
                    <a:gd name="connsiteX3" fmla="*/ 8170 w 44965"/>
                    <a:gd name="connsiteY3" fmla="*/ 98769 h 183264"/>
                    <a:gd name="connsiteX4" fmla="*/ 4047 w 44965"/>
                    <a:gd name="connsiteY4" fmla="*/ 123417 h 183264"/>
                    <a:gd name="connsiteX5" fmla="*/ 9678 w 44965"/>
                    <a:gd name="connsiteY5" fmla="*/ 147489 h 183264"/>
                    <a:gd name="connsiteX6" fmla="*/ 44965 w 44965"/>
                    <a:gd name="connsiteY6" fmla="*/ 183264 h 183264"/>
                    <a:gd name="connsiteX7" fmla="*/ 33794 w 44965"/>
                    <a:gd name="connsiteY7" fmla="*/ 176792 h 183264"/>
                    <a:gd name="connsiteX8" fmla="*/ 28429 w 44965"/>
                    <a:gd name="connsiteY8" fmla="*/ 173157 h 183264"/>
                    <a:gd name="connsiteX9" fmla="*/ 23332 w 44965"/>
                    <a:gd name="connsiteY9" fmla="*/ 169122 h 183264"/>
                    <a:gd name="connsiteX10" fmla="*/ 6619 w 44965"/>
                    <a:gd name="connsiteY10" fmla="*/ 149041 h 183264"/>
                    <a:gd name="connsiteX11" fmla="*/ 13 w 44965"/>
                    <a:gd name="connsiteY11" fmla="*/ 123506 h 183264"/>
                    <a:gd name="connsiteX12" fmla="*/ 3915 w 44965"/>
                    <a:gd name="connsiteY12" fmla="*/ 97484 h 183264"/>
                    <a:gd name="connsiteX13" fmla="*/ 14022 w 44965"/>
                    <a:gd name="connsiteY13" fmla="*/ 73456 h 183264"/>
                    <a:gd name="connsiteX14" fmla="*/ 24085 w 44965"/>
                    <a:gd name="connsiteY14" fmla="*/ 50005 h 183264"/>
                    <a:gd name="connsiteX15" fmla="*/ 31045 w 44965"/>
                    <a:gd name="connsiteY15" fmla="*/ 25446 h 183264"/>
                    <a:gd name="connsiteX16" fmla="*/ 33661 w 44965"/>
                    <a:gd name="connsiteY16" fmla="*/ 0 h 183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4965" h="183264">
                      <a:moveTo>
                        <a:pt x="33661" y="0"/>
                      </a:moveTo>
                      <a:cubicBezTo>
                        <a:pt x="35655" y="17156"/>
                        <a:pt x="32419" y="34622"/>
                        <a:pt x="27277" y="51113"/>
                      </a:cubicBezTo>
                      <a:cubicBezTo>
                        <a:pt x="24706" y="59403"/>
                        <a:pt x="21381" y="67427"/>
                        <a:pt x="17657" y="75230"/>
                      </a:cubicBezTo>
                      <a:cubicBezTo>
                        <a:pt x="14066" y="82987"/>
                        <a:pt x="10431" y="90657"/>
                        <a:pt x="8170" y="98769"/>
                      </a:cubicBezTo>
                      <a:cubicBezTo>
                        <a:pt x="5688" y="106793"/>
                        <a:pt x="4003" y="115083"/>
                        <a:pt x="4047" y="123417"/>
                      </a:cubicBezTo>
                      <a:cubicBezTo>
                        <a:pt x="4003" y="131752"/>
                        <a:pt x="6042" y="139953"/>
                        <a:pt x="9678" y="147489"/>
                      </a:cubicBezTo>
                      <a:cubicBezTo>
                        <a:pt x="17081" y="162606"/>
                        <a:pt x="30779" y="173866"/>
                        <a:pt x="44965" y="183264"/>
                      </a:cubicBezTo>
                      <a:cubicBezTo>
                        <a:pt x="41241" y="181136"/>
                        <a:pt x="37296" y="179274"/>
                        <a:pt x="33794" y="176792"/>
                      </a:cubicBezTo>
                      <a:lnTo>
                        <a:pt x="28429" y="173157"/>
                      </a:lnTo>
                      <a:lnTo>
                        <a:pt x="23332" y="169122"/>
                      </a:lnTo>
                      <a:cubicBezTo>
                        <a:pt x="16771" y="163448"/>
                        <a:pt x="10875" y="156799"/>
                        <a:pt x="6619" y="149041"/>
                      </a:cubicBezTo>
                      <a:cubicBezTo>
                        <a:pt x="2274" y="141327"/>
                        <a:pt x="147" y="132372"/>
                        <a:pt x="13" y="123506"/>
                      </a:cubicBezTo>
                      <a:cubicBezTo>
                        <a:pt x="-164" y="114640"/>
                        <a:pt x="1432" y="105862"/>
                        <a:pt x="3915" y="97484"/>
                      </a:cubicBezTo>
                      <a:cubicBezTo>
                        <a:pt x="6441" y="89105"/>
                        <a:pt x="10298" y="81214"/>
                        <a:pt x="14022" y="73456"/>
                      </a:cubicBezTo>
                      <a:cubicBezTo>
                        <a:pt x="17879" y="65876"/>
                        <a:pt x="21026" y="57940"/>
                        <a:pt x="24085" y="50005"/>
                      </a:cubicBezTo>
                      <a:cubicBezTo>
                        <a:pt x="27011" y="42026"/>
                        <a:pt x="29405" y="33824"/>
                        <a:pt x="31045" y="25446"/>
                      </a:cubicBezTo>
                      <a:cubicBezTo>
                        <a:pt x="32774" y="17112"/>
                        <a:pt x="33882" y="8600"/>
                        <a:pt x="336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87" name="Forme libre : forme 27086">
                  <a:extLst>
                    <a:ext uri="{FF2B5EF4-FFF2-40B4-BE49-F238E27FC236}">
                      <a16:creationId xmlns:a16="http://schemas.microsoft.com/office/drawing/2014/main" id="{3BB56E2D-5513-4B77-AD54-7B2033A5F8A2}"/>
                    </a:ext>
                  </a:extLst>
                </p:cNvPr>
                <p:cNvSpPr/>
                <p:nvPr/>
              </p:nvSpPr>
              <p:spPr>
                <a:xfrm>
                  <a:off x="5468805" y="4557400"/>
                  <a:ext cx="994565" cy="44361"/>
                </a:xfrm>
                <a:custGeom>
                  <a:avLst/>
                  <a:gdLst>
                    <a:gd name="connsiteX0" fmla="*/ 0 w 994565"/>
                    <a:gd name="connsiteY0" fmla="*/ 26554 h 44361"/>
                    <a:gd name="connsiteX1" fmla="*/ 249051 w 994565"/>
                    <a:gd name="connsiteY1" fmla="*/ 34711 h 44361"/>
                    <a:gd name="connsiteX2" fmla="*/ 373577 w 994565"/>
                    <a:gd name="connsiteY2" fmla="*/ 38701 h 44361"/>
                    <a:gd name="connsiteX3" fmla="*/ 435818 w 994565"/>
                    <a:gd name="connsiteY3" fmla="*/ 40075 h 44361"/>
                    <a:gd name="connsiteX4" fmla="*/ 497970 w 994565"/>
                    <a:gd name="connsiteY4" fmla="*/ 38302 h 44361"/>
                    <a:gd name="connsiteX5" fmla="*/ 746667 w 994565"/>
                    <a:gd name="connsiteY5" fmla="*/ 23850 h 44361"/>
                    <a:gd name="connsiteX6" fmla="*/ 870882 w 994565"/>
                    <a:gd name="connsiteY6" fmla="*/ 14319 h 44361"/>
                    <a:gd name="connsiteX7" fmla="*/ 932901 w 994565"/>
                    <a:gd name="connsiteY7" fmla="*/ 8511 h 44361"/>
                    <a:gd name="connsiteX8" fmla="*/ 994565 w 994565"/>
                    <a:gd name="connsiteY8" fmla="*/ 0 h 44361"/>
                    <a:gd name="connsiteX9" fmla="*/ 933034 w 994565"/>
                    <a:gd name="connsiteY9" fmla="*/ 9619 h 44361"/>
                    <a:gd name="connsiteX10" fmla="*/ 871104 w 994565"/>
                    <a:gd name="connsiteY10" fmla="*/ 16491 h 44361"/>
                    <a:gd name="connsiteX11" fmla="*/ 746932 w 994565"/>
                    <a:gd name="connsiteY11" fmla="*/ 27263 h 44361"/>
                    <a:gd name="connsiteX12" fmla="*/ 498147 w 994565"/>
                    <a:gd name="connsiteY12" fmla="*/ 42735 h 44361"/>
                    <a:gd name="connsiteX13" fmla="*/ 435773 w 994565"/>
                    <a:gd name="connsiteY13" fmla="*/ 44331 h 44361"/>
                    <a:gd name="connsiteX14" fmla="*/ 373444 w 994565"/>
                    <a:gd name="connsiteY14" fmla="*/ 42735 h 44361"/>
                    <a:gd name="connsiteX15" fmla="*/ 248918 w 994565"/>
                    <a:gd name="connsiteY15" fmla="*/ 38080 h 44361"/>
                    <a:gd name="connsiteX16" fmla="*/ 124437 w 994565"/>
                    <a:gd name="connsiteY16" fmla="*/ 32672 h 44361"/>
                    <a:gd name="connsiteX17" fmla="*/ 0 w 994565"/>
                    <a:gd name="connsiteY17" fmla="*/ 26554 h 44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994565" h="44361">
                      <a:moveTo>
                        <a:pt x="0" y="26554"/>
                      </a:moveTo>
                      <a:lnTo>
                        <a:pt x="249051" y="34711"/>
                      </a:lnTo>
                      <a:lnTo>
                        <a:pt x="373577" y="38701"/>
                      </a:lnTo>
                      <a:cubicBezTo>
                        <a:pt x="394324" y="39277"/>
                        <a:pt x="415115" y="39898"/>
                        <a:pt x="435818" y="40075"/>
                      </a:cubicBezTo>
                      <a:cubicBezTo>
                        <a:pt x="456476" y="40252"/>
                        <a:pt x="477223" y="39144"/>
                        <a:pt x="497970" y="38302"/>
                      </a:cubicBezTo>
                      <a:cubicBezTo>
                        <a:pt x="580913" y="34667"/>
                        <a:pt x="663812" y="29480"/>
                        <a:pt x="746667" y="23850"/>
                      </a:cubicBezTo>
                      <a:cubicBezTo>
                        <a:pt x="788116" y="21013"/>
                        <a:pt x="829521" y="17954"/>
                        <a:pt x="870882" y="14319"/>
                      </a:cubicBezTo>
                      <a:cubicBezTo>
                        <a:pt x="891584" y="12590"/>
                        <a:pt x="912243" y="10728"/>
                        <a:pt x="932901" y="8511"/>
                      </a:cubicBezTo>
                      <a:cubicBezTo>
                        <a:pt x="953515" y="6250"/>
                        <a:pt x="974173" y="3901"/>
                        <a:pt x="994565" y="0"/>
                      </a:cubicBezTo>
                      <a:cubicBezTo>
                        <a:pt x="974217" y="4300"/>
                        <a:pt x="953603" y="7004"/>
                        <a:pt x="933034" y="9619"/>
                      </a:cubicBezTo>
                      <a:cubicBezTo>
                        <a:pt x="912420" y="12191"/>
                        <a:pt x="891762" y="14408"/>
                        <a:pt x="871104" y="16491"/>
                      </a:cubicBezTo>
                      <a:cubicBezTo>
                        <a:pt x="829743" y="20570"/>
                        <a:pt x="788337" y="24027"/>
                        <a:pt x="746932" y="27263"/>
                      </a:cubicBezTo>
                      <a:cubicBezTo>
                        <a:pt x="664078" y="33603"/>
                        <a:pt x="581179" y="38790"/>
                        <a:pt x="498147" y="42735"/>
                      </a:cubicBezTo>
                      <a:cubicBezTo>
                        <a:pt x="477400" y="43533"/>
                        <a:pt x="456653" y="44552"/>
                        <a:pt x="435773" y="44331"/>
                      </a:cubicBezTo>
                      <a:cubicBezTo>
                        <a:pt x="414938" y="44065"/>
                        <a:pt x="394235" y="43400"/>
                        <a:pt x="373444" y="42735"/>
                      </a:cubicBezTo>
                      <a:cubicBezTo>
                        <a:pt x="331906" y="41361"/>
                        <a:pt x="290412" y="39898"/>
                        <a:pt x="248918" y="38080"/>
                      </a:cubicBezTo>
                      <a:lnTo>
                        <a:pt x="124437" y="32672"/>
                      </a:lnTo>
                      <a:lnTo>
                        <a:pt x="0" y="265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88" name="Forme libre : forme 27087">
                  <a:extLst>
                    <a:ext uri="{FF2B5EF4-FFF2-40B4-BE49-F238E27FC236}">
                      <a16:creationId xmlns:a16="http://schemas.microsoft.com/office/drawing/2014/main" id="{D4CA0B71-DBAE-4698-93F6-C311C234E21D}"/>
                    </a:ext>
                  </a:extLst>
                </p:cNvPr>
                <p:cNvSpPr/>
                <p:nvPr/>
              </p:nvSpPr>
              <p:spPr>
                <a:xfrm>
                  <a:off x="6936337" y="4030216"/>
                  <a:ext cx="701670" cy="487906"/>
                </a:xfrm>
                <a:custGeom>
                  <a:avLst/>
                  <a:gdLst>
                    <a:gd name="connsiteX0" fmla="*/ 0 w 701670"/>
                    <a:gd name="connsiteY0" fmla="*/ 487907 h 487906"/>
                    <a:gd name="connsiteX1" fmla="*/ 104843 w 701670"/>
                    <a:gd name="connsiteY1" fmla="*/ 460953 h 487906"/>
                    <a:gd name="connsiteX2" fmla="*/ 201617 w 701670"/>
                    <a:gd name="connsiteY2" fmla="*/ 413165 h 487906"/>
                    <a:gd name="connsiteX3" fmla="*/ 243909 w 701670"/>
                    <a:gd name="connsiteY3" fmla="*/ 379739 h 487906"/>
                    <a:gd name="connsiteX4" fmla="*/ 253484 w 701670"/>
                    <a:gd name="connsiteY4" fmla="*/ 370297 h 487906"/>
                    <a:gd name="connsiteX5" fmla="*/ 262617 w 701670"/>
                    <a:gd name="connsiteY5" fmla="*/ 360366 h 487906"/>
                    <a:gd name="connsiteX6" fmla="*/ 280039 w 701670"/>
                    <a:gd name="connsiteY6" fmla="*/ 339619 h 487906"/>
                    <a:gd name="connsiteX7" fmla="*/ 356421 w 701670"/>
                    <a:gd name="connsiteY7" fmla="*/ 262218 h 487906"/>
                    <a:gd name="connsiteX8" fmla="*/ 440561 w 701670"/>
                    <a:gd name="connsiteY8" fmla="*/ 193416 h 487906"/>
                    <a:gd name="connsiteX9" fmla="*/ 528868 w 701670"/>
                    <a:gd name="connsiteY9" fmla="*/ 130156 h 487906"/>
                    <a:gd name="connsiteX10" fmla="*/ 574441 w 701670"/>
                    <a:gd name="connsiteY10" fmla="*/ 100587 h 487906"/>
                    <a:gd name="connsiteX11" fmla="*/ 597581 w 701670"/>
                    <a:gd name="connsiteY11" fmla="*/ 86445 h 487906"/>
                    <a:gd name="connsiteX12" fmla="*/ 619791 w 701670"/>
                    <a:gd name="connsiteY12" fmla="*/ 70974 h 487906"/>
                    <a:gd name="connsiteX13" fmla="*/ 662127 w 701670"/>
                    <a:gd name="connsiteY13" fmla="*/ 37105 h 487906"/>
                    <a:gd name="connsiteX14" fmla="*/ 701671 w 701670"/>
                    <a:gd name="connsiteY14" fmla="*/ 0 h 487906"/>
                    <a:gd name="connsiteX15" fmla="*/ 662837 w 701670"/>
                    <a:gd name="connsiteY15" fmla="*/ 37903 h 487906"/>
                    <a:gd name="connsiteX16" fmla="*/ 621121 w 701670"/>
                    <a:gd name="connsiteY16" fmla="*/ 72703 h 487906"/>
                    <a:gd name="connsiteX17" fmla="*/ 599000 w 701670"/>
                    <a:gd name="connsiteY17" fmla="*/ 88529 h 487906"/>
                    <a:gd name="connsiteX18" fmla="*/ 575992 w 701670"/>
                    <a:gd name="connsiteY18" fmla="*/ 102937 h 487906"/>
                    <a:gd name="connsiteX19" fmla="*/ 530863 w 701670"/>
                    <a:gd name="connsiteY19" fmla="*/ 132949 h 487906"/>
                    <a:gd name="connsiteX20" fmla="*/ 359436 w 701670"/>
                    <a:gd name="connsiteY20" fmla="*/ 265498 h 487906"/>
                    <a:gd name="connsiteX21" fmla="*/ 283186 w 701670"/>
                    <a:gd name="connsiteY21" fmla="*/ 342191 h 487906"/>
                    <a:gd name="connsiteX22" fmla="*/ 265631 w 701670"/>
                    <a:gd name="connsiteY22" fmla="*/ 362938 h 487906"/>
                    <a:gd name="connsiteX23" fmla="*/ 256366 w 701670"/>
                    <a:gd name="connsiteY23" fmla="*/ 372956 h 487906"/>
                    <a:gd name="connsiteX24" fmla="*/ 246613 w 701670"/>
                    <a:gd name="connsiteY24" fmla="*/ 382532 h 487906"/>
                    <a:gd name="connsiteX25" fmla="*/ 203568 w 701670"/>
                    <a:gd name="connsiteY25" fmla="*/ 416002 h 487906"/>
                    <a:gd name="connsiteX26" fmla="*/ 105641 w 701670"/>
                    <a:gd name="connsiteY26" fmla="*/ 462993 h 487906"/>
                    <a:gd name="connsiteX27" fmla="*/ 0 w 701670"/>
                    <a:gd name="connsiteY27" fmla="*/ 487907 h 487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701670" h="487906">
                      <a:moveTo>
                        <a:pt x="0" y="487907"/>
                      </a:moveTo>
                      <a:cubicBezTo>
                        <a:pt x="35775" y="482587"/>
                        <a:pt x="70930" y="473233"/>
                        <a:pt x="104843" y="460953"/>
                      </a:cubicBezTo>
                      <a:cubicBezTo>
                        <a:pt x="138756" y="448674"/>
                        <a:pt x="171694" y="433202"/>
                        <a:pt x="201617" y="413165"/>
                      </a:cubicBezTo>
                      <a:cubicBezTo>
                        <a:pt x="216557" y="403146"/>
                        <a:pt x="230787" y="392019"/>
                        <a:pt x="243909" y="379739"/>
                      </a:cubicBezTo>
                      <a:cubicBezTo>
                        <a:pt x="247101" y="376592"/>
                        <a:pt x="250381" y="373533"/>
                        <a:pt x="253484" y="370297"/>
                      </a:cubicBezTo>
                      <a:cubicBezTo>
                        <a:pt x="256499" y="366972"/>
                        <a:pt x="259646" y="363780"/>
                        <a:pt x="262617" y="360366"/>
                      </a:cubicBezTo>
                      <a:lnTo>
                        <a:pt x="280039" y="339619"/>
                      </a:lnTo>
                      <a:cubicBezTo>
                        <a:pt x="303490" y="311868"/>
                        <a:pt x="329512" y="286467"/>
                        <a:pt x="356421" y="262218"/>
                      </a:cubicBezTo>
                      <a:cubicBezTo>
                        <a:pt x="383507" y="238102"/>
                        <a:pt x="411790" y="215404"/>
                        <a:pt x="440561" y="193416"/>
                      </a:cubicBezTo>
                      <a:cubicBezTo>
                        <a:pt x="469421" y="171517"/>
                        <a:pt x="498768" y="150282"/>
                        <a:pt x="528868" y="130156"/>
                      </a:cubicBezTo>
                      <a:cubicBezTo>
                        <a:pt x="543897" y="120048"/>
                        <a:pt x="559058" y="110162"/>
                        <a:pt x="574441" y="100587"/>
                      </a:cubicBezTo>
                      <a:cubicBezTo>
                        <a:pt x="582065" y="95711"/>
                        <a:pt x="590045" y="91278"/>
                        <a:pt x="597581" y="86445"/>
                      </a:cubicBezTo>
                      <a:cubicBezTo>
                        <a:pt x="605162" y="81613"/>
                        <a:pt x="612521" y="76338"/>
                        <a:pt x="619791" y="70974"/>
                      </a:cubicBezTo>
                      <a:cubicBezTo>
                        <a:pt x="634332" y="60246"/>
                        <a:pt x="648385" y="48897"/>
                        <a:pt x="662127" y="37105"/>
                      </a:cubicBezTo>
                      <a:cubicBezTo>
                        <a:pt x="675826" y="25313"/>
                        <a:pt x="689258" y="13122"/>
                        <a:pt x="701671" y="0"/>
                      </a:cubicBezTo>
                      <a:cubicBezTo>
                        <a:pt x="689480" y="13388"/>
                        <a:pt x="676269" y="25801"/>
                        <a:pt x="662837" y="37903"/>
                      </a:cubicBezTo>
                      <a:cubicBezTo>
                        <a:pt x="649360" y="49961"/>
                        <a:pt x="635484" y="61665"/>
                        <a:pt x="621121" y="72703"/>
                      </a:cubicBezTo>
                      <a:cubicBezTo>
                        <a:pt x="613895" y="78200"/>
                        <a:pt x="606581" y="83564"/>
                        <a:pt x="599000" y="88529"/>
                      </a:cubicBezTo>
                      <a:cubicBezTo>
                        <a:pt x="591375" y="93538"/>
                        <a:pt x="583573" y="98016"/>
                        <a:pt x="575992" y="102937"/>
                      </a:cubicBezTo>
                      <a:cubicBezTo>
                        <a:pt x="560787" y="112689"/>
                        <a:pt x="545714" y="122708"/>
                        <a:pt x="530863" y="132949"/>
                      </a:cubicBezTo>
                      <a:cubicBezTo>
                        <a:pt x="471371" y="173999"/>
                        <a:pt x="413386" y="217443"/>
                        <a:pt x="359436" y="265498"/>
                      </a:cubicBezTo>
                      <a:cubicBezTo>
                        <a:pt x="332527" y="289526"/>
                        <a:pt x="306549" y="314750"/>
                        <a:pt x="283186" y="342191"/>
                      </a:cubicBezTo>
                      <a:lnTo>
                        <a:pt x="265631" y="362938"/>
                      </a:lnTo>
                      <a:cubicBezTo>
                        <a:pt x="262617" y="366351"/>
                        <a:pt x="259425" y="369632"/>
                        <a:pt x="256366" y="372956"/>
                      </a:cubicBezTo>
                      <a:cubicBezTo>
                        <a:pt x="253218" y="376237"/>
                        <a:pt x="249849" y="379340"/>
                        <a:pt x="246613" y="382532"/>
                      </a:cubicBezTo>
                      <a:cubicBezTo>
                        <a:pt x="233314" y="394989"/>
                        <a:pt x="218818" y="406072"/>
                        <a:pt x="203568" y="416002"/>
                      </a:cubicBezTo>
                      <a:cubicBezTo>
                        <a:pt x="173112" y="435862"/>
                        <a:pt x="139864" y="451068"/>
                        <a:pt x="105641" y="462993"/>
                      </a:cubicBezTo>
                      <a:cubicBezTo>
                        <a:pt x="71284" y="474607"/>
                        <a:pt x="35908" y="483296"/>
                        <a:pt x="0" y="4879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89" name="Forme libre : forme 27088">
                  <a:extLst>
                    <a:ext uri="{FF2B5EF4-FFF2-40B4-BE49-F238E27FC236}">
                      <a16:creationId xmlns:a16="http://schemas.microsoft.com/office/drawing/2014/main" id="{20321971-C5E8-405F-B5D6-7AF5BC79232C}"/>
                    </a:ext>
                  </a:extLst>
                </p:cNvPr>
                <p:cNvSpPr/>
                <p:nvPr/>
              </p:nvSpPr>
              <p:spPr>
                <a:xfrm>
                  <a:off x="7721082" y="3403642"/>
                  <a:ext cx="51741" cy="381778"/>
                </a:xfrm>
                <a:custGeom>
                  <a:avLst/>
                  <a:gdLst>
                    <a:gd name="connsiteX0" fmla="*/ 49652 w 51741"/>
                    <a:gd name="connsiteY0" fmla="*/ 0 h 381778"/>
                    <a:gd name="connsiteX1" fmla="*/ 51692 w 51741"/>
                    <a:gd name="connsiteY1" fmla="*/ 24205 h 381778"/>
                    <a:gd name="connsiteX2" fmla="*/ 51647 w 51741"/>
                    <a:gd name="connsiteY2" fmla="*/ 36351 h 381778"/>
                    <a:gd name="connsiteX3" fmla="*/ 51027 w 51741"/>
                    <a:gd name="connsiteY3" fmla="*/ 48498 h 381778"/>
                    <a:gd name="connsiteX4" fmla="*/ 44022 w 51741"/>
                    <a:gd name="connsiteY4" fmla="*/ 96641 h 381778"/>
                    <a:gd name="connsiteX5" fmla="*/ 38437 w 51741"/>
                    <a:gd name="connsiteY5" fmla="*/ 120358 h 381778"/>
                    <a:gd name="connsiteX6" fmla="*/ 31565 w 51741"/>
                    <a:gd name="connsiteY6" fmla="*/ 143721 h 381778"/>
                    <a:gd name="connsiteX7" fmla="*/ 23674 w 51741"/>
                    <a:gd name="connsiteY7" fmla="*/ 166729 h 381778"/>
                    <a:gd name="connsiteX8" fmla="*/ 15296 w 51741"/>
                    <a:gd name="connsiteY8" fmla="*/ 189471 h 381778"/>
                    <a:gd name="connsiteX9" fmla="*/ 5543 w 51741"/>
                    <a:gd name="connsiteY9" fmla="*/ 236594 h 381778"/>
                    <a:gd name="connsiteX10" fmla="*/ 2573 w 51741"/>
                    <a:gd name="connsiteY10" fmla="*/ 284915 h 381778"/>
                    <a:gd name="connsiteX11" fmla="*/ 3371 w 51741"/>
                    <a:gd name="connsiteY11" fmla="*/ 333369 h 381778"/>
                    <a:gd name="connsiteX12" fmla="*/ 6873 w 51741"/>
                    <a:gd name="connsiteY12" fmla="*/ 381778 h 381778"/>
                    <a:gd name="connsiteX13" fmla="*/ 2 w 51741"/>
                    <a:gd name="connsiteY13" fmla="*/ 284871 h 381778"/>
                    <a:gd name="connsiteX14" fmla="*/ 2529 w 51741"/>
                    <a:gd name="connsiteY14" fmla="*/ 236240 h 381778"/>
                    <a:gd name="connsiteX15" fmla="*/ 12148 w 51741"/>
                    <a:gd name="connsiteY15" fmla="*/ 188407 h 381778"/>
                    <a:gd name="connsiteX16" fmla="*/ 20704 w 51741"/>
                    <a:gd name="connsiteY16" fmla="*/ 165620 h 381778"/>
                    <a:gd name="connsiteX17" fmla="*/ 28684 w 51741"/>
                    <a:gd name="connsiteY17" fmla="*/ 142745 h 381778"/>
                    <a:gd name="connsiteX18" fmla="*/ 35644 w 51741"/>
                    <a:gd name="connsiteY18" fmla="*/ 119560 h 381778"/>
                    <a:gd name="connsiteX19" fmla="*/ 41495 w 51741"/>
                    <a:gd name="connsiteY19" fmla="*/ 96065 h 381778"/>
                    <a:gd name="connsiteX20" fmla="*/ 49386 w 51741"/>
                    <a:gd name="connsiteY20" fmla="*/ 48321 h 381778"/>
                    <a:gd name="connsiteX21" fmla="*/ 50406 w 51741"/>
                    <a:gd name="connsiteY21" fmla="*/ 36263 h 381778"/>
                    <a:gd name="connsiteX22" fmla="*/ 50849 w 51741"/>
                    <a:gd name="connsiteY22" fmla="*/ 24160 h 381778"/>
                    <a:gd name="connsiteX23" fmla="*/ 49652 w 51741"/>
                    <a:gd name="connsiteY23" fmla="*/ 0 h 38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1741" h="381778">
                      <a:moveTo>
                        <a:pt x="49652" y="0"/>
                      </a:moveTo>
                      <a:cubicBezTo>
                        <a:pt x="51071" y="7980"/>
                        <a:pt x="51559" y="16092"/>
                        <a:pt x="51692" y="24205"/>
                      </a:cubicBezTo>
                      <a:cubicBezTo>
                        <a:pt x="51825" y="28239"/>
                        <a:pt x="51647" y="32317"/>
                        <a:pt x="51647" y="36351"/>
                      </a:cubicBezTo>
                      <a:cubicBezTo>
                        <a:pt x="51426" y="40385"/>
                        <a:pt x="51293" y="44464"/>
                        <a:pt x="51027" y="48498"/>
                      </a:cubicBezTo>
                      <a:cubicBezTo>
                        <a:pt x="49830" y="64679"/>
                        <a:pt x="47347" y="80771"/>
                        <a:pt x="44022" y="96641"/>
                      </a:cubicBezTo>
                      <a:cubicBezTo>
                        <a:pt x="42515" y="104621"/>
                        <a:pt x="40432" y="112468"/>
                        <a:pt x="38437" y="120358"/>
                      </a:cubicBezTo>
                      <a:cubicBezTo>
                        <a:pt x="36220" y="128161"/>
                        <a:pt x="34048" y="136007"/>
                        <a:pt x="31565" y="143721"/>
                      </a:cubicBezTo>
                      <a:cubicBezTo>
                        <a:pt x="28905" y="151390"/>
                        <a:pt x="26645" y="159192"/>
                        <a:pt x="23674" y="166729"/>
                      </a:cubicBezTo>
                      <a:cubicBezTo>
                        <a:pt x="20881" y="174309"/>
                        <a:pt x="17911" y="181934"/>
                        <a:pt x="15296" y="189471"/>
                      </a:cubicBezTo>
                      <a:cubicBezTo>
                        <a:pt x="10287" y="204676"/>
                        <a:pt x="7405" y="220635"/>
                        <a:pt x="5543" y="236594"/>
                      </a:cubicBezTo>
                      <a:cubicBezTo>
                        <a:pt x="3637" y="252598"/>
                        <a:pt x="2927" y="268734"/>
                        <a:pt x="2573" y="284915"/>
                      </a:cubicBezTo>
                      <a:cubicBezTo>
                        <a:pt x="2263" y="301051"/>
                        <a:pt x="2573" y="317232"/>
                        <a:pt x="3371" y="333369"/>
                      </a:cubicBezTo>
                      <a:cubicBezTo>
                        <a:pt x="4080" y="349505"/>
                        <a:pt x="5144" y="365686"/>
                        <a:pt x="6873" y="381778"/>
                      </a:cubicBezTo>
                      <a:cubicBezTo>
                        <a:pt x="2351" y="349727"/>
                        <a:pt x="2" y="317321"/>
                        <a:pt x="2" y="284871"/>
                      </a:cubicBezTo>
                      <a:cubicBezTo>
                        <a:pt x="-43" y="268646"/>
                        <a:pt x="755" y="252420"/>
                        <a:pt x="2529" y="236240"/>
                      </a:cubicBezTo>
                      <a:cubicBezTo>
                        <a:pt x="4302" y="220103"/>
                        <a:pt x="7095" y="203967"/>
                        <a:pt x="12148" y="188407"/>
                      </a:cubicBezTo>
                      <a:cubicBezTo>
                        <a:pt x="14897" y="180649"/>
                        <a:pt x="17823" y="173201"/>
                        <a:pt x="20704" y="165620"/>
                      </a:cubicBezTo>
                      <a:cubicBezTo>
                        <a:pt x="23719" y="158128"/>
                        <a:pt x="26024" y="150371"/>
                        <a:pt x="28684" y="142745"/>
                      </a:cubicBezTo>
                      <a:cubicBezTo>
                        <a:pt x="31166" y="135076"/>
                        <a:pt x="33427" y="127318"/>
                        <a:pt x="35644" y="119560"/>
                      </a:cubicBezTo>
                      <a:cubicBezTo>
                        <a:pt x="37594" y="111714"/>
                        <a:pt x="39855" y="103956"/>
                        <a:pt x="41495" y="96065"/>
                      </a:cubicBezTo>
                      <a:cubicBezTo>
                        <a:pt x="45131" y="80328"/>
                        <a:pt x="47835" y="64368"/>
                        <a:pt x="49386" y="48321"/>
                      </a:cubicBezTo>
                      <a:cubicBezTo>
                        <a:pt x="49785" y="44287"/>
                        <a:pt x="50051" y="40297"/>
                        <a:pt x="50406" y="36263"/>
                      </a:cubicBezTo>
                      <a:cubicBezTo>
                        <a:pt x="50539" y="32228"/>
                        <a:pt x="50849" y="28194"/>
                        <a:pt x="50849" y="24160"/>
                      </a:cubicBezTo>
                      <a:cubicBezTo>
                        <a:pt x="51027" y="16136"/>
                        <a:pt x="50805" y="8024"/>
                        <a:pt x="496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90" name="Forme libre : forme 27089">
                  <a:extLst>
                    <a:ext uri="{FF2B5EF4-FFF2-40B4-BE49-F238E27FC236}">
                      <a16:creationId xmlns:a16="http://schemas.microsoft.com/office/drawing/2014/main" id="{DE561D74-05CC-47F0-BD30-5126FB510385}"/>
                    </a:ext>
                  </a:extLst>
                </p:cNvPr>
                <p:cNvSpPr/>
                <p:nvPr/>
              </p:nvSpPr>
              <p:spPr>
                <a:xfrm>
                  <a:off x="7373928" y="3153200"/>
                  <a:ext cx="139686" cy="15531"/>
                </a:xfrm>
                <a:custGeom>
                  <a:avLst/>
                  <a:gdLst>
                    <a:gd name="connsiteX0" fmla="*/ 0 w 139686"/>
                    <a:gd name="connsiteY0" fmla="*/ 12252 h 15531"/>
                    <a:gd name="connsiteX1" fmla="*/ 8467 w 139686"/>
                    <a:gd name="connsiteY1" fmla="*/ 14601 h 15531"/>
                    <a:gd name="connsiteX2" fmla="*/ 17289 w 139686"/>
                    <a:gd name="connsiteY2" fmla="*/ 15000 h 15531"/>
                    <a:gd name="connsiteX3" fmla="*/ 34844 w 139686"/>
                    <a:gd name="connsiteY3" fmla="*/ 13227 h 15531"/>
                    <a:gd name="connsiteX4" fmla="*/ 69378 w 139686"/>
                    <a:gd name="connsiteY4" fmla="*/ 5425 h 15531"/>
                    <a:gd name="connsiteX5" fmla="*/ 104488 w 139686"/>
                    <a:gd name="connsiteY5" fmla="*/ 282 h 15531"/>
                    <a:gd name="connsiteX6" fmla="*/ 139687 w 139686"/>
                    <a:gd name="connsiteY6" fmla="*/ 3385 h 15531"/>
                    <a:gd name="connsiteX7" fmla="*/ 104532 w 139686"/>
                    <a:gd name="connsiteY7" fmla="*/ 992 h 15531"/>
                    <a:gd name="connsiteX8" fmla="*/ 69599 w 139686"/>
                    <a:gd name="connsiteY8" fmla="*/ 6489 h 15531"/>
                    <a:gd name="connsiteX9" fmla="*/ 34933 w 139686"/>
                    <a:gd name="connsiteY9" fmla="*/ 13936 h 15531"/>
                    <a:gd name="connsiteX10" fmla="*/ 17245 w 139686"/>
                    <a:gd name="connsiteY10" fmla="*/ 15532 h 15531"/>
                    <a:gd name="connsiteX11" fmla="*/ 8378 w 139686"/>
                    <a:gd name="connsiteY11" fmla="*/ 14867 h 15531"/>
                    <a:gd name="connsiteX12" fmla="*/ 0 w 139686"/>
                    <a:gd name="connsiteY12" fmla="*/ 12252 h 15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9686" h="15531">
                      <a:moveTo>
                        <a:pt x="0" y="12252"/>
                      </a:moveTo>
                      <a:cubicBezTo>
                        <a:pt x="2571" y="13715"/>
                        <a:pt x="5541" y="14202"/>
                        <a:pt x="8467" y="14601"/>
                      </a:cubicBezTo>
                      <a:cubicBezTo>
                        <a:pt x="11393" y="15000"/>
                        <a:pt x="14319" y="15044"/>
                        <a:pt x="17289" y="15000"/>
                      </a:cubicBezTo>
                      <a:cubicBezTo>
                        <a:pt x="23185" y="14867"/>
                        <a:pt x="29037" y="14246"/>
                        <a:pt x="34844" y="13227"/>
                      </a:cubicBezTo>
                      <a:cubicBezTo>
                        <a:pt x="46459" y="11188"/>
                        <a:pt x="57807" y="7863"/>
                        <a:pt x="69378" y="5425"/>
                      </a:cubicBezTo>
                      <a:cubicBezTo>
                        <a:pt x="80948" y="3031"/>
                        <a:pt x="92652" y="1080"/>
                        <a:pt x="104488" y="282"/>
                      </a:cubicBezTo>
                      <a:cubicBezTo>
                        <a:pt x="116280" y="-471"/>
                        <a:pt x="128294" y="194"/>
                        <a:pt x="139687" y="3385"/>
                      </a:cubicBezTo>
                      <a:cubicBezTo>
                        <a:pt x="128161" y="637"/>
                        <a:pt x="116280" y="194"/>
                        <a:pt x="104532" y="992"/>
                      </a:cubicBezTo>
                      <a:cubicBezTo>
                        <a:pt x="92785" y="1922"/>
                        <a:pt x="81126" y="4006"/>
                        <a:pt x="69599" y="6489"/>
                      </a:cubicBezTo>
                      <a:cubicBezTo>
                        <a:pt x="58029" y="8750"/>
                        <a:pt x="46636" y="11986"/>
                        <a:pt x="34933" y="13936"/>
                      </a:cubicBezTo>
                      <a:cubicBezTo>
                        <a:pt x="29081" y="14867"/>
                        <a:pt x="23185" y="15488"/>
                        <a:pt x="17245" y="15532"/>
                      </a:cubicBezTo>
                      <a:cubicBezTo>
                        <a:pt x="14274" y="15488"/>
                        <a:pt x="11304" y="15355"/>
                        <a:pt x="8378" y="14867"/>
                      </a:cubicBezTo>
                      <a:cubicBezTo>
                        <a:pt x="5541" y="14380"/>
                        <a:pt x="2571" y="13759"/>
                        <a:pt x="0" y="122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91" name="Forme libre : forme 27090">
                  <a:extLst>
                    <a:ext uri="{FF2B5EF4-FFF2-40B4-BE49-F238E27FC236}">
                      <a16:creationId xmlns:a16="http://schemas.microsoft.com/office/drawing/2014/main" id="{E57AAE91-99DC-41A3-B509-ABE9221E0C14}"/>
                    </a:ext>
                  </a:extLst>
                </p:cNvPr>
                <p:cNvSpPr/>
                <p:nvPr/>
              </p:nvSpPr>
              <p:spPr>
                <a:xfrm>
                  <a:off x="7609060" y="3062250"/>
                  <a:ext cx="94380" cy="42734"/>
                </a:xfrm>
                <a:custGeom>
                  <a:avLst/>
                  <a:gdLst>
                    <a:gd name="connsiteX0" fmla="*/ 0 w 94380"/>
                    <a:gd name="connsiteY0" fmla="*/ 0 h 42734"/>
                    <a:gd name="connsiteX1" fmla="*/ 26466 w 94380"/>
                    <a:gd name="connsiteY1" fmla="*/ 2217 h 42734"/>
                    <a:gd name="connsiteX2" fmla="*/ 39322 w 94380"/>
                    <a:gd name="connsiteY2" fmla="*/ 5719 h 42734"/>
                    <a:gd name="connsiteX3" fmla="*/ 50848 w 94380"/>
                    <a:gd name="connsiteY3" fmla="*/ 12457 h 42734"/>
                    <a:gd name="connsiteX4" fmla="*/ 72348 w 94380"/>
                    <a:gd name="connsiteY4" fmla="*/ 28061 h 42734"/>
                    <a:gd name="connsiteX5" fmla="*/ 83121 w 94380"/>
                    <a:gd name="connsiteY5" fmla="*/ 35775 h 42734"/>
                    <a:gd name="connsiteX6" fmla="*/ 94381 w 94380"/>
                    <a:gd name="connsiteY6" fmla="*/ 42735 h 42734"/>
                    <a:gd name="connsiteX7" fmla="*/ 71905 w 94380"/>
                    <a:gd name="connsiteY7" fmla="*/ 28638 h 42734"/>
                    <a:gd name="connsiteX8" fmla="*/ 50227 w 94380"/>
                    <a:gd name="connsiteY8" fmla="*/ 13388 h 42734"/>
                    <a:gd name="connsiteX9" fmla="*/ 38967 w 94380"/>
                    <a:gd name="connsiteY9" fmla="*/ 6605 h 42734"/>
                    <a:gd name="connsiteX10" fmla="*/ 26333 w 94380"/>
                    <a:gd name="connsiteY10" fmla="*/ 2970 h 42734"/>
                    <a:gd name="connsiteX11" fmla="*/ 0 w 94380"/>
                    <a:gd name="connsiteY11" fmla="*/ 0 h 42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4380" h="42734">
                      <a:moveTo>
                        <a:pt x="0" y="0"/>
                      </a:moveTo>
                      <a:cubicBezTo>
                        <a:pt x="8866" y="44"/>
                        <a:pt x="17732" y="620"/>
                        <a:pt x="26466" y="2217"/>
                      </a:cubicBezTo>
                      <a:cubicBezTo>
                        <a:pt x="30810" y="3014"/>
                        <a:pt x="35154" y="4078"/>
                        <a:pt x="39322" y="5719"/>
                      </a:cubicBezTo>
                      <a:cubicBezTo>
                        <a:pt x="43533" y="7448"/>
                        <a:pt x="47124" y="10019"/>
                        <a:pt x="50848" y="12457"/>
                      </a:cubicBezTo>
                      <a:cubicBezTo>
                        <a:pt x="58118" y="17511"/>
                        <a:pt x="65211" y="22830"/>
                        <a:pt x="72348" y="28061"/>
                      </a:cubicBezTo>
                      <a:cubicBezTo>
                        <a:pt x="75939" y="30677"/>
                        <a:pt x="79485" y="33248"/>
                        <a:pt x="83121" y="35775"/>
                      </a:cubicBezTo>
                      <a:cubicBezTo>
                        <a:pt x="86756" y="38302"/>
                        <a:pt x="90347" y="40873"/>
                        <a:pt x="94381" y="42735"/>
                      </a:cubicBezTo>
                      <a:cubicBezTo>
                        <a:pt x="86313" y="39056"/>
                        <a:pt x="79175" y="33691"/>
                        <a:pt x="71905" y="28638"/>
                      </a:cubicBezTo>
                      <a:cubicBezTo>
                        <a:pt x="64679" y="23540"/>
                        <a:pt x="57542" y="18309"/>
                        <a:pt x="50227" y="13388"/>
                      </a:cubicBezTo>
                      <a:cubicBezTo>
                        <a:pt x="46592" y="10950"/>
                        <a:pt x="43001" y="8290"/>
                        <a:pt x="38967" y="6605"/>
                      </a:cubicBezTo>
                      <a:cubicBezTo>
                        <a:pt x="34933" y="4921"/>
                        <a:pt x="30633" y="3812"/>
                        <a:pt x="26333" y="2970"/>
                      </a:cubicBezTo>
                      <a:cubicBezTo>
                        <a:pt x="17644" y="1330"/>
                        <a:pt x="8822" y="4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92" name="Forme libre : forme 27091">
                  <a:extLst>
                    <a:ext uri="{FF2B5EF4-FFF2-40B4-BE49-F238E27FC236}">
                      <a16:creationId xmlns:a16="http://schemas.microsoft.com/office/drawing/2014/main" id="{0C45644D-4C9B-4AF4-9A1F-C2BF23C2915B}"/>
                    </a:ext>
                  </a:extLst>
                </p:cNvPr>
                <p:cNvSpPr/>
                <p:nvPr/>
              </p:nvSpPr>
              <p:spPr>
                <a:xfrm>
                  <a:off x="7783413" y="2935862"/>
                  <a:ext cx="24293" cy="155513"/>
                </a:xfrm>
                <a:custGeom>
                  <a:avLst/>
                  <a:gdLst>
                    <a:gd name="connsiteX0" fmla="*/ 24293 w 24293"/>
                    <a:gd name="connsiteY0" fmla="*/ 0 h 155513"/>
                    <a:gd name="connsiteX1" fmla="*/ 17112 w 24293"/>
                    <a:gd name="connsiteY1" fmla="*/ 18575 h 155513"/>
                    <a:gd name="connsiteX2" fmla="*/ 14496 w 24293"/>
                    <a:gd name="connsiteY2" fmla="*/ 38302 h 155513"/>
                    <a:gd name="connsiteX3" fmla="*/ 17333 w 24293"/>
                    <a:gd name="connsiteY3" fmla="*/ 78156 h 155513"/>
                    <a:gd name="connsiteX4" fmla="*/ 15117 w 24293"/>
                    <a:gd name="connsiteY4" fmla="*/ 118364 h 155513"/>
                    <a:gd name="connsiteX5" fmla="*/ 8777 w 24293"/>
                    <a:gd name="connsiteY5" fmla="*/ 137470 h 155513"/>
                    <a:gd name="connsiteX6" fmla="*/ 0 w 24293"/>
                    <a:gd name="connsiteY6" fmla="*/ 155513 h 155513"/>
                    <a:gd name="connsiteX7" fmla="*/ 13477 w 24293"/>
                    <a:gd name="connsiteY7" fmla="*/ 117965 h 155513"/>
                    <a:gd name="connsiteX8" fmla="*/ 15161 w 24293"/>
                    <a:gd name="connsiteY8" fmla="*/ 78333 h 155513"/>
                    <a:gd name="connsiteX9" fmla="*/ 12812 w 24293"/>
                    <a:gd name="connsiteY9" fmla="*/ 38213 h 155513"/>
                    <a:gd name="connsiteX10" fmla="*/ 24293 w 24293"/>
                    <a:gd name="connsiteY10" fmla="*/ 0 h 155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293" h="155513">
                      <a:moveTo>
                        <a:pt x="24293" y="0"/>
                      </a:moveTo>
                      <a:cubicBezTo>
                        <a:pt x="20791" y="5719"/>
                        <a:pt x="18663" y="12147"/>
                        <a:pt x="17112" y="18575"/>
                      </a:cubicBezTo>
                      <a:cubicBezTo>
                        <a:pt x="15560" y="25047"/>
                        <a:pt x="14674" y="31652"/>
                        <a:pt x="14496" y="38302"/>
                      </a:cubicBezTo>
                      <a:cubicBezTo>
                        <a:pt x="13831" y="51601"/>
                        <a:pt x="16269" y="64767"/>
                        <a:pt x="17333" y="78156"/>
                      </a:cubicBezTo>
                      <a:cubicBezTo>
                        <a:pt x="18309" y="91499"/>
                        <a:pt x="18353" y="105197"/>
                        <a:pt x="15117" y="118364"/>
                      </a:cubicBezTo>
                      <a:cubicBezTo>
                        <a:pt x="13521" y="124925"/>
                        <a:pt x="11349" y="131308"/>
                        <a:pt x="8777" y="137470"/>
                      </a:cubicBezTo>
                      <a:cubicBezTo>
                        <a:pt x="6162" y="143677"/>
                        <a:pt x="3103" y="149617"/>
                        <a:pt x="0" y="155513"/>
                      </a:cubicBezTo>
                      <a:cubicBezTo>
                        <a:pt x="5630" y="143366"/>
                        <a:pt x="10684" y="130954"/>
                        <a:pt x="13477" y="117965"/>
                      </a:cubicBezTo>
                      <a:cubicBezTo>
                        <a:pt x="16314" y="104976"/>
                        <a:pt x="16269" y="91588"/>
                        <a:pt x="15161" y="78333"/>
                      </a:cubicBezTo>
                      <a:cubicBezTo>
                        <a:pt x="14319" y="65078"/>
                        <a:pt x="11792" y="51734"/>
                        <a:pt x="12812" y="38213"/>
                      </a:cubicBezTo>
                      <a:cubicBezTo>
                        <a:pt x="13698" y="24825"/>
                        <a:pt x="16846" y="11171"/>
                        <a:pt x="242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93" name="Forme libre : forme 27092">
                  <a:extLst>
                    <a:ext uri="{FF2B5EF4-FFF2-40B4-BE49-F238E27FC236}">
                      <a16:creationId xmlns:a16="http://schemas.microsoft.com/office/drawing/2014/main" id="{12B5790D-B0F0-42B2-90AA-F2CFD8367111}"/>
                    </a:ext>
                  </a:extLst>
                </p:cNvPr>
                <p:cNvSpPr/>
                <p:nvPr/>
              </p:nvSpPr>
              <p:spPr>
                <a:xfrm>
                  <a:off x="6814693" y="4220750"/>
                  <a:ext cx="62506" cy="105773"/>
                </a:xfrm>
                <a:custGeom>
                  <a:avLst/>
                  <a:gdLst>
                    <a:gd name="connsiteX0" fmla="*/ 62507 w 62506"/>
                    <a:gd name="connsiteY0" fmla="*/ 105774 h 105773"/>
                    <a:gd name="connsiteX1" fmla="*/ 56345 w 62506"/>
                    <a:gd name="connsiteY1" fmla="*/ 90258 h 105773"/>
                    <a:gd name="connsiteX2" fmla="*/ 49340 w 62506"/>
                    <a:gd name="connsiteY2" fmla="*/ 75274 h 105773"/>
                    <a:gd name="connsiteX3" fmla="*/ 36351 w 62506"/>
                    <a:gd name="connsiteY3" fmla="*/ 65477 h 105773"/>
                    <a:gd name="connsiteX4" fmla="*/ 20614 w 62506"/>
                    <a:gd name="connsiteY4" fmla="*/ 60157 h 105773"/>
                    <a:gd name="connsiteX5" fmla="*/ 12900 w 62506"/>
                    <a:gd name="connsiteY5" fmla="*/ 56611 h 105773"/>
                    <a:gd name="connsiteX6" fmla="*/ 9886 w 62506"/>
                    <a:gd name="connsiteY6" fmla="*/ 48631 h 105773"/>
                    <a:gd name="connsiteX7" fmla="*/ 8822 w 62506"/>
                    <a:gd name="connsiteY7" fmla="*/ 32007 h 105773"/>
                    <a:gd name="connsiteX8" fmla="*/ 0 w 62506"/>
                    <a:gd name="connsiteY8" fmla="*/ 0 h 105773"/>
                    <a:gd name="connsiteX9" fmla="*/ 9531 w 62506"/>
                    <a:gd name="connsiteY9" fmla="*/ 31918 h 105773"/>
                    <a:gd name="connsiteX10" fmla="*/ 10772 w 62506"/>
                    <a:gd name="connsiteY10" fmla="*/ 48587 h 105773"/>
                    <a:gd name="connsiteX11" fmla="*/ 13565 w 62506"/>
                    <a:gd name="connsiteY11" fmla="*/ 55902 h 105773"/>
                    <a:gd name="connsiteX12" fmla="*/ 20924 w 62506"/>
                    <a:gd name="connsiteY12" fmla="*/ 59138 h 105773"/>
                    <a:gd name="connsiteX13" fmla="*/ 36706 w 62506"/>
                    <a:gd name="connsiteY13" fmla="*/ 64679 h 105773"/>
                    <a:gd name="connsiteX14" fmla="*/ 49917 w 62506"/>
                    <a:gd name="connsiteY14" fmla="*/ 74875 h 105773"/>
                    <a:gd name="connsiteX15" fmla="*/ 56832 w 62506"/>
                    <a:gd name="connsiteY15" fmla="*/ 90125 h 105773"/>
                    <a:gd name="connsiteX16" fmla="*/ 62507 w 62506"/>
                    <a:gd name="connsiteY16" fmla="*/ 105774 h 105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506" h="105773">
                      <a:moveTo>
                        <a:pt x="62507" y="105774"/>
                      </a:moveTo>
                      <a:lnTo>
                        <a:pt x="56345" y="90258"/>
                      </a:lnTo>
                      <a:cubicBezTo>
                        <a:pt x="54305" y="85116"/>
                        <a:pt x="52576" y="79707"/>
                        <a:pt x="49340" y="75274"/>
                      </a:cubicBezTo>
                      <a:cubicBezTo>
                        <a:pt x="46104" y="70841"/>
                        <a:pt x="41361" y="67693"/>
                        <a:pt x="36351" y="65477"/>
                      </a:cubicBezTo>
                      <a:cubicBezTo>
                        <a:pt x="31298" y="63216"/>
                        <a:pt x="25934" y="61753"/>
                        <a:pt x="20614" y="60157"/>
                      </a:cubicBezTo>
                      <a:cubicBezTo>
                        <a:pt x="18043" y="59270"/>
                        <a:pt x="15073" y="58739"/>
                        <a:pt x="12900" y="56611"/>
                      </a:cubicBezTo>
                      <a:cubicBezTo>
                        <a:pt x="10772" y="54439"/>
                        <a:pt x="10152" y="51424"/>
                        <a:pt x="9886" y="48631"/>
                      </a:cubicBezTo>
                      <a:cubicBezTo>
                        <a:pt x="9664" y="43001"/>
                        <a:pt x="9620" y="37504"/>
                        <a:pt x="8822" y="32007"/>
                      </a:cubicBezTo>
                      <a:cubicBezTo>
                        <a:pt x="7403" y="21013"/>
                        <a:pt x="4433" y="10196"/>
                        <a:pt x="0" y="0"/>
                      </a:cubicBezTo>
                      <a:cubicBezTo>
                        <a:pt x="4832" y="10019"/>
                        <a:pt x="8068" y="20836"/>
                        <a:pt x="9531" y="31918"/>
                      </a:cubicBezTo>
                      <a:cubicBezTo>
                        <a:pt x="10374" y="37415"/>
                        <a:pt x="10462" y="43090"/>
                        <a:pt x="10772" y="48587"/>
                      </a:cubicBezTo>
                      <a:cubicBezTo>
                        <a:pt x="11038" y="51291"/>
                        <a:pt x="11703" y="54039"/>
                        <a:pt x="13565" y="55902"/>
                      </a:cubicBezTo>
                      <a:cubicBezTo>
                        <a:pt x="15427" y="57719"/>
                        <a:pt x="18309" y="58251"/>
                        <a:pt x="20924" y="59138"/>
                      </a:cubicBezTo>
                      <a:cubicBezTo>
                        <a:pt x="26200" y="60822"/>
                        <a:pt x="31608" y="62374"/>
                        <a:pt x="36706" y="64679"/>
                      </a:cubicBezTo>
                      <a:cubicBezTo>
                        <a:pt x="41804" y="66984"/>
                        <a:pt x="46636" y="70265"/>
                        <a:pt x="49917" y="74875"/>
                      </a:cubicBezTo>
                      <a:cubicBezTo>
                        <a:pt x="53197" y="79530"/>
                        <a:pt x="54837" y="84938"/>
                        <a:pt x="56832" y="90125"/>
                      </a:cubicBezTo>
                      <a:lnTo>
                        <a:pt x="62507" y="105774"/>
                      </a:ln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94" name="Forme libre : forme 27093">
                  <a:extLst>
                    <a:ext uri="{FF2B5EF4-FFF2-40B4-BE49-F238E27FC236}">
                      <a16:creationId xmlns:a16="http://schemas.microsoft.com/office/drawing/2014/main" id="{5A81F7DE-E8B4-4FBC-9124-A14944FB54DE}"/>
                    </a:ext>
                  </a:extLst>
                </p:cNvPr>
                <p:cNvSpPr/>
                <p:nvPr/>
              </p:nvSpPr>
              <p:spPr>
                <a:xfrm>
                  <a:off x="6869549" y="4214855"/>
                  <a:ext cx="14499" cy="97129"/>
                </a:xfrm>
                <a:custGeom>
                  <a:avLst/>
                  <a:gdLst>
                    <a:gd name="connsiteX0" fmla="*/ 2996 w 14499"/>
                    <a:gd name="connsiteY0" fmla="*/ 0 h 97129"/>
                    <a:gd name="connsiteX1" fmla="*/ 5478 w 14499"/>
                    <a:gd name="connsiteY1" fmla="*/ 12545 h 97129"/>
                    <a:gd name="connsiteX2" fmla="*/ 10975 w 14499"/>
                    <a:gd name="connsiteY2" fmla="*/ 15604 h 97129"/>
                    <a:gd name="connsiteX3" fmla="*/ 12616 w 14499"/>
                    <a:gd name="connsiteY3" fmla="*/ 18663 h 97129"/>
                    <a:gd name="connsiteX4" fmla="*/ 13059 w 14499"/>
                    <a:gd name="connsiteY4" fmla="*/ 21944 h 97129"/>
                    <a:gd name="connsiteX5" fmla="*/ 14256 w 14499"/>
                    <a:gd name="connsiteY5" fmla="*/ 35154 h 97129"/>
                    <a:gd name="connsiteX6" fmla="*/ 14478 w 14499"/>
                    <a:gd name="connsiteY6" fmla="*/ 41760 h 97129"/>
                    <a:gd name="connsiteX7" fmla="*/ 14389 w 14499"/>
                    <a:gd name="connsiteY7" fmla="*/ 45129 h 97129"/>
                    <a:gd name="connsiteX8" fmla="*/ 12749 w 14499"/>
                    <a:gd name="connsiteY8" fmla="*/ 48321 h 97129"/>
                    <a:gd name="connsiteX9" fmla="*/ 1134 w 14499"/>
                    <a:gd name="connsiteY9" fmla="*/ 71151 h 97129"/>
                    <a:gd name="connsiteX10" fmla="*/ 3883 w 14499"/>
                    <a:gd name="connsiteY10" fmla="*/ 97129 h 97129"/>
                    <a:gd name="connsiteX11" fmla="*/ 380 w 14499"/>
                    <a:gd name="connsiteY11" fmla="*/ 71062 h 97129"/>
                    <a:gd name="connsiteX12" fmla="*/ 11906 w 14499"/>
                    <a:gd name="connsiteY12" fmla="*/ 47523 h 97129"/>
                    <a:gd name="connsiteX13" fmla="*/ 13414 w 14499"/>
                    <a:gd name="connsiteY13" fmla="*/ 41760 h 97129"/>
                    <a:gd name="connsiteX14" fmla="*/ 13281 w 14499"/>
                    <a:gd name="connsiteY14" fmla="*/ 35154 h 97129"/>
                    <a:gd name="connsiteX15" fmla="*/ 12261 w 14499"/>
                    <a:gd name="connsiteY15" fmla="*/ 21988 h 97129"/>
                    <a:gd name="connsiteX16" fmla="*/ 11862 w 14499"/>
                    <a:gd name="connsiteY16" fmla="*/ 18708 h 97129"/>
                    <a:gd name="connsiteX17" fmla="*/ 10665 w 14499"/>
                    <a:gd name="connsiteY17" fmla="*/ 16181 h 97129"/>
                    <a:gd name="connsiteX18" fmla="*/ 7518 w 14499"/>
                    <a:gd name="connsiteY18" fmla="*/ 15117 h 97129"/>
                    <a:gd name="connsiteX19" fmla="*/ 4991 w 14499"/>
                    <a:gd name="connsiteY19" fmla="*/ 12856 h 97129"/>
                    <a:gd name="connsiteX20" fmla="*/ 2996 w 14499"/>
                    <a:gd name="connsiteY20" fmla="*/ 0 h 97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499" h="97129">
                      <a:moveTo>
                        <a:pt x="2996" y="0"/>
                      </a:moveTo>
                      <a:cubicBezTo>
                        <a:pt x="2774" y="4300"/>
                        <a:pt x="2641" y="9088"/>
                        <a:pt x="5478" y="12545"/>
                      </a:cubicBezTo>
                      <a:cubicBezTo>
                        <a:pt x="6853" y="14319"/>
                        <a:pt x="8715" y="15205"/>
                        <a:pt x="10975" y="15604"/>
                      </a:cubicBezTo>
                      <a:cubicBezTo>
                        <a:pt x="12306" y="16136"/>
                        <a:pt x="12483" y="17644"/>
                        <a:pt x="12616" y="18663"/>
                      </a:cubicBezTo>
                      <a:lnTo>
                        <a:pt x="13059" y="21944"/>
                      </a:lnTo>
                      <a:cubicBezTo>
                        <a:pt x="13635" y="26333"/>
                        <a:pt x="14034" y="30721"/>
                        <a:pt x="14256" y="35154"/>
                      </a:cubicBezTo>
                      <a:cubicBezTo>
                        <a:pt x="14389" y="37371"/>
                        <a:pt x="14433" y="39588"/>
                        <a:pt x="14478" y="41760"/>
                      </a:cubicBezTo>
                      <a:cubicBezTo>
                        <a:pt x="14478" y="42868"/>
                        <a:pt x="14566" y="43976"/>
                        <a:pt x="14389" y="45129"/>
                      </a:cubicBezTo>
                      <a:cubicBezTo>
                        <a:pt x="14256" y="46326"/>
                        <a:pt x="13591" y="47523"/>
                        <a:pt x="12749" y="48321"/>
                      </a:cubicBezTo>
                      <a:cubicBezTo>
                        <a:pt x="6276" y="54217"/>
                        <a:pt x="2375" y="62551"/>
                        <a:pt x="1134" y="71151"/>
                      </a:cubicBezTo>
                      <a:cubicBezTo>
                        <a:pt x="-63" y="79840"/>
                        <a:pt x="1223" y="88750"/>
                        <a:pt x="3883" y="97129"/>
                      </a:cubicBezTo>
                      <a:cubicBezTo>
                        <a:pt x="779" y="88884"/>
                        <a:pt x="-772" y="79929"/>
                        <a:pt x="380" y="71062"/>
                      </a:cubicBezTo>
                      <a:cubicBezTo>
                        <a:pt x="1489" y="62285"/>
                        <a:pt x="5390" y="53640"/>
                        <a:pt x="11906" y="47523"/>
                      </a:cubicBezTo>
                      <a:cubicBezTo>
                        <a:pt x="13547" y="46148"/>
                        <a:pt x="13414" y="43976"/>
                        <a:pt x="13414" y="41760"/>
                      </a:cubicBezTo>
                      <a:cubicBezTo>
                        <a:pt x="13414" y="39543"/>
                        <a:pt x="13369" y="37371"/>
                        <a:pt x="13281" y="35154"/>
                      </a:cubicBezTo>
                      <a:cubicBezTo>
                        <a:pt x="13103" y="30766"/>
                        <a:pt x="12793" y="26377"/>
                        <a:pt x="12261" y="21988"/>
                      </a:cubicBezTo>
                      <a:lnTo>
                        <a:pt x="11862" y="18708"/>
                      </a:lnTo>
                      <a:cubicBezTo>
                        <a:pt x="11729" y="17644"/>
                        <a:pt x="11596" y="16491"/>
                        <a:pt x="10665" y="16181"/>
                      </a:cubicBezTo>
                      <a:cubicBezTo>
                        <a:pt x="9779" y="15870"/>
                        <a:pt x="8493" y="15737"/>
                        <a:pt x="7518" y="15117"/>
                      </a:cubicBezTo>
                      <a:cubicBezTo>
                        <a:pt x="6498" y="14540"/>
                        <a:pt x="5656" y="13787"/>
                        <a:pt x="4991" y="12856"/>
                      </a:cubicBezTo>
                      <a:cubicBezTo>
                        <a:pt x="2242" y="9088"/>
                        <a:pt x="2597" y="4256"/>
                        <a:pt x="2996" y="0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95" name="Forme libre : forme 27094">
                  <a:extLst>
                    <a:ext uri="{FF2B5EF4-FFF2-40B4-BE49-F238E27FC236}">
                      <a16:creationId xmlns:a16="http://schemas.microsoft.com/office/drawing/2014/main" id="{4247E89F-E14D-4BF8-A831-B2EB6CBF6DD8}"/>
                    </a:ext>
                  </a:extLst>
                </p:cNvPr>
                <p:cNvSpPr/>
                <p:nvPr/>
              </p:nvSpPr>
              <p:spPr>
                <a:xfrm>
                  <a:off x="6787474" y="4233296"/>
                  <a:ext cx="37681" cy="27884"/>
                </a:xfrm>
                <a:custGeom>
                  <a:avLst/>
                  <a:gdLst>
                    <a:gd name="connsiteX0" fmla="*/ 37681 w 37681"/>
                    <a:gd name="connsiteY0" fmla="*/ 27884 h 27884"/>
                    <a:gd name="connsiteX1" fmla="*/ 31830 w 37681"/>
                    <a:gd name="connsiteY1" fmla="*/ 16801 h 27884"/>
                    <a:gd name="connsiteX2" fmla="*/ 20924 w 37681"/>
                    <a:gd name="connsiteY2" fmla="*/ 12014 h 27884"/>
                    <a:gd name="connsiteX3" fmla="*/ 8512 w 37681"/>
                    <a:gd name="connsiteY3" fmla="*/ 9221 h 27884"/>
                    <a:gd name="connsiteX4" fmla="*/ 0 w 37681"/>
                    <a:gd name="connsiteY4" fmla="*/ 0 h 27884"/>
                    <a:gd name="connsiteX5" fmla="*/ 8866 w 37681"/>
                    <a:gd name="connsiteY5" fmla="*/ 8423 h 27884"/>
                    <a:gd name="connsiteX6" fmla="*/ 21146 w 37681"/>
                    <a:gd name="connsiteY6" fmla="*/ 10906 h 27884"/>
                    <a:gd name="connsiteX7" fmla="*/ 27397 w 37681"/>
                    <a:gd name="connsiteY7" fmla="*/ 12368 h 27884"/>
                    <a:gd name="connsiteX8" fmla="*/ 32539 w 37681"/>
                    <a:gd name="connsiteY8" fmla="*/ 16314 h 27884"/>
                    <a:gd name="connsiteX9" fmla="*/ 37681 w 37681"/>
                    <a:gd name="connsiteY9" fmla="*/ 27884 h 27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681" h="27884">
                      <a:moveTo>
                        <a:pt x="37681" y="27884"/>
                      </a:moveTo>
                      <a:cubicBezTo>
                        <a:pt x="36263" y="23894"/>
                        <a:pt x="34268" y="20171"/>
                        <a:pt x="31830" y="16801"/>
                      </a:cubicBezTo>
                      <a:cubicBezTo>
                        <a:pt x="29657" y="13033"/>
                        <a:pt x="24914" y="12989"/>
                        <a:pt x="20924" y="12014"/>
                      </a:cubicBezTo>
                      <a:cubicBezTo>
                        <a:pt x="16934" y="10861"/>
                        <a:pt x="12457" y="11216"/>
                        <a:pt x="8512" y="9221"/>
                      </a:cubicBezTo>
                      <a:cubicBezTo>
                        <a:pt x="4566" y="7359"/>
                        <a:pt x="1463" y="3990"/>
                        <a:pt x="0" y="0"/>
                      </a:cubicBezTo>
                      <a:cubicBezTo>
                        <a:pt x="1862" y="3812"/>
                        <a:pt x="5098" y="6783"/>
                        <a:pt x="8866" y="8423"/>
                      </a:cubicBezTo>
                      <a:cubicBezTo>
                        <a:pt x="12634" y="10152"/>
                        <a:pt x="16979" y="9797"/>
                        <a:pt x="21146" y="10906"/>
                      </a:cubicBezTo>
                      <a:cubicBezTo>
                        <a:pt x="23229" y="11393"/>
                        <a:pt x="25313" y="11748"/>
                        <a:pt x="27397" y="12368"/>
                      </a:cubicBezTo>
                      <a:cubicBezTo>
                        <a:pt x="29525" y="12900"/>
                        <a:pt x="31475" y="14452"/>
                        <a:pt x="32539" y="16314"/>
                      </a:cubicBezTo>
                      <a:cubicBezTo>
                        <a:pt x="34888" y="19860"/>
                        <a:pt x="36617" y="23806"/>
                        <a:pt x="37681" y="27884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96" name="Forme libre : forme 27095">
                  <a:extLst>
                    <a:ext uri="{FF2B5EF4-FFF2-40B4-BE49-F238E27FC236}">
                      <a16:creationId xmlns:a16="http://schemas.microsoft.com/office/drawing/2014/main" id="{3DC62AC1-B948-4EA7-84D7-DE7B663EDE7B}"/>
                    </a:ext>
                  </a:extLst>
                </p:cNvPr>
                <p:cNvSpPr/>
                <p:nvPr/>
              </p:nvSpPr>
              <p:spPr>
                <a:xfrm>
                  <a:off x="6883007" y="4227533"/>
                  <a:ext cx="42468" cy="34001"/>
                </a:xfrm>
                <a:custGeom>
                  <a:avLst/>
                  <a:gdLst>
                    <a:gd name="connsiteX0" fmla="*/ 0 w 42468"/>
                    <a:gd name="connsiteY0" fmla="*/ 34002 h 34001"/>
                    <a:gd name="connsiteX1" fmla="*/ 11038 w 42468"/>
                    <a:gd name="connsiteY1" fmla="*/ 25535 h 34001"/>
                    <a:gd name="connsiteX2" fmla="*/ 18442 w 42468"/>
                    <a:gd name="connsiteY2" fmla="*/ 13920 h 34001"/>
                    <a:gd name="connsiteX3" fmla="*/ 28815 w 42468"/>
                    <a:gd name="connsiteY3" fmla="*/ 4300 h 34001"/>
                    <a:gd name="connsiteX4" fmla="*/ 42292 w 42468"/>
                    <a:gd name="connsiteY4" fmla="*/ 310 h 34001"/>
                    <a:gd name="connsiteX5" fmla="*/ 42292 w 42468"/>
                    <a:gd name="connsiteY5" fmla="*/ 399 h 34001"/>
                    <a:gd name="connsiteX6" fmla="*/ 41405 w 42468"/>
                    <a:gd name="connsiteY6" fmla="*/ 0 h 34001"/>
                    <a:gd name="connsiteX7" fmla="*/ 42336 w 42468"/>
                    <a:gd name="connsiteY7" fmla="*/ 310 h 34001"/>
                    <a:gd name="connsiteX8" fmla="*/ 42469 w 42468"/>
                    <a:gd name="connsiteY8" fmla="*/ 355 h 34001"/>
                    <a:gd name="connsiteX9" fmla="*/ 42336 w 42468"/>
                    <a:gd name="connsiteY9" fmla="*/ 399 h 34001"/>
                    <a:gd name="connsiteX10" fmla="*/ 29258 w 42468"/>
                    <a:gd name="connsiteY10" fmla="*/ 5098 h 34001"/>
                    <a:gd name="connsiteX11" fmla="*/ 19417 w 42468"/>
                    <a:gd name="connsiteY11" fmla="*/ 14496 h 34001"/>
                    <a:gd name="connsiteX12" fmla="*/ 11570 w 42468"/>
                    <a:gd name="connsiteY12" fmla="*/ 26199 h 34001"/>
                    <a:gd name="connsiteX13" fmla="*/ 0 w 42468"/>
                    <a:gd name="connsiteY13" fmla="*/ 34002 h 34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2468" h="34001">
                      <a:moveTo>
                        <a:pt x="0" y="34002"/>
                      </a:moveTo>
                      <a:cubicBezTo>
                        <a:pt x="2571" y="29879"/>
                        <a:pt x="7580" y="28416"/>
                        <a:pt x="11038" y="25535"/>
                      </a:cubicBezTo>
                      <a:cubicBezTo>
                        <a:pt x="14629" y="22609"/>
                        <a:pt x="16092" y="18043"/>
                        <a:pt x="18442" y="13920"/>
                      </a:cubicBezTo>
                      <a:cubicBezTo>
                        <a:pt x="20835" y="9753"/>
                        <a:pt x="24604" y="6472"/>
                        <a:pt x="28815" y="4300"/>
                      </a:cubicBezTo>
                      <a:cubicBezTo>
                        <a:pt x="33026" y="2128"/>
                        <a:pt x="37637" y="842"/>
                        <a:pt x="42292" y="310"/>
                      </a:cubicBezTo>
                      <a:lnTo>
                        <a:pt x="42292" y="399"/>
                      </a:lnTo>
                      <a:lnTo>
                        <a:pt x="41405" y="0"/>
                      </a:lnTo>
                      <a:lnTo>
                        <a:pt x="42336" y="310"/>
                      </a:lnTo>
                      <a:lnTo>
                        <a:pt x="42469" y="355"/>
                      </a:lnTo>
                      <a:lnTo>
                        <a:pt x="42336" y="399"/>
                      </a:lnTo>
                      <a:cubicBezTo>
                        <a:pt x="37770" y="1330"/>
                        <a:pt x="33292" y="2793"/>
                        <a:pt x="29258" y="5098"/>
                      </a:cubicBezTo>
                      <a:cubicBezTo>
                        <a:pt x="25224" y="7359"/>
                        <a:pt x="21678" y="10506"/>
                        <a:pt x="19417" y="14496"/>
                      </a:cubicBezTo>
                      <a:cubicBezTo>
                        <a:pt x="17067" y="18397"/>
                        <a:pt x="15560" y="23229"/>
                        <a:pt x="11570" y="26199"/>
                      </a:cubicBezTo>
                      <a:cubicBezTo>
                        <a:pt x="7802" y="29081"/>
                        <a:pt x="2881" y="30101"/>
                        <a:pt x="0" y="34002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97" name="Forme libre : forme 27096">
                  <a:extLst>
                    <a:ext uri="{FF2B5EF4-FFF2-40B4-BE49-F238E27FC236}">
                      <a16:creationId xmlns:a16="http://schemas.microsoft.com/office/drawing/2014/main" id="{CA3EB3CA-1AA6-4FB3-91DB-55CFC8FAF901}"/>
                    </a:ext>
                  </a:extLst>
                </p:cNvPr>
                <p:cNvSpPr/>
                <p:nvPr/>
              </p:nvSpPr>
              <p:spPr>
                <a:xfrm>
                  <a:off x="6789965" y="4257368"/>
                  <a:ext cx="35500" cy="14185"/>
                </a:xfrm>
                <a:custGeom>
                  <a:avLst/>
                  <a:gdLst>
                    <a:gd name="connsiteX0" fmla="*/ 35500 w 35500"/>
                    <a:gd name="connsiteY0" fmla="*/ 14186 h 14185"/>
                    <a:gd name="connsiteX1" fmla="*/ 27920 w 35500"/>
                    <a:gd name="connsiteY1" fmla="*/ 8467 h 14185"/>
                    <a:gd name="connsiteX2" fmla="*/ 18034 w 35500"/>
                    <a:gd name="connsiteY2" fmla="*/ 7448 h 14185"/>
                    <a:gd name="connsiteX3" fmla="*/ 8325 w 35500"/>
                    <a:gd name="connsiteY3" fmla="*/ 4877 h 14185"/>
                    <a:gd name="connsiteX4" fmla="*/ 3715 w 35500"/>
                    <a:gd name="connsiteY4" fmla="*/ 2926 h 14185"/>
                    <a:gd name="connsiteX5" fmla="*/ 1498 w 35500"/>
                    <a:gd name="connsiteY5" fmla="*/ 1773 h 14185"/>
                    <a:gd name="connsiteX6" fmla="*/ 80 w 35500"/>
                    <a:gd name="connsiteY6" fmla="*/ 0 h 14185"/>
                    <a:gd name="connsiteX7" fmla="*/ 1631 w 35500"/>
                    <a:gd name="connsiteY7" fmla="*/ 1507 h 14185"/>
                    <a:gd name="connsiteX8" fmla="*/ 3937 w 35500"/>
                    <a:gd name="connsiteY8" fmla="*/ 2438 h 14185"/>
                    <a:gd name="connsiteX9" fmla="*/ 8591 w 35500"/>
                    <a:gd name="connsiteY9" fmla="*/ 4079 h 14185"/>
                    <a:gd name="connsiteX10" fmla="*/ 18167 w 35500"/>
                    <a:gd name="connsiteY10" fmla="*/ 6384 h 14185"/>
                    <a:gd name="connsiteX11" fmla="*/ 28053 w 35500"/>
                    <a:gd name="connsiteY11" fmla="*/ 7625 h 14185"/>
                    <a:gd name="connsiteX12" fmla="*/ 35500 w 35500"/>
                    <a:gd name="connsiteY12" fmla="*/ 14186 h 14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500" h="14185">
                      <a:moveTo>
                        <a:pt x="35500" y="14186"/>
                      </a:moveTo>
                      <a:cubicBezTo>
                        <a:pt x="33683" y="11437"/>
                        <a:pt x="31111" y="9044"/>
                        <a:pt x="27920" y="8467"/>
                      </a:cubicBezTo>
                      <a:cubicBezTo>
                        <a:pt x="24772" y="7980"/>
                        <a:pt x="21314" y="8068"/>
                        <a:pt x="18034" y="7448"/>
                      </a:cubicBezTo>
                      <a:cubicBezTo>
                        <a:pt x="14753" y="6871"/>
                        <a:pt x="11473" y="6029"/>
                        <a:pt x="8325" y="4877"/>
                      </a:cubicBezTo>
                      <a:cubicBezTo>
                        <a:pt x="6774" y="4300"/>
                        <a:pt x="5222" y="3635"/>
                        <a:pt x="3715" y="2926"/>
                      </a:cubicBezTo>
                      <a:lnTo>
                        <a:pt x="1498" y="1773"/>
                      </a:lnTo>
                      <a:cubicBezTo>
                        <a:pt x="878" y="1419"/>
                        <a:pt x="-319" y="931"/>
                        <a:pt x="80" y="0"/>
                      </a:cubicBezTo>
                      <a:cubicBezTo>
                        <a:pt x="-231" y="887"/>
                        <a:pt x="966" y="1241"/>
                        <a:pt x="1631" y="1507"/>
                      </a:cubicBezTo>
                      <a:lnTo>
                        <a:pt x="3937" y="2438"/>
                      </a:lnTo>
                      <a:cubicBezTo>
                        <a:pt x="5488" y="3059"/>
                        <a:pt x="7040" y="3591"/>
                        <a:pt x="8591" y="4079"/>
                      </a:cubicBezTo>
                      <a:cubicBezTo>
                        <a:pt x="11739" y="5054"/>
                        <a:pt x="14931" y="5852"/>
                        <a:pt x="18167" y="6384"/>
                      </a:cubicBezTo>
                      <a:cubicBezTo>
                        <a:pt x="21403" y="7093"/>
                        <a:pt x="24683" y="6960"/>
                        <a:pt x="28053" y="7625"/>
                      </a:cubicBezTo>
                      <a:cubicBezTo>
                        <a:pt x="31555" y="8467"/>
                        <a:pt x="34037" y="11260"/>
                        <a:pt x="35500" y="14186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98" name="Forme libre : forme 27097">
                  <a:extLst>
                    <a:ext uri="{FF2B5EF4-FFF2-40B4-BE49-F238E27FC236}">
                      <a16:creationId xmlns:a16="http://schemas.microsoft.com/office/drawing/2014/main" id="{043F71FE-AEDC-4D7C-AF10-2A9538E58D9E}"/>
                    </a:ext>
                  </a:extLst>
                </p:cNvPr>
                <p:cNvSpPr/>
                <p:nvPr/>
              </p:nvSpPr>
              <p:spPr>
                <a:xfrm>
                  <a:off x="6725499" y="4269692"/>
                  <a:ext cx="145405" cy="54127"/>
                </a:xfrm>
                <a:custGeom>
                  <a:avLst/>
                  <a:gdLst>
                    <a:gd name="connsiteX0" fmla="*/ 0 w 145405"/>
                    <a:gd name="connsiteY0" fmla="*/ 0 h 54127"/>
                    <a:gd name="connsiteX1" fmla="*/ 20481 w 145405"/>
                    <a:gd name="connsiteY1" fmla="*/ 798 h 54127"/>
                    <a:gd name="connsiteX2" fmla="*/ 40651 w 145405"/>
                    <a:gd name="connsiteY2" fmla="*/ 4477 h 54127"/>
                    <a:gd name="connsiteX3" fmla="*/ 50050 w 145405"/>
                    <a:gd name="connsiteY3" fmla="*/ 8423 h 54127"/>
                    <a:gd name="connsiteX4" fmla="*/ 60068 w 145405"/>
                    <a:gd name="connsiteY4" fmla="*/ 9886 h 54127"/>
                    <a:gd name="connsiteX5" fmla="*/ 80638 w 145405"/>
                    <a:gd name="connsiteY5" fmla="*/ 10063 h 54127"/>
                    <a:gd name="connsiteX6" fmla="*/ 100631 w 145405"/>
                    <a:gd name="connsiteY6" fmla="*/ 15117 h 54127"/>
                    <a:gd name="connsiteX7" fmla="*/ 119649 w 145405"/>
                    <a:gd name="connsiteY7" fmla="*/ 23008 h 54127"/>
                    <a:gd name="connsiteX8" fmla="*/ 135254 w 145405"/>
                    <a:gd name="connsiteY8" fmla="*/ 36307 h 54127"/>
                    <a:gd name="connsiteX9" fmla="*/ 145406 w 145405"/>
                    <a:gd name="connsiteY9" fmla="*/ 54128 h 54127"/>
                    <a:gd name="connsiteX10" fmla="*/ 134810 w 145405"/>
                    <a:gd name="connsiteY10" fmla="*/ 36662 h 54127"/>
                    <a:gd name="connsiteX11" fmla="*/ 119294 w 145405"/>
                    <a:gd name="connsiteY11" fmla="*/ 23673 h 54127"/>
                    <a:gd name="connsiteX12" fmla="*/ 100277 w 145405"/>
                    <a:gd name="connsiteY12" fmla="*/ 16003 h 54127"/>
                    <a:gd name="connsiteX13" fmla="*/ 80461 w 145405"/>
                    <a:gd name="connsiteY13" fmla="*/ 11216 h 54127"/>
                    <a:gd name="connsiteX14" fmla="*/ 59980 w 145405"/>
                    <a:gd name="connsiteY14" fmla="*/ 10861 h 54127"/>
                    <a:gd name="connsiteX15" fmla="*/ 49739 w 145405"/>
                    <a:gd name="connsiteY15" fmla="*/ 9309 h 54127"/>
                    <a:gd name="connsiteX16" fmla="*/ 40253 w 145405"/>
                    <a:gd name="connsiteY16" fmla="*/ 5231 h 54127"/>
                    <a:gd name="connsiteX17" fmla="*/ 20348 w 145405"/>
                    <a:gd name="connsiteY17" fmla="*/ 1419 h 54127"/>
                    <a:gd name="connsiteX18" fmla="*/ 0 w 145405"/>
                    <a:gd name="connsiteY18" fmla="*/ 0 h 54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45405" h="54127">
                      <a:moveTo>
                        <a:pt x="0" y="0"/>
                      </a:moveTo>
                      <a:cubicBezTo>
                        <a:pt x="6783" y="1108"/>
                        <a:pt x="13654" y="754"/>
                        <a:pt x="20481" y="798"/>
                      </a:cubicBezTo>
                      <a:cubicBezTo>
                        <a:pt x="27308" y="887"/>
                        <a:pt x="34356" y="1507"/>
                        <a:pt x="40651" y="4477"/>
                      </a:cubicBezTo>
                      <a:cubicBezTo>
                        <a:pt x="43799" y="5852"/>
                        <a:pt x="46813" y="7492"/>
                        <a:pt x="50050" y="8423"/>
                      </a:cubicBezTo>
                      <a:cubicBezTo>
                        <a:pt x="53286" y="9398"/>
                        <a:pt x="56699" y="9753"/>
                        <a:pt x="60068" y="9886"/>
                      </a:cubicBezTo>
                      <a:cubicBezTo>
                        <a:pt x="66851" y="10107"/>
                        <a:pt x="73722" y="9309"/>
                        <a:pt x="80638" y="10063"/>
                      </a:cubicBezTo>
                      <a:cubicBezTo>
                        <a:pt x="87509" y="10817"/>
                        <a:pt x="94159" y="12767"/>
                        <a:pt x="100631" y="15117"/>
                      </a:cubicBezTo>
                      <a:cubicBezTo>
                        <a:pt x="107059" y="17555"/>
                        <a:pt x="113443" y="19993"/>
                        <a:pt x="119649" y="23008"/>
                      </a:cubicBezTo>
                      <a:cubicBezTo>
                        <a:pt x="125900" y="26022"/>
                        <a:pt x="130998" y="30943"/>
                        <a:pt x="135254" y="36307"/>
                      </a:cubicBezTo>
                      <a:cubicBezTo>
                        <a:pt x="139465" y="41715"/>
                        <a:pt x="142923" y="47744"/>
                        <a:pt x="145406" y="54128"/>
                      </a:cubicBezTo>
                      <a:cubicBezTo>
                        <a:pt x="142746" y="47833"/>
                        <a:pt x="139155" y="41893"/>
                        <a:pt x="134810" y="36662"/>
                      </a:cubicBezTo>
                      <a:cubicBezTo>
                        <a:pt x="130510" y="31386"/>
                        <a:pt x="125457" y="26599"/>
                        <a:pt x="119294" y="23673"/>
                      </a:cubicBezTo>
                      <a:cubicBezTo>
                        <a:pt x="113133" y="20747"/>
                        <a:pt x="106705" y="18353"/>
                        <a:pt x="100277" y="16003"/>
                      </a:cubicBezTo>
                      <a:cubicBezTo>
                        <a:pt x="93849" y="13742"/>
                        <a:pt x="87243" y="11881"/>
                        <a:pt x="80461" y="11216"/>
                      </a:cubicBezTo>
                      <a:cubicBezTo>
                        <a:pt x="73722" y="10418"/>
                        <a:pt x="66851" y="11127"/>
                        <a:pt x="59980" y="10861"/>
                      </a:cubicBezTo>
                      <a:cubicBezTo>
                        <a:pt x="56522" y="10684"/>
                        <a:pt x="53064" y="10329"/>
                        <a:pt x="49739" y="9309"/>
                      </a:cubicBezTo>
                      <a:cubicBezTo>
                        <a:pt x="46370" y="8334"/>
                        <a:pt x="43356" y="6650"/>
                        <a:pt x="40253" y="5231"/>
                      </a:cubicBezTo>
                      <a:cubicBezTo>
                        <a:pt x="34091" y="2261"/>
                        <a:pt x="27175" y="1551"/>
                        <a:pt x="20348" y="1419"/>
                      </a:cubicBezTo>
                      <a:cubicBezTo>
                        <a:pt x="13698" y="1064"/>
                        <a:pt x="6783" y="1286"/>
                        <a:pt x="0" y="0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099" name="Forme libre : forme 27098">
                  <a:extLst>
                    <a:ext uri="{FF2B5EF4-FFF2-40B4-BE49-F238E27FC236}">
                      <a16:creationId xmlns:a16="http://schemas.microsoft.com/office/drawing/2014/main" id="{AAA12E48-14FE-41CF-B3D8-2850942DAFFB}"/>
                    </a:ext>
                  </a:extLst>
                </p:cNvPr>
                <p:cNvSpPr/>
                <p:nvPr/>
              </p:nvSpPr>
              <p:spPr>
                <a:xfrm>
                  <a:off x="6870373" y="4232720"/>
                  <a:ext cx="72791" cy="61176"/>
                </a:xfrm>
                <a:custGeom>
                  <a:avLst/>
                  <a:gdLst>
                    <a:gd name="connsiteX0" fmla="*/ 0 w 72791"/>
                    <a:gd name="connsiteY0" fmla="*/ 61177 h 61176"/>
                    <a:gd name="connsiteX1" fmla="*/ 12280 w 72791"/>
                    <a:gd name="connsiteY1" fmla="*/ 39765 h 61176"/>
                    <a:gd name="connsiteX2" fmla="*/ 32539 w 72791"/>
                    <a:gd name="connsiteY2" fmla="*/ 25845 h 61176"/>
                    <a:gd name="connsiteX3" fmla="*/ 39322 w 72791"/>
                    <a:gd name="connsiteY3" fmla="*/ 15471 h 61176"/>
                    <a:gd name="connsiteX4" fmla="*/ 43577 w 72791"/>
                    <a:gd name="connsiteY4" fmla="*/ 10772 h 61176"/>
                    <a:gd name="connsiteX5" fmla="*/ 49340 w 72791"/>
                    <a:gd name="connsiteY5" fmla="*/ 8113 h 61176"/>
                    <a:gd name="connsiteX6" fmla="*/ 72747 w 72791"/>
                    <a:gd name="connsiteY6" fmla="*/ 0 h 61176"/>
                    <a:gd name="connsiteX7" fmla="*/ 72791 w 72791"/>
                    <a:gd name="connsiteY7" fmla="*/ 44 h 61176"/>
                    <a:gd name="connsiteX8" fmla="*/ 71683 w 72791"/>
                    <a:gd name="connsiteY8" fmla="*/ 488 h 61176"/>
                    <a:gd name="connsiteX9" fmla="*/ 72747 w 72791"/>
                    <a:gd name="connsiteY9" fmla="*/ 0 h 61176"/>
                    <a:gd name="connsiteX10" fmla="*/ 72791 w 72791"/>
                    <a:gd name="connsiteY10" fmla="*/ 44 h 61176"/>
                    <a:gd name="connsiteX11" fmla="*/ 61531 w 72791"/>
                    <a:gd name="connsiteY11" fmla="*/ 5409 h 61176"/>
                    <a:gd name="connsiteX12" fmla="*/ 49562 w 72791"/>
                    <a:gd name="connsiteY12" fmla="*/ 8866 h 61176"/>
                    <a:gd name="connsiteX13" fmla="*/ 44109 w 72791"/>
                    <a:gd name="connsiteY13" fmla="*/ 11437 h 61176"/>
                    <a:gd name="connsiteX14" fmla="*/ 40119 w 72791"/>
                    <a:gd name="connsiteY14" fmla="*/ 16003 h 61176"/>
                    <a:gd name="connsiteX15" fmla="*/ 33381 w 72791"/>
                    <a:gd name="connsiteY15" fmla="*/ 26554 h 61176"/>
                    <a:gd name="connsiteX16" fmla="*/ 23185 w 72791"/>
                    <a:gd name="connsiteY16" fmla="*/ 33913 h 61176"/>
                    <a:gd name="connsiteX17" fmla="*/ 12723 w 72791"/>
                    <a:gd name="connsiteY17" fmla="*/ 40341 h 61176"/>
                    <a:gd name="connsiteX18" fmla="*/ 0 w 72791"/>
                    <a:gd name="connsiteY18" fmla="*/ 61177 h 61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2791" h="61176">
                      <a:moveTo>
                        <a:pt x="0" y="61177"/>
                      </a:moveTo>
                      <a:cubicBezTo>
                        <a:pt x="1729" y="53020"/>
                        <a:pt x="6206" y="45528"/>
                        <a:pt x="12280" y="39765"/>
                      </a:cubicBezTo>
                      <a:cubicBezTo>
                        <a:pt x="18220" y="33559"/>
                        <a:pt x="27751" y="32716"/>
                        <a:pt x="32539" y="25845"/>
                      </a:cubicBezTo>
                      <a:cubicBezTo>
                        <a:pt x="35110" y="22653"/>
                        <a:pt x="37017" y="18974"/>
                        <a:pt x="39322" y="15471"/>
                      </a:cubicBezTo>
                      <a:cubicBezTo>
                        <a:pt x="40519" y="13743"/>
                        <a:pt x="41848" y="12058"/>
                        <a:pt x="43577" y="10772"/>
                      </a:cubicBezTo>
                      <a:cubicBezTo>
                        <a:pt x="45306" y="9443"/>
                        <a:pt x="47301" y="8689"/>
                        <a:pt x="49340" y="8113"/>
                      </a:cubicBezTo>
                      <a:cubicBezTo>
                        <a:pt x="57497" y="6384"/>
                        <a:pt x="65388" y="3857"/>
                        <a:pt x="72747" y="0"/>
                      </a:cubicBezTo>
                      <a:lnTo>
                        <a:pt x="72791" y="44"/>
                      </a:lnTo>
                      <a:lnTo>
                        <a:pt x="71683" y="488"/>
                      </a:lnTo>
                      <a:lnTo>
                        <a:pt x="72747" y="0"/>
                      </a:lnTo>
                      <a:lnTo>
                        <a:pt x="72791" y="44"/>
                      </a:lnTo>
                      <a:cubicBezTo>
                        <a:pt x="69201" y="2128"/>
                        <a:pt x="65433" y="3946"/>
                        <a:pt x="61531" y="5409"/>
                      </a:cubicBezTo>
                      <a:cubicBezTo>
                        <a:pt x="57630" y="6871"/>
                        <a:pt x="53508" y="7847"/>
                        <a:pt x="49562" y="8866"/>
                      </a:cubicBezTo>
                      <a:cubicBezTo>
                        <a:pt x="47611" y="9443"/>
                        <a:pt x="45705" y="10196"/>
                        <a:pt x="44109" y="11437"/>
                      </a:cubicBezTo>
                      <a:cubicBezTo>
                        <a:pt x="42514" y="12679"/>
                        <a:pt x="41228" y="14275"/>
                        <a:pt x="40119" y="16003"/>
                      </a:cubicBezTo>
                      <a:cubicBezTo>
                        <a:pt x="37859" y="19417"/>
                        <a:pt x="36041" y="23229"/>
                        <a:pt x="33381" y="26554"/>
                      </a:cubicBezTo>
                      <a:cubicBezTo>
                        <a:pt x="30810" y="29968"/>
                        <a:pt x="26953" y="32229"/>
                        <a:pt x="23185" y="33913"/>
                      </a:cubicBezTo>
                      <a:cubicBezTo>
                        <a:pt x="19373" y="35598"/>
                        <a:pt x="15737" y="37460"/>
                        <a:pt x="12723" y="40341"/>
                      </a:cubicBezTo>
                      <a:cubicBezTo>
                        <a:pt x="6783" y="45927"/>
                        <a:pt x="2128" y="53153"/>
                        <a:pt x="0" y="61177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00" name="Forme libre : forme 27099">
                  <a:extLst>
                    <a:ext uri="{FF2B5EF4-FFF2-40B4-BE49-F238E27FC236}">
                      <a16:creationId xmlns:a16="http://schemas.microsoft.com/office/drawing/2014/main" id="{0B8CE9D0-7563-42C6-BC5C-7052CAB6ACB9}"/>
                    </a:ext>
                  </a:extLst>
                </p:cNvPr>
                <p:cNvSpPr/>
                <p:nvPr/>
              </p:nvSpPr>
              <p:spPr>
                <a:xfrm>
                  <a:off x="6826529" y="4215918"/>
                  <a:ext cx="34445" cy="76382"/>
                </a:xfrm>
                <a:custGeom>
                  <a:avLst/>
                  <a:gdLst>
                    <a:gd name="connsiteX0" fmla="*/ 34445 w 34445"/>
                    <a:gd name="connsiteY0" fmla="*/ 76382 h 76382"/>
                    <a:gd name="connsiteX1" fmla="*/ 32007 w 34445"/>
                    <a:gd name="connsiteY1" fmla="*/ 65344 h 76382"/>
                    <a:gd name="connsiteX2" fmla="*/ 32140 w 34445"/>
                    <a:gd name="connsiteY2" fmla="*/ 53995 h 76382"/>
                    <a:gd name="connsiteX3" fmla="*/ 29923 w 34445"/>
                    <a:gd name="connsiteY3" fmla="*/ 43134 h 76382"/>
                    <a:gd name="connsiteX4" fmla="*/ 26599 w 34445"/>
                    <a:gd name="connsiteY4" fmla="*/ 38967 h 76382"/>
                    <a:gd name="connsiteX5" fmla="*/ 21368 w 34445"/>
                    <a:gd name="connsiteY5" fmla="*/ 37061 h 76382"/>
                    <a:gd name="connsiteX6" fmla="*/ 12014 w 34445"/>
                    <a:gd name="connsiteY6" fmla="*/ 30411 h 76382"/>
                    <a:gd name="connsiteX7" fmla="*/ 4300 w 34445"/>
                    <a:gd name="connsiteY7" fmla="*/ 22032 h 76382"/>
                    <a:gd name="connsiteX8" fmla="*/ 1108 w 34445"/>
                    <a:gd name="connsiteY8" fmla="*/ 11171 h 76382"/>
                    <a:gd name="connsiteX9" fmla="*/ 0 w 34445"/>
                    <a:gd name="connsiteY9" fmla="*/ 0 h 76382"/>
                    <a:gd name="connsiteX10" fmla="*/ 1640 w 34445"/>
                    <a:gd name="connsiteY10" fmla="*/ 11171 h 76382"/>
                    <a:gd name="connsiteX11" fmla="*/ 4877 w 34445"/>
                    <a:gd name="connsiteY11" fmla="*/ 21589 h 76382"/>
                    <a:gd name="connsiteX12" fmla="*/ 12634 w 34445"/>
                    <a:gd name="connsiteY12" fmla="*/ 29746 h 76382"/>
                    <a:gd name="connsiteX13" fmla="*/ 21767 w 34445"/>
                    <a:gd name="connsiteY13" fmla="*/ 36041 h 76382"/>
                    <a:gd name="connsiteX14" fmla="*/ 27131 w 34445"/>
                    <a:gd name="connsiteY14" fmla="*/ 38169 h 76382"/>
                    <a:gd name="connsiteX15" fmla="*/ 30721 w 34445"/>
                    <a:gd name="connsiteY15" fmla="*/ 42779 h 76382"/>
                    <a:gd name="connsiteX16" fmla="*/ 32849 w 34445"/>
                    <a:gd name="connsiteY16" fmla="*/ 54039 h 76382"/>
                    <a:gd name="connsiteX17" fmla="*/ 34445 w 34445"/>
                    <a:gd name="connsiteY17" fmla="*/ 76382 h 76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4445" h="76382">
                      <a:moveTo>
                        <a:pt x="34445" y="76382"/>
                      </a:moveTo>
                      <a:cubicBezTo>
                        <a:pt x="32716" y="73013"/>
                        <a:pt x="32140" y="69112"/>
                        <a:pt x="32007" y="65344"/>
                      </a:cubicBezTo>
                      <a:cubicBezTo>
                        <a:pt x="31918" y="61531"/>
                        <a:pt x="32273" y="57763"/>
                        <a:pt x="32140" y="53995"/>
                      </a:cubicBezTo>
                      <a:cubicBezTo>
                        <a:pt x="32051" y="50271"/>
                        <a:pt x="31564" y="46459"/>
                        <a:pt x="29923" y="43134"/>
                      </a:cubicBezTo>
                      <a:cubicBezTo>
                        <a:pt x="29125" y="41494"/>
                        <a:pt x="28062" y="39942"/>
                        <a:pt x="26599" y="38967"/>
                      </a:cubicBezTo>
                      <a:cubicBezTo>
                        <a:pt x="25047" y="38125"/>
                        <a:pt x="23185" y="37814"/>
                        <a:pt x="21368" y="37061"/>
                      </a:cubicBezTo>
                      <a:cubicBezTo>
                        <a:pt x="17777" y="35554"/>
                        <a:pt x="14762" y="33027"/>
                        <a:pt x="12014" y="30411"/>
                      </a:cubicBezTo>
                      <a:cubicBezTo>
                        <a:pt x="9354" y="27707"/>
                        <a:pt x="6561" y="25136"/>
                        <a:pt x="4300" y="22032"/>
                      </a:cubicBezTo>
                      <a:cubicBezTo>
                        <a:pt x="1906" y="18974"/>
                        <a:pt x="975" y="14940"/>
                        <a:pt x="1108" y="11171"/>
                      </a:cubicBezTo>
                      <a:cubicBezTo>
                        <a:pt x="1153" y="7403"/>
                        <a:pt x="1596" y="3546"/>
                        <a:pt x="0" y="0"/>
                      </a:cubicBezTo>
                      <a:cubicBezTo>
                        <a:pt x="1773" y="3414"/>
                        <a:pt x="1507" y="7448"/>
                        <a:pt x="1640" y="11171"/>
                      </a:cubicBezTo>
                      <a:cubicBezTo>
                        <a:pt x="1596" y="14940"/>
                        <a:pt x="2527" y="18663"/>
                        <a:pt x="4877" y="21589"/>
                      </a:cubicBezTo>
                      <a:cubicBezTo>
                        <a:pt x="7137" y="24559"/>
                        <a:pt x="9974" y="27131"/>
                        <a:pt x="12634" y="29746"/>
                      </a:cubicBezTo>
                      <a:cubicBezTo>
                        <a:pt x="15383" y="32273"/>
                        <a:pt x="18353" y="34667"/>
                        <a:pt x="21767" y="36041"/>
                      </a:cubicBezTo>
                      <a:cubicBezTo>
                        <a:pt x="23407" y="36795"/>
                        <a:pt x="25402" y="37149"/>
                        <a:pt x="27131" y="38169"/>
                      </a:cubicBezTo>
                      <a:cubicBezTo>
                        <a:pt x="28815" y="39322"/>
                        <a:pt x="29923" y="41051"/>
                        <a:pt x="30721" y="42779"/>
                      </a:cubicBezTo>
                      <a:cubicBezTo>
                        <a:pt x="32406" y="46326"/>
                        <a:pt x="32805" y="50227"/>
                        <a:pt x="32849" y="54039"/>
                      </a:cubicBezTo>
                      <a:cubicBezTo>
                        <a:pt x="32982" y="61531"/>
                        <a:pt x="31342" y="69289"/>
                        <a:pt x="34445" y="76382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01" name="Forme libre : forme 27100">
                  <a:extLst>
                    <a:ext uri="{FF2B5EF4-FFF2-40B4-BE49-F238E27FC236}">
                      <a16:creationId xmlns:a16="http://schemas.microsoft.com/office/drawing/2014/main" id="{39520D77-5E32-4FB7-8087-6BBD5AF08F5C}"/>
                    </a:ext>
                  </a:extLst>
                </p:cNvPr>
                <p:cNvSpPr/>
                <p:nvPr/>
              </p:nvSpPr>
              <p:spPr>
                <a:xfrm>
                  <a:off x="6899409" y="4233784"/>
                  <a:ext cx="65964" cy="29701"/>
                </a:xfrm>
                <a:custGeom>
                  <a:avLst/>
                  <a:gdLst>
                    <a:gd name="connsiteX0" fmla="*/ 0 w 65964"/>
                    <a:gd name="connsiteY0" fmla="*/ 29702 h 29701"/>
                    <a:gd name="connsiteX1" fmla="*/ 18397 w 65964"/>
                    <a:gd name="connsiteY1" fmla="*/ 26155 h 29701"/>
                    <a:gd name="connsiteX2" fmla="*/ 33869 w 65964"/>
                    <a:gd name="connsiteY2" fmla="*/ 16668 h 29701"/>
                    <a:gd name="connsiteX3" fmla="*/ 39632 w 65964"/>
                    <a:gd name="connsiteY3" fmla="*/ 9221 h 29701"/>
                    <a:gd name="connsiteX4" fmla="*/ 47878 w 65964"/>
                    <a:gd name="connsiteY4" fmla="*/ 4477 h 29701"/>
                    <a:gd name="connsiteX5" fmla="*/ 57231 w 65964"/>
                    <a:gd name="connsiteY5" fmla="*/ 3236 h 29701"/>
                    <a:gd name="connsiteX6" fmla="*/ 65964 w 65964"/>
                    <a:gd name="connsiteY6" fmla="*/ 0 h 29701"/>
                    <a:gd name="connsiteX7" fmla="*/ 57320 w 65964"/>
                    <a:gd name="connsiteY7" fmla="*/ 3768 h 29701"/>
                    <a:gd name="connsiteX8" fmla="*/ 48011 w 65964"/>
                    <a:gd name="connsiteY8" fmla="*/ 5187 h 29701"/>
                    <a:gd name="connsiteX9" fmla="*/ 40297 w 65964"/>
                    <a:gd name="connsiteY9" fmla="*/ 9797 h 29701"/>
                    <a:gd name="connsiteX10" fmla="*/ 34711 w 65964"/>
                    <a:gd name="connsiteY10" fmla="*/ 17334 h 29701"/>
                    <a:gd name="connsiteX11" fmla="*/ 18530 w 65964"/>
                    <a:gd name="connsiteY11" fmla="*/ 26820 h 29701"/>
                    <a:gd name="connsiteX12" fmla="*/ 0 w 65964"/>
                    <a:gd name="connsiteY12" fmla="*/ 29702 h 29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5964" h="29701">
                      <a:moveTo>
                        <a:pt x="0" y="29702"/>
                      </a:moveTo>
                      <a:cubicBezTo>
                        <a:pt x="5674" y="26643"/>
                        <a:pt x="12369" y="27352"/>
                        <a:pt x="18397" y="26155"/>
                      </a:cubicBezTo>
                      <a:cubicBezTo>
                        <a:pt x="24471" y="24958"/>
                        <a:pt x="30057" y="21501"/>
                        <a:pt x="33869" y="16668"/>
                      </a:cubicBezTo>
                      <a:cubicBezTo>
                        <a:pt x="35819" y="14275"/>
                        <a:pt x="37460" y="11571"/>
                        <a:pt x="39632" y="9221"/>
                      </a:cubicBezTo>
                      <a:cubicBezTo>
                        <a:pt x="41716" y="6783"/>
                        <a:pt x="44730" y="5054"/>
                        <a:pt x="47878" y="4477"/>
                      </a:cubicBezTo>
                      <a:cubicBezTo>
                        <a:pt x="51025" y="3813"/>
                        <a:pt x="54173" y="3813"/>
                        <a:pt x="57231" y="3236"/>
                      </a:cubicBezTo>
                      <a:cubicBezTo>
                        <a:pt x="60290" y="2704"/>
                        <a:pt x="63260" y="1640"/>
                        <a:pt x="65964" y="0"/>
                      </a:cubicBezTo>
                      <a:cubicBezTo>
                        <a:pt x="63349" y="1773"/>
                        <a:pt x="60423" y="3059"/>
                        <a:pt x="57320" y="3768"/>
                      </a:cubicBezTo>
                      <a:cubicBezTo>
                        <a:pt x="54217" y="4433"/>
                        <a:pt x="51025" y="4477"/>
                        <a:pt x="48011" y="5187"/>
                      </a:cubicBezTo>
                      <a:cubicBezTo>
                        <a:pt x="44952" y="5807"/>
                        <a:pt x="42292" y="7448"/>
                        <a:pt x="40297" y="9797"/>
                      </a:cubicBezTo>
                      <a:cubicBezTo>
                        <a:pt x="38258" y="12103"/>
                        <a:pt x="36706" y="14851"/>
                        <a:pt x="34711" y="17334"/>
                      </a:cubicBezTo>
                      <a:cubicBezTo>
                        <a:pt x="30633" y="22299"/>
                        <a:pt x="24781" y="25712"/>
                        <a:pt x="18530" y="26820"/>
                      </a:cubicBezTo>
                      <a:cubicBezTo>
                        <a:pt x="12324" y="28017"/>
                        <a:pt x="5807" y="27042"/>
                        <a:pt x="0" y="29702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02" name="Forme libre : forme 27101">
                  <a:extLst>
                    <a:ext uri="{FF2B5EF4-FFF2-40B4-BE49-F238E27FC236}">
                      <a16:creationId xmlns:a16="http://schemas.microsoft.com/office/drawing/2014/main" id="{8044653D-83B4-4B5C-A962-18E55860A86A}"/>
                    </a:ext>
                  </a:extLst>
                </p:cNvPr>
                <p:cNvSpPr/>
                <p:nvPr/>
              </p:nvSpPr>
              <p:spPr>
                <a:xfrm>
                  <a:off x="6858980" y="4213047"/>
                  <a:ext cx="7533" cy="52788"/>
                </a:xfrm>
                <a:custGeom>
                  <a:avLst/>
                  <a:gdLst>
                    <a:gd name="connsiteX0" fmla="*/ 0 w 7533"/>
                    <a:gd name="connsiteY0" fmla="*/ 52788 h 52788"/>
                    <a:gd name="connsiteX1" fmla="*/ 5807 w 7533"/>
                    <a:gd name="connsiteY1" fmla="*/ 40376 h 52788"/>
                    <a:gd name="connsiteX2" fmla="*/ 5630 w 7533"/>
                    <a:gd name="connsiteY2" fmla="*/ 26810 h 52788"/>
                    <a:gd name="connsiteX3" fmla="*/ 3414 w 7533"/>
                    <a:gd name="connsiteY3" fmla="*/ 13068 h 52788"/>
                    <a:gd name="connsiteX4" fmla="*/ 3059 w 7533"/>
                    <a:gd name="connsiteY4" fmla="*/ 6108 h 52788"/>
                    <a:gd name="connsiteX5" fmla="*/ 3148 w 7533"/>
                    <a:gd name="connsiteY5" fmla="*/ 2606 h 52788"/>
                    <a:gd name="connsiteX6" fmla="*/ 3236 w 7533"/>
                    <a:gd name="connsiteY6" fmla="*/ 877 h 52788"/>
                    <a:gd name="connsiteX7" fmla="*/ 3014 w 7533"/>
                    <a:gd name="connsiteY7" fmla="*/ 123 h 52788"/>
                    <a:gd name="connsiteX8" fmla="*/ 2926 w 7533"/>
                    <a:gd name="connsiteY8" fmla="*/ 389 h 52788"/>
                    <a:gd name="connsiteX9" fmla="*/ 3014 w 7533"/>
                    <a:gd name="connsiteY9" fmla="*/ 79 h 52788"/>
                    <a:gd name="connsiteX10" fmla="*/ 3325 w 7533"/>
                    <a:gd name="connsiteY10" fmla="*/ 877 h 52788"/>
                    <a:gd name="connsiteX11" fmla="*/ 3369 w 7533"/>
                    <a:gd name="connsiteY11" fmla="*/ 2606 h 52788"/>
                    <a:gd name="connsiteX12" fmla="*/ 3591 w 7533"/>
                    <a:gd name="connsiteY12" fmla="*/ 6063 h 52788"/>
                    <a:gd name="connsiteX13" fmla="*/ 4256 w 7533"/>
                    <a:gd name="connsiteY13" fmla="*/ 12935 h 52788"/>
                    <a:gd name="connsiteX14" fmla="*/ 6738 w 7533"/>
                    <a:gd name="connsiteY14" fmla="*/ 26589 h 52788"/>
                    <a:gd name="connsiteX15" fmla="*/ 6650 w 7533"/>
                    <a:gd name="connsiteY15" fmla="*/ 40597 h 52788"/>
                    <a:gd name="connsiteX16" fmla="*/ 3280 w 7533"/>
                    <a:gd name="connsiteY16" fmla="*/ 46759 h 52788"/>
                    <a:gd name="connsiteX17" fmla="*/ 0 w 7533"/>
                    <a:gd name="connsiteY17" fmla="*/ 52788 h 52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533" h="52788">
                      <a:moveTo>
                        <a:pt x="0" y="52788"/>
                      </a:moveTo>
                      <a:cubicBezTo>
                        <a:pt x="488" y="47956"/>
                        <a:pt x="5054" y="44942"/>
                        <a:pt x="5807" y="40376"/>
                      </a:cubicBezTo>
                      <a:cubicBezTo>
                        <a:pt x="6960" y="35987"/>
                        <a:pt x="6517" y="31332"/>
                        <a:pt x="5630" y="26810"/>
                      </a:cubicBezTo>
                      <a:cubicBezTo>
                        <a:pt x="4788" y="22289"/>
                        <a:pt x="3768" y="17722"/>
                        <a:pt x="3414" y="13068"/>
                      </a:cubicBezTo>
                      <a:cubicBezTo>
                        <a:pt x="3236" y="10762"/>
                        <a:pt x="3103" y="8413"/>
                        <a:pt x="3059" y="6108"/>
                      </a:cubicBezTo>
                      <a:lnTo>
                        <a:pt x="3148" y="2606"/>
                      </a:lnTo>
                      <a:lnTo>
                        <a:pt x="3236" y="877"/>
                      </a:lnTo>
                      <a:cubicBezTo>
                        <a:pt x="3236" y="611"/>
                        <a:pt x="3236" y="300"/>
                        <a:pt x="3014" y="123"/>
                      </a:cubicBezTo>
                      <a:cubicBezTo>
                        <a:pt x="2660" y="-187"/>
                        <a:pt x="2704" y="655"/>
                        <a:pt x="2926" y="389"/>
                      </a:cubicBezTo>
                      <a:cubicBezTo>
                        <a:pt x="2660" y="700"/>
                        <a:pt x="2571" y="-276"/>
                        <a:pt x="3014" y="79"/>
                      </a:cubicBezTo>
                      <a:cubicBezTo>
                        <a:pt x="3280" y="256"/>
                        <a:pt x="3325" y="611"/>
                        <a:pt x="3325" y="877"/>
                      </a:cubicBezTo>
                      <a:lnTo>
                        <a:pt x="3369" y="2606"/>
                      </a:lnTo>
                      <a:lnTo>
                        <a:pt x="3591" y="6063"/>
                      </a:lnTo>
                      <a:cubicBezTo>
                        <a:pt x="3724" y="8369"/>
                        <a:pt x="3946" y="10674"/>
                        <a:pt x="4256" y="12935"/>
                      </a:cubicBezTo>
                      <a:cubicBezTo>
                        <a:pt x="4788" y="17545"/>
                        <a:pt x="5807" y="22023"/>
                        <a:pt x="6738" y="26589"/>
                      </a:cubicBezTo>
                      <a:cubicBezTo>
                        <a:pt x="7536" y="31155"/>
                        <a:pt x="8068" y="35987"/>
                        <a:pt x="6650" y="40597"/>
                      </a:cubicBezTo>
                      <a:cubicBezTo>
                        <a:pt x="5985" y="42902"/>
                        <a:pt x="4743" y="44986"/>
                        <a:pt x="3280" y="46759"/>
                      </a:cubicBezTo>
                      <a:cubicBezTo>
                        <a:pt x="1862" y="48577"/>
                        <a:pt x="355" y="50439"/>
                        <a:pt x="0" y="52788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03" name="Forme libre : forme 27102">
                  <a:extLst>
                    <a:ext uri="{FF2B5EF4-FFF2-40B4-BE49-F238E27FC236}">
                      <a16:creationId xmlns:a16="http://schemas.microsoft.com/office/drawing/2014/main" id="{246620EE-3723-4D89-90EC-62C605572DB2}"/>
                    </a:ext>
                  </a:extLst>
                </p:cNvPr>
                <p:cNvSpPr/>
                <p:nvPr/>
              </p:nvSpPr>
              <p:spPr>
                <a:xfrm>
                  <a:off x="6769343" y="4251029"/>
                  <a:ext cx="24913" cy="28859"/>
                </a:xfrm>
                <a:custGeom>
                  <a:avLst/>
                  <a:gdLst>
                    <a:gd name="connsiteX0" fmla="*/ 24914 w 24913"/>
                    <a:gd name="connsiteY0" fmla="*/ 28860 h 28859"/>
                    <a:gd name="connsiteX1" fmla="*/ 11393 w 24913"/>
                    <a:gd name="connsiteY1" fmla="*/ 14851 h 28859"/>
                    <a:gd name="connsiteX2" fmla="*/ 7536 w 24913"/>
                    <a:gd name="connsiteY2" fmla="*/ 5985 h 28859"/>
                    <a:gd name="connsiteX3" fmla="*/ 0 w 24913"/>
                    <a:gd name="connsiteY3" fmla="*/ 0 h 28859"/>
                    <a:gd name="connsiteX4" fmla="*/ 8201 w 24913"/>
                    <a:gd name="connsiteY4" fmla="*/ 5497 h 28859"/>
                    <a:gd name="connsiteX5" fmla="*/ 12413 w 24913"/>
                    <a:gd name="connsiteY5" fmla="*/ 14452 h 28859"/>
                    <a:gd name="connsiteX6" fmla="*/ 24914 w 24913"/>
                    <a:gd name="connsiteY6" fmla="*/ 28860 h 28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913" h="28859">
                      <a:moveTo>
                        <a:pt x="24914" y="28860"/>
                      </a:moveTo>
                      <a:cubicBezTo>
                        <a:pt x="18841" y="26244"/>
                        <a:pt x="13964" y="21013"/>
                        <a:pt x="11393" y="14851"/>
                      </a:cubicBezTo>
                      <a:cubicBezTo>
                        <a:pt x="10152" y="11748"/>
                        <a:pt x="9398" y="8556"/>
                        <a:pt x="7536" y="5985"/>
                      </a:cubicBezTo>
                      <a:cubicBezTo>
                        <a:pt x="5674" y="3414"/>
                        <a:pt x="2793" y="1685"/>
                        <a:pt x="0" y="0"/>
                      </a:cubicBezTo>
                      <a:cubicBezTo>
                        <a:pt x="2970" y="1330"/>
                        <a:pt x="6073" y="2793"/>
                        <a:pt x="8201" y="5497"/>
                      </a:cubicBezTo>
                      <a:cubicBezTo>
                        <a:pt x="10329" y="8201"/>
                        <a:pt x="11127" y="11526"/>
                        <a:pt x="12413" y="14452"/>
                      </a:cubicBezTo>
                      <a:cubicBezTo>
                        <a:pt x="14806" y="20437"/>
                        <a:pt x="19328" y="25446"/>
                        <a:pt x="24914" y="28860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04" name="Forme libre : forme 27103">
                  <a:extLst>
                    <a:ext uri="{FF2B5EF4-FFF2-40B4-BE49-F238E27FC236}">
                      <a16:creationId xmlns:a16="http://schemas.microsoft.com/office/drawing/2014/main" id="{8BF003CC-7FE9-4106-85CC-55BC1A69D630}"/>
                    </a:ext>
                  </a:extLst>
                </p:cNvPr>
                <p:cNvSpPr/>
                <p:nvPr/>
              </p:nvSpPr>
              <p:spPr>
                <a:xfrm>
                  <a:off x="6841132" y="4211663"/>
                  <a:ext cx="8493" cy="39631"/>
                </a:xfrm>
                <a:custGeom>
                  <a:avLst/>
                  <a:gdLst>
                    <a:gd name="connsiteX0" fmla="*/ 4548 w 8493"/>
                    <a:gd name="connsiteY0" fmla="*/ 39632 h 39631"/>
                    <a:gd name="connsiteX1" fmla="*/ 204 w 8493"/>
                    <a:gd name="connsiteY1" fmla="*/ 30101 h 39631"/>
                    <a:gd name="connsiteX2" fmla="*/ 337 w 8493"/>
                    <a:gd name="connsiteY2" fmla="*/ 24737 h 39631"/>
                    <a:gd name="connsiteX3" fmla="*/ 2331 w 8493"/>
                    <a:gd name="connsiteY3" fmla="*/ 19816 h 39631"/>
                    <a:gd name="connsiteX4" fmla="*/ 8494 w 8493"/>
                    <a:gd name="connsiteY4" fmla="*/ 0 h 39631"/>
                    <a:gd name="connsiteX5" fmla="*/ 3351 w 8493"/>
                    <a:gd name="connsiteY5" fmla="*/ 20259 h 39631"/>
                    <a:gd name="connsiteX6" fmla="*/ 1312 w 8493"/>
                    <a:gd name="connsiteY6" fmla="*/ 24958 h 39631"/>
                    <a:gd name="connsiteX7" fmla="*/ 1046 w 8493"/>
                    <a:gd name="connsiteY7" fmla="*/ 29968 h 39631"/>
                    <a:gd name="connsiteX8" fmla="*/ 4548 w 8493"/>
                    <a:gd name="connsiteY8" fmla="*/ 39632 h 39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493" h="39631">
                      <a:moveTo>
                        <a:pt x="4548" y="39632"/>
                      </a:moveTo>
                      <a:cubicBezTo>
                        <a:pt x="2287" y="36972"/>
                        <a:pt x="736" y="33647"/>
                        <a:pt x="204" y="30101"/>
                      </a:cubicBezTo>
                      <a:cubicBezTo>
                        <a:pt x="-107" y="28328"/>
                        <a:pt x="-62" y="26510"/>
                        <a:pt x="337" y="24737"/>
                      </a:cubicBezTo>
                      <a:cubicBezTo>
                        <a:pt x="780" y="22963"/>
                        <a:pt x="1622" y="21368"/>
                        <a:pt x="2331" y="19816"/>
                      </a:cubicBezTo>
                      <a:cubicBezTo>
                        <a:pt x="5302" y="13565"/>
                        <a:pt x="7208" y="6871"/>
                        <a:pt x="8494" y="0"/>
                      </a:cubicBezTo>
                      <a:cubicBezTo>
                        <a:pt x="8139" y="7004"/>
                        <a:pt x="6233" y="13876"/>
                        <a:pt x="3351" y="20259"/>
                      </a:cubicBezTo>
                      <a:cubicBezTo>
                        <a:pt x="2597" y="21855"/>
                        <a:pt x="1755" y="23363"/>
                        <a:pt x="1312" y="24958"/>
                      </a:cubicBezTo>
                      <a:cubicBezTo>
                        <a:pt x="869" y="26554"/>
                        <a:pt x="869" y="28283"/>
                        <a:pt x="1046" y="29968"/>
                      </a:cubicBezTo>
                      <a:cubicBezTo>
                        <a:pt x="1401" y="33426"/>
                        <a:pt x="2642" y="36751"/>
                        <a:pt x="4548" y="39632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05" name="Forme libre : forme 27104">
                  <a:extLst>
                    <a:ext uri="{FF2B5EF4-FFF2-40B4-BE49-F238E27FC236}">
                      <a16:creationId xmlns:a16="http://schemas.microsoft.com/office/drawing/2014/main" id="{2E43E1A5-1A9D-483C-ADAD-055B00168A0D}"/>
                    </a:ext>
                  </a:extLst>
                </p:cNvPr>
                <p:cNvSpPr/>
                <p:nvPr/>
              </p:nvSpPr>
              <p:spPr>
                <a:xfrm>
                  <a:off x="6754270" y="4260205"/>
                  <a:ext cx="11925" cy="14363"/>
                </a:xfrm>
                <a:custGeom>
                  <a:avLst/>
                  <a:gdLst>
                    <a:gd name="connsiteX0" fmla="*/ 11925 w 11925"/>
                    <a:gd name="connsiteY0" fmla="*/ 14363 h 14363"/>
                    <a:gd name="connsiteX1" fmla="*/ 8955 w 11925"/>
                    <a:gd name="connsiteY1" fmla="*/ 10551 h 14363"/>
                    <a:gd name="connsiteX2" fmla="*/ 6827 w 11925"/>
                    <a:gd name="connsiteY2" fmla="*/ 6384 h 14363"/>
                    <a:gd name="connsiteX3" fmla="*/ 0 w 11925"/>
                    <a:gd name="connsiteY3" fmla="*/ 0 h 14363"/>
                    <a:gd name="connsiteX4" fmla="*/ 4389 w 11925"/>
                    <a:gd name="connsiteY4" fmla="*/ 2172 h 14363"/>
                    <a:gd name="connsiteX5" fmla="*/ 7802 w 11925"/>
                    <a:gd name="connsiteY5" fmla="*/ 5763 h 14363"/>
                    <a:gd name="connsiteX6" fmla="*/ 9797 w 11925"/>
                    <a:gd name="connsiteY6" fmla="*/ 10240 h 14363"/>
                    <a:gd name="connsiteX7" fmla="*/ 11925 w 11925"/>
                    <a:gd name="connsiteY7" fmla="*/ 14363 h 14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925" h="14363">
                      <a:moveTo>
                        <a:pt x="11925" y="14363"/>
                      </a:moveTo>
                      <a:cubicBezTo>
                        <a:pt x="10418" y="13654"/>
                        <a:pt x="9576" y="12014"/>
                        <a:pt x="8955" y="10551"/>
                      </a:cubicBezTo>
                      <a:cubicBezTo>
                        <a:pt x="8334" y="9043"/>
                        <a:pt x="7758" y="7669"/>
                        <a:pt x="6827" y="6384"/>
                      </a:cubicBezTo>
                      <a:cubicBezTo>
                        <a:pt x="5143" y="3768"/>
                        <a:pt x="2748" y="1685"/>
                        <a:pt x="0" y="0"/>
                      </a:cubicBezTo>
                      <a:cubicBezTo>
                        <a:pt x="1552" y="443"/>
                        <a:pt x="3059" y="1153"/>
                        <a:pt x="4389" y="2172"/>
                      </a:cubicBezTo>
                      <a:cubicBezTo>
                        <a:pt x="5719" y="3148"/>
                        <a:pt x="6827" y="4433"/>
                        <a:pt x="7802" y="5763"/>
                      </a:cubicBezTo>
                      <a:cubicBezTo>
                        <a:pt x="8689" y="7182"/>
                        <a:pt x="9354" y="8733"/>
                        <a:pt x="9797" y="10240"/>
                      </a:cubicBezTo>
                      <a:cubicBezTo>
                        <a:pt x="10196" y="11748"/>
                        <a:pt x="10640" y="13344"/>
                        <a:pt x="11925" y="14363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06" name="Forme libre : forme 27105">
                  <a:extLst>
                    <a:ext uri="{FF2B5EF4-FFF2-40B4-BE49-F238E27FC236}">
                      <a16:creationId xmlns:a16="http://schemas.microsoft.com/office/drawing/2014/main" id="{936DD5DB-0EE8-4D2B-9D89-C30121BD50EB}"/>
                    </a:ext>
                  </a:extLst>
                </p:cNvPr>
                <p:cNvSpPr/>
                <p:nvPr/>
              </p:nvSpPr>
              <p:spPr>
                <a:xfrm>
                  <a:off x="6882443" y="4223233"/>
                  <a:ext cx="14528" cy="14806"/>
                </a:xfrm>
                <a:custGeom>
                  <a:avLst/>
                  <a:gdLst>
                    <a:gd name="connsiteX0" fmla="*/ 32 w 14528"/>
                    <a:gd name="connsiteY0" fmla="*/ 14807 h 14806"/>
                    <a:gd name="connsiteX1" fmla="*/ 4776 w 14528"/>
                    <a:gd name="connsiteY1" fmla="*/ 5098 h 14806"/>
                    <a:gd name="connsiteX2" fmla="*/ 14529 w 14528"/>
                    <a:gd name="connsiteY2" fmla="*/ 0 h 14806"/>
                    <a:gd name="connsiteX3" fmla="*/ 10051 w 14528"/>
                    <a:gd name="connsiteY3" fmla="*/ 3192 h 14806"/>
                    <a:gd name="connsiteX4" fmla="*/ 5396 w 14528"/>
                    <a:gd name="connsiteY4" fmla="*/ 5985 h 14806"/>
                    <a:gd name="connsiteX5" fmla="*/ 32 w 14528"/>
                    <a:gd name="connsiteY5" fmla="*/ 14807 h 14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528" h="14806">
                      <a:moveTo>
                        <a:pt x="32" y="14807"/>
                      </a:moveTo>
                      <a:cubicBezTo>
                        <a:pt x="-278" y="11083"/>
                        <a:pt x="1673" y="7270"/>
                        <a:pt x="4776" y="5098"/>
                      </a:cubicBezTo>
                      <a:cubicBezTo>
                        <a:pt x="8101" y="3369"/>
                        <a:pt x="11159" y="1507"/>
                        <a:pt x="14529" y="0"/>
                      </a:cubicBezTo>
                      <a:cubicBezTo>
                        <a:pt x="13066" y="1108"/>
                        <a:pt x="11603" y="2172"/>
                        <a:pt x="10051" y="3192"/>
                      </a:cubicBezTo>
                      <a:cubicBezTo>
                        <a:pt x="8500" y="4256"/>
                        <a:pt x="6948" y="5054"/>
                        <a:pt x="5396" y="5985"/>
                      </a:cubicBezTo>
                      <a:cubicBezTo>
                        <a:pt x="2515" y="7935"/>
                        <a:pt x="653" y="11216"/>
                        <a:pt x="32" y="14807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07" name="Forme libre : forme 27106">
                  <a:extLst>
                    <a:ext uri="{FF2B5EF4-FFF2-40B4-BE49-F238E27FC236}">
                      <a16:creationId xmlns:a16="http://schemas.microsoft.com/office/drawing/2014/main" id="{C6DF4BC8-F44D-4063-A73A-3A5DCD023397}"/>
                    </a:ext>
                  </a:extLst>
                </p:cNvPr>
                <p:cNvSpPr/>
                <p:nvPr/>
              </p:nvSpPr>
              <p:spPr>
                <a:xfrm>
                  <a:off x="6752364" y="4258653"/>
                  <a:ext cx="4078" cy="4078"/>
                </a:xfrm>
                <a:custGeom>
                  <a:avLst/>
                  <a:gdLst>
                    <a:gd name="connsiteX0" fmla="*/ 4078 w 4078"/>
                    <a:gd name="connsiteY0" fmla="*/ 2039 h 4078"/>
                    <a:gd name="connsiteX1" fmla="*/ 2039 w 4078"/>
                    <a:gd name="connsiteY1" fmla="*/ 4078 h 4078"/>
                    <a:gd name="connsiteX2" fmla="*/ 0 w 4078"/>
                    <a:gd name="connsiteY2" fmla="*/ 2039 h 4078"/>
                    <a:gd name="connsiteX3" fmla="*/ 2039 w 4078"/>
                    <a:gd name="connsiteY3" fmla="*/ 0 h 4078"/>
                    <a:gd name="connsiteX4" fmla="*/ 4078 w 4078"/>
                    <a:gd name="connsiteY4" fmla="*/ 2039 h 4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8" h="4078">
                      <a:moveTo>
                        <a:pt x="4078" y="2039"/>
                      </a:moveTo>
                      <a:cubicBezTo>
                        <a:pt x="4078" y="3165"/>
                        <a:pt x="3165" y="4078"/>
                        <a:pt x="2039" y="4078"/>
                      </a:cubicBezTo>
                      <a:cubicBezTo>
                        <a:pt x="913" y="4078"/>
                        <a:pt x="0" y="3166"/>
                        <a:pt x="0" y="2039"/>
                      </a:cubicBezTo>
                      <a:cubicBezTo>
                        <a:pt x="0" y="913"/>
                        <a:pt x="913" y="0"/>
                        <a:pt x="2039" y="0"/>
                      </a:cubicBezTo>
                      <a:cubicBezTo>
                        <a:pt x="3165" y="0"/>
                        <a:pt x="4078" y="913"/>
                        <a:pt x="4078" y="2039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08" name="Forme libre : forme 27107">
                  <a:extLst>
                    <a:ext uri="{FF2B5EF4-FFF2-40B4-BE49-F238E27FC236}">
                      <a16:creationId xmlns:a16="http://schemas.microsoft.com/office/drawing/2014/main" id="{A9422882-5B7A-4D9F-93A1-9043E5DCC2D8}"/>
                    </a:ext>
                  </a:extLst>
                </p:cNvPr>
                <p:cNvSpPr/>
                <p:nvPr/>
              </p:nvSpPr>
              <p:spPr>
                <a:xfrm>
                  <a:off x="6723150" y="4267786"/>
                  <a:ext cx="5142" cy="5142"/>
                </a:xfrm>
                <a:custGeom>
                  <a:avLst/>
                  <a:gdLst>
                    <a:gd name="connsiteX0" fmla="*/ 5142 w 5142"/>
                    <a:gd name="connsiteY0" fmla="*/ 2571 h 5142"/>
                    <a:gd name="connsiteX1" fmla="*/ 2571 w 5142"/>
                    <a:gd name="connsiteY1" fmla="*/ 5142 h 5142"/>
                    <a:gd name="connsiteX2" fmla="*/ 0 w 5142"/>
                    <a:gd name="connsiteY2" fmla="*/ 2571 h 5142"/>
                    <a:gd name="connsiteX3" fmla="*/ 2571 w 5142"/>
                    <a:gd name="connsiteY3" fmla="*/ 0 h 5142"/>
                    <a:gd name="connsiteX4" fmla="*/ 5142 w 5142"/>
                    <a:gd name="connsiteY4" fmla="*/ 2571 h 5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2" h="5142">
                      <a:moveTo>
                        <a:pt x="5142" y="2571"/>
                      </a:moveTo>
                      <a:cubicBezTo>
                        <a:pt x="5142" y="3991"/>
                        <a:pt x="3991" y="5142"/>
                        <a:pt x="2571" y="5142"/>
                      </a:cubicBezTo>
                      <a:cubicBezTo>
                        <a:pt x="1151" y="5142"/>
                        <a:pt x="0" y="3991"/>
                        <a:pt x="0" y="2571"/>
                      </a:cubicBezTo>
                      <a:cubicBezTo>
                        <a:pt x="0" y="1151"/>
                        <a:pt x="1151" y="0"/>
                        <a:pt x="2571" y="0"/>
                      </a:cubicBezTo>
                      <a:cubicBezTo>
                        <a:pt x="3991" y="0"/>
                        <a:pt x="5142" y="1151"/>
                        <a:pt x="5142" y="2571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09" name="Forme libre : forme 27108">
                  <a:extLst>
                    <a:ext uri="{FF2B5EF4-FFF2-40B4-BE49-F238E27FC236}">
                      <a16:creationId xmlns:a16="http://schemas.microsoft.com/office/drawing/2014/main" id="{3268DB55-E151-4462-9747-0AE57C837C2D}"/>
                    </a:ext>
                  </a:extLst>
                </p:cNvPr>
                <p:cNvSpPr/>
                <p:nvPr/>
              </p:nvSpPr>
              <p:spPr>
                <a:xfrm>
                  <a:off x="6766904" y="4248901"/>
                  <a:ext cx="5142" cy="5142"/>
                </a:xfrm>
                <a:custGeom>
                  <a:avLst/>
                  <a:gdLst>
                    <a:gd name="connsiteX0" fmla="*/ 5142 w 5142"/>
                    <a:gd name="connsiteY0" fmla="*/ 2571 h 5142"/>
                    <a:gd name="connsiteX1" fmla="*/ 2571 w 5142"/>
                    <a:gd name="connsiteY1" fmla="*/ 5143 h 5142"/>
                    <a:gd name="connsiteX2" fmla="*/ 0 w 5142"/>
                    <a:gd name="connsiteY2" fmla="*/ 2571 h 5142"/>
                    <a:gd name="connsiteX3" fmla="*/ 2571 w 5142"/>
                    <a:gd name="connsiteY3" fmla="*/ 0 h 5142"/>
                    <a:gd name="connsiteX4" fmla="*/ 5142 w 5142"/>
                    <a:gd name="connsiteY4" fmla="*/ 2571 h 5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2" h="5142">
                      <a:moveTo>
                        <a:pt x="5142" y="2571"/>
                      </a:moveTo>
                      <a:cubicBezTo>
                        <a:pt x="5142" y="3991"/>
                        <a:pt x="3991" y="5143"/>
                        <a:pt x="2571" y="5143"/>
                      </a:cubicBezTo>
                      <a:cubicBezTo>
                        <a:pt x="1151" y="5143"/>
                        <a:pt x="0" y="3991"/>
                        <a:pt x="0" y="2571"/>
                      </a:cubicBezTo>
                      <a:cubicBezTo>
                        <a:pt x="0" y="1151"/>
                        <a:pt x="1151" y="0"/>
                        <a:pt x="2571" y="0"/>
                      </a:cubicBezTo>
                      <a:cubicBezTo>
                        <a:pt x="3991" y="0"/>
                        <a:pt x="5142" y="1151"/>
                        <a:pt x="5142" y="2571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10" name="Forme libre : forme 27109">
                  <a:extLst>
                    <a:ext uri="{FF2B5EF4-FFF2-40B4-BE49-F238E27FC236}">
                      <a16:creationId xmlns:a16="http://schemas.microsoft.com/office/drawing/2014/main" id="{82BCDE1D-1F25-4599-9362-469B8A59B843}"/>
                    </a:ext>
                  </a:extLst>
                </p:cNvPr>
                <p:cNvSpPr/>
                <p:nvPr/>
              </p:nvSpPr>
              <p:spPr>
                <a:xfrm>
                  <a:off x="6786277" y="4255107"/>
                  <a:ext cx="5319" cy="5319"/>
                </a:xfrm>
                <a:custGeom>
                  <a:avLst/>
                  <a:gdLst>
                    <a:gd name="connsiteX0" fmla="*/ 5320 w 5319"/>
                    <a:gd name="connsiteY0" fmla="*/ 2660 h 5319"/>
                    <a:gd name="connsiteX1" fmla="*/ 2660 w 5319"/>
                    <a:gd name="connsiteY1" fmla="*/ 5320 h 5319"/>
                    <a:gd name="connsiteX2" fmla="*/ 0 w 5319"/>
                    <a:gd name="connsiteY2" fmla="*/ 2660 h 5319"/>
                    <a:gd name="connsiteX3" fmla="*/ 2660 w 5319"/>
                    <a:gd name="connsiteY3" fmla="*/ 0 h 5319"/>
                    <a:gd name="connsiteX4" fmla="*/ 5320 w 5319"/>
                    <a:gd name="connsiteY4" fmla="*/ 2660 h 5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19" h="5319">
                      <a:moveTo>
                        <a:pt x="5320" y="2660"/>
                      </a:moveTo>
                      <a:cubicBezTo>
                        <a:pt x="5320" y="4129"/>
                        <a:pt x="4129" y="5320"/>
                        <a:pt x="2660" y="5320"/>
                      </a:cubicBezTo>
                      <a:cubicBezTo>
                        <a:pt x="1191" y="5320"/>
                        <a:pt x="0" y="4129"/>
                        <a:pt x="0" y="2660"/>
                      </a:cubicBezTo>
                      <a:cubicBezTo>
                        <a:pt x="0" y="1191"/>
                        <a:pt x="1191" y="0"/>
                        <a:pt x="2660" y="0"/>
                      </a:cubicBezTo>
                      <a:cubicBezTo>
                        <a:pt x="4129" y="0"/>
                        <a:pt x="5320" y="1191"/>
                        <a:pt x="5320" y="2660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11" name="Forme libre : forme 27110">
                  <a:extLst>
                    <a:ext uri="{FF2B5EF4-FFF2-40B4-BE49-F238E27FC236}">
                      <a16:creationId xmlns:a16="http://schemas.microsoft.com/office/drawing/2014/main" id="{B992FCB6-2419-48DB-B681-518DCA8C4CA3}"/>
                    </a:ext>
                  </a:extLst>
                </p:cNvPr>
                <p:cNvSpPr/>
                <p:nvPr/>
              </p:nvSpPr>
              <p:spPr>
                <a:xfrm>
                  <a:off x="6785124" y="4231479"/>
                  <a:ext cx="4078" cy="4078"/>
                </a:xfrm>
                <a:custGeom>
                  <a:avLst/>
                  <a:gdLst>
                    <a:gd name="connsiteX0" fmla="*/ 4078 w 4078"/>
                    <a:gd name="connsiteY0" fmla="*/ 2039 h 4078"/>
                    <a:gd name="connsiteX1" fmla="*/ 2039 w 4078"/>
                    <a:gd name="connsiteY1" fmla="*/ 4078 h 4078"/>
                    <a:gd name="connsiteX2" fmla="*/ 0 w 4078"/>
                    <a:gd name="connsiteY2" fmla="*/ 2039 h 4078"/>
                    <a:gd name="connsiteX3" fmla="*/ 2039 w 4078"/>
                    <a:gd name="connsiteY3" fmla="*/ 0 h 4078"/>
                    <a:gd name="connsiteX4" fmla="*/ 4078 w 4078"/>
                    <a:gd name="connsiteY4" fmla="*/ 2039 h 4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8" h="4078">
                      <a:moveTo>
                        <a:pt x="4078" y="2039"/>
                      </a:moveTo>
                      <a:cubicBezTo>
                        <a:pt x="4078" y="3165"/>
                        <a:pt x="3166" y="4078"/>
                        <a:pt x="2039" y="4078"/>
                      </a:cubicBezTo>
                      <a:cubicBezTo>
                        <a:pt x="913" y="4078"/>
                        <a:pt x="0" y="3166"/>
                        <a:pt x="0" y="2039"/>
                      </a:cubicBezTo>
                      <a:cubicBezTo>
                        <a:pt x="0" y="913"/>
                        <a:pt x="913" y="0"/>
                        <a:pt x="2039" y="0"/>
                      </a:cubicBezTo>
                      <a:cubicBezTo>
                        <a:pt x="3165" y="0"/>
                        <a:pt x="4078" y="913"/>
                        <a:pt x="4078" y="2039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12" name="Forme libre : forme 27111">
                  <a:extLst>
                    <a:ext uri="{FF2B5EF4-FFF2-40B4-BE49-F238E27FC236}">
                      <a16:creationId xmlns:a16="http://schemas.microsoft.com/office/drawing/2014/main" id="{790EA9D1-1040-4789-B0F0-EDAB798133F2}"/>
                    </a:ext>
                  </a:extLst>
                </p:cNvPr>
                <p:cNvSpPr/>
                <p:nvPr/>
              </p:nvSpPr>
              <p:spPr>
                <a:xfrm>
                  <a:off x="6813540" y="4219022"/>
                  <a:ext cx="4078" cy="4078"/>
                </a:xfrm>
                <a:custGeom>
                  <a:avLst/>
                  <a:gdLst>
                    <a:gd name="connsiteX0" fmla="*/ 4079 w 4078"/>
                    <a:gd name="connsiteY0" fmla="*/ 2039 h 4078"/>
                    <a:gd name="connsiteX1" fmla="*/ 2039 w 4078"/>
                    <a:gd name="connsiteY1" fmla="*/ 4078 h 4078"/>
                    <a:gd name="connsiteX2" fmla="*/ 0 w 4078"/>
                    <a:gd name="connsiteY2" fmla="*/ 2039 h 4078"/>
                    <a:gd name="connsiteX3" fmla="*/ 2039 w 4078"/>
                    <a:gd name="connsiteY3" fmla="*/ 0 h 4078"/>
                    <a:gd name="connsiteX4" fmla="*/ 4079 w 4078"/>
                    <a:gd name="connsiteY4" fmla="*/ 2039 h 4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8" h="4078">
                      <a:moveTo>
                        <a:pt x="4079" y="2039"/>
                      </a:moveTo>
                      <a:cubicBezTo>
                        <a:pt x="4079" y="3165"/>
                        <a:pt x="3166" y="4078"/>
                        <a:pt x="2039" y="4078"/>
                      </a:cubicBezTo>
                      <a:cubicBezTo>
                        <a:pt x="913" y="4078"/>
                        <a:pt x="0" y="3166"/>
                        <a:pt x="0" y="2039"/>
                      </a:cubicBezTo>
                      <a:cubicBezTo>
                        <a:pt x="0" y="913"/>
                        <a:pt x="913" y="0"/>
                        <a:pt x="2039" y="0"/>
                      </a:cubicBezTo>
                      <a:cubicBezTo>
                        <a:pt x="3165" y="0"/>
                        <a:pt x="4079" y="913"/>
                        <a:pt x="4079" y="2039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13" name="Forme libre : forme 27112">
                  <a:extLst>
                    <a:ext uri="{FF2B5EF4-FFF2-40B4-BE49-F238E27FC236}">
                      <a16:creationId xmlns:a16="http://schemas.microsoft.com/office/drawing/2014/main" id="{85A3045B-1B7D-4F5C-AC4B-A949ECFCF0A8}"/>
                    </a:ext>
                  </a:extLst>
                </p:cNvPr>
                <p:cNvSpPr/>
                <p:nvPr/>
              </p:nvSpPr>
              <p:spPr>
                <a:xfrm>
                  <a:off x="6825332" y="4214899"/>
                  <a:ext cx="3812" cy="3812"/>
                </a:xfrm>
                <a:custGeom>
                  <a:avLst/>
                  <a:gdLst>
                    <a:gd name="connsiteX0" fmla="*/ 3812 w 3812"/>
                    <a:gd name="connsiteY0" fmla="*/ 1906 h 3812"/>
                    <a:gd name="connsiteX1" fmla="*/ 1906 w 3812"/>
                    <a:gd name="connsiteY1" fmla="*/ 3813 h 3812"/>
                    <a:gd name="connsiteX2" fmla="*/ 0 w 3812"/>
                    <a:gd name="connsiteY2" fmla="*/ 1906 h 3812"/>
                    <a:gd name="connsiteX3" fmla="*/ 1906 w 3812"/>
                    <a:gd name="connsiteY3" fmla="*/ 0 h 3812"/>
                    <a:gd name="connsiteX4" fmla="*/ 3812 w 3812"/>
                    <a:gd name="connsiteY4" fmla="*/ 1906 h 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12" h="3812">
                      <a:moveTo>
                        <a:pt x="3812" y="1906"/>
                      </a:moveTo>
                      <a:cubicBezTo>
                        <a:pt x="3812" y="2959"/>
                        <a:pt x="2959" y="3813"/>
                        <a:pt x="1906" y="3813"/>
                      </a:cubicBezTo>
                      <a:cubicBezTo>
                        <a:pt x="853" y="3813"/>
                        <a:pt x="0" y="2959"/>
                        <a:pt x="0" y="1906"/>
                      </a:cubicBezTo>
                      <a:cubicBezTo>
                        <a:pt x="0" y="854"/>
                        <a:pt x="853" y="0"/>
                        <a:pt x="1906" y="0"/>
                      </a:cubicBezTo>
                      <a:cubicBezTo>
                        <a:pt x="2959" y="0"/>
                        <a:pt x="3812" y="854"/>
                        <a:pt x="3812" y="1906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14" name="Forme libre : forme 27113">
                  <a:extLst>
                    <a:ext uri="{FF2B5EF4-FFF2-40B4-BE49-F238E27FC236}">
                      <a16:creationId xmlns:a16="http://schemas.microsoft.com/office/drawing/2014/main" id="{EC8BF96E-2972-4BBC-A5A8-35BAEF171E35}"/>
                    </a:ext>
                  </a:extLst>
                </p:cNvPr>
                <p:cNvSpPr/>
                <p:nvPr/>
              </p:nvSpPr>
              <p:spPr>
                <a:xfrm>
                  <a:off x="6847454" y="4209845"/>
                  <a:ext cx="4876" cy="4876"/>
                </a:xfrm>
                <a:custGeom>
                  <a:avLst/>
                  <a:gdLst>
                    <a:gd name="connsiteX0" fmla="*/ 4876 w 4876"/>
                    <a:gd name="connsiteY0" fmla="*/ 2438 h 4876"/>
                    <a:gd name="connsiteX1" fmla="*/ 2438 w 4876"/>
                    <a:gd name="connsiteY1" fmla="*/ 4876 h 4876"/>
                    <a:gd name="connsiteX2" fmla="*/ 0 w 4876"/>
                    <a:gd name="connsiteY2" fmla="*/ 2438 h 4876"/>
                    <a:gd name="connsiteX3" fmla="*/ 2438 w 4876"/>
                    <a:gd name="connsiteY3" fmla="*/ 0 h 4876"/>
                    <a:gd name="connsiteX4" fmla="*/ 4876 w 4876"/>
                    <a:gd name="connsiteY4" fmla="*/ 2438 h 4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76" h="4876">
                      <a:moveTo>
                        <a:pt x="4876" y="2438"/>
                      </a:moveTo>
                      <a:cubicBezTo>
                        <a:pt x="4876" y="3785"/>
                        <a:pt x="3785" y="4876"/>
                        <a:pt x="2438" y="4876"/>
                      </a:cubicBezTo>
                      <a:cubicBezTo>
                        <a:pt x="1092" y="4876"/>
                        <a:pt x="0" y="3785"/>
                        <a:pt x="0" y="2438"/>
                      </a:cubicBezTo>
                      <a:cubicBezTo>
                        <a:pt x="0" y="1092"/>
                        <a:pt x="1092" y="0"/>
                        <a:pt x="2438" y="0"/>
                      </a:cubicBezTo>
                      <a:cubicBezTo>
                        <a:pt x="3785" y="0"/>
                        <a:pt x="4876" y="1092"/>
                        <a:pt x="4876" y="2438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15" name="Forme libre : forme 27114">
                  <a:extLst>
                    <a:ext uri="{FF2B5EF4-FFF2-40B4-BE49-F238E27FC236}">
                      <a16:creationId xmlns:a16="http://schemas.microsoft.com/office/drawing/2014/main" id="{6C2EFB53-7AA8-48F9-BA9F-79182A432D0C}"/>
                    </a:ext>
                  </a:extLst>
                </p:cNvPr>
                <p:cNvSpPr/>
                <p:nvPr/>
              </p:nvSpPr>
              <p:spPr>
                <a:xfrm>
                  <a:off x="6860531" y="4211397"/>
                  <a:ext cx="3989" cy="3989"/>
                </a:xfrm>
                <a:custGeom>
                  <a:avLst/>
                  <a:gdLst>
                    <a:gd name="connsiteX0" fmla="*/ 3990 w 3989"/>
                    <a:gd name="connsiteY0" fmla="*/ 1995 h 3989"/>
                    <a:gd name="connsiteX1" fmla="*/ 1995 w 3989"/>
                    <a:gd name="connsiteY1" fmla="*/ 3990 h 3989"/>
                    <a:gd name="connsiteX2" fmla="*/ 0 w 3989"/>
                    <a:gd name="connsiteY2" fmla="*/ 1995 h 3989"/>
                    <a:gd name="connsiteX3" fmla="*/ 1995 w 3989"/>
                    <a:gd name="connsiteY3" fmla="*/ 0 h 3989"/>
                    <a:gd name="connsiteX4" fmla="*/ 3990 w 3989"/>
                    <a:gd name="connsiteY4" fmla="*/ 1995 h 3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89" h="3989">
                      <a:moveTo>
                        <a:pt x="3990" y="1995"/>
                      </a:moveTo>
                      <a:cubicBezTo>
                        <a:pt x="3990" y="3097"/>
                        <a:pt x="3097" y="3990"/>
                        <a:pt x="1995" y="3990"/>
                      </a:cubicBezTo>
                      <a:cubicBezTo>
                        <a:pt x="893" y="3990"/>
                        <a:pt x="0" y="3097"/>
                        <a:pt x="0" y="1995"/>
                      </a:cubicBezTo>
                      <a:cubicBezTo>
                        <a:pt x="0" y="893"/>
                        <a:pt x="893" y="0"/>
                        <a:pt x="1995" y="0"/>
                      </a:cubicBezTo>
                      <a:cubicBezTo>
                        <a:pt x="3097" y="0"/>
                        <a:pt x="3990" y="893"/>
                        <a:pt x="3990" y="1995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16" name="Forme libre : forme 27115">
                  <a:extLst>
                    <a:ext uri="{FF2B5EF4-FFF2-40B4-BE49-F238E27FC236}">
                      <a16:creationId xmlns:a16="http://schemas.microsoft.com/office/drawing/2014/main" id="{AA955083-83B3-40F2-BCC4-CFAEAFB9A3BA}"/>
                    </a:ext>
                  </a:extLst>
                </p:cNvPr>
                <p:cNvSpPr/>
                <p:nvPr/>
              </p:nvSpPr>
              <p:spPr>
                <a:xfrm>
                  <a:off x="6871481" y="4213702"/>
                  <a:ext cx="4610" cy="4610"/>
                </a:xfrm>
                <a:custGeom>
                  <a:avLst/>
                  <a:gdLst>
                    <a:gd name="connsiteX0" fmla="*/ 4610 w 4610"/>
                    <a:gd name="connsiteY0" fmla="*/ 2305 h 4610"/>
                    <a:gd name="connsiteX1" fmla="*/ 2305 w 4610"/>
                    <a:gd name="connsiteY1" fmla="*/ 4611 h 4610"/>
                    <a:gd name="connsiteX2" fmla="*/ 0 w 4610"/>
                    <a:gd name="connsiteY2" fmla="*/ 2305 h 4610"/>
                    <a:gd name="connsiteX3" fmla="*/ 2305 w 4610"/>
                    <a:gd name="connsiteY3" fmla="*/ 0 h 4610"/>
                    <a:gd name="connsiteX4" fmla="*/ 4610 w 4610"/>
                    <a:gd name="connsiteY4" fmla="*/ 2305 h 4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10" h="4610">
                      <a:moveTo>
                        <a:pt x="4610" y="2305"/>
                      </a:moveTo>
                      <a:cubicBezTo>
                        <a:pt x="4610" y="3578"/>
                        <a:pt x="3578" y="4611"/>
                        <a:pt x="2305" y="4611"/>
                      </a:cubicBezTo>
                      <a:cubicBezTo>
                        <a:pt x="1032" y="4611"/>
                        <a:pt x="0" y="3579"/>
                        <a:pt x="0" y="2305"/>
                      </a:cubicBezTo>
                      <a:cubicBezTo>
                        <a:pt x="0" y="1032"/>
                        <a:pt x="1032" y="0"/>
                        <a:pt x="2305" y="0"/>
                      </a:cubicBezTo>
                      <a:cubicBezTo>
                        <a:pt x="3578" y="0"/>
                        <a:pt x="4610" y="1032"/>
                        <a:pt x="4610" y="2305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17" name="Forme libre : forme 27116">
                  <a:extLst>
                    <a:ext uri="{FF2B5EF4-FFF2-40B4-BE49-F238E27FC236}">
                      <a16:creationId xmlns:a16="http://schemas.microsoft.com/office/drawing/2014/main" id="{DB4402AE-9949-4F0C-8453-FDAE1F8F6FC0}"/>
                    </a:ext>
                  </a:extLst>
                </p:cNvPr>
                <p:cNvSpPr/>
                <p:nvPr/>
              </p:nvSpPr>
              <p:spPr>
                <a:xfrm>
                  <a:off x="6895065" y="4221903"/>
                  <a:ext cx="3635" cy="3635"/>
                </a:xfrm>
                <a:custGeom>
                  <a:avLst/>
                  <a:gdLst>
                    <a:gd name="connsiteX0" fmla="*/ 3635 w 3635"/>
                    <a:gd name="connsiteY0" fmla="*/ 1818 h 3635"/>
                    <a:gd name="connsiteX1" fmla="*/ 1818 w 3635"/>
                    <a:gd name="connsiteY1" fmla="*/ 3635 h 3635"/>
                    <a:gd name="connsiteX2" fmla="*/ 0 w 3635"/>
                    <a:gd name="connsiteY2" fmla="*/ 1818 h 3635"/>
                    <a:gd name="connsiteX3" fmla="*/ 1818 w 3635"/>
                    <a:gd name="connsiteY3" fmla="*/ 0 h 3635"/>
                    <a:gd name="connsiteX4" fmla="*/ 3635 w 3635"/>
                    <a:gd name="connsiteY4" fmla="*/ 1818 h 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35" h="3635">
                      <a:moveTo>
                        <a:pt x="3635" y="1818"/>
                      </a:moveTo>
                      <a:cubicBezTo>
                        <a:pt x="3635" y="2821"/>
                        <a:pt x="2821" y="3635"/>
                        <a:pt x="1818" y="3635"/>
                      </a:cubicBezTo>
                      <a:cubicBezTo>
                        <a:pt x="814" y="3635"/>
                        <a:pt x="0" y="2821"/>
                        <a:pt x="0" y="1818"/>
                      </a:cubicBezTo>
                      <a:cubicBezTo>
                        <a:pt x="0" y="814"/>
                        <a:pt x="814" y="0"/>
                        <a:pt x="1818" y="0"/>
                      </a:cubicBezTo>
                      <a:cubicBezTo>
                        <a:pt x="2822" y="0"/>
                        <a:pt x="3635" y="814"/>
                        <a:pt x="3635" y="1818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18" name="Forme libre : forme 27117">
                  <a:extLst>
                    <a:ext uri="{FF2B5EF4-FFF2-40B4-BE49-F238E27FC236}">
                      <a16:creationId xmlns:a16="http://schemas.microsoft.com/office/drawing/2014/main" id="{D8C40E83-010E-4100-906B-F7CA215E5C7A}"/>
                    </a:ext>
                  </a:extLst>
                </p:cNvPr>
                <p:cNvSpPr/>
                <p:nvPr/>
              </p:nvSpPr>
              <p:spPr>
                <a:xfrm>
                  <a:off x="6922994" y="4225760"/>
                  <a:ext cx="4521" cy="4521"/>
                </a:xfrm>
                <a:custGeom>
                  <a:avLst/>
                  <a:gdLst>
                    <a:gd name="connsiteX0" fmla="*/ 4522 w 4521"/>
                    <a:gd name="connsiteY0" fmla="*/ 2261 h 4521"/>
                    <a:gd name="connsiteX1" fmla="*/ 2261 w 4521"/>
                    <a:gd name="connsiteY1" fmla="*/ 4522 h 4521"/>
                    <a:gd name="connsiteX2" fmla="*/ 0 w 4521"/>
                    <a:gd name="connsiteY2" fmla="*/ 2261 h 4521"/>
                    <a:gd name="connsiteX3" fmla="*/ 2261 w 4521"/>
                    <a:gd name="connsiteY3" fmla="*/ 0 h 4521"/>
                    <a:gd name="connsiteX4" fmla="*/ 4522 w 4521"/>
                    <a:gd name="connsiteY4" fmla="*/ 2261 h 4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1" h="4521">
                      <a:moveTo>
                        <a:pt x="4522" y="2261"/>
                      </a:moveTo>
                      <a:cubicBezTo>
                        <a:pt x="4522" y="3510"/>
                        <a:pt x="3510" y="4522"/>
                        <a:pt x="2261" y="4522"/>
                      </a:cubicBezTo>
                      <a:cubicBezTo>
                        <a:pt x="1012" y="4522"/>
                        <a:pt x="0" y="3510"/>
                        <a:pt x="0" y="2261"/>
                      </a:cubicBezTo>
                      <a:cubicBezTo>
                        <a:pt x="0" y="1012"/>
                        <a:pt x="1012" y="0"/>
                        <a:pt x="2261" y="0"/>
                      </a:cubicBezTo>
                      <a:cubicBezTo>
                        <a:pt x="3510" y="0"/>
                        <a:pt x="4522" y="1012"/>
                        <a:pt x="4522" y="2261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19" name="Forme libre : forme 27118">
                  <a:extLst>
                    <a:ext uri="{FF2B5EF4-FFF2-40B4-BE49-F238E27FC236}">
                      <a16:creationId xmlns:a16="http://schemas.microsoft.com/office/drawing/2014/main" id="{C1BF3B29-72A9-4470-8F55-BEC4B08599D5}"/>
                    </a:ext>
                  </a:extLst>
                </p:cNvPr>
                <p:cNvSpPr/>
                <p:nvPr/>
              </p:nvSpPr>
              <p:spPr>
                <a:xfrm>
                  <a:off x="6940770" y="4231479"/>
                  <a:ext cx="4255" cy="4255"/>
                </a:xfrm>
                <a:custGeom>
                  <a:avLst/>
                  <a:gdLst>
                    <a:gd name="connsiteX0" fmla="*/ 4256 w 4255"/>
                    <a:gd name="connsiteY0" fmla="*/ 2128 h 4255"/>
                    <a:gd name="connsiteX1" fmla="*/ 2128 w 4255"/>
                    <a:gd name="connsiteY1" fmla="*/ 4256 h 4255"/>
                    <a:gd name="connsiteX2" fmla="*/ 0 w 4255"/>
                    <a:gd name="connsiteY2" fmla="*/ 2128 h 4255"/>
                    <a:gd name="connsiteX3" fmla="*/ 2128 w 4255"/>
                    <a:gd name="connsiteY3" fmla="*/ 0 h 4255"/>
                    <a:gd name="connsiteX4" fmla="*/ 4256 w 4255"/>
                    <a:gd name="connsiteY4" fmla="*/ 2128 h 4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55" h="4255">
                      <a:moveTo>
                        <a:pt x="4256" y="2128"/>
                      </a:moveTo>
                      <a:cubicBezTo>
                        <a:pt x="4256" y="3303"/>
                        <a:pt x="3303" y="4256"/>
                        <a:pt x="2128" y="4256"/>
                      </a:cubicBezTo>
                      <a:cubicBezTo>
                        <a:pt x="953" y="4256"/>
                        <a:pt x="0" y="3303"/>
                        <a:pt x="0" y="2128"/>
                      </a:cubicBezTo>
                      <a:cubicBezTo>
                        <a:pt x="0" y="953"/>
                        <a:pt x="953" y="0"/>
                        <a:pt x="2128" y="0"/>
                      </a:cubicBezTo>
                      <a:cubicBezTo>
                        <a:pt x="3303" y="0"/>
                        <a:pt x="4256" y="953"/>
                        <a:pt x="4256" y="2128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20" name="Forme libre : forme 27119">
                  <a:extLst>
                    <a:ext uri="{FF2B5EF4-FFF2-40B4-BE49-F238E27FC236}">
                      <a16:creationId xmlns:a16="http://schemas.microsoft.com/office/drawing/2014/main" id="{26DC6580-80EF-45A7-B1AD-2005217D01DD}"/>
                    </a:ext>
                  </a:extLst>
                </p:cNvPr>
                <p:cNvSpPr/>
                <p:nvPr/>
              </p:nvSpPr>
              <p:spPr>
                <a:xfrm>
                  <a:off x="6963778" y="4231567"/>
                  <a:ext cx="4078" cy="4078"/>
                </a:xfrm>
                <a:custGeom>
                  <a:avLst/>
                  <a:gdLst>
                    <a:gd name="connsiteX0" fmla="*/ 4078 w 4078"/>
                    <a:gd name="connsiteY0" fmla="*/ 2039 h 4078"/>
                    <a:gd name="connsiteX1" fmla="*/ 2039 w 4078"/>
                    <a:gd name="connsiteY1" fmla="*/ 4079 h 4078"/>
                    <a:gd name="connsiteX2" fmla="*/ 0 w 4078"/>
                    <a:gd name="connsiteY2" fmla="*/ 2039 h 4078"/>
                    <a:gd name="connsiteX3" fmla="*/ 2039 w 4078"/>
                    <a:gd name="connsiteY3" fmla="*/ 0 h 4078"/>
                    <a:gd name="connsiteX4" fmla="*/ 4078 w 4078"/>
                    <a:gd name="connsiteY4" fmla="*/ 2039 h 4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8" h="4078">
                      <a:moveTo>
                        <a:pt x="4078" y="2039"/>
                      </a:moveTo>
                      <a:cubicBezTo>
                        <a:pt x="4078" y="3165"/>
                        <a:pt x="3165" y="4079"/>
                        <a:pt x="2039" y="4079"/>
                      </a:cubicBezTo>
                      <a:cubicBezTo>
                        <a:pt x="913" y="4079"/>
                        <a:pt x="0" y="3166"/>
                        <a:pt x="0" y="2039"/>
                      </a:cubicBezTo>
                      <a:cubicBezTo>
                        <a:pt x="0" y="913"/>
                        <a:pt x="913" y="0"/>
                        <a:pt x="2039" y="0"/>
                      </a:cubicBezTo>
                      <a:cubicBezTo>
                        <a:pt x="3165" y="0"/>
                        <a:pt x="4078" y="913"/>
                        <a:pt x="4078" y="2039"/>
                      </a:cubicBezTo>
                      <a:close/>
                    </a:path>
                  </a:pathLst>
                </a:custGeom>
                <a:solidFill>
                  <a:srgbClr val="6D420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21" name="Forme libre : forme 27120">
                  <a:extLst>
                    <a:ext uri="{FF2B5EF4-FFF2-40B4-BE49-F238E27FC236}">
                      <a16:creationId xmlns:a16="http://schemas.microsoft.com/office/drawing/2014/main" id="{4D98F958-9395-4F48-AFCD-AE416F9B2E1A}"/>
                    </a:ext>
                  </a:extLst>
                </p:cNvPr>
                <p:cNvSpPr/>
                <p:nvPr/>
              </p:nvSpPr>
              <p:spPr>
                <a:xfrm>
                  <a:off x="6742072" y="4213059"/>
                  <a:ext cx="109269" cy="75971"/>
                </a:xfrm>
                <a:custGeom>
                  <a:avLst/>
                  <a:gdLst>
                    <a:gd name="connsiteX0" fmla="*/ 68188 w 109269"/>
                    <a:gd name="connsiteY0" fmla="*/ 2549 h 75971"/>
                    <a:gd name="connsiteX1" fmla="*/ 39151 w 109269"/>
                    <a:gd name="connsiteY1" fmla="*/ 16868 h 75971"/>
                    <a:gd name="connsiteX2" fmla="*/ 27138 w 109269"/>
                    <a:gd name="connsiteY2" fmla="*/ 27951 h 75971"/>
                    <a:gd name="connsiteX3" fmla="*/ 12509 w 109269"/>
                    <a:gd name="connsiteY3" fmla="*/ 38723 h 75971"/>
                    <a:gd name="connsiteX4" fmla="*/ 1204 w 109269"/>
                    <a:gd name="connsiteY4" fmla="*/ 52688 h 75971"/>
                    <a:gd name="connsiteX5" fmla="*/ 3864 w 109269"/>
                    <a:gd name="connsiteY5" fmla="*/ 69755 h 75971"/>
                    <a:gd name="connsiteX6" fmla="*/ 22483 w 109269"/>
                    <a:gd name="connsiteY6" fmla="*/ 74942 h 75971"/>
                    <a:gd name="connsiteX7" fmla="*/ 42521 w 109269"/>
                    <a:gd name="connsiteY7" fmla="*/ 73523 h 75971"/>
                    <a:gd name="connsiteX8" fmla="*/ 70759 w 109269"/>
                    <a:gd name="connsiteY8" fmla="*/ 71440 h 75971"/>
                    <a:gd name="connsiteX9" fmla="*/ 106003 w 109269"/>
                    <a:gd name="connsiteY9" fmla="*/ 75119 h 75971"/>
                    <a:gd name="connsiteX10" fmla="*/ 108042 w 109269"/>
                    <a:gd name="connsiteY10" fmla="*/ 74188 h 75971"/>
                    <a:gd name="connsiteX11" fmla="*/ 109062 w 109269"/>
                    <a:gd name="connsiteY11" fmla="*/ 72105 h 75971"/>
                    <a:gd name="connsiteX12" fmla="*/ 103742 w 109269"/>
                    <a:gd name="connsiteY12" fmla="*/ 58140 h 75971"/>
                    <a:gd name="connsiteX13" fmla="*/ 93546 w 109269"/>
                    <a:gd name="connsiteY13" fmla="*/ 46526 h 75971"/>
                    <a:gd name="connsiteX14" fmla="*/ 90043 w 109269"/>
                    <a:gd name="connsiteY14" fmla="*/ 36285 h 75971"/>
                    <a:gd name="connsiteX15" fmla="*/ 88447 w 109269"/>
                    <a:gd name="connsiteY15" fmla="*/ 29591 h 75971"/>
                    <a:gd name="connsiteX16" fmla="*/ 86719 w 109269"/>
                    <a:gd name="connsiteY16" fmla="*/ 22454 h 75971"/>
                    <a:gd name="connsiteX17" fmla="*/ 83394 w 109269"/>
                    <a:gd name="connsiteY17" fmla="*/ 8623 h 75971"/>
                    <a:gd name="connsiteX18" fmla="*/ 79980 w 109269"/>
                    <a:gd name="connsiteY18" fmla="*/ 466 h 75971"/>
                    <a:gd name="connsiteX19" fmla="*/ 68188 w 109269"/>
                    <a:gd name="connsiteY19" fmla="*/ 2549 h 75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9269" h="75971">
                      <a:moveTo>
                        <a:pt x="68188" y="2549"/>
                      </a:moveTo>
                      <a:cubicBezTo>
                        <a:pt x="57815" y="5741"/>
                        <a:pt x="47530" y="9953"/>
                        <a:pt x="39151" y="16868"/>
                      </a:cubicBezTo>
                      <a:cubicBezTo>
                        <a:pt x="34940" y="20326"/>
                        <a:pt x="31305" y="24449"/>
                        <a:pt x="27138" y="27951"/>
                      </a:cubicBezTo>
                      <a:cubicBezTo>
                        <a:pt x="22483" y="31852"/>
                        <a:pt x="17252" y="35000"/>
                        <a:pt x="12509" y="38723"/>
                      </a:cubicBezTo>
                      <a:cubicBezTo>
                        <a:pt x="7765" y="42447"/>
                        <a:pt x="3332" y="47013"/>
                        <a:pt x="1204" y="52688"/>
                      </a:cubicBezTo>
                      <a:cubicBezTo>
                        <a:pt x="-924" y="58362"/>
                        <a:pt x="-348" y="65366"/>
                        <a:pt x="3864" y="69755"/>
                      </a:cubicBezTo>
                      <a:cubicBezTo>
                        <a:pt x="8475" y="74543"/>
                        <a:pt x="15878" y="75075"/>
                        <a:pt x="22483" y="74942"/>
                      </a:cubicBezTo>
                      <a:cubicBezTo>
                        <a:pt x="29177" y="74809"/>
                        <a:pt x="35871" y="74366"/>
                        <a:pt x="42521" y="73523"/>
                      </a:cubicBezTo>
                      <a:cubicBezTo>
                        <a:pt x="51919" y="72371"/>
                        <a:pt x="61317" y="70553"/>
                        <a:pt x="70759" y="71440"/>
                      </a:cubicBezTo>
                      <a:cubicBezTo>
                        <a:pt x="82596" y="72592"/>
                        <a:pt x="94432" y="78045"/>
                        <a:pt x="106003" y="75119"/>
                      </a:cubicBezTo>
                      <a:cubicBezTo>
                        <a:pt x="106712" y="74942"/>
                        <a:pt x="107465" y="74720"/>
                        <a:pt x="108042" y="74188"/>
                      </a:cubicBezTo>
                      <a:cubicBezTo>
                        <a:pt x="108618" y="73656"/>
                        <a:pt x="108884" y="72858"/>
                        <a:pt x="109062" y="72105"/>
                      </a:cubicBezTo>
                      <a:cubicBezTo>
                        <a:pt x="110081" y="67051"/>
                        <a:pt x="107199" y="61997"/>
                        <a:pt x="103742" y="58140"/>
                      </a:cubicBezTo>
                      <a:cubicBezTo>
                        <a:pt x="100284" y="54284"/>
                        <a:pt x="96072" y="51003"/>
                        <a:pt x="93546" y="46526"/>
                      </a:cubicBezTo>
                      <a:cubicBezTo>
                        <a:pt x="91772" y="43378"/>
                        <a:pt x="90886" y="39787"/>
                        <a:pt x="90043" y="36285"/>
                      </a:cubicBezTo>
                      <a:cubicBezTo>
                        <a:pt x="90043" y="34202"/>
                        <a:pt x="88935" y="31630"/>
                        <a:pt x="88447" y="29591"/>
                      </a:cubicBezTo>
                      <a:cubicBezTo>
                        <a:pt x="87871" y="27197"/>
                        <a:pt x="87295" y="24848"/>
                        <a:pt x="86719" y="22454"/>
                      </a:cubicBezTo>
                      <a:cubicBezTo>
                        <a:pt x="85610" y="17844"/>
                        <a:pt x="84502" y="13233"/>
                        <a:pt x="83394" y="8623"/>
                      </a:cubicBezTo>
                      <a:cubicBezTo>
                        <a:pt x="82817" y="6229"/>
                        <a:pt x="82507" y="1751"/>
                        <a:pt x="79980" y="466"/>
                      </a:cubicBezTo>
                      <a:cubicBezTo>
                        <a:pt x="76922" y="-1086"/>
                        <a:pt x="71114" y="1663"/>
                        <a:pt x="68188" y="2549"/>
                      </a:cubicBezTo>
                      <a:close/>
                    </a:path>
                  </a:pathLst>
                </a:custGeom>
                <a:solidFill>
                  <a:srgbClr val="FFFFFF">
                    <a:alpha val="24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22" name="Forme libre : forme 27121">
                  <a:extLst>
                    <a:ext uri="{FF2B5EF4-FFF2-40B4-BE49-F238E27FC236}">
                      <a16:creationId xmlns:a16="http://schemas.microsoft.com/office/drawing/2014/main" id="{09A35F9A-15E6-4CB3-9DC4-D6B4CC3DF5AE}"/>
                    </a:ext>
                  </a:extLst>
                </p:cNvPr>
                <p:cNvSpPr/>
                <p:nvPr/>
              </p:nvSpPr>
              <p:spPr>
                <a:xfrm>
                  <a:off x="6834702" y="4208798"/>
                  <a:ext cx="137409" cy="31699"/>
                </a:xfrm>
                <a:custGeom>
                  <a:avLst/>
                  <a:gdLst>
                    <a:gd name="connsiteX0" fmla="*/ 4550 w 137409"/>
                    <a:gd name="connsiteY0" fmla="*/ 16430 h 31699"/>
                    <a:gd name="connsiteX1" fmla="*/ 13062 w 137409"/>
                    <a:gd name="connsiteY1" fmla="*/ 18203 h 31699"/>
                    <a:gd name="connsiteX2" fmla="*/ 35670 w 137409"/>
                    <a:gd name="connsiteY2" fmla="*/ 21085 h 31699"/>
                    <a:gd name="connsiteX3" fmla="*/ 40103 w 137409"/>
                    <a:gd name="connsiteY3" fmla="*/ 24542 h 31699"/>
                    <a:gd name="connsiteX4" fmla="*/ 44936 w 137409"/>
                    <a:gd name="connsiteY4" fmla="*/ 26094 h 31699"/>
                    <a:gd name="connsiteX5" fmla="*/ 56417 w 137409"/>
                    <a:gd name="connsiteY5" fmla="*/ 28576 h 31699"/>
                    <a:gd name="connsiteX6" fmla="*/ 70736 w 137409"/>
                    <a:gd name="connsiteY6" fmla="*/ 31192 h 31699"/>
                    <a:gd name="connsiteX7" fmla="*/ 92547 w 137409"/>
                    <a:gd name="connsiteY7" fmla="*/ 31237 h 31699"/>
                    <a:gd name="connsiteX8" fmla="*/ 134395 w 137409"/>
                    <a:gd name="connsiteY8" fmla="*/ 26271 h 31699"/>
                    <a:gd name="connsiteX9" fmla="*/ 137410 w 137409"/>
                    <a:gd name="connsiteY9" fmla="*/ 24232 h 31699"/>
                    <a:gd name="connsiteX10" fmla="*/ 122648 w 137409"/>
                    <a:gd name="connsiteY10" fmla="*/ 20154 h 31699"/>
                    <a:gd name="connsiteX11" fmla="*/ 92414 w 137409"/>
                    <a:gd name="connsiteY11" fmla="*/ 19223 h 31699"/>
                    <a:gd name="connsiteX12" fmla="*/ 37532 w 137409"/>
                    <a:gd name="connsiteY12" fmla="*/ 3707 h 31699"/>
                    <a:gd name="connsiteX13" fmla="*/ 26671 w 137409"/>
                    <a:gd name="connsiteY13" fmla="*/ 1801 h 31699"/>
                    <a:gd name="connsiteX14" fmla="*/ 2910 w 137409"/>
                    <a:gd name="connsiteY14" fmla="*/ 1889 h 31699"/>
                    <a:gd name="connsiteX15" fmla="*/ 4550 w 137409"/>
                    <a:gd name="connsiteY15" fmla="*/ 16430 h 31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37409" h="31699">
                      <a:moveTo>
                        <a:pt x="4550" y="16430"/>
                      </a:moveTo>
                      <a:cubicBezTo>
                        <a:pt x="6988" y="18070"/>
                        <a:pt x="10091" y="18292"/>
                        <a:pt x="13062" y="18203"/>
                      </a:cubicBezTo>
                      <a:cubicBezTo>
                        <a:pt x="20819" y="18026"/>
                        <a:pt x="29420" y="16519"/>
                        <a:pt x="35670" y="21085"/>
                      </a:cubicBezTo>
                      <a:cubicBezTo>
                        <a:pt x="37178" y="22193"/>
                        <a:pt x="38463" y="23611"/>
                        <a:pt x="40103" y="24542"/>
                      </a:cubicBezTo>
                      <a:cubicBezTo>
                        <a:pt x="41566" y="25385"/>
                        <a:pt x="43295" y="25740"/>
                        <a:pt x="44936" y="26094"/>
                      </a:cubicBezTo>
                      <a:cubicBezTo>
                        <a:pt x="48748" y="26936"/>
                        <a:pt x="52605" y="27734"/>
                        <a:pt x="56417" y="28576"/>
                      </a:cubicBezTo>
                      <a:cubicBezTo>
                        <a:pt x="61161" y="29596"/>
                        <a:pt x="65904" y="30660"/>
                        <a:pt x="70736" y="31192"/>
                      </a:cubicBezTo>
                      <a:cubicBezTo>
                        <a:pt x="77962" y="31990"/>
                        <a:pt x="85277" y="31724"/>
                        <a:pt x="92547" y="31237"/>
                      </a:cubicBezTo>
                      <a:cubicBezTo>
                        <a:pt x="106555" y="30305"/>
                        <a:pt x="120520" y="28621"/>
                        <a:pt x="134395" y="26271"/>
                      </a:cubicBezTo>
                      <a:cubicBezTo>
                        <a:pt x="135681" y="26050"/>
                        <a:pt x="137277" y="25562"/>
                        <a:pt x="137410" y="24232"/>
                      </a:cubicBezTo>
                      <a:cubicBezTo>
                        <a:pt x="132711" y="22237"/>
                        <a:pt x="127701" y="20863"/>
                        <a:pt x="122648" y="20154"/>
                      </a:cubicBezTo>
                      <a:cubicBezTo>
                        <a:pt x="112629" y="18824"/>
                        <a:pt x="102477" y="20154"/>
                        <a:pt x="92414" y="19223"/>
                      </a:cubicBezTo>
                      <a:cubicBezTo>
                        <a:pt x="73440" y="17450"/>
                        <a:pt x="56151" y="7741"/>
                        <a:pt x="37532" y="3707"/>
                      </a:cubicBezTo>
                      <a:cubicBezTo>
                        <a:pt x="33941" y="2909"/>
                        <a:pt x="30306" y="2377"/>
                        <a:pt x="26671" y="1801"/>
                      </a:cubicBezTo>
                      <a:cubicBezTo>
                        <a:pt x="19800" y="737"/>
                        <a:pt x="9426" y="-1701"/>
                        <a:pt x="2910" y="1889"/>
                      </a:cubicBezTo>
                      <a:cubicBezTo>
                        <a:pt x="-2410" y="4860"/>
                        <a:pt x="427" y="13681"/>
                        <a:pt x="4550" y="16430"/>
                      </a:cubicBezTo>
                      <a:close/>
                    </a:path>
                  </a:pathLst>
                </a:custGeom>
                <a:solidFill>
                  <a:srgbClr val="FFFFFF">
                    <a:alpha val="12000"/>
                  </a:srgbClr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23" name="Forme libre : forme 27122">
                  <a:extLst>
                    <a:ext uri="{FF2B5EF4-FFF2-40B4-BE49-F238E27FC236}">
                      <a16:creationId xmlns:a16="http://schemas.microsoft.com/office/drawing/2014/main" id="{8DCFF2DA-0A79-4221-8210-EF434B2D6CE4}"/>
                    </a:ext>
                  </a:extLst>
                </p:cNvPr>
                <p:cNvSpPr/>
                <p:nvPr/>
              </p:nvSpPr>
              <p:spPr>
                <a:xfrm>
                  <a:off x="6079859" y="4189960"/>
                  <a:ext cx="173160" cy="349308"/>
                </a:xfrm>
                <a:custGeom>
                  <a:avLst/>
                  <a:gdLst>
                    <a:gd name="connsiteX0" fmla="*/ 11530 w 173160"/>
                    <a:gd name="connsiteY0" fmla="*/ 349309 h 349308"/>
                    <a:gd name="connsiteX1" fmla="*/ 37862 w 173160"/>
                    <a:gd name="connsiteY1" fmla="*/ 299569 h 349308"/>
                    <a:gd name="connsiteX2" fmla="*/ 34715 w 173160"/>
                    <a:gd name="connsiteY2" fmla="*/ 271153 h 349308"/>
                    <a:gd name="connsiteX3" fmla="*/ 24164 w 173160"/>
                    <a:gd name="connsiteY3" fmla="*/ 244111 h 349308"/>
                    <a:gd name="connsiteX4" fmla="*/ 4570 w 173160"/>
                    <a:gd name="connsiteY4" fmla="*/ 188830 h 349308"/>
                    <a:gd name="connsiteX5" fmla="*/ 2043 w 173160"/>
                    <a:gd name="connsiteY5" fmla="*/ 130048 h 349308"/>
                    <a:gd name="connsiteX6" fmla="*/ 10244 w 173160"/>
                    <a:gd name="connsiteY6" fmla="*/ 101631 h 349308"/>
                    <a:gd name="connsiteX7" fmla="*/ 23277 w 173160"/>
                    <a:gd name="connsiteY7" fmla="*/ 75121 h 349308"/>
                    <a:gd name="connsiteX8" fmla="*/ 62643 w 173160"/>
                    <a:gd name="connsiteY8" fmla="*/ 31500 h 349308"/>
                    <a:gd name="connsiteX9" fmla="*/ 115042 w 173160"/>
                    <a:gd name="connsiteY9" fmla="*/ 5300 h 349308"/>
                    <a:gd name="connsiteX10" fmla="*/ 173160 w 173160"/>
                    <a:gd name="connsiteY10" fmla="*/ 1310 h 349308"/>
                    <a:gd name="connsiteX11" fmla="*/ 64727 w 173160"/>
                    <a:gd name="connsiteY11" fmla="*/ 34160 h 349308"/>
                    <a:gd name="connsiteX12" fmla="*/ 26735 w 173160"/>
                    <a:gd name="connsiteY12" fmla="*/ 77161 h 349308"/>
                    <a:gd name="connsiteX13" fmla="*/ 14189 w 173160"/>
                    <a:gd name="connsiteY13" fmla="*/ 103094 h 349308"/>
                    <a:gd name="connsiteX14" fmla="*/ 6387 w 173160"/>
                    <a:gd name="connsiteY14" fmla="*/ 130757 h 349308"/>
                    <a:gd name="connsiteX15" fmla="*/ 8471 w 173160"/>
                    <a:gd name="connsiteY15" fmla="*/ 187811 h 349308"/>
                    <a:gd name="connsiteX16" fmla="*/ 27267 w 173160"/>
                    <a:gd name="connsiteY16" fmla="*/ 242737 h 349308"/>
                    <a:gd name="connsiteX17" fmla="*/ 37330 w 173160"/>
                    <a:gd name="connsiteY17" fmla="*/ 270311 h 349308"/>
                    <a:gd name="connsiteX18" fmla="*/ 39946 w 173160"/>
                    <a:gd name="connsiteY18" fmla="*/ 299658 h 349308"/>
                    <a:gd name="connsiteX19" fmla="*/ 11530 w 173160"/>
                    <a:gd name="connsiteY19" fmla="*/ 349309 h 349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3160" h="349308">
                      <a:moveTo>
                        <a:pt x="11530" y="349309"/>
                      </a:moveTo>
                      <a:cubicBezTo>
                        <a:pt x="26735" y="337206"/>
                        <a:pt x="36710" y="318764"/>
                        <a:pt x="37862" y="299569"/>
                      </a:cubicBezTo>
                      <a:cubicBezTo>
                        <a:pt x="38616" y="289994"/>
                        <a:pt x="37330" y="280330"/>
                        <a:pt x="34715" y="271153"/>
                      </a:cubicBezTo>
                      <a:cubicBezTo>
                        <a:pt x="32188" y="261932"/>
                        <a:pt x="27843" y="253199"/>
                        <a:pt x="24164" y="244111"/>
                      </a:cubicBezTo>
                      <a:cubicBezTo>
                        <a:pt x="16583" y="226157"/>
                        <a:pt x="9357" y="207937"/>
                        <a:pt x="4570" y="188830"/>
                      </a:cubicBezTo>
                      <a:cubicBezTo>
                        <a:pt x="-218" y="169768"/>
                        <a:pt x="-1548" y="149553"/>
                        <a:pt x="2043" y="130048"/>
                      </a:cubicBezTo>
                      <a:cubicBezTo>
                        <a:pt x="3772" y="120295"/>
                        <a:pt x="6742" y="110852"/>
                        <a:pt x="10244" y="101631"/>
                      </a:cubicBezTo>
                      <a:cubicBezTo>
                        <a:pt x="13746" y="92455"/>
                        <a:pt x="18135" y="83544"/>
                        <a:pt x="23277" y="75121"/>
                      </a:cubicBezTo>
                      <a:cubicBezTo>
                        <a:pt x="33562" y="58320"/>
                        <a:pt x="46950" y="43381"/>
                        <a:pt x="62643" y="31500"/>
                      </a:cubicBezTo>
                      <a:cubicBezTo>
                        <a:pt x="78336" y="19664"/>
                        <a:pt x="96157" y="10576"/>
                        <a:pt x="115042" y="5300"/>
                      </a:cubicBezTo>
                      <a:cubicBezTo>
                        <a:pt x="133927" y="69"/>
                        <a:pt x="153832" y="-1350"/>
                        <a:pt x="173160" y="1310"/>
                      </a:cubicBezTo>
                      <a:cubicBezTo>
                        <a:pt x="134282" y="-2369"/>
                        <a:pt x="94872" y="10177"/>
                        <a:pt x="64727" y="34160"/>
                      </a:cubicBezTo>
                      <a:cubicBezTo>
                        <a:pt x="49699" y="46218"/>
                        <a:pt x="36577" y="60625"/>
                        <a:pt x="26735" y="77161"/>
                      </a:cubicBezTo>
                      <a:cubicBezTo>
                        <a:pt x="21770" y="85406"/>
                        <a:pt x="17603" y="94051"/>
                        <a:pt x="14189" y="103094"/>
                      </a:cubicBezTo>
                      <a:cubicBezTo>
                        <a:pt x="10820" y="112094"/>
                        <a:pt x="8028" y="121314"/>
                        <a:pt x="6387" y="130757"/>
                      </a:cubicBezTo>
                      <a:cubicBezTo>
                        <a:pt x="2752" y="149598"/>
                        <a:pt x="3905" y="169103"/>
                        <a:pt x="8471" y="187811"/>
                      </a:cubicBezTo>
                      <a:cubicBezTo>
                        <a:pt x="12904" y="206563"/>
                        <a:pt x="20219" y="224650"/>
                        <a:pt x="27267" y="242737"/>
                      </a:cubicBezTo>
                      <a:cubicBezTo>
                        <a:pt x="30725" y="251780"/>
                        <a:pt x="34936" y="260691"/>
                        <a:pt x="37330" y="270311"/>
                      </a:cubicBezTo>
                      <a:cubicBezTo>
                        <a:pt x="39857" y="279842"/>
                        <a:pt x="40965" y="289816"/>
                        <a:pt x="39946" y="299658"/>
                      </a:cubicBezTo>
                      <a:cubicBezTo>
                        <a:pt x="38128" y="319430"/>
                        <a:pt x="27400" y="337960"/>
                        <a:pt x="11530" y="3493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24" name="Forme libre : forme 27123">
                  <a:extLst>
                    <a:ext uri="{FF2B5EF4-FFF2-40B4-BE49-F238E27FC236}">
                      <a16:creationId xmlns:a16="http://schemas.microsoft.com/office/drawing/2014/main" id="{D0FCC3AF-3143-41FC-951A-643EFE089516}"/>
                    </a:ext>
                  </a:extLst>
                </p:cNvPr>
                <p:cNvSpPr/>
                <p:nvPr/>
              </p:nvSpPr>
              <p:spPr>
                <a:xfrm>
                  <a:off x="6735119" y="4291104"/>
                  <a:ext cx="124586" cy="156754"/>
                </a:xfrm>
                <a:custGeom>
                  <a:avLst/>
                  <a:gdLst>
                    <a:gd name="connsiteX0" fmla="*/ 0 w 124586"/>
                    <a:gd name="connsiteY0" fmla="*/ 0 h 156754"/>
                    <a:gd name="connsiteX1" fmla="*/ 30189 w 124586"/>
                    <a:gd name="connsiteY1" fmla="*/ 11703 h 156754"/>
                    <a:gd name="connsiteX2" fmla="*/ 46149 w 124586"/>
                    <a:gd name="connsiteY2" fmla="*/ 12679 h 156754"/>
                    <a:gd name="connsiteX3" fmla="*/ 62108 w 124586"/>
                    <a:gd name="connsiteY3" fmla="*/ 9708 h 156754"/>
                    <a:gd name="connsiteX4" fmla="*/ 95400 w 124586"/>
                    <a:gd name="connsiteY4" fmla="*/ 9487 h 156754"/>
                    <a:gd name="connsiteX5" fmla="*/ 110783 w 124586"/>
                    <a:gd name="connsiteY5" fmla="*/ 17112 h 156754"/>
                    <a:gd name="connsiteX6" fmla="*/ 120757 w 124586"/>
                    <a:gd name="connsiteY6" fmla="*/ 31165 h 156754"/>
                    <a:gd name="connsiteX7" fmla="*/ 123772 w 124586"/>
                    <a:gd name="connsiteY7" fmla="*/ 64546 h 156754"/>
                    <a:gd name="connsiteX8" fmla="*/ 112955 w 124586"/>
                    <a:gd name="connsiteY8" fmla="*/ 95888 h 156754"/>
                    <a:gd name="connsiteX9" fmla="*/ 89948 w 124586"/>
                    <a:gd name="connsiteY9" fmla="*/ 156754 h 156754"/>
                    <a:gd name="connsiteX10" fmla="*/ 97174 w 124586"/>
                    <a:gd name="connsiteY10" fmla="*/ 124747 h 156754"/>
                    <a:gd name="connsiteX11" fmla="*/ 109852 w 124586"/>
                    <a:gd name="connsiteY11" fmla="*/ 94470 h 156754"/>
                    <a:gd name="connsiteX12" fmla="*/ 119782 w 124586"/>
                    <a:gd name="connsiteY12" fmla="*/ 63925 h 156754"/>
                    <a:gd name="connsiteX13" fmla="*/ 116679 w 124586"/>
                    <a:gd name="connsiteY13" fmla="*/ 32805 h 156754"/>
                    <a:gd name="connsiteX14" fmla="*/ 108079 w 124586"/>
                    <a:gd name="connsiteY14" fmla="*/ 20348 h 156754"/>
                    <a:gd name="connsiteX15" fmla="*/ 94469 w 124586"/>
                    <a:gd name="connsiteY15" fmla="*/ 13432 h 156754"/>
                    <a:gd name="connsiteX16" fmla="*/ 78732 w 124586"/>
                    <a:gd name="connsiteY16" fmla="*/ 11748 h 156754"/>
                    <a:gd name="connsiteX17" fmla="*/ 62684 w 124586"/>
                    <a:gd name="connsiteY17" fmla="*/ 13122 h 156754"/>
                    <a:gd name="connsiteX18" fmla="*/ 46370 w 124586"/>
                    <a:gd name="connsiteY18" fmla="*/ 15516 h 156754"/>
                    <a:gd name="connsiteX19" fmla="*/ 29791 w 124586"/>
                    <a:gd name="connsiteY19" fmla="*/ 13876 h 156754"/>
                    <a:gd name="connsiteX20" fmla="*/ 0 w 124586"/>
                    <a:gd name="connsiteY20" fmla="*/ 0 h 156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4586" h="156754">
                      <a:moveTo>
                        <a:pt x="0" y="0"/>
                      </a:moveTo>
                      <a:cubicBezTo>
                        <a:pt x="9398" y="5497"/>
                        <a:pt x="19639" y="9708"/>
                        <a:pt x="30189" y="11703"/>
                      </a:cubicBezTo>
                      <a:cubicBezTo>
                        <a:pt x="35465" y="12767"/>
                        <a:pt x="40829" y="13211"/>
                        <a:pt x="46149" y="12679"/>
                      </a:cubicBezTo>
                      <a:cubicBezTo>
                        <a:pt x="51335" y="12235"/>
                        <a:pt x="56655" y="10684"/>
                        <a:pt x="62108" y="9708"/>
                      </a:cubicBezTo>
                      <a:cubicBezTo>
                        <a:pt x="72924" y="7758"/>
                        <a:pt x="84273" y="6916"/>
                        <a:pt x="95400" y="9487"/>
                      </a:cubicBezTo>
                      <a:cubicBezTo>
                        <a:pt x="100942" y="10817"/>
                        <a:pt x="106306" y="13388"/>
                        <a:pt x="110783" y="17112"/>
                      </a:cubicBezTo>
                      <a:cubicBezTo>
                        <a:pt x="115394" y="20747"/>
                        <a:pt x="118497" y="25934"/>
                        <a:pt x="120757" y="31165"/>
                      </a:cubicBezTo>
                      <a:cubicBezTo>
                        <a:pt x="124747" y="41937"/>
                        <a:pt x="125368" y="53419"/>
                        <a:pt x="123772" y="64546"/>
                      </a:cubicBezTo>
                      <a:cubicBezTo>
                        <a:pt x="121955" y="75673"/>
                        <a:pt x="117699" y="86047"/>
                        <a:pt x="112955" y="95888"/>
                      </a:cubicBezTo>
                      <a:cubicBezTo>
                        <a:pt x="103247" y="115438"/>
                        <a:pt x="93671" y="135077"/>
                        <a:pt x="89948" y="156754"/>
                      </a:cubicBezTo>
                      <a:cubicBezTo>
                        <a:pt x="90967" y="145849"/>
                        <a:pt x="93627" y="135121"/>
                        <a:pt x="97174" y="124747"/>
                      </a:cubicBezTo>
                      <a:cubicBezTo>
                        <a:pt x="100809" y="114374"/>
                        <a:pt x="105508" y="104444"/>
                        <a:pt x="109852" y="94470"/>
                      </a:cubicBezTo>
                      <a:cubicBezTo>
                        <a:pt x="114064" y="84495"/>
                        <a:pt x="118275" y="74476"/>
                        <a:pt x="119782" y="63925"/>
                      </a:cubicBezTo>
                      <a:cubicBezTo>
                        <a:pt x="121201" y="53463"/>
                        <a:pt x="120403" y="42514"/>
                        <a:pt x="116679" y="32805"/>
                      </a:cubicBezTo>
                      <a:cubicBezTo>
                        <a:pt x="114684" y="28106"/>
                        <a:pt x="112069" y="23540"/>
                        <a:pt x="108079" y="20348"/>
                      </a:cubicBezTo>
                      <a:cubicBezTo>
                        <a:pt x="104222" y="17068"/>
                        <a:pt x="99523" y="14718"/>
                        <a:pt x="94469" y="13432"/>
                      </a:cubicBezTo>
                      <a:cubicBezTo>
                        <a:pt x="89371" y="12191"/>
                        <a:pt x="84096" y="11748"/>
                        <a:pt x="78732" y="11748"/>
                      </a:cubicBezTo>
                      <a:cubicBezTo>
                        <a:pt x="73412" y="11881"/>
                        <a:pt x="68048" y="12369"/>
                        <a:pt x="62684" y="13122"/>
                      </a:cubicBezTo>
                      <a:cubicBezTo>
                        <a:pt x="57364" y="13832"/>
                        <a:pt x="52045" y="15206"/>
                        <a:pt x="46370" y="15516"/>
                      </a:cubicBezTo>
                      <a:cubicBezTo>
                        <a:pt x="40740" y="15826"/>
                        <a:pt x="35154" y="15206"/>
                        <a:pt x="29791" y="13876"/>
                      </a:cubicBezTo>
                      <a:cubicBezTo>
                        <a:pt x="19018" y="11039"/>
                        <a:pt x="8911" y="634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25" name="Forme libre : forme 27124">
                  <a:extLst>
                    <a:ext uri="{FF2B5EF4-FFF2-40B4-BE49-F238E27FC236}">
                      <a16:creationId xmlns:a16="http://schemas.microsoft.com/office/drawing/2014/main" id="{4E5D869D-CA56-4583-8B28-624B16E269A3}"/>
                    </a:ext>
                  </a:extLst>
                </p:cNvPr>
                <p:cNvSpPr/>
                <p:nvPr/>
              </p:nvSpPr>
              <p:spPr>
                <a:xfrm>
                  <a:off x="6236839" y="4231656"/>
                  <a:ext cx="86847" cy="224048"/>
                </a:xfrm>
                <a:custGeom>
                  <a:avLst/>
                  <a:gdLst>
                    <a:gd name="connsiteX0" fmla="*/ 68801 w 86847"/>
                    <a:gd name="connsiteY0" fmla="*/ 0 h 224048"/>
                    <a:gd name="connsiteX1" fmla="*/ 85204 w 86847"/>
                    <a:gd name="connsiteY1" fmla="*/ 63172 h 224048"/>
                    <a:gd name="connsiteX2" fmla="*/ 82855 w 86847"/>
                    <a:gd name="connsiteY2" fmla="*/ 128693 h 224048"/>
                    <a:gd name="connsiteX3" fmla="*/ 71905 w 86847"/>
                    <a:gd name="connsiteY3" fmla="*/ 159813 h 224048"/>
                    <a:gd name="connsiteX4" fmla="*/ 53685 w 86847"/>
                    <a:gd name="connsiteY4" fmla="*/ 187298 h 224048"/>
                    <a:gd name="connsiteX5" fmla="*/ 0 w 86847"/>
                    <a:gd name="connsiteY5" fmla="*/ 224049 h 224048"/>
                    <a:gd name="connsiteX6" fmla="*/ 27707 w 86847"/>
                    <a:gd name="connsiteY6" fmla="*/ 207159 h 224048"/>
                    <a:gd name="connsiteX7" fmla="*/ 40164 w 86847"/>
                    <a:gd name="connsiteY7" fmla="*/ 196874 h 224048"/>
                    <a:gd name="connsiteX8" fmla="*/ 45794 w 86847"/>
                    <a:gd name="connsiteY8" fmla="*/ 191111 h 224048"/>
                    <a:gd name="connsiteX9" fmla="*/ 51069 w 86847"/>
                    <a:gd name="connsiteY9" fmla="*/ 185082 h 224048"/>
                    <a:gd name="connsiteX10" fmla="*/ 78510 w 86847"/>
                    <a:gd name="connsiteY10" fmla="*/ 127717 h 224048"/>
                    <a:gd name="connsiteX11" fmla="*/ 81790 w 86847"/>
                    <a:gd name="connsiteY11" fmla="*/ 63526 h 224048"/>
                    <a:gd name="connsiteX12" fmla="*/ 76958 w 86847"/>
                    <a:gd name="connsiteY12" fmla="*/ 31475 h 224048"/>
                    <a:gd name="connsiteX13" fmla="*/ 68801 w 86847"/>
                    <a:gd name="connsiteY13" fmla="*/ 0 h 22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6847" h="224048">
                      <a:moveTo>
                        <a:pt x="68801" y="0"/>
                      </a:moveTo>
                      <a:cubicBezTo>
                        <a:pt x="77180" y="20082"/>
                        <a:pt x="82411" y="41494"/>
                        <a:pt x="85204" y="63172"/>
                      </a:cubicBezTo>
                      <a:cubicBezTo>
                        <a:pt x="87908" y="84894"/>
                        <a:pt x="87376" y="107103"/>
                        <a:pt x="82855" y="128693"/>
                      </a:cubicBezTo>
                      <a:cubicBezTo>
                        <a:pt x="80461" y="139465"/>
                        <a:pt x="76737" y="149927"/>
                        <a:pt x="71905" y="159813"/>
                      </a:cubicBezTo>
                      <a:cubicBezTo>
                        <a:pt x="67117" y="169743"/>
                        <a:pt x="61132" y="179141"/>
                        <a:pt x="53685" y="187298"/>
                      </a:cubicBezTo>
                      <a:cubicBezTo>
                        <a:pt x="39233" y="204056"/>
                        <a:pt x="20126" y="215981"/>
                        <a:pt x="0" y="224049"/>
                      </a:cubicBezTo>
                      <a:cubicBezTo>
                        <a:pt x="9620" y="218951"/>
                        <a:pt x="19239" y="213897"/>
                        <a:pt x="27707" y="207159"/>
                      </a:cubicBezTo>
                      <a:cubicBezTo>
                        <a:pt x="32184" y="204100"/>
                        <a:pt x="36085" y="200376"/>
                        <a:pt x="40164" y="196874"/>
                      </a:cubicBezTo>
                      <a:cubicBezTo>
                        <a:pt x="42114" y="195012"/>
                        <a:pt x="43932" y="193017"/>
                        <a:pt x="45794" y="191111"/>
                      </a:cubicBezTo>
                      <a:cubicBezTo>
                        <a:pt x="47700" y="189249"/>
                        <a:pt x="49429" y="187165"/>
                        <a:pt x="51069" y="185082"/>
                      </a:cubicBezTo>
                      <a:cubicBezTo>
                        <a:pt x="64945" y="168679"/>
                        <a:pt x="73944" y="148597"/>
                        <a:pt x="78510" y="127717"/>
                      </a:cubicBezTo>
                      <a:cubicBezTo>
                        <a:pt x="83253" y="106793"/>
                        <a:pt x="83741" y="84982"/>
                        <a:pt x="81790" y="63526"/>
                      </a:cubicBezTo>
                      <a:cubicBezTo>
                        <a:pt x="80860" y="52754"/>
                        <a:pt x="79175" y="42070"/>
                        <a:pt x="76958" y="31475"/>
                      </a:cubicBezTo>
                      <a:cubicBezTo>
                        <a:pt x="74919" y="20836"/>
                        <a:pt x="72171" y="10329"/>
                        <a:pt x="6880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26" name="Forme libre : forme 27125">
                  <a:extLst>
                    <a:ext uri="{FF2B5EF4-FFF2-40B4-BE49-F238E27FC236}">
                      <a16:creationId xmlns:a16="http://schemas.microsoft.com/office/drawing/2014/main" id="{C04F7003-E61B-4CA3-B20F-2F5C3864C2B6}"/>
                    </a:ext>
                  </a:extLst>
                </p:cNvPr>
                <p:cNvSpPr/>
                <p:nvPr/>
              </p:nvSpPr>
              <p:spPr>
                <a:xfrm>
                  <a:off x="5178177" y="3712718"/>
                  <a:ext cx="43970" cy="127229"/>
                </a:xfrm>
                <a:custGeom>
                  <a:avLst/>
                  <a:gdLst>
                    <a:gd name="connsiteX0" fmla="*/ 29696 w 43970"/>
                    <a:gd name="connsiteY0" fmla="*/ 0 h 127229"/>
                    <a:gd name="connsiteX1" fmla="*/ 18392 w 43970"/>
                    <a:gd name="connsiteY1" fmla="*/ 14807 h 127229"/>
                    <a:gd name="connsiteX2" fmla="*/ 9836 w 43970"/>
                    <a:gd name="connsiteY2" fmla="*/ 31120 h 127229"/>
                    <a:gd name="connsiteX3" fmla="*/ 4915 w 43970"/>
                    <a:gd name="connsiteY3" fmla="*/ 66718 h 127229"/>
                    <a:gd name="connsiteX4" fmla="*/ 18702 w 43970"/>
                    <a:gd name="connsiteY4" fmla="*/ 100055 h 127229"/>
                    <a:gd name="connsiteX5" fmla="*/ 43971 w 43970"/>
                    <a:gd name="connsiteY5" fmla="*/ 127230 h 127229"/>
                    <a:gd name="connsiteX6" fmla="*/ 36302 w 43970"/>
                    <a:gd name="connsiteY6" fmla="*/ 121821 h 127229"/>
                    <a:gd name="connsiteX7" fmla="*/ 28987 w 43970"/>
                    <a:gd name="connsiteY7" fmla="*/ 115881 h 127229"/>
                    <a:gd name="connsiteX8" fmla="*/ 15998 w 43970"/>
                    <a:gd name="connsiteY8" fmla="*/ 102094 h 127229"/>
                    <a:gd name="connsiteX9" fmla="*/ 571 w 43970"/>
                    <a:gd name="connsiteY9" fmla="*/ 67339 h 127229"/>
                    <a:gd name="connsiteX10" fmla="*/ 6777 w 43970"/>
                    <a:gd name="connsiteY10" fmla="*/ 29790 h 127229"/>
                    <a:gd name="connsiteX11" fmla="*/ 29696 w 43970"/>
                    <a:gd name="connsiteY11" fmla="*/ 0 h 127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970" h="127229">
                      <a:moveTo>
                        <a:pt x="29696" y="0"/>
                      </a:moveTo>
                      <a:cubicBezTo>
                        <a:pt x="25485" y="4655"/>
                        <a:pt x="21672" y="9575"/>
                        <a:pt x="18392" y="14807"/>
                      </a:cubicBezTo>
                      <a:cubicBezTo>
                        <a:pt x="15023" y="19993"/>
                        <a:pt x="12097" y="25446"/>
                        <a:pt x="9836" y="31120"/>
                      </a:cubicBezTo>
                      <a:cubicBezTo>
                        <a:pt x="5270" y="42469"/>
                        <a:pt x="3142" y="54749"/>
                        <a:pt x="4915" y="66718"/>
                      </a:cubicBezTo>
                      <a:cubicBezTo>
                        <a:pt x="6422" y="78732"/>
                        <a:pt x="11698" y="90036"/>
                        <a:pt x="18702" y="100055"/>
                      </a:cubicBezTo>
                      <a:cubicBezTo>
                        <a:pt x="25706" y="110162"/>
                        <a:pt x="34617" y="118984"/>
                        <a:pt x="43971" y="127230"/>
                      </a:cubicBezTo>
                      <a:cubicBezTo>
                        <a:pt x="41400" y="125457"/>
                        <a:pt x="38828" y="123683"/>
                        <a:pt x="36302" y="121821"/>
                      </a:cubicBezTo>
                      <a:lnTo>
                        <a:pt x="28987" y="115881"/>
                      </a:lnTo>
                      <a:cubicBezTo>
                        <a:pt x="24376" y="111581"/>
                        <a:pt x="19899" y="107103"/>
                        <a:pt x="15998" y="102094"/>
                      </a:cubicBezTo>
                      <a:cubicBezTo>
                        <a:pt x="8063" y="92208"/>
                        <a:pt x="2255" y="80195"/>
                        <a:pt x="571" y="67339"/>
                      </a:cubicBezTo>
                      <a:cubicBezTo>
                        <a:pt x="-1202" y="54483"/>
                        <a:pt x="1236" y="41272"/>
                        <a:pt x="6777" y="29790"/>
                      </a:cubicBezTo>
                      <a:cubicBezTo>
                        <a:pt x="12185" y="18309"/>
                        <a:pt x="20032" y="8024"/>
                        <a:pt x="296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27" name="Forme libre : forme 27126">
                  <a:extLst>
                    <a:ext uri="{FF2B5EF4-FFF2-40B4-BE49-F238E27FC236}">
                      <a16:creationId xmlns:a16="http://schemas.microsoft.com/office/drawing/2014/main" id="{89226AE6-64B3-4C98-80DC-16983DAA468C}"/>
                    </a:ext>
                  </a:extLst>
                </p:cNvPr>
                <p:cNvSpPr/>
                <p:nvPr/>
              </p:nvSpPr>
              <p:spPr>
                <a:xfrm>
                  <a:off x="5621126" y="3755497"/>
                  <a:ext cx="87944" cy="129268"/>
                </a:xfrm>
                <a:custGeom>
                  <a:avLst/>
                  <a:gdLst>
                    <a:gd name="connsiteX0" fmla="*/ 74210 w 87944"/>
                    <a:gd name="connsiteY0" fmla="*/ 0 h 129268"/>
                    <a:gd name="connsiteX1" fmla="*/ 87820 w 87944"/>
                    <a:gd name="connsiteY1" fmla="*/ 42114 h 129268"/>
                    <a:gd name="connsiteX2" fmla="*/ 75762 w 87944"/>
                    <a:gd name="connsiteY2" fmla="*/ 85115 h 129268"/>
                    <a:gd name="connsiteX3" fmla="*/ 41715 w 87944"/>
                    <a:gd name="connsiteY3" fmla="*/ 114152 h 129268"/>
                    <a:gd name="connsiteX4" fmla="*/ 0 w 87944"/>
                    <a:gd name="connsiteY4" fmla="*/ 129269 h 129268"/>
                    <a:gd name="connsiteX5" fmla="*/ 10329 w 87944"/>
                    <a:gd name="connsiteY5" fmla="*/ 125368 h 129268"/>
                    <a:gd name="connsiteX6" fmla="*/ 20481 w 87944"/>
                    <a:gd name="connsiteY6" fmla="*/ 121068 h 129268"/>
                    <a:gd name="connsiteX7" fmla="*/ 30411 w 87944"/>
                    <a:gd name="connsiteY7" fmla="*/ 116413 h 129268"/>
                    <a:gd name="connsiteX8" fmla="*/ 39986 w 87944"/>
                    <a:gd name="connsiteY8" fmla="*/ 111137 h 129268"/>
                    <a:gd name="connsiteX9" fmla="*/ 72038 w 87944"/>
                    <a:gd name="connsiteY9" fmla="*/ 82589 h 129268"/>
                    <a:gd name="connsiteX10" fmla="*/ 84362 w 87944"/>
                    <a:gd name="connsiteY10" fmla="*/ 42203 h 129268"/>
                    <a:gd name="connsiteX11" fmla="*/ 81569 w 87944"/>
                    <a:gd name="connsiteY11" fmla="*/ 20702 h 129268"/>
                    <a:gd name="connsiteX12" fmla="*/ 74210 w 87944"/>
                    <a:gd name="connsiteY12" fmla="*/ 0 h 129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944" h="129268">
                      <a:moveTo>
                        <a:pt x="74210" y="0"/>
                      </a:moveTo>
                      <a:cubicBezTo>
                        <a:pt x="82145" y="12457"/>
                        <a:pt x="87022" y="27042"/>
                        <a:pt x="87820" y="42114"/>
                      </a:cubicBezTo>
                      <a:cubicBezTo>
                        <a:pt x="88751" y="57187"/>
                        <a:pt x="84450" y="72614"/>
                        <a:pt x="75762" y="85115"/>
                      </a:cubicBezTo>
                      <a:cubicBezTo>
                        <a:pt x="67117" y="97705"/>
                        <a:pt x="54793" y="107059"/>
                        <a:pt x="41715" y="114152"/>
                      </a:cubicBezTo>
                      <a:cubicBezTo>
                        <a:pt x="28505" y="121112"/>
                        <a:pt x="14363" y="125989"/>
                        <a:pt x="0" y="129269"/>
                      </a:cubicBezTo>
                      <a:cubicBezTo>
                        <a:pt x="3458" y="127939"/>
                        <a:pt x="6871" y="126609"/>
                        <a:pt x="10329" y="125368"/>
                      </a:cubicBezTo>
                      <a:cubicBezTo>
                        <a:pt x="13743" y="124038"/>
                        <a:pt x="17112" y="122486"/>
                        <a:pt x="20481" y="121068"/>
                      </a:cubicBezTo>
                      <a:cubicBezTo>
                        <a:pt x="23850" y="119649"/>
                        <a:pt x="27131" y="117965"/>
                        <a:pt x="30411" y="116413"/>
                      </a:cubicBezTo>
                      <a:cubicBezTo>
                        <a:pt x="33647" y="114729"/>
                        <a:pt x="36839" y="112911"/>
                        <a:pt x="39986" y="111137"/>
                      </a:cubicBezTo>
                      <a:cubicBezTo>
                        <a:pt x="52355" y="103557"/>
                        <a:pt x="64014" y="94469"/>
                        <a:pt x="72038" y="82589"/>
                      </a:cubicBezTo>
                      <a:cubicBezTo>
                        <a:pt x="80283" y="70885"/>
                        <a:pt x="84406" y="56610"/>
                        <a:pt x="84362" y="42203"/>
                      </a:cubicBezTo>
                      <a:cubicBezTo>
                        <a:pt x="84406" y="34977"/>
                        <a:pt x="83387" y="27751"/>
                        <a:pt x="81569" y="20702"/>
                      </a:cubicBezTo>
                      <a:cubicBezTo>
                        <a:pt x="79973" y="13521"/>
                        <a:pt x="77402" y="6605"/>
                        <a:pt x="742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28" name="Forme libre : forme 27127">
                  <a:extLst>
                    <a:ext uri="{FF2B5EF4-FFF2-40B4-BE49-F238E27FC236}">
                      <a16:creationId xmlns:a16="http://schemas.microsoft.com/office/drawing/2014/main" id="{F3B15C1F-285E-4DE5-A0A0-7626D4299550}"/>
                    </a:ext>
                  </a:extLst>
                </p:cNvPr>
                <p:cNvSpPr/>
                <p:nvPr/>
              </p:nvSpPr>
              <p:spPr>
                <a:xfrm>
                  <a:off x="5352508" y="3579548"/>
                  <a:ext cx="79457" cy="206848"/>
                </a:xfrm>
                <a:custGeom>
                  <a:avLst/>
                  <a:gdLst>
                    <a:gd name="connsiteX0" fmla="*/ 23911 w 79457"/>
                    <a:gd name="connsiteY0" fmla="*/ 0 h 206848"/>
                    <a:gd name="connsiteX1" fmla="*/ 8307 w 79457"/>
                    <a:gd name="connsiteY1" fmla="*/ 24515 h 206848"/>
                    <a:gd name="connsiteX2" fmla="*/ 3519 w 79457"/>
                    <a:gd name="connsiteY2" fmla="*/ 53064 h 206848"/>
                    <a:gd name="connsiteX3" fmla="*/ 18414 w 79457"/>
                    <a:gd name="connsiteY3" fmla="*/ 108301 h 206848"/>
                    <a:gd name="connsiteX4" fmla="*/ 57558 w 79457"/>
                    <a:gd name="connsiteY4" fmla="*/ 152144 h 206848"/>
                    <a:gd name="connsiteX5" fmla="*/ 79458 w 79457"/>
                    <a:gd name="connsiteY5" fmla="*/ 206848 h 206848"/>
                    <a:gd name="connsiteX6" fmla="*/ 75690 w 79457"/>
                    <a:gd name="connsiteY6" fmla="*/ 192574 h 206848"/>
                    <a:gd name="connsiteX7" fmla="*/ 70414 w 79457"/>
                    <a:gd name="connsiteY7" fmla="*/ 178875 h 206848"/>
                    <a:gd name="connsiteX8" fmla="*/ 63632 w 79457"/>
                    <a:gd name="connsiteY8" fmla="*/ 165975 h 206848"/>
                    <a:gd name="connsiteX9" fmla="*/ 54899 w 79457"/>
                    <a:gd name="connsiteY9" fmla="*/ 154316 h 206848"/>
                    <a:gd name="connsiteX10" fmla="*/ 34329 w 79457"/>
                    <a:gd name="connsiteY10" fmla="*/ 133347 h 206848"/>
                    <a:gd name="connsiteX11" fmla="*/ 14646 w 79457"/>
                    <a:gd name="connsiteY11" fmla="*/ 110694 h 206848"/>
                    <a:gd name="connsiteX12" fmla="*/ 3164 w 79457"/>
                    <a:gd name="connsiteY12" fmla="*/ 82810 h 206848"/>
                    <a:gd name="connsiteX13" fmla="*/ 105 w 79457"/>
                    <a:gd name="connsiteY13" fmla="*/ 52975 h 206848"/>
                    <a:gd name="connsiteX14" fmla="*/ 6312 w 79457"/>
                    <a:gd name="connsiteY14" fmla="*/ 23717 h 206848"/>
                    <a:gd name="connsiteX15" fmla="*/ 23911 w 79457"/>
                    <a:gd name="connsiteY15" fmla="*/ 0 h 206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9457" h="206848">
                      <a:moveTo>
                        <a:pt x="23911" y="0"/>
                      </a:moveTo>
                      <a:cubicBezTo>
                        <a:pt x="16641" y="6694"/>
                        <a:pt x="11632" y="15427"/>
                        <a:pt x="8307" y="24515"/>
                      </a:cubicBezTo>
                      <a:cubicBezTo>
                        <a:pt x="4982" y="33647"/>
                        <a:pt x="3519" y="43400"/>
                        <a:pt x="3519" y="53064"/>
                      </a:cubicBezTo>
                      <a:cubicBezTo>
                        <a:pt x="3874" y="72348"/>
                        <a:pt x="7819" y="92208"/>
                        <a:pt x="18414" y="108301"/>
                      </a:cubicBezTo>
                      <a:cubicBezTo>
                        <a:pt x="28566" y="124792"/>
                        <a:pt x="45279" y="136318"/>
                        <a:pt x="57558" y="152144"/>
                      </a:cubicBezTo>
                      <a:cubicBezTo>
                        <a:pt x="70370" y="167704"/>
                        <a:pt x="77153" y="187342"/>
                        <a:pt x="79458" y="206848"/>
                      </a:cubicBezTo>
                      <a:cubicBezTo>
                        <a:pt x="78128" y="202060"/>
                        <a:pt x="77197" y="197228"/>
                        <a:pt x="75690" y="192574"/>
                      </a:cubicBezTo>
                      <a:cubicBezTo>
                        <a:pt x="74049" y="187963"/>
                        <a:pt x="72675" y="183220"/>
                        <a:pt x="70414" y="178875"/>
                      </a:cubicBezTo>
                      <a:cubicBezTo>
                        <a:pt x="68597" y="174353"/>
                        <a:pt x="66026" y="170186"/>
                        <a:pt x="63632" y="165975"/>
                      </a:cubicBezTo>
                      <a:cubicBezTo>
                        <a:pt x="60883" y="161985"/>
                        <a:pt x="58135" y="157951"/>
                        <a:pt x="54899" y="154316"/>
                      </a:cubicBezTo>
                      <a:cubicBezTo>
                        <a:pt x="48559" y="146957"/>
                        <a:pt x="41511" y="140174"/>
                        <a:pt x="34329" y="133347"/>
                      </a:cubicBezTo>
                      <a:cubicBezTo>
                        <a:pt x="27192" y="126520"/>
                        <a:pt x="20143" y="119250"/>
                        <a:pt x="14646" y="110694"/>
                      </a:cubicBezTo>
                      <a:cubicBezTo>
                        <a:pt x="9282" y="102138"/>
                        <a:pt x="5381" y="92652"/>
                        <a:pt x="3164" y="82810"/>
                      </a:cubicBezTo>
                      <a:cubicBezTo>
                        <a:pt x="1125" y="73013"/>
                        <a:pt x="-427" y="63039"/>
                        <a:pt x="105" y="52975"/>
                      </a:cubicBezTo>
                      <a:cubicBezTo>
                        <a:pt x="549" y="42957"/>
                        <a:pt x="2455" y="32938"/>
                        <a:pt x="6312" y="23717"/>
                      </a:cubicBezTo>
                      <a:cubicBezTo>
                        <a:pt x="10390" y="14674"/>
                        <a:pt x="15976" y="5985"/>
                        <a:pt x="239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29" name="Forme libre : forme 27128">
                  <a:extLst>
                    <a:ext uri="{FF2B5EF4-FFF2-40B4-BE49-F238E27FC236}">
                      <a16:creationId xmlns:a16="http://schemas.microsoft.com/office/drawing/2014/main" id="{B3A49D03-705A-481D-8ABD-F771A47B692F}"/>
                    </a:ext>
                  </a:extLst>
                </p:cNvPr>
                <p:cNvSpPr/>
                <p:nvPr/>
              </p:nvSpPr>
              <p:spPr>
                <a:xfrm>
                  <a:off x="4303276" y="4167398"/>
                  <a:ext cx="136119" cy="180227"/>
                </a:xfrm>
                <a:custGeom>
                  <a:avLst/>
                  <a:gdLst>
                    <a:gd name="connsiteX0" fmla="*/ 26490 w 136119"/>
                    <a:gd name="connsiteY0" fmla="*/ 180227 h 180227"/>
                    <a:gd name="connsiteX1" fmla="*/ 556 w 136119"/>
                    <a:gd name="connsiteY1" fmla="*/ 113554 h 180227"/>
                    <a:gd name="connsiteX2" fmla="*/ 2329 w 136119"/>
                    <a:gd name="connsiteY2" fmla="*/ 77202 h 180227"/>
                    <a:gd name="connsiteX3" fmla="*/ 6762 w 136119"/>
                    <a:gd name="connsiteY3" fmla="*/ 59514 h 180227"/>
                    <a:gd name="connsiteX4" fmla="*/ 9555 w 136119"/>
                    <a:gd name="connsiteY4" fmla="*/ 50826 h 180227"/>
                    <a:gd name="connsiteX5" fmla="*/ 13013 w 136119"/>
                    <a:gd name="connsiteY5" fmla="*/ 42314 h 180227"/>
                    <a:gd name="connsiteX6" fmla="*/ 34824 w 136119"/>
                    <a:gd name="connsiteY6" fmla="*/ 12878 h 180227"/>
                    <a:gd name="connsiteX7" fmla="*/ 69047 w 136119"/>
                    <a:gd name="connsiteY7" fmla="*/ 67 h 180227"/>
                    <a:gd name="connsiteX8" fmla="*/ 104822 w 136119"/>
                    <a:gd name="connsiteY8" fmla="*/ 6539 h 180227"/>
                    <a:gd name="connsiteX9" fmla="*/ 136120 w 136119"/>
                    <a:gd name="connsiteY9" fmla="*/ 24493 h 180227"/>
                    <a:gd name="connsiteX10" fmla="*/ 104113 w 136119"/>
                    <a:gd name="connsiteY10" fmla="*/ 8578 h 180227"/>
                    <a:gd name="connsiteX11" fmla="*/ 69313 w 136119"/>
                    <a:gd name="connsiteY11" fmla="*/ 3480 h 180227"/>
                    <a:gd name="connsiteX12" fmla="*/ 37439 w 136119"/>
                    <a:gd name="connsiteY12" fmla="*/ 16026 h 180227"/>
                    <a:gd name="connsiteX13" fmla="*/ 17091 w 136119"/>
                    <a:gd name="connsiteY13" fmla="*/ 44176 h 180227"/>
                    <a:gd name="connsiteX14" fmla="*/ 13678 w 136119"/>
                    <a:gd name="connsiteY14" fmla="*/ 52333 h 180227"/>
                    <a:gd name="connsiteX15" fmla="*/ 10885 w 136119"/>
                    <a:gd name="connsiteY15" fmla="*/ 60756 h 180227"/>
                    <a:gd name="connsiteX16" fmla="*/ 6408 w 136119"/>
                    <a:gd name="connsiteY16" fmla="*/ 77912 h 180227"/>
                    <a:gd name="connsiteX17" fmla="*/ 4058 w 136119"/>
                    <a:gd name="connsiteY17" fmla="*/ 113288 h 180227"/>
                    <a:gd name="connsiteX18" fmla="*/ 10841 w 136119"/>
                    <a:gd name="connsiteY18" fmla="*/ 148176 h 180227"/>
                    <a:gd name="connsiteX19" fmla="*/ 26490 w 136119"/>
                    <a:gd name="connsiteY19" fmla="*/ 180227 h 180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36119" h="180227">
                      <a:moveTo>
                        <a:pt x="26490" y="180227"/>
                      </a:moveTo>
                      <a:cubicBezTo>
                        <a:pt x="11240" y="161520"/>
                        <a:pt x="2861" y="137670"/>
                        <a:pt x="556" y="113554"/>
                      </a:cubicBezTo>
                      <a:cubicBezTo>
                        <a:pt x="-774" y="101407"/>
                        <a:pt x="467" y="89216"/>
                        <a:pt x="2329" y="77202"/>
                      </a:cubicBezTo>
                      <a:cubicBezTo>
                        <a:pt x="3748" y="71306"/>
                        <a:pt x="4634" y="65233"/>
                        <a:pt x="6762" y="59514"/>
                      </a:cubicBezTo>
                      <a:lnTo>
                        <a:pt x="9555" y="50826"/>
                      </a:lnTo>
                      <a:cubicBezTo>
                        <a:pt x="10619" y="47988"/>
                        <a:pt x="11772" y="45151"/>
                        <a:pt x="13013" y="42314"/>
                      </a:cubicBezTo>
                      <a:cubicBezTo>
                        <a:pt x="18155" y="31231"/>
                        <a:pt x="25160" y="20725"/>
                        <a:pt x="34824" y="12878"/>
                      </a:cubicBezTo>
                      <a:cubicBezTo>
                        <a:pt x="44444" y="5032"/>
                        <a:pt x="56723" y="465"/>
                        <a:pt x="69047" y="67"/>
                      </a:cubicBezTo>
                      <a:cubicBezTo>
                        <a:pt x="81371" y="-465"/>
                        <a:pt x="93518" y="2239"/>
                        <a:pt x="104822" y="6539"/>
                      </a:cubicBezTo>
                      <a:cubicBezTo>
                        <a:pt x="116082" y="11016"/>
                        <a:pt x="126722" y="16957"/>
                        <a:pt x="136120" y="24493"/>
                      </a:cubicBezTo>
                      <a:cubicBezTo>
                        <a:pt x="126190" y="17755"/>
                        <a:pt x="115417" y="12346"/>
                        <a:pt x="104113" y="8578"/>
                      </a:cubicBezTo>
                      <a:cubicBezTo>
                        <a:pt x="92897" y="4766"/>
                        <a:pt x="80972" y="2549"/>
                        <a:pt x="69313" y="3480"/>
                      </a:cubicBezTo>
                      <a:cubicBezTo>
                        <a:pt x="57654" y="4411"/>
                        <a:pt x="46350" y="8534"/>
                        <a:pt x="37439" y="16026"/>
                      </a:cubicBezTo>
                      <a:cubicBezTo>
                        <a:pt x="28484" y="23473"/>
                        <a:pt x="21923" y="33492"/>
                        <a:pt x="17091" y="44176"/>
                      </a:cubicBezTo>
                      <a:cubicBezTo>
                        <a:pt x="15894" y="46836"/>
                        <a:pt x="14742" y="49584"/>
                        <a:pt x="13678" y="52333"/>
                      </a:cubicBezTo>
                      <a:lnTo>
                        <a:pt x="10885" y="60756"/>
                      </a:lnTo>
                      <a:cubicBezTo>
                        <a:pt x="8757" y="66297"/>
                        <a:pt x="7870" y="72193"/>
                        <a:pt x="6408" y="77912"/>
                      </a:cubicBezTo>
                      <a:cubicBezTo>
                        <a:pt x="4413" y="89571"/>
                        <a:pt x="3304" y="101407"/>
                        <a:pt x="4058" y="113288"/>
                      </a:cubicBezTo>
                      <a:cubicBezTo>
                        <a:pt x="4767" y="125124"/>
                        <a:pt x="7028" y="136872"/>
                        <a:pt x="10841" y="148176"/>
                      </a:cubicBezTo>
                      <a:cubicBezTo>
                        <a:pt x="14387" y="159481"/>
                        <a:pt x="19530" y="170386"/>
                        <a:pt x="26490" y="1802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130" name="Forme libre : forme 27129">
                  <a:extLst>
                    <a:ext uri="{FF2B5EF4-FFF2-40B4-BE49-F238E27FC236}">
                      <a16:creationId xmlns:a16="http://schemas.microsoft.com/office/drawing/2014/main" id="{958ACD81-3A70-449A-8C4D-65BBD9A2DA64}"/>
                    </a:ext>
                  </a:extLst>
                </p:cNvPr>
                <p:cNvSpPr/>
                <p:nvPr/>
              </p:nvSpPr>
              <p:spPr>
                <a:xfrm>
                  <a:off x="6770273" y="4194498"/>
                  <a:ext cx="206360" cy="32946"/>
                </a:xfrm>
                <a:custGeom>
                  <a:avLst/>
                  <a:gdLst>
                    <a:gd name="connsiteX0" fmla="*/ 0 w 206360"/>
                    <a:gd name="connsiteY0" fmla="*/ 32947 h 32946"/>
                    <a:gd name="connsiteX1" fmla="*/ 46681 w 206360"/>
                    <a:gd name="connsiteY1" fmla="*/ 5329 h 32946"/>
                    <a:gd name="connsiteX2" fmla="*/ 73678 w 206360"/>
                    <a:gd name="connsiteY2" fmla="*/ 98 h 32946"/>
                    <a:gd name="connsiteX3" fmla="*/ 101075 w 206360"/>
                    <a:gd name="connsiteY3" fmla="*/ 2624 h 32946"/>
                    <a:gd name="connsiteX4" fmla="*/ 153430 w 206360"/>
                    <a:gd name="connsiteY4" fmla="*/ 17076 h 32946"/>
                    <a:gd name="connsiteX5" fmla="*/ 206361 w 206360"/>
                    <a:gd name="connsiteY5" fmla="*/ 26075 h 32946"/>
                    <a:gd name="connsiteX6" fmla="*/ 179186 w 206360"/>
                    <a:gd name="connsiteY6" fmla="*/ 25809 h 32946"/>
                    <a:gd name="connsiteX7" fmla="*/ 152499 w 206360"/>
                    <a:gd name="connsiteY7" fmla="*/ 20312 h 32946"/>
                    <a:gd name="connsiteX8" fmla="*/ 100144 w 206360"/>
                    <a:gd name="connsiteY8" fmla="*/ 6880 h 32946"/>
                    <a:gd name="connsiteX9" fmla="*/ 73811 w 206360"/>
                    <a:gd name="connsiteY9" fmla="*/ 4043 h 32946"/>
                    <a:gd name="connsiteX10" fmla="*/ 47656 w 206360"/>
                    <a:gd name="connsiteY10" fmla="*/ 8520 h 32946"/>
                    <a:gd name="connsiteX11" fmla="*/ 22875 w 206360"/>
                    <a:gd name="connsiteY11" fmla="*/ 18672 h 32946"/>
                    <a:gd name="connsiteX12" fmla="*/ 0 w 206360"/>
                    <a:gd name="connsiteY12" fmla="*/ 32947 h 3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06360" h="32946">
                      <a:moveTo>
                        <a:pt x="0" y="32947"/>
                      </a:moveTo>
                      <a:cubicBezTo>
                        <a:pt x="13477" y="20844"/>
                        <a:pt x="29347" y="11269"/>
                        <a:pt x="46681" y="5329"/>
                      </a:cubicBezTo>
                      <a:cubicBezTo>
                        <a:pt x="55325" y="2314"/>
                        <a:pt x="64457" y="452"/>
                        <a:pt x="73678" y="98"/>
                      </a:cubicBezTo>
                      <a:cubicBezTo>
                        <a:pt x="82855" y="-346"/>
                        <a:pt x="92253" y="762"/>
                        <a:pt x="101075" y="2624"/>
                      </a:cubicBezTo>
                      <a:cubicBezTo>
                        <a:pt x="118896" y="6437"/>
                        <a:pt x="136229" y="11845"/>
                        <a:pt x="153430" y="17076"/>
                      </a:cubicBezTo>
                      <a:cubicBezTo>
                        <a:pt x="170630" y="22263"/>
                        <a:pt x="188229" y="26563"/>
                        <a:pt x="206361" y="26075"/>
                      </a:cubicBezTo>
                      <a:cubicBezTo>
                        <a:pt x="197362" y="27228"/>
                        <a:pt x="188229" y="26918"/>
                        <a:pt x="179186" y="25809"/>
                      </a:cubicBezTo>
                      <a:cubicBezTo>
                        <a:pt x="170142" y="24612"/>
                        <a:pt x="161276" y="22573"/>
                        <a:pt x="152499" y="20312"/>
                      </a:cubicBezTo>
                      <a:cubicBezTo>
                        <a:pt x="134988" y="15702"/>
                        <a:pt x="117787" y="10294"/>
                        <a:pt x="100144" y="6880"/>
                      </a:cubicBezTo>
                      <a:cubicBezTo>
                        <a:pt x="91322" y="4929"/>
                        <a:pt x="82677" y="3777"/>
                        <a:pt x="73811" y="4043"/>
                      </a:cubicBezTo>
                      <a:cubicBezTo>
                        <a:pt x="64945" y="4220"/>
                        <a:pt x="56212" y="6082"/>
                        <a:pt x="47656" y="8520"/>
                      </a:cubicBezTo>
                      <a:cubicBezTo>
                        <a:pt x="39100" y="11003"/>
                        <a:pt x="30810" y="14505"/>
                        <a:pt x="22875" y="18672"/>
                      </a:cubicBezTo>
                      <a:cubicBezTo>
                        <a:pt x="14895" y="22751"/>
                        <a:pt x="7315" y="27671"/>
                        <a:pt x="0" y="32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430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sp>
          <p:nvSpPr>
            <p:cNvPr id="18418" name="Forme libre : forme 26920">
              <a:extLst>
                <a:ext uri="{FF2B5EF4-FFF2-40B4-BE49-F238E27FC236}">
                  <a16:creationId xmlns:a16="http://schemas.microsoft.com/office/drawing/2014/main" id="{CCDAC485-AD5B-4373-8765-DD9E4C87A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3706" y="3365577"/>
              <a:ext cx="3696368" cy="1313510"/>
            </a:xfrm>
            <a:custGeom>
              <a:avLst/>
              <a:gdLst/>
              <a:ahLst/>
              <a:cxnLst/>
              <a:rect l="0" t="0" r="r" b="b"/>
              <a:pathLst>
                <a:path w="3696368" h="1313510">
                  <a:moveTo>
                    <a:pt x="3669864" y="561436"/>
                  </a:moveTo>
                  <a:cubicBezTo>
                    <a:pt x="3626331" y="604481"/>
                    <a:pt x="3571715" y="647748"/>
                    <a:pt x="3517808" y="686449"/>
                  </a:cubicBezTo>
                  <a:cubicBezTo>
                    <a:pt x="3599067" y="577351"/>
                    <a:pt x="3684980" y="518213"/>
                    <a:pt x="3685778" y="517637"/>
                  </a:cubicBezTo>
                  <a:cubicBezTo>
                    <a:pt x="3692871" y="512849"/>
                    <a:pt x="3694778" y="503229"/>
                    <a:pt x="3690034" y="496092"/>
                  </a:cubicBezTo>
                  <a:cubicBezTo>
                    <a:pt x="3685246" y="488999"/>
                    <a:pt x="3675627" y="487093"/>
                    <a:pt x="3668489" y="491836"/>
                  </a:cubicBezTo>
                  <a:cubicBezTo>
                    <a:pt x="3664278" y="494673"/>
                    <a:pt x="3542456" y="578237"/>
                    <a:pt x="3448209" y="734238"/>
                  </a:cubicBezTo>
                  <a:cubicBezTo>
                    <a:pt x="3421920" y="751571"/>
                    <a:pt x="3397184" y="767176"/>
                    <a:pt x="3375595" y="780298"/>
                  </a:cubicBezTo>
                  <a:cubicBezTo>
                    <a:pt x="3374353" y="777904"/>
                    <a:pt x="3373068" y="775200"/>
                    <a:pt x="3371694" y="772052"/>
                  </a:cubicBezTo>
                  <a:cubicBezTo>
                    <a:pt x="3362561" y="750729"/>
                    <a:pt x="3350282" y="707684"/>
                    <a:pt x="3343676" y="623854"/>
                  </a:cubicBezTo>
                  <a:cubicBezTo>
                    <a:pt x="3340086" y="578326"/>
                    <a:pt x="3338844" y="508771"/>
                    <a:pt x="3337514" y="435137"/>
                  </a:cubicBezTo>
                  <a:cubicBezTo>
                    <a:pt x="3334323" y="257104"/>
                    <a:pt x="3321777" y="55309"/>
                    <a:pt x="3285736" y="10180"/>
                  </a:cubicBezTo>
                  <a:cubicBezTo>
                    <a:pt x="3279574" y="2467"/>
                    <a:pt x="3272614" y="-902"/>
                    <a:pt x="3265033" y="206"/>
                  </a:cubicBezTo>
                  <a:lnTo>
                    <a:pt x="3265388" y="5481"/>
                  </a:lnTo>
                  <a:cubicBezTo>
                    <a:pt x="3265299" y="5481"/>
                    <a:pt x="3265211" y="5481"/>
                    <a:pt x="3265166" y="5481"/>
                  </a:cubicBezTo>
                  <a:lnTo>
                    <a:pt x="3264457" y="294"/>
                  </a:lnTo>
                  <a:cubicBezTo>
                    <a:pt x="3221456" y="12397"/>
                    <a:pt x="3200044" y="99463"/>
                    <a:pt x="3208157" y="266502"/>
                  </a:cubicBezTo>
                  <a:cubicBezTo>
                    <a:pt x="3214762" y="402155"/>
                    <a:pt x="3232849" y="565559"/>
                    <a:pt x="3248631" y="682725"/>
                  </a:cubicBezTo>
                  <a:lnTo>
                    <a:pt x="3250626" y="697443"/>
                  </a:lnTo>
                  <a:cubicBezTo>
                    <a:pt x="3259182" y="761147"/>
                    <a:pt x="3264058" y="810576"/>
                    <a:pt x="3266674" y="848789"/>
                  </a:cubicBezTo>
                  <a:cubicBezTo>
                    <a:pt x="3265432" y="849676"/>
                    <a:pt x="3264147" y="850563"/>
                    <a:pt x="3262950" y="851405"/>
                  </a:cubicBezTo>
                  <a:cubicBezTo>
                    <a:pt x="3195300" y="900213"/>
                    <a:pt x="3108057" y="1014897"/>
                    <a:pt x="3050338" y="1090792"/>
                  </a:cubicBezTo>
                  <a:cubicBezTo>
                    <a:pt x="3047102" y="1095003"/>
                    <a:pt x="3044043" y="1099082"/>
                    <a:pt x="3041029" y="1103027"/>
                  </a:cubicBezTo>
                  <a:cubicBezTo>
                    <a:pt x="2973601" y="1138625"/>
                    <a:pt x="2929891" y="1148777"/>
                    <a:pt x="2864503" y="1163894"/>
                  </a:cubicBezTo>
                  <a:cubicBezTo>
                    <a:pt x="2814320" y="1175464"/>
                    <a:pt x="2751902" y="1189916"/>
                    <a:pt x="2656857" y="1220283"/>
                  </a:cubicBezTo>
                  <a:cubicBezTo>
                    <a:pt x="2618378" y="1221479"/>
                    <a:pt x="2578258" y="1223208"/>
                    <a:pt x="2538670" y="1224937"/>
                  </a:cubicBezTo>
                  <a:cubicBezTo>
                    <a:pt x="2524795" y="1225558"/>
                    <a:pt x="2510919" y="1226134"/>
                    <a:pt x="2497043" y="1226711"/>
                  </a:cubicBezTo>
                  <a:lnTo>
                    <a:pt x="2497132" y="1226445"/>
                  </a:lnTo>
                  <a:cubicBezTo>
                    <a:pt x="2496157" y="1226090"/>
                    <a:pt x="2401510" y="1189473"/>
                    <a:pt x="2429395" y="930004"/>
                  </a:cubicBezTo>
                  <a:lnTo>
                    <a:pt x="2433118" y="895603"/>
                  </a:lnTo>
                  <a:cubicBezTo>
                    <a:pt x="2457811" y="668318"/>
                    <a:pt x="2491680" y="357026"/>
                    <a:pt x="2401510" y="252227"/>
                  </a:cubicBezTo>
                  <a:cubicBezTo>
                    <a:pt x="2381517" y="228998"/>
                    <a:pt x="2356204" y="216364"/>
                    <a:pt x="2326325" y="214679"/>
                  </a:cubicBezTo>
                  <a:cubicBezTo>
                    <a:pt x="2326325" y="214679"/>
                    <a:pt x="2326281" y="214679"/>
                    <a:pt x="2326281" y="214679"/>
                  </a:cubicBezTo>
                  <a:cubicBezTo>
                    <a:pt x="2325704" y="214635"/>
                    <a:pt x="2325084" y="214590"/>
                    <a:pt x="2324507" y="214546"/>
                  </a:cubicBezTo>
                  <a:lnTo>
                    <a:pt x="2324507" y="214635"/>
                  </a:lnTo>
                  <a:cubicBezTo>
                    <a:pt x="2324375" y="214635"/>
                    <a:pt x="2324241" y="214635"/>
                    <a:pt x="2324109" y="214635"/>
                  </a:cubicBezTo>
                  <a:cubicBezTo>
                    <a:pt x="2293077" y="216807"/>
                    <a:pt x="2266611" y="229530"/>
                    <a:pt x="2246396" y="255375"/>
                  </a:cubicBezTo>
                  <a:cubicBezTo>
                    <a:pt x="2177240" y="343948"/>
                    <a:pt x="2175467" y="576686"/>
                    <a:pt x="2241210" y="947027"/>
                  </a:cubicBezTo>
                  <a:cubicBezTo>
                    <a:pt x="2265680" y="1084940"/>
                    <a:pt x="2249943" y="1173912"/>
                    <a:pt x="2232033" y="1224849"/>
                  </a:cubicBezTo>
                  <a:cubicBezTo>
                    <a:pt x="2121560" y="1214210"/>
                    <a:pt x="2025717" y="1215406"/>
                    <a:pt x="1941798" y="1228440"/>
                  </a:cubicBezTo>
                  <a:cubicBezTo>
                    <a:pt x="1814790" y="1215052"/>
                    <a:pt x="1711100" y="1213722"/>
                    <a:pt x="1620886" y="1219042"/>
                  </a:cubicBezTo>
                  <a:cubicBezTo>
                    <a:pt x="1618980" y="1206052"/>
                    <a:pt x="1617783" y="1191113"/>
                    <a:pt x="1617783" y="1174090"/>
                  </a:cubicBezTo>
                  <a:cubicBezTo>
                    <a:pt x="1617828" y="1127454"/>
                    <a:pt x="1610025" y="1087866"/>
                    <a:pt x="1592116" y="1086758"/>
                  </a:cubicBezTo>
                  <a:cubicBezTo>
                    <a:pt x="1588480" y="1085605"/>
                    <a:pt x="1580856" y="1087157"/>
                    <a:pt x="1577088" y="1089817"/>
                  </a:cubicBezTo>
                  <a:cubicBezTo>
                    <a:pt x="1563567" y="1099304"/>
                    <a:pt x="1560197" y="1122932"/>
                    <a:pt x="1558247" y="1150461"/>
                  </a:cubicBezTo>
                  <a:cubicBezTo>
                    <a:pt x="1554833" y="1197940"/>
                    <a:pt x="1529786" y="1219928"/>
                    <a:pt x="1515778" y="1228617"/>
                  </a:cubicBezTo>
                  <a:cubicBezTo>
                    <a:pt x="1483327" y="1232607"/>
                    <a:pt x="1452429" y="1237306"/>
                    <a:pt x="1422417" y="1242404"/>
                  </a:cubicBezTo>
                  <a:cubicBezTo>
                    <a:pt x="1420511" y="1241917"/>
                    <a:pt x="1418560" y="1241384"/>
                    <a:pt x="1416654" y="1240941"/>
                  </a:cubicBezTo>
                  <a:cubicBezTo>
                    <a:pt x="1101239" y="1166288"/>
                    <a:pt x="900198" y="1180828"/>
                    <a:pt x="764235" y="1194128"/>
                  </a:cubicBezTo>
                  <a:cubicBezTo>
                    <a:pt x="727529" y="1185793"/>
                    <a:pt x="691842" y="1178035"/>
                    <a:pt x="656688" y="1171519"/>
                  </a:cubicBezTo>
                  <a:cubicBezTo>
                    <a:pt x="451879" y="1133350"/>
                    <a:pt x="358562" y="1164160"/>
                    <a:pt x="272693" y="1196920"/>
                  </a:cubicBezTo>
                  <a:cubicBezTo>
                    <a:pt x="120727" y="1182735"/>
                    <a:pt x="20716" y="1160259"/>
                    <a:pt x="18987" y="1159860"/>
                  </a:cubicBezTo>
                  <a:cubicBezTo>
                    <a:pt x="10609" y="1157953"/>
                    <a:pt x="2319" y="1163184"/>
                    <a:pt x="412" y="1171519"/>
                  </a:cubicBezTo>
                  <a:cubicBezTo>
                    <a:pt x="-1494" y="1179853"/>
                    <a:pt x="3737" y="1188187"/>
                    <a:pt x="12071" y="1190093"/>
                  </a:cubicBezTo>
                  <a:cubicBezTo>
                    <a:pt x="13534" y="1190448"/>
                    <a:pt x="86592" y="1206895"/>
                    <a:pt x="202517" y="1220637"/>
                  </a:cubicBezTo>
                  <a:cubicBezTo>
                    <a:pt x="117757" y="1244576"/>
                    <a:pt x="14377" y="1261156"/>
                    <a:pt x="13091" y="1261333"/>
                  </a:cubicBezTo>
                  <a:cubicBezTo>
                    <a:pt x="4624" y="1262663"/>
                    <a:pt x="-1139" y="1270643"/>
                    <a:pt x="191" y="1279110"/>
                  </a:cubicBezTo>
                  <a:cubicBezTo>
                    <a:pt x="1521" y="1287577"/>
                    <a:pt x="9500" y="1293340"/>
                    <a:pt x="17968" y="1292010"/>
                  </a:cubicBezTo>
                  <a:cubicBezTo>
                    <a:pt x="24484" y="1290991"/>
                    <a:pt x="178313" y="1266299"/>
                    <a:pt x="267285" y="1232208"/>
                  </a:cubicBezTo>
                  <a:lnTo>
                    <a:pt x="272294" y="1230301"/>
                  </a:lnTo>
                  <a:cubicBezTo>
                    <a:pt x="273890" y="1229681"/>
                    <a:pt x="275486" y="1229060"/>
                    <a:pt x="277126" y="1228440"/>
                  </a:cubicBezTo>
                  <a:cubicBezTo>
                    <a:pt x="390170" y="1238680"/>
                    <a:pt x="530433" y="1244177"/>
                    <a:pt x="680095" y="1233183"/>
                  </a:cubicBezTo>
                  <a:cubicBezTo>
                    <a:pt x="700221" y="1231720"/>
                    <a:pt x="722032" y="1229504"/>
                    <a:pt x="745084" y="1227198"/>
                  </a:cubicBezTo>
                  <a:cubicBezTo>
                    <a:pt x="750670" y="1226622"/>
                    <a:pt x="756433" y="1226046"/>
                    <a:pt x="762284" y="1225469"/>
                  </a:cubicBezTo>
                  <a:cubicBezTo>
                    <a:pt x="781480" y="1229858"/>
                    <a:pt x="800941" y="1234380"/>
                    <a:pt x="820801" y="1239035"/>
                  </a:cubicBezTo>
                  <a:cubicBezTo>
                    <a:pt x="953218" y="1269933"/>
                    <a:pt x="1089092" y="1301630"/>
                    <a:pt x="1213973" y="1301630"/>
                  </a:cubicBezTo>
                  <a:cubicBezTo>
                    <a:pt x="1252009" y="1301630"/>
                    <a:pt x="1289025" y="1298704"/>
                    <a:pt x="1324623" y="1291877"/>
                  </a:cubicBezTo>
                  <a:cubicBezTo>
                    <a:pt x="1356319" y="1285804"/>
                    <a:pt x="1388238" y="1279730"/>
                    <a:pt x="1421175" y="1274056"/>
                  </a:cubicBezTo>
                  <a:cubicBezTo>
                    <a:pt x="1431593" y="1276893"/>
                    <a:pt x="1442233" y="1280130"/>
                    <a:pt x="1453360" y="1283543"/>
                  </a:cubicBezTo>
                  <a:cubicBezTo>
                    <a:pt x="1499109" y="1297552"/>
                    <a:pt x="1551065" y="1313511"/>
                    <a:pt x="1628999" y="1313511"/>
                  </a:cubicBezTo>
                  <a:cubicBezTo>
                    <a:pt x="1690131" y="1313511"/>
                    <a:pt x="1767267" y="1303669"/>
                    <a:pt x="1869849" y="1275386"/>
                  </a:cubicBezTo>
                  <a:cubicBezTo>
                    <a:pt x="1892990" y="1269003"/>
                    <a:pt x="1917328" y="1263816"/>
                    <a:pt x="1942774" y="1259737"/>
                  </a:cubicBezTo>
                  <a:cubicBezTo>
                    <a:pt x="1989986" y="1264791"/>
                    <a:pt x="2040479" y="1271485"/>
                    <a:pt x="2094740" y="1280174"/>
                  </a:cubicBezTo>
                  <a:cubicBezTo>
                    <a:pt x="2251184" y="1305221"/>
                    <a:pt x="2440876" y="1321224"/>
                    <a:pt x="2662176" y="1251048"/>
                  </a:cubicBezTo>
                  <a:cubicBezTo>
                    <a:pt x="2713778" y="1249497"/>
                    <a:pt x="2761965" y="1248965"/>
                    <a:pt x="2801110" y="1250871"/>
                  </a:cubicBezTo>
                  <a:cubicBezTo>
                    <a:pt x="2950195" y="1258186"/>
                    <a:pt x="2986147" y="1217224"/>
                    <a:pt x="3020903" y="1177636"/>
                  </a:cubicBezTo>
                  <a:cubicBezTo>
                    <a:pt x="3022986" y="1175287"/>
                    <a:pt x="3025070" y="1172893"/>
                    <a:pt x="3027198" y="1170499"/>
                  </a:cubicBezTo>
                  <a:cubicBezTo>
                    <a:pt x="3035177" y="1161544"/>
                    <a:pt x="3047014" y="1146339"/>
                    <a:pt x="3061687" y="1127099"/>
                  </a:cubicBezTo>
                  <a:cubicBezTo>
                    <a:pt x="3198404" y="1053510"/>
                    <a:pt x="3376393" y="919098"/>
                    <a:pt x="3468335" y="761102"/>
                  </a:cubicBezTo>
                  <a:cubicBezTo>
                    <a:pt x="3469310" y="759418"/>
                    <a:pt x="3470330" y="757778"/>
                    <a:pt x="3471305" y="756093"/>
                  </a:cubicBezTo>
                  <a:cubicBezTo>
                    <a:pt x="3544673" y="707373"/>
                    <a:pt x="3628902" y="645443"/>
                    <a:pt x="3691763" y="583291"/>
                  </a:cubicBezTo>
                  <a:cubicBezTo>
                    <a:pt x="3697836" y="577262"/>
                    <a:pt x="3697925" y="567420"/>
                    <a:pt x="3691896" y="561347"/>
                  </a:cubicBezTo>
                  <a:cubicBezTo>
                    <a:pt x="3685823" y="555495"/>
                    <a:pt x="3675981" y="555451"/>
                    <a:pt x="3669864" y="561436"/>
                  </a:cubicBezTo>
                  <a:close/>
                  <a:moveTo>
                    <a:pt x="3289593" y="870689"/>
                  </a:moveTo>
                  <a:cubicBezTo>
                    <a:pt x="3315792" y="852469"/>
                    <a:pt x="3346691" y="833938"/>
                    <a:pt x="3381978" y="812748"/>
                  </a:cubicBezTo>
                  <a:cubicBezTo>
                    <a:pt x="3390135" y="807872"/>
                    <a:pt x="3398824" y="802552"/>
                    <a:pt x="3407912" y="796922"/>
                  </a:cubicBezTo>
                  <a:cubicBezTo>
                    <a:pt x="3374531" y="843071"/>
                    <a:pt x="3334234" y="886648"/>
                    <a:pt x="3290878" y="926457"/>
                  </a:cubicBezTo>
                  <a:cubicBezTo>
                    <a:pt x="3291277" y="913867"/>
                    <a:pt x="3291100" y="896002"/>
                    <a:pt x="3289593" y="870689"/>
                  </a:cubicBezTo>
                  <a:close/>
                  <a:moveTo>
                    <a:pt x="3306926" y="171811"/>
                  </a:moveTo>
                  <a:cubicBezTo>
                    <a:pt x="3300542" y="168930"/>
                    <a:pt x="3288661" y="165427"/>
                    <a:pt x="3273899" y="169151"/>
                  </a:cubicBezTo>
                  <a:lnTo>
                    <a:pt x="3273899" y="169063"/>
                  </a:lnTo>
                  <a:cubicBezTo>
                    <a:pt x="3261177" y="172121"/>
                    <a:pt x="3251113" y="178283"/>
                    <a:pt x="3244818" y="183071"/>
                  </a:cubicBezTo>
                  <a:cubicBezTo>
                    <a:pt x="3248099" y="170392"/>
                    <a:pt x="3251424" y="162502"/>
                    <a:pt x="3253951" y="157758"/>
                  </a:cubicBezTo>
                  <a:cubicBezTo>
                    <a:pt x="3261487" y="151197"/>
                    <a:pt x="3260866" y="150311"/>
                    <a:pt x="3267782" y="148848"/>
                  </a:cubicBezTo>
                  <a:cubicBezTo>
                    <a:pt x="3268314" y="148803"/>
                    <a:pt x="3280726" y="147917"/>
                    <a:pt x="3289726" y="144060"/>
                  </a:cubicBezTo>
                  <a:cubicBezTo>
                    <a:pt x="3295223" y="141666"/>
                    <a:pt x="3301118" y="142863"/>
                    <a:pt x="3304576" y="143971"/>
                  </a:cubicBezTo>
                  <a:cubicBezTo>
                    <a:pt x="3305419" y="152926"/>
                    <a:pt x="3306217" y="162236"/>
                    <a:pt x="3306926" y="171811"/>
                  </a:cubicBezTo>
                  <a:close/>
                  <a:moveTo>
                    <a:pt x="3298725" y="94675"/>
                  </a:moveTo>
                  <a:cubicBezTo>
                    <a:pt x="3291011" y="91129"/>
                    <a:pt x="3282278" y="92281"/>
                    <a:pt x="3276027" y="94010"/>
                  </a:cubicBezTo>
                  <a:cubicBezTo>
                    <a:pt x="3283696" y="78982"/>
                    <a:pt x="3288484" y="65417"/>
                    <a:pt x="3291233" y="56285"/>
                  </a:cubicBezTo>
                  <a:cubicBezTo>
                    <a:pt x="3294070" y="67234"/>
                    <a:pt x="3296553" y="80179"/>
                    <a:pt x="3298725" y="94675"/>
                  </a:cubicBezTo>
                  <a:close/>
                  <a:moveTo>
                    <a:pt x="3266540" y="17717"/>
                  </a:moveTo>
                  <a:cubicBezTo>
                    <a:pt x="3270575" y="17229"/>
                    <a:pt x="3274121" y="19002"/>
                    <a:pt x="3277623" y="23391"/>
                  </a:cubicBezTo>
                  <a:cubicBezTo>
                    <a:pt x="3281391" y="28134"/>
                    <a:pt x="3284760" y="35316"/>
                    <a:pt x="3287819" y="44493"/>
                  </a:cubicBezTo>
                  <a:cubicBezTo>
                    <a:pt x="3285691" y="53137"/>
                    <a:pt x="3277402" y="82440"/>
                    <a:pt x="3257807" y="111122"/>
                  </a:cubicBezTo>
                  <a:cubicBezTo>
                    <a:pt x="3255192" y="114624"/>
                    <a:pt x="3252354" y="116353"/>
                    <a:pt x="3249296" y="116131"/>
                  </a:cubicBezTo>
                  <a:cubicBezTo>
                    <a:pt x="3241449" y="115511"/>
                    <a:pt x="3232937" y="103320"/>
                    <a:pt x="3228593" y="95695"/>
                  </a:cubicBezTo>
                  <a:cubicBezTo>
                    <a:pt x="3235243" y="49325"/>
                    <a:pt x="3247921" y="23214"/>
                    <a:pt x="3266540" y="17717"/>
                  </a:cubicBezTo>
                  <a:close/>
                  <a:moveTo>
                    <a:pt x="3227130" y="106733"/>
                  </a:moveTo>
                  <a:cubicBezTo>
                    <a:pt x="3232228" y="114491"/>
                    <a:pt x="3240297" y="124244"/>
                    <a:pt x="3248897" y="124909"/>
                  </a:cubicBezTo>
                  <a:cubicBezTo>
                    <a:pt x="3249251" y="124953"/>
                    <a:pt x="3249562" y="124953"/>
                    <a:pt x="3249916" y="124953"/>
                  </a:cubicBezTo>
                  <a:cubicBezTo>
                    <a:pt x="3254261" y="124953"/>
                    <a:pt x="3258206" y="122648"/>
                    <a:pt x="3261708" y="118082"/>
                  </a:cubicBezTo>
                  <a:lnTo>
                    <a:pt x="3261753" y="118126"/>
                  </a:lnTo>
                  <a:cubicBezTo>
                    <a:pt x="3261841" y="117993"/>
                    <a:pt x="3261930" y="117860"/>
                    <a:pt x="3262019" y="117727"/>
                  </a:cubicBezTo>
                  <a:cubicBezTo>
                    <a:pt x="3262551" y="117018"/>
                    <a:pt x="3263083" y="116220"/>
                    <a:pt x="3263615" y="115378"/>
                  </a:cubicBezTo>
                  <a:lnTo>
                    <a:pt x="3263570" y="115333"/>
                  </a:lnTo>
                  <a:cubicBezTo>
                    <a:pt x="3265787" y="111964"/>
                    <a:pt x="3267959" y="108595"/>
                    <a:pt x="3269910" y="105270"/>
                  </a:cubicBezTo>
                  <a:cubicBezTo>
                    <a:pt x="3270796" y="104827"/>
                    <a:pt x="3289016" y="96316"/>
                    <a:pt x="3300232" y="105182"/>
                  </a:cubicBezTo>
                  <a:cubicBezTo>
                    <a:pt x="3301473" y="114491"/>
                    <a:pt x="3302626" y="124421"/>
                    <a:pt x="3303690" y="134750"/>
                  </a:cubicBezTo>
                  <a:cubicBezTo>
                    <a:pt x="3299478" y="133731"/>
                    <a:pt x="3293627" y="133199"/>
                    <a:pt x="3287952" y="135637"/>
                  </a:cubicBezTo>
                  <a:cubicBezTo>
                    <a:pt x="3279707" y="139183"/>
                    <a:pt x="3267560" y="140115"/>
                    <a:pt x="3267427" y="140115"/>
                  </a:cubicBezTo>
                  <a:cubicBezTo>
                    <a:pt x="3261354" y="140735"/>
                    <a:pt x="3258339" y="143617"/>
                    <a:pt x="3249828" y="151109"/>
                  </a:cubicBezTo>
                  <a:cubicBezTo>
                    <a:pt x="3249828" y="151109"/>
                    <a:pt x="3249828" y="151153"/>
                    <a:pt x="3249828" y="151153"/>
                  </a:cubicBezTo>
                  <a:cubicBezTo>
                    <a:pt x="3249606" y="151330"/>
                    <a:pt x="3249429" y="151508"/>
                    <a:pt x="3249207" y="151685"/>
                  </a:cubicBezTo>
                  <a:lnTo>
                    <a:pt x="3247567" y="153103"/>
                  </a:lnTo>
                  <a:cubicBezTo>
                    <a:pt x="3239853" y="159842"/>
                    <a:pt x="3226776" y="155896"/>
                    <a:pt x="3223717" y="154877"/>
                  </a:cubicBezTo>
                  <a:cubicBezTo>
                    <a:pt x="3224337" y="137100"/>
                    <a:pt x="3225490" y="121052"/>
                    <a:pt x="3227130" y="106733"/>
                  </a:cubicBezTo>
                  <a:close/>
                  <a:moveTo>
                    <a:pt x="3223362" y="163743"/>
                  </a:moveTo>
                  <a:cubicBezTo>
                    <a:pt x="3225889" y="164541"/>
                    <a:pt x="3230411" y="165693"/>
                    <a:pt x="3235464" y="165693"/>
                  </a:cubicBezTo>
                  <a:cubicBezTo>
                    <a:pt x="3238169" y="165693"/>
                    <a:pt x="3241006" y="165339"/>
                    <a:pt x="3243799" y="164452"/>
                  </a:cubicBezTo>
                  <a:cubicBezTo>
                    <a:pt x="3241405" y="171013"/>
                    <a:pt x="3238834" y="179569"/>
                    <a:pt x="3236440" y="190740"/>
                  </a:cubicBezTo>
                  <a:cubicBezTo>
                    <a:pt x="3234002" y="202178"/>
                    <a:pt x="3227308" y="208428"/>
                    <a:pt x="3223140" y="211310"/>
                  </a:cubicBezTo>
                  <a:cubicBezTo>
                    <a:pt x="3222919" y="194376"/>
                    <a:pt x="3222963" y="178505"/>
                    <a:pt x="3223362" y="163743"/>
                  </a:cubicBezTo>
                  <a:close/>
                  <a:moveTo>
                    <a:pt x="3223362" y="220797"/>
                  </a:moveTo>
                  <a:cubicBezTo>
                    <a:pt x="3227574" y="218447"/>
                    <a:pt x="3237504" y="211399"/>
                    <a:pt x="3241715" y="195883"/>
                  </a:cubicBezTo>
                  <a:cubicBezTo>
                    <a:pt x="3244419" y="193267"/>
                    <a:pt x="3255990" y="183027"/>
                    <a:pt x="3272614" y="178372"/>
                  </a:cubicBezTo>
                  <a:cubicBezTo>
                    <a:pt x="3289681" y="173097"/>
                    <a:pt x="3303069" y="178993"/>
                    <a:pt x="3307635" y="181475"/>
                  </a:cubicBezTo>
                  <a:cubicBezTo>
                    <a:pt x="3313177" y="260739"/>
                    <a:pt x="3314906" y="355696"/>
                    <a:pt x="3316368" y="435669"/>
                  </a:cubicBezTo>
                  <a:cubicBezTo>
                    <a:pt x="3317698" y="509702"/>
                    <a:pt x="3318984" y="579612"/>
                    <a:pt x="3322619" y="625893"/>
                  </a:cubicBezTo>
                  <a:cubicBezTo>
                    <a:pt x="3330155" y="721825"/>
                    <a:pt x="3345095" y="768683"/>
                    <a:pt x="3357153" y="791558"/>
                  </a:cubicBezTo>
                  <a:cubicBezTo>
                    <a:pt x="3332239" y="806542"/>
                    <a:pt x="3308389" y="820949"/>
                    <a:pt x="3287066" y="835047"/>
                  </a:cubicBezTo>
                  <a:cubicBezTo>
                    <a:pt x="3284007" y="798873"/>
                    <a:pt x="3278953" y="752059"/>
                    <a:pt x="3270796" y="691414"/>
                  </a:cubicBezTo>
                  <a:lnTo>
                    <a:pt x="3268801" y="676696"/>
                  </a:lnTo>
                  <a:cubicBezTo>
                    <a:pt x="3253064" y="559929"/>
                    <a:pt x="3231519" y="400071"/>
                    <a:pt x="3225002" y="265438"/>
                  </a:cubicBezTo>
                  <a:cubicBezTo>
                    <a:pt x="3224204" y="249789"/>
                    <a:pt x="3223672" y="234938"/>
                    <a:pt x="3223362" y="220797"/>
                  </a:cubicBezTo>
                  <a:close/>
                  <a:moveTo>
                    <a:pt x="3268713" y="886205"/>
                  </a:moveTo>
                  <a:cubicBezTo>
                    <a:pt x="3269732" y="914266"/>
                    <a:pt x="3269289" y="933639"/>
                    <a:pt x="3268402" y="946539"/>
                  </a:cubicBezTo>
                  <a:cubicBezTo>
                    <a:pt x="3217156" y="991092"/>
                    <a:pt x="3162673" y="1030413"/>
                    <a:pt x="3110939" y="1062731"/>
                  </a:cubicBezTo>
                  <a:cubicBezTo>
                    <a:pt x="3159924" y="999470"/>
                    <a:pt x="3219372" y="926368"/>
                    <a:pt x="3268713" y="886205"/>
                  </a:cubicBezTo>
                  <a:close/>
                  <a:moveTo>
                    <a:pt x="2238638" y="1266830"/>
                  </a:moveTo>
                  <a:cubicBezTo>
                    <a:pt x="2240146" y="1263904"/>
                    <a:pt x="2241697" y="1260757"/>
                    <a:pt x="2243293" y="1257388"/>
                  </a:cubicBezTo>
                  <a:cubicBezTo>
                    <a:pt x="2246574" y="1257742"/>
                    <a:pt x="2249854" y="1258008"/>
                    <a:pt x="2253179" y="1258407"/>
                  </a:cubicBezTo>
                  <a:cubicBezTo>
                    <a:pt x="2311474" y="1264791"/>
                    <a:pt x="2402087" y="1261909"/>
                    <a:pt x="2500812" y="1257742"/>
                  </a:cubicBezTo>
                  <a:cubicBezTo>
                    <a:pt x="2406608" y="1272638"/>
                    <a:pt x="2319144" y="1273081"/>
                    <a:pt x="2238638" y="1266830"/>
                  </a:cubicBezTo>
                  <a:close/>
                  <a:moveTo>
                    <a:pt x="2435113" y="432477"/>
                  </a:moveTo>
                  <a:cubicBezTo>
                    <a:pt x="2426735" y="428842"/>
                    <a:pt x="2416672" y="423567"/>
                    <a:pt x="2411840" y="417848"/>
                  </a:cubicBezTo>
                  <a:cubicBezTo>
                    <a:pt x="2406032" y="410977"/>
                    <a:pt x="2397166" y="407031"/>
                    <a:pt x="2389940" y="404859"/>
                  </a:cubicBezTo>
                  <a:cubicBezTo>
                    <a:pt x="2403550" y="398254"/>
                    <a:pt x="2422213" y="391648"/>
                    <a:pt x="2430059" y="388944"/>
                  </a:cubicBezTo>
                  <a:cubicBezTo>
                    <a:pt x="2432188" y="402820"/>
                    <a:pt x="2433872" y="417360"/>
                    <a:pt x="2435113" y="432477"/>
                  </a:cubicBezTo>
                  <a:close/>
                  <a:moveTo>
                    <a:pt x="2428641" y="380078"/>
                  </a:moveTo>
                  <a:cubicBezTo>
                    <a:pt x="2423986" y="381630"/>
                    <a:pt x="2413258" y="385353"/>
                    <a:pt x="2402131" y="389875"/>
                  </a:cubicBezTo>
                  <a:cubicBezTo>
                    <a:pt x="2400048" y="389254"/>
                    <a:pt x="2381695" y="383713"/>
                    <a:pt x="2368085" y="378305"/>
                  </a:cubicBezTo>
                  <a:cubicBezTo>
                    <a:pt x="2361790" y="375778"/>
                    <a:pt x="2354786" y="375069"/>
                    <a:pt x="2348579" y="375157"/>
                  </a:cubicBezTo>
                  <a:cubicBezTo>
                    <a:pt x="2355406" y="369572"/>
                    <a:pt x="2361657" y="362612"/>
                    <a:pt x="2365647" y="354499"/>
                  </a:cubicBezTo>
                  <a:cubicBezTo>
                    <a:pt x="2374114" y="337254"/>
                    <a:pt x="2387768" y="313050"/>
                    <a:pt x="2389630" y="309769"/>
                  </a:cubicBezTo>
                  <a:cubicBezTo>
                    <a:pt x="2399782" y="308572"/>
                    <a:pt x="2407717" y="309636"/>
                    <a:pt x="2409933" y="309946"/>
                  </a:cubicBezTo>
                  <a:cubicBezTo>
                    <a:pt x="2418090" y="330161"/>
                    <a:pt x="2424208" y="353790"/>
                    <a:pt x="2428641" y="380078"/>
                  </a:cubicBezTo>
                  <a:close/>
                  <a:moveTo>
                    <a:pt x="2317681" y="381452"/>
                  </a:moveTo>
                  <a:cubicBezTo>
                    <a:pt x="2307928" y="383048"/>
                    <a:pt x="2302608" y="381718"/>
                    <a:pt x="2293165" y="380122"/>
                  </a:cubicBezTo>
                  <a:cubicBezTo>
                    <a:pt x="2285585" y="375867"/>
                    <a:pt x="2278049" y="349711"/>
                    <a:pt x="2274768" y="338230"/>
                  </a:cubicBezTo>
                  <a:cubicBezTo>
                    <a:pt x="2272906" y="331668"/>
                    <a:pt x="2271754" y="327856"/>
                    <a:pt x="2270734" y="325773"/>
                  </a:cubicBezTo>
                  <a:cubicBezTo>
                    <a:pt x="2269005" y="322270"/>
                    <a:pt x="2266700" y="316241"/>
                    <a:pt x="2264927" y="311276"/>
                  </a:cubicBezTo>
                  <a:cubicBezTo>
                    <a:pt x="2270601" y="313670"/>
                    <a:pt x="2277162" y="315842"/>
                    <a:pt x="2284565" y="317438"/>
                  </a:cubicBezTo>
                  <a:cubicBezTo>
                    <a:pt x="2290993" y="318813"/>
                    <a:pt x="2298086" y="318680"/>
                    <a:pt x="2306288" y="318502"/>
                  </a:cubicBezTo>
                  <a:cubicBezTo>
                    <a:pt x="2313114" y="318369"/>
                    <a:pt x="2311253" y="318547"/>
                    <a:pt x="2319587" y="319345"/>
                  </a:cubicBezTo>
                  <a:cubicBezTo>
                    <a:pt x="2320119" y="319389"/>
                    <a:pt x="2325571" y="320408"/>
                    <a:pt x="2333507" y="320408"/>
                  </a:cubicBezTo>
                  <a:cubicBezTo>
                    <a:pt x="2344013" y="320408"/>
                    <a:pt x="2358731" y="319300"/>
                    <a:pt x="2371410" y="314291"/>
                  </a:cubicBezTo>
                  <a:cubicBezTo>
                    <a:pt x="2373715" y="313404"/>
                    <a:pt x="2375976" y="312651"/>
                    <a:pt x="2378192" y="312030"/>
                  </a:cubicBezTo>
                  <a:cubicBezTo>
                    <a:pt x="2373050" y="321251"/>
                    <a:pt x="2363962" y="337786"/>
                    <a:pt x="2357667" y="350598"/>
                  </a:cubicBezTo>
                  <a:cubicBezTo>
                    <a:pt x="2349023" y="368286"/>
                    <a:pt x="2326857" y="379635"/>
                    <a:pt x="2317681" y="381452"/>
                  </a:cubicBezTo>
                  <a:close/>
                  <a:moveTo>
                    <a:pt x="2263907" y="269162"/>
                  </a:moveTo>
                  <a:cubicBezTo>
                    <a:pt x="2280265" y="248238"/>
                    <a:pt x="2299859" y="238662"/>
                    <a:pt x="2324641" y="236889"/>
                  </a:cubicBezTo>
                  <a:cubicBezTo>
                    <a:pt x="2348801" y="238130"/>
                    <a:pt x="2368484" y="247927"/>
                    <a:pt x="2384753" y="266768"/>
                  </a:cubicBezTo>
                  <a:cubicBezTo>
                    <a:pt x="2392822" y="276166"/>
                    <a:pt x="2399826" y="287515"/>
                    <a:pt x="2405855" y="300504"/>
                  </a:cubicBezTo>
                  <a:cubicBezTo>
                    <a:pt x="2397831" y="299883"/>
                    <a:pt x="2383335" y="299928"/>
                    <a:pt x="2368129" y="305957"/>
                  </a:cubicBezTo>
                  <a:cubicBezTo>
                    <a:pt x="2348092" y="313892"/>
                    <a:pt x="2320340" y="310434"/>
                    <a:pt x="2320074" y="310390"/>
                  </a:cubicBezTo>
                  <a:cubicBezTo>
                    <a:pt x="2311208" y="309547"/>
                    <a:pt x="2313203" y="309414"/>
                    <a:pt x="2306110" y="309547"/>
                  </a:cubicBezTo>
                  <a:cubicBezTo>
                    <a:pt x="2298485" y="309725"/>
                    <a:pt x="2291880" y="309858"/>
                    <a:pt x="2286471" y="308705"/>
                  </a:cubicBezTo>
                  <a:cubicBezTo>
                    <a:pt x="2268695" y="304893"/>
                    <a:pt x="2256415" y="297489"/>
                    <a:pt x="2249500" y="292214"/>
                  </a:cubicBezTo>
                  <a:cubicBezTo>
                    <a:pt x="2253888" y="283702"/>
                    <a:pt x="2258676" y="275900"/>
                    <a:pt x="2263907" y="269162"/>
                  </a:cubicBezTo>
                  <a:close/>
                  <a:moveTo>
                    <a:pt x="2245510" y="300460"/>
                  </a:moveTo>
                  <a:cubicBezTo>
                    <a:pt x="2247859" y="302144"/>
                    <a:pt x="2250652" y="304006"/>
                    <a:pt x="2253888" y="305868"/>
                  </a:cubicBezTo>
                  <a:lnTo>
                    <a:pt x="2253667" y="305912"/>
                  </a:lnTo>
                  <a:cubicBezTo>
                    <a:pt x="2253888" y="306577"/>
                    <a:pt x="2259164" y="322536"/>
                    <a:pt x="2262754" y="329718"/>
                  </a:cubicBezTo>
                  <a:cubicBezTo>
                    <a:pt x="2263464" y="331136"/>
                    <a:pt x="2264794" y="335747"/>
                    <a:pt x="2266168" y="340623"/>
                  </a:cubicBezTo>
                  <a:cubicBezTo>
                    <a:pt x="2270114" y="354410"/>
                    <a:pt x="2274148" y="367444"/>
                    <a:pt x="2279157" y="376576"/>
                  </a:cubicBezTo>
                  <a:cubicBezTo>
                    <a:pt x="2270424" y="373694"/>
                    <a:pt x="2262888" y="369926"/>
                    <a:pt x="2257479" y="366779"/>
                  </a:cubicBezTo>
                  <a:cubicBezTo>
                    <a:pt x="2246130" y="360218"/>
                    <a:pt x="2234383" y="359109"/>
                    <a:pt x="2227024" y="359198"/>
                  </a:cubicBezTo>
                  <a:cubicBezTo>
                    <a:pt x="2231856" y="336589"/>
                    <a:pt x="2238018" y="317039"/>
                    <a:pt x="2245510" y="300460"/>
                  </a:cubicBezTo>
                  <a:close/>
                  <a:moveTo>
                    <a:pt x="2225384" y="368197"/>
                  </a:moveTo>
                  <a:cubicBezTo>
                    <a:pt x="2231324" y="367931"/>
                    <a:pt x="2242540" y="368419"/>
                    <a:pt x="2253135" y="374537"/>
                  </a:cubicBezTo>
                  <a:cubicBezTo>
                    <a:pt x="2261691" y="379457"/>
                    <a:pt x="2275079" y="385885"/>
                    <a:pt x="2290461" y="388678"/>
                  </a:cubicBezTo>
                  <a:cubicBezTo>
                    <a:pt x="2290860" y="388855"/>
                    <a:pt x="2291747" y="388855"/>
                    <a:pt x="2291747" y="388855"/>
                  </a:cubicBezTo>
                  <a:cubicBezTo>
                    <a:pt x="2296180" y="389609"/>
                    <a:pt x="2299948" y="390053"/>
                    <a:pt x="2304603" y="390496"/>
                  </a:cubicBezTo>
                  <a:cubicBezTo>
                    <a:pt x="2312361" y="391249"/>
                    <a:pt x="2316395" y="390806"/>
                    <a:pt x="2319365" y="390141"/>
                  </a:cubicBezTo>
                  <a:cubicBezTo>
                    <a:pt x="2323089" y="389387"/>
                    <a:pt x="2328143" y="387614"/>
                    <a:pt x="2333063" y="385176"/>
                  </a:cubicBezTo>
                  <a:cubicBezTo>
                    <a:pt x="2333063" y="385176"/>
                    <a:pt x="2351594" y="381230"/>
                    <a:pt x="2364760" y="386506"/>
                  </a:cubicBezTo>
                  <a:cubicBezTo>
                    <a:pt x="2372917" y="389742"/>
                    <a:pt x="2382448" y="392978"/>
                    <a:pt x="2389541" y="395239"/>
                  </a:cubicBezTo>
                  <a:cubicBezTo>
                    <a:pt x="2383955" y="397810"/>
                    <a:pt x="2378813" y="400470"/>
                    <a:pt x="2375001" y="402997"/>
                  </a:cubicBezTo>
                  <a:cubicBezTo>
                    <a:pt x="2360504" y="412661"/>
                    <a:pt x="2327699" y="418114"/>
                    <a:pt x="2327345" y="418158"/>
                  </a:cubicBezTo>
                  <a:cubicBezTo>
                    <a:pt x="2317902" y="420375"/>
                    <a:pt x="2303140" y="418557"/>
                    <a:pt x="2285186" y="418735"/>
                  </a:cubicBezTo>
                  <a:cubicBezTo>
                    <a:pt x="2275921" y="418823"/>
                    <a:pt x="2266345" y="418912"/>
                    <a:pt x="2257834" y="419311"/>
                  </a:cubicBezTo>
                  <a:cubicBezTo>
                    <a:pt x="2242628" y="419976"/>
                    <a:pt x="2228620" y="414567"/>
                    <a:pt x="2219266" y="409735"/>
                  </a:cubicBezTo>
                  <a:cubicBezTo>
                    <a:pt x="2220906" y="394973"/>
                    <a:pt x="2222945" y="381142"/>
                    <a:pt x="2225384" y="368197"/>
                  </a:cubicBezTo>
                  <a:close/>
                  <a:moveTo>
                    <a:pt x="2218424" y="419178"/>
                  </a:moveTo>
                  <a:cubicBezTo>
                    <a:pt x="2227955" y="423744"/>
                    <a:pt x="2240988" y="428221"/>
                    <a:pt x="2255351" y="428221"/>
                  </a:cubicBezTo>
                  <a:cubicBezTo>
                    <a:pt x="2256326" y="428221"/>
                    <a:pt x="2257302" y="428221"/>
                    <a:pt x="2258321" y="428177"/>
                  </a:cubicBezTo>
                  <a:cubicBezTo>
                    <a:pt x="2262666" y="428000"/>
                    <a:pt x="2267365" y="427867"/>
                    <a:pt x="2272153" y="427778"/>
                  </a:cubicBezTo>
                  <a:cubicBezTo>
                    <a:pt x="2262710" y="434827"/>
                    <a:pt x="2254775" y="444402"/>
                    <a:pt x="2247017" y="453800"/>
                  </a:cubicBezTo>
                  <a:cubicBezTo>
                    <a:pt x="2244047" y="457391"/>
                    <a:pt x="2241077" y="461026"/>
                    <a:pt x="2238018" y="464484"/>
                  </a:cubicBezTo>
                  <a:cubicBezTo>
                    <a:pt x="2230083" y="473483"/>
                    <a:pt x="2221128" y="474769"/>
                    <a:pt x="2215276" y="474325"/>
                  </a:cubicBezTo>
                  <a:cubicBezTo>
                    <a:pt x="2215764" y="454820"/>
                    <a:pt x="2216828" y="436423"/>
                    <a:pt x="2218424" y="419178"/>
                  </a:cubicBezTo>
                  <a:close/>
                  <a:moveTo>
                    <a:pt x="2263109" y="943303"/>
                  </a:moveTo>
                  <a:cubicBezTo>
                    <a:pt x="2229063" y="751571"/>
                    <a:pt x="2213059" y="597920"/>
                    <a:pt x="2215054" y="483192"/>
                  </a:cubicBezTo>
                  <a:cubicBezTo>
                    <a:pt x="2215808" y="483236"/>
                    <a:pt x="2216562" y="483280"/>
                    <a:pt x="2217360" y="483280"/>
                  </a:cubicBezTo>
                  <a:cubicBezTo>
                    <a:pt x="2225073" y="483280"/>
                    <a:pt x="2235447" y="480798"/>
                    <a:pt x="2244667" y="470336"/>
                  </a:cubicBezTo>
                  <a:cubicBezTo>
                    <a:pt x="2247771" y="466789"/>
                    <a:pt x="2250829" y="463110"/>
                    <a:pt x="2253844" y="459430"/>
                  </a:cubicBezTo>
                  <a:cubicBezTo>
                    <a:pt x="2265370" y="445422"/>
                    <a:pt x="2276320" y="432211"/>
                    <a:pt x="2291392" y="427512"/>
                  </a:cubicBezTo>
                  <a:cubicBezTo>
                    <a:pt x="2308371" y="427335"/>
                    <a:pt x="2319498" y="428709"/>
                    <a:pt x="2328808" y="426537"/>
                  </a:cubicBezTo>
                  <a:cubicBezTo>
                    <a:pt x="2330182" y="426315"/>
                    <a:pt x="2361923" y="421394"/>
                    <a:pt x="2378503" y="411243"/>
                  </a:cubicBezTo>
                  <a:cubicBezTo>
                    <a:pt x="2384709" y="412129"/>
                    <a:pt x="2398407" y="415543"/>
                    <a:pt x="2405101" y="423478"/>
                  </a:cubicBezTo>
                  <a:cubicBezTo>
                    <a:pt x="2412327" y="432034"/>
                    <a:pt x="2426912" y="438772"/>
                    <a:pt x="2435911" y="442319"/>
                  </a:cubicBezTo>
                  <a:cubicBezTo>
                    <a:pt x="2445575" y="576198"/>
                    <a:pt x="2426557" y="751394"/>
                    <a:pt x="2411130" y="893253"/>
                  </a:cubicBezTo>
                  <a:lnTo>
                    <a:pt x="2407406" y="927654"/>
                  </a:lnTo>
                  <a:cubicBezTo>
                    <a:pt x="2386926" y="1118233"/>
                    <a:pt x="2430547" y="1196876"/>
                    <a:pt x="2461978" y="1228129"/>
                  </a:cubicBezTo>
                  <a:cubicBezTo>
                    <a:pt x="2381029" y="1231233"/>
                    <a:pt x="2305002" y="1232740"/>
                    <a:pt x="2256592" y="1227420"/>
                  </a:cubicBezTo>
                  <a:cubicBezTo>
                    <a:pt x="2256105" y="1227376"/>
                    <a:pt x="2255662" y="1227331"/>
                    <a:pt x="2255174" y="1227287"/>
                  </a:cubicBezTo>
                  <a:cubicBezTo>
                    <a:pt x="2273482" y="1172583"/>
                    <a:pt x="2287624" y="1081482"/>
                    <a:pt x="2263109" y="943303"/>
                  </a:cubicBezTo>
                  <a:close/>
                  <a:moveTo>
                    <a:pt x="2219487" y="1255038"/>
                  </a:moveTo>
                  <a:cubicBezTo>
                    <a:pt x="2217670" y="1258673"/>
                    <a:pt x="2215897" y="1261909"/>
                    <a:pt x="2214301" y="1264702"/>
                  </a:cubicBezTo>
                  <a:cubicBezTo>
                    <a:pt x="2174270" y="1260890"/>
                    <a:pt x="2136012" y="1255570"/>
                    <a:pt x="2099572" y="1249763"/>
                  </a:cubicBezTo>
                  <a:cubicBezTo>
                    <a:pt x="2097710" y="1249453"/>
                    <a:pt x="2095893" y="1249186"/>
                    <a:pt x="2094075" y="1248876"/>
                  </a:cubicBezTo>
                  <a:cubicBezTo>
                    <a:pt x="2133530" y="1248965"/>
                    <a:pt x="2175290" y="1251004"/>
                    <a:pt x="2219487" y="1255038"/>
                  </a:cubicBezTo>
                  <a:close/>
                  <a:moveTo>
                    <a:pt x="1567024" y="1186370"/>
                  </a:moveTo>
                  <a:cubicBezTo>
                    <a:pt x="1569064" y="1175464"/>
                    <a:pt x="1570305" y="1163761"/>
                    <a:pt x="1571457" y="1152456"/>
                  </a:cubicBezTo>
                  <a:cubicBezTo>
                    <a:pt x="1573452" y="1133261"/>
                    <a:pt x="1573231" y="1101077"/>
                    <a:pt x="1588702" y="1100899"/>
                  </a:cubicBezTo>
                  <a:cubicBezTo>
                    <a:pt x="1603464" y="1105865"/>
                    <a:pt x="1604395" y="1134414"/>
                    <a:pt x="1604617" y="1179232"/>
                  </a:cubicBezTo>
                  <a:cubicBezTo>
                    <a:pt x="1604661" y="1190271"/>
                    <a:pt x="1604706" y="1201664"/>
                    <a:pt x="1605238" y="1212880"/>
                  </a:cubicBezTo>
                  <a:cubicBezTo>
                    <a:pt x="1605371" y="1215406"/>
                    <a:pt x="1605548" y="1217800"/>
                    <a:pt x="1605725" y="1220194"/>
                  </a:cubicBezTo>
                  <a:cubicBezTo>
                    <a:pt x="1585688" y="1221568"/>
                    <a:pt x="1566315" y="1223253"/>
                    <a:pt x="1547474" y="1225204"/>
                  </a:cubicBezTo>
                  <a:cubicBezTo>
                    <a:pt x="1556163" y="1215539"/>
                    <a:pt x="1563921" y="1202772"/>
                    <a:pt x="1567024" y="1186370"/>
                  </a:cubicBezTo>
                  <a:close/>
                  <a:moveTo>
                    <a:pt x="351115" y="1203215"/>
                  </a:moveTo>
                  <a:cubicBezTo>
                    <a:pt x="419473" y="1184109"/>
                    <a:pt x="506007" y="1175198"/>
                    <a:pt x="651058" y="1202196"/>
                  </a:cubicBezTo>
                  <a:cubicBezTo>
                    <a:pt x="653674" y="1202683"/>
                    <a:pt x="656333" y="1203215"/>
                    <a:pt x="658993" y="1203703"/>
                  </a:cubicBezTo>
                  <a:cubicBezTo>
                    <a:pt x="548121" y="1210840"/>
                    <a:pt x="442968" y="1209023"/>
                    <a:pt x="351115" y="1203215"/>
                  </a:cubicBezTo>
                  <a:close/>
                  <a:moveTo>
                    <a:pt x="1344128" y="1256767"/>
                  </a:moveTo>
                  <a:cubicBezTo>
                    <a:pt x="1335661" y="1258363"/>
                    <a:pt x="1327238" y="1260003"/>
                    <a:pt x="1318815" y="1261599"/>
                  </a:cubicBezTo>
                  <a:cubicBezTo>
                    <a:pt x="1183251" y="1287533"/>
                    <a:pt x="1022197" y="1254019"/>
                    <a:pt x="864024" y="1217401"/>
                  </a:cubicBezTo>
                  <a:cubicBezTo>
                    <a:pt x="980570" y="1210707"/>
                    <a:pt x="1134797" y="1213234"/>
                    <a:pt x="1344128" y="1256767"/>
                  </a:cubicBezTo>
                  <a:close/>
                  <a:moveTo>
                    <a:pt x="1610424" y="1251048"/>
                  </a:moveTo>
                  <a:cubicBezTo>
                    <a:pt x="1613483" y="1264082"/>
                    <a:pt x="1617384" y="1274544"/>
                    <a:pt x="1620975" y="1282435"/>
                  </a:cubicBezTo>
                  <a:cubicBezTo>
                    <a:pt x="1567689" y="1281593"/>
                    <a:pt x="1527437" y="1272904"/>
                    <a:pt x="1492770" y="1263106"/>
                  </a:cubicBezTo>
                  <a:cubicBezTo>
                    <a:pt x="1529742" y="1258053"/>
                    <a:pt x="1568620" y="1253841"/>
                    <a:pt x="1610424" y="1251048"/>
                  </a:cubicBezTo>
                  <a:close/>
                  <a:moveTo>
                    <a:pt x="1640525" y="1282390"/>
                  </a:moveTo>
                  <a:cubicBezTo>
                    <a:pt x="1636934" y="1276051"/>
                    <a:pt x="1631881" y="1265456"/>
                    <a:pt x="1627403" y="1249985"/>
                  </a:cubicBezTo>
                  <a:cubicBezTo>
                    <a:pt x="1690619" y="1246438"/>
                    <a:pt x="1760573" y="1246261"/>
                    <a:pt x="1840679" y="1251226"/>
                  </a:cubicBezTo>
                  <a:cubicBezTo>
                    <a:pt x="1757780" y="1272815"/>
                    <a:pt x="1693146" y="1281326"/>
                    <a:pt x="1640525" y="1282390"/>
                  </a:cubicBezTo>
                  <a:close/>
                  <a:moveTo>
                    <a:pt x="2770654" y="1219086"/>
                  </a:moveTo>
                  <a:cubicBezTo>
                    <a:pt x="2810729" y="1208269"/>
                    <a:pt x="2843091" y="1200777"/>
                    <a:pt x="2871507" y="1194216"/>
                  </a:cubicBezTo>
                  <a:cubicBezTo>
                    <a:pt x="2918808" y="1183266"/>
                    <a:pt x="2955160" y="1174888"/>
                    <a:pt x="2996875" y="1158087"/>
                  </a:cubicBezTo>
                  <a:cubicBezTo>
                    <a:pt x="2964469" y="1194970"/>
                    <a:pt x="2935832" y="1226622"/>
                    <a:pt x="2802528" y="1220105"/>
                  </a:cubicBezTo>
                  <a:cubicBezTo>
                    <a:pt x="2792465" y="1219574"/>
                    <a:pt x="2781781" y="1219263"/>
                    <a:pt x="2770654" y="1219086"/>
                  </a:cubicBezTo>
                  <a:close/>
                </a:path>
              </a:pathLst>
            </a:custGeom>
            <a:noFill/>
            <a:ln w="886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19" name="Forme libre : forme 26921">
              <a:extLst>
                <a:ext uri="{FF2B5EF4-FFF2-40B4-BE49-F238E27FC236}">
                  <a16:creationId xmlns:a16="http://schemas.microsoft.com/office/drawing/2014/main" id="{91D164D7-D5EE-43AF-B254-D4B53D8B5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8496" y="4563074"/>
              <a:ext cx="7137" cy="13786"/>
            </a:xfrm>
            <a:custGeom>
              <a:avLst/>
              <a:gdLst>
                <a:gd name="T0" fmla="*/ 7137 w 7137"/>
                <a:gd name="T1" fmla="*/ 13787 h 13786"/>
                <a:gd name="T2" fmla="*/ 0 w 7137"/>
                <a:gd name="T3" fmla="*/ 0 h 13786"/>
                <a:gd name="T4" fmla="*/ 0 w 7137"/>
                <a:gd name="T5" fmla="*/ 0 h 13786"/>
                <a:gd name="T6" fmla="*/ 7137 w 7137"/>
                <a:gd name="T7" fmla="*/ 13787 h 137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37" h="13786">
                  <a:moveTo>
                    <a:pt x="7137" y="13787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7137" y="13787"/>
                  </a:lnTo>
                  <a:close/>
                </a:path>
              </a:pathLst>
            </a:custGeom>
            <a:solidFill>
              <a:srgbClr val="D8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20" name="Forme libre : forme 26922">
              <a:extLst>
                <a:ext uri="{FF2B5EF4-FFF2-40B4-BE49-F238E27FC236}">
                  <a16:creationId xmlns:a16="http://schemas.microsoft.com/office/drawing/2014/main" id="{43F7D791-413A-43CC-BFD6-EAD16923D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3637" y="3922569"/>
              <a:ext cx="3696319" cy="756740"/>
            </a:xfrm>
            <a:custGeom>
              <a:avLst/>
              <a:gdLst>
                <a:gd name="T0" fmla="*/ 1628890 w 3696319"/>
                <a:gd name="T1" fmla="*/ 756741 h 756740"/>
                <a:gd name="T2" fmla="*/ 1453251 w 3696319"/>
                <a:gd name="T3" fmla="*/ 726773 h 756740"/>
                <a:gd name="T4" fmla="*/ 1409452 w 3696319"/>
                <a:gd name="T5" fmla="*/ 714316 h 756740"/>
                <a:gd name="T6" fmla="*/ 745019 w 3696319"/>
                <a:gd name="T7" fmla="*/ 670384 h 756740"/>
                <a:gd name="T8" fmla="*/ 680030 w 3696319"/>
                <a:gd name="T9" fmla="*/ 676369 h 756740"/>
                <a:gd name="T10" fmla="*/ 12051 w 3696319"/>
                <a:gd name="T11" fmla="*/ 633279 h 756740"/>
                <a:gd name="T12" fmla="*/ 392 w 3696319"/>
                <a:gd name="T13" fmla="*/ 614704 h 756740"/>
                <a:gd name="T14" fmla="*/ 18967 w 3696319"/>
                <a:gd name="T15" fmla="*/ 603046 h 756740"/>
                <a:gd name="T16" fmla="*/ 677769 w 3696319"/>
                <a:gd name="T17" fmla="*/ 645470 h 756740"/>
                <a:gd name="T18" fmla="*/ 741960 w 3696319"/>
                <a:gd name="T19" fmla="*/ 639574 h 756740"/>
                <a:gd name="T20" fmla="*/ 1416633 w 3696319"/>
                <a:gd name="T21" fmla="*/ 684171 h 756740"/>
                <a:gd name="T22" fmla="*/ 1462383 w 3696319"/>
                <a:gd name="T23" fmla="*/ 697160 h 756740"/>
                <a:gd name="T24" fmla="*/ 1861539 w 3696319"/>
                <a:gd name="T25" fmla="*/ 688737 h 756740"/>
                <a:gd name="T26" fmla="*/ 2256528 w 3696319"/>
                <a:gd name="T27" fmla="*/ 670561 h 756740"/>
                <a:gd name="T28" fmla="*/ 2538694 w 3696319"/>
                <a:gd name="T29" fmla="*/ 668035 h 756740"/>
                <a:gd name="T30" fmla="*/ 2802508 w 3696319"/>
                <a:gd name="T31" fmla="*/ 663114 h 756740"/>
                <a:gd name="T32" fmla="*/ 2997476 w 3696319"/>
                <a:gd name="T33" fmla="*/ 600386 h 756740"/>
                <a:gd name="T34" fmla="*/ 3003948 w 3696319"/>
                <a:gd name="T35" fmla="*/ 593071 h 756740"/>
                <a:gd name="T36" fmla="*/ 3050362 w 3696319"/>
                <a:gd name="T37" fmla="*/ 533889 h 756740"/>
                <a:gd name="T38" fmla="*/ 3262973 w 3696319"/>
                <a:gd name="T39" fmla="*/ 294502 h 756740"/>
                <a:gd name="T40" fmla="*/ 3366043 w 3696319"/>
                <a:gd name="T41" fmla="*/ 229158 h 756740"/>
                <a:gd name="T42" fmla="*/ 3669888 w 3696319"/>
                <a:gd name="T43" fmla="*/ 4489 h 756740"/>
                <a:gd name="T44" fmla="*/ 3691831 w 3696319"/>
                <a:gd name="T45" fmla="*/ 4622 h 756740"/>
                <a:gd name="T46" fmla="*/ 3691698 w 3696319"/>
                <a:gd name="T47" fmla="*/ 26566 h 756740"/>
                <a:gd name="T48" fmla="*/ 3382002 w 3696319"/>
                <a:gd name="T49" fmla="*/ 255801 h 756740"/>
                <a:gd name="T50" fmla="*/ 3281149 w 3696319"/>
                <a:gd name="T51" fmla="*/ 319726 h 756740"/>
                <a:gd name="T52" fmla="*/ 3075099 w 3696319"/>
                <a:gd name="T53" fmla="*/ 552730 h 756740"/>
                <a:gd name="T54" fmla="*/ 3027133 w 3696319"/>
                <a:gd name="T55" fmla="*/ 613774 h 756740"/>
                <a:gd name="T56" fmla="*/ 3020838 w 3696319"/>
                <a:gd name="T57" fmla="*/ 620911 h 756740"/>
                <a:gd name="T58" fmla="*/ 2801045 w 3696319"/>
                <a:gd name="T59" fmla="*/ 694146 h 756740"/>
                <a:gd name="T60" fmla="*/ 2540068 w 3696319"/>
                <a:gd name="T61" fmla="*/ 699066 h 756740"/>
                <a:gd name="T62" fmla="*/ 2253159 w 3696319"/>
                <a:gd name="T63" fmla="*/ 701416 h 756740"/>
                <a:gd name="T64" fmla="*/ 1869784 w 3696319"/>
                <a:gd name="T65" fmla="*/ 718661 h 756740"/>
                <a:gd name="T66" fmla="*/ 1628890 w 3696319"/>
                <a:gd name="T67" fmla="*/ 756741 h 7567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696319" h="756740">
                  <a:moveTo>
                    <a:pt x="1628890" y="756741"/>
                  </a:moveTo>
                  <a:cubicBezTo>
                    <a:pt x="1551000" y="756741"/>
                    <a:pt x="1499000" y="740782"/>
                    <a:pt x="1453251" y="726773"/>
                  </a:cubicBezTo>
                  <a:cubicBezTo>
                    <a:pt x="1438001" y="722118"/>
                    <a:pt x="1423593" y="717685"/>
                    <a:pt x="1409452" y="714316"/>
                  </a:cubicBezTo>
                  <a:cubicBezTo>
                    <a:pt x="1081447" y="636693"/>
                    <a:pt x="878987" y="656996"/>
                    <a:pt x="745019" y="670384"/>
                  </a:cubicBezTo>
                  <a:cubicBezTo>
                    <a:pt x="721967" y="672690"/>
                    <a:pt x="700156" y="674862"/>
                    <a:pt x="680030" y="676369"/>
                  </a:cubicBezTo>
                  <a:cubicBezTo>
                    <a:pt x="320683" y="702790"/>
                    <a:pt x="15066" y="633944"/>
                    <a:pt x="12051" y="633279"/>
                  </a:cubicBezTo>
                  <a:cubicBezTo>
                    <a:pt x="3717" y="631373"/>
                    <a:pt x="-1514" y="623039"/>
                    <a:pt x="392" y="614704"/>
                  </a:cubicBezTo>
                  <a:cubicBezTo>
                    <a:pt x="2298" y="606370"/>
                    <a:pt x="10633" y="601139"/>
                    <a:pt x="18967" y="603046"/>
                  </a:cubicBezTo>
                  <a:cubicBezTo>
                    <a:pt x="21981" y="603755"/>
                    <a:pt x="323254" y="671493"/>
                    <a:pt x="677769" y="645470"/>
                  </a:cubicBezTo>
                  <a:cubicBezTo>
                    <a:pt x="697496" y="644007"/>
                    <a:pt x="719086" y="641835"/>
                    <a:pt x="741960" y="639574"/>
                  </a:cubicBezTo>
                  <a:cubicBezTo>
                    <a:pt x="877968" y="625965"/>
                    <a:pt x="1083575" y="605351"/>
                    <a:pt x="1416633" y="684171"/>
                  </a:cubicBezTo>
                  <a:cubicBezTo>
                    <a:pt x="1431750" y="687762"/>
                    <a:pt x="1446601" y="692328"/>
                    <a:pt x="1462383" y="697160"/>
                  </a:cubicBezTo>
                  <a:cubicBezTo>
                    <a:pt x="1540184" y="721010"/>
                    <a:pt x="1636958" y="750712"/>
                    <a:pt x="1861539" y="688737"/>
                  </a:cubicBezTo>
                  <a:cubicBezTo>
                    <a:pt x="1968864" y="659124"/>
                    <a:pt x="2098045" y="653184"/>
                    <a:pt x="2256528" y="670561"/>
                  </a:cubicBezTo>
                  <a:cubicBezTo>
                    <a:pt x="2320098" y="677566"/>
                    <a:pt x="2431236" y="672734"/>
                    <a:pt x="2538694" y="668035"/>
                  </a:cubicBezTo>
                  <a:cubicBezTo>
                    <a:pt x="2633740" y="663912"/>
                    <a:pt x="2732022" y="659656"/>
                    <a:pt x="2802508" y="663114"/>
                  </a:cubicBezTo>
                  <a:cubicBezTo>
                    <a:pt x="2936653" y="669675"/>
                    <a:pt x="2964848" y="637579"/>
                    <a:pt x="2997476" y="600386"/>
                  </a:cubicBezTo>
                  <a:cubicBezTo>
                    <a:pt x="2999603" y="597947"/>
                    <a:pt x="3001731" y="595509"/>
                    <a:pt x="3003948" y="593071"/>
                  </a:cubicBezTo>
                  <a:cubicBezTo>
                    <a:pt x="3013435" y="582432"/>
                    <a:pt x="3029748" y="561020"/>
                    <a:pt x="3050362" y="533889"/>
                  </a:cubicBezTo>
                  <a:cubicBezTo>
                    <a:pt x="3108081" y="457995"/>
                    <a:pt x="3195280" y="343310"/>
                    <a:pt x="3262973" y="294502"/>
                  </a:cubicBezTo>
                  <a:cubicBezTo>
                    <a:pt x="3291966" y="273622"/>
                    <a:pt x="3327918" y="252033"/>
                    <a:pt x="3366043" y="229158"/>
                  </a:cubicBezTo>
                  <a:cubicBezTo>
                    <a:pt x="3447390" y="180350"/>
                    <a:pt x="3581492" y="91865"/>
                    <a:pt x="3669888" y="4489"/>
                  </a:cubicBezTo>
                  <a:cubicBezTo>
                    <a:pt x="3676005" y="-1540"/>
                    <a:pt x="3685802" y="-1496"/>
                    <a:pt x="3691831" y="4622"/>
                  </a:cubicBezTo>
                  <a:cubicBezTo>
                    <a:pt x="3697860" y="10739"/>
                    <a:pt x="3697816" y="20537"/>
                    <a:pt x="3691698" y="26566"/>
                  </a:cubicBezTo>
                  <a:cubicBezTo>
                    <a:pt x="3600643" y="116602"/>
                    <a:pt x="3464812" y="206106"/>
                    <a:pt x="3382002" y="255801"/>
                  </a:cubicBezTo>
                  <a:cubicBezTo>
                    <a:pt x="3342858" y="279296"/>
                    <a:pt x="3309033" y="299600"/>
                    <a:pt x="3281149" y="319726"/>
                  </a:cubicBezTo>
                  <a:cubicBezTo>
                    <a:pt x="3217224" y="365831"/>
                    <a:pt x="3131710" y="478298"/>
                    <a:pt x="3075099" y="552730"/>
                  </a:cubicBezTo>
                  <a:cubicBezTo>
                    <a:pt x="3054042" y="580392"/>
                    <a:pt x="3037418" y="602247"/>
                    <a:pt x="3027133" y="613774"/>
                  </a:cubicBezTo>
                  <a:cubicBezTo>
                    <a:pt x="3025005" y="616167"/>
                    <a:pt x="3022921" y="618517"/>
                    <a:pt x="3020838" y="620911"/>
                  </a:cubicBezTo>
                  <a:cubicBezTo>
                    <a:pt x="2986082" y="660499"/>
                    <a:pt x="2950130" y="701460"/>
                    <a:pt x="2801045" y="694146"/>
                  </a:cubicBezTo>
                  <a:cubicBezTo>
                    <a:pt x="2731933" y="690776"/>
                    <a:pt x="2634405" y="694988"/>
                    <a:pt x="2540068" y="699066"/>
                  </a:cubicBezTo>
                  <a:cubicBezTo>
                    <a:pt x="2426448" y="703987"/>
                    <a:pt x="2319123" y="708642"/>
                    <a:pt x="2253159" y="701416"/>
                  </a:cubicBezTo>
                  <a:cubicBezTo>
                    <a:pt x="2098665" y="684481"/>
                    <a:pt x="1973253" y="690111"/>
                    <a:pt x="1869784" y="718661"/>
                  </a:cubicBezTo>
                  <a:cubicBezTo>
                    <a:pt x="1767158" y="746900"/>
                    <a:pt x="1690022" y="756741"/>
                    <a:pt x="1628890" y="756741"/>
                  </a:cubicBezTo>
                  <a:close/>
                </a:path>
              </a:pathLst>
            </a:custGeom>
            <a:solidFill>
              <a:srgbClr val="059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21" name="Forme libre : forme 26923">
              <a:extLst>
                <a:ext uri="{FF2B5EF4-FFF2-40B4-BE49-F238E27FC236}">
                  <a16:creationId xmlns:a16="http://schemas.microsoft.com/office/drawing/2014/main" id="{847D7146-DFF0-416E-B803-68F849CAC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0426" y="4452489"/>
              <a:ext cx="70160" cy="216979"/>
            </a:xfrm>
            <a:custGeom>
              <a:avLst/>
              <a:gdLst>
                <a:gd name="T0" fmla="*/ 61322 w 70160"/>
                <a:gd name="T1" fmla="*/ 216980 h 216979"/>
                <a:gd name="T2" fmla="*/ 54318 w 70160"/>
                <a:gd name="T3" fmla="*/ 213522 h 216979"/>
                <a:gd name="T4" fmla="*/ 28384 w 70160"/>
                <a:gd name="T5" fmla="*/ 125968 h 216979"/>
                <a:gd name="T6" fmla="*/ 27763 w 70160"/>
                <a:gd name="T7" fmla="*/ 92321 h 216979"/>
                <a:gd name="T8" fmla="*/ 11849 w 70160"/>
                <a:gd name="T9" fmla="*/ 13988 h 216979"/>
                <a:gd name="T10" fmla="*/ 12 w 70160"/>
                <a:gd name="T11" fmla="*/ 7338 h 216979"/>
                <a:gd name="T12" fmla="*/ 15306 w 70160"/>
                <a:gd name="T13" fmla="*/ 24 h 216979"/>
                <a:gd name="T14" fmla="*/ 40974 w 70160"/>
                <a:gd name="T15" fmla="*/ 87356 h 216979"/>
                <a:gd name="T16" fmla="*/ 68326 w 70160"/>
                <a:gd name="T17" fmla="*/ 202749 h 216979"/>
                <a:gd name="T18" fmla="*/ 66730 w 70160"/>
                <a:gd name="T19" fmla="*/ 215162 h 216979"/>
                <a:gd name="T20" fmla="*/ 61322 w 70160"/>
                <a:gd name="T21" fmla="*/ 216980 h 2169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160" h="216979">
                  <a:moveTo>
                    <a:pt x="61322" y="216980"/>
                  </a:moveTo>
                  <a:cubicBezTo>
                    <a:pt x="58662" y="216980"/>
                    <a:pt x="56046" y="215783"/>
                    <a:pt x="54318" y="213522"/>
                  </a:cubicBezTo>
                  <a:cubicBezTo>
                    <a:pt x="53387" y="212280"/>
                    <a:pt x="30955" y="182623"/>
                    <a:pt x="28384" y="125968"/>
                  </a:cubicBezTo>
                  <a:cubicBezTo>
                    <a:pt x="27896" y="114752"/>
                    <a:pt x="27808" y="103359"/>
                    <a:pt x="27763" y="92321"/>
                  </a:cubicBezTo>
                  <a:cubicBezTo>
                    <a:pt x="27542" y="47502"/>
                    <a:pt x="26611" y="18953"/>
                    <a:pt x="11849" y="13988"/>
                  </a:cubicBezTo>
                  <a:cubicBezTo>
                    <a:pt x="7194" y="12437"/>
                    <a:pt x="-343" y="12215"/>
                    <a:pt x="12" y="7338"/>
                  </a:cubicBezTo>
                  <a:cubicBezTo>
                    <a:pt x="367" y="2462"/>
                    <a:pt x="10386" y="-286"/>
                    <a:pt x="15306" y="24"/>
                  </a:cubicBezTo>
                  <a:cubicBezTo>
                    <a:pt x="33260" y="1088"/>
                    <a:pt x="41018" y="40720"/>
                    <a:pt x="40974" y="87356"/>
                  </a:cubicBezTo>
                  <a:cubicBezTo>
                    <a:pt x="40930" y="168393"/>
                    <a:pt x="68105" y="202483"/>
                    <a:pt x="68326" y="202749"/>
                  </a:cubicBezTo>
                  <a:cubicBezTo>
                    <a:pt x="71296" y="206606"/>
                    <a:pt x="70587" y="212192"/>
                    <a:pt x="66730" y="215162"/>
                  </a:cubicBezTo>
                  <a:cubicBezTo>
                    <a:pt x="65090" y="216403"/>
                    <a:pt x="63184" y="216980"/>
                    <a:pt x="61322" y="216980"/>
                  </a:cubicBezTo>
                  <a:close/>
                </a:path>
              </a:pathLst>
            </a:custGeom>
            <a:solidFill>
              <a:srgbClr val="059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22" name="Forme libre : forme 26924">
              <a:extLst>
                <a:ext uri="{FF2B5EF4-FFF2-40B4-BE49-F238E27FC236}">
                  <a16:creationId xmlns:a16="http://schemas.microsoft.com/office/drawing/2014/main" id="{5EE446CF-FB77-4727-8FA6-419723557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9952" y="4452145"/>
              <a:ext cx="85780" cy="163550"/>
            </a:xfrm>
            <a:custGeom>
              <a:avLst/>
              <a:gdLst>
                <a:gd name="T0" fmla="*/ 6561 w 85780"/>
                <a:gd name="T1" fmla="*/ 163550 h 163550"/>
                <a:gd name="T2" fmla="*/ 0 w 85780"/>
                <a:gd name="T3" fmla="*/ 147059 h 163550"/>
                <a:gd name="T4" fmla="*/ 51912 w 85780"/>
                <a:gd name="T5" fmla="*/ 64071 h 163550"/>
                <a:gd name="T6" fmla="*/ 70752 w 85780"/>
                <a:gd name="T7" fmla="*/ 3426 h 163550"/>
                <a:gd name="T8" fmla="*/ 85780 w 85780"/>
                <a:gd name="T9" fmla="*/ 368 h 163550"/>
                <a:gd name="T10" fmla="*/ 82323 w 85780"/>
                <a:gd name="T11" fmla="*/ 14332 h 163550"/>
                <a:gd name="T12" fmla="*/ 65078 w 85780"/>
                <a:gd name="T13" fmla="*/ 65889 h 163550"/>
                <a:gd name="T14" fmla="*/ 60645 w 85780"/>
                <a:gd name="T15" fmla="*/ 99802 h 163550"/>
                <a:gd name="T16" fmla="*/ 6561 w 85780"/>
                <a:gd name="T17" fmla="*/ 163550 h 1635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780" h="163550">
                  <a:moveTo>
                    <a:pt x="6561" y="163550"/>
                  </a:moveTo>
                  <a:lnTo>
                    <a:pt x="0" y="147059"/>
                  </a:lnTo>
                  <a:cubicBezTo>
                    <a:pt x="355" y="146926"/>
                    <a:pt x="47168" y="130257"/>
                    <a:pt x="51912" y="64071"/>
                  </a:cubicBezTo>
                  <a:cubicBezTo>
                    <a:pt x="53906" y="36542"/>
                    <a:pt x="57231" y="12913"/>
                    <a:pt x="70752" y="3426"/>
                  </a:cubicBezTo>
                  <a:cubicBezTo>
                    <a:pt x="74565" y="767"/>
                    <a:pt x="82145" y="-741"/>
                    <a:pt x="85780" y="368"/>
                  </a:cubicBezTo>
                  <a:lnTo>
                    <a:pt x="82323" y="14332"/>
                  </a:lnTo>
                  <a:cubicBezTo>
                    <a:pt x="66851" y="14509"/>
                    <a:pt x="67073" y="46693"/>
                    <a:pt x="65078" y="65889"/>
                  </a:cubicBezTo>
                  <a:cubicBezTo>
                    <a:pt x="63881" y="77193"/>
                    <a:pt x="62684" y="88897"/>
                    <a:pt x="60645" y="99802"/>
                  </a:cubicBezTo>
                  <a:cubicBezTo>
                    <a:pt x="52089" y="144975"/>
                    <a:pt x="8423" y="162796"/>
                    <a:pt x="6561" y="163550"/>
                  </a:cubicBezTo>
                  <a:close/>
                </a:path>
              </a:pathLst>
            </a:custGeom>
            <a:solidFill>
              <a:srgbClr val="D8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23" name="Forme libre : forme 26925">
              <a:extLst>
                <a:ext uri="{FF2B5EF4-FFF2-40B4-BE49-F238E27FC236}">
                  <a16:creationId xmlns:a16="http://schemas.microsoft.com/office/drawing/2014/main" id="{E95F68ED-BA30-437D-A2EB-1F138A3B5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3617" y="3854863"/>
              <a:ext cx="3692629" cy="812565"/>
            </a:xfrm>
            <a:custGeom>
              <a:avLst/>
              <a:gdLst>
                <a:gd name="T0" fmla="*/ 1213928 w 3692629"/>
                <a:gd name="T1" fmla="*/ 812566 h 812565"/>
                <a:gd name="T2" fmla="*/ 820757 w 3692629"/>
                <a:gd name="T3" fmla="*/ 749971 h 812565"/>
                <a:gd name="T4" fmla="*/ 651014 w 3692629"/>
                <a:gd name="T5" fmla="*/ 712910 h 812565"/>
                <a:gd name="T6" fmla="*/ 272294 w 3692629"/>
                <a:gd name="T7" fmla="*/ 741193 h 812565"/>
                <a:gd name="T8" fmla="*/ 267285 w 3692629"/>
                <a:gd name="T9" fmla="*/ 743100 h 812565"/>
                <a:gd name="T10" fmla="*/ 17968 w 3692629"/>
                <a:gd name="T11" fmla="*/ 802902 h 812565"/>
                <a:gd name="T12" fmla="*/ 191 w 3692629"/>
                <a:gd name="T13" fmla="*/ 790002 h 812565"/>
                <a:gd name="T14" fmla="*/ 13091 w 3692629"/>
                <a:gd name="T15" fmla="*/ 772225 h 812565"/>
                <a:gd name="T16" fmla="*/ 256158 w 3692629"/>
                <a:gd name="T17" fmla="*/ 714107 h 812565"/>
                <a:gd name="T18" fmla="*/ 261167 w 3692629"/>
                <a:gd name="T19" fmla="*/ 712201 h 812565"/>
                <a:gd name="T20" fmla="*/ 656688 w 3692629"/>
                <a:gd name="T21" fmla="*/ 682410 h 812565"/>
                <a:gd name="T22" fmla="*/ 827806 w 3692629"/>
                <a:gd name="T23" fmla="*/ 719737 h 812565"/>
                <a:gd name="T24" fmla="*/ 1318727 w 3692629"/>
                <a:gd name="T25" fmla="*/ 772358 h 812565"/>
                <a:gd name="T26" fmla="*/ 2099528 w 3692629"/>
                <a:gd name="T27" fmla="*/ 760477 h 812565"/>
                <a:gd name="T28" fmla="*/ 2655482 w 3692629"/>
                <a:gd name="T29" fmla="*/ 731529 h 812565"/>
                <a:gd name="T30" fmla="*/ 2864503 w 3692629"/>
                <a:gd name="T31" fmla="*/ 674697 h 812565"/>
                <a:gd name="T32" fmla="*/ 3045019 w 3692629"/>
                <a:gd name="T33" fmla="*/ 611747 h 812565"/>
                <a:gd name="T34" fmla="*/ 3441382 w 3692629"/>
                <a:gd name="T35" fmla="*/ 256434 h 812565"/>
                <a:gd name="T36" fmla="*/ 3668445 w 3692629"/>
                <a:gd name="T37" fmla="*/ 2639 h 812565"/>
                <a:gd name="T38" fmla="*/ 3689990 w 3692629"/>
                <a:gd name="T39" fmla="*/ 6895 h 812565"/>
                <a:gd name="T40" fmla="*/ 3685734 w 3692629"/>
                <a:gd name="T41" fmla="*/ 28440 h 812565"/>
                <a:gd name="T42" fmla="*/ 3468202 w 3692629"/>
                <a:gd name="T43" fmla="*/ 272083 h 812565"/>
                <a:gd name="T44" fmla="*/ 3059648 w 3692629"/>
                <a:gd name="T45" fmla="*/ 639144 h 812565"/>
                <a:gd name="T46" fmla="*/ 2871463 w 3692629"/>
                <a:gd name="T47" fmla="*/ 704975 h 812565"/>
                <a:gd name="T48" fmla="*/ 2664925 w 3692629"/>
                <a:gd name="T49" fmla="*/ 761142 h 812565"/>
                <a:gd name="T50" fmla="*/ 2094607 w 3692629"/>
                <a:gd name="T51" fmla="*/ 791154 h 812565"/>
                <a:gd name="T52" fmla="*/ 1324534 w 3692629"/>
                <a:gd name="T53" fmla="*/ 802858 h 812565"/>
                <a:gd name="T54" fmla="*/ 1213928 w 3692629"/>
                <a:gd name="T55" fmla="*/ 812566 h 81256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692629" h="812565">
                  <a:moveTo>
                    <a:pt x="1213928" y="812566"/>
                  </a:moveTo>
                  <a:cubicBezTo>
                    <a:pt x="1089048" y="812566"/>
                    <a:pt x="953174" y="780870"/>
                    <a:pt x="820757" y="749971"/>
                  </a:cubicBezTo>
                  <a:cubicBezTo>
                    <a:pt x="761442" y="736139"/>
                    <a:pt x="705408" y="723062"/>
                    <a:pt x="651014" y="712910"/>
                  </a:cubicBezTo>
                  <a:cubicBezTo>
                    <a:pt x="445584" y="674652"/>
                    <a:pt x="357498" y="708477"/>
                    <a:pt x="272294" y="741193"/>
                  </a:cubicBezTo>
                  <a:lnTo>
                    <a:pt x="267285" y="743100"/>
                  </a:lnTo>
                  <a:cubicBezTo>
                    <a:pt x="178357" y="777190"/>
                    <a:pt x="24484" y="801883"/>
                    <a:pt x="17968" y="802902"/>
                  </a:cubicBezTo>
                  <a:cubicBezTo>
                    <a:pt x="9545" y="804232"/>
                    <a:pt x="1565" y="798469"/>
                    <a:pt x="191" y="790002"/>
                  </a:cubicBezTo>
                  <a:cubicBezTo>
                    <a:pt x="-1139" y="781534"/>
                    <a:pt x="4624" y="773599"/>
                    <a:pt x="13091" y="772225"/>
                  </a:cubicBezTo>
                  <a:cubicBezTo>
                    <a:pt x="14643" y="771959"/>
                    <a:pt x="170244" y="747045"/>
                    <a:pt x="256158" y="714107"/>
                  </a:cubicBezTo>
                  <a:lnTo>
                    <a:pt x="261167" y="712201"/>
                  </a:lnTo>
                  <a:cubicBezTo>
                    <a:pt x="350405" y="677977"/>
                    <a:pt x="442658" y="642512"/>
                    <a:pt x="656688" y="682410"/>
                  </a:cubicBezTo>
                  <a:cubicBezTo>
                    <a:pt x="711747" y="692651"/>
                    <a:pt x="768136" y="705817"/>
                    <a:pt x="827806" y="719737"/>
                  </a:cubicBezTo>
                  <a:cubicBezTo>
                    <a:pt x="997416" y="759324"/>
                    <a:pt x="1172833" y="800242"/>
                    <a:pt x="1318727" y="772358"/>
                  </a:cubicBezTo>
                  <a:cubicBezTo>
                    <a:pt x="1510236" y="735741"/>
                    <a:pt x="1708307" y="697882"/>
                    <a:pt x="2099528" y="760477"/>
                  </a:cubicBezTo>
                  <a:cubicBezTo>
                    <a:pt x="2253046" y="785037"/>
                    <a:pt x="2439147" y="800819"/>
                    <a:pt x="2655482" y="731529"/>
                  </a:cubicBezTo>
                  <a:cubicBezTo>
                    <a:pt x="2751326" y="700852"/>
                    <a:pt x="2814054" y="686356"/>
                    <a:pt x="2864503" y="674697"/>
                  </a:cubicBezTo>
                  <a:cubicBezTo>
                    <a:pt x="2931221" y="659270"/>
                    <a:pt x="2975286" y="649118"/>
                    <a:pt x="3045019" y="611747"/>
                  </a:cubicBezTo>
                  <a:cubicBezTo>
                    <a:pt x="3178233" y="540374"/>
                    <a:pt x="3352276" y="409598"/>
                    <a:pt x="3441382" y="256434"/>
                  </a:cubicBezTo>
                  <a:cubicBezTo>
                    <a:pt x="3536427" y="93075"/>
                    <a:pt x="3664101" y="5565"/>
                    <a:pt x="3668445" y="2639"/>
                  </a:cubicBezTo>
                  <a:cubicBezTo>
                    <a:pt x="3675538" y="-2148"/>
                    <a:pt x="3685202" y="-242"/>
                    <a:pt x="3689990" y="6895"/>
                  </a:cubicBezTo>
                  <a:cubicBezTo>
                    <a:pt x="3694778" y="13988"/>
                    <a:pt x="3692871" y="23652"/>
                    <a:pt x="3685734" y="28440"/>
                  </a:cubicBezTo>
                  <a:cubicBezTo>
                    <a:pt x="3684759" y="29105"/>
                    <a:pt x="3559391" y="115373"/>
                    <a:pt x="3468202" y="272083"/>
                  </a:cubicBezTo>
                  <a:cubicBezTo>
                    <a:pt x="3375861" y="430832"/>
                    <a:pt x="3196586" y="565776"/>
                    <a:pt x="3059648" y="639144"/>
                  </a:cubicBezTo>
                  <a:cubicBezTo>
                    <a:pt x="2986280" y="678465"/>
                    <a:pt x="2940575" y="689016"/>
                    <a:pt x="2871463" y="704975"/>
                  </a:cubicBezTo>
                  <a:cubicBezTo>
                    <a:pt x="2821590" y="716501"/>
                    <a:pt x="2759527" y="730820"/>
                    <a:pt x="2664925" y="761142"/>
                  </a:cubicBezTo>
                  <a:cubicBezTo>
                    <a:pt x="2442384" y="832427"/>
                    <a:pt x="2251760" y="816335"/>
                    <a:pt x="2094607" y="791154"/>
                  </a:cubicBezTo>
                  <a:cubicBezTo>
                    <a:pt x="1708750" y="729401"/>
                    <a:pt x="1513428" y="766772"/>
                    <a:pt x="1324534" y="802858"/>
                  </a:cubicBezTo>
                  <a:cubicBezTo>
                    <a:pt x="1288981" y="809641"/>
                    <a:pt x="1251964" y="812566"/>
                    <a:pt x="1213928" y="812566"/>
                  </a:cubicBezTo>
                  <a:close/>
                </a:path>
              </a:pathLst>
            </a:custGeom>
            <a:solidFill>
              <a:srgbClr val="D8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24" name="Forme libre : forme 26926">
              <a:extLst>
                <a:ext uri="{FF2B5EF4-FFF2-40B4-BE49-F238E27FC236}">
                  <a16:creationId xmlns:a16="http://schemas.microsoft.com/office/drawing/2014/main" id="{3BB8E872-9B2F-48BE-8B67-4D33FACFC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0553" y="4457707"/>
              <a:ext cx="45630" cy="82536"/>
            </a:xfrm>
            <a:custGeom>
              <a:avLst/>
              <a:gdLst>
                <a:gd name="T0" fmla="*/ 0 w 45630"/>
                <a:gd name="T1" fmla="*/ 37540 h 82536"/>
                <a:gd name="T2" fmla="*/ 2217 w 45630"/>
                <a:gd name="T3" fmla="*/ 20207 h 82536"/>
                <a:gd name="T4" fmla="*/ 10240 w 45630"/>
                <a:gd name="T5" fmla="*/ 4780 h 82536"/>
                <a:gd name="T6" fmla="*/ 26066 w 45630"/>
                <a:gd name="T7" fmla="*/ 701 h 82536"/>
                <a:gd name="T8" fmla="*/ 38125 w 45630"/>
                <a:gd name="T9" fmla="*/ 13247 h 82536"/>
                <a:gd name="T10" fmla="*/ 45218 w 45630"/>
                <a:gd name="T11" fmla="*/ 47648 h 82536"/>
                <a:gd name="T12" fmla="*/ 44686 w 45630"/>
                <a:gd name="T13" fmla="*/ 82537 h 82536"/>
                <a:gd name="T14" fmla="*/ 43666 w 45630"/>
                <a:gd name="T15" fmla="*/ 65203 h 82536"/>
                <a:gd name="T16" fmla="*/ 42159 w 45630"/>
                <a:gd name="T17" fmla="*/ 48003 h 82536"/>
                <a:gd name="T18" fmla="*/ 34578 w 45630"/>
                <a:gd name="T19" fmla="*/ 15375 h 82536"/>
                <a:gd name="T20" fmla="*/ 24958 w 45630"/>
                <a:gd name="T21" fmla="*/ 4824 h 82536"/>
                <a:gd name="T22" fmla="*/ 12191 w 45630"/>
                <a:gd name="T23" fmla="*/ 7484 h 82536"/>
                <a:gd name="T24" fmla="*/ 4078 w 45630"/>
                <a:gd name="T25" fmla="*/ 20916 h 82536"/>
                <a:gd name="T26" fmla="*/ 0 w 45630"/>
                <a:gd name="T27" fmla="*/ 37540 h 82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630" h="82536">
                  <a:moveTo>
                    <a:pt x="0" y="37540"/>
                  </a:moveTo>
                  <a:cubicBezTo>
                    <a:pt x="0" y="31733"/>
                    <a:pt x="798" y="25926"/>
                    <a:pt x="2217" y="20207"/>
                  </a:cubicBezTo>
                  <a:cubicBezTo>
                    <a:pt x="3724" y="14621"/>
                    <a:pt x="6073" y="8947"/>
                    <a:pt x="10240" y="4780"/>
                  </a:cubicBezTo>
                  <a:cubicBezTo>
                    <a:pt x="14408" y="480"/>
                    <a:pt x="20525" y="-1028"/>
                    <a:pt x="26066" y="701"/>
                  </a:cubicBezTo>
                  <a:cubicBezTo>
                    <a:pt x="31741" y="2608"/>
                    <a:pt x="35598" y="7972"/>
                    <a:pt x="38125" y="13247"/>
                  </a:cubicBezTo>
                  <a:cubicBezTo>
                    <a:pt x="42912" y="24197"/>
                    <a:pt x="44464" y="36033"/>
                    <a:pt x="45218" y="47648"/>
                  </a:cubicBezTo>
                  <a:cubicBezTo>
                    <a:pt x="45927" y="59307"/>
                    <a:pt x="45705" y="70966"/>
                    <a:pt x="44686" y="82537"/>
                  </a:cubicBezTo>
                  <a:cubicBezTo>
                    <a:pt x="44287" y="76729"/>
                    <a:pt x="44154" y="70966"/>
                    <a:pt x="43666" y="65203"/>
                  </a:cubicBezTo>
                  <a:cubicBezTo>
                    <a:pt x="43356" y="59440"/>
                    <a:pt x="42824" y="53721"/>
                    <a:pt x="42159" y="48003"/>
                  </a:cubicBezTo>
                  <a:cubicBezTo>
                    <a:pt x="40696" y="36698"/>
                    <a:pt x="39011" y="25217"/>
                    <a:pt x="34578" y="15375"/>
                  </a:cubicBezTo>
                  <a:cubicBezTo>
                    <a:pt x="32362" y="10587"/>
                    <a:pt x="29170" y="6376"/>
                    <a:pt x="24958" y="4824"/>
                  </a:cubicBezTo>
                  <a:cubicBezTo>
                    <a:pt x="20702" y="3317"/>
                    <a:pt x="15782" y="4337"/>
                    <a:pt x="12191" y="7484"/>
                  </a:cubicBezTo>
                  <a:cubicBezTo>
                    <a:pt x="8423" y="10632"/>
                    <a:pt x="5896" y="15685"/>
                    <a:pt x="4078" y="20916"/>
                  </a:cubicBezTo>
                  <a:cubicBezTo>
                    <a:pt x="2083" y="26236"/>
                    <a:pt x="887" y="31866"/>
                    <a:pt x="0" y="375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25" name="Forme libre : forme 26927">
              <a:extLst>
                <a:ext uri="{FF2B5EF4-FFF2-40B4-BE49-F238E27FC236}">
                  <a16:creationId xmlns:a16="http://schemas.microsoft.com/office/drawing/2014/main" id="{9FC83AA9-2030-456F-9F9A-9FB5BAEB5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3886" y="4531363"/>
              <a:ext cx="419592" cy="62919"/>
            </a:xfrm>
            <a:custGeom>
              <a:avLst/>
              <a:gdLst>
                <a:gd name="T0" fmla="*/ 0 w 419592"/>
                <a:gd name="T1" fmla="*/ 62919 h 62919"/>
                <a:gd name="T2" fmla="*/ 101695 w 419592"/>
                <a:gd name="T3" fmla="*/ 28607 h 62919"/>
                <a:gd name="T4" fmla="*/ 152986 w 419592"/>
                <a:gd name="T5" fmla="*/ 12604 h 62919"/>
                <a:gd name="T6" fmla="*/ 205962 w 419592"/>
                <a:gd name="T7" fmla="*/ 2674 h 62919"/>
                <a:gd name="T8" fmla="*/ 313464 w 419592"/>
                <a:gd name="T9" fmla="*/ 2585 h 62919"/>
                <a:gd name="T10" fmla="*/ 419593 w 419592"/>
                <a:gd name="T11" fmla="*/ 18721 h 62919"/>
                <a:gd name="T12" fmla="*/ 393038 w 419592"/>
                <a:gd name="T13" fmla="*/ 14732 h 62919"/>
                <a:gd name="T14" fmla="*/ 366440 w 419592"/>
                <a:gd name="T15" fmla="*/ 11229 h 62919"/>
                <a:gd name="T16" fmla="*/ 339797 w 419592"/>
                <a:gd name="T17" fmla="*/ 8215 h 62919"/>
                <a:gd name="T18" fmla="*/ 313110 w 419592"/>
                <a:gd name="T19" fmla="*/ 5954 h 62919"/>
                <a:gd name="T20" fmla="*/ 259646 w 419592"/>
                <a:gd name="T21" fmla="*/ 4003 h 62919"/>
                <a:gd name="T22" fmla="*/ 206361 w 419592"/>
                <a:gd name="T23" fmla="*/ 7062 h 62919"/>
                <a:gd name="T24" fmla="*/ 153917 w 419592"/>
                <a:gd name="T25" fmla="*/ 16505 h 62919"/>
                <a:gd name="T26" fmla="*/ 102626 w 419592"/>
                <a:gd name="T27" fmla="*/ 31887 h 62919"/>
                <a:gd name="T28" fmla="*/ 0 w 419592"/>
                <a:gd name="T29" fmla="*/ 62919 h 629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9592" h="62919">
                  <a:moveTo>
                    <a:pt x="0" y="62919"/>
                  </a:moveTo>
                  <a:cubicBezTo>
                    <a:pt x="33780" y="51128"/>
                    <a:pt x="67738" y="39823"/>
                    <a:pt x="101695" y="28607"/>
                  </a:cubicBezTo>
                  <a:cubicBezTo>
                    <a:pt x="118674" y="23021"/>
                    <a:pt x="135608" y="17170"/>
                    <a:pt x="152986" y="12604"/>
                  </a:cubicBezTo>
                  <a:cubicBezTo>
                    <a:pt x="170364" y="7993"/>
                    <a:pt x="188096" y="4757"/>
                    <a:pt x="205962" y="2674"/>
                  </a:cubicBezTo>
                  <a:cubicBezTo>
                    <a:pt x="241737" y="-1139"/>
                    <a:pt x="277778" y="-607"/>
                    <a:pt x="313464" y="2585"/>
                  </a:cubicBezTo>
                  <a:cubicBezTo>
                    <a:pt x="349151" y="5777"/>
                    <a:pt x="384571" y="11407"/>
                    <a:pt x="419593" y="18721"/>
                  </a:cubicBezTo>
                  <a:lnTo>
                    <a:pt x="393038" y="14732"/>
                  </a:lnTo>
                  <a:cubicBezTo>
                    <a:pt x="384216" y="13269"/>
                    <a:pt x="375306" y="12426"/>
                    <a:pt x="366440" y="11229"/>
                  </a:cubicBezTo>
                  <a:cubicBezTo>
                    <a:pt x="357574" y="9944"/>
                    <a:pt x="348707" y="9146"/>
                    <a:pt x="339797" y="8215"/>
                  </a:cubicBezTo>
                  <a:cubicBezTo>
                    <a:pt x="330931" y="7195"/>
                    <a:pt x="322020" y="6575"/>
                    <a:pt x="313110" y="5954"/>
                  </a:cubicBezTo>
                  <a:cubicBezTo>
                    <a:pt x="295289" y="4668"/>
                    <a:pt x="277468" y="4048"/>
                    <a:pt x="259646" y="4003"/>
                  </a:cubicBezTo>
                  <a:cubicBezTo>
                    <a:pt x="241825" y="4269"/>
                    <a:pt x="224004" y="4890"/>
                    <a:pt x="206361" y="7062"/>
                  </a:cubicBezTo>
                  <a:cubicBezTo>
                    <a:pt x="188673" y="9013"/>
                    <a:pt x="171118" y="12072"/>
                    <a:pt x="153917" y="16505"/>
                  </a:cubicBezTo>
                  <a:cubicBezTo>
                    <a:pt x="136672" y="20849"/>
                    <a:pt x="119782" y="26790"/>
                    <a:pt x="102626" y="31887"/>
                  </a:cubicBezTo>
                  <a:cubicBezTo>
                    <a:pt x="68536" y="42394"/>
                    <a:pt x="34356" y="52900"/>
                    <a:pt x="0" y="629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26" name="Forme libre : forme 26928">
              <a:extLst>
                <a:ext uri="{FF2B5EF4-FFF2-40B4-BE49-F238E27FC236}">
                  <a16:creationId xmlns:a16="http://schemas.microsoft.com/office/drawing/2014/main" id="{2A0A2A27-420D-40E1-978C-5604C581E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0160" y="4621812"/>
              <a:ext cx="440294" cy="30231"/>
            </a:xfrm>
            <a:custGeom>
              <a:avLst/>
              <a:gdLst>
                <a:gd name="T0" fmla="*/ 0 w 440294"/>
                <a:gd name="T1" fmla="*/ 0 h 30231"/>
                <a:gd name="T2" fmla="*/ 54660 w 440294"/>
                <a:gd name="T3" fmla="*/ 9265 h 30231"/>
                <a:gd name="T4" fmla="*/ 109586 w 440294"/>
                <a:gd name="T5" fmla="*/ 16580 h 30231"/>
                <a:gd name="T6" fmla="*/ 219970 w 440294"/>
                <a:gd name="T7" fmla="*/ 25135 h 30231"/>
                <a:gd name="T8" fmla="*/ 330620 w 440294"/>
                <a:gd name="T9" fmla="*/ 23983 h 30231"/>
                <a:gd name="T10" fmla="*/ 358194 w 440294"/>
                <a:gd name="T11" fmla="*/ 21678 h 30231"/>
                <a:gd name="T12" fmla="*/ 365110 w 440294"/>
                <a:gd name="T13" fmla="*/ 21102 h 30231"/>
                <a:gd name="T14" fmla="*/ 371981 w 440294"/>
                <a:gd name="T15" fmla="*/ 20170 h 30231"/>
                <a:gd name="T16" fmla="*/ 385679 w 440294"/>
                <a:gd name="T17" fmla="*/ 18309 h 30231"/>
                <a:gd name="T18" fmla="*/ 440295 w 440294"/>
                <a:gd name="T19" fmla="*/ 8911 h 30231"/>
                <a:gd name="T20" fmla="*/ 330886 w 440294"/>
                <a:gd name="T21" fmla="*/ 27396 h 30231"/>
                <a:gd name="T22" fmla="*/ 219837 w 440294"/>
                <a:gd name="T23" fmla="*/ 29613 h 30231"/>
                <a:gd name="T24" fmla="*/ 109187 w 440294"/>
                <a:gd name="T25" fmla="*/ 19993 h 30231"/>
                <a:gd name="T26" fmla="*/ 0 w 440294"/>
                <a:gd name="T27" fmla="*/ 0 h 302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0294" h="30231">
                  <a:moveTo>
                    <a:pt x="0" y="0"/>
                  </a:moveTo>
                  <a:cubicBezTo>
                    <a:pt x="18176" y="3457"/>
                    <a:pt x="36351" y="6650"/>
                    <a:pt x="54660" y="9265"/>
                  </a:cubicBezTo>
                  <a:cubicBezTo>
                    <a:pt x="72924" y="12058"/>
                    <a:pt x="91233" y="14496"/>
                    <a:pt x="109586" y="16580"/>
                  </a:cubicBezTo>
                  <a:cubicBezTo>
                    <a:pt x="146292" y="20747"/>
                    <a:pt x="183087" y="23806"/>
                    <a:pt x="219970" y="25135"/>
                  </a:cubicBezTo>
                  <a:cubicBezTo>
                    <a:pt x="256854" y="26776"/>
                    <a:pt x="293781" y="26022"/>
                    <a:pt x="330620" y="23983"/>
                  </a:cubicBezTo>
                  <a:lnTo>
                    <a:pt x="358194" y="21678"/>
                  </a:lnTo>
                  <a:lnTo>
                    <a:pt x="365110" y="21102"/>
                  </a:lnTo>
                  <a:lnTo>
                    <a:pt x="371981" y="20170"/>
                  </a:lnTo>
                  <a:lnTo>
                    <a:pt x="385679" y="18309"/>
                  </a:lnTo>
                  <a:cubicBezTo>
                    <a:pt x="404077" y="16447"/>
                    <a:pt x="422075" y="12102"/>
                    <a:pt x="440295" y="8911"/>
                  </a:cubicBezTo>
                  <a:cubicBezTo>
                    <a:pt x="404476" y="18176"/>
                    <a:pt x="367814" y="24205"/>
                    <a:pt x="330886" y="27396"/>
                  </a:cubicBezTo>
                  <a:cubicBezTo>
                    <a:pt x="293959" y="30189"/>
                    <a:pt x="256854" y="30899"/>
                    <a:pt x="219837" y="29613"/>
                  </a:cubicBezTo>
                  <a:cubicBezTo>
                    <a:pt x="182821" y="27884"/>
                    <a:pt x="145893" y="24914"/>
                    <a:pt x="109187" y="19993"/>
                  </a:cubicBezTo>
                  <a:cubicBezTo>
                    <a:pt x="72481" y="14940"/>
                    <a:pt x="35952" y="87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27" name="Forme libre : forme 26929">
              <a:extLst>
                <a:ext uri="{FF2B5EF4-FFF2-40B4-BE49-F238E27FC236}">
                  <a16:creationId xmlns:a16="http://schemas.microsoft.com/office/drawing/2014/main" id="{A5B8527B-1C3B-4377-A8EB-AC465CBB9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3215" y="4411506"/>
              <a:ext cx="163137" cy="87509"/>
            </a:xfrm>
            <a:custGeom>
              <a:avLst/>
              <a:gdLst>
                <a:gd name="T0" fmla="*/ 163138 w 163137"/>
                <a:gd name="T1" fmla="*/ 0 h 87509"/>
                <a:gd name="T2" fmla="*/ 123949 w 163137"/>
                <a:gd name="T3" fmla="*/ 24781 h 87509"/>
                <a:gd name="T4" fmla="*/ 83741 w 163137"/>
                <a:gd name="T5" fmla="*/ 47833 h 87509"/>
                <a:gd name="T6" fmla="*/ 42513 w 163137"/>
                <a:gd name="T7" fmla="*/ 69023 h 87509"/>
                <a:gd name="T8" fmla="*/ 0 w 163137"/>
                <a:gd name="T9" fmla="*/ 87510 h 87509"/>
                <a:gd name="T10" fmla="*/ 20525 w 163137"/>
                <a:gd name="T11" fmla="*/ 76781 h 87509"/>
                <a:gd name="T12" fmla="*/ 40962 w 163137"/>
                <a:gd name="T13" fmla="*/ 65964 h 87509"/>
                <a:gd name="T14" fmla="*/ 81613 w 163137"/>
                <a:gd name="T15" fmla="*/ 43932 h 87509"/>
                <a:gd name="T16" fmla="*/ 122265 w 163137"/>
                <a:gd name="T17" fmla="*/ 21855 h 87509"/>
                <a:gd name="T18" fmla="*/ 142613 w 163137"/>
                <a:gd name="T19" fmla="*/ 10861 h 87509"/>
                <a:gd name="T20" fmla="*/ 163138 w 163137"/>
                <a:gd name="T21" fmla="*/ 0 h 875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3137" h="87509">
                  <a:moveTo>
                    <a:pt x="163138" y="0"/>
                  </a:moveTo>
                  <a:cubicBezTo>
                    <a:pt x="150371" y="8689"/>
                    <a:pt x="137204" y="16802"/>
                    <a:pt x="123949" y="24781"/>
                  </a:cubicBezTo>
                  <a:cubicBezTo>
                    <a:pt x="110739" y="32761"/>
                    <a:pt x="97307" y="40386"/>
                    <a:pt x="83741" y="47833"/>
                  </a:cubicBezTo>
                  <a:cubicBezTo>
                    <a:pt x="70132" y="55148"/>
                    <a:pt x="56478" y="62374"/>
                    <a:pt x="42513" y="69023"/>
                  </a:cubicBezTo>
                  <a:cubicBezTo>
                    <a:pt x="28549" y="75673"/>
                    <a:pt x="14496" y="82101"/>
                    <a:pt x="0" y="87510"/>
                  </a:cubicBezTo>
                  <a:cubicBezTo>
                    <a:pt x="6827" y="83874"/>
                    <a:pt x="13742" y="80505"/>
                    <a:pt x="20525" y="76781"/>
                  </a:cubicBezTo>
                  <a:cubicBezTo>
                    <a:pt x="27397" y="73279"/>
                    <a:pt x="34179" y="69644"/>
                    <a:pt x="40962" y="65964"/>
                  </a:cubicBezTo>
                  <a:lnTo>
                    <a:pt x="81613" y="43932"/>
                  </a:lnTo>
                  <a:lnTo>
                    <a:pt x="122265" y="21855"/>
                  </a:lnTo>
                  <a:lnTo>
                    <a:pt x="142613" y="10861"/>
                  </a:lnTo>
                  <a:lnTo>
                    <a:pt x="163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28" name="Forme libre : forme 26930">
              <a:extLst>
                <a:ext uri="{FF2B5EF4-FFF2-40B4-BE49-F238E27FC236}">
                  <a16:creationId xmlns:a16="http://schemas.microsoft.com/office/drawing/2014/main" id="{5C68FB7C-DFBE-41B8-B918-B7702033D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3289" y="4262111"/>
              <a:ext cx="112024" cy="124835"/>
            </a:xfrm>
            <a:custGeom>
              <a:avLst/>
              <a:gdLst>
                <a:gd name="T0" fmla="*/ 112024 w 112024"/>
                <a:gd name="T1" fmla="*/ 0 h 124835"/>
                <a:gd name="T2" fmla="*/ 98104 w 112024"/>
                <a:gd name="T3" fmla="*/ 15737 h 124835"/>
                <a:gd name="T4" fmla="*/ 84007 w 112024"/>
                <a:gd name="T5" fmla="*/ 31298 h 124835"/>
                <a:gd name="T6" fmla="*/ 55813 w 112024"/>
                <a:gd name="T7" fmla="*/ 62285 h 124835"/>
                <a:gd name="T8" fmla="*/ 27662 w 112024"/>
                <a:gd name="T9" fmla="*/ 93317 h 124835"/>
                <a:gd name="T10" fmla="*/ 13787 w 112024"/>
                <a:gd name="T11" fmla="*/ 109010 h 124835"/>
                <a:gd name="T12" fmla="*/ 0 w 112024"/>
                <a:gd name="T13" fmla="*/ 124836 h 124835"/>
                <a:gd name="T14" fmla="*/ 25091 w 112024"/>
                <a:gd name="T15" fmla="*/ 91100 h 124835"/>
                <a:gd name="T16" fmla="*/ 52532 w 112024"/>
                <a:gd name="T17" fmla="*/ 59315 h 124835"/>
                <a:gd name="T18" fmla="*/ 81569 w 112024"/>
                <a:gd name="T19" fmla="*/ 28948 h 124835"/>
                <a:gd name="T20" fmla="*/ 112024 w 112024"/>
                <a:gd name="T21" fmla="*/ 0 h 1248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024" h="124835">
                  <a:moveTo>
                    <a:pt x="112024" y="0"/>
                  </a:moveTo>
                  <a:lnTo>
                    <a:pt x="98104" y="15737"/>
                  </a:lnTo>
                  <a:lnTo>
                    <a:pt x="84007" y="31298"/>
                  </a:lnTo>
                  <a:lnTo>
                    <a:pt x="55813" y="62285"/>
                  </a:lnTo>
                  <a:lnTo>
                    <a:pt x="27662" y="93317"/>
                  </a:lnTo>
                  <a:cubicBezTo>
                    <a:pt x="23008" y="98503"/>
                    <a:pt x="18309" y="103690"/>
                    <a:pt x="13787" y="109010"/>
                  </a:cubicBezTo>
                  <a:cubicBezTo>
                    <a:pt x="9043" y="114152"/>
                    <a:pt x="4655" y="119560"/>
                    <a:pt x="0" y="124836"/>
                  </a:cubicBezTo>
                  <a:cubicBezTo>
                    <a:pt x="7714" y="113132"/>
                    <a:pt x="16269" y="102005"/>
                    <a:pt x="25091" y="91100"/>
                  </a:cubicBezTo>
                  <a:cubicBezTo>
                    <a:pt x="33869" y="80150"/>
                    <a:pt x="43178" y="69688"/>
                    <a:pt x="52532" y="59315"/>
                  </a:cubicBezTo>
                  <a:cubicBezTo>
                    <a:pt x="61975" y="48986"/>
                    <a:pt x="71639" y="38834"/>
                    <a:pt x="81569" y="28948"/>
                  </a:cubicBezTo>
                  <a:cubicBezTo>
                    <a:pt x="91499" y="19018"/>
                    <a:pt x="101518" y="9265"/>
                    <a:pt x="1120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29" name="Forme libre : forme 26931">
              <a:extLst>
                <a:ext uri="{FF2B5EF4-FFF2-40B4-BE49-F238E27FC236}">
                  <a16:creationId xmlns:a16="http://schemas.microsoft.com/office/drawing/2014/main" id="{727D88CB-B4D1-49DB-8299-D00F1353E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129" y="4078315"/>
              <a:ext cx="174885" cy="228038"/>
            </a:xfrm>
            <a:custGeom>
              <a:avLst/>
              <a:gdLst>
                <a:gd name="T0" fmla="*/ 174886 w 174885"/>
                <a:gd name="T1" fmla="*/ 0 h 228038"/>
                <a:gd name="T2" fmla="*/ 139997 w 174885"/>
                <a:gd name="T3" fmla="*/ 63260 h 228038"/>
                <a:gd name="T4" fmla="*/ 98592 w 174885"/>
                <a:gd name="T5" fmla="*/ 122531 h 228038"/>
                <a:gd name="T6" fmla="*/ 51779 w 174885"/>
                <a:gd name="T7" fmla="*/ 177634 h 228038"/>
                <a:gd name="T8" fmla="*/ 26554 w 174885"/>
                <a:gd name="T9" fmla="*/ 203523 h 228038"/>
                <a:gd name="T10" fmla="*/ 13388 w 174885"/>
                <a:gd name="T11" fmla="*/ 215892 h 228038"/>
                <a:gd name="T12" fmla="*/ 0 w 174885"/>
                <a:gd name="T13" fmla="*/ 228038 h 228038"/>
                <a:gd name="T14" fmla="*/ 49296 w 174885"/>
                <a:gd name="T15" fmla="*/ 175373 h 228038"/>
                <a:gd name="T16" fmla="*/ 95134 w 174885"/>
                <a:gd name="T17" fmla="*/ 119826 h 228038"/>
                <a:gd name="T18" fmla="*/ 137204 w 174885"/>
                <a:gd name="T19" fmla="*/ 61398 h 228038"/>
                <a:gd name="T20" fmla="*/ 174886 w 174885"/>
                <a:gd name="T21" fmla="*/ 0 h 2280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4885" h="228038">
                  <a:moveTo>
                    <a:pt x="174886" y="0"/>
                  </a:moveTo>
                  <a:cubicBezTo>
                    <a:pt x="164867" y="21944"/>
                    <a:pt x="152809" y="42824"/>
                    <a:pt x="139997" y="63260"/>
                  </a:cubicBezTo>
                  <a:cubicBezTo>
                    <a:pt x="127097" y="83653"/>
                    <a:pt x="113266" y="103424"/>
                    <a:pt x="98592" y="122531"/>
                  </a:cubicBezTo>
                  <a:cubicBezTo>
                    <a:pt x="83653" y="141460"/>
                    <a:pt x="68358" y="160123"/>
                    <a:pt x="51779" y="177634"/>
                  </a:cubicBezTo>
                  <a:cubicBezTo>
                    <a:pt x="43666" y="186545"/>
                    <a:pt x="35066" y="195012"/>
                    <a:pt x="26554" y="203523"/>
                  </a:cubicBezTo>
                  <a:cubicBezTo>
                    <a:pt x="22299" y="207824"/>
                    <a:pt x="17777" y="211813"/>
                    <a:pt x="13388" y="215892"/>
                  </a:cubicBezTo>
                  <a:lnTo>
                    <a:pt x="0" y="228038"/>
                  </a:lnTo>
                  <a:cubicBezTo>
                    <a:pt x="16757" y="210749"/>
                    <a:pt x="33559" y="193549"/>
                    <a:pt x="49296" y="175373"/>
                  </a:cubicBezTo>
                  <a:cubicBezTo>
                    <a:pt x="65299" y="157464"/>
                    <a:pt x="80549" y="138889"/>
                    <a:pt x="95134" y="119826"/>
                  </a:cubicBezTo>
                  <a:cubicBezTo>
                    <a:pt x="110029" y="100986"/>
                    <a:pt x="123772" y="81303"/>
                    <a:pt x="137204" y="61398"/>
                  </a:cubicBezTo>
                  <a:cubicBezTo>
                    <a:pt x="150504" y="41449"/>
                    <a:pt x="163271" y="21102"/>
                    <a:pt x="1748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30" name="Forme libre : forme 26932">
              <a:extLst>
                <a:ext uri="{FF2B5EF4-FFF2-40B4-BE49-F238E27FC236}">
                  <a16:creationId xmlns:a16="http://schemas.microsoft.com/office/drawing/2014/main" id="{10A25D19-6B1A-43BF-BBA6-CCDDD470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0125" y="3366005"/>
              <a:ext cx="84517" cy="969119"/>
            </a:xfrm>
            <a:custGeom>
              <a:avLst/>
              <a:gdLst>
                <a:gd name="T0" fmla="*/ 64200 w 84517"/>
                <a:gd name="T1" fmla="*/ 690942 h 969119"/>
                <a:gd name="T2" fmla="*/ 62205 w 84517"/>
                <a:gd name="T3" fmla="*/ 676224 h 969119"/>
                <a:gd name="T4" fmla="*/ 18406 w 84517"/>
                <a:gd name="T5" fmla="*/ 264966 h 969119"/>
                <a:gd name="T6" fmla="*/ 16810 w 84517"/>
                <a:gd name="T7" fmla="*/ 220413 h 969119"/>
                <a:gd name="T8" fmla="*/ 35163 w 84517"/>
                <a:gd name="T9" fmla="*/ 195499 h 969119"/>
                <a:gd name="T10" fmla="*/ 68367 w 84517"/>
                <a:gd name="T11" fmla="*/ 177279 h 969119"/>
                <a:gd name="T12" fmla="*/ 67347 w 84517"/>
                <a:gd name="T13" fmla="*/ 168635 h 969119"/>
                <a:gd name="T14" fmla="*/ 38266 w 84517"/>
                <a:gd name="T15" fmla="*/ 182644 h 969119"/>
                <a:gd name="T16" fmla="*/ 47398 w 84517"/>
                <a:gd name="T17" fmla="*/ 157331 h 969119"/>
                <a:gd name="T18" fmla="*/ 61229 w 84517"/>
                <a:gd name="T19" fmla="*/ 148420 h 969119"/>
                <a:gd name="T20" fmla="*/ 60831 w 84517"/>
                <a:gd name="T21" fmla="*/ 139687 h 969119"/>
                <a:gd name="T22" fmla="*/ 43231 w 84517"/>
                <a:gd name="T23" fmla="*/ 150681 h 969119"/>
                <a:gd name="T24" fmla="*/ 43231 w 84517"/>
                <a:gd name="T25" fmla="*/ 150681 h 969119"/>
                <a:gd name="T26" fmla="*/ 43231 w 84517"/>
                <a:gd name="T27" fmla="*/ 150725 h 969119"/>
                <a:gd name="T28" fmla="*/ 42610 w 84517"/>
                <a:gd name="T29" fmla="*/ 151257 h 969119"/>
                <a:gd name="T30" fmla="*/ 40970 w 84517"/>
                <a:gd name="T31" fmla="*/ 152676 h 969119"/>
                <a:gd name="T32" fmla="*/ 17120 w 84517"/>
                <a:gd name="T33" fmla="*/ 154449 h 969119"/>
                <a:gd name="T34" fmla="*/ 20622 w 84517"/>
                <a:gd name="T35" fmla="*/ 106350 h 969119"/>
                <a:gd name="T36" fmla="*/ 42389 w 84517"/>
                <a:gd name="T37" fmla="*/ 124526 h 969119"/>
                <a:gd name="T38" fmla="*/ 43409 w 84517"/>
                <a:gd name="T39" fmla="*/ 124570 h 969119"/>
                <a:gd name="T40" fmla="*/ 57062 w 84517"/>
                <a:gd name="T41" fmla="*/ 114995 h 969119"/>
                <a:gd name="T42" fmla="*/ 52408 w 84517"/>
                <a:gd name="T43" fmla="*/ 109187 h 969119"/>
                <a:gd name="T44" fmla="*/ 42744 w 84517"/>
                <a:gd name="T45" fmla="*/ 115748 h 969119"/>
                <a:gd name="T46" fmla="*/ 22041 w 84517"/>
                <a:gd name="T47" fmla="*/ 95312 h 969119"/>
                <a:gd name="T48" fmla="*/ 60387 w 84517"/>
                <a:gd name="T49" fmla="*/ 17200 h 969119"/>
                <a:gd name="T50" fmla="*/ 57993 w 84517"/>
                <a:gd name="T51" fmla="*/ 0 h 969119"/>
                <a:gd name="T52" fmla="*/ 1693 w 84517"/>
                <a:gd name="T53" fmla="*/ 266207 h 969119"/>
                <a:gd name="T54" fmla="*/ 42167 w 84517"/>
                <a:gd name="T55" fmla="*/ 682431 h 969119"/>
                <a:gd name="T56" fmla="*/ 44162 w 84517"/>
                <a:gd name="T57" fmla="*/ 697149 h 969119"/>
                <a:gd name="T58" fmla="*/ 58924 w 84517"/>
                <a:gd name="T59" fmla="*/ 969119 h 969119"/>
                <a:gd name="T60" fmla="*/ 81046 w 84517"/>
                <a:gd name="T61" fmla="*/ 955111 h 969119"/>
                <a:gd name="T62" fmla="*/ 64200 w 84517"/>
                <a:gd name="T63" fmla="*/ 690942 h 969119"/>
                <a:gd name="T64" fmla="*/ 28957 w 84517"/>
                <a:gd name="T65" fmla="*/ 165266 h 969119"/>
                <a:gd name="T66" fmla="*/ 37291 w 84517"/>
                <a:gd name="T67" fmla="*/ 164025 h 969119"/>
                <a:gd name="T68" fmla="*/ 29932 w 84517"/>
                <a:gd name="T69" fmla="*/ 190313 h 969119"/>
                <a:gd name="T70" fmla="*/ 16633 w 84517"/>
                <a:gd name="T71" fmla="*/ 210882 h 969119"/>
                <a:gd name="T72" fmla="*/ 16810 w 84517"/>
                <a:gd name="T73" fmla="*/ 163315 h 969119"/>
                <a:gd name="T74" fmla="*/ 28957 w 84517"/>
                <a:gd name="T75" fmla="*/ 165266 h 96911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4517" h="969119">
                  <a:moveTo>
                    <a:pt x="64200" y="690942"/>
                  </a:moveTo>
                  <a:lnTo>
                    <a:pt x="62205" y="676224"/>
                  </a:lnTo>
                  <a:cubicBezTo>
                    <a:pt x="46467" y="559457"/>
                    <a:pt x="24922" y="399599"/>
                    <a:pt x="18406" y="264966"/>
                  </a:cubicBezTo>
                  <a:cubicBezTo>
                    <a:pt x="17652" y="249362"/>
                    <a:pt x="17120" y="234555"/>
                    <a:pt x="16810" y="220413"/>
                  </a:cubicBezTo>
                  <a:cubicBezTo>
                    <a:pt x="21021" y="218064"/>
                    <a:pt x="30951" y="211015"/>
                    <a:pt x="35163" y="195499"/>
                  </a:cubicBezTo>
                  <a:cubicBezTo>
                    <a:pt x="38000" y="192751"/>
                    <a:pt x="50457" y="181624"/>
                    <a:pt x="68367" y="177279"/>
                  </a:cubicBezTo>
                  <a:lnTo>
                    <a:pt x="67347" y="168635"/>
                  </a:lnTo>
                  <a:cubicBezTo>
                    <a:pt x="54624" y="171694"/>
                    <a:pt x="44561" y="177856"/>
                    <a:pt x="38266" y="182644"/>
                  </a:cubicBezTo>
                  <a:cubicBezTo>
                    <a:pt x="41591" y="169965"/>
                    <a:pt x="44871" y="162074"/>
                    <a:pt x="47398" y="157331"/>
                  </a:cubicBezTo>
                  <a:cubicBezTo>
                    <a:pt x="54935" y="150770"/>
                    <a:pt x="54314" y="149883"/>
                    <a:pt x="61229" y="148420"/>
                  </a:cubicBezTo>
                  <a:lnTo>
                    <a:pt x="60831" y="139687"/>
                  </a:lnTo>
                  <a:cubicBezTo>
                    <a:pt x="54757" y="140307"/>
                    <a:pt x="51743" y="143189"/>
                    <a:pt x="43231" y="150681"/>
                  </a:cubicBezTo>
                  <a:cubicBezTo>
                    <a:pt x="43231" y="150681"/>
                    <a:pt x="43231" y="150725"/>
                    <a:pt x="43231" y="150725"/>
                  </a:cubicBezTo>
                  <a:cubicBezTo>
                    <a:pt x="43010" y="150903"/>
                    <a:pt x="42832" y="151080"/>
                    <a:pt x="42610" y="151257"/>
                  </a:cubicBezTo>
                  <a:lnTo>
                    <a:pt x="40970" y="152676"/>
                  </a:lnTo>
                  <a:cubicBezTo>
                    <a:pt x="33257" y="159414"/>
                    <a:pt x="20135" y="155469"/>
                    <a:pt x="17120" y="154449"/>
                  </a:cubicBezTo>
                  <a:cubicBezTo>
                    <a:pt x="17785" y="136717"/>
                    <a:pt x="18938" y="120669"/>
                    <a:pt x="20622" y="106350"/>
                  </a:cubicBezTo>
                  <a:cubicBezTo>
                    <a:pt x="25720" y="114108"/>
                    <a:pt x="33789" y="123861"/>
                    <a:pt x="42389" y="124526"/>
                  </a:cubicBezTo>
                  <a:cubicBezTo>
                    <a:pt x="42744" y="124570"/>
                    <a:pt x="43054" y="124570"/>
                    <a:pt x="43409" y="124570"/>
                  </a:cubicBezTo>
                  <a:cubicBezTo>
                    <a:pt x="48551" y="124570"/>
                    <a:pt x="53117" y="121334"/>
                    <a:pt x="57062" y="114995"/>
                  </a:cubicBezTo>
                  <a:lnTo>
                    <a:pt x="52408" y="109187"/>
                  </a:lnTo>
                  <a:cubicBezTo>
                    <a:pt x="49482" y="113886"/>
                    <a:pt x="46246" y="116014"/>
                    <a:pt x="42744" y="115748"/>
                  </a:cubicBezTo>
                  <a:cubicBezTo>
                    <a:pt x="34897" y="115127"/>
                    <a:pt x="26385" y="102936"/>
                    <a:pt x="22041" y="95312"/>
                  </a:cubicBezTo>
                  <a:cubicBezTo>
                    <a:pt x="28735" y="48631"/>
                    <a:pt x="41547" y="22476"/>
                    <a:pt x="60387" y="17200"/>
                  </a:cubicBezTo>
                  <a:lnTo>
                    <a:pt x="57993" y="0"/>
                  </a:lnTo>
                  <a:cubicBezTo>
                    <a:pt x="14992" y="12102"/>
                    <a:pt x="-6420" y="99168"/>
                    <a:pt x="1693" y="266207"/>
                  </a:cubicBezTo>
                  <a:cubicBezTo>
                    <a:pt x="8298" y="401860"/>
                    <a:pt x="26385" y="565264"/>
                    <a:pt x="42167" y="682431"/>
                  </a:cubicBezTo>
                  <a:lnTo>
                    <a:pt x="44162" y="697149"/>
                  </a:lnTo>
                  <a:cubicBezTo>
                    <a:pt x="74041" y="919070"/>
                    <a:pt x="59102" y="968454"/>
                    <a:pt x="58924" y="969119"/>
                  </a:cubicBezTo>
                  <a:lnTo>
                    <a:pt x="81046" y="955111"/>
                  </a:lnTo>
                  <a:cubicBezTo>
                    <a:pt x="81843" y="952229"/>
                    <a:pt x="95010" y="920089"/>
                    <a:pt x="64200" y="690942"/>
                  </a:cubicBezTo>
                  <a:close/>
                  <a:moveTo>
                    <a:pt x="28957" y="165266"/>
                  </a:moveTo>
                  <a:cubicBezTo>
                    <a:pt x="31661" y="165266"/>
                    <a:pt x="34498" y="164911"/>
                    <a:pt x="37291" y="164025"/>
                  </a:cubicBezTo>
                  <a:cubicBezTo>
                    <a:pt x="34897" y="170585"/>
                    <a:pt x="32326" y="179141"/>
                    <a:pt x="29932" y="190313"/>
                  </a:cubicBezTo>
                  <a:cubicBezTo>
                    <a:pt x="27494" y="201750"/>
                    <a:pt x="20800" y="208001"/>
                    <a:pt x="16633" y="210882"/>
                  </a:cubicBezTo>
                  <a:cubicBezTo>
                    <a:pt x="16367" y="193904"/>
                    <a:pt x="16411" y="178077"/>
                    <a:pt x="16810" y="163315"/>
                  </a:cubicBezTo>
                  <a:cubicBezTo>
                    <a:pt x="19337" y="164113"/>
                    <a:pt x="23859" y="165266"/>
                    <a:pt x="28957" y="165266"/>
                  </a:cubicBezTo>
                  <a:close/>
                </a:path>
              </a:pathLst>
            </a:custGeom>
            <a:solidFill>
              <a:srgbClr val="D8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31" name="Forme libre : forme 26933">
              <a:extLst>
                <a:ext uri="{FF2B5EF4-FFF2-40B4-BE49-F238E27FC236}">
                  <a16:creationId xmlns:a16="http://schemas.microsoft.com/office/drawing/2014/main" id="{C5060457-7612-4057-8A22-D2A32ACB7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0937" y="3365666"/>
              <a:ext cx="129889" cy="812836"/>
            </a:xfrm>
            <a:custGeom>
              <a:avLst/>
              <a:gdLst>
                <a:gd name="T0" fmla="*/ 114374 w 129889"/>
                <a:gd name="T1" fmla="*/ 772053 h 812836"/>
                <a:gd name="T2" fmla="*/ 86357 w 129889"/>
                <a:gd name="T3" fmla="*/ 623854 h 812836"/>
                <a:gd name="T4" fmla="*/ 80195 w 129889"/>
                <a:gd name="T5" fmla="*/ 435137 h 812836"/>
                <a:gd name="T6" fmla="*/ 28416 w 129889"/>
                <a:gd name="T7" fmla="*/ 10180 h 812836"/>
                <a:gd name="T8" fmla="*/ 7714 w 129889"/>
                <a:gd name="T9" fmla="*/ 206 h 812836"/>
                <a:gd name="T10" fmla="*/ 8955 w 129889"/>
                <a:gd name="T11" fmla="*/ 17672 h 812836"/>
                <a:gd name="T12" fmla="*/ 20259 w 129889"/>
                <a:gd name="T13" fmla="*/ 23347 h 812836"/>
                <a:gd name="T14" fmla="*/ 30455 w 129889"/>
                <a:gd name="T15" fmla="*/ 44448 h 812836"/>
                <a:gd name="T16" fmla="*/ 0 w 129889"/>
                <a:gd name="T17" fmla="*/ 111743 h 812836"/>
                <a:gd name="T18" fmla="*/ 4389 w 129889"/>
                <a:gd name="T19" fmla="*/ 118038 h 812836"/>
                <a:gd name="T20" fmla="*/ 12546 w 129889"/>
                <a:gd name="T21" fmla="*/ 105182 h 812836"/>
                <a:gd name="T22" fmla="*/ 42868 w 129889"/>
                <a:gd name="T23" fmla="*/ 105093 h 812836"/>
                <a:gd name="T24" fmla="*/ 46326 w 129889"/>
                <a:gd name="T25" fmla="*/ 134662 h 812836"/>
                <a:gd name="T26" fmla="*/ 30588 w 129889"/>
                <a:gd name="T27" fmla="*/ 135549 h 812836"/>
                <a:gd name="T28" fmla="*/ 10063 w 129889"/>
                <a:gd name="T29" fmla="*/ 140026 h 812836"/>
                <a:gd name="T30" fmla="*/ 10462 w 129889"/>
                <a:gd name="T31" fmla="*/ 148759 h 812836"/>
                <a:gd name="T32" fmla="*/ 32406 w 129889"/>
                <a:gd name="T33" fmla="*/ 143971 h 812836"/>
                <a:gd name="T34" fmla="*/ 47257 w 129889"/>
                <a:gd name="T35" fmla="*/ 143883 h 812836"/>
                <a:gd name="T36" fmla="*/ 49606 w 129889"/>
                <a:gd name="T37" fmla="*/ 171767 h 812836"/>
                <a:gd name="T38" fmla="*/ 13565 w 129889"/>
                <a:gd name="T39" fmla="*/ 169905 h 812836"/>
                <a:gd name="T40" fmla="*/ 14895 w 129889"/>
                <a:gd name="T41" fmla="*/ 178461 h 812836"/>
                <a:gd name="T42" fmla="*/ 50271 w 129889"/>
                <a:gd name="T43" fmla="*/ 181431 h 812836"/>
                <a:gd name="T44" fmla="*/ 59004 w 129889"/>
                <a:gd name="T45" fmla="*/ 435625 h 812836"/>
                <a:gd name="T46" fmla="*/ 65255 w 129889"/>
                <a:gd name="T47" fmla="*/ 625849 h 812836"/>
                <a:gd name="T48" fmla="*/ 117654 w 129889"/>
                <a:gd name="T49" fmla="*/ 812837 h 812836"/>
                <a:gd name="T50" fmla="*/ 129890 w 129889"/>
                <a:gd name="T51" fmla="*/ 795947 h 812836"/>
                <a:gd name="T52" fmla="*/ 114374 w 129889"/>
                <a:gd name="T53" fmla="*/ 772053 h 812836"/>
                <a:gd name="T54" fmla="*/ 18663 w 129889"/>
                <a:gd name="T55" fmla="*/ 93922 h 812836"/>
                <a:gd name="T56" fmla="*/ 33869 w 129889"/>
                <a:gd name="T57" fmla="*/ 56196 h 812836"/>
                <a:gd name="T58" fmla="*/ 41361 w 129889"/>
                <a:gd name="T59" fmla="*/ 94631 h 812836"/>
                <a:gd name="T60" fmla="*/ 18663 w 129889"/>
                <a:gd name="T61" fmla="*/ 93922 h 8128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9889" h="812836">
                  <a:moveTo>
                    <a:pt x="114374" y="772053"/>
                  </a:moveTo>
                  <a:cubicBezTo>
                    <a:pt x="105242" y="750729"/>
                    <a:pt x="92962" y="707684"/>
                    <a:pt x="86357" y="623854"/>
                  </a:cubicBezTo>
                  <a:cubicBezTo>
                    <a:pt x="82766" y="578326"/>
                    <a:pt x="81525" y="508771"/>
                    <a:pt x="80195" y="435137"/>
                  </a:cubicBezTo>
                  <a:cubicBezTo>
                    <a:pt x="77003" y="257104"/>
                    <a:pt x="64457" y="55309"/>
                    <a:pt x="28416" y="10180"/>
                  </a:cubicBezTo>
                  <a:cubicBezTo>
                    <a:pt x="22254" y="2467"/>
                    <a:pt x="15294" y="-902"/>
                    <a:pt x="7714" y="206"/>
                  </a:cubicBezTo>
                  <a:lnTo>
                    <a:pt x="8955" y="17672"/>
                  </a:lnTo>
                  <a:cubicBezTo>
                    <a:pt x="13078" y="17096"/>
                    <a:pt x="16668" y="18869"/>
                    <a:pt x="20259" y="23347"/>
                  </a:cubicBezTo>
                  <a:cubicBezTo>
                    <a:pt x="24027" y="28090"/>
                    <a:pt x="27397" y="35272"/>
                    <a:pt x="30455" y="44448"/>
                  </a:cubicBezTo>
                  <a:cubicBezTo>
                    <a:pt x="28283" y="53137"/>
                    <a:pt x="19905" y="82839"/>
                    <a:pt x="0" y="111743"/>
                  </a:cubicBezTo>
                  <a:lnTo>
                    <a:pt x="4389" y="118038"/>
                  </a:lnTo>
                  <a:cubicBezTo>
                    <a:pt x="7359" y="113738"/>
                    <a:pt x="10063" y="109438"/>
                    <a:pt x="12546" y="105182"/>
                  </a:cubicBezTo>
                  <a:cubicBezTo>
                    <a:pt x="13432" y="104738"/>
                    <a:pt x="31652" y="96227"/>
                    <a:pt x="42868" y="105093"/>
                  </a:cubicBezTo>
                  <a:cubicBezTo>
                    <a:pt x="44109" y="114403"/>
                    <a:pt x="45262" y="124333"/>
                    <a:pt x="46326" y="134662"/>
                  </a:cubicBezTo>
                  <a:cubicBezTo>
                    <a:pt x="42114" y="133642"/>
                    <a:pt x="36263" y="133110"/>
                    <a:pt x="30588" y="135549"/>
                  </a:cubicBezTo>
                  <a:cubicBezTo>
                    <a:pt x="22343" y="139095"/>
                    <a:pt x="10196" y="140026"/>
                    <a:pt x="10063" y="140026"/>
                  </a:cubicBezTo>
                  <a:lnTo>
                    <a:pt x="10462" y="148759"/>
                  </a:lnTo>
                  <a:cubicBezTo>
                    <a:pt x="10994" y="148715"/>
                    <a:pt x="23407" y="147828"/>
                    <a:pt x="32406" y="143971"/>
                  </a:cubicBezTo>
                  <a:cubicBezTo>
                    <a:pt x="37903" y="141578"/>
                    <a:pt x="43799" y="142775"/>
                    <a:pt x="47257" y="143883"/>
                  </a:cubicBezTo>
                  <a:cubicBezTo>
                    <a:pt x="48099" y="152882"/>
                    <a:pt x="48897" y="162192"/>
                    <a:pt x="49606" y="171767"/>
                  </a:cubicBezTo>
                  <a:cubicBezTo>
                    <a:pt x="42824" y="168664"/>
                    <a:pt x="29746" y="164763"/>
                    <a:pt x="13565" y="169905"/>
                  </a:cubicBezTo>
                  <a:lnTo>
                    <a:pt x="14895" y="178461"/>
                  </a:lnTo>
                  <a:cubicBezTo>
                    <a:pt x="32184" y="173008"/>
                    <a:pt x="45705" y="178948"/>
                    <a:pt x="50271" y="181431"/>
                  </a:cubicBezTo>
                  <a:cubicBezTo>
                    <a:pt x="55813" y="260695"/>
                    <a:pt x="57542" y="355652"/>
                    <a:pt x="59004" y="435625"/>
                  </a:cubicBezTo>
                  <a:cubicBezTo>
                    <a:pt x="60334" y="509658"/>
                    <a:pt x="61620" y="579567"/>
                    <a:pt x="65255" y="625849"/>
                  </a:cubicBezTo>
                  <a:cubicBezTo>
                    <a:pt x="78333" y="792312"/>
                    <a:pt x="113665" y="811241"/>
                    <a:pt x="117654" y="812837"/>
                  </a:cubicBezTo>
                  <a:lnTo>
                    <a:pt x="129890" y="795947"/>
                  </a:lnTo>
                  <a:cubicBezTo>
                    <a:pt x="129801" y="795858"/>
                    <a:pt x="122930" y="792046"/>
                    <a:pt x="114374" y="772053"/>
                  </a:cubicBezTo>
                  <a:close/>
                  <a:moveTo>
                    <a:pt x="18663" y="93922"/>
                  </a:moveTo>
                  <a:cubicBezTo>
                    <a:pt x="26333" y="78893"/>
                    <a:pt x="31120" y="65328"/>
                    <a:pt x="33869" y="56196"/>
                  </a:cubicBezTo>
                  <a:cubicBezTo>
                    <a:pt x="36706" y="67146"/>
                    <a:pt x="39188" y="80090"/>
                    <a:pt x="41361" y="94631"/>
                  </a:cubicBezTo>
                  <a:cubicBezTo>
                    <a:pt x="33647" y="91040"/>
                    <a:pt x="24914" y="92193"/>
                    <a:pt x="18663" y="93922"/>
                  </a:cubicBezTo>
                  <a:close/>
                </a:path>
              </a:pathLst>
            </a:custGeom>
            <a:solidFill>
              <a:srgbClr val="059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32" name="Forme libre : forme 26934">
              <a:extLst>
                <a:ext uri="{FF2B5EF4-FFF2-40B4-BE49-F238E27FC236}">
                  <a16:creationId xmlns:a16="http://schemas.microsoft.com/office/drawing/2014/main" id="{1A2D39B4-3152-4AF1-882E-403CB4A8E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710" y="3580311"/>
              <a:ext cx="142302" cy="1080368"/>
            </a:xfrm>
            <a:custGeom>
              <a:avLst/>
              <a:gdLst>
                <a:gd name="T0" fmla="*/ 24178 w 142302"/>
                <a:gd name="T1" fmla="*/ 268591 h 1080368"/>
                <a:gd name="T2" fmla="*/ 51485 w 142302"/>
                <a:gd name="T3" fmla="*/ 255647 h 1080368"/>
                <a:gd name="T4" fmla="*/ 60662 w 142302"/>
                <a:gd name="T5" fmla="*/ 244741 h 1080368"/>
                <a:gd name="T6" fmla="*/ 98210 w 142302"/>
                <a:gd name="T7" fmla="*/ 212823 h 1080368"/>
                <a:gd name="T8" fmla="*/ 135625 w 142302"/>
                <a:gd name="T9" fmla="*/ 211848 h 1080368"/>
                <a:gd name="T10" fmla="*/ 134251 w 142302"/>
                <a:gd name="T11" fmla="*/ 203425 h 1080368"/>
                <a:gd name="T12" fmla="*/ 92092 w 142302"/>
                <a:gd name="T13" fmla="*/ 204001 h 1080368"/>
                <a:gd name="T14" fmla="*/ 64740 w 142302"/>
                <a:gd name="T15" fmla="*/ 204577 h 1080368"/>
                <a:gd name="T16" fmla="*/ 26172 w 142302"/>
                <a:gd name="T17" fmla="*/ 195002 h 1080368"/>
                <a:gd name="T18" fmla="*/ 32201 w 142302"/>
                <a:gd name="T19" fmla="*/ 153419 h 1080368"/>
                <a:gd name="T20" fmla="*/ 59952 w 142302"/>
                <a:gd name="T21" fmla="*/ 159759 h 1080368"/>
                <a:gd name="T22" fmla="*/ 97279 w 142302"/>
                <a:gd name="T23" fmla="*/ 173900 h 1080368"/>
                <a:gd name="T24" fmla="*/ 98565 w 142302"/>
                <a:gd name="T25" fmla="*/ 174078 h 1080368"/>
                <a:gd name="T26" fmla="*/ 111421 w 142302"/>
                <a:gd name="T27" fmla="*/ 175718 h 1080368"/>
                <a:gd name="T28" fmla="*/ 126183 w 142302"/>
                <a:gd name="T29" fmla="*/ 175363 h 1080368"/>
                <a:gd name="T30" fmla="*/ 124454 w 142302"/>
                <a:gd name="T31" fmla="*/ 166674 h 1080368"/>
                <a:gd name="T32" fmla="*/ 99939 w 142302"/>
                <a:gd name="T33" fmla="*/ 165345 h 1080368"/>
                <a:gd name="T34" fmla="*/ 81542 w 142302"/>
                <a:gd name="T35" fmla="*/ 123452 h 1080368"/>
                <a:gd name="T36" fmla="*/ 77508 w 142302"/>
                <a:gd name="T37" fmla="*/ 110995 h 1080368"/>
                <a:gd name="T38" fmla="*/ 71700 w 142302"/>
                <a:gd name="T39" fmla="*/ 96498 h 1080368"/>
                <a:gd name="T40" fmla="*/ 91339 w 142302"/>
                <a:gd name="T41" fmla="*/ 102660 h 1080368"/>
                <a:gd name="T42" fmla="*/ 113061 w 142302"/>
                <a:gd name="T43" fmla="*/ 103724 h 1080368"/>
                <a:gd name="T44" fmla="*/ 126360 w 142302"/>
                <a:gd name="T45" fmla="*/ 104567 h 1080368"/>
                <a:gd name="T46" fmla="*/ 126848 w 142302"/>
                <a:gd name="T47" fmla="*/ 95700 h 1080368"/>
                <a:gd name="T48" fmla="*/ 112884 w 142302"/>
                <a:gd name="T49" fmla="*/ 94858 h 1080368"/>
                <a:gd name="T50" fmla="*/ 93245 w 142302"/>
                <a:gd name="T51" fmla="*/ 94016 h 1080368"/>
                <a:gd name="T52" fmla="*/ 56273 w 142302"/>
                <a:gd name="T53" fmla="*/ 77525 h 1080368"/>
                <a:gd name="T54" fmla="*/ 70725 w 142302"/>
                <a:gd name="T55" fmla="*/ 54428 h 1080368"/>
                <a:gd name="T56" fmla="*/ 131591 w 142302"/>
                <a:gd name="T57" fmla="*/ 22155 h 1080368"/>
                <a:gd name="T58" fmla="*/ 142275 w 142302"/>
                <a:gd name="T59" fmla="*/ 8856 h 1080368"/>
                <a:gd name="T60" fmla="*/ 130926 w 142302"/>
                <a:gd name="T61" fmla="*/ 34 h 1080368"/>
                <a:gd name="T62" fmla="*/ 53214 w 142302"/>
                <a:gd name="T63" fmla="*/ 40774 h 1080368"/>
                <a:gd name="T64" fmla="*/ 48027 w 142302"/>
                <a:gd name="T65" fmla="*/ 732426 h 1080368"/>
                <a:gd name="T66" fmla="*/ 10878 w 142302"/>
                <a:gd name="T67" fmla="*/ 1065086 h 1080368"/>
                <a:gd name="T68" fmla="*/ 11898 w 142302"/>
                <a:gd name="T69" fmla="*/ 1072755 h 1080368"/>
                <a:gd name="T70" fmla="*/ 18326 w 142302"/>
                <a:gd name="T71" fmla="*/ 1074883 h 1080368"/>
                <a:gd name="T72" fmla="*/ 27325 w 142302"/>
                <a:gd name="T73" fmla="*/ 1079892 h 1080368"/>
                <a:gd name="T74" fmla="*/ 69838 w 142302"/>
                <a:gd name="T75" fmla="*/ 728525 h 1080368"/>
                <a:gd name="T76" fmla="*/ 21784 w 142302"/>
                <a:gd name="T77" fmla="*/ 268414 h 1080368"/>
                <a:gd name="T78" fmla="*/ 24178 w 142302"/>
                <a:gd name="T79" fmla="*/ 268591 h 1080368"/>
                <a:gd name="T80" fmla="*/ 62213 w 142302"/>
                <a:gd name="T81" fmla="*/ 213532 h 1080368"/>
                <a:gd name="T82" fmla="*/ 65184 w 142302"/>
                <a:gd name="T83" fmla="*/ 213488 h 1080368"/>
                <a:gd name="T84" fmla="*/ 79015 w 142302"/>
                <a:gd name="T85" fmla="*/ 213089 h 1080368"/>
                <a:gd name="T86" fmla="*/ 53879 w 142302"/>
                <a:gd name="T87" fmla="*/ 239111 h 1080368"/>
                <a:gd name="T88" fmla="*/ 44880 w 142302"/>
                <a:gd name="T89" fmla="*/ 249795 h 1080368"/>
                <a:gd name="T90" fmla="*/ 22138 w 142302"/>
                <a:gd name="T91" fmla="*/ 259636 h 1080368"/>
                <a:gd name="T92" fmla="*/ 25286 w 142302"/>
                <a:gd name="T93" fmla="*/ 204489 h 1080368"/>
                <a:gd name="T94" fmla="*/ 62213 w 142302"/>
                <a:gd name="T95" fmla="*/ 213532 h 1080368"/>
                <a:gd name="T96" fmla="*/ 60751 w 142302"/>
                <a:gd name="T97" fmla="*/ 91134 h 1080368"/>
                <a:gd name="T98" fmla="*/ 60529 w 142302"/>
                <a:gd name="T99" fmla="*/ 91179 h 1080368"/>
                <a:gd name="T100" fmla="*/ 69617 w 142302"/>
                <a:gd name="T101" fmla="*/ 114984 h 1080368"/>
                <a:gd name="T102" fmla="*/ 73030 w 142302"/>
                <a:gd name="T103" fmla="*/ 125890 h 1080368"/>
                <a:gd name="T104" fmla="*/ 86019 w 142302"/>
                <a:gd name="T105" fmla="*/ 161842 h 1080368"/>
                <a:gd name="T106" fmla="*/ 64341 w 142302"/>
                <a:gd name="T107" fmla="*/ 152045 h 1080368"/>
                <a:gd name="T108" fmla="*/ 33886 w 142302"/>
                <a:gd name="T109" fmla="*/ 144465 h 1080368"/>
                <a:gd name="T110" fmla="*/ 52328 w 142302"/>
                <a:gd name="T111" fmla="*/ 85682 h 1080368"/>
                <a:gd name="T112" fmla="*/ 60751 w 142302"/>
                <a:gd name="T113" fmla="*/ 91134 h 10803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2302" h="1080368">
                  <a:moveTo>
                    <a:pt x="24178" y="268591"/>
                  </a:moveTo>
                  <a:cubicBezTo>
                    <a:pt x="31891" y="268591"/>
                    <a:pt x="42264" y="266109"/>
                    <a:pt x="51485" y="255647"/>
                  </a:cubicBezTo>
                  <a:cubicBezTo>
                    <a:pt x="54589" y="252100"/>
                    <a:pt x="57647" y="248421"/>
                    <a:pt x="60662" y="244741"/>
                  </a:cubicBezTo>
                  <a:cubicBezTo>
                    <a:pt x="72188" y="230733"/>
                    <a:pt x="83138" y="217522"/>
                    <a:pt x="98210" y="212823"/>
                  </a:cubicBezTo>
                  <a:cubicBezTo>
                    <a:pt x="115189" y="212646"/>
                    <a:pt x="126316" y="214020"/>
                    <a:pt x="135625" y="211848"/>
                  </a:cubicBezTo>
                  <a:lnTo>
                    <a:pt x="134251" y="203425"/>
                  </a:lnTo>
                  <a:cubicBezTo>
                    <a:pt x="124809" y="205641"/>
                    <a:pt x="110047" y="203824"/>
                    <a:pt x="92092" y="204001"/>
                  </a:cubicBezTo>
                  <a:cubicBezTo>
                    <a:pt x="82827" y="204090"/>
                    <a:pt x="73252" y="204178"/>
                    <a:pt x="64740" y="204577"/>
                  </a:cubicBezTo>
                  <a:cubicBezTo>
                    <a:pt x="49535" y="205242"/>
                    <a:pt x="35526" y="199834"/>
                    <a:pt x="26172" y="195002"/>
                  </a:cubicBezTo>
                  <a:cubicBezTo>
                    <a:pt x="27768" y="180240"/>
                    <a:pt x="29763" y="166364"/>
                    <a:pt x="32201" y="153419"/>
                  </a:cubicBezTo>
                  <a:cubicBezTo>
                    <a:pt x="38142" y="153153"/>
                    <a:pt x="49358" y="153641"/>
                    <a:pt x="59952" y="159759"/>
                  </a:cubicBezTo>
                  <a:cubicBezTo>
                    <a:pt x="68509" y="164679"/>
                    <a:pt x="81896" y="171107"/>
                    <a:pt x="97279" y="173900"/>
                  </a:cubicBezTo>
                  <a:cubicBezTo>
                    <a:pt x="97678" y="174078"/>
                    <a:pt x="98565" y="174078"/>
                    <a:pt x="98565" y="174078"/>
                  </a:cubicBezTo>
                  <a:cubicBezTo>
                    <a:pt x="102998" y="174831"/>
                    <a:pt x="106766" y="175275"/>
                    <a:pt x="111421" y="175718"/>
                  </a:cubicBezTo>
                  <a:cubicBezTo>
                    <a:pt x="119179" y="176471"/>
                    <a:pt x="123213" y="176028"/>
                    <a:pt x="126183" y="175363"/>
                  </a:cubicBezTo>
                  <a:lnTo>
                    <a:pt x="124454" y="166674"/>
                  </a:lnTo>
                  <a:cubicBezTo>
                    <a:pt x="114701" y="168270"/>
                    <a:pt x="109382" y="166940"/>
                    <a:pt x="99939" y="165345"/>
                  </a:cubicBezTo>
                  <a:cubicBezTo>
                    <a:pt x="92358" y="161089"/>
                    <a:pt x="84822" y="134933"/>
                    <a:pt x="81542" y="123452"/>
                  </a:cubicBezTo>
                  <a:cubicBezTo>
                    <a:pt x="79680" y="116891"/>
                    <a:pt x="78527" y="113078"/>
                    <a:pt x="77508" y="110995"/>
                  </a:cubicBezTo>
                  <a:cubicBezTo>
                    <a:pt x="75779" y="107492"/>
                    <a:pt x="73474" y="101463"/>
                    <a:pt x="71700" y="96498"/>
                  </a:cubicBezTo>
                  <a:cubicBezTo>
                    <a:pt x="77375" y="98892"/>
                    <a:pt x="83936" y="101065"/>
                    <a:pt x="91339" y="102660"/>
                  </a:cubicBezTo>
                  <a:cubicBezTo>
                    <a:pt x="97767" y="104035"/>
                    <a:pt x="104860" y="103902"/>
                    <a:pt x="113061" y="103724"/>
                  </a:cubicBezTo>
                  <a:cubicBezTo>
                    <a:pt x="119888" y="103591"/>
                    <a:pt x="118026" y="103769"/>
                    <a:pt x="126360" y="104567"/>
                  </a:cubicBezTo>
                  <a:lnTo>
                    <a:pt x="126848" y="95700"/>
                  </a:lnTo>
                  <a:cubicBezTo>
                    <a:pt x="117982" y="94858"/>
                    <a:pt x="119977" y="94725"/>
                    <a:pt x="112884" y="94858"/>
                  </a:cubicBezTo>
                  <a:cubicBezTo>
                    <a:pt x="105259" y="95035"/>
                    <a:pt x="98654" y="95169"/>
                    <a:pt x="93245" y="94016"/>
                  </a:cubicBezTo>
                  <a:cubicBezTo>
                    <a:pt x="75468" y="90203"/>
                    <a:pt x="63189" y="82800"/>
                    <a:pt x="56273" y="77525"/>
                  </a:cubicBezTo>
                  <a:cubicBezTo>
                    <a:pt x="60706" y="68925"/>
                    <a:pt x="65494" y="61167"/>
                    <a:pt x="70725" y="54428"/>
                  </a:cubicBezTo>
                  <a:cubicBezTo>
                    <a:pt x="87127" y="33460"/>
                    <a:pt x="106766" y="23884"/>
                    <a:pt x="131591" y="22155"/>
                  </a:cubicBezTo>
                  <a:cubicBezTo>
                    <a:pt x="137709" y="21712"/>
                    <a:pt x="142719" y="14974"/>
                    <a:pt x="142275" y="8856"/>
                  </a:cubicBezTo>
                  <a:cubicBezTo>
                    <a:pt x="141832" y="2738"/>
                    <a:pt x="137000" y="-365"/>
                    <a:pt x="130926" y="34"/>
                  </a:cubicBezTo>
                  <a:cubicBezTo>
                    <a:pt x="99895" y="2206"/>
                    <a:pt x="73429" y="14929"/>
                    <a:pt x="53214" y="40774"/>
                  </a:cubicBezTo>
                  <a:cubicBezTo>
                    <a:pt x="-15942" y="129348"/>
                    <a:pt x="-17715" y="362085"/>
                    <a:pt x="48027" y="732426"/>
                  </a:cubicBezTo>
                  <a:cubicBezTo>
                    <a:pt x="90497" y="971769"/>
                    <a:pt x="11853" y="1064022"/>
                    <a:pt x="10878" y="1065086"/>
                  </a:cubicBezTo>
                  <a:cubicBezTo>
                    <a:pt x="6800" y="1069607"/>
                    <a:pt x="7376" y="1068677"/>
                    <a:pt x="11898" y="1072755"/>
                  </a:cubicBezTo>
                  <a:cubicBezTo>
                    <a:pt x="14026" y="1074661"/>
                    <a:pt x="15710" y="1074883"/>
                    <a:pt x="18326" y="1074883"/>
                  </a:cubicBezTo>
                  <a:cubicBezTo>
                    <a:pt x="21340" y="1074883"/>
                    <a:pt x="25153" y="1082286"/>
                    <a:pt x="27325" y="1079892"/>
                  </a:cubicBezTo>
                  <a:cubicBezTo>
                    <a:pt x="30916" y="1075947"/>
                    <a:pt x="114480" y="980103"/>
                    <a:pt x="69838" y="728525"/>
                  </a:cubicBezTo>
                  <a:cubicBezTo>
                    <a:pt x="35792" y="536794"/>
                    <a:pt x="19789" y="383143"/>
                    <a:pt x="21784" y="268414"/>
                  </a:cubicBezTo>
                  <a:cubicBezTo>
                    <a:pt x="22626" y="268547"/>
                    <a:pt x="23424" y="268591"/>
                    <a:pt x="24178" y="268591"/>
                  </a:cubicBezTo>
                  <a:close/>
                  <a:moveTo>
                    <a:pt x="62213" y="213532"/>
                  </a:moveTo>
                  <a:cubicBezTo>
                    <a:pt x="63189" y="213532"/>
                    <a:pt x="64164" y="213532"/>
                    <a:pt x="65184" y="213488"/>
                  </a:cubicBezTo>
                  <a:cubicBezTo>
                    <a:pt x="69528" y="213310"/>
                    <a:pt x="74227" y="213178"/>
                    <a:pt x="79015" y="213089"/>
                  </a:cubicBezTo>
                  <a:cubicBezTo>
                    <a:pt x="69572" y="220138"/>
                    <a:pt x="61637" y="229713"/>
                    <a:pt x="53879" y="239111"/>
                  </a:cubicBezTo>
                  <a:cubicBezTo>
                    <a:pt x="50909" y="242702"/>
                    <a:pt x="47939" y="246337"/>
                    <a:pt x="44880" y="249795"/>
                  </a:cubicBezTo>
                  <a:cubicBezTo>
                    <a:pt x="36945" y="258794"/>
                    <a:pt x="27990" y="260080"/>
                    <a:pt x="22138" y="259636"/>
                  </a:cubicBezTo>
                  <a:cubicBezTo>
                    <a:pt x="22626" y="240086"/>
                    <a:pt x="23690" y="221689"/>
                    <a:pt x="25286" y="204489"/>
                  </a:cubicBezTo>
                  <a:cubicBezTo>
                    <a:pt x="34817" y="209010"/>
                    <a:pt x="47850" y="213532"/>
                    <a:pt x="62213" y="213532"/>
                  </a:cubicBezTo>
                  <a:close/>
                  <a:moveTo>
                    <a:pt x="60751" y="91134"/>
                  </a:moveTo>
                  <a:lnTo>
                    <a:pt x="60529" y="91179"/>
                  </a:lnTo>
                  <a:cubicBezTo>
                    <a:pt x="60751" y="91844"/>
                    <a:pt x="66026" y="107803"/>
                    <a:pt x="69617" y="114984"/>
                  </a:cubicBezTo>
                  <a:cubicBezTo>
                    <a:pt x="70326" y="116403"/>
                    <a:pt x="71656" y="121014"/>
                    <a:pt x="73030" y="125890"/>
                  </a:cubicBezTo>
                  <a:cubicBezTo>
                    <a:pt x="76976" y="139677"/>
                    <a:pt x="81010" y="152710"/>
                    <a:pt x="86019" y="161842"/>
                  </a:cubicBezTo>
                  <a:cubicBezTo>
                    <a:pt x="77286" y="158961"/>
                    <a:pt x="69750" y="155193"/>
                    <a:pt x="64341" y="152045"/>
                  </a:cubicBezTo>
                  <a:cubicBezTo>
                    <a:pt x="52993" y="145484"/>
                    <a:pt x="41245" y="144376"/>
                    <a:pt x="33886" y="144465"/>
                  </a:cubicBezTo>
                  <a:cubicBezTo>
                    <a:pt x="38629" y="121811"/>
                    <a:pt x="44791" y="102261"/>
                    <a:pt x="52328" y="85682"/>
                  </a:cubicBezTo>
                  <a:cubicBezTo>
                    <a:pt x="54721" y="87455"/>
                    <a:pt x="57514" y="89272"/>
                    <a:pt x="60751" y="91134"/>
                  </a:cubicBezTo>
                  <a:close/>
                </a:path>
              </a:pathLst>
            </a:custGeom>
            <a:solidFill>
              <a:srgbClr val="D8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33" name="Forme libre : forme 26935">
              <a:extLst>
                <a:ext uri="{FF2B5EF4-FFF2-40B4-BE49-F238E27FC236}">
                  <a16:creationId xmlns:a16="http://schemas.microsoft.com/office/drawing/2014/main" id="{A3A3EBE3-EEAE-40E1-ADC4-2F2C4565C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1165" y="3580256"/>
              <a:ext cx="179407" cy="1032866"/>
            </a:xfrm>
            <a:custGeom>
              <a:avLst/>
              <a:gdLst>
                <a:gd name="T0" fmla="*/ 111847 w 179407"/>
                <a:gd name="T1" fmla="*/ 715457 h 1032866"/>
                <a:gd name="T2" fmla="*/ 115571 w 179407"/>
                <a:gd name="T3" fmla="*/ 681056 h 1032866"/>
                <a:gd name="T4" fmla="*/ 83963 w 179407"/>
                <a:gd name="T5" fmla="*/ 37681 h 1032866"/>
                <a:gd name="T6" fmla="*/ 6916 w 179407"/>
                <a:gd name="T7" fmla="*/ 0 h 1032866"/>
                <a:gd name="T8" fmla="*/ 5985 w 179407"/>
                <a:gd name="T9" fmla="*/ 22165 h 1032866"/>
                <a:gd name="T10" fmla="*/ 67117 w 179407"/>
                <a:gd name="T11" fmla="*/ 52177 h 1032866"/>
                <a:gd name="T12" fmla="*/ 88218 w 179407"/>
                <a:gd name="T13" fmla="*/ 85913 h 1032866"/>
                <a:gd name="T14" fmla="*/ 50493 w 179407"/>
                <a:gd name="T15" fmla="*/ 91366 h 1032866"/>
                <a:gd name="T16" fmla="*/ 2438 w 179407"/>
                <a:gd name="T17" fmla="*/ 95799 h 1032866"/>
                <a:gd name="T18" fmla="*/ 1951 w 179407"/>
                <a:gd name="T19" fmla="*/ 104665 h 1032866"/>
                <a:gd name="T20" fmla="*/ 15870 w 179407"/>
                <a:gd name="T21" fmla="*/ 105729 h 1032866"/>
                <a:gd name="T22" fmla="*/ 53773 w 179407"/>
                <a:gd name="T23" fmla="*/ 99612 h 1032866"/>
                <a:gd name="T24" fmla="*/ 60556 w 179407"/>
                <a:gd name="T25" fmla="*/ 97351 h 1032866"/>
                <a:gd name="T26" fmla="*/ 40031 w 179407"/>
                <a:gd name="T27" fmla="*/ 135919 h 1032866"/>
                <a:gd name="T28" fmla="*/ 0 w 179407"/>
                <a:gd name="T29" fmla="*/ 166773 h 1032866"/>
                <a:gd name="T30" fmla="*/ 1729 w 179407"/>
                <a:gd name="T31" fmla="*/ 175462 h 1032866"/>
                <a:gd name="T32" fmla="*/ 15427 w 179407"/>
                <a:gd name="T33" fmla="*/ 170497 h 1032866"/>
                <a:gd name="T34" fmla="*/ 47124 w 179407"/>
                <a:gd name="T35" fmla="*/ 171827 h 1032866"/>
                <a:gd name="T36" fmla="*/ 71905 w 179407"/>
                <a:gd name="T37" fmla="*/ 180560 h 1032866"/>
                <a:gd name="T38" fmla="*/ 57364 w 179407"/>
                <a:gd name="T39" fmla="*/ 188318 h 1032866"/>
                <a:gd name="T40" fmla="*/ 9708 w 179407"/>
                <a:gd name="T41" fmla="*/ 203479 h 1032866"/>
                <a:gd name="T42" fmla="*/ 11083 w 179407"/>
                <a:gd name="T43" fmla="*/ 211902 h 1032866"/>
                <a:gd name="T44" fmla="*/ 60778 w 179407"/>
                <a:gd name="T45" fmla="*/ 196608 h 1032866"/>
                <a:gd name="T46" fmla="*/ 87376 w 179407"/>
                <a:gd name="T47" fmla="*/ 208843 h 1032866"/>
                <a:gd name="T48" fmla="*/ 118186 w 179407"/>
                <a:gd name="T49" fmla="*/ 227684 h 1032866"/>
                <a:gd name="T50" fmla="*/ 93405 w 179407"/>
                <a:gd name="T51" fmla="*/ 678618 h 1032866"/>
                <a:gd name="T52" fmla="*/ 89681 w 179407"/>
                <a:gd name="T53" fmla="*/ 713019 h 1032866"/>
                <a:gd name="T54" fmla="*/ 172447 w 179407"/>
                <a:gd name="T55" fmla="*/ 1032867 h 1032866"/>
                <a:gd name="T56" fmla="*/ 179407 w 179407"/>
                <a:gd name="T57" fmla="*/ 1011810 h 1032866"/>
                <a:gd name="T58" fmla="*/ 111847 w 179407"/>
                <a:gd name="T59" fmla="*/ 715457 h 1032866"/>
                <a:gd name="T60" fmla="*/ 50493 w 179407"/>
                <a:gd name="T61" fmla="*/ 163625 h 1032866"/>
                <a:gd name="T62" fmla="*/ 30987 w 179407"/>
                <a:gd name="T63" fmla="*/ 160478 h 1032866"/>
                <a:gd name="T64" fmla="*/ 48055 w 179407"/>
                <a:gd name="T65" fmla="*/ 139820 h 1032866"/>
                <a:gd name="T66" fmla="*/ 72038 w 179407"/>
                <a:gd name="T67" fmla="*/ 95090 h 1032866"/>
                <a:gd name="T68" fmla="*/ 92341 w 179407"/>
                <a:gd name="T69" fmla="*/ 95267 h 1032866"/>
                <a:gd name="T70" fmla="*/ 111093 w 179407"/>
                <a:gd name="T71" fmla="*/ 165354 h 1032866"/>
                <a:gd name="T72" fmla="*/ 84583 w 179407"/>
                <a:gd name="T73" fmla="*/ 175151 h 1032866"/>
                <a:gd name="T74" fmla="*/ 50493 w 179407"/>
                <a:gd name="T75" fmla="*/ 163625 h 1032866"/>
                <a:gd name="T76" fmla="*/ 94247 w 179407"/>
                <a:gd name="T77" fmla="*/ 203213 h 1032866"/>
                <a:gd name="T78" fmla="*/ 72348 w 179407"/>
                <a:gd name="T79" fmla="*/ 190224 h 1032866"/>
                <a:gd name="T80" fmla="*/ 112468 w 179407"/>
                <a:gd name="T81" fmla="*/ 174309 h 1032866"/>
                <a:gd name="T82" fmla="*/ 117521 w 179407"/>
                <a:gd name="T83" fmla="*/ 217842 h 1032866"/>
                <a:gd name="T84" fmla="*/ 94247 w 179407"/>
                <a:gd name="T85" fmla="*/ 203213 h 10328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79407" h="1032866">
                  <a:moveTo>
                    <a:pt x="111847" y="715457"/>
                  </a:moveTo>
                  <a:lnTo>
                    <a:pt x="115571" y="681056"/>
                  </a:lnTo>
                  <a:cubicBezTo>
                    <a:pt x="140263" y="453772"/>
                    <a:pt x="174132" y="142480"/>
                    <a:pt x="83963" y="37681"/>
                  </a:cubicBezTo>
                  <a:cubicBezTo>
                    <a:pt x="63570" y="13964"/>
                    <a:pt x="37637" y="1286"/>
                    <a:pt x="6916" y="0"/>
                  </a:cubicBezTo>
                  <a:lnTo>
                    <a:pt x="5985" y="22165"/>
                  </a:lnTo>
                  <a:cubicBezTo>
                    <a:pt x="30633" y="23185"/>
                    <a:pt x="50670" y="32982"/>
                    <a:pt x="67117" y="52177"/>
                  </a:cubicBezTo>
                  <a:cubicBezTo>
                    <a:pt x="75185" y="61576"/>
                    <a:pt x="82190" y="72924"/>
                    <a:pt x="88218" y="85913"/>
                  </a:cubicBezTo>
                  <a:cubicBezTo>
                    <a:pt x="80195" y="85293"/>
                    <a:pt x="65699" y="85337"/>
                    <a:pt x="50493" y="91366"/>
                  </a:cubicBezTo>
                  <a:cubicBezTo>
                    <a:pt x="30455" y="99301"/>
                    <a:pt x="2704" y="95844"/>
                    <a:pt x="2438" y="95799"/>
                  </a:cubicBezTo>
                  <a:lnTo>
                    <a:pt x="1951" y="104665"/>
                  </a:lnTo>
                  <a:cubicBezTo>
                    <a:pt x="2483" y="104710"/>
                    <a:pt x="7935" y="105729"/>
                    <a:pt x="15870" y="105729"/>
                  </a:cubicBezTo>
                  <a:cubicBezTo>
                    <a:pt x="26377" y="105729"/>
                    <a:pt x="41095" y="104621"/>
                    <a:pt x="53773" y="99612"/>
                  </a:cubicBezTo>
                  <a:cubicBezTo>
                    <a:pt x="56079" y="98725"/>
                    <a:pt x="58339" y="97971"/>
                    <a:pt x="60556" y="97351"/>
                  </a:cubicBezTo>
                  <a:cubicBezTo>
                    <a:pt x="55414" y="106572"/>
                    <a:pt x="46326" y="123107"/>
                    <a:pt x="40031" y="135919"/>
                  </a:cubicBezTo>
                  <a:cubicBezTo>
                    <a:pt x="31386" y="153607"/>
                    <a:pt x="9221" y="164955"/>
                    <a:pt x="0" y="166773"/>
                  </a:cubicBezTo>
                  <a:lnTo>
                    <a:pt x="1729" y="175462"/>
                  </a:lnTo>
                  <a:cubicBezTo>
                    <a:pt x="5453" y="174708"/>
                    <a:pt x="10506" y="172935"/>
                    <a:pt x="15427" y="170497"/>
                  </a:cubicBezTo>
                  <a:cubicBezTo>
                    <a:pt x="15427" y="170497"/>
                    <a:pt x="33957" y="166551"/>
                    <a:pt x="47124" y="171827"/>
                  </a:cubicBezTo>
                  <a:cubicBezTo>
                    <a:pt x="55281" y="175063"/>
                    <a:pt x="64812" y="178299"/>
                    <a:pt x="71905" y="180560"/>
                  </a:cubicBezTo>
                  <a:cubicBezTo>
                    <a:pt x="66319" y="183131"/>
                    <a:pt x="61177" y="185791"/>
                    <a:pt x="57364" y="188318"/>
                  </a:cubicBezTo>
                  <a:cubicBezTo>
                    <a:pt x="42868" y="197982"/>
                    <a:pt x="10063" y="203435"/>
                    <a:pt x="9708" y="203479"/>
                  </a:cubicBezTo>
                  <a:lnTo>
                    <a:pt x="11083" y="211902"/>
                  </a:lnTo>
                  <a:cubicBezTo>
                    <a:pt x="12457" y="211680"/>
                    <a:pt x="44198" y="206759"/>
                    <a:pt x="60778" y="196608"/>
                  </a:cubicBezTo>
                  <a:cubicBezTo>
                    <a:pt x="66984" y="197494"/>
                    <a:pt x="80682" y="200908"/>
                    <a:pt x="87376" y="208843"/>
                  </a:cubicBezTo>
                  <a:cubicBezTo>
                    <a:pt x="94602" y="217399"/>
                    <a:pt x="109187" y="224137"/>
                    <a:pt x="118186" y="227684"/>
                  </a:cubicBezTo>
                  <a:cubicBezTo>
                    <a:pt x="127850" y="361563"/>
                    <a:pt x="108832" y="536759"/>
                    <a:pt x="93405" y="678618"/>
                  </a:cubicBezTo>
                  <a:lnTo>
                    <a:pt x="89681" y="713019"/>
                  </a:lnTo>
                  <a:cubicBezTo>
                    <a:pt x="59581" y="992969"/>
                    <a:pt x="167837" y="1031360"/>
                    <a:pt x="172447" y="1032867"/>
                  </a:cubicBezTo>
                  <a:lnTo>
                    <a:pt x="179407" y="1011810"/>
                  </a:lnTo>
                  <a:cubicBezTo>
                    <a:pt x="178609" y="1011544"/>
                    <a:pt x="83963" y="974926"/>
                    <a:pt x="111847" y="715457"/>
                  </a:cubicBezTo>
                  <a:close/>
                  <a:moveTo>
                    <a:pt x="50493" y="163625"/>
                  </a:moveTo>
                  <a:cubicBezTo>
                    <a:pt x="44198" y="161099"/>
                    <a:pt x="37193" y="160389"/>
                    <a:pt x="30987" y="160478"/>
                  </a:cubicBezTo>
                  <a:cubicBezTo>
                    <a:pt x="37814" y="154892"/>
                    <a:pt x="44065" y="147932"/>
                    <a:pt x="48055" y="139820"/>
                  </a:cubicBezTo>
                  <a:cubicBezTo>
                    <a:pt x="56522" y="122575"/>
                    <a:pt x="70176" y="98370"/>
                    <a:pt x="72038" y="95090"/>
                  </a:cubicBezTo>
                  <a:cubicBezTo>
                    <a:pt x="82190" y="93893"/>
                    <a:pt x="90125" y="94957"/>
                    <a:pt x="92341" y="95267"/>
                  </a:cubicBezTo>
                  <a:cubicBezTo>
                    <a:pt x="100498" y="115438"/>
                    <a:pt x="106616" y="139066"/>
                    <a:pt x="111093" y="165354"/>
                  </a:cubicBezTo>
                  <a:cubicBezTo>
                    <a:pt x="106438" y="166906"/>
                    <a:pt x="95710" y="170630"/>
                    <a:pt x="84583" y="175151"/>
                  </a:cubicBezTo>
                  <a:cubicBezTo>
                    <a:pt x="82455" y="174575"/>
                    <a:pt x="64102" y="169034"/>
                    <a:pt x="50493" y="163625"/>
                  </a:cubicBezTo>
                  <a:close/>
                  <a:moveTo>
                    <a:pt x="94247" y="203213"/>
                  </a:moveTo>
                  <a:cubicBezTo>
                    <a:pt x="88440" y="196342"/>
                    <a:pt x="79574" y="192396"/>
                    <a:pt x="72348" y="190224"/>
                  </a:cubicBezTo>
                  <a:cubicBezTo>
                    <a:pt x="85958" y="183619"/>
                    <a:pt x="104621" y="177014"/>
                    <a:pt x="112468" y="174309"/>
                  </a:cubicBezTo>
                  <a:cubicBezTo>
                    <a:pt x="114551" y="188185"/>
                    <a:pt x="116236" y="202725"/>
                    <a:pt x="117521" y="217842"/>
                  </a:cubicBezTo>
                  <a:cubicBezTo>
                    <a:pt x="109143" y="214207"/>
                    <a:pt x="99124" y="208932"/>
                    <a:pt x="94247" y="203213"/>
                  </a:cubicBezTo>
                  <a:close/>
                </a:path>
              </a:pathLst>
            </a:custGeom>
            <a:solidFill>
              <a:srgbClr val="059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34" name="Forme libre : forme 26936">
              <a:extLst>
                <a:ext uri="{FF2B5EF4-FFF2-40B4-BE49-F238E27FC236}">
                  <a16:creationId xmlns:a16="http://schemas.microsoft.com/office/drawing/2014/main" id="{70F2AF55-DD4E-4347-9C85-37D9B33ED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5306" y="3797744"/>
              <a:ext cx="62894" cy="747375"/>
            </a:xfrm>
            <a:custGeom>
              <a:avLst/>
              <a:gdLst>
                <a:gd name="T0" fmla="*/ 1441 w 62894"/>
                <a:gd name="T1" fmla="*/ 0 h 747375"/>
                <a:gd name="T2" fmla="*/ 1662 w 62894"/>
                <a:gd name="T3" fmla="*/ 94026 h 747375"/>
                <a:gd name="T4" fmla="*/ 5564 w 62894"/>
                <a:gd name="T5" fmla="*/ 187963 h 747375"/>
                <a:gd name="T6" fmla="*/ 28882 w 62894"/>
                <a:gd name="T7" fmla="*/ 374286 h 747375"/>
                <a:gd name="T8" fmla="*/ 58761 w 62894"/>
                <a:gd name="T9" fmla="*/ 560077 h 747375"/>
                <a:gd name="T10" fmla="*/ 62750 w 62894"/>
                <a:gd name="T11" fmla="*/ 654103 h 747375"/>
                <a:gd name="T12" fmla="*/ 59647 w 62894"/>
                <a:gd name="T13" fmla="*/ 701050 h 747375"/>
                <a:gd name="T14" fmla="*/ 51623 w 62894"/>
                <a:gd name="T15" fmla="*/ 747376 h 747375"/>
                <a:gd name="T16" fmla="*/ 58849 w 62894"/>
                <a:gd name="T17" fmla="*/ 700961 h 747375"/>
                <a:gd name="T18" fmla="*/ 61155 w 62894"/>
                <a:gd name="T19" fmla="*/ 654059 h 747375"/>
                <a:gd name="T20" fmla="*/ 56589 w 62894"/>
                <a:gd name="T21" fmla="*/ 560255 h 747375"/>
                <a:gd name="T22" fmla="*/ 25645 w 62894"/>
                <a:gd name="T23" fmla="*/ 374907 h 747375"/>
                <a:gd name="T24" fmla="*/ 3391 w 62894"/>
                <a:gd name="T25" fmla="*/ 188052 h 747375"/>
                <a:gd name="T26" fmla="*/ 111 w 62894"/>
                <a:gd name="T27" fmla="*/ 94026 h 747375"/>
                <a:gd name="T28" fmla="*/ 1441 w 62894"/>
                <a:gd name="T29" fmla="*/ 0 h 7473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894" h="747375">
                  <a:moveTo>
                    <a:pt x="1441" y="0"/>
                  </a:moveTo>
                  <a:cubicBezTo>
                    <a:pt x="643" y="31342"/>
                    <a:pt x="865" y="62684"/>
                    <a:pt x="1662" y="94026"/>
                  </a:cubicBezTo>
                  <a:cubicBezTo>
                    <a:pt x="2327" y="125368"/>
                    <a:pt x="3613" y="156665"/>
                    <a:pt x="5564" y="187963"/>
                  </a:cubicBezTo>
                  <a:cubicBezTo>
                    <a:pt x="9775" y="250470"/>
                    <a:pt x="16425" y="312932"/>
                    <a:pt x="28882" y="374286"/>
                  </a:cubicBezTo>
                  <a:cubicBezTo>
                    <a:pt x="41472" y="435685"/>
                    <a:pt x="52732" y="497571"/>
                    <a:pt x="58761" y="560077"/>
                  </a:cubicBezTo>
                  <a:cubicBezTo>
                    <a:pt x="61731" y="591331"/>
                    <a:pt x="63415" y="622717"/>
                    <a:pt x="62750" y="654103"/>
                  </a:cubicBezTo>
                  <a:cubicBezTo>
                    <a:pt x="62484" y="669796"/>
                    <a:pt x="61243" y="685445"/>
                    <a:pt x="59647" y="701050"/>
                  </a:cubicBezTo>
                  <a:cubicBezTo>
                    <a:pt x="57741" y="716610"/>
                    <a:pt x="55170" y="732126"/>
                    <a:pt x="51623" y="747376"/>
                  </a:cubicBezTo>
                  <a:cubicBezTo>
                    <a:pt x="54904" y="732037"/>
                    <a:pt x="57209" y="716521"/>
                    <a:pt x="58849" y="700961"/>
                  </a:cubicBezTo>
                  <a:cubicBezTo>
                    <a:pt x="60179" y="685357"/>
                    <a:pt x="61155" y="669708"/>
                    <a:pt x="61155" y="654059"/>
                  </a:cubicBezTo>
                  <a:cubicBezTo>
                    <a:pt x="61554" y="622761"/>
                    <a:pt x="59780" y="591419"/>
                    <a:pt x="56589" y="560255"/>
                  </a:cubicBezTo>
                  <a:cubicBezTo>
                    <a:pt x="50205" y="497881"/>
                    <a:pt x="38590" y="436261"/>
                    <a:pt x="25645" y="374907"/>
                  </a:cubicBezTo>
                  <a:cubicBezTo>
                    <a:pt x="13543" y="313242"/>
                    <a:pt x="7248" y="250647"/>
                    <a:pt x="3391" y="188052"/>
                  </a:cubicBezTo>
                  <a:cubicBezTo>
                    <a:pt x="1662" y="156710"/>
                    <a:pt x="510" y="125368"/>
                    <a:pt x="111" y="94026"/>
                  </a:cubicBezTo>
                  <a:cubicBezTo>
                    <a:pt x="-199" y="62684"/>
                    <a:pt x="111" y="31298"/>
                    <a:pt x="1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35" name="Forme libre : forme 26937">
              <a:extLst>
                <a:ext uri="{FF2B5EF4-FFF2-40B4-BE49-F238E27FC236}">
                  <a16:creationId xmlns:a16="http://schemas.microsoft.com/office/drawing/2014/main" id="{B3F23ADE-B3ED-46D3-AC10-4A92B8DE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2969" y="3927456"/>
              <a:ext cx="41454" cy="595586"/>
            </a:xfrm>
            <a:custGeom>
              <a:avLst/>
              <a:gdLst>
                <a:gd name="T0" fmla="*/ 41454 w 41454"/>
                <a:gd name="T1" fmla="*/ 0 h 595586"/>
                <a:gd name="T2" fmla="*/ 36799 w 41454"/>
                <a:gd name="T3" fmla="*/ 74919 h 595586"/>
                <a:gd name="T4" fmla="*/ 31435 w 41454"/>
                <a:gd name="T5" fmla="*/ 149795 h 595586"/>
                <a:gd name="T6" fmla="*/ 18092 w 41454"/>
                <a:gd name="T7" fmla="*/ 299323 h 595586"/>
                <a:gd name="T8" fmla="*/ 13570 w 41454"/>
                <a:gd name="T9" fmla="*/ 336605 h 595586"/>
                <a:gd name="T10" fmla="*/ 7984 w 41454"/>
                <a:gd name="T11" fmla="*/ 373710 h 595586"/>
                <a:gd name="T12" fmla="*/ 2576 w 41454"/>
                <a:gd name="T13" fmla="*/ 448319 h 595586"/>
                <a:gd name="T14" fmla="*/ 6034 w 41454"/>
                <a:gd name="T15" fmla="*/ 523061 h 595586"/>
                <a:gd name="T16" fmla="*/ 23722 w 41454"/>
                <a:gd name="T17" fmla="*/ 595587 h 595586"/>
                <a:gd name="T18" fmla="*/ 4438 w 41454"/>
                <a:gd name="T19" fmla="*/ 523283 h 595586"/>
                <a:gd name="T20" fmla="*/ 5 w 41454"/>
                <a:gd name="T21" fmla="*/ 448275 h 595586"/>
                <a:gd name="T22" fmla="*/ 4970 w 41454"/>
                <a:gd name="T23" fmla="*/ 373267 h 595586"/>
                <a:gd name="T24" fmla="*/ 10378 w 41454"/>
                <a:gd name="T25" fmla="*/ 336162 h 595586"/>
                <a:gd name="T26" fmla="*/ 14722 w 41454"/>
                <a:gd name="T27" fmla="*/ 298924 h 595586"/>
                <a:gd name="T28" fmla="*/ 28820 w 41454"/>
                <a:gd name="T29" fmla="*/ 149573 h 595586"/>
                <a:gd name="T30" fmla="*/ 41454 w 41454"/>
                <a:gd name="T31" fmla="*/ 0 h 5955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1454" h="595586">
                  <a:moveTo>
                    <a:pt x="41454" y="0"/>
                  </a:moveTo>
                  <a:lnTo>
                    <a:pt x="36799" y="74919"/>
                  </a:lnTo>
                  <a:lnTo>
                    <a:pt x="31435" y="149795"/>
                  </a:lnTo>
                  <a:cubicBezTo>
                    <a:pt x="27623" y="199667"/>
                    <a:pt x="23323" y="249539"/>
                    <a:pt x="18092" y="299323"/>
                  </a:cubicBezTo>
                  <a:cubicBezTo>
                    <a:pt x="16717" y="311780"/>
                    <a:pt x="15254" y="324192"/>
                    <a:pt x="13570" y="336605"/>
                  </a:cubicBezTo>
                  <a:cubicBezTo>
                    <a:pt x="11885" y="349018"/>
                    <a:pt x="9757" y="361386"/>
                    <a:pt x="7984" y="373710"/>
                  </a:cubicBezTo>
                  <a:cubicBezTo>
                    <a:pt x="4659" y="398447"/>
                    <a:pt x="3063" y="423361"/>
                    <a:pt x="2576" y="448319"/>
                  </a:cubicBezTo>
                  <a:cubicBezTo>
                    <a:pt x="2133" y="473277"/>
                    <a:pt x="3063" y="498280"/>
                    <a:pt x="6034" y="523061"/>
                  </a:cubicBezTo>
                  <a:cubicBezTo>
                    <a:pt x="8959" y="547798"/>
                    <a:pt x="13437" y="572668"/>
                    <a:pt x="23722" y="595587"/>
                  </a:cubicBezTo>
                  <a:cubicBezTo>
                    <a:pt x="12949" y="572934"/>
                    <a:pt x="7896" y="548020"/>
                    <a:pt x="4438" y="523283"/>
                  </a:cubicBezTo>
                  <a:cubicBezTo>
                    <a:pt x="1113" y="498457"/>
                    <a:pt x="-84" y="473366"/>
                    <a:pt x="5" y="448275"/>
                  </a:cubicBezTo>
                  <a:cubicBezTo>
                    <a:pt x="93" y="423228"/>
                    <a:pt x="1778" y="398136"/>
                    <a:pt x="4970" y="373267"/>
                  </a:cubicBezTo>
                  <a:cubicBezTo>
                    <a:pt x="6699" y="360810"/>
                    <a:pt x="8738" y="348486"/>
                    <a:pt x="10378" y="336162"/>
                  </a:cubicBezTo>
                  <a:cubicBezTo>
                    <a:pt x="11974" y="323794"/>
                    <a:pt x="13393" y="311381"/>
                    <a:pt x="14722" y="298924"/>
                  </a:cubicBezTo>
                  <a:cubicBezTo>
                    <a:pt x="20219" y="249229"/>
                    <a:pt x="24431" y="199356"/>
                    <a:pt x="28820" y="149573"/>
                  </a:cubicBezTo>
                  <a:lnTo>
                    <a:pt x="41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36" name="Forme libre : forme 26938">
              <a:extLst>
                <a:ext uri="{FF2B5EF4-FFF2-40B4-BE49-F238E27FC236}">
                  <a16:creationId xmlns:a16="http://schemas.microsoft.com/office/drawing/2014/main" id="{5206774A-4528-448A-9E62-CB5A3D4B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131" y="3589216"/>
              <a:ext cx="137115" cy="41178"/>
            </a:xfrm>
            <a:custGeom>
              <a:avLst/>
              <a:gdLst>
                <a:gd name="T0" fmla="*/ 0 w 137115"/>
                <a:gd name="T1" fmla="*/ 41179 h 41178"/>
                <a:gd name="T2" fmla="*/ 28904 w 137115"/>
                <a:gd name="T3" fmla="*/ 14181 h 41178"/>
                <a:gd name="T4" fmla="*/ 66408 w 137115"/>
                <a:gd name="T5" fmla="*/ 350 h 41178"/>
                <a:gd name="T6" fmla="*/ 105730 w 137115"/>
                <a:gd name="T7" fmla="*/ 7443 h 41178"/>
                <a:gd name="T8" fmla="*/ 122664 w 137115"/>
                <a:gd name="T9" fmla="*/ 18038 h 41178"/>
                <a:gd name="T10" fmla="*/ 130200 w 137115"/>
                <a:gd name="T11" fmla="*/ 24510 h 41178"/>
                <a:gd name="T12" fmla="*/ 137116 w 137115"/>
                <a:gd name="T13" fmla="*/ 31603 h 41178"/>
                <a:gd name="T14" fmla="*/ 104355 w 137115"/>
                <a:gd name="T15" fmla="*/ 10546 h 41178"/>
                <a:gd name="T16" fmla="*/ 66851 w 137115"/>
                <a:gd name="T17" fmla="*/ 4739 h 41178"/>
                <a:gd name="T18" fmla="*/ 30677 w 137115"/>
                <a:gd name="T19" fmla="*/ 17063 h 41178"/>
                <a:gd name="T20" fmla="*/ 14585 w 137115"/>
                <a:gd name="T21" fmla="*/ 28012 h 41178"/>
                <a:gd name="T22" fmla="*/ 0 w 137115"/>
                <a:gd name="T23" fmla="*/ 41179 h 411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115" h="41178">
                  <a:moveTo>
                    <a:pt x="0" y="41179"/>
                  </a:moveTo>
                  <a:cubicBezTo>
                    <a:pt x="7802" y="30539"/>
                    <a:pt x="17732" y="21451"/>
                    <a:pt x="28904" y="14181"/>
                  </a:cubicBezTo>
                  <a:cubicBezTo>
                    <a:pt x="40075" y="6911"/>
                    <a:pt x="52887" y="1768"/>
                    <a:pt x="66408" y="350"/>
                  </a:cubicBezTo>
                  <a:cubicBezTo>
                    <a:pt x="79884" y="-980"/>
                    <a:pt x="93716" y="1502"/>
                    <a:pt x="105730" y="7443"/>
                  </a:cubicBezTo>
                  <a:cubicBezTo>
                    <a:pt x="111758" y="10369"/>
                    <a:pt x="117389" y="14004"/>
                    <a:pt x="122664" y="18038"/>
                  </a:cubicBezTo>
                  <a:cubicBezTo>
                    <a:pt x="125324" y="20033"/>
                    <a:pt x="127673" y="22382"/>
                    <a:pt x="130200" y="24510"/>
                  </a:cubicBezTo>
                  <a:cubicBezTo>
                    <a:pt x="132594" y="26771"/>
                    <a:pt x="134855" y="29209"/>
                    <a:pt x="137116" y="31603"/>
                  </a:cubicBezTo>
                  <a:cubicBezTo>
                    <a:pt x="127097" y="23092"/>
                    <a:pt x="116236" y="15600"/>
                    <a:pt x="104355" y="10546"/>
                  </a:cubicBezTo>
                  <a:cubicBezTo>
                    <a:pt x="92475" y="5581"/>
                    <a:pt x="79574" y="3409"/>
                    <a:pt x="66851" y="4739"/>
                  </a:cubicBezTo>
                  <a:cubicBezTo>
                    <a:pt x="54128" y="5980"/>
                    <a:pt x="41893" y="10723"/>
                    <a:pt x="30677" y="17063"/>
                  </a:cubicBezTo>
                  <a:cubicBezTo>
                    <a:pt x="25047" y="20254"/>
                    <a:pt x="19683" y="23978"/>
                    <a:pt x="14585" y="28012"/>
                  </a:cubicBezTo>
                  <a:cubicBezTo>
                    <a:pt x="9443" y="32047"/>
                    <a:pt x="4566" y="36480"/>
                    <a:pt x="0" y="411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37" name="Forme libre : forme 26939">
              <a:extLst>
                <a:ext uri="{FF2B5EF4-FFF2-40B4-BE49-F238E27FC236}">
                  <a16:creationId xmlns:a16="http://schemas.microsoft.com/office/drawing/2014/main" id="{E08A6EA4-10BF-46E8-9280-B5ADF01DE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7441" y="3371047"/>
              <a:ext cx="57851" cy="39022"/>
            </a:xfrm>
            <a:custGeom>
              <a:avLst/>
              <a:gdLst>
                <a:gd name="T0" fmla="*/ 0 w 57851"/>
                <a:gd name="T1" fmla="*/ 39023 h 39022"/>
                <a:gd name="T2" fmla="*/ 10639 w 57851"/>
                <a:gd name="T3" fmla="*/ 15971 h 39022"/>
                <a:gd name="T4" fmla="*/ 27263 w 57851"/>
                <a:gd name="T5" fmla="*/ 765 h 39022"/>
                <a:gd name="T6" fmla="*/ 37504 w 57851"/>
                <a:gd name="T7" fmla="*/ 1076 h 39022"/>
                <a:gd name="T8" fmla="*/ 46326 w 57851"/>
                <a:gd name="T9" fmla="*/ 7991 h 39022"/>
                <a:gd name="T10" fmla="*/ 57852 w 57851"/>
                <a:gd name="T11" fmla="*/ 30245 h 39022"/>
                <a:gd name="T12" fmla="*/ 44863 w 57851"/>
                <a:gd name="T13" fmla="*/ 10695 h 39022"/>
                <a:gd name="T14" fmla="*/ 27973 w 57851"/>
                <a:gd name="T15" fmla="*/ 4977 h 39022"/>
                <a:gd name="T16" fmla="*/ 12368 w 57851"/>
                <a:gd name="T17" fmla="*/ 18320 h 39022"/>
                <a:gd name="T18" fmla="*/ 0 w 57851"/>
                <a:gd name="T19" fmla="*/ 39023 h 390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851" h="39022">
                  <a:moveTo>
                    <a:pt x="0" y="39023"/>
                  </a:moveTo>
                  <a:cubicBezTo>
                    <a:pt x="2660" y="30689"/>
                    <a:pt x="6206" y="22842"/>
                    <a:pt x="10639" y="15971"/>
                  </a:cubicBezTo>
                  <a:cubicBezTo>
                    <a:pt x="15028" y="9188"/>
                    <a:pt x="20525" y="3071"/>
                    <a:pt x="27263" y="765"/>
                  </a:cubicBezTo>
                  <a:cubicBezTo>
                    <a:pt x="30633" y="-343"/>
                    <a:pt x="34179" y="-254"/>
                    <a:pt x="37504" y="1076"/>
                  </a:cubicBezTo>
                  <a:cubicBezTo>
                    <a:pt x="40829" y="2405"/>
                    <a:pt x="43799" y="4977"/>
                    <a:pt x="46326" y="7991"/>
                  </a:cubicBezTo>
                  <a:cubicBezTo>
                    <a:pt x="51468" y="14065"/>
                    <a:pt x="55059" y="22000"/>
                    <a:pt x="57852" y="30245"/>
                  </a:cubicBezTo>
                  <a:cubicBezTo>
                    <a:pt x="54039" y="22886"/>
                    <a:pt x="49872" y="15882"/>
                    <a:pt x="44863" y="10695"/>
                  </a:cubicBezTo>
                  <a:cubicBezTo>
                    <a:pt x="39942" y="5376"/>
                    <a:pt x="33780" y="2893"/>
                    <a:pt x="27973" y="4977"/>
                  </a:cubicBezTo>
                  <a:cubicBezTo>
                    <a:pt x="22121" y="6883"/>
                    <a:pt x="16934" y="12291"/>
                    <a:pt x="12368" y="18320"/>
                  </a:cubicBezTo>
                  <a:cubicBezTo>
                    <a:pt x="7802" y="24571"/>
                    <a:pt x="3679" y="31531"/>
                    <a:pt x="0" y="390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38" name="Forme libre : forme 26940">
              <a:extLst>
                <a:ext uri="{FF2B5EF4-FFF2-40B4-BE49-F238E27FC236}">
                  <a16:creationId xmlns:a16="http://schemas.microsoft.com/office/drawing/2014/main" id="{F1564039-B058-44B8-ADAE-12E6F858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8663" y="3754521"/>
              <a:ext cx="54278" cy="553649"/>
            </a:xfrm>
            <a:custGeom>
              <a:avLst/>
              <a:gdLst>
                <a:gd name="T0" fmla="*/ 0 w 54278"/>
                <a:gd name="T1" fmla="*/ 0 h 553649"/>
                <a:gd name="T2" fmla="*/ 17954 w 54278"/>
                <a:gd name="T3" fmla="*/ 137603 h 553649"/>
                <a:gd name="T4" fmla="*/ 35110 w 54278"/>
                <a:gd name="T5" fmla="*/ 275384 h 553649"/>
                <a:gd name="T6" fmla="*/ 43489 w 54278"/>
                <a:gd name="T7" fmla="*/ 344363 h 553649"/>
                <a:gd name="T8" fmla="*/ 50005 w 54278"/>
                <a:gd name="T9" fmla="*/ 413829 h 553649"/>
                <a:gd name="T10" fmla="*/ 53463 w 54278"/>
                <a:gd name="T11" fmla="*/ 553649 h 553649"/>
                <a:gd name="T12" fmla="*/ 52222 w 54278"/>
                <a:gd name="T13" fmla="*/ 483784 h 553649"/>
                <a:gd name="T14" fmla="*/ 47656 w 54278"/>
                <a:gd name="T15" fmla="*/ 414184 h 553649"/>
                <a:gd name="T16" fmla="*/ 40740 w 54278"/>
                <a:gd name="T17" fmla="*/ 345028 h 553649"/>
                <a:gd name="T18" fmla="*/ 32140 w 54278"/>
                <a:gd name="T19" fmla="*/ 276182 h 553649"/>
                <a:gd name="T20" fmla="*/ 15693 w 54278"/>
                <a:gd name="T21" fmla="*/ 138180 h 553649"/>
                <a:gd name="T22" fmla="*/ 0 w 54278"/>
                <a:gd name="T23" fmla="*/ 0 h 5536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278" h="553649">
                  <a:moveTo>
                    <a:pt x="0" y="0"/>
                  </a:moveTo>
                  <a:cubicBezTo>
                    <a:pt x="6206" y="45794"/>
                    <a:pt x="12103" y="91676"/>
                    <a:pt x="17954" y="137603"/>
                  </a:cubicBezTo>
                  <a:lnTo>
                    <a:pt x="35110" y="275384"/>
                  </a:lnTo>
                  <a:cubicBezTo>
                    <a:pt x="37903" y="298392"/>
                    <a:pt x="40519" y="321355"/>
                    <a:pt x="43489" y="344363"/>
                  </a:cubicBezTo>
                  <a:cubicBezTo>
                    <a:pt x="46193" y="367415"/>
                    <a:pt x="48365" y="390600"/>
                    <a:pt x="50005" y="413829"/>
                  </a:cubicBezTo>
                  <a:cubicBezTo>
                    <a:pt x="53242" y="460244"/>
                    <a:pt x="55591" y="507058"/>
                    <a:pt x="53463" y="553649"/>
                  </a:cubicBezTo>
                  <a:cubicBezTo>
                    <a:pt x="53951" y="530331"/>
                    <a:pt x="53375" y="507013"/>
                    <a:pt x="52222" y="483784"/>
                  </a:cubicBezTo>
                  <a:cubicBezTo>
                    <a:pt x="51158" y="460554"/>
                    <a:pt x="49562" y="437325"/>
                    <a:pt x="47656" y="414184"/>
                  </a:cubicBezTo>
                  <a:cubicBezTo>
                    <a:pt x="45617" y="391088"/>
                    <a:pt x="43577" y="367947"/>
                    <a:pt x="40740" y="345028"/>
                  </a:cubicBezTo>
                  <a:cubicBezTo>
                    <a:pt x="37726" y="322197"/>
                    <a:pt x="34977" y="299145"/>
                    <a:pt x="32140" y="276182"/>
                  </a:cubicBezTo>
                  <a:lnTo>
                    <a:pt x="15693" y="138180"/>
                  </a:lnTo>
                  <a:cubicBezTo>
                    <a:pt x="10285" y="92164"/>
                    <a:pt x="4965" y="461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39" name="Forme libre : forme 26941">
              <a:extLst>
                <a:ext uri="{FF2B5EF4-FFF2-40B4-BE49-F238E27FC236}">
                  <a16:creationId xmlns:a16="http://schemas.microsoft.com/office/drawing/2014/main" id="{BB91F07E-8DAB-476B-9FA0-E591BE9B1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6327" y="3659520"/>
              <a:ext cx="37767" cy="464145"/>
            </a:xfrm>
            <a:custGeom>
              <a:avLst/>
              <a:gdLst>
                <a:gd name="T0" fmla="*/ 86 w 37767"/>
                <a:gd name="T1" fmla="*/ 0 h 464145"/>
                <a:gd name="T2" fmla="*/ 2923 w 37767"/>
                <a:gd name="T3" fmla="*/ 117699 h 464145"/>
                <a:gd name="T4" fmla="*/ 6426 w 37767"/>
                <a:gd name="T5" fmla="*/ 235309 h 464145"/>
                <a:gd name="T6" fmla="*/ 8199 w 37767"/>
                <a:gd name="T7" fmla="*/ 264567 h 464145"/>
                <a:gd name="T8" fmla="*/ 9972 w 37767"/>
                <a:gd name="T9" fmla="*/ 293959 h 464145"/>
                <a:gd name="T10" fmla="*/ 14095 w 37767"/>
                <a:gd name="T11" fmla="*/ 352431 h 464145"/>
                <a:gd name="T12" fmla="*/ 22074 w 37767"/>
                <a:gd name="T13" fmla="*/ 409973 h 464145"/>
                <a:gd name="T14" fmla="*/ 37767 w 37767"/>
                <a:gd name="T15" fmla="*/ 464145 h 464145"/>
                <a:gd name="T16" fmla="*/ 20611 w 37767"/>
                <a:gd name="T17" fmla="*/ 410594 h 464145"/>
                <a:gd name="T18" fmla="*/ 11745 w 37767"/>
                <a:gd name="T19" fmla="*/ 352919 h 464145"/>
                <a:gd name="T20" fmla="*/ 7179 w 37767"/>
                <a:gd name="T21" fmla="*/ 294313 h 464145"/>
                <a:gd name="T22" fmla="*/ 5273 w 37767"/>
                <a:gd name="T23" fmla="*/ 265055 h 464145"/>
                <a:gd name="T24" fmla="*/ 3367 w 37767"/>
                <a:gd name="T25" fmla="*/ 235664 h 464145"/>
                <a:gd name="T26" fmla="*/ 574 w 37767"/>
                <a:gd name="T27" fmla="*/ 117876 h 464145"/>
                <a:gd name="T28" fmla="*/ 86 w 37767"/>
                <a:gd name="T29" fmla="*/ 0 h 4641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767" h="464145">
                  <a:moveTo>
                    <a:pt x="86" y="0"/>
                  </a:moveTo>
                  <a:lnTo>
                    <a:pt x="2923" y="117699"/>
                  </a:lnTo>
                  <a:cubicBezTo>
                    <a:pt x="3899" y="156932"/>
                    <a:pt x="4652" y="196165"/>
                    <a:pt x="6426" y="235309"/>
                  </a:cubicBezTo>
                  <a:cubicBezTo>
                    <a:pt x="6824" y="245106"/>
                    <a:pt x="7401" y="254726"/>
                    <a:pt x="8199" y="264567"/>
                  </a:cubicBezTo>
                  <a:cubicBezTo>
                    <a:pt x="8908" y="274364"/>
                    <a:pt x="9440" y="284162"/>
                    <a:pt x="9972" y="293959"/>
                  </a:cubicBezTo>
                  <a:cubicBezTo>
                    <a:pt x="11036" y="313509"/>
                    <a:pt x="12321" y="333014"/>
                    <a:pt x="14095" y="352431"/>
                  </a:cubicBezTo>
                  <a:cubicBezTo>
                    <a:pt x="15912" y="371848"/>
                    <a:pt x="18351" y="391132"/>
                    <a:pt x="22074" y="409973"/>
                  </a:cubicBezTo>
                  <a:cubicBezTo>
                    <a:pt x="25710" y="428814"/>
                    <a:pt x="30675" y="447255"/>
                    <a:pt x="37767" y="464145"/>
                  </a:cubicBezTo>
                  <a:cubicBezTo>
                    <a:pt x="30098" y="447743"/>
                    <a:pt x="24778" y="429346"/>
                    <a:pt x="20611" y="410594"/>
                  </a:cubicBezTo>
                  <a:cubicBezTo>
                    <a:pt x="16577" y="391753"/>
                    <a:pt x="13829" y="372380"/>
                    <a:pt x="11745" y="352919"/>
                  </a:cubicBezTo>
                  <a:cubicBezTo>
                    <a:pt x="9617" y="333458"/>
                    <a:pt x="8376" y="313863"/>
                    <a:pt x="7179" y="294313"/>
                  </a:cubicBezTo>
                  <a:cubicBezTo>
                    <a:pt x="6559" y="284516"/>
                    <a:pt x="6027" y="274764"/>
                    <a:pt x="5273" y="265055"/>
                  </a:cubicBezTo>
                  <a:cubicBezTo>
                    <a:pt x="4475" y="255391"/>
                    <a:pt x="3810" y="245416"/>
                    <a:pt x="3367" y="235664"/>
                  </a:cubicBezTo>
                  <a:cubicBezTo>
                    <a:pt x="1859" y="196386"/>
                    <a:pt x="1062" y="157153"/>
                    <a:pt x="574" y="117876"/>
                  </a:cubicBezTo>
                  <a:cubicBezTo>
                    <a:pt x="86" y="78510"/>
                    <a:pt x="-136" y="39233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40" name="Forme libre : forme 26942">
              <a:extLst>
                <a:ext uri="{FF2B5EF4-FFF2-40B4-BE49-F238E27FC236}">
                  <a16:creationId xmlns:a16="http://schemas.microsoft.com/office/drawing/2014/main" id="{C8AB9164-5D33-422F-93C5-4A3FCA93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7139" y="4538514"/>
              <a:ext cx="201262" cy="70388"/>
            </a:xfrm>
            <a:custGeom>
              <a:avLst/>
              <a:gdLst>
                <a:gd name="T0" fmla="*/ 0 w 201262"/>
                <a:gd name="T1" fmla="*/ 67827 h 70388"/>
                <a:gd name="T2" fmla="*/ 27618 w 201262"/>
                <a:gd name="T3" fmla="*/ 68137 h 70388"/>
                <a:gd name="T4" fmla="*/ 55148 w 201262"/>
                <a:gd name="T5" fmla="*/ 66452 h 70388"/>
                <a:gd name="T6" fmla="*/ 109143 w 201262"/>
                <a:gd name="T7" fmla="*/ 56566 h 70388"/>
                <a:gd name="T8" fmla="*/ 135076 w 201262"/>
                <a:gd name="T9" fmla="*/ 47700 h 70388"/>
                <a:gd name="T10" fmla="*/ 159547 w 201262"/>
                <a:gd name="T11" fmla="*/ 35465 h 70388"/>
                <a:gd name="T12" fmla="*/ 201262 w 201262"/>
                <a:gd name="T13" fmla="*/ 0 h 70388"/>
                <a:gd name="T14" fmla="*/ 183308 w 201262"/>
                <a:gd name="T15" fmla="*/ 21190 h 70388"/>
                <a:gd name="T16" fmla="*/ 161320 w 201262"/>
                <a:gd name="T17" fmla="*/ 38346 h 70388"/>
                <a:gd name="T18" fmla="*/ 110340 w 201262"/>
                <a:gd name="T19" fmla="*/ 60822 h 70388"/>
                <a:gd name="T20" fmla="*/ 55414 w 201262"/>
                <a:gd name="T21" fmla="*/ 69821 h 70388"/>
                <a:gd name="T22" fmla="*/ 0 w 201262"/>
                <a:gd name="T23" fmla="*/ 67827 h 703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262" h="70388">
                  <a:moveTo>
                    <a:pt x="0" y="67827"/>
                  </a:moveTo>
                  <a:cubicBezTo>
                    <a:pt x="9221" y="68314"/>
                    <a:pt x="18442" y="68447"/>
                    <a:pt x="27618" y="68137"/>
                  </a:cubicBezTo>
                  <a:cubicBezTo>
                    <a:pt x="36795" y="67959"/>
                    <a:pt x="46015" y="67383"/>
                    <a:pt x="55148" y="66452"/>
                  </a:cubicBezTo>
                  <a:cubicBezTo>
                    <a:pt x="73412" y="64679"/>
                    <a:pt x="91543" y="61620"/>
                    <a:pt x="109143" y="56566"/>
                  </a:cubicBezTo>
                  <a:cubicBezTo>
                    <a:pt x="117965" y="54084"/>
                    <a:pt x="126609" y="51158"/>
                    <a:pt x="135076" y="47700"/>
                  </a:cubicBezTo>
                  <a:cubicBezTo>
                    <a:pt x="143543" y="44242"/>
                    <a:pt x="151612" y="39942"/>
                    <a:pt x="159547" y="35465"/>
                  </a:cubicBezTo>
                  <a:cubicBezTo>
                    <a:pt x="175285" y="26200"/>
                    <a:pt x="189382" y="14186"/>
                    <a:pt x="201262" y="0"/>
                  </a:cubicBezTo>
                  <a:cubicBezTo>
                    <a:pt x="195987" y="7581"/>
                    <a:pt x="190002" y="14718"/>
                    <a:pt x="183308" y="21190"/>
                  </a:cubicBezTo>
                  <a:cubicBezTo>
                    <a:pt x="176482" y="27485"/>
                    <a:pt x="169211" y="33337"/>
                    <a:pt x="161320" y="38346"/>
                  </a:cubicBezTo>
                  <a:cubicBezTo>
                    <a:pt x="145627" y="48454"/>
                    <a:pt x="128161" y="55547"/>
                    <a:pt x="110340" y="60822"/>
                  </a:cubicBezTo>
                  <a:cubicBezTo>
                    <a:pt x="92341" y="65610"/>
                    <a:pt x="73944" y="68757"/>
                    <a:pt x="55414" y="69821"/>
                  </a:cubicBezTo>
                  <a:cubicBezTo>
                    <a:pt x="36927" y="70885"/>
                    <a:pt x="18308" y="70575"/>
                    <a:pt x="0" y="678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41" name="Forme libre : forme 26943">
              <a:extLst>
                <a:ext uri="{FF2B5EF4-FFF2-40B4-BE49-F238E27FC236}">
                  <a16:creationId xmlns:a16="http://schemas.microsoft.com/office/drawing/2014/main" id="{5308253A-0799-4FDC-869D-57EA2F6D1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4391" y="4563333"/>
              <a:ext cx="438654" cy="44470"/>
            </a:xfrm>
            <a:custGeom>
              <a:avLst/>
              <a:gdLst>
                <a:gd name="T0" fmla="*/ 0 w 438654"/>
                <a:gd name="T1" fmla="*/ 3908 h 44470"/>
                <a:gd name="T2" fmla="*/ 55192 w 438654"/>
                <a:gd name="T3" fmla="*/ 494 h 44470"/>
                <a:gd name="T4" fmla="*/ 110517 w 438654"/>
                <a:gd name="T5" fmla="*/ 96 h 44470"/>
                <a:gd name="T6" fmla="*/ 220990 w 438654"/>
                <a:gd name="T7" fmla="*/ 5947 h 44470"/>
                <a:gd name="T8" fmla="*/ 330665 w 438654"/>
                <a:gd name="T9" fmla="*/ 20621 h 44470"/>
                <a:gd name="T10" fmla="*/ 357884 w 438654"/>
                <a:gd name="T11" fmla="*/ 25630 h 44470"/>
                <a:gd name="T12" fmla="*/ 384970 w 438654"/>
                <a:gd name="T13" fmla="*/ 31305 h 44470"/>
                <a:gd name="T14" fmla="*/ 411879 w 438654"/>
                <a:gd name="T15" fmla="*/ 37688 h 44470"/>
                <a:gd name="T16" fmla="*/ 438655 w 438654"/>
                <a:gd name="T17" fmla="*/ 44471 h 44470"/>
                <a:gd name="T18" fmla="*/ 330133 w 438654"/>
                <a:gd name="T19" fmla="*/ 23946 h 44470"/>
                <a:gd name="T20" fmla="*/ 275517 w 438654"/>
                <a:gd name="T21" fmla="*/ 16143 h 44470"/>
                <a:gd name="T22" fmla="*/ 248120 w 438654"/>
                <a:gd name="T23" fmla="*/ 13040 h 44470"/>
                <a:gd name="T24" fmla="*/ 220680 w 438654"/>
                <a:gd name="T25" fmla="*/ 10336 h 44470"/>
                <a:gd name="T26" fmla="*/ 110561 w 438654"/>
                <a:gd name="T27" fmla="*/ 3465 h 44470"/>
                <a:gd name="T28" fmla="*/ 0 w 438654"/>
                <a:gd name="T29" fmla="*/ 3908 h 444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8654" h="44470">
                  <a:moveTo>
                    <a:pt x="0" y="3908"/>
                  </a:moveTo>
                  <a:cubicBezTo>
                    <a:pt x="18353" y="2046"/>
                    <a:pt x="36750" y="1248"/>
                    <a:pt x="55192" y="494"/>
                  </a:cubicBezTo>
                  <a:cubicBezTo>
                    <a:pt x="73634" y="51"/>
                    <a:pt x="92075" y="-126"/>
                    <a:pt x="110517" y="96"/>
                  </a:cubicBezTo>
                  <a:cubicBezTo>
                    <a:pt x="147400" y="539"/>
                    <a:pt x="184239" y="2578"/>
                    <a:pt x="220990" y="5947"/>
                  </a:cubicBezTo>
                  <a:cubicBezTo>
                    <a:pt x="257696" y="9538"/>
                    <a:pt x="294358" y="14060"/>
                    <a:pt x="330665" y="20621"/>
                  </a:cubicBezTo>
                  <a:cubicBezTo>
                    <a:pt x="339708" y="22305"/>
                    <a:pt x="348840" y="23724"/>
                    <a:pt x="357884" y="25630"/>
                  </a:cubicBezTo>
                  <a:lnTo>
                    <a:pt x="384970" y="31305"/>
                  </a:lnTo>
                  <a:cubicBezTo>
                    <a:pt x="394014" y="33122"/>
                    <a:pt x="402924" y="35427"/>
                    <a:pt x="411879" y="37688"/>
                  </a:cubicBezTo>
                  <a:lnTo>
                    <a:pt x="438655" y="44471"/>
                  </a:lnTo>
                  <a:cubicBezTo>
                    <a:pt x="402569" y="36890"/>
                    <a:pt x="366573" y="29354"/>
                    <a:pt x="330133" y="23946"/>
                  </a:cubicBezTo>
                  <a:cubicBezTo>
                    <a:pt x="311957" y="20975"/>
                    <a:pt x="293737" y="18582"/>
                    <a:pt x="275517" y="16143"/>
                  </a:cubicBezTo>
                  <a:cubicBezTo>
                    <a:pt x="266385" y="14946"/>
                    <a:pt x="257253" y="14104"/>
                    <a:pt x="248120" y="13040"/>
                  </a:cubicBezTo>
                  <a:cubicBezTo>
                    <a:pt x="238988" y="11976"/>
                    <a:pt x="229856" y="11045"/>
                    <a:pt x="220680" y="10336"/>
                  </a:cubicBezTo>
                  <a:cubicBezTo>
                    <a:pt x="184062" y="6656"/>
                    <a:pt x="147312" y="4662"/>
                    <a:pt x="110561" y="3465"/>
                  </a:cubicBezTo>
                  <a:cubicBezTo>
                    <a:pt x="73634" y="2356"/>
                    <a:pt x="36795" y="2223"/>
                    <a:pt x="0" y="39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42" name="Forme libre : forme 26944">
              <a:extLst>
                <a:ext uri="{FF2B5EF4-FFF2-40B4-BE49-F238E27FC236}">
                  <a16:creationId xmlns:a16="http://schemas.microsoft.com/office/drawing/2014/main" id="{19013AE0-8FD1-4FD9-BC5A-AB27C9055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792" y="4586392"/>
              <a:ext cx="316966" cy="7092"/>
            </a:xfrm>
            <a:custGeom>
              <a:avLst/>
              <a:gdLst>
                <a:gd name="T0" fmla="*/ 0 w 316966"/>
                <a:gd name="T1" fmla="*/ 44 h 7092"/>
                <a:gd name="T2" fmla="*/ 79264 w 316966"/>
                <a:gd name="T3" fmla="*/ 1685 h 7092"/>
                <a:gd name="T4" fmla="*/ 158483 w 316966"/>
                <a:gd name="T5" fmla="*/ 2704 h 7092"/>
                <a:gd name="T6" fmla="*/ 237703 w 316966"/>
                <a:gd name="T7" fmla="*/ 2217 h 7092"/>
                <a:gd name="T8" fmla="*/ 277335 w 316966"/>
                <a:gd name="T9" fmla="*/ 1241 h 7092"/>
                <a:gd name="T10" fmla="*/ 316966 w 316966"/>
                <a:gd name="T11" fmla="*/ 0 h 7092"/>
                <a:gd name="T12" fmla="*/ 237836 w 316966"/>
                <a:gd name="T13" fmla="*/ 5586 h 7092"/>
                <a:gd name="T14" fmla="*/ 158483 w 316966"/>
                <a:gd name="T15" fmla="*/ 7093 h 7092"/>
                <a:gd name="T16" fmla="*/ 79175 w 316966"/>
                <a:gd name="T17" fmla="*/ 5009 h 7092"/>
                <a:gd name="T18" fmla="*/ 39588 w 316966"/>
                <a:gd name="T19" fmla="*/ 2748 h 7092"/>
                <a:gd name="T20" fmla="*/ 0 w 316966"/>
                <a:gd name="T21" fmla="*/ 44 h 70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6966" h="7092">
                  <a:moveTo>
                    <a:pt x="0" y="44"/>
                  </a:moveTo>
                  <a:cubicBezTo>
                    <a:pt x="26466" y="-177"/>
                    <a:pt x="52842" y="1330"/>
                    <a:pt x="79264" y="1685"/>
                  </a:cubicBezTo>
                  <a:cubicBezTo>
                    <a:pt x="105685" y="2261"/>
                    <a:pt x="132062" y="2793"/>
                    <a:pt x="158483" y="2704"/>
                  </a:cubicBezTo>
                  <a:cubicBezTo>
                    <a:pt x="184904" y="2970"/>
                    <a:pt x="211281" y="2615"/>
                    <a:pt x="237703" y="2217"/>
                  </a:cubicBezTo>
                  <a:cubicBezTo>
                    <a:pt x="250913" y="1995"/>
                    <a:pt x="264124" y="1728"/>
                    <a:pt x="277335" y="1241"/>
                  </a:cubicBezTo>
                  <a:lnTo>
                    <a:pt x="316966" y="0"/>
                  </a:lnTo>
                  <a:cubicBezTo>
                    <a:pt x="290678" y="2704"/>
                    <a:pt x="264257" y="4433"/>
                    <a:pt x="237836" y="5586"/>
                  </a:cubicBezTo>
                  <a:cubicBezTo>
                    <a:pt x="211414" y="6738"/>
                    <a:pt x="184949" y="7048"/>
                    <a:pt x="158483" y="7093"/>
                  </a:cubicBezTo>
                  <a:cubicBezTo>
                    <a:pt x="132018" y="6827"/>
                    <a:pt x="105596" y="6295"/>
                    <a:pt x="79175" y="5009"/>
                  </a:cubicBezTo>
                  <a:cubicBezTo>
                    <a:pt x="65964" y="4344"/>
                    <a:pt x="52754" y="3591"/>
                    <a:pt x="39588" y="2748"/>
                  </a:cubicBezTo>
                  <a:cubicBezTo>
                    <a:pt x="26333" y="1950"/>
                    <a:pt x="13166" y="532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43" name="Forme libre : forme 26945">
              <a:extLst>
                <a:ext uri="{FF2B5EF4-FFF2-40B4-BE49-F238E27FC236}">
                  <a16:creationId xmlns:a16="http://schemas.microsoft.com/office/drawing/2014/main" id="{10C8DB8D-00EB-49FB-9B5F-FB116C4A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3986" y="4632141"/>
              <a:ext cx="333900" cy="33568"/>
            </a:xfrm>
            <a:custGeom>
              <a:avLst/>
              <a:gdLst>
                <a:gd name="T0" fmla="*/ 0 w 333900"/>
                <a:gd name="T1" fmla="*/ 21367 h 33568"/>
                <a:gd name="T2" fmla="*/ 41582 w 333900"/>
                <a:gd name="T3" fmla="*/ 27618 h 33568"/>
                <a:gd name="T4" fmla="*/ 62551 w 333900"/>
                <a:gd name="T5" fmla="*/ 29170 h 33568"/>
                <a:gd name="T6" fmla="*/ 83564 w 333900"/>
                <a:gd name="T7" fmla="*/ 29746 h 33568"/>
                <a:gd name="T8" fmla="*/ 167571 w 333900"/>
                <a:gd name="T9" fmla="*/ 26155 h 33568"/>
                <a:gd name="T10" fmla="*/ 251046 w 333900"/>
                <a:gd name="T11" fmla="*/ 15605 h 33568"/>
                <a:gd name="T12" fmla="*/ 292540 w 333900"/>
                <a:gd name="T13" fmla="*/ 8290 h 33568"/>
                <a:gd name="T14" fmla="*/ 333901 w 333900"/>
                <a:gd name="T15" fmla="*/ 0 h 33568"/>
                <a:gd name="T16" fmla="*/ 292983 w 333900"/>
                <a:gd name="T17" fmla="*/ 10418 h 33568"/>
                <a:gd name="T18" fmla="*/ 251623 w 333900"/>
                <a:gd name="T19" fmla="*/ 18974 h 33568"/>
                <a:gd name="T20" fmla="*/ 167926 w 333900"/>
                <a:gd name="T21" fmla="*/ 30588 h 33568"/>
                <a:gd name="T22" fmla="*/ 83431 w 333900"/>
                <a:gd name="T23" fmla="*/ 33159 h 33568"/>
                <a:gd name="T24" fmla="*/ 62329 w 333900"/>
                <a:gd name="T25" fmla="*/ 31962 h 33568"/>
                <a:gd name="T26" fmla="*/ 41316 w 333900"/>
                <a:gd name="T27" fmla="*/ 29790 h 33568"/>
                <a:gd name="T28" fmla="*/ 0 w 333900"/>
                <a:gd name="T29" fmla="*/ 21367 h 335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3900" h="33568">
                  <a:moveTo>
                    <a:pt x="0" y="21367"/>
                  </a:moveTo>
                  <a:cubicBezTo>
                    <a:pt x="13698" y="24604"/>
                    <a:pt x="27618" y="26465"/>
                    <a:pt x="41582" y="27618"/>
                  </a:cubicBezTo>
                  <a:cubicBezTo>
                    <a:pt x="48542" y="28372"/>
                    <a:pt x="55591" y="28638"/>
                    <a:pt x="62551" y="29170"/>
                  </a:cubicBezTo>
                  <a:cubicBezTo>
                    <a:pt x="69555" y="29347"/>
                    <a:pt x="76560" y="29658"/>
                    <a:pt x="83564" y="29746"/>
                  </a:cubicBezTo>
                  <a:cubicBezTo>
                    <a:pt x="111581" y="30145"/>
                    <a:pt x="139643" y="28815"/>
                    <a:pt x="167571" y="26155"/>
                  </a:cubicBezTo>
                  <a:cubicBezTo>
                    <a:pt x="195544" y="24072"/>
                    <a:pt x="223295" y="19816"/>
                    <a:pt x="251046" y="15605"/>
                  </a:cubicBezTo>
                  <a:cubicBezTo>
                    <a:pt x="264878" y="13344"/>
                    <a:pt x="278709" y="10684"/>
                    <a:pt x="292540" y="8290"/>
                  </a:cubicBezTo>
                  <a:cubicBezTo>
                    <a:pt x="306327" y="5541"/>
                    <a:pt x="320069" y="2615"/>
                    <a:pt x="333901" y="0"/>
                  </a:cubicBezTo>
                  <a:cubicBezTo>
                    <a:pt x="320291" y="3591"/>
                    <a:pt x="306637" y="6916"/>
                    <a:pt x="292983" y="10418"/>
                  </a:cubicBezTo>
                  <a:cubicBezTo>
                    <a:pt x="279196" y="13255"/>
                    <a:pt x="265454" y="16270"/>
                    <a:pt x="251623" y="18974"/>
                  </a:cubicBezTo>
                  <a:cubicBezTo>
                    <a:pt x="223916" y="23894"/>
                    <a:pt x="196032" y="28106"/>
                    <a:pt x="167926" y="30588"/>
                  </a:cubicBezTo>
                  <a:cubicBezTo>
                    <a:pt x="139864" y="32894"/>
                    <a:pt x="111625" y="34312"/>
                    <a:pt x="83431" y="33159"/>
                  </a:cubicBezTo>
                  <a:cubicBezTo>
                    <a:pt x="76382" y="32849"/>
                    <a:pt x="69334" y="32362"/>
                    <a:pt x="62329" y="31962"/>
                  </a:cubicBezTo>
                  <a:cubicBezTo>
                    <a:pt x="55325" y="31209"/>
                    <a:pt x="48276" y="30810"/>
                    <a:pt x="41316" y="29790"/>
                  </a:cubicBezTo>
                  <a:cubicBezTo>
                    <a:pt x="27397" y="27884"/>
                    <a:pt x="13432" y="25579"/>
                    <a:pt x="0" y="213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444" name="Forme libre : forme 26946">
              <a:extLst>
                <a:ext uri="{FF2B5EF4-FFF2-40B4-BE49-F238E27FC236}">
                  <a16:creationId xmlns:a16="http://schemas.microsoft.com/office/drawing/2014/main" id="{9D07E699-A9A2-4E9D-B9FD-AA5312161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6646" y="4603149"/>
              <a:ext cx="581843" cy="53424"/>
            </a:xfrm>
            <a:custGeom>
              <a:avLst/>
              <a:gdLst>
                <a:gd name="T0" fmla="*/ 0 w 581843"/>
                <a:gd name="T1" fmla="*/ 0 h 53424"/>
                <a:gd name="T2" fmla="*/ 145849 w 581843"/>
                <a:gd name="T3" fmla="*/ 12058 h 53424"/>
                <a:gd name="T4" fmla="*/ 218507 w 581843"/>
                <a:gd name="T5" fmla="*/ 21190 h 53424"/>
                <a:gd name="T6" fmla="*/ 290811 w 581843"/>
                <a:gd name="T7" fmla="*/ 33027 h 53424"/>
                <a:gd name="T8" fmla="*/ 326719 w 581843"/>
                <a:gd name="T9" fmla="*/ 39677 h 53424"/>
                <a:gd name="T10" fmla="*/ 362893 w 581843"/>
                <a:gd name="T11" fmla="*/ 44464 h 53424"/>
                <a:gd name="T12" fmla="*/ 399245 w 581843"/>
                <a:gd name="T13" fmla="*/ 47789 h 53424"/>
                <a:gd name="T14" fmla="*/ 435729 w 581843"/>
                <a:gd name="T15" fmla="*/ 49695 h 53424"/>
                <a:gd name="T16" fmla="*/ 508786 w 581843"/>
                <a:gd name="T17" fmla="*/ 50404 h 53424"/>
                <a:gd name="T18" fmla="*/ 581844 w 581843"/>
                <a:gd name="T19" fmla="*/ 47213 h 53424"/>
                <a:gd name="T20" fmla="*/ 435596 w 581843"/>
                <a:gd name="T21" fmla="*/ 53109 h 53424"/>
                <a:gd name="T22" fmla="*/ 362450 w 581843"/>
                <a:gd name="T23" fmla="*/ 48498 h 53424"/>
                <a:gd name="T24" fmla="*/ 326054 w 581843"/>
                <a:gd name="T25" fmla="*/ 43888 h 53424"/>
                <a:gd name="T26" fmla="*/ 289969 w 581843"/>
                <a:gd name="T27" fmla="*/ 37416 h 53424"/>
                <a:gd name="T28" fmla="*/ 145494 w 581843"/>
                <a:gd name="T29" fmla="*/ 15471 h 53424"/>
                <a:gd name="T30" fmla="*/ 72836 w 581843"/>
                <a:gd name="T31" fmla="*/ 7226 h 53424"/>
                <a:gd name="T32" fmla="*/ 0 w 581843"/>
                <a:gd name="T33" fmla="*/ 0 h 534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1843" h="53424">
                  <a:moveTo>
                    <a:pt x="0" y="0"/>
                  </a:moveTo>
                  <a:cubicBezTo>
                    <a:pt x="48720" y="2616"/>
                    <a:pt x="97351" y="6827"/>
                    <a:pt x="145849" y="12058"/>
                  </a:cubicBezTo>
                  <a:cubicBezTo>
                    <a:pt x="170098" y="14674"/>
                    <a:pt x="194347" y="17732"/>
                    <a:pt x="218507" y="21190"/>
                  </a:cubicBezTo>
                  <a:cubicBezTo>
                    <a:pt x="242668" y="24648"/>
                    <a:pt x="266784" y="28416"/>
                    <a:pt x="290811" y="33027"/>
                  </a:cubicBezTo>
                  <a:cubicBezTo>
                    <a:pt x="302825" y="35377"/>
                    <a:pt x="314750" y="37504"/>
                    <a:pt x="326719" y="39677"/>
                  </a:cubicBezTo>
                  <a:cubicBezTo>
                    <a:pt x="338777" y="41361"/>
                    <a:pt x="350746" y="43311"/>
                    <a:pt x="362893" y="44464"/>
                  </a:cubicBezTo>
                  <a:cubicBezTo>
                    <a:pt x="374951" y="45971"/>
                    <a:pt x="387098" y="46769"/>
                    <a:pt x="399245" y="47789"/>
                  </a:cubicBezTo>
                  <a:cubicBezTo>
                    <a:pt x="411391" y="48454"/>
                    <a:pt x="423538" y="49296"/>
                    <a:pt x="435729" y="49695"/>
                  </a:cubicBezTo>
                  <a:cubicBezTo>
                    <a:pt x="460067" y="50671"/>
                    <a:pt x="484449" y="50848"/>
                    <a:pt x="508786" y="50404"/>
                  </a:cubicBezTo>
                  <a:cubicBezTo>
                    <a:pt x="533168" y="50050"/>
                    <a:pt x="557506" y="48986"/>
                    <a:pt x="581844" y="47213"/>
                  </a:cubicBezTo>
                  <a:cubicBezTo>
                    <a:pt x="533346" y="52444"/>
                    <a:pt x="484449" y="54217"/>
                    <a:pt x="435596" y="53109"/>
                  </a:cubicBezTo>
                  <a:cubicBezTo>
                    <a:pt x="411170" y="52665"/>
                    <a:pt x="386743" y="51069"/>
                    <a:pt x="362450" y="48498"/>
                  </a:cubicBezTo>
                  <a:cubicBezTo>
                    <a:pt x="350259" y="47390"/>
                    <a:pt x="338201" y="45528"/>
                    <a:pt x="326054" y="43888"/>
                  </a:cubicBezTo>
                  <a:cubicBezTo>
                    <a:pt x="313996" y="41804"/>
                    <a:pt x="301894" y="39721"/>
                    <a:pt x="289969" y="37416"/>
                  </a:cubicBezTo>
                  <a:cubicBezTo>
                    <a:pt x="242180" y="28062"/>
                    <a:pt x="193815" y="21589"/>
                    <a:pt x="145494" y="15471"/>
                  </a:cubicBezTo>
                  <a:cubicBezTo>
                    <a:pt x="121289" y="12413"/>
                    <a:pt x="97085" y="9753"/>
                    <a:pt x="72836" y="7226"/>
                  </a:cubicBezTo>
                  <a:cubicBezTo>
                    <a:pt x="48542" y="4522"/>
                    <a:pt x="24293" y="22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443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FCAD6FCD-C0E9-4D91-A299-C529428767F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Epidermis</a:t>
            </a:r>
          </a:p>
        </p:txBody>
      </p:sp>
      <p:sp>
        <p:nvSpPr>
          <p:cNvPr id="13315" name="Oval 3">
            <a:extLst>
              <a:ext uri="{FF2B5EF4-FFF2-40B4-BE49-F238E27FC236}">
                <a16:creationId xmlns:a16="http://schemas.microsoft.com/office/drawing/2014/main" id="{F4AEE71C-1F02-4A74-B00A-48759DF9A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111375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16" name="Oval 4">
            <a:extLst>
              <a:ext uri="{FF2B5EF4-FFF2-40B4-BE49-F238E27FC236}">
                <a16:creationId xmlns:a16="http://schemas.microsoft.com/office/drawing/2014/main" id="{EE123F93-9914-44E0-A209-8E4DA0D99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2763" y="1370013"/>
            <a:ext cx="7937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17" name="Oval 5">
            <a:extLst>
              <a:ext uri="{FF2B5EF4-FFF2-40B4-BE49-F238E27FC236}">
                <a16:creationId xmlns:a16="http://schemas.microsoft.com/office/drawing/2014/main" id="{8667AA54-644B-4E9D-B078-CE4CDED12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1370013"/>
            <a:ext cx="7938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18" name="Oval 6">
            <a:extLst>
              <a:ext uri="{FF2B5EF4-FFF2-40B4-BE49-F238E27FC236}">
                <a16:creationId xmlns:a16="http://schemas.microsoft.com/office/drawing/2014/main" id="{76883F14-6C3F-40BD-8CE7-19F684446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238" y="1377950"/>
            <a:ext cx="1111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19" name="Oval 7">
            <a:extLst>
              <a:ext uri="{FF2B5EF4-FFF2-40B4-BE49-F238E27FC236}">
                <a16:creationId xmlns:a16="http://schemas.microsoft.com/office/drawing/2014/main" id="{6C9C45E7-988E-4CAF-A05D-91FA724B15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0938" y="1377950"/>
            <a:ext cx="7937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20" name="Oval 8">
            <a:extLst>
              <a:ext uri="{FF2B5EF4-FFF2-40B4-BE49-F238E27FC236}">
                <a16:creationId xmlns:a16="http://schemas.microsoft.com/office/drawing/2014/main" id="{C7C4C09A-8DF3-4234-9164-8B9BDA9D2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6175" y="1306513"/>
            <a:ext cx="4763" cy="3175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21" name="Oval 9">
            <a:extLst>
              <a:ext uri="{FF2B5EF4-FFF2-40B4-BE49-F238E27FC236}">
                <a16:creationId xmlns:a16="http://schemas.microsoft.com/office/drawing/2014/main" id="{84A621B8-FDDB-4ED9-B170-BDE4B2814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1417638"/>
            <a:ext cx="9525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22" name="Oval 10">
            <a:extLst>
              <a:ext uri="{FF2B5EF4-FFF2-40B4-BE49-F238E27FC236}">
                <a16:creationId xmlns:a16="http://schemas.microsoft.com/office/drawing/2014/main" id="{32D5FB45-C177-4588-9288-0072DEDE2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4275" y="1417638"/>
            <a:ext cx="7938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23" name="Oval 11">
            <a:extLst>
              <a:ext uri="{FF2B5EF4-FFF2-40B4-BE49-F238E27FC236}">
                <a16:creationId xmlns:a16="http://schemas.microsoft.com/office/drawing/2014/main" id="{26C621A6-31A8-4F84-B0E2-AAD1BB19D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1400" y="1516063"/>
            <a:ext cx="6350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24" name="Oval 12">
            <a:extLst>
              <a:ext uri="{FF2B5EF4-FFF2-40B4-BE49-F238E27FC236}">
                <a16:creationId xmlns:a16="http://schemas.microsoft.com/office/drawing/2014/main" id="{08EE869D-5505-4217-8A16-17E534171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2600" y="1482725"/>
            <a:ext cx="7938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25" name="Oval 13">
            <a:extLst>
              <a:ext uri="{FF2B5EF4-FFF2-40B4-BE49-F238E27FC236}">
                <a16:creationId xmlns:a16="http://schemas.microsoft.com/office/drawing/2014/main" id="{6B740050-F6DA-45C2-82C1-ADAB5FEC13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1738" y="1479550"/>
            <a:ext cx="476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26" name="Rectangle 14">
            <a:extLst>
              <a:ext uri="{FF2B5EF4-FFF2-40B4-BE49-F238E27FC236}">
                <a16:creationId xmlns:a16="http://schemas.microsoft.com/office/drawing/2014/main" id="{B420149B-6635-4CB9-BF73-DDA0B5CB46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2700" y="5505450"/>
            <a:ext cx="1588" cy="1588"/>
          </a:xfrm>
          <a:prstGeom prst="rect">
            <a:avLst/>
          </a:prstGeom>
          <a:solidFill>
            <a:srgbClr val="F4A8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27" name="Oval 15">
            <a:extLst>
              <a:ext uri="{FF2B5EF4-FFF2-40B4-BE49-F238E27FC236}">
                <a16:creationId xmlns:a16="http://schemas.microsoft.com/office/drawing/2014/main" id="{49118F87-0729-495D-AE26-C1786E2E1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2075" y="4254500"/>
            <a:ext cx="7938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28" name="Oval 16">
            <a:extLst>
              <a:ext uri="{FF2B5EF4-FFF2-40B4-BE49-F238E27FC236}">
                <a16:creationId xmlns:a16="http://schemas.microsoft.com/office/drawing/2014/main" id="{57C03537-7A82-42E2-900D-B6FA7A3E8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7625" y="4064000"/>
            <a:ext cx="7938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29" name="Oval 17">
            <a:extLst>
              <a:ext uri="{FF2B5EF4-FFF2-40B4-BE49-F238E27FC236}">
                <a16:creationId xmlns:a16="http://schemas.microsoft.com/office/drawing/2014/main" id="{B348213D-27D0-4CCA-B2B8-71E269B40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8425" y="5137150"/>
            <a:ext cx="6350" cy="7938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30" name="Oval 18">
            <a:extLst>
              <a:ext uri="{FF2B5EF4-FFF2-40B4-BE49-F238E27FC236}">
                <a16:creationId xmlns:a16="http://schemas.microsoft.com/office/drawing/2014/main" id="{D3BACC1F-DFFC-4646-AE54-A80B3A25D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4600" y="5435600"/>
            <a:ext cx="7938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31" name="Oval 19">
            <a:extLst>
              <a:ext uri="{FF2B5EF4-FFF2-40B4-BE49-F238E27FC236}">
                <a16:creationId xmlns:a16="http://schemas.microsoft.com/office/drawing/2014/main" id="{5A9752D6-16EE-49C7-9810-C9A41F0967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6188" y="5522913"/>
            <a:ext cx="6350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32" name="Oval 20">
            <a:extLst>
              <a:ext uri="{FF2B5EF4-FFF2-40B4-BE49-F238E27FC236}">
                <a16:creationId xmlns:a16="http://schemas.microsoft.com/office/drawing/2014/main" id="{DDC70887-835C-4E0B-93C3-147E8843A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2538" y="5483225"/>
            <a:ext cx="6350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33" name="Oval 21">
            <a:extLst>
              <a:ext uri="{FF2B5EF4-FFF2-40B4-BE49-F238E27FC236}">
                <a16:creationId xmlns:a16="http://schemas.microsoft.com/office/drawing/2014/main" id="{71D94C89-A0D4-4770-AD5E-11AB71DDE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8913" y="5502275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34" name="Oval 22">
            <a:extLst>
              <a:ext uri="{FF2B5EF4-FFF2-40B4-BE49-F238E27FC236}">
                <a16:creationId xmlns:a16="http://schemas.microsoft.com/office/drawing/2014/main" id="{1527AEB6-4ED6-4705-8713-4BDE1E1F7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4325" y="5540375"/>
            <a:ext cx="7938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35" name="Oval 23">
            <a:extLst>
              <a:ext uri="{FF2B5EF4-FFF2-40B4-BE49-F238E27FC236}">
                <a16:creationId xmlns:a16="http://schemas.microsoft.com/office/drawing/2014/main" id="{A05BC357-B60A-4117-A57E-B08ED5903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5863" y="3921125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36" name="Oval 24">
            <a:extLst>
              <a:ext uri="{FF2B5EF4-FFF2-40B4-BE49-F238E27FC236}">
                <a16:creationId xmlns:a16="http://schemas.microsoft.com/office/drawing/2014/main" id="{1549E3C9-81C9-42DA-BE28-D76BA87D8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7138" y="3960813"/>
            <a:ext cx="4762" cy="7937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37" name="Oval 25">
            <a:extLst>
              <a:ext uri="{FF2B5EF4-FFF2-40B4-BE49-F238E27FC236}">
                <a16:creationId xmlns:a16="http://schemas.microsoft.com/office/drawing/2014/main" id="{475A5EFE-2303-440C-B8AB-36887FDA4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9563" y="4722813"/>
            <a:ext cx="6350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38" name="Oval 26">
            <a:extLst>
              <a:ext uri="{FF2B5EF4-FFF2-40B4-BE49-F238E27FC236}">
                <a16:creationId xmlns:a16="http://schemas.microsoft.com/office/drawing/2014/main" id="{BE99311E-B7E5-48D5-A15A-96F7A685C1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0975" y="4921250"/>
            <a:ext cx="4763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39" name="Rectangle 27">
            <a:extLst>
              <a:ext uri="{FF2B5EF4-FFF2-40B4-BE49-F238E27FC236}">
                <a16:creationId xmlns:a16="http://schemas.microsoft.com/office/drawing/2014/main" id="{92299F38-E573-49AB-8DBD-E06414210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7625" y="5284788"/>
            <a:ext cx="1588" cy="1587"/>
          </a:xfrm>
          <a:prstGeom prst="rect">
            <a:avLst/>
          </a:prstGeom>
          <a:solidFill>
            <a:srgbClr val="F4A8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40" name="Oval 28">
            <a:extLst>
              <a:ext uri="{FF2B5EF4-FFF2-40B4-BE49-F238E27FC236}">
                <a16:creationId xmlns:a16="http://schemas.microsoft.com/office/drawing/2014/main" id="{31C4FE96-CEDF-4BF6-B24A-A5ECB89BB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6425" y="4605338"/>
            <a:ext cx="6350" cy="7937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41" name="Oval 29">
            <a:extLst>
              <a:ext uri="{FF2B5EF4-FFF2-40B4-BE49-F238E27FC236}">
                <a16:creationId xmlns:a16="http://schemas.microsoft.com/office/drawing/2014/main" id="{35CCDF38-FCB2-4725-9133-9DDE10F5B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5054600"/>
            <a:ext cx="7937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42" name="Oval 30">
            <a:extLst>
              <a:ext uri="{FF2B5EF4-FFF2-40B4-BE49-F238E27FC236}">
                <a16:creationId xmlns:a16="http://schemas.microsoft.com/office/drawing/2014/main" id="{7AEC342B-295F-458D-AF09-0E8A30EDF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9200" y="5292725"/>
            <a:ext cx="7938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43" name="Oval 31">
            <a:extLst>
              <a:ext uri="{FF2B5EF4-FFF2-40B4-BE49-F238E27FC236}">
                <a16:creationId xmlns:a16="http://schemas.microsoft.com/office/drawing/2014/main" id="{FBE58050-788C-4286-8B54-2BC80928B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0650" y="4397375"/>
            <a:ext cx="7938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44" name="Oval 32">
            <a:extLst>
              <a:ext uri="{FF2B5EF4-FFF2-40B4-BE49-F238E27FC236}">
                <a16:creationId xmlns:a16="http://schemas.microsoft.com/office/drawing/2014/main" id="{FB0D8445-AAD8-4433-991D-23140354A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4057650"/>
            <a:ext cx="6350" cy="7938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45" name="Oval 33">
            <a:extLst>
              <a:ext uri="{FF2B5EF4-FFF2-40B4-BE49-F238E27FC236}">
                <a16:creationId xmlns:a16="http://schemas.microsoft.com/office/drawing/2014/main" id="{34B40653-22E2-4CC9-A2DB-06654E750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4579938"/>
            <a:ext cx="6350" cy="7937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46" name="Oval 34">
            <a:extLst>
              <a:ext uri="{FF2B5EF4-FFF2-40B4-BE49-F238E27FC236}">
                <a16:creationId xmlns:a16="http://schemas.microsoft.com/office/drawing/2014/main" id="{96A860A5-EC27-4C09-9A70-772C8C4A6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5863" y="5180013"/>
            <a:ext cx="7937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47" name="Oval 35">
            <a:extLst>
              <a:ext uri="{FF2B5EF4-FFF2-40B4-BE49-F238E27FC236}">
                <a16:creationId xmlns:a16="http://schemas.microsoft.com/office/drawing/2014/main" id="{D7383A79-1A0F-4361-88EB-E6BB18357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5400" y="5380038"/>
            <a:ext cx="4763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48" name="Oval 36">
            <a:extLst>
              <a:ext uri="{FF2B5EF4-FFF2-40B4-BE49-F238E27FC236}">
                <a16:creationId xmlns:a16="http://schemas.microsoft.com/office/drawing/2014/main" id="{0C656D2B-4D6C-4404-BD3C-D3A3B0DE6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7575" y="4816475"/>
            <a:ext cx="4763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49" name="Oval 37">
            <a:extLst>
              <a:ext uri="{FF2B5EF4-FFF2-40B4-BE49-F238E27FC236}">
                <a16:creationId xmlns:a16="http://schemas.microsoft.com/office/drawing/2014/main" id="{1AC94B0A-0ACB-4AA1-99A8-9CAC999A7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9375" y="4645025"/>
            <a:ext cx="7938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50" name="Oval 38">
            <a:extLst>
              <a:ext uri="{FF2B5EF4-FFF2-40B4-BE49-F238E27FC236}">
                <a16:creationId xmlns:a16="http://schemas.microsoft.com/office/drawing/2014/main" id="{2DD90F5F-70D2-44C8-90DB-727CA3082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8763" y="4713288"/>
            <a:ext cx="7937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51" name="Oval 39">
            <a:extLst>
              <a:ext uri="{FF2B5EF4-FFF2-40B4-BE49-F238E27FC236}">
                <a16:creationId xmlns:a16="http://schemas.microsoft.com/office/drawing/2014/main" id="{B43D9F2B-AF3F-4530-AF13-F073EA5AE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0000" y="4624388"/>
            <a:ext cx="4763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52" name="Oval 40">
            <a:extLst>
              <a:ext uri="{FF2B5EF4-FFF2-40B4-BE49-F238E27FC236}">
                <a16:creationId xmlns:a16="http://schemas.microsoft.com/office/drawing/2014/main" id="{ECCC7152-671F-442B-A12C-6E4BB8B86C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559300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53" name="Oval 41">
            <a:extLst>
              <a:ext uri="{FF2B5EF4-FFF2-40B4-BE49-F238E27FC236}">
                <a16:creationId xmlns:a16="http://schemas.microsoft.com/office/drawing/2014/main" id="{EEF726E9-E804-4ED7-8197-189F590F8E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2000" y="4464050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54" name="Oval 42">
            <a:extLst>
              <a:ext uri="{FF2B5EF4-FFF2-40B4-BE49-F238E27FC236}">
                <a16:creationId xmlns:a16="http://schemas.microsoft.com/office/drawing/2014/main" id="{E235DCD2-9B45-4447-B9B7-87C68A7DE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4013200"/>
            <a:ext cx="4762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55" name="Oval 43">
            <a:extLst>
              <a:ext uri="{FF2B5EF4-FFF2-40B4-BE49-F238E27FC236}">
                <a16:creationId xmlns:a16="http://schemas.microsoft.com/office/drawing/2014/main" id="{1D18B8A1-44AD-4DE6-8ED5-0CC87ACB9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6213" y="4025900"/>
            <a:ext cx="6350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56" name="Oval 44">
            <a:extLst>
              <a:ext uri="{FF2B5EF4-FFF2-40B4-BE49-F238E27FC236}">
                <a16:creationId xmlns:a16="http://schemas.microsoft.com/office/drawing/2014/main" id="{92337435-17D7-4C6F-B8D3-BDA1F4413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813" y="4286250"/>
            <a:ext cx="4762" cy="7938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57" name="Oval 45">
            <a:extLst>
              <a:ext uri="{FF2B5EF4-FFF2-40B4-BE49-F238E27FC236}">
                <a16:creationId xmlns:a16="http://schemas.microsoft.com/office/drawing/2014/main" id="{A59CCD05-79DE-4FE8-98ED-BF9F407D1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7788" y="4559300"/>
            <a:ext cx="7937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58" name="Oval 46">
            <a:extLst>
              <a:ext uri="{FF2B5EF4-FFF2-40B4-BE49-F238E27FC236}">
                <a16:creationId xmlns:a16="http://schemas.microsoft.com/office/drawing/2014/main" id="{39B2A0E3-4304-4B0C-95B7-9F256FB27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4288" y="4797425"/>
            <a:ext cx="7937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59" name="Oval 47">
            <a:extLst>
              <a:ext uri="{FF2B5EF4-FFF2-40B4-BE49-F238E27FC236}">
                <a16:creationId xmlns:a16="http://schemas.microsoft.com/office/drawing/2014/main" id="{D7A3195E-88F2-43BD-A201-496B284CF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4856163"/>
            <a:ext cx="6350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60" name="Oval 48">
            <a:extLst>
              <a:ext uri="{FF2B5EF4-FFF2-40B4-BE49-F238E27FC236}">
                <a16:creationId xmlns:a16="http://schemas.microsoft.com/office/drawing/2014/main" id="{4E07508D-E73E-44BE-B4EF-B0BE573328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875" y="4397375"/>
            <a:ext cx="4763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61" name="Oval 49">
            <a:extLst>
              <a:ext uri="{FF2B5EF4-FFF2-40B4-BE49-F238E27FC236}">
                <a16:creationId xmlns:a16="http://schemas.microsoft.com/office/drawing/2014/main" id="{EDC03B54-BD1D-4881-9C13-FDEDE5133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3850" y="1274763"/>
            <a:ext cx="7938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3362" name="Oval 50">
            <a:extLst>
              <a:ext uri="{FF2B5EF4-FFF2-40B4-BE49-F238E27FC236}">
                <a16:creationId xmlns:a16="http://schemas.microsoft.com/office/drawing/2014/main" id="{7B7314C5-BB42-49B0-B942-C4077C297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2438" y="1277938"/>
            <a:ext cx="4762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13363" name="Epidermal-melanocyte-cell-illustration">
            <a:extLst>
              <a:ext uri="{FF2B5EF4-FFF2-40B4-BE49-F238E27FC236}">
                <a16:creationId xmlns:a16="http://schemas.microsoft.com/office/drawing/2014/main" id="{A63AC04A-2E2B-49DA-9DB7-BD6FC8AB77DF}"/>
              </a:ext>
            </a:extLst>
          </p:cNvPr>
          <p:cNvGrpSpPr>
            <a:grpSpLocks/>
          </p:cNvGrpSpPr>
          <p:nvPr/>
        </p:nvGrpSpPr>
        <p:grpSpPr bwMode="auto">
          <a:xfrm>
            <a:off x="8612188" y="3025775"/>
            <a:ext cx="1595437" cy="1084263"/>
            <a:chOff x="4525" y="1930"/>
            <a:chExt cx="1005" cy="683"/>
          </a:xfrm>
        </p:grpSpPr>
        <p:sp>
          <p:nvSpPr>
            <p:cNvPr id="15727" name="Freeform 52">
              <a:extLst>
                <a:ext uri="{FF2B5EF4-FFF2-40B4-BE49-F238E27FC236}">
                  <a16:creationId xmlns:a16="http://schemas.microsoft.com/office/drawing/2014/main" id="{EB140D4D-338A-4841-B26F-B42FA547A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930"/>
              <a:ext cx="1005" cy="683"/>
            </a:xfrm>
            <a:custGeom>
              <a:avLst/>
              <a:gdLst>
                <a:gd name="T0" fmla="*/ 263 w 730"/>
                <a:gd name="T1" fmla="*/ 921 h 465"/>
                <a:gd name="T2" fmla="*/ 383 w 730"/>
                <a:gd name="T3" fmla="*/ 1122 h 465"/>
                <a:gd name="T4" fmla="*/ 332 w 730"/>
                <a:gd name="T5" fmla="*/ 1293 h 465"/>
                <a:gd name="T6" fmla="*/ 11 w 730"/>
                <a:gd name="T7" fmla="*/ 1560 h 465"/>
                <a:gd name="T8" fmla="*/ 257 w 730"/>
                <a:gd name="T9" fmla="*/ 1476 h 465"/>
                <a:gd name="T10" fmla="*/ 670 w 730"/>
                <a:gd name="T11" fmla="*/ 1764 h 465"/>
                <a:gd name="T12" fmla="*/ 922 w 730"/>
                <a:gd name="T13" fmla="*/ 2393 h 465"/>
                <a:gd name="T14" fmla="*/ 885 w 730"/>
                <a:gd name="T15" fmla="*/ 2899 h 465"/>
                <a:gd name="T16" fmla="*/ 860 w 730"/>
                <a:gd name="T17" fmla="*/ 3158 h 465"/>
                <a:gd name="T18" fmla="*/ 947 w 730"/>
                <a:gd name="T19" fmla="*/ 2919 h 465"/>
                <a:gd name="T20" fmla="*/ 1012 w 730"/>
                <a:gd name="T21" fmla="*/ 2475 h 465"/>
                <a:gd name="T22" fmla="*/ 1218 w 730"/>
                <a:gd name="T23" fmla="*/ 2244 h 465"/>
                <a:gd name="T24" fmla="*/ 1505 w 730"/>
                <a:gd name="T25" fmla="*/ 2186 h 465"/>
                <a:gd name="T26" fmla="*/ 1747 w 730"/>
                <a:gd name="T27" fmla="*/ 1968 h 465"/>
                <a:gd name="T28" fmla="*/ 2270 w 730"/>
                <a:gd name="T29" fmla="*/ 1536 h 465"/>
                <a:gd name="T30" fmla="*/ 2585 w 730"/>
                <a:gd name="T31" fmla="*/ 1501 h 465"/>
                <a:gd name="T32" fmla="*/ 2887 w 730"/>
                <a:gd name="T33" fmla="*/ 1271 h 465"/>
                <a:gd name="T34" fmla="*/ 3230 w 730"/>
                <a:gd name="T35" fmla="*/ 1005 h 465"/>
                <a:gd name="T36" fmla="*/ 3351 w 730"/>
                <a:gd name="T37" fmla="*/ 643 h 465"/>
                <a:gd name="T38" fmla="*/ 3588 w 730"/>
                <a:gd name="T39" fmla="*/ 307 h 465"/>
                <a:gd name="T40" fmla="*/ 3478 w 730"/>
                <a:gd name="T41" fmla="*/ 364 h 465"/>
                <a:gd name="T42" fmla="*/ 3290 w 730"/>
                <a:gd name="T43" fmla="*/ 636 h 465"/>
                <a:gd name="T44" fmla="*/ 3136 w 730"/>
                <a:gd name="T45" fmla="*/ 944 h 465"/>
                <a:gd name="T46" fmla="*/ 2766 w 730"/>
                <a:gd name="T47" fmla="*/ 1178 h 465"/>
                <a:gd name="T48" fmla="*/ 2521 w 730"/>
                <a:gd name="T49" fmla="*/ 1398 h 465"/>
                <a:gd name="T50" fmla="*/ 2163 w 730"/>
                <a:gd name="T51" fmla="*/ 1271 h 465"/>
                <a:gd name="T52" fmla="*/ 1958 w 730"/>
                <a:gd name="T53" fmla="*/ 1005 h 465"/>
                <a:gd name="T54" fmla="*/ 1996 w 730"/>
                <a:gd name="T55" fmla="*/ 608 h 465"/>
                <a:gd name="T56" fmla="*/ 2091 w 730"/>
                <a:gd name="T57" fmla="*/ 231 h 465"/>
                <a:gd name="T58" fmla="*/ 2258 w 730"/>
                <a:gd name="T59" fmla="*/ 56 h 465"/>
                <a:gd name="T60" fmla="*/ 2038 w 730"/>
                <a:gd name="T61" fmla="*/ 201 h 465"/>
                <a:gd name="T62" fmla="*/ 1886 w 730"/>
                <a:gd name="T63" fmla="*/ 514 h 465"/>
                <a:gd name="T64" fmla="*/ 1647 w 730"/>
                <a:gd name="T65" fmla="*/ 871 h 465"/>
                <a:gd name="T66" fmla="*/ 1337 w 730"/>
                <a:gd name="T67" fmla="*/ 726 h 465"/>
                <a:gd name="T68" fmla="*/ 999 w 730"/>
                <a:gd name="T69" fmla="*/ 820 h 465"/>
                <a:gd name="T70" fmla="*/ 798 w 730"/>
                <a:gd name="T71" fmla="*/ 986 h 465"/>
                <a:gd name="T72" fmla="*/ 508 w 730"/>
                <a:gd name="T73" fmla="*/ 1012 h 465"/>
                <a:gd name="T74" fmla="*/ 263 w 730"/>
                <a:gd name="T75" fmla="*/ 921 h 4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30" h="465">
                  <a:moveTo>
                    <a:pt x="53" y="135"/>
                  </a:moveTo>
                  <a:cubicBezTo>
                    <a:pt x="47" y="142"/>
                    <a:pt x="64" y="157"/>
                    <a:pt x="78" y="164"/>
                  </a:cubicBezTo>
                  <a:cubicBezTo>
                    <a:pt x="94" y="172"/>
                    <a:pt x="84" y="185"/>
                    <a:pt x="67" y="189"/>
                  </a:cubicBezTo>
                  <a:cubicBezTo>
                    <a:pt x="50" y="194"/>
                    <a:pt x="5" y="213"/>
                    <a:pt x="2" y="228"/>
                  </a:cubicBezTo>
                  <a:cubicBezTo>
                    <a:pt x="0" y="242"/>
                    <a:pt x="18" y="229"/>
                    <a:pt x="52" y="216"/>
                  </a:cubicBezTo>
                  <a:cubicBezTo>
                    <a:pt x="85" y="203"/>
                    <a:pt x="101" y="219"/>
                    <a:pt x="136" y="258"/>
                  </a:cubicBezTo>
                  <a:cubicBezTo>
                    <a:pt x="172" y="297"/>
                    <a:pt x="181" y="319"/>
                    <a:pt x="187" y="350"/>
                  </a:cubicBezTo>
                  <a:cubicBezTo>
                    <a:pt x="192" y="381"/>
                    <a:pt x="186" y="398"/>
                    <a:pt x="179" y="424"/>
                  </a:cubicBezTo>
                  <a:cubicBezTo>
                    <a:pt x="173" y="450"/>
                    <a:pt x="168" y="458"/>
                    <a:pt x="174" y="462"/>
                  </a:cubicBezTo>
                  <a:cubicBezTo>
                    <a:pt x="180" y="465"/>
                    <a:pt x="190" y="439"/>
                    <a:pt x="192" y="427"/>
                  </a:cubicBezTo>
                  <a:cubicBezTo>
                    <a:pt x="194" y="415"/>
                    <a:pt x="208" y="383"/>
                    <a:pt x="205" y="362"/>
                  </a:cubicBezTo>
                  <a:cubicBezTo>
                    <a:pt x="203" y="340"/>
                    <a:pt x="214" y="322"/>
                    <a:pt x="246" y="328"/>
                  </a:cubicBezTo>
                  <a:cubicBezTo>
                    <a:pt x="268" y="331"/>
                    <a:pt x="282" y="337"/>
                    <a:pt x="304" y="320"/>
                  </a:cubicBezTo>
                  <a:cubicBezTo>
                    <a:pt x="325" y="303"/>
                    <a:pt x="337" y="304"/>
                    <a:pt x="354" y="288"/>
                  </a:cubicBezTo>
                  <a:cubicBezTo>
                    <a:pt x="371" y="271"/>
                    <a:pt x="389" y="212"/>
                    <a:pt x="459" y="225"/>
                  </a:cubicBezTo>
                  <a:cubicBezTo>
                    <a:pt x="480" y="226"/>
                    <a:pt x="503" y="226"/>
                    <a:pt x="523" y="220"/>
                  </a:cubicBezTo>
                  <a:cubicBezTo>
                    <a:pt x="557" y="210"/>
                    <a:pt x="557" y="196"/>
                    <a:pt x="583" y="186"/>
                  </a:cubicBezTo>
                  <a:cubicBezTo>
                    <a:pt x="610" y="175"/>
                    <a:pt x="632" y="168"/>
                    <a:pt x="653" y="147"/>
                  </a:cubicBezTo>
                  <a:cubicBezTo>
                    <a:pt x="675" y="127"/>
                    <a:pt x="661" y="115"/>
                    <a:pt x="678" y="94"/>
                  </a:cubicBezTo>
                  <a:cubicBezTo>
                    <a:pt x="695" y="72"/>
                    <a:pt x="723" y="62"/>
                    <a:pt x="726" y="45"/>
                  </a:cubicBezTo>
                  <a:cubicBezTo>
                    <a:pt x="730" y="28"/>
                    <a:pt x="714" y="42"/>
                    <a:pt x="703" y="53"/>
                  </a:cubicBezTo>
                  <a:cubicBezTo>
                    <a:pt x="692" y="65"/>
                    <a:pt x="674" y="77"/>
                    <a:pt x="665" y="93"/>
                  </a:cubicBezTo>
                  <a:cubicBezTo>
                    <a:pt x="656" y="109"/>
                    <a:pt x="659" y="124"/>
                    <a:pt x="634" y="138"/>
                  </a:cubicBezTo>
                  <a:cubicBezTo>
                    <a:pt x="609" y="153"/>
                    <a:pt x="580" y="154"/>
                    <a:pt x="559" y="172"/>
                  </a:cubicBezTo>
                  <a:cubicBezTo>
                    <a:pt x="539" y="190"/>
                    <a:pt x="527" y="201"/>
                    <a:pt x="510" y="204"/>
                  </a:cubicBezTo>
                  <a:cubicBezTo>
                    <a:pt x="493" y="208"/>
                    <a:pt x="456" y="195"/>
                    <a:pt x="437" y="186"/>
                  </a:cubicBezTo>
                  <a:cubicBezTo>
                    <a:pt x="418" y="177"/>
                    <a:pt x="397" y="170"/>
                    <a:pt x="396" y="147"/>
                  </a:cubicBezTo>
                  <a:cubicBezTo>
                    <a:pt x="395" y="125"/>
                    <a:pt x="410" y="111"/>
                    <a:pt x="404" y="89"/>
                  </a:cubicBezTo>
                  <a:cubicBezTo>
                    <a:pt x="397" y="68"/>
                    <a:pt x="410" y="47"/>
                    <a:pt x="423" y="34"/>
                  </a:cubicBezTo>
                  <a:cubicBezTo>
                    <a:pt x="437" y="20"/>
                    <a:pt x="456" y="16"/>
                    <a:pt x="456" y="8"/>
                  </a:cubicBezTo>
                  <a:cubicBezTo>
                    <a:pt x="455" y="0"/>
                    <a:pt x="424" y="18"/>
                    <a:pt x="412" y="29"/>
                  </a:cubicBezTo>
                  <a:cubicBezTo>
                    <a:pt x="399" y="41"/>
                    <a:pt x="391" y="51"/>
                    <a:pt x="381" y="75"/>
                  </a:cubicBezTo>
                  <a:cubicBezTo>
                    <a:pt x="372" y="99"/>
                    <a:pt x="365" y="125"/>
                    <a:pt x="333" y="127"/>
                  </a:cubicBezTo>
                  <a:cubicBezTo>
                    <a:pt x="301" y="128"/>
                    <a:pt x="296" y="102"/>
                    <a:pt x="270" y="106"/>
                  </a:cubicBezTo>
                  <a:cubicBezTo>
                    <a:pt x="244" y="110"/>
                    <a:pt x="229" y="96"/>
                    <a:pt x="202" y="120"/>
                  </a:cubicBezTo>
                  <a:cubicBezTo>
                    <a:pt x="175" y="144"/>
                    <a:pt x="181" y="139"/>
                    <a:pt x="161" y="144"/>
                  </a:cubicBezTo>
                  <a:cubicBezTo>
                    <a:pt x="142" y="148"/>
                    <a:pt x="117" y="156"/>
                    <a:pt x="103" y="148"/>
                  </a:cubicBezTo>
                  <a:cubicBezTo>
                    <a:pt x="90" y="140"/>
                    <a:pt x="60" y="128"/>
                    <a:pt x="53" y="135"/>
                  </a:cubicBezTo>
                  <a:close/>
                </a:path>
              </a:pathLst>
            </a:custGeom>
            <a:solidFill>
              <a:srgbClr val="2E8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8" name="Freeform 53">
              <a:extLst>
                <a:ext uri="{FF2B5EF4-FFF2-40B4-BE49-F238E27FC236}">
                  <a16:creationId xmlns:a16="http://schemas.microsoft.com/office/drawing/2014/main" id="{527819C4-D7E4-4A84-AA16-997A9AE01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155"/>
              <a:ext cx="93" cy="123"/>
            </a:xfrm>
            <a:custGeom>
              <a:avLst/>
              <a:gdLst>
                <a:gd name="T0" fmla="*/ 36 w 67"/>
                <a:gd name="T1" fmla="*/ 0 h 84"/>
                <a:gd name="T2" fmla="*/ 174 w 67"/>
                <a:gd name="T3" fmla="*/ 262 h 84"/>
                <a:gd name="T4" fmla="*/ 248 w 67"/>
                <a:gd name="T5" fmla="*/ 359 h 84"/>
                <a:gd name="T6" fmla="*/ 0 w 67"/>
                <a:gd name="T7" fmla="*/ 567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4">
                  <a:moveTo>
                    <a:pt x="7" y="0"/>
                  </a:moveTo>
                  <a:cubicBezTo>
                    <a:pt x="27" y="2"/>
                    <a:pt x="39" y="19"/>
                    <a:pt x="34" y="39"/>
                  </a:cubicBezTo>
                  <a:cubicBezTo>
                    <a:pt x="32" y="50"/>
                    <a:pt x="36" y="57"/>
                    <a:pt x="48" y="53"/>
                  </a:cubicBezTo>
                  <a:cubicBezTo>
                    <a:pt x="67" y="47"/>
                    <a:pt x="14" y="83"/>
                    <a:pt x="0" y="84"/>
                  </a:cubicBezTo>
                </a:path>
              </a:pathLst>
            </a:custGeom>
            <a:solidFill>
              <a:srgbClr val="007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9" name="Freeform 54">
              <a:extLst>
                <a:ext uri="{FF2B5EF4-FFF2-40B4-BE49-F238E27FC236}">
                  <a16:creationId xmlns:a16="http://schemas.microsoft.com/office/drawing/2014/main" id="{357897BC-C95F-40F3-873F-0B1FF8D2D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070"/>
              <a:ext cx="374" cy="365"/>
            </a:xfrm>
            <a:custGeom>
              <a:avLst/>
              <a:gdLst>
                <a:gd name="T0" fmla="*/ 76 w 272"/>
                <a:gd name="T1" fmla="*/ 1684 h 249"/>
                <a:gd name="T2" fmla="*/ 458 w 272"/>
                <a:gd name="T3" fmla="*/ 1514 h 249"/>
                <a:gd name="T4" fmla="*/ 667 w 272"/>
                <a:gd name="T5" fmla="*/ 1366 h 249"/>
                <a:gd name="T6" fmla="*/ 840 w 272"/>
                <a:gd name="T7" fmla="*/ 1171 h 249"/>
                <a:gd name="T8" fmla="*/ 1155 w 272"/>
                <a:gd name="T9" fmla="*/ 840 h 249"/>
                <a:gd name="T10" fmla="*/ 1295 w 272"/>
                <a:gd name="T11" fmla="*/ 715 h 249"/>
                <a:gd name="T12" fmla="*/ 1184 w 272"/>
                <a:gd name="T13" fmla="*/ 655 h 249"/>
                <a:gd name="T14" fmla="*/ 1097 w 272"/>
                <a:gd name="T15" fmla="*/ 567 h 249"/>
                <a:gd name="T16" fmla="*/ 1012 w 272"/>
                <a:gd name="T17" fmla="*/ 324 h 249"/>
                <a:gd name="T18" fmla="*/ 1033 w 272"/>
                <a:gd name="T19" fmla="*/ 161 h 249"/>
                <a:gd name="T20" fmla="*/ 1022 w 272"/>
                <a:gd name="T21" fmla="*/ 0 h 249"/>
                <a:gd name="T22" fmla="*/ 942 w 272"/>
                <a:gd name="T23" fmla="*/ 296 h 249"/>
                <a:gd name="T24" fmla="*/ 876 w 272"/>
                <a:gd name="T25" fmla="*/ 513 h 249"/>
                <a:gd name="T26" fmla="*/ 631 w 272"/>
                <a:gd name="T27" fmla="*/ 793 h 249"/>
                <a:gd name="T28" fmla="*/ 513 w 272"/>
                <a:gd name="T29" fmla="*/ 752 h 249"/>
                <a:gd name="T30" fmla="*/ 389 w 272"/>
                <a:gd name="T31" fmla="*/ 992 h 249"/>
                <a:gd name="T32" fmla="*/ 172 w 272"/>
                <a:gd name="T33" fmla="*/ 1205 h 249"/>
                <a:gd name="T34" fmla="*/ 84 w 272"/>
                <a:gd name="T35" fmla="*/ 1209 h 249"/>
                <a:gd name="T36" fmla="*/ 76 w 272"/>
                <a:gd name="T37" fmla="*/ 1435 h 249"/>
                <a:gd name="T38" fmla="*/ 0 w 272"/>
                <a:gd name="T39" fmla="*/ 1398 h 249"/>
                <a:gd name="T40" fmla="*/ 65 w 272"/>
                <a:gd name="T41" fmla="*/ 1629 h 2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72" h="249">
                  <a:moveTo>
                    <a:pt x="15" y="249"/>
                  </a:moveTo>
                  <a:cubicBezTo>
                    <a:pt x="22" y="206"/>
                    <a:pt x="66" y="229"/>
                    <a:pt x="93" y="224"/>
                  </a:cubicBezTo>
                  <a:cubicBezTo>
                    <a:pt x="111" y="221"/>
                    <a:pt x="121" y="209"/>
                    <a:pt x="136" y="202"/>
                  </a:cubicBezTo>
                  <a:cubicBezTo>
                    <a:pt x="152" y="195"/>
                    <a:pt x="161" y="186"/>
                    <a:pt x="171" y="173"/>
                  </a:cubicBezTo>
                  <a:cubicBezTo>
                    <a:pt x="187" y="153"/>
                    <a:pt x="210" y="131"/>
                    <a:pt x="235" y="124"/>
                  </a:cubicBezTo>
                  <a:cubicBezTo>
                    <a:pt x="242" y="122"/>
                    <a:pt x="272" y="119"/>
                    <a:pt x="263" y="106"/>
                  </a:cubicBezTo>
                  <a:cubicBezTo>
                    <a:pt x="260" y="101"/>
                    <a:pt x="246" y="100"/>
                    <a:pt x="241" y="97"/>
                  </a:cubicBezTo>
                  <a:cubicBezTo>
                    <a:pt x="234" y="93"/>
                    <a:pt x="229" y="88"/>
                    <a:pt x="223" y="84"/>
                  </a:cubicBezTo>
                  <a:cubicBezTo>
                    <a:pt x="210" y="74"/>
                    <a:pt x="204" y="65"/>
                    <a:pt x="206" y="48"/>
                  </a:cubicBezTo>
                  <a:cubicBezTo>
                    <a:pt x="206" y="39"/>
                    <a:pt x="210" y="32"/>
                    <a:pt x="210" y="24"/>
                  </a:cubicBezTo>
                  <a:cubicBezTo>
                    <a:pt x="210" y="18"/>
                    <a:pt x="212" y="4"/>
                    <a:pt x="208" y="0"/>
                  </a:cubicBezTo>
                  <a:cubicBezTo>
                    <a:pt x="206" y="17"/>
                    <a:pt x="202" y="31"/>
                    <a:pt x="191" y="44"/>
                  </a:cubicBezTo>
                  <a:cubicBezTo>
                    <a:pt x="181" y="56"/>
                    <a:pt x="179" y="59"/>
                    <a:pt x="178" y="76"/>
                  </a:cubicBezTo>
                  <a:cubicBezTo>
                    <a:pt x="176" y="102"/>
                    <a:pt x="154" y="118"/>
                    <a:pt x="129" y="117"/>
                  </a:cubicBezTo>
                  <a:cubicBezTo>
                    <a:pt x="120" y="117"/>
                    <a:pt x="113" y="110"/>
                    <a:pt x="104" y="111"/>
                  </a:cubicBezTo>
                  <a:cubicBezTo>
                    <a:pt x="91" y="113"/>
                    <a:pt x="86" y="137"/>
                    <a:pt x="79" y="147"/>
                  </a:cubicBezTo>
                  <a:cubicBezTo>
                    <a:pt x="68" y="164"/>
                    <a:pt x="56" y="179"/>
                    <a:pt x="35" y="178"/>
                  </a:cubicBezTo>
                  <a:cubicBezTo>
                    <a:pt x="29" y="178"/>
                    <a:pt x="23" y="176"/>
                    <a:pt x="17" y="179"/>
                  </a:cubicBezTo>
                  <a:cubicBezTo>
                    <a:pt x="19" y="191"/>
                    <a:pt x="29" y="202"/>
                    <a:pt x="15" y="212"/>
                  </a:cubicBezTo>
                  <a:cubicBezTo>
                    <a:pt x="11" y="209"/>
                    <a:pt x="5" y="207"/>
                    <a:pt x="0" y="207"/>
                  </a:cubicBezTo>
                  <a:cubicBezTo>
                    <a:pt x="3" y="218"/>
                    <a:pt x="9" y="230"/>
                    <a:pt x="13" y="241"/>
                  </a:cubicBezTo>
                </a:path>
              </a:pathLst>
            </a:custGeom>
            <a:solidFill>
              <a:srgbClr val="007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0" name="Freeform 55">
              <a:extLst>
                <a:ext uri="{FF2B5EF4-FFF2-40B4-BE49-F238E27FC236}">
                  <a16:creationId xmlns:a16="http://schemas.microsoft.com/office/drawing/2014/main" id="{8F0E7D3B-509A-4B75-88D3-7D1064382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189"/>
              <a:ext cx="117" cy="157"/>
            </a:xfrm>
            <a:custGeom>
              <a:avLst/>
              <a:gdLst>
                <a:gd name="T0" fmla="*/ 0 w 85"/>
                <a:gd name="T1" fmla="*/ 725 h 107"/>
                <a:gd name="T2" fmla="*/ 409 w 85"/>
                <a:gd name="T3" fmla="*/ 465 h 107"/>
                <a:gd name="T4" fmla="*/ 381 w 85"/>
                <a:gd name="T5" fmla="*/ 208 h 107"/>
                <a:gd name="T6" fmla="*/ 337 w 85"/>
                <a:gd name="T7" fmla="*/ 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107">
                  <a:moveTo>
                    <a:pt x="0" y="107"/>
                  </a:moveTo>
                  <a:cubicBezTo>
                    <a:pt x="25" y="97"/>
                    <a:pt x="78" y="102"/>
                    <a:pt x="83" y="68"/>
                  </a:cubicBezTo>
                  <a:cubicBezTo>
                    <a:pt x="85" y="54"/>
                    <a:pt x="78" y="44"/>
                    <a:pt x="77" y="31"/>
                  </a:cubicBezTo>
                  <a:cubicBezTo>
                    <a:pt x="76" y="21"/>
                    <a:pt x="83" y="2"/>
                    <a:pt x="68" y="0"/>
                  </a:cubicBezTo>
                </a:path>
              </a:pathLst>
            </a:custGeom>
            <a:solidFill>
              <a:srgbClr val="006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1" name="Freeform 56">
              <a:extLst>
                <a:ext uri="{FF2B5EF4-FFF2-40B4-BE49-F238E27FC236}">
                  <a16:creationId xmlns:a16="http://schemas.microsoft.com/office/drawing/2014/main" id="{CB763E40-53CD-4AC2-B872-0C878967E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137"/>
              <a:ext cx="186" cy="229"/>
            </a:xfrm>
            <a:custGeom>
              <a:avLst/>
              <a:gdLst>
                <a:gd name="T0" fmla="*/ 276 w 135"/>
                <a:gd name="T1" fmla="*/ 82 h 156"/>
                <a:gd name="T2" fmla="*/ 21 w 135"/>
                <a:gd name="T3" fmla="*/ 427 h 156"/>
                <a:gd name="T4" fmla="*/ 61 w 135"/>
                <a:gd name="T5" fmla="*/ 715 h 156"/>
                <a:gd name="T6" fmla="*/ 372 w 135"/>
                <a:gd name="T7" fmla="*/ 906 h 156"/>
                <a:gd name="T8" fmla="*/ 562 w 135"/>
                <a:gd name="T9" fmla="*/ 539 h 156"/>
                <a:gd name="T10" fmla="*/ 645 w 135"/>
                <a:gd name="T11" fmla="*/ 222 h 156"/>
                <a:gd name="T12" fmla="*/ 276 w 135"/>
                <a:gd name="T13" fmla="*/ 82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156">
                  <a:moveTo>
                    <a:pt x="55" y="12"/>
                  </a:moveTo>
                  <a:cubicBezTo>
                    <a:pt x="13" y="27"/>
                    <a:pt x="0" y="38"/>
                    <a:pt x="4" y="63"/>
                  </a:cubicBezTo>
                  <a:cubicBezTo>
                    <a:pt x="9" y="88"/>
                    <a:pt x="18" y="84"/>
                    <a:pt x="12" y="105"/>
                  </a:cubicBezTo>
                  <a:cubicBezTo>
                    <a:pt x="7" y="127"/>
                    <a:pt x="15" y="156"/>
                    <a:pt x="75" y="133"/>
                  </a:cubicBezTo>
                  <a:cubicBezTo>
                    <a:pt x="135" y="110"/>
                    <a:pt x="124" y="96"/>
                    <a:pt x="113" y="79"/>
                  </a:cubicBezTo>
                  <a:cubicBezTo>
                    <a:pt x="103" y="62"/>
                    <a:pt x="134" y="61"/>
                    <a:pt x="130" y="33"/>
                  </a:cubicBezTo>
                  <a:cubicBezTo>
                    <a:pt x="125" y="5"/>
                    <a:pt x="84" y="0"/>
                    <a:pt x="55" y="12"/>
                  </a:cubicBezTo>
                  <a:close/>
                </a:path>
              </a:pathLst>
            </a:custGeom>
            <a:solidFill>
              <a:srgbClr val="685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2" name="Freeform 57">
              <a:extLst>
                <a:ext uri="{FF2B5EF4-FFF2-40B4-BE49-F238E27FC236}">
                  <a16:creationId xmlns:a16="http://schemas.microsoft.com/office/drawing/2014/main" id="{E3C316A4-F5F4-43A5-A71A-1E78B16A5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161"/>
              <a:ext cx="148" cy="164"/>
            </a:xfrm>
            <a:custGeom>
              <a:avLst/>
              <a:gdLst>
                <a:gd name="T0" fmla="*/ 29 w 107"/>
                <a:gd name="T1" fmla="*/ 513 h 112"/>
                <a:gd name="T2" fmla="*/ 123 w 107"/>
                <a:gd name="T3" fmla="*/ 753 h 112"/>
                <a:gd name="T4" fmla="*/ 420 w 107"/>
                <a:gd name="T5" fmla="*/ 622 h 112"/>
                <a:gd name="T6" fmla="*/ 450 w 107"/>
                <a:gd name="T7" fmla="*/ 318 h 112"/>
                <a:gd name="T8" fmla="*/ 505 w 107"/>
                <a:gd name="T9" fmla="*/ 148 h 112"/>
                <a:gd name="T10" fmla="*/ 420 w 107"/>
                <a:gd name="T11" fmla="*/ 0 h 112"/>
                <a:gd name="T12" fmla="*/ 318 w 107"/>
                <a:gd name="T13" fmla="*/ 277 h 112"/>
                <a:gd name="T14" fmla="*/ 318 w 107"/>
                <a:gd name="T15" fmla="*/ 447 h 112"/>
                <a:gd name="T16" fmla="*/ 194 w 107"/>
                <a:gd name="T17" fmla="*/ 546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112">
                  <a:moveTo>
                    <a:pt x="6" y="76"/>
                  </a:moveTo>
                  <a:cubicBezTo>
                    <a:pt x="2" y="94"/>
                    <a:pt x="0" y="111"/>
                    <a:pt x="24" y="112"/>
                  </a:cubicBezTo>
                  <a:cubicBezTo>
                    <a:pt x="41" y="112"/>
                    <a:pt x="69" y="103"/>
                    <a:pt x="83" y="92"/>
                  </a:cubicBezTo>
                  <a:cubicBezTo>
                    <a:pt x="101" y="78"/>
                    <a:pt x="81" y="65"/>
                    <a:pt x="89" y="47"/>
                  </a:cubicBezTo>
                  <a:cubicBezTo>
                    <a:pt x="93" y="38"/>
                    <a:pt x="101" y="33"/>
                    <a:pt x="100" y="22"/>
                  </a:cubicBezTo>
                  <a:cubicBezTo>
                    <a:pt x="100" y="12"/>
                    <a:pt x="94" y="1"/>
                    <a:pt x="83" y="0"/>
                  </a:cubicBezTo>
                  <a:cubicBezTo>
                    <a:pt x="107" y="20"/>
                    <a:pt x="66" y="29"/>
                    <a:pt x="63" y="41"/>
                  </a:cubicBezTo>
                  <a:cubicBezTo>
                    <a:pt x="60" y="50"/>
                    <a:pt x="70" y="56"/>
                    <a:pt x="63" y="66"/>
                  </a:cubicBezTo>
                  <a:cubicBezTo>
                    <a:pt x="58" y="75"/>
                    <a:pt x="47" y="78"/>
                    <a:pt x="38" y="81"/>
                  </a:cubicBezTo>
                </a:path>
              </a:pathLst>
            </a:custGeom>
            <a:solidFill>
              <a:srgbClr val="4C3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3" name="Freeform 58">
              <a:extLst>
                <a:ext uri="{FF2B5EF4-FFF2-40B4-BE49-F238E27FC236}">
                  <a16:creationId xmlns:a16="http://schemas.microsoft.com/office/drawing/2014/main" id="{F99C3956-D7EB-47F7-95AB-79CA41177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165"/>
              <a:ext cx="91" cy="93"/>
            </a:xfrm>
            <a:custGeom>
              <a:avLst/>
              <a:gdLst>
                <a:gd name="T0" fmla="*/ 61 w 66"/>
                <a:gd name="T1" fmla="*/ 440 h 63"/>
                <a:gd name="T2" fmla="*/ 50 w 66"/>
                <a:gd name="T3" fmla="*/ 151 h 63"/>
                <a:gd name="T4" fmla="*/ 327 w 66"/>
                <a:gd name="T5" fmla="*/ 0 h 63"/>
                <a:gd name="T6" fmla="*/ 194 w 66"/>
                <a:gd name="T7" fmla="*/ 151 h 63"/>
                <a:gd name="T8" fmla="*/ 181 w 66"/>
                <a:gd name="T9" fmla="*/ 329 h 63"/>
                <a:gd name="T10" fmla="*/ 84 w 66"/>
                <a:gd name="T11" fmla="*/ 44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63">
                  <a:moveTo>
                    <a:pt x="12" y="63"/>
                  </a:moveTo>
                  <a:cubicBezTo>
                    <a:pt x="6" y="51"/>
                    <a:pt x="0" y="32"/>
                    <a:pt x="10" y="22"/>
                  </a:cubicBezTo>
                  <a:cubicBezTo>
                    <a:pt x="24" y="8"/>
                    <a:pt x="47" y="1"/>
                    <a:pt x="66" y="0"/>
                  </a:cubicBezTo>
                  <a:cubicBezTo>
                    <a:pt x="57" y="6"/>
                    <a:pt x="43" y="11"/>
                    <a:pt x="39" y="22"/>
                  </a:cubicBezTo>
                  <a:cubicBezTo>
                    <a:pt x="36" y="30"/>
                    <a:pt x="40" y="40"/>
                    <a:pt x="36" y="47"/>
                  </a:cubicBezTo>
                  <a:cubicBezTo>
                    <a:pt x="32" y="54"/>
                    <a:pt x="21" y="56"/>
                    <a:pt x="17" y="63"/>
                  </a:cubicBezTo>
                </a:path>
              </a:pathLst>
            </a:custGeom>
            <a:solidFill>
              <a:srgbClr val="907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4" name="Freeform 59">
              <a:extLst>
                <a:ext uri="{FF2B5EF4-FFF2-40B4-BE49-F238E27FC236}">
                  <a16:creationId xmlns:a16="http://schemas.microsoft.com/office/drawing/2014/main" id="{9331A022-7580-4751-8FEB-E5C69CE0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197"/>
              <a:ext cx="19" cy="30"/>
            </a:xfrm>
            <a:custGeom>
              <a:avLst/>
              <a:gdLst>
                <a:gd name="T0" fmla="*/ 48 w 14"/>
                <a:gd name="T1" fmla="*/ 0 h 20"/>
                <a:gd name="T2" fmla="*/ 26 w 14"/>
                <a:gd name="T3" fmla="*/ 153 h 20"/>
                <a:gd name="T4" fmla="*/ 65 w 14"/>
                <a:gd name="T5" fmla="*/ 27 h 20"/>
                <a:gd name="T6" fmla="*/ 61 w 14"/>
                <a:gd name="T7" fmla="*/ 1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0">
                  <a:moveTo>
                    <a:pt x="10" y="0"/>
                  </a:moveTo>
                  <a:cubicBezTo>
                    <a:pt x="5" y="3"/>
                    <a:pt x="0" y="17"/>
                    <a:pt x="5" y="20"/>
                  </a:cubicBezTo>
                  <a:cubicBezTo>
                    <a:pt x="6" y="12"/>
                    <a:pt x="7" y="8"/>
                    <a:pt x="14" y="3"/>
                  </a:cubicBezTo>
                  <a:cubicBezTo>
                    <a:pt x="14" y="3"/>
                    <a:pt x="13" y="2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5" name="Freeform 60">
              <a:extLst>
                <a:ext uri="{FF2B5EF4-FFF2-40B4-BE49-F238E27FC236}">
                  <a16:creationId xmlns:a16="http://schemas.microsoft.com/office/drawing/2014/main" id="{C757546E-3F01-49DE-9A0E-F3BB2A800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194"/>
              <a:ext cx="4" cy="6"/>
            </a:xfrm>
            <a:custGeom>
              <a:avLst/>
              <a:gdLst>
                <a:gd name="T0" fmla="*/ 9 w 3"/>
                <a:gd name="T1" fmla="*/ 0 h 4"/>
                <a:gd name="T2" fmla="*/ 1 w 3"/>
                <a:gd name="T3" fmla="*/ 32 h 4"/>
                <a:gd name="T4" fmla="*/ 12 w 3"/>
                <a:gd name="T5" fmla="*/ 12 h 4"/>
                <a:gd name="T6" fmla="*/ 9 w 3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3" y="3"/>
                    <a:pt x="3" y="1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6" name="Freeform 61">
              <a:extLst>
                <a:ext uri="{FF2B5EF4-FFF2-40B4-BE49-F238E27FC236}">
                  <a16:creationId xmlns:a16="http://schemas.microsoft.com/office/drawing/2014/main" id="{BBD25B06-3345-434C-BA37-3D06B5B70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099"/>
              <a:ext cx="198" cy="211"/>
            </a:xfrm>
            <a:custGeom>
              <a:avLst/>
              <a:gdLst>
                <a:gd name="T0" fmla="*/ 77 w 144"/>
                <a:gd name="T1" fmla="*/ 309 h 144"/>
                <a:gd name="T2" fmla="*/ 278 w 144"/>
                <a:gd name="T3" fmla="*/ 277 h 144"/>
                <a:gd name="T4" fmla="*/ 429 w 144"/>
                <a:gd name="T5" fmla="*/ 221 h 144"/>
                <a:gd name="T6" fmla="*/ 546 w 144"/>
                <a:gd name="T7" fmla="*/ 82 h 144"/>
                <a:gd name="T8" fmla="*/ 707 w 144"/>
                <a:gd name="T9" fmla="*/ 32 h 144"/>
                <a:gd name="T10" fmla="*/ 303 w 144"/>
                <a:gd name="T11" fmla="*/ 407 h 144"/>
                <a:gd name="T12" fmla="*/ 237 w 144"/>
                <a:gd name="T13" fmla="*/ 668 h 144"/>
                <a:gd name="T14" fmla="*/ 297 w 144"/>
                <a:gd name="T15" fmla="*/ 973 h 144"/>
                <a:gd name="T16" fmla="*/ 146 w 144"/>
                <a:gd name="T17" fmla="*/ 765 h 144"/>
                <a:gd name="T18" fmla="*/ 29 w 144"/>
                <a:gd name="T19" fmla="*/ 627 h 144"/>
                <a:gd name="T20" fmla="*/ 61 w 144"/>
                <a:gd name="T21" fmla="*/ 554 h 144"/>
                <a:gd name="T22" fmla="*/ 40 w 144"/>
                <a:gd name="T23" fmla="*/ 479 h 144"/>
                <a:gd name="T24" fmla="*/ 40 w 144"/>
                <a:gd name="T25" fmla="*/ 337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4" h="144">
                  <a:moveTo>
                    <a:pt x="16" y="46"/>
                  </a:moveTo>
                  <a:cubicBezTo>
                    <a:pt x="30" y="46"/>
                    <a:pt x="44" y="43"/>
                    <a:pt x="57" y="41"/>
                  </a:cubicBezTo>
                  <a:cubicBezTo>
                    <a:pt x="68" y="40"/>
                    <a:pt x="78" y="38"/>
                    <a:pt x="87" y="33"/>
                  </a:cubicBezTo>
                  <a:cubicBezTo>
                    <a:pt x="96" y="28"/>
                    <a:pt x="102" y="18"/>
                    <a:pt x="111" y="12"/>
                  </a:cubicBezTo>
                  <a:cubicBezTo>
                    <a:pt x="119" y="8"/>
                    <a:pt x="135" y="0"/>
                    <a:pt x="144" y="5"/>
                  </a:cubicBezTo>
                  <a:cubicBezTo>
                    <a:pt x="113" y="19"/>
                    <a:pt x="82" y="33"/>
                    <a:pt x="61" y="61"/>
                  </a:cubicBezTo>
                  <a:cubicBezTo>
                    <a:pt x="52" y="73"/>
                    <a:pt x="47" y="83"/>
                    <a:pt x="48" y="99"/>
                  </a:cubicBezTo>
                  <a:cubicBezTo>
                    <a:pt x="50" y="115"/>
                    <a:pt x="58" y="129"/>
                    <a:pt x="60" y="144"/>
                  </a:cubicBezTo>
                  <a:cubicBezTo>
                    <a:pt x="49" y="134"/>
                    <a:pt x="40" y="123"/>
                    <a:pt x="30" y="113"/>
                  </a:cubicBezTo>
                  <a:cubicBezTo>
                    <a:pt x="23" y="108"/>
                    <a:pt x="8" y="102"/>
                    <a:pt x="6" y="93"/>
                  </a:cubicBezTo>
                  <a:cubicBezTo>
                    <a:pt x="6" y="88"/>
                    <a:pt x="11" y="86"/>
                    <a:pt x="12" y="82"/>
                  </a:cubicBezTo>
                  <a:cubicBezTo>
                    <a:pt x="12" y="77"/>
                    <a:pt x="10" y="74"/>
                    <a:pt x="8" y="71"/>
                  </a:cubicBezTo>
                  <a:cubicBezTo>
                    <a:pt x="6" y="66"/>
                    <a:pt x="0" y="53"/>
                    <a:pt x="8" y="50"/>
                  </a:cubicBezTo>
                </a:path>
              </a:pathLst>
            </a:custGeom>
            <a:solidFill>
              <a:srgbClr val="80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7" name="Freeform 62">
              <a:extLst>
                <a:ext uri="{FF2B5EF4-FFF2-40B4-BE49-F238E27FC236}">
                  <a16:creationId xmlns:a16="http://schemas.microsoft.com/office/drawing/2014/main" id="{C96D0D4E-965F-435E-857B-67A3CFAD9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093"/>
              <a:ext cx="191" cy="106"/>
            </a:xfrm>
            <a:custGeom>
              <a:avLst/>
              <a:gdLst>
                <a:gd name="T0" fmla="*/ 353 w 139"/>
                <a:gd name="T1" fmla="*/ 100 h 72"/>
                <a:gd name="T2" fmla="*/ 550 w 139"/>
                <a:gd name="T3" fmla="*/ 32 h 72"/>
                <a:gd name="T4" fmla="*/ 680 w 139"/>
                <a:gd name="T5" fmla="*/ 47 h 72"/>
                <a:gd name="T6" fmla="*/ 602 w 139"/>
                <a:gd name="T7" fmla="*/ 59 h 72"/>
                <a:gd name="T8" fmla="*/ 485 w 139"/>
                <a:gd name="T9" fmla="*/ 113 h 72"/>
                <a:gd name="T10" fmla="*/ 327 w 139"/>
                <a:gd name="T11" fmla="*/ 188 h 72"/>
                <a:gd name="T12" fmla="*/ 172 w 139"/>
                <a:gd name="T13" fmla="*/ 347 h 72"/>
                <a:gd name="T14" fmla="*/ 10 w 139"/>
                <a:gd name="T15" fmla="*/ 499 h 72"/>
                <a:gd name="T16" fmla="*/ 0 w 139"/>
                <a:gd name="T17" fmla="*/ 399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72">
                  <a:moveTo>
                    <a:pt x="72" y="14"/>
                  </a:moveTo>
                  <a:cubicBezTo>
                    <a:pt x="86" y="1"/>
                    <a:pt x="95" y="3"/>
                    <a:pt x="112" y="5"/>
                  </a:cubicBezTo>
                  <a:cubicBezTo>
                    <a:pt x="119" y="6"/>
                    <a:pt x="136" y="0"/>
                    <a:pt x="139" y="7"/>
                  </a:cubicBezTo>
                  <a:cubicBezTo>
                    <a:pt x="134" y="11"/>
                    <a:pt x="128" y="8"/>
                    <a:pt x="123" y="8"/>
                  </a:cubicBezTo>
                  <a:cubicBezTo>
                    <a:pt x="114" y="8"/>
                    <a:pt x="107" y="11"/>
                    <a:pt x="99" y="16"/>
                  </a:cubicBezTo>
                  <a:cubicBezTo>
                    <a:pt x="90" y="22"/>
                    <a:pt x="77" y="21"/>
                    <a:pt x="67" y="27"/>
                  </a:cubicBezTo>
                  <a:cubicBezTo>
                    <a:pt x="55" y="35"/>
                    <a:pt x="49" y="45"/>
                    <a:pt x="35" y="50"/>
                  </a:cubicBezTo>
                  <a:cubicBezTo>
                    <a:pt x="22" y="56"/>
                    <a:pt x="12" y="62"/>
                    <a:pt x="2" y="72"/>
                  </a:cubicBezTo>
                  <a:cubicBezTo>
                    <a:pt x="0" y="58"/>
                    <a:pt x="0" y="58"/>
                    <a:pt x="0" y="58"/>
                  </a:cubicBezTo>
                </a:path>
              </a:pathLst>
            </a:custGeom>
            <a:solidFill>
              <a:srgbClr val="80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8" name="Freeform 63">
              <a:extLst>
                <a:ext uri="{FF2B5EF4-FFF2-40B4-BE49-F238E27FC236}">
                  <a16:creationId xmlns:a16="http://schemas.microsoft.com/office/drawing/2014/main" id="{1F10FBFF-BB3F-4AAB-951F-4AD884786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" y="2078"/>
              <a:ext cx="101" cy="93"/>
            </a:xfrm>
            <a:custGeom>
              <a:avLst/>
              <a:gdLst>
                <a:gd name="T0" fmla="*/ 78 w 74"/>
                <a:gd name="T1" fmla="*/ 230 h 63"/>
                <a:gd name="T2" fmla="*/ 351 w 74"/>
                <a:gd name="T3" fmla="*/ 0 h 63"/>
                <a:gd name="T4" fmla="*/ 285 w 74"/>
                <a:gd name="T5" fmla="*/ 189 h 63"/>
                <a:gd name="T6" fmla="*/ 231 w 74"/>
                <a:gd name="T7" fmla="*/ 251 h 63"/>
                <a:gd name="T8" fmla="*/ 183 w 74"/>
                <a:gd name="T9" fmla="*/ 366 h 63"/>
                <a:gd name="T10" fmla="*/ 96 w 74"/>
                <a:gd name="T11" fmla="*/ 311 h 63"/>
                <a:gd name="T12" fmla="*/ 0 w 74"/>
                <a:gd name="T13" fmla="*/ 196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63">
                  <a:moveTo>
                    <a:pt x="17" y="33"/>
                  </a:moveTo>
                  <a:cubicBezTo>
                    <a:pt x="42" y="41"/>
                    <a:pt x="63" y="20"/>
                    <a:pt x="74" y="0"/>
                  </a:cubicBezTo>
                  <a:cubicBezTo>
                    <a:pt x="70" y="10"/>
                    <a:pt x="68" y="20"/>
                    <a:pt x="60" y="27"/>
                  </a:cubicBezTo>
                  <a:cubicBezTo>
                    <a:pt x="57" y="31"/>
                    <a:pt x="52" y="33"/>
                    <a:pt x="49" y="36"/>
                  </a:cubicBezTo>
                  <a:cubicBezTo>
                    <a:pt x="44" y="41"/>
                    <a:pt x="43" y="48"/>
                    <a:pt x="39" y="52"/>
                  </a:cubicBezTo>
                  <a:cubicBezTo>
                    <a:pt x="29" y="63"/>
                    <a:pt x="26" y="52"/>
                    <a:pt x="20" y="45"/>
                  </a:cubicBezTo>
                  <a:cubicBezTo>
                    <a:pt x="14" y="39"/>
                    <a:pt x="6" y="35"/>
                    <a:pt x="0" y="28"/>
                  </a:cubicBezTo>
                </a:path>
              </a:pathLst>
            </a:custGeom>
            <a:solidFill>
              <a:srgbClr val="80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9" name="Freeform 64">
              <a:extLst>
                <a:ext uri="{FF2B5EF4-FFF2-40B4-BE49-F238E27FC236}">
                  <a16:creationId xmlns:a16="http://schemas.microsoft.com/office/drawing/2014/main" id="{88BB31A8-5920-4CF3-8E99-B4C13AFCF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181"/>
              <a:ext cx="74" cy="140"/>
            </a:xfrm>
            <a:custGeom>
              <a:avLst/>
              <a:gdLst>
                <a:gd name="T0" fmla="*/ 159 w 54"/>
                <a:gd name="T1" fmla="*/ 0 h 95"/>
                <a:gd name="T2" fmla="*/ 29 w 54"/>
                <a:gd name="T3" fmla="*/ 167 h 95"/>
                <a:gd name="T4" fmla="*/ 67 w 54"/>
                <a:gd name="T5" fmla="*/ 399 h 95"/>
                <a:gd name="T6" fmla="*/ 77 w 54"/>
                <a:gd name="T7" fmla="*/ 495 h 95"/>
                <a:gd name="T8" fmla="*/ 121 w 54"/>
                <a:gd name="T9" fmla="*/ 569 h 95"/>
                <a:gd name="T10" fmla="*/ 169 w 54"/>
                <a:gd name="T11" fmla="*/ 660 h 95"/>
                <a:gd name="T12" fmla="*/ 193 w 54"/>
                <a:gd name="T13" fmla="*/ 391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95">
                  <a:moveTo>
                    <a:pt x="33" y="0"/>
                  </a:moveTo>
                  <a:cubicBezTo>
                    <a:pt x="24" y="6"/>
                    <a:pt x="11" y="14"/>
                    <a:pt x="6" y="24"/>
                  </a:cubicBezTo>
                  <a:cubicBezTo>
                    <a:pt x="0" y="36"/>
                    <a:pt x="10" y="47"/>
                    <a:pt x="14" y="58"/>
                  </a:cubicBezTo>
                  <a:cubicBezTo>
                    <a:pt x="15" y="62"/>
                    <a:pt x="15" y="68"/>
                    <a:pt x="16" y="71"/>
                  </a:cubicBezTo>
                  <a:cubicBezTo>
                    <a:pt x="19" y="75"/>
                    <a:pt x="23" y="77"/>
                    <a:pt x="25" y="82"/>
                  </a:cubicBezTo>
                  <a:cubicBezTo>
                    <a:pt x="27" y="88"/>
                    <a:pt x="26" y="95"/>
                    <a:pt x="35" y="95"/>
                  </a:cubicBezTo>
                  <a:cubicBezTo>
                    <a:pt x="54" y="95"/>
                    <a:pt x="43" y="65"/>
                    <a:pt x="40" y="56"/>
                  </a:cubicBezTo>
                </a:path>
              </a:pathLst>
            </a:custGeom>
            <a:solidFill>
              <a:srgbClr val="2E8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0" name="Freeform 65">
              <a:extLst>
                <a:ext uri="{FF2B5EF4-FFF2-40B4-BE49-F238E27FC236}">
                  <a16:creationId xmlns:a16="http://schemas.microsoft.com/office/drawing/2014/main" id="{2027428B-7D52-4959-BF99-27DD01FF8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271"/>
              <a:ext cx="224" cy="125"/>
            </a:xfrm>
            <a:custGeom>
              <a:avLst/>
              <a:gdLst>
                <a:gd name="T0" fmla="*/ 0 w 163"/>
                <a:gd name="T1" fmla="*/ 569 h 85"/>
                <a:gd name="T2" fmla="*/ 181 w 163"/>
                <a:gd name="T3" fmla="*/ 569 h 85"/>
                <a:gd name="T4" fmla="*/ 368 w 163"/>
                <a:gd name="T5" fmla="*/ 515 h 85"/>
                <a:gd name="T6" fmla="*/ 599 w 163"/>
                <a:gd name="T7" fmla="*/ 322 h 85"/>
                <a:gd name="T8" fmla="*/ 702 w 163"/>
                <a:gd name="T9" fmla="*/ 147 h 85"/>
                <a:gd name="T10" fmla="*/ 798 w 163"/>
                <a:gd name="T11" fmla="*/ 13 h 85"/>
                <a:gd name="T12" fmla="*/ 677 w 163"/>
                <a:gd name="T13" fmla="*/ 160 h 85"/>
                <a:gd name="T14" fmla="*/ 506 w 163"/>
                <a:gd name="T15" fmla="*/ 268 h 85"/>
                <a:gd name="T16" fmla="*/ 368 w 163"/>
                <a:gd name="T17" fmla="*/ 369 h 85"/>
                <a:gd name="T18" fmla="*/ 104 w 163"/>
                <a:gd name="T19" fmla="*/ 509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3" h="85">
                  <a:moveTo>
                    <a:pt x="0" y="83"/>
                  </a:moveTo>
                  <a:cubicBezTo>
                    <a:pt x="12" y="77"/>
                    <a:pt x="24" y="81"/>
                    <a:pt x="37" y="83"/>
                  </a:cubicBezTo>
                  <a:cubicBezTo>
                    <a:pt x="50" y="85"/>
                    <a:pt x="63" y="83"/>
                    <a:pt x="75" y="75"/>
                  </a:cubicBezTo>
                  <a:cubicBezTo>
                    <a:pt x="91" y="64"/>
                    <a:pt x="109" y="63"/>
                    <a:pt x="122" y="47"/>
                  </a:cubicBezTo>
                  <a:cubicBezTo>
                    <a:pt x="129" y="38"/>
                    <a:pt x="135" y="29"/>
                    <a:pt x="143" y="21"/>
                  </a:cubicBezTo>
                  <a:cubicBezTo>
                    <a:pt x="149" y="14"/>
                    <a:pt x="158" y="9"/>
                    <a:pt x="163" y="2"/>
                  </a:cubicBezTo>
                  <a:cubicBezTo>
                    <a:pt x="155" y="0"/>
                    <a:pt x="144" y="18"/>
                    <a:pt x="138" y="23"/>
                  </a:cubicBezTo>
                  <a:cubicBezTo>
                    <a:pt x="126" y="31"/>
                    <a:pt x="117" y="36"/>
                    <a:pt x="103" y="39"/>
                  </a:cubicBezTo>
                  <a:cubicBezTo>
                    <a:pt x="90" y="41"/>
                    <a:pt x="85" y="45"/>
                    <a:pt x="75" y="54"/>
                  </a:cubicBezTo>
                  <a:cubicBezTo>
                    <a:pt x="61" y="65"/>
                    <a:pt x="38" y="68"/>
                    <a:pt x="21" y="74"/>
                  </a:cubicBezTo>
                </a:path>
              </a:pathLst>
            </a:custGeom>
            <a:solidFill>
              <a:srgbClr val="006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1" name="Freeform 66">
              <a:extLst>
                <a:ext uri="{FF2B5EF4-FFF2-40B4-BE49-F238E27FC236}">
                  <a16:creationId xmlns:a16="http://schemas.microsoft.com/office/drawing/2014/main" id="{EA40A3DC-DB3E-4DD4-B061-CF9E2F18A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175"/>
              <a:ext cx="49" cy="62"/>
            </a:xfrm>
            <a:custGeom>
              <a:avLst/>
              <a:gdLst>
                <a:gd name="T0" fmla="*/ 55 w 35"/>
                <a:gd name="T1" fmla="*/ 47 h 42"/>
                <a:gd name="T2" fmla="*/ 55 w 35"/>
                <a:gd name="T3" fmla="*/ 297 h 42"/>
                <a:gd name="T4" fmla="*/ 84 w 35"/>
                <a:gd name="T5" fmla="*/ 128 h 42"/>
                <a:gd name="T6" fmla="*/ 190 w 35"/>
                <a:gd name="T7" fmla="*/ 32 h 42"/>
                <a:gd name="T8" fmla="*/ 77 w 35"/>
                <a:gd name="T9" fmla="*/ 1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2">
                  <a:moveTo>
                    <a:pt x="10" y="7"/>
                  </a:moveTo>
                  <a:cubicBezTo>
                    <a:pt x="3" y="18"/>
                    <a:pt x="0" y="33"/>
                    <a:pt x="10" y="42"/>
                  </a:cubicBezTo>
                  <a:cubicBezTo>
                    <a:pt x="15" y="35"/>
                    <a:pt x="10" y="25"/>
                    <a:pt x="16" y="18"/>
                  </a:cubicBezTo>
                  <a:cubicBezTo>
                    <a:pt x="19" y="12"/>
                    <a:pt x="30" y="10"/>
                    <a:pt x="35" y="5"/>
                  </a:cubicBezTo>
                  <a:cubicBezTo>
                    <a:pt x="30" y="0"/>
                    <a:pt x="22" y="0"/>
                    <a:pt x="14" y="3"/>
                  </a:cubicBezTo>
                </a:path>
              </a:pathLst>
            </a:custGeom>
            <a:solidFill>
              <a:srgbClr val="C6D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2" name="Freeform 67">
              <a:extLst>
                <a:ext uri="{FF2B5EF4-FFF2-40B4-BE49-F238E27FC236}">
                  <a16:creationId xmlns:a16="http://schemas.microsoft.com/office/drawing/2014/main" id="{1BCF5034-1253-4C4C-B96E-7D947E05F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170"/>
              <a:ext cx="11" cy="8"/>
            </a:xfrm>
            <a:custGeom>
              <a:avLst/>
              <a:gdLst>
                <a:gd name="T0" fmla="*/ 1 w 8"/>
                <a:gd name="T1" fmla="*/ 0 h 6"/>
                <a:gd name="T2" fmla="*/ 40 w 8"/>
                <a:gd name="T3" fmla="*/ 12 h 6"/>
                <a:gd name="T4" fmla="*/ 15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0" y="6"/>
                    <a:pt x="4" y="5"/>
                    <a:pt x="8" y="3"/>
                  </a:cubicBezTo>
                  <a:cubicBezTo>
                    <a:pt x="7" y="0"/>
                    <a:pt x="5" y="1"/>
                    <a:pt x="3" y="1"/>
                  </a:cubicBezTo>
                </a:path>
              </a:pathLst>
            </a:custGeom>
            <a:solidFill>
              <a:srgbClr val="C6D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3" name="Freeform 68">
              <a:extLst>
                <a:ext uri="{FF2B5EF4-FFF2-40B4-BE49-F238E27FC236}">
                  <a16:creationId xmlns:a16="http://schemas.microsoft.com/office/drawing/2014/main" id="{8A06517E-20B5-4F80-94D8-662430CDD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136"/>
              <a:ext cx="22" cy="19"/>
            </a:xfrm>
            <a:custGeom>
              <a:avLst/>
              <a:gdLst>
                <a:gd name="T0" fmla="*/ 0 w 16"/>
                <a:gd name="T1" fmla="*/ 1 h 13"/>
                <a:gd name="T2" fmla="*/ 77 w 16"/>
                <a:gd name="T3" fmla="*/ 0 h 13"/>
                <a:gd name="T4" fmla="*/ 50 w 1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1"/>
                  </a:moveTo>
                  <a:cubicBezTo>
                    <a:pt x="3" y="13"/>
                    <a:pt x="12" y="9"/>
                    <a:pt x="16" y="0"/>
                  </a:cubicBezTo>
                  <a:cubicBezTo>
                    <a:pt x="14" y="0"/>
                    <a:pt x="11" y="0"/>
                    <a:pt x="10" y="0"/>
                  </a:cubicBezTo>
                </a:path>
              </a:pathLst>
            </a:custGeom>
            <a:solidFill>
              <a:srgbClr val="C6D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4" name="Freeform 69">
              <a:extLst>
                <a:ext uri="{FF2B5EF4-FFF2-40B4-BE49-F238E27FC236}">
                  <a16:creationId xmlns:a16="http://schemas.microsoft.com/office/drawing/2014/main" id="{15F535B5-14F0-4C7D-9326-128894552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930"/>
              <a:ext cx="1005" cy="683"/>
            </a:xfrm>
            <a:custGeom>
              <a:avLst/>
              <a:gdLst>
                <a:gd name="T0" fmla="*/ 263 w 730"/>
                <a:gd name="T1" fmla="*/ 921 h 465"/>
                <a:gd name="T2" fmla="*/ 383 w 730"/>
                <a:gd name="T3" fmla="*/ 1122 h 465"/>
                <a:gd name="T4" fmla="*/ 332 w 730"/>
                <a:gd name="T5" fmla="*/ 1293 h 465"/>
                <a:gd name="T6" fmla="*/ 11 w 730"/>
                <a:gd name="T7" fmla="*/ 1560 h 465"/>
                <a:gd name="T8" fmla="*/ 257 w 730"/>
                <a:gd name="T9" fmla="*/ 1476 h 465"/>
                <a:gd name="T10" fmla="*/ 670 w 730"/>
                <a:gd name="T11" fmla="*/ 1764 h 465"/>
                <a:gd name="T12" fmla="*/ 922 w 730"/>
                <a:gd name="T13" fmla="*/ 2393 h 465"/>
                <a:gd name="T14" fmla="*/ 885 w 730"/>
                <a:gd name="T15" fmla="*/ 2899 h 465"/>
                <a:gd name="T16" fmla="*/ 860 w 730"/>
                <a:gd name="T17" fmla="*/ 3158 h 465"/>
                <a:gd name="T18" fmla="*/ 947 w 730"/>
                <a:gd name="T19" fmla="*/ 2919 h 465"/>
                <a:gd name="T20" fmla="*/ 1012 w 730"/>
                <a:gd name="T21" fmla="*/ 2475 h 465"/>
                <a:gd name="T22" fmla="*/ 1218 w 730"/>
                <a:gd name="T23" fmla="*/ 2244 h 465"/>
                <a:gd name="T24" fmla="*/ 1505 w 730"/>
                <a:gd name="T25" fmla="*/ 2186 h 465"/>
                <a:gd name="T26" fmla="*/ 1747 w 730"/>
                <a:gd name="T27" fmla="*/ 1968 h 465"/>
                <a:gd name="T28" fmla="*/ 2270 w 730"/>
                <a:gd name="T29" fmla="*/ 1536 h 465"/>
                <a:gd name="T30" fmla="*/ 2585 w 730"/>
                <a:gd name="T31" fmla="*/ 1501 h 465"/>
                <a:gd name="T32" fmla="*/ 2887 w 730"/>
                <a:gd name="T33" fmla="*/ 1271 h 465"/>
                <a:gd name="T34" fmla="*/ 3230 w 730"/>
                <a:gd name="T35" fmla="*/ 1005 h 465"/>
                <a:gd name="T36" fmla="*/ 3351 w 730"/>
                <a:gd name="T37" fmla="*/ 643 h 465"/>
                <a:gd name="T38" fmla="*/ 3588 w 730"/>
                <a:gd name="T39" fmla="*/ 307 h 465"/>
                <a:gd name="T40" fmla="*/ 3478 w 730"/>
                <a:gd name="T41" fmla="*/ 364 h 465"/>
                <a:gd name="T42" fmla="*/ 3290 w 730"/>
                <a:gd name="T43" fmla="*/ 636 h 465"/>
                <a:gd name="T44" fmla="*/ 3136 w 730"/>
                <a:gd name="T45" fmla="*/ 944 h 465"/>
                <a:gd name="T46" fmla="*/ 2766 w 730"/>
                <a:gd name="T47" fmla="*/ 1178 h 465"/>
                <a:gd name="T48" fmla="*/ 2521 w 730"/>
                <a:gd name="T49" fmla="*/ 1398 h 465"/>
                <a:gd name="T50" fmla="*/ 2163 w 730"/>
                <a:gd name="T51" fmla="*/ 1271 h 465"/>
                <a:gd name="T52" fmla="*/ 1958 w 730"/>
                <a:gd name="T53" fmla="*/ 1005 h 465"/>
                <a:gd name="T54" fmla="*/ 1996 w 730"/>
                <a:gd name="T55" fmla="*/ 608 h 465"/>
                <a:gd name="T56" fmla="*/ 2091 w 730"/>
                <a:gd name="T57" fmla="*/ 231 h 465"/>
                <a:gd name="T58" fmla="*/ 2258 w 730"/>
                <a:gd name="T59" fmla="*/ 56 h 465"/>
                <a:gd name="T60" fmla="*/ 2038 w 730"/>
                <a:gd name="T61" fmla="*/ 201 h 465"/>
                <a:gd name="T62" fmla="*/ 1886 w 730"/>
                <a:gd name="T63" fmla="*/ 514 h 465"/>
                <a:gd name="T64" fmla="*/ 1647 w 730"/>
                <a:gd name="T65" fmla="*/ 871 h 465"/>
                <a:gd name="T66" fmla="*/ 1337 w 730"/>
                <a:gd name="T67" fmla="*/ 726 h 465"/>
                <a:gd name="T68" fmla="*/ 999 w 730"/>
                <a:gd name="T69" fmla="*/ 820 h 465"/>
                <a:gd name="T70" fmla="*/ 798 w 730"/>
                <a:gd name="T71" fmla="*/ 986 h 465"/>
                <a:gd name="T72" fmla="*/ 508 w 730"/>
                <a:gd name="T73" fmla="*/ 1012 h 465"/>
                <a:gd name="T74" fmla="*/ 263 w 730"/>
                <a:gd name="T75" fmla="*/ 921 h 4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30" h="465">
                  <a:moveTo>
                    <a:pt x="53" y="135"/>
                  </a:moveTo>
                  <a:cubicBezTo>
                    <a:pt x="47" y="142"/>
                    <a:pt x="64" y="157"/>
                    <a:pt x="78" y="164"/>
                  </a:cubicBezTo>
                  <a:cubicBezTo>
                    <a:pt x="94" y="172"/>
                    <a:pt x="84" y="185"/>
                    <a:pt x="67" y="189"/>
                  </a:cubicBezTo>
                  <a:cubicBezTo>
                    <a:pt x="50" y="194"/>
                    <a:pt x="5" y="213"/>
                    <a:pt x="2" y="228"/>
                  </a:cubicBezTo>
                  <a:cubicBezTo>
                    <a:pt x="0" y="242"/>
                    <a:pt x="18" y="229"/>
                    <a:pt x="52" y="216"/>
                  </a:cubicBezTo>
                  <a:cubicBezTo>
                    <a:pt x="85" y="203"/>
                    <a:pt x="101" y="219"/>
                    <a:pt x="136" y="258"/>
                  </a:cubicBezTo>
                  <a:cubicBezTo>
                    <a:pt x="172" y="297"/>
                    <a:pt x="181" y="319"/>
                    <a:pt x="187" y="350"/>
                  </a:cubicBezTo>
                  <a:cubicBezTo>
                    <a:pt x="192" y="381"/>
                    <a:pt x="186" y="398"/>
                    <a:pt x="179" y="424"/>
                  </a:cubicBezTo>
                  <a:cubicBezTo>
                    <a:pt x="173" y="450"/>
                    <a:pt x="168" y="458"/>
                    <a:pt x="174" y="462"/>
                  </a:cubicBezTo>
                  <a:cubicBezTo>
                    <a:pt x="180" y="465"/>
                    <a:pt x="190" y="439"/>
                    <a:pt x="192" y="427"/>
                  </a:cubicBezTo>
                  <a:cubicBezTo>
                    <a:pt x="194" y="415"/>
                    <a:pt x="208" y="383"/>
                    <a:pt x="205" y="362"/>
                  </a:cubicBezTo>
                  <a:cubicBezTo>
                    <a:pt x="203" y="340"/>
                    <a:pt x="214" y="322"/>
                    <a:pt x="246" y="328"/>
                  </a:cubicBezTo>
                  <a:cubicBezTo>
                    <a:pt x="268" y="331"/>
                    <a:pt x="282" y="337"/>
                    <a:pt x="304" y="320"/>
                  </a:cubicBezTo>
                  <a:cubicBezTo>
                    <a:pt x="325" y="303"/>
                    <a:pt x="337" y="304"/>
                    <a:pt x="354" y="288"/>
                  </a:cubicBezTo>
                  <a:cubicBezTo>
                    <a:pt x="371" y="271"/>
                    <a:pt x="389" y="212"/>
                    <a:pt x="459" y="225"/>
                  </a:cubicBezTo>
                  <a:cubicBezTo>
                    <a:pt x="480" y="226"/>
                    <a:pt x="503" y="226"/>
                    <a:pt x="523" y="220"/>
                  </a:cubicBezTo>
                  <a:cubicBezTo>
                    <a:pt x="557" y="210"/>
                    <a:pt x="557" y="196"/>
                    <a:pt x="583" y="186"/>
                  </a:cubicBezTo>
                  <a:cubicBezTo>
                    <a:pt x="610" y="175"/>
                    <a:pt x="632" y="168"/>
                    <a:pt x="653" y="147"/>
                  </a:cubicBezTo>
                  <a:cubicBezTo>
                    <a:pt x="675" y="127"/>
                    <a:pt x="661" y="115"/>
                    <a:pt x="678" y="94"/>
                  </a:cubicBezTo>
                  <a:cubicBezTo>
                    <a:pt x="695" y="72"/>
                    <a:pt x="723" y="62"/>
                    <a:pt x="726" y="45"/>
                  </a:cubicBezTo>
                  <a:cubicBezTo>
                    <a:pt x="730" y="28"/>
                    <a:pt x="714" y="42"/>
                    <a:pt x="703" y="53"/>
                  </a:cubicBezTo>
                  <a:cubicBezTo>
                    <a:pt x="692" y="65"/>
                    <a:pt x="674" y="77"/>
                    <a:pt x="665" y="93"/>
                  </a:cubicBezTo>
                  <a:cubicBezTo>
                    <a:pt x="656" y="109"/>
                    <a:pt x="659" y="124"/>
                    <a:pt x="634" y="138"/>
                  </a:cubicBezTo>
                  <a:cubicBezTo>
                    <a:pt x="609" y="153"/>
                    <a:pt x="580" y="154"/>
                    <a:pt x="559" y="172"/>
                  </a:cubicBezTo>
                  <a:cubicBezTo>
                    <a:pt x="539" y="190"/>
                    <a:pt x="527" y="201"/>
                    <a:pt x="510" y="204"/>
                  </a:cubicBezTo>
                  <a:cubicBezTo>
                    <a:pt x="493" y="208"/>
                    <a:pt x="456" y="195"/>
                    <a:pt x="437" y="186"/>
                  </a:cubicBezTo>
                  <a:cubicBezTo>
                    <a:pt x="418" y="177"/>
                    <a:pt x="397" y="170"/>
                    <a:pt x="396" y="147"/>
                  </a:cubicBezTo>
                  <a:cubicBezTo>
                    <a:pt x="395" y="125"/>
                    <a:pt x="410" y="111"/>
                    <a:pt x="404" y="89"/>
                  </a:cubicBezTo>
                  <a:cubicBezTo>
                    <a:pt x="397" y="68"/>
                    <a:pt x="410" y="47"/>
                    <a:pt x="423" y="34"/>
                  </a:cubicBezTo>
                  <a:cubicBezTo>
                    <a:pt x="437" y="20"/>
                    <a:pt x="456" y="16"/>
                    <a:pt x="456" y="8"/>
                  </a:cubicBezTo>
                  <a:cubicBezTo>
                    <a:pt x="455" y="0"/>
                    <a:pt x="424" y="18"/>
                    <a:pt x="412" y="29"/>
                  </a:cubicBezTo>
                  <a:cubicBezTo>
                    <a:pt x="399" y="41"/>
                    <a:pt x="391" y="51"/>
                    <a:pt x="381" y="75"/>
                  </a:cubicBezTo>
                  <a:cubicBezTo>
                    <a:pt x="372" y="99"/>
                    <a:pt x="365" y="125"/>
                    <a:pt x="333" y="127"/>
                  </a:cubicBezTo>
                  <a:cubicBezTo>
                    <a:pt x="301" y="128"/>
                    <a:pt x="296" y="102"/>
                    <a:pt x="270" y="106"/>
                  </a:cubicBezTo>
                  <a:cubicBezTo>
                    <a:pt x="244" y="110"/>
                    <a:pt x="229" y="96"/>
                    <a:pt x="202" y="120"/>
                  </a:cubicBezTo>
                  <a:cubicBezTo>
                    <a:pt x="175" y="144"/>
                    <a:pt x="181" y="139"/>
                    <a:pt x="161" y="144"/>
                  </a:cubicBezTo>
                  <a:cubicBezTo>
                    <a:pt x="142" y="148"/>
                    <a:pt x="117" y="156"/>
                    <a:pt x="103" y="148"/>
                  </a:cubicBezTo>
                  <a:cubicBezTo>
                    <a:pt x="90" y="140"/>
                    <a:pt x="60" y="128"/>
                    <a:pt x="53" y="13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5" name="Freeform 70">
              <a:extLst>
                <a:ext uri="{FF2B5EF4-FFF2-40B4-BE49-F238E27FC236}">
                  <a16:creationId xmlns:a16="http://schemas.microsoft.com/office/drawing/2014/main" id="{9D2AC715-FDF4-4B55-84E1-992D948D7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137"/>
              <a:ext cx="186" cy="229"/>
            </a:xfrm>
            <a:custGeom>
              <a:avLst/>
              <a:gdLst>
                <a:gd name="T0" fmla="*/ 276 w 135"/>
                <a:gd name="T1" fmla="*/ 82 h 156"/>
                <a:gd name="T2" fmla="*/ 21 w 135"/>
                <a:gd name="T3" fmla="*/ 427 h 156"/>
                <a:gd name="T4" fmla="*/ 61 w 135"/>
                <a:gd name="T5" fmla="*/ 715 h 156"/>
                <a:gd name="T6" fmla="*/ 372 w 135"/>
                <a:gd name="T7" fmla="*/ 906 h 156"/>
                <a:gd name="T8" fmla="*/ 562 w 135"/>
                <a:gd name="T9" fmla="*/ 539 h 156"/>
                <a:gd name="T10" fmla="*/ 645 w 135"/>
                <a:gd name="T11" fmla="*/ 222 h 156"/>
                <a:gd name="T12" fmla="*/ 276 w 135"/>
                <a:gd name="T13" fmla="*/ 82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156">
                  <a:moveTo>
                    <a:pt x="55" y="12"/>
                  </a:moveTo>
                  <a:cubicBezTo>
                    <a:pt x="13" y="27"/>
                    <a:pt x="0" y="38"/>
                    <a:pt x="4" y="63"/>
                  </a:cubicBezTo>
                  <a:cubicBezTo>
                    <a:pt x="9" y="88"/>
                    <a:pt x="18" y="84"/>
                    <a:pt x="12" y="105"/>
                  </a:cubicBezTo>
                  <a:cubicBezTo>
                    <a:pt x="7" y="127"/>
                    <a:pt x="15" y="156"/>
                    <a:pt x="75" y="133"/>
                  </a:cubicBezTo>
                  <a:cubicBezTo>
                    <a:pt x="135" y="110"/>
                    <a:pt x="124" y="96"/>
                    <a:pt x="113" y="79"/>
                  </a:cubicBezTo>
                  <a:cubicBezTo>
                    <a:pt x="103" y="62"/>
                    <a:pt x="134" y="61"/>
                    <a:pt x="130" y="33"/>
                  </a:cubicBezTo>
                  <a:cubicBezTo>
                    <a:pt x="125" y="5"/>
                    <a:pt x="84" y="0"/>
                    <a:pt x="55" y="12"/>
                  </a:cubicBezTo>
                  <a:close/>
                </a:path>
              </a:pathLst>
            </a:custGeom>
            <a:noFill/>
            <a:ln w="4763" cap="flat">
              <a:solidFill>
                <a:srgbClr val="DDD7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64" name="epidermal-melanocyte-cell-structure">
            <a:extLst>
              <a:ext uri="{FF2B5EF4-FFF2-40B4-BE49-F238E27FC236}">
                <a16:creationId xmlns:a16="http://schemas.microsoft.com/office/drawing/2014/main" id="{B3781627-DC49-4B4F-8E63-FF750D5923D3}"/>
              </a:ext>
            </a:extLst>
          </p:cNvPr>
          <p:cNvGrpSpPr>
            <a:grpSpLocks/>
          </p:cNvGrpSpPr>
          <p:nvPr/>
        </p:nvGrpSpPr>
        <p:grpSpPr bwMode="auto">
          <a:xfrm>
            <a:off x="7888288" y="4165600"/>
            <a:ext cx="1992312" cy="1835150"/>
            <a:chOff x="4045" y="2648"/>
            <a:chExt cx="1255" cy="1156"/>
          </a:xfrm>
        </p:grpSpPr>
        <p:grpSp>
          <p:nvGrpSpPr>
            <p:cNvPr id="15284" name="Group 72">
              <a:extLst>
                <a:ext uri="{FF2B5EF4-FFF2-40B4-BE49-F238E27FC236}">
                  <a16:creationId xmlns:a16="http://schemas.microsoft.com/office/drawing/2014/main" id="{7015EE42-F85B-4035-95CF-101E5E2B9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5" y="2648"/>
              <a:ext cx="1255" cy="1156"/>
              <a:chOff x="4045" y="2648"/>
              <a:chExt cx="1255" cy="1156"/>
            </a:xfrm>
          </p:grpSpPr>
          <p:sp>
            <p:nvSpPr>
              <p:cNvPr id="15527" name="Freeform 73">
                <a:extLst>
                  <a:ext uri="{FF2B5EF4-FFF2-40B4-BE49-F238E27FC236}">
                    <a16:creationId xmlns:a16="http://schemas.microsoft.com/office/drawing/2014/main" id="{7859FAB2-4CA5-4FBE-9355-983070CF2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648"/>
                <a:ext cx="1255" cy="1156"/>
              </a:xfrm>
              <a:custGeom>
                <a:avLst/>
                <a:gdLst>
                  <a:gd name="T0" fmla="*/ 4490 w 912"/>
                  <a:gd name="T1" fmla="*/ 2086 h 787"/>
                  <a:gd name="T2" fmla="*/ 4339 w 912"/>
                  <a:gd name="T3" fmla="*/ 1846 h 787"/>
                  <a:gd name="T4" fmla="*/ 4386 w 912"/>
                  <a:gd name="T5" fmla="*/ 2264 h 787"/>
                  <a:gd name="T6" fmla="*/ 4037 w 912"/>
                  <a:gd name="T7" fmla="*/ 2770 h 787"/>
                  <a:gd name="T8" fmla="*/ 3252 w 912"/>
                  <a:gd name="T9" fmla="*/ 3049 h 787"/>
                  <a:gd name="T10" fmla="*/ 3435 w 912"/>
                  <a:gd name="T11" fmla="*/ 2127 h 787"/>
                  <a:gd name="T12" fmla="*/ 3414 w 912"/>
                  <a:gd name="T13" fmla="*/ 1113 h 787"/>
                  <a:gd name="T14" fmla="*/ 3625 w 912"/>
                  <a:gd name="T15" fmla="*/ 1034 h 787"/>
                  <a:gd name="T16" fmla="*/ 3912 w 912"/>
                  <a:gd name="T17" fmla="*/ 1196 h 787"/>
                  <a:gd name="T18" fmla="*/ 3966 w 912"/>
                  <a:gd name="T19" fmla="*/ 1155 h 787"/>
                  <a:gd name="T20" fmla="*/ 3660 w 912"/>
                  <a:gd name="T21" fmla="*/ 917 h 787"/>
                  <a:gd name="T22" fmla="*/ 3344 w 912"/>
                  <a:gd name="T23" fmla="*/ 1040 h 787"/>
                  <a:gd name="T24" fmla="*/ 3319 w 912"/>
                  <a:gd name="T25" fmla="*/ 32 h 787"/>
                  <a:gd name="T26" fmla="*/ 3268 w 912"/>
                  <a:gd name="T27" fmla="*/ 60 h 787"/>
                  <a:gd name="T28" fmla="*/ 3303 w 912"/>
                  <a:gd name="T29" fmla="*/ 1269 h 787"/>
                  <a:gd name="T30" fmla="*/ 3307 w 912"/>
                  <a:gd name="T31" fmla="*/ 2029 h 787"/>
                  <a:gd name="T32" fmla="*/ 3034 w 912"/>
                  <a:gd name="T33" fmla="*/ 2831 h 787"/>
                  <a:gd name="T34" fmla="*/ 2572 w 912"/>
                  <a:gd name="T35" fmla="*/ 3008 h 787"/>
                  <a:gd name="T36" fmla="*/ 2220 w 912"/>
                  <a:gd name="T37" fmla="*/ 2272 h 787"/>
                  <a:gd name="T38" fmla="*/ 2202 w 912"/>
                  <a:gd name="T39" fmla="*/ 1680 h 787"/>
                  <a:gd name="T40" fmla="*/ 2232 w 912"/>
                  <a:gd name="T41" fmla="*/ 1476 h 787"/>
                  <a:gd name="T42" fmla="*/ 2452 w 912"/>
                  <a:gd name="T43" fmla="*/ 1124 h 787"/>
                  <a:gd name="T44" fmla="*/ 2773 w 912"/>
                  <a:gd name="T45" fmla="*/ 1135 h 787"/>
                  <a:gd name="T46" fmla="*/ 3067 w 912"/>
                  <a:gd name="T47" fmla="*/ 917 h 787"/>
                  <a:gd name="T48" fmla="*/ 3133 w 912"/>
                  <a:gd name="T49" fmla="*/ 773 h 787"/>
                  <a:gd name="T50" fmla="*/ 3015 w 912"/>
                  <a:gd name="T51" fmla="*/ 864 h 787"/>
                  <a:gd name="T52" fmla="*/ 2765 w 912"/>
                  <a:gd name="T53" fmla="*/ 1012 h 787"/>
                  <a:gd name="T54" fmla="*/ 2438 w 912"/>
                  <a:gd name="T55" fmla="*/ 1005 h 787"/>
                  <a:gd name="T56" fmla="*/ 2272 w 912"/>
                  <a:gd name="T57" fmla="*/ 1012 h 787"/>
                  <a:gd name="T58" fmla="*/ 1848 w 912"/>
                  <a:gd name="T59" fmla="*/ 595 h 787"/>
                  <a:gd name="T60" fmla="*/ 1811 w 912"/>
                  <a:gd name="T61" fmla="*/ 671 h 787"/>
                  <a:gd name="T62" fmla="*/ 2187 w 912"/>
                  <a:gd name="T63" fmla="*/ 1034 h 787"/>
                  <a:gd name="T64" fmla="*/ 2176 w 912"/>
                  <a:gd name="T65" fmla="*/ 1298 h 787"/>
                  <a:gd name="T66" fmla="*/ 2154 w 912"/>
                  <a:gd name="T67" fmla="*/ 1448 h 787"/>
                  <a:gd name="T68" fmla="*/ 2115 w 912"/>
                  <a:gd name="T69" fmla="*/ 1651 h 787"/>
                  <a:gd name="T70" fmla="*/ 2136 w 912"/>
                  <a:gd name="T71" fmla="*/ 2318 h 787"/>
                  <a:gd name="T72" fmla="*/ 1894 w 912"/>
                  <a:gd name="T73" fmla="*/ 3070 h 787"/>
                  <a:gd name="T74" fmla="*/ 1592 w 912"/>
                  <a:gd name="T75" fmla="*/ 3020 h 787"/>
                  <a:gd name="T76" fmla="*/ 1303 w 912"/>
                  <a:gd name="T77" fmla="*/ 2826 h 787"/>
                  <a:gd name="T78" fmla="*/ 841 w 912"/>
                  <a:gd name="T79" fmla="*/ 2569 h 787"/>
                  <a:gd name="T80" fmla="*/ 77 w 912"/>
                  <a:gd name="T81" fmla="*/ 2365 h 787"/>
                  <a:gd name="T82" fmla="*/ 1 w 912"/>
                  <a:gd name="T83" fmla="*/ 2425 h 787"/>
                  <a:gd name="T84" fmla="*/ 89 w 912"/>
                  <a:gd name="T85" fmla="*/ 2453 h 787"/>
                  <a:gd name="T86" fmla="*/ 484 w 912"/>
                  <a:gd name="T87" fmla="*/ 2784 h 787"/>
                  <a:gd name="T88" fmla="*/ 581 w 912"/>
                  <a:gd name="T89" fmla="*/ 2651 h 787"/>
                  <a:gd name="T90" fmla="*/ 830 w 912"/>
                  <a:gd name="T91" fmla="*/ 2688 h 787"/>
                  <a:gd name="T92" fmla="*/ 1222 w 912"/>
                  <a:gd name="T93" fmla="*/ 2955 h 787"/>
                  <a:gd name="T94" fmla="*/ 1536 w 912"/>
                  <a:gd name="T95" fmla="*/ 3239 h 787"/>
                  <a:gd name="T96" fmla="*/ 2126 w 912"/>
                  <a:gd name="T97" fmla="*/ 3386 h 787"/>
                  <a:gd name="T98" fmla="*/ 2229 w 912"/>
                  <a:gd name="T99" fmla="*/ 4766 h 787"/>
                  <a:gd name="T100" fmla="*/ 2876 w 912"/>
                  <a:gd name="T101" fmla="*/ 5348 h 787"/>
                  <a:gd name="T102" fmla="*/ 3400 w 912"/>
                  <a:gd name="T103" fmla="*/ 4421 h 787"/>
                  <a:gd name="T104" fmla="*/ 4083 w 912"/>
                  <a:gd name="T105" fmla="*/ 2872 h 787"/>
                  <a:gd name="T106" fmla="*/ 4240 w 912"/>
                  <a:gd name="T107" fmla="*/ 2798 h 787"/>
                  <a:gd name="T108" fmla="*/ 4346 w 912"/>
                  <a:gd name="T109" fmla="*/ 3029 h 787"/>
                  <a:gd name="T110" fmla="*/ 4331 w 912"/>
                  <a:gd name="T111" fmla="*/ 2748 h 787"/>
                  <a:gd name="T112" fmla="*/ 4471 w 912"/>
                  <a:gd name="T113" fmla="*/ 2305 h 7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12" h="787">
                    <a:moveTo>
                      <a:pt x="906" y="337"/>
                    </a:moveTo>
                    <a:cubicBezTo>
                      <a:pt x="911" y="325"/>
                      <a:pt x="912" y="314"/>
                      <a:pt x="910" y="305"/>
                    </a:cubicBezTo>
                    <a:cubicBezTo>
                      <a:pt x="907" y="290"/>
                      <a:pt x="898" y="279"/>
                      <a:pt x="888" y="269"/>
                    </a:cubicBezTo>
                    <a:cubicBezTo>
                      <a:pt x="886" y="267"/>
                      <a:pt x="882" y="267"/>
                      <a:pt x="879" y="270"/>
                    </a:cubicBezTo>
                    <a:cubicBezTo>
                      <a:pt x="877" y="272"/>
                      <a:pt x="877" y="276"/>
                      <a:pt x="880" y="278"/>
                    </a:cubicBezTo>
                    <a:cubicBezTo>
                      <a:pt x="892" y="290"/>
                      <a:pt x="899" y="305"/>
                      <a:pt x="889" y="331"/>
                    </a:cubicBezTo>
                    <a:cubicBezTo>
                      <a:pt x="879" y="357"/>
                      <a:pt x="861" y="377"/>
                      <a:pt x="829" y="398"/>
                    </a:cubicBezTo>
                    <a:cubicBezTo>
                      <a:pt x="818" y="405"/>
                      <a:pt x="818" y="405"/>
                      <a:pt x="818" y="405"/>
                    </a:cubicBezTo>
                    <a:cubicBezTo>
                      <a:pt x="788" y="425"/>
                      <a:pt x="742" y="480"/>
                      <a:pt x="705" y="477"/>
                    </a:cubicBezTo>
                    <a:cubicBezTo>
                      <a:pt x="705" y="477"/>
                      <a:pt x="668" y="471"/>
                      <a:pt x="659" y="446"/>
                    </a:cubicBezTo>
                    <a:cubicBezTo>
                      <a:pt x="651" y="419"/>
                      <a:pt x="656" y="398"/>
                      <a:pt x="669" y="374"/>
                    </a:cubicBezTo>
                    <a:cubicBezTo>
                      <a:pt x="680" y="355"/>
                      <a:pt x="690" y="332"/>
                      <a:pt x="696" y="311"/>
                    </a:cubicBezTo>
                    <a:cubicBezTo>
                      <a:pt x="712" y="262"/>
                      <a:pt x="709" y="242"/>
                      <a:pt x="692" y="194"/>
                    </a:cubicBezTo>
                    <a:cubicBezTo>
                      <a:pt x="692" y="194"/>
                      <a:pt x="684" y="179"/>
                      <a:pt x="692" y="163"/>
                    </a:cubicBezTo>
                    <a:cubicBezTo>
                      <a:pt x="694" y="154"/>
                      <a:pt x="698" y="149"/>
                      <a:pt x="703" y="146"/>
                    </a:cubicBezTo>
                    <a:cubicBezTo>
                      <a:pt x="711" y="142"/>
                      <a:pt x="723" y="146"/>
                      <a:pt x="735" y="151"/>
                    </a:cubicBezTo>
                    <a:cubicBezTo>
                      <a:pt x="752" y="156"/>
                      <a:pt x="752" y="156"/>
                      <a:pt x="752" y="156"/>
                    </a:cubicBezTo>
                    <a:cubicBezTo>
                      <a:pt x="768" y="161"/>
                      <a:pt x="783" y="162"/>
                      <a:pt x="793" y="175"/>
                    </a:cubicBezTo>
                    <a:cubicBezTo>
                      <a:pt x="795" y="178"/>
                      <a:pt x="798" y="179"/>
                      <a:pt x="801" y="178"/>
                    </a:cubicBezTo>
                    <a:cubicBezTo>
                      <a:pt x="804" y="176"/>
                      <a:pt x="805" y="172"/>
                      <a:pt x="804" y="169"/>
                    </a:cubicBezTo>
                    <a:cubicBezTo>
                      <a:pt x="797" y="157"/>
                      <a:pt x="776" y="145"/>
                      <a:pt x="757" y="139"/>
                    </a:cubicBezTo>
                    <a:cubicBezTo>
                      <a:pt x="742" y="134"/>
                      <a:pt x="742" y="134"/>
                      <a:pt x="742" y="134"/>
                    </a:cubicBezTo>
                    <a:cubicBezTo>
                      <a:pt x="726" y="128"/>
                      <a:pt x="710" y="123"/>
                      <a:pt x="695" y="130"/>
                    </a:cubicBezTo>
                    <a:cubicBezTo>
                      <a:pt x="687" y="134"/>
                      <a:pt x="681" y="142"/>
                      <a:pt x="677" y="152"/>
                    </a:cubicBezTo>
                    <a:cubicBezTo>
                      <a:pt x="670" y="133"/>
                      <a:pt x="668" y="120"/>
                      <a:pt x="674" y="104"/>
                    </a:cubicBezTo>
                    <a:cubicBezTo>
                      <a:pt x="685" y="73"/>
                      <a:pt x="681" y="28"/>
                      <a:pt x="673" y="5"/>
                    </a:cubicBezTo>
                    <a:cubicBezTo>
                      <a:pt x="672" y="2"/>
                      <a:pt x="669" y="0"/>
                      <a:pt x="666" y="1"/>
                    </a:cubicBezTo>
                    <a:cubicBezTo>
                      <a:pt x="662" y="2"/>
                      <a:pt x="660" y="6"/>
                      <a:pt x="662" y="9"/>
                    </a:cubicBezTo>
                    <a:cubicBezTo>
                      <a:pt x="669" y="31"/>
                      <a:pt x="666" y="73"/>
                      <a:pt x="657" y="98"/>
                    </a:cubicBezTo>
                    <a:cubicBezTo>
                      <a:pt x="647" y="125"/>
                      <a:pt x="655" y="146"/>
                      <a:pt x="669" y="185"/>
                    </a:cubicBezTo>
                    <a:cubicBezTo>
                      <a:pt x="675" y="200"/>
                      <a:pt x="675" y="200"/>
                      <a:pt x="675" y="200"/>
                    </a:cubicBezTo>
                    <a:cubicBezTo>
                      <a:pt x="691" y="245"/>
                      <a:pt x="685" y="251"/>
                      <a:pt x="670" y="297"/>
                    </a:cubicBezTo>
                    <a:cubicBezTo>
                      <a:pt x="664" y="316"/>
                      <a:pt x="663" y="343"/>
                      <a:pt x="652" y="362"/>
                    </a:cubicBezTo>
                    <a:cubicBezTo>
                      <a:pt x="643" y="379"/>
                      <a:pt x="626" y="396"/>
                      <a:pt x="615" y="414"/>
                    </a:cubicBezTo>
                    <a:cubicBezTo>
                      <a:pt x="612" y="420"/>
                      <a:pt x="595" y="432"/>
                      <a:pt x="589" y="433"/>
                    </a:cubicBezTo>
                    <a:cubicBezTo>
                      <a:pt x="570" y="437"/>
                      <a:pt x="543" y="437"/>
                      <a:pt x="521" y="440"/>
                    </a:cubicBezTo>
                    <a:cubicBezTo>
                      <a:pt x="491" y="445"/>
                      <a:pt x="490" y="431"/>
                      <a:pt x="478" y="413"/>
                    </a:cubicBezTo>
                    <a:cubicBezTo>
                      <a:pt x="467" y="399"/>
                      <a:pt x="458" y="350"/>
                      <a:pt x="450" y="332"/>
                    </a:cubicBezTo>
                    <a:cubicBezTo>
                      <a:pt x="448" y="326"/>
                      <a:pt x="445" y="319"/>
                      <a:pt x="443" y="313"/>
                    </a:cubicBezTo>
                    <a:cubicBezTo>
                      <a:pt x="437" y="291"/>
                      <a:pt x="442" y="269"/>
                      <a:pt x="446" y="246"/>
                    </a:cubicBezTo>
                    <a:cubicBezTo>
                      <a:pt x="448" y="238"/>
                      <a:pt x="448" y="238"/>
                      <a:pt x="448" y="238"/>
                    </a:cubicBezTo>
                    <a:cubicBezTo>
                      <a:pt x="453" y="216"/>
                      <a:pt x="453" y="216"/>
                      <a:pt x="453" y="216"/>
                    </a:cubicBezTo>
                    <a:cubicBezTo>
                      <a:pt x="455" y="209"/>
                      <a:pt x="457" y="203"/>
                      <a:pt x="458" y="196"/>
                    </a:cubicBezTo>
                    <a:cubicBezTo>
                      <a:pt x="465" y="182"/>
                      <a:pt x="481" y="168"/>
                      <a:pt x="497" y="165"/>
                    </a:cubicBezTo>
                    <a:cubicBezTo>
                      <a:pt x="507" y="163"/>
                      <a:pt x="517" y="164"/>
                      <a:pt x="528" y="165"/>
                    </a:cubicBezTo>
                    <a:cubicBezTo>
                      <a:pt x="539" y="166"/>
                      <a:pt x="551" y="167"/>
                      <a:pt x="562" y="166"/>
                    </a:cubicBezTo>
                    <a:cubicBezTo>
                      <a:pt x="580" y="163"/>
                      <a:pt x="608" y="151"/>
                      <a:pt x="618" y="139"/>
                    </a:cubicBezTo>
                    <a:cubicBezTo>
                      <a:pt x="621" y="134"/>
                      <a:pt x="621" y="134"/>
                      <a:pt x="621" y="134"/>
                    </a:cubicBezTo>
                    <a:cubicBezTo>
                      <a:pt x="625" y="129"/>
                      <a:pt x="628" y="124"/>
                      <a:pt x="632" y="122"/>
                    </a:cubicBezTo>
                    <a:cubicBezTo>
                      <a:pt x="635" y="120"/>
                      <a:pt x="636" y="116"/>
                      <a:pt x="635" y="113"/>
                    </a:cubicBezTo>
                    <a:cubicBezTo>
                      <a:pt x="633" y="110"/>
                      <a:pt x="629" y="109"/>
                      <a:pt x="626" y="111"/>
                    </a:cubicBezTo>
                    <a:cubicBezTo>
                      <a:pt x="619" y="114"/>
                      <a:pt x="615" y="121"/>
                      <a:pt x="611" y="126"/>
                    </a:cubicBezTo>
                    <a:cubicBezTo>
                      <a:pt x="608" y="131"/>
                      <a:pt x="608" y="131"/>
                      <a:pt x="608" y="131"/>
                    </a:cubicBezTo>
                    <a:cubicBezTo>
                      <a:pt x="601" y="139"/>
                      <a:pt x="575" y="146"/>
                      <a:pt x="560" y="148"/>
                    </a:cubicBezTo>
                    <a:cubicBezTo>
                      <a:pt x="550" y="149"/>
                      <a:pt x="540" y="148"/>
                      <a:pt x="530" y="147"/>
                    </a:cubicBezTo>
                    <a:cubicBezTo>
                      <a:pt x="518" y="146"/>
                      <a:pt x="506" y="145"/>
                      <a:pt x="494" y="147"/>
                    </a:cubicBezTo>
                    <a:cubicBezTo>
                      <a:pt x="487" y="148"/>
                      <a:pt x="480" y="151"/>
                      <a:pt x="473" y="155"/>
                    </a:cubicBezTo>
                    <a:cubicBezTo>
                      <a:pt x="469" y="158"/>
                      <a:pt x="463" y="161"/>
                      <a:pt x="461" y="148"/>
                    </a:cubicBezTo>
                    <a:cubicBezTo>
                      <a:pt x="455" y="117"/>
                      <a:pt x="428" y="107"/>
                      <a:pt x="404" y="98"/>
                    </a:cubicBezTo>
                    <a:cubicBezTo>
                      <a:pt x="394" y="94"/>
                      <a:pt x="379" y="91"/>
                      <a:pt x="374" y="87"/>
                    </a:cubicBezTo>
                    <a:cubicBezTo>
                      <a:pt x="371" y="85"/>
                      <a:pt x="367" y="86"/>
                      <a:pt x="365" y="89"/>
                    </a:cubicBezTo>
                    <a:cubicBezTo>
                      <a:pt x="363" y="92"/>
                      <a:pt x="364" y="96"/>
                      <a:pt x="367" y="98"/>
                    </a:cubicBezTo>
                    <a:cubicBezTo>
                      <a:pt x="373" y="102"/>
                      <a:pt x="387" y="111"/>
                      <a:pt x="398" y="115"/>
                    </a:cubicBezTo>
                    <a:cubicBezTo>
                      <a:pt x="420" y="123"/>
                      <a:pt x="440" y="130"/>
                      <a:pt x="443" y="151"/>
                    </a:cubicBezTo>
                    <a:cubicBezTo>
                      <a:pt x="445" y="164"/>
                      <a:pt x="444" y="177"/>
                      <a:pt x="441" y="190"/>
                    </a:cubicBezTo>
                    <a:cubicBezTo>
                      <a:pt x="441" y="190"/>
                      <a:pt x="441" y="190"/>
                      <a:pt x="441" y="190"/>
                    </a:cubicBezTo>
                    <a:cubicBezTo>
                      <a:pt x="440" y="191"/>
                      <a:pt x="440" y="193"/>
                      <a:pt x="440" y="194"/>
                    </a:cubicBezTo>
                    <a:cubicBezTo>
                      <a:pt x="439" y="200"/>
                      <a:pt x="437" y="206"/>
                      <a:pt x="436" y="212"/>
                    </a:cubicBezTo>
                    <a:cubicBezTo>
                      <a:pt x="430" y="235"/>
                      <a:pt x="430" y="235"/>
                      <a:pt x="430" y="235"/>
                    </a:cubicBezTo>
                    <a:cubicBezTo>
                      <a:pt x="429" y="242"/>
                      <a:pt x="429" y="242"/>
                      <a:pt x="429" y="242"/>
                    </a:cubicBezTo>
                    <a:cubicBezTo>
                      <a:pt x="424" y="266"/>
                      <a:pt x="419" y="292"/>
                      <a:pt x="426" y="318"/>
                    </a:cubicBezTo>
                    <a:cubicBezTo>
                      <a:pt x="428" y="325"/>
                      <a:pt x="431" y="332"/>
                      <a:pt x="433" y="339"/>
                    </a:cubicBezTo>
                    <a:cubicBezTo>
                      <a:pt x="438" y="350"/>
                      <a:pt x="445" y="384"/>
                      <a:pt x="439" y="420"/>
                    </a:cubicBezTo>
                    <a:cubicBezTo>
                      <a:pt x="429" y="453"/>
                      <a:pt x="407" y="447"/>
                      <a:pt x="384" y="449"/>
                    </a:cubicBezTo>
                    <a:cubicBezTo>
                      <a:pt x="384" y="449"/>
                      <a:pt x="367" y="448"/>
                      <a:pt x="367" y="448"/>
                    </a:cubicBezTo>
                    <a:cubicBezTo>
                      <a:pt x="351" y="448"/>
                      <a:pt x="336" y="447"/>
                      <a:pt x="323" y="442"/>
                    </a:cubicBezTo>
                    <a:cubicBezTo>
                      <a:pt x="306" y="436"/>
                      <a:pt x="285" y="428"/>
                      <a:pt x="267" y="415"/>
                    </a:cubicBezTo>
                    <a:cubicBezTo>
                      <a:pt x="264" y="413"/>
                      <a:pt x="264" y="413"/>
                      <a:pt x="264" y="413"/>
                    </a:cubicBezTo>
                    <a:cubicBezTo>
                      <a:pt x="249" y="403"/>
                      <a:pt x="235" y="393"/>
                      <a:pt x="216" y="386"/>
                    </a:cubicBezTo>
                    <a:cubicBezTo>
                      <a:pt x="201" y="381"/>
                      <a:pt x="186" y="378"/>
                      <a:pt x="171" y="376"/>
                    </a:cubicBezTo>
                    <a:cubicBezTo>
                      <a:pt x="149" y="372"/>
                      <a:pt x="129" y="368"/>
                      <a:pt x="110" y="358"/>
                    </a:cubicBezTo>
                    <a:cubicBezTo>
                      <a:pt x="73" y="337"/>
                      <a:pt x="43" y="342"/>
                      <a:pt x="16" y="346"/>
                    </a:cubicBezTo>
                    <a:cubicBezTo>
                      <a:pt x="6" y="348"/>
                      <a:pt x="6" y="348"/>
                      <a:pt x="6" y="348"/>
                    </a:cubicBezTo>
                    <a:cubicBezTo>
                      <a:pt x="2" y="349"/>
                      <a:pt x="0" y="352"/>
                      <a:pt x="1" y="355"/>
                    </a:cubicBezTo>
                    <a:cubicBezTo>
                      <a:pt x="1" y="359"/>
                      <a:pt x="4" y="361"/>
                      <a:pt x="8" y="360"/>
                    </a:cubicBezTo>
                    <a:cubicBezTo>
                      <a:pt x="18" y="359"/>
                      <a:pt x="18" y="359"/>
                      <a:pt x="18" y="359"/>
                    </a:cubicBezTo>
                    <a:cubicBezTo>
                      <a:pt x="41" y="355"/>
                      <a:pt x="66" y="356"/>
                      <a:pt x="96" y="370"/>
                    </a:cubicBezTo>
                    <a:cubicBezTo>
                      <a:pt x="108" y="378"/>
                      <a:pt x="98" y="401"/>
                      <a:pt x="98" y="407"/>
                    </a:cubicBezTo>
                    <a:cubicBezTo>
                      <a:pt x="98" y="409"/>
                      <a:pt x="100" y="411"/>
                      <a:pt x="102" y="411"/>
                    </a:cubicBezTo>
                    <a:cubicBezTo>
                      <a:pt x="105" y="411"/>
                      <a:pt x="115" y="396"/>
                      <a:pt x="118" y="388"/>
                    </a:cubicBezTo>
                    <a:cubicBezTo>
                      <a:pt x="121" y="381"/>
                      <a:pt x="139" y="387"/>
                      <a:pt x="143" y="388"/>
                    </a:cubicBezTo>
                    <a:cubicBezTo>
                      <a:pt x="151" y="390"/>
                      <a:pt x="160" y="392"/>
                      <a:pt x="168" y="393"/>
                    </a:cubicBezTo>
                    <a:cubicBezTo>
                      <a:pt x="182" y="396"/>
                      <a:pt x="190" y="400"/>
                      <a:pt x="204" y="405"/>
                    </a:cubicBezTo>
                    <a:cubicBezTo>
                      <a:pt x="220" y="410"/>
                      <a:pt x="234" y="422"/>
                      <a:pt x="248" y="432"/>
                    </a:cubicBezTo>
                    <a:cubicBezTo>
                      <a:pt x="251" y="434"/>
                      <a:pt x="251" y="434"/>
                      <a:pt x="251" y="434"/>
                    </a:cubicBezTo>
                    <a:cubicBezTo>
                      <a:pt x="271" y="448"/>
                      <a:pt x="293" y="467"/>
                      <a:pt x="311" y="474"/>
                    </a:cubicBezTo>
                    <a:cubicBezTo>
                      <a:pt x="328" y="479"/>
                      <a:pt x="352" y="478"/>
                      <a:pt x="380" y="482"/>
                    </a:cubicBezTo>
                    <a:cubicBezTo>
                      <a:pt x="396" y="484"/>
                      <a:pt x="413" y="488"/>
                      <a:pt x="431" y="495"/>
                    </a:cubicBezTo>
                    <a:cubicBezTo>
                      <a:pt x="453" y="506"/>
                      <a:pt x="465" y="525"/>
                      <a:pt x="463" y="564"/>
                    </a:cubicBezTo>
                    <a:cubicBezTo>
                      <a:pt x="462" y="604"/>
                      <a:pt x="454" y="657"/>
                      <a:pt x="451" y="697"/>
                    </a:cubicBezTo>
                    <a:cubicBezTo>
                      <a:pt x="449" y="736"/>
                      <a:pt x="442" y="757"/>
                      <a:pt x="467" y="769"/>
                    </a:cubicBezTo>
                    <a:cubicBezTo>
                      <a:pt x="493" y="782"/>
                      <a:pt x="520" y="787"/>
                      <a:pt x="583" y="782"/>
                    </a:cubicBezTo>
                    <a:cubicBezTo>
                      <a:pt x="646" y="777"/>
                      <a:pt x="650" y="780"/>
                      <a:pt x="662" y="763"/>
                    </a:cubicBezTo>
                    <a:cubicBezTo>
                      <a:pt x="674" y="747"/>
                      <a:pt x="683" y="699"/>
                      <a:pt x="689" y="647"/>
                    </a:cubicBezTo>
                    <a:cubicBezTo>
                      <a:pt x="695" y="594"/>
                      <a:pt x="685" y="553"/>
                      <a:pt x="725" y="502"/>
                    </a:cubicBezTo>
                    <a:cubicBezTo>
                      <a:pt x="777" y="454"/>
                      <a:pt x="801" y="438"/>
                      <a:pt x="828" y="420"/>
                    </a:cubicBezTo>
                    <a:cubicBezTo>
                      <a:pt x="839" y="413"/>
                      <a:pt x="839" y="413"/>
                      <a:pt x="839" y="413"/>
                    </a:cubicBezTo>
                    <a:cubicBezTo>
                      <a:pt x="842" y="411"/>
                      <a:pt x="853" y="405"/>
                      <a:pt x="859" y="409"/>
                    </a:cubicBezTo>
                    <a:cubicBezTo>
                      <a:pt x="866" y="412"/>
                      <a:pt x="873" y="423"/>
                      <a:pt x="874" y="437"/>
                    </a:cubicBezTo>
                    <a:cubicBezTo>
                      <a:pt x="875" y="441"/>
                      <a:pt x="878" y="443"/>
                      <a:pt x="881" y="443"/>
                    </a:cubicBezTo>
                    <a:cubicBezTo>
                      <a:pt x="884" y="443"/>
                      <a:pt x="887" y="440"/>
                      <a:pt x="887" y="436"/>
                    </a:cubicBezTo>
                    <a:cubicBezTo>
                      <a:pt x="886" y="430"/>
                      <a:pt x="887" y="414"/>
                      <a:pt x="878" y="402"/>
                    </a:cubicBezTo>
                    <a:cubicBezTo>
                      <a:pt x="870" y="393"/>
                      <a:pt x="876" y="384"/>
                      <a:pt x="880" y="379"/>
                    </a:cubicBezTo>
                    <a:cubicBezTo>
                      <a:pt x="892" y="366"/>
                      <a:pt x="900" y="352"/>
                      <a:pt x="906" y="337"/>
                    </a:cubicBezTo>
                    <a:close/>
                  </a:path>
                </a:pathLst>
              </a:custGeom>
              <a:solidFill>
                <a:srgbClr val="3B7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8" name="Freeform 74">
                <a:extLst>
                  <a:ext uri="{FF2B5EF4-FFF2-40B4-BE49-F238E27FC236}">
                    <a16:creationId xmlns:a16="http://schemas.microsoft.com/office/drawing/2014/main" id="{64DA881B-707A-4DAF-BEEA-F3CE2F38F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3414"/>
                <a:ext cx="339" cy="379"/>
              </a:xfrm>
              <a:custGeom>
                <a:avLst/>
                <a:gdLst>
                  <a:gd name="T0" fmla="*/ 36 w 246"/>
                  <a:gd name="T1" fmla="*/ 1322 h 258"/>
                  <a:gd name="T2" fmla="*/ 65 w 246"/>
                  <a:gd name="T3" fmla="*/ 1607 h 258"/>
                  <a:gd name="T4" fmla="*/ 194 w 246"/>
                  <a:gd name="T5" fmla="*/ 1681 h 258"/>
                  <a:gd name="T6" fmla="*/ 313 w 246"/>
                  <a:gd name="T7" fmla="*/ 1725 h 258"/>
                  <a:gd name="T8" fmla="*/ 839 w 246"/>
                  <a:gd name="T9" fmla="*/ 1681 h 258"/>
                  <a:gd name="T10" fmla="*/ 1080 w 246"/>
                  <a:gd name="T11" fmla="*/ 1252 h 258"/>
                  <a:gd name="T12" fmla="*/ 1100 w 246"/>
                  <a:gd name="T13" fmla="*/ 952 h 258"/>
                  <a:gd name="T14" fmla="*/ 1147 w 246"/>
                  <a:gd name="T15" fmla="*/ 574 h 258"/>
                  <a:gd name="T16" fmla="*/ 1222 w 246"/>
                  <a:gd name="T17" fmla="*/ 0 h 258"/>
                  <a:gd name="T18" fmla="*/ 1115 w 246"/>
                  <a:gd name="T19" fmla="*/ 176 h 258"/>
                  <a:gd name="T20" fmla="*/ 1050 w 246"/>
                  <a:gd name="T21" fmla="*/ 405 h 258"/>
                  <a:gd name="T22" fmla="*/ 1050 w 246"/>
                  <a:gd name="T23" fmla="*/ 758 h 258"/>
                  <a:gd name="T24" fmla="*/ 915 w 246"/>
                  <a:gd name="T25" fmla="*/ 995 h 258"/>
                  <a:gd name="T26" fmla="*/ 566 w 246"/>
                  <a:gd name="T27" fmla="*/ 1398 h 258"/>
                  <a:gd name="T28" fmla="*/ 201 w 246"/>
                  <a:gd name="T29" fmla="*/ 1575 h 258"/>
                  <a:gd name="T30" fmla="*/ 44 w 246"/>
                  <a:gd name="T31" fmla="*/ 1340 h 2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6" h="258">
                    <a:moveTo>
                      <a:pt x="7" y="193"/>
                    </a:moveTo>
                    <a:cubicBezTo>
                      <a:pt x="6" y="207"/>
                      <a:pt x="0" y="223"/>
                      <a:pt x="13" y="235"/>
                    </a:cubicBezTo>
                    <a:cubicBezTo>
                      <a:pt x="20" y="241"/>
                      <a:pt x="31" y="242"/>
                      <a:pt x="39" y="246"/>
                    </a:cubicBezTo>
                    <a:cubicBezTo>
                      <a:pt x="47" y="249"/>
                      <a:pt x="54" y="250"/>
                      <a:pt x="63" y="252"/>
                    </a:cubicBezTo>
                    <a:cubicBezTo>
                      <a:pt x="98" y="258"/>
                      <a:pt x="134" y="253"/>
                      <a:pt x="169" y="246"/>
                    </a:cubicBezTo>
                    <a:cubicBezTo>
                      <a:pt x="203" y="240"/>
                      <a:pt x="215" y="215"/>
                      <a:pt x="218" y="183"/>
                    </a:cubicBezTo>
                    <a:cubicBezTo>
                      <a:pt x="220" y="168"/>
                      <a:pt x="219" y="154"/>
                      <a:pt x="221" y="139"/>
                    </a:cubicBezTo>
                    <a:cubicBezTo>
                      <a:pt x="225" y="120"/>
                      <a:pt x="232" y="103"/>
                      <a:pt x="231" y="84"/>
                    </a:cubicBezTo>
                    <a:cubicBezTo>
                      <a:pt x="230" y="53"/>
                      <a:pt x="228" y="27"/>
                      <a:pt x="246" y="0"/>
                    </a:cubicBezTo>
                    <a:cubicBezTo>
                      <a:pt x="242" y="11"/>
                      <a:pt x="232" y="18"/>
                      <a:pt x="224" y="26"/>
                    </a:cubicBezTo>
                    <a:cubicBezTo>
                      <a:pt x="215" y="35"/>
                      <a:pt x="211" y="46"/>
                      <a:pt x="211" y="59"/>
                    </a:cubicBezTo>
                    <a:cubicBezTo>
                      <a:pt x="211" y="76"/>
                      <a:pt x="216" y="94"/>
                      <a:pt x="211" y="111"/>
                    </a:cubicBezTo>
                    <a:cubicBezTo>
                      <a:pt x="207" y="129"/>
                      <a:pt x="197" y="136"/>
                      <a:pt x="184" y="146"/>
                    </a:cubicBezTo>
                    <a:cubicBezTo>
                      <a:pt x="159" y="164"/>
                      <a:pt x="140" y="187"/>
                      <a:pt x="114" y="204"/>
                    </a:cubicBezTo>
                    <a:cubicBezTo>
                      <a:pt x="95" y="216"/>
                      <a:pt x="64" y="238"/>
                      <a:pt x="41" y="230"/>
                    </a:cubicBezTo>
                    <a:cubicBezTo>
                      <a:pt x="31" y="227"/>
                      <a:pt x="9" y="209"/>
                      <a:pt x="9" y="196"/>
                    </a:cubicBezTo>
                  </a:path>
                </a:pathLst>
              </a:custGeom>
              <a:solidFill>
                <a:srgbClr val="0058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9" name="Freeform 75">
                <a:extLst>
                  <a:ext uri="{FF2B5EF4-FFF2-40B4-BE49-F238E27FC236}">
                    <a16:creationId xmlns:a16="http://schemas.microsoft.com/office/drawing/2014/main" id="{5B0E99E9-E0B3-4856-9912-18D1F6A01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3268"/>
                <a:ext cx="419" cy="155"/>
              </a:xfrm>
              <a:custGeom>
                <a:avLst/>
                <a:gdLst>
                  <a:gd name="T0" fmla="*/ 141 w 304"/>
                  <a:gd name="T1" fmla="*/ 256 h 106"/>
                  <a:gd name="T2" fmla="*/ 368 w 304"/>
                  <a:gd name="T3" fmla="*/ 60 h 106"/>
                  <a:gd name="T4" fmla="*/ 469 w 304"/>
                  <a:gd name="T5" fmla="*/ 175 h 106"/>
                  <a:gd name="T6" fmla="*/ 589 w 304"/>
                  <a:gd name="T7" fmla="*/ 208 h 106"/>
                  <a:gd name="T8" fmla="*/ 934 w 304"/>
                  <a:gd name="T9" fmla="*/ 161 h 106"/>
                  <a:gd name="T10" fmla="*/ 1079 w 304"/>
                  <a:gd name="T11" fmla="*/ 120 h 106"/>
                  <a:gd name="T12" fmla="*/ 1184 w 304"/>
                  <a:gd name="T13" fmla="*/ 0 h 106"/>
                  <a:gd name="T14" fmla="*/ 1195 w 304"/>
                  <a:gd name="T15" fmla="*/ 142 h 106"/>
                  <a:gd name="T16" fmla="*/ 1300 w 304"/>
                  <a:gd name="T17" fmla="*/ 278 h 106"/>
                  <a:gd name="T18" fmla="*/ 1421 w 304"/>
                  <a:gd name="T19" fmla="*/ 407 h 106"/>
                  <a:gd name="T20" fmla="*/ 1508 w 304"/>
                  <a:gd name="T21" fmla="*/ 503 h 106"/>
                  <a:gd name="T22" fmla="*/ 1307 w 304"/>
                  <a:gd name="T23" fmla="*/ 515 h 106"/>
                  <a:gd name="T24" fmla="*/ 885 w 304"/>
                  <a:gd name="T25" fmla="*/ 393 h 106"/>
                  <a:gd name="T26" fmla="*/ 469 w 304"/>
                  <a:gd name="T27" fmla="*/ 709 h 106"/>
                  <a:gd name="T28" fmla="*/ 365 w 304"/>
                  <a:gd name="T29" fmla="*/ 532 h 106"/>
                  <a:gd name="T30" fmla="*/ 0 w 304"/>
                  <a:gd name="T31" fmla="*/ 329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06">
                    <a:moveTo>
                      <a:pt x="28" y="38"/>
                    </a:moveTo>
                    <a:cubicBezTo>
                      <a:pt x="47" y="38"/>
                      <a:pt x="56" y="4"/>
                      <a:pt x="74" y="9"/>
                    </a:cubicBezTo>
                    <a:cubicBezTo>
                      <a:pt x="81" y="11"/>
                      <a:pt x="88" y="22"/>
                      <a:pt x="94" y="26"/>
                    </a:cubicBezTo>
                    <a:cubicBezTo>
                      <a:pt x="102" y="31"/>
                      <a:pt x="109" y="31"/>
                      <a:pt x="118" y="31"/>
                    </a:cubicBezTo>
                    <a:cubicBezTo>
                      <a:pt x="142" y="32"/>
                      <a:pt x="164" y="29"/>
                      <a:pt x="188" y="24"/>
                    </a:cubicBezTo>
                    <a:cubicBezTo>
                      <a:pt x="197" y="23"/>
                      <a:pt x="208" y="22"/>
                      <a:pt x="217" y="18"/>
                    </a:cubicBezTo>
                    <a:cubicBezTo>
                      <a:pt x="226" y="14"/>
                      <a:pt x="229" y="4"/>
                      <a:pt x="238" y="0"/>
                    </a:cubicBezTo>
                    <a:cubicBezTo>
                      <a:pt x="239" y="8"/>
                      <a:pt x="236" y="14"/>
                      <a:pt x="240" y="21"/>
                    </a:cubicBezTo>
                    <a:cubicBezTo>
                      <a:pt x="244" y="30"/>
                      <a:pt x="254" y="35"/>
                      <a:pt x="261" y="42"/>
                    </a:cubicBezTo>
                    <a:cubicBezTo>
                      <a:pt x="269" y="49"/>
                      <a:pt x="276" y="55"/>
                      <a:pt x="286" y="61"/>
                    </a:cubicBezTo>
                    <a:cubicBezTo>
                      <a:pt x="292" y="64"/>
                      <a:pt x="304" y="67"/>
                      <a:pt x="303" y="75"/>
                    </a:cubicBezTo>
                    <a:cubicBezTo>
                      <a:pt x="299" y="92"/>
                      <a:pt x="271" y="80"/>
                      <a:pt x="263" y="77"/>
                    </a:cubicBezTo>
                    <a:cubicBezTo>
                      <a:pt x="236" y="70"/>
                      <a:pt x="206" y="60"/>
                      <a:pt x="178" y="59"/>
                    </a:cubicBezTo>
                    <a:cubicBezTo>
                      <a:pt x="145" y="58"/>
                      <a:pt x="112" y="78"/>
                      <a:pt x="94" y="106"/>
                    </a:cubicBezTo>
                    <a:cubicBezTo>
                      <a:pt x="89" y="96"/>
                      <a:pt x="80" y="87"/>
                      <a:pt x="73" y="79"/>
                    </a:cubicBezTo>
                    <a:cubicBezTo>
                      <a:pt x="65" y="70"/>
                      <a:pt x="14" y="49"/>
                      <a:pt x="0" y="49"/>
                    </a:cubicBezTo>
                  </a:path>
                </a:pathLst>
              </a:custGeom>
              <a:solidFill>
                <a:srgbClr val="738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0" name="Freeform 76">
                <a:extLst>
                  <a:ext uri="{FF2B5EF4-FFF2-40B4-BE49-F238E27FC236}">
                    <a16:creationId xmlns:a16="http://schemas.microsoft.com/office/drawing/2014/main" id="{7FEAC8C4-7472-4A1E-9886-F21AA7DF5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3319"/>
                <a:ext cx="69" cy="21"/>
              </a:xfrm>
              <a:custGeom>
                <a:avLst/>
                <a:gdLst>
                  <a:gd name="T0" fmla="*/ 116 w 50"/>
                  <a:gd name="T1" fmla="*/ 108 h 14"/>
                  <a:gd name="T2" fmla="*/ 11 w 50"/>
                  <a:gd name="T3" fmla="*/ 62 h 14"/>
                  <a:gd name="T4" fmla="*/ 103 w 50"/>
                  <a:gd name="T5" fmla="*/ 27 h 14"/>
                  <a:gd name="T6" fmla="*/ 250 w 50"/>
                  <a:gd name="T7" fmla="*/ 2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4">
                    <a:moveTo>
                      <a:pt x="23" y="14"/>
                    </a:moveTo>
                    <a:cubicBezTo>
                      <a:pt x="19" y="13"/>
                      <a:pt x="3" y="12"/>
                      <a:pt x="2" y="8"/>
                    </a:cubicBezTo>
                    <a:cubicBezTo>
                      <a:pt x="0" y="0"/>
                      <a:pt x="17" y="3"/>
                      <a:pt x="20" y="3"/>
                    </a:cubicBezTo>
                    <a:cubicBezTo>
                      <a:pt x="30" y="4"/>
                      <a:pt x="40" y="2"/>
                      <a:pt x="50" y="3"/>
                    </a:cubicBezTo>
                  </a:path>
                </a:pathLst>
              </a:custGeom>
              <a:solidFill>
                <a:srgbClr val="738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1" name="Freeform 77">
                <a:extLst>
                  <a:ext uri="{FF2B5EF4-FFF2-40B4-BE49-F238E27FC236}">
                    <a16:creationId xmlns:a16="http://schemas.microsoft.com/office/drawing/2014/main" id="{85E43EED-11D2-454E-B134-3271F2B96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3611"/>
                <a:ext cx="40" cy="82"/>
              </a:xfrm>
              <a:custGeom>
                <a:avLst/>
                <a:gdLst>
                  <a:gd name="T0" fmla="*/ 0 w 29"/>
                  <a:gd name="T1" fmla="*/ 296 h 56"/>
                  <a:gd name="T2" fmla="*/ 134 w 29"/>
                  <a:gd name="T3" fmla="*/ 245 h 56"/>
                  <a:gd name="T4" fmla="*/ 21 w 29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6">
                    <a:moveTo>
                      <a:pt x="0" y="44"/>
                    </a:moveTo>
                    <a:cubicBezTo>
                      <a:pt x="7" y="56"/>
                      <a:pt x="25" y="49"/>
                      <a:pt x="27" y="36"/>
                    </a:cubicBezTo>
                    <a:cubicBezTo>
                      <a:pt x="29" y="25"/>
                      <a:pt x="12" y="7"/>
                      <a:pt x="4" y="0"/>
                    </a:cubicBezTo>
                  </a:path>
                </a:pathLst>
              </a:custGeom>
              <a:solidFill>
                <a:srgbClr val="004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2" name="Freeform 78">
                <a:extLst>
                  <a:ext uri="{FF2B5EF4-FFF2-40B4-BE49-F238E27FC236}">
                    <a16:creationId xmlns:a16="http://schemas.microsoft.com/office/drawing/2014/main" id="{8C613674-32E0-49F8-9566-920A1B997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528"/>
                <a:ext cx="38" cy="85"/>
              </a:xfrm>
              <a:custGeom>
                <a:avLst/>
                <a:gdLst>
                  <a:gd name="T0" fmla="*/ 0 w 28"/>
                  <a:gd name="T1" fmla="*/ 286 h 58"/>
                  <a:gd name="T2" fmla="*/ 114 w 28"/>
                  <a:gd name="T3" fmla="*/ 236 h 58"/>
                  <a:gd name="T4" fmla="*/ 19 w 28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8">
                    <a:moveTo>
                      <a:pt x="0" y="42"/>
                    </a:moveTo>
                    <a:cubicBezTo>
                      <a:pt x="7" y="58"/>
                      <a:pt x="22" y="46"/>
                      <a:pt x="25" y="35"/>
                    </a:cubicBezTo>
                    <a:cubicBezTo>
                      <a:pt x="28" y="20"/>
                      <a:pt x="14" y="8"/>
                      <a:pt x="4" y="0"/>
                    </a:cubicBezTo>
                  </a:path>
                </a:pathLst>
              </a:custGeom>
              <a:solidFill>
                <a:srgbClr val="004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3" name="Freeform 79">
                <a:extLst>
                  <a:ext uri="{FF2B5EF4-FFF2-40B4-BE49-F238E27FC236}">
                    <a16:creationId xmlns:a16="http://schemas.microsoft.com/office/drawing/2014/main" id="{7E431D5C-D84A-4D0B-B1C0-017198627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3315"/>
                <a:ext cx="263" cy="57"/>
              </a:xfrm>
              <a:custGeom>
                <a:avLst/>
                <a:gdLst>
                  <a:gd name="T0" fmla="*/ 0 w 191"/>
                  <a:gd name="T1" fmla="*/ 60 h 39"/>
                  <a:gd name="T2" fmla="*/ 102 w 191"/>
                  <a:gd name="T3" fmla="*/ 168 h 39"/>
                  <a:gd name="T4" fmla="*/ 220 w 191"/>
                  <a:gd name="T5" fmla="*/ 241 h 39"/>
                  <a:gd name="T6" fmla="*/ 332 w 191"/>
                  <a:gd name="T7" fmla="*/ 156 h 39"/>
                  <a:gd name="T8" fmla="*/ 483 w 191"/>
                  <a:gd name="T9" fmla="*/ 89 h 39"/>
                  <a:gd name="T10" fmla="*/ 790 w 191"/>
                  <a:gd name="T11" fmla="*/ 88 h 39"/>
                  <a:gd name="T12" fmla="*/ 880 w 191"/>
                  <a:gd name="T13" fmla="*/ 1 h 39"/>
                  <a:gd name="T14" fmla="*/ 708 w 191"/>
                  <a:gd name="T15" fmla="*/ 28 h 39"/>
                  <a:gd name="T16" fmla="*/ 470 w 191"/>
                  <a:gd name="T17" fmla="*/ 56 h 39"/>
                  <a:gd name="T18" fmla="*/ 237 w 191"/>
                  <a:gd name="T19" fmla="*/ 88 h 39"/>
                  <a:gd name="T20" fmla="*/ 105 w 191"/>
                  <a:gd name="T21" fmla="*/ 32 h 39"/>
                  <a:gd name="T22" fmla="*/ 26 w 191"/>
                  <a:gd name="T23" fmla="*/ 19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1" h="39">
                    <a:moveTo>
                      <a:pt x="0" y="9"/>
                    </a:moveTo>
                    <a:cubicBezTo>
                      <a:pt x="7" y="14"/>
                      <a:pt x="13" y="20"/>
                      <a:pt x="20" y="25"/>
                    </a:cubicBezTo>
                    <a:cubicBezTo>
                      <a:pt x="29" y="31"/>
                      <a:pt x="30" y="39"/>
                      <a:pt x="44" y="36"/>
                    </a:cubicBezTo>
                    <a:cubicBezTo>
                      <a:pt x="52" y="34"/>
                      <a:pt x="59" y="27"/>
                      <a:pt x="67" y="23"/>
                    </a:cubicBezTo>
                    <a:cubicBezTo>
                      <a:pt x="76" y="18"/>
                      <a:pt x="86" y="16"/>
                      <a:pt x="97" y="14"/>
                    </a:cubicBezTo>
                    <a:cubicBezTo>
                      <a:pt x="117" y="11"/>
                      <a:pt x="140" y="9"/>
                      <a:pt x="160" y="13"/>
                    </a:cubicBezTo>
                    <a:cubicBezTo>
                      <a:pt x="174" y="16"/>
                      <a:pt x="191" y="20"/>
                      <a:pt x="178" y="1"/>
                    </a:cubicBezTo>
                    <a:cubicBezTo>
                      <a:pt x="172" y="15"/>
                      <a:pt x="154" y="5"/>
                      <a:pt x="143" y="4"/>
                    </a:cubicBezTo>
                    <a:cubicBezTo>
                      <a:pt x="128" y="4"/>
                      <a:pt x="110" y="7"/>
                      <a:pt x="95" y="8"/>
                    </a:cubicBezTo>
                    <a:cubicBezTo>
                      <a:pt x="79" y="10"/>
                      <a:pt x="64" y="15"/>
                      <a:pt x="48" y="13"/>
                    </a:cubicBezTo>
                    <a:cubicBezTo>
                      <a:pt x="37" y="12"/>
                      <a:pt x="30" y="10"/>
                      <a:pt x="21" y="5"/>
                    </a:cubicBezTo>
                    <a:cubicBezTo>
                      <a:pt x="15" y="3"/>
                      <a:pt x="11" y="0"/>
                      <a:pt x="5" y="3"/>
                    </a:cubicBezTo>
                  </a:path>
                </a:pathLst>
              </a:custGeom>
              <a:solidFill>
                <a:srgbClr val="B7C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4" name="Freeform 80">
                <a:extLst>
                  <a:ext uri="{FF2B5EF4-FFF2-40B4-BE49-F238E27FC236}">
                    <a16:creationId xmlns:a16="http://schemas.microsoft.com/office/drawing/2014/main" id="{8D4C6D1A-FEC7-4A02-A859-016CBCC8E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337"/>
                <a:ext cx="13" cy="7"/>
              </a:xfrm>
              <a:custGeom>
                <a:avLst/>
                <a:gdLst>
                  <a:gd name="T0" fmla="*/ 0 w 9"/>
                  <a:gd name="T1" fmla="*/ 11 h 5"/>
                  <a:gd name="T2" fmla="*/ 1 w 9"/>
                  <a:gd name="T3" fmla="*/ 28 h 5"/>
                  <a:gd name="T4" fmla="*/ 56 w 9"/>
                  <a:gd name="T5" fmla="*/ 11 h 5"/>
                  <a:gd name="T6" fmla="*/ 27 w 9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4" y="5"/>
                      <a:pt x="7" y="4"/>
                      <a:pt x="9" y="2"/>
                    </a:cubicBezTo>
                    <a:cubicBezTo>
                      <a:pt x="8" y="0"/>
                      <a:pt x="6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5" name="Freeform 81">
                <a:extLst>
                  <a:ext uri="{FF2B5EF4-FFF2-40B4-BE49-F238E27FC236}">
                    <a16:creationId xmlns:a16="http://schemas.microsoft.com/office/drawing/2014/main" id="{5B78AE62-CE96-45F6-AA90-392D8BABD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3525"/>
                <a:ext cx="106" cy="167"/>
              </a:xfrm>
              <a:custGeom>
                <a:avLst/>
                <a:gdLst>
                  <a:gd name="T0" fmla="*/ 11 w 77"/>
                  <a:gd name="T1" fmla="*/ 365 h 114"/>
                  <a:gd name="T2" fmla="*/ 212 w 77"/>
                  <a:gd name="T3" fmla="*/ 1 h 114"/>
                  <a:gd name="T4" fmla="*/ 369 w 77"/>
                  <a:gd name="T5" fmla="*/ 406 h 114"/>
                  <a:gd name="T6" fmla="*/ 169 w 77"/>
                  <a:gd name="T7" fmla="*/ 765 h 114"/>
                  <a:gd name="T8" fmla="*/ 11 w 77"/>
                  <a:gd name="T9" fmla="*/ 365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4">
                    <a:moveTo>
                      <a:pt x="2" y="54"/>
                    </a:moveTo>
                    <a:cubicBezTo>
                      <a:pt x="4" y="24"/>
                      <a:pt x="23" y="0"/>
                      <a:pt x="43" y="1"/>
                    </a:cubicBezTo>
                    <a:cubicBezTo>
                      <a:pt x="63" y="3"/>
                      <a:pt x="77" y="29"/>
                      <a:pt x="75" y="60"/>
                    </a:cubicBezTo>
                    <a:cubicBezTo>
                      <a:pt x="73" y="91"/>
                      <a:pt x="54" y="114"/>
                      <a:pt x="34" y="113"/>
                    </a:cubicBezTo>
                    <a:cubicBezTo>
                      <a:pt x="14" y="111"/>
                      <a:pt x="0" y="85"/>
                      <a:pt x="2" y="54"/>
                    </a:cubicBezTo>
                    <a:close/>
                  </a:path>
                </a:pathLst>
              </a:custGeom>
              <a:solidFill>
                <a:srgbClr val="004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6" name="Freeform 82">
                <a:extLst>
                  <a:ext uri="{FF2B5EF4-FFF2-40B4-BE49-F238E27FC236}">
                    <a16:creationId xmlns:a16="http://schemas.microsoft.com/office/drawing/2014/main" id="{986FF23E-BCB7-439C-8240-0BB6B87B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3503"/>
                <a:ext cx="108" cy="167"/>
              </a:xfrm>
              <a:custGeom>
                <a:avLst/>
                <a:gdLst>
                  <a:gd name="T0" fmla="*/ 11 w 78"/>
                  <a:gd name="T1" fmla="*/ 365 h 114"/>
                  <a:gd name="T2" fmla="*/ 220 w 78"/>
                  <a:gd name="T3" fmla="*/ 1 h 114"/>
                  <a:gd name="T4" fmla="*/ 382 w 78"/>
                  <a:gd name="T5" fmla="*/ 406 h 114"/>
                  <a:gd name="T6" fmla="*/ 174 w 78"/>
                  <a:gd name="T7" fmla="*/ 765 h 114"/>
                  <a:gd name="T8" fmla="*/ 11 w 78"/>
                  <a:gd name="T9" fmla="*/ 365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14">
                    <a:moveTo>
                      <a:pt x="2" y="54"/>
                    </a:moveTo>
                    <a:cubicBezTo>
                      <a:pt x="5" y="24"/>
                      <a:pt x="23" y="0"/>
                      <a:pt x="43" y="1"/>
                    </a:cubicBezTo>
                    <a:cubicBezTo>
                      <a:pt x="63" y="3"/>
                      <a:pt x="78" y="29"/>
                      <a:pt x="75" y="60"/>
                    </a:cubicBezTo>
                    <a:cubicBezTo>
                      <a:pt x="73" y="91"/>
                      <a:pt x="55" y="114"/>
                      <a:pt x="35" y="113"/>
                    </a:cubicBezTo>
                    <a:cubicBezTo>
                      <a:pt x="14" y="111"/>
                      <a:pt x="0" y="85"/>
                      <a:pt x="2" y="54"/>
                    </a:cubicBezTo>
                    <a:close/>
                  </a:path>
                </a:pathLst>
              </a:custGeom>
              <a:solidFill>
                <a:srgbClr val="8EA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7" name="Freeform 83">
                <a:extLst>
                  <a:ext uri="{FF2B5EF4-FFF2-40B4-BE49-F238E27FC236}">
                    <a16:creationId xmlns:a16="http://schemas.microsoft.com/office/drawing/2014/main" id="{48C1B9D0-24DA-4BCA-B1C7-20A2A1916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3513"/>
                <a:ext cx="108" cy="167"/>
              </a:xfrm>
              <a:custGeom>
                <a:avLst/>
                <a:gdLst>
                  <a:gd name="T0" fmla="*/ 11 w 78"/>
                  <a:gd name="T1" fmla="*/ 365 h 114"/>
                  <a:gd name="T2" fmla="*/ 220 w 78"/>
                  <a:gd name="T3" fmla="*/ 1 h 114"/>
                  <a:gd name="T4" fmla="*/ 382 w 78"/>
                  <a:gd name="T5" fmla="*/ 406 h 114"/>
                  <a:gd name="T6" fmla="*/ 174 w 78"/>
                  <a:gd name="T7" fmla="*/ 765 h 114"/>
                  <a:gd name="T8" fmla="*/ 11 w 78"/>
                  <a:gd name="T9" fmla="*/ 365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14">
                    <a:moveTo>
                      <a:pt x="2" y="54"/>
                    </a:moveTo>
                    <a:cubicBezTo>
                      <a:pt x="5" y="23"/>
                      <a:pt x="23" y="0"/>
                      <a:pt x="43" y="1"/>
                    </a:cubicBezTo>
                    <a:cubicBezTo>
                      <a:pt x="63" y="3"/>
                      <a:pt x="78" y="29"/>
                      <a:pt x="75" y="60"/>
                    </a:cubicBezTo>
                    <a:cubicBezTo>
                      <a:pt x="73" y="90"/>
                      <a:pt x="55" y="114"/>
                      <a:pt x="35" y="113"/>
                    </a:cubicBezTo>
                    <a:cubicBezTo>
                      <a:pt x="14" y="111"/>
                      <a:pt x="0" y="85"/>
                      <a:pt x="2" y="54"/>
                    </a:cubicBezTo>
                    <a:close/>
                  </a:path>
                </a:pathLst>
              </a:custGeom>
              <a:solidFill>
                <a:srgbClr val="E29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8" name="Freeform 84">
                <a:extLst>
                  <a:ext uri="{FF2B5EF4-FFF2-40B4-BE49-F238E27FC236}">
                    <a16:creationId xmlns:a16="http://schemas.microsoft.com/office/drawing/2014/main" id="{C96BF20A-D593-4896-9C3A-834658576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3552"/>
                <a:ext cx="78" cy="116"/>
              </a:xfrm>
              <a:custGeom>
                <a:avLst/>
                <a:gdLst>
                  <a:gd name="T0" fmla="*/ 0 w 57"/>
                  <a:gd name="T1" fmla="*/ 307 h 79"/>
                  <a:gd name="T2" fmla="*/ 0 w 57"/>
                  <a:gd name="T3" fmla="*/ 377 h 79"/>
                  <a:gd name="T4" fmla="*/ 116 w 57"/>
                  <a:gd name="T5" fmla="*/ 526 h 79"/>
                  <a:gd name="T6" fmla="*/ 274 w 57"/>
                  <a:gd name="T7" fmla="*/ 231 h 79"/>
                  <a:gd name="T8" fmla="*/ 274 w 57"/>
                  <a:gd name="T9" fmla="*/ 162 h 79"/>
                  <a:gd name="T10" fmla="*/ 164 w 57"/>
                  <a:gd name="T11" fmla="*/ 1 h 79"/>
                  <a:gd name="T12" fmla="*/ 0 w 57"/>
                  <a:gd name="T13" fmla="*/ 307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79">
                    <a:moveTo>
                      <a:pt x="0" y="45"/>
                    </a:moveTo>
                    <a:cubicBezTo>
                      <a:pt x="0" y="48"/>
                      <a:pt x="0" y="51"/>
                      <a:pt x="0" y="55"/>
                    </a:cubicBezTo>
                    <a:cubicBezTo>
                      <a:pt x="5" y="68"/>
                      <a:pt x="13" y="77"/>
                      <a:pt x="24" y="77"/>
                    </a:cubicBezTo>
                    <a:cubicBezTo>
                      <a:pt x="40" y="79"/>
                      <a:pt x="55" y="59"/>
                      <a:pt x="57" y="34"/>
                    </a:cubicBezTo>
                    <a:cubicBezTo>
                      <a:pt x="57" y="30"/>
                      <a:pt x="57" y="27"/>
                      <a:pt x="57" y="24"/>
                    </a:cubicBezTo>
                    <a:cubicBezTo>
                      <a:pt x="53" y="11"/>
                      <a:pt x="44" y="2"/>
                      <a:pt x="34" y="1"/>
                    </a:cubicBezTo>
                    <a:cubicBezTo>
                      <a:pt x="17" y="0"/>
                      <a:pt x="2" y="19"/>
                      <a:pt x="0" y="45"/>
                    </a:cubicBezTo>
                    <a:close/>
                  </a:path>
                </a:pathLst>
              </a:custGeom>
              <a:solidFill>
                <a:srgbClr val="D56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9" name="Freeform 85">
                <a:extLst>
                  <a:ext uri="{FF2B5EF4-FFF2-40B4-BE49-F238E27FC236}">
                    <a16:creationId xmlns:a16="http://schemas.microsoft.com/office/drawing/2014/main" id="{E14A214C-4730-4774-9C8B-CF70076CC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3555"/>
                <a:ext cx="22" cy="25"/>
              </a:xfrm>
              <a:custGeom>
                <a:avLst/>
                <a:gdLst>
                  <a:gd name="T0" fmla="*/ 1 w 16"/>
                  <a:gd name="T1" fmla="*/ 56 h 17"/>
                  <a:gd name="T2" fmla="*/ 44 w 16"/>
                  <a:gd name="T3" fmla="*/ 0 h 17"/>
                  <a:gd name="T4" fmla="*/ 77 w 16"/>
                  <a:gd name="T5" fmla="*/ 60 h 17"/>
                  <a:gd name="T6" fmla="*/ 36 w 16"/>
                  <a:gd name="T7" fmla="*/ 116 h 17"/>
                  <a:gd name="T8" fmla="*/ 1 w 16"/>
                  <a:gd name="T9" fmla="*/ 5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" y="8"/>
                    </a:moveTo>
                    <a:cubicBezTo>
                      <a:pt x="1" y="3"/>
                      <a:pt x="5" y="0"/>
                      <a:pt x="9" y="0"/>
                    </a:cubicBezTo>
                    <a:cubicBezTo>
                      <a:pt x="13" y="0"/>
                      <a:pt x="16" y="4"/>
                      <a:pt x="16" y="9"/>
                    </a:cubicBezTo>
                    <a:cubicBezTo>
                      <a:pt x="15" y="14"/>
                      <a:pt x="11" y="17"/>
                      <a:pt x="7" y="17"/>
                    </a:cubicBezTo>
                    <a:cubicBezTo>
                      <a:pt x="3" y="17"/>
                      <a:pt x="0" y="13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0" name="Freeform 86">
                <a:extLst>
                  <a:ext uri="{FF2B5EF4-FFF2-40B4-BE49-F238E27FC236}">
                    <a16:creationId xmlns:a16="http://schemas.microsoft.com/office/drawing/2014/main" id="{799ADA0A-9008-4B24-BF34-0B6213739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3550"/>
                <a:ext cx="15" cy="16"/>
              </a:xfrm>
              <a:custGeom>
                <a:avLst/>
                <a:gdLst>
                  <a:gd name="T0" fmla="*/ 0 w 11"/>
                  <a:gd name="T1" fmla="*/ 32 h 11"/>
                  <a:gd name="T2" fmla="*/ 27 w 11"/>
                  <a:gd name="T3" fmla="*/ 0 h 11"/>
                  <a:gd name="T4" fmla="*/ 50 w 11"/>
                  <a:gd name="T5" fmla="*/ 41 h 11"/>
                  <a:gd name="T6" fmla="*/ 26 w 11"/>
                  <a:gd name="T7" fmla="*/ 70 h 11"/>
                  <a:gd name="T8" fmla="*/ 0 w 11"/>
                  <a:gd name="T9" fmla="*/ 3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0" y="8"/>
                      <a:pt x="8" y="11"/>
                      <a:pt x="5" y="11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1" name="Freeform 87">
                <a:extLst>
                  <a:ext uri="{FF2B5EF4-FFF2-40B4-BE49-F238E27FC236}">
                    <a16:creationId xmlns:a16="http://schemas.microsoft.com/office/drawing/2014/main" id="{619623E5-0CE1-4B85-8B73-CD73029FD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3608"/>
                <a:ext cx="59" cy="71"/>
              </a:xfrm>
              <a:custGeom>
                <a:avLst/>
                <a:gdLst>
                  <a:gd name="T0" fmla="*/ 209 w 43"/>
                  <a:gd name="T1" fmla="*/ 0 h 48"/>
                  <a:gd name="T2" fmla="*/ 0 w 43"/>
                  <a:gd name="T3" fmla="*/ 238 h 48"/>
                  <a:gd name="T4" fmla="*/ 209 w 43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8">
                    <a:moveTo>
                      <a:pt x="43" y="0"/>
                    </a:moveTo>
                    <a:cubicBezTo>
                      <a:pt x="34" y="42"/>
                      <a:pt x="13" y="48"/>
                      <a:pt x="0" y="34"/>
                    </a:cubicBezTo>
                    <a:cubicBezTo>
                      <a:pt x="10" y="34"/>
                      <a:pt x="30" y="29"/>
                      <a:pt x="43" y="0"/>
                    </a:cubicBezTo>
                    <a:close/>
                  </a:path>
                </a:pathLst>
              </a:custGeom>
              <a:solidFill>
                <a:srgbClr val="C626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2" name="Freeform 88">
                <a:extLst>
                  <a:ext uri="{FF2B5EF4-FFF2-40B4-BE49-F238E27FC236}">
                    <a16:creationId xmlns:a16="http://schemas.microsoft.com/office/drawing/2014/main" id="{83D65CA2-C87B-4CD5-B1F4-A90D61FB3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3511"/>
                <a:ext cx="80" cy="86"/>
              </a:xfrm>
              <a:custGeom>
                <a:avLst/>
                <a:gdLst>
                  <a:gd name="T0" fmla="*/ 247 w 58"/>
                  <a:gd name="T1" fmla="*/ 173 h 58"/>
                  <a:gd name="T2" fmla="*/ 109 w 58"/>
                  <a:gd name="T3" fmla="*/ 19 h 58"/>
                  <a:gd name="T4" fmla="*/ 102 w 58"/>
                  <a:gd name="T5" fmla="*/ 242 h 58"/>
                  <a:gd name="T6" fmla="*/ 212 w 58"/>
                  <a:gd name="T7" fmla="*/ 400 h 58"/>
                  <a:gd name="T8" fmla="*/ 247 w 58"/>
                  <a:gd name="T9" fmla="*/ 17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49" y="24"/>
                    </a:moveTo>
                    <a:cubicBezTo>
                      <a:pt x="48" y="20"/>
                      <a:pt x="44" y="0"/>
                      <a:pt x="22" y="3"/>
                    </a:cubicBezTo>
                    <a:cubicBezTo>
                      <a:pt x="0" y="7"/>
                      <a:pt x="14" y="25"/>
                      <a:pt x="20" y="34"/>
                    </a:cubicBezTo>
                    <a:cubicBezTo>
                      <a:pt x="26" y="43"/>
                      <a:pt x="25" y="58"/>
                      <a:pt x="43" y="56"/>
                    </a:cubicBezTo>
                    <a:cubicBezTo>
                      <a:pt x="58" y="54"/>
                      <a:pt x="54" y="36"/>
                      <a:pt x="49" y="24"/>
                    </a:cubicBezTo>
                    <a:close/>
                  </a:path>
                </a:pathLst>
              </a:custGeom>
              <a:solidFill>
                <a:srgbClr val="7BB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3" name="Freeform 89">
                <a:extLst>
                  <a:ext uri="{FF2B5EF4-FFF2-40B4-BE49-F238E27FC236}">
                    <a16:creationId xmlns:a16="http://schemas.microsoft.com/office/drawing/2014/main" id="{5516851C-B136-44AE-8F8E-B7BF2121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3516"/>
                <a:ext cx="63" cy="78"/>
              </a:xfrm>
              <a:custGeom>
                <a:avLst/>
                <a:gdLst>
                  <a:gd name="T0" fmla="*/ 26 w 46"/>
                  <a:gd name="T1" fmla="*/ 41 h 53"/>
                  <a:gd name="T2" fmla="*/ 67 w 46"/>
                  <a:gd name="T3" fmla="*/ 1 h 53"/>
                  <a:gd name="T4" fmla="*/ 126 w 46"/>
                  <a:gd name="T5" fmla="*/ 13 h 53"/>
                  <a:gd name="T6" fmla="*/ 193 w 46"/>
                  <a:gd name="T7" fmla="*/ 137 h 53"/>
                  <a:gd name="T8" fmla="*/ 193 w 46"/>
                  <a:gd name="T9" fmla="*/ 147 h 53"/>
                  <a:gd name="T10" fmla="*/ 197 w 46"/>
                  <a:gd name="T11" fmla="*/ 338 h 53"/>
                  <a:gd name="T12" fmla="*/ 166 w 46"/>
                  <a:gd name="T13" fmla="*/ 359 h 53"/>
                  <a:gd name="T14" fmla="*/ 88 w 46"/>
                  <a:gd name="T15" fmla="*/ 268 h 53"/>
                  <a:gd name="T16" fmla="*/ 64 w 46"/>
                  <a:gd name="T17" fmla="*/ 216 h 53"/>
                  <a:gd name="T18" fmla="*/ 26 w 46"/>
                  <a:gd name="T19" fmla="*/ 41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53">
                    <a:moveTo>
                      <a:pt x="5" y="6"/>
                    </a:moveTo>
                    <a:cubicBezTo>
                      <a:pt x="6" y="3"/>
                      <a:pt x="9" y="2"/>
                      <a:pt x="14" y="1"/>
                    </a:cubicBezTo>
                    <a:cubicBezTo>
                      <a:pt x="19" y="0"/>
                      <a:pt x="23" y="1"/>
                      <a:pt x="26" y="2"/>
                    </a:cubicBezTo>
                    <a:cubicBezTo>
                      <a:pt x="35" y="6"/>
                      <a:pt x="39" y="16"/>
                      <a:pt x="40" y="20"/>
                    </a:cubicBezTo>
                    <a:cubicBezTo>
                      <a:pt x="40" y="20"/>
                      <a:pt x="40" y="21"/>
                      <a:pt x="40" y="21"/>
                    </a:cubicBezTo>
                    <a:cubicBezTo>
                      <a:pt x="42" y="28"/>
                      <a:pt x="46" y="43"/>
                      <a:pt x="41" y="49"/>
                    </a:cubicBezTo>
                    <a:cubicBezTo>
                      <a:pt x="39" y="51"/>
                      <a:pt x="37" y="52"/>
                      <a:pt x="34" y="52"/>
                    </a:cubicBezTo>
                    <a:cubicBezTo>
                      <a:pt x="23" y="53"/>
                      <a:pt x="21" y="47"/>
                      <a:pt x="18" y="39"/>
                    </a:cubicBezTo>
                    <a:cubicBezTo>
                      <a:pt x="16" y="36"/>
                      <a:pt x="15" y="33"/>
                      <a:pt x="13" y="31"/>
                    </a:cubicBezTo>
                    <a:cubicBezTo>
                      <a:pt x="9" y="25"/>
                      <a:pt x="0" y="13"/>
                      <a:pt x="5" y="6"/>
                    </a:cubicBezTo>
                    <a:close/>
                  </a:path>
                </a:pathLst>
              </a:custGeom>
              <a:solidFill>
                <a:srgbClr val="CED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4" name="Freeform 90">
                <a:extLst>
                  <a:ext uri="{FF2B5EF4-FFF2-40B4-BE49-F238E27FC236}">
                    <a16:creationId xmlns:a16="http://schemas.microsoft.com/office/drawing/2014/main" id="{2CAB6A53-5D85-49B9-8474-4597BD2D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3520"/>
                <a:ext cx="50" cy="69"/>
              </a:xfrm>
              <a:custGeom>
                <a:avLst/>
                <a:gdLst>
                  <a:gd name="T0" fmla="*/ 172 w 36"/>
                  <a:gd name="T1" fmla="*/ 289 h 47"/>
                  <a:gd name="T2" fmla="*/ 118 w 36"/>
                  <a:gd name="T3" fmla="*/ 299 h 47"/>
                  <a:gd name="T4" fmla="*/ 182 w 36"/>
                  <a:gd name="T5" fmla="*/ 266 h 47"/>
                  <a:gd name="T6" fmla="*/ 185 w 36"/>
                  <a:gd name="T7" fmla="*/ 230 h 47"/>
                  <a:gd name="T8" fmla="*/ 133 w 36"/>
                  <a:gd name="T9" fmla="*/ 230 h 47"/>
                  <a:gd name="T10" fmla="*/ 174 w 36"/>
                  <a:gd name="T11" fmla="*/ 204 h 47"/>
                  <a:gd name="T12" fmla="*/ 160 w 36"/>
                  <a:gd name="T13" fmla="*/ 170 h 47"/>
                  <a:gd name="T14" fmla="*/ 78 w 36"/>
                  <a:gd name="T15" fmla="*/ 189 h 47"/>
                  <a:gd name="T16" fmla="*/ 150 w 36"/>
                  <a:gd name="T17" fmla="*/ 157 h 47"/>
                  <a:gd name="T18" fmla="*/ 143 w 36"/>
                  <a:gd name="T19" fmla="*/ 107 h 47"/>
                  <a:gd name="T20" fmla="*/ 69 w 36"/>
                  <a:gd name="T21" fmla="*/ 120 h 47"/>
                  <a:gd name="T22" fmla="*/ 133 w 36"/>
                  <a:gd name="T23" fmla="*/ 100 h 47"/>
                  <a:gd name="T24" fmla="*/ 124 w 36"/>
                  <a:gd name="T25" fmla="*/ 69 h 47"/>
                  <a:gd name="T26" fmla="*/ 83 w 36"/>
                  <a:gd name="T27" fmla="*/ 69 h 47"/>
                  <a:gd name="T28" fmla="*/ 124 w 36"/>
                  <a:gd name="T29" fmla="*/ 47 h 47"/>
                  <a:gd name="T30" fmla="*/ 118 w 36"/>
                  <a:gd name="T31" fmla="*/ 19 h 47"/>
                  <a:gd name="T32" fmla="*/ 89 w 36"/>
                  <a:gd name="T33" fmla="*/ 19 h 47"/>
                  <a:gd name="T34" fmla="*/ 94 w 36"/>
                  <a:gd name="T35" fmla="*/ 1 h 47"/>
                  <a:gd name="T36" fmla="*/ 49 w 36"/>
                  <a:gd name="T37" fmla="*/ 0 h 47"/>
                  <a:gd name="T38" fmla="*/ 49 w 36"/>
                  <a:gd name="T39" fmla="*/ 47 h 47"/>
                  <a:gd name="T40" fmla="*/ 49 w 36"/>
                  <a:gd name="T41" fmla="*/ 60 h 47"/>
                  <a:gd name="T42" fmla="*/ 1 w 36"/>
                  <a:gd name="T43" fmla="*/ 100 h 47"/>
                  <a:gd name="T44" fmla="*/ 83 w 36"/>
                  <a:gd name="T45" fmla="*/ 88 h 47"/>
                  <a:gd name="T46" fmla="*/ 83 w 36"/>
                  <a:gd name="T47" fmla="*/ 101 h 47"/>
                  <a:gd name="T48" fmla="*/ 36 w 36"/>
                  <a:gd name="T49" fmla="*/ 135 h 47"/>
                  <a:gd name="T50" fmla="*/ 124 w 36"/>
                  <a:gd name="T51" fmla="*/ 129 h 47"/>
                  <a:gd name="T52" fmla="*/ 131 w 36"/>
                  <a:gd name="T53" fmla="*/ 147 h 47"/>
                  <a:gd name="T54" fmla="*/ 49 w 36"/>
                  <a:gd name="T55" fmla="*/ 188 h 47"/>
                  <a:gd name="T56" fmla="*/ 78 w 36"/>
                  <a:gd name="T57" fmla="*/ 217 h 47"/>
                  <a:gd name="T58" fmla="*/ 83 w 36"/>
                  <a:gd name="T59" fmla="*/ 230 h 47"/>
                  <a:gd name="T60" fmla="*/ 69 w 36"/>
                  <a:gd name="T61" fmla="*/ 258 h 47"/>
                  <a:gd name="T62" fmla="*/ 108 w 36"/>
                  <a:gd name="T63" fmla="*/ 266 h 47"/>
                  <a:gd name="T64" fmla="*/ 133 w 36"/>
                  <a:gd name="T65" fmla="*/ 276 h 47"/>
                  <a:gd name="T66" fmla="*/ 94 w 36"/>
                  <a:gd name="T67" fmla="*/ 299 h 47"/>
                  <a:gd name="T68" fmla="*/ 174 w 36"/>
                  <a:gd name="T69" fmla="*/ 291 h 4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6" h="47">
                    <a:moveTo>
                      <a:pt x="34" y="43"/>
                    </a:moveTo>
                    <a:cubicBezTo>
                      <a:pt x="34" y="43"/>
                      <a:pt x="34" y="42"/>
                      <a:pt x="33" y="42"/>
                    </a:cubicBezTo>
                    <a:cubicBezTo>
                      <a:pt x="31" y="42"/>
                      <a:pt x="30" y="43"/>
                      <a:pt x="28" y="43"/>
                    </a:cubicBezTo>
                    <a:cubicBezTo>
                      <a:pt x="27" y="44"/>
                      <a:pt x="24" y="45"/>
                      <a:pt x="23" y="44"/>
                    </a:cubicBezTo>
                    <a:cubicBezTo>
                      <a:pt x="21" y="42"/>
                      <a:pt x="28" y="42"/>
                      <a:pt x="30" y="41"/>
                    </a:cubicBezTo>
                    <a:cubicBezTo>
                      <a:pt x="32" y="41"/>
                      <a:pt x="34" y="40"/>
                      <a:pt x="35" y="39"/>
                    </a:cubicBezTo>
                    <a:cubicBezTo>
                      <a:pt x="35" y="39"/>
                      <a:pt x="36" y="38"/>
                      <a:pt x="36" y="38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5" y="33"/>
                      <a:pt x="34" y="33"/>
                      <a:pt x="33" y="33"/>
                    </a:cubicBezTo>
                    <a:cubicBezTo>
                      <a:pt x="31" y="33"/>
                      <a:pt x="28" y="34"/>
                      <a:pt x="26" y="34"/>
                    </a:cubicBezTo>
                    <a:cubicBezTo>
                      <a:pt x="23" y="35"/>
                      <a:pt x="23" y="33"/>
                      <a:pt x="25" y="33"/>
                    </a:cubicBezTo>
                    <a:cubicBezTo>
                      <a:pt x="27" y="32"/>
                      <a:pt x="33" y="31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5" y="28"/>
                      <a:pt x="33" y="24"/>
                      <a:pt x="31" y="25"/>
                    </a:cubicBezTo>
                    <a:cubicBezTo>
                      <a:pt x="27" y="26"/>
                      <a:pt x="21" y="28"/>
                      <a:pt x="19" y="28"/>
                    </a:cubicBezTo>
                    <a:cubicBezTo>
                      <a:pt x="16" y="29"/>
                      <a:pt x="15" y="28"/>
                      <a:pt x="15" y="28"/>
                    </a:cubicBezTo>
                    <a:cubicBezTo>
                      <a:pt x="15" y="27"/>
                      <a:pt x="15" y="26"/>
                      <a:pt x="17" y="26"/>
                    </a:cubicBezTo>
                    <a:cubicBezTo>
                      <a:pt x="19" y="25"/>
                      <a:pt x="25" y="24"/>
                      <a:pt x="29" y="23"/>
                    </a:cubicBezTo>
                    <a:cubicBezTo>
                      <a:pt x="30" y="23"/>
                      <a:pt x="32" y="23"/>
                      <a:pt x="31" y="19"/>
                    </a:cubicBezTo>
                    <a:cubicBezTo>
                      <a:pt x="30" y="15"/>
                      <a:pt x="28" y="16"/>
                      <a:pt x="27" y="16"/>
                    </a:cubicBezTo>
                    <a:cubicBezTo>
                      <a:pt x="23" y="17"/>
                      <a:pt x="17" y="18"/>
                      <a:pt x="16" y="19"/>
                    </a:cubicBezTo>
                    <a:cubicBezTo>
                      <a:pt x="15" y="19"/>
                      <a:pt x="14" y="19"/>
                      <a:pt x="14" y="18"/>
                    </a:cubicBezTo>
                    <a:cubicBezTo>
                      <a:pt x="14" y="17"/>
                      <a:pt x="14" y="17"/>
                      <a:pt x="15" y="17"/>
                    </a:cubicBezTo>
                    <a:cubicBezTo>
                      <a:pt x="17" y="16"/>
                      <a:pt x="23" y="15"/>
                      <a:pt x="26" y="14"/>
                    </a:cubicBezTo>
                    <a:cubicBezTo>
                      <a:pt x="27" y="14"/>
                      <a:pt x="30" y="14"/>
                      <a:pt x="29" y="11"/>
                    </a:cubicBezTo>
                    <a:cubicBezTo>
                      <a:pt x="28" y="8"/>
                      <a:pt x="25" y="9"/>
                      <a:pt x="24" y="10"/>
                    </a:cubicBezTo>
                    <a:cubicBezTo>
                      <a:pt x="22" y="10"/>
                      <a:pt x="19" y="11"/>
                      <a:pt x="17" y="11"/>
                    </a:cubicBezTo>
                    <a:cubicBezTo>
                      <a:pt x="17" y="11"/>
                      <a:pt x="16" y="11"/>
                      <a:pt x="16" y="10"/>
                    </a:cubicBezTo>
                    <a:cubicBezTo>
                      <a:pt x="15" y="10"/>
                      <a:pt x="16" y="9"/>
                      <a:pt x="16" y="9"/>
                    </a:cubicBezTo>
                    <a:cubicBezTo>
                      <a:pt x="19" y="9"/>
                      <a:pt x="22" y="8"/>
                      <a:pt x="24" y="7"/>
                    </a:cubicBezTo>
                    <a:cubicBezTo>
                      <a:pt x="24" y="7"/>
                      <a:pt x="27" y="6"/>
                      <a:pt x="25" y="5"/>
                    </a:cubicBezTo>
                    <a:cubicBezTo>
                      <a:pt x="25" y="4"/>
                      <a:pt x="24" y="4"/>
                      <a:pt x="23" y="3"/>
                    </a:cubicBezTo>
                    <a:cubicBezTo>
                      <a:pt x="23" y="3"/>
                      <a:pt x="22" y="3"/>
                      <a:pt x="21" y="3"/>
                    </a:cubicBezTo>
                    <a:cubicBezTo>
                      <a:pt x="20" y="3"/>
                      <a:pt x="19" y="3"/>
                      <a:pt x="17" y="3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3"/>
                      <a:pt x="19" y="2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5" y="0"/>
                      <a:pt x="13" y="0"/>
                      <a:pt x="9" y="0"/>
                    </a:cubicBezTo>
                    <a:cubicBezTo>
                      <a:pt x="3" y="1"/>
                      <a:pt x="2" y="3"/>
                      <a:pt x="2" y="6"/>
                    </a:cubicBezTo>
                    <a:cubicBezTo>
                      <a:pt x="1" y="9"/>
                      <a:pt x="8" y="7"/>
                      <a:pt x="9" y="7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2" y="8"/>
                      <a:pt x="12" y="9"/>
                      <a:pt x="9" y="9"/>
                    </a:cubicBezTo>
                    <a:cubicBezTo>
                      <a:pt x="7" y="10"/>
                      <a:pt x="6" y="10"/>
                      <a:pt x="4" y="11"/>
                    </a:cubicBezTo>
                    <a:cubicBezTo>
                      <a:pt x="0" y="11"/>
                      <a:pt x="1" y="14"/>
                      <a:pt x="1" y="14"/>
                    </a:cubicBezTo>
                    <a:cubicBezTo>
                      <a:pt x="1" y="18"/>
                      <a:pt x="9" y="15"/>
                      <a:pt x="9" y="15"/>
                    </a:cubicBezTo>
                    <a:cubicBezTo>
                      <a:pt x="11" y="14"/>
                      <a:pt x="13" y="14"/>
                      <a:pt x="16" y="13"/>
                    </a:cubicBezTo>
                    <a:cubicBezTo>
                      <a:pt x="17" y="13"/>
                      <a:pt x="19" y="12"/>
                      <a:pt x="20" y="13"/>
                    </a:cubicBezTo>
                    <a:cubicBezTo>
                      <a:pt x="20" y="14"/>
                      <a:pt x="19" y="14"/>
                      <a:pt x="16" y="15"/>
                    </a:cubicBezTo>
                    <a:cubicBezTo>
                      <a:pt x="15" y="15"/>
                      <a:pt x="14" y="15"/>
                      <a:pt x="13" y="15"/>
                    </a:cubicBezTo>
                    <a:cubicBezTo>
                      <a:pt x="12" y="16"/>
                      <a:pt x="6" y="17"/>
                      <a:pt x="7" y="20"/>
                    </a:cubicBezTo>
                    <a:cubicBezTo>
                      <a:pt x="8" y="23"/>
                      <a:pt x="13" y="21"/>
                      <a:pt x="15" y="21"/>
                    </a:cubicBezTo>
                    <a:cubicBezTo>
                      <a:pt x="19" y="20"/>
                      <a:pt x="23" y="19"/>
                      <a:pt x="24" y="19"/>
                    </a:cubicBezTo>
                    <a:cubicBezTo>
                      <a:pt x="25" y="19"/>
                      <a:pt x="26" y="19"/>
                      <a:pt x="26" y="20"/>
                    </a:cubicBezTo>
                    <a:cubicBezTo>
                      <a:pt x="26" y="20"/>
                      <a:pt x="25" y="21"/>
                      <a:pt x="25" y="21"/>
                    </a:cubicBezTo>
                    <a:cubicBezTo>
                      <a:pt x="24" y="21"/>
                      <a:pt x="18" y="22"/>
                      <a:pt x="12" y="23"/>
                    </a:cubicBezTo>
                    <a:cubicBezTo>
                      <a:pt x="11" y="24"/>
                      <a:pt x="8" y="24"/>
                      <a:pt x="9" y="27"/>
                    </a:cubicBezTo>
                    <a:cubicBezTo>
                      <a:pt x="9" y="28"/>
                      <a:pt x="10" y="29"/>
                      <a:pt x="10" y="30"/>
                    </a:cubicBezTo>
                    <a:cubicBezTo>
                      <a:pt x="11" y="33"/>
                      <a:pt x="15" y="32"/>
                      <a:pt x="15" y="32"/>
                    </a:cubicBezTo>
                    <a:cubicBezTo>
                      <a:pt x="15" y="32"/>
                      <a:pt x="20" y="30"/>
                      <a:pt x="21" y="31"/>
                    </a:cubicBezTo>
                    <a:cubicBezTo>
                      <a:pt x="21" y="33"/>
                      <a:pt x="18" y="33"/>
                      <a:pt x="16" y="34"/>
                    </a:cubicBezTo>
                    <a:cubicBezTo>
                      <a:pt x="14" y="34"/>
                      <a:pt x="13" y="34"/>
                      <a:pt x="13" y="36"/>
                    </a:cubicBezTo>
                    <a:cubicBezTo>
                      <a:pt x="13" y="36"/>
                      <a:pt x="14" y="37"/>
                      <a:pt x="14" y="38"/>
                    </a:cubicBezTo>
                    <a:cubicBezTo>
                      <a:pt x="14" y="38"/>
                      <a:pt x="16" y="39"/>
                      <a:pt x="16" y="39"/>
                    </a:cubicBezTo>
                    <a:cubicBezTo>
                      <a:pt x="17" y="39"/>
                      <a:pt x="19" y="39"/>
                      <a:pt x="21" y="39"/>
                    </a:cubicBezTo>
                    <a:cubicBezTo>
                      <a:pt x="23" y="38"/>
                      <a:pt x="29" y="36"/>
                      <a:pt x="30" y="37"/>
                    </a:cubicBezTo>
                    <a:cubicBezTo>
                      <a:pt x="31" y="38"/>
                      <a:pt x="29" y="39"/>
                      <a:pt x="26" y="40"/>
                    </a:cubicBezTo>
                    <a:cubicBezTo>
                      <a:pt x="24" y="40"/>
                      <a:pt x="21" y="41"/>
                      <a:pt x="18" y="42"/>
                    </a:cubicBezTo>
                    <a:cubicBezTo>
                      <a:pt x="18" y="42"/>
                      <a:pt x="18" y="44"/>
                      <a:pt x="18" y="44"/>
                    </a:cubicBezTo>
                    <a:cubicBezTo>
                      <a:pt x="21" y="47"/>
                      <a:pt x="25" y="47"/>
                      <a:pt x="29" y="46"/>
                    </a:cubicBezTo>
                    <a:cubicBezTo>
                      <a:pt x="31" y="46"/>
                      <a:pt x="33" y="45"/>
                      <a:pt x="34" y="43"/>
                    </a:cubicBezTo>
                    <a:close/>
                  </a:path>
                </a:pathLst>
              </a:custGeom>
              <a:solidFill>
                <a:srgbClr val="F9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5" name="Rectangle 91">
                <a:extLst>
                  <a:ext uri="{FF2B5EF4-FFF2-40B4-BE49-F238E27FC236}">
                    <a16:creationId xmlns:a16="http://schemas.microsoft.com/office/drawing/2014/main" id="{5A8F743D-6FAD-4F39-8AD3-12921EBF8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3583"/>
                <a:ext cx="1" cy="1"/>
              </a:xfrm>
              <a:prstGeom prst="rect">
                <a:avLst/>
              </a:prstGeom>
              <a:solidFill>
                <a:srgbClr val="F4A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46" name="Freeform 92">
                <a:extLst>
                  <a:ext uri="{FF2B5EF4-FFF2-40B4-BE49-F238E27FC236}">
                    <a16:creationId xmlns:a16="http://schemas.microsoft.com/office/drawing/2014/main" id="{4F96742C-E6DD-41BA-B403-9491F76BE7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0" y="3520"/>
                <a:ext cx="34" cy="12"/>
              </a:xfrm>
              <a:custGeom>
                <a:avLst/>
                <a:gdLst>
                  <a:gd name="T0" fmla="*/ 1 w 25"/>
                  <a:gd name="T1" fmla="*/ 32 h 8"/>
                  <a:gd name="T2" fmla="*/ 0 w 25"/>
                  <a:gd name="T3" fmla="*/ 32 h 8"/>
                  <a:gd name="T4" fmla="*/ 1 w 25"/>
                  <a:gd name="T5" fmla="*/ 32 h 8"/>
                  <a:gd name="T6" fmla="*/ 103 w 25"/>
                  <a:gd name="T7" fmla="*/ 59 h 8"/>
                  <a:gd name="T8" fmla="*/ 106 w 25"/>
                  <a:gd name="T9" fmla="*/ 41 h 8"/>
                  <a:gd name="T10" fmla="*/ 98 w 25"/>
                  <a:gd name="T11" fmla="*/ 27 h 8"/>
                  <a:gd name="T12" fmla="*/ 88 w 25"/>
                  <a:gd name="T13" fmla="*/ 27 h 8"/>
                  <a:gd name="T14" fmla="*/ 68 w 25"/>
                  <a:gd name="T15" fmla="*/ 27 h 8"/>
                  <a:gd name="T16" fmla="*/ 61 w 25"/>
                  <a:gd name="T17" fmla="*/ 32 h 8"/>
                  <a:gd name="T18" fmla="*/ 65 w 25"/>
                  <a:gd name="T19" fmla="*/ 32 h 8"/>
                  <a:gd name="T20" fmla="*/ 83 w 25"/>
                  <a:gd name="T21" fmla="*/ 48 h 8"/>
                  <a:gd name="T22" fmla="*/ 76 w 25"/>
                  <a:gd name="T23" fmla="*/ 62 h 8"/>
                  <a:gd name="T24" fmla="*/ 78 w 25"/>
                  <a:gd name="T25" fmla="*/ 62 h 8"/>
                  <a:gd name="T26" fmla="*/ 103 w 25"/>
                  <a:gd name="T27" fmla="*/ 59 h 8"/>
                  <a:gd name="T28" fmla="*/ 76 w 25"/>
                  <a:gd name="T29" fmla="*/ 12 h 8"/>
                  <a:gd name="T30" fmla="*/ 76 w 25"/>
                  <a:gd name="T31" fmla="*/ 12 h 8"/>
                  <a:gd name="T32" fmla="*/ 35 w 25"/>
                  <a:gd name="T33" fmla="*/ 0 h 8"/>
                  <a:gd name="T34" fmla="*/ 35 w 25"/>
                  <a:gd name="T35" fmla="*/ 0 h 8"/>
                  <a:gd name="T36" fmla="*/ 27 w 25"/>
                  <a:gd name="T37" fmla="*/ 0 h 8"/>
                  <a:gd name="T38" fmla="*/ 10 w 25"/>
                  <a:gd name="T39" fmla="*/ 18 h 8"/>
                  <a:gd name="T40" fmla="*/ 1 w 25"/>
                  <a:gd name="T41" fmla="*/ 18 h 8"/>
                  <a:gd name="T42" fmla="*/ 1 w 25"/>
                  <a:gd name="T43" fmla="*/ 32 h 8"/>
                  <a:gd name="T44" fmla="*/ 41 w 25"/>
                  <a:gd name="T45" fmla="*/ 27 h 8"/>
                  <a:gd name="T46" fmla="*/ 48 w 25"/>
                  <a:gd name="T47" fmla="*/ 27 h 8"/>
                  <a:gd name="T48" fmla="*/ 50 w 25"/>
                  <a:gd name="T49" fmla="*/ 27 h 8"/>
                  <a:gd name="T50" fmla="*/ 76 w 25"/>
                  <a:gd name="T51" fmla="*/ 12 h 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5" h="8">
                    <a:moveTo>
                      <a:pt x="1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  <a:moveTo>
                      <a:pt x="22" y="7"/>
                    </a:moveTo>
                    <a:cubicBezTo>
                      <a:pt x="22" y="7"/>
                      <a:pt x="25" y="6"/>
                      <a:pt x="23" y="5"/>
                    </a:cubicBezTo>
                    <a:cubicBezTo>
                      <a:pt x="23" y="4"/>
                      <a:pt x="22" y="4"/>
                      <a:pt x="21" y="3"/>
                    </a:cubicBezTo>
                    <a:cubicBezTo>
                      <a:pt x="21" y="3"/>
                      <a:pt x="20" y="3"/>
                      <a:pt x="19" y="3"/>
                    </a:cubicBezTo>
                    <a:cubicBezTo>
                      <a:pt x="18" y="3"/>
                      <a:pt x="17" y="3"/>
                      <a:pt x="15" y="3"/>
                    </a:cubicBezTo>
                    <a:cubicBezTo>
                      <a:pt x="14" y="4"/>
                      <a:pt x="14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6" y="4"/>
                      <a:pt x="18" y="4"/>
                      <a:pt x="18" y="6"/>
                    </a:cubicBezTo>
                    <a:cubicBezTo>
                      <a:pt x="19" y="7"/>
                      <a:pt x="18" y="8"/>
                      <a:pt x="16" y="8"/>
                    </a:cubicBezTo>
                    <a:cubicBezTo>
                      <a:pt x="16" y="8"/>
                      <a:pt x="17" y="8"/>
                      <a:pt x="17" y="8"/>
                    </a:cubicBezTo>
                    <a:cubicBezTo>
                      <a:pt x="19" y="8"/>
                      <a:pt x="20" y="7"/>
                      <a:pt x="22" y="7"/>
                    </a:cubicBezTo>
                    <a:close/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3" y="0"/>
                      <a:pt x="11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4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3" y="3"/>
                      <a:pt x="7" y="1"/>
                      <a:pt x="9" y="3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12" y="3"/>
                      <a:pt x="17" y="1"/>
                      <a:pt x="16" y="1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7" name="Freeform 93">
                <a:extLst>
                  <a:ext uri="{FF2B5EF4-FFF2-40B4-BE49-F238E27FC236}">
                    <a16:creationId xmlns:a16="http://schemas.microsoft.com/office/drawing/2014/main" id="{A8352FDB-DD92-4A0C-868F-6DE9215A31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7" y="3522"/>
                <a:ext cx="15" cy="23"/>
              </a:xfrm>
              <a:custGeom>
                <a:avLst/>
                <a:gdLst>
                  <a:gd name="T0" fmla="*/ 26 w 11"/>
                  <a:gd name="T1" fmla="*/ 27 h 16"/>
                  <a:gd name="T2" fmla="*/ 27 w 11"/>
                  <a:gd name="T3" fmla="*/ 0 h 16"/>
                  <a:gd name="T4" fmla="*/ 19 w 11"/>
                  <a:gd name="T5" fmla="*/ 1 h 16"/>
                  <a:gd name="T6" fmla="*/ 10 w 11"/>
                  <a:gd name="T7" fmla="*/ 29 h 16"/>
                  <a:gd name="T8" fmla="*/ 41 w 11"/>
                  <a:gd name="T9" fmla="*/ 39 h 16"/>
                  <a:gd name="T10" fmla="*/ 48 w 11"/>
                  <a:gd name="T11" fmla="*/ 39 h 16"/>
                  <a:gd name="T12" fmla="*/ 37 w 11"/>
                  <a:gd name="T13" fmla="*/ 27 h 16"/>
                  <a:gd name="T14" fmla="*/ 26 w 11"/>
                  <a:gd name="T15" fmla="*/ 27 h 16"/>
                  <a:gd name="T16" fmla="*/ 35 w 11"/>
                  <a:gd name="T17" fmla="*/ 86 h 16"/>
                  <a:gd name="T18" fmla="*/ 19 w 11"/>
                  <a:gd name="T19" fmla="*/ 72 h 16"/>
                  <a:gd name="T20" fmla="*/ 26 w 11"/>
                  <a:gd name="T21" fmla="*/ 60 h 16"/>
                  <a:gd name="T22" fmla="*/ 50 w 11"/>
                  <a:gd name="T23" fmla="*/ 50 h 16"/>
                  <a:gd name="T24" fmla="*/ 50 w 11"/>
                  <a:gd name="T25" fmla="*/ 50 h 16"/>
                  <a:gd name="T26" fmla="*/ 41 w 11"/>
                  <a:gd name="T27" fmla="*/ 50 h 16"/>
                  <a:gd name="T28" fmla="*/ 14 w 11"/>
                  <a:gd name="T29" fmla="*/ 56 h 16"/>
                  <a:gd name="T30" fmla="*/ 0 w 11"/>
                  <a:gd name="T31" fmla="*/ 81 h 16"/>
                  <a:gd name="T32" fmla="*/ 35 w 11"/>
                  <a:gd name="T33" fmla="*/ 86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5" y="4"/>
                    </a:moveTo>
                    <a:cubicBezTo>
                      <a:pt x="3" y="3"/>
                      <a:pt x="4" y="1"/>
                      <a:pt x="6" y="0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2" y="2"/>
                      <a:pt x="2" y="3"/>
                      <a:pt x="2" y="5"/>
                    </a:cubicBezTo>
                    <a:cubicBezTo>
                      <a:pt x="1" y="7"/>
                      <a:pt x="7" y="6"/>
                      <a:pt x="9" y="6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5"/>
                      <a:pt x="9" y="5"/>
                      <a:pt x="8" y="4"/>
                    </a:cubicBezTo>
                    <a:cubicBezTo>
                      <a:pt x="7" y="4"/>
                      <a:pt x="6" y="4"/>
                      <a:pt x="5" y="4"/>
                    </a:cubicBezTo>
                    <a:close/>
                    <a:moveTo>
                      <a:pt x="7" y="14"/>
                    </a:moveTo>
                    <a:cubicBezTo>
                      <a:pt x="6" y="14"/>
                      <a:pt x="5" y="13"/>
                      <a:pt x="4" y="12"/>
                    </a:cubicBezTo>
                    <a:cubicBezTo>
                      <a:pt x="4" y="12"/>
                      <a:pt x="4" y="11"/>
                      <a:pt x="5" y="10"/>
                    </a:cubicBezTo>
                    <a:cubicBezTo>
                      <a:pt x="7" y="9"/>
                      <a:pt x="10" y="9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7" y="9"/>
                      <a:pt x="6" y="9"/>
                      <a:pt x="3" y="9"/>
                    </a:cubicBezTo>
                    <a:cubicBezTo>
                      <a:pt x="0" y="10"/>
                      <a:pt x="0" y="12"/>
                      <a:pt x="0" y="13"/>
                    </a:cubicBezTo>
                    <a:cubicBezTo>
                      <a:pt x="1" y="16"/>
                      <a:pt x="4" y="15"/>
                      <a:pt x="7" y="14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8" name="Freeform 94">
                <a:extLst>
                  <a:ext uri="{FF2B5EF4-FFF2-40B4-BE49-F238E27FC236}">
                    <a16:creationId xmlns:a16="http://schemas.microsoft.com/office/drawing/2014/main" id="{AC93CE4A-C447-477B-81BE-03D246FF9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3532"/>
                <a:ext cx="16" cy="9"/>
              </a:xfrm>
              <a:custGeom>
                <a:avLst/>
                <a:gdLst>
                  <a:gd name="T0" fmla="*/ 48 w 12"/>
                  <a:gd name="T1" fmla="*/ 27 h 6"/>
                  <a:gd name="T2" fmla="*/ 27 w 12"/>
                  <a:gd name="T3" fmla="*/ 18 h 6"/>
                  <a:gd name="T4" fmla="*/ 9 w 12"/>
                  <a:gd name="T5" fmla="*/ 18 h 6"/>
                  <a:gd name="T6" fmla="*/ 0 w 12"/>
                  <a:gd name="T7" fmla="*/ 27 h 6"/>
                  <a:gd name="T8" fmla="*/ 28 w 12"/>
                  <a:gd name="T9" fmla="*/ 27 h 6"/>
                  <a:gd name="T10" fmla="*/ 9 w 12"/>
                  <a:gd name="T11" fmla="*/ 41 h 6"/>
                  <a:gd name="T12" fmla="*/ 21 w 12"/>
                  <a:gd name="T13" fmla="*/ 48 h 6"/>
                  <a:gd name="T14" fmla="*/ 41 w 12"/>
                  <a:gd name="T15" fmla="*/ 48 h 6"/>
                  <a:gd name="T16" fmla="*/ 48 w 12"/>
                  <a:gd name="T17" fmla="*/ 27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6">
                    <a:moveTo>
                      <a:pt x="11" y="3"/>
                    </a:moveTo>
                    <a:cubicBezTo>
                      <a:pt x="10" y="0"/>
                      <a:pt x="7" y="1"/>
                      <a:pt x="6" y="2"/>
                    </a:cubicBezTo>
                    <a:cubicBezTo>
                      <a:pt x="5" y="2"/>
                      <a:pt x="3" y="2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6" y="1"/>
                      <a:pt x="7" y="3"/>
                    </a:cubicBezTo>
                    <a:cubicBezTo>
                      <a:pt x="8" y="5"/>
                      <a:pt x="4" y="5"/>
                      <a:pt x="2" y="5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7" y="6"/>
                      <a:pt x="9" y="6"/>
                      <a:pt x="10" y="6"/>
                    </a:cubicBezTo>
                    <a:cubicBezTo>
                      <a:pt x="11" y="5"/>
                      <a:pt x="12" y="5"/>
                      <a:pt x="11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9" name="Freeform 95">
                <a:extLst>
                  <a:ext uri="{FF2B5EF4-FFF2-40B4-BE49-F238E27FC236}">
                    <a16:creationId xmlns:a16="http://schemas.microsoft.com/office/drawing/2014/main" id="{D544022A-18A7-4591-844D-9A3259CEC6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5" y="3542"/>
                <a:ext cx="36" cy="13"/>
              </a:xfrm>
              <a:custGeom>
                <a:avLst/>
                <a:gdLst>
                  <a:gd name="T0" fmla="*/ 29 w 26"/>
                  <a:gd name="T1" fmla="*/ 19 h 9"/>
                  <a:gd name="T2" fmla="*/ 26 w 26"/>
                  <a:gd name="T3" fmla="*/ 13 h 9"/>
                  <a:gd name="T4" fmla="*/ 46 w 26"/>
                  <a:gd name="T5" fmla="*/ 0 h 9"/>
                  <a:gd name="T6" fmla="*/ 36 w 26"/>
                  <a:gd name="T7" fmla="*/ 0 h 9"/>
                  <a:gd name="T8" fmla="*/ 21 w 26"/>
                  <a:gd name="T9" fmla="*/ 1 h 9"/>
                  <a:gd name="T10" fmla="*/ 11 w 26"/>
                  <a:gd name="T11" fmla="*/ 13 h 9"/>
                  <a:gd name="T12" fmla="*/ 11 w 26"/>
                  <a:gd name="T13" fmla="*/ 29 h 9"/>
                  <a:gd name="T14" fmla="*/ 36 w 26"/>
                  <a:gd name="T15" fmla="*/ 19 h 9"/>
                  <a:gd name="T16" fmla="*/ 29 w 26"/>
                  <a:gd name="T17" fmla="*/ 19 h 9"/>
                  <a:gd name="T18" fmla="*/ 126 w 26"/>
                  <a:gd name="T19" fmla="*/ 42 h 9"/>
                  <a:gd name="T20" fmla="*/ 126 w 26"/>
                  <a:gd name="T21" fmla="*/ 27 h 9"/>
                  <a:gd name="T22" fmla="*/ 105 w 26"/>
                  <a:gd name="T23" fmla="*/ 1 h 9"/>
                  <a:gd name="T24" fmla="*/ 50 w 26"/>
                  <a:gd name="T25" fmla="*/ 27 h 9"/>
                  <a:gd name="T26" fmla="*/ 46 w 26"/>
                  <a:gd name="T27" fmla="*/ 27 h 9"/>
                  <a:gd name="T28" fmla="*/ 69 w 26"/>
                  <a:gd name="T29" fmla="*/ 27 h 9"/>
                  <a:gd name="T30" fmla="*/ 104 w 26"/>
                  <a:gd name="T31" fmla="*/ 19 h 9"/>
                  <a:gd name="T32" fmla="*/ 123 w 26"/>
                  <a:gd name="T33" fmla="*/ 39 h 9"/>
                  <a:gd name="T34" fmla="*/ 96 w 26"/>
                  <a:gd name="T35" fmla="*/ 56 h 9"/>
                  <a:gd name="T36" fmla="*/ 126 w 26"/>
                  <a:gd name="T37" fmla="*/ 42 h 9"/>
                  <a:gd name="T38" fmla="*/ 40 w 26"/>
                  <a:gd name="T39" fmla="*/ 13 h 9"/>
                  <a:gd name="T40" fmla="*/ 40 w 26"/>
                  <a:gd name="T41" fmla="*/ 19 h 9"/>
                  <a:gd name="T42" fmla="*/ 40 w 26"/>
                  <a:gd name="T43" fmla="*/ 19 h 9"/>
                  <a:gd name="T44" fmla="*/ 40 w 26"/>
                  <a:gd name="T45" fmla="*/ 13 h 9"/>
                  <a:gd name="T46" fmla="*/ 40 w 26"/>
                  <a:gd name="T47" fmla="*/ 13 h 9"/>
                  <a:gd name="T48" fmla="*/ 36 w 26"/>
                  <a:gd name="T49" fmla="*/ 19 h 9"/>
                  <a:gd name="T50" fmla="*/ 40 w 26"/>
                  <a:gd name="T51" fmla="*/ 19 h 9"/>
                  <a:gd name="T52" fmla="*/ 40 w 26"/>
                  <a:gd name="T53" fmla="*/ 13 h 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6" h="9">
                    <a:moveTo>
                      <a:pt x="6" y="3"/>
                    </a:moveTo>
                    <a:cubicBezTo>
                      <a:pt x="4" y="4"/>
                      <a:pt x="4" y="3"/>
                      <a:pt x="5" y="2"/>
                    </a:cubicBezTo>
                    <a:cubicBezTo>
                      <a:pt x="6" y="1"/>
                      <a:pt x="7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7" y="0"/>
                      <a:pt x="5" y="1"/>
                      <a:pt x="4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5"/>
                      <a:pt x="2" y="5"/>
                    </a:cubicBezTo>
                    <a:cubicBezTo>
                      <a:pt x="5" y="6"/>
                      <a:pt x="6" y="4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lose/>
                    <a:moveTo>
                      <a:pt x="25" y="7"/>
                    </a:moveTo>
                    <a:cubicBezTo>
                      <a:pt x="25" y="7"/>
                      <a:pt x="26" y="6"/>
                      <a:pt x="25" y="4"/>
                    </a:cubicBezTo>
                    <a:cubicBezTo>
                      <a:pt x="24" y="0"/>
                      <a:pt x="22" y="1"/>
                      <a:pt x="21" y="1"/>
                    </a:cubicBezTo>
                    <a:cubicBezTo>
                      <a:pt x="17" y="2"/>
                      <a:pt x="11" y="3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5"/>
                      <a:pt x="13" y="4"/>
                      <a:pt x="14" y="4"/>
                    </a:cubicBezTo>
                    <a:cubicBezTo>
                      <a:pt x="16" y="4"/>
                      <a:pt x="18" y="3"/>
                      <a:pt x="20" y="3"/>
                    </a:cubicBezTo>
                    <a:cubicBezTo>
                      <a:pt x="21" y="3"/>
                      <a:pt x="24" y="4"/>
                      <a:pt x="24" y="6"/>
                    </a:cubicBezTo>
                    <a:cubicBezTo>
                      <a:pt x="24" y="7"/>
                      <a:pt x="21" y="9"/>
                      <a:pt x="19" y="9"/>
                    </a:cubicBezTo>
                    <a:cubicBezTo>
                      <a:pt x="21" y="9"/>
                      <a:pt x="23" y="8"/>
                      <a:pt x="25" y="7"/>
                    </a:cubicBezTo>
                    <a:close/>
                    <a:moveTo>
                      <a:pt x="8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2"/>
                    </a:cubicBezTo>
                    <a:close/>
                    <a:moveTo>
                      <a:pt x="8" y="2"/>
                    </a:move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8" y="3"/>
                      <a:pt x="8" y="3"/>
                    </a:cubicBez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0" name="Freeform 96">
                <a:extLst>
                  <a:ext uri="{FF2B5EF4-FFF2-40B4-BE49-F238E27FC236}">
                    <a16:creationId xmlns:a16="http://schemas.microsoft.com/office/drawing/2014/main" id="{C651BD4B-4015-4B56-87E9-EA1FCB7BAD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10" y="3555"/>
                <a:ext cx="35" cy="12"/>
              </a:xfrm>
              <a:custGeom>
                <a:avLst/>
                <a:gdLst>
                  <a:gd name="T0" fmla="*/ 112 w 26"/>
                  <a:gd name="T1" fmla="*/ 48 h 8"/>
                  <a:gd name="T2" fmla="*/ 112 w 26"/>
                  <a:gd name="T3" fmla="*/ 48 h 8"/>
                  <a:gd name="T4" fmla="*/ 98 w 26"/>
                  <a:gd name="T5" fmla="*/ 12 h 8"/>
                  <a:gd name="T6" fmla="*/ 43 w 26"/>
                  <a:gd name="T7" fmla="*/ 32 h 8"/>
                  <a:gd name="T8" fmla="*/ 27 w 26"/>
                  <a:gd name="T9" fmla="*/ 32 h 8"/>
                  <a:gd name="T10" fmla="*/ 27 w 26"/>
                  <a:gd name="T11" fmla="*/ 27 h 8"/>
                  <a:gd name="T12" fmla="*/ 43 w 26"/>
                  <a:gd name="T13" fmla="*/ 41 h 8"/>
                  <a:gd name="T14" fmla="*/ 73 w 26"/>
                  <a:gd name="T15" fmla="*/ 32 h 8"/>
                  <a:gd name="T16" fmla="*/ 98 w 26"/>
                  <a:gd name="T17" fmla="*/ 41 h 8"/>
                  <a:gd name="T18" fmla="*/ 85 w 26"/>
                  <a:gd name="T19" fmla="*/ 62 h 8"/>
                  <a:gd name="T20" fmla="*/ 112 w 26"/>
                  <a:gd name="T21" fmla="*/ 48 h 8"/>
                  <a:gd name="T22" fmla="*/ 27 w 26"/>
                  <a:gd name="T23" fmla="*/ 27 h 8"/>
                  <a:gd name="T24" fmla="*/ 36 w 26"/>
                  <a:gd name="T25" fmla="*/ 18 h 8"/>
                  <a:gd name="T26" fmla="*/ 36 w 26"/>
                  <a:gd name="T27" fmla="*/ 18 h 8"/>
                  <a:gd name="T28" fmla="*/ 43 w 26"/>
                  <a:gd name="T29" fmla="*/ 12 h 8"/>
                  <a:gd name="T30" fmla="*/ 27 w 26"/>
                  <a:gd name="T31" fmla="*/ 18 h 8"/>
                  <a:gd name="T32" fmla="*/ 9 w 26"/>
                  <a:gd name="T33" fmla="*/ 18 h 8"/>
                  <a:gd name="T34" fmla="*/ 9 w 26"/>
                  <a:gd name="T35" fmla="*/ 0 h 8"/>
                  <a:gd name="T36" fmla="*/ 0 w 26"/>
                  <a:gd name="T37" fmla="*/ 12 h 8"/>
                  <a:gd name="T38" fmla="*/ 1 w 26"/>
                  <a:gd name="T39" fmla="*/ 32 h 8"/>
                  <a:gd name="T40" fmla="*/ 16 w 26"/>
                  <a:gd name="T41" fmla="*/ 41 h 8"/>
                  <a:gd name="T42" fmla="*/ 27 w 26"/>
                  <a:gd name="T43" fmla="*/ 27 h 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8">
                    <a:moveTo>
                      <a:pt x="25" y="6"/>
                    </a:moveTo>
                    <a:cubicBezTo>
                      <a:pt x="25" y="6"/>
                      <a:pt x="25" y="6"/>
                      <a:pt x="25" y="6"/>
                    </a:cubicBezTo>
                    <a:cubicBezTo>
                      <a:pt x="26" y="4"/>
                      <a:pt x="24" y="0"/>
                      <a:pt x="22" y="1"/>
                    </a:cubicBezTo>
                    <a:cubicBezTo>
                      <a:pt x="18" y="2"/>
                      <a:pt x="12" y="4"/>
                      <a:pt x="10" y="4"/>
                    </a:cubicBezTo>
                    <a:cubicBezTo>
                      <a:pt x="7" y="5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5" y="4"/>
                      <a:pt x="8" y="6"/>
                      <a:pt x="10" y="5"/>
                    </a:cubicBezTo>
                    <a:cubicBezTo>
                      <a:pt x="12" y="5"/>
                      <a:pt x="14" y="5"/>
                      <a:pt x="16" y="4"/>
                    </a:cubicBezTo>
                    <a:cubicBezTo>
                      <a:pt x="18" y="4"/>
                      <a:pt x="21" y="3"/>
                      <a:pt x="22" y="5"/>
                    </a:cubicBezTo>
                    <a:cubicBezTo>
                      <a:pt x="23" y="6"/>
                      <a:pt x="20" y="7"/>
                      <a:pt x="19" y="8"/>
                    </a:cubicBezTo>
                    <a:cubicBezTo>
                      <a:pt x="21" y="7"/>
                      <a:pt x="24" y="7"/>
                      <a:pt x="25" y="6"/>
                    </a:cubicBezTo>
                    <a:close/>
                    <a:moveTo>
                      <a:pt x="6" y="3"/>
                    </a:moveTo>
                    <a:cubicBezTo>
                      <a:pt x="6" y="2"/>
                      <a:pt x="7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9" y="1"/>
                      <a:pt x="7" y="2"/>
                      <a:pt x="6" y="2"/>
                    </a:cubicBezTo>
                    <a:cubicBezTo>
                      <a:pt x="5" y="2"/>
                      <a:pt x="3" y="4"/>
                      <a:pt x="2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5"/>
                      <a:pt x="2" y="6"/>
                      <a:pt x="4" y="5"/>
                    </a:cubicBezTo>
                    <a:cubicBezTo>
                      <a:pt x="5" y="4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1" name="Freeform 97">
                <a:extLst>
                  <a:ext uri="{FF2B5EF4-FFF2-40B4-BE49-F238E27FC236}">
                    <a16:creationId xmlns:a16="http://schemas.microsoft.com/office/drawing/2014/main" id="{49B1345C-C6A1-47EE-BADE-7CA1F3734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569"/>
                <a:ext cx="24" cy="7"/>
              </a:xfrm>
              <a:custGeom>
                <a:avLst/>
                <a:gdLst>
                  <a:gd name="T0" fmla="*/ 83 w 17"/>
                  <a:gd name="T1" fmla="*/ 0 h 5"/>
                  <a:gd name="T2" fmla="*/ 79 w 17"/>
                  <a:gd name="T3" fmla="*/ 0 h 5"/>
                  <a:gd name="T4" fmla="*/ 40 w 17"/>
                  <a:gd name="T5" fmla="*/ 1 h 5"/>
                  <a:gd name="T6" fmla="*/ 28 w 17"/>
                  <a:gd name="T7" fmla="*/ 1 h 5"/>
                  <a:gd name="T8" fmla="*/ 23 w 17"/>
                  <a:gd name="T9" fmla="*/ 1 h 5"/>
                  <a:gd name="T10" fmla="*/ 0 w 17"/>
                  <a:gd name="T11" fmla="*/ 1 h 5"/>
                  <a:gd name="T12" fmla="*/ 11 w 17"/>
                  <a:gd name="T13" fmla="*/ 1 h 5"/>
                  <a:gd name="T14" fmla="*/ 23 w 17"/>
                  <a:gd name="T15" fmla="*/ 11 h 5"/>
                  <a:gd name="T16" fmla="*/ 45 w 17"/>
                  <a:gd name="T17" fmla="*/ 15 h 5"/>
                  <a:gd name="T18" fmla="*/ 68 w 17"/>
                  <a:gd name="T19" fmla="*/ 11 h 5"/>
                  <a:gd name="T20" fmla="*/ 64 w 17"/>
                  <a:gd name="T21" fmla="*/ 21 h 5"/>
                  <a:gd name="T22" fmla="*/ 90 w 17"/>
                  <a:gd name="T23" fmla="*/ 21 h 5"/>
                  <a:gd name="T24" fmla="*/ 96 w 17"/>
                  <a:gd name="T25" fmla="*/ 15 h 5"/>
                  <a:gd name="T26" fmla="*/ 96 w 17"/>
                  <a:gd name="T27" fmla="*/ 1 h 5"/>
                  <a:gd name="T28" fmla="*/ 83 w 1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" h="5">
                    <a:moveTo>
                      <a:pt x="15" y="0"/>
                    </a:moveTo>
                    <a:cubicBezTo>
                      <a:pt x="15" y="0"/>
                      <a:pt x="14" y="0"/>
                      <a:pt x="14" y="0"/>
                    </a:cubicBezTo>
                    <a:cubicBezTo>
                      <a:pt x="12" y="0"/>
                      <a:pt x="9" y="1"/>
                      <a:pt x="7" y="1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3"/>
                      <a:pt x="7" y="3"/>
                      <a:pt x="8" y="3"/>
                    </a:cubicBezTo>
                    <a:cubicBezTo>
                      <a:pt x="9" y="2"/>
                      <a:pt x="11" y="2"/>
                      <a:pt x="12" y="2"/>
                    </a:cubicBezTo>
                    <a:cubicBezTo>
                      <a:pt x="14" y="3"/>
                      <a:pt x="13" y="4"/>
                      <a:pt x="11" y="4"/>
                    </a:cubicBezTo>
                    <a:cubicBezTo>
                      <a:pt x="11" y="5"/>
                      <a:pt x="15" y="4"/>
                      <a:pt x="16" y="4"/>
                    </a:cubicBezTo>
                    <a:cubicBezTo>
                      <a:pt x="16" y="4"/>
                      <a:pt x="16" y="4"/>
                      <a:pt x="17" y="3"/>
                    </a:cubicBezTo>
                    <a:cubicBezTo>
                      <a:pt x="17" y="3"/>
                      <a:pt x="17" y="2"/>
                      <a:pt x="17" y="1"/>
                    </a:cubicBezTo>
                    <a:cubicBezTo>
                      <a:pt x="16" y="1"/>
                      <a:pt x="16" y="1"/>
                      <a:pt x="15" y="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2" name="Freeform 98">
                <a:extLst>
                  <a:ext uri="{FF2B5EF4-FFF2-40B4-BE49-F238E27FC236}">
                    <a16:creationId xmlns:a16="http://schemas.microsoft.com/office/drawing/2014/main" id="{9689F9BF-D3C5-4657-AC44-E2B5E196D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582"/>
                <a:ext cx="19" cy="7"/>
              </a:xfrm>
              <a:custGeom>
                <a:avLst/>
                <a:gdLst>
                  <a:gd name="T0" fmla="*/ 65 w 14"/>
                  <a:gd name="T1" fmla="*/ 1 h 5"/>
                  <a:gd name="T2" fmla="*/ 61 w 14"/>
                  <a:gd name="T3" fmla="*/ 0 h 5"/>
                  <a:gd name="T4" fmla="*/ 37 w 14"/>
                  <a:gd name="T5" fmla="*/ 1 h 5"/>
                  <a:gd name="T6" fmla="*/ 14 w 14"/>
                  <a:gd name="T7" fmla="*/ 11 h 5"/>
                  <a:gd name="T8" fmla="*/ 14 w 14"/>
                  <a:gd name="T9" fmla="*/ 1 h 5"/>
                  <a:gd name="T10" fmla="*/ 0 w 14"/>
                  <a:gd name="T11" fmla="*/ 1 h 5"/>
                  <a:gd name="T12" fmla="*/ 26 w 14"/>
                  <a:gd name="T13" fmla="*/ 15 h 5"/>
                  <a:gd name="T14" fmla="*/ 35 w 14"/>
                  <a:gd name="T15" fmla="*/ 15 h 5"/>
                  <a:gd name="T16" fmla="*/ 37 w 14"/>
                  <a:gd name="T17" fmla="*/ 21 h 5"/>
                  <a:gd name="T18" fmla="*/ 37 w 14"/>
                  <a:gd name="T19" fmla="*/ 28 h 5"/>
                  <a:gd name="T20" fmla="*/ 41 w 14"/>
                  <a:gd name="T21" fmla="*/ 21 h 5"/>
                  <a:gd name="T22" fmla="*/ 65 w 14"/>
                  <a:gd name="T23" fmla="*/ 1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5">
                    <a:moveTo>
                      <a:pt x="14" y="1"/>
                    </a:moveTo>
                    <a:cubicBezTo>
                      <a:pt x="14" y="1"/>
                      <a:pt x="14" y="0"/>
                      <a:pt x="13" y="0"/>
                    </a:cubicBezTo>
                    <a:cubicBezTo>
                      <a:pt x="11" y="0"/>
                      <a:pt x="10" y="1"/>
                      <a:pt x="8" y="1"/>
                    </a:cubicBezTo>
                    <a:cubicBezTo>
                      <a:pt x="7" y="2"/>
                      <a:pt x="4" y="3"/>
                      <a:pt x="3" y="2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1" y="2"/>
                      <a:pt x="3" y="3"/>
                      <a:pt x="5" y="3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9" y="3"/>
                      <a:pt x="7" y="4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4"/>
                      <a:pt x="13" y="3"/>
                      <a:pt x="14" y="1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3" name="Freeform 99">
                <a:extLst>
                  <a:ext uri="{FF2B5EF4-FFF2-40B4-BE49-F238E27FC236}">
                    <a16:creationId xmlns:a16="http://schemas.microsoft.com/office/drawing/2014/main" id="{4558E18C-363A-42BA-BABB-41A81C79C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3569"/>
                <a:ext cx="17" cy="8"/>
              </a:xfrm>
              <a:custGeom>
                <a:avLst/>
                <a:gdLst>
                  <a:gd name="T0" fmla="*/ 13 w 12"/>
                  <a:gd name="T1" fmla="*/ 16 h 6"/>
                  <a:gd name="T2" fmla="*/ 26 w 12"/>
                  <a:gd name="T3" fmla="*/ 1 h 6"/>
                  <a:gd name="T4" fmla="*/ 26 w 12"/>
                  <a:gd name="T5" fmla="*/ 0 h 6"/>
                  <a:gd name="T6" fmla="*/ 18 w 12"/>
                  <a:gd name="T7" fmla="*/ 1 h 6"/>
                  <a:gd name="T8" fmla="*/ 0 w 12"/>
                  <a:gd name="T9" fmla="*/ 12 h 6"/>
                  <a:gd name="T10" fmla="*/ 1 w 12"/>
                  <a:gd name="T11" fmla="*/ 21 h 6"/>
                  <a:gd name="T12" fmla="*/ 1 w 12"/>
                  <a:gd name="T13" fmla="*/ 21 h 6"/>
                  <a:gd name="T14" fmla="*/ 1 w 12"/>
                  <a:gd name="T15" fmla="*/ 21 h 6"/>
                  <a:gd name="T16" fmla="*/ 18 w 12"/>
                  <a:gd name="T17" fmla="*/ 27 h 6"/>
                  <a:gd name="T18" fmla="*/ 47 w 12"/>
                  <a:gd name="T19" fmla="*/ 27 h 6"/>
                  <a:gd name="T20" fmla="*/ 67 w 12"/>
                  <a:gd name="T21" fmla="*/ 21 h 6"/>
                  <a:gd name="T22" fmla="*/ 68 w 12"/>
                  <a:gd name="T23" fmla="*/ 16 h 6"/>
                  <a:gd name="T24" fmla="*/ 13 w 12"/>
                  <a:gd name="T25" fmla="*/ 16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6">
                    <a:moveTo>
                      <a:pt x="2" y="4"/>
                    </a:moveTo>
                    <a:cubicBezTo>
                      <a:pt x="1" y="2"/>
                      <a:pt x="2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6" y="6"/>
                      <a:pt x="8" y="6"/>
                    </a:cubicBezTo>
                    <a:cubicBezTo>
                      <a:pt x="8" y="6"/>
                      <a:pt x="10" y="5"/>
                      <a:pt x="11" y="5"/>
                    </a:cubicBezTo>
                    <a:cubicBezTo>
                      <a:pt x="11" y="5"/>
                      <a:pt x="12" y="4"/>
                      <a:pt x="12" y="4"/>
                    </a:cubicBezTo>
                    <a:cubicBezTo>
                      <a:pt x="10" y="5"/>
                      <a:pt x="4" y="6"/>
                      <a:pt x="2" y="4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4" name="Freeform 100">
                <a:extLst>
                  <a:ext uri="{FF2B5EF4-FFF2-40B4-BE49-F238E27FC236}">
                    <a16:creationId xmlns:a16="http://schemas.microsoft.com/office/drawing/2014/main" id="{E80DA2ED-DC4E-4565-8B77-F9F0EF04D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523"/>
                <a:ext cx="7" cy="6"/>
              </a:xfrm>
              <a:custGeom>
                <a:avLst/>
                <a:gdLst>
                  <a:gd name="T0" fmla="*/ 21 w 5"/>
                  <a:gd name="T1" fmla="*/ 12 h 4"/>
                  <a:gd name="T2" fmla="*/ 21 w 5"/>
                  <a:gd name="T3" fmla="*/ 32 h 4"/>
                  <a:gd name="T4" fmla="*/ 0 w 5"/>
                  <a:gd name="T5" fmla="*/ 32 h 4"/>
                  <a:gd name="T6" fmla="*/ 15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1" y="4"/>
                      <a:pt x="0" y="4"/>
                    </a:cubicBezTo>
                    <a:cubicBezTo>
                      <a:pt x="3" y="4"/>
                      <a:pt x="4" y="1"/>
                      <a:pt x="3" y="0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5" name="Freeform 101">
                <a:extLst>
                  <a:ext uri="{FF2B5EF4-FFF2-40B4-BE49-F238E27FC236}">
                    <a16:creationId xmlns:a16="http://schemas.microsoft.com/office/drawing/2014/main" id="{49897DD7-E1A0-4C2A-9176-B24FF176C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3528"/>
                <a:ext cx="15" cy="8"/>
              </a:xfrm>
              <a:custGeom>
                <a:avLst/>
                <a:gdLst>
                  <a:gd name="T0" fmla="*/ 48 w 11"/>
                  <a:gd name="T1" fmla="*/ 0 h 6"/>
                  <a:gd name="T2" fmla="*/ 35 w 11"/>
                  <a:gd name="T3" fmla="*/ 9 h 6"/>
                  <a:gd name="T4" fmla="*/ 19 w 11"/>
                  <a:gd name="T5" fmla="*/ 12 h 6"/>
                  <a:gd name="T6" fmla="*/ 0 w 11"/>
                  <a:gd name="T7" fmla="*/ 21 h 6"/>
                  <a:gd name="T8" fmla="*/ 26 w 11"/>
                  <a:gd name="T9" fmla="*/ 16 h 6"/>
                  <a:gd name="T10" fmla="*/ 37 w 11"/>
                  <a:gd name="T11" fmla="*/ 12 h 6"/>
                  <a:gd name="T12" fmla="*/ 50 w 11"/>
                  <a:gd name="T13" fmla="*/ 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10" y="0"/>
                    </a:moveTo>
                    <a:cubicBezTo>
                      <a:pt x="9" y="1"/>
                      <a:pt x="8" y="1"/>
                      <a:pt x="7" y="2"/>
                    </a:cubicBezTo>
                    <a:cubicBezTo>
                      <a:pt x="6" y="2"/>
                      <a:pt x="5" y="2"/>
                      <a:pt x="4" y="3"/>
                    </a:cubicBezTo>
                    <a:cubicBezTo>
                      <a:pt x="3" y="3"/>
                      <a:pt x="2" y="5"/>
                      <a:pt x="0" y="5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10" y="2"/>
                      <a:pt x="10" y="2"/>
                      <a:pt x="11" y="2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6" name="Freeform 102">
                <a:extLst>
                  <a:ext uri="{FF2B5EF4-FFF2-40B4-BE49-F238E27FC236}">
                    <a16:creationId xmlns:a16="http://schemas.microsoft.com/office/drawing/2014/main" id="{7628DB72-EBF4-4196-AD51-C8585B5AC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569"/>
                <a:ext cx="5" cy="1"/>
              </a:xfrm>
              <a:custGeom>
                <a:avLst/>
                <a:gdLst>
                  <a:gd name="T0" fmla="*/ 13 w 4"/>
                  <a:gd name="T1" fmla="*/ 0 h 1"/>
                  <a:gd name="T2" fmla="*/ 0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1"/>
                      <a:pt x="0" y="1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7" name="Freeform 103">
                <a:extLst>
                  <a:ext uri="{FF2B5EF4-FFF2-40B4-BE49-F238E27FC236}">
                    <a16:creationId xmlns:a16="http://schemas.microsoft.com/office/drawing/2014/main" id="{CB10038C-9B0E-46F0-A0EE-601B8922E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583"/>
                <a:ext cx="4" cy="2"/>
              </a:xfrm>
              <a:custGeom>
                <a:avLst/>
                <a:gdLst>
                  <a:gd name="T0" fmla="*/ 12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8" name="Freeform 104">
                <a:extLst>
                  <a:ext uri="{FF2B5EF4-FFF2-40B4-BE49-F238E27FC236}">
                    <a16:creationId xmlns:a16="http://schemas.microsoft.com/office/drawing/2014/main" id="{21461EA2-E4C1-4630-A054-53BC2F19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357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1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9" name="Freeform 105">
                <a:extLst>
                  <a:ext uri="{FF2B5EF4-FFF2-40B4-BE49-F238E27FC236}">
                    <a16:creationId xmlns:a16="http://schemas.microsoft.com/office/drawing/2014/main" id="{9504626D-FBFB-4F8C-BF75-7475EAC23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533"/>
                <a:ext cx="5" cy="3"/>
              </a:xfrm>
              <a:custGeom>
                <a:avLst/>
                <a:gdLst>
                  <a:gd name="T0" fmla="*/ 13 w 4"/>
                  <a:gd name="T1" fmla="*/ 0 h 2"/>
                  <a:gd name="T2" fmla="*/ 0 w 4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0" name="Freeform 106">
                <a:extLst>
                  <a:ext uri="{FF2B5EF4-FFF2-40B4-BE49-F238E27FC236}">
                    <a16:creationId xmlns:a16="http://schemas.microsoft.com/office/drawing/2014/main" id="{D556222F-E4D1-4AF0-A54A-97DC23CDB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545"/>
                <a:ext cx="9" cy="6"/>
              </a:xfrm>
              <a:custGeom>
                <a:avLst/>
                <a:gdLst>
                  <a:gd name="T0" fmla="*/ 24 w 7"/>
                  <a:gd name="T1" fmla="*/ 0 h 4"/>
                  <a:gd name="T2" fmla="*/ 10 w 7"/>
                  <a:gd name="T3" fmla="*/ 27 h 4"/>
                  <a:gd name="T4" fmla="*/ 0 w 7"/>
                  <a:gd name="T5" fmla="*/ 2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5" y="1"/>
                      <a:pt x="5" y="3"/>
                      <a:pt x="3" y="3"/>
                    </a:cubicBezTo>
                    <a:cubicBezTo>
                      <a:pt x="2" y="3"/>
                      <a:pt x="1" y="4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1" name="Freeform 107">
                <a:extLst>
                  <a:ext uri="{FF2B5EF4-FFF2-40B4-BE49-F238E27FC236}">
                    <a16:creationId xmlns:a16="http://schemas.microsoft.com/office/drawing/2014/main" id="{51552B62-AF92-44C7-BD4C-8EBBA5A9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558"/>
                <a:ext cx="5" cy="5"/>
              </a:xfrm>
              <a:custGeom>
                <a:avLst/>
                <a:gdLst>
                  <a:gd name="T0" fmla="*/ 13 w 4"/>
                  <a:gd name="T1" fmla="*/ 0 h 3"/>
                  <a:gd name="T2" fmla="*/ 0 w 4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1"/>
                      <a:pt x="2" y="3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2" name="Freeform 108">
                <a:extLst>
                  <a:ext uri="{FF2B5EF4-FFF2-40B4-BE49-F238E27FC236}">
                    <a16:creationId xmlns:a16="http://schemas.microsoft.com/office/drawing/2014/main" id="{23BE5F59-0517-43DB-B16E-C66ECCC51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3526"/>
                <a:ext cx="6" cy="4"/>
              </a:xfrm>
              <a:custGeom>
                <a:avLst/>
                <a:gdLst>
                  <a:gd name="T0" fmla="*/ 10 w 5"/>
                  <a:gd name="T1" fmla="*/ 0 h 3"/>
                  <a:gd name="T2" fmla="*/ 0 w 5"/>
                  <a:gd name="T3" fmla="*/ 1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4" y="0"/>
                      <a:pt x="5" y="2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3" name="Freeform 109">
                <a:extLst>
                  <a:ext uri="{FF2B5EF4-FFF2-40B4-BE49-F238E27FC236}">
                    <a16:creationId xmlns:a16="http://schemas.microsoft.com/office/drawing/2014/main" id="{8E7D8499-0A6F-4B0B-A9D7-987176FEC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53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32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4" name="Freeform 110">
                <a:extLst>
                  <a:ext uri="{FF2B5EF4-FFF2-40B4-BE49-F238E27FC236}">
                    <a16:creationId xmlns:a16="http://schemas.microsoft.com/office/drawing/2014/main" id="{6F4EEC7C-4B7D-4A71-AF3C-86E1A310D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3511"/>
                <a:ext cx="80" cy="86"/>
              </a:xfrm>
              <a:custGeom>
                <a:avLst/>
                <a:gdLst>
                  <a:gd name="T0" fmla="*/ 247 w 58"/>
                  <a:gd name="T1" fmla="*/ 173 h 58"/>
                  <a:gd name="T2" fmla="*/ 109 w 58"/>
                  <a:gd name="T3" fmla="*/ 19 h 58"/>
                  <a:gd name="T4" fmla="*/ 102 w 58"/>
                  <a:gd name="T5" fmla="*/ 242 h 58"/>
                  <a:gd name="T6" fmla="*/ 212 w 58"/>
                  <a:gd name="T7" fmla="*/ 400 h 58"/>
                  <a:gd name="T8" fmla="*/ 247 w 58"/>
                  <a:gd name="T9" fmla="*/ 17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49" y="24"/>
                    </a:moveTo>
                    <a:cubicBezTo>
                      <a:pt x="48" y="20"/>
                      <a:pt x="44" y="0"/>
                      <a:pt x="22" y="3"/>
                    </a:cubicBezTo>
                    <a:cubicBezTo>
                      <a:pt x="0" y="7"/>
                      <a:pt x="14" y="25"/>
                      <a:pt x="20" y="34"/>
                    </a:cubicBezTo>
                    <a:cubicBezTo>
                      <a:pt x="26" y="43"/>
                      <a:pt x="25" y="58"/>
                      <a:pt x="43" y="56"/>
                    </a:cubicBezTo>
                    <a:cubicBezTo>
                      <a:pt x="58" y="54"/>
                      <a:pt x="54" y="36"/>
                      <a:pt x="49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5" name="Freeform 111">
                <a:extLst>
                  <a:ext uri="{FF2B5EF4-FFF2-40B4-BE49-F238E27FC236}">
                    <a16:creationId xmlns:a16="http://schemas.microsoft.com/office/drawing/2014/main" id="{33E84AB8-2A2E-479B-87EF-8A206AC61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3516"/>
                <a:ext cx="63" cy="78"/>
              </a:xfrm>
              <a:custGeom>
                <a:avLst/>
                <a:gdLst>
                  <a:gd name="T0" fmla="*/ 26 w 46"/>
                  <a:gd name="T1" fmla="*/ 41 h 53"/>
                  <a:gd name="T2" fmla="*/ 67 w 46"/>
                  <a:gd name="T3" fmla="*/ 1 h 53"/>
                  <a:gd name="T4" fmla="*/ 126 w 46"/>
                  <a:gd name="T5" fmla="*/ 13 h 53"/>
                  <a:gd name="T6" fmla="*/ 193 w 46"/>
                  <a:gd name="T7" fmla="*/ 137 h 53"/>
                  <a:gd name="T8" fmla="*/ 193 w 46"/>
                  <a:gd name="T9" fmla="*/ 147 h 53"/>
                  <a:gd name="T10" fmla="*/ 197 w 46"/>
                  <a:gd name="T11" fmla="*/ 338 h 53"/>
                  <a:gd name="T12" fmla="*/ 166 w 46"/>
                  <a:gd name="T13" fmla="*/ 359 h 53"/>
                  <a:gd name="T14" fmla="*/ 88 w 46"/>
                  <a:gd name="T15" fmla="*/ 268 h 53"/>
                  <a:gd name="T16" fmla="*/ 64 w 46"/>
                  <a:gd name="T17" fmla="*/ 216 h 53"/>
                  <a:gd name="T18" fmla="*/ 26 w 46"/>
                  <a:gd name="T19" fmla="*/ 41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53">
                    <a:moveTo>
                      <a:pt x="5" y="6"/>
                    </a:moveTo>
                    <a:cubicBezTo>
                      <a:pt x="6" y="3"/>
                      <a:pt x="9" y="2"/>
                      <a:pt x="14" y="1"/>
                    </a:cubicBezTo>
                    <a:cubicBezTo>
                      <a:pt x="19" y="0"/>
                      <a:pt x="23" y="1"/>
                      <a:pt x="26" y="2"/>
                    </a:cubicBezTo>
                    <a:cubicBezTo>
                      <a:pt x="35" y="6"/>
                      <a:pt x="39" y="16"/>
                      <a:pt x="40" y="20"/>
                    </a:cubicBezTo>
                    <a:cubicBezTo>
                      <a:pt x="40" y="20"/>
                      <a:pt x="40" y="21"/>
                      <a:pt x="40" y="21"/>
                    </a:cubicBezTo>
                    <a:cubicBezTo>
                      <a:pt x="42" y="28"/>
                      <a:pt x="46" y="43"/>
                      <a:pt x="41" y="49"/>
                    </a:cubicBezTo>
                    <a:cubicBezTo>
                      <a:pt x="39" y="51"/>
                      <a:pt x="37" y="52"/>
                      <a:pt x="34" y="52"/>
                    </a:cubicBezTo>
                    <a:cubicBezTo>
                      <a:pt x="23" y="53"/>
                      <a:pt x="21" y="47"/>
                      <a:pt x="18" y="39"/>
                    </a:cubicBezTo>
                    <a:cubicBezTo>
                      <a:pt x="16" y="36"/>
                      <a:pt x="15" y="33"/>
                      <a:pt x="13" y="31"/>
                    </a:cubicBezTo>
                    <a:cubicBezTo>
                      <a:pt x="9" y="25"/>
                      <a:pt x="0" y="13"/>
                      <a:pt x="5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6" name="Freeform 112">
                <a:extLst>
                  <a:ext uri="{FF2B5EF4-FFF2-40B4-BE49-F238E27FC236}">
                    <a16:creationId xmlns:a16="http://schemas.microsoft.com/office/drawing/2014/main" id="{CC892617-B49C-436B-92FE-0E5C4C6656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7" y="3519"/>
                <a:ext cx="50" cy="72"/>
              </a:xfrm>
              <a:custGeom>
                <a:avLst/>
                <a:gdLst>
                  <a:gd name="T0" fmla="*/ 89 w 36"/>
                  <a:gd name="T1" fmla="*/ 82 h 49"/>
                  <a:gd name="T2" fmla="*/ 89 w 36"/>
                  <a:gd name="T3" fmla="*/ 69 h 49"/>
                  <a:gd name="T4" fmla="*/ 133 w 36"/>
                  <a:gd name="T5" fmla="*/ 41 h 49"/>
                  <a:gd name="T6" fmla="*/ 69 w 36"/>
                  <a:gd name="T7" fmla="*/ 32 h 49"/>
                  <a:gd name="T8" fmla="*/ 94 w 36"/>
                  <a:gd name="T9" fmla="*/ 1 h 49"/>
                  <a:gd name="T10" fmla="*/ 11 w 36"/>
                  <a:gd name="T11" fmla="*/ 56 h 49"/>
                  <a:gd name="T12" fmla="*/ 49 w 36"/>
                  <a:gd name="T13" fmla="*/ 69 h 49"/>
                  <a:gd name="T14" fmla="*/ 0 w 36"/>
                  <a:gd name="T15" fmla="*/ 101 h 49"/>
                  <a:gd name="T16" fmla="*/ 56 w 36"/>
                  <a:gd name="T17" fmla="*/ 110 h 49"/>
                  <a:gd name="T18" fmla="*/ 96 w 36"/>
                  <a:gd name="T19" fmla="*/ 100 h 49"/>
                  <a:gd name="T20" fmla="*/ 40 w 36"/>
                  <a:gd name="T21" fmla="*/ 148 h 49"/>
                  <a:gd name="T22" fmla="*/ 131 w 36"/>
                  <a:gd name="T23" fmla="*/ 147 h 49"/>
                  <a:gd name="T24" fmla="*/ 49 w 36"/>
                  <a:gd name="T25" fmla="*/ 176 h 49"/>
                  <a:gd name="T26" fmla="*/ 78 w 36"/>
                  <a:gd name="T27" fmla="*/ 225 h 49"/>
                  <a:gd name="T28" fmla="*/ 89 w 36"/>
                  <a:gd name="T29" fmla="*/ 231 h 49"/>
                  <a:gd name="T30" fmla="*/ 83 w 36"/>
                  <a:gd name="T31" fmla="*/ 279 h 49"/>
                  <a:gd name="T32" fmla="*/ 157 w 36"/>
                  <a:gd name="T33" fmla="*/ 266 h 49"/>
                  <a:gd name="T34" fmla="*/ 94 w 36"/>
                  <a:gd name="T35" fmla="*/ 309 h 49"/>
                  <a:gd name="T36" fmla="*/ 174 w 36"/>
                  <a:gd name="T37" fmla="*/ 295 h 49"/>
                  <a:gd name="T38" fmla="*/ 118 w 36"/>
                  <a:gd name="T39" fmla="*/ 304 h 49"/>
                  <a:gd name="T40" fmla="*/ 185 w 36"/>
                  <a:gd name="T41" fmla="*/ 266 h 49"/>
                  <a:gd name="T42" fmla="*/ 124 w 36"/>
                  <a:gd name="T43" fmla="*/ 238 h 49"/>
                  <a:gd name="T44" fmla="*/ 174 w 36"/>
                  <a:gd name="T45" fmla="*/ 216 h 49"/>
                  <a:gd name="T46" fmla="*/ 96 w 36"/>
                  <a:gd name="T47" fmla="*/ 201 h 49"/>
                  <a:gd name="T48" fmla="*/ 150 w 36"/>
                  <a:gd name="T49" fmla="*/ 170 h 49"/>
                  <a:gd name="T50" fmla="*/ 78 w 36"/>
                  <a:gd name="T51" fmla="*/ 129 h 49"/>
                  <a:gd name="T52" fmla="*/ 143 w 36"/>
                  <a:gd name="T53" fmla="*/ 110 h 49"/>
                  <a:gd name="T54" fmla="*/ 78 w 36"/>
                  <a:gd name="T55" fmla="*/ 75 h 49"/>
                  <a:gd name="T56" fmla="*/ 124 w 36"/>
                  <a:gd name="T57" fmla="*/ 75 h 49"/>
                  <a:gd name="T58" fmla="*/ 143 w 36"/>
                  <a:gd name="T59" fmla="*/ 101 h 49"/>
                  <a:gd name="T60" fmla="*/ 83 w 36"/>
                  <a:gd name="T61" fmla="*/ 137 h 49"/>
                  <a:gd name="T62" fmla="*/ 150 w 36"/>
                  <a:gd name="T63" fmla="*/ 162 h 49"/>
                  <a:gd name="T64" fmla="*/ 96 w 36"/>
                  <a:gd name="T65" fmla="*/ 207 h 49"/>
                  <a:gd name="T66" fmla="*/ 172 w 36"/>
                  <a:gd name="T67" fmla="*/ 216 h 49"/>
                  <a:gd name="T68" fmla="*/ 133 w 36"/>
                  <a:gd name="T69" fmla="*/ 248 h 49"/>
                  <a:gd name="T70" fmla="*/ 182 w 36"/>
                  <a:gd name="T71" fmla="*/ 276 h 49"/>
                  <a:gd name="T72" fmla="*/ 115 w 36"/>
                  <a:gd name="T73" fmla="*/ 309 h 49"/>
                  <a:gd name="T74" fmla="*/ 174 w 36"/>
                  <a:gd name="T75" fmla="*/ 304 h 49"/>
                  <a:gd name="T76" fmla="*/ 96 w 36"/>
                  <a:gd name="T77" fmla="*/ 295 h 49"/>
                  <a:gd name="T78" fmla="*/ 118 w 36"/>
                  <a:gd name="T79" fmla="*/ 266 h 49"/>
                  <a:gd name="T80" fmla="*/ 69 w 36"/>
                  <a:gd name="T81" fmla="*/ 250 h 49"/>
                  <a:gd name="T82" fmla="*/ 108 w 36"/>
                  <a:gd name="T83" fmla="*/ 217 h 49"/>
                  <a:gd name="T84" fmla="*/ 50 w 36"/>
                  <a:gd name="T85" fmla="*/ 216 h 49"/>
                  <a:gd name="T86" fmla="*/ 131 w 36"/>
                  <a:gd name="T87" fmla="*/ 148 h 49"/>
                  <a:gd name="T88" fmla="*/ 78 w 36"/>
                  <a:gd name="T89" fmla="*/ 147 h 49"/>
                  <a:gd name="T90" fmla="*/ 68 w 36"/>
                  <a:gd name="T91" fmla="*/ 116 h 49"/>
                  <a:gd name="T92" fmla="*/ 83 w 36"/>
                  <a:gd name="T93" fmla="*/ 100 h 49"/>
                  <a:gd name="T94" fmla="*/ 49 w 36"/>
                  <a:gd name="T95" fmla="*/ 101 h 49"/>
                  <a:gd name="T96" fmla="*/ 21 w 36"/>
                  <a:gd name="T97" fmla="*/ 82 h 49"/>
                  <a:gd name="T98" fmla="*/ 49 w 36"/>
                  <a:gd name="T99" fmla="*/ 47 h 49"/>
                  <a:gd name="T100" fmla="*/ 40 w 36"/>
                  <a:gd name="T101" fmla="*/ 13 h 49"/>
                  <a:gd name="T102" fmla="*/ 78 w 36"/>
                  <a:gd name="T103" fmla="*/ 19 h 49"/>
                  <a:gd name="T104" fmla="*/ 108 w 36"/>
                  <a:gd name="T105" fmla="*/ 28 h 49"/>
                  <a:gd name="T106" fmla="*/ 124 w 36"/>
                  <a:gd name="T107" fmla="*/ 56 h 49"/>
                  <a:gd name="T108" fmla="*/ 78 w 36"/>
                  <a:gd name="T109" fmla="*/ 75 h 4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6" h="49">
                    <a:moveTo>
                      <a:pt x="28" y="10"/>
                    </a:moveTo>
                    <a:cubicBezTo>
                      <a:pt x="26" y="10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2" y="11"/>
                      <a:pt x="19" y="11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0"/>
                      <a:pt x="17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9"/>
                      <a:pt x="22" y="9"/>
                      <a:pt x="24" y="9"/>
                    </a:cubicBezTo>
                    <a:cubicBezTo>
                      <a:pt x="24" y="9"/>
                      <a:pt x="26" y="8"/>
                      <a:pt x="26" y="7"/>
                    </a:cubicBezTo>
                    <a:cubicBezTo>
                      <a:pt x="26" y="7"/>
                      <a:pt x="26" y="6"/>
                      <a:pt x="26" y="6"/>
                    </a:cubicBezTo>
                    <a:cubicBezTo>
                      <a:pt x="25" y="5"/>
                      <a:pt x="24" y="5"/>
                      <a:pt x="24" y="4"/>
                    </a:cubicBezTo>
                    <a:cubicBezTo>
                      <a:pt x="23" y="4"/>
                      <a:pt x="22" y="3"/>
                      <a:pt x="21" y="3"/>
                    </a:cubicBezTo>
                    <a:cubicBezTo>
                      <a:pt x="20" y="4"/>
                      <a:pt x="18" y="4"/>
                      <a:pt x="17" y="4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7" y="3"/>
                      <a:pt x="18" y="3"/>
                      <a:pt x="18" y="2"/>
                    </a:cubicBezTo>
                    <a:cubicBezTo>
                      <a:pt x="19" y="2"/>
                      <a:pt x="18" y="2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3" y="2"/>
                      <a:pt x="2" y="4"/>
                      <a:pt x="1" y="7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3" y="9"/>
                      <a:pt x="6" y="9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1" y="8"/>
                      <a:pt x="11" y="8"/>
                      <a:pt x="11" y="9"/>
                    </a:cubicBezTo>
                    <a:cubicBezTo>
                      <a:pt x="11" y="9"/>
                      <a:pt x="11" y="9"/>
                      <a:pt x="9" y="10"/>
                    </a:cubicBezTo>
                    <a:cubicBezTo>
                      <a:pt x="8" y="10"/>
                      <a:pt x="7" y="11"/>
                      <a:pt x="6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12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4" y="18"/>
                      <a:pt x="8" y="17"/>
                      <a:pt x="9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3" y="15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5"/>
                      <a:pt x="18" y="15"/>
                      <a:pt x="16" y="15"/>
                    </a:cubicBezTo>
                    <a:cubicBezTo>
                      <a:pt x="16" y="15"/>
                      <a:pt x="13" y="16"/>
                      <a:pt x="13" y="16"/>
                    </a:cubicBezTo>
                    <a:cubicBezTo>
                      <a:pt x="12" y="16"/>
                      <a:pt x="6" y="18"/>
                      <a:pt x="6" y="21"/>
                    </a:cubicBezTo>
                    <a:cubicBezTo>
                      <a:pt x="7" y="22"/>
                      <a:pt x="7" y="22"/>
                      <a:pt x="8" y="22"/>
                    </a:cubicBezTo>
                    <a:cubicBezTo>
                      <a:pt x="10" y="23"/>
                      <a:pt x="13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22" y="21"/>
                      <a:pt x="24" y="20"/>
                      <a:pt x="24" y="20"/>
                    </a:cubicBezTo>
                    <a:cubicBezTo>
                      <a:pt x="25" y="20"/>
                      <a:pt x="25" y="20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2"/>
                      <a:pt x="25" y="22"/>
                    </a:cubicBezTo>
                    <a:cubicBezTo>
                      <a:pt x="23" y="22"/>
                      <a:pt x="16" y="23"/>
                      <a:pt x="12" y="24"/>
                    </a:cubicBezTo>
                    <a:cubicBezTo>
                      <a:pt x="11" y="24"/>
                      <a:pt x="9" y="25"/>
                      <a:pt x="9" y="26"/>
                    </a:cubicBezTo>
                    <a:cubicBezTo>
                      <a:pt x="8" y="26"/>
                      <a:pt x="8" y="27"/>
                      <a:pt x="8" y="28"/>
                    </a:cubicBezTo>
                    <a:cubicBezTo>
                      <a:pt x="8" y="28"/>
                      <a:pt x="10" y="31"/>
                      <a:pt x="10" y="31"/>
                    </a:cubicBezTo>
                    <a:cubicBezTo>
                      <a:pt x="10" y="32"/>
                      <a:pt x="11" y="33"/>
                      <a:pt x="12" y="33"/>
                    </a:cubicBezTo>
                    <a:cubicBezTo>
                      <a:pt x="13" y="33"/>
                      <a:pt x="15" y="33"/>
                      <a:pt x="15" y="33"/>
                    </a:cubicBezTo>
                    <a:cubicBezTo>
                      <a:pt x="16" y="33"/>
                      <a:pt x="19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4"/>
                      <a:pt x="18" y="34"/>
                      <a:pt x="17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3" y="35"/>
                      <a:pt x="13" y="35"/>
                      <a:pt x="13" y="37"/>
                    </a:cubicBezTo>
                    <a:cubicBezTo>
                      <a:pt x="13" y="37"/>
                      <a:pt x="13" y="38"/>
                      <a:pt x="14" y="39"/>
                    </a:cubicBezTo>
                    <a:cubicBezTo>
                      <a:pt x="14" y="40"/>
                      <a:pt x="15" y="40"/>
                      <a:pt x="16" y="41"/>
                    </a:cubicBezTo>
                    <a:cubicBezTo>
                      <a:pt x="18" y="41"/>
                      <a:pt x="20" y="40"/>
                      <a:pt x="21" y="4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5" y="39"/>
                      <a:pt x="29" y="38"/>
                      <a:pt x="30" y="38"/>
                    </a:cubicBezTo>
                    <a:cubicBezTo>
                      <a:pt x="30" y="38"/>
                      <a:pt x="30" y="38"/>
                      <a:pt x="30" y="39"/>
                    </a:cubicBezTo>
                    <a:cubicBezTo>
                      <a:pt x="29" y="39"/>
                      <a:pt x="28" y="40"/>
                      <a:pt x="26" y="41"/>
                    </a:cubicBezTo>
                    <a:cubicBezTo>
                      <a:pt x="24" y="41"/>
                      <a:pt x="20" y="42"/>
                      <a:pt x="18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18" y="44"/>
                      <a:pt x="17" y="45"/>
                      <a:pt x="18" y="45"/>
                    </a:cubicBezTo>
                    <a:cubicBezTo>
                      <a:pt x="20" y="48"/>
                      <a:pt x="24" y="49"/>
                      <a:pt x="29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31" y="47"/>
                      <a:pt x="33" y="46"/>
                      <a:pt x="34" y="44"/>
                    </a:cubicBezTo>
                    <a:cubicBezTo>
                      <a:pt x="35" y="44"/>
                      <a:pt x="35" y="43"/>
                      <a:pt x="34" y="43"/>
                    </a:cubicBezTo>
                    <a:cubicBezTo>
                      <a:pt x="34" y="43"/>
                      <a:pt x="33" y="43"/>
                      <a:pt x="33" y="43"/>
                    </a:cubicBezTo>
                    <a:cubicBezTo>
                      <a:pt x="31" y="43"/>
                      <a:pt x="29" y="44"/>
                      <a:pt x="28" y="44"/>
                    </a:cubicBezTo>
                    <a:cubicBezTo>
                      <a:pt x="26" y="45"/>
                      <a:pt x="24" y="46"/>
                      <a:pt x="23" y="45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7" y="43"/>
                      <a:pt x="29" y="43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2" y="42"/>
                      <a:pt x="34" y="41"/>
                      <a:pt x="35" y="40"/>
                    </a:cubicBezTo>
                    <a:cubicBezTo>
                      <a:pt x="36" y="40"/>
                      <a:pt x="36" y="39"/>
                      <a:pt x="36" y="39"/>
                    </a:cubicBezTo>
                    <a:cubicBezTo>
                      <a:pt x="36" y="37"/>
                      <a:pt x="36" y="36"/>
                      <a:pt x="36" y="35"/>
                    </a:cubicBezTo>
                    <a:cubicBezTo>
                      <a:pt x="36" y="35"/>
                      <a:pt x="36" y="34"/>
                      <a:pt x="33" y="34"/>
                    </a:cubicBezTo>
                    <a:cubicBezTo>
                      <a:pt x="31" y="34"/>
                      <a:pt x="28" y="35"/>
                      <a:pt x="26" y="35"/>
                    </a:cubicBezTo>
                    <a:cubicBezTo>
                      <a:pt x="25" y="35"/>
                      <a:pt x="24" y="35"/>
                      <a:pt x="24" y="35"/>
                    </a:cubicBezTo>
                    <a:cubicBezTo>
                      <a:pt x="24" y="35"/>
                      <a:pt x="24" y="34"/>
                      <a:pt x="25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1" y="33"/>
                      <a:pt x="34" y="32"/>
                      <a:pt x="34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5" y="30"/>
                      <a:pt x="35" y="27"/>
                      <a:pt x="33" y="26"/>
                    </a:cubicBezTo>
                    <a:cubicBezTo>
                      <a:pt x="32" y="26"/>
                      <a:pt x="32" y="25"/>
                      <a:pt x="31" y="26"/>
                    </a:cubicBezTo>
                    <a:cubicBezTo>
                      <a:pt x="29" y="26"/>
                      <a:pt x="27" y="27"/>
                      <a:pt x="25" y="27"/>
                    </a:cubicBezTo>
                    <a:cubicBezTo>
                      <a:pt x="22" y="28"/>
                      <a:pt x="20" y="29"/>
                      <a:pt x="19" y="29"/>
                    </a:cubicBezTo>
                    <a:cubicBezTo>
                      <a:pt x="17" y="29"/>
                      <a:pt x="16" y="29"/>
                      <a:pt x="16" y="29"/>
                    </a:cubicBezTo>
                    <a:cubicBezTo>
                      <a:pt x="15" y="28"/>
                      <a:pt x="16" y="27"/>
                      <a:pt x="18" y="27"/>
                    </a:cubicBezTo>
                    <a:cubicBezTo>
                      <a:pt x="19" y="27"/>
                      <a:pt x="22" y="26"/>
                      <a:pt x="25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31" y="24"/>
                      <a:pt x="33" y="23"/>
                      <a:pt x="32" y="20"/>
                    </a:cubicBezTo>
                    <a:cubicBezTo>
                      <a:pt x="31" y="19"/>
                      <a:pt x="31" y="18"/>
                      <a:pt x="30" y="17"/>
                    </a:cubicBezTo>
                    <a:cubicBezTo>
                      <a:pt x="28" y="17"/>
                      <a:pt x="27" y="17"/>
                      <a:pt x="27" y="17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4" y="19"/>
                      <a:pt x="14" y="19"/>
                    </a:cubicBezTo>
                    <a:cubicBezTo>
                      <a:pt x="14" y="19"/>
                      <a:pt x="14" y="18"/>
                      <a:pt x="15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9" y="15"/>
                      <a:pt x="29" y="14"/>
                    </a:cubicBezTo>
                    <a:cubicBezTo>
                      <a:pt x="30" y="14"/>
                      <a:pt x="30" y="13"/>
                      <a:pt x="30" y="12"/>
                    </a:cubicBezTo>
                    <a:cubicBezTo>
                      <a:pt x="29" y="11"/>
                      <a:pt x="29" y="10"/>
                      <a:pt x="28" y="10"/>
                    </a:cubicBezTo>
                    <a:close/>
                    <a:moveTo>
                      <a:pt x="15" y="11"/>
                    </a:moveTo>
                    <a:cubicBezTo>
                      <a:pt x="15" y="12"/>
                      <a:pt x="16" y="12"/>
                      <a:pt x="16" y="12"/>
                    </a:cubicBezTo>
                    <a:cubicBezTo>
                      <a:pt x="17" y="12"/>
                      <a:pt x="17" y="12"/>
                      <a:pt x="18" y="12"/>
                    </a:cubicBezTo>
                    <a:cubicBezTo>
                      <a:pt x="19" y="12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1"/>
                      <a:pt x="26" y="10"/>
                      <a:pt x="27" y="11"/>
                    </a:cubicBezTo>
                    <a:cubicBezTo>
                      <a:pt x="28" y="11"/>
                      <a:pt x="28" y="11"/>
                      <a:pt x="29" y="12"/>
                    </a:cubicBezTo>
                    <a:cubicBezTo>
                      <a:pt x="29" y="13"/>
                      <a:pt x="29" y="14"/>
                      <a:pt x="29" y="14"/>
                    </a:cubicBezTo>
                    <a:cubicBezTo>
                      <a:pt x="28" y="15"/>
                      <a:pt x="27" y="15"/>
                      <a:pt x="27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8"/>
                      <a:pt x="13" y="18"/>
                      <a:pt x="13" y="19"/>
                    </a:cubicBezTo>
                    <a:cubicBezTo>
                      <a:pt x="14" y="20"/>
                      <a:pt x="15" y="20"/>
                      <a:pt x="16" y="20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8" y="17"/>
                      <a:pt x="29" y="18"/>
                    </a:cubicBezTo>
                    <a:cubicBezTo>
                      <a:pt x="30" y="18"/>
                      <a:pt x="30" y="19"/>
                      <a:pt x="31" y="20"/>
                    </a:cubicBezTo>
                    <a:cubicBezTo>
                      <a:pt x="31" y="22"/>
                      <a:pt x="31" y="24"/>
                      <a:pt x="29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2" y="25"/>
                      <a:pt x="19" y="26"/>
                      <a:pt x="17" y="26"/>
                    </a:cubicBezTo>
                    <a:cubicBezTo>
                      <a:pt x="14" y="27"/>
                      <a:pt x="14" y="28"/>
                      <a:pt x="15" y="29"/>
                    </a:cubicBezTo>
                    <a:cubicBezTo>
                      <a:pt x="15" y="29"/>
                      <a:pt x="16" y="30"/>
                      <a:pt x="19" y="30"/>
                    </a:cubicBezTo>
                    <a:cubicBezTo>
                      <a:pt x="20" y="29"/>
                      <a:pt x="22" y="29"/>
                      <a:pt x="25" y="28"/>
                    </a:cubicBezTo>
                    <a:cubicBezTo>
                      <a:pt x="27" y="27"/>
                      <a:pt x="30" y="27"/>
                      <a:pt x="31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3" y="27"/>
                      <a:pt x="34" y="30"/>
                      <a:pt x="33" y="31"/>
                    </a:cubicBezTo>
                    <a:cubicBezTo>
                      <a:pt x="33" y="31"/>
                      <a:pt x="29" y="32"/>
                      <a:pt x="27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3" y="34"/>
                      <a:pt x="23" y="35"/>
                      <a:pt x="23" y="35"/>
                    </a:cubicBezTo>
                    <a:cubicBezTo>
                      <a:pt x="23" y="36"/>
                      <a:pt x="24" y="36"/>
                      <a:pt x="26" y="36"/>
                    </a:cubicBezTo>
                    <a:cubicBezTo>
                      <a:pt x="28" y="35"/>
                      <a:pt x="31" y="35"/>
                      <a:pt x="33" y="35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9"/>
                    </a:cubicBezTo>
                    <a:cubicBezTo>
                      <a:pt x="35" y="39"/>
                      <a:pt x="35" y="40"/>
                      <a:pt x="35" y="40"/>
                    </a:cubicBezTo>
                    <a:cubicBezTo>
                      <a:pt x="34" y="41"/>
                      <a:pt x="32" y="41"/>
                      <a:pt x="30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6" y="43"/>
                      <a:pt x="23" y="43"/>
                      <a:pt x="22" y="44"/>
                    </a:cubicBezTo>
                    <a:cubicBezTo>
                      <a:pt x="22" y="44"/>
                      <a:pt x="22" y="45"/>
                      <a:pt x="22" y="45"/>
                    </a:cubicBezTo>
                    <a:cubicBezTo>
                      <a:pt x="24" y="47"/>
                      <a:pt x="27" y="45"/>
                      <a:pt x="29" y="45"/>
                    </a:cubicBezTo>
                    <a:cubicBezTo>
                      <a:pt x="30" y="44"/>
                      <a:pt x="31" y="44"/>
                      <a:pt x="33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2" y="46"/>
                      <a:pt x="31" y="47"/>
                      <a:pt x="29" y="47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5" y="48"/>
                      <a:pt x="21" y="47"/>
                      <a:pt x="19" y="45"/>
                    </a:cubicBezTo>
                    <a:cubicBezTo>
                      <a:pt x="18" y="44"/>
                      <a:pt x="19" y="44"/>
                      <a:pt x="19" y="43"/>
                    </a:cubicBezTo>
                    <a:cubicBezTo>
                      <a:pt x="21" y="42"/>
                      <a:pt x="25" y="42"/>
                      <a:pt x="26" y="41"/>
                    </a:cubicBezTo>
                    <a:cubicBezTo>
                      <a:pt x="28" y="41"/>
                      <a:pt x="30" y="40"/>
                      <a:pt x="31" y="39"/>
                    </a:cubicBezTo>
                    <a:cubicBezTo>
                      <a:pt x="31" y="39"/>
                      <a:pt x="31" y="38"/>
                      <a:pt x="30" y="38"/>
                    </a:cubicBezTo>
                    <a:cubicBezTo>
                      <a:pt x="30" y="37"/>
                      <a:pt x="27" y="37"/>
                      <a:pt x="23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19" y="40"/>
                      <a:pt x="18" y="40"/>
                      <a:pt x="16" y="40"/>
                    </a:cubicBezTo>
                    <a:cubicBezTo>
                      <a:pt x="16" y="40"/>
                      <a:pt x="15" y="39"/>
                      <a:pt x="15" y="39"/>
                    </a:cubicBezTo>
                    <a:cubicBezTo>
                      <a:pt x="14" y="38"/>
                      <a:pt x="14" y="37"/>
                      <a:pt x="14" y="37"/>
                    </a:cubicBezTo>
                    <a:cubicBezTo>
                      <a:pt x="14" y="36"/>
                      <a:pt x="14" y="35"/>
                      <a:pt x="16" y="35"/>
                    </a:cubicBezTo>
                    <a:cubicBezTo>
                      <a:pt x="16" y="35"/>
                      <a:pt x="17" y="35"/>
                      <a:pt x="17" y="35"/>
                    </a:cubicBezTo>
                    <a:cubicBezTo>
                      <a:pt x="19" y="34"/>
                      <a:pt x="21" y="34"/>
                      <a:pt x="21" y="33"/>
                    </a:cubicBezTo>
                    <a:cubicBezTo>
                      <a:pt x="21" y="33"/>
                      <a:pt x="21" y="33"/>
                      <a:pt x="21" y="32"/>
                    </a:cubicBezTo>
                    <a:cubicBezTo>
                      <a:pt x="21" y="32"/>
                      <a:pt x="21" y="32"/>
                      <a:pt x="20" y="32"/>
                    </a:cubicBezTo>
                    <a:cubicBezTo>
                      <a:pt x="19" y="31"/>
                      <a:pt x="15" y="32"/>
                      <a:pt x="15" y="32"/>
                    </a:cubicBezTo>
                    <a:cubicBezTo>
                      <a:pt x="15" y="32"/>
                      <a:pt x="13" y="33"/>
                      <a:pt x="12" y="32"/>
                    </a:cubicBezTo>
                    <a:cubicBezTo>
                      <a:pt x="11" y="32"/>
                      <a:pt x="11" y="31"/>
                      <a:pt x="10" y="31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7"/>
                      <a:pt x="9" y="27"/>
                      <a:pt x="9" y="26"/>
                    </a:cubicBezTo>
                    <a:cubicBezTo>
                      <a:pt x="10" y="25"/>
                      <a:pt x="11" y="25"/>
                      <a:pt x="12" y="25"/>
                    </a:cubicBezTo>
                    <a:cubicBezTo>
                      <a:pt x="19" y="23"/>
                      <a:pt x="24" y="22"/>
                      <a:pt x="25" y="22"/>
                    </a:cubicBezTo>
                    <a:cubicBezTo>
                      <a:pt x="25" y="22"/>
                      <a:pt x="26" y="22"/>
                      <a:pt x="26" y="22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0"/>
                      <a:pt x="25" y="19"/>
                      <a:pt x="24" y="19"/>
                    </a:cubicBezTo>
                    <a:cubicBezTo>
                      <a:pt x="23" y="20"/>
                      <a:pt x="20" y="20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2"/>
                      <a:pt x="10" y="22"/>
                      <a:pt x="8" y="22"/>
                    </a:cubicBezTo>
                    <a:cubicBezTo>
                      <a:pt x="8" y="22"/>
                      <a:pt x="8" y="21"/>
                      <a:pt x="7" y="21"/>
                    </a:cubicBezTo>
                    <a:cubicBezTo>
                      <a:pt x="7" y="18"/>
                      <a:pt x="12" y="17"/>
                      <a:pt x="13" y="17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20" y="15"/>
                      <a:pt x="20" y="15"/>
                    </a:cubicBezTo>
                    <a:cubicBezTo>
                      <a:pt x="20" y="15"/>
                      <a:pt x="20" y="14"/>
                      <a:pt x="20" y="14"/>
                    </a:cubicBezTo>
                    <a:cubicBezTo>
                      <a:pt x="20" y="13"/>
                      <a:pt x="18" y="13"/>
                      <a:pt x="16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14"/>
                      <a:pt x="12" y="14"/>
                      <a:pt x="11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5" y="17"/>
                      <a:pt x="3" y="17"/>
                      <a:pt x="2" y="16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4"/>
                      <a:pt x="1" y="13"/>
                      <a:pt x="4" y="12"/>
                    </a:cubicBezTo>
                    <a:cubicBezTo>
                      <a:pt x="4" y="12"/>
                      <a:pt x="7" y="11"/>
                      <a:pt x="7" y="11"/>
                    </a:cubicBezTo>
                    <a:cubicBezTo>
                      <a:pt x="8" y="11"/>
                      <a:pt x="8" y="11"/>
                      <a:pt x="10" y="11"/>
                    </a:cubicBezTo>
                    <a:cubicBezTo>
                      <a:pt x="11" y="10"/>
                      <a:pt x="13" y="10"/>
                      <a:pt x="12" y="8"/>
                    </a:cubicBezTo>
                    <a:cubicBezTo>
                      <a:pt x="12" y="8"/>
                      <a:pt x="11" y="7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8"/>
                      <a:pt x="3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5"/>
                      <a:pt x="3" y="3"/>
                      <a:pt x="8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2" y="1"/>
                      <a:pt x="15" y="1"/>
                      <a:pt x="17" y="2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7" y="2"/>
                      <a:pt x="16" y="3"/>
                      <a:pt x="15" y="3"/>
                    </a:cubicBezTo>
                    <a:cubicBezTo>
                      <a:pt x="13" y="4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5" y="5"/>
                      <a:pt x="17" y="5"/>
                    </a:cubicBezTo>
                    <a:cubicBezTo>
                      <a:pt x="19" y="4"/>
                      <a:pt x="20" y="4"/>
                      <a:pt x="21" y="4"/>
                    </a:cubicBezTo>
                    <a:cubicBezTo>
                      <a:pt x="22" y="4"/>
                      <a:pt x="23" y="4"/>
                      <a:pt x="23" y="5"/>
                    </a:cubicBezTo>
                    <a:cubicBezTo>
                      <a:pt x="24" y="5"/>
                      <a:pt x="24" y="6"/>
                      <a:pt x="25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4" y="8"/>
                      <a:pt x="24" y="8"/>
                    </a:cubicBezTo>
                    <a:cubicBezTo>
                      <a:pt x="22" y="8"/>
                      <a:pt x="20" y="9"/>
                      <a:pt x="18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5" y="10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</a:path>
                </a:pathLst>
              </a:custGeom>
              <a:solidFill>
                <a:srgbClr val="FB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7" name="Freeform 113">
                <a:extLst>
                  <a:ext uri="{FF2B5EF4-FFF2-40B4-BE49-F238E27FC236}">
                    <a16:creationId xmlns:a16="http://schemas.microsoft.com/office/drawing/2014/main" id="{4B1A6384-FAB2-457E-B8A1-0C9AD452E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3519"/>
                <a:ext cx="50" cy="72"/>
              </a:xfrm>
              <a:custGeom>
                <a:avLst/>
                <a:gdLst>
                  <a:gd name="T0" fmla="*/ 124 w 36"/>
                  <a:gd name="T1" fmla="*/ 69 h 49"/>
                  <a:gd name="T2" fmla="*/ 89 w 36"/>
                  <a:gd name="T3" fmla="*/ 82 h 49"/>
                  <a:gd name="T4" fmla="*/ 83 w 36"/>
                  <a:gd name="T5" fmla="*/ 75 h 49"/>
                  <a:gd name="T6" fmla="*/ 89 w 36"/>
                  <a:gd name="T7" fmla="*/ 69 h 49"/>
                  <a:gd name="T8" fmla="*/ 124 w 36"/>
                  <a:gd name="T9" fmla="*/ 60 h 49"/>
                  <a:gd name="T10" fmla="*/ 133 w 36"/>
                  <a:gd name="T11" fmla="*/ 41 h 49"/>
                  <a:gd name="T12" fmla="*/ 108 w 36"/>
                  <a:gd name="T13" fmla="*/ 19 h 49"/>
                  <a:gd name="T14" fmla="*/ 69 w 36"/>
                  <a:gd name="T15" fmla="*/ 32 h 49"/>
                  <a:gd name="T16" fmla="*/ 94 w 36"/>
                  <a:gd name="T17" fmla="*/ 13 h 49"/>
                  <a:gd name="T18" fmla="*/ 94 w 36"/>
                  <a:gd name="T19" fmla="*/ 1 h 49"/>
                  <a:gd name="T20" fmla="*/ 49 w 36"/>
                  <a:gd name="T21" fmla="*/ 1 h 49"/>
                  <a:gd name="T22" fmla="*/ 11 w 36"/>
                  <a:gd name="T23" fmla="*/ 56 h 49"/>
                  <a:gd name="T24" fmla="*/ 49 w 36"/>
                  <a:gd name="T25" fmla="*/ 56 h 49"/>
                  <a:gd name="T26" fmla="*/ 49 w 36"/>
                  <a:gd name="T27" fmla="*/ 69 h 49"/>
                  <a:gd name="T28" fmla="*/ 15 w 36"/>
                  <a:gd name="T29" fmla="*/ 75 h 49"/>
                  <a:gd name="T30" fmla="*/ 0 w 36"/>
                  <a:gd name="T31" fmla="*/ 101 h 49"/>
                  <a:gd name="T32" fmla="*/ 49 w 36"/>
                  <a:gd name="T33" fmla="*/ 110 h 49"/>
                  <a:gd name="T34" fmla="*/ 56 w 36"/>
                  <a:gd name="T35" fmla="*/ 110 h 49"/>
                  <a:gd name="T36" fmla="*/ 83 w 36"/>
                  <a:gd name="T37" fmla="*/ 100 h 49"/>
                  <a:gd name="T38" fmla="*/ 96 w 36"/>
                  <a:gd name="T39" fmla="*/ 100 h 49"/>
                  <a:gd name="T40" fmla="*/ 68 w 36"/>
                  <a:gd name="T41" fmla="*/ 110 h 49"/>
                  <a:gd name="T42" fmla="*/ 40 w 36"/>
                  <a:gd name="T43" fmla="*/ 148 h 49"/>
                  <a:gd name="T44" fmla="*/ 78 w 36"/>
                  <a:gd name="T45" fmla="*/ 148 h 49"/>
                  <a:gd name="T46" fmla="*/ 131 w 36"/>
                  <a:gd name="T47" fmla="*/ 147 h 49"/>
                  <a:gd name="T48" fmla="*/ 131 w 36"/>
                  <a:gd name="T49" fmla="*/ 148 h 49"/>
                  <a:gd name="T50" fmla="*/ 49 w 36"/>
                  <a:gd name="T51" fmla="*/ 176 h 49"/>
                  <a:gd name="T52" fmla="*/ 50 w 36"/>
                  <a:gd name="T53" fmla="*/ 216 h 49"/>
                  <a:gd name="T54" fmla="*/ 78 w 36"/>
                  <a:gd name="T55" fmla="*/ 225 h 49"/>
                  <a:gd name="T56" fmla="*/ 104 w 36"/>
                  <a:gd name="T57" fmla="*/ 217 h 49"/>
                  <a:gd name="T58" fmla="*/ 89 w 36"/>
                  <a:gd name="T59" fmla="*/ 231 h 49"/>
                  <a:gd name="T60" fmla="*/ 68 w 36"/>
                  <a:gd name="T61" fmla="*/ 250 h 49"/>
                  <a:gd name="T62" fmla="*/ 83 w 36"/>
                  <a:gd name="T63" fmla="*/ 279 h 49"/>
                  <a:gd name="T64" fmla="*/ 118 w 36"/>
                  <a:gd name="T65" fmla="*/ 266 h 49"/>
                  <a:gd name="T66" fmla="*/ 157 w 36"/>
                  <a:gd name="T67" fmla="*/ 266 h 49"/>
                  <a:gd name="T68" fmla="*/ 94 w 36"/>
                  <a:gd name="T69" fmla="*/ 295 h 49"/>
                  <a:gd name="T70" fmla="*/ 94 w 36"/>
                  <a:gd name="T71" fmla="*/ 309 h 49"/>
                  <a:gd name="T72" fmla="*/ 150 w 36"/>
                  <a:gd name="T73" fmla="*/ 331 h 49"/>
                  <a:gd name="T74" fmla="*/ 174 w 36"/>
                  <a:gd name="T75" fmla="*/ 295 h 49"/>
                  <a:gd name="T76" fmla="*/ 144 w 36"/>
                  <a:gd name="T77" fmla="*/ 304 h 49"/>
                  <a:gd name="T78" fmla="*/ 118 w 36"/>
                  <a:gd name="T79" fmla="*/ 304 h 49"/>
                  <a:gd name="T80" fmla="*/ 157 w 36"/>
                  <a:gd name="T81" fmla="*/ 289 h 49"/>
                  <a:gd name="T82" fmla="*/ 185 w 36"/>
                  <a:gd name="T83" fmla="*/ 266 h 49"/>
                  <a:gd name="T84" fmla="*/ 172 w 36"/>
                  <a:gd name="T85" fmla="*/ 231 h 49"/>
                  <a:gd name="T86" fmla="*/ 124 w 36"/>
                  <a:gd name="T87" fmla="*/ 238 h 49"/>
                  <a:gd name="T88" fmla="*/ 144 w 36"/>
                  <a:gd name="T89" fmla="*/ 225 h 49"/>
                  <a:gd name="T90" fmla="*/ 174 w 36"/>
                  <a:gd name="T91" fmla="*/ 216 h 49"/>
                  <a:gd name="T92" fmla="*/ 160 w 36"/>
                  <a:gd name="T93" fmla="*/ 176 h 49"/>
                  <a:gd name="T94" fmla="*/ 96 w 36"/>
                  <a:gd name="T95" fmla="*/ 201 h 49"/>
                  <a:gd name="T96" fmla="*/ 94 w 36"/>
                  <a:gd name="T97" fmla="*/ 188 h 49"/>
                  <a:gd name="T98" fmla="*/ 150 w 36"/>
                  <a:gd name="T99" fmla="*/ 170 h 49"/>
                  <a:gd name="T100" fmla="*/ 157 w 36"/>
                  <a:gd name="T101" fmla="*/ 116 h 49"/>
                  <a:gd name="T102" fmla="*/ 78 w 36"/>
                  <a:gd name="T103" fmla="*/ 129 h 49"/>
                  <a:gd name="T104" fmla="*/ 78 w 36"/>
                  <a:gd name="T105" fmla="*/ 120 h 49"/>
                  <a:gd name="T106" fmla="*/ 143 w 36"/>
                  <a:gd name="T107" fmla="*/ 110 h 49"/>
                  <a:gd name="T108" fmla="*/ 157 w 36"/>
                  <a:gd name="T109" fmla="*/ 82 h 4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6" h="49">
                    <a:moveTo>
                      <a:pt x="28" y="10"/>
                    </a:moveTo>
                    <a:cubicBezTo>
                      <a:pt x="26" y="10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2" y="11"/>
                      <a:pt x="19" y="11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0"/>
                      <a:pt x="17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9"/>
                      <a:pt x="22" y="9"/>
                      <a:pt x="24" y="9"/>
                    </a:cubicBezTo>
                    <a:cubicBezTo>
                      <a:pt x="24" y="9"/>
                      <a:pt x="26" y="8"/>
                      <a:pt x="26" y="7"/>
                    </a:cubicBezTo>
                    <a:cubicBezTo>
                      <a:pt x="26" y="7"/>
                      <a:pt x="26" y="6"/>
                      <a:pt x="26" y="6"/>
                    </a:cubicBezTo>
                    <a:cubicBezTo>
                      <a:pt x="25" y="5"/>
                      <a:pt x="24" y="5"/>
                      <a:pt x="24" y="4"/>
                    </a:cubicBezTo>
                    <a:cubicBezTo>
                      <a:pt x="23" y="4"/>
                      <a:pt x="22" y="3"/>
                      <a:pt x="21" y="3"/>
                    </a:cubicBezTo>
                    <a:cubicBezTo>
                      <a:pt x="20" y="4"/>
                      <a:pt x="18" y="4"/>
                      <a:pt x="17" y="4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7" y="3"/>
                      <a:pt x="18" y="3"/>
                      <a:pt x="18" y="2"/>
                    </a:cubicBezTo>
                    <a:cubicBezTo>
                      <a:pt x="19" y="2"/>
                      <a:pt x="18" y="2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3" y="2"/>
                      <a:pt x="2" y="4"/>
                      <a:pt x="1" y="7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3" y="9"/>
                      <a:pt x="6" y="9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1" y="8"/>
                      <a:pt x="11" y="8"/>
                      <a:pt x="11" y="9"/>
                    </a:cubicBezTo>
                    <a:cubicBezTo>
                      <a:pt x="11" y="9"/>
                      <a:pt x="11" y="9"/>
                      <a:pt x="9" y="10"/>
                    </a:cubicBezTo>
                    <a:cubicBezTo>
                      <a:pt x="8" y="10"/>
                      <a:pt x="7" y="11"/>
                      <a:pt x="6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12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4" y="18"/>
                      <a:pt x="8" y="17"/>
                      <a:pt x="9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3" y="15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5"/>
                      <a:pt x="18" y="15"/>
                      <a:pt x="16" y="15"/>
                    </a:cubicBezTo>
                    <a:cubicBezTo>
                      <a:pt x="16" y="15"/>
                      <a:pt x="13" y="16"/>
                      <a:pt x="13" y="16"/>
                    </a:cubicBezTo>
                    <a:cubicBezTo>
                      <a:pt x="12" y="16"/>
                      <a:pt x="6" y="18"/>
                      <a:pt x="6" y="21"/>
                    </a:cubicBezTo>
                    <a:cubicBezTo>
                      <a:pt x="7" y="22"/>
                      <a:pt x="7" y="22"/>
                      <a:pt x="8" y="22"/>
                    </a:cubicBezTo>
                    <a:cubicBezTo>
                      <a:pt x="10" y="23"/>
                      <a:pt x="13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22" y="21"/>
                      <a:pt x="24" y="20"/>
                      <a:pt x="24" y="20"/>
                    </a:cubicBezTo>
                    <a:cubicBezTo>
                      <a:pt x="25" y="20"/>
                      <a:pt x="25" y="20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2"/>
                      <a:pt x="25" y="22"/>
                    </a:cubicBezTo>
                    <a:cubicBezTo>
                      <a:pt x="23" y="22"/>
                      <a:pt x="16" y="23"/>
                      <a:pt x="12" y="24"/>
                    </a:cubicBezTo>
                    <a:cubicBezTo>
                      <a:pt x="11" y="24"/>
                      <a:pt x="9" y="25"/>
                      <a:pt x="9" y="26"/>
                    </a:cubicBezTo>
                    <a:cubicBezTo>
                      <a:pt x="8" y="26"/>
                      <a:pt x="8" y="27"/>
                      <a:pt x="8" y="28"/>
                    </a:cubicBezTo>
                    <a:cubicBezTo>
                      <a:pt x="8" y="28"/>
                      <a:pt x="10" y="31"/>
                      <a:pt x="10" y="31"/>
                    </a:cubicBezTo>
                    <a:cubicBezTo>
                      <a:pt x="10" y="32"/>
                      <a:pt x="11" y="33"/>
                      <a:pt x="12" y="33"/>
                    </a:cubicBezTo>
                    <a:cubicBezTo>
                      <a:pt x="13" y="33"/>
                      <a:pt x="15" y="33"/>
                      <a:pt x="15" y="33"/>
                    </a:cubicBezTo>
                    <a:cubicBezTo>
                      <a:pt x="16" y="33"/>
                      <a:pt x="19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4"/>
                      <a:pt x="18" y="34"/>
                      <a:pt x="17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3" y="35"/>
                      <a:pt x="13" y="35"/>
                      <a:pt x="13" y="37"/>
                    </a:cubicBezTo>
                    <a:cubicBezTo>
                      <a:pt x="13" y="37"/>
                      <a:pt x="13" y="38"/>
                      <a:pt x="14" y="39"/>
                    </a:cubicBezTo>
                    <a:cubicBezTo>
                      <a:pt x="14" y="40"/>
                      <a:pt x="15" y="40"/>
                      <a:pt x="16" y="41"/>
                    </a:cubicBezTo>
                    <a:cubicBezTo>
                      <a:pt x="18" y="41"/>
                      <a:pt x="20" y="40"/>
                      <a:pt x="21" y="4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5" y="39"/>
                      <a:pt x="29" y="38"/>
                      <a:pt x="30" y="38"/>
                    </a:cubicBezTo>
                    <a:cubicBezTo>
                      <a:pt x="30" y="38"/>
                      <a:pt x="30" y="38"/>
                      <a:pt x="30" y="39"/>
                    </a:cubicBezTo>
                    <a:cubicBezTo>
                      <a:pt x="29" y="39"/>
                      <a:pt x="28" y="40"/>
                      <a:pt x="26" y="41"/>
                    </a:cubicBezTo>
                    <a:cubicBezTo>
                      <a:pt x="24" y="41"/>
                      <a:pt x="20" y="42"/>
                      <a:pt x="18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18" y="44"/>
                      <a:pt x="17" y="45"/>
                      <a:pt x="18" y="45"/>
                    </a:cubicBezTo>
                    <a:cubicBezTo>
                      <a:pt x="20" y="48"/>
                      <a:pt x="24" y="49"/>
                      <a:pt x="29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31" y="47"/>
                      <a:pt x="33" y="46"/>
                      <a:pt x="34" y="44"/>
                    </a:cubicBezTo>
                    <a:cubicBezTo>
                      <a:pt x="35" y="44"/>
                      <a:pt x="35" y="43"/>
                      <a:pt x="34" y="43"/>
                    </a:cubicBezTo>
                    <a:cubicBezTo>
                      <a:pt x="34" y="43"/>
                      <a:pt x="33" y="43"/>
                      <a:pt x="33" y="43"/>
                    </a:cubicBezTo>
                    <a:cubicBezTo>
                      <a:pt x="31" y="43"/>
                      <a:pt x="29" y="44"/>
                      <a:pt x="28" y="44"/>
                    </a:cubicBezTo>
                    <a:cubicBezTo>
                      <a:pt x="26" y="45"/>
                      <a:pt x="24" y="46"/>
                      <a:pt x="23" y="45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7" y="43"/>
                      <a:pt x="29" y="43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2" y="42"/>
                      <a:pt x="34" y="41"/>
                      <a:pt x="35" y="40"/>
                    </a:cubicBezTo>
                    <a:cubicBezTo>
                      <a:pt x="36" y="40"/>
                      <a:pt x="36" y="39"/>
                      <a:pt x="36" y="39"/>
                    </a:cubicBezTo>
                    <a:cubicBezTo>
                      <a:pt x="36" y="37"/>
                      <a:pt x="36" y="36"/>
                      <a:pt x="36" y="35"/>
                    </a:cubicBezTo>
                    <a:cubicBezTo>
                      <a:pt x="36" y="35"/>
                      <a:pt x="36" y="34"/>
                      <a:pt x="33" y="34"/>
                    </a:cubicBezTo>
                    <a:cubicBezTo>
                      <a:pt x="31" y="34"/>
                      <a:pt x="28" y="35"/>
                      <a:pt x="26" y="35"/>
                    </a:cubicBezTo>
                    <a:cubicBezTo>
                      <a:pt x="25" y="35"/>
                      <a:pt x="24" y="35"/>
                      <a:pt x="24" y="35"/>
                    </a:cubicBezTo>
                    <a:cubicBezTo>
                      <a:pt x="24" y="35"/>
                      <a:pt x="24" y="34"/>
                      <a:pt x="25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1" y="33"/>
                      <a:pt x="34" y="32"/>
                      <a:pt x="34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5" y="30"/>
                      <a:pt x="35" y="27"/>
                      <a:pt x="33" y="26"/>
                    </a:cubicBezTo>
                    <a:cubicBezTo>
                      <a:pt x="32" y="26"/>
                      <a:pt x="32" y="25"/>
                      <a:pt x="31" y="26"/>
                    </a:cubicBezTo>
                    <a:cubicBezTo>
                      <a:pt x="29" y="26"/>
                      <a:pt x="27" y="27"/>
                      <a:pt x="25" y="27"/>
                    </a:cubicBezTo>
                    <a:cubicBezTo>
                      <a:pt x="22" y="28"/>
                      <a:pt x="20" y="29"/>
                      <a:pt x="19" y="29"/>
                    </a:cubicBezTo>
                    <a:cubicBezTo>
                      <a:pt x="17" y="29"/>
                      <a:pt x="16" y="29"/>
                      <a:pt x="16" y="29"/>
                    </a:cubicBezTo>
                    <a:cubicBezTo>
                      <a:pt x="15" y="28"/>
                      <a:pt x="16" y="27"/>
                      <a:pt x="18" y="27"/>
                    </a:cubicBezTo>
                    <a:cubicBezTo>
                      <a:pt x="19" y="27"/>
                      <a:pt x="22" y="26"/>
                      <a:pt x="25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31" y="24"/>
                      <a:pt x="33" y="23"/>
                      <a:pt x="32" y="20"/>
                    </a:cubicBezTo>
                    <a:cubicBezTo>
                      <a:pt x="31" y="19"/>
                      <a:pt x="31" y="18"/>
                      <a:pt x="30" y="17"/>
                    </a:cubicBezTo>
                    <a:cubicBezTo>
                      <a:pt x="28" y="17"/>
                      <a:pt x="27" y="17"/>
                      <a:pt x="27" y="17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4" y="19"/>
                      <a:pt x="14" y="19"/>
                    </a:cubicBezTo>
                    <a:cubicBezTo>
                      <a:pt x="14" y="19"/>
                      <a:pt x="14" y="18"/>
                      <a:pt x="15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9" y="15"/>
                      <a:pt x="29" y="14"/>
                    </a:cubicBezTo>
                    <a:cubicBezTo>
                      <a:pt x="30" y="14"/>
                      <a:pt x="30" y="13"/>
                      <a:pt x="30" y="12"/>
                    </a:cubicBezTo>
                    <a:cubicBezTo>
                      <a:pt x="29" y="11"/>
                      <a:pt x="29" y="10"/>
                      <a:pt x="28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8" name="Freeform 114">
                <a:extLst>
                  <a:ext uri="{FF2B5EF4-FFF2-40B4-BE49-F238E27FC236}">
                    <a16:creationId xmlns:a16="http://schemas.microsoft.com/office/drawing/2014/main" id="{0364A77A-A859-4377-8BB2-42528F203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3520"/>
                <a:ext cx="46" cy="69"/>
              </a:xfrm>
              <a:custGeom>
                <a:avLst/>
                <a:gdLst>
                  <a:gd name="T0" fmla="*/ 68 w 34"/>
                  <a:gd name="T1" fmla="*/ 73 h 47"/>
                  <a:gd name="T2" fmla="*/ 104 w 34"/>
                  <a:gd name="T3" fmla="*/ 69 h 47"/>
                  <a:gd name="T4" fmla="*/ 118 w 34"/>
                  <a:gd name="T5" fmla="*/ 69 h 47"/>
                  <a:gd name="T6" fmla="*/ 126 w 34"/>
                  <a:gd name="T7" fmla="*/ 88 h 47"/>
                  <a:gd name="T8" fmla="*/ 114 w 34"/>
                  <a:gd name="T9" fmla="*/ 100 h 47"/>
                  <a:gd name="T10" fmla="*/ 55 w 34"/>
                  <a:gd name="T11" fmla="*/ 120 h 47"/>
                  <a:gd name="T12" fmla="*/ 118 w 34"/>
                  <a:gd name="T13" fmla="*/ 116 h 47"/>
                  <a:gd name="T14" fmla="*/ 135 w 34"/>
                  <a:gd name="T15" fmla="*/ 129 h 47"/>
                  <a:gd name="T16" fmla="*/ 106 w 34"/>
                  <a:gd name="T17" fmla="*/ 161 h 47"/>
                  <a:gd name="T18" fmla="*/ 64 w 34"/>
                  <a:gd name="T19" fmla="*/ 189 h 47"/>
                  <a:gd name="T20" fmla="*/ 106 w 34"/>
                  <a:gd name="T21" fmla="*/ 188 h 47"/>
                  <a:gd name="T22" fmla="*/ 141 w 34"/>
                  <a:gd name="T23" fmla="*/ 170 h 47"/>
                  <a:gd name="T24" fmla="*/ 118 w 34"/>
                  <a:gd name="T25" fmla="*/ 217 h 47"/>
                  <a:gd name="T26" fmla="*/ 100 w 34"/>
                  <a:gd name="T27" fmla="*/ 230 h 47"/>
                  <a:gd name="T28" fmla="*/ 143 w 34"/>
                  <a:gd name="T29" fmla="*/ 230 h 47"/>
                  <a:gd name="T30" fmla="*/ 154 w 34"/>
                  <a:gd name="T31" fmla="*/ 258 h 47"/>
                  <a:gd name="T32" fmla="*/ 131 w 34"/>
                  <a:gd name="T33" fmla="*/ 277 h 47"/>
                  <a:gd name="T34" fmla="*/ 93 w 34"/>
                  <a:gd name="T35" fmla="*/ 291 h 47"/>
                  <a:gd name="T36" fmla="*/ 126 w 34"/>
                  <a:gd name="T37" fmla="*/ 299 h 47"/>
                  <a:gd name="T38" fmla="*/ 143 w 34"/>
                  <a:gd name="T39" fmla="*/ 289 h 47"/>
                  <a:gd name="T40" fmla="*/ 126 w 34"/>
                  <a:gd name="T41" fmla="*/ 317 h 47"/>
                  <a:gd name="T42" fmla="*/ 78 w 34"/>
                  <a:gd name="T43" fmla="*/ 299 h 47"/>
                  <a:gd name="T44" fmla="*/ 114 w 34"/>
                  <a:gd name="T45" fmla="*/ 276 h 47"/>
                  <a:gd name="T46" fmla="*/ 131 w 34"/>
                  <a:gd name="T47" fmla="*/ 250 h 47"/>
                  <a:gd name="T48" fmla="*/ 87 w 34"/>
                  <a:gd name="T49" fmla="*/ 258 h 47"/>
                  <a:gd name="T50" fmla="*/ 64 w 34"/>
                  <a:gd name="T51" fmla="*/ 258 h 47"/>
                  <a:gd name="T52" fmla="*/ 68 w 34"/>
                  <a:gd name="T53" fmla="*/ 230 h 47"/>
                  <a:gd name="T54" fmla="*/ 92 w 34"/>
                  <a:gd name="T55" fmla="*/ 217 h 47"/>
                  <a:gd name="T56" fmla="*/ 87 w 34"/>
                  <a:gd name="T57" fmla="*/ 216 h 47"/>
                  <a:gd name="T58" fmla="*/ 50 w 34"/>
                  <a:gd name="T59" fmla="*/ 216 h 47"/>
                  <a:gd name="T60" fmla="*/ 37 w 34"/>
                  <a:gd name="T61" fmla="*/ 188 h 47"/>
                  <a:gd name="T62" fmla="*/ 50 w 34"/>
                  <a:gd name="T63" fmla="*/ 161 h 47"/>
                  <a:gd name="T64" fmla="*/ 114 w 34"/>
                  <a:gd name="T65" fmla="*/ 147 h 47"/>
                  <a:gd name="T66" fmla="*/ 104 w 34"/>
                  <a:gd name="T67" fmla="*/ 120 h 47"/>
                  <a:gd name="T68" fmla="*/ 58 w 34"/>
                  <a:gd name="T69" fmla="*/ 135 h 47"/>
                  <a:gd name="T70" fmla="*/ 27 w 34"/>
                  <a:gd name="T71" fmla="*/ 135 h 47"/>
                  <a:gd name="T72" fmla="*/ 74 w 34"/>
                  <a:gd name="T73" fmla="*/ 101 h 47"/>
                  <a:gd name="T74" fmla="*/ 87 w 34"/>
                  <a:gd name="T75" fmla="*/ 88 h 47"/>
                  <a:gd name="T76" fmla="*/ 64 w 34"/>
                  <a:gd name="T77" fmla="*/ 88 h 47"/>
                  <a:gd name="T78" fmla="*/ 37 w 34"/>
                  <a:gd name="T79" fmla="*/ 100 h 47"/>
                  <a:gd name="T80" fmla="*/ 1 w 34"/>
                  <a:gd name="T81" fmla="*/ 101 h 47"/>
                  <a:gd name="T82" fmla="*/ 0 w 34"/>
                  <a:gd name="T83" fmla="*/ 100 h 47"/>
                  <a:gd name="T84" fmla="*/ 27 w 34"/>
                  <a:gd name="T85" fmla="*/ 69 h 47"/>
                  <a:gd name="T86" fmla="*/ 50 w 34"/>
                  <a:gd name="T87" fmla="*/ 47 h 47"/>
                  <a:gd name="T88" fmla="*/ 30 w 34"/>
                  <a:gd name="T89" fmla="*/ 47 h 47"/>
                  <a:gd name="T90" fmla="*/ 1 w 34"/>
                  <a:gd name="T91" fmla="*/ 41 h 47"/>
                  <a:gd name="T92" fmla="*/ 41 w 34"/>
                  <a:gd name="T93" fmla="*/ 0 h 47"/>
                  <a:gd name="T94" fmla="*/ 77 w 34"/>
                  <a:gd name="T95" fmla="*/ 1 h 47"/>
                  <a:gd name="T96" fmla="*/ 55 w 34"/>
                  <a:gd name="T97" fmla="*/ 28 h 47"/>
                  <a:gd name="T98" fmla="*/ 74 w 34"/>
                  <a:gd name="T99" fmla="*/ 28 h 47"/>
                  <a:gd name="T100" fmla="*/ 100 w 34"/>
                  <a:gd name="T101" fmla="*/ 28 h 47"/>
                  <a:gd name="T102" fmla="*/ 106 w 34"/>
                  <a:gd name="T103" fmla="*/ 41 h 47"/>
                  <a:gd name="T104" fmla="*/ 77 w 34"/>
                  <a:gd name="T105" fmla="*/ 56 h 47"/>
                  <a:gd name="T106" fmla="*/ 64 w 34"/>
                  <a:gd name="T107" fmla="*/ 60 h 4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4" h="47">
                    <a:moveTo>
                      <a:pt x="14" y="10"/>
                    </a:moveTo>
                    <a:cubicBezTo>
                      <a:pt x="14" y="11"/>
                      <a:pt x="15" y="11"/>
                      <a:pt x="15" y="11"/>
                    </a:cubicBezTo>
                    <a:cubicBezTo>
                      <a:pt x="16" y="11"/>
                      <a:pt x="16" y="11"/>
                      <a:pt x="17" y="11"/>
                    </a:cubicBezTo>
                    <a:cubicBezTo>
                      <a:pt x="18" y="11"/>
                      <a:pt x="22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0"/>
                      <a:pt x="25" y="9"/>
                      <a:pt x="26" y="10"/>
                    </a:cubicBezTo>
                    <a:cubicBezTo>
                      <a:pt x="27" y="10"/>
                      <a:pt x="27" y="10"/>
                      <a:pt x="28" y="11"/>
                    </a:cubicBezTo>
                    <a:cubicBezTo>
                      <a:pt x="28" y="12"/>
                      <a:pt x="28" y="13"/>
                      <a:pt x="28" y="13"/>
                    </a:cubicBezTo>
                    <a:cubicBezTo>
                      <a:pt x="27" y="14"/>
                      <a:pt x="26" y="14"/>
                      <a:pt x="26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7"/>
                      <a:pt x="12" y="17"/>
                      <a:pt x="12" y="18"/>
                    </a:cubicBezTo>
                    <a:cubicBezTo>
                      <a:pt x="13" y="19"/>
                      <a:pt x="14" y="19"/>
                      <a:pt x="15" y="19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7" y="16"/>
                      <a:pt x="28" y="17"/>
                    </a:cubicBezTo>
                    <a:cubicBezTo>
                      <a:pt x="29" y="17"/>
                      <a:pt x="29" y="18"/>
                      <a:pt x="30" y="19"/>
                    </a:cubicBezTo>
                    <a:cubicBezTo>
                      <a:pt x="30" y="21"/>
                      <a:pt x="30" y="23"/>
                      <a:pt x="28" y="23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1" y="24"/>
                      <a:pt x="18" y="25"/>
                      <a:pt x="16" y="25"/>
                    </a:cubicBezTo>
                    <a:cubicBezTo>
                      <a:pt x="13" y="26"/>
                      <a:pt x="13" y="27"/>
                      <a:pt x="14" y="28"/>
                    </a:cubicBezTo>
                    <a:cubicBezTo>
                      <a:pt x="14" y="28"/>
                      <a:pt x="15" y="29"/>
                      <a:pt x="18" y="29"/>
                    </a:cubicBezTo>
                    <a:cubicBezTo>
                      <a:pt x="19" y="28"/>
                      <a:pt x="21" y="28"/>
                      <a:pt x="24" y="27"/>
                    </a:cubicBezTo>
                    <a:cubicBezTo>
                      <a:pt x="26" y="26"/>
                      <a:pt x="29" y="26"/>
                      <a:pt x="30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6"/>
                      <a:pt x="33" y="29"/>
                      <a:pt x="32" y="30"/>
                    </a:cubicBezTo>
                    <a:cubicBezTo>
                      <a:pt x="32" y="30"/>
                      <a:pt x="28" y="31"/>
                      <a:pt x="26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2" y="33"/>
                      <a:pt x="22" y="34"/>
                      <a:pt x="22" y="34"/>
                    </a:cubicBezTo>
                    <a:cubicBezTo>
                      <a:pt x="22" y="35"/>
                      <a:pt x="23" y="35"/>
                      <a:pt x="25" y="35"/>
                    </a:cubicBezTo>
                    <a:cubicBezTo>
                      <a:pt x="27" y="34"/>
                      <a:pt x="30" y="34"/>
                      <a:pt x="32" y="34"/>
                    </a:cubicBezTo>
                    <a:cubicBezTo>
                      <a:pt x="33" y="34"/>
                      <a:pt x="34" y="34"/>
                      <a:pt x="34" y="34"/>
                    </a:cubicBezTo>
                    <a:cubicBezTo>
                      <a:pt x="34" y="35"/>
                      <a:pt x="34" y="36"/>
                      <a:pt x="34" y="38"/>
                    </a:cubicBezTo>
                    <a:cubicBezTo>
                      <a:pt x="34" y="38"/>
                      <a:pt x="34" y="39"/>
                      <a:pt x="34" y="39"/>
                    </a:cubicBezTo>
                    <a:cubicBezTo>
                      <a:pt x="33" y="40"/>
                      <a:pt x="31" y="40"/>
                      <a:pt x="29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5" y="42"/>
                      <a:pt x="22" y="42"/>
                      <a:pt x="21" y="43"/>
                    </a:cubicBezTo>
                    <a:cubicBezTo>
                      <a:pt x="21" y="43"/>
                      <a:pt x="21" y="44"/>
                      <a:pt x="21" y="44"/>
                    </a:cubicBezTo>
                    <a:cubicBezTo>
                      <a:pt x="23" y="46"/>
                      <a:pt x="26" y="44"/>
                      <a:pt x="28" y="44"/>
                    </a:cubicBezTo>
                    <a:cubicBezTo>
                      <a:pt x="29" y="43"/>
                      <a:pt x="30" y="43"/>
                      <a:pt x="32" y="42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1" y="45"/>
                      <a:pt x="30" y="46"/>
                      <a:pt x="28" y="4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4" y="47"/>
                      <a:pt x="20" y="46"/>
                      <a:pt x="18" y="44"/>
                    </a:cubicBezTo>
                    <a:cubicBezTo>
                      <a:pt x="17" y="43"/>
                      <a:pt x="18" y="43"/>
                      <a:pt x="18" y="42"/>
                    </a:cubicBezTo>
                    <a:cubicBezTo>
                      <a:pt x="20" y="41"/>
                      <a:pt x="24" y="41"/>
                      <a:pt x="25" y="40"/>
                    </a:cubicBezTo>
                    <a:cubicBezTo>
                      <a:pt x="27" y="40"/>
                      <a:pt x="29" y="39"/>
                      <a:pt x="30" y="38"/>
                    </a:cubicBezTo>
                    <a:cubicBezTo>
                      <a:pt x="30" y="38"/>
                      <a:pt x="30" y="37"/>
                      <a:pt x="29" y="37"/>
                    </a:cubicBezTo>
                    <a:cubicBezTo>
                      <a:pt x="29" y="36"/>
                      <a:pt x="26" y="36"/>
                      <a:pt x="22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8" y="39"/>
                      <a:pt x="17" y="39"/>
                      <a:pt x="15" y="39"/>
                    </a:cubicBezTo>
                    <a:cubicBezTo>
                      <a:pt x="15" y="39"/>
                      <a:pt x="14" y="38"/>
                      <a:pt x="14" y="38"/>
                    </a:cubicBezTo>
                    <a:cubicBezTo>
                      <a:pt x="13" y="37"/>
                      <a:pt x="13" y="36"/>
                      <a:pt x="13" y="36"/>
                    </a:cubicBezTo>
                    <a:cubicBezTo>
                      <a:pt x="13" y="35"/>
                      <a:pt x="13" y="34"/>
                      <a:pt x="15" y="34"/>
                    </a:cubicBezTo>
                    <a:cubicBezTo>
                      <a:pt x="15" y="34"/>
                      <a:pt x="16" y="34"/>
                      <a:pt x="16" y="34"/>
                    </a:cubicBezTo>
                    <a:cubicBezTo>
                      <a:pt x="18" y="33"/>
                      <a:pt x="20" y="33"/>
                      <a:pt x="20" y="32"/>
                    </a:cubicBezTo>
                    <a:cubicBezTo>
                      <a:pt x="20" y="32"/>
                      <a:pt x="20" y="32"/>
                      <a:pt x="20" y="31"/>
                    </a:cubicBezTo>
                    <a:cubicBezTo>
                      <a:pt x="20" y="31"/>
                      <a:pt x="20" y="31"/>
                      <a:pt x="19" y="31"/>
                    </a:cubicBezTo>
                    <a:cubicBezTo>
                      <a:pt x="18" y="30"/>
                      <a:pt x="14" y="31"/>
                      <a:pt x="14" y="31"/>
                    </a:cubicBezTo>
                    <a:cubicBezTo>
                      <a:pt x="14" y="31"/>
                      <a:pt x="12" y="32"/>
                      <a:pt x="11" y="31"/>
                    </a:cubicBezTo>
                    <a:cubicBezTo>
                      <a:pt x="10" y="31"/>
                      <a:pt x="10" y="30"/>
                      <a:pt x="9" y="30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5"/>
                    </a:cubicBezTo>
                    <a:cubicBezTo>
                      <a:pt x="9" y="24"/>
                      <a:pt x="10" y="24"/>
                      <a:pt x="11" y="24"/>
                    </a:cubicBezTo>
                    <a:cubicBezTo>
                      <a:pt x="18" y="22"/>
                      <a:pt x="23" y="21"/>
                      <a:pt x="24" y="21"/>
                    </a:cubicBezTo>
                    <a:cubicBezTo>
                      <a:pt x="24" y="21"/>
                      <a:pt x="25" y="21"/>
                      <a:pt x="25" y="21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4" y="18"/>
                      <a:pt x="23" y="18"/>
                    </a:cubicBezTo>
                    <a:cubicBezTo>
                      <a:pt x="22" y="19"/>
                      <a:pt x="19" y="19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21"/>
                      <a:pt x="9" y="21"/>
                      <a:pt x="7" y="21"/>
                    </a:cubicBezTo>
                    <a:cubicBezTo>
                      <a:pt x="7" y="21"/>
                      <a:pt x="7" y="20"/>
                      <a:pt x="6" y="20"/>
                    </a:cubicBezTo>
                    <a:cubicBezTo>
                      <a:pt x="6" y="17"/>
                      <a:pt x="11" y="16"/>
                      <a:pt x="12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4"/>
                      <a:pt x="19" y="14"/>
                    </a:cubicBezTo>
                    <a:cubicBezTo>
                      <a:pt x="19" y="14"/>
                      <a:pt x="19" y="13"/>
                      <a:pt x="19" y="13"/>
                    </a:cubicBezTo>
                    <a:cubicBezTo>
                      <a:pt x="19" y="12"/>
                      <a:pt x="17" y="12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13"/>
                      <a:pt x="11" y="13"/>
                      <a:pt x="10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4" y="16"/>
                      <a:pt x="2" y="16"/>
                      <a:pt x="1" y="15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2"/>
                      <a:pt x="3" y="11"/>
                    </a:cubicBezTo>
                    <a:cubicBezTo>
                      <a:pt x="3" y="11"/>
                      <a:pt x="6" y="10"/>
                      <a:pt x="6" y="10"/>
                    </a:cubicBezTo>
                    <a:cubicBezTo>
                      <a:pt x="7" y="10"/>
                      <a:pt x="7" y="10"/>
                      <a:pt x="9" y="10"/>
                    </a:cubicBezTo>
                    <a:cubicBezTo>
                      <a:pt x="10" y="9"/>
                      <a:pt x="12" y="9"/>
                      <a:pt x="11" y="7"/>
                    </a:cubicBezTo>
                    <a:cubicBezTo>
                      <a:pt x="11" y="7"/>
                      <a:pt x="10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7"/>
                      <a:pt x="2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2" y="2"/>
                      <a:pt x="7" y="1"/>
                    </a:cubicBezTo>
                    <a:cubicBezTo>
                      <a:pt x="8" y="1"/>
                      <a:pt x="8" y="0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6" y="1"/>
                      <a:pt x="15" y="2"/>
                      <a:pt x="14" y="2"/>
                    </a:cubicBezTo>
                    <a:cubicBezTo>
                      <a:pt x="12" y="3"/>
                      <a:pt x="11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4" y="4"/>
                      <a:pt x="16" y="4"/>
                    </a:cubicBezTo>
                    <a:cubicBezTo>
                      <a:pt x="18" y="3"/>
                      <a:pt x="19" y="3"/>
                      <a:pt x="20" y="3"/>
                    </a:cubicBezTo>
                    <a:cubicBezTo>
                      <a:pt x="21" y="3"/>
                      <a:pt x="22" y="3"/>
                      <a:pt x="22" y="4"/>
                    </a:cubicBezTo>
                    <a:cubicBezTo>
                      <a:pt x="23" y="4"/>
                      <a:pt x="23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3" y="7"/>
                      <a:pt x="23" y="7"/>
                    </a:cubicBezTo>
                    <a:cubicBezTo>
                      <a:pt x="21" y="7"/>
                      <a:pt x="19" y="8"/>
                      <a:pt x="17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4" y="9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9" name="Freeform 115">
                <a:extLst>
                  <a:ext uri="{FF2B5EF4-FFF2-40B4-BE49-F238E27FC236}">
                    <a16:creationId xmlns:a16="http://schemas.microsoft.com/office/drawing/2014/main" id="{E8BAB388-05CC-431A-BE53-519B3D98E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3432"/>
                <a:ext cx="214" cy="122"/>
              </a:xfrm>
              <a:custGeom>
                <a:avLst/>
                <a:gdLst>
                  <a:gd name="T0" fmla="*/ 766 w 155"/>
                  <a:gd name="T1" fmla="*/ 60 h 83"/>
                  <a:gd name="T2" fmla="*/ 712 w 155"/>
                  <a:gd name="T3" fmla="*/ 28 h 83"/>
                  <a:gd name="T4" fmla="*/ 592 w 155"/>
                  <a:gd name="T5" fmla="*/ 88 h 83"/>
                  <a:gd name="T6" fmla="*/ 352 w 155"/>
                  <a:gd name="T7" fmla="*/ 157 h 83"/>
                  <a:gd name="T8" fmla="*/ 131 w 155"/>
                  <a:gd name="T9" fmla="*/ 340 h 83"/>
                  <a:gd name="T10" fmla="*/ 40 w 155"/>
                  <a:gd name="T11" fmla="*/ 426 h 83"/>
                  <a:gd name="T12" fmla="*/ 109 w 155"/>
                  <a:gd name="T13" fmla="*/ 459 h 83"/>
                  <a:gd name="T14" fmla="*/ 286 w 155"/>
                  <a:gd name="T15" fmla="*/ 238 h 83"/>
                  <a:gd name="T16" fmla="*/ 685 w 155"/>
                  <a:gd name="T17" fmla="*/ 129 h 83"/>
                  <a:gd name="T18" fmla="*/ 766 w 155"/>
                  <a:gd name="T19" fmla="*/ 60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5" h="83">
                    <a:moveTo>
                      <a:pt x="153" y="9"/>
                    </a:moveTo>
                    <a:cubicBezTo>
                      <a:pt x="152" y="2"/>
                      <a:pt x="147" y="0"/>
                      <a:pt x="142" y="4"/>
                    </a:cubicBezTo>
                    <a:cubicBezTo>
                      <a:pt x="136" y="8"/>
                      <a:pt x="131" y="13"/>
                      <a:pt x="118" y="13"/>
                    </a:cubicBezTo>
                    <a:cubicBezTo>
                      <a:pt x="105" y="13"/>
                      <a:pt x="87" y="15"/>
                      <a:pt x="70" y="23"/>
                    </a:cubicBezTo>
                    <a:cubicBezTo>
                      <a:pt x="52" y="30"/>
                      <a:pt x="35" y="42"/>
                      <a:pt x="26" y="50"/>
                    </a:cubicBezTo>
                    <a:cubicBezTo>
                      <a:pt x="18" y="57"/>
                      <a:pt x="12" y="57"/>
                      <a:pt x="8" y="62"/>
                    </a:cubicBezTo>
                    <a:cubicBezTo>
                      <a:pt x="0" y="70"/>
                      <a:pt x="13" y="83"/>
                      <a:pt x="22" y="67"/>
                    </a:cubicBezTo>
                    <a:cubicBezTo>
                      <a:pt x="27" y="58"/>
                      <a:pt x="34" y="47"/>
                      <a:pt x="57" y="35"/>
                    </a:cubicBezTo>
                    <a:cubicBezTo>
                      <a:pt x="80" y="23"/>
                      <a:pt x="125" y="18"/>
                      <a:pt x="136" y="19"/>
                    </a:cubicBezTo>
                    <a:cubicBezTo>
                      <a:pt x="147" y="21"/>
                      <a:pt x="155" y="18"/>
                      <a:pt x="153" y="9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0" name="Freeform 116">
                <a:extLst>
                  <a:ext uri="{FF2B5EF4-FFF2-40B4-BE49-F238E27FC236}">
                    <a16:creationId xmlns:a16="http://schemas.microsoft.com/office/drawing/2014/main" id="{AC427C4B-3E0C-4987-9299-742B05CA8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3466"/>
                <a:ext cx="143" cy="72"/>
              </a:xfrm>
              <a:custGeom>
                <a:avLst/>
                <a:gdLst>
                  <a:gd name="T0" fmla="*/ 485 w 104"/>
                  <a:gd name="T1" fmla="*/ 110 h 49"/>
                  <a:gd name="T2" fmla="*/ 408 w 104"/>
                  <a:gd name="T3" fmla="*/ 19 h 49"/>
                  <a:gd name="T4" fmla="*/ 221 w 104"/>
                  <a:gd name="T5" fmla="*/ 47 h 49"/>
                  <a:gd name="T6" fmla="*/ 26 w 104"/>
                  <a:gd name="T7" fmla="*/ 231 h 49"/>
                  <a:gd name="T8" fmla="*/ 29 w 104"/>
                  <a:gd name="T9" fmla="*/ 336 h 49"/>
                  <a:gd name="T10" fmla="*/ 77 w 104"/>
                  <a:gd name="T11" fmla="*/ 259 h 49"/>
                  <a:gd name="T12" fmla="*/ 248 w 104"/>
                  <a:gd name="T13" fmla="*/ 69 h 49"/>
                  <a:gd name="T14" fmla="*/ 418 w 104"/>
                  <a:gd name="T15" fmla="*/ 88 h 49"/>
                  <a:gd name="T16" fmla="*/ 485 w 104"/>
                  <a:gd name="T17" fmla="*/ 11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49">
                    <a:moveTo>
                      <a:pt x="99" y="16"/>
                    </a:moveTo>
                    <a:cubicBezTo>
                      <a:pt x="104" y="10"/>
                      <a:pt x="96" y="3"/>
                      <a:pt x="83" y="3"/>
                    </a:cubicBezTo>
                    <a:cubicBezTo>
                      <a:pt x="75" y="2"/>
                      <a:pt x="63" y="0"/>
                      <a:pt x="45" y="7"/>
                    </a:cubicBezTo>
                    <a:cubicBezTo>
                      <a:pt x="27" y="14"/>
                      <a:pt x="11" y="26"/>
                      <a:pt x="5" y="34"/>
                    </a:cubicBezTo>
                    <a:cubicBezTo>
                      <a:pt x="1" y="40"/>
                      <a:pt x="0" y="49"/>
                      <a:pt x="6" y="49"/>
                    </a:cubicBezTo>
                    <a:cubicBezTo>
                      <a:pt x="11" y="49"/>
                      <a:pt x="12" y="47"/>
                      <a:pt x="16" y="38"/>
                    </a:cubicBezTo>
                    <a:cubicBezTo>
                      <a:pt x="19" y="30"/>
                      <a:pt x="33" y="17"/>
                      <a:pt x="50" y="10"/>
                    </a:cubicBezTo>
                    <a:cubicBezTo>
                      <a:pt x="67" y="4"/>
                      <a:pt x="81" y="11"/>
                      <a:pt x="85" y="13"/>
                    </a:cubicBezTo>
                    <a:cubicBezTo>
                      <a:pt x="92" y="19"/>
                      <a:pt x="96" y="18"/>
                      <a:pt x="99" y="16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1" name="Freeform 117">
                <a:extLst>
                  <a:ext uri="{FF2B5EF4-FFF2-40B4-BE49-F238E27FC236}">
                    <a16:creationId xmlns:a16="http://schemas.microsoft.com/office/drawing/2014/main" id="{6FD6933B-CC5B-4CB4-A5E4-38B33A5D2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3481"/>
                <a:ext cx="99" cy="60"/>
              </a:xfrm>
              <a:custGeom>
                <a:avLst/>
                <a:gdLst>
                  <a:gd name="T0" fmla="*/ 193 w 72"/>
                  <a:gd name="T1" fmla="*/ 56 h 41"/>
                  <a:gd name="T2" fmla="*/ 76 w 72"/>
                  <a:gd name="T3" fmla="*/ 176 h 41"/>
                  <a:gd name="T4" fmla="*/ 40 w 72"/>
                  <a:gd name="T5" fmla="*/ 277 h 41"/>
                  <a:gd name="T6" fmla="*/ 44 w 72"/>
                  <a:gd name="T7" fmla="*/ 170 h 41"/>
                  <a:gd name="T8" fmla="*/ 132 w 72"/>
                  <a:gd name="T9" fmla="*/ 60 h 41"/>
                  <a:gd name="T10" fmla="*/ 286 w 72"/>
                  <a:gd name="T11" fmla="*/ 13 h 41"/>
                  <a:gd name="T12" fmla="*/ 341 w 72"/>
                  <a:gd name="T13" fmla="*/ 82 h 41"/>
                  <a:gd name="T14" fmla="*/ 193 w 72"/>
                  <a:gd name="T15" fmla="*/ 56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" h="41">
                    <a:moveTo>
                      <a:pt x="39" y="8"/>
                    </a:moveTo>
                    <a:cubicBezTo>
                      <a:pt x="30" y="10"/>
                      <a:pt x="16" y="21"/>
                      <a:pt x="15" y="26"/>
                    </a:cubicBezTo>
                    <a:cubicBezTo>
                      <a:pt x="12" y="34"/>
                      <a:pt x="16" y="41"/>
                      <a:pt x="8" y="41"/>
                    </a:cubicBezTo>
                    <a:cubicBezTo>
                      <a:pt x="0" y="40"/>
                      <a:pt x="7" y="29"/>
                      <a:pt x="9" y="25"/>
                    </a:cubicBezTo>
                    <a:cubicBezTo>
                      <a:pt x="10" y="22"/>
                      <a:pt x="12" y="17"/>
                      <a:pt x="27" y="9"/>
                    </a:cubicBezTo>
                    <a:cubicBezTo>
                      <a:pt x="41" y="0"/>
                      <a:pt x="51" y="2"/>
                      <a:pt x="58" y="2"/>
                    </a:cubicBezTo>
                    <a:cubicBezTo>
                      <a:pt x="65" y="2"/>
                      <a:pt x="72" y="9"/>
                      <a:pt x="69" y="12"/>
                    </a:cubicBezTo>
                    <a:cubicBezTo>
                      <a:pt x="63" y="20"/>
                      <a:pt x="54" y="4"/>
                      <a:pt x="39" y="8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2" name="Freeform 118">
                <a:extLst>
                  <a:ext uri="{FF2B5EF4-FFF2-40B4-BE49-F238E27FC236}">
                    <a16:creationId xmlns:a16="http://schemas.microsoft.com/office/drawing/2014/main" id="{C4ED6409-32E0-49D0-846F-19A348718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3431"/>
                <a:ext cx="70" cy="23"/>
              </a:xfrm>
              <a:custGeom>
                <a:avLst/>
                <a:gdLst>
                  <a:gd name="T0" fmla="*/ 0 w 51"/>
                  <a:gd name="T1" fmla="*/ 86 h 16"/>
                  <a:gd name="T2" fmla="*/ 49 w 51"/>
                  <a:gd name="T3" fmla="*/ 56 h 16"/>
                  <a:gd name="T4" fmla="*/ 181 w 51"/>
                  <a:gd name="T5" fmla="*/ 29 h 16"/>
                  <a:gd name="T6" fmla="*/ 244 w 51"/>
                  <a:gd name="T7" fmla="*/ 29 h 16"/>
                  <a:gd name="T8" fmla="*/ 194 w 51"/>
                  <a:gd name="T9" fmla="*/ 68 h 16"/>
                  <a:gd name="T10" fmla="*/ 65 w 51"/>
                  <a:gd name="T11" fmla="*/ 72 h 16"/>
                  <a:gd name="T12" fmla="*/ 0 w 51"/>
                  <a:gd name="T13" fmla="*/ 8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6">
                    <a:moveTo>
                      <a:pt x="0" y="14"/>
                    </a:moveTo>
                    <a:cubicBezTo>
                      <a:pt x="0" y="12"/>
                      <a:pt x="2" y="11"/>
                      <a:pt x="10" y="9"/>
                    </a:cubicBezTo>
                    <a:cubicBezTo>
                      <a:pt x="22" y="7"/>
                      <a:pt x="29" y="7"/>
                      <a:pt x="37" y="5"/>
                    </a:cubicBezTo>
                    <a:cubicBezTo>
                      <a:pt x="46" y="3"/>
                      <a:pt x="48" y="0"/>
                      <a:pt x="50" y="5"/>
                    </a:cubicBezTo>
                    <a:cubicBezTo>
                      <a:pt x="51" y="7"/>
                      <a:pt x="46" y="10"/>
                      <a:pt x="40" y="11"/>
                    </a:cubicBezTo>
                    <a:cubicBezTo>
                      <a:pt x="33" y="12"/>
                      <a:pt x="21" y="10"/>
                      <a:pt x="13" y="12"/>
                    </a:cubicBezTo>
                    <a:cubicBezTo>
                      <a:pt x="6" y="15"/>
                      <a:pt x="0" y="16"/>
                      <a:pt x="0" y="14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3" name="Freeform 119">
                <a:extLst>
                  <a:ext uri="{FF2B5EF4-FFF2-40B4-BE49-F238E27FC236}">
                    <a16:creationId xmlns:a16="http://schemas.microsoft.com/office/drawing/2014/main" id="{6ABCA1C3-6311-4DC4-B2EA-F540477B6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448"/>
                <a:ext cx="72" cy="47"/>
              </a:xfrm>
              <a:custGeom>
                <a:avLst/>
                <a:gdLst>
                  <a:gd name="T0" fmla="*/ 170 w 52"/>
                  <a:gd name="T1" fmla="*/ 88 h 32"/>
                  <a:gd name="T2" fmla="*/ 264 w 52"/>
                  <a:gd name="T3" fmla="*/ 32 h 32"/>
                  <a:gd name="T4" fmla="*/ 220 w 52"/>
                  <a:gd name="T5" fmla="*/ 32 h 32"/>
                  <a:gd name="T6" fmla="*/ 111 w 52"/>
                  <a:gd name="T7" fmla="*/ 101 h 32"/>
                  <a:gd name="T8" fmla="*/ 26 w 52"/>
                  <a:gd name="T9" fmla="*/ 162 h 32"/>
                  <a:gd name="T10" fmla="*/ 21 w 52"/>
                  <a:gd name="T11" fmla="*/ 217 h 32"/>
                  <a:gd name="T12" fmla="*/ 66 w 52"/>
                  <a:gd name="T13" fmla="*/ 162 h 32"/>
                  <a:gd name="T14" fmla="*/ 170 w 52"/>
                  <a:gd name="T15" fmla="*/ 88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2">
                    <a:moveTo>
                      <a:pt x="33" y="13"/>
                    </a:moveTo>
                    <a:cubicBezTo>
                      <a:pt x="44" y="9"/>
                      <a:pt x="52" y="7"/>
                      <a:pt x="52" y="5"/>
                    </a:cubicBezTo>
                    <a:cubicBezTo>
                      <a:pt x="50" y="0"/>
                      <a:pt x="45" y="3"/>
                      <a:pt x="43" y="5"/>
                    </a:cubicBezTo>
                    <a:cubicBezTo>
                      <a:pt x="40" y="6"/>
                      <a:pt x="29" y="11"/>
                      <a:pt x="22" y="15"/>
                    </a:cubicBezTo>
                    <a:cubicBezTo>
                      <a:pt x="15" y="20"/>
                      <a:pt x="9" y="23"/>
                      <a:pt x="5" y="24"/>
                    </a:cubicBezTo>
                    <a:cubicBezTo>
                      <a:pt x="2" y="26"/>
                      <a:pt x="0" y="32"/>
                      <a:pt x="4" y="32"/>
                    </a:cubicBezTo>
                    <a:cubicBezTo>
                      <a:pt x="7" y="32"/>
                      <a:pt x="9" y="27"/>
                      <a:pt x="13" y="24"/>
                    </a:cubicBezTo>
                    <a:cubicBezTo>
                      <a:pt x="15" y="23"/>
                      <a:pt x="25" y="17"/>
                      <a:pt x="33" y="13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4" name="Freeform 120">
                <a:extLst>
                  <a:ext uri="{FF2B5EF4-FFF2-40B4-BE49-F238E27FC236}">
                    <a16:creationId xmlns:a16="http://schemas.microsoft.com/office/drawing/2014/main" id="{E1037870-3E30-4347-9F66-19B56F2B9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3414"/>
                <a:ext cx="21" cy="21"/>
              </a:xfrm>
              <a:custGeom>
                <a:avLst/>
                <a:gdLst>
                  <a:gd name="T0" fmla="*/ 80 w 15"/>
                  <a:gd name="T1" fmla="*/ 48 h 14"/>
                  <a:gd name="T2" fmla="*/ 29 w 15"/>
                  <a:gd name="T3" fmla="*/ 18 h 14"/>
                  <a:gd name="T4" fmla="*/ 0 w 15"/>
                  <a:gd name="T5" fmla="*/ 62 h 14"/>
                  <a:gd name="T6" fmla="*/ 49 w 15"/>
                  <a:gd name="T7" fmla="*/ 102 h 14"/>
                  <a:gd name="T8" fmla="*/ 80 w 15"/>
                  <a:gd name="T9" fmla="*/ 4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5" y="6"/>
                    </a:moveTo>
                    <a:cubicBezTo>
                      <a:pt x="14" y="1"/>
                      <a:pt x="10" y="0"/>
                      <a:pt x="6" y="2"/>
                    </a:cubicBezTo>
                    <a:cubicBezTo>
                      <a:pt x="3" y="4"/>
                      <a:pt x="0" y="5"/>
                      <a:pt x="0" y="8"/>
                    </a:cubicBezTo>
                    <a:cubicBezTo>
                      <a:pt x="0" y="11"/>
                      <a:pt x="6" y="14"/>
                      <a:pt x="9" y="13"/>
                    </a:cubicBezTo>
                    <a:cubicBezTo>
                      <a:pt x="12" y="12"/>
                      <a:pt x="15" y="9"/>
                      <a:pt x="15" y="6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5" name="Freeform 121">
                <a:extLst>
                  <a:ext uri="{FF2B5EF4-FFF2-40B4-BE49-F238E27FC236}">
                    <a16:creationId xmlns:a16="http://schemas.microsoft.com/office/drawing/2014/main" id="{705A9BCA-1BFC-4485-ADCB-E6492DE2D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3500"/>
                <a:ext cx="11" cy="10"/>
              </a:xfrm>
              <a:custGeom>
                <a:avLst/>
                <a:gdLst>
                  <a:gd name="T0" fmla="*/ 36 w 8"/>
                  <a:gd name="T1" fmla="*/ 13 h 7"/>
                  <a:gd name="T2" fmla="*/ 26 w 8"/>
                  <a:gd name="T3" fmla="*/ 41 h 7"/>
                  <a:gd name="T4" fmla="*/ 1 w 8"/>
                  <a:gd name="T5" fmla="*/ 29 h 7"/>
                  <a:gd name="T6" fmla="*/ 15 w 8"/>
                  <a:gd name="T7" fmla="*/ 0 h 7"/>
                  <a:gd name="T8" fmla="*/ 36 w 8"/>
                  <a:gd name="T9" fmla="*/ 1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7" y="2"/>
                    </a:moveTo>
                    <a:cubicBezTo>
                      <a:pt x="8" y="4"/>
                      <a:pt x="7" y="6"/>
                      <a:pt x="5" y="7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6" name="Freeform 122">
                <a:extLst>
                  <a:ext uri="{FF2B5EF4-FFF2-40B4-BE49-F238E27FC236}">
                    <a16:creationId xmlns:a16="http://schemas.microsoft.com/office/drawing/2014/main" id="{30DF6A0C-B8A6-42D8-A9D0-8D7644AC5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3414"/>
                <a:ext cx="124" cy="69"/>
              </a:xfrm>
              <a:custGeom>
                <a:avLst/>
                <a:gdLst>
                  <a:gd name="T0" fmla="*/ 368 w 90"/>
                  <a:gd name="T1" fmla="*/ 69 h 47"/>
                  <a:gd name="T2" fmla="*/ 431 w 90"/>
                  <a:gd name="T3" fmla="*/ 56 h 47"/>
                  <a:gd name="T4" fmla="*/ 380 w 90"/>
                  <a:gd name="T5" fmla="*/ 107 h 47"/>
                  <a:gd name="T6" fmla="*/ 146 w 90"/>
                  <a:gd name="T7" fmla="*/ 198 h 47"/>
                  <a:gd name="T8" fmla="*/ 69 w 90"/>
                  <a:gd name="T9" fmla="*/ 289 h 47"/>
                  <a:gd name="T10" fmla="*/ 15 w 90"/>
                  <a:gd name="T11" fmla="*/ 291 h 47"/>
                  <a:gd name="T12" fmla="*/ 90 w 90"/>
                  <a:gd name="T13" fmla="*/ 204 h 47"/>
                  <a:gd name="T14" fmla="*/ 200 w 90"/>
                  <a:gd name="T15" fmla="*/ 129 h 47"/>
                  <a:gd name="T16" fmla="*/ 368 w 90"/>
                  <a:gd name="T17" fmla="*/ 69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47">
                    <a:moveTo>
                      <a:pt x="74" y="10"/>
                    </a:moveTo>
                    <a:cubicBezTo>
                      <a:pt x="77" y="9"/>
                      <a:pt x="84" y="0"/>
                      <a:pt x="87" y="8"/>
                    </a:cubicBezTo>
                    <a:cubicBezTo>
                      <a:pt x="90" y="16"/>
                      <a:pt x="81" y="16"/>
                      <a:pt x="76" y="16"/>
                    </a:cubicBezTo>
                    <a:cubicBezTo>
                      <a:pt x="58" y="18"/>
                      <a:pt x="40" y="23"/>
                      <a:pt x="30" y="29"/>
                    </a:cubicBezTo>
                    <a:cubicBezTo>
                      <a:pt x="23" y="33"/>
                      <a:pt x="18" y="38"/>
                      <a:pt x="14" y="42"/>
                    </a:cubicBezTo>
                    <a:cubicBezTo>
                      <a:pt x="11" y="44"/>
                      <a:pt x="5" y="47"/>
                      <a:pt x="3" y="43"/>
                    </a:cubicBezTo>
                    <a:cubicBezTo>
                      <a:pt x="0" y="39"/>
                      <a:pt x="6" y="36"/>
                      <a:pt x="18" y="30"/>
                    </a:cubicBezTo>
                    <a:cubicBezTo>
                      <a:pt x="28" y="25"/>
                      <a:pt x="33" y="22"/>
                      <a:pt x="40" y="19"/>
                    </a:cubicBezTo>
                    <a:cubicBezTo>
                      <a:pt x="49" y="15"/>
                      <a:pt x="69" y="12"/>
                      <a:pt x="74" y="10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7" name="Freeform 123">
                <a:extLst>
                  <a:ext uri="{FF2B5EF4-FFF2-40B4-BE49-F238E27FC236}">
                    <a16:creationId xmlns:a16="http://schemas.microsoft.com/office/drawing/2014/main" id="{64862DA1-CFA6-455A-881B-FDF4E7BB8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3454"/>
                <a:ext cx="1" cy="2"/>
              </a:xfrm>
              <a:custGeom>
                <a:avLst/>
                <a:gdLst>
                  <a:gd name="T0" fmla="*/ 0 w 1"/>
                  <a:gd name="T1" fmla="*/ 32 h 1"/>
                  <a:gd name="T2" fmla="*/ 0 w 1"/>
                  <a:gd name="T3" fmla="*/ 0 h 1"/>
                  <a:gd name="T4" fmla="*/ 0 w 1"/>
                  <a:gd name="T5" fmla="*/ 32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8" name="Freeform 124">
                <a:extLst>
                  <a:ext uri="{FF2B5EF4-FFF2-40B4-BE49-F238E27FC236}">
                    <a16:creationId xmlns:a16="http://schemas.microsoft.com/office/drawing/2014/main" id="{AACC9169-657C-4697-9515-A4927DB2D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3437"/>
                <a:ext cx="201" cy="102"/>
              </a:xfrm>
              <a:custGeom>
                <a:avLst/>
                <a:gdLst>
                  <a:gd name="T0" fmla="*/ 251 w 146"/>
                  <a:gd name="T1" fmla="*/ 204 h 70"/>
                  <a:gd name="T2" fmla="*/ 76 w 146"/>
                  <a:gd name="T3" fmla="*/ 414 h 70"/>
                  <a:gd name="T4" fmla="*/ 29 w 146"/>
                  <a:gd name="T5" fmla="*/ 460 h 70"/>
                  <a:gd name="T6" fmla="*/ 1 w 146"/>
                  <a:gd name="T7" fmla="*/ 442 h 70"/>
                  <a:gd name="T8" fmla="*/ 15 w 146"/>
                  <a:gd name="T9" fmla="*/ 393 h 70"/>
                  <a:gd name="T10" fmla="*/ 44 w 146"/>
                  <a:gd name="T11" fmla="*/ 367 h 70"/>
                  <a:gd name="T12" fmla="*/ 105 w 146"/>
                  <a:gd name="T13" fmla="*/ 316 h 70"/>
                  <a:gd name="T14" fmla="*/ 317 w 146"/>
                  <a:gd name="T15" fmla="*/ 140 h 70"/>
                  <a:gd name="T16" fmla="*/ 553 w 146"/>
                  <a:gd name="T17" fmla="*/ 73 h 70"/>
                  <a:gd name="T18" fmla="*/ 668 w 146"/>
                  <a:gd name="T19" fmla="*/ 28 h 70"/>
                  <a:gd name="T20" fmla="*/ 670 w 146"/>
                  <a:gd name="T21" fmla="*/ 13 h 70"/>
                  <a:gd name="T22" fmla="*/ 708 w 146"/>
                  <a:gd name="T23" fmla="*/ 1 h 70"/>
                  <a:gd name="T24" fmla="*/ 723 w 146"/>
                  <a:gd name="T25" fmla="*/ 41 h 70"/>
                  <a:gd name="T26" fmla="*/ 723 w 146"/>
                  <a:gd name="T27" fmla="*/ 41 h 70"/>
                  <a:gd name="T28" fmla="*/ 719 w 146"/>
                  <a:gd name="T29" fmla="*/ 76 h 70"/>
                  <a:gd name="T30" fmla="*/ 643 w 146"/>
                  <a:gd name="T31" fmla="*/ 99 h 70"/>
                  <a:gd name="T32" fmla="*/ 251 w 146"/>
                  <a:gd name="T33" fmla="*/ 204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70">
                    <a:moveTo>
                      <a:pt x="51" y="31"/>
                    </a:moveTo>
                    <a:cubicBezTo>
                      <a:pt x="28" y="43"/>
                      <a:pt x="21" y="53"/>
                      <a:pt x="15" y="63"/>
                    </a:cubicBezTo>
                    <a:cubicBezTo>
                      <a:pt x="12" y="68"/>
                      <a:pt x="9" y="70"/>
                      <a:pt x="6" y="70"/>
                    </a:cubicBezTo>
                    <a:cubicBezTo>
                      <a:pt x="4" y="70"/>
                      <a:pt x="2" y="69"/>
                      <a:pt x="1" y="67"/>
                    </a:cubicBezTo>
                    <a:cubicBezTo>
                      <a:pt x="0" y="64"/>
                      <a:pt x="1" y="62"/>
                      <a:pt x="3" y="60"/>
                    </a:cubicBezTo>
                    <a:cubicBezTo>
                      <a:pt x="4" y="58"/>
                      <a:pt x="7" y="57"/>
                      <a:pt x="9" y="56"/>
                    </a:cubicBezTo>
                    <a:cubicBezTo>
                      <a:pt x="13" y="54"/>
                      <a:pt x="17" y="52"/>
                      <a:pt x="21" y="48"/>
                    </a:cubicBezTo>
                    <a:cubicBezTo>
                      <a:pt x="28" y="42"/>
                      <a:pt x="46" y="29"/>
                      <a:pt x="64" y="21"/>
                    </a:cubicBezTo>
                    <a:cubicBezTo>
                      <a:pt x="85" y="12"/>
                      <a:pt x="103" y="11"/>
                      <a:pt x="112" y="11"/>
                    </a:cubicBezTo>
                    <a:cubicBezTo>
                      <a:pt x="124" y="11"/>
                      <a:pt x="130" y="7"/>
                      <a:pt x="135" y="4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9" y="1"/>
                      <a:pt x="141" y="0"/>
                      <a:pt x="143" y="1"/>
                    </a:cubicBezTo>
                    <a:cubicBezTo>
                      <a:pt x="144" y="2"/>
                      <a:pt x="145" y="3"/>
                      <a:pt x="146" y="6"/>
                    </a:cubicBezTo>
                    <a:cubicBezTo>
                      <a:pt x="146" y="6"/>
                      <a:pt x="146" y="6"/>
                      <a:pt x="146" y="6"/>
                    </a:cubicBezTo>
                    <a:cubicBezTo>
                      <a:pt x="146" y="9"/>
                      <a:pt x="146" y="11"/>
                      <a:pt x="145" y="12"/>
                    </a:cubicBezTo>
                    <a:cubicBezTo>
                      <a:pt x="142" y="15"/>
                      <a:pt x="137" y="16"/>
                      <a:pt x="130" y="15"/>
                    </a:cubicBezTo>
                    <a:cubicBezTo>
                      <a:pt x="118" y="14"/>
                      <a:pt x="74" y="19"/>
                      <a:pt x="51" y="31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9" name="Freeform 125">
                <a:extLst>
                  <a:ext uri="{FF2B5EF4-FFF2-40B4-BE49-F238E27FC236}">
                    <a16:creationId xmlns:a16="http://schemas.microsoft.com/office/drawing/2014/main" id="{B161097C-39B0-4BFF-B3B3-64E89D86E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470"/>
                <a:ext cx="133" cy="66"/>
              </a:xfrm>
              <a:custGeom>
                <a:avLst/>
                <a:gdLst>
                  <a:gd name="T0" fmla="*/ 420 w 96"/>
                  <a:gd name="T1" fmla="*/ 60 h 45"/>
                  <a:gd name="T2" fmla="*/ 236 w 96"/>
                  <a:gd name="T3" fmla="*/ 41 h 45"/>
                  <a:gd name="T4" fmla="*/ 55 w 96"/>
                  <a:gd name="T5" fmla="*/ 230 h 45"/>
                  <a:gd name="T6" fmla="*/ 55 w 96"/>
                  <a:gd name="T7" fmla="*/ 236 h 45"/>
                  <a:gd name="T8" fmla="*/ 15 w 96"/>
                  <a:gd name="T9" fmla="*/ 299 h 45"/>
                  <a:gd name="T10" fmla="*/ 1 w 96"/>
                  <a:gd name="T11" fmla="*/ 290 h 45"/>
                  <a:gd name="T12" fmla="*/ 15 w 96"/>
                  <a:gd name="T13" fmla="*/ 217 h 45"/>
                  <a:gd name="T14" fmla="*/ 220 w 96"/>
                  <a:gd name="T15" fmla="*/ 32 h 45"/>
                  <a:gd name="T16" fmla="*/ 385 w 96"/>
                  <a:gd name="T17" fmla="*/ 1 h 45"/>
                  <a:gd name="T18" fmla="*/ 409 w 96"/>
                  <a:gd name="T19" fmla="*/ 1 h 45"/>
                  <a:gd name="T20" fmla="*/ 489 w 96"/>
                  <a:gd name="T21" fmla="*/ 56 h 45"/>
                  <a:gd name="T22" fmla="*/ 489 w 96"/>
                  <a:gd name="T23" fmla="*/ 56 h 45"/>
                  <a:gd name="T24" fmla="*/ 488 w 96"/>
                  <a:gd name="T25" fmla="*/ 82 h 45"/>
                  <a:gd name="T26" fmla="*/ 420 w 96"/>
                  <a:gd name="T27" fmla="*/ 60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45">
                    <a:moveTo>
                      <a:pt x="82" y="9"/>
                    </a:moveTo>
                    <a:cubicBezTo>
                      <a:pt x="78" y="6"/>
                      <a:pt x="63" y="0"/>
                      <a:pt x="46" y="6"/>
                    </a:cubicBezTo>
                    <a:cubicBezTo>
                      <a:pt x="29" y="13"/>
                      <a:pt x="15" y="25"/>
                      <a:pt x="11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8" y="43"/>
                      <a:pt x="7" y="45"/>
                      <a:pt x="3" y="44"/>
                    </a:cubicBezTo>
                    <a:cubicBezTo>
                      <a:pt x="2" y="44"/>
                      <a:pt x="1" y="44"/>
                      <a:pt x="1" y="43"/>
                    </a:cubicBezTo>
                    <a:cubicBezTo>
                      <a:pt x="0" y="40"/>
                      <a:pt x="1" y="35"/>
                      <a:pt x="3" y="32"/>
                    </a:cubicBezTo>
                    <a:cubicBezTo>
                      <a:pt x="8" y="24"/>
                      <a:pt x="25" y="12"/>
                      <a:pt x="43" y="5"/>
                    </a:cubicBezTo>
                    <a:cubicBezTo>
                      <a:pt x="58" y="0"/>
                      <a:pt x="68" y="0"/>
                      <a:pt x="76" y="1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89" y="1"/>
                      <a:pt x="94" y="5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6" y="9"/>
                      <a:pt x="96" y="11"/>
                      <a:pt x="95" y="12"/>
                    </a:cubicBezTo>
                    <a:cubicBezTo>
                      <a:pt x="92" y="14"/>
                      <a:pt x="88" y="14"/>
                      <a:pt x="82" y="9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0" name="Freeform 126">
                <a:extLst>
                  <a:ext uri="{FF2B5EF4-FFF2-40B4-BE49-F238E27FC236}">
                    <a16:creationId xmlns:a16="http://schemas.microsoft.com/office/drawing/2014/main" id="{5DBFACFE-E19D-480B-A296-051D8EE80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3435"/>
                <a:ext cx="66" cy="16"/>
              </a:xfrm>
              <a:custGeom>
                <a:avLst/>
                <a:gdLst>
                  <a:gd name="T0" fmla="*/ 50 w 48"/>
                  <a:gd name="T1" fmla="*/ 52 h 11"/>
                  <a:gd name="T2" fmla="*/ 117 w 48"/>
                  <a:gd name="T3" fmla="*/ 41 h 11"/>
                  <a:gd name="T4" fmla="*/ 182 w 48"/>
                  <a:gd name="T5" fmla="*/ 19 h 11"/>
                  <a:gd name="T6" fmla="*/ 208 w 48"/>
                  <a:gd name="T7" fmla="*/ 13 h 11"/>
                  <a:gd name="T8" fmla="*/ 231 w 48"/>
                  <a:gd name="T9" fmla="*/ 1 h 11"/>
                  <a:gd name="T10" fmla="*/ 237 w 48"/>
                  <a:gd name="T11" fmla="*/ 13 h 11"/>
                  <a:gd name="T12" fmla="*/ 231 w 48"/>
                  <a:gd name="T13" fmla="*/ 19 h 11"/>
                  <a:gd name="T14" fmla="*/ 187 w 48"/>
                  <a:gd name="T15" fmla="*/ 47 h 11"/>
                  <a:gd name="T16" fmla="*/ 144 w 48"/>
                  <a:gd name="T17" fmla="*/ 47 h 11"/>
                  <a:gd name="T18" fmla="*/ 61 w 48"/>
                  <a:gd name="T19" fmla="*/ 52 h 11"/>
                  <a:gd name="T20" fmla="*/ 0 w 48"/>
                  <a:gd name="T21" fmla="*/ 70 h 11"/>
                  <a:gd name="T22" fmla="*/ 50 w 48"/>
                  <a:gd name="T23" fmla="*/ 52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11">
                    <a:moveTo>
                      <a:pt x="10" y="8"/>
                    </a:moveTo>
                    <a:cubicBezTo>
                      <a:pt x="15" y="6"/>
                      <a:pt x="20" y="6"/>
                      <a:pt x="24" y="6"/>
                    </a:cubicBezTo>
                    <a:cubicBezTo>
                      <a:pt x="28" y="5"/>
                      <a:pt x="32" y="5"/>
                      <a:pt x="37" y="3"/>
                    </a:cubicBezTo>
                    <a:cubicBezTo>
                      <a:pt x="39" y="3"/>
                      <a:pt x="41" y="2"/>
                      <a:pt x="42" y="2"/>
                    </a:cubicBezTo>
                    <a:cubicBezTo>
                      <a:pt x="44" y="1"/>
                      <a:pt x="46" y="0"/>
                      <a:pt x="47" y="1"/>
                    </a:cubicBezTo>
                    <a:cubicBezTo>
                      <a:pt x="47" y="1"/>
                      <a:pt x="47" y="2"/>
                      <a:pt x="48" y="2"/>
                    </a:cubicBezTo>
                    <a:cubicBezTo>
                      <a:pt x="48" y="2"/>
                      <a:pt x="48" y="2"/>
                      <a:pt x="47" y="3"/>
                    </a:cubicBezTo>
                    <a:cubicBezTo>
                      <a:pt x="47" y="4"/>
                      <a:pt x="43" y="6"/>
                      <a:pt x="38" y="7"/>
                    </a:cubicBezTo>
                    <a:cubicBezTo>
                      <a:pt x="36" y="7"/>
                      <a:pt x="33" y="7"/>
                      <a:pt x="29" y="7"/>
                    </a:cubicBezTo>
                    <a:cubicBezTo>
                      <a:pt x="23" y="7"/>
                      <a:pt x="17" y="7"/>
                      <a:pt x="12" y="8"/>
                    </a:cubicBezTo>
                    <a:cubicBezTo>
                      <a:pt x="4" y="11"/>
                      <a:pt x="1" y="11"/>
                      <a:pt x="0" y="11"/>
                    </a:cubicBezTo>
                    <a:cubicBezTo>
                      <a:pt x="1" y="10"/>
                      <a:pt x="4" y="9"/>
                      <a:pt x="10" y="8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1" name="Freeform 127">
                <a:extLst>
                  <a:ext uri="{FF2B5EF4-FFF2-40B4-BE49-F238E27FC236}">
                    <a16:creationId xmlns:a16="http://schemas.microsoft.com/office/drawing/2014/main" id="{8AB3E803-048D-45F8-914B-FE79D6807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453"/>
                <a:ext cx="64" cy="39"/>
              </a:xfrm>
              <a:custGeom>
                <a:avLst/>
                <a:gdLst>
                  <a:gd name="T0" fmla="*/ 140 w 47"/>
                  <a:gd name="T1" fmla="*/ 56 h 27"/>
                  <a:gd name="T2" fmla="*/ 140 w 47"/>
                  <a:gd name="T3" fmla="*/ 56 h 27"/>
                  <a:gd name="T4" fmla="*/ 41 w 47"/>
                  <a:gd name="T5" fmla="*/ 127 h 27"/>
                  <a:gd name="T6" fmla="*/ 26 w 47"/>
                  <a:gd name="T7" fmla="*/ 155 h 27"/>
                  <a:gd name="T8" fmla="*/ 0 w 47"/>
                  <a:gd name="T9" fmla="*/ 169 h 27"/>
                  <a:gd name="T10" fmla="*/ 0 w 47"/>
                  <a:gd name="T11" fmla="*/ 169 h 27"/>
                  <a:gd name="T12" fmla="*/ 14 w 47"/>
                  <a:gd name="T13" fmla="*/ 144 h 27"/>
                  <a:gd name="T14" fmla="*/ 93 w 47"/>
                  <a:gd name="T15" fmla="*/ 81 h 27"/>
                  <a:gd name="T16" fmla="*/ 181 w 47"/>
                  <a:gd name="T17" fmla="*/ 19 h 27"/>
                  <a:gd name="T18" fmla="*/ 188 w 47"/>
                  <a:gd name="T19" fmla="*/ 19 h 27"/>
                  <a:gd name="T20" fmla="*/ 196 w 47"/>
                  <a:gd name="T21" fmla="*/ 13 h 27"/>
                  <a:gd name="T22" fmla="*/ 219 w 47"/>
                  <a:gd name="T23" fmla="*/ 1 h 27"/>
                  <a:gd name="T24" fmla="*/ 219 w 47"/>
                  <a:gd name="T25" fmla="*/ 13 h 27"/>
                  <a:gd name="T26" fmla="*/ 181 w 47"/>
                  <a:gd name="T27" fmla="*/ 39 h 27"/>
                  <a:gd name="T28" fmla="*/ 140 w 47"/>
                  <a:gd name="T29" fmla="*/ 56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7">
                    <a:moveTo>
                      <a:pt x="30" y="9"/>
                    </a:moveTo>
                    <a:cubicBezTo>
                      <a:pt x="30" y="9"/>
                      <a:pt x="30" y="9"/>
                      <a:pt x="30" y="9"/>
                    </a:cubicBezTo>
                    <a:cubicBezTo>
                      <a:pt x="22" y="13"/>
                      <a:pt x="11" y="19"/>
                      <a:pt x="9" y="20"/>
                    </a:cubicBezTo>
                    <a:cubicBezTo>
                      <a:pt x="7" y="22"/>
                      <a:pt x="6" y="23"/>
                      <a:pt x="5" y="24"/>
                    </a:cubicBezTo>
                    <a:cubicBezTo>
                      <a:pt x="3" y="26"/>
                      <a:pt x="2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1" y="23"/>
                      <a:pt x="3" y="23"/>
                    </a:cubicBezTo>
                    <a:cubicBezTo>
                      <a:pt x="7" y="21"/>
                      <a:pt x="14" y="17"/>
                      <a:pt x="20" y="13"/>
                    </a:cubicBezTo>
                    <a:cubicBezTo>
                      <a:pt x="26" y="9"/>
                      <a:pt x="35" y="5"/>
                      <a:pt x="39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1"/>
                      <a:pt x="45" y="0"/>
                      <a:pt x="47" y="1"/>
                    </a:cubicBezTo>
                    <a:cubicBezTo>
                      <a:pt x="47" y="1"/>
                      <a:pt x="47" y="1"/>
                      <a:pt x="47" y="2"/>
                    </a:cubicBezTo>
                    <a:cubicBezTo>
                      <a:pt x="47" y="3"/>
                      <a:pt x="42" y="4"/>
                      <a:pt x="39" y="6"/>
                    </a:cubicBezTo>
                    <a:cubicBezTo>
                      <a:pt x="36" y="7"/>
                      <a:pt x="33" y="8"/>
                      <a:pt x="30" y="9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2" name="Freeform 128">
                <a:extLst>
                  <a:ext uri="{FF2B5EF4-FFF2-40B4-BE49-F238E27FC236}">
                    <a16:creationId xmlns:a16="http://schemas.microsoft.com/office/drawing/2014/main" id="{36A012AD-BD4E-465E-AB73-6B7FD05A3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3417"/>
                <a:ext cx="18" cy="15"/>
              </a:xfrm>
              <a:custGeom>
                <a:avLst/>
                <a:gdLst>
                  <a:gd name="T0" fmla="*/ 40 w 13"/>
                  <a:gd name="T1" fmla="*/ 72 h 10"/>
                  <a:gd name="T2" fmla="*/ 11 w 13"/>
                  <a:gd name="T3" fmla="*/ 62 h 10"/>
                  <a:gd name="T4" fmla="*/ 0 w 13"/>
                  <a:gd name="T5" fmla="*/ 48 h 10"/>
                  <a:gd name="T6" fmla="*/ 29 w 13"/>
                  <a:gd name="T7" fmla="*/ 12 h 10"/>
                  <a:gd name="T8" fmla="*/ 55 w 13"/>
                  <a:gd name="T9" fmla="*/ 12 h 10"/>
                  <a:gd name="T10" fmla="*/ 64 w 13"/>
                  <a:gd name="T11" fmla="*/ 27 h 10"/>
                  <a:gd name="T12" fmla="*/ 66 w 13"/>
                  <a:gd name="T13" fmla="*/ 32 h 10"/>
                  <a:gd name="T14" fmla="*/ 40 w 13"/>
                  <a:gd name="T15" fmla="*/ 72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8" y="9"/>
                    </a:moveTo>
                    <a:cubicBezTo>
                      <a:pt x="6" y="10"/>
                      <a:pt x="4" y="9"/>
                      <a:pt x="2" y="8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0" y="4"/>
                      <a:pt x="2" y="3"/>
                      <a:pt x="6" y="1"/>
                    </a:cubicBezTo>
                    <a:cubicBezTo>
                      <a:pt x="8" y="1"/>
                      <a:pt x="10" y="0"/>
                      <a:pt x="11" y="1"/>
                    </a:cubicBezTo>
                    <a:cubicBezTo>
                      <a:pt x="11" y="2"/>
                      <a:pt x="12" y="2"/>
                      <a:pt x="12" y="3"/>
                    </a:cubicBezTo>
                    <a:cubicBezTo>
                      <a:pt x="12" y="3"/>
                      <a:pt x="12" y="4"/>
                      <a:pt x="13" y="4"/>
                    </a:cubicBezTo>
                    <a:cubicBezTo>
                      <a:pt x="12" y="7"/>
                      <a:pt x="10" y="9"/>
                      <a:pt x="8" y="9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3" name="Freeform 129">
                <a:extLst>
                  <a:ext uri="{FF2B5EF4-FFF2-40B4-BE49-F238E27FC236}">
                    <a16:creationId xmlns:a16="http://schemas.microsoft.com/office/drawing/2014/main" id="{0B9917AF-CF26-4848-BE2A-153BEE417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3501"/>
                <a:ext cx="5" cy="7"/>
              </a:xfrm>
              <a:custGeom>
                <a:avLst/>
                <a:gdLst>
                  <a:gd name="T0" fmla="*/ 13 w 4"/>
                  <a:gd name="T1" fmla="*/ 11 h 5"/>
                  <a:gd name="T2" fmla="*/ 10 w 4"/>
                  <a:gd name="T3" fmla="*/ 21 h 5"/>
                  <a:gd name="T4" fmla="*/ 0 w 4"/>
                  <a:gd name="T5" fmla="*/ 15 h 5"/>
                  <a:gd name="T6" fmla="*/ 1 w 4"/>
                  <a:gd name="T7" fmla="*/ 1 h 5"/>
                  <a:gd name="T8" fmla="*/ 13 w 4"/>
                  <a:gd name="T9" fmla="*/ 1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4" name="Freeform 130">
                <a:extLst>
                  <a:ext uri="{FF2B5EF4-FFF2-40B4-BE49-F238E27FC236}">
                    <a16:creationId xmlns:a16="http://schemas.microsoft.com/office/drawing/2014/main" id="{33626119-E31C-4389-9065-2DA7E11C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423"/>
                <a:ext cx="114" cy="56"/>
              </a:xfrm>
              <a:custGeom>
                <a:avLst/>
                <a:gdLst>
                  <a:gd name="T0" fmla="*/ 126 w 83"/>
                  <a:gd name="T1" fmla="*/ 150 h 38"/>
                  <a:gd name="T2" fmla="*/ 49 w 83"/>
                  <a:gd name="T3" fmla="*/ 230 h 38"/>
                  <a:gd name="T4" fmla="*/ 41 w 83"/>
                  <a:gd name="T5" fmla="*/ 246 h 38"/>
                  <a:gd name="T6" fmla="*/ 10 w 83"/>
                  <a:gd name="T7" fmla="*/ 265 h 38"/>
                  <a:gd name="T8" fmla="*/ 0 w 83"/>
                  <a:gd name="T9" fmla="*/ 249 h 38"/>
                  <a:gd name="T10" fmla="*/ 0 w 83"/>
                  <a:gd name="T11" fmla="*/ 249 h 38"/>
                  <a:gd name="T12" fmla="*/ 0 w 83"/>
                  <a:gd name="T13" fmla="*/ 246 h 38"/>
                  <a:gd name="T14" fmla="*/ 76 w 83"/>
                  <a:gd name="T15" fmla="*/ 175 h 38"/>
                  <a:gd name="T16" fmla="*/ 132 w 83"/>
                  <a:gd name="T17" fmla="*/ 130 h 38"/>
                  <a:gd name="T18" fmla="*/ 181 w 83"/>
                  <a:gd name="T19" fmla="*/ 100 h 38"/>
                  <a:gd name="T20" fmla="*/ 293 w 83"/>
                  <a:gd name="T21" fmla="*/ 59 h 38"/>
                  <a:gd name="T22" fmla="*/ 349 w 83"/>
                  <a:gd name="T23" fmla="*/ 41 h 38"/>
                  <a:gd name="T24" fmla="*/ 349 w 83"/>
                  <a:gd name="T25" fmla="*/ 41 h 38"/>
                  <a:gd name="T26" fmla="*/ 354 w 83"/>
                  <a:gd name="T27" fmla="*/ 28 h 38"/>
                  <a:gd name="T28" fmla="*/ 390 w 83"/>
                  <a:gd name="T29" fmla="*/ 0 h 38"/>
                  <a:gd name="T30" fmla="*/ 402 w 83"/>
                  <a:gd name="T31" fmla="*/ 13 h 38"/>
                  <a:gd name="T32" fmla="*/ 402 w 83"/>
                  <a:gd name="T33" fmla="*/ 41 h 38"/>
                  <a:gd name="T34" fmla="*/ 353 w 83"/>
                  <a:gd name="T35" fmla="*/ 59 h 38"/>
                  <a:gd name="T36" fmla="*/ 353 w 83"/>
                  <a:gd name="T37" fmla="*/ 59 h 38"/>
                  <a:gd name="T38" fmla="*/ 126 w 83"/>
                  <a:gd name="T39" fmla="*/ 15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3" h="38">
                    <a:moveTo>
                      <a:pt x="26" y="22"/>
                    </a:moveTo>
                    <a:cubicBezTo>
                      <a:pt x="19" y="26"/>
                      <a:pt x="14" y="30"/>
                      <a:pt x="10" y="33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7" y="36"/>
                      <a:pt x="4" y="38"/>
                      <a:pt x="2" y="38"/>
                    </a:cubicBezTo>
                    <a:cubicBezTo>
                      <a:pt x="1" y="37"/>
                      <a:pt x="0" y="37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5"/>
                      <a:pt x="0" y="35"/>
                    </a:cubicBezTo>
                    <a:cubicBezTo>
                      <a:pt x="0" y="32"/>
                      <a:pt x="7" y="29"/>
                      <a:pt x="15" y="25"/>
                    </a:cubicBezTo>
                    <a:cubicBezTo>
                      <a:pt x="20" y="23"/>
                      <a:pt x="24" y="21"/>
                      <a:pt x="27" y="19"/>
                    </a:cubicBezTo>
                    <a:cubicBezTo>
                      <a:pt x="30" y="17"/>
                      <a:pt x="33" y="15"/>
                      <a:pt x="37" y="14"/>
                    </a:cubicBezTo>
                    <a:cubicBezTo>
                      <a:pt x="42" y="11"/>
                      <a:pt x="52" y="9"/>
                      <a:pt x="60" y="8"/>
                    </a:cubicBezTo>
                    <a:cubicBezTo>
                      <a:pt x="65" y="7"/>
                      <a:pt x="69" y="6"/>
                      <a:pt x="71" y="6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2" y="5"/>
                      <a:pt x="72" y="5"/>
                      <a:pt x="73" y="4"/>
                    </a:cubicBezTo>
                    <a:cubicBezTo>
                      <a:pt x="75" y="2"/>
                      <a:pt x="78" y="0"/>
                      <a:pt x="80" y="0"/>
                    </a:cubicBezTo>
                    <a:cubicBezTo>
                      <a:pt x="81" y="0"/>
                      <a:pt x="81" y="1"/>
                      <a:pt x="82" y="2"/>
                    </a:cubicBezTo>
                    <a:cubicBezTo>
                      <a:pt x="83" y="4"/>
                      <a:pt x="83" y="5"/>
                      <a:pt x="82" y="6"/>
                    </a:cubicBezTo>
                    <a:cubicBezTo>
                      <a:pt x="80" y="8"/>
                      <a:pt x="76" y="9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55" y="10"/>
                      <a:pt x="36" y="15"/>
                      <a:pt x="26" y="22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5" name="Freeform 131">
                <a:extLst>
                  <a:ext uri="{FF2B5EF4-FFF2-40B4-BE49-F238E27FC236}">
                    <a16:creationId xmlns:a16="http://schemas.microsoft.com/office/drawing/2014/main" id="{3F484094-A836-4A6C-A6CF-75608F44F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483"/>
                <a:ext cx="88" cy="55"/>
              </a:xfrm>
              <a:custGeom>
                <a:avLst/>
                <a:gdLst>
                  <a:gd name="T0" fmla="*/ 40 w 64"/>
                  <a:gd name="T1" fmla="*/ 177 h 37"/>
                  <a:gd name="T2" fmla="*/ 36 w 64"/>
                  <a:gd name="T3" fmla="*/ 235 h 37"/>
                  <a:gd name="T4" fmla="*/ 29 w 64"/>
                  <a:gd name="T5" fmla="*/ 269 h 37"/>
                  <a:gd name="T6" fmla="*/ 21 w 64"/>
                  <a:gd name="T7" fmla="*/ 269 h 37"/>
                  <a:gd name="T8" fmla="*/ 1 w 64"/>
                  <a:gd name="T9" fmla="*/ 263 h 37"/>
                  <a:gd name="T10" fmla="*/ 26 w 64"/>
                  <a:gd name="T11" fmla="*/ 177 h 37"/>
                  <a:gd name="T12" fmla="*/ 26 w 64"/>
                  <a:gd name="T13" fmla="*/ 168 h 37"/>
                  <a:gd name="T14" fmla="*/ 106 w 64"/>
                  <a:gd name="T15" fmla="*/ 59 h 37"/>
                  <a:gd name="T16" fmla="*/ 250 w 64"/>
                  <a:gd name="T17" fmla="*/ 1 h 37"/>
                  <a:gd name="T18" fmla="*/ 261 w 64"/>
                  <a:gd name="T19" fmla="*/ 1 h 37"/>
                  <a:gd name="T20" fmla="*/ 312 w 64"/>
                  <a:gd name="T21" fmla="*/ 49 h 37"/>
                  <a:gd name="T22" fmla="*/ 312 w 64"/>
                  <a:gd name="T23" fmla="*/ 62 h 37"/>
                  <a:gd name="T24" fmla="*/ 312 w 64"/>
                  <a:gd name="T25" fmla="*/ 62 h 37"/>
                  <a:gd name="T26" fmla="*/ 265 w 64"/>
                  <a:gd name="T27" fmla="*/ 59 h 37"/>
                  <a:gd name="T28" fmla="*/ 161 w 64"/>
                  <a:gd name="T29" fmla="*/ 28 h 37"/>
                  <a:gd name="T30" fmla="*/ 161 w 64"/>
                  <a:gd name="T31" fmla="*/ 28 h 37"/>
                  <a:gd name="T32" fmla="*/ 40 w 64"/>
                  <a:gd name="T33" fmla="*/ 17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37">
                    <a:moveTo>
                      <a:pt x="8" y="24"/>
                    </a:moveTo>
                    <a:cubicBezTo>
                      <a:pt x="7" y="27"/>
                      <a:pt x="7" y="30"/>
                      <a:pt x="7" y="32"/>
                    </a:cubicBezTo>
                    <a:cubicBezTo>
                      <a:pt x="7" y="34"/>
                      <a:pt x="7" y="36"/>
                      <a:pt x="6" y="37"/>
                    </a:cubicBezTo>
                    <a:cubicBezTo>
                      <a:pt x="6" y="37"/>
                      <a:pt x="5" y="37"/>
                      <a:pt x="4" y="37"/>
                    </a:cubicBezTo>
                    <a:cubicBezTo>
                      <a:pt x="2" y="37"/>
                      <a:pt x="1" y="36"/>
                      <a:pt x="1" y="36"/>
                    </a:cubicBezTo>
                    <a:cubicBezTo>
                      <a:pt x="0" y="34"/>
                      <a:pt x="1" y="30"/>
                      <a:pt x="5" y="24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7" y="20"/>
                      <a:pt x="9" y="15"/>
                      <a:pt x="22" y="8"/>
                    </a:cubicBezTo>
                    <a:cubicBezTo>
                      <a:pt x="35" y="0"/>
                      <a:pt x="44" y="1"/>
                      <a:pt x="51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8" y="2"/>
                      <a:pt x="62" y="5"/>
                      <a:pt x="63" y="7"/>
                    </a:cubicBezTo>
                    <a:cubicBezTo>
                      <a:pt x="64" y="8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1" y="12"/>
                      <a:pt x="59" y="11"/>
                      <a:pt x="54" y="8"/>
                    </a:cubicBezTo>
                    <a:cubicBezTo>
                      <a:pt x="49" y="6"/>
                      <a:pt x="42" y="2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25" y="7"/>
                      <a:pt x="10" y="18"/>
                      <a:pt x="8" y="24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6" name="Freeform 132">
                <a:extLst>
                  <a:ext uri="{FF2B5EF4-FFF2-40B4-BE49-F238E27FC236}">
                    <a16:creationId xmlns:a16="http://schemas.microsoft.com/office/drawing/2014/main" id="{F7455CDC-D86E-4C0A-AF98-7AA0CB382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3486"/>
                <a:ext cx="39" cy="15"/>
              </a:xfrm>
              <a:custGeom>
                <a:avLst/>
                <a:gdLst>
                  <a:gd name="T0" fmla="*/ 40 w 29"/>
                  <a:gd name="T1" fmla="*/ 12 h 10"/>
                  <a:gd name="T2" fmla="*/ 0 w 29"/>
                  <a:gd name="T3" fmla="*/ 18 h 10"/>
                  <a:gd name="T4" fmla="*/ 85 w 29"/>
                  <a:gd name="T5" fmla="*/ 48 h 10"/>
                  <a:gd name="T6" fmla="*/ 125 w 29"/>
                  <a:gd name="T7" fmla="*/ 59 h 10"/>
                  <a:gd name="T8" fmla="*/ 125 w 29"/>
                  <a:gd name="T9" fmla="*/ 59 h 10"/>
                  <a:gd name="T10" fmla="*/ 125 w 29"/>
                  <a:gd name="T11" fmla="*/ 41 h 10"/>
                  <a:gd name="T12" fmla="*/ 87 w 29"/>
                  <a:gd name="T13" fmla="*/ 0 h 10"/>
                  <a:gd name="T14" fmla="*/ 87 w 29"/>
                  <a:gd name="T15" fmla="*/ 18 h 10"/>
                  <a:gd name="T16" fmla="*/ 75 w 29"/>
                  <a:gd name="T17" fmla="*/ 18 h 10"/>
                  <a:gd name="T18" fmla="*/ 40 w 29"/>
                  <a:gd name="T19" fmla="*/ 12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0">
                    <a:moveTo>
                      <a:pt x="9" y="1"/>
                    </a:moveTo>
                    <a:cubicBezTo>
                      <a:pt x="7" y="1"/>
                      <a:pt x="3" y="1"/>
                      <a:pt x="0" y="2"/>
                    </a:cubicBezTo>
                    <a:cubicBezTo>
                      <a:pt x="8" y="1"/>
                      <a:pt x="14" y="4"/>
                      <a:pt x="19" y="6"/>
                    </a:cubicBezTo>
                    <a:cubicBezTo>
                      <a:pt x="24" y="9"/>
                      <a:pt x="26" y="10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9" y="6"/>
                      <a:pt x="28" y="5"/>
                    </a:cubicBezTo>
                    <a:cubicBezTo>
                      <a:pt x="27" y="3"/>
                      <a:pt x="24" y="0"/>
                      <a:pt x="20" y="0"/>
                    </a:cubicBezTo>
                    <a:cubicBezTo>
                      <a:pt x="21" y="0"/>
                      <a:pt x="21" y="1"/>
                      <a:pt x="20" y="2"/>
                    </a:cubicBezTo>
                    <a:cubicBezTo>
                      <a:pt x="20" y="3"/>
                      <a:pt x="17" y="2"/>
                      <a:pt x="17" y="2"/>
                    </a:cubicBezTo>
                    <a:cubicBezTo>
                      <a:pt x="15" y="1"/>
                      <a:pt x="11" y="1"/>
                      <a:pt x="9" y="1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7" name="Freeform 133">
                <a:extLst>
                  <a:ext uri="{FF2B5EF4-FFF2-40B4-BE49-F238E27FC236}">
                    <a16:creationId xmlns:a16="http://schemas.microsoft.com/office/drawing/2014/main" id="{40CBA45C-5E6C-416C-AF34-6B8EA0E9E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517"/>
                <a:ext cx="11" cy="21"/>
              </a:xfrm>
              <a:custGeom>
                <a:avLst/>
                <a:gdLst>
                  <a:gd name="T0" fmla="*/ 1 w 8"/>
                  <a:gd name="T1" fmla="*/ 102 h 14"/>
                  <a:gd name="T2" fmla="*/ 21 w 8"/>
                  <a:gd name="T3" fmla="*/ 108 h 14"/>
                  <a:gd name="T4" fmla="*/ 29 w 8"/>
                  <a:gd name="T5" fmla="*/ 108 h 14"/>
                  <a:gd name="T6" fmla="*/ 36 w 8"/>
                  <a:gd name="T7" fmla="*/ 72 h 14"/>
                  <a:gd name="T8" fmla="*/ 40 w 8"/>
                  <a:gd name="T9" fmla="*/ 12 h 14"/>
                  <a:gd name="T10" fmla="*/ 40 w 8"/>
                  <a:gd name="T11" fmla="*/ 0 h 14"/>
                  <a:gd name="T12" fmla="*/ 40 w 8"/>
                  <a:gd name="T13" fmla="*/ 0 h 14"/>
                  <a:gd name="T14" fmla="*/ 29 w 8"/>
                  <a:gd name="T15" fmla="*/ 41 h 14"/>
                  <a:gd name="T16" fmla="*/ 21 w 8"/>
                  <a:gd name="T17" fmla="*/ 62 h 14"/>
                  <a:gd name="T18" fmla="*/ 11 w 8"/>
                  <a:gd name="T19" fmla="*/ 48 h 14"/>
                  <a:gd name="T20" fmla="*/ 1 w 8"/>
                  <a:gd name="T21" fmla="*/ 102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14">
                    <a:moveTo>
                      <a:pt x="1" y="13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7" y="13"/>
                      <a:pt x="7" y="11"/>
                      <a:pt x="7" y="9"/>
                    </a:cubicBezTo>
                    <a:cubicBezTo>
                      <a:pt x="7" y="7"/>
                      <a:pt x="7" y="4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2"/>
                      <a:pt x="7" y="3"/>
                      <a:pt x="6" y="5"/>
                    </a:cubicBezTo>
                    <a:cubicBezTo>
                      <a:pt x="6" y="6"/>
                      <a:pt x="5" y="8"/>
                      <a:pt x="4" y="8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1" y="9"/>
                      <a:pt x="0" y="12"/>
                      <a:pt x="1" y="13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8" name="Freeform 134">
                <a:extLst>
                  <a:ext uri="{FF2B5EF4-FFF2-40B4-BE49-F238E27FC236}">
                    <a16:creationId xmlns:a16="http://schemas.microsoft.com/office/drawing/2014/main" id="{9209406E-581B-4F6E-9BD7-E96FAF6C6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3503"/>
                <a:ext cx="5" cy="5"/>
              </a:xfrm>
              <a:custGeom>
                <a:avLst/>
                <a:gdLst>
                  <a:gd name="T0" fmla="*/ 10 w 4"/>
                  <a:gd name="T1" fmla="*/ 10 h 4"/>
                  <a:gd name="T2" fmla="*/ 13 w 4"/>
                  <a:gd name="T3" fmla="*/ 1 h 4"/>
                  <a:gd name="T4" fmla="*/ 8 w 4"/>
                  <a:gd name="T5" fmla="*/ 0 h 4"/>
                  <a:gd name="T6" fmla="*/ 1 w 4"/>
                  <a:gd name="T7" fmla="*/ 8 h 4"/>
                  <a:gd name="T8" fmla="*/ 0 w 4"/>
                  <a:gd name="T9" fmla="*/ 8 h 4"/>
                  <a:gd name="T10" fmla="*/ 0 w 4"/>
                  <a:gd name="T11" fmla="*/ 8 h 4"/>
                  <a:gd name="T12" fmla="*/ 10 w 4"/>
                  <a:gd name="T13" fmla="*/ 1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4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2" y="4"/>
                      <a:pt x="3" y="3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9" name="Freeform 135">
                <a:extLst>
                  <a:ext uri="{FF2B5EF4-FFF2-40B4-BE49-F238E27FC236}">
                    <a16:creationId xmlns:a16="http://schemas.microsoft.com/office/drawing/2014/main" id="{12A4D3A7-1B88-4D00-AA92-AC1DB4765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470"/>
                <a:ext cx="133" cy="66"/>
              </a:xfrm>
              <a:custGeom>
                <a:avLst/>
                <a:gdLst>
                  <a:gd name="T0" fmla="*/ 1 w 96"/>
                  <a:gd name="T1" fmla="*/ 290 h 45"/>
                  <a:gd name="T2" fmla="*/ 15 w 96"/>
                  <a:gd name="T3" fmla="*/ 299 h 45"/>
                  <a:gd name="T4" fmla="*/ 55 w 96"/>
                  <a:gd name="T5" fmla="*/ 236 h 45"/>
                  <a:gd name="T6" fmla="*/ 55 w 96"/>
                  <a:gd name="T7" fmla="*/ 230 h 45"/>
                  <a:gd name="T8" fmla="*/ 236 w 96"/>
                  <a:gd name="T9" fmla="*/ 41 h 45"/>
                  <a:gd name="T10" fmla="*/ 420 w 96"/>
                  <a:gd name="T11" fmla="*/ 60 h 45"/>
                  <a:gd name="T12" fmla="*/ 488 w 96"/>
                  <a:gd name="T13" fmla="*/ 82 h 45"/>
                  <a:gd name="T14" fmla="*/ 489 w 96"/>
                  <a:gd name="T15" fmla="*/ 56 h 45"/>
                  <a:gd name="T16" fmla="*/ 489 w 96"/>
                  <a:gd name="T17" fmla="*/ 56 h 45"/>
                  <a:gd name="T18" fmla="*/ 449 w 96"/>
                  <a:gd name="T19" fmla="*/ 13 h 45"/>
                  <a:gd name="T20" fmla="*/ 449 w 96"/>
                  <a:gd name="T21" fmla="*/ 13 h 45"/>
                  <a:gd name="T22" fmla="*/ 449 w 96"/>
                  <a:gd name="T23" fmla="*/ 41 h 45"/>
                  <a:gd name="T24" fmla="*/ 423 w 96"/>
                  <a:gd name="T25" fmla="*/ 32 h 45"/>
                  <a:gd name="T26" fmla="*/ 360 w 96"/>
                  <a:gd name="T27" fmla="*/ 13 h 45"/>
                  <a:gd name="T28" fmla="*/ 229 w 96"/>
                  <a:gd name="T29" fmla="*/ 41 h 45"/>
                  <a:gd name="T30" fmla="*/ 93 w 96"/>
                  <a:gd name="T31" fmla="*/ 148 h 45"/>
                  <a:gd name="T32" fmla="*/ 69 w 96"/>
                  <a:gd name="T33" fmla="*/ 176 h 45"/>
                  <a:gd name="T34" fmla="*/ 40 w 96"/>
                  <a:gd name="T35" fmla="*/ 208 h 45"/>
                  <a:gd name="T36" fmla="*/ 21 w 96"/>
                  <a:gd name="T37" fmla="*/ 204 h 45"/>
                  <a:gd name="T38" fmla="*/ 15 w 96"/>
                  <a:gd name="T39" fmla="*/ 217 h 45"/>
                  <a:gd name="T40" fmla="*/ 1 w 96"/>
                  <a:gd name="T41" fmla="*/ 290 h 4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6" h="45">
                    <a:moveTo>
                      <a:pt x="1" y="43"/>
                    </a:moveTo>
                    <a:cubicBezTo>
                      <a:pt x="1" y="44"/>
                      <a:pt x="2" y="44"/>
                      <a:pt x="3" y="44"/>
                    </a:cubicBezTo>
                    <a:cubicBezTo>
                      <a:pt x="7" y="45"/>
                      <a:pt x="8" y="43"/>
                      <a:pt x="11" y="35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5" y="25"/>
                      <a:pt x="29" y="13"/>
                      <a:pt x="46" y="6"/>
                    </a:cubicBezTo>
                    <a:cubicBezTo>
                      <a:pt x="63" y="0"/>
                      <a:pt x="78" y="6"/>
                      <a:pt x="82" y="9"/>
                    </a:cubicBezTo>
                    <a:cubicBezTo>
                      <a:pt x="88" y="14"/>
                      <a:pt x="92" y="14"/>
                      <a:pt x="95" y="12"/>
                    </a:cubicBezTo>
                    <a:cubicBezTo>
                      <a:pt x="96" y="11"/>
                      <a:pt x="96" y="9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5" y="6"/>
                      <a:pt x="92" y="4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89" y="3"/>
                      <a:pt x="89" y="5"/>
                      <a:pt x="88" y="6"/>
                    </a:cubicBezTo>
                    <a:cubicBezTo>
                      <a:pt x="87" y="7"/>
                      <a:pt x="84" y="6"/>
                      <a:pt x="83" y="5"/>
                    </a:cubicBezTo>
                    <a:cubicBezTo>
                      <a:pt x="79" y="4"/>
                      <a:pt x="75" y="2"/>
                      <a:pt x="71" y="2"/>
                    </a:cubicBezTo>
                    <a:cubicBezTo>
                      <a:pt x="62" y="1"/>
                      <a:pt x="53" y="3"/>
                      <a:pt x="45" y="6"/>
                    </a:cubicBezTo>
                    <a:cubicBezTo>
                      <a:pt x="35" y="8"/>
                      <a:pt x="26" y="15"/>
                      <a:pt x="18" y="22"/>
                    </a:cubicBezTo>
                    <a:cubicBezTo>
                      <a:pt x="17" y="23"/>
                      <a:pt x="15" y="24"/>
                      <a:pt x="14" y="26"/>
                    </a:cubicBezTo>
                    <a:cubicBezTo>
                      <a:pt x="12" y="27"/>
                      <a:pt x="10" y="30"/>
                      <a:pt x="8" y="31"/>
                    </a:cubicBezTo>
                    <a:cubicBezTo>
                      <a:pt x="7" y="32"/>
                      <a:pt x="5" y="31"/>
                      <a:pt x="4" y="30"/>
                    </a:cubicBezTo>
                    <a:cubicBezTo>
                      <a:pt x="4" y="31"/>
                      <a:pt x="3" y="32"/>
                      <a:pt x="3" y="32"/>
                    </a:cubicBezTo>
                    <a:cubicBezTo>
                      <a:pt x="1" y="35"/>
                      <a:pt x="0" y="40"/>
                      <a:pt x="1" y="43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0" name="Freeform 136">
                <a:extLst>
                  <a:ext uri="{FF2B5EF4-FFF2-40B4-BE49-F238E27FC236}">
                    <a16:creationId xmlns:a16="http://schemas.microsoft.com/office/drawing/2014/main" id="{8B21A47C-9655-4A4F-A8A5-62BC1E64B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3437"/>
                <a:ext cx="201" cy="102"/>
              </a:xfrm>
              <a:custGeom>
                <a:avLst/>
                <a:gdLst>
                  <a:gd name="T0" fmla="*/ 29 w 146"/>
                  <a:gd name="T1" fmla="*/ 460 h 70"/>
                  <a:gd name="T2" fmla="*/ 76 w 146"/>
                  <a:gd name="T3" fmla="*/ 414 h 70"/>
                  <a:gd name="T4" fmla="*/ 251 w 146"/>
                  <a:gd name="T5" fmla="*/ 204 h 70"/>
                  <a:gd name="T6" fmla="*/ 643 w 146"/>
                  <a:gd name="T7" fmla="*/ 99 h 70"/>
                  <a:gd name="T8" fmla="*/ 719 w 146"/>
                  <a:gd name="T9" fmla="*/ 76 h 70"/>
                  <a:gd name="T10" fmla="*/ 723 w 146"/>
                  <a:gd name="T11" fmla="*/ 41 h 70"/>
                  <a:gd name="T12" fmla="*/ 723 w 146"/>
                  <a:gd name="T13" fmla="*/ 41 h 70"/>
                  <a:gd name="T14" fmla="*/ 708 w 146"/>
                  <a:gd name="T15" fmla="*/ 1 h 70"/>
                  <a:gd name="T16" fmla="*/ 694 w 146"/>
                  <a:gd name="T17" fmla="*/ 1 h 70"/>
                  <a:gd name="T18" fmla="*/ 698 w 146"/>
                  <a:gd name="T19" fmla="*/ 47 h 70"/>
                  <a:gd name="T20" fmla="*/ 646 w 146"/>
                  <a:gd name="T21" fmla="*/ 76 h 70"/>
                  <a:gd name="T22" fmla="*/ 589 w 146"/>
                  <a:gd name="T23" fmla="*/ 76 h 70"/>
                  <a:gd name="T24" fmla="*/ 542 w 146"/>
                  <a:gd name="T25" fmla="*/ 89 h 70"/>
                  <a:gd name="T26" fmla="*/ 392 w 146"/>
                  <a:gd name="T27" fmla="*/ 127 h 70"/>
                  <a:gd name="T28" fmla="*/ 277 w 146"/>
                  <a:gd name="T29" fmla="*/ 176 h 70"/>
                  <a:gd name="T30" fmla="*/ 161 w 146"/>
                  <a:gd name="T31" fmla="*/ 270 h 70"/>
                  <a:gd name="T32" fmla="*/ 102 w 146"/>
                  <a:gd name="T33" fmla="*/ 344 h 70"/>
                  <a:gd name="T34" fmla="*/ 50 w 146"/>
                  <a:gd name="T35" fmla="*/ 421 h 70"/>
                  <a:gd name="T36" fmla="*/ 21 w 146"/>
                  <a:gd name="T37" fmla="*/ 386 h 70"/>
                  <a:gd name="T38" fmla="*/ 15 w 146"/>
                  <a:gd name="T39" fmla="*/ 393 h 70"/>
                  <a:gd name="T40" fmla="*/ 1 w 146"/>
                  <a:gd name="T41" fmla="*/ 442 h 70"/>
                  <a:gd name="T42" fmla="*/ 29 w 146"/>
                  <a:gd name="T43" fmla="*/ 460 h 7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6" h="70">
                    <a:moveTo>
                      <a:pt x="6" y="70"/>
                    </a:moveTo>
                    <a:cubicBezTo>
                      <a:pt x="9" y="70"/>
                      <a:pt x="12" y="68"/>
                      <a:pt x="15" y="63"/>
                    </a:cubicBezTo>
                    <a:cubicBezTo>
                      <a:pt x="21" y="53"/>
                      <a:pt x="28" y="43"/>
                      <a:pt x="51" y="31"/>
                    </a:cubicBezTo>
                    <a:cubicBezTo>
                      <a:pt x="74" y="19"/>
                      <a:pt x="118" y="14"/>
                      <a:pt x="130" y="15"/>
                    </a:cubicBezTo>
                    <a:cubicBezTo>
                      <a:pt x="137" y="16"/>
                      <a:pt x="142" y="15"/>
                      <a:pt x="145" y="12"/>
                    </a:cubicBezTo>
                    <a:cubicBezTo>
                      <a:pt x="146" y="11"/>
                      <a:pt x="146" y="9"/>
                      <a:pt x="146" y="6"/>
                    </a:cubicBezTo>
                    <a:cubicBezTo>
                      <a:pt x="146" y="6"/>
                      <a:pt x="146" y="6"/>
                      <a:pt x="146" y="6"/>
                    </a:cubicBezTo>
                    <a:cubicBezTo>
                      <a:pt x="145" y="3"/>
                      <a:pt x="144" y="2"/>
                      <a:pt x="143" y="1"/>
                    </a:cubicBezTo>
                    <a:cubicBezTo>
                      <a:pt x="142" y="0"/>
                      <a:pt x="141" y="0"/>
                      <a:pt x="140" y="1"/>
                    </a:cubicBezTo>
                    <a:cubicBezTo>
                      <a:pt x="141" y="2"/>
                      <a:pt x="142" y="5"/>
                      <a:pt x="141" y="7"/>
                    </a:cubicBezTo>
                    <a:cubicBezTo>
                      <a:pt x="141" y="11"/>
                      <a:pt x="136" y="11"/>
                      <a:pt x="131" y="12"/>
                    </a:cubicBezTo>
                    <a:cubicBezTo>
                      <a:pt x="127" y="12"/>
                      <a:pt x="123" y="12"/>
                      <a:pt x="119" y="12"/>
                    </a:cubicBezTo>
                    <a:cubicBezTo>
                      <a:pt x="116" y="13"/>
                      <a:pt x="113" y="14"/>
                      <a:pt x="110" y="14"/>
                    </a:cubicBezTo>
                    <a:cubicBezTo>
                      <a:pt x="101" y="15"/>
                      <a:pt x="89" y="17"/>
                      <a:pt x="79" y="19"/>
                    </a:cubicBezTo>
                    <a:cubicBezTo>
                      <a:pt x="71" y="21"/>
                      <a:pt x="63" y="24"/>
                      <a:pt x="56" y="27"/>
                    </a:cubicBezTo>
                    <a:cubicBezTo>
                      <a:pt x="47" y="31"/>
                      <a:pt x="40" y="35"/>
                      <a:pt x="33" y="41"/>
                    </a:cubicBezTo>
                    <a:cubicBezTo>
                      <a:pt x="28" y="45"/>
                      <a:pt x="24" y="49"/>
                      <a:pt x="20" y="52"/>
                    </a:cubicBezTo>
                    <a:cubicBezTo>
                      <a:pt x="16" y="56"/>
                      <a:pt x="15" y="62"/>
                      <a:pt x="10" y="64"/>
                    </a:cubicBezTo>
                    <a:cubicBezTo>
                      <a:pt x="7" y="64"/>
                      <a:pt x="3" y="62"/>
                      <a:pt x="4" y="59"/>
                    </a:cubicBezTo>
                    <a:cubicBezTo>
                      <a:pt x="4" y="59"/>
                      <a:pt x="3" y="59"/>
                      <a:pt x="3" y="60"/>
                    </a:cubicBezTo>
                    <a:cubicBezTo>
                      <a:pt x="1" y="62"/>
                      <a:pt x="0" y="64"/>
                      <a:pt x="1" y="67"/>
                    </a:cubicBezTo>
                    <a:cubicBezTo>
                      <a:pt x="2" y="69"/>
                      <a:pt x="4" y="70"/>
                      <a:pt x="6" y="70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1" name="Freeform 137">
                <a:extLst>
                  <a:ext uri="{FF2B5EF4-FFF2-40B4-BE49-F238E27FC236}">
                    <a16:creationId xmlns:a16="http://schemas.microsoft.com/office/drawing/2014/main" id="{ED0113FC-6C00-4C7B-8246-F1AC17447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3435"/>
                <a:ext cx="14" cy="10"/>
              </a:xfrm>
              <a:custGeom>
                <a:avLst/>
                <a:gdLst>
                  <a:gd name="T0" fmla="*/ 49 w 10"/>
                  <a:gd name="T1" fmla="*/ 19 h 7"/>
                  <a:gd name="T2" fmla="*/ 55 w 10"/>
                  <a:gd name="T3" fmla="*/ 13 h 7"/>
                  <a:gd name="T4" fmla="*/ 49 w 10"/>
                  <a:gd name="T5" fmla="*/ 1 h 7"/>
                  <a:gd name="T6" fmla="*/ 21 w 10"/>
                  <a:gd name="T7" fmla="*/ 13 h 7"/>
                  <a:gd name="T8" fmla="*/ 15 w 10"/>
                  <a:gd name="T9" fmla="*/ 13 h 7"/>
                  <a:gd name="T10" fmla="*/ 21 w 10"/>
                  <a:gd name="T11" fmla="*/ 19 h 7"/>
                  <a:gd name="T12" fmla="*/ 11 w 10"/>
                  <a:gd name="T13" fmla="*/ 39 h 7"/>
                  <a:gd name="T14" fmla="*/ 0 w 10"/>
                  <a:gd name="T15" fmla="*/ 41 h 7"/>
                  <a:gd name="T16" fmla="*/ 0 w 10"/>
                  <a:gd name="T17" fmla="*/ 41 h 7"/>
                  <a:gd name="T18" fmla="*/ 49 w 10"/>
                  <a:gd name="T19" fmla="*/ 19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7">
                    <a:moveTo>
                      <a:pt x="9" y="3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8" y="0"/>
                      <a:pt x="6" y="1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6"/>
                      <a:pt x="9" y="4"/>
                      <a:pt x="9" y="3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2" name="Freeform 138">
                <a:extLst>
                  <a:ext uri="{FF2B5EF4-FFF2-40B4-BE49-F238E27FC236}">
                    <a16:creationId xmlns:a16="http://schemas.microsoft.com/office/drawing/2014/main" id="{00CA1E39-6A84-497F-9F57-4D473E21A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3445"/>
                <a:ext cx="16" cy="6"/>
              </a:xfrm>
              <a:custGeom>
                <a:avLst/>
                <a:gdLst>
                  <a:gd name="T0" fmla="*/ 49 w 12"/>
                  <a:gd name="T1" fmla="*/ 12 h 4"/>
                  <a:gd name="T2" fmla="*/ 48 w 12"/>
                  <a:gd name="T3" fmla="*/ 0 h 4"/>
                  <a:gd name="T4" fmla="*/ 41 w 12"/>
                  <a:gd name="T5" fmla="*/ 12 h 4"/>
                  <a:gd name="T6" fmla="*/ 0 w 12"/>
                  <a:gd name="T7" fmla="*/ 32 h 4"/>
                  <a:gd name="T8" fmla="*/ 49 w 12"/>
                  <a:gd name="T9" fmla="*/ 12 h 4"/>
                  <a:gd name="T10" fmla="*/ 49 w 12"/>
                  <a:gd name="T11" fmla="*/ 12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1"/>
                    </a:move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0" y="1"/>
                      <a:pt x="10" y="1"/>
                    </a:cubicBezTo>
                    <a:cubicBezTo>
                      <a:pt x="4" y="2"/>
                      <a:pt x="1" y="3"/>
                      <a:pt x="0" y="4"/>
                    </a:cubicBezTo>
                    <a:cubicBezTo>
                      <a:pt x="1" y="4"/>
                      <a:pt x="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3" name="Freeform 139">
                <a:extLst>
                  <a:ext uri="{FF2B5EF4-FFF2-40B4-BE49-F238E27FC236}">
                    <a16:creationId xmlns:a16="http://schemas.microsoft.com/office/drawing/2014/main" id="{3F53342F-BC7F-48F1-97C5-1D29F266A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3453"/>
                <a:ext cx="16" cy="10"/>
              </a:xfrm>
              <a:custGeom>
                <a:avLst/>
                <a:gdLst>
                  <a:gd name="T0" fmla="*/ 1 w 12"/>
                  <a:gd name="T1" fmla="*/ 39 h 7"/>
                  <a:gd name="T2" fmla="*/ 0 w 12"/>
                  <a:gd name="T3" fmla="*/ 41 h 7"/>
                  <a:gd name="T4" fmla="*/ 16 w 12"/>
                  <a:gd name="T5" fmla="*/ 39 h 7"/>
                  <a:gd name="T6" fmla="*/ 49 w 12"/>
                  <a:gd name="T7" fmla="*/ 13 h 7"/>
                  <a:gd name="T8" fmla="*/ 49 w 12"/>
                  <a:gd name="T9" fmla="*/ 1 h 7"/>
                  <a:gd name="T10" fmla="*/ 28 w 12"/>
                  <a:gd name="T11" fmla="*/ 13 h 7"/>
                  <a:gd name="T12" fmla="*/ 21 w 12"/>
                  <a:gd name="T13" fmla="*/ 19 h 7"/>
                  <a:gd name="T14" fmla="*/ 16 w 12"/>
                  <a:gd name="T15" fmla="*/ 19 h 7"/>
                  <a:gd name="T16" fmla="*/ 0 w 12"/>
                  <a:gd name="T17" fmla="*/ 29 h 7"/>
                  <a:gd name="T18" fmla="*/ 1 w 12"/>
                  <a:gd name="T19" fmla="*/ 39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7">
                    <a:moveTo>
                      <a:pt x="1" y="6"/>
                    </a:moveTo>
                    <a:cubicBezTo>
                      <a:pt x="1" y="6"/>
                      <a:pt x="1" y="7"/>
                      <a:pt x="0" y="7"/>
                    </a:cubicBezTo>
                    <a:cubicBezTo>
                      <a:pt x="1" y="7"/>
                      <a:pt x="3" y="6"/>
                      <a:pt x="4" y="6"/>
                    </a:cubicBezTo>
                    <a:cubicBezTo>
                      <a:pt x="7" y="4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8" y="1"/>
                      <a:pt x="7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2" y="4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4" name="Freeform 140">
                <a:extLst>
                  <a:ext uri="{FF2B5EF4-FFF2-40B4-BE49-F238E27FC236}">
                    <a16:creationId xmlns:a16="http://schemas.microsoft.com/office/drawing/2014/main" id="{866F074C-2E04-4250-857C-263D51D40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486"/>
                <a:ext cx="6" cy="6"/>
              </a:xfrm>
              <a:custGeom>
                <a:avLst/>
                <a:gdLst>
                  <a:gd name="T0" fmla="*/ 0 w 5"/>
                  <a:gd name="T1" fmla="*/ 32 h 4"/>
                  <a:gd name="T2" fmla="*/ 12 w 5"/>
                  <a:gd name="T3" fmla="*/ 12 h 4"/>
                  <a:gd name="T4" fmla="*/ 12 w 5"/>
                  <a:gd name="T5" fmla="*/ 12 h 4"/>
                  <a:gd name="T6" fmla="*/ 8 w 5"/>
                  <a:gd name="T7" fmla="*/ 0 h 4"/>
                  <a:gd name="T8" fmla="*/ 8 w 5"/>
                  <a:gd name="T9" fmla="*/ 0 h 4"/>
                  <a:gd name="T10" fmla="*/ 0 w 5"/>
                  <a:gd name="T11" fmla="*/ 32 h 4"/>
                  <a:gd name="T12" fmla="*/ 0 w 5"/>
                  <a:gd name="T13" fmla="*/ 3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4"/>
                      <a:pt x="3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5" name="Freeform 141">
                <a:extLst>
                  <a:ext uri="{FF2B5EF4-FFF2-40B4-BE49-F238E27FC236}">
                    <a16:creationId xmlns:a16="http://schemas.microsoft.com/office/drawing/2014/main" id="{6DDF2B15-BCFA-4C2F-B19E-F48E23BE0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3423"/>
                <a:ext cx="44" cy="18"/>
              </a:xfrm>
              <a:custGeom>
                <a:avLst/>
                <a:gdLst>
                  <a:gd name="T0" fmla="*/ 105 w 32"/>
                  <a:gd name="T1" fmla="*/ 62 h 12"/>
                  <a:gd name="T2" fmla="*/ 105 w 32"/>
                  <a:gd name="T3" fmla="*/ 62 h 12"/>
                  <a:gd name="T4" fmla="*/ 153 w 32"/>
                  <a:gd name="T5" fmla="*/ 48 h 12"/>
                  <a:gd name="T6" fmla="*/ 153 w 32"/>
                  <a:gd name="T7" fmla="*/ 18 h 12"/>
                  <a:gd name="T8" fmla="*/ 144 w 32"/>
                  <a:gd name="T9" fmla="*/ 0 h 12"/>
                  <a:gd name="T10" fmla="*/ 122 w 32"/>
                  <a:gd name="T11" fmla="*/ 18 h 12"/>
                  <a:gd name="T12" fmla="*/ 117 w 32"/>
                  <a:gd name="T13" fmla="*/ 41 h 12"/>
                  <a:gd name="T14" fmla="*/ 95 w 32"/>
                  <a:gd name="T15" fmla="*/ 59 h 12"/>
                  <a:gd name="T16" fmla="*/ 50 w 32"/>
                  <a:gd name="T17" fmla="*/ 72 h 12"/>
                  <a:gd name="T18" fmla="*/ 0 w 32"/>
                  <a:gd name="T19" fmla="*/ 93 h 12"/>
                  <a:gd name="T20" fmla="*/ 105 w 32"/>
                  <a:gd name="T21" fmla="*/ 62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2">
                    <a:moveTo>
                      <a:pt x="21" y="8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5" y="9"/>
                      <a:pt x="29" y="8"/>
                      <a:pt x="31" y="6"/>
                    </a:cubicBezTo>
                    <a:cubicBezTo>
                      <a:pt x="32" y="5"/>
                      <a:pt x="32" y="4"/>
                      <a:pt x="31" y="2"/>
                    </a:cubicBezTo>
                    <a:cubicBezTo>
                      <a:pt x="30" y="1"/>
                      <a:pt x="30" y="0"/>
                      <a:pt x="29" y="0"/>
                    </a:cubicBezTo>
                    <a:cubicBezTo>
                      <a:pt x="28" y="0"/>
                      <a:pt x="26" y="1"/>
                      <a:pt x="25" y="2"/>
                    </a:cubicBezTo>
                    <a:cubicBezTo>
                      <a:pt x="25" y="3"/>
                      <a:pt x="25" y="4"/>
                      <a:pt x="24" y="5"/>
                    </a:cubicBezTo>
                    <a:cubicBezTo>
                      <a:pt x="23" y="6"/>
                      <a:pt x="21" y="6"/>
                      <a:pt x="19" y="7"/>
                    </a:cubicBezTo>
                    <a:cubicBezTo>
                      <a:pt x="16" y="7"/>
                      <a:pt x="13" y="8"/>
                      <a:pt x="10" y="9"/>
                    </a:cubicBezTo>
                    <a:cubicBezTo>
                      <a:pt x="7" y="10"/>
                      <a:pt x="3" y="11"/>
                      <a:pt x="0" y="12"/>
                    </a:cubicBezTo>
                    <a:cubicBezTo>
                      <a:pt x="7" y="10"/>
                      <a:pt x="14" y="9"/>
                      <a:pt x="21" y="8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6" name="Freeform 142">
                <a:extLst>
                  <a:ext uri="{FF2B5EF4-FFF2-40B4-BE49-F238E27FC236}">
                    <a16:creationId xmlns:a16="http://schemas.microsoft.com/office/drawing/2014/main" id="{2526C307-9FBE-442D-AC99-5E55CFCAB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457"/>
                <a:ext cx="31" cy="22"/>
              </a:xfrm>
              <a:custGeom>
                <a:avLst/>
                <a:gdLst>
                  <a:gd name="T0" fmla="*/ 0 w 23"/>
                  <a:gd name="T1" fmla="*/ 88 h 15"/>
                  <a:gd name="T2" fmla="*/ 9 w 23"/>
                  <a:gd name="T3" fmla="*/ 101 h 15"/>
                  <a:gd name="T4" fmla="*/ 40 w 23"/>
                  <a:gd name="T5" fmla="*/ 82 h 15"/>
                  <a:gd name="T6" fmla="*/ 43 w 23"/>
                  <a:gd name="T7" fmla="*/ 69 h 15"/>
                  <a:gd name="T8" fmla="*/ 104 w 23"/>
                  <a:gd name="T9" fmla="*/ 0 h 15"/>
                  <a:gd name="T10" fmla="*/ 104 w 23"/>
                  <a:gd name="T11" fmla="*/ 0 h 15"/>
                  <a:gd name="T12" fmla="*/ 49 w 23"/>
                  <a:gd name="T13" fmla="*/ 41 h 15"/>
                  <a:gd name="T14" fmla="*/ 27 w 23"/>
                  <a:gd name="T15" fmla="*/ 56 h 15"/>
                  <a:gd name="T16" fmla="*/ 22 w 23"/>
                  <a:gd name="T17" fmla="*/ 47 h 15"/>
                  <a:gd name="T18" fmla="*/ 0 w 23"/>
                  <a:gd name="T19" fmla="*/ 82 h 15"/>
                  <a:gd name="T20" fmla="*/ 0 w 23"/>
                  <a:gd name="T21" fmla="*/ 88 h 15"/>
                  <a:gd name="T22" fmla="*/ 0 w 23"/>
                  <a:gd name="T23" fmla="*/ 88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0" y="13"/>
                    </a:moveTo>
                    <a:cubicBezTo>
                      <a:pt x="0" y="14"/>
                      <a:pt x="1" y="14"/>
                      <a:pt x="2" y="15"/>
                    </a:cubicBezTo>
                    <a:cubicBezTo>
                      <a:pt x="4" y="15"/>
                      <a:pt x="7" y="13"/>
                      <a:pt x="9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4" y="7"/>
                      <a:pt x="18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0" y="3"/>
                      <a:pt x="15" y="3"/>
                      <a:pt x="11" y="6"/>
                    </a:cubicBezTo>
                    <a:cubicBezTo>
                      <a:pt x="10" y="7"/>
                      <a:pt x="8" y="9"/>
                      <a:pt x="6" y="8"/>
                    </a:cubicBezTo>
                    <a:cubicBezTo>
                      <a:pt x="6" y="8"/>
                      <a:pt x="5" y="8"/>
                      <a:pt x="5" y="7"/>
                    </a:cubicBezTo>
                    <a:cubicBezTo>
                      <a:pt x="2" y="9"/>
                      <a:pt x="0" y="10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7" name="Freeform 143">
                <a:extLst>
                  <a:ext uri="{FF2B5EF4-FFF2-40B4-BE49-F238E27FC236}">
                    <a16:creationId xmlns:a16="http://schemas.microsoft.com/office/drawing/2014/main" id="{F7E39982-24DA-454E-BAB5-CEBE87FD0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3419"/>
                <a:ext cx="15" cy="13"/>
              </a:xfrm>
              <a:custGeom>
                <a:avLst/>
                <a:gdLst>
                  <a:gd name="T0" fmla="*/ 0 w 11"/>
                  <a:gd name="T1" fmla="*/ 42 h 9"/>
                  <a:gd name="T2" fmla="*/ 0 w 11"/>
                  <a:gd name="T3" fmla="*/ 42 h 9"/>
                  <a:gd name="T4" fmla="*/ 27 w 11"/>
                  <a:gd name="T5" fmla="*/ 52 h 9"/>
                  <a:gd name="T6" fmla="*/ 50 w 11"/>
                  <a:gd name="T7" fmla="*/ 19 h 9"/>
                  <a:gd name="T8" fmla="*/ 48 w 11"/>
                  <a:gd name="T9" fmla="*/ 13 h 9"/>
                  <a:gd name="T10" fmla="*/ 41 w 11"/>
                  <a:gd name="T11" fmla="*/ 0 h 9"/>
                  <a:gd name="T12" fmla="*/ 27 w 11"/>
                  <a:gd name="T13" fmla="*/ 0 h 9"/>
                  <a:gd name="T14" fmla="*/ 26 w 11"/>
                  <a:gd name="T15" fmla="*/ 0 h 9"/>
                  <a:gd name="T16" fmla="*/ 27 w 11"/>
                  <a:gd name="T17" fmla="*/ 27 h 9"/>
                  <a:gd name="T18" fmla="*/ 14 w 11"/>
                  <a:gd name="T19" fmla="*/ 39 h 9"/>
                  <a:gd name="T20" fmla="*/ 0 w 11"/>
                  <a:gd name="T21" fmla="*/ 42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10" y="6"/>
                      <a:pt x="11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1"/>
                      <a:pt x="9" y="1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8" y="0"/>
                      <a:pt x="6" y="3"/>
                      <a:pt x="6" y="4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2" y="6"/>
                      <a:pt x="0" y="6"/>
                      <a:pt x="0" y="7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8" name="Freeform 144">
                <a:extLst>
                  <a:ext uri="{FF2B5EF4-FFF2-40B4-BE49-F238E27FC236}">
                    <a16:creationId xmlns:a16="http://schemas.microsoft.com/office/drawing/2014/main" id="{677D4DAB-3192-40BD-8F63-A15F3B2E6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3437"/>
                <a:ext cx="201" cy="102"/>
              </a:xfrm>
              <a:custGeom>
                <a:avLst/>
                <a:gdLst>
                  <a:gd name="T0" fmla="*/ 251 w 146"/>
                  <a:gd name="T1" fmla="*/ 204 h 70"/>
                  <a:gd name="T2" fmla="*/ 76 w 146"/>
                  <a:gd name="T3" fmla="*/ 414 h 70"/>
                  <a:gd name="T4" fmla="*/ 29 w 146"/>
                  <a:gd name="T5" fmla="*/ 460 h 70"/>
                  <a:gd name="T6" fmla="*/ 1 w 146"/>
                  <a:gd name="T7" fmla="*/ 442 h 70"/>
                  <a:gd name="T8" fmla="*/ 15 w 146"/>
                  <a:gd name="T9" fmla="*/ 393 h 70"/>
                  <a:gd name="T10" fmla="*/ 44 w 146"/>
                  <a:gd name="T11" fmla="*/ 367 h 70"/>
                  <a:gd name="T12" fmla="*/ 105 w 146"/>
                  <a:gd name="T13" fmla="*/ 316 h 70"/>
                  <a:gd name="T14" fmla="*/ 317 w 146"/>
                  <a:gd name="T15" fmla="*/ 140 h 70"/>
                  <a:gd name="T16" fmla="*/ 553 w 146"/>
                  <a:gd name="T17" fmla="*/ 73 h 70"/>
                  <a:gd name="T18" fmla="*/ 668 w 146"/>
                  <a:gd name="T19" fmla="*/ 28 h 70"/>
                  <a:gd name="T20" fmla="*/ 670 w 146"/>
                  <a:gd name="T21" fmla="*/ 13 h 70"/>
                  <a:gd name="T22" fmla="*/ 708 w 146"/>
                  <a:gd name="T23" fmla="*/ 1 h 70"/>
                  <a:gd name="T24" fmla="*/ 723 w 146"/>
                  <a:gd name="T25" fmla="*/ 41 h 70"/>
                  <a:gd name="T26" fmla="*/ 723 w 146"/>
                  <a:gd name="T27" fmla="*/ 41 h 70"/>
                  <a:gd name="T28" fmla="*/ 719 w 146"/>
                  <a:gd name="T29" fmla="*/ 76 h 70"/>
                  <a:gd name="T30" fmla="*/ 643 w 146"/>
                  <a:gd name="T31" fmla="*/ 99 h 70"/>
                  <a:gd name="T32" fmla="*/ 251 w 146"/>
                  <a:gd name="T33" fmla="*/ 204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70">
                    <a:moveTo>
                      <a:pt x="51" y="31"/>
                    </a:moveTo>
                    <a:cubicBezTo>
                      <a:pt x="28" y="43"/>
                      <a:pt x="21" y="53"/>
                      <a:pt x="15" y="63"/>
                    </a:cubicBezTo>
                    <a:cubicBezTo>
                      <a:pt x="12" y="68"/>
                      <a:pt x="9" y="70"/>
                      <a:pt x="6" y="70"/>
                    </a:cubicBezTo>
                    <a:cubicBezTo>
                      <a:pt x="4" y="70"/>
                      <a:pt x="2" y="69"/>
                      <a:pt x="1" y="67"/>
                    </a:cubicBezTo>
                    <a:cubicBezTo>
                      <a:pt x="0" y="64"/>
                      <a:pt x="1" y="62"/>
                      <a:pt x="3" y="60"/>
                    </a:cubicBezTo>
                    <a:cubicBezTo>
                      <a:pt x="4" y="58"/>
                      <a:pt x="7" y="57"/>
                      <a:pt x="9" y="56"/>
                    </a:cubicBezTo>
                    <a:cubicBezTo>
                      <a:pt x="13" y="54"/>
                      <a:pt x="17" y="52"/>
                      <a:pt x="21" y="48"/>
                    </a:cubicBezTo>
                    <a:cubicBezTo>
                      <a:pt x="28" y="42"/>
                      <a:pt x="46" y="29"/>
                      <a:pt x="64" y="21"/>
                    </a:cubicBezTo>
                    <a:cubicBezTo>
                      <a:pt x="85" y="12"/>
                      <a:pt x="103" y="11"/>
                      <a:pt x="112" y="11"/>
                    </a:cubicBezTo>
                    <a:cubicBezTo>
                      <a:pt x="124" y="11"/>
                      <a:pt x="130" y="7"/>
                      <a:pt x="135" y="4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9" y="1"/>
                      <a:pt x="141" y="0"/>
                      <a:pt x="143" y="1"/>
                    </a:cubicBezTo>
                    <a:cubicBezTo>
                      <a:pt x="144" y="2"/>
                      <a:pt x="145" y="3"/>
                      <a:pt x="146" y="6"/>
                    </a:cubicBezTo>
                    <a:cubicBezTo>
                      <a:pt x="146" y="6"/>
                      <a:pt x="146" y="6"/>
                      <a:pt x="146" y="6"/>
                    </a:cubicBezTo>
                    <a:cubicBezTo>
                      <a:pt x="146" y="9"/>
                      <a:pt x="146" y="11"/>
                      <a:pt x="145" y="12"/>
                    </a:cubicBezTo>
                    <a:cubicBezTo>
                      <a:pt x="142" y="15"/>
                      <a:pt x="137" y="16"/>
                      <a:pt x="130" y="15"/>
                    </a:cubicBezTo>
                    <a:cubicBezTo>
                      <a:pt x="118" y="14"/>
                      <a:pt x="74" y="19"/>
                      <a:pt x="51" y="3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9" name="Freeform 145">
                <a:extLst>
                  <a:ext uri="{FF2B5EF4-FFF2-40B4-BE49-F238E27FC236}">
                    <a16:creationId xmlns:a16="http://schemas.microsoft.com/office/drawing/2014/main" id="{D0C80CFD-B0C1-4746-B245-B42A450F5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470"/>
                <a:ext cx="133" cy="66"/>
              </a:xfrm>
              <a:custGeom>
                <a:avLst/>
                <a:gdLst>
                  <a:gd name="T0" fmla="*/ 420 w 96"/>
                  <a:gd name="T1" fmla="*/ 60 h 45"/>
                  <a:gd name="T2" fmla="*/ 236 w 96"/>
                  <a:gd name="T3" fmla="*/ 41 h 45"/>
                  <a:gd name="T4" fmla="*/ 55 w 96"/>
                  <a:gd name="T5" fmla="*/ 230 h 45"/>
                  <a:gd name="T6" fmla="*/ 55 w 96"/>
                  <a:gd name="T7" fmla="*/ 236 h 45"/>
                  <a:gd name="T8" fmla="*/ 15 w 96"/>
                  <a:gd name="T9" fmla="*/ 299 h 45"/>
                  <a:gd name="T10" fmla="*/ 1 w 96"/>
                  <a:gd name="T11" fmla="*/ 290 h 45"/>
                  <a:gd name="T12" fmla="*/ 15 w 96"/>
                  <a:gd name="T13" fmla="*/ 217 h 45"/>
                  <a:gd name="T14" fmla="*/ 220 w 96"/>
                  <a:gd name="T15" fmla="*/ 32 h 45"/>
                  <a:gd name="T16" fmla="*/ 385 w 96"/>
                  <a:gd name="T17" fmla="*/ 1 h 45"/>
                  <a:gd name="T18" fmla="*/ 409 w 96"/>
                  <a:gd name="T19" fmla="*/ 1 h 45"/>
                  <a:gd name="T20" fmla="*/ 489 w 96"/>
                  <a:gd name="T21" fmla="*/ 56 h 45"/>
                  <a:gd name="T22" fmla="*/ 489 w 96"/>
                  <a:gd name="T23" fmla="*/ 56 h 45"/>
                  <a:gd name="T24" fmla="*/ 488 w 96"/>
                  <a:gd name="T25" fmla="*/ 82 h 45"/>
                  <a:gd name="T26" fmla="*/ 420 w 96"/>
                  <a:gd name="T27" fmla="*/ 60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45">
                    <a:moveTo>
                      <a:pt x="82" y="9"/>
                    </a:moveTo>
                    <a:cubicBezTo>
                      <a:pt x="78" y="6"/>
                      <a:pt x="63" y="0"/>
                      <a:pt x="46" y="6"/>
                    </a:cubicBezTo>
                    <a:cubicBezTo>
                      <a:pt x="29" y="13"/>
                      <a:pt x="15" y="25"/>
                      <a:pt x="11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8" y="43"/>
                      <a:pt x="7" y="45"/>
                      <a:pt x="3" y="44"/>
                    </a:cubicBezTo>
                    <a:cubicBezTo>
                      <a:pt x="2" y="44"/>
                      <a:pt x="1" y="44"/>
                      <a:pt x="1" y="43"/>
                    </a:cubicBezTo>
                    <a:cubicBezTo>
                      <a:pt x="0" y="40"/>
                      <a:pt x="1" y="35"/>
                      <a:pt x="3" y="32"/>
                    </a:cubicBezTo>
                    <a:cubicBezTo>
                      <a:pt x="8" y="24"/>
                      <a:pt x="25" y="12"/>
                      <a:pt x="43" y="5"/>
                    </a:cubicBezTo>
                    <a:cubicBezTo>
                      <a:pt x="58" y="0"/>
                      <a:pt x="68" y="0"/>
                      <a:pt x="76" y="1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89" y="1"/>
                      <a:pt x="94" y="5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6" y="9"/>
                      <a:pt x="96" y="11"/>
                      <a:pt x="95" y="12"/>
                    </a:cubicBezTo>
                    <a:cubicBezTo>
                      <a:pt x="92" y="14"/>
                      <a:pt x="88" y="14"/>
                      <a:pt x="82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0" name="Freeform 146">
                <a:extLst>
                  <a:ext uri="{FF2B5EF4-FFF2-40B4-BE49-F238E27FC236}">
                    <a16:creationId xmlns:a16="http://schemas.microsoft.com/office/drawing/2014/main" id="{5C907F3B-93FC-42AD-9326-3B6750CAB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483"/>
                <a:ext cx="88" cy="55"/>
              </a:xfrm>
              <a:custGeom>
                <a:avLst/>
                <a:gdLst>
                  <a:gd name="T0" fmla="*/ 40 w 64"/>
                  <a:gd name="T1" fmla="*/ 177 h 37"/>
                  <a:gd name="T2" fmla="*/ 36 w 64"/>
                  <a:gd name="T3" fmla="*/ 235 h 37"/>
                  <a:gd name="T4" fmla="*/ 29 w 64"/>
                  <a:gd name="T5" fmla="*/ 269 h 37"/>
                  <a:gd name="T6" fmla="*/ 21 w 64"/>
                  <a:gd name="T7" fmla="*/ 269 h 37"/>
                  <a:gd name="T8" fmla="*/ 1 w 64"/>
                  <a:gd name="T9" fmla="*/ 263 h 37"/>
                  <a:gd name="T10" fmla="*/ 26 w 64"/>
                  <a:gd name="T11" fmla="*/ 177 h 37"/>
                  <a:gd name="T12" fmla="*/ 26 w 64"/>
                  <a:gd name="T13" fmla="*/ 168 h 37"/>
                  <a:gd name="T14" fmla="*/ 106 w 64"/>
                  <a:gd name="T15" fmla="*/ 59 h 37"/>
                  <a:gd name="T16" fmla="*/ 250 w 64"/>
                  <a:gd name="T17" fmla="*/ 1 h 37"/>
                  <a:gd name="T18" fmla="*/ 261 w 64"/>
                  <a:gd name="T19" fmla="*/ 1 h 37"/>
                  <a:gd name="T20" fmla="*/ 312 w 64"/>
                  <a:gd name="T21" fmla="*/ 49 h 37"/>
                  <a:gd name="T22" fmla="*/ 312 w 64"/>
                  <a:gd name="T23" fmla="*/ 62 h 37"/>
                  <a:gd name="T24" fmla="*/ 312 w 64"/>
                  <a:gd name="T25" fmla="*/ 62 h 37"/>
                  <a:gd name="T26" fmla="*/ 265 w 64"/>
                  <a:gd name="T27" fmla="*/ 59 h 37"/>
                  <a:gd name="T28" fmla="*/ 161 w 64"/>
                  <a:gd name="T29" fmla="*/ 28 h 37"/>
                  <a:gd name="T30" fmla="*/ 161 w 64"/>
                  <a:gd name="T31" fmla="*/ 28 h 37"/>
                  <a:gd name="T32" fmla="*/ 40 w 64"/>
                  <a:gd name="T33" fmla="*/ 17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37">
                    <a:moveTo>
                      <a:pt x="8" y="24"/>
                    </a:moveTo>
                    <a:cubicBezTo>
                      <a:pt x="7" y="27"/>
                      <a:pt x="7" y="30"/>
                      <a:pt x="7" y="32"/>
                    </a:cubicBezTo>
                    <a:cubicBezTo>
                      <a:pt x="7" y="34"/>
                      <a:pt x="7" y="36"/>
                      <a:pt x="6" y="37"/>
                    </a:cubicBezTo>
                    <a:cubicBezTo>
                      <a:pt x="6" y="37"/>
                      <a:pt x="5" y="37"/>
                      <a:pt x="4" y="37"/>
                    </a:cubicBezTo>
                    <a:cubicBezTo>
                      <a:pt x="2" y="37"/>
                      <a:pt x="1" y="36"/>
                      <a:pt x="1" y="36"/>
                    </a:cubicBezTo>
                    <a:cubicBezTo>
                      <a:pt x="0" y="34"/>
                      <a:pt x="1" y="30"/>
                      <a:pt x="5" y="24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7" y="20"/>
                      <a:pt x="9" y="15"/>
                      <a:pt x="22" y="8"/>
                    </a:cubicBezTo>
                    <a:cubicBezTo>
                      <a:pt x="35" y="0"/>
                      <a:pt x="44" y="1"/>
                      <a:pt x="51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8" y="2"/>
                      <a:pt x="62" y="5"/>
                      <a:pt x="63" y="7"/>
                    </a:cubicBezTo>
                    <a:cubicBezTo>
                      <a:pt x="64" y="8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1" y="12"/>
                      <a:pt x="59" y="11"/>
                      <a:pt x="54" y="8"/>
                    </a:cubicBezTo>
                    <a:cubicBezTo>
                      <a:pt x="49" y="6"/>
                      <a:pt x="42" y="2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25" y="7"/>
                      <a:pt x="10" y="18"/>
                      <a:pt x="8" y="24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1" name="Freeform 147">
                <a:extLst>
                  <a:ext uri="{FF2B5EF4-FFF2-40B4-BE49-F238E27FC236}">
                    <a16:creationId xmlns:a16="http://schemas.microsoft.com/office/drawing/2014/main" id="{56EE9EF9-1E8B-4DAB-AD02-22A3E2519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3435"/>
                <a:ext cx="66" cy="16"/>
              </a:xfrm>
              <a:custGeom>
                <a:avLst/>
                <a:gdLst>
                  <a:gd name="T0" fmla="*/ 50 w 48"/>
                  <a:gd name="T1" fmla="*/ 52 h 11"/>
                  <a:gd name="T2" fmla="*/ 117 w 48"/>
                  <a:gd name="T3" fmla="*/ 41 h 11"/>
                  <a:gd name="T4" fmla="*/ 182 w 48"/>
                  <a:gd name="T5" fmla="*/ 19 h 11"/>
                  <a:gd name="T6" fmla="*/ 208 w 48"/>
                  <a:gd name="T7" fmla="*/ 13 h 11"/>
                  <a:gd name="T8" fmla="*/ 231 w 48"/>
                  <a:gd name="T9" fmla="*/ 1 h 11"/>
                  <a:gd name="T10" fmla="*/ 237 w 48"/>
                  <a:gd name="T11" fmla="*/ 13 h 11"/>
                  <a:gd name="T12" fmla="*/ 231 w 48"/>
                  <a:gd name="T13" fmla="*/ 19 h 11"/>
                  <a:gd name="T14" fmla="*/ 187 w 48"/>
                  <a:gd name="T15" fmla="*/ 47 h 11"/>
                  <a:gd name="T16" fmla="*/ 144 w 48"/>
                  <a:gd name="T17" fmla="*/ 47 h 11"/>
                  <a:gd name="T18" fmla="*/ 61 w 48"/>
                  <a:gd name="T19" fmla="*/ 52 h 11"/>
                  <a:gd name="T20" fmla="*/ 0 w 48"/>
                  <a:gd name="T21" fmla="*/ 70 h 11"/>
                  <a:gd name="T22" fmla="*/ 50 w 48"/>
                  <a:gd name="T23" fmla="*/ 52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11">
                    <a:moveTo>
                      <a:pt x="10" y="8"/>
                    </a:moveTo>
                    <a:cubicBezTo>
                      <a:pt x="15" y="6"/>
                      <a:pt x="20" y="6"/>
                      <a:pt x="24" y="6"/>
                    </a:cubicBezTo>
                    <a:cubicBezTo>
                      <a:pt x="28" y="5"/>
                      <a:pt x="32" y="5"/>
                      <a:pt x="37" y="3"/>
                    </a:cubicBezTo>
                    <a:cubicBezTo>
                      <a:pt x="39" y="3"/>
                      <a:pt x="41" y="2"/>
                      <a:pt x="42" y="2"/>
                    </a:cubicBezTo>
                    <a:cubicBezTo>
                      <a:pt x="44" y="1"/>
                      <a:pt x="46" y="0"/>
                      <a:pt x="47" y="1"/>
                    </a:cubicBezTo>
                    <a:cubicBezTo>
                      <a:pt x="47" y="1"/>
                      <a:pt x="47" y="2"/>
                      <a:pt x="48" y="2"/>
                    </a:cubicBezTo>
                    <a:cubicBezTo>
                      <a:pt x="48" y="2"/>
                      <a:pt x="48" y="2"/>
                      <a:pt x="47" y="3"/>
                    </a:cubicBezTo>
                    <a:cubicBezTo>
                      <a:pt x="47" y="4"/>
                      <a:pt x="43" y="6"/>
                      <a:pt x="38" y="7"/>
                    </a:cubicBezTo>
                    <a:cubicBezTo>
                      <a:pt x="36" y="7"/>
                      <a:pt x="33" y="7"/>
                      <a:pt x="29" y="7"/>
                    </a:cubicBezTo>
                    <a:cubicBezTo>
                      <a:pt x="23" y="7"/>
                      <a:pt x="17" y="7"/>
                      <a:pt x="12" y="8"/>
                    </a:cubicBezTo>
                    <a:cubicBezTo>
                      <a:pt x="4" y="11"/>
                      <a:pt x="1" y="11"/>
                      <a:pt x="0" y="11"/>
                    </a:cubicBezTo>
                    <a:cubicBezTo>
                      <a:pt x="1" y="10"/>
                      <a:pt x="4" y="9"/>
                      <a:pt x="10" y="8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2" name="Freeform 148">
                <a:extLst>
                  <a:ext uri="{FF2B5EF4-FFF2-40B4-BE49-F238E27FC236}">
                    <a16:creationId xmlns:a16="http://schemas.microsoft.com/office/drawing/2014/main" id="{4052B278-E860-4455-987C-A4DD0EC37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453"/>
                <a:ext cx="64" cy="39"/>
              </a:xfrm>
              <a:custGeom>
                <a:avLst/>
                <a:gdLst>
                  <a:gd name="T0" fmla="*/ 140 w 47"/>
                  <a:gd name="T1" fmla="*/ 56 h 27"/>
                  <a:gd name="T2" fmla="*/ 140 w 47"/>
                  <a:gd name="T3" fmla="*/ 56 h 27"/>
                  <a:gd name="T4" fmla="*/ 41 w 47"/>
                  <a:gd name="T5" fmla="*/ 127 h 27"/>
                  <a:gd name="T6" fmla="*/ 26 w 47"/>
                  <a:gd name="T7" fmla="*/ 155 h 27"/>
                  <a:gd name="T8" fmla="*/ 0 w 47"/>
                  <a:gd name="T9" fmla="*/ 169 h 27"/>
                  <a:gd name="T10" fmla="*/ 0 w 47"/>
                  <a:gd name="T11" fmla="*/ 169 h 27"/>
                  <a:gd name="T12" fmla="*/ 14 w 47"/>
                  <a:gd name="T13" fmla="*/ 144 h 27"/>
                  <a:gd name="T14" fmla="*/ 93 w 47"/>
                  <a:gd name="T15" fmla="*/ 81 h 27"/>
                  <a:gd name="T16" fmla="*/ 181 w 47"/>
                  <a:gd name="T17" fmla="*/ 19 h 27"/>
                  <a:gd name="T18" fmla="*/ 188 w 47"/>
                  <a:gd name="T19" fmla="*/ 19 h 27"/>
                  <a:gd name="T20" fmla="*/ 196 w 47"/>
                  <a:gd name="T21" fmla="*/ 13 h 27"/>
                  <a:gd name="T22" fmla="*/ 219 w 47"/>
                  <a:gd name="T23" fmla="*/ 1 h 27"/>
                  <a:gd name="T24" fmla="*/ 219 w 47"/>
                  <a:gd name="T25" fmla="*/ 13 h 27"/>
                  <a:gd name="T26" fmla="*/ 181 w 47"/>
                  <a:gd name="T27" fmla="*/ 39 h 27"/>
                  <a:gd name="T28" fmla="*/ 140 w 47"/>
                  <a:gd name="T29" fmla="*/ 56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7">
                    <a:moveTo>
                      <a:pt x="30" y="9"/>
                    </a:moveTo>
                    <a:cubicBezTo>
                      <a:pt x="30" y="9"/>
                      <a:pt x="30" y="9"/>
                      <a:pt x="30" y="9"/>
                    </a:cubicBezTo>
                    <a:cubicBezTo>
                      <a:pt x="22" y="13"/>
                      <a:pt x="11" y="19"/>
                      <a:pt x="9" y="20"/>
                    </a:cubicBezTo>
                    <a:cubicBezTo>
                      <a:pt x="7" y="22"/>
                      <a:pt x="6" y="23"/>
                      <a:pt x="5" y="24"/>
                    </a:cubicBezTo>
                    <a:cubicBezTo>
                      <a:pt x="3" y="26"/>
                      <a:pt x="2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1" y="23"/>
                      <a:pt x="3" y="23"/>
                    </a:cubicBezTo>
                    <a:cubicBezTo>
                      <a:pt x="7" y="21"/>
                      <a:pt x="14" y="17"/>
                      <a:pt x="20" y="13"/>
                    </a:cubicBezTo>
                    <a:cubicBezTo>
                      <a:pt x="26" y="9"/>
                      <a:pt x="35" y="5"/>
                      <a:pt x="39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1"/>
                      <a:pt x="45" y="0"/>
                      <a:pt x="47" y="1"/>
                    </a:cubicBezTo>
                    <a:cubicBezTo>
                      <a:pt x="47" y="1"/>
                      <a:pt x="47" y="1"/>
                      <a:pt x="47" y="2"/>
                    </a:cubicBezTo>
                    <a:cubicBezTo>
                      <a:pt x="47" y="3"/>
                      <a:pt x="42" y="4"/>
                      <a:pt x="39" y="6"/>
                    </a:cubicBezTo>
                    <a:cubicBezTo>
                      <a:pt x="36" y="7"/>
                      <a:pt x="33" y="8"/>
                      <a:pt x="30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3" name="Freeform 149">
                <a:extLst>
                  <a:ext uri="{FF2B5EF4-FFF2-40B4-BE49-F238E27FC236}">
                    <a16:creationId xmlns:a16="http://schemas.microsoft.com/office/drawing/2014/main" id="{A02258C8-701F-4F4A-9848-41E3F6AD9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3417"/>
                <a:ext cx="18" cy="15"/>
              </a:xfrm>
              <a:custGeom>
                <a:avLst/>
                <a:gdLst>
                  <a:gd name="T0" fmla="*/ 40 w 13"/>
                  <a:gd name="T1" fmla="*/ 72 h 10"/>
                  <a:gd name="T2" fmla="*/ 11 w 13"/>
                  <a:gd name="T3" fmla="*/ 62 h 10"/>
                  <a:gd name="T4" fmla="*/ 0 w 13"/>
                  <a:gd name="T5" fmla="*/ 48 h 10"/>
                  <a:gd name="T6" fmla="*/ 29 w 13"/>
                  <a:gd name="T7" fmla="*/ 12 h 10"/>
                  <a:gd name="T8" fmla="*/ 55 w 13"/>
                  <a:gd name="T9" fmla="*/ 12 h 10"/>
                  <a:gd name="T10" fmla="*/ 64 w 13"/>
                  <a:gd name="T11" fmla="*/ 27 h 10"/>
                  <a:gd name="T12" fmla="*/ 66 w 13"/>
                  <a:gd name="T13" fmla="*/ 32 h 10"/>
                  <a:gd name="T14" fmla="*/ 40 w 13"/>
                  <a:gd name="T15" fmla="*/ 72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8" y="9"/>
                    </a:moveTo>
                    <a:cubicBezTo>
                      <a:pt x="6" y="10"/>
                      <a:pt x="4" y="9"/>
                      <a:pt x="2" y="8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0" y="4"/>
                      <a:pt x="2" y="3"/>
                      <a:pt x="6" y="1"/>
                    </a:cubicBezTo>
                    <a:cubicBezTo>
                      <a:pt x="8" y="1"/>
                      <a:pt x="10" y="0"/>
                      <a:pt x="11" y="1"/>
                    </a:cubicBezTo>
                    <a:cubicBezTo>
                      <a:pt x="11" y="2"/>
                      <a:pt x="12" y="2"/>
                      <a:pt x="12" y="3"/>
                    </a:cubicBezTo>
                    <a:cubicBezTo>
                      <a:pt x="12" y="3"/>
                      <a:pt x="12" y="4"/>
                      <a:pt x="13" y="4"/>
                    </a:cubicBezTo>
                    <a:cubicBezTo>
                      <a:pt x="12" y="7"/>
                      <a:pt x="10" y="9"/>
                      <a:pt x="8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4" name="Freeform 150">
                <a:extLst>
                  <a:ext uri="{FF2B5EF4-FFF2-40B4-BE49-F238E27FC236}">
                    <a16:creationId xmlns:a16="http://schemas.microsoft.com/office/drawing/2014/main" id="{FB087EAB-972C-47F6-9624-6698305A3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3501"/>
                <a:ext cx="5" cy="7"/>
              </a:xfrm>
              <a:custGeom>
                <a:avLst/>
                <a:gdLst>
                  <a:gd name="T0" fmla="*/ 13 w 4"/>
                  <a:gd name="T1" fmla="*/ 11 h 5"/>
                  <a:gd name="T2" fmla="*/ 10 w 4"/>
                  <a:gd name="T3" fmla="*/ 21 h 5"/>
                  <a:gd name="T4" fmla="*/ 0 w 4"/>
                  <a:gd name="T5" fmla="*/ 15 h 5"/>
                  <a:gd name="T6" fmla="*/ 1 w 4"/>
                  <a:gd name="T7" fmla="*/ 1 h 5"/>
                  <a:gd name="T8" fmla="*/ 13 w 4"/>
                  <a:gd name="T9" fmla="*/ 1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5" name="Freeform 151">
                <a:extLst>
                  <a:ext uri="{FF2B5EF4-FFF2-40B4-BE49-F238E27FC236}">
                    <a16:creationId xmlns:a16="http://schemas.microsoft.com/office/drawing/2014/main" id="{9E907C40-DEEE-44D1-B9F5-B2337655A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423"/>
                <a:ext cx="114" cy="56"/>
              </a:xfrm>
              <a:custGeom>
                <a:avLst/>
                <a:gdLst>
                  <a:gd name="T0" fmla="*/ 126 w 83"/>
                  <a:gd name="T1" fmla="*/ 150 h 38"/>
                  <a:gd name="T2" fmla="*/ 49 w 83"/>
                  <a:gd name="T3" fmla="*/ 230 h 38"/>
                  <a:gd name="T4" fmla="*/ 41 w 83"/>
                  <a:gd name="T5" fmla="*/ 246 h 38"/>
                  <a:gd name="T6" fmla="*/ 10 w 83"/>
                  <a:gd name="T7" fmla="*/ 265 h 38"/>
                  <a:gd name="T8" fmla="*/ 0 w 83"/>
                  <a:gd name="T9" fmla="*/ 249 h 38"/>
                  <a:gd name="T10" fmla="*/ 0 w 83"/>
                  <a:gd name="T11" fmla="*/ 249 h 38"/>
                  <a:gd name="T12" fmla="*/ 0 w 83"/>
                  <a:gd name="T13" fmla="*/ 246 h 38"/>
                  <a:gd name="T14" fmla="*/ 76 w 83"/>
                  <a:gd name="T15" fmla="*/ 175 h 38"/>
                  <a:gd name="T16" fmla="*/ 132 w 83"/>
                  <a:gd name="T17" fmla="*/ 130 h 38"/>
                  <a:gd name="T18" fmla="*/ 181 w 83"/>
                  <a:gd name="T19" fmla="*/ 100 h 38"/>
                  <a:gd name="T20" fmla="*/ 293 w 83"/>
                  <a:gd name="T21" fmla="*/ 59 h 38"/>
                  <a:gd name="T22" fmla="*/ 349 w 83"/>
                  <a:gd name="T23" fmla="*/ 41 h 38"/>
                  <a:gd name="T24" fmla="*/ 349 w 83"/>
                  <a:gd name="T25" fmla="*/ 41 h 38"/>
                  <a:gd name="T26" fmla="*/ 354 w 83"/>
                  <a:gd name="T27" fmla="*/ 28 h 38"/>
                  <a:gd name="T28" fmla="*/ 390 w 83"/>
                  <a:gd name="T29" fmla="*/ 0 h 38"/>
                  <a:gd name="T30" fmla="*/ 402 w 83"/>
                  <a:gd name="T31" fmla="*/ 13 h 38"/>
                  <a:gd name="T32" fmla="*/ 402 w 83"/>
                  <a:gd name="T33" fmla="*/ 41 h 38"/>
                  <a:gd name="T34" fmla="*/ 353 w 83"/>
                  <a:gd name="T35" fmla="*/ 59 h 38"/>
                  <a:gd name="T36" fmla="*/ 353 w 83"/>
                  <a:gd name="T37" fmla="*/ 59 h 38"/>
                  <a:gd name="T38" fmla="*/ 126 w 83"/>
                  <a:gd name="T39" fmla="*/ 15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3" h="38">
                    <a:moveTo>
                      <a:pt x="26" y="22"/>
                    </a:moveTo>
                    <a:cubicBezTo>
                      <a:pt x="19" y="26"/>
                      <a:pt x="14" y="30"/>
                      <a:pt x="10" y="33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7" y="36"/>
                      <a:pt x="4" y="38"/>
                      <a:pt x="2" y="38"/>
                    </a:cubicBezTo>
                    <a:cubicBezTo>
                      <a:pt x="1" y="37"/>
                      <a:pt x="0" y="37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5"/>
                      <a:pt x="0" y="35"/>
                    </a:cubicBezTo>
                    <a:cubicBezTo>
                      <a:pt x="0" y="32"/>
                      <a:pt x="7" y="29"/>
                      <a:pt x="15" y="25"/>
                    </a:cubicBezTo>
                    <a:cubicBezTo>
                      <a:pt x="20" y="23"/>
                      <a:pt x="24" y="21"/>
                      <a:pt x="27" y="19"/>
                    </a:cubicBezTo>
                    <a:cubicBezTo>
                      <a:pt x="30" y="17"/>
                      <a:pt x="33" y="15"/>
                      <a:pt x="37" y="14"/>
                    </a:cubicBezTo>
                    <a:cubicBezTo>
                      <a:pt x="42" y="11"/>
                      <a:pt x="52" y="9"/>
                      <a:pt x="60" y="8"/>
                    </a:cubicBezTo>
                    <a:cubicBezTo>
                      <a:pt x="65" y="7"/>
                      <a:pt x="69" y="6"/>
                      <a:pt x="71" y="6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2" y="5"/>
                      <a:pt x="72" y="5"/>
                      <a:pt x="73" y="4"/>
                    </a:cubicBezTo>
                    <a:cubicBezTo>
                      <a:pt x="75" y="2"/>
                      <a:pt x="78" y="0"/>
                      <a:pt x="80" y="0"/>
                    </a:cubicBezTo>
                    <a:cubicBezTo>
                      <a:pt x="81" y="0"/>
                      <a:pt x="81" y="1"/>
                      <a:pt x="82" y="2"/>
                    </a:cubicBezTo>
                    <a:cubicBezTo>
                      <a:pt x="83" y="4"/>
                      <a:pt x="83" y="5"/>
                      <a:pt x="82" y="6"/>
                    </a:cubicBezTo>
                    <a:cubicBezTo>
                      <a:pt x="80" y="8"/>
                      <a:pt x="76" y="9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55" y="10"/>
                      <a:pt x="36" y="15"/>
                      <a:pt x="26" y="2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6" name="Freeform 152">
                <a:extLst>
                  <a:ext uri="{FF2B5EF4-FFF2-40B4-BE49-F238E27FC236}">
                    <a16:creationId xmlns:a16="http://schemas.microsoft.com/office/drawing/2014/main" id="{2671D0BA-8FC9-470A-8E01-EA7840CC0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3528"/>
                <a:ext cx="13" cy="13"/>
              </a:xfrm>
              <a:custGeom>
                <a:avLst/>
                <a:gdLst>
                  <a:gd name="T0" fmla="*/ 52 w 9"/>
                  <a:gd name="T1" fmla="*/ 27 h 9"/>
                  <a:gd name="T2" fmla="*/ 39 w 9"/>
                  <a:gd name="T3" fmla="*/ 56 h 9"/>
                  <a:gd name="T4" fmla="*/ 0 w 9"/>
                  <a:gd name="T5" fmla="*/ 39 h 9"/>
                  <a:gd name="T6" fmla="*/ 19 w 9"/>
                  <a:gd name="T7" fmla="*/ 1 h 9"/>
                  <a:gd name="T8" fmla="*/ 52 w 9"/>
                  <a:gd name="T9" fmla="*/ 2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9" y="6"/>
                      <a:pt x="8" y="8"/>
                      <a:pt x="6" y="9"/>
                    </a:cubicBezTo>
                    <a:cubicBezTo>
                      <a:pt x="3" y="9"/>
                      <a:pt x="1" y="8"/>
                      <a:pt x="0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4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7" name="Freeform 153">
                <a:extLst>
                  <a:ext uri="{FF2B5EF4-FFF2-40B4-BE49-F238E27FC236}">
                    <a16:creationId xmlns:a16="http://schemas.microsoft.com/office/drawing/2014/main" id="{342361CA-D5F8-4B6F-9E10-57C978828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530"/>
                <a:ext cx="8" cy="9"/>
              </a:xfrm>
              <a:custGeom>
                <a:avLst/>
                <a:gdLst>
                  <a:gd name="T0" fmla="*/ 27 w 6"/>
                  <a:gd name="T1" fmla="*/ 18 h 6"/>
                  <a:gd name="T2" fmla="*/ 16 w 6"/>
                  <a:gd name="T3" fmla="*/ 48 h 6"/>
                  <a:gd name="T4" fmla="*/ 1 w 6"/>
                  <a:gd name="T5" fmla="*/ 32 h 6"/>
                  <a:gd name="T6" fmla="*/ 9 w 6"/>
                  <a:gd name="T7" fmla="*/ 0 h 6"/>
                  <a:gd name="T8" fmla="*/ 27 w 6"/>
                  <a:gd name="T9" fmla="*/ 1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3"/>
                      <a:pt x="6" y="5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8" name="Freeform 154">
                <a:extLst>
                  <a:ext uri="{FF2B5EF4-FFF2-40B4-BE49-F238E27FC236}">
                    <a16:creationId xmlns:a16="http://schemas.microsoft.com/office/drawing/2014/main" id="{5033B2EC-1C8F-4DE1-B452-DD96DF931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532"/>
                <a:ext cx="8" cy="7"/>
              </a:xfrm>
              <a:custGeom>
                <a:avLst/>
                <a:gdLst>
                  <a:gd name="T0" fmla="*/ 0 w 6"/>
                  <a:gd name="T1" fmla="*/ 11 h 5"/>
                  <a:gd name="T2" fmla="*/ 1 w 6"/>
                  <a:gd name="T3" fmla="*/ 15 h 5"/>
                  <a:gd name="T4" fmla="*/ 16 w 6"/>
                  <a:gd name="T5" fmla="*/ 28 h 5"/>
                  <a:gd name="T6" fmla="*/ 27 w 6"/>
                  <a:gd name="T7" fmla="*/ 1 h 5"/>
                  <a:gd name="T8" fmla="*/ 21 w 6"/>
                  <a:gd name="T9" fmla="*/ 0 h 5"/>
                  <a:gd name="T10" fmla="*/ 16 w 6"/>
                  <a:gd name="T11" fmla="*/ 11 h 5"/>
                  <a:gd name="T12" fmla="*/ 0 w 6"/>
                  <a:gd name="T13" fmla="*/ 1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9" name="Freeform 155">
                <a:extLst>
                  <a:ext uri="{FF2B5EF4-FFF2-40B4-BE49-F238E27FC236}">
                    <a16:creationId xmlns:a16="http://schemas.microsoft.com/office/drawing/2014/main" id="{4A263EC9-0E5F-42DA-81BF-B77152600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530"/>
                <a:ext cx="8" cy="9"/>
              </a:xfrm>
              <a:custGeom>
                <a:avLst/>
                <a:gdLst>
                  <a:gd name="T0" fmla="*/ 27 w 6"/>
                  <a:gd name="T1" fmla="*/ 18 h 6"/>
                  <a:gd name="T2" fmla="*/ 16 w 6"/>
                  <a:gd name="T3" fmla="*/ 48 h 6"/>
                  <a:gd name="T4" fmla="*/ 1 w 6"/>
                  <a:gd name="T5" fmla="*/ 32 h 6"/>
                  <a:gd name="T6" fmla="*/ 9 w 6"/>
                  <a:gd name="T7" fmla="*/ 0 h 6"/>
                  <a:gd name="T8" fmla="*/ 27 w 6"/>
                  <a:gd name="T9" fmla="*/ 1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3"/>
                      <a:pt x="6" y="5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0" name="Freeform 156">
                <a:extLst>
                  <a:ext uri="{FF2B5EF4-FFF2-40B4-BE49-F238E27FC236}">
                    <a16:creationId xmlns:a16="http://schemas.microsoft.com/office/drawing/2014/main" id="{E2F3E942-AC6C-4EB6-95B3-AE4D4201D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3580"/>
                <a:ext cx="56" cy="103"/>
              </a:xfrm>
              <a:custGeom>
                <a:avLst/>
                <a:gdLst>
                  <a:gd name="T0" fmla="*/ 154 w 41"/>
                  <a:gd name="T1" fmla="*/ 449 h 70"/>
                  <a:gd name="T2" fmla="*/ 172 w 41"/>
                  <a:gd name="T3" fmla="*/ 331 h 70"/>
                  <a:gd name="T4" fmla="*/ 131 w 41"/>
                  <a:gd name="T5" fmla="*/ 190 h 70"/>
                  <a:gd name="T6" fmla="*/ 113 w 41"/>
                  <a:gd name="T7" fmla="*/ 32 h 70"/>
                  <a:gd name="T8" fmla="*/ 14 w 41"/>
                  <a:gd name="T9" fmla="*/ 82 h 70"/>
                  <a:gd name="T10" fmla="*/ 36 w 41"/>
                  <a:gd name="T11" fmla="*/ 346 h 70"/>
                  <a:gd name="T12" fmla="*/ 154 w 41"/>
                  <a:gd name="T13" fmla="*/ 44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70">
                    <a:moveTo>
                      <a:pt x="33" y="65"/>
                    </a:moveTo>
                    <a:cubicBezTo>
                      <a:pt x="39" y="61"/>
                      <a:pt x="41" y="55"/>
                      <a:pt x="36" y="48"/>
                    </a:cubicBezTo>
                    <a:cubicBezTo>
                      <a:pt x="32" y="40"/>
                      <a:pt x="28" y="35"/>
                      <a:pt x="27" y="28"/>
                    </a:cubicBezTo>
                    <a:cubicBezTo>
                      <a:pt x="25" y="20"/>
                      <a:pt x="30" y="10"/>
                      <a:pt x="24" y="5"/>
                    </a:cubicBezTo>
                    <a:cubicBezTo>
                      <a:pt x="19" y="0"/>
                      <a:pt x="7" y="1"/>
                      <a:pt x="3" y="12"/>
                    </a:cubicBezTo>
                    <a:cubicBezTo>
                      <a:pt x="0" y="23"/>
                      <a:pt x="0" y="36"/>
                      <a:pt x="7" y="50"/>
                    </a:cubicBezTo>
                    <a:cubicBezTo>
                      <a:pt x="12" y="61"/>
                      <a:pt x="21" y="70"/>
                      <a:pt x="33" y="65"/>
                    </a:cubicBezTo>
                    <a:close/>
                  </a:path>
                </a:pathLst>
              </a:custGeom>
              <a:solidFill>
                <a:srgbClr val="7BB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1" name="Freeform 157">
                <a:extLst>
                  <a:ext uri="{FF2B5EF4-FFF2-40B4-BE49-F238E27FC236}">
                    <a16:creationId xmlns:a16="http://schemas.microsoft.com/office/drawing/2014/main" id="{F7F1500C-FB0A-4EBF-B2CE-D4F33C91F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3585"/>
                <a:ext cx="51" cy="97"/>
              </a:xfrm>
              <a:custGeom>
                <a:avLst/>
                <a:gdLst>
                  <a:gd name="T0" fmla="*/ 21 w 37"/>
                  <a:gd name="T1" fmla="*/ 69 h 66"/>
                  <a:gd name="T2" fmla="*/ 61 w 37"/>
                  <a:gd name="T3" fmla="*/ 1 h 66"/>
                  <a:gd name="T4" fmla="*/ 109 w 37"/>
                  <a:gd name="T5" fmla="*/ 19 h 66"/>
                  <a:gd name="T6" fmla="*/ 117 w 37"/>
                  <a:gd name="T7" fmla="*/ 110 h 66"/>
                  <a:gd name="T8" fmla="*/ 117 w 37"/>
                  <a:gd name="T9" fmla="*/ 170 h 66"/>
                  <a:gd name="T10" fmla="*/ 161 w 37"/>
                  <a:gd name="T11" fmla="*/ 295 h 66"/>
                  <a:gd name="T12" fmla="*/ 171 w 37"/>
                  <a:gd name="T13" fmla="*/ 309 h 66"/>
                  <a:gd name="T14" fmla="*/ 181 w 37"/>
                  <a:gd name="T15" fmla="*/ 378 h 66"/>
                  <a:gd name="T16" fmla="*/ 154 w 37"/>
                  <a:gd name="T17" fmla="*/ 410 h 66"/>
                  <a:gd name="T18" fmla="*/ 150 w 37"/>
                  <a:gd name="T19" fmla="*/ 419 h 66"/>
                  <a:gd name="T20" fmla="*/ 36 w 37"/>
                  <a:gd name="T21" fmla="*/ 320 h 66"/>
                  <a:gd name="T22" fmla="*/ 21 w 37"/>
                  <a:gd name="T23" fmla="*/ 69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66">
                    <a:moveTo>
                      <a:pt x="4" y="10"/>
                    </a:moveTo>
                    <a:cubicBezTo>
                      <a:pt x="5" y="5"/>
                      <a:pt x="8" y="2"/>
                      <a:pt x="12" y="1"/>
                    </a:cubicBezTo>
                    <a:cubicBezTo>
                      <a:pt x="16" y="0"/>
                      <a:pt x="20" y="1"/>
                      <a:pt x="22" y="3"/>
                    </a:cubicBezTo>
                    <a:cubicBezTo>
                      <a:pt x="25" y="6"/>
                      <a:pt x="25" y="11"/>
                      <a:pt x="24" y="16"/>
                    </a:cubicBezTo>
                    <a:cubicBezTo>
                      <a:pt x="24" y="19"/>
                      <a:pt x="24" y="22"/>
                      <a:pt x="24" y="25"/>
                    </a:cubicBezTo>
                    <a:cubicBezTo>
                      <a:pt x="26" y="32"/>
                      <a:pt x="29" y="37"/>
                      <a:pt x="33" y="43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6" y="49"/>
                      <a:pt x="37" y="52"/>
                      <a:pt x="36" y="55"/>
                    </a:cubicBezTo>
                    <a:cubicBezTo>
                      <a:pt x="36" y="57"/>
                      <a:pt x="34" y="59"/>
                      <a:pt x="31" y="60"/>
                    </a:cubicBezTo>
                    <a:cubicBezTo>
                      <a:pt x="31" y="61"/>
                      <a:pt x="31" y="61"/>
                      <a:pt x="30" y="61"/>
                    </a:cubicBezTo>
                    <a:cubicBezTo>
                      <a:pt x="18" y="66"/>
                      <a:pt x="10" y="54"/>
                      <a:pt x="7" y="47"/>
                    </a:cubicBezTo>
                    <a:cubicBezTo>
                      <a:pt x="1" y="35"/>
                      <a:pt x="0" y="22"/>
                      <a:pt x="4" y="10"/>
                    </a:cubicBezTo>
                    <a:close/>
                  </a:path>
                </a:pathLst>
              </a:custGeom>
              <a:solidFill>
                <a:srgbClr val="CED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2" name="Freeform 158">
                <a:extLst>
                  <a:ext uri="{FF2B5EF4-FFF2-40B4-BE49-F238E27FC236}">
                    <a16:creationId xmlns:a16="http://schemas.microsoft.com/office/drawing/2014/main" id="{08F7B5A9-78FC-44B6-B781-E5FB036CE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588"/>
                <a:ext cx="42" cy="86"/>
              </a:xfrm>
              <a:custGeom>
                <a:avLst/>
                <a:gdLst>
                  <a:gd name="T0" fmla="*/ 141 w 31"/>
                  <a:gd name="T1" fmla="*/ 334 h 59"/>
                  <a:gd name="T2" fmla="*/ 125 w 31"/>
                  <a:gd name="T3" fmla="*/ 329 h 59"/>
                  <a:gd name="T4" fmla="*/ 126 w 31"/>
                  <a:gd name="T5" fmla="*/ 303 h 59"/>
                  <a:gd name="T6" fmla="*/ 126 w 31"/>
                  <a:gd name="T7" fmla="*/ 284 h 59"/>
                  <a:gd name="T8" fmla="*/ 118 w 31"/>
                  <a:gd name="T9" fmla="*/ 257 h 59"/>
                  <a:gd name="T10" fmla="*/ 76 w 31"/>
                  <a:gd name="T11" fmla="*/ 270 h 59"/>
                  <a:gd name="T12" fmla="*/ 64 w 31"/>
                  <a:gd name="T13" fmla="*/ 257 h 59"/>
                  <a:gd name="T14" fmla="*/ 104 w 31"/>
                  <a:gd name="T15" fmla="*/ 226 h 59"/>
                  <a:gd name="T16" fmla="*/ 92 w 31"/>
                  <a:gd name="T17" fmla="*/ 189 h 59"/>
                  <a:gd name="T18" fmla="*/ 83 w 31"/>
                  <a:gd name="T19" fmla="*/ 171 h 59"/>
                  <a:gd name="T20" fmla="*/ 64 w 31"/>
                  <a:gd name="T21" fmla="*/ 157 h 59"/>
                  <a:gd name="T22" fmla="*/ 12 w 31"/>
                  <a:gd name="T23" fmla="*/ 147 h 59"/>
                  <a:gd name="T24" fmla="*/ 83 w 31"/>
                  <a:gd name="T25" fmla="*/ 130 h 59"/>
                  <a:gd name="T26" fmla="*/ 83 w 31"/>
                  <a:gd name="T27" fmla="*/ 111 h 59"/>
                  <a:gd name="T28" fmla="*/ 83 w 31"/>
                  <a:gd name="T29" fmla="*/ 106 h 59"/>
                  <a:gd name="T30" fmla="*/ 68 w 31"/>
                  <a:gd name="T31" fmla="*/ 76 h 59"/>
                  <a:gd name="T32" fmla="*/ 87 w 31"/>
                  <a:gd name="T33" fmla="*/ 69 h 59"/>
                  <a:gd name="T34" fmla="*/ 41 w 31"/>
                  <a:gd name="T35" fmla="*/ 1 h 59"/>
                  <a:gd name="T36" fmla="*/ 37 w 31"/>
                  <a:gd name="T37" fmla="*/ 19 h 59"/>
                  <a:gd name="T38" fmla="*/ 76 w 31"/>
                  <a:gd name="T39" fmla="*/ 47 h 59"/>
                  <a:gd name="T40" fmla="*/ 12 w 31"/>
                  <a:gd name="T41" fmla="*/ 41 h 59"/>
                  <a:gd name="T42" fmla="*/ 37 w 31"/>
                  <a:gd name="T43" fmla="*/ 60 h 59"/>
                  <a:gd name="T44" fmla="*/ 16 w 31"/>
                  <a:gd name="T45" fmla="*/ 73 h 59"/>
                  <a:gd name="T46" fmla="*/ 9 w 31"/>
                  <a:gd name="T47" fmla="*/ 89 h 59"/>
                  <a:gd name="T48" fmla="*/ 50 w 31"/>
                  <a:gd name="T49" fmla="*/ 127 h 59"/>
                  <a:gd name="T50" fmla="*/ 0 w 31"/>
                  <a:gd name="T51" fmla="*/ 140 h 59"/>
                  <a:gd name="T52" fmla="*/ 1 w 31"/>
                  <a:gd name="T53" fmla="*/ 214 h 59"/>
                  <a:gd name="T54" fmla="*/ 61 w 31"/>
                  <a:gd name="T55" fmla="*/ 217 h 59"/>
                  <a:gd name="T56" fmla="*/ 50 w 31"/>
                  <a:gd name="T57" fmla="*/ 245 h 59"/>
                  <a:gd name="T58" fmla="*/ 16 w 31"/>
                  <a:gd name="T59" fmla="*/ 275 h 59"/>
                  <a:gd name="T60" fmla="*/ 22 w 31"/>
                  <a:gd name="T61" fmla="*/ 297 h 59"/>
                  <a:gd name="T62" fmla="*/ 50 w 31"/>
                  <a:gd name="T63" fmla="*/ 312 h 59"/>
                  <a:gd name="T64" fmla="*/ 103 w 31"/>
                  <a:gd name="T65" fmla="*/ 284 h 59"/>
                  <a:gd name="T66" fmla="*/ 68 w 31"/>
                  <a:gd name="T67" fmla="*/ 329 h 59"/>
                  <a:gd name="T68" fmla="*/ 61 w 31"/>
                  <a:gd name="T69" fmla="*/ 363 h 59"/>
                  <a:gd name="T70" fmla="*/ 118 w 31"/>
                  <a:gd name="T71" fmla="*/ 372 h 5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1" h="59">
                    <a:moveTo>
                      <a:pt x="26" y="56"/>
                    </a:moveTo>
                    <a:cubicBezTo>
                      <a:pt x="29" y="55"/>
                      <a:pt x="30" y="53"/>
                      <a:pt x="31" y="51"/>
                    </a:cubicBezTo>
                    <a:cubicBezTo>
                      <a:pt x="31" y="51"/>
                      <a:pt x="31" y="50"/>
                      <a:pt x="31" y="50"/>
                    </a:cubicBezTo>
                    <a:cubicBezTo>
                      <a:pt x="31" y="48"/>
                      <a:pt x="29" y="49"/>
                      <a:pt x="27" y="50"/>
                    </a:cubicBezTo>
                    <a:cubicBezTo>
                      <a:pt x="25" y="51"/>
                      <a:pt x="20" y="54"/>
                      <a:pt x="19" y="53"/>
                    </a:cubicBezTo>
                    <a:cubicBezTo>
                      <a:pt x="17" y="51"/>
                      <a:pt x="27" y="47"/>
                      <a:pt x="28" y="46"/>
                    </a:cubicBezTo>
                    <a:cubicBezTo>
                      <a:pt x="29" y="45"/>
                      <a:pt x="29" y="45"/>
                      <a:pt x="29" y="44"/>
                    </a:cubicBezTo>
                    <a:cubicBezTo>
                      <a:pt x="28" y="44"/>
                      <a:pt x="28" y="43"/>
                      <a:pt x="28" y="43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6" y="41"/>
                      <a:pt x="26" y="40"/>
                      <a:pt x="26" y="39"/>
                    </a:cubicBezTo>
                    <a:cubicBezTo>
                      <a:pt x="25" y="38"/>
                      <a:pt x="24" y="38"/>
                      <a:pt x="23" y="38"/>
                    </a:cubicBezTo>
                    <a:cubicBezTo>
                      <a:pt x="21" y="38"/>
                      <a:pt x="19" y="40"/>
                      <a:pt x="16" y="41"/>
                    </a:cubicBezTo>
                    <a:cubicBezTo>
                      <a:pt x="13" y="42"/>
                      <a:pt x="10" y="44"/>
                      <a:pt x="9" y="43"/>
                    </a:cubicBezTo>
                    <a:cubicBezTo>
                      <a:pt x="9" y="41"/>
                      <a:pt x="11" y="40"/>
                      <a:pt x="14" y="39"/>
                    </a:cubicBezTo>
                    <a:cubicBezTo>
                      <a:pt x="18" y="37"/>
                      <a:pt x="23" y="36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2" y="33"/>
                      <a:pt x="21" y="32"/>
                      <a:pt x="21" y="30"/>
                    </a:cubicBezTo>
                    <a:cubicBezTo>
                      <a:pt x="21" y="30"/>
                      <a:pt x="20" y="30"/>
                      <a:pt x="20" y="29"/>
                    </a:cubicBezTo>
                    <a:cubicBezTo>
                      <a:pt x="19" y="28"/>
                      <a:pt x="10" y="32"/>
                      <a:pt x="9" y="30"/>
                    </a:cubicBezTo>
                    <a:cubicBezTo>
                      <a:pt x="9" y="28"/>
                      <a:pt x="15" y="27"/>
                      <a:pt x="18" y="26"/>
                    </a:cubicBezTo>
                    <a:cubicBezTo>
                      <a:pt x="18" y="26"/>
                      <a:pt x="19" y="25"/>
                      <a:pt x="18" y="24"/>
                    </a:cubicBezTo>
                    <a:cubicBezTo>
                      <a:pt x="17" y="23"/>
                      <a:pt x="16" y="24"/>
                      <a:pt x="14" y="24"/>
                    </a:cubicBezTo>
                    <a:cubicBezTo>
                      <a:pt x="12" y="24"/>
                      <a:pt x="8" y="25"/>
                      <a:pt x="6" y="25"/>
                    </a:cubicBezTo>
                    <a:cubicBezTo>
                      <a:pt x="4" y="25"/>
                      <a:pt x="3" y="23"/>
                      <a:pt x="3" y="22"/>
                    </a:cubicBezTo>
                    <a:cubicBezTo>
                      <a:pt x="4" y="20"/>
                      <a:pt x="9" y="20"/>
                      <a:pt x="12" y="20"/>
                    </a:cubicBezTo>
                    <a:cubicBezTo>
                      <a:pt x="14" y="20"/>
                      <a:pt x="16" y="20"/>
                      <a:pt x="18" y="20"/>
                    </a:cubicBezTo>
                    <a:cubicBezTo>
                      <a:pt x="18" y="19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6" y="15"/>
                      <a:pt x="15" y="15"/>
                    </a:cubicBezTo>
                    <a:cubicBezTo>
                      <a:pt x="13" y="14"/>
                      <a:pt x="13" y="12"/>
                      <a:pt x="15" y="12"/>
                    </a:cubicBezTo>
                    <a:cubicBezTo>
                      <a:pt x="16" y="12"/>
                      <a:pt x="17" y="12"/>
                      <a:pt x="18" y="11"/>
                    </a:cubicBezTo>
                    <a:cubicBezTo>
                      <a:pt x="18" y="11"/>
                      <a:pt x="19" y="11"/>
                      <a:pt x="19" y="10"/>
                    </a:cubicBezTo>
                    <a:cubicBezTo>
                      <a:pt x="19" y="7"/>
                      <a:pt x="19" y="5"/>
                      <a:pt x="18" y="3"/>
                    </a:cubicBezTo>
                    <a:cubicBezTo>
                      <a:pt x="16" y="1"/>
                      <a:pt x="12" y="0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7" y="2"/>
                      <a:pt x="8" y="3"/>
                    </a:cubicBezTo>
                    <a:cubicBezTo>
                      <a:pt x="9" y="3"/>
                      <a:pt x="11" y="5"/>
                      <a:pt x="13" y="5"/>
                    </a:cubicBezTo>
                    <a:cubicBezTo>
                      <a:pt x="15" y="5"/>
                      <a:pt x="16" y="5"/>
                      <a:pt x="16" y="7"/>
                    </a:cubicBezTo>
                    <a:cubicBezTo>
                      <a:pt x="15" y="8"/>
                      <a:pt x="11" y="6"/>
                      <a:pt x="8" y="6"/>
                    </a:cubicBezTo>
                    <a:cubicBezTo>
                      <a:pt x="7" y="5"/>
                      <a:pt x="5" y="6"/>
                      <a:pt x="3" y="6"/>
                    </a:cubicBezTo>
                    <a:cubicBezTo>
                      <a:pt x="2" y="7"/>
                      <a:pt x="2" y="8"/>
                      <a:pt x="3" y="8"/>
                    </a:cubicBezTo>
                    <a:cubicBezTo>
                      <a:pt x="5" y="9"/>
                      <a:pt x="7" y="9"/>
                      <a:pt x="8" y="9"/>
                    </a:cubicBezTo>
                    <a:cubicBezTo>
                      <a:pt x="10" y="9"/>
                      <a:pt x="12" y="8"/>
                      <a:pt x="12" y="10"/>
                    </a:cubicBezTo>
                    <a:cubicBezTo>
                      <a:pt x="11" y="11"/>
                      <a:pt x="7" y="10"/>
                      <a:pt x="4" y="11"/>
                    </a:cubicBezTo>
                    <a:cubicBezTo>
                      <a:pt x="3" y="11"/>
                      <a:pt x="2" y="11"/>
                      <a:pt x="2" y="11"/>
                    </a:cubicBezTo>
                    <a:cubicBezTo>
                      <a:pt x="1" y="12"/>
                      <a:pt x="0" y="13"/>
                      <a:pt x="2" y="14"/>
                    </a:cubicBezTo>
                    <a:cubicBezTo>
                      <a:pt x="3" y="16"/>
                      <a:pt x="15" y="14"/>
                      <a:pt x="15" y="17"/>
                    </a:cubicBezTo>
                    <a:cubicBezTo>
                      <a:pt x="15" y="19"/>
                      <a:pt x="13" y="19"/>
                      <a:pt x="11" y="19"/>
                    </a:cubicBezTo>
                    <a:cubicBezTo>
                      <a:pt x="9" y="19"/>
                      <a:pt x="4" y="19"/>
                      <a:pt x="2" y="20"/>
                    </a:cubicBezTo>
                    <a:cubicBezTo>
                      <a:pt x="1" y="20"/>
                      <a:pt x="0" y="20"/>
                      <a:pt x="0" y="21"/>
                    </a:cubicBezTo>
                    <a:cubicBezTo>
                      <a:pt x="0" y="24"/>
                      <a:pt x="0" y="26"/>
                      <a:pt x="0" y="29"/>
                    </a:cubicBezTo>
                    <a:cubicBezTo>
                      <a:pt x="0" y="29"/>
                      <a:pt x="1" y="31"/>
                      <a:pt x="1" y="32"/>
                    </a:cubicBezTo>
                    <a:cubicBezTo>
                      <a:pt x="1" y="33"/>
                      <a:pt x="2" y="35"/>
                      <a:pt x="3" y="35"/>
                    </a:cubicBezTo>
                    <a:cubicBezTo>
                      <a:pt x="5" y="36"/>
                      <a:pt x="11" y="33"/>
                      <a:pt x="13" y="33"/>
                    </a:cubicBezTo>
                    <a:cubicBezTo>
                      <a:pt x="15" y="32"/>
                      <a:pt x="17" y="32"/>
                      <a:pt x="17" y="33"/>
                    </a:cubicBezTo>
                    <a:cubicBezTo>
                      <a:pt x="17" y="36"/>
                      <a:pt x="13" y="36"/>
                      <a:pt x="11" y="37"/>
                    </a:cubicBezTo>
                    <a:cubicBezTo>
                      <a:pt x="9" y="38"/>
                      <a:pt x="5" y="39"/>
                      <a:pt x="4" y="40"/>
                    </a:cubicBezTo>
                    <a:cubicBezTo>
                      <a:pt x="4" y="40"/>
                      <a:pt x="4" y="42"/>
                      <a:pt x="4" y="42"/>
                    </a:cubicBezTo>
                    <a:cubicBezTo>
                      <a:pt x="4" y="43"/>
                      <a:pt x="4" y="43"/>
                      <a:pt x="5" y="44"/>
                    </a:cubicBezTo>
                    <a:cubicBezTo>
                      <a:pt x="5" y="44"/>
                      <a:pt x="5" y="45"/>
                      <a:pt x="5" y="45"/>
                    </a:cubicBezTo>
                    <a:cubicBezTo>
                      <a:pt x="6" y="46"/>
                      <a:pt x="7" y="47"/>
                      <a:pt x="7" y="47"/>
                    </a:cubicBezTo>
                    <a:cubicBezTo>
                      <a:pt x="8" y="48"/>
                      <a:pt x="10" y="48"/>
                      <a:pt x="11" y="47"/>
                    </a:cubicBezTo>
                    <a:cubicBezTo>
                      <a:pt x="14" y="46"/>
                      <a:pt x="16" y="45"/>
                      <a:pt x="18" y="43"/>
                    </a:cubicBezTo>
                    <a:cubicBezTo>
                      <a:pt x="20" y="42"/>
                      <a:pt x="21" y="42"/>
                      <a:pt x="22" y="43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19" y="47"/>
                      <a:pt x="16" y="49"/>
                      <a:pt x="15" y="50"/>
                    </a:cubicBezTo>
                    <a:cubicBezTo>
                      <a:pt x="13" y="51"/>
                      <a:pt x="12" y="52"/>
                      <a:pt x="12" y="53"/>
                    </a:cubicBezTo>
                    <a:cubicBezTo>
                      <a:pt x="12" y="54"/>
                      <a:pt x="12" y="55"/>
                      <a:pt x="13" y="55"/>
                    </a:cubicBezTo>
                    <a:cubicBezTo>
                      <a:pt x="16" y="57"/>
                      <a:pt x="20" y="59"/>
                      <a:pt x="26" y="57"/>
                    </a:cubicBezTo>
                    <a:cubicBezTo>
                      <a:pt x="26" y="56"/>
                      <a:pt x="26" y="56"/>
                      <a:pt x="26" y="56"/>
                    </a:cubicBezTo>
                    <a:close/>
                  </a:path>
                </a:pathLst>
              </a:custGeom>
              <a:solidFill>
                <a:srgbClr val="F9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3" name="Freeform 159">
                <a:extLst>
                  <a:ext uri="{FF2B5EF4-FFF2-40B4-BE49-F238E27FC236}">
                    <a16:creationId xmlns:a16="http://schemas.microsoft.com/office/drawing/2014/main" id="{BBBEBFB0-8505-498F-83DA-42E5F0CD2D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4" y="3588"/>
                <a:ext cx="24" cy="19"/>
              </a:xfrm>
              <a:custGeom>
                <a:avLst/>
                <a:gdLst>
                  <a:gd name="T0" fmla="*/ 96 w 17"/>
                  <a:gd name="T1" fmla="*/ 69 h 13"/>
                  <a:gd name="T2" fmla="*/ 90 w 17"/>
                  <a:gd name="T3" fmla="*/ 19 h 13"/>
                  <a:gd name="T4" fmla="*/ 40 w 17"/>
                  <a:gd name="T5" fmla="*/ 1 h 13"/>
                  <a:gd name="T6" fmla="*/ 32 w 17"/>
                  <a:gd name="T7" fmla="*/ 1 h 13"/>
                  <a:gd name="T8" fmla="*/ 32 w 17"/>
                  <a:gd name="T9" fmla="*/ 19 h 13"/>
                  <a:gd name="T10" fmla="*/ 56 w 17"/>
                  <a:gd name="T11" fmla="*/ 28 h 13"/>
                  <a:gd name="T12" fmla="*/ 49 w 17"/>
                  <a:gd name="T13" fmla="*/ 28 h 13"/>
                  <a:gd name="T14" fmla="*/ 64 w 17"/>
                  <a:gd name="T15" fmla="*/ 19 h 13"/>
                  <a:gd name="T16" fmla="*/ 69 w 17"/>
                  <a:gd name="T17" fmla="*/ 19 h 13"/>
                  <a:gd name="T18" fmla="*/ 83 w 17"/>
                  <a:gd name="T19" fmla="*/ 41 h 13"/>
                  <a:gd name="T20" fmla="*/ 79 w 17"/>
                  <a:gd name="T21" fmla="*/ 69 h 13"/>
                  <a:gd name="T22" fmla="*/ 56 w 17"/>
                  <a:gd name="T23" fmla="*/ 82 h 13"/>
                  <a:gd name="T24" fmla="*/ 32 w 17"/>
                  <a:gd name="T25" fmla="*/ 82 h 13"/>
                  <a:gd name="T26" fmla="*/ 40 w 17"/>
                  <a:gd name="T27" fmla="*/ 73 h 13"/>
                  <a:gd name="T28" fmla="*/ 32 w 17"/>
                  <a:gd name="T29" fmla="*/ 73 h 13"/>
                  <a:gd name="T30" fmla="*/ 23 w 17"/>
                  <a:gd name="T31" fmla="*/ 82 h 13"/>
                  <a:gd name="T32" fmla="*/ 32 w 17"/>
                  <a:gd name="T33" fmla="*/ 88 h 13"/>
                  <a:gd name="T34" fmla="*/ 49 w 17"/>
                  <a:gd name="T35" fmla="*/ 88 h 13"/>
                  <a:gd name="T36" fmla="*/ 68 w 17"/>
                  <a:gd name="T37" fmla="*/ 88 h 13"/>
                  <a:gd name="T38" fmla="*/ 69 w 17"/>
                  <a:gd name="T39" fmla="*/ 82 h 13"/>
                  <a:gd name="T40" fmla="*/ 90 w 17"/>
                  <a:gd name="T41" fmla="*/ 73 h 13"/>
                  <a:gd name="T42" fmla="*/ 96 w 17"/>
                  <a:gd name="T43" fmla="*/ 69 h 13"/>
                  <a:gd name="T44" fmla="*/ 32 w 17"/>
                  <a:gd name="T45" fmla="*/ 41 h 13"/>
                  <a:gd name="T46" fmla="*/ 1 w 17"/>
                  <a:gd name="T47" fmla="*/ 41 h 13"/>
                  <a:gd name="T48" fmla="*/ 1 w 17"/>
                  <a:gd name="T49" fmla="*/ 56 h 13"/>
                  <a:gd name="T50" fmla="*/ 16 w 17"/>
                  <a:gd name="T51" fmla="*/ 60 h 13"/>
                  <a:gd name="T52" fmla="*/ 23 w 17"/>
                  <a:gd name="T53" fmla="*/ 56 h 13"/>
                  <a:gd name="T54" fmla="*/ 45 w 17"/>
                  <a:gd name="T55" fmla="*/ 47 h 13"/>
                  <a:gd name="T56" fmla="*/ 40 w 17"/>
                  <a:gd name="T57" fmla="*/ 56 h 13"/>
                  <a:gd name="T58" fmla="*/ 56 w 17"/>
                  <a:gd name="T59" fmla="*/ 56 h 13"/>
                  <a:gd name="T60" fmla="*/ 68 w 17"/>
                  <a:gd name="T61" fmla="*/ 47 h 13"/>
                  <a:gd name="T62" fmla="*/ 32 w 17"/>
                  <a:gd name="T63" fmla="*/ 41 h 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7" h="13">
                    <a:moveTo>
                      <a:pt x="17" y="10"/>
                    </a:moveTo>
                    <a:cubicBezTo>
                      <a:pt x="17" y="7"/>
                      <a:pt x="17" y="5"/>
                      <a:pt x="16" y="3"/>
                    </a:cubicBezTo>
                    <a:cubicBezTo>
                      <a:pt x="14" y="1"/>
                      <a:pt x="10" y="0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5" y="2"/>
                      <a:pt x="6" y="3"/>
                    </a:cubicBezTo>
                    <a:cubicBezTo>
                      <a:pt x="7" y="3"/>
                      <a:pt x="8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3"/>
                      <a:pt x="11" y="3"/>
                    </a:cubicBezTo>
                    <a:cubicBezTo>
                      <a:pt x="11" y="3"/>
                      <a:pt x="12" y="3"/>
                      <a:pt x="13" y="3"/>
                    </a:cubicBezTo>
                    <a:cubicBezTo>
                      <a:pt x="14" y="3"/>
                      <a:pt x="15" y="4"/>
                      <a:pt x="15" y="6"/>
                    </a:cubicBezTo>
                    <a:cubicBezTo>
                      <a:pt x="16" y="7"/>
                      <a:pt x="16" y="9"/>
                      <a:pt x="14" y="10"/>
                    </a:cubicBezTo>
                    <a:cubicBezTo>
                      <a:pt x="12" y="10"/>
                      <a:pt x="11" y="11"/>
                      <a:pt x="10" y="12"/>
                    </a:cubicBezTo>
                    <a:cubicBezTo>
                      <a:pt x="8" y="12"/>
                      <a:pt x="7" y="13"/>
                      <a:pt x="6" y="12"/>
                    </a:cubicBezTo>
                    <a:cubicBezTo>
                      <a:pt x="6" y="12"/>
                      <a:pt x="7" y="11"/>
                      <a:pt x="7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4" y="12"/>
                      <a:pt x="4" y="12"/>
                    </a:cubicBezTo>
                    <a:cubicBezTo>
                      <a:pt x="4" y="13"/>
                      <a:pt x="6" y="13"/>
                      <a:pt x="6" y="13"/>
                    </a:cubicBezTo>
                    <a:cubicBezTo>
                      <a:pt x="7" y="13"/>
                      <a:pt x="8" y="13"/>
                      <a:pt x="9" y="13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4" y="12"/>
                      <a:pt x="15" y="12"/>
                      <a:pt x="16" y="11"/>
                    </a:cubicBezTo>
                    <a:cubicBezTo>
                      <a:pt x="16" y="11"/>
                      <a:pt x="17" y="11"/>
                      <a:pt x="17" y="10"/>
                    </a:cubicBezTo>
                    <a:close/>
                    <a:moveTo>
                      <a:pt x="6" y="6"/>
                    </a:moveTo>
                    <a:cubicBezTo>
                      <a:pt x="5" y="5"/>
                      <a:pt x="3" y="6"/>
                      <a:pt x="1" y="6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8"/>
                      <a:pt x="7" y="6"/>
                      <a:pt x="8" y="7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1" y="8"/>
                      <a:pt x="11" y="7"/>
                      <a:pt x="12" y="7"/>
                    </a:cubicBezTo>
                    <a:cubicBezTo>
                      <a:pt x="10" y="7"/>
                      <a:pt x="8" y="6"/>
                      <a:pt x="6" y="6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4" name="Freeform 160">
                <a:extLst>
                  <a:ext uri="{FF2B5EF4-FFF2-40B4-BE49-F238E27FC236}">
                    <a16:creationId xmlns:a16="http://schemas.microsoft.com/office/drawing/2014/main" id="{25053F14-BC7C-4D8D-BF63-EA8B90CAF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604"/>
                <a:ext cx="9" cy="6"/>
              </a:xfrm>
              <a:custGeom>
                <a:avLst/>
                <a:gdLst>
                  <a:gd name="T0" fmla="*/ 13 w 7"/>
                  <a:gd name="T1" fmla="*/ 27 h 4"/>
                  <a:gd name="T2" fmla="*/ 13 w 7"/>
                  <a:gd name="T3" fmla="*/ 12 h 4"/>
                  <a:gd name="T4" fmla="*/ 24 w 7"/>
                  <a:gd name="T5" fmla="*/ 0 h 4"/>
                  <a:gd name="T6" fmla="*/ 17 w 7"/>
                  <a:gd name="T7" fmla="*/ 0 h 4"/>
                  <a:gd name="T8" fmla="*/ 13 w 7"/>
                  <a:gd name="T9" fmla="*/ 0 h 4"/>
                  <a:gd name="T10" fmla="*/ 8 w 7"/>
                  <a:gd name="T11" fmla="*/ 0 h 4"/>
                  <a:gd name="T12" fmla="*/ 8 w 7"/>
                  <a:gd name="T13" fmla="*/ 27 h 4"/>
                  <a:gd name="T14" fmla="*/ 10 w 7"/>
                  <a:gd name="T15" fmla="*/ 32 h 4"/>
                  <a:gd name="T16" fmla="*/ 13 w 7"/>
                  <a:gd name="T17" fmla="*/ 27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4" y="3"/>
                    </a:moveTo>
                    <a:cubicBezTo>
                      <a:pt x="3" y="3"/>
                      <a:pt x="3" y="1"/>
                      <a:pt x="4" y="1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0" y="2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5" name="Freeform 161">
                <a:extLst>
                  <a:ext uri="{FF2B5EF4-FFF2-40B4-BE49-F238E27FC236}">
                    <a16:creationId xmlns:a16="http://schemas.microsoft.com/office/drawing/2014/main" id="{326422D4-0F37-44DE-A449-BABEF1D0A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608"/>
                <a:ext cx="12" cy="9"/>
              </a:xfrm>
              <a:custGeom>
                <a:avLst/>
                <a:gdLst>
                  <a:gd name="T0" fmla="*/ 27 w 9"/>
                  <a:gd name="T1" fmla="*/ 27 h 6"/>
                  <a:gd name="T2" fmla="*/ 16 w 9"/>
                  <a:gd name="T3" fmla="*/ 32 h 6"/>
                  <a:gd name="T4" fmla="*/ 9 w 9"/>
                  <a:gd name="T5" fmla="*/ 41 h 6"/>
                  <a:gd name="T6" fmla="*/ 1 w 9"/>
                  <a:gd name="T7" fmla="*/ 48 h 6"/>
                  <a:gd name="T8" fmla="*/ 0 w 9"/>
                  <a:gd name="T9" fmla="*/ 48 h 6"/>
                  <a:gd name="T10" fmla="*/ 9 w 9"/>
                  <a:gd name="T11" fmla="*/ 48 h 6"/>
                  <a:gd name="T12" fmla="*/ 36 w 9"/>
                  <a:gd name="T13" fmla="*/ 48 h 6"/>
                  <a:gd name="T14" fmla="*/ 36 w 9"/>
                  <a:gd name="T15" fmla="*/ 32 h 6"/>
                  <a:gd name="T16" fmla="*/ 36 w 9"/>
                  <a:gd name="T17" fmla="*/ 27 h 6"/>
                  <a:gd name="T18" fmla="*/ 36 w 9"/>
                  <a:gd name="T19" fmla="*/ 27 h 6"/>
                  <a:gd name="T20" fmla="*/ 36 w 9"/>
                  <a:gd name="T21" fmla="*/ 18 h 6"/>
                  <a:gd name="T22" fmla="*/ 21 w 9"/>
                  <a:gd name="T23" fmla="*/ 12 h 6"/>
                  <a:gd name="T24" fmla="*/ 16 w 9"/>
                  <a:gd name="T25" fmla="*/ 0 h 6"/>
                  <a:gd name="T26" fmla="*/ 16 w 9"/>
                  <a:gd name="T27" fmla="*/ 0 h 6"/>
                  <a:gd name="T28" fmla="*/ 27 w 9"/>
                  <a:gd name="T29" fmla="*/ 27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" h="6">
                    <a:moveTo>
                      <a:pt x="6" y="3"/>
                    </a:moveTo>
                    <a:cubicBezTo>
                      <a:pt x="6" y="4"/>
                      <a:pt x="6" y="4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4" y="6"/>
                      <a:pt x="6" y="6"/>
                      <a:pt x="8" y="6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6" name="Freeform 162">
                <a:extLst>
                  <a:ext uri="{FF2B5EF4-FFF2-40B4-BE49-F238E27FC236}">
                    <a16:creationId xmlns:a16="http://schemas.microsoft.com/office/drawing/2014/main" id="{2DA4B688-4043-44F7-8CBD-2E2CB7DFD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617"/>
                <a:ext cx="5" cy="7"/>
              </a:xfrm>
              <a:custGeom>
                <a:avLst/>
                <a:gdLst>
                  <a:gd name="T0" fmla="*/ 0 w 4"/>
                  <a:gd name="T1" fmla="*/ 28 h 5"/>
                  <a:gd name="T2" fmla="*/ 8 w 4"/>
                  <a:gd name="T3" fmla="*/ 15 h 5"/>
                  <a:gd name="T4" fmla="*/ 10 w 4"/>
                  <a:gd name="T5" fmla="*/ 11 h 5"/>
                  <a:gd name="T6" fmla="*/ 10 w 4"/>
                  <a:gd name="T7" fmla="*/ 11 h 5"/>
                  <a:gd name="T8" fmla="*/ 13 w 4"/>
                  <a:gd name="T9" fmla="*/ 11 h 5"/>
                  <a:gd name="T10" fmla="*/ 8 w 4"/>
                  <a:gd name="T11" fmla="*/ 1 h 5"/>
                  <a:gd name="T12" fmla="*/ 1 w 4"/>
                  <a:gd name="T13" fmla="*/ 0 h 5"/>
                  <a:gd name="T14" fmla="*/ 0 w 4"/>
                  <a:gd name="T15" fmla="*/ 1 h 5"/>
                  <a:gd name="T16" fmla="*/ 0 w 4"/>
                  <a:gd name="T17" fmla="*/ 28 h 5"/>
                  <a:gd name="T18" fmla="*/ 0 w 4"/>
                  <a:gd name="T19" fmla="*/ 28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5"/>
                      <a:pt x="2" y="4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7" name="Freeform 163">
                <a:extLst>
                  <a:ext uri="{FF2B5EF4-FFF2-40B4-BE49-F238E27FC236}">
                    <a16:creationId xmlns:a16="http://schemas.microsoft.com/office/drawing/2014/main" id="{66B02326-6D8B-495A-8800-8B7534CDF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3621"/>
                <a:ext cx="19" cy="8"/>
              </a:xfrm>
              <a:custGeom>
                <a:avLst/>
                <a:gdLst>
                  <a:gd name="T0" fmla="*/ 37 w 14"/>
                  <a:gd name="T1" fmla="*/ 54 h 5"/>
                  <a:gd name="T2" fmla="*/ 61 w 14"/>
                  <a:gd name="T3" fmla="*/ 34 h 5"/>
                  <a:gd name="T4" fmla="*/ 61 w 14"/>
                  <a:gd name="T5" fmla="*/ 13 h 5"/>
                  <a:gd name="T6" fmla="*/ 41 w 14"/>
                  <a:gd name="T7" fmla="*/ 13 h 5"/>
                  <a:gd name="T8" fmla="*/ 1 w 14"/>
                  <a:gd name="T9" fmla="*/ 21 h 5"/>
                  <a:gd name="T10" fmla="*/ 0 w 14"/>
                  <a:gd name="T11" fmla="*/ 21 h 5"/>
                  <a:gd name="T12" fmla="*/ 35 w 14"/>
                  <a:gd name="T13" fmla="*/ 21 h 5"/>
                  <a:gd name="T14" fmla="*/ 37 w 14"/>
                  <a:gd name="T15" fmla="*/ 54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">
                    <a:moveTo>
                      <a:pt x="8" y="5"/>
                    </a:moveTo>
                    <a:cubicBezTo>
                      <a:pt x="9" y="4"/>
                      <a:pt x="11" y="4"/>
                      <a:pt x="13" y="3"/>
                    </a:cubicBezTo>
                    <a:cubicBezTo>
                      <a:pt x="13" y="3"/>
                      <a:pt x="14" y="2"/>
                      <a:pt x="13" y="1"/>
                    </a:cubicBezTo>
                    <a:cubicBezTo>
                      <a:pt x="12" y="0"/>
                      <a:pt x="11" y="1"/>
                      <a:pt x="9" y="1"/>
                    </a:cubicBezTo>
                    <a:cubicBezTo>
                      <a:pt x="7" y="1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5" y="2"/>
                      <a:pt x="7" y="2"/>
                    </a:cubicBezTo>
                    <a:cubicBezTo>
                      <a:pt x="8" y="3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8" name="Freeform 164">
                <a:extLst>
                  <a:ext uri="{FF2B5EF4-FFF2-40B4-BE49-F238E27FC236}">
                    <a16:creationId xmlns:a16="http://schemas.microsoft.com/office/drawing/2014/main" id="{7256CD41-0C6C-406A-9940-4C0EACCC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3629"/>
                <a:ext cx="23" cy="12"/>
              </a:xfrm>
              <a:custGeom>
                <a:avLst/>
                <a:gdLst>
                  <a:gd name="T0" fmla="*/ 77 w 17"/>
                  <a:gd name="T1" fmla="*/ 48 h 8"/>
                  <a:gd name="T2" fmla="*/ 77 w 17"/>
                  <a:gd name="T3" fmla="*/ 48 h 8"/>
                  <a:gd name="T4" fmla="*/ 68 w 17"/>
                  <a:gd name="T5" fmla="*/ 18 h 8"/>
                  <a:gd name="T6" fmla="*/ 64 w 17"/>
                  <a:gd name="T7" fmla="*/ 12 h 8"/>
                  <a:gd name="T8" fmla="*/ 12 w 17"/>
                  <a:gd name="T9" fmla="*/ 18 h 8"/>
                  <a:gd name="T10" fmla="*/ 12 w 17"/>
                  <a:gd name="T11" fmla="*/ 18 h 8"/>
                  <a:gd name="T12" fmla="*/ 12 w 17"/>
                  <a:gd name="T13" fmla="*/ 18 h 8"/>
                  <a:gd name="T14" fmla="*/ 0 w 17"/>
                  <a:gd name="T15" fmla="*/ 27 h 8"/>
                  <a:gd name="T16" fmla="*/ 16 w 17"/>
                  <a:gd name="T17" fmla="*/ 32 h 8"/>
                  <a:gd name="T18" fmla="*/ 47 w 17"/>
                  <a:gd name="T19" fmla="*/ 27 h 8"/>
                  <a:gd name="T20" fmla="*/ 50 w 17"/>
                  <a:gd name="T21" fmla="*/ 48 h 8"/>
                  <a:gd name="T22" fmla="*/ 58 w 17"/>
                  <a:gd name="T23" fmla="*/ 59 h 8"/>
                  <a:gd name="T24" fmla="*/ 74 w 17"/>
                  <a:gd name="T25" fmla="*/ 62 h 8"/>
                  <a:gd name="T26" fmla="*/ 77 w 17"/>
                  <a:gd name="T27" fmla="*/ 48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8">
                    <a:moveTo>
                      <a:pt x="17" y="6"/>
                    </a:moveTo>
                    <a:cubicBezTo>
                      <a:pt x="17" y="6"/>
                      <a:pt x="17" y="6"/>
                      <a:pt x="17" y="6"/>
                    </a:cubicBezTo>
                    <a:cubicBezTo>
                      <a:pt x="16" y="5"/>
                      <a:pt x="15" y="4"/>
                      <a:pt x="15" y="2"/>
                    </a:cubicBezTo>
                    <a:cubicBezTo>
                      <a:pt x="15" y="2"/>
                      <a:pt x="14" y="2"/>
                      <a:pt x="14" y="1"/>
                    </a:cubicBezTo>
                    <a:cubicBezTo>
                      <a:pt x="13" y="0"/>
                      <a:pt x="4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6" y="4"/>
                      <a:pt x="9" y="3"/>
                      <a:pt x="10" y="3"/>
                    </a:cubicBezTo>
                    <a:cubicBezTo>
                      <a:pt x="12" y="3"/>
                      <a:pt x="14" y="7"/>
                      <a:pt x="11" y="6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4" y="7"/>
                      <a:pt x="15" y="8"/>
                      <a:pt x="16" y="8"/>
                    </a:cubicBezTo>
                    <a:cubicBezTo>
                      <a:pt x="16" y="7"/>
                      <a:pt x="17" y="7"/>
                      <a:pt x="17" y="6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9" name="Freeform 165">
                <a:extLst>
                  <a:ext uri="{FF2B5EF4-FFF2-40B4-BE49-F238E27FC236}">
                    <a16:creationId xmlns:a16="http://schemas.microsoft.com/office/drawing/2014/main" id="{4B604FAB-AF7D-46ED-903D-1049B005C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3644"/>
                <a:ext cx="32" cy="14"/>
              </a:xfrm>
              <a:custGeom>
                <a:avLst/>
                <a:gdLst>
                  <a:gd name="T0" fmla="*/ 95 w 23"/>
                  <a:gd name="T1" fmla="*/ 55 h 10"/>
                  <a:gd name="T2" fmla="*/ 95 w 23"/>
                  <a:gd name="T3" fmla="*/ 55 h 10"/>
                  <a:gd name="T4" fmla="*/ 115 w 23"/>
                  <a:gd name="T5" fmla="*/ 41 h 10"/>
                  <a:gd name="T6" fmla="*/ 122 w 23"/>
                  <a:gd name="T7" fmla="*/ 29 h 10"/>
                  <a:gd name="T8" fmla="*/ 115 w 23"/>
                  <a:gd name="T9" fmla="*/ 28 h 10"/>
                  <a:gd name="T10" fmla="*/ 109 w 23"/>
                  <a:gd name="T11" fmla="*/ 15 h 10"/>
                  <a:gd name="T12" fmla="*/ 104 w 23"/>
                  <a:gd name="T13" fmla="*/ 1 h 10"/>
                  <a:gd name="T14" fmla="*/ 89 w 23"/>
                  <a:gd name="T15" fmla="*/ 0 h 10"/>
                  <a:gd name="T16" fmla="*/ 50 w 23"/>
                  <a:gd name="T17" fmla="*/ 15 h 10"/>
                  <a:gd name="T18" fmla="*/ 15 w 23"/>
                  <a:gd name="T19" fmla="*/ 28 h 10"/>
                  <a:gd name="T20" fmla="*/ 15 w 23"/>
                  <a:gd name="T21" fmla="*/ 21 h 10"/>
                  <a:gd name="T22" fmla="*/ 15 w 23"/>
                  <a:gd name="T23" fmla="*/ 21 h 10"/>
                  <a:gd name="T24" fmla="*/ 0 w 23"/>
                  <a:gd name="T25" fmla="*/ 28 h 10"/>
                  <a:gd name="T26" fmla="*/ 11 w 23"/>
                  <a:gd name="T27" fmla="*/ 28 h 10"/>
                  <a:gd name="T28" fmla="*/ 26 w 23"/>
                  <a:gd name="T29" fmla="*/ 29 h 10"/>
                  <a:gd name="T30" fmla="*/ 68 w 23"/>
                  <a:gd name="T31" fmla="*/ 15 h 10"/>
                  <a:gd name="T32" fmla="*/ 104 w 23"/>
                  <a:gd name="T33" fmla="*/ 29 h 10"/>
                  <a:gd name="T34" fmla="*/ 95 w 23"/>
                  <a:gd name="T35" fmla="*/ 55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" h="10">
                    <a:moveTo>
                      <a:pt x="18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0" y="9"/>
                      <a:pt x="22" y="9"/>
                      <a:pt x="22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5" y="0"/>
                      <a:pt x="13" y="2"/>
                      <a:pt x="10" y="3"/>
                    </a:cubicBezTo>
                    <a:cubicBezTo>
                      <a:pt x="7" y="4"/>
                      <a:pt x="4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8" y="6"/>
                      <a:pt x="11" y="4"/>
                      <a:pt x="13" y="3"/>
                    </a:cubicBezTo>
                    <a:cubicBezTo>
                      <a:pt x="16" y="2"/>
                      <a:pt x="18" y="3"/>
                      <a:pt x="20" y="6"/>
                    </a:cubicBezTo>
                    <a:cubicBezTo>
                      <a:pt x="21" y="7"/>
                      <a:pt x="19" y="9"/>
                      <a:pt x="18" y="1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0" name="Freeform 166">
                <a:extLst>
                  <a:ext uri="{FF2B5EF4-FFF2-40B4-BE49-F238E27FC236}">
                    <a16:creationId xmlns:a16="http://schemas.microsoft.com/office/drawing/2014/main" id="{A61C5894-B86D-4C61-9218-112C5175E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658"/>
                <a:ext cx="22" cy="10"/>
              </a:xfrm>
              <a:custGeom>
                <a:avLst/>
                <a:gdLst>
                  <a:gd name="T0" fmla="*/ 77 w 16"/>
                  <a:gd name="T1" fmla="*/ 19 h 7"/>
                  <a:gd name="T2" fmla="*/ 77 w 16"/>
                  <a:gd name="T3" fmla="*/ 13 h 7"/>
                  <a:gd name="T4" fmla="*/ 61 w 16"/>
                  <a:gd name="T5" fmla="*/ 13 h 7"/>
                  <a:gd name="T6" fmla="*/ 21 w 16"/>
                  <a:gd name="T7" fmla="*/ 29 h 7"/>
                  <a:gd name="T8" fmla="*/ 21 w 16"/>
                  <a:gd name="T9" fmla="*/ 27 h 7"/>
                  <a:gd name="T10" fmla="*/ 15 w 16"/>
                  <a:gd name="T11" fmla="*/ 27 h 7"/>
                  <a:gd name="T12" fmla="*/ 0 w 16"/>
                  <a:gd name="T13" fmla="*/ 29 h 7"/>
                  <a:gd name="T14" fmla="*/ 11 w 16"/>
                  <a:gd name="T15" fmla="*/ 29 h 7"/>
                  <a:gd name="T16" fmla="*/ 26 w 16"/>
                  <a:gd name="T17" fmla="*/ 41 h 7"/>
                  <a:gd name="T18" fmla="*/ 44 w 16"/>
                  <a:gd name="T19" fmla="*/ 39 h 7"/>
                  <a:gd name="T20" fmla="*/ 65 w 16"/>
                  <a:gd name="T21" fmla="*/ 41 h 7"/>
                  <a:gd name="T22" fmla="*/ 61 w 16"/>
                  <a:gd name="T23" fmla="*/ 41 h 7"/>
                  <a:gd name="T24" fmla="*/ 77 w 16"/>
                  <a:gd name="T25" fmla="*/ 19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7">
                    <a:moveTo>
                      <a:pt x="16" y="3"/>
                    </a:moveTo>
                    <a:cubicBezTo>
                      <a:pt x="16" y="3"/>
                      <a:pt x="16" y="2"/>
                      <a:pt x="16" y="2"/>
                    </a:cubicBezTo>
                    <a:cubicBezTo>
                      <a:pt x="16" y="0"/>
                      <a:pt x="14" y="1"/>
                      <a:pt x="12" y="2"/>
                    </a:cubicBezTo>
                    <a:cubicBezTo>
                      <a:pt x="10" y="3"/>
                      <a:pt x="5" y="6"/>
                      <a:pt x="4" y="5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6" y="7"/>
                      <a:pt x="8" y="7"/>
                      <a:pt x="9" y="6"/>
                    </a:cubicBezTo>
                    <a:cubicBezTo>
                      <a:pt x="10" y="5"/>
                      <a:pt x="12" y="4"/>
                      <a:pt x="13" y="7"/>
                    </a:cubicBezTo>
                    <a:cubicBezTo>
                      <a:pt x="13" y="7"/>
                      <a:pt x="13" y="7"/>
                      <a:pt x="12" y="7"/>
                    </a:cubicBezTo>
                    <a:cubicBezTo>
                      <a:pt x="14" y="6"/>
                      <a:pt x="15" y="5"/>
                      <a:pt x="16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1" name="Freeform 167">
                <a:extLst>
                  <a:ext uri="{FF2B5EF4-FFF2-40B4-BE49-F238E27FC236}">
                    <a16:creationId xmlns:a16="http://schemas.microsoft.com/office/drawing/2014/main" id="{7DD8A9F3-BA8D-482E-8244-E1D88C47C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595"/>
                <a:ext cx="11" cy="7"/>
              </a:xfrm>
              <a:custGeom>
                <a:avLst/>
                <a:gdLst>
                  <a:gd name="T0" fmla="*/ 36 w 8"/>
                  <a:gd name="T1" fmla="*/ 0 h 5"/>
                  <a:gd name="T2" fmla="*/ 21 w 8"/>
                  <a:gd name="T3" fmla="*/ 11 h 5"/>
                  <a:gd name="T4" fmla="*/ 0 w 8"/>
                  <a:gd name="T5" fmla="*/ 15 h 5"/>
                  <a:gd name="T6" fmla="*/ 11 w 8"/>
                  <a:gd name="T7" fmla="*/ 21 h 5"/>
                  <a:gd name="T8" fmla="*/ 26 w 8"/>
                  <a:gd name="T9" fmla="*/ 15 h 5"/>
                  <a:gd name="T10" fmla="*/ 29 w 8"/>
                  <a:gd name="T11" fmla="*/ 21 h 5"/>
                  <a:gd name="T12" fmla="*/ 29 w 8"/>
                  <a:gd name="T13" fmla="*/ 28 h 5"/>
                  <a:gd name="T14" fmla="*/ 40 w 8"/>
                  <a:gd name="T15" fmla="*/ 1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7" y="0"/>
                    </a:moveTo>
                    <a:cubicBezTo>
                      <a:pt x="7" y="2"/>
                      <a:pt x="5" y="2"/>
                      <a:pt x="4" y="2"/>
                    </a:cubicBezTo>
                    <a:cubicBezTo>
                      <a:pt x="3" y="2"/>
                      <a:pt x="1" y="3"/>
                      <a:pt x="0" y="3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7" y="5"/>
                      <a:pt x="8" y="3"/>
                      <a:pt x="8" y="2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2" name="Freeform 168">
                <a:extLst>
                  <a:ext uri="{FF2B5EF4-FFF2-40B4-BE49-F238E27FC236}">
                    <a16:creationId xmlns:a16="http://schemas.microsoft.com/office/drawing/2014/main" id="{381EF3EE-AF41-4340-B061-93A640DB8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3648"/>
                <a:ext cx="8" cy="6"/>
              </a:xfrm>
              <a:custGeom>
                <a:avLst/>
                <a:gdLst>
                  <a:gd name="T0" fmla="*/ 9 w 6"/>
                  <a:gd name="T1" fmla="*/ 0 h 4"/>
                  <a:gd name="T2" fmla="*/ 0 w 6"/>
                  <a:gd name="T3" fmla="*/ 27 h 4"/>
                  <a:gd name="T4" fmla="*/ 1 w 6"/>
                  <a:gd name="T5" fmla="*/ 32 h 4"/>
                  <a:gd name="T6" fmla="*/ 16 w 6"/>
                  <a:gd name="T7" fmla="*/ 1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3" y="2"/>
                      <a:pt x="2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3" y="4"/>
                      <a:pt x="6" y="3"/>
                      <a:pt x="4" y="2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3" name="Freeform 169">
                <a:extLst>
                  <a:ext uri="{FF2B5EF4-FFF2-40B4-BE49-F238E27FC236}">
                    <a16:creationId xmlns:a16="http://schemas.microsoft.com/office/drawing/2014/main" id="{EB0B3887-342D-44F5-9F15-3D335737B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3651"/>
                <a:ext cx="4" cy="4"/>
              </a:xfrm>
              <a:custGeom>
                <a:avLst/>
                <a:gdLst>
                  <a:gd name="T0" fmla="*/ 0 w 3"/>
                  <a:gd name="T1" fmla="*/ 9 h 3"/>
                  <a:gd name="T2" fmla="*/ 1 w 3"/>
                  <a:gd name="T3" fmla="*/ 12 h 3"/>
                  <a:gd name="T4" fmla="*/ 12 w 3"/>
                  <a:gd name="T5" fmla="*/ 9 h 3"/>
                  <a:gd name="T6" fmla="*/ 9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2" y="1"/>
                      <a:pt x="2" y="0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4" name="Freeform 170">
                <a:extLst>
                  <a:ext uri="{FF2B5EF4-FFF2-40B4-BE49-F238E27FC236}">
                    <a16:creationId xmlns:a16="http://schemas.microsoft.com/office/drawing/2014/main" id="{EBCF9AE5-2B71-4615-8F37-D2B7B3FA8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3660"/>
                <a:ext cx="7" cy="11"/>
              </a:xfrm>
              <a:custGeom>
                <a:avLst/>
                <a:gdLst>
                  <a:gd name="T0" fmla="*/ 28 w 5"/>
                  <a:gd name="T1" fmla="*/ 0 h 8"/>
                  <a:gd name="T2" fmla="*/ 15 w 5"/>
                  <a:gd name="T3" fmla="*/ 15 h 8"/>
                  <a:gd name="T4" fmla="*/ 28 w 5"/>
                  <a:gd name="T5" fmla="*/ 36 h 8"/>
                  <a:gd name="T6" fmla="*/ 1 w 5"/>
                  <a:gd name="T7" fmla="*/ 26 h 8"/>
                  <a:gd name="T8" fmla="*/ 11 w 5"/>
                  <a:gd name="T9" fmla="*/ 11 h 8"/>
                  <a:gd name="T10" fmla="*/ 15 w 5"/>
                  <a:gd name="T11" fmla="*/ 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4" y="0"/>
                      <a:pt x="3" y="2"/>
                      <a:pt x="3" y="3"/>
                    </a:cubicBezTo>
                    <a:cubicBezTo>
                      <a:pt x="3" y="5"/>
                      <a:pt x="3" y="7"/>
                      <a:pt x="5" y="7"/>
                    </a:cubicBezTo>
                    <a:cubicBezTo>
                      <a:pt x="4" y="8"/>
                      <a:pt x="2" y="6"/>
                      <a:pt x="1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5" name="Freeform 171">
                <a:extLst>
                  <a:ext uri="{FF2B5EF4-FFF2-40B4-BE49-F238E27FC236}">
                    <a16:creationId xmlns:a16="http://schemas.microsoft.com/office/drawing/2014/main" id="{4333AC80-B395-47E4-B6FC-E5B5E2A46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3644"/>
                <a:ext cx="9" cy="10"/>
              </a:xfrm>
              <a:custGeom>
                <a:avLst/>
                <a:gdLst>
                  <a:gd name="T0" fmla="*/ 48 w 6"/>
                  <a:gd name="T1" fmla="*/ 0 h 7"/>
                  <a:gd name="T2" fmla="*/ 18 w 6"/>
                  <a:gd name="T3" fmla="*/ 19 h 7"/>
                  <a:gd name="T4" fmla="*/ 12 w 6"/>
                  <a:gd name="T5" fmla="*/ 41 h 7"/>
                  <a:gd name="T6" fmla="*/ 0 w 6"/>
                  <a:gd name="T7" fmla="*/ 19 h 7"/>
                  <a:gd name="T8" fmla="*/ 3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0"/>
                      <a:pt x="2" y="1"/>
                      <a:pt x="2" y="3"/>
                    </a:cubicBezTo>
                    <a:cubicBezTo>
                      <a:pt x="1" y="4"/>
                      <a:pt x="1" y="5"/>
                      <a:pt x="1" y="7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6" name="Freeform 172">
                <a:extLst>
                  <a:ext uri="{FF2B5EF4-FFF2-40B4-BE49-F238E27FC236}">
                    <a16:creationId xmlns:a16="http://schemas.microsoft.com/office/drawing/2014/main" id="{DC897F15-70D7-41B7-A49C-91585505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664"/>
                <a:ext cx="6" cy="2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32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7" name="Freeform 173">
                <a:extLst>
                  <a:ext uri="{FF2B5EF4-FFF2-40B4-BE49-F238E27FC236}">
                    <a16:creationId xmlns:a16="http://schemas.microsoft.com/office/drawing/2014/main" id="{5AEB0549-FFE4-4F82-BEB7-A66818D64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3648"/>
                <a:ext cx="6" cy="3"/>
              </a:xfrm>
              <a:custGeom>
                <a:avLst/>
                <a:gdLst>
                  <a:gd name="T0" fmla="*/ 32 w 4"/>
                  <a:gd name="T1" fmla="*/ 0 h 2"/>
                  <a:gd name="T2" fmla="*/ 0 w 4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2"/>
                      <a:pt x="1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8" name="Freeform 174">
                <a:extLst>
                  <a:ext uri="{FF2B5EF4-FFF2-40B4-BE49-F238E27FC236}">
                    <a16:creationId xmlns:a16="http://schemas.microsoft.com/office/drawing/2014/main" id="{6F6907A5-F0A2-4C86-9D13-8F9563D4A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3630"/>
                <a:ext cx="6" cy="2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32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1"/>
                      <a:pt x="1" y="1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9" name="Freeform 175">
                <a:extLst>
                  <a:ext uri="{FF2B5EF4-FFF2-40B4-BE49-F238E27FC236}">
                    <a16:creationId xmlns:a16="http://schemas.microsoft.com/office/drawing/2014/main" id="{255CEB51-6C19-457B-83F7-8AE4F29FF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614"/>
                <a:ext cx="5" cy="3"/>
              </a:xfrm>
              <a:custGeom>
                <a:avLst/>
                <a:gdLst>
                  <a:gd name="T0" fmla="*/ 13 w 4"/>
                  <a:gd name="T1" fmla="*/ 0 h 2"/>
                  <a:gd name="T2" fmla="*/ 0 w 4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0" name="Freeform 176">
                <a:extLst>
                  <a:ext uri="{FF2B5EF4-FFF2-40B4-BE49-F238E27FC236}">
                    <a16:creationId xmlns:a16="http://schemas.microsoft.com/office/drawing/2014/main" id="{455AA824-1C4E-46E7-8098-AC74AD10A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620"/>
                <a:ext cx="4" cy="4"/>
              </a:xfrm>
              <a:custGeom>
                <a:avLst/>
                <a:gdLst>
                  <a:gd name="T0" fmla="*/ 12 w 3"/>
                  <a:gd name="T1" fmla="*/ 0 h 3"/>
                  <a:gd name="T2" fmla="*/ 0 w 3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2" y="3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1" name="Freeform 177">
                <a:extLst>
                  <a:ext uri="{FF2B5EF4-FFF2-40B4-BE49-F238E27FC236}">
                    <a16:creationId xmlns:a16="http://schemas.microsoft.com/office/drawing/2014/main" id="{1C2F4800-420A-41F4-A983-4998692F6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3598"/>
                <a:ext cx="8" cy="3"/>
              </a:xfrm>
              <a:custGeom>
                <a:avLst/>
                <a:gdLst>
                  <a:gd name="T0" fmla="*/ 27 w 6"/>
                  <a:gd name="T1" fmla="*/ 0 h 2"/>
                  <a:gd name="T2" fmla="*/ 0 w 6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1"/>
                      <a:pt x="0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2" name="Freeform 178">
                <a:extLst>
                  <a:ext uri="{FF2B5EF4-FFF2-40B4-BE49-F238E27FC236}">
                    <a16:creationId xmlns:a16="http://schemas.microsoft.com/office/drawing/2014/main" id="{D9B6AFFB-CD3C-4BEE-9660-B5FFB9741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3602"/>
                <a:ext cx="11" cy="6"/>
              </a:xfrm>
              <a:custGeom>
                <a:avLst/>
                <a:gdLst>
                  <a:gd name="T0" fmla="*/ 26 w 8"/>
                  <a:gd name="T1" fmla="*/ 0 h 4"/>
                  <a:gd name="T2" fmla="*/ 0 w 8"/>
                  <a:gd name="T3" fmla="*/ 18 h 4"/>
                  <a:gd name="T4" fmla="*/ 26 w 8"/>
                  <a:gd name="T5" fmla="*/ 27 h 4"/>
                  <a:gd name="T6" fmla="*/ 40 w 8"/>
                  <a:gd name="T7" fmla="*/ 1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3" y="3"/>
                      <a:pt x="5" y="3"/>
                    </a:cubicBezTo>
                    <a:cubicBezTo>
                      <a:pt x="6" y="4"/>
                      <a:pt x="7" y="3"/>
                      <a:pt x="8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3" name="Freeform 179">
                <a:extLst>
                  <a:ext uri="{FF2B5EF4-FFF2-40B4-BE49-F238E27FC236}">
                    <a16:creationId xmlns:a16="http://schemas.microsoft.com/office/drawing/2014/main" id="{0AE21002-AEB0-401C-B2BE-65EB01D52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3652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18 w 2"/>
                  <a:gd name="T3" fmla="*/ 1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2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4" name="Freeform 180">
                <a:extLst>
                  <a:ext uri="{FF2B5EF4-FFF2-40B4-BE49-F238E27FC236}">
                    <a16:creationId xmlns:a16="http://schemas.microsoft.com/office/drawing/2014/main" id="{91D34B1C-E9D7-4C9C-A396-6836472A5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3636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18 w 2"/>
                  <a:gd name="T3" fmla="*/ 2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3"/>
                      <a:pt x="2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5" name="Freeform 181">
                <a:extLst>
                  <a:ext uri="{FF2B5EF4-FFF2-40B4-BE49-F238E27FC236}">
                    <a16:creationId xmlns:a16="http://schemas.microsoft.com/office/drawing/2014/main" id="{1D313B4B-2A22-47B6-8EBE-374A958F7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3580"/>
                <a:ext cx="56" cy="103"/>
              </a:xfrm>
              <a:custGeom>
                <a:avLst/>
                <a:gdLst>
                  <a:gd name="T0" fmla="*/ 154 w 41"/>
                  <a:gd name="T1" fmla="*/ 449 h 70"/>
                  <a:gd name="T2" fmla="*/ 172 w 41"/>
                  <a:gd name="T3" fmla="*/ 331 h 70"/>
                  <a:gd name="T4" fmla="*/ 131 w 41"/>
                  <a:gd name="T5" fmla="*/ 190 h 70"/>
                  <a:gd name="T6" fmla="*/ 113 w 41"/>
                  <a:gd name="T7" fmla="*/ 32 h 70"/>
                  <a:gd name="T8" fmla="*/ 14 w 41"/>
                  <a:gd name="T9" fmla="*/ 82 h 70"/>
                  <a:gd name="T10" fmla="*/ 36 w 41"/>
                  <a:gd name="T11" fmla="*/ 346 h 70"/>
                  <a:gd name="T12" fmla="*/ 154 w 41"/>
                  <a:gd name="T13" fmla="*/ 44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70">
                    <a:moveTo>
                      <a:pt x="33" y="65"/>
                    </a:moveTo>
                    <a:cubicBezTo>
                      <a:pt x="39" y="61"/>
                      <a:pt x="41" y="55"/>
                      <a:pt x="36" y="48"/>
                    </a:cubicBezTo>
                    <a:cubicBezTo>
                      <a:pt x="32" y="40"/>
                      <a:pt x="28" y="35"/>
                      <a:pt x="27" y="28"/>
                    </a:cubicBezTo>
                    <a:cubicBezTo>
                      <a:pt x="25" y="20"/>
                      <a:pt x="30" y="10"/>
                      <a:pt x="24" y="5"/>
                    </a:cubicBezTo>
                    <a:cubicBezTo>
                      <a:pt x="19" y="0"/>
                      <a:pt x="7" y="1"/>
                      <a:pt x="3" y="12"/>
                    </a:cubicBezTo>
                    <a:cubicBezTo>
                      <a:pt x="0" y="23"/>
                      <a:pt x="0" y="36"/>
                      <a:pt x="7" y="50"/>
                    </a:cubicBezTo>
                    <a:cubicBezTo>
                      <a:pt x="12" y="61"/>
                      <a:pt x="21" y="70"/>
                      <a:pt x="33" y="6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6" name="Freeform 182">
                <a:extLst>
                  <a:ext uri="{FF2B5EF4-FFF2-40B4-BE49-F238E27FC236}">
                    <a16:creationId xmlns:a16="http://schemas.microsoft.com/office/drawing/2014/main" id="{9DF72A50-5E78-467B-AED8-5502BA040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3585"/>
                <a:ext cx="51" cy="97"/>
              </a:xfrm>
              <a:custGeom>
                <a:avLst/>
                <a:gdLst>
                  <a:gd name="T0" fmla="*/ 21 w 37"/>
                  <a:gd name="T1" fmla="*/ 69 h 66"/>
                  <a:gd name="T2" fmla="*/ 61 w 37"/>
                  <a:gd name="T3" fmla="*/ 1 h 66"/>
                  <a:gd name="T4" fmla="*/ 109 w 37"/>
                  <a:gd name="T5" fmla="*/ 19 h 66"/>
                  <a:gd name="T6" fmla="*/ 117 w 37"/>
                  <a:gd name="T7" fmla="*/ 110 h 66"/>
                  <a:gd name="T8" fmla="*/ 117 w 37"/>
                  <a:gd name="T9" fmla="*/ 170 h 66"/>
                  <a:gd name="T10" fmla="*/ 161 w 37"/>
                  <a:gd name="T11" fmla="*/ 295 h 66"/>
                  <a:gd name="T12" fmla="*/ 171 w 37"/>
                  <a:gd name="T13" fmla="*/ 309 h 66"/>
                  <a:gd name="T14" fmla="*/ 181 w 37"/>
                  <a:gd name="T15" fmla="*/ 378 h 66"/>
                  <a:gd name="T16" fmla="*/ 154 w 37"/>
                  <a:gd name="T17" fmla="*/ 410 h 66"/>
                  <a:gd name="T18" fmla="*/ 150 w 37"/>
                  <a:gd name="T19" fmla="*/ 419 h 66"/>
                  <a:gd name="T20" fmla="*/ 36 w 37"/>
                  <a:gd name="T21" fmla="*/ 320 h 66"/>
                  <a:gd name="T22" fmla="*/ 21 w 37"/>
                  <a:gd name="T23" fmla="*/ 69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66">
                    <a:moveTo>
                      <a:pt x="4" y="10"/>
                    </a:moveTo>
                    <a:cubicBezTo>
                      <a:pt x="5" y="5"/>
                      <a:pt x="8" y="2"/>
                      <a:pt x="12" y="1"/>
                    </a:cubicBezTo>
                    <a:cubicBezTo>
                      <a:pt x="16" y="0"/>
                      <a:pt x="20" y="1"/>
                      <a:pt x="22" y="3"/>
                    </a:cubicBezTo>
                    <a:cubicBezTo>
                      <a:pt x="25" y="6"/>
                      <a:pt x="25" y="11"/>
                      <a:pt x="24" y="16"/>
                    </a:cubicBezTo>
                    <a:cubicBezTo>
                      <a:pt x="24" y="19"/>
                      <a:pt x="24" y="22"/>
                      <a:pt x="24" y="25"/>
                    </a:cubicBezTo>
                    <a:cubicBezTo>
                      <a:pt x="26" y="32"/>
                      <a:pt x="29" y="37"/>
                      <a:pt x="33" y="43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6" y="49"/>
                      <a:pt x="37" y="52"/>
                      <a:pt x="36" y="55"/>
                    </a:cubicBezTo>
                    <a:cubicBezTo>
                      <a:pt x="36" y="57"/>
                      <a:pt x="34" y="59"/>
                      <a:pt x="31" y="60"/>
                    </a:cubicBezTo>
                    <a:cubicBezTo>
                      <a:pt x="31" y="61"/>
                      <a:pt x="31" y="61"/>
                      <a:pt x="30" y="61"/>
                    </a:cubicBezTo>
                    <a:cubicBezTo>
                      <a:pt x="18" y="66"/>
                      <a:pt x="10" y="54"/>
                      <a:pt x="7" y="47"/>
                    </a:cubicBezTo>
                    <a:cubicBezTo>
                      <a:pt x="1" y="35"/>
                      <a:pt x="0" y="22"/>
                      <a:pt x="4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7" name="Freeform 183">
                <a:extLst>
                  <a:ext uri="{FF2B5EF4-FFF2-40B4-BE49-F238E27FC236}">
                    <a16:creationId xmlns:a16="http://schemas.microsoft.com/office/drawing/2014/main" id="{985F5A0B-2D99-41C0-A03B-B24D888768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0" y="3588"/>
                <a:ext cx="44" cy="86"/>
              </a:xfrm>
              <a:custGeom>
                <a:avLst/>
                <a:gdLst>
                  <a:gd name="T0" fmla="*/ 40 w 32"/>
                  <a:gd name="T1" fmla="*/ 13 h 59"/>
                  <a:gd name="T2" fmla="*/ 77 w 32"/>
                  <a:gd name="T3" fmla="*/ 47 h 59"/>
                  <a:gd name="T4" fmla="*/ 21 w 32"/>
                  <a:gd name="T5" fmla="*/ 41 h 59"/>
                  <a:gd name="T6" fmla="*/ 40 w 32"/>
                  <a:gd name="T7" fmla="*/ 60 h 59"/>
                  <a:gd name="T8" fmla="*/ 44 w 32"/>
                  <a:gd name="T9" fmla="*/ 69 h 59"/>
                  <a:gd name="T10" fmla="*/ 11 w 32"/>
                  <a:gd name="T11" fmla="*/ 101 h 59"/>
                  <a:gd name="T12" fmla="*/ 61 w 32"/>
                  <a:gd name="T13" fmla="*/ 117 h 59"/>
                  <a:gd name="T14" fmla="*/ 1 w 32"/>
                  <a:gd name="T15" fmla="*/ 189 h 59"/>
                  <a:gd name="T16" fmla="*/ 69 w 32"/>
                  <a:gd name="T17" fmla="*/ 217 h 59"/>
                  <a:gd name="T18" fmla="*/ 61 w 32"/>
                  <a:gd name="T19" fmla="*/ 245 h 59"/>
                  <a:gd name="T20" fmla="*/ 26 w 32"/>
                  <a:gd name="T21" fmla="*/ 289 h 59"/>
                  <a:gd name="T22" fmla="*/ 95 w 32"/>
                  <a:gd name="T23" fmla="*/ 289 h 59"/>
                  <a:gd name="T24" fmla="*/ 84 w 32"/>
                  <a:gd name="T25" fmla="*/ 316 h 59"/>
                  <a:gd name="T26" fmla="*/ 132 w 32"/>
                  <a:gd name="T27" fmla="*/ 375 h 59"/>
                  <a:gd name="T28" fmla="*/ 160 w 32"/>
                  <a:gd name="T29" fmla="*/ 329 h 59"/>
                  <a:gd name="T30" fmla="*/ 102 w 32"/>
                  <a:gd name="T31" fmla="*/ 344 h 59"/>
                  <a:gd name="T32" fmla="*/ 144 w 32"/>
                  <a:gd name="T33" fmla="*/ 284 h 59"/>
                  <a:gd name="T34" fmla="*/ 84 w 32"/>
                  <a:gd name="T35" fmla="*/ 264 h 59"/>
                  <a:gd name="T36" fmla="*/ 89 w 32"/>
                  <a:gd name="T37" fmla="*/ 249 h 59"/>
                  <a:gd name="T38" fmla="*/ 105 w 32"/>
                  <a:gd name="T39" fmla="*/ 189 h 59"/>
                  <a:gd name="T40" fmla="*/ 95 w 32"/>
                  <a:gd name="T41" fmla="*/ 171 h 59"/>
                  <a:gd name="T42" fmla="*/ 76 w 32"/>
                  <a:gd name="T43" fmla="*/ 155 h 59"/>
                  <a:gd name="T44" fmla="*/ 26 w 32"/>
                  <a:gd name="T45" fmla="*/ 147 h 59"/>
                  <a:gd name="T46" fmla="*/ 95 w 32"/>
                  <a:gd name="T47" fmla="*/ 130 h 59"/>
                  <a:gd name="T48" fmla="*/ 95 w 32"/>
                  <a:gd name="T49" fmla="*/ 101 h 59"/>
                  <a:gd name="T50" fmla="*/ 77 w 32"/>
                  <a:gd name="T51" fmla="*/ 76 h 59"/>
                  <a:gd name="T52" fmla="*/ 95 w 32"/>
                  <a:gd name="T53" fmla="*/ 19 h 59"/>
                  <a:gd name="T54" fmla="*/ 89 w 32"/>
                  <a:gd name="T55" fmla="*/ 19 h 59"/>
                  <a:gd name="T56" fmla="*/ 76 w 32"/>
                  <a:gd name="T57" fmla="*/ 73 h 59"/>
                  <a:gd name="T58" fmla="*/ 95 w 32"/>
                  <a:gd name="T59" fmla="*/ 106 h 59"/>
                  <a:gd name="T60" fmla="*/ 89 w 32"/>
                  <a:gd name="T61" fmla="*/ 127 h 59"/>
                  <a:gd name="T62" fmla="*/ 21 w 32"/>
                  <a:gd name="T63" fmla="*/ 147 h 59"/>
                  <a:gd name="T64" fmla="*/ 76 w 32"/>
                  <a:gd name="T65" fmla="*/ 157 h 59"/>
                  <a:gd name="T66" fmla="*/ 95 w 32"/>
                  <a:gd name="T67" fmla="*/ 171 h 59"/>
                  <a:gd name="T68" fmla="*/ 105 w 32"/>
                  <a:gd name="T69" fmla="*/ 198 h 59"/>
                  <a:gd name="T70" fmla="*/ 89 w 32"/>
                  <a:gd name="T71" fmla="*/ 245 h 59"/>
                  <a:gd name="T72" fmla="*/ 89 w 32"/>
                  <a:gd name="T73" fmla="*/ 270 h 59"/>
                  <a:gd name="T74" fmla="*/ 144 w 32"/>
                  <a:gd name="T75" fmla="*/ 284 h 59"/>
                  <a:gd name="T76" fmla="*/ 95 w 32"/>
                  <a:gd name="T77" fmla="*/ 344 h 59"/>
                  <a:gd name="T78" fmla="*/ 160 w 32"/>
                  <a:gd name="T79" fmla="*/ 329 h 59"/>
                  <a:gd name="T80" fmla="*/ 69 w 32"/>
                  <a:gd name="T81" fmla="*/ 363 h 59"/>
                  <a:gd name="T82" fmla="*/ 106 w 32"/>
                  <a:gd name="T83" fmla="*/ 303 h 59"/>
                  <a:gd name="T84" fmla="*/ 61 w 32"/>
                  <a:gd name="T85" fmla="*/ 312 h 59"/>
                  <a:gd name="T86" fmla="*/ 26 w 32"/>
                  <a:gd name="T87" fmla="*/ 275 h 59"/>
                  <a:gd name="T88" fmla="*/ 65 w 32"/>
                  <a:gd name="T89" fmla="*/ 245 h 59"/>
                  <a:gd name="T90" fmla="*/ 69 w 32"/>
                  <a:gd name="T91" fmla="*/ 214 h 59"/>
                  <a:gd name="T92" fmla="*/ 1 w 32"/>
                  <a:gd name="T93" fmla="*/ 140 h 59"/>
                  <a:gd name="T94" fmla="*/ 77 w 32"/>
                  <a:gd name="T95" fmla="*/ 111 h 59"/>
                  <a:gd name="T96" fmla="*/ 11 w 32"/>
                  <a:gd name="T97" fmla="*/ 87 h 59"/>
                  <a:gd name="T98" fmla="*/ 65 w 32"/>
                  <a:gd name="T99" fmla="*/ 69 h 59"/>
                  <a:gd name="T100" fmla="*/ 21 w 32"/>
                  <a:gd name="T101" fmla="*/ 52 h 59"/>
                  <a:gd name="T102" fmla="*/ 61 w 32"/>
                  <a:gd name="T103" fmla="*/ 47 h 59"/>
                  <a:gd name="T104" fmla="*/ 69 w 32"/>
                  <a:gd name="T105" fmla="*/ 28 h 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2" h="59">
                    <a:moveTo>
                      <a:pt x="19" y="3"/>
                    </a:moveTo>
                    <a:cubicBezTo>
                      <a:pt x="17" y="1"/>
                      <a:pt x="13" y="0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10" y="4"/>
                      <a:pt x="12" y="5"/>
                      <a:pt x="14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4" y="6"/>
                      <a:pt x="12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5"/>
                      <a:pt x="6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5" y="9"/>
                      <a:pt x="6" y="9"/>
                      <a:pt x="8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0"/>
                      <a:pt x="10" y="10"/>
                      <a:pt x="9" y="10"/>
                    </a:cubicBezTo>
                    <a:cubicBezTo>
                      <a:pt x="8" y="10"/>
                      <a:pt x="6" y="10"/>
                      <a:pt x="5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1" y="12"/>
                      <a:pt x="1" y="12"/>
                    </a:cubicBezTo>
                    <a:cubicBezTo>
                      <a:pt x="1" y="13"/>
                      <a:pt x="1" y="14"/>
                      <a:pt x="2" y="15"/>
                    </a:cubicBezTo>
                    <a:cubicBezTo>
                      <a:pt x="3" y="15"/>
                      <a:pt x="5" y="15"/>
                      <a:pt x="8" y="16"/>
                    </a:cubicBezTo>
                    <a:cubicBezTo>
                      <a:pt x="11" y="16"/>
                      <a:pt x="15" y="16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8"/>
                      <a:pt x="15" y="18"/>
                      <a:pt x="12" y="18"/>
                    </a:cubicBezTo>
                    <a:cubicBezTo>
                      <a:pt x="10" y="18"/>
                      <a:pt x="5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1" y="20"/>
                      <a:pt x="1" y="20"/>
                      <a:pt x="0" y="21"/>
                    </a:cubicBezTo>
                    <a:cubicBezTo>
                      <a:pt x="0" y="24"/>
                      <a:pt x="0" y="26"/>
                      <a:pt x="1" y="29"/>
                    </a:cubicBezTo>
                    <a:cubicBezTo>
                      <a:pt x="1" y="30"/>
                      <a:pt x="1" y="31"/>
                      <a:pt x="1" y="32"/>
                    </a:cubicBezTo>
                    <a:cubicBezTo>
                      <a:pt x="2" y="34"/>
                      <a:pt x="3" y="35"/>
                      <a:pt x="4" y="35"/>
                    </a:cubicBezTo>
                    <a:cubicBezTo>
                      <a:pt x="6" y="36"/>
                      <a:pt x="10" y="35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3"/>
                      <a:pt x="17" y="32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5"/>
                      <a:pt x="16" y="36"/>
                      <a:pt x="13" y="36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8" y="38"/>
                      <a:pt x="6" y="39"/>
                      <a:pt x="5" y="40"/>
                    </a:cubicBezTo>
                    <a:cubicBezTo>
                      <a:pt x="4" y="40"/>
                      <a:pt x="4" y="42"/>
                      <a:pt x="5" y="42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7" y="47"/>
                      <a:pt x="8" y="47"/>
                    </a:cubicBezTo>
                    <a:cubicBezTo>
                      <a:pt x="9" y="48"/>
                      <a:pt x="11" y="48"/>
                      <a:pt x="12" y="48"/>
                    </a:cubicBezTo>
                    <a:cubicBezTo>
                      <a:pt x="15" y="46"/>
                      <a:pt x="17" y="45"/>
                      <a:pt x="19" y="44"/>
                    </a:cubicBezTo>
                    <a:cubicBezTo>
                      <a:pt x="21" y="43"/>
                      <a:pt x="22" y="43"/>
                      <a:pt x="22" y="43"/>
                    </a:cubicBezTo>
                    <a:cubicBezTo>
                      <a:pt x="22" y="43"/>
                      <a:pt x="22" y="44"/>
                      <a:pt x="22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0" y="46"/>
                      <a:pt x="19" y="47"/>
                      <a:pt x="17" y="48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51"/>
                      <a:pt x="12" y="52"/>
                      <a:pt x="12" y="53"/>
                    </a:cubicBezTo>
                    <a:cubicBezTo>
                      <a:pt x="12" y="55"/>
                      <a:pt x="13" y="55"/>
                      <a:pt x="13" y="55"/>
                    </a:cubicBezTo>
                    <a:cubicBezTo>
                      <a:pt x="17" y="58"/>
                      <a:pt x="22" y="59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30" y="55"/>
                      <a:pt x="32" y="53"/>
                      <a:pt x="32" y="51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1" y="48"/>
                      <a:pt x="29" y="49"/>
                      <a:pt x="28" y="50"/>
                    </a:cubicBezTo>
                    <a:cubicBezTo>
                      <a:pt x="22" y="54"/>
                      <a:pt x="20" y="53"/>
                      <a:pt x="20" y="52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1"/>
                      <a:pt x="24" y="50"/>
                      <a:pt x="26" y="48"/>
                    </a:cubicBezTo>
                    <a:cubicBezTo>
                      <a:pt x="28" y="48"/>
                      <a:pt x="29" y="47"/>
                      <a:pt x="29" y="47"/>
                    </a:cubicBezTo>
                    <a:cubicBezTo>
                      <a:pt x="30" y="46"/>
                      <a:pt x="31" y="45"/>
                      <a:pt x="30" y="44"/>
                    </a:cubicBezTo>
                    <a:cubicBezTo>
                      <a:pt x="30" y="44"/>
                      <a:pt x="29" y="43"/>
                      <a:pt x="29" y="43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38"/>
                      <a:pt x="25" y="37"/>
                      <a:pt x="24" y="37"/>
                    </a:cubicBezTo>
                    <a:cubicBezTo>
                      <a:pt x="23" y="38"/>
                      <a:pt x="21" y="39"/>
                      <a:pt x="19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2" y="43"/>
                      <a:pt x="11" y="43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1"/>
                      <a:pt x="13" y="40"/>
                      <a:pt x="15" y="39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22" y="37"/>
                      <a:pt x="24" y="36"/>
                      <a:pt x="24" y="35"/>
                    </a:cubicBezTo>
                    <a:cubicBezTo>
                      <a:pt x="24" y="35"/>
                      <a:pt x="24" y="34"/>
                      <a:pt x="24" y="34"/>
                    </a:cubicBezTo>
                    <a:cubicBezTo>
                      <a:pt x="23" y="33"/>
                      <a:pt x="23" y="31"/>
                      <a:pt x="22" y="30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8"/>
                      <a:pt x="18" y="29"/>
                      <a:pt x="16" y="29"/>
                    </a:cubicBezTo>
                    <a:cubicBezTo>
                      <a:pt x="14" y="30"/>
                      <a:pt x="11" y="31"/>
                      <a:pt x="11" y="30"/>
                    </a:cubicBezTo>
                    <a:cubicBezTo>
                      <a:pt x="11" y="29"/>
                      <a:pt x="13" y="28"/>
                      <a:pt x="15" y="28"/>
                    </a:cubicBezTo>
                    <a:cubicBezTo>
                      <a:pt x="16" y="27"/>
                      <a:pt x="18" y="27"/>
                      <a:pt x="19" y="26"/>
                    </a:cubicBezTo>
                    <a:cubicBezTo>
                      <a:pt x="19" y="26"/>
                      <a:pt x="20" y="26"/>
                      <a:pt x="20" y="25"/>
                    </a:cubicBezTo>
                    <a:cubicBezTo>
                      <a:pt x="20" y="25"/>
                      <a:pt x="20" y="24"/>
                      <a:pt x="19" y="24"/>
                    </a:cubicBezTo>
                    <a:cubicBezTo>
                      <a:pt x="18" y="23"/>
                      <a:pt x="17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1" y="24"/>
                      <a:pt x="8" y="24"/>
                      <a:pt x="7" y="24"/>
                    </a:cubicBezTo>
                    <a:cubicBezTo>
                      <a:pt x="6" y="24"/>
                      <a:pt x="5" y="24"/>
                      <a:pt x="5" y="23"/>
                    </a:cubicBezTo>
                    <a:cubicBezTo>
                      <a:pt x="4" y="23"/>
                      <a:pt x="5" y="22"/>
                      <a:pt x="5" y="22"/>
                    </a:cubicBezTo>
                    <a:cubicBezTo>
                      <a:pt x="5" y="21"/>
                      <a:pt x="9" y="21"/>
                      <a:pt x="12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5" y="21"/>
                      <a:pt x="17" y="21"/>
                      <a:pt x="19" y="20"/>
                    </a:cubicBezTo>
                    <a:cubicBezTo>
                      <a:pt x="20" y="20"/>
                      <a:pt x="20" y="19"/>
                      <a:pt x="20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8" y="15"/>
                      <a:pt x="17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4"/>
                      <a:pt x="15" y="14"/>
                      <a:pt x="15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7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2"/>
                      <a:pt x="21" y="11"/>
                      <a:pt x="21" y="10"/>
                    </a:cubicBezTo>
                    <a:cubicBezTo>
                      <a:pt x="21" y="7"/>
                      <a:pt x="21" y="5"/>
                      <a:pt x="19" y="3"/>
                    </a:cubicBezTo>
                    <a:close/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3" y="1"/>
                      <a:pt x="16" y="1"/>
                      <a:pt x="18" y="3"/>
                    </a:cubicBezTo>
                    <a:cubicBezTo>
                      <a:pt x="20" y="5"/>
                      <a:pt x="20" y="7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6" y="11"/>
                      <a:pt x="15" y="11"/>
                    </a:cubicBezTo>
                    <a:cubicBezTo>
                      <a:pt x="15" y="12"/>
                      <a:pt x="14" y="12"/>
                      <a:pt x="14" y="13"/>
                    </a:cubicBezTo>
                    <a:cubicBezTo>
                      <a:pt x="14" y="14"/>
                      <a:pt x="15" y="15"/>
                      <a:pt x="16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9" y="16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9"/>
                      <a:pt x="18" y="19"/>
                    </a:cubicBezTo>
                    <a:cubicBezTo>
                      <a:pt x="17" y="20"/>
                      <a:pt x="15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8" y="20"/>
                      <a:pt x="5" y="20"/>
                      <a:pt x="4" y="22"/>
                    </a:cubicBezTo>
                    <a:cubicBezTo>
                      <a:pt x="4" y="22"/>
                      <a:pt x="4" y="23"/>
                      <a:pt x="4" y="24"/>
                    </a:cubicBezTo>
                    <a:cubicBezTo>
                      <a:pt x="4" y="24"/>
                      <a:pt x="5" y="25"/>
                      <a:pt x="7" y="25"/>
                    </a:cubicBezTo>
                    <a:cubicBezTo>
                      <a:pt x="8" y="25"/>
                      <a:pt x="11" y="25"/>
                      <a:pt x="13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7" y="24"/>
                      <a:pt x="18" y="24"/>
                      <a:pt x="19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6"/>
                    </a:cubicBezTo>
                    <a:cubicBezTo>
                      <a:pt x="18" y="26"/>
                      <a:pt x="16" y="26"/>
                      <a:pt x="15" y="27"/>
                    </a:cubicBezTo>
                    <a:cubicBezTo>
                      <a:pt x="12" y="28"/>
                      <a:pt x="10" y="29"/>
                      <a:pt x="10" y="30"/>
                    </a:cubicBezTo>
                    <a:cubicBezTo>
                      <a:pt x="10" y="32"/>
                      <a:pt x="13" y="31"/>
                      <a:pt x="16" y="30"/>
                    </a:cubicBezTo>
                    <a:cubicBezTo>
                      <a:pt x="18" y="30"/>
                      <a:pt x="20" y="29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2" y="32"/>
                      <a:pt x="22" y="33"/>
                      <a:pt x="23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5"/>
                      <a:pt x="20" y="36"/>
                      <a:pt x="18" y="37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2" y="40"/>
                      <a:pt x="10" y="41"/>
                      <a:pt x="10" y="42"/>
                    </a:cubicBezTo>
                    <a:cubicBezTo>
                      <a:pt x="10" y="42"/>
                      <a:pt x="10" y="42"/>
                      <a:pt x="10" y="43"/>
                    </a:cubicBezTo>
                    <a:cubicBezTo>
                      <a:pt x="11" y="44"/>
                      <a:pt x="13" y="43"/>
                      <a:pt x="18" y="41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21" y="39"/>
                      <a:pt x="23" y="38"/>
                      <a:pt x="24" y="38"/>
                    </a:cubicBezTo>
                    <a:cubicBezTo>
                      <a:pt x="25" y="38"/>
                      <a:pt x="25" y="38"/>
                      <a:pt x="26" y="40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4"/>
                      <a:pt x="29" y="44"/>
                      <a:pt x="29" y="44"/>
                    </a:cubicBezTo>
                    <a:cubicBezTo>
                      <a:pt x="30" y="45"/>
                      <a:pt x="30" y="45"/>
                      <a:pt x="29" y="46"/>
                    </a:cubicBezTo>
                    <a:cubicBezTo>
                      <a:pt x="28" y="46"/>
                      <a:pt x="27" y="47"/>
                      <a:pt x="25" y="48"/>
                    </a:cubicBezTo>
                    <a:cubicBezTo>
                      <a:pt x="22" y="50"/>
                      <a:pt x="19" y="51"/>
                      <a:pt x="19" y="52"/>
                    </a:cubicBezTo>
                    <a:cubicBezTo>
                      <a:pt x="19" y="52"/>
                      <a:pt x="19" y="53"/>
                      <a:pt x="19" y="53"/>
                    </a:cubicBezTo>
                    <a:cubicBezTo>
                      <a:pt x="20" y="54"/>
                      <a:pt x="23" y="54"/>
                      <a:pt x="28" y="50"/>
                    </a:cubicBezTo>
                    <a:cubicBezTo>
                      <a:pt x="30" y="50"/>
                      <a:pt x="31" y="49"/>
                      <a:pt x="31" y="49"/>
                    </a:cubicBezTo>
                    <a:cubicBezTo>
                      <a:pt x="31" y="49"/>
                      <a:pt x="31" y="50"/>
                      <a:pt x="32" y="50"/>
                    </a:cubicBezTo>
                    <a:cubicBezTo>
                      <a:pt x="32" y="50"/>
                      <a:pt x="31" y="51"/>
                      <a:pt x="31" y="51"/>
                    </a:cubicBezTo>
                    <a:cubicBezTo>
                      <a:pt x="31" y="53"/>
                      <a:pt x="29" y="55"/>
                      <a:pt x="27" y="56"/>
                    </a:cubicBezTo>
                    <a:cubicBezTo>
                      <a:pt x="27" y="56"/>
                      <a:pt x="26" y="56"/>
                      <a:pt x="26" y="56"/>
                    </a:cubicBezTo>
                    <a:cubicBezTo>
                      <a:pt x="22" y="58"/>
                      <a:pt x="18" y="57"/>
                      <a:pt x="14" y="55"/>
                    </a:cubicBezTo>
                    <a:cubicBezTo>
                      <a:pt x="14" y="54"/>
                      <a:pt x="13" y="54"/>
                      <a:pt x="13" y="53"/>
                    </a:cubicBezTo>
                    <a:cubicBezTo>
                      <a:pt x="13" y="52"/>
                      <a:pt x="14" y="51"/>
                      <a:pt x="16" y="50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19" y="48"/>
                      <a:pt x="21" y="47"/>
                      <a:pt x="22" y="46"/>
                    </a:cubicBezTo>
                    <a:cubicBezTo>
                      <a:pt x="23" y="46"/>
                      <a:pt x="23" y="45"/>
                      <a:pt x="23" y="44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2" y="41"/>
                      <a:pt x="21" y="42"/>
                      <a:pt x="19" y="43"/>
                    </a:cubicBezTo>
                    <a:cubicBezTo>
                      <a:pt x="17" y="44"/>
                      <a:pt x="15" y="45"/>
                      <a:pt x="12" y="47"/>
                    </a:cubicBezTo>
                    <a:cubicBezTo>
                      <a:pt x="10" y="48"/>
                      <a:pt x="9" y="47"/>
                      <a:pt x="8" y="47"/>
                    </a:cubicBezTo>
                    <a:cubicBezTo>
                      <a:pt x="8" y="47"/>
                      <a:pt x="7" y="46"/>
                      <a:pt x="7" y="45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6" y="44"/>
                      <a:pt x="5" y="42"/>
                      <a:pt x="5" y="42"/>
                    </a:cubicBezTo>
                    <a:cubicBezTo>
                      <a:pt x="5" y="42"/>
                      <a:pt x="5" y="41"/>
                      <a:pt x="5" y="40"/>
                    </a:cubicBezTo>
                    <a:cubicBezTo>
                      <a:pt x="6" y="39"/>
                      <a:pt x="9" y="39"/>
                      <a:pt x="11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6" y="36"/>
                      <a:pt x="19" y="36"/>
                      <a:pt x="18" y="33"/>
                    </a:cubicBezTo>
                    <a:cubicBezTo>
                      <a:pt x="18" y="33"/>
                      <a:pt x="18" y="32"/>
                      <a:pt x="17" y="32"/>
                    </a:cubicBezTo>
                    <a:cubicBezTo>
                      <a:pt x="17" y="32"/>
                      <a:pt x="16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1" y="33"/>
                      <a:pt x="6" y="35"/>
                      <a:pt x="4" y="35"/>
                    </a:cubicBezTo>
                    <a:cubicBezTo>
                      <a:pt x="4" y="34"/>
                      <a:pt x="3" y="33"/>
                      <a:pt x="2" y="32"/>
                    </a:cubicBezTo>
                    <a:cubicBezTo>
                      <a:pt x="2" y="31"/>
                      <a:pt x="2" y="29"/>
                      <a:pt x="2" y="29"/>
                    </a:cubicBezTo>
                    <a:cubicBezTo>
                      <a:pt x="1" y="26"/>
                      <a:pt x="1" y="24"/>
                      <a:pt x="1" y="21"/>
                    </a:cubicBezTo>
                    <a:cubicBezTo>
                      <a:pt x="1" y="21"/>
                      <a:pt x="2" y="21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20"/>
                      <a:pt x="10" y="19"/>
                      <a:pt x="12" y="19"/>
                    </a:cubicBezTo>
                    <a:cubicBezTo>
                      <a:pt x="14" y="19"/>
                      <a:pt x="16" y="19"/>
                      <a:pt x="16" y="17"/>
                    </a:cubicBezTo>
                    <a:cubicBezTo>
                      <a:pt x="17" y="17"/>
                      <a:pt x="16" y="17"/>
                      <a:pt x="16" y="16"/>
                    </a:cubicBezTo>
                    <a:cubicBezTo>
                      <a:pt x="15" y="15"/>
                      <a:pt x="12" y="15"/>
                      <a:pt x="8" y="15"/>
                    </a:cubicBezTo>
                    <a:cubicBezTo>
                      <a:pt x="6" y="15"/>
                      <a:pt x="3" y="15"/>
                      <a:pt x="3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2" y="12"/>
                      <a:pt x="3" y="12"/>
                      <a:pt x="3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7" y="11"/>
                      <a:pt x="8" y="11"/>
                      <a:pt x="9" y="11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3" y="8"/>
                      <a:pt x="12" y="8"/>
                      <a:pt x="11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8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6" y="6"/>
                      <a:pt x="8" y="6"/>
                      <a:pt x="9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4" y="7"/>
                      <a:pt x="16" y="8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4"/>
                      <a:pt x="15" y="4"/>
                      <a:pt x="14" y="4"/>
                    </a:cubicBezTo>
                    <a:cubicBezTo>
                      <a:pt x="13" y="4"/>
                      <a:pt x="10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FB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8" name="Freeform 184">
                <a:extLst>
                  <a:ext uri="{FF2B5EF4-FFF2-40B4-BE49-F238E27FC236}">
                    <a16:creationId xmlns:a16="http://schemas.microsoft.com/office/drawing/2014/main" id="{5362548E-B613-4B5A-9397-C939E45CD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3588"/>
                <a:ext cx="44" cy="86"/>
              </a:xfrm>
              <a:custGeom>
                <a:avLst/>
                <a:gdLst>
                  <a:gd name="T0" fmla="*/ 50 w 32"/>
                  <a:gd name="T1" fmla="*/ 1 h 59"/>
                  <a:gd name="T2" fmla="*/ 40 w 32"/>
                  <a:gd name="T3" fmla="*/ 13 h 59"/>
                  <a:gd name="T4" fmla="*/ 69 w 32"/>
                  <a:gd name="T5" fmla="*/ 32 h 59"/>
                  <a:gd name="T6" fmla="*/ 77 w 32"/>
                  <a:gd name="T7" fmla="*/ 47 h 59"/>
                  <a:gd name="T8" fmla="*/ 61 w 32"/>
                  <a:gd name="T9" fmla="*/ 41 h 59"/>
                  <a:gd name="T10" fmla="*/ 21 w 32"/>
                  <a:gd name="T11" fmla="*/ 41 h 59"/>
                  <a:gd name="T12" fmla="*/ 15 w 32"/>
                  <a:gd name="T13" fmla="*/ 52 h 59"/>
                  <a:gd name="T14" fmla="*/ 40 w 32"/>
                  <a:gd name="T15" fmla="*/ 60 h 59"/>
                  <a:gd name="T16" fmla="*/ 55 w 32"/>
                  <a:gd name="T17" fmla="*/ 60 h 59"/>
                  <a:gd name="T18" fmla="*/ 44 w 32"/>
                  <a:gd name="T19" fmla="*/ 69 h 59"/>
                  <a:gd name="T20" fmla="*/ 15 w 32"/>
                  <a:gd name="T21" fmla="*/ 73 h 59"/>
                  <a:gd name="T22" fmla="*/ 11 w 32"/>
                  <a:gd name="T23" fmla="*/ 101 h 59"/>
                  <a:gd name="T24" fmla="*/ 77 w 32"/>
                  <a:gd name="T25" fmla="*/ 111 h 59"/>
                  <a:gd name="T26" fmla="*/ 61 w 32"/>
                  <a:gd name="T27" fmla="*/ 117 h 59"/>
                  <a:gd name="T28" fmla="*/ 15 w 32"/>
                  <a:gd name="T29" fmla="*/ 127 h 59"/>
                  <a:gd name="T30" fmla="*/ 1 w 32"/>
                  <a:gd name="T31" fmla="*/ 189 h 59"/>
                  <a:gd name="T32" fmla="*/ 21 w 32"/>
                  <a:gd name="T33" fmla="*/ 229 h 59"/>
                  <a:gd name="T34" fmla="*/ 69 w 32"/>
                  <a:gd name="T35" fmla="*/ 217 h 59"/>
                  <a:gd name="T36" fmla="*/ 84 w 32"/>
                  <a:gd name="T37" fmla="*/ 217 h 59"/>
                  <a:gd name="T38" fmla="*/ 61 w 32"/>
                  <a:gd name="T39" fmla="*/ 245 h 59"/>
                  <a:gd name="T40" fmla="*/ 26 w 32"/>
                  <a:gd name="T41" fmla="*/ 264 h 59"/>
                  <a:gd name="T42" fmla="*/ 26 w 32"/>
                  <a:gd name="T43" fmla="*/ 289 h 59"/>
                  <a:gd name="T44" fmla="*/ 40 w 32"/>
                  <a:gd name="T45" fmla="*/ 312 h 59"/>
                  <a:gd name="T46" fmla="*/ 95 w 32"/>
                  <a:gd name="T47" fmla="*/ 289 h 59"/>
                  <a:gd name="T48" fmla="*/ 106 w 32"/>
                  <a:gd name="T49" fmla="*/ 289 h 59"/>
                  <a:gd name="T50" fmla="*/ 84 w 32"/>
                  <a:gd name="T51" fmla="*/ 316 h 59"/>
                  <a:gd name="T52" fmla="*/ 61 w 32"/>
                  <a:gd name="T53" fmla="*/ 347 h 59"/>
                  <a:gd name="T54" fmla="*/ 132 w 32"/>
                  <a:gd name="T55" fmla="*/ 375 h 59"/>
                  <a:gd name="T56" fmla="*/ 132 w 32"/>
                  <a:gd name="T57" fmla="*/ 375 h 59"/>
                  <a:gd name="T58" fmla="*/ 160 w 32"/>
                  <a:gd name="T59" fmla="*/ 329 h 59"/>
                  <a:gd name="T60" fmla="*/ 140 w 32"/>
                  <a:gd name="T61" fmla="*/ 329 h 59"/>
                  <a:gd name="T62" fmla="*/ 102 w 32"/>
                  <a:gd name="T63" fmla="*/ 344 h 59"/>
                  <a:gd name="T64" fmla="*/ 144 w 32"/>
                  <a:gd name="T65" fmla="*/ 312 h 59"/>
                  <a:gd name="T66" fmla="*/ 144 w 32"/>
                  <a:gd name="T67" fmla="*/ 284 h 59"/>
                  <a:gd name="T68" fmla="*/ 117 w 32"/>
                  <a:gd name="T69" fmla="*/ 245 h 59"/>
                  <a:gd name="T70" fmla="*/ 84 w 32"/>
                  <a:gd name="T71" fmla="*/ 264 h 59"/>
                  <a:gd name="T72" fmla="*/ 55 w 32"/>
                  <a:gd name="T73" fmla="*/ 275 h 59"/>
                  <a:gd name="T74" fmla="*/ 89 w 32"/>
                  <a:gd name="T75" fmla="*/ 249 h 59"/>
                  <a:gd name="T76" fmla="*/ 117 w 32"/>
                  <a:gd name="T77" fmla="*/ 226 h 59"/>
                  <a:gd name="T78" fmla="*/ 105 w 32"/>
                  <a:gd name="T79" fmla="*/ 189 h 59"/>
                  <a:gd name="T80" fmla="*/ 55 w 32"/>
                  <a:gd name="T81" fmla="*/ 198 h 59"/>
                  <a:gd name="T82" fmla="*/ 95 w 32"/>
                  <a:gd name="T83" fmla="*/ 171 h 59"/>
                  <a:gd name="T84" fmla="*/ 95 w 32"/>
                  <a:gd name="T85" fmla="*/ 157 h 59"/>
                  <a:gd name="T86" fmla="*/ 76 w 32"/>
                  <a:gd name="T87" fmla="*/ 155 h 59"/>
                  <a:gd name="T88" fmla="*/ 36 w 32"/>
                  <a:gd name="T89" fmla="*/ 157 h 59"/>
                  <a:gd name="T90" fmla="*/ 26 w 32"/>
                  <a:gd name="T91" fmla="*/ 147 h 59"/>
                  <a:gd name="T92" fmla="*/ 65 w 32"/>
                  <a:gd name="T93" fmla="*/ 140 h 59"/>
                  <a:gd name="T94" fmla="*/ 95 w 32"/>
                  <a:gd name="T95" fmla="*/ 130 h 59"/>
                  <a:gd name="T96" fmla="*/ 102 w 32"/>
                  <a:gd name="T97" fmla="*/ 111 h 59"/>
                  <a:gd name="T98" fmla="*/ 95 w 32"/>
                  <a:gd name="T99" fmla="*/ 101 h 59"/>
                  <a:gd name="T100" fmla="*/ 77 w 32"/>
                  <a:gd name="T101" fmla="*/ 89 h 59"/>
                  <a:gd name="T102" fmla="*/ 77 w 32"/>
                  <a:gd name="T103" fmla="*/ 76 h 59"/>
                  <a:gd name="T104" fmla="*/ 95 w 32"/>
                  <a:gd name="T105" fmla="*/ 76 h 59"/>
                  <a:gd name="T106" fmla="*/ 95 w 32"/>
                  <a:gd name="T107" fmla="*/ 19 h 5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2" h="59">
                    <a:moveTo>
                      <a:pt x="19" y="3"/>
                    </a:moveTo>
                    <a:cubicBezTo>
                      <a:pt x="17" y="1"/>
                      <a:pt x="13" y="0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10" y="4"/>
                      <a:pt x="12" y="5"/>
                      <a:pt x="14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4" y="6"/>
                      <a:pt x="12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5"/>
                      <a:pt x="6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5" y="9"/>
                      <a:pt x="6" y="9"/>
                      <a:pt x="8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0"/>
                      <a:pt x="10" y="10"/>
                      <a:pt x="9" y="10"/>
                    </a:cubicBezTo>
                    <a:cubicBezTo>
                      <a:pt x="8" y="10"/>
                      <a:pt x="6" y="10"/>
                      <a:pt x="5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1" y="12"/>
                      <a:pt x="1" y="12"/>
                    </a:cubicBezTo>
                    <a:cubicBezTo>
                      <a:pt x="1" y="13"/>
                      <a:pt x="1" y="14"/>
                      <a:pt x="2" y="15"/>
                    </a:cubicBezTo>
                    <a:cubicBezTo>
                      <a:pt x="3" y="15"/>
                      <a:pt x="5" y="15"/>
                      <a:pt x="8" y="16"/>
                    </a:cubicBezTo>
                    <a:cubicBezTo>
                      <a:pt x="11" y="16"/>
                      <a:pt x="15" y="16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8"/>
                      <a:pt x="15" y="18"/>
                      <a:pt x="12" y="18"/>
                    </a:cubicBezTo>
                    <a:cubicBezTo>
                      <a:pt x="10" y="18"/>
                      <a:pt x="5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1" y="20"/>
                      <a:pt x="1" y="20"/>
                      <a:pt x="0" y="21"/>
                    </a:cubicBezTo>
                    <a:cubicBezTo>
                      <a:pt x="0" y="24"/>
                      <a:pt x="0" y="26"/>
                      <a:pt x="1" y="29"/>
                    </a:cubicBezTo>
                    <a:cubicBezTo>
                      <a:pt x="1" y="30"/>
                      <a:pt x="1" y="31"/>
                      <a:pt x="1" y="32"/>
                    </a:cubicBezTo>
                    <a:cubicBezTo>
                      <a:pt x="2" y="34"/>
                      <a:pt x="3" y="35"/>
                      <a:pt x="4" y="35"/>
                    </a:cubicBezTo>
                    <a:cubicBezTo>
                      <a:pt x="6" y="36"/>
                      <a:pt x="10" y="35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3"/>
                      <a:pt x="17" y="32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5"/>
                      <a:pt x="16" y="36"/>
                      <a:pt x="13" y="36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8" y="38"/>
                      <a:pt x="6" y="39"/>
                      <a:pt x="5" y="40"/>
                    </a:cubicBezTo>
                    <a:cubicBezTo>
                      <a:pt x="4" y="40"/>
                      <a:pt x="4" y="42"/>
                      <a:pt x="5" y="42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7" y="47"/>
                      <a:pt x="8" y="47"/>
                    </a:cubicBezTo>
                    <a:cubicBezTo>
                      <a:pt x="9" y="48"/>
                      <a:pt x="11" y="48"/>
                      <a:pt x="12" y="48"/>
                    </a:cubicBezTo>
                    <a:cubicBezTo>
                      <a:pt x="15" y="46"/>
                      <a:pt x="17" y="45"/>
                      <a:pt x="19" y="44"/>
                    </a:cubicBezTo>
                    <a:cubicBezTo>
                      <a:pt x="21" y="43"/>
                      <a:pt x="22" y="43"/>
                      <a:pt x="22" y="43"/>
                    </a:cubicBezTo>
                    <a:cubicBezTo>
                      <a:pt x="22" y="43"/>
                      <a:pt x="22" y="44"/>
                      <a:pt x="22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0" y="46"/>
                      <a:pt x="19" y="47"/>
                      <a:pt x="17" y="48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51"/>
                      <a:pt x="12" y="52"/>
                      <a:pt x="12" y="53"/>
                    </a:cubicBezTo>
                    <a:cubicBezTo>
                      <a:pt x="12" y="55"/>
                      <a:pt x="13" y="55"/>
                      <a:pt x="13" y="55"/>
                    </a:cubicBezTo>
                    <a:cubicBezTo>
                      <a:pt x="17" y="58"/>
                      <a:pt x="22" y="59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30" y="55"/>
                      <a:pt x="32" y="53"/>
                      <a:pt x="32" y="51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1" y="48"/>
                      <a:pt x="29" y="49"/>
                      <a:pt x="28" y="50"/>
                    </a:cubicBezTo>
                    <a:cubicBezTo>
                      <a:pt x="22" y="54"/>
                      <a:pt x="20" y="53"/>
                      <a:pt x="20" y="52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1"/>
                      <a:pt x="24" y="50"/>
                      <a:pt x="26" y="48"/>
                    </a:cubicBezTo>
                    <a:cubicBezTo>
                      <a:pt x="28" y="48"/>
                      <a:pt x="29" y="47"/>
                      <a:pt x="29" y="47"/>
                    </a:cubicBezTo>
                    <a:cubicBezTo>
                      <a:pt x="30" y="46"/>
                      <a:pt x="31" y="45"/>
                      <a:pt x="30" y="44"/>
                    </a:cubicBezTo>
                    <a:cubicBezTo>
                      <a:pt x="30" y="44"/>
                      <a:pt x="29" y="43"/>
                      <a:pt x="29" y="43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38"/>
                      <a:pt x="25" y="37"/>
                      <a:pt x="24" y="37"/>
                    </a:cubicBezTo>
                    <a:cubicBezTo>
                      <a:pt x="23" y="38"/>
                      <a:pt x="21" y="39"/>
                      <a:pt x="19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2" y="43"/>
                      <a:pt x="11" y="43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1"/>
                      <a:pt x="13" y="40"/>
                      <a:pt x="15" y="39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22" y="37"/>
                      <a:pt x="24" y="36"/>
                      <a:pt x="24" y="35"/>
                    </a:cubicBezTo>
                    <a:cubicBezTo>
                      <a:pt x="24" y="35"/>
                      <a:pt x="24" y="34"/>
                      <a:pt x="24" y="34"/>
                    </a:cubicBezTo>
                    <a:cubicBezTo>
                      <a:pt x="23" y="33"/>
                      <a:pt x="23" y="31"/>
                      <a:pt x="22" y="30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8"/>
                      <a:pt x="18" y="29"/>
                      <a:pt x="16" y="29"/>
                    </a:cubicBezTo>
                    <a:cubicBezTo>
                      <a:pt x="14" y="30"/>
                      <a:pt x="11" y="31"/>
                      <a:pt x="11" y="30"/>
                    </a:cubicBezTo>
                    <a:cubicBezTo>
                      <a:pt x="11" y="29"/>
                      <a:pt x="13" y="28"/>
                      <a:pt x="15" y="28"/>
                    </a:cubicBezTo>
                    <a:cubicBezTo>
                      <a:pt x="16" y="27"/>
                      <a:pt x="18" y="27"/>
                      <a:pt x="19" y="26"/>
                    </a:cubicBezTo>
                    <a:cubicBezTo>
                      <a:pt x="19" y="26"/>
                      <a:pt x="20" y="26"/>
                      <a:pt x="20" y="25"/>
                    </a:cubicBezTo>
                    <a:cubicBezTo>
                      <a:pt x="20" y="25"/>
                      <a:pt x="20" y="24"/>
                      <a:pt x="19" y="24"/>
                    </a:cubicBezTo>
                    <a:cubicBezTo>
                      <a:pt x="18" y="23"/>
                      <a:pt x="17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1" y="24"/>
                      <a:pt x="8" y="24"/>
                      <a:pt x="7" y="24"/>
                    </a:cubicBezTo>
                    <a:cubicBezTo>
                      <a:pt x="6" y="24"/>
                      <a:pt x="5" y="24"/>
                      <a:pt x="5" y="23"/>
                    </a:cubicBezTo>
                    <a:cubicBezTo>
                      <a:pt x="4" y="23"/>
                      <a:pt x="5" y="22"/>
                      <a:pt x="5" y="22"/>
                    </a:cubicBezTo>
                    <a:cubicBezTo>
                      <a:pt x="5" y="21"/>
                      <a:pt x="9" y="21"/>
                      <a:pt x="12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5" y="21"/>
                      <a:pt x="17" y="21"/>
                      <a:pt x="19" y="20"/>
                    </a:cubicBezTo>
                    <a:cubicBezTo>
                      <a:pt x="20" y="20"/>
                      <a:pt x="20" y="19"/>
                      <a:pt x="20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8" y="15"/>
                      <a:pt x="17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4"/>
                      <a:pt x="15" y="14"/>
                      <a:pt x="15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7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2"/>
                      <a:pt x="21" y="11"/>
                      <a:pt x="21" y="10"/>
                    </a:cubicBezTo>
                    <a:cubicBezTo>
                      <a:pt x="21" y="7"/>
                      <a:pt x="21" y="5"/>
                      <a:pt x="19" y="3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9" name="Freeform 185">
                <a:extLst>
                  <a:ext uri="{FF2B5EF4-FFF2-40B4-BE49-F238E27FC236}">
                    <a16:creationId xmlns:a16="http://schemas.microsoft.com/office/drawing/2014/main" id="{CD2F6872-6BCA-4450-B55F-8CEC1B7B7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589"/>
                <a:ext cx="42" cy="84"/>
              </a:xfrm>
              <a:custGeom>
                <a:avLst/>
                <a:gdLst>
                  <a:gd name="T0" fmla="*/ 37 w 31"/>
                  <a:gd name="T1" fmla="*/ 1 h 57"/>
                  <a:gd name="T2" fmla="*/ 77 w 31"/>
                  <a:gd name="T3" fmla="*/ 13 h 57"/>
                  <a:gd name="T4" fmla="*/ 83 w 31"/>
                  <a:gd name="T5" fmla="*/ 69 h 57"/>
                  <a:gd name="T6" fmla="*/ 64 w 31"/>
                  <a:gd name="T7" fmla="*/ 69 h 57"/>
                  <a:gd name="T8" fmla="*/ 68 w 31"/>
                  <a:gd name="T9" fmla="*/ 100 h 57"/>
                  <a:gd name="T10" fmla="*/ 83 w 31"/>
                  <a:gd name="T11" fmla="*/ 102 h 57"/>
                  <a:gd name="T12" fmla="*/ 83 w 31"/>
                  <a:gd name="T13" fmla="*/ 113 h 57"/>
                  <a:gd name="T14" fmla="*/ 77 w 31"/>
                  <a:gd name="T15" fmla="*/ 128 h 57"/>
                  <a:gd name="T16" fmla="*/ 56 w 31"/>
                  <a:gd name="T17" fmla="*/ 130 h 57"/>
                  <a:gd name="T18" fmla="*/ 12 w 31"/>
                  <a:gd name="T19" fmla="*/ 147 h 57"/>
                  <a:gd name="T20" fmla="*/ 27 w 31"/>
                  <a:gd name="T21" fmla="*/ 167 h 57"/>
                  <a:gd name="T22" fmla="*/ 64 w 31"/>
                  <a:gd name="T23" fmla="*/ 161 h 57"/>
                  <a:gd name="T24" fmla="*/ 83 w 31"/>
                  <a:gd name="T25" fmla="*/ 161 h 57"/>
                  <a:gd name="T26" fmla="*/ 83 w 31"/>
                  <a:gd name="T27" fmla="*/ 175 h 57"/>
                  <a:gd name="T28" fmla="*/ 41 w 31"/>
                  <a:gd name="T29" fmla="*/ 202 h 57"/>
                  <a:gd name="T30" fmla="*/ 92 w 31"/>
                  <a:gd name="T31" fmla="*/ 202 h 57"/>
                  <a:gd name="T32" fmla="*/ 103 w 31"/>
                  <a:gd name="T33" fmla="*/ 230 h 57"/>
                  <a:gd name="T34" fmla="*/ 77 w 31"/>
                  <a:gd name="T35" fmla="*/ 249 h 57"/>
                  <a:gd name="T36" fmla="*/ 41 w 31"/>
                  <a:gd name="T37" fmla="*/ 283 h 57"/>
                  <a:gd name="T38" fmla="*/ 77 w 31"/>
                  <a:gd name="T39" fmla="*/ 279 h 57"/>
                  <a:gd name="T40" fmla="*/ 104 w 31"/>
                  <a:gd name="T41" fmla="*/ 258 h 57"/>
                  <a:gd name="T42" fmla="*/ 126 w 31"/>
                  <a:gd name="T43" fmla="*/ 290 h 57"/>
                  <a:gd name="T44" fmla="*/ 126 w 31"/>
                  <a:gd name="T45" fmla="*/ 311 h 57"/>
                  <a:gd name="T46" fmla="*/ 83 w 31"/>
                  <a:gd name="T47" fmla="*/ 357 h 57"/>
                  <a:gd name="T48" fmla="*/ 125 w 31"/>
                  <a:gd name="T49" fmla="*/ 339 h 57"/>
                  <a:gd name="T50" fmla="*/ 141 w 31"/>
                  <a:gd name="T51" fmla="*/ 339 h 57"/>
                  <a:gd name="T52" fmla="*/ 118 w 31"/>
                  <a:gd name="T53" fmla="*/ 380 h 57"/>
                  <a:gd name="T54" fmla="*/ 61 w 31"/>
                  <a:gd name="T55" fmla="*/ 377 h 57"/>
                  <a:gd name="T56" fmla="*/ 68 w 31"/>
                  <a:gd name="T57" fmla="*/ 339 h 57"/>
                  <a:gd name="T58" fmla="*/ 93 w 31"/>
                  <a:gd name="T59" fmla="*/ 311 h 57"/>
                  <a:gd name="T60" fmla="*/ 103 w 31"/>
                  <a:gd name="T61" fmla="*/ 290 h 57"/>
                  <a:gd name="T62" fmla="*/ 50 w 31"/>
                  <a:gd name="T63" fmla="*/ 320 h 57"/>
                  <a:gd name="T64" fmla="*/ 27 w 31"/>
                  <a:gd name="T65" fmla="*/ 307 h 57"/>
                  <a:gd name="T66" fmla="*/ 16 w 31"/>
                  <a:gd name="T67" fmla="*/ 283 h 57"/>
                  <a:gd name="T68" fmla="*/ 47 w 31"/>
                  <a:gd name="T69" fmla="*/ 258 h 57"/>
                  <a:gd name="T70" fmla="*/ 56 w 31"/>
                  <a:gd name="T71" fmla="*/ 249 h 57"/>
                  <a:gd name="T72" fmla="*/ 76 w 31"/>
                  <a:gd name="T73" fmla="*/ 217 h 57"/>
                  <a:gd name="T74" fmla="*/ 61 w 31"/>
                  <a:gd name="T75" fmla="*/ 217 h 57"/>
                  <a:gd name="T76" fmla="*/ 1 w 31"/>
                  <a:gd name="T77" fmla="*/ 217 h 57"/>
                  <a:gd name="T78" fmla="*/ 0 w 31"/>
                  <a:gd name="T79" fmla="*/ 137 h 57"/>
                  <a:gd name="T80" fmla="*/ 9 w 31"/>
                  <a:gd name="T81" fmla="*/ 130 h 57"/>
                  <a:gd name="T82" fmla="*/ 68 w 31"/>
                  <a:gd name="T83" fmla="*/ 113 h 57"/>
                  <a:gd name="T84" fmla="*/ 30 w 31"/>
                  <a:gd name="T85" fmla="*/ 100 h 57"/>
                  <a:gd name="T86" fmla="*/ 1 w 31"/>
                  <a:gd name="T87" fmla="*/ 87 h 57"/>
                  <a:gd name="T88" fmla="*/ 16 w 31"/>
                  <a:gd name="T89" fmla="*/ 69 h 57"/>
                  <a:gd name="T90" fmla="*/ 56 w 31"/>
                  <a:gd name="T91" fmla="*/ 60 h 57"/>
                  <a:gd name="T92" fmla="*/ 37 w 31"/>
                  <a:gd name="T93" fmla="*/ 47 h 57"/>
                  <a:gd name="T94" fmla="*/ 12 w 31"/>
                  <a:gd name="T95" fmla="*/ 47 h 57"/>
                  <a:gd name="T96" fmla="*/ 16 w 31"/>
                  <a:gd name="T97" fmla="*/ 41 h 57"/>
                  <a:gd name="T98" fmla="*/ 50 w 31"/>
                  <a:gd name="T99" fmla="*/ 41 h 57"/>
                  <a:gd name="T100" fmla="*/ 76 w 31"/>
                  <a:gd name="T101" fmla="*/ 41 h 57"/>
                  <a:gd name="T102" fmla="*/ 61 w 31"/>
                  <a:gd name="T103" fmla="*/ 19 h 57"/>
                  <a:gd name="T104" fmla="*/ 37 w 31"/>
                  <a:gd name="T105" fmla="*/ 1 h 5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1" h="57"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2" y="0"/>
                      <a:pt x="15" y="0"/>
                      <a:pt x="17" y="2"/>
                    </a:cubicBezTo>
                    <a:cubicBezTo>
                      <a:pt x="19" y="4"/>
                      <a:pt x="19" y="6"/>
                      <a:pt x="19" y="9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5" y="10"/>
                      <a:pt x="14" y="10"/>
                    </a:cubicBezTo>
                    <a:cubicBezTo>
                      <a:pt x="14" y="11"/>
                      <a:pt x="13" y="11"/>
                      <a:pt x="13" y="12"/>
                    </a:cubicBezTo>
                    <a:cubicBezTo>
                      <a:pt x="13" y="13"/>
                      <a:pt x="14" y="14"/>
                      <a:pt x="15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7" y="15"/>
                      <a:pt x="17" y="15"/>
                      <a:pt x="18" y="15"/>
                    </a:cubicBezTo>
                    <a:cubicBezTo>
                      <a:pt x="18" y="15"/>
                      <a:pt x="18" y="15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8"/>
                      <a:pt x="17" y="18"/>
                    </a:cubicBezTo>
                    <a:cubicBezTo>
                      <a:pt x="16" y="19"/>
                      <a:pt x="14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1" y="19"/>
                      <a:pt x="11" y="19"/>
                    </a:cubicBezTo>
                    <a:cubicBezTo>
                      <a:pt x="7" y="19"/>
                      <a:pt x="4" y="19"/>
                      <a:pt x="3" y="21"/>
                    </a:cubicBezTo>
                    <a:cubicBezTo>
                      <a:pt x="3" y="21"/>
                      <a:pt x="3" y="22"/>
                      <a:pt x="3" y="23"/>
                    </a:cubicBezTo>
                    <a:cubicBezTo>
                      <a:pt x="3" y="23"/>
                      <a:pt x="4" y="24"/>
                      <a:pt x="6" y="24"/>
                    </a:cubicBezTo>
                    <a:cubicBezTo>
                      <a:pt x="7" y="24"/>
                      <a:pt x="10" y="24"/>
                      <a:pt x="12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6" y="23"/>
                      <a:pt x="17" y="23"/>
                      <a:pt x="18" y="23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5"/>
                    </a:cubicBezTo>
                    <a:cubicBezTo>
                      <a:pt x="17" y="25"/>
                      <a:pt x="15" y="25"/>
                      <a:pt x="14" y="26"/>
                    </a:cubicBezTo>
                    <a:cubicBezTo>
                      <a:pt x="11" y="27"/>
                      <a:pt x="9" y="28"/>
                      <a:pt x="9" y="29"/>
                    </a:cubicBezTo>
                    <a:cubicBezTo>
                      <a:pt x="9" y="31"/>
                      <a:pt x="12" y="30"/>
                      <a:pt x="15" y="29"/>
                    </a:cubicBezTo>
                    <a:cubicBezTo>
                      <a:pt x="17" y="29"/>
                      <a:pt x="19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31"/>
                      <a:pt x="21" y="32"/>
                      <a:pt x="22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19" y="35"/>
                      <a:pt x="17" y="36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1" y="39"/>
                      <a:pt x="9" y="40"/>
                      <a:pt x="9" y="41"/>
                    </a:cubicBezTo>
                    <a:cubicBezTo>
                      <a:pt x="9" y="41"/>
                      <a:pt x="9" y="41"/>
                      <a:pt x="9" y="42"/>
                    </a:cubicBezTo>
                    <a:cubicBezTo>
                      <a:pt x="10" y="43"/>
                      <a:pt x="12" y="42"/>
                      <a:pt x="17" y="40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0" y="38"/>
                      <a:pt x="22" y="37"/>
                      <a:pt x="23" y="37"/>
                    </a:cubicBezTo>
                    <a:cubicBezTo>
                      <a:pt x="24" y="37"/>
                      <a:pt x="24" y="37"/>
                      <a:pt x="25" y="39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9" y="44"/>
                      <a:pt x="29" y="44"/>
                      <a:pt x="28" y="45"/>
                    </a:cubicBezTo>
                    <a:cubicBezTo>
                      <a:pt x="27" y="45"/>
                      <a:pt x="26" y="46"/>
                      <a:pt x="24" y="47"/>
                    </a:cubicBezTo>
                    <a:cubicBezTo>
                      <a:pt x="21" y="49"/>
                      <a:pt x="18" y="50"/>
                      <a:pt x="18" y="51"/>
                    </a:cubicBezTo>
                    <a:cubicBezTo>
                      <a:pt x="18" y="51"/>
                      <a:pt x="18" y="52"/>
                      <a:pt x="18" y="52"/>
                    </a:cubicBezTo>
                    <a:cubicBezTo>
                      <a:pt x="19" y="53"/>
                      <a:pt x="22" y="53"/>
                      <a:pt x="27" y="49"/>
                    </a:cubicBezTo>
                    <a:cubicBezTo>
                      <a:pt x="29" y="49"/>
                      <a:pt x="30" y="48"/>
                      <a:pt x="30" y="48"/>
                    </a:cubicBezTo>
                    <a:cubicBezTo>
                      <a:pt x="30" y="48"/>
                      <a:pt x="30" y="49"/>
                      <a:pt x="31" y="49"/>
                    </a:cubicBezTo>
                    <a:cubicBezTo>
                      <a:pt x="31" y="49"/>
                      <a:pt x="30" y="50"/>
                      <a:pt x="30" y="50"/>
                    </a:cubicBezTo>
                    <a:cubicBezTo>
                      <a:pt x="30" y="52"/>
                      <a:pt x="28" y="54"/>
                      <a:pt x="26" y="55"/>
                    </a:cubicBezTo>
                    <a:cubicBezTo>
                      <a:pt x="26" y="55"/>
                      <a:pt x="25" y="55"/>
                      <a:pt x="25" y="55"/>
                    </a:cubicBezTo>
                    <a:cubicBezTo>
                      <a:pt x="21" y="57"/>
                      <a:pt x="17" y="56"/>
                      <a:pt x="13" y="54"/>
                    </a:cubicBezTo>
                    <a:cubicBezTo>
                      <a:pt x="13" y="53"/>
                      <a:pt x="12" y="53"/>
                      <a:pt x="12" y="52"/>
                    </a:cubicBezTo>
                    <a:cubicBezTo>
                      <a:pt x="12" y="51"/>
                      <a:pt x="13" y="50"/>
                      <a:pt x="15" y="49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8" y="47"/>
                      <a:pt x="20" y="46"/>
                      <a:pt x="21" y="45"/>
                    </a:cubicBezTo>
                    <a:cubicBezTo>
                      <a:pt x="22" y="45"/>
                      <a:pt x="22" y="44"/>
                      <a:pt x="22" y="43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1" y="40"/>
                      <a:pt x="20" y="41"/>
                      <a:pt x="18" y="42"/>
                    </a:cubicBezTo>
                    <a:cubicBezTo>
                      <a:pt x="16" y="43"/>
                      <a:pt x="14" y="44"/>
                      <a:pt x="11" y="46"/>
                    </a:cubicBezTo>
                    <a:cubicBezTo>
                      <a:pt x="9" y="47"/>
                      <a:pt x="8" y="46"/>
                      <a:pt x="7" y="46"/>
                    </a:cubicBezTo>
                    <a:cubicBezTo>
                      <a:pt x="7" y="46"/>
                      <a:pt x="6" y="45"/>
                      <a:pt x="6" y="44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4" y="41"/>
                      <a:pt x="4" y="41"/>
                    </a:cubicBezTo>
                    <a:cubicBezTo>
                      <a:pt x="4" y="41"/>
                      <a:pt x="4" y="40"/>
                      <a:pt x="4" y="39"/>
                    </a:cubicBezTo>
                    <a:cubicBezTo>
                      <a:pt x="5" y="38"/>
                      <a:pt x="8" y="38"/>
                      <a:pt x="10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5" y="35"/>
                      <a:pt x="18" y="35"/>
                      <a:pt x="17" y="32"/>
                    </a:cubicBezTo>
                    <a:cubicBezTo>
                      <a:pt x="17" y="32"/>
                      <a:pt x="17" y="31"/>
                      <a:pt x="16" y="31"/>
                    </a:cubicBezTo>
                    <a:cubicBezTo>
                      <a:pt x="16" y="31"/>
                      <a:pt x="15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0" y="32"/>
                      <a:pt x="5" y="34"/>
                      <a:pt x="3" y="34"/>
                    </a:cubicBezTo>
                    <a:cubicBezTo>
                      <a:pt x="3" y="33"/>
                      <a:pt x="2" y="32"/>
                      <a:pt x="1" y="31"/>
                    </a:cubicBezTo>
                    <a:cubicBezTo>
                      <a:pt x="1" y="30"/>
                      <a:pt x="1" y="28"/>
                      <a:pt x="1" y="28"/>
                    </a:cubicBezTo>
                    <a:cubicBezTo>
                      <a:pt x="0" y="25"/>
                      <a:pt x="0" y="23"/>
                      <a:pt x="0" y="20"/>
                    </a:cubicBezTo>
                    <a:cubicBezTo>
                      <a:pt x="0" y="20"/>
                      <a:pt x="1" y="20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19"/>
                      <a:pt x="9" y="18"/>
                      <a:pt x="11" y="18"/>
                    </a:cubicBezTo>
                    <a:cubicBezTo>
                      <a:pt x="13" y="18"/>
                      <a:pt x="15" y="18"/>
                      <a:pt x="15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4" y="14"/>
                      <a:pt x="11" y="14"/>
                      <a:pt x="7" y="14"/>
                    </a:cubicBezTo>
                    <a:cubicBezTo>
                      <a:pt x="5" y="14"/>
                      <a:pt x="2" y="14"/>
                      <a:pt x="2" y="13"/>
                    </a:cubicBezTo>
                    <a:cubicBezTo>
                      <a:pt x="1" y="13"/>
                      <a:pt x="1" y="12"/>
                      <a:pt x="1" y="12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2" y="11"/>
                      <a:pt x="4" y="10"/>
                      <a:pt x="4" y="10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10" y="10"/>
                      <a:pt x="12" y="10"/>
                      <a:pt x="12" y="9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5" y="5"/>
                      <a:pt x="7" y="5"/>
                      <a:pt x="8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6"/>
                      <a:pt x="15" y="7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3"/>
                      <a:pt x="14" y="3"/>
                      <a:pt x="13" y="3"/>
                    </a:cubicBezTo>
                    <a:cubicBezTo>
                      <a:pt x="12" y="3"/>
                      <a:pt x="9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0" name="Freeform 186">
                <a:extLst>
                  <a:ext uri="{FF2B5EF4-FFF2-40B4-BE49-F238E27FC236}">
                    <a16:creationId xmlns:a16="http://schemas.microsoft.com/office/drawing/2014/main" id="{7DF26534-B5A0-4B9B-B252-D4C579CC5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3601"/>
                <a:ext cx="34" cy="81"/>
              </a:xfrm>
              <a:custGeom>
                <a:avLst/>
                <a:gdLst>
                  <a:gd name="T0" fmla="*/ 98 w 25"/>
                  <a:gd name="T1" fmla="*/ 0 h 55"/>
                  <a:gd name="T2" fmla="*/ 0 w 25"/>
                  <a:gd name="T3" fmla="*/ 380 h 55"/>
                  <a:gd name="T4" fmla="*/ 98 w 25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5">
                    <a:moveTo>
                      <a:pt x="21" y="0"/>
                    </a:moveTo>
                    <a:cubicBezTo>
                      <a:pt x="22" y="11"/>
                      <a:pt x="25" y="41"/>
                      <a:pt x="0" y="55"/>
                    </a:cubicBezTo>
                    <a:cubicBezTo>
                      <a:pt x="9" y="46"/>
                      <a:pt x="20" y="34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1" name="Freeform 187">
                <a:extLst>
                  <a:ext uri="{FF2B5EF4-FFF2-40B4-BE49-F238E27FC236}">
                    <a16:creationId xmlns:a16="http://schemas.microsoft.com/office/drawing/2014/main" id="{4E86445F-C825-4F0E-9827-205EEEF3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3698"/>
                <a:ext cx="194" cy="92"/>
              </a:xfrm>
              <a:custGeom>
                <a:avLst/>
                <a:gdLst>
                  <a:gd name="T0" fmla="*/ 0 w 141"/>
                  <a:gd name="T1" fmla="*/ 377 h 63"/>
                  <a:gd name="T2" fmla="*/ 305 w 141"/>
                  <a:gd name="T3" fmla="*/ 365 h 63"/>
                  <a:gd name="T4" fmla="*/ 534 w 141"/>
                  <a:gd name="T5" fmla="*/ 326 h 63"/>
                  <a:gd name="T6" fmla="*/ 685 w 141"/>
                  <a:gd name="T7" fmla="*/ 0 h 63"/>
                  <a:gd name="T8" fmla="*/ 574 w 141"/>
                  <a:gd name="T9" fmla="*/ 168 h 63"/>
                  <a:gd name="T10" fmla="*/ 534 w 141"/>
                  <a:gd name="T11" fmla="*/ 107 h 63"/>
                  <a:gd name="T12" fmla="*/ 422 w 141"/>
                  <a:gd name="T13" fmla="*/ 158 h 63"/>
                  <a:gd name="T14" fmla="*/ 341 w 141"/>
                  <a:gd name="T15" fmla="*/ 231 h 63"/>
                  <a:gd name="T16" fmla="*/ 432 w 141"/>
                  <a:gd name="T17" fmla="*/ 239 h 63"/>
                  <a:gd name="T18" fmla="*/ 297 w 141"/>
                  <a:gd name="T19" fmla="*/ 337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1" h="63">
                    <a:moveTo>
                      <a:pt x="0" y="57"/>
                    </a:moveTo>
                    <a:cubicBezTo>
                      <a:pt x="19" y="63"/>
                      <a:pt x="43" y="56"/>
                      <a:pt x="62" y="55"/>
                    </a:cubicBezTo>
                    <a:cubicBezTo>
                      <a:pt x="77" y="55"/>
                      <a:pt x="93" y="53"/>
                      <a:pt x="108" y="49"/>
                    </a:cubicBezTo>
                    <a:cubicBezTo>
                      <a:pt x="129" y="42"/>
                      <a:pt x="141" y="22"/>
                      <a:pt x="139" y="0"/>
                    </a:cubicBezTo>
                    <a:cubicBezTo>
                      <a:pt x="136" y="10"/>
                      <a:pt x="127" y="39"/>
                      <a:pt x="116" y="25"/>
                    </a:cubicBezTo>
                    <a:cubicBezTo>
                      <a:pt x="111" y="20"/>
                      <a:pt x="116" y="16"/>
                      <a:pt x="108" y="16"/>
                    </a:cubicBezTo>
                    <a:cubicBezTo>
                      <a:pt x="104" y="16"/>
                      <a:pt x="90" y="23"/>
                      <a:pt x="86" y="24"/>
                    </a:cubicBezTo>
                    <a:cubicBezTo>
                      <a:pt x="82" y="25"/>
                      <a:pt x="67" y="28"/>
                      <a:pt x="69" y="35"/>
                    </a:cubicBezTo>
                    <a:cubicBezTo>
                      <a:pt x="71" y="42"/>
                      <a:pt x="83" y="33"/>
                      <a:pt x="88" y="36"/>
                    </a:cubicBezTo>
                    <a:cubicBezTo>
                      <a:pt x="102" y="48"/>
                      <a:pt x="62" y="50"/>
                      <a:pt x="60" y="51"/>
                    </a:cubicBezTo>
                  </a:path>
                </a:pathLst>
              </a:custGeom>
              <a:solidFill>
                <a:srgbClr val="004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2" name="Freeform 188">
                <a:extLst>
                  <a:ext uri="{FF2B5EF4-FFF2-40B4-BE49-F238E27FC236}">
                    <a16:creationId xmlns:a16="http://schemas.microsoft.com/office/drawing/2014/main" id="{5B4C81D0-907B-45EA-A5D9-25A931D90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3670"/>
                <a:ext cx="106" cy="95"/>
              </a:xfrm>
              <a:custGeom>
                <a:avLst/>
                <a:gdLst>
                  <a:gd name="T0" fmla="*/ 40 w 77"/>
                  <a:gd name="T1" fmla="*/ 333 h 65"/>
                  <a:gd name="T2" fmla="*/ 182 w 77"/>
                  <a:gd name="T3" fmla="*/ 352 h 65"/>
                  <a:gd name="T4" fmla="*/ 366 w 77"/>
                  <a:gd name="T5" fmla="*/ 115 h 65"/>
                  <a:gd name="T6" fmla="*/ 161 w 77"/>
                  <a:gd name="T7" fmla="*/ 115 h 65"/>
                  <a:gd name="T8" fmla="*/ 40 w 77"/>
                  <a:gd name="T9" fmla="*/ 33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65">
                    <a:moveTo>
                      <a:pt x="8" y="50"/>
                    </a:moveTo>
                    <a:cubicBezTo>
                      <a:pt x="15" y="65"/>
                      <a:pt x="24" y="61"/>
                      <a:pt x="37" y="53"/>
                    </a:cubicBezTo>
                    <a:cubicBezTo>
                      <a:pt x="49" y="47"/>
                      <a:pt x="77" y="33"/>
                      <a:pt x="74" y="17"/>
                    </a:cubicBezTo>
                    <a:cubicBezTo>
                      <a:pt x="71" y="0"/>
                      <a:pt x="51" y="6"/>
                      <a:pt x="33" y="17"/>
                    </a:cubicBezTo>
                    <a:cubicBezTo>
                      <a:pt x="17" y="26"/>
                      <a:pt x="0" y="36"/>
                      <a:pt x="8" y="50"/>
                    </a:cubicBezTo>
                    <a:close/>
                  </a:path>
                </a:pathLst>
              </a:custGeom>
              <a:solidFill>
                <a:srgbClr val="7BB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3" name="Freeform 189">
                <a:extLst>
                  <a:ext uri="{FF2B5EF4-FFF2-40B4-BE49-F238E27FC236}">
                    <a16:creationId xmlns:a16="http://schemas.microsoft.com/office/drawing/2014/main" id="{F9FBB69C-99FE-45D2-B4F3-D9D750EF3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679"/>
                <a:ext cx="99" cy="79"/>
              </a:xfrm>
              <a:custGeom>
                <a:avLst/>
                <a:gdLst>
                  <a:gd name="T0" fmla="*/ 153 w 72"/>
                  <a:gd name="T1" fmla="*/ 82 h 54"/>
                  <a:gd name="T2" fmla="*/ 314 w 72"/>
                  <a:gd name="T3" fmla="*/ 19 h 54"/>
                  <a:gd name="T4" fmla="*/ 344 w 72"/>
                  <a:gd name="T5" fmla="*/ 73 h 54"/>
                  <a:gd name="T6" fmla="*/ 180 w 72"/>
                  <a:gd name="T7" fmla="*/ 304 h 54"/>
                  <a:gd name="T8" fmla="*/ 168 w 72"/>
                  <a:gd name="T9" fmla="*/ 306 h 54"/>
                  <a:gd name="T10" fmla="*/ 69 w 72"/>
                  <a:gd name="T11" fmla="*/ 347 h 54"/>
                  <a:gd name="T12" fmla="*/ 29 w 72"/>
                  <a:gd name="T13" fmla="*/ 296 h 54"/>
                  <a:gd name="T14" fmla="*/ 29 w 72"/>
                  <a:gd name="T15" fmla="*/ 296 h 54"/>
                  <a:gd name="T16" fmla="*/ 153 w 72"/>
                  <a:gd name="T17" fmla="*/ 82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54">
                    <a:moveTo>
                      <a:pt x="31" y="12"/>
                    </a:moveTo>
                    <a:cubicBezTo>
                      <a:pt x="46" y="3"/>
                      <a:pt x="58" y="0"/>
                      <a:pt x="64" y="3"/>
                    </a:cubicBezTo>
                    <a:cubicBezTo>
                      <a:pt x="67" y="5"/>
                      <a:pt x="69" y="7"/>
                      <a:pt x="70" y="11"/>
                    </a:cubicBezTo>
                    <a:cubicBezTo>
                      <a:pt x="72" y="25"/>
                      <a:pt x="48" y="38"/>
                      <a:pt x="36" y="45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25" y="51"/>
                      <a:pt x="19" y="54"/>
                      <a:pt x="14" y="52"/>
                    </a:cubicBezTo>
                    <a:cubicBezTo>
                      <a:pt x="11" y="51"/>
                      <a:pt x="9" y="49"/>
                      <a:pt x="6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0" y="31"/>
                      <a:pt x="13" y="22"/>
                      <a:pt x="31" y="12"/>
                    </a:cubicBezTo>
                    <a:close/>
                  </a:path>
                </a:pathLst>
              </a:custGeom>
              <a:solidFill>
                <a:srgbClr val="CED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4" name="Freeform 190">
                <a:extLst>
                  <a:ext uri="{FF2B5EF4-FFF2-40B4-BE49-F238E27FC236}">
                    <a16:creationId xmlns:a16="http://schemas.microsoft.com/office/drawing/2014/main" id="{F84E0C05-2789-430E-954A-3BE8483EE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3686"/>
                <a:ext cx="84" cy="66"/>
              </a:xfrm>
              <a:custGeom>
                <a:avLst/>
                <a:gdLst>
                  <a:gd name="T0" fmla="*/ 241 w 61"/>
                  <a:gd name="T1" fmla="*/ 13 h 45"/>
                  <a:gd name="T2" fmla="*/ 266 w 61"/>
                  <a:gd name="T3" fmla="*/ 73 h 45"/>
                  <a:gd name="T4" fmla="*/ 235 w 61"/>
                  <a:gd name="T5" fmla="*/ 28 h 45"/>
                  <a:gd name="T6" fmla="*/ 200 w 61"/>
                  <a:gd name="T7" fmla="*/ 47 h 45"/>
                  <a:gd name="T8" fmla="*/ 222 w 61"/>
                  <a:gd name="T9" fmla="*/ 116 h 45"/>
                  <a:gd name="T10" fmla="*/ 200 w 61"/>
                  <a:gd name="T11" fmla="*/ 73 h 45"/>
                  <a:gd name="T12" fmla="*/ 161 w 61"/>
                  <a:gd name="T13" fmla="*/ 101 h 45"/>
                  <a:gd name="T14" fmla="*/ 182 w 61"/>
                  <a:gd name="T15" fmla="*/ 176 h 45"/>
                  <a:gd name="T16" fmla="*/ 140 w 61"/>
                  <a:gd name="T17" fmla="*/ 88 h 45"/>
                  <a:gd name="T18" fmla="*/ 90 w 61"/>
                  <a:gd name="T19" fmla="*/ 97 h 45"/>
                  <a:gd name="T20" fmla="*/ 95 w 61"/>
                  <a:gd name="T21" fmla="*/ 176 h 45"/>
                  <a:gd name="T22" fmla="*/ 44 w 61"/>
                  <a:gd name="T23" fmla="*/ 170 h 45"/>
                  <a:gd name="T24" fmla="*/ 76 w 61"/>
                  <a:gd name="T25" fmla="*/ 245 h 45"/>
                  <a:gd name="T26" fmla="*/ 29 w 61"/>
                  <a:gd name="T27" fmla="*/ 170 h 45"/>
                  <a:gd name="T28" fmla="*/ 15 w 61"/>
                  <a:gd name="T29" fmla="*/ 258 h 45"/>
                  <a:gd name="T30" fmla="*/ 50 w 61"/>
                  <a:gd name="T31" fmla="*/ 277 h 45"/>
                  <a:gd name="T32" fmla="*/ 36 w 61"/>
                  <a:gd name="T33" fmla="*/ 230 h 45"/>
                  <a:gd name="T34" fmla="*/ 76 w 61"/>
                  <a:gd name="T35" fmla="*/ 286 h 45"/>
                  <a:gd name="T36" fmla="*/ 105 w 61"/>
                  <a:gd name="T37" fmla="*/ 264 h 45"/>
                  <a:gd name="T38" fmla="*/ 77 w 61"/>
                  <a:gd name="T39" fmla="*/ 189 h 45"/>
                  <a:gd name="T40" fmla="*/ 117 w 61"/>
                  <a:gd name="T41" fmla="*/ 258 h 45"/>
                  <a:gd name="T42" fmla="*/ 117 w 61"/>
                  <a:gd name="T43" fmla="*/ 230 h 45"/>
                  <a:gd name="T44" fmla="*/ 145 w 61"/>
                  <a:gd name="T45" fmla="*/ 236 h 45"/>
                  <a:gd name="T46" fmla="*/ 154 w 61"/>
                  <a:gd name="T47" fmla="*/ 230 h 45"/>
                  <a:gd name="T48" fmla="*/ 116 w 61"/>
                  <a:gd name="T49" fmla="*/ 120 h 45"/>
                  <a:gd name="T50" fmla="*/ 161 w 61"/>
                  <a:gd name="T51" fmla="*/ 208 h 45"/>
                  <a:gd name="T52" fmla="*/ 208 w 61"/>
                  <a:gd name="T53" fmla="*/ 170 h 45"/>
                  <a:gd name="T54" fmla="*/ 180 w 61"/>
                  <a:gd name="T55" fmla="*/ 88 h 45"/>
                  <a:gd name="T56" fmla="*/ 220 w 61"/>
                  <a:gd name="T57" fmla="*/ 157 h 45"/>
                  <a:gd name="T58" fmla="*/ 251 w 61"/>
                  <a:gd name="T59" fmla="*/ 129 h 45"/>
                  <a:gd name="T60" fmla="*/ 237 w 61"/>
                  <a:gd name="T61" fmla="*/ 82 h 45"/>
                  <a:gd name="T62" fmla="*/ 266 w 61"/>
                  <a:gd name="T63" fmla="*/ 129 h 45"/>
                  <a:gd name="T64" fmla="*/ 303 w 61"/>
                  <a:gd name="T65" fmla="*/ 47 h 4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45">
                    <a:moveTo>
                      <a:pt x="50" y="0"/>
                    </a:moveTo>
                    <a:cubicBezTo>
                      <a:pt x="49" y="0"/>
                      <a:pt x="49" y="1"/>
                      <a:pt x="49" y="2"/>
                    </a:cubicBezTo>
                    <a:cubicBezTo>
                      <a:pt x="52" y="5"/>
                      <a:pt x="54" y="6"/>
                      <a:pt x="54" y="8"/>
                    </a:cubicBezTo>
                    <a:cubicBezTo>
                      <a:pt x="55" y="10"/>
                      <a:pt x="54" y="10"/>
                      <a:pt x="54" y="11"/>
                    </a:cubicBezTo>
                    <a:cubicBezTo>
                      <a:pt x="53" y="11"/>
                      <a:pt x="52" y="11"/>
                      <a:pt x="50" y="9"/>
                    </a:cubicBezTo>
                    <a:cubicBezTo>
                      <a:pt x="49" y="8"/>
                      <a:pt x="49" y="6"/>
                      <a:pt x="47" y="4"/>
                    </a:cubicBezTo>
                    <a:cubicBezTo>
                      <a:pt x="45" y="1"/>
                      <a:pt x="42" y="2"/>
                      <a:pt x="41" y="2"/>
                    </a:cubicBezTo>
                    <a:cubicBezTo>
                      <a:pt x="36" y="4"/>
                      <a:pt x="39" y="6"/>
                      <a:pt x="40" y="7"/>
                    </a:cubicBezTo>
                    <a:cubicBezTo>
                      <a:pt x="41" y="9"/>
                      <a:pt x="42" y="10"/>
                      <a:pt x="44" y="13"/>
                    </a:cubicBezTo>
                    <a:cubicBezTo>
                      <a:pt x="45" y="15"/>
                      <a:pt x="46" y="17"/>
                      <a:pt x="45" y="17"/>
                    </a:cubicBezTo>
                    <a:cubicBezTo>
                      <a:pt x="44" y="18"/>
                      <a:pt x="43" y="16"/>
                      <a:pt x="42" y="14"/>
                    </a:cubicBezTo>
                    <a:cubicBezTo>
                      <a:pt x="41" y="13"/>
                      <a:pt x="41" y="12"/>
                      <a:pt x="40" y="11"/>
                    </a:cubicBezTo>
                    <a:cubicBezTo>
                      <a:pt x="39" y="10"/>
                      <a:pt x="36" y="5"/>
                      <a:pt x="32" y="7"/>
                    </a:cubicBezTo>
                    <a:cubicBezTo>
                      <a:pt x="28" y="9"/>
                      <a:pt x="32" y="14"/>
                      <a:pt x="33" y="15"/>
                    </a:cubicBezTo>
                    <a:cubicBezTo>
                      <a:pt x="35" y="19"/>
                      <a:pt x="38" y="23"/>
                      <a:pt x="38" y="24"/>
                    </a:cubicBezTo>
                    <a:cubicBezTo>
                      <a:pt x="38" y="25"/>
                      <a:pt x="38" y="26"/>
                      <a:pt x="37" y="26"/>
                    </a:cubicBezTo>
                    <a:cubicBezTo>
                      <a:pt x="36" y="27"/>
                      <a:pt x="36" y="26"/>
                      <a:pt x="35" y="25"/>
                    </a:cubicBezTo>
                    <a:cubicBezTo>
                      <a:pt x="35" y="24"/>
                      <a:pt x="31" y="19"/>
                      <a:pt x="28" y="13"/>
                    </a:cubicBezTo>
                    <a:cubicBezTo>
                      <a:pt x="27" y="12"/>
                      <a:pt x="25" y="9"/>
                      <a:pt x="22" y="11"/>
                    </a:cubicBezTo>
                    <a:cubicBezTo>
                      <a:pt x="21" y="12"/>
                      <a:pt x="19" y="13"/>
                      <a:pt x="18" y="14"/>
                    </a:cubicBezTo>
                    <a:cubicBezTo>
                      <a:pt x="14" y="16"/>
                      <a:pt x="17" y="20"/>
                      <a:pt x="17" y="20"/>
                    </a:cubicBezTo>
                    <a:cubicBezTo>
                      <a:pt x="17" y="20"/>
                      <a:pt x="21" y="24"/>
                      <a:pt x="19" y="26"/>
                    </a:cubicBezTo>
                    <a:cubicBezTo>
                      <a:pt x="17" y="27"/>
                      <a:pt x="15" y="23"/>
                      <a:pt x="14" y="21"/>
                    </a:cubicBezTo>
                    <a:cubicBezTo>
                      <a:pt x="12" y="18"/>
                      <a:pt x="7" y="21"/>
                      <a:pt x="9" y="25"/>
                    </a:cubicBezTo>
                    <a:cubicBezTo>
                      <a:pt x="12" y="29"/>
                      <a:pt x="15" y="34"/>
                      <a:pt x="15" y="34"/>
                    </a:cubicBezTo>
                    <a:cubicBezTo>
                      <a:pt x="16" y="35"/>
                      <a:pt x="15" y="36"/>
                      <a:pt x="15" y="36"/>
                    </a:cubicBezTo>
                    <a:cubicBezTo>
                      <a:pt x="14" y="37"/>
                      <a:pt x="13" y="36"/>
                      <a:pt x="13" y="36"/>
                    </a:cubicBezTo>
                    <a:cubicBezTo>
                      <a:pt x="13" y="36"/>
                      <a:pt x="9" y="30"/>
                      <a:pt x="6" y="25"/>
                    </a:cubicBezTo>
                    <a:cubicBezTo>
                      <a:pt x="6" y="25"/>
                      <a:pt x="5" y="24"/>
                      <a:pt x="4" y="26"/>
                    </a:cubicBezTo>
                    <a:cubicBezTo>
                      <a:pt x="1" y="30"/>
                      <a:pt x="0" y="34"/>
                      <a:pt x="3" y="38"/>
                    </a:cubicBezTo>
                    <a:cubicBezTo>
                      <a:pt x="4" y="41"/>
                      <a:pt x="6" y="42"/>
                      <a:pt x="8" y="43"/>
                    </a:cubicBezTo>
                    <a:cubicBezTo>
                      <a:pt x="9" y="44"/>
                      <a:pt x="12" y="43"/>
                      <a:pt x="10" y="41"/>
                    </a:cubicBezTo>
                    <a:cubicBezTo>
                      <a:pt x="8" y="39"/>
                      <a:pt x="7" y="36"/>
                      <a:pt x="7" y="36"/>
                    </a:cubicBezTo>
                    <a:cubicBezTo>
                      <a:pt x="6" y="35"/>
                      <a:pt x="6" y="34"/>
                      <a:pt x="7" y="34"/>
                    </a:cubicBezTo>
                    <a:cubicBezTo>
                      <a:pt x="8" y="33"/>
                      <a:pt x="9" y="33"/>
                      <a:pt x="9" y="34"/>
                    </a:cubicBezTo>
                    <a:cubicBezTo>
                      <a:pt x="11" y="36"/>
                      <a:pt x="13" y="40"/>
                      <a:pt x="15" y="42"/>
                    </a:cubicBezTo>
                    <a:cubicBezTo>
                      <a:pt x="15" y="43"/>
                      <a:pt x="16" y="45"/>
                      <a:pt x="19" y="43"/>
                    </a:cubicBezTo>
                    <a:cubicBezTo>
                      <a:pt x="22" y="41"/>
                      <a:pt x="21" y="39"/>
                      <a:pt x="21" y="39"/>
                    </a:cubicBezTo>
                    <a:cubicBezTo>
                      <a:pt x="19" y="36"/>
                      <a:pt x="17" y="33"/>
                      <a:pt x="16" y="31"/>
                    </a:cubicBezTo>
                    <a:cubicBezTo>
                      <a:pt x="15" y="30"/>
                      <a:pt x="15" y="29"/>
                      <a:pt x="16" y="28"/>
                    </a:cubicBezTo>
                    <a:cubicBezTo>
                      <a:pt x="16" y="28"/>
                      <a:pt x="17" y="29"/>
                      <a:pt x="18" y="29"/>
                    </a:cubicBezTo>
                    <a:cubicBezTo>
                      <a:pt x="20" y="32"/>
                      <a:pt x="22" y="36"/>
                      <a:pt x="24" y="38"/>
                    </a:cubicBezTo>
                    <a:cubicBezTo>
                      <a:pt x="25" y="41"/>
                      <a:pt x="27" y="39"/>
                      <a:pt x="26" y="37"/>
                    </a:cubicBezTo>
                    <a:cubicBezTo>
                      <a:pt x="26" y="36"/>
                      <a:pt x="24" y="34"/>
                      <a:pt x="24" y="34"/>
                    </a:cubicBezTo>
                    <a:cubicBezTo>
                      <a:pt x="24" y="33"/>
                      <a:pt x="22" y="32"/>
                      <a:pt x="24" y="30"/>
                    </a:cubicBezTo>
                    <a:cubicBezTo>
                      <a:pt x="26" y="29"/>
                      <a:pt x="27" y="33"/>
                      <a:pt x="29" y="35"/>
                    </a:cubicBezTo>
                    <a:cubicBezTo>
                      <a:pt x="29" y="36"/>
                      <a:pt x="30" y="37"/>
                      <a:pt x="31" y="36"/>
                    </a:cubicBezTo>
                    <a:cubicBezTo>
                      <a:pt x="32" y="36"/>
                      <a:pt x="32" y="35"/>
                      <a:pt x="31" y="34"/>
                    </a:cubicBezTo>
                    <a:cubicBezTo>
                      <a:pt x="29" y="30"/>
                      <a:pt x="24" y="25"/>
                      <a:pt x="23" y="22"/>
                    </a:cubicBezTo>
                    <a:cubicBezTo>
                      <a:pt x="22" y="20"/>
                      <a:pt x="22" y="19"/>
                      <a:pt x="23" y="18"/>
                    </a:cubicBezTo>
                    <a:cubicBezTo>
                      <a:pt x="23" y="18"/>
                      <a:pt x="24" y="18"/>
                      <a:pt x="26" y="20"/>
                    </a:cubicBezTo>
                    <a:cubicBezTo>
                      <a:pt x="28" y="22"/>
                      <a:pt x="31" y="27"/>
                      <a:pt x="33" y="31"/>
                    </a:cubicBezTo>
                    <a:cubicBezTo>
                      <a:pt x="33" y="32"/>
                      <a:pt x="35" y="34"/>
                      <a:pt x="40" y="32"/>
                    </a:cubicBezTo>
                    <a:cubicBezTo>
                      <a:pt x="44" y="29"/>
                      <a:pt x="42" y="25"/>
                      <a:pt x="42" y="25"/>
                    </a:cubicBezTo>
                    <a:cubicBezTo>
                      <a:pt x="39" y="21"/>
                      <a:pt x="37" y="17"/>
                      <a:pt x="36" y="15"/>
                    </a:cubicBezTo>
                    <a:cubicBezTo>
                      <a:pt x="35" y="14"/>
                      <a:pt x="36" y="13"/>
                      <a:pt x="36" y="13"/>
                    </a:cubicBezTo>
                    <a:cubicBezTo>
                      <a:pt x="37" y="13"/>
                      <a:pt x="38" y="13"/>
                      <a:pt x="38" y="14"/>
                    </a:cubicBezTo>
                    <a:cubicBezTo>
                      <a:pt x="40" y="15"/>
                      <a:pt x="42" y="20"/>
                      <a:pt x="44" y="23"/>
                    </a:cubicBezTo>
                    <a:cubicBezTo>
                      <a:pt x="45" y="24"/>
                      <a:pt x="46" y="27"/>
                      <a:pt x="50" y="25"/>
                    </a:cubicBezTo>
                    <a:cubicBezTo>
                      <a:pt x="53" y="22"/>
                      <a:pt x="51" y="20"/>
                      <a:pt x="51" y="19"/>
                    </a:cubicBezTo>
                    <a:cubicBezTo>
                      <a:pt x="50" y="17"/>
                      <a:pt x="49" y="16"/>
                      <a:pt x="48" y="14"/>
                    </a:cubicBezTo>
                    <a:cubicBezTo>
                      <a:pt x="47" y="13"/>
                      <a:pt x="47" y="12"/>
                      <a:pt x="48" y="12"/>
                    </a:cubicBezTo>
                    <a:cubicBezTo>
                      <a:pt x="49" y="11"/>
                      <a:pt x="50" y="11"/>
                      <a:pt x="50" y="12"/>
                    </a:cubicBezTo>
                    <a:cubicBezTo>
                      <a:pt x="52" y="14"/>
                      <a:pt x="53" y="17"/>
                      <a:pt x="54" y="19"/>
                    </a:cubicBezTo>
                    <a:cubicBezTo>
                      <a:pt x="55" y="19"/>
                      <a:pt x="56" y="20"/>
                      <a:pt x="56" y="19"/>
                    </a:cubicBezTo>
                    <a:cubicBezTo>
                      <a:pt x="60" y="15"/>
                      <a:pt x="61" y="11"/>
                      <a:pt x="61" y="7"/>
                    </a:cubicBezTo>
                    <a:cubicBezTo>
                      <a:pt x="60" y="2"/>
                      <a:pt x="55" y="0"/>
                      <a:pt x="50" y="0"/>
                    </a:cubicBezTo>
                    <a:close/>
                  </a:path>
                </a:pathLst>
              </a:custGeom>
              <a:solidFill>
                <a:srgbClr val="F9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5" name="Freeform 191">
                <a:extLst>
                  <a:ext uri="{FF2B5EF4-FFF2-40B4-BE49-F238E27FC236}">
                    <a16:creationId xmlns:a16="http://schemas.microsoft.com/office/drawing/2014/main" id="{2A77FFCC-3A00-4C60-8931-E6C6601652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45" y="3714"/>
                <a:ext cx="23" cy="37"/>
              </a:xfrm>
              <a:custGeom>
                <a:avLst/>
                <a:gdLst>
                  <a:gd name="T0" fmla="*/ 41 w 17"/>
                  <a:gd name="T1" fmla="*/ 41 h 25"/>
                  <a:gd name="T2" fmla="*/ 64 w 17"/>
                  <a:gd name="T3" fmla="*/ 90 h 25"/>
                  <a:gd name="T4" fmla="*/ 64 w 17"/>
                  <a:gd name="T5" fmla="*/ 90 h 25"/>
                  <a:gd name="T6" fmla="*/ 68 w 17"/>
                  <a:gd name="T7" fmla="*/ 108 h 25"/>
                  <a:gd name="T8" fmla="*/ 68 w 17"/>
                  <a:gd name="T9" fmla="*/ 108 h 25"/>
                  <a:gd name="T10" fmla="*/ 68 w 17"/>
                  <a:gd name="T11" fmla="*/ 120 h 25"/>
                  <a:gd name="T12" fmla="*/ 64 w 17"/>
                  <a:gd name="T13" fmla="*/ 129 h 25"/>
                  <a:gd name="T14" fmla="*/ 64 w 17"/>
                  <a:gd name="T15" fmla="*/ 129 h 25"/>
                  <a:gd name="T16" fmla="*/ 68 w 17"/>
                  <a:gd name="T17" fmla="*/ 129 h 25"/>
                  <a:gd name="T18" fmla="*/ 68 w 17"/>
                  <a:gd name="T19" fmla="*/ 129 h 25"/>
                  <a:gd name="T20" fmla="*/ 68 w 17"/>
                  <a:gd name="T21" fmla="*/ 129 h 25"/>
                  <a:gd name="T22" fmla="*/ 68 w 17"/>
                  <a:gd name="T23" fmla="*/ 129 h 25"/>
                  <a:gd name="T24" fmla="*/ 68 w 17"/>
                  <a:gd name="T25" fmla="*/ 120 h 25"/>
                  <a:gd name="T26" fmla="*/ 58 w 17"/>
                  <a:gd name="T27" fmla="*/ 61 h 25"/>
                  <a:gd name="T28" fmla="*/ 50 w 17"/>
                  <a:gd name="T29" fmla="*/ 41 h 25"/>
                  <a:gd name="T30" fmla="*/ 50 w 17"/>
                  <a:gd name="T31" fmla="*/ 19 h 25"/>
                  <a:gd name="T32" fmla="*/ 58 w 17"/>
                  <a:gd name="T33" fmla="*/ 1 h 25"/>
                  <a:gd name="T34" fmla="*/ 41 w 17"/>
                  <a:gd name="T35" fmla="*/ 41 h 25"/>
                  <a:gd name="T36" fmla="*/ 16 w 17"/>
                  <a:gd name="T37" fmla="*/ 49 h 25"/>
                  <a:gd name="T38" fmla="*/ 12 w 17"/>
                  <a:gd name="T39" fmla="*/ 133 h 25"/>
                  <a:gd name="T40" fmla="*/ 37 w 17"/>
                  <a:gd name="T41" fmla="*/ 170 h 25"/>
                  <a:gd name="T42" fmla="*/ 47 w 17"/>
                  <a:gd name="T43" fmla="*/ 160 h 25"/>
                  <a:gd name="T44" fmla="*/ 37 w 17"/>
                  <a:gd name="T45" fmla="*/ 133 h 25"/>
                  <a:gd name="T46" fmla="*/ 27 w 17"/>
                  <a:gd name="T47" fmla="*/ 129 h 25"/>
                  <a:gd name="T48" fmla="*/ 22 w 17"/>
                  <a:gd name="T49" fmla="*/ 120 h 25"/>
                  <a:gd name="T50" fmla="*/ 16 w 17"/>
                  <a:gd name="T51" fmla="*/ 108 h 25"/>
                  <a:gd name="T52" fmla="*/ 27 w 17"/>
                  <a:gd name="T53" fmla="*/ 78 h 25"/>
                  <a:gd name="T54" fmla="*/ 37 w 17"/>
                  <a:gd name="T55" fmla="*/ 78 h 25"/>
                  <a:gd name="T56" fmla="*/ 41 w 17"/>
                  <a:gd name="T57" fmla="*/ 87 h 25"/>
                  <a:gd name="T58" fmla="*/ 50 w 17"/>
                  <a:gd name="T59" fmla="*/ 101 h 25"/>
                  <a:gd name="T60" fmla="*/ 27 w 17"/>
                  <a:gd name="T61" fmla="*/ 41 h 25"/>
                  <a:gd name="T62" fmla="*/ 16 w 17"/>
                  <a:gd name="T63" fmla="*/ 49 h 2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7" h="25">
                    <a:moveTo>
                      <a:pt x="9" y="6"/>
                    </a:moveTo>
                    <a:cubicBezTo>
                      <a:pt x="11" y="8"/>
                      <a:pt x="13" y="11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6"/>
                      <a:pt x="15" y="17"/>
                      <a:pt x="15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7"/>
                      <a:pt x="15" y="17"/>
                    </a:cubicBezTo>
                    <a:cubicBezTo>
                      <a:pt x="17" y="15"/>
                      <a:pt x="14" y="11"/>
                      <a:pt x="13" y="9"/>
                    </a:cubicBezTo>
                    <a:cubicBezTo>
                      <a:pt x="12" y="8"/>
                      <a:pt x="12" y="7"/>
                      <a:pt x="11" y="6"/>
                    </a:cubicBezTo>
                    <a:cubicBezTo>
                      <a:pt x="11" y="5"/>
                      <a:pt x="11" y="4"/>
                      <a:pt x="11" y="3"/>
                    </a:cubicBezTo>
                    <a:cubicBezTo>
                      <a:pt x="11" y="2"/>
                      <a:pt x="12" y="1"/>
                      <a:pt x="13" y="1"/>
                    </a:cubicBezTo>
                    <a:cubicBezTo>
                      <a:pt x="11" y="0"/>
                      <a:pt x="7" y="3"/>
                      <a:pt x="9" y="6"/>
                    </a:cubicBezTo>
                    <a:close/>
                    <a:moveTo>
                      <a:pt x="4" y="7"/>
                    </a:moveTo>
                    <a:cubicBezTo>
                      <a:pt x="1" y="11"/>
                      <a:pt x="0" y="15"/>
                      <a:pt x="3" y="19"/>
                    </a:cubicBezTo>
                    <a:cubicBezTo>
                      <a:pt x="4" y="22"/>
                      <a:pt x="6" y="23"/>
                      <a:pt x="8" y="24"/>
                    </a:cubicBezTo>
                    <a:cubicBezTo>
                      <a:pt x="9" y="25"/>
                      <a:pt x="12" y="24"/>
                      <a:pt x="10" y="22"/>
                    </a:cubicBezTo>
                    <a:cubicBezTo>
                      <a:pt x="9" y="21"/>
                      <a:pt x="8" y="20"/>
                      <a:pt x="8" y="19"/>
                    </a:cubicBezTo>
                    <a:cubicBezTo>
                      <a:pt x="7" y="18"/>
                      <a:pt x="7" y="18"/>
                      <a:pt x="6" y="18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5" y="13"/>
                      <a:pt x="5" y="12"/>
                      <a:pt x="6" y="11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8" y="9"/>
                      <a:pt x="6" y="6"/>
                    </a:cubicBezTo>
                    <a:cubicBezTo>
                      <a:pt x="6" y="6"/>
                      <a:pt x="5" y="5"/>
                      <a:pt x="4" y="7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6" name="Freeform 192">
                <a:extLst>
                  <a:ext uri="{FF2B5EF4-FFF2-40B4-BE49-F238E27FC236}">
                    <a16:creationId xmlns:a16="http://schemas.microsoft.com/office/drawing/2014/main" id="{630268F8-B4DA-4519-883D-872E6698A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3736"/>
                <a:ext cx="4" cy="9"/>
              </a:xfrm>
              <a:custGeom>
                <a:avLst/>
                <a:gdLst>
                  <a:gd name="T0" fmla="*/ 12 w 3"/>
                  <a:gd name="T1" fmla="*/ 41 h 6"/>
                  <a:gd name="T2" fmla="*/ 9 w 3"/>
                  <a:gd name="T3" fmla="*/ 27 h 6"/>
                  <a:gd name="T4" fmla="*/ 1 w 3"/>
                  <a:gd name="T5" fmla="*/ 0 h 6"/>
                  <a:gd name="T6" fmla="*/ 1 w 3"/>
                  <a:gd name="T7" fmla="*/ 0 h 6"/>
                  <a:gd name="T8" fmla="*/ 1 w 3"/>
                  <a:gd name="T9" fmla="*/ 18 h 6"/>
                  <a:gd name="T10" fmla="*/ 0 w 3"/>
                  <a:gd name="T11" fmla="*/ 27 h 6"/>
                  <a:gd name="T12" fmla="*/ 1 w 3"/>
                  <a:gd name="T13" fmla="*/ 27 h 6"/>
                  <a:gd name="T14" fmla="*/ 12 w 3"/>
                  <a:gd name="T15" fmla="*/ 48 h 6"/>
                  <a:gd name="T16" fmla="*/ 12 w 3"/>
                  <a:gd name="T17" fmla="*/ 41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5"/>
                    </a:moveTo>
                    <a:cubicBezTo>
                      <a:pt x="3" y="4"/>
                      <a:pt x="3" y="4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7" name="Freeform 193">
                <a:extLst>
                  <a:ext uri="{FF2B5EF4-FFF2-40B4-BE49-F238E27FC236}">
                    <a16:creationId xmlns:a16="http://schemas.microsoft.com/office/drawing/2014/main" id="{6054D58B-5971-4B8D-9F77-F37298ADB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742"/>
                <a:ext cx="11" cy="10"/>
              </a:xfrm>
              <a:custGeom>
                <a:avLst/>
                <a:gdLst>
                  <a:gd name="T0" fmla="*/ 29 w 8"/>
                  <a:gd name="T1" fmla="*/ 19 h 7"/>
                  <a:gd name="T2" fmla="*/ 26 w 8"/>
                  <a:gd name="T3" fmla="*/ 27 h 7"/>
                  <a:gd name="T4" fmla="*/ 11 w 8"/>
                  <a:gd name="T5" fmla="*/ 27 h 7"/>
                  <a:gd name="T6" fmla="*/ 0 w 8"/>
                  <a:gd name="T7" fmla="*/ 1 h 7"/>
                  <a:gd name="T8" fmla="*/ 0 w 8"/>
                  <a:gd name="T9" fmla="*/ 1 h 7"/>
                  <a:gd name="T10" fmla="*/ 11 w 8"/>
                  <a:gd name="T11" fmla="*/ 27 h 7"/>
                  <a:gd name="T12" fmla="*/ 29 w 8"/>
                  <a:gd name="T13" fmla="*/ 29 h 7"/>
                  <a:gd name="T14" fmla="*/ 40 w 8"/>
                  <a:gd name="T15" fmla="*/ 13 h 7"/>
                  <a:gd name="T16" fmla="*/ 36 w 8"/>
                  <a:gd name="T17" fmla="*/ 0 h 7"/>
                  <a:gd name="T18" fmla="*/ 29 w 8"/>
                  <a:gd name="T19" fmla="*/ 19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6" y="3"/>
                    </a:moveTo>
                    <a:cubicBezTo>
                      <a:pt x="6" y="3"/>
                      <a:pt x="5" y="4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5"/>
                      <a:pt x="3" y="7"/>
                      <a:pt x="6" y="5"/>
                    </a:cubicBezTo>
                    <a:cubicBezTo>
                      <a:pt x="8" y="4"/>
                      <a:pt x="8" y="3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1"/>
                      <a:pt x="7" y="2"/>
                      <a:pt x="6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8" name="Freeform 194">
                <a:extLst>
                  <a:ext uri="{FF2B5EF4-FFF2-40B4-BE49-F238E27FC236}">
                    <a16:creationId xmlns:a16="http://schemas.microsoft.com/office/drawing/2014/main" id="{9E4F9326-FB12-4C1E-9290-947BCFF10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3727"/>
                <a:ext cx="14" cy="19"/>
              </a:xfrm>
              <a:custGeom>
                <a:avLst/>
                <a:gdLst>
                  <a:gd name="T0" fmla="*/ 21 w 10"/>
                  <a:gd name="T1" fmla="*/ 32 h 13"/>
                  <a:gd name="T2" fmla="*/ 11 w 10"/>
                  <a:gd name="T3" fmla="*/ 13 h 13"/>
                  <a:gd name="T4" fmla="*/ 0 w 10"/>
                  <a:gd name="T5" fmla="*/ 0 h 13"/>
                  <a:gd name="T6" fmla="*/ 0 w 10"/>
                  <a:gd name="T7" fmla="*/ 1 h 13"/>
                  <a:gd name="T8" fmla="*/ 1 w 10"/>
                  <a:gd name="T9" fmla="*/ 1 h 13"/>
                  <a:gd name="T10" fmla="*/ 39 w 10"/>
                  <a:gd name="T11" fmla="*/ 69 h 13"/>
                  <a:gd name="T12" fmla="*/ 49 w 10"/>
                  <a:gd name="T13" fmla="*/ 60 h 13"/>
                  <a:gd name="T14" fmla="*/ 41 w 10"/>
                  <a:gd name="T15" fmla="*/ 47 h 13"/>
                  <a:gd name="T16" fmla="*/ 21 w 10"/>
                  <a:gd name="T17" fmla="*/ 32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3">
                    <a:moveTo>
                      <a:pt x="4" y="5"/>
                    </a:moveTo>
                    <a:cubicBezTo>
                      <a:pt x="4" y="4"/>
                      <a:pt x="3" y="3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4"/>
                      <a:pt x="5" y="8"/>
                      <a:pt x="7" y="10"/>
                    </a:cubicBezTo>
                    <a:cubicBezTo>
                      <a:pt x="8" y="13"/>
                      <a:pt x="10" y="11"/>
                      <a:pt x="9" y="9"/>
                    </a:cubicBezTo>
                    <a:cubicBezTo>
                      <a:pt x="9" y="9"/>
                      <a:pt x="9" y="8"/>
                      <a:pt x="8" y="7"/>
                    </a:cubicBezTo>
                    <a:cubicBezTo>
                      <a:pt x="7" y="8"/>
                      <a:pt x="5" y="6"/>
                      <a:pt x="4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9" name="Freeform 195">
                <a:extLst>
                  <a:ext uri="{FF2B5EF4-FFF2-40B4-BE49-F238E27FC236}">
                    <a16:creationId xmlns:a16="http://schemas.microsoft.com/office/drawing/2014/main" id="{94AFF211-3A67-4357-9EBE-225296C16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3730"/>
                <a:ext cx="10" cy="10"/>
              </a:xfrm>
              <a:custGeom>
                <a:avLst/>
                <a:gdLst>
                  <a:gd name="T0" fmla="*/ 13 w 7"/>
                  <a:gd name="T1" fmla="*/ 0 h 7"/>
                  <a:gd name="T2" fmla="*/ 0 w 7"/>
                  <a:gd name="T3" fmla="*/ 0 h 7"/>
                  <a:gd name="T4" fmla="*/ 27 w 7"/>
                  <a:gd name="T5" fmla="*/ 29 h 7"/>
                  <a:gd name="T6" fmla="*/ 39 w 7"/>
                  <a:gd name="T7" fmla="*/ 39 h 7"/>
                  <a:gd name="T8" fmla="*/ 39 w 7"/>
                  <a:gd name="T9" fmla="*/ 27 h 7"/>
                  <a:gd name="T10" fmla="*/ 39 w 7"/>
                  <a:gd name="T11" fmla="*/ 19 h 7"/>
                  <a:gd name="T12" fmla="*/ 29 w 7"/>
                  <a:gd name="T13" fmla="*/ 19 h 7"/>
                  <a:gd name="T14" fmla="*/ 13 w 7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3" y="3"/>
                      <a:pt x="4" y="5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7" y="6"/>
                      <a:pt x="7" y="5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0" name="Freeform 196">
                <a:extLst>
                  <a:ext uri="{FF2B5EF4-FFF2-40B4-BE49-F238E27FC236}">
                    <a16:creationId xmlns:a16="http://schemas.microsoft.com/office/drawing/2014/main" id="{642CAA00-EF88-4EDF-8D4F-D2791AAD1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3715"/>
                <a:ext cx="19" cy="17"/>
              </a:xfrm>
              <a:custGeom>
                <a:avLst/>
                <a:gdLst>
                  <a:gd name="T0" fmla="*/ 48 w 14"/>
                  <a:gd name="T1" fmla="*/ 62 h 11"/>
                  <a:gd name="T2" fmla="*/ 37 w 14"/>
                  <a:gd name="T3" fmla="*/ 53 h 11"/>
                  <a:gd name="T4" fmla="*/ 19 w 14"/>
                  <a:gd name="T5" fmla="*/ 12 h 11"/>
                  <a:gd name="T6" fmla="*/ 1 w 14"/>
                  <a:gd name="T7" fmla="*/ 0 h 11"/>
                  <a:gd name="T8" fmla="*/ 0 w 14"/>
                  <a:gd name="T9" fmla="*/ 19 h 11"/>
                  <a:gd name="T10" fmla="*/ 1 w 14"/>
                  <a:gd name="T11" fmla="*/ 34 h 11"/>
                  <a:gd name="T12" fmla="*/ 14 w 14"/>
                  <a:gd name="T13" fmla="*/ 29 h 11"/>
                  <a:gd name="T14" fmla="*/ 26 w 14"/>
                  <a:gd name="T15" fmla="*/ 45 h 11"/>
                  <a:gd name="T16" fmla="*/ 35 w 14"/>
                  <a:gd name="T17" fmla="*/ 62 h 11"/>
                  <a:gd name="T18" fmla="*/ 37 w 14"/>
                  <a:gd name="T19" fmla="*/ 70 h 11"/>
                  <a:gd name="T20" fmla="*/ 48 w 14"/>
                  <a:gd name="T21" fmla="*/ 70 h 11"/>
                  <a:gd name="T22" fmla="*/ 56 w 14"/>
                  <a:gd name="T23" fmla="*/ 82 h 11"/>
                  <a:gd name="T24" fmla="*/ 61 w 14"/>
                  <a:gd name="T25" fmla="*/ 96 h 11"/>
                  <a:gd name="T26" fmla="*/ 56 w 14"/>
                  <a:gd name="T27" fmla="*/ 62 h 11"/>
                  <a:gd name="T28" fmla="*/ 48 w 14"/>
                  <a:gd name="T29" fmla="*/ 62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" h="11">
                    <a:moveTo>
                      <a:pt x="10" y="7"/>
                    </a:moveTo>
                    <a:cubicBezTo>
                      <a:pt x="9" y="6"/>
                      <a:pt x="9" y="6"/>
                      <a:pt x="8" y="6"/>
                    </a:cubicBezTo>
                    <a:cubicBezTo>
                      <a:pt x="7" y="6"/>
                      <a:pt x="5" y="3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7" y="7"/>
                      <a:pt x="8" y="7"/>
                      <a:pt x="8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8"/>
                      <a:pt x="12" y="9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4" y="10"/>
                      <a:pt x="13" y="8"/>
                      <a:pt x="12" y="7"/>
                    </a:cubicBezTo>
                    <a:cubicBezTo>
                      <a:pt x="11" y="7"/>
                      <a:pt x="10" y="7"/>
                      <a:pt x="10" y="7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1" name="Freeform 197">
                <a:extLst>
                  <a:ext uri="{FF2B5EF4-FFF2-40B4-BE49-F238E27FC236}">
                    <a16:creationId xmlns:a16="http://schemas.microsoft.com/office/drawing/2014/main" id="{4C510254-83FA-4312-80F2-B0B9088C0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3699"/>
                <a:ext cx="26" cy="22"/>
              </a:xfrm>
              <a:custGeom>
                <a:avLst/>
                <a:gdLst>
                  <a:gd name="T0" fmla="*/ 64 w 19"/>
                  <a:gd name="T1" fmla="*/ 41 h 15"/>
                  <a:gd name="T2" fmla="*/ 77 w 19"/>
                  <a:gd name="T3" fmla="*/ 60 h 15"/>
                  <a:gd name="T4" fmla="*/ 88 w 19"/>
                  <a:gd name="T5" fmla="*/ 82 h 15"/>
                  <a:gd name="T6" fmla="*/ 92 w 19"/>
                  <a:gd name="T7" fmla="*/ 97 h 15"/>
                  <a:gd name="T8" fmla="*/ 88 w 19"/>
                  <a:gd name="T9" fmla="*/ 82 h 15"/>
                  <a:gd name="T10" fmla="*/ 67 w 19"/>
                  <a:gd name="T11" fmla="*/ 28 h 15"/>
                  <a:gd name="T12" fmla="*/ 40 w 19"/>
                  <a:gd name="T13" fmla="*/ 13 h 15"/>
                  <a:gd name="T14" fmla="*/ 19 w 19"/>
                  <a:gd name="T15" fmla="*/ 32 h 15"/>
                  <a:gd name="T16" fmla="*/ 14 w 19"/>
                  <a:gd name="T17" fmla="*/ 73 h 15"/>
                  <a:gd name="T18" fmla="*/ 26 w 19"/>
                  <a:gd name="T19" fmla="*/ 97 h 15"/>
                  <a:gd name="T20" fmla="*/ 29 w 19"/>
                  <a:gd name="T21" fmla="*/ 101 h 15"/>
                  <a:gd name="T22" fmla="*/ 26 w 19"/>
                  <a:gd name="T23" fmla="*/ 73 h 15"/>
                  <a:gd name="T24" fmla="*/ 19 w 19"/>
                  <a:gd name="T25" fmla="*/ 56 h 15"/>
                  <a:gd name="T26" fmla="*/ 40 w 19"/>
                  <a:gd name="T27" fmla="*/ 32 h 15"/>
                  <a:gd name="T28" fmla="*/ 64 w 19"/>
                  <a:gd name="T29" fmla="*/ 41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15">
                    <a:moveTo>
                      <a:pt x="13" y="6"/>
                    </a:moveTo>
                    <a:cubicBezTo>
                      <a:pt x="14" y="7"/>
                      <a:pt x="15" y="8"/>
                      <a:pt x="16" y="9"/>
                    </a:cubicBezTo>
                    <a:cubicBezTo>
                      <a:pt x="16" y="10"/>
                      <a:pt x="17" y="11"/>
                      <a:pt x="18" y="12"/>
                    </a:cubicBezTo>
                    <a:cubicBezTo>
                      <a:pt x="18" y="12"/>
                      <a:pt x="19" y="13"/>
                      <a:pt x="19" y="14"/>
                    </a:cubicBezTo>
                    <a:cubicBezTo>
                      <a:pt x="19" y="13"/>
                      <a:pt x="19" y="12"/>
                      <a:pt x="18" y="12"/>
                    </a:cubicBezTo>
                    <a:cubicBezTo>
                      <a:pt x="17" y="9"/>
                      <a:pt x="15" y="7"/>
                      <a:pt x="14" y="4"/>
                    </a:cubicBezTo>
                    <a:cubicBezTo>
                      <a:pt x="13" y="3"/>
                      <a:pt x="11" y="0"/>
                      <a:pt x="8" y="2"/>
                    </a:cubicBezTo>
                    <a:cubicBezTo>
                      <a:pt x="7" y="3"/>
                      <a:pt x="5" y="4"/>
                      <a:pt x="4" y="5"/>
                    </a:cubicBezTo>
                    <a:cubicBezTo>
                      <a:pt x="0" y="7"/>
                      <a:pt x="3" y="11"/>
                      <a:pt x="3" y="11"/>
                    </a:cubicBezTo>
                    <a:cubicBezTo>
                      <a:pt x="3" y="11"/>
                      <a:pt x="5" y="13"/>
                      <a:pt x="5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3"/>
                      <a:pt x="6" y="12"/>
                      <a:pt x="5" y="11"/>
                    </a:cubicBezTo>
                    <a:cubicBezTo>
                      <a:pt x="5" y="10"/>
                      <a:pt x="4" y="9"/>
                      <a:pt x="4" y="8"/>
                    </a:cubicBezTo>
                    <a:cubicBezTo>
                      <a:pt x="5" y="7"/>
                      <a:pt x="7" y="6"/>
                      <a:pt x="8" y="5"/>
                    </a:cubicBezTo>
                    <a:cubicBezTo>
                      <a:pt x="10" y="4"/>
                      <a:pt x="12" y="5"/>
                      <a:pt x="13" y="6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2" name="Freeform 198">
                <a:extLst>
                  <a:ext uri="{FF2B5EF4-FFF2-40B4-BE49-F238E27FC236}">
                    <a16:creationId xmlns:a16="http://schemas.microsoft.com/office/drawing/2014/main" id="{C4377226-99E0-4814-B8CC-2B046267C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721"/>
                <a:ext cx="18" cy="15"/>
              </a:xfrm>
              <a:custGeom>
                <a:avLst/>
                <a:gdLst>
                  <a:gd name="T0" fmla="*/ 55 w 13"/>
                  <a:gd name="T1" fmla="*/ 62 h 10"/>
                  <a:gd name="T2" fmla="*/ 66 w 13"/>
                  <a:gd name="T3" fmla="*/ 41 h 10"/>
                  <a:gd name="T4" fmla="*/ 64 w 13"/>
                  <a:gd name="T5" fmla="*/ 32 h 10"/>
                  <a:gd name="T6" fmla="*/ 50 w 13"/>
                  <a:gd name="T7" fmla="*/ 18 h 10"/>
                  <a:gd name="T8" fmla="*/ 46 w 13"/>
                  <a:gd name="T9" fmla="*/ 18 h 10"/>
                  <a:gd name="T10" fmla="*/ 46 w 13"/>
                  <a:gd name="T11" fmla="*/ 18 h 10"/>
                  <a:gd name="T12" fmla="*/ 46 w 13"/>
                  <a:gd name="T13" fmla="*/ 27 h 10"/>
                  <a:gd name="T14" fmla="*/ 46 w 13"/>
                  <a:gd name="T15" fmla="*/ 41 h 10"/>
                  <a:gd name="T16" fmla="*/ 36 w 13"/>
                  <a:gd name="T17" fmla="*/ 48 h 10"/>
                  <a:gd name="T18" fmla="*/ 21 w 13"/>
                  <a:gd name="T19" fmla="*/ 41 h 10"/>
                  <a:gd name="T20" fmla="*/ 0 w 13"/>
                  <a:gd name="T21" fmla="*/ 0 h 10"/>
                  <a:gd name="T22" fmla="*/ 0 w 13"/>
                  <a:gd name="T23" fmla="*/ 0 h 10"/>
                  <a:gd name="T24" fmla="*/ 21 w 13"/>
                  <a:gd name="T25" fmla="*/ 59 h 10"/>
                  <a:gd name="T26" fmla="*/ 55 w 13"/>
                  <a:gd name="T27" fmla="*/ 62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10">
                    <a:moveTo>
                      <a:pt x="11" y="8"/>
                    </a:moveTo>
                    <a:cubicBezTo>
                      <a:pt x="12" y="7"/>
                      <a:pt x="12" y="6"/>
                      <a:pt x="13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1" y="3"/>
                      <a:pt x="11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6"/>
                      <a:pt x="8" y="6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2" y="3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3" y="5"/>
                      <a:pt x="4" y="7"/>
                    </a:cubicBezTo>
                    <a:cubicBezTo>
                      <a:pt x="4" y="8"/>
                      <a:pt x="6" y="10"/>
                      <a:pt x="11" y="8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3" name="Freeform 199">
                <a:extLst>
                  <a:ext uri="{FF2B5EF4-FFF2-40B4-BE49-F238E27FC236}">
                    <a16:creationId xmlns:a16="http://schemas.microsoft.com/office/drawing/2014/main" id="{1C3CB5BE-4248-423D-92B3-47A03083A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3693"/>
                <a:ext cx="18" cy="20"/>
              </a:xfrm>
              <a:custGeom>
                <a:avLst/>
                <a:gdLst>
                  <a:gd name="T0" fmla="*/ 66 w 13"/>
                  <a:gd name="T1" fmla="*/ 66 h 13"/>
                  <a:gd name="T2" fmla="*/ 66 w 13"/>
                  <a:gd name="T3" fmla="*/ 62 h 13"/>
                  <a:gd name="T4" fmla="*/ 64 w 13"/>
                  <a:gd name="T5" fmla="*/ 52 h 13"/>
                  <a:gd name="T6" fmla="*/ 21 w 13"/>
                  <a:gd name="T7" fmla="*/ 18 h 13"/>
                  <a:gd name="T8" fmla="*/ 26 w 13"/>
                  <a:gd name="T9" fmla="*/ 83 h 13"/>
                  <a:gd name="T10" fmla="*/ 29 w 13"/>
                  <a:gd name="T11" fmla="*/ 102 h 13"/>
                  <a:gd name="T12" fmla="*/ 36 w 13"/>
                  <a:gd name="T13" fmla="*/ 114 h 13"/>
                  <a:gd name="T14" fmla="*/ 29 w 13"/>
                  <a:gd name="T15" fmla="*/ 43 h 13"/>
                  <a:gd name="T16" fmla="*/ 50 w 13"/>
                  <a:gd name="T17" fmla="*/ 43 h 13"/>
                  <a:gd name="T18" fmla="*/ 66 w 13"/>
                  <a:gd name="T19" fmla="*/ 66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13">
                    <a:moveTo>
                      <a:pt x="13" y="8"/>
                    </a:moveTo>
                    <a:cubicBezTo>
                      <a:pt x="13" y="8"/>
                      <a:pt x="13" y="8"/>
                      <a:pt x="13" y="7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1" y="5"/>
                      <a:pt x="8" y="0"/>
                      <a:pt x="4" y="2"/>
                    </a:cubicBezTo>
                    <a:cubicBezTo>
                      <a:pt x="0" y="4"/>
                      <a:pt x="4" y="9"/>
                      <a:pt x="5" y="10"/>
                    </a:cubicBezTo>
                    <a:cubicBezTo>
                      <a:pt x="5" y="11"/>
                      <a:pt x="6" y="12"/>
                      <a:pt x="6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3" y="6"/>
                      <a:pt x="6" y="5"/>
                    </a:cubicBezTo>
                    <a:cubicBezTo>
                      <a:pt x="7" y="4"/>
                      <a:pt x="9" y="4"/>
                      <a:pt x="10" y="5"/>
                    </a:cubicBezTo>
                    <a:cubicBezTo>
                      <a:pt x="11" y="6"/>
                      <a:pt x="12" y="7"/>
                      <a:pt x="13" y="8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4" name="Freeform 200">
                <a:extLst>
                  <a:ext uri="{FF2B5EF4-FFF2-40B4-BE49-F238E27FC236}">
                    <a16:creationId xmlns:a16="http://schemas.microsoft.com/office/drawing/2014/main" id="{5F672573-8689-470F-9348-C3D8A4D22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3698"/>
                <a:ext cx="7" cy="7"/>
              </a:xfrm>
              <a:custGeom>
                <a:avLst/>
                <a:gdLst>
                  <a:gd name="T0" fmla="*/ 0 w 5"/>
                  <a:gd name="T1" fmla="*/ 15 h 5"/>
                  <a:gd name="T2" fmla="*/ 1 w 5"/>
                  <a:gd name="T3" fmla="*/ 15 h 5"/>
                  <a:gd name="T4" fmla="*/ 15 w 5"/>
                  <a:gd name="T5" fmla="*/ 15 h 5"/>
                  <a:gd name="T6" fmla="*/ 21 w 5"/>
                  <a:gd name="T7" fmla="*/ 28 h 5"/>
                  <a:gd name="T8" fmla="*/ 21 w 5"/>
                  <a:gd name="T9" fmla="*/ 15 h 5"/>
                  <a:gd name="T10" fmla="*/ 28 w 5"/>
                  <a:gd name="T11" fmla="*/ 1 h 5"/>
                  <a:gd name="T12" fmla="*/ 1 w 5"/>
                  <a:gd name="T13" fmla="*/ 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3"/>
                      <a:pt x="3" y="3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5" y="0"/>
                      <a:pt x="2" y="1"/>
                      <a:pt x="1" y="1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5" name="Freeform 201">
                <a:extLst>
                  <a:ext uri="{FF2B5EF4-FFF2-40B4-BE49-F238E27FC236}">
                    <a16:creationId xmlns:a16="http://schemas.microsoft.com/office/drawing/2014/main" id="{80D2D305-733F-46E3-BB6D-F3511A18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3688"/>
                <a:ext cx="20" cy="17"/>
              </a:xfrm>
              <a:custGeom>
                <a:avLst/>
                <a:gdLst>
                  <a:gd name="T0" fmla="*/ 67 w 14"/>
                  <a:gd name="T1" fmla="*/ 18 h 12"/>
                  <a:gd name="T2" fmla="*/ 29 w 14"/>
                  <a:gd name="T3" fmla="*/ 1 h 12"/>
                  <a:gd name="T4" fmla="*/ 27 w 14"/>
                  <a:gd name="T5" fmla="*/ 37 h 12"/>
                  <a:gd name="T6" fmla="*/ 41 w 14"/>
                  <a:gd name="T7" fmla="*/ 67 h 12"/>
                  <a:gd name="T8" fmla="*/ 56 w 14"/>
                  <a:gd name="T9" fmla="*/ 68 h 12"/>
                  <a:gd name="T10" fmla="*/ 47 w 14"/>
                  <a:gd name="T11" fmla="*/ 52 h 12"/>
                  <a:gd name="T12" fmla="*/ 39 w 14"/>
                  <a:gd name="T13" fmla="*/ 37 h 12"/>
                  <a:gd name="T14" fmla="*/ 47 w 14"/>
                  <a:gd name="T15" fmla="*/ 26 h 12"/>
                  <a:gd name="T16" fmla="*/ 67 w 14"/>
                  <a:gd name="T17" fmla="*/ 28 h 12"/>
                  <a:gd name="T18" fmla="*/ 70 w 14"/>
                  <a:gd name="T19" fmla="*/ 37 h 12"/>
                  <a:gd name="T20" fmla="*/ 84 w 14"/>
                  <a:gd name="T21" fmla="*/ 47 h 12"/>
                  <a:gd name="T22" fmla="*/ 84 w 14"/>
                  <a:gd name="T23" fmla="*/ 40 h 12"/>
                  <a:gd name="T24" fmla="*/ 67 w 14"/>
                  <a:gd name="T25" fmla="*/ 18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12">
                    <a:moveTo>
                      <a:pt x="11" y="3"/>
                    </a:moveTo>
                    <a:cubicBezTo>
                      <a:pt x="9" y="0"/>
                      <a:pt x="6" y="1"/>
                      <a:pt x="5" y="1"/>
                    </a:cubicBezTo>
                    <a:cubicBezTo>
                      <a:pt x="0" y="3"/>
                      <a:pt x="3" y="5"/>
                      <a:pt x="4" y="6"/>
                    </a:cubicBezTo>
                    <a:cubicBezTo>
                      <a:pt x="5" y="8"/>
                      <a:pt x="6" y="9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7" y="8"/>
                      <a:pt x="7" y="7"/>
                      <a:pt x="6" y="6"/>
                    </a:cubicBezTo>
                    <a:cubicBezTo>
                      <a:pt x="6" y="5"/>
                      <a:pt x="7" y="4"/>
                      <a:pt x="8" y="4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1" y="5"/>
                      <a:pt x="12" y="6"/>
                      <a:pt x="12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7"/>
                    </a:cubicBezTo>
                    <a:cubicBezTo>
                      <a:pt x="13" y="6"/>
                      <a:pt x="12" y="5"/>
                      <a:pt x="11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6" name="Freeform 202">
                <a:extLst>
                  <a:ext uri="{FF2B5EF4-FFF2-40B4-BE49-F238E27FC236}">
                    <a16:creationId xmlns:a16="http://schemas.microsoft.com/office/drawing/2014/main" id="{342C2C12-B5B3-4FEA-9F80-466D8491C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3686"/>
                <a:ext cx="17" cy="16"/>
              </a:xfrm>
              <a:custGeom>
                <a:avLst/>
                <a:gdLst>
                  <a:gd name="T0" fmla="*/ 1 w 12"/>
                  <a:gd name="T1" fmla="*/ 0 h 11"/>
                  <a:gd name="T2" fmla="*/ 0 w 12"/>
                  <a:gd name="T3" fmla="*/ 13 h 11"/>
                  <a:gd name="T4" fmla="*/ 28 w 12"/>
                  <a:gd name="T5" fmla="*/ 52 h 11"/>
                  <a:gd name="T6" fmla="*/ 28 w 12"/>
                  <a:gd name="T7" fmla="*/ 70 h 11"/>
                  <a:gd name="T8" fmla="*/ 28 w 12"/>
                  <a:gd name="T9" fmla="*/ 70 h 11"/>
                  <a:gd name="T10" fmla="*/ 40 w 12"/>
                  <a:gd name="T11" fmla="*/ 60 h 11"/>
                  <a:gd name="T12" fmla="*/ 47 w 12"/>
                  <a:gd name="T13" fmla="*/ 41 h 11"/>
                  <a:gd name="T14" fmla="*/ 67 w 12"/>
                  <a:gd name="T15" fmla="*/ 52 h 11"/>
                  <a:gd name="T16" fmla="*/ 68 w 12"/>
                  <a:gd name="T17" fmla="*/ 60 h 11"/>
                  <a:gd name="T18" fmla="*/ 68 w 12"/>
                  <a:gd name="T19" fmla="*/ 70 h 11"/>
                  <a:gd name="T20" fmla="*/ 68 w 12"/>
                  <a:gd name="T21" fmla="*/ 47 h 11"/>
                  <a:gd name="T22" fmla="*/ 1 w 12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" h="11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3" y="5"/>
                      <a:pt x="5" y="6"/>
                      <a:pt x="5" y="8"/>
                    </a:cubicBezTo>
                    <a:cubicBezTo>
                      <a:pt x="6" y="10"/>
                      <a:pt x="5" y="10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0"/>
                      <a:pt x="7" y="9"/>
                    </a:cubicBezTo>
                    <a:cubicBezTo>
                      <a:pt x="7" y="8"/>
                      <a:pt x="6" y="7"/>
                      <a:pt x="8" y="6"/>
                    </a:cubicBezTo>
                    <a:cubicBezTo>
                      <a:pt x="9" y="6"/>
                      <a:pt x="11" y="6"/>
                      <a:pt x="11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0"/>
                      <a:pt x="12" y="9"/>
                      <a:pt x="12" y="7"/>
                    </a:cubicBezTo>
                    <a:cubicBezTo>
                      <a:pt x="11" y="2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7" name="Freeform 203">
                <a:extLst>
                  <a:ext uri="{FF2B5EF4-FFF2-40B4-BE49-F238E27FC236}">
                    <a16:creationId xmlns:a16="http://schemas.microsoft.com/office/drawing/2014/main" id="{40000A39-38C4-43D4-A355-C85CDD6CB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698"/>
                <a:ext cx="9" cy="9"/>
              </a:xfrm>
              <a:custGeom>
                <a:avLst/>
                <a:gdLst>
                  <a:gd name="T0" fmla="*/ 8 w 7"/>
                  <a:gd name="T1" fmla="*/ 41 h 6"/>
                  <a:gd name="T2" fmla="*/ 17 w 7"/>
                  <a:gd name="T3" fmla="*/ 41 h 6"/>
                  <a:gd name="T4" fmla="*/ 22 w 7"/>
                  <a:gd name="T5" fmla="*/ 48 h 6"/>
                  <a:gd name="T6" fmla="*/ 13 w 7"/>
                  <a:gd name="T7" fmla="*/ 27 h 6"/>
                  <a:gd name="T8" fmla="*/ 10 w 7"/>
                  <a:gd name="T9" fmla="*/ 27 h 6"/>
                  <a:gd name="T10" fmla="*/ 0 w 7"/>
                  <a:gd name="T11" fmla="*/ 12 h 6"/>
                  <a:gd name="T12" fmla="*/ 0 w 7"/>
                  <a:gd name="T13" fmla="*/ 0 h 6"/>
                  <a:gd name="T14" fmla="*/ 8 w 7"/>
                  <a:gd name="T15" fmla="*/ 4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2" y="5"/>
                    </a:moveTo>
                    <a:cubicBezTo>
                      <a:pt x="3" y="5"/>
                      <a:pt x="4" y="5"/>
                      <a:pt x="5" y="5"/>
                    </a:cubicBezTo>
                    <a:cubicBezTo>
                      <a:pt x="5" y="5"/>
                      <a:pt x="6" y="5"/>
                      <a:pt x="6" y="6"/>
                    </a:cubicBezTo>
                    <a:cubicBezTo>
                      <a:pt x="7" y="4"/>
                      <a:pt x="5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5"/>
                      <a:pt x="2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8" name="Freeform 204">
                <a:extLst>
                  <a:ext uri="{FF2B5EF4-FFF2-40B4-BE49-F238E27FC236}">
                    <a16:creationId xmlns:a16="http://schemas.microsoft.com/office/drawing/2014/main" id="{A948ACDE-1A6B-4A40-A1B0-10FA3C3B1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702"/>
                <a:ext cx="9" cy="13"/>
              </a:xfrm>
              <a:custGeom>
                <a:avLst/>
                <a:gdLst>
                  <a:gd name="T0" fmla="*/ 10 w 7"/>
                  <a:gd name="T1" fmla="*/ 27 h 9"/>
                  <a:gd name="T2" fmla="*/ 10 w 7"/>
                  <a:gd name="T3" fmla="*/ 13 h 9"/>
                  <a:gd name="T4" fmla="*/ 13 w 7"/>
                  <a:gd name="T5" fmla="*/ 13 h 9"/>
                  <a:gd name="T6" fmla="*/ 1 w 7"/>
                  <a:gd name="T7" fmla="*/ 0 h 9"/>
                  <a:gd name="T8" fmla="*/ 0 w 7"/>
                  <a:gd name="T9" fmla="*/ 13 h 9"/>
                  <a:gd name="T10" fmla="*/ 13 w 7"/>
                  <a:gd name="T11" fmla="*/ 52 h 9"/>
                  <a:gd name="T12" fmla="*/ 22 w 7"/>
                  <a:gd name="T13" fmla="*/ 52 h 9"/>
                  <a:gd name="T14" fmla="*/ 24 w 7"/>
                  <a:gd name="T15" fmla="*/ 39 h 9"/>
                  <a:gd name="T16" fmla="*/ 10 w 7"/>
                  <a:gd name="T17" fmla="*/ 27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3" y="4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2" y="4"/>
                      <a:pt x="3" y="6"/>
                      <a:pt x="4" y="8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6" y="6"/>
                      <a:pt x="4" y="5"/>
                      <a:pt x="3" y="4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9" name="Freeform 205">
                <a:extLst>
                  <a:ext uri="{FF2B5EF4-FFF2-40B4-BE49-F238E27FC236}">
                    <a16:creationId xmlns:a16="http://schemas.microsoft.com/office/drawing/2014/main" id="{56D9C468-D584-4279-B820-B5824B00F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3705"/>
                <a:ext cx="10" cy="10"/>
              </a:xfrm>
              <a:custGeom>
                <a:avLst/>
                <a:gdLst>
                  <a:gd name="T0" fmla="*/ 41 w 7"/>
                  <a:gd name="T1" fmla="*/ 41 h 7"/>
                  <a:gd name="T2" fmla="*/ 39 w 7"/>
                  <a:gd name="T3" fmla="*/ 29 h 7"/>
                  <a:gd name="T4" fmla="*/ 27 w 7"/>
                  <a:gd name="T5" fmla="*/ 27 h 7"/>
                  <a:gd name="T6" fmla="*/ 27 w 7"/>
                  <a:gd name="T7" fmla="*/ 27 h 7"/>
                  <a:gd name="T8" fmla="*/ 27 w 7"/>
                  <a:gd name="T9" fmla="*/ 27 h 7"/>
                  <a:gd name="T10" fmla="*/ 1 w 7"/>
                  <a:gd name="T11" fmla="*/ 1 h 7"/>
                  <a:gd name="T12" fmla="*/ 0 w 7"/>
                  <a:gd name="T13" fmla="*/ 0 h 7"/>
                  <a:gd name="T14" fmla="*/ 1 w 7"/>
                  <a:gd name="T15" fmla="*/ 19 h 7"/>
                  <a:gd name="T16" fmla="*/ 27 w 7"/>
                  <a:gd name="T17" fmla="*/ 39 h 7"/>
                  <a:gd name="T18" fmla="*/ 41 w 7"/>
                  <a:gd name="T19" fmla="*/ 41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cubicBezTo>
                      <a:pt x="7" y="6"/>
                      <a:pt x="7" y="5"/>
                      <a:pt x="6" y="5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2" y="3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2" y="6"/>
                      <a:pt x="4" y="6"/>
                    </a:cubicBezTo>
                    <a:cubicBezTo>
                      <a:pt x="5" y="6"/>
                      <a:pt x="7" y="5"/>
                      <a:pt x="7" y="7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0" name="Freeform 206">
                <a:extLst>
                  <a:ext uri="{FF2B5EF4-FFF2-40B4-BE49-F238E27FC236}">
                    <a16:creationId xmlns:a16="http://schemas.microsoft.com/office/drawing/2014/main" id="{FAB247A3-857F-42AD-89BA-EEA0557F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3710"/>
                <a:ext cx="16" cy="16"/>
              </a:xfrm>
              <a:custGeom>
                <a:avLst/>
                <a:gdLst>
                  <a:gd name="T0" fmla="*/ 41 w 12"/>
                  <a:gd name="T1" fmla="*/ 60 h 11"/>
                  <a:gd name="T2" fmla="*/ 48 w 12"/>
                  <a:gd name="T3" fmla="*/ 28 h 11"/>
                  <a:gd name="T4" fmla="*/ 41 w 12"/>
                  <a:gd name="T5" fmla="*/ 47 h 11"/>
                  <a:gd name="T6" fmla="*/ 27 w 12"/>
                  <a:gd name="T7" fmla="*/ 47 h 11"/>
                  <a:gd name="T8" fmla="*/ 9 w 12"/>
                  <a:gd name="T9" fmla="*/ 19 h 11"/>
                  <a:gd name="T10" fmla="*/ 1 w 12"/>
                  <a:gd name="T11" fmla="*/ 0 h 11"/>
                  <a:gd name="T12" fmla="*/ 0 w 12"/>
                  <a:gd name="T13" fmla="*/ 0 h 11"/>
                  <a:gd name="T14" fmla="*/ 16 w 12"/>
                  <a:gd name="T15" fmla="*/ 47 h 11"/>
                  <a:gd name="T16" fmla="*/ 41 w 12"/>
                  <a:gd name="T17" fmla="*/ 6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10" y="9"/>
                    </a:moveTo>
                    <a:cubicBezTo>
                      <a:pt x="12" y="7"/>
                      <a:pt x="12" y="5"/>
                      <a:pt x="11" y="4"/>
                    </a:cubicBezTo>
                    <a:cubicBezTo>
                      <a:pt x="11" y="5"/>
                      <a:pt x="11" y="6"/>
                      <a:pt x="10" y="7"/>
                    </a:cubicBezTo>
                    <a:cubicBezTo>
                      <a:pt x="8" y="7"/>
                      <a:pt x="7" y="8"/>
                      <a:pt x="6" y="7"/>
                    </a:cubicBezTo>
                    <a:cubicBezTo>
                      <a:pt x="5" y="6"/>
                      <a:pt x="3" y="4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5"/>
                      <a:pt x="4" y="7"/>
                    </a:cubicBezTo>
                    <a:cubicBezTo>
                      <a:pt x="5" y="8"/>
                      <a:pt x="6" y="11"/>
                      <a:pt x="10" y="9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1" name="Freeform 207">
                <a:extLst>
                  <a:ext uri="{FF2B5EF4-FFF2-40B4-BE49-F238E27FC236}">
                    <a16:creationId xmlns:a16="http://schemas.microsoft.com/office/drawing/2014/main" id="{8CB657C6-3C7A-47FC-8246-D16172D62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3670"/>
                <a:ext cx="106" cy="95"/>
              </a:xfrm>
              <a:custGeom>
                <a:avLst/>
                <a:gdLst>
                  <a:gd name="T0" fmla="*/ 40 w 77"/>
                  <a:gd name="T1" fmla="*/ 333 h 65"/>
                  <a:gd name="T2" fmla="*/ 182 w 77"/>
                  <a:gd name="T3" fmla="*/ 352 h 65"/>
                  <a:gd name="T4" fmla="*/ 366 w 77"/>
                  <a:gd name="T5" fmla="*/ 115 h 65"/>
                  <a:gd name="T6" fmla="*/ 161 w 77"/>
                  <a:gd name="T7" fmla="*/ 115 h 65"/>
                  <a:gd name="T8" fmla="*/ 40 w 77"/>
                  <a:gd name="T9" fmla="*/ 33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65">
                    <a:moveTo>
                      <a:pt x="8" y="50"/>
                    </a:moveTo>
                    <a:cubicBezTo>
                      <a:pt x="15" y="65"/>
                      <a:pt x="24" y="61"/>
                      <a:pt x="37" y="53"/>
                    </a:cubicBezTo>
                    <a:cubicBezTo>
                      <a:pt x="49" y="47"/>
                      <a:pt x="77" y="33"/>
                      <a:pt x="74" y="17"/>
                    </a:cubicBezTo>
                    <a:cubicBezTo>
                      <a:pt x="71" y="0"/>
                      <a:pt x="51" y="6"/>
                      <a:pt x="33" y="17"/>
                    </a:cubicBezTo>
                    <a:cubicBezTo>
                      <a:pt x="17" y="26"/>
                      <a:pt x="0" y="36"/>
                      <a:pt x="8" y="5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2" name="Freeform 208">
                <a:extLst>
                  <a:ext uri="{FF2B5EF4-FFF2-40B4-BE49-F238E27FC236}">
                    <a16:creationId xmlns:a16="http://schemas.microsoft.com/office/drawing/2014/main" id="{AA719ADC-446E-43E1-AD45-612DF78F9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679"/>
                <a:ext cx="99" cy="79"/>
              </a:xfrm>
              <a:custGeom>
                <a:avLst/>
                <a:gdLst>
                  <a:gd name="T0" fmla="*/ 153 w 72"/>
                  <a:gd name="T1" fmla="*/ 82 h 54"/>
                  <a:gd name="T2" fmla="*/ 314 w 72"/>
                  <a:gd name="T3" fmla="*/ 19 h 54"/>
                  <a:gd name="T4" fmla="*/ 344 w 72"/>
                  <a:gd name="T5" fmla="*/ 73 h 54"/>
                  <a:gd name="T6" fmla="*/ 180 w 72"/>
                  <a:gd name="T7" fmla="*/ 304 h 54"/>
                  <a:gd name="T8" fmla="*/ 168 w 72"/>
                  <a:gd name="T9" fmla="*/ 306 h 54"/>
                  <a:gd name="T10" fmla="*/ 69 w 72"/>
                  <a:gd name="T11" fmla="*/ 347 h 54"/>
                  <a:gd name="T12" fmla="*/ 29 w 72"/>
                  <a:gd name="T13" fmla="*/ 296 h 54"/>
                  <a:gd name="T14" fmla="*/ 29 w 72"/>
                  <a:gd name="T15" fmla="*/ 296 h 54"/>
                  <a:gd name="T16" fmla="*/ 153 w 72"/>
                  <a:gd name="T17" fmla="*/ 82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54">
                    <a:moveTo>
                      <a:pt x="31" y="12"/>
                    </a:moveTo>
                    <a:cubicBezTo>
                      <a:pt x="46" y="3"/>
                      <a:pt x="58" y="0"/>
                      <a:pt x="64" y="3"/>
                    </a:cubicBezTo>
                    <a:cubicBezTo>
                      <a:pt x="67" y="5"/>
                      <a:pt x="69" y="7"/>
                      <a:pt x="70" y="11"/>
                    </a:cubicBezTo>
                    <a:cubicBezTo>
                      <a:pt x="72" y="25"/>
                      <a:pt x="48" y="38"/>
                      <a:pt x="36" y="45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25" y="51"/>
                      <a:pt x="19" y="54"/>
                      <a:pt x="14" y="52"/>
                    </a:cubicBezTo>
                    <a:cubicBezTo>
                      <a:pt x="11" y="51"/>
                      <a:pt x="9" y="49"/>
                      <a:pt x="6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0" y="31"/>
                      <a:pt x="13" y="22"/>
                      <a:pt x="31" y="1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3" name="Freeform 209">
                <a:extLst>
                  <a:ext uri="{FF2B5EF4-FFF2-40B4-BE49-F238E27FC236}">
                    <a16:creationId xmlns:a16="http://schemas.microsoft.com/office/drawing/2014/main" id="{9CB7F509-019A-4C13-8974-0B8989B35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3723"/>
                <a:ext cx="5" cy="3"/>
              </a:xfrm>
              <a:custGeom>
                <a:avLst/>
                <a:gdLst>
                  <a:gd name="T0" fmla="*/ 0 w 4"/>
                  <a:gd name="T1" fmla="*/ 12 h 2"/>
                  <a:gd name="T2" fmla="*/ 13 w 4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4" name="Freeform 210">
                <a:extLst>
                  <a:ext uri="{FF2B5EF4-FFF2-40B4-BE49-F238E27FC236}">
                    <a16:creationId xmlns:a16="http://schemas.microsoft.com/office/drawing/2014/main" id="{37FE1F24-F90E-4394-A186-71B08890C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711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12 w 3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3" y="1"/>
                      <a:pt x="3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5" name="Freeform 211">
                <a:extLst>
                  <a:ext uri="{FF2B5EF4-FFF2-40B4-BE49-F238E27FC236}">
                    <a16:creationId xmlns:a16="http://schemas.microsoft.com/office/drawing/2014/main" id="{E45D9A84-3584-4FB5-83F2-6B3B649D5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3702"/>
                <a:ext cx="5" cy="3"/>
              </a:xfrm>
              <a:custGeom>
                <a:avLst/>
                <a:gdLst>
                  <a:gd name="T0" fmla="*/ 0 w 4"/>
                  <a:gd name="T1" fmla="*/ 0 h 2"/>
                  <a:gd name="T2" fmla="*/ 13 w 4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0"/>
                      <a:pt x="3" y="1"/>
                      <a:pt x="4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6" name="Freeform 212">
                <a:extLst>
                  <a:ext uri="{FF2B5EF4-FFF2-40B4-BE49-F238E27FC236}">
                    <a16:creationId xmlns:a16="http://schemas.microsoft.com/office/drawing/2014/main" id="{A925EF9F-34FD-4F0C-8A84-531FE239C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3740"/>
                <a:ext cx="4" cy="5"/>
              </a:xfrm>
              <a:custGeom>
                <a:avLst/>
                <a:gdLst>
                  <a:gd name="T0" fmla="*/ 0 w 3"/>
                  <a:gd name="T1" fmla="*/ 0 h 3"/>
                  <a:gd name="T2" fmla="*/ 12 w 3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2" y="2"/>
                      <a:pt x="3" y="3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7" name="Freeform 213">
                <a:extLst>
                  <a:ext uri="{FF2B5EF4-FFF2-40B4-BE49-F238E27FC236}">
                    <a16:creationId xmlns:a16="http://schemas.microsoft.com/office/drawing/2014/main" id="{203351CB-E02B-4301-96FF-0D563C6F9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3724"/>
                <a:ext cx="8" cy="9"/>
              </a:xfrm>
              <a:custGeom>
                <a:avLst/>
                <a:gdLst>
                  <a:gd name="T0" fmla="*/ 0 w 6"/>
                  <a:gd name="T1" fmla="*/ 0 h 6"/>
                  <a:gd name="T2" fmla="*/ 21 w 6"/>
                  <a:gd name="T3" fmla="*/ 18 h 6"/>
                  <a:gd name="T4" fmla="*/ 21 w 6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2" y="1"/>
                      <a:pt x="4" y="1"/>
                      <a:pt x="5" y="2"/>
                    </a:cubicBezTo>
                    <a:cubicBezTo>
                      <a:pt x="6" y="3"/>
                      <a:pt x="6" y="4"/>
                      <a:pt x="5" y="6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8" name="Freeform 214">
                <a:extLst>
                  <a:ext uri="{FF2B5EF4-FFF2-40B4-BE49-F238E27FC236}">
                    <a16:creationId xmlns:a16="http://schemas.microsoft.com/office/drawing/2014/main" id="{ADA02FE1-8ABA-41D6-8905-A40FAA000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3710"/>
                <a:ext cx="2" cy="4"/>
              </a:xfrm>
              <a:custGeom>
                <a:avLst/>
                <a:gdLst>
                  <a:gd name="T0" fmla="*/ 0 w 1"/>
                  <a:gd name="T1" fmla="*/ 12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9" name="Freeform 215">
                <a:extLst>
                  <a:ext uri="{FF2B5EF4-FFF2-40B4-BE49-F238E27FC236}">
                    <a16:creationId xmlns:a16="http://schemas.microsoft.com/office/drawing/2014/main" id="{DAC23887-B14D-476A-891A-8A6567CA9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3702"/>
                <a:ext cx="2" cy="5"/>
              </a:xfrm>
              <a:custGeom>
                <a:avLst/>
                <a:gdLst>
                  <a:gd name="T0" fmla="*/ 0 w 1"/>
                  <a:gd name="T1" fmla="*/ 3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0" name="Freeform 216">
                <a:extLst>
                  <a:ext uri="{FF2B5EF4-FFF2-40B4-BE49-F238E27FC236}">
                    <a16:creationId xmlns:a16="http://schemas.microsoft.com/office/drawing/2014/main" id="{2FE8461E-6D1B-41EC-A0CE-0DCEDB7310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45" y="3686"/>
                <a:ext cx="85" cy="66"/>
              </a:xfrm>
              <a:custGeom>
                <a:avLst/>
                <a:gdLst>
                  <a:gd name="T0" fmla="*/ 92 w 62"/>
                  <a:gd name="T1" fmla="*/ 170 h 45"/>
                  <a:gd name="T2" fmla="*/ 49 w 62"/>
                  <a:gd name="T3" fmla="*/ 135 h 45"/>
                  <a:gd name="T4" fmla="*/ 67 w 62"/>
                  <a:gd name="T5" fmla="*/ 245 h 45"/>
                  <a:gd name="T6" fmla="*/ 19 w 62"/>
                  <a:gd name="T7" fmla="*/ 170 h 45"/>
                  <a:gd name="T8" fmla="*/ 55 w 62"/>
                  <a:gd name="T9" fmla="*/ 277 h 45"/>
                  <a:gd name="T10" fmla="*/ 67 w 62"/>
                  <a:gd name="T11" fmla="*/ 290 h 45"/>
                  <a:gd name="T12" fmla="*/ 77 w 62"/>
                  <a:gd name="T13" fmla="*/ 198 h 45"/>
                  <a:gd name="T14" fmla="*/ 126 w 62"/>
                  <a:gd name="T15" fmla="*/ 276 h 45"/>
                  <a:gd name="T16" fmla="*/ 117 w 62"/>
                  <a:gd name="T17" fmla="*/ 217 h 45"/>
                  <a:gd name="T18" fmla="*/ 133 w 62"/>
                  <a:gd name="T19" fmla="*/ 236 h 45"/>
                  <a:gd name="T20" fmla="*/ 132 w 62"/>
                  <a:gd name="T21" fmla="*/ 189 h 45"/>
                  <a:gd name="T22" fmla="*/ 145 w 62"/>
                  <a:gd name="T23" fmla="*/ 188 h 45"/>
                  <a:gd name="T24" fmla="*/ 207 w 62"/>
                  <a:gd name="T25" fmla="*/ 161 h 45"/>
                  <a:gd name="T26" fmla="*/ 211 w 62"/>
                  <a:gd name="T27" fmla="*/ 157 h 45"/>
                  <a:gd name="T28" fmla="*/ 250 w 62"/>
                  <a:gd name="T29" fmla="*/ 148 h 45"/>
                  <a:gd name="T30" fmla="*/ 237 w 62"/>
                  <a:gd name="T31" fmla="*/ 82 h 45"/>
                  <a:gd name="T32" fmla="*/ 277 w 62"/>
                  <a:gd name="T33" fmla="*/ 129 h 45"/>
                  <a:gd name="T34" fmla="*/ 237 w 62"/>
                  <a:gd name="T35" fmla="*/ 0 h 45"/>
                  <a:gd name="T36" fmla="*/ 258 w 62"/>
                  <a:gd name="T37" fmla="*/ 69 h 45"/>
                  <a:gd name="T38" fmla="*/ 199 w 62"/>
                  <a:gd name="T39" fmla="*/ 13 h 45"/>
                  <a:gd name="T40" fmla="*/ 188 w 62"/>
                  <a:gd name="T41" fmla="*/ 47 h 45"/>
                  <a:gd name="T42" fmla="*/ 219 w 62"/>
                  <a:gd name="T43" fmla="*/ 116 h 45"/>
                  <a:gd name="T44" fmla="*/ 154 w 62"/>
                  <a:gd name="T45" fmla="*/ 41 h 45"/>
                  <a:gd name="T46" fmla="*/ 182 w 62"/>
                  <a:gd name="T47" fmla="*/ 161 h 45"/>
                  <a:gd name="T48" fmla="*/ 173 w 62"/>
                  <a:gd name="T49" fmla="*/ 170 h 45"/>
                  <a:gd name="T50" fmla="*/ 88 w 62"/>
                  <a:gd name="T51" fmla="*/ 88 h 45"/>
                  <a:gd name="T52" fmla="*/ 82 w 62"/>
                  <a:gd name="T53" fmla="*/ 116 h 45"/>
                  <a:gd name="T54" fmla="*/ 132 w 62"/>
                  <a:gd name="T55" fmla="*/ 88 h 45"/>
                  <a:gd name="T56" fmla="*/ 188 w 62"/>
                  <a:gd name="T57" fmla="*/ 176 h 45"/>
                  <a:gd name="T58" fmla="*/ 152 w 62"/>
                  <a:gd name="T59" fmla="*/ 60 h 45"/>
                  <a:gd name="T60" fmla="*/ 211 w 62"/>
                  <a:gd name="T61" fmla="*/ 120 h 45"/>
                  <a:gd name="T62" fmla="*/ 199 w 62"/>
                  <a:gd name="T63" fmla="*/ 56 h 45"/>
                  <a:gd name="T64" fmla="*/ 199 w 62"/>
                  <a:gd name="T65" fmla="*/ 19 h 45"/>
                  <a:gd name="T66" fmla="*/ 244 w 62"/>
                  <a:gd name="T67" fmla="*/ 69 h 45"/>
                  <a:gd name="T68" fmla="*/ 250 w 62"/>
                  <a:gd name="T69" fmla="*/ 32 h 45"/>
                  <a:gd name="T70" fmla="*/ 244 w 62"/>
                  <a:gd name="T71" fmla="*/ 1 h 45"/>
                  <a:gd name="T72" fmla="*/ 265 w 62"/>
                  <a:gd name="T73" fmla="*/ 129 h 45"/>
                  <a:gd name="T74" fmla="*/ 232 w 62"/>
                  <a:gd name="T75" fmla="*/ 73 h 45"/>
                  <a:gd name="T76" fmla="*/ 248 w 62"/>
                  <a:gd name="T77" fmla="*/ 148 h 45"/>
                  <a:gd name="T78" fmla="*/ 219 w 62"/>
                  <a:gd name="T79" fmla="*/ 157 h 45"/>
                  <a:gd name="T80" fmla="*/ 199 w 62"/>
                  <a:gd name="T81" fmla="*/ 170 h 45"/>
                  <a:gd name="T82" fmla="*/ 152 w 62"/>
                  <a:gd name="T83" fmla="*/ 188 h 45"/>
                  <a:gd name="T84" fmla="*/ 126 w 62"/>
                  <a:gd name="T85" fmla="*/ 189 h 45"/>
                  <a:gd name="T86" fmla="*/ 141 w 62"/>
                  <a:gd name="T87" fmla="*/ 236 h 45"/>
                  <a:gd name="T88" fmla="*/ 112 w 62"/>
                  <a:gd name="T89" fmla="*/ 208 h 45"/>
                  <a:gd name="T90" fmla="*/ 126 w 62"/>
                  <a:gd name="T91" fmla="*/ 264 h 45"/>
                  <a:gd name="T92" fmla="*/ 82 w 62"/>
                  <a:gd name="T93" fmla="*/ 189 h 45"/>
                  <a:gd name="T94" fmla="*/ 92 w 62"/>
                  <a:gd name="T95" fmla="*/ 290 h 45"/>
                  <a:gd name="T96" fmla="*/ 29 w 62"/>
                  <a:gd name="T97" fmla="*/ 245 h 45"/>
                  <a:gd name="T98" fmla="*/ 14 w 62"/>
                  <a:gd name="T99" fmla="*/ 258 h 45"/>
                  <a:gd name="T100" fmla="*/ 56 w 62"/>
                  <a:gd name="T101" fmla="*/ 245 h 45"/>
                  <a:gd name="T102" fmla="*/ 41 w 62"/>
                  <a:gd name="T103" fmla="*/ 148 h 45"/>
                  <a:gd name="T104" fmla="*/ 88 w 62"/>
                  <a:gd name="T105" fmla="*/ 176 h 45"/>
                  <a:gd name="T106" fmla="*/ 244 w 62"/>
                  <a:gd name="T107" fmla="*/ 0 h 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2" h="45">
                    <a:moveTo>
                      <a:pt x="16" y="17"/>
                    </a:moveTo>
                    <a:cubicBezTo>
                      <a:pt x="15" y="18"/>
                      <a:pt x="17" y="20"/>
                      <a:pt x="17" y="20"/>
                    </a:cubicBezTo>
                    <a:cubicBezTo>
                      <a:pt x="17" y="21"/>
                      <a:pt x="19" y="23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25"/>
                      <a:pt x="16" y="24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3" y="19"/>
                      <a:pt x="11" y="19"/>
                      <a:pt x="10" y="20"/>
                    </a:cubicBezTo>
                    <a:cubicBezTo>
                      <a:pt x="9" y="21"/>
                      <a:pt x="8" y="21"/>
                      <a:pt x="8" y="22"/>
                    </a:cubicBezTo>
                    <a:cubicBezTo>
                      <a:pt x="8" y="23"/>
                      <a:pt x="8" y="24"/>
                      <a:pt x="9" y="25"/>
                    </a:cubicBezTo>
                    <a:cubicBezTo>
                      <a:pt x="9" y="25"/>
                      <a:pt x="15" y="35"/>
                      <a:pt x="15" y="35"/>
                    </a:cubicBezTo>
                    <a:cubicBezTo>
                      <a:pt x="15" y="35"/>
                      <a:pt x="15" y="36"/>
                      <a:pt x="14" y="36"/>
                    </a:cubicBezTo>
                    <a:cubicBezTo>
                      <a:pt x="14" y="36"/>
                      <a:pt x="14" y="36"/>
                      <a:pt x="13" y="35"/>
                    </a:cubicBezTo>
                    <a:cubicBezTo>
                      <a:pt x="13" y="35"/>
                      <a:pt x="10" y="30"/>
                      <a:pt x="7" y="25"/>
                    </a:cubicBezTo>
                    <a:cubicBezTo>
                      <a:pt x="6" y="24"/>
                      <a:pt x="6" y="24"/>
                      <a:pt x="5" y="24"/>
                    </a:cubicBezTo>
                    <a:cubicBezTo>
                      <a:pt x="5" y="24"/>
                      <a:pt x="4" y="25"/>
                      <a:pt x="4" y="25"/>
                    </a:cubicBezTo>
                    <a:cubicBezTo>
                      <a:pt x="0" y="30"/>
                      <a:pt x="0" y="34"/>
                      <a:pt x="2" y="39"/>
                    </a:cubicBezTo>
                    <a:cubicBezTo>
                      <a:pt x="4" y="41"/>
                      <a:pt x="6" y="43"/>
                      <a:pt x="8" y="44"/>
                    </a:cubicBezTo>
                    <a:cubicBezTo>
                      <a:pt x="9" y="44"/>
                      <a:pt x="10" y="44"/>
                      <a:pt x="11" y="43"/>
                    </a:cubicBezTo>
                    <a:cubicBezTo>
                      <a:pt x="11" y="43"/>
                      <a:pt x="12" y="42"/>
                      <a:pt x="11" y="41"/>
                    </a:cubicBezTo>
                    <a:cubicBezTo>
                      <a:pt x="11" y="41"/>
                      <a:pt x="7" y="36"/>
                      <a:pt x="7" y="36"/>
                    </a:cubicBezTo>
                    <a:cubicBezTo>
                      <a:pt x="7" y="35"/>
                      <a:pt x="7" y="34"/>
                      <a:pt x="7" y="34"/>
                    </a:cubicBezTo>
                    <a:cubicBezTo>
                      <a:pt x="8" y="34"/>
                      <a:pt x="8" y="34"/>
                      <a:pt x="9" y="3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4"/>
                      <a:pt x="17" y="45"/>
                      <a:pt x="19" y="43"/>
                    </a:cubicBezTo>
                    <a:cubicBezTo>
                      <a:pt x="22" y="42"/>
                      <a:pt x="22" y="39"/>
                      <a:pt x="21" y="38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5" y="29"/>
                      <a:pt x="16" y="29"/>
                    </a:cubicBezTo>
                    <a:cubicBezTo>
                      <a:pt x="16" y="28"/>
                      <a:pt x="17" y="29"/>
                      <a:pt x="17" y="3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9"/>
                      <a:pt x="24" y="40"/>
                      <a:pt x="25" y="40"/>
                    </a:cubicBezTo>
                    <a:cubicBezTo>
                      <a:pt x="25" y="40"/>
                      <a:pt x="26" y="40"/>
                      <a:pt x="26" y="40"/>
                    </a:cubicBezTo>
                    <a:cubicBezTo>
                      <a:pt x="27" y="39"/>
                      <a:pt x="28" y="38"/>
                      <a:pt x="27" y="37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6" y="31"/>
                      <a:pt x="27" y="32"/>
                      <a:pt x="27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7"/>
                      <a:pt x="30" y="37"/>
                      <a:pt x="31" y="37"/>
                    </a:cubicBezTo>
                    <a:cubicBezTo>
                      <a:pt x="32" y="37"/>
                      <a:pt x="32" y="36"/>
                      <a:pt x="32" y="36"/>
                    </a:cubicBezTo>
                    <a:cubicBezTo>
                      <a:pt x="32" y="35"/>
                      <a:pt x="32" y="35"/>
                      <a:pt x="32" y="34"/>
                    </a:cubicBezTo>
                    <a:cubicBezTo>
                      <a:pt x="30" y="32"/>
                      <a:pt x="29" y="30"/>
                      <a:pt x="27" y="28"/>
                    </a:cubicBezTo>
                    <a:cubicBezTo>
                      <a:pt x="26" y="25"/>
                      <a:pt x="24" y="23"/>
                      <a:pt x="23" y="22"/>
                    </a:cubicBezTo>
                    <a:cubicBezTo>
                      <a:pt x="22" y="20"/>
                      <a:pt x="22" y="19"/>
                      <a:pt x="23" y="19"/>
                    </a:cubicBezTo>
                    <a:cubicBezTo>
                      <a:pt x="24" y="18"/>
                      <a:pt x="25" y="19"/>
                      <a:pt x="26" y="20"/>
                    </a:cubicBezTo>
                    <a:cubicBezTo>
                      <a:pt x="27" y="21"/>
                      <a:pt x="29" y="24"/>
                      <a:pt x="30" y="27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3"/>
                      <a:pt x="34" y="33"/>
                      <a:pt x="35" y="33"/>
                    </a:cubicBezTo>
                    <a:cubicBezTo>
                      <a:pt x="37" y="34"/>
                      <a:pt x="38" y="33"/>
                      <a:pt x="40" y="32"/>
                    </a:cubicBezTo>
                    <a:cubicBezTo>
                      <a:pt x="44" y="29"/>
                      <a:pt x="43" y="26"/>
                      <a:pt x="42" y="24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6" y="14"/>
                      <a:pt x="37" y="13"/>
                    </a:cubicBezTo>
                    <a:cubicBezTo>
                      <a:pt x="37" y="13"/>
                      <a:pt x="38" y="13"/>
                      <a:pt x="38" y="14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5" y="26"/>
                      <a:pt x="47" y="26"/>
                    </a:cubicBezTo>
                    <a:cubicBezTo>
                      <a:pt x="48" y="26"/>
                      <a:pt x="49" y="26"/>
                      <a:pt x="50" y="25"/>
                    </a:cubicBezTo>
                    <a:cubicBezTo>
                      <a:pt x="51" y="24"/>
                      <a:pt x="52" y="23"/>
                      <a:pt x="52" y="22"/>
                    </a:cubicBezTo>
                    <a:cubicBezTo>
                      <a:pt x="53" y="21"/>
                      <a:pt x="52" y="19"/>
                      <a:pt x="51" y="19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3"/>
                      <a:pt x="48" y="13"/>
                      <a:pt x="48" y="12"/>
                    </a:cubicBezTo>
                    <a:cubicBezTo>
                      <a:pt x="48" y="12"/>
                      <a:pt x="49" y="12"/>
                      <a:pt x="49" y="12"/>
                    </a:cubicBezTo>
                    <a:cubicBezTo>
                      <a:pt x="49" y="12"/>
                      <a:pt x="50" y="12"/>
                      <a:pt x="50" y="12"/>
                    </a:cubicBezTo>
                    <a:cubicBezTo>
                      <a:pt x="51" y="15"/>
                      <a:pt x="53" y="17"/>
                      <a:pt x="54" y="19"/>
                    </a:cubicBezTo>
                    <a:cubicBezTo>
                      <a:pt x="54" y="19"/>
                      <a:pt x="55" y="20"/>
                      <a:pt x="55" y="20"/>
                    </a:cubicBezTo>
                    <a:cubicBezTo>
                      <a:pt x="56" y="20"/>
                      <a:pt x="56" y="20"/>
                      <a:pt x="57" y="19"/>
                    </a:cubicBezTo>
                    <a:cubicBezTo>
                      <a:pt x="60" y="15"/>
                      <a:pt x="62" y="11"/>
                      <a:pt x="61" y="7"/>
                    </a:cubicBezTo>
                    <a:cubicBezTo>
                      <a:pt x="61" y="6"/>
                      <a:pt x="61" y="5"/>
                      <a:pt x="60" y="4"/>
                    </a:cubicBezTo>
                    <a:cubicBezTo>
                      <a:pt x="58" y="1"/>
                      <a:pt x="55" y="0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1"/>
                      <a:pt x="49" y="2"/>
                      <a:pt x="49" y="2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3" y="7"/>
                      <a:pt x="53" y="7"/>
                      <a:pt x="54" y="8"/>
                    </a:cubicBezTo>
                    <a:cubicBezTo>
                      <a:pt x="54" y="10"/>
                      <a:pt x="54" y="10"/>
                      <a:pt x="53" y="10"/>
                    </a:cubicBezTo>
                    <a:cubicBezTo>
                      <a:pt x="53" y="11"/>
                      <a:pt x="52" y="11"/>
                      <a:pt x="51" y="9"/>
                    </a:cubicBezTo>
                    <a:cubicBezTo>
                      <a:pt x="50" y="8"/>
                      <a:pt x="50" y="7"/>
                      <a:pt x="49" y="6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5" y="0"/>
                      <a:pt x="42" y="1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9" y="2"/>
                      <a:pt x="38" y="3"/>
                      <a:pt x="38" y="4"/>
                    </a:cubicBezTo>
                    <a:cubicBezTo>
                      <a:pt x="37" y="5"/>
                      <a:pt x="39" y="6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10"/>
                      <a:pt x="42" y="11"/>
                      <a:pt x="44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5"/>
                      <a:pt x="46" y="16"/>
                      <a:pt x="45" y="17"/>
                    </a:cubicBezTo>
                    <a:cubicBezTo>
                      <a:pt x="45" y="17"/>
                      <a:pt x="45" y="17"/>
                      <a:pt x="44" y="17"/>
                    </a:cubicBezTo>
                    <a:cubicBezTo>
                      <a:pt x="44" y="17"/>
                      <a:pt x="43" y="15"/>
                      <a:pt x="42" y="14"/>
                    </a:cubicBezTo>
                    <a:cubicBezTo>
                      <a:pt x="42" y="14"/>
                      <a:pt x="40" y="11"/>
                      <a:pt x="40" y="11"/>
                    </a:cubicBezTo>
                    <a:cubicBezTo>
                      <a:pt x="40" y="10"/>
                      <a:pt x="36" y="4"/>
                      <a:pt x="32" y="6"/>
                    </a:cubicBezTo>
                    <a:cubicBezTo>
                      <a:pt x="31" y="7"/>
                      <a:pt x="30" y="7"/>
                      <a:pt x="30" y="8"/>
                    </a:cubicBezTo>
                    <a:cubicBezTo>
                      <a:pt x="29" y="11"/>
                      <a:pt x="31" y="14"/>
                      <a:pt x="32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6" y="22"/>
                      <a:pt x="37" y="24"/>
                      <a:pt x="38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6"/>
                      <a:pt x="37" y="26"/>
                      <a:pt x="37" y="26"/>
                    </a:cubicBezTo>
                    <a:cubicBezTo>
                      <a:pt x="37" y="26"/>
                      <a:pt x="37" y="26"/>
                      <a:pt x="36" y="26"/>
                    </a:cubicBezTo>
                    <a:cubicBezTo>
                      <a:pt x="36" y="26"/>
                      <a:pt x="36" y="25"/>
                      <a:pt x="36" y="25"/>
                    </a:cubicBezTo>
                    <a:cubicBezTo>
                      <a:pt x="35" y="24"/>
                      <a:pt x="30" y="16"/>
                      <a:pt x="28" y="13"/>
                    </a:cubicBezTo>
                    <a:cubicBezTo>
                      <a:pt x="28" y="12"/>
                      <a:pt x="27" y="11"/>
                      <a:pt x="25" y="10"/>
                    </a:cubicBezTo>
                    <a:cubicBezTo>
                      <a:pt x="24" y="10"/>
                      <a:pt x="23" y="10"/>
                      <a:pt x="22" y="11"/>
                    </a:cubicBezTo>
                    <a:cubicBezTo>
                      <a:pt x="22" y="11"/>
                      <a:pt x="18" y="13"/>
                      <a:pt x="18" y="13"/>
                    </a:cubicBezTo>
                    <a:cubicBezTo>
                      <a:pt x="17" y="14"/>
                      <a:pt x="16" y="15"/>
                      <a:pt x="16" y="17"/>
                    </a:cubicBezTo>
                    <a:close/>
                    <a:moveTo>
                      <a:pt x="20" y="25"/>
                    </a:moveTo>
                    <a:cubicBezTo>
                      <a:pt x="20" y="23"/>
                      <a:pt x="18" y="20"/>
                      <a:pt x="17" y="19"/>
                    </a:cubicBezTo>
                    <a:cubicBezTo>
                      <a:pt x="17" y="19"/>
                      <a:pt x="16" y="18"/>
                      <a:pt x="17" y="17"/>
                    </a:cubicBezTo>
                    <a:cubicBezTo>
                      <a:pt x="17" y="16"/>
                      <a:pt x="17" y="15"/>
                      <a:pt x="18" y="14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1"/>
                      <a:pt x="24" y="11"/>
                      <a:pt x="25" y="11"/>
                    </a:cubicBezTo>
                    <a:cubicBezTo>
                      <a:pt x="26" y="12"/>
                      <a:pt x="27" y="13"/>
                      <a:pt x="27" y="13"/>
                    </a:cubicBezTo>
                    <a:cubicBezTo>
                      <a:pt x="32" y="20"/>
                      <a:pt x="34" y="25"/>
                      <a:pt x="35" y="26"/>
                    </a:cubicBezTo>
                    <a:cubicBezTo>
                      <a:pt x="35" y="26"/>
                      <a:pt x="35" y="27"/>
                      <a:pt x="36" y="27"/>
                    </a:cubicBezTo>
                    <a:cubicBezTo>
                      <a:pt x="36" y="27"/>
                      <a:pt x="37" y="27"/>
                      <a:pt x="37" y="27"/>
                    </a:cubicBezTo>
                    <a:cubicBezTo>
                      <a:pt x="38" y="27"/>
                      <a:pt x="38" y="26"/>
                      <a:pt x="39" y="26"/>
                    </a:cubicBezTo>
                    <a:cubicBezTo>
                      <a:pt x="39" y="25"/>
                      <a:pt x="39" y="25"/>
                      <a:pt x="39" y="24"/>
                    </a:cubicBezTo>
                    <a:cubicBezTo>
                      <a:pt x="38" y="23"/>
                      <a:pt x="36" y="20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2" y="13"/>
                      <a:pt x="30" y="11"/>
                      <a:pt x="31" y="9"/>
                    </a:cubicBezTo>
                    <a:cubicBezTo>
                      <a:pt x="31" y="8"/>
                      <a:pt x="31" y="7"/>
                      <a:pt x="32" y="7"/>
                    </a:cubicBezTo>
                    <a:cubicBezTo>
                      <a:pt x="35" y="5"/>
                      <a:pt x="39" y="10"/>
                      <a:pt x="39" y="12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2" y="16"/>
                      <a:pt x="43" y="18"/>
                      <a:pt x="44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7" y="17"/>
                      <a:pt x="46" y="15"/>
                      <a:pt x="45" y="13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3" y="10"/>
                      <a:pt x="42" y="9"/>
                      <a:pt x="41" y="8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6"/>
                      <a:pt x="38" y="5"/>
                      <a:pt x="39" y="4"/>
                    </a:cubicBezTo>
                    <a:cubicBezTo>
                      <a:pt x="39" y="4"/>
                      <a:pt x="40" y="3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2" y="2"/>
                      <a:pt x="45" y="2"/>
                      <a:pt x="47" y="4"/>
                    </a:cubicBezTo>
                    <a:cubicBezTo>
                      <a:pt x="47" y="4"/>
                      <a:pt x="48" y="7"/>
                      <a:pt x="48" y="7"/>
                    </a:cubicBezTo>
                    <a:cubicBezTo>
                      <a:pt x="49" y="8"/>
                      <a:pt x="49" y="9"/>
                      <a:pt x="50" y="10"/>
                    </a:cubicBezTo>
                    <a:cubicBezTo>
                      <a:pt x="51" y="11"/>
                      <a:pt x="52" y="12"/>
                      <a:pt x="54" y="11"/>
                    </a:cubicBezTo>
                    <a:cubicBezTo>
                      <a:pt x="55" y="11"/>
                      <a:pt x="55" y="10"/>
                      <a:pt x="55" y="8"/>
                    </a:cubicBezTo>
                    <a:cubicBezTo>
                      <a:pt x="55" y="8"/>
                      <a:pt x="54" y="7"/>
                      <a:pt x="54" y="7"/>
                    </a:cubicBezTo>
                    <a:cubicBezTo>
                      <a:pt x="54" y="6"/>
                      <a:pt x="53" y="5"/>
                      <a:pt x="52" y="5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6" y="0"/>
                      <a:pt x="59" y="3"/>
                      <a:pt x="60" y="8"/>
                    </a:cubicBezTo>
                    <a:cubicBezTo>
                      <a:pt x="61" y="11"/>
                      <a:pt x="59" y="15"/>
                      <a:pt x="56" y="19"/>
                    </a:cubicBezTo>
                    <a:cubicBezTo>
                      <a:pt x="56" y="19"/>
                      <a:pt x="56" y="19"/>
                      <a:pt x="55" y="19"/>
                    </a:cubicBezTo>
                    <a:cubicBezTo>
                      <a:pt x="55" y="19"/>
                      <a:pt x="55" y="19"/>
                      <a:pt x="55" y="18"/>
                    </a:cubicBezTo>
                    <a:cubicBezTo>
                      <a:pt x="54" y="17"/>
                      <a:pt x="52" y="14"/>
                      <a:pt x="51" y="12"/>
                    </a:cubicBezTo>
                    <a:cubicBezTo>
                      <a:pt x="50" y="11"/>
                      <a:pt x="50" y="11"/>
                      <a:pt x="49" y="11"/>
                    </a:cubicBezTo>
                    <a:cubicBezTo>
                      <a:pt x="49" y="11"/>
                      <a:pt x="48" y="11"/>
                      <a:pt x="48" y="11"/>
                    </a:cubicBezTo>
                    <a:cubicBezTo>
                      <a:pt x="47" y="12"/>
                      <a:pt x="47" y="12"/>
                      <a:pt x="47" y="13"/>
                    </a:cubicBezTo>
                    <a:cubicBezTo>
                      <a:pt x="47" y="13"/>
                      <a:pt x="47" y="14"/>
                      <a:pt x="47" y="14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1" y="20"/>
                      <a:pt x="52" y="21"/>
                      <a:pt x="51" y="22"/>
                    </a:cubicBezTo>
                    <a:cubicBezTo>
                      <a:pt x="51" y="23"/>
                      <a:pt x="51" y="24"/>
                      <a:pt x="50" y="24"/>
                    </a:cubicBezTo>
                    <a:cubicBezTo>
                      <a:pt x="49" y="25"/>
                      <a:pt x="48" y="25"/>
                      <a:pt x="47" y="25"/>
                    </a:cubicBezTo>
                    <a:cubicBezTo>
                      <a:pt x="46" y="25"/>
                      <a:pt x="45" y="24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8" y="12"/>
                      <a:pt x="37" y="12"/>
                      <a:pt x="36" y="13"/>
                    </a:cubicBezTo>
                    <a:cubicBezTo>
                      <a:pt x="35" y="13"/>
                      <a:pt x="35" y="15"/>
                      <a:pt x="35" y="1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2" y="26"/>
                      <a:pt x="43" y="29"/>
                      <a:pt x="39" y="31"/>
                    </a:cubicBezTo>
                    <a:cubicBezTo>
                      <a:pt x="38" y="32"/>
                      <a:pt x="37" y="33"/>
                      <a:pt x="35" y="32"/>
                    </a:cubicBezTo>
                    <a:cubicBezTo>
                      <a:pt x="35" y="32"/>
                      <a:pt x="34" y="32"/>
                      <a:pt x="33" y="31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9" y="24"/>
                      <a:pt x="28" y="21"/>
                      <a:pt x="27" y="19"/>
                    </a:cubicBezTo>
                    <a:cubicBezTo>
                      <a:pt x="25" y="17"/>
                      <a:pt x="23" y="17"/>
                      <a:pt x="22" y="18"/>
                    </a:cubicBezTo>
                    <a:cubicBezTo>
                      <a:pt x="22" y="18"/>
                      <a:pt x="21" y="19"/>
                      <a:pt x="22" y="23"/>
                    </a:cubicBezTo>
                    <a:cubicBezTo>
                      <a:pt x="23" y="24"/>
                      <a:pt x="25" y="26"/>
                      <a:pt x="26" y="28"/>
                    </a:cubicBezTo>
                    <a:cubicBezTo>
                      <a:pt x="28" y="30"/>
                      <a:pt x="30" y="32"/>
                      <a:pt x="31" y="34"/>
                    </a:cubicBezTo>
                    <a:cubicBezTo>
                      <a:pt x="31" y="35"/>
                      <a:pt x="31" y="35"/>
                      <a:pt x="31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0" y="36"/>
                      <a:pt x="29" y="36"/>
                      <a:pt x="29" y="35"/>
                    </a:cubicBezTo>
                    <a:cubicBezTo>
                      <a:pt x="29" y="35"/>
                      <a:pt x="28" y="33"/>
                      <a:pt x="28" y="33"/>
                    </a:cubicBezTo>
                    <a:cubicBezTo>
                      <a:pt x="27" y="32"/>
                      <a:pt x="27" y="30"/>
                      <a:pt x="25" y="30"/>
                    </a:cubicBezTo>
                    <a:cubicBezTo>
                      <a:pt x="25" y="30"/>
                      <a:pt x="25" y="30"/>
                      <a:pt x="24" y="30"/>
                    </a:cubicBezTo>
                    <a:cubicBezTo>
                      <a:pt x="23" y="30"/>
                      <a:pt x="23" y="31"/>
                      <a:pt x="23" y="31"/>
                    </a:cubicBezTo>
                    <a:cubicBezTo>
                      <a:pt x="23" y="32"/>
                      <a:pt x="23" y="33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6" y="37"/>
                      <a:pt x="26" y="37"/>
                    </a:cubicBezTo>
                    <a:cubicBezTo>
                      <a:pt x="26" y="38"/>
                      <a:pt x="26" y="39"/>
                      <a:pt x="26" y="39"/>
                    </a:cubicBezTo>
                    <a:cubicBezTo>
                      <a:pt x="26" y="39"/>
                      <a:pt x="25" y="39"/>
                      <a:pt x="25" y="39"/>
                    </a:cubicBezTo>
                    <a:cubicBezTo>
                      <a:pt x="25" y="39"/>
                      <a:pt x="24" y="39"/>
                      <a:pt x="24" y="38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7" y="28"/>
                      <a:pt x="17" y="28"/>
                    </a:cubicBezTo>
                    <a:cubicBezTo>
                      <a:pt x="16" y="28"/>
                      <a:pt x="16" y="28"/>
                      <a:pt x="15" y="28"/>
                    </a:cubicBezTo>
                    <a:cubicBezTo>
                      <a:pt x="14" y="29"/>
                      <a:pt x="15" y="30"/>
                      <a:pt x="15" y="31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9"/>
                      <a:pt x="21" y="41"/>
                      <a:pt x="19" y="43"/>
                    </a:cubicBezTo>
                    <a:cubicBezTo>
                      <a:pt x="17" y="44"/>
                      <a:pt x="16" y="43"/>
                      <a:pt x="15" y="42"/>
                    </a:cubicBezTo>
                    <a:cubicBezTo>
                      <a:pt x="15" y="42"/>
                      <a:pt x="10" y="34"/>
                      <a:pt x="10" y="34"/>
                    </a:cubicBezTo>
                    <a:cubicBezTo>
                      <a:pt x="9" y="33"/>
                      <a:pt x="8" y="33"/>
                      <a:pt x="7" y="33"/>
                    </a:cubicBezTo>
                    <a:cubicBezTo>
                      <a:pt x="6" y="34"/>
                      <a:pt x="6" y="35"/>
                      <a:pt x="6" y="36"/>
                    </a:cubicBezTo>
                    <a:cubicBezTo>
                      <a:pt x="6" y="36"/>
                      <a:pt x="10" y="41"/>
                      <a:pt x="10" y="41"/>
                    </a:cubicBezTo>
                    <a:cubicBezTo>
                      <a:pt x="10" y="42"/>
                      <a:pt x="10" y="42"/>
                      <a:pt x="10" y="43"/>
                    </a:cubicBezTo>
                    <a:cubicBezTo>
                      <a:pt x="10" y="43"/>
                      <a:pt x="9" y="43"/>
                      <a:pt x="8" y="43"/>
                    </a:cubicBezTo>
                    <a:cubicBezTo>
                      <a:pt x="6" y="42"/>
                      <a:pt x="5" y="40"/>
                      <a:pt x="3" y="38"/>
                    </a:cubicBezTo>
                    <a:cubicBezTo>
                      <a:pt x="1" y="34"/>
                      <a:pt x="1" y="30"/>
                      <a:pt x="5" y="26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6" y="25"/>
                      <a:pt x="6" y="26"/>
                    </a:cubicBezTo>
                    <a:cubicBezTo>
                      <a:pt x="9" y="30"/>
                      <a:pt x="12" y="36"/>
                      <a:pt x="12" y="36"/>
                    </a:cubicBezTo>
                    <a:cubicBezTo>
                      <a:pt x="13" y="37"/>
                      <a:pt x="14" y="37"/>
                      <a:pt x="15" y="37"/>
                    </a:cubicBezTo>
                    <a:cubicBezTo>
                      <a:pt x="16" y="36"/>
                      <a:pt x="16" y="35"/>
                      <a:pt x="16" y="34"/>
                    </a:cubicBezTo>
                    <a:cubicBezTo>
                      <a:pt x="16" y="34"/>
                      <a:pt x="10" y="25"/>
                      <a:pt x="10" y="25"/>
                    </a:cubicBezTo>
                    <a:cubicBezTo>
                      <a:pt x="9" y="24"/>
                      <a:pt x="9" y="23"/>
                      <a:pt x="9" y="22"/>
                    </a:cubicBezTo>
                    <a:cubicBezTo>
                      <a:pt x="9" y="22"/>
                      <a:pt x="10" y="21"/>
                      <a:pt x="10" y="21"/>
                    </a:cubicBezTo>
                    <a:cubicBezTo>
                      <a:pt x="11" y="20"/>
                      <a:pt x="13" y="20"/>
                      <a:pt x="14" y="22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4"/>
                      <a:pt x="16" y="26"/>
                      <a:pt x="18" y="26"/>
                    </a:cubicBezTo>
                    <a:cubicBezTo>
                      <a:pt x="18" y="26"/>
                      <a:pt x="19" y="26"/>
                      <a:pt x="19" y="26"/>
                    </a:cubicBezTo>
                    <a:cubicBezTo>
                      <a:pt x="20" y="26"/>
                      <a:pt x="20" y="25"/>
                      <a:pt x="20" y="25"/>
                    </a:cubicBezTo>
                    <a:close/>
                    <a:moveTo>
                      <a:pt x="50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rgbClr val="FB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1" name="Freeform 217">
                <a:extLst>
                  <a:ext uri="{FF2B5EF4-FFF2-40B4-BE49-F238E27FC236}">
                    <a16:creationId xmlns:a16="http://schemas.microsoft.com/office/drawing/2014/main" id="{E61C0B9A-939D-4C49-A962-94AEDC462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3686"/>
                <a:ext cx="85" cy="66"/>
              </a:xfrm>
              <a:custGeom>
                <a:avLst/>
                <a:gdLst>
                  <a:gd name="T0" fmla="*/ 82 w 62"/>
                  <a:gd name="T1" fmla="*/ 135 h 45"/>
                  <a:gd name="T2" fmla="*/ 92 w 62"/>
                  <a:gd name="T3" fmla="*/ 170 h 45"/>
                  <a:gd name="T4" fmla="*/ 75 w 62"/>
                  <a:gd name="T5" fmla="*/ 148 h 45"/>
                  <a:gd name="T6" fmla="*/ 49 w 62"/>
                  <a:gd name="T7" fmla="*/ 135 h 45"/>
                  <a:gd name="T8" fmla="*/ 41 w 62"/>
                  <a:gd name="T9" fmla="*/ 170 h 45"/>
                  <a:gd name="T10" fmla="*/ 67 w 62"/>
                  <a:gd name="T11" fmla="*/ 245 h 45"/>
                  <a:gd name="T12" fmla="*/ 36 w 62"/>
                  <a:gd name="T13" fmla="*/ 170 h 45"/>
                  <a:gd name="T14" fmla="*/ 19 w 62"/>
                  <a:gd name="T15" fmla="*/ 170 h 45"/>
                  <a:gd name="T16" fmla="*/ 40 w 62"/>
                  <a:gd name="T17" fmla="*/ 299 h 45"/>
                  <a:gd name="T18" fmla="*/ 55 w 62"/>
                  <a:gd name="T19" fmla="*/ 277 h 45"/>
                  <a:gd name="T20" fmla="*/ 36 w 62"/>
                  <a:gd name="T21" fmla="*/ 230 h 45"/>
                  <a:gd name="T22" fmla="*/ 67 w 62"/>
                  <a:gd name="T23" fmla="*/ 290 h 45"/>
                  <a:gd name="T24" fmla="*/ 103 w 62"/>
                  <a:gd name="T25" fmla="*/ 258 h 45"/>
                  <a:gd name="T26" fmla="*/ 77 w 62"/>
                  <a:gd name="T27" fmla="*/ 198 h 45"/>
                  <a:gd name="T28" fmla="*/ 112 w 62"/>
                  <a:gd name="T29" fmla="*/ 264 h 45"/>
                  <a:gd name="T30" fmla="*/ 126 w 62"/>
                  <a:gd name="T31" fmla="*/ 276 h 45"/>
                  <a:gd name="T32" fmla="*/ 121 w 62"/>
                  <a:gd name="T33" fmla="*/ 221 h 45"/>
                  <a:gd name="T34" fmla="*/ 117 w 62"/>
                  <a:gd name="T35" fmla="*/ 217 h 45"/>
                  <a:gd name="T36" fmla="*/ 121 w 62"/>
                  <a:gd name="T37" fmla="*/ 208 h 45"/>
                  <a:gd name="T38" fmla="*/ 133 w 62"/>
                  <a:gd name="T39" fmla="*/ 236 h 45"/>
                  <a:gd name="T40" fmla="*/ 154 w 62"/>
                  <a:gd name="T41" fmla="*/ 245 h 45"/>
                  <a:gd name="T42" fmla="*/ 132 w 62"/>
                  <a:gd name="T43" fmla="*/ 189 h 45"/>
                  <a:gd name="T44" fmla="*/ 112 w 62"/>
                  <a:gd name="T45" fmla="*/ 129 h 45"/>
                  <a:gd name="T46" fmla="*/ 145 w 62"/>
                  <a:gd name="T47" fmla="*/ 188 h 45"/>
                  <a:gd name="T48" fmla="*/ 169 w 62"/>
                  <a:gd name="T49" fmla="*/ 221 h 45"/>
                  <a:gd name="T50" fmla="*/ 207 w 62"/>
                  <a:gd name="T51" fmla="*/ 161 h 45"/>
                  <a:gd name="T52" fmla="*/ 181 w 62"/>
                  <a:gd name="T53" fmla="*/ 88 h 45"/>
                  <a:gd name="T54" fmla="*/ 211 w 62"/>
                  <a:gd name="T55" fmla="*/ 157 h 45"/>
                  <a:gd name="T56" fmla="*/ 228 w 62"/>
                  <a:gd name="T57" fmla="*/ 176 h 45"/>
                  <a:gd name="T58" fmla="*/ 250 w 62"/>
                  <a:gd name="T59" fmla="*/ 148 h 45"/>
                  <a:gd name="T60" fmla="*/ 232 w 62"/>
                  <a:gd name="T61" fmla="*/ 97 h 45"/>
                  <a:gd name="T62" fmla="*/ 237 w 62"/>
                  <a:gd name="T63" fmla="*/ 82 h 45"/>
                  <a:gd name="T64" fmla="*/ 259 w 62"/>
                  <a:gd name="T65" fmla="*/ 129 h 45"/>
                  <a:gd name="T66" fmla="*/ 277 w 62"/>
                  <a:gd name="T67" fmla="*/ 129 h 45"/>
                  <a:gd name="T68" fmla="*/ 289 w 62"/>
                  <a:gd name="T69" fmla="*/ 28 h 45"/>
                  <a:gd name="T70" fmla="*/ 237 w 62"/>
                  <a:gd name="T71" fmla="*/ 0 h 45"/>
                  <a:gd name="T72" fmla="*/ 250 w 62"/>
                  <a:gd name="T73" fmla="*/ 32 h 45"/>
                  <a:gd name="T74" fmla="*/ 258 w 62"/>
                  <a:gd name="T75" fmla="*/ 69 h 45"/>
                  <a:gd name="T76" fmla="*/ 237 w 62"/>
                  <a:gd name="T77" fmla="*/ 41 h 45"/>
                  <a:gd name="T78" fmla="*/ 199 w 62"/>
                  <a:gd name="T79" fmla="*/ 13 h 45"/>
                  <a:gd name="T80" fmla="*/ 182 w 62"/>
                  <a:gd name="T81" fmla="*/ 28 h 45"/>
                  <a:gd name="T82" fmla="*/ 188 w 62"/>
                  <a:gd name="T83" fmla="*/ 47 h 45"/>
                  <a:gd name="T84" fmla="*/ 211 w 62"/>
                  <a:gd name="T85" fmla="*/ 88 h 45"/>
                  <a:gd name="T86" fmla="*/ 219 w 62"/>
                  <a:gd name="T87" fmla="*/ 116 h 45"/>
                  <a:gd name="T88" fmla="*/ 207 w 62"/>
                  <a:gd name="T89" fmla="*/ 97 h 45"/>
                  <a:gd name="T90" fmla="*/ 154 w 62"/>
                  <a:gd name="T91" fmla="*/ 41 h 45"/>
                  <a:gd name="T92" fmla="*/ 154 w 62"/>
                  <a:gd name="T93" fmla="*/ 101 h 45"/>
                  <a:gd name="T94" fmla="*/ 182 w 62"/>
                  <a:gd name="T95" fmla="*/ 161 h 45"/>
                  <a:gd name="T96" fmla="*/ 181 w 62"/>
                  <a:gd name="T97" fmla="*/ 176 h 45"/>
                  <a:gd name="T98" fmla="*/ 173 w 62"/>
                  <a:gd name="T99" fmla="*/ 170 h 45"/>
                  <a:gd name="T100" fmla="*/ 121 w 62"/>
                  <a:gd name="T101" fmla="*/ 69 h 45"/>
                  <a:gd name="T102" fmla="*/ 88 w 62"/>
                  <a:gd name="T103" fmla="*/ 88 h 4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2" h="45">
                    <a:moveTo>
                      <a:pt x="16" y="17"/>
                    </a:moveTo>
                    <a:cubicBezTo>
                      <a:pt x="15" y="18"/>
                      <a:pt x="17" y="20"/>
                      <a:pt x="17" y="20"/>
                    </a:cubicBezTo>
                    <a:cubicBezTo>
                      <a:pt x="17" y="21"/>
                      <a:pt x="19" y="23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25"/>
                      <a:pt x="16" y="24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3" y="19"/>
                      <a:pt x="11" y="19"/>
                      <a:pt x="10" y="20"/>
                    </a:cubicBezTo>
                    <a:cubicBezTo>
                      <a:pt x="9" y="21"/>
                      <a:pt x="8" y="21"/>
                      <a:pt x="8" y="22"/>
                    </a:cubicBezTo>
                    <a:cubicBezTo>
                      <a:pt x="8" y="23"/>
                      <a:pt x="8" y="24"/>
                      <a:pt x="9" y="25"/>
                    </a:cubicBezTo>
                    <a:cubicBezTo>
                      <a:pt x="9" y="25"/>
                      <a:pt x="15" y="35"/>
                      <a:pt x="15" y="35"/>
                    </a:cubicBezTo>
                    <a:cubicBezTo>
                      <a:pt x="15" y="35"/>
                      <a:pt x="15" y="36"/>
                      <a:pt x="14" y="36"/>
                    </a:cubicBezTo>
                    <a:cubicBezTo>
                      <a:pt x="14" y="36"/>
                      <a:pt x="14" y="36"/>
                      <a:pt x="13" y="35"/>
                    </a:cubicBezTo>
                    <a:cubicBezTo>
                      <a:pt x="13" y="35"/>
                      <a:pt x="10" y="30"/>
                      <a:pt x="7" y="25"/>
                    </a:cubicBezTo>
                    <a:cubicBezTo>
                      <a:pt x="6" y="24"/>
                      <a:pt x="6" y="24"/>
                      <a:pt x="5" y="24"/>
                    </a:cubicBezTo>
                    <a:cubicBezTo>
                      <a:pt x="5" y="24"/>
                      <a:pt x="4" y="25"/>
                      <a:pt x="4" y="25"/>
                    </a:cubicBezTo>
                    <a:cubicBezTo>
                      <a:pt x="0" y="30"/>
                      <a:pt x="0" y="34"/>
                      <a:pt x="2" y="39"/>
                    </a:cubicBezTo>
                    <a:cubicBezTo>
                      <a:pt x="4" y="41"/>
                      <a:pt x="6" y="43"/>
                      <a:pt x="8" y="44"/>
                    </a:cubicBezTo>
                    <a:cubicBezTo>
                      <a:pt x="9" y="44"/>
                      <a:pt x="10" y="44"/>
                      <a:pt x="11" y="43"/>
                    </a:cubicBezTo>
                    <a:cubicBezTo>
                      <a:pt x="11" y="43"/>
                      <a:pt x="12" y="42"/>
                      <a:pt x="11" y="41"/>
                    </a:cubicBezTo>
                    <a:cubicBezTo>
                      <a:pt x="11" y="41"/>
                      <a:pt x="7" y="36"/>
                      <a:pt x="7" y="36"/>
                    </a:cubicBezTo>
                    <a:cubicBezTo>
                      <a:pt x="7" y="35"/>
                      <a:pt x="7" y="34"/>
                      <a:pt x="7" y="34"/>
                    </a:cubicBezTo>
                    <a:cubicBezTo>
                      <a:pt x="8" y="34"/>
                      <a:pt x="8" y="34"/>
                      <a:pt x="9" y="3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4"/>
                      <a:pt x="17" y="45"/>
                      <a:pt x="19" y="43"/>
                    </a:cubicBezTo>
                    <a:cubicBezTo>
                      <a:pt x="22" y="42"/>
                      <a:pt x="22" y="39"/>
                      <a:pt x="21" y="38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5" y="29"/>
                      <a:pt x="16" y="29"/>
                    </a:cubicBezTo>
                    <a:cubicBezTo>
                      <a:pt x="16" y="28"/>
                      <a:pt x="17" y="29"/>
                      <a:pt x="17" y="3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9"/>
                      <a:pt x="24" y="40"/>
                      <a:pt x="25" y="40"/>
                    </a:cubicBezTo>
                    <a:cubicBezTo>
                      <a:pt x="25" y="40"/>
                      <a:pt x="26" y="40"/>
                      <a:pt x="26" y="40"/>
                    </a:cubicBezTo>
                    <a:cubicBezTo>
                      <a:pt x="27" y="39"/>
                      <a:pt x="28" y="38"/>
                      <a:pt x="27" y="37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6" y="31"/>
                      <a:pt x="27" y="32"/>
                      <a:pt x="27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7"/>
                      <a:pt x="30" y="37"/>
                      <a:pt x="31" y="37"/>
                    </a:cubicBezTo>
                    <a:cubicBezTo>
                      <a:pt x="32" y="37"/>
                      <a:pt x="32" y="36"/>
                      <a:pt x="32" y="36"/>
                    </a:cubicBezTo>
                    <a:cubicBezTo>
                      <a:pt x="32" y="35"/>
                      <a:pt x="32" y="35"/>
                      <a:pt x="32" y="34"/>
                    </a:cubicBezTo>
                    <a:cubicBezTo>
                      <a:pt x="30" y="32"/>
                      <a:pt x="29" y="30"/>
                      <a:pt x="27" y="28"/>
                    </a:cubicBezTo>
                    <a:cubicBezTo>
                      <a:pt x="26" y="25"/>
                      <a:pt x="24" y="23"/>
                      <a:pt x="23" y="22"/>
                    </a:cubicBezTo>
                    <a:cubicBezTo>
                      <a:pt x="22" y="20"/>
                      <a:pt x="22" y="19"/>
                      <a:pt x="23" y="19"/>
                    </a:cubicBezTo>
                    <a:cubicBezTo>
                      <a:pt x="24" y="18"/>
                      <a:pt x="25" y="19"/>
                      <a:pt x="26" y="20"/>
                    </a:cubicBezTo>
                    <a:cubicBezTo>
                      <a:pt x="27" y="21"/>
                      <a:pt x="29" y="24"/>
                      <a:pt x="30" y="27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3"/>
                      <a:pt x="34" y="33"/>
                      <a:pt x="35" y="33"/>
                    </a:cubicBezTo>
                    <a:cubicBezTo>
                      <a:pt x="37" y="34"/>
                      <a:pt x="38" y="33"/>
                      <a:pt x="40" y="32"/>
                    </a:cubicBezTo>
                    <a:cubicBezTo>
                      <a:pt x="44" y="29"/>
                      <a:pt x="43" y="26"/>
                      <a:pt x="42" y="24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6" y="14"/>
                      <a:pt x="37" y="13"/>
                    </a:cubicBezTo>
                    <a:cubicBezTo>
                      <a:pt x="37" y="13"/>
                      <a:pt x="38" y="13"/>
                      <a:pt x="38" y="14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5" y="26"/>
                      <a:pt x="47" y="26"/>
                    </a:cubicBezTo>
                    <a:cubicBezTo>
                      <a:pt x="48" y="26"/>
                      <a:pt x="49" y="26"/>
                      <a:pt x="50" y="25"/>
                    </a:cubicBezTo>
                    <a:cubicBezTo>
                      <a:pt x="51" y="24"/>
                      <a:pt x="52" y="23"/>
                      <a:pt x="52" y="22"/>
                    </a:cubicBezTo>
                    <a:cubicBezTo>
                      <a:pt x="53" y="21"/>
                      <a:pt x="52" y="19"/>
                      <a:pt x="51" y="19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3"/>
                      <a:pt x="48" y="13"/>
                      <a:pt x="48" y="12"/>
                    </a:cubicBezTo>
                    <a:cubicBezTo>
                      <a:pt x="48" y="12"/>
                      <a:pt x="49" y="12"/>
                      <a:pt x="49" y="12"/>
                    </a:cubicBezTo>
                    <a:cubicBezTo>
                      <a:pt x="49" y="12"/>
                      <a:pt x="50" y="12"/>
                      <a:pt x="50" y="12"/>
                    </a:cubicBezTo>
                    <a:cubicBezTo>
                      <a:pt x="51" y="15"/>
                      <a:pt x="53" y="17"/>
                      <a:pt x="54" y="19"/>
                    </a:cubicBezTo>
                    <a:cubicBezTo>
                      <a:pt x="54" y="19"/>
                      <a:pt x="55" y="20"/>
                      <a:pt x="55" y="20"/>
                    </a:cubicBezTo>
                    <a:cubicBezTo>
                      <a:pt x="56" y="20"/>
                      <a:pt x="56" y="20"/>
                      <a:pt x="57" y="19"/>
                    </a:cubicBezTo>
                    <a:cubicBezTo>
                      <a:pt x="60" y="15"/>
                      <a:pt x="62" y="11"/>
                      <a:pt x="61" y="7"/>
                    </a:cubicBezTo>
                    <a:cubicBezTo>
                      <a:pt x="61" y="6"/>
                      <a:pt x="61" y="5"/>
                      <a:pt x="60" y="4"/>
                    </a:cubicBezTo>
                    <a:cubicBezTo>
                      <a:pt x="58" y="1"/>
                      <a:pt x="55" y="0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1"/>
                      <a:pt x="49" y="2"/>
                      <a:pt x="49" y="2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3" y="7"/>
                      <a:pt x="53" y="7"/>
                      <a:pt x="54" y="8"/>
                    </a:cubicBezTo>
                    <a:cubicBezTo>
                      <a:pt x="54" y="10"/>
                      <a:pt x="54" y="10"/>
                      <a:pt x="53" y="10"/>
                    </a:cubicBezTo>
                    <a:cubicBezTo>
                      <a:pt x="53" y="11"/>
                      <a:pt x="52" y="11"/>
                      <a:pt x="51" y="9"/>
                    </a:cubicBezTo>
                    <a:cubicBezTo>
                      <a:pt x="50" y="8"/>
                      <a:pt x="50" y="7"/>
                      <a:pt x="49" y="6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5" y="0"/>
                      <a:pt x="42" y="1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9" y="2"/>
                      <a:pt x="38" y="3"/>
                      <a:pt x="38" y="4"/>
                    </a:cubicBezTo>
                    <a:cubicBezTo>
                      <a:pt x="37" y="5"/>
                      <a:pt x="39" y="6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10"/>
                      <a:pt x="42" y="11"/>
                      <a:pt x="44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5"/>
                      <a:pt x="46" y="16"/>
                      <a:pt x="45" y="17"/>
                    </a:cubicBezTo>
                    <a:cubicBezTo>
                      <a:pt x="45" y="17"/>
                      <a:pt x="45" y="17"/>
                      <a:pt x="44" y="17"/>
                    </a:cubicBezTo>
                    <a:cubicBezTo>
                      <a:pt x="44" y="17"/>
                      <a:pt x="43" y="15"/>
                      <a:pt x="42" y="14"/>
                    </a:cubicBezTo>
                    <a:cubicBezTo>
                      <a:pt x="42" y="14"/>
                      <a:pt x="40" y="11"/>
                      <a:pt x="40" y="11"/>
                    </a:cubicBezTo>
                    <a:cubicBezTo>
                      <a:pt x="40" y="10"/>
                      <a:pt x="36" y="4"/>
                      <a:pt x="32" y="6"/>
                    </a:cubicBezTo>
                    <a:cubicBezTo>
                      <a:pt x="31" y="7"/>
                      <a:pt x="30" y="7"/>
                      <a:pt x="30" y="8"/>
                    </a:cubicBezTo>
                    <a:cubicBezTo>
                      <a:pt x="29" y="11"/>
                      <a:pt x="31" y="14"/>
                      <a:pt x="32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6" y="22"/>
                      <a:pt x="37" y="24"/>
                      <a:pt x="38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6"/>
                      <a:pt x="37" y="26"/>
                      <a:pt x="37" y="26"/>
                    </a:cubicBezTo>
                    <a:cubicBezTo>
                      <a:pt x="37" y="26"/>
                      <a:pt x="37" y="26"/>
                      <a:pt x="36" y="26"/>
                    </a:cubicBezTo>
                    <a:cubicBezTo>
                      <a:pt x="36" y="26"/>
                      <a:pt x="36" y="25"/>
                      <a:pt x="36" y="25"/>
                    </a:cubicBezTo>
                    <a:cubicBezTo>
                      <a:pt x="35" y="24"/>
                      <a:pt x="30" y="16"/>
                      <a:pt x="28" y="13"/>
                    </a:cubicBezTo>
                    <a:cubicBezTo>
                      <a:pt x="28" y="12"/>
                      <a:pt x="27" y="11"/>
                      <a:pt x="25" y="10"/>
                    </a:cubicBezTo>
                    <a:cubicBezTo>
                      <a:pt x="24" y="10"/>
                      <a:pt x="23" y="10"/>
                      <a:pt x="22" y="11"/>
                    </a:cubicBezTo>
                    <a:cubicBezTo>
                      <a:pt x="22" y="11"/>
                      <a:pt x="18" y="13"/>
                      <a:pt x="18" y="13"/>
                    </a:cubicBezTo>
                    <a:cubicBezTo>
                      <a:pt x="17" y="14"/>
                      <a:pt x="16" y="15"/>
                      <a:pt x="16" y="1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2" name="Freeform 218">
                <a:extLst>
                  <a:ext uri="{FF2B5EF4-FFF2-40B4-BE49-F238E27FC236}">
                    <a16:creationId xmlns:a16="http://schemas.microsoft.com/office/drawing/2014/main" id="{B0DA1BC1-CF14-44AC-82C6-71341DEF1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3686"/>
                <a:ext cx="84" cy="66"/>
              </a:xfrm>
              <a:custGeom>
                <a:avLst/>
                <a:gdLst>
                  <a:gd name="T0" fmla="*/ 241 w 61"/>
                  <a:gd name="T1" fmla="*/ 13 h 45"/>
                  <a:gd name="T2" fmla="*/ 266 w 61"/>
                  <a:gd name="T3" fmla="*/ 73 h 45"/>
                  <a:gd name="T4" fmla="*/ 235 w 61"/>
                  <a:gd name="T5" fmla="*/ 28 h 45"/>
                  <a:gd name="T6" fmla="*/ 200 w 61"/>
                  <a:gd name="T7" fmla="*/ 47 h 45"/>
                  <a:gd name="T8" fmla="*/ 222 w 61"/>
                  <a:gd name="T9" fmla="*/ 116 h 45"/>
                  <a:gd name="T10" fmla="*/ 200 w 61"/>
                  <a:gd name="T11" fmla="*/ 73 h 45"/>
                  <a:gd name="T12" fmla="*/ 161 w 61"/>
                  <a:gd name="T13" fmla="*/ 101 h 45"/>
                  <a:gd name="T14" fmla="*/ 182 w 61"/>
                  <a:gd name="T15" fmla="*/ 176 h 45"/>
                  <a:gd name="T16" fmla="*/ 140 w 61"/>
                  <a:gd name="T17" fmla="*/ 88 h 45"/>
                  <a:gd name="T18" fmla="*/ 90 w 61"/>
                  <a:gd name="T19" fmla="*/ 97 h 45"/>
                  <a:gd name="T20" fmla="*/ 95 w 61"/>
                  <a:gd name="T21" fmla="*/ 176 h 45"/>
                  <a:gd name="T22" fmla="*/ 44 w 61"/>
                  <a:gd name="T23" fmla="*/ 170 h 45"/>
                  <a:gd name="T24" fmla="*/ 76 w 61"/>
                  <a:gd name="T25" fmla="*/ 245 h 45"/>
                  <a:gd name="T26" fmla="*/ 29 w 61"/>
                  <a:gd name="T27" fmla="*/ 170 h 45"/>
                  <a:gd name="T28" fmla="*/ 15 w 61"/>
                  <a:gd name="T29" fmla="*/ 258 h 45"/>
                  <a:gd name="T30" fmla="*/ 50 w 61"/>
                  <a:gd name="T31" fmla="*/ 277 h 45"/>
                  <a:gd name="T32" fmla="*/ 36 w 61"/>
                  <a:gd name="T33" fmla="*/ 230 h 45"/>
                  <a:gd name="T34" fmla="*/ 76 w 61"/>
                  <a:gd name="T35" fmla="*/ 286 h 45"/>
                  <a:gd name="T36" fmla="*/ 105 w 61"/>
                  <a:gd name="T37" fmla="*/ 264 h 45"/>
                  <a:gd name="T38" fmla="*/ 77 w 61"/>
                  <a:gd name="T39" fmla="*/ 189 h 45"/>
                  <a:gd name="T40" fmla="*/ 117 w 61"/>
                  <a:gd name="T41" fmla="*/ 258 h 45"/>
                  <a:gd name="T42" fmla="*/ 117 w 61"/>
                  <a:gd name="T43" fmla="*/ 230 h 45"/>
                  <a:gd name="T44" fmla="*/ 145 w 61"/>
                  <a:gd name="T45" fmla="*/ 236 h 45"/>
                  <a:gd name="T46" fmla="*/ 154 w 61"/>
                  <a:gd name="T47" fmla="*/ 230 h 45"/>
                  <a:gd name="T48" fmla="*/ 116 w 61"/>
                  <a:gd name="T49" fmla="*/ 120 h 45"/>
                  <a:gd name="T50" fmla="*/ 161 w 61"/>
                  <a:gd name="T51" fmla="*/ 208 h 45"/>
                  <a:gd name="T52" fmla="*/ 208 w 61"/>
                  <a:gd name="T53" fmla="*/ 170 h 45"/>
                  <a:gd name="T54" fmla="*/ 180 w 61"/>
                  <a:gd name="T55" fmla="*/ 88 h 45"/>
                  <a:gd name="T56" fmla="*/ 220 w 61"/>
                  <a:gd name="T57" fmla="*/ 157 h 45"/>
                  <a:gd name="T58" fmla="*/ 251 w 61"/>
                  <a:gd name="T59" fmla="*/ 129 h 45"/>
                  <a:gd name="T60" fmla="*/ 237 w 61"/>
                  <a:gd name="T61" fmla="*/ 82 h 45"/>
                  <a:gd name="T62" fmla="*/ 266 w 61"/>
                  <a:gd name="T63" fmla="*/ 129 h 45"/>
                  <a:gd name="T64" fmla="*/ 303 w 61"/>
                  <a:gd name="T65" fmla="*/ 47 h 4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45">
                    <a:moveTo>
                      <a:pt x="50" y="0"/>
                    </a:moveTo>
                    <a:cubicBezTo>
                      <a:pt x="49" y="0"/>
                      <a:pt x="49" y="1"/>
                      <a:pt x="49" y="2"/>
                    </a:cubicBezTo>
                    <a:cubicBezTo>
                      <a:pt x="52" y="5"/>
                      <a:pt x="54" y="6"/>
                      <a:pt x="54" y="8"/>
                    </a:cubicBezTo>
                    <a:cubicBezTo>
                      <a:pt x="55" y="10"/>
                      <a:pt x="54" y="10"/>
                      <a:pt x="54" y="11"/>
                    </a:cubicBezTo>
                    <a:cubicBezTo>
                      <a:pt x="53" y="11"/>
                      <a:pt x="52" y="11"/>
                      <a:pt x="50" y="9"/>
                    </a:cubicBezTo>
                    <a:cubicBezTo>
                      <a:pt x="49" y="8"/>
                      <a:pt x="49" y="6"/>
                      <a:pt x="47" y="4"/>
                    </a:cubicBezTo>
                    <a:cubicBezTo>
                      <a:pt x="45" y="1"/>
                      <a:pt x="42" y="2"/>
                      <a:pt x="41" y="2"/>
                    </a:cubicBezTo>
                    <a:cubicBezTo>
                      <a:pt x="36" y="4"/>
                      <a:pt x="39" y="6"/>
                      <a:pt x="40" y="7"/>
                    </a:cubicBezTo>
                    <a:cubicBezTo>
                      <a:pt x="41" y="9"/>
                      <a:pt x="42" y="10"/>
                      <a:pt x="44" y="13"/>
                    </a:cubicBezTo>
                    <a:cubicBezTo>
                      <a:pt x="45" y="15"/>
                      <a:pt x="46" y="17"/>
                      <a:pt x="45" y="17"/>
                    </a:cubicBezTo>
                    <a:cubicBezTo>
                      <a:pt x="44" y="18"/>
                      <a:pt x="43" y="16"/>
                      <a:pt x="42" y="14"/>
                    </a:cubicBezTo>
                    <a:cubicBezTo>
                      <a:pt x="41" y="13"/>
                      <a:pt x="41" y="12"/>
                      <a:pt x="40" y="11"/>
                    </a:cubicBezTo>
                    <a:cubicBezTo>
                      <a:pt x="39" y="10"/>
                      <a:pt x="36" y="5"/>
                      <a:pt x="32" y="7"/>
                    </a:cubicBezTo>
                    <a:cubicBezTo>
                      <a:pt x="28" y="9"/>
                      <a:pt x="32" y="14"/>
                      <a:pt x="33" y="15"/>
                    </a:cubicBezTo>
                    <a:cubicBezTo>
                      <a:pt x="35" y="19"/>
                      <a:pt x="38" y="23"/>
                      <a:pt x="38" y="24"/>
                    </a:cubicBezTo>
                    <a:cubicBezTo>
                      <a:pt x="38" y="25"/>
                      <a:pt x="38" y="26"/>
                      <a:pt x="37" y="26"/>
                    </a:cubicBezTo>
                    <a:cubicBezTo>
                      <a:pt x="36" y="27"/>
                      <a:pt x="36" y="26"/>
                      <a:pt x="35" y="25"/>
                    </a:cubicBezTo>
                    <a:cubicBezTo>
                      <a:pt x="35" y="24"/>
                      <a:pt x="31" y="19"/>
                      <a:pt x="28" y="13"/>
                    </a:cubicBezTo>
                    <a:cubicBezTo>
                      <a:pt x="27" y="12"/>
                      <a:pt x="25" y="9"/>
                      <a:pt x="22" y="11"/>
                    </a:cubicBezTo>
                    <a:cubicBezTo>
                      <a:pt x="21" y="12"/>
                      <a:pt x="19" y="13"/>
                      <a:pt x="18" y="14"/>
                    </a:cubicBezTo>
                    <a:cubicBezTo>
                      <a:pt x="14" y="16"/>
                      <a:pt x="17" y="20"/>
                      <a:pt x="17" y="20"/>
                    </a:cubicBezTo>
                    <a:cubicBezTo>
                      <a:pt x="17" y="20"/>
                      <a:pt x="21" y="24"/>
                      <a:pt x="19" y="26"/>
                    </a:cubicBezTo>
                    <a:cubicBezTo>
                      <a:pt x="17" y="27"/>
                      <a:pt x="15" y="23"/>
                      <a:pt x="14" y="21"/>
                    </a:cubicBezTo>
                    <a:cubicBezTo>
                      <a:pt x="12" y="18"/>
                      <a:pt x="7" y="21"/>
                      <a:pt x="9" y="25"/>
                    </a:cubicBezTo>
                    <a:cubicBezTo>
                      <a:pt x="12" y="29"/>
                      <a:pt x="15" y="34"/>
                      <a:pt x="15" y="34"/>
                    </a:cubicBezTo>
                    <a:cubicBezTo>
                      <a:pt x="16" y="35"/>
                      <a:pt x="15" y="36"/>
                      <a:pt x="15" y="36"/>
                    </a:cubicBezTo>
                    <a:cubicBezTo>
                      <a:pt x="14" y="37"/>
                      <a:pt x="13" y="36"/>
                      <a:pt x="13" y="36"/>
                    </a:cubicBezTo>
                    <a:cubicBezTo>
                      <a:pt x="13" y="36"/>
                      <a:pt x="9" y="30"/>
                      <a:pt x="6" y="25"/>
                    </a:cubicBezTo>
                    <a:cubicBezTo>
                      <a:pt x="6" y="25"/>
                      <a:pt x="5" y="24"/>
                      <a:pt x="4" y="26"/>
                    </a:cubicBezTo>
                    <a:cubicBezTo>
                      <a:pt x="1" y="30"/>
                      <a:pt x="0" y="34"/>
                      <a:pt x="3" y="38"/>
                    </a:cubicBezTo>
                    <a:cubicBezTo>
                      <a:pt x="4" y="41"/>
                      <a:pt x="6" y="42"/>
                      <a:pt x="8" y="43"/>
                    </a:cubicBezTo>
                    <a:cubicBezTo>
                      <a:pt x="9" y="44"/>
                      <a:pt x="12" y="43"/>
                      <a:pt x="10" y="41"/>
                    </a:cubicBezTo>
                    <a:cubicBezTo>
                      <a:pt x="8" y="39"/>
                      <a:pt x="7" y="36"/>
                      <a:pt x="7" y="36"/>
                    </a:cubicBezTo>
                    <a:cubicBezTo>
                      <a:pt x="6" y="35"/>
                      <a:pt x="6" y="34"/>
                      <a:pt x="7" y="34"/>
                    </a:cubicBezTo>
                    <a:cubicBezTo>
                      <a:pt x="8" y="33"/>
                      <a:pt x="9" y="33"/>
                      <a:pt x="9" y="34"/>
                    </a:cubicBezTo>
                    <a:cubicBezTo>
                      <a:pt x="11" y="36"/>
                      <a:pt x="13" y="40"/>
                      <a:pt x="15" y="42"/>
                    </a:cubicBezTo>
                    <a:cubicBezTo>
                      <a:pt x="15" y="43"/>
                      <a:pt x="16" y="45"/>
                      <a:pt x="19" y="43"/>
                    </a:cubicBezTo>
                    <a:cubicBezTo>
                      <a:pt x="22" y="41"/>
                      <a:pt x="21" y="39"/>
                      <a:pt x="21" y="39"/>
                    </a:cubicBezTo>
                    <a:cubicBezTo>
                      <a:pt x="19" y="36"/>
                      <a:pt x="17" y="33"/>
                      <a:pt x="16" y="31"/>
                    </a:cubicBezTo>
                    <a:cubicBezTo>
                      <a:pt x="15" y="30"/>
                      <a:pt x="15" y="29"/>
                      <a:pt x="16" y="28"/>
                    </a:cubicBezTo>
                    <a:cubicBezTo>
                      <a:pt x="16" y="28"/>
                      <a:pt x="17" y="29"/>
                      <a:pt x="18" y="29"/>
                    </a:cubicBezTo>
                    <a:cubicBezTo>
                      <a:pt x="20" y="32"/>
                      <a:pt x="22" y="36"/>
                      <a:pt x="24" y="38"/>
                    </a:cubicBezTo>
                    <a:cubicBezTo>
                      <a:pt x="25" y="41"/>
                      <a:pt x="27" y="39"/>
                      <a:pt x="26" y="37"/>
                    </a:cubicBezTo>
                    <a:cubicBezTo>
                      <a:pt x="26" y="36"/>
                      <a:pt x="24" y="34"/>
                      <a:pt x="24" y="34"/>
                    </a:cubicBezTo>
                    <a:cubicBezTo>
                      <a:pt x="24" y="33"/>
                      <a:pt x="22" y="32"/>
                      <a:pt x="24" y="30"/>
                    </a:cubicBezTo>
                    <a:cubicBezTo>
                      <a:pt x="26" y="29"/>
                      <a:pt x="27" y="33"/>
                      <a:pt x="29" y="35"/>
                    </a:cubicBezTo>
                    <a:cubicBezTo>
                      <a:pt x="29" y="36"/>
                      <a:pt x="30" y="37"/>
                      <a:pt x="31" y="36"/>
                    </a:cubicBezTo>
                    <a:cubicBezTo>
                      <a:pt x="32" y="36"/>
                      <a:pt x="32" y="35"/>
                      <a:pt x="31" y="34"/>
                    </a:cubicBezTo>
                    <a:cubicBezTo>
                      <a:pt x="29" y="30"/>
                      <a:pt x="24" y="25"/>
                      <a:pt x="23" y="22"/>
                    </a:cubicBezTo>
                    <a:cubicBezTo>
                      <a:pt x="22" y="20"/>
                      <a:pt x="22" y="19"/>
                      <a:pt x="23" y="18"/>
                    </a:cubicBezTo>
                    <a:cubicBezTo>
                      <a:pt x="23" y="18"/>
                      <a:pt x="24" y="18"/>
                      <a:pt x="26" y="20"/>
                    </a:cubicBezTo>
                    <a:cubicBezTo>
                      <a:pt x="28" y="22"/>
                      <a:pt x="31" y="27"/>
                      <a:pt x="33" y="31"/>
                    </a:cubicBezTo>
                    <a:cubicBezTo>
                      <a:pt x="33" y="32"/>
                      <a:pt x="35" y="34"/>
                      <a:pt x="40" y="32"/>
                    </a:cubicBezTo>
                    <a:cubicBezTo>
                      <a:pt x="44" y="29"/>
                      <a:pt x="42" y="25"/>
                      <a:pt x="42" y="25"/>
                    </a:cubicBezTo>
                    <a:cubicBezTo>
                      <a:pt x="39" y="21"/>
                      <a:pt x="37" y="17"/>
                      <a:pt x="36" y="15"/>
                    </a:cubicBezTo>
                    <a:cubicBezTo>
                      <a:pt x="35" y="14"/>
                      <a:pt x="36" y="13"/>
                      <a:pt x="36" y="13"/>
                    </a:cubicBezTo>
                    <a:cubicBezTo>
                      <a:pt x="37" y="13"/>
                      <a:pt x="38" y="13"/>
                      <a:pt x="38" y="14"/>
                    </a:cubicBezTo>
                    <a:cubicBezTo>
                      <a:pt x="40" y="15"/>
                      <a:pt x="42" y="20"/>
                      <a:pt x="44" y="23"/>
                    </a:cubicBezTo>
                    <a:cubicBezTo>
                      <a:pt x="45" y="24"/>
                      <a:pt x="46" y="27"/>
                      <a:pt x="50" y="25"/>
                    </a:cubicBezTo>
                    <a:cubicBezTo>
                      <a:pt x="53" y="22"/>
                      <a:pt x="51" y="20"/>
                      <a:pt x="51" y="19"/>
                    </a:cubicBezTo>
                    <a:cubicBezTo>
                      <a:pt x="50" y="17"/>
                      <a:pt x="49" y="16"/>
                      <a:pt x="48" y="14"/>
                    </a:cubicBezTo>
                    <a:cubicBezTo>
                      <a:pt x="47" y="13"/>
                      <a:pt x="47" y="12"/>
                      <a:pt x="48" y="12"/>
                    </a:cubicBezTo>
                    <a:cubicBezTo>
                      <a:pt x="49" y="11"/>
                      <a:pt x="50" y="11"/>
                      <a:pt x="50" y="12"/>
                    </a:cubicBezTo>
                    <a:cubicBezTo>
                      <a:pt x="52" y="14"/>
                      <a:pt x="53" y="17"/>
                      <a:pt x="54" y="19"/>
                    </a:cubicBezTo>
                    <a:cubicBezTo>
                      <a:pt x="55" y="19"/>
                      <a:pt x="56" y="20"/>
                      <a:pt x="56" y="19"/>
                    </a:cubicBezTo>
                    <a:cubicBezTo>
                      <a:pt x="60" y="15"/>
                      <a:pt x="61" y="11"/>
                      <a:pt x="61" y="7"/>
                    </a:cubicBezTo>
                    <a:cubicBezTo>
                      <a:pt x="60" y="2"/>
                      <a:pt x="55" y="0"/>
                      <a:pt x="50" y="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3" name="Oval 219">
                <a:extLst>
                  <a:ext uri="{FF2B5EF4-FFF2-40B4-BE49-F238E27FC236}">
                    <a16:creationId xmlns:a16="http://schemas.microsoft.com/office/drawing/2014/main" id="{48BFDD62-77FD-43F2-A1E4-57B9B4F2C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3425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4" name="Oval 220">
                <a:extLst>
                  <a:ext uri="{FF2B5EF4-FFF2-40B4-BE49-F238E27FC236}">
                    <a16:creationId xmlns:a16="http://schemas.microsoft.com/office/drawing/2014/main" id="{9FB3DCC8-C58E-457B-9D49-8CF48C727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3431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5" name="Oval 221">
                <a:extLst>
                  <a:ext uri="{FF2B5EF4-FFF2-40B4-BE49-F238E27FC236}">
                    <a16:creationId xmlns:a16="http://schemas.microsoft.com/office/drawing/2014/main" id="{E05E694F-E7C7-4C03-9E14-868423D30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8" y="3362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6" name="Oval 222">
                <a:extLst>
                  <a:ext uri="{FF2B5EF4-FFF2-40B4-BE49-F238E27FC236}">
                    <a16:creationId xmlns:a16="http://schemas.microsoft.com/office/drawing/2014/main" id="{F985DE55-50E1-4B82-A0AB-075DB45A8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2" y="336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7" name="Oval 223">
                <a:extLst>
                  <a:ext uri="{FF2B5EF4-FFF2-40B4-BE49-F238E27FC236}">
                    <a16:creationId xmlns:a16="http://schemas.microsoft.com/office/drawing/2014/main" id="{408A69DE-B6A6-4955-9F4A-BEBD624D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2" y="3388"/>
                <a:ext cx="22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8" name="Oval 224">
                <a:extLst>
                  <a:ext uri="{FF2B5EF4-FFF2-40B4-BE49-F238E27FC236}">
                    <a16:creationId xmlns:a16="http://schemas.microsoft.com/office/drawing/2014/main" id="{DF0069DC-8E08-457C-8C3C-4C7E0C961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339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9" name="Oval 225">
                <a:extLst>
                  <a:ext uri="{FF2B5EF4-FFF2-40B4-BE49-F238E27FC236}">
                    <a16:creationId xmlns:a16="http://schemas.microsoft.com/office/drawing/2014/main" id="{18671DD3-308D-499F-B6DA-4E8A8C429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3331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0" name="Oval 226">
                <a:extLst>
                  <a:ext uri="{FF2B5EF4-FFF2-40B4-BE49-F238E27FC236}">
                    <a16:creationId xmlns:a16="http://schemas.microsoft.com/office/drawing/2014/main" id="{BA6956E6-5F24-4C4F-AF0F-4AC7B21CA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3337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1" name="Oval 227">
                <a:extLst>
                  <a:ext uri="{FF2B5EF4-FFF2-40B4-BE49-F238E27FC236}">
                    <a16:creationId xmlns:a16="http://schemas.microsoft.com/office/drawing/2014/main" id="{302299A6-9DD4-4D89-8DF4-3FE6A9427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3372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2" name="Oval 228">
                <a:extLst>
                  <a:ext uri="{FF2B5EF4-FFF2-40B4-BE49-F238E27FC236}">
                    <a16:creationId xmlns:a16="http://schemas.microsoft.com/office/drawing/2014/main" id="{5661559E-E623-472C-B0E6-7344D2570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7" y="337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3" name="Oval 229">
                <a:extLst>
                  <a:ext uri="{FF2B5EF4-FFF2-40B4-BE49-F238E27FC236}">
                    <a16:creationId xmlns:a16="http://schemas.microsoft.com/office/drawing/2014/main" id="{B7DCDC56-20C1-4CFD-A7FC-B6B630A7E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3271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4" name="Oval 230">
                <a:extLst>
                  <a:ext uri="{FF2B5EF4-FFF2-40B4-BE49-F238E27FC236}">
                    <a16:creationId xmlns:a16="http://schemas.microsoft.com/office/drawing/2014/main" id="{7AE0E81A-7298-4382-A174-888AF29DE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0" y="3276"/>
                <a:ext cx="6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5" name="Oval 231">
                <a:extLst>
                  <a:ext uri="{FF2B5EF4-FFF2-40B4-BE49-F238E27FC236}">
                    <a16:creationId xmlns:a16="http://schemas.microsoft.com/office/drawing/2014/main" id="{23EDCFB1-63CC-486E-8149-FF8C2347F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3229"/>
                <a:ext cx="22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6" name="Oval 232">
                <a:extLst>
                  <a:ext uri="{FF2B5EF4-FFF2-40B4-BE49-F238E27FC236}">
                    <a16:creationId xmlns:a16="http://schemas.microsoft.com/office/drawing/2014/main" id="{468D60C5-A7A1-4D1E-BA92-2D01ED9FF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" y="3235"/>
                <a:ext cx="6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7" name="Oval 233">
                <a:extLst>
                  <a:ext uri="{FF2B5EF4-FFF2-40B4-BE49-F238E27FC236}">
                    <a16:creationId xmlns:a16="http://schemas.microsoft.com/office/drawing/2014/main" id="{4126B247-82D2-4DA5-A35C-CD6C1AFF8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3507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8" name="Oval 234">
                <a:extLst>
                  <a:ext uri="{FF2B5EF4-FFF2-40B4-BE49-F238E27FC236}">
                    <a16:creationId xmlns:a16="http://schemas.microsoft.com/office/drawing/2014/main" id="{FB787A57-6124-4814-9DFA-C27512A3D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2" y="351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9" name="Oval 235">
                <a:extLst>
                  <a:ext uri="{FF2B5EF4-FFF2-40B4-BE49-F238E27FC236}">
                    <a16:creationId xmlns:a16="http://schemas.microsoft.com/office/drawing/2014/main" id="{B94782DF-45EC-42CF-A14C-6F800F8A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9" y="3473"/>
                <a:ext cx="22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0" name="Oval 236">
                <a:extLst>
                  <a:ext uri="{FF2B5EF4-FFF2-40B4-BE49-F238E27FC236}">
                    <a16:creationId xmlns:a16="http://schemas.microsoft.com/office/drawing/2014/main" id="{7E039860-FEA1-496F-A01A-C98BBE10E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3" y="3479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1" name="Oval 237">
                <a:extLst>
                  <a:ext uri="{FF2B5EF4-FFF2-40B4-BE49-F238E27FC236}">
                    <a16:creationId xmlns:a16="http://schemas.microsoft.com/office/drawing/2014/main" id="{06582BE0-21F9-45DE-868B-6A051B696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0" y="3608"/>
                <a:ext cx="22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2" name="Oval 238">
                <a:extLst>
                  <a:ext uri="{FF2B5EF4-FFF2-40B4-BE49-F238E27FC236}">
                    <a16:creationId xmlns:a16="http://schemas.microsoft.com/office/drawing/2014/main" id="{3A5B44A0-FA26-4009-9F28-3B82BD3C5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361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3" name="Oval 239">
                <a:extLst>
                  <a:ext uri="{FF2B5EF4-FFF2-40B4-BE49-F238E27FC236}">
                    <a16:creationId xmlns:a16="http://schemas.microsoft.com/office/drawing/2014/main" id="{702D5E6E-81FA-4702-A11C-2391E8F92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0" y="3403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4" name="Oval 240">
                <a:extLst>
                  <a:ext uri="{FF2B5EF4-FFF2-40B4-BE49-F238E27FC236}">
                    <a16:creationId xmlns:a16="http://schemas.microsoft.com/office/drawing/2014/main" id="{85E4FFFD-AE48-4DEC-B1F6-3CFB8BE85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3409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5" name="Oval 241">
                <a:extLst>
                  <a:ext uri="{FF2B5EF4-FFF2-40B4-BE49-F238E27FC236}">
                    <a16:creationId xmlns:a16="http://schemas.microsoft.com/office/drawing/2014/main" id="{AF1E1EA1-40A9-4EF5-A299-7878B57EE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8" y="3369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6" name="Oval 242">
                <a:extLst>
                  <a:ext uri="{FF2B5EF4-FFF2-40B4-BE49-F238E27FC236}">
                    <a16:creationId xmlns:a16="http://schemas.microsoft.com/office/drawing/2014/main" id="{AADCF4BB-F226-47DE-9221-3BBC204AC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3376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7" name="Oval 243">
                <a:extLst>
                  <a:ext uri="{FF2B5EF4-FFF2-40B4-BE49-F238E27FC236}">
                    <a16:creationId xmlns:a16="http://schemas.microsoft.com/office/drawing/2014/main" id="{F97A30A9-5ECA-424E-B9D6-054842CE6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7" y="3328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8" name="Freeform 244">
                <a:extLst>
                  <a:ext uri="{FF2B5EF4-FFF2-40B4-BE49-F238E27FC236}">
                    <a16:creationId xmlns:a16="http://schemas.microsoft.com/office/drawing/2014/main" id="{38F973D5-FD98-4ADE-B3A0-FD27AC90B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3335"/>
                <a:ext cx="40" cy="19"/>
              </a:xfrm>
              <a:custGeom>
                <a:avLst/>
                <a:gdLst>
                  <a:gd name="T0" fmla="*/ 0 w 29"/>
                  <a:gd name="T1" fmla="*/ 0 h 13"/>
                  <a:gd name="T2" fmla="*/ 145 w 29"/>
                  <a:gd name="T3" fmla="*/ 19 h 13"/>
                  <a:gd name="T4" fmla="*/ 55 w 29"/>
                  <a:gd name="T5" fmla="*/ 28 h 13"/>
                  <a:gd name="T6" fmla="*/ 11 w 29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3">
                    <a:moveTo>
                      <a:pt x="0" y="0"/>
                    </a:moveTo>
                    <a:cubicBezTo>
                      <a:pt x="5" y="13"/>
                      <a:pt x="22" y="13"/>
                      <a:pt x="29" y="3"/>
                    </a:cubicBezTo>
                    <a:cubicBezTo>
                      <a:pt x="24" y="1"/>
                      <a:pt x="17" y="5"/>
                      <a:pt x="11" y="4"/>
                    </a:cubicBezTo>
                    <a:cubicBezTo>
                      <a:pt x="8" y="3"/>
                      <a:pt x="5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9" name="Oval 245">
                <a:extLst>
                  <a:ext uri="{FF2B5EF4-FFF2-40B4-BE49-F238E27FC236}">
                    <a16:creationId xmlns:a16="http://schemas.microsoft.com/office/drawing/2014/main" id="{290389B0-CCB0-48E6-B493-3A4335518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333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0" name="Oval 246">
                <a:extLst>
                  <a:ext uri="{FF2B5EF4-FFF2-40B4-BE49-F238E27FC236}">
                    <a16:creationId xmlns:a16="http://schemas.microsoft.com/office/drawing/2014/main" id="{87EA3624-6B5B-4ED0-99C8-0CD84E164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3376"/>
                <a:ext cx="22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1" name="Oval 247">
                <a:extLst>
                  <a:ext uri="{FF2B5EF4-FFF2-40B4-BE49-F238E27FC236}">
                    <a16:creationId xmlns:a16="http://schemas.microsoft.com/office/drawing/2014/main" id="{70691D78-CC9D-404F-898F-3C5532EE5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338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2" name="Oval 248">
                <a:extLst>
                  <a:ext uri="{FF2B5EF4-FFF2-40B4-BE49-F238E27FC236}">
                    <a16:creationId xmlns:a16="http://schemas.microsoft.com/office/drawing/2014/main" id="{F25EE52D-6A2C-40CE-A6AC-61C73AE5C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3344"/>
                <a:ext cx="23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3" name="Oval 249">
                <a:extLst>
                  <a:ext uri="{FF2B5EF4-FFF2-40B4-BE49-F238E27FC236}">
                    <a16:creationId xmlns:a16="http://schemas.microsoft.com/office/drawing/2014/main" id="{7472ECE9-A9BF-42C5-96BB-4D6674BCC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335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4" name="Oval 250">
                <a:extLst>
                  <a:ext uri="{FF2B5EF4-FFF2-40B4-BE49-F238E27FC236}">
                    <a16:creationId xmlns:a16="http://schemas.microsoft.com/office/drawing/2014/main" id="{05D11D76-AFCC-4343-ADB5-21B42FA1D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5" y="3406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5" name="Oval 251">
                <a:extLst>
                  <a:ext uri="{FF2B5EF4-FFF2-40B4-BE49-F238E27FC236}">
                    <a16:creationId xmlns:a16="http://schemas.microsoft.com/office/drawing/2014/main" id="{A9C0A65E-EF96-4D0B-9BC6-170767359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3412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6" name="Oval 252">
                <a:extLst>
                  <a:ext uri="{FF2B5EF4-FFF2-40B4-BE49-F238E27FC236}">
                    <a16:creationId xmlns:a16="http://schemas.microsoft.com/office/drawing/2014/main" id="{BF3C68FF-EC2D-4670-8369-A1463EC1B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8" y="3375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7" name="Oval 253">
                <a:extLst>
                  <a:ext uri="{FF2B5EF4-FFF2-40B4-BE49-F238E27FC236}">
                    <a16:creationId xmlns:a16="http://schemas.microsoft.com/office/drawing/2014/main" id="{4D0DCB9C-0B7A-40F1-B1D1-C3B766217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3" y="3381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8" name="Oval 254">
                <a:extLst>
                  <a:ext uri="{FF2B5EF4-FFF2-40B4-BE49-F238E27FC236}">
                    <a16:creationId xmlns:a16="http://schemas.microsoft.com/office/drawing/2014/main" id="{3BA64CD2-29A4-44FE-960F-0A9F75D6C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3329"/>
                <a:ext cx="22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9" name="Oval 255">
                <a:extLst>
                  <a:ext uri="{FF2B5EF4-FFF2-40B4-BE49-F238E27FC236}">
                    <a16:creationId xmlns:a16="http://schemas.microsoft.com/office/drawing/2014/main" id="{7A09B1A4-B33A-40AD-9AA3-FEA338255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7" y="33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0" name="Oval 256">
                <a:extLst>
                  <a:ext uri="{FF2B5EF4-FFF2-40B4-BE49-F238E27FC236}">
                    <a16:creationId xmlns:a16="http://schemas.microsoft.com/office/drawing/2014/main" id="{7DC32D01-0F1E-49F8-B008-E838803E4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3323"/>
                <a:ext cx="22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1" name="Oval 257">
                <a:extLst>
                  <a:ext uri="{FF2B5EF4-FFF2-40B4-BE49-F238E27FC236}">
                    <a16:creationId xmlns:a16="http://schemas.microsoft.com/office/drawing/2014/main" id="{B4302579-9E4E-4EA0-8102-7D23BB113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332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2" name="Oval 258">
                <a:extLst>
                  <a:ext uri="{FF2B5EF4-FFF2-40B4-BE49-F238E27FC236}">
                    <a16:creationId xmlns:a16="http://schemas.microsoft.com/office/drawing/2014/main" id="{B6310F37-072A-4B0B-9977-FBE6D2158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2" y="3266"/>
                <a:ext cx="22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3" name="Oval 259">
                <a:extLst>
                  <a:ext uri="{FF2B5EF4-FFF2-40B4-BE49-F238E27FC236}">
                    <a16:creationId xmlns:a16="http://schemas.microsoft.com/office/drawing/2014/main" id="{BB8F6FA1-C44F-42ED-A251-FCC0D29E8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3272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4" name="Oval 260">
                <a:extLst>
                  <a:ext uri="{FF2B5EF4-FFF2-40B4-BE49-F238E27FC236}">
                    <a16:creationId xmlns:a16="http://schemas.microsoft.com/office/drawing/2014/main" id="{F1F71D68-EA9C-4789-B3BC-28B120283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3288"/>
                <a:ext cx="22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5" name="Oval 261">
                <a:extLst>
                  <a:ext uri="{FF2B5EF4-FFF2-40B4-BE49-F238E27FC236}">
                    <a16:creationId xmlns:a16="http://schemas.microsoft.com/office/drawing/2014/main" id="{230F0419-FECA-435D-96AA-747EEED7B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29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6" name="Oval 262">
                <a:extLst>
                  <a:ext uri="{FF2B5EF4-FFF2-40B4-BE49-F238E27FC236}">
                    <a16:creationId xmlns:a16="http://schemas.microsoft.com/office/drawing/2014/main" id="{03F6C2D8-DEB4-40B6-BE65-89B6D0D98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3235"/>
                <a:ext cx="22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7" name="Oval 263">
                <a:extLst>
                  <a:ext uri="{FF2B5EF4-FFF2-40B4-BE49-F238E27FC236}">
                    <a16:creationId xmlns:a16="http://schemas.microsoft.com/office/drawing/2014/main" id="{3D51A30A-4657-42D3-AD48-69BD12195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324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8" name="Oval 264">
                <a:extLst>
                  <a:ext uri="{FF2B5EF4-FFF2-40B4-BE49-F238E27FC236}">
                    <a16:creationId xmlns:a16="http://schemas.microsoft.com/office/drawing/2014/main" id="{CEDD2008-1682-407B-B1AA-D6E4B2525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8" y="3284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9" name="Oval 265">
                <a:extLst>
                  <a:ext uri="{FF2B5EF4-FFF2-40B4-BE49-F238E27FC236}">
                    <a16:creationId xmlns:a16="http://schemas.microsoft.com/office/drawing/2014/main" id="{5F187423-4FAC-47CA-B013-6451848C1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3" y="329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0" name="Oval 266">
                <a:extLst>
                  <a:ext uri="{FF2B5EF4-FFF2-40B4-BE49-F238E27FC236}">
                    <a16:creationId xmlns:a16="http://schemas.microsoft.com/office/drawing/2014/main" id="{4238E946-A1AC-4F06-BFFA-D2920E65A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1" y="3326"/>
                <a:ext cx="18" cy="18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1" name="Oval 267">
                <a:extLst>
                  <a:ext uri="{FF2B5EF4-FFF2-40B4-BE49-F238E27FC236}">
                    <a16:creationId xmlns:a16="http://schemas.microsoft.com/office/drawing/2014/main" id="{176A7137-051A-41CD-9B43-3CB7F0901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333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2" name="Oval 268">
                <a:extLst>
                  <a:ext uri="{FF2B5EF4-FFF2-40B4-BE49-F238E27FC236}">
                    <a16:creationId xmlns:a16="http://schemas.microsoft.com/office/drawing/2014/main" id="{AD29B14B-DDA9-4261-97E6-CDE741287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3294"/>
                <a:ext cx="16" cy="18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3" name="Oval 269">
                <a:extLst>
                  <a:ext uri="{FF2B5EF4-FFF2-40B4-BE49-F238E27FC236}">
                    <a16:creationId xmlns:a16="http://schemas.microsoft.com/office/drawing/2014/main" id="{DD4B3444-6A1A-4477-ACFC-C6A5816D3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" y="329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4" name="Oval 270">
                <a:extLst>
                  <a:ext uri="{FF2B5EF4-FFF2-40B4-BE49-F238E27FC236}">
                    <a16:creationId xmlns:a16="http://schemas.microsoft.com/office/drawing/2014/main" id="{B01BFB8A-3322-4D20-8EBA-360915C2C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" y="3316"/>
                <a:ext cx="18" cy="18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5" name="Oval 271">
                <a:extLst>
                  <a:ext uri="{FF2B5EF4-FFF2-40B4-BE49-F238E27FC236}">
                    <a16:creationId xmlns:a16="http://schemas.microsoft.com/office/drawing/2014/main" id="{3E0CF211-7BDC-4780-8658-9DF6401FB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332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6" name="Oval 272">
                <a:extLst>
                  <a:ext uri="{FF2B5EF4-FFF2-40B4-BE49-F238E27FC236}">
                    <a16:creationId xmlns:a16="http://schemas.microsoft.com/office/drawing/2014/main" id="{146CD609-8162-4B13-B256-AC18C0A24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3309"/>
                <a:ext cx="17" cy="17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5285" name="Group 273">
              <a:extLst>
                <a:ext uri="{FF2B5EF4-FFF2-40B4-BE49-F238E27FC236}">
                  <a16:creationId xmlns:a16="http://schemas.microsoft.com/office/drawing/2014/main" id="{1D911B05-CC3A-40D7-8EBC-B6E2E82842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8" y="2739"/>
              <a:ext cx="1177" cy="1026"/>
              <a:chOff x="4118" y="2739"/>
              <a:chExt cx="1177" cy="1026"/>
            </a:xfrm>
          </p:grpSpPr>
          <p:sp>
            <p:nvSpPr>
              <p:cNvPr id="15327" name="Oval 274">
                <a:extLst>
                  <a:ext uri="{FF2B5EF4-FFF2-40B4-BE49-F238E27FC236}">
                    <a16:creationId xmlns:a16="http://schemas.microsoft.com/office/drawing/2014/main" id="{1FFAD045-ACBD-444F-9CEA-176DB6A1F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3313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28" name="Oval 275">
                <a:extLst>
                  <a:ext uri="{FF2B5EF4-FFF2-40B4-BE49-F238E27FC236}">
                    <a16:creationId xmlns:a16="http://schemas.microsoft.com/office/drawing/2014/main" id="{29D49EDC-5FE7-416C-8125-DD0B34634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3326"/>
                <a:ext cx="18" cy="18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29" name="Oval 276">
                <a:extLst>
                  <a:ext uri="{FF2B5EF4-FFF2-40B4-BE49-F238E27FC236}">
                    <a16:creationId xmlns:a16="http://schemas.microsoft.com/office/drawing/2014/main" id="{00AC4DF9-61E1-4259-BC1E-F5E75CC97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333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30" name="Oval 277">
                <a:extLst>
                  <a:ext uri="{FF2B5EF4-FFF2-40B4-BE49-F238E27FC236}">
                    <a16:creationId xmlns:a16="http://schemas.microsoft.com/office/drawing/2014/main" id="{575354ED-1C26-4322-B735-C09DE1719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0" y="3268"/>
                <a:ext cx="17" cy="17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31" name="Oval 278">
                <a:extLst>
                  <a:ext uri="{FF2B5EF4-FFF2-40B4-BE49-F238E27FC236}">
                    <a16:creationId xmlns:a16="http://schemas.microsoft.com/office/drawing/2014/main" id="{931F7186-2D83-4A17-8914-9D55F14C49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3272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32" name="Oval 279">
                <a:extLst>
                  <a:ext uri="{FF2B5EF4-FFF2-40B4-BE49-F238E27FC236}">
                    <a16:creationId xmlns:a16="http://schemas.microsoft.com/office/drawing/2014/main" id="{3FCA8B0C-7CF2-4978-85A1-FBB6D8049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3548"/>
                <a:ext cx="16" cy="18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33" name="Oval 280">
                <a:extLst>
                  <a:ext uri="{FF2B5EF4-FFF2-40B4-BE49-F238E27FC236}">
                    <a16:creationId xmlns:a16="http://schemas.microsoft.com/office/drawing/2014/main" id="{2BB26070-920C-4001-AE0E-FAAE9546C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8" y="3552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34" name="Oval 281">
                <a:extLst>
                  <a:ext uri="{FF2B5EF4-FFF2-40B4-BE49-F238E27FC236}">
                    <a16:creationId xmlns:a16="http://schemas.microsoft.com/office/drawing/2014/main" id="{3DFD013F-F0B1-457E-8914-B2A43A945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3213"/>
                <a:ext cx="17" cy="18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35" name="Oval 282">
                <a:extLst>
                  <a:ext uri="{FF2B5EF4-FFF2-40B4-BE49-F238E27FC236}">
                    <a16:creationId xmlns:a16="http://schemas.microsoft.com/office/drawing/2014/main" id="{43FCA555-794F-43B7-9679-AF3017DD0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6" y="3218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36" name="Oval 283">
                <a:extLst>
                  <a:ext uri="{FF2B5EF4-FFF2-40B4-BE49-F238E27FC236}">
                    <a16:creationId xmlns:a16="http://schemas.microsoft.com/office/drawing/2014/main" id="{B9E09DA3-7ED9-4A75-9E86-209517EDD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0" y="3083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37" name="Oval 284">
                <a:extLst>
                  <a:ext uri="{FF2B5EF4-FFF2-40B4-BE49-F238E27FC236}">
                    <a16:creationId xmlns:a16="http://schemas.microsoft.com/office/drawing/2014/main" id="{8DFE0280-1F42-448F-8D63-57E936796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4" y="3089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38" name="Oval 285">
                <a:extLst>
                  <a:ext uri="{FF2B5EF4-FFF2-40B4-BE49-F238E27FC236}">
                    <a16:creationId xmlns:a16="http://schemas.microsoft.com/office/drawing/2014/main" id="{D307DD9E-034F-4400-907A-D6EB37634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3039"/>
                <a:ext cx="22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39" name="Oval 286">
                <a:extLst>
                  <a:ext uri="{FF2B5EF4-FFF2-40B4-BE49-F238E27FC236}">
                    <a16:creationId xmlns:a16="http://schemas.microsoft.com/office/drawing/2014/main" id="{C43644F8-D78C-44B2-8AB5-9B0F426BF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2" y="304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40" name="Oval 287">
                <a:extLst>
                  <a:ext uri="{FF2B5EF4-FFF2-40B4-BE49-F238E27FC236}">
                    <a16:creationId xmlns:a16="http://schemas.microsoft.com/office/drawing/2014/main" id="{4349AF8A-8CDE-48A5-9DF1-25002E173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887"/>
                <a:ext cx="22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41" name="Oval 288">
                <a:extLst>
                  <a:ext uri="{FF2B5EF4-FFF2-40B4-BE49-F238E27FC236}">
                    <a16:creationId xmlns:a16="http://schemas.microsoft.com/office/drawing/2014/main" id="{5F491E22-992D-4195-9FDA-56AB2CA0D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289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42" name="Oval 289">
                <a:extLst>
                  <a:ext uri="{FF2B5EF4-FFF2-40B4-BE49-F238E27FC236}">
                    <a16:creationId xmlns:a16="http://schemas.microsoft.com/office/drawing/2014/main" id="{AA62C93C-D7C0-413A-99A5-B96E00A6D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5" y="3699"/>
                <a:ext cx="22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43" name="Oval 290">
                <a:extLst>
                  <a:ext uri="{FF2B5EF4-FFF2-40B4-BE49-F238E27FC236}">
                    <a16:creationId xmlns:a16="http://schemas.microsoft.com/office/drawing/2014/main" id="{09C60E9E-46E9-4D90-BA9E-95D017B1C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370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44" name="Oval 291">
                <a:extLst>
                  <a:ext uri="{FF2B5EF4-FFF2-40B4-BE49-F238E27FC236}">
                    <a16:creationId xmlns:a16="http://schemas.microsoft.com/office/drawing/2014/main" id="{6CE91BFE-4600-4FA1-94D1-ABE90D800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3420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45" name="Oval 292">
                <a:extLst>
                  <a:ext uri="{FF2B5EF4-FFF2-40B4-BE49-F238E27FC236}">
                    <a16:creationId xmlns:a16="http://schemas.microsoft.com/office/drawing/2014/main" id="{D79397B1-39EA-4352-A033-36FD78E8B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1" y="342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46" name="Oval 293">
                <a:extLst>
                  <a:ext uri="{FF2B5EF4-FFF2-40B4-BE49-F238E27FC236}">
                    <a16:creationId xmlns:a16="http://schemas.microsoft.com/office/drawing/2014/main" id="{608475DD-0D92-43CF-AA2D-89EEC62F2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3348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47" name="Oval 294">
                <a:extLst>
                  <a:ext uri="{FF2B5EF4-FFF2-40B4-BE49-F238E27FC236}">
                    <a16:creationId xmlns:a16="http://schemas.microsoft.com/office/drawing/2014/main" id="{AA834436-A9CC-404C-A13E-3E0FD157E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3351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48" name="Oval 295">
                <a:extLst>
                  <a:ext uri="{FF2B5EF4-FFF2-40B4-BE49-F238E27FC236}">
                    <a16:creationId xmlns:a16="http://schemas.microsoft.com/office/drawing/2014/main" id="{EEF8632F-82BB-4885-8F4C-23D7D2E9C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6" y="3218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49" name="Oval 296">
                <a:extLst>
                  <a:ext uri="{FF2B5EF4-FFF2-40B4-BE49-F238E27FC236}">
                    <a16:creationId xmlns:a16="http://schemas.microsoft.com/office/drawing/2014/main" id="{99356649-DFD6-4F53-AD9A-11E3995AB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9" y="3221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50" name="Oval 297">
                <a:extLst>
                  <a:ext uri="{FF2B5EF4-FFF2-40B4-BE49-F238E27FC236}">
                    <a16:creationId xmlns:a16="http://schemas.microsoft.com/office/drawing/2014/main" id="{8BF8CA31-3EFC-498C-BB55-BBC55FD81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6" y="3234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51" name="Oval 298">
                <a:extLst>
                  <a:ext uri="{FF2B5EF4-FFF2-40B4-BE49-F238E27FC236}">
                    <a16:creationId xmlns:a16="http://schemas.microsoft.com/office/drawing/2014/main" id="{B663D4D1-9B80-4CD9-A9CF-6F8FB1225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0" y="3237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52" name="Oval 299">
                <a:extLst>
                  <a:ext uri="{FF2B5EF4-FFF2-40B4-BE49-F238E27FC236}">
                    <a16:creationId xmlns:a16="http://schemas.microsoft.com/office/drawing/2014/main" id="{B1922850-0CA5-47EA-B515-4F5BF39F7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4" y="3259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53" name="Oval 300">
                <a:extLst>
                  <a:ext uri="{FF2B5EF4-FFF2-40B4-BE49-F238E27FC236}">
                    <a16:creationId xmlns:a16="http://schemas.microsoft.com/office/drawing/2014/main" id="{7898CF79-ECA9-4493-A30C-583BB2BE4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3263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54" name="Oval 301">
                <a:extLst>
                  <a:ext uri="{FF2B5EF4-FFF2-40B4-BE49-F238E27FC236}">
                    <a16:creationId xmlns:a16="http://schemas.microsoft.com/office/drawing/2014/main" id="{9631BB83-4F2D-4E63-8EE5-3CCD51523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5" y="3181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55" name="Oval 302">
                <a:extLst>
                  <a:ext uri="{FF2B5EF4-FFF2-40B4-BE49-F238E27FC236}">
                    <a16:creationId xmlns:a16="http://schemas.microsoft.com/office/drawing/2014/main" id="{07D66F41-4FCA-478C-8BE9-6B6CD087A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318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56" name="Oval 303">
                <a:extLst>
                  <a:ext uri="{FF2B5EF4-FFF2-40B4-BE49-F238E27FC236}">
                    <a16:creationId xmlns:a16="http://schemas.microsoft.com/office/drawing/2014/main" id="{3ABC99F1-005F-439A-8EE7-C72B78DEF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1" y="3100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57" name="Oval 304">
                <a:extLst>
                  <a:ext uri="{FF2B5EF4-FFF2-40B4-BE49-F238E27FC236}">
                    <a16:creationId xmlns:a16="http://schemas.microsoft.com/office/drawing/2014/main" id="{B16F3BBA-2448-4088-B902-D7B2B5710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4" y="3103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58" name="Oval 305">
                <a:extLst>
                  <a:ext uri="{FF2B5EF4-FFF2-40B4-BE49-F238E27FC236}">
                    <a16:creationId xmlns:a16="http://schemas.microsoft.com/office/drawing/2014/main" id="{4C965D9D-1C1B-41E4-AAC1-AE7E89759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3" y="3134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59" name="Oval 306">
                <a:extLst>
                  <a:ext uri="{FF2B5EF4-FFF2-40B4-BE49-F238E27FC236}">
                    <a16:creationId xmlns:a16="http://schemas.microsoft.com/office/drawing/2014/main" id="{1665141F-DFAE-49EA-9C35-8A8E7A4B5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7" y="3138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60" name="Oval 307">
                <a:extLst>
                  <a:ext uri="{FF2B5EF4-FFF2-40B4-BE49-F238E27FC236}">
                    <a16:creationId xmlns:a16="http://schemas.microsoft.com/office/drawing/2014/main" id="{0665F494-AD42-4637-988A-A769CD1A6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7" y="3147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61" name="Oval 308">
                <a:extLst>
                  <a:ext uri="{FF2B5EF4-FFF2-40B4-BE49-F238E27FC236}">
                    <a16:creationId xmlns:a16="http://schemas.microsoft.com/office/drawing/2014/main" id="{F63D1A22-AD80-4F3E-B1B5-0EB516112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0" y="3150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62" name="Oval 309">
                <a:extLst>
                  <a:ext uri="{FF2B5EF4-FFF2-40B4-BE49-F238E27FC236}">
                    <a16:creationId xmlns:a16="http://schemas.microsoft.com/office/drawing/2014/main" id="{D9C39593-5349-4ACD-B434-0DEDECE7C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0" y="3254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63" name="Oval 310">
                <a:extLst>
                  <a:ext uri="{FF2B5EF4-FFF2-40B4-BE49-F238E27FC236}">
                    <a16:creationId xmlns:a16="http://schemas.microsoft.com/office/drawing/2014/main" id="{4933857A-DB1F-480F-9042-C6F7248CE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325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64" name="Oval 311">
                <a:extLst>
                  <a:ext uri="{FF2B5EF4-FFF2-40B4-BE49-F238E27FC236}">
                    <a16:creationId xmlns:a16="http://schemas.microsoft.com/office/drawing/2014/main" id="{D66BE5AE-7B6D-40BC-8014-B7CC00D1D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9" y="3235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65" name="Oval 312">
                <a:extLst>
                  <a:ext uri="{FF2B5EF4-FFF2-40B4-BE49-F238E27FC236}">
                    <a16:creationId xmlns:a16="http://schemas.microsoft.com/office/drawing/2014/main" id="{60EFCF30-67CD-456E-9885-28CA8321A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3238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66" name="Oval 313">
                <a:extLst>
                  <a:ext uri="{FF2B5EF4-FFF2-40B4-BE49-F238E27FC236}">
                    <a16:creationId xmlns:a16="http://schemas.microsoft.com/office/drawing/2014/main" id="{43C72BC7-0DE4-44A7-A4DF-326321072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3357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67" name="Oval 314">
                <a:extLst>
                  <a:ext uri="{FF2B5EF4-FFF2-40B4-BE49-F238E27FC236}">
                    <a16:creationId xmlns:a16="http://schemas.microsoft.com/office/drawing/2014/main" id="{E61E1E08-AEF8-4ED2-9CCA-846232387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3360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68" name="Oval 315">
                <a:extLst>
                  <a:ext uri="{FF2B5EF4-FFF2-40B4-BE49-F238E27FC236}">
                    <a16:creationId xmlns:a16="http://schemas.microsoft.com/office/drawing/2014/main" id="{A8EEFD83-0E96-4CED-871F-43FBA56A2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4" y="3375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69" name="Oval 316">
                <a:extLst>
                  <a:ext uri="{FF2B5EF4-FFF2-40B4-BE49-F238E27FC236}">
                    <a16:creationId xmlns:a16="http://schemas.microsoft.com/office/drawing/2014/main" id="{84BE9BD2-69B3-4533-A871-B42F8FAF6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9" y="3379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70" name="Oval 317">
                <a:extLst>
                  <a:ext uri="{FF2B5EF4-FFF2-40B4-BE49-F238E27FC236}">
                    <a16:creationId xmlns:a16="http://schemas.microsoft.com/office/drawing/2014/main" id="{BAC2EF1D-23B7-4CE0-AFF2-CB133267D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3" y="3209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71" name="Oval 318">
                <a:extLst>
                  <a:ext uri="{FF2B5EF4-FFF2-40B4-BE49-F238E27FC236}">
                    <a16:creationId xmlns:a16="http://schemas.microsoft.com/office/drawing/2014/main" id="{9AAF4DDC-E08A-439B-84CD-37F45EFC1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7" y="321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72" name="Oval 319">
                <a:extLst>
                  <a:ext uri="{FF2B5EF4-FFF2-40B4-BE49-F238E27FC236}">
                    <a16:creationId xmlns:a16="http://schemas.microsoft.com/office/drawing/2014/main" id="{ADECEAFF-B76A-4A70-B66E-35EDEDC2D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3382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73" name="Oval 320">
                <a:extLst>
                  <a:ext uri="{FF2B5EF4-FFF2-40B4-BE49-F238E27FC236}">
                    <a16:creationId xmlns:a16="http://schemas.microsoft.com/office/drawing/2014/main" id="{79993F60-9270-4A48-86A8-C523E682D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385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74" name="Oval 321">
                <a:extLst>
                  <a:ext uri="{FF2B5EF4-FFF2-40B4-BE49-F238E27FC236}">
                    <a16:creationId xmlns:a16="http://schemas.microsoft.com/office/drawing/2014/main" id="{31575750-CBEB-49F6-BB46-60B86DC1E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2" y="3401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75" name="Oval 322">
                <a:extLst>
                  <a:ext uri="{FF2B5EF4-FFF2-40B4-BE49-F238E27FC236}">
                    <a16:creationId xmlns:a16="http://schemas.microsoft.com/office/drawing/2014/main" id="{26B21CD6-07B7-44FF-98B7-59900DC48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340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76" name="Oval 323">
                <a:extLst>
                  <a:ext uri="{FF2B5EF4-FFF2-40B4-BE49-F238E27FC236}">
                    <a16:creationId xmlns:a16="http://schemas.microsoft.com/office/drawing/2014/main" id="{83C53425-E022-4D6A-91F4-FF285B56E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3" y="3357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77" name="Oval 324">
                <a:extLst>
                  <a:ext uri="{FF2B5EF4-FFF2-40B4-BE49-F238E27FC236}">
                    <a16:creationId xmlns:a16="http://schemas.microsoft.com/office/drawing/2014/main" id="{05B20D1A-D444-4F83-8C76-4CC85B8F9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3360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78" name="Oval 325">
                <a:extLst>
                  <a:ext uri="{FF2B5EF4-FFF2-40B4-BE49-F238E27FC236}">
                    <a16:creationId xmlns:a16="http://schemas.microsoft.com/office/drawing/2014/main" id="{D72E5D26-D870-4147-9CF5-B37EE13AA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3444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79" name="Oval 326">
                <a:extLst>
                  <a:ext uri="{FF2B5EF4-FFF2-40B4-BE49-F238E27FC236}">
                    <a16:creationId xmlns:a16="http://schemas.microsoft.com/office/drawing/2014/main" id="{5E76CB14-1B44-4FC3-BB65-81044AA5C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3448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80" name="Oval 327">
                <a:extLst>
                  <a:ext uri="{FF2B5EF4-FFF2-40B4-BE49-F238E27FC236}">
                    <a16:creationId xmlns:a16="http://schemas.microsoft.com/office/drawing/2014/main" id="{3F2B52D2-6C05-498A-ABB5-418E00543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3414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81" name="Oval 328">
                <a:extLst>
                  <a:ext uri="{FF2B5EF4-FFF2-40B4-BE49-F238E27FC236}">
                    <a16:creationId xmlns:a16="http://schemas.microsoft.com/office/drawing/2014/main" id="{DC6DC524-A6F9-48DB-957A-9B5B817A4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2" y="3417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82" name="Oval 329">
                <a:extLst>
                  <a:ext uri="{FF2B5EF4-FFF2-40B4-BE49-F238E27FC236}">
                    <a16:creationId xmlns:a16="http://schemas.microsoft.com/office/drawing/2014/main" id="{67BFA4D3-C41C-48FC-87D6-B1EEF320C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3435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83" name="Oval 330">
                <a:extLst>
                  <a:ext uri="{FF2B5EF4-FFF2-40B4-BE49-F238E27FC236}">
                    <a16:creationId xmlns:a16="http://schemas.microsoft.com/office/drawing/2014/main" id="{14F9968E-F0AC-4EFA-A75C-883209389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8" y="3438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84" name="Oval 331">
                <a:extLst>
                  <a:ext uri="{FF2B5EF4-FFF2-40B4-BE49-F238E27FC236}">
                    <a16:creationId xmlns:a16="http://schemas.microsoft.com/office/drawing/2014/main" id="{905FDE6E-480E-46D7-9A7B-F314B9B38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3566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85" name="Oval 332">
                <a:extLst>
                  <a:ext uri="{FF2B5EF4-FFF2-40B4-BE49-F238E27FC236}">
                    <a16:creationId xmlns:a16="http://schemas.microsoft.com/office/drawing/2014/main" id="{0ABA9DB6-4F77-45D0-89C3-F23F3A5EB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7" y="356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86" name="Oval 333">
                <a:extLst>
                  <a:ext uri="{FF2B5EF4-FFF2-40B4-BE49-F238E27FC236}">
                    <a16:creationId xmlns:a16="http://schemas.microsoft.com/office/drawing/2014/main" id="{8A10F1CF-AF11-484D-A6F0-9F997F80B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3585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87" name="Oval 334">
                <a:extLst>
                  <a:ext uri="{FF2B5EF4-FFF2-40B4-BE49-F238E27FC236}">
                    <a16:creationId xmlns:a16="http://schemas.microsoft.com/office/drawing/2014/main" id="{5964D261-D8BE-4981-8459-112CD3A09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0" y="3588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88" name="Oval 335">
                <a:extLst>
                  <a:ext uri="{FF2B5EF4-FFF2-40B4-BE49-F238E27FC236}">
                    <a16:creationId xmlns:a16="http://schemas.microsoft.com/office/drawing/2014/main" id="{7B24734C-E7B8-41EB-AFB5-B536E47C0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3607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89" name="Oval 336">
                <a:extLst>
                  <a:ext uri="{FF2B5EF4-FFF2-40B4-BE49-F238E27FC236}">
                    <a16:creationId xmlns:a16="http://schemas.microsoft.com/office/drawing/2014/main" id="{8F1ED738-A0C8-4619-B85D-D092B3F41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3610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90" name="Oval 337">
                <a:extLst>
                  <a:ext uri="{FF2B5EF4-FFF2-40B4-BE49-F238E27FC236}">
                    <a16:creationId xmlns:a16="http://schemas.microsoft.com/office/drawing/2014/main" id="{F9B73B5F-6218-4B6A-B58F-9A45975B2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3663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91" name="Oval 338">
                <a:extLst>
                  <a:ext uri="{FF2B5EF4-FFF2-40B4-BE49-F238E27FC236}">
                    <a16:creationId xmlns:a16="http://schemas.microsoft.com/office/drawing/2014/main" id="{F9415139-3769-4F94-88F1-7BD802FDF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366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92" name="Oval 339">
                <a:extLst>
                  <a:ext uri="{FF2B5EF4-FFF2-40B4-BE49-F238E27FC236}">
                    <a16:creationId xmlns:a16="http://schemas.microsoft.com/office/drawing/2014/main" id="{16B8FB24-0397-419E-BDED-0C4F64E27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3658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93" name="Oval 340">
                <a:extLst>
                  <a:ext uri="{FF2B5EF4-FFF2-40B4-BE49-F238E27FC236}">
                    <a16:creationId xmlns:a16="http://schemas.microsoft.com/office/drawing/2014/main" id="{53BCD6E0-D7DF-4F13-AEAE-0803C4882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366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94" name="Oval 341">
                <a:extLst>
                  <a:ext uri="{FF2B5EF4-FFF2-40B4-BE49-F238E27FC236}">
                    <a16:creationId xmlns:a16="http://schemas.microsoft.com/office/drawing/2014/main" id="{0BDA8587-8221-40CC-BB62-F3DE34070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3644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95" name="Oval 342">
                <a:extLst>
                  <a:ext uri="{FF2B5EF4-FFF2-40B4-BE49-F238E27FC236}">
                    <a16:creationId xmlns:a16="http://schemas.microsoft.com/office/drawing/2014/main" id="{FB9A998D-3467-45C0-A9FE-DED16E1A1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0" y="364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96" name="Oval 343">
                <a:extLst>
                  <a:ext uri="{FF2B5EF4-FFF2-40B4-BE49-F238E27FC236}">
                    <a16:creationId xmlns:a16="http://schemas.microsoft.com/office/drawing/2014/main" id="{285E864C-DDEF-4079-B85B-9D1A72D95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7" y="3751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97" name="Oval 344">
                <a:extLst>
                  <a:ext uri="{FF2B5EF4-FFF2-40B4-BE49-F238E27FC236}">
                    <a16:creationId xmlns:a16="http://schemas.microsoft.com/office/drawing/2014/main" id="{089BE2C0-370F-4001-9875-02FD22246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3754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98" name="Oval 345">
                <a:extLst>
                  <a:ext uri="{FF2B5EF4-FFF2-40B4-BE49-F238E27FC236}">
                    <a16:creationId xmlns:a16="http://schemas.microsoft.com/office/drawing/2014/main" id="{1A715F06-0F1F-40F4-A2D1-D246518AC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7" y="3751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399" name="Oval 346">
                <a:extLst>
                  <a:ext uri="{FF2B5EF4-FFF2-40B4-BE49-F238E27FC236}">
                    <a16:creationId xmlns:a16="http://schemas.microsoft.com/office/drawing/2014/main" id="{9A27F7E4-A3A1-4E02-9D81-00912DCB7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3754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00" name="Oval 347">
                <a:extLst>
                  <a:ext uri="{FF2B5EF4-FFF2-40B4-BE49-F238E27FC236}">
                    <a16:creationId xmlns:a16="http://schemas.microsoft.com/office/drawing/2014/main" id="{5D8C5B84-AE91-45CD-A912-6815C464B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7" y="3707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01" name="Oval 348">
                <a:extLst>
                  <a:ext uri="{FF2B5EF4-FFF2-40B4-BE49-F238E27FC236}">
                    <a16:creationId xmlns:a16="http://schemas.microsoft.com/office/drawing/2014/main" id="{0CBBD60E-AFD8-40BB-B029-F8393DB67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0" y="3711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02" name="Oval 349">
                <a:extLst>
                  <a:ext uri="{FF2B5EF4-FFF2-40B4-BE49-F238E27FC236}">
                    <a16:creationId xmlns:a16="http://schemas.microsoft.com/office/drawing/2014/main" id="{83ED0A51-10CB-4A74-8667-AABCC4383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3721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03" name="Oval 350">
                <a:extLst>
                  <a:ext uri="{FF2B5EF4-FFF2-40B4-BE49-F238E27FC236}">
                    <a16:creationId xmlns:a16="http://schemas.microsoft.com/office/drawing/2014/main" id="{3A864A67-6A73-4B53-AEDB-164443CFA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0" y="372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04" name="Oval 351">
                <a:extLst>
                  <a:ext uri="{FF2B5EF4-FFF2-40B4-BE49-F238E27FC236}">
                    <a16:creationId xmlns:a16="http://schemas.microsoft.com/office/drawing/2014/main" id="{A06BF940-5D21-48B1-8026-16F1B4B68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3673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05" name="Oval 352">
                <a:extLst>
                  <a:ext uri="{FF2B5EF4-FFF2-40B4-BE49-F238E27FC236}">
                    <a16:creationId xmlns:a16="http://schemas.microsoft.com/office/drawing/2014/main" id="{7E10906F-E807-4476-9621-66AECFE9E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2" y="3677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06" name="Oval 353">
                <a:extLst>
                  <a:ext uri="{FF2B5EF4-FFF2-40B4-BE49-F238E27FC236}">
                    <a16:creationId xmlns:a16="http://schemas.microsoft.com/office/drawing/2014/main" id="{A3BF72C1-35D9-4990-9A05-0A8382263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3108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07" name="Oval 354">
                <a:extLst>
                  <a:ext uri="{FF2B5EF4-FFF2-40B4-BE49-F238E27FC236}">
                    <a16:creationId xmlns:a16="http://schemas.microsoft.com/office/drawing/2014/main" id="{69F8FF3C-D5F1-4E28-B7EF-33A39637E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0" y="3111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08" name="Oval 355">
                <a:extLst>
                  <a:ext uri="{FF2B5EF4-FFF2-40B4-BE49-F238E27FC236}">
                    <a16:creationId xmlns:a16="http://schemas.microsoft.com/office/drawing/2014/main" id="{B7B16D9C-F67F-4894-B234-B9417F1B5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3130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09" name="Oval 356">
                <a:extLst>
                  <a:ext uri="{FF2B5EF4-FFF2-40B4-BE49-F238E27FC236}">
                    <a16:creationId xmlns:a16="http://schemas.microsoft.com/office/drawing/2014/main" id="{04B8CAE5-9882-4EFE-B357-493E19F94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1" y="3134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10" name="Oval 357">
                <a:extLst>
                  <a:ext uri="{FF2B5EF4-FFF2-40B4-BE49-F238E27FC236}">
                    <a16:creationId xmlns:a16="http://schemas.microsoft.com/office/drawing/2014/main" id="{CAE5712B-EEE3-485E-BADB-25B7A7E0B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0" y="3059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11" name="Oval 358">
                <a:extLst>
                  <a:ext uri="{FF2B5EF4-FFF2-40B4-BE49-F238E27FC236}">
                    <a16:creationId xmlns:a16="http://schemas.microsoft.com/office/drawing/2014/main" id="{E1D4D8E8-0198-4B32-93F8-3C7669282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4" y="3064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12" name="Oval 359">
                <a:extLst>
                  <a:ext uri="{FF2B5EF4-FFF2-40B4-BE49-F238E27FC236}">
                    <a16:creationId xmlns:a16="http://schemas.microsoft.com/office/drawing/2014/main" id="{54FDA079-272D-4279-A9BC-D6FF7D61C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8" y="3012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13" name="Oval 360">
                <a:extLst>
                  <a:ext uri="{FF2B5EF4-FFF2-40B4-BE49-F238E27FC236}">
                    <a16:creationId xmlns:a16="http://schemas.microsoft.com/office/drawing/2014/main" id="{6317A842-9D28-44D5-AA5E-4CEE6C7A9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" y="3015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14" name="Oval 361">
                <a:extLst>
                  <a:ext uri="{FF2B5EF4-FFF2-40B4-BE49-F238E27FC236}">
                    <a16:creationId xmlns:a16="http://schemas.microsoft.com/office/drawing/2014/main" id="{EEB6F126-264D-42AF-9636-2F5BABE6D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9" y="2962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15" name="Oval 362">
                <a:extLst>
                  <a:ext uri="{FF2B5EF4-FFF2-40B4-BE49-F238E27FC236}">
                    <a16:creationId xmlns:a16="http://schemas.microsoft.com/office/drawing/2014/main" id="{E1B43833-8A86-4E22-91C9-DB5BF6354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2" y="2967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16" name="Oval 363">
                <a:extLst>
                  <a:ext uri="{FF2B5EF4-FFF2-40B4-BE49-F238E27FC236}">
                    <a16:creationId xmlns:a16="http://schemas.microsoft.com/office/drawing/2014/main" id="{F5FD6063-3E27-4C31-966F-5E68D9178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6" y="2890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17" name="Oval 364">
                <a:extLst>
                  <a:ext uri="{FF2B5EF4-FFF2-40B4-BE49-F238E27FC236}">
                    <a16:creationId xmlns:a16="http://schemas.microsoft.com/office/drawing/2014/main" id="{B8909B44-6DD4-4936-A4F9-CA0673819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8" y="2893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18" name="Oval 365">
                <a:extLst>
                  <a:ext uri="{FF2B5EF4-FFF2-40B4-BE49-F238E27FC236}">
                    <a16:creationId xmlns:a16="http://schemas.microsoft.com/office/drawing/2014/main" id="{DC09661E-2A46-4796-84FC-29B3AF8CB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2" y="2867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19" name="Oval 366">
                <a:extLst>
                  <a:ext uri="{FF2B5EF4-FFF2-40B4-BE49-F238E27FC236}">
                    <a16:creationId xmlns:a16="http://schemas.microsoft.com/office/drawing/2014/main" id="{0F2C3A6B-267A-4F0B-BD95-4F7F67A8E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5" y="2870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0" name="Oval 367">
                <a:extLst>
                  <a:ext uri="{FF2B5EF4-FFF2-40B4-BE49-F238E27FC236}">
                    <a16:creationId xmlns:a16="http://schemas.microsoft.com/office/drawing/2014/main" id="{4DA9C1E1-2961-43E2-894A-4A8A44DFC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2857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1" name="Oval 368">
                <a:extLst>
                  <a:ext uri="{FF2B5EF4-FFF2-40B4-BE49-F238E27FC236}">
                    <a16:creationId xmlns:a16="http://schemas.microsoft.com/office/drawing/2014/main" id="{88BB5B3A-2C21-4144-A064-92240C2B2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860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2" name="Oval 369">
                <a:extLst>
                  <a:ext uri="{FF2B5EF4-FFF2-40B4-BE49-F238E27FC236}">
                    <a16:creationId xmlns:a16="http://schemas.microsoft.com/office/drawing/2014/main" id="{D2CD3D4A-33E6-443A-BFE5-D65C3A179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2" y="2876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3" name="Oval 370">
                <a:extLst>
                  <a:ext uri="{FF2B5EF4-FFF2-40B4-BE49-F238E27FC236}">
                    <a16:creationId xmlns:a16="http://schemas.microsoft.com/office/drawing/2014/main" id="{B9CD07AE-C63C-44A0-A5FD-38A4BD93A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287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4" name="Oval 371">
                <a:extLst>
                  <a:ext uri="{FF2B5EF4-FFF2-40B4-BE49-F238E27FC236}">
                    <a16:creationId xmlns:a16="http://schemas.microsoft.com/office/drawing/2014/main" id="{03498613-93F2-42DB-8E4F-AC4990548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2852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5" name="Oval 372">
                <a:extLst>
                  <a:ext uri="{FF2B5EF4-FFF2-40B4-BE49-F238E27FC236}">
                    <a16:creationId xmlns:a16="http://schemas.microsoft.com/office/drawing/2014/main" id="{DC7993D2-8767-4D39-9547-CD0DFE4AA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2855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6" name="Oval 373">
                <a:extLst>
                  <a:ext uri="{FF2B5EF4-FFF2-40B4-BE49-F238E27FC236}">
                    <a16:creationId xmlns:a16="http://schemas.microsoft.com/office/drawing/2014/main" id="{31A16869-D8B5-48F9-99EF-A6E199395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3" y="2862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7" name="Oval 374">
                <a:extLst>
                  <a:ext uri="{FF2B5EF4-FFF2-40B4-BE49-F238E27FC236}">
                    <a16:creationId xmlns:a16="http://schemas.microsoft.com/office/drawing/2014/main" id="{7B20348A-C5BD-41B7-871B-A17F8E4D0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5" y="2865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8" name="Oval 375">
                <a:extLst>
                  <a:ext uri="{FF2B5EF4-FFF2-40B4-BE49-F238E27FC236}">
                    <a16:creationId xmlns:a16="http://schemas.microsoft.com/office/drawing/2014/main" id="{DF67321A-1A03-434D-AC34-1580A78BB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5" y="2840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9" name="Oval 376">
                <a:extLst>
                  <a:ext uri="{FF2B5EF4-FFF2-40B4-BE49-F238E27FC236}">
                    <a16:creationId xmlns:a16="http://schemas.microsoft.com/office/drawing/2014/main" id="{C80D20EF-DF24-4BC3-BE0B-CC0581203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" y="2843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0" name="Oval 377">
                <a:extLst>
                  <a:ext uri="{FF2B5EF4-FFF2-40B4-BE49-F238E27FC236}">
                    <a16:creationId xmlns:a16="http://schemas.microsoft.com/office/drawing/2014/main" id="{84D8EDE5-C273-432F-9915-6B1ADFA5A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774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1" name="Oval 378">
                <a:extLst>
                  <a:ext uri="{FF2B5EF4-FFF2-40B4-BE49-F238E27FC236}">
                    <a16:creationId xmlns:a16="http://schemas.microsoft.com/office/drawing/2014/main" id="{306C53DD-B5ED-4878-9A86-82ED2A384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77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2" name="Oval 379">
                <a:extLst>
                  <a:ext uri="{FF2B5EF4-FFF2-40B4-BE49-F238E27FC236}">
                    <a16:creationId xmlns:a16="http://schemas.microsoft.com/office/drawing/2014/main" id="{080525B0-1A54-476E-A795-71F049669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8" y="2814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3" name="Oval 380">
                <a:extLst>
                  <a:ext uri="{FF2B5EF4-FFF2-40B4-BE49-F238E27FC236}">
                    <a16:creationId xmlns:a16="http://schemas.microsoft.com/office/drawing/2014/main" id="{820B7536-BE25-44F5-ADA4-0C7867947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1" y="2818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4" name="Oval 381">
                <a:extLst>
                  <a:ext uri="{FF2B5EF4-FFF2-40B4-BE49-F238E27FC236}">
                    <a16:creationId xmlns:a16="http://schemas.microsoft.com/office/drawing/2014/main" id="{169F3266-FA0F-41DD-B54A-CCC4BCD80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8" y="2871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5" name="Oval 382">
                <a:extLst>
                  <a:ext uri="{FF2B5EF4-FFF2-40B4-BE49-F238E27FC236}">
                    <a16:creationId xmlns:a16="http://schemas.microsoft.com/office/drawing/2014/main" id="{2FBECA15-8A57-4A77-8245-8F0152ADF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87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6" name="Oval 383">
                <a:extLst>
                  <a:ext uri="{FF2B5EF4-FFF2-40B4-BE49-F238E27FC236}">
                    <a16:creationId xmlns:a16="http://schemas.microsoft.com/office/drawing/2014/main" id="{BC7E30D4-B252-4FE6-88BD-AC96FB5B4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2" y="2860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7" name="Oval 384">
                <a:extLst>
                  <a:ext uri="{FF2B5EF4-FFF2-40B4-BE49-F238E27FC236}">
                    <a16:creationId xmlns:a16="http://schemas.microsoft.com/office/drawing/2014/main" id="{A0DA2AF5-610C-4E46-A4CD-1E8E8A7A8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5" y="2864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8" name="Oval 385">
                <a:extLst>
                  <a:ext uri="{FF2B5EF4-FFF2-40B4-BE49-F238E27FC236}">
                    <a16:creationId xmlns:a16="http://schemas.microsoft.com/office/drawing/2014/main" id="{C20A5296-FE48-444B-806E-42BF698F1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870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9" name="Oval 386">
                <a:extLst>
                  <a:ext uri="{FF2B5EF4-FFF2-40B4-BE49-F238E27FC236}">
                    <a16:creationId xmlns:a16="http://schemas.microsoft.com/office/drawing/2014/main" id="{CE5E929A-4264-43FF-ABAC-069714632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2874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0" name="Oval 387">
                <a:extLst>
                  <a:ext uri="{FF2B5EF4-FFF2-40B4-BE49-F238E27FC236}">
                    <a16:creationId xmlns:a16="http://schemas.microsoft.com/office/drawing/2014/main" id="{D54B0276-ECE0-4EA5-855B-EAC6A8711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867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1" name="Oval 388">
                <a:extLst>
                  <a:ext uri="{FF2B5EF4-FFF2-40B4-BE49-F238E27FC236}">
                    <a16:creationId xmlns:a16="http://schemas.microsoft.com/office/drawing/2014/main" id="{9EF61DC7-7D0A-4CA6-A827-FCB30150B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287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2" name="Oval 389">
                <a:extLst>
                  <a:ext uri="{FF2B5EF4-FFF2-40B4-BE49-F238E27FC236}">
                    <a16:creationId xmlns:a16="http://schemas.microsoft.com/office/drawing/2014/main" id="{CAB1048D-FCAD-4DD9-9DAB-DF0590CA7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7" y="2882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3" name="Oval 390">
                <a:extLst>
                  <a:ext uri="{FF2B5EF4-FFF2-40B4-BE49-F238E27FC236}">
                    <a16:creationId xmlns:a16="http://schemas.microsoft.com/office/drawing/2014/main" id="{4B41DA5E-37C5-467E-912F-5C53EE48A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288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4" name="Oval 391">
                <a:extLst>
                  <a:ext uri="{FF2B5EF4-FFF2-40B4-BE49-F238E27FC236}">
                    <a16:creationId xmlns:a16="http://schemas.microsoft.com/office/drawing/2014/main" id="{3D86C04F-845F-449D-883E-4AB138BDC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2917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5" name="Oval 392">
                <a:extLst>
                  <a:ext uri="{FF2B5EF4-FFF2-40B4-BE49-F238E27FC236}">
                    <a16:creationId xmlns:a16="http://schemas.microsoft.com/office/drawing/2014/main" id="{A378638D-4AEB-4465-BD66-59B096531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921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6" name="Oval 393">
                <a:extLst>
                  <a:ext uri="{FF2B5EF4-FFF2-40B4-BE49-F238E27FC236}">
                    <a16:creationId xmlns:a16="http://schemas.microsoft.com/office/drawing/2014/main" id="{BDABB48D-B22A-401D-A4F0-3E26EFC67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2792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7" name="Oval 394">
                <a:extLst>
                  <a:ext uri="{FF2B5EF4-FFF2-40B4-BE49-F238E27FC236}">
                    <a16:creationId xmlns:a16="http://schemas.microsoft.com/office/drawing/2014/main" id="{DD866B38-A0E4-49FA-87BB-2A0374243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279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8" name="Oval 395">
                <a:extLst>
                  <a:ext uri="{FF2B5EF4-FFF2-40B4-BE49-F238E27FC236}">
                    <a16:creationId xmlns:a16="http://schemas.microsoft.com/office/drawing/2014/main" id="{D4111F20-6601-4D68-9205-D8B9595BE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3" y="2814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9" name="Oval 396">
                <a:extLst>
                  <a:ext uri="{FF2B5EF4-FFF2-40B4-BE49-F238E27FC236}">
                    <a16:creationId xmlns:a16="http://schemas.microsoft.com/office/drawing/2014/main" id="{673DD323-BD71-45EC-B108-58808EBC3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2817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0" name="Oval 397">
                <a:extLst>
                  <a:ext uri="{FF2B5EF4-FFF2-40B4-BE49-F238E27FC236}">
                    <a16:creationId xmlns:a16="http://schemas.microsoft.com/office/drawing/2014/main" id="{EFEA83CC-E7C5-48CF-B882-14137B2B1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827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1" name="Oval 398">
                <a:extLst>
                  <a:ext uri="{FF2B5EF4-FFF2-40B4-BE49-F238E27FC236}">
                    <a16:creationId xmlns:a16="http://schemas.microsoft.com/office/drawing/2014/main" id="{419E5442-263D-4562-9708-8E667E237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283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2" name="Oval 399">
                <a:extLst>
                  <a:ext uri="{FF2B5EF4-FFF2-40B4-BE49-F238E27FC236}">
                    <a16:creationId xmlns:a16="http://schemas.microsoft.com/office/drawing/2014/main" id="{CD6C0C25-B801-4912-8089-D26E79BD8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861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3" name="Oval 400">
                <a:extLst>
                  <a:ext uri="{FF2B5EF4-FFF2-40B4-BE49-F238E27FC236}">
                    <a16:creationId xmlns:a16="http://schemas.microsoft.com/office/drawing/2014/main" id="{D4FDB477-A5DE-461F-8745-2FB4AAB03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86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4" name="Oval 401">
                <a:extLst>
                  <a:ext uri="{FF2B5EF4-FFF2-40B4-BE49-F238E27FC236}">
                    <a16:creationId xmlns:a16="http://schemas.microsoft.com/office/drawing/2014/main" id="{B09CDA30-F5B2-4BDB-A47E-89AA64B17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3" y="2739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5" name="Oval 402">
                <a:extLst>
                  <a:ext uri="{FF2B5EF4-FFF2-40B4-BE49-F238E27FC236}">
                    <a16:creationId xmlns:a16="http://schemas.microsoft.com/office/drawing/2014/main" id="{E7D96D89-3A62-4D9A-860E-FB95B5D42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6" y="274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6" name="Oval 403">
                <a:extLst>
                  <a:ext uri="{FF2B5EF4-FFF2-40B4-BE49-F238E27FC236}">
                    <a16:creationId xmlns:a16="http://schemas.microsoft.com/office/drawing/2014/main" id="{500D7685-8211-4555-ACE0-44DE775D7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3" y="2908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7" name="Oval 404">
                <a:extLst>
                  <a:ext uri="{FF2B5EF4-FFF2-40B4-BE49-F238E27FC236}">
                    <a16:creationId xmlns:a16="http://schemas.microsoft.com/office/drawing/2014/main" id="{67C24480-D3DD-42F4-9756-F346E0F35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6" y="2912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8" name="Oval 405">
                <a:extLst>
                  <a:ext uri="{FF2B5EF4-FFF2-40B4-BE49-F238E27FC236}">
                    <a16:creationId xmlns:a16="http://schemas.microsoft.com/office/drawing/2014/main" id="{D71984C5-6B26-4B29-AB57-B19D897BA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2" y="2953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9" name="Oval 406">
                <a:extLst>
                  <a:ext uri="{FF2B5EF4-FFF2-40B4-BE49-F238E27FC236}">
                    <a16:creationId xmlns:a16="http://schemas.microsoft.com/office/drawing/2014/main" id="{020FC02C-998C-4674-845A-6C7C0BE7A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295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0" name="Oval 407">
                <a:extLst>
                  <a:ext uri="{FF2B5EF4-FFF2-40B4-BE49-F238E27FC236}">
                    <a16:creationId xmlns:a16="http://schemas.microsoft.com/office/drawing/2014/main" id="{5183C797-0286-4B62-8869-5E79E0407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990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1" name="Oval 408">
                <a:extLst>
                  <a:ext uri="{FF2B5EF4-FFF2-40B4-BE49-F238E27FC236}">
                    <a16:creationId xmlns:a16="http://schemas.microsoft.com/office/drawing/2014/main" id="{67F19E36-0C75-415E-87B3-FB7CBCA0B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299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2" name="Oval 409">
                <a:extLst>
                  <a:ext uri="{FF2B5EF4-FFF2-40B4-BE49-F238E27FC236}">
                    <a16:creationId xmlns:a16="http://schemas.microsoft.com/office/drawing/2014/main" id="{4BEB590B-AF68-46E0-AEDA-9F52055D6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3008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3" name="Oval 410">
                <a:extLst>
                  <a:ext uri="{FF2B5EF4-FFF2-40B4-BE49-F238E27FC236}">
                    <a16:creationId xmlns:a16="http://schemas.microsoft.com/office/drawing/2014/main" id="{52FEC5D9-DAF8-4923-B3F3-3FD7590FE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3012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4" name="Oval 411">
                <a:extLst>
                  <a:ext uri="{FF2B5EF4-FFF2-40B4-BE49-F238E27FC236}">
                    <a16:creationId xmlns:a16="http://schemas.microsoft.com/office/drawing/2014/main" id="{69619947-75E5-4771-9537-8544FBABE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3039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5" name="Oval 412">
                <a:extLst>
                  <a:ext uri="{FF2B5EF4-FFF2-40B4-BE49-F238E27FC236}">
                    <a16:creationId xmlns:a16="http://schemas.microsoft.com/office/drawing/2014/main" id="{CB0215E3-63F2-46D7-B376-1CD2C9A5C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" y="304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6" name="Oval 413">
                <a:extLst>
                  <a:ext uri="{FF2B5EF4-FFF2-40B4-BE49-F238E27FC236}">
                    <a16:creationId xmlns:a16="http://schemas.microsoft.com/office/drawing/2014/main" id="{24F0EEB0-7179-4F1C-A767-3A7AE23AC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3072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7" name="Oval 414">
                <a:extLst>
                  <a:ext uri="{FF2B5EF4-FFF2-40B4-BE49-F238E27FC236}">
                    <a16:creationId xmlns:a16="http://schemas.microsoft.com/office/drawing/2014/main" id="{CD3DF3A0-27CE-4525-9661-B2D659274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3" y="3075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8" name="Oval 415">
                <a:extLst>
                  <a:ext uri="{FF2B5EF4-FFF2-40B4-BE49-F238E27FC236}">
                    <a16:creationId xmlns:a16="http://schemas.microsoft.com/office/drawing/2014/main" id="{50C6F67D-3BD0-46B3-9B8A-ECFF0553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3138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9" name="Oval 416">
                <a:extLst>
                  <a:ext uri="{FF2B5EF4-FFF2-40B4-BE49-F238E27FC236}">
                    <a16:creationId xmlns:a16="http://schemas.microsoft.com/office/drawing/2014/main" id="{FC72467E-8465-40C3-B133-B46A6A6C6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314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0" name="Oval 417">
                <a:extLst>
                  <a:ext uri="{FF2B5EF4-FFF2-40B4-BE49-F238E27FC236}">
                    <a16:creationId xmlns:a16="http://schemas.microsoft.com/office/drawing/2014/main" id="{AD616006-570E-4544-A36C-B9E6A84E1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3168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1" name="Oval 418">
                <a:extLst>
                  <a:ext uri="{FF2B5EF4-FFF2-40B4-BE49-F238E27FC236}">
                    <a16:creationId xmlns:a16="http://schemas.microsoft.com/office/drawing/2014/main" id="{F6330E53-7B8F-48E2-80EF-C7CF86981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317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2" name="Oval 419">
                <a:extLst>
                  <a:ext uri="{FF2B5EF4-FFF2-40B4-BE49-F238E27FC236}">
                    <a16:creationId xmlns:a16="http://schemas.microsoft.com/office/drawing/2014/main" id="{F48EB403-E4BD-4E30-B535-DFDC1F459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3193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3" name="Oval 420">
                <a:extLst>
                  <a:ext uri="{FF2B5EF4-FFF2-40B4-BE49-F238E27FC236}">
                    <a16:creationId xmlns:a16="http://schemas.microsoft.com/office/drawing/2014/main" id="{416012ED-647C-438E-8F9E-2199E0464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2" y="3197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4" name="Oval 421">
                <a:extLst>
                  <a:ext uri="{FF2B5EF4-FFF2-40B4-BE49-F238E27FC236}">
                    <a16:creationId xmlns:a16="http://schemas.microsoft.com/office/drawing/2014/main" id="{D328392D-4DDE-4524-85CF-7B2E06967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7" y="3218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5" name="Oval 422">
                <a:extLst>
                  <a:ext uri="{FF2B5EF4-FFF2-40B4-BE49-F238E27FC236}">
                    <a16:creationId xmlns:a16="http://schemas.microsoft.com/office/drawing/2014/main" id="{504BE32A-8E04-4FF1-AFDA-C39C41854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322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6" name="Oval 423">
                <a:extLst>
                  <a:ext uri="{FF2B5EF4-FFF2-40B4-BE49-F238E27FC236}">
                    <a16:creationId xmlns:a16="http://schemas.microsoft.com/office/drawing/2014/main" id="{43FB93EA-E7D6-4CFF-9E0F-857EC369C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5" y="3262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7" name="Oval 424">
                <a:extLst>
                  <a:ext uri="{FF2B5EF4-FFF2-40B4-BE49-F238E27FC236}">
                    <a16:creationId xmlns:a16="http://schemas.microsoft.com/office/drawing/2014/main" id="{EF708153-BC9A-40E9-B9FF-5FCB56599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326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8" name="Oval 425">
                <a:extLst>
                  <a:ext uri="{FF2B5EF4-FFF2-40B4-BE49-F238E27FC236}">
                    <a16:creationId xmlns:a16="http://schemas.microsoft.com/office/drawing/2014/main" id="{0238A7F2-C54B-46C5-B6DB-7BBF85348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3459"/>
                <a:ext cx="11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9" name="Oval 426">
                <a:extLst>
                  <a:ext uri="{FF2B5EF4-FFF2-40B4-BE49-F238E27FC236}">
                    <a16:creationId xmlns:a16="http://schemas.microsoft.com/office/drawing/2014/main" id="{13AA6699-39A0-45A3-AB40-4D22D7CB6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346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0" name="Oval 427">
                <a:extLst>
                  <a:ext uri="{FF2B5EF4-FFF2-40B4-BE49-F238E27FC236}">
                    <a16:creationId xmlns:a16="http://schemas.microsoft.com/office/drawing/2014/main" id="{127186D9-52B2-4256-AAF0-EE8C0E2B2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3517"/>
                <a:ext cx="12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1" name="Oval 428">
                <a:extLst>
                  <a:ext uri="{FF2B5EF4-FFF2-40B4-BE49-F238E27FC236}">
                    <a16:creationId xmlns:a16="http://schemas.microsoft.com/office/drawing/2014/main" id="{AA4604F7-71C5-4D71-B12F-6A3DB1539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2" y="352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2" name="Oval 429">
                <a:extLst>
                  <a:ext uri="{FF2B5EF4-FFF2-40B4-BE49-F238E27FC236}">
                    <a16:creationId xmlns:a16="http://schemas.microsoft.com/office/drawing/2014/main" id="{369BB278-6FC9-4618-8B16-C38245539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3635"/>
                <a:ext cx="11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3" name="Oval 430">
                <a:extLst>
                  <a:ext uri="{FF2B5EF4-FFF2-40B4-BE49-F238E27FC236}">
                    <a16:creationId xmlns:a16="http://schemas.microsoft.com/office/drawing/2014/main" id="{BDCA931D-3BB3-4296-9E57-E3D99640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2" y="363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4" name="Oval 431">
                <a:extLst>
                  <a:ext uri="{FF2B5EF4-FFF2-40B4-BE49-F238E27FC236}">
                    <a16:creationId xmlns:a16="http://schemas.microsoft.com/office/drawing/2014/main" id="{DEF4C03A-1EF2-4663-8914-6E5089245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3748"/>
                <a:ext cx="12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5" name="Oval 432">
                <a:extLst>
                  <a:ext uri="{FF2B5EF4-FFF2-40B4-BE49-F238E27FC236}">
                    <a16:creationId xmlns:a16="http://schemas.microsoft.com/office/drawing/2014/main" id="{1A4C8A68-7CAC-42E4-A30E-55C45ED17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3752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6" name="Oval 433">
                <a:extLst>
                  <a:ext uri="{FF2B5EF4-FFF2-40B4-BE49-F238E27FC236}">
                    <a16:creationId xmlns:a16="http://schemas.microsoft.com/office/drawing/2014/main" id="{A1FC1067-EECD-418A-876A-53073ED7D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3714"/>
                <a:ext cx="11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7" name="Oval 434">
                <a:extLst>
                  <a:ext uri="{FF2B5EF4-FFF2-40B4-BE49-F238E27FC236}">
                    <a16:creationId xmlns:a16="http://schemas.microsoft.com/office/drawing/2014/main" id="{030760E0-C352-4EB1-A0AE-8B4CA6311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371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8" name="Oval 435">
                <a:extLst>
                  <a:ext uri="{FF2B5EF4-FFF2-40B4-BE49-F238E27FC236}">
                    <a16:creationId xmlns:a16="http://schemas.microsoft.com/office/drawing/2014/main" id="{64284CC3-1077-40F2-A19E-335697406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3726"/>
                <a:ext cx="11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9" name="Oval 436">
                <a:extLst>
                  <a:ext uri="{FF2B5EF4-FFF2-40B4-BE49-F238E27FC236}">
                    <a16:creationId xmlns:a16="http://schemas.microsoft.com/office/drawing/2014/main" id="{D515D99C-41BE-475D-9FCB-BA0A54F75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3730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0" name="Oval 437">
                <a:extLst>
                  <a:ext uri="{FF2B5EF4-FFF2-40B4-BE49-F238E27FC236}">
                    <a16:creationId xmlns:a16="http://schemas.microsoft.com/office/drawing/2014/main" id="{E9AFE22E-25EC-43B2-BCEB-895044BF1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3693"/>
                <a:ext cx="11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1" name="Oval 438">
                <a:extLst>
                  <a:ext uri="{FF2B5EF4-FFF2-40B4-BE49-F238E27FC236}">
                    <a16:creationId xmlns:a16="http://schemas.microsoft.com/office/drawing/2014/main" id="{3473FD52-2B49-47BF-8E7E-ABBBC3FE8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" y="369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2" name="Oval 439">
                <a:extLst>
                  <a:ext uri="{FF2B5EF4-FFF2-40B4-BE49-F238E27FC236}">
                    <a16:creationId xmlns:a16="http://schemas.microsoft.com/office/drawing/2014/main" id="{F50C985C-B18C-4D41-8723-29D732892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7" y="3423"/>
                <a:ext cx="11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3" name="Oval 440">
                <a:extLst>
                  <a:ext uri="{FF2B5EF4-FFF2-40B4-BE49-F238E27FC236}">
                    <a16:creationId xmlns:a16="http://schemas.microsoft.com/office/drawing/2014/main" id="{73675B65-660F-4736-B807-DE1E33F6A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0" y="342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4" name="Oval 441">
                <a:extLst>
                  <a:ext uri="{FF2B5EF4-FFF2-40B4-BE49-F238E27FC236}">
                    <a16:creationId xmlns:a16="http://schemas.microsoft.com/office/drawing/2014/main" id="{63561EB2-C72F-4146-919E-719FE6743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3379"/>
                <a:ext cx="11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5" name="Oval 442">
                <a:extLst>
                  <a:ext uri="{FF2B5EF4-FFF2-40B4-BE49-F238E27FC236}">
                    <a16:creationId xmlns:a16="http://schemas.microsoft.com/office/drawing/2014/main" id="{16CDFA00-CB99-4990-B70B-A919584BE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3382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6" name="Oval 443">
                <a:extLst>
                  <a:ext uri="{FF2B5EF4-FFF2-40B4-BE49-F238E27FC236}">
                    <a16:creationId xmlns:a16="http://schemas.microsoft.com/office/drawing/2014/main" id="{F89C11DB-52A3-40C5-926B-2D6D05678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3318"/>
                <a:ext cx="12" cy="11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7" name="Oval 444">
                <a:extLst>
                  <a:ext uri="{FF2B5EF4-FFF2-40B4-BE49-F238E27FC236}">
                    <a16:creationId xmlns:a16="http://schemas.microsoft.com/office/drawing/2014/main" id="{29AFE29B-E622-4201-8009-EBBC09A65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7" y="3321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8" name="Oval 445">
                <a:extLst>
                  <a:ext uri="{FF2B5EF4-FFF2-40B4-BE49-F238E27FC236}">
                    <a16:creationId xmlns:a16="http://schemas.microsoft.com/office/drawing/2014/main" id="{4045FA35-292B-4910-B109-02D9B9692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2" y="3306"/>
                <a:ext cx="11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9" name="Oval 446">
                <a:extLst>
                  <a:ext uri="{FF2B5EF4-FFF2-40B4-BE49-F238E27FC236}">
                    <a16:creationId xmlns:a16="http://schemas.microsoft.com/office/drawing/2014/main" id="{F67E5BB1-4FCD-4158-967A-2C47B2639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5" y="330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0" name="Oval 447">
                <a:extLst>
                  <a:ext uri="{FF2B5EF4-FFF2-40B4-BE49-F238E27FC236}">
                    <a16:creationId xmlns:a16="http://schemas.microsoft.com/office/drawing/2014/main" id="{726C89E8-52A3-4E3D-9207-DC45339BB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3299"/>
                <a:ext cx="11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1" name="Oval 448">
                <a:extLst>
                  <a:ext uri="{FF2B5EF4-FFF2-40B4-BE49-F238E27FC236}">
                    <a16:creationId xmlns:a16="http://schemas.microsoft.com/office/drawing/2014/main" id="{41527586-3702-461D-B97E-1142AFD37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3303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2" name="Oval 449">
                <a:extLst>
                  <a:ext uri="{FF2B5EF4-FFF2-40B4-BE49-F238E27FC236}">
                    <a16:creationId xmlns:a16="http://schemas.microsoft.com/office/drawing/2014/main" id="{E87BAAB7-E516-4933-B8F6-97FBA3AEA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7" y="3316"/>
                <a:ext cx="13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3" name="Oval 450">
                <a:extLst>
                  <a:ext uri="{FF2B5EF4-FFF2-40B4-BE49-F238E27FC236}">
                    <a16:creationId xmlns:a16="http://schemas.microsoft.com/office/drawing/2014/main" id="{17BC3BA5-7EC2-45D6-B67C-02A62DCDE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331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4" name="Oval 451">
                <a:extLst>
                  <a:ext uri="{FF2B5EF4-FFF2-40B4-BE49-F238E27FC236}">
                    <a16:creationId xmlns:a16="http://schemas.microsoft.com/office/drawing/2014/main" id="{FA68C586-C135-4B65-B01E-54BA5C420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3326"/>
                <a:ext cx="11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5" name="Oval 452">
                <a:extLst>
                  <a:ext uri="{FF2B5EF4-FFF2-40B4-BE49-F238E27FC236}">
                    <a16:creationId xmlns:a16="http://schemas.microsoft.com/office/drawing/2014/main" id="{C6F50A72-4396-4439-921C-C0B034F89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2" y="3329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6" name="Oval 453">
                <a:extLst>
                  <a:ext uri="{FF2B5EF4-FFF2-40B4-BE49-F238E27FC236}">
                    <a16:creationId xmlns:a16="http://schemas.microsoft.com/office/drawing/2014/main" id="{B8646931-73D1-4649-A5D2-533E92D64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4" y="3205"/>
                <a:ext cx="13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7" name="Oval 454">
                <a:extLst>
                  <a:ext uri="{FF2B5EF4-FFF2-40B4-BE49-F238E27FC236}">
                    <a16:creationId xmlns:a16="http://schemas.microsoft.com/office/drawing/2014/main" id="{C500D696-9797-469F-AAEA-A6236A1AE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320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8" name="Oval 455">
                <a:extLst>
                  <a:ext uri="{FF2B5EF4-FFF2-40B4-BE49-F238E27FC236}">
                    <a16:creationId xmlns:a16="http://schemas.microsoft.com/office/drawing/2014/main" id="{4A594921-202A-40F8-9978-01625A601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3225"/>
                <a:ext cx="11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9" name="Oval 456">
                <a:extLst>
                  <a:ext uri="{FF2B5EF4-FFF2-40B4-BE49-F238E27FC236}">
                    <a16:creationId xmlns:a16="http://schemas.microsoft.com/office/drawing/2014/main" id="{4FA5F351-9DA1-4055-AE64-96A13981A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7" y="322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0" name="Oval 457">
                <a:extLst>
                  <a:ext uri="{FF2B5EF4-FFF2-40B4-BE49-F238E27FC236}">
                    <a16:creationId xmlns:a16="http://schemas.microsoft.com/office/drawing/2014/main" id="{6992B746-879F-4949-B8EF-BEDF30A60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3244"/>
                <a:ext cx="12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1" name="Oval 458">
                <a:extLst>
                  <a:ext uri="{FF2B5EF4-FFF2-40B4-BE49-F238E27FC236}">
                    <a16:creationId xmlns:a16="http://schemas.microsoft.com/office/drawing/2014/main" id="{4181EC15-A945-4708-8E71-748A2E1E6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324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2" name="Oval 459">
                <a:extLst>
                  <a:ext uri="{FF2B5EF4-FFF2-40B4-BE49-F238E27FC236}">
                    <a16:creationId xmlns:a16="http://schemas.microsoft.com/office/drawing/2014/main" id="{7A700543-96C9-4882-A2D6-DA8FC4D18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3249"/>
                <a:ext cx="13" cy="11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3" name="Oval 460">
                <a:extLst>
                  <a:ext uri="{FF2B5EF4-FFF2-40B4-BE49-F238E27FC236}">
                    <a16:creationId xmlns:a16="http://schemas.microsoft.com/office/drawing/2014/main" id="{398246EC-F249-4DBC-BBC0-EDFB8D5AC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4" y="325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4" name="Oval 461">
                <a:extLst>
                  <a:ext uri="{FF2B5EF4-FFF2-40B4-BE49-F238E27FC236}">
                    <a16:creationId xmlns:a16="http://schemas.microsoft.com/office/drawing/2014/main" id="{FBBFCA43-F556-4D99-8F2F-A65C54D06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3191"/>
                <a:ext cx="11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5" name="Oval 462">
                <a:extLst>
                  <a:ext uri="{FF2B5EF4-FFF2-40B4-BE49-F238E27FC236}">
                    <a16:creationId xmlns:a16="http://schemas.microsoft.com/office/drawing/2014/main" id="{91C88753-D2EB-43C0-8EFE-BAEE35038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1" y="319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6" name="Oval 463">
                <a:extLst>
                  <a:ext uri="{FF2B5EF4-FFF2-40B4-BE49-F238E27FC236}">
                    <a16:creationId xmlns:a16="http://schemas.microsoft.com/office/drawing/2014/main" id="{B6BB3DEF-BE11-4595-A533-17B5ABEED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3193"/>
                <a:ext cx="11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7" name="Oval 464">
                <a:extLst>
                  <a:ext uri="{FF2B5EF4-FFF2-40B4-BE49-F238E27FC236}">
                    <a16:creationId xmlns:a16="http://schemas.microsoft.com/office/drawing/2014/main" id="{A594689F-C652-494A-9126-8DBD230B6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3197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8" name="Oval 465">
                <a:extLst>
                  <a:ext uri="{FF2B5EF4-FFF2-40B4-BE49-F238E27FC236}">
                    <a16:creationId xmlns:a16="http://schemas.microsoft.com/office/drawing/2014/main" id="{CF37B875-EB7E-4539-810E-267620EAA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3168"/>
                <a:ext cx="12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9" name="Oval 466">
                <a:extLst>
                  <a:ext uri="{FF2B5EF4-FFF2-40B4-BE49-F238E27FC236}">
                    <a16:creationId xmlns:a16="http://schemas.microsoft.com/office/drawing/2014/main" id="{06298BB9-1229-4858-9021-2D3CCFF3B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3172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0" name="Oval 467">
                <a:extLst>
                  <a:ext uri="{FF2B5EF4-FFF2-40B4-BE49-F238E27FC236}">
                    <a16:creationId xmlns:a16="http://schemas.microsoft.com/office/drawing/2014/main" id="{2BCBE755-8139-4933-B934-C83F0E9B7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3178"/>
                <a:ext cx="11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1" name="Oval 468">
                <a:extLst>
                  <a:ext uri="{FF2B5EF4-FFF2-40B4-BE49-F238E27FC236}">
                    <a16:creationId xmlns:a16="http://schemas.microsoft.com/office/drawing/2014/main" id="{FADFBA40-49CC-4724-A546-D86700F0B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318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2" name="Oval 469">
                <a:extLst>
                  <a:ext uri="{FF2B5EF4-FFF2-40B4-BE49-F238E27FC236}">
                    <a16:creationId xmlns:a16="http://schemas.microsoft.com/office/drawing/2014/main" id="{D9A5A2F2-064E-40BF-8EE6-C0185B615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3213"/>
                <a:ext cx="12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3" name="Oval 470">
                <a:extLst>
                  <a:ext uri="{FF2B5EF4-FFF2-40B4-BE49-F238E27FC236}">
                    <a16:creationId xmlns:a16="http://schemas.microsoft.com/office/drawing/2014/main" id="{44559005-0F05-4A69-B10A-00FE051BD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3218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4" name="Oval 471">
                <a:extLst>
                  <a:ext uri="{FF2B5EF4-FFF2-40B4-BE49-F238E27FC236}">
                    <a16:creationId xmlns:a16="http://schemas.microsoft.com/office/drawing/2014/main" id="{6A5EC5CC-CEC9-4B50-ACB6-4F8FF057D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3155"/>
                <a:ext cx="13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5" name="Oval 472">
                <a:extLst>
                  <a:ext uri="{FF2B5EF4-FFF2-40B4-BE49-F238E27FC236}">
                    <a16:creationId xmlns:a16="http://schemas.microsoft.com/office/drawing/2014/main" id="{C72210C4-CE6F-46E2-9466-64B7E4CCC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1" y="315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6" name="Oval 473">
                <a:extLst>
                  <a:ext uri="{FF2B5EF4-FFF2-40B4-BE49-F238E27FC236}">
                    <a16:creationId xmlns:a16="http://schemas.microsoft.com/office/drawing/2014/main" id="{F7FE4D1C-C917-4388-90C0-CAECF2B8C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" y="3099"/>
                <a:ext cx="12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5286" name="Oval 474">
              <a:extLst>
                <a:ext uri="{FF2B5EF4-FFF2-40B4-BE49-F238E27FC236}">
                  <a16:creationId xmlns:a16="http://schemas.microsoft.com/office/drawing/2014/main" id="{02F00259-8899-44E0-AB49-F936FD295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" y="3103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87" name="Oval 475">
              <a:extLst>
                <a:ext uri="{FF2B5EF4-FFF2-40B4-BE49-F238E27FC236}">
                  <a16:creationId xmlns:a16="http://schemas.microsoft.com/office/drawing/2014/main" id="{7386A1A5-9E3A-49BC-A84B-E6AF8B643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6" y="3056"/>
              <a:ext cx="12" cy="12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88" name="Oval 476">
              <a:extLst>
                <a:ext uri="{FF2B5EF4-FFF2-40B4-BE49-F238E27FC236}">
                  <a16:creationId xmlns:a16="http://schemas.microsoft.com/office/drawing/2014/main" id="{670619D6-6F97-4198-A4CF-72CA7D561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8" y="30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89" name="Oval 477">
              <a:extLst>
                <a:ext uri="{FF2B5EF4-FFF2-40B4-BE49-F238E27FC236}">
                  <a16:creationId xmlns:a16="http://schemas.microsoft.com/office/drawing/2014/main" id="{F0747401-1B41-4CAE-BB6F-C93560162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" y="2874"/>
              <a:ext cx="12" cy="13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90" name="Oval 478">
              <a:extLst>
                <a:ext uri="{FF2B5EF4-FFF2-40B4-BE49-F238E27FC236}">
                  <a16:creationId xmlns:a16="http://schemas.microsoft.com/office/drawing/2014/main" id="{FA574303-0DD6-4F2A-97E1-B3236320B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6" y="2879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91" name="Oval 479">
              <a:extLst>
                <a:ext uri="{FF2B5EF4-FFF2-40B4-BE49-F238E27FC236}">
                  <a16:creationId xmlns:a16="http://schemas.microsoft.com/office/drawing/2014/main" id="{616C3437-96A8-4F67-9E1B-3A38351E8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" y="2835"/>
              <a:ext cx="11" cy="13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92" name="Oval 480">
              <a:extLst>
                <a:ext uri="{FF2B5EF4-FFF2-40B4-BE49-F238E27FC236}">
                  <a16:creationId xmlns:a16="http://schemas.microsoft.com/office/drawing/2014/main" id="{F7E93BC2-F1CD-4EAB-BCF7-CC8AC48CD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4" y="2839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93" name="Oval 481">
              <a:extLst>
                <a:ext uri="{FF2B5EF4-FFF2-40B4-BE49-F238E27FC236}">
                  <a16:creationId xmlns:a16="http://schemas.microsoft.com/office/drawing/2014/main" id="{961DC834-7F1A-45D7-A849-CCF5E2A0F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2760"/>
              <a:ext cx="12" cy="11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94" name="Oval 482">
              <a:extLst>
                <a:ext uri="{FF2B5EF4-FFF2-40B4-BE49-F238E27FC236}">
                  <a16:creationId xmlns:a16="http://schemas.microsoft.com/office/drawing/2014/main" id="{11C68C5D-A4E5-46A0-8214-07F9388A8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9" y="276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95" name="Oval 483">
              <a:extLst>
                <a:ext uri="{FF2B5EF4-FFF2-40B4-BE49-F238E27FC236}">
                  <a16:creationId xmlns:a16="http://schemas.microsoft.com/office/drawing/2014/main" id="{2E0A0AEF-6590-4A2C-A38B-391D68D10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" y="2842"/>
              <a:ext cx="13" cy="13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96" name="Oval 484">
              <a:extLst>
                <a:ext uri="{FF2B5EF4-FFF2-40B4-BE49-F238E27FC236}">
                  <a16:creationId xmlns:a16="http://schemas.microsoft.com/office/drawing/2014/main" id="{4FE8C0D7-C667-40E3-9213-03D53C985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" y="2846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97" name="Oval 485">
              <a:extLst>
                <a:ext uri="{FF2B5EF4-FFF2-40B4-BE49-F238E27FC236}">
                  <a16:creationId xmlns:a16="http://schemas.microsoft.com/office/drawing/2014/main" id="{6F2ED135-62AD-489B-8FF5-B1AA4324C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" y="2942"/>
              <a:ext cx="11" cy="13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98" name="Oval 486">
              <a:extLst>
                <a:ext uri="{FF2B5EF4-FFF2-40B4-BE49-F238E27FC236}">
                  <a16:creationId xmlns:a16="http://schemas.microsoft.com/office/drawing/2014/main" id="{05DCBB92-FAA7-40CE-909E-10C56A6A5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2946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99" name="Oval 487">
              <a:extLst>
                <a:ext uri="{FF2B5EF4-FFF2-40B4-BE49-F238E27FC236}">
                  <a16:creationId xmlns:a16="http://schemas.microsoft.com/office/drawing/2014/main" id="{CC40245D-381B-45EA-A614-AFB87001F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8" y="2996"/>
              <a:ext cx="11" cy="12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00" name="Oval 488">
              <a:extLst>
                <a:ext uri="{FF2B5EF4-FFF2-40B4-BE49-F238E27FC236}">
                  <a16:creationId xmlns:a16="http://schemas.microsoft.com/office/drawing/2014/main" id="{C971097D-D082-4177-91F5-D824118BE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" y="2999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01" name="Oval 489">
              <a:extLst>
                <a:ext uri="{FF2B5EF4-FFF2-40B4-BE49-F238E27FC236}">
                  <a16:creationId xmlns:a16="http://schemas.microsoft.com/office/drawing/2014/main" id="{412D8F11-0F6C-4CEC-ABFA-D1CA883AB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" y="3155"/>
              <a:ext cx="12" cy="13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02" name="Oval 490">
              <a:extLst>
                <a:ext uri="{FF2B5EF4-FFF2-40B4-BE49-F238E27FC236}">
                  <a16:creationId xmlns:a16="http://schemas.microsoft.com/office/drawing/2014/main" id="{DF09CC6E-B1D4-4FFD-BF34-45B2637F2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0" y="3159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03" name="Oval 491">
              <a:extLst>
                <a:ext uri="{FF2B5EF4-FFF2-40B4-BE49-F238E27FC236}">
                  <a16:creationId xmlns:a16="http://schemas.microsoft.com/office/drawing/2014/main" id="{9D1742B8-2EE4-42CB-AC0C-562DCD594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3259"/>
              <a:ext cx="11" cy="13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04" name="Oval 492">
              <a:extLst>
                <a:ext uri="{FF2B5EF4-FFF2-40B4-BE49-F238E27FC236}">
                  <a16:creationId xmlns:a16="http://schemas.microsoft.com/office/drawing/2014/main" id="{73115B64-A955-4342-A207-EEA60426E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3263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05" name="Oval 493">
              <a:extLst>
                <a:ext uri="{FF2B5EF4-FFF2-40B4-BE49-F238E27FC236}">
                  <a16:creationId xmlns:a16="http://schemas.microsoft.com/office/drawing/2014/main" id="{F9C985C8-FD4F-4EDF-A71C-E174290D9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3" y="3294"/>
              <a:ext cx="13" cy="13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06" name="Oval 494">
              <a:extLst>
                <a:ext uri="{FF2B5EF4-FFF2-40B4-BE49-F238E27FC236}">
                  <a16:creationId xmlns:a16="http://schemas.microsoft.com/office/drawing/2014/main" id="{6ED59CBC-C9B4-4FBF-8F70-A007AAFBC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3299"/>
              <a:ext cx="4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07" name="Oval 495">
              <a:extLst>
                <a:ext uri="{FF2B5EF4-FFF2-40B4-BE49-F238E27FC236}">
                  <a16:creationId xmlns:a16="http://schemas.microsoft.com/office/drawing/2014/main" id="{00731077-2949-4AB6-8CA9-B98F01F5F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7" y="3354"/>
              <a:ext cx="11" cy="12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08" name="Oval 496">
              <a:extLst>
                <a:ext uri="{FF2B5EF4-FFF2-40B4-BE49-F238E27FC236}">
                  <a16:creationId xmlns:a16="http://schemas.microsoft.com/office/drawing/2014/main" id="{8A668984-CD3D-43E3-8996-8B55F8619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0" y="3357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09" name="Oval 497">
              <a:extLst>
                <a:ext uri="{FF2B5EF4-FFF2-40B4-BE49-F238E27FC236}">
                  <a16:creationId xmlns:a16="http://schemas.microsoft.com/office/drawing/2014/main" id="{62F125BB-F3E0-4CA0-8D95-026F4EC25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3323"/>
              <a:ext cx="12" cy="14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10" name="Oval 498">
              <a:extLst>
                <a:ext uri="{FF2B5EF4-FFF2-40B4-BE49-F238E27FC236}">
                  <a16:creationId xmlns:a16="http://schemas.microsoft.com/office/drawing/2014/main" id="{655C127E-D8E7-4EC7-82E7-0A1E1C094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8" y="3328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11" name="Oval 499">
              <a:extLst>
                <a:ext uri="{FF2B5EF4-FFF2-40B4-BE49-F238E27FC236}">
                  <a16:creationId xmlns:a16="http://schemas.microsoft.com/office/drawing/2014/main" id="{A73546F2-ED35-4FEB-824D-40037B116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7" y="3351"/>
              <a:ext cx="13" cy="12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12" name="Oval 500">
              <a:extLst>
                <a:ext uri="{FF2B5EF4-FFF2-40B4-BE49-F238E27FC236}">
                  <a16:creationId xmlns:a16="http://schemas.microsoft.com/office/drawing/2014/main" id="{1FCBF635-AAA9-4155-8F29-AF771CCE2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0" y="3354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13" name="Oval 501">
              <a:extLst>
                <a:ext uri="{FF2B5EF4-FFF2-40B4-BE49-F238E27FC236}">
                  <a16:creationId xmlns:a16="http://schemas.microsoft.com/office/drawing/2014/main" id="{12562B84-1F9F-48E9-9782-605007C07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3328"/>
              <a:ext cx="13" cy="13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14" name="Oval 502">
              <a:extLst>
                <a:ext uri="{FF2B5EF4-FFF2-40B4-BE49-F238E27FC236}">
                  <a16:creationId xmlns:a16="http://schemas.microsoft.com/office/drawing/2014/main" id="{590011F7-6FA2-4175-B761-A0E44510A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" y="3332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15" name="Oval 503">
              <a:extLst>
                <a:ext uri="{FF2B5EF4-FFF2-40B4-BE49-F238E27FC236}">
                  <a16:creationId xmlns:a16="http://schemas.microsoft.com/office/drawing/2014/main" id="{FC5A3AD5-7665-439F-937E-67762F3E5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8" y="3227"/>
              <a:ext cx="13" cy="11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16" name="Oval 504">
              <a:extLst>
                <a:ext uri="{FF2B5EF4-FFF2-40B4-BE49-F238E27FC236}">
                  <a16:creationId xmlns:a16="http://schemas.microsoft.com/office/drawing/2014/main" id="{EDF38BDD-D0E5-4195-829C-927C6ECCD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1" y="3229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17" name="Oval 505">
              <a:extLst>
                <a:ext uri="{FF2B5EF4-FFF2-40B4-BE49-F238E27FC236}">
                  <a16:creationId xmlns:a16="http://schemas.microsoft.com/office/drawing/2014/main" id="{FF9BA2BF-3D57-44F5-9911-B992AB07D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" y="3199"/>
              <a:ext cx="12" cy="11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18" name="Oval 506">
              <a:extLst>
                <a:ext uri="{FF2B5EF4-FFF2-40B4-BE49-F238E27FC236}">
                  <a16:creationId xmlns:a16="http://schemas.microsoft.com/office/drawing/2014/main" id="{8D5F3BBE-B727-4F6D-84E3-6ACB19CFE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6" y="3202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19" name="Oval 507">
              <a:extLst>
                <a:ext uri="{FF2B5EF4-FFF2-40B4-BE49-F238E27FC236}">
                  <a16:creationId xmlns:a16="http://schemas.microsoft.com/office/drawing/2014/main" id="{C5445920-52B4-462F-85A4-DE6E59788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0" y="3166"/>
              <a:ext cx="13" cy="12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20" name="Oval 508">
              <a:extLst>
                <a:ext uri="{FF2B5EF4-FFF2-40B4-BE49-F238E27FC236}">
                  <a16:creationId xmlns:a16="http://schemas.microsoft.com/office/drawing/2014/main" id="{3781FFCB-A9E3-4B26-A2E0-8BF191E69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" y="3169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21" name="Oval 509">
              <a:extLst>
                <a:ext uri="{FF2B5EF4-FFF2-40B4-BE49-F238E27FC236}">
                  <a16:creationId xmlns:a16="http://schemas.microsoft.com/office/drawing/2014/main" id="{6DD0680D-0C19-4D5A-97CC-FAB3EF9CA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1" y="3059"/>
              <a:ext cx="11" cy="13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22" name="Oval 510">
              <a:extLst>
                <a:ext uri="{FF2B5EF4-FFF2-40B4-BE49-F238E27FC236}">
                  <a16:creationId xmlns:a16="http://schemas.microsoft.com/office/drawing/2014/main" id="{6FB3FB56-0D21-447D-A296-B54613BCD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" y="3064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23" name="Oval 511">
              <a:extLst>
                <a:ext uri="{FF2B5EF4-FFF2-40B4-BE49-F238E27FC236}">
                  <a16:creationId xmlns:a16="http://schemas.microsoft.com/office/drawing/2014/main" id="{F4933636-668A-4017-AF17-02F63F68A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2" y="3293"/>
              <a:ext cx="12" cy="11"/>
            </a:xfrm>
            <a:prstGeom prst="ellipse">
              <a:avLst/>
            </a:prstGeom>
            <a:solidFill>
              <a:srgbClr val="7C5D54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24" name="Oval 512">
              <a:extLst>
                <a:ext uri="{FF2B5EF4-FFF2-40B4-BE49-F238E27FC236}">
                  <a16:creationId xmlns:a16="http://schemas.microsoft.com/office/drawing/2014/main" id="{BA6F535B-CA29-45AB-BB2B-9E1904FB4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3296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25" name="Freeform 513">
              <a:extLst>
                <a:ext uri="{FF2B5EF4-FFF2-40B4-BE49-F238E27FC236}">
                  <a16:creationId xmlns:a16="http://schemas.microsoft.com/office/drawing/2014/main" id="{DE0279FB-9F56-4D58-A9D5-6E0FF8509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3326"/>
              <a:ext cx="16" cy="14"/>
            </a:xfrm>
            <a:custGeom>
              <a:avLst/>
              <a:gdLst>
                <a:gd name="T0" fmla="*/ 12 w 12"/>
                <a:gd name="T1" fmla="*/ 0 h 9"/>
                <a:gd name="T2" fmla="*/ 36 w 12"/>
                <a:gd name="T3" fmla="*/ 53 h 9"/>
                <a:gd name="T4" fmla="*/ 16 w 12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3" y="0"/>
                  </a:moveTo>
                  <a:cubicBezTo>
                    <a:pt x="0" y="4"/>
                    <a:pt x="4" y="9"/>
                    <a:pt x="8" y="6"/>
                  </a:cubicBezTo>
                  <a:cubicBezTo>
                    <a:pt x="12" y="3"/>
                    <a:pt x="7" y="0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6" name="Freeform 514">
              <a:extLst>
                <a:ext uri="{FF2B5EF4-FFF2-40B4-BE49-F238E27FC236}">
                  <a16:creationId xmlns:a16="http://schemas.microsoft.com/office/drawing/2014/main" id="{48C58523-56B4-4A0E-BEA1-76EDE8071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648"/>
              <a:ext cx="1255" cy="1156"/>
            </a:xfrm>
            <a:custGeom>
              <a:avLst/>
              <a:gdLst>
                <a:gd name="T0" fmla="*/ 4490 w 912"/>
                <a:gd name="T1" fmla="*/ 2086 h 787"/>
                <a:gd name="T2" fmla="*/ 4339 w 912"/>
                <a:gd name="T3" fmla="*/ 1846 h 787"/>
                <a:gd name="T4" fmla="*/ 4386 w 912"/>
                <a:gd name="T5" fmla="*/ 2264 h 787"/>
                <a:gd name="T6" fmla="*/ 4037 w 912"/>
                <a:gd name="T7" fmla="*/ 2770 h 787"/>
                <a:gd name="T8" fmla="*/ 3252 w 912"/>
                <a:gd name="T9" fmla="*/ 3049 h 787"/>
                <a:gd name="T10" fmla="*/ 3435 w 912"/>
                <a:gd name="T11" fmla="*/ 2127 h 787"/>
                <a:gd name="T12" fmla="*/ 3414 w 912"/>
                <a:gd name="T13" fmla="*/ 1113 h 787"/>
                <a:gd name="T14" fmla="*/ 3625 w 912"/>
                <a:gd name="T15" fmla="*/ 1034 h 787"/>
                <a:gd name="T16" fmla="*/ 3912 w 912"/>
                <a:gd name="T17" fmla="*/ 1196 h 787"/>
                <a:gd name="T18" fmla="*/ 3966 w 912"/>
                <a:gd name="T19" fmla="*/ 1155 h 787"/>
                <a:gd name="T20" fmla="*/ 3660 w 912"/>
                <a:gd name="T21" fmla="*/ 917 h 787"/>
                <a:gd name="T22" fmla="*/ 3344 w 912"/>
                <a:gd name="T23" fmla="*/ 1040 h 787"/>
                <a:gd name="T24" fmla="*/ 3319 w 912"/>
                <a:gd name="T25" fmla="*/ 32 h 787"/>
                <a:gd name="T26" fmla="*/ 3268 w 912"/>
                <a:gd name="T27" fmla="*/ 60 h 787"/>
                <a:gd name="T28" fmla="*/ 3303 w 912"/>
                <a:gd name="T29" fmla="*/ 1269 h 787"/>
                <a:gd name="T30" fmla="*/ 3307 w 912"/>
                <a:gd name="T31" fmla="*/ 2029 h 787"/>
                <a:gd name="T32" fmla="*/ 3034 w 912"/>
                <a:gd name="T33" fmla="*/ 2831 h 787"/>
                <a:gd name="T34" fmla="*/ 2572 w 912"/>
                <a:gd name="T35" fmla="*/ 3008 h 787"/>
                <a:gd name="T36" fmla="*/ 2220 w 912"/>
                <a:gd name="T37" fmla="*/ 2272 h 787"/>
                <a:gd name="T38" fmla="*/ 2202 w 912"/>
                <a:gd name="T39" fmla="*/ 1680 h 787"/>
                <a:gd name="T40" fmla="*/ 2232 w 912"/>
                <a:gd name="T41" fmla="*/ 1476 h 787"/>
                <a:gd name="T42" fmla="*/ 2452 w 912"/>
                <a:gd name="T43" fmla="*/ 1124 h 787"/>
                <a:gd name="T44" fmla="*/ 2773 w 912"/>
                <a:gd name="T45" fmla="*/ 1135 h 787"/>
                <a:gd name="T46" fmla="*/ 3067 w 912"/>
                <a:gd name="T47" fmla="*/ 917 h 787"/>
                <a:gd name="T48" fmla="*/ 3133 w 912"/>
                <a:gd name="T49" fmla="*/ 773 h 787"/>
                <a:gd name="T50" fmla="*/ 3015 w 912"/>
                <a:gd name="T51" fmla="*/ 864 h 787"/>
                <a:gd name="T52" fmla="*/ 2765 w 912"/>
                <a:gd name="T53" fmla="*/ 1012 h 787"/>
                <a:gd name="T54" fmla="*/ 2438 w 912"/>
                <a:gd name="T55" fmla="*/ 1005 h 787"/>
                <a:gd name="T56" fmla="*/ 2272 w 912"/>
                <a:gd name="T57" fmla="*/ 1012 h 787"/>
                <a:gd name="T58" fmla="*/ 1848 w 912"/>
                <a:gd name="T59" fmla="*/ 595 h 787"/>
                <a:gd name="T60" fmla="*/ 1811 w 912"/>
                <a:gd name="T61" fmla="*/ 671 h 787"/>
                <a:gd name="T62" fmla="*/ 2187 w 912"/>
                <a:gd name="T63" fmla="*/ 1034 h 787"/>
                <a:gd name="T64" fmla="*/ 2176 w 912"/>
                <a:gd name="T65" fmla="*/ 1298 h 787"/>
                <a:gd name="T66" fmla="*/ 2154 w 912"/>
                <a:gd name="T67" fmla="*/ 1448 h 787"/>
                <a:gd name="T68" fmla="*/ 2115 w 912"/>
                <a:gd name="T69" fmla="*/ 1651 h 787"/>
                <a:gd name="T70" fmla="*/ 2136 w 912"/>
                <a:gd name="T71" fmla="*/ 2318 h 787"/>
                <a:gd name="T72" fmla="*/ 1894 w 912"/>
                <a:gd name="T73" fmla="*/ 3070 h 787"/>
                <a:gd name="T74" fmla="*/ 1592 w 912"/>
                <a:gd name="T75" fmla="*/ 3020 h 787"/>
                <a:gd name="T76" fmla="*/ 1303 w 912"/>
                <a:gd name="T77" fmla="*/ 2826 h 787"/>
                <a:gd name="T78" fmla="*/ 841 w 912"/>
                <a:gd name="T79" fmla="*/ 2569 h 787"/>
                <a:gd name="T80" fmla="*/ 77 w 912"/>
                <a:gd name="T81" fmla="*/ 2365 h 787"/>
                <a:gd name="T82" fmla="*/ 1 w 912"/>
                <a:gd name="T83" fmla="*/ 2425 h 787"/>
                <a:gd name="T84" fmla="*/ 89 w 912"/>
                <a:gd name="T85" fmla="*/ 2453 h 787"/>
                <a:gd name="T86" fmla="*/ 484 w 912"/>
                <a:gd name="T87" fmla="*/ 2784 h 787"/>
                <a:gd name="T88" fmla="*/ 581 w 912"/>
                <a:gd name="T89" fmla="*/ 2651 h 787"/>
                <a:gd name="T90" fmla="*/ 830 w 912"/>
                <a:gd name="T91" fmla="*/ 2688 h 787"/>
                <a:gd name="T92" fmla="*/ 1222 w 912"/>
                <a:gd name="T93" fmla="*/ 2955 h 787"/>
                <a:gd name="T94" fmla="*/ 1536 w 912"/>
                <a:gd name="T95" fmla="*/ 3239 h 787"/>
                <a:gd name="T96" fmla="*/ 2126 w 912"/>
                <a:gd name="T97" fmla="*/ 3386 h 787"/>
                <a:gd name="T98" fmla="*/ 2229 w 912"/>
                <a:gd name="T99" fmla="*/ 4766 h 787"/>
                <a:gd name="T100" fmla="*/ 2876 w 912"/>
                <a:gd name="T101" fmla="*/ 5348 h 787"/>
                <a:gd name="T102" fmla="*/ 3400 w 912"/>
                <a:gd name="T103" fmla="*/ 4421 h 787"/>
                <a:gd name="T104" fmla="*/ 4083 w 912"/>
                <a:gd name="T105" fmla="*/ 2872 h 787"/>
                <a:gd name="T106" fmla="*/ 4240 w 912"/>
                <a:gd name="T107" fmla="*/ 2798 h 787"/>
                <a:gd name="T108" fmla="*/ 4346 w 912"/>
                <a:gd name="T109" fmla="*/ 3029 h 787"/>
                <a:gd name="T110" fmla="*/ 4331 w 912"/>
                <a:gd name="T111" fmla="*/ 2748 h 787"/>
                <a:gd name="T112" fmla="*/ 4471 w 912"/>
                <a:gd name="T113" fmla="*/ 2305 h 7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12" h="787">
                  <a:moveTo>
                    <a:pt x="906" y="337"/>
                  </a:moveTo>
                  <a:cubicBezTo>
                    <a:pt x="911" y="325"/>
                    <a:pt x="912" y="314"/>
                    <a:pt x="910" y="305"/>
                  </a:cubicBezTo>
                  <a:cubicBezTo>
                    <a:pt x="907" y="290"/>
                    <a:pt x="898" y="279"/>
                    <a:pt x="888" y="269"/>
                  </a:cubicBezTo>
                  <a:cubicBezTo>
                    <a:pt x="886" y="267"/>
                    <a:pt x="882" y="267"/>
                    <a:pt x="879" y="270"/>
                  </a:cubicBezTo>
                  <a:cubicBezTo>
                    <a:pt x="877" y="272"/>
                    <a:pt x="877" y="276"/>
                    <a:pt x="880" y="278"/>
                  </a:cubicBezTo>
                  <a:cubicBezTo>
                    <a:pt x="892" y="290"/>
                    <a:pt x="899" y="305"/>
                    <a:pt x="889" y="331"/>
                  </a:cubicBezTo>
                  <a:cubicBezTo>
                    <a:pt x="879" y="357"/>
                    <a:pt x="861" y="377"/>
                    <a:pt x="829" y="398"/>
                  </a:cubicBezTo>
                  <a:cubicBezTo>
                    <a:pt x="818" y="405"/>
                    <a:pt x="818" y="405"/>
                    <a:pt x="818" y="405"/>
                  </a:cubicBezTo>
                  <a:cubicBezTo>
                    <a:pt x="788" y="425"/>
                    <a:pt x="742" y="480"/>
                    <a:pt x="705" y="477"/>
                  </a:cubicBezTo>
                  <a:cubicBezTo>
                    <a:pt x="705" y="477"/>
                    <a:pt x="668" y="471"/>
                    <a:pt x="659" y="446"/>
                  </a:cubicBezTo>
                  <a:cubicBezTo>
                    <a:pt x="651" y="419"/>
                    <a:pt x="656" y="398"/>
                    <a:pt x="669" y="374"/>
                  </a:cubicBezTo>
                  <a:cubicBezTo>
                    <a:pt x="680" y="355"/>
                    <a:pt x="690" y="332"/>
                    <a:pt x="696" y="311"/>
                  </a:cubicBezTo>
                  <a:cubicBezTo>
                    <a:pt x="712" y="262"/>
                    <a:pt x="709" y="242"/>
                    <a:pt x="692" y="194"/>
                  </a:cubicBezTo>
                  <a:cubicBezTo>
                    <a:pt x="692" y="194"/>
                    <a:pt x="684" y="179"/>
                    <a:pt x="692" y="163"/>
                  </a:cubicBezTo>
                  <a:cubicBezTo>
                    <a:pt x="694" y="154"/>
                    <a:pt x="698" y="149"/>
                    <a:pt x="703" y="146"/>
                  </a:cubicBezTo>
                  <a:cubicBezTo>
                    <a:pt x="711" y="142"/>
                    <a:pt x="723" y="146"/>
                    <a:pt x="735" y="151"/>
                  </a:cubicBezTo>
                  <a:cubicBezTo>
                    <a:pt x="752" y="156"/>
                    <a:pt x="752" y="156"/>
                    <a:pt x="752" y="156"/>
                  </a:cubicBezTo>
                  <a:cubicBezTo>
                    <a:pt x="768" y="161"/>
                    <a:pt x="783" y="162"/>
                    <a:pt x="793" y="175"/>
                  </a:cubicBezTo>
                  <a:cubicBezTo>
                    <a:pt x="795" y="178"/>
                    <a:pt x="798" y="179"/>
                    <a:pt x="801" y="178"/>
                  </a:cubicBezTo>
                  <a:cubicBezTo>
                    <a:pt x="804" y="176"/>
                    <a:pt x="805" y="172"/>
                    <a:pt x="804" y="169"/>
                  </a:cubicBezTo>
                  <a:cubicBezTo>
                    <a:pt x="797" y="157"/>
                    <a:pt x="776" y="145"/>
                    <a:pt x="757" y="139"/>
                  </a:cubicBezTo>
                  <a:cubicBezTo>
                    <a:pt x="742" y="134"/>
                    <a:pt x="742" y="134"/>
                    <a:pt x="742" y="134"/>
                  </a:cubicBezTo>
                  <a:cubicBezTo>
                    <a:pt x="726" y="128"/>
                    <a:pt x="710" y="123"/>
                    <a:pt x="695" y="130"/>
                  </a:cubicBezTo>
                  <a:cubicBezTo>
                    <a:pt x="687" y="134"/>
                    <a:pt x="681" y="142"/>
                    <a:pt x="677" y="152"/>
                  </a:cubicBezTo>
                  <a:cubicBezTo>
                    <a:pt x="670" y="133"/>
                    <a:pt x="668" y="120"/>
                    <a:pt x="674" y="104"/>
                  </a:cubicBezTo>
                  <a:cubicBezTo>
                    <a:pt x="685" y="73"/>
                    <a:pt x="681" y="28"/>
                    <a:pt x="673" y="5"/>
                  </a:cubicBezTo>
                  <a:cubicBezTo>
                    <a:pt x="672" y="2"/>
                    <a:pt x="669" y="0"/>
                    <a:pt x="666" y="1"/>
                  </a:cubicBezTo>
                  <a:cubicBezTo>
                    <a:pt x="662" y="2"/>
                    <a:pt x="660" y="6"/>
                    <a:pt x="662" y="9"/>
                  </a:cubicBezTo>
                  <a:cubicBezTo>
                    <a:pt x="669" y="31"/>
                    <a:pt x="666" y="73"/>
                    <a:pt x="657" y="98"/>
                  </a:cubicBezTo>
                  <a:cubicBezTo>
                    <a:pt x="647" y="125"/>
                    <a:pt x="655" y="146"/>
                    <a:pt x="669" y="185"/>
                  </a:cubicBezTo>
                  <a:cubicBezTo>
                    <a:pt x="675" y="200"/>
                    <a:pt x="675" y="200"/>
                    <a:pt x="675" y="200"/>
                  </a:cubicBezTo>
                  <a:cubicBezTo>
                    <a:pt x="691" y="245"/>
                    <a:pt x="685" y="251"/>
                    <a:pt x="670" y="297"/>
                  </a:cubicBezTo>
                  <a:cubicBezTo>
                    <a:pt x="664" y="316"/>
                    <a:pt x="663" y="343"/>
                    <a:pt x="652" y="362"/>
                  </a:cubicBezTo>
                  <a:cubicBezTo>
                    <a:pt x="643" y="379"/>
                    <a:pt x="626" y="396"/>
                    <a:pt x="615" y="414"/>
                  </a:cubicBezTo>
                  <a:cubicBezTo>
                    <a:pt x="612" y="420"/>
                    <a:pt x="595" y="432"/>
                    <a:pt x="589" y="433"/>
                  </a:cubicBezTo>
                  <a:cubicBezTo>
                    <a:pt x="570" y="437"/>
                    <a:pt x="543" y="437"/>
                    <a:pt x="521" y="440"/>
                  </a:cubicBezTo>
                  <a:cubicBezTo>
                    <a:pt x="491" y="445"/>
                    <a:pt x="490" y="431"/>
                    <a:pt x="478" y="413"/>
                  </a:cubicBezTo>
                  <a:cubicBezTo>
                    <a:pt x="467" y="399"/>
                    <a:pt x="458" y="350"/>
                    <a:pt x="450" y="332"/>
                  </a:cubicBezTo>
                  <a:cubicBezTo>
                    <a:pt x="448" y="326"/>
                    <a:pt x="445" y="319"/>
                    <a:pt x="443" y="313"/>
                  </a:cubicBezTo>
                  <a:cubicBezTo>
                    <a:pt x="437" y="291"/>
                    <a:pt x="442" y="269"/>
                    <a:pt x="446" y="246"/>
                  </a:cubicBezTo>
                  <a:cubicBezTo>
                    <a:pt x="448" y="238"/>
                    <a:pt x="448" y="238"/>
                    <a:pt x="448" y="238"/>
                  </a:cubicBezTo>
                  <a:cubicBezTo>
                    <a:pt x="453" y="216"/>
                    <a:pt x="453" y="216"/>
                    <a:pt x="453" y="216"/>
                  </a:cubicBezTo>
                  <a:cubicBezTo>
                    <a:pt x="455" y="209"/>
                    <a:pt x="457" y="203"/>
                    <a:pt x="458" y="196"/>
                  </a:cubicBezTo>
                  <a:cubicBezTo>
                    <a:pt x="465" y="182"/>
                    <a:pt x="481" y="168"/>
                    <a:pt x="497" y="165"/>
                  </a:cubicBezTo>
                  <a:cubicBezTo>
                    <a:pt x="507" y="163"/>
                    <a:pt x="517" y="164"/>
                    <a:pt x="528" y="165"/>
                  </a:cubicBezTo>
                  <a:cubicBezTo>
                    <a:pt x="539" y="166"/>
                    <a:pt x="551" y="167"/>
                    <a:pt x="562" y="166"/>
                  </a:cubicBezTo>
                  <a:cubicBezTo>
                    <a:pt x="580" y="163"/>
                    <a:pt x="608" y="151"/>
                    <a:pt x="618" y="139"/>
                  </a:cubicBezTo>
                  <a:cubicBezTo>
                    <a:pt x="621" y="134"/>
                    <a:pt x="621" y="134"/>
                    <a:pt x="621" y="134"/>
                  </a:cubicBezTo>
                  <a:cubicBezTo>
                    <a:pt x="625" y="129"/>
                    <a:pt x="628" y="124"/>
                    <a:pt x="632" y="122"/>
                  </a:cubicBezTo>
                  <a:cubicBezTo>
                    <a:pt x="635" y="120"/>
                    <a:pt x="636" y="116"/>
                    <a:pt x="635" y="113"/>
                  </a:cubicBezTo>
                  <a:cubicBezTo>
                    <a:pt x="633" y="110"/>
                    <a:pt x="629" y="109"/>
                    <a:pt x="626" y="111"/>
                  </a:cubicBezTo>
                  <a:cubicBezTo>
                    <a:pt x="619" y="114"/>
                    <a:pt x="615" y="121"/>
                    <a:pt x="611" y="126"/>
                  </a:cubicBezTo>
                  <a:cubicBezTo>
                    <a:pt x="608" y="131"/>
                    <a:pt x="608" y="131"/>
                    <a:pt x="608" y="131"/>
                  </a:cubicBezTo>
                  <a:cubicBezTo>
                    <a:pt x="601" y="139"/>
                    <a:pt x="575" y="146"/>
                    <a:pt x="560" y="148"/>
                  </a:cubicBezTo>
                  <a:cubicBezTo>
                    <a:pt x="550" y="149"/>
                    <a:pt x="540" y="148"/>
                    <a:pt x="530" y="147"/>
                  </a:cubicBezTo>
                  <a:cubicBezTo>
                    <a:pt x="518" y="146"/>
                    <a:pt x="506" y="145"/>
                    <a:pt x="494" y="147"/>
                  </a:cubicBezTo>
                  <a:cubicBezTo>
                    <a:pt x="487" y="148"/>
                    <a:pt x="480" y="151"/>
                    <a:pt x="473" y="155"/>
                  </a:cubicBezTo>
                  <a:cubicBezTo>
                    <a:pt x="469" y="158"/>
                    <a:pt x="463" y="161"/>
                    <a:pt x="461" y="148"/>
                  </a:cubicBezTo>
                  <a:cubicBezTo>
                    <a:pt x="455" y="117"/>
                    <a:pt x="428" y="107"/>
                    <a:pt x="404" y="98"/>
                  </a:cubicBezTo>
                  <a:cubicBezTo>
                    <a:pt x="394" y="94"/>
                    <a:pt x="379" y="91"/>
                    <a:pt x="374" y="87"/>
                  </a:cubicBezTo>
                  <a:cubicBezTo>
                    <a:pt x="371" y="85"/>
                    <a:pt x="367" y="86"/>
                    <a:pt x="365" y="89"/>
                  </a:cubicBezTo>
                  <a:cubicBezTo>
                    <a:pt x="363" y="92"/>
                    <a:pt x="364" y="96"/>
                    <a:pt x="367" y="98"/>
                  </a:cubicBezTo>
                  <a:cubicBezTo>
                    <a:pt x="373" y="102"/>
                    <a:pt x="387" y="111"/>
                    <a:pt x="398" y="115"/>
                  </a:cubicBezTo>
                  <a:cubicBezTo>
                    <a:pt x="420" y="123"/>
                    <a:pt x="440" y="130"/>
                    <a:pt x="443" y="151"/>
                  </a:cubicBezTo>
                  <a:cubicBezTo>
                    <a:pt x="445" y="164"/>
                    <a:pt x="444" y="177"/>
                    <a:pt x="441" y="190"/>
                  </a:cubicBezTo>
                  <a:cubicBezTo>
                    <a:pt x="441" y="190"/>
                    <a:pt x="441" y="190"/>
                    <a:pt x="441" y="190"/>
                  </a:cubicBezTo>
                  <a:cubicBezTo>
                    <a:pt x="440" y="191"/>
                    <a:pt x="440" y="193"/>
                    <a:pt x="440" y="194"/>
                  </a:cubicBezTo>
                  <a:cubicBezTo>
                    <a:pt x="439" y="200"/>
                    <a:pt x="437" y="206"/>
                    <a:pt x="436" y="212"/>
                  </a:cubicBezTo>
                  <a:cubicBezTo>
                    <a:pt x="430" y="235"/>
                    <a:pt x="430" y="235"/>
                    <a:pt x="430" y="235"/>
                  </a:cubicBezTo>
                  <a:cubicBezTo>
                    <a:pt x="429" y="242"/>
                    <a:pt x="429" y="242"/>
                    <a:pt x="429" y="242"/>
                  </a:cubicBezTo>
                  <a:cubicBezTo>
                    <a:pt x="424" y="266"/>
                    <a:pt x="419" y="292"/>
                    <a:pt x="426" y="318"/>
                  </a:cubicBezTo>
                  <a:cubicBezTo>
                    <a:pt x="428" y="325"/>
                    <a:pt x="431" y="332"/>
                    <a:pt x="433" y="339"/>
                  </a:cubicBezTo>
                  <a:cubicBezTo>
                    <a:pt x="438" y="350"/>
                    <a:pt x="445" y="384"/>
                    <a:pt x="439" y="420"/>
                  </a:cubicBezTo>
                  <a:cubicBezTo>
                    <a:pt x="429" y="453"/>
                    <a:pt x="407" y="447"/>
                    <a:pt x="384" y="449"/>
                  </a:cubicBezTo>
                  <a:cubicBezTo>
                    <a:pt x="384" y="449"/>
                    <a:pt x="367" y="448"/>
                    <a:pt x="367" y="448"/>
                  </a:cubicBezTo>
                  <a:cubicBezTo>
                    <a:pt x="351" y="448"/>
                    <a:pt x="336" y="447"/>
                    <a:pt x="323" y="442"/>
                  </a:cubicBezTo>
                  <a:cubicBezTo>
                    <a:pt x="306" y="436"/>
                    <a:pt x="285" y="428"/>
                    <a:pt x="267" y="415"/>
                  </a:cubicBezTo>
                  <a:cubicBezTo>
                    <a:pt x="264" y="413"/>
                    <a:pt x="264" y="413"/>
                    <a:pt x="264" y="413"/>
                  </a:cubicBezTo>
                  <a:cubicBezTo>
                    <a:pt x="249" y="403"/>
                    <a:pt x="235" y="393"/>
                    <a:pt x="216" y="386"/>
                  </a:cubicBezTo>
                  <a:cubicBezTo>
                    <a:pt x="201" y="381"/>
                    <a:pt x="186" y="378"/>
                    <a:pt x="171" y="376"/>
                  </a:cubicBezTo>
                  <a:cubicBezTo>
                    <a:pt x="149" y="372"/>
                    <a:pt x="129" y="368"/>
                    <a:pt x="110" y="358"/>
                  </a:cubicBezTo>
                  <a:cubicBezTo>
                    <a:pt x="73" y="337"/>
                    <a:pt x="43" y="342"/>
                    <a:pt x="16" y="346"/>
                  </a:cubicBezTo>
                  <a:cubicBezTo>
                    <a:pt x="6" y="348"/>
                    <a:pt x="6" y="348"/>
                    <a:pt x="6" y="348"/>
                  </a:cubicBezTo>
                  <a:cubicBezTo>
                    <a:pt x="2" y="349"/>
                    <a:pt x="0" y="352"/>
                    <a:pt x="1" y="355"/>
                  </a:cubicBezTo>
                  <a:cubicBezTo>
                    <a:pt x="1" y="359"/>
                    <a:pt x="4" y="361"/>
                    <a:pt x="8" y="360"/>
                  </a:cubicBezTo>
                  <a:cubicBezTo>
                    <a:pt x="18" y="359"/>
                    <a:pt x="18" y="359"/>
                    <a:pt x="18" y="359"/>
                  </a:cubicBezTo>
                  <a:cubicBezTo>
                    <a:pt x="41" y="355"/>
                    <a:pt x="66" y="356"/>
                    <a:pt x="96" y="370"/>
                  </a:cubicBezTo>
                  <a:cubicBezTo>
                    <a:pt x="108" y="378"/>
                    <a:pt x="98" y="401"/>
                    <a:pt x="98" y="407"/>
                  </a:cubicBezTo>
                  <a:cubicBezTo>
                    <a:pt x="98" y="409"/>
                    <a:pt x="100" y="411"/>
                    <a:pt x="102" y="411"/>
                  </a:cubicBezTo>
                  <a:cubicBezTo>
                    <a:pt x="105" y="411"/>
                    <a:pt x="115" y="396"/>
                    <a:pt x="118" y="388"/>
                  </a:cubicBezTo>
                  <a:cubicBezTo>
                    <a:pt x="121" y="381"/>
                    <a:pt x="139" y="387"/>
                    <a:pt x="143" y="388"/>
                  </a:cubicBezTo>
                  <a:cubicBezTo>
                    <a:pt x="151" y="390"/>
                    <a:pt x="160" y="392"/>
                    <a:pt x="168" y="393"/>
                  </a:cubicBezTo>
                  <a:cubicBezTo>
                    <a:pt x="182" y="396"/>
                    <a:pt x="190" y="400"/>
                    <a:pt x="204" y="405"/>
                  </a:cubicBezTo>
                  <a:cubicBezTo>
                    <a:pt x="220" y="410"/>
                    <a:pt x="234" y="422"/>
                    <a:pt x="248" y="432"/>
                  </a:cubicBezTo>
                  <a:cubicBezTo>
                    <a:pt x="251" y="434"/>
                    <a:pt x="251" y="434"/>
                    <a:pt x="251" y="434"/>
                  </a:cubicBezTo>
                  <a:cubicBezTo>
                    <a:pt x="271" y="448"/>
                    <a:pt x="293" y="467"/>
                    <a:pt x="311" y="474"/>
                  </a:cubicBezTo>
                  <a:cubicBezTo>
                    <a:pt x="328" y="479"/>
                    <a:pt x="352" y="478"/>
                    <a:pt x="380" y="482"/>
                  </a:cubicBezTo>
                  <a:cubicBezTo>
                    <a:pt x="396" y="484"/>
                    <a:pt x="413" y="488"/>
                    <a:pt x="431" y="495"/>
                  </a:cubicBezTo>
                  <a:cubicBezTo>
                    <a:pt x="453" y="506"/>
                    <a:pt x="465" y="525"/>
                    <a:pt x="463" y="564"/>
                  </a:cubicBezTo>
                  <a:cubicBezTo>
                    <a:pt x="462" y="604"/>
                    <a:pt x="454" y="657"/>
                    <a:pt x="451" y="697"/>
                  </a:cubicBezTo>
                  <a:cubicBezTo>
                    <a:pt x="449" y="736"/>
                    <a:pt x="442" y="757"/>
                    <a:pt x="467" y="769"/>
                  </a:cubicBezTo>
                  <a:cubicBezTo>
                    <a:pt x="493" y="782"/>
                    <a:pt x="520" y="787"/>
                    <a:pt x="583" y="782"/>
                  </a:cubicBezTo>
                  <a:cubicBezTo>
                    <a:pt x="646" y="777"/>
                    <a:pt x="650" y="780"/>
                    <a:pt x="662" y="763"/>
                  </a:cubicBezTo>
                  <a:cubicBezTo>
                    <a:pt x="674" y="747"/>
                    <a:pt x="683" y="699"/>
                    <a:pt x="689" y="647"/>
                  </a:cubicBezTo>
                  <a:cubicBezTo>
                    <a:pt x="695" y="594"/>
                    <a:pt x="685" y="553"/>
                    <a:pt x="725" y="502"/>
                  </a:cubicBezTo>
                  <a:cubicBezTo>
                    <a:pt x="777" y="454"/>
                    <a:pt x="801" y="438"/>
                    <a:pt x="828" y="420"/>
                  </a:cubicBezTo>
                  <a:cubicBezTo>
                    <a:pt x="839" y="413"/>
                    <a:pt x="839" y="413"/>
                    <a:pt x="839" y="413"/>
                  </a:cubicBezTo>
                  <a:cubicBezTo>
                    <a:pt x="842" y="411"/>
                    <a:pt x="853" y="405"/>
                    <a:pt x="859" y="409"/>
                  </a:cubicBezTo>
                  <a:cubicBezTo>
                    <a:pt x="866" y="412"/>
                    <a:pt x="873" y="423"/>
                    <a:pt x="874" y="437"/>
                  </a:cubicBezTo>
                  <a:cubicBezTo>
                    <a:pt x="875" y="441"/>
                    <a:pt x="878" y="443"/>
                    <a:pt x="881" y="443"/>
                  </a:cubicBezTo>
                  <a:cubicBezTo>
                    <a:pt x="884" y="443"/>
                    <a:pt x="887" y="440"/>
                    <a:pt x="887" y="436"/>
                  </a:cubicBezTo>
                  <a:cubicBezTo>
                    <a:pt x="886" y="430"/>
                    <a:pt x="887" y="414"/>
                    <a:pt x="878" y="402"/>
                  </a:cubicBezTo>
                  <a:cubicBezTo>
                    <a:pt x="870" y="393"/>
                    <a:pt x="876" y="384"/>
                    <a:pt x="880" y="379"/>
                  </a:cubicBezTo>
                  <a:cubicBezTo>
                    <a:pt x="892" y="366"/>
                    <a:pt x="900" y="352"/>
                    <a:pt x="906" y="33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65" name="Skin-patch-with-raised-lesion">
            <a:extLst>
              <a:ext uri="{FF2B5EF4-FFF2-40B4-BE49-F238E27FC236}">
                <a16:creationId xmlns:a16="http://schemas.microsoft.com/office/drawing/2014/main" id="{6B8F81D8-EC1D-4FD6-BEED-10E4F9DDFB89}"/>
              </a:ext>
            </a:extLst>
          </p:cNvPr>
          <p:cNvGrpSpPr>
            <a:grpSpLocks/>
          </p:cNvGrpSpPr>
          <p:nvPr/>
        </p:nvGrpSpPr>
        <p:grpSpPr bwMode="auto">
          <a:xfrm>
            <a:off x="9266238" y="3716338"/>
            <a:ext cx="830262" cy="655637"/>
            <a:chOff x="4913" y="2365"/>
            <a:chExt cx="523" cy="413"/>
          </a:xfrm>
        </p:grpSpPr>
        <p:sp>
          <p:nvSpPr>
            <p:cNvPr id="15270" name="Freeform 516">
              <a:extLst>
                <a:ext uri="{FF2B5EF4-FFF2-40B4-BE49-F238E27FC236}">
                  <a16:creationId xmlns:a16="http://schemas.microsoft.com/office/drawing/2014/main" id="{75AC48CF-FBE4-44DB-B6BD-9D1FC62A1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365"/>
              <a:ext cx="523" cy="400"/>
            </a:xfrm>
            <a:custGeom>
              <a:avLst/>
              <a:gdLst>
                <a:gd name="T0" fmla="*/ 36 w 380"/>
                <a:gd name="T1" fmla="*/ 454 h 272"/>
                <a:gd name="T2" fmla="*/ 275 w 380"/>
                <a:gd name="T3" fmla="*/ 772 h 272"/>
                <a:gd name="T4" fmla="*/ 885 w 380"/>
                <a:gd name="T5" fmla="*/ 1434 h 272"/>
                <a:gd name="T6" fmla="*/ 1159 w 380"/>
                <a:gd name="T7" fmla="*/ 1857 h 272"/>
                <a:gd name="T8" fmla="*/ 1510 w 380"/>
                <a:gd name="T9" fmla="*/ 1493 h 272"/>
                <a:gd name="T10" fmla="*/ 1793 w 380"/>
                <a:gd name="T11" fmla="*/ 906 h 272"/>
                <a:gd name="T12" fmla="*/ 1586 w 380"/>
                <a:gd name="T13" fmla="*/ 162 h 272"/>
                <a:gd name="T14" fmla="*/ 985 w 380"/>
                <a:gd name="T15" fmla="*/ 56 h 272"/>
                <a:gd name="T16" fmla="*/ 423 w 380"/>
                <a:gd name="T17" fmla="*/ 318 h 272"/>
                <a:gd name="T18" fmla="*/ 36 w 380"/>
                <a:gd name="T19" fmla="*/ 454 h 2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0" h="272">
                  <a:moveTo>
                    <a:pt x="7" y="66"/>
                  </a:moveTo>
                  <a:cubicBezTo>
                    <a:pt x="0" y="87"/>
                    <a:pt x="12" y="94"/>
                    <a:pt x="55" y="112"/>
                  </a:cubicBezTo>
                  <a:cubicBezTo>
                    <a:pt x="98" y="130"/>
                    <a:pt x="151" y="162"/>
                    <a:pt x="179" y="209"/>
                  </a:cubicBezTo>
                  <a:cubicBezTo>
                    <a:pt x="208" y="257"/>
                    <a:pt x="207" y="272"/>
                    <a:pt x="235" y="270"/>
                  </a:cubicBezTo>
                  <a:cubicBezTo>
                    <a:pt x="262" y="268"/>
                    <a:pt x="292" y="255"/>
                    <a:pt x="306" y="217"/>
                  </a:cubicBezTo>
                  <a:cubicBezTo>
                    <a:pt x="320" y="180"/>
                    <a:pt x="346" y="153"/>
                    <a:pt x="363" y="132"/>
                  </a:cubicBezTo>
                  <a:cubicBezTo>
                    <a:pt x="380" y="110"/>
                    <a:pt x="354" y="47"/>
                    <a:pt x="321" y="24"/>
                  </a:cubicBezTo>
                  <a:cubicBezTo>
                    <a:pt x="288" y="2"/>
                    <a:pt x="229" y="0"/>
                    <a:pt x="200" y="8"/>
                  </a:cubicBezTo>
                  <a:cubicBezTo>
                    <a:pt x="170" y="16"/>
                    <a:pt x="128" y="39"/>
                    <a:pt x="86" y="46"/>
                  </a:cubicBezTo>
                  <a:cubicBezTo>
                    <a:pt x="44" y="53"/>
                    <a:pt x="12" y="49"/>
                    <a:pt x="7" y="66"/>
                  </a:cubicBezTo>
                  <a:close/>
                </a:path>
              </a:pathLst>
            </a:custGeom>
            <a:solidFill>
              <a:srgbClr val="FAC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1" name="Freeform 517">
              <a:extLst>
                <a:ext uri="{FF2B5EF4-FFF2-40B4-BE49-F238E27FC236}">
                  <a16:creationId xmlns:a16="http://schemas.microsoft.com/office/drawing/2014/main" id="{3238AC05-9FF1-4669-93C1-B550F50BB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426"/>
              <a:ext cx="421" cy="352"/>
            </a:xfrm>
            <a:custGeom>
              <a:avLst/>
              <a:gdLst>
                <a:gd name="T0" fmla="*/ 1 w 306"/>
                <a:gd name="T1" fmla="*/ 414 h 239"/>
                <a:gd name="T2" fmla="*/ 393 w 306"/>
                <a:gd name="T3" fmla="*/ 664 h 239"/>
                <a:gd name="T4" fmla="*/ 693 w 306"/>
                <a:gd name="T5" fmla="*/ 1083 h 239"/>
                <a:gd name="T6" fmla="*/ 1079 w 306"/>
                <a:gd name="T7" fmla="*/ 1386 h 239"/>
                <a:gd name="T8" fmla="*/ 1208 w 306"/>
                <a:gd name="T9" fmla="*/ 1055 h 239"/>
                <a:gd name="T10" fmla="*/ 1341 w 306"/>
                <a:gd name="T11" fmla="*/ 757 h 239"/>
                <a:gd name="T12" fmla="*/ 1311 w 306"/>
                <a:gd name="T13" fmla="*/ 0 h 239"/>
                <a:gd name="T14" fmla="*/ 1275 w 306"/>
                <a:gd name="T15" fmla="*/ 546 h 239"/>
                <a:gd name="T16" fmla="*/ 992 w 306"/>
                <a:gd name="T17" fmla="*/ 529 h 239"/>
                <a:gd name="T18" fmla="*/ 945 w 306"/>
                <a:gd name="T19" fmla="*/ 717 h 239"/>
                <a:gd name="T20" fmla="*/ 775 w 306"/>
                <a:gd name="T21" fmla="*/ 657 h 239"/>
                <a:gd name="T22" fmla="*/ 750 w 306"/>
                <a:gd name="T23" fmla="*/ 834 h 239"/>
                <a:gd name="T24" fmla="*/ 526 w 306"/>
                <a:gd name="T25" fmla="*/ 716 h 239"/>
                <a:gd name="T26" fmla="*/ 231 w 306"/>
                <a:gd name="T27" fmla="*/ 479 h 239"/>
                <a:gd name="T28" fmla="*/ 0 w 306"/>
                <a:gd name="T29" fmla="*/ 409 h 2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6" h="239">
                  <a:moveTo>
                    <a:pt x="1" y="60"/>
                  </a:moveTo>
                  <a:cubicBezTo>
                    <a:pt x="26" y="73"/>
                    <a:pt x="55" y="80"/>
                    <a:pt x="80" y="96"/>
                  </a:cubicBezTo>
                  <a:cubicBezTo>
                    <a:pt x="103" y="110"/>
                    <a:pt x="126" y="132"/>
                    <a:pt x="140" y="156"/>
                  </a:cubicBezTo>
                  <a:cubicBezTo>
                    <a:pt x="159" y="188"/>
                    <a:pt x="176" y="239"/>
                    <a:pt x="219" y="200"/>
                  </a:cubicBezTo>
                  <a:cubicBezTo>
                    <a:pt x="233" y="187"/>
                    <a:pt x="240" y="171"/>
                    <a:pt x="245" y="152"/>
                  </a:cubicBezTo>
                  <a:cubicBezTo>
                    <a:pt x="250" y="134"/>
                    <a:pt x="261" y="124"/>
                    <a:pt x="272" y="109"/>
                  </a:cubicBezTo>
                  <a:cubicBezTo>
                    <a:pt x="297" y="76"/>
                    <a:pt x="306" y="28"/>
                    <a:pt x="266" y="0"/>
                  </a:cubicBezTo>
                  <a:cubicBezTo>
                    <a:pt x="278" y="29"/>
                    <a:pt x="282" y="54"/>
                    <a:pt x="259" y="79"/>
                  </a:cubicBezTo>
                  <a:cubicBezTo>
                    <a:pt x="244" y="97"/>
                    <a:pt x="219" y="83"/>
                    <a:pt x="201" y="77"/>
                  </a:cubicBezTo>
                  <a:cubicBezTo>
                    <a:pt x="200" y="89"/>
                    <a:pt x="204" y="98"/>
                    <a:pt x="192" y="104"/>
                  </a:cubicBezTo>
                  <a:cubicBezTo>
                    <a:pt x="182" y="109"/>
                    <a:pt x="162" y="106"/>
                    <a:pt x="157" y="95"/>
                  </a:cubicBezTo>
                  <a:cubicBezTo>
                    <a:pt x="158" y="103"/>
                    <a:pt x="163" y="115"/>
                    <a:pt x="152" y="120"/>
                  </a:cubicBezTo>
                  <a:cubicBezTo>
                    <a:pt x="142" y="124"/>
                    <a:pt x="115" y="109"/>
                    <a:pt x="107" y="103"/>
                  </a:cubicBezTo>
                  <a:cubicBezTo>
                    <a:pt x="86" y="86"/>
                    <a:pt x="73" y="78"/>
                    <a:pt x="47" y="69"/>
                  </a:cubicBezTo>
                  <a:cubicBezTo>
                    <a:pt x="38" y="65"/>
                    <a:pt x="6" y="67"/>
                    <a:pt x="0" y="59"/>
                  </a:cubicBezTo>
                </a:path>
              </a:pathLst>
            </a:custGeom>
            <a:solidFill>
              <a:srgbClr val="F7B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2" name="Freeform 518">
              <a:extLst>
                <a:ext uri="{FF2B5EF4-FFF2-40B4-BE49-F238E27FC236}">
                  <a16:creationId xmlns:a16="http://schemas.microsoft.com/office/drawing/2014/main" id="{C11AADDB-E313-457C-9B3E-F60FA3C6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391"/>
              <a:ext cx="363" cy="96"/>
            </a:xfrm>
            <a:custGeom>
              <a:avLst/>
              <a:gdLst>
                <a:gd name="T0" fmla="*/ 50 w 264"/>
                <a:gd name="T1" fmla="*/ 452 h 65"/>
                <a:gd name="T2" fmla="*/ 272 w 264"/>
                <a:gd name="T3" fmla="*/ 269 h 65"/>
                <a:gd name="T4" fmla="*/ 561 w 264"/>
                <a:gd name="T5" fmla="*/ 207 h 65"/>
                <a:gd name="T6" fmla="*/ 908 w 264"/>
                <a:gd name="T7" fmla="*/ 19 h 65"/>
                <a:gd name="T8" fmla="*/ 1297 w 264"/>
                <a:gd name="T9" fmla="*/ 102 h 65"/>
                <a:gd name="T10" fmla="*/ 958 w 264"/>
                <a:gd name="T11" fmla="*/ 207 h 65"/>
                <a:gd name="T12" fmla="*/ 590 w 264"/>
                <a:gd name="T13" fmla="*/ 458 h 65"/>
                <a:gd name="T14" fmla="*/ 146 w 264"/>
                <a:gd name="T15" fmla="*/ 323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4" h="65">
                  <a:moveTo>
                    <a:pt x="10" y="64"/>
                  </a:moveTo>
                  <a:cubicBezTo>
                    <a:pt x="0" y="45"/>
                    <a:pt x="45" y="39"/>
                    <a:pt x="55" y="38"/>
                  </a:cubicBezTo>
                  <a:cubicBezTo>
                    <a:pt x="76" y="36"/>
                    <a:pt x="94" y="37"/>
                    <a:pt x="114" y="29"/>
                  </a:cubicBezTo>
                  <a:cubicBezTo>
                    <a:pt x="137" y="20"/>
                    <a:pt x="160" y="6"/>
                    <a:pt x="185" y="3"/>
                  </a:cubicBezTo>
                  <a:cubicBezTo>
                    <a:pt x="209" y="0"/>
                    <a:pt x="244" y="0"/>
                    <a:pt x="264" y="15"/>
                  </a:cubicBezTo>
                  <a:cubicBezTo>
                    <a:pt x="240" y="2"/>
                    <a:pt x="212" y="13"/>
                    <a:pt x="195" y="29"/>
                  </a:cubicBezTo>
                  <a:cubicBezTo>
                    <a:pt x="177" y="46"/>
                    <a:pt x="146" y="65"/>
                    <a:pt x="120" y="65"/>
                  </a:cubicBezTo>
                  <a:cubicBezTo>
                    <a:pt x="90" y="64"/>
                    <a:pt x="60" y="49"/>
                    <a:pt x="30" y="46"/>
                  </a:cubicBezTo>
                </a:path>
              </a:pathLst>
            </a:custGeom>
            <a:solidFill>
              <a:srgbClr val="FC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3" name="Freeform 519">
              <a:extLst>
                <a:ext uri="{FF2B5EF4-FFF2-40B4-BE49-F238E27FC236}">
                  <a16:creationId xmlns:a16="http://schemas.microsoft.com/office/drawing/2014/main" id="{C6A3D428-FAF4-4A1A-A049-0303BFCE0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423"/>
              <a:ext cx="65" cy="34"/>
            </a:xfrm>
            <a:custGeom>
              <a:avLst/>
              <a:gdLst>
                <a:gd name="T0" fmla="*/ 46 w 47"/>
                <a:gd name="T1" fmla="*/ 114 h 23"/>
                <a:gd name="T2" fmla="*/ 236 w 47"/>
                <a:gd name="T3" fmla="*/ 0 h 23"/>
                <a:gd name="T4" fmla="*/ 156 w 47"/>
                <a:gd name="T5" fmla="*/ 133 h 23"/>
                <a:gd name="T6" fmla="*/ 0 w 47"/>
                <a:gd name="T7" fmla="*/ 14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3">
                  <a:moveTo>
                    <a:pt x="9" y="16"/>
                  </a:moveTo>
                  <a:cubicBezTo>
                    <a:pt x="22" y="9"/>
                    <a:pt x="35" y="7"/>
                    <a:pt x="47" y="0"/>
                  </a:cubicBezTo>
                  <a:cubicBezTo>
                    <a:pt x="42" y="6"/>
                    <a:pt x="38" y="16"/>
                    <a:pt x="31" y="19"/>
                  </a:cubicBezTo>
                  <a:cubicBezTo>
                    <a:pt x="21" y="23"/>
                    <a:pt x="10" y="15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4" name="Freeform 520">
              <a:extLst>
                <a:ext uri="{FF2B5EF4-FFF2-40B4-BE49-F238E27FC236}">
                  <a16:creationId xmlns:a16="http://schemas.microsoft.com/office/drawing/2014/main" id="{5AA0E15D-49F4-42A5-803A-C9446079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2420"/>
              <a:ext cx="15" cy="12"/>
            </a:xfrm>
            <a:custGeom>
              <a:avLst/>
              <a:gdLst>
                <a:gd name="T0" fmla="*/ 19 w 11"/>
                <a:gd name="T1" fmla="*/ 0 h 8"/>
                <a:gd name="T2" fmla="*/ 0 w 11"/>
                <a:gd name="T3" fmla="*/ 62 h 8"/>
                <a:gd name="T4" fmla="*/ 50 w 11"/>
                <a:gd name="T5" fmla="*/ 32 h 8"/>
                <a:gd name="T6" fmla="*/ 37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2" y="2"/>
                    <a:pt x="1" y="5"/>
                    <a:pt x="0" y="8"/>
                  </a:cubicBezTo>
                  <a:cubicBezTo>
                    <a:pt x="4" y="8"/>
                    <a:pt x="8" y="6"/>
                    <a:pt x="11" y="4"/>
                  </a:cubicBezTo>
                  <a:cubicBezTo>
                    <a:pt x="10" y="3"/>
                    <a:pt x="9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5" name="Freeform 521">
              <a:extLst>
                <a:ext uri="{FF2B5EF4-FFF2-40B4-BE49-F238E27FC236}">
                  <a16:creationId xmlns:a16="http://schemas.microsoft.com/office/drawing/2014/main" id="{79CD2844-86DB-411D-9F99-920ED0568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2445"/>
              <a:ext cx="11" cy="11"/>
            </a:xfrm>
            <a:custGeom>
              <a:avLst/>
              <a:gdLst>
                <a:gd name="T0" fmla="*/ 29 w 8"/>
                <a:gd name="T1" fmla="*/ 0 h 7"/>
                <a:gd name="T2" fmla="*/ 0 w 8"/>
                <a:gd name="T3" fmla="*/ 66 h 7"/>
                <a:gd name="T4" fmla="*/ 40 w 8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3" y="1"/>
                    <a:pt x="1" y="3"/>
                    <a:pt x="0" y="7"/>
                  </a:cubicBezTo>
                  <a:cubicBezTo>
                    <a:pt x="4" y="6"/>
                    <a:pt x="6" y="4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6" name="Oval 522">
              <a:extLst>
                <a:ext uri="{FF2B5EF4-FFF2-40B4-BE49-F238E27FC236}">
                  <a16:creationId xmlns:a16="http://schemas.microsoft.com/office/drawing/2014/main" id="{3CD42697-876D-4CA4-9765-DFA4E1246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3" y="2518"/>
              <a:ext cx="81" cy="82"/>
            </a:xfrm>
            <a:prstGeom prst="ellipse">
              <a:avLst/>
            </a:prstGeom>
            <a:solidFill>
              <a:srgbClr val="EAA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77" name="Oval 523">
              <a:extLst>
                <a:ext uri="{FF2B5EF4-FFF2-40B4-BE49-F238E27FC236}">
                  <a16:creationId xmlns:a16="http://schemas.microsoft.com/office/drawing/2014/main" id="{23D0DEA1-5EAB-4B99-94B9-96294FBDF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3" y="2500"/>
              <a:ext cx="82" cy="8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78" name="Oval 524">
              <a:extLst>
                <a:ext uri="{FF2B5EF4-FFF2-40B4-BE49-F238E27FC236}">
                  <a16:creationId xmlns:a16="http://schemas.microsoft.com/office/drawing/2014/main" id="{D1527EAF-D159-44DD-A716-33D777D48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" y="2510"/>
              <a:ext cx="81" cy="83"/>
            </a:xfrm>
            <a:prstGeom prst="ellipse">
              <a:avLst/>
            </a:prstGeom>
            <a:solidFill>
              <a:srgbClr val="DA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79" name="Freeform 525">
              <a:extLst>
                <a:ext uri="{FF2B5EF4-FFF2-40B4-BE49-F238E27FC236}">
                  <a16:creationId xmlns:a16="http://schemas.microsoft.com/office/drawing/2014/main" id="{BF08954F-E537-4811-A1B7-D92D22B13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2529"/>
              <a:ext cx="62" cy="58"/>
            </a:xfrm>
            <a:custGeom>
              <a:avLst/>
              <a:gdLst>
                <a:gd name="T0" fmla="*/ 0 w 45"/>
                <a:gd name="T1" fmla="*/ 168 h 39"/>
                <a:gd name="T2" fmla="*/ 0 w 45"/>
                <a:gd name="T3" fmla="*/ 204 h 39"/>
                <a:gd name="T4" fmla="*/ 105 w 45"/>
                <a:gd name="T5" fmla="*/ 283 h 39"/>
                <a:gd name="T6" fmla="*/ 222 w 45"/>
                <a:gd name="T7" fmla="*/ 119 h 39"/>
                <a:gd name="T8" fmla="*/ 220 w 45"/>
                <a:gd name="T9" fmla="*/ 80 h 39"/>
                <a:gd name="T10" fmla="*/ 117 w 45"/>
                <a:gd name="T11" fmla="*/ 0 h 39"/>
                <a:gd name="T12" fmla="*/ 0 w 45"/>
                <a:gd name="T13" fmla="*/ 16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9">
                  <a:moveTo>
                    <a:pt x="0" y="23"/>
                  </a:moveTo>
                  <a:cubicBezTo>
                    <a:pt x="0" y="25"/>
                    <a:pt x="0" y="27"/>
                    <a:pt x="0" y="28"/>
                  </a:cubicBezTo>
                  <a:cubicBezTo>
                    <a:pt x="5" y="34"/>
                    <a:pt x="12" y="39"/>
                    <a:pt x="21" y="39"/>
                  </a:cubicBezTo>
                  <a:cubicBezTo>
                    <a:pt x="34" y="39"/>
                    <a:pt x="45" y="28"/>
                    <a:pt x="45" y="16"/>
                  </a:cubicBezTo>
                  <a:cubicBezTo>
                    <a:pt x="45" y="14"/>
                    <a:pt x="45" y="12"/>
                    <a:pt x="44" y="11"/>
                  </a:cubicBezTo>
                  <a:cubicBezTo>
                    <a:pt x="40" y="4"/>
                    <a:pt x="32" y="0"/>
                    <a:pt x="24" y="0"/>
                  </a:cubicBezTo>
                  <a:cubicBezTo>
                    <a:pt x="11" y="0"/>
                    <a:pt x="0" y="11"/>
                    <a:pt x="0" y="23"/>
                  </a:cubicBezTo>
                  <a:close/>
                </a:path>
              </a:pathLst>
            </a:custGeom>
            <a:solidFill>
              <a:srgbClr val="CE9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0" name="Oval 526">
              <a:extLst>
                <a:ext uri="{FF2B5EF4-FFF2-40B4-BE49-F238E27FC236}">
                  <a16:creationId xmlns:a16="http://schemas.microsoft.com/office/drawing/2014/main" id="{C40D9BBF-5444-4F82-9E3D-931747872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3" y="252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81" name="Oval 527">
              <a:extLst>
                <a:ext uri="{FF2B5EF4-FFF2-40B4-BE49-F238E27FC236}">
                  <a16:creationId xmlns:a16="http://schemas.microsoft.com/office/drawing/2014/main" id="{AB1B7F11-72FC-46EA-9266-49C0FA20F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252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82" name="Freeform 528">
              <a:extLst>
                <a:ext uri="{FF2B5EF4-FFF2-40B4-BE49-F238E27FC236}">
                  <a16:creationId xmlns:a16="http://schemas.microsoft.com/office/drawing/2014/main" id="{842EC3FC-8892-4361-855E-2F2C8AB83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2556"/>
              <a:ext cx="45" cy="37"/>
            </a:xfrm>
            <a:custGeom>
              <a:avLst/>
              <a:gdLst>
                <a:gd name="T0" fmla="*/ 154 w 33"/>
                <a:gd name="T1" fmla="*/ 0 h 25"/>
                <a:gd name="T2" fmla="*/ 0 w 33"/>
                <a:gd name="T3" fmla="*/ 129 h 25"/>
                <a:gd name="T4" fmla="*/ 154 w 3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33" y="0"/>
                  </a:moveTo>
                  <a:cubicBezTo>
                    <a:pt x="27" y="21"/>
                    <a:pt x="11" y="25"/>
                    <a:pt x="0" y="18"/>
                  </a:cubicBezTo>
                  <a:cubicBezTo>
                    <a:pt x="8" y="18"/>
                    <a:pt x="24" y="15"/>
                    <a:pt x="33" y="0"/>
                  </a:cubicBezTo>
                  <a:close/>
                </a:path>
              </a:pathLst>
            </a:custGeom>
            <a:solidFill>
              <a:srgbClr val="AE5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3" name="Freeform 529">
              <a:extLst>
                <a:ext uri="{FF2B5EF4-FFF2-40B4-BE49-F238E27FC236}">
                  <a16:creationId xmlns:a16="http://schemas.microsoft.com/office/drawing/2014/main" id="{95AAD216-1264-4B21-A5A6-F08D6DCDF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365"/>
              <a:ext cx="523" cy="400"/>
            </a:xfrm>
            <a:custGeom>
              <a:avLst/>
              <a:gdLst>
                <a:gd name="T0" fmla="*/ 36 w 380"/>
                <a:gd name="T1" fmla="*/ 454 h 272"/>
                <a:gd name="T2" fmla="*/ 275 w 380"/>
                <a:gd name="T3" fmla="*/ 772 h 272"/>
                <a:gd name="T4" fmla="*/ 885 w 380"/>
                <a:gd name="T5" fmla="*/ 1434 h 272"/>
                <a:gd name="T6" fmla="*/ 1159 w 380"/>
                <a:gd name="T7" fmla="*/ 1857 h 272"/>
                <a:gd name="T8" fmla="*/ 1510 w 380"/>
                <a:gd name="T9" fmla="*/ 1493 h 272"/>
                <a:gd name="T10" fmla="*/ 1793 w 380"/>
                <a:gd name="T11" fmla="*/ 906 h 272"/>
                <a:gd name="T12" fmla="*/ 1586 w 380"/>
                <a:gd name="T13" fmla="*/ 162 h 272"/>
                <a:gd name="T14" fmla="*/ 985 w 380"/>
                <a:gd name="T15" fmla="*/ 56 h 272"/>
                <a:gd name="T16" fmla="*/ 423 w 380"/>
                <a:gd name="T17" fmla="*/ 318 h 272"/>
                <a:gd name="T18" fmla="*/ 36 w 380"/>
                <a:gd name="T19" fmla="*/ 454 h 2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0" h="272">
                  <a:moveTo>
                    <a:pt x="7" y="66"/>
                  </a:moveTo>
                  <a:cubicBezTo>
                    <a:pt x="0" y="87"/>
                    <a:pt x="12" y="94"/>
                    <a:pt x="55" y="112"/>
                  </a:cubicBezTo>
                  <a:cubicBezTo>
                    <a:pt x="98" y="130"/>
                    <a:pt x="151" y="162"/>
                    <a:pt x="179" y="209"/>
                  </a:cubicBezTo>
                  <a:cubicBezTo>
                    <a:pt x="208" y="257"/>
                    <a:pt x="207" y="272"/>
                    <a:pt x="235" y="270"/>
                  </a:cubicBezTo>
                  <a:cubicBezTo>
                    <a:pt x="262" y="268"/>
                    <a:pt x="292" y="255"/>
                    <a:pt x="306" y="217"/>
                  </a:cubicBezTo>
                  <a:cubicBezTo>
                    <a:pt x="320" y="180"/>
                    <a:pt x="346" y="153"/>
                    <a:pt x="363" y="132"/>
                  </a:cubicBezTo>
                  <a:cubicBezTo>
                    <a:pt x="380" y="110"/>
                    <a:pt x="354" y="47"/>
                    <a:pt x="321" y="24"/>
                  </a:cubicBezTo>
                  <a:cubicBezTo>
                    <a:pt x="288" y="2"/>
                    <a:pt x="229" y="0"/>
                    <a:pt x="200" y="8"/>
                  </a:cubicBezTo>
                  <a:cubicBezTo>
                    <a:pt x="170" y="16"/>
                    <a:pt x="128" y="39"/>
                    <a:pt x="86" y="46"/>
                  </a:cubicBezTo>
                  <a:cubicBezTo>
                    <a:pt x="44" y="53"/>
                    <a:pt x="12" y="49"/>
                    <a:pt x="7" y="6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66" name="Epidermal-Keratinocyte-Cell-Illustration">
            <a:extLst>
              <a:ext uri="{FF2B5EF4-FFF2-40B4-BE49-F238E27FC236}">
                <a16:creationId xmlns:a16="http://schemas.microsoft.com/office/drawing/2014/main" id="{27D5D78D-094E-49EE-B64B-D6D4244BA4BF}"/>
              </a:ext>
            </a:extLst>
          </p:cNvPr>
          <p:cNvGrpSpPr>
            <a:grpSpLocks/>
          </p:cNvGrpSpPr>
          <p:nvPr/>
        </p:nvGrpSpPr>
        <p:grpSpPr bwMode="auto">
          <a:xfrm>
            <a:off x="8208963" y="3727450"/>
            <a:ext cx="638175" cy="657225"/>
            <a:chOff x="4247" y="2372"/>
            <a:chExt cx="402" cy="414"/>
          </a:xfrm>
        </p:grpSpPr>
        <p:sp>
          <p:nvSpPr>
            <p:cNvPr id="15254" name="Freeform 531">
              <a:extLst>
                <a:ext uri="{FF2B5EF4-FFF2-40B4-BE49-F238E27FC236}">
                  <a16:creationId xmlns:a16="http://schemas.microsoft.com/office/drawing/2014/main" id="{421542BB-E254-4D4F-B821-8BBAF4C21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372"/>
              <a:ext cx="398" cy="414"/>
            </a:xfrm>
            <a:custGeom>
              <a:avLst/>
              <a:gdLst>
                <a:gd name="T0" fmla="*/ 424 w 289"/>
                <a:gd name="T1" fmla="*/ 107 h 282"/>
                <a:gd name="T2" fmla="*/ 140 w 289"/>
                <a:gd name="T3" fmla="*/ 642 h 282"/>
                <a:gd name="T4" fmla="*/ 102 w 289"/>
                <a:gd name="T5" fmla="*/ 1133 h 282"/>
                <a:gd name="T6" fmla="*/ 381 w 289"/>
                <a:gd name="T7" fmla="*/ 1806 h 282"/>
                <a:gd name="T8" fmla="*/ 895 w 289"/>
                <a:gd name="T9" fmla="*/ 1787 h 282"/>
                <a:gd name="T10" fmla="*/ 1288 w 289"/>
                <a:gd name="T11" fmla="*/ 1192 h 282"/>
                <a:gd name="T12" fmla="*/ 1165 w 289"/>
                <a:gd name="T13" fmla="*/ 317 h 282"/>
                <a:gd name="T14" fmla="*/ 424 w 289"/>
                <a:gd name="T15" fmla="*/ 107 h 2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9" h="282">
                  <a:moveTo>
                    <a:pt x="86" y="16"/>
                  </a:moveTo>
                  <a:cubicBezTo>
                    <a:pt x="66" y="25"/>
                    <a:pt x="56" y="62"/>
                    <a:pt x="28" y="94"/>
                  </a:cubicBezTo>
                  <a:cubicBezTo>
                    <a:pt x="0" y="126"/>
                    <a:pt x="4" y="150"/>
                    <a:pt x="20" y="166"/>
                  </a:cubicBezTo>
                  <a:cubicBezTo>
                    <a:pt x="35" y="181"/>
                    <a:pt x="52" y="261"/>
                    <a:pt x="77" y="265"/>
                  </a:cubicBezTo>
                  <a:cubicBezTo>
                    <a:pt x="102" y="270"/>
                    <a:pt x="155" y="282"/>
                    <a:pt x="181" y="262"/>
                  </a:cubicBezTo>
                  <a:cubicBezTo>
                    <a:pt x="207" y="243"/>
                    <a:pt x="232" y="214"/>
                    <a:pt x="260" y="175"/>
                  </a:cubicBezTo>
                  <a:cubicBezTo>
                    <a:pt x="289" y="135"/>
                    <a:pt x="266" y="77"/>
                    <a:pt x="235" y="46"/>
                  </a:cubicBezTo>
                  <a:cubicBezTo>
                    <a:pt x="205" y="15"/>
                    <a:pt x="135" y="0"/>
                    <a:pt x="86" y="16"/>
                  </a:cubicBezTo>
                  <a:close/>
                </a:path>
              </a:pathLst>
            </a:custGeom>
            <a:solidFill>
              <a:srgbClr val="FAC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5" name="Freeform 532">
              <a:extLst>
                <a:ext uri="{FF2B5EF4-FFF2-40B4-BE49-F238E27FC236}">
                  <a16:creationId xmlns:a16="http://schemas.microsoft.com/office/drawing/2014/main" id="{F4EE1567-E1A7-4038-B349-C6EE39CA8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441"/>
              <a:ext cx="325" cy="321"/>
            </a:xfrm>
            <a:custGeom>
              <a:avLst/>
              <a:gdLst>
                <a:gd name="T0" fmla="*/ 0 w 236"/>
                <a:gd name="T1" fmla="*/ 859 h 219"/>
                <a:gd name="T2" fmla="*/ 200 w 236"/>
                <a:gd name="T3" fmla="*/ 1366 h 219"/>
                <a:gd name="T4" fmla="*/ 639 w 236"/>
                <a:gd name="T5" fmla="*/ 1398 h 219"/>
                <a:gd name="T6" fmla="*/ 851 w 236"/>
                <a:gd name="T7" fmla="*/ 1148 h 219"/>
                <a:gd name="T8" fmla="*/ 1040 w 236"/>
                <a:gd name="T9" fmla="*/ 783 h 219"/>
                <a:gd name="T10" fmla="*/ 790 w 236"/>
                <a:gd name="T11" fmla="*/ 0 h 219"/>
                <a:gd name="T12" fmla="*/ 866 w 236"/>
                <a:gd name="T13" fmla="*/ 513 h 219"/>
                <a:gd name="T14" fmla="*/ 698 w 236"/>
                <a:gd name="T15" fmla="*/ 928 h 219"/>
                <a:gd name="T16" fmla="*/ 525 w 236"/>
                <a:gd name="T17" fmla="*/ 840 h 219"/>
                <a:gd name="T18" fmla="*/ 431 w 236"/>
                <a:gd name="T19" fmla="*/ 859 h 219"/>
                <a:gd name="T20" fmla="*/ 326 w 236"/>
                <a:gd name="T21" fmla="*/ 1042 h 219"/>
                <a:gd name="T22" fmla="*/ 172 w 236"/>
                <a:gd name="T23" fmla="*/ 973 h 219"/>
                <a:gd name="T24" fmla="*/ 69 w 236"/>
                <a:gd name="T25" fmla="*/ 881 h 2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6" h="219">
                  <a:moveTo>
                    <a:pt x="0" y="127"/>
                  </a:moveTo>
                  <a:cubicBezTo>
                    <a:pt x="7" y="151"/>
                    <a:pt x="21" y="187"/>
                    <a:pt x="40" y="202"/>
                  </a:cubicBezTo>
                  <a:cubicBezTo>
                    <a:pt x="60" y="219"/>
                    <a:pt x="106" y="217"/>
                    <a:pt x="129" y="207"/>
                  </a:cubicBezTo>
                  <a:cubicBezTo>
                    <a:pt x="145" y="201"/>
                    <a:pt x="160" y="181"/>
                    <a:pt x="172" y="169"/>
                  </a:cubicBezTo>
                  <a:cubicBezTo>
                    <a:pt x="187" y="154"/>
                    <a:pt x="199" y="134"/>
                    <a:pt x="210" y="115"/>
                  </a:cubicBezTo>
                  <a:cubicBezTo>
                    <a:pt x="236" y="72"/>
                    <a:pt x="202" y="19"/>
                    <a:pt x="160" y="0"/>
                  </a:cubicBezTo>
                  <a:cubicBezTo>
                    <a:pt x="180" y="21"/>
                    <a:pt x="181" y="50"/>
                    <a:pt x="175" y="76"/>
                  </a:cubicBezTo>
                  <a:cubicBezTo>
                    <a:pt x="171" y="91"/>
                    <a:pt x="158" y="131"/>
                    <a:pt x="141" y="137"/>
                  </a:cubicBezTo>
                  <a:cubicBezTo>
                    <a:pt x="134" y="110"/>
                    <a:pt x="124" y="120"/>
                    <a:pt x="106" y="124"/>
                  </a:cubicBezTo>
                  <a:cubicBezTo>
                    <a:pt x="99" y="125"/>
                    <a:pt x="93" y="123"/>
                    <a:pt x="87" y="127"/>
                  </a:cubicBezTo>
                  <a:cubicBezTo>
                    <a:pt x="78" y="133"/>
                    <a:pt x="78" y="148"/>
                    <a:pt x="66" y="154"/>
                  </a:cubicBezTo>
                  <a:cubicBezTo>
                    <a:pt x="53" y="159"/>
                    <a:pt x="45" y="151"/>
                    <a:pt x="35" y="144"/>
                  </a:cubicBezTo>
                  <a:cubicBezTo>
                    <a:pt x="28" y="138"/>
                    <a:pt x="20" y="134"/>
                    <a:pt x="14" y="130"/>
                  </a:cubicBezTo>
                </a:path>
              </a:pathLst>
            </a:custGeom>
            <a:solidFill>
              <a:srgbClr val="F7B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6" name="Freeform 533">
              <a:extLst>
                <a:ext uri="{FF2B5EF4-FFF2-40B4-BE49-F238E27FC236}">
                  <a16:creationId xmlns:a16="http://schemas.microsoft.com/office/drawing/2014/main" id="{3BF946C3-6E61-4219-8564-80CCF82F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403"/>
              <a:ext cx="260" cy="198"/>
            </a:xfrm>
            <a:custGeom>
              <a:avLst/>
              <a:gdLst>
                <a:gd name="T0" fmla="*/ 198 w 189"/>
                <a:gd name="T1" fmla="*/ 912 h 135"/>
                <a:gd name="T2" fmla="*/ 359 w 189"/>
                <a:gd name="T3" fmla="*/ 277 h 135"/>
                <a:gd name="T4" fmla="*/ 616 w 189"/>
                <a:gd name="T5" fmla="*/ 13 h 135"/>
                <a:gd name="T6" fmla="*/ 931 w 189"/>
                <a:gd name="T7" fmla="*/ 157 h 135"/>
                <a:gd name="T8" fmla="*/ 790 w 189"/>
                <a:gd name="T9" fmla="*/ 129 h 135"/>
                <a:gd name="T10" fmla="*/ 640 w 189"/>
                <a:gd name="T11" fmla="*/ 176 h 135"/>
                <a:gd name="T12" fmla="*/ 498 w 189"/>
                <a:gd name="T13" fmla="*/ 475 h 135"/>
                <a:gd name="T14" fmla="*/ 277 w 189"/>
                <a:gd name="T15" fmla="*/ 682 h 135"/>
                <a:gd name="T16" fmla="*/ 198 w 189"/>
                <a:gd name="T17" fmla="*/ 91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135">
                  <a:moveTo>
                    <a:pt x="40" y="134"/>
                  </a:moveTo>
                  <a:cubicBezTo>
                    <a:pt x="0" y="109"/>
                    <a:pt x="58" y="67"/>
                    <a:pt x="73" y="41"/>
                  </a:cubicBezTo>
                  <a:cubicBezTo>
                    <a:pt x="88" y="17"/>
                    <a:pt x="93" y="4"/>
                    <a:pt x="125" y="2"/>
                  </a:cubicBezTo>
                  <a:cubicBezTo>
                    <a:pt x="149" y="0"/>
                    <a:pt x="172" y="5"/>
                    <a:pt x="189" y="23"/>
                  </a:cubicBezTo>
                  <a:cubicBezTo>
                    <a:pt x="180" y="27"/>
                    <a:pt x="169" y="20"/>
                    <a:pt x="160" y="19"/>
                  </a:cubicBezTo>
                  <a:cubicBezTo>
                    <a:pt x="148" y="17"/>
                    <a:pt x="140" y="19"/>
                    <a:pt x="130" y="26"/>
                  </a:cubicBezTo>
                  <a:cubicBezTo>
                    <a:pt x="113" y="38"/>
                    <a:pt x="112" y="54"/>
                    <a:pt x="101" y="70"/>
                  </a:cubicBezTo>
                  <a:cubicBezTo>
                    <a:pt x="90" y="85"/>
                    <a:pt x="68" y="87"/>
                    <a:pt x="56" y="100"/>
                  </a:cubicBezTo>
                  <a:cubicBezTo>
                    <a:pt x="46" y="110"/>
                    <a:pt x="52" y="128"/>
                    <a:pt x="40" y="135"/>
                  </a:cubicBezTo>
                </a:path>
              </a:pathLst>
            </a:custGeom>
            <a:solidFill>
              <a:srgbClr val="FC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7" name="Freeform 534">
              <a:extLst>
                <a:ext uri="{FF2B5EF4-FFF2-40B4-BE49-F238E27FC236}">
                  <a16:creationId xmlns:a16="http://schemas.microsoft.com/office/drawing/2014/main" id="{4A03E793-A0B3-42AC-9270-04E7F175F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416"/>
              <a:ext cx="50" cy="34"/>
            </a:xfrm>
            <a:custGeom>
              <a:avLst/>
              <a:gdLst>
                <a:gd name="T0" fmla="*/ 41 w 37"/>
                <a:gd name="T1" fmla="*/ 28 h 23"/>
                <a:gd name="T2" fmla="*/ 0 w 37"/>
                <a:gd name="T3" fmla="*/ 101 h 23"/>
                <a:gd name="T4" fmla="*/ 49 w 37"/>
                <a:gd name="T5" fmla="*/ 161 h 23"/>
                <a:gd name="T6" fmla="*/ 93 w 37"/>
                <a:gd name="T7" fmla="*/ 87 h 23"/>
                <a:gd name="T8" fmla="*/ 168 w 37"/>
                <a:gd name="T9" fmla="*/ 41 h 23"/>
                <a:gd name="T10" fmla="*/ 116 w 37"/>
                <a:gd name="T11" fmla="*/ 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3">
                  <a:moveTo>
                    <a:pt x="9" y="4"/>
                  </a:moveTo>
                  <a:cubicBezTo>
                    <a:pt x="6" y="6"/>
                    <a:pt x="0" y="10"/>
                    <a:pt x="0" y="14"/>
                  </a:cubicBezTo>
                  <a:cubicBezTo>
                    <a:pt x="0" y="15"/>
                    <a:pt x="10" y="23"/>
                    <a:pt x="11" y="23"/>
                  </a:cubicBezTo>
                  <a:cubicBezTo>
                    <a:pt x="15" y="22"/>
                    <a:pt x="18" y="14"/>
                    <a:pt x="21" y="12"/>
                  </a:cubicBezTo>
                  <a:cubicBezTo>
                    <a:pt x="25" y="8"/>
                    <a:pt x="32" y="7"/>
                    <a:pt x="37" y="6"/>
                  </a:cubicBezTo>
                  <a:cubicBezTo>
                    <a:pt x="35" y="2"/>
                    <a:pt x="30" y="0"/>
                    <a:pt x="2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8" name="Freeform 535">
              <a:extLst>
                <a:ext uri="{FF2B5EF4-FFF2-40B4-BE49-F238E27FC236}">
                  <a16:creationId xmlns:a16="http://schemas.microsoft.com/office/drawing/2014/main" id="{DAF92792-6631-49EE-BB63-79D3A26A5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510"/>
              <a:ext cx="22" cy="20"/>
            </a:xfrm>
            <a:custGeom>
              <a:avLst/>
              <a:gdLst>
                <a:gd name="T0" fmla="*/ 26 w 16"/>
                <a:gd name="T1" fmla="*/ 27 h 14"/>
                <a:gd name="T2" fmla="*/ 0 w 16"/>
                <a:gd name="T3" fmla="*/ 84 h 14"/>
                <a:gd name="T4" fmla="*/ 77 w 16"/>
                <a:gd name="T5" fmla="*/ 19 h 14"/>
                <a:gd name="T6" fmla="*/ 44 w 16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5" y="4"/>
                  </a:moveTo>
                  <a:cubicBezTo>
                    <a:pt x="3" y="7"/>
                    <a:pt x="1" y="10"/>
                    <a:pt x="0" y="14"/>
                  </a:cubicBezTo>
                  <a:cubicBezTo>
                    <a:pt x="6" y="11"/>
                    <a:pt x="11" y="6"/>
                    <a:pt x="16" y="3"/>
                  </a:cubicBezTo>
                  <a:cubicBezTo>
                    <a:pt x="14" y="0"/>
                    <a:pt x="12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" name="Freeform 536">
              <a:extLst>
                <a:ext uri="{FF2B5EF4-FFF2-40B4-BE49-F238E27FC236}">
                  <a16:creationId xmlns:a16="http://schemas.microsoft.com/office/drawing/2014/main" id="{2AA89550-40C1-493B-A743-75CA3D35B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456"/>
              <a:ext cx="11" cy="10"/>
            </a:xfrm>
            <a:custGeom>
              <a:avLst/>
              <a:gdLst>
                <a:gd name="T0" fmla="*/ 0 w 8"/>
                <a:gd name="T1" fmla="*/ 27 h 7"/>
                <a:gd name="T2" fmla="*/ 26 w 8"/>
                <a:gd name="T3" fmla="*/ 41 h 7"/>
                <a:gd name="T4" fmla="*/ 29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8" y="4"/>
                    <a:pt x="7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" name="Freeform 537">
              <a:extLst>
                <a:ext uri="{FF2B5EF4-FFF2-40B4-BE49-F238E27FC236}">
                  <a16:creationId xmlns:a16="http://schemas.microsoft.com/office/drawing/2014/main" id="{B4161091-814A-4A2B-B13E-6A1366C8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673"/>
              <a:ext cx="185" cy="70"/>
            </a:xfrm>
            <a:custGeom>
              <a:avLst/>
              <a:gdLst>
                <a:gd name="T0" fmla="*/ 0 w 134"/>
                <a:gd name="T1" fmla="*/ 128 h 48"/>
                <a:gd name="T2" fmla="*/ 121 w 134"/>
                <a:gd name="T3" fmla="*/ 277 h 48"/>
                <a:gd name="T4" fmla="*/ 316 w 134"/>
                <a:gd name="T5" fmla="*/ 305 h 48"/>
                <a:gd name="T6" fmla="*/ 505 w 134"/>
                <a:gd name="T7" fmla="*/ 257 h 48"/>
                <a:gd name="T8" fmla="*/ 671 w 134"/>
                <a:gd name="T9" fmla="*/ 0 h 48"/>
                <a:gd name="T10" fmla="*/ 552 w 134"/>
                <a:gd name="T11" fmla="*/ 158 h 48"/>
                <a:gd name="T12" fmla="*/ 366 w 134"/>
                <a:gd name="T13" fmla="*/ 217 h 48"/>
                <a:gd name="T14" fmla="*/ 200 w 134"/>
                <a:gd name="T15" fmla="*/ 226 h 48"/>
                <a:gd name="T16" fmla="*/ 61 w 134"/>
                <a:gd name="T17" fmla="*/ 16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48">
                  <a:moveTo>
                    <a:pt x="0" y="19"/>
                  </a:moveTo>
                  <a:cubicBezTo>
                    <a:pt x="7" y="31"/>
                    <a:pt x="12" y="37"/>
                    <a:pt x="24" y="42"/>
                  </a:cubicBezTo>
                  <a:cubicBezTo>
                    <a:pt x="37" y="47"/>
                    <a:pt x="49" y="45"/>
                    <a:pt x="63" y="46"/>
                  </a:cubicBezTo>
                  <a:cubicBezTo>
                    <a:pt x="77" y="46"/>
                    <a:pt x="89" y="48"/>
                    <a:pt x="101" y="39"/>
                  </a:cubicBezTo>
                  <a:cubicBezTo>
                    <a:pt x="113" y="31"/>
                    <a:pt x="133" y="15"/>
                    <a:pt x="134" y="0"/>
                  </a:cubicBezTo>
                  <a:cubicBezTo>
                    <a:pt x="124" y="4"/>
                    <a:pt x="119" y="18"/>
                    <a:pt x="110" y="24"/>
                  </a:cubicBezTo>
                  <a:cubicBezTo>
                    <a:pt x="99" y="32"/>
                    <a:pt x="86" y="33"/>
                    <a:pt x="73" y="33"/>
                  </a:cubicBezTo>
                  <a:cubicBezTo>
                    <a:pt x="62" y="33"/>
                    <a:pt x="51" y="35"/>
                    <a:pt x="40" y="34"/>
                  </a:cubicBezTo>
                  <a:cubicBezTo>
                    <a:pt x="30" y="32"/>
                    <a:pt x="22" y="28"/>
                    <a:pt x="12" y="25"/>
                  </a:cubicBezTo>
                </a:path>
              </a:pathLst>
            </a:custGeom>
            <a:solidFill>
              <a:srgbClr val="E4A4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" name="Freeform 538">
              <a:extLst>
                <a:ext uri="{FF2B5EF4-FFF2-40B4-BE49-F238E27FC236}">
                  <a16:creationId xmlns:a16="http://schemas.microsoft.com/office/drawing/2014/main" id="{473243E3-50B2-4C26-BDEE-8BA410311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508"/>
              <a:ext cx="18" cy="88"/>
            </a:xfrm>
            <a:custGeom>
              <a:avLst/>
              <a:gdLst>
                <a:gd name="T0" fmla="*/ 15 w 13"/>
                <a:gd name="T1" fmla="*/ 0 h 60"/>
                <a:gd name="T2" fmla="*/ 64 w 13"/>
                <a:gd name="T3" fmla="*/ 217 h 60"/>
                <a:gd name="T4" fmla="*/ 11 w 13"/>
                <a:gd name="T5" fmla="*/ 406 h 60"/>
                <a:gd name="T6" fmla="*/ 40 w 13"/>
                <a:gd name="T7" fmla="*/ 8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3" y="0"/>
                  </a:moveTo>
                  <a:cubicBezTo>
                    <a:pt x="9" y="9"/>
                    <a:pt x="12" y="21"/>
                    <a:pt x="12" y="32"/>
                  </a:cubicBezTo>
                  <a:cubicBezTo>
                    <a:pt x="13" y="44"/>
                    <a:pt x="8" y="49"/>
                    <a:pt x="2" y="60"/>
                  </a:cubicBezTo>
                  <a:cubicBezTo>
                    <a:pt x="11" y="45"/>
                    <a:pt x="0" y="26"/>
                    <a:pt x="8" y="12"/>
                  </a:cubicBezTo>
                </a:path>
              </a:pathLst>
            </a:custGeom>
            <a:solidFill>
              <a:srgbClr val="E4A4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" name="Oval 539">
              <a:extLst>
                <a:ext uri="{FF2B5EF4-FFF2-40B4-BE49-F238E27FC236}">
                  <a16:creationId xmlns:a16="http://schemas.microsoft.com/office/drawing/2014/main" id="{A1FA2954-DA91-41D8-BF68-4F5496AB1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2547"/>
              <a:ext cx="81" cy="80"/>
            </a:xfrm>
            <a:prstGeom prst="ellipse">
              <a:avLst/>
            </a:prstGeom>
            <a:solidFill>
              <a:srgbClr val="EAA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63" name="Oval 540">
              <a:extLst>
                <a:ext uri="{FF2B5EF4-FFF2-40B4-BE49-F238E27FC236}">
                  <a16:creationId xmlns:a16="http://schemas.microsoft.com/office/drawing/2014/main" id="{2B23C15B-0D15-4F30-BFF2-2F289F4F9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2529"/>
              <a:ext cx="81" cy="8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64" name="Oval 541">
              <a:extLst>
                <a:ext uri="{FF2B5EF4-FFF2-40B4-BE49-F238E27FC236}">
                  <a16:creationId xmlns:a16="http://schemas.microsoft.com/office/drawing/2014/main" id="{864C67F8-0ADC-439A-8A1A-5A76B5C1C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2539"/>
              <a:ext cx="82" cy="81"/>
            </a:xfrm>
            <a:prstGeom prst="ellipse">
              <a:avLst/>
            </a:prstGeom>
            <a:solidFill>
              <a:srgbClr val="DA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65" name="Freeform 542">
              <a:extLst>
                <a:ext uri="{FF2B5EF4-FFF2-40B4-BE49-F238E27FC236}">
                  <a16:creationId xmlns:a16="http://schemas.microsoft.com/office/drawing/2014/main" id="{EF75DABD-D41D-4492-A0B0-C72E367C3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558"/>
              <a:ext cx="63" cy="56"/>
            </a:xfrm>
            <a:custGeom>
              <a:avLst/>
              <a:gdLst>
                <a:gd name="T0" fmla="*/ 0 w 46"/>
                <a:gd name="T1" fmla="*/ 161 h 38"/>
                <a:gd name="T2" fmla="*/ 1 w 46"/>
                <a:gd name="T3" fmla="*/ 192 h 38"/>
                <a:gd name="T4" fmla="*/ 103 w 46"/>
                <a:gd name="T5" fmla="*/ 265 h 38"/>
                <a:gd name="T6" fmla="*/ 222 w 46"/>
                <a:gd name="T7" fmla="*/ 102 h 38"/>
                <a:gd name="T8" fmla="*/ 218 w 46"/>
                <a:gd name="T9" fmla="*/ 69 h 38"/>
                <a:gd name="T10" fmla="*/ 121 w 46"/>
                <a:gd name="T11" fmla="*/ 0 h 38"/>
                <a:gd name="T12" fmla="*/ 0 w 46"/>
                <a:gd name="T13" fmla="*/ 16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0" y="23"/>
                  </a:moveTo>
                  <a:cubicBezTo>
                    <a:pt x="0" y="24"/>
                    <a:pt x="1" y="26"/>
                    <a:pt x="1" y="28"/>
                  </a:cubicBezTo>
                  <a:cubicBezTo>
                    <a:pt x="5" y="34"/>
                    <a:pt x="13" y="38"/>
                    <a:pt x="21" y="38"/>
                  </a:cubicBezTo>
                  <a:cubicBezTo>
                    <a:pt x="35" y="38"/>
                    <a:pt x="46" y="28"/>
                    <a:pt x="46" y="15"/>
                  </a:cubicBezTo>
                  <a:cubicBezTo>
                    <a:pt x="46" y="13"/>
                    <a:pt x="45" y="12"/>
                    <a:pt x="45" y="10"/>
                  </a:cubicBezTo>
                  <a:cubicBezTo>
                    <a:pt x="41" y="4"/>
                    <a:pt x="33" y="0"/>
                    <a:pt x="25" y="0"/>
                  </a:cubicBezTo>
                  <a:cubicBezTo>
                    <a:pt x="11" y="0"/>
                    <a:pt x="0" y="10"/>
                    <a:pt x="0" y="23"/>
                  </a:cubicBezTo>
                  <a:close/>
                </a:path>
              </a:pathLst>
            </a:custGeom>
            <a:solidFill>
              <a:srgbClr val="CE9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6" name="Oval 543">
              <a:extLst>
                <a:ext uri="{FF2B5EF4-FFF2-40B4-BE49-F238E27FC236}">
                  <a16:creationId xmlns:a16="http://schemas.microsoft.com/office/drawing/2014/main" id="{1CB77C06-56AF-4DB1-BF1C-10FBD0A66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" y="2557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67" name="Oval 544">
              <a:extLst>
                <a:ext uri="{FF2B5EF4-FFF2-40B4-BE49-F238E27FC236}">
                  <a16:creationId xmlns:a16="http://schemas.microsoft.com/office/drawing/2014/main" id="{D98392D6-1806-4F04-A8E4-72A8B436E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55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68" name="Freeform 545">
              <a:extLst>
                <a:ext uri="{FF2B5EF4-FFF2-40B4-BE49-F238E27FC236}">
                  <a16:creationId xmlns:a16="http://schemas.microsoft.com/office/drawing/2014/main" id="{C0F7A3A9-D1A9-4485-96E7-7B1BDB117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583"/>
              <a:ext cx="45" cy="37"/>
            </a:xfrm>
            <a:custGeom>
              <a:avLst/>
              <a:gdLst>
                <a:gd name="T0" fmla="*/ 154 w 33"/>
                <a:gd name="T1" fmla="*/ 0 h 25"/>
                <a:gd name="T2" fmla="*/ 0 w 33"/>
                <a:gd name="T3" fmla="*/ 133 h 25"/>
                <a:gd name="T4" fmla="*/ 154 w 3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33" y="0"/>
                  </a:moveTo>
                  <a:cubicBezTo>
                    <a:pt x="28" y="22"/>
                    <a:pt x="12" y="25"/>
                    <a:pt x="0" y="19"/>
                  </a:cubicBezTo>
                  <a:cubicBezTo>
                    <a:pt x="9" y="18"/>
                    <a:pt x="25" y="15"/>
                    <a:pt x="33" y="0"/>
                  </a:cubicBezTo>
                  <a:close/>
                </a:path>
              </a:pathLst>
            </a:custGeom>
            <a:solidFill>
              <a:srgbClr val="AE5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9" name="Freeform 546">
              <a:extLst>
                <a:ext uri="{FF2B5EF4-FFF2-40B4-BE49-F238E27FC236}">
                  <a16:creationId xmlns:a16="http://schemas.microsoft.com/office/drawing/2014/main" id="{791EB8E8-86D6-4390-9750-3F8D1E551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372"/>
              <a:ext cx="398" cy="414"/>
            </a:xfrm>
            <a:custGeom>
              <a:avLst/>
              <a:gdLst>
                <a:gd name="T0" fmla="*/ 424 w 289"/>
                <a:gd name="T1" fmla="*/ 107 h 282"/>
                <a:gd name="T2" fmla="*/ 140 w 289"/>
                <a:gd name="T3" fmla="*/ 642 h 282"/>
                <a:gd name="T4" fmla="*/ 102 w 289"/>
                <a:gd name="T5" fmla="*/ 1133 h 282"/>
                <a:gd name="T6" fmla="*/ 381 w 289"/>
                <a:gd name="T7" fmla="*/ 1806 h 282"/>
                <a:gd name="T8" fmla="*/ 895 w 289"/>
                <a:gd name="T9" fmla="*/ 1787 h 282"/>
                <a:gd name="T10" fmla="*/ 1288 w 289"/>
                <a:gd name="T11" fmla="*/ 1192 h 282"/>
                <a:gd name="T12" fmla="*/ 1165 w 289"/>
                <a:gd name="T13" fmla="*/ 317 h 282"/>
                <a:gd name="T14" fmla="*/ 424 w 289"/>
                <a:gd name="T15" fmla="*/ 107 h 2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9" h="282">
                  <a:moveTo>
                    <a:pt x="86" y="16"/>
                  </a:moveTo>
                  <a:cubicBezTo>
                    <a:pt x="66" y="25"/>
                    <a:pt x="56" y="62"/>
                    <a:pt x="28" y="94"/>
                  </a:cubicBezTo>
                  <a:cubicBezTo>
                    <a:pt x="0" y="126"/>
                    <a:pt x="4" y="150"/>
                    <a:pt x="20" y="166"/>
                  </a:cubicBezTo>
                  <a:cubicBezTo>
                    <a:pt x="35" y="181"/>
                    <a:pt x="52" y="261"/>
                    <a:pt x="77" y="265"/>
                  </a:cubicBezTo>
                  <a:cubicBezTo>
                    <a:pt x="102" y="270"/>
                    <a:pt x="155" y="282"/>
                    <a:pt x="181" y="262"/>
                  </a:cubicBezTo>
                  <a:cubicBezTo>
                    <a:pt x="207" y="243"/>
                    <a:pt x="232" y="214"/>
                    <a:pt x="260" y="175"/>
                  </a:cubicBezTo>
                  <a:cubicBezTo>
                    <a:pt x="289" y="135"/>
                    <a:pt x="266" y="77"/>
                    <a:pt x="235" y="46"/>
                  </a:cubicBezTo>
                  <a:cubicBezTo>
                    <a:pt x="205" y="15"/>
                    <a:pt x="135" y="0"/>
                    <a:pt x="86" y="1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67" name="Group 547">
            <a:extLst>
              <a:ext uri="{FF2B5EF4-FFF2-40B4-BE49-F238E27FC236}">
                <a16:creationId xmlns:a16="http://schemas.microsoft.com/office/drawing/2014/main" id="{7C3BC232-699C-4061-AED0-D88EC065A6FD}"/>
              </a:ext>
            </a:extLst>
          </p:cNvPr>
          <p:cNvGrpSpPr>
            <a:grpSpLocks/>
          </p:cNvGrpSpPr>
          <p:nvPr/>
        </p:nvGrpSpPr>
        <p:grpSpPr bwMode="auto">
          <a:xfrm>
            <a:off x="9699625" y="5281613"/>
            <a:ext cx="404813" cy="800100"/>
            <a:chOff x="5186" y="3351"/>
            <a:chExt cx="255" cy="504"/>
          </a:xfrm>
        </p:grpSpPr>
        <p:sp>
          <p:nvSpPr>
            <p:cNvPr id="15241" name="Freeform 548">
              <a:extLst>
                <a:ext uri="{FF2B5EF4-FFF2-40B4-BE49-F238E27FC236}">
                  <a16:creationId xmlns:a16="http://schemas.microsoft.com/office/drawing/2014/main" id="{5D963A44-08AC-4988-B811-74B78B813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3351"/>
              <a:ext cx="255" cy="504"/>
            </a:xfrm>
            <a:custGeom>
              <a:avLst/>
              <a:gdLst>
                <a:gd name="T0" fmla="*/ 207 w 185"/>
                <a:gd name="T1" fmla="*/ 47 h 343"/>
                <a:gd name="T2" fmla="*/ 589 w 185"/>
                <a:gd name="T3" fmla="*/ 190 h 343"/>
                <a:gd name="T4" fmla="*/ 885 w 185"/>
                <a:gd name="T5" fmla="*/ 494 h 343"/>
                <a:gd name="T6" fmla="*/ 839 w 185"/>
                <a:gd name="T7" fmla="*/ 1151 h 343"/>
                <a:gd name="T8" fmla="*/ 828 w 185"/>
                <a:gd name="T9" fmla="*/ 2131 h 343"/>
                <a:gd name="T10" fmla="*/ 573 w 185"/>
                <a:gd name="T11" fmla="*/ 2264 h 343"/>
                <a:gd name="T12" fmla="*/ 61 w 185"/>
                <a:gd name="T13" fmla="*/ 2185 h 343"/>
                <a:gd name="T14" fmla="*/ 26 w 185"/>
                <a:gd name="T15" fmla="*/ 1121 h 343"/>
                <a:gd name="T16" fmla="*/ 207 w 185"/>
                <a:gd name="T17" fmla="*/ 47 h 3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5" h="343">
                  <a:moveTo>
                    <a:pt x="41" y="7"/>
                  </a:moveTo>
                  <a:cubicBezTo>
                    <a:pt x="81" y="0"/>
                    <a:pt x="91" y="11"/>
                    <a:pt x="118" y="28"/>
                  </a:cubicBezTo>
                  <a:cubicBezTo>
                    <a:pt x="144" y="44"/>
                    <a:pt x="171" y="54"/>
                    <a:pt x="178" y="72"/>
                  </a:cubicBezTo>
                  <a:cubicBezTo>
                    <a:pt x="185" y="89"/>
                    <a:pt x="172" y="113"/>
                    <a:pt x="169" y="168"/>
                  </a:cubicBezTo>
                  <a:cubicBezTo>
                    <a:pt x="165" y="223"/>
                    <a:pt x="165" y="291"/>
                    <a:pt x="166" y="311"/>
                  </a:cubicBezTo>
                  <a:cubicBezTo>
                    <a:pt x="168" y="331"/>
                    <a:pt x="143" y="333"/>
                    <a:pt x="115" y="331"/>
                  </a:cubicBezTo>
                  <a:cubicBezTo>
                    <a:pt x="91" y="330"/>
                    <a:pt x="20" y="343"/>
                    <a:pt x="12" y="319"/>
                  </a:cubicBezTo>
                  <a:cubicBezTo>
                    <a:pt x="4" y="295"/>
                    <a:pt x="0" y="213"/>
                    <a:pt x="5" y="163"/>
                  </a:cubicBezTo>
                  <a:cubicBezTo>
                    <a:pt x="11" y="113"/>
                    <a:pt x="2" y="17"/>
                    <a:pt x="41" y="7"/>
                  </a:cubicBezTo>
                  <a:close/>
                </a:path>
              </a:pathLst>
            </a:custGeom>
            <a:solidFill>
              <a:srgbClr val="FAC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2" name="Freeform 549">
              <a:extLst>
                <a:ext uri="{FF2B5EF4-FFF2-40B4-BE49-F238E27FC236}">
                  <a16:creationId xmlns:a16="http://schemas.microsoft.com/office/drawing/2014/main" id="{3612BE50-C747-4034-BD9E-174F2CFEE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" y="3448"/>
              <a:ext cx="224" cy="382"/>
            </a:xfrm>
            <a:custGeom>
              <a:avLst/>
              <a:gdLst>
                <a:gd name="T0" fmla="*/ 0 w 163"/>
                <a:gd name="T1" fmla="*/ 1402 h 260"/>
                <a:gd name="T2" fmla="*/ 76 w 163"/>
                <a:gd name="T3" fmla="*/ 1735 h 260"/>
                <a:gd name="T4" fmla="*/ 327 w 163"/>
                <a:gd name="T5" fmla="*/ 1759 h 260"/>
                <a:gd name="T6" fmla="*/ 590 w 163"/>
                <a:gd name="T7" fmla="*/ 1738 h 260"/>
                <a:gd name="T8" fmla="*/ 686 w 163"/>
                <a:gd name="T9" fmla="*/ 1593 h 260"/>
                <a:gd name="T10" fmla="*/ 686 w 163"/>
                <a:gd name="T11" fmla="*/ 1269 h 260"/>
                <a:gd name="T12" fmla="*/ 702 w 163"/>
                <a:gd name="T13" fmla="*/ 726 h 260"/>
                <a:gd name="T14" fmla="*/ 789 w 163"/>
                <a:gd name="T15" fmla="*/ 176 h 260"/>
                <a:gd name="T16" fmla="*/ 680 w 163"/>
                <a:gd name="T17" fmla="*/ 0 h 260"/>
                <a:gd name="T18" fmla="*/ 708 w 163"/>
                <a:gd name="T19" fmla="*/ 190 h 260"/>
                <a:gd name="T20" fmla="*/ 612 w 163"/>
                <a:gd name="T21" fmla="*/ 597 h 260"/>
                <a:gd name="T22" fmla="*/ 554 w 163"/>
                <a:gd name="T23" fmla="*/ 905 h 260"/>
                <a:gd name="T24" fmla="*/ 430 w 163"/>
                <a:gd name="T25" fmla="*/ 1109 h 260"/>
                <a:gd name="T26" fmla="*/ 213 w 163"/>
                <a:gd name="T27" fmla="*/ 1136 h 260"/>
                <a:gd name="T28" fmla="*/ 236 w 163"/>
                <a:gd name="T29" fmla="*/ 1252 h 260"/>
                <a:gd name="T30" fmla="*/ 36 w 163"/>
                <a:gd name="T31" fmla="*/ 1515 h 2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260">
                  <a:moveTo>
                    <a:pt x="0" y="205"/>
                  </a:moveTo>
                  <a:cubicBezTo>
                    <a:pt x="4" y="219"/>
                    <a:pt x="1" y="244"/>
                    <a:pt x="15" y="253"/>
                  </a:cubicBezTo>
                  <a:cubicBezTo>
                    <a:pt x="27" y="260"/>
                    <a:pt x="53" y="257"/>
                    <a:pt x="67" y="257"/>
                  </a:cubicBezTo>
                  <a:cubicBezTo>
                    <a:pt x="83" y="257"/>
                    <a:pt x="104" y="257"/>
                    <a:pt x="120" y="254"/>
                  </a:cubicBezTo>
                  <a:cubicBezTo>
                    <a:pt x="130" y="251"/>
                    <a:pt x="138" y="244"/>
                    <a:pt x="140" y="233"/>
                  </a:cubicBezTo>
                  <a:cubicBezTo>
                    <a:pt x="144" y="219"/>
                    <a:pt x="140" y="200"/>
                    <a:pt x="140" y="185"/>
                  </a:cubicBezTo>
                  <a:cubicBezTo>
                    <a:pt x="141" y="159"/>
                    <a:pt x="140" y="132"/>
                    <a:pt x="143" y="106"/>
                  </a:cubicBezTo>
                  <a:cubicBezTo>
                    <a:pt x="146" y="79"/>
                    <a:pt x="159" y="52"/>
                    <a:pt x="161" y="26"/>
                  </a:cubicBezTo>
                  <a:cubicBezTo>
                    <a:pt x="163" y="2"/>
                    <a:pt x="148" y="14"/>
                    <a:pt x="139" y="0"/>
                  </a:cubicBezTo>
                  <a:cubicBezTo>
                    <a:pt x="141" y="11"/>
                    <a:pt x="148" y="14"/>
                    <a:pt x="145" y="28"/>
                  </a:cubicBezTo>
                  <a:cubicBezTo>
                    <a:pt x="142" y="48"/>
                    <a:pt x="132" y="68"/>
                    <a:pt x="125" y="87"/>
                  </a:cubicBezTo>
                  <a:cubicBezTo>
                    <a:pt x="119" y="103"/>
                    <a:pt x="114" y="115"/>
                    <a:pt x="113" y="132"/>
                  </a:cubicBezTo>
                  <a:cubicBezTo>
                    <a:pt x="112" y="148"/>
                    <a:pt x="105" y="159"/>
                    <a:pt x="88" y="162"/>
                  </a:cubicBezTo>
                  <a:cubicBezTo>
                    <a:pt x="78" y="164"/>
                    <a:pt x="51" y="160"/>
                    <a:pt x="44" y="166"/>
                  </a:cubicBezTo>
                  <a:cubicBezTo>
                    <a:pt x="36" y="173"/>
                    <a:pt x="44" y="176"/>
                    <a:pt x="48" y="183"/>
                  </a:cubicBezTo>
                  <a:cubicBezTo>
                    <a:pt x="63" y="211"/>
                    <a:pt x="32" y="254"/>
                    <a:pt x="7" y="221"/>
                  </a:cubicBezTo>
                </a:path>
              </a:pathLst>
            </a:custGeom>
            <a:solidFill>
              <a:srgbClr val="F7B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3" name="Freeform 550">
              <a:extLst>
                <a:ext uri="{FF2B5EF4-FFF2-40B4-BE49-F238E27FC236}">
                  <a16:creationId xmlns:a16="http://schemas.microsoft.com/office/drawing/2014/main" id="{3E4DAF97-79FB-43D8-AE73-83BABF6C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364"/>
              <a:ext cx="173" cy="225"/>
            </a:xfrm>
            <a:custGeom>
              <a:avLst/>
              <a:gdLst>
                <a:gd name="T0" fmla="*/ 0 w 126"/>
                <a:gd name="T1" fmla="*/ 1053 h 153"/>
                <a:gd name="T2" fmla="*/ 29 w 126"/>
                <a:gd name="T3" fmla="*/ 553 h 153"/>
                <a:gd name="T4" fmla="*/ 113 w 126"/>
                <a:gd name="T5" fmla="*/ 110 h 153"/>
                <a:gd name="T6" fmla="*/ 354 w 126"/>
                <a:gd name="T7" fmla="*/ 116 h 153"/>
                <a:gd name="T8" fmla="*/ 501 w 126"/>
                <a:gd name="T9" fmla="*/ 249 h 153"/>
                <a:gd name="T10" fmla="*/ 616 w 126"/>
                <a:gd name="T11" fmla="*/ 369 h 153"/>
                <a:gd name="T12" fmla="*/ 369 w 126"/>
                <a:gd name="T13" fmla="*/ 268 h 153"/>
                <a:gd name="T14" fmla="*/ 207 w 126"/>
                <a:gd name="T15" fmla="*/ 454 h 153"/>
                <a:gd name="T16" fmla="*/ 104 w 126"/>
                <a:gd name="T17" fmla="*/ 597 h 153"/>
                <a:gd name="T18" fmla="*/ 26 w 126"/>
                <a:gd name="T19" fmla="*/ 887 h 1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153">
                  <a:moveTo>
                    <a:pt x="0" y="153"/>
                  </a:moveTo>
                  <a:cubicBezTo>
                    <a:pt x="7" y="130"/>
                    <a:pt x="5" y="104"/>
                    <a:pt x="6" y="80"/>
                  </a:cubicBezTo>
                  <a:cubicBezTo>
                    <a:pt x="8" y="60"/>
                    <a:pt x="9" y="32"/>
                    <a:pt x="23" y="16"/>
                  </a:cubicBezTo>
                  <a:cubicBezTo>
                    <a:pt x="37" y="0"/>
                    <a:pt x="59" y="10"/>
                    <a:pt x="73" y="17"/>
                  </a:cubicBezTo>
                  <a:cubicBezTo>
                    <a:pt x="84" y="23"/>
                    <a:pt x="93" y="28"/>
                    <a:pt x="103" y="36"/>
                  </a:cubicBezTo>
                  <a:cubicBezTo>
                    <a:pt x="110" y="42"/>
                    <a:pt x="121" y="46"/>
                    <a:pt x="126" y="54"/>
                  </a:cubicBezTo>
                  <a:cubicBezTo>
                    <a:pt x="112" y="48"/>
                    <a:pt x="92" y="36"/>
                    <a:pt x="76" y="39"/>
                  </a:cubicBezTo>
                  <a:cubicBezTo>
                    <a:pt x="58" y="42"/>
                    <a:pt x="56" y="58"/>
                    <a:pt x="42" y="66"/>
                  </a:cubicBezTo>
                  <a:cubicBezTo>
                    <a:pt x="32" y="72"/>
                    <a:pt x="25" y="74"/>
                    <a:pt x="21" y="87"/>
                  </a:cubicBezTo>
                  <a:cubicBezTo>
                    <a:pt x="17" y="99"/>
                    <a:pt x="11" y="117"/>
                    <a:pt x="5" y="129"/>
                  </a:cubicBezTo>
                </a:path>
              </a:pathLst>
            </a:custGeom>
            <a:solidFill>
              <a:srgbClr val="FC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4" name="Freeform 551">
              <a:extLst>
                <a:ext uri="{FF2B5EF4-FFF2-40B4-BE49-F238E27FC236}">
                  <a16:creationId xmlns:a16="http://schemas.microsoft.com/office/drawing/2014/main" id="{55B23021-B210-4253-B4A6-95D173EBB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3388"/>
              <a:ext cx="54" cy="53"/>
            </a:xfrm>
            <a:custGeom>
              <a:avLst/>
              <a:gdLst>
                <a:gd name="T0" fmla="*/ 123 w 39"/>
                <a:gd name="T1" fmla="*/ 0 h 36"/>
                <a:gd name="T2" fmla="*/ 0 w 39"/>
                <a:gd name="T3" fmla="*/ 249 h 36"/>
                <a:gd name="T4" fmla="*/ 69 w 39"/>
                <a:gd name="T5" fmla="*/ 102 h 36"/>
                <a:gd name="T6" fmla="*/ 199 w 39"/>
                <a:gd name="T7" fmla="*/ 47 h 36"/>
                <a:gd name="T8" fmla="*/ 154 w 39"/>
                <a:gd name="T9" fmla="*/ 1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6">
                  <a:moveTo>
                    <a:pt x="24" y="0"/>
                  </a:moveTo>
                  <a:cubicBezTo>
                    <a:pt x="7" y="0"/>
                    <a:pt x="0" y="22"/>
                    <a:pt x="0" y="36"/>
                  </a:cubicBezTo>
                  <a:cubicBezTo>
                    <a:pt x="7" y="32"/>
                    <a:pt x="8" y="20"/>
                    <a:pt x="14" y="15"/>
                  </a:cubicBezTo>
                  <a:cubicBezTo>
                    <a:pt x="22" y="8"/>
                    <a:pt x="30" y="10"/>
                    <a:pt x="39" y="7"/>
                  </a:cubicBezTo>
                  <a:cubicBezTo>
                    <a:pt x="36" y="4"/>
                    <a:pt x="33" y="3"/>
                    <a:pt x="3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5" name="Freeform 552">
              <a:extLst>
                <a:ext uri="{FF2B5EF4-FFF2-40B4-BE49-F238E27FC236}">
                  <a16:creationId xmlns:a16="http://schemas.microsoft.com/office/drawing/2014/main" id="{6D6D848C-CBE4-45BB-A459-5EE52EFDE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3395"/>
              <a:ext cx="11" cy="12"/>
            </a:xfrm>
            <a:custGeom>
              <a:avLst/>
              <a:gdLst>
                <a:gd name="T0" fmla="*/ 11 w 8"/>
                <a:gd name="T1" fmla="*/ 0 h 8"/>
                <a:gd name="T2" fmla="*/ 21 w 8"/>
                <a:gd name="T3" fmla="*/ 62 h 8"/>
                <a:gd name="T4" fmla="*/ 26 w 8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4"/>
                    <a:pt x="0" y="7"/>
                    <a:pt x="4" y="8"/>
                  </a:cubicBezTo>
                  <a:cubicBezTo>
                    <a:pt x="8" y="6"/>
                    <a:pt x="6" y="4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6" name="Oval 553">
              <a:extLst>
                <a:ext uri="{FF2B5EF4-FFF2-40B4-BE49-F238E27FC236}">
                  <a16:creationId xmlns:a16="http://schemas.microsoft.com/office/drawing/2014/main" id="{BC335F1E-8361-4CE8-B735-15532592E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1" y="3601"/>
              <a:ext cx="115" cy="116"/>
            </a:xfrm>
            <a:prstGeom prst="ellipse">
              <a:avLst/>
            </a:prstGeom>
            <a:solidFill>
              <a:srgbClr val="EAA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47" name="Oval 554">
              <a:extLst>
                <a:ext uri="{FF2B5EF4-FFF2-40B4-BE49-F238E27FC236}">
                  <a16:creationId xmlns:a16="http://schemas.microsoft.com/office/drawing/2014/main" id="{608BB2A2-EF67-4A0A-B7AC-9D19D634E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7" y="3575"/>
              <a:ext cx="116" cy="1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48" name="Oval 555">
              <a:extLst>
                <a:ext uri="{FF2B5EF4-FFF2-40B4-BE49-F238E27FC236}">
                  <a16:creationId xmlns:a16="http://schemas.microsoft.com/office/drawing/2014/main" id="{FB1F85E7-7217-49CB-A817-02524E73E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" y="3589"/>
              <a:ext cx="116" cy="116"/>
            </a:xfrm>
            <a:prstGeom prst="ellipse">
              <a:avLst/>
            </a:prstGeom>
            <a:solidFill>
              <a:srgbClr val="DA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49" name="Freeform 556">
              <a:extLst>
                <a:ext uri="{FF2B5EF4-FFF2-40B4-BE49-F238E27FC236}">
                  <a16:creationId xmlns:a16="http://schemas.microsoft.com/office/drawing/2014/main" id="{215E1984-669A-4EF3-91D9-327C7DE9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3617"/>
              <a:ext cx="89" cy="80"/>
            </a:xfrm>
            <a:custGeom>
              <a:avLst/>
              <a:gdLst>
                <a:gd name="T0" fmla="*/ 0 w 65"/>
                <a:gd name="T1" fmla="*/ 228 h 54"/>
                <a:gd name="T2" fmla="*/ 1 w 65"/>
                <a:gd name="T3" fmla="*/ 279 h 54"/>
                <a:gd name="T4" fmla="*/ 144 w 65"/>
                <a:gd name="T5" fmla="*/ 387 h 54"/>
                <a:gd name="T6" fmla="*/ 314 w 65"/>
                <a:gd name="T7" fmla="*/ 160 h 54"/>
                <a:gd name="T8" fmla="*/ 308 w 65"/>
                <a:gd name="T9" fmla="*/ 108 h 54"/>
                <a:gd name="T10" fmla="*/ 168 w 65"/>
                <a:gd name="T11" fmla="*/ 0 h 54"/>
                <a:gd name="T12" fmla="*/ 0 w 65"/>
                <a:gd name="T13" fmla="*/ 228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54">
                  <a:moveTo>
                    <a:pt x="0" y="32"/>
                  </a:moveTo>
                  <a:cubicBezTo>
                    <a:pt x="0" y="35"/>
                    <a:pt x="1" y="37"/>
                    <a:pt x="1" y="39"/>
                  </a:cubicBezTo>
                  <a:cubicBezTo>
                    <a:pt x="7" y="48"/>
                    <a:pt x="18" y="54"/>
                    <a:pt x="30" y="54"/>
                  </a:cubicBezTo>
                  <a:cubicBezTo>
                    <a:pt x="49" y="54"/>
                    <a:pt x="65" y="40"/>
                    <a:pt x="65" y="22"/>
                  </a:cubicBezTo>
                  <a:cubicBezTo>
                    <a:pt x="65" y="19"/>
                    <a:pt x="64" y="17"/>
                    <a:pt x="64" y="15"/>
                  </a:cubicBezTo>
                  <a:cubicBezTo>
                    <a:pt x="58" y="6"/>
                    <a:pt x="47" y="0"/>
                    <a:pt x="35" y="0"/>
                  </a:cubicBezTo>
                  <a:cubicBezTo>
                    <a:pt x="16" y="0"/>
                    <a:pt x="0" y="14"/>
                    <a:pt x="0" y="32"/>
                  </a:cubicBezTo>
                  <a:close/>
                </a:path>
              </a:pathLst>
            </a:custGeom>
            <a:solidFill>
              <a:srgbClr val="CE9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0" name="Oval 557">
              <a:extLst>
                <a:ext uri="{FF2B5EF4-FFF2-40B4-BE49-F238E27FC236}">
                  <a16:creationId xmlns:a16="http://schemas.microsoft.com/office/drawing/2014/main" id="{4FA86C5A-95DE-4B6E-B6CF-5C9385307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6" y="3616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51" name="Oval 558">
              <a:extLst>
                <a:ext uri="{FF2B5EF4-FFF2-40B4-BE49-F238E27FC236}">
                  <a16:creationId xmlns:a16="http://schemas.microsoft.com/office/drawing/2014/main" id="{7BADB671-ABB7-41BA-A2B0-FFF4BE24D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2" y="361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52" name="Freeform 559">
              <a:extLst>
                <a:ext uri="{FF2B5EF4-FFF2-40B4-BE49-F238E27FC236}">
                  <a16:creationId xmlns:a16="http://schemas.microsoft.com/office/drawing/2014/main" id="{6D64DA54-83A6-4EA9-B28F-956E245AB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7" y="3654"/>
              <a:ext cx="63" cy="51"/>
            </a:xfrm>
            <a:custGeom>
              <a:avLst/>
              <a:gdLst>
                <a:gd name="T0" fmla="*/ 222 w 46"/>
                <a:gd name="T1" fmla="*/ 0 h 35"/>
                <a:gd name="T2" fmla="*/ 0 w 46"/>
                <a:gd name="T3" fmla="*/ 170 h 35"/>
                <a:gd name="T4" fmla="*/ 222 w 46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5">
                  <a:moveTo>
                    <a:pt x="46" y="0"/>
                  </a:moveTo>
                  <a:cubicBezTo>
                    <a:pt x="39" y="30"/>
                    <a:pt x="16" y="35"/>
                    <a:pt x="0" y="26"/>
                  </a:cubicBezTo>
                  <a:cubicBezTo>
                    <a:pt x="11" y="25"/>
                    <a:pt x="34" y="21"/>
                    <a:pt x="46" y="0"/>
                  </a:cubicBezTo>
                  <a:close/>
                </a:path>
              </a:pathLst>
            </a:custGeom>
            <a:solidFill>
              <a:srgbClr val="AE5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3" name="Freeform 560">
              <a:extLst>
                <a:ext uri="{FF2B5EF4-FFF2-40B4-BE49-F238E27FC236}">
                  <a16:creationId xmlns:a16="http://schemas.microsoft.com/office/drawing/2014/main" id="{1D972E45-C0E4-435D-B8E0-2C01702E1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3351"/>
              <a:ext cx="255" cy="504"/>
            </a:xfrm>
            <a:custGeom>
              <a:avLst/>
              <a:gdLst>
                <a:gd name="T0" fmla="*/ 207 w 185"/>
                <a:gd name="T1" fmla="*/ 47 h 343"/>
                <a:gd name="T2" fmla="*/ 589 w 185"/>
                <a:gd name="T3" fmla="*/ 190 h 343"/>
                <a:gd name="T4" fmla="*/ 885 w 185"/>
                <a:gd name="T5" fmla="*/ 494 h 343"/>
                <a:gd name="T6" fmla="*/ 839 w 185"/>
                <a:gd name="T7" fmla="*/ 1151 h 343"/>
                <a:gd name="T8" fmla="*/ 828 w 185"/>
                <a:gd name="T9" fmla="*/ 2131 h 343"/>
                <a:gd name="T10" fmla="*/ 573 w 185"/>
                <a:gd name="T11" fmla="*/ 2264 h 343"/>
                <a:gd name="T12" fmla="*/ 61 w 185"/>
                <a:gd name="T13" fmla="*/ 2185 h 343"/>
                <a:gd name="T14" fmla="*/ 26 w 185"/>
                <a:gd name="T15" fmla="*/ 1121 h 343"/>
                <a:gd name="T16" fmla="*/ 207 w 185"/>
                <a:gd name="T17" fmla="*/ 47 h 3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5" h="343">
                  <a:moveTo>
                    <a:pt x="41" y="7"/>
                  </a:moveTo>
                  <a:cubicBezTo>
                    <a:pt x="81" y="0"/>
                    <a:pt x="91" y="11"/>
                    <a:pt x="118" y="28"/>
                  </a:cubicBezTo>
                  <a:cubicBezTo>
                    <a:pt x="144" y="44"/>
                    <a:pt x="171" y="54"/>
                    <a:pt x="178" y="72"/>
                  </a:cubicBezTo>
                  <a:cubicBezTo>
                    <a:pt x="185" y="89"/>
                    <a:pt x="172" y="113"/>
                    <a:pt x="169" y="168"/>
                  </a:cubicBezTo>
                  <a:cubicBezTo>
                    <a:pt x="165" y="223"/>
                    <a:pt x="165" y="291"/>
                    <a:pt x="166" y="311"/>
                  </a:cubicBezTo>
                  <a:cubicBezTo>
                    <a:pt x="168" y="331"/>
                    <a:pt x="143" y="333"/>
                    <a:pt x="115" y="331"/>
                  </a:cubicBezTo>
                  <a:cubicBezTo>
                    <a:pt x="91" y="330"/>
                    <a:pt x="20" y="343"/>
                    <a:pt x="12" y="319"/>
                  </a:cubicBezTo>
                  <a:cubicBezTo>
                    <a:pt x="4" y="295"/>
                    <a:pt x="0" y="213"/>
                    <a:pt x="5" y="163"/>
                  </a:cubicBezTo>
                  <a:cubicBezTo>
                    <a:pt x="11" y="113"/>
                    <a:pt x="2" y="17"/>
                    <a:pt x="41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68" name="Group 561">
            <a:extLst>
              <a:ext uri="{FF2B5EF4-FFF2-40B4-BE49-F238E27FC236}">
                <a16:creationId xmlns:a16="http://schemas.microsoft.com/office/drawing/2014/main" id="{D9791EF3-7F88-4CD2-864E-3EED8D4134BF}"/>
              </a:ext>
            </a:extLst>
          </p:cNvPr>
          <p:cNvGrpSpPr>
            <a:grpSpLocks/>
          </p:cNvGrpSpPr>
          <p:nvPr/>
        </p:nvGrpSpPr>
        <p:grpSpPr bwMode="auto">
          <a:xfrm>
            <a:off x="8626475" y="2676525"/>
            <a:ext cx="836613" cy="368300"/>
            <a:chOff x="4510" y="1710"/>
            <a:chExt cx="527" cy="232"/>
          </a:xfrm>
        </p:grpSpPr>
        <p:sp>
          <p:nvSpPr>
            <p:cNvPr id="15228" name="Freeform 562">
              <a:extLst>
                <a:ext uri="{FF2B5EF4-FFF2-40B4-BE49-F238E27FC236}">
                  <a16:creationId xmlns:a16="http://schemas.microsoft.com/office/drawing/2014/main" id="{7945CC08-C8F2-4375-A70B-F3B5B2351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710"/>
              <a:ext cx="527" cy="232"/>
            </a:xfrm>
            <a:custGeom>
              <a:avLst/>
              <a:gdLst>
                <a:gd name="T0" fmla="*/ 50 w 383"/>
                <a:gd name="T1" fmla="*/ 120 h 158"/>
                <a:gd name="T2" fmla="*/ 193 w 383"/>
                <a:gd name="T3" fmla="*/ 438 h 158"/>
                <a:gd name="T4" fmla="*/ 927 w 383"/>
                <a:gd name="T5" fmla="*/ 1009 h 158"/>
                <a:gd name="T6" fmla="*/ 1434 w 383"/>
                <a:gd name="T7" fmla="*/ 893 h 158"/>
                <a:gd name="T8" fmla="*/ 1829 w 383"/>
                <a:gd name="T9" fmla="*/ 512 h 158"/>
                <a:gd name="T10" fmla="*/ 1270 w 383"/>
                <a:gd name="T11" fmla="*/ 217 h 158"/>
                <a:gd name="T12" fmla="*/ 527 w 383"/>
                <a:gd name="T13" fmla="*/ 56 h 158"/>
                <a:gd name="T14" fmla="*/ 50 w 383"/>
                <a:gd name="T15" fmla="*/ 120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3" h="158">
                  <a:moveTo>
                    <a:pt x="10" y="18"/>
                  </a:moveTo>
                  <a:cubicBezTo>
                    <a:pt x="7" y="39"/>
                    <a:pt x="0" y="42"/>
                    <a:pt x="39" y="64"/>
                  </a:cubicBezTo>
                  <a:cubicBezTo>
                    <a:pt x="78" y="85"/>
                    <a:pt x="139" y="137"/>
                    <a:pt x="188" y="148"/>
                  </a:cubicBezTo>
                  <a:cubicBezTo>
                    <a:pt x="237" y="158"/>
                    <a:pt x="251" y="150"/>
                    <a:pt x="291" y="131"/>
                  </a:cubicBezTo>
                  <a:cubicBezTo>
                    <a:pt x="331" y="111"/>
                    <a:pt x="358" y="105"/>
                    <a:pt x="371" y="75"/>
                  </a:cubicBezTo>
                  <a:cubicBezTo>
                    <a:pt x="383" y="46"/>
                    <a:pt x="314" y="45"/>
                    <a:pt x="258" y="32"/>
                  </a:cubicBezTo>
                  <a:cubicBezTo>
                    <a:pt x="202" y="20"/>
                    <a:pt x="153" y="16"/>
                    <a:pt x="107" y="8"/>
                  </a:cubicBezTo>
                  <a:cubicBezTo>
                    <a:pt x="60" y="0"/>
                    <a:pt x="11" y="3"/>
                    <a:pt x="10" y="18"/>
                  </a:cubicBezTo>
                  <a:close/>
                </a:path>
              </a:pathLst>
            </a:custGeom>
            <a:solidFill>
              <a:srgbClr val="FAC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9" name="Freeform 563">
              <a:extLst>
                <a:ext uri="{FF2B5EF4-FFF2-40B4-BE49-F238E27FC236}">
                  <a16:creationId xmlns:a16="http://schemas.microsoft.com/office/drawing/2014/main" id="{B0BAD7D2-152C-40B0-A042-F3C495410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769"/>
              <a:ext cx="450" cy="153"/>
            </a:xfrm>
            <a:custGeom>
              <a:avLst/>
              <a:gdLst>
                <a:gd name="T0" fmla="*/ 15 w 327"/>
                <a:gd name="T1" fmla="*/ 28 h 104"/>
                <a:gd name="T2" fmla="*/ 231 w 327"/>
                <a:gd name="T3" fmla="*/ 221 h 104"/>
                <a:gd name="T4" fmla="*/ 498 w 327"/>
                <a:gd name="T5" fmla="*/ 465 h 104"/>
                <a:gd name="T6" fmla="*/ 943 w 327"/>
                <a:gd name="T7" fmla="*/ 689 h 104"/>
                <a:gd name="T8" fmla="*/ 1325 w 327"/>
                <a:gd name="T9" fmla="*/ 497 h 104"/>
                <a:gd name="T10" fmla="*/ 1510 w 327"/>
                <a:gd name="T11" fmla="*/ 399 h 104"/>
                <a:gd name="T12" fmla="*/ 1613 w 327"/>
                <a:gd name="T13" fmla="*/ 188 h 104"/>
                <a:gd name="T14" fmla="*/ 1199 w 327"/>
                <a:gd name="T15" fmla="*/ 440 h 104"/>
                <a:gd name="T16" fmla="*/ 933 w 327"/>
                <a:gd name="T17" fmla="*/ 346 h 104"/>
                <a:gd name="T18" fmla="*/ 839 w 327"/>
                <a:gd name="T19" fmla="*/ 221 h 104"/>
                <a:gd name="T20" fmla="*/ 685 w 327"/>
                <a:gd name="T21" fmla="*/ 280 h 104"/>
                <a:gd name="T22" fmla="*/ 369 w 327"/>
                <a:gd name="T23" fmla="*/ 190 h 104"/>
                <a:gd name="T24" fmla="*/ 132 w 327"/>
                <a:gd name="T25" fmla="*/ 69 h 104"/>
                <a:gd name="T26" fmla="*/ 0 w 327"/>
                <a:gd name="T27" fmla="*/ 0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7" h="104">
                  <a:moveTo>
                    <a:pt x="3" y="4"/>
                  </a:moveTo>
                  <a:cubicBezTo>
                    <a:pt x="15" y="15"/>
                    <a:pt x="33" y="22"/>
                    <a:pt x="47" y="32"/>
                  </a:cubicBezTo>
                  <a:cubicBezTo>
                    <a:pt x="64" y="44"/>
                    <a:pt x="82" y="57"/>
                    <a:pt x="101" y="67"/>
                  </a:cubicBezTo>
                  <a:cubicBezTo>
                    <a:pt x="129" y="82"/>
                    <a:pt x="159" y="95"/>
                    <a:pt x="191" y="100"/>
                  </a:cubicBezTo>
                  <a:cubicBezTo>
                    <a:pt x="220" y="104"/>
                    <a:pt x="244" y="83"/>
                    <a:pt x="269" y="72"/>
                  </a:cubicBezTo>
                  <a:cubicBezTo>
                    <a:pt x="281" y="67"/>
                    <a:pt x="294" y="64"/>
                    <a:pt x="306" y="58"/>
                  </a:cubicBezTo>
                  <a:cubicBezTo>
                    <a:pt x="322" y="51"/>
                    <a:pt x="324" y="42"/>
                    <a:pt x="327" y="27"/>
                  </a:cubicBezTo>
                  <a:cubicBezTo>
                    <a:pt x="311" y="53"/>
                    <a:pt x="271" y="66"/>
                    <a:pt x="243" y="64"/>
                  </a:cubicBezTo>
                  <a:cubicBezTo>
                    <a:pt x="227" y="64"/>
                    <a:pt x="194" y="65"/>
                    <a:pt x="189" y="50"/>
                  </a:cubicBezTo>
                  <a:cubicBezTo>
                    <a:pt x="186" y="41"/>
                    <a:pt x="180" y="32"/>
                    <a:pt x="170" y="32"/>
                  </a:cubicBezTo>
                  <a:cubicBezTo>
                    <a:pt x="167" y="48"/>
                    <a:pt x="150" y="45"/>
                    <a:pt x="139" y="41"/>
                  </a:cubicBezTo>
                  <a:cubicBezTo>
                    <a:pt x="148" y="72"/>
                    <a:pt x="81" y="32"/>
                    <a:pt x="75" y="28"/>
                  </a:cubicBezTo>
                  <a:cubicBezTo>
                    <a:pt x="60" y="20"/>
                    <a:pt x="43" y="17"/>
                    <a:pt x="27" y="10"/>
                  </a:cubicBezTo>
                  <a:cubicBezTo>
                    <a:pt x="18" y="5"/>
                    <a:pt x="10" y="2"/>
                    <a:pt x="0" y="0"/>
                  </a:cubicBezTo>
                </a:path>
              </a:pathLst>
            </a:custGeom>
            <a:solidFill>
              <a:srgbClr val="F7B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0" name="Freeform 564">
              <a:extLst>
                <a:ext uri="{FF2B5EF4-FFF2-40B4-BE49-F238E27FC236}">
                  <a16:creationId xmlns:a16="http://schemas.microsoft.com/office/drawing/2014/main" id="{7BB4DC2D-51CF-46CF-877A-68B2E00B7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1717"/>
              <a:ext cx="344" cy="64"/>
            </a:xfrm>
            <a:custGeom>
              <a:avLst/>
              <a:gdLst>
                <a:gd name="T0" fmla="*/ 0 w 250"/>
                <a:gd name="T1" fmla="*/ 122 h 43"/>
                <a:gd name="T2" fmla="*/ 261 w 250"/>
                <a:gd name="T3" fmla="*/ 60 h 43"/>
                <a:gd name="T4" fmla="*/ 581 w 250"/>
                <a:gd name="T5" fmla="*/ 132 h 43"/>
                <a:gd name="T6" fmla="*/ 1233 w 250"/>
                <a:gd name="T7" fmla="*/ 299 h 43"/>
                <a:gd name="T8" fmla="*/ 574 w 250"/>
                <a:gd name="T9" fmla="*/ 235 h 43"/>
                <a:gd name="T10" fmla="*/ 484 w 250"/>
                <a:gd name="T11" fmla="*/ 284 h 43"/>
                <a:gd name="T12" fmla="*/ 312 w 250"/>
                <a:gd name="T13" fmla="*/ 271 h 43"/>
                <a:gd name="T14" fmla="*/ 1 w 250"/>
                <a:gd name="T15" fmla="*/ 15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0" h="43">
                  <a:moveTo>
                    <a:pt x="0" y="17"/>
                  </a:moveTo>
                  <a:cubicBezTo>
                    <a:pt x="11" y="0"/>
                    <a:pt x="37" y="7"/>
                    <a:pt x="53" y="8"/>
                  </a:cubicBezTo>
                  <a:cubicBezTo>
                    <a:pt x="75" y="11"/>
                    <a:pt x="97" y="15"/>
                    <a:pt x="118" y="18"/>
                  </a:cubicBezTo>
                  <a:cubicBezTo>
                    <a:pt x="162" y="25"/>
                    <a:pt x="208" y="29"/>
                    <a:pt x="250" y="41"/>
                  </a:cubicBezTo>
                  <a:cubicBezTo>
                    <a:pt x="206" y="43"/>
                    <a:pt x="161" y="25"/>
                    <a:pt x="116" y="32"/>
                  </a:cubicBezTo>
                  <a:cubicBezTo>
                    <a:pt x="110" y="33"/>
                    <a:pt x="105" y="37"/>
                    <a:pt x="98" y="39"/>
                  </a:cubicBezTo>
                  <a:cubicBezTo>
                    <a:pt x="88" y="42"/>
                    <a:pt x="74" y="40"/>
                    <a:pt x="63" y="37"/>
                  </a:cubicBezTo>
                  <a:cubicBezTo>
                    <a:pt x="42" y="32"/>
                    <a:pt x="22" y="20"/>
                    <a:pt x="1" y="21"/>
                  </a:cubicBezTo>
                </a:path>
              </a:pathLst>
            </a:custGeom>
            <a:solidFill>
              <a:srgbClr val="FC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1" name="Freeform 565">
              <a:extLst>
                <a:ext uri="{FF2B5EF4-FFF2-40B4-BE49-F238E27FC236}">
                  <a16:creationId xmlns:a16="http://schemas.microsoft.com/office/drawing/2014/main" id="{AFC9BA3C-C97A-488B-863B-1F78E439C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732"/>
              <a:ext cx="51" cy="24"/>
            </a:xfrm>
            <a:custGeom>
              <a:avLst/>
              <a:gdLst>
                <a:gd name="T0" fmla="*/ 0 w 37"/>
                <a:gd name="T1" fmla="*/ 32 h 16"/>
                <a:gd name="T2" fmla="*/ 182 w 37"/>
                <a:gd name="T3" fmla="*/ 122 h 16"/>
                <a:gd name="T4" fmla="*/ 61 w 37"/>
                <a:gd name="T5" fmla="*/ 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4"/>
                  </a:moveTo>
                  <a:cubicBezTo>
                    <a:pt x="16" y="2"/>
                    <a:pt x="29" y="0"/>
                    <a:pt x="37" y="16"/>
                  </a:cubicBezTo>
                  <a:cubicBezTo>
                    <a:pt x="31" y="7"/>
                    <a:pt x="17" y="12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2" name="Freeform 566">
              <a:extLst>
                <a:ext uri="{FF2B5EF4-FFF2-40B4-BE49-F238E27FC236}">
                  <a16:creationId xmlns:a16="http://schemas.microsoft.com/office/drawing/2014/main" id="{29E28D01-8D58-49C2-9A7B-A5111DFA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742"/>
              <a:ext cx="19" cy="15"/>
            </a:xfrm>
            <a:custGeom>
              <a:avLst/>
              <a:gdLst>
                <a:gd name="T0" fmla="*/ 19 w 14"/>
                <a:gd name="T1" fmla="*/ 0 h 10"/>
                <a:gd name="T2" fmla="*/ 10 w 14"/>
                <a:gd name="T3" fmla="*/ 62 h 10"/>
                <a:gd name="T4" fmla="*/ 65 w 14"/>
                <a:gd name="T5" fmla="*/ 59 h 10"/>
                <a:gd name="T6" fmla="*/ 37 w 14"/>
                <a:gd name="T7" fmla="*/ 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4" y="0"/>
                  </a:moveTo>
                  <a:cubicBezTo>
                    <a:pt x="2" y="3"/>
                    <a:pt x="0" y="5"/>
                    <a:pt x="2" y="8"/>
                  </a:cubicBezTo>
                  <a:cubicBezTo>
                    <a:pt x="6" y="10"/>
                    <a:pt x="10" y="9"/>
                    <a:pt x="14" y="7"/>
                  </a:cubicBezTo>
                  <a:cubicBezTo>
                    <a:pt x="13" y="6"/>
                    <a:pt x="10" y="4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3" name="Oval 567">
              <a:extLst>
                <a:ext uri="{FF2B5EF4-FFF2-40B4-BE49-F238E27FC236}">
                  <a16:creationId xmlns:a16="http://schemas.microsoft.com/office/drawing/2014/main" id="{5FFC7D37-055F-460C-BD40-869F9406A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1798"/>
              <a:ext cx="63" cy="55"/>
            </a:xfrm>
            <a:prstGeom prst="ellipse">
              <a:avLst/>
            </a:prstGeom>
            <a:solidFill>
              <a:srgbClr val="EAA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34" name="Oval 568">
              <a:extLst>
                <a:ext uri="{FF2B5EF4-FFF2-40B4-BE49-F238E27FC236}">
                  <a16:creationId xmlns:a16="http://schemas.microsoft.com/office/drawing/2014/main" id="{ACB10C87-B8B8-43E8-85D9-F297BBCC4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5" y="1787"/>
              <a:ext cx="62" cy="5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35" name="Oval 569">
              <a:extLst>
                <a:ext uri="{FF2B5EF4-FFF2-40B4-BE49-F238E27FC236}">
                  <a16:creationId xmlns:a16="http://schemas.microsoft.com/office/drawing/2014/main" id="{1815A4D1-8195-4DFA-AD3B-24208F85A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" y="1794"/>
              <a:ext cx="62" cy="54"/>
            </a:xfrm>
            <a:prstGeom prst="ellipse">
              <a:avLst/>
            </a:prstGeom>
            <a:solidFill>
              <a:srgbClr val="DA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36" name="Freeform 570">
              <a:extLst>
                <a:ext uri="{FF2B5EF4-FFF2-40B4-BE49-F238E27FC236}">
                  <a16:creationId xmlns:a16="http://schemas.microsoft.com/office/drawing/2014/main" id="{8758C915-16DF-49AD-8500-5BD79B370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807"/>
              <a:ext cx="48" cy="37"/>
            </a:xfrm>
            <a:custGeom>
              <a:avLst/>
              <a:gdLst>
                <a:gd name="T0" fmla="*/ 0 w 35"/>
                <a:gd name="T1" fmla="*/ 108 h 25"/>
                <a:gd name="T2" fmla="*/ 0 w 35"/>
                <a:gd name="T3" fmla="*/ 129 h 25"/>
                <a:gd name="T4" fmla="*/ 77 w 35"/>
                <a:gd name="T5" fmla="*/ 178 h 25"/>
                <a:gd name="T6" fmla="*/ 171 w 35"/>
                <a:gd name="T7" fmla="*/ 73 h 25"/>
                <a:gd name="T8" fmla="*/ 166 w 35"/>
                <a:gd name="T9" fmla="*/ 49 h 25"/>
                <a:gd name="T10" fmla="*/ 92 w 35"/>
                <a:gd name="T11" fmla="*/ 0 h 25"/>
                <a:gd name="T12" fmla="*/ 0 w 35"/>
                <a:gd name="T13" fmla="*/ 10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5">
                  <a:moveTo>
                    <a:pt x="0" y="15"/>
                  </a:moveTo>
                  <a:cubicBezTo>
                    <a:pt x="0" y="16"/>
                    <a:pt x="0" y="17"/>
                    <a:pt x="0" y="18"/>
                  </a:cubicBezTo>
                  <a:cubicBezTo>
                    <a:pt x="4" y="22"/>
                    <a:pt x="9" y="25"/>
                    <a:pt x="16" y="25"/>
                  </a:cubicBezTo>
                  <a:cubicBezTo>
                    <a:pt x="26" y="25"/>
                    <a:pt x="35" y="18"/>
                    <a:pt x="35" y="10"/>
                  </a:cubicBezTo>
                  <a:cubicBezTo>
                    <a:pt x="35" y="9"/>
                    <a:pt x="35" y="8"/>
                    <a:pt x="34" y="7"/>
                  </a:cubicBezTo>
                  <a:cubicBezTo>
                    <a:pt x="31" y="2"/>
                    <a:pt x="25" y="0"/>
                    <a:pt x="19" y="0"/>
                  </a:cubicBezTo>
                  <a:cubicBezTo>
                    <a:pt x="8" y="0"/>
                    <a:pt x="0" y="6"/>
                    <a:pt x="0" y="15"/>
                  </a:cubicBezTo>
                  <a:close/>
                </a:path>
              </a:pathLst>
            </a:custGeom>
            <a:solidFill>
              <a:srgbClr val="CE9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7" name="Oval 571">
              <a:extLst>
                <a:ext uri="{FF2B5EF4-FFF2-40B4-BE49-F238E27FC236}">
                  <a16:creationId xmlns:a16="http://schemas.microsoft.com/office/drawing/2014/main" id="{BA924B51-E416-4C64-A4C6-590380FE3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0" y="180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38" name="Oval 572">
              <a:extLst>
                <a:ext uri="{FF2B5EF4-FFF2-40B4-BE49-F238E27FC236}">
                  <a16:creationId xmlns:a16="http://schemas.microsoft.com/office/drawing/2014/main" id="{3AEC0944-2E35-4E55-B771-95B3437AA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5" y="1804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39" name="Freeform 573">
              <a:extLst>
                <a:ext uri="{FF2B5EF4-FFF2-40B4-BE49-F238E27FC236}">
                  <a16:creationId xmlns:a16="http://schemas.microsoft.com/office/drawing/2014/main" id="{6DA31BE6-6D1D-40A6-BAE2-E1A184920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823"/>
              <a:ext cx="35" cy="25"/>
            </a:xfrm>
            <a:custGeom>
              <a:avLst/>
              <a:gdLst>
                <a:gd name="T0" fmla="*/ 136 w 25"/>
                <a:gd name="T1" fmla="*/ 0 h 17"/>
                <a:gd name="T2" fmla="*/ 0 w 25"/>
                <a:gd name="T3" fmla="*/ 88 h 17"/>
                <a:gd name="T4" fmla="*/ 136 w 2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25" y="0"/>
                  </a:moveTo>
                  <a:cubicBezTo>
                    <a:pt x="21" y="14"/>
                    <a:pt x="9" y="17"/>
                    <a:pt x="0" y="13"/>
                  </a:cubicBezTo>
                  <a:cubicBezTo>
                    <a:pt x="7" y="12"/>
                    <a:pt x="19" y="10"/>
                    <a:pt x="25" y="0"/>
                  </a:cubicBezTo>
                  <a:close/>
                </a:path>
              </a:pathLst>
            </a:custGeom>
            <a:solidFill>
              <a:srgbClr val="AE5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0" name="Freeform 574">
              <a:extLst>
                <a:ext uri="{FF2B5EF4-FFF2-40B4-BE49-F238E27FC236}">
                  <a16:creationId xmlns:a16="http://schemas.microsoft.com/office/drawing/2014/main" id="{C7D80CF0-7FF2-4A29-934D-070E2571E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710"/>
              <a:ext cx="527" cy="232"/>
            </a:xfrm>
            <a:custGeom>
              <a:avLst/>
              <a:gdLst>
                <a:gd name="T0" fmla="*/ 50 w 383"/>
                <a:gd name="T1" fmla="*/ 120 h 158"/>
                <a:gd name="T2" fmla="*/ 193 w 383"/>
                <a:gd name="T3" fmla="*/ 438 h 158"/>
                <a:gd name="T4" fmla="*/ 927 w 383"/>
                <a:gd name="T5" fmla="*/ 1009 h 158"/>
                <a:gd name="T6" fmla="*/ 1434 w 383"/>
                <a:gd name="T7" fmla="*/ 893 h 158"/>
                <a:gd name="T8" fmla="*/ 1829 w 383"/>
                <a:gd name="T9" fmla="*/ 512 h 158"/>
                <a:gd name="T10" fmla="*/ 1270 w 383"/>
                <a:gd name="T11" fmla="*/ 217 h 158"/>
                <a:gd name="T12" fmla="*/ 527 w 383"/>
                <a:gd name="T13" fmla="*/ 56 h 158"/>
                <a:gd name="T14" fmla="*/ 50 w 383"/>
                <a:gd name="T15" fmla="*/ 120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3" h="158">
                  <a:moveTo>
                    <a:pt x="10" y="18"/>
                  </a:moveTo>
                  <a:cubicBezTo>
                    <a:pt x="7" y="39"/>
                    <a:pt x="0" y="42"/>
                    <a:pt x="39" y="64"/>
                  </a:cubicBezTo>
                  <a:cubicBezTo>
                    <a:pt x="78" y="85"/>
                    <a:pt x="139" y="137"/>
                    <a:pt x="188" y="148"/>
                  </a:cubicBezTo>
                  <a:cubicBezTo>
                    <a:pt x="237" y="158"/>
                    <a:pt x="251" y="150"/>
                    <a:pt x="291" y="131"/>
                  </a:cubicBezTo>
                  <a:cubicBezTo>
                    <a:pt x="331" y="111"/>
                    <a:pt x="358" y="105"/>
                    <a:pt x="371" y="75"/>
                  </a:cubicBezTo>
                  <a:cubicBezTo>
                    <a:pt x="383" y="46"/>
                    <a:pt x="314" y="45"/>
                    <a:pt x="258" y="32"/>
                  </a:cubicBezTo>
                  <a:cubicBezTo>
                    <a:pt x="202" y="20"/>
                    <a:pt x="153" y="16"/>
                    <a:pt x="107" y="8"/>
                  </a:cubicBezTo>
                  <a:cubicBezTo>
                    <a:pt x="60" y="0"/>
                    <a:pt x="11" y="3"/>
                    <a:pt x="10" y="1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69" name="Group 575">
            <a:extLst>
              <a:ext uri="{FF2B5EF4-FFF2-40B4-BE49-F238E27FC236}">
                <a16:creationId xmlns:a16="http://schemas.microsoft.com/office/drawing/2014/main" id="{CEF920D3-1370-4412-B7C8-E9FFB36F7846}"/>
              </a:ext>
            </a:extLst>
          </p:cNvPr>
          <p:cNvGrpSpPr>
            <a:grpSpLocks/>
          </p:cNvGrpSpPr>
          <p:nvPr/>
        </p:nvGrpSpPr>
        <p:grpSpPr bwMode="auto">
          <a:xfrm>
            <a:off x="9199563" y="2170113"/>
            <a:ext cx="946150" cy="247650"/>
            <a:chOff x="4871" y="1391"/>
            <a:chExt cx="596" cy="156"/>
          </a:xfrm>
        </p:grpSpPr>
        <p:sp>
          <p:nvSpPr>
            <p:cNvPr id="15216" name="Freeform 576">
              <a:extLst>
                <a:ext uri="{FF2B5EF4-FFF2-40B4-BE49-F238E27FC236}">
                  <a16:creationId xmlns:a16="http://schemas.microsoft.com/office/drawing/2014/main" id="{1A6D9F71-ADBE-42A4-8CF6-55A1656C7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1391"/>
              <a:ext cx="596" cy="156"/>
            </a:xfrm>
            <a:custGeom>
              <a:avLst/>
              <a:gdLst>
                <a:gd name="T0" fmla="*/ 14 w 434"/>
                <a:gd name="T1" fmla="*/ 486 h 106"/>
                <a:gd name="T2" fmla="*/ 275 w 434"/>
                <a:gd name="T3" fmla="*/ 539 h 106"/>
                <a:gd name="T4" fmla="*/ 813 w 434"/>
                <a:gd name="T5" fmla="*/ 587 h 106"/>
                <a:gd name="T6" fmla="*/ 1754 w 434"/>
                <a:gd name="T7" fmla="*/ 559 h 106"/>
                <a:gd name="T8" fmla="*/ 2105 w 434"/>
                <a:gd name="T9" fmla="*/ 262 h 106"/>
                <a:gd name="T10" fmla="*/ 1714 w 434"/>
                <a:gd name="T11" fmla="*/ 100 h 106"/>
                <a:gd name="T12" fmla="*/ 979 w 434"/>
                <a:gd name="T13" fmla="*/ 56 h 106"/>
                <a:gd name="T14" fmla="*/ 383 w 434"/>
                <a:gd name="T15" fmla="*/ 252 h 106"/>
                <a:gd name="T16" fmla="*/ 49 w 434"/>
                <a:gd name="T17" fmla="*/ 437 h 106"/>
                <a:gd name="T18" fmla="*/ 14 w 434"/>
                <a:gd name="T19" fmla="*/ 486 h 1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4" h="106">
                  <a:moveTo>
                    <a:pt x="3" y="70"/>
                  </a:moveTo>
                  <a:cubicBezTo>
                    <a:pt x="4" y="79"/>
                    <a:pt x="19" y="79"/>
                    <a:pt x="56" y="78"/>
                  </a:cubicBezTo>
                  <a:cubicBezTo>
                    <a:pt x="93" y="77"/>
                    <a:pt x="109" y="72"/>
                    <a:pt x="167" y="85"/>
                  </a:cubicBezTo>
                  <a:cubicBezTo>
                    <a:pt x="225" y="98"/>
                    <a:pt x="308" y="106"/>
                    <a:pt x="359" y="81"/>
                  </a:cubicBezTo>
                  <a:cubicBezTo>
                    <a:pt x="410" y="56"/>
                    <a:pt x="429" y="50"/>
                    <a:pt x="431" y="38"/>
                  </a:cubicBezTo>
                  <a:cubicBezTo>
                    <a:pt x="434" y="26"/>
                    <a:pt x="388" y="19"/>
                    <a:pt x="351" y="14"/>
                  </a:cubicBezTo>
                  <a:cubicBezTo>
                    <a:pt x="315" y="10"/>
                    <a:pt x="259" y="0"/>
                    <a:pt x="200" y="8"/>
                  </a:cubicBezTo>
                  <a:cubicBezTo>
                    <a:pt x="142" y="16"/>
                    <a:pt x="110" y="23"/>
                    <a:pt x="79" y="37"/>
                  </a:cubicBezTo>
                  <a:cubicBezTo>
                    <a:pt x="49" y="51"/>
                    <a:pt x="20" y="60"/>
                    <a:pt x="10" y="63"/>
                  </a:cubicBezTo>
                  <a:cubicBezTo>
                    <a:pt x="0" y="66"/>
                    <a:pt x="3" y="65"/>
                    <a:pt x="3" y="70"/>
                  </a:cubicBezTo>
                  <a:close/>
                </a:path>
              </a:pathLst>
            </a:custGeom>
            <a:solidFill>
              <a:srgbClr val="F7C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7" name="Freeform 577">
              <a:extLst>
                <a:ext uri="{FF2B5EF4-FFF2-40B4-BE49-F238E27FC236}">
                  <a16:creationId xmlns:a16="http://schemas.microsoft.com/office/drawing/2014/main" id="{D10DF6E5-2265-404A-B656-F0A974A2C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404"/>
              <a:ext cx="451" cy="87"/>
            </a:xfrm>
            <a:custGeom>
              <a:avLst/>
              <a:gdLst>
                <a:gd name="T0" fmla="*/ 11 w 328"/>
                <a:gd name="T1" fmla="*/ 398 h 59"/>
                <a:gd name="T2" fmla="*/ 374 w 328"/>
                <a:gd name="T3" fmla="*/ 192 h 59"/>
                <a:gd name="T4" fmla="*/ 847 w 328"/>
                <a:gd name="T5" fmla="*/ 47 h 59"/>
                <a:gd name="T6" fmla="*/ 1143 w 328"/>
                <a:gd name="T7" fmla="*/ 28 h 59"/>
                <a:gd name="T8" fmla="*/ 1613 w 328"/>
                <a:gd name="T9" fmla="*/ 114 h 59"/>
                <a:gd name="T10" fmla="*/ 1104 w 328"/>
                <a:gd name="T11" fmla="*/ 128 h 59"/>
                <a:gd name="T12" fmla="*/ 868 w 328"/>
                <a:gd name="T13" fmla="*/ 251 h 59"/>
                <a:gd name="T14" fmla="*/ 611 w 328"/>
                <a:gd name="T15" fmla="*/ 251 h 59"/>
                <a:gd name="T16" fmla="*/ 417 w 328"/>
                <a:gd name="T17" fmla="*/ 298 h 59"/>
                <a:gd name="T18" fmla="*/ 265 w 328"/>
                <a:gd name="T19" fmla="*/ 338 h 59"/>
                <a:gd name="T20" fmla="*/ 0 w 328"/>
                <a:gd name="T21" fmla="*/ 411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8" h="59">
                  <a:moveTo>
                    <a:pt x="2" y="57"/>
                  </a:moveTo>
                  <a:cubicBezTo>
                    <a:pt x="26" y="47"/>
                    <a:pt x="51" y="37"/>
                    <a:pt x="76" y="28"/>
                  </a:cubicBezTo>
                  <a:cubicBezTo>
                    <a:pt x="108" y="17"/>
                    <a:pt x="139" y="12"/>
                    <a:pt x="172" y="7"/>
                  </a:cubicBezTo>
                  <a:cubicBezTo>
                    <a:pt x="192" y="4"/>
                    <a:pt x="212" y="0"/>
                    <a:pt x="232" y="4"/>
                  </a:cubicBezTo>
                  <a:cubicBezTo>
                    <a:pt x="264" y="10"/>
                    <a:pt x="299" y="4"/>
                    <a:pt x="328" y="16"/>
                  </a:cubicBezTo>
                  <a:cubicBezTo>
                    <a:pt x="294" y="11"/>
                    <a:pt x="259" y="10"/>
                    <a:pt x="225" y="18"/>
                  </a:cubicBezTo>
                  <a:cubicBezTo>
                    <a:pt x="208" y="23"/>
                    <a:pt x="193" y="33"/>
                    <a:pt x="177" y="36"/>
                  </a:cubicBezTo>
                  <a:cubicBezTo>
                    <a:pt x="159" y="39"/>
                    <a:pt x="141" y="35"/>
                    <a:pt x="124" y="36"/>
                  </a:cubicBezTo>
                  <a:cubicBezTo>
                    <a:pt x="110" y="37"/>
                    <a:pt x="97" y="40"/>
                    <a:pt x="84" y="43"/>
                  </a:cubicBezTo>
                  <a:cubicBezTo>
                    <a:pt x="74" y="46"/>
                    <a:pt x="64" y="46"/>
                    <a:pt x="54" y="48"/>
                  </a:cubicBezTo>
                  <a:cubicBezTo>
                    <a:pt x="37" y="51"/>
                    <a:pt x="16" y="52"/>
                    <a:pt x="0" y="59"/>
                  </a:cubicBezTo>
                </a:path>
              </a:pathLst>
            </a:custGeom>
            <a:solidFill>
              <a:srgbClr val="FCE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8" name="Freeform 578">
              <a:extLst>
                <a:ext uri="{FF2B5EF4-FFF2-40B4-BE49-F238E27FC236}">
                  <a16:creationId xmlns:a16="http://schemas.microsoft.com/office/drawing/2014/main" id="{DCF504B9-EF8E-4FA6-8A20-1C9B1521D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1447"/>
              <a:ext cx="430" cy="82"/>
            </a:xfrm>
            <a:custGeom>
              <a:avLst/>
              <a:gdLst>
                <a:gd name="T0" fmla="*/ 126 w 313"/>
                <a:gd name="T1" fmla="*/ 202 h 56"/>
                <a:gd name="T2" fmla="*/ 999 w 313"/>
                <a:gd name="T3" fmla="*/ 318 h 56"/>
                <a:gd name="T4" fmla="*/ 1306 w 313"/>
                <a:gd name="T5" fmla="*/ 185 h 56"/>
                <a:gd name="T6" fmla="*/ 1455 w 313"/>
                <a:gd name="T7" fmla="*/ 82 h 56"/>
                <a:gd name="T8" fmla="*/ 1533 w 313"/>
                <a:gd name="T9" fmla="*/ 0 h 56"/>
                <a:gd name="T10" fmla="*/ 1306 w 313"/>
                <a:gd name="T11" fmla="*/ 116 h 56"/>
                <a:gd name="T12" fmla="*/ 1161 w 313"/>
                <a:gd name="T13" fmla="*/ 120 h 56"/>
                <a:gd name="T14" fmla="*/ 1087 w 313"/>
                <a:gd name="T15" fmla="*/ 107 h 56"/>
                <a:gd name="T16" fmla="*/ 984 w 313"/>
                <a:gd name="T17" fmla="*/ 129 h 56"/>
                <a:gd name="T18" fmla="*/ 875 w 313"/>
                <a:gd name="T19" fmla="*/ 129 h 56"/>
                <a:gd name="T20" fmla="*/ 611 w 313"/>
                <a:gd name="T21" fmla="*/ 190 h 56"/>
                <a:gd name="T22" fmla="*/ 0 w 313"/>
                <a:gd name="T23" fmla="*/ 189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3" h="56">
                  <a:moveTo>
                    <a:pt x="26" y="30"/>
                  </a:moveTo>
                  <a:cubicBezTo>
                    <a:pt x="85" y="31"/>
                    <a:pt x="143" y="56"/>
                    <a:pt x="204" y="47"/>
                  </a:cubicBezTo>
                  <a:cubicBezTo>
                    <a:pt x="226" y="44"/>
                    <a:pt x="246" y="37"/>
                    <a:pt x="267" y="27"/>
                  </a:cubicBezTo>
                  <a:cubicBezTo>
                    <a:pt x="277" y="22"/>
                    <a:pt x="287" y="16"/>
                    <a:pt x="297" y="12"/>
                  </a:cubicBezTo>
                  <a:cubicBezTo>
                    <a:pt x="305" y="9"/>
                    <a:pt x="309" y="7"/>
                    <a:pt x="313" y="0"/>
                  </a:cubicBezTo>
                  <a:cubicBezTo>
                    <a:pt x="297" y="7"/>
                    <a:pt x="285" y="15"/>
                    <a:pt x="267" y="17"/>
                  </a:cubicBezTo>
                  <a:cubicBezTo>
                    <a:pt x="257" y="18"/>
                    <a:pt x="247" y="19"/>
                    <a:pt x="237" y="18"/>
                  </a:cubicBezTo>
                  <a:cubicBezTo>
                    <a:pt x="232" y="17"/>
                    <a:pt x="227" y="15"/>
                    <a:pt x="222" y="16"/>
                  </a:cubicBezTo>
                  <a:cubicBezTo>
                    <a:pt x="214" y="17"/>
                    <a:pt x="210" y="20"/>
                    <a:pt x="201" y="19"/>
                  </a:cubicBezTo>
                  <a:cubicBezTo>
                    <a:pt x="194" y="19"/>
                    <a:pt x="185" y="17"/>
                    <a:pt x="179" y="19"/>
                  </a:cubicBezTo>
                  <a:cubicBezTo>
                    <a:pt x="188" y="41"/>
                    <a:pt x="136" y="31"/>
                    <a:pt x="125" y="29"/>
                  </a:cubicBezTo>
                  <a:cubicBezTo>
                    <a:pt x="84" y="22"/>
                    <a:pt x="40" y="18"/>
                    <a:pt x="0" y="28"/>
                  </a:cubicBezTo>
                </a:path>
              </a:pathLst>
            </a:custGeom>
            <a:solidFill>
              <a:srgbClr val="F3A7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9" name="Freeform 579">
              <a:extLst>
                <a:ext uri="{FF2B5EF4-FFF2-40B4-BE49-F238E27FC236}">
                  <a16:creationId xmlns:a16="http://schemas.microsoft.com/office/drawing/2014/main" id="{33F2E859-9633-42D8-90F5-547BC9DD5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1421"/>
              <a:ext cx="110" cy="17"/>
            </a:xfrm>
            <a:custGeom>
              <a:avLst/>
              <a:gdLst>
                <a:gd name="T0" fmla="*/ 0 w 80"/>
                <a:gd name="T1" fmla="*/ 68 h 12"/>
                <a:gd name="T2" fmla="*/ 393 w 8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12">
                  <a:moveTo>
                    <a:pt x="0" y="12"/>
                  </a:moveTo>
                  <a:cubicBezTo>
                    <a:pt x="23" y="0"/>
                    <a:pt x="55" y="1"/>
                    <a:pt x="8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0" name="Oval 580">
              <a:extLst>
                <a:ext uri="{FF2B5EF4-FFF2-40B4-BE49-F238E27FC236}">
                  <a16:creationId xmlns:a16="http://schemas.microsoft.com/office/drawing/2014/main" id="{DE706136-98FC-40BA-9A63-D586282CC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1451"/>
              <a:ext cx="72" cy="42"/>
            </a:xfrm>
            <a:prstGeom prst="ellipse">
              <a:avLst/>
            </a:prstGeom>
            <a:solidFill>
              <a:srgbClr val="D4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21" name="Oval 581">
              <a:extLst>
                <a:ext uri="{FF2B5EF4-FFF2-40B4-BE49-F238E27FC236}">
                  <a16:creationId xmlns:a16="http://schemas.microsoft.com/office/drawing/2014/main" id="{14C173F3-FB72-4DAB-ADD9-DB2DDAAE8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3" y="1441"/>
              <a:ext cx="72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22" name="Oval 582">
              <a:extLst>
                <a:ext uri="{FF2B5EF4-FFF2-40B4-BE49-F238E27FC236}">
                  <a16:creationId xmlns:a16="http://schemas.microsoft.com/office/drawing/2014/main" id="{88E11588-D3F9-44FB-9882-2171BA9E5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1447"/>
              <a:ext cx="70" cy="41"/>
            </a:xfrm>
            <a:prstGeom prst="ellipse">
              <a:avLst/>
            </a:prstGeom>
            <a:solidFill>
              <a:srgbClr val="DBAE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23" name="Freeform 583">
              <a:extLst>
                <a:ext uri="{FF2B5EF4-FFF2-40B4-BE49-F238E27FC236}">
                  <a16:creationId xmlns:a16="http://schemas.microsoft.com/office/drawing/2014/main" id="{E78B8E1E-420D-4BBD-AEE7-0DB726AFC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" y="1457"/>
              <a:ext cx="55" cy="28"/>
            </a:xfrm>
            <a:custGeom>
              <a:avLst/>
              <a:gdLst>
                <a:gd name="T0" fmla="*/ 0 w 40"/>
                <a:gd name="T1" fmla="*/ 77 h 19"/>
                <a:gd name="T2" fmla="*/ 1 w 40"/>
                <a:gd name="T3" fmla="*/ 100 h 19"/>
                <a:gd name="T4" fmla="*/ 95 w 40"/>
                <a:gd name="T5" fmla="*/ 130 h 19"/>
                <a:gd name="T6" fmla="*/ 198 w 40"/>
                <a:gd name="T7" fmla="*/ 47 h 19"/>
                <a:gd name="T8" fmla="*/ 198 w 40"/>
                <a:gd name="T9" fmla="*/ 32 h 19"/>
                <a:gd name="T10" fmla="*/ 106 w 40"/>
                <a:gd name="T11" fmla="*/ 0 h 19"/>
                <a:gd name="T12" fmla="*/ 0 w 40"/>
                <a:gd name="T13" fmla="*/ 7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9">
                  <a:moveTo>
                    <a:pt x="0" y="11"/>
                  </a:moveTo>
                  <a:cubicBezTo>
                    <a:pt x="0" y="12"/>
                    <a:pt x="1" y="13"/>
                    <a:pt x="1" y="14"/>
                  </a:cubicBezTo>
                  <a:cubicBezTo>
                    <a:pt x="5" y="17"/>
                    <a:pt x="11" y="19"/>
                    <a:pt x="19" y="19"/>
                  </a:cubicBezTo>
                  <a:cubicBezTo>
                    <a:pt x="31" y="19"/>
                    <a:pt x="40" y="14"/>
                    <a:pt x="40" y="7"/>
                  </a:cubicBezTo>
                  <a:cubicBezTo>
                    <a:pt x="40" y="7"/>
                    <a:pt x="40" y="6"/>
                    <a:pt x="40" y="5"/>
                  </a:cubicBezTo>
                  <a:cubicBezTo>
                    <a:pt x="36" y="2"/>
                    <a:pt x="29" y="0"/>
                    <a:pt x="22" y="0"/>
                  </a:cubicBezTo>
                  <a:cubicBezTo>
                    <a:pt x="10" y="0"/>
                    <a:pt x="0" y="5"/>
                    <a:pt x="0" y="11"/>
                  </a:cubicBezTo>
                  <a:close/>
                </a:path>
              </a:pathLst>
            </a:custGeom>
            <a:solidFill>
              <a:srgbClr val="C87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4" name="Oval 584">
              <a:extLst>
                <a:ext uri="{FF2B5EF4-FFF2-40B4-BE49-F238E27FC236}">
                  <a16:creationId xmlns:a16="http://schemas.microsoft.com/office/drawing/2014/main" id="{07E77CB6-A1AF-4154-9DCF-2CBF8561C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8" y="1456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25" name="Oval 585">
              <a:extLst>
                <a:ext uri="{FF2B5EF4-FFF2-40B4-BE49-F238E27FC236}">
                  <a16:creationId xmlns:a16="http://schemas.microsoft.com/office/drawing/2014/main" id="{52A3A751-F4DC-48DE-924F-C6D8050A0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9" y="1456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26" name="Freeform 586">
              <a:extLst>
                <a:ext uri="{FF2B5EF4-FFF2-40B4-BE49-F238E27FC236}">
                  <a16:creationId xmlns:a16="http://schemas.microsoft.com/office/drawing/2014/main" id="{70A6E8D3-1E4A-453D-BFDB-EBD16572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1470"/>
              <a:ext cx="40" cy="18"/>
            </a:xfrm>
            <a:custGeom>
              <a:avLst/>
              <a:gdLst>
                <a:gd name="T0" fmla="*/ 145 w 29"/>
                <a:gd name="T1" fmla="*/ 0 h 12"/>
                <a:gd name="T2" fmla="*/ 0 w 29"/>
                <a:gd name="T3" fmla="*/ 72 h 12"/>
                <a:gd name="T4" fmla="*/ 145 w 2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2">
                  <a:moveTo>
                    <a:pt x="29" y="0"/>
                  </a:moveTo>
                  <a:cubicBezTo>
                    <a:pt x="24" y="11"/>
                    <a:pt x="10" y="12"/>
                    <a:pt x="0" y="9"/>
                  </a:cubicBezTo>
                  <a:cubicBezTo>
                    <a:pt x="7" y="9"/>
                    <a:pt x="21" y="7"/>
                    <a:pt x="29" y="0"/>
                  </a:cubicBezTo>
                  <a:close/>
                </a:path>
              </a:pathLst>
            </a:custGeom>
            <a:solidFill>
              <a:srgbClr val="B03C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7" name="Freeform 587">
              <a:extLst>
                <a:ext uri="{FF2B5EF4-FFF2-40B4-BE49-F238E27FC236}">
                  <a16:creationId xmlns:a16="http://schemas.microsoft.com/office/drawing/2014/main" id="{4D87493A-53F9-43EA-93B2-44F1AAAD4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1391"/>
              <a:ext cx="596" cy="156"/>
            </a:xfrm>
            <a:custGeom>
              <a:avLst/>
              <a:gdLst>
                <a:gd name="T0" fmla="*/ 14 w 434"/>
                <a:gd name="T1" fmla="*/ 486 h 106"/>
                <a:gd name="T2" fmla="*/ 275 w 434"/>
                <a:gd name="T3" fmla="*/ 539 h 106"/>
                <a:gd name="T4" fmla="*/ 813 w 434"/>
                <a:gd name="T5" fmla="*/ 587 h 106"/>
                <a:gd name="T6" fmla="*/ 1754 w 434"/>
                <a:gd name="T7" fmla="*/ 559 h 106"/>
                <a:gd name="T8" fmla="*/ 2105 w 434"/>
                <a:gd name="T9" fmla="*/ 262 h 106"/>
                <a:gd name="T10" fmla="*/ 1714 w 434"/>
                <a:gd name="T11" fmla="*/ 100 h 106"/>
                <a:gd name="T12" fmla="*/ 979 w 434"/>
                <a:gd name="T13" fmla="*/ 56 h 106"/>
                <a:gd name="T14" fmla="*/ 383 w 434"/>
                <a:gd name="T15" fmla="*/ 252 h 106"/>
                <a:gd name="T16" fmla="*/ 49 w 434"/>
                <a:gd name="T17" fmla="*/ 437 h 106"/>
                <a:gd name="T18" fmla="*/ 14 w 434"/>
                <a:gd name="T19" fmla="*/ 486 h 1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4" h="106">
                  <a:moveTo>
                    <a:pt x="3" y="70"/>
                  </a:moveTo>
                  <a:cubicBezTo>
                    <a:pt x="4" y="79"/>
                    <a:pt x="19" y="79"/>
                    <a:pt x="56" y="78"/>
                  </a:cubicBezTo>
                  <a:cubicBezTo>
                    <a:pt x="93" y="77"/>
                    <a:pt x="109" y="72"/>
                    <a:pt x="167" y="85"/>
                  </a:cubicBezTo>
                  <a:cubicBezTo>
                    <a:pt x="225" y="98"/>
                    <a:pt x="308" y="106"/>
                    <a:pt x="359" y="81"/>
                  </a:cubicBezTo>
                  <a:cubicBezTo>
                    <a:pt x="410" y="56"/>
                    <a:pt x="429" y="50"/>
                    <a:pt x="431" y="38"/>
                  </a:cubicBezTo>
                  <a:cubicBezTo>
                    <a:pt x="434" y="26"/>
                    <a:pt x="388" y="19"/>
                    <a:pt x="351" y="14"/>
                  </a:cubicBezTo>
                  <a:cubicBezTo>
                    <a:pt x="315" y="10"/>
                    <a:pt x="259" y="0"/>
                    <a:pt x="200" y="8"/>
                  </a:cubicBezTo>
                  <a:cubicBezTo>
                    <a:pt x="142" y="16"/>
                    <a:pt x="110" y="23"/>
                    <a:pt x="79" y="37"/>
                  </a:cubicBezTo>
                  <a:cubicBezTo>
                    <a:pt x="49" y="51"/>
                    <a:pt x="20" y="60"/>
                    <a:pt x="10" y="63"/>
                  </a:cubicBezTo>
                  <a:cubicBezTo>
                    <a:pt x="0" y="66"/>
                    <a:pt x="3" y="65"/>
                    <a:pt x="3" y="7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70" name="Group 588">
            <a:extLst>
              <a:ext uri="{FF2B5EF4-FFF2-40B4-BE49-F238E27FC236}">
                <a16:creationId xmlns:a16="http://schemas.microsoft.com/office/drawing/2014/main" id="{1942181E-F213-4027-91A9-14FC4231BF52}"/>
              </a:ext>
            </a:extLst>
          </p:cNvPr>
          <p:cNvGrpSpPr>
            <a:grpSpLocks/>
          </p:cNvGrpSpPr>
          <p:nvPr/>
        </p:nvGrpSpPr>
        <p:grpSpPr bwMode="auto">
          <a:xfrm>
            <a:off x="8982075" y="1811338"/>
            <a:ext cx="681038" cy="120650"/>
            <a:chOff x="4734" y="1165"/>
            <a:chExt cx="429" cy="76"/>
          </a:xfrm>
        </p:grpSpPr>
        <p:sp>
          <p:nvSpPr>
            <p:cNvPr id="15205" name="Freeform 589">
              <a:extLst>
                <a:ext uri="{FF2B5EF4-FFF2-40B4-BE49-F238E27FC236}">
                  <a16:creationId xmlns:a16="http://schemas.microsoft.com/office/drawing/2014/main" id="{E80F28DD-99AC-44DF-B35F-D3888220E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165"/>
              <a:ext cx="429" cy="76"/>
            </a:xfrm>
            <a:custGeom>
              <a:avLst/>
              <a:gdLst>
                <a:gd name="T0" fmla="*/ 15 w 312"/>
                <a:gd name="T1" fmla="*/ 101 h 52"/>
                <a:gd name="T2" fmla="*/ 161 w 312"/>
                <a:gd name="T3" fmla="*/ 235 h 52"/>
                <a:gd name="T4" fmla="*/ 626 w 312"/>
                <a:gd name="T5" fmla="*/ 300 h 52"/>
                <a:gd name="T6" fmla="*/ 1229 w 312"/>
                <a:gd name="T7" fmla="*/ 327 h 52"/>
                <a:gd name="T8" fmla="*/ 1517 w 312"/>
                <a:gd name="T9" fmla="*/ 256 h 52"/>
                <a:gd name="T10" fmla="*/ 1441 w 312"/>
                <a:gd name="T11" fmla="*/ 168 h 52"/>
                <a:gd name="T12" fmla="*/ 1233 w 312"/>
                <a:gd name="T13" fmla="*/ 60 h 52"/>
                <a:gd name="T14" fmla="*/ 868 w 312"/>
                <a:gd name="T15" fmla="*/ 28 h 52"/>
                <a:gd name="T16" fmla="*/ 341 w 312"/>
                <a:gd name="T17" fmla="*/ 1 h 52"/>
                <a:gd name="T18" fmla="*/ 15 w 312"/>
                <a:gd name="T19" fmla="*/ 101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2" h="52">
                  <a:moveTo>
                    <a:pt x="3" y="15"/>
                  </a:moveTo>
                  <a:cubicBezTo>
                    <a:pt x="0" y="26"/>
                    <a:pt x="9" y="31"/>
                    <a:pt x="33" y="35"/>
                  </a:cubicBezTo>
                  <a:cubicBezTo>
                    <a:pt x="56" y="38"/>
                    <a:pt x="97" y="41"/>
                    <a:pt x="127" y="45"/>
                  </a:cubicBezTo>
                  <a:cubicBezTo>
                    <a:pt x="157" y="50"/>
                    <a:pt x="217" y="52"/>
                    <a:pt x="250" y="49"/>
                  </a:cubicBezTo>
                  <a:cubicBezTo>
                    <a:pt x="283" y="45"/>
                    <a:pt x="304" y="44"/>
                    <a:pt x="308" y="38"/>
                  </a:cubicBezTo>
                  <a:cubicBezTo>
                    <a:pt x="312" y="32"/>
                    <a:pt x="305" y="30"/>
                    <a:pt x="293" y="25"/>
                  </a:cubicBezTo>
                  <a:cubicBezTo>
                    <a:pt x="281" y="20"/>
                    <a:pt x="271" y="12"/>
                    <a:pt x="251" y="9"/>
                  </a:cubicBezTo>
                  <a:cubicBezTo>
                    <a:pt x="232" y="6"/>
                    <a:pt x="195" y="5"/>
                    <a:pt x="177" y="4"/>
                  </a:cubicBezTo>
                  <a:cubicBezTo>
                    <a:pt x="159" y="2"/>
                    <a:pt x="90" y="0"/>
                    <a:pt x="69" y="1"/>
                  </a:cubicBezTo>
                  <a:cubicBezTo>
                    <a:pt x="48" y="2"/>
                    <a:pt x="5" y="7"/>
                    <a:pt x="3" y="15"/>
                  </a:cubicBezTo>
                  <a:close/>
                </a:path>
              </a:pathLst>
            </a:custGeom>
            <a:solidFill>
              <a:srgbClr val="D28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6" name="Freeform 590">
              <a:extLst>
                <a:ext uri="{FF2B5EF4-FFF2-40B4-BE49-F238E27FC236}">
                  <a16:creationId xmlns:a16="http://schemas.microsoft.com/office/drawing/2014/main" id="{EF82202A-A490-42FB-AAB4-68870EFC8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169"/>
              <a:ext cx="165" cy="20"/>
            </a:xfrm>
            <a:custGeom>
              <a:avLst/>
              <a:gdLst>
                <a:gd name="T0" fmla="*/ 0 w 120"/>
                <a:gd name="T1" fmla="*/ 80 h 14"/>
                <a:gd name="T2" fmla="*/ 590 w 120"/>
                <a:gd name="T3" fmla="*/ 56 h 14"/>
                <a:gd name="T4" fmla="*/ 514 w 120"/>
                <a:gd name="T5" fmla="*/ 80 h 14"/>
                <a:gd name="T6" fmla="*/ 403 w 120"/>
                <a:gd name="T7" fmla="*/ 5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4">
                  <a:moveTo>
                    <a:pt x="0" y="13"/>
                  </a:moveTo>
                  <a:cubicBezTo>
                    <a:pt x="35" y="0"/>
                    <a:pt x="83" y="0"/>
                    <a:pt x="120" y="9"/>
                  </a:cubicBezTo>
                  <a:cubicBezTo>
                    <a:pt x="115" y="10"/>
                    <a:pt x="110" y="13"/>
                    <a:pt x="105" y="13"/>
                  </a:cubicBezTo>
                  <a:cubicBezTo>
                    <a:pt x="98" y="14"/>
                    <a:pt x="89" y="9"/>
                    <a:pt x="82" y="9"/>
                  </a:cubicBezTo>
                </a:path>
              </a:pathLst>
            </a:custGeom>
            <a:solidFill>
              <a:srgbClr val="E6C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7" name="Freeform 591">
              <a:extLst>
                <a:ext uri="{FF2B5EF4-FFF2-40B4-BE49-F238E27FC236}">
                  <a16:creationId xmlns:a16="http://schemas.microsoft.com/office/drawing/2014/main" id="{EF0B343A-3F0A-46FB-A1C8-E4F1BF927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194"/>
              <a:ext cx="131" cy="36"/>
            </a:xfrm>
            <a:custGeom>
              <a:avLst/>
              <a:gdLst>
                <a:gd name="T0" fmla="*/ 0 w 95"/>
                <a:gd name="T1" fmla="*/ 137 h 25"/>
                <a:gd name="T2" fmla="*/ 372 w 95"/>
                <a:gd name="T3" fmla="*/ 128 h 25"/>
                <a:gd name="T4" fmla="*/ 470 w 95"/>
                <a:gd name="T5" fmla="*/ 86 h 25"/>
                <a:gd name="T6" fmla="*/ 370 w 95"/>
                <a:gd name="T7" fmla="*/ 0 h 25"/>
                <a:gd name="T8" fmla="*/ 327 w 95"/>
                <a:gd name="T9" fmla="*/ 9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25">
                  <a:moveTo>
                    <a:pt x="0" y="22"/>
                  </a:moveTo>
                  <a:cubicBezTo>
                    <a:pt x="25" y="22"/>
                    <a:pt x="51" y="25"/>
                    <a:pt x="75" y="21"/>
                  </a:cubicBezTo>
                  <a:cubicBezTo>
                    <a:pt x="79" y="20"/>
                    <a:pt x="92" y="19"/>
                    <a:pt x="94" y="14"/>
                  </a:cubicBezTo>
                  <a:cubicBezTo>
                    <a:pt x="95" y="7"/>
                    <a:pt x="78" y="2"/>
                    <a:pt x="74" y="0"/>
                  </a:cubicBezTo>
                  <a:cubicBezTo>
                    <a:pt x="80" y="7"/>
                    <a:pt x="74" y="15"/>
                    <a:pt x="66" y="16"/>
                  </a:cubicBezTo>
                </a:path>
              </a:pathLst>
            </a:custGeom>
            <a:solidFill>
              <a:srgbClr val="C25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8" name="Oval 592">
              <a:extLst>
                <a:ext uri="{FF2B5EF4-FFF2-40B4-BE49-F238E27FC236}">
                  <a16:creationId xmlns:a16="http://schemas.microsoft.com/office/drawing/2014/main" id="{EBA676EB-D68D-4BCD-93C1-B9DA3AB99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5" y="1194"/>
              <a:ext cx="56" cy="22"/>
            </a:xfrm>
            <a:prstGeom prst="ellipse">
              <a:avLst/>
            </a:prstGeom>
            <a:solidFill>
              <a:srgbClr val="9E4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09" name="Oval 593">
              <a:extLst>
                <a:ext uri="{FF2B5EF4-FFF2-40B4-BE49-F238E27FC236}">
                  <a16:creationId xmlns:a16="http://schemas.microsoft.com/office/drawing/2014/main" id="{57B6A53D-CCF3-4129-BFE2-8C72D6EE3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188"/>
              <a:ext cx="57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10" name="Oval 594">
              <a:extLst>
                <a:ext uri="{FF2B5EF4-FFF2-40B4-BE49-F238E27FC236}">
                  <a16:creationId xmlns:a16="http://schemas.microsoft.com/office/drawing/2014/main" id="{8FA16187-D593-4D0C-AD0D-3F18DAE89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2" y="1191"/>
              <a:ext cx="57" cy="23"/>
            </a:xfrm>
            <a:prstGeom prst="ellipse">
              <a:avLst/>
            </a:prstGeom>
            <a:solidFill>
              <a:srgbClr val="C64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11" name="Freeform 595">
              <a:extLst>
                <a:ext uri="{FF2B5EF4-FFF2-40B4-BE49-F238E27FC236}">
                  <a16:creationId xmlns:a16="http://schemas.microsoft.com/office/drawing/2014/main" id="{648EF7B7-C758-496F-BBB3-873127B83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1197"/>
              <a:ext cx="42" cy="14"/>
            </a:xfrm>
            <a:custGeom>
              <a:avLst/>
              <a:gdLst>
                <a:gd name="T0" fmla="*/ 0 w 31"/>
                <a:gd name="T1" fmla="*/ 29 h 10"/>
                <a:gd name="T2" fmla="*/ 1 w 31"/>
                <a:gd name="T3" fmla="*/ 41 h 10"/>
                <a:gd name="T4" fmla="*/ 68 w 31"/>
                <a:gd name="T5" fmla="*/ 55 h 10"/>
                <a:gd name="T6" fmla="*/ 141 w 31"/>
                <a:gd name="T7" fmla="*/ 21 h 10"/>
                <a:gd name="T8" fmla="*/ 141 w 31"/>
                <a:gd name="T9" fmla="*/ 15 h 10"/>
                <a:gd name="T10" fmla="*/ 77 w 31"/>
                <a:gd name="T11" fmla="*/ 0 h 10"/>
                <a:gd name="T12" fmla="*/ 0 w 31"/>
                <a:gd name="T13" fmla="*/ 2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">
                  <a:moveTo>
                    <a:pt x="0" y="6"/>
                  </a:moveTo>
                  <a:cubicBezTo>
                    <a:pt x="0" y="7"/>
                    <a:pt x="0" y="7"/>
                    <a:pt x="1" y="8"/>
                  </a:cubicBezTo>
                  <a:cubicBezTo>
                    <a:pt x="4" y="9"/>
                    <a:pt x="9" y="10"/>
                    <a:pt x="15" y="10"/>
                  </a:cubicBezTo>
                  <a:cubicBezTo>
                    <a:pt x="24" y="10"/>
                    <a:pt x="31" y="8"/>
                    <a:pt x="31" y="4"/>
                  </a:cubicBezTo>
                  <a:cubicBezTo>
                    <a:pt x="31" y="4"/>
                    <a:pt x="31" y="3"/>
                    <a:pt x="31" y="3"/>
                  </a:cubicBezTo>
                  <a:cubicBezTo>
                    <a:pt x="28" y="1"/>
                    <a:pt x="23" y="0"/>
                    <a:pt x="17" y="0"/>
                  </a:cubicBezTo>
                  <a:cubicBezTo>
                    <a:pt x="8" y="0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D17E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2" name="Oval 596">
              <a:extLst>
                <a:ext uri="{FF2B5EF4-FFF2-40B4-BE49-F238E27FC236}">
                  <a16:creationId xmlns:a16="http://schemas.microsoft.com/office/drawing/2014/main" id="{E0E8BEA1-7F71-4F69-A2C5-69335A19B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7" y="1197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13" name="Oval 597">
              <a:extLst>
                <a:ext uri="{FF2B5EF4-FFF2-40B4-BE49-F238E27FC236}">
                  <a16:creationId xmlns:a16="http://schemas.microsoft.com/office/drawing/2014/main" id="{F8DB36DB-2ACD-43DA-9B3C-C9C0A486E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6" y="119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14" name="Freeform 598">
              <a:extLst>
                <a:ext uri="{FF2B5EF4-FFF2-40B4-BE49-F238E27FC236}">
                  <a16:creationId xmlns:a16="http://schemas.microsoft.com/office/drawing/2014/main" id="{D985B599-E0B1-4177-81B9-A4FDB5CB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1204"/>
              <a:ext cx="30" cy="10"/>
            </a:xfrm>
            <a:custGeom>
              <a:avLst/>
              <a:gdLst>
                <a:gd name="T0" fmla="*/ 104 w 22"/>
                <a:gd name="T1" fmla="*/ 0 h 7"/>
                <a:gd name="T2" fmla="*/ 0 w 22"/>
                <a:gd name="T3" fmla="*/ 29 h 7"/>
                <a:gd name="T4" fmla="*/ 104 w 2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">
                  <a:moveTo>
                    <a:pt x="22" y="0"/>
                  </a:moveTo>
                  <a:cubicBezTo>
                    <a:pt x="19" y="6"/>
                    <a:pt x="7" y="7"/>
                    <a:pt x="0" y="5"/>
                  </a:cubicBezTo>
                  <a:cubicBezTo>
                    <a:pt x="5" y="5"/>
                    <a:pt x="16" y="4"/>
                    <a:pt x="22" y="0"/>
                  </a:cubicBezTo>
                  <a:close/>
                </a:path>
              </a:pathLst>
            </a:custGeom>
            <a:solidFill>
              <a:srgbClr val="9E4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5" name="Freeform 599">
              <a:extLst>
                <a:ext uri="{FF2B5EF4-FFF2-40B4-BE49-F238E27FC236}">
                  <a16:creationId xmlns:a16="http://schemas.microsoft.com/office/drawing/2014/main" id="{8DBD866F-103C-4587-9EBB-85BD20E68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165"/>
              <a:ext cx="429" cy="76"/>
            </a:xfrm>
            <a:custGeom>
              <a:avLst/>
              <a:gdLst>
                <a:gd name="T0" fmla="*/ 15 w 312"/>
                <a:gd name="T1" fmla="*/ 101 h 52"/>
                <a:gd name="T2" fmla="*/ 161 w 312"/>
                <a:gd name="T3" fmla="*/ 235 h 52"/>
                <a:gd name="T4" fmla="*/ 626 w 312"/>
                <a:gd name="T5" fmla="*/ 300 h 52"/>
                <a:gd name="T6" fmla="*/ 1229 w 312"/>
                <a:gd name="T7" fmla="*/ 327 h 52"/>
                <a:gd name="T8" fmla="*/ 1517 w 312"/>
                <a:gd name="T9" fmla="*/ 256 h 52"/>
                <a:gd name="T10" fmla="*/ 1441 w 312"/>
                <a:gd name="T11" fmla="*/ 168 h 52"/>
                <a:gd name="T12" fmla="*/ 1233 w 312"/>
                <a:gd name="T13" fmla="*/ 60 h 52"/>
                <a:gd name="T14" fmla="*/ 868 w 312"/>
                <a:gd name="T15" fmla="*/ 28 h 52"/>
                <a:gd name="T16" fmla="*/ 341 w 312"/>
                <a:gd name="T17" fmla="*/ 1 h 52"/>
                <a:gd name="T18" fmla="*/ 15 w 312"/>
                <a:gd name="T19" fmla="*/ 101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2" h="52">
                  <a:moveTo>
                    <a:pt x="3" y="15"/>
                  </a:moveTo>
                  <a:cubicBezTo>
                    <a:pt x="0" y="26"/>
                    <a:pt x="9" y="31"/>
                    <a:pt x="33" y="35"/>
                  </a:cubicBezTo>
                  <a:cubicBezTo>
                    <a:pt x="56" y="38"/>
                    <a:pt x="97" y="41"/>
                    <a:pt x="127" y="45"/>
                  </a:cubicBezTo>
                  <a:cubicBezTo>
                    <a:pt x="157" y="50"/>
                    <a:pt x="217" y="52"/>
                    <a:pt x="250" y="49"/>
                  </a:cubicBezTo>
                  <a:cubicBezTo>
                    <a:pt x="283" y="45"/>
                    <a:pt x="304" y="44"/>
                    <a:pt x="308" y="38"/>
                  </a:cubicBezTo>
                  <a:cubicBezTo>
                    <a:pt x="312" y="32"/>
                    <a:pt x="305" y="30"/>
                    <a:pt x="293" y="25"/>
                  </a:cubicBezTo>
                  <a:cubicBezTo>
                    <a:pt x="281" y="20"/>
                    <a:pt x="271" y="12"/>
                    <a:pt x="251" y="9"/>
                  </a:cubicBezTo>
                  <a:cubicBezTo>
                    <a:pt x="232" y="6"/>
                    <a:pt x="195" y="5"/>
                    <a:pt x="177" y="4"/>
                  </a:cubicBezTo>
                  <a:cubicBezTo>
                    <a:pt x="159" y="2"/>
                    <a:pt x="90" y="0"/>
                    <a:pt x="69" y="1"/>
                  </a:cubicBezTo>
                  <a:cubicBezTo>
                    <a:pt x="48" y="2"/>
                    <a:pt x="5" y="7"/>
                    <a:pt x="3" y="1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71" name="Group 600">
            <a:extLst>
              <a:ext uri="{FF2B5EF4-FFF2-40B4-BE49-F238E27FC236}">
                <a16:creationId xmlns:a16="http://schemas.microsoft.com/office/drawing/2014/main" id="{E5724D2B-5C5A-4A3B-8001-FD27CD2ACB63}"/>
              </a:ext>
            </a:extLst>
          </p:cNvPr>
          <p:cNvGrpSpPr>
            <a:grpSpLocks/>
          </p:cNvGrpSpPr>
          <p:nvPr/>
        </p:nvGrpSpPr>
        <p:grpSpPr bwMode="auto">
          <a:xfrm>
            <a:off x="9436100" y="1462088"/>
            <a:ext cx="606425" cy="92075"/>
            <a:chOff x="5020" y="945"/>
            <a:chExt cx="382" cy="58"/>
          </a:xfrm>
        </p:grpSpPr>
        <p:sp>
          <p:nvSpPr>
            <p:cNvPr id="15195" name="Freeform 601">
              <a:extLst>
                <a:ext uri="{FF2B5EF4-FFF2-40B4-BE49-F238E27FC236}">
                  <a16:creationId xmlns:a16="http://schemas.microsoft.com/office/drawing/2014/main" id="{8D13D6A6-F1D0-4A86-8898-6AB21B123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945"/>
              <a:ext cx="382" cy="58"/>
            </a:xfrm>
            <a:custGeom>
              <a:avLst/>
              <a:gdLst>
                <a:gd name="T0" fmla="*/ 1 w 277"/>
                <a:gd name="T1" fmla="*/ 174 h 40"/>
                <a:gd name="T2" fmla="*/ 327 w 277"/>
                <a:gd name="T3" fmla="*/ 229 h 40"/>
                <a:gd name="T4" fmla="*/ 763 w 277"/>
                <a:gd name="T5" fmla="*/ 244 h 40"/>
                <a:gd name="T6" fmla="*/ 1211 w 277"/>
                <a:gd name="T7" fmla="*/ 168 h 40"/>
                <a:gd name="T8" fmla="*/ 1361 w 277"/>
                <a:gd name="T9" fmla="*/ 97 h 40"/>
                <a:gd name="T10" fmla="*/ 1156 w 277"/>
                <a:gd name="T11" fmla="*/ 86 h 40"/>
                <a:gd name="T12" fmla="*/ 556 w 277"/>
                <a:gd name="T13" fmla="*/ 28 h 40"/>
                <a:gd name="T14" fmla="*/ 160 w 277"/>
                <a:gd name="T15" fmla="*/ 88 h 40"/>
                <a:gd name="T16" fmla="*/ 1 w 277"/>
                <a:gd name="T17" fmla="*/ 174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7" h="40">
                  <a:moveTo>
                    <a:pt x="1" y="27"/>
                  </a:moveTo>
                  <a:cubicBezTo>
                    <a:pt x="1" y="33"/>
                    <a:pt x="33" y="35"/>
                    <a:pt x="66" y="36"/>
                  </a:cubicBezTo>
                  <a:cubicBezTo>
                    <a:pt x="99" y="36"/>
                    <a:pt x="128" y="40"/>
                    <a:pt x="153" y="38"/>
                  </a:cubicBezTo>
                  <a:cubicBezTo>
                    <a:pt x="177" y="36"/>
                    <a:pt x="221" y="33"/>
                    <a:pt x="243" y="26"/>
                  </a:cubicBezTo>
                  <a:cubicBezTo>
                    <a:pt x="264" y="18"/>
                    <a:pt x="269" y="20"/>
                    <a:pt x="273" y="15"/>
                  </a:cubicBezTo>
                  <a:cubicBezTo>
                    <a:pt x="277" y="10"/>
                    <a:pt x="255" y="14"/>
                    <a:pt x="232" y="13"/>
                  </a:cubicBezTo>
                  <a:cubicBezTo>
                    <a:pt x="209" y="11"/>
                    <a:pt x="150" y="0"/>
                    <a:pt x="112" y="4"/>
                  </a:cubicBezTo>
                  <a:cubicBezTo>
                    <a:pt x="74" y="8"/>
                    <a:pt x="45" y="7"/>
                    <a:pt x="32" y="14"/>
                  </a:cubicBezTo>
                  <a:cubicBezTo>
                    <a:pt x="20" y="21"/>
                    <a:pt x="0" y="23"/>
                    <a:pt x="1" y="27"/>
                  </a:cubicBezTo>
                  <a:close/>
                </a:path>
              </a:pathLst>
            </a:custGeom>
            <a:solidFill>
              <a:srgbClr val="D28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6" name="Freeform 602">
              <a:extLst>
                <a:ext uri="{FF2B5EF4-FFF2-40B4-BE49-F238E27FC236}">
                  <a16:creationId xmlns:a16="http://schemas.microsoft.com/office/drawing/2014/main" id="{9E47CAAB-4A2C-40B0-8643-411A5011D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965"/>
              <a:ext cx="102" cy="16"/>
            </a:xfrm>
            <a:custGeom>
              <a:avLst/>
              <a:gdLst>
                <a:gd name="T0" fmla="*/ 0 w 74"/>
                <a:gd name="T1" fmla="*/ 70 h 11"/>
                <a:gd name="T2" fmla="*/ 171 w 74"/>
                <a:gd name="T3" fmla="*/ 1 h 11"/>
                <a:gd name="T4" fmla="*/ 368 w 74"/>
                <a:gd name="T5" fmla="*/ 1 h 11"/>
                <a:gd name="T6" fmla="*/ 141 w 74"/>
                <a:gd name="T7" fmla="*/ 7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1">
                  <a:moveTo>
                    <a:pt x="0" y="11"/>
                  </a:moveTo>
                  <a:cubicBezTo>
                    <a:pt x="11" y="10"/>
                    <a:pt x="22" y="3"/>
                    <a:pt x="34" y="1"/>
                  </a:cubicBezTo>
                  <a:cubicBezTo>
                    <a:pt x="46" y="0"/>
                    <a:pt x="63" y="1"/>
                    <a:pt x="74" y="1"/>
                  </a:cubicBezTo>
                  <a:cubicBezTo>
                    <a:pt x="61" y="4"/>
                    <a:pt x="38" y="0"/>
                    <a:pt x="28" y="11"/>
                  </a:cubicBezTo>
                </a:path>
              </a:pathLst>
            </a:custGeom>
            <a:solidFill>
              <a:srgbClr val="E6C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7" name="Oval 603">
              <a:extLst>
                <a:ext uri="{FF2B5EF4-FFF2-40B4-BE49-F238E27FC236}">
                  <a16:creationId xmlns:a16="http://schemas.microsoft.com/office/drawing/2014/main" id="{B1CB75B0-774D-45E9-BC0F-86E629B09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" y="967"/>
              <a:ext cx="42" cy="16"/>
            </a:xfrm>
            <a:prstGeom prst="ellipse">
              <a:avLst/>
            </a:prstGeom>
            <a:solidFill>
              <a:srgbClr val="9E4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198" name="Oval 604">
              <a:extLst>
                <a:ext uri="{FF2B5EF4-FFF2-40B4-BE49-F238E27FC236}">
                  <a16:creationId xmlns:a16="http://schemas.microsoft.com/office/drawing/2014/main" id="{6BE4FDC3-B51A-4B99-9FAD-091A65EBF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7" y="964"/>
              <a:ext cx="4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199" name="Oval 605">
              <a:extLst>
                <a:ext uri="{FF2B5EF4-FFF2-40B4-BE49-F238E27FC236}">
                  <a16:creationId xmlns:a16="http://schemas.microsoft.com/office/drawing/2014/main" id="{CA3820B4-A74B-4376-8740-CC543CAB4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" y="965"/>
              <a:ext cx="41" cy="16"/>
            </a:xfrm>
            <a:prstGeom prst="ellipse">
              <a:avLst/>
            </a:prstGeom>
            <a:solidFill>
              <a:srgbClr val="C64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00" name="Freeform 606">
              <a:extLst>
                <a:ext uri="{FF2B5EF4-FFF2-40B4-BE49-F238E27FC236}">
                  <a16:creationId xmlns:a16="http://schemas.microsoft.com/office/drawing/2014/main" id="{5F6E2C62-320C-4215-ADDB-433D118F0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970"/>
              <a:ext cx="31" cy="10"/>
            </a:xfrm>
            <a:custGeom>
              <a:avLst/>
              <a:gdLst>
                <a:gd name="T0" fmla="*/ 0 w 23"/>
                <a:gd name="T1" fmla="*/ 27 h 7"/>
                <a:gd name="T2" fmla="*/ 1 w 23"/>
                <a:gd name="T3" fmla="*/ 29 h 7"/>
                <a:gd name="T4" fmla="*/ 49 w 23"/>
                <a:gd name="T5" fmla="*/ 41 h 7"/>
                <a:gd name="T6" fmla="*/ 104 w 23"/>
                <a:gd name="T7" fmla="*/ 19 h 7"/>
                <a:gd name="T8" fmla="*/ 104 w 23"/>
                <a:gd name="T9" fmla="*/ 13 h 7"/>
                <a:gd name="T10" fmla="*/ 58 w 23"/>
                <a:gd name="T11" fmla="*/ 0 h 7"/>
                <a:gd name="T12" fmla="*/ 0 w 23"/>
                <a:gd name="T13" fmla="*/ 2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">
                  <a:moveTo>
                    <a:pt x="0" y="4"/>
                  </a:moveTo>
                  <a:cubicBezTo>
                    <a:pt x="0" y="5"/>
                    <a:pt x="0" y="5"/>
                    <a:pt x="1" y="5"/>
                  </a:cubicBezTo>
                  <a:cubicBezTo>
                    <a:pt x="3" y="7"/>
                    <a:pt x="7" y="7"/>
                    <a:pt x="11" y="7"/>
                  </a:cubicBezTo>
                  <a:cubicBezTo>
                    <a:pt x="18" y="7"/>
                    <a:pt x="23" y="5"/>
                    <a:pt x="23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1" y="1"/>
                    <a:pt x="17" y="0"/>
                    <a:pt x="13" y="0"/>
                  </a:cubicBezTo>
                  <a:cubicBezTo>
                    <a:pt x="6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D17E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1" name="Oval 607">
              <a:extLst>
                <a:ext uri="{FF2B5EF4-FFF2-40B4-BE49-F238E27FC236}">
                  <a16:creationId xmlns:a16="http://schemas.microsoft.com/office/drawing/2014/main" id="{757C0912-13F3-4B43-866F-5F938F3F8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" y="968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02" name="Oval 608">
              <a:extLst>
                <a:ext uri="{FF2B5EF4-FFF2-40B4-BE49-F238E27FC236}">
                  <a16:creationId xmlns:a16="http://schemas.microsoft.com/office/drawing/2014/main" id="{02277B4B-D4CF-4E6E-8462-2889C915B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8" y="968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203" name="Freeform 609">
              <a:extLst>
                <a:ext uri="{FF2B5EF4-FFF2-40B4-BE49-F238E27FC236}">
                  <a16:creationId xmlns:a16="http://schemas.microsoft.com/office/drawing/2014/main" id="{C20CC794-AD62-41AD-9458-E21AD95AF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974"/>
              <a:ext cx="23" cy="7"/>
            </a:xfrm>
            <a:custGeom>
              <a:avLst/>
              <a:gdLst>
                <a:gd name="T0" fmla="*/ 77 w 17"/>
                <a:gd name="T1" fmla="*/ 0 h 5"/>
                <a:gd name="T2" fmla="*/ 0 w 17"/>
                <a:gd name="T3" fmla="*/ 21 h 5"/>
                <a:gd name="T4" fmla="*/ 77 w 1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17" y="0"/>
                  </a:moveTo>
                  <a:cubicBezTo>
                    <a:pt x="15" y="5"/>
                    <a:pt x="6" y="5"/>
                    <a:pt x="0" y="4"/>
                  </a:cubicBezTo>
                  <a:cubicBezTo>
                    <a:pt x="5" y="4"/>
                    <a:pt x="13" y="3"/>
                    <a:pt x="17" y="0"/>
                  </a:cubicBezTo>
                  <a:close/>
                </a:path>
              </a:pathLst>
            </a:custGeom>
            <a:solidFill>
              <a:srgbClr val="9E4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4" name="Freeform 610">
              <a:extLst>
                <a:ext uri="{FF2B5EF4-FFF2-40B4-BE49-F238E27FC236}">
                  <a16:creationId xmlns:a16="http://schemas.microsoft.com/office/drawing/2014/main" id="{87CBEA91-BBAA-417F-BBB4-ADBCC315E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945"/>
              <a:ext cx="382" cy="58"/>
            </a:xfrm>
            <a:custGeom>
              <a:avLst/>
              <a:gdLst>
                <a:gd name="T0" fmla="*/ 1 w 277"/>
                <a:gd name="T1" fmla="*/ 174 h 40"/>
                <a:gd name="T2" fmla="*/ 327 w 277"/>
                <a:gd name="T3" fmla="*/ 229 h 40"/>
                <a:gd name="T4" fmla="*/ 763 w 277"/>
                <a:gd name="T5" fmla="*/ 244 h 40"/>
                <a:gd name="T6" fmla="*/ 1211 w 277"/>
                <a:gd name="T7" fmla="*/ 168 h 40"/>
                <a:gd name="T8" fmla="*/ 1361 w 277"/>
                <a:gd name="T9" fmla="*/ 97 h 40"/>
                <a:gd name="T10" fmla="*/ 1156 w 277"/>
                <a:gd name="T11" fmla="*/ 86 h 40"/>
                <a:gd name="T12" fmla="*/ 556 w 277"/>
                <a:gd name="T13" fmla="*/ 28 h 40"/>
                <a:gd name="T14" fmla="*/ 160 w 277"/>
                <a:gd name="T15" fmla="*/ 88 h 40"/>
                <a:gd name="T16" fmla="*/ 1 w 277"/>
                <a:gd name="T17" fmla="*/ 174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7" h="40">
                  <a:moveTo>
                    <a:pt x="1" y="27"/>
                  </a:moveTo>
                  <a:cubicBezTo>
                    <a:pt x="1" y="33"/>
                    <a:pt x="33" y="35"/>
                    <a:pt x="66" y="36"/>
                  </a:cubicBezTo>
                  <a:cubicBezTo>
                    <a:pt x="99" y="36"/>
                    <a:pt x="128" y="40"/>
                    <a:pt x="153" y="38"/>
                  </a:cubicBezTo>
                  <a:cubicBezTo>
                    <a:pt x="177" y="36"/>
                    <a:pt x="221" y="33"/>
                    <a:pt x="243" y="26"/>
                  </a:cubicBezTo>
                  <a:cubicBezTo>
                    <a:pt x="264" y="18"/>
                    <a:pt x="269" y="20"/>
                    <a:pt x="273" y="15"/>
                  </a:cubicBezTo>
                  <a:cubicBezTo>
                    <a:pt x="277" y="10"/>
                    <a:pt x="255" y="14"/>
                    <a:pt x="232" y="13"/>
                  </a:cubicBezTo>
                  <a:cubicBezTo>
                    <a:pt x="209" y="11"/>
                    <a:pt x="150" y="0"/>
                    <a:pt x="112" y="4"/>
                  </a:cubicBezTo>
                  <a:cubicBezTo>
                    <a:pt x="74" y="8"/>
                    <a:pt x="45" y="7"/>
                    <a:pt x="32" y="14"/>
                  </a:cubicBezTo>
                  <a:cubicBezTo>
                    <a:pt x="20" y="21"/>
                    <a:pt x="0" y="23"/>
                    <a:pt x="1" y="2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72" name="Epidermal-Cell-Layers-Diagram">
            <a:extLst>
              <a:ext uri="{FF2B5EF4-FFF2-40B4-BE49-F238E27FC236}">
                <a16:creationId xmlns:a16="http://schemas.microsoft.com/office/drawing/2014/main" id="{355B2C62-C5F3-4DA1-BD9B-9AEE1DA4152F}"/>
              </a:ext>
            </a:extLst>
          </p:cNvPr>
          <p:cNvGrpSpPr>
            <a:grpSpLocks/>
          </p:cNvGrpSpPr>
          <p:nvPr/>
        </p:nvGrpSpPr>
        <p:grpSpPr bwMode="auto">
          <a:xfrm>
            <a:off x="2324100" y="1166813"/>
            <a:ext cx="3446463" cy="5189537"/>
            <a:chOff x="432" y="735"/>
            <a:chExt cx="2171" cy="3269"/>
          </a:xfrm>
        </p:grpSpPr>
        <p:grpSp>
          <p:nvGrpSpPr>
            <p:cNvPr id="13384" name="Group 612">
              <a:extLst>
                <a:ext uri="{FF2B5EF4-FFF2-40B4-BE49-F238E27FC236}">
                  <a16:creationId xmlns:a16="http://schemas.microsoft.com/office/drawing/2014/main" id="{4E071B19-E6D1-43B8-9719-D199F547FC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" y="735"/>
              <a:ext cx="2171" cy="3269"/>
              <a:chOff x="432" y="735"/>
              <a:chExt cx="2171" cy="3269"/>
            </a:xfrm>
          </p:grpSpPr>
          <p:sp>
            <p:nvSpPr>
              <p:cNvPr id="13472" name="Freeform 613">
                <a:extLst>
                  <a:ext uri="{FF2B5EF4-FFF2-40B4-BE49-F238E27FC236}">
                    <a16:creationId xmlns:a16="http://schemas.microsoft.com/office/drawing/2014/main" id="{5F7CD544-CF9D-443C-BDC1-98060670D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763"/>
                <a:ext cx="2162" cy="2842"/>
              </a:xfrm>
              <a:custGeom>
                <a:avLst/>
                <a:gdLst>
                  <a:gd name="T0" fmla="*/ 0 w 1365"/>
                  <a:gd name="T1" fmla="*/ 21 h 1799"/>
                  <a:gd name="T2" fmla="*/ 0 w 1365"/>
                  <a:gd name="T3" fmla="*/ 17347 h 1799"/>
                  <a:gd name="T4" fmla="*/ 4197 w 1365"/>
                  <a:gd name="T5" fmla="*/ 17497 h 1799"/>
                  <a:gd name="T6" fmla="*/ 8125 w 1365"/>
                  <a:gd name="T7" fmla="*/ 17428 h 1799"/>
                  <a:gd name="T8" fmla="*/ 11833 w 1365"/>
                  <a:gd name="T9" fmla="*/ 17632 h 1799"/>
                  <a:gd name="T10" fmla="*/ 13604 w 1365"/>
                  <a:gd name="T11" fmla="*/ 17497 h 1799"/>
                  <a:gd name="T12" fmla="*/ 13604 w 1365"/>
                  <a:gd name="T13" fmla="*/ 305 h 1799"/>
                  <a:gd name="T14" fmla="*/ 12924 w 1365"/>
                  <a:gd name="T15" fmla="*/ 335 h 1799"/>
                  <a:gd name="T16" fmla="*/ 11781 w 1365"/>
                  <a:gd name="T17" fmla="*/ 267 h 1799"/>
                  <a:gd name="T18" fmla="*/ 11133 w 1365"/>
                  <a:gd name="T19" fmla="*/ 258 h 1799"/>
                  <a:gd name="T20" fmla="*/ 9182 w 1365"/>
                  <a:gd name="T21" fmla="*/ 245 h 1799"/>
                  <a:gd name="T22" fmla="*/ 8730 w 1365"/>
                  <a:gd name="T23" fmla="*/ 205 h 1799"/>
                  <a:gd name="T24" fmla="*/ 7750 w 1365"/>
                  <a:gd name="T25" fmla="*/ 258 h 1799"/>
                  <a:gd name="T26" fmla="*/ 6846 w 1365"/>
                  <a:gd name="T27" fmla="*/ 276 h 1799"/>
                  <a:gd name="T28" fmla="*/ 6111 w 1365"/>
                  <a:gd name="T29" fmla="*/ 305 h 1799"/>
                  <a:gd name="T30" fmla="*/ 4096 w 1365"/>
                  <a:gd name="T31" fmla="*/ 422 h 1799"/>
                  <a:gd name="T32" fmla="*/ 3819 w 1365"/>
                  <a:gd name="T33" fmla="*/ 374 h 1799"/>
                  <a:gd name="T34" fmla="*/ 3003 w 1365"/>
                  <a:gd name="T35" fmla="*/ 245 h 1799"/>
                  <a:gd name="T36" fmla="*/ 1907 w 1365"/>
                  <a:gd name="T37" fmla="*/ 137 h 1799"/>
                  <a:gd name="T38" fmla="*/ 1400 w 1365"/>
                  <a:gd name="T39" fmla="*/ 35 h 1799"/>
                  <a:gd name="T40" fmla="*/ 0 w 1365"/>
                  <a:gd name="T41" fmla="*/ 0 h 179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65" h="1799">
                    <a:moveTo>
                      <a:pt x="0" y="2"/>
                    </a:moveTo>
                    <a:cubicBezTo>
                      <a:pt x="0" y="1763"/>
                      <a:pt x="0" y="1763"/>
                      <a:pt x="0" y="1763"/>
                    </a:cubicBezTo>
                    <a:cubicBezTo>
                      <a:pt x="135" y="1763"/>
                      <a:pt x="257" y="1756"/>
                      <a:pt x="421" y="1778"/>
                    </a:cubicBezTo>
                    <a:cubicBezTo>
                      <a:pt x="586" y="1799"/>
                      <a:pt x="665" y="1792"/>
                      <a:pt x="815" y="1771"/>
                    </a:cubicBezTo>
                    <a:cubicBezTo>
                      <a:pt x="965" y="1749"/>
                      <a:pt x="1036" y="1785"/>
                      <a:pt x="1187" y="1792"/>
                    </a:cubicBezTo>
                    <a:cubicBezTo>
                      <a:pt x="1337" y="1799"/>
                      <a:pt x="1365" y="1778"/>
                      <a:pt x="1365" y="1778"/>
                    </a:cubicBezTo>
                    <a:cubicBezTo>
                      <a:pt x="1365" y="31"/>
                      <a:pt x="1365" y="31"/>
                      <a:pt x="1365" y="31"/>
                    </a:cubicBezTo>
                    <a:cubicBezTo>
                      <a:pt x="1297" y="34"/>
                      <a:pt x="1297" y="34"/>
                      <a:pt x="1297" y="34"/>
                    </a:cubicBezTo>
                    <a:cubicBezTo>
                      <a:pt x="1297" y="34"/>
                      <a:pt x="1193" y="25"/>
                      <a:pt x="1182" y="27"/>
                    </a:cubicBezTo>
                    <a:cubicBezTo>
                      <a:pt x="1171" y="29"/>
                      <a:pt x="1138" y="22"/>
                      <a:pt x="1117" y="26"/>
                    </a:cubicBezTo>
                    <a:cubicBezTo>
                      <a:pt x="1097" y="29"/>
                      <a:pt x="921" y="25"/>
                      <a:pt x="921" y="25"/>
                    </a:cubicBezTo>
                    <a:cubicBezTo>
                      <a:pt x="921" y="25"/>
                      <a:pt x="901" y="20"/>
                      <a:pt x="876" y="21"/>
                    </a:cubicBezTo>
                    <a:cubicBezTo>
                      <a:pt x="851" y="22"/>
                      <a:pt x="777" y="26"/>
                      <a:pt x="777" y="26"/>
                    </a:cubicBezTo>
                    <a:cubicBezTo>
                      <a:pt x="687" y="28"/>
                      <a:pt x="687" y="28"/>
                      <a:pt x="687" y="28"/>
                    </a:cubicBezTo>
                    <a:cubicBezTo>
                      <a:pt x="687" y="28"/>
                      <a:pt x="634" y="28"/>
                      <a:pt x="613" y="31"/>
                    </a:cubicBezTo>
                    <a:cubicBezTo>
                      <a:pt x="593" y="33"/>
                      <a:pt x="411" y="43"/>
                      <a:pt x="411" y="43"/>
                    </a:cubicBezTo>
                    <a:cubicBezTo>
                      <a:pt x="383" y="38"/>
                      <a:pt x="383" y="38"/>
                      <a:pt x="383" y="38"/>
                    </a:cubicBezTo>
                    <a:cubicBezTo>
                      <a:pt x="383" y="38"/>
                      <a:pt x="321" y="25"/>
                      <a:pt x="301" y="25"/>
                    </a:cubicBezTo>
                    <a:cubicBezTo>
                      <a:pt x="281" y="25"/>
                      <a:pt x="191" y="14"/>
                      <a:pt x="191" y="14"/>
                    </a:cubicBezTo>
                    <a:cubicBezTo>
                      <a:pt x="191" y="14"/>
                      <a:pt x="151" y="6"/>
                      <a:pt x="140" y="4"/>
                    </a:cubicBezTo>
                    <a:cubicBezTo>
                      <a:pt x="129" y="3"/>
                      <a:pt x="0" y="0"/>
                      <a:pt x="0" y="0"/>
                    </a:cubicBezTo>
                  </a:path>
                </a:pathLst>
              </a:custGeom>
              <a:solidFill>
                <a:srgbClr val="CFC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3" name="Freeform 614">
                <a:extLst>
                  <a:ext uri="{FF2B5EF4-FFF2-40B4-BE49-F238E27FC236}">
                    <a16:creationId xmlns:a16="http://schemas.microsoft.com/office/drawing/2014/main" id="{3DABC883-36C7-40E8-B8EE-2D157BF4D5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4" y="767"/>
                <a:ext cx="2162" cy="1009"/>
              </a:xfrm>
              <a:custGeom>
                <a:avLst/>
                <a:gdLst>
                  <a:gd name="T0" fmla="*/ 11781 w 1365"/>
                  <a:gd name="T1" fmla="*/ 245 h 639"/>
                  <a:gd name="T2" fmla="*/ 8730 w 1365"/>
                  <a:gd name="T3" fmla="*/ 185 h 639"/>
                  <a:gd name="T4" fmla="*/ 6144 w 1365"/>
                  <a:gd name="T5" fmla="*/ 305 h 639"/>
                  <a:gd name="T6" fmla="*/ 808 w 1365"/>
                  <a:gd name="T7" fmla="*/ 0 h 639"/>
                  <a:gd name="T8" fmla="*/ 2102 w 1365"/>
                  <a:gd name="T9" fmla="*/ 524 h 639"/>
                  <a:gd name="T10" fmla="*/ 2152 w 1365"/>
                  <a:gd name="T11" fmla="*/ 892 h 639"/>
                  <a:gd name="T12" fmla="*/ 138 w 1365"/>
                  <a:gd name="T13" fmla="*/ 1353 h 639"/>
                  <a:gd name="T14" fmla="*/ 21 w 1365"/>
                  <a:gd name="T15" fmla="*/ 2354 h 639"/>
                  <a:gd name="T16" fmla="*/ 203 w 1365"/>
                  <a:gd name="T17" fmla="*/ 3419 h 639"/>
                  <a:gd name="T18" fmla="*/ 0 w 1365"/>
                  <a:gd name="T19" fmla="*/ 4576 h 639"/>
                  <a:gd name="T20" fmla="*/ 1129 w 1365"/>
                  <a:gd name="T21" fmla="*/ 4663 h 639"/>
                  <a:gd name="T22" fmla="*/ 0 w 1365"/>
                  <a:gd name="T23" fmla="*/ 6187 h 639"/>
                  <a:gd name="T24" fmla="*/ 1285 w 1365"/>
                  <a:gd name="T25" fmla="*/ 4017 h 639"/>
                  <a:gd name="T26" fmla="*/ 2900 w 1365"/>
                  <a:gd name="T27" fmla="*/ 4391 h 639"/>
                  <a:gd name="T28" fmla="*/ 9969 w 1365"/>
                  <a:gd name="T29" fmla="*/ 3835 h 639"/>
                  <a:gd name="T30" fmla="*/ 13604 w 1365"/>
                  <a:gd name="T31" fmla="*/ 4604 h 639"/>
                  <a:gd name="T32" fmla="*/ 13604 w 1365"/>
                  <a:gd name="T33" fmla="*/ 4327 h 639"/>
                  <a:gd name="T34" fmla="*/ 9118 w 1365"/>
                  <a:gd name="T35" fmla="*/ 3156 h 639"/>
                  <a:gd name="T36" fmla="*/ 8805 w 1365"/>
                  <a:gd name="T37" fmla="*/ 2296 h 639"/>
                  <a:gd name="T38" fmla="*/ 13346 w 1365"/>
                  <a:gd name="T39" fmla="*/ 2119 h 639"/>
                  <a:gd name="T40" fmla="*/ 13604 w 1365"/>
                  <a:gd name="T41" fmla="*/ 1579 h 639"/>
                  <a:gd name="T42" fmla="*/ 13061 w 1365"/>
                  <a:gd name="T43" fmla="*/ 903 h 639"/>
                  <a:gd name="T44" fmla="*/ 1994 w 1365"/>
                  <a:gd name="T45" fmla="*/ 688 h 639"/>
                  <a:gd name="T46" fmla="*/ 9766 w 1365"/>
                  <a:gd name="T47" fmla="*/ 913 h 639"/>
                  <a:gd name="T48" fmla="*/ 8125 w 1365"/>
                  <a:gd name="T49" fmla="*/ 1529 h 639"/>
                  <a:gd name="T50" fmla="*/ 10346 w 1365"/>
                  <a:gd name="T51" fmla="*/ 1426 h 639"/>
                  <a:gd name="T52" fmla="*/ 5273 w 1365"/>
                  <a:gd name="T53" fmla="*/ 3393 h 639"/>
                  <a:gd name="T54" fmla="*/ 6195 w 1365"/>
                  <a:gd name="T55" fmla="*/ 3071 h 639"/>
                  <a:gd name="T56" fmla="*/ 6858 w 1365"/>
                  <a:gd name="T57" fmla="*/ 835 h 639"/>
                  <a:gd name="T58" fmla="*/ 6199 w 1365"/>
                  <a:gd name="T59" fmla="*/ 1150 h 639"/>
                  <a:gd name="T60" fmla="*/ 5260 w 1365"/>
                  <a:gd name="T61" fmla="*/ 1249 h 639"/>
                  <a:gd name="T62" fmla="*/ 2564 w 1365"/>
                  <a:gd name="T63" fmla="*/ 1461 h 639"/>
                  <a:gd name="T64" fmla="*/ 6123 w 1365"/>
                  <a:gd name="T65" fmla="*/ 2032 h 639"/>
                  <a:gd name="T66" fmla="*/ 5852 w 1365"/>
                  <a:gd name="T67" fmla="*/ 1511 h 639"/>
                  <a:gd name="T68" fmla="*/ 10208 w 1365"/>
                  <a:gd name="T69" fmla="*/ 1217 h 639"/>
                  <a:gd name="T70" fmla="*/ 9508 w 1365"/>
                  <a:gd name="T71" fmla="*/ 538 h 639"/>
                  <a:gd name="T72" fmla="*/ 8992 w 1365"/>
                  <a:gd name="T73" fmla="*/ 933 h 639"/>
                  <a:gd name="T74" fmla="*/ 5602 w 1365"/>
                  <a:gd name="T75" fmla="*/ 578 h 639"/>
                  <a:gd name="T76" fmla="*/ 1812 w 1365"/>
                  <a:gd name="T77" fmla="*/ 185 h 639"/>
                  <a:gd name="T78" fmla="*/ 2286 w 1365"/>
                  <a:gd name="T79" fmla="*/ 677 h 639"/>
                  <a:gd name="T80" fmla="*/ 2286 w 1365"/>
                  <a:gd name="T81" fmla="*/ 1137 h 639"/>
                  <a:gd name="T82" fmla="*/ 2770 w 1365"/>
                  <a:gd name="T83" fmla="*/ 1202 h 639"/>
                  <a:gd name="T84" fmla="*/ 1776 w 1365"/>
                  <a:gd name="T85" fmla="*/ 1549 h 639"/>
                  <a:gd name="T86" fmla="*/ 4272 w 1365"/>
                  <a:gd name="T87" fmla="*/ 2354 h 639"/>
                  <a:gd name="T88" fmla="*/ 3051 w 1365"/>
                  <a:gd name="T89" fmla="*/ 3035 h 639"/>
                  <a:gd name="T90" fmla="*/ 2252 w 1365"/>
                  <a:gd name="T91" fmla="*/ 3035 h 639"/>
                  <a:gd name="T92" fmla="*/ 1414 w 1365"/>
                  <a:gd name="T93" fmla="*/ 3276 h 639"/>
                  <a:gd name="T94" fmla="*/ 3567 w 1365"/>
                  <a:gd name="T95" fmla="*/ 3949 h 639"/>
                  <a:gd name="T96" fmla="*/ 7017 w 1365"/>
                  <a:gd name="T97" fmla="*/ 3979 h 639"/>
                  <a:gd name="T98" fmla="*/ 6362 w 1365"/>
                  <a:gd name="T99" fmla="*/ 4202 h 639"/>
                  <a:gd name="T100" fmla="*/ 10208 w 1365"/>
                  <a:gd name="T101" fmla="*/ 3101 h 639"/>
                  <a:gd name="T102" fmla="*/ 8399 w 1365"/>
                  <a:gd name="T103" fmla="*/ 3829 h 639"/>
                  <a:gd name="T104" fmla="*/ 5086 w 1365"/>
                  <a:gd name="T105" fmla="*/ 3562 h 639"/>
                  <a:gd name="T106" fmla="*/ 7146 w 1365"/>
                  <a:gd name="T107" fmla="*/ 2740 h 639"/>
                  <a:gd name="T108" fmla="*/ 7158 w 1365"/>
                  <a:gd name="T109" fmla="*/ 1780 h 639"/>
                  <a:gd name="T110" fmla="*/ 10669 w 1365"/>
                  <a:gd name="T111" fmla="*/ 2032 h 639"/>
                  <a:gd name="T112" fmla="*/ 11897 w 1365"/>
                  <a:gd name="T113" fmla="*/ 1816 h 639"/>
                  <a:gd name="T114" fmla="*/ 11114 w 1365"/>
                  <a:gd name="T115" fmla="*/ 1543 h 639"/>
                  <a:gd name="T116" fmla="*/ 10927 w 1365"/>
                  <a:gd name="T117" fmla="*/ 707 h 639"/>
                  <a:gd name="T118" fmla="*/ 12500 w 1365"/>
                  <a:gd name="T119" fmla="*/ 491 h 6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365" h="639">
                    <a:moveTo>
                      <a:pt x="1308" y="54"/>
                    </a:moveTo>
                    <a:cubicBezTo>
                      <a:pt x="1318" y="53"/>
                      <a:pt x="1330" y="53"/>
                      <a:pt x="1341" y="54"/>
                    </a:cubicBezTo>
                    <a:cubicBezTo>
                      <a:pt x="1350" y="54"/>
                      <a:pt x="1359" y="55"/>
                      <a:pt x="1365" y="54"/>
                    </a:cubicBezTo>
                    <a:cubicBezTo>
                      <a:pt x="1365" y="43"/>
                      <a:pt x="1365" y="43"/>
                      <a:pt x="1365" y="43"/>
                    </a:cubicBezTo>
                    <a:cubicBezTo>
                      <a:pt x="1364" y="36"/>
                      <a:pt x="1364" y="36"/>
                      <a:pt x="1364" y="36"/>
                    </a:cubicBezTo>
                    <a:cubicBezTo>
                      <a:pt x="1359" y="37"/>
                      <a:pt x="1349" y="38"/>
                      <a:pt x="1331" y="35"/>
                    </a:cubicBezTo>
                    <a:cubicBezTo>
                      <a:pt x="1308" y="32"/>
                      <a:pt x="1280" y="34"/>
                      <a:pt x="1253" y="36"/>
                    </a:cubicBezTo>
                    <a:cubicBezTo>
                      <a:pt x="1233" y="37"/>
                      <a:pt x="1214" y="39"/>
                      <a:pt x="1198" y="38"/>
                    </a:cubicBezTo>
                    <a:cubicBezTo>
                      <a:pt x="1170" y="38"/>
                      <a:pt x="1170" y="38"/>
                      <a:pt x="1170" y="38"/>
                    </a:cubicBezTo>
                    <a:cubicBezTo>
                      <a:pt x="1164" y="38"/>
                      <a:pt x="1158" y="38"/>
                      <a:pt x="1153" y="37"/>
                    </a:cubicBezTo>
                    <a:cubicBezTo>
                      <a:pt x="1156" y="37"/>
                      <a:pt x="1159" y="36"/>
                      <a:pt x="1162" y="36"/>
                    </a:cubicBezTo>
                    <a:cubicBezTo>
                      <a:pt x="1173" y="34"/>
                      <a:pt x="1184" y="32"/>
                      <a:pt x="1196" y="28"/>
                    </a:cubicBezTo>
                    <a:cubicBezTo>
                      <a:pt x="1199" y="27"/>
                      <a:pt x="1203" y="26"/>
                      <a:pt x="1208" y="25"/>
                    </a:cubicBezTo>
                    <a:cubicBezTo>
                      <a:pt x="1195" y="25"/>
                      <a:pt x="1185" y="24"/>
                      <a:pt x="1182" y="25"/>
                    </a:cubicBezTo>
                    <a:cubicBezTo>
                      <a:pt x="1171" y="27"/>
                      <a:pt x="1138" y="20"/>
                      <a:pt x="1117" y="24"/>
                    </a:cubicBezTo>
                    <a:cubicBezTo>
                      <a:pt x="1112" y="25"/>
                      <a:pt x="1095" y="25"/>
                      <a:pt x="1073" y="25"/>
                    </a:cubicBezTo>
                    <a:cubicBezTo>
                      <a:pt x="1074" y="25"/>
                      <a:pt x="1074" y="25"/>
                      <a:pt x="1075" y="25"/>
                    </a:cubicBezTo>
                    <a:cubicBezTo>
                      <a:pt x="1088" y="27"/>
                      <a:pt x="1098" y="28"/>
                      <a:pt x="1106" y="29"/>
                    </a:cubicBezTo>
                    <a:cubicBezTo>
                      <a:pt x="1108" y="29"/>
                      <a:pt x="1109" y="29"/>
                      <a:pt x="1111" y="29"/>
                    </a:cubicBezTo>
                    <a:cubicBezTo>
                      <a:pt x="1091" y="35"/>
                      <a:pt x="1052" y="38"/>
                      <a:pt x="1029" y="40"/>
                    </a:cubicBezTo>
                    <a:cubicBezTo>
                      <a:pt x="1026" y="40"/>
                      <a:pt x="1026" y="40"/>
                      <a:pt x="1026" y="40"/>
                    </a:cubicBezTo>
                    <a:cubicBezTo>
                      <a:pt x="1012" y="41"/>
                      <a:pt x="995" y="40"/>
                      <a:pt x="976" y="39"/>
                    </a:cubicBezTo>
                    <a:cubicBezTo>
                      <a:pt x="940" y="38"/>
                      <a:pt x="940" y="38"/>
                      <a:pt x="940" y="38"/>
                    </a:cubicBezTo>
                    <a:cubicBezTo>
                      <a:pt x="919" y="37"/>
                      <a:pt x="904" y="36"/>
                      <a:pt x="895" y="35"/>
                    </a:cubicBezTo>
                    <a:cubicBezTo>
                      <a:pt x="900" y="33"/>
                      <a:pt x="905" y="32"/>
                      <a:pt x="910" y="29"/>
                    </a:cubicBezTo>
                    <a:cubicBezTo>
                      <a:pt x="916" y="26"/>
                      <a:pt x="929" y="25"/>
                      <a:pt x="946" y="23"/>
                    </a:cubicBezTo>
                    <a:cubicBezTo>
                      <a:pt x="931" y="23"/>
                      <a:pt x="921" y="23"/>
                      <a:pt x="921" y="23"/>
                    </a:cubicBezTo>
                    <a:cubicBezTo>
                      <a:pt x="921" y="23"/>
                      <a:pt x="901" y="18"/>
                      <a:pt x="876" y="19"/>
                    </a:cubicBezTo>
                    <a:cubicBezTo>
                      <a:pt x="859" y="20"/>
                      <a:pt x="822" y="22"/>
                      <a:pt x="799" y="23"/>
                    </a:cubicBezTo>
                    <a:cubicBezTo>
                      <a:pt x="825" y="23"/>
                      <a:pt x="851" y="24"/>
                      <a:pt x="868" y="25"/>
                    </a:cubicBezTo>
                    <a:cubicBezTo>
                      <a:pt x="867" y="25"/>
                      <a:pt x="866" y="26"/>
                      <a:pt x="866" y="26"/>
                    </a:cubicBezTo>
                    <a:cubicBezTo>
                      <a:pt x="860" y="30"/>
                      <a:pt x="852" y="30"/>
                      <a:pt x="840" y="30"/>
                    </a:cubicBezTo>
                    <a:cubicBezTo>
                      <a:pt x="831" y="30"/>
                      <a:pt x="820" y="30"/>
                      <a:pt x="807" y="32"/>
                    </a:cubicBezTo>
                    <a:cubicBezTo>
                      <a:pt x="776" y="36"/>
                      <a:pt x="728" y="40"/>
                      <a:pt x="694" y="40"/>
                    </a:cubicBezTo>
                    <a:cubicBezTo>
                      <a:pt x="681" y="40"/>
                      <a:pt x="669" y="40"/>
                      <a:pt x="659" y="39"/>
                    </a:cubicBezTo>
                    <a:cubicBezTo>
                      <a:pt x="684" y="33"/>
                      <a:pt x="721" y="27"/>
                      <a:pt x="751" y="25"/>
                    </a:cubicBezTo>
                    <a:cubicBezTo>
                      <a:pt x="687" y="26"/>
                      <a:pt x="687" y="26"/>
                      <a:pt x="687" y="26"/>
                    </a:cubicBezTo>
                    <a:cubicBezTo>
                      <a:pt x="687" y="26"/>
                      <a:pt x="634" y="26"/>
                      <a:pt x="613" y="29"/>
                    </a:cubicBezTo>
                    <a:cubicBezTo>
                      <a:pt x="605" y="30"/>
                      <a:pt x="569" y="32"/>
                      <a:pt x="529" y="34"/>
                    </a:cubicBezTo>
                    <a:cubicBezTo>
                      <a:pt x="535" y="34"/>
                      <a:pt x="542" y="34"/>
                      <a:pt x="548" y="33"/>
                    </a:cubicBezTo>
                    <a:cubicBezTo>
                      <a:pt x="578" y="32"/>
                      <a:pt x="578" y="32"/>
                      <a:pt x="578" y="32"/>
                    </a:cubicBezTo>
                    <a:cubicBezTo>
                      <a:pt x="590" y="32"/>
                      <a:pt x="604" y="32"/>
                      <a:pt x="616" y="31"/>
                    </a:cubicBezTo>
                    <a:cubicBezTo>
                      <a:pt x="616" y="32"/>
                      <a:pt x="615" y="32"/>
                      <a:pt x="615" y="32"/>
                    </a:cubicBezTo>
                    <a:cubicBezTo>
                      <a:pt x="611" y="34"/>
                      <a:pt x="607" y="36"/>
                      <a:pt x="603" y="37"/>
                    </a:cubicBezTo>
                    <a:cubicBezTo>
                      <a:pt x="596" y="38"/>
                      <a:pt x="587" y="39"/>
                      <a:pt x="577" y="39"/>
                    </a:cubicBezTo>
                    <a:cubicBezTo>
                      <a:pt x="565" y="39"/>
                      <a:pt x="552" y="39"/>
                      <a:pt x="537" y="41"/>
                    </a:cubicBezTo>
                    <a:cubicBezTo>
                      <a:pt x="514" y="44"/>
                      <a:pt x="470" y="48"/>
                      <a:pt x="433" y="45"/>
                    </a:cubicBezTo>
                    <a:cubicBezTo>
                      <a:pt x="427" y="44"/>
                      <a:pt x="420" y="43"/>
                      <a:pt x="413" y="42"/>
                    </a:cubicBezTo>
                    <a:cubicBezTo>
                      <a:pt x="420" y="42"/>
                      <a:pt x="428" y="41"/>
                      <a:pt x="435" y="40"/>
                    </a:cubicBezTo>
                    <a:cubicBezTo>
                      <a:pt x="441" y="40"/>
                      <a:pt x="450" y="39"/>
                      <a:pt x="460" y="38"/>
                    </a:cubicBezTo>
                    <a:cubicBezTo>
                      <a:pt x="432" y="39"/>
                      <a:pt x="411" y="41"/>
                      <a:pt x="411" y="41"/>
                    </a:cubicBezTo>
                    <a:cubicBezTo>
                      <a:pt x="383" y="36"/>
                      <a:pt x="383" y="36"/>
                      <a:pt x="383" y="36"/>
                    </a:cubicBezTo>
                    <a:cubicBezTo>
                      <a:pt x="383" y="36"/>
                      <a:pt x="321" y="23"/>
                      <a:pt x="301" y="23"/>
                    </a:cubicBezTo>
                    <a:cubicBezTo>
                      <a:pt x="281" y="23"/>
                      <a:pt x="191" y="12"/>
                      <a:pt x="191" y="12"/>
                    </a:cubicBezTo>
                    <a:cubicBezTo>
                      <a:pt x="191" y="12"/>
                      <a:pt x="151" y="4"/>
                      <a:pt x="140" y="2"/>
                    </a:cubicBezTo>
                    <a:cubicBezTo>
                      <a:pt x="136" y="2"/>
                      <a:pt x="109" y="1"/>
                      <a:pt x="81" y="0"/>
                    </a:cubicBezTo>
                    <a:cubicBezTo>
                      <a:pt x="84" y="0"/>
                      <a:pt x="86" y="1"/>
                      <a:pt x="89" y="1"/>
                    </a:cubicBezTo>
                    <a:cubicBezTo>
                      <a:pt x="83" y="1"/>
                      <a:pt x="77" y="1"/>
                      <a:pt x="71" y="2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48" y="3"/>
                      <a:pt x="22" y="5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4" y="22"/>
                      <a:pt x="28" y="23"/>
                      <a:pt x="44" y="23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110" y="20"/>
                      <a:pt x="125" y="19"/>
                      <a:pt x="142" y="25"/>
                    </a:cubicBezTo>
                    <a:cubicBezTo>
                      <a:pt x="167" y="34"/>
                      <a:pt x="182" y="40"/>
                      <a:pt x="212" y="47"/>
                    </a:cubicBezTo>
                    <a:cubicBezTo>
                      <a:pt x="219" y="49"/>
                      <a:pt x="226" y="50"/>
                      <a:pt x="233" y="51"/>
                    </a:cubicBezTo>
                    <a:cubicBezTo>
                      <a:pt x="225" y="52"/>
                      <a:pt x="217" y="52"/>
                      <a:pt x="211" y="53"/>
                    </a:cubicBezTo>
                    <a:cubicBezTo>
                      <a:pt x="191" y="57"/>
                      <a:pt x="140" y="58"/>
                      <a:pt x="101" y="53"/>
                    </a:cubicBezTo>
                    <a:cubicBezTo>
                      <a:pt x="78" y="50"/>
                      <a:pt x="78" y="50"/>
                      <a:pt x="78" y="50"/>
                    </a:cubicBezTo>
                    <a:cubicBezTo>
                      <a:pt x="52" y="47"/>
                      <a:pt x="29" y="44"/>
                      <a:pt x="0" y="44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21" y="61"/>
                      <a:pt x="43" y="63"/>
                      <a:pt x="69" y="67"/>
                    </a:cubicBezTo>
                    <a:cubicBezTo>
                      <a:pt x="97" y="72"/>
                      <a:pt x="129" y="75"/>
                      <a:pt x="159" y="77"/>
                    </a:cubicBezTo>
                    <a:cubicBezTo>
                      <a:pt x="176" y="78"/>
                      <a:pt x="187" y="81"/>
                      <a:pt x="198" y="84"/>
                    </a:cubicBezTo>
                    <a:cubicBezTo>
                      <a:pt x="205" y="85"/>
                      <a:pt x="212" y="87"/>
                      <a:pt x="220" y="89"/>
                    </a:cubicBezTo>
                    <a:cubicBezTo>
                      <a:pt x="220" y="89"/>
                      <a:pt x="224" y="89"/>
                      <a:pt x="227" y="89"/>
                    </a:cubicBezTo>
                    <a:cubicBezTo>
                      <a:pt x="224" y="90"/>
                      <a:pt x="216" y="91"/>
                      <a:pt x="216" y="91"/>
                    </a:cubicBezTo>
                    <a:cubicBezTo>
                      <a:pt x="206" y="93"/>
                      <a:pt x="194" y="96"/>
                      <a:pt x="188" y="96"/>
                    </a:cubicBezTo>
                    <a:cubicBezTo>
                      <a:pt x="173" y="98"/>
                      <a:pt x="164" y="98"/>
                      <a:pt x="150" y="97"/>
                    </a:cubicBezTo>
                    <a:cubicBezTo>
                      <a:pt x="125" y="96"/>
                      <a:pt x="125" y="96"/>
                      <a:pt x="125" y="96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65" y="93"/>
                      <a:pt x="32" y="91"/>
                      <a:pt x="0" y="92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22" y="108"/>
                      <a:pt x="69" y="108"/>
                      <a:pt x="88" y="111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36" y="115"/>
                      <a:pt x="160" y="117"/>
                      <a:pt x="174" y="121"/>
                    </a:cubicBezTo>
                    <a:cubicBezTo>
                      <a:pt x="222" y="132"/>
                      <a:pt x="235" y="139"/>
                      <a:pt x="239" y="141"/>
                    </a:cubicBezTo>
                    <a:cubicBezTo>
                      <a:pt x="235" y="143"/>
                      <a:pt x="221" y="143"/>
                      <a:pt x="213" y="142"/>
                    </a:cubicBezTo>
                    <a:cubicBezTo>
                      <a:pt x="169" y="140"/>
                      <a:pt x="135" y="137"/>
                      <a:pt x="118" y="133"/>
                    </a:cubicBezTo>
                    <a:cubicBezTo>
                      <a:pt x="96" y="129"/>
                      <a:pt x="52" y="134"/>
                      <a:pt x="14" y="138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1" y="159"/>
                      <a:pt x="1" y="159"/>
                      <a:pt x="1" y="159"/>
                    </a:cubicBezTo>
                    <a:cubicBezTo>
                      <a:pt x="37" y="153"/>
                      <a:pt x="73" y="150"/>
                      <a:pt x="85" y="152"/>
                    </a:cubicBezTo>
                    <a:cubicBezTo>
                      <a:pt x="75" y="164"/>
                      <a:pt x="33" y="191"/>
                      <a:pt x="0" y="209"/>
                    </a:cubicBezTo>
                    <a:cubicBezTo>
                      <a:pt x="0" y="217"/>
                      <a:pt x="0" y="217"/>
                      <a:pt x="0" y="217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11" y="219"/>
                      <a:pt x="36" y="205"/>
                      <a:pt x="60" y="190"/>
                    </a:cubicBezTo>
                    <a:cubicBezTo>
                      <a:pt x="60" y="190"/>
                      <a:pt x="59" y="191"/>
                      <a:pt x="59" y="191"/>
                    </a:cubicBezTo>
                    <a:cubicBezTo>
                      <a:pt x="59" y="193"/>
                      <a:pt x="60" y="195"/>
                      <a:pt x="60" y="197"/>
                    </a:cubicBezTo>
                    <a:cubicBezTo>
                      <a:pt x="64" y="207"/>
                      <a:pt x="79" y="212"/>
                      <a:pt x="99" y="216"/>
                    </a:cubicBezTo>
                    <a:cubicBezTo>
                      <a:pt x="73" y="213"/>
                      <a:pt x="33" y="213"/>
                      <a:pt x="0" y="226"/>
                    </a:cubicBezTo>
                    <a:cubicBezTo>
                      <a:pt x="0" y="233"/>
                      <a:pt x="0" y="233"/>
                      <a:pt x="0" y="233"/>
                    </a:cubicBezTo>
                    <a:cubicBezTo>
                      <a:pt x="2" y="240"/>
                      <a:pt x="2" y="240"/>
                      <a:pt x="2" y="240"/>
                    </a:cubicBezTo>
                    <a:cubicBezTo>
                      <a:pt x="35" y="227"/>
                      <a:pt x="76" y="227"/>
                      <a:pt x="100" y="231"/>
                    </a:cubicBezTo>
                    <a:cubicBezTo>
                      <a:pt x="125" y="235"/>
                      <a:pt x="176" y="239"/>
                      <a:pt x="216" y="243"/>
                    </a:cubicBezTo>
                    <a:cubicBezTo>
                      <a:pt x="255" y="246"/>
                      <a:pt x="255" y="246"/>
                      <a:pt x="255" y="246"/>
                    </a:cubicBezTo>
                    <a:cubicBezTo>
                      <a:pt x="269" y="248"/>
                      <a:pt x="302" y="251"/>
                      <a:pt x="310" y="256"/>
                    </a:cubicBezTo>
                    <a:cubicBezTo>
                      <a:pt x="299" y="264"/>
                      <a:pt x="251" y="283"/>
                      <a:pt x="207" y="291"/>
                    </a:cubicBezTo>
                    <a:cubicBezTo>
                      <a:pt x="182" y="297"/>
                      <a:pt x="182" y="297"/>
                      <a:pt x="182" y="297"/>
                    </a:cubicBezTo>
                    <a:cubicBezTo>
                      <a:pt x="134" y="308"/>
                      <a:pt x="54" y="326"/>
                      <a:pt x="2" y="305"/>
                    </a:cubicBezTo>
                    <a:cubicBezTo>
                      <a:pt x="0" y="312"/>
                      <a:pt x="0" y="312"/>
                      <a:pt x="0" y="312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18" y="326"/>
                      <a:pt x="40" y="329"/>
                      <a:pt x="63" y="329"/>
                    </a:cubicBezTo>
                    <a:cubicBezTo>
                      <a:pt x="49" y="330"/>
                      <a:pt x="36" y="333"/>
                      <a:pt x="25" y="337"/>
                    </a:cubicBezTo>
                    <a:cubicBezTo>
                      <a:pt x="24" y="338"/>
                      <a:pt x="24" y="338"/>
                      <a:pt x="24" y="338"/>
                    </a:cubicBezTo>
                    <a:cubicBezTo>
                      <a:pt x="22" y="340"/>
                      <a:pt x="22" y="340"/>
                      <a:pt x="22" y="340"/>
                    </a:cubicBezTo>
                    <a:cubicBezTo>
                      <a:pt x="21" y="342"/>
                      <a:pt x="20" y="345"/>
                      <a:pt x="20" y="348"/>
                    </a:cubicBezTo>
                    <a:cubicBezTo>
                      <a:pt x="22" y="357"/>
                      <a:pt x="33" y="366"/>
                      <a:pt x="58" y="383"/>
                    </a:cubicBezTo>
                    <a:cubicBezTo>
                      <a:pt x="59" y="384"/>
                      <a:pt x="60" y="384"/>
                      <a:pt x="62" y="385"/>
                    </a:cubicBezTo>
                    <a:cubicBezTo>
                      <a:pt x="41" y="376"/>
                      <a:pt x="20" y="368"/>
                      <a:pt x="1" y="364"/>
                    </a:cubicBezTo>
                    <a:cubicBezTo>
                      <a:pt x="0" y="371"/>
                      <a:pt x="0" y="371"/>
                      <a:pt x="0" y="371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18" y="382"/>
                      <a:pt x="41" y="392"/>
                      <a:pt x="62" y="401"/>
                    </a:cubicBezTo>
                    <a:cubicBezTo>
                      <a:pt x="86" y="411"/>
                      <a:pt x="108" y="420"/>
                      <a:pt x="127" y="423"/>
                    </a:cubicBezTo>
                    <a:cubicBezTo>
                      <a:pt x="144" y="426"/>
                      <a:pt x="144" y="426"/>
                      <a:pt x="144" y="426"/>
                    </a:cubicBezTo>
                    <a:cubicBezTo>
                      <a:pt x="160" y="428"/>
                      <a:pt x="182" y="432"/>
                      <a:pt x="185" y="436"/>
                    </a:cubicBezTo>
                    <a:cubicBezTo>
                      <a:pt x="181" y="438"/>
                      <a:pt x="165" y="439"/>
                      <a:pt x="154" y="439"/>
                    </a:cubicBezTo>
                    <a:cubicBezTo>
                      <a:pt x="143" y="439"/>
                      <a:pt x="131" y="440"/>
                      <a:pt x="119" y="441"/>
                    </a:cubicBezTo>
                    <a:cubicBezTo>
                      <a:pt x="111" y="443"/>
                      <a:pt x="100" y="445"/>
                      <a:pt x="87" y="447"/>
                    </a:cubicBezTo>
                    <a:cubicBezTo>
                      <a:pt x="60" y="453"/>
                      <a:pt x="25" y="460"/>
                      <a:pt x="0" y="459"/>
                    </a:cubicBezTo>
                    <a:cubicBezTo>
                      <a:pt x="0" y="466"/>
                      <a:pt x="0" y="466"/>
                      <a:pt x="0" y="466"/>
                    </a:cubicBezTo>
                    <a:cubicBezTo>
                      <a:pt x="0" y="474"/>
                      <a:pt x="0" y="474"/>
                      <a:pt x="0" y="474"/>
                    </a:cubicBezTo>
                    <a:cubicBezTo>
                      <a:pt x="27" y="474"/>
                      <a:pt x="62" y="467"/>
                      <a:pt x="90" y="461"/>
                    </a:cubicBezTo>
                    <a:cubicBezTo>
                      <a:pt x="102" y="459"/>
                      <a:pt x="113" y="457"/>
                      <a:pt x="121" y="455"/>
                    </a:cubicBezTo>
                    <a:cubicBezTo>
                      <a:pt x="128" y="455"/>
                      <a:pt x="136" y="454"/>
                      <a:pt x="143" y="454"/>
                    </a:cubicBezTo>
                    <a:cubicBezTo>
                      <a:pt x="139" y="454"/>
                      <a:pt x="135" y="455"/>
                      <a:pt x="131" y="456"/>
                    </a:cubicBezTo>
                    <a:cubicBezTo>
                      <a:pt x="119" y="458"/>
                      <a:pt x="113" y="460"/>
                      <a:pt x="108" y="461"/>
                    </a:cubicBezTo>
                    <a:cubicBezTo>
                      <a:pt x="100" y="464"/>
                      <a:pt x="94" y="466"/>
                      <a:pt x="69" y="469"/>
                    </a:cubicBezTo>
                    <a:cubicBezTo>
                      <a:pt x="40" y="472"/>
                      <a:pt x="32" y="473"/>
                      <a:pt x="15" y="477"/>
                    </a:cubicBezTo>
                    <a:cubicBezTo>
                      <a:pt x="0" y="479"/>
                      <a:pt x="0" y="479"/>
                      <a:pt x="0" y="479"/>
                    </a:cubicBezTo>
                    <a:cubicBezTo>
                      <a:pt x="0" y="487"/>
                      <a:pt x="0" y="487"/>
                      <a:pt x="0" y="487"/>
                    </a:cubicBezTo>
                    <a:cubicBezTo>
                      <a:pt x="1" y="494"/>
                      <a:pt x="1" y="494"/>
                      <a:pt x="1" y="494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34" y="488"/>
                      <a:pt x="42" y="486"/>
                      <a:pt x="70" y="483"/>
                    </a:cubicBezTo>
                    <a:cubicBezTo>
                      <a:pt x="97" y="480"/>
                      <a:pt x="104" y="478"/>
                      <a:pt x="113" y="475"/>
                    </a:cubicBezTo>
                    <a:cubicBezTo>
                      <a:pt x="118" y="473"/>
                      <a:pt x="123" y="472"/>
                      <a:pt x="133" y="470"/>
                    </a:cubicBezTo>
                    <a:cubicBezTo>
                      <a:pt x="153" y="466"/>
                      <a:pt x="167" y="466"/>
                      <a:pt x="185" y="467"/>
                    </a:cubicBezTo>
                    <a:cubicBezTo>
                      <a:pt x="206" y="467"/>
                      <a:pt x="206" y="467"/>
                      <a:pt x="206" y="467"/>
                    </a:cubicBezTo>
                    <a:cubicBezTo>
                      <a:pt x="236" y="467"/>
                      <a:pt x="279" y="482"/>
                      <a:pt x="286" y="492"/>
                    </a:cubicBezTo>
                    <a:cubicBezTo>
                      <a:pt x="291" y="499"/>
                      <a:pt x="272" y="518"/>
                      <a:pt x="259" y="531"/>
                    </a:cubicBezTo>
                    <a:cubicBezTo>
                      <a:pt x="254" y="536"/>
                      <a:pt x="254" y="536"/>
                      <a:pt x="254" y="536"/>
                    </a:cubicBezTo>
                    <a:cubicBezTo>
                      <a:pt x="240" y="551"/>
                      <a:pt x="223" y="557"/>
                      <a:pt x="205" y="563"/>
                    </a:cubicBezTo>
                    <a:cubicBezTo>
                      <a:pt x="192" y="568"/>
                      <a:pt x="192" y="568"/>
                      <a:pt x="192" y="568"/>
                    </a:cubicBezTo>
                    <a:cubicBezTo>
                      <a:pt x="185" y="570"/>
                      <a:pt x="177" y="574"/>
                      <a:pt x="167" y="579"/>
                    </a:cubicBezTo>
                    <a:cubicBezTo>
                      <a:pt x="142" y="590"/>
                      <a:pt x="108" y="605"/>
                      <a:pt x="86" y="608"/>
                    </a:cubicBezTo>
                    <a:cubicBezTo>
                      <a:pt x="78" y="608"/>
                      <a:pt x="70" y="611"/>
                      <a:pt x="62" y="613"/>
                    </a:cubicBezTo>
                    <a:cubicBezTo>
                      <a:pt x="43" y="619"/>
                      <a:pt x="23" y="624"/>
                      <a:pt x="2" y="616"/>
                    </a:cubicBezTo>
                    <a:cubicBezTo>
                      <a:pt x="0" y="622"/>
                      <a:pt x="0" y="622"/>
                      <a:pt x="0" y="622"/>
                    </a:cubicBezTo>
                    <a:cubicBezTo>
                      <a:pt x="0" y="630"/>
                      <a:pt x="0" y="630"/>
                      <a:pt x="0" y="630"/>
                    </a:cubicBezTo>
                    <a:cubicBezTo>
                      <a:pt x="24" y="639"/>
                      <a:pt x="47" y="632"/>
                      <a:pt x="66" y="627"/>
                    </a:cubicBezTo>
                    <a:cubicBezTo>
                      <a:pt x="74" y="625"/>
                      <a:pt x="81" y="623"/>
                      <a:pt x="88" y="622"/>
                    </a:cubicBezTo>
                    <a:cubicBezTo>
                      <a:pt x="112" y="619"/>
                      <a:pt x="145" y="604"/>
                      <a:pt x="173" y="592"/>
                    </a:cubicBezTo>
                    <a:cubicBezTo>
                      <a:pt x="182" y="587"/>
                      <a:pt x="191" y="583"/>
                      <a:pt x="197" y="581"/>
                    </a:cubicBezTo>
                    <a:cubicBezTo>
                      <a:pt x="209" y="577"/>
                      <a:pt x="209" y="577"/>
                      <a:pt x="209" y="577"/>
                    </a:cubicBezTo>
                    <a:cubicBezTo>
                      <a:pt x="228" y="570"/>
                      <a:pt x="247" y="563"/>
                      <a:pt x="264" y="546"/>
                    </a:cubicBezTo>
                    <a:cubicBezTo>
                      <a:pt x="269" y="541"/>
                      <a:pt x="269" y="541"/>
                      <a:pt x="269" y="541"/>
                    </a:cubicBezTo>
                    <a:cubicBezTo>
                      <a:pt x="288" y="522"/>
                      <a:pt x="310" y="501"/>
                      <a:pt x="298" y="484"/>
                    </a:cubicBezTo>
                    <a:cubicBezTo>
                      <a:pt x="286" y="467"/>
                      <a:pt x="237" y="453"/>
                      <a:pt x="206" y="453"/>
                    </a:cubicBezTo>
                    <a:cubicBezTo>
                      <a:pt x="185" y="453"/>
                      <a:pt x="185" y="453"/>
                      <a:pt x="185" y="453"/>
                    </a:cubicBezTo>
                    <a:cubicBezTo>
                      <a:pt x="181" y="452"/>
                      <a:pt x="178" y="452"/>
                      <a:pt x="175" y="452"/>
                    </a:cubicBezTo>
                    <a:cubicBezTo>
                      <a:pt x="189" y="451"/>
                      <a:pt x="199" y="448"/>
                      <a:pt x="200" y="437"/>
                    </a:cubicBezTo>
                    <a:cubicBezTo>
                      <a:pt x="201" y="420"/>
                      <a:pt x="179" y="417"/>
                      <a:pt x="146" y="412"/>
                    </a:cubicBezTo>
                    <a:cubicBezTo>
                      <a:pt x="129" y="409"/>
                      <a:pt x="129" y="409"/>
                      <a:pt x="129" y="409"/>
                    </a:cubicBezTo>
                    <a:cubicBezTo>
                      <a:pt x="119" y="407"/>
                      <a:pt x="107" y="404"/>
                      <a:pt x="95" y="399"/>
                    </a:cubicBezTo>
                    <a:cubicBezTo>
                      <a:pt x="127" y="409"/>
                      <a:pt x="168" y="416"/>
                      <a:pt x="191" y="414"/>
                    </a:cubicBezTo>
                    <a:cubicBezTo>
                      <a:pt x="222" y="412"/>
                      <a:pt x="242" y="404"/>
                      <a:pt x="264" y="395"/>
                    </a:cubicBezTo>
                    <a:cubicBezTo>
                      <a:pt x="276" y="390"/>
                      <a:pt x="276" y="390"/>
                      <a:pt x="276" y="390"/>
                    </a:cubicBezTo>
                    <a:cubicBezTo>
                      <a:pt x="294" y="382"/>
                      <a:pt x="328" y="382"/>
                      <a:pt x="356" y="381"/>
                    </a:cubicBezTo>
                    <a:cubicBezTo>
                      <a:pt x="383" y="380"/>
                      <a:pt x="383" y="380"/>
                      <a:pt x="383" y="380"/>
                    </a:cubicBezTo>
                    <a:cubicBezTo>
                      <a:pt x="384" y="380"/>
                      <a:pt x="386" y="380"/>
                      <a:pt x="387" y="380"/>
                    </a:cubicBezTo>
                    <a:cubicBezTo>
                      <a:pt x="377" y="382"/>
                      <a:pt x="366" y="385"/>
                      <a:pt x="355" y="388"/>
                    </a:cubicBezTo>
                    <a:cubicBezTo>
                      <a:pt x="339" y="392"/>
                      <a:pt x="339" y="392"/>
                      <a:pt x="339" y="392"/>
                    </a:cubicBezTo>
                    <a:cubicBezTo>
                      <a:pt x="257" y="411"/>
                      <a:pt x="227" y="421"/>
                      <a:pt x="228" y="436"/>
                    </a:cubicBezTo>
                    <a:cubicBezTo>
                      <a:pt x="228" y="437"/>
                      <a:pt x="228" y="437"/>
                      <a:pt x="228" y="437"/>
                    </a:cubicBezTo>
                    <a:cubicBezTo>
                      <a:pt x="229" y="438"/>
                      <a:pt x="229" y="438"/>
                      <a:pt x="229" y="438"/>
                    </a:cubicBezTo>
                    <a:cubicBezTo>
                      <a:pt x="231" y="448"/>
                      <a:pt x="240" y="447"/>
                      <a:pt x="256" y="447"/>
                    </a:cubicBezTo>
                    <a:cubicBezTo>
                      <a:pt x="264" y="447"/>
                      <a:pt x="275" y="447"/>
                      <a:pt x="291" y="447"/>
                    </a:cubicBezTo>
                    <a:cubicBezTo>
                      <a:pt x="337" y="449"/>
                      <a:pt x="386" y="454"/>
                      <a:pt x="425" y="461"/>
                    </a:cubicBezTo>
                    <a:cubicBezTo>
                      <a:pt x="437" y="463"/>
                      <a:pt x="437" y="463"/>
                      <a:pt x="437" y="463"/>
                    </a:cubicBezTo>
                    <a:cubicBezTo>
                      <a:pt x="478" y="470"/>
                      <a:pt x="535" y="480"/>
                      <a:pt x="577" y="460"/>
                    </a:cubicBezTo>
                    <a:cubicBezTo>
                      <a:pt x="609" y="445"/>
                      <a:pt x="620" y="438"/>
                      <a:pt x="624" y="430"/>
                    </a:cubicBezTo>
                    <a:cubicBezTo>
                      <a:pt x="625" y="455"/>
                      <a:pt x="652" y="456"/>
                      <a:pt x="685" y="458"/>
                    </a:cubicBezTo>
                    <a:cubicBezTo>
                      <a:pt x="712" y="460"/>
                      <a:pt x="712" y="460"/>
                      <a:pt x="712" y="460"/>
                    </a:cubicBezTo>
                    <a:cubicBezTo>
                      <a:pt x="731" y="462"/>
                      <a:pt x="758" y="466"/>
                      <a:pt x="786" y="470"/>
                    </a:cubicBezTo>
                    <a:cubicBezTo>
                      <a:pt x="833" y="478"/>
                      <a:pt x="881" y="485"/>
                      <a:pt x="908" y="484"/>
                    </a:cubicBezTo>
                    <a:cubicBezTo>
                      <a:pt x="949" y="482"/>
                      <a:pt x="961" y="467"/>
                      <a:pt x="975" y="449"/>
                    </a:cubicBezTo>
                    <a:cubicBezTo>
                      <a:pt x="980" y="443"/>
                      <a:pt x="980" y="443"/>
                      <a:pt x="980" y="443"/>
                    </a:cubicBezTo>
                    <a:cubicBezTo>
                      <a:pt x="991" y="431"/>
                      <a:pt x="997" y="428"/>
                      <a:pt x="1003" y="424"/>
                    </a:cubicBezTo>
                    <a:cubicBezTo>
                      <a:pt x="1007" y="423"/>
                      <a:pt x="1011" y="421"/>
                      <a:pt x="1016" y="418"/>
                    </a:cubicBezTo>
                    <a:cubicBezTo>
                      <a:pt x="1018" y="416"/>
                      <a:pt x="1024" y="412"/>
                      <a:pt x="1023" y="405"/>
                    </a:cubicBezTo>
                    <a:cubicBezTo>
                      <a:pt x="1021" y="397"/>
                      <a:pt x="1013" y="395"/>
                      <a:pt x="1000" y="391"/>
                    </a:cubicBezTo>
                    <a:cubicBezTo>
                      <a:pt x="986" y="386"/>
                      <a:pt x="986" y="386"/>
                      <a:pt x="986" y="386"/>
                    </a:cubicBezTo>
                    <a:cubicBezTo>
                      <a:pt x="980" y="384"/>
                      <a:pt x="973" y="382"/>
                      <a:pt x="964" y="380"/>
                    </a:cubicBezTo>
                    <a:cubicBezTo>
                      <a:pt x="970" y="381"/>
                      <a:pt x="970" y="381"/>
                      <a:pt x="970" y="381"/>
                    </a:cubicBezTo>
                    <a:cubicBezTo>
                      <a:pt x="1001" y="388"/>
                      <a:pt x="1001" y="388"/>
                      <a:pt x="1001" y="388"/>
                    </a:cubicBezTo>
                    <a:cubicBezTo>
                      <a:pt x="1041" y="397"/>
                      <a:pt x="1086" y="406"/>
                      <a:pt x="1117" y="407"/>
                    </a:cubicBezTo>
                    <a:cubicBezTo>
                      <a:pt x="1091" y="410"/>
                      <a:pt x="1091" y="410"/>
                      <a:pt x="1091" y="410"/>
                    </a:cubicBezTo>
                    <a:cubicBezTo>
                      <a:pt x="1017" y="419"/>
                      <a:pt x="990" y="427"/>
                      <a:pt x="987" y="442"/>
                    </a:cubicBezTo>
                    <a:cubicBezTo>
                      <a:pt x="987" y="442"/>
                      <a:pt x="987" y="442"/>
                      <a:pt x="987" y="442"/>
                    </a:cubicBezTo>
                    <a:cubicBezTo>
                      <a:pt x="987" y="443"/>
                      <a:pt x="987" y="443"/>
                      <a:pt x="987" y="443"/>
                    </a:cubicBezTo>
                    <a:cubicBezTo>
                      <a:pt x="986" y="463"/>
                      <a:pt x="1016" y="466"/>
                      <a:pt x="1054" y="470"/>
                    </a:cubicBezTo>
                    <a:cubicBezTo>
                      <a:pt x="1070" y="472"/>
                      <a:pt x="1087" y="474"/>
                      <a:pt x="1102" y="477"/>
                    </a:cubicBezTo>
                    <a:cubicBezTo>
                      <a:pt x="1150" y="487"/>
                      <a:pt x="1257" y="504"/>
                      <a:pt x="1283" y="502"/>
                    </a:cubicBezTo>
                    <a:cubicBezTo>
                      <a:pt x="1302" y="501"/>
                      <a:pt x="1346" y="493"/>
                      <a:pt x="1365" y="479"/>
                    </a:cubicBezTo>
                    <a:cubicBezTo>
                      <a:pt x="1365" y="469"/>
                      <a:pt x="1365" y="469"/>
                      <a:pt x="1365" y="469"/>
                    </a:cubicBezTo>
                    <a:cubicBezTo>
                      <a:pt x="1360" y="464"/>
                      <a:pt x="1360" y="464"/>
                      <a:pt x="1360" y="464"/>
                    </a:cubicBezTo>
                    <a:cubicBezTo>
                      <a:pt x="1359" y="465"/>
                      <a:pt x="1359" y="465"/>
                      <a:pt x="1359" y="465"/>
                    </a:cubicBezTo>
                    <a:cubicBezTo>
                      <a:pt x="1350" y="475"/>
                      <a:pt x="1310" y="486"/>
                      <a:pt x="1282" y="488"/>
                    </a:cubicBezTo>
                    <a:cubicBezTo>
                      <a:pt x="1259" y="489"/>
                      <a:pt x="1157" y="474"/>
                      <a:pt x="1105" y="463"/>
                    </a:cubicBezTo>
                    <a:cubicBezTo>
                      <a:pt x="1089" y="460"/>
                      <a:pt x="1072" y="458"/>
                      <a:pt x="1056" y="456"/>
                    </a:cubicBezTo>
                    <a:cubicBezTo>
                      <a:pt x="1039" y="454"/>
                      <a:pt x="1004" y="450"/>
                      <a:pt x="1002" y="444"/>
                    </a:cubicBezTo>
                    <a:cubicBezTo>
                      <a:pt x="1006" y="440"/>
                      <a:pt x="1023" y="433"/>
                      <a:pt x="1093" y="424"/>
                    </a:cubicBezTo>
                    <a:cubicBezTo>
                      <a:pt x="1120" y="421"/>
                      <a:pt x="1120" y="421"/>
                      <a:pt x="1120" y="421"/>
                    </a:cubicBezTo>
                    <a:cubicBezTo>
                      <a:pt x="1148" y="419"/>
                      <a:pt x="1180" y="416"/>
                      <a:pt x="1201" y="410"/>
                    </a:cubicBezTo>
                    <a:cubicBezTo>
                      <a:pt x="1229" y="402"/>
                      <a:pt x="1243" y="400"/>
                      <a:pt x="1269" y="409"/>
                    </a:cubicBezTo>
                    <a:cubicBezTo>
                      <a:pt x="1279" y="413"/>
                      <a:pt x="1290" y="418"/>
                      <a:pt x="1300" y="423"/>
                    </a:cubicBezTo>
                    <a:cubicBezTo>
                      <a:pt x="1318" y="431"/>
                      <a:pt x="1335" y="439"/>
                      <a:pt x="1351" y="443"/>
                    </a:cubicBezTo>
                    <a:cubicBezTo>
                      <a:pt x="1355" y="444"/>
                      <a:pt x="1359" y="445"/>
                      <a:pt x="1362" y="447"/>
                    </a:cubicBezTo>
                    <a:cubicBezTo>
                      <a:pt x="1365" y="441"/>
                      <a:pt x="1365" y="441"/>
                      <a:pt x="1365" y="441"/>
                    </a:cubicBezTo>
                    <a:cubicBezTo>
                      <a:pt x="1365" y="433"/>
                      <a:pt x="1365" y="433"/>
                      <a:pt x="1365" y="433"/>
                    </a:cubicBezTo>
                    <a:cubicBezTo>
                      <a:pt x="1362" y="431"/>
                      <a:pt x="1359" y="430"/>
                      <a:pt x="1355" y="429"/>
                    </a:cubicBezTo>
                    <a:cubicBezTo>
                      <a:pt x="1340" y="425"/>
                      <a:pt x="1323" y="418"/>
                      <a:pt x="1306" y="410"/>
                    </a:cubicBezTo>
                    <a:cubicBezTo>
                      <a:pt x="1296" y="405"/>
                      <a:pt x="1285" y="400"/>
                      <a:pt x="1274" y="396"/>
                    </a:cubicBezTo>
                    <a:cubicBezTo>
                      <a:pt x="1245" y="385"/>
                      <a:pt x="1227" y="387"/>
                      <a:pt x="1197" y="396"/>
                    </a:cubicBezTo>
                    <a:cubicBezTo>
                      <a:pt x="1185" y="399"/>
                      <a:pt x="1169" y="402"/>
                      <a:pt x="1151" y="404"/>
                    </a:cubicBezTo>
                    <a:cubicBezTo>
                      <a:pt x="1181" y="398"/>
                      <a:pt x="1234" y="386"/>
                      <a:pt x="1240" y="368"/>
                    </a:cubicBezTo>
                    <a:cubicBezTo>
                      <a:pt x="1245" y="355"/>
                      <a:pt x="1231" y="350"/>
                      <a:pt x="1214" y="344"/>
                    </a:cubicBezTo>
                    <a:cubicBezTo>
                      <a:pt x="1208" y="342"/>
                      <a:pt x="1208" y="342"/>
                      <a:pt x="1208" y="342"/>
                    </a:cubicBezTo>
                    <a:cubicBezTo>
                      <a:pt x="1179" y="330"/>
                      <a:pt x="1154" y="321"/>
                      <a:pt x="1135" y="312"/>
                    </a:cubicBezTo>
                    <a:cubicBezTo>
                      <a:pt x="1089" y="292"/>
                      <a:pt x="1060" y="293"/>
                      <a:pt x="1020" y="302"/>
                    </a:cubicBezTo>
                    <a:cubicBezTo>
                      <a:pt x="994" y="309"/>
                      <a:pt x="969" y="313"/>
                      <a:pt x="950" y="316"/>
                    </a:cubicBezTo>
                    <a:cubicBezTo>
                      <a:pt x="925" y="321"/>
                      <a:pt x="925" y="321"/>
                      <a:pt x="925" y="321"/>
                    </a:cubicBezTo>
                    <a:cubicBezTo>
                      <a:pt x="915" y="322"/>
                      <a:pt x="915" y="322"/>
                      <a:pt x="915" y="322"/>
                    </a:cubicBezTo>
                    <a:cubicBezTo>
                      <a:pt x="907" y="323"/>
                      <a:pt x="897" y="325"/>
                      <a:pt x="896" y="340"/>
                    </a:cubicBezTo>
                    <a:cubicBezTo>
                      <a:pt x="896" y="341"/>
                      <a:pt x="896" y="342"/>
                      <a:pt x="896" y="343"/>
                    </a:cubicBezTo>
                    <a:cubicBezTo>
                      <a:pt x="896" y="346"/>
                      <a:pt x="896" y="349"/>
                      <a:pt x="897" y="352"/>
                    </a:cubicBezTo>
                    <a:cubicBezTo>
                      <a:pt x="894" y="350"/>
                      <a:pt x="889" y="349"/>
                      <a:pt x="884" y="348"/>
                    </a:cubicBezTo>
                    <a:cubicBezTo>
                      <a:pt x="876" y="347"/>
                      <a:pt x="876" y="347"/>
                      <a:pt x="876" y="347"/>
                    </a:cubicBezTo>
                    <a:cubicBezTo>
                      <a:pt x="870" y="345"/>
                      <a:pt x="856" y="341"/>
                      <a:pt x="841" y="337"/>
                    </a:cubicBezTo>
                    <a:cubicBezTo>
                      <a:pt x="825" y="332"/>
                      <a:pt x="807" y="327"/>
                      <a:pt x="792" y="323"/>
                    </a:cubicBezTo>
                    <a:cubicBezTo>
                      <a:pt x="803" y="324"/>
                      <a:pt x="816" y="325"/>
                      <a:pt x="830" y="325"/>
                    </a:cubicBezTo>
                    <a:cubicBezTo>
                      <a:pt x="857" y="324"/>
                      <a:pt x="877" y="320"/>
                      <a:pt x="896" y="316"/>
                    </a:cubicBezTo>
                    <a:cubicBezTo>
                      <a:pt x="913" y="312"/>
                      <a:pt x="931" y="308"/>
                      <a:pt x="953" y="307"/>
                    </a:cubicBezTo>
                    <a:cubicBezTo>
                      <a:pt x="1029" y="302"/>
                      <a:pt x="1034" y="294"/>
                      <a:pt x="1036" y="290"/>
                    </a:cubicBezTo>
                    <a:cubicBezTo>
                      <a:pt x="1038" y="287"/>
                      <a:pt x="1038" y="284"/>
                      <a:pt x="1037" y="281"/>
                    </a:cubicBezTo>
                    <a:cubicBezTo>
                      <a:pt x="1033" y="270"/>
                      <a:pt x="1007" y="256"/>
                      <a:pt x="985" y="249"/>
                    </a:cubicBezTo>
                    <a:cubicBezTo>
                      <a:pt x="952" y="239"/>
                      <a:pt x="919" y="234"/>
                      <a:pt x="883" y="234"/>
                    </a:cubicBezTo>
                    <a:cubicBezTo>
                      <a:pt x="886" y="233"/>
                      <a:pt x="889" y="231"/>
                      <a:pt x="892" y="228"/>
                    </a:cubicBezTo>
                    <a:cubicBezTo>
                      <a:pt x="897" y="222"/>
                      <a:pt x="900" y="215"/>
                      <a:pt x="901" y="208"/>
                    </a:cubicBezTo>
                    <a:cubicBezTo>
                      <a:pt x="910" y="213"/>
                      <a:pt x="925" y="216"/>
                      <a:pt x="946" y="217"/>
                    </a:cubicBezTo>
                    <a:cubicBezTo>
                      <a:pt x="954" y="218"/>
                      <a:pt x="966" y="218"/>
                      <a:pt x="980" y="218"/>
                    </a:cubicBezTo>
                    <a:cubicBezTo>
                      <a:pt x="1006" y="218"/>
                      <a:pt x="1037" y="218"/>
                      <a:pt x="1069" y="221"/>
                    </a:cubicBezTo>
                    <a:cubicBezTo>
                      <a:pt x="1126" y="225"/>
                      <a:pt x="1160" y="226"/>
                      <a:pt x="1177" y="218"/>
                    </a:cubicBezTo>
                    <a:cubicBezTo>
                      <a:pt x="1184" y="215"/>
                      <a:pt x="1188" y="212"/>
                      <a:pt x="1191" y="209"/>
                    </a:cubicBezTo>
                    <a:cubicBezTo>
                      <a:pt x="1200" y="218"/>
                      <a:pt x="1217" y="222"/>
                      <a:pt x="1231" y="224"/>
                    </a:cubicBezTo>
                    <a:cubicBezTo>
                      <a:pt x="1253" y="227"/>
                      <a:pt x="1282" y="231"/>
                      <a:pt x="1315" y="230"/>
                    </a:cubicBezTo>
                    <a:cubicBezTo>
                      <a:pt x="1339" y="230"/>
                      <a:pt x="1339" y="230"/>
                      <a:pt x="1339" y="230"/>
                    </a:cubicBezTo>
                    <a:cubicBezTo>
                      <a:pt x="1350" y="230"/>
                      <a:pt x="1358" y="230"/>
                      <a:pt x="1365" y="228"/>
                    </a:cubicBezTo>
                    <a:cubicBezTo>
                      <a:pt x="1365" y="221"/>
                      <a:pt x="1365" y="221"/>
                      <a:pt x="1365" y="221"/>
                    </a:cubicBezTo>
                    <a:cubicBezTo>
                      <a:pt x="1363" y="214"/>
                      <a:pt x="1363" y="214"/>
                      <a:pt x="1363" y="214"/>
                    </a:cubicBezTo>
                    <a:cubicBezTo>
                      <a:pt x="1357" y="216"/>
                      <a:pt x="1350" y="216"/>
                      <a:pt x="1339" y="216"/>
                    </a:cubicBezTo>
                    <a:cubicBezTo>
                      <a:pt x="1314" y="216"/>
                      <a:pt x="1314" y="216"/>
                      <a:pt x="1314" y="216"/>
                    </a:cubicBezTo>
                    <a:cubicBezTo>
                      <a:pt x="1283" y="216"/>
                      <a:pt x="1256" y="213"/>
                      <a:pt x="1233" y="210"/>
                    </a:cubicBezTo>
                    <a:cubicBezTo>
                      <a:pt x="1213" y="207"/>
                      <a:pt x="1204" y="202"/>
                      <a:pt x="1201" y="198"/>
                    </a:cubicBezTo>
                    <a:cubicBezTo>
                      <a:pt x="1201" y="198"/>
                      <a:pt x="1201" y="198"/>
                      <a:pt x="1201" y="197"/>
                    </a:cubicBezTo>
                    <a:cubicBezTo>
                      <a:pt x="1203" y="195"/>
                      <a:pt x="1212" y="190"/>
                      <a:pt x="1233" y="188"/>
                    </a:cubicBezTo>
                    <a:cubicBezTo>
                      <a:pt x="1251" y="185"/>
                      <a:pt x="1251" y="185"/>
                      <a:pt x="1251" y="185"/>
                    </a:cubicBezTo>
                    <a:cubicBezTo>
                      <a:pt x="1269" y="183"/>
                      <a:pt x="1290" y="181"/>
                      <a:pt x="1303" y="178"/>
                    </a:cubicBezTo>
                    <a:cubicBezTo>
                      <a:pt x="1319" y="174"/>
                      <a:pt x="1335" y="175"/>
                      <a:pt x="1352" y="180"/>
                    </a:cubicBezTo>
                    <a:cubicBezTo>
                      <a:pt x="1355" y="181"/>
                      <a:pt x="1359" y="183"/>
                      <a:pt x="1362" y="185"/>
                    </a:cubicBezTo>
                    <a:cubicBezTo>
                      <a:pt x="1365" y="178"/>
                      <a:pt x="1365" y="178"/>
                      <a:pt x="1365" y="178"/>
                    </a:cubicBezTo>
                    <a:cubicBezTo>
                      <a:pt x="1365" y="170"/>
                      <a:pt x="1365" y="170"/>
                      <a:pt x="1365" y="170"/>
                    </a:cubicBezTo>
                    <a:cubicBezTo>
                      <a:pt x="1365" y="170"/>
                      <a:pt x="1365" y="170"/>
                      <a:pt x="1365" y="170"/>
                    </a:cubicBezTo>
                    <a:cubicBezTo>
                      <a:pt x="1365" y="169"/>
                      <a:pt x="1365" y="169"/>
                      <a:pt x="1365" y="169"/>
                    </a:cubicBezTo>
                    <a:cubicBezTo>
                      <a:pt x="1365" y="161"/>
                      <a:pt x="1365" y="161"/>
                      <a:pt x="1365" y="161"/>
                    </a:cubicBezTo>
                    <a:cubicBezTo>
                      <a:pt x="1357" y="159"/>
                      <a:pt x="1349" y="156"/>
                      <a:pt x="1345" y="153"/>
                    </a:cubicBezTo>
                    <a:cubicBezTo>
                      <a:pt x="1340" y="150"/>
                      <a:pt x="1338" y="147"/>
                      <a:pt x="1338" y="143"/>
                    </a:cubicBezTo>
                    <a:cubicBezTo>
                      <a:pt x="1338" y="142"/>
                      <a:pt x="1339" y="141"/>
                      <a:pt x="1339" y="140"/>
                    </a:cubicBezTo>
                    <a:cubicBezTo>
                      <a:pt x="1343" y="139"/>
                      <a:pt x="1354" y="141"/>
                      <a:pt x="1361" y="141"/>
                    </a:cubicBezTo>
                    <a:cubicBezTo>
                      <a:pt x="1365" y="142"/>
                      <a:pt x="1365" y="142"/>
                      <a:pt x="1365" y="142"/>
                    </a:cubicBezTo>
                    <a:cubicBezTo>
                      <a:pt x="1365" y="135"/>
                      <a:pt x="1365" y="135"/>
                      <a:pt x="1365" y="135"/>
                    </a:cubicBezTo>
                    <a:cubicBezTo>
                      <a:pt x="1365" y="125"/>
                      <a:pt x="1365" y="125"/>
                      <a:pt x="1365" y="125"/>
                    </a:cubicBezTo>
                    <a:cubicBezTo>
                      <a:pt x="1355" y="123"/>
                      <a:pt x="1343" y="121"/>
                      <a:pt x="1330" y="119"/>
                    </a:cubicBezTo>
                    <a:cubicBezTo>
                      <a:pt x="1311" y="116"/>
                      <a:pt x="1290" y="113"/>
                      <a:pt x="1272" y="111"/>
                    </a:cubicBezTo>
                    <a:cubicBezTo>
                      <a:pt x="1250" y="110"/>
                      <a:pt x="1250" y="110"/>
                      <a:pt x="1250" y="110"/>
                    </a:cubicBezTo>
                    <a:cubicBezTo>
                      <a:pt x="1234" y="110"/>
                      <a:pt x="1205" y="109"/>
                      <a:pt x="1201" y="104"/>
                    </a:cubicBezTo>
                    <a:cubicBezTo>
                      <a:pt x="1203" y="97"/>
                      <a:pt x="1207" y="96"/>
                      <a:pt x="1225" y="94"/>
                    </a:cubicBezTo>
                    <a:cubicBezTo>
                      <a:pt x="1237" y="94"/>
                      <a:pt x="1237" y="94"/>
                      <a:pt x="1237" y="94"/>
                    </a:cubicBezTo>
                    <a:cubicBezTo>
                      <a:pt x="1256" y="92"/>
                      <a:pt x="1283" y="89"/>
                      <a:pt x="1310" y="92"/>
                    </a:cubicBezTo>
                    <a:cubicBezTo>
                      <a:pt x="1336" y="94"/>
                      <a:pt x="1350" y="95"/>
                      <a:pt x="1365" y="95"/>
                    </a:cubicBezTo>
                    <a:cubicBezTo>
                      <a:pt x="1365" y="87"/>
                      <a:pt x="1365" y="87"/>
                      <a:pt x="1365" y="87"/>
                    </a:cubicBezTo>
                    <a:cubicBezTo>
                      <a:pt x="1365" y="87"/>
                      <a:pt x="1365" y="87"/>
                      <a:pt x="1365" y="87"/>
                    </a:cubicBezTo>
                    <a:cubicBezTo>
                      <a:pt x="1365" y="80"/>
                      <a:pt x="1365" y="80"/>
                      <a:pt x="1365" y="80"/>
                    </a:cubicBezTo>
                    <a:cubicBezTo>
                      <a:pt x="1365" y="80"/>
                      <a:pt x="1365" y="80"/>
                      <a:pt x="1365" y="80"/>
                    </a:cubicBezTo>
                    <a:cubicBezTo>
                      <a:pt x="1364" y="75"/>
                      <a:pt x="1364" y="75"/>
                      <a:pt x="1364" y="75"/>
                    </a:cubicBezTo>
                    <a:cubicBezTo>
                      <a:pt x="1336" y="78"/>
                      <a:pt x="1314" y="73"/>
                      <a:pt x="1294" y="67"/>
                    </a:cubicBezTo>
                    <a:cubicBezTo>
                      <a:pt x="1282" y="65"/>
                      <a:pt x="1282" y="65"/>
                      <a:pt x="1282" y="65"/>
                    </a:cubicBezTo>
                    <a:cubicBezTo>
                      <a:pt x="1272" y="62"/>
                      <a:pt x="1268" y="60"/>
                      <a:pt x="1266" y="59"/>
                    </a:cubicBezTo>
                    <a:cubicBezTo>
                      <a:pt x="1271" y="57"/>
                      <a:pt x="1289" y="55"/>
                      <a:pt x="1300" y="54"/>
                    </a:cubicBezTo>
                    <a:lnTo>
                      <a:pt x="1308" y="54"/>
                    </a:lnTo>
                    <a:close/>
                    <a:moveTo>
                      <a:pt x="199" y="69"/>
                    </a:moveTo>
                    <a:cubicBezTo>
                      <a:pt x="199" y="69"/>
                      <a:pt x="200" y="69"/>
                      <a:pt x="200" y="69"/>
                    </a:cubicBezTo>
                    <a:cubicBezTo>
                      <a:pt x="200" y="69"/>
                      <a:pt x="200" y="69"/>
                      <a:pt x="200" y="70"/>
                    </a:cubicBezTo>
                    <a:cubicBezTo>
                      <a:pt x="200" y="69"/>
                      <a:pt x="199" y="69"/>
                      <a:pt x="199" y="69"/>
                    </a:cubicBezTo>
                    <a:close/>
                    <a:moveTo>
                      <a:pt x="1126" y="39"/>
                    </a:moveTo>
                    <a:cubicBezTo>
                      <a:pt x="1126" y="39"/>
                      <a:pt x="1126" y="39"/>
                      <a:pt x="1126" y="39"/>
                    </a:cubicBezTo>
                    <a:cubicBezTo>
                      <a:pt x="1126" y="40"/>
                      <a:pt x="1126" y="40"/>
                      <a:pt x="1127" y="41"/>
                    </a:cubicBezTo>
                    <a:cubicBezTo>
                      <a:pt x="1125" y="41"/>
                      <a:pt x="1123" y="41"/>
                      <a:pt x="1122" y="41"/>
                    </a:cubicBezTo>
                    <a:cubicBezTo>
                      <a:pt x="1122" y="40"/>
                      <a:pt x="1122" y="40"/>
                      <a:pt x="1122" y="40"/>
                    </a:cubicBezTo>
                    <a:cubicBezTo>
                      <a:pt x="1123" y="40"/>
                      <a:pt x="1125" y="39"/>
                      <a:pt x="1126" y="39"/>
                    </a:cubicBezTo>
                    <a:close/>
                    <a:moveTo>
                      <a:pt x="1038" y="109"/>
                    </a:moveTo>
                    <a:cubicBezTo>
                      <a:pt x="1019" y="110"/>
                      <a:pt x="1002" y="111"/>
                      <a:pt x="990" y="111"/>
                    </a:cubicBezTo>
                    <a:cubicBezTo>
                      <a:pt x="964" y="110"/>
                      <a:pt x="947" y="103"/>
                      <a:pt x="946" y="99"/>
                    </a:cubicBezTo>
                    <a:cubicBezTo>
                      <a:pt x="946" y="99"/>
                      <a:pt x="946" y="99"/>
                      <a:pt x="946" y="99"/>
                    </a:cubicBezTo>
                    <a:cubicBezTo>
                      <a:pt x="948" y="98"/>
                      <a:pt x="951" y="98"/>
                      <a:pt x="954" y="98"/>
                    </a:cubicBezTo>
                    <a:cubicBezTo>
                      <a:pt x="965" y="96"/>
                      <a:pt x="965" y="96"/>
                      <a:pt x="965" y="96"/>
                    </a:cubicBezTo>
                    <a:cubicBezTo>
                      <a:pt x="980" y="93"/>
                      <a:pt x="980" y="93"/>
                      <a:pt x="980" y="93"/>
                    </a:cubicBezTo>
                    <a:cubicBezTo>
                      <a:pt x="999" y="89"/>
                      <a:pt x="1023" y="85"/>
                      <a:pt x="1048" y="86"/>
                    </a:cubicBezTo>
                    <a:cubicBezTo>
                      <a:pt x="1081" y="89"/>
                      <a:pt x="1113" y="95"/>
                      <a:pt x="1140" y="100"/>
                    </a:cubicBezTo>
                    <a:cubicBezTo>
                      <a:pt x="1154" y="103"/>
                      <a:pt x="1165" y="106"/>
                      <a:pt x="1172" y="109"/>
                    </a:cubicBezTo>
                    <a:cubicBezTo>
                      <a:pt x="1164" y="108"/>
                      <a:pt x="1155" y="108"/>
                      <a:pt x="1147" y="108"/>
                    </a:cubicBezTo>
                    <a:cubicBezTo>
                      <a:pt x="1131" y="107"/>
                      <a:pt x="1113" y="106"/>
                      <a:pt x="1096" y="106"/>
                    </a:cubicBezTo>
                    <a:cubicBezTo>
                      <a:pt x="1076" y="106"/>
                      <a:pt x="1056" y="108"/>
                      <a:pt x="1038" y="109"/>
                    </a:cubicBezTo>
                    <a:close/>
                    <a:moveTo>
                      <a:pt x="1051" y="153"/>
                    </a:moveTo>
                    <a:cubicBezTo>
                      <a:pt x="1051" y="153"/>
                      <a:pt x="1050" y="153"/>
                      <a:pt x="1049" y="153"/>
                    </a:cubicBezTo>
                    <a:cubicBezTo>
                      <a:pt x="1050" y="153"/>
                      <a:pt x="1050" y="152"/>
                      <a:pt x="1050" y="152"/>
                    </a:cubicBezTo>
                    <a:cubicBezTo>
                      <a:pt x="1050" y="153"/>
                      <a:pt x="1051" y="153"/>
                      <a:pt x="1051" y="153"/>
                    </a:cubicBezTo>
                    <a:close/>
                    <a:moveTo>
                      <a:pt x="815" y="152"/>
                    </a:moveTo>
                    <a:cubicBezTo>
                      <a:pt x="817" y="153"/>
                      <a:pt x="820" y="154"/>
                      <a:pt x="822" y="155"/>
                    </a:cubicBezTo>
                    <a:cubicBezTo>
                      <a:pt x="820" y="155"/>
                      <a:pt x="819" y="156"/>
                      <a:pt x="818" y="156"/>
                    </a:cubicBezTo>
                    <a:cubicBezTo>
                      <a:pt x="817" y="156"/>
                      <a:pt x="816" y="156"/>
                      <a:pt x="815" y="156"/>
                    </a:cubicBezTo>
                    <a:cubicBezTo>
                      <a:pt x="815" y="155"/>
                      <a:pt x="815" y="154"/>
                      <a:pt x="815" y="153"/>
                    </a:cubicBezTo>
                    <a:cubicBezTo>
                      <a:pt x="815" y="153"/>
                      <a:pt x="815" y="153"/>
                      <a:pt x="815" y="152"/>
                    </a:cubicBezTo>
                    <a:close/>
                    <a:moveTo>
                      <a:pt x="816" y="137"/>
                    </a:moveTo>
                    <a:cubicBezTo>
                      <a:pt x="797" y="130"/>
                      <a:pt x="797" y="130"/>
                      <a:pt x="797" y="130"/>
                    </a:cubicBezTo>
                    <a:cubicBezTo>
                      <a:pt x="791" y="128"/>
                      <a:pt x="788" y="127"/>
                      <a:pt x="783" y="124"/>
                    </a:cubicBezTo>
                    <a:cubicBezTo>
                      <a:pt x="781" y="123"/>
                      <a:pt x="780" y="123"/>
                      <a:pt x="779" y="122"/>
                    </a:cubicBezTo>
                    <a:cubicBezTo>
                      <a:pt x="780" y="122"/>
                      <a:pt x="780" y="122"/>
                      <a:pt x="780" y="122"/>
                    </a:cubicBezTo>
                    <a:cubicBezTo>
                      <a:pt x="785" y="121"/>
                      <a:pt x="799" y="123"/>
                      <a:pt x="808" y="123"/>
                    </a:cubicBezTo>
                    <a:cubicBezTo>
                      <a:pt x="818" y="124"/>
                      <a:pt x="828" y="125"/>
                      <a:pt x="835" y="125"/>
                    </a:cubicBezTo>
                    <a:cubicBezTo>
                      <a:pt x="858" y="126"/>
                      <a:pt x="858" y="126"/>
                      <a:pt x="858" y="126"/>
                    </a:cubicBezTo>
                    <a:cubicBezTo>
                      <a:pt x="874" y="127"/>
                      <a:pt x="890" y="127"/>
                      <a:pt x="902" y="126"/>
                    </a:cubicBezTo>
                    <a:cubicBezTo>
                      <a:pt x="922" y="124"/>
                      <a:pt x="943" y="123"/>
                      <a:pt x="964" y="126"/>
                    </a:cubicBezTo>
                    <a:cubicBezTo>
                      <a:pt x="987" y="130"/>
                      <a:pt x="1017" y="136"/>
                      <a:pt x="1031" y="141"/>
                    </a:cubicBezTo>
                    <a:cubicBezTo>
                      <a:pt x="1037" y="143"/>
                      <a:pt x="1038" y="144"/>
                      <a:pt x="1038" y="145"/>
                    </a:cubicBezTo>
                    <a:cubicBezTo>
                      <a:pt x="1036" y="147"/>
                      <a:pt x="1026" y="151"/>
                      <a:pt x="1019" y="153"/>
                    </a:cubicBezTo>
                    <a:cubicBezTo>
                      <a:pt x="1011" y="154"/>
                      <a:pt x="1011" y="154"/>
                      <a:pt x="1011" y="154"/>
                    </a:cubicBezTo>
                    <a:cubicBezTo>
                      <a:pt x="1000" y="156"/>
                      <a:pt x="986" y="159"/>
                      <a:pt x="969" y="160"/>
                    </a:cubicBezTo>
                    <a:cubicBezTo>
                      <a:pt x="943" y="161"/>
                      <a:pt x="926" y="161"/>
                      <a:pt x="904" y="159"/>
                    </a:cubicBezTo>
                    <a:cubicBezTo>
                      <a:pt x="880" y="158"/>
                      <a:pt x="880" y="158"/>
                      <a:pt x="880" y="158"/>
                    </a:cubicBezTo>
                    <a:cubicBezTo>
                      <a:pt x="856" y="157"/>
                      <a:pt x="847" y="152"/>
                      <a:pt x="835" y="146"/>
                    </a:cubicBezTo>
                    <a:cubicBezTo>
                      <a:pt x="830" y="143"/>
                      <a:pt x="824" y="140"/>
                      <a:pt x="816" y="137"/>
                    </a:cubicBezTo>
                    <a:close/>
                    <a:moveTo>
                      <a:pt x="710" y="291"/>
                    </a:moveTo>
                    <a:cubicBezTo>
                      <a:pt x="727" y="300"/>
                      <a:pt x="742" y="308"/>
                      <a:pt x="759" y="314"/>
                    </a:cubicBezTo>
                    <a:cubicBezTo>
                      <a:pt x="753" y="313"/>
                      <a:pt x="753" y="313"/>
                      <a:pt x="753" y="313"/>
                    </a:cubicBezTo>
                    <a:cubicBezTo>
                      <a:pt x="726" y="305"/>
                      <a:pt x="696" y="296"/>
                      <a:pt x="667" y="302"/>
                    </a:cubicBezTo>
                    <a:cubicBezTo>
                      <a:pt x="645" y="306"/>
                      <a:pt x="628" y="314"/>
                      <a:pt x="612" y="322"/>
                    </a:cubicBezTo>
                    <a:cubicBezTo>
                      <a:pt x="600" y="328"/>
                      <a:pt x="588" y="333"/>
                      <a:pt x="574" y="338"/>
                    </a:cubicBezTo>
                    <a:cubicBezTo>
                      <a:pt x="558" y="343"/>
                      <a:pt x="542" y="344"/>
                      <a:pt x="529" y="346"/>
                    </a:cubicBezTo>
                    <a:cubicBezTo>
                      <a:pt x="511" y="347"/>
                      <a:pt x="499" y="349"/>
                      <a:pt x="496" y="358"/>
                    </a:cubicBezTo>
                    <a:cubicBezTo>
                      <a:pt x="496" y="358"/>
                      <a:pt x="496" y="358"/>
                      <a:pt x="496" y="358"/>
                    </a:cubicBezTo>
                    <a:cubicBezTo>
                      <a:pt x="496" y="359"/>
                      <a:pt x="496" y="359"/>
                      <a:pt x="496" y="359"/>
                    </a:cubicBezTo>
                    <a:cubicBezTo>
                      <a:pt x="495" y="364"/>
                      <a:pt x="496" y="368"/>
                      <a:pt x="499" y="372"/>
                    </a:cubicBezTo>
                    <a:cubicBezTo>
                      <a:pt x="500" y="374"/>
                      <a:pt x="502" y="375"/>
                      <a:pt x="505" y="377"/>
                    </a:cubicBezTo>
                    <a:cubicBezTo>
                      <a:pt x="489" y="373"/>
                      <a:pt x="473" y="369"/>
                      <a:pt x="461" y="370"/>
                    </a:cubicBezTo>
                    <a:cubicBezTo>
                      <a:pt x="451" y="370"/>
                      <a:pt x="441" y="371"/>
                      <a:pt x="430" y="372"/>
                    </a:cubicBezTo>
                    <a:cubicBezTo>
                      <a:pt x="433" y="371"/>
                      <a:pt x="435" y="369"/>
                      <a:pt x="437" y="367"/>
                    </a:cubicBezTo>
                    <a:cubicBezTo>
                      <a:pt x="440" y="364"/>
                      <a:pt x="441" y="360"/>
                      <a:pt x="440" y="355"/>
                    </a:cubicBezTo>
                    <a:cubicBezTo>
                      <a:pt x="438" y="341"/>
                      <a:pt x="414" y="334"/>
                      <a:pt x="336" y="326"/>
                    </a:cubicBezTo>
                    <a:cubicBezTo>
                      <a:pt x="326" y="325"/>
                      <a:pt x="317" y="324"/>
                      <a:pt x="307" y="323"/>
                    </a:cubicBezTo>
                    <a:cubicBezTo>
                      <a:pt x="331" y="322"/>
                      <a:pt x="351" y="321"/>
                      <a:pt x="395" y="331"/>
                    </a:cubicBezTo>
                    <a:cubicBezTo>
                      <a:pt x="425" y="338"/>
                      <a:pt x="529" y="358"/>
                      <a:pt x="592" y="327"/>
                    </a:cubicBezTo>
                    <a:cubicBezTo>
                      <a:pt x="621" y="313"/>
                      <a:pt x="621" y="313"/>
                      <a:pt x="621" y="313"/>
                    </a:cubicBezTo>
                    <a:cubicBezTo>
                      <a:pt x="653" y="297"/>
                      <a:pt x="666" y="291"/>
                      <a:pt x="669" y="278"/>
                    </a:cubicBezTo>
                    <a:cubicBezTo>
                      <a:pt x="669" y="275"/>
                      <a:pt x="668" y="271"/>
                      <a:pt x="666" y="269"/>
                    </a:cubicBezTo>
                    <a:cubicBezTo>
                      <a:pt x="659" y="259"/>
                      <a:pt x="635" y="252"/>
                      <a:pt x="582" y="246"/>
                    </a:cubicBezTo>
                    <a:cubicBezTo>
                      <a:pt x="567" y="244"/>
                      <a:pt x="567" y="244"/>
                      <a:pt x="567" y="244"/>
                    </a:cubicBezTo>
                    <a:cubicBezTo>
                      <a:pt x="557" y="243"/>
                      <a:pt x="547" y="241"/>
                      <a:pt x="535" y="240"/>
                    </a:cubicBezTo>
                    <a:cubicBezTo>
                      <a:pt x="577" y="237"/>
                      <a:pt x="611" y="228"/>
                      <a:pt x="623" y="218"/>
                    </a:cubicBezTo>
                    <a:cubicBezTo>
                      <a:pt x="626" y="216"/>
                      <a:pt x="628" y="213"/>
                      <a:pt x="630" y="210"/>
                    </a:cubicBezTo>
                    <a:cubicBezTo>
                      <a:pt x="635" y="220"/>
                      <a:pt x="647" y="222"/>
                      <a:pt x="667" y="224"/>
                    </a:cubicBezTo>
                    <a:cubicBezTo>
                      <a:pt x="670" y="224"/>
                      <a:pt x="673" y="225"/>
                      <a:pt x="676" y="225"/>
                    </a:cubicBezTo>
                    <a:cubicBezTo>
                      <a:pt x="667" y="226"/>
                      <a:pt x="659" y="229"/>
                      <a:pt x="656" y="235"/>
                    </a:cubicBezTo>
                    <a:cubicBezTo>
                      <a:pt x="656" y="235"/>
                      <a:pt x="656" y="235"/>
                      <a:pt x="656" y="235"/>
                    </a:cubicBezTo>
                    <a:cubicBezTo>
                      <a:pt x="656" y="235"/>
                      <a:pt x="656" y="235"/>
                      <a:pt x="656" y="235"/>
                    </a:cubicBezTo>
                    <a:cubicBezTo>
                      <a:pt x="649" y="258"/>
                      <a:pt x="672" y="271"/>
                      <a:pt x="710" y="291"/>
                    </a:cubicBezTo>
                    <a:close/>
                    <a:moveTo>
                      <a:pt x="688" y="85"/>
                    </a:moveTo>
                    <a:cubicBezTo>
                      <a:pt x="688" y="85"/>
                      <a:pt x="688" y="85"/>
                      <a:pt x="688" y="85"/>
                    </a:cubicBezTo>
                    <a:cubicBezTo>
                      <a:pt x="688" y="86"/>
                      <a:pt x="688" y="87"/>
                      <a:pt x="688" y="88"/>
                    </a:cubicBezTo>
                    <a:cubicBezTo>
                      <a:pt x="685" y="87"/>
                      <a:pt x="682" y="87"/>
                      <a:pt x="679" y="87"/>
                    </a:cubicBezTo>
                    <a:cubicBezTo>
                      <a:pt x="682" y="86"/>
                      <a:pt x="685" y="85"/>
                      <a:pt x="688" y="85"/>
                    </a:cubicBezTo>
                    <a:cubicBezTo>
                      <a:pt x="688" y="85"/>
                      <a:pt x="688" y="85"/>
                      <a:pt x="688" y="85"/>
                    </a:cubicBezTo>
                    <a:cubicBezTo>
                      <a:pt x="688" y="85"/>
                      <a:pt x="688" y="85"/>
                      <a:pt x="688" y="85"/>
                    </a:cubicBezTo>
                    <a:close/>
                    <a:moveTo>
                      <a:pt x="687" y="102"/>
                    </a:moveTo>
                    <a:cubicBezTo>
                      <a:pt x="710" y="106"/>
                      <a:pt x="710" y="106"/>
                      <a:pt x="710" y="106"/>
                    </a:cubicBezTo>
                    <a:cubicBezTo>
                      <a:pt x="733" y="110"/>
                      <a:pt x="733" y="110"/>
                      <a:pt x="733" y="110"/>
                    </a:cubicBezTo>
                    <a:cubicBezTo>
                      <a:pt x="746" y="113"/>
                      <a:pt x="754" y="116"/>
                      <a:pt x="759" y="118"/>
                    </a:cubicBezTo>
                    <a:cubicBezTo>
                      <a:pt x="758" y="119"/>
                      <a:pt x="757" y="119"/>
                      <a:pt x="756" y="119"/>
                    </a:cubicBezTo>
                    <a:cubicBezTo>
                      <a:pt x="748" y="122"/>
                      <a:pt x="733" y="121"/>
                      <a:pt x="713" y="119"/>
                    </a:cubicBezTo>
                    <a:cubicBezTo>
                      <a:pt x="702" y="119"/>
                      <a:pt x="690" y="118"/>
                      <a:pt x="675" y="117"/>
                    </a:cubicBezTo>
                    <a:cubicBezTo>
                      <a:pt x="656" y="117"/>
                      <a:pt x="639" y="117"/>
                      <a:pt x="622" y="117"/>
                    </a:cubicBezTo>
                    <a:cubicBezTo>
                      <a:pt x="604" y="118"/>
                      <a:pt x="587" y="118"/>
                      <a:pt x="570" y="117"/>
                    </a:cubicBezTo>
                    <a:cubicBezTo>
                      <a:pt x="556" y="116"/>
                      <a:pt x="556" y="116"/>
                      <a:pt x="556" y="116"/>
                    </a:cubicBezTo>
                    <a:cubicBezTo>
                      <a:pt x="536" y="115"/>
                      <a:pt x="527" y="114"/>
                      <a:pt x="519" y="108"/>
                    </a:cubicBezTo>
                    <a:cubicBezTo>
                      <a:pt x="517" y="106"/>
                      <a:pt x="515" y="105"/>
                      <a:pt x="512" y="103"/>
                    </a:cubicBezTo>
                    <a:cubicBezTo>
                      <a:pt x="515" y="103"/>
                      <a:pt x="517" y="103"/>
                      <a:pt x="519" y="103"/>
                    </a:cubicBezTo>
                    <a:cubicBezTo>
                      <a:pt x="528" y="102"/>
                      <a:pt x="528" y="102"/>
                      <a:pt x="528" y="102"/>
                    </a:cubicBezTo>
                    <a:cubicBezTo>
                      <a:pt x="552" y="101"/>
                      <a:pt x="552" y="101"/>
                      <a:pt x="552" y="101"/>
                    </a:cubicBezTo>
                    <a:cubicBezTo>
                      <a:pt x="600" y="99"/>
                      <a:pt x="600" y="99"/>
                      <a:pt x="600" y="99"/>
                    </a:cubicBezTo>
                    <a:cubicBezTo>
                      <a:pt x="628" y="98"/>
                      <a:pt x="676" y="100"/>
                      <a:pt x="687" y="102"/>
                    </a:cubicBezTo>
                    <a:close/>
                    <a:moveTo>
                      <a:pt x="524" y="139"/>
                    </a:moveTo>
                    <a:cubicBezTo>
                      <a:pt x="521" y="138"/>
                      <a:pt x="518" y="136"/>
                      <a:pt x="515" y="135"/>
                    </a:cubicBezTo>
                    <a:cubicBezTo>
                      <a:pt x="517" y="134"/>
                      <a:pt x="518" y="133"/>
                      <a:pt x="520" y="130"/>
                    </a:cubicBezTo>
                    <a:cubicBezTo>
                      <a:pt x="521" y="129"/>
                      <a:pt x="521" y="127"/>
                      <a:pt x="521" y="125"/>
                    </a:cubicBezTo>
                    <a:cubicBezTo>
                      <a:pt x="523" y="126"/>
                      <a:pt x="526" y="127"/>
                      <a:pt x="528" y="127"/>
                    </a:cubicBezTo>
                    <a:cubicBezTo>
                      <a:pt x="525" y="129"/>
                      <a:pt x="524" y="132"/>
                      <a:pt x="523" y="135"/>
                    </a:cubicBezTo>
                    <a:cubicBezTo>
                      <a:pt x="523" y="135"/>
                      <a:pt x="523" y="135"/>
                      <a:pt x="523" y="135"/>
                    </a:cubicBezTo>
                    <a:cubicBezTo>
                      <a:pt x="523" y="136"/>
                      <a:pt x="523" y="138"/>
                      <a:pt x="524" y="139"/>
                    </a:cubicBezTo>
                    <a:close/>
                    <a:moveTo>
                      <a:pt x="528" y="157"/>
                    </a:moveTo>
                    <a:cubicBezTo>
                      <a:pt x="539" y="161"/>
                      <a:pt x="539" y="161"/>
                      <a:pt x="539" y="161"/>
                    </a:cubicBezTo>
                    <a:cubicBezTo>
                      <a:pt x="541" y="162"/>
                      <a:pt x="541" y="162"/>
                      <a:pt x="541" y="162"/>
                    </a:cubicBezTo>
                    <a:cubicBezTo>
                      <a:pt x="543" y="163"/>
                      <a:pt x="546" y="164"/>
                      <a:pt x="548" y="165"/>
                    </a:cubicBezTo>
                    <a:cubicBezTo>
                      <a:pt x="541" y="167"/>
                      <a:pt x="527" y="169"/>
                      <a:pt x="513" y="170"/>
                    </a:cubicBezTo>
                    <a:cubicBezTo>
                      <a:pt x="498" y="172"/>
                      <a:pt x="498" y="172"/>
                      <a:pt x="498" y="172"/>
                    </a:cubicBezTo>
                    <a:cubicBezTo>
                      <a:pt x="466" y="175"/>
                      <a:pt x="406" y="173"/>
                      <a:pt x="376" y="168"/>
                    </a:cubicBezTo>
                    <a:cubicBezTo>
                      <a:pt x="358" y="166"/>
                      <a:pt x="337" y="164"/>
                      <a:pt x="319" y="162"/>
                    </a:cubicBezTo>
                    <a:cubicBezTo>
                      <a:pt x="282" y="158"/>
                      <a:pt x="282" y="158"/>
                      <a:pt x="282" y="158"/>
                    </a:cubicBezTo>
                    <a:cubicBezTo>
                      <a:pt x="263" y="155"/>
                      <a:pt x="259" y="151"/>
                      <a:pt x="258" y="150"/>
                    </a:cubicBezTo>
                    <a:cubicBezTo>
                      <a:pt x="258" y="150"/>
                      <a:pt x="257" y="149"/>
                      <a:pt x="257" y="149"/>
                    </a:cubicBezTo>
                    <a:cubicBezTo>
                      <a:pt x="257" y="149"/>
                      <a:pt x="258" y="148"/>
                      <a:pt x="258" y="148"/>
                    </a:cubicBezTo>
                    <a:cubicBezTo>
                      <a:pt x="263" y="144"/>
                      <a:pt x="293" y="139"/>
                      <a:pt x="318" y="138"/>
                    </a:cubicBezTo>
                    <a:cubicBezTo>
                      <a:pt x="339" y="137"/>
                      <a:pt x="406" y="140"/>
                      <a:pt x="425" y="141"/>
                    </a:cubicBezTo>
                    <a:cubicBezTo>
                      <a:pt x="446" y="142"/>
                      <a:pt x="446" y="142"/>
                      <a:pt x="446" y="142"/>
                    </a:cubicBezTo>
                    <a:cubicBezTo>
                      <a:pt x="463" y="143"/>
                      <a:pt x="485" y="144"/>
                      <a:pt x="498" y="146"/>
                    </a:cubicBezTo>
                    <a:cubicBezTo>
                      <a:pt x="511" y="148"/>
                      <a:pt x="520" y="152"/>
                      <a:pt x="528" y="157"/>
                    </a:cubicBezTo>
                    <a:close/>
                    <a:moveTo>
                      <a:pt x="362" y="194"/>
                    </a:moveTo>
                    <a:cubicBezTo>
                      <a:pt x="362" y="191"/>
                      <a:pt x="363" y="190"/>
                      <a:pt x="365" y="188"/>
                    </a:cubicBezTo>
                    <a:cubicBezTo>
                      <a:pt x="370" y="185"/>
                      <a:pt x="380" y="185"/>
                      <a:pt x="391" y="187"/>
                    </a:cubicBezTo>
                    <a:cubicBezTo>
                      <a:pt x="410" y="191"/>
                      <a:pt x="465" y="194"/>
                      <a:pt x="490" y="191"/>
                    </a:cubicBezTo>
                    <a:cubicBezTo>
                      <a:pt x="583" y="180"/>
                      <a:pt x="583" y="180"/>
                      <a:pt x="583" y="180"/>
                    </a:cubicBezTo>
                    <a:cubicBezTo>
                      <a:pt x="611" y="177"/>
                      <a:pt x="617" y="181"/>
                      <a:pt x="622" y="187"/>
                    </a:cubicBezTo>
                    <a:cubicBezTo>
                      <a:pt x="623" y="188"/>
                      <a:pt x="624" y="190"/>
                      <a:pt x="624" y="192"/>
                    </a:cubicBezTo>
                    <a:cubicBezTo>
                      <a:pt x="623" y="197"/>
                      <a:pt x="620" y="202"/>
                      <a:pt x="614" y="207"/>
                    </a:cubicBezTo>
                    <a:cubicBezTo>
                      <a:pt x="605" y="215"/>
                      <a:pt x="572" y="224"/>
                      <a:pt x="521" y="227"/>
                    </a:cubicBezTo>
                    <a:cubicBezTo>
                      <a:pt x="470" y="229"/>
                      <a:pt x="426" y="218"/>
                      <a:pt x="398" y="211"/>
                    </a:cubicBezTo>
                    <a:cubicBezTo>
                      <a:pt x="369" y="203"/>
                      <a:pt x="362" y="200"/>
                      <a:pt x="362" y="194"/>
                    </a:cubicBezTo>
                    <a:cubicBezTo>
                      <a:pt x="362" y="194"/>
                      <a:pt x="362" y="194"/>
                      <a:pt x="362" y="194"/>
                    </a:cubicBezTo>
                    <a:close/>
                    <a:moveTo>
                      <a:pt x="564" y="163"/>
                    </a:moveTo>
                    <a:cubicBezTo>
                      <a:pt x="568" y="164"/>
                      <a:pt x="573" y="165"/>
                      <a:pt x="578" y="166"/>
                    </a:cubicBezTo>
                    <a:cubicBezTo>
                      <a:pt x="564" y="168"/>
                      <a:pt x="564" y="168"/>
                      <a:pt x="564" y="168"/>
                    </a:cubicBezTo>
                    <a:cubicBezTo>
                      <a:pt x="565" y="166"/>
                      <a:pt x="565" y="164"/>
                      <a:pt x="564" y="163"/>
                    </a:cubicBezTo>
                    <a:close/>
                    <a:moveTo>
                      <a:pt x="635" y="181"/>
                    </a:moveTo>
                    <a:cubicBezTo>
                      <a:pt x="635" y="180"/>
                      <a:pt x="635" y="179"/>
                      <a:pt x="634" y="179"/>
                    </a:cubicBezTo>
                    <a:cubicBezTo>
                      <a:pt x="635" y="179"/>
                      <a:pt x="636" y="179"/>
                      <a:pt x="637" y="179"/>
                    </a:cubicBezTo>
                    <a:cubicBezTo>
                      <a:pt x="637" y="180"/>
                      <a:pt x="636" y="180"/>
                      <a:pt x="635" y="181"/>
                    </a:cubicBezTo>
                    <a:close/>
                    <a:moveTo>
                      <a:pt x="597" y="156"/>
                    </a:moveTo>
                    <a:cubicBezTo>
                      <a:pt x="587" y="154"/>
                      <a:pt x="587" y="154"/>
                      <a:pt x="587" y="154"/>
                    </a:cubicBezTo>
                    <a:cubicBezTo>
                      <a:pt x="563" y="148"/>
                      <a:pt x="543" y="143"/>
                      <a:pt x="539" y="138"/>
                    </a:cubicBezTo>
                    <a:cubicBezTo>
                      <a:pt x="550" y="135"/>
                      <a:pt x="591" y="135"/>
                      <a:pt x="609" y="135"/>
                    </a:cubicBezTo>
                    <a:cubicBezTo>
                      <a:pt x="634" y="136"/>
                      <a:pt x="634" y="136"/>
                      <a:pt x="634" y="136"/>
                    </a:cubicBezTo>
                    <a:cubicBezTo>
                      <a:pt x="649" y="135"/>
                      <a:pt x="698" y="138"/>
                      <a:pt x="722" y="140"/>
                    </a:cubicBezTo>
                    <a:cubicBezTo>
                      <a:pt x="735" y="141"/>
                      <a:pt x="735" y="141"/>
                      <a:pt x="735" y="141"/>
                    </a:cubicBezTo>
                    <a:cubicBezTo>
                      <a:pt x="741" y="141"/>
                      <a:pt x="741" y="141"/>
                      <a:pt x="741" y="141"/>
                    </a:cubicBezTo>
                    <a:cubicBezTo>
                      <a:pt x="755" y="142"/>
                      <a:pt x="778" y="143"/>
                      <a:pt x="789" y="148"/>
                    </a:cubicBezTo>
                    <a:cubicBezTo>
                      <a:pt x="793" y="149"/>
                      <a:pt x="796" y="150"/>
                      <a:pt x="798" y="152"/>
                    </a:cubicBezTo>
                    <a:cubicBezTo>
                      <a:pt x="797" y="152"/>
                      <a:pt x="797" y="152"/>
                      <a:pt x="797" y="152"/>
                    </a:cubicBezTo>
                    <a:cubicBezTo>
                      <a:pt x="784" y="155"/>
                      <a:pt x="744" y="159"/>
                      <a:pt x="713" y="163"/>
                    </a:cubicBezTo>
                    <a:cubicBezTo>
                      <a:pt x="687" y="166"/>
                      <a:pt x="687" y="166"/>
                      <a:pt x="687" y="166"/>
                    </a:cubicBezTo>
                    <a:cubicBezTo>
                      <a:pt x="658" y="169"/>
                      <a:pt x="641" y="167"/>
                      <a:pt x="597" y="156"/>
                    </a:cubicBezTo>
                    <a:close/>
                    <a:moveTo>
                      <a:pt x="1035" y="127"/>
                    </a:moveTo>
                    <a:cubicBezTo>
                      <a:pt x="1032" y="126"/>
                      <a:pt x="1028" y="125"/>
                      <a:pt x="1024" y="124"/>
                    </a:cubicBezTo>
                    <a:cubicBezTo>
                      <a:pt x="1028" y="124"/>
                      <a:pt x="1033" y="123"/>
                      <a:pt x="1039" y="123"/>
                    </a:cubicBezTo>
                    <a:cubicBezTo>
                      <a:pt x="1040" y="123"/>
                      <a:pt x="1041" y="123"/>
                      <a:pt x="1043" y="123"/>
                    </a:cubicBezTo>
                    <a:cubicBezTo>
                      <a:pt x="1043" y="123"/>
                      <a:pt x="1042" y="123"/>
                      <a:pt x="1042" y="123"/>
                    </a:cubicBezTo>
                    <a:cubicBezTo>
                      <a:pt x="1042" y="125"/>
                      <a:pt x="1041" y="127"/>
                      <a:pt x="1041" y="130"/>
                    </a:cubicBezTo>
                    <a:cubicBezTo>
                      <a:pt x="1039" y="129"/>
                      <a:pt x="1037" y="128"/>
                      <a:pt x="1035" y="127"/>
                    </a:cubicBezTo>
                    <a:close/>
                    <a:moveTo>
                      <a:pt x="1004" y="55"/>
                    </a:moveTo>
                    <a:cubicBezTo>
                      <a:pt x="1003" y="55"/>
                      <a:pt x="1002" y="56"/>
                      <a:pt x="1001" y="57"/>
                    </a:cubicBezTo>
                    <a:cubicBezTo>
                      <a:pt x="1000" y="56"/>
                      <a:pt x="999" y="55"/>
                      <a:pt x="999" y="54"/>
                    </a:cubicBezTo>
                    <a:cubicBezTo>
                      <a:pt x="1000" y="54"/>
                      <a:pt x="1002" y="55"/>
                      <a:pt x="1004" y="55"/>
                    </a:cubicBezTo>
                    <a:close/>
                    <a:moveTo>
                      <a:pt x="777" y="57"/>
                    </a:moveTo>
                    <a:cubicBezTo>
                      <a:pt x="786" y="57"/>
                      <a:pt x="794" y="56"/>
                      <a:pt x="801" y="55"/>
                    </a:cubicBezTo>
                    <a:cubicBezTo>
                      <a:pt x="822" y="51"/>
                      <a:pt x="863" y="52"/>
                      <a:pt x="884" y="54"/>
                    </a:cubicBezTo>
                    <a:cubicBezTo>
                      <a:pt x="896" y="55"/>
                      <a:pt x="910" y="55"/>
                      <a:pt x="923" y="55"/>
                    </a:cubicBezTo>
                    <a:cubicBezTo>
                      <a:pt x="936" y="55"/>
                      <a:pt x="948" y="55"/>
                      <a:pt x="954" y="55"/>
                    </a:cubicBezTo>
                    <a:cubicBezTo>
                      <a:pt x="976" y="58"/>
                      <a:pt x="988" y="63"/>
                      <a:pt x="990" y="66"/>
                    </a:cubicBezTo>
                    <a:cubicBezTo>
                      <a:pt x="990" y="70"/>
                      <a:pt x="989" y="71"/>
                      <a:pt x="969" y="76"/>
                    </a:cubicBezTo>
                    <a:cubicBezTo>
                      <a:pt x="949" y="81"/>
                      <a:pt x="928" y="79"/>
                      <a:pt x="895" y="77"/>
                    </a:cubicBezTo>
                    <a:cubicBezTo>
                      <a:pt x="889" y="77"/>
                      <a:pt x="889" y="77"/>
                      <a:pt x="889" y="77"/>
                    </a:cubicBezTo>
                    <a:cubicBezTo>
                      <a:pt x="867" y="76"/>
                      <a:pt x="845" y="73"/>
                      <a:pt x="825" y="71"/>
                    </a:cubicBezTo>
                    <a:cubicBezTo>
                      <a:pt x="786" y="67"/>
                      <a:pt x="786" y="67"/>
                      <a:pt x="786" y="67"/>
                    </a:cubicBezTo>
                    <a:cubicBezTo>
                      <a:pt x="773" y="67"/>
                      <a:pt x="773" y="67"/>
                      <a:pt x="773" y="67"/>
                    </a:cubicBezTo>
                    <a:cubicBezTo>
                      <a:pt x="762" y="66"/>
                      <a:pt x="746" y="65"/>
                      <a:pt x="743" y="62"/>
                    </a:cubicBezTo>
                    <a:cubicBezTo>
                      <a:pt x="748" y="60"/>
                      <a:pt x="766" y="58"/>
                      <a:pt x="777" y="57"/>
                    </a:cubicBezTo>
                    <a:close/>
                    <a:moveTo>
                      <a:pt x="737" y="80"/>
                    </a:moveTo>
                    <a:cubicBezTo>
                      <a:pt x="745" y="80"/>
                      <a:pt x="761" y="82"/>
                      <a:pt x="775" y="84"/>
                    </a:cubicBezTo>
                    <a:cubicBezTo>
                      <a:pt x="785" y="85"/>
                      <a:pt x="795" y="86"/>
                      <a:pt x="801" y="86"/>
                    </a:cubicBezTo>
                    <a:cubicBezTo>
                      <a:pt x="816" y="87"/>
                      <a:pt x="876" y="92"/>
                      <a:pt x="893" y="94"/>
                    </a:cubicBezTo>
                    <a:cubicBezTo>
                      <a:pt x="902" y="95"/>
                      <a:pt x="902" y="95"/>
                      <a:pt x="902" y="95"/>
                    </a:cubicBezTo>
                    <a:cubicBezTo>
                      <a:pt x="909" y="95"/>
                      <a:pt x="923" y="97"/>
                      <a:pt x="926" y="99"/>
                    </a:cubicBezTo>
                    <a:cubicBezTo>
                      <a:pt x="925" y="101"/>
                      <a:pt x="925" y="102"/>
                      <a:pt x="925" y="103"/>
                    </a:cubicBezTo>
                    <a:cubicBezTo>
                      <a:pt x="924" y="104"/>
                      <a:pt x="920" y="105"/>
                      <a:pt x="915" y="106"/>
                    </a:cubicBezTo>
                    <a:cubicBezTo>
                      <a:pt x="913" y="106"/>
                      <a:pt x="913" y="106"/>
                      <a:pt x="913" y="106"/>
                    </a:cubicBezTo>
                    <a:cubicBezTo>
                      <a:pt x="902" y="109"/>
                      <a:pt x="879" y="108"/>
                      <a:pt x="856" y="107"/>
                    </a:cubicBezTo>
                    <a:cubicBezTo>
                      <a:pt x="842" y="107"/>
                      <a:pt x="828" y="106"/>
                      <a:pt x="815" y="106"/>
                    </a:cubicBezTo>
                    <a:cubicBezTo>
                      <a:pt x="790" y="106"/>
                      <a:pt x="770" y="101"/>
                      <a:pt x="752" y="97"/>
                    </a:cubicBezTo>
                    <a:cubicBezTo>
                      <a:pt x="743" y="95"/>
                      <a:pt x="735" y="93"/>
                      <a:pt x="726" y="92"/>
                    </a:cubicBezTo>
                    <a:cubicBezTo>
                      <a:pt x="721" y="91"/>
                      <a:pt x="708" y="89"/>
                      <a:pt x="703" y="87"/>
                    </a:cubicBezTo>
                    <a:cubicBezTo>
                      <a:pt x="705" y="85"/>
                      <a:pt x="713" y="82"/>
                      <a:pt x="736" y="80"/>
                    </a:cubicBezTo>
                    <a:lnTo>
                      <a:pt x="737" y="80"/>
                    </a:lnTo>
                    <a:close/>
                    <a:moveTo>
                      <a:pt x="477" y="79"/>
                    </a:moveTo>
                    <a:cubicBezTo>
                      <a:pt x="487" y="76"/>
                      <a:pt x="499" y="72"/>
                      <a:pt x="509" y="69"/>
                    </a:cubicBezTo>
                    <a:cubicBezTo>
                      <a:pt x="528" y="61"/>
                      <a:pt x="545" y="60"/>
                      <a:pt x="562" y="59"/>
                    </a:cubicBezTo>
                    <a:cubicBezTo>
                      <a:pt x="576" y="58"/>
                      <a:pt x="576" y="58"/>
                      <a:pt x="576" y="58"/>
                    </a:cubicBezTo>
                    <a:cubicBezTo>
                      <a:pt x="600" y="57"/>
                      <a:pt x="630" y="56"/>
                      <a:pt x="647" y="57"/>
                    </a:cubicBezTo>
                    <a:cubicBezTo>
                      <a:pt x="663" y="58"/>
                      <a:pt x="663" y="58"/>
                      <a:pt x="663" y="58"/>
                    </a:cubicBezTo>
                    <a:cubicBezTo>
                      <a:pt x="676" y="59"/>
                      <a:pt x="689" y="61"/>
                      <a:pt x="699" y="60"/>
                    </a:cubicBezTo>
                    <a:cubicBezTo>
                      <a:pt x="712" y="59"/>
                      <a:pt x="712" y="59"/>
                      <a:pt x="712" y="59"/>
                    </a:cubicBezTo>
                    <a:cubicBezTo>
                      <a:pt x="715" y="59"/>
                      <a:pt x="719" y="58"/>
                      <a:pt x="722" y="58"/>
                    </a:cubicBezTo>
                    <a:cubicBezTo>
                      <a:pt x="719" y="61"/>
                      <a:pt x="713" y="63"/>
                      <a:pt x="701" y="66"/>
                    </a:cubicBezTo>
                    <a:cubicBezTo>
                      <a:pt x="693" y="69"/>
                      <a:pt x="693" y="69"/>
                      <a:pt x="693" y="69"/>
                    </a:cubicBezTo>
                    <a:cubicBezTo>
                      <a:pt x="676" y="73"/>
                      <a:pt x="657" y="78"/>
                      <a:pt x="623" y="80"/>
                    </a:cubicBezTo>
                    <a:cubicBezTo>
                      <a:pt x="594" y="81"/>
                      <a:pt x="594" y="81"/>
                      <a:pt x="594" y="81"/>
                    </a:cubicBezTo>
                    <a:cubicBezTo>
                      <a:pt x="565" y="82"/>
                      <a:pt x="538" y="83"/>
                      <a:pt x="511" y="86"/>
                    </a:cubicBezTo>
                    <a:cubicBezTo>
                      <a:pt x="489" y="88"/>
                      <a:pt x="468" y="87"/>
                      <a:pt x="457" y="85"/>
                    </a:cubicBezTo>
                    <a:cubicBezTo>
                      <a:pt x="463" y="83"/>
                      <a:pt x="471" y="81"/>
                      <a:pt x="477" y="79"/>
                    </a:cubicBezTo>
                    <a:close/>
                    <a:moveTo>
                      <a:pt x="182" y="19"/>
                    </a:moveTo>
                    <a:cubicBezTo>
                      <a:pt x="191" y="19"/>
                      <a:pt x="201" y="19"/>
                      <a:pt x="210" y="19"/>
                    </a:cubicBezTo>
                    <a:cubicBezTo>
                      <a:pt x="236" y="18"/>
                      <a:pt x="236" y="18"/>
                      <a:pt x="236" y="18"/>
                    </a:cubicBezTo>
                    <a:cubicBezTo>
                      <a:pt x="256" y="18"/>
                      <a:pt x="295" y="26"/>
                      <a:pt x="322" y="31"/>
                    </a:cubicBezTo>
                    <a:cubicBezTo>
                      <a:pt x="344" y="36"/>
                      <a:pt x="344" y="36"/>
                      <a:pt x="344" y="36"/>
                    </a:cubicBezTo>
                    <a:cubicBezTo>
                      <a:pt x="351" y="37"/>
                      <a:pt x="358" y="38"/>
                      <a:pt x="363" y="40"/>
                    </a:cubicBezTo>
                    <a:cubicBezTo>
                      <a:pt x="362" y="40"/>
                      <a:pt x="362" y="40"/>
                      <a:pt x="361" y="40"/>
                    </a:cubicBezTo>
                    <a:cubicBezTo>
                      <a:pt x="339" y="39"/>
                      <a:pt x="339" y="39"/>
                      <a:pt x="339" y="39"/>
                    </a:cubicBezTo>
                    <a:cubicBezTo>
                      <a:pt x="323" y="38"/>
                      <a:pt x="323" y="38"/>
                      <a:pt x="323" y="38"/>
                    </a:cubicBezTo>
                    <a:cubicBezTo>
                      <a:pt x="307" y="38"/>
                      <a:pt x="296" y="38"/>
                      <a:pt x="264" y="35"/>
                    </a:cubicBezTo>
                    <a:cubicBezTo>
                      <a:pt x="222" y="30"/>
                      <a:pt x="203" y="26"/>
                      <a:pt x="182" y="19"/>
                    </a:cubicBezTo>
                    <a:close/>
                    <a:moveTo>
                      <a:pt x="215" y="70"/>
                    </a:moveTo>
                    <a:cubicBezTo>
                      <a:pt x="216" y="70"/>
                      <a:pt x="218" y="69"/>
                      <a:pt x="219" y="69"/>
                    </a:cubicBezTo>
                    <a:cubicBezTo>
                      <a:pt x="221" y="69"/>
                      <a:pt x="221" y="69"/>
                      <a:pt x="221" y="69"/>
                    </a:cubicBezTo>
                    <a:cubicBezTo>
                      <a:pt x="229" y="69"/>
                      <a:pt x="229" y="69"/>
                      <a:pt x="229" y="69"/>
                    </a:cubicBezTo>
                    <a:cubicBezTo>
                      <a:pt x="238" y="68"/>
                      <a:pt x="249" y="68"/>
                      <a:pt x="278" y="62"/>
                    </a:cubicBezTo>
                    <a:cubicBezTo>
                      <a:pt x="303" y="58"/>
                      <a:pt x="326" y="59"/>
                      <a:pt x="344" y="60"/>
                    </a:cubicBezTo>
                    <a:cubicBezTo>
                      <a:pt x="354" y="60"/>
                      <a:pt x="363" y="61"/>
                      <a:pt x="370" y="60"/>
                    </a:cubicBezTo>
                    <a:cubicBezTo>
                      <a:pt x="387" y="59"/>
                      <a:pt x="397" y="61"/>
                      <a:pt x="410" y="62"/>
                    </a:cubicBezTo>
                    <a:cubicBezTo>
                      <a:pt x="419" y="64"/>
                      <a:pt x="419" y="64"/>
                      <a:pt x="419" y="64"/>
                    </a:cubicBezTo>
                    <a:cubicBezTo>
                      <a:pt x="431" y="65"/>
                      <a:pt x="445" y="66"/>
                      <a:pt x="457" y="67"/>
                    </a:cubicBezTo>
                    <a:cubicBezTo>
                      <a:pt x="451" y="69"/>
                      <a:pt x="445" y="71"/>
                      <a:pt x="445" y="71"/>
                    </a:cubicBezTo>
                    <a:cubicBezTo>
                      <a:pt x="428" y="77"/>
                      <a:pt x="428" y="77"/>
                      <a:pt x="428" y="77"/>
                    </a:cubicBezTo>
                    <a:cubicBezTo>
                      <a:pt x="413" y="82"/>
                      <a:pt x="394" y="81"/>
                      <a:pt x="368" y="79"/>
                    </a:cubicBezTo>
                    <a:cubicBezTo>
                      <a:pt x="352" y="79"/>
                      <a:pt x="352" y="79"/>
                      <a:pt x="352" y="79"/>
                    </a:cubicBezTo>
                    <a:cubicBezTo>
                      <a:pt x="316" y="77"/>
                      <a:pt x="272" y="74"/>
                      <a:pt x="250" y="74"/>
                    </a:cubicBezTo>
                    <a:cubicBezTo>
                      <a:pt x="224" y="74"/>
                      <a:pt x="217" y="71"/>
                      <a:pt x="215" y="70"/>
                    </a:cubicBezTo>
                    <a:close/>
                    <a:moveTo>
                      <a:pt x="230" y="116"/>
                    </a:moveTo>
                    <a:cubicBezTo>
                      <a:pt x="229" y="116"/>
                      <a:pt x="229" y="116"/>
                      <a:pt x="229" y="116"/>
                    </a:cubicBezTo>
                    <a:cubicBezTo>
                      <a:pt x="221" y="114"/>
                      <a:pt x="221" y="114"/>
                      <a:pt x="221" y="114"/>
                    </a:cubicBezTo>
                    <a:cubicBezTo>
                      <a:pt x="218" y="113"/>
                      <a:pt x="214" y="112"/>
                      <a:pt x="211" y="111"/>
                    </a:cubicBezTo>
                    <a:cubicBezTo>
                      <a:pt x="222" y="109"/>
                      <a:pt x="237" y="106"/>
                      <a:pt x="248" y="104"/>
                    </a:cubicBezTo>
                    <a:cubicBezTo>
                      <a:pt x="261" y="102"/>
                      <a:pt x="271" y="100"/>
                      <a:pt x="277" y="99"/>
                    </a:cubicBezTo>
                    <a:cubicBezTo>
                      <a:pt x="287" y="96"/>
                      <a:pt x="317" y="97"/>
                      <a:pt x="344" y="97"/>
                    </a:cubicBezTo>
                    <a:cubicBezTo>
                      <a:pt x="371" y="97"/>
                      <a:pt x="371" y="97"/>
                      <a:pt x="371" y="97"/>
                    </a:cubicBezTo>
                    <a:cubicBezTo>
                      <a:pt x="405" y="97"/>
                      <a:pt x="451" y="103"/>
                      <a:pt x="472" y="106"/>
                    </a:cubicBezTo>
                    <a:cubicBezTo>
                      <a:pt x="490" y="110"/>
                      <a:pt x="504" y="119"/>
                      <a:pt x="507" y="124"/>
                    </a:cubicBezTo>
                    <a:cubicBezTo>
                      <a:pt x="505" y="125"/>
                      <a:pt x="500" y="125"/>
                      <a:pt x="489" y="124"/>
                    </a:cubicBezTo>
                    <a:cubicBezTo>
                      <a:pt x="472" y="124"/>
                      <a:pt x="472" y="124"/>
                      <a:pt x="472" y="124"/>
                    </a:cubicBezTo>
                    <a:cubicBezTo>
                      <a:pt x="441" y="123"/>
                      <a:pt x="441" y="123"/>
                      <a:pt x="441" y="123"/>
                    </a:cubicBezTo>
                    <a:cubicBezTo>
                      <a:pt x="422" y="122"/>
                      <a:pt x="400" y="121"/>
                      <a:pt x="368" y="121"/>
                    </a:cubicBezTo>
                    <a:cubicBezTo>
                      <a:pt x="328" y="121"/>
                      <a:pt x="328" y="121"/>
                      <a:pt x="328" y="121"/>
                    </a:cubicBezTo>
                    <a:cubicBezTo>
                      <a:pt x="306" y="121"/>
                      <a:pt x="294" y="121"/>
                      <a:pt x="278" y="122"/>
                    </a:cubicBezTo>
                    <a:cubicBezTo>
                      <a:pt x="257" y="124"/>
                      <a:pt x="247" y="121"/>
                      <a:pt x="230" y="116"/>
                    </a:cubicBezTo>
                    <a:close/>
                    <a:moveTo>
                      <a:pt x="113" y="147"/>
                    </a:moveTo>
                    <a:cubicBezTo>
                      <a:pt x="109" y="148"/>
                      <a:pt x="106" y="149"/>
                      <a:pt x="102" y="150"/>
                    </a:cubicBezTo>
                    <a:cubicBezTo>
                      <a:pt x="102" y="149"/>
                      <a:pt x="102" y="147"/>
                      <a:pt x="101" y="146"/>
                    </a:cubicBezTo>
                    <a:cubicBezTo>
                      <a:pt x="106" y="146"/>
                      <a:pt x="110" y="146"/>
                      <a:pt x="113" y="147"/>
                    </a:cubicBezTo>
                    <a:close/>
                    <a:moveTo>
                      <a:pt x="204" y="219"/>
                    </a:moveTo>
                    <a:cubicBezTo>
                      <a:pt x="170" y="214"/>
                      <a:pt x="170" y="214"/>
                      <a:pt x="170" y="214"/>
                    </a:cubicBezTo>
                    <a:cubicBezTo>
                      <a:pt x="149" y="211"/>
                      <a:pt x="128" y="209"/>
                      <a:pt x="111" y="205"/>
                    </a:cubicBezTo>
                    <a:cubicBezTo>
                      <a:pt x="98" y="201"/>
                      <a:pt x="75" y="196"/>
                      <a:pt x="74" y="192"/>
                    </a:cubicBezTo>
                    <a:cubicBezTo>
                      <a:pt x="74" y="191"/>
                      <a:pt x="74" y="190"/>
                      <a:pt x="75" y="188"/>
                    </a:cubicBezTo>
                    <a:cubicBezTo>
                      <a:pt x="76" y="188"/>
                      <a:pt x="76" y="188"/>
                      <a:pt x="76" y="188"/>
                    </a:cubicBezTo>
                    <a:cubicBezTo>
                      <a:pt x="76" y="188"/>
                      <a:pt x="76" y="188"/>
                      <a:pt x="76" y="188"/>
                    </a:cubicBezTo>
                    <a:cubicBezTo>
                      <a:pt x="85" y="173"/>
                      <a:pt x="104" y="162"/>
                      <a:pt x="125" y="159"/>
                    </a:cubicBezTo>
                    <a:cubicBezTo>
                      <a:pt x="144" y="157"/>
                      <a:pt x="160" y="157"/>
                      <a:pt x="178" y="158"/>
                    </a:cubicBezTo>
                    <a:cubicBezTo>
                      <a:pt x="197" y="159"/>
                      <a:pt x="197" y="159"/>
                      <a:pt x="197" y="159"/>
                    </a:cubicBezTo>
                    <a:cubicBezTo>
                      <a:pt x="215" y="160"/>
                      <a:pt x="222" y="162"/>
                      <a:pt x="233" y="166"/>
                    </a:cubicBezTo>
                    <a:cubicBezTo>
                      <a:pt x="248" y="170"/>
                      <a:pt x="248" y="170"/>
                      <a:pt x="248" y="170"/>
                    </a:cubicBezTo>
                    <a:cubicBezTo>
                      <a:pt x="265" y="175"/>
                      <a:pt x="277" y="176"/>
                      <a:pt x="294" y="178"/>
                    </a:cubicBezTo>
                    <a:cubicBezTo>
                      <a:pt x="314" y="181"/>
                      <a:pt x="314" y="181"/>
                      <a:pt x="314" y="181"/>
                    </a:cubicBezTo>
                    <a:cubicBezTo>
                      <a:pt x="344" y="185"/>
                      <a:pt x="343" y="187"/>
                      <a:pt x="342" y="193"/>
                    </a:cubicBezTo>
                    <a:cubicBezTo>
                      <a:pt x="342" y="200"/>
                      <a:pt x="338" y="205"/>
                      <a:pt x="303" y="211"/>
                    </a:cubicBezTo>
                    <a:cubicBezTo>
                      <a:pt x="274" y="216"/>
                      <a:pt x="230" y="223"/>
                      <a:pt x="204" y="219"/>
                    </a:cubicBezTo>
                    <a:close/>
                    <a:moveTo>
                      <a:pt x="257" y="232"/>
                    </a:moveTo>
                    <a:cubicBezTo>
                      <a:pt x="273" y="231"/>
                      <a:pt x="289" y="228"/>
                      <a:pt x="306" y="225"/>
                    </a:cubicBezTo>
                    <a:cubicBezTo>
                      <a:pt x="329" y="221"/>
                      <a:pt x="345" y="217"/>
                      <a:pt x="352" y="207"/>
                    </a:cubicBezTo>
                    <a:cubicBezTo>
                      <a:pt x="359" y="216"/>
                      <a:pt x="375" y="220"/>
                      <a:pt x="394" y="225"/>
                    </a:cubicBezTo>
                    <a:cubicBezTo>
                      <a:pt x="410" y="229"/>
                      <a:pt x="430" y="234"/>
                      <a:pt x="453" y="237"/>
                    </a:cubicBezTo>
                    <a:cubicBezTo>
                      <a:pt x="445" y="238"/>
                      <a:pt x="437" y="239"/>
                      <a:pt x="429" y="240"/>
                    </a:cubicBezTo>
                    <a:cubicBezTo>
                      <a:pt x="379" y="247"/>
                      <a:pt x="349" y="253"/>
                      <a:pt x="323" y="262"/>
                    </a:cubicBezTo>
                    <a:cubicBezTo>
                      <a:pt x="325" y="261"/>
                      <a:pt x="326" y="259"/>
                      <a:pt x="326" y="257"/>
                    </a:cubicBezTo>
                    <a:cubicBezTo>
                      <a:pt x="327" y="240"/>
                      <a:pt x="301" y="236"/>
                      <a:pt x="257" y="232"/>
                    </a:cubicBezTo>
                    <a:close/>
                    <a:moveTo>
                      <a:pt x="242" y="309"/>
                    </a:moveTo>
                    <a:cubicBezTo>
                      <a:pt x="244" y="308"/>
                      <a:pt x="244" y="308"/>
                      <a:pt x="244" y="308"/>
                    </a:cubicBezTo>
                    <a:cubicBezTo>
                      <a:pt x="256" y="304"/>
                      <a:pt x="283" y="296"/>
                      <a:pt x="312" y="282"/>
                    </a:cubicBezTo>
                    <a:cubicBezTo>
                      <a:pt x="341" y="269"/>
                      <a:pt x="371" y="262"/>
                      <a:pt x="431" y="254"/>
                    </a:cubicBezTo>
                    <a:cubicBezTo>
                      <a:pt x="481" y="247"/>
                      <a:pt x="530" y="253"/>
                      <a:pt x="565" y="258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637" y="267"/>
                      <a:pt x="651" y="273"/>
                      <a:pt x="654" y="276"/>
                    </a:cubicBezTo>
                    <a:cubicBezTo>
                      <a:pt x="652" y="282"/>
                      <a:pt x="638" y="288"/>
                      <a:pt x="615" y="300"/>
                    </a:cubicBezTo>
                    <a:cubicBezTo>
                      <a:pt x="585" y="314"/>
                      <a:pt x="585" y="314"/>
                      <a:pt x="585" y="314"/>
                    </a:cubicBezTo>
                    <a:cubicBezTo>
                      <a:pt x="527" y="343"/>
                      <a:pt x="427" y="324"/>
                      <a:pt x="398" y="317"/>
                    </a:cubicBezTo>
                    <a:cubicBezTo>
                      <a:pt x="352" y="307"/>
                      <a:pt x="332" y="308"/>
                      <a:pt x="306" y="309"/>
                    </a:cubicBezTo>
                    <a:cubicBezTo>
                      <a:pt x="286" y="310"/>
                      <a:pt x="286" y="310"/>
                      <a:pt x="286" y="310"/>
                    </a:cubicBezTo>
                    <a:cubicBezTo>
                      <a:pt x="285" y="310"/>
                      <a:pt x="285" y="310"/>
                      <a:pt x="285" y="310"/>
                    </a:cubicBezTo>
                    <a:cubicBezTo>
                      <a:pt x="266" y="310"/>
                      <a:pt x="248" y="311"/>
                      <a:pt x="242" y="309"/>
                    </a:cubicBezTo>
                    <a:cubicBezTo>
                      <a:pt x="242" y="309"/>
                      <a:pt x="242" y="309"/>
                      <a:pt x="242" y="309"/>
                    </a:cubicBezTo>
                    <a:close/>
                    <a:moveTo>
                      <a:pt x="240" y="306"/>
                    </a:moveTo>
                    <a:cubicBezTo>
                      <a:pt x="240" y="306"/>
                      <a:pt x="240" y="306"/>
                      <a:pt x="240" y="306"/>
                    </a:cubicBezTo>
                    <a:cubicBezTo>
                      <a:pt x="240" y="306"/>
                      <a:pt x="240" y="305"/>
                      <a:pt x="240" y="305"/>
                    </a:cubicBezTo>
                    <a:cubicBezTo>
                      <a:pt x="240" y="305"/>
                      <a:pt x="240" y="306"/>
                      <a:pt x="240" y="306"/>
                    </a:cubicBezTo>
                    <a:close/>
                    <a:moveTo>
                      <a:pt x="185" y="311"/>
                    </a:moveTo>
                    <a:cubicBezTo>
                      <a:pt x="210" y="305"/>
                      <a:pt x="210" y="305"/>
                      <a:pt x="210" y="305"/>
                    </a:cubicBezTo>
                    <a:cubicBezTo>
                      <a:pt x="213" y="305"/>
                      <a:pt x="219" y="303"/>
                      <a:pt x="227" y="301"/>
                    </a:cubicBezTo>
                    <a:cubicBezTo>
                      <a:pt x="226" y="303"/>
                      <a:pt x="225" y="305"/>
                      <a:pt x="226" y="307"/>
                    </a:cubicBezTo>
                    <a:cubicBezTo>
                      <a:pt x="226" y="308"/>
                      <a:pt x="226" y="308"/>
                      <a:pt x="226" y="308"/>
                    </a:cubicBezTo>
                    <a:cubicBezTo>
                      <a:pt x="226" y="309"/>
                      <a:pt x="226" y="309"/>
                      <a:pt x="226" y="309"/>
                    </a:cubicBezTo>
                    <a:cubicBezTo>
                      <a:pt x="226" y="312"/>
                      <a:pt x="227" y="315"/>
                      <a:pt x="228" y="317"/>
                    </a:cubicBezTo>
                    <a:cubicBezTo>
                      <a:pt x="212" y="315"/>
                      <a:pt x="212" y="315"/>
                      <a:pt x="212" y="315"/>
                    </a:cubicBezTo>
                    <a:cubicBezTo>
                      <a:pt x="192" y="314"/>
                      <a:pt x="178" y="314"/>
                      <a:pt x="167" y="315"/>
                    </a:cubicBezTo>
                    <a:cubicBezTo>
                      <a:pt x="173" y="313"/>
                      <a:pt x="180" y="312"/>
                      <a:pt x="185" y="311"/>
                    </a:cubicBezTo>
                    <a:close/>
                    <a:moveTo>
                      <a:pt x="382" y="366"/>
                    </a:moveTo>
                    <a:cubicBezTo>
                      <a:pt x="355" y="367"/>
                      <a:pt x="355" y="367"/>
                      <a:pt x="355" y="367"/>
                    </a:cubicBezTo>
                    <a:cubicBezTo>
                      <a:pt x="327" y="367"/>
                      <a:pt x="291" y="368"/>
                      <a:pt x="270" y="377"/>
                    </a:cubicBezTo>
                    <a:cubicBezTo>
                      <a:pt x="258" y="382"/>
                      <a:pt x="258" y="382"/>
                      <a:pt x="258" y="382"/>
                    </a:cubicBezTo>
                    <a:cubicBezTo>
                      <a:pt x="237" y="390"/>
                      <a:pt x="219" y="398"/>
                      <a:pt x="190" y="400"/>
                    </a:cubicBezTo>
                    <a:cubicBezTo>
                      <a:pt x="156" y="403"/>
                      <a:pt x="86" y="385"/>
                      <a:pt x="66" y="371"/>
                    </a:cubicBezTo>
                    <a:cubicBezTo>
                      <a:pt x="58" y="365"/>
                      <a:pt x="42" y="355"/>
                      <a:pt x="37" y="349"/>
                    </a:cubicBezTo>
                    <a:cubicBezTo>
                      <a:pt x="50" y="344"/>
                      <a:pt x="67" y="343"/>
                      <a:pt x="85" y="341"/>
                    </a:cubicBezTo>
                    <a:cubicBezTo>
                      <a:pt x="99" y="340"/>
                      <a:pt x="114" y="339"/>
                      <a:pt x="127" y="337"/>
                    </a:cubicBezTo>
                    <a:cubicBezTo>
                      <a:pt x="142" y="334"/>
                      <a:pt x="142" y="334"/>
                      <a:pt x="142" y="334"/>
                    </a:cubicBezTo>
                    <a:cubicBezTo>
                      <a:pt x="164" y="329"/>
                      <a:pt x="176" y="327"/>
                      <a:pt x="211" y="329"/>
                    </a:cubicBezTo>
                    <a:cubicBezTo>
                      <a:pt x="241" y="332"/>
                      <a:pt x="241" y="332"/>
                      <a:pt x="241" y="332"/>
                    </a:cubicBezTo>
                    <a:cubicBezTo>
                      <a:pt x="272" y="334"/>
                      <a:pt x="301" y="337"/>
                      <a:pt x="334" y="340"/>
                    </a:cubicBezTo>
                    <a:cubicBezTo>
                      <a:pt x="390" y="346"/>
                      <a:pt x="421" y="352"/>
                      <a:pt x="426" y="358"/>
                    </a:cubicBezTo>
                    <a:cubicBezTo>
                      <a:pt x="426" y="358"/>
                      <a:pt x="426" y="358"/>
                      <a:pt x="426" y="358"/>
                    </a:cubicBezTo>
                    <a:cubicBezTo>
                      <a:pt x="421" y="364"/>
                      <a:pt x="394" y="365"/>
                      <a:pt x="382" y="366"/>
                    </a:cubicBezTo>
                    <a:close/>
                    <a:moveTo>
                      <a:pt x="571" y="447"/>
                    </a:moveTo>
                    <a:cubicBezTo>
                      <a:pt x="533" y="465"/>
                      <a:pt x="481" y="456"/>
                      <a:pt x="439" y="449"/>
                    </a:cubicBezTo>
                    <a:cubicBezTo>
                      <a:pt x="427" y="447"/>
                      <a:pt x="427" y="447"/>
                      <a:pt x="427" y="447"/>
                    </a:cubicBezTo>
                    <a:cubicBezTo>
                      <a:pt x="388" y="440"/>
                      <a:pt x="338" y="435"/>
                      <a:pt x="291" y="433"/>
                    </a:cubicBezTo>
                    <a:cubicBezTo>
                      <a:pt x="275" y="433"/>
                      <a:pt x="264" y="433"/>
                      <a:pt x="255" y="433"/>
                    </a:cubicBezTo>
                    <a:cubicBezTo>
                      <a:pt x="253" y="433"/>
                      <a:pt x="250" y="433"/>
                      <a:pt x="248" y="433"/>
                    </a:cubicBezTo>
                    <a:cubicBezTo>
                      <a:pt x="266" y="424"/>
                      <a:pt x="318" y="411"/>
                      <a:pt x="342" y="405"/>
                    </a:cubicBezTo>
                    <a:cubicBezTo>
                      <a:pt x="358" y="402"/>
                      <a:pt x="358" y="402"/>
                      <a:pt x="358" y="402"/>
                    </a:cubicBezTo>
                    <a:cubicBezTo>
                      <a:pt x="403" y="391"/>
                      <a:pt x="431" y="385"/>
                      <a:pt x="461" y="384"/>
                    </a:cubicBezTo>
                    <a:cubicBezTo>
                      <a:pt x="480" y="384"/>
                      <a:pt x="508" y="392"/>
                      <a:pt x="530" y="399"/>
                    </a:cubicBezTo>
                    <a:cubicBezTo>
                      <a:pt x="544" y="404"/>
                      <a:pt x="557" y="408"/>
                      <a:pt x="566" y="409"/>
                    </a:cubicBezTo>
                    <a:cubicBezTo>
                      <a:pt x="586" y="412"/>
                      <a:pt x="606" y="419"/>
                      <a:pt x="611" y="423"/>
                    </a:cubicBezTo>
                    <a:cubicBezTo>
                      <a:pt x="610" y="426"/>
                      <a:pt x="604" y="432"/>
                      <a:pt x="571" y="447"/>
                    </a:cubicBezTo>
                    <a:close/>
                    <a:moveTo>
                      <a:pt x="626" y="418"/>
                    </a:moveTo>
                    <a:cubicBezTo>
                      <a:pt x="626" y="419"/>
                      <a:pt x="625" y="419"/>
                      <a:pt x="625" y="420"/>
                    </a:cubicBezTo>
                    <a:cubicBezTo>
                      <a:pt x="621" y="403"/>
                      <a:pt x="569" y="395"/>
                      <a:pt x="568" y="395"/>
                    </a:cubicBezTo>
                    <a:cubicBezTo>
                      <a:pt x="560" y="394"/>
                      <a:pt x="548" y="390"/>
                      <a:pt x="534" y="386"/>
                    </a:cubicBezTo>
                    <a:cubicBezTo>
                      <a:pt x="530" y="384"/>
                      <a:pt x="525" y="383"/>
                      <a:pt x="520" y="381"/>
                    </a:cubicBezTo>
                    <a:cubicBezTo>
                      <a:pt x="526" y="382"/>
                      <a:pt x="532" y="383"/>
                      <a:pt x="540" y="384"/>
                    </a:cubicBezTo>
                    <a:cubicBezTo>
                      <a:pt x="550" y="385"/>
                      <a:pt x="560" y="387"/>
                      <a:pt x="572" y="390"/>
                    </a:cubicBezTo>
                    <a:cubicBezTo>
                      <a:pt x="594" y="395"/>
                      <a:pt x="621" y="401"/>
                      <a:pt x="658" y="402"/>
                    </a:cubicBezTo>
                    <a:cubicBezTo>
                      <a:pt x="676" y="402"/>
                      <a:pt x="691" y="404"/>
                      <a:pt x="704" y="405"/>
                    </a:cubicBezTo>
                    <a:cubicBezTo>
                      <a:pt x="712" y="406"/>
                      <a:pt x="720" y="406"/>
                      <a:pt x="729" y="407"/>
                    </a:cubicBezTo>
                    <a:cubicBezTo>
                      <a:pt x="701" y="410"/>
                      <a:pt x="678" y="411"/>
                      <a:pt x="666" y="411"/>
                    </a:cubicBezTo>
                    <a:cubicBezTo>
                      <a:pt x="642" y="410"/>
                      <a:pt x="631" y="412"/>
                      <a:pt x="626" y="418"/>
                    </a:cubicBezTo>
                    <a:close/>
                    <a:moveTo>
                      <a:pt x="981" y="400"/>
                    </a:moveTo>
                    <a:cubicBezTo>
                      <a:pt x="996" y="404"/>
                      <a:pt x="996" y="404"/>
                      <a:pt x="996" y="404"/>
                    </a:cubicBezTo>
                    <a:cubicBezTo>
                      <a:pt x="999" y="405"/>
                      <a:pt x="1002" y="406"/>
                      <a:pt x="1005" y="407"/>
                    </a:cubicBezTo>
                    <a:cubicBezTo>
                      <a:pt x="1002" y="409"/>
                      <a:pt x="1000" y="410"/>
                      <a:pt x="997" y="412"/>
                    </a:cubicBezTo>
                    <a:cubicBezTo>
                      <a:pt x="990" y="415"/>
                      <a:pt x="982" y="419"/>
                      <a:pt x="969" y="434"/>
                    </a:cubicBezTo>
                    <a:cubicBezTo>
                      <a:pt x="964" y="440"/>
                      <a:pt x="964" y="440"/>
                      <a:pt x="964" y="440"/>
                    </a:cubicBezTo>
                    <a:cubicBezTo>
                      <a:pt x="951" y="457"/>
                      <a:pt x="942" y="468"/>
                      <a:pt x="907" y="470"/>
                    </a:cubicBezTo>
                    <a:cubicBezTo>
                      <a:pt x="882" y="471"/>
                      <a:pt x="832" y="463"/>
                      <a:pt x="788" y="456"/>
                    </a:cubicBezTo>
                    <a:cubicBezTo>
                      <a:pt x="760" y="452"/>
                      <a:pt x="733" y="447"/>
                      <a:pt x="714" y="446"/>
                    </a:cubicBezTo>
                    <a:cubicBezTo>
                      <a:pt x="686" y="444"/>
                      <a:pt x="686" y="444"/>
                      <a:pt x="686" y="444"/>
                    </a:cubicBezTo>
                    <a:cubicBezTo>
                      <a:pt x="651" y="442"/>
                      <a:pt x="638" y="440"/>
                      <a:pt x="638" y="428"/>
                    </a:cubicBezTo>
                    <a:cubicBezTo>
                      <a:pt x="638" y="428"/>
                      <a:pt x="638" y="427"/>
                      <a:pt x="638" y="427"/>
                    </a:cubicBezTo>
                    <a:cubicBezTo>
                      <a:pt x="638" y="427"/>
                      <a:pt x="638" y="427"/>
                      <a:pt x="638" y="427"/>
                    </a:cubicBezTo>
                    <a:cubicBezTo>
                      <a:pt x="640" y="426"/>
                      <a:pt x="646" y="424"/>
                      <a:pt x="665" y="425"/>
                    </a:cubicBezTo>
                    <a:cubicBezTo>
                      <a:pt x="690" y="426"/>
                      <a:pt x="743" y="420"/>
                      <a:pt x="785" y="413"/>
                    </a:cubicBezTo>
                    <a:cubicBezTo>
                      <a:pt x="807" y="410"/>
                      <a:pt x="807" y="410"/>
                      <a:pt x="807" y="410"/>
                    </a:cubicBezTo>
                    <a:cubicBezTo>
                      <a:pt x="840" y="405"/>
                      <a:pt x="863" y="402"/>
                      <a:pt x="891" y="393"/>
                    </a:cubicBezTo>
                    <a:cubicBezTo>
                      <a:pt x="924" y="382"/>
                      <a:pt x="962" y="393"/>
                      <a:pt x="981" y="400"/>
                    </a:cubicBezTo>
                    <a:close/>
                    <a:moveTo>
                      <a:pt x="910" y="341"/>
                    </a:moveTo>
                    <a:cubicBezTo>
                      <a:pt x="910" y="341"/>
                      <a:pt x="910" y="341"/>
                      <a:pt x="910" y="341"/>
                    </a:cubicBezTo>
                    <a:cubicBezTo>
                      <a:pt x="911" y="338"/>
                      <a:pt x="911" y="338"/>
                      <a:pt x="911" y="338"/>
                    </a:cubicBezTo>
                    <a:cubicBezTo>
                      <a:pt x="912" y="337"/>
                      <a:pt x="915" y="337"/>
                      <a:pt x="917" y="337"/>
                    </a:cubicBezTo>
                    <a:cubicBezTo>
                      <a:pt x="929" y="335"/>
                      <a:pt x="929" y="335"/>
                      <a:pt x="929" y="335"/>
                    </a:cubicBezTo>
                    <a:cubicBezTo>
                      <a:pt x="952" y="330"/>
                      <a:pt x="952" y="330"/>
                      <a:pt x="952" y="330"/>
                    </a:cubicBezTo>
                    <a:cubicBezTo>
                      <a:pt x="971" y="327"/>
                      <a:pt x="997" y="323"/>
                      <a:pt x="1024" y="316"/>
                    </a:cubicBezTo>
                    <a:cubicBezTo>
                      <a:pt x="1061" y="307"/>
                      <a:pt x="1087" y="306"/>
                      <a:pt x="1130" y="325"/>
                    </a:cubicBezTo>
                    <a:cubicBezTo>
                      <a:pt x="1149" y="334"/>
                      <a:pt x="1173" y="344"/>
                      <a:pt x="1203" y="355"/>
                    </a:cubicBezTo>
                    <a:cubicBezTo>
                      <a:pt x="1209" y="357"/>
                      <a:pt x="1209" y="357"/>
                      <a:pt x="1209" y="357"/>
                    </a:cubicBezTo>
                    <a:cubicBezTo>
                      <a:pt x="1215" y="359"/>
                      <a:pt x="1223" y="362"/>
                      <a:pt x="1226" y="364"/>
                    </a:cubicBezTo>
                    <a:cubicBezTo>
                      <a:pt x="1220" y="372"/>
                      <a:pt x="1184" y="384"/>
                      <a:pt x="1135" y="392"/>
                    </a:cubicBezTo>
                    <a:cubicBezTo>
                      <a:pt x="1107" y="397"/>
                      <a:pt x="1050" y="384"/>
                      <a:pt x="1004" y="374"/>
                    </a:cubicBezTo>
                    <a:cubicBezTo>
                      <a:pt x="973" y="367"/>
                      <a:pt x="973" y="367"/>
                      <a:pt x="973" y="367"/>
                    </a:cubicBezTo>
                    <a:cubicBezTo>
                      <a:pt x="963" y="365"/>
                      <a:pt x="963" y="365"/>
                      <a:pt x="963" y="365"/>
                    </a:cubicBezTo>
                    <a:cubicBezTo>
                      <a:pt x="919" y="356"/>
                      <a:pt x="909" y="353"/>
                      <a:pt x="910" y="341"/>
                    </a:cubicBezTo>
                    <a:close/>
                    <a:moveTo>
                      <a:pt x="903" y="368"/>
                    </a:moveTo>
                    <a:cubicBezTo>
                      <a:pt x="905" y="367"/>
                      <a:pt x="906" y="365"/>
                      <a:pt x="907" y="363"/>
                    </a:cubicBezTo>
                    <a:cubicBezTo>
                      <a:pt x="915" y="369"/>
                      <a:pt x="929" y="372"/>
                      <a:pt x="948" y="376"/>
                    </a:cubicBezTo>
                    <a:cubicBezTo>
                      <a:pt x="929" y="373"/>
                      <a:pt x="907" y="373"/>
                      <a:pt x="887" y="379"/>
                    </a:cubicBezTo>
                    <a:cubicBezTo>
                      <a:pt x="871" y="384"/>
                      <a:pt x="858" y="387"/>
                      <a:pt x="843" y="390"/>
                    </a:cubicBezTo>
                    <a:cubicBezTo>
                      <a:pt x="849" y="388"/>
                      <a:pt x="855" y="386"/>
                      <a:pt x="861" y="384"/>
                    </a:cubicBezTo>
                    <a:cubicBezTo>
                      <a:pt x="870" y="381"/>
                      <a:pt x="870" y="381"/>
                      <a:pt x="870" y="381"/>
                    </a:cubicBezTo>
                    <a:cubicBezTo>
                      <a:pt x="890" y="375"/>
                      <a:pt x="898" y="372"/>
                      <a:pt x="903" y="368"/>
                    </a:cubicBezTo>
                    <a:close/>
                    <a:moveTo>
                      <a:pt x="837" y="350"/>
                    </a:moveTo>
                    <a:cubicBezTo>
                      <a:pt x="852" y="355"/>
                      <a:pt x="866" y="359"/>
                      <a:pt x="873" y="361"/>
                    </a:cubicBezTo>
                    <a:cubicBezTo>
                      <a:pt x="873" y="361"/>
                      <a:pt x="881" y="362"/>
                      <a:pt x="882" y="362"/>
                    </a:cubicBezTo>
                    <a:cubicBezTo>
                      <a:pt x="877" y="364"/>
                      <a:pt x="872" y="366"/>
                      <a:pt x="866" y="368"/>
                    </a:cubicBezTo>
                    <a:cubicBezTo>
                      <a:pt x="857" y="370"/>
                      <a:pt x="857" y="370"/>
                      <a:pt x="857" y="370"/>
                    </a:cubicBezTo>
                    <a:cubicBezTo>
                      <a:pt x="837" y="377"/>
                      <a:pt x="826" y="380"/>
                      <a:pt x="782" y="389"/>
                    </a:cubicBezTo>
                    <a:cubicBezTo>
                      <a:pt x="751" y="394"/>
                      <a:pt x="732" y="393"/>
                      <a:pt x="705" y="391"/>
                    </a:cubicBezTo>
                    <a:cubicBezTo>
                      <a:pt x="692" y="389"/>
                      <a:pt x="677" y="388"/>
                      <a:pt x="659" y="388"/>
                    </a:cubicBezTo>
                    <a:cubicBezTo>
                      <a:pt x="622" y="386"/>
                      <a:pt x="597" y="381"/>
                      <a:pt x="575" y="376"/>
                    </a:cubicBezTo>
                    <a:cubicBezTo>
                      <a:pt x="563" y="373"/>
                      <a:pt x="553" y="371"/>
                      <a:pt x="542" y="370"/>
                    </a:cubicBezTo>
                    <a:cubicBezTo>
                      <a:pt x="529" y="368"/>
                      <a:pt x="512" y="366"/>
                      <a:pt x="510" y="363"/>
                    </a:cubicBezTo>
                    <a:cubicBezTo>
                      <a:pt x="510" y="363"/>
                      <a:pt x="510" y="363"/>
                      <a:pt x="510" y="363"/>
                    </a:cubicBezTo>
                    <a:cubicBezTo>
                      <a:pt x="513" y="362"/>
                      <a:pt x="522" y="361"/>
                      <a:pt x="530" y="360"/>
                    </a:cubicBezTo>
                    <a:cubicBezTo>
                      <a:pt x="544" y="359"/>
                      <a:pt x="561" y="357"/>
                      <a:pt x="578" y="352"/>
                    </a:cubicBezTo>
                    <a:cubicBezTo>
                      <a:pt x="593" y="347"/>
                      <a:pt x="606" y="341"/>
                      <a:pt x="618" y="335"/>
                    </a:cubicBezTo>
                    <a:cubicBezTo>
                      <a:pt x="634" y="327"/>
                      <a:pt x="650" y="320"/>
                      <a:pt x="670" y="316"/>
                    </a:cubicBezTo>
                    <a:cubicBezTo>
                      <a:pt x="695" y="311"/>
                      <a:pt x="724" y="319"/>
                      <a:pt x="749" y="326"/>
                    </a:cubicBezTo>
                    <a:cubicBezTo>
                      <a:pt x="774" y="333"/>
                      <a:pt x="774" y="333"/>
                      <a:pt x="774" y="333"/>
                    </a:cubicBezTo>
                    <a:cubicBezTo>
                      <a:pt x="792" y="337"/>
                      <a:pt x="816" y="344"/>
                      <a:pt x="837" y="350"/>
                    </a:cubicBezTo>
                    <a:close/>
                    <a:moveTo>
                      <a:pt x="980" y="263"/>
                    </a:moveTo>
                    <a:cubicBezTo>
                      <a:pt x="1001" y="269"/>
                      <a:pt x="1015" y="278"/>
                      <a:pt x="1021" y="283"/>
                    </a:cubicBezTo>
                    <a:cubicBezTo>
                      <a:pt x="1015" y="286"/>
                      <a:pt x="997" y="290"/>
                      <a:pt x="952" y="292"/>
                    </a:cubicBezTo>
                    <a:cubicBezTo>
                      <a:pt x="929" y="294"/>
                      <a:pt x="911" y="298"/>
                      <a:pt x="893" y="302"/>
                    </a:cubicBezTo>
                    <a:cubicBezTo>
                      <a:pt x="874" y="306"/>
                      <a:pt x="855" y="310"/>
                      <a:pt x="830" y="311"/>
                    </a:cubicBezTo>
                    <a:cubicBezTo>
                      <a:pt x="782" y="312"/>
                      <a:pt x="752" y="298"/>
                      <a:pt x="717" y="279"/>
                    </a:cubicBezTo>
                    <a:cubicBezTo>
                      <a:pt x="686" y="262"/>
                      <a:pt x="669" y="252"/>
                      <a:pt x="669" y="242"/>
                    </a:cubicBezTo>
                    <a:cubicBezTo>
                      <a:pt x="669" y="242"/>
                      <a:pt x="669" y="241"/>
                      <a:pt x="669" y="241"/>
                    </a:cubicBezTo>
                    <a:cubicBezTo>
                      <a:pt x="676" y="238"/>
                      <a:pt x="706" y="238"/>
                      <a:pt x="734" y="246"/>
                    </a:cubicBezTo>
                    <a:cubicBezTo>
                      <a:pt x="764" y="254"/>
                      <a:pt x="808" y="252"/>
                      <a:pt x="860" y="249"/>
                    </a:cubicBezTo>
                    <a:cubicBezTo>
                      <a:pt x="864" y="249"/>
                      <a:pt x="864" y="249"/>
                      <a:pt x="864" y="249"/>
                    </a:cubicBezTo>
                    <a:cubicBezTo>
                      <a:pt x="906" y="247"/>
                      <a:pt x="944" y="251"/>
                      <a:pt x="980" y="263"/>
                    </a:cubicBezTo>
                    <a:close/>
                    <a:moveTo>
                      <a:pt x="881" y="218"/>
                    </a:moveTo>
                    <a:cubicBezTo>
                      <a:pt x="872" y="228"/>
                      <a:pt x="836" y="226"/>
                      <a:pt x="797" y="225"/>
                    </a:cubicBezTo>
                    <a:cubicBezTo>
                      <a:pt x="776" y="224"/>
                      <a:pt x="776" y="224"/>
                      <a:pt x="776" y="224"/>
                    </a:cubicBezTo>
                    <a:cubicBezTo>
                      <a:pt x="743" y="222"/>
                      <a:pt x="721" y="218"/>
                      <a:pt x="701" y="215"/>
                    </a:cubicBezTo>
                    <a:cubicBezTo>
                      <a:pt x="689" y="213"/>
                      <a:pt x="679" y="211"/>
                      <a:pt x="668" y="210"/>
                    </a:cubicBezTo>
                    <a:cubicBezTo>
                      <a:pt x="642" y="208"/>
                      <a:pt x="642" y="206"/>
                      <a:pt x="642" y="197"/>
                    </a:cubicBezTo>
                    <a:cubicBezTo>
                      <a:pt x="642" y="192"/>
                      <a:pt x="644" y="190"/>
                      <a:pt x="663" y="187"/>
                    </a:cubicBezTo>
                    <a:cubicBezTo>
                      <a:pt x="676" y="185"/>
                      <a:pt x="694" y="183"/>
                      <a:pt x="718" y="181"/>
                    </a:cubicBezTo>
                    <a:cubicBezTo>
                      <a:pt x="740" y="179"/>
                      <a:pt x="740" y="179"/>
                      <a:pt x="740" y="179"/>
                    </a:cubicBezTo>
                    <a:cubicBezTo>
                      <a:pt x="761" y="177"/>
                      <a:pt x="761" y="177"/>
                      <a:pt x="761" y="177"/>
                    </a:cubicBezTo>
                    <a:cubicBezTo>
                      <a:pt x="782" y="175"/>
                      <a:pt x="796" y="173"/>
                      <a:pt x="820" y="170"/>
                    </a:cubicBezTo>
                    <a:cubicBezTo>
                      <a:pt x="845" y="166"/>
                      <a:pt x="863" y="176"/>
                      <a:pt x="875" y="183"/>
                    </a:cubicBezTo>
                    <a:cubicBezTo>
                      <a:pt x="878" y="185"/>
                      <a:pt x="878" y="185"/>
                      <a:pt x="878" y="185"/>
                    </a:cubicBezTo>
                    <a:cubicBezTo>
                      <a:pt x="882" y="187"/>
                      <a:pt x="885" y="193"/>
                      <a:pt x="886" y="199"/>
                    </a:cubicBezTo>
                    <a:cubicBezTo>
                      <a:pt x="888" y="206"/>
                      <a:pt x="886" y="213"/>
                      <a:pt x="881" y="218"/>
                    </a:cubicBezTo>
                    <a:close/>
                    <a:moveTo>
                      <a:pt x="893" y="179"/>
                    </a:moveTo>
                    <a:cubicBezTo>
                      <a:pt x="891" y="177"/>
                      <a:pt x="888" y="175"/>
                      <a:pt x="886" y="173"/>
                    </a:cubicBezTo>
                    <a:cubicBezTo>
                      <a:pt x="904" y="174"/>
                      <a:pt x="904" y="174"/>
                      <a:pt x="904" y="174"/>
                    </a:cubicBezTo>
                    <a:cubicBezTo>
                      <a:pt x="904" y="174"/>
                      <a:pt x="904" y="174"/>
                      <a:pt x="904" y="174"/>
                    </a:cubicBezTo>
                    <a:cubicBezTo>
                      <a:pt x="899" y="175"/>
                      <a:pt x="896" y="177"/>
                      <a:pt x="893" y="179"/>
                    </a:cubicBezTo>
                    <a:close/>
                    <a:moveTo>
                      <a:pt x="1171" y="206"/>
                    </a:moveTo>
                    <a:cubicBezTo>
                      <a:pt x="1155" y="213"/>
                      <a:pt x="1113" y="210"/>
                      <a:pt x="1070" y="207"/>
                    </a:cubicBezTo>
                    <a:cubicBezTo>
                      <a:pt x="1038" y="204"/>
                      <a:pt x="1006" y="204"/>
                      <a:pt x="980" y="204"/>
                    </a:cubicBezTo>
                    <a:cubicBezTo>
                      <a:pt x="966" y="204"/>
                      <a:pt x="955" y="204"/>
                      <a:pt x="947" y="203"/>
                    </a:cubicBezTo>
                    <a:cubicBezTo>
                      <a:pt x="920" y="201"/>
                      <a:pt x="907" y="196"/>
                      <a:pt x="903" y="192"/>
                    </a:cubicBezTo>
                    <a:cubicBezTo>
                      <a:pt x="903" y="191"/>
                      <a:pt x="902" y="191"/>
                      <a:pt x="902" y="190"/>
                    </a:cubicBezTo>
                    <a:cubicBezTo>
                      <a:pt x="908" y="184"/>
                      <a:pt x="951" y="180"/>
                      <a:pt x="966" y="178"/>
                    </a:cubicBezTo>
                    <a:cubicBezTo>
                      <a:pt x="967" y="178"/>
                      <a:pt x="967" y="178"/>
                      <a:pt x="967" y="178"/>
                    </a:cubicBezTo>
                    <a:cubicBezTo>
                      <a:pt x="995" y="175"/>
                      <a:pt x="1034" y="170"/>
                      <a:pt x="1045" y="168"/>
                    </a:cubicBezTo>
                    <a:cubicBezTo>
                      <a:pt x="1053" y="166"/>
                      <a:pt x="1103" y="173"/>
                      <a:pt x="1142" y="180"/>
                    </a:cubicBezTo>
                    <a:cubicBezTo>
                      <a:pt x="1171" y="185"/>
                      <a:pt x="1181" y="193"/>
                      <a:pt x="1183" y="196"/>
                    </a:cubicBezTo>
                    <a:cubicBezTo>
                      <a:pt x="1183" y="198"/>
                      <a:pt x="1181" y="200"/>
                      <a:pt x="1171" y="206"/>
                    </a:cubicBezTo>
                    <a:close/>
                    <a:moveTo>
                      <a:pt x="1193" y="185"/>
                    </a:moveTo>
                    <a:cubicBezTo>
                      <a:pt x="1193" y="185"/>
                      <a:pt x="1193" y="185"/>
                      <a:pt x="1193" y="185"/>
                    </a:cubicBezTo>
                    <a:cubicBezTo>
                      <a:pt x="1193" y="185"/>
                      <a:pt x="1193" y="185"/>
                      <a:pt x="1194" y="185"/>
                    </a:cubicBezTo>
                    <a:cubicBezTo>
                      <a:pt x="1193" y="185"/>
                      <a:pt x="1193" y="185"/>
                      <a:pt x="1193" y="185"/>
                    </a:cubicBezTo>
                    <a:close/>
                    <a:moveTo>
                      <a:pt x="1327" y="155"/>
                    </a:moveTo>
                    <a:cubicBezTo>
                      <a:pt x="1329" y="158"/>
                      <a:pt x="1331" y="160"/>
                      <a:pt x="1333" y="162"/>
                    </a:cubicBezTo>
                    <a:cubicBezTo>
                      <a:pt x="1329" y="162"/>
                      <a:pt x="1324" y="161"/>
                      <a:pt x="1320" y="162"/>
                    </a:cubicBezTo>
                    <a:cubicBezTo>
                      <a:pt x="1323" y="159"/>
                      <a:pt x="1325" y="157"/>
                      <a:pt x="1327" y="155"/>
                    </a:cubicBezTo>
                    <a:close/>
                    <a:moveTo>
                      <a:pt x="1211" y="128"/>
                    </a:moveTo>
                    <a:cubicBezTo>
                      <a:pt x="1242" y="129"/>
                      <a:pt x="1242" y="129"/>
                      <a:pt x="1242" y="129"/>
                    </a:cubicBezTo>
                    <a:cubicBezTo>
                      <a:pt x="1284" y="130"/>
                      <a:pt x="1284" y="130"/>
                      <a:pt x="1284" y="130"/>
                    </a:cubicBezTo>
                    <a:cubicBezTo>
                      <a:pt x="1305" y="131"/>
                      <a:pt x="1317" y="136"/>
                      <a:pt x="1317" y="140"/>
                    </a:cubicBezTo>
                    <a:cubicBezTo>
                      <a:pt x="1317" y="147"/>
                      <a:pt x="1317" y="148"/>
                      <a:pt x="1299" y="156"/>
                    </a:cubicBezTo>
                    <a:cubicBezTo>
                      <a:pt x="1285" y="163"/>
                      <a:pt x="1267" y="165"/>
                      <a:pt x="1245" y="168"/>
                    </a:cubicBezTo>
                    <a:cubicBezTo>
                      <a:pt x="1226" y="170"/>
                      <a:pt x="1226" y="170"/>
                      <a:pt x="1226" y="170"/>
                    </a:cubicBezTo>
                    <a:cubicBezTo>
                      <a:pt x="1205" y="173"/>
                      <a:pt x="1196" y="171"/>
                      <a:pt x="1176" y="167"/>
                    </a:cubicBezTo>
                    <a:cubicBezTo>
                      <a:pt x="1158" y="163"/>
                      <a:pt x="1158" y="163"/>
                      <a:pt x="1158" y="163"/>
                    </a:cubicBezTo>
                    <a:cubicBezTo>
                      <a:pt x="1143" y="161"/>
                      <a:pt x="1128" y="159"/>
                      <a:pt x="1115" y="157"/>
                    </a:cubicBezTo>
                    <a:cubicBezTo>
                      <a:pt x="1098" y="155"/>
                      <a:pt x="1084" y="153"/>
                      <a:pt x="1073" y="150"/>
                    </a:cubicBezTo>
                    <a:cubicBezTo>
                      <a:pt x="1062" y="147"/>
                      <a:pt x="1058" y="139"/>
                      <a:pt x="1057" y="136"/>
                    </a:cubicBezTo>
                    <a:cubicBezTo>
                      <a:pt x="1056" y="134"/>
                      <a:pt x="1055" y="132"/>
                      <a:pt x="1055" y="131"/>
                    </a:cubicBezTo>
                    <a:cubicBezTo>
                      <a:pt x="1055" y="130"/>
                      <a:pt x="1055" y="130"/>
                      <a:pt x="1055" y="130"/>
                    </a:cubicBezTo>
                    <a:cubicBezTo>
                      <a:pt x="1064" y="125"/>
                      <a:pt x="1108" y="127"/>
                      <a:pt x="1129" y="127"/>
                    </a:cubicBezTo>
                    <a:cubicBezTo>
                      <a:pt x="1154" y="128"/>
                      <a:pt x="1154" y="128"/>
                      <a:pt x="1154" y="128"/>
                    </a:cubicBezTo>
                    <a:lnTo>
                      <a:pt x="1211" y="128"/>
                    </a:lnTo>
                    <a:close/>
                    <a:moveTo>
                      <a:pt x="1176" y="95"/>
                    </a:moveTo>
                    <a:cubicBezTo>
                      <a:pt x="1180" y="95"/>
                      <a:pt x="1185" y="94"/>
                      <a:pt x="1190" y="94"/>
                    </a:cubicBezTo>
                    <a:cubicBezTo>
                      <a:pt x="1189" y="96"/>
                      <a:pt x="1188" y="98"/>
                      <a:pt x="1188" y="100"/>
                    </a:cubicBezTo>
                    <a:cubicBezTo>
                      <a:pt x="1184" y="98"/>
                      <a:pt x="1180" y="96"/>
                      <a:pt x="1176" y="95"/>
                    </a:cubicBezTo>
                    <a:close/>
                    <a:moveTo>
                      <a:pt x="1247" y="66"/>
                    </a:moveTo>
                    <a:cubicBezTo>
                      <a:pt x="1244" y="72"/>
                      <a:pt x="1218" y="81"/>
                      <a:pt x="1158" y="80"/>
                    </a:cubicBezTo>
                    <a:cubicBezTo>
                      <a:pt x="1132" y="80"/>
                      <a:pt x="1114" y="76"/>
                      <a:pt x="1096" y="72"/>
                    </a:cubicBezTo>
                    <a:cubicBezTo>
                      <a:pt x="1084" y="69"/>
                      <a:pt x="1073" y="67"/>
                      <a:pt x="1060" y="66"/>
                    </a:cubicBezTo>
                    <a:cubicBezTo>
                      <a:pt x="1048" y="65"/>
                      <a:pt x="1036" y="65"/>
                      <a:pt x="1026" y="65"/>
                    </a:cubicBezTo>
                    <a:cubicBezTo>
                      <a:pt x="1023" y="65"/>
                      <a:pt x="1019" y="65"/>
                      <a:pt x="1016" y="65"/>
                    </a:cubicBezTo>
                    <a:cubicBezTo>
                      <a:pt x="1021" y="64"/>
                      <a:pt x="1026" y="63"/>
                      <a:pt x="1032" y="61"/>
                    </a:cubicBezTo>
                    <a:cubicBezTo>
                      <a:pt x="1042" y="59"/>
                      <a:pt x="1042" y="59"/>
                      <a:pt x="1042" y="59"/>
                    </a:cubicBezTo>
                    <a:cubicBezTo>
                      <a:pt x="1064" y="53"/>
                      <a:pt x="1089" y="54"/>
                      <a:pt x="1112" y="55"/>
                    </a:cubicBezTo>
                    <a:cubicBezTo>
                      <a:pt x="1121" y="55"/>
                      <a:pt x="1121" y="55"/>
                      <a:pt x="1121" y="55"/>
                    </a:cubicBezTo>
                    <a:cubicBezTo>
                      <a:pt x="1147" y="55"/>
                      <a:pt x="1214" y="61"/>
                      <a:pt x="1231" y="63"/>
                    </a:cubicBezTo>
                    <a:cubicBezTo>
                      <a:pt x="1238" y="64"/>
                      <a:pt x="1238" y="64"/>
                      <a:pt x="1238" y="64"/>
                    </a:cubicBezTo>
                    <a:cubicBezTo>
                      <a:pt x="1241" y="64"/>
                      <a:pt x="1245" y="64"/>
                      <a:pt x="1248" y="65"/>
                    </a:cubicBezTo>
                    <a:cubicBezTo>
                      <a:pt x="1248" y="65"/>
                      <a:pt x="1247" y="66"/>
                      <a:pt x="1247" y="66"/>
                    </a:cubicBezTo>
                    <a:close/>
                    <a:moveTo>
                      <a:pt x="1253" y="52"/>
                    </a:moveTo>
                    <a:cubicBezTo>
                      <a:pt x="1252" y="51"/>
                      <a:pt x="1251" y="51"/>
                      <a:pt x="1249" y="51"/>
                    </a:cubicBezTo>
                    <a:cubicBezTo>
                      <a:pt x="1251" y="51"/>
                      <a:pt x="1252" y="50"/>
                      <a:pt x="1254" y="50"/>
                    </a:cubicBezTo>
                    <a:cubicBezTo>
                      <a:pt x="1254" y="50"/>
                      <a:pt x="1254" y="50"/>
                      <a:pt x="1254" y="50"/>
                    </a:cubicBezTo>
                    <a:cubicBezTo>
                      <a:pt x="1254" y="51"/>
                      <a:pt x="1254" y="51"/>
                      <a:pt x="1253" y="52"/>
                    </a:cubicBezTo>
                    <a:close/>
                    <a:moveTo>
                      <a:pt x="1272" y="77"/>
                    </a:moveTo>
                    <a:cubicBezTo>
                      <a:pt x="1267" y="77"/>
                      <a:pt x="1262" y="77"/>
                      <a:pt x="1256" y="77"/>
                    </a:cubicBezTo>
                    <a:cubicBezTo>
                      <a:pt x="1258" y="76"/>
                      <a:pt x="1259" y="75"/>
                      <a:pt x="1260" y="73"/>
                    </a:cubicBezTo>
                    <a:cubicBezTo>
                      <a:pt x="1260" y="73"/>
                      <a:pt x="1260" y="72"/>
                      <a:pt x="1260" y="72"/>
                    </a:cubicBezTo>
                    <a:cubicBezTo>
                      <a:pt x="1263" y="74"/>
                      <a:pt x="1267" y="75"/>
                      <a:pt x="1272" y="77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4" name="Freeform 615">
                <a:extLst>
                  <a:ext uri="{FF2B5EF4-FFF2-40B4-BE49-F238E27FC236}">
                    <a16:creationId xmlns:a16="http://schemas.microsoft.com/office/drawing/2014/main" id="{F2276CB6-8750-4416-9625-180CF9A8A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52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5" name="Freeform 616">
                <a:extLst>
                  <a:ext uri="{FF2B5EF4-FFF2-40B4-BE49-F238E27FC236}">
                    <a16:creationId xmlns:a16="http://schemas.microsoft.com/office/drawing/2014/main" id="{9494E03F-6D48-4137-8175-8ABBB64CC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250"/>
                <a:ext cx="489" cy="466"/>
              </a:xfrm>
              <a:custGeom>
                <a:avLst/>
                <a:gdLst>
                  <a:gd name="T0" fmla="*/ 967 w 309"/>
                  <a:gd name="T1" fmla="*/ 169 h 295"/>
                  <a:gd name="T2" fmla="*/ 954 w 309"/>
                  <a:gd name="T3" fmla="*/ 169 h 295"/>
                  <a:gd name="T4" fmla="*/ 627 w 309"/>
                  <a:gd name="T5" fmla="*/ 550 h 295"/>
                  <a:gd name="T6" fmla="*/ 356 w 309"/>
                  <a:gd name="T7" fmla="*/ 946 h 295"/>
                  <a:gd name="T8" fmla="*/ 279 w 309"/>
                  <a:gd name="T9" fmla="*/ 1749 h 295"/>
                  <a:gd name="T10" fmla="*/ 443 w 309"/>
                  <a:gd name="T11" fmla="*/ 2117 h 295"/>
                  <a:gd name="T12" fmla="*/ 885 w 309"/>
                  <a:gd name="T13" fmla="*/ 2747 h 295"/>
                  <a:gd name="T14" fmla="*/ 934 w 309"/>
                  <a:gd name="T15" fmla="*/ 2752 h 295"/>
                  <a:gd name="T16" fmla="*/ 1961 w 309"/>
                  <a:gd name="T17" fmla="*/ 2704 h 295"/>
                  <a:gd name="T18" fmla="*/ 2769 w 309"/>
                  <a:gd name="T19" fmla="*/ 1829 h 295"/>
                  <a:gd name="T20" fmla="*/ 2510 w 309"/>
                  <a:gd name="T21" fmla="*/ 474 h 295"/>
                  <a:gd name="T22" fmla="*/ 967 w 309"/>
                  <a:gd name="T23" fmla="*/ 169 h 2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9" h="295">
                    <a:moveTo>
                      <a:pt x="97" y="17"/>
                    </a:moveTo>
                    <a:cubicBezTo>
                      <a:pt x="96" y="17"/>
                      <a:pt x="96" y="17"/>
                      <a:pt x="96" y="17"/>
                    </a:cubicBezTo>
                    <a:cubicBezTo>
                      <a:pt x="83" y="23"/>
                      <a:pt x="73" y="38"/>
                      <a:pt x="63" y="56"/>
                    </a:cubicBezTo>
                    <a:cubicBezTo>
                      <a:pt x="56" y="69"/>
                      <a:pt x="47" y="83"/>
                      <a:pt x="36" y="96"/>
                    </a:cubicBezTo>
                    <a:cubicBezTo>
                      <a:pt x="0" y="138"/>
                      <a:pt x="15" y="165"/>
                      <a:pt x="28" y="178"/>
                    </a:cubicBezTo>
                    <a:cubicBezTo>
                      <a:pt x="33" y="183"/>
                      <a:pt x="39" y="199"/>
                      <a:pt x="45" y="215"/>
                    </a:cubicBezTo>
                    <a:cubicBezTo>
                      <a:pt x="57" y="245"/>
                      <a:pt x="70" y="276"/>
                      <a:pt x="89" y="279"/>
                    </a:cubicBezTo>
                    <a:cubicBezTo>
                      <a:pt x="94" y="280"/>
                      <a:pt x="94" y="280"/>
                      <a:pt x="94" y="280"/>
                    </a:cubicBezTo>
                    <a:cubicBezTo>
                      <a:pt x="123" y="286"/>
                      <a:pt x="172" y="295"/>
                      <a:pt x="198" y="275"/>
                    </a:cubicBezTo>
                    <a:cubicBezTo>
                      <a:pt x="223" y="256"/>
                      <a:pt x="248" y="229"/>
                      <a:pt x="279" y="186"/>
                    </a:cubicBezTo>
                    <a:cubicBezTo>
                      <a:pt x="309" y="144"/>
                      <a:pt x="288" y="84"/>
                      <a:pt x="253" y="48"/>
                    </a:cubicBezTo>
                    <a:cubicBezTo>
                      <a:pt x="221" y="14"/>
                      <a:pt x="147" y="0"/>
                      <a:pt x="97" y="17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6" name="Freeform 617">
                <a:extLst>
                  <a:ext uri="{FF2B5EF4-FFF2-40B4-BE49-F238E27FC236}">
                    <a16:creationId xmlns:a16="http://schemas.microsoft.com/office/drawing/2014/main" id="{4FB135B2-5516-4332-882D-C30D6ECBF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274"/>
                <a:ext cx="422" cy="418"/>
              </a:xfrm>
              <a:custGeom>
                <a:avLst/>
                <a:gdLst>
                  <a:gd name="T0" fmla="*/ 2159 w 266"/>
                  <a:gd name="T1" fmla="*/ 421 h 265"/>
                  <a:gd name="T2" fmla="*/ 2399 w 266"/>
                  <a:gd name="T3" fmla="*/ 1590 h 265"/>
                  <a:gd name="T4" fmla="*/ 1628 w 266"/>
                  <a:gd name="T5" fmla="*/ 2434 h 265"/>
                  <a:gd name="T6" fmla="*/ 690 w 266"/>
                  <a:gd name="T7" fmla="*/ 2453 h 265"/>
                  <a:gd name="T8" fmla="*/ 635 w 266"/>
                  <a:gd name="T9" fmla="*/ 2439 h 265"/>
                  <a:gd name="T10" fmla="*/ 313 w 266"/>
                  <a:gd name="T11" fmla="*/ 1896 h 265"/>
                  <a:gd name="T12" fmla="*/ 100 w 266"/>
                  <a:gd name="T13" fmla="*/ 1491 h 265"/>
                  <a:gd name="T14" fmla="*/ 0 w 266"/>
                  <a:gd name="T15" fmla="*/ 1267 h 265"/>
                  <a:gd name="T16" fmla="*/ 184 w 266"/>
                  <a:gd name="T17" fmla="*/ 891 h 265"/>
                  <a:gd name="T18" fmla="*/ 476 w 266"/>
                  <a:gd name="T19" fmla="*/ 470 h 265"/>
                  <a:gd name="T20" fmla="*/ 742 w 266"/>
                  <a:gd name="T21" fmla="*/ 150 h 265"/>
                  <a:gd name="T22" fmla="*/ 2159 w 266"/>
                  <a:gd name="T23" fmla="*/ 421 h 2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6" h="265">
                    <a:moveTo>
                      <a:pt x="215" y="43"/>
                    </a:moveTo>
                    <a:cubicBezTo>
                      <a:pt x="241" y="70"/>
                      <a:pt x="266" y="125"/>
                      <a:pt x="239" y="163"/>
                    </a:cubicBezTo>
                    <a:cubicBezTo>
                      <a:pt x="209" y="204"/>
                      <a:pt x="185" y="231"/>
                      <a:pt x="162" y="249"/>
                    </a:cubicBezTo>
                    <a:cubicBezTo>
                      <a:pt x="140" y="265"/>
                      <a:pt x="94" y="256"/>
                      <a:pt x="69" y="251"/>
                    </a:cubicBezTo>
                    <a:cubicBezTo>
                      <a:pt x="63" y="250"/>
                      <a:pt x="63" y="250"/>
                      <a:pt x="63" y="250"/>
                    </a:cubicBezTo>
                    <a:cubicBezTo>
                      <a:pt x="52" y="248"/>
                      <a:pt x="39" y="216"/>
                      <a:pt x="31" y="194"/>
                    </a:cubicBezTo>
                    <a:cubicBezTo>
                      <a:pt x="23" y="176"/>
                      <a:pt x="17" y="160"/>
                      <a:pt x="10" y="153"/>
                    </a:cubicBezTo>
                    <a:cubicBezTo>
                      <a:pt x="3" y="146"/>
                      <a:pt x="0" y="138"/>
                      <a:pt x="0" y="130"/>
                    </a:cubicBezTo>
                    <a:cubicBezTo>
                      <a:pt x="0" y="118"/>
                      <a:pt x="6" y="105"/>
                      <a:pt x="18" y="91"/>
                    </a:cubicBezTo>
                    <a:cubicBezTo>
                      <a:pt x="31" y="76"/>
                      <a:pt x="40" y="61"/>
                      <a:pt x="47" y="48"/>
                    </a:cubicBezTo>
                    <a:cubicBezTo>
                      <a:pt x="56" y="33"/>
                      <a:pt x="64" y="19"/>
                      <a:pt x="74" y="15"/>
                    </a:cubicBezTo>
                    <a:cubicBezTo>
                      <a:pt x="119" y="0"/>
                      <a:pt x="186" y="13"/>
                      <a:pt x="215" y="43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7" name="Freeform 618">
                <a:extLst>
                  <a:ext uri="{FF2B5EF4-FFF2-40B4-BE49-F238E27FC236}">
                    <a16:creationId xmlns:a16="http://schemas.microsoft.com/office/drawing/2014/main" id="{03FA401B-07D8-46E0-ABE9-DBAA02B72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87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32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8" name="Freeform 619">
                <a:extLst>
                  <a:ext uri="{FF2B5EF4-FFF2-40B4-BE49-F238E27FC236}">
                    <a16:creationId xmlns:a16="http://schemas.microsoft.com/office/drawing/2014/main" id="{57BA30A8-E1BF-42E7-9C4C-5523851EA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2493"/>
                <a:ext cx="377" cy="537"/>
              </a:xfrm>
              <a:custGeom>
                <a:avLst/>
                <a:gdLst>
                  <a:gd name="T0" fmla="*/ 1047 w 238"/>
                  <a:gd name="T1" fmla="*/ 689 h 340"/>
                  <a:gd name="T2" fmla="*/ 885 w 238"/>
                  <a:gd name="T3" fmla="*/ 866 h 340"/>
                  <a:gd name="T4" fmla="*/ 63 w 238"/>
                  <a:gd name="T5" fmla="*/ 2150 h 340"/>
                  <a:gd name="T6" fmla="*/ 635 w 238"/>
                  <a:gd name="T7" fmla="*/ 2761 h 340"/>
                  <a:gd name="T8" fmla="*/ 971 w 238"/>
                  <a:gd name="T9" fmla="*/ 2950 h 340"/>
                  <a:gd name="T10" fmla="*/ 2265 w 238"/>
                  <a:gd name="T11" fmla="*/ 3176 h 340"/>
                  <a:gd name="T12" fmla="*/ 2373 w 238"/>
                  <a:gd name="T13" fmla="*/ 2863 h 340"/>
                  <a:gd name="T14" fmla="*/ 2286 w 238"/>
                  <a:gd name="T15" fmla="*/ 2428 h 340"/>
                  <a:gd name="T16" fmla="*/ 2218 w 238"/>
                  <a:gd name="T17" fmla="*/ 2048 h 340"/>
                  <a:gd name="T18" fmla="*/ 2306 w 238"/>
                  <a:gd name="T19" fmla="*/ 1344 h 340"/>
                  <a:gd name="T20" fmla="*/ 2362 w 238"/>
                  <a:gd name="T21" fmla="*/ 809 h 340"/>
                  <a:gd name="T22" fmla="*/ 1994 w 238"/>
                  <a:gd name="T23" fmla="*/ 169 h 340"/>
                  <a:gd name="T24" fmla="*/ 1047 w 238"/>
                  <a:gd name="T25" fmla="*/ 689 h 3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8" h="340">
                    <a:moveTo>
                      <a:pt x="105" y="70"/>
                    </a:moveTo>
                    <a:cubicBezTo>
                      <a:pt x="89" y="88"/>
                      <a:pt x="89" y="88"/>
                      <a:pt x="89" y="88"/>
                    </a:cubicBezTo>
                    <a:cubicBezTo>
                      <a:pt x="58" y="122"/>
                      <a:pt x="13" y="190"/>
                      <a:pt x="6" y="219"/>
                    </a:cubicBezTo>
                    <a:cubicBezTo>
                      <a:pt x="0" y="245"/>
                      <a:pt x="27" y="260"/>
                      <a:pt x="64" y="281"/>
                    </a:cubicBezTo>
                    <a:cubicBezTo>
                      <a:pt x="97" y="300"/>
                      <a:pt x="97" y="300"/>
                      <a:pt x="97" y="300"/>
                    </a:cubicBezTo>
                    <a:cubicBezTo>
                      <a:pt x="154" y="335"/>
                      <a:pt x="211" y="340"/>
                      <a:pt x="227" y="323"/>
                    </a:cubicBezTo>
                    <a:cubicBezTo>
                      <a:pt x="235" y="314"/>
                      <a:pt x="238" y="303"/>
                      <a:pt x="238" y="291"/>
                    </a:cubicBezTo>
                    <a:cubicBezTo>
                      <a:pt x="238" y="277"/>
                      <a:pt x="234" y="262"/>
                      <a:pt x="229" y="247"/>
                    </a:cubicBezTo>
                    <a:cubicBezTo>
                      <a:pt x="224" y="232"/>
                      <a:pt x="222" y="221"/>
                      <a:pt x="222" y="208"/>
                    </a:cubicBezTo>
                    <a:cubicBezTo>
                      <a:pt x="222" y="192"/>
                      <a:pt x="225" y="173"/>
                      <a:pt x="231" y="137"/>
                    </a:cubicBezTo>
                    <a:cubicBezTo>
                      <a:pt x="235" y="116"/>
                      <a:pt x="237" y="98"/>
                      <a:pt x="237" y="82"/>
                    </a:cubicBezTo>
                    <a:cubicBezTo>
                      <a:pt x="237" y="49"/>
                      <a:pt x="228" y="27"/>
                      <a:pt x="200" y="17"/>
                    </a:cubicBezTo>
                    <a:cubicBezTo>
                      <a:pt x="164" y="0"/>
                      <a:pt x="133" y="37"/>
                      <a:pt x="105" y="70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9" name="Freeform 620">
                <a:extLst>
                  <a:ext uri="{FF2B5EF4-FFF2-40B4-BE49-F238E27FC236}">
                    <a16:creationId xmlns:a16="http://schemas.microsoft.com/office/drawing/2014/main" id="{32FA1374-0979-4607-AAEE-CAD1E64C1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522"/>
                <a:ext cx="339" cy="482"/>
              </a:xfrm>
              <a:custGeom>
                <a:avLst/>
                <a:gdLst>
                  <a:gd name="T0" fmla="*/ 1777 w 214"/>
                  <a:gd name="T1" fmla="*/ 117 h 305"/>
                  <a:gd name="T2" fmla="*/ 1777 w 214"/>
                  <a:gd name="T3" fmla="*/ 117 h 305"/>
                  <a:gd name="T4" fmla="*/ 1994 w 214"/>
                  <a:gd name="T5" fmla="*/ 1141 h 305"/>
                  <a:gd name="T6" fmla="*/ 1982 w 214"/>
                  <a:gd name="T7" fmla="*/ 2298 h 305"/>
                  <a:gd name="T8" fmla="*/ 1982 w 214"/>
                  <a:gd name="T9" fmla="*/ 2905 h 305"/>
                  <a:gd name="T10" fmla="*/ 876 w 214"/>
                  <a:gd name="T11" fmla="*/ 2664 h 305"/>
                  <a:gd name="T12" fmla="*/ 540 w 214"/>
                  <a:gd name="T13" fmla="*/ 2462 h 305"/>
                  <a:gd name="T14" fmla="*/ 33 w 214"/>
                  <a:gd name="T15" fmla="*/ 2009 h 305"/>
                  <a:gd name="T16" fmla="*/ 825 w 214"/>
                  <a:gd name="T17" fmla="*/ 784 h 305"/>
                  <a:gd name="T18" fmla="*/ 988 w 214"/>
                  <a:gd name="T19" fmla="*/ 599 h 305"/>
                  <a:gd name="T20" fmla="*/ 1777 w 214"/>
                  <a:gd name="T21" fmla="*/ 117 h 3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4" h="305">
                    <a:moveTo>
                      <a:pt x="178" y="12"/>
                    </a:moveTo>
                    <a:cubicBezTo>
                      <a:pt x="178" y="12"/>
                      <a:pt x="178" y="12"/>
                      <a:pt x="178" y="12"/>
                    </a:cubicBezTo>
                    <a:cubicBezTo>
                      <a:pt x="202" y="21"/>
                      <a:pt x="214" y="41"/>
                      <a:pt x="200" y="116"/>
                    </a:cubicBezTo>
                    <a:cubicBezTo>
                      <a:pt x="188" y="185"/>
                      <a:pt x="187" y="198"/>
                      <a:pt x="199" y="233"/>
                    </a:cubicBezTo>
                    <a:cubicBezTo>
                      <a:pt x="209" y="266"/>
                      <a:pt x="210" y="284"/>
                      <a:pt x="199" y="295"/>
                    </a:cubicBezTo>
                    <a:cubicBezTo>
                      <a:pt x="190" y="305"/>
                      <a:pt x="141" y="303"/>
                      <a:pt x="88" y="270"/>
                    </a:cubicBezTo>
                    <a:cubicBezTo>
                      <a:pt x="54" y="250"/>
                      <a:pt x="54" y="250"/>
                      <a:pt x="54" y="250"/>
                    </a:cubicBezTo>
                    <a:cubicBezTo>
                      <a:pt x="17" y="230"/>
                      <a:pt x="0" y="219"/>
                      <a:pt x="3" y="204"/>
                    </a:cubicBezTo>
                    <a:cubicBezTo>
                      <a:pt x="9" y="180"/>
                      <a:pt x="51" y="114"/>
                      <a:pt x="83" y="8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5" y="31"/>
                      <a:pt x="151" y="0"/>
                      <a:pt x="178" y="12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0" name="Freeform 621">
                <a:extLst>
                  <a:ext uri="{FF2B5EF4-FFF2-40B4-BE49-F238E27FC236}">
                    <a16:creationId xmlns:a16="http://schemas.microsoft.com/office/drawing/2014/main" id="{1E421B7D-AAC7-4F9D-B0C9-25F123129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141"/>
                <a:ext cx="580" cy="401"/>
              </a:xfrm>
              <a:custGeom>
                <a:avLst/>
                <a:gdLst>
                  <a:gd name="T0" fmla="*/ 1509 w 366"/>
                  <a:gd name="T1" fmla="*/ 2223 h 254"/>
                  <a:gd name="T2" fmla="*/ 2117 w 366"/>
                  <a:gd name="T3" fmla="*/ 2480 h 254"/>
                  <a:gd name="T4" fmla="*/ 3212 w 366"/>
                  <a:gd name="T5" fmla="*/ 1964 h 254"/>
                  <a:gd name="T6" fmla="*/ 3260 w 366"/>
                  <a:gd name="T7" fmla="*/ 1912 h 254"/>
                  <a:gd name="T8" fmla="*/ 3470 w 366"/>
                  <a:gd name="T9" fmla="*/ 1129 h 254"/>
                  <a:gd name="T10" fmla="*/ 2517 w 366"/>
                  <a:gd name="T11" fmla="*/ 204 h 254"/>
                  <a:gd name="T12" fmla="*/ 1680 w 366"/>
                  <a:gd name="T13" fmla="*/ 52 h 254"/>
                  <a:gd name="T14" fmla="*/ 1261 w 366"/>
                  <a:gd name="T15" fmla="*/ 305 h 254"/>
                  <a:gd name="T16" fmla="*/ 734 w 366"/>
                  <a:gd name="T17" fmla="*/ 641 h 254"/>
                  <a:gd name="T18" fmla="*/ 0 w 366"/>
                  <a:gd name="T19" fmla="*/ 1374 h 254"/>
                  <a:gd name="T20" fmla="*/ 0 w 366"/>
                  <a:gd name="T21" fmla="*/ 1374 h 254"/>
                  <a:gd name="T22" fmla="*/ 510 w 366"/>
                  <a:gd name="T23" fmla="*/ 1782 h 254"/>
                  <a:gd name="T24" fmla="*/ 995 w 366"/>
                  <a:gd name="T25" fmla="*/ 1943 h 254"/>
                  <a:gd name="T26" fmla="*/ 1509 w 366"/>
                  <a:gd name="T27" fmla="*/ 2223 h 25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6" h="254">
                    <a:moveTo>
                      <a:pt x="151" y="227"/>
                    </a:moveTo>
                    <a:cubicBezTo>
                      <a:pt x="173" y="241"/>
                      <a:pt x="189" y="251"/>
                      <a:pt x="212" y="253"/>
                    </a:cubicBezTo>
                    <a:cubicBezTo>
                      <a:pt x="241" y="254"/>
                      <a:pt x="280" y="250"/>
                      <a:pt x="321" y="200"/>
                    </a:cubicBezTo>
                    <a:cubicBezTo>
                      <a:pt x="326" y="195"/>
                      <a:pt x="326" y="195"/>
                      <a:pt x="326" y="195"/>
                    </a:cubicBezTo>
                    <a:cubicBezTo>
                      <a:pt x="358" y="157"/>
                      <a:pt x="366" y="146"/>
                      <a:pt x="347" y="115"/>
                    </a:cubicBezTo>
                    <a:cubicBezTo>
                      <a:pt x="327" y="81"/>
                      <a:pt x="297" y="41"/>
                      <a:pt x="252" y="21"/>
                    </a:cubicBezTo>
                    <a:cubicBezTo>
                      <a:pt x="205" y="0"/>
                      <a:pt x="193" y="0"/>
                      <a:pt x="168" y="5"/>
                    </a:cubicBezTo>
                    <a:cubicBezTo>
                      <a:pt x="156" y="8"/>
                      <a:pt x="142" y="19"/>
                      <a:pt x="126" y="31"/>
                    </a:cubicBezTo>
                    <a:cubicBezTo>
                      <a:pt x="110" y="43"/>
                      <a:pt x="92" y="57"/>
                      <a:pt x="73" y="65"/>
                    </a:cubicBezTo>
                    <a:cubicBezTo>
                      <a:pt x="28" y="83"/>
                      <a:pt x="1" y="110"/>
                      <a:pt x="0" y="140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169"/>
                      <a:pt x="24" y="175"/>
                      <a:pt x="51" y="182"/>
                    </a:cubicBezTo>
                    <a:cubicBezTo>
                      <a:pt x="66" y="186"/>
                      <a:pt x="82" y="190"/>
                      <a:pt x="100" y="198"/>
                    </a:cubicBezTo>
                    <a:cubicBezTo>
                      <a:pt x="121" y="208"/>
                      <a:pt x="137" y="218"/>
                      <a:pt x="151" y="227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1" name="Freeform 622">
                <a:extLst>
                  <a:ext uri="{FF2B5EF4-FFF2-40B4-BE49-F238E27FC236}">
                    <a16:creationId xmlns:a16="http://schemas.microsoft.com/office/drawing/2014/main" id="{8049C75F-E546-4C54-9B25-370E73644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162"/>
                <a:ext cx="529" cy="358"/>
              </a:xfrm>
              <a:custGeom>
                <a:avLst/>
                <a:gdLst>
                  <a:gd name="T0" fmla="*/ 0 w 334"/>
                  <a:gd name="T1" fmla="*/ 1251 h 227"/>
                  <a:gd name="T2" fmla="*/ 627 w 334"/>
                  <a:gd name="T3" fmla="*/ 634 h 227"/>
                  <a:gd name="T4" fmla="*/ 1196 w 334"/>
                  <a:gd name="T5" fmla="*/ 285 h 227"/>
                  <a:gd name="T6" fmla="*/ 1552 w 334"/>
                  <a:gd name="T7" fmla="*/ 55 h 227"/>
                  <a:gd name="T8" fmla="*/ 2306 w 334"/>
                  <a:gd name="T9" fmla="*/ 203 h 227"/>
                  <a:gd name="T10" fmla="*/ 3191 w 334"/>
                  <a:gd name="T11" fmla="*/ 1061 h 227"/>
                  <a:gd name="T12" fmla="*/ 2987 w 334"/>
                  <a:gd name="T13" fmla="*/ 1691 h 227"/>
                  <a:gd name="T14" fmla="*/ 2940 w 334"/>
                  <a:gd name="T15" fmla="*/ 1738 h 227"/>
                  <a:gd name="T16" fmla="*/ 1962 w 334"/>
                  <a:gd name="T17" fmla="*/ 2197 h 227"/>
                  <a:gd name="T18" fmla="*/ 1435 w 334"/>
                  <a:gd name="T19" fmla="*/ 1973 h 227"/>
                  <a:gd name="T20" fmla="*/ 906 w 334"/>
                  <a:gd name="T21" fmla="*/ 1673 h 227"/>
                  <a:gd name="T22" fmla="*/ 396 w 334"/>
                  <a:gd name="T23" fmla="*/ 1509 h 227"/>
                  <a:gd name="T24" fmla="*/ 0 w 334"/>
                  <a:gd name="T25" fmla="*/ 1251 h 2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4" h="227">
                    <a:moveTo>
                      <a:pt x="0" y="128"/>
                    </a:moveTo>
                    <a:cubicBezTo>
                      <a:pt x="0" y="104"/>
                      <a:pt x="24" y="81"/>
                      <a:pt x="63" y="65"/>
                    </a:cubicBezTo>
                    <a:cubicBezTo>
                      <a:pt x="84" y="56"/>
                      <a:pt x="103" y="42"/>
                      <a:pt x="120" y="29"/>
                    </a:cubicBezTo>
                    <a:cubicBezTo>
                      <a:pt x="134" y="18"/>
                      <a:pt x="147" y="8"/>
                      <a:pt x="156" y="6"/>
                    </a:cubicBezTo>
                    <a:cubicBezTo>
                      <a:pt x="176" y="2"/>
                      <a:pt x="185" y="0"/>
                      <a:pt x="231" y="21"/>
                    </a:cubicBezTo>
                    <a:cubicBezTo>
                      <a:pt x="273" y="39"/>
                      <a:pt x="301" y="78"/>
                      <a:pt x="320" y="109"/>
                    </a:cubicBezTo>
                    <a:cubicBezTo>
                      <a:pt x="334" y="132"/>
                      <a:pt x="332" y="134"/>
                      <a:pt x="300" y="173"/>
                    </a:cubicBezTo>
                    <a:cubicBezTo>
                      <a:pt x="295" y="178"/>
                      <a:pt x="295" y="178"/>
                      <a:pt x="295" y="178"/>
                    </a:cubicBezTo>
                    <a:cubicBezTo>
                      <a:pt x="259" y="222"/>
                      <a:pt x="225" y="227"/>
                      <a:pt x="197" y="225"/>
                    </a:cubicBezTo>
                    <a:cubicBezTo>
                      <a:pt x="179" y="224"/>
                      <a:pt x="164" y="215"/>
                      <a:pt x="144" y="202"/>
                    </a:cubicBezTo>
                    <a:cubicBezTo>
                      <a:pt x="129" y="193"/>
                      <a:pt x="113" y="182"/>
                      <a:pt x="91" y="172"/>
                    </a:cubicBezTo>
                    <a:cubicBezTo>
                      <a:pt x="72" y="164"/>
                      <a:pt x="54" y="159"/>
                      <a:pt x="40" y="155"/>
                    </a:cubicBezTo>
                    <a:cubicBezTo>
                      <a:pt x="11" y="148"/>
                      <a:pt x="0" y="144"/>
                      <a:pt x="0" y="128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2" name="Freeform 623">
                <a:extLst>
                  <a:ext uri="{FF2B5EF4-FFF2-40B4-BE49-F238E27FC236}">
                    <a16:creationId xmlns:a16="http://schemas.microsoft.com/office/drawing/2014/main" id="{F443D3DE-A986-459F-A94C-6B4BBC13A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2427"/>
                <a:ext cx="504" cy="442"/>
              </a:xfrm>
              <a:custGeom>
                <a:avLst/>
                <a:gdLst>
                  <a:gd name="T0" fmla="*/ 52 w 318"/>
                  <a:gd name="T1" fmla="*/ 2081 h 280"/>
                  <a:gd name="T2" fmla="*/ 972 w 318"/>
                  <a:gd name="T3" fmla="*/ 2663 h 280"/>
                  <a:gd name="T4" fmla="*/ 1812 w 318"/>
                  <a:gd name="T5" fmla="*/ 2523 h 280"/>
                  <a:gd name="T6" fmla="*/ 2070 w 318"/>
                  <a:gd name="T7" fmla="*/ 2148 h 280"/>
                  <a:gd name="T8" fmla="*/ 2491 w 318"/>
                  <a:gd name="T9" fmla="*/ 1490 h 280"/>
                  <a:gd name="T10" fmla="*/ 2891 w 318"/>
                  <a:gd name="T11" fmla="*/ 245 h 280"/>
                  <a:gd name="T12" fmla="*/ 1911 w 318"/>
                  <a:gd name="T13" fmla="*/ 55 h 280"/>
                  <a:gd name="T14" fmla="*/ 1520 w 318"/>
                  <a:gd name="T15" fmla="*/ 52 h 280"/>
                  <a:gd name="T16" fmla="*/ 430 w 318"/>
                  <a:gd name="T17" fmla="*/ 169 h 280"/>
                  <a:gd name="T18" fmla="*/ 138 w 318"/>
                  <a:gd name="T19" fmla="*/ 815 h 280"/>
                  <a:gd name="T20" fmla="*/ 87 w 318"/>
                  <a:gd name="T21" fmla="*/ 1318 h 280"/>
                  <a:gd name="T22" fmla="*/ 52 w 318"/>
                  <a:gd name="T23" fmla="*/ 2081 h 2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8" h="280">
                    <a:moveTo>
                      <a:pt x="5" y="212"/>
                    </a:moveTo>
                    <a:cubicBezTo>
                      <a:pt x="15" y="251"/>
                      <a:pt x="68" y="265"/>
                      <a:pt x="97" y="272"/>
                    </a:cubicBezTo>
                    <a:cubicBezTo>
                      <a:pt x="128" y="280"/>
                      <a:pt x="164" y="273"/>
                      <a:pt x="181" y="257"/>
                    </a:cubicBezTo>
                    <a:cubicBezTo>
                      <a:pt x="189" y="250"/>
                      <a:pt x="197" y="236"/>
                      <a:pt x="207" y="219"/>
                    </a:cubicBezTo>
                    <a:cubicBezTo>
                      <a:pt x="217" y="199"/>
                      <a:pt x="231" y="175"/>
                      <a:pt x="249" y="152"/>
                    </a:cubicBezTo>
                    <a:cubicBezTo>
                      <a:pt x="266" y="130"/>
                      <a:pt x="318" y="56"/>
                      <a:pt x="289" y="25"/>
                    </a:cubicBezTo>
                    <a:cubicBezTo>
                      <a:pt x="273" y="7"/>
                      <a:pt x="232" y="7"/>
                      <a:pt x="191" y="6"/>
                    </a:cubicBezTo>
                    <a:cubicBezTo>
                      <a:pt x="177" y="6"/>
                      <a:pt x="163" y="6"/>
                      <a:pt x="152" y="5"/>
                    </a:cubicBezTo>
                    <a:cubicBezTo>
                      <a:pt x="121" y="2"/>
                      <a:pt x="66" y="0"/>
                      <a:pt x="43" y="17"/>
                    </a:cubicBezTo>
                    <a:cubicBezTo>
                      <a:pt x="22" y="33"/>
                      <a:pt x="12" y="47"/>
                      <a:pt x="14" y="83"/>
                    </a:cubicBezTo>
                    <a:cubicBezTo>
                      <a:pt x="15" y="97"/>
                      <a:pt x="12" y="115"/>
                      <a:pt x="9" y="134"/>
                    </a:cubicBezTo>
                    <a:cubicBezTo>
                      <a:pt x="5" y="161"/>
                      <a:pt x="0" y="190"/>
                      <a:pt x="5" y="212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3" name="Freeform 624">
                <a:extLst>
                  <a:ext uri="{FF2B5EF4-FFF2-40B4-BE49-F238E27FC236}">
                    <a16:creationId xmlns:a16="http://schemas.microsoft.com/office/drawing/2014/main" id="{7C9140D8-91D5-4408-B718-AB3ACA99C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" y="2451"/>
                <a:ext cx="438" cy="395"/>
              </a:xfrm>
              <a:custGeom>
                <a:avLst/>
                <a:gdLst>
                  <a:gd name="T0" fmla="*/ 82 w 277"/>
                  <a:gd name="T1" fmla="*/ 1191 h 250"/>
                  <a:gd name="T2" fmla="*/ 138 w 277"/>
                  <a:gd name="T3" fmla="*/ 659 h 250"/>
                  <a:gd name="T4" fmla="*/ 367 w 277"/>
                  <a:gd name="T5" fmla="*/ 137 h 250"/>
                  <a:gd name="T6" fmla="*/ 1346 w 277"/>
                  <a:gd name="T7" fmla="*/ 35 h 250"/>
                  <a:gd name="T8" fmla="*/ 1741 w 277"/>
                  <a:gd name="T9" fmla="*/ 52 h 250"/>
                  <a:gd name="T10" fmla="*/ 2606 w 277"/>
                  <a:gd name="T11" fmla="*/ 185 h 250"/>
                  <a:gd name="T12" fmla="*/ 2206 w 277"/>
                  <a:gd name="T13" fmla="*/ 1258 h 250"/>
                  <a:gd name="T14" fmla="*/ 1768 w 277"/>
                  <a:gd name="T15" fmla="*/ 1937 h 250"/>
                  <a:gd name="T16" fmla="*/ 1545 w 277"/>
                  <a:gd name="T17" fmla="*/ 2286 h 250"/>
                  <a:gd name="T18" fmla="*/ 851 w 277"/>
                  <a:gd name="T19" fmla="*/ 2394 h 250"/>
                  <a:gd name="T20" fmla="*/ 35 w 277"/>
                  <a:gd name="T21" fmla="*/ 1902 h 250"/>
                  <a:gd name="T22" fmla="*/ 82 w 277"/>
                  <a:gd name="T23" fmla="*/ 1191 h 2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7" h="250">
                    <a:moveTo>
                      <a:pt x="8" y="121"/>
                    </a:moveTo>
                    <a:cubicBezTo>
                      <a:pt x="11" y="101"/>
                      <a:pt x="14" y="82"/>
                      <a:pt x="14" y="67"/>
                    </a:cubicBezTo>
                    <a:cubicBezTo>
                      <a:pt x="12" y="35"/>
                      <a:pt x="21" y="25"/>
                      <a:pt x="37" y="14"/>
                    </a:cubicBezTo>
                    <a:cubicBezTo>
                      <a:pt x="50" y="3"/>
                      <a:pt x="87" y="0"/>
                      <a:pt x="136" y="4"/>
                    </a:cubicBezTo>
                    <a:cubicBezTo>
                      <a:pt x="147" y="5"/>
                      <a:pt x="161" y="5"/>
                      <a:pt x="176" y="5"/>
                    </a:cubicBezTo>
                    <a:cubicBezTo>
                      <a:pt x="210" y="6"/>
                      <a:pt x="252" y="6"/>
                      <a:pt x="264" y="19"/>
                    </a:cubicBezTo>
                    <a:cubicBezTo>
                      <a:pt x="277" y="34"/>
                      <a:pt x="260" y="79"/>
                      <a:pt x="223" y="128"/>
                    </a:cubicBezTo>
                    <a:cubicBezTo>
                      <a:pt x="204" y="152"/>
                      <a:pt x="190" y="177"/>
                      <a:pt x="179" y="197"/>
                    </a:cubicBezTo>
                    <a:cubicBezTo>
                      <a:pt x="170" y="213"/>
                      <a:pt x="162" y="226"/>
                      <a:pt x="156" y="232"/>
                    </a:cubicBezTo>
                    <a:cubicBezTo>
                      <a:pt x="144" y="243"/>
                      <a:pt x="115" y="250"/>
                      <a:pt x="86" y="243"/>
                    </a:cubicBezTo>
                    <a:cubicBezTo>
                      <a:pt x="60" y="237"/>
                      <a:pt x="12" y="225"/>
                      <a:pt x="4" y="193"/>
                    </a:cubicBezTo>
                    <a:cubicBezTo>
                      <a:pt x="0" y="174"/>
                      <a:pt x="4" y="147"/>
                      <a:pt x="8" y="121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4" name="Freeform 625">
                <a:extLst>
                  <a:ext uri="{FF2B5EF4-FFF2-40B4-BE49-F238E27FC236}">
                    <a16:creationId xmlns:a16="http://schemas.microsoft.com/office/drawing/2014/main" id="{ACB32DC8-7402-4912-88D7-A04A0578A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531"/>
                <a:ext cx="2" cy="2"/>
              </a:xfrm>
              <a:custGeom>
                <a:avLst/>
                <a:gdLst>
                  <a:gd name="T0" fmla="*/ 0 w 1"/>
                  <a:gd name="T1" fmla="*/ 32 h 1"/>
                  <a:gd name="T2" fmla="*/ 0 w 1"/>
                  <a:gd name="T3" fmla="*/ 0 h 1"/>
                  <a:gd name="T4" fmla="*/ 32 w 1"/>
                  <a:gd name="T5" fmla="*/ 0 h 1"/>
                  <a:gd name="T6" fmla="*/ 0 w 1"/>
                  <a:gd name="T7" fmla="*/ 32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5" name="Freeform 626">
                <a:extLst>
                  <a:ext uri="{FF2B5EF4-FFF2-40B4-BE49-F238E27FC236}">
                    <a16:creationId xmlns:a16="http://schemas.microsoft.com/office/drawing/2014/main" id="{68A5D7D3-C977-4AB5-9F92-D3587CF57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124"/>
                <a:ext cx="537" cy="316"/>
              </a:xfrm>
              <a:custGeom>
                <a:avLst/>
                <a:gdLst>
                  <a:gd name="T0" fmla="*/ 768 w 339"/>
                  <a:gd name="T1" fmla="*/ 33 h 200"/>
                  <a:gd name="T2" fmla="*/ 52 w 339"/>
                  <a:gd name="T3" fmla="*/ 216 h 200"/>
                  <a:gd name="T4" fmla="*/ 751 w 339"/>
                  <a:gd name="T5" fmla="*/ 659 h 200"/>
                  <a:gd name="T6" fmla="*/ 1415 w 339"/>
                  <a:gd name="T7" fmla="*/ 852 h 200"/>
                  <a:gd name="T8" fmla="*/ 2337 w 339"/>
                  <a:gd name="T9" fmla="*/ 1103 h 200"/>
                  <a:gd name="T10" fmla="*/ 2424 w 339"/>
                  <a:gd name="T11" fmla="*/ 1103 h 200"/>
                  <a:gd name="T12" fmla="*/ 2525 w 339"/>
                  <a:gd name="T13" fmla="*/ 1115 h 200"/>
                  <a:gd name="T14" fmla="*/ 2479 w 339"/>
                  <a:gd name="T15" fmla="*/ 1115 h 200"/>
                  <a:gd name="T16" fmla="*/ 2203 w 339"/>
                  <a:gd name="T17" fmla="*/ 1359 h 200"/>
                  <a:gd name="T18" fmla="*/ 2203 w 339"/>
                  <a:gd name="T19" fmla="*/ 1373 h 200"/>
                  <a:gd name="T20" fmla="*/ 3368 w 339"/>
                  <a:gd name="T21" fmla="*/ 1967 h 200"/>
                  <a:gd name="T22" fmla="*/ 3382 w 339"/>
                  <a:gd name="T23" fmla="*/ 1902 h 200"/>
                  <a:gd name="T24" fmla="*/ 3382 w 339"/>
                  <a:gd name="T25" fmla="*/ 1817 h 200"/>
                  <a:gd name="T26" fmla="*/ 2341 w 339"/>
                  <a:gd name="T27" fmla="*/ 1359 h 200"/>
                  <a:gd name="T28" fmla="*/ 2341 w 339"/>
                  <a:gd name="T29" fmla="*/ 1346 h 200"/>
                  <a:gd name="T30" fmla="*/ 2492 w 339"/>
                  <a:gd name="T31" fmla="*/ 1258 h 200"/>
                  <a:gd name="T32" fmla="*/ 3382 w 339"/>
                  <a:gd name="T33" fmla="*/ 1093 h 200"/>
                  <a:gd name="T34" fmla="*/ 3382 w 339"/>
                  <a:gd name="T35" fmla="*/ 954 h 200"/>
                  <a:gd name="T36" fmla="*/ 3363 w 339"/>
                  <a:gd name="T37" fmla="*/ 883 h 200"/>
                  <a:gd name="T38" fmla="*/ 2436 w 339"/>
                  <a:gd name="T39" fmla="*/ 965 h 200"/>
                  <a:gd name="T40" fmla="*/ 2341 w 339"/>
                  <a:gd name="T41" fmla="*/ 954 h 200"/>
                  <a:gd name="T42" fmla="*/ 1468 w 339"/>
                  <a:gd name="T43" fmla="*/ 728 h 200"/>
                  <a:gd name="T44" fmla="*/ 778 w 339"/>
                  <a:gd name="T45" fmla="*/ 525 h 200"/>
                  <a:gd name="T46" fmla="*/ 190 w 339"/>
                  <a:gd name="T47" fmla="*/ 258 h 200"/>
                  <a:gd name="T48" fmla="*/ 190 w 339"/>
                  <a:gd name="T49" fmla="*/ 258 h 200"/>
                  <a:gd name="T50" fmla="*/ 1857 w 339"/>
                  <a:gd name="T51" fmla="*/ 150 h 200"/>
                  <a:gd name="T52" fmla="*/ 3368 w 339"/>
                  <a:gd name="T53" fmla="*/ 292 h 200"/>
                  <a:gd name="T54" fmla="*/ 3382 w 339"/>
                  <a:gd name="T55" fmla="*/ 224 h 200"/>
                  <a:gd name="T56" fmla="*/ 3382 w 339"/>
                  <a:gd name="T57" fmla="*/ 158 h 200"/>
                  <a:gd name="T58" fmla="*/ 1864 w 339"/>
                  <a:gd name="T59" fmla="*/ 13 h 200"/>
                  <a:gd name="T60" fmla="*/ 768 w 339"/>
                  <a:gd name="T61" fmla="*/ 33 h 20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9" h="200">
                    <a:moveTo>
                      <a:pt x="77" y="3"/>
                    </a:moveTo>
                    <a:cubicBezTo>
                      <a:pt x="14" y="7"/>
                      <a:pt x="7" y="14"/>
                      <a:pt x="5" y="22"/>
                    </a:cubicBezTo>
                    <a:cubicBezTo>
                      <a:pt x="0" y="44"/>
                      <a:pt x="23" y="54"/>
                      <a:pt x="75" y="67"/>
                    </a:cubicBezTo>
                    <a:cubicBezTo>
                      <a:pt x="95" y="72"/>
                      <a:pt x="119" y="80"/>
                      <a:pt x="142" y="87"/>
                    </a:cubicBezTo>
                    <a:cubicBezTo>
                      <a:pt x="180" y="99"/>
                      <a:pt x="216" y="110"/>
                      <a:pt x="234" y="112"/>
                    </a:cubicBezTo>
                    <a:cubicBezTo>
                      <a:pt x="243" y="112"/>
                      <a:pt x="243" y="112"/>
                      <a:pt x="243" y="112"/>
                    </a:cubicBezTo>
                    <a:cubicBezTo>
                      <a:pt x="247" y="112"/>
                      <a:pt x="250" y="113"/>
                      <a:pt x="253" y="113"/>
                    </a:cubicBezTo>
                    <a:cubicBezTo>
                      <a:pt x="252" y="113"/>
                      <a:pt x="250" y="113"/>
                      <a:pt x="249" y="113"/>
                    </a:cubicBezTo>
                    <a:cubicBezTo>
                      <a:pt x="225" y="116"/>
                      <a:pt x="221" y="123"/>
                      <a:pt x="221" y="138"/>
                    </a:cubicBezTo>
                    <a:cubicBezTo>
                      <a:pt x="221" y="139"/>
                      <a:pt x="221" y="139"/>
                      <a:pt x="221" y="139"/>
                    </a:cubicBezTo>
                    <a:cubicBezTo>
                      <a:pt x="221" y="157"/>
                      <a:pt x="288" y="189"/>
                      <a:pt x="338" y="200"/>
                    </a:cubicBezTo>
                    <a:cubicBezTo>
                      <a:pt x="339" y="193"/>
                      <a:pt x="339" y="193"/>
                      <a:pt x="339" y="193"/>
                    </a:cubicBezTo>
                    <a:cubicBezTo>
                      <a:pt x="339" y="185"/>
                      <a:pt x="339" y="185"/>
                      <a:pt x="339" y="185"/>
                    </a:cubicBezTo>
                    <a:cubicBezTo>
                      <a:pt x="285" y="174"/>
                      <a:pt x="240" y="146"/>
                      <a:pt x="235" y="138"/>
                    </a:cubicBezTo>
                    <a:cubicBezTo>
                      <a:pt x="235" y="137"/>
                      <a:pt x="235" y="137"/>
                      <a:pt x="235" y="137"/>
                    </a:cubicBezTo>
                    <a:cubicBezTo>
                      <a:pt x="235" y="130"/>
                      <a:pt x="236" y="129"/>
                      <a:pt x="250" y="128"/>
                    </a:cubicBezTo>
                    <a:cubicBezTo>
                      <a:pt x="269" y="125"/>
                      <a:pt x="315" y="118"/>
                      <a:pt x="339" y="111"/>
                    </a:cubicBezTo>
                    <a:cubicBezTo>
                      <a:pt x="339" y="97"/>
                      <a:pt x="339" y="97"/>
                      <a:pt x="339" y="97"/>
                    </a:cubicBezTo>
                    <a:cubicBezTo>
                      <a:pt x="337" y="90"/>
                      <a:pt x="337" y="90"/>
                      <a:pt x="337" y="90"/>
                    </a:cubicBezTo>
                    <a:cubicBezTo>
                      <a:pt x="302" y="102"/>
                      <a:pt x="270" y="100"/>
                      <a:pt x="244" y="98"/>
                    </a:cubicBezTo>
                    <a:cubicBezTo>
                      <a:pt x="235" y="97"/>
                      <a:pt x="235" y="97"/>
                      <a:pt x="235" y="97"/>
                    </a:cubicBezTo>
                    <a:cubicBezTo>
                      <a:pt x="218" y="96"/>
                      <a:pt x="182" y="85"/>
                      <a:pt x="147" y="74"/>
                    </a:cubicBezTo>
                    <a:cubicBezTo>
                      <a:pt x="123" y="66"/>
                      <a:pt x="99" y="59"/>
                      <a:pt x="78" y="53"/>
                    </a:cubicBezTo>
                    <a:cubicBezTo>
                      <a:pt x="36" y="42"/>
                      <a:pt x="19" y="34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9" y="18"/>
                      <a:pt x="108" y="13"/>
                      <a:pt x="186" y="15"/>
                    </a:cubicBezTo>
                    <a:cubicBezTo>
                      <a:pt x="235" y="17"/>
                      <a:pt x="309" y="26"/>
                      <a:pt x="338" y="30"/>
                    </a:cubicBezTo>
                    <a:cubicBezTo>
                      <a:pt x="339" y="23"/>
                      <a:pt x="339" y="23"/>
                      <a:pt x="339" y="23"/>
                    </a:cubicBezTo>
                    <a:cubicBezTo>
                      <a:pt x="339" y="16"/>
                      <a:pt x="339" y="16"/>
                      <a:pt x="339" y="16"/>
                    </a:cubicBezTo>
                    <a:cubicBezTo>
                      <a:pt x="309" y="12"/>
                      <a:pt x="235" y="3"/>
                      <a:pt x="187" y="1"/>
                    </a:cubicBezTo>
                    <a:cubicBezTo>
                      <a:pt x="158" y="0"/>
                      <a:pt x="115" y="0"/>
                      <a:pt x="77" y="3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6" name="Freeform 627">
                <a:extLst>
                  <a:ext uri="{FF2B5EF4-FFF2-40B4-BE49-F238E27FC236}">
                    <a16:creationId xmlns:a16="http://schemas.microsoft.com/office/drawing/2014/main" id="{D069E526-2F6F-46C6-9BF1-DF7ABAEEB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961"/>
                <a:ext cx="1" cy="2"/>
              </a:xfrm>
              <a:custGeom>
                <a:avLst/>
                <a:gdLst>
                  <a:gd name="T0" fmla="*/ 0 w 1"/>
                  <a:gd name="T1" fmla="*/ 32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32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7" name="Freeform 628">
                <a:extLst>
                  <a:ext uri="{FF2B5EF4-FFF2-40B4-BE49-F238E27FC236}">
                    <a16:creationId xmlns:a16="http://schemas.microsoft.com/office/drawing/2014/main" id="{6D3269E2-CF10-4BF5-AC98-0B412CDD6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980"/>
                <a:ext cx="109" cy="395"/>
              </a:xfrm>
              <a:custGeom>
                <a:avLst/>
                <a:gdLst>
                  <a:gd name="T0" fmla="*/ 442 w 69"/>
                  <a:gd name="T1" fmla="*/ 205 h 250"/>
                  <a:gd name="T2" fmla="*/ 13 w 69"/>
                  <a:gd name="T3" fmla="*/ 926 h 250"/>
                  <a:gd name="T4" fmla="*/ 13 w 69"/>
                  <a:gd name="T5" fmla="*/ 1103 h 250"/>
                  <a:gd name="T6" fmla="*/ 257 w 69"/>
                  <a:gd name="T7" fmla="*/ 2147 h 250"/>
                  <a:gd name="T8" fmla="*/ 641 w 69"/>
                  <a:gd name="T9" fmla="*/ 2462 h 250"/>
                  <a:gd name="T10" fmla="*/ 679 w 69"/>
                  <a:gd name="T11" fmla="*/ 2406 h 250"/>
                  <a:gd name="T12" fmla="*/ 679 w 69"/>
                  <a:gd name="T13" fmla="*/ 2312 h 250"/>
                  <a:gd name="T14" fmla="*/ 354 w 69"/>
                  <a:gd name="T15" fmla="*/ 2052 h 250"/>
                  <a:gd name="T16" fmla="*/ 150 w 69"/>
                  <a:gd name="T17" fmla="*/ 1103 h 250"/>
                  <a:gd name="T18" fmla="*/ 150 w 69"/>
                  <a:gd name="T19" fmla="*/ 926 h 250"/>
                  <a:gd name="T20" fmla="*/ 550 w 69"/>
                  <a:gd name="T21" fmla="*/ 305 h 250"/>
                  <a:gd name="T22" fmla="*/ 679 w 69"/>
                  <a:gd name="T23" fmla="*/ 158 h 250"/>
                  <a:gd name="T24" fmla="*/ 679 w 69"/>
                  <a:gd name="T25" fmla="*/ 52 h 250"/>
                  <a:gd name="T26" fmla="*/ 632 w 69"/>
                  <a:gd name="T27" fmla="*/ 0 h 250"/>
                  <a:gd name="T28" fmla="*/ 442 w 69"/>
                  <a:gd name="T29" fmla="*/ 205 h 25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9" h="250">
                    <a:moveTo>
                      <a:pt x="45" y="21"/>
                    </a:moveTo>
                    <a:cubicBezTo>
                      <a:pt x="23" y="45"/>
                      <a:pt x="0" y="70"/>
                      <a:pt x="1" y="94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47"/>
                      <a:pt x="1" y="195"/>
                      <a:pt x="26" y="218"/>
                    </a:cubicBezTo>
                    <a:cubicBezTo>
                      <a:pt x="39" y="231"/>
                      <a:pt x="52" y="241"/>
                      <a:pt x="65" y="250"/>
                    </a:cubicBezTo>
                    <a:cubicBezTo>
                      <a:pt x="69" y="244"/>
                      <a:pt x="69" y="244"/>
                      <a:pt x="69" y="244"/>
                    </a:cubicBezTo>
                    <a:cubicBezTo>
                      <a:pt x="69" y="235"/>
                      <a:pt x="69" y="235"/>
                      <a:pt x="69" y="235"/>
                    </a:cubicBezTo>
                    <a:cubicBezTo>
                      <a:pt x="58" y="227"/>
                      <a:pt x="47" y="218"/>
                      <a:pt x="36" y="208"/>
                    </a:cubicBezTo>
                    <a:cubicBezTo>
                      <a:pt x="15" y="189"/>
                      <a:pt x="15" y="143"/>
                      <a:pt x="15" y="112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14" y="75"/>
                      <a:pt x="36" y="52"/>
                      <a:pt x="56" y="31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4" y="0"/>
                      <a:pt x="64" y="0"/>
                      <a:pt x="64" y="0"/>
                    </a:cubicBezTo>
                    <a:lnTo>
                      <a:pt x="45" y="21"/>
                    </a:ln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8" name="Freeform 629">
                <a:extLst>
                  <a:ext uri="{FF2B5EF4-FFF2-40B4-BE49-F238E27FC236}">
                    <a16:creationId xmlns:a16="http://schemas.microsoft.com/office/drawing/2014/main" id="{25FF1BA7-B94D-4BF8-B19C-02F5AF19F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768"/>
                <a:ext cx="3" cy="3"/>
              </a:xfrm>
              <a:custGeom>
                <a:avLst/>
                <a:gdLst>
                  <a:gd name="T0" fmla="*/ 18 w 2"/>
                  <a:gd name="T1" fmla="*/ 0 h 2"/>
                  <a:gd name="T2" fmla="*/ 0 w 2"/>
                  <a:gd name="T3" fmla="*/ 18 h 2"/>
                  <a:gd name="T4" fmla="*/ 1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9" name="Freeform 630">
                <a:extLst>
                  <a:ext uri="{FF2B5EF4-FFF2-40B4-BE49-F238E27FC236}">
                    <a16:creationId xmlns:a16="http://schemas.microsoft.com/office/drawing/2014/main" id="{778E0798-0073-400E-87A7-F6A6C335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994"/>
                <a:ext cx="556" cy="404"/>
              </a:xfrm>
              <a:custGeom>
                <a:avLst/>
                <a:gdLst>
                  <a:gd name="T0" fmla="*/ 1518 w 351"/>
                  <a:gd name="T1" fmla="*/ 204 h 256"/>
                  <a:gd name="T2" fmla="*/ 1898 w 351"/>
                  <a:gd name="T3" fmla="*/ 68 h 256"/>
                  <a:gd name="T4" fmla="*/ 3041 w 351"/>
                  <a:gd name="T5" fmla="*/ 216 h 256"/>
                  <a:gd name="T6" fmla="*/ 3483 w 351"/>
                  <a:gd name="T7" fmla="*/ 931 h 256"/>
                  <a:gd name="T8" fmla="*/ 3450 w 351"/>
                  <a:gd name="T9" fmla="*/ 1168 h 256"/>
                  <a:gd name="T10" fmla="*/ 3350 w 351"/>
                  <a:gd name="T11" fmla="*/ 1285 h 256"/>
                  <a:gd name="T12" fmla="*/ 2866 w 351"/>
                  <a:gd name="T13" fmla="*/ 2028 h 256"/>
                  <a:gd name="T14" fmla="*/ 2218 w 351"/>
                  <a:gd name="T15" fmla="*/ 2493 h 256"/>
                  <a:gd name="T16" fmla="*/ 1898 w 351"/>
                  <a:gd name="T17" fmla="*/ 2222 h 256"/>
                  <a:gd name="T18" fmla="*/ 1723 w 351"/>
                  <a:gd name="T19" fmla="*/ 1933 h 256"/>
                  <a:gd name="T20" fmla="*/ 461 w 351"/>
                  <a:gd name="T21" fmla="*/ 947 h 256"/>
                  <a:gd name="T22" fmla="*/ 0 w 351"/>
                  <a:gd name="T23" fmla="*/ 658 h 256"/>
                  <a:gd name="T24" fmla="*/ 21 w 351"/>
                  <a:gd name="T25" fmla="*/ 590 h 256"/>
                  <a:gd name="T26" fmla="*/ 390 w 351"/>
                  <a:gd name="T27" fmla="*/ 481 h 256"/>
                  <a:gd name="T28" fmla="*/ 751 w 351"/>
                  <a:gd name="T29" fmla="*/ 440 h 256"/>
                  <a:gd name="T30" fmla="*/ 1518 w 351"/>
                  <a:gd name="T31" fmla="*/ 204 h 2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51" h="256">
                    <a:moveTo>
                      <a:pt x="152" y="21"/>
                    </a:moveTo>
                    <a:cubicBezTo>
                      <a:pt x="166" y="15"/>
                      <a:pt x="179" y="10"/>
                      <a:pt x="190" y="7"/>
                    </a:cubicBezTo>
                    <a:cubicBezTo>
                      <a:pt x="217" y="0"/>
                      <a:pt x="274" y="1"/>
                      <a:pt x="305" y="22"/>
                    </a:cubicBezTo>
                    <a:cubicBezTo>
                      <a:pt x="325" y="36"/>
                      <a:pt x="345" y="68"/>
                      <a:pt x="349" y="95"/>
                    </a:cubicBezTo>
                    <a:cubicBezTo>
                      <a:pt x="351" y="106"/>
                      <a:pt x="349" y="115"/>
                      <a:pt x="346" y="119"/>
                    </a:cubicBezTo>
                    <a:cubicBezTo>
                      <a:pt x="336" y="131"/>
                      <a:pt x="336" y="131"/>
                      <a:pt x="336" y="131"/>
                    </a:cubicBezTo>
                    <a:cubicBezTo>
                      <a:pt x="320" y="151"/>
                      <a:pt x="300" y="175"/>
                      <a:pt x="287" y="207"/>
                    </a:cubicBezTo>
                    <a:cubicBezTo>
                      <a:pt x="273" y="244"/>
                      <a:pt x="244" y="254"/>
                      <a:pt x="222" y="255"/>
                    </a:cubicBezTo>
                    <a:cubicBezTo>
                      <a:pt x="206" y="256"/>
                      <a:pt x="204" y="252"/>
                      <a:pt x="190" y="227"/>
                    </a:cubicBezTo>
                    <a:cubicBezTo>
                      <a:pt x="186" y="219"/>
                      <a:pt x="180" y="209"/>
                      <a:pt x="173" y="198"/>
                    </a:cubicBezTo>
                    <a:cubicBezTo>
                      <a:pt x="140" y="143"/>
                      <a:pt x="79" y="111"/>
                      <a:pt x="46" y="97"/>
                    </a:cubicBezTo>
                    <a:cubicBezTo>
                      <a:pt x="9" y="82"/>
                      <a:pt x="0" y="76"/>
                      <a:pt x="0" y="67"/>
                    </a:cubicBezTo>
                    <a:cubicBezTo>
                      <a:pt x="0" y="65"/>
                      <a:pt x="1" y="62"/>
                      <a:pt x="2" y="60"/>
                    </a:cubicBezTo>
                    <a:cubicBezTo>
                      <a:pt x="4" y="53"/>
                      <a:pt x="20" y="51"/>
                      <a:pt x="39" y="49"/>
                    </a:cubicBezTo>
                    <a:cubicBezTo>
                      <a:pt x="50" y="48"/>
                      <a:pt x="62" y="47"/>
                      <a:pt x="75" y="45"/>
                    </a:cubicBezTo>
                    <a:cubicBezTo>
                      <a:pt x="102" y="40"/>
                      <a:pt x="129" y="30"/>
                      <a:pt x="152" y="21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0" name="Freeform 631">
                <a:extLst>
                  <a:ext uri="{FF2B5EF4-FFF2-40B4-BE49-F238E27FC236}">
                    <a16:creationId xmlns:a16="http://schemas.microsoft.com/office/drawing/2014/main" id="{8D4ABDDA-FDB8-44BB-9769-AAB8175E5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511"/>
                <a:ext cx="486" cy="229"/>
              </a:xfrm>
              <a:custGeom>
                <a:avLst/>
                <a:gdLst>
                  <a:gd name="T0" fmla="*/ 117 w 307"/>
                  <a:gd name="T1" fmla="*/ 733 h 145"/>
                  <a:gd name="T2" fmla="*/ 0 w 307"/>
                  <a:gd name="T3" fmla="*/ 482 h 145"/>
                  <a:gd name="T4" fmla="*/ 108 w 307"/>
                  <a:gd name="T5" fmla="*/ 224 h 145"/>
                  <a:gd name="T6" fmla="*/ 108 w 307"/>
                  <a:gd name="T7" fmla="*/ 224 h 145"/>
                  <a:gd name="T8" fmla="*/ 1469 w 307"/>
                  <a:gd name="T9" fmla="*/ 172 h 145"/>
                  <a:gd name="T10" fmla="*/ 1517 w 307"/>
                  <a:gd name="T11" fmla="*/ 172 h 145"/>
                  <a:gd name="T12" fmla="*/ 2218 w 307"/>
                  <a:gd name="T13" fmla="*/ 257 h 145"/>
                  <a:gd name="T14" fmla="*/ 2884 w 307"/>
                  <a:gd name="T15" fmla="*/ 335 h 145"/>
                  <a:gd name="T16" fmla="*/ 3035 w 307"/>
                  <a:gd name="T17" fmla="*/ 409 h 145"/>
                  <a:gd name="T18" fmla="*/ 2864 w 307"/>
                  <a:gd name="T19" fmla="*/ 679 h 145"/>
                  <a:gd name="T20" fmla="*/ 2356 w 307"/>
                  <a:gd name="T21" fmla="*/ 952 h 145"/>
                  <a:gd name="T22" fmla="*/ 1878 w 307"/>
                  <a:gd name="T23" fmla="*/ 1137 h 145"/>
                  <a:gd name="T24" fmla="*/ 1802 w 307"/>
                  <a:gd name="T25" fmla="*/ 1170 h 145"/>
                  <a:gd name="T26" fmla="*/ 1005 w 307"/>
                  <a:gd name="T27" fmla="*/ 1395 h 145"/>
                  <a:gd name="T28" fmla="*/ 117 w 307"/>
                  <a:gd name="T29" fmla="*/ 733 h 1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7" h="145">
                    <a:moveTo>
                      <a:pt x="12" y="75"/>
                    </a:moveTo>
                    <a:cubicBezTo>
                      <a:pt x="3" y="64"/>
                      <a:pt x="0" y="56"/>
                      <a:pt x="0" y="49"/>
                    </a:cubicBezTo>
                    <a:cubicBezTo>
                      <a:pt x="0" y="41"/>
                      <a:pt x="4" y="3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8" y="0"/>
                      <a:pt x="100" y="11"/>
                      <a:pt x="148" y="18"/>
                    </a:cubicBezTo>
                    <a:cubicBezTo>
                      <a:pt x="152" y="18"/>
                      <a:pt x="152" y="18"/>
                      <a:pt x="152" y="18"/>
                    </a:cubicBezTo>
                    <a:cubicBezTo>
                      <a:pt x="177" y="22"/>
                      <a:pt x="201" y="24"/>
                      <a:pt x="223" y="26"/>
                    </a:cubicBezTo>
                    <a:cubicBezTo>
                      <a:pt x="250" y="28"/>
                      <a:pt x="274" y="30"/>
                      <a:pt x="290" y="34"/>
                    </a:cubicBezTo>
                    <a:cubicBezTo>
                      <a:pt x="302" y="38"/>
                      <a:pt x="304" y="41"/>
                      <a:pt x="305" y="42"/>
                    </a:cubicBezTo>
                    <a:cubicBezTo>
                      <a:pt x="307" y="48"/>
                      <a:pt x="293" y="64"/>
                      <a:pt x="288" y="69"/>
                    </a:cubicBezTo>
                    <a:cubicBezTo>
                      <a:pt x="276" y="83"/>
                      <a:pt x="260" y="89"/>
                      <a:pt x="237" y="97"/>
                    </a:cubicBezTo>
                    <a:cubicBezTo>
                      <a:pt x="223" y="101"/>
                      <a:pt x="207" y="107"/>
                      <a:pt x="189" y="116"/>
                    </a:cubicBezTo>
                    <a:cubicBezTo>
                      <a:pt x="181" y="119"/>
                      <a:pt x="181" y="119"/>
                      <a:pt x="181" y="119"/>
                    </a:cubicBezTo>
                    <a:cubicBezTo>
                      <a:pt x="137" y="140"/>
                      <a:pt x="125" y="145"/>
                      <a:pt x="101" y="142"/>
                    </a:cubicBezTo>
                    <a:cubicBezTo>
                      <a:pt x="77" y="139"/>
                      <a:pt x="35" y="104"/>
                      <a:pt x="12" y="75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1" name="Freeform 632">
                <a:extLst>
                  <a:ext uri="{FF2B5EF4-FFF2-40B4-BE49-F238E27FC236}">
                    <a16:creationId xmlns:a16="http://schemas.microsoft.com/office/drawing/2014/main" id="{EB36ED24-9C12-4E34-92E2-2DCECF50F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661"/>
                <a:ext cx="323" cy="308"/>
              </a:xfrm>
              <a:custGeom>
                <a:avLst/>
                <a:gdLst>
                  <a:gd name="T0" fmla="*/ 822 w 204"/>
                  <a:gd name="T1" fmla="*/ 107 h 195"/>
                  <a:gd name="T2" fmla="*/ 1376 w 204"/>
                  <a:gd name="T3" fmla="*/ 292 h 195"/>
                  <a:gd name="T4" fmla="*/ 1422 w 204"/>
                  <a:gd name="T5" fmla="*/ 341 h 195"/>
                  <a:gd name="T6" fmla="*/ 1634 w 204"/>
                  <a:gd name="T7" fmla="*/ 512 h 195"/>
                  <a:gd name="T8" fmla="*/ 1993 w 204"/>
                  <a:gd name="T9" fmla="*/ 933 h 195"/>
                  <a:gd name="T10" fmla="*/ 2012 w 204"/>
                  <a:gd name="T11" fmla="*/ 1150 h 195"/>
                  <a:gd name="T12" fmla="*/ 1791 w 204"/>
                  <a:gd name="T13" fmla="*/ 1325 h 195"/>
                  <a:gd name="T14" fmla="*/ 1742 w 204"/>
                  <a:gd name="T15" fmla="*/ 1368 h 195"/>
                  <a:gd name="T16" fmla="*/ 1397 w 204"/>
                  <a:gd name="T17" fmla="*/ 1592 h 195"/>
                  <a:gd name="T18" fmla="*/ 1123 w 204"/>
                  <a:gd name="T19" fmla="*/ 1782 h 195"/>
                  <a:gd name="T20" fmla="*/ 310 w 204"/>
                  <a:gd name="T21" fmla="*/ 1761 h 195"/>
                  <a:gd name="T22" fmla="*/ 0 w 204"/>
                  <a:gd name="T23" fmla="*/ 1395 h 195"/>
                  <a:gd name="T24" fmla="*/ 52 w 204"/>
                  <a:gd name="T25" fmla="*/ 1072 h 195"/>
                  <a:gd name="T26" fmla="*/ 87 w 204"/>
                  <a:gd name="T27" fmla="*/ 761 h 195"/>
                  <a:gd name="T28" fmla="*/ 87 w 204"/>
                  <a:gd name="T29" fmla="*/ 709 h 195"/>
                  <a:gd name="T30" fmla="*/ 158 w 204"/>
                  <a:gd name="T31" fmla="*/ 524 h 195"/>
                  <a:gd name="T32" fmla="*/ 822 w 204"/>
                  <a:gd name="T33" fmla="*/ 107 h 1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4" h="195">
                    <a:moveTo>
                      <a:pt x="83" y="11"/>
                    </a:moveTo>
                    <a:cubicBezTo>
                      <a:pt x="108" y="0"/>
                      <a:pt x="120" y="12"/>
                      <a:pt x="138" y="30"/>
                    </a:cubicBezTo>
                    <a:cubicBezTo>
                      <a:pt x="143" y="35"/>
                      <a:pt x="143" y="35"/>
                      <a:pt x="143" y="35"/>
                    </a:cubicBezTo>
                    <a:cubicBezTo>
                      <a:pt x="150" y="41"/>
                      <a:pt x="157" y="47"/>
                      <a:pt x="164" y="52"/>
                    </a:cubicBezTo>
                    <a:cubicBezTo>
                      <a:pt x="180" y="65"/>
                      <a:pt x="195" y="76"/>
                      <a:pt x="200" y="95"/>
                    </a:cubicBezTo>
                    <a:cubicBezTo>
                      <a:pt x="203" y="107"/>
                      <a:pt x="204" y="114"/>
                      <a:pt x="202" y="117"/>
                    </a:cubicBezTo>
                    <a:cubicBezTo>
                      <a:pt x="200" y="122"/>
                      <a:pt x="192" y="127"/>
                      <a:pt x="180" y="135"/>
                    </a:cubicBezTo>
                    <a:cubicBezTo>
                      <a:pt x="175" y="139"/>
                      <a:pt x="175" y="139"/>
                      <a:pt x="175" y="139"/>
                    </a:cubicBezTo>
                    <a:cubicBezTo>
                      <a:pt x="158" y="151"/>
                      <a:pt x="149" y="157"/>
                      <a:pt x="140" y="162"/>
                    </a:cubicBezTo>
                    <a:cubicBezTo>
                      <a:pt x="132" y="167"/>
                      <a:pt x="125" y="172"/>
                      <a:pt x="113" y="181"/>
                    </a:cubicBezTo>
                    <a:cubicBezTo>
                      <a:pt x="93" y="195"/>
                      <a:pt x="74" y="194"/>
                      <a:pt x="31" y="179"/>
                    </a:cubicBezTo>
                    <a:cubicBezTo>
                      <a:pt x="8" y="170"/>
                      <a:pt x="0" y="159"/>
                      <a:pt x="0" y="142"/>
                    </a:cubicBezTo>
                    <a:cubicBezTo>
                      <a:pt x="0" y="133"/>
                      <a:pt x="2" y="122"/>
                      <a:pt x="5" y="109"/>
                    </a:cubicBezTo>
                    <a:cubicBezTo>
                      <a:pt x="9" y="95"/>
                      <a:pt x="9" y="84"/>
                      <a:pt x="9" y="77"/>
                    </a:cubicBezTo>
                    <a:cubicBezTo>
                      <a:pt x="9" y="76"/>
                      <a:pt x="9" y="73"/>
                      <a:pt x="9" y="72"/>
                    </a:cubicBezTo>
                    <a:cubicBezTo>
                      <a:pt x="9" y="63"/>
                      <a:pt x="10" y="60"/>
                      <a:pt x="16" y="53"/>
                    </a:cubicBezTo>
                    <a:cubicBezTo>
                      <a:pt x="39" y="35"/>
                      <a:pt x="62" y="21"/>
                      <a:pt x="83" y="11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2" name="Freeform 633">
                <a:extLst>
                  <a:ext uri="{FF2B5EF4-FFF2-40B4-BE49-F238E27FC236}">
                    <a16:creationId xmlns:a16="http://schemas.microsoft.com/office/drawing/2014/main" id="{79AA9209-8F5D-4113-BD8B-4DA67DB5A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474"/>
                <a:ext cx="1527" cy="958"/>
              </a:xfrm>
              <a:custGeom>
                <a:avLst/>
                <a:gdLst>
                  <a:gd name="T0" fmla="*/ 2050 w 964"/>
                  <a:gd name="T1" fmla="*/ 5966 h 606"/>
                  <a:gd name="T2" fmla="*/ 2694 w 964"/>
                  <a:gd name="T3" fmla="*/ 5933 h 606"/>
                  <a:gd name="T4" fmla="*/ 3021 w 964"/>
                  <a:gd name="T5" fmla="*/ 5388 h 606"/>
                  <a:gd name="T6" fmla="*/ 3437 w 964"/>
                  <a:gd name="T7" fmla="*/ 4624 h 606"/>
                  <a:gd name="T8" fmla="*/ 4304 w 964"/>
                  <a:gd name="T9" fmla="*/ 4374 h 606"/>
                  <a:gd name="T10" fmla="*/ 5565 w 964"/>
                  <a:gd name="T11" fmla="*/ 3604 h 606"/>
                  <a:gd name="T12" fmla="*/ 5603 w 964"/>
                  <a:gd name="T13" fmla="*/ 3604 h 606"/>
                  <a:gd name="T14" fmla="*/ 5723 w 964"/>
                  <a:gd name="T15" fmla="*/ 4346 h 606"/>
                  <a:gd name="T16" fmla="*/ 7548 w 964"/>
                  <a:gd name="T17" fmla="*/ 5903 h 606"/>
                  <a:gd name="T18" fmla="*/ 8882 w 964"/>
                  <a:gd name="T19" fmla="*/ 4509 h 606"/>
                  <a:gd name="T20" fmla="*/ 7179 w 964"/>
                  <a:gd name="T21" fmla="*/ 3181 h 606"/>
                  <a:gd name="T22" fmla="*/ 6609 w 964"/>
                  <a:gd name="T23" fmla="*/ 3347 h 606"/>
                  <a:gd name="T24" fmla="*/ 7561 w 964"/>
                  <a:gd name="T25" fmla="*/ 2817 h 606"/>
                  <a:gd name="T26" fmla="*/ 8060 w 964"/>
                  <a:gd name="T27" fmla="*/ 2061 h 606"/>
                  <a:gd name="T28" fmla="*/ 7957 w 964"/>
                  <a:gd name="T29" fmla="*/ 1786 h 606"/>
                  <a:gd name="T30" fmla="*/ 7500 w 964"/>
                  <a:gd name="T31" fmla="*/ 2346 h 606"/>
                  <a:gd name="T32" fmla="*/ 6913 w 964"/>
                  <a:gd name="T33" fmla="*/ 2767 h 606"/>
                  <a:gd name="T34" fmla="*/ 7372 w 964"/>
                  <a:gd name="T35" fmla="*/ 2074 h 606"/>
                  <a:gd name="T36" fmla="*/ 8267 w 964"/>
                  <a:gd name="T37" fmla="*/ 1529 h 606"/>
                  <a:gd name="T38" fmla="*/ 9387 w 964"/>
                  <a:gd name="T39" fmla="*/ 1007 h 606"/>
                  <a:gd name="T40" fmla="*/ 8636 w 964"/>
                  <a:gd name="T41" fmla="*/ 345 h 606"/>
                  <a:gd name="T42" fmla="*/ 6403 w 964"/>
                  <a:gd name="T43" fmla="*/ 362 h 606"/>
                  <a:gd name="T44" fmla="*/ 6415 w 964"/>
                  <a:gd name="T45" fmla="*/ 1054 h 606"/>
                  <a:gd name="T46" fmla="*/ 5603 w 964"/>
                  <a:gd name="T47" fmla="*/ 1374 h 606"/>
                  <a:gd name="T48" fmla="*/ 5573 w 964"/>
                  <a:gd name="T49" fmla="*/ 1257 h 606"/>
                  <a:gd name="T50" fmla="*/ 5702 w 964"/>
                  <a:gd name="T51" fmla="*/ 218 h 606"/>
                  <a:gd name="T52" fmla="*/ 4592 w 964"/>
                  <a:gd name="T53" fmla="*/ 218 h 606"/>
                  <a:gd name="T54" fmla="*/ 3200 w 964"/>
                  <a:gd name="T55" fmla="*/ 869 h 606"/>
                  <a:gd name="T56" fmla="*/ 4098 w 964"/>
                  <a:gd name="T57" fmla="*/ 1394 h 606"/>
                  <a:gd name="T58" fmla="*/ 4735 w 964"/>
                  <a:gd name="T59" fmla="*/ 2022 h 606"/>
                  <a:gd name="T60" fmla="*/ 4009 w 964"/>
                  <a:gd name="T61" fmla="*/ 2389 h 606"/>
                  <a:gd name="T62" fmla="*/ 3300 w 964"/>
                  <a:gd name="T63" fmla="*/ 2292 h 606"/>
                  <a:gd name="T64" fmla="*/ 4610 w 964"/>
                  <a:gd name="T65" fmla="*/ 2074 h 606"/>
                  <a:gd name="T66" fmla="*/ 2973 w 964"/>
                  <a:gd name="T67" fmla="*/ 956 h 606"/>
                  <a:gd name="T68" fmla="*/ 1812 w 964"/>
                  <a:gd name="T69" fmla="*/ 1450 h 606"/>
                  <a:gd name="T70" fmla="*/ 2050 w 964"/>
                  <a:gd name="T71" fmla="*/ 2465 h 606"/>
                  <a:gd name="T72" fmla="*/ 2959 w 964"/>
                  <a:gd name="T73" fmla="*/ 2449 h 606"/>
                  <a:gd name="T74" fmla="*/ 2595 w 964"/>
                  <a:gd name="T75" fmla="*/ 2667 h 606"/>
                  <a:gd name="T76" fmla="*/ 1475 w 964"/>
                  <a:gd name="T77" fmla="*/ 2599 h 606"/>
                  <a:gd name="T78" fmla="*/ 1788 w 964"/>
                  <a:gd name="T79" fmla="*/ 3032 h 606"/>
                  <a:gd name="T80" fmla="*/ 1315 w 964"/>
                  <a:gd name="T81" fmla="*/ 2817 h 606"/>
                  <a:gd name="T82" fmla="*/ 0 w 964"/>
                  <a:gd name="T83" fmla="*/ 2022 h 606"/>
                  <a:gd name="T84" fmla="*/ 1177 w 964"/>
                  <a:gd name="T85" fmla="*/ 2804 h 606"/>
                  <a:gd name="T86" fmla="*/ 0 w 964"/>
                  <a:gd name="T87" fmla="*/ 4267 h 606"/>
                  <a:gd name="T88" fmla="*/ 958 w 964"/>
                  <a:gd name="T89" fmla="*/ 3536 h 606"/>
                  <a:gd name="T90" fmla="*/ 1327 w 964"/>
                  <a:gd name="T91" fmla="*/ 3604 h 606"/>
                  <a:gd name="T92" fmla="*/ 2783 w 964"/>
                  <a:gd name="T93" fmla="*/ 4776 h 606"/>
                  <a:gd name="T94" fmla="*/ 1693 w 964"/>
                  <a:gd name="T95" fmla="*/ 3516 h 606"/>
                  <a:gd name="T96" fmla="*/ 1164 w 964"/>
                  <a:gd name="T97" fmla="*/ 3742 h 606"/>
                  <a:gd name="T98" fmla="*/ 0 w 964"/>
                  <a:gd name="T99" fmla="*/ 5076 h 60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964" h="606">
                    <a:moveTo>
                      <a:pt x="16" y="591"/>
                    </a:moveTo>
                    <a:cubicBezTo>
                      <a:pt x="33" y="606"/>
                      <a:pt x="101" y="606"/>
                      <a:pt x="175" y="604"/>
                    </a:cubicBezTo>
                    <a:cubicBezTo>
                      <a:pt x="189" y="604"/>
                      <a:pt x="200" y="604"/>
                      <a:pt x="206" y="604"/>
                    </a:cubicBezTo>
                    <a:cubicBezTo>
                      <a:pt x="211" y="604"/>
                      <a:pt x="211" y="604"/>
                      <a:pt x="211" y="604"/>
                    </a:cubicBezTo>
                    <a:cubicBezTo>
                      <a:pt x="230" y="605"/>
                      <a:pt x="251" y="606"/>
                      <a:pt x="265" y="584"/>
                    </a:cubicBezTo>
                    <a:cubicBezTo>
                      <a:pt x="263" y="592"/>
                      <a:pt x="264" y="597"/>
                      <a:pt x="270" y="601"/>
                    </a:cubicBezTo>
                    <a:cubicBezTo>
                      <a:pt x="273" y="603"/>
                      <a:pt x="277" y="603"/>
                      <a:pt x="280" y="601"/>
                    </a:cubicBezTo>
                    <a:cubicBezTo>
                      <a:pt x="290" y="596"/>
                      <a:pt x="298" y="568"/>
                      <a:pt x="299" y="561"/>
                    </a:cubicBezTo>
                    <a:cubicBezTo>
                      <a:pt x="299" y="558"/>
                      <a:pt x="301" y="552"/>
                      <a:pt x="303" y="546"/>
                    </a:cubicBezTo>
                    <a:cubicBezTo>
                      <a:pt x="308" y="531"/>
                      <a:pt x="314" y="510"/>
                      <a:pt x="312" y="494"/>
                    </a:cubicBezTo>
                    <a:cubicBezTo>
                      <a:pt x="311" y="485"/>
                      <a:pt x="313" y="477"/>
                      <a:pt x="318" y="473"/>
                    </a:cubicBezTo>
                    <a:cubicBezTo>
                      <a:pt x="323" y="467"/>
                      <a:pt x="333" y="466"/>
                      <a:pt x="345" y="468"/>
                    </a:cubicBezTo>
                    <a:cubicBezTo>
                      <a:pt x="352" y="469"/>
                      <a:pt x="352" y="469"/>
                      <a:pt x="352" y="469"/>
                    </a:cubicBezTo>
                    <a:cubicBezTo>
                      <a:pt x="371" y="472"/>
                      <a:pt x="387" y="475"/>
                      <a:pt x="408" y="458"/>
                    </a:cubicBezTo>
                    <a:cubicBezTo>
                      <a:pt x="418" y="451"/>
                      <a:pt x="425" y="447"/>
                      <a:pt x="432" y="443"/>
                    </a:cubicBezTo>
                    <a:cubicBezTo>
                      <a:pt x="441" y="439"/>
                      <a:pt x="449" y="435"/>
                      <a:pt x="459" y="426"/>
                    </a:cubicBezTo>
                    <a:cubicBezTo>
                      <a:pt x="463" y="422"/>
                      <a:pt x="467" y="416"/>
                      <a:pt x="471" y="409"/>
                    </a:cubicBezTo>
                    <a:cubicBezTo>
                      <a:pt x="486" y="387"/>
                      <a:pt x="507" y="356"/>
                      <a:pt x="558" y="365"/>
                    </a:cubicBezTo>
                    <a:cubicBezTo>
                      <a:pt x="558" y="365"/>
                      <a:pt x="558" y="365"/>
                      <a:pt x="558" y="365"/>
                    </a:cubicBezTo>
                    <a:cubicBezTo>
                      <a:pt x="559" y="365"/>
                      <a:pt x="559" y="365"/>
                      <a:pt x="559" y="365"/>
                    </a:cubicBezTo>
                    <a:cubicBezTo>
                      <a:pt x="559" y="365"/>
                      <a:pt x="561" y="365"/>
                      <a:pt x="562" y="365"/>
                    </a:cubicBezTo>
                    <a:cubicBezTo>
                      <a:pt x="541" y="367"/>
                      <a:pt x="526" y="370"/>
                      <a:pt x="522" y="384"/>
                    </a:cubicBezTo>
                    <a:cubicBezTo>
                      <a:pt x="522" y="385"/>
                      <a:pt x="522" y="385"/>
                      <a:pt x="522" y="385"/>
                    </a:cubicBezTo>
                    <a:cubicBezTo>
                      <a:pt x="514" y="413"/>
                      <a:pt x="533" y="422"/>
                      <a:pt x="574" y="440"/>
                    </a:cubicBezTo>
                    <a:cubicBezTo>
                      <a:pt x="606" y="453"/>
                      <a:pt x="664" y="483"/>
                      <a:pt x="695" y="534"/>
                    </a:cubicBezTo>
                    <a:cubicBezTo>
                      <a:pt x="702" y="545"/>
                      <a:pt x="707" y="555"/>
                      <a:pt x="711" y="563"/>
                    </a:cubicBezTo>
                    <a:cubicBezTo>
                      <a:pt x="725" y="588"/>
                      <a:pt x="732" y="600"/>
                      <a:pt x="757" y="598"/>
                    </a:cubicBezTo>
                    <a:cubicBezTo>
                      <a:pt x="779" y="597"/>
                      <a:pt x="817" y="588"/>
                      <a:pt x="835" y="541"/>
                    </a:cubicBezTo>
                    <a:cubicBezTo>
                      <a:pt x="846" y="511"/>
                      <a:pt x="865" y="488"/>
                      <a:pt x="881" y="469"/>
                    </a:cubicBezTo>
                    <a:cubicBezTo>
                      <a:pt x="891" y="457"/>
                      <a:pt x="891" y="457"/>
                      <a:pt x="891" y="457"/>
                    </a:cubicBezTo>
                    <a:cubicBezTo>
                      <a:pt x="897" y="449"/>
                      <a:pt x="899" y="437"/>
                      <a:pt x="897" y="422"/>
                    </a:cubicBezTo>
                    <a:cubicBezTo>
                      <a:pt x="893" y="395"/>
                      <a:pt x="873" y="357"/>
                      <a:pt x="847" y="339"/>
                    </a:cubicBezTo>
                    <a:cubicBezTo>
                      <a:pt x="812" y="315"/>
                      <a:pt x="750" y="314"/>
                      <a:pt x="720" y="322"/>
                    </a:cubicBezTo>
                    <a:cubicBezTo>
                      <a:pt x="708" y="326"/>
                      <a:pt x="695" y="331"/>
                      <a:pt x="681" y="336"/>
                    </a:cubicBezTo>
                    <a:cubicBezTo>
                      <a:pt x="672" y="340"/>
                      <a:pt x="663" y="344"/>
                      <a:pt x="653" y="347"/>
                    </a:cubicBezTo>
                    <a:cubicBezTo>
                      <a:pt x="657" y="344"/>
                      <a:pt x="660" y="342"/>
                      <a:pt x="663" y="339"/>
                    </a:cubicBezTo>
                    <a:cubicBezTo>
                      <a:pt x="669" y="334"/>
                      <a:pt x="675" y="330"/>
                      <a:pt x="686" y="325"/>
                    </a:cubicBezTo>
                    <a:cubicBezTo>
                      <a:pt x="694" y="322"/>
                      <a:pt x="694" y="322"/>
                      <a:pt x="694" y="322"/>
                    </a:cubicBezTo>
                    <a:cubicBezTo>
                      <a:pt x="717" y="313"/>
                      <a:pt x="738" y="305"/>
                      <a:pt x="758" y="285"/>
                    </a:cubicBezTo>
                    <a:cubicBezTo>
                      <a:pt x="771" y="273"/>
                      <a:pt x="773" y="262"/>
                      <a:pt x="775" y="253"/>
                    </a:cubicBezTo>
                    <a:cubicBezTo>
                      <a:pt x="776" y="246"/>
                      <a:pt x="777" y="239"/>
                      <a:pt x="784" y="231"/>
                    </a:cubicBezTo>
                    <a:cubicBezTo>
                      <a:pt x="791" y="222"/>
                      <a:pt x="799" y="216"/>
                      <a:pt x="808" y="209"/>
                    </a:cubicBezTo>
                    <a:cubicBezTo>
                      <a:pt x="820" y="200"/>
                      <a:pt x="831" y="192"/>
                      <a:pt x="833" y="180"/>
                    </a:cubicBezTo>
                    <a:cubicBezTo>
                      <a:pt x="835" y="172"/>
                      <a:pt x="833" y="167"/>
                      <a:pt x="829" y="164"/>
                    </a:cubicBezTo>
                    <a:cubicBezTo>
                      <a:pt x="826" y="163"/>
                      <a:pt x="819" y="159"/>
                      <a:pt x="798" y="181"/>
                    </a:cubicBezTo>
                    <a:cubicBezTo>
                      <a:pt x="794" y="185"/>
                      <a:pt x="790" y="189"/>
                      <a:pt x="785" y="193"/>
                    </a:cubicBezTo>
                    <a:cubicBezTo>
                      <a:pt x="776" y="201"/>
                      <a:pt x="765" y="211"/>
                      <a:pt x="758" y="222"/>
                    </a:cubicBezTo>
                    <a:cubicBezTo>
                      <a:pt x="755" y="228"/>
                      <a:pt x="754" y="233"/>
                      <a:pt x="752" y="238"/>
                    </a:cubicBezTo>
                    <a:cubicBezTo>
                      <a:pt x="749" y="248"/>
                      <a:pt x="746" y="256"/>
                      <a:pt x="731" y="265"/>
                    </a:cubicBezTo>
                    <a:cubicBezTo>
                      <a:pt x="721" y="271"/>
                      <a:pt x="710" y="274"/>
                      <a:pt x="699" y="278"/>
                    </a:cubicBezTo>
                    <a:cubicBezTo>
                      <a:pt x="697" y="279"/>
                      <a:pt x="695" y="279"/>
                      <a:pt x="693" y="280"/>
                    </a:cubicBezTo>
                    <a:cubicBezTo>
                      <a:pt x="697" y="277"/>
                      <a:pt x="703" y="273"/>
                      <a:pt x="709" y="269"/>
                    </a:cubicBezTo>
                    <a:cubicBezTo>
                      <a:pt x="714" y="265"/>
                      <a:pt x="714" y="265"/>
                      <a:pt x="714" y="265"/>
                    </a:cubicBezTo>
                    <a:cubicBezTo>
                      <a:pt x="744" y="244"/>
                      <a:pt x="747" y="241"/>
                      <a:pt x="739" y="210"/>
                    </a:cubicBezTo>
                    <a:cubicBezTo>
                      <a:pt x="734" y="188"/>
                      <a:pt x="719" y="175"/>
                      <a:pt x="703" y="163"/>
                    </a:cubicBezTo>
                    <a:cubicBezTo>
                      <a:pt x="717" y="171"/>
                      <a:pt x="730" y="178"/>
                      <a:pt x="741" y="179"/>
                    </a:cubicBezTo>
                    <a:cubicBezTo>
                      <a:pt x="770" y="183"/>
                      <a:pt x="785" y="176"/>
                      <a:pt x="829" y="155"/>
                    </a:cubicBezTo>
                    <a:cubicBezTo>
                      <a:pt x="837" y="152"/>
                      <a:pt x="837" y="152"/>
                      <a:pt x="837" y="152"/>
                    </a:cubicBezTo>
                    <a:cubicBezTo>
                      <a:pt x="855" y="143"/>
                      <a:pt x="870" y="138"/>
                      <a:pt x="884" y="133"/>
                    </a:cubicBezTo>
                    <a:cubicBezTo>
                      <a:pt x="907" y="125"/>
                      <a:pt x="926" y="118"/>
                      <a:pt x="941" y="102"/>
                    </a:cubicBezTo>
                    <a:cubicBezTo>
                      <a:pt x="956" y="85"/>
                      <a:pt x="964" y="73"/>
                      <a:pt x="960" y="61"/>
                    </a:cubicBezTo>
                    <a:cubicBezTo>
                      <a:pt x="957" y="50"/>
                      <a:pt x="945" y="46"/>
                      <a:pt x="935" y="44"/>
                    </a:cubicBezTo>
                    <a:cubicBezTo>
                      <a:pt x="918" y="39"/>
                      <a:pt x="894" y="37"/>
                      <a:pt x="866" y="35"/>
                    </a:cubicBezTo>
                    <a:cubicBezTo>
                      <a:pt x="844" y="33"/>
                      <a:pt x="820" y="31"/>
                      <a:pt x="796" y="27"/>
                    </a:cubicBezTo>
                    <a:cubicBezTo>
                      <a:pt x="792" y="27"/>
                      <a:pt x="792" y="27"/>
                      <a:pt x="792" y="27"/>
                    </a:cubicBezTo>
                    <a:cubicBezTo>
                      <a:pt x="735" y="18"/>
                      <a:pt x="664" y="8"/>
                      <a:pt x="642" y="37"/>
                    </a:cubicBezTo>
                    <a:cubicBezTo>
                      <a:pt x="642" y="38"/>
                      <a:pt x="642" y="38"/>
                      <a:pt x="642" y="38"/>
                    </a:cubicBezTo>
                    <a:cubicBezTo>
                      <a:pt x="641" y="38"/>
                      <a:pt x="641" y="38"/>
                      <a:pt x="641" y="38"/>
                    </a:cubicBezTo>
                    <a:cubicBezTo>
                      <a:pt x="628" y="59"/>
                      <a:pt x="618" y="74"/>
                      <a:pt x="643" y="107"/>
                    </a:cubicBezTo>
                    <a:cubicBezTo>
                      <a:pt x="646" y="111"/>
                      <a:pt x="650" y="116"/>
                      <a:pt x="655" y="121"/>
                    </a:cubicBezTo>
                    <a:cubicBezTo>
                      <a:pt x="641" y="111"/>
                      <a:pt x="626" y="106"/>
                      <a:pt x="604" y="116"/>
                    </a:cubicBezTo>
                    <a:cubicBezTo>
                      <a:pt x="590" y="123"/>
                      <a:pt x="576" y="130"/>
                      <a:pt x="562" y="139"/>
                    </a:cubicBezTo>
                    <a:cubicBezTo>
                      <a:pt x="562" y="136"/>
                      <a:pt x="560" y="133"/>
                      <a:pt x="557" y="132"/>
                    </a:cubicBezTo>
                    <a:cubicBezTo>
                      <a:pt x="554" y="131"/>
                      <a:pt x="551" y="132"/>
                      <a:pt x="548" y="132"/>
                    </a:cubicBezTo>
                    <a:cubicBezTo>
                      <a:pt x="551" y="130"/>
                      <a:pt x="555" y="128"/>
                      <a:pt x="559" y="127"/>
                    </a:cubicBezTo>
                    <a:cubicBezTo>
                      <a:pt x="584" y="115"/>
                      <a:pt x="632" y="75"/>
                      <a:pt x="631" y="42"/>
                    </a:cubicBezTo>
                    <a:cubicBezTo>
                      <a:pt x="630" y="32"/>
                      <a:pt x="627" y="24"/>
                      <a:pt x="621" y="20"/>
                    </a:cubicBezTo>
                    <a:cubicBezTo>
                      <a:pt x="610" y="12"/>
                      <a:pt x="592" y="17"/>
                      <a:pt x="572" y="22"/>
                    </a:cubicBezTo>
                    <a:cubicBezTo>
                      <a:pt x="567" y="24"/>
                      <a:pt x="567" y="24"/>
                      <a:pt x="567" y="24"/>
                    </a:cubicBezTo>
                    <a:cubicBezTo>
                      <a:pt x="536" y="33"/>
                      <a:pt x="500" y="30"/>
                      <a:pt x="476" y="26"/>
                    </a:cubicBezTo>
                    <a:cubicBezTo>
                      <a:pt x="460" y="22"/>
                      <a:pt x="460" y="22"/>
                      <a:pt x="460" y="22"/>
                    </a:cubicBezTo>
                    <a:cubicBezTo>
                      <a:pt x="419" y="14"/>
                      <a:pt x="350" y="0"/>
                      <a:pt x="328" y="31"/>
                    </a:cubicBezTo>
                    <a:cubicBezTo>
                      <a:pt x="312" y="49"/>
                      <a:pt x="306" y="62"/>
                      <a:pt x="308" y="72"/>
                    </a:cubicBezTo>
                    <a:cubicBezTo>
                      <a:pt x="309" y="79"/>
                      <a:pt x="313" y="84"/>
                      <a:pt x="321" y="88"/>
                    </a:cubicBezTo>
                    <a:cubicBezTo>
                      <a:pt x="322" y="89"/>
                      <a:pt x="322" y="89"/>
                      <a:pt x="322" y="89"/>
                    </a:cubicBezTo>
                    <a:cubicBezTo>
                      <a:pt x="339" y="98"/>
                      <a:pt x="376" y="117"/>
                      <a:pt x="404" y="136"/>
                    </a:cubicBezTo>
                    <a:cubicBezTo>
                      <a:pt x="411" y="141"/>
                      <a:pt x="411" y="141"/>
                      <a:pt x="411" y="141"/>
                    </a:cubicBezTo>
                    <a:cubicBezTo>
                      <a:pt x="439" y="160"/>
                      <a:pt x="466" y="177"/>
                      <a:pt x="495" y="166"/>
                    </a:cubicBezTo>
                    <a:cubicBezTo>
                      <a:pt x="496" y="166"/>
                      <a:pt x="498" y="165"/>
                      <a:pt x="500" y="164"/>
                    </a:cubicBezTo>
                    <a:cubicBezTo>
                      <a:pt x="490" y="174"/>
                      <a:pt x="483" y="185"/>
                      <a:pt x="475" y="205"/>
                    </a:cubicBezTo>
                    <a:cubicBezTo>
                      <a:pt x="472" y="213"/>
                      <a:pt x="472" y="213"/>
                      <a:pt x="472" y="213"/>
                    </a:cubicBezTo>
                    <a:cubicBezTo>
                      <a:pt x="462" y="237"/>
                      <a:pt x="456" y="251"/>
                      <a:pt x="433" y="252"/>
                    </a:cubicBezTo>
                    <a:cubicBezTo>
                      <a:pt x="419" y="253"/>
                      <a:pt x="411" y="248"/>
                      <a:pt x="402" y="242"/>
                    </a:cubicBezTo>
                    <a:cubicBezTo>
                      <a:pt x="394" y="236"/>
                      <a:pt x="384" y="230"/>
                      <a:pt x="369" y="232"/>
                    </a:cubicBezTo>
                    <a:cubicBezTo>
                      <a:pt x="361" y="233"/>
                      <a:pt x="355" y="232"/>
                      <a:pt x="348" y="232"/>
                    </a:cubicBezTo>
                    <a:cubicBezTo>
                      <a:pt x="343" y="232"/>
                      <a:pt x="337" y="231"/>
                      <a:pt x="331" y="232"/>
                    </a:cubicBezTo>
                    <a:cubicBezTo>
                      <a:pt x="334" y="231"/>
                      <a:pt x="336" y="230"/>
                      <a:pt x="339" y="229"/>
                    </a:cubicBezTo>
                    <a:cubicBezTo>
                      <a:pt x="357" y="224"/>
                      <a:pt x="380" y="225"/>
                      <a:pt x="401" y="226"/>
                    </a:cubicBezTo>
                    <a:cubicBezTo>
                      <a:pt x="433" y="227"/>
                      <a:pt x="459" y="228"/>
                      <a:pt x="462" y="210"/>
                    </a:cubicBezTo>
                    <a:cubicBezTo>
                      <a:pt x="467" y="187"/>
                      <a:pt x="456" y="179"/>
                      <a:pt x="422" y="154"/>
                    </a:cubicBezTo>
                    <a:cubicBezTo>
                      <a:pt x="403" y="140"/>
                      <a:pt x="403" y="140"/>
                      <a:pt x="403" y="140"/>
                    </a:cubicBezTo>
                    <a:cubicBezTo>
                      <a:pt x="358" y="107"/>
                      <a:pt x="327" y="94"/>
                      <a:pt x="298" y="97"/>
                    </a:cubicBezTo>
                    <a:cubicBezTo>
                      <a:pt x="298" y="97"/>
                      <a:pt x="298" y="97"/>
                      <a:pt x="298" y="97"/>
                    </a:cubicBezTo>
                    <a:cubicBezTo>
                      <a:pt x="286" y="99"/>
                      <a:pt x="267" y="108"/>
                      <a:pt x="244" y="119"/>
                    </a:cubicBezTo>
                    <a:cubicBezTo>
                      <a:pt x="225" y="128"/>
                      <a:pt x="203" y="139"/>
                      <a:pt x="182" y="147"/>
                    </a:cubicBezTo>
                    <a:cubicBezTo>
                      <a:pt x="160" y="154"/>
                      <a:pt x="160" y="154"/>
                      <a:pt x="160" y="154"/>
                    </a:cubicBezTo>
                    <a:cubicBezTo>
                      <a:pt x="121" y="167"/>
                      <a:pt x="91" y="177"/>
                      <a:pt x="92" y="199"/>
                    </a:cubicBezTo>
                    <a:cubicBezTo>
                      <a:pt x="93" y="221"/>
                      <a:pt x="136" y="233"/>
                      <a:pt x="206" y="250"/>
                    </a:cubicBezTo>
                    <a:cubicBezTo>
                      <a:pt x="221" y="254"/>
                      <a:pt x="221" y="254"/>
                      <a:pt x="221" y="254"/>
                    </a:cubicBezTo>
                    <a:cubicBezTo>
                      <a:pt x="258" y="263"/>
                      <a:pt x="279" y="255"/>
                      <a:pt x="301" y="245"/>
                    </a:cubicBezTo>
                    <a:cubicBezTo>
                      <a:pt x="300" y="246"/>
                      <a:pt x="298" y="247"/>
                      <a:pt x="297" y="248"/>
                    </a:cubicBezTo>
                    <a:cubicBezTo>
                      <a:pt x="295" y="249"/>
                      <a:pt x="295" y="249"/>
                      <a:pt x="295" y="249"/>
                    </a:cubicBezTo>
                    <a:cubicBezTo>
                      <a:pt x="276" y="266"/>
                      <a:pt x="276" y="266"/>
                      <a:pt x="269" y="268"/>
                    </a:cubicBezTo>
                    <a:cubicBezTo>
                      <a:pt x="260" y="270"/>
                      <a:pt x="260" y="270"/>
                      <a:pt x="260" y="270"/>
                    </a:cubicBezTo>
                    <a:cubicBezTo>
                      <a:pt x="251" y="272"/>
                      <a:pt x="251" y="272"/>
                      <a:pt x="251" y="272"/>
                    </a:cubicBezTo>
                    <a:cubicBezTo>
                      <a:pt x="235" y="276"/>
                      <a:pt x="216" y="280"/>
                      <a:pt x="207" y="275"/>
                    </a:cubicBezTo>
                    <a:cubicBezTo>
                      <a:pt x="207" y="275"/>
                      <a:pt x="161" y="248"/>
                      <a:pt x="148" y="263"/>
                    </a:cubicBezTo>
                    <a:cubicBezTo>
                      <a:pt x="145" y="266"/>
                      <a:pt x="144" y="270"/>
                      <a:pt x="145" y="274"/>
                    </a:cubicBezTo>
                    <a:cubicBezTo>
                      <a:pt x="147" y="286"/>
                      <a:pt x="165" y="298"/>
                      <a:pt x="175" y="303"/>
                    </a:cubicBezTo>
                    <a:cubicBezTo>
                      <a:pt x="178" y="305"/>
                      <a:pt x="179" y="306"/>
                      <a:pt x="179" y="307"/>
                    </a:cubicBezTo>
                    <a:cubicBezTo>
                      <a:pt x="179" y="308"/>
                      <a:pt x="174" y="313"/>
                      <a:pt x="165" y="315"/>
                    </a:cubicBezTo>
                    <a:cubicBezTo>
                      <a:pt x="159" y="317"/>
                      <a:pt x="126" y="328"/>
                      <a:pt x="108" y="343"/>
                    </a:cubicBezTo>
                    <a:cubicBezTo>
                      <a:pt x="123" y="322"/>
                      <a:pt x="132" y="302"/>
                      <a:pt x="132" y="285"/>
                    </a:cubicBezTo>
                    <a:cubicBezTo>
                      <a:pt x="133" y="272"/>
                      <a:pt x="129" y="261"/>
                      <a:pt x="120" y="252"/>
                    </a:cubicBezTo>
                    <a:cubicBezTo>
                      <a:pt x="97" y="229"/>
                      <a:pt x="57" y="211"/>
                      <a:pt x="1" y="198"/>
                    </a:cubicBezTo>
                    <a:cubicBezTo>
                      <a:pt x="0" y="205"/>
                      <a:pt x="0" y="205"/>
                      <a:pt x="0" y="205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52" y="225"/>
                      <a:pt x="89" y="241"/>
                      <a:pt x="110" y="262"/>
                    </a:cubicBezTo>
                    <a:cubicBezTo>
                      <a:pt x="116" y="268"/>
                      <a:pt x="118" y="275"/>
                      <a:pt x="118" y="284"/>
                    </a:cubicBezTo>
                    <a:cubicBezTo>
                      <a:pt x="117" y="308"/>
                      <a:pt x="96" y="341"/>
                      <a:pt x="62" y="371"/>
                    </a:cubicBezTo>
                    <a:cubicBezTo>
                      <a:pt x="45" y="387"/>
                      <a:pt x="24" y="404"/>
                      <a:pt x="0" y="423"/>
                    </a:cubicBezTo>
                    <a:cubicBezTo>
                      <a:pt x="0" y="432"/>
                      <a:pt x="0" y="432"/>
                      <a:pt x="0" y="432"/>
                    </a:cubicBezTo>
                    <a:cubicBezTo>
                      <a:pt x="4" y="438"/>
                      <a:pt x="4" y="438"/>
                      <a:pt x="4" y="438"/>
                    </a:cubicBezTo>
                    <a:cubicBezTo>
                      <a:pt x="30" y="417"/>
                      <a:pt x="53" y="398"/>
                      <a:pt x="71" y="382"/>
                    </a:cubicBezTo>
                    <a:cubicBezTo>
                      <a:pt x="80" y="374"/>
                      <a:pt x="89" y="366"/>
                      <a:pt x="96" y="358"/>
                    </a:cubicBezTo>
                    <a:cubicBezTo>
                      <a:pt x="96" y="358"/>
                      <a:pt x="95" y="359"/>
                      <a:pt x="95" y="359"/>
                    </a:cubicBezTo>
                    <a:cubicBezTo>
                      <a:pt x="94" y="366"/>
                      <a:pt x="97" y="370"/>
                      <a:pt x="99" y="372"/>
                    </a:cubicBezTo>
                    <a:cubicBezTo>
                      <a:pt x="105" y="377"/>
                      <a:pt x="115" y="373"/>
                      <a:pt x="133" y="365"/>
                    </a:cubicBezTo>
                    <a:cubicBezTo>
                      <a:pt x="154" y="356"/>
                      <a:pt x="154" y="356"/>
                      <a:pt x="154" y="356"/>
                    </a:cubicBezTo>
                    <a:cubicBezTo>
                      <a:pt x="182" y="344"/>
                      <a:pt x="195" y="356"/>
                      <a:pt x="231" y="396"/>
                    </a:cubicBezTo>
                    <a:cubicBezTo>
                      <a:pt x="266" y="434"/>
                      <a:pt x="274" y="454"/>
                      <a:pt x="279" y="484"/>
                    </a:cubicBezTo>
                    <a:cubicBezTo>
                      <a:pt x="282" y="498"/>
                      <a:pt x="282" y="509"/>
                      <a:pt x="281" y="519"/>
                    </a:cubicBezTo>
                    <a:cubicBezTo>
                      <a:pt x="283" y="494"/>
                      <a:pt x="279" y="472"/>
                      <a:pt x="263" y="447"/>
                    </a:cubicBezTo>
                    <a:cubicBezTo>
                      <a:pt x="234" y="402"/>
                      <a:pt x="200" y="354"/>
                      <a:pt x="170" y="356"/>
                    </a:cubicBezTo>
                    <a:cubicBezTo>
                      <a:pt x="170" y="356"/>
                      <a:pt x="170" y="356"/>
                      <a:pt x="170" y="356"/>
                    </a:cubicBezTo>
                    <a:cubicBezTo>
                      <a:pt x="169" y="356"/>
                      <a:pt x="169" y="356"/>
                      <a:pt x="169" y="356"/>
                    </a:cubicBezTo>
                    <a:cubicBezTo>
                      <a:pt x="156" y="358"/>
                      <a:pt x="138" y="368"/>
                      <a:pt x="117" y="379"/>
                    </a:cubicBezTo>
                    <a:cubicBezTo>
                      <a:pt x="107" y="385"/>
                      <a:pt x="96" y="391"/>
                      <a:pt x="86" y="396"/>
                    </a:cubicBezTo>
                    <a:cubicBezTo>
                      <a:pt x="55" y="411"/>
                      <a:pt x="29" y="427"/>
                      <a:pt x="10" y="478"/>
                    </a:cubicBezTo>
                    <a:cubicBezTo>
                      <a:pt x="5" y="491"/>
                      <a:pt x="2" y="503"/>
                      <a:pt x="0" y="514"/>
                    </a:cubicBezTo>
                    <a:cubicBezTo>
                      <a:pt x="0" y="561"/>
                      <a:pt x="0" y="561"/>
                      <a:pt x="0" y="561"/>
                    </a:cubicBezTo>
                    <a:cubicBezTo>
                      <a:pt x="2" y="573"/>
                      <a:pt x="8" y="584"/>
                      <a:pt x="16" y="591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3" name="Freeform 634">
                <a:extLst>
                  <a:ext uri="{FF2B5EF4-FFF2-40B4-BE49-F238E27FC236}">
                    <a16:creationId xmlns:a16="http://schemas.microsoft.com/office/drawing/2014/main" id="{1A7D8F2C-A9F2-4AC3-BD8C-3F386BB9D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759"/>
                <a:ext cx="206" cy="241"/>
              </a:xfrm>
              <a:custGeom>
                <a:avLst/>
                <a:gdLst>
                  <a:gd name="T0" fmla="*/ 87 w 130"/>
                  <a:gd name="T1" fmla="*/ 387 h 153"/>
                  <a:gd name="T2" fmla="*/ 203 w 130"/>
                  <a:gd name="T3" fmla="*/ 0 h 153"/>
                  <a:gd name="T4" fmla="*/ 190 w 130"/>
                  <a:gd name="T5" fmla="*/ 117 h 153"/>
                  <a:gd name="T6" fmla="*/ 151 w 130"/>
                  <a:gd name="T7" fmla="*/ 427 h 153"/>
                  <a:gd name="T8" fmla="*/ 498 w 130"/>
                  <a:gd name="T9" fmla="*/ 1263 h 153"/>
                  <a:gd name="T10" fmla="*/ 1298 w 130"/>
                  <a:gd name="T11" fmla="*/ 1347 h 153"/>
                  <a:gd name="T12" fmla="*/ 1070 w 130"/>
                  <a:gd name="T13" fmla="*/ 1454 h 153"/>
                  <a:gd name="T14" fmla="*/ 379 w 130"/>
                  <a:gd name="T15" fmla="*/ 1282 h 153"/>
                  <a:gd name="T16" fmla="*/ 322 w 130"/>
                  <a:gd name="T17" fmla="*/ 1251 h 153"/>
                  <a:gd name="T18" fmla="*/ 13 w 130"/>
                  <a:gd name="T19" fmla="*/ 972 h 153"/>
                  <a:gd name="T20" fmla="*/ 52 w 130"/>
                  <a:gd name="T21" fmla="*/ 739 h 153"/>
                  <a:gd name="T22" fmla="*/ 87 w 130"/>
                  <a:gd name="T23" fmla="*/ 387 h 1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0" h="153">
                    <a:moveTo>
                      <a:pt x="9" y="40"/>
                    </a:moveTo>
                    <a:cubicBezTo>
                      <a:pt x="4" y="24"/>
                      <a:pt x="12" y="9"/>
                      <a:pt x="20" y="0"/>
                    </a:cubicBezTo>
                    <a:cubicBezTo>
                      <a:pt x="19" y="4"/>
                      <a:pt x="19" y="8"/>
                      <a:pt x="19" y="12"/>
                    </a:cubicBezTo>
                    <a:cubicBezTo>
                      <a:pt x="19" y="20"/>
                      <a:pt x="19" y="29"/>
                      <a:pt x="15" y="44"/>
                    </a:cubicBezTo>
                    <a:cubicBezTo>
                      <a:pt x="6" y="81"/>
                      <a:pt x="3" y="113"/>
                      <a:pt x="50" y="130"/>
                    </a:cubicBezTo>
                    <a:cubicBezTo>
                      <a:pt x="84" y="142"/>
                      <a:pt x="108" y="148"/>
                      <a:pt x="130" y="139"/>
                    </a:cubicBezTo>
                    <a:cubicBezTo>
                      <a:pt x="122" y="145"/>
                      <a:pt x="115" y="149"/>
                      <a:pt x="107" y="150"/>
                    </a:cubicBezTo>
                    <a:cubicBezTo>
                      <a:pt x="93" y="153"/>
                      <a:pt x="58" y="142"/>
                      <a:pt x="38" y="132"/>
                    </a:cubicBezTo>
                    <a:cubicBezTo>
                      <a:pt x="32" y="129"/>
                      <a:pt x="32" y="129"/>
                      <a:pt x="32" y="129"/>
                    </a:cubicBezTo>
                    <a:cubicBezTo>
                      <a:pt x="13" y="121"/>
                      <a:pt x="1" y="114"/>
                      <a:pt x="1" y="100"/>
                    </a:cubicBezTo>
                    <a:cubicBezTo>
                      <a:pt x="0" y="91"/>
                      <a:pt x="3" y="84"/>
                      <a:pt x="5" y="76"/>
                    </a:cubicBezTo>
                    <a:cubicBezTo>
                      <a:pt x="9" y="65"/>
                      <a:pt x="13" y="54"/>
                      <a:pt x="9" y="40"/>
                    </a:cubicBezTo>
                    <a:close/>
                  </a:path>
                </a:pathLst>
              </a:custGeom>
              <a:solidFill>
                <a:srgbClr val="CFC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4" name="Freeform 635">
                <a:extLst>
                  <a:ext uri="{FF2B5EF4-FFF2-40B4-BE49-F238E27FC236}">
                    <a16:creationId xmlns:a16="http://schemas.microsoft.com/office/drawing/2014/main" id="{AE57358E-CCF2-4097-80D5-FAA9AE7AD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500"/>
                <a:ext cx="469" cy="229"/>
              </a:xfrm>
              <a:custGeom>
                <a:avLst/>
                <a:gdLst>
                  <a:gd name="T0" fmla="*/ 1689 w 296"/>
                  <a:gd name="T1" fmla="*/ 1344 h 145"/>
                  <a:gd name="T2" fmla="*/ 979 w 296"/>
                  <a:gd name="T3" fmla="*/ 1107 h 145"/>
                  <a:gd name="T4" fmla="*/ 906 w 296"/>
                  <a:gd name="T5" fmla="*/ 1063 h 145"/>
                  <a:gd name="T6" fmla="*/ 68 w 296"/>
                  <a:gd name="T7" fmla="*/ 591 h 145"/>
                  <a:gd name="T8" fmla="*/ 63 w 296"/>
                  <a:gd name="T9" fmla="*/ 578 h 145"/>
                  <a:gd name="T10" fmla="*/ 13 w 296"/>
                  <a:gd name="T11" fmla="*/ 529 h 145"/>
                  <a:gd name="T12" fmla="*/ 184 w 296"/>
                  <a:gd name="T13" fmla="*/ 237 h 145"/>
                  <a:gd name="T14" fmla="*/ 190 w 296"/>
                  <a:gd name="T15" fmla="*/ 237 h 145"/>
                  <a:gd name="T16" fmla="*/ 190 w 296"/>
                  <a:gd name="T17" fmla="*/ 224 h 145"/>
                  <a:gd name="T18" fmla="*/ 1356 w 296"/>
                  <a:gd name="T19" fmla="*/ 202 h 145"/>
                  <a:gd name="T20" fmla="*/ 1524 w 296"/>
                  <a:gd name="T21" fmla="*/ 237 h 145"/>
                  <a:gd name="T22" fmla="*/ 2492 w 296"/>
                  <a:gd name="T23" fmla="*/ 216 h 145"/>
                  <a:gd name="T24" fmla="*/ 2546 w 296"/>
                  <a:gd name="T25" fmla="*/ 202 h 145"/>
                  <a:gd name="T26" fmla="*/ 2920 w 296"/>
                  <a:gd name="T27" fmla="*/ 155 h 145"/>
                  <a:gd name="T28" fmla="*/ 2946 w 296"/>
                  <a:gd name="T29" fmla="*/ 267 h 145"/>
                  <a:gd name="T30" fmla="*/ 2320 w 296"/>
                  <a:gd name="T31" fmla="*/ 965 h 145"/>
                  <a:gd name="T32" fmla="*/ 2015 w 296"/>
                  <a:gd name="T33" fmla="*/ 1150 h 145"/>
                  <a:gd name="T34" fmla="*/ 1689 w 296"/>
                  <a:gd name="T35" fmla="*/ 1344 h 1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6" h="145">
                    <a:moveTo>
                      <a:pt x="169" y="137"/>
                    </a:moveTo>
                    <a:cubicBezTo>
                      <a:pt x="146" y="145"/>
                      <a:pt x="124" y="130"/>
                      <a:pt x="98" y="113"/>
                    </a:cubicBezTo>
                    <a:cubicBezTo>
                      <a:pt x="91" y="108"/>
                      <a:pt x="91" y="108"/>
                      <a:pt x="91" y="108"/>
                    </a:cubicBezTo>
                    <a:cubicBezTo>
                      <a:pt x="62" y="89"/>
                      <a:pt x="25" y="69"/>
                      <a:pt x="7" y="60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2" y="57"/>
                      <a:pt x="1" y="55"/>
                      <a:pt x="1" y="54"/>
                    </a:cubicBezTo>
                    <a:cubicBezTo>
                      <a:pt x="0" y="48"/>
                      <a:pt x="6" y="38"/>
                      <a:pt x="18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35" y="0"/>
                      <a:pt x="103" y="14"/>
                      <a:pt x="136" y="20"/>
                    </a:cubicBezTo>
                    <a:cubicBezTo>
                      <a:pt x="153" y="24"/>
                      <a:pt x="153" y="24"/>
                      <a:pt x="153" y="24"/>
                    </a:cubicBezTo>
                    <a:cubicBezTo>
                      <a:pt x="178" y="28"/>
                      <a:pt x="216" y="31"/>
                      <a:pt x="250" y="22"/>
                    </a:cubicBezTo>
                    <a:cubicBezTo>
                      <a:pt x="255" y="20"/>
                      <a:pt x="255" y="20"/>
                      <a:pt x="255" y="20"/>
                    </a:cubicBezTo>
                    <a:cubicBezTo>
                      <a:pt x="270" y="16"/>
                      <a:pt x="286" y="11"/>
                      <a:pt x="292" y="16"/>
                    </a:cubicBezTo>
                    <a:cubicBezTo>
                      <a:pt x="294" y="17"/>
                      <a:pt x="295" y="21"/>
                      <a:pt x="295" y="27"/>
                    </a:cubicBezTo>
                    <a:cubicBezTo>
                      <a:pt x="296" y="50"/>
                      <a:pt x="257" y="86"/>
                      <a:pt x="232" y="98"/>
                    </a:cubicBezTo>
                    <a:cubicBezTo>
                      <a:pt x="219" y="103"/>
                      <a:pt x="210" y="110"/>
                      <a:pt x="202" y="117"/>
                    </a:cubicBezTo>
                    <a:cubicBezTo>
                      <a:pt x="192" y="124"/>
                      <a:pt x="183" y="131"/>
                      <a:pt x="169" y="137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5" name="Freeform 636">
                <a:extLst>
                  <a:ext uri="{FF2B5EF4-FFF2-40B4-BE49-F238E27FC236}">
                    <a16:creationId xmlns:a16="http://schemas.microsoft.com/office/drawing/2014/main" id="{BDDE9568-C4E2-4440-A7A2-258025731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" y="1647"/>
                <a:ext cx="546" cy="221"/>
              </a:xfrm>
              <a:custGeom>
                <a:avLst/>
                <a:gdLst>
                  <a:gd name="T0" fmla="*/ 1926 w 345"/>
                  <a:gd name="T1" fmla="*/ 1171 h 140"/>
                  <a:gd name="T2" fmla="*/ 1182 w 345"/>
                  <a:gd name="T3" fmla="*/ 1287 h 140"/>
                  <a:gd name="T4" fmla="*/ 1035 w 345"/>
                  <a:gd name="T5" fmla="*/ 1244 h 140"/>
                  <a:gd name="T6" fmla="*/ 0 w 345"/>
                  <a:gd name="T7" fmla="*/ 882 h 140"/>
                  <a:gd name="T8" fmla="*/ 0 w 345"/>
                  <a:gd name="T9" fmla="*/ 870 h 140"/>
                  <a:gd name="T10" fmla="*/ 584 w 345"/>
                  <a:gd name="T11" fmla="*/ 578 h 140"/>
                  <a:gd name="T12" fmla="*/ 804 w 345"/>
                  <a:gd name="T13" fmla="*/ 504 h 140"/>
                  <a:gd name="T14" fmla="*/ 1435 w 345"/>
                  <a:gd name="T15" fmla="*/ 224 h 140"/>
                  <a:gd name="T16" fmla="*/ 1926 w 345"/>
                  <a:gd name="T17" fmla="*/ 21 h 140"/>
                  <a:gd name="T18" fmla="*/ 2866 w 345"/>
                  <a:gd name="T19" fmla="*/ 421 h 140"/>
                  <a:gd name="T20" fmla="*/ 3048 w 345"/>
                  <a:gd name="T21" fmla="*/ 559 h 140"/>
                  <a:gd name="T22" fmla="*/ 3393 w 345"/>
                  <a:gd name="T23" fmla="*/ 965 h 140"/>
                  <a:gd name="T24" fmla="*/ 2937 w 345"/>
                  <a:gd name="T25" fmla="*/ 1012 h 140"/>
                  <a:gd name="T26" fmla="*/ 2284 w 345"/>
                  <a:gd name="T27" fmla="*/ 1039 h 140"/>
                  <a:gd name="T28" fmla="*/ 1926 w 345"/>
                  <a:gd name="T29" fmla="*/ 1171 h 1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5" h="140">
                    <a:moveTo>
                      <a:pt x="194" y="120"/>
                    </a:moveTo>
                    <a:cubicBezTo>
                      <a:pt x="172" y="131"/>
                      <a:pt x="153" y="140"/>
                      <a:pt x="119" y="131"/>
                    </a:cubicBezTo>
                    <a:cubicBezTo>
                      <a:pt x="104" y="127"/>
                      <a:pt x="104" y="127"/>
                      <a:pt x="104" y="127"/>
                    </a:cubicBezTo>
                    <a:cubicBezTo>
                      <a:pt x="70" y="119"/>
                      <a:pt x="1" y="102"/>
                      <a:pt x="0" y="90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78"/>
                      <a:pt x="30" y="68"/>
                      <a:pt x="59" y="59"/>
                    </a:cubicBezTo>
                    <a:cubicBezTo>
                      <a:pt x="81" y="51"/>
                      <a:pt x="81" y="51"/>
                      <a:pt x="81" y="51"/>
                    </a:cubicBezTo>
                    <a:cubicBezTo>
                      <a:pt x="103" y="43"/>
                      <a:pt x="125" y="32"/>
                      <a:pt x="145" y="23"/>
                    </a:cubicBezTo>
                    <a:cubicBezTo>
                      <a:pt x="165" y="13"/>
                      <a:pt x="184" y="3"/>
                      <a:pt x="194" y="2"/>
                    </a:cubicBezTo>
                    <a:cubicBezTo>
                      <a:pt x="211" y="0"/>
                      <a:pt x="236" y="3"/>
                      <a:pt x="289" y="43"/>
                    </a:cubicBezTo>
                    <a:cubicBezTo>
                      <a:pt x="307" y="57"/>
                      <a:pt x="307" y="57"/>
                      <a:pt x="307" y="57"/>
                    </a:cubicBezTo>
                    <a:cubicBezTo>
                      <a:pt x="341" y="81"/>
                      <a:pt x="345" y="85"/>
                      <a:pt x="342" y="98"/>
                    </a:cubicBezTo>
                    <a:cubicBezTo>
                      <a:pt x="341" y="104"/>
                      <a:pt x="313" y="103"/>
                      <a:pt x="296" y="103"/>
                    </a:cubicBezTo>
                    <a:cubicBezTo>
                      <a:pt x="274" y="102"/>
                      <a:pt x="249" y="101"/>
                      <a:pt x="230" y="106"/>
                    </a:cubicBezTo>
                    <a:cubicBezTo>
                      <a:pt x="216" y="110"/>
                      <a:pt x="205" y="115"/>
                      <a:pt x="194" y="120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6" name="Freeform 637">
                <a:extLst>
                  <a:ext uri="{FF2B5EF4-FFF2-40B4-BE49-F238E27FC236}">
                    <a16:creationId xmlns:a16="http://schemas.microsoft.com/office/drawing/2014/main" id="{7AED8940-3122-4B43-B4D0-E8BF5E554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1763"/>
                <a:ext cx="1025" cy="547"/>
              </a:xfrm>
              <a:custGeom>
                <a:avLst/>
                <a:gdLst>
                  <a:gd name="T0" fmla="*/ 1294 w 647"/>
                  <a:gd name="T1" fmla="*/ 2005 h 346"/>
                  <a:gd name="T2" fmla="*/ 369 w 647"/>
                  <a:gd name="T3" fmla="*/ 1570 h 346"/>
                  <a:gd name="T4" fmla="*/ 151 w 647"/>
                  <a:gd name="T5" fmla="*/ 1666 h 346"/>
                  <a:gd name="T6" fmla="*/ 0 w 647"/>
                  <a:gd name="T7" fmla="*/ 1730 h 346"/>
                  <a:gd name="T8" fmla="*/ 570 w 647"/>
                  <a:gd name="T9" fmla="*/ 1442 h 346"/>
                  <a:gd name="T10" fmla="*/ 808 w 647"/>
                  <a:gd name="T11" fmla="*/ 1238 h 346"/>
                  <a:gd name="T12" fmla="*/ 808 w 647"/>
                  <a:gd name="T13" fmla="*/ 1225 h 346"/>
                  <a:gd name="T14" fmla="*/ 700 w 647"/>
                  <a:gd name="T15" fmla="*/ 1067 h 346"/>
                  <a:gd name="T16" fmla="*/ 477 w 647"/>
                  <a:gd name="T17" fmla="*/ 885 h 346"/>
                  <a:gd name="T18" fmla="*/ 876 w 647"/>
                  <a:gd name="T19" fmla="*/ 1023 h 346"/>
                  <a:gd name="T20" fmla="*/ 1416 w 647"/>
                  <a:gd name="T21" fmla="*/ 1020 h 346"/>
                  <a:gd name="T22" fmla="*/ 1507 w 647"/>
                  <a:gd name="T23" fmla="*/ 999 h 346"/>
                  <a:gd name="T24" fmla="*/ 1586 w 647"/>
                  <a:gd name="T25" fmla="*/ 980 h 346"/>
                  <a:gd name="T26" fmla="*/ 1928 w 647"/>
                  <a:gd name="T27" fmla="*/ 762 h 346"/>
                  <a:gd name="T28" fmla="*/ 1933 w 647"/>
                  <a:gd name="T29" fmla="*/ 749 h 346"/>
                  <a:gd name="T30" fmla="*/ 2341 w 647"/>
                  <a:gd name="T31" fmla="*/ 624 h 346"/>
                  <a:gd name="T32" fmla="*/ 2585 w 647"/>
                  <a:gd name="T33" fmla="*/ 624 h 346"/>
                  <a:gd name="T34" fmla="*/ 2817 w 647"/>
                  <a:gd name="T35" fmla="*/ 700 h 346"/>
                  <a:gd name="T36" fmla="*/ 3205 w 647"/>
                  <a:gd name="T37" fmla="*/ 830 h 346"/>
                  <a:gd name="T38" fmla="*/ 3721 w 647"/>
                  <a:gd name="T39" fmla="*/ 345 h 346"/>
                  <a:gd name="T40" fmla="*/ 3755 w 647"/>
                  <a:gd name="T41" fmla="*/ 270 h 346"/>
                  <a:gd name="T42" fmla="*/ 3892 w 647"/>
                  <a:gd name="T43" fmla="*/ 0 h 346"/>
                  <a:gd name="T44" fmla="*/ 3824 w 647"/>
                  <a:gd name="T45" fmla="*/ 270 h 346"/>
                  <a:gd name="T46" fmla="*/ 3840 w 647"/>
                  <a:gd name="T47" fmla="*/ 408 h 346"/>
                  <a:gd name="T48" fmla="*/ 3858 w 647"/>
                  <a:gd name="T49" fmla="*/ 495 h 346"/>
                  <a:gd name="T50" fmla="*/ 3810 w 647"/>
                  <a:gd name="T51" fmla="*/ 680 h 346"/>
                  <a:gd name="T52" fmla="*/ 3755 w 647"/>
                  <a:gd name="T53" fmla="*/ 937 h 346"/>
                  <a:gd name="T54" fmla="*/ 3763 w 647"/>
                  <a:gd name="T55" fmla="*/ 956 h 346"/>
                  <a:gd name="T56" fmla="*/ 4151 w 647"/>
                  <a:gd name="T57" fmla="*/ 1375 h 346"/>
                  <a:gd name="T58" fmla="*/ 4214 w 647"/>
                  <a:gd name="T59" fmla="*/ 1399 h 346"/>
                  <a:gd name="T60" fmla="*/ 4989 w 647"/>
                  <a:gd name="T61" fmla="*/ 1592 h 346"/>
                  <a:gd name="T62" fmla="*/ 5478 w 647"/>
                  <a:gd name="T63" fmla="*/ 1287 h 346"/>
                  <a:gd name="T64" fmla="*/ 5507 w 647"/>
                  <a:gd name="T65" fmla="*/ 1260 h 346"/>
                  <a:gd name="T66" fmla="*/ 5895 w 647"/>
                  <a:gd name="T67" fmla="*/ 1075 h 346"/>
                  <a:gd name="T68" fmla="*/ 6250 w 647"/>
                  <a:gd name="T69" fmla="*/ 933 h 346"/>
                  <a:gd name="T70" fmla="*/ 6457 w 647"/>
                  <a:gd name="T71" fmla="*/ 743 h 346"/>
                  <a:gd name="T72" fmla="*/ 6350 w 647"/>
                  <a:gd name="T73" fmla="*/ 904 h 346"/>
                  <a:gd name="T74" fmla="*/ 5749 w 647"/>
                  <a:gd name="T75" fmla="*/ 1244 h 346"/>
                  <a:gd name="T76" fmla="*/ 5675 w 647"/>
                  <a:gd name="T77" fmla="*/ 1277 h 346"/>
                  <a:gd name="T78" fmla="*/ 5412 w 647"/>
                  <a:gd name="T79" fmla="*/ 1429 h 346"/>
                  <a:gd name="T80" fmla="*/ 5070 w 647"/>
                  <a:gd name="T81" fmla="*/ 1617 h 346"/>
                  <a:gd name="T82" fmla="*/ 4472 w 647"/>
                  <a:gd name="T83" fmla="*/ 1665 h 346"/>
                  <a:gd name="T84" fmla="*/ 3463 w 647"/>
                  <a:gd name="T85" fmla="*/ 2155 h 346"/>
                  <a:gd name="T86" fmla="*/ 3363 w 647"/>
                  <a:gd name="T87" fmla="*/ 2292 h 346"/>
                  <a:gd name="T88" fmla="*/ 3130 w 647"/>
                  <a:gd name="T89" fmla="*/ 2436 h 346"/>
                  <a:gd name="T90" fmla="*/ 2866 w 647"/>
                  <a:gd name="T91" fmla="*/ 2604 h 346"/>
                  <a:gd name="T92" fmla="*/ 2424 w 647"/>
                  <a:gd name="T93" fmla="*/ 2686 h 346"/>
                  <a:gd name="T94" fmla="*/ 2357 w 647"/>
                  <a:gd name="T95" fmla="*/ 2675 h 346"/>
                  <a:gd name="T96" fmla="*/ 1960 w 647"/>
                  <a:gd name="T97" fmla="*/ 2754 h 346"/>
                  <a:gd name="T98" fmla="*/ 1857 w 647"/>
                  <a:gd name="T99" fmla="*/ 3021 h 346"/>
                  <a:gd name="T100" fmla="*/ 1857 w 647"/>
                  <a:gd name="T101" fmla="*/ 3094 h 346"/>
                  <a:gd name="T102" fmla="*/ 1857 w 647"/>
                  <a:gd name="T103" fmla="*/ 3129 h 346"/>
                  <a:gd name="T104" fmla="*/ 1809 w 647"/>
                  <a:gd name="T105" fmla="*/ 3420 h 346"/>
                  <a:gd name="T106" fmla="*/ 1831 w 647"/>
                  <a:gd name="T107" fmla="*/ 3182 h 346"/>
                  <a:gd name="T108" fmla="*/ 1812 w 647"/>
                  <a:gd name="T109" fmla="*/ 2956 h 346"/>
                  <a:gd name="T110" fmla="*/ 1294 w 647"/>
                  <a:gd name="T111" fmla="*/ 2005 h 34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47" h="346">
                    <a:moveTo>
                      <a:pt x="130" y="203"/>
                    </a:moveTo>
                    <a:cubicBezTo>
                      <a:pt x="96" y="166"/>
                      <a:pt x="76" y="144"/>
                      <a:pt x="37" y="159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0" y="171"/>
                      <a:pt x="4" y="174"/>
                      <a:pt x="0" y="175"/>
                    </a:cubicBezTo>
                    <a:cubicBezTo>
                      <a:pt x="8" y="166"/>
                      <a:pt x="38" y="151"/>
                      <a:pt x="57" y="146"/>
                    </a:cubicBezTo>
                    <a:cubicBezTo>
                      <a:pt x="71" y="142"/>
                      <a:pt x="80" y="134"/>
                      <a:pt x="81" y="125"/>
                    </a:cubicBezTo>
                    <a:cubicBezTo>
                      <a:pt x="81" y="125"/>
                      <a:pt x="81" y="124"/>
                      <a:pt x="81" y="124"/>
                    </a:cubicBezTo>
                    <a:cubicBezTo>
                      <a:pt x="81" y="119"/>
                      <a:pt x="79" y="113"/>
                      <a:pt x="70" y="108"/>
                    </a:cubicBezTo>
                    <a:cubicBezTo>
                      <a:pt x="59" y="102"/>
                      <a:pt x="50" y="94"/>
                      <a:pt x="48" y="90"/>
                    </a:cubicBezTo>
                    <a:cubicBezTo>
                      <a:pt x="54" y="89"/>
                      <a:pt x="74" y="96"/>
                      <a:pt x="88" y="104"/>
                    </a:cubicBezTo>
                    <a:cubicBezTo>
                      <a:pt x="102" y="113"/>
                      <a:pt x="123" y="107"/>
                      <a:pt x="142" y="103"/>
                    </a:cubicBezTo>
                    <a:cubicBezTo>
                      <a:pt x="151" y="101"/>
                      <a:pt x="151" y="101"/>
                      <a:pt x="151" y="101"/>
                    </a:cubicBezTo>
                    <a:cubicBezTo>
                      <a:pt x="159" y="99"/>
                      <a:pt x="159" y="99"/>
                      <a:pt x="159" y="99"/>
                    </a:cubicBezTo>
                    <a:cubicBezTo>
                      <a:pt x="171" y="97"/>
                      <a:pt x="172" y="96"/>
                      <a:pt x="193" y="77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211" y="61"/>
                      <a:pt x="221" y="62"/>
                      <a:pt x="235" y="63"/>
                    </a:cubicBezTo>
                    <a:cubicBezTo>
                      <a:pt x="242" y="64"/>
                      <a:pt x="250" y="64"/>
                      <a:pt x="259" y="63"/>
                    </a:cubicBezTo>
                    <a:cubicBezTo>
                      <a:pt x="269" y="62"/>
                      <a:pt x="274" y="66"/>
                      <a:pt x="282" y="71"/>
                    </a:cubicBezTo>
                    <a:cubicBezTo>
                      <a:pt x="291" y="77"/>
                      <a:pt x="303" y="85"/>
                      <a:pt x="321" y="84"/>
                    </a:cubicBezTo>
                    <a:cubicBezTo>
                      <a:pt x="355" y="82"/>
                      <a:pt x="364" y="57"/>
                      <a:pt x="373" y="35"/>
                    </a:cubicBezTo>
                    <a:cubicBezTo>
                      <a:pt x="376" y="27"/>
                      <a:pt x="376" y="27"/>
                      <a:pt x="376" y="27"/>
                    </a:cubicBezTo>
                    <a:cubicBezTo>
                      <a:pt x="381" y="15"/>
                      <a:pt x="385" y="7"/>
                      <a:pt x="390" y="0"/>
                    </a:cubicBezTo>
                    <a:cubicBezTo>
                      <a:pt x="386" y="8"/>
                      <a:pt x="383" y="17"/>
                      <a:pt x="383" y="27"/>
                    </a:cubicBezTo>
                    <a:cubicBezTo>
                      <a:pt x="383" y="32"/>
                      <a:pt x="383" y="36"/>
                      <a:pt x="385" y="41"/>
                    </a:cubicBezTo>
                    <a:cubicBezTo>
                      <a:pt x="386" y="44"/>
                      <a:pt x="386" y="47"/>
                      <a:pt x="386" y="50"/>
                    </a:cubicBezTo>
                    <a:cubicBezTo>
                      <a:pt x="386" y="56"/>
                      <a:pt x="384" y="62"/>
                      <a:pt x="382" y="69"/>
                    </a:cubicBezTo>
                    <a:cubicBezTo>
                      <a:pt x="379" y="76"/>
                      <a:pt x="376" y="85"/>
                      <a:pt x="376" y="95"/>
                    </a:cubicBezTo>
                    <a:cubicBezTo>
                      <a:pt x="376" y="96"/>
                      <a:pt x="376" y="97"/>
                      <a:pt x="377" y="97"/>
                    </a:cubicBezTo>
                    <a:cubicBezTo>
                      <a:pt x="377" y="122"/>
                      <a:pt x="398" y="131"/>
                      <a:pt x="416" y="139"/>
                    </a:cubicBezTo>
                    <a:cubicBezTo>
                      <a:pt x="422" y="142"/>
                      <a:pt x="422" y="142"/>
                      <a:pt x="422" y="142"/>
                    </a:cubicBezTo>
                    <a:cubicBezTo>
                      <a:pt x="436" y="149"/>
                      <a:pt x="478" y="166"/>
                      <a:pt x="500" y="161"/>
                    </a:cubicBezTo>
                    <a:cubicBezTo>
                      <a:pt x="517" y="158"/>
                      <a:pt x="530" y="147"/>
                      <a:pt x="549" y="130"/>
                    </a:cubicBezTo>
                    <a:cubicBezTo>
                      <a:pt x="552" y="128"/>
                      <a:pt x="552" y="128"/>
                      <a:pt x="552" y="128"/>
                    </a:cubicBezTo>
                    <a:cubicBezTo>
                      <a:pt x="563" y="118"/>
                      <a:pt x="577" y="114"/>
                      <a:pt x="591" y="109"/>
                    </a:cubicBezTo>
                    <a:cubicBezTo>
                      <a:pt x="603" y="105"/>
                      <a:pt x="615" y="101"/>
                      <a:pt x="626" y="94"/>
                    </a:cubicBezTo>
                    <a:cubicBezTo>
                      <a:pt x="637" y="88"/>
                      <a:pt x="643" y="81"/>
                      <a:pt x="647" y="75"/>
                    </a:cubicBezTo>
                    <a:cubicBezTo>
                      <a:pt x="646" y="80"/>
                      <a:pt x="643" y="85"/>
                      <a:pt x="636" y="92"/>
                    </a:cubicBezTo>
                    <a:cubicBezTo>
                      <a:pt x="618" y="110"/>
                      <a:pt x="600" y="117"/>
                      <a:pt x="576" y="126"/>
                    </a:cubicBezTo>
                    <a:cubicBezTo>
                      <a:pt x="569" y="129"/>
                      <a:pt x="569" y="129"/>
                      <a:pt x="569" y="129"/>
                    </a:cubicBezTo>
                    <a:cubicBezTo>
                      <a:pt x="556" y="134"/>
                      <a:pt x="549" y="140"/>
                      <a:pt x="542" y="145"/>
                    </a:cubicBezTo>
                    <a:cubicBezTo>
                      <a:pt x="534" y="152"/>
                      <a:pt x="527" y="158"/>
                      <a:pt x="508" y="164"/>
                    </a:cubicBezTo>
                    <a:cubicBezTo>
                      <a:pt x="488" y="170"/>
                      <a:pt x="464" y="169"/>
                      <a:pt x="448" y="168"/>
                    </a:cubicBezTo>
                    <a:cubicBezTo>
                      <a:pt x="388" y="158"/>
                      <a:pt x="363" y="195"/>
                      <a:pt x="347" y="218"/>
                    </a:cubicBezTo>
                    <a:cubicBezTo>
                      <a:pt x="343" y="224"/>
                      <a:pt x="340" y="229"/>
                      <a:pt x="337" y="232"/>
                    </a:cubicBezTo>
                    <a:cubicBezTo>
                      <a:pt x="329" y="240"/>
                      <a:pt x="322" y="243"/>
                      <a:pt x="314" y="247"/>
                    </a:cubicBezTo>
                    <a:cubicBezTo>
                      <a:pt x="306" y="251"/>
                      <a:pt x="298" y="256"/>
                      <a:pt x="287" y="264"/>
                    </a:cubicBezTo>
                    <a:cubicBezTo>
                      <a:pt x="271" y="277"/>
                      <a:pt x="260" y="275"/>
                      <a:pt x="243" y="272"/>
                    </a:cubicBezTo>
                    <a:cubicBezTo>
                      <a:pt x="236" y="271"/>
                      <a:pt x="236" y="271"/>
                      <a:pt x="236" y="271"/>
                    </a:cubicBezTo>
                    <a:cubicBezTo>
                      <a:pt x="214" y="267"/>
                      <a:pt x="202" y="273"/>
                      <a:pt x="196" y="279"/>
                    </a:cubicBezTo>
                    <a:cubicBezTo>
                      <a:pt x="189" y="286"/>
                      <a:pt x="186" y="295"/>
                      <a:pt x="186" y="306"/>
                    </a:cubicBezTo>
                    <a:cubicBezTo>
                      <a:pt x="186" y="308"/>
                      <a:pt x="186" y="310"/>
                      <a:pt x="186" y="313"/>
                    </a:cubicBezTo>
                    <a:cubicBezTo>
                      <a:pt x="186" y="314"/>
                      <a:pt x="186" y="316"/>
                      <a:pt x="186" y="317"/>
                    </a:cubicBezTo>
                    <a:cubicBezTo>
                      <a:pt x="186" y="326"/>
                      <a:pt x="184" y="336"/>
                      <a:pt x="181" y="346"/>
                    </a:cubicBezTo>
                    <a:cubicBezTo>
                      <a:pt x="183" y="338"/>
                      <a:pt x="184" y="331"/>
                      <a:pt x="184" y="322"/>
                    </a:cubicBezTo>
                    <a:cubicBezTo>
                      <a:pt x="184" y="315"/>
                      <a:pt x="183" y="308"/>
                      <a:pt x="182" y="299"/>
                    </a:cubicBezTo>
                    <a:cubicBezTo>
                      <a:pt x="176" y="267"/>
                      <a:pt x="167" y="244"/>
                      <a:pt x="130" y="203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7" name="Freeform 638">
                <a:extLst>
                  <a:ext uri="{FF2B5EF4-FFF2-40B4-BE49-F238E27FC236}">
                    <a16:creationId xmlns:a16="http://schemas.microsoft.com/office/drawing/2014/main" id="{F3E165B8-E59E-4710-924C-412DDFBFE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2057"/>
                <a:ext cx="415" cy="354"/>
              </a:xfrm>
              <a:custGeom>
                <a:avLst/>
                <a:gdLst>
                  <a:gd name="T0" fmla="*/ 120 w 262"/>
                  <a:gd name="T1" fmla="*/ 1122 h 224"/>
                  <a:gd name="T2" fmla="*/ 808 w 262"/>
                  <a:gd name="T3" fmla="*/ 395 h 224"/>
                  <a:gd name="T4" fmla="*/ 1129 w 262"/>
                  <a:gd name="T5" fmla="*/ 224 h 224"/>
                  <a:gd name="T6" fmla="*/ 1593 w 262"/>
                  <a:gd name="T7" fmla="*/ 13 h 224"/>
                  <a:gd name="T8" fmla="*/ 2393 w 262"/>
                  <a:gd name="T9" fmla="*/ 849 h 224"/>
                  <a:gd name="T10" fmla="*/ 2479 w 262"/>
                  <a:gd name="T11" fmla="*/ 1851 h 224"/>
                  <a:gd name="T12" fmla="*/ 2002 w 262"/>
                  <a:gd name="T13" fmla="*/ 2178 h 224"/>
                  <a:gd name="T14" fmla="*/ 1945 w 262"/>
                  <a:gd name="T15" fmla="*/ 2170 h 224"/>
                  <a:gd name="T16" fmla="*/ 1638 w 262"/>
                  <a:gd name="T17" fmla="*/ 2178 h 224"/>
                  <a:gd name="T18" fmla="*/ 150 w 262"/>
                  <a:gd name="T19" fmla="*/ 2088 h 224"/>
                  <a:gd name="T20" fmla="*/ 0 w 262"/>
                  <a:gd name="T21" fmla="*/ 1686 h 224"/>
                  <a:gd name="T22" fmla="*/ 120 w 262"/>
                  <a:gd name="T23" fmla="*/ 1122 h 2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2" h="224">
                    <a:moveTo>
                      <a:pt x="12" y="114"/>
                    </a:moveTo>
                    <a:cubicBezTo>
                      <a:pt x="30" y="68"/>
                      <a:pt x="52" y="54"/>
                      <a:pt x="81" y="40"/>
                    </a:cubicBezTo>
                    <a:cubicBezTo>
                      <a:pt x="92" y="35"/>
                      <a:pt x="103" y="29"/>
                      <a:pt x="113" y="23"/>
                    </a:cubicBezTo>
                    <a:cubicBezTo>
                      <a:pt x="132" y="13"/>
                      <a:pt x="149" y="3"/>
                      <a:pt x="160" y="1"/>
                    </a:cubicBezTo>
                    <a:cubicBezTo>
                      <a:pt x="185" y="0"/>
                      <a:pt x="223" y="60"/>
                      <a:pt x="240" y="86"/>
                    </a:cubicBezTo>
                    <a:cubicBezTo>
                      <a:pt x="262" y="119"/>
                      <a:pt x="258" y="144"/>
                      <a:pt x="249" y="188"/>
                    </a:cubicBezTo>
                    <a:cubicBezTo>
                      <a:pt x="242" y="222"/>
                      <a:pt x="225" y="222"/>
                      <a:pt x="201" y="221"/>
                    </a:cubicBezTo>
                    <a:cubicBezTo>
                      <a:pt x="195" y="220"/>
                      <a:pt x="195" y="220"/>
                      <a:pt x="195" y="220"/>
                    </a:cubicBezTo>
                    <a:cubicBezTo>
                      <a:pt x="189" y="220"/>
                      <a:pt x="178" y="221"/>
                      <a:pt x="164" y="221"/>
                    </a:cubicBezTo>
                    <a:cubicBezTo>
                      <a:pt x="123" y="222"/>
                      <a:pt x="29" y="224"/>
                      <a:pt x="15" y="212"/>
                    </a:cubicBezTo>
                    <a:cubicBezTo>
                      <a:pt x="5" y="203"/>
                      <a:pt x="0" y="189"/>
                      <a:pt x="0" y="171"/>
                    </a:cubicBezTo>
                    <a:cubicBezTo>
                      <a:pt x="0" y="154"/>
                      <a:pt x="4" y="135"/>
                      <a:pt x="12" y="114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8" name="Freeform 639">
                <a:extLst>
                  <a:ext uri="{FF2B5EF4-FFF2-40B4-BE49-F238E27FC236}">
                    <a16:creationId xmlns:a16="http://schemas.microsoft.com/office/drawing/2014/main" id="{AEB5E940-FA8A-451A-BC27-0F01DA1C4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509"/>
                <a:ext cx="607" cy="270"/>
              </a:xfrm>
              <a:custGeom>
                <a:avLst/>
                <a:gdLst>
                  <a:gd name="T0" fmla="*/ 379 w 383"/>
                  <a:gd name="T1" fmla="*/ 744 h 171"/>
                  <a:gd name="T2" fmla="*/ 808 w 383"/>
                  <a:gd name="T3" fmla="*/ 1012 h 171"/>
                  <a:gd name="T4" fmla="*/ 1891 w 383"/>
                  <a:gd name="T5" fmla="*/ 1577 h 171"/>
                  <a:gd name="T6" fmla="*/ 2911 w 383"/>
                  <a:gd name="T7" fmla="*/ 1426 h 171"/>
                  <a:gd name="T8" fmla="*/ 2959 w 383"/>
                  <a:gd name="T9" fmla="*/ 1407 h 171"/>
                  <a:gd name="T10" fmla="*/ 3179 w 383"/>
                  <a:gd name="T11" fmla="*/ 1306 h 171"/>
                  <a:gd name="T12" fmla="*/ 3791 w 383"/>
                  <a:gd name="T13" fmla="*/ 827 h 171"/>
                  <a:gd name="T14" fmla="*/ 3791 w 383"/>
                  <a:gd name="T15" fmla="*/ 641 h 171"/>
                  <a:gd name="T16" fmla="*/ 3041 w 383"/>
                  <a:gd name="T17" fmla="*/ 387 h 171"/>
                  <a:gd name="T18" fmla="*/ 2612 w 383"/>
                  <a:gd name="T19" fmla="*/ 305 h 171"/>
                  <a:gd name="T20" fmla="*/ 1628 w 383"/>
                  <a:gd name="T21" fmla="*/ 150 h 171"/>
                  <a:gd name="T22" fmla="*/ 1098 w 383"/>
                  <a:gd name="T23" fmla="*/ 68 h 171"/>
                  <a:gd name="T24" fmla="*/ 108 w 383"/>
                  <a:gd name="T25" fmla="*/ 117 h 171"/>
                  <a:gd name="T26" fmla="*/ 52 w 383"/>
                  <a:gd name="T27" fmla="*/ 224 h 171"/>
                  <a:gd name="T28" fmla="*/ 40 w 383"/>
                  <a:gd name="T29" fmla="*/ 292 h 171"/>
                  <a:gd name="T30" fmla="*/ 379 w 383"/>
                  <a:gd name="T31" fmla="*/ 744 h 17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3" h="171">
                    <a:moveTo>
                      <a:pt x="38" y="76"/>
                    </a:moveTo>
                    <a:cubicBezTo>
                      <a:pt x="50" y="83"/>
                      <a:pt x="65" y="93"/>
                      <a:pt x="81" y="103"/>
                    </a:cubicBezTo>
                    <a:cubicBezTo>
                      <a:pt x="115" y="127"/>
                      <a:pt x="154" y="153"/>
                      <a:pt x="189" y="161"/>
                    </a:cubicBezTo>
                    <a:cubicBezTo>
                      <a:pt x="238" y="171"/>
                      <a:pt x="254" y="164"/>
                      <a:pt x="291" y="145"/>
                    </a:cubicBezTo>
                    <a:cubicBezTo>
                      <a:pt x="296" y="143"/>
                      <a:pt x="296" y="143"/>
                      <a:pt x="296" y="143"/>
                    </a:cubicBezTo>
                    <a:cubicBezTo>
                      <a:pt x="318" y="133"/>
                      <a:pt x="318" y="133"/>
                      <a:pt x="318" y="133"/>
                    </a:cubicBezTo>
                    <a:cubicBezTo>
                      <a:pt x="347" y="120"/>
                      <a:pt x="368" y="110"/>
                      <a:pt x="379" y="84"/>
                    </a:cubicBezTo>
                    <a:cubicBezTo>
                      <a:pt x="383" y="76"/>
                      <a:pt x="381" y="69"/>
                      <a:pt x="379" y="65"/>
                    </a:cubicBezTo>
                    <a:cubicBezTo>
                      <a:pt x="370" y="50"/>
                      <a:pt x="341" y="45"/>
                      <a:pt x="304" y="39"/>
                    </a:cubicBezTo>
                    <a:cubicBezTo>
                      <a:pt x="290" y="37"/>
                      <a:pt x="275" y="34"/>
                      <a:pt x="261" y="31"/>
                    </a:cubicBezTo>
                    <a:cubicBezTo>
                      <a:pt x="226" y="23"/>
                      <a:pt x="194" y="19"/>
                      <a:pt x="163" y="15"/>
                    </a:cubicBezTo>
                    <a:cubicBezTo>
                      <a:pt x="145" y="12"/>
                      <a:pt x="127" y="10"/>
                      <a:pt x="110" y="7"/>
                    </a:cubicBezTo>
                    <a:cubicBezTo>
                      <a:pt x="74" y="1"/>
                      <a:pt x="27" y="0"/>
                      <a:pt x="11" y="12"/>
                    </a:cubicBezTo>
                    <a:cubicBezTo>
                      <a:pt x="7" y="16"/>
                      <a:pt x="6" y="20"/>
                      <a:pt x="5" y="23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0" y="50"/>
                      <a:pt x="3" y="57"/>
                      <a:pt x="38" y="76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9" name="Freeform 640">
                <a:extLst>
                  <a:ext uri="{FF2B5EF4-FFF2-40B4-BE49-F238E27FC236}">
                    <a16:creationId xmlns:a16="http://schemas.microsoft.com/office/drawing/2014/main" id="{500CED9A-C8FE-4581-BA9E-5F7C82742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530"/>
                <a:ext cx="554" cy="226"/>
              </a:xfrm>
              <a:custGeom>
                <a:avLst/>
                <a:gdLst>
                  <a:gd name="T0" fmla="*/ 13 w 350"/>
                  <a:gd name="T1" fmla="*/ 202 h 143"/>
                  <a:gd name="T2" fmla="*/ 21 w 350"/>
                  <a:gd name="T3" fmla="*/ 117 h 143"/>
                  <a:gd name="T4" fmla="*/ 21 w 350"/>
                  <a:gd name="T5" fmla="*/ 107 h 143"/>
                  <a:gd name="T6" fmla="*/ 904 w 350"/>
                  <a:gd name="T7" fmla="*/ 82 h 143"/>
                  <a:gd name="T8" fmla="*/ 1431 w 350"/>
                  <a:gd name="T9" fmla="*/ 158 h 143"/>
                  <a:gd name="T10" fmla="*/ 2390 w 350"/>
                  <a:gd name="T11" fmla="*/ 319 h 143"/>
                  <a:gd name="T12" fmla="*/ 2824 w 350"/>
                  <a:gd name="T13" fmla="*/ 395 h 143"/>
                  <a:gd name="T14" fmla="*/ 3465 w 350"/>
                  <a:gd name="T15" fmla="*/ 580 h 143"/>
                  <a:gd name="T16" fmla="*/ 3465 w 350"/>
                  <a:gd name="T17" fmla="*/ 645 h 143"/>
                  <a:gd name="T18" fmla="*/ 2931 w 350"/>
                  <a:gd name="T19" fmla="*/ 1054 h 143"/>
                  <a:gd name="T20" fmla="*/ 2713 w 350"/>
                  <a:gd name="T21" fmla="*/ 1152 h 143"/>
                  <a:gd name="T22" fmla="*/ 2661 w 350"/>
                  <a:gd name="T23" fmla="*/ 1184 h 143"/>
                  <a:gd name="T24" fmla="*/ 1736 w 350"/>
                  <a:gd name="T25" fmla="*/ 1321 h 143"/>
                  <a:gd name="T26" fmla="*/ 714 w 350"/>
                  <a:gd name="T27" fmla="*/ 782 h 143"/>
                  <a:gd name="T28" fmla="*/ 271 w 350"/>
                  <a:gd name="T29" fmla="*/ 495 h 143"/>
                  <a:gd name="T30" fmla="*/ 0 w 350"/>
                  <a:gd name="T31" fmla="*/ 267 h 143"/>
                  <a:gd name="T32" fmla="*/ 13 w 350"/>
                  <a:gd name="T33" fmla="*/ 202 h 1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0" h="143">
                    <a:moveTo>
                      <a:pt x="1" y="20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1"/>
                    </a:cubicBezTo>
                    <a:cubicBezTo>
                      <a:pt x="5" y="5"/>
                      <a:pt x="41" y="0"/>
                      <a:pt x="91" y="8"/>
                    </a:cubicBezTo>
                    <a:cubicBezTo>
                      <a:pt x="108" y="11"/>
                      <a:pt x="126" y="14"/>
                      <a:pt x="144" y="16"/>
                    </a:cubicBezTo>
                    <a:cubicBezTo>
                      <a:pt x="175" y="20"/>
                      <a:pt x="206" y="25"/>
                      <a:pt x="241" y="32"/>
                    </a:cubicBezTo>
                    <a:cubicBezTo>
                      <a:pt x="255" y="35"/>
                      <a:pt x="270" y="38"/>
                      <a:pt x="284" y="40"/>
                    </a:cubicBezTo>
                    <a:cubicBezTo>
                      <a:pt x="312" y="45"/>
                      <a:pt x="344" y="50"/>
                      <a:pt x="349" y="59"/>
                    </a:cubicBezTo>
                    <a:cubicBezTo>
                      <a:pt x="350" y="60"/>
                      <a:pt x="350" y="62"/>
                      <a:pt x="349" y="65"/>
                    </a:cubicBezTo>
                    <a:cubicBezTo>
                      <a:pt x="340" y="86"/>
                      <a:pt x="322" y="95"/>
                      <a:pt x="295" y="107"/>
                    </a:cubicBezTo>
                    <a:cubicBezTo>
                      <a:pt x="273" y="117"/>
                      <a:pt x="273" y="117"/>
                      <a:pt x="273" y="117"/>
                    </a:cubicBezTo>
                    <a:cubicBezTo>
                      <a:pt x="268" y="120"/>
                      <a:pt x="268" y="120"/>
                      <a:pt x="268" y="120"/>
                    </a:cubicBezTo>
                    <a:cubicBezTo>
                      <a:pt x="232" y="137"/>
                      <a:pt x="219" y="143"/>
                      <a:pt x="175" y="134"/>
                    </a:cubicBezTo>
                    <a:cubicBezTo>
                      <a:pt x="143" y="127"/>
                      <a:pt x="105" y="101"/>
                      <a:pt x="72" y="79"/>
                    </a:cubicBezTo>
                    <a:cubicBezTo>
                      <a:pt x="56" y="68"/>
                      <a:pt x="40" y="57"/>
                      <a:pt x="27" y="50"/>
                    </a:cubicBezTo>
                    <a:cubicBezTo>
                      <a:pt x="5" y="38"/>
                      <a:pt x="0" y="34"/>
                      <a:pt x="0" y="27"/>
                    </a:cubicBezTo>
                    <a:cubicBezTo>
                      <a:pt x="0" y="25"/>
                      <a:pt x="0" y="22"/>
                      <a:pt x="1" y="20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0" name="Freeform 641">
                <a:extLst>
                  <a:ext uri="{FF2B5EF4-FFF2-40B4-BE49-F238E27FC236}">
                    <a16:creationId xmlns:a16="http://schemas.microsoft.com/office/drawing/2014/main" id="{0465A332-CC99-4AB3-A499-4FE7A9858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874"/>
                <a:ext cx="2" cy="2"/>
              </a:xfrm>
              <a:custGeom>
                <a:avLst/>
                <a:gdLst>
                  <a:gd name="T0" fmla="*/ 32 w 1"/>
                  <a:gd name="T1" fmla="*/ 32 h 1"/>
                  <a:gd name="T2" fmla="*/ 0 w 1"/>
                  <a:gd name="T3" fmla="*/ 0 h 1"/>
                  <a:gd name="T4" fmla="*/ 0 w 1"/>
                  <a:gd name="T5" fmla="*/ 0 h 1"/>
                  <a:gd name="T6" fmla="*/ 32 w 1"/>
                  <a:gd name="T7" fmla="*/ 32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1" name="Freeform 642">
                <a:extLst>
                  <a:ext uri="{FF2B5EF4-FFF2-40B4-BE49-F238E27FC236}">
                    <a16:creationId xmlns:a16="http://schemas.microsoft.com/office/drawing/2014/main" id="{94632D2E-B4C8-4133-86BA-CA332BFA0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765"/>
                <a:ext cx="2162" cy="1820"/>
              </a:xfrm>
              <a:custGeom>
                <a:avLst/>
                <a:gdLst>
                  <a:gd name="T0" fmla="*/ 11999 w 1365"/>
                  <a:gd name="T1" fmla="*/ 5612 h 1152"/>
                  <a:gd name="T2" fmla="*/ 12350 w 1365"/>
                  <a:gd name="T3" fmla="*/ 6942 h 1152"/>
                  <a:gd name="T4" fmla="*/ 11725 w 1365"/>
                  <a:gd name="T5" fmla="*/ 4555 h 1152"/>
                  <a:gd name="T6" fmla="*/ 11897 w 1365"/>
                  <a:gd name="T7" fmla="*/ 3977 h 1152"/>
                  <a:gd name="T8" fmla="*/ 12877 w 1365"/>
                  <a:gd name="T9" fmla="*/ 2052 h 1152"/>
                  <a:gd name="T10" fmla="*/ 10685 w 1365"/>
                  <a:gd name="T11" fmla="*/ 899 h 1152"/>
                  <a:gd name="T12" fmla="*/ 11575 w 1365"/>
                  <a:gd name="T13" fmla="*/ 2006 h 1152"/>
                  <a:gd name="T14" fmla="*/ 8396 w 1365"/>
                  <a:gd name="T15" fmla="*/ 1066 h 1152"/>
                  <a:gd name="T16" fmla="*/ 10156 w 1365"/>
                  <a:gd name="T17" fmla="*/ 2815 h 1152"/>
                  <a:gd name="T18" fmla="*/ 11578 w 1365"/>
                  <a:gd name="T19" fmla="*/ 4060 h 1152"/>
                  <a:gd name="T20" fmla="*/ 10574 w 1365"/>
                  <a:gd name="T21" fmla="*/ 3956 h 1152"/>
                  <a:gd name="T22" fmla="*/ 10107 w 1365"/>
                  <a:gd name="T23" fmla="*/ 5493 h 1152"/>
                  <a:gd name="T24" fmla="*/ 11542 w 1365"/>
                  <a:gd name="T25" fmla="*/ 7726 h 1152"/>
                  <a:gd name="T26" fmla="*/ 9853 w 1365"/>
                  <a:gd name="T27" fmla="*/ 6112 h 1152"/>
                  <a:gd name="T28" fmla="*/ 9643 w 1365"/>
                  <a:gd name="T29" fmla="*/ 5888 h 1152"/>
                  <a:gd name="T30" fmla="*/ 9353 w 1365"/>
                  <a:gd name="T31" fmla="*/ 6711 h 1152"/>
                  <a:gd name="T32" fmla="*/ 10050 w 1365"/>
                  <a:gd name="T33" fmla="*/ 6841 h 1152"/>
                  <a:gd name="T34" fmla="*/ 9031 w 1365"/>
                  <a:gd name="T35" fmla="*/ 7465 h 1152"/>
                  <a:gd name="T36" fmla="*/ 9152 w 1365"/>
                  <a:gd name="T37" fmla="*/ 6455 h 1152"/>
                  <a:gd name="T38" fmla="*/ 7772 w 1365"/>
                  <a:gd name="T39" fmla="*/ 5256 h 1152"/>
                  <a:gd name="T40" fmla="*/ 7017 w 1365"/>
                  <a:gd name="T41" fmla="*/ 6555 h 1152"/>
                  <a:gd name="T42" fmla="*/ 6966 w 1365"/>
                  <a:gd name="T43" fmla="*/ 5106 h 1152"/>
                  <a:gd name="T44" fmla="*/ 8022 w 1365"/>
                  <a:gd name="T45" fmla="*/ 5285 h 1152"/>
                  <a:gd name="T46" fmla="*/ 6798 w 1365"/>
                  <a:gd name="T47" fmla="*/ 4515 h 1152"/>
                  <a:gd name="T48" fmla="*/ 6500 w 1365"/>
                  <a:gd name="T49" fmla="*/ 4413 h 1152"/>
                  <a:gd name="T50" fmla="*/ 6261 w 1365"/>
                  <a:gd name="T51" fmla="*/ 7263 h 1152"/>
                  <a:gd name="T52" fmla="*/ 5344 w 1365"/>
                  <a:gd name="T53" fmla="*/ 5364 h 1152"/>
                  <a:gd name="T54" fmla="*/ 5022 w 1365"/>
                  <a:gd name="T55" fmla="*/ 7588 h 1152"/>
                  <a:gd name="T56" fmla="*/ 5186 w 1365"/>
                  <a:gd name="T57" fmla="*/ 7738 h 1152"/>
                  <a:gd name="T58" fmla="*/ 4525 w 1365"/>
                  <a:gd name="T59" fmla="*/ 5909 h 1152"/>
                  <a:gd name="T60" fmla="*/ 6218 w 1365"/>
                  <a:gd name="T61" fmla="*/ 4885 h 1152"/>
                  <a:gd name="T62" fmla="*/ 6011 w 1365"/>
                  <a:gd name="T63" fmla="*/ 4725 h 1152"/>
                  <a:gd name="T64" fmla="*/ 4064 w 1365"/>
                  <a:gd name="T65" fmla="*/ 4381 h 1152"/>
                  <a:gd name="T66" fmla="*/ 4356 w 1365"/>
                  <a:gd name="T67" fmla="*/ 4972 h 1152"/>
                  <a:gd name="T68" fmla="*/ 4185 w 1365"/>
                  <a:gd name="T69" fmla="*/ 6621 h 1152"/>
                  <a:gd name="T70" fmla="*/ 3258 w 1365"/>
                  <a:gd name="T71" fmla="*/ 7757 h 1152"/>
                  <a:gd name="T72" fmla="*/ 63 w 1365"/>
                  <a:gd name="T73" fmla="*/ 6830 h 1152"/>
                  <a:gd name="T74" fmla="*/ 958 w 1365"/>
                  <a:gd name="T75" fmla="*/ 7244 h 1152"/>
                  <a:gd name="T76" fmla="*/ 1400 w 1365"/>
                  <a:gd name="T77" fmla="*/ 7364 h 1152"/>
                  <a:gd name="T78" fmla="*/ 2471 w 1365"/>
                  <a:gd name="T79" fmla="*/ 7808 h 1152"/>
                  <a:gd name="T80" fmla="*/ 4272 w 1365"/>
                  <a:gd name="T81" fmla="*/ 8414 h 1152"/>
                  <a:gd name="T82" fmla="*/ 4077 w 1365"/>
                  <a:gd name="T83" fmla="*/ 8399 h 1152"/>
                  <a:gd name="T84" fmla="*/ 2354 w 1365"/>
                  <a:gd name="T85" fmla="*/ 7942 h 1152"/>
                  <a:gd name="T86" fmla="*/ 906 w 1365"/>
                  <a:gd name="T87" fmla="*/ 9215 h 1152"/>
                  <a:gd name="T88" fmla="*/ 13 w 1365"/>
                  <a:gd name="T89" fmla="*/ 7489 h 1152"/>
                  <a:gd name="T90" fmla="*/ 0 w 1365"/>
                  <a:gd name="T91" fmla="*/ 10860 h 1152"/>
                  <a:gd name="T92" fmla="*/ 1812 w 1365"/>
                  <a:gd name="T93" fmla="*/ 10947 h 1152"/>
                  <a:gd name="T94" fmla="*/ 2745 w 1365"/>
                  <a:gd name="T95" fmla="*/ 10249 h 1152"/>
                  <a:gd name="T96" fmla="*/ 4438 w 1365"/>
                  <a:gd name="T97" fmla="*/ 10323 h 1152"/>
                  <a:gd name="T98" fmla="*/ 6766 w 1365"/>
                  <a:gd name="T99" fmla="*/ 10827 h 1152"/>
                  <a:gd name="T100" fmla="*/ 9453 w 1365"/>
                  <a:gd name="T101" fmla="*/ 10977 h 1152"/>
                  <a:gd name="T102" fmla="*/ 12598 w 1365"/>
                  <a:gd name="T103" fmla="*/ 11249 h 1152"/>
                  <a:gd name="T104" fmla="*/ 12850 w 1365"/>
                  <a:gd name="T105" fmla="*/ 7108 h 1152"/>
                  <a:gd name="T106" fmla="*/ 13604 w 1365"/>
                  <a:gd name="T107" fmla="*/ 8372 h 1152"/>
                  <a:gd name="T108" fmla="*/ 13604 w 1365"/>
                  <a:gd name="T109" fmla="*/ 6664 h 1152"/>
                  <a:gd name="T110" fmla="*/ 13474 w 1365"/>
                  <a:gd name="T111" fmla="*/ 6190 h 1152"/>
                  <a:gd name="T112" fmla="*/ 12039 w 1365"/>
                  <a:gd name="T113" fmla="*/ 5093 h 1152"/>
                  <a:gd name="T114" fmla="*/ 13604 w 1365"/>
                  <a:gd name="T115" fmla="*/ 3994 h 115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365" h="1152">
                    <a:moveTo>
                      <a:pt x="1287" y="374"/>
                    </a:moveTo>
                    <a:cubicBezTo>
                      <a:pt x="1287" y="374"/>
                      <a:pt x="1287" y="374"/>
                      <a:pt x="1287" y="374"/>
                    </a:cubicBezTo>
                    <a:cubicBezTo>
                      <a:pt x="1286" y="375"/>
                      <a:pt x="1286" y="375"/>
                      <a:pt x="1286" y="375"/>
                    </a:cubicBezTo>
                    <a:cubicBezTo>
                      <a:pt x="1259" y="384"/>
                      <a:pt x="1215" y="418"/>
                      <a:pt x="1193" y="445"/>
                    </a:cubicBezTo>
                    <a:cubicBezTo>
                      <a:pt x="1173" y="469"/>
                      <a:pt x="1178" y="482"/>
                      <a:pt x="1189" y="507"/>
                    </a:cubicBezTo>
                    <a:cubicBezTo>
                      <a:pt x="1195" y="523"/>
                      <a:pt x="1195" y="523"/>
                      <a:pt x="1195" y="523"/>
                    </a:cubicBezTo>
                    <a:cubicBezTo>
                      <a:pt x="1200" y="537"/>
                      <a:pt x="1202" y="553"/>
                      <a:pt x="1204" y="570"/>
                    </a:cubicBezTo>
                    <a:cubicBezTo>
                      <a:pt x="1207" y="598"/>
                      <a:pt x="1210" y="627"/>
                      <a:pt x="1232" y="637"/>
                    </a:cubicBezTo>
                    <a:cubicBezTo>
                      <a:pt x="1261" y="651"/>
                      <a:pt x="1283" y="653"/>
                      <a:pt x="1319" y="646"/>
                    </a:cubicBezTo>
                    <a:cubicBezTo>
                      <a:pt x="1322" y="645"/>
                      <a:pt x="1325" y="644"/>
                      <a:pt x="1328" y="643"/>
                    </a:cubicBezTo>
                    <a:cubicBezTo>
                      <a:pt x="1325" y="649"/>
                      <a:pt x="1316" y="655"/>
                      <a:pt x="1305" y="659"/>
                    </a:cubicBezTo>
                    <a:cubicBezTo>
                      <a:pt x="1302" y="660"/>
                      <a:pt x="1302" y="660"/>
                      <a:pt x="1302" y="660"/>
                    </a:cubicBezTo>
                    <a:cubicBezTo>
                      <a:pt x="1295" y="662"/>
                      <a:pt x="1295" y="662"/>
                      <a:pt x="1295" y="662"/>
                    </a:cubicBezTo>
                    <a:cubicBezTo>
                      <a:pt x="1279" y="667"/>
                      <a:pt x="1251" y="675"/>
                      <a:pt x="1239" y="705"/>
                    </a:cubicBezTo>
                    <a:cubicBezTo>
                      <a:pt x="1236" y="710"/>
                      <a:pt x="1233" y="712"/>
                      <a:pt x="1229" y="712"/>
                    </a:cubicBezTo>
                    <a:cubicBezTo>
                      <a:pt x="1226" y="711"/>
                      <a:pt x="1223" y="707"/>
                      <a:pt x="1221" y="700"/>
                    </a:cubicBezTo>
                    <a:cubicBezTo>
                      <a:pt x="1219" y="688"/>
                      <a:pt x="1202" y="587"/>
                      <a:pt x="1200" y="567"/>
                    </a:cubicBezTo>
                    <a:cubicBezTo>
                      <a:pt x="1197" y="546"/>
                      <a:pt x="1189" y="527"/>
                      <a:pt x="1184" y="515"/>
                    </a:cubicBezTo>
                    <a:cubicBezTo>
                      <a:pt x="1182" y="510"/>
                      <a:pt x="1182" y="510"/>
                      <a:pt x="1182" y="510"/>
                    </a:cubicBezTo>
                    <a:cubicBezTo>
                      <a:pt x="1181" y="509"/>
                      <a:pt x="1171" y="486"/>
                      <a:pt x="1176" y="466"/>
                    </a:cubicBezTo>
                    <a:cubicBezTo>
                      <a:pt x="1176" y="466"/>
                      <a:pt x="1176" y="463"/>
                      <a:pt x="1176" y="463"/>
                    </a:cubicBezTo>
                    <a:cubicBezTo>
                      <a:pt x="1179" y="450"/>
                      <a:pt x="1182" y="436"/>
                      <a:pt x="1191" y="430"/>
                    </a:cubicBezTo>
                    <a:cubicBezTo>
                      <a:pt x="1192" y="429"/>
                      <a:pt x="1192" y="429"/>
                      <a:pt x="1192" y="429"/>
                    </a:cubicBezTo>
                    <a:cubicBezTo>
                      <a:pt x="1195" y="427"/>
                      <a:pt x="1198" y="425"/>
                      <a:pt x="1199" y="421"/>
                    </a:cubicBezTo>
                    <a:cubicBezTo>
                      <a:pt x="1200" y="417"/>
                      <a:pt x="1198" y="413"/>
                      <a:pt x="1197" y="412"/>
                    </a:cubicBezTo>
                    <a:cubicBezTo>
                      <a:pt x="1195" y="408"/>
                      <a:pt x="1191" y="407"/>
                      <a:pt x="1189" y="406"/>
                    </a:cubicBezTo>
                    <a:cubicBezTo>
                      <a:pt x="1188" y="406"/>
                      <a:pt x="1188" y="406"/>
                      <a:pt x="1187" y="406"/>
                    </a:cubicBezTo>
                    <a:cubicBezTo>
                      <a:pt x="1189" y="406"/>
                      <a:pt x="1191" y="405"/>
                      <a:pt x="1193" y="404"/>
                    </a:cubicBezTo>
                    <a:cubicBezTo>
                      <a:pt x="1221" y="398"/>
                      <a:pt x="1252" y="391"/>
                      <a:pt x="1273" y="371"/>
                    </a:cubicBezTo>
                    <a:cubicBezTo>
                      <a:pt x="1304" y="342"/>
                      <a:pt x="1302" y="313"/>
                      <a:pt x="1296" y="285"/>
                    </a:cubicBezTo>
                    <a:cubicBezTo>
                      <a:pt x="1296" y="282"/>
                      <a:pt x="1296" y="282"/>
                      <a:pt x="1296" y="282"/>
                    </a:cubicBezTo>
                    <a:cubicBezTo>
                      <a:pt x="1291" y="255"/>
                      <a:pt x="1286" y="228"/>
                      <a:pt x="1253" y="216"/>
                    </a:cubicBezTo>
                    <a:cubicBezTo>
                      <a:pt x="1245" y="213"/>
                      <a:pt x="1237" y="211"/>
                      <a:pt x="1229" y="208"/>
                    </a:cubicBezTo>
                    <a:cubicBezTo>
                      <a:pt x="1242" y="210"/>
                      <a:pt x="1242" y="210"/>
                      <a:pt x="1242" y="210"/>
                    </a:cubicBezTo>
                    <a:cubicBezTo>
                      <a:pt x="1266" y="212"/>
                      <a:pt x="1275" y="213"/>
                      <a:pt x="1292" y="208"/>
                    </a:cubicBezTo>
                    <a:cubicBezTo>
                      <a:pt x="1318" y="199"/>
                      <a:pt x="1350" y="106"/>
                      <a:pt x="1356" y="88"/>
                    </a:cubicBezTo>
                    <a:cubicBezTo>
                      <a:pt x="1362" y="71"/>
                      <a:pt x="1356" y="49"/>
                      <a:pt x="1342" y="31"/>
                    </a:cubicBezTo>
                    <a:cubicBezTo>
                      <a:pt x="1326" y="11"/>
                      <a:pt x="1302" y="0"/>
                      <a:pt x="1280" y="2"/>
                    </a:cubicBezTo>
                    <a:cubicBezTo>
                      <a:pt x="1263" y="4"/>
                      <a:pt x="1240" y="5"/>
                      <a:pt x="1218" y="5"/>
                    </a:cubicBezTo>
                    <a:cubicBezTo>
                      <a:pt x="1173" y="6"/>
                      <a:pt x="1145" y="7"/>
                      <a:pt x="1135" y="13"/>
                    </a:cubicBezTo>
                    <a:cubicBezTo>
                      <a:pt x="1109" y="29"/>
                      <a:pt x="1091" y="45"/>
                      <a:pt x="1081" y="61"/>
                    </a:cubicBezTo>
                    <a:cubicBezTo>
                      <a:pt x="1075" y="70"/>
                      <a:pt x="1072" y="80"/>
                      <a:pt x="1072" y="91"/>
                    </a:cubicBezTo>
                    <a:cubicBezTo>
                      <a:pt x="1072" y="102"/>
                      <a:pt x="1075" y="114"/>
                      <a:pt x="1081" y="127"/>
                    </a:cubicBezTo>
                    <a:cubicBezTo>
                      <a:pt x="1091" y="148"/>
                      <a:pt x="1100" y="153"/>
                      <a:pt x="1120" y="163"/>
                    </a:cubicBezTo>
                    <a:cubicBezTo>
                      <a:pt x="1139" y="173"/>
                      <a:pt x="1139" y="173"/>
                      <a:pt x="1139" y="173"/>
                    </a:cubicBezTo>
                    <a:cubicBezTo>
                      <a:pt x="1151" y="179"/>
                      <a:pt x="1156" y="184"/>
                      <a:pt x="1161" y="189"/>
                    </a:cubicBezTo>
                    <a:cubicBezTo>
                      <a:pt x="1168" y="195"/>
                      <a:pt x="1173" y="199"/>
                      <a:pt x="1183" y="202"/>
                    </a:cubicBezTo>
                    <a:cubicBezTo>
                      <a:pt x="1176" y="203"/>
                      <a:pt x="1169" y="203"/>
                      <a:pt x="1161" y="204"/>
                    </a:cubicBezTo>
                    <a:cubicBezTo>
                      <a:pt x="1161" y="204"/>
                      <a:pt x="1161" y="204"/>
                      <a:pt x="1161" y="204"/>
                    </a:cubicBezTo>
                    <a:cubicBezTo>
                      <a:pt x="1161" y="205"/>
                      <a:pt x="1161" y="205"/>
                      <a:pt x="1161" y="205"/>
                    </a:cubicBezTo>
                    <a:cubicBezTo>
                      <a:pt x="1149" y="207"/>
                      <a:pt x="1128" y="217"/>
                      <a:pt x="1106" y="229"/>
                    </a:cubicBezTo>
                    <a:cubicBezTo>
                      <a:pt x="1112" y="224"/>
                      <a:pt x="1116" y="218"/>
                      <a:pt x="1118" y="209"/>
                    </a:cubicBezTo>
                    <a:cubicBezTo>
                      <a:pt x="1125" y="180"/>
                      <a:pt x="1087" y="140"/>
                      <a:pt x="1061" y="121"/>
                    </a:cubicBezTo>
                    <a:cubicBezTo>
                      <a:pt x="1030" y="98"/>
                      <a:pt x="997" y="96"/>
                      <a:pt x="946" y="96"/>
                    </a:cubicBezTo>
                    <a:cubicBezTo>
                      <a:pt x="930" y="96"/>
                      <a:pt x="915" y="94"/>
                      <a:pt x="901" y="93"/>
                    </a:cubicBezTo>
                    <a:cubicBezTo>
                      <a:pt x="872" y="90"/>
                      <a:pt x="847" y="87"/>
                      <a:pt x="842" y="108"/>
                    </a:cubicBezTo>
                    <a:cubicBezTo>
                      <a:pt x="842" y="107"/>
                      <a:pt x="842" y="107"/>
                      <a:pt x="842" y="107"/>
                    </a:cubicBezTo>
                    <a:cubicBezTo>
                      <a:pt x="832" y="134"/>
                      <a:pt x="834" y="144"/>
                      <a:pt x="871" y="174"/>
                    </a:cubicBezTo>
                    <a:cubicBezTo>
                      <a:pt x="892" y="192"/>
                      <a:pt x="894" y="200"/>
                      <a:pt x="899" y="216"/>
                    </a:cubicBezTo>
                    <a:cubicBezTo>
                      <a:pt x="901" y="226"/>
                      <a:pt x="904" y="237"/>
                      <a:pt x="912" y="254"/>
                    </a:cubicBezTo>
                    <a:cubicBezTo>
                      <a:pt x="919" y="269"/>
                      <a:pt x="921" y="280"/>
                      <a:pt x="922" y="290"/>
                    </a:cubicBezTo>
                    <a:cubicBezTo>
                      <a:pt x="926" y="310"/>
                      <a:pt x="931" y="319"/>
                      <a:pt x="962" y="314"/>
                    </a:cubicBezTo>
                    <a:cubicBezTo>
                      <a:pt x="991" y="310"/>
                      <a:pt x="1002" y="300"/>
                      <a:pt x="1019" y="286"/>
                    </a:cubicBezTo>
                    <a:cubicBezTo>
                      <a:pt x="1027" y="279"/>
                      <a:pt x="1036" y="271"/>
                      <a:pt x="1050" y="261"/>
                    </a:cubicBezTo>
                    <a:cubicBezTo>
                      <a:pt x="1066" y="250"/>
                      <a:pt x="1079" y="244"/>
                      <a:pt x="1088" y="239"/>
                    </a:cubicBezTo>
                    <a:cubicBezTo>
                      <a:pt x="1089" y="239"/>
                      <a:pt x="1089" y="239"/>
                      <a:pt x="1090" y="238"/>
                    </a:cubicBezTo>
                    <a:cubicBezTo>
                      <a:pt x="1062" y="256"/>
                      <a:pt x="1036" y="276"/>
                      <a:pt x="1032" y="292"/>
                    </a:cubicBezTo>
                    <a:cubicBezTo>
                      <a:pt x="1026" y="317"/>
                      <a:pt x="1045" y="336"/>
                      <a:pt x="1065" y="355"/>
                    </a:cubicBezTo>
                    <a:cubicBezTo>
                      <a:pt x="1074" y="364"/>
                      <a:pt x="1084" y="373"/>
                      <a:pt x="1092" y="384"/>
                    </a:cubicBezTo>
                    <a:cubicBezTo>
                      <a:pt x="1118" y="418"/>
                      <a:pt x="1129" y="426"/>
                      <a:pt x="1162" y="413"/>
                    </a:cubicBezTo>
                    <a:cubicBezTo>
                      <a:pt x="1167" y="411"/>
                      <a:pt x="1173" y="410"/>
                      <a:pt x="1179" y="408"/>
                    </a:cubicBezTo>
                    <a:cubicBezTo>
                      <a:pt x="1178" y="408"/>
                      <a:pt x="1177" y="409"/>
                      <a:pt x="1177" y="409"/>
                    </a:cubicBezTo>
                    <a:cubicBezTo>
                      <a:pt x="1154" y="424"/>
                      <a:pt x="1147" y="445"/>
                      <a:pt x="1144" y="461"/>
                    </a:cubicBezTo>
                    <a:cubicBezTo>
                      <a:pt x="1141" y="459"/>
                      <a:pt x="1135" y="453"/>
                      <a:pt x="1135" y="453"/>
                    </a:cubicBezTo>
                    <a:cubicBezTo>
                      <a:pt x="1116" y="435"/>
                      <a:pt x="1095" y="416"/>
                      <a:pt x="1086" y="393"/>
                    </a:cubicBezTo>
                    <a:cubicBezTo>
                      <a:pt x="1082" y="382"/>
                      <a:pt x="1073" y="380"/>
                      <a:pt x="1067" y="383"/>
                    </a:cubicBezTo>
                    <a:cubicBezTo>
                      <a:pt x="1064" y="384"/>
                      <a:pt x="1055" y="389"/>
                      <a:pt x="1061" y="402"/>
                    </a:cubicBezTo>
                    <a:cubicBezTo>
                      <a:pt x="1076" y="440"/>
                      <a:pt x="1106" y="470"/>
                      <a:pt x="1132" y="495"/>
                    </a:cubicBezTo>
                    <a:cubicBezTo>
                      <a:pt x="1151" y="513"/>
                      <a:pt x="1162" y="552"/>
                      <a:pt x="1163" y="580"/>
                    </a:cubicBezTo>
                    <a:cubicBezTo>
                      <a:pt x="1163" y="582"/>
                      <a:pt x="1164" y="584"/>
                      <a:pt x="1164" y="586"/>
                    </a:cubicBezTo>
                    <a:cubicBezTo>
                      <a:pt x="1163" y="583"/>
                      <a:pt x="1163" y="581"/>
                      <a:pt x="1163" y="579"/>
                    </a:cubicBezTo>
                    <a:cubicBezTo>
                      <a:pt x="1157" y="544"/>
                      <a:pt x="1128" y="500"/>
                      <a:pt x="1102" y="487"/>
                    </a:cubicBezTo>
                    <a:cubicBezTo>
                      <a:pt x="1091" y="481"/>
                      <a:pt x="1082" y="483"/>
                      <a:pt x="1077" y="485"/>
                    </a:cubicBezTo>
                    <a:cubicBezTo>
                      <a:pt x="1047" y="499"/>
                      <a:pt x="1026" y="536"/>
                      <a:pt x="1014" y="558"/>
                    </a:cubicBezTo>
                    <a:cubicBezTo>
                      <a:pt x="1011" y="563"/>
                      <a:pt x="1011" y="563"/>
                      <a:pt x="1011" y="563"/>
                    </a:cubicBezTo>
                    <a:cubicBezTo>
                      <a:pt x="1005" y="575"/>
                      <a:pt x="999" y="594"/>
                      <a:pt x="999" y="612"/>
                    </a:cubicBezTo>
                    <a:cubicBezTo>
                      <a:pt x="999" y="627"/>
                      <a:pt x="1003" y="641"/>
                      <a:pt x="1015" y="649"/>
                    </a:cubicBezTo>
                    <a:cubicBezTo>
                      <a:pt x="1036" y="663"/>
                      <a:pt x="1071" y="699"/>
                      <a:pt x="1088" y="718"/>
                    </a:cubicBezTo>
                    <a:cubicBezTo>
                      <a:pt x="1097" y="728"/>
                      <a:pt x="1107" y="741"/>
                      <a:pt x="1116" y="753"/>
                    </a:cubicBezTo>
                    <a:cubicBezTo>
                      <a:pt x="1125" y="764"/>
                      <a:pt x="1132" y="774"/>
                      <a:pt x="1137" y="779"/>
                    </a:cubicBezTo>
                    <a:cubicBezTo>
                      <a:pt x="1143" y="785"/>
                      <a:pt x="1150" y="787"/>
                      <a:pt x="1158" y="785"/>
                    </a:cubicBezTo>
                    <a:cubicBezTo>
                      <a:pt x="1167" y="784"/>
                      <a:pt x="1175" y="778"/>
                      <a:pt x="1180" y="770"/>
                    </a:cubicBezTo>
                    <a:cubicBezTo>
                      <a:pt x="1176" y="780"/>
                      <a:pt x="1169" y="786"/>
                      <a:pt x="1159" y="789"/>
                    </a:cubicBezTo>
                    <a:cubicBezTo>
                      <a:pt x="1134" y="795"/>
                      <a:pt x="1083" y="741"/>
                      <a:pt x="1066" y="705"/>
                    </a:cubicBezTo>
                    <a:cubicBezTo>
                      <a:pt x="1056" y="686"/>
                      <a:pt x="1040" y="676"/>
                      <a:pt x="1025" y="667"/>
                    </a:cubicBezTo>
                    <a:cubicBezTo>
                      <a:pt x="1025" y="667"/>
                      <a:pt x="1015" y="662"/>
                      <a:pt x="1015" y="662"/>
                    </a:cubicBezTo>
                    <a:cubicBezTo>
                      <a:pt x="1006" y="657"/>
                      <a:pt x="996" y="652"/>
                      <a:pt x="993" y="646"/>
                    </a:cubicBezTo>
                    <a:cubicBezTo>
                      <a:pt x="989" y="639"/>
                      <a:pt x="987" y="630"/>
                      <a:pt x="989" y="621"/>
                    </a:cubicBezTo>
                    <a:cubicBezTo>
                      <a:pt x="990" y="613"/>
                      <a:pt x="990" y="601"/>
                      <a:pt x="990" y="594"/>
                    </a:cubicBezTo>
                    <a:cubicBezTo>
                      <a:pt x="990" y="594"/>
                      <a:pt x="990" y="594"/>
                      <a:pt x="990" y="594"/>
                    </a:cubicBezTo>
                    <a:cubicBezTo>
                      <a:pt x="990" y="594"/>
                      <a:pt x="990" y="594"/>
                      <a:pt x="990" y="594"/>
                    </a:cubicBezTo>
                    <a:cubicBezTo>
                      <a:pt x="989" y="588"/>
                      <a:pt x="986" y="584"/>
                      <a:pt x="982" y="582"/>
                    </a:cubicBezTo>
                    <a:cubicBezTo>
                      <a:pt x="979" y="581"/>
                      <a:pt x="975" y="581"/>
                      <a:pt x="972" y="584"/>
                    </a:cubicBezTo>
                    <a:cubicBezTo>
                      <a:pt x="968" y="586"/>
                      <a:pt x="967" y="590"/>
                      <a:pt x="967" y="595"/>
                    </a:cubicBezTo>
                    <a:cubicBezTo>
                      <a:pt x="967" y="596"/>
                      <a:pt x="967" y="597"/>
                      <a:pt x="967" y="598"/>
                    </a:cubicBezTo>
                    <a:cubicBezTo>
                      <a:pt x="967" y="599"/>
                      <a:pt x="967" y="599"/>
                      <a:pt x="967" y="600"/>
                    </a:cubicBezTo>
                    <a:cubicBezTo>
                      <a:pt x="967" y="603"/>
                      <a:pt x="966" y="606"/>
                      <a:pt x="966" y="610"/>
                    </a:cubicBezTo>
                    <a:cubicBezTo>
                      <a:pt x="965" y="614"/>
                      <a:pt x="965" y="614"/>
                      <a:pt x="965" y="614"/>
                    </a:cubicBezTo>
                    <a:cubicBezTo>
                      <a:pt x="964" y="620"/>
                      <a:pt x="963" y="628"/>
                      <a:pt x="963" y="635"/>
                    </a:cubicBezTo>
                    <a:cubicBezTo>
                      <a:pt x="963" y="644"/>
                      <a:pt x="965" y="653"/>
                      <a:pt x="970" y="661"/>
                    </a:cubicBezTo>
                    <a:cubicBezTo>
                      <a:pt x="970" y="661"/>
                      <a:pt x="971" y="662"/>
                      <a:pt x="971" y="663"/>
                    </a:cubicBezTo>
                    <a:cubicBezTo>
                      <a:pt x="958" y="667"/>
                      <a:pt x="947" y="675"/>
                      <a:pt x="938" y="682"/>
                    </a:cubicBezTo>
                    <a:cubicBezTo>
                      <a:pt x="934" y="685"/>
                      <a:pt x="930" y="688"/>
                      <a:pt x="926" y="691"/>
                    </a:cubicBezTo>
                    <a:cubicBezTo>
                      <a:pt x="920" y="695"/>
                      <a:pt x="918" y="699"/>
                      <a:pt x="918" y="703"/>
                    </a:cubicBezTo>
                    <a:cubicBezTo>
                      <a:pt x="918" y="706"/>
                      <a:pt x="919" y="709"/>
                      <a:pt x="920" y="710"/>
                    </a:cubicBezTo>
                    <a:cubicBezTo>
                      <a:pt x="920" y="710"/>
                      <a:pt x="926" y="715"/>
                      <a:pt x="926" y="715"/>
                    </a:cubicBezTo>
                    <a:cubicBezTo>
                      <a:pt x="935" y="716"/>
                      <a:pt x="952" y="703"/>
                      <a:pt x="956" y="700"/>
                    </a:cubicBezTo>
                    <a:cubicBezTo>
                      <a:pt x="978" y="684"/>
                      <a:pt x="1000" y="688"/>
                      <a:pt x="1008" y="695"/>
                    </a:cubicBezTo>
                    <a:cubicBezTo>
                      <a:pt x="1008" y="695"/>
                      <a:pt x="1008" y="695"/>
                      <a:pt x="1008" y="695"/>
                    </a:cubicBezTo>
                    <a:cubicBezTo>
                      <a:pt x="1009" y="695"/>
                      <a:pt x="1009" y="695"/>
                      <a:pt x="1009" y="695"/>
                    </a:cubicBezTo>
                    <a:cubicBezTo>
                      <a:pt x="1021" y="703"/>
                      <a:pt x="1032" y="709"/>
                      <a:pt x="1038" y="720"/>
                    </a:cubicBezTo>
                    <a:cubicBezTo>
                      <a:pt x="1040" y="724"/>
                      <a:pt x="1042" y="730"/>
                      <a:pt x="1044" y="735"/>
                    </a:cubicBezTo>
                    <a:cubicBezTo>
                      <a:pt x="1046" y="741"/>
                      <a:pt x="1048" y="748"/>
                      <a:pt x="1051" y="754"/>
                    </a:cubicBezTo>
                    <a:cubicBezTo>
                      <a:pt x="1050" y="753"/>
                      <a:pt x="1049" y="751"/>
                      <a:pt x="1048" y="750"/>
                    </a:cubicBezTo>
                    <a:cubicBezTo>
                      <a:pt x="1021" y="713"/>
                      <a:pt x="1003" y="698"/>
                      <a:pt x="988" y="703"/>
                    </a:cubicBezTo>
                    <a:cubicBezTo>
                      <a:pt x="954" y="710"/>
                      <a:pt x="919" y="739"/>
                      <a:pt x="906" y="758"/>
                    </a:cubicBezTo>
                    <a:cubicBezTo>
                      <a:pt x="901" y="764"/>
                      <a:pt x="897" y="772"/>
                      <a:pt x="895" y="782"/>
                    </a:cubicBezTo>
                    <a:cubicBezTo>
                      <a:pt x="894" y="773"/>
                      <a:pt x="893" y="761"/>
                      <a:pt x="885" y="750"/>
                    </a:cubicBezTo>
                    <a:cubicBezTo>
                      <a:pt x="884" y="750"/>
                      <a:pt x="884" y="750"/>
                      <a:pt x="884" y="750"/>
                    </a:cubicBezTo>
                    <a:cubicBezTo>
                      <a:pt x="884" y="750"/>
                      <a:pt x="884" y="750"/>
                      <a:pt x="884" y="750"/>
                    </a:cubicBezTo>
                    <a:cubicBezTo>
                      <a:pt x="883" y="748"/>
                      <a:pt x="879" y="745"/>
                      <a:pt x="886" y="737"/>
                    </a:cubicBezTo>
                    <a:cubicBezTo>
                      <a:pt x="899" y="723"/>
                      <a:pt x="908" y="709"/>
                      <a:pt x="914" y="693"/>
                    </a:cubicBezTo>
                    <a:cubicBezTo>
                      <a:pt x="919" y="680"/>
                      <a:pt x="920" y="668"/>
                      <a:pt x="918" y="656"/>
                    </a:cubicBezTo>
                    <a:cubicBezTo>
                      <a:pt x="915" y="639"/>
                      <a:pt x="903" y="626"/>
                      <a:pt x="894" y="617"/>
                    </a:cubicBezTo>
                    <a:cubicBezTo>
                      <a:pt x="892" y="615"/>
                      <a:pt x="888" y="613"/>
                      <a:pt x="885" y="614"/>
                    </a:cubicBezTo>
                    <a:cubicBezTo>
                      <a:pt x="881" y="614"/>
                      <a:pt x="878" y="615"/>
                      <a:pt x="875" y="618"/>
                    </a:cubicBezTo>
                    <a:cubicBezTo>
                      <a:pt x="874" y="619"/>
                      <a:pt x="872" y="621"/>
                      <a:pt x="872" y="624"/>
                    </a:cubicBezTo>
                    <a:cubicBezTo>
                      <a:pt x="864" y="609"/>
                      <a:pt x="853" y="594"/>
                      <a:pt x="843" y="580"/>
                    </a:cubicBezTo>
                    <a:cubicBezTo>
                      <a:pt x="835" y="569"/>
                      <a:pt x="835" y="569"/>
                      <a:pt x="835" y="569"/>
                    </a:cubicBezTo>
                    <a:cubicBezTo>
                      <a:pt x="822" y="551"/>
                      <a:pt x="801" y="538"/>
                      <a:pt x="780" y="534"/>
                    </a:cubicBezTo>
                    <a:cubicBezTo>
                      <a:pt x="765" y="532"/>
                      <a:pt x="752" y="535"/>
                      <a:pt x="743" y="542"/>
                    </a:cubicBezTo>
                    <a:cubicBezTo>
                      <a:pt x="743" y="542"/>
                      <a:pt x="743" y="542"/>
                      <a:pt x="743" y="542"/>
                    </a:cubicBezTo>
                    <a:cubicBezTo>
                      <a:pt x="730" y="553"/>
                      <a:pt x="726" y="578"/>
                      <a:pt x="721" y="608"/>
                    </a:cubicBezTo>
                    <a:cubicBezTo>
                      <a:pt x="717" y="632"/>
                      <a:pt x="713" y="658"/>
                      <a:pt x="704" y="677"/>
                    </a:cubicBezTo>
                    <a:cubicBezTo>
                      <a:pt x="695" y="695"/>
                      <a:pt x="695" y="695"/>
                      <a:pt x="695" y="695"/>
                    </a:cubicBezTo>
                    <a:cubicBezTo>
                      <a:pt x="691" y="702"/>
                      <a:pt x="688" y="708"/>
                      <a:pt x="685" y="715"/>
                    </a:cubicBezTo>
                    <a:cubicBezTo>
                      <a:pt x="692" y="700"/>
                      <a:pt x="699" y="683"/>
                      <a:pt x="704" y="666"/>
                    </a:cubicBezTo>
                    <a:cubicBezTo>
                      <a:pt x="711" y="644"/>
                      <a:pt x="715" y="627"/>
                      <a:pt x="715" y="611"/>
                    </a:cubicBezTo>
                    <a:cubicBezTo>
                      <a:pt x="715" y="591"/>
                      <a:pt x="709" y="572"/>
                      <a:pt x="699" y="544"/>
                    </a:cubicBezTo>
                    <a:cubicBezTo>
                      <a:pt x="699" y="544"/>
                      <a:pt x="699" y="544"/>
                      <a:pt x="699" y="544"/>
                    </a:cubicBezTo>
                    <a:cubicBezTo>
                      <a:pt x="699" y="543"/>
                      <a:pt x="699" y="543"/>
                      <a:pt x="699" y="543"/>
                    </a:cubicBezTo>
                    <a:cubicBezTo>
                      <a:pt x="699" y="543"/>
                      <a:pt x="696" y="538"/>
                      <a:pt x="696" y="531"/>
                    </a:cubicBezTo>
                    <a:cubicBezTo>
                      <a:pt x="696" y="528"/>
                      <a:pt x="697" y="524"/>
                      <a:pt x="699" y="520"/>
                    </a:cubicBezTo>
                    <a:cubicBezTo>
                      <a:pt x="699" y="519"/>
                      <a:pt x="699" y="519"/>
                      <a:pt x="699" y="519"/>
                    </a:cubicBezTo>
                    <a:cubicBezTo>
                      <a:pt x="700" y="518"/>
                      <a:pt x="700" y="518"/>
                      <a:pt x="700" y="518"/>
                    </a:cubicBezTo>
                    <a:cubicBezTo>
                      <a:pt x="702" y="509"/>
                      <a:pt x="706" y="506"/>
                      <a:pt x="707" y="506"/>
                    </a:cubicBezTo>
                    <a:cubicBezTo>
                      <a:pt x="713" y="503"/>
                      <a:pt x="727" y="508"/>
                      <a:pt x="734" y="510"/>
                    </a:cubicBezTo>
                    <a:cubicBezTo>
                      <a:pt x="750" y="516"/>
                      <a:pt x="750" y="516"/>
                      <a:pt x="750" y="516"/>
                    </a:cubicBezTo>
                    <a:cubicBezTo>
                      <a:pt x="751" y="516"/>
                      <a:pt x="762" y="519"/>
                      <a:pt x="762" y="519"/>
                    </a:cubicBezTo>
                    <a:cubicBezTo>
                      <a:pt x="773" y="522"/>
                      <a:pt x="782" y="524"/>
                      <a:pt x="788" y="532"/>
                    </a:cubicBezTo>
                    <a:cubicBezTo>
                      <a:pt x="792" y="538"/>
                      <a:pt x="799" y="540"/>
                      <a:pt x="805" y="537"/>
                    </a:cubicBezTo>
                    <a:cubicBezTo>
                      <a:pt x="812" y="534"/>
                      <a:pt x="815" y="526"/>
                      <a:pt x="811" y="519"/>
                    </a:cubicBezTo>
                    <a:cubicBezTo>
                      <a:pt x="803" y="503"/>
                      <a:pt x="779" y="491"/>
                      <a:pt x="760" y="485"/>
                    </a:cubicBezTo>
                    <a:cubicBezTo>
                      <a:pt x="745" y="480"/>
                      <a:pt x="745" y="480"/>
                      <a:pt x="745" y="480"/>
                    </a:cubicBezTo>
                    <a:cubicBezTo>
                      <a:pt x="729" y="474"/>
                      <a:pt x="710" y="468"/>
                      <a:pt x="693" y="477"/>
                    </a:cubicBezTo>
                    <a:cubicBezTo>
                      <a:pt x="688" y="479"/>
                      <a:pt x="684" y="483"/>
                      <a:pt x="680" y="487"/>
                    </a:cubicBezTo>
                    <a:cubicBezTo>
                      <a:pt x="679" y="483"/>
                      <a:pt x="679" y="479"/>
                      <a:pt x="679" y="476"/>
                    </a:cubicBezTo>
                    <a:cubicBezTo>
                      <a:pt x="679" y="470"/>
                      <a:pt x="680" y="465"/>
                      <a:pt x="682" y="459"/>
                    </a:cubicBezTo>
                    <a:cubicBezTo>
                      <a:pt x="687" y="445"/>
                      <a:pt x="689" y="428"/>
                      <a:pt x="689" y="412"/>
                    </a:cubicBezTo>
                    <a:cubicBezTo>
                      <a:pt x="689" y="390"/>
                      <a:pt x="685" y="369"/>
                      <a:pt x="681" y="356"/>
                    </a:cubicBezTo>
                    <a:cubicBezTo>
                      <a:pt x="680" y="352"/>
                      <a:pt x="678" y="350"/>
                      <a:pt x="675" y="348"/>
                    </a:cubicBezTo>
                    <a:cubicBezTo>
                      <a:pt x="671" y="346"/>
                      <a:pt x="668" y="346"/>
                      <a:pt x="664" y="347"/>
                    </a:cubicBezTo>
                    <a:cubicBezTo>
                      <a:pt x="661" y="348"/>
                      <a:pt x="658" y="351"/>
                      <a:pt x="657" y="354"/>
                    </a:cubicBezTo>
                    <a:cubicBezTo>
                      <a:pt x="655" y="357"/>
                      <a:pt x="655" y="361"/>
                      <a:pt x="656" y="364"/>
                    </a:cubicBezTo>
                    <a:cubicBezTo>
                      <a:pt x="662" y="384"/>
                      <a:pt x="660" y="425"/>
                      <a:pt x="652" y="448"/>
                    </a:cubicBezTo>
                    <a:cubicBezTo>
                      <a:pt x="640" y="478"/>
                      <a:pt x="649" y="502"/>
                      <a:pt x="663" y="540"/>
                    </a:cubicBezTo>
                    <a:cubicBezTo>
                      <a:pt x="669" y="555"/>
                      <a:pt x="669" y="555"/>
                      <a:pt x="669" y="555"/>
                    </a:cubicBezTo>
                    <a:cubicBezTo>
                      <a:pt x="683" y="592"/>
                      <a:pt x="680" y="601"/>
                      <a:pt x="669" y="632"/>
                    </a:cubicBezTo>
                    <a:cubicBezTo>
                      <a:pt x="664" y="647"/>
                      <a:pt x="664" y="647"/>
                      <a:pt x="664" y="647"/>
                    </a:cubicBezTo>
                    <a:cubicBezTo>
                      <a:pt x="662" y="655"/>
                      <a:pt x="660" y="663"/>
                      <a:pt x="659" y="672"/>
                    </a:cubicBezTo>
                    <a:cubicBezTo>
                      <a:pt x="656" y="686"/>
                      <a:pt x="653" y="700"/>
                      <a:pt x="647" y="711"/>
                    </a:cubicBezTo>
                    <a:cubicBezTo>
                      <a:pt x="642" y="720"/>
                      <a:pt x="635" y="729"/>
                      <a:pt x="628" y="738"/>
                    </a:cubicBezTo>
                    <a:cubicBezTo>
                      <a:pt x="627" y="739"/>
                      <a:pt x="626" y="741"/>
                      <a:pt x="625" y="742"/>
                    </a:cubicBezTo>
                    <a:cubicBezTo>
                      <a:pt x="633" y="730"/>
                      <a:pt x="639" y="714"/>
                      <a:pt x="647" y="696"/>
                    </a:cubicBezTo>
                    <a:cubicBezTo>
                      <a:pt x="669" y="638"/>
                      <a:pt x="674" y="597"/>
                      <a:pt x="662" y="567"/>
                    </a:cubicBezTo>
                    <a:cubicBezTo>
                      <a:pt x="661" y="565"/>
                      <a:pt x="661" y="565"/>
                      <a:pt x="661" y="565"/>
                    </a:cubicBezTo>
                    <a:cubicBezTo>
                      <a:pt x="649" y="533"/>
                      <a:pt x="640" y="510"/>
                      <a:pt x="609" y="518"/>
                    </a:cubicBezTo>
                    <a:cubicBezTo>
                      <a:pt x="596" y="521"/>
                      <a:pt x="585" y="526"/>
                      <a:pt x="574" y="531"/>
                    </a:cubicBezTo>
                    <a:cubicBezTo>
                      <a:pt x="561" y="537"/>
                      <a:pt x="549" y="543"/>
                      <a:pt x="536" y="545"/>
                    </a:cubicBezTo>
                    <a:cubicBezTo>
                      <a:pt x="533" y="546"/>
                      <a:pt x="533" y="546"/>
                      <a:pt x="533" y="546"/>
                    </a:cubicBezTo>
                    <a:cubicBezTo>
                      <a:pt x="508" y="550"/>
                      <a:pt x="495" y="552"/>
                      <a:pt x="481" y="561"/>
                    </a:cubicBezTo>
                    <a:cubicBezTo>
                      <a:pt x="481" y="561"/>
                      <a:pt x="481" y="561"/>
                      <a:pt x="481" y="561"/>
                    </a:cubicBezTo>
                    <a:cubicBezTo>
                      <a:pt x="481" y="562"/>
                      <a:pt x="481" y="562"/>
                      <a:pt x="481" y="562"/>
                    </a:cubicBezTo>
                    <a:cubicBezTo>
                      <a:pt x="457" y="582"/>
                      <a:pt x="453" y="604"/>
                      <a:pt x="464" y="653"/>
                    </a:cubicBezTo>
                    <a:cubicBezTo>
                      <a:pt x="468" y="666"/>
                      <a:pt x="470" y="681"/>
                      <a:pt x="472" y="696"/>
                    </a:cubicBezTo>
                    <a:cubicBezTo>
                      <a:pt x="478" y="734"/>
                      <a:pt x="483" y="767"/>
                      <a:pt x="504" y="771"/>
                    </a:cubicBezTo>
                    <a:cubicBezTo>
                      <a:pt x="513" y="773"/>
                      <a:pt x="513" y="773"/>
                      <a:pt x="513" y="773"/>
                    </a:cubicBezTo>
                    <a:cubicBezTo>
                      <a:pt x="532" y="777"/>
                      <a:pt x="548" y="781"/>
                      <a:pt x="579" y="774"/>
                    </a:cubicBezTo>
                    <a:cubicBezTo>
                      <a:pt x="597" y="770"/>
                      <a:pt x="609" y="762"/>
                      <a:pt x="619" y="751"/>
                    </a:cubicBezTo>
                    <a:cubicBezTo>
                      <a:pt x="616" y="755"/>
                      <a:pt x="613" y="759"/>
                      <a:pt x="610" y="764"/>
                    </a:cubicBezTo>
                    <a:cubicBezTo>
                      <a:pt x="607" y="768"/>
                      <a:pt x="593" y="778"/>
                      <a:pt x="589" y="779"/>
                    </a:cubicBezTo>
                    <a:cubicBezTo>
                      <a:pt x="579" y="781"/>
                      <a:pt x="567" y="782"/>
                      <a:pt x="554" y="783"/>
                    </a:cubicBezTo>
                    <a:cubicBezTo>
                      <a:pt x="543" y="784"/>
                      <a:pt x="531" y="785"/>
                      <a:pt x="520" y="786"/>
                    </a:cubicBezTo>
                    <a:cubicBezTo>
                      <a:pt x="501" y="789"/>
                      <a:pt x="498" y="784"/>
                      <a:pt x="490" y="772"/>
                    </a:cubicBezTo>
                    <a:cubicBezTo>
                      <a:pt x="485" y="762"/>
                      <a:pt x="485" y="762"/>
                      <a:pt x="485" y="762"/>
                    </a:cubicBezTo>
                    <a:cubicBezTo>
                      <a:pt x="479" y="755"/>
                      <a:pt x="473" y="733"/>
                      <a:pt x="468" y="716"/>
                    </a:cubicBezTo>
                    <a:cubicBezTo>
                      <a:pt x="465" y="703"/>
                      <a:pt x="461" y="690"/>
                      <a:pt x="458" y="682"/>
                    </a:cubicBezTo>
                    <a:cubicBezTo>
                      <a:pt x="455" y="676"/>
                      <a:pt x="453" y="670"/>
                      <a:pt x="451" y="664"/>
                    </a:cubicBezTo>
                    <a:cubicBezTo>
                      <a:pt x="449" y="657"/>
                      <a:pt x="449" y="650"/>
                      <a:pt x="449" y="643"/>
                    </a:cubicBezTo>
                    <a:cubicBezTo>
                      <a:pt x="449" y="629"/>
                      <a:pt x="451" y="615"/>
                      <a:pt x="454" y="600"/>
                    </a:cubicBezTo>
                    <a:cubicBezTo>
                      <a:pt x="456" y="593"/>
                      <a:pt x="456" y="593"/>
                      <a:pt x="456" y="593"/>
                    </a:cubicBezTo>
                    <a:cubicBezTo>
                      <a:pt x="461" y="571"/>
                      <a:pt x="461" y="571"/>
                      <a:pt x="461" y="571"/>
                    </a:cubicBezTo>
                    <a:cubicBezTo>
                      <a:pt x="461" y="571"/>
                      <a:pt x="465" y="556"/>
                      <a:pt x="466" y="551"/>
                    </a:cubicBezTo>
                    <a:cubicBezTo>
                      <a:pt x="472" y="540"/>
                      <a:pt x="485" y="527"/>
                      <a:pt x="499" y="525"/>
                    </a:cubicBezTo>
                    <a:cubicBezTo>
                      <a:pt x="508" y="523"/>
                      <a:pt x="518" y="524"/>
                      <a:pt x="529" y="525"/>
                    </a:cubicBezTo>
                    <a:cubicBezTo>
                      <a:pt x="540" y="526"/>
                      <a:pt x="552" y="528"/>
                      <a:pt x="564" y="526"/>
                    </a:cubicBezTo>
                    <a:cubicBezTo>
                      <a:pt x="584" y="523"/>
                      <a:pt x="614" y="510"/>
                      <a:pt x="624" y="496"/>
                    </a:cubicBezTo>
                    <a:cubicBezTo>
                      <a:pt x="628" y="491"/>
                      <a:pt x="628" y="491"/>
                      <a:pt x="628" y="491"/>
                    </a:cubicBezTo>
                    <a:cubicBezTo>
                      <a:pt x="631" y="487"/>
                      <a:pt x="634" y="483"/>
                      <a:pt x="636" y="481"/>
                    </a:cubicBezTo>
                    <a:cubicBezTo>
                      <a:pt x="643" y="478"/>
                      <a:pt x="646" y="470"/>
                      <a:pt x="642" y="463"/>
                    </a:cubicBezTo>
                    <a:cubicBezTo>
                      <a:pt x="640" y="460"/>
                      <a:pt x="638" y="458"/>
                      <a:pt x="634" y="457"/>
                    </a:cubicBezTo>
                    <a:cubicBezTo>
                      <a:pt x="631" y="455"/>
                      <a:pt x="627" y="456"/>
                      <a:pt x="624" y="458"/>
                    </a:cubicBezTo>
                    <a:cubicBezTo>
                      <a:pt x="616" y="462"/>
                      <a:pt x="610" y="469"/>
                      <a:pt x="606" y="475"/>
                    </a:cubicBezTo>
                    <a:cubicBezTo>
                      <a:pt x="603" y="480"/>
                      <a:pt x="603" y="480"/>
                      <a:pt x="603" y="480"/>
                    </a:cubicBezTo>
                    <a:cubicBezTo>
                      <a:pt x="599" y="484"/>
                      <a:pt x="579" y="491"/>
                      <a:pt x="560" y="494"/>
                    </a:cubicBezTo>
                    <a:cubicBezTo>
                      <a:pt x="551" y="495"/>
                      <a:pt x="542" y="494"/>
                      <a:pt x="532" y="493"/>
                    </a:cubicBezTo>
                    <a:cubicBezTo>
                      <a:pt x="520" y="492"/>
                      <a:pt x="507" y="491"/>
                      <a:pt x="494" y="493"/>
                    </a:cubicBezTo>
                    <a:cubicBezTo>
                      <a:pt x="486" y="494"/>
                      <a:pt x="478" y="498"/>
                      <a:pt x="470" y="502"/>
                    </a:cubicBezTo>
                    <a:cubicBezTo>
                      <a:pt x="470" y="502"/>
                      <a:pt x="470" y="502"/>
                      <a:pt x="469" y="503"/>
                    </a:cubicBezTo>
                    <a:cubicBezTo>
                      <a:pt x="469" y="502"/>
                      <a:pt x="469" y="501"/>
                      <a:pt x="469" y="500"/>
                    </a:cubicBezTo>
                    <a:cubicBezTo>
                      <a:pt x="463" y="465"/>
                      <a:pt x="432" y="454"/>
                      <a:pt x="408" y="445"/>
                    </a:cubicBezTo>
                    <a:cubicBezTo>
                      <a:pt x="395" y="440"/>
                      <a:pt x="395" y="440"/>
                      <a:pt x="395" y="440"/>
                    </a:cubicBezTo>
                    <a:cubicBezTo>
                      <a:pt x="388" y="438"/>
                      <a:pt x="381" y="436"/>
                      <a:pt x="379" y="434"/>
                    </a:cubicBezTo>
                    <a:cubicBezTo>
                      <a:pt x="376" y="432"/>
                      <a:pt x="372" y="432"/>
                      <a:pt x="369" y="432"/>
                    </a:cubicBezTo>
                    <a:cubicBezTo>
                      <a:pt x="365" y="433"/>
                      <a:pt x="362" y="435"/>
                      <a:pt x="360" y="438"/>
                    </a:cubicBezTo>
                    <a:cubicBezTo>
                      <a:pt x="356" y="444"/>
                      <a:pt x="357" y="452"/>
                      <a:pt x="364" y="456"/>
                    </a:cubicBezTo>
                    <a:cubicBezTo>
                      <a:pt x="369" y="460"/>
                      <a:pt x="384" y="470"/>
                      <a:pt x="397" y="475"/>
                    </a:cubicBezTo>
                    <a:cubicBezTo>
                      <a:pt x="420" y="483"/>
                      <a:pt x="434" y="489"/>
                      <a:pt x="437" y="505"/>
                    </a:cubicBezTo>
                    <a:cubicBezTo>
                      <a:pt x="439" y="515"/>
                      <a:pt x="438" y="526"/>
                      <a:pt x="435" y="540"/>
                    </a:cubicBezTo>
                    <a:cubicBezTo>
                      <a:pt x="435" y="542"/>
                      <a:pt x="434" y="544"/>
                      <a:pt x="434" y="546"/>
                    </a:cubicBezTo>
                    <a:cubicBezTo>
                      <a:pt x="430" y="563"/>
                      <a:pt x="430" y="563"/>
                      <a:pt x="430" y="563"/>
                    </a:cubicBezTo>
                    <a:cubicBezTo>
                      <a:pt x="425" y="586"/>
                      <a:pt x="425" y="586"/>
                      <a:pt x="425" y="586"/>
                    </a:cubicBezTo>
                    <a:cubicBezTo>
                      <a:pt x="423" y="594"/>
                      <a:pt x="423" y="594"/>
                      <a:pt x="423" y="594"/>
                    </a:cubicBezTo>
                    <a:cubicBezTo>
                      <a:pt x="420" y="610"/>
                      <a:pt x="416" y="626"/>
                      <a:pt x="416" y="643"/>
                    </a:cubicBezTo>
                    <a:cubicBezTo>
                      <a:pt x="416" y="653"/>
                      <a:pt x="417" y="663"/>
                      <a:pt x="420" y="673"/>
                    </a:cubicBezTo>
                    <a:cubicBezTo>
                      <a:pt x="422" y="680"/>
                      <a:pt x="425" y="687"/>
                      <a:pt x="428" y="694"/>
                    </a:cubicBezTo>
                    <a:cubicBezTo>
                      <a:pt x="430" y="701"/>
                      <a:pt x="435" y="720"/>
                      <a:pt x="435" y="743"/>
                    </a:cubicBezTo>
                    <a:cubicBezTo>
                      <a:pt x="435" y="752"/>
                      <a:pt x="434" y="762"/>
                      <a:pt x="433" y="771"/>
                    </a:cubicBezTo>
                    <a:cubicBezTo>
                      <a:pt x="426" y="793"/>
                      <a:pt x="414" y="794"/>
                      <a:pt x="396" y="795"/>
                    </a:cubicBezTo>
                    <a:cubicBezTo>
                      <a:pt x="396" y="795"/>
                      <a:pt x="386" y="795"/>
                      <a:pt x="385" y="795"/>
                    </a:cubicBezTo>
                    <a:cubicBezTo>
                      <a:pt x="384" y="795"/>
                      <a:pt x="368" y="794"/>
                      <a:pt x="368" y="794"/>
                    </a:cubicBezTo>
                    <a:cubicBezTo>
                      <a:pt x="353" y="793"/>
                      <a:pt x="338" y="793"/>
                      <a:pt x="327" y="788"/>
                    </a:cubicBezTo>
                    <a:cubicBezTo>
                      <a:pt x="310" y="783"/>
                      <a:pt x="289" y="774"/>
                      <a:pt x="272" y="762"/>
                    </a:cubicBezTo>
                    <a:cubicBezTo>
                      <a:pt x="269" y="760"/>
                      <a:pt x="269" y="760"/>
                      <a:pt x="269" y="760"/>
                    </a:cubicBezTo>
                    <a:cubicBezTo>
                      <a:pt x="253" y="749"/>
                      <a:pt x="239" y="739"/>
                      <a:pt x="219" y="733"/>
                    </a:cubicBezTo>
                    <a:cubicBezTo>
                      <a:pt x="204" y="727"/>
                      <a:pt x="188" y="724"/>
                      <a:pt x="173" y="722"/>
                    </a:cubicBezTo>
                    <a:cubicBezTo>
                      <a:pt x="152" y="718"/>
                      <a:pt x="132" y="714"/>
                      <a:pt x="114" y="704"/>
                    </a:cubicBezTo>
                    <a:cubicBezTo>
                      <a:pt x="76" y="683"/>
                      <a:pt x="44" y="688"/>
                      <a:pt x="17" y="692"/>
                    </a:cubicBezTo>
                    <a:cubicBezTo>
                      <a:pt x="6" y="694"/>
                      <a:pt x="6" y="694"/>
                      <a:pt x="6" y="694"/>
                    </a:cubicBezTo>
                    <a:cubicBezTo>
                      <a:pt x="3" y="694"/>
                      <a:pt x="1" y="695"/>
                      <a:pt x="0" y="697"/>
                    </a:cubicBezTo>
                    <a:cubicBezTo>
                      <a:pt x="0" y="718"/>
                      <a:pt x="0" y="718"/>
                      <a:pt x="0" y="718"/>
                    </a:cubicBezTo>
                    <a:cubicBezTo>
                      <a:pt x="0" y="718"/>
                      <a:pt x="0" y="718"/>
                      <a:pt x="0" y="718"/>
                    </a:cubicBezTo>
                    <a:cubicBezTo>
                      <a:pt x="3" y="720"/>
                      <a:pt x="6" y="721"/>
                      <a:pt x="10" y="720"/>
                    </a:cubicBezTo>
                    <a:cubicBezTo>
                      <a:pt x="20" y="719"/>
                      <a:pt x="20" y="719"/>
                      <a:pt x="20" y="719"/>
                    </a:cubicBezTo>
                    <a:cubicBezTo>
                      <a:pt x="46" y="715"/>
                      <a:pt x="68" y="718"/>
                      <a:pt x="93" y="730"/>
                    </a:cubicBezTo>
                    <a:cubicBezTo>
                      <a:pt x="95" y="731"/>
                      <a:pt x="96" y="733"/>
                      <a:pt x="96" y="736"/>
                    </a:cubicBezTo>
                    <a:cubicBezTo>
                      <a:pt x="96" y="741"/>
                      <a:pt x="94" y="747"/>
                      <a:pt x="93" y="751"/>
                    </a:cubicBezTo>
                    <a:cubicBezTo>
                      <a:pt x="92" y="755"/>
                      <a:pt x="92" y="757"/>
                      <a:pt x="92" y="760"/>
                    </a:cubicBezTo>
                    <a:cubicBezTo>
                      <a:pt x="92" y="760"/>
                      <a:pt x="92" y="760"/>
                      <a:pt x="92" y="760"/>
                    </a:cubicBezTo>
                    <a:cubicBezTo>
                      <a:pt x="92" y="763"/>
                      <a:pt x="93" y="766"/>
                      <a:pt x="96" y="768"/>
                    </a:cubicBezTo>
                    <a:cubicBezTo>
                      <a:pt x="98" y="770"/>
                      <a:pt x="101" y="771"/>
                      <a:pt x="104" y="771"/>
                    </a:cubicBezTo>
                    <a:cubicBezTo>
                      <a:pt x="113" y="771"/>
                      <a:pt x="123" y="750"/>
                      <a:pt x="125" y="745"/>
                    </a:cubicBezTo>
                    <a:cubicBezTo>
                      <a:pt x="127" y="745"/>
                      <a:pt x="130" y="745"/>
                      <a:pt x="140" y="748"/>
                    </a:cubicBezTo>
                    <a:cubicBezTo>
                      <a:pt x="143" y="748"/>
                      <a:pt x="143" y="748"/>
                      <a:pt x="143" y="748"/>
                    </a:cubicBezTo>
                    <a:cubicBezTo>
                      <a:pt x="167" y="753"/>
                      <a:pt x="167" y="753"/>
                      <a:pt x="167" y="753"/>
                    </a:cubicBezTo>
                    <a:cubicBezTo>
                      <a:pt x="177" y="755"/>
                      <a:pt x="183" y="757"/>
                      <a:pt x="191" y="760"/>
                    </a:cubicBezTo>
                    <a:cubicBezTo>
                      <a:pt x="202" y="765"/>
                      <a:pt x="202" y="765"/>
                      <a:pt x="202" y="765"/>
                    </a:cubicBezTo>
                    <a:cubicBezTo>
                      <a:pt x="215" y="769"/>
                      <a:pt x="226" y="777"/>
                      <a:pt x="237" y="785"/>
                    </a:cubicBezTo>
                    <a:cubicBezTo>
                      <a:pt x="245" y="791"/>
                      <a:pt x="245" y="791"/>
                      <a:pt x="245" y="791"/>
                    </a:cubicBezTo>
                    <a:cubicBezTo>
                      <a:pt x="248" y="793"/>
                      <a:pt x="248" y="793"/>
                      <a:pt x="248" y="793"/>
                    </a:cubicBezTo>
                    <a:cubicBezTo>
                      <a:pt x="248" y="793"/>
                      <a:pt x="266" y="806"/>
                      <a:pt x="266" y="806"/>
                    </a:cubicBezTo>
                    <a:cubicBezTo>
                      <a:pt x="280" y="817"/>
                      <a:pt x="296" y="829"/>
                      <a:pt x="309" y="833"/>
                    </a:cubicBezTo>
                    <a:cubicBezTo>
                      <a:pt x="310" y="834"/>
                      <a:pt x="310" y="834"/>
                      <a:pt x="310" y="834"/>
                    </a:cubicBezTo>
                    <a:cubicBezTo>
                      <a:pt x="310" y="834"/>
                      <a:pt x="310" y="834"/>
                      <a:pt x="310" y="834"/>
                    </a:cubicBezTo>
                    <a:cubicBezTo>
                      <a:pt x="321" y="837"/>
                      <a:pt x="333" y="838"/>
                      <a:pt x="347" y="839"/>
                    </a:cubicBezTo>
                    <a:cubicBezTo>
                      <a:pt x="357" y="839"/>
                      <a:pt x="368" y="840"/>
                      <a:pt x="380" y="842"/>
                    </a:cubicBezTo>
                    <a:cubicBezTo>
                      <a:pt x="398" y="844"/>
                      <a:pt x="414" y="848"/>
                      <a:pt x="429" y="855"/>
                    </a:cubicBezTo>
                    <a:cubicBezTo>
                      <a:pt x="443" y="862"/>
                      <a:pt x="457" y="874"/>
                      <a:pt x="457" y="912"/>
                    </a:cubicBezTo>
                    <a:cubicBezTo>
                      <a:pt x="457" y="914"/>
                      <a:pt x="457" y="915"/>
                      <a:pt x="457" y="917"/>
                    </a:cubicBezTo>
                    <a:cubicBezTo>
                      <a:pt x="457" y="939"/>
                      <a:pt x="454" y="965"/>
                      <a:pt x="451" y="991"/>
                    </a:cubicBezTo>
                    <a:cubicBezTo>
                      <a:pt x="450" y="999"/>
                      <a:pt x="449" y="1006"/>
                      <a:pt x="448" y="1014"/>
                    </a:cubicBezTo>
                    <a:cubicBezTo>
                      <a:pt x="450" y="995"/>
                      <a:pt x="452" y="975"/>
                      <a:pt x="453" y="956"/>
                    </a:cubicBezTo>
                    <a:cubicBezTo>
                      <a:pt x="456" y="925"/>
                      <a:pt x="456" y="925"/>
                      <a:pt x="456" y="925"/>
                    </a:cubicBezTo>
                    <a:cubicBezTo>
                      <a:pt x="460" y="876"/>
                      <a:pt x="432" y="861"/>
                      <a:pt x="409" y="853"/>
                    </a:cubicBezTo>
                    <a:cubicBezTo>
                      <a:pt x="384" y="845"/>
                      <a:pt x="359" y="841"/>
                      <a:pt x="322" y="840"/>
                    </a:cubicBezTo>
                    <a:cubicBezTo>
                      <a:pt x="321" y="840"/>
                      <a:pt x="321" y="840"/>
                      <a:pt x="321" y="840"/>
                    </a:cubicBezTo>
                    <a:cubicBezTo>
                      <a:pt x="321" y="840"/>
                      <a:pt x="321" y="840"/>
                      <a:pt x="321" y="840"/>
                    </a:cubicBezTo>
                    <a:cubicBezTo>
                      <a:pt x="318" y="840"/>
                      <a:pt x="318" y="840"/>
                      <a:pt x="318" y="840"/>
                    </a:cubicBezTo>
                    <a:cubicBezTo>
                      <a:pt x="301" y="841"/>
                      <a:pt x="288" y="842"/>
                      <a:pt x="280" y="858"/>
                    </a:cubicBezTo>
                    <a:cubicBezTo>
                      <a:pt x="281" y="852"/>
                      <a:pt x="280" y="847"/>
                      <a:pt x="278" y="842"/>
                    </a:cubicBezTo>
                    <a:cubicBezTo>
                      <a:pt x="272" y="827"/>
                      <a:pt x="255" y="818"/>
                      <a:pt x="236" y="807"/>
                    </a:cubicBezTo>
                    <a:cubicBezTo>
                      <a:pt x="229" y="803"/>
                      <a:pt x="222" y="799"/>
                      <a:pt x="214" y="794"/>
                    </a:cubicBezTo>
                    <a:cubicBezTo>
                      <a:pt x="207" y="790"/>
                      <a:pt x="207" y="790"/>
                      <a:pt x="207" y="790"/>
                    </a:cubicBezTo>
                    <a:cubicBezTo>
                      <a:pt x="185" y="776"/>
                      <a:pt x="171" y="766"/>
                      <a:pt x="133" y="773"/>
                    </a:cubicBezTo>
                    <a:cubicBezTo>
                      <a:pt x="133" y="773"/>
                      <a:pt x="133" y="773"/>
                      <a:pt x="133" y="773"/>
                    </a:cubicBezTo>
                    <a:cubicBezTo>
                      <a:pt x="133" y="773"/>
                      <a:pt x="133" y="773"/>
                      <a:pt x="133" y="773"/>
                    </a:cubicBezTo>
                    <a:cubicBezTo>
                      <a:pt x="98" y="782"/>
                      <a:pt x="96" y="841"/>
                      <a:pt x="94" y="892"/>
                    </a:cubicBezTo>
                    <a:cubicBezTo>
                      <a:pt x="93" y="908"/>
                      <a:pt x="93" y="923"/>
                      <a:pt x="91" y="936"/>
                    </a:cubicBezTo>
                    <a:cubicBezTo>
                      <a:pt x="90" y="944"/>
                      <a:pt x="90" y="954"/>
                      <a:pt x="89" y="965"/>
                    </a:cubicBezTo>
                    <a:cubicBezTo>
                      <a:pt x="89" y="955"/>
                      <a:pt x="89" y="945"/>
                      <a:pt x="89" y="935"/>
                    </a:cubicBezTo>
                    <a:cubicBezTo>
                      <a:pt x="88" y="902"/>
                      <a:pt x="87" y="868"/>
                      <a:pt x="91" y="836"/>
                    </a:cubicBezTo>
                    <a:cubicBezTo>
                      <a:pt x="97" y="785"/>
                      <a:pt x="91" y="772"/>
                      <a:pt x="70" y="758"/>
                    </a:cubicBezTo>
                    <a:cubicBezTo>
                      <a:pt x="52" y="745"/>
                      <a:pt x="33" y="743"/>
                      <a:pt x="0" y="747"/>
                    </a:cubicBezTo>
                    <a:cubicBezTo>
                      <a:pt x="0" y="754"/>
                      <a:pt x="0" y="754"/>
                      <a:pt x="0" y="754"/>
                    </a:cubicBezTo>
                    <a:cubicBezTo>
                      <a:pt x="1" y="761"/>
                      <a:pt x="1" y="761"/>
                      <a:pt x="1" y="761"/>
                    </a:cubicBezTo>
                    <a:cubicBezTo>
                      <a:pt x="35" y="757"/>
                      <a:pt x="49" y="761"/>
                      <a:pt x="62" y="770"/>
                    </a:cubicBezTo>
                    <a:cubicBezTo>
                      <a:pt x="77" y="779"/>
                      <a:pt x="83" y="785"/>
                      <a:pt x="77" y="834"/>
                    </a:cubicBezTo>
                    <a:cubicBezTo>
                      <a:pt x="73" y="867"/>
                      <a:pt x="74" y="903"/>
                      <a:pt x="74" y="935"/>
                    </a:cubicBezTo>
                    <a:cubicBezTo>
                      <a:pt x="75" y="953"/>
                      <a:pt x="75" y="969"/>
                      <a:pt x="75" y="984"/>
                    </a:cubicBezTo>
                    <a:cubicBezTo>
                      <a:pt x="73" y="1027"/>
                      <a:pt x="76" y="1065"/>
                      <a:pt x="78" y="1086"/>
                    </a:cubicBezTo>
                    <a:cubicBezTo>
                      <a:pt x="78" y="1088"/>
                      <a:pt x="78" y="1089"/>
                      <a:pt x="76" y="1092"/>
                    </a:cubicBezTo>
                    <a:cubicBezTo>
                      <a:pt x="68" y="1100"/>
                      <a:pt x="42" y="1107"/>
                      <a:pt x="0" y="1103"/>
                    </a:cubicBezTo>
                    <a:cubicBezTo>
                      <a:pt x="0" y="1111"/>
                      <a:pt x="0" y="1111"/>
                      <a:pt x="0" y="1111"/>
                    </a:cubicBezTo>
                    <a:cubicBezTo>
                      <a:pt x="0" y="1118"/>
                      <a:pt x="0" y="1118"/>
                      <a:pt x="0" y="1118"/>
                    </a:cubicBezTo>
                    <a:cubicBezTo>
                      <a:pt x="41" y="1121"/>
                      <a:pt x="74" y="1115"/>
                      <a:pt x="86" y="1102"/>
                    </a:cubicBezTo>
                    <a:cubicBezTo>
                      <a:pt x="91" y="1097"/>
                      <a:pt x="93" y="1091"/>
                      <a:pt x="92" y="1085"/>
                    </a:cubicBezTo>
                    <a:cubicBezTo>
                      <a:pt x="91" y="1068"/>
                      <a:pt x="89" y="1039"/>
                      <a:pt x="89" y="1006"/>
                    </a:cubicBezTo>
                    <a:cubicBezTo>
                      <a:pt x="89" y="1043"/>
                      <a:pt x="93" y="1079"/>
                      <a:pt x="98" y="1094"/>
                    </a:cubicBezTo>
                    <a:cubicBezTo>
                      <a:pt x="106" y="1117"/>
                      <a:pt x="148" y="1114"/>
                      <a:pt x="182" y="1112"/>
                    </a:cubicBezTo>
                    <a:cubicBezTo>
                      <a:pt x="192" y="1112"/>
                      <a:pt x="202" y="1111"/>
                      <a:pt x="208" y="1112"/>
                    </a:cubicBezTo>
                    <a:cubicBezTo>
                      <a:pt x="228" y="1113"/>
                      <a:pt x="249" y="1113"/>
                      <a:pt x="260" y="1102"/>
                    </a:cubicBezTo>
                    <a:cubicBezTo>
                      <a:pt x="265" y="1097"/>
                      <a:pt x="267" y="1091"/>
                      <a:pt x="267" y="1084"/>
                    </a:cubicBezTo>
                    <a:cubicBezTo>
                      <a:pt x="265" y="1065"/>
                      <a:pt x="265" y="998"/>
                      <a:pt x="269" y="942"/>
                    </a:cubicBezTo>
                    <a:cubicBezTo>
                      <a:pt x="270" y="929"/>
                      <a:pt x="271" y="918"/>
                      <a:pt x="273" y="909"/>
                    </a:cubicBezTo>
                    <a:cubicBezTo>
                      <a:pt x="272" y="942"/>
                      <a:pt x="273" y="987"/>
                      <a:pt x="274" y="1022"/>
                    </a:cubicBezTo>
                    <a:cubicBezTo>
                      <a:pt x="275" y="1041"/>
                      <a:pt x="275" y="1041"/>
                      <a:pt x="275" y="1041"/>
                    </a:cubicBezTo>
                    <a:cubicBezTo>
                      <a:pt x="275" y="1050"/>
                      <a:pt x="275" y="1057"/>
                      <a:pt x="275" y="1064"/>
                    </a:cubicBezTo>
                    <a:cubicBezTo>
                      <a:pt x="274" y="1090"/>
                      <a:pt x="273" y="1113"/>
                      <a:pt x="307" y="1117"/>
                    </a:cubicBezTo>
                    <a:cubicBezTo>
                      <a:pt x="342" y="1122"/>
                      <a:pt x="398" y="1123"/>
                      <a:pt x="414" y="1120"/>
                    </a:cubicBezTo>
                    <a:cubicBezTo>
                      <a:pt x="433" y="1117"/>
                      <a:pt x="436" y="1096"/>
                      <a:pt x="443" y="1059"/>
                    </a:cubicBezTo>
                    <a:cubicBezTo>
                      <a:pt x="443" y="1058"/>
                      <a:pt x="443" y="1058"/>
                      <a:pt x="443" y="1058"/>
                    </a:cubicBezTo>
                    <a:cubicBezTo>
                      <a:pt x="445" y="1046"/>
                      <a:pt x="446" y="1032"/>
                      <a:pt x="448" y="1017"/>
                    </a:cubicBezTo>
                    <a:cubicBezTo>
                      <a:pt x="447" y="1029"/>
                      <a:pt x="446" y="1039"/>
                      <a:pt x="445" y="1049"/>
                    </a:cubicBezTo>
                    <a:cubicBezTo>
                      <a:pt x="444" y="1067"/>
                      <a:pt x="444" y="1067"/>
                      <a:pt x="444" y="1067"/>
                    </a:cubicBezTo>
                    <a:cubicBezTo>
                      <a:pt x="443" y="1075"/>
                      <a:pt x="443" y="1083"/>
                      <a:pt x="443" y="1090"/>
                    </a:cubicBezTo>
                    <a:cubicBezTo>
                      <a:pt x="443" y="1107"/>
                      <a:pt x="447" y="1120"/>
                      <a:pt x="465" y="1129"/>
                    </a:cubicBezTo>
                    <a:cubicBezTo>
                      <a:pt x="494" y="1143"/>
                      <a:pt x="524" y="1147"/>
                      <a:pt x="585" y="1142"/>
                    </a:cubicBezTo>
                    <a:cubicBezTo>
                      <a:pt x="612" y="1140"/>
                      <a:pt x="612" y="1140"/>
                      <a:pt x="612" y="1140"/>
                    </a:cubicBezTo>
                    <a:cubicBezTo>
                      <a:pt x="650" y="1138"/>
                      <a:pt x="657" y="1137"/>
                      <a:pt x="669" y="1121"/>
                    </a:cubicBezTo>
                    <a:cubicBezTo>
                      <a:pt x="673" y="1116"/>
                      <a:pt x="676" y="1109"/>
                      <a:pt x="679" y="1100"/>
                    </a:cubicBezTo>
                    <a:cubicBezTo>
                      <a:pt x="677" y="1114"/>
                      <a:pt x="678" y="1124"/>
                      <a:pt x="685" y="1130"/>
                    </a:cubicBezTo>
                    <a:cubicBezTo>
                      <a:pt x="690" y="1136"/>
                      <a:pt x="699" y="1138"/>
                      <a:pt x="711" y="1135"/>
                    </a:cubicBezTo>
                    <a:cubicBezTo>
                      <a:pt x="729" y="1130"/>
                      <a:pt x="752" y="1128"/>
                      <a:pt x="777" y="1126"/>
                    </a:cubicBezTo>
                    <a:cubicBezTo>
                      <a:pt x="796" y="1124"/>
                      <a:pt x="817" y="1122"/>
                      <a:pt x="835" y="1119"/>
                    </a:cubicBezTo>
                    <a:cubicBezTo>
                      <a:pt x="877" y="1111"/>
                      <a:pt x="882" y="1104"/>
                      <a:pt x="888" y="1074"/>
                    </a:cubicBezTo>
                    <a:cubicBezTo>
                      <a:pt x="889" y="1094"/>
                      <a:pt x="894" y="1109"/>
                      <a:pt x="910" y="1111"/>
                    </a:cubicBezTo>
                    <a:cubicBezTo>
                      <a:pt x="923" y="1114"/>
                      <a:pt x="935" y="1114"/>
                      <a:pt x="948" y="1115"/>
                    </a:cubicBezTo>
                    <a:cubicBezTo>
                      <a:pt x="963" y="1116"/>
                      <a:pt x="981" y="1117"/>
                      <a:pt x="1003" y="1121"/>
                    </a:cubicBezTo>
                    <a:cubicBezTo>
                      <a:pt x="1050" y="1129"/>
                      <a:pt x="1073" y="1110"/>
                      <a:pt x="1078" y="1089"/>
                    </a:cubicBezTo>
                    <a:cubicBezTo>
                      <a:pt x="1078" y="1088"/>
                      <a:pt x="1079" y="1085"/>
                      <a:pt x="1079" y="1083"/>
                    </a:cubicBezTo>
                    <a:cubicBezTo>
                      <a:pt x="1079" y="1087"/>
                      <a:pt x="1079" y="1092"/>
                      <a:pt x="1079" y="1096"/>
                    </a:cubicBezTo>
                    <a:cubicBezTo>
                      <a:pt x="1080" y="1108"/>
                      <a:pt x="1084" y="1117"/>
                      <a:pt x="1093" y="1125"/>
                    </a:cubicBezTo>
                    <a:cubicBezTo>
                      <a:pt x="1123" y="1152"/>
                      <a:pt x="1201" y="1146"/>
                      <a:pt x="1227" y="1144"/>
                    </a:cubicBezTo>
                    <a:cubicBezTo>
                      <a:pt x="1238" y="1143"/>
                      <a:pt x="1251" y="1143"/>
                      <a:pt x="1264" y="1143"/>
                    </a:cubicBezTo>
                    <a:cubicBezTo>
                      <a:pt x="1303" y="1143"/>
                      <a:pt x="1341" y="1142"/>
                      <a:pt x="1347" y="1119"/>
                    </a:cubicBezTo>
                    <a:cubicBezTo>
                      <a:pt x="1355" y="1091"/>
                      <a:pt x="1360" y="1034"/>
                      <a:pt x="1360" y="969"/>
                    </a:cubicBezTo>
                    <a:cubicBezTo>
                      <a:pt x="1360" y="900"/>
                      <a:pt x="1351" y="881"/>
                      <a:pt x="1336" y="854"/>
                    </a:cubicBezTo>
                    <a:cubicBezTo>
                      <a:pt x="1329" y="842"/>
                      <a:pt x="1320" y="830"/>
                      <a:pt x="1311" y="818"/>
                    </a:cubicBezTo>
                    <a:cubicBezTo>
                      <a:pt x="1301" y="804"/>
                      <a:pt x="1291" y="791"/>
                      <a:pt x="1287" y="782"/>
                    </a:cubicBezTo>
                    <a:cubicBezTo>
                      <a:pt x="1280" y="765"/>
                      <a:pt x="1283" y="733"/>
                      <a:pt x="1289" y="722"/>
                    </a:cubicBezTo>
                    <a:cubicBezTo>
                      <a:pt x="1289" y="722"/>
                      <a:pt x="1289" y="722"/>
                      <a:pt x="1289" y="722"/>
                    </a:cubicBezTo>
                    <a:cubicBezTo>
                      <a:pt x="1289" y="721"/>
                      <a:pt x="1289" y="721"/>
                      <a:pt x="1289" y="721"/>
                    </a:cubicBezTo>
                    <a:cubicBezTo>
                      <a:pt x="1299" y="695"/>
                      <a:pt x="1318" y="688"/>
                      <a:pt x="1327" y="684"/>
                    </a:cubicBezTo>
                    <a:cubicBezTo>
                      <a:pt x="1330" y="683"/>
                      <a:pt x="1330" y="683"/>
                      <a:pt x="1330" y="683"/>
                    </a:cubicBezTo>
                    <a:cubicBezTo>
                      <a:pt x="1314" y="694"/>
                      <a:pt x="1299" y="708"/>
                      <a:pt x="1295" y="725"/>
                    </a:cubicBezTo>
                    <a:cubicBezTo>
                      <a:pt x="1295" y="725"/>
                      <a:pt x="1294" y="732"/>
                      <a:pt x="1294" y="732"/>
                    </a:cubicBezTo>
                    <a:cubicBezTo>
                      <a:pt x="1288" y="758"/>
                      <a:pt x="1286" y="772"/>
                      <a:pt x="1307" y="802"/>
                    </a:cubicBezTo>
                    <a:cubicBezTo>
                      <a:pt x="1317" y="816"/>
                      <a:pt x="1343" y="849"/>
                      <a:pt x="1365" y="851"/>
                    </a:cubicBezTo>
                    <a:cubicBezTo>
                      <a:pt x="1365" y="844"/>
                      <a:pt x="1365" y="844"/>
                      <a:pt x="1365" y="844"/>
                    </a:cubicBezTo>
                    <a:cubicBezTo>
                      <a:pt x="1365" y="837"/>
                      <a:pt x="1365" y="837"/>
                      <a:pt x="1365" y="837"/>
                    </a:cubicBezTo>
                    <a:cubicBezTo>
                      <a:pt x="1357" y="835"/>
                      <a:pt x="1340" y="824"/>
                      <a:pt x="1319" y="794"/>
                    </a:cubicBezTo>
                    <a:cubicBezTo>
                      <a:pt x="1301" y="769"/>
                      <a:pt x="1303" y="759"/>
                      <a:pt x="1308" y="735"/>
                    </a:cubicBezTo>
                    <a:cubicBezTo>
                      <a:pt x="1309" y="728"/>
                      <a:pt x="1309" y="728"/>
                      <a:pt x="1309" y="728"/>
                    </a:cubicBezTo>
                    <a:cubicBezTo>
                      <a:pt x="1313" y="709"/>
                      <a:pt x="1338" y="694"/>
                      <a:pt x="1359" y="681"/>
                    </a:cubicBezTo>
                    <a:cubicBezTo>
                      <a:pt x="1365" y="677"/>
                      <a:pt x="1365" y="677"/>
                      <a:pt x="1365" y="677"/>
                    </a:cubicBezTo>
                    <a:cubicBezTo>
                      <a:pt x="1365" y="669"/>
                      <a:pt x="1365" y="669"/>
                      <a:pt x="1365" y="669"/>
                    </a:cubicBezTo>
                    <a:cubicBezTo>
                      <a:pt x="1362" y="663"/>
                      <a:pt x="1362" y="663"/>
                      <a:pt x="1362" y="663"/>
                    </a:cubicBezTo>
                    <a:cubicBezTo>
                      <a:pt x="1351" y="669"/>
                      <a:pt x="1351" y="669"/>
                      <a:pt x="1351" y="669"/>
                    </a:cubicBezTo>
                    <a:cubicBezTo>
                      <a:pt x="1347" y="671"/>
                      <a:pt x="1343" y="674"/>
                      <a:pt x="1339" y="677"/>
                    </a:cubicBezTo>
                    <a:cubicBezTo>
                      <a:pt x="1350" y="668"/>
                      <a:pt x="1357" y="657"/>
                      <a:pt x="1359" y="645"/>
                    </a:cubicBezTo>
                    <a:cubicBezTo>
                      <a:pt x="1360" y="639"/>
                      <a:pt x="1358" y="635"/>
                      <a:pt x="1357" y="633"/>
                    </a:cubicBezTo>
                    <a:cubicBezTo>
                      <a:pt x="1356" y="631"/>
                      <a:pt x="1354" y="630"/>
                      <a:pt x="1352" y="629"/>
                    </a:cubicBezTo>
                    <a:cubicBezTo>
                      <a:pt x="1357" y="624"/>
                      <a:pt x="1361" y="619"/>
                      <a:pt x="1365" y="613"/>
                    </a:cubicBezTo>
                    <a:cubicBezTo>
                      <a:pt x="1365" y="599"/>
                      <a:pt x="1365" y="599"/>
                      <a:pt x="1365" y="599"/>
                    </a:cubicBezTo>
                    <a:cubicBezTo>
                      <a:pt x="1359" y="596"/>
                      <a:pt x="1359" y="596"/>
                      <a:pt x="1359" y="596"/>
                    </a:cubicBezTo>
                    <a:cubicBezTo>
                      <a:pt x="1347" y="617"/>
                      <a:pt x="1334" y="628"/>
                      <a:pt x="1317" y="632"/>
                    </a:cubicBezTo>
                    <a:cubicBezTo>
                      <a:pt x="1283" y="638"/>
                      <a:pt x="1265" y="636"/>
                      <a:pt x="1238" y="624"/>
                    </a:cubicBezTo>
                    <a:cubicBezTo>
                      <a:pt x="1223" y="618"/>
                      <a:pt x="1221" y="593"/>
                      <a:pt x="1218" y="568"/>
                    </a:cubicBezTo>
                    <a:cubicBezTo>
                      <a:pt x="1216" y="551"/>
                      <a:pt x="1214" y="533"/>
                      <a:pt x="1208" y="518"/>
                    </a:cubicBezTo>
                    <a:cubicBezTo>
                      <a:pt x="1202" y="502"/>
                      <a:pt x="1202" y="502"/>
                      <a:pt x="1202" y="502"/>
                    </a:cubicBezTo>
                    <a:cubicBezTo>
                      <a:pt x="1197" y="489"/>
                      <a:pt x="1194" y="482"/>
                      <a:pt x="1194" y="475"/>
                    </a:cubicBezTo>
                    <a:cubicBezTo>
                      <a:pt x="1194" y="468"/>
                      <a:pt x="1197" y="462"/>
                      <a:pt x="1204" y="454"/>
                    </a:cubicBezTo>
                    <a:cubicBezTo>
                      <a:pt x="1224" y="429"/>
                      <a:pt x="1266" y="397"/>
                      <a:pt x="1290" y="388"/>
                    </a:cubicBezTo>
                    <a:cubicBezTo>
                      <a:pt x="1323" y="382"/>
                      <a:pt x="1354" y="415"/>
                      <a:pt x="1360" y="421"/>
                    </a:cubicBezTo>
                    <a:cubicBezTo>
                      <a:pt x="1365" y="416"/>
                      <a:pt x="1365" y="416"/>
                      <a:pt x="1365" y="416"/>
                    </a:cubicBezTo>
                    <a:cubicBezTo>
                      <a:pt x="1365" y="406"/>
                      <a:pt x="1365" y="406"/>
                      <a:pt x="1365" y="406"/>
                    </a:cubicBezTo>
                    <a:cubicBezTo>
                      <a:pt x="1352" y="392"/>
                      <a:pt x="1321" y="367"/>
                      <a:pt x="1287" y="374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2" name="Freeform 643">
                <a:extLst>
                  <a:ext uri="{FF2B5EF4-FFF2-40B4-BE49-F238E27FC236}">
                    <a16:creationId xmlns:a16="http://schemas.microsoft.com/office/drawing/2014/main" id="{AB567F98-373A-4BE8-816E-47D4890E5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789"/>
                <a:ext cx="419" cy="289"/>
              </a:xfrm>
              <a:custGeom>
                <a:avLst/>
                <a:gdLst>
                  <a:gd name="T0" fmla="*/ 887 w 264"/>
                  <a:gd name="T1" fmla="*/ 1598 h 183"/>
                  <a:gd name="T2" fmla="*/ 635 w 264"/>
                  <a:gd name="T3" fmla="*/ 1437 h 183"/>
                  <a:gd name="T4" fmla="*/ 430 w 264"/>
                  <a:gd name="T5" fmla="*/ 1325 h 183"/>
                  <a:gd name="T6" fmla="*/ 108 w 264"/>
                  <a:gd name="T7" fmla="*/ 1041 h 183"/>
                  <a:gd name="T8" fmla="*/ 100 w 264"/>
                  <a:gd name="T9" fmla="*/ 529 h 183"/>
                  <a:gd name="T10" fmla="*/ 605 w 264"/>
                  <a:gd name="T11" fmla="*/ 98 h 183"/>
                  <a:gd name="T12" fmla="*/ 605 w 264"/>
                  <a:gd name="T13" fmla="*/ 98 h 183"/>
                  <a:gd name="T14" fmla="*/ 1360 w 264"/>
                  <a:gd name="T15" fmla="*/ 35 h 183"/>
                  <a:gd name="T16" fmla="*/ 1990 w 264"/>
                  <a:gd name="T17" fmla="*/ 21 h 183"/>
                  <a:gd name="T18" fmla="*/ 2498 w 264"/>
                  <a:gd name="T19" fmla="*/ 245 h 183"/>
                  <a:gd name="T20" fmla="*/ 2620 w 264"/>
                  <a:gd name="T21" fmla="*/ 666 h 183"/>
                  <a:gd name="T22" fmla="*/ 2055 w 264"/>
                  <a:gd name="T23" fmla="*/ 1761 h 183"/>
                  <a:gd name="T24" fmla="*/ 1613 w 264"/>
                  <a:gd name="T25" fmla="*/ 1769 h 183"/>
                  <a:gd name="T26" fmla="*/ 1308 w 264"/>
                  <a:gd name="T27" fmla="*/ 1748 h 183"/>
                  <a:gd name="T28" fmla="*/ 887 w 264"/>
                  <a:gd name="T29" fmla="*/ 1598 h 1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4" h="183">
                    <a:moveTo>
                      <a:pt x="88" y="163"/>
                    </a:moveTo>
                    <a:cubicBezTo>
                      <a:pt x="83" y="159"/>
                      <a:pt x="76" y="153"/>
                      <a:pt x="63" y="146"/>
                    </a:cubicBezTo>
                    <a:cubicBezTo>
                      <a:pt x="43" y="135"/>
                      <a:pt x="43" y="135"/>
                      <a:pt x="43" y="135"/>
                    </a:cubicBezTo>
                    <a:cubicBezTo>
                      <a:pt x="25" y="126"/>
                      <a:pt x="19" y="123"/>
                      <a:pt x="11" y="106"/>
                    </a:cubicBezTo>
                    <a:cubicBezTo>
                      <a:pt x="1" y="84"/>
                      <a:pt x="0" y="68"/>
                      <a:pt x="10" y="54"/>
                    </a:cubicBezTo>
                    <a:cubicBezTo>
                      <a:pt x="19" y="39"/>
                      <a:pt x="35" y="25"/>
                      <a:pt x="60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67" y="6"/>
                      <a:pt x="107" y="5"/>
                      <a:pt x="135" y="4"/>
                    </a:cubicBezTo>
                    <a:cubicBezTo>
                      <a:pt x="158" y="4"/>
                      <a:pt x="181" y="3"/>
                      <a:pt x="198" y="2"/>
                    </a:cubicBezTo>
                    <a:cubicBezTo>
                      <a:pt x="216" y="0"/>
                      <a:pt x="235" y="8"/>
                      <a:pt x="248" y="25"/>
                    </a:cubicBezTo>
                    <a:cubicBezTo>
                      <a:pt x="259" y="39"/>
                      <a:pt x="264" y="56"/>
                      <a:pt x="260" y="68"/>
                    </a:cubicBezTo>
                    <a:cubicBezTo>
                      <a:pt x="240" y="126"/>
                      <a:pt x="216" y="175"/>
                      <a:pt x="204" y="179"/>
                    </a:cubicBezTo>
                    <a:cubicBezTo>
                      <a:pt x="191" y="183"/>
                      <a:pt x="183" y="182"/>
                      <a:pt x="160" y="180"/>
                    </a:cubicBezTo>
                    <a:cubicBezTo>
                      <a:pt x="130" y="178"/>
                      <a:pt x="130" y="178"/>
                      <a:pt x="130" y="178"/>
                    </a:cubicBezTo>
                    <a:cubicBezTo>
                      <a:pt x="101" y="176"/>
                      <a:pt x="97" y="171"/>
                      <a:pt x="88" y="163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3" name="Freeform 644">
                <a:extLst>
                  <a:ext uri="{FF2B5EF4-FFF2-40B4-BE49-F238E27FC236}">
                    <a16:creationId xmlns:a16="http://schemas.microsoft.com/office/drawing/2014/main" id="{52502F4D-BAB0-4B96-BEA5-6D503CA9E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928"/>
                <a:ext cx="415" cy="316"/>
              </a:xfrm>
              <a:custGeom>
                <a:avLst/>
                <a:gdLst>
                  <a:gd name="T0" fmla="*/ 2341 w 262"/>
                  <a:gd name="T1" fmla="*/ 1210 h 200"/>
                  <a:gd name="T2" fmla="*/ 1945 w 262"/>
                  <a:gd name="T3" fmla="*/ 1441 h 200"/>
                  <a:gd name="T4" fmla="*/ 1619 w 262"/>
                  <a:gd name="T5" fmla="*/ 1695 h 200"/>
                  <a:gd name="T6" fmla="*/ 1114 w 262"/>
                  <a:gd name="T7" fmla="*/ 1937 h 200"/>
                  <a:gd name="T8" fmla="*/ 885 w 262"/>
                  <a:gd name="T9" fmla="*/ 1815 h 200"/>
                  <a:gd name="T10" fmla="*/ 778 w 262"/>
                  <a:gd name="T11" fmla="*/ 1428 h 200"/>
                  <a:gd name="T12" fmla="*/ 661 w 262"/>
                  <a:gd name="T13" fmla="*/ 1073 h 200"/>
                  <a:gd name="T14" fmla="*/ 326 w 262"/>
                  <a:gd name="T15" fmla="*/ 591 h 200"/>
                  <a:gd name="T16" fmla="*/ 82 w 262"/>
                  <a:gd name="T17" fmla="*/ 87 h 200"/>
                  <a:gd name="T18" fmla="*/ 87 w 262"/>
                  <a:gd name="T19" fmla="*/ 87 h 200"/>
                  <a:gd name="T20" fmla="*/ 87 w 262"/>
                  <a:gd name="T21" fmla="*/ 82 h 200"/>
                  <a:gd name="T22" fmla="*/ 516 w 262"/>
                  <a:gd name="T23" fmla="*/ 35 h 200"/>
                  <a:gd name="T24" fmla="*/ 988 w 262"/>
                  <a:gd name="T25" fmla="*/ 68 h 200"/>
                  <a:gd name="T26" fmla="*/ 2050 w 262"/>
                  <a:gd name="T27" fmla="*/ 288 h 200"/>
                  <a:gd name="T28" fmla="*/ 2574 w 262"/>
                  <a:gd name="T29" fmla="*/ 1002 h 200"/>
                  <a:gd name="T30" fmla="*/ 2341 w 262"/>
                  <a:gd name="T31" fmla="*/ 121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2" h="200">
                    <a:moveTo>
                      <a:pt x="235" y="123"/>
                    </a:moveTo>
                    <a:cubicBezTo>
                      <a:pt x="225" y="128"/>
                      <a:pt x="212" y="135"/>
                      <a:pt x="195" y="146"/>
                    </a:cubicBezTo>
                    <a:cubicBezTo>
                      <a:pt x="180" y="157"/>
                      <a:pt x="170" y="165"/>
                      <a:pt x="162" y="172"/>
                    </a:cubicBezTo>
                    <a:cubicBezTo>
                      <a:pt x="147" y="186"/>
                      <a:pt x="138" y="193"/>
                      <a:pt x="112" y="197"/>
                    </a:cubicBezTo>
                    <a:cubicBezTo>
                      <a:pt x="92" y="200"/>
                      <a:pt x="92" y="199"/>
                      <a:pt x="89" y="184"/>
                    </a:cubicBezTo>
                    <a:cubicBezTo>
                      <a:pt x="88" y="175"/>
                      <a:pt x="86" y="162"/>
                      <a:pt x="78" y="145"/>
                    </a:cubicBezTo>
                    <a:cubicBezTo>
                      <a:pt x="71" y="129"/>
                      <a:pt x="68" y="119"/>
                      <a:pt x="66" y="109"/>
                    </a:cubicBezTo>
                    <a:cubicBezTo>
                      <a:pt x="61" y="92"/>
                      <a:pt x="58" y="80"/>
                      <a:pt x="33" y="60"/>
                    </a:cubicBezTo>
                    <a:cubicBezTo>
                      <a:pt x="0" y="33"/>
                      <a:pt x="1" y="29"/>
                      <a:pt x="8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1" y="0"/>
                      <a:pt x="27" y="1"/>
                      <a:pt x="52" y="4"/>
                    </a:cubicBezTo>
                    <a:cubicBezTo>
                      <a:pt x="66" y="6"/>
                      <a:pt x="82" y="7"/>
                      <a:pt x="99" y="7"/>
                    </a:cubicBezTo>
                    <a:cubicBezTo>
                      <a:pt x="147" y="7"/>
                      <a:pt x="178" y="9"/>
                      <a:pt x="206" y="29"/>
                    </a:cubicBezTo>
                    <a:cubicBezTo>
                      <a:pt x="234" y="50"/>
                      <a:pt x="262" y="84"/>
                      <a:pt x="258" y="102"/>
                    </a:cubicBezTo>
                    <a:cubicBezTo>
                      <a:pt x="255" y="112"/>
                      <a:pt x="251" y="115"/>
                      <a:pt x="235" y="123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4" name="Freeform 645">
                <a:extLst>
                  <a:ext uri="{FF2B5EF4-FFF2-40B4-BE49-F238E27FC236}">
                    <a16:creationId xmlns:a16="http://schemas.microsoft.com/office/drawing/2014/main" id="{123A288C-9063-40EE-B7C5-42C6AE113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103"/>
                <a:ext cx="387" cy="308"/>
              </a:xfrm>
              <a:custGeom>
                <a:avLst/>
                <a:gdLst>
                  <a:gd name="T0" fmla="*/ 1125 w 244"/>
                  <a:gd name="T1" fmla="*/ 1829 h 195"/>
                  <a:gd name="T2" fmla="*/ 584 w 244"/>
                  <a:gd name="T3" fmla="*/ 1579 h 195"/>
                  <a:gd name="T4" fmla="*/ 305 w 244"/>
                  <a:gd name="T5" fmla="*/ 1287 h 195"/>
                  <a:gd name="T6" fmla="*/ 0 w 244"/>
                  <a:gd name="T7" fmla="*/ 851 h 195"/>
                  <a:gd name="T8" fmla="*/ 13 w 244"/>
                  <a:gd name="T9" fmla="*/ 796 h 195"/>
                  <a:gd name="T10" fmla="*/ 1197 w 244"/>
                  <a:gd name="T11" fmla="*/ 52 h 195"/>
                  <a:gd name="T12" fmla="*/ 2051 w 244"/>
                  <a:gd name="T13" fmla="*/ 155 h 195"/>
                  <a:gd name="T14" fmla="*/ 2378 w 244"/>
                  <a:gd name="T15" fmla="*/ 698 h 195"/>
                  <a:gd name="T16" fmla="*/ 2378 w 244"/>
                  <a:gd name="T17" fmla="*/ 728 h 195"/>
                  <a:gd name="T18" fmla="*/ 2190 w 244"/>
                  <a:gd name="T19" fmla="*/ 1442 h 195"/>
                  <a:gd name="T20" fmla="*/ 1456 w 244"/>
                  <a:gd name="T21" fmla="*/ 1741 h 195"/>
                  <a:gd name="T22" fmla="*/ 1125 w 244"/>
                  <a:gd name="T23" fmla="*/ 1829 h 1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4" h="195">
                    <a:moveTo>
                      <a:pt x="112" y="186"/>
                    </a:moveTo>
                    <a:cubicBezTo>
                      <a:pt x="88" y="195"/>
                      <a:pt x="83" y="194"/>
                      <a:pt x="58" y="161"/>
                    </a:cubicBezTo>
                    <a:cubicBezTo>
                      <a:pt x="49" y="150"/>
                      <a:pt x="40" y="140"/>
                      <a:pt x="30" y="131"/>
                    </a:cubicBezTo>
                    <a:cubicBezTo>
                      <a:pt x="12" y="113"/>
                      <a:pt x="0" y="101"/>
                      <a:pt x="0" y="87"/>
                    </a:cubicBezTo>
                    <a:cubicBezTo>
                      <a:pt x="0" y="85"/>
                      <a:pt x="1" y="83"/>
                      <a:pt x="1" y="81"/>
                    </a:cubicBezTo>
                    <a:cubicBezTo>
                      <a:pt x="6" y="60"/>
                      <a:pt x="87" y="12"/>
                      <a:pt x="119" y="5"/>
                    </a:cubicBezTo>
                    <a:cubicBezTo>
                      <a:pt x="150" y="0"/>
                      <a:pt x="174" y="5"/>
                      <a:pt x="204" y="16"/>
                    </a:cubicBezTo>
                    <a:cubicBezTo>
                      <a:pt x="228" y="25"/>
                      <a:pt x="232" y="44"/>
                      <a:pt x="237" y="71"/>
                    </a:cubicBezTo>
                    <a:cubicBezTo>
                      <a:pt x="237" y="74"/>
                      <a:pt x="237" y="74"/>
                      <a:pt x="237" y="74"/>
                    </a:cubicBezTo>
                    <a:cubicBezTo>
                      <a:pt x="242" y="99"/>
                      <a:pt x="244" y="123"/>
                      <a:pt x="218" y="147"/>
                    </a:cubicBezTo>
                    <a:cubicBezTo>
                      <a:pt x="200" y="163"/>
                      <a:pt x="171" y="170"/>
                      <a:pt x="145" y="177"/>
                    </a:cubicBezTo>
                    <a:cubicBezTo>
                      <a:pt x="133" y="179"/>
                      <a:pt x="122" y="182"/>
                      <a:pt x="112" y="186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5" name="Freeform 646">
                <a:extLst>
                  <a:ext uri="{FF2B5EF4-FFF2-40B4-BE49-F238E27FC236}">
                    <a16:creationId xmlns:a16="http://schemas.microsoft.com/office/drawing/2014/main" id="{54AF91B0-8953-406B-B0BE-FE5E90208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2999"/>
                <a:ext cx="261" cy="507"/>
              </a:xfrm>
              <a:custGeom>
                <a:avLst/>
                <a:gdLst>
                  <a:gd name="T0" fmla="*/ 1583 w 165"/>
                  <a:gd name="T1" fmla="*/ 1000 h 321"/>
                  <a:gd name="T2" fmla="*/ 1504 w 165"/>
                  <a:gd name="T3" fmla="*/ 1576 h 321"/>
                  <a:gd name="T4" fmla="*/ 1476 w 165"/>
                  <a:gd name="T5" fmla="*/ 2987 h 321"/>
                  <a:gd name="T6" fmla="*/ 1462 w 165"/>
                  <a:gd name="T7" fmla="*/ 3058 h 321"/>
                  <a:gd name="T8" fmla="*/ 1053 w 165"/>
                  <a:gd name="T9" fmla="*/ 3105 h 321"/>
                  <a:gd name="T10" fmla="*/ 770 w 165"/>
                  <a:gd name="T11" fmla="*/ 3116 h 321"/>
                  <a:gd name="T12" fmla="*/ 87 w 165"/>
                  <a:gd name="T13" fmla="*/ 3039 h 321"/>
                  <a:gd name="T14" fmla="*/ 0 w 165"/>
                  <a:gd name="T15" fmla="*/ 2074 h 321"/>
                  <a:gd name="T16" fmla="*/ 33 w 165"/>
                  <a:gd name="T17" fmla="*/ 1532 h 321"/>
                  <a:gd name="T18" fmla="*/ 52 w 165"/>
                  <a:gd name="T19" fmla="*/ 1102 h 321"/>
                  <a:gd name="T20" fmla="*/ 326 w 165"/>
                  <a:gd name="T21" fmla="*/ 55 h 321"/>
                  <a:gd name="T22" fmla="*/ 951 w 165"/>
                  <a:gd name="T23" fmla="*/ 205 h 321"/>
                  <a:gd name="T24" fmla="*/ 1033 w 165"/>
                  <a:gd name="T25" fmla="*/ 257 h 321"/>
                  <a:gd name="T26" fmla="*/ 1246 w 165"/>
                  <a:gd name="T27" fmla="*/ 387 h 321"/>
                  <a:gd name="T28" fmla="*/ 1604 w 165"/>
                  <a:gd name="T29" fmla="*/ 646 h 321"/>
                  <a:gd name="T30" fmla="*/ 1583 w 165"/>
                  <a:gd name="T31" fmla="*/ 1000 h 3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5" h="321">
                    <a:moveTo>
                      <a:pt x="160" y="102"/>
                    </a:moveTo>
                    <a:cubicBezTo>
                      <a:pt x="157" y="116"/>
                      <a:pt x="153" y="135"/>
                      <a:pt x="152" y="160"/>
                    </a:cubicBezTo>
                    <a:cubicBezTo>
                      <a:pt x="148" y="216"/>
                      <a:pt x="148" y="284"/>
                      <a:pt x="149" y="304"/>
                    </a:cubicBezTo>
                    <a:cubicBezTo>
                      <a:pt x="150" y="308"/>
                      <a:pt x="148" y="310"/>
                      <a:pt x="147" y="311"/>
                    </a:cubicBezTo>
                    <a:cubicBezTo>
                      <a:pt x="139" y="318"/>
                      <a:pt x="114" y="317"/>
                      <a:pt x="106" y="316"/>
                    </a:cubicBezTo>
                    <a:cubicBezTo>
                      <a:pt x="99" y="316"/>
                      <a:pt x="89" y="316"/>
                      <a:pt x="78" y="317"/>
                    </a:cubicBezTo>
                    <a:cubicBezTo>
                      <a:pt x="56" y="318"/>
                      <a:pt x="13" y="321"/>
                      <a:pt x="9" y="309"/>
                    </a:cubicBezTo>
                    <a:cubicBezTo>
                      <a:pt x="4" y="294"/>
                      <a:pt x="0" y="252"/>
                      <a:pt x="0" y="211"/>
                    </a:cubicBezTo>
                    <a:cubicBezTo>
                      <a:pt x="0" y="192"/>
                      <a:pt x="1" y="173"/>
                      <a:pt x="3" y="156"/>
                    </a:cubicBezTo>
                    <a:cubicBezTo>
                      <a:pt x="4" y="144"/>
                      <a:pt x="5" y="128"/>
                      <a:pt x="5" y="112"/>
                    </a:cubicBezTo>
                    <a:cubicBezTo>
                      <a:pt x="7" y="67"/>
                      <a:pt x="9" y="12"/>
                      <a:pt x="33" y="6"/>
                    </a:cubicBezTo>
                    <a:cubicBezTo>
                      <a:pt x="65" y="0"/>
                      <a:pt x="75" y="7"/>
                      <a:pt x="96" y="21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11" y="30"/>
                      <a:pt x="119" y="35"/>
                      <a:pt x="126" y="39"/>
                    </a:cubicBezTo>
                    <a:cubicBezTo>
                      <a:pt x="143" y="48"/>
                      <a:pt x="158" y="56"/>
                      <a:pt x="162" y="66"/>
                    </a:cubicBezTo>
                    <a:cubicBezTo>
                      <a:pt x="165" y="74"/>
                      <a:pt x="163" y="85"/>
                      <a:pt x="160" y="102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6" name="Freeform 647">
                <a:extLst>
                  <a:ext uri="{FF2B5EF4-FFF2-40B4-BE49-F238E27FC236}">
                    <a16:creationId xmlns:a16="http://schemas.microsoft.com/office/drawing/2014/main" id="{A1395D7F-7996-40D1-80E6-9C02FFD8F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114"/>
                <a:ext cx="246" cy="403"/>
              </a:xfrm>
              <a:custGeom>
                <a:avLst/>
                <a:gdLst>
                  <a:gd name="T0" fmla="*/ 1559 w 155"/>
                  <a:gd name="T1" fmla="*/ 692 h 255"/>
                  <a:gd name="T2" fmla="*/ 1527 w 155"/>
                  <a:gd name="T3" fmla="*/ 999 h 255"/>
                  <a:gd name="T4" fmla="*/ 1428 w 155"/>
                  <a:gd name="T5" fmla="*/ 1991 h 255"/>
                  <a:gd name="T6" fmla="*/ 1428 w 155"/>
                  <a:gd name="T7" fmla="*/ 1991 h 255"/>
                  <a:gd name="T8" fmla="*/ 1252 w 155"/>
                  <a:gd name="T9" fmla="*/ 2483 h 255"/>
                  <a:gd name="T10" fmla="*/ 224 w 155"/>
                  <a:gd name="T11" fmla="*/ 2461 h 255"/>
                  <a:gd name="T12" fmla="*/ 21 w 155"/>
                  <a:gd name="T13" fmla="*/ 2195 h 255"/>
                  <a:gd name="T14" fmla="*/ 21 w 155"/>
                  <a:gd name="T15" fmla="*/ 2075 h 255"/>
                  <a:gd name="T16" fmla="*/ 21 w 155"/>
                  <a:gd name="T17" fmla="*/ 1914 h 255"/>
                  <a:gd name="T18" fmla="*/ 21 w 155"/>
                  <a:gd name="T19" fmla="*/ 1847 h 255"/>
                  <a:gd name="T20" fmla="*/ 21 w 155"/>
                  <a:gd name="T21" fmla="*/ 1645 h 255"/>
                  <a:gd name="T22" fmla="*/ 0 w 155"/>
                  <a:gd name="T23" fmla="*/ 782 h 255"/>
                  <a:gd name="T24" fmla="*/ 13 w 155"/>
                  <a:gd name="T25" fmla="*/ 335 h 255"/>
                  <a:gd name="T26" fmla="*/ 325 w 155"/>
                  <a:gd name="T27" fmla="*/ 0 h 255"/>
                  <a:gd name="T28" fmla="*/ 343 w 155"/>
                  <a:gd name="T29" fmla="*/ 0 h 255"/>
                  <a:gd name="T30" fmla="*/ 1187 w 155"/>
                  <a:gd name="T31" fmla="*/ 130 h 255"/>
                  <a:gd name="T32" fmla="*/ 1559 w 155"/>
                  <a:gd name="T33" fmla="*/ 599 h 255"/>
                  <a:gd name="T34" fmla="*/ 1559 w 155"/>
                  <a:gd name="T35" fmla="*/ 692 h 2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5" h="255">
                    <a:moveTo>
                      <a:pt x="155" y="70"/>
                    </a:move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49" y="135"/>
                      <a:pt x="146" y="175"/>
                      <a:pt x="142" y="202"/>
                    </a:cubicBezTo>
                    <a:cubicBezTo>
                      <a:pt x="142" y="202"/>
                      <a:pt x="142" y="202"/>
                      <a:pt x="142" y="202"/>
                    </a:cubicBezTo>
                    <a:cubicBezTo>
                      <a:pt x="136" y="235"/>
                      <a:pt x="133" y="251"/>
                      <a:pt x="124" y="252"/>
                    </a:cubicBezTo>
                    <a:cubicBezTo>
                      <a:pt x="111" y="255"/>
                      <a:pt x="58" y="254"/>
                      <a:pt x="22" y="249"/>
                    </a:cubicBezTo>
                    <a:cubicBezTo>
                      <a:pt x="5" y="247"/>
                      <a:pt x="2" y="241"/>
                      <a:pt x="2" y="223"/>
                    </a:cubicBezTo>
                    <a:cubicBezTo>
                      <a:pt x="2" y="219"/>
                      <a:pt x="2" y="215"/>
                      <a:pt x="2" y="211"/>
                    </a:cubicBezTo>
                    <a:cubicBezTo>
                      <a:pt x="2" y="206"/>
                      <a:pt x="2" y="200"/>
                      <a:pt x="2" y="194"/>
                    </a:cubicBezTo>
                    <a:cubicBezTo>
                      <a:pt x="2" y="192"/>
                      <a:pt x="2" y="189"/>
                      <a:pt x="2" y="18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1" y="142"/>
                      <a:pt x="0" y="108"/>
                      <a:pt x="0" y="79"/>
                    </a:cubicBezTo>
                    <a:cubicBezTo>
                      <a:pt x="0" y="62"/>
                      <a:pt x="0" y="46"/>
                      <a:pt x="1" y="34"/>
                    </a:cubicBezTo>
                    <a:cubicBezTo>
                      <a:pt x="4" y="2"/>
                      <a:pt x="11" y="1"/>
                      <a:pt x="32" y="0"/>
                    </a:cubicBezTo>
                    <a:cubicBezTo>
                      <a:pt x="32" y="0"/>
                      <a:pt x="34" y="0"/>
                      <a:pt x="34" y="0"/>
                    </a:cubicBezTo>
                    <a:cubicBezTo>
                      <a:pt x="70" y="1"/>
                      <a:pt x="94" y="5"/>
                      <a:pt x="118" y="13"/>
                    </a:cubicBezTo>
                    <a:cubicBezTo>
                      <a:pt x="137" y="19"/>
                      <a:pt x="155" y="30"/>
                      <a:pt x="155" y="61"/>
                    </a:cubicBezTo>
                    <a:cubicBezTo>
                      <a:pt x="155" y="64"/>
                      <a:pt x="155" y="67"/>
                      <a:pt x="155" y="70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7" name="Freeform 648">
                <a:extLst>
                  <a:ext uri="{FF2B5EF4-FFF2-40B4-BE49-F238E27FC236}">
                    <a16:creationId xmlns:a16="http://schemas.microsoft.com/office/drawing/2014/main" id="{8A3D30DF-9DA8-4B7D-9E74-CF8752471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786"/>
                <a:ext cx="183" cy="230"/>
              </a:xfrm>
              <a:custGeom>
                <a:avLst/>
                <a:gdLst>
                  <a:gd name="T0" fmla="*/ 1052 w 116"/>
                  <a:gd name="T1" fmla="*/ 388 h 146"/>
                  <a:gd name="T2" fmla="*/ 1103 w 116"/>
                  <a:gd name="T3" fmla="*/ 151 h 146"/>
                  <a:gd name="T4" fmla="*/ 1081 w 116"/>
                  <a:gd name="T5" fmla="*/ 0 h 146"/>
                  <a:gd name="T6" fmla="*/ 1122 w 116"/>
                  <a:gd name="T7" fmla="*/ 124 h 146"/>
                  <a:gd name="T8" fmla="*/ 1134 w 116"/>
                  <a:gd name="T9" fmla="*/ 203 h 146"/>
                  <a:gd name="T10" fmla="*/ 1082 w 116"/>
                  <a:gd name="T11" fmla="*/ 406 h 146"/>
                  <a:gd name="T12" fmla="*/ 849 w 116"/>
                  <a:gd name="T13" fmla="*/ 789 h 146"/>
                  <a:gd name="T14" fmla="*/ 775 w 116"/>
                  <a:gd name="T15" fmla="*/ 963 h 146"/>
                  <a:gd name="T16" fmla="*/ 828 w 116"/>
                  <a:gd name="T17" fmla="*/ 1109 h 146"/>
                  <a:gd name="T18" fmla="*/ 824 w 116"/>
                  <a:gd name="T19" fmla="*/ 1095 h 146"/>
                  <a:gd name="T20" fmla="*/ 891 w 116"/>
                  <a:gd name="T21" fmla="*/ 1282 h 146"/>
                  <a:gd name="T22" fmla="*/ 727 w 116"/>
                  <a:gd name="T23" fmla="*/ 1060 h 146"/>
                  <a:gd name="T24" fmla="*/ 461 w 116"/>
                  <a:gd name="T25" fmla="*/ 1109 h 146"/>
                  <a:gd name="T26" fmla="*/ 353 w 116"/>
                  <a:gd name="T27" fmla="*/ 1177 h 146"/>
                  <a:gd name="T28" fmla="*/ 0 w 116"/>
                  <a:gd name="T29" fmla="*/ 1415 h 146"/>
                  <a:gd name="T30" fmla="*/ 35 w 116"/>
                  <a:gd name="T31" fmla="*/ 1385 h 146"/>
                  <a:gd name="T32" fmla="*/ 333 w 116"/>
                  <a:gd name="T33" fmla="*/ 1147 h 146"/>
                  <a:gd name="T34" fmla="*/ 440 w 116"/>
                  <a:gd name="T35" fmla="*/ 1079 h 146"/>
                  <a:gd name="T36" fmla="*/ 1052 w 116"/>
                  <a:gd name="T37" fmla="*/ 388 h 1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6" h="146">
                    <a:moveTo>
                      <a:pt x="108" y="40"/>
                    </a:moveTo>
                    <a:cubicBezTo>
                      <a:pt x="111" y="31"/>
                      <a:pt x="113" y="23"/>
                      <a:pt x="113" y="16"/>
                    </a:cubicBezTo>
                    <a:cubicBezTo>
                      <a:pt x="113" y="10"/>
                      <a:pt x="112" y="5"/>
                      <a:pt x="110" y="0"/>
                    </a:cubicBezTo>
                    <a:cubicBezTo>
                      <a:pt x="112" y="4"/>
                      <a:pt x="114" y="8"/>
                      <a:pt x="115" y="13"/>
                    </a:cubicBezTo>
                    <a:cubicBezTo>
                      <a:pt x="115" y="16"/>
                      <a:pt x="116" y="18"/>
                      <a:pt x="116" y="21"/>
                    </a:cubicBezTo>
                    <a:cubicBezTo>
                      <a:pt x="116" y="27"/>
                      <a:pt x="114" y="34"/>
                      <a:pt x="111" y="42"/>
                    </a:cubicBezTo>
                    <a:cubicBezTo>
                      <a:pt x="106" y="56"/>
                      <a:pt x="98" y="69"/>
                      <a:pt x="87" y="81"/>
                    </a:cubicBezTo>
                    <a:cubicBezTo>
                      <a:pt x="81" y="87"/>
                      <a:pt x="79" y="94"/>
                      <a:pt x="79" y="99"/>
                    </a:cubicBezTo>
                    <a:cubicBezTo>
                      <a:pt x="79" y="105"/>
                      <a:pt x="81" y="109"/>
                      <a:pt x="85" y="114"/>
                    </a:cubicBezTo>
                    <a:cubicBezTo>
                      <a:pt x="84" y="113"/>
                      <a:pt x="84" y="113"/>
                      <a:pt x="84" y="113"/>
                    </a:cubicBezTo>
                    <a:cubicBezTo>
                      <a:pt x="89" y="119"/>
                      <a:pt x="90" y="125"/>
                      <a:pt x="91" y="132"/>
                    </a:cubicBezTo>
                    <a:cubicBezTo>
                      <a:pt x="88" y="121"/>
                      <a:pt x="82" y="113"/>
                      <a:pt x="74" y="109"/>
                    </a:cubicBezTo>
                    <a:cubicBezTo>
                      <a:pt x="65" y="104"/>
                      <a:pt x="52" y="111"/>
                      <a:pt x="47" y="114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24" y="129"/>
                      <a:pt x="13" y="136"/>
                      <a:pt x="0" y="146"/>
                    </a:cubicBezTo>
                    <a:cubicBezTo>
                      <a:pt x="2" y="145"/>
                      <a:pt x="3" y="144"/>
                      <a:pt x="4" y="143"/>
                    </a:cubicBezTo>
                    <a:cubicBezTo>
                      <a:pt x="15" y="133"/>
                      <a:pt x="25" y="124"/>
                      <a:pt x="34" y="118"/>
                    </a:cubicBezTo>
                    <a:cubicBezTo>
                      <a:pt x="45" y="111"/>
                      <a:pt x="45" y="111"/>
                      <a:pt x="45" y="111"/>
                    </a:cubicBezTo>
                    <a:cubicBezTo>
                      <a:pt x="79" y="89"/>
                      <a:pt x="98" y="68"/>
                      <a:pt x="108" y="40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8" name="Freeform 649">
                <a:extLst>
                  <a:ext uri="{FF2B5EF4-FFF2-40B4-BE49-F238E27FC236}">
                    <a16:creationId xmlns:a16="http://schemas.microsoft.com/office/drawing/2014/main" id="{D99E12BA-58A8-4769-A2BC-48F949875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778"/>
                <a:ext cx="242" cy="271"/>
              </a:xfrm>
              <a:custGeom>
                <a:avLst/>
                <a:gdLst>
                  <a:gd name="T0" fmla="*/ 1444 w 153"/>
                  <a:gd name="T1" fmla="*/ 236 h 172"/>
                  <a:gd name="T2" fmla="*/ 1408 w 153"/>
                  <a:gd name="T3" fmla="*/ 0 h 172"/>
                  <a:gd name="T4" fmla="*/ 1444 w 153"/>
                  <a:gd name="T5" fmla="*/ 388 h 172"/>
                  <a:gd name="T6" fmla="*/ 870 w 153"/>
                  <a:gd name="T7" fmla="*/ 1010 h 172"/>
                  <a:gd name="T8" fmla="*/ 762 w 153"/>
                  <a:gd name="T9" fmla="*/ 1079 h 172"/>
                  <a:gd name="T10" fmla="*/ 456 w 153"/>
                  <a:gd name="T11" fmla="*/ 1331 h 172"/>
                  <a:gd name="T12" fmla="*/ 0 w 153"/>
                  <a:gd name="T13" fmla="*/ 1670 h 172"/>
                  <a:gd name="T14" fmla="*/ 308 w 153"/>
                  <a:gd name="T15" fmla="*/ 1415 h 172"/>
                  <a:gd name="T16" fmla="*/ 701 w 153"/>
                  <a:gd name="T17" fmla="*/ 1079 h 172"/>
                  <a:gd name="T18" fmla="*/ 1444 w 153"/>
                  <a:gd name="T19" fmla="*/ 236 h 1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3" h="172">
                    <a:moveTo>
                      <a:pt x="146" y="24"/>
                    </a:moveTo>
                    <a:cubicBezTo>
                      <a:pt x="147" y="16"/>
                      <a:pt x="145" y="9"/>
                      <a:pt x="142" y="0"/>
                    </a:cubicBezTo>
                    <a:cubicBezTo>
                      <a:pt x="150" y="10"/>
                      <a:pt x="153" y="21"/>
                      <a:pt x="146" y="40"/>
                    </a:cubicBezTo>
                    <a:cubicBezTo>
                      <a:pt x="136" y="65"/>
                      <a:pt x="119" y="84"/>
                      <a:pt x="88" y="104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68" y="118"/>
                      <a:pt x="57" y="127"/>
                      <a:pt x="46" y="137"/>
                    </a:cubicBezTo>
                    <a:cubicBezTo>
                      <a:pt x="32" y="149"/>
                      <a:pt x="15" y="163"/>
                      <a:pt x="0" y="172"/>
                    </a:cubicBezTo>
                    <a:cubicBezTo>
                      <a:pt x="9" y="166"/>
                      <a:pt x="19" y="157"/>
                      <a:pt x="31" y="146"/>
                    </a:cubicBezTo>
                    <a:cubicBezTo>
                      <a:pt x="43" y="136"/>
                      <a:pt x="56" y="124"/>
                      <a:pt x="71" y="111"/>
                    </a:cubicBezTo>
                    <a:cubicBezTo>
                      <a:pt x="122" y="70"/>
                      <a:pt x="143" y="51"/>
                      <a:pt x="146" y="24"/>
                    </a:cubicBezTo>
                    <a:close/>
                  </a:path>
                </a:pathLst>
              </a:custGeom>
              <a:solidFill>
                <a:srgbClr val="CFC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9" name="Freeform 650">
                <a:extLst>
                  <a:ext uri="{FF2B5EF4-FFF2-40B4-BE49-F238E27FC236}">
                    <a16:creationId xmlns:a16="http://schemas.microsoft.com/office/drawing/2014/main" id="{C5D5715C-F3E5-44B8-A775-40F0440A0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629"/>
                <a:ext cx="313" cy="414"/>
              </a:xfrm>
              <a:custGeom>
                <a:avLst/>
                <a:gdLst>
                  <a:gd name="T0" fmla="*/ 335 w 198"/>
                  <a:gd name="T1" fmla="*/ 1515 h 262"/>
                  <a:gd name="T2" fmla="*/ 409 w 198"/>
                  <a:gd name="T3" fmla="*/ 1346 h 262"/>
                  <a:gd name="T4" fmla="*/ 599 w 198"/>
                  <a:gd name="T5" fmla="*/ 624 h 262"/>
                  <a:gd name="T6" fmla="*/ 767 w 198"/>
                  <a:gd name="T7" fmla="*/ 55 h 262"/>
                  <a:gd name="T8" fmla="*/ 1023 w 198"/>
                  <a:gd name="T9" fmla="*/ 21 h 262"/>
                  <a:gd name="T10" fmla="*/ 1475 w 198"/>
                  <a:gd name="T11" fmla="*/ 292 h 262"/>
                  <a:gd name="T12" fmla="*/ 1549 w 198"/>
                  <a:gd name="T13" fmla="*/ 408 h 262"/>
                  <a:gd name="T14" fmla="*/ 1924 w 198"/>
                  <a:gd name="T15" fmla="*/ 1141 h 262"/>
                  <a:gd name="T16" fmla="*/ 1244 w 198"/>
                  <a:gd name="T17" fmla="*/ 1912 h 262"/>
                  <a:gd name="T18" fmla="*/ 849 w 198"/>
                  <a:gd name="T19" fmla="*/ 2256 h 262"/>
                  <a:gd name="T20" fmla="*/ 408 w 198"/>
                  <a:gd name="T21" fmla="*/ 2569 h 262"/>
                  <a:gd name="T22" fmla="*/ 0 w 198"/>
                  <a:gd name="T23" fmla="*/ 2293 h 262"/>
                  <a:gd name="T24" fmla="*/ 0 w 198"/>
                  <a:gd name="T25" fmla="*/ 2286 h 262"/>
                  <a:gd name="T26" fmla="*/ 335 w 198"/>
                  <a:gd name="T27" fmla="*/ 1515 h 26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8" h="262">
                    <a:moveTo>
                      <a:pt x="34" y="154"/>
                    </a:moveTo>
                    <a:cubicBezTo>
                      <a:pt x="42" y="137"/>
                      <a:pt x="42" y="137"/>
                      <a:pt x="42" y="137"/>
                    </a:cubicBezTo>
                    <a:cubicBezTo>
                      <a:pt x="53" y="116"/>
                      <a:pt x="57" y="88"/>
                      <a:pt x="61" y="63"/>
                    </a:cubicBezTo>
                    <a:cubicBezTo>
                      <a:pt x="65" y="39"/>
                      <a:pt x="69" y="14"/>
                      <a:pt x="78" y="6"/>
                    </a:cubicBezTo>
                    <a:cubicBezTo>
                      <a:pt x="84" y="2"/>
                      <a:pt x="93" y="0"/>
                      <a:pt x="104" y="2"/>
                    </a:cubicBezTo>
                    <a:cubicBezTo>
                      <a:pt x="121" y="4"/>
                      <a:pt x="138" y="15"/>
                      <a:pt x="149" y="30"/>
                    </a:cubicBezTo>
                    <a:cubicBezTo>
                      <a:pt x="157" y="41"/>
                      <a:pt x="157" y="41"/>
                      <a:pt x="157" y="41"/>
                    </a:cubicBezTo>
                    <a:cubicBezTo>
                      <a:pt x="175" y="66"/>
                      <a:pt x="198" y="97"/>
                      <a:pt x="195" y="116"/>
                    </a:cubicBezTo>
                    <a:cubicBezTo>
                      <a:pt x="193" y="138"/>
                      <a:pt x="174" y="156"/>
                      <a:pt x="126" y="194"/>
                    </a:cubicBezTo>
                    <a:cubicBezTo>
                      <a:pt x="110" y="207"/>
                      <a:pt x="97" y="219"/>
                      <a:pt x="86" y="229"/>
                    </a:cubicBezTo>
                    <a:cubicBezTo>
                      <a:pt x="66" y="247"/>
                      <a:pt x="49" y="262"/>
                      <a:pt x="41" y="261"/>
                    </a:cubicBezTo>
                    <a:cubicBezTo>
                      <a:pt x="24" y="258"/>
                      <a:pt x="0" y="243"/>
                      <a:pt x="0" y="233"/>
                    </a:cubicBezTo>
                    <a:cubicBezTo>
                      <a:pt x="0" y="233"/>
                      <a:pt x="0" y="232"/>
                      <a:pt x="0" y="232"/>
                    </a:cubicBezTo>
                    <a:cubicBezTo>
                      <a:pt x="0" y="220"/>
                      <a:pt x="17" y="188"/>
                      <a:pt x="34" y="154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0" name="Freeform 651">
                <a:extLst>
                  <a:ext uri="{FF2B5EF4-FFF2-40B4-BE49-F238E27FC236}">
                    <a16:creationId xmlns:a16="http://schemas.microsoft.com/office/drawing/2014/main" id="{088C282B-0393-486A-ABB6-60F1A0818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3026"/>
                <a:ext cx="78" cy="39"/>
              </a:xfrm>
              <a:custGeom>
                <a:avLst/>
                <a:gdLst>
                  <a:gd name="T0" fmla="*/ 463 w 49"/>
                  <a:gd name="T1" fmla="*/ 218 h 25"/>
                  <a:gd name="T2" fmla="*/ 500 w 49"/>
                  <a:gd name="T3" fmla="*/ 218 h 25"/>
                  <a:gd name="T4" fmla="*/ 411 w 49"/>
                  <a:gd name="T5" fmla="*/ 231 h 25"/>
                  <a:gd name="T6" fmla="*/ 0 w 49"/>
                  <a:gd name="T7" fmla="*/ 0 h 25"/>
                  <a:gd name="T8" fmla="*/ 463 w 49"/>
                  <a:gd name="T9" fmla="*/ 21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5">
                    <a:moveTo>
                      <a:pt x="45" y="24"/>
                    </a:moveTo>
                    <a:cubicBezTo>
                      <a:pt x="47" y="24"/>
                      <a:pt x="48" y="24"/>
                      <a:pt x="49" y="24"/>
                    </a:cubicBezTo>
                    <a:cubicBezTo>
                      <a:pt x="46" y="25"/>
                      <a:pt x="43" y="25"/>
                      <a:pt x="40" y="25"/>
                    </a:cubicBezTo>
                    <a:cubicBezTo>
                      <a:pt x="38" y="25"/>
                      <a:pt x="9" y="19"/>
                      <a:pt x="0" y="0"/>
                    </a:cubicBezTo>
                    <a:cubicBezTo>
                      <a:pt x="12" y="13"/>
                      <a:pt x="33" y="22"/>
                      <a:pt x="45" y="24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1" name="Freeform 652">
                <a:extLst>
                  <a:ext uri="{FF2B5EF4-FFF2-40B4-BE49-F238E27FC236}">
                    <a16:creationId xmlns:a16="http://schemas.microsoft.com/office/drawing/2014/main" id="{9B0FA18D-E9C1-4A76-A103-FFD1497EB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904"/>
                <a:ext cx="25" cy="55"/>
              </a:xfrm>
              <a:custGeom>
                <a:avLst/>
                <a:gdLst>
                  <a:gd name="T0" fmla="*/ 0 w 16"/>
                  <a:gd name="T1" fmla="*/ 333 h 35"/>
                  <a:gd name="T2" fmla="*/ 95 w 16"/>
                  <a:gd name="T3" fmla="*/ 96 h 35"/>
                  <a:gd name="T4" fmla="*/ 148 w 16"/>
                  <a:gd name="T5" fmla="*/ 0 h 35"/>
                  <a:gd name="T6" fmla="*/ 0 w 16"/>
                  <a:gd name="T7" fmla="*/ 33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5">
                    <a:moveTo>
                      <a:pt x="0" y="35"/>
                    </a:moveTo>
                    <a:cubicBezTo>
                      <a:pt x="2" y="27"/>
                      <a:pt x="5" y="19"/>
                      <a:pt x="10" y="10"/>
                    </a:cubicBezTo>
                    <a:cubicBezTo>
                      <a:pt x="12" y="6"/>
                      <a:pt x="14" y="3"/>
                      <a:pt x="16" y="0"/>
                    </a:cubicBezTo>
                    <a:cubicBezTo>
                      <a:pt x="9" y="13"/>
                      <a:pt x="4" y="25"/>
                      <a:pt x="0" y="35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2" name="Freeform 653">
                <a:extLst>
                  <a:ext uri="{FF2B5EF4-FFF2-40B4-BE49-F238E27FC236}">
                    <a16:creationId xmlns:a16="http://schemas.microsoft.com/office/drawing/2014/main" id="{5E39F3CC-173B-4417-AB48-E0AAC9210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598"/>
                <a:ext cx="295" cy="377"/>
              </a:xfrm>
              <a:custGeom>
                <a:avLst/>
                <a:gdLst>
                  <a:gd name="T0" fmla="*/ 1034 w 186"/>
                  <a:gd name="T1" fmla="*/ 2276 h 239"/>
                  <a:gd name="T2" fmla="*/ 430 w 186"/>
                  <a:gd name="T3" fmla="*/ 2264 h 239"/>
                  <a:gd name="T4" fmla="*/ 343 w 186"/>
                  <a:gd name="T5" fmla="*/ 2249 h 239"/>
                  <a:gd name="T6" fmla="*/ 130 w 186"/>
                  <a:gd name="T7" fmla="*/ 1620 h 239"/>
                  <a:gd name="T8" fmla="*/ 52 w 186"/>
                  <a:gd name="T9" fmla="*/ 1189 h 239"/>
                  <a:gd name="T10" fmla="*/ 0 w 186"/>
                  <a:gd name="T11" fmla="*/ 814 h 239"/>
                  <a:gd name="T12" fmla="*/ 159 w 186"/>
                  <a:gd name="T13" fmla="*/ 451 h 239"/>
                  <a:gd name="T14" fmla="*/ 619 w 186"/>
                  <a:gd name="T15" fmla="*/ 320 h 239"/>
                  <a:gd name="T16" fmla="*/ 652 w 186"/>
                  <a:gd name="T17" fmla="*/ 311 h 239"/>
                  <a:gd name="T18" fmla="*/ 1077 w 186"/>
                  <a:gd name="T19" fmla="*/ 169 h 239"/>
                  <a:gd name="T20" fmla="*/ 1394 w 186"/>
                  <a:gd name="T21" fmla="*/ 52 h 239"/>
                  <a:gd name="T22" fmla="*/ 1759 w 186"/>
                  <a:gd name="T23" fmla="*/ 421 h 239"/>
                  <a:gd name="T24" fmla="*/ 1768 w 186"/>
                  <a:gd name="T25" fmla="*/ 451 h 239"/>
                  <a:gd name="T26" fmla="*/ 1607 w 186"/>
                  <a:gd name="T27" fmla="*/ 1604 h 239"/>
                  <a:gd name="T28" fmla="*/ 1034 w 186"/>
                  <a:gd name="T29" fmla="*/ 2276 h 2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6" h="239">
                    <a:moveTo>
                      <a:pt x="103" y="233"/>
                    </a:moveTo>
                    <a:cubicBezTo>
                      <a:pt x="75" y="239"/>
                      <a:pt x="61" y="236"/>
                      <a:pt x="43" y="232"/>
                    </a:cubicBezTo>
                    <a:cubicBezTo>
                      <a:pt x="34" y="230"/>
                      <a:pt x="34" y="230"/>
                      <a:pt x="34" y="230"/>
                    </a:cubicBezTo>
                    <a:cubicBezTo>
                      <a:pt x="22" y="228"/>
                      <a:pt x="18" y="195"/>
                      <a:pt x="13" y="166"/>
                    </a:cubicBezTo>
                    <a:cubicBezTo>
                      <a:pt x="11" y="152"/>
                      <a:pt x="9" y="137"/>
                      <a:pt x="5" y="122"/>
                    </a:cubicBezTo>
                    <a:cubicBezTo>
                      <a:pt x="2" y="106"/>
                      <a:pt x="0" y="93"/>
                      <a:pt x="0" y="83"/>
                    </a:cubicBezTo>
                    <a:cubicBezTo>
                      <a:pt x="0" y="65"/>
                      <a:pt x="6" y="55"/>
                      <a:pt x="16" y="46"/>
                    </a:cubicBezTo>
                    <a:cubicBezTo>
                      <a:pt x="28" y="39"/>
                      <a:pt x="39" y="37"/>
                      <a:pt x="62" y="33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80" y="30"/>
                      <a:pt x="94" y="23"/>
                      <a:pt x="107" y="17"/>
                    </a:cubicBezTo>
                    <a:cubicBezTo>
                      <a:pt x="118" y="12"/>
                      <a:pt x="128" y="8"/>
                      <a:pt x="139" y="5"/>
                    </a:cubicBezTo>
                    <a:cubicBezTo>
                      <a:pt x="157" y="0"/>
                      <a:pt x="162" y="10"/>
                      <a:pt x="175" y="43"/>
                    </a:cubicBezTo>
                    <a:cubicBezTo>
                      <a:pt x="176" y="46"/>
                      <a:pt x="176" y="46"/>
                      <a:pt x="176" y="46"/>
                    </a:cubicBezTo>
                    <a:cubicBezTo>
                      <a:pt x="186" y="72"/>
                      <a:pt x="181" y="110"/>
                      <a:pt x="160" y="164"/>
                    </a:cubicBezTo>
                    <a:cubicBezTo>
                      <a:pt x="143" y="208"/>
                      <a:pt x="133" y="226"/>
                      <a:pt x="103" y="233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3" name="Freeform 654">
                <a:extLst>
                  <a:ext uri="{FF2B5EF4-FFF2-40B4-BE49-F238E27FC236}">
                    <a16:creationId xmlns:a16="http://schemas.microsoft.com/office/drawing/2014/main" id="{8B2B1F00-1AB3-4B95-8AA3-59A4A7116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2386"/>
                <a:ext cx="1164" cy="1169"/>
              </a:xfrm>
              <a:custGeom>
                <a:avLst/>
                <a:gdLst>
                  <a:gd name="T0" fmla="*/ 5628 w 735"/>
                  <a:gd name="T1" fmla="*/ 7210 h 740"/>
                  <a:gd name="T2" fmla="*/ 4095 w 735"/>
                  <a:gd name="T3" fmla="*/ 6856 h 740"/>
                  <a:gd name="T4" fmla="*/ 4178 w 735"/>
                  <a:gd name="T5" fmla="*/ 5905 h 740"/>
                  <a:gd name="T6" fmla="*/ 3877 w 735"/>
                  <a:gd name="T7" fmla="*/ 4415 h 740"/>
                  <a:gd name="T8" fmla="*/ 3348 w 735"/>
                  <a:gd name="T9" fmla="*/ 4272 h 740"/>
                  <a:gd name="T10" fmla="*/ 2273 w 735"/>
                  <a:gd name="T11" fmla="*/ 3943 h 740"/>
                  <a:gd name="T12" fmla="*/ 1994 w 735"/>
                  <a:gd name="T13" fmla="*/ 3749 h 740"/>
                  <a:gd name="T14" fmla="*/ 1232 w 735"/>
                  <a:gd name="T15" fmla="*/ 3406 h 740"/>
                  <a:gd name="T16" fmla="*/ 660 w 735"/>
                  <a:gd name="T17" fmla="*/ 3406 h 740"/>
                  <a:gd name="T18" fmla="*/ 538 w 735"/>
                  <a:gd name="T19" fmla="*/ 3189 h 740"/>
                  <a:gd name="T20" fmla="*/ 0 w 735"/>
                  <a:gd name="T21" fmla="*/ 3052 h 740"/>
                  <a:gd name="T22" fmla="*/ 1683 w 735"/>
                  <a:gd name="T23" fmla="*/ 3474 h 740"/>
                  <a:gd name="T24" fmla="*/ 2749 w 735"/>
                  <a:gd name="T25" fmla="*/ 4025 h 740"/>
                  <a:gd name="T26" fmla="*/ 3376 w 735"/>
                  <a:gd name="T27" fmla="*/ 4103 h 740"/>
                  <a:gd name="T28" fmla="*/ 3980 w 735"/>
                  <a:gd name="T29" fmla="*/ 3755 h 740"/>
                  <a:gd name="T30" fmla="*/ 3935 w 735"/>
                  <a:gd name="T31" fmla="*/ 2913 h 740"/>
                  <a:gd name="T32" fmla="*/ 3905 w 735"/>
                  <a:gd name="T33" fmla="*/ 1932 h 740"/>
                  <a:gd name="T34" fmla="*/ 4008 w 735"/>
                  <a:gd name="T35" fmla="*/ 1524 h 740"/>
                  <a:gd name="T36" fmla="*/ 4008 w 735"/>
                  <a:gd name="T37" fmla="*/ 1505 h 740"/>
                  <a:gd name="T38" fmla="*/ 4043 w 735"/>
                  <a:gd name="T39" fmla="*/ 1223 h 740"/>
                  <a:gd name="T40" fmla="*/ 3340 w 735"/>
                  <a:gd name="T41" fmla="*/ 572 h 740"/>
                  <a:gd name="T42" fmla="*/ 4075 w 735"/>
                  <a:gd name="T43" fmla="*/ 1073 h 740"/>
                  <a:gd name="T44" fmla="*/ 4485 w 735"/>
                  <a:gd name="T45" fmla="*/ 1120 h 740"/>
                  <a:gd name="T46" fmla="*/ 5492 w 735"/>
                  <a:gd name="T47" fmla="*/ 1041 h 740"/>
                  <a:gd name="T48" fmla="*/ 4491 w 735"/>
                  <a:gd name="T49" fmla="*/ 1158 h 740"/>
                  <a:gd name="T50" fmla="*/ 3996 w 735"/>
                  <a:gd name="T51" fmla="*/ 1712 h 740"/>
                  <a:gd name="T52" fmla="*/ 3905 w 735"/>
                  <a:gd name="T53" fmla="*/ 2704 h 740"/>
                  <a:gd name="T54" fmla="*/ 3975 w 735"/>
                  <a:gd name="T55" fmla="*/ 2902 h 740"/>
                  <a:gd name="T56" fmla="*/ 4301 w 735"/>
                  <a:gd name="T57" fmla="*/ 3801 h 740"/>
                  <a:gd name="T58" fmla="*/ 5443 w 735"/>
                  <a:gd name="T59" fmla="*/ 3935 h 740"/>
                  <a:gd name="T60" fmla="*/ 6110 w 735"/>
                  <a:gd name="T61" fmla="*/ 3194 h 740"/>
                  <a:gd name="T62" fmla="*/ 6347 w 735"/>
                  <a:gd name="T63" fmla="*/ 2396 h 740"/>
                  <a:gd name="T64" fmla="*/ 6282 w 735"/>
                  <a:gd name="T65" fmla="*/ 1395 h 740"/>
                  <a:gd name="T66" fmla="*/ 6260 w 735"/>
                  <a:gd name="T67" fmla="*/ 33 h 740"/>
                  <a:gd name="T68" fmla="*/ 6197 w 735"/>
                  <a:gd name="T69" fmla="*/ 611 h 740"/>
                  <a:gd name="T70" fmla="*/ 6282 w 735"/>
                  <a:gd name="T71" fmla="*/ 1308 h 740"/>
                  <a:gd name="T72" fmla="*/ 6913 w 735"/>
                  <a:gd name="T73" fmla="*/ 998 h 740"/>
                  <a:gd name="T74" fmla="*/ 7166 w 735"/>
                  <a:gd name="T75" fmla="*/ 1103 h 740"/>
                  <a:gd name="T76" fmla="*/ 6522 w 735"/>
                  <a:gd name="T77" fmla="*/ 986 h 740"/>
                  <a:gd name="T78" fmla="*/ 6377 w 735"/>
                  <a:gd name="T79" fmla="*/ 1535 h 740"/>
                  <a:gd name="T80" fmla="*/ 6157 w 735"/>
                  <a:gd name="T81" fmla="*/ 3257 h 740"/>
                  <a:gd name="T82" fmla="*/ 6045 w 735"/>
                  <a:gd name="T83" fmla="*/ 4017 h 740"/>
                  <a:gd name="T84" fmla="*/ 7082 w 735"/>
                  <a:gd name="T85" fmla="*/ 4180 h 740"/>
                  <a:gd name="T86" fmla="*/ 6712 w 735"/>
                  <a:gd name="T87" fmla="*/ 4510 h 74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735" h="740">
                    <a:moveTo>
                      <a:pt x="637" y="606"/>
                    </a:moveTo>
                    <a:cubicBezTo>
                      <a:pt x="628" y="683"/>
                      <a:pt x="618" y="710"/>
                      <a:pt x="612" y="719"/>
                    </a:cubicBezTo>
                    <a:cubicBezTo>
                      <a:pt x="604" y="730"/>
                      <a:pt x="603" y="730"/>
                      <a:pt x="565" y="733"/>
                    </a:cubicBezTo>
                    <a:cubicBezTo>
                      <a:pt x="538" y="735"/>
                      <a:pt x="538" y="735"/>
                      <a:pt x="538" y="735"/>
                    </a:cubicBezTo>
                    <a:cubicBezTo>
                      <a:pt x="472" y="740"/>
                      <a:pt x="449" y="735"/>
                      <a:pt x="425" y="723"/>
                    </a:cubicBezTo>
                    <a:cubicBezTo>
                      <a:pt x="414" y="717"/>
                      <a:pt x="411" y="711"/>
                      <a:pt x="411" y="697"/>
                    </a:cubicBezTo>
                    <a:cubicBezTo>
                      <a:pt x="411" y="691"/>
                      <a:pt x="411" y="684"/>
                      <a:pt x="412" y="676"/>
                    </a:cubicBezTo>
                    <a:cubicBezTo>
                      <a:pt x="414" y="657"/>
                      <a:pt x="414" y="657"/>
                      <a:pt x="414" y="657"/>
                    </a:cubicBezTo>
                    <a:cubicBezTo>
                      <a:pt x="415" y="640"/>
                      <a:pt x="417" y="620"/>
                      <a:pt x="419" y="600"/>
                    </a:cubicBezTo>
                    <a:cubicBezTo>
                      <a:pt x="422" y="574"/>
                      <a:pt x="425" y="547"/>
                      <a:pt x="426" y="525"/>
                    </a:cubicBezTo>
                    <a:cubicBezTo>
                      <a:pt x="426" y="523"/>
                      <a:pt x="426" y="521"/>
                      <a:pt x="426" y="519"/>
                    </a:cubicBezTo>
                    <a:cubicBezTo>
                      <a:pt x="426" y="483"/>
                      <a:pt x="414" y="461"/>
                      <a:pt x="389" y="449"/>
                    </a:cubicBezTo>
                    <a:cubicBezTo>
                      <a:pt x="389" y="449"/>
                      <a:pt x="389" y="449"/>
                      <a:pt x="389" y="449"/>
                    </a:cubicBezTo>
                    <a:cubicBezTo>
                      <a:pt x="389" y="449"/>
                      <a:pt x="389" y="449"/>
                      <a:pt x="389" y="449"/>
                    </a:cubicBezTo>
                    <a:cubicBezTo>
                      <a:pt x="372" y="442"/>
                      <a:pt x="355" y="437"/>
                      <a:pt x="336" y="434"/>
                    </a:cubicBezTo>
                    <a:cubicBezTo>
                      <a:pt x="324" y="433"/>
                      <a:pt x="312" y="432"/>
                      <a:pt x="302" y="431"/>
                    </a:cubicBezTo>
                    <a:cubicBezTo>
                      <a:pt x="289" y="430"/>
                      <a:pt x="277" y="430"/>
                      <a:pt x="268" y="427"/>
                    </a:cubicBezTo>
                    <a:cubicBezTo>
                      <a:pt x="256" y="423"/>
                      <a:pt x="242" y="412"/>
                      <a:pt x="228" y="401"/>
                    </a:cubicBezTo>
                    <a:cubicBezTo>
                      <a:pt x="211" y="388"/>
                      <a:pt x="211" y="388"/>
                      <a:pt x="211" y="388"/>
                    </a:cubicBezTo>
                    <a:cubicBezTo>
                      <a:pt x="207" y="386"/>
                      <a:pt x="207" y="386"/>
                      <a:pt x="207" y="386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88" y="372"/>
                      <a:pt x="175" y="363"/>
                      <a:pt x="161" y="358"/>
                    </a:cubicBezTo>
                    <a:cubicBezTo>
                      <a:pt x="150" y="354"/>
                      <a:pt x="150" y="354"/>
                      <a:pt x="150" y="354"/>
                    </a:cubicBezTo>
                    <a:cubicBezTo>
                      <a:pt x="142" y="351"/>
                      <a:pt x="134" y="348"/>
                      <a:pt x="124" y="346"/>
                    </a:cubicBezTo>
                    <a:cubicBezTo>
                      <a:pt x="124" y="346"/>
                      <a:pt x="100" y="341"/>
                      <a:pt x="100" y="341"/>
                    </a:cubicBezTo>
                    <a:cubicBezTo>
                      <a:pt x="98" y="341"/>
                      <a:pt x="98" y="341"/>
                      <a:pt x="98" y="341"/>
                    </a:cubicBezTo>
                    <a:cubicBezTo>
                      <a:pt x="89" y="338"/>
                      <a:pt x="71" y="333"/>
                      <a:pt x="66" y="346"/>
                    </a:cubicBezTo>
                    <a:cubicBezTo>
                      <a:pt x="66" y="347"/>
                      <a:pt x="64" y="350"/>
                      <a:pt x="63" y="352"/>
                    </a:cubicBezTo>
                    <a:cubicBezTo>
                      <a:pt x="64" y="349"/>
                      <a:pt x="64" y="346"/>
                      <a:pt x="64" y="344"/>
                    </a:cubicBezTo>
                    <a:cubicBezTo>
                      <a:pt x="64" y="336"/>
                      <a:pt x="62" y="328"/>
                      <a:pt x="54" y="324"/>
                    </a:cubicBezTo>
                    <a:cubicBezTo>
                      <a:pt x="54" y="324"/>
                      <a:pt x="54" y="324"/>
                      <a:pt x="54" y="324"/>
                    </a:cubicBezTo>
                    <a:cubicBezTo>
                      <a:pt x="54" y="324"/>
                      <a:pt x="54" y="324"/>
                      <a:pt x="54" y="324"/>
                    </a:cubicBezTo>
                    <a:cubicBezTo>
                      <a:pt x="35" y="315"/>
                      <a:pt x="18" y="311"/>
                      <a:pt x="0" y="310"/>
                    </a:cubicBezTo>
                    <a:cubicBezTo>
                      <a:pt x="19" y="309"/>
                      <a:pt x="39" y="311"/>
                      <a:pt x="61" y="324"/>
                    </a:cubicBezTo>
                    <a:cubicBezTo>
                      <a:pt x="81" y="335"/>
                      <a:pt x="102" y="339"/>
                      <a:pt x="125" y="343"/>
                    </a:cubicBezTo>
                    <a:cubicBezTo>
                      <a:pt x="139" y="345"/>
                      <a:pt x="154" y="348"/>
                      <a:pt x="169" y="353"/>
                    </a:cubicBezTo>
                    <a:cubicBezTo>
                      <a:pt x="186" y="359"/>
                      <a:pt x="200" y="369"/>
                      <a:pt x="215" y="379"/>
                    </a:cubicBezTo>
                    <a:cubicBezTo>
                      <a:pt x="218" y="381"/>
                      <a:pt x="218" y="381"/>
                      <a:pt x="218" y="381"/>
                    </a:cubicBezTo>
                    <a:cubicBezTo>
                      <a:pt x="236" y="394"/>
                      <a:pt x="258" y="403"/>
                      <a:pt x="276" y="409"/>
                    </a:cubicBezTo>
                    <a:cubicBezTo>
                      <a:pt x="289" y="414"/>
                      <a:pt x="306" y="415"/>
                      <a:pt x="321" y="415"/>
                    </a:cubicBezTo>
                    <a:cubicBezTo>
                      <a:pt x="321" y="415"/>
                      <a:pt x="339" y="416"/>
                      <a:pt x="339" y="416"/>
                    </a:cubicBezTo>
                    <a:cubicBezTo>
                      <a:pt x="339" y="417"/>
                      <a:pt x="339" y="417"/>
                      <a:pt x="339" y="417"/>
                    </a:cubicBezTo>
                    <a:cubicBezTo>
                      <a:pt x="340" y="416"/>
                      <a:pt x="340" y="416"/>
                      <a:pt x="340" y="416"/>
                    </a:cubicBezTo>
                    <a:cubicBezTo>
                      <a:pt x="350" y="416"/>
                      <a:pt x="350" y="416"/>
                      <a:pt x="350" y="416"/>
                    </a:cubicBezTo>
                    <a:cubicBezTo>
                      <a:pt x="369" y="415"/>
                      <a:pt x="391" y="414"/>
                      <a:pt x="400" y="382"/>
                    </a:cubicBezTo>
                    <a:cubicBezTo>
                      <a:pt x="400" y="382"/>
                      <a:pt x="400" y="382"/>
                      <a:pt x="400" y="382"/>
                    </a:cubicBezTo>
                    <a:cubicBezTo>
                      <a:pt x="401" y="381"/>
                      <a:pt x="401" y="381"/>
                      <a:pt x="401" y="381"/>
                    </a:cubicBezTo>
                    <a:cubicBezTo>
                      <a:pt x="408" y="344"/>
                      <a:pt x="400" y="309"/>
                      <a:pt x="395" y="296"/>
                    </a:cubicBezTo>
                    <a:cubicBezTo>
                      <a:pt x="393" y="289"/>
                      <a:pt x="390" y="283"/>
                      <a:pt x="388" y="276"/>
                    </a:cubicBezTo>
                    <a:cubicBezTo>
                      <a:pt x="381" y="251"/>
                      <a:pt x="386" y="227"/>
                      <a:pt x="391" y="204"/>
                    </a:cubicBezTo>
                    <a:cubicBezTo>
                      <a:pt x="392" y="196"/>
                      <a:pt x="392" y="196"/>
                      <a:pt x="392" y="196"/>
                    </a:cubicBezTo>
                    <a:cubicBezTo>
                      <a:pt x="398" y="174"/>
                      <a:pt x="398" y="174"/>
                      <a:pt x="398" y="174"/>
                    </a:cubicBezTo>
                    <a:cubicBezTo>
                      <a:pt x="398" y="174"/>
                      <a:pt x="402" y="156"/>
                      <a:pt x="402" y="156"/>
                    </a:cubicBezTo>
                    <a:cubicBezTo>
                      <a:pt x="402" y="155"/>
                      <a:pt x="402" y="155"/>
                      <a:pt x="402" y="155"/>
                    </a:cubicBezTo>
                    <a:cubicBezTo>
                      <a:pt x="402" y="154"/>
                      <a:pt x="402" y="154"/>
                      <a:pt x="402" y="154"/>
                    </a:cubicBezTo>
                    <a:cubicBezTo>
                      <a:pt x="402" y="154"/>
                      <a:pt x="402" y="154"/>
                      <a:pt x="402" y="154"/>
                    </a:cubicBezTo>
                    <a:cubicBezTo>
                      <a:pt x="402" y="153"/>
                      <a:pt x="402" y="153"/>
                      <a:pt x="402" y="153"/>
                    </a:cubicBezTo>
                    <a:cubicBezTo>
                      <a:pt x="403" y="152"/>
                      <a:pt x="403" y="152"/>
                      <a:pt x="403" y="152"/>
                    </a:cubicBezTo>
                    <a:cubicBezTo>
                      <a:pt x="403" y="151"/>
                      <a:pt x="403" y="151"/>
                      <a:pt x="403" y="151"/>
                    </a:cubicBezTo>
                    <a:cubicBezTo>
                      <a:pt x="405" y="141"/>
                      <a:pt x="406" y="132"/>
                      <a:pt x="406" y="124"/>
                    </a:cubicBezTo>
                    <a:cubicBezTo>
                      <a:pt x="406" y="119"/>
                      <a:pt x="406" y="114"/>
                      <a:pt x="405" y="110"/>
                    </a:cubicBezTo>
                    <a:cubicBezTo>
                      <a:pt x="401" y="85"/>
                      <a:pt x="379" y="77"/>
                      <a:pt x="356" y="68"/>
                    </a:cubicBezTo>
                    <a:cubicBezTo>
                      <a:pt x="349" y="66"/>
                      <a:pt x="341" y="62"/>
                      <a:pt x="335" y="58"/>
                    </a:cubicBezTo>
                    <a:cubicBezTo>
                      <a:pt x="338" y="59"/>
                      <a:pt x="341" y="60"/>
                      <a:pt x="344" y="61"/>
                    </a:cubicBezTo>
                    <a:cubicBezTo>
                      <a:pt x="357" y="65"/>
                      <a:pt x="357" y="65"/>
                      <a:pt x="357" y="65"/>
                    </a:cubicBezTo>
                    <a:cubicBezTo>
                      <a:pt x="380" y="74"/>
                      <a:pt x="404" y="82"/>
                      <a:pt x="409" y="109"/>
                    </a:cubicBezTo>
                    <a:cubicBezTo>
                      <a:pt x="409" y="112"/>
                      <a:pt x="411" y="121"/>
                      <a:pt x="418" y="124"/>
                    </a:cubicBezTo>
                    <a:cubicBezTo>
                      <a:pt x="423" y="126"/>
                      <a:pt x="429" y="123"/>
                      <a:pt x="431" y="122"/>
                    </a:cubicBezTo>
                    <a:cubicBezTo>
                      <a:pt x="438" y="118"/>
                      <a:pt x="444" y="115"/>
                      <a:pt x="450" y="114"/>
                    </a:cubicBezTo>
                    <a:cubicBezTo>
                      <a:pt x="462" y="112"/>
                      <a:pt x="473" y="113"/>
                      <a:pt x="484" y="114"/>
                    </a:cubicBezTo>
                    <a:cubicBezTo>
                      <a:pt x="495" y="116"/>
                      <a:pt x="505" y="117"/>
                      <a:pt x="516" y="115"/>
                    </a:cubicBezTo>
                    <a:cubicBezTo>
                      <a:pt x="517" y="115"/>
                      <a:pt x="536" y="112"/>
                      <a:pt x="551" y="106"/>
                    </a:cubicBezTo>
                    <a:cubicBezTo>
                      <a:pt x="540" y="112"/>
                      <a:pt x="527" y="117"/>
                      <a:pt x="516" y="119"/>
                    </a:cubicBezTo>
                    <a:cubicBezTo>
                      <a:pt x="506" y="120"/>
                      <a:pt x="495" y="119"/>
                      <a:pt x="484" y="118"/>
                    </a:cubicBezTo>
                    <a:cubicBezTo>
                      <a:pt x="473" y="117"/>
                      <a:pt x="462" y="116"/>
                      <a:pt x="451" y="118"/>
                    </a:cubicBezTo>
                    <a:cubicBezTo>
                      <a:pt x="432" y="121"/>
                      <a:pt x="415" y="137"/>
                      <a:pt x="407" y="152"/>
                    </a:cubicBezTo>
                    <a:cubicBezTo>
                      <a:pt x="406" y="153"/>
                      <a:pt x="406" y="153"/>
                      <a:pt x="406" y="153"/>
                    </a:cubicBezTo>
                    <a:cubicBezTo>
                      <a:pt x="401" y="174"/>
                      <a:pt x="401" y="174"/>
                      <a:pt x="401" y="174"/>
                    </a:cubicBezTo>
                    <a:cubicBezTo>
                      <a:pt x="396" y="196"/>
                      <a:pt x="396" y="196"/>
                      <a:pt x="396" y="196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89" y="228"/>
                      <a:pt x="385" y="251"/>
                      <a:pt x="392" y="275"/>
                    </a:cubicBezTo>
                    <a:cubicBezTo>
                      <a:pt x="393" y="282"/>
                      <a:pt x="396" y="288"/>
                      <a:pt x="398" y="295"/>
                    </a:cubicBezTo>
                    <a:cubicBezTo>
                      <a:pt x="398" y="295"/>
                      <a:pt x="398" y="295"/>
                      <a:pt x="398" y="295"/>
                    </a:cubicBezTo>
                    <a:cubicBezTo>
                      <a:pt x="399" y="295"/>
                      <a:pt x="399" y="295"/>
                      <a:pt x="399" y="295"/>
                    </a:cubicBezTo>
                    <a:cubicBezTo>
                      <a:pt x="402" y="302"/>
                      <a:pt x="405" y="314"/>
                      <a:pt x="408" y="327"/>
                    </a:cubicBezTo>
                    <a:cubicBezTo>
                      <a:pt x="414" y="347"/>
                      <a:pt x="420" y="368"/>
                      <a:pt x="427" y="378"/>
                    </a:cubicBezTo>
                    <a:cubicBezTo>
                      <a:pt x="427" y="377"/>
                      <a:pt x="432" y="386"/>
                      <a:pt x="432" y="386"/>
                    </a:cubicBezTo>
                    <a:cubicBezTo>
                      <a:pt x="440" y="399"/>
                      <a:pt x="447" y="412"/>
                      <a:pt x="477" y="407"/>
                    </a:cubicBezTo>
                    <a:cubicBezTo>
                      <a:pt x="487" y="406"/>
                      <a:pt x="498" y="405"/>
                      <a:pt x="509" y="404"/>
                    </a:cubicBezTo>
                    <a:cubicBezTo>
                      <a:pt x="523" y="403"/>
                      <a:pt x="535" y="402"/>
                      <a:pt x="546" y="400"/>
                    </a:cubicBezTo>
                    <a:cubicBezTo>
                      <a:pt x="554" y="398"/>
                      <a:pt x="572" y="385"/>
                      <a:pt x="576" y="378"/>
                    </a:cubicBezTo>
                    <a:cubicBezTo>
                      <a:pt x="581" y="370"/>
                      <a:pt x="588" y="362"/>
                      <a:pt x="594" y="353"/>
                    </a:cubicBezTo>
                    <a:cubicBezTo>
                      <a:pt x="601" y="344"/>
                      <a:pt x="608" y="335"/>
                      <a:pt x="613" y="325"/>
                    </a:cubicBezTo>
                    <a:cubicBezTo>
                      <a:pt x="621" y="312"/>
                      <a:pt x="624" y="297"/>
                      <a:pt x="627" y="282"/>
                    </a:cubicBezTo>
                    <a:cubicBezTo>
                      <a:pt x="628" y="273"/>
                      <a:pt x="630" y="265"/>
                      <a:pt x="632" y="259"/>
                    </a:cubicBezTo>
                    <a:cubicBezTo>
                      <a:pt x="637" y="244"/>
                      <a:pt x="637" y="244"/>
                      <a:pt x="637" y="244"/>
                    </a:cubicBezTo>
                    <a:cubicBezTo>
                      <a:pt x="643" y="226"/>
                      <a:pt x="647" y="215"/>
                      <a:pt x="647" y="202"/>
                    </a:cubicBezTo>
                    <a:cubicBezTo>
                      <a:pt x="647" y="190"/>
                      <a:pt x="644" y="177"/>
                      <a:pt x="636" y="157"/>
                    </a:cubicBezTo>
                    <a:cubicBezTo>
                      <a:pt x="631" y="142"/>
                      <a:pt x="631" y="142"/>
                      <a:pt x="631" y="142"/>
                    </a:cubicBezTo>
                    <a:cubicBezTo>
                      <a:pt x="621" y="116"/>
                      <a:pt x="615" y="99"/>
                      <a:pt x="615" y="83"/>
                    </a:cubicBezTo>
                    <a:cubicBezTo>
                      <a:pt x="615" y="75"/>
                      <a:pt x="616" y="68"/>
                      <a:pt x="619" y="60"/>
                    </a:cubicBezTo>
                    <a:cubicBezTo>
                      <a:pt x="625" y="45"/>
                      <a:pt x="628" y="23"/>
                      <a:pt x="628" y="3"/>
                    </a:cubicBezTo>
                    <a:cubicBezTo>
                      <a:pt x="628" y="2"/>
                      <a:pt x="628" y="1"/>
                      <a:pt x="628" y="0"/>
                    </a:cubicBezTo>
                    <a:cubicBezTo>
                      <a:pt x="628" y="6"/>
                      <a:pt x="629" y="13"/>
                      <a:pt x="629" y="19"/>
                    </a:cubicBezTo>
                    <a:cubicBezTo>
                      <a:pt x="629" y="34"/>
                      <a:pt x="627" y="49"/>
                      <a:pt x="622" y="62"/>
                    </a:cubicBezTo>
                    <a:cubicBezTo>
                      <a:pt x="620" y="69"/>
                      <a:pt x="618" y="76"/>
                      <a:pt x="618" y="83"/>
                    </a:cubicBezTo>
                    <a:cubicBezTo>
                      <a:pt x="618" y="93"/>
                      <a:pt x="621" y="103"/>
                      <a:pt x="625" y="115"/>
                    </a:cubicBezTo>
                    <a:cubicBezTo>
                      <a:pt x="631" y="133"/>
                      <a:pt x="631" y="133"/>
                      <a:pt x="631" y="133"/>
                    </a:cubicBezTo>
                    <a:cubicBezTo>
                      <a:pt x="638" y="115"/>
                      <a:pt x="638" y="115"/>
                      <a:pt x="638" y="115"/>
                    </a:cubicBezTo>
                    <a:cubicBezTo>
                      <a:pt x="642" y="106"/>
                      <a:pt x="647" y="100"/>
                      <a:pt x="653" y="97"/>
                    </a:cubicBezTo>
                    <a:cubicBezTo>
                      <a:pt x="665" y="91"/>
                      <a:pt x="680" y="95"/>
                      <a:pt x="694" y="101"/>
                    </a:cubicBezTo>
                    <a:cubicBezTo>
                      <a:pt x="710" y="106"/>
                      <a:pt x="710" y="106"/>
                      <a:pt x="710" y="106"/>
                    </a:cubicBezTo>
                    <a:cubicBezTo>
                      <a:pt x="719" y="109"/>
                      <a:pt x="728" y="113"/>
                      <a:pt x="735" y="117"/>
                    </a:cubicBezTo>
                    <a:cubicBezTo>
                      <a:pt x="730" y="115"/>
                      <a:pt x="725" y="114"/>
                      <a:pt x="719" y="112"/>
                    </a:cubicBezTo>
                    <a:cubicBezTo>
                      <a:pt x="709" y="109"/>
                      <a:pt x="709" y="109"/>
                      <a:pt x="709" y="109"/>
                    </a:cubicBezTo>
                    <a:cubicBezTo>
                      <a:pt x="692" y="104"/>
                      <a:pt x="692" y="104"/>
                      <a:pt x="692" y="104"/>
                    </a:cubicBezTo>
                    <a:cubicBezTo>
                      <a:pt x="679" y="99"/>
                      <a:pt x="666" y="95"/>
                      <a:pt x="655" y="100"/>
                    </a:cubicBezTo>
                    <a:cubicBezTo>
                      <a:pt x="648" y="103"/>
                      <a:pt x="643" y="110"/>
                      <a:pt x="640" y="121"/>
                    </a:cubicBezTo>
                    <a:cubicBezTo>
                      <a:pt x="637" y="127"/>
                      <a:pt x="636" y="133"/>
                      <a:pt x="636" y="138"/>
                    </a:cubicBezTo>
                    <a:cubicBezTo>
                      <a:pt x="636" y="148"/>
                      <a:pt x="639" y="154"/>
                      <a:pt x="640" y="156"/>
                    </a:cubicBezTo>
                    <a:cubicBezTo>
                      <a:pt x="649" y="182"/>
                      <a:pt x="654" y="200"/>
                      <a:pt x="654" y="218"/>
                    </a:cubicBezTo>
                    <a:cubicBezTo>
                      <a:pt x="654" y="232"/>
                      <a:pt x="651" y="248"/>
                      <a:pt x="644" y="269"/>
                    </a:cubicBezTo>
                    <a:cubicBezTo>
                      <a:pt x="637" y="291"/>
                      <a:pt x="628" y="313"/>
                      <a:pt x="618" y="331"/>
                    </a:cubicBezTo>
                    <a:cubicBezTo>
                      <a:pt x="608" y="349"/>
                      <a:pt x="603" y="365"/>
                      <a:pt x="603" y="381"/>
                    </a:cubicBezTo>
                    <a:cubicBezTo>
                      <a:pt x="603" y="389"/>
                      <a:pt x="604" y="398"/>
                      <a:pt x="607" y="408"/>
                    </a:cubicBezTo>
                    <a:cubicBezTo>
                      <a:pt x="607" y="408"/>
                      <a:pt x="607" y="408"/>
                      <a:pt x="607" y="408"/>
                    </a:cubicBezTo>
                    <a:cubicBezTo>
                      <a:pt x="607" y="408"/>
                      <a:pt x="607" y="408"/>
                      <a:pt x="607" y="408"/>
                    </a:cubicBezTo>
                    <a:cubicBezTo>
                      <a:pt x="618" y="438"/>
                      <a:pt x="659" y="444"/>
                      <a:pt x="660" y="444"/>
                    </a:cubicBezTo>
                    <a:cubicBezTo>
                      <a:pt x="676" y="445"/>
                      <a:pt x="694" y="437"/>
                      <a:pt x="711" y="425"/>
                    </a:cubicBezTo>
                    <a:cubicBezTo>
                      <a:pt x="701" y="433"/>
                      <a:pt x="689" y="444"/>
                      <a:pt x="675" y="457"/>
                    </a:cubicBezTo>
                    <a:cubicBezTo>
                      <a:pt x="675" y="458"/>
                      <a:pt x="675" y="458"/>
                      <a:pt x="675" y="458"/>
                    </a:cubicBezTo>
                    <a:cubicBezTo>
                      <a:pt x="674" y="458"/>
                      <a:pt x="674" y="458"/>
                      <a:pt x="674" y="458"/>
                    </a:cubicBezTo>
                    <a:cubicBezTo>
                      <a:pt x="642" y="499"/>
                      <a:pt x="641" y="534"/>
                      <a:pt x="639" y="571"/>
                    </a:cubicBezTo>
                    <a:cubicBezTo>
                      <a:pt x="638" y="582"/>
                      <a:pt x="638" y="594"/>
                      <a:pt x="637" y="606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4" name="Freeform 655">
                <a:extLst>
                  <a:ext uri="{FF2B5EF4-FFF2-40B4-BE49-F238E27FC236}">
                    <a16:creationId xmlns:a16="http://schemas.microsoft.com/office/drawing/2014/main" id="{05A9169F-F218-48F4-A1B7-41F3AA836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3184"/>
                <a:ext cx="31" cy="230"/>
              </a:xfrm>
              <a:custGeom>
                <a:avLst/>
                <a:gdLst>
                  <a:gd name="T0" fmla="*/ 69 w 19"/>
                  <a:gd name="T1" fmla="*/ 992 h 146"/>
                  <a:gd name="T2" fmla="*/ 90 w 19"/>
                  <a:gd name="T3" fmla="*/ 652 h 146"/>
                  <a:gd name="T4" fmla="*/ 220 w 19"/>
                  <a:gd name="T5" fmla="*/ 0 h 146"/>
                  <a:gd name="T6" fmla="*/ 165 w 19"/>
                  <a:gd name="T7" fmla="*/ 290 h 146"/>
                  <a:gd name="T8" fmla="*/ 126 w 19"/>
                  <a:gd name="T9" fmla="*/ 603 h 146"/>
                  <a:gd name="T10" fmla="*/ 0 w 19"/>
                  <a:gd name="T11" fmla="*/ 1415 h 146"/>
                  <a:gd name="T12" fmla="*/ 69 w 19"/>
                  <a:gd name="T13" fmla="*/ 992 h 1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46">
                    <a:moveTo>
                      <a:pt x="6" y="102"/>
                    </a:moveTo>
                    <a:cubicBezTo>
                      <a:pt x="7" y="90"/>
                      <a:pt x="8" y="78"/>
                      <a:pt x="8" y="67"/>
                    </a:cubicBezTo>
                    <a:cubicBezTo>
                      <a:pt x="9" y="44"/>
                      <a:pt x="10" y="22"/>
                      <a:pt x="19" y="0"/>
                    </a:cubicBezTo>
                    <a:cubicBezTo>
                      <a:pt x="16" y="9"/>
                      <a:pt x="15" y="18"/>
                      <a:pt x="14" y="30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9" y="92"/>
                      <a:pt x="7" y="114"/>
                      <a:pt x="0" y="146"/>
                    </a:cubicBezTo>
                    <a:cubicBezTo>
                      <a:pt x="2" y="133"/>
                      <a:pt x="4" y="119"/>
                      <a:pt x="6" y="102"/>
                    </a:cubicBezTo>
                    <a:close/>
                  </a:path>
                </a:pathLst>
              </a:custGeom>
              <a:solidFill>
                <a:srgbClr val="CFC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5" name="Freeform 656">
                <a:extLst>
                  <a:ext uri="{FF2B5EF4-FFF2-40B4-BE49-F238E27FC236}">
                    <a16:creationId xmlns:a16="http://schemas.microsoft.com/office/drawing/2014/main" id="{97ABCC44-0E65-449A-B68D-6D66B6F01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3027"/>
                <a:ext cx="299" cy="510"/>
              </a:xfrm>
              <a:custGeom>
                <a:avLst/>
                <a:gdLst>
                  <a:gd name="T0" fmla="*/ 1853 w 189"/>
                  <a:gd name="T1" fmla="*/ 1426 h 323"/>
                  <a:gd name="T2" fmla="*/ 1841 w 189"/>
                  <a:gd name="T3" fmla="*/ 1999 h 323"/>
                  <a:gd name="T4" fmla="*/ 1805 w 189"/>
                  <a:gd name="T5" fmla="*/ 2665 h 323"/>
                  <a:gd name="T6" fmla="*/ 1397 w 189"/>
                  <a:gd name="T7" fmla="*/ 3005 h 323"/>
                  <a:gd name="T8" fmla="*/ 818 w 189"/>
                  <a:gd name="T9" fmla="*/ 3062 h 323"/>
                  <a:gd name="T10" fmla="*/ 158 w 189"/>
                  <a:gd name="T11" fmla="*/ 3156 h 323"/>
                  <a:gd name="T12" fmla="*/ 33 w 189"/>
                  <a:gd name="T13" fmla="*/ 3153 h 323"/>
                  <a:gd name="T14" fmla="*/ 0 w 189"/>
                  <a:gd name="T15" fmla="*/ 3062 h 323"/>
                  <a:gd name="T16" fmla="*/ 100 w 189"/>
                  <a:gd name="T17" fmla="*/ 2563 h 323"/>
                  <a:gd name="T18" fmla="*/ 237 w 189"/>
                  <a:gd name="T19" fmla="*/ 1590 h 323"/>
                  <a:gd name="T20" fmla="*/ 271 w 189"/>
                  <a:gd name="T21" fmla="*/ 1287 h 323"/>
                  <a:gd name="T22" fmla="*/ 696 w 189"/>
                  <a:gd name="T23" fmla="*/ 524 h 323"/>
                  <a:gd name="T24" fmla="*/ 744 w 189"/>
                  <a:gd name="T25" fmla="*/ 482 h 323"/>
                  <a:gd name="T26" fmla="*/ 783 w 189"/>
                  <a:gd name="T27" fmla="*/ 441 h 323"/>
                  <a:gd name="T28" fmla="*/ 1504 w 189"/>
                  <a:gd name="T29" fmla="*/ 0 h 323"/>
                  <a:gd name="T30" fmla="*/ 1715 w 189"/>
                  <a:gd name="T31" fmla="*/ 216 h 323"/>
                  <a:gd name="T32" fmla="*/ 1853 w 189"/>
                  <a:gd name="T33" fmla="*/ 1426 h 3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323">
                    <a:moveTo>
                      <a:pt x="187" y="145"/>
                    </a:moveTo>
                    <a:cubicBezTo>
                      <a:pt x="186" y="204"/>
                      <a:pt x="186" y="204"/>
                      <a:pt x="186" y="204"/>
                    </a:cubicBezTo>
                    <a:cubicBezTo>
                      <a:pt x="185" y="234"/>
                      <a:pt x="185" y="256"/>
                      <a:pt x="182" y="272"/>
                    </a:cubicBezTo>
                    <a:cubicBezTo>
                      <a:pt x="178" y="296"/>
                      <a:pt x="177" y="299"/>
                      <a:pt x="141" y="306"/>
                    </a:cubicBezTo>
                    <a:cubicBezTo>
                      <a:pt x="123" y="309"/>
                      <a:pt x="103" y="311"/>
                      <a:pt x="83" y="312"/>
                    </a:cubicBezTo>
                    <a:cubicBezTo>
                      <a:pt x="58" y="315"/>
                      <a:pt x="35" y="317"/>
                      <a:pt x="16" y="322"/>
                    </a:cubicBezTo>
                    <a:cubicBezTo>
                      <a:pt x="9" y="323"/>
                      <a:pt x="5" y="323"/>
                      <a:pt x="3" y="321"/>
                    </a:cubicBezTo>
                    <a:cubicBezTo>
                      <a:pt x="1" y="320"/>
                      <a:pt x="0" y="316"/>
                      <a:pt x="0" y="312"/>
                    </a:cubicBezTo>
                    <a:cubicBezTo>
                      <a:pt x="0" y="299"/>
                      <a:pt x="6" y="278"/>
                      <a:pt x="10" y="261"/>
                    </a:cubicBezTo>
                    <a:cubicBezTo>
                      <a:pt x="20" y="221"/>
                      <a:pt x="22" y="196"/>
                      <a:pt x="24" y="162"/>
                    </a:cubicBezTo>
                    <a:cubicBezTo>
                      <a:pt x="27" y="131"/>
                      <a:pt x="27" y="131"/>
                      <a:pt x="27" y="131"/>
                    </a:cubicBezTo>
                    <a:cubicBezTo>
                      <a:pt x="31" y="84"/>
                      <a:pt x="42" y="76"/>
                      <a:pt x="70" y="53"/>
                    </a:cubicBezTo>
                    <a:cubicBezTo>
                      <a:pt x="75" y="49"/>
                      <a:pt x="75" y="49"/>
                      <a:pt x="75" y="49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108" y="22"/>
                      <a:pt x="130" y="3"/>
                      <a:pt x="152" y="0"/>
                    </a:cubicBezTo>
                    <a:cubicBezTo>
                      <a:pt x="159" y="0"/>
                      <a:pt x="164" y="6"/>
                      <a:pt x="173" y="22"/>
                    </a:cubicBezTo>
                    <a:cubicBezTo>
                      <a:pt x="184" y="43"/>
                      <a:pt x="189" y="88"/>
                      <a:pt x="187" y="145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6" name="Freeform 657">
                <a:extLst>
                  <a:ext uri="{FF2B5EF4-FFF2-40B4-BE49-F238E27FC236}">
                    <a16:creationId xmlns:a16="http://schemas.microsoft.com/office/drawing/2014/main" id="{B7E65AFD-46B1-4D91-BE3B-7539B9984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977"/>
                <a:ext cx="225" cy="131"/>
              </a:xfrm>
              <a:custGeom>
                <a:avLst/>
                <a:gdLst>
                  <a:gd name="T0" fmla="*/ 1401 w 142"/>
                  <a:gd name="T1" fmla="*/ 814 h 83"/>
                  <a:gd name="T2" fmla="*/ 1280 w 142"/>
                  <a:gd name="T3" fmla="*/ 461 h 83"/>
                  <a:gd name="T4" fmla="*/ 940 w 142"/>
                  <a:gd name="T5" fmla="*/ 172 h 83"/>
                  <a:gd name="T6" fmla="*/ 927 w 142"/>
                  <a:gd name="T7" fmla="*/ 172 h 83"/>
                  <a:gd name="T8" fmla="*/ 130 w 142"/>
                  <a:gd name="T9" fmla="*/ 646 h 83"/>
                  <a:gd name="T10" fmla="*/ 87 w 142"/>
                  <a:gd name="T11" fmla="*/ 685 h 83"/>
                  <a:gd name="T12" fmla="*/ 40 w 142"/>
                  <a:gd name="T13" fmla="*/ 728 h 83"/>
                  <a:gd name="T14" fmla="*/ 0 w 142"/>
                  <a:gd name="T15" fmla="*/ 759 h 83"/>
                  <a:gd name="T16" fmla="*/ 838 w 142"/>
                  <a:gd name="T17" fmla="*/ 117 h 83"/>
                  <a:gd name="T18" fmla="*/ 952 w 142"/>
                  <a:gd name="T19" fmla="*/ 52 h 83"/>
                  <a:gd name="T20" fmla="*/ 1077 w 142"/>
                  <a:gd name="T21" fmla="*/ 13 h 83"/>
                  <a:gd name="T22" fmla="*/ 1190 w 142"/>
                  <a:gd name="T23" fmla="*/ 237 h 83"/>
                  <a:gd name="T24" fmla="*/ 1238 w 142"/>
                  <a:gd name="T25" fmla="*/ 322 h 83"/>
                  <a:gd name="T26" fmla="*/ 1336 w 142"/>
                  <a:gd name="T27" fmla="*/ 354 h 83"/>
                  <a:gd name="T28" fmla="*/ 1421 w 142"/>
                  <a:gd name="T29" fmla="*/ 314 h 83"/>
                  <a:gd name="T30" fmla="*/ 1388 w 142"/>
                  <a:gd name="T31" fmla="*/ 707 h 83"/>
                  <a:gd name="T32" fmla="*/ 1401 w 142"/>
                  <a:gd name="T33" fmla="*/ 814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2" h="83">
                    <a:moveTo>
                      <a:pt x="140" y="83"/>
                    </a:moveTo>
                    <a:cubicBezTo>
                      <a:pt x="137" y="68"/>
                      <a:pt x="133" y="56"/>
                      <a:pt x="128" y="47"/>
                    </a:cubicBezTo>
                    <a:cubicBezTo>
                      <a:pt x="121" y="32"/>
                      <a:pt x="111" y="16"/>
                      <a:pt x="94" y="18"/>
                    </a:cubicBezTo>
                    <a:cubicBezTo>
                      <a:pt x="93" y="18"/>
                      <a:pt x="93" y="18"/>
                      <a:pt x="93" y="18"/>
                    </a:cubicBezTo>
                    <a:cubicBezTo>
                      <a:pt x="68" y="22"/>
                      <a:pt x="44" y="41"/>
                      <a:pt x="13" y="66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2" y="75"/>
                      <a:pt x="1" y="76"/>
                      <a:pt x="0" y="77"/>
                    </a:cubicBezTo>
                    <a:cubicBezTo>
                      <a:pt x="39" y="41"/>
                      <a:pt x="60" y="28"/>
                      <a:pt x="84" y="12"/>
                    </a:cubicBezTo>
                    <a:cubicBezTo>
                      <a:pt x="95" y="5"/>
                      <a:pt x="95" y="5"/>
                      <a:pt x="95" y="5"/>
                    </a:cubicBezTo>
                    <a:cubicBezTo>
                      <a:pt x="101" y="1"/>
                      <a:pt x="106" y="0"/>
                      <a:pt x="108" y="1"/>
                    </a:cubicBezTo>
                    <a:cubicBezTo>
                      <a:pt x="112" y="3"/>
                      <a:pt x="118" y="12"/>
                      <a:pt x="119" y="24"/>
                    </a:cubicBezTo>
                    <a:cubicBezTo>
                      <a:pt x="119" y="28"/>
                      <a:pt x="121" y="31"/>
                      <a:pt x="124" y="33"/>
                    </a:cubicBezTo>
                    <a:cubicBezTo>
                      <a:pt x="127" y="35"/>
                      <a:pt x="130" y="37"/>
                      <a:pt x="134" y="36"/>
                    </a:cubicBezTo>
                    <a:cubicBezTo>
                      <a:pt x="137" y="36"/>
                      <a:pt x="140" y="35"/>
                      <a:pt x="142" y="32"/>
                    </a:cubicBezTo>
                    <a:cubicBezTo>
                      <a:pt x="140" y="44"/>
                      <a:pt x="139" y="57"/>
                      <a:pt x="139" y="72"/>
                    </a:cubicBezTo>
                    <a:cubicBezTo>
                      <a:pt x="139" y="76"/>
                      <a:pt x="140" y="79"/>
                      <a:pt x="140" y="83"/>
                    </a:cubicBezTo>
                    <a:close/>
                  </a:path>
                </a:pathLst>
              </a:custGeom>
              <a:solidFill>
                <a:srgbClr val="CFC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7" name="Freeform 658">
                <a:extLst>
                  <a:ext uri="{FF2B5EF4-FFF2-40B4-BE49-F238E27FC236}">
                    <a16:creationId xmlns:a16="http://schemas.microsoft.com/office/drawing/2014/main" id="{651F7E95-C610-4132-941A-DA4D8F90B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549"/>
                <a:ext cx="264" cy="436"/>
              </a:xfrm>
              <a:custGeom>
                <a:avLst/>
                <a:gdLst>
                  <a:gd name="T0" fmla="*/ 1617 w 167"/>
                  <a:gd name="T1" fmla="*/ 2597 h 276"/>
                  <a:gd name="T2" fmla="*/ 1494 w 167"/>
                  <a:gd name="T3" fmla="*/ 2704 h 276"/>
                  <a:gd name="T4" fmla="*/ 1410 w 167"/>
                  <a:gd name="T5" fmla="*/ 2686 h 276"/>
                  <a:gd name="T6" fmla="*/ 1205 w 167"/>
                  <a:gd name="T7" fmla="*/ 2441 h 276"/>
                  <a:gd name="T8" fmla="*/ 933 w 167"/>
                  <a:gd name="T9" fmla="*/ 2093 h 276"/>
                  <a:gd name="T10" fmla="*/ 175 w 167"/>
                  <a:gd name="T11" fmla="*/ 1387 h 276"/>
                  <a:gd name="T12" fmla="*/ 185 w 167"/>
                  <a:gd name="T13" fmla="*/ 728 h 276"/>
                  <a:gd name="T14" fmla="*/ 218 w 167"/>
                  <a:gd name="T15" fmla="*/ 679 h 276"/>
                  <a:gd name="T16" fmla="*/ 767 w 167"/>
                  <a:gd name="T17" fmla="*/ 21 h 276"/>
                  <a:gd name="T18" fmla="*/ 783 w 167"/>
                  <a:gd name="T19" fmla="*/ 21 h 276"/>
                  <a:gd name="T20" fmla="*/ 783 w 167"/>
                  <a:gd name="T21" fmla="*/ 21 h 276"/>
                  <a:gd name="T22" fmla="*/ 899 w 167"/>
                  <a:gd name="T23" fmla="*/ 35 h 276"/>
                  <a:gd name="T24" fmla="*/ 1421 w 167"/>
                  <a:gd name="T25" fmla="*/ 836 h 276"/>
                  <a:gd name="T26" fmla="*/ 1497 w 167"/>
                  <a:gd name="T27" fmla="*/ 1674 h 276"/>
                  <a:gd name="T28" fmla="*/ 1518 w 167"/>
                  <a:gd name="T29" fmla="*/ 1899 h 276"/>
                  <a:gd name="T30" fmla="*/ 1579 w 167"/>
                  <a:gd name="T31" fmla="*/ 2224 h 276"/>
                  <a:gd name="T32" fmla="*/ 1617 w 167"/>
                  <a:gd name="T33" fmla="*/ 2597 h 2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7" h="276">
                    <a:moveTo>
                      <a:pt x="164" y="264"/>
                    </a:moveTo>
                    <a:cubicBezTo>
                      <a:pt x="162" y="269"/>
                      <a:pt x="156" y="274"/>
                      <a:pt x="151" y="275"/>
                    </a:cubicBezTo>
                    <a:cubicBezTo>
                      <a:pt x="148" y="276"/>
                      <a:pt x="145" y="276"/>
                      <a:pt x="143" y="273"/>
                    </a:cubicBezTo>
                    <a:cubicBezTo>
                      <a:pt x="138" y="269"/>
                      <a:pt x="130" y="259"/>
                      <a:pt x="122" y="248"/>
                    </a:cubicBezTo>
                    <a:cubicBezTo>
                      <a:pt x="113" y="236"/>
                      <a:pt x="103" y="223"/>
                      <a:pt x="94" y="213"/>
                    </a:cubicBezTo>
                    <a:cubicBezTo>
                      <a:pt x="76" y="193"/>
                      <a:pt x="40" y="156"/>
                      <a:pt x="18" y="141"/>
                    </a:cubicBezTo>
                    <a:cubicBezTo>
                      <a:pt x="0" y="130"/>
                      <a:pt x="9" y="91"/>
                      <a:pt x="19" y="7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32" y="50"/>
                      <a:pt x="52" y="13"/>
                      <a:pt x="78" y="2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82" y="0"/>
                      <a:pt x="87" y="2"/>
                      <a:pt x="91" y="4"/>
                    </a:cubicBezTo>
                    <a:cubicBezTo>
                      <a:pt x="110" y="14"/>
                      <a:pt x="138" y="52"/>
                      <a:pt x="144" y="85"/>
                    </a:cubicBezTo>
                    <a:cubicBezTo>
                      <a:pt x="149" y="117"/>
                      <a:pt x="151" y="146"/>
                      <a:pt x="152" y="170"/>
                    </a:cubicBezTo>
                    <a:cubicBezTo>
                      <a:pt x="154" y="193"/>
                      <a:pt x="154" y="193"/>
                      <a:pt x="154" y="193"/>
                    </a:cubicBezTo>
                    <a:cubicBezTo>
                      <a:pt x="155" y="204"/>
                      <a:pt x="158" y="215"/>
                      <a:pt x="160" y="226"/>
                    </a:cubicBezTo>
                    <a:cubicBezTo>
                      <a:pt x="163" y="240"/>
                      <a:pt x="167" y="257"/>
                      <a:pt x="164" y="264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8" name="Freeform 659">
                <a:extLst>
                  <a:ext uri="{FF2B5EF4-FFF2-40B4-BE49-F238E27FC236}">
                    <a16:creationId xmlns:a16="http://schemas.microsoft.com/office/drawing/2014/main" id="{0A1E6E59-165E-4EE0-BDB6-816349253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849"/>
                <a:ext cx="6" cy="34"/>
              </a:xfrm>
              <a:custGeom>
                <a:avLst/>
                <a:gdLst>
                  <a:gd name="T0" fmla="*/ 0 w 4"/>
                  <a:gd name="T1" fmla="*/ 19 h 22"/>
                  <a:gd name="T2" fmla="*/ 0 w 4"/>
                  <a:gd name="T3" fmla="*/ 0 h 22"/>
                  <a:gd name="T4" fmla="*/ 18 w 4"/>
                  <a:gd name="T5" fmla="*/ 108 h 22"/>
                  <a:gd name="T6" fmla="*/ 32 w 4"/>
                  <a:gd name="T7" fmla="*/ 196 h 22"/>
                  <a:gd name="T8" fmla="*/ 0 w 4"/>
                  <a:gd name="T9" fmla="*/ 1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2" y="8"/>
                      <a:pt x="2" y="1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2" y="15"/>
                      <a:pt x="1" y="8"/>
                      <a:pt x="0" y="2"/>
                    </a:cubicBezTo>
                    <a:close/>
                  </a:path>
                </a:pathLst>
              </a:custGeom>
              <a:solidFill>
                <a:srgbClr val="CFC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9" name="Freeform 660">
                <a:extLst>
                  <a:ext uri="{FF2B5EF4-FFF2-40B4-BE49-F238E27FC236}">
                    <a16:creationId xmlns:a16="http://schemas.microsoft.com/office/drawing/2014/main" id="{C9E7BD32-380C-45A6-BC5D-3206860B6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896"/>
                <a:ext cx="301" cy="626"/>
              </a:xfrm>
              <a:custGeom>
                <a:avLst/>
                <a:gdLst>
                  <a:gd name="T0" fmla="*/ 1757 w 190"/>
                  <a:gd name="T1" fmla="*/ 2332 h 396"/>
                  <a:gd name="T2" fmla="*/ 1689 w 190"/>
                  <a:gd name="T3" fmla="*/ 3162 h 396"/>
                  <a:gd name="T4" fmla="*/ 1641 w 190"/>
                  <a:gd name="T5" fmla="*/ 3653 h 396"/>
                  <a:gd name="T6" fmla="*/ 1069 w 190"/>
                  <a:gd name="T7" fmla="*/ 3859 h 396"/>
                  <a:gd name="T8" fmla="*/ 497 w 190"/>
                  <a:gd name="T9" fmla="*/ 3803 h 396"/>
                  <a:gd name="T10" fmla="*/ 138 w 190"/>
                  <a:gd name="T11" fmla="*/ 3761 h 396"/>
                  <a:gd name="T12" fmla="*/ 52 w 190"/>
                  <a:gd name="T13" fmla="*/ 3109 h 396"/>
                  <a:gd name="T14" fmla="*/ 68 w 190"/>
                  <a:gd name="T15" fmla="*/ 2686 h 396"/>
                  <a:gd name="T16" fmla="*/ 52 w 190"/>
                  <a:gd name="T17" fmla="*/ 1592 h 396"/>
                  <a:gd name="T18" fmla="*/ 40 w 190"/>
                  <a:gd name="T19" fmla="*/ 1355 h 396"/>
                  <a:gd name="T20" fmla="*/ 184 w 190"/>
                  <a:gd name="T21" fmla="*/ 504 h 396"/>
                  <a:gd name="T22" fmla="*/ 919 w 190"/>
                  <a:gd name="T23" fmla="*/ 13 h 396"/>
                  <a:gd name="T24" fmla="*/ 927 w 190"/>
                  <a:gd name="T25" fmla="*/ 13 h 396"/>
                  <a:gd name="T26" fmla="*/ 927 w 190"/>
                  <a:gd name="T27" fmla="*/ 13 h 396"/>
                  <a:gd name="T28" fmla="*/ 1380 w 190"/>
                  <a:gd name="T29" fmla="*/ 409 h 396"/>
                  <a:gd name="T30" fmla="*/ 1844 w 190"/>
                  <a:gd name="T31" fmla="*/ 1292 h 396"/>
                  <a:gd name="T32" fmla="*/ 1825 w 190"/>
                  <a:gd name="T33" fmla="*/ 1899 h 396"/>
                  <a:gd name="T34" fmla="*/ 1757 w 190"/>
                  <a:gd name="T35" fmla="*/ 2332 h 39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0" h="396">
                    <a:moveTo>
                      <a:pt x="176" y="236"/>
                    </a:moveTo>
                    <a:cubicBezTo>
                      <a:pt x="172" y="265"/>
                      <a:pt x="170" y="296"/>
                      <a:pt x="169" y="320"/>
                    </a:cubicBezTo>
                    <a:cubicBezTo>
                      <a:pt x="168" y="342"/>
                      <a:pt x="167" y="361"/>
                      <a:pt x="165" y="370"/>
                    </a:cubicBezTo>
                    <a:cubicBezTo>
                      <a:pt x="160" y="388"/>
                      <a:pt x="138" y="396"/>
                      <a:pt x="107" y="391"/>
                    </a:cubicBezTo>
                    <a:cubicBezTo>
                      <a:pt x="84" y="387"/>
                      <a:pt x="66" y="386"/>
                      <a:pt x="50" y="385"/>
                    </a:cubicBezTo>
                    <a:cubicBezTo>
                      <a:pt x="37" y="384"/>
                      <a:pt x="25" y="383"/>
                      <a:pt x="14" y="381"/>
                    </a:cubicBezTo>
                    <a:cubicBezTo>
                      <a:pt x="0" y="379"/>
                      <a:pt x="2" y="347"/>
                      <a:pt x="5" y="315"/>
                    </a:cubicBezTo>
                    <a:cubicBezTo>
                      <a:pt x="6" y="301"/>
                      <a:pt x="7" y="286"/>
                      <a:pt x="7" y="272"/>
                    </a:cubicBezTo>
                    <a:cubicBezTo>
                      <a:pt x="7" y="231"/>
                      <a:pt x="6" y="196"/>
                      <a:pt x="5" y="161"/>
                    </a:cubicBezTo>
                    <a:cubicBezTo>
                      <a:pt x="4" y="137"/>
                      <a:pt x="4" y="137"/>
                      <a:pt x="4" y="137"/>
                    </a:cubicBezTo>
                    <a:cubicBezTo>
                      <a:pt x="3" y="93"/>
                      <a:pt x="7" y="65"/>
                      <a:pt x="18" y="51"/>
                    </a:cubicBezTo>
                    <a:cubicBezTo>
                      <a:pt x="30" y="34"/>
                      <a:pt x="62" y="7"/>
                      <a:pt x="92" y="1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6" y="0"/>
                      <a:pt x="107" y="0"/>
                      <a:pt x="138" y="42"/>
                    </a:cubicBezTo>
                    <a:cubicBezTo>
                      <a:pt x="163" y="77"/>
                      <a:pt x="179" y="100"/>
                      <a:pt x="185" y="131"/>
                    </a:cubicBezTo>
                    <a:cubicBezTo>
                      <a:pt x="190" y="153"/>
                      <a:pt x="187" y="167"/>
                      <a:pt x="183" y="192"/>
                    </a:cubicBezTo>
                    <a:cubicBezTo>
                      <a:pt x="181" y="203"/>
                      <a:pt x="178" y="218"/>
                      <a:pt x="176" y="236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0" name="Freeform 661">
                <a:extLst>
                  <a:ext uri="{FF2B5EF4-FFF2-40B4-BE49-F238E27FC236}">
                    <a16:creationId xmlns:a16="http://schemas.microsoft.com/office/drawing/2014/main" id="{F9B2B180-232E-4672-AD42-9A0E180F8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165"/>
                <a:ext cx="25" cy="192"/>
              </a:xfrm>
              <a:custGeom>
                <a:avLst/>
                <a:gdLst>
                  <a:gd name="T0" fmla="*/ 0 w 16"/>
                  <a:gd name="T1" fmla="*/ 1177 h 122"/>
                  <a:gd name="T2" fmla="*/ 48 w 16"/>
                  <a:gd name="T3" fmla="*/ 653 h 122"/>
                  <a:gd name="T4" fmla="*/ 114 w 16"/>
                  <a:gd name="T5" fmla="*/ 233 h 122"/>
                  <a:gd name="T6" fmla="*/ 148 w 16"/>
                  <a:gd name="T7" fmla="*/ 0 h 122"/>
                  <a:gd name="T8" fmla="*/ 95 w 16"/>
                  <a:gd name="T9" fmla="*/ 600 h 122"/>
                  <a:gd name="T10" fmla="*/ 0 w 16"/>
                  <a:gd name="T11" fmla="*/ 1177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2">
                    <a:moveTo>
                      <a:pt x="0" y="122"/>
                    </a:moveTo>
                    <a:cubicBezTo>
                      <a:pt x="1" y="105"/>
                      <a:pt x="3" y="86"/>
                      <a:pt x="5" y="68"/>
                    </a:cubicBezTo>
                    <a:cubicBezTo>
                      <a:pt x="7" y="50"/>
                      <a:pt x="10" y="36"/>
                      <a:pt x="12" y="24"/>
                    </a:cubicBezTo>
                    <a:cubicBezTo>
                      <a:pt x="13" y="15"/>
                      <a:pt x="15" y="8"/>
                      <a:pt x="16" y="0"/>
                    </a:cubicBezTo>
                    <a:cubicBezTo>
                      <a:pt x="16" y="19"/>
                      <a:pt x="14" y="41"/>
                      <a:pt x="10" y="62"/>
                    </a:cubicBezTo>
                    <a:cubicBezTo>
                      <a:pt x="6" y="81"/>
                      <a:pt x="3" y="101"/>
                      <a:pt x="0" y="122"/>
                    </a:cubicBezTo>
                    <a:close/>
                  </a:path>
                </a:pathLst>
              </a:custGeom>
              <a:solidFill>
                <a:srgbClr val="CFC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1" name="Freeform 662">
                <a:extLst>
                  <a:ext uri="{FF2B5EF4-FFF2-40B4-BE49-F238E27FC236}">
                    <a16:creationId xmlns:a16="http://schemas.microsoft.com/office/drawing/2014/main" id="{C7D48943-0573-4A5C-AC41-1F344FFC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3056"/>
                <a:ext cx="7" cy="22"/>
              </a:xfrm>
              <a:custGeom>
                <a:avLst/>
                <a:gdLst>
                  <a:gd name="T0" fmla="*/ 0 w 5"/>
                  <a:gd name="T1" fmla="*/ 0 h 14"/>
                  <a:gd name="T2" fmla="*/ 21 w 5"/>
                  <a:gd name="T3" fmla="*/ 121 h 14"/>
                  <a:gd name="T4" fmla="*/ 28 w 5"/>
                  <a:gd name="T5" fmla="*/ 135 h 14"/>
                  <a:gd name="T6" fmla="*/ 0 w 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4"/>
                      <a:pt x="3" y="8"/>
                      <a:pt x="4" y="13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3" y="9"/>
                      <a:pt x="1" y="4"/>
                      <a:pt x="0" y="0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2" name="Freeform 663">
                <a:extLst>
                  <a:ext uri="{FF2B5EF4-FFF2-40B4-BE49-F238E27FC236}">
                    <a16:creationId xmlns:a16="http://schemas.microsoft.com/office/drawing/2014/main" id="{B31D7C1B-F4C0-46F6-80EB-B71743E5B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443"/>
                <a:ext cx="581" cy="1115"/>
              </a:xfrm>
              <a:custGeom>
                <a:avLst/>
                <a:gdLst>
                  <a:gd name="T0" fmla="*/ 3632 w 367"/>
                  <a:gd name="T1" fmla="*/ 2093 h 706"/>
                  <a:gd name="T2" fmla="*/ 3640 w 367"/>
                  <a:gd name="T3" fmla="*/ 2093 h 706"/>
                  <a:gd name="T4" fmla="*/ 3429 w 367"/>
                  <a:gd name="T5" fmla="*/ 2372 h 706"/>
                  <a:gd name="T6" fmla="*/ 2952 w 367"/>
                  <a:gd name="T7" fmla="*/ 2816 h 706"/>
                  <a:gd name="T8" fmla="*/ 2884 w 367"/>
                  <a:gd name="T9" fmla="*/ 3211 h 706"/>
                  <a:gd name="T10" fmla="*/ 3185 w 367"/>
                  <a:gd name="T11" fmla="*/ 3901 h 706"/>
                  <a:gd name="T12" fmla="*/ 3649 w 367"/>
                  <a:gd name="T13" fmla="*/ 5305 h 706"/>
                  <a:gd name="T14" fmla="*/ 2832 w 367"/>
                  <a:gd name="T15" fmla="*/ 6868 h 706"/>
                  <a:gd name="T16" fmla="*/ 1225 w 367"/>
                  <a:gd name="T17" fmla="*/ 6733 h 706"/>
                  <a:gd name="T18" fmla="*/ 1281 w 367"/>
                  <a:gd name="T19" fmla="*/ 5126 h 706"/>
                  <a:gd name="T20" fmla="*/ 1075 w 367"/>
                  <a:gd name="T21" fmla="*/ 3497 h 706"/>
                  <a:gd name="T22" fmla="*/ 872 w 367"/>
                  <a:gd name="T23" fmla="*/ 3187 h 706"/>
                  <a:gd name="T24" fmla="*/ 774 w 367"/>
                  <a:gd name="T25" fmla="*/ 2966 h 706"/>
                  <a:gd name="T26" fmla="*/ 369 w 367"/>
                  <a:gd name="T27" fmla="*/ 2494 h 706"/>
                  <a:gd name="T28" fmla="*/ 0 w 367"/>
                  <a:gd name="T29" fmla="*/ 2427 h 706"/>
                  <a:gd name="T30" fmla="*/ 82 w 367"/>
                  <a:gd name="T31" fmla="*/ 2360 h 706"/>
                  <a:gd name="T32" fmla="*/ 68 w 367"/>
                  <a:gd name="T33" fmla="*/ 2269 h 706"/>
                  <a:gd name="T34" fmla="*/ 388 w 367"/>
                  <a:gd name="T35" fmla="*/ 2462 h 706"/>
                  <a:gd name="T36" fmla="*/ 1830 w 367"/>
                  <a:gd name="T37" fmla="*/ 3677 h 706"/>
                  <a:gd name="T38" fmla="*/ 2131 w 367"/>
                  <a:gd name="T39" fmla="*/ 2833 h 706"/>
                  <a:gd name="T40" fmla="*/ 2088 w 367"/>
                  <a:gd name="T41" fmla="*/ 2623 h 706"/>
                  <a:gd name="T42" fmla="*/ 2015 w 367"/>
                  <a:gd name="T43" fmla="*/ 2040 h 706"/>
                  <a:gd name="T44" fmla="*/ 1620 w 367"/>
                  <a:gd name="T45" fmla="*/ 548 h 706"/>
                  <a:gd name="T46" fmla="*/ 1464 w 367"/>
                  <a:gd name="T47" fmla="*/ 341 h 706"/>
                  <a:gd name="T48" fmla="*/ 1689 w 367"/>
                  <a:gd name="T49" fmla="*/ 461 h 706"/>
                  <a:gd name="T50" fmla="*/ 1878 w 367"/>
                  <a:gd name="T51" fmla="*/ 82 h 706"/>
                  <a:gd name="T52" fmla="*/ 1822 w 367"/>
                  <a:gd name="T53" fmla="*/ 335 h 706"/>
                  <a:gd name="T54" fmla="*/ 1878 w 367"/>
                  <a:gd name="T55" fmla="*/ 851 h 706"/>
                  <a:gd name="T56" fmla="*/ 2047 w 367"/>
                  <a:gd name="T57" fmla="*/ 1366 h 706"/>
                  <a:gd name="T58" fmla="*/ 2270 w 367"/>
                  <a:gd name="T59" fmla="*/ 2683 h 706"/>
                  <a:gd name="T60" fmla="*/ 2707 w 367"/>
                  <a:gd name="T61" fmla="*/ 2781 h 706"/>
                  <a:gd name="T62" fmla="*/ 2715 w 367"/>
                  <a:gd name="T63" fmla="*/ 2769 h 706"/>
                  <a:gd name="T64" fmla="*/ 3261 w 367"/>
                  <a:gd name="T65" fmla="*/ 2394 h 706"/>
                  <a:gd name="T66" fmla="*/ 3619 w 367"/>
                  <a:gd name="T67" fmla="*/ 2102 h 70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7" h="706">
                    <a:moveTo>
                      <a:pt x="364" y="214"/>
                    </a:moveTo>
                    <a:cubicBezTo>
                      <a:pt x="364" y="213"/>
                      <a:pt x="365" y="213"/>
                      <a:pt x="365" y="213"/>
                    </a:cubicBezTo>
                    <a:cubicBezTo>
                      <a:pt x="365" y="213"/>
                      <a:pt x="366" y="212"/>
                      <a:pt x="366" y="212"/>
                    </a:cubicBezTo>
                    <a:cubicBezTo>
                      <a:pt x="366" y="212"/>
                      <a:pt x="366" y="212"/>
                      <a:pt x="366" y="213"/>
                    </a:cubicBezTo>
                    <a:cubicBezTo>
                      <a:pt x="366" y="213"/>
                      <a:pt x="366" y="213"/>
                      <a:pt x="366" y="214"/>
                    </a:cubicBezTo>
                    <a:cubicBezTo>
                      <a:pt x="364" y="227"/>
                      <a:pt x="352" y="237"/>
                      <a:pt x="345" y="241"/>
                    </a:cubicBezTo>
                    <a:cubicBezTo>
                      <a:pt x="345" y="241"/>
                      <a:pt x="342" y="242"/>
                      <a:pt x="342" y="242"/>
                    </a:cubicBezTo>
                    <a:cubicBezTo>
                      <a:pt x="333" y="246"/>
                      <a:pt x="310" y="255"/>
                      <a:pt x="297" y="287"/>
                    </a:cubicBezTo>
                    <a:cubicBezTo>
                      <a:pt x="297" y="287"/>
                      <a:pt x="297" y="287"/>
                      <a:pt x="297" y="287"/>
                    </a:cubicBezTo>
                    <a:cubicBezTo>
                      <a:pt x="293" y="295"/>
                      <a:pt x="290" y="311"/>
                      <a:pt x="290" y="327"/>
                    </a:cubicBezTo>
                    <a:cubicBezTo>
                      <a:pt x="290" y="338"/>
                      <a:pt x="291" y="350"/>
                      <a:pt x="295" y="358"/>
                    </a:cubicBezTo>
                    <a:cubicBezTo>
                      <a:pt x="300" y="369"/>
                      <a:pt x="310" y="383"/>
                      <a:pt x="320" y="397"/>
                    </a:cubicBezTo>
                    <a:cubicBezTo>
                      <a:pt x="329" y="409"/>
                      <a:pt x="338" y="421"/>
                      <a:pt x="344" y="432"/>
                    </a:cubicBezTo>
                    <a:cubicBezTo>
                      <a:pt x="358" y="456"/>
                      <a:pt x="367" y="471"/>
                      <a:pt x="367" y="540"/>
                    </a:cubicBezTo>
                    <a:cubicBezTo>
                      <a:pt x="367" y="603"/>
                      <a:pt x="362" y="660"/>
                      <a:pt x="354" y="686"/>
                    </a:cubicBezTo>
                    <a:cubicBezTo>
                      <a:pt x="351" y="699"/>
                      <a:pt x="314" y="699"/>
                      <a:pt x="285" y="699"/>
                    </a:cubicBezTo>
                    <a:cubicBezTo>
                      <a:pt x="272" y="699"/>
                      <a:pt x="258" y="700"/>
                      <a:pt x="246" y="700"/>
                    </a:cubicBezTo>
                    <a:cubicBezTo>
                      <a:pt x="182" y="706"/>
                      <a:pt x="140" y="701"/>
                      <a:pt x="123" y="685"/>
                    </a:cubicBezTo>
                    <a:cubicBezTo>
                      <a:pt x="118" y="680"/>
                      <a:pt x="115" y="674"/>
                      <a:pt x="115" y="667"/>
                    </a:cubicBezTo>
                    <a:cubicBezTo>
                      <a:pt x="114" y="622"/>
                      <a:pt x="118" y="580"/>
                      <a:pt x="129" y="522"/>
                    </a:cubicBezTo>
                    <a:cubicBezTo>
                      <a:pt x="138" y="472"/>
                      <a:pt x="136" y="423"/>
                      <a:pt x="129" y="397"/>
                    </a:cubicBezTo>
                    <a:cubicBezTo>
                      <a:pt x="126" y="382"/>
                      <a:pt x="117" y="369"/>
                      <a:pt x="108" y="356"/>
                    </a:cubicBezTo>
                    <a:cubicBezTo>
                      <a:pt x="101" y="346"/>
                      <a:pt x="95" y="337"/>
                      <a:pt x="88" y="325"/>
                    </a:cubicBezTo>
                    <a:cubicBezTo>
                      <a:pt x="88" y="324"/>
                      <a:pt x="88" y="324"/>
                      <a:pt x="88" y="324"/>
                    </a:cubicBezTo>
                    <a:cubicBezTo>
                      <a:pt x="88" y="324"/>
                      <a:pt x="88" y="324"/>
                      <a:pt x="88" y="324"/>
                    </a:cubicBezTo>
                    <a:cubicBezTo>
                      <a:pt x="83" y="317"/>
                      <a:pt x="81" y="310"/>
                      <a:pt x="78" y="302"/>
                    </a:cubicBezTo>
                    <a:cubicBezTo>
                      <a:pt x="76" y="296"/>
                      <a:pt x="74" y="290"/>
                      <a:pt x="72" y="284"/>
                    </a:cubicBezTo>
                    <a:cubicBezTo>
                      <a:pt x="64" y="270"/>
                      <a:pt x="50" y="262"/>
                      <a:pt x="37" y="254"/>
                    </a:cubicBezTo>
                    <a:cubicBezTo>
                      <a:pt x="38" y="254"/>
                      <a:pt x="38" y="254"/>
                      <a:pt x="38" y="254"/>
                    </a:cubicBezTo>
                    <a:cubicBezTo>
                      <a:pt x="29" y="248"/>
                      <a:pt x="15" y="244"/>
                      <a:pt x="0" y="247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5" y="245"/>
                      <a:pt x="7" y="242"/>
                      <a:pt x="8" y="240"/>
                    </a:cubicBezTo>
                    <a:cubicBezTo>
                      <a:pt x="8" y="239"/>
                      <a:pt x="8" y="238"/>
                      <a:pt x="8" y="237"/>
                    </a:cubicBezTo>
                    <a:cubicBezTo>
                      <a:pt x="8" y="235"/>
                      <a:pt x="8" y="233"/>
                      <a:pt x="7" y="231"/>
                    </a:cubicBezTo>
                    <a:cubicBezTo>
                      <a:pt x="13" y="237"/>
                      <a:pt x="21" y="241"/>
                      <a:pt x="29" y="245"/>
                    </a:cubicBezTo>
                    <a:cubicBezTo>
                      <a:pt x="39" y="251"/>
                      <a:pt x="39" y="251"/>
                      <a:pt x="39" y="251"/>
                    </a:cubicBezTo>
                    <a:cubicBezTo>
                      <a:pt x="53" y="259"/>
                      <a:pt x="67" y="267"/>
                      <a:pt x="75" y="282"/>
                    </a:cubicBezTo>
                    <a:cubicBezTo>
                      <a:pt x="90" y="314"/>
                      <a:pt x="145" y="383"/>
                      <a:pt x="184" y="374"/>
                    </a:cubicBezTo>
                    <a:cubicBezTo>
                      <a:pt x="201" y="369"/>
                      <a:pt x="218" y="356"/>
                      <a:pt x="218" y="321"/>
                    </a:cubicBezTo>
                    <a:cubicBezTo>
                      <a:pt x="218" y="312"/>
                      <a:pt x="217" y="301"/>
                      <a:pt x="214" y="288"/>
                    </a:cubicBezTo>
                    <a:cubicBezTo>
                      <a:pt x="213" y="286"/>
                      <a:pt x="213" y="286"/>
                      <a:pt x="213" y="286"/>
                    </a:cubicBezTo>
                    <a:cubicBezTo>
                      <a:pt x="210" y="267"/>
                      <a:pt x="210" y="267"/>
                      <a:pt x="210" y="267"/>
                    </a:cubicBezTo>
                    <a:cubicBezTo>
                      <a:pt x="209" y="256"/>
                      <a:pt x="207" y="245"/>
                      <a:pt x="206" y="234"/>
                    </a:cubicBezTo>
                    <a:cubicBezTo>
                      <a:pt x="203" y="208"/>
                      <a:pt x="203" y="208"/>
                      <a:pt x="203" y="208"/>
                    </a:cubicBezTo>
                    <a:cubicBezTo>
                      <a:pt x="202" y="189"/>
                      <a:pt x="200" y="170"/>
                      <a:pt x="199" y="151"/>
                    </a:cubicBezTo>
                    <a:cubicBezTo>
                      <a:pt x="197" y="120"/>
                      <a:pt x="186" y="78"/>
                      <a:pt x="163" y="56"/>
                    </a:cubicBezTo>
                    <a:cubicBezTo>
                      <a:pt x="146" y="39"/>
                      <a:pt x="127" y="21"/>
                      <a:pt x="113" y="0"/>
                    </a:cubicBezTo>
                    <a:cubicBezTo>
                      <a:pt x="123" y="13"/>
                      <a:pt x="135" y="24"/>
                      <a:pt x="147" y="35"/>
                    </a:cubicBezTo>
                    <a:cubicBezTo>
                      <a:pt x="157" y="45"/>
                      <a:pt x="157" y="45"/>
                      <a:pt x="157" y="45"/>
                    </a:cubicBezTo>
                    <a:cubicBezTo>
                      <a:pt x="160" y="48"/>
                      <a:pt x="165" y="49"/>
                      <a:pt x="170" y="47"/>
                    </a:cubicBezTo>
                    <a:cubicBezTo>
                      <a:pt x="175" y="46"/>
                      <a:pt x="178" y="42"/>
                      <a:pt x="178" y="38"/>
                    </a:cubicBezTo>
                    <a:cubicBezTo>
                      <a:pt x="180" y="26"/>
                      <a:pt x="184" y="16"/>
                      <a:pt x="189" y="8"/>
                    </a:cubicBezTo>
                    <a:cubicBezTo>
                      <a:pt x="186" y="16"/>
                      <a:pt x="185" y="24"/>
                      <a:pt x="183" y="31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2" y="39"/>
                      <a:pt x="181" y="44"/>
                      <a:pt x="181" y="48"/>
                    </a:cubicBezTo>
                    <a:cubicBezTo>
                      <a:pt x="181" y="67"/>
                      <a:pt x="188" y="85"/>
                      <a:pt x="189" y="87"/>
                    </a:cubicBezTo>
                    <a:cubicBezTo>
                      <a:pt x="189" y="87"/>
                      <a:pt x="192" y="92"/>
                      <a:pt x="192" y="92"/>
                    </a:cubicBezTo>
                    <a:cubicBezTo>
                      <a:pt x="197" y="103"/>
                      <a:pt x="204" y="120"/>
                      <a:pt x="206" y="139"/>
                    </a:cubicBezTo>
                    <a:cubicBezTo>
                      <a:pt x="209" y="160"/>
                      <a:pt x="226" y="261"/>
                      <a:pt x="228" y="273"/>
                    </a:cubicBezTo>
                    <a:cubicBezTo>
                      <a:pt x="228" y="273"/>
                      <a:pt x="228" y="273"/>
                      <a:pt x="228" y="273"/>
                    </a:cubicBezTo>
                    <a:cubicBezTo>
                      <a:pt x="232" y="292"/>
                      <a:pt x="243" y="296"/>
                      <a:pt x="248" y="297"/>
                    </a:cubicBezTo>
                    <a:cubicBezTo>
                      <a:pt x="257" y="299"/>
                      <a:pt x="267" y="293"/>
                      <a:pt x="272" y="283"/>
                    </a:cubicBezTo>
                    <a:cubicBezTo>
                      <a:pt x="273" y="283"/>
                      <a:pt x="273" y="283"/>
                      <a:pt x="273" y="283"/>
                    </a:cubicBezTo>
                    <a:cubicBezTo>
                      <a:pt x="273" y="282"/>
                      <a:pt x="273" y="282"/>
                      <a:pt x="273" y="282"/>
                    </a:cubicBezTo>
                    <a:cubicBezTo>
                      <a:pt x="282" y="258"/>
                      <a:pt x="304" y="252"/>
                      <a:pt x="320" y="247"/>
                    </a:cubicBezTo>
                    <a:cubicBezTo>
                      <a:pt x="328" y="244"/>
                      <a:pt x="328" y="244"/>
                      <a:pt x="328" y="244"/>
                    </a:cubicBezTo>
                    <a:cubicBezTo>
                      <a:pt x="331" y="244"/>
                      <a:pt x="331" y="244"/>
                      <a:pt x="331" y="244"/>
                    </a:cubicBezTo>
                    <a:cubicBezTo>
                      <a:pt x="345" y="238"/>
                      <a:pt x="362" y="228"/>
                      <a:pt x="364" y="214"/>
                    </a:cubicBez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3" name="Freeform 664">
                <a:extLst>
                  <a:ext uri="{FF2B5EF4-FFF2-40B4-BE49-F238E27FC236}">
                    <a16:creationId xmlns:a16="http://schemas.microsoft.com/office/drawing/2014/main" id="{AFDACC20-47B0-4B6F-812A-A834A51C6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620"/>
                <a:ext cx="496" cy="295"/>
              </a:xfrm>
              <a:custGeom>
                <a:avLst/>
                <a:gdLst>
                  <a:gd name="T0" fmla="*/ 1027 w 313"/>
                  <a:gd name="T1" fmla="*/ 428 h 187"/>
                  <a:gd name="T2" fmla="*/ 442 w 313"/>
                  <a:gd name="T3" fmla="*/ 945 h 187"/>
                  <a:gd name="T4" fmla="*/ 206 w 313"/>
                  <a:gd name="T5" fmla="*/ 1167 h 187"/>
                  <a:gd name="T6" fmla="*/ 0 w 313"/>
                  <a:gd name="T7" fmla="*/ 1491 h 187"/>
                  <a:gd name="T8" fmla="*/ 13 w 313"/>
                  <a:gd name="T9" fmla="*/ 1576 h 187"/>
                  <a:gd name="T10" fmla="*/ 661 w 313"/>
                  <a:gd name="T11" fmla="*/ 1789 h 187"/>
                  <a:gd name="T12" fmla="*/ 971 w 313"/>
                  <a:gd name="T13" fmla="*/ 1789 h 187"/>
                  <a:gd name="T14" fmla="*/ 1250 w 313"/>
                  <a:gd name="T15" fmla="*/ 1794 h 187"/>
                  <a:gd name="T16" fmla="*/ 2104 w 313"/>
                  <a:gd name="T17" fmla="*/ 1779 h 187"/>
                  <a:gd name="T18" fmla="*/ 3076 w 313"/>
                  <a:gd name="T19" fmla="*/ 1122 h 187"/>
                  <a:gd name="T20" fmla="*/ 3117 w 313"/>
                  <a:gd name="T21" fmla="*/ 934 h 187"/>
                  <a:gd name="T22" fmla="*/ 2258 w 313"/>
                  <a:gd name="T23" fmla="*/ 292 h 187"/>
                  <a:gd name="T24" fmla="*/ 1060 w 313"/>
                  <a:gd name="T25" fmla="*/ 409 h 187"/>
                  <a:gd name="T26" fmla="*/ 1027 w 313"/>
                  <a:gd name="T27" fmla="*/ 428 h 1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3" h="187">
                    <a:moveTo>
                      <a:pt x="103" y="44"/>
                    </a:moveTo>
                    <a:cubicBezTo>
                      <a:pt x="83" y="57"/>
                      <a:pt x="62" y="79"/>
                      <a:pt x="44" y="97"/>
                    </a:cubicBezTo>
                    <a:cubicBezTo>
                      <a:pt x="35" y="106"/>
                      <a:pt x="27" y="114"/>
                      <a:pt x="21" y="119"/>
                    </a:cubicBezTo>
                    <a:cubicBezTo>
                      <a:pt x="5" y="133"/>
                      <a:pt x="0" y="145"/>
                      <a:pt x="0" y="153"/>
                    </a:cubicBezTo>
                    <a:cubicBezTo>
                      <a:pt x="0" y="156"/>
                      <a:pt x="0" y="159"/>
                      <a:pt x="1" y="161"/>
                    </a:cubicBezTo>
                    <a:cubicBezTo>
                      <a:pt x="10" y="183"/>
                      <a:pt x="33" y="183"/>
                      <a:pt x="66" y="183"/>
                    </a:cubicBezTo>
                    <a:cubicBezTo>
                      <a:pt x="97" y="183"/>
                      <a:pt x="97" y="183"/>
                      <a:pt x="97" y="183"/>
                    </a:cubicBezTo>
                    <a:cubicBezTo>
                      <a:pt x="125" y="184"/>
                      <a:pt x="125" y="184"/>
                      <a:pt x="125" y="184"/>
                    </a:cubicBezTo>
                    <a:cubicBezTo>
                      <a:pt x="161" y="186"/>
                      <a:pt x="189" y="187"/>
                      <a:pt x="211" y="182"/>
                    </a:cubicBezTo>
                    <a:cubicBezTo>
                      <a:pt x="239" y="175"/>
                      <a:pt x="292" y="137"/>
                      <a:pt x="308" y="115"/>
                    </a:cubicBezTo>
                    <a:cubicBezTo>
                      <a:pt x="312" y="109"/>
                      <a:pt x="313" y="102"/>
                      <a:pt x="312" y="96"/>
                    </a:cubicBezTo>
                    <a:cubicBezTo>
                      <a:pt x="307" y="75"/>
                      <a:pt x="275" y="55"/>
                      <a:pt x="226" y="30"/>
                    </a:cubicBezTo>
                    <a:cubicBezTo>
                      <a:pt x="168" y="0"/>
                      <a:pt x="135" y="22"/>
                      <a:pt x="106" y="42"/>
                    </a:cubicBezTo>
                    <a:lnTo>
                      <a:pt x="103" y="44"/>
                    </a:ln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4" name="Freeform 665">
                <a:extLst>
                  <a:ext uri="{FF2B5EF4-FFF2-40B4-BE49-F238E27FC236}">
                    <a16:creationId xmlns:a16="http://schemas.microsoft.com/office/drawing/2014/main" id="{B722D974-FB9E-446C-9C2E-ADC69BAEA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647"/>
                <a:ext cx="453" cy="246"/>
              </a:xfrm>
              <a:custGeom>
                <a:avLst/>
                <a:gdLst>
                  <a:gd name="T0" fmla="*/ 1006 w 286"/>
                  <a:gd name="T1" fmla="*/ 358 h 156"/>
                  <a:gd name="T2" fmla="*/ 2050 w 286"/>
                  <a:gd name="T3" fmla="*/ 255 h 156"/>
                  <a:gd name="T4" fmla="*/ 2837 w 286"/>
                  <a:gd name="T5" fmla="*/ 796 h 156"/>
                  <a:gd name="T6" fmla="*/ 2823 w 286"/>
                  <a:gd name="T7" fmla="*/ 867 h 156"/>
                  <a:gd name="T8" fmla="*/ 1932 w 286"/>
                  <a:gd name="T9" fmla="*/ 1470 h 156"/>
                  <a:gd name="T10" fmla="*/ 1129 w 286"/>
                  <a:gd name="T11" fmla="*/ 1490 h 156"/>
                  <a:gd name="T12" fmla="*/ 851 w 286"/>
                  <a:gd name="T13" fmla="*/ 1482 h 156"/>
                  <a:gd name="T14" fmla="*/ 529 w 286"/>
                  <a:gd name="T15" fmla="*/ 1470 h 156"/>
                  <a:gd name="T16" fmla="*/ 21 w 286"/>
                  <a:gd name="T17" fmla="*/ 1353 h 156"/>
                  <a:gd name="T18" fmla="*/ 21 w 286"/>
                  <a:gd name="T19" fmla="*/ 1353 h 156"/>
                  <a:gd name="T20" fmla="*/ 184 w 286"/>
                  <a:gd name="T21" fmla="*/ 1102 h 156"/>
                  <a:gd name="T22" fmla="*/ 409 w 286"/>
                  <a:gd name="T23" fmla="*/ 878 h 156"/>
                  <a:gd name="T24" fmla="*/ 979 w 286"/>
                  <a:gd name="T25" fmla="*/ 385 h 156"/>
                  <a:gd name="T26" fmla="*/ 1006 w 286"/>
                  <a:gd name="T27" fmla="*/ 358 h 15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6" h="156">
                    <a:moveTo>
                      <a:pt x="101" y="37"/>
                    </a:moveTo>
                    <a:cubicBezTo>
                      <a:pt x="129" y="18"/>
                      <a:pt x="156" y="0"/>
                      <a:pt x="206" y="26"/>
                    </a:cubicBezTo>
                    <a:cubicBezTo>
                      <a:pt x="229" y="37"/>
                      <a:pt x="281" y="64"/>
                      <a:pt x="285" y="82"/>
                    </a:cubicBezTo>
                    <a:cubicBezTo>
                      <a:pt x="286" y="85"/>
                      <a:pt x="285" y="87"/>
                      <a:pt x="283" y="89"/>
                    </a:cubicBezTo>
                    <a:cubicBezTo>
                      <a:pt x="269" y="108"/>
                      <a:pt x="219" y="145"/>
                      <a:pt x="194" y="151"/>
                    </a:cubicBezTo>
                    <a:cubicBezTo>
                      <a:pt x="175" y="156"/>
                      <a:pt x="148" y="154"/>
                      <a:pt x="113" y="153"/>
                    </a:cubicBezTo>
                    <a:cubicBezTo>
                      <a:pt x="85" y="152"/>
                      <a:pt x="85" y="152"/>
                      <a:pt x="85" y="152"/>
                    </a:cubicBezTo>
                    <a:cubicBezTo>
                      <a:pt x="53" y="151"/>
                      <a:pt x="53" y="151"/>
                      <a:pt x="53" y="151"/>
                    </a:cubicBezTo>
                    <a:cubicBezTo>
                      <a:pt x="22" y="151"/>
                      <a:pt x="6" y="151"/>
                      <a:pt x="2" y="139"/>
                    </a:cubicBezTo>
                    <a:cubicBezTo>
                      <a:pt x="2" y="139"/>
                      <a:pt x="2" y="139"/>
                      <a:pt x="2" y="139"/>
                    </a:cubicBezTo>
                    <a:cubicBezTo>
                      <a:pt x="0" y="134"/>
                      <a:pt x="3" y="126"/>
                      <a:pt x="18" y="113"/>
                    </a:cubicBezTo>
                    <a:cubicBezTo>
                      <a:pt x="24" y="108"/>
                      <a:pt x="32" y="100"/>
                      <a:pt x="41" y="90"/>
                    </a:cubicBezTo>
                    <a:cubicBezTo>
                      <a:pt x="58" y="73"/>
                      <a:pt x="80" y="51"/>
                      <a:pt x="98" y="39"/>
                    </a:cubicBezTo>
                    <a:lnTo>
                      <a:pt x="101" y="37"/>
                    </a:lnTo>
                    <a:close/>
                  </a:path>
                </a:pathLst>
              </a:custGeom>
              <a:solidFill>
                <a:srgbClr val="907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5" name="Freeform 666">
                <a:extLst>
                  <a:ext uri="{FF2B5EF4-FFF2-40B4-BE49-F238E27FC236}">
                    <a16:creationId xmlns:a16="http://schemas.microsoft.com/office/drawing/2014/main" id="{3AC99733-86A6-4B99-997C-7C9D641EB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383"/>
                <a:ext cx="122" cy="79"/>
              </a:xfrm>
              <a:custGeom>
                <a:avLst/>
                <a:gdLst>
                  <a:gd name="T0" fmla="*/ 0 w 77"/>
                  <a:gd name="T1" fmla="*/ 0 h 50"/>
                  <a:gd name="T2" fmla="*/ 444 w 77"/>
                  <a:gd name="T3" fmla="*/ 319 h 50"/>
                  <a:gd name="T4" fmla="*/ 768 w 77"/>
                  <a:gd name="T5" fmla="*/ 224 h 50"/>
                  <a:gd name="T6" fmla="*/ 130 w 77"/>
                  <a:gd name="T7" fmla="*/ 324 h 50"/>
                  <a:gd name="T8" fmla="*/ 0 w 77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0">
                    <a:moveTo>
                      <a:pt x="0" y="0"/>
                    </a:moveTo>
                    <a:cubicBezTo>
                      <a:pt x="10" y="29"/>
                      <a:pt x="27" y="35"/>
                      <a:pt x="45" y="32"/>
                    </a:cubicBezTo>
                    <a:cubicBezTo>
                      <a:pt x="63" y="28"/>
                      <a:pt x="77" y="23"/>
                      <a:pt x="77" y="23"/>
                    </a:cubicBezTo>
                    <a:cubicBezTo>
                      <a:pt x="51" y="44"/>
                      <a:pt x="25" y="50"/>
                      <a:pt x="13" y="33"/>
                    </a:cubicBezTo>
                    <a:cubicBezTo>
                      <a:pt x="1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6" name="Freeform 667">
                <a:extLst>
                  <a:ext uri="{FF2B5EF4-FFF2-40B4-BE49-F238E27FC236}">
                    <a16:creationId xmlns:a16="http://schemas.microsoft.com/office/drawing/2014/main" id="{A8EA1286-6A53-483E-8F2F-C4DC7B63F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234"/>
                <a:ext cx="68" cy="59"/>
              </a:xfrm>
              <a:custGeom>
                <a:avLst/>
                <a:gdLst>
                  <a:gd name="T0" fmla="*/ 0 w 43"/>
                  <a:gd name="T1" fmla="*/ 185 h 37"/>
                  <a:gd name="T2" fmla="*/ 375 w 43"/>
                  <a:gd name="T3" fmla="*/ 41 h 37"/>
                  <a:gd name="T4" fmla="*/ 375 w 43"/>
                  <a:gd name="T5" fmla="*/ 381 h 37"/>
                  <a:gd name="T6" fmla="*/ 176 w 43"/>
                  <a:gd name="T7" fmla="*/ 21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7">
                    <a:moveTo>
                      <a:pt x="0" y="18"/>
                    </a:moveTo>
                    <a:cubicBezTo>
                      <a:pt x="10" y="21"/>
                      <a:pt x="31" y="0"/>
                      <a:pt x="38" y="4"/>
                    </a:cubicBezTo>
                    <a:cubicBezTo>
                      <a:pt x="43" y="7"/>
                      <a:pt x="38" y="31"/>
                      <a:pt x="38" y="37"/>
                    </a:cubicBezTo>
                    <a:cubicBezTo>
                      <a:pt x="36" y="27"/>
                      <a:pt x="26" y="23"/>
                      <a:pt x="18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7" name="Freeform 668">
                <a:extLst>
                  <a:ext uri="{FF2B5EF4-FFF2-40B4-BE49-F238E27FC236}">
                    <a16:creationId xmlns:a16="http://schemas.microsoft.com/office/drawing/2014/main" id="{5DFCF675-9B20-485E-985E-6FF9862A5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874"/>
                <a:ext cx="45" cy="62"/>
              </a:xfrm>
              <a:custGeom>
                <a:avLst/>
                <a:gdLst>
                  <a:gd name="T0" fmla="*/ 299 w 28"/>
                  <a:gd name="T1" fmla="*/ 0 h 39"/>
                  <a:gd name="T2" fmla="*/ 0 w 28"/>
                  <a:gd name="T3" fmla="*/ 240 h 39"/>
                  <a:gd name="T4" fmla="*/ 299 w 28"/>
                  <a:gd name="T5" fmla="*/ 397 h 39"/>
                  <a:gd name="T6" fmla="*/ 299 w 28"/>
                  <a:gd name="T7" fmla="*/ 132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9">
                    <a:moveTo>
                      <a:pt x="28" y="0"/>
                    </a:moveTo>
                    <a:cubicBezTo>
                      <a:pt x="28" y="13"/>
                      <a:pt x="6" y="15"/>
                      <a:pt x="0" y="24"/>
                    </a:cubicBezTo>
                    <a:cubicBezTo>
                      <a:pt x="5" y="31"/>
                      <a:pt x="20" y="34"/>
                      <a:pt x="28" y="39"/>
                    </a:cubicBezTo>
                    <a:cubicBezTo>
                      <a:pt x="26" y="30"/>
                      <a:pt x="16" y="21"/>
                      <a:pt x="2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8" name="Freeform 669">
                <a:extLst>
                  <a:ext uri="{FF2B5EF4-FFF2-40B4-BE49-F238E27FC236}">
                    <a16:creationId xmlns:a16="http://schemas.microsoft.com/office/drawing/2014/main" id="{C8F9852B-986C-4C1F-9F84-4C529E068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691"/>
                <a:ext cx="78" cy="76"/>
              </a:xfrm>
              <a:custGeom>
                <a:avLst/>
                <a:gdLst>
                  <a:gd name="T0" fmla="*/ 468 w 49"/>
                  <a:gd name="T1" fmla="*/ 0 h 48"/>
                  <a:gd name="T2" fmla="*/ 33 w 49"/>
                  <a:gd name="T3" fmla="*/ 347 h 48"/>
                  <a:gd name="T4" fmla="*/ 326 w 49"/>
                  <a:gd name="T5" fmla="*/ 388 h 48"/>
                  <a:gd name="T6" fmla="*/ 500 w 49"/>
                  <a:gd name="T7" fmla="*/ 477 h 48"/>
                  <a:gd name="T8" fmla="*/ 307 w 49"/>
                  <a:gd name="T9" fmla="*/ 301 h 48"/>
                  <a:gd name="T10" fmla="*/ 468 w 49"/>
                  <a:gd name="T11" fmla="*/ 13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8">
                    <a:moveTo>
                      <a:pt x="46" y="0"/>
                    </a:moveTo>
                    <a:cubicBezTo>
                      <a:pt x="38" y="9"/>
                      <a:pt x="0" y="22"/>
                      <a:pt x="3" y="35"/>
                    </a:cubicBezTo>
                    <a:cubicBezTo>
                      <a:pt x="13" y="37"/>
                      <a:pt x="22" y="35"/>
                      <a:pt x="32" y="39"/>
                    </a:cubicBezTo>
                    <a:cubicBezTo>
                      <a:pt x="38" y="41"/>
                      <a:pt x="44" y="45"/>
                      <a:pt x="49" y="48"/>
                    </a:cubicBezTo>
                    <a:cubicBezTo>
                      <a:pt x="44" y="44"/>
                      <a:pt x="32" y="37"/>
                      <a:pt x="30" y="30"/>
                    </a:cubicBezTo>
                    <a:cubicBezTo>
                      <a:pt x="27" y="20"/>
                      <a:pt x="40" y="9"/>
                      <a:pt x="4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9" name="Freeform 670">
                <a:extLst>
                  <a:ext uri="{FF2B5EF4-FFF2-40B4-BE49-F238E27FC236}">
                    <a16:creationId xmlns:a16="http://schemas.microsoft.com/office/drawing/2014/main" id="{A2572C87-FDC9-4ECD-8472-20848361B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895"/>
                <a:ext cx="67" cy="74"/>
              </a:xfrm>
              <a:custGeom>
                <a:avLst/>
                <a:gdLst>
                  <a:gd name="T0" fmla="*/ 196 w 42"/>
                  <a:gd name="T1" fmla="*/ 0 h 47"/>
                  <a:gd name="T2" fmla="*/ 0 w 42"/>
                  <a:gd name="T3" fmla="*/ 354 h 47"/>
                  <a:gd name="T4" fmla="*/ 349 w 42"/>
                  <a:gd name="T5" fmla="*/ 375 h 47"/>
                  <a:gd name="T6" fmla="*/ 436 w 42"/>
                  <a:gd name="T7" fmla="*/ 121 h 47"/>
                  <a:gd name="T8" fmla="*/ 265 w 42"/>
                  <a:gd name="T9" fmla="*/ 6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7">
                    <a:moveTo>
                      <a:pt x="19" y="0"/>
                    </a:moveTo>
                    <a:cubicBezTo>
                      <a:pt x="20" y="14"/>
                      <a:pt x="12" y="29"/>
                      <a:pt x="0" y="37"/>
                    </a:cubicBezTo>
                    <a:cubicBezTo>
                      <a:pt x="5" y="47"/>
                      <a:pt x="24" y="34"/>
                      <a:pt x="34" y="39"/>
                    </a:cubicBezTo>
                    <a:cubicBezTo>
                      <a:pt x="25" y="29"/>
                      <a:pt x="32" y="18"/>
                      <a:pt x="42" y="13"/>
                    </a:cubicBezTo>
                    <a:cubicBezTo>
                      <a:pt x="37" y="10"/>
                      <a:pt x="30" y="11"/>
                      <a:pt x="2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0" name="Freeform 671">
                <a:extLst>
                  <a:ext uri="{FF2B5EF4-FFF2-40B4-BE49-F238E27FC236}">
                    <a16:creationId xmlns:a16="http://schemas.microsoft.com/office/drawing/2014/main" id="{3937450B-5667-44C4-8449-8CD3DD14C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746"/>
                <a:ext cx="51" cy="62"/>
              </a:xfrm>
              <a:custGeom>
                <a:avLst/>
                <a:gdLst>
                  <a:gd name="T0" fmla="*/ 0 w 32"/>
                  <a:gd name="T1" fmla="*/ 13 h 39"/>
                  <a:gd name="T2" fmla="*/ 185 w 32"/>
                  <a:gd name="T3" fmla="*/ 397 h 39"/>
                  <a:gd name="T4" fmla="*/ 328 w 32"/>
                  <a:gd name="T5" fmla="*/ 293 h 39"/>
                  <a:gd name="T6" fmla="*/ 73 w 32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9">
                    <a:moveTo>
                      <a:pt x="0" y="1"/>
                    </a:moveTo>
                    <a:cubicBezTo>
                      <a:pt x="12" y="8"/>
                      <a:pt x="14" y="27"/>
                      <a:pt x="18" y="39"/>
                    </a:cubicBezTo>
                    <a:cubicBezTo>
                      <a:pt x="24" y="37"/>
                      <a:pt x="27" y="32"/>
                      <a:pt x="32" y="29"/>
                    </a:cubicBezTo>
                    <a:cubicBezTo>
                      <a:pt x="17" y="24"/>
                      <a:pt x="20" y="4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1" name="Freeform 672">
                <a:extLst>
                  <a:ext uri="{FF2B5EF4-FFF2-40B4-BE49-F238E27FC236}">
                    <a16:creationId xmlns:a16="http://schemas.microsoft.com/office/drawing/2014/main" id="{BEDF3918-BF8B-4415-BD47-6A5067122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906"/>
                <a:ext cx="37" cy="47"/>
              </a:xfrm>
              <a:custGeom>
                <a:avLst/>
                <a:gdLst>
                  <a:gd name="T0" fmla="*/ 212 w 23"/>
                  <a:gd name="T1" fmla="*/ 0 h 30"/>
                  <a:gd name="T2" fmla="*/ 55 w 23"/>
                  <a:gd name="T3" fmla="*/ 285 h 30"/>
                  <a:gd name="T4" fmla="*/ 251 w 23"/>
                  <a:gd name="T5" fmla="*/ 6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0">
                    <a:moveTo>
                      <a:pt x="20" y="0"/>
                    </a:moveTo>
                    <a:cubicBezTo>
                      <a:pt x="18" y="10"/>
                      <a:pt x="0" y="18"/>
                      <a:pt x="5" y="30"/>
                    </a:cubicBezTo>
                    <a:cubicBezTo>
                      <a:pt x="13" y="24"/>
                      <a:pt x="14" y="11"/>
                      <a:pt x="2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2" name="Freeform 673">
                <a:extLst>
                  <a:ext uri="{FF2B5EF4-FFF2-40B4-BE49-F238E27FC236}">
                    <a16:creationId xmlns:a16="http://schemas.microsoft.com/office/drawing/2014/main" id="{8BD6A822-9B57-4413-AAC3-544C361A1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471"/>
                <a:ext cx="25" cy="48"/>
              </a:xfrm>
              <a:custGeom>
                <a:avLst/>
                <a:gdLst>
                  <a:gd name="T0" fmla="*/ 31 w 16"/>
                  <a:gd name="T1" fmla="*/ 0 h 30"/>
                  <a:gd name="T2" fmla="*/ 0 w 16"/>
                  <a:gd name="T3" fmla="*/ 315 h 30"/>
                  <a:gd name="T4" fmla="*/ 148 w 16"/>
                  <a:gd name="T5" fmla="*/ 197 h 30"/>
                  <a:gd name="T6" fmla="*/ 103 w 16"/>
                  <a:gd name="T7" fmla="*/ 10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0">
                    <a:moveTo>
                      <a:pt x="3" y="0"/>
                    </a:moveTo>
                    <a:cubicBezTo>
                      <a:pt x="6" y="9"/>
                      <a:pt x="5" y="21"/>
                      <a:pt x="0" y="30"/>
                    </a:cubicBezTo>
                    <a:cubicBezTo>
                      <a:pt x="4" y="25"/>
                      <a:pt x="8" y="18"/>
                      <a:pt x="16" y="19"/>
                    </a:cubicBezTo>
                    <a:cubicBezTo>
                      <a:pt x="11" y="18"/>
                      <a:pt x="11" y="15"/>
                      <a:pt x="1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3" name="Freeform 674">
                <a:extLst>
                  <a:ext uri="{FF2B5EF4-FFF2-40B4-BE49-F238E27FC236}">
                    <a16:creationId xmlns:a16="http://schemas.microsoft.com/office/drawing/2014/main" id="{3CB3F394-2D56-480D-A2D5-C8E309819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433"/>
                <a:ext cx="29" cy="27"/>
              </a:xfrm>
              <a:custGeom>
                <a:avLst/>
                <a:gdLst>
                  <a:gd name="T0" fmla="*/ 0 w 18"/>
                  <a:gd name="T1" fmla="*/ 0 h 17"/>
                  <a:gd name="T2" fmla="*/ 197 w 18"/>
                  <a:gd name="T3" fmla="*/ 40 h 17"/>
                  <a:gd name="T4" fmla="*/ 143 w 18"/>
                  <a:gd name="T5" fmla="*/ 172 h 17"/>
                  <a:gd name="T6" fmla="*/ 102 w 18"/>
                  <a:gd name="T7" fmla="*/ 12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0" y="0"/>
                    </a:moveTo>
                    <a:cubicBezTo>
                      <a:pt x="5" y="5"/>
                      <a:pt x="12" y="8"/>
                      <a:pt x="18" y="4"/>
                    </a:cubicBezTo>
                    <a:cubicBezTo>
                      <a:pt x="15" y="7"/>
                      <a:pt x="13" y="13"/>
                      <a:pt x="13" y="17"/>
                    </a:cubicBezTo>
                    <a:cubicBezTo>
                      <a:pt x="12" y="15"/>
                      <a:pt x="10" y="14"/>
                      <a:pt x="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4" name="Freeform 675">
                <a:extLst>
                  <a:ext uri="{FF2B5EF4-FFF2-40B4-BE49-F238E27FC236}">
                    <a16:creationId xmlns:a16="http://schemas.microsoft.com/office/drawing/2014/main" id="{29D25F92-D501-4915-B0EA-7C925D38C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792"/>
                <a:ext cx="45" cy="58"/>
              </a:xfrm>
              <a:custGeom>
                <a:avLst/>
                <a:gdLst>
                  <a:gd name="T0" fmla="*/ 0 w 28"/>
                  <a:gd name="T1" fmla="*/ 0 h 37"/>
                  <a:gd name="T2" fmla="*/ 95 w 28"/>
                  <a:gd name="T3" fmla="*/ 339 h 37"/>
                  <a:gd name="T4" fmla="*/ 175 w 28"/>
                  <a:gd name="T5" fmla="*/ 252 h 37"/>
                  <a:gd name="T6" fmla="*/ 299 w 28"/>
                  <a:gd name="T7" fmla="*/ 190 h 37"/>
                  <a:gd name="T8" fmla="*/ 95 w 28"/>
                  <a:gd name="T9" fmla="*/ 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7">
                    <a:moveTo>
                      <a:pt x="0" y="0"/>
                    </a:moveTo>
                    <a:cubicBezTo>
                      <a:pt x="4" y="7"/>
                      <a:pt x="0" y="34"/>
                      <a:pt x="9" y="36"/>
                    </a:cubicBezTo>
                    <a:cubicBezTo>
                      <a:pt x="16" y="37"/>
                      <a:pt x="13" y="30"/>
                      <a:pt x="16" y="27"/>
                    </a:cubicBezTo>
                    <a:cubicBezTo>
                      <a:pt x="20" y="23"/>
                      <a:pt x="24" y="21"/>
                      <a:pt x="28" y="20"/>
                    </a:cubicBezTo>
                    <a:cubicBezTo>
                      <a:pt x="20" y="23"/>
                      <a:pt x="14" y="17"/>
                      <a:pt x="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5" name="Freeform 676">
                <a:extLst>
                  <a:ext uri="{FF2B5EF4-FFF2-40B4-BE49-F238E27FC236}">
                    <a16:creationId xmlns:a16="http://schemas.microsoft.com/office/drawing/2014/main" id="{B53BD15D-EEFE-4E0E-892C-382AB4F94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307"/>
                <a:ext cx="29" cy="28"/>
              </a:xfrm>
              <a:custGeom>
                <a:avLst/>
                <a:gdLst>
                  <a:gd name="T0" fmla="*/ 89 w 18"/>
                  <a:gd name="T1" fmla="*/ 0 h 18"/>
                  <a:gd name="T2" fmla="*/ 0 w 18"/>
                  <a:gd name="T3" fmla="*/ 165 h 18"/>
                  <a:gd name="T4" fmla="*/ 197 w 18"/>
                  <a:gd name="T5" fmla="*/ 14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8" y="0"/>
                    </a:moveTo>
                    <a:cubicBezTo>
                      <a:pt x="8" y="7"/>
                      <a:pt x="3" y="12"/>
                      <a:pt x="0" y="18"/>
                    </a:cubicBezTo>
                    <a:cubicBezTo>
                      <a:pt x="6" y="16"/>
                      <a:pt x="12" y="13"/>
                      <a:pt x="18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6" name="Freeform 677">
                <a:extLst>
                  <a:ext uri="{FF2B5EF4-FFF2-40B4-BE49-F238E27FC236}">
                    <a16:creationId xmlns:a16="http://schemas.microsoft.com/office/drawing/2014/main" id="{5BC5CF03-07E5-445C-BAAE-7E475FFA3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109"/>
                <a:ext cx="19" cy="19"/>
              </a:xfrm>
              <a:custGeom>
                <a:avLst/>
                <a:gdLst>
                  <a:gd name="T0" fmla="*/ 0 w 12"/>
                  <a:gd name="T1" fmla="*/ 0 h 12"/>
                  <a:gd name="T2" fmla="*/ 100 w 12"/>
                  <a:gd name="T3" fmla="*/ 120 h 12"/>
                  <a:gd name="T4" fmla="*/ 108 w 12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4" y="3"/>
                      <a:pt x="8" y="7"/>
                      <a:pt x="10" y="12"/>
                    </a:cubicBezTo>
                    <a:cubicBezTo>
                      <a:pt x="11" y="10"/>
                      <a:pt x="12" y="5"/>
                      <a:pt x="1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7" name="Freeform 678">
                <a:extLst>
                  <a:ext uri="{FF2B5EF4-FFF2-40B4-BE49-F238E27FC236}">
                    <a16:creationId xmlns:a16="http://schemas.microsoft.com/office/drawing/2014/main" id="{1688B483-27A1-44E3-B043-0FAA19EF9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438"/>
                <a:ext cx="49" cy="90"/>
              </a:xfrm>
              <a:custGeom>
                <a:avLst/>
                <a:gdLst>
                  <a:gd name="T0" fmla="*/ 0 w 31"/>
                  <a:gd name="T1" fmla="*/ 68 h 57"/>
                  <a:gd name="T2" fmla="*/ 82 w 31"/>
                  <a:gd name="T3" fmla="*/ 559 h 57"/>
                  <a:gd name="T4" fmla="*/ 305 w 31"/>
                  <a:gd name="T5" fmla="*/ 341 h 57"/>
                  <a:gd name="T6" fmla="*/ 277 w 31"/>
                  <a:gd name="T7" fmla="*/ 35 h 57"/>
                  <a:gd name="T8" fmla="*/ 52 w 31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7">
                    <a:moveTo>
                      <a:pt x="0" y="7"/>
                    </a:moveTo>
                    <a:cubicBezTo>
                      <a:pt x="11" y="24"/>
                      <a:pt x="16" y="38"/>
                      <a:pt x="8" y="57"/>
                    </a:cubicBezTo>
                    <a:cubicBezTo>
                      <a:pt x="18" y="51"/>
                      <a:pt x="19" y="39"/>
                      <a:pt x="31" y="35"/>
                    </a:cubicBezTo>
                    <a:cubicBezTo>
                      <a:pt x="22" y="25"/>
                      <a:pt x="20" y="16"/>
                      <a:pt x="28" y="4"/>
                    </a:cubicBezTo>
                    <a:cubicBezTo>
                      <a:pt x="20" y="6"/>
                      <a:pt x="10" y="8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8" name="Freeform 679">
                <a:extLst>
                  <a:ext uri="{FF2B5EF4-FFF2-40B4-BE49-F238E27FC236}">
                    <a16:creationId xmlns:a16="http://schemas.microsoft.com/office/drawing/2014/main" id="{FE2F0D10-27B7-4097-AD90-8719B19F8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245"/>
                <a:ext cx="41" cy="43"/>
              </a:xfrm>
              <a:custGeom>
                <a:avLst/>
                <a:gdLst>
                  <a:gd name="T0" fmla="*/ 0 w 26"/>
                  <a:gd name="T1" fmla="*/ 0 h 27"/>
                  <a:gd name="T2" fmla="*/ 155 w 26"/>
                  <a:gd name="T3" fmla="*/ 274 h 27"/>
                  <a:gd name="T4" fmla="*/ 244 w 26"/>
                  <a:gd name="T5" fmla="*/ 193 h 27"/>
                  <a:gd name="T6" fmla="*/ 137 w 26"/>
                  <a:gd name="T7" fmla="*/ 7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9" y="7"/>
                      <a:pt x="14" y="16"/>
                      <a:pt x="16" y="27"/>
                    </a:cubicBezTo>
                    <a:cubicBezTo>
                      <a:pt x="18" y="26"/>
                      <a:pt x="26" y="18"/>
                      <a:pt x="25" y="19"/>
                    </a:cubicBezTo>
                    <a:cubicBezTo>
                      <a:pt x="21" y="16"/>
                      <a:pt x="18" y="11"/>
                      <a:pt x="1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9" name="Freeform 680">
                <a:extLst>
                  <a:ext uri="{FF2B5EF4-FFF2-40B4-BE49-F238E27FC236}">
                    <a16:creationId xmlns:a16="http://schemas.microsoft.com/office/drawing/2014/main" id="{7B0E5EFA-618A-470E-ADE6-184879838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860"/>
                <a:ext cx="51" cy="25"/>
              </a:xfrm>
              <a:custGeom>
                <a:avLst/>
                <a:gdLst>
                  <a:gd name="T0" fmla="*/ 0 w 32"/>
                  <a:gd name="T1" fmla="*/ 114 h 16"/>
                  <a:gd name="T2" fmla="*/ 328 w 32"/>
                  <a:gd name="T3" fmla="*/ 148 h 16"/>
                  <a:gd name="T4" fmla="*/ 292 w 32"/>
                  <a:gd name="T5" fmla="*/ 0 h 16"/>
                  <a:gd name="T6" fmla="*/ 104 w 32"/>
                  <a:gd name="T7" fmla="*/ 7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6">
                    <a:moveTo>
                      <a:pt x="0" y="12"/>
                    </a:moveTo>
                    <a:cubicBezTo>
                      <a:pt x="11" y="11"/>
                      <a:pt x="21" y="15"/>
                      <a:pt x="32" y="16"/>
                    </a:cubicBezTo>
                    <a:cubicBezTo>
                      <a:pt x="30" y="11"/>
                      <a:pt x="29" y="3"/>
                      <a:pt x="28" y="0"/>
                    </a:cubicBezTo>
                    <a:cubicBezTo>
                      <a:pt x="25" y="7"/>
                      <a:pt x="18" y="10"/>
                      <a:pt x="1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0" name="Freeform 681">
                <a:extLst>
                  <a:ext uri="{FF2B5EF4-FFF2-40B4-BE49-F238E27FC236}">
                    <a16:creationId xmlns:a16="http://schemas.microsoft.com/office/drawing/2014/main" id="{1E1581FD-B10F-47F7-A56F-324EB02D5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2438"/>
                <a:ext cx="25" cy="46"/>
              </a:xfrm>
              <a:custGeom>
                <a:avLst/>
                <a:gdLst>
                  <a:gd name="T0" fmla="*/ 34 w 16"/>
                  <a:gd name="T1" fmla="*/ 0 h 29"/>
                  <a:gd name="T2" fmla="*/ 148 w 16"/>
                  <a:gd name="T3" fmla="*/ 82 h 29"/>
                  <a:gd name="T4" fmla="*/ 0 w 16"/>
                  <a:gd name="T5" fmla="*/ 29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9">
                    <a:moveTo>
                      <a:pt x="4" y="0"/>
                    </a:moveTo>
                    <a:cubicBezTo>
                      <a:pt x="9" y="1"/>
                      <a:pt x="13" y="4"/>
                      <a:pt x="16" y="8"/>
                    </a:cubicBezTo>
                    <a:cubicBezTo>
                      <a:pt x="8" y="12"/>
                      <a:pt x="1" y="21"/>
                      <a:pt x="0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1" name="Freeform 682">
                <a:extLst>
                  <a:ext uri="{FF2B5EF4-FFF2-40B4-BE49-F238E27FC236}">
                    <a16:creationId xmlns:a16="http://schemas.microsoft.com/office/drawing/2014/main" id="{44D6B8AA-87B7-4A9C-A71F-6292B69E4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496"/>
                <a:ext cx="54" cy="24"/>
              </a:xfrm>
              <a:custGeom>
                <a:avLst/>
                <a:gdLst>
                  <a:gd name="T0" fmla="*/ 0 w 34"/>
                  <a:gd name="T1" fmla="*/ 0 h 15"/>
                  <a:gd name="T2" fmla="*/ 210 w 34"/>
                  <a:gd name="T3" fmla="*/ 157 h 15"/>
                  <a:gd name="T4" fmla="*/ 346 w 34"/>
                  <a:gd name="T5" fmla="*/ 2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5">
                    <a:moveTo>
                      <a:pt x="0" y="0"/>
                    </a:moveTo>
                    <a:cubicBezTo>
                      <a:pt x="9" y="3"/>
                      <a:pt x="18" y="6"/>
                      <a:pt x="21" y="15"/>
                    </a:cubicBezTo>
                    <a:cubicBezTo>
                      <a:pt x="24" y="10"/>
                      <a:pt x="29" y="5"/>
                      <a:pt x="3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2" name="Freeform 683">
                <a:extLst>
                  <a:ext uri="{FF2B5EF4-FFF2-40B4-BE49-F238E27FC236}">
                    <a16:creationId xmlns:a16="http://schemas.microsoft.com/office/drawing/2014/main" id="{E9DDFF53-39A1-41AC-9E38-6F635EEA0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617"/>
                <a:ext cx="37" cy="25"/>
              </a:xfrm>
              <a:custGeom>
                <a:avLst/>
                <a:gdLst>
                  <a:gd name="T0" fmla="*/ 196 w 23"/>
                  <a:gd name="T1" fmla="*/ 0 h 16"/>
                  <a:gd name="T2" fmla="*/ 0 w 23"/>
                  <a:gd name="T3" fmla="*/ 148 h 16"/>
                  <a:gd name="T4" fmla="*/ 251 w 23"/>
                  <a:gd name="T5" fmla="*/ 10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18" y="0"/>
                    </a:moveTo>
                    <a:cubicBezTo>
                      <a:pt x="11" y="5"/>
                      <a:pt x="4" y="9"/>
                      <a:pt x="0" y="16"/>
                    </a:cubicBezTo>
                    <a:cubicBezTo>
                      <a:pt x="7" y="13"/>
                      <a:pt x="17" y="7"/>
                      <a:pt x="2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3" name="Freeform 684">
                <a:extLst>
                  <a:ext uri="{FF2B5EF4-FFF2-40B4-BE49-F238E27FC236}">
                    <a16:creationId xmlns:a16="http://schemas.microsoft.com/office/drawing/2014/main" id="{F750D695-BED8-4361-88B5-F1369A707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604"/>
                <a:ext cx="40" cy="27"/>
              </a:xfrm>
              <a:custGeom>
                <a:avLst/>
                <a:gdLst>
                  <a:gd name="T0" fmla="*/ 54 w 25"/>
                  <a:gd name="T1" fmla="*/ 0 h 17"/>
                  <a:gd name="T2" fmla="*/ 0 w 25"/>
                  <a:gd name="T3" fmla="*/ 151 h 17"/>
                  <a:gd name="T4" fmla="*/ 261 w 25"/>
                  <a:gd name="T5" fmla="*/ 17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7">
                    <a:moveTo>
                      <a:pt x="5" y="0"/>
                    </a:moveTo>
                    <a:cubicBezTo>
                      <a:pt x="2" y="5"/>
                      <a:pt x="3" y="10"/>
                      <a:pt x="0" y="15"/>
                    </a:cubicBezTo>
                    <a:cubicBezTo>
                      <a:pt x="8" y="15"/>
                      <a:pt x="17" y="15"/>
                      <a:pt x="25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4" name="Freeform 685">
                <a:extLst>
                  <a:ext uri="{FF2B5EF4-FFF2-40B4-BE49-F238E27FC236}">
                    <a16:creationId xmlns:a16="http://schemas.microsoft.com/office/drawing/2014/main" id="{CA8CCC09-CE36-47F3-ACBA-6AB536A75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54"/>
                <a:ext cx="38" cy="33"/>
              </a:xfrm>
              <a:custGeom>
                <a:avLst/>
                <a:gdLst>
                  <a:gd name="T0" fmla="*/ 0 w 24"/>
                  <a:gd name="T1" fmla="*/ 0 h 21"/>
                  <a:gd name="T2" fmla="*/ 82 w 24"/>
                  <a:gd name="T3" fmla="*/ 203 h 21"/>
                  <a:gd name="T4" fmla="*/ 238 w 24"/>
                  <a:gd name="T5" fmla="*/ 12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7" y="6"/>
                      <a:pt x="10" y="13"/>
                      <a:pt x="8" y="21"/>
                    </a:cubicBezTo>
                    <a:cubicBezTo>
                      <a:pt x="13" y="17"/>
                      <a:pt x="18" y="15"/>
                      <a:pt x="2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5" name="Freeform 686">
                <a:extLst>
                  <a:ext uri="{FF2B5EF4-FFF2-40B4-BE49-F238E27FC236}">
                    <a16:creationId xmlns:a16="http://schemas.microsoft.com/office/drawing/2014/main" id="{9572ECE7-18C7-4B69-8489-206CBF31A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215"/>
                <a:ext cx="46" cy="41"/>
              </a:xfrm>
              <a:custGeom>
                <a:avLst/>
                <a:gdLst>
                  <a:gd name="T0" fmla="*/ 151 w 29"/>
                  <a:gd name="T1" fmla="*/ 0 h 26"/>
                  <a:gd name="T2" fmla="*/ 0 w 29"/>
                  <a:gd name="T3" fmla="*/ 255 h 26"/>
                  <a:gd name="T4" fmla="*/ 292 w 29"/>
                  <a:gd name="T5" fmla="*/ 172 h 26"/>
                  <a:gd name="T6" fmla="*/ 259 w 29"/>
                  <a:gd name="T7" fmla="*/ 12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6">
                    <a:moveTo>
                      <a:pt x="15" y="0"/>
                    </a:moveTo>
                    <a:cubicBezTo>
                      <a:pt x="13" y="11"/>
                      <a:pt x="2" y="16"/>
                      <a:pt x="0" y="26"/>
                    </a:cubicBezTo>
                    <a:cubicBezTo>
                      <a:pt x="9" y="22"/>
                      <a:pt x="19" y="15"/>
                      <a:pt x="29" y="18"/>
                    </a:cubicBezTo>
                    <a:cubicBezTo>
                      <a:pt x="27" y="17"/>
                      <a:pt x="27" y="15"/>
                      <a:pt x="26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6" name="Freeform 687">
                <a:extLst>
                  <a:ext uri="{FF2B5EF4-FFF2-40B4-BE49-F238E27FC236}">
                    <a16:creationId xmlns:a16="http://schemas.microsoft.com/office/drawing/2014/main" id="{A807B375-BC63-4D46-AE9C-37E716C92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1132"/>
                <a:ext cx="51" cy="25"/>
              </a:xfrm>
              <a:custGeom>
                <a:avLst/>
                <a:gdLst>
                  <a:gd name="T0" fmla="*/ 0 w 32"/>
                  <a:gd name="T1" fmla="*/ 83 h 16"/>
                  <a:gd name="T2" fmla="*/ 292 w 32"/>
                  <a:gd name="T3" fmla="*/ 148 h 16"/>
                  <a:gd name="T4" fmla="*/ 328 w 3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0" y="9"/>
                    </a:moveTo>
                    <a:cubicBezTo>
                      <a:pt x="10" y="8"/>
                      <a:pt x="21" y="9"/>
                      <a:pt x="28" y="16"/>
                    </a:cubicBezTo>
                    <a:cubicBezTo>
                      <a:pt x="29" y="10"/>
                      <a:pt x="31" y="4"/>
                      <a:pt x="3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7" name="Freeform 688">
                <a:extLst>
                  <a:ext uri="{FF2B5EF4-FFF2-40B4-BE49-F238E27FC236}">
                    <a16:creationId xmlns:a16="http://schemas.microsoft.com/office/drawing/2014/main" id="{BA47B9E5-A20A-4FE1-9772-36140FA52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128"/>
                <a:ext cx="45" cy="32"/>
              </a:xfrm>
              <a:custGeom>
                <a:avLst/>
                <a:gdLst>
                  <a:gd name="T0" fmla="*/ 0 w 28"/>
                  <a:gd name="T1" fmla="*/ 0 h 20"/>
                  <a:gd name="T2" fmla="*/ 299 w 28"/>
                  <a:gd name="T3" fmla="*/ 21 h 20"/>
                  <a:gd name="T4" fmla="*/ 162 w 28"/>
                  <a:gd name="T5" fmla="*/ 210 h 20"/>
                  <a:gd name="T6" fmla="*/ 0 w 28"/>
                  <a:gd name="T7" fmla="*/ 5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9" y="2"/>
                      <a:pt x="19" y="1"/>
                      <a:pt x="28" y="2"/>
                    </a:cubicBezTo>
                    <a:cubicBezTo>
                      <a:pt x="19" y="3"/>
                      <a:pt x="12" y="9"/>
                      <a:pt x="15" y="20"/>
                    </a:cubicBezTo>
                    <a:cubicBezTo>
                      <a:pt x="11" y="13"/>
                      <a:pt x="7" y="8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8" name="Freeform 689">
                <a:extLst>
                  <a:ext uri="{FF2B5EF4-FFF2-40B4-BE49-F238E27FC236}">
                    <a16:creationId xmlns:a16="http://schemas.microsoft.com/office/drawing/2014/main" id="{E70DA80E-0B3A-4753-85CA-3DF3F17DD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490"/>
                <a:ext cx="46" cy="25"/>
              </a:xfrm>
              <a:custGeom>
                <a:avLst/>
                <a:gdLst>
                  <a:gd name="T0" fmla="*/ 141 w 29"/>
                  <a:gd name="T1" fmla="*/ 0 h 16"/>
                  <a:gd name="T2" fmla="*/ 0 w 29"/>
                  <a:gd name="T3" fmla="*/ 148 h 16"/>
                  <a:gd name="T4" fmla="*/ 292 w 29"/>
                  <a:gd name="T5" fmla="*/ 3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14" y="0"/>
                    </a:moveTo>
                    <a:cubicBezTo>
                      <a:pt x="8" y="5"/>
                      <a:pt x="2" y="10"/>
                      <a:pt x="0" y="16"/>
                    </a:cubicBezTo>
                    <a:cubicBezTo>
                      <a:pt x="8" y="10"/>
                      <a:pt x="17" y="3"/>
                      <a:pt x="2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9" name="Freeform 690">
                <a:extLst>
                  <a:ext uri="{FF2B5EF4-FFF2-40B4-BE49-F238E27FC236}">
                    <a16:creationId xmlns:a16="http://schemas.microsoft.com/office/drawing/2014/main" id="{F7E44A7C-41DF-4C73-BD7F-505D5A8E2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403"/>
                <a:ext cx="32" cy="14"/>
              </a:xfrm>
              <a:custGeom>
                <a:avLst/>
                <a:gdLst>
                  <a:gd name="T0" fmla="*/ 34 w 20"/>
                  <a:gd name="T1" fmla="*/ 0 h 9"/>
                  <a:gd name="T2" fmla="*/ 0 w 20"/>
                  <a:gd name="T3" fmla="*/ 82 h 9"/>
                  <a:gd name="T4" fmla="*/ 210 w 20"/>
                  <a:gd name="T5" fmla="*/ 4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9">
                    <a:moveTo>
                      <a:pt x="3" y="0"/>
                    </a:moveTo>
                    <a:cubicBezTo>
                      <a:pt x="2" y="3"/>
                      <a:pt x="1" y="6"/>
                      <a:pt x="0" y="9"/>
                    </a:cubicBezTo>
                    <a:cubicBezTo>
                      <a:pt x="6" y="7"/>
                      <a:pt x="13" y="5"/>
                      <a:pt x="2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0" name="Freeform 691">
                <a:extLst>
                  <a:ext uri="{FF2B5EF4-FFF2-40B4-BE49-F238E27FC236}">
                    <a16:creationId xmlns:a16="http://schemas.microsoft.com/office/drawing/2014/main" id="{5E779FB4-814C-46B4-894B-D9FEE5CE9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487"/>
                <a:ext cx="44" cy="24"/>
              </a:xfrm>
              <a:custGeom>
                <a:avLst/>
                <a:gdLst>
                  <a:gd name="T0" fmla="*/ 0 w 28"/>
                  <a:gd name="T1" fmla="*/ 0 h 15"/>
                  <a:gd name="T2" fmla="*/ 116 w 28"/>
                  <a:gd name="T3" fmla="*/ 157 h 15"/>
                  <a:gd name="T4" fmla="*/ 267 w 28"/>
                  <a:gd name="T5" fmla="*/ 6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5">
                    <a:moveTo>
                      <a:pt x="0" y="0"/>
                    </a:moveTo>
                    <a:cubicBezTo>
                      <a:pt x="9" y="1"/>
                      <a:pt x="12" y="7"/>
                      <a:pt x="12" y="15"/>
                    </a:cubicBezTo>
                    <a:cubicBezTo>
                      <a:pt x="17" y="11"/>
                      <a:pt x="22" y="8"/>
                      <a:pt x="2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1" name="Freeform 692">
                <a:extLst>
                  <a:ext uri="{FF2B5EF4-FFF2-40B4-BE49-F238E27FC236}">
                    <a16:creationId xmlns:a16="http://schemas.microsoft.com/office/drawing/2014/main" id="{C78A1DF1-2115-4F47-B4A8-03EB6DC96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315"/>
                <a:ext cx="57" cy="20"/>
              </a:xfrm>
              <a:custGeom>
                <a:avLst/>
                <a:gdLst>
                  <a:gd name="T0" fmla="*/ 0 w 36"/>
                  <a:gd name="T1" fmla="*/ 0 h 13"/>
                  <a:gd name="T2" fmla="*/ 21 w 36"/>
                  <a:gd name="T3" fmla="*/ 102 h 13"/>
                  <a:gd name="T4" fmla="*/ 321 w 36"/>
                  <a:gd name="T5" fmla="*/ 114 h 13"/>
                  <a:gd name="T6" fmla="*/ 358 w 36"/>
                  <a:gd name="T7" fmla="*/ 3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3">
                    <a:moveTo>
                      <a:pt x="0" y="0"/>
                    </a:moveTo>
                    <a:cubicBezTo>
                      <a:pt x="1" y="7"/>
                      <a:pt x="7" y="6"/>
                      <a:pt x="2" y="12"/>
                    </a:cubicBezTo>
                    <a:cubicBezTo>
                      <a:pt x="11" y="8"/>
                      <a:pt x="23" y="8"/>
                      <a:pt x="32" y="13"/>
                    </a:cubicBezTo>
                    <a:cubicBezTo>
                      <a:pt x="31" y="7"/>
                      <a:pt x="35" y="7"/>
                      <a:pt x="3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2" name="Freeform 693">
                <a:extLst>
                  <a:ext uri="{FF2B5EF4-FFF2-40B4-BE49-F238E27FC236}">
                    <a16:creationId xmlns:a16="http://schemas.microsoft.com/office/drawing/2014/main" id="{62CD2500-B1DA-4AAC-B75D-10F4A6D9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119"/>
                <a:ext cx="56" cy="28"/>
              </a:xfrm>
              <a:custGeom>
                <a:avLst/>
                <a:gdLst>
                  <a:gd name="T0" fmla="*/ 0 w 35"/>
                  <a:gd name="T1" fmla="*/ 82 h 18"/>
                  <a:gd name="T2" fmla="*/ 189 w 35"/>
                  <a:gd name="T3" fmla="*/ 165 h 18"/>
                  <a:gd name="T4" fmla="*/ 368 w 35"/>
                  <a:gd name="T5" fmla="*/ 0 h 18"/>
                  <a:gd name="T6" fmla="*/ 138 w 35"/>
                  <a:gd name="T7" fmla="*/ 7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8">
                    <a:moveTo>
                      <a:pt x="0" y="9"/>
                    </a:moveTo>
                    <a:cubicBezTo>
                      <a:pt x="8" y="9"/>
                      <a:pt x="14" y="12"/>
                      <a:pt x="18" y="18"/>
                    </a:cubicBezTo>
                    <a:cubicBezTo>
                      <a:pt x="17" y="8"/>
                      <a:pt x="27" y="3"/>
                      <a:pt x="35" y="0"/>
                    </a:cubicBezTo>
                    <a:cubicBezTo>
                      <a:pt x="28" y="1"/>
                      <a:pt x="20" y="5"/>
                      <a:pt x="1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3" name="Freeform 694">
                <a:extLst>
                  <a:ext uri="{FF2B5EF4-FFF2-40B4-BE49-F238E27FC236}">
                    <a16:creationId xmlns:a16="http://schemas.microsoft.com/office/drawing/2014/main" id="{02E30985-5DC4-4F3E-907D-3826D9A9C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1429"/>
                <a:ext cx="27" cy="25"/>
              </a:xfrm>
              <a:custGeom>
                <a:avLst/>
                <a:gdLst>
                  <a:gd name="T0" fmla="*/ 0 w 17"/>
                  <a:gd name="T1" fmla="*/ 34 h 16"/>
                  <a:gd name="T2" fmla="*/ 40 w 17"/>
                  <a:gd name="T3" fmla="*/ 148 h 16"/>
                  <a:gd name="T4" fmla="*/ 172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0" y="4"/>
                    </a:moveTo>
                    <a:cubicBezTo>
                      <a:pt x="1" y="8"/>
                      <a:pt x="4" y="11"/>
                      <a:pt x="4" y="16"/>
                    </a:cubicBezTo>
                    <a:cubicBezTo>
                      <a:pt x="6" y="9"/>
                      <a:pt x="10" y="3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4" name="Freeform 695">
                <a:extLst>
                  <a:ext uri="{FF2B5EF4-FFF2-40B4-BE49-F238E27FC236}">
                    <a16:creationId xmlns:a16="http://schemas.microsoft.com/office/drawing/2014/main" id="{EDA43C21-AB8D-4FEE-8FAF-0A2060590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282"/>
                <a:ext cx="36" cy="17"/>
              </a:xfrm>
              <a:custGeom>
                <a:avLst/>
                <a:gdLst>
                  <a:gd name="T0" fmla="*/ 0 w 23"/>
                  <a:gd name="T1" fmla="*/ 45 h 11"/>
                  <a:gd name="T2" fmla="*/ 138 w 23"/>
                  <a:gd name="T3" fmla="*/ 96 h 11"/>
                  <a:gd name="T4" fmla="*/ 216 w 2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0" y="5"/>
                    </a:moveTo>
                    <a:cubicBezTo>
                      <a:pt x="5" y="7"/>
                      <a:pt x="10" y="8"/>
                      <a:pt x="15" y="11"/>
                    </a:cubicBezTo>
                    <a:cubicBezTo>
                      <a:pt x="15" y="4"/>
                      <a:pt x="20" y="4"/>
                      <a:pt x="2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5" name="Freeform 696">
                <a:extLst>
                  <a:ext uri="{FF2B5EF4-FFF2-40B4-BE49-F238E27FC236}">
                    <a16:creationId xmlns:a16="http://schemas.microsoft.com/office/drawing/2014/main" id="{831B6AA3-85A5-4ED1-89E8-F1A10CD4F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582"/>
                <a:ext cx="39" cy="58"/>
              </a:xfrm>
              <a:custGeom>
                <a:avLst/>
                <a:gdLst>
                  <a:gd name="T0" fmla="*/ 201 w 25"/>
                  <a:gd name="T1" fmla="*/ 31 h 37"/>
                  <a:gd name="T2" fmla="*/ 19 w 25"/>
                  <a:gd name="T3" fmla="*/ 121 h 37"/>
                  <a:gd name="T4" fmla="*/ 148 w 25"/>
                  <a:gd name="T5" fmla="*/ 351 h 37"/>
                  <a:gd name="T6" fmla="*/ 231 w 25"/>
                  <a:gd name="T7" fmla="*/ 6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7">
                    <a:moveTo>
                      <a:pt x="22" y="3"/>
                    </a:moveTo>
                    <a:cubicBezTo>
                      <a:pt x="12" y="0"/>
                      <a:pt x="3" y="1"/>
                      <a:pt x="2" y="13"/>
                    </a:cubicBezTo>
                    <a:cubicBezTo>
                      <a:pt x="0" y="25"/>
                      <a:pt x="11" y="28"/>
                      <a:pt x="16" y="37"/>
                    </a:cubicBezTo>
                    <a:cubicBezTo>
                      <a:pt x="13" y="26"/>
                      <a:pt x="13" y="12"/>
                      <a:pt x="2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6" name="Freeform 697">
                <a:extLst>
                  <a:ext uri="{FF2B5EF4-FFF2-40B4-BE49-F238E27FC236}">
                    <a16:creationId xmlns:a16="http://schemas.microsoft.com/office/drawing/2014/main" id="{EBF4A3C7-9D49-4CEB-B222-9B4F75615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1940"/>
                <a:ext cx="29" cy="26"/>
              </a:xfrm>
              <a:custGeom>
                <a:avLst/>
                <a:gdLst>
                  <a:gd name="T0" fmla="*/ 55 w 18"/>
                  <a:gd name="T1" fmla="*/ 0 h 16"/>
                  <a:gd name="T2" fmla="*/ 0 w 18"/>
                  <a:gd name="T3" fmla="*/ 180 h 16"/>
                  <a:gd name="T4" fmla="*/ 197 w 18"/>
                  <a:gd name="T5" fmla="*/ 1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5" y="0"/>
                    </a:moveTo>
                    <a:cubicBezTo>
                      <a:pt x="3" y="5"/>
                      <a:pt x="2" y="11"/>
                      <a:pt x="0" y="16"/>
                    </a:cubicBezTo>
                    <a:cubicBezTo>
                      <a:pt x="5" y="12"/>
                      <a:pt x="11" y="10"/>
                      <a:pt x="18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7" name="Freeform 698">
                <a:extLst>
                  <a:ext uri="{FF2B5EF4-FFF2-40B4-BE49-F238E27FC236}">
                    <a16:creationId xmlns:a16="http://schemas.microsoft.com/office/drawing/2014/main" id="{5D0D053D-C636-45E7-839E-9668E4CF7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986"/>
                <a:ext cx="161" cy="123"/>
              </a:xfrm>
              <a:custGeom>
                <a:avLst/>
                <a:gdLst>
                  <a:gd name="T0" fmla="*/ 0 w 102"/>
                  <a:gd name="T1" fmla="*/ 117 h 78"/>
                  <a:gd name="T2" fmla="*/ 0 w 102"/>
                  <a:gd name="T3" fmla="*/ 762 h 78"/>
                  <a:gd name="T4" fmla="*/ 919 w 102"/>
                  <a:gd name="T5" fmla="*/ 87 h 78"/>
                  <a:gd name="T6" fmla="*/ 0 w 102"/>
                  <a:gd name="T7" fmla="*/ 117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78">
                    <a:moveTo>
                      <a:pt x="0" y="12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37" y="59"/>
                      <a:pt x="102" y="17"/>
                      <a:pt x="94" y="9"/>
                    </a:cubicBezTo>
                    <a:cubicBezTo>
                      <a:pt x="86" y="0"/>
                      <a:pt x="25" y="8"/>
                      <a:pt x="0" y="12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8" name="Freeform 699">
                <a:extLst>
                  <a:ext uri="{FF2B5EF4-FFF2-40B4-BE49-F238E27FC236}">
                    <a16:creationId xmlns:a16="http://schemas.microsoft.com/office/drawing/2014/main" id="{559B5E79-D329-4049-86AD-A2E23ABC2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010"/>
                <a:ext cx="120" cy="87"/>
              </a:xfrm>
              <a:custGeom>
                <a:avLst/>
                <a:gdLst>
                  <a:gd name="T0" fmla="*/ 0 w 76"/>
                  <a:gd name="T1" fmla="*/ 326 h 55"/>
                  <a:gd name="T2" fmla="*/ 0 w 76"/>
                  <a:gd name="T3" fmla="*/ 546 h 55"/>
                  <a:gd name="T4" fmla="*/ 429 w 76"/>
                  <a:gd name="T5" fmla="*/ 270 h 55"/>
                  <a:gd name="T6" fmla="*/ 744 w 76"/>
                  <a:gd name="T7" fmla="*/ 0 h 55"/>
                  <a:gd name="T8" fmla="*/ 257 w 76"/>
                  <a:gd name="T9" fmla="*/ 278 h 55"/>
                  <a:gd name="T10" fmla="*/ 0 w 76"/>
                  <a:gd name="T11" fmla="*/ 326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55">
                    <a:moveTo>
                      <a:pt x="0" y="33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16" y="50"/>
                      <a:pt x="31" y="38"/>
                      <a:pt x="44" y="27"/>
                    </a:cubicBezTo>
                    <a:cubicBezTo>
                      <a:pt x="55" y="18"/>
                      <a:pt x="67" y="11"/>
                      <a:pt x="76" y="0"/>
                    </a:cubicBezTo>
                    <a:cubicBezTo>
                      <a:pt x="59" y="13"/>
                      <a:pt x="46" y="21"/>
                      <a:pt x="26" y="28"/>
                    </a:cubicBezTo>
                    <a:cubicBezTo>
                      <a:pt x="18" y="31"/>
                      <a:pt x="9" y="32"/>
                      <a:pt x="0" y="33"/>
                    </a:cubicBezTo>
                    <a:close/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9" name="Freeform 700">
                <a:extLst>
                  <a:ext uri="{FF2B5EF4-FFF2-40B4-BE49-F238E27FC236}">
                    <a16:creationId xmlns:a16="http://schemas.microsoft.com/office/drawing/2014/main" id="{259ECB99-A0E5-4AF7-9D2E-5770313E8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986"/>
                <a:ext cx="161" cy="123"/>
              </a:xfrm>
              <a:custGeom>
                <a:avLst/>
                <a:gdLst>
                  <a:gd name="T0" fmla="*/ 0 w 102"/>
                  <a:gd name="T1" fmla="*/ 762 h 78"/>
                  <a:gd name="T2" fmla="*/ 919 w 102"/>
                  <a:gd name="T3" fmla="*/ 87 h 78"/>
                  <a:gd name="T4" fmla="*/ 0 w 102"/>
                  <a:gd name="T5" fmla="*/ 117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78">
                    <a:moveTo>
                      <a:pt x="0" y="78"/>
                    </a:moveTo>
                    <a:cubicBezTo>
                      <a:pt x="37" y="59"/>
                      <a:pt x="102" y="17"/>
                      <a:pt x="94" y="9"/>
                    </a:cubicBezTo>
                    <a:cubicBezTo>
                      <a:pt x="86" y="0"/>
                      <a:pt x="25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0" name="Freeform 701">
                <a:extLst>
                  <a:ext uri="{FF2B5EF4-FFF2-40B4-BE49-F238E27FC236}">
                    <a16:creationId xmlns:a16="http://schemas.microsoft.com/office/drawing/2014/main" id="{7C605C2F-5431-4C6A-BD2D-E3D84591B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1002"/>
                <a:ext cx="464" cy="128"/>
              </a:xfrm>
              <a:custGeom>
                <a:avLst/>
                <a:gdLst>
                  <a:gd name="T0" fmla="*/ 120 w 293"/>
                  <a:gd name="T1" fmla="*/ 341 h 81"/>
                  <a:gd name="T2" fmla="*/ 659 w 293"/>
                  <a:gd name="T3" fmla="*/ 33 h 81"/>
                  <a:gd name="T4" fmla="*/ 1382 w 293"/>
                  <a:gd name="T5" fmla="*/ 33 h 81"/>
                  <a:gd name="T6" fmla="*/ 1911 w 293"/>
                  <a:gd name="T7" fmla="*/ 137 h 81"/>
                  <a:gd name="T8" fmla="*/ 2561 w 293"/>
                  <a:gd name="T9" fmla="*/ 250 h 81"/>
                  <a:gd name="T10" fmla="*/ 2906 w 293"/>
                  <a:gd name="T11" fmla="*/ 442 h 81"/>
                  <a:gd name="T12" fmla="*/ 2455 w 293"/>
                  <a:gd name="T13" fmla="*/ 680 h 81"/>
                  <a:gd name="T14" fmla="*/ 1444 w 293"/>
                  <a:gd name="T15" fmla="*/ 762 h 81"/>
                  <a:gd name="T16" fmla="*/ 508 w 293"/>
                  <a:gd name="T17" fmla="*/ 624 h 81"/>
                  <a:gd name="T18" fmla="*/ 120 w 293"/>
                  <a:gd name="T19" fmla="*/ 341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3" h="81">
                    <a:moveTo>
                      <a:pt x="12" y="35"/>
                    </a:moveTo>
                    <a:cubicBezTo>
                      <a:pt x="21" y="20"/>
                      <a:pt x="40" y="7"/>
                      <a:pt x="66" y="3"/>
                    </a:cubicBezTo>
                    <a:cubicBezTo>
                      <a:pt x="92" y="0"/>
                      <a:pt x="113" y="2"/>
                      <a:pt x="139" y="3"/>
                    </a:cubicBezTo>
                    <a:cubicBezTo>
                      <a:pt x="165" y="4"/>
                      <a:pt x="170" y="8"/>
                      <a:pt x="192" y="14"/>
                    </a:cubicBezTo>
                    <a:cubicBezTo>
                      <a:pt x="214" y="20"/>
                      <a:pt x="227" y="21"/>
                      <a:pt x="257" y="25"/>
                    </a:cubicBezTo>
                    <a:cubicBezTo>
                      <a:pt x="287" y="29"/>
                      <a:pt x="293" y="31"/>
                      <a:pt x="292" y="45"/>
                    </a:cubicBezTo>
                    <a:cubicBezTo>
                      <a:pt x="290" y="58"/>
                      <a:pt x="279" y="64"/>
                      <a:pt x="246" y="69"/>
                    </a:cubicBezTo>
                    <a:cubicBezTo>
                      <a:pt x="214" y="75"/>
                      <a:pt x="171" y="81"/>
                      <a:pt x="145" y="77"/>
                    </a:cubicBezTo>
                    <a:cubicBezTo>
                      <a:pt x="119" y="72"/>
                      <a:pt x="80" y="69"/>
                      <a:pt x="51" y="63"/>
                    </a:cubicBezTo>
                    <a:cubicBezTo>
                      <a:pt x="22" y="56"/>
                      <a:pt x="0" y="50"/>
                      <a:pt x="12" y="35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1" name="Freeform 702">
                <a:extLst>
                  <a:ext uri="{FF2B5EF4-FFF2-40B4-BE49-F238E27FC236}">
                    <a16:creationId xmlns:a16="http://schemas.microsoft.com/office/drawing/2014/main" id="{7AE78BDF-5D5E-48FD-82A6-D6F792528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1013"/>
                <a:ext cx="373" cy="77"/>
              </a:xfrm>
              <a:custGeom>
                <a:avLst/>
                <a:gdLst>
                  <a:gd name="T0" fmla="*/ 13 w 236"/>
                  <a:gd name="T1" fmla="*/ 319 h 49"/>
                  <a:gd name="T2" fmla="*/ 387 w 236"/>
                  <a:gd name="T3" fmla="*/ 66 h 49"/>
                  <a:gd name="T4" fmla="*/ 974 w 236"/>
                  <a:gd name="T5" fmla="*/ 31 h 49"/>
                  <a:gd name="T6" fmla="*/ 1429 w 236"/>
                  <a:gd name="T7" fmla="*/ 55 h 49"/>
                  <a:gd name="T8" fmla="*/ 2331 w 236"/>
                  <a:gd name="T9" fmla="*/ 256 h 49"/>
                  <a:gd name="T10" fmla="*/ 1509 w 236"/>
                  <a:gd name="T11" fmla="*/ 190 h 49"/>
                  <a:gd name="T12" fmla="*/ 572 w 236"/>
                  <a:gd name="T13" fmla="*/ 151 h 49"/>
                  <a:gd name="T14" fmla="*/ 387 w 236"/>
                  <a:gd name="T15" fmla="*/ 267 h 49"/>
                  <a:gd name="T16" fmla="*/ 354 w 236"/>
                  <a:gd name="T17" fmla="*/ 354 h 49"/>
                  <a:gd name="T18" fmla="*/ 345 w 236"/>
                  <a:gd name="T19" fmla="*/ 415 h 49"/>
                  <a:gd name="T20" fmla="*/ 0 w 236"/>
                  <a:gd name="T21" fmla="*/ 349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6" h="49">
                    <a:moveTo>
                      <a:pt x="1" y="33"/>
                    </a:moveTo>
                    <a:cubicBezTo>
                      <a:pt x="7" y="20"/>
                      <a:pt x="26" y="10"/>
                      <a:pt x="39" y="7"/>
                    </a:cubicBezTo>
                    <a:cubicBezTo>
                      <a:pt x="57" y="2"/>
                      <a:pt x="80" y="1"/>
                      <a:pt x="99" y="3"/>
                    </a:cubicBezTo>
                    <a:cubicBezTo>
                      <a:pt x="114" y="4"/>
                      <a:pt x="131" y="0"/>
                      <a:pt x="145" y="6"/>
                    </a:cubicBezTo>
                    <a:cubicBezTo>
                      <a:pt x="173" y="17"/>
                      <a:pt x="206" y="25"/>
                      <a:pt x="236" y="27"/>
                    </a:cubicBezTo>
                    <a:cubicBezTo>
                      <a:pt x="209" y="27"/>
                      <a:pt x="180" y="28"/>
                      <a:pt x="153" y="20"/>
                    </a:cubicBezTo>
                    <a:cubicBezTo>
                      <a:pt x="122" y="11"/>
                      <a:pt x="90" y="7"/>
                      <a:pt x="58" y="16"/>
                    </a:cubicBezTo>
                    <a:cubicBezTo>
                      <a:pt x="50" y="18"/>
                      <a:pt x="44" y="20"/>
                      <a:pt x="39" y="28"/>
                    </a:cubicBezTo>
                    <a:cubicBezTo>
                      <a:pt x="37" y="31"/>
                      <a:pt x="36" y="33"/>
                      <a:pt x="36" y="37"/>
                    </a:cubicBezTo>
                    <a:cubicBezTo>
                      <a:pt x="35" y="40"/>
                      <a:pt x="37" y="41"/>
                      <a:pt x="35" y="43"/>
                    </a:cubicBezTo>
                    <a:cubicBezTo>
                      <a:pt x="29" y="49"/>
                      <a:pt x="5" y="42"/>
                      <a:pt x="0" y="36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2" name="Freeform 703">
                <a:extLst>
                  <a:ext uri="{FF2B5EF4-FFF2-40B4-BE49-F238E27FC236}">
                    <a16:creationId xmlns:a16="http://schemas.microsoft.com/office/drawing/2014/main" id="{EAA78984-96B7-493E-8C59-972B8252A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1064"/>
                <a:ext cx="320" cy="58"/>
              </a:xfrm>
              <a:custGeom>
                <a:avLst/>
                <a:gdLst>
                  <a:gd name="T0" fmla="*/ 0 w 202"/>
                  <a:gd name="T1" fmla="*/ 169 h 37"/>
                  <a:gd name="T2" fmla="*/ 1259 w 202"/>
                  <a:gd name="T3" fmla="*/ 273 h 37"/>
                  <a:gd name="T4" fmla="*/ 1952 w 202"/>
                  <a:gd name="T5" fmla="*/ 0 h 37"/>
                  <a:gd name="T6" fmla="*/ 1524 w 202"/>
                  <a:gd name="T7" fmla="*/ 147 h 37"/>
                  <a:gd name="T8" fmla="*/ 927 w 202"/>
                  <a:gd name="T9" fmla="*/ 96 h 37"/>
                  <a:gd name="T10" fmla="*/ 618 w 202"/>
                  <a:gd name="T11" fmla="*/ 96 h 37"/>
                  <a:gd name="T12" fmla="*/ 0 w 202"/>
                  <a:gd name="T13" fmla="*/ 15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37">
                    <a:moveTo>
                      <a:pt x="0" y="18"/>
                    </a:moveTo>
                    <a:cubicBezTo>
                      <a:pt x="41" y="28"/>
                      <a:pt x="84" y="37"/>
                      <a:pt x="126" y="29"/>
                    </a:cubicBezTo>
                    <a:cubicBezTo>
                      <a:pt x="139" y="27"/>
                      <a:pt x="202" y="22"/>
                      <a:pt x="196" y="0"/>
                    </a:cubicBezTo>
                    <a:cubicBezTo>
                      <a:pt x="188" y="12"/>
                      <a:pt x="167" y="13"/>
                      <a:pt x="153" y="15"/>
                    </a:cubicBezTo>
                    <a:cubicBezTo>
                      <a:pt x="129" y="19"/>
                      <a:pt x="115" y="19"/>
                      <a:pt x="93" y="10"/>
                    </a:cubicBezTo>
                    <a:cubicBezTo>
                      <a:pt x="79" y="5"/>
                      <a:pt x="75" y="7"/>
                      <a:pt x="62" y="10"/>
                    </a:cubicBezTo>
                    <a:cubicBezTo>
                      <a:pt x="48" y="14"/>
                      <a:pt x="14" y="19"/>
                      <a:pt x="0" y="16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3" name="Freeform 704">
                <a:extLst>
                  <a:ext uri="{FF2B5EF4-FFF2-40B4-BE49-F238E27FC236}">
                    <a16:creationId xmlns:a16="http://schemas.microsoft.com/office/drawing/2014/main" id="{9A82ECDF-64C8-4432-913E-6C23F485C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1018"/>
                <a:ext cx="90" cy="52"/>
              </a:xfrm>
              <a:custGeom>
                <a:avLst/>
                <a:gdLst>
                  <a:gd name="T0" fmla="*/ 0 w 57"/>
                  <a:gd name="T1" fmla="*/ 280 h 33"/>
                  <a:gd name="T2" fmla="*/ 559 w 57"/>
                  <a:gd name="T3" fmla="*/ 35 h 33"/>
                  <a:gd name="T4" fmla="*/ 137 w 57"/>
                  <a:gd name="T5" fmla="*/ 184 h 33"/>
                  <a:gd name="T6" fmla="*/ 13 w 57"/>
                  <a:gd name="T7" fmla="*/ 29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33">
                    <a:moveTo>
                      <a:pt x="0" y="29"/>
                    </a:moveTo>
                    <a:cubicBezTo>
                      <a:pt x="1" y="11"/>
                      <a:pt x="44" y="0"/>
                      <a:pt x="57" y="4"/>
                    </a:cubicBezTo>
                    <a:cubicBezTo>
                      <a:pt x="44" y="8"/>
                      <a:pt x="23" y="7"/>
                      <a:pt x="14" y="19"/>
                    </a:cubicBezTo>
                    <a:cubicBezTo>
                      <a:pt x="8" y="28"/>
                      <a:pt x="15" y="33"/>
                      <a:pt x="1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4" name="Freeform 705">
                <a:extLst>
                  <a:ext uri="{FF2B5EF4-FFF2-40B4-BE49-F238E27FC236}">
                    <a16:creationId xmlns:a16="http://schemas.microsoft.com/office/drawing/2014/main" id="{14D4E41F-035F-4DBE-917C-624DB2B6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019"/>
                <a:ext cx="12" cy="8"/>
              </a:xfrm>
              <a:custGeom>
                <a:avLst/>
                <a:gdLst>
                  <a:gd name="T0" fmla="*/ 0 w 8"/>
                  <a:gd name="T1" fmla="*/ 13 h 5"/>
                  <a:gd name="T2" fmla="*/ 62 w 8"/>
                  <a:gd name="T3" fmla="*/ 42 h 5"/>
                  <a:gd name="T4" fmla="*/ 27 w 8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2" y="4"/>
                      <a:pt x="4" y="5"/>
                      <a:pt x="8" y="4"/>
                    </a:cubicBezTo>
                    <a:cubicBezTo>
                      <a:pt x="7" y="0"/>
                      <a:pt x="6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5" name="Oval 706">
                <a:extLst>
                  <a:ext uri="{FF2B5EF4-FFF2-40B4-BE49-F238E27FC236}">
                    <a16:creationId xmlns:a16="http://schemas.microsoft.com/office/drawing/2014/main" id="{74477613-091D-43F0-A24D-3951566D4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" y="1054"/>
                <a:ext cx="65" cy="35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66" name="Oval 707">
                <a:extLst>
                  <a:ext uri="{FF2B5EF4-FFF2-40B4-BE49-F238E27FC236}">
                    <a16:creationId xmlns:a16="http://schemas.microsoft.com/office/drawing/2014/main" id="{88DB0F7A-1D0F-479C-95ED-57D516D33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1046"/>
                <a:ext cx="65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67" name="Oval 708">
                <a:extLst>
                  <a:ext uri="{FF2B5EF4-FFF2-40B4-BE49-F238E27FC236}">
                    <a16:creationId xmlns:a16="http://schemas.microsoft.com/office/drawing/2014/main" id="{2EDB63B8-7B06-4F6E-AE76-1DE4F38D9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1" y="1051"/>
                <a:ext cx="65" cy="35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68" name="Freeform 709">
                <a:extLst>
                  <a:ext uri="{FF2B5EF4-FFF2-40B4-BE49-F238E27FC236}">
                    <a16:creationId xmlns:a16="http://schemas.microsoft.com/office/drawing/2014/main" id="{636DCE5D-33C1-47D5-9DDC-2D55F2FC8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059"/>
                <a:ext cx="49" cy="25"/>
              </a:xfrm>
              <a:custGeom>
                <a:avLst/>
                <a:gdLst>
                  <a:gd name="T0" fmla="*/ 0 w 31"/>
                  <a:gd name="T1" fmla="*/ 83 h 16"/>
                  <a:gd name="T2" fmla="*/ 0 w 31"/>
                  <a:gd name="T3" fmla="*/ 103 h 16"/>
                  <a:gd name="T4" fmla="*/ 150 w 31"/>
                  <a:gd name="T5" fmla="*/ 148 h 16"/>
                  <a:gd name="T6" fmla="*/ 305 w 31"/>
                  <a:gd name="T7" fmla="*/ 53 h 16"/>
                  <a:gd name="T8" fmla="*/ 305 w 31"/>
                  <a:gd name="T9" fmla="*/ 34 h 16"/>
                  <a:gd name="T10" fmla="*/ 169 w 31"/>
                  <a:gd name="T11" fmla="*/ 0 h 16"/>
                  <a:gd name="T12" fmla="*/ 0 w 31"/>
                  <a:gd name="T13" fmla="*/ 83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0" y="9"/>
                    </a:moveTo>
                    <a:cubicBezTo>
                      <a:pt x="0" y="10"/>
                      <a:pt x="0" y="11"/>
                      <a:pt x="0" y="11"/>
                    </a:cubicBezTo>
                    <a:cubicBezTo>
                      <a:pt x="3" y="14"/>
                      <a:pt x="9" y="16"/>
                      <a:pt x="15" y="16"/>
                    </a:cubicBezTo>
                    <a:cubicBezTo>
                      <a:pt x="24" y="16"/>
                      <a:pt x="31" y="11"/>
                      <a:pt x="31" y="6"/>
                    </a:cubicBezTo>
                    <a:cubicBezTo>
                      <a:pt x="31" y="6"/>
                      <a:pt x="31" y="5"/>
                      <a:pt x="31" y="4"/>
                    </a:cubicBezTo>
                    <a:cubicBezTo>
                      <a:pt x="28" y="2"/>
                      <a:pt x="23" y="0"/>
                      <a:pt x="17" y="0"/>
                    </a:cubicBezTo>
                    <a:cubicBezTo>
                      <a:pt x="8" y="0"/>
                      <a:pt x="0" y="4"/>
                      <a:pt x="0" y="9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9" name="Oval 710">
                <a:extLst>
                  <a:ext uri="{FF2B5EF4-FFF2-40B4-BE49-F238E27FC236}">
                    <a16:creationId xmlns:a16="http://schemas.microsoft.com/office/drawing/2014/main" id="{8AA9E81C-DB8F-4B48-BA13-670CBE5BD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" y="10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70" name="Oval 711">
                <a:extLst>
                  <a:ext uri="{FF2B5EF4-FFF2-40B4-BE49-F238E27FC236}">
                    <a16:creationId xmlns:a16="http://schemas.microsoft.com/office/drawing/2014/main" id="{355BB2D6-65C1-4144-B1BC-9DF05D772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8" y="1057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71" name="Freeform 712">
                <a:extLst>
                  <a:ext uri="{FF2B5EF4-FFF2-40B4-BE49-F238E27FC236}">
                    <a16:creationId xmlns:a16="http://schemas.microsoft.com/office/drawing/2014/main" id="{171CAA07-9C93-4B48-B330-95FD54F4D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070"/>
                <a:ext cx="37" cy="16"/>
              </a:xfrm>
              <a:custGeom>
                <a:avLst/>
                <a:gdLst>
                  <a:gd name="T0" fmla="*/ 251 w 23"/>
                  <a:gd name="T1" fmla="*/ 0 h 10"/>
                  <a:gd name="T2" fmla="*/ 0 w 23"/>
                  <a:gd name="T3" fmla="*/ 86 h 10"/>
                  <a:gd name="T4" fmla="*/ 251 w 2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23" y="0"/>
                    </a:moveTo>
                    <a:cubicBezTo>
                      <a:pt x="20" y="9"/>
                      <a:pt x="8" y="10"/>
                      <a:pt x="0" y="8"/>
                    </a:cubicBezTo>
                    <a:cubicBezTo>
                      <a:pt x="6" y="7"/>
                      <a:pt x="17" y="6"/>
                      <a:pt x="23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2" name="Freeform 713">
                <a:extLst>
                  <a:ext uri="{FF2B5EF4-FFF2-40B4-BE49-F238E27FC236}">
                    <a16:creationId xmlns:a16="http://schemas.microsoft.com/office/drawing/2014/main" id="{7186F459-07C3-46AB-B4D2-E3A25A85C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1002"/>
                <a:ext cx="464" cy="128"/>
              </a:xfrm>
              <a:custGeom>
                <a:avLst/>
                <a:gdLst>
                  <a:gd name="T0" fmla="*/ 120 w 293"/>
                  <a:gd name="T1" fmla="*/ 341 h 81"/>
                  <a:gd name="T2" fmla="*/ 659 w 293"/>
                  <a:gd name="T3" fmla="*/ 33 h 81"/>
                  <a:gd name="T4" fmla="*/ 1382 w 293"/>
                  <a:gd name="T5" fmla="*/ 33 h 81"/>
                  <a:gd name="T6" fmla="*/ 1911 w 293"/>
                  <a:gd name="T7" fmla="*/ 137 h 81"/>
                  <a:gd name="T8" fmla="*/ 2561 w 293"/>
                  <a:gd name="T9" fmla="*/ 250 h 81"/>
                  <a:gd name="T10" fmla="*/ 2906 w 293"/>
                  <a:gd name="T11" fmla="*/ 442 h 81"/>
                  <a:gd name="T12" fmla="*/ 2455 w 293"/>
                  <a:gd name="T13" fmla="*/ 680 h 81"/>
                  <a:gd name="T14" fmla="*/ 1444 w 293"/>
                  <a:gd name="T15" fmla="*/ 762 h 81"/>
                  <a:gd name="T16" fmla="*/ 508 w 293"/>
                  <a:gd name="T17" fmla="*/ 624 h 81"/>
                  <a:gd name="T18" fmla="*/ 120 w 293"/>
                  <a:gd name="T19" fmla="*/ 341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3" h="81">
                    <a:moveTo>
                      <a:pt x="12" y="35"/>
                    </a:moveTo>
                    <a:cubicBezTo>
                      <a:pt x="21" y="20"/>
                      <a:pt x="40" y="7"/>
                      <a:pt x="66" y="3"/>
                    </a:cubicBezTo>
                    <a:cubicBezTo>
                      <a:pt x="92" y="0"/>
                      <a:pt x="113" y="2"/>
                      <a:pt x="139" y="3"/>
                    </a:cubicBezTo>
                    <a:cubicBezTo>
                      <a:pt x="165" y="4"/>
                      <a:pt x="170" y="8"/>
                      <a:pt x="192" y="14"/>
                    </a:cubicBezTo>
                    <a:cubicBezTo>
                      <a:pt x="214" y="20"/>
                      <a:pt x="227" y="21"/>
                      <a:pt x="257" y="25"/>
                    </a:cubicBezTo>
                    <a:cubicBezTo>
                      <a:pt x="287" y="29"/>
                      <a:pt x="293" y="31"/>
                      <a:pt x="292" y="45"/>
                    </a:cubicBezTo>
                    <a:cubicBezTo>
                      <a:pt x="290" y="58"/>
                      <a:pt x="279" y="64"/>
                      <a:pt x="246" y="69"/>
                    </a:cubicBezTo>
                    <a:cubicBezTo>
                      <a:pt x="214" y="75"/>
                      <a:pt x="171" y="81"/>
                      <a:pt x="145" y="77"/>
                    </a:cubicBezTo>
                    <a:cubicBezTo>
                      <a:pt x="119" y="72"/>
                      <a:pt x="80" y="69"/>
                      <a:pt x="51" y="63"/>
                    </a:cubicBezTo>
                    <a:cubicBezTo>
                      <a:pt x="22" y="56"/>
                      <a:pt x="0" y="50"/>
                      <a:pt x="12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3" name="Freeform 714">
                <a:extLst>
                  <a:ext uri="{FF2B5EF4-FFF2-40B4-BE49-F238E27FC236}">
                    <a16:creationId xmlns:a16="http://schemas.microsoft.com/office/drawing/2014/main" id="{649AA458-D4C0-4670-BFDD-49899A158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030"/>
                <a:ext cx="275" cy="92"/>
              </a:xfrm>
              <a:custGeom>
                <a:avLst/>
                <a:gdLst>
                  <a:gd name="T0" fmla="*/ 1718 w 174"/>
                  <a:gd name="T1" fmla="*/ 108 h 58"/>
                  <a:gd name="T2" fmla="*/ 1610 w 174"/>
                  <a:gd name="T3" fmla="*/ 68 h 58"/>
                  <a:gd name="T4" fmla="*/ 1094 w 174"/>
                  <a:gd name="T5" fmla="*/ 40 h 58"/>
                  <a:gd name="T6" fmla="*/ 408 w 174"/>
                  <a:gd name="T7" fmla="*/ 141 h 58"/>
                  <a:gd name="T8" fmla="*/ 33 w 174"/>
                  <a:gd name="T9" fmla="*/ 279 h 58"/>
                  <a:gd name="T10" fmla="*/ 408 w 174"/>
                  <a:gd name="T11" fmla="*/ 498 h 58"/>
                  <a:gd name="T12" fmla="*/ 1212 w 174"/>
                  <a:gd name="T13" fmla="*/ 563 h 58"/>
                  <a:gd name="T14" fmla="*/ 1718 w 174"/>
                  <a:gd name="T15" fmla="*/ 544 h 58"/>
                  <a:gd name="T16" fmla="*/ 1718 w 174"/>
                  <a:gd name="T17" fmla="*/ 10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58">
                    <a:moveTo>
                      <a:pt x="174" y="11"/>
                    </a:moveTo>
                    <a:cubicBezTo>
                      <a:pt x="171" y="10"/>
                      <a:pt x="167" y="8"/>
                      <a:pt x="163" y="7"/>
                    </a:cubicBezTo>
                    <a:cubicBezTo>
                      <a:pt x="147" y="2"/>
                      <a:pt x="129" y="0"/>
                      <a:pt x="111" y="4"/>
                    </a:cubicBezTo>
                    <a:cubicBezTo>
                      <a:pt x="93" y="8"/>
                      <a:pt x="61" y="11"/>
                      <a:pt x="41" y="14"/>
                    </a:cubicBezTo>
                    <a:cubicBezTo>
                      <a:pt x="21" y="16"/>
                      <a:pt x="5" y="22"/>
                      <a:pt x="3" y="28"/>
                    </a:cubicBezTo>
                    <a:cubicBezTo>
                      <a:pt x="0" y="38"/>
                      <a:pt x="16" y="47"/>
                      <a:pt x="41" y="50"/>
                    </a:cubicBezTo>
                    <a:cubicBezTo>
                      <a:pt x="67" y="54"/>
                      <a:pt x="93" y="57"/>
                      <a:pt x="123" y="56"/>
                    </a:cubicBezTo>
                    <a:cubicBezTo>
                      <a:pt x="149" y="55"/>
                      <a:pt x="163" y="58"/>
                      <a:pt x="174" y="54"/>
                    </a:cubicBezTo>
                    <a:lnTo>
                      <a:pt x="174" y="11"/>
                    </a:ln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4" name="Freeform 715">
                <a:extLst>
                  <a:ext uri="{FF2B5EF4-FFF2-40B4-BE49-F238E27FC236}">
                    <a16:creationId xmlns:a16="http://schemas.microsoft.com/office/drawing/2014/main" id="{6F39F628-9D55-4BCF-BE5B-848CEA42F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1043"/>
                <a:ext cx="198" cy="57"/>
              </a:xfrm>
              <a:custGeom>
                <a:avLst/>
                <a:gdLst>
                  <a:gd name="T0" fmla="*/ 108 w 125"/>
                  <a:gd name="T1" fmla="*/ 279 h 36"/>
                  <a:gd name="T2" fmla="*/ 203 w 125"/>
                  <a:gd name="T3" fmla="*/ 138 h 36"/>
                  <a:gd name="T4" fmla="*/ 464 w 125"/>
                  <a:gd name="T5" fmla="*/ 100 h 36"/>
                  <a:gd name="T6" fmla="*/ 1247 w 125"/>
                  <a:gd name="T7" fmla="*/ 0 h 36"/>
                  <a:gd name="T8" fmla="*/ 906 w 125"/>
                  <a:gd name="T9" fmla="*/ 120 h 36"/>
                  <a:gd name="T10" fmla="*/ 442 w 125"/>
                  <a:gd name="T11" fmla="*/ 184 h 36"/>
                  <a:gd name="T12" fmla="*/ 360 w 125"/>
                  <a:gd name="T13" fmla="*/ 226 h 36"/>
                  <a:gd name="T14" fmla="*/ 341 w 125"/>
                  <a:gd name="T15" fmla="*/ 321 h 36"/>
                  <a:gd name="T16" fmla="*/ 203 w 125"/>
                  <a:gd name="T17" fmla="*/ 31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36">
                    <a:moveTo>
                      <a:pt x="11" y="28"/>
                    </a:moveTo>
                    <a:cubicBezTo>
                      <a:pt x="0" y="25"/>
                      <a:pt x="17" y="15"/>
                      <a:pt x="20" y="14"/>
                    </a:cubicBezTo>
                    <a:cubicBezTo>
                      <a:pt x="28" y="11"/>
                      <a:pt x="38" y="11"/>
                      <a:pt x="47" y="10"/>
                    </a:cubicBezTo>
                    <a:cubicBezTo>
                      <a:pt x="72" y="8"/>
                      <a:pt x="101" y="9"/>
                      <a:pt x="125" y="0"/>
                    </a:cubicBezTo>
                    <a:cubicBezTo>
                      <a:pt x="114" y="4"/>
                      <a:pt x="103" y="9"/>
                      <a:pt x="91" y="12"/>
                    </a:cubicBezTo>
                    <a:cubicBezTo>
                      <a:pt x="76" y="14"/>
                      <a:pt x="59" y="13"/>
                      <a:pt x="44" y="18"/>
                    </a:cubicBezTo>
                    <a:cubicBezTo>
                      <a:pt x="41" y="19"/>
                      <a:pt x="38" y="20"/>
                      <a:pt x="36" y="23"/>
                    </a:cubicBezTo>
                    <a:cubicBezTo>
                      <a:pt x="35" y="26"/>
                      <a:pt x="36" y="30"/>
                      <a:pt x="34" y="32"/>
                    </a:cubicBezTo>
                    <a:cubicBezTo>
                      <a:pt x="31" y="36"/>
                      <a:pt x="24" y="34"/>
                      <a:pt x="20" y="31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5" name="Freeform 716">
                <a:extLst>
                  <a:ext uri="{FF2B5EF4-FFF2-40B4-BE49-F238E27FC236}">
                    <a16:creationId xmlns:a16="http://schemas.microsoft.com/office/drawing/2014/main" id="{7B9521CA-93EA-4A72-B352-5F34B39C44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5" y="1072"/>
                <a:ext cx="141" cy="37"/>
              </a:xfrm>
              <a:custGeom>
                <a:avLst/>
                <a:gdLst>
                  <a:gd name="T0" fmla="*/ 100 w 89"/>
                  <a:gd name="T1" fmla="*/ 190 h 24"/>
                  <a:gd name="T2" fmla="*/ 138 w 89"/>
                  <a:gd name="T3" fmla="*/ 180 h 24"/>
                  <a:gd name="T4" fmla="*/ 0 w 89"/>
                  <a:gd name="T5" fmla="*/ 180 h 24"/>
                  <a:gd name="T6" fmla="*/ 100 w 89"/>
                  <a:gd name="T7" fmla="*/ 190 h 24"/>
                  <a:gd name="T8" fmla="*/ 635 w 89"/>
                  <a:gd name="T9" fmla="*/ 19 h 24"/>
                  <a:gd name="T10" fmla="*/ 390 w 89"/>
                  <a:gd name="T11" fmla="*/ 96 h 24"/>
                  <a:gd name="T12" fmla="*/ 311 w 89"/>
                  <a:gd name="T13" fmla="*/ 148 h 24"/>
                  <a:gd name="T14" fmla="*/ 138 w 89"/>
                  <a:gd name="T15" fmla="*/ 180 h 24"/>
                  <a:gd name="T16" fmla="*/ 886 w 89"/>
                  <a:gd name="T17" fmla="*/ 197 h 24"/>
                  <a:gd name="T18" fmla="*/ 886 w 89"/>
                  <a:gd name="T19" fmla="*/ 0 h 24"/>
                  <a:gd name="T20" fmla="*/ 635 w 89"/>
                  <a:gd name="T21" fmla="*/ 19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24">
                    <a:moveTo>
                      <a:pt x="10" y="22"/>
                    </a:moveTo>
                    <a:cubicBezTo>
                      <a:pt x="11" y="22"/>
                      <a:pt x="13" y="22"/>
                      <a:pt x="14" y="21"/>
                    </a:cubicBezTo>
                    <a:cubicBezTo>
                      <a:pt x="9" y="21"/>
                      <a:pt x="5" y="21"/>
                      <a:pt x="0" y="21"/>
                    </a:cubicBezTo>
                    <a:lnTo>
                      <a:pt x="10" y="22"/>
                    </a:lnTo>
                    <a:close/>
                    <a:moveTo>
                      <a:pt x="64" y="2"/>
                    </a:moveTo>
                    <a:cubicBezTo>
                      <a:pt x="70" y="13"/>
                      <a:pt x="44" y="9"/>
                      <a:pt x="39" y="11"/>
                    </a:cubicBezTo>
                    <a:cubicBezTo>
                      <a:pt x="36" y="13"/>
                      <a:pt x="34" y="16"/>
                      <a:pt x="31" y="17"/>
                    </a:cubicBezTo>
                    <a:cubicBezTo>
                      <a:pt x="27" y="20"/>
                      <a:pt x="20" y="21"/>
                      <a:pt x="14" y="21"/>
                    </a:cubicBezTo>
                    <a:cubicBezTo>
                      <a:pt x="39" y="22"/>
                      <a:pt x="65" y="24"/>
                      <a:pt x="89" y="23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1" y="1"/>
                      <a:pt x="74" y="3"/>
                      <a:pt x="64" y="2"/>
                    </a:cubicBezTo>
                    <a:close/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6" name="Freeform 717">
                <a:extLst>
                  <a:ext uri="{FF2B5EF4-FFF2-40B4-BE49-F238E27FC236}">
                    <a16:creationId xmlns:a16="http://schemas.microsoft.com/office/drawing/2014/main" id="{88A2FB4C-A89F-4CF7-9DBB-343A3E176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065"/>
                <a:ext cx="43" cy="19"/>
              </a:xfrm>
              <a:custGeom>
                <a:avLst/>
                <a:gdLst>
                  <a:gd name="T0" fmla="*/ 239 w 27"/>
                  <a:gd name="T1" fmla="*/ 0 h 12"/>
                  <a:gd name="T2" fmla="*/ 89 w 27"/>
                  <a:gd name="T3" fmla="*/ 108 h 12"/>
                  <a:gd name="T4" fmla="*/ 274 w 27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2">
                    <a:moveTo>
                      <a:pt x="23" y="0"/>
                    </a:moveTo>
                    <a:cubicBezTo>
                      <a:pt x="19" y="0"/>
                      <a:pt x="0" y="7"/>
                      <a:pt x="9" y="11"/>
                    </a:cubicBezTo>
                    <a:cubicBezTo>
                      <a:pt x="13" y="12"/>
                      <a:pt x="22" y="3"/>
                      <a:pt x="2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7" name="Freeform 718">
                <a:extLst>
                  <a:ext uri="{FF2B5EF4-FFF2-40B4-BE49-F238E27FC236}">
                    <a16:creationId xmlns:a16="http://schemas.microsoft.com/office/drawing/2014/main" id="{8BFCDEAE-197E-4D2D-9BC4-FBB513EE1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1062"/>
                <a:ext cx="10" cy="6"/>
              </a:xfrm>
              <a:custGeom>
                <a:avLst/>
                <a:gdLst>
                  <a:gd name="T0" fmla="*/ 0 w 6"/>
                  <a:gd name="T1" fmla="*/ 12 h 4"/>
                  <a:gd name="T2" fmla="*/ 0 w 6"/>
                  <a:gd name="T3" fmla="*/ 32 h 4"/>
                  <a:gd name="T4" fmla="*/ 78 w 6"/>
                  <a:gd name="T5" fmla="*/ 0 h 4"/>
                  <a:gd name="T6" fmla="*/ 22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3" y="4"/>
                      <a:pt x="4" y="3"/>
                      <a:pt x="6" y="0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8" name="Oval 719">
                <a:extLst>
                  <a:ext uri="{FF2B5EF4-FFF2-40B4-BE49-F238E27FC236}">
                    <a16:creationId xmlns:a16="http://schemas.microsoft.com/office/drawing/2014/main" id="{D72A2D20-E287-4EE4-8ED9-751FB6C98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1062"/>
                <a:ext cx="65" cy="36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79" name="Oval 720">
                <a:extLst>
                  <a:ext uri="{FF2B5EF4-FFF2-40B4-BE49-F238E27FC236}">
                    <a16:creationId xmlns:a16="http://schemas.microsoft.com/office/drawing/2014/main" id="{13F93B5B-A053-48AB-9880-C2804EE68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1054"/>
                <a:ext cx="65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80" name="Oval 721">
                <a:extLst>
                  <a:ext uri="{FF2B5EF4-FFF2-40B4-BE49-F238E27FC236}">
                    <a16:creationId xmlns:a16="http://schemas.microsoft.com/office/drawing/2014/main" id="{D5B35640-A3C7-4B9E-A9A7-B44B11766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1059"/>
                <a:ext cx="65" cy="36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81" name="Freeform 722">
                <a:extLst>
                  <a:ext uri="{FF2B5EF4-FFF2-40B4-BE49-F238E27FC236}">
                    <a16:creationId xmlns:a16="http://schemas.microsoft.com/office/drawing/2014/main" id="{E4ADF7E4-F46A-4A7C-9536-17482C098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067"/>
                <a:ext cx="49" cy="25"/>
              </a:xfrm>
              <a:custGeom>
                <a:avLst/>
                <a:gdLst>
                  <a:gd name="T0" fmla="*/ 0 w 31"/>
                  <a:gd name="T1" fmla="*/ 95 h 16"/>
                  <a:gd name="T2" fmla="*/ 0 w 31"/>
                  <a:gd name="T3" fmla="*/ 114 h 16"/>
                  <a:gd name="T4" fmla="*/ 138 w 31"/>
                  <a:gd name="T5" fmla="*/ 148 h 16"/>
                  <a:gd name="T6" fmla="*/ 305 w 31"/>
                  <a:gd name="T7" fmla="*/ 66 h 16"/>
                  <a:gd name="T8" fmla="*/ 305 w 31"/>
                  <a:gd name="T9" fmla="*/ 48 h 16"/>
                  <a:gd name="T10" fmla="*/ 169 w 31"/>
                  <a:gd name="T11" fmla="*/ 0 h 16"/>
                  <a:gd name="T12" fmla="*/ 0 w 31"/>
                  <a:gd name="T13" fmla="*/ 9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0" y="10"/>
                    </a:moveTo>
                    <a:cubicBezTo>
                      <a:pt x="0" y="10"/>
                      <a:pt x="0" y="11"/>
                      <a:pt x="0" y="12"/>
                    </a:cubicBezTo>
                    <a:cubicBezTo>
                      <a:pt x="3" y="14"/>
                      <a:pt x="9" y="16"/>
                      <a:pt x="14" y="16"/>
                    </a:cubicBezTo>
                    <a:cubicBezTo>
                      <a:pt x="24" y="16"/>
                      <a:pt x="31" y="12"/>
                      <a:pt x="31" y="7"/>
                    </a:cubicBezTo>
                    <a:cubicBezTo>
                      <a:pt x="31" y="6"/>
                      <a:pt x="31" y="5"/>
                      <a:pt x="31" y="5"/>
                    </a:cubicBezTo>
                    <a:cubicBezTo>
                      <a:pt x="28" y="2"/>
                      <a:pt x="23" y="0"/>
                      <a:pt x="17" y="0"/>
                    </a:cubicBezTo>
                    <a:cubicBezTo>
                      <a:pt x="8" y="0"/>
                      <a:pt x="0" y="5"/>
                      <a:pt x="0" y="10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2" name="Oval 723">
                <a:extLst>
                  <a:ext uri="{FF2B5EF4-FFF2-40B4-BE49-F238E27FC236}">
                    <a16:creationId xmlns:a16="http://schemas.microsoft.com/office/drawing/2014/main" id="{FDECDBE8-13CF-474E-B149-D4F19E670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067"/>
                <a:ext cx="6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83" name="Oval 724">
                <a:extLst>
                  <a:ext uri="{FF2B5EF4-FFF2-40B4-BE49-F238E27FC236}">
                    <a16:creationId xmlns:a16="http://schemas.microsoft.com/office/drawing/2014/main" id="{7D8F5B90-3BED-4FE8-A8C7-F88982BC6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1067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84" name="Freeform 725">
                <a:extLst>
                  <a:ext uri="{FF2B5EF4-FFF2-40B4-BE49-F238E27FC236}">
                    <a16:creationId xmlns:a16="http://schemas.microsoft.com/office/drawing/2014/main" id="{B517404C-F856-4DE1-9A74-E06CFD215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078"/>
                <a:ext cx="37" cy="17"/>
              </a:xfrm>
              <a:custGeom>
                <a:avLst/>
                <a:gdLst>
                  <a:gd name="T0" fmla="*/ 251 w 23"/>
                  <a:gd name="T1" fmla="*/ 0 h 11"/>
                  <a:gd name="T2" fmla="*/ 0 w 23"/>
                  <a:gd name="T3" fmla="*/ 70 h 11"/>
                  <a:gd name="T4" fmla="*/ 251 w 2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23" y="0"/>
                    </a:moveTo>
                    <a:cubicBezTo>
                      <a:pt x="20" y="9"/>
                      <a:pt x="8" y="11"/>
                      <a:pt x="0" y="8"/>
                    </a:cubicBezTo>
                    <a:cubicBezTo>
                      <a:pt x="6" y="8"/>
                      <a:pt x="17" y="7"/>
                      <a:pt x="23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5" name="Freeform 726">
                <a:extLst>
                  <a:ext uri="{FF2B5EF4-FFF2-40B4-BE49-F238E27FC236}">
                    <a16:creationId xmlns:a16="http://schemas.microsoft.com/office/drawing/2014/main" id="{08B94537-180F-4C7E-AC42-568CEC7F1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030"/>
                <a:ext cx="275" cy="92"/>
              </a:xfrm>
              <a:custGeom>
                <a:avLst/>
                <a:gdLst>
                  <a:gd name="T0" fmla="*/ 1718 w 174"/>
                  <a:gd name="T1" fmla="*/ 108 h 58"/>
                  <a:gd name="T2" fmla="*/ 1610 w 174"/>
                  <a:gd name="T3" fmla="*/ 68 h 58"/>
                  <a:gd name="T4" fmla="*/ 1094 w 174"/>
                  <a:gd name="T5" fmla="*/ 40 h 58"/>
                  <a:gd name="T6" fmla="*/ 408 w 174"/>
                  <a:gd name="T7" fmla="*/ 141 h 58"/>
                  <a:gd name="T8" fmla="*/ 33 w 174"/>
                  <a:gd name="T9" fmla="*/ 279 h 58"/>
                  <a:gd name="T10" fmla="*/ 408 w 174"/>
                  <a:gd name="T11" fmla="*/ 498 h 58"/>
                  <a:gd name="T12" fmla="*/ 1212 w 174"/>
                  <a:gd name="T13" fmla="*/ 563 h 58"/>
                  <a:gd name="T14" fmla="*/ 1718 w 174"/>
                  <a:gd name="T15" fmla="*/ 544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4" h="58">
                    <a:moveTo>
                      <a:pt x="174" y="11"/>
                    </a:moveTo>
                    <a:cubicBezTo>
                      <a:pt x="171" y="10"/>
                      <a:pt x="167" y="8"/>
                      <a:pt x="163" y="7"/>
                    </a:cubicBezTo>
                    <a:cubicBezTo>
                      <a:pt x="147" y="2"/>
                      <a:pt x="129" y="0"/>
                      <a:pt x="111" y="4"/>
                    </a:cubicBezTo>
                    <a:cubicBezTo>
                      <a:pt x="93" y="8"/>
                      <a:pt x="61" y="11"/>
                      <a:pt x="41" y="14"/>
                    </a:cubicBezTo>
                    <a:cubicBezTo>
                      <a:pt x="21" y="16"/>
                      <a:pt x="5" y="22"/>
                      <a:pt x="3" y="28"/>
                    </a:cubicBezTo>
                    <a:cubicBezTo>
                      <a:pt x="0" y="38"/>
                      <a:pt x="16" y="47"/>
                      <a:pt x="41" y="50"/>
                    </a:cubicBezTo>
                    <a:cubicBezTo>
                      <a:pt x="67" y="54"/>
                      <a:pt x="93" y="57"/>
                      <a:pt x="123" y="56"/>
                    </a:cubicBezTo>
                    <a:cubicBezTo>
                      <a:pt x="149" y="55"/>
                      <a:pt x="163" y="58"/>
                      <a:pt x="174" y="5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6" name="Freeform 727">
                <a:extLst>
                  <a:ext uri="{FF2B5EF4-FFF2-40B4-BE49-F238E27FC236}">
                    <a16:creationId xmlns:a16="http://schemas.microsoft.com/office/drawing/2014/main" id="{D4F9CF89-4037-4A3A-BE9E-543145A0A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016"/>
                <a:ext cx="471" cy="98"/>
              </a:xfrm>
              <a:custGeom>
                <a:avLst/>
                <a:gdLst>
                  <a:gd name="T0" fmla="*/ 13 w 297"/>
                  <a:gd name="T1" fmla="*/ 305 h 62"/>
                  <a:gd name="T2" fmla="*/ 519 w 297"/>
                  <a:gd name="T3" fmla="*/ 512 h 62"/>
                  <a:gd name="T4" fmla="*/ 1763 w 297"/>
                  <a:gd name="T5" fmla="*/ 556 h 62"/>
                  <a:gd name="T6" fmla="*/ 2807 w 297"/>
                  <a:gd name="T7" fmla="*/ 530 h 62"/>
                  <a:gd name="T8" fmla="*/ 2980 w 297"/>
                  <a:gd name="T9" fmla="*/ 362 h 62"/>
                  <a:gd name="T10" fmla="*/ 2498 w 297"/>
                  <a:gd name="T11" fmla="*/ 150 h 62"/>
                  <a:gd name="T12" fmla="*/ 1503 w 297"/>
                  <a:gd name="T13" fmla="*/ 33 h 62"/>
                  <a:gd name="T14" fmla="*/ 722 w 297"/>
                  <a:gd name="T15" fmla="*/ 130 h 62"/>
                  <a:gd name="T16" fmla="*/ 13 w 297"/>
                  <a:gd name="T17" fmla="*/ 305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7" h="62">
                    <a:moveTo>
                      <a:pt x="1" y="31"/>
                    </a:moveTo>
                    <a:cubicBezTo>
                      <a:pt x="0" y="46"/>
                      <a:pt x="30" y="51"/>
                      <a:pt x="52" y="52"/>
                    </a:cubicBezTo>
                    <a:cubicBezTo>
                      <a:pt x="75" y="54"/>
                      <a:pt x="125" y="52"/>
                      <a:pt x="176" y="56"/>
                    </a:cubicBezTo>
                    <a:cubicBezTo>
                      <a:pt x="226" y="60"/>
                      <a:pt x="264" y="62"/>
                      <a:pt x="280" y="54"/>
                    </a:cubicBezTo>
                    <a:cubicBezTo>
                      <a:pt x="296" y="46"/>
                      <a:pt x="297" y="41"/>
                      <a:pt x="297" y="37"/>
                    </a:cubicBezTo>
                    <a:cubicBezTo>
                      <a:pt x="297" y="32"/>
                      <a:pt x="283" y="21"/>
                      <a:pt x="249" y="15"/>
                    </a:cubicBezTo>
                    <a:cubicBezTo>
                      <a:pt x="216" y="9"/>
                      <a:pt x="160" y="0"/>
                      <a:pt x="150" y="3"/>
                    </a:cubicBezTo>
                    <a:cubicBezTo>
                      <a:pt x="139" y="5"/>
                      <a:pt x="100" y="10"/>
                      <a:pt x="72" y="13"/>
                    </a:cubicBezTo>
                    <a:cubicBezTo>
                      <a:pt x="45" y="16"/>
                      <a:pt x="2" y="20"/>
                      <a:pt x="1" y="31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7" name="Freeform 728">
                <a:extLst>
                  <a:ext uri="{FF2B5EF4-FFF2-40B4-BE49-F238E27FC236}">
                    <a16:creationId xmlns:a16="http://schemas.microsoft.com/office/drawing/2014/main" id="{4FD7C0FD-2FCE-4267-8506-C1AB37944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030"/>
                <a:ext cx="269" cy="57"/>
              </a:xfrm>
              <a:custGeom>
                <a:avLst/>
                <a:gdLst>
                  <a:gd name="T0" fmla="*/ 35 w 170"/>
                  <a:gd name="T1" fmla="*/ 250 h 36"/>
                  <a:gd name="T2" fmla="*/ 429 w 170"/>
                  <a:gd name="T3" fmla="*/ 150 h 36"/>
                  <a:gd name="T4" fmla="*/ 864 w 170"/>
                  <a:gd name="T5" fmla="*/ 100 h 36"/>
                  <a:gd name="T6" fmla="*/ 1239 w 170"/>
                  <a:gd name="T7" fmla="*/ 40 h 36"/>
                  <a:gd name="T8" fmla="*/ 1418 w 170"/>
                  <a:gd name="T9" fmla="*/ 13 h 36"/>
                  <a:gd name="T10" fmla="*/ 1688 w 170"/>
                  <a:gd name="T11" fmla="*/ 40 h 36"/>
                  <a:gd name="T12" fmla="*/ 1260 w 170"/>
                  <a:gd name="T13" fmla="*/ 63 h 36"/>
                  <a:gd name="T14" fmla="*/ 744 w 170"/>
                  <a:gd name="T15" fmla="*/ 190 h 36"/>
                  <a:gd name="T16" fmla="*/ 278 w 170"/>
                  <a:gd name="T17" fmla="*/ 271 h 36"/>
                  <a:gd name="T18" fmla="*/ 108 w 170"/>
                  <a:gd name="T19" fmla="*/ 279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0" h="36">
                    <a:moveTo>
                      <a:pt x="4" y="25"/>
                    </a:moveTo>
                    <a:cubicBezTo>
                      <a:pt x="0" y="17"/>
                      <a:pt x="38" y="15"/>
                      <a:pt x="43" y="15"/>
                    </a:cubicBezTo>
                    <a:cubicBezTo>
                      <a:pt x="57" y="13"/>
                      <a:pt x="72" y="11"/>
                      <a:pt x="87" y="10"/>
                    </a:cubicBezTo>
                    <a:cubicBezTo>
                      <a:pt x="99" y="9"/>
                      <a:pt x="112" y="7"/>
                      <a:pt x="125" y="4"/>
                    </a:cubicBezTo>
                    <a:cubicBezTo>
                      <a:pt x="131" y="3"/>
                      <a:pt x="137" y="2"/>
                      <a:pt x="143" y="1"/>
                    </a:cubicBezTo>
                    <a:cubicBezTo>
                      <a:pt x="153" y="0"/>
                      <a:pt x="161" y="3"/>
                      <a:pt x="170" y="4"/>
                    </a:cubicBezTo>
                    <a:cubicBezTo>
                      <a:pt x="156" y="0"/>
                      <a:pt x="141" y="4"/>
                      <a:pt x="127" y="6"/>
                    </a:cubicBezTo>
                    <a:cubicBezTo>
                      <a:pt x="110" y="9"/>
                      <a:pt x="93" y="15"/>
                      <a:pt x="75" y="19"/>
                    </a:cubicBezTo>
                    <a:cubicBezTo>
                      <a:pt x="60" y="23"/>
                      <a:pt x="41" y="19"/>
                      <a:pt x="28" y="27"/>
                    </a:cubicBezTo>
                    <a:cubicBezTo>
                      <a:pt x="23" y="29"/>
                      <a:pt x="15" y="36"/>
                      <a:pt x="11" y="28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8" name="Freeform 729">
                <a:extLst>
                  <a:ext uri="{FF2B5EF4-FFF2-40B4-BE49-F238E27FC236}">
                    <a16:creationId xmlns:a16="http://schemas.microsoft.com/office/drawing/2014/main" id="{5FCD3BF0-2751-4A76-ABCA-2E32B71CA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057"/>
                <a:ext cx="212" cy="49"/>
              </a:xfrm>
              <a:custGeom>
                <a:avLst/>
                <a:gdLst>
                  <a:gd name="T0" fmla="*/ 0 w 134"/>
                  <a:gd name="T1" fmla="*/ 202 h 31"/>
                  <a:gd name="T2" fmla="*/ 1074 w 134"/>
                  <a:gd name="T3" fmla="*/ 258 h 31"/>
                  <a:gd name="T4" fmla="*/ 1291 w 134"/>
                  <a:gd name="T5" fmla="*/ 158 h 31"/>
                  <a:gd name="T6" fmla="*/ 1033 w 134"/>
                  <a:gd name="T7" fmla="*/ 0 h 31"/>
                  <a:gd name="T8" fmla="*/ 804 w 134"/>
                  <a:gd name="T9" fmla="*/ 18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31">
                    <a:moveTo>
                      <a:pt x="0" y="20"/>
                    </a:moveTo>
                    <a:cubicBezTo>
                      <a:pt x="35" y="21"/>
                      <a:pt x="72" y="31"/>
                      <a:pt x="108" y="26"/>
                    </a:cubicBezTo>
                    <a:cubicBezTo>
                      <a:pt x="114" y="26"/>
                      <a:pt x="128" y="23"/>
                      <a:pt x="130" y="16"/>
                    </a:cubicBezTo>
                    <a:cubicBezTo>
                      <a:pt x="134" y="3"/>
                      <a:pt x="112" y="1"/>
                      <a:pt x="104" y="0"/>
                    </a:cubicBezTo>
                    <a:cubicBezTo>
                      <a:pt x="126" y="15"/>
                      <a:pt x="85" y="16"/>
                      <a:pt x="81" y="19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9" name="Freeform 730">
                <a:extLst>
                  <a:ext uri="{FF2B5EF4-FFF2-40B4-BE49-F238E27FC236}">
                    <a16:creationId xmlns:a16="http://schemas.microsoft.com/office/drawing/2014/main" id="{23D14CDA-BB9A-4178-B74A-A82FFD49A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1051"/>
                <a:ext cx="73" cy="13"/>
              </a:xfrm>
              <a:custGeom>
                <a:avLst/>
                <a:gdLst>
                  <a:gd name="T0" fmla="*/ 0 w 46"/>
                  <a:gd name="T1" fmla="*/ 76 h 8"/>
                  <a:gd name="T2" fmla="*/ 463 w 46"/>
                  <a:gd name="T3" fmla="*/ 0 h 8"/>
                  <a:gd name="T4" fmla="*/ 271 w 46"/>
                  <a:gd name="T5" fmla="*/ 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">
                    <a:moveTo>
                      <a:pt x="0" y="7"/>
                    </a:moveTo>
                    <a:cubicBezTo>
                      <a:pt x="13" y="0"/>
                      <a:pt x="32" y="2"/>
                      <a:pt x="46" y="0"/>
                    </a:cubicBezTo>
                    <a:cubicBezTo>
                      <a:pt x="42" y="5"/>
                      <a:pt x="33" y="8"/>
                      <a:pt x="2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0" name="Oval 731">
                <a:extLst>
                  <a:ext uri="{FF2B5EF4-FFF2-40B4-BE49-F238E27FC236}">
                    <a16:creationId xmlns:a16="http://schemas.microsoft.com/office/drawing/2014/main" id="{C93EDD20-86CE-49E8-9783-14FB3844C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1048"/>
                <a:ext cx="65" cy="36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91" name="Oval 732">
                <a:extLst>
                  <a:ext uri="{FF2B5EF4-FFF2-40B4-BE49-F238E27FC236}">
                    <a16:creationId xmlns:a16="http://schemas.microsoft.com/office/drawing/2014/main" id="{7F0CFA91-BE13-43E3-8642-E376EF78A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1" y="1040"/>
                <a:ext cx="65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92" name="Oval 733">
                <a:extLst>
                  <a:ext uri="{FF2B5EF4-FFF2-40B4-BE49-F238E27FC236}">
                    <a16:creationId xmlns:a16="http://schemas.microsoft.com/office/drawing/2014/main" id="{99A209A0-D1B0-467E-94E7-634C87F0B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1045"/>
                <a:ext cx="65" cy="36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93" name="Freeform 734">
                <a:extLst>
                  <a:ext uri="{FF2B5EF4-FFF2-40B4-BE49-F238E27FC236}">
                    <a16:creationId xmlns:a16="http://schemas.microsoft.com/office/drawing/2014/main" id="{8540B284-4439-4CE9-BDA4-DCA6F0446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053"/>
                <a:ext cx="49" cy="25"/>
              </a:xfrm>
              <a:custGeom>
                <a:avLst/>
                <a:gdLst>
                  <a:gd name="T0" fmla="*/ 0 w 31"/>
                  <a:gd name="T1" fmla="*/ 95 h 16"/>
                  <a:gd name="T2" fmla="*/ 0 w 31"/>
                  <a:gd name="T3" fmla="*/ 114 h 16"/>
                  <a:gd name="T4" fmla="*/ 138 w 31"/>
                  <a:gd name="T5" fmla="*/ 148 h 16"/>
                  <a:gd name="T6" fmla="*/ 305 w 31"/>
                  <a:gd name="T7" fmla="*/ 66 h 16"/>
                  <a:gd name="T8" fmla="*/ 292 w 31"/>
                  <a:gd name="T9" fmla="*/ 48 h 16"/>
                  <a:gd name="T10" fmla="*/ 158 w 31"/>
                  <a:gd name="T11" fmla="*/ 0 h 16"/>
                  <a:gd name="T12" fmla="*/ 0 w 31"/>
                  <a:gd name="T13" fmla="*/ 9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0" y="10"/>
                    </a:moveTo>
                    <a:cubicBezTo>
                      <a:pt x="0" y="10"/>
                      <a:pt x="0" y="11"/>
                      <a:pt x="0" y="12"/>
                    </a:cubicBezTo>
                    <a:cubicBezTo>
                      <a:pt x="3" y="14"/>
                      <a:pt x="8" y="16"/>
                      <a:pt x="14" y="16"/>
                    </a:cubicBezTo>
                    <a:cubicBezTo>
                      <a:pt x="23" y="16"/>
                      <a:pt x="31" y="12"/>
                      <a:pt x="31" y="7"/>
                    </a:cubicBezTo>
                    <a:cubicBezTo>
                      <a:pt x="31" y="6"/>
                      <a:pt x="31" y="5"/>
                      <a:pt x="30" y="5"/>
                    </a:cubicBezTo>
                    <a:cubicBezTo>
                      <a:pt x="27" y="2"/>
                      <a:pt x="22" y="0"/>
                      <a:pt x="16" y="0"/>
                    </a:cubicBezTo>
                    <a:cubicBezTo>
                      <a:pt x="7" y="0"/>
                      <a:pt x="0" y="5"/>
                      <a:pt x="0" y="10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4" name="Oval 735">
                <a:extLst>
                  <a:ext uri="{FF2B5EF4-FFF2-40B4-BE49-F238E27FC236}">
                    <a16:creationId xmlns:a16="http://schemas.microsoft.com/office/drawing/2014/main" id="{FB3BC3ED-8ABF-4E71-8671-9B392D471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1" y="1053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95" name="Oval 736">
                <a:extLst>
                  <a:ext uri="{FF2B5EF4-FFF2-40B4-BE49-F238E27FC236}">
                    <a16:creationId xmlns:a16="http://schemas.microsoft.com/office/drawing/2014/main" id="{43483820-6EF8-4F5E-9A10-7276C3E15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105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596" name="Freeform 737">
                <a:extLst>
                  <a:ext uri="{FF2B5EF4-FFF2-40B4-BE49-F238E27FC236}">
                    <a16:creationId xmlns:a16="http://schemas.microsoft.com/office/drawing/2014/main" id="{FBAE1337-11F0-495E-8FD2-CF3098177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065"/>
                <a:ext cx="36" cy="16"/>
              </a:xfrm>
              <a:custGeom>
                <a:avLst/>
                <a:gdLst>
                  <a:gd name="T0" fmla="*/ 216 w 23"/>
                  <a:gd name="T1" fmla="*/ 0 h 10"/>
                  <a:gd name="T2" fmla="*/ 0 w 23"/>
                  <a:gd name="T3" fmla="*/ 74 h 10"/>
                  <a:gd name="T4" fmla="*/ 216 w 2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23" y="0"/>
                    </a:moveTo>
                    <a:cubicBezTo>
                      <a:pt x="19" y="8"/>
                      <a:pt x="8" y="10"/>
                      <a:pt x="0" y="7"/>
                    </a:cubicBezTo>
                    <a:cubicBezTo>
                      <a:pt x="6" y="7"/>
                      <a:pt x="17" y="6"/>
                      <a:pt x="23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7" name="Freeform 738">
                <a:extLst>
                  <a:ext uri="{FF2B5EF4-FFF2-40B4-BE49-F238E27FC236}">
                    <a16:creationId xmlns:a16="http://schemas.microsoft.com/office/drawing/2014/main" id="{3EDC65D4-19C0-4EC9-B42E-20A58A8D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016"/>
                <a:ext cx="471" cy="98"/>
              </a:xfrm>
              <a:custGeom>
                <a:avLst/>
                <a:gdLst>
                  <a:gd name="T0" fmla="*/ 13 w 297"/>
                  <a:gd name="T1" fmla="*/ 305 h 62"/>
                  <a:gd name="T2" fmla="*/ 519 w 297"/>
                  <a:gd name="T3" fmla="*/ 512 h 62"/>
                  <a:gd name="T4" fmla="*/ 1763 w 297"/>
                  <a:gd name="T5" fmla="*/ 556 h 62"/>
                  <a:gd name="T6" fmla="*/ 2807 w 297"/>
                  <a:gd name="T7" fmla="*/ 530 h 62"/>
                  <a:gd name="T8" fmla="*/ 2980 w 297"/>
                  <a:gd name="T9" fmla="*/ 362 h 62"/>
                  <a:gd name="T10" fmla="*/ 2498 w 297"/>
                  <a:gd name="T11" fmla="*/ 150 h 62"/>
                  <a:gd name="T12" fmla="*/ 1503 w 297"/>
                  <a:gd name="T13" fmla="*/ 33 h 62"/>
                  <a:gd name="T14" fmla="*/ 722 w 297"/>
                  <a:gd name="T15" fmla="*/ 130 h 62"/>
                  <a:gd name="T16" fmla="*/ 13 w 297"/>
                  <a:gd name="T17" fmla="*/ 305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7" h="62">
                    <a:moveTo>
                      <a:pt x="1" y="31"/>
                    </a:moveTo>
                    <a:cubicBezTo>
                      <a:pt x="0" y="46"/>
                      <a:pt x="30" y="51"/>
                      <a:pt x="52" y="52"/>
                    </a:cubicBezTo>
                    <a:cubicBezTo>
                      <a:pt x="75" y="54"/>
                      <a:pt x="125" y="52"/>
                      <a:pt x="176" y="56"/>
                    </a:cubicBezTo>
                    <a:cubicBezTo>
                      <a:pt x="226" y="60"/>
                      <a:pt x="264" y="62"/>
                      <a:pt x="280" y="54"/>
                    </a:cubicBezTo>
                    <a:cubicBezTo>
                      <a:pt x="296" y="46"/>
                      <a:pt x="297" y="41"/>
                      <a:pt x="297" y="37"/>
                    </a:cubicBezTo>
                    <a:cubicBezTo>
                      <a:pt x="297" y="32"/>
                      <a:pt x="283" y="21"/>
                      <a:pt x="249" y="15"/>
                    </a:cubicBezTo>
                    <a:cubicBezTo>
                      <a:pt x="216" y="9"/>
                      <a:pt x="160" y="0"/>
                      <a:pt x="150" y="3"/>
                    </a:cubicBezTo>
                    <a:cubicBezTo>
                      <a:pt x="139" y="5"/>
                      <a:pt x="100" y="10"/>
                      <a:pt x="72" y="13"/>
                    </a:cubicBezTo>
                    <a:cubicBezTo>
                      <a:pt x="45" y="16"/>
                      <a:pt x="2" y="20"/>
                      <a:pt x="1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8" name="Freeform 739">
                <a:extLst>
                  <a:ext uri="{FF2B5EF4-FFF2-40B4-BE49-F238E27FC236}">
                    <a16:creationId xmlns:a16="http://schemas.microsoft.com/office/drawing/2014/main" id="{C4224A7F-6BDD-4DFC-9701-8F4DF30F9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1016"/>
                <a:ext cx="418" cy="125"/>
              </a:xfrm>
              <a:custGeom>
                <a:avLst/>
                <a:gdLst>
                  <a:gd name="T0" fmla="*/ 0 w 264"/>
                  <a:gd name="T1" fmla="*/ 388 h 79"/>
                  <a:gd name="T2" fmla="*/ 326 w 264"/>
                  <a:gd name="T3" fmla="*/ 584 h 79"/>
                  <a:gd name="T4" fmla="*/ 1397 w 264"/>
                  <a:gd name="T5" fmla="*/ 728 h 79"/>
                  <a:gd name="T6" fmla="*/ 2497 w 264"/>
                  <a:gd name="T7" fmla="*/ 646 h 79"/>
                  <a:gd name="T8" fmla="*/ 2457 w 264"/>
                  <a:gd name="T9" fmla="*/ 206 h 79"/>
                  <a:gd name="T10" fmla="*/ 1830 w 264"/>
                  <a:gd name="T11" fmla="*/ 52 h 79"/>
                  <a:gd name="T12" fmla="*/ 1036 w 264"/>
                  <a:gd name="T13" fmla="*/ 138 h 79"/>
                  <a:gd name="T14" fmla="*/ 258 w 264"/>
                  <a:gd name="T15" fmla="*/ 218 h 79"/>
                  <a:gd name="T16" fmla="*/ 0 w 264"/>
                  <a:gd name="T17" fmla="*/ 388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4" h="79">
                    <a:moveTo>
                      <a:pt x="0" y="39"/>
                    </a:moveTo>
                    <a:cubicBezTo>
                      <a:pt x="0" y="54"/>
                      <a:pt x="5" y="57"/>
                      <a:pt x="33" y="59"/>
                    </a:cubicBezTo>
                    <a:cubicBezTo>
                      <a:pt x="60" y="61"/>
                      <a:pt x="86" y="71"/>
                      <a:pt x="140" y="73"/>
                    </a:cubicBezTo>
                    <a:cubicBezTo>
                      <a:pt x="195" y="75"/>
                      <a:pt x="238" y="79"/>
                      <a:pt x="251" y="65"/>
                    </a:cubicBezTo>
                    <a:cubicBezTo>
                      <a:pt x="264" y="51"/>
                      <a:pt x="259" y="28"/>
                      <a:pt x="247" y="21"/>
                    </a:cubicBezTo>
                    <a:cubicBezTo>
                      <a:pt x="235" y="14"/>
                      <a:pt x="215" y="0"/>
                      <a:pt x="184" y="5"/>
                    </a:cubicBezTo>
                    <a:cubicBezTo>
                      <a:pt x="153" y="9"/>
                      <a:pt x="140" y="10"/>
                      <a:pt x="104" y="14"/>
                    </a:cubicBezTo>
                    <a:cubicBezTo>
                      <a:pt x="70" y="17"/>
                      <a:pt x="43" y="20"/>
                      <a:pt x="26" y="22"/>
                    </a:cubicBezTo>
                    <a:cubicBezTo>
                      <a:pt x="9" y="25"/>
                      <a:pt x="0" y="27"/>
                      <a:pt x="0" y="39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9" name="Freeform 740">
                <a:extLst>
                  <a:ext uri="{FF2B5EF4-FFF2-40B4-BE49-F238E27FC236}">
                    <a16:creationId xmlns:a16="http://schemas.microsoft.com/office/drawing/2014/main" id="{FD4CFD5F-AE5C-4680-A735-E02C52A16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019"/>
                <a:ext cx="347" cy="70"/>
              </a:xfrm>
              <a:custGeom>
                <a:avLst/>
                <a:gdLst>
                  <a:gd name="T0" fmla="*/ 82 w 219"/>
                  <a:gd name="T1" fmla="*/ 449 h 44"/>
                  <a:gd name="T2" fmla="*/ 409 w 219"/>
                  <a:gd name="T3" fmla="*/ 258 h 44"/>
                  <a:gd name="T4" fmla="*/ 979 w 219"/>
                  <a:gd name="T5" fmla="*/ 193 h 44"/>
                  <a:gd name="T6" fmla="*/ 1640 w 219"/>
                  <a:gd name="T7" fmla="*/ 121 h 44"/>
                  <a:gd name="T8" fmla="*/ 2187 w 219"/>
                  <a:gd name="T9" fmla="*/ 185 h 44"/>
                  <a:gd name="T10" fmla="*/ 1949 w 219"/>
                  <a:gd name="T11" fmla="*/ 151 h 44"/>
                  <a:gd name="T12" fmla="*/ 1689 w 219"/>
                  <a:gd name="T13" fmla="*/ 213 h 44"/>
                  <a:gd name="T14" fmla="*/ 1456 w 219"/>
                  <a:gd name="T15" fmla="*/ 193 h 44"/>
                  <a:gd name="T16" fmla="*/ 1165 w 219"/>
                  <a:gd name="T17" fmla="*/ 239 h 44"/>
                  <a:gd name="T18" fmla="*/ 851 w 219"/>
                  <a:gd name="T19" fmla="*/ 347 h 44"/>
                  <a:gd name="T20" fmla="*/ 540 w 219"/>
                  <a:gd name="T21" fmla="*/ 326 h 44"/>
                  <a:gd name="T22" fmla="*/ 108 w 219"/>
                  <a:gd name="T23" fmla="*/ 436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9" h="44">
                    <a:moveTo>
                      <a:pt x="8" y="44"/>
                    </a:moveTo>
                    <a:cubicBezTo>
                      <a:pt x="0" y="23"/>
                      <a:pt x="28" y="26"/>
                      <a:pt x="41" y="25"/>
                    </a:cubicBezTo>
                    <a:cubicBezTo>
                      <a:pt x="60" y="24"/>
                      <a:pt x="79" y="22"/>
                      <a:pt x="98" y="19"/>
                    </a:cubicBezTo>
                    <a:cubicBezTo>
                      <a:pt x="120" y="17"/>
                      <a:pt x="142" y="13"/>
                      <a:pt x="164" y="12"/>
                    </a:cubicBezTo>
                    <a:cubicBezTo>
                      <a:pt x="180" y="11"/>
                      <a:pt x="209" y="0"/>
                      <a:pt x="219" y="18"/>
                    </a:cubicBezTo>
                    <a:cubicBezTo>
                      <a:pt x="211" y="17"/>
                      <a:pt x="204" y="15"/>
                      <a:pt x="195" y="15"/>
                    </a:cubicBezTo>
                    <a:cubicBezTo>
                      <a:pt x="186" y="15"/>
                      <a:pt x="178" y="20"/>
                      <a:pt x="169" y="21"/>
                    </a:cubicBezTo>
                    <a:cubicBezTo>
                      <a:pt x="162" y="22"/>
                      <a:pt x="153" y="19"/>
                      <a:pt x="146" y="19"/>
                    </a:cubicBezTo>
                    <a:cubicBezTo>
                      <a:pt x="136" y="19"/>
                      <a:pt x="127" y="20"/>
                      <a:pt x="117" y="23"/>
                    </a:cubicBezTo>
                    <a:cubicBezTo>
                      <a:pt x="107" y="27"/>
                      <a:pt x="97" y="32"/>
                      <a:pt x="85" y="34"/>
                    </a:cubicBezTo>
                    <a:cubicBezTo>
                      <a:pt x="75" y="36"/>
                      <a:pt x="64" y="32"/>
                      <a:pt x="54" y="32"/>
                    </a:cubicBezTo>
                    <a:cubicBezTo>
                      <a:pt x="40" y="32"/>
                      <a:pt x="15" y="27"/>
                      <a:pt x="11" y="43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0" name="Freeform 741">
                <a:extLst>
                  <a:ext uri="{FF2B5EF4-FFF2-40B4-BE49-F238E27FC236}">
                    <a16:creationId xmlns:a16="http://schemas.microsoft.com/office/drawing/2014/main" id="{BA42E2EE-2550-4945-93B7-707029400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060"/>
                <a:ext cx="197" cy="59"/>
              </a:xfrm>
              <a:custGeom>
                <a:avLst/>
                <a:gdLst>
                  <a:gd name="T0" fmla="*/ 0 w 124"/>
                  <a:gd name="T1" fmla="*/ 368 h 37"/>
                  <a:gd name="T2" fmla="*/ 921 w 124"/>
                  <a:gd name="T3" fmla="*/ 368 h 37"/>
                  <a:gd name="T4" fmla="*/ 1187 w 124"/>
                  <a:gd name="T5" fmla="*/ 265 h 37"/>
                  <a:gd name="T6" fmla="*/ 1047 w 124"/>
                  <a:gd name="T7" fmla="*/ 0 h 37"/>
                  <a:gd name="T8" fmla="*/ 1029 w 124"/>
                  <a:gd name="T9" fmla="*/ 239 h 37"/>
                  <a:gd name="T10" fmla="*/ 777 w 124"/>
                  <a:gd name="T11" fmla="*/ 328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37">
                    <a:moveTo>
                      <a:pt x="0" y="36"/>
                    </a:moveTo>
                    <a:cubicBezTo>
                      <a:pt x="30" y="36"/>
                      <a:pt x="61" y="37"/>
                      <a:pt x="91" y="36"/>
                    </a:cubicBezTo>
                    <a:cubicBezTo>
                      <a:pt x="99" y="35"/>
                      <a:pt x="111" y="35"/>
                      <a:pt x="117" y="26"/>
                    </a:cubicBezTo>
                    <a:cubicBezTo>
                      <a:pt x="124" y="15"/>
                      <a:pt x="108" y="7"/>
                      <a:pt x="103" y="0"/>
                    </a:cubicBezTo>
                    <a:cubicBezTo>
                      <a:pt x="106" y="7"/>
                      <a:pt x="107" y="16"/>
                      <a:pt x="102" y="23"/>
                    </a:cubicBezTo>
                    <a:cubicBezTo>
                      <a:pt x="96" y="31"/>
                      <a:pt x="86" y="29"/>
                      <a:pt x="77" y="32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1" name="Freeform 742">
                <a:extLst>
                  <a:ext uri="{FF2B5EF4-FFF2-40B4-BE49-F238E27FC236}">
                    <a16:creationId xmlns:a16="http://schemas.microsoft.com/office/drawing/2014/main" id="{6F013D12-0C7B-4FB0-976A-547B9C598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056"/>
                <a:ext cx="37" cy="16"/>
              </a:xfrm>
              <a:custGeom>
                <a:avLst/>
                <a:gdLst>
                  <a:gd name="T0" fmla="*/ 21 w 23"/>
                  <a:gd name="T1" fmla="*/ 74 h 10"/>
                  <a:gd name="T2" fmla="*/ 228 w 23"/>
                  <a:gd name="T3" fmla="*/ 13 h 10"/>
                  <a:gd name="T4" fmla="*/ 0 w 23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2" y="7"/>
                    </a:moveTo>
                    <a:cubicBezTo>
                      <a:pt x="7" y="7"/>
                      <a:pt x="23" y="10"/>
                      <a:pt x="21" y="1"/>
                    </a:cubicBezTo>
                    <a:cubicBezTo>
                      <a:pt x="15" y="1"/>
                      <a:pt x="4" y="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2" name="Freeform 743">
                <a:extLst>
                  <a:ext uri="{FF2B5EF4-FFF2-40B4-BE49-F238E27FC236}">
                    <a16:creationId xmlns:a16="http://schemas.microsoft.com/office/drawing/2014/main" id="{83C92EEA-9BF3-4EC9-BA82-76DF70D7E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053"/>
                <a:ext cx="10" cy="7"/>
              </a:xfrm>
              <a:custGeom>
                <a:avLst/>
                <a:gdLst>
                  <a:gd name="T0" fmla="*/ 0 w 6"/>
                  <a:gd name="T1" fmla="*/ 1 h 5"/>
                  <a:gd name="T2" fmla="*/ 78 w 6"/>
                  <a:gd name="T3" fmla="*/ 15 h 5"/>
                  <a:gd name="T4" fmla="*/ 62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1" y="4"/>
                      <a:pt x="3" y="5"/>
                      <a:pt x="6" y="3"/>
                    </a:cubicBezTo>
                    <a:cubicBezTo>
                      <a:pt x="6" y="1"/>
                      <a:pt x="6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3" name="Oval 744">
                <a:extLst>
                  <a:ext uri="{FF2B5EF4-FFF2-40B4-BE49-F238E27FC236}">
                    <a16:creationId xmlns:a16="http://schemas.microsoft.com/office/drawing/2014/main" id="{00EC9819-5DE6-42F9-92CF-875212A5B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1064"/>
                <a:ext cx="65" cy="36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04" name="Oval 745">
                <a:extLst>
                  <a:ext uri="{FF2B5EF4-FFF2-40B4-BE49-F238E27FC236}">
                    <a16:creationId xmlns:a16="http://schemas.microsoft.com/office/drawing/2014/main" id="{59329D54-1E92-4E2B-9C62-B211009F5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1056"/>
                <a:ext cx="65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05" name="Oval 746">
                <a:extLst>
                  <a:ext uri="{FF2B5EF4-FFF2-40B4-BE49-F238E27FC236}">
                    <a16:creationId xmlns:a16="http://schemas.microsoft.com/office/drawing/2014/main" id="{9A807772-4A6C-43FA-A99C-3FC138CDC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6" y="1060"/>
                <a:ext cx="65" cy="35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06" name="Freeform 747">
                <a:extLst>
                  <a:ext uri="{FF2B5EF4-FFF2-40B4-BE49-F238E27FC236}">
                    <a16:creationId xmlns:a16="http://schemas.microsoft.com/office/drawing/2014/main" id="{DFC462C8-A352-4871-A274-E5809CBE4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068"/>
                <a:ext cx="49" cy="26"/>
              </a:xfrm>
              <a:custGeom>
                <a:avLst/>
                <a:gdLst>
                  <a:gd name="T0" fmla="*/ 0 w 31"/>
                  <a:gd name="T1" fmla="*/ 111 h 16"/>
                  <a:gd name="T2" fmla="*/ 0 w 31"/>
                  <a:gd name="T3" fmla="*/ 143 h 16"/>
                  <a:gd name="T4" fmla="*/ 138 w 31"/>
                  <a:gd name="T5" fmla="*/ 180 h 16"/>
                  <a:gd name="T6" fmla="*/ 305 w 31"/>
                  <a:gd name="T7" fmla="*/ 68 h 16"/>
                  <a:gd name="T8" fmla="*/ 305 w 31"/>
                  <a:gd name="T9" fmla="*/ 47 h 16"/>
                  <a:gd name="T10" fmla="*/ 169 w 31"/>
                  <a:gd name="T11" fmla="*/ 0 h 16"/>
                  <a:gd name="T12" fmla="*/ 0 w 31"/>
                  <a:gd name="T13" fmla="*/ 11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0" y="10"/>
                    </a:moveTo>
                    <a:cubicBezTo>
                      <a:pt x="0" y="10"/>
                      <a:pt x="0" y="11"/>
                      <a:pt x="0" y="12"/>
                    </a:cubicBezTo>
                    <a:cubicBezTo>
                      <a:pt x="3" y="14"/>
                      <a:pt x="9" y="16"/>
                      <a:pt x="14" y="16"/>
                    </a:cubicBezTo>
                    <a:cubicBezTo>
                      <a:pt x="24" y="16"/>
                      <a:pt x="31" y="12"/>
                      <a:pt x="31" y="6"/>
                    </a:cubicBezTo>
                    <a:cubicBezTo>
                      <a:pt x="31" y="6"/>
                      <a:pt x="31" y="5"/>
                      <a:pt x="31" y="4"/>
                    </a:cubicBezTo>
                    <a:cubicBezTo>
                      <a:pt x="28" y="2"/>
                      <a:pt x="23" y="0"/>
                      <a:pt x="17" y="0"/>
                    </a:cubicBezTo>
                    <a:cubicBezTo>
                      <a:pt x="7" y="0"/>
                      <a:pt x="0" y="4"/>
                      <a:pt x="0" y="10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7" name="Oval 748">
                <a:extLst>
                  <a:ext uri="{FF2B5EF4-FFF2-40B4-BE49-F238E27FC236}">
                    <a16:creationId xmlns:a16="http://schemas.microsoft.com/office/drawing/2014/main" id="{49F2B906-7C22-45E4-AF78-5BC0400DB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1068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08" name="Oval 749">
                <a:extLst>
                  <a:ext uri="{FF2B5EF4-FFF2-40B4-BE49-F238E27FC236}">
                    <a16:creationId xmlns:a16="http://schemas.microsoft.com/office/drawing/2014/main" id="{3EE494E0-B789-4221-950D-95A5FB907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068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09" name="Freeform 750">
                <a:extLst>
                  <a:ext uri="{FF2B5EF4-FFF2-40B4-BE49-F238E27FC236}">
                    <a16:creationId xmlns:a16="http://schemas.microsoft.com/office/drawing/2014/main" id="{8FED9F58-539F-4889-8E98-0CA4919B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079"/>
                <a:ext cx="36" cy="16"/>
              </a:xfrm>
              <a:custGeom>
                <a:avLst/>
                <a:gdLst>
                  <a:gd name="T0" fmla="*/ 216 w 23"/>
                  <a:gd name="T1" fmla="*/ 0 h 10"/>
                  <a:gd name="T2" fmla="*/ 0 w 23"/>
                  <a:gd name="T3" fmla="*/ 86 h 10"/>
                  <a:gd name="T4" fmla="*/ 216 w 2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23" y="0"/>
                    </a:moveTo>
                    <a:cubicBezTo>
                      <a:pt x="20" y="9"/>
                      <a:pt x="8" y="10"/>
                      <a:pt x="0" y="8"/>
                    </a:cubicBezTo>
                    <a:cubicBezTo>
                      <a:pt x="6" y="8"/>
                      <a:pt x="17" y="6"/>
                      <a:pt x="23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0" name="Freeform 751">
                <a:extLst>
                  <a:ext uri="{FF2B5EF4-FFF2-40B4-BE49-F238E27FC236}">
                    <a16:creationId xmlns:a16="http://schemas.microsoft.com/office/drawing/2014/main" id="{9A7182C7-A1C7-4FF8-95EF-7A8ED0E1B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1016"/>
                <a:ext cx="418" cy="125"/>
              </a:xfrm>
              <a:custGeom>
                <a:avLst/>
                <a:gdLst>
                  <a:gd name="T0" fmla="*/ 0 w 264"/>
                  <a:gd name="T1" fmla="*/ 388 h 79"/>
                  <a:gd name="T2" fmla="*/ 326 w 264"/>
                  <a:gd name="T3" fmla="*/ 584 h 79"/>
                  <a:gd name="T4" fmla="*/ 1397 w 264"/>
                  <a:gd name="T5" fmla="*/ 728 h 79"/>
                  <a:gd name="T6" fmla="*/ 2497 w 264"/>
                  <a:gd name="T7" fmla="*/ 646 h 79"/>
                  <a:gd name="T8" fmla="*/ 2457 w 264"/>
                  <a:gd name="T9" fmla="*/ 206 h 79"/>
                  <a:gd name="T10" fmla="*/ 1830 w 264"/>
                  <a:gd name="T11" fmla="*/ 52 h 79"/>
                  <a:gd name="T12" fmla="*/ 1036 w 264"/>
                  <a:gd name="T13" fmla="*/ 138 h 79"/>
                  <a:gd name="T14" fmla="*/ 258 w 264"/>
                  <a:gd name="T15" fmla="*/ 218 h 79"/>
                  <a:gd name="T16" fmla="*/ 0 w 264"/>
                  <a:gd name="T17" fmla="*/ 388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4" h="79">
                    <a:moveTo>
                      <a:pt x="0" y="39"/>
                    </a:moveTo>
                    <a:cubicBezTo>
                      <a:pt x="0" y="54"/>
                      <a:pt x="5" y="57"/>
                      <a:pt x="33" y="59"/>
                    </a:cubicBezTo>
                    <a:cubicBezTo>
                      <a:pt x="60" y="61"/>
                      <a:pt x="86" y="71"/>
                      <a:pt x="140" y="73"/>
                    </a:cubicBezTo>
                    <a:cubicBezTo>
                      <a:pt x="195" y="75"/>
                      <a:pt x="238" y="79"/>
                      <a:pt x="251" y="65"/>
                    </a:cubicBezTo>
                    <a:cubicBezTo>
                      <a:pt x="264" y="51"/>
                      <a:pt x="259" y="28"/>
                      <a:pt x="247" y="21"/>
                    </a:cubicBezTo>
                    <a:cubicBezTo>
                      <a:pt x="235" y="14"/>
                      <a:pt x="215" y="0"/>
                      <a:pt x="184" y="5"/>
                    </a:cubicBezTo>
                    <a:cubicBezTo>
                      <a:pt x="153" y="9"/>
                      <a:pt x="140" y="10"/>
                      <a:pt x="104" y="14"/>
                    </a:cubicBezTo>
                    <a:cubicBezTo>
                      <a:pt x="70" y="17"/>
                      <a:pt x="43" y="20"/>
                      <a:pt x="26" y="22"/>
                    </a:cubicBezTo>
                    <a:cubicBezTo>
                      <a:pt x="9" y="25"/>
                      <a:pt x="0" y="27"/>
                      <a:pt x="0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1" name="Freeform 752">
                <a:extLst>
                  <a:ext uri="{FF2B5EF4-FFF2-40B4-BE49-F238E27FC236}">
                    <a16:creationId xmlns:a16="http://schemas.microsoft.com/office/drawing/2014/main" id="{F9044025-030F-4E86-B290-B0633FAAB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1035"/>
                <a:ext cx="447" cy="106"/>
              </a:xfrm>
              <a:custGeom>
                <a:avLst/>
                <a:gdLst>
                  <a:gd name="T0" fmla="*/ 21 w 282"/>
                  <a:gd name="T1" fmla="*/ 218 h 67"/>
                  <a:gd name="T2" fmla="*/ 430 w 282"/>
                  <a:gd name="T3" fmla="*/ 476 h 67"/>
                  <a:gd name="T4" fmla="*/ 1680 w 282"/>
                  <a:gd name="T5" fmla="*/ 633 h 67"/>
                  <a:gd name="T6" fmla="*/ 2663 w 282"/>
                  <a:gd name="T7" fmla="*/ 413 h 67"/>
                  <a:gd name="T8" fmla="*/ 2752 w 282"/>
                  <a:gd name="T9" fmla="*/ 117 h 67"/>
                  <a:gd name="T10" fmla="*/ 2289 w 282"/>
                  <a:gd name="T11" fmla="*/ 33 h 67"/>
                  <a:gd name="T12" fmla="*/ 1362 w 282"/>
                  <a:gd name="T13" fmla="*/ 138 h 67"/>
                  <a:gd name="T14" fmla="*/ 399 w 282"/>
                  <a:gd name="T15" fmla="*/ 100 h 67"/>
                  <a:gd name="T16" fmla="*/ 21 w 282"/>
                  <a:gd name="T17" fmla="*/ 218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2" h="67">
                    <a:moveTo>
                      <a:pt x="2" y="22"/>
                    </a:moveTo>
                    <a:cubicBezTo>
                      <a:pt x="0" y="36"/>
                      <a:pt x="14" y="40"/>
                      <a:pt x="43" y="48"/>
                    </a:cubicBezTo>
                    <a:cubicBezTo>
                      <a:pt x="73" y="55"/>
                      <a:pt x="116" y="67"/>
                      <a:pt x="168" y="64"/>
                    </a:cubicBezTo>
                    <a:cubicBezTo>
                      <a:pt x="220" y="61"/>
                      <a:pt x="255" y="51"/>
                      <a:pt x="266" y="42"/>
                    </a:cubicBezTo>
                    <a:cubicBezTo>
                      <a:pt x="276" y="33"/>
                      <a:pt x="282" y="21"/>
                      <a:pt x="275" y="12"/>
                    </a:cubicBezTo>
                    <a:cubicBezTo>
                      <a:pt x="267" y="4"/>
                      <a:pt x="259" y="0"/>
                      <a:pt x="229" y="3"/>
                    </a:cubicBezTo>
                    <a:cubicBezTo>
                      <a:pt x="199" y="7"/>
                      <a:pt x="161" y="11"/>
                      <a:pt x="136" y="14"/>
                    </a:cubicBezTo>
                    <a:cubicBezTo>
                      <a:pt x="111" y="17"/>
                      <a:pt x="57" y="14"/>
                      <a:pt x="40" y="10"/>
                    </a:cubicBezTo>
                    <a:cubicBezTo>
                      <a:pt x="22" y="7"/>
                      <a:pt x="5" y="8"/>
                      <a:pt x="2" y="22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2" name="Freeform 753">
                <a:extLst>
                  <a:ext uri="{FF2B5EF4-FFF2-40B4-BE49-F238E27FC236}">
                    <a16:creationId xmlns:a16="http://schemas.microsoft.com/office/drawing/2014/main" id="{4DD3C22F-7C4B-415C-A824-CDF2BBCD3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056"/>
                <a:ext cx="303" cy="39"/>
              </a:xfrm>
              <a:custGeom>
                <a:avLst/>
                <a:gdLst>
                  <a:gd name="T0" fmla="*/ 33 w 191"/>
                  <a:gd name="T1" fmla="*/ 129 h 25"/>
                  <a:gd name="T2" fmla="*/ 121 w 191"/>
                  <a:gd name="T3" fmla="*/ 12 h 25"/>
                  <a:gd name="T4" fmla="*/ 343 w 191"/>
                  <a:gd name="T5" fmla="*/ 34 h 25"/>
                  <a:gd name="T6" fmla="*/ 823 w 191"/>
                  <a:gd name="T7" fmla="*/ 73 h 25"/>
                  <a:gd name="T8" fmla="*/ 1306 w 191"/>
                  <a:gd name="T9" fmla="*/ 53 h 25"/>
                  <a:gd name="T10" fmla="*/ 1615 w 191"/>
                  <a:gd name="T11" fmla="*/ 47 h 25"/>
                  <a:gd name="T12" fmla="*/ 1920 w 191"/>
                  <a:gd name="T13" fmla="*/ 0 h 25"/>
                  <a:gd name="T14" fmla="*/ 1266 w 191"/>
                  <a:gd name="T15" fmla="*/ 103 h 25"/>
                  <a:gd name="T16" fmla="*/ 635 w 191"/>
                  <a:gd name="T17" fmla="*/ 161 h 25"/>
                  <a:gd name="T18" fmla="*/ 227 w 191"/>
                  <a:gd name="T19" fmla="*/ 161 h 25"/>
                  <a:gd name="T20" fmla="*/ 33 w 191"/>
                  <a:gd name="T21" fmla="*/ 129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1" h="25">
                    <a:moveTo>
                      <a:pt x="3" y="14"/>
                    </a:moveTo>
                    <a:cubicBezTo>
                      <a:pt x="0" y="8"/>
                      <a:pt x="8" y="2"/>
                      <a:pt x="12" y="1"/>
                    </a:cubicBezTo>
                    <a:cubicBezTo>
                      <a:pt x="19" y="0"/>
                      <a:pt x="28" y="2"/>
                      <a:pt x="34" y="4"/>
                    </a:cubicBezTo>
                    <a:cubicBezTo>
                      <a:pt x="49" y="7"/>
                      <a:pt x="66" y="8"/>
                      <a:pt x="82" y="8"/>
                    </a:cubicBezTo>
                    <a:cubicBezTo>
                      <a:pt x="98" y="7"/>
                      <a:pt x="114" y="7"/>
                      <a:pt x="130" y="6"/>
                    </a:cubicBezTo>
                    <a:cubicBezTo>
                      <a:pt x="140" y="5"/>
                      <a:pt x="151" y="5"/>
                      <a:pt x="161" y="5"/>
                    </a:cubicBezTo>
                    <a:cubicBezTo>
                      <a:pt x="171" y="4"/>
                      <a:pt x="181" y="0"/>
                      <a:pt x="191" y="0"/>
                    </a:cubicBezTo>
                    <a:cubicBezTo>
                      <a:pt x="171" y="10"/>
                      <a:pt x="147" y="11"/>
                      <a:pt x="126" y="11"/>
                    </a:cubicBezTo>
                    <a:cubicBezTo>
                      <a:pt x="105" y="11"/>
                      <a:pt x="84" y="17"/>
                      <a:pt x="63" y="17"/>
                    </a:cubicBezTo>
                    <a:cubicBezTo>
                      <a:pt x="51" y="16"/>
                      <a:pt x="34" y="11"/>
                      <a:pt x="23" y="17"/>
                    </a:cubicBezTo>
                    <a:cubicBezTo>
                      <a:pt x="19" y="19"/>
                      <a:pt x="4" y="25"/>
                      <a:pt x="3" y="14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3" name="Freeform 754">
                <a:extLst>
                  <a:ext uri="{FF2B5EF4-FFF2-40B4-BE49-F238E27FC236}">
                    <a16:creationId xmlns:a16="http://schemas.microsoft.com/office/drawing/2014/main" id="{F9BC3806-1EB4-451A-BD84-BF71F4EC1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056"/>
                <a:ext cx="150" cy="64"/>
              </a:xfrm>
              <a:custGeom>
                <a:avLst/>
                <a:gdLst>
                  <a:gd name="T0" fmla="*/ 0 w 95"/>
                  <a:gd name="T1" fmla="*/ 381 h 41"/>
                  <a:gd name="T2" fmla="*/ 728 w 95"/>
                  <a:gd name="T3" fmla="*/ 251 h 41"/>
                  <a:gd name="T4" fmla="*/ 903 w 95"/>
                  <a:gd name="T5" fmla="*/ 73 h 41"/>
                  <a:gd name="T6" fmla="*/ 688 w 95"/>
                  <a:gd name="T7" fmla="*/ 12 h 41"/>
                  <a:gd name="T8" fmla="*/ 572 w 95"/>
                  <a:gd name="T9" fmla="*/ 20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41">
                    <a:moveTo>
                      <a:pt x="0" y="41"/>
                    </a:moveTo>
                    <a:cubicBezTo>
                      <a:pt x="25" y="38"/>
                      <a:pt x="51" y="36"/>
                      <a:pt x="74" y="27"/>
                    </a:cubicBezTo>
                    <a:cubicBezTo>
                      <a:pt x="81" y="24"/>
                      <a:pt x="95" y="18"/>
                      <a:pt x="92" y="8"/>
                    </a:cubicBezTo>
                    <a:cubicBezTo>
                      <a:pt x="90" y="0"/>
                      <a:pt x="77" y="1"/>
                      <a:pt x="70" y="1"/>
                    </a:cubicBezTo>
                    <a:cubicBezTo>
                      <a:pt x="81" y="9"/>
                      <a:pt x="65" y="19"/>
                      <a:pt x="58" y="22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4" name="Freeform 755">
                <a:extLst>
                  <a:ext uri="{FF2B5EF4-FFF2-40B4-BE49-F238E27FC236}">
                    <a16:creationId xmlns:a16="http://schemas.microsoft.com/office/drawing/2014/main" id="{6E8A2E90-46A9-44CE-9D7C-AF49CDFAE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045"/>
                <a:ext cx="41" cy="33"/>
              </a:xfrm>
              <a:custGeom>
                <a:avLst/>
                <a:gdLst>
                  <a:gd name="T0" fmla="*/ 21 w 26"/>
                  <a:gd name="T1" fmla="*/ 203 h 21"/>
                  <a:gd name="T2" fmla="*/ 255 w 26"/>
                  <a:gd name="T3" fmla="*/ 135 h 21"/>
                  <a:gd name="T4" fmla="*/ 33 w 26"/>
                  <a:gd name="T5" fmla="*/ 18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2" y="21"/>
                    </a:moveTo>
                    <a:cubicBezTo>
                      <a:pt x="0" y="0"/>
                      <a:pt x="19" y="17"/>
                      <a:pt x="26" y="14"/>
                    </a:cubicBezTo>
                    <a:cubicBezTo>
                      <a:pt x="19" y="11"/>
                      <a:pt x="9" y="15"/>
                      <a:pt x="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5" name="Oval 756">
                <a:extLst>
                  <a:ext uri="{FF2B5EF4-FFF2-40B4-BE49-F238E27FC236}">
                    <a16:creationId xmlns:a16="http://schemas.microsoft.com/office/drawing/2014/main" id="{C2D0057B-1102-4483-8D3B-1700A8C59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0" y="1089"/>
                <a:ext cx="65" cy="36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16" name="Oval 757">
                <a:extLst>
                  <a:ext uri="{FF2B5EF4-FFF2-40B4-BE49-F238E27FC236}">
                    <a16:creationId xmlns:a16="http://schemas.microsoft.com/office/drawing/2014/main" id="{7FAA9BAF-879A-4C5C-8AEE-EFA5C22CA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1081"/>
                <a:ext cx="64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17" name="Oval 758">
                <a:extLst>
                  <a:ext uri="{FF2B5EF4-FFF2-40B4-BE49-F238E27FC236}">
                    <a16:creationId xmlns:a16="http://schemas.microsoft.com/office/drawing/2014/main" id="{5930171E-3CBE-40B9-AFF3-8313AA39F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7" y="1086"/>
                <a:ext cx="65" cy="36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18" name="Freeform 759">
                <a:extLst>
                  <a:ext uri="{FF2B5EF4-FFF2-40B4-BE49-F238E27FC236}">
                    <a16:creationId xmlns:a16="http://schemas.microsoft.com/office/drawing/2014/main" id="{6ECE447F-B13B-4BA6-BC5A-0BB20F8EB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1094"/>
                <a:ext cx="49" cy="25"/>
              </a:xfrm>
              <a:custGeom>
                <a:avLst/>
                <a:gdLst>
                  <a:gd name="T0" fmla="*/ 0 w 31"/>
                  <a:gd name="T1" fmla="*/ 95 h 16"/>
                  <a:gd name="T2" fmla="*/ 0 w 31"/>
                  <a:gd name="T3" fmla="*/ 114 h 16"/>
                  <a:gd name="T4" fmla="*/ 138 w 31"/>
                  <a:gd name="T5" fmla="*/ 148 h 16"/>
                  <a:gd name="T6" fmla="*/ 305 w 31"/>
                  <a:gd name="T7" fmla="*/ 66 h 16"/>
                  <a:gd name="T8" fmla="*/ 305 w 31"/>
                  <a:gd name="T9" fmla="*/ 48 h 16"/>
                  <a:gd name="T10" fmla="*/ 169 w 31"/>
                  <a:gd name="T11" fmla="*/ 0 h 16"/>
                  <a:gd name="T12" fmla="*/ 0 w 31"/>
                  <a:gd name="T13" fmla="*/ 9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0" y="10"/>
                    </a:moveTo>
                    <a:cubicBezTo>
                      <a:pt x="0" y="10"/>
                      <a:pt x="0" y="11"/>
                      <a:pt x="0" y="12"/>
                    </a:cubicBezTo>
                    <a:cubicBezTo>
                      <a:pt x="3" y="14"/>
                      <a:pt x="8" y="16"/>
                      <a:pt x="14" y="16"/>
                    </a:cubicBezTo>
                    <a:cubicBezTo>
                      <a:pt x="24" y="16"/>
                      <a:pt x="31" y="12"/>
                      <a:pt x="31" y="7"/>
                    </a:cubicBezTo>
                    <a:cubicBezTo>
                      <a:pt x="31" y="6"/>
                      <a:pt x="31" y="5"/>
                      <a:pt x="31" y="5"/>
                    </a:cubicBezTo>
                    <a:cubicBezTo>
                      <a:pt x="28" y="2"/>
                      <a:pt x="23" y="0"/>
                      <a:pt x="17" y="0"/>
                    </a:cubicBezTo>
                    <a:cubicBezTo>
                      <a:pt x="7" y="0"/>
                      <a:pt x="0" y="4"/>
                      <a:pt x="0" y="10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9" name="Oval 760">
                <a:extLst>
                  <a:ext uri="{FF2B5EF4-FFF2-40B4-BE49-F238E27FC236}">
                    <a16:creationId xmlns:a16="http://schemas.microsoft.com/office/drawing/2014/main" id="{EC10AC2E-0710-445D-9BE4-83CD750C8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1094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20" name="Oval 761">
                <a:extLst>
                  <a:ext uri="{FF2B5EF4-FFF2-40B4-BE49-F238E27FC236}">
                    <a16:creationId xmlns:a16="http://schemas.microsoft.com/office/drawing/2014/main" id="{0C1F1E10-DEC7-44D9-BFE5-38E965629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1094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21" name="Freeform 762">
                <a:extLst>
                  <a:ext uri="{FF2B5EF4-FFF2-40B4-BE49-F238E27FC236}">
                    <a16:creationId xmlns:a16="http://schemas.microsoft.com/office/drawing/2014/main" id="{6080252E-5D7E-4109-866E-AA3E65B7D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105"/>
                <a:ext cx="37" cy="17"/>
              </a:xfrm>
              <a:custGeom>
                <a:avLst/>
                <a:gdLst>
                  <a:gd name="T0" fmla="*/ 251 w 23"/>
                  <a:gd name="T1" fmla="*/ 0 h 11"/>
                  <a:gd name="T2" fmla="*/ 0 w 23"/>
                  <a:gd name="T3" fmla="*/ 70 h 11"/>
                  <a:gd name="T4" fmla="*/ 251 w 2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23" y="0"/>
                    </a:moveTo>
                    <a:cubicBezTo>
                      <a:pt x="19" y="9"/>
                      <a:pt x="8" y="11"/>
                      <a:pt x="0" y="8"/>
                    </a:cubicBezTo>
                    <a:cubicBezTo>
                      <a:pt x="6" y="8"/>
                      <a:pt x="17" y="7"/>
                      <a:pt x="23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2" name="Freeform 763">
                <a:extLst>
                  <a:ext uri="{FF2B5EF4-FFF2-40B4-BE49-F238E27FC236}">
                    <a16:creationId xmlns:a16="http://schemas.microsoft.com/office/drawing/2014/main" id="{A0747D55-5089-40C1-AD89-919216D5F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1035"/>
                <a:ext cx="447" cy="106"/>
              </a:xfrm>
              <a:custGeom>
                <a:avLst/>
                <a:gdLst>
                  <a:gd name="T0" fmla="*/ 21 w 282"/>
                  <a:gd name="T1" fmla="*/ 218 h 67"/>
                  <a:gd name="T2" fmla="*/ 430 w 282"/>
                  <a:gd name="T3" fmla="*/ 476 h 67"/>
                  <a:gd name="T4" fmla="*/ 1680 w 282"/>
                  <a:gd name="T5" fmla="*/ 633 h 67"/>
                  <a:gd name="T6" fmla="*/ 2663 w 282"/>
                  <a:gd name="T7" fmla="*/ 413 h 67"/>
                  <a:gd name="T8" fmla="*/ 2752 w 282"/>
                  <a:gd name="T9" fmla="*/ 117 h 67"/>
                  <a:gd name="T10" fmla="*/ 2289 w 282"/>
                  <a:gd name="T11" fmla="*/ 33 h 67"/>
                  <a:gd name="T12" fmla="*/ 1362 w 282"/>
                  <a:gd name="T13" fmla="*/ 138 h 67"/>
                  <a:gd name="T14" fmla="*/ 399 w 282"/>
                  <a:gd name="T15" fmla="*/ 100 h 67"/>
                  <a:gd name="T16" fmla="*/ 21 w 282"/>
                  <a:gd name="T17" fmla="*/ 218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2" h="67">
                    <a:moveTo>
                      <a:pt x="2" y="22"/>
                    </a:moveTo>
                    <a:cubicBezTo>
                      <a:pt x="0" y="36"/>
                      <a:pt x="14" y="40"/>
                      <a:pt x="43" y="48"/>
                    </a:cubicBezTo>
                    <a:cubicBezTo>
                      <a:pt x="73" y="55"/>
                      <a:pt x="116" y="67"/>
                      <a:pt x="168" y="64"/>
                    </a:cubicBezTo>
                    <a:cubicBezTo>
                      <a:pt x="220" y="61"/>
                      <a:pt x="255" y="51"/>
                      <a:pt x="266" y="42"/>
                    </a:cubicBezTo>
                    <a:cubicBezTo>
                      <a:pt x="276" y="33"/>
                      <a:pt x="282" y="21"/>
                      <a:pt x="275" y="12"/>
                    </a:cubicBezTo>
                    <a:cubicBezTo>
                      <a:pt x="267" y="4"/>
                      <a:pt x="259" y="0"/>
                      <a:pt x="229" y="3"/>
                    </a:cubicBezTo>
                    <a:cubicBezTo>
                      <a:pt x="199" y="7"/>
                      <a:pt x="161" y="11"/>
                      <a:pt x="136" y="14"/>
                    </a:cubicBezTo>
                    <a:cubicBezTo>
                      <a:pt x="111" y="17"/>
                      <a:pt x="57" y="14"/>
                      <a:pt x="40" y="10"/>
                    </a:cubicBezTo>
                    <a:cubicBezTo>
                      <a:pt x="22" y="7"/>
                      <a:pt x="5" y="8"/>
                      <a:pt x="2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3" name="Freeform 764">
                <a:extLst>
                  <a:ext uri="{FF2B5EF4-FFF2-40B4-BE49-F238E27FC236}">
                    <a16:creationId xmlns:a16="http://schemas.microsoft.com/office/drawing/2014/main" id="{AA59978A-057B-4A16-8F77-8540D6EAD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144"/>
                <a:ext cx="688" cy="168"/>
              </a:xfrm>
              <a:custGeom>
                <a:avLst/>
                <a:gdLst>
                  <a:gd name="T0" fmla="*/ 33 w 434"/>
                  <a:gd name="T1" fmla="*/ 701 h 106"/>
                  <a:gd name="T2" fmla="*/ 563 w 434"/>
                  <a:gd name="T3" fmla="*/ 783 h 106"/>
                  <a:gd name="T4" fmla="*/ 1674 w 434"/>
                  <a:gd name="T5" fmla="*/ 851 h 106"/>
                  <a:gd name="T6" fmla="*/ 3594 w 434"/>
                  <a:gd name="T7" fmla="*/ 808 h 106"/>
                  <a:gd name="T8" fmla="*/ 4315 w 434"/>
                  <a:gd name="T9" fmla="*/ 379 h 106"/>
                  <a:gd name="T10" fmla="*/ 3511 w 434"/>
                  <a:gd name="T11" fmla="*/ 138 h 106"/>
                  <a:gd name="T12" fmla="*/ 2002 w 434"/>
                  <a:gd name="T13" fmla="*/ 82 h 106"/>
                  <a:gd name="T14" fmla="*/ 789 w 434"/>
                  <a:gd name="T15" fmla="*/ 374 h 106"/>
                  <a:gd name="T16" fmla="*/ 100 w 434"/>
                  <a:gd name="T17" fmla="*/ 628 h 106"/>
                  <a:gd name="T18" fmla="*/ 33 w 434"/>
                  <a:gd name="T19" fmla="*/ 701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4" h="106">
                    <a:moveTo>
                      <a:pt x="3" y="70"/>
                    </a:moveTo>
                    <a:cubicBezTo>
                      <a:pt x="4" y="79"/>
                      <a:pt x="19" y="79"/>
                      <a:pt x="56" y="78"/>
                    </a:cubicBezTo>
                    <a:cubicBezTo>
                      <a:pt x="93" y="77"/>
                      <a:pt x="109" y="72"/>
                      <a:pt x="167" y="85"/>
                    </a:cubicBezTo>
                    <a:cubicBezTo>
                      <a:pt x="225" y="98"/>
                      <a:pt x="308" y="106"/>
                      <a:pt x="359" y="81"/>
                    </a:cubicBezTo>
                    <a:cubicBezTo>
                      <a:pt x="410" y="56"/>
                      <a:pt x="429" y="50"/>
                      <a:pt x="431" y="38"/>
                    </a:cubicBezTo>
                    <a:cubicBezTo>
                      <a:pt x="434" y="26"/>
                      <a:pt x="388" y="19"/>
                      <a:pt x="351" y="14"/>
                    </a:cubicBezTo>
                    <a:cubicBezTo>
                      <a:pt x="315" y="10"/>
                      <a:pt x="259" y="0"/>
                      <a:pt x="200" y="8"/>
                    </a:cubicBezTo>
                    <a:cubicBezTo>
                      <a:pt x="142" y="16"/>
                      <a:pt x="110" y="23"/>
                      <a:pt x="79" y="37"/>
                    </a:cubicBezTo>
                    <a:cubicBezTo>
                      <a:pt x="49" y="51"/>
                      <a:pt x="20" y="60"/>
                      <a:pt x="10" y="63"/>
                    </a:cubicBezTo>
                    <a:cubicBezTo>
                      <a:pt x="0" y="66"/>
                      <a:pt x="3" y="65"/>
                      <a:pt x="3" y="70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4" name="Freeform 765">
                <a:extLst>
                  <a:ext uri="{FF2B5EF4-FFF2-40B4-BE49-F238E27FC236}">
                    <a16:creationId xmlns:a16="http://schemas.microsoft.com/office/drawing/2014/main" id="{6DDC6FCA-E227-4FE2-93CF-A4C4B75DF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158"/>
                <a:ext cx="520" cy="94"/>
              </a:xfrm>
              <a:custGeom>
                <a:avLst/>
                <a:gdLst>
                  <a:gd name="T0" fmla="*/ 21 w 328"/>
                  <a:gd name="T1" fmla="*/ 586 h 59"/>
                  <a:gd name="T2" fmla="*/ 756 w 328"/>
                  <a:gd name="T3" fmla="*/ 292 h 59"/>
                  <a:gd name="T4" fmla="*/ 1725 w 328"/>
                  <a:gd name="T5" fmla="*/ 73 h 59"/>
                  <a:gd name="T6" fmla="*/ 2323 w 328"/>
                  <a:gd name="T7" fmla="*/ 40 h 59"/>
                  <a:gd name="T8" fmla="*/ 3282 w 328"/>
                  <a:gd name="T9" fmla="*/ 163 h 59"/>
                  <a:gd name="T10" fmla="*/ 2254 w 328"/>
                  <a:gd name="T11" fmla="*/ 185 h 59"/>
                  <a:gd name="T12" fmla="*/ 1772 w 328"/>
                  <a:gd name="T13" fmla="*/ 368 h 59"/>
                  <a:gd name="T14" fmla="*/ 1245 w 328"/>
                  <a:gd name="T15" fmla="*/ 368 h 59"/>
                  <a:gd name="T16" fmla="*/ 842 w 328"/>
                  <a:gd name="T17" fmla="*/ 445 h 59"/>
                  <a:gd name="T18" fmla="*/ 542 w 328"/>
                  <a:gd name="T19" fmla="*/ 489 h 59"/>
                  <a:gd name="T20" fmla="*/ 0 w 328"/>
                  <a:gd name="T21" fmla="*/ 607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8" h="59">
                    <a:moveTo>
                      <a:pt x="2" y="57"/>
                    </a:moveTo>
                    <a:cubicBezTo>
                      <a:pt x="26" y="47"/>
                      <a:pt x="51" y="37"/>
                      <a:pt x="76" y="28"/>
                    </a:cubicBezTo>
                    <a:cubicBezTo>
                      <a:pt x="108" y="17"/>
                      <a:pt x="139" y="12"/>
                      <a:pt x="172" y="7"/>
                    </a:cubicBezTo>
                    <a:cubicBezTo>
                      <a:pt x="192" y="4"/>
                      <a:pt x="212" y="0"/>
                      <a:pt x="232" y="4"/>
                    </a:cubicBezTo>
                    <a:cubicBezTo>
                      <a:pt x="264" y="10"/>
                      <a:pt x="299" y="4"/>
                      <a:pt x="328" y="16"/>
                    </a:cubicBezTo>
                    <a:cubicBezTo>
                      <a:pt x="294" y="11"/>
                      <a:pt x="259" y="10"/>
                      <a:pt x="225" y="18"/>
                    </a:cubicBezTo>
                    <a:cubicBezTo>
                      <a:pt x="208" y="23"/>
                      <a:pt x="193" y="33"/>
                      <a:pt x="177" y="36"/>
                    </a:cubicBezTo>
                    <a:cubicBezTo>
                      <a:pt x="159" y="39"/>
                      <a:pt x="141" y="35"/>
                      <a:pt x="124" y="36"/>
                    </a:cubicBezTo>
                    <a:cubicBezTo>
                      <a:pt x="110" y="37"/>
                      <a:pt x="97" y="40"/>
                      <a:pt x="84" y="43"/>
                    </a:cubicBezTo>
                    <a:cubicBezTo>
                      <a:pt x="74" y="46"/>
                      <a:pt x="64" y="46"/>
                      <a:pt x="54" y="48"/>
                    </a:cubicBezTo>
                    <a:cubicBezTo>
                      <a:pt x="37" y="51"/>
                      <a:pt x="16" y="52"/>
                      <a:pt x="0" y="59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5" name="Freeform 766">
                <a:extLst>
                  <a:ext uri="{FF2B5EF4-FFF2-40B4-BE49-F238E27FC236}">
                    <a16:creationId xmlns:a16="http://schemas.microsoft.com/office/drawing/2014/main" id="{5662CFD2-9190-4D99-90E7-8491B6B8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204"/>
                <a:ext cx="496" cy="89"/>
              </a:xfrm>
              <a:custGeom>
                <a:avLst/>
                <a:gdLst>
                  <a:gd name="T0" fmla="*/ 258 w 313"/>
                  <a:gd name="T1" fmla="*/ 305 h 56"/>
                  <a:gd name="T2" fmla="*/ 2036 w 313"/>
                  <a:gd name="T3" fmla="*/ 477 h 56"/>
                  <a:gd name="T4" fmla="*/ 2667 w 313"/>
                  <a:gd name="T5" fmla="*/ 273 h 56"/>
                  <a:gd name="T6" fmla="*/ 2968 w 313"/>
                  <a:gd name="T7" fmla="*/ 121 h 56"/>
                  <a:gd name="T8" fmla="*/ 3128 w 313"/>
                  <a:gd name="T9" fmla="*/ 0 h 56"/>
                  <a:gd name="T10" fmla="*/ 2667 w 313"/>
                  <a:gd name="T11" fmla="*/ 172 h 56"/>
                  <a:gd name="T12" fmla="*/ 2371 w 313"/>
                  <a:gd name="T13" fmla="*/ 184 h 56"/>
                  <a:gd name="T14" fmla="*/ 2220 w 313"/>
                  <a:gd name="T15" fmla="*/ 162 h 56"/>
                  <a:gd name="T16" fmla="*/ 2014 w 313"/>
                  <a:gd name="T17" fmla="*/ 192 h 56"/>
                  <a:gd name="T18" fmla="*/ 1791 w 313"/>
                  <a:gd name="T19" fmla="*/ 192 h 56"/>
                  <a:gd name="T20" fmla="*/ 1250 w 313"/>
                  <a:gd name="T21" fmla="*/ 292 h 56"/>
                  <a:gd name="T22" fmla="*/ 0 w 313"/>
                  <a:gd name="T23" fmla="*/ 288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3" h="56">
                    <a:moveTo>
                      <a:pt x="26" y="30"/>
                    </a:moveTo>
                    <a:cubicBezTo>
                      <a:pt x="85" y="31"/>
                      <a:pt x="143" y="56"/>
                      <a:pt x="204" y="47"/>
                    </a:cubicBezTo>
                    <a:cubicBezTo>
                      <a:pt x="226" y="44"/>
                      <a:pt x="246" y="37"/>
                      <a:pt x="267" y="27"/>
                    </a:cubicBezTo>
                    <a:cubicBezTo>
                      <a:pt x="277" y="22"/>
                      <a:pt x="287" y="16"/>
                      <a:pt x="297" y="12"/>
                    </a:cubicBezTo>
                    <a:cubicBezTo>
                      <a:pt x="305" y="9"/>
                      <a:pt x="309" y="7"/>
                      <a:pt x="313" y="0"/>
                    </a:cubicBezTo>
                    <a:cubicBezTo>
                      <a:pt x="297" y="7"/>
                      <a:pt x="285" y="15"/>
                      <a:pt x="267" y="17"/>
                    </a:cubicBezTo>
                    <a:cubicBezTo>
                      <a:pt x="257" y="18"/>
                      <a:pt x="247" y="19"/>
                      <a:pt x="237" y="18"/>
                    </a:cubicBezTo>
                    <a:cubicBezTo>
                      <a:pt x="232" y="17"/>
                      <a:pt x="227" y="15"/>
                      <a:pt x="222" y="16"/>
                    </a:cubicBezTo>
                    <a:cubicBezTo>
                      <a:pt x="214" y="17"/>
                      <a:pt x="210" y="20"/>
                      <a:pt x="201" y="19"/>
                    </a:cubicBezTo>
                    <a:cubicBezTo>
                      <a:pt x="194" y="19"/>
                      <a:pt x="185" y="17"/>
                      <a:pt x="179" y="19"/>
                    </a:cubicBezTo>
                    <a:cubicBezTo>
                      <a:pt x="188" y="41"/>
                      <a:pt x="136" y="31"/>
                      <a:pt x="125" y="29"/>
                    </a:cubicBezTo>
                    <a:cubicBezTo>
                      <a:pt x="84" y="22"/>
                      <a:pt x="40" y="18"/>
                      <a:pt x="0" y="28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6" name="Freeform 767">
                <a:extLst>
                  <a:ext uri="{FF2B5EF4-FFF2-40B4-BE49-F238E27FC236}">
                    <a16:creationId xmlns:a16="http://schemas.microsoft.com/office/drawing/2014/main" id="{AAD80258-B07F-4A43-9513-B590B1456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176"/>
                <a:ext cx="126" cy="19"/>
              </a:xfrm>
              <a:custGeom>
                <a:avLst/>
                <a:gdLst>
                  <a:gd name="T0" fmla="*/ 0 w 80"/>
                  <a:gd name="T1" fmla="*/ 120 h 12"/>
                  <a:gd name="T2" fmla="*/ 773 w 8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2">
                    <a:moveTo>
                      <a:pt x="0" y="12"/>
                    </a:moveTo>
                    <a:cubicBezTo>
                      <a:pt x="23" y="0"/>
                      <a:pt x="55" y="1"/>
                      <a:pt x="8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7" name="Oval 768">
                <a:extLst>
                  <a:ext uri="{FF2B5EF4-FFF2-40B4-BE49-F238E27FC236}">
                    <a16:creationId xmlns:a16="http://schemas.microsoft.com/office/drawing/2014/main" id="{28482FAA-F795-48D9-A3A4-05050BF60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7" y="1209"/>
                <a:ext cx="82" cy="44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28" name="Oval 769">
                <a:extLst>
                  <a:ext uri="{FF2B5EF4-FFF2-40B4-BE49-F238E27FC236}">
                    <a16:creationId xmlns:a16="http://schemas.microsoft.com/office/drawing/2014/main" id="{8AA84E5B-A73E-44AC-B158-6D3B8725B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7" y="1198"/>
                <a:ext cx="83" cy="4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29" name="Oval 770">
                <a:extLst>
                  <a:ext uri="{FF2B5EF4-FFF2-40B4-BE49-F238E27FC236}">
                    <a16:creationId xmlns:a16="http://schemas.microsoft.com/office/drawing/2014/main" id="{FE239207-4B56-487E-B323-095E40743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4" y="1204"/>
                <a:ext cx="81" cy="44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30" name="Freeform 771">
                <a:extLst>
                  <a:ext uri="{FF2B5EF4-FFF2-40B4-BE49-F238E27FC236}">
                    <a16:creationId xmlns:a16="http://schemas.microsoft.com/office/drawing/2014/main" id="{CCB42C23-00F6-4F1B-B3ED-F9DA21BDD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215"/>
                <a:ext cx="63" cy="30"/>
              </a:xfrm>
              <a:custGeom>
                <a:avLst/>
                <a:gdLst>
                  <a:gd name="T0" fmla="*/ 0 w 40"/>
                  <a:gd name="T1" fmla="*/ 107 h 19"/>
                  <a:gd name="T2" fmla="*/ 13 w 40"/>
                  <a:gd name="T3" fmla="*/ 137 h 19"/>
                  <a:gd name="T4" fmla="*/ 184 w 40"/>
                  <a:gd name="T5" fmla="*/ 185 h 19"/>
                  <a:gd name="T6" fmla="*/ 387 w 40"/>
                  <a:gd name="T7" fmla="*/ 68 h 19"/>
                  <a:gd name="T8" fmla="*/ 387 w 40"/>
                  <a:gd name="T9" fmla="*/ 52 h 19"/>
                  <a:gd name="T10" fmla="*/ 216 w 40"/>
                  <a:gd name="T11" fmla="*/ 0 h 19"/>
                  <a:gd name="T12" fmla="*/ 0 w 40"/>
                  <a:gd name="T13" fmla="*/ 10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9">
                    <a:moveTo>
                      <a:pt x="0" y="11"/>
                    </a:moveTo>
                    <a:cubicBezTo>
                      <a:pt x="0" y="12"/>
                      <a:pt x="1" y="13"/>
                      <a:pt x="1" y="14"/>
                    </a:cubicBezTo>
                    <a:cubicBezTo>
                      <a:pt x="5" y="17"/>
                      <a:pt x="11" y="19"/>
                      <a:pt x="19" y="19"/>
                    </a:cubicBezTo>
                    <a:cubicBezTo>
                      <a:pt x="31" y="19"/>
                      <a:pt x="40" y="14"/>
                      <a:pt x="40" y="7"/>
                    </a:cubicBezTo>
                    <a:cubicBezTo>
                      <a:pt x="40" y="7"/>
                      <a:pt x="40" y="6"/>
                      <a:pt x="40" y="5"/>
                    </a:cubicBezTo>
                    <a:cubicBezTo>
                      <a:pt x="36" y="2"/>
                      <a:pt x="29" y="0"/>
                      <a:pt x="22" y="0"/>
                    </a:cubicBezTo>
                    <a:cubicBezTo>
                      <a:pt x="10" y="0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1" name="Oval 772">
                <a:extLst>
                  <a:ext uri="{FF2B5EF4-FFF2-40B4-BE49-F238E27FC236}">
                    <a16:creationId xmlns:a16="http://schemas.microsoft.com/office/drawing/2014/main" id="{FEACD2FA-8727-4474-BE63-2D5F788DE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" y="121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32" name="Oval 773">
                <a:extLst>
                  <a:ext uri="{FF2B5EF4-FFF2-40B4-BE49-F238E27FC236}">
                    <a16:creationId xmlns:a16="http://schemas.microsoft.com/office/drawing/2014/main" id="{60472F42-9772-4319-87B4-6B97C75BD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9" y="1214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33" name="Freeform 774">
                <a:extLst>
                  <a:ext uri="{FF2B5EF4-FFF2-40B4-BE49-F238E27FC236}">
                    <a16:creationId xmlns:a16="http://schemas.microsoft.com/office/drawing/2014/main" id="{1E074B7A-6710-4A02-BA8F-26EF531D6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229"/>
                <a:ext cx="46" cy="19"/>
              </a:xfrm>
              <a:custGeom>
                <a:avLst/>
                <a:gdLst>
                  <a:gd name="T0" fmla="*/ 292 w 29"/>
                  <a:gd name="T1" fmla="*/ 0 h 12"/>
                  <a:gd name="T2" fmla="*/ 0 w 29"/>
                  <a:gd name="T3" fmla="*/ 87 h 12"/>
                  <a:gd name="T4" fmla="*/ 292 w 2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2">
                    <a:moveTo>
                      <a:pt x="29" y="0"/>
                    </a:moveTo>
                    <a:cubicBezTo>
                      <a:pt x="24" y="11"/>
                      <a:pt x="10" y="12"/>
                      <a:pt x="0" y="9"/>
                    </a:cubicBezTo>
                    <a:cubicBezTo>
                      <a:pt x="7" y="9"/>
                      <a:pt x="21" y="7"/>
                      <a:pt x="29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4" name="Freeform 775">
                <a:extLst>
                  <a:ext uri="{FF2B5EF4-FFF2-40B4-BE49-F238E27FC236}">
                    <a16:creationId xmlns:a16="http://schemas.microsoft.com/office/drawing/2014/main" id="{7F224140-0825-4E56-AEA2-09F28ABBB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144"/>
                <a:ext cx="688" cy="168"/>
              </a:xfrm>
              <a:custGeom>
                <a:avLst/>
                <a:gdLst>
                  <a:gd name="T0" fmla="*/ 33 w 434"/>
                  <a:gd name="T1" fmla="*/ 701 h 106"/>
                  <a:gd name="T2" fmla="*/ 563 w 434"/>
                  <a:gd name="T3" fmla="*/ 783 h 106"/>
                  <a:gd name="T4" fmla="*/ 1674 w 434"/>
                  <a:gd name="T5" fmla="*/ 851 h 106"/>
                  <a:gd name="T6" fmla="*/ 3594 w 434"/>
                  <a:gd name="T7" fmla="*/ 808 h 106"/>
                  <a:gd name="T8" fmla="*/ 4315 w 434"/>
                  <a:gd name="T9" fmla="*/ 379 h 106"/>
                  <a:gd name="T10" fmla="*/ 3511 w 434"/>
                  <a:gd name="T11" fmla="*/ 138 h 106"/>
                  <a:gd name="T12" fmla="*/ 2002 w 434"/>
                  <a:gd name="T13" fmla="*/ 82 h 106"/>
                  <a:gd name="T14" fmla="*/ 789 w 434"/>
                  <a:gd name="T15" fmla="*/ 374 h 106"/>
                  <a:gd name="T16" fmla="*/ 100 w 434"/>
                  <a:gd name="T17" fmla="*/ 628 h 106"/>
                  <a:gd name="T18" fmla="*/ 33 w 434"/>
                  <a:gd name="T19" fmla="*/ 701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4" h="106">
                    <a:moveTo>
                      <a:pt x="3" y="70"/>
                    </a:moveTo>
                    <a:cubicBezTo>
                      <a:pt x="4" y="79"/>
                      <a:pt x="19" y="79"/>
                      <a:pt x="56" y="78"/>
                    </a:cubicBezTo>
                    <a:cubicBezTo>
                      <a:pt x="93" y="77"/>
                      <a:pt x="109" y="72"/>
                      <a:pt x="167" y="85"/>
                    </a:cubicBezTo>
                    <a:cubicBezTo>
                      <a:pt x="225" y="98"/>
                      <a:pt x="308" y="106"/>
                      <a:pt x="359" y="81"/>
                    </a:cubicBezTo>
                    <a:cubicBezTo>
                      <a:pt x="410" y="56"/>
                      <a:pt x="429" y="50"/>
                      <a:pt x="431" y="38"/>
                    </a:cubicBezTo>
                    <a:cubicBezTo>
                      <a:pt x="434" y="26"/>
                      <a:pt x="388" y="19"/>
                      <a:pt x="351" y="14"/>
                    </a:cubicBezTo>
                    <a:cubicBezTo>
                      <a:pt x="315" y="10"/>
                      <a:pt x="259" y="0"/>
                      <a:pt x="200" y="8"/>
                    </a:cubicBezTo>
                    <a:cubicBezTo>
                      <a:pt x="142" y="16"/>
                      <a:pt x="110" y="23"/>
                      <a:pt x="79" y="37"/>
                    </a:cubicBezTo>
                    <a:cubicBezTo>
                      <a:pt x="49" y="51"/>
                      <a:pt x="20" y="60"/>
                      <a:pt x="10" y="63"/>
                    </a:cubicBezTo>
                    <a:cubicBezTo>
                      <a:pt x="0" y="66"/>
                      <a:pt x="3" y="65"/>
                      <a:pt x="3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5" name="Freeform 776">
                <a:extLst>
                  <a:ext uri="{FF2B5EF4-FFF2-40B4-BE49-F238E27FC236}">
                    <a16:creationId xmlns:a16="http://schemas.microsoft.com/office/drawing/2014/main" id="{F49BEE13-0E76-4E24-8013-583D90DF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128"/>
                <a:ext cx="594" cy="143"/>
              </a:xfrm>
              <a:custGeom>
                <a:avLst/>
                <a:gdLst>
                  <a:gd name="T0" fmla="*/ 52 w 375"/>
                  <a:gd name="T1" fmla="*/ 83 h 90"/>
                  <a:gd name="T2" fmla="*/ 550 w 375"/>
                  <a:gd name="T3" fmla="*/ 566 h 90"/>
                  <a:gd name="T4" fmla="*/ 1714 w 375"/>
                  <a:gd name="T5" fmla="*/ 899 h 90"/>
                  <a:gd name="T6" fmla="*/ 2940 w 375"/>
                  <a:gd name="T7" fmla="*/ 721 h 90"/>
                  <a:gd name="T8" fmla="*/ 3708 w 375"/>
                  <a:gd name="T9" fmla="*/ 580 h 90"/>
                  <a:gd name="T10" fmla="*/ 3231 w 375"/>
                  <a:gd name="T11" fmla="*/ 273 h 90"/>
                  <a:gd name="T12" fmla="*/ 2050 w 375"/>
                  <a:gd name="T13" fmla="*/ 132 h 90"/>
                  <a:gd name="T14" fmla="*/ 778 w 375"/>
                  <a:gd name="T15" fmla="*/ 102 h 90"/>
                  <a:gd name="T16" fmla="*/ 52 w 375"/>
                  <a:gd name="T17" fmla="*/ 83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5" h="90">
                    <a:moveTo>
                      <a:pt x="5" y="8"/>
                    </a:moveTo>
                    <a:cubicBezTo>
                      <a:pt x="0" y="25"/>
                      <a:pt x="19" y="36"/>
                      <a:pt x="55" y="56"/>
                    </a:cubicBezTo>
                    <a:cubicBezTo>
                      <a:pt x="92" y="75"/>
                      <a:pt x="123" y="90"/>
                      <a:pt x="172" y="89"/>
                    </a:cubicBezTo>
                    <a:cubicBezTo>
                      <a:pt x="221" y="88"/>
                      <a:pt x="246" y="74"/>
                      <a:pt x="295" y="71"/>
                    </a:cubicBezTo>
                    <a:cubicBezTo>
                      <a:pt x="344" y="67"/>
                      <a:pt x="369" y="63"/>
                      <a:pt x="372" y="57"/>
                    </a:cubicBezTo>
                    <a:cubicBezTo>
                      <a:pt x="375" y="52"/>
                      <a:pt x="353" y="36"/>
                      <a:pt x="324" y="27"/>
                    </a:cubicBezTo>
                    <a:cubicBezTo>
                      <a:pt x="296" y="18"/>
                      <a:pt x="258" y="10"/>
                      <a:pt x="206" y="13"/>
                    </a:cubicBezTo>
                    <a:cubicBezTo>
                      <a:pt x="153" y="16"/>
                      <a:pt x="107" y="18"/>
                      <a:pt x="78" y="10"/>
                    </a:cubicBezTo>
                    <a:cubicBezTo>
                      <a:pt x="48" y="2"/>
                      <a:pt x="9" y="0"/>
                      <a:pt x="5" y="8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6" name="Freeform 777">
                <a:extLst>
                  <a:ext uri="{FF2B5EF4-FFF2-40B4-BE49-F238E27FC236}">
                    <a16:creationId xmlns:a16="http://schemas.microsoft.com/office/drawing/2014/main" id="{A37D3DAA-99E0-489F-8491-A0B0A09FA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139"/>
                <a:ext cx="482" cy="57"/>
              </a:xfrm>
              <a:custGeom>
                <a:avLst/>
                <a:gdLst>
                  <a:gd name="T0" fmla="*/ 13 w 304"/>
                  <a:gd name="T1" fmla="*/ 120 h 36"/>
                  <a:gd name="T2" fmla="*/ 52 w 304"/>
                  <a:gd name="T3" fmla="*/ 21 h 36"/>
                  <a:gd name="T4" fmla="*/ 206 w 304"/>
                  <a:gd name="T5" fmla="*/ 21 h 36"/>
                  <a:gd name="T6" fmla="*/ 542 w 304"/>
                  <a:gd name="T7" fmla="*/ 100 h 36"/>
                  <a:gd name="T8" fmla="*/ 1091 w 304"/>
                  <a:gd name="T9" fmla="*/ 171 h 36"/>
                  <a:gd name="T10" fmla="*/ 1880 w 304"/>
                  <a:gd name="T11" fmla="*/ 150 h 36"/>
                  <a:gd name="T12" fmla="*/ 2343 w 304"/>
                  <a:gd name="T13" fmla="*/ 120 h 36"/>
                  <a:gd name="T14" fmla="*/ 2718 w 304"/>
                  <a:gd name="T15" fmla="*/ 150 h 36"/>
                  <a:gd name="T16" fmla="*/ 3044 w 304"/>
                  <a:gd name="T17" fmla="*/ 238 h 36"/>
                  <a:gd name="T18" fmla="*/ 1966 w 304"/>
                  <a:gd name="T19" fmla="*/ 219 h 36"/>
                  <a:gd name="T20" fmla="*/ 1111 w 304"/>
                  <a:gd name="T21" fmla="*/ 238 h 36"/>
                  <a:gd name="T22" fmla="*/ 872 w 304"/>
                  <a:gd name="T23" fmla="*/ 340 h 36"/>
                  <a:gd name="T24" fmla="*/ 422 w 304"/>
                  <a:gd name="T25" fmla="*/ 250 h 36"/>
                  <a:gd name="T26" fmla="*/ 21 w 304"/>
                  <a:gd name="T27" fmla="*/ 150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4" h="36">
                    <a:moveTo>
                      <a:pt x="1" y="12"/>
                    </a:moveTo>
                    <a:cubicBezTo>
                      <a:pt x="1" y="7"/>
                      <a:pt x="0" y="5"/>
                      <a:pt x="5" y="2"/>
                    </a:cubicBezTo>
                    <a:cubicBezTo>
                      <a:pt x="9" y="0"/>
                      <a:pt x="17" y="1"/>
                      <a:pt x="21" y="2"/>
                    </a:cubicBezTo>
                    <a:cubicBezTo>
                      <a:pt x="32" y="3"/>
                      <a:pt x="44" y="7"/>
                      <a:pt x="54" y="10"/>
                    </a:cubicBezTo>
                    <a:cubicBezTo>
                      <a:pt x="72" y="14"/>
                      <a:pt x="90" y="16"/>
                      <a:pt x="109" y="17"/>
                    </a:cubicBezTo>
                    <a:cubicBezTo>
                      <a:pt x="135" y="18"/>
                      <a:pt x="161" y="15"/>
                      <a:pt x="188" y="15"/>
                    </a:cubicBezTo>
                    <a:cubicBezTo>
                      <a:pt x="203" y="15"/>
                      <a:pt x="218" y="13"/>
                      <a:pt x="234" y="12"/>
                    </a:cubicBezTo>
                    <a:cubicBezTo>
                      <a:pt x="246" y="11"/>
                      <a:pt x="259" y="12"/>
                      <a:pt x="271" y="15"/>
                    </a:cubicBezTo>
                    <a:cubicBezTo>
                      <a:pt x="282" y="17"/>
                      <a:pt x="295" y="19"/>
                      <a:pt x="304" y="24"/>
                    </a:cubicBezTo>
                    <a:cubicBezTo>
                      <a:pt x="270" y="13"/>
                      <a:pt x="231" y="16"/>
                      <a:pt x="196" y="22"/>
                    </a:cubicBezTo>
                    <a:cubicBezTo>
                      <a:pt x="169" y="27"/>
                      <a:pt x="139" y="18"/>
                      <a:pt x="111" y="24"/>
                    </a:cubicBezTo>
                    <a:cubicBezTo>
                      <a:pt x="103" y="26"/>
                      <a:pt x="96" y="33"/>
                      <a:pt x="87" y="34"/>
                    </a:cubicBezTo>
                    <a:cubicBezTo>
                      <a:pt x="73" y="36"/>
                      <a:pt x="56" y="29"/>
                      <a:pt x="42" y="25"/>
                    </a:cubicBezTo>
                    <a:cubicBezTo>
                      <a:pt x="38" y="24"/>
                      <a:pt x="2" y="6"/>
                      <a:pt x="2" y="15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7" name="Freeform 778">
                <a:extLst>
                  <a:ext uri="{FF2B5EF4-FFF2-40B4-BE49-F238E27FC236}">
                    <a16:creationId xmlns:a16="http://schemas.microsoft.com/office/drawing/2014/main" id="{11D3B58D-09BB-4D1C-8DBD-1ADC6CD7F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187"/>
                <a:ext cx="406" cy="76"/>
              </a:xfrm>
              <a:custGeom>
                <a:avLst/>
                <a:gdLst>
                  <a:gd name="T0" fmla="*/ 13 w 256"/>
                  <a:gd name="T1" fmla="*/ 310 h 48"/>
                  <a:gd name="T2" fmla="*/ 1151 w 256"/>
                  <a:gd name="T3" fmla="*/ 358 h 48"/>
                  <a:gd name="T4" fmla="*/ 2279 w 256"/>
                  <a:gd name="T5" fmla="*/ 226 h 48"/>
                  <a:gd name="T6" fmla="*/ 2384 w 256"/>
                  <a:gd name="T7" fmla="*/ 108 h 48"/>
                  <a:gd name="T8" fmla="*/ 2055 w 256"/>
                  <a:gd name="T9" fmla="*/ 13 h 48"/>
                  <a:gd name="T10" fmla="*/ 1867 w 256"/>
                  <a:gd name="T11" fmla="*/ 68 h 48"/>
                  <a:gd name="T12" fmla="*/ 1383 w 256"/>
                  <a:gd name="T13" fmla="*/ 184 h 48"/>
                  <a:gd name="T14" fmla="*/ 742 w 256"/>
                  <a:gd name="T15" fmla="*/ 87 h 48"/>
                  <a:gd name="T16" fmla="*/ 422 w 256"/>
                  <a:gd name="T17" fmla="*/ 226 h 48"/>
                  <a:gd name="T18" fmla="*/ 0 w 256"/>
                  <a:gd name="T19" fmla="*/ 301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6" h="48">
                    <a:moveTo>
                      <a:pt x="1" y="31"/>
                    </a:moveTo>
                    <a:cubicBezTo>
                      <a:pt x="37" y="48"/>
                      <a:pt x="78" y="44"/>
                      <a:pt x="115" y="36"/>
                    </a:cubicBezTo>
                    <a:cubicBezTo>
                      <a:pt x="152" y="27"/>
                      <a:pt x="189" y="23"/>
                      <a:pt x="227" y="23"/>
                    </a:cubicBezTo>
                    <a:cubicBezTo>
                      <a:pt x="242" y="23"/>
                      <a:pt x="256" y="22"/>
                      <a:pt x="238" y="11"/>
                    </a:cubicBezTo>
                    <a:cubicBezTo>
                      <a:pt x="229" y="5"/>
                      <a:pt x="215" y="0"/>
                      <a:pt x="205" y="1"/>
                    </a:cubicBezTo>
                    <a:cubicBezTo>
                      <a:pt x="197" y="1"/>
                      <a:pt x="194" y="4"/>
                      <a:pt x="186" y="7"/>
                    </a:cubicBezTo>
                    <a:cubicBezTo>
                      <a:pt x="170" y="13"/>
                      <a:pt x="155" y="16"/>
                      <a:pt x="138" y="18"/>
                    </a:cubicBezTo>
                    <a:cubicBezTo>
                      <a:pt x="118" y="21"/>
                      <a:pt x="92" y="20"/>
                      <a:pt x="74" y="9"/>
                    </a:cubicBezTo>
                    <a:cubicBezTo>
                      <a:pt x="70" y="23"/>
                      <a:pt x="55" y="30"/>
                      <a:pt x="42" y="23"/>
                    </a:cubicBezTo>
                    <a:cubicBezTo>
                      <a:pt x="38" y="36"/>
                      <a:pt x="9" y="31"/>
                      <a:pt x="0" y="30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8" name="Freeform 779">
                <a:extLst>
                  <a:ext uri="{FF2B5EF4-FFF2-40B4-BE49-F238E27FC236}">
                    <a16:creationId xmlns:a16="http://schemas.microsoft.com/office/drawing/2014/main" id="{551D4A5A-7665-4263-ABCB-7D3B94CB6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155"/>
                <a:ext cx="90" cy="33"/>
              </a:xfrm>
              <a:custGeom>
                <a:avLst/>
                <a:gdLst>
                  <a:gd name="T0" fmla="*/ 13 w 57"/>
                  <a:gd name="T1" fmla="*/ 13 h 21"/>
                  <a:gd name="T2" fmla="*/ 559 w 57"/>
                  <a:gd name="T3" fmla="*/ 104 h 21"/>
                  <a:gd name="T4" fmla="*/ 0 w 5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21">
                    <a:moveTo>
                      <a:pt x="1" y="1"/>
                    </a:moveTo>
                    <a:cubicBezTo>
                      <a:pt x="14" y="7"/>
                      <a:pt x="45" y="21"/>
                      <a:pt x="57" y="11"/>
                    </a:cubicBezTo>
                    <a:cubicBezTo>
                      <a:pt x="38" y="10"/>
                      <a:pt x="19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9" name="Oval 780">
                <a:extLst>
                  <a:ext uri="{FF2B5EF4-FFF2-40B4-BE49-F238E27FC236}">
                    <a16:creationId xmlns:a16="http://schemas.microsoft.com/office/drawing/2014/main" id="{D75EFCBD-A8FC-46C4-AFBC-6CD642939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192"/>
                <a:ext cx="83" cy="44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40" name="Oval 781">
                <a:extLst>
                  <a:ext uri="{FF2B5EF4-FFF2-40B4-BE49-F238E27FC236}">
                    <a16:creationId xmlns:a16="http://schemas.microsoft.com/office/drawing/2014/main" id="{816260BA-35AE-492C-BBAE-218546D31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4" y="1182"/>
                <a:ext cx="82" cy="4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41" name="Oval 782">
                <a:extLst>
                  <a:ext uri="{FF2B5EF4-FFF2-40B4-BE49-F238E27FC236}">
                    <a16:creationId xmlns:a16="http://schemas.microsoft.com/office/drawing/2014/main" id="{DE60EA34-7DA8-45AB-AC8B-A10739E28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187"/>
                <a:ext cx="83" cy="46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42" name="Freeform 783">
                <a:extLst>
                  <a:ext uri="{FF2B5EF4-FFF2-40B4-BE49-F238E27FC236}">
                    <a16:creationId xmlns:a16="http://schemas.microsoft.com/office/drawing/2014/main" id="{537E1185-F2D7-4683-AE2B-A07DCDDF5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198"/>
                <a:ext cx="63" cy="31"/>
              </a:xfrm>
              <a:custGeom>
                <a:avLst/>
                <a:gdLst>
                  <a:gd name="T0" fmla="*/ 0 w 40"/>
                  <a:gd name="T1" fmla="*/ 109 h 20"/>
                  <a:gd name="T2" fmla="*/ 13 w 40"/>
                  <a:gd name="T3" fmla="*/ 127 h 20"/>
                  <a:gd name="T4" fmla="*/ 184 w 40"/>
                  <a:gd name="T5" fmla="*/ 178 h 20"/>
                  <a:gd name="T6" fmla="*/ 387 w 40"/>
                  <a:gd name="T7" fmla="*/ 70 h 20"/>
                  <a:gd name="T8" fmla="*/ 375 w 40"/>
                  <a:gd name="T9" fmla="*/ 45 h 20"/>
                  <a:gd name="T10" fmla="*/ 216 w 40"/>
                  <a:gd name="T11" fmla="*/ 0 h 20"/>
                  <a:gd name="T12" fmla="*/ 0 w 40"/>
                  <a:gd name="T13" fmla="*/ 1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0">
                    <a:moveTo>
                      <a:pt x="0" y="12"/>
                    </a:moveTo>
                    <a:cubicBezTo>
                      <a:pt x="0" y="13"/>
                      <a:pt x="1" y="13"/>
                      <a:pt x="1" y="14"/>
                    </a:cubicBezTo>
                    <a:cubicBezTo>
                      <a:pt x="5" y="17"/>
                      <a:pt x="11" y="20"/>
                      <a:pt x="19" y="20"/>
                    </a:cubicBezTo>
                    <a:cubicBezTo>
                      <a:pt x="30" y="20"/>
                      <a:pt x="40" y="14"/>
                      <a:pt x="40" y="8"/>
                    </a:cubicBezTo>
                    <a:cubicBezTo>
                      <a:pt x="40" y="7"/>
                      <a:pt x="40" y="6"/>
                      <a:pt x="39" y="5"/>
                    </a:cubicBezTo>
                    <a:cubicBezTo>
                      <a:pt x="36" y="2"/>
                      <a:pt x="29" y="0"/>
                      <a:pt x="22" y="0"/>
                    </a:cubicBezTo>
                    <a:cubicBezTo>
                      <a:pt x="10" y="0"/>
                      <a:pt x="0" y="5"/>
                      <a:pt x="0" y="12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3" name="Oval 784">
                <a:extLst>
                  <a:ext uri="{FF2B5EF4-FFF2-40B4-BE49-F238E27FC236}">
                    <a16:creationId xmlns:a16="http://schemas.microsoft.com/office/drawing/2014/main" id="{2B6425D1-E05D-4E9F-B3B7-E81DB7869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119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44" name="Oval 785">
                <a:extLst>
                  <a:ext uri="{FF2B5EF4-FFF2-40B4-BE49-F238E27FC236}">
                    <a16:creationId xmlns:a16="http://schemas.microsoft.com/office/drawing/2014/main" id="{19C2EC51-45DA-49AF-9529-499C82371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196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45" name="Freeform 786">
                <a:extLst>
                  <a:ext uri="{FF2B5EF4-FFF2-40B4-BE49-F238E27FC236}">
                    <a16:creationId xmlns:a16="http://schemas.microsoft.com/office/drawing/2014/main" id="{AE4E0951-ACD9-48A1-BE2D-5435AAAC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212"/>
                <a:ext cx="45" cy="21"/>
              </a:xfrm>
              <a:custGeom>
                <a:avLst/>
                <a:gdLst>
                  <a:gd name="T0" fmla="*/ 262 w 29"/>
                  <a:gd name="T1" fmla="*/ 0 h 13"/>
                  <a:gd name="T2" fmla="*/ 0 w 29"/>
                  <a:gd name="T3" fmla="*/ 102 h 13"/>
                  <a:gd name="T4" fmla="*/ 262 w 2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3">
                    <a:moveTo>
                      <a:pt x="29" y="0"/>
                    </a:moveTo>
                    <a:cubicBezTo>
                      <a:pt x="24" y="11"/>
                      <a:pt x="10" y="13"/>
                      <a:pt x="0" y="9"/>
                    </a:cubicBezTo>
                    <a:cubicBezTo>
                      <a:pt x="7" y="9"/>
                      <a:pt x="21" y="8"/>
                      <a:pt x="29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6" name="Freeform 787">
                <a:extLst>
                  <a:ext uri="{FF2B5EF4-FFF2-40B4-BE49-F238E27FC236}">
                    <a16:creationId xmlns:a16="http://schemas.microsoft.com/office/drawing/2014/main" id="{E975E552-77A6-4CA0-8268-144AC6B96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128"/>
                <a:ext cx="594" cy="143"/>
              </a:xfrm>
              <a:custGeom>
                <a:avLst/>
                <a:gdLst>
                  <a:gd name="T0" fmla="*/ 52 w 375"/>
                  <a:gd name="T1" fmla="*/ 83 h 90"/>
                  <a:gd name="T2" fmla="*/ 550 w 375"/>
                  <a:gd name="T3" fmla="*/ 566 h 90"/>
                  <a:gd name="T4" fmla="*/ 1714 w 375"/>
                  <a:gd name="T5" fmla="*/ 899 h 90"/>
                  <a:gd name="T6" fmla="*/ 2940 w 375"/>
                  <a:gd name="T7" fmla="*/ 721 h 90"/>
                  <a:gd name="T8" fmla="*/ 3708 w 375"/>
                  <a:gd name="T9" fmla="*/ 580 h 90"/>
                  <a:gd name="T10" fmla="*/ 3231 w 375"/>
                  <a:gd name="T11" fmla="*/ 273 h 90"/>
                  <a:gd name="T12" fmla="*/ 2050 w 375"/>
                  <a:gd name="T13" fmla="*/ 132 h 90"/>
                  <a:gd name="T14" fmla="*/ 778 w 375"/>
                  <a:gd name="T15" fmla="*/ 102 h 90"/>
                  <a:gd name="T16" fmla="*/ 52 w 375"/>
                  <a:gd name="T17" fmla="*/ 83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5" h="90">
                    <a:moveTo>
                      <a:pt x="5" y="8"/>
                    </a:moveTo>
                    <a:cubicBezTo>
                      <a:pt x="0" y="25"/>
                      <a:pt x="19" y="36"/>
                      <a:pt x="55" y="56"/>
                    </a:cubicBezTo>
                    <a:cubicBezTo>
                      <a:pt x="92" y="75"/>
                      <a:pt x="123" y="90"/>
                      <a:pt x="172" y="89"/>
                    </a:cubicBezTo>
                    <a:cubicBezTo>
                      <a:pt x="221" y="88"/>
                      <a:pt x="246" y="74"/>
                      <a:pt x="295" y="71"/>
                    </a:cubicBezTo>
                    <a:cubicBezTo>
                      <a:pt x="344" y="67"/>
                      <a:pt x="369" y="63"/>
                      <a:pt x="372" y="57"/>
                    </a:cubicBezTo>
                    <a:cubicBezTo>
                      <a:pt x="375" y="52"/>
                      <a:pt x="353" y="36"/>
                      <a:pt x="324" y="27"/>
                    </a:cubicBezTo>
                    <a:cubicBezTo>
                      <a:pt x="296" y="18"/>
                      <a:pt x="258" y="10"/>
                      <a:pt x="206" y="13"/>
                    </a:cubicBezTo>
                    <a:cubicBezTo>
                      <a:pt x="153" y="16"/>
                      <a:pt x="107" y="18"/>
                      <a:pt x="78" y="10"/>
                    </a:cubicBezTo>
                    <a:cubicBezTo>
                      <a:pt x="48" y="2"/>
                      <a:pt x="9" y="0"/>
                      <a:pt x="5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7" name="Freeform 788">
                <a:extLst>
                  <a:ext uri="{FF2B5EF4-FFF2-40B4-BE49-F238E27FC236}">
                    <a16:creationId xmlns:a16="http://schemas.microsoft.com/office/drawing/2014/main" id="{912F06B7-65CA-4002-AA8B-A2E390DDB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135"/>
                <a:ext cx="523" cy="164"/>
              </a:xfrm>
              <a:custGeom>
                <a:avLst/>
                <a:gdLst>
                  <a:gd name="T0" fmla="*/ 3300 w 330"/>
                  <a:gd name="T1" fmla="*/ 155 h 104"/>
                  <a:gd name="T2" fmla="*/ 1778 w 330"/>
                  <a:gd name="T3" fmla="*/ 13 h 104"/>
                  <a:gd name="T4" fmla="*/ 33 w 330"/>
                  <a:gd name="T5" fmla="*/ 169 h 104"/>
                  <a:gd name="T6" fmla="*/ 680 w 330"/>
                  <a:gd name="T7" fmla="*/ 517 h 104"/>
                  <a:gd name="T8" fmla="*/ 2258 w 330"/>
                  <a:gd name="T9" fmla="*/ 945 h 104"/>
                  <a:gd name="T10" fmla="*/ 3300 w 330"/>
                  <a:gd name="T11" fmla="*/ 878 h 104"/>
                  <a:gd name="T12" fmla="*/ 3300 w 330"/>
                  <a:gd name="T13" fmla="*/ 15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0" h="104">
                    <a:moveTo>
                      <a:pt x="330" y="16"/>
                    </a:moveTo>
                    <a:cubicBezTo>
                      <a:pt x="299" y="12"/>
                      <a:pt x="226" y="3"/>
                      <a:pt x="178" y="1"/>
                    </a:cubicBezTo>
                    <a:cubicBezTo>
                      <a:pt x="115" y="0"/>
                      <a:pt x="6" y="2"/>
                      <a:pt x="3" y="17"/>
                    </a:cubicBezTo>
                    <a:cubicBezTo>
                      <a:pt x="0" y="30"/>
                      <a:pt x="14" y="39"/>
                      <a:pt x="68" y="53"/>
                    </a:cubicBezTo>
                    <a:cubicBezTo>
                      <a:pt x="121" y="67"/>
                      <a:pt x="197" y="96"/>
                      <a:pt x="226" y="97"/>
                    </a:cubicBezTo>
                    <a:cubicBezTo>
                      <a:pt x="253" y="99"/>
                      <a:pt x="289" y="104"/>
                      <a:pt x="330" y="90"/>
                    </a:cubicBezTo>
                    <a:lnTo>
                      <a:pt x="330" y="16"/>
                    </a:ln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8" name="Freeform 789">
                <a:extLst>
                  <a:ext uri="{FF2B5EF4-FFF2-40B4-BE49-F238E27FC236}">
                    <a16:creationId xmlns:a16="http://schemas.microsoft.com/office/drawing/2014/main" id="{81D16034-1CE2-4E6B-95CC-85BF5B741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146"/>
                <a:ext cx="455" cy="49"/>
              </a:xfrm>
              <a:custGeom>
                <a:avLst/>
                <a:gdLst>
                  <a:gd name="T0" fmla="*/ 68 w 287"/>
                  <a:gd name="T1" fmla="*/ 150 h 31"/>
                  <a:gd name="T2" fmla="*/ 271 w 287"/>
                  <a:gd name="T3" fmla="*/ 68 h 31"/>
                  <a:gd name="T4" fmla="*/ 601 w 287"/>
                  <a:gd name="T5" fmla="*/ 35 h 31"/>
                  <a:gd name="T6" fmla="*/ 1245 w 287"/>
                  <a:gd name="T7" fmla="*/ 13 h 31"/>
                  <a:gd name="T8" fmla="*/ 1912 w 287"/>
                  <a:gd name="T9" fmla="*/ 33 h 31"/>
                  <a:gd name="T10" fmla="*/ 2873 w 287"/>
                  <a:gd name="T11" fmla="*/ 130 h 31"/>
                  <a:gd name="T12" fmla="*/ 1782 w 287"/>
                  <a:gd name="T13" fmla="*/ 107 h 31"/>
                  <a:gd name="T14" fmla="*/ 1252 w 287"/>
                  <a:gd name="T15" fmla="*/ 130 h 31"/>
                  <a:gd name="T16" fmla="*/ 790 w 287"/>
                  <a:gd name="T17" fmla="*/ 158 h 31"/>
                  <a:gd name="T18" fmla="*/ 542 w 287"/>
                  <a:gd name="T19" fmla="*/ 250 h 31"/>
                  <a:gd name="T20" fmla="*/ 379 w 287"/>
                  <a:gd name="T21" fmla="*/ 305 h 31"/>
                  <a:gd name="T22" fmla="*/ 82 w 287"/>
                  <a:gd name="T23" fmla="*/ 169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7" h="31">
                    <a:moveTo>
                      <a:pt x="7" y="15"/>
                    </a:moveTo>
                    <a:cubicBezTo>
                      <a:pt x="0" y="9"/>
                      <a:pt x="24" y="7"/>
                      <a:pt x="27" y="7"/>
                    </a:cubicBezTo>
                    <a:cubicBezTo>
                      <a:pt x="38" y="5"/>
                      <a:pt x="48" y="4"/>
                      <a:pt x="60" y="4"/>
                    </a:cubicBezTo>
                    <a:cubicBezTo>
                      <a:pt x="81" y="4"/>
                      <a:pt x="103" y="3"/>
                      <a:pt x="124" y="1"/>
                    </a:cubicBezTo>
                    <a:cubicBezTo>
                      <a:pt x="146" y="0"/>
                      <a:pt x="169" y="2"/>
                      <a:pt x="191" y="3"/>
                    </a:cubicBezTo>
                    <a:cubicBezTo>
                      <a:pt x="222" y="4"/>
                      <a:pt x="257" y="4"/>
                      <a:pt x="287" y="13"/>
                    </a:cubicBezTo>
                    <a:cubicBezTo>
                      <a:pt x="251" y="8"/>
                      <a:pt x="214" y="9"/>
                      <a:pt x="178" y="11"/>
                    </a:cubicBezTo>
                    <a:cubicBezTo>
                      <a:pt x="160" y="12"/>
                      <a:pt x="142" y="14"/>
                      <a:pt x="125" y="13"/>
                    </a:cubicBezTo>
                    <a:cubicBezTo>
                      <a:pt x="109" y="12"/>
                      <a:pt x="94" y="12"/>
                      <a:pt x="79" y="16"/>
                    </a:cubicBezTo>
                    <a:cubicBezTo>
                      <a:pt x="71" y="18"/>
                      <a:pt x="61" y="21"/>
                      <a:pt x="54" y="25"/>
                    </a:cubicBezTo>
                    <a:cubicBezTo>
                      <a:pt x="48" y="29"/>
                      <a:pt x="45" y="31"/>
                      <a:pt x="38" y="31"/>
                    </a:cubicBezTo>
                    <a:cubicBezTo>
                      <a:pt x="26" y="30"/>
                      <a:pt x="17" y="24"/>
                      <a:pt x="8" y="17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9" name="Freeform 790">
                <a:extLst>
                  <a:ext uri="{FF2B5EF4-FFF2-40B4-BE49-F238E27FC236}">
                    <a16:creationId xmlns:a16="http://schemas.microsoft.com/office/drawing/2014/main" id="{4B71364B-642A-4162-8E0F-B8F03AC804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30" y="1209"/>
                <a:ext cx="366" cy="68"/>
              </a:xfrm>
              <a:custGeom>
                <a:avLst/>
                <a:gdLst>
                  <a:gd name="T0" fmla="*/ 203 w 231"/>
                  <a:gd name="T1" fmla="*/ 130 h 43"/>
                  <a:gd name="T2" fmla="*/ 250 w 231"/>
                  <a:gd name="T3" fmla="*/ 138 h 43"/>
                  <a:gd name="T4" fmla="*/ 0 w 231"/>
                  <a:gd name="T5" fmla="*/ 68 h 43"/>
                  <a:gd name="T6" fmla="*/ 203 w 231"/>
                  <a:gd name="T7" fmla="*/ 130 h 43"/>
                  <a:gd name="T8" fmla="*/ 2307 w 231"/>
                  <a:gd name="T9" fmla="*/ 13 h 43"/>
                  <a:gd name="T10" fmla="*/ 1646 w 231"/>
                  <a:gd name="T11" fmla="*/ 225 h 43"/>
                  <a:gd name="T12" fmla="*/ 1315 w 231"/>
                  <a:gd name="T13" fmla="*/ 117 h 43"/>
                  <a:gd name="T14" fmla="*/ 1077 w 231"/>
                  <a:gd name="T15" fmla="*/ 117 h 43"/>
                  <a:gd name="T16" fmla="*/ 830 w 231"/>
                  <a:gd name="T17" fmla="*/ 55 h 43"/>
                  <a:gd name="T18" fmla="*/ 721 w 231"/>
                  <a:gd name="T19" fmla="*/ 176 h 43"/>
                  <a:gd name="T20" fmla="*/ 517 w 231"/>
                  <a:gd name="T21" fmla="*/ 158 h 43"/>
                  <a:gd name="T22" fmla="*/ 250 w 231"/>
                  <a:gd name="T23" fmla="*/ 138 h 43"/>
                  <a:gd name="T24" fmla="*/ 1210 w 231"/>
                  <a:gd name="T25" fmla="*/ 408 h 43"/>
                  <a:gd name="T26" fmla="*/ 1790 w 231"/>
                  <a:gd name="T27" fmla="*/ 395 h 43"/>
                  <a:gd name="T28" fmla="*/ 2307 w 231"/>
                  <a:gd name="T29" fmla="*/ 335 h 43"/>
                  <a:gd name="T30" fmla="*/ 2307 w 231"/>
                  <a:gd name="T31" fmla="*/ 0 h 43"/>
                  <a:gd name="T32" fmla="*/ 2307 w 231"/>
                  <a:gd name="T33" fmla="*/ 13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1" h="43">
                    <a:moveTo>
                      <a:pt x="20" y="13"/>
                    </a:moveTo>
                    <a:cubicBezTo>
                      <a:pt x="21" y="13"/>
                      <a:pt x="23" y="14"/>
                      <a:pt x="25" y="14"/>
                    </a:cubicBezTo>
                    <a:cubicBezTo>
                      <a:pt x="17" y="11"/>
                      <a:pt x="8" y="9"/>
                      <a:pt x="0" y="7"/>
                    </a:cubicBezTo>
                    <a:lnTo>
                      <a:pt x="20" y="13"/>
                    </a:lnTo>
                    <a:close/>
                    <a:moveTo>
                      <a:pt x="231" y="1"/>
                    </a:moveTo>
                    <a:cubicBezTo>
                      <a:pt x="212" y="14"/>
                      <a:pt x="188" y="21"/>
                      <a:pt x="165" y="23"/>
                    </a:cubicBezTo>
                    <a:cubicBezTo>
                      <a:pt x="152" y="24"/>
                      <a:pt x="143" y="19"/>
                      <a:pt x="132" y="12"/>
                    </a:cubicBezTo>
                    <a:cubicBezTo>
                      <a:pt x="120" y="4"/>
                      <a:pt x="122" y="12"/>
                      <a:pt x="108" y="12"/>
                    </a:cubicBezTo>
                    <a:cubicBezTo>
                      <a:pt x="102" y="12"/>
                      <a:pt x="88" y="4"/>
                      <a:pt x="83" y="6"/>
                    </a:cubicBezTo>
                    <a:cubicBezTo>
                      <a:pt x="78" y="8"/>
                      <a:pt x="80" y="15"/>
                      <a:pt x="72" y="18"/>
                    </a:cubicBezTo>
                    <a:cubicBezTo>
                      <a:pt x="66" y="20"/>
                      <a:pt x="59" y="17"/>
                      <a:pt x="52" y="16"/>
                    </a:cubicBezTo>
                    <a:cubicBezTo>
                      <a:pt x="43" y="15"/>
                      <a:pt x="34" y="16"/>
                      <a:pt x="25" y="14"/>
                    </a:cubicBezTo>
                    <a:cubicBezTo>
                      <a:pt x="57" y="25"/>
                      <a:pt x="87" y="37"/>
                      <a:pt x="121" y="41"/>
                    </a:cubicBezTo>
                    <a:cubicBezTo>
                      <a:pt x="140" y="43"/>
                      <a:pt x="159" y="43"/>
                      <a:pt x="179" y="40"/>
                    </a:cubicBezTo>
                    <a:cubicBezTo>
                      <a:pt x="189" y="39"/>
                      <a:pt x="213" y="39"/>
                      <a:pt x="231" y="34"/>
                    </a:cubicBezTo>
                    <a:cubicBezTo>
                      <a:pt x="231" y="0"/>
                      <a:pt x="231" y="0"/>
                      <a:pt x="231" y="0"/>
                    </a:cubicBezTo>
                    <a:cubicBezTo>
                      <a:pt x="231" y="0"/>
                      <a:pt x="231" y="0"/>
                      <a:pt x="231" y="1"/>
                    </a:cubicBezTo>
                    <a:close/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0" name="Freeform 791">
                <a:extLst>
                  <a:ext uri="{FF2B5EF4-FFF2-40B4-BE49-F238E27FC236}">
                    <a16:creationId xmlns:a16="http://schemas.microsoft.com/office/drawing/2014/main" id="{08DBD079-5267-4DAA-92A8-CFFAD860A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150"/>
                <a:ext cx="89" cy="34"/>
              </a:xfrm>
              <a:custGeom>
                <a:avLst/>
                <a:gdLst>
                  <a:gd name="T0" fmla="*/ 68 w 56"/>
                  <a:gd name="T1" fmla="*/ 220 h 21"/>
                  <a:gd name="T2" fmla="*/ 0 w 56"/>
                  <a:gd name="T3" fmla="*/ 178 h 21"/>
                  <a:gd name="T4" fmla="*/ 566 w 56"/>
                  <a:gd name="T5" fmla="*/ 55 h 21"/>
                  <a:gd name="T6" fmla="*/ 40 w 56"/>
                  <a:gd name="T7" fmla="*/ 23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21">
                    <a:moveTo>
                      <a:pt x="7" y="20"/>
                    </a:moveTo>
                    <a:cubicBezTo>
                      <a:pt x="4" y="19"/>
                      <a:pt x="3" y="17"/>
                      <a:pt x="0" y="16"/>
                    </a:cubicBezTo>
                    <a:cubicBezTo>
                      <a:pt x="3" y="0"/>
                      <a:pt x="45" y="8"/>
                      <a:pt x="56" y="5"/>
                    </a:cubicBezTo>
                    <a:cubicBezTo>
                      <a:pt x="37" y="10"/>
                      <a:pt x="20" y="9"/>
                      <a:pt x="4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1" name="Oval 792">
                <a:extLst>
                  <a:ext uri="{FF2B5EF4-FFF2-40B4-BE49-F238E27FC236}">
                    <a16:creationId xmlns:a16="http://schemas.microsoft.com/office/drawing/2014/main" id="{874CE47A-ED5F-4437-9F6E-F105C7201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9" y="1192"/>
                <a:ext cx="87" cy="49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52" name="Oval 793">
                <a:extLst>
                  <a:ext uri="{FF2B5EF4-FFF2-40B4-BE49-F238E27FC236}">
                    <a16:creationId xmlns:a16="http://schemas.microsoft.com/office/drawing/2014/main" id="{B5847B89-7911-4263-8821-9E0B15C8D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181"/>
                <a:ext cx="89" cy="4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53" name="Oval 794">
                <a:extLst>
                  <a:ext uri="{FF2B5EF4-FFF2-40B4-BE49-F238E27FC236}">
                    <a16:creationId xmlns:a16="http://schemas.microsoft.com/office/drawing/2014/main" id="{1368A51E-BB33-4598-A422-60DD0982E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4" y="1187"/>
                <a:ext cx="87" cy="49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54" name="Freeform 795">
                <a:extLst>
                  <a:ext uri="{FF2B5EF4-FFF2-40B4-BE49-F238E27FC236}">
                    <a16:creationId xmlns:a16="http://schemas.microsoft.com/office/drawing/2014/main" id="{6F2FB23F-C428-44DA-97FC-44FAB2569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1198"/>
                <a:ext cx="69" cy="33"/>
              </a:xfrm>
              <a:custGeom>
                <a:avLst/>
                <a:gdLst>
                  <a:gd name="T0" fmla="*/ 0 w 43"/>
                  <a:gd name="T1" fmla="*/ 121 h 21"/>
                  <a:gd name="T2" fmla="*/ 13 w 43"/>
                  <a:gd name="T3" fmla="*/ 151 h 21"/>
                  <a:gd name="T4" fmla="*/ 212 w 43"/>
                  <a:gd name="T5" fmla="*/ 203 h 21"/>
                  <a:gd name="T6" fmla="*/ 459 w 43"/>
                  <a:gd name="T7" fmla="*/ 86 h 21"/>
                  <a:gd name="T8" fmla="*/ 446 w 43"/>
                  <a:gd name="T9" fmla="*/ 55 h 21"/>
                  <a:gd name="T10" fmla="*/ 244 w 43"/>
                  <a:gd name="T11" fmla="*/ 0 h 21"/>
                  <a:gd name="T12" fmla="*/ 0 w 43"/>
                  <a:gd name="T13" fmla="*/ 1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1">
                    <a:moveTo>
                      <a:pt x="0" y="13"/>
                    </a:moveTo>
                    <a:cubicBezTo>
                      <a:pt x="0" y="14"/>
                      <a:pt x="0" y="15"/>
                      <a:pt x="1" y="16"/>
                    </a:cubicBezTo>
                    <a:cubicBezTo>
                      <a:pt x="5" y="19"/>
                      <a:pt x="12" y="21"/>
                      <a:pt x="20" y="21"/>
                    </a:cubicBezTo>
                    <a:cubicBezTo>
                      <a:pt x="32" y="21"/>
                      <a:pt x="43" y="16"/>
                      <a:pt x="43" y="9"/>
                    </a:cubicBezTo>
                    <a:cubicBezTo>
                      <a:pt x="43" y="8"/>
                      <a:pt x="42" y="7"/>
                      <a:pt x="42" y="6"/>
                    </a:cubicBezTo>
                    <a:cubicBezTo>
                      <a:pt x="38" y="3"/>
                      <a:pt x="31" y="0"/>
                      <a:pt x="23" y="0"/>
                    </a:cubicBezTo>
                    <a:cubicBezTo>
                      <a:pt x="10" y="0"/>
                      <a:pt x="0" y="6"/>
                      <a:pt x="0" y="13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5" name="Oval 796">
                <a:extLst>
                  <a:ext uri="{FF2B5EF4-FFF2-40B4-BE49-F238E27FC236}">
                    <a16:creationId xmlns:a16="http://schemas.microsoft.com/office/drawing/2014/main" id="{41635CBF-5F63-4CE8-9B31-81E85C2BD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1198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56" name="Oval 797">
                <a:extLst>
                  <a:ext uri="{FF2B5EF4-FFF2-40B4-BE49-F238E27FC236}">
                    <a16:creationId xmlns:a16="http://schemas.microsoft.com/office/drawing/2014/main" id="{5313D4A9-6C88-46EF-B73D-BE0B7AE61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1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57" name="Freeform 798">
                <a:extLst>
                  <a:ext uri="{FF2B5EF4-FFF2-40B4-BE49-F238E27FC236}">
                    <a16:creationId xmlns:a16="http://schemas.microsoft.com/office/drawing/2014/main" id="{6ECB1E1B-819E-4B4F-9976-3858D670C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214"/>
                <a:ext cx="49" cy="22"/>
              </a:xfrm>
              <a:custGeom>
                <a:avLst/>
                <a:gdLst>
                  <a:gd name="T0" fmla="*/ 305 w 31"/>
                  <a:gd name="T1" fmla="*/ 0 h 14"/>
                  <a:gd name="T2" fmla="*/ 0 w 31"/>
                  <a:gd name="T3" fmla="*/ 96 h 14"/>
                  <a:gd name="T4" fmla="*/ 305 w 3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4">
                    <a:moveTo>
                      <a:pt x="31" y="0"/>
                    </a:moveTo>
                    <a:cubicBezTo>
                      <a:pt x="26" y="12"/>
                      <a:pt x="11" y="14"/>
                      <a:pt x="0" y="10"/>
                    </a:cubicBezTo>
                    <a:cubicBezTo>
                      <a:pt x="8" y="10"/>
                      <a:pt x="23" y="8"/>
                      <a:pt x="31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8" name="Freeform 799">
                <a:extLst>
                  <a:ext uri="{FF2B5EF4-FFF2-40B4-BE49-F238E27FC236}">
                    <a16:creationId xmlns:a16="http://schemas.microsoft.com/office/drawing/2014/main" id="{919CC179-DEA8-464D-9E45-F8575050C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135"/>
                <a:ext cx="523" cy="164"/>
              </a:xfrm>
              <a:custGeom>
                <a:avLst/>
                <a:gdLst>
                  <a:gd name="T0" fmla="*/ 3300 w 330"/>
                  <a:gd name="T1" fmla="*/ 155 h 104"/>
                  <a:gd name="T2" fmla="*/ 1778 w 330"/>
                  <a:gd name="T3" fmla="*/ 13 h 104"/>
                  <a:gd name="T4" fmla="*/ 33 w 330"/>
                  <a:gd name="T5" fmla="*/ 169 h 104"/>
                  <a:gd name="T6" fmla="*/ 680 w 330"/>
                  <a:gd name="T7" fmla="*/ 517 h 104"/>
                  <a:gd name="T8" fmla="*/ 2258 w 330"/>
                  <a:gd name="T9" fmla="*/ 945 h 104"/>
                  <a:gd name="T10" fmla="*/ 3300 w 330"/>
                  <a:gd name="T11" fmla="*/ 87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0" h="104">
                    <a:moveTo>
                      <a:pt x="330" y="16"/>
                    </a:moveTo>
                    <a:cubicBezTo>
                      <a:pt x="299" y="12"/>
                      <a:pt x="226" y="3"/>
                      <a:pt x="178" y="1"/>
                    </a:cubicBezTo>
                    <a:cubicBezTo>
                      <a:pt x="115" y="0"/>
                      <a:pt x="6" y="2"/>
                      <a:pt x="3" y="17"/>
                    </a:cubicBezTo>
                    <a:cubicBezTo>
                      <a:pt x="0" y="30"/>
                      <a:pt x="14" y="39"/>
                      <a:pt x="68" y="53"/>
                    </a:cubicBezTo>
                    <a:cubicBezTo>
                      <a:pt x="121" y="67"/>
                      <a:pt x="197" y="96"/>
                      <a:pt x="226" y="97"/>
                    </a:cubicBezTo>
                    <a:cubicBezTo>
                      <a:pt x="253" y="99"/>
                      <a:pt x="289" y="104"/>
                      <a:pt x="330" y="9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9" name="Freeform 800">
                <a:extLst>
                  <a:ext uri="{FF2B5EF4-FFF2-40B4-BE49-F238E27FC236}">
                    <a16:creationId xmlns:a16="http://schemas.microsoft.com/office/drawing/2014/main" id="{7C690503-27AD-4EA2-956D-A8E0D6E9E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241"/>
                <a:ext cx="531" cy="165"/>
              </a:xfrm>
              <a:custGeom>
                <a:avLst/>
                <a:gdLst>
                  <a:gd name="T0" fmla="*/ 21 w 335"/>
                  <a:gd name="T1" fmla="*/ 393 h 105"/>
                  <a:gd name="T2" fmla="*/ 701 w 335"/>
                  <a:gd name="T3" fmla="*/ 706 h 105"/>
                  <a:gd name="T4" fmla="*/ 2349 w 335"/>
                  <a:gd name="T5" fmla="*/ 951 h 105"/>
                  <a:gd name="T6" fmla="*/ 3333 w 335"/>
                  <a:gd name="T7" fmla="*/ 619 h 105"/>
                  <a:gd name="T8" fmla="*/ 3050 w 335"/>
                  <a:gd name="T9" fmla="*/ 457 h 105"/>
                  <a:gd name="T10" fmla="*/ 2322 w 335"/>
                  <a:gd name="T11" fmla="*/ 182 h 105"/>
                  <a:gd name="T12" fmla="*/ 1211 w 335"/>
                  <a:gd name="T13" fmla="*/ 86 h 105"/>
                  <a:gd name="T14" fmla="*/ 258 w 335"/>
                  <a:gd name="T15" fmla="*/ 267 h 105"/>
                  <a:gd name="T16" fmla="*/ 21 w 335"/>
                  <a:gd name="T17" fmla="*/ 393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5" h="105">
                    <a:moveTo>
                      <a:pt x="2" y="41"/>
                    </a:moveTo>
                    <a:cubicBezTo>
                      <a:pt x="0" y="61"/>
                      <a:pt x="21" y="63"/>
                      <a:pt x="70" y="74"/>
                    </a:cubicBezTo>
                    <a:cubicBezTo>
                      <a:pt x="120" y="84"/>
                      <a:pt x="199" y="105"/>
                      <a:pt x="235" y="99"/>
                    </a:cubicBezTo>
                    <a:cubicBezTo>
                      <a:pt x="271" y="93"/>
                      <a:pt x="327" y="80"/>
                      <a:pt x="333" y="65"/>
                    </a:cubicBezTo>
                    <a:cubicBezTo>
                      <a:pt x="335" y="59"/>
                      <a:pt x="322" y="55"/>
                      <a:pt x="305" y="48"/>
                    </a:cubicBezTo>
                    <a:cubicBezTo>
                      <a:pt x="284" y="40"/>
                      <a:pt x="255" y="29"/>
                      <a:pt x="232" y="19"/>
                    </a:cubicBezTo>
                    <a:cubicBezTo>
                      <a:pt x="188" y="0"/>
                      <a:pt x="162" y="0"/>
                      <a:pt x="121" y="9"/>
                    </a:cubicBezTo>
                    <a:cubicBezTo>
                      <a:pt x="80" y="19"/>
                      <a:pt x="42" y="24"/>
                      <a:pt x="26" y="28"/>
                    </a:cubicBezTo>
                    <a:cubicBezTo>
                      <a:pt x="10" y="31"/>
                      <a:pt x="3" y="28"/>
                      <a:pt x="2" y="41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0" name="Freeform 801">
                <a:extLst>
                  <a:ext uri="{FF2B5EF4-FFF2-40B4-BE49-F238E27FC236}">
                    <a16:creationId xmlns:a16="http://schemas.microsoft.com/office/drawing/2014/main" id="{59E0C031-EB69-41C8-BFAB-56F133D28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253"/>
                <a:ext cx="339" cy="65"/>
              </a:xfrm>
              <a:custGeom>
                <a:avLst/>
                <a:gdLst>
                  <a:gd name="T0" fmla="*/ 40 w 214"/>
                  <a:gd name="T1" fmla="*/ 347 h 41"/>
                  <a:gd name="T2" fmla="*/ 491 w 214"/>
                  <a:gd name="T3" fmla="*/ 227 h 41"/>
                  <a:gd name="T4" fmla="*/ 1057 w 214"/>
                  <a:gd name="T5" fmla="*/ 100 h 41"/>
                  <a:gd name="T6" fmla="*/ 1486 w 214"/>
                  <a:gd name="T7" fmla="*/ 33 h 41"/>
                  <a:gd name="T8" fmla="*/ 1736 w 214"/>
                  <a:gd name="T9" fmla="*/ 21 h 41"/>
                  <a:gd name="T10" fmla="*/ 1945 w 214"/>
                  <a:gd name="T11" fmla="*/ 108 h 41"/>
                  <a:gd name="T12" fmla="*/ 2135 w 214"/>
                  <a:gd name="T13" fmla="*/ 184 h 41"/>
                  <a:gd name="T14" fmla="*/ 1674 w 214"/>
                  <a:gd name="T15" fmla="*/ 87 h 41"/>
                  <a:gd name="T16" fmla="*/ 1156 w 214"/>
                  <a:gd name="T17" fmla="*/ 271 h 41"/>
                  <a:gd name="T18" fmla="*/ 838 w 214"/>
                  <a:gd name="T19" fmla="*/ 360 h 41"/>
                  <a:gd name="T20" fmla="*/ 429 w 214"/>
                  <a:gd name="T21" fmla="*/ 347 h 41"/>
                  <a:gd name="T22" fmla="*/ 63 w 214"/>
                  <a:gd name="T23" fmla="*/ 409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4" h="41">
                    <a:moveTo>
                      <a:pt x="4" y="35"/>
                    </a:moveTo>
                    <a:cubicBezTo>
                      <a:pt x="0" y="25"/>
                      <a:pt x="42" y="24"/>
                      <a:pt x="49" y="23"/>
                    </a:cubicBezTo>
                    <a:cubicBezTo>
                      <a:pt x="68" y="20"/>
                      <a:pt x="86" y="13"/>
                      <a:pt x="106" y="10"/>
                    </a:cubicBezTo>
                    <a:cubicBezTo>
                      <a:pt x="120" y="8"/>
                      <a:pt x="134" y="5"/>
                      <a:pt x="149" y="3"/>
                    </a:cubicBezTo>
                    <a:cubicBezTo>
                      <a:pt x="157" y="2"/>
                      <a:pt x="166" y="0"/>
                      <a:pt x="174" y="2"/>
                    </a:cubicBezTo>
                    <a:cubicBezTo>
                      <a:pt x="181" y="4"/>
                      <a:pt x="188" y="9"/>
                      <a:pt x="195" y="11"/>
                    </a:cubicBezTo>
                    <a:cubicBezTo>
                      <a:pt x="201" y="12"/>
                      <a:pt x="208" y="14"/>
                      <a:pt x="214" y="18"/>
                    </a:cubicBezTo>
                    <a:cubicBezTo>
                      <a:pt x="200" y="12"/>
                      <a:pt x="183" y="8"/>
                      <a:pt x="168" y="9"/>
                    </a:cubicBezTo>
                    <a:cubicBezTo>
                      <a:pt x="150" y="10"/>
                      <a:pt x="134" y="21"/>
                      <a:pt x="116" y="27"/>
                    </a:cubicBezTo>
                    <a:cubicBezTo>
                      <a:pt x="105" y="31"/>
                      <a:pt x="96" y="35"/>
                      <a:pt x="84" y="36"/>
                    </a:cubicBezTo>
                    <a:cubicBezTo>
                      <a:pt x="70" y="38"/>
                      <a:pt x="57" y="36"/>
                      <a:pt x="43" y="35"/>
                    </a:cubicBezTo>
                    <a:cubicBezTo>
                      <a:pt x="38" y="35"/>
                      <a:pt x="6" y="31"/>
                      <a:pt x="6" y="41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1" name="Freeform 802">
                <a:extLst>
                  <a:ext uri="{FF2B5EF4-FFF2-40B4-BE49-F238E27FC236}">
                    <a16:creationId xmlns:a16="http://schemas.microsoft.com/office/drawing/2014/main" id="{04E482E0-0CAB-42A2-A909-F289FE398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316"/>
                <a:ext cx="400" cy="71"/>
              </a:xfrm>
              <a:custGeom>
                <a:avLst/>
                <a:gdLst>
                  <a:gd name="T0" fmla="*/ 0 w 253"/>
                  <a:gd name="T1" fmla="*/ 129 h 45"/>
                  <a:gd name="T2" fmla="*/ 482 w 253"/>
                  <a:gd name="T3" fmla="*/ 204 h 45"/>
                  <a:gd name="T4" fmla="*/ 917 w 253"/>
                  <a:gd name="T5" fmla="*/ 322 h 45"/>
                  <a:gd name="T6" fmla="*/ 1782 w 253"/>
                  <a:gd name="T7" fmla="*/ 409 h 45"/>
                  <a:gd name="T8" fmla="*/ 2409 w 253"/>
                  <a:gd name="T9" fmla="*/ 216 h 45"/>
                  <a:gd name="T10" fmla="*/ 2419 w 253"/>
                  <a:gd name="T11" fmla="*/ 117 h 45"/>
                  <a:gd name="T12" fmla="*/ 2155 w 253"/>
                  <a:gd name="T13" fmla="*/ 0 h 45"/>
                  <a:gd name="T14" fmla="*/ 2142 w 253"/>
                  <a:gd name="T15" fmla="*/ 169 h 45"/>
                  <a:gd name="T16" fmla="*/ 1825 w 253"/>
                  <a:gd name="T17" fmla="*/ 271 h 45"/>
                  <a:gd name="T18" fmla="*/ 1423 w 253"/>
                  <a:gd name="T19" fmla="*/ 0 h 45"/>
                  <a:gd name="T20" fmla="*/ 1020 w 253"/>
                  <a:gd name="T21" fmla="*/ 33 h 45"/>
                  <a:gd name="T22" fmla="*/ 938 w 253"/>
                  <a:gd name="T23" fmla="*/ 172 h 45"/>
                  <a:gd name="T24" fmla="*/ 762 w 253"/>
                  <a:gd name="T25" fmla="*/ 169 h 45"/>
                  <a:gd name="T26" fmla="*/ 305 w 253"/>
                  <a:gd name="T27" fmla="*/ 137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3" h="45">
                    <a:moveTo>
                      <a:pt x="0" y="13"/>
                    </a:moveTo>
                    <a:cubicBezTo>
                      <a:pt x="16" y="16"/>
                      <a:pt x="33" y="17"/>
                      <a:pt x="49" y="21"/>
                    </a:cubicBezTo>
                    <a:cubicBezTo>
                      <a:pt x="64" y="24"/>
                      <a:pt x="78" y="29"/>
                      <a:pt x="93" y="33"/>
                    </a:cubicBezTo>
                    <a:cubicBezTo>
                      <a:pt x="121" y="39"/>
                      <a:pt x="151" y="45"/>
                      <a:pt x="180" y="42"/>
                    </a:cubicBezTo>
                    <a:cubicBezTo>
                      <a:pt x="202" y="39"/>
                      <a:pt x="225" y="33"/>
                      <a:pt x="244" y="22"/>
                    </a:cubicBezTo>
                    <a:cubicBezTo>
                      <a:pt x="253" y="18"/>
                      <a:pt x="253" y="17"/>
                      <a:pt x="245" y="12"/>
                    </a:cubicBezTo>
                    <a:cubicBezTo>
                      <a:pt x="237" y="6"/>
                      <a:pt x="227" y="4"/>
                      <a:pt x="218" y="0"/>
                    </a:cubicBezTo>
                    <a:cubicBezTo>
                      <a:pt x="220" y="7"/>
                      <a:pt x="222" y="11"/>
                      <a:pt x="217" y="17"/>
                    </a:cubicBezTo>
                    <a:cubicBezTo>
                      <a:pt x="210" y="26"/>
                      <a:pt x="195" y="30"/>
                      <a:pt x="185" y="28"/>
                    </a:cubicBezTo>
                    <a:cubicBezTo>
                      <a:pt x="165" y="25"/>
                      <a:pt x="152" y="17"/>
                      <a:pt x="144" y="0"/>
                    </a:cubicBezTo>
                    <a:cubicBezTo>
                      <a:pt x="136" y="11"/>
                      <a:pt x="114" y="8"/>
                      <a:pt x="103" y="3"/>
                    </a:cubicBezTo>
                    <a:cubicBezTo>
                      <a:pt x="100" y="11"/>
                      <a:pt x="106" y="16"/>
                      <a:pt x="95" y="18"/>
                    </a:cubicBezTo>
                    <a:cubicBezTo>
                      <a:pt x="90" y="19"/>
                      <a:pt x="82" y="17"/>
                      <a:pt x="77" y="17"/>
                    </a:cubicBezTo>
                    <a:cubicBezTo>
                      <a:pt x="62" y="15"/>
                      <a:pt x="46" y="16"/>
                      <a:pt x="31" y="14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2" name="Freeform 803">
                <a:extLst>
                  <a:ext uri="{FF2B5EF4-FFF2-40B4-BE49-F238E27FC236}">
                    <a16:creationId xmlns:a16="http://schemas.microsoft.com/office/drawing/2014/main" id="{3D248CC4-8848-47A5-86DC-BE48F655F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282"/>
                <a:ext cx="95" cy="20"/>
              </a:xfrm>
              <a:custGeom>
                <a:avLst/>
                <a:gdLst>
                  <a:gd name="T0" fmla="*/ 40 w 60"/>
                  <a:gd name="T1" fmla="*/ 80 h 13"/>
                  <a:gd name="T2" fmla="*/ 597 w 60"/>
                  <a:gd name="T3" fmla="*/ 0 h 13"/>
                  <a:gd name="T4" fmla="*/ 0 w 60"/>
                  <a:gd name="T5" fmla="*/ 10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3">
                    <a:moveTo>
                      <a:pt x="4" y="9"/>
                    </a:moveTo>
                    <a:cubicBezTo>
                      <a:pt x="25" y="13"/>
                      <a:pt x="41" y="3"/>
                      <a:pt x="60" y="0"/>
                    </a:cubicBezTo>
                    <a:cubicBezTo>
                      <a:pt x="39" y="0"/>
                      <a:pt x="18" y="1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3" name="Oval 804">
                <a:extLst>
                  <a:ext uri="{FF2B5EF4-FFF2-40B4-BE49-F238E27FC236}">
                    <a16:creationId xmlns:a16="http://schemas.microsoft.com/office/drawing/2014/main" id="{232A478A-E7FF-4C7D-8B2F-602C0E07E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1302"/>
                <a:ext cx="83" cy="44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64" name="Oval 805">
                <a:extLst>
                  <a:ext uri="{FF2B5EF4-FFF2-40B4-BE49-F238E27FC236}">
                    <a16:creationId xmlns:a16="http://schemas.microsoft.com/office/drawing/2014/main" id="{5D2119D0-E292-456D-A6E2-DD11C58A9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1291"/>
                <a:ext cx="82" cy="4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65" name="Oval 806">
                <a:extLst>
                  <a:ext uri="{FF2B5EF4-FFF2-40B4-BE49-F238E27FC236}">
                    <a16:creationId xmlns:a16="http://schemas.microsoft.com/office/drawing/2014/main" id="{F3AF3FC6-256D-430F-81BC-1E5B227CC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297"/>
                <a:ext cx="82" cy="45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66" name="Freeform 807">
                <a:extLst>
                  <a:ext uri="{FF2B5EF4-FFF2-40B4-BE49-F238E27FC236}">
                    <a16:creationId xmlns:a16="http://schemas.microsoft.com/office/drawing/2014/main" id="{B5BD5858-22F6-48B8-8AEC-B3BBAF63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308"/>
                <a:ext cx="64" cy="30"/>
              </a:xfrm>
              <a:custGeom>
                <a:avLst/>
                <a:gdLst>
                  <a:gd name="T0" fmla="*/ 0 w 40"/>
                  <a:gd name="T1" fmla="*/ 107 h 19"/>
                  <a:gd name="T2" fmla="*/ 13 w 40"/>
                  <a:gd name="T3" fmla="*/ 137 h 19"/>
                  <a:gd name="T4" fmla="*/ 197 w 40"/>
                  <a:gd name="T5" fmla="*/ 185 h 19"/>
                  <a:gd name="T6" fmla="*/ 418 w 40"/>
                  <a:gd name="T7" fmla="*/ 68 h 19"/>
                  <a:gd name="T8" fmla="*/ 418 w 40"/>
                  <a:gd name="T9" fmla="*/ 52 h 19"/>
                  <a:gd name="T10" fmla="*/ 230 w 40"/>
                  <a:gd name="T11" fmla="*/ 0 h 19"/>
                  <a:gd name="T12" fmla="*/ 0 w 40"/>
                  <a:gd name="T13" fmla="*/ 10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9">
                    <a:moveTo>
                      <a:pt x="0" y="11"/>
                    </a:moveTo>
                    <a:cubicBezTo>
                      <a:pt x="0" y="12"/>
                      <a:pt x="1" y="13"/>
                      <a:pt x="1" y="14"/>
                    </a:cubicBezTo>
                    <a:cubicBezTo>
                      <a:pt x="5" y="17"/>
                      <a:pt x="11" y="19"/>
                      <a:pt x="19" y="19"/>
                    </a:cubicBezTo>
                    <a:cubicBezTo>
                      <a:pt x="30" y="19"/>
                      <a:pt x="40" y="14"/>
                      <a:pt x="40" y="7"/>
                    </a:cubicBezTo>
                    <a:cubicBezTo>
                      <a:pt x="40" y="7"/>
                      <a:pt x="40" y="6"/>
                      <a:pt x="40" y="5"/>
                    </a:cubicBezTo>
                    <a:cubicBezTo>
                      <a:pt x="36" y="2"/>
                      <a:pt x="29" y="0"/>
                      <a:pt x="22" y="0"/>
                    </a:cubicBezTo>
                    <a:cubicBezTo>
                      <a:pt x="10" y="0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7" name="Oval 808">
                <a:extLst>
                  <a:ext uri="{FF2B5EF4-FFF2-40B4-BE49-F238E27FC236}">
                    <a16:creationId xmlns:a16="http://schemas.microsoft.com/office/drawing/2014/main" id="{810F54C4-762A-412C-8B96-B7524BB04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30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68" name="Oval 809">
                <a:extLst>
                  <a:ext uri="{FF2B5EF4-FFF2-40B4-BE49-F238E27FC236}">
                    <a16:creationId xmlns:a16="http://schemas.microsoft.com/office/drawing/2014/main" id="{24115932-15DE-4F8F-AE34-0BF9D570F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" y="1307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69" name="Freeform 810">
                <a:extLst>
                  <a:ext uri="{FF2B5EF4-FFF2-40B4-BE49-F238E27FC236}">
                    <a16:creationId xmlns:a16="http://schemas.microsoft.com/office/drawing/2014/main" id="{FFC82848-E3F5-469C-A928-4D3E673FE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323"/>
                <a:ext cx="46" cy="19"/>
              </a:xfrm>
              <a:custGeom>
                <a:avLst/>
                <a:gdLst>
                  <a:gd name="T0" fmla="*/ 292 w 29"/>
                  <a:gd name="T1" fmla="*/ 0 h 12"/>
                  <a:gd name="T2" fmla="*/ 0 w 29"/>
                  <a:gd name="T3" fmla="*/ 87 h 12"/>
                  <a:gd name="T4" fmla="*/ 292 w 2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2">
                    <a:moveTo>
                      <a:pt x="29" y="0"/>
                    </a:moveTo>
                    <a:cubicBezTo>
                      <a:pt x="24" y="11"/>
                      <a:pt x="10" y="12"/>
                      <a:pt x="0" y="9"/>
                    </a:cubicBezTo>
                    <a:cubicBezTo>
                      <a:pt x="7" y="9"/>
                      <a:pt x="21" y="7"/>
                      <a:pt x="29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0" name="Freeform 811">
                <a:extLst>
                  <a:ext uri="{FF2B5EF4-FFF2-40B4-BE49-F238E27FC236}">
                    <a16:creationId xmlns:a16="http://schemas.microsoft.com/office/drawing/2014/main" id="{888D3721-4FDE-4207-8D7A-D07E791FE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241"/>
                <a:ext cx="531" cy="165"/>
              </a:xfrm>
              <a:custGeom>
                <a:avLst/>
                <a:gdLst>
                  <a:gd name="T0" fmla="*/ 21 w 335"/>
                  <a:gd name="T1" fmla="*/ 393 h 105"/>
                  <a:gd name="T2" fmla="*/ 701 w 335"/>
                  <a:gd name="T3" fmla="*/ 706 h 105"/>
                  <a:gd name="T4" fmla="*/ 2349 w 335"/>
                  <a:gd name="T5" fmla="*/ 951 h 105"/>
                  <a:gd name="T6" fmla="*/ 3333 w 335"/>
                  <a:gd name="T7" fmla="*/ 619 h 105"/>
                  <a:gd name="T8" fmla="*/ 3050 w 335"/>
                  <a:gd name="T9" fmla="*/ 457 h 105"/>
                  <a:gd name="T10" fmla="*/ 2322 w 335"/>
                  <a:gd name="T11" fmla="*/ 182 h 105"/>
                  <a:gd name="T12" fmla="*/ 1211 w 335"/>
                  <a:gd name="T13" fmla="*/ 86 h 105"/>
                  <a:gd name="T14" fmla="*/ 258 w 335"/>
                  <a:gd name="T15" fmla="*/ 267 h 105"/>
                  <a:gd name="T16" fmla="*/ 21 w 335"/>
                  <a:gd name="T17" fmla="*/ 393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5" h="105">
                    <a:moveTo>
                      <a:pt x="2" y="41"/>
                    </a:moveTo>
                    <a:cubicBezTo>
                      <a:pt x="0" y="61"/>
                      <a:pt x="21" y="63"/>
                      <a:pt x="70" y="74"/>
                    </a:cubicBezTo>
                    <a:cubicBezTo>
                      <a:pt x="120" y="84"/>
                      <a:pt x="199" y="105"/>
                      <a:pt x="235" y="99"/>
                    </a:cubicBezTo>
                    <a:cubicBezTo>
                      <a:pt x="271" y="93"/>
                      <a:pt x="327" y="80"/>
                      <a:pt x="333" y="65"/>
                    </a:cubicBezTo>
                    <a:cubicBezTo>
                      <a:pt x="335" y="59"/>
                      <a:pt x="322" y="55"/>
                      <a:pt x="305" y="48"/>
                    </a:cubicBezTo>
                    <a:cubicBezTo>
                      <a:pt x="284" y="40"/>
                      <a:pt x="255" y="29"/>
                      <a:pt x="232" y="19"/>
                    </a:cubicBezTo>
                    <a:cubicBezTo>
                      <a:pt x="188" y="0"/>
                      <a:pt x="162" y="0"/>
                      <a:pt x="121" y="9"/>
                    </a:cubicBezTo>
                    <a:cubicBezTo>
                      <a:pt x="80" y="19"/>
                      <a:pt x="42" y="24"/>
                      <a:pt x="26" y="28"/>
                    </a:cubicBezTo>
                    <a:cubicBezTo>
                      <a:pt x="10" y="31"/>
                      <a:pt x="3" y="28"/>
                      <a:pt x="2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1" name="Freeform 812">
                <a:extLst>
                  <a:ext uri="{FF2B5EF4-FFF2-40B4-BE49-F238E27FC236}">
                    <a16:creationId xmlns:a16="http://schemas.microsoft.com/office/drawing/2014/main" id="{257B8B38-CD94-4330-A69B-EE7AD9AA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286"/>
                <a:ext cx="177" cy="143"/>
              </a:xfrm>
              <a:custGeom>
                <a:avLst/>
                <a:gdLst>
                  <a:gd name="T0" fmla="*/ 1106 w 112"/>
                  <a:gd name="T1" fmla="*/ 0 h 90"/>
                  <a:gd name="T2" fmla="*/ 224 w 112"/>
                  <a:gd name="T3" fmla="*/ 172 h 90"/>
                  <a:gd name="T4" fmla="*/ 13 w 112"/>
                  <a:gd name="T5" fmla="*/ 365 h 90"/>
                  <a:gd name="T6" fmla="*/ 1106 w 112"/>
                  <a:gd name="T7" fmla="*/ 912 h 90"/>
                  <a:gd name="T8" fmla="*/ 1106 w 112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90">
                    <a:moveTo>
                      <a:pt x="112" y="0"/>
                    </a:moveTo>
                    <a:cubicBezTo>
                      <a:pt x="90" y="7"/>
                      <a:pt x="44" y="15"/>
                      <a:pt x="23" y="17"/>
                    </a:cubicBezTo>
                    <a:cubicBezTo>
                      <a:pt x="0" y="20"/>
                      <a:pt x="1" y="25"/>
                      <a:pt x="1" y="36"/>
                    </a:cubicBezTo>
                    <a:cubicBezTo>
                      <a:pt x="1" y="46"/>
                      <a:pt x="55" y="78"/>
                      <a:pt x="112" y="90"/>
                    </a:cubicBez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2" name="Freeform 813">
                <a:extLst>
                  <a:ext uri="{FF2B5EF4-FFF2-40B4-BE49-F238E27FC236}">
                    <a16:creationId xmlns:a16="http://schemas.microsoft.com/office/drawing/2014/main" id="{159BB059-3947-4C7E-9D9E-94C8F5B10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296"/>
                <a:ext cx="162" cy="52"/>
              </a:xfrm>
              <a:custGeom>
                <a:avLst/>
                <a:gdLst>
                  <a:gd name="T0" fmla="*/ 1029 w 102"/>
                  <a:gd name="T1" fmla="*/ 0 h 33"/>
                  <a:gd name="T2" fmla="*/ 346 w 102"/>
                  <a:gd name="T3" fmla="*/ 137 h 33"/>
                  <a:gd name="T4" fmla="*/ 68 w 102"/>
                  <a:gd name="T5" fmla="*/ 195 h 33"/>
                  <a:gd name="T6" fmla="*/ 13 w 102"/>
                  <a:gd name="T7" fmla="*/ 236 h 33"/>
                  <a:gd name="T8" fmla="*/ 89 w 102"/>
                  <a:gd name="T9" fmla="*/ 320 h 33"/>
                  <a:gd name="T10" fmla="*/ 151 w 102"/>
                  <a:gd name="T11" fmla="*/ 238 h 33"/>
                  <a:gd name="T12" fmla="*/ 553 w 102"/>
                  <a:gd name="T13" fmla="*/ 236 h 33"/>
                  <a:gd name="T14" fmla="*/ 874 w 102"/>
                  <a:gd name="T15" fmla="*/ 184 h 33"/>
                  <a:gd name="T16" fmla="*/ 1029 w 102"/>
                  <a:gd name="T17" fmla="*/ 172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33">
                    <a:moveTo>
                      <a:pt x="102" y="0"/>
                    </a:moveTo>
                    <a:cubicBezTo>
                      <a:pt x="83" y="8"/>
                      <a:pt x="54" y="11"/>
                      <a:pt x="34" y="14"/>
                    </a:cubicBezTo>
                    <a:cubicBezTo>
                      <a:pt x="25" y="16"/>
                      <a:pt x="15" y="16"/>
                      <a:pt x="7" y="20"/>
                    </a:cubicBezTo>
                    <a:cubicBezTo>
                      <a:pt x="4" y="21"/>
                      <a:pt x="1" y="21"/>
                      <a:pt x="1" y="24"/>
                    </a:cubicBezTo>
                    <a:cubicBezTo>
                      <a:pt x="0" y="30"/>
                      <a:pt x="6" y="31"/>
                      <a:pt x="9" y="33"/>
                    </a:cubicBezTo>
                    <a:cubicBezTo>
                      <a:pt x="4" y="27"/>
                      <a:pt x="10" y="26"/>
                      <a:pt x="15" y="25"/>
                    </a:cubicBezTo>
                    <a:cubicBezTo>
                      <a:pt x="28" y="23"/>
                      <a:pt x="42" y="25"/>
                      <a:pt x="55" y="24"/>
                    </a:cubicBezTo>
                    <a:cubicBezTo>
                      <a:pt x="65" y="23"/>
                      <a:pt x="75" y="20"/>
                      <a:pt x="86" y="19"/>
                    </a:cubicBezTo>
                    <a:cubicBezTo>
                      <a:pt x="90" y="19"/>
                      <a:pt x="98" y="20"/>
                      <a:pt x="102" y="18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3" name="Freeform 814">
                <a:extLst>
                  <a:ext uri="{FF2B5EF4-FFF2-40B4-BE49-F238E27FC236}">
                    <a16:creationId xmlns:a16="http://schemas.microsoft.com/office/drawing/2014/main" id="{5051DE29-B5DC-490E-B38E-F965157C5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369"/>
                <a:ext cx="104" cy="42"/>
              </a:xfrm>
              <a:custGeom>
                <a:avLst/>
                <a:gdLst>
                  <a:gd name="T0" fmla="*/ 641 w 66"/>
                  <a:gd name="T1" fmla="*/ 0 h 27"/>
                  <a:gd name="T2" fmla="*/ 441 w 66"/>
                  <a:gd name="T3" fmla="*/ 62 h 27"/>
                  <a:gd name="T4" fmla="*/ 0 w 66"/>
                  <a:gd name="T5" fmla="*/ 30 h 27"/>
                  <a:gd name="T6" fmla="*/ 0 w 66"/>
                  <a:gd name="T7" fmla="*/ 53 h 27"/>
                  <a:gd name="T8" fmla="*/ 470 w 66"/>
                  <a:gd name="T9" fmla="*/ 230 h 27"/>
                  <a:gd name="T10" fmla="*/ 641 w 66"/>
                  <a:gd name="T11" fmla="*/ 244 h 27"/>
                  <a:gd name="T12" fmla="*/ 641 w 66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27">
                    <a:moveTo>
                      <a:pt x="66" y="0"/>
                    </a:moveTo>
                    <a:cubicBezTo>
                      <a:pt x="59" y="3"/>
                      <a:pt x="52" y="6"/>
                      <a:pt x="46" y="7"/>
                    </a:cubicBezTo>
                    <a:cubicBezTo>
                      <a:pt x="31" y="8"/>
                      <a:pt x="15" y="6"/>
                      <a:pt x="0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5" y="13"/>
                      <a:pt x="32" y="20"/>
                      <a:pt x="48" y="25"/>
                    </a:cubicBezTo>
                    <a:cubicBezTo>
                      <a:pt x="55" y="26"/>
                      <a:pt x="61" y="27"/>
                      <a:pt x="66" y="27"/>
                    </a:cubicBez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4" name="Freeform 815">
                <a:extLst>
                  <a:ext uri="{FF2B5EF4-FFF2-40B4-BE49-F238E27FC236}">
                    <a16:creationId xmlns:a16="http://schemas.microsoft.com/office/drawing/2014/main" id="{E41E77AF-FE64-4404-8FDD-6E9D73229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316"/>
                <a:ext cx="70" cy="13"/>
              </a:xfrm>
              <a:custGeom>
                <a:avLst/>
                <a:gdLst>
                  <a:gd name="T0" fmla="*/ 0 w 44"/>
                  <a:gd name="T1" fmla="*/ 76 h 8"/>
                  <a:gd name="T2" fmla="*/ 449 w 44"/>
                  <a:gd name="T3" fmla="*/ 0 h 8"/>
                  <a:gd name="T4" fmla="*/ 307 w 44"/>
                  <a:gd name="T5" fmla="*/ 13 h 8"/>
                  <a:gd name="T6" fmla="*/ 40 w 44"/>
                  <a:gd name="T7" fmla="*/ 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8">
                    <a:moveTo>
                      <a:pt x="0" y="7"/>
                    </a:moveTo>
                    <a:cubicBezTo>
                      <a:pt x="15" y="8"/>
                      <a:pt x="30" y="5"/>
                      <a:pt x="44" y="0"/>
                    </a:cubicBezTo>
                    <a:cubicBezTo>
                      <a:pt x="39" y="2"/>
                      <a:pt x="35" y="1"/>
                      <a:pt x="30" y="1"/>
                    </a:cubicBezTo>
                    <a:cubicBezTo>
                      <a:pt x="21" y="2"/>
                      <a:pt x="13" y="4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5" name="Freeform 816">
                <a:extLst>
                  <a:ext uri="{FF2B5EF4-FFF2-40B4-BE49-F238E27FC236}">
                    <a16:creationId xmlns:a16="http://schemas.microsoft.com/office/drawing/2014/main" id="{0D908ACA-3224-4BFD-ABEE-ADDE33D09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286"/>
                <a:ext cx="177" cy="143"/>
              </a:xfrm>
              <a:custGeom>
                <a:avLst/>
                <a:gdLst>
                  <a:gd name="T0" fmla="*/ 1106 w 112"/>
                  <a:gd name="T1" fmla="*/ 0 h 90"/>
                  <a:gd name="T2" fmla="*/ 224 w 112"/>
                  <a:gd name="T3" fmla="*/ 172 h 90"/>
                  <a:gd name="T4" fmla="*/ 13 w 112"/>
                  <a:gd name="T5" fmla="*/ 365 h 90"/>
                  <a:gd name="T6" fmla="*/ 1106 w 112"/>
                  <a:gd name="T7" fmla="*/ 912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90">
                    <a:moveTo>
                      <a:pt x="112" y="0"/>
                    </a:moveTo>
                    <a:cubicBezTo>
                      <a:pt x="90" y="7"/>
                      <a:pt x="44" y="15"/>
                      <a:pt x="23" y="17"/>
                    </a:cubicBezTo>
                    <a:cubicBezTo>
                      <a:pt x="0" y="20"/>
                      <a:pt x="1" y="25"/>
                      <a:pt x="1" y="36"/>
                    </a:cubicBezTo>
                    <a:cubicBezTo>
                      <a:pt x="1" y="46"/>
                      <a:pt x="55" y="78"/>
                      <a:pt x="112" y="9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6" name="Freeform 817">
                <a:extLst>
                  <a:ext uri="{FF2B5EF4-FFF2-40B4-BE49-F238E27FC236}">
                    <a16:creationId xmlns:a16="http://schemas.microsoft.com/office/drawing/2014/main" id="{7418F692-7947-4D54-B688-25D3DA121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113"/>
                <a:ext cx="507" cy="188"/>
              </a:xfrm>
              <a:custGeom>
                <a:avLst/>
                <a:gdLst>
                  <a:gd name="T0" fmla="*/ 2546 w 320"/>
                  <a:gd name="T1" fmla="*/ 202 h 119"/>
                  <a:gd name="T2" fmla="*/ 1009 w 320"/>
                  <a:gd name="T3" fmla="*/ 52 h 119"/>
                  <a:gd name="T4" fmla="*/ 0 w 320"/>
                  <a:gd name="T5" fmla="*/ 137 h 119"/>
                  <a:gd name="T6" fmla="*/ 0 w 320"/>
                  <a:gd name="T7" fmla="*/ 916 h 119"/>
                  <a:gd name="T8" fmla="*/ 2083 w 320"/>
                  <a:gd name="T9" fmla="*/ 776 h 119"/>
                  <a:gd name="T10" fmla="*/ 3183 w 320"/>
                  <a:gd name="T11" fmla="*/ 362 h 119"/>
                  <a:gd name="T12" fmla="*/ 2546 w 320"/>
                  <a:gd name="T13" fmla="*/ 202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0" h="119">
                    <a:moveTo>
                      <a:pt x="255" y="20"/>
                    </a:moveTo>
                    <a:cubicBezTo>
                      <a:pt x="218" y="17"/>
                      <a:pt x="135" y="10"/>
                      <a:pt x="101" y="5"/>
                    </a:cubicBezTo>
                    <a:cubicBezTo>
                      <a:pt x="72" y="0"/>
                      <a:pt x="31" y="2"/>
                      <a:pt x="0" y="14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63" y="119"/>
                      <a:pt x="166" y="87"/>
                      <a:pt x="209" y="79"/>
                    </a:cubicBezTo>
                    <a:cubicBezTo>
                      <a:pt x="255" y="70"/>
                      <a:pt x="318" y="47"/>
                      <a:pt x="319" y="37"/>
                    </a:cubicBezTo>
                    <a:cubicBezTo>
                      <a:pt x="320" y="27"/>
                      <a:pt x="293" y="24"/>
                      <a:pt x="255" y="20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7" name="Freeform 818">
                <a:extLst>
                  <a:ext uri="{FF2B5EF4-FFF2-40B4-BE49-F238E27FC236}">
                    <a16:creationId xmlns:a16="http://schemas.microsoft.com/office/drawing/2014/main" id="{BEF10428-FD86-4622-825D-AD1CD249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125"/>
                <a:ext cx="426" cy="70"/>
              </a:xfrm>
              <a:custGeom>
                <a:avLst/>
                <a:gdLst>
                  <a:gd name="T0" fmla="*/ 2681 w 269"/>
                  <a:gd name="T1" fmla="*/ 226 h 44"/>
                  <a:gd name="T2" fmla="*/ 2252 w 269"/>
                  <a:gd name="T3" fmla="*/ 185 h 44"/>
                  <a:gd name="T4" fmla="*/ 1775 w 269"/>
                  <a:gd name="T5" fmla="*/ 134 h 44"/>
                  <a:gd name="T6" fmla="*/ 968 w 269"/>
                  <a:gd name="T7" fmla="*/ 53 h 44"/>
                  <a:gd name="T8" fmla="*/ 0 w 269"/>
                  <a:gd name="T9" fmla="*/ 134 h 44"/>
                  <a:gd name="T10" fmla="*/ 0 w 269"/>
                  <a:gd name="T11" fmla="*/ 449 h 44"/>
                  <a:gd name="T12" fmla="*/ 82 w 269"/>
                  <a:gd name="T13" fmla="*/ 347 h 44"/>
                  <a:gd name="T14" fmla="*/ 702 w 269"/>
                  <a:gd name="T15" fmla="*/ 162 h 44"/>
                  <a:gd name="T16" fmla="*/ 1761 w 269"/>
                  <a:gd name="T17" fmla="*/ 213 h 44"/>
                  <a:gd name="T18" fmla="*/ 2681 w 269"/>
                  <a:gd name="T19" fmla="*/ 226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9" h="44">
                    <a:moveTo>
                      <a:pt x="269" y="22"/>
                    </a:moveTo>
                    <a:cubicBezTo>
                      <a:pt x="255" y="19"/>
                      <a:pt x="240" y="19"/>
                      <a:pt x="226" y="18"/>
                    </a:cubicBezTo>
                    <a:cubicBezTo>
                      <a:pt x="210" y="17"/>
                      <a:pt x="194" y="15"/>
                      <a:pt x="178" y="13"/>
                    </a:cubicBezTo>
                    <a:cubicBezTo>
                      <a:pt x="151" y="10"/>
                      <a:pt x="124" y="9"/>
                      <a:pt x="97" y="5"/>
                    </a:cubicBezTo>
                    <a:cubicBezTo>
                      <a:pt x="66" y="0"/>
                      <a:pt x="29" y="3"/>
                      <a:pt x="0" y="1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2" y="41"/>
                      <a:pt x="5" y="37"/>
                      <a:pt x="8" y="34"/>
                    </a:cubicBezTo>
                    <a:cubicBezTo>
                      <a:pt x="25" y="17"/>
                      <a:pt x="48" y="16"/>
                      <a:pt x="71" y="16"/>
                    </a:cubicBezTo>
                    <a:cubicBezTo>
                      <a:pt x="106" y="16"/>
                      <a:pt x="141" y="19"/>
                      <a:pt x="177" y="21"/>
                    </a:cubicBezTo>
                    <a:cubicBezTo>
                      <a:pt x="207" y="22"/>
                      <a:pt x="239" y="17"/>
                      <a:pt x="269" y="22"/>
                    </a:cubicBezTo>
                    <a:close/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8" name="Freeform 819">
                <a:extLst>
                  <a:ext uri="{FF2B5EF4-FFF2-40B4-BE49-F238E27FC236}">
                    <a16:creationId xmlns:a16="http://schemas.microsoft.com/office/drawing/2014/main" id="{2CE42CCA-3039-4B73-911A-DECCE9B91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" y="1177"/>
                <a:ext cx="440" cy="86"/>
              </a:xfrm>
              <a:custGeom>
                <a:avLst/>
                <a:gdLst>
                  <a:gd name="T0" fmla="*/ 33 w 278"/>
                  <a:gd name="T1" fmla="*/ 470 h 54"/>
                  <a:gd name="T2" fmla="*/ 646 w 278"/>
                  <a:gd name="T3" fmla="*/ 532 h 54"/>
                  <a:gd name="T4" fmla="*/ 1209 w 278"/>
                  <a:gd name="T5" fmla="*/ 432 h 54"/>
                  <a:gd name="T6" fmla="*/ 2760 w 278"/>
                  <a:gd name="T7" fmla="*/ 0 h 54"/>
                  <a:gd name="T8" fmla="*/ 2322 w 278"/>
                  <a:gd name="T9" fmla="*/ 134 h 54"/>
                  <a:gd name="T10" fmla="*/ 1776 w 278"/>
                  <a:gd name="T11" fmla="*/ 239 h 54"/>
                  <a:gd name="T12" fmla="*/ 1041 w 278"/>
                  <a:gd name="T13" fmla="*/ 326 h 54"/>
                  <a:gd name="T14" fmla="*/ 666 w 278"/>
                  <a:gd name="T15" fmla="*/ 258 h 54"/>
                  <a:gd name="T16" fmla="*/ 464 w 278"/>
                  <a:gd name="T17" fmla="*/ 360 h 54"/>
                  <a:gd name="T18" fmla="*/ 0 w 278"/>
                  <a:gd name="T19" fmla="*/ 449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8" h="54">
                    <a:moveTo>
                      <a:pt x="3" y="46"/>
                    </a:moveTo>
                    <a:cubicBezTo>
                      <a:pt x="20" y="54"/>
                      <a:pt x="46" y="52"/>
                      <a:pt x="65" y="52"/>
                    </a:cubicBezTo>
                    <a:cubicBezTo>
                      <a:pt x="84" y="51"/>
                      <a:pt x="103" y="47"/>
                      <a:pt x="122" y="42"/>
                    </a:cubicBezTo>
                    <a:cubicBezTo>
                      <a:pt x="173" y="31"/>
                      <a:pt x="233" y="29"/>
                      <a:pt x="278" y="0"/>
                    </a:cubicBezTo>
                    <a:cubicBezTo>
                      <a:pt x="265" y="8"/>
                      <a:pt x="248" y="10"/>
                      <a:pt x="234" y="13"/>
                    </a:cubicBezTo>
                    <a:cubicBezTo>
                      <a:pt x="215" y="17"/>
                      <a:pt x="197" y="21"/>
                      <a:pt x="179" y="23"/>
                    </a:cubicBezTo>
                    <a:cubicBezTo>
                      <a:pt x="155" y="26"/>
                      <a:pt x="129" y="32"/>
                      <a:pt x="105" y="32"/>
                    </a:cubicBezTo>
                    <a:cubicBezTo>
                      <a:pt x="91" y="32"/>
                      <a:pt x="81" y="24"/>
                      <a:pt x="67" y="25"/>
                    </a:cubicBezTo>
                    <a:cubicBezTo>
                      <a:pt x="57" y="25"/>
                      <a:pt x="55" y="29"/>
                      <a:pt x="47" y="35"/>
                    </a:cubicBezTo>
                    <a:cubicBezTo>
                      <a:pt x="33" y="43"/>
                      <a:pt x="15" y="40"/>
                      <a:pt x="0" y="44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9" name="Freeform 820">
                <a:extLst>
                  <a:ext uri="{FF2B5EF4-FFF2-40B4-BE49-F238E27FC236}">
                    <a16:creationId xmlns:a16="http://schemas.microsoft.com/office/drawing/2014/main" id="{05D99ACB-E996-42EA-97B8-7194853C4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1135"/>
                <a:ext cx="92" cy="33"/>
              </a:xfrm>
              <a:custGeom>
                <a:avLst/>
                <a:gdLst>
                  <a:gd name="T0" fmla="*/ 0 w 58"/>
                  <a:gd name="T1" fmla="*/ 203 h 21"/>
                  <a:gd name="T2" fmla="*/ 584 w 58"/>
                  <a:gd name="T3" fmla="*/ 66 h 21"/>
                  <a:gd name="T4" fmla="*/ 0 w 58"/>
                  <a:gd name="T5" fmla="*/ 19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1">
                    <a:moveTo>
                      <a:pt x="0" y="21"/>
                    </a:moveTo>
                    <a:cubicBezTo>
                      <a:pt x="18" y="10"/>
                      <a:pt x="38" y="8"/>
                      <a:pt x="58" y="7"/>
                    </a:cubicBezTo>
                    <a:cubicBezTo>
                      <a:pt x="48" y="4"/>
                      <a:pt x="0" y="0"/>
                      <a:pt x="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0" name="Freeform 821">
                <a:extLst>
                  <a:ext uri="{FF2B5EF4-FFF2-40B4-BE49-F238E27FC236}">
                    <a16:creationId xmlns:a16="http://schemas.microsoft.com/office/drawing/2014/main" id="{B3CF9082-B165-4E8F-A61D-62E543101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1136"/>
                <a:ext cx="14" cy="10"/>
              </a:xfrm>
              <a:custGeom>
                <a:avLst/>
                <a:gdLst>
                  <a:gd name="T0" fmla="*/ 12 w 9"/>
                  <a:gd name="T1" fmla="*/ 37 h 6"/>
                  <a:gd name="T2" fmla="*/ 19 w 9"/>
                  <a:gd name="T3" fmla="*/ 78 h 6"/>
                  <a:gd name="T4" fmla="*/ 82 w 9"/>
                  <a:gd name="T5" fmla="*/ 13 h 6"/>
                  <a:gd name="T6" fmla="*/ 47 w 9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1" y="3"/>
                    </a:moveTo>
                    <a:cubicBezTo>
                      <a:pt x="0" y="4"/>
                      <a:pt x="0" y="5"/>
                      <a:pt x="2" y="6"/>
                    </a:cubicBezTo>
                    <a:cubicBezTo>
                      <a:pt x="5" y="6"/>
                      <a:pt x="8" y="4"/>
                      <a:pt x="9" y="1"/>
                    </a:cubicBezTo>
                    <a:cubicBezTo>
                      <a:pt x="7" y="1"/>
                      <a:pt x="6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1" name="Oval 822">
                <a:extLst>
                  <a:ext uri="{FF2B5EF4-FFF2-40B4-BE49-F238E27FC236}">
                    <a16:creationId xmlns:a16="http://schemas.microsoft.com/office/drawing/2014/main" id="{85C1E3D7-C85C-4B03-A11A-75F421296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" y="1182"/>
                <a:ext cx="83" cy="44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82" name="Oval 823">
                <a:extLst>
                  <a:ext uri="{FF2B5EF4-FFF2-40B4-BE49-F238E27FC236}">
                    <a16:creationId xmlns:a16="http://schemas.microsoft.com/office/drawing/2014/main" id="{14DEE53D-6CA5-4BF5-9BB2-49C77B360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1171"/>
                <a:ext cx="82" cy="4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83" name="Oval 824">
                <a:extLst>
                  <a:ext uri="{FF2B5EF4-FFF2-40B4-BE49-F238E27FC236}">
                    <a16:creationId xmlns:a16="http://schemas.microsoft.com/office/drawing/2014/main" id="{3A27D20F-F6BD-48B3-9C5E-39A9B8C3E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1177"/>
                <a:ext cx="82" cy="45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84" name="Freeform 825">
                <a:extLst>
                  <a:ext uri="{FF2B5EF4-FFF2-40B4-BE49-F238E27FC236}">
                    <a16:creationId xmlns:a16="http://schemas.microsoft.com/office/drawing/2014/main" id="{D84AD353-77AB-4198-AC82-485B51C69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1188"/>
                <a:ext cx="64" cy="30"/>
              </a:xfrm>
              <a:custGeom>
                <a:avLst/>
                <a:gdLst>
                  <a:gd name="T0" fmla="*/ 0 w 40"/>
                  <a:gd name="T1" fmla="*/ 107 h 19"/>
                  <a:gd name="T2" fmla="*/ 13 w 40"/>
                  <a:gd name="T3" fmla="*/ 137 h 19"/>
                  <a:gd name="T4" fmla="*/ 197 w 40"/>
                  <a:gd name="T5" fmla="*/ 185 h 19"/>
                  <a:gd name="T6" fmla="*/ 418 w 40"/>
                  <a:gd name="T7" fmla="*/ 82 h 19"/>
                  <a:gd name="T8" fmla="*/ 405 w 40"/>
                  <a:gd name="T9" fmla="*/ 52 h 19"/>
                  <a:gd name="T10" fmla="*/ 221 w 40"/>
                  <a:gd name="T11" fmla="*/ 0 h 19"/>
                  <a:gd name="T12" fmla="*/ 0 w 40"/>
                  <a:gd name="T13" fmla="*/ 10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9">
                    <a:moveTo>
                      <a:pt x="0" y="11"/>
                    </a:moveTo>
                    <a:cubicBezTo>
                      <a:pt x="0" y="12"/>
                      <a:pt x="0" y="13"/>
                      <a:pt x="1" y="14"/>
                    </a:cubicBezTo>
                    <a:cubicBezTo>
                      <a:pt x="5" y="17"/>
                      <a:pt x="11" y="19"/>
                      <a:pt x="19" y="19"/>
                    </a:cubicBezTo>
                    <a:cubicBezTo>
                      <a:pt x="30" y="19"/>
                      <a:pt x="40" y="14"/>
                      <a:pt x="40" y="8"/>
                    </a:cubicBezTo>
                    <a:cubicBezTo>
                      <a:pt x="40" y="7"/>
                      <a:pt x="40" y="6"/>
                      <a:pt x="39" y="5"/>
                    </a:cubicBezTo>
                    <a:cubicBezTo>
                      <a:pt x="35" y="2"/>
                      <a:pt x="29" y="0"/>
                      <a:pt x="21" y="0"/>
                    </a:cubicBezTo>
                    <a:cubicBezTo>
                      <a:pt x="10" y="0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5" name="Oval 826">
                <a:extLst>
                  <a:ext uri="{FF2B5EF4-FFF2-40B4-BE49-F238E27FC236}">
                    <a16:creationId xmlns:a16="http://schemas.microsoft.com/office/drawing/2014/main" id="{BCC26E2D-F235-4730-A86E-3674E9B81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" y="118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86" name="Oval 827">
                <a:extLst>
                  <a:ext uri="{FF2B5EF4-FFF2-40B4-BE49-F238E27FC236}">
                    <a16:creationId xmlns:a16="http://schemas.microsoft.com/office/drawing/2014/main" id="{A2B2D17B-30F5-4514-90E2-4DC75DBE4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18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87" name="Freeform 828">
                <a:extLst>
                  <a:ext uri="{FF2B5EF4-FFF2-40B4-BE49-F238E27FC236}">
                    <a16:creationId xmlns:a16="http://schemas.microsoft.com/office/drawing/2014/main" id="{63CB7786-5DC1-4189-8528-CE9916559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1203"/>
                <a:ext cx="46" cy="19"/>
              </a:xfrm>
              <a:custGeom>
                <a:avLst/>
                <a:gdLst>
                  <a:gd name="T0" fmla="*/ 292 w 29"/>
                  <a:gd name="T1" fmla="*/ 0 h 12"/>
                  <a:gd name="T2" fmla="*/ 0 w 29"/>
                  <a:gd name="T3" fmla="*/ 87 h 12"/>
                  <a:gd name="T4" fmla="*/ 292 w 2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2">
                    <a:moveTo>
                      <a:pt x="29" y="0"/>
                    </a:moveTo>
                    <a:cubicBezTo>
                      <a:pt x="24" y="11"/>
                      <a:pt x="10" y="12"/>
                      <a:pt x="0" y="9"/>
                    </a:cubicBezTo>
                    <a:cubicBezTo>
                      <a:pt x="7" y="9"/>
                      <a:pt x="21" y="7"/>
                      <a:pt x="29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8" name="Freeform 829">
                <a:extLst>
                  <a:ext uri="{FF2B5EF4-FFF2-40B4-BE49-F238E27FC236}">
                    <a16:creationId xmlns:a16="http://schemas.microsoft.com/office/drawing/2014/main" id="{20D4851A-CB85-4AA9-911A-443122064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113"/>
                <a:ext cx="507" cy="188"/>
              </a:xfrm>
              <a:custGeom>
                <a:avLst/>
                <a:gdLst>
                  <a:gd name="T0" fmla="*/ 0 w 320"/>
                  <a:gd name="T1" fmla="*/ 916 h 119"/>
                  <a:gd name="T2" fmla="*/ 2083 w 320"/>
                  <a:gd name="T3" fmla="*/ 776 h 119"/>
                  <a:gd name="T4" fmla="*/ 3183 w 320"/>
                  <a:gd name="T5" fmla="*/ 362 h 119"/>
                  <a:gd name="T6" fmla="*/ 2546 w 320"/>
                  <a:gd name="T7" fmla="*/ 202 h 119"/>
                  <a:gd name="T8" fmla="*/ 1009 w 320"/>
                  <a:gd name="T9" fmla="*/ 52 h 119"/>
                  <a:gd name="T10" fmla="*/ 0 w 320"/>
                  <a:gd name="T11" fmla="*/ 137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0" h="119">
                    <a:moveTo>
                      <a:pt x="0" y="93"/>
                    </a:moveTo>
                    <a:cubicBezTo>
                      <a:pt x="63" y="119"/>
                      <a:pt x="166" y="87"/>
                      <a:pt x="209" y="79"/>
                    </a:cubicBezTo>
                    <a:cubicBezTo>
                      <a:pt x="255" y="70"/>
                      <a:pt x="318" y="47"/>
                      <a:pt x="319" y="37"/>
                    </a:cubicBezTo>
                    <a:cubicBezTo>
                      <a:pt x="320" y="27"/>
                      <a:pt x="293" y="24"/>
                      <a:pt x="255" y="20"/>
                    </a:cubicBezTo>
                    <a:cubicBezTo>
                      <a:pt x="218" y="17"/>
                      <a:pt x="135" y="10"/>
                      <a:pt x="101" y="5"/>
                    </a:cubicBezTo>
                    <a:cubicBezTo>
                      <a:pt x="72" y="0"/>
                      <a:pt x="31" y="2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9" name="Freeform 830">
                <a:extLst>
                  <a:ext uri="{FF2B5EF4-FFF2-40B4-BE49-F238E27FC236}">
                    <a16:creationId xmlns:a16="http://schemas.microsoft.com/office/drawing/2014/main" id="{B70602E5-28A5-4B8D-9FEC-16DFA3CE0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1271"/>
                <a:ext cx="651" cy="143"/>
              </a:xfrm>
              <a:custGeom>
                <a:avLst/>
                <a:gdLst>
                  <a:gd name="T0" fmla="*/ 40 w 411"/>
                  <a:gd name="T1" fmla="*/ 237 h 91"/>
                  <a:gd name="T2" fmla="*/ 1022 w 411"/>
                  <a:gd name="T3" fmla="*/ 104 h 91"/>
                  <a:gd name="T4" fmla="*/ 1864 w 411"/>
                  <a:gd name="T5" fmla="*/ 31 h 91"/>
                  <a:gd name="T6" fmla="*/ 3103 w 411"/>
                  <a:gd name="T7" fmla="*/ 135 h 91"/>
                  <a:gd name="T8" fmla="*/ 4077 w 411"/>
                  <a:gd name="T9" fmla="*/ 354 h 91"/>
                  <a:gd name="T10" fmla="*/ 3567 w 411"/>
                  <a:gd name="T11" fmla="*/ 522 h 91"/>
                  <a:gd name="T12" fmla="*/ 2479 w 411"/>
                  <a:gd name="T13" fmla="*/ 618 h 91"/>
                  <a:gd name="T14" fmla="*/ 1668 w 411"/>
                  <a:gd name="T15" fmla="*/ 842 h 91"/>
                  <a:gd name="T16" fmla="*/ 377 w 411"/>
                  <a:gd name="T17" fmla="*/ 556 h 91"/>
                  <a:gd name="T18" fmla="*/ 40 w 411"/>
                  <a:gd name="T19" fmla="*/ 237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1" h="91">
                    <a:moveTo>
                      <a:pt x="4" y="25"/>
                    </a:moveTo>
                    <a:cubicBezTo>
                      <a:pt x="29" y="14"/>
                      <a:pt x="69" y="17"/>
                      <a:pt x="102" y="11"/>
                    </a:cubicBezTo>
                    <a:cubicBezTo>
                      <a:pt x="135" y="4"/>
                      <a:pt x="145" y="0"/>
                      <a:pt x="187" y="3"/>
                    </a:cubicBezTo>
                    <a:cubicBezTo>
                      <a:pt x="230" y="7"/>
                      <a:pt x="267" y="10"/>
                      <a:pt x="311" y="14"/>
                    </a:cubicBezTo>
                    <a:cubicBezTo>
                      <a:pt x="355" y="19"/>
                      <a:pt x="407" y="25"/>
                      <a:pt x="409" y="37"/>
                    </a:cubicBezTo>
                    <a:cubicBezTo>
                      <a:pt x="411" y="50"/>
                      <a:pt x="387" y="53"/>
                      <a:pt x="358" y="54"/>
                    </a:cubicBezTo>
                    <a:cubicBezTo>
                      <a:pt x="330" y="56"/>
                      <a:pt x="276" y="53"/>
                      <a:pt x="249" y="64"/>
                    </a:cubicBezTo>
                    <a:cubicBezTo>
                      <a:pt x="222" y="75"/>
                      <a:pt x="202" y="86"/>
                      <a:pt x="167" y="88"/>
                    </a:cubicBezTo>
                    <a:cubicBezTo>
                      <a:pt x="132" y="91"/>
                      <a:pt x="60" y="73"/>
                      <a:pt x="38" y="58"/>
                    </a:cubicBezTo>
                    <a:cubicBezTo>
                      <a:pt x="16" y="43"/>
                      <a:pt x="0" y="31"/>
                      <a:pt x="4" y="25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0" name="Freeform 831">
                <a:extLst>
                  <a:ext uri="{FF2B5EF4-FFF2-40B4-BE49-F238E27FC236}">
                    <a16:creationId xmlns:a16="http://schemas.microsoft.com/office/drawing/2014/main" id="{FB2BA79F-C9BB-4C24-9401-80673C72F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1285"/>
                <a:ext cx="462" cy="68"/>
              </a:xfrm>
              <a:custGeom>
                <a:avLst/>
                <a:gdLst>
                  <a:gd name="T0" fmla="*/ 33 w 292"/>
                  <a:gd name="T1" fmla="*/ 206 h 43"/>
                  <a:gd name="T2" fmla="*/ 679 w 292"/>
                  <a:gd name="T3" fmla="*/ 130 h 43"/>
                  <a:gd name="T4" fmla="*/ 1209 w 292"/>
                  <a:gd name="T5" fmla="*/ 33 h 43"/>
                  <a:gd name="T6" fmla="*/ 1805 w 292"/>
                  <a:gd name="T7" fmla="*/ 33 h 43"/>
                  <a:gd name="T8" fmla="*/ 2313 w 292"/>
                  <a:gd name="T9" fmla="*/ 87 h 43"/>
                  <a:gd name="T10" fmla="*/ 2897 w 292"/>
                  <a:gd name="T11" fmla="*/ 150 h 43"/>
                  <a:gd name="T12" fmla="*/ 2081 w 292"/>
                  <a:gd name="T13" fmla="*/ 117 h 43"/>
                  <a:gd name="T14" fmla="*/ 1130 w 292"/>
                  <a:gd name="T15" fmla="*/ 138 h 43"/>
                  <a:gd name="T16" fmla="*/ 744 w 292"/>
                  <a:gd name="T17" fmla="*/ 293 h 43"/>
                  <a:gd name="T18" fmla="*/ 495 w 292"/>
                  <a:gd name="T19" fmla="*/ 408 h 43"/>
                  <a:gd name="T20" fmla="*/ 0 w 292"/>
                  <a:gd name="T21" fmla="*/ 237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2" h="43">
                    <a:moveTo>
                      <a:pt x="3" y="21"/>
                    </a:moveTo>
                    <a:cubicBezTo>
                      <a:pt x="23" y="13"/>
                      <a:pt x="47" y="16"/>
                      <a:pt x="68" y="13"/>
                    </a:cubicBezTo>
                    <a:cubicBezTo>
                      <a:pt x="86" y="10"/>
                      <a:pt x="104" y="6"/>
                      <a:pt x="122" y="3"/>
                    </a:cubicBezTo>
                    <a:cubicBezTo>
                      <a:pt x="141" y="0"/>
                      <a:pt x="162" y="2"/>
                      <a:pt x="182" y="3"/>
                    </a:cubicBezTo>
                    <a:cubicBezTo>
                      <a:pt x="199" y="5"/>
                      <a:pt x="216" y="7"/>
                      <a:pt x="233" y="9"/>
                    </a:cubicBezTo>
                    <a:cubicBezTo>
                      <a:pt x="253" y="11"/>
                      <a:pt x="273" y="12"/>
                      <a:pt x="292" y="15"/>
                    </a:cubicBezTo>
                    <a:cubicBezTo>
                      <a:pt x="265" y="15"/>
                      <a:pt x="237" y="14"/>
                      <a:pt x="210" y="12"/>
                    </a:cubicBezTo>
                    <a:cubicBezTo>
                      <a:pt x="180" y="9"/>
                      <a:pt x="144" y="7"/>
                      <a:pt x="114" y="14"/>
                    </a:cubicBezTo>
                    <a:cubicBezTo>
                      <a:pt x="101" y="17"/>
                      <a:pt x="87" y="22"/>
                      <a:pt x="75" y="30"/>
                    </a:cubicBezTo>
                    <a:cubicBezTo>
                      <a:pt x="67" y="35"/>
                      <a:pt x="60" y="39"/>
                      <a:pt x="50" y="41"/>
                    </a:cubicBezTo>
                    <a:cubicBezTo>
                      <a:pt x="35" y="43"/>
                      <a:pt x="10" y="34"/>
                      <a:pt x="0" y="24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1" name="Freeform 832">
                <a:extLst>
                  <a:ext uri="{FF2B5EF4-FFF2-40B4-BE49-F238E27FC236}">
                    <a16:creationId xmlns:a16="http://schemas.microsoft.com/office/drawing/2014/main" id="{DD2911D3-C77A-40CA-8E95-4D77F0C7B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1326"/>
                <a:ext cx="450" cy="84"/>
              </a:xfrm>
              <a:custGeom>
                <a:avLst/>
                <a:gdLst>
                  <a:gd name="T0" fmla="*/ 369 w 284"/>
                  <a:gd name="T1" fmla="*/ 450 h 53"/>
                  <a:gd name="T2" fmla="*/ 1146 w 284"/>
                  <a:gd name="T3" fmla="*/ 292 h 53"/>
                  <a:gd name="T4" fmla="*/ 1810 w 284"/>
                  <a:gd name="T5" fmla="*/ 138 h 53"/>
                  <a:gd name="T6" fmla="*/ 2836 w 284"/>
                  <a:gd name="T7" fmla="*/ 13 h 53"/>
                  <a:gd name="T8" fmla="*/ 2187 w 284"/>
                  <a:gd name="T9" fmla="*/ 52 h 53"/>
                  <a:gd name="T10" fmla="*/ 1436 w 284"/>
                  <a:gd name="T11" fmla="*/ 63 h 53"/>
                  <a:gd name="T12" fmla="*/ 1077 w 284"/>
                  <a:gd name="T13" fmla="*/ 130 h 53"/>
                  <a:gd name="T14" fmla="*/ 768 w 284"/>
                  <a:gd name="T15" fmla="*/ 68 h 53"/>
                  <a:gd name="T16" fmla="*/ 637 w 284"/>
                  <a:gd name="T17" fmla="*/ 130 h 53"/>
                  <a:gd name="T18" fmla="*/ 429 w 284"/>
                  <a:gd name="T19" fmla="*/ 184 h 53"/>
                  <a:gd name="T20" fmla="*/ 450 w 284"/>
                  <a:gd name="T21" fmla="*/ 390 h 53"/>
                  <a:gd name="T22" fmla="*/ 0 w 284"/>
                  <a:gd name="T23" fmla="*/ 374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4" h="53">
                    <a:moveTo>
                      <a:pt x="37" y="45"/>
                    </a:moveTo>
                    <a:cubicBezTo>
                      <a:pt x="62" y="53"/>
                      <a:pt x="93" y="38"/>
                      <a:pt x="115" y="29"/>
                    </a:cubicBezTo>
                    <a:cubicBezTo>
                      <a:pt x="138" y="20"/>
                      <a:pt x="157" y="14"/>
                      <a:pt x="181" y="14"/>
                    </a:cubicBezTo>
                    <a:cubicBezTo>
                      <a:pt x="200" y="14"/>
                      <a:pt x="284" y="23"/>
                      <a:pt x="284" y="1"/>
                    </a:cubicBezTo>
                    <a:cubicBezTo>
                      <a:pt x="264" y="10"/>
                      <a:pt x="240" y="7"/>
                      <a:pt x="219" y="5"/>
                    </a:cubicBezTo>
                    <a:cubicBezTo>
                      <a:pt x="193" y="3"/>
                      <a:pt x="169" y="0"/>
                      <a:pt x="144" y="6"/>
                    </a:cubicBezTo>
                    <a:cubicBezTo>
                      <a:pt x="132" y="9"/>
                      <a:pt x="120" y="13"/>
                      <a:pt x="108" y="13"/>
                    </a:cubicBezTo>
                    <a:cubicBezTo>
                      <a:pt x="97" y="13"/>
                      <a:pt x="87" y="6"/>
                      <a:pt x="77" y="7"/>
                    </a:cubicBezTo>
                    <a:cubicBezTo>
                      <a:pt x="71" y="7"/>
                      <a:pt x="69" y="11"/>
                      <a:pt x="64" y="13"/>
                    </a:cubicBezTo>
                    <a:cubicBezTo>
                      <a:pt x="58" y="16"/>
                      <a:pt x="49" y="15"/>
                      <a:pt x="43" y="18"/>
                    </a:cubicBezTo>
                    <a:cubicBezTo>
                      <a:pt x="51" y="24"/>
                      <a:pt x="56" y="33"/>
                      <a:pt x="45" y="39"/>
                    </a:cubicBezTo>
                    <a:cubicBezTo>
                      <a:pt x="34" y="44"/>
                      <a:pt x="11" y="40"/>
                      <a:pt x="0" y="37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2" name="Freeform 833">
                <a:extLst>
                  <a:ext uri="{FF2B5EF4-FFF2-40B4-BE49-F238E27FC236}">
                    <a16:creationId xmlns:a16="http://schemas.microsoft.com/office/drawing/2014/main" id="{2990A794-B719-4A2A-A3F1-14C6F8D61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" y="1312"/>
                <a:ext cx="89" cy="34"/>
              </a:xfrm>
              <a:custGeom>
                <a:avLst/>
                <a:gdLst>
                  <a:gd name="T0" fmla="*/ 0 w 56"/>
                  <a:gd name="T1" fmla="*/ 108 h 22"/>
                  <a:gd name="T2" fmla="*/ 566 w 56"/>
                  <a:gd name="T3" fmla="*/ 0 h 22"/>
                  <a:gd name="T4" fmla="*/ 305 w 56"/>
                  <a:gd name="T5" fmla="*/ 34 h 22"/>
                  <a:gd name="T6" fmla="*/ 40 w 56"/>
                  <a:gd name="T7" fmla="*/ 10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22">
                    <a:moveTo>
                      <a:pt x="0" y="12"/>
                    </a:moveTo>
                    <a:cubicBezTo>
                      <a:pt x="20" y="22"/>
                      <a:pt x="36" y="4"/>
                      <a:pt x="56" y="0"/>
                    </a:cubicBezTo>
                    <a:cubicBezTo>
                      <a:pt x="47" y="0"/>
                      <a:pt x="39" y="1"/>
                      <a:pt x="30" y="4"/>
                    </a:cubicBezTo>
                    <a:cubicBezTo>
                      <a:pt x="22" y="7"/>
                      <a:pt x="13" y="13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3" name="Oval 834">
                <a:extLst>
                  <a:ext uri="{FF2B5EF4-FFF2-40B4-BE49-F238E27FC236}">
                    <a16:creationId xmlns:a16="http://schemas.microsoft.com/office/drawing/2014/main" id="{54569979-1ACE-457E-BB18-94E179BEA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" y="1320"/>
                <a:ext cx="82" cy="45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94" name="Oval 835">
                <a:extLst>
                  <a:ext uri="{FF2B5EF4-FFF2-40B4-BE49-F238E27FC236}">
                    <a16:creationId xmlns:a16="http://schemas.microsoft.com/office/drawing/2014/main" id="{087A3E17-96F6-4CCF-89FB-FDE03C346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" y="1310"/>
                <a:ext cx="83" cy="4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95" name="Oval 836">
                <a:extLst>
                  <a:ext uri="{FF2B5EF4-FFF2-40B4-BE49-F238E27FC236}">
                    <a16:creationId xmlns:a16="http://schemas.microsoft.com/office/drawing/2014/main" id="{491D47A3-B575-4501-A26A-D92189C3B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2" y="1315"/>
                <a:ext cx="82" cy="46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96" name="Freeform 837">
                <a:extLst>
                  <a:ext uri="{FF2B5EF4-FFF2-40B4-BE49-F238E27FC236}">
                    <a16:creationId xmlns:a16="http://schemas.microsoft.com/office/drawing/2014/main" id="{8F1F592B-F65A-4596-9FB5-294AF9F3B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1326"/>
                <a:ext cx="63" cy="31"/>
              </a:xfrm>
              <a:custGeom>
                <a:avLst/>
                <a:gdLst>
                  <a:gd name="T0" fmla="*/ 0 w 40"/>
                  <a:gd name="T1" fmla="*/ 109 h 20"/>
                  <a:gd name="T2" fmla="*/ 13 w 40"/>
                  <a:gd name="T3" fmla="*/ 135 h 20"/>
                  <a:gd name="T4" fmla="*/ 172 w 40"/>
                  <a:gd name="T5" fmla="*/ 178 h 20"/>
                  <a:gd name="T6" fmla="*/ 387 w 40"/>
                  <a:gd name="T7" fmla="*/ 70 h 20"/>
                  <a:gd name="T8" fmla="*/ 375 w 40"/>
                  <a:gd name="T9" fmla="*/ 53 h 20"/>
                  <a:gd name="T10" fmla="*/ 203 w 40"/>
                  <a:gd name="T11" fmla="*/ 0 h 20"/>
                  <a:gd name="T12" fmla="*/ 0 w 40"/>
                  <a:gd name="T13" fmla="*/ 1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0">
                    <a:moveTo>
                      <a:pt x="0" y="12"/>
                    </a:moveTo>
                    <a:cubicBezTo>
                      <a:pt x="0" y="13"/>
                      <a:pt x="0" y="14"/>
                      <a:pt x="1" y="15"/>
                    </a:cubicBezTo>
                    <a:cubicBezTo>
                      <a:pt x="4" y="18"/>
                      <a:pt x="11" y="20"/>
                      <a:pt x="18" y="20"/>
                    </a:cubicBezTo>
                    <a:cubicBezTo>
                      <a:pt x="30" y="20"/>
                      <a:pt x="40" y="15"/>
                      <a:pt x="40" y="8"/>
                    </a:cubicBezTo>
                    <a:cubicBezTo>
                      <a:pt x="40" y="7"/>
                      <a:pt x="40" y="6"/>
                      <a:pt x="39" y="6"/>
                    </a:cubicBezTo>
                    <a:cubicBezTo>
                      <a:pt x="35" y="2"/>
                      <a:pt x="29" y="0"/>
                      <a:pt x="21" y="0"/>
                    </a:cubicBezTo>
                    <a:cubicBezTo>
                      <a:pt x="10" y="0"/>
                      <a:pt x="0" y="5"/>
                      <a:pt x="0" y="12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7" name="Oval 838">
                <a:extLst>
                  <a:ext uri="{FF2B5EF4-FFF2-40B4-BE49-F238E27FC236}">
                    <a16:creationId xmlns:a16="http://schemas.microsoft.com/office/drawing/2014/main" id="{F9525B88-99CE-41DA-9B7F-B104DEC02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" y="132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98" name="Oval 839">
                <a:extLst>
                  <a:ext uri="{FF2B5EF4-FFF2-40B4-BE49-F238E27FC236}">
                    <a16:creationId xmlns:a16="http://schemas.microsoft.com/office/drawing/2014/main" id="{B232E002-9647-4719-B18C-0D6112F6E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7" y="1324"/>
                <a:ext cx="6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99" name="Freeform 840">
                <a:extLst>
                  <a:ext uri="{FF2B5EF4-FFF2-40B4-BE49-F238E27FC236}">
                    <a16:creationId xmlns:a16="http://schemas.microsoft.com/office/drawing/2014/main" id="{14E92441-8138-4ED3-98BA-D9110236B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1340"/>
                <a:ext cx="44" cy="21"/>
              </a:xfrm>
              <a:custGeom>
                <a:avLst/>
                <a:gdLst>
                  <a:gd name="T0" fmla="*/ 267 w 28"/>
                  <a:gd name="T1" fmla="*/ 0 h 13"/>
                  <a:gd name="T2" fmla="*/ 0 w 28"/>
                  <a:gd name="T3" fmla="*/ 110 h 13"/>
                  <a:gd name="T4" fmla="*/ 267 w 2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3">
                    <a:moveTo>
                      <a:pt x="28" y="0"/>
                    </a:moveTo>
                    <a:cubicBezTo>
                      <a:pt x="24" y="11"/>
                      <a:pt x="10" y="13"/>
                      <a:pt x="0" y="10"/>
                    </a:cubicBezTo>
                    <a:cubicBezTo>
                      <a:pt x="7" y="9"/>
                      <a:pt x="21" y="8"/>
                      <a:pt x="28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0" name="Freeform 841">
                <a:extLst>
                  <a:ext uri="{FF2B5EF4-FFF2-40B4-BE49-F238E27FC236}">
                    <a16:creationId xmlns:a16="http://schemas.microsoft.com/office/drawing/2014/main" id="{796263D9-1C68-49A7-AF13-F8E8C23B0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1271"/>
                <a:ext cx="651" cy="143"/>
              </a:xfrm>
              <a:custGeom>
                <a:avLst/>
                <a:gdLst>
                  <a:gd name="T0" fmla="*/ 40 w 411"/>
                  <a:gd name="T1" fmla="*/ 237 h 91"/>
                  <a:gd name="T2" fmla="*/ 1022 w 411"/>
                  <a:gd name="T3" fmla="*/ 104 h 91"/>
                  <a:gd name="T4" fmla="*/ 1864 w 411"/>
                  <a:gd name="T5" fmla="*/ 31 h 91"/>
                  <a:gd name="T6" fmla="*/ 3103 w 411"/>
                  <a:gd name="T7" fmla="*/ 135 h 91"/>
                  <a:gd name="T8" fmla="*/ 4077 w 411"/>
                  <a:gd name="T9" fmla="*/ 354 h 91"/>
                  <a:gd name="T10" fmla="*/ 3567 w 411"/>
                  <a:gd name="T11" fmla="*/ 522 h 91"/>
                  <a:gd name="T12" fmla="*/ 2479 w 411"/>
                  <a:gd name="T13" fmla="*/ 618 h 91"/>
                  <a:gd name="T14" fmla="*/ 1668 w 411"/>
                  <a:gd name="T15" fmla="*/ 842 h 91"/>
                  <a:gd name="T16" fmla="*/ 377 w 411"/>
                  <a:gd name="T17" fmla="*/ 556 h 91"/>
                  <a:gd name="T18" fmla="*/ 40 w 411"/>
                  <a:gd name="T19" fmla="*/ 237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1" h="91">
                    <a:moveTo>
                      <a:pt x="4" y="25"/>
                    </a:moveTo>
                    <a:cubicBezTo>
                      <a:pt x="29" y="14"/>
                      <a:pt x="69" y="17"/>
                      <a:pt x="102" y="11"/>
                    </a:cubicBezTo>
                    <a:cubicBezTo>
                      <a:pt x="135" y="4"/>
                      <a:pt x="145" y="0"/>
                      <a:pt x="187" y="3"/>
                    </a:cubicBezTo>
                    <a:cubicBezTo>
                      <a:pt x="230" y="7"/>
                      <a:pt x="267" y="10"/>
                      <a:pt x="311" y="14"/>
                    </a:cubicBezTo>
                    <a:cubicBezTo>
                      <a:pt x="355" y="19"/>
                      <a:pt x="407" y="25"/>
                      <a:pt x="409" y="37"/>
                    </a:cubicBezTo>
                    <a:cubicBezTo>
                      <a:pt x="411" y="50"/>
                      <a:pt x="387" y="53"/>
                      <a:pt x="358" y="54"/>
                    </a:cubicBezTo>
                    <a:cubicBezTo>
                      <a:pt x="330" y="56"/>
                      <a:pt x="276" y="53"/>
                      <a:pt x="249" y="64"/>
                    </a:cubicBezTo>
                    <a:cubicBezTo>
                      <a:pt x="222" y="75"/>
                      <a:pt x="202" y="86"/>
                      <a:pt x="167" y="88"/>
                    </a:cubicBezTo>
                    <a:cubicBezTo>
                      <a:pt x="132" y="91"/>
                      <a:pt x="60" y="73"/>
                      <a:pt x="38" y="58"/>
                    </a:cubicBezTo>
                    <a:cubicBezTo>
                      <a:pt x="16" y="43"/>
                      <a:pt x="0" y="31"/>
                      <a:pt x="4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1" name="Freeform 842">
                <a:extLst>
                  <a:ext uri="{FF2B5EF4-FFF2-40B4-BE49-F238E27FC236}">
                    <a16:creationId xmlns:a16="http://schemas.microsoft.com/office/drawing/2014/main" id="{459996C7-B929-40D7-BC09-C7031F39E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353"/>
                <a:ext cx="307" cy="153"/>
              </a:xfrm>
              <a:custGeom>
                <a:avLst/>
                <a:gdLst>
                  <a:gd name="T0" fmla="*/ 1272 w 194"/>
                  <a:gd name="T1" fmla="*/ 440 h 97"/>
                  <a:gd name="T2" fmla="*/ 0 w 194"/>
                  <a:gd name="T3" fmla="*/ 0 h 97"/>
                  <a:gd name="T4" fmla="*/ 0 w 194"/>
                  <a:gd name="T5" fmla="*/ 931 h 97"/>
                  <a:gd name="T6" fmla="*/ 1192 w 194"/>
                  <a:gd name="T7" fmla="*/ 749 h 97"/>
                  <a:gd name="T8" fmla="*/ 1913 w 194"/>
                  <a:gd name="T9" fmla="*/ 645 h 97"/>
                  <a:gd name="T10" fmla="*/ 1272 w 194"/>
                  <a:gd name="T11" fmla="*/ 44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4" h="97">
                    <a:moveTo>
                      <a:pt x="128" y="45"/>
                    </a:moveTo>
                    <a:cubicBezTo>
                      <a:pt x="92" y="39"/>
                      <a:pt x="40" y="8"/>
                      <a:pt x="0" y="0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38" y="97"/>
                      <a:pt x="93" y="81"/>
                      <a:pt x="120" y="77"/>
                    </a:cubicBezTo>
                    <a:cubicBezTo>
                      <a:pt x="152" y="73"/>
                      <a:pt x="192" y="78"/>
                      <a:pt x="193" y="66"/>
                    </a:cubicBezTo>
                    <a:cubicBezTo>
                      <a:pt x="194" y="53"/>
                      <a:pt x="167" y="51"/>
                      <a:pt x="128" y="45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2" name="Freeform 843">
                <a:extLst>
                  <a:ext uri="{FF2B5EF4-FFF2-40B4-BE49-F238E27FC236}">
                    <a16:creationId xmlns:a16="http://schemas.microsoft.com/office/drawing/2014/main" id="{218FCC00-3ABE-4634-AA51-E18E91A20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444"/>
                <a:ext cx="225" cy="48"/>
              </a:xfrm>
              <a:custGeom>
                <a:avLst/>
                <a:gdLst>
                  <a:gd name="T0" fmla="*/ 751 w 142"/>
                  <a:gd name="T1" fmla="*/ 21 h 30"/>
                  <a:gd name="T2" fmla="*/ 271 w 142"/>
                  <a:gd name="T3" fmla="*/ 54 h 30"/>
                  <a:gd name="T4" fmla="*/ 0 w 142"/>
                  <a:gd name="T5" fmla="*/ 0 h 30"/>
                  <a:gd name="T6" fmla="*/ 0 w 142"/>
                  <a:gd name="T7" fmla="*/ 315 h 30"/>
                  <a:gd name="T8" fmla="*/ 756 w 142"/>
                  <a:gd name="T9" fmla="*/ 171 h 30"/>
                  <a:gd name="T10" fmla="*/ 1146 w 142"/>
                  <a:gd name="T11" fmla="*/ 74 h 30"/>
                  <a:gd name="T12" fmla="*/ 1421 w 142"/>
                  <a:gd name="T13" fmla="*/ 34 h 30"/>
                  <a:gd name="T14" fmla="*/ 751 w 142"/>
                  <a:gd name="T15" fmla="*/ 21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2" h="30">
                    <a:moveTo>
                      <a:pt x="75" y="2"/>
                    </a:moveTo>
                    <a:cubicBezTo>
                      <a:pt x="59" y="3"/>
                      <a:pt x="43" y="6"/>
                      <a:pt x="27" y="5"/>
                    </a:cubicBezTo>
                    <a:cubicBezTo>
                      <a:pt x="18" y="5"/>
                      <a:pt x="9" y="2"/>
                      <a:pt x="0" y="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6" y="30"/>
                      <a:pt x="51" y="22"/>
                      <a:pt x="76" y="16"/>
                    </a:cubicBezTo>
                    <a:cubicBezTo>
                      <a:pt x="89" y="13"/>
                      <a:pt x="102" y="9"/>
                      <a:pt x="115" y="7"/>
                    </a:cubicBezTo>
                    <a:cubicBezTo>
                      <a:pt x="123" y="6"/>
                      <a:pt x="135" y="6"/>
                      <a:pt x="142" y="3"/>
                    </a:cubicBezTo>
                    <a:cubicBezTo>
                      <a:pt x="120" y="7"/>
                      <a:pt x="97" y="2"/>
                      <a:pt x="75" y="2"/>
                    </a:cubicBezTo>
                    <a:close/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3" name="Freeform 844">
                <a:extLst>
                  <a:ext uri="{FF2B5EF4-FFF2-40B4-BE49-F238E27FC236}">
                    <a16:creationId xmlns:a16="http://schemas.microsoft.com/office/drawing/2014/main" id="{C8340E20-0070-4632-B3EC-F5B8EE923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353"/>
                <a:ext cx="307" cy="153"/>
              </a:xfrm>
              <a:custGeom>
                <a:avLst/>
                <a:gdLst>
                  <a:gd name="T0" fmla="*/ 0 w 194"/>
                  <a:gd name="T1" fmla="*/ 931 h 97"/>
                  <a:gd name="T2" fmla="*/ 1192 w 194"/>
                  <a:gd name="T3" fmla="*/ 749 h 97"/>
                  <a:gd name="T4" fmla="*/ 1913 w 194"/>
                  <a:gd name="T5" fmla="*/ 645 h 97"/>
                  <a:gd name="T6" fmla="*/ 1272 w 194"/>
                  <a:gd name="T7" fmla="*/ 440 h 97"/>
                  <a:gd name="T8" fmla="*/ 0 w 194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97">
                    <a:moveTo>
                      <a:pt x="0" y="95"/>
                    </a:moveTo>
                    <a:cubicBezTo>
                      <a:pt x="38" y="97"/>
                      <a:pt x="93" y="81"/>
                      <a:pt x="120" y="77"/>
                    </a:cubicBezTo>
                    <a:cubicBezTo>
                      <a:pt x="152" y="73"/>
                      <a:pt x="192" y="78"/>
                      <a:pt x="193" y="66"/>
                    </a:cubicBezTo>
                    <a:cubicBezTo>
                      <a:pt x="194" y="53"/>
                      <a:pt x="167" y="51"/>
                      <a:pt x="128" y="45"/>
                    </a:cubicBezTo>
                    <a:cubicBezTo>
                      <a:pt x="92" y="39"/>
                      <a:pt x="40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4" name="Freeform 845">
                <a:extLst>
                  <a:ext uri="{FF2B5EF4-FFF2-40B4-BE49-F238E27FC236}">
                    <a16:creationId xmlns:a16="http://schemas.microsoft.com/office/drawing/2014/main" id="{CDBA1D74-D86C-4E5C-8E24-A9A324240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489"/>
                <a:ext cx="478" cy="282"/>
              </a:xfrm>
              <a:custGeom>
                <a:avLst/>
                <a:gdLst>
                  <a:gd name="T0" fmla="*/ 2047 w 302"/>
                  <a:gd name="T1" fmla="*/ 32 h 179"/>
                  <a:gd name="T2" fmla="*/ 1312 w 302"/>
                  <a:gd name="T3" fmla="*/ 55 h 179"/>
                  <a:gd name="T4" fmla="*/ 687 w 302"/>
                  <a:gd name="T5" fmla="*/ 184 h 179"/>
                  <a:gd name="T6" fmla="*/ 0 w 302"/>
                  <a:gd name="T7" fmla="*/ 290 h 179"/>
                  <a:gd name="T8" fmla="*/ 0 w 302"/>
                  <a:gd name="T9" fmla="*/ 1604 h 179"/>
                  <a:gd name="T10" fmla="*/ 864 w 302"/>
                  <a:gd name="T11" fmla="*/ 1534 h 179"/>
                  <a:gd name="T12" fmla="*/ 1926 w 302"/>
                  <a:gd name="T13" fmla="*/ 1134 h 179"/>
                  <a:gd name="T14" fmla="*/ 2574 w 302"/>
                  <a:gd name="T15" fmla="*/ 814 h 179"/>
                  <a:gd name="T16" fmla="*/ 2898 w 302"/>
                  <a:gd name="T17" fmla="*/ 301 h 179"/>
                  <a:gd name="T18" fmla="*/ 2047 w 302"/>
                  <a:gd name="T19" fmla="*/ 32 h 1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2" h="179">
                    <a:moveTo>
                      <a:pt x="206" y="3"/>
                    </a:moveTo>
                    <a:cubicBezTo>
                      <a:pt x="177" y="3"/>
                      <a:pt x="160" y="0"/>
                      <a:pt x="132" y="6"/>
                    </a:cubicBezTo>
                    <a:cubicBezTo>
                      <a:pt x="104" y="11"/>
                      <a:pt x="111" y="15"/>
                      <a:pt x="69" y="19"/>
                    </a:cubicBezTo>
                    <a:cubicBezTo>
                      <a:pt x="33" y="23"/>
                      <a:pt x="31" y="24"/>
                      <a:pt x="0" y="30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32" y="179"/>
                      <a:pt x="63" y="160"/>
                      <a:pt x="87" y="158"/>
                    </a:cubicBezTo>
                    <a:cubicBezTo>
                      <a:pt x="118" y="154"/>
                      <a:pt x="171" y="126"/>
                      <a:pt x="194" y="117"/>
                    </a:cubicBezTo>
                    <a:cubicBezTo>
                      <a:pt x="218" y="108"/>
                      <a:pt x="240" y="103"/>
                      <a:pt x="259" y="84"/>
                    </a:cubicBezTo>
                    <a:cubicBezTo>
                      <a:pt x="278" y="66"/>
                      <a:pt x="302" y="44"/>
                      <a:pt x="292" y="31"/>
                    </a:cubicBezTo>
                    <a:cubicBezTo>
                      <a:pt x="282" y="17"/>
                      <a:pt x="236" y="3"/>
                      <a:pt x="206" y="3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5" name="Freeform 846">
                <a:extLst>
                  <a:ext uri="{FF2B5EF4-FFF2-40B4-BE49-F238E27FC236}">
                    <a16:creationId xmlns:a16="http://schemas.microsoft.com/office/drawing/2014/main" id="{94C80F0A-DC48-495D-8B64-7FB3DAD4D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522"/>
                <a:ext cx="447" cy="218"/>
              </a:xfrm>
              <a:custGeom>
                <a:avLst/>
                <a:gdLst>
                  <a:gd name="T0" fmla="*/ 2203 w 282"/>
                  <a:gd name="T1" fmla="*/ 728 h 138"/>
                  <a:gd name="T2" fmla="*/ 2731 w 282"/>
                  <a:gd name="T3" fmla="*/ 292 h 138"/>
                  <a:gd name="T4" fmla="*/ 2414 w 282"/>
                  <a:gd name="T5" fmla="*/ 0 h 138"/>
                  <a:gd name="T6" fmla="*/ 2211 w 282"/>
                  <a:gd name="T7" fmla="*/ 422 h 138"/>
                  <a:gd name="T8" fmla="*/ 1847 w 282"/>
                  <a:gd name="T9" fmla="*/ 504 h 138"/>
                  <a:gd name="T10" fmla="*/ 1485 w 282"/>
                  <a:gd name="T11" fmla="*/ 641 h 138"/>
                  <a:gd name="T12" fmla="*/ 1244 w 282"/>
                  <a:gd name="T13" fmla="*/ 667 h 138"/>
                  <a:gd name="T14" fmla="*/ 1013 w 282"/>
                  <a:gd name="T15" fmla="*/ 559 h 138"/>
                  <a:gd name="T16" fmla="*/ 821 w 282"/>
                  <a:gd name="T17" fmla="*/ 679 h 138"/>
                  <a:gd name="T18" fmla="*/ 639 w 282"/>
                  <a:gd name="T19" fmla="*/ 689 h 138"/>
                  <a:gd name="T20" fmla="*/ 0 w 282"/>
                  <a:gd name="T21" fmla="*/ 1088 h 138"/>
                  <a:gd name="T22" fmla="*/ 0 w 282"/>
                  <a:gd name="T23" fmla="*/ 1300 h 138"/>
                  <a:gd name="T24" fmla="*/ 422 w 282"/>
                  <a:gd name="T25" fmla="*/ 1325 h 138"/>
                  <a:gd name="T26" fmla="*/ 961 w 282"/>
                  <a:gd name="T27" fmla="*/ 1141 h 138"/>
                  <a:gd name="T28" fmla="*/ 2203 w 282"/>
                  <a:gd name="T29" fmla="*/ 728 h 1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2" h="138">
                    <a:moveTo>
                      <a:pt x="220" y="74"/>
                    </a:moveTo>
                    <a:cubicBezTo>
                      <a:pt x="239" y="64"/>
                      <a:pt x="263" y="51"/>
                      <a:pt x="273" y="30"/>
                    </a:cubicBezTo>
                    <a:cubicBezTo>
                      <a:pt x="282" y="8"/>
                      <a:pt x="258" y="2"/>
                      <a:pt x="241" y="0"/>
                    </a:cubicBezTo>
                    <a:cubicBezTo>
                      <a:pt x="271" y="14"/>
                      <a:pt x="239" y="36"/>
                      <a:pt x="221" y="43"/>
                    </a:cubicBezTo>
                    <a:cubicBezTo>
                      <a:pt x="210" y="48"/>
                      <a:pt x="198" y="48"/>
                      <a:pt x="185" y="51"/>
                    </a:cubicBezTo>
                    <a:cubicBezTo>
                      <a:pt x="173" y="55"/>
                      <a:pt x="161" y="61"/>
                      <a:pt x="148" y="65"/>
                    </a:cubicBezTo>
                    <a:cubicBezTo>
                      <a:pt x="141" y="67"/>
                      <a:pt x="131" y="69"/>
                      <a:pt x="124" y="68"/>
                    </a:cubicBezTo>
                    <a:cubicBezTo>
                      <a:pt x="117" y="67"/>
                      <a:pt x="106" y="57"/>
                      <a:pt x="101" y="57"/>
                    </a:cubicBezTo>
                    <a:cubicBezTo>
                      <a:pt x="97" y="57"/>
                      <a:pt x="88" y="68"/>
                      <a:pt x="82" y="69"/>
                    </a:cubicBezTo>
                    <a:cubicBezTo>
                      <a:pt x="76" y="71"/>
                      <a:pt x="70" y="70"/>
                      <a:pt x="64" y="70"/>
                    </a:cubicBezTo>
                    <a:cubicBezTo>
                      <a:pt x="76" y="110"/>
                      <a:pt x="35" y="113"/>
                      <a:pt x="0" y="111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4" y="133"/>
                      <a:pt x="28" y="138"/>
                      <a:pt x="42" y="135"/>
                    </a:cubicBezTo>
                    <a:cubicBezTo>
                      <a:pt x="61" y="131"/>
                      <a:pt x="78" y="121"/>
                      <a:pt x="96" y="116"/>
                    </a:cubicBezTo>
                    <a:cubicBezTo>
                      <a:pt x="138" y="104"/>
                      <a:pt x="180" y="94"/>
                      <a:pt x="220" y="74"/>
                    </a:cubicBezTo>
                    <a:close/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6" name="Freeform 847">
                <a:extLst>
                  <a:ext uri="{FF2B5EF4-FFF2-40B4-BE49-F238E27FC236}">
                    <a16:creationId xmlns:a16="http://schemas.microsoft.com/office/drawing/2014/main" id="{89327754-7E5B-4E10-947D-E0760710E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519"/>
                <a:ext cx="199" cy="116"/>
              </a:xfrm>
              <a:custGeom>
                <a:avLst/>
                <a:gdLst>
                  <a:gd name="T0" fmla="*/ 0 w 126"/>
                  <a:gd name="T1" fmla="*/ 246 h 74"/>
                  <a:gd name="T2" fmla="*/ 0 w 126"/>
                  <a:gd name="T3" fmla="*/ 701 h 74"/>
                  <a:gd name="T4" fmla="*/ 169 w 126"/>
                  <a:gd name="T5" fmla="*/ 616 h 74"/>
                  <a:gd name="T6" fmla="*/ 395 w 126"/>
                  <a:gd name="T7" fmla="*/ 332 h 74"/>
                  <a:gd name="T8" fmla="*/ 1237 w 126"/>
                  <a:gd name="T9" fmla="*/ 77 h 74"/>
                  <a:gd name="T10" fmla="*/ 0 w 126"/>
                  <a:gd name="T11" fmla="*/ 246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74">
                    <a:moveTo>
                      <a:pt x="0" y="26"/>
                    </a:moveTo>
                    <a:cubicBezTo>
                      <a:pt x="0" y="74"/>
                      <a:pt x="0" y="74"/>
                      <a:pt x="0" y="74"/>
                    </a:cubicBezTo>
                    <a:cubicBezTo>
                      <a:pt x="6" y="72"/>
                      <a:pt x="12" y="69"/>
                      <a:pt x="17" y="65"/>
                    </a:cubicBezTo>
                    <a:cubicBezTo>
                      <a:pt x="29" y="57"/>
                      <a:pt x="32" y="46"/>
                      <a:pt x="40" y="35"/>
                    </a:cubicBezTo>
                    <a:cubicBezTo>
                      <a:pt x="58" y="13"/>
                      <a:pt x="100" y="10"/>
                      <a:pt x="126" y="8"/>
                    </a:cubicBezTo>
                    <a:cubicBezTo>
                      <a:pt x="83" y="0"/>
                      <a:pt x="42" y="24"/>
                      <a:pt x="0" y="26"/>
                    </a:cubicBezTo>
                    <a:close/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7" name="Oval 848">
                <a:extLst>
                  <a:ext uri="{FF2B5EF4-FFF2-40B4-BE49-F238E27FC236}">
                    <a16:creationId xmlns:a16="http://schemas.microsoft.com/office/drawing/2014/main" id="{A23C5A8B-59B8-4726-8FDD-11389B41F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" y="1591"/>
                <a:ext cx="79" cy="63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08" name="Oval 849">
                <a:extLst>
                  <a:ext uri="{FF2B5EF4-FFF2-40B4-BE49-F238E27FC236}">
                    <a16:creationId xmlns:a16="http://schemas.microsoft.com/office/drawing/2014/main" id="{B5F4D14C-D25D-4C99-98FD-B5BBD2F28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" y="1577"/>
                <a:ext cx="79" cy="6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09" name="Oval 850">
                <a:extLst>
                  <a:ext uri="{FF2B5EF4-FFF2-40B4-BE49-F238E27FC236}">
                    <a16:creationId xmlns:a16="http://schemas.microsoft.com/office/drawing/2014/main" id="{94A4081F-DFCB-422E-9238-B92B94308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85"/>
                <a:ext cx="79" cy="63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10" name="Freeform 851">
                <a:extLst>
                  <a:ext uri="{FF2B5EF4-FFF2-40B4-BE49-F238E27FC236}">
                    <a16:creationId xmlns:a16="http://schemas.microsoft.com/office/drawing/2014/main" id="{A834FEF8-60A5-4D79-9CCD-B7D130324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1601"/>
                <a:ext cx="60" cy="42"/>
              </a:xfrm>
              <a:custGeom>
                <a:avLst/>
                <a:gdLst>
                  <a:gd name="T0" fmla="*/ 0 w 38"/>
                  <a:gd name="T1" fmla="*/ 148 h 27"/>
                  <a:gd name="T2" fmla="*/ 13 w 38"/>
                  <a:gd name="T3" fmla="*/ 182 h 27"/>
                  <a:gd name="T4" fmla="*/ 172 w 38"/>
                  <a:gd name="T5" fmla="*/ 244 h 27"/>
                  <a:gd name="T6" fmla="*/ 374 w 38"/>
                  <a:gd name="T7" fmla="*/ 96 h 27"/>
                  <a:gd name="T8" fmla="*/ 374 w 38"/>
                  <a:gd name="T9" fmla="*/ 62 h 27"/>
                  <a:gd name="T10" fmla="*/ 204 w 38"/>
                  <a:gd name="T11" fmla="*/ 0 h 27"/>
                  <a:gd name="T12" fmla="*/ 0 w 38"/>
                  <a:gd name="T13" fmla="*/ 148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27">
                    <a:moveTo>
                      <a:pt x="0" y="16"/>
                    </a:moveTo>
                    <a:cubicBezTo>
                      <a:pt x="0" y="18"/>
                      <a:pt x="0" y="19"/>
                      <a:pt x="1" y="20"/>
                    </a:cubicBezTo>
                    <a:cubicBezTo>
                      <a:pt x="4" y="24"/>
                      <a:pt x="11" y="27"/>
                      <a:pt x="18" y="27"/>
                    </a:cubicBezTo>
                    <a:cubicBezTo>
                      <a:pt x="29" y="27"/>
                      <a:pt x="38" y="20"/>
                      <a:pt x="38" y="11"/>
                    </a:cubicBezTo>
                    <a:cubicBezTo>
                      <a:pt x="38" y="9"/>
                      <a:pt x="38" y="8"/>
                      <a:pt x="38" y="7"/>
                    </a:cubicBezTo>
                    <a:cubicBezTo>
                      <a:pt x="34" y="3"/>
                      <a:pt x="28" y="0"/>
                      <a:pt x="21" y="0"/>
                    </a:cubicBezTo>
                    <a:cubicBezTo>
                      <a:pt x="9" y="0"/>
                      <a:pt x="0" y="7"/>
                      <a:pt x="0" y="16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1" name="Oval 852">
                <a:extLst>
                  <a:ext uri="{FF2B5EF4-FFF2-40B4-BE49-F238E27FC236}">
                    <a16:creationId xmlns:a16="http://schemas.microsoft.com/office/drawing/2014/main" id="{F0F67322-C59E-4F7C-992C-EDDA031F2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2" y="1599"/>
                <a:ext cx="17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12" name="Oval 853">
                <a:extLst>
                  <a:ext uri="{FF2B5EF4-FFF2-40B4-BE49-F238E27FC236}">
                    <a16:creationId xmlns:a16="http://schemas.microsoft.com/office/drawing/2014/main" id="{CDCD69AC-49FC-41FC-89F4-174DCE173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1598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13" name="Freeform 854">
                <a:extLst>
                  <a:ext uri="{FF2B5EF4-FFF2-40B4-BE49-F238E27FC236}">
                    <a16:creationId xmlns:a16="http://schemas.microsoft.com/office/drawing/2014/main" id="{1121BF80-760D-4DB7-A342-DEF9A78B0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1620"/>
                <a:ext cx="44" cy="28"/>
              </a:xfrm>
              <a:custGeom>
                <a:avLst/>
                <a:gdLst>
                  <a:gd name="T0" fmla="*/ 267 w 28"/>
                  <a:gd name="T1" fmla="*/ 0 h 18"/>
                  <a:gd name="T2" fmla="*/ 0 w 28"/>
                  <a:gd name="T3" fmla="*/ 128 h 18"/>
                  <a:gd name="T4" fmla="*/ 267 w 2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28" y="0"/>
                    </a:moveTo>
                    <a:cubicBezTo>
                      <a:pt x="24" y="16"/>
                      <a:pt x="10" y="18"/>
                      <a:pt x="0" y="14"/>
                    </a:cubicBezTo>
                    <a:cubicBezTo>
                      <a:pt x="7" y="13"/>
                      <a:pt x="21" y="11"/>
                      <a:pt x="28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4" name="Freeform 855">
                <a:extLst>
                  <a:ext uri="{FF2B5EF4-FFF2-40B4-BE49-F238E27FC236}">
                    <a16:creationId xmlns:a16="http://schemas.microsoft.com/office/drawing/2014/main" id="{2EE49966-6C68-4EA1-80E7-F191B4786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489"/>
                <a:ext cx="478" cy="282"/>
              </a:xfrm>
              <a:custGeom>
                <a:avLst/>
                <a:gdLst>
                  <a:gd name="T0" fmla="*/ 0 w 302"/>
                  <a:gd name="T1" fmla="*/ 1604 h 179"/>
                  <a:gd name="T2" fmla="*/ 864 w 302"/>
                  <a:gd name="T3" fmla="*/ 1534 h 179"/>
                  <a:gd name="T4" fmla="*/ 1926 w 302"/>
                  <a:gd name="T5" fmla="*/ 1134 h 179"/>
                  <a:gd name="T6" fmla="*/ 2574 w 302"/>
                  <a:gd name="T7" fmla="*/ 814 h 179"/>
                  <a:gd name="T8" fmla="*/ 2898 w 302"/>
                  <a:gd name="T9" fmla="*/ 301 h 179"/>
                  <a:gd name="T10" fmla="*/ 2047 w 302"/>
                  <a:gd name="T11" fmla="*/ 32 h 179"/>
                  <a:gd name="T12" fmla="*/ 1312 w 302"/>
                  <a:gd name="T13" fmla="*/ 55 h 179"/>
                  <a:gd name="T14" fmla="*/ 687 w 302"/>
                  <a:gd name="T15" fmla="*/ 184 h 179"/>
                  <a:gd name="T16" fmla="*/ 0 w 302"/>
                  <a:gd name="T17" fmla="*/ 290 h 1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2" h="179">
                    <a:moveTo>
                      <a:pt x="0" y="165"/>
                    </a:moveTo>
                    <a:cubicBezTo>
                      <a:pt x="32" y="179"/>
                      <a:pt x="63" y="160"/>
                      <a:pt x="87" y="158"/>
                    </a:cubicBezTo>
                    <a:cubicBezTo>
                      <a:pt x="118" y="154"/>
                      <a:pt x="171" y="126"/>
                      <a:pt x="194" y="117"/>
                    </a:cubicBezTo>
                    <a:cubicBezTo>
                      <a:pt x="218" y="108"/>
                      <a:pt x="240" y="103"/>
                      <a:pt x="259" y="84"/>
                    </a:cubicBezTo>
                    <a:cubicBezTo>
                      <a:pt x="278" y="66"/>
                      <a:pt x="302" y="44"/>
                      <a:pt x="292" y="31"/>
                    </a:cubicBezTo>
                    <a:cubicBezTo>
                      <a:pt x="282" y="17"/>
                      <a:pt x="236" y="3"/>
                      <a:pt x="206" y="3"/>
                    </a:cubicBezTo>
                    <a:cubicBezTo>
                      <a:pt x="177" y="3"/>
                      <a:pt x="160" y="0"/>
                      <a:pt x="132" y="6"/>
                    </a:cubicBezTo>
                    <a:cubicBezTo>
                      <a:pt x="104" y="11"/>
                      <a:pt x="111" y="15"/>
                      <a:pt x="69" y="19"/>
                    </a:cubicBezTo>
                    <a:cubicBezTo>
                      <a:pt x="33" y="23"/>
                      <a:pt x="31" y="24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5" name="Freeform 856">
                <a:extLst>
                  <a:ext uri="{FF2B5EF4-FFF2-40B4-BE49-F238E27FC236}">
                    <a16:creationId xmlns:a16="http://schemas.microsoft.com/office/drawing/2014/main" id="{CD89F210-F087-42F6-8E8B-BFDAB6336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798"/>
                <a:ext cx="225" cy="359"/>
              </a:xfrm>
              <a:custGeom>
                <a:avLst/>
                <a:gdLst>
                  <a:gd name="T0" fmla="*/ 0 w 142"/>
                  <a:gd name="T1" fmla="*/ 0 h 227"/>
                  <a:gd name="T2" fmla="*/ 0 w 142"/>
                  <a:gd name="T3" fmla="*/ 2246 h 227"/>
                  <a:gd name="T4" fmla="*/ 667 w 142"/>
                  <a:gd name="T5" fmla="*/ 1700 h 227"/>
                  <a:gd name="T6" fmla="*/ 1146 w 142"/>
                  <a:gd name="T7" fmla="*/ 516 h 227"/>
                  <a:gd name="T8" fmla="*/ 0 w 142"/>
                  <a:gd name="T9" fmla="*/ 0 h 2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227">
                    <a:moveTo>
                      <a:pt x="0" y="0"/>
                    </a:moveTo>
                    <a:cubicBezTo>
                      <a:pt x="0" y="227"/>
                      <a:pt x="0" y="227"/>
                      <a:pt x="0" y="227"/>
                    </a:cubicBezTo>
                    <a:cubicBezTo>
                      <a:pt x="20" y="211"/>
                      <a:pt x="45" y="191"/>
                      <a:pt x="67" y="172"/>
                    </a:cubicBezTo>
                    <a:cubicBezTo>
                      <a:pt x="113" y="131"/>
                      <a:pt x="142" y="79"/>
                      <a:pt x="115" y="52"/>
                    </a:cubicBezTo>
                    <a:cubicBezTo>
                      <a:pt x="90" y="27"/>
                      <a:pt x="46" y="11"/>
                      <a:pt x="0" y="0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6" name="Freeform 857">
                <a:extLst>
                  <a:ext uri="{FF2B5EF4-FFF2-40B4-BE49-F238E27FC236}">
                    <a16:creationId xmlns:a16="http://schemas.microsoft.com/office/drawing/2014/main" id="{E9913CC9-EB56-4E8F-B16E-278EF8277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891"/>
                <a:ext cx="195" cy="244"/>
              </a:xfrm>
              <a:custGeom>
                <a:avLst/>
                <a:gdLst>
                  <a:gd name="T0" fmla="*/ 0 w 123"/>
                  <a:gd name="T1" fmla="*/ 1538 h 154"/>
                  <a:gd name="T2" fmla="*/ 872 w 123"/>
                  <a:gd name="T3" fmla="*/ 751 h 154"/>
                  <a:gd name="T4" fmla="*/ 1005 w 123"/>
                  <a:gd name="T5" fmla="*/ 0 h 154"/>
                  <a:gd name="T6" fmla="*/ 634 w 123"/>
                  <a:gd name="T7" fmla="*/ 517 h 154"/>
                  <a:gd name="T8" fmla="*/ 159 w 123"/>
                  <a:gd name="T9" fmla="*/ 735 h 154"/>
                  <a:gd name="T10" fmla="*/ 0 w 123"/>
                  <a:gd name="T11" fmla="*/ 751 h 154"/>
                  <a:gd name="T12" fmla="*/ 0 w 123"/>
                  <a:gd name="T13" fmla="*/ 1538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154">
                    <a:moveTo>
                      <a:pt x="0" y="154"/>
                    </a:moveTo>
                    <a:cubicBezTo>
                      <a:pt x="33" y="133"/>
                      <a:pt x="64" y="106"/>
                      <a:pt x="87" y="75"/>
                    </a:cubicBezTo>
                    <a:cubicBezTo>
                      <a:pt x="100" y="56"/>
                      <a:pt x="123" y="21"/>
                      <a:pt x="100" y="0"/>
                    </a:cubicBezTo>
                    <a:cubicBezTo>
                      <a:pt x="98" y="28"/>
                      <a:pt x="89" y="39"/>
                      <a:pt x="63" y="52"/>
                    </a:cubicBezTo>
                    <a:cubicBezTo>
                      <a:pt x="48" y="60"/>
                      <a:pt x="33" y="69"/>
                      <a:pt x="16" y="74"/>
                    </a:cubicBezTo>
                    <a:cubicBezTo>
                      <a:pt x="11" y="75"/>
                      <a:pt x="5" y="75"/>
                      <a:pt x="0" y="75"/>
                    </a:cubicBez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7" name="Freeform 858">
                <a:extLst>
                  <a:ext uri="{FF2B5EF4-FFF2-40B4-BE49-F238E27FC236}">
                    <a16:creationId xmlns:a16="http://schemas.microsoft.com/office/drawing/2014/main" id="{5AEAC82D-CA13-462D-87B4-792958A1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798"/>
                <a:ext cx="225" cy="359"/>
              </a:xfrm>
              <a:custGeom>
                <a:avLst/>
                <a:gdLst>
                  <a:gd name="T0" fmla="*/ 0 w 142"/>
                  <a:gd name="T1" fmla="*/ 2246 h 227"/>
                  <a:gd name="T2" fmla="*/ 667 w 142"/>
                  <a:gd name="T3" fmla="*/ 1700 h 227"/>
                  <a:gd name="T4" fmla="*/ 1146 w 142"/>
                  <a:gd name="T5" fmla="*/ 516 h 227"/>
                  <a:gd name="T6" fmla="*/ 0 w 142"/>
                  <a:gd name="T7" fmla="*/ 0 h 2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27">
                    <a:moveTo>
                      <a:pt x="0" y="227"/>
                    </a:moveTo>
                    <a:cubicBezTo>
                      <a:pt x="20" y="211"/>
                      <a:pt x="45" y="191"/>
                      <a:pt x="67" y="172"/>
                    </a:cubicBezTo>
                    <a:cubicBezTo>
                      <a:pt x="113" y="131"/>
                      <a:pt x="142" y="79"/>
                      <a:pt x="115" y="52"/>
                    </a:cubicBezTo>
                    <a:cubicBezTo>
                      <a:pt x="90" y="27"/>
                      <a:pt x="46" y="1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8" name="Freeform 859">
                <a:extLst>
                  <a:ext uri="{FF2B5EF4-FFF2-40B4-BE49-F238E27FC236}">
                    <a16:creationId xmlns:a16="http://schemas.microsoft.com/office/drawing/2014/main" id="{B1963271-3991-4926-A80A-E8C135944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2046"/>
                <a:ext cx="445" cy="384"/>
              </a:xfrm>
              <a:custGeom>
                <a:avLst/>
                <a:gdLst>
                  <a:gd name="T0" fmla="*/ 1702 w 281"/>
                  <a:gd name="T1" fmla="*/ 13 h 243"/>
                  <a:gd name="T2" fmla="*/ 2573 w 281"/>
                  <a:gd name="T3" fmla="*/ 879 h 243"/>
                  <a:gd name="T4" fmla="*/ 2665 w 281"/>
                  <a:gd name="T5" fmla="*/ 1933 h 243"/>
                  <a:gd name="T6" fmla="*/ 2062 w 281"/>
                  <a:gd name="T7" fmla="*/ 2312 h 243"/>
                  <a:gd name="T8" fmla="*/ 219 w 281"/>
                  <a:gd name="T9" fmla="*/ 2204 h 243"/>
                  <a:gd name="T10" fmla="*/ 184 w 281"/>
                  <a:gd name="T11" fmla="*/ 1161 h 243"/>
                  <a:gd name="T12" fmla="*/ 898 w 281"/>
                  <a:gd name="T13" fmla="*/ 408 h 243"/>
                  <a:gd name="T14" fmla="*/ 1702 w 281"/>
                  <a:gd name="T15" fmla="*/ 13 h 2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1" h="243">
                    <a:moveTo>
                      <a:pt x="171" y="1"/>
                    </a:moveTo>
                    <a:cubicBezTo>
                      <a:pt x="199" y="0"/>
                      <a:pt x="235" y="53"/>
                      <a:pt x="258" y="89"/>
                    </a:cubicBezTo>
                    <a:cubicBezTo>
                      <a:pt x="281" y="125"/>
                      <a:pt x="277" y="152"/>
                      <a:pt x="268" y="196"/>
                    </a:cubicBezTo>
                    <a:cubicBezTo>
                      <a:pt x="259" y="240"/>
                      <a:pt x="233" y="235"/>
                      <a:pt x="207" y="235"/>
                    </a:cubicBezTo>
                    <a:cubicBezTo>
                      <a:pt x="181" y="234"/>
                      <a:pt x="43" y="243"/>
                      <a:pt x="22" y="224"/>
                    </a:cubicBezTo>
                    <a:cubicBezTo>
                      <a:pt x="1" y="205"/>
                      <a:pt x="0" y="166"/>
                      <a:pt x="18" y="118"/>
                    </a:cubicBezTo>
                    <a:cubicBezTo>
                      <a:pt x="35" y="71"/>
                      <a:pt x="59" y="56"/>
                      <a:pt x="90" y="41"/>
                    </a:cubicBezTo>
                    <a:cubicBezTo>
                      <a:pt x="121" y="25"/>
                      <a:pt x="153" y="4"/>
                      <a:pt x="171" y="1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9" name="Freeform 860">
                <a:extLst>
                  <a:ext uri="{FF2B5EF4-FFF2-40B4-BE49-F238E27FC236}">
                    <a16:creationId xmlns:a16="http://schemas.microsoft.com/office/drawing/2014/main" id="{44CF336C-E081-4E62-9264-C1944CE72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2128"/>
                <a:ext cx="394" cy="282"/>
              </a:xfrm>
              <a:custGeom>
                <a:avLst/>
                <a:gdLst>
                  <a:gd name="T0" fmla="*/ 0 w 249"/>
                  <a:gd name="T1" fmla="*/ 1247 h 178"/>
                  <a:gd name="T2" fmla="*/ 804 w 249"/>
                  <a:gd name="T3" fmla="*/ 1744 h 178"/>
                  <a:gd name="T4" fmla="*/ 1549 w 249"/>
                  <a:gd name="T5" fmla="*/ 1714 h 178"/>
                  <a:gd name="T6" fmla="*/ 2033 w 249"/>
                  <a:gd name="T7" fmla="*/ 1736 h 178"/>
                  <a:gd name="T8" fmla="*/ 2451 w 249"/>
                  <a:gd name="T9" fmla="*/ 939 h 178"/>
                  <a:gd name="T10" fmla="*/ 1994 w 249"/>
                  <a:gd name="T11" fmla="*/ 0 h 178"/>
                  <a:gd name="T12" fmla="*/ 2142 w 249"/>
                  <a:gd name="T13" fmla="*/ 808 h 178"/>
                  <a:gd name="T14" fmla="*/ 1628 w 249"/>
                  <a:gd name="T15" fmla="*/ 838 h 178"/>
                  <a:gd name="T16" fmla="*/ 1260 w 249"/>
                  <a:gd name="T17" fmla="*/ 1006 h 178"/>
                  <a:gd name="T18" fmla="*/ 796 w 249"/>
                  <a:gd name="T19" fmla="*/ 1507 h 178"/>
                  <a:gd name="T20" fmla="*/ 52 w 249"/>
                  <a:gd name="T21" fmla="*/ 1294 h 1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9" h="178">
                    <a:moveTo>
                      <a:pt x="0" y="125"/>
                    </a:moveTo>
                    <a:cubicBezTo>
                      <a:pt x="0" y="169"/>
                      <a:pt x="44" y="178"/>
                      <a:pt x="81" y="175"/>
                    </a:cubicBezTo>
                    <a:cubicBezTo>
                      <a:pt x="106" y="173"/>
                      <a:pt x="131" y="171"/>
                      <a:pt x="156" y="172"/>
                    </a:cubicBezTo>
                    <a:cubicBezTo>
                      <a:pt x="172" y="173"/>
                      <a:pt x="189" y="176"/>
                      <a:pt x="205" y="174"/>
                    </a:cubicBezTo>
                    <a:cubicBezTo>
                      <a:pt x="240" y="167"/>
                      <a:pt x="245" y="124"/>
                      <a:pt x="247" y="94"/>
                    </a:cubicBezTo>
                    <a:cubicBezTo>
                      <a:pt x="249" y="58"/>
                      <a:pt x="223" y="26"/>
                      <a:pt x="201" y="0"/>
                    </a:cubicBezTo>
                    <a:cubicBezTo>
                      <a:pt x="209" y="22"/>
                      <a:pt x="231" y="57"/>
                      <a:pt x="216" y="81"/>
                    </a:cubicBezTo>
                    <a:cubicBezTo>
                      <a:pt x="203" y="99"/>
                      <a:pt x="180" y="83"/>
                      <a:pt x="164" y="84"/>
                    </a:cubicBezTo>
                    <a:cubicBezTo>
                      <a:pt x="164" y="107"/>
                      <a:pt x="144" y="118"/>
                      <a:pt x="127" y="101"/>
                    </a:cubicBezTo>
                    <a:cubicBezTo>
                      <a:pt x="134" y="128"/>
                      <a:pt x="102" y="145"/>
                      <a:pt x="80" y="151"/>
                    </a:cubicBezTo>
                    <a:cubicBezTo>
                      <a:pt x="50" y="160"/>
                      <a:pt x="26" y="151"/>
                      <a:pt x="5" y="130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0" name="Freeform 861">
                <a:extLst>
                  <a:ext uri="{FF2B5EF4-FFF2-40B4-BE49-F238E27FC236}">
                    <a16:creationId xmlns:a16="http://schemas.microsoft.com/office/drawing/2014/main" id="{8B999921-457B-4F95-B681-74914959A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2054"/>
                <a:ext cx="272" cy="237"/>
              </a:xfrm>
              <a:custGeom>
                <a:avLst/>
                <a:gdLst>
                  <a:gd name="T0" fmla="*/ 0 w 172"/>
                  <a:gd name="T1" fmla="*/ 1476 h 150"/>
                  <a:gd name="T2" fmla="*/ 633 w 172"/>
                  <a:gd name="T3" fmla="*/ 525 h 150"/>
                  <a:gd name="T4" fmla="*/ 1700 w 172"/>
                  <a:gd name="T5" fmla="*/ 335 h 150"/>
                  <a:gd name="T6" fmla="*/ 1257 w 172"/>
                  <a:gd name="T7" fmla="*/ 409 h 150"/>
                  <a:gd name="T8" fmla="*/ 870 w 172"/>
                  <a:gd name="T9" fmla="*/ 946 h 150"/>
                  <a:gd name="T10" fmla="*/ 335 w 172"/>
                  <a:gd name="T11" fmla="*/ 1093 h 150"/>
                  <a:gd name="T12" fmla="*/ 176 w 172"/>
                  <a:gd name="T13" fmla="*/ 1223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150">
                    <a:moveTo>
                      <a:pt x="0" y="150"/>
                    </a:moveTo>
                    <a:cubicBezTo>
                      <a:pt x="14" y="110"/>
                      <a:pt x="25" y="76"/>
                      <a:pt x="64" y="53"/>
                    </a:cubicBezTo>
                    <a:cubicBezTo>
                      <a:pt x="95" y="35"/>
                      <a:pt x="142" y="0"/>
                      <a:pt x="172" y="34"/>
                    </a:cubicBezTo>
                    <a:cubicBezTo>
                      <a:pt x="159" y="24"/>
                      <a:pt x="138" y="33"/>
                      <a:pt x="127" y="42"/>
                    </a:cubicBezTo>
                    <a:cubicBezTo>
                      <a:pt x="110" y="56"/>
                      <a:pt x="106" y="81"/>
                      <a:pt x="88" y="96"/>
                    </a:cubicBezTo>
                    <a:cubicBezTo>
                      <a:pt x="72" y="109"/>
                      <a:pt x="51" y="101"/>
                      <a:pt x="34" y="111"/>
                    </a:cubicBezTo>
                    <a:cubicBezTo>
                      <a:pt x="28" y="115"/>
                      <a:pt x="24" y="121"/>
                      <a:pt x="18" y="124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1" name="Freeform 862">
                <a:extLst>
                  <a:ext uri="{FF2B5EF4-FFF2-40B4-BE49-F238E27FC236}">
                    <a16:creationId xmlns:a16="http://schemas.microsoft.com/office/drawing/2014/main" id="{61A8B1EF-A502-458C-B614-71A62E09F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" y="2146"/>
                <a:ext cx="61" cy="47"/>
              </a:xfrm>
              <a:custGeom>
                <a:avLst/>
                <a:gdLst>
                  <a:gd name="T0" fmla="*/ 0 w 39"/>
                  <a:gd name="T1" fmla="*/ 285 h 30"/>
                  <a:gd name="T2" fmla="*/ 161 w 39"/>
                  <a:gd name="T3" fmla="*/ 66 h 30"/>
                  <a:gd name="T4" fmla="*/ 364 w 39"/>
                  <a:gd name="T5" fmla="*/ 0 h 30"/>
                  <a:gd name="T6" fmla="*/ 66 w 39"/>
                  <a:gd name="T7" fmla="*/ 24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0">
                    <a:moveTo>
                      <a:pt x="0" y="30"/>
                    </a:moveTo>
                    <a:cubicBezTo>
                      <a:pt x="4" y="22"/>
                      <a:pt x="9" y="12"/>
                      <a:pt x="17" y="7"/>
                    </a:cubicBezTo>
                    <a:cubicBezTo>
                      <a:pt x="24" y="3"/>
                      <a:pt x="34" y="5"/>
                      <a:pt x="39" y="0"/>
                    </a:cubicBezTo>
                    <a:cubicBezTo>
                      <a:pt x="30" y="5"/>
                      <a:pt x="15" y="28"/>
                      <a:pt x="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" name="Freeform 863">
                <a:extLst>
                  <a:ext uri="{FF2B5EF4-FFF2-40B4-BE49-F238E27FC236}">
                    <a16:creationId xmlns:a16="http://schemas.microsoft.com/office/drawing/2014/main" id="{854B4160-9A89-491C-9AF7-F6A45CE72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2162"/>
                <a:ext cx="9" cy="12"/>
              </a:xfrm>
              <a:custGeom>
                <a:avLst/>
                <a:gdLst>
                  <a:gd name="T0" fmla="*/ 32 w 6"/>
                  <a:gd name="T1" fmla="*/ 18 h 8"/>
                  <a:gd name="T2" fmla="*/ 0 w 6"/>
                  <a:gd name="T3" fmla="*/ 62 h 8"/>
                  <a:gd name="T4" fmla="*/ 48 w 6"/>
                  <a:gd name="T5" fmla="*/ 18 h 8"/>
                  <a:gd name="T6" fmla="*/ 18 w 6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2"/>
                    </a:moveTo>
                    <a:cubicBezTo>
                      <a:pt x="2" y="5"/>
                      <a:pt x="0" y="6"/>
                      <a:pt x="0" y="8"/>
                    </a:cubicBezTo>
                    <a:cubicBezTo>
                      <a:pt x="3" y="7"/>
                      <a:pt x="4" y="5"/>
                      <a:pt x="6" y="2"/>
                    </a:cubicBezTo>
                    <a:cubicBezTo>
                      <a:pt x="4" y="0"/>
                      <a:pt x="4" y="2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" name="Oval 864">
                <a:extLst>
                  <a:ext uri="{FF2B5EF4-FFF2-40B4-BE49-F238E27FC236}">
                    <a16:creationId xmlns:a16="http://schemas.microsoft.com/office/drawing/2014/main" id="{CB12CD08-BF99-4042-991B-C15CBDC1B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" y="2226"/>
                <a:ext cx="93" cy="87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24" name="Oval 865">
                <a:extLst>
                  <a:ext uri="{FF2B5EF4-FFF2-40B4-BE49-F238E27FC236}">
                    <a16:creationId xmlns:a16="http://schemas.microsoft.com/office/drawing/2014/main" id="{E22C2E61-3164-45FB-9429-1FC19CBC9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0" y="2206"/>
                <a:ext cx="93" cy="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25" name="Oval 866">
                <a:extLst>
                  <a:ext uri="{FF2B5EF4-FFF2-40B4-BE49-F238E27FC236}">
                    <a16:creationId xmlns:a16="http://schemas.microsoft.com/office/drawing/2014/main" id="{C8576533-CC82-47EB-B829-5F7ACF092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" y="2217"/>
                <a:ext cx="94" cy="88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26" name="Freeform 867">
                <a:extLst>
                  <a:ext uri="{FF2B5EF4-FFF2-40B4-BE49-F238E27FC236}">
                    <a16:creationId xmlns:a16="http://schemas.microsoft.com/office/drawing/2014/main" id="{03D0B01C-3DFE-4C99-BCBE-709BA7DB4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2237"/>
                <a:ext cx="72" cy="62"/>
              </a:xfrm>
              <a:custGeom>
                <a:avLst/>
                <a:gdLst>
                  <a:gd name="T0" fmla="*/ 0 w 45"/>
                  <a:gd name="T1" fmla="*/ 237 h 39"/>
                  <a:gd name="T2" fmla="*/ 0 w 45"/>
                  <a:gd name="T3" fmla="*/ 288 h 39"/>
                  <a:gd name="T4" fmla="*/ 221 w 45"/>
                  <a:gd name="T5" fmla="*/ 397 h 39"/>
                  <a:gd name="T6" fmla="*/ 470 w 45"/>
                  <a:gd name="T7" fmla="*/ 162 h 39"/>
                  <a:gd name="T8" fmla="*/ 458 w 45"/>
                  <a:gd name="T9" fmla="*/ 108 h 39"/>
                  <a:gd name="T10" fmla="*/ 251 w 45"/>
                  <a:gd name="T11" fmla="*/ 0 h 39"/>
                  <a:gd name="T12" fmla="*/ 0 w 45"/>
                  <a:gd name="T13" fmla="*/ 23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9">
                    <a:moveTo>
                      <a:pt x="0" y="23"/>
                    </a:moveTo>
                    <a:cubicBezTo>
                      <a:pt x="0" y="25"/>
                      <a:pt x="0" y="27"/>
                      <a:pt x="0" y="28"/>
                    </a:cubicBezTo>
                    <a:cubicBezTo>
                      <a:pt x="5" y="34"/>
                      <a:pt x="12" y="39"/>
                      <a:pt x="21" y="39"/>
                    </a:cubicBezTo>
                    <a:cubicBezTo>
                      <a:pt x="34" y="39"/>
                      <a:pt x="45" y="28"/>
                      <a:pt x="45" y="16"/>
                    </a:cubicBezTo>
                    <a:cubicBezTo>
                      <a:pt x="45" y="14"/>
                      <a:pt x="45" y="12"/>
                      <a:pt x="44" y="11"/>
                    </a:cubicBezTo>
                    <a:cubicBezTo>
                      <a:pt x="40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" name="Oval 868">
                <a:extLst>
                  <a:ext uri="{FF2B5EF4-FFF2-40B4-BE49-F238E27FC236}">
                    <a16:creationId xmlns:a16="http://schemas.microsoft.com/office/drawing/2014/main" id="{984D38AF-9A84-4FC3-86D5-46031C45D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2" y="2237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28" name="Oval 869">
                <a:extLst>
                  <a:ext uri="{FF2B5EF4-FFF2-40B4-BE49-F238E27FC236}">
                    <a16:creationId xmlns:a16="http://schemas.microsoft.com/office/drawing/2014/main" id="{6DF0FEE8-C569-4E89-B8F1-405AD5EF8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2234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29" name="Freeform 870">
                <a:extLst>
                  <a:ext uri="{FF2B5EF4-FFF2-40B4-BE49-F238E27FC236}">
                    <a16:creationId xmlns:a16="http://schemas.microsoft.com/office/drawing/2014/main" id="{27A1D4CA-4E51-40A6-BDB8-56CFDA130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266"/>
                <a:ext cx="53" cy="39"/>
              </a:xfrm>
              <a:custGeom>
                <a:avLst/>
                <a:gdLst>
                  <a:gd name="T0" fmla="*/ 353 w 33"/>
                  <a:gd name="T1" fmla="*/ 0 h 25"/>
                  <a:gd name="T2" fmla="*/ 0 w 33"/>
                  <a:gd name="T3" fmla="*/ 168 h 25"/>
                  <a:gd name="T4" fmla="*/ 353 w 3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33" y="0"/>
                    </a:moveTo>
                    <a:cubicBezTo>
                      <a:pt x="28" y="21"/>
                      <a:pt x="11" y="25"/>
                      <a:pt x="0" y="18"/>
                    </a:cubicBezTo>
                    <a:cubicBezTo>
                      <a:pt x="8" y="18"/>
                      <a:pt x="24" y="15"/>
                      <a:pt x="33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" name="Freeform 871">
                <a:extLst>
                  <a:ext uri="{FF2B5EF4-FFF2-40B4-BE49-F238E27FC236}">
                    <a16:creationId xmlns:a16="http://schemas.microsoft.com/office/drawing/2014/main" id="{24537D21-6780-4D3E-8DCB-6E15E3D8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2046"/>
                <a:ext cx="445" cy="384"/>
              </a:xfrm>
              <a:custGeom>
                <a:avLst/>
                <a:gdLst>
                  <a:gd name="T0" fmla="*/ 1702 w 281"/>
                  <a:gd name="T1" fmla="*/ 13 h 243"/>
                  <a:gd name="T2" fmla="*/ 2573 w 281"/>
                  <a:gd name="T3" fmla="*/ 879 h 243"/>
                  <a:gd name="T4" fmla="*/ 2665 w 281"/>
                  <a:gd name="T5" fmla="*/ 1933 h 243"/>
                  <a:gd name="T6" fmla="*/ 2062 w 281"/>
                  <a:gd name="T7" fmla="*/ 2312 h 243"/>
                  <a:gd name="T8" fmla="*/ 219 w 281"/>
                  <a:gd name="T9" fmla="*/ 2204 h 243"/>
                  <a:gd name="T10" fmla="*/ 184 w 281"/>
                  <a:gd name="T11" fmla="*/ 1161 h 243"/>
                  <a:gd name="T12" fmla="*/ 898 w 281"/>
                  <a:gd name="T13" fmla="*/ 408 h 243"/>
                  <a:gd name="T14" fmla="*/ 1702 w 281"/>
                  <a:gd name="T15" fmla="*/ 13 h 2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1" h="243">
                    <a:moveTo>
                      <a:pt x="171" y="1"/>
                    </a:moveTo>
                    <a:cubicBezTo>
                      <a:pt x="199" y="0"/>
                      <a:pt x="235" y="53"/>
                      <a:pt x="258" y="89"/>
                    </a:cubicBezTo>
                    <a:cubicBezTo>
                      <a:pt x="281" y="125"/>
                      <a:pt x="277" y="152"/>
                      <a:pt x="268" y="196"/>
                    </a:cubicBezTo>
                    <a:cubicBezTo>
                      <a:pt x="259" y="240"/>
                      <a:pt x="233" y="235"/>
                      <a:pt x="207" y="235"/>
                    </a:cubicBezTo>
                    <a:cubicBezTo>
                      <a:pt x="181" y="234"/>
                      <a:pt x="43" y="243"/>
                      <a:pt x="22" y="224"/>
                    </a:cubicBezTo>
                    <a:cubicBezTo>
                      <a:pt x="1" y="205"/>
                      <a:pt x="0" y="166"/>
                      <a:pt x="18" y="118"/>
                    </a:cubicBezTo>
                    <a:cubicBezTo>
                      <a:pt x="35" y="71"/>
                      <a:pt x="59" y="56"/>
                      <a:pt x="90" y="41"/>
                    </a:cubicBezTo>
                    <a:cubicBezTo>
                      <a:pt x="121" y="25"/>
                      <a:pt x="153" y="4"/>
                      <a:pt x="17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" name="Freeform 872">
                <a:extLst>
                  <a:ext uri="{FF2B5EF4-FFF2-40B4-BE49-F238E27FC236}">
                    <a16:creationId xmlns:a16="http://schemas.microsoft.com/office/drawing/2014/main" id="{3EE4EBFD-F726-48D0-9DA6-EF108C280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1684"/>
                <a:ext cx="1157" cy="735"/>
              </a:xfrm>
              <a:custGeom>
                <a:avLst/>
                <a:gdLst>
                  <a:gd name="T0" fmla="*/ 529 w 730"/>
                  <a:gd name="T1" fmla="*/ 1331 h 465"/>
                  <a:gd name="T2" fmla="*/ 783 w 730"/>
                  <a:gd name="T3" fmla="*/ 1614 h 465"/>
                  <a:gd name="T4" fmla="*/ 669 w 730"/>
                  <a:gd name="T5" fmla="*/ 1868 h 465"/>
                  <a:gd name="T6" fmla="*/ 21 w 730"/>
                  <a:gd name="T7" fmla="*/ 2246 h 465"/>
                  <a:gd name="T8" fmla="*/ 517 w 730"/>
                  <a:gd name="T9" fmla="*/ 2129 h 465"/>
                  <a:gd name="T10" fmla="*/ 1361 w 730"/>
                  <a:gd name="T11" fmla="*/ 2548 h 465"/>
                  <a:gd name="T12" fmla="*/ 1867 w 730"/>
                  <a:gd name="T13" fmla="*/ 3451 h 465"/>
                  <a:gd name="T14" fmla="*/ 1791 w 730"/>
                  <a:gd name="T15" fmla="*/ 4182 h 465"/>
                  <a:gd name="T16" fmla="*/ 1740 w 730"/>
                  <a:gd name="T17" fmla="*/ 4557 h 465"/>
                  <a:gd name="T18" fmla="*/ 1919 w 730"/>
                  <a:gd name="T19" fmla="*/ 4216 h 465"/>
                  <a:gd name="T20" fmla="*/ 2049 w 730"/>
                  <a:gd name="T21" fmla="*/ 3571 h 465"/>
                  <a:gd name="T22" fmla="*/ 2460 w 730"/>
                  <a:gd name="T23" fmla="*/ 3236 h 465"/>
                  <a:gd name="T24" fmla="*/ 3041 w 730"/>
                  <a:gd name="T25" fmla="*/ 3161 h 465"/>
                  <a:gd name="T26" fmla="*/ 3539 w 730"/>
                  <a:gd name="T27" fmla="*/ 2839 h 465"/>
                  <a:gd name="T28" fmla="*/ 4587 w 730"/>
                  <a:gd name="T29" fmla="*/ 2224 h 465"/>
                  <a:gd name="T30" fmla="*/ 5232 w 730"/>
                  <a:gd name="T31" fmla="*/ 2172 h 465"/>
                  <a:gd name="T32" fmla="*/ 5828 w 730"/>
                  <a:gd name="T33" fmla="*/ 1837 h 465"/>
                  <a:gd name="T34" fmla="*/ 6528 w 730"/>
                  <a:gd name="T35" fmla="*/ 1449 h 465"/>
                  <a:gd name="T36" fmla="*/ 6785 w 730"/>
                  <a:gd name="T37" fmla="*/ 933 h 465"/>
                  <a:gd name="T38" fmla="*/ 7262 w 730"/>
                  <a:gd name="T39" fmla="*/ 443 h 465"/>
                  <a:gd name="T40" fmla="*/ 7031 w 730"/>
                  <a:gd name="T41" fmla="*/ 525 h 465"/>
                  <a:gd name="T42" fmla="*/ 6652 w 730"/>
                  <a:gd name="T43" fmla="*/ 917 h 465"/>
                  <a:gd name="T44" fmla="*/ 6343 w 730"/>
                  <a:gd name="T45" fmla="*/ 1361 h 465"/>
                  <a:gd name="T46" fmla="*/ 5588 w 730"/>
                  <a:gd name="T47" fmla="*/ 1699 h 465"/>
                  <a:gd name="T48" fmla="*/ 5099 w 730"/>
                  <a:gd name="T49" fmla="*/ 2011 h 465"/>
                  <a:gd name="T50" fmla="*/ 4371 w 730"/>
                  <a:gd name="T51" fmla="*/ 1837 h 465"/>
                  <a:gd name="T52" fmla="*/ 3961 w 730"/>
                  <a:gd name="T53" fmla="*/ 1449 h 465"/>
                  <a:gd name="T54" fmla="*/ 4037 w 730"/>
                  <a:gd name="T55" fmla="*/ 879 h 465"/>
                  <a:gd name="T56" fmla="*/ 4227 w 730"/>
                  <a:gd name="T57" fmla="*/ 335 h 465"/>
                  <a:gd name="T58" fmla="*/ 4561 w 730"/>
                  <a:gd name="T59" fmla="*/ 82 h 465"/>
                  <a:gd name="T60" fmla="*/ 4119 w 730"/>
                  <a:gd name="T61" fmla="*/ 288 h 465"/>
                  <a:gd name="T62" fmla="*/ 3810 w 730"/>
                  <a:gd name="T63" fmla="*/ 741 h 465"/>
                  <a:gd name="T64" fmla="*/ 3333 w 730"/>
                  <a:gd name="T65" fmla="*/ 1257 h 465"/>
                  <a:gd name="T66" fmla="*/ 2701 w 730"/>
                  <a:gd name="T67" fmla="*/ 1050 h 465"/>
                  <a:gd name="T68" fmla="*/ 2019 w 730"/>
                  <a:gd name="T69" fmla="*/ 1184 h 465"/>
                  <a:gd name="T70" fmla="*/ 1607 w 730"/>
                  <a:gd name="T71" fmla="*/ 1421 h 465"/>
                  <a:gd name="T72" fmla="*/ 1027 w 730"/>
                  <a:gd name="T73" fmla="*/ 1462 h 465"/>
                  <a:gd name="T74" fmla="*/ 529 w 730"/>
                  <a:gd name="T75" fmla="*/ 1331 h 46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30" h="465">
                    <a:moveTo>
                      <a:pt x="53" y="135"/>
                    </a:moveTo>
                    <a:cubicBezTo>
                      <a:pt x="47" y="142"/>
                      <a:pt x="64" y="157"/>
                      <a:pt x="78" y="164"/>
                    </a:cubicBezTo>
                    <a:cubicBezTo>
                      <a:pt x="94" y="172"/>
                      <a:pt x="84" y="185"/>
                      <a:pt x="67" y="189"/>
                    </a:cubicBezTo>
                    <a:cubicBezTo>
                      <a:pt x="50" y="194"/>
                      <a:pt x="5" y="213"/>
                      <a:pt x="2" y="228"/>
                    </a:cubicBezTo>
                    <a:cubicBezTo>
                      <a:pt x="0" y="242"/>
                      <a:pt x="18" y="229"/>
                      <a:pt x="52" y="216"/>
                    </a:cubicBezTo>
                    <a:cubicBezTo>
                      <a:pt x="85" y="203"/>
                      <a:pt x="101" y="219"/>
                      <a:pt x="136" y="258"/>
                    </a:cubicBezTo>
                    <a:cubicBezTo>
                      <a:pt x="172" y="297"/>
                      <a:pt x="181" y="319"/>
                      <a:pt x="187" y="350"/>
                    </a:cubicBezTo>
                    <a:cubicBezTo>
                      <a:pt x="192" y="381"/>
                      <a:pt x="186" y="398"/>
                      <a:pt x="179" y="424"/>
                    </a:cubicBezTo>
                    <a:cubicBezTo>
                      <a:pt x="173" y="450"/>
                      <a:pt x="168" y="458"/>
                      <a:pt x="174" y="462"/>
                    </a:cubicBezTo>
                    <a:cubicBezTo>
                      <a:pt x="180" y="465"/>
                      <a:pt x="190" y="439"/>
                      <a:pt x="192" y="427"/>
                    </a:cubicBezTo>
                    <a:cubicBezTo>
                      <a:pt x="194" y="415"/>
                      <a:pt x="208" y="383"/>
                      <a:pt x="205" y="362"/>
                    </a:cubicBezTo>
                    <a:cubicBezTo>
                      <a:pt x="203" y="340"/>
                      <a:pt x="214" y="322"/>
                      <a:pt x="246" y="328"/>
                    </a:cubicBezTo>
                    <a:cubicBezTo>
                      <a:pt x="268" y="331"/>
                      <a:pt x="282" y="337"/>
                      <a:pt x="304" y="320"/>
                    </a:cubicBezTo>
                    <a:cubicBezTo>
                      <a:pt x="325" y="303"/>
                      <a:pt x="337" y="304"/>
                      <a:pt x="354" y="288"/>
                    </a:cubicBezTo>
                    <a:cubicBezTo>
                      <a:pt x="371" y="271"/>
                      <a:pt x="389" y="212"/>
                      <a:pt x="459" y="225"/>
                    </a:cubicBezTo>
                    <a:cubicBezTo>
                      <a:pt x="480" y="226"/>
                      <a:pt x="503" y="226"/>
                      <a:pt x="523" y="220"/>
                    </a:cubicBezTo>
                    <a:cubicBezTo>
                      <a:pt x="557" y="210"/>
                      <a:pt x="557" y="196"/>
                      <a:pt x="583" y="186"/>
                    </a:cubicBezTo>
                    <a:cubicBezTo>
                      <a:pt x="610" y="175"/>
                      <a:pt x="632" y="168"/>
                      <a:pt x="653" y="147"/>
                    </a:cubicBezTo>
                    <a:cubicBezTo>
                      <a:pt x="675" y="127"/>
                      <a:pt x="661" y="115"/>
                      <a:pt x="678" y="94"/>
                    </a:cubicBezTo>
                    <a:cubicBezTo>
                      <a:pt x="695" y="72"/>
                      <a:pt x="723" y="62"/>
                      <a:pt x="726" y="45"/>
                    </a:cubicBezTo>
                    <a:cubicBezTo>
                      <a:pt x="730" y="28"/>
                      <a:pt x="714" y="42"/>
                      <a:pt x="703" y="53"/>
                    </a:cubicBezTo>
                    <a:cubicBezTo>
                      <a:pt x="692" y="65"/>
                      <a:pt x="674" y="77"/>
                      <a:pt x="665" y="93"/>
                    </a:cubicBezTo>
                    <a:cubicBezTo>
                      <a:pt x="656" y="109"/>
                      <a:pt x="659" y="124"/>
                      <a:pt x="634" y="138"/>
                    </a:cubicBezTo>
                    <a:cubicBezTo>
                      <a:pt x="609" y="153"/>
                      <a:pt x="580" y="154"/>
                      <a:pt x="559" y="172"/>
                    </a:cubicBezTo>
                    <a:cubicBezTo>
                      <a:pt x="539" y="190"/>
                      <a:pt x="527" y="201"/>
                      <a:pt x="510" y="204"/>
                    </a:cubicBezTo>
                    <a:cubicBezTo>
                      <a:pt x="493" y="208"/>
                      <a:pt x="456" y="195"/>
                      <a:pt x="437" y="186"/>
                    </a:cubicBezTo>
                    <a:cubicBezTo>
                      <a:pt x="418" y="177"/>
                      <a:pt x="397" y="170"/>
                      <a:pt x="396" y="147"/>
                    </a:cubicBezTo>
                    <a:cubicBezTo>
                      <a:pt x="395" y="125"/>
                      <a:pt x="410" y="111"/>
                      <a:pt x="404" y="89"/>
                    </a:cubicBezTo>
                    <a:cubicBezTo>
                      <a:pt x="397" y="68"/>
                      <a:pt x="410" y="47"/>
                      <a:pt x="423" y="34"/>
                    </a:cubicBezTo>
                    <a:cubicBezTo>
                      <a:pt x="437" y="20"/>
                      <a:pt x="456" y="16"/>
                      <a:pt x="456" y="8"/>
                    </a:cubicBezTo>
                    <a:cubicBezTo>
                      <a:pt x="455" y="0"/>
                      <a:pt x="424" y="18"/>
                      <a:pt x="412" y="29"/>
                    </a:cubicBezTo>
                    <a:cubicBezTo>
                      <a:pt x="399" y="41"/>
                      <a:pt x="391" y="51"/>
                      <a:pt x="381" y="75"/>
                    </a:cubicBezTo>
                    <a:cubicBezTo>
                      <a:pt x="372" y="99"/>
                      <a:pt x="365" y="125"/>
                      <a:pt x="333" y="127"/>
                    </a:cubicBezTo>
                    <a:cubicBezTo>
                      <a:pt x="301" y="128"/>
                      <a:pt x="296" y="102"/>
                      <a:pt x="270" y="106"/>
                    </a:cubicBezTo>
                    <a:cubicBezTo>
                      <a:pt x="244" y="110"/>
                      <a:pt x="229" y="96"/>
                      <a:pt x="202" y="120"/>
                    </a:cubicBezTo>
                    <a:cubicBezTo>
                      <a:pt x="175" y="144"/>
                      <a:pt x="181" y="139"/>
                      <a:pt x="161" y="144"/>
                    </a:cubicBezTo>
                    <a:cubicBezTo>
                      <a:pt x="142" y="148"/>
                      <a:pt x="117" y="156"/>
                      <a:pt x="103" y="148"/>
                    </a:cubicBezTo>
                    <a:cubicBezTo>
                      <a:pt x="90" y="140"/>
                      <a:pt x="60" y="128"/>
                      <a:pt x="53" y="135"/>
                    </a:cubicBezTo>
                    <a:close/>
                  </a:path>
                </a:pathLst>
              </a:custGeom>
              <a:solidFill>
                <a:srgbClr val="2E8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" name="Freeform 873">
                <a:extLst>
                  <a:ext uri="{FF2B5EF4-FFF2-40B4-BE49-F238E27FC236}">
                    <a16:creationId xmlns:a16="http://schemas.microsoft.com/office/drawing/2014/main" id="{28A0E1CA-1B34-4F4F-ADD9-8E1B46DC6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926"/>
                <a:ext cx="106" cy="133"/>
              </a:xfrm>
              <a:custGeom>
                <a:avLst/>
                <a:gdLst>
                  <a:gd name="T0" fmla="*/ 68 w 67"/>
                  <a:gd name="T1" fmla="*/ 0 h 84"/>
                  <a:gd name="T2" fmla="*/ 335 w 67"/>
                  <a:gd name="T3" fmla="*/ 388 h 84"/>
                  <a:gd name="T4" fmla="*/ 476 w 67"/>
                  <a:gd name="T5" fmla="*/ 529 h 84"/>
                  <a:gd name="T6" fmla="*/ 0 w 67"/>
                  <a:gd name="T7" fmla="*/ 838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84">
                    <a:moveTo>
                      <a:pt x="7" y="0"/>
                    </a:moveTo>
                    <a:cubicBezTo>
                      <a:pt x="27" y="2"/>
                      <a:pt x="39" y="19"/>
                      <a:pt x="34" y="39"/>
                    </a:cubicBezTo>
                    <a:cubicBezTo>
                      <a:pt x="32" y="50"/>
                      <a:pt x="36" y="57"/>
                      <a:pt x="48" y="53"/>
                    </a:cubicBezTo>
                    <a:cubicBezTo>
                      <a:pt x="67" y="47"/>
                      <a:pt x="14" y="83"/>
                      <a:pt x="0" y="84"/>
                    </a:cubicBezTo>
                  </a:path>
                </a:pathLst>
              </a:custGeom>
              <a:solidFill>
                <a:srgbClr val="007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" name="Freeform 874">
                <a:extLst>
                  <a:ext uri="{FF2B5EF4-FFF2-40B4-BE49-F238E27FC236}">
                    <a16:creationId xmlns:a16="http://schemas.microsoft.com/office/drawing/2014/main" id="{F62950D0-8503-470C-BC4D-82D6FF7E2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835"/>
                <a:ext cx="430" cy="393"/>
              </a:xfrm>
              <a:custGeom>
                <a:avLst/>
                <a:gdLst>
                  <a:gd name="T0" fmla="*/ 150 w 272"/>
                  <a:gd name="T1" fmla="*/ 2438 h 249"/>
                  <a:gd name="T2" fmla="*/ 917 w 272"/>
                  <a:gd name="T3" fmla="*/ 2197 h 249"/>
                  <a:gd name="T4" fmla="*/ 1345 w 272"/>
                  <a:gd name="T5" fmla="*/ 1978 h 249"/>
                  <a:gd name="T6" fmla="*/ 1687 w 272"/>
                  <a:gd name="T7" fmla="*/ 1694 h 249"/>
                  <a:gd name="T8" fmla="*/ 2324 w 272"/>
                  <a:gd name="T9" fmla="*/ 1215 h 249"/>
                  <a:gd name="T10" fmla="*/ 2599 w 272"/>
                  <a:gd name="T11" fmla="*/ 1039 h 249"/>
                  <a:gd name="T12" fmla="*/ 2379 w 272"/>
                  <a:gd name="T13" fmla="*/ 947 h 249"/>
                  <a:gd name="T14" fmla="*/ 2204 w 272"/>
                  <a:gd name="T15" fmla="*/ 824 h 249"/>
                  <a:gd name="T16" fmla="*/ 2035 w 272"/>
                  <a:gd name="T17" fmla="*/ 470 h 249"/>
                  <a:gd name="T18" fmla="*/ 2074 w 272"/>
                  <a:gd name="T19" fmla="*/ 237 h 249"/>
                  <a:gd name="T20" fmla="*/ 2054 w 272"/>
                  <a:gd name="T21" fmla="*/ 0 h 249"/>
                  <a:gd name="T22" fmla="*/ 1884 w 272"/>
                  <a:gd name="T23" fmla="*/ 428 h 249"/>
                  <a:gd name="T24" fmla="*/ 1755 w 272"/>
                  <a:gd name="T25" fmla="*/ 742 h 249"/>
                  <a:gd name="T26" fmla="*/ 1277 w 272"/>
                  <a:gd name="T27" fmla="*/ 1149 h 249"/>
                  <a:gd name="T28" fmla="*/ 1023 w 272"/>
                  <a:gd name="T29" fmla="*/ 1086 h 249"/>
                  <a:gd name="T30" fmla="*/ 783 w 272"/>
                  <a:gd name="T31" fmla="*/ 1439 h 249"/>
                  <a:gd name="T32" fmla="*/ 345 w 272"/>
                  <a:gd name="T33" fmla="*/ 1746 h 249"/>
                  <a:gd name="T34" fmla="*/ 171 w 272"/>
                  <a:gd name="T35" fmla="*/ 1758 h 249"/>
                  <a:gd name="T36" fmla="*/ 150 w 272"/>
                  <a:gd name="T37" fmla="*/ 2080 h 249"/>
                  <a:gd name="T38" fmla="*/ 0 w 272"/>
                  <a:gd name="T39" fmla="*/ 2028 h 249"/>
                  <a:gd name="T40" fmla="*/ 130 w 272"/>
                  <a:gd name="T41" fmla="*/ 2360 h 24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72" h="249">
                    <a:moveTo>
                      <a:pt x="15" y="249"/>
                    </a:moveTo>
                    <a:cubicBezTo>
                      <a:pt x="22" y="206"/>
                      <a:pt x="66" y="229"/>
                      <a:pt x="93" y="224"/>
                    </a:cubicBezTo>
                    <a:cubicBezTo>
                      <a:pt x="111" y="221"/>
                      <a:pt x="121" y="209"/>
                      <a:pt x="136" y="202"/>
                    </a:cubicBezTo>
                    <a:cubicBezTo>
                      <a:pt x="152" y="195"/>
                      <a:pt x="161" y="186"/>
                      <a:pt x="171" y="173"/>
                    </a:cubicBezTo>
                    <a:cubicBezTo>
                      <a:pt x="187" y="153"/>
                      <a:pt x="210" y="131"/>
                      <a:pt x="235" y="124"/>
                    </a:cubicBezTo>
                    <a:cubicBezTo>
                      <a:pt x="242" y="122"/>
                      <a:pt x="272" y="119"/>
                      <a:pt x="263" y="106"/>
                    </a:cubicBezTo>
                    <a:cubicBezTo>
                      <a:pt x="260" y="101"/>
                      <a:pt x="246" y="100"/>
                      <a:pt x="241" y="97"/>
                    </a:cubicBezTo>
                    <a:cubicBezTo>
                      <a:pt x="234" y="93"/>
                      <a:pt x="229" y="88"/>
                      <a:pt x="223" y="84"/>
                    </a:cubicBezTo>
                    <a:cubicBezTo>
                      <a:pt x="210" y="74"/>
                      <a:pt x="204" y="65"/>
                      <a:pt x="206" y="48"/>
                    </a:cubicBezTo>
                    <a:cubicBezTo>
                      <a:pt x="206" y="39"/>
                      <a:pt x="210" y="32"/>
                      <a:pt x="210" y="24"/>
                    </a:cubicBezTo>
                    <a:cubicBezTo>
                      <a:pt x="210" y="18"/>
                      <a:pt x="212" y="4"/>
                      <a:pt x="208" y="0"/>
                    </a:cubicBezTo>
                    <a:cubicBezTo>
                      <a:pt x="206" y="17"/>
                      <a:pt x="202" y="31"/>
                      <a:pt x="191" y="44"/>
                    </a:cubicBezTo>
                    <a:cubicBezTo>
                      <a:pt x="181" y="56"/>
                      <a:pt x="179" y="59"/>
                      <a:pt x="178" y="76"/>
                    </a:cubicBezTo>
                    <a:cubicBezTo>
                      <a:pt x="176" y="102"/>
                      <a:pt x="154" y="118"/>
                      <a:pt x="129" y="117"/>
                    </a:cubicBezTo>
                    <a:cubicBezTo>
                      <a:pt x="120" y="117"/>
                      <a:pt x="113" y="110"/>
                      <a:pt x="104" y="111"/>
                    </a:cubicBezTo>
                    <a:cubicBezTo>
                      <a:pt x="91" y="113"/>
                      <a:pt x="86" y="137"/>
                      <a:pt x="79" y="147"/>
                    </a:cubicBezTo>
                    <a:cubicBezTo>
                      <a:pt x="68" y="164"/>
                      <a:pt x="56" y="179"/>
                      <a:pt x="35" y="178"/>
                    </a:cubicBezTo>
                    <a:cubicBezTo>
                      <a:pt x="29" y="178"/>
                      <a:pt x="23" y="176"/>
                      <a:pt x="17" y="179"/>
                    </a:cubicBezTo>
                    <a:cubicBezTo>
                      <a:pt x="19" y="191"/>
                      <a:pt x="29" y="202"/>
                      <a:pt x="15" y="212"/>
                    </a:cubicBezTo>
                    <a:cubicBezTo>
                      <a:pt x="11" y="209"/>
                      <a:pt x="5" y="207"/>
                      <a:pt x="0" y="207"/>
                    </a:cubicBezTo>
                    <a:cubicBezTo>
                      <a:pt x="3" y="218"/>
                      <a:pt x="9" y="230"/>
                      <a:pt x="13" y="241"/>
                    </a:cubicBezTo>
                  </a:path>
                </a:pathLst>
              </a:custGeom>
              <a:solidFill>
                <a:srgbClr val="007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" name="Freeform 875">
                <a:extLst>
                  <a:ext uri="{FF2B5EF4-FFF2-40B4-BE49-F238E27FC236}">
                    <a16:creationId xmlns:a16="http://schemas.microsoft.com/office/drawing/2014/main" id="{B9CDB59B-45C8-4691-B05F-EF4225050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962"/>
                <a:ext cx="135" cy="170"/>
              </a:xfrm>
              <a:custGeom>
                <a:avLst/>
                <a:gdLst>
                  <a:gd name="T0" fmla="*/ 0 w 85"/>
                  <a:gd name="T1" fmla="*/ 1084 h 107"/>
                  <a:gd name="T2" fmla="*/ 842 w 85"/>
                  <a:gd name="T3" fmla="*/ 690 h 107"/>
                  <a:gd name="T4" fmla="*/ 777 w 85"/>
                  <a:gd name="T5" fmla="*/ 313 h 107"/>
                  <a:gd name="T6" fmla="*/ 689 w 85"/>
                  <a:gd name="T7" fmla="*/ 0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107">
                    <a:moveTo>
                      <a:pt x="0" y="107"/>
                    </a:moveTo>
                    <a:cubicBezTo>
                      <a:pt x="25" y="97"/>
                      <a:pt x="78" y="102"/>
                      <a:pt x="83" y="68"/>
                    </a:cubicBezTo>
                    <a:cubicBezTo>
                      <a:pt x="85" y="54"/>
                      <a:pt x="78" y="44"/>
                      <a:pt x="77" y="31"/>
                    </a:cubicBezTo>
                    <a:cubicBezTo>
                      <a:pt x="76" y="21"/>
                      <a:pt x="83" y="2"/>
                      <a:pt x="68" y="0"/>
                    </a:cubicBezTo>
                  </a:path>
                </a:pathLst>
              </a:custGeom>
              <a:solidFill>
                <a:srgbClr val="006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" name="Freeform 876">
                <a:extLst>
                  <a:ext uri="{FF2B5EF4-FFF2-40B4-BE49-F238E27FC236}">
                    <a16:creationId xmlns:a16="http://schemas.microsoft.com/office/drawing/2014/main" id="{991485F5-0C01-4B9A-8360-DEAD79E5B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907"/>
                <a:ext cx="214" cy="247"/>
              </a:xfrm>
              <a:custGeom>
                <a:avLst/>
                <a:gdLst>
                  <a:gd name="T0" fmla="*/ 550 w 135"/>
                  <a:gd name="T1" fmla="*/ 120 h 156"/>
                  <a:gd name="T2" fmla="*/ 40 w 135"/>
                  <a:gd name="T3" fmla="*/ 627 h 156"/>
                  <a:gd name="T4" fmla="*/ 120 w 135"/>
                  <a:gd name="T5" fmla="*/ 1043 h 156"/>
                  <a:gd name="T6" fmla="*/ 755 w 135"/>
                  <a:gd name="T7" fmla="*/ 1327 h 156"/>
                  <a:gd name="T8" fmla="*/ 1130 w 135"/>
                  <a:gd name="T9" fmla="*/ 787 h 156"/>
                  <a:gd name="T10" fmla="*/ 1301 w 135"/>
                  <a:gd name="T11" fmla="*/ 326 h 156"/>
                  <a:gd name="T12" fmla="*/ 550 w 135"/>
                  <a:gd name="T13" fmla="*/ 120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56">
                    <a:moveTo>
                      <a:pt x="55" y="12"/>
                    </a:moveTo>
                    <a:cubicBezTo>
                      <a:pt x="13" y="27"/>
                      <a:pt x="0" y="38"/>
                      <a:pt x="4" y="63"/>
                    </a:cubicBezTo>
                    <a:cubicBezTo>
                      <a:pt x="9" y="88"/>
                      <a:pt x="18" y="84"/>
                      <a:pt x="12" y="105"/>
                    </a:cubicBezTo>
                    <a:cubicBezTo>
                      <a:pt x="7" y="127"/>
                      <a:pt x="15" y="156"/>
                      <a:pt x="75" y="133"/>
                    </a:cubicBezTo>
                    <a:cubicBezTo>
                      <a:pt x="135" y="110"/>
                      <a:pt x="124" y="96"/>
                      <a:pt x="113" y="79"/>
                    </a:cubicBezTo>
                    <a:cubicBezTo>
                      <a:pt x="103" y="62"/>
                      <a:pt x="134" y="61"/>
                      <a:pt x="130" y="33"/>
                    </a:cubicBezTo>
                    <a:cubicBezTo>
                      <a:pt x="125" y="5"/>
                      <a:pt x="84" y="0"/>
                      <a:pt x="55" y="12"/>
                    </a:cubicBezTo>
                    <a:close/>
                  </a:path>
                </a:pathLst>
              </a:custGeom>
              <a:solidFill>
                <a:srgbClr val="685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" name="Freeform 877">
                <a:extLst>
                  <a:ext uri="{FF2B5EF4-FFF2-40B4-BE49-F238E27FC236}">
                    <a16:creationId xmlns:a16="http://schemas.microsoft.com/office/drawing/2014/main" id="{2E2E339A-9839-4735-A44A-71ECB638F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1932"/>
                <a:ext cx="170" cy="177"/>
              </a:xfrm>
              <a:custGeom>
                <a:avLst/>
                <a:gdLst>
                  <a:gd name="T0" fmla="*/ 64 w 107"/>
                  <a:gd name="T1" fmla="*/ 749 h 112"/>
                  <a:gd name="T2" fmla="*/ 240 w 107"/>
                  <a:gd name="T3" fmla="*/ 1106 h 112"/>
                  <a:gd name="T4" fmla="*/ 844 w 107"/>
                  <a:gd name="T5" fmla="*/ 904 h 112"/>
                  <a:gd name="T6" fmla="*/ 899 w 107"/>
                  <a:gd name="T7" fmla="*/ 461 h 112"/>
                  <a:gd name="T8" fmla="*/ 1015 w 107"/>
                  <a:gd name="T9" fmla="*/ 217 h 112"/>
                  <a:gd name="T10" fmla="*/ 844 w 107"/>
                  <a:gd name="T11" fmla="*/ 0 h 112"/>
                  <a:gd name="T12" fmla="*/ 639 w 107"/>
                  <a:gd name="T13" fmla="*/ 408 h 112"/>
                  <a:gd name="T14" fmla="*/ 639 w 107"/>
                  <a:gd name="T15" fmla="*/ 646 h 112"/>
                  <a:gd name="T16" fmla="*/ 381 w 107"/>
                  <a:gd name="T17" fmla="*/ 797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112">
                    <a:moveTo>
                      <a:pt x="6" y="76"/>
                    </a:moveTo>
                    <a:cubicBezTo>
                      <a:pt x="2" y="94"/>
                      <a:pt x="0" y="111"/>
                      <a:pt x="24" y="112"/>
                    </a:cubicBezTo>
                    <a:cubicBezTo>
                      <a:pt x="41" y="112"/>
                      <a:pt x="69" y="103"/>
                      <a:pt x="83" y="92"/>
                    </a:cubicBezTo>
                    <a:cubicBezTo>
                      <a:pt x="101" y="78"/>
                      <a:pt x="81" y="65"/>
                      <a:pt x="89" y="47"/>
                    </a:cubicBezTo>
                    <a:cubicBezTo>
                      <a:pt x="93" y="38"/>
                      <a:pt x="101" y="33"/>
                      <a:pt x="100" y="22"/>
                    </a:cubicBezTo>
                    <a:cubicBezTo>
                      <a:pt x="100" y="12"/>
                      <a:pt x="94" y="1"/>
                      <a:pt x="83" y="0"/>
                    </a:cubicBezTo>
                    <a:cubicBezTo>
                      <a:pt x="107" y="20"/>
                      <a:pt x="66" y="29"/>
                      <a:pt x="63" y="41"/>
                    </a:cubicBezTo>
                    <a:cubicBezTo>
                      <a:pt x="60" y="50"/>
                      <a:pt x="70" y="56"/>
                      <a:pt x="63" y="66"/>
                    </a:cubicBezTo>
                    <a:cubicBezTo>
                      <a:pt x="58" y="75"/>
                      <a:pt x="47" y="78"/>
                      <a:pt x="38" y="81"/>
                    </a:cubicBezTo>
                  </a:path>
                </a:pathLst>
              </a:custGeom>
              <a:solidFill>
                <a:srgbClr val="4C3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" name="Freeform 878">
                <a:extLst>
                  <a:ext uri="{FF2B5EF4-FFF2-40B4-BE49-F238E27FC236}">
                    <a16:creationId xmlns:a16="http://schemas.microsoft.com/office/drawing/2014/main" id="{B2B71AA9-9780-406D-97F3-01E4A56BE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937"/>
                <a:ext cx="105" cy="100"/>
              </a:xfrm>
              <a:custGeom>
                <a:avLst/>
                <a:gdLst>
                  <a:gd name="T0" fmla="*/ 121 w 66"/>
                  <a:gd name="T1" fmla="*/ 635 h 63"/>
                  <a:gd name="T2" fmla="*/ 102 w 66"/>
                  <a:gd name="T3" fmla="*/ 224 h 63"/>
                  <a:gd name="T4" fmla="*/ 673 w 66"/>
                  <a:gd name="T5" fmla="*/ 0 h 63"/>
                  <a:gd name="T6" fmla="*/ 399 w 66"/>
                  <a:gd name="T7" fmla="*/ 224 h 63"/>
                  <a:gd name="T8" fmla="*/ 368 w 66"/>
                  <a:gd name="T9" fmla="*/ 476 h 63"/>
                  <a:gd name="T10" fmla="*/ 172 w 66"/>
                  <a:gd name="T11" fmla="*/ 635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63">
                    <a:moveTo>
                      <a:pt x="12" y="63"/>
                    </a:moveTo>
                    <a:cubicBezTo>
                      <a:pt x="6" y="51"/>
                      <a:pt x="0" y="32"/>
                      <a:pt x="10" y="22"/>
                    </a:cubicBezTo>
                    <a:cubicBezTo>
                      <a:pt x="24" y="8"/>
                      <a:pt x="47" y="1"/>
                      <a:pt x="66" y="0"/>
                    </a:cubicBezTo>
                    <a:cubicBezTo>
                      <a:pt x="57" y="6"/>
                      <a:pt x="43" y="11"/>
                      <a:pt x="39" y="22"/>
                    </a:cubicBezTo>
                    <a:cubicBezTo>
                      <a:pt x="36" y="30"/>
                      <a:pt x="40" y="40"/>
                      <a:pt x="36" y="47"/>
                    </a:cubicBezTo>
                    <a:cubicBezTo>
                      <a:pt x="32" y="54"/>
                      <a:pt x="21" y="56"/>
                      <a:pt x="17" y="63"/>
                    </a:cubicBezTo>
                  </a:path>
                </a:pathLst>
              </a:custGeom>
              <a:solidFill>
                <a:srgbClr val="907C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" name="Freeform 879">
                <a:extLst>
                  <a:ext uri="{FF2B5EF4-FFF2-40B4-BE49-F238E27FC236}">
                    <a16:creationId xmlns:a16="http://schemas.microsoft.com/office/drawing/2014/main" id="{575FC30D-1EE9-4A7C-9224-C9BEEFE3A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1972"/>
                <a:ext cx="22" cy="32"/>
              </a:xfrm>
              <a:custGeom>
                <a:avLst/>
                <a:gdLst>
                  <a:gd name="T0" fmla="*/ 96 w 14"/>
                  <a:gd name="T1" fmla="*/ 0 h 20"/>
                  <a:gd name="T2" fmla="*/ 49 w 14"/>
                  <a:gd name="T3" fmla="*/ 210 h 20"/>
                  <a:gd name="T4" fmla="*/ 135 w 14"/>
                  <a:gd name="T5" fmla="*/ 34 h 20"/>
                  <a:gd name="T6" fmla="*/ 121 w 14"/>
                  <a:gd name="T7" fmla="*/ 2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0" y="0"/>
                    </a:moveTo>
                    <a:cubicBezTo>
                      <a:pt x="5" y="3"/>
                      <a:pt x="0" y="17"/>
                      <a:pt x="5" y="20"/>
                    </a:cubicBezTo>
                    <a:cubicBezTo>
                      <a:pt x="6" y="12"/>
                      <a:pt x="7" y="8"/>
                      <a:pt x="14" y="3"/>
                    </a:cubicBezTo>
                    <a:cubicBezTo>
                      <a:pt x="14" y="3"/>
                      <a:pt x="13" y="2"/>
                      <a:pt x="1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" name="Freeform 880">
                <a:extLst>
                  <a:ext uri="{FF2B5EF4-FFF2-40B4-BE49-F238E27FC236}">
                    <a16:creationId xmlns:a16="http://schemas.microsoft.com/office/drawing/2014/main" id="{EDAE8E9C-CADE-43D2-ADAF-D20F6BB1C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969"/>
                <a:ext cx="4" cy="6"/>
              </a:xfrm>
              <a:custGeom>
                <a:avLst/>
                <a:gdLst>
                  <a:gd name="T0" fmla="*/ 9 w 3"/>
                  <a:gd name="T1" fmla="*/ 0 h 4"/>
                  <a:gd name="T2" fmla="*/ 1 w 3"/>
                  <a:gd name="T3" fmla="*/ 32 h 4"/>
                  <a:gd name="T4" fmla="*/ 12 w 3"/>
                  <a:gd name="T5" fmla="*/ 12 h 4"/>
                  <a:gd name="T6" fmla="*/ 9 w 3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3" y="3"/>
                      <a:pt x="3" y="3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" name="Freeform 881">
                <a:extLst>
                  <a:ext uri="{FF2B5EF4-FFF2-40B4-BE49-F238E27FC236}">
                    <a16:creationId xmlns:a16="http://schemas.microsoft.com/office/drawing/2014/main" id="{0A54F46E-7263-406F-8463-65678ED8B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866"/>
                <a:ext cx="229" cy="228"/>
              </a:xfrm>
              <a:custGeom>
                <a:avLst/>
                <a:gdLst>
                  <a:gd name="T0" fmla="*/ 162 w 144"/>
                  <a:gd name="T1" fmla="*/ 461 h 144"/>
                  <a:gd name="T2" fmla="*/ 584 w 144"/>
                  <a:gd name="T3" fmla="*/ 409 h 144"/>
                  <a:gd name="T4" fmla="*/ 879 w 144"/>
                  <a:gd name="T5" fmla="*/ 326 h 144"/>
                  <a:gd name="T6" fmla="*/ 1131 w 144"/>
                  <a:gd name="T7" fmla="*/ 120 h 144"/>
                  <a:gd name="T8" fmla="*/ 1465 w 144"/>
                  <a:gd name="T9" fmla="*/ 52 h 144"/>
                  <a:gd name="T10" fmla="*/ 620 w 144"/>
                  <a:gd name="T11" fmla="*/ 611 h 144"/>
                  <a:gd name="T12" fmla="*/ 485 w 144"/>
                  <a:gd name="T13" fmla="*/ 988 h 144"/>
                  <a:gd name="T14" fmla="*/ 607 w 144"/>
                  <a:gd name="T15" fmla="*/ 1435 h 144"/>
                  <a:gd name="T16" fmla="*/ 305 w 144"/>
                  <a:gd name="T17" fmla="*/ 1123 h 144"/>
                  <a:gd name="T18" fmla="*/ 64 w 144"/>
                  <a:gd name="T19" fmla="*/ 925 h 144"/>
                  <a:gd name="T20" fmla="*/ 121 w 144"/>
                  <a:gd name="T21" fmla="*/ 817 h 144"/>
                  <a:gd name="T22" fmla="*/ 83 w 144"/>
                  <a:gd name="T23" fmla="*/ 701 h 144"/>
                  <a:gd name="T24" fmla="*/ 83 w 144"/>
                  <a:gd name="T25" fmla="*/ 497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144">
                    <a:moveTo>
                      <a:pt x="16" y="46"/>
                    </a:moveTo>
                    <a:cubicBezTo>
                      <a:pt x="30" y="46"/>
                      <a:pt x="44" y="43"/>
                      <a:pt x="57" y="41"/>
                    </a:cubicBezTo>
                    <a:cubicBezTo>
                      <a:pt x="68" y="40"/>
                      <a:pt x="78" y="38"/>
                      <a:pt x="87" y="33"/>
                    </a:cubicBezTo>
                    <a:cubicBezTo>
                      <a:pt x="96" y="28"/>
                      <a:pt x="102" y="18"/>
                      <a:pt x="111" y="12"/>
                    </a:cubicBezTo>
                    <a:cubicBezTo>
                      <a:pt x="119" y="8"/>
                      <a:pt x="135" y="0"/>
                      <a:pt x="144" y="5"/>
                    </a:cubicBezTo>
                    <a:cubicBezTo>
                      <a:pt x="113" y="19"/>
                      <a:pt x="82" y="33"/>
                      <a:pt x="61" y="61"/>
                    </a:cubicBezTo>
                    <a:cubicBezTo>
                      <a:pt x="52" y="73"/>
                      <a:pt x="47" y="83"/>
                      <a:pt x="48" y="99"/>
                    </a:cubicBezTo>
                    <a:cubicBezTo>
                      <a:pt x="50" y="115"/>
                      <a:pt x="58" y="129"/>
                      <a:pt x="60" y="144"/>
                    </a:cubicBezTo>
                    <a:cubicBezTo>
                      <a:pt x="49" y="134"/>
                      <a:pt x="40" y="123"/>
                      <a:pt x="30" y="113"/>
                    </a:cubicBezTo>
                    <a:cubicBezTo>
                      <a:pt x="23" y="108"/>
                      <a:pt x="8" y="102"/>
                      <a:pt x="6" y="93"/>
                    </a:cubicBezTo>
                    <a:cubicBezTo>
                      <a:pt x="6" y="88"/>
                      <a:pt x="11" y="86"/>
                      <a:pt x="12" y="82"/>
                    </a:cubicBezTo>
                    <a:cubicBezTo>
                      <a:pt x="12" y="77"/>
                      <a:pt x="10" y="74"/>
                      <a:pt x="8" y="71"/>
                    </a:cubicBezTo>
                    <a:cubicBezTo>
                      <a:pt x="6" y="66"/>
                      <a:pt x="0" y="53"/>
                      <a:pt x="8" y="50"/>
                    </a:cubicBezTo>
                  </a:path>
                </a:pathLst>
              </a:custGeom>
              <a:solidFill>
                <a:srgbClr val="80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" name="Freeform 882">
                <a:extLst>
                  <a:ext uri="{FF2B5EF4-FFF2-40B4-BE49-F238E27FC236}">
                    <a16:creationId xmlns:a16="http://schemas.microsoft.com/office/drawing/2014/main" id="{8505CA44-BF92-4C7D-8CA9-E0477FE8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1860"/>
                <a:ext cx="220" cy="114"/>
              </a:xfrm>
              <a:custGeom>
                <a:avLst/>
                <a:gdLst>
                  <a:gd name="T0" fmla="*/ 714 w 139"/>
                  <a:gd name="T1" fmla="*/ 138 h 72"/>
                  <a:gd name="T2" fmla="*/ 1109 w 139"/>
                  <a:gd name="T3" fmla="*/ 52 h 72"/>
                  <a:gd name="T4" fmla="*/ 1380 w 139"/>
                  <a:gd name="T5" fmla="*/ 68 h 72"/>
                  <a:gd name="T6" fmla="*/ 1225 w 139"/>
                  <a:gd name="T7" fmla="*/ 82 h 72"/>
                  <a:gd name="T8" fmla="*/ 984 w 139"/>
                  <a:gd name="T9" fmla="*/ 158 h 72"/>
                  <a:gd name="T10" fmla="*/ 666 w 139"/>
                  <a:gd name="T11" fmla="*/ 271 h 72"/>
                  <a:gd name="T12" fmla="*/ 345 w 139"/>
                  <a:gd name="T13" fmla="*/ 497 h 72"/>
                  <a:gd name="T14" fmla="*/ 21 w 139"/>
                  <a:gd name="T15" fmla="*/ 719 h 72"/>
                  <a:gd name="T16" fmla="*/ 0 w 139"/>
                  <a:gd name="T17" fmla="*/ 580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9" h="72">
                    <a:moveTo>
                      <a:pt x="72" y="14"/>
                    </a:moveTo>
                    <a:cubicBezTo>
                      <a:pt x="86" y="1"/>
                      <a:pt x="95" y="3"/>
                      <a:pt x="112" y="5"/>
                    </a:cubicBezTo>
                    <a:cubicBezTo>
                      <a:pt x="119" y="6"/>
                      <a:pt x="136" y="0"/>
                      <a:pt x="139" y="7"/>
                    </a:cubicBezTo>
                    <a:cubicBezTo>
                      <a:pt x="134" y="11"/>
                      <a:pt x="128" y="8"/>
                      <a:pt x="123" y="8"/>
                    </a:cubicBezTo>
                    <a:cubicBezTo>
                      <a:pt x="114" y="8"/>
                      <a:pt x="107" y="11"/>
                      <a:pt x="99" y="16"/>
                    </a:cubicBezTo>
                    <a:cubicBezTo>
                      <a:pt x="90" y="22"/>
                      <a:pt x="77" y="21"/>
                      <a:pt x="67" y="27"/>
                    </a:cubicBezTo>
                    <a:cubicBezTo>
                      <a:pt x="55" y="35"/>
                      <a:pt x="49" y="45"/>
                      <a:pt x="35" y="50"/>
                    </a:cubicBezTo>
                    <a:cubicBezTo>
                      <a:pt x="22" y="56"/>
                      <a:pt x="12" y="62"/>
                      <a:pt x="2" y="72"/>
                    </a:cubicBezTo>
                    <a:cubicBezTo>
                      <a:pt x="0" y="58"/>
                      <a:pt x="0" y="58"/>
                      <a:pt x="0" y="58"/>
                    </a:cubicBezTo>
                  </a:path>
                </a:pathLst>
              </a:custGeom>
              <a:solidFill>
                <a:srgbClr val="80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" name="Freeform 883">
                <a:extLst>
                  <a:ext uri="{FF2B5EF4-FFF2-40B4-BE49-F238E27FC236}">
                    <a16:creationId xmlns:a16="http://schemas.microsoft.com/office/drawing/2014/main" id="{F2F9F7B1-26ED-454B-B515-4FA312D7F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844"/>
                <a:ext cx="117" cy="100"/>
              </a:xfrm>
              <a:custGeom>
                <a:avLst/>
                <a:gdLst>
                  <a:gd name="T0" fmla="*/ 171 w 74"/>
                  <a:gd name="T1" fmla="*/ 333 h 63"/>
                  <a:gd name="T2" fmla="*/ 732 w 74"/>
                  <a:gd name="T3" fmla="*/ 0 h 63"/>
                  <a:gd name="T4" fmla="*/ 593 w 74"/>
                  <a:gd name="T5" fmla="*/ 271 h 63"/>
                  <a:gd name="T6" fmla="*/ 482 w 74"/>
                  <a:gd name="T7" fmla="*/ 360 h 63"/>
                  <a:gd name="T8" fmla="*/ 387 w 74"/>
                  <a:gd name="T9" fmla="*/ 529 h 63"/>
                  <a:gd name="T10" fmla="*/ 202 w 74"/>
                  <a:gd name="T11" fmla="*/ 451 h 63"/>
                  <a:gd name="T12" fmla="*/ 0 w 74"/>
                  <a:gd name="T13" fmla="*/ 279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63">
                    <a:moveTo>
                      <a:pt x="17" y="33"/>
                    </a:moveTo>
                    <a:cubicBezTo>
                      <a:pt x="42" y="41"/>
                      <a:pt x="63" y="20"/>
                      <a:pt x="74" y="0"/>
                    </a:cubicBezTo>
                    <a:cubicBezTo>
                      <a:pt x="70" y="10"/>
                      <a:pt x="68" y="20"/>
                      <a:pt x="60" y="27"/>
                    </a:cubicBezTo>
                    <a:cubicBezTo>
                      <a:pt x="57" y="31"/>
                      <a:pt x="52" y="33"/>
                      <a:pt x="49" y="36"/>
                    </a:cubicBezTo>
                    <a:cubicBezTo>
                      <a:pt x="44" y="41"/>
                      <a:pt x="43" y="48"/>
                      <a:pt x="39" y="52"/>
                    </a:cubicBezTo>
                    <a:cubicBezTo>
                      <a:pt x="29" y="63"/>
                      <a:pt x="26" y="52"/>
                      <a:pt x="20" y="45"/>
                    </a:cubicBezTo>
                    <a:cubicBezTo>
                      <a:pt x="14" y="39"/>
                      <a:pt x="6" y="35"/>
                      <a:pt x="0" y="28"/>
                    </a:cubicBezTo>
                  </a:path>
                </a:pathLst>
              </a:custGeom>
              <a:solidFill>
                <a:srgbClr val="80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" name="Freeform 884">
                <a:extLst>
                  <a:ext uri="{FF2B5EF4-FFF2-40B4-BE49-F238E27FC236}">
                    <a16:creationId xmlns:a16="http://schemas.microsoft.com/office/drawing/2014/main" id="{54743196-F939-4447-8E2E-0C3429D6F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955"/>
                <a:ext cx="86" cy="150"/>
              </a:xfrm>
              <a:custGeom>
                <a:avLst/>
                <a:gdLst>
                  <a:gd name="T0" fmla="*/ 339 w 54"/>
                  <a:gd name="T1" fmla="*/ 0 h 95"/>
                  <a:gd name="T2" fmla="*/ 64 w 54"/>
                  <a:gd name="T3" fmla="*/ 237 h 95"/>
                  <a:gd name="T4" fmla="*/ 142 w 54"/>
                  <a:gd name="T5" fmla="*/ 572 h 95"/>
                  <a:gd name="T6" fmla="*/ 162 w 54"/>
                  <a:gd name="T7" fmla="*/ 696 h 95"/>
                  <a:gd name="T8" fmla="*/ 258 w 54"/>
                  <a:gd name="T9" fmla="*/ 802 h 95"/>
                  <a:gd name="T10" fmla="*/ 360 w 54"/>
                  <a:gd name="T11" fmla="*/ 933 h 95"/>
                  <a:gd name="T12" fmla="*/ 411 w 54"/>
                  <a:gd name="T13" fmla="*/ 546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95">
                    <a:moveTo>
                      <a:pt x="33" y="0"/>
                    </a:moveTo>
                    <a:cubicBezTo>
                      <a:pt x="24" y="6"/>
                      <a:pt x="11" y="14"/>
                      <a:pt x="6" y="24"/>
                    </a:cubicBezTo>
                    <a:cubicBezTo>
                      <a:pt x="0" y="36"/>
                      <a:pt x="10" y="47"/>
                      <a:pt x="14" y="58"/>
                    </a:cubicBezTo>
                    <a:cubicBezTo>
                      <a:pt x="15" y="62"/>
                      <a:pt x="15" y="68"/>
                      <a:pt x="16" y="71"/>
                    </a:cubicBezTo>
                    <a:cubicBezTo>
                      <a:pt x="19" y="75"/>
                      <a:pt x="23" y="77"/>
                      <a:pt x="25" y="82"/>
                    </a:cubicBezTo>
                    <a:cubicBezTo>
                      <a:pt x="27" y="88"/>
                      <a:pt x="26" y="95"/>
                      <a:pt x="35" y="95"/>
                    </a:cubicBezTo>
                    <a:cubicBezTo>
                      <a:pt x="54" y="95"/>
                      <a:pt x="43" y="65"/>
                      <a:pt x="40" y="56"/>
                    </a:cubicBezTo>
                  </a:path>
                </a:pathLst>
              </a:custGeom>
              <a:solidFill>
                <a:srgbClr val="2E8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" name="Freeform 885">
                <a:extLst>
                  <a:ext uri="{FF2B5EF4-FFF2-40B4-BE49-F238E27FC236}">
                    <a16:creationId xmlns:a16="http://schemas.microsoft.com/office/drawing/2014/main" id="{F5432E10-BAE6-41D3-9BAE-C04BDD821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051"/>
                <a:ext cx="258" cy="134"/>
              </a:xfrm>
              <a:custGeom>
                <a:avLst/>
                <a:gdLst>
                  <a:gd name="T0" fmla="*/ 0 w 163"/>
                  <a:gd name="T1" fmla="*/ 810 h 85"/>
                  <a:gd name="T2" fmla="*/ 369 w 163"/>
                  <a:gd name="T3" fmla="*/ 810 h 85"/>
                  <a:gd name="T4" fmla="*/ 747 w 163"/>
                  <a:gd name="T5" fmla="*/ 728 h 85"/>
                  <a:gd name="T6" fmla="*/ 1211 w 163"/>
                  <a:gd name="T7" fmla="*/ 457 h 85"/>
                  <a:gd name="T8" fmla="*/ 1420 w 163"/>
                  <a:gd name="T9" fmla="*/ 203 h 85"/>
                  <a:gd name="T10" fmla="*/ 1619 w 163"/>
                  <a:gd name="T11" fmla="*/ 20 h 85"/>
                  <a:gd name="T12" fmla="*/ 1368 w 163"/>
                  <a:gd name="T13" fmla="*/ 224 h 85"/>
                  <a:gd name="T14" fmla="*/ 1023 w 163"/>
                  <a:gd name="T15" fmla="*/ 375 h 85"/>
                  <a:gd name="T16" fmla="*/ 747 w 163"/>
                  <a:gd name="T17" fmla="*/ 525 h 85"/>
                  <a:gd name="T18" fmla="*/ 206 w 163"/>
                  <a:gd name="T19" fmla="*/ 72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3" h="85">
                    <a:moveTo>
                      <a:pt x="0" y="83"/>
                    </a:moveTo>
                    <a:cubicBezTo>
                      <a:pt x="12" y="77"/>
                      <a:pt x="24" y="81"/>
                      <a:pt x="37" y="83"/>
                    </a:cubicBezTo>
                    <a:cubicBezTo>
                      <a:pt x="50" y="85"/>
                      <a:pt x="63" y="83"/>
                      <a:pt x="75" y="75"/>
                    </a:cubicBezTo>
                    <a:cubicBezTo>
                      <a:pt x="91" y="64"/>
                      <a:pt x="109" y="63"/>
                      <a:pt x="122" y="47"/>
                    </a:cubicBezTo>
                    <a:cubicBezTo>
                      <a:pt x="129" y="38"/>
                      <a:pt x="135" y="29"/>
                      <a:pt x="143" y="21"/>
                    </a:cubicBezTo>
                    <a:cubicBezTo>
                      <a:pt x="149" y="14"/>
                      <a:pt x="158" y="9"/>
                      <a:pt x="163" y="2"/>
                    </a:cubicBezTo>
                    <a:cubicBezTo>
                      <a:pt x="155" y="0"/>
                      <a:pt x="144" y="18"/>
                      <a:pt x="138" y="23"/>
                    </a:cubicBezTo>
                    <a:cubicBezTo>
                      <a:pt x="126" y="31"/>
                      <a:pt x="117" y="36"/>
                      <a:pt x="103" y="39"/>
                    </a:cubicBezTo>
                    <a:cubicBezTo>
                      <a:pt x="90" y="41"/>
                      <a:pt x="85" y="45"/>
                      <a:pt x="75" y="54"/>
                    </a:cubicBezTo>
                    <a:cubicBezTo>
                      <a:pt x="61" y="65"/>
                      <a:pt x="38" y="68"/>
                      <a:pt x="21" y="74"/>
                    </a:cubicBezTo>
                  </a:path>
                </a:pathLst>
              </a:custGeom>
              <a:solidFill>
                <a:srgbClr val="006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" name="Freeform 886">
                <a:extLst>
                  <a:ext uri="{FF2B5EF4-FFF2-40B4-BE49-F238E27FC236}">
                    <a16:creationId xmlns:a16="http://schemas.microsoft.com/office/drawing/2014/main" id="{6F9F37B5-2AF5-45B6-A53D-67C12AF55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948"/>
                <a:ext cx="55" cy="67"/>
              </a:xfrm>
              <a:custGeom>
                <a:avLst/>
                <a:gdLst>
                  <a:gd name="T0" fmla="*/ 96 w 35"/>
                  <a:gd name="T1" fmla="*/ 73 h 42"/>
                  <a:gd name="T2" fmla="*/ 96 w 35"/>
                  <a:gd name="T3" fmla="*/ 436 h 42"/>
                  <a:gd name="T4" fmla="*/ 151 w 35"/>
                  <a:gd name="T5" fmla="*/ 185 h 42"/>
                  <a:gd name="T6" fmla="*/ 333 w 35"/>
                  <a:gd name="T7" fmla="*/ 54 h 42"/>
                  <a:gd name="T8" fmla="*/ 135 w 35"/>
                  <a:gd name="T9" fmla="*/ 3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2">
                    <a:moveTo>
                      <a:pt x="10" y="7"/>
                    </a:moveTo>
                    <a:cubicBezTo>
                      <a:pt x="3" y="18"/>
                      <a:pt x="0" y="33"/>
                      <a:pt x="10" y="42"/>
                    </a:cubicBezTo>
                    <a:cubicBezTo>
                      <a:pt x="15" y="35"/>
                      <a:pt x="10" y="25"/>
                      <a:pt x="16" y="18"/>
                    </a:cubicBezTo>
                    <a:cubicBezTo>
                      <a:pt x="19" y="12"/>
                      <a:pt x="30" y="10"/>
                      <a:pt x="35" y="5"/>
                    </a:cubicBezTo>
                    <a:cubicBezTo>
                      <a:pt x="30" y="0"/>
                      <a:pt x="22" y="0"/>
                      <a:pt x="14" y="3"/>
                    </a:cubicBezTo>
                  </a:path>
                </a:pathLst>
              </a:custGeom>
              <a:solidFill>
                <a:srgbClr val="C6D5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" name="Freeform 887">
                <a:extLst>
                  <a:ext uri="{FF2B5EF4-FFF2-40B4-BE49-F238E27FC236}">
                    <a16:creationId xmlns:a16="http://schemas.microsoft.com/office/drawing/2014/main" id="{FB1B9C84-10BB-4BAF-89BA-0DDE3DEA7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1942"/>
                <a:ext cx="13" cy="9"/>
              </a:xfrm>
              <a:custGeom>
                <a:avLst/>
                <a:gdLst>
                  <a:gd name="T0" fmla="*/ 13 w 8"/>
                  <a:gd name="T1" fmla="*/ 0 h 6"/>
                  <a:gd name="T2" fmla="*/ 89 w 8"/>
                  <a:gd name="T3" fmla="*/ 27 h 6"/>
                  <a:gd name="T4" fmla="*/ 34 w 8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0" y="6"/>
                      <a:pt x="4" y="5"/>
                      <a:pt x="8" y="3"/>
                    </a:cubicBezTo>
                    <a:cubicBezTo>
                      <a:pt x="7" y="0"/>
                      <a:pt x="5" y="1"/>
                      <a:pt x="3" y="1"/>
                    </a:cubicBezTo>
                  </a:path>
                </a:pathLst>
              </a:custGeom>
              <a:solidFill>
                <a:srgbClr val="C6D5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" name="Freeform 888">
                <a:extLst>
                  <a:ext uri="{FF2B5EF4-FFF2-40B4-BE49-F238E27FC236}">
                    <a16:creationId xmlns:a16="http://schemas.microsoft.com/office/drawing/2014/main" id="{295AA81F-B92D-498D-B337-09475FA01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906"/>
                <a:ext cx="25" cy="20"/>
              </a:xfrm>
              <a:custGeom>
                <a:avLst/>
                <a:gdLst>
                  <a:gd name="T0" fmla="*/ 0 w 16"/>
                  <a:gd name="T1" fmla="*/ 12 h 13"/>
                  <a:gd name="T2" fmla="*/ 148 w 16"/>
                  <a:gd name="T3" fmla="*/ 0 h 13"/>
                  <a:gd name="T4" fmla="*/ 95 w 1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0" y="1"/>
                    </a:moveTo>
                    <a:cubicBezTo>
                      <a:pt x="3" y="13"/>
                      <a:pt x="12" y="9"/>
                      <a:pt x="16" y="0"/>
                    </a:cubicBezTo>
                    <a:cubicBezTo>
                      <a:pt x="14" y="0"/>
                      <a:pt x="11" y="0"/>
                      <a:pt x="10" y="0"/>
                    </a:cubicBezTo>
                  </a:path>
                </a:pathLst>
              </a:custGeom>
              <a:solidFill>
                <a:srgbClr val="C6D5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" name="Freeform 889">
                <a:extLst>
                  <a:ext uri="{FF2B5EF4-FFF2-40B4-BE49-F238E27FC236}">
                    <a16:creationId xmlns:a16="http://schemas.microsoft.com/office/drawing/2014/main" id="{5BA5C300-4172-48EF-BD52-44942CBB4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1684"/>
                <a:ext cx="1157" cy="735"/>
              </a:xfrm>
              <a:custGeom>
                <a:avLst/>
                <a:gdLst>
                  <a:gd name="T0" fmla="*/ 529 w 730"/>
                  <a:gd name="T1" fmla="*/ 1331 h 465"/>
                  <a:gd name="T2" fmla="*/ 783 w 730"/>
                  <a:gd name="T3" fmla="*/ 1614 h 465"/>
                  <a:gd name="T4" fmla="*/ 669 w 730"/>
                  <a:gd name="T5" fmla="*/ 1868 h 465"/>
                  <a:gd name="T6" fmla="*/ 21 w 730"/>
                  <a:gd name="T7" fmla="*/ 2246 h 465"/>
                  <a:gd name="T8" fmla="*/ 517 w 730"/>
                  <a:gd name="T9" fmla="*/ 2129 h 465"/>
                  <a:gd name="T10" fmla="*/ 1361 w 730"/>
                  <a:gd name="T11" fmla="*/ 2548 h 465"/>
                  <a:gd name="T12" fmla="*/ 1867 w 730"/>
                  <a:gd name="T13" fmla="*/ 3451 h 465"/>
                  <a:gd name="T14" fmla="*/ 1791 w 730"/>
                  <a:gd name="T15" fmla="*/ 4182 h 465"/>
                  <a:gd name="T16" fmla="*/ 1740 w 730"/>
                  <a:gd name="T17" fmla="*/ 4557 h 465"/>
                  <a:gd name="T18" fmla="*/ 1919 w 730"/>
                  <a:gd name="T19" fmla="*/ 4216 h 465"/>
                  <a:gd name="T20" fmla="*/ 2049 w 730"/>
                  <a:gd name="T21" fmla="*/ 3571 h 465"/>
                  <a:gd name="T22" fmla="*/ 2460 w 730"/>
                  <a:gd name="T23" fmla="*/ 3236 h 465"/>
                  <a:gd name="T24" fmla="*/ 3041 w 730"/>
                  <a:gd name="T25" fmla="*/ 3161 h 465"/>
                  <a:gd name="T26" fmla="*/ 3539 w 730"/>
                  <a:gd name="T27" fmla="*/ 2839 h 465"/>
                  <a:gd name="T28" fmla="*/ 4587 w 730"/>
                  <a:gd name="T29" fmla="*/ 2224 h 465"/>
                  <a:gd name="T30" fmla="*/ 5232 w 730"/>
                  <a:gd name="T31" fmla="*/ 2172 h 465"/>
                  <a:gd name="T32" fmla="*/ 5828 w 730"/>
                  <a:gd name="T33" fmla="*/ 1837 h 465"/>
                  <a:gd name="T34" fmla="*/ 6528 w 730"/>
                  <a:gd name="T35" fmla="*/ 1449 h 465"/>
                  <a:gd name="T36" fmla="*/ 6785 w 730"/>
                  <a:gd name="T37" fmla="*/ 933 h 465"/>
                  <a:gd name="T38" fmla="*/ 7262 w 730"/>
                  <a:gd name="T39" fmla="*/ 443 h 465"/>
                  <a:gd name="T40" fmla="*/ 7031 w 730"/>
                  <a:gd name="T41" fmla="*/ 525 h 465"/>
                  <a:gd name="T42" fmla="*/ 6652 w 730"/>
                  <a:gd name="T43" fmla="*/ 917 h 465"/>
                  <a:gd name="T44" fmla="*/ 6343 w 730"/>
                  <a:gd name="T45" fmla="*/ 1361 h 465"/>
                  <a:gd name="T46" fmla="*/ 5588 w 730"/>
                  <a:gd name="T47" fmla="*/ 1699 h 465"/>
                  <a:gd name="T48" fmla="*/ 5099 w 730"/>
                  <a:gd name="T49" fmla="*/ 2011 h 465"/>
                  <a:gd name="T50" fmla="*/ 4371 w 730"/>
                  <a:gd name="T51" fmla="*/ 1837 h 465"/>
                  <a:gd name="T52" fmla="*/ 3961 w 730"/>
                  <a:gd name="T53" fmla="*/ 1449 h 465"/>
                  <a:gd name="T54" fmla="*/ 4037 w 730"/>
                  <a:gd name="T55" fmla="*/ 879 h 465"/>
                  <a:gd name="T56" fmla="*/ 4227 w 730"/>
                  <a:gd name="T57" fmla="*/ 335 h 465"/>
                  <a:gd name="T58" fmla="*/ 4561 w 730"/>
                  <a:gd name="T59" fmla="*/ 82 h 465"/>
                  <a:gd name="T60" fmla="*/ 4119 w 730"/>
                  <a:gd name="T61" fmla="*/ 288 h 465"/>
                  <a:gd name="T62" fmla="*/ 3810 w 730"/>
                  <a:gd name="T63" fmla="*/ 741 h 465"/>
                  <a:gd name="T64" fmla="*/ 3333 w 730"/>
                  <a:gd name="T65" fmla="*/ 1257 h 465"/>
                  <a:gd name="T66" fmla="*/ 2701 w 730"/>
                  <a:gd name="T67" fmla="*/ 1050 h 465"/>
                  <a:gd name="T68" fmla="*/ 2019 w 730"/>
                  <a:gd name="T69" fmla="*/ 1184 h 465"/>
                  <a:gd name="T70" fmla="*/ 1607 w 730"/>
                  <a:gd name="T71" fmla="*/ 1421 h 465"/>
                  <a:gd name="T72" fmla="*/ 1027 w 730"/>
                  <a:gd name="T73" fmla="*/ 1462 h 465"/>
                  <a:gd name="T74" fmla="*/ 529 w 730"/>
                  <a:gd name="T75" fmla="*/ 1331 h 46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30" h="465">
                    <a:moveTo>
                      <a:pt x="53" y="135"/>
                    </a:moveTo>
                    <a:cubicBezTo>
                      <a:pt x="47" y="142"/>
                      <a:pt x="64" y="157"/>
                      <a:pt x="78" y="164"/>
                    </a:cubicBezTo>
                    <a:cubicBezTo>
                      <a:pt x="94" y="172"/>
                      <a:pt x="84" y="185"/>
                      <a:pt x="67" y="189"/>
                    </a:cubicBezTo>
                    <a:cubicBezTo>
                      <a:pt x="50" y="194"/>
                      <a:pt x="5" y="213"/>
                      <a:pt x="2" y="228"/>
                    </a:cubicBezTo>
                    <a:cubicBezTo>
                      <a:pt x="0" y="242"/>
                      <a:pt x="18" y="229"/>
                      <a:pt x="52" y="216"/>
                    </a:cubicBezTo>
                    <a:cubicBezTo>
                      <a:pt x="85" y="203"/>
                      <a:pt x="101" y="219"/>
                      <a:pt x="136" y="258"/>
                    </a:cubicBezTo>
                    <a:cubicBezTo>
                      <a:pt x="172" y="297"/>
                      <a:pt x="181" y="319"/>
                      <a:pt x="187" y="350"/>
                    </a:cubicBezTo>
                    <a:cubicBezTo>
                      <a:pt x="192" y="381"/>
                      <a:pt x="186" y="398"/>
                      <a:pt x="179" y="424"/>
                    </a:cubicBezTo>
                    <a:cubicBezTo>
                      <a:pt x="173" y="450"/>
                      <a:pt x="168" y="458"/>
                      <a:pt x="174" y="462"/>
                    </a:cubicBezTo>
                    <a:cubicBezTo>
                      <a:pt x="180" y="465"/>
                      <a:pt x="190" y="439"/>
                      <a:pt x="192" y="427"/>
                    </a:cubicBezTo>
                    <a:cubicBezTo>
                      <a:pt x="194" y="415"/>
                      <a:pt x="208" y="383"/>
                      <a:pt x="205" y="362"/>
                    </a:cubicBezTo>
                    <a:cubicBezTo>
                      <a:pt x="203" y="340"/>
                      <a:pt x="214" y="322"/>
                      <a:pt x="246" y="328"/>
                    </a:cubicBezTo>
                    <a:cubicBezTo>
                      <a:pt x="268" y="331"/>
                      <a:pt x="282" y="337"/>
                      <a:pt x="304" y="320"/>
                    </a:cubicBezTo>
                    <a:cubicBezTo>
                      <a:pt x="325" y="303"/>
                      <a:pt x="337" y="304"/>
                      <a:pt x="354" y="288"/>
                    </a:cubicBezTo>
                    <a:cubicBezTo>
                      <a:pt x="371" y="271"/>
                      <a:pt x="389" y="212"/>
                      <a:pt x="459" y="225"/>
                    </a:cubicBezTo>
                    <a:cubicBezTo>
                      <a:pt x="480" y="226"/>
                      <a:pt x="503" y="226"/>
                      <a:pt x="523" y="220"/>
                    </a:cubicBezTo>
                    <a:cubicBezTo>
                      <a:pt x="557" y="210"/>
                      <a:pt x="557" y="196"/>
                      <a:pt x="583" y="186"/>
                    </a:cubicBezTo>
                    <a:cubicBezTo>
                      <a:pt x="610" y="175"/>
                      <a:pt x="632" y="168"/>
                      <a:pt x="653" y="147"/>
                    </a:cubicBezTo>
                    <a:cubicBezTo>
                      <a:pt x="675" y="127"/>
                      <a:pt x="661" y="115"/>
                      <a:pt x="678" y="94"/>
                    </a:cubicBezTo>
                    <a:cubicBezTo>
                      <a:pt x="695" y="72"/>
                      <a:pt x="723" y="62"/>
                      <a:pt x="726" y="45"/>
                    </a:cubicBezTo>
                    <a:cubicBezTo>
                      <a:pt x="730" y="28"/>
                      <a:pt x="714" y="42"/>
                      <a:pt x="703" y="53"/>
                    </a:cubicBezTo>
                    <a:cubicBezTo>
                      <a:pt x="692" y="65"/>
                      <a:pt x="674" y="77"/>
                      <a:pt x="665" y="93"/>
                    </a:cubicBezTo>
                    <a:cubicBezTo>
                      <a:pt x="656" y="109"/>
                      <a:pt x="659" y="124"/>
                      <a:pt x="634" y="138"/>
                    </a:cubicBezTo>
                    <a:cubicBezTo>
                      <a:pt x="609" y="153"/>
                      <a:pt x="580" y="154"/>
                      <a:pt x="559" y="172"/>
                    </a:cubicBezTo>
                    <a:cubicBezTo>
                      <a:pt x="539" y="190"/>
                      <a:pt x="527" y="201"/>
                      <a:pt x="510" y="204"/>
                    </a:cubicBezTo>
                    <a:cubicBezTo>
                      <a:pt x="493" y="208"/>
                      <a:pt x="456" y="195"/>
                      <a:pt x="437" y="186"/>
                    </a:cubicBezTo>
                    <a:cubicBezTo>
                      <a:pt x="418" y="177"/>
                      <a:pt x="397" y="170"/>
                      <a:pt x="396" y="147"/>
                    </a:cubicBezTo>
                    <a:cubicBezTo>
                      <a:pt x="395" y="125"/>
                      <a:pt x="410" y="111"/>
                      <a:pt x="404" y="89"/>
                    </a:cubicBezTo>
                    <a:cubicBezTo>
                      <a:pt x="397" y="68"/>
                      <a:pt x="410" y="47"/>
                      <a:pt x="423" y="34"/>
                    </a:cubicBezTo>
                    <a:cubicBezTo>
                      <a:pt x="437" y="20"/>
                      <a:pt x="456" y="16"/>
                      <a:pt x="456" y="8"/>
                    </a:cubicBezTo>
                    <a:cubicBezTo>
                      <a:pt x="455" y="0"/>
                      <a:pt x="424" y="18"/>
                      <a:pt x="412" y="29"/>
                    </a:cubicBezTo>
                    <a:cubicBezTo>
                      <a:pt x="399" y="41"/>
                      <a:pt x="391" y="51"/>
                      <a:pt x="381" y="75"/>
                    </a:cubicBezTo>
                    <a:cubicBezTo>
                      <a:pt x="372" y="99"/>
                      <a:pt x="365" y="125"/>
                      <a:pt x="333" y="127"/>
                    </a:cubicBezTo>
                    <a:cubicBezTo>
                      <a:pt x="301" y="128"/>
                      <a:pt x="296" y="102"/>
                      <a:pt x="270" y="106"/>
                    </a:cubicBezTo>
                    <a:cubicBezTo>
                      <a:pt x="244" y="110"/>
                      <a:pt x="229" y="96"/>
                      <a:pt x="202" y="120"/>
                    </a:cubicBezTo>
                    <a:cubicBezTo>
                      <a:pt x="175" y="144"/>
                      <a:pt x="181" y="139"/>
                      <a:pt x="161" y="144"/>
                    </a:cubicBezTo>
                    <a:cubicBezTo>
                      <a:pt x="142" y="148"/>
                      <a:pt x="117" y="156"/>
                      <a:pt x="103" y="148"/>
                    </a:cubicBezTo>
                    <a:cubicBezTo>
                      <a:pt x="90" y="140"/>
                      <a:pt x="60" y="128"/>
                      <a:pt x="53" y="1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" name="Freeform 890">
                <a:extLst>
                  <a:ext uri="{FF2B5EF4-FFF2-40B4-BE49-F238E27FC236}">
                    <a16:creationId xmlns:a16="http://schemas.microsoft.com/office/drawing/2014/main" id="{9C53908B-60EE-4A4D-AC72-A727FF28D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907"/>
                <a:ext cx="214" cy="247"/>
              </a:xfrm>
              <a:custGeom>
                <a:avLst/>
                <a:gdLst>
                  <a:gd name="T0" fmla="*/ 550 w 135"/>
                  <a:gd name="T1" fmla="*/ 120 h 156"/>
                  <a:gd name="T2" fmla="*/ 40 w 135"/>
                  <a:gd name="T3" fmla="*/ 627 h 156"/>
                  <a:gd name="T4" fmla="*/ 120 w 135"/>
                  <a:gd name="T5" fmla="*/ 1043 h 156"/>
                  <a:gd name="T6" fmla="*/ 755 w 135"/>
                  <a:gd name="T7" fmla="*/ 1327 h 156"/>
                  <a:gd name="T8" fmla="*/ 1130 w 135"/>
                  <a:gd name="T9" fmla="*/ 787 h 156"/>
                  <a:gd name="T10" fmla="*/ 1301 w 135"/>
                  <a:gd name="T11" fmla="*/ 326 h 156"/>
                  <a:gd name="T12" fmla="*/ 550 w 135"/>
                  <a:gd name="T13" fmla="*/ 120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56">
                    <a:moveTo>
                      <a:pt x="55" y="12"/>
                    </a:moveTo>
                    <a:cubicBezTo>
                      <a:pt x="13" y="27"/>
                      <a:pt x="0" y="38"/>
                      <a:pt x="4" y="63"/>
                    </a:cubicBezTo>
                    <a:cubicBezTo>
                      <a:pt x="9" y="88"/>
                      <a:pt x="18" y="84"/>
                      <a:pt x="12" y="105"/>
                    </a:cubicBezTo>
                    <a:cubicBezTo>
                      <a:pt x="7" y="127"/>
                      <a:pt x="15" y="156"/>
                      <a:pt x="75" y="133"/>
                    </a:cubicBezTo>
                    <a:cubicBezTo>
                      <a:pt x="135" y="110"/>
                      <a:pt x="124" y="96"/>
                      <a:pt x="113" y="79"/>
                    </a:cubicBezTo>
                    <a:cubicBezTo>
                      <a:pt x="103" y="62"/>
                      <a:pt x="134" y="61"/>
                      <a:pt x="130" y="33"/>
                    </a:cubicBezTo>
                    <a:cubicBezTo>
                      <a:pt x="125" y="5"/>
                      <a:pt x="84" y="0"/>
                      <a:pt x="55" y="1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DDD7E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" name="Freeform 891">
                <a:extLst>
                  <a:ext uri="{FF2B5EF4-FFF2-40B4-BE49-F238E27FC236}">
                    <a16:creationId xmlns:a16="http://schemas.microsoft.com/office/drawing/2014/main" id="{97F2044B-6959-44ED-9877-D38F24774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647"/>
                <a:ext cx="359" cy="334"/>
              </a:xfrm>
              <a:custGeom>
                <a:avLst/>
                <a:gdLst>
                  <a:gd name="T0" fmla="*/ 250 w 227"/>
                  <a:gd name="T1" fmla="*/ 556 h 212"/>
                  <a:gd name="T2" fmla="*/ 108 w 227"/>
                  <a:gd name="T3" fmla="*/ 1134 h 212"/>
                  <a:gd name="T4" fmla="*/ 410 w 227"/>
                  <a:gd name="T5" fmla="*/ 1884 h 212"/>
                  <a:gd name="T6" fmla="*/ 1291 w 227"/>
                  <a:gd name="T7" fmla="*/ 1894 h 212"/>
                  <a:gd name="T8" fmla="*/ 1904 w 227"/>
                  <a:gd name="T9" fmla="*/ 1497 h 212"/>
                  <a:gd name="T10" fmla="*/ 2163 w 227"/>
                  <a:gd name="T11" fmla="*/ 993 h 212"/>
                  <a:gd name="T12" fmla="*/ 1593 w 227"/>
                  <a:gd name="T13" fmla="*/ 375 h 212"/>
                  <a:gd name="T14" fmla="*/ 917 w 227"/>
                  <a:gd name="T15" fmla="*/ 137 h 212"/>
                  <a:gd name="T16" fmla="*/ 250 w 227"/>
                  <a:gd name="T17" fmla="*/ 556 h 2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7" h="212">
                    <a:moveTo>
                      <a:pt x="25" y="57"/>
                    </a:moveTo>
                    <a:cubicBezTo>
                      <a:pt x="8" y="73"/>
                      <a:pt x="20" y="80"/>
                      <a:pt x="11" y="117"/>
                    </a:cubicBezTo>
                    <a:cubicBezTo>
                      <a:pt x="2" y="153"/>
                      <a:pt x="0" y="179"/>
                      <a:pt x="42" y="194"/>
                    </a:cubicBezTo>
                    <a:cubicBezTo>
                      <a:pt x="84" y="210"/>
                      <a:pt x="107" y="212"/>
                      <a:pt x="130" y="195"/>
                    </a:cubicBezTo>
                    <a:cubicBezTo>
                      <a:pt x="153" y="178"/>
                      <a:pt x="159" y="177"/>
                      <a:pt x="192" y="154"/>
                    </a:cubicBezTo>
                    <a:cubicBezTo>
                      <a:pt x="225" y="131"/>
                      <a:pt x="227" y="132"/>
                      <a:pt x="219" y="102"/>
                    </a:cubicBezTo>
                    <a:cubicBezTo>
                      <a:pt x="212" y="73"/>
                      <a:pt x="183" y="59"/>
                      <a:pt x="161" y="39"/>
                    </a:cubicBezTo>
                    <a:cubicBezTo>
                      <a:pt x="140" y="18"/>
                      <a:pt x="125" y="0"/>
                      <a:pt x="93" y="14"/>
                    </a:cubicBezTo>
                    <a:cubicBezTo>
                      <a:pt x="62" y="28"/>
                      <a:pt x="37" y="47"/>
                      <a:pt x="25" y="57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" name="Freeform 892">
                <a:extLst>
                  <a:ext uri="{FF2B5EF4-FFF2-40B4-BE49-F238E27FC236}">
                    <a16:creationId xmlns:a16="http://schemas.microsoft.com/office/drawing/2014/main" id="{629066BF-9B70-49C4-8653-92CDFFD17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719"/>
                <a:ext cx="316" cy="253"/>
              </a:xfrm>
              <a:custGeom>
                <a:avLst/>
                <a:gdLst>
                  <a:gd name="T0" fmla="*/ 52 w 200"/>
                  <a:gd name="T1" fmla="*/ 938 h 160"/>
                  <a:gd name="T2" fmla="*/ 185 w 200"/>
                  <a:gd name="T3" fmla="*/ 1325 h 160"/>
                  <a:gd name="T4" fmla="*/ 645 w 200"/>
                  <a:gd name="T5" fmla="*/ 1526 h 160"/>
                  <a:gd name="T6" fmla="*/ 1428 w 200"/>
                  <a:gd name="T7" fmla="*/ 1143 h 160"/>
                  <a:gd name="T8" fmla="*/ 1937 w 200"/>
                  <a:gd name="T9" fmla="*/ 601 h 160"/>
                  <a:gd name="T10" fmla="*/ 1733 w 200"/>
                  <a:gd name="T11" fmla="*/ 293 h 160"/>
                  <a:gd name="T12" fmla="*/ 1536 w 200"/>
                  <a:gd name="T13" fmla="*/ 185 h 160"/>
                  <a:gd name="T14" fmla="*/ 1373 w 200"/>
                  <a:gd name="T15" fmla="*/ 0 h 160"/>
                  <a:gd name="T16" fmla="*/ 1408 w 200"/>
                  <a:gd name="T17" fmla="*/ 648 h 160"/>
                  <a:gd name="T18" fmla="*/ 1136 w 200"/>
                  <a:gd name="T19" fmla="*/ 666 h 160"/>
                  <a:gd name="T20" fmla="*/ 883 w 200"/>
                  <a:gd name="T21" fmla="*/ 750 h 160"/>
                  <a:gd name="T22" fmla="*/ 692 w 200"/>
                  <a:gd name="T23" fmla="*/ 797 h 160"/>
                  <a:gd name="T24" fmla="*/ 645 w 200"/>
                  <a:gd name="T25" fmla="*/ 1053 h 160"/>
                  <a:gd name="T26" fmla="*/ 82 w 200"/>
                  <a:gd name="T27" fmla="*/ 938 h 1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0" h="160">
                    <a:moveTo>
                      <a:pt x="5" y="95"/>
                    </a:moveTo>
                    <a:cubicBezTo>
                      <a:pt x="7" y="113"/>
                      <a:pt x="0" y="123"/>
                      <a:pt x="19" y="134"/>
                    </a:cubicBezTo>
                    <a:cubicBezTo>
                      <a:pt x="32" y="141"/>
                      <a:pt x="50" y="150"/>
                      <a:pt x="65" y="154"/>
                    </a:cubicBezTo>
                    <a:cubicBezTo>
                      <a:pt x="95" y="160"/>
                      <a:pt x="121" y="131"/>
                      <a:pt x="145" y="116"/>
                    </a:cubicBezTo>
                    <a:cubicBezTo>
                      <a:pt x="162" y="105"/>
                      <a:pt x="200" y="85"/>
                      <a:pt x="197" y="61"/>
                    </a:cubicBezTo>
                    <a:cubicBezTo>
                      <a:pt x="196" y="49"/>
                      <a:pt x="186" y="37"/>
                      <a:pt x="176" y="30"/>
                    </a:cubicBezTo>
                    <a:cubicBezTo>
                      <a:pt x="170" y="26"/>
                      <a:pt x="162" y="24"/>
                      <a:pt x="156" y="19"/>
                    </a:cubicBezTo>
                    <a:cubicBezTo>
                      <a:pt x="149" y="14"/>
                      <a:pt x="146" y="5"/>
                      <a:pt x="139" y="0"/>
                    </a:cubicBezTo>
                    <a:cubicBezTo>
                      <a:pt x="157" y="19"/>
                      <a:pt x="176" y="52"/>
                      <a:pt x="143" y="66"/>
                    </a:cubicBezTo>
                    <a:cubicBezTo>
                      <a:pt x="132" y="70"/>
                      <a:pt x="125" y="66"/>
                      <a:pt x="115" y="67"/>
                    </a:cubicBezTo>
                    <a:cubicBezTo>
                      <a:pt x="106" y="68"/>
                      <a:pt x="100" y="74"/>
                      <a:pt x="90" y="76"/>
                    </a:cubicBezTo>
                    <a:cubicBezTo>
                      <a:pt x="85" y="78"/>
                      <a:pt x="73" y="76"/>
                      <a:pt x="70" y="81"/>
                    </a:cubicBezTo>
                    <a:cubicBezTo>
                      <a:pt x="66" y="88"/>
                      <a:pt x="72" y="97"/>
                      <a:pt x="65" y="106"/>
                    </a:cubicBezTo>
                    <a:cubicBezTo>
                      <a:pt x="49" y="128"/>
                      <a:pt x="16" y="118"/>
                      <a:pt x="8" y="95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" name="Freeform 893">
                <a:extLst>
                  <a:ext uri="{FF2B5EF4-FFF2-40B4-BE49-F238E27FC236}">
                    <a16:creationId xmlns:a16="http://schemas.microsoft.com/office/drawing/2014/main" id="{FCA83607-13A7-4758-9967-AD6ABB1F7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662"/>
                <a:ext cx="162" cy="171"/>
              </a:xfrm>
              <a:custGeom>
                <a:avLst/>
                <a:gdLst>
                  <a:gd name="T0" fmla="*/ 68 w 102"/>
                  <a:gd name="T1" fmla="*/ 1075 h 108"/>
                  <a:gd name="T2" fmla="*/ 224 w 102"/>
                  <a:gd name="T3" fmla="*/ 461 h 108"/>
                  <a:gd name="T4" fmla="*/ 1029 w 102"/>
                  <a:gd name="T5" fmla="*/ 184 h 108"/>
                  <a:gd name="T6" fmla="*/ 553 w 102"/>
                  <a:gd name="T7" fmla="*/ 508 h 108"/>
                  <a:gd name="T8" fmla="*/ 205 w 102"/>
                  <a:gd name="T9" fmla="*/ 768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08">
                    <a:moveTo>
                      <a:pt x="7" y="108"/>
                    </a:moveTo>
                    <a:cubicBezTo>
                      <a:pt x="14" y="85"/>
                      <a:pt x="0" y="63"/>
                      <a:pt x="22" y="46"/>
                    </a:cubicBezTo>
                    <a:cubicBezTo>
                      <a:pt x="35" y="35"/>
                      <a:pt x="87" y="0"/>
                      <a:pt x="102" y="18"/>
                    </a:cubicBezTo>
                    <a:cubicBezTo>
                      <a:pt x="79" y="18"/>
                      <a:pt x="64" y="32"/>
                      <a:pt x="55" y="51"/>
                    </a:cubicBezTo>
                    <a:cubicBezTo>
                      <a:pt x="46" y="71"/>
                      <a:pt x="37" y="66"/>
                      <a:pt x="20" y="77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" name="Freeform 894">
                <a:extLst>
                  <a:ext uri="{FF2B5EF4-FFF2-40B4-BE49-F238E27FC236}">
                    <a16:creationId xmlns:a16="http://schemas.microsoft.com/office/drawing/2014/main" id="{FC5AAEFF-C891-427A-8928-E97B65C6B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27"/>
                <a:ext cx="42" cy="38"/>
              </a:xfrm>
              <a:custGeom>
                <a:avLst/>
                <a:gdLst>
                  <a:gd name="T0" fmla="*/ 0 w 27"/>
                  <a:gd name="T1" fmla="*/ 238 h 24"/>
                  <a:gd name="T2" fmla="*/ 244 w 27"/>
                  <a:gd name="T3" fmla="*/ 0 h 24"/>
                  <a:gd name="T4" fmla="*/ 47 w 27"/>
                  <a:gd name="T5" fmla="*/ 15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4" y="4"/>
                      <a:pt x="15" y="9"/>
                      <a:pt x="27" y="0"/>
                    </a:cubicBezTo>
                    <a:cubicBezTo>
                      <a:pt x="14" y="0"/>
                      <a:pt x="18" y="19"/>
                      <a:pt x="5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" name="Freeform 895">
                <a:extLst>
                  <a:ext uri="{FF2B5EF4-FFF2-40B4-BE49-F238E27FC236}">
                    <a16:creationId xmlns:a16="http://schemas.microsoft.com/office/drawing/2014/main" id="{CB18FC64-E791-4B77-BECC-0EB5BD1FE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708"/>
                <a:ext cx="8" cy="11"/>
              </a:xfrm>
              <a:custGeom>
                <a:avLst/>
                <a:gdLst>
                  <a:gd name="T0" fmla="*/ 21 w 5"/>
                  <a:gd name="T1" fmla="*/ 13 h 7"/>
                  <a:gd name="T2" fmla="*/ 13 w 5"/>
                  <a:gd name="T3" fmla="*/ 66 h 7"/>
                  <a:gd name="T4" fmla="*/ 54 w 5"/>
                  <a:gd name="T5" fmla="*/ 20 h 7"/>
                  <a:gd name="T6" fmla="*/ 0 w 5"/>
                  <a:gd name="T7" fmla="*/ 4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1" y="3"/>
                      <a:pt x="1" y="5"/>
                      <a:pt x="1" y="7"/>
                    </a:cubicBezTo>
                    <a:cubicBezTo>
                      <a:pt x="5" y="5"/>
                      <a:pt x="4" y="6"/>
                      <a:pt x="5" y="2"/>
                    </a:cubicBezTo>
                    <a:cubicBezTo>
                      <a:pt x="0" y="0"/>
                      <a:pt x="2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" name="Oval 896">
                <a:extLst>
                  <a:ext uri="{FF2B5EF4-FFF2-40B4-BE49-F238E27FC236}">
                    <a16:creationId xmlns:a16="http://schemas.microsoft.com/office/drawing/2014/main" id="{7B63AA5E-FDDE-4FC0-942E-5BDE1AE9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1793"/>
                <a:ext cx="93" cy="89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56" name="Oval 897">
                <a:extLst>
                  <a:ext uri="{FF2B5EF4-FFF2-40B4-BE49-F238E27FC236}">
                    <a16:creationId xmlns:a16="http://schemas.microsoft.com/office/drawing/2014/main" id="{E547638B-AA6B-4C2F-BB5F-D4C0C2EF3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1774"/>
                <a:ext cx="93" cy="8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57" name="Oval 898">
                <a:extLst>
                  <a:ext uri="{FF2B5EF4-FFF2-40B4-BE49-F238E27FC236}">
                    <a16:creationId xmlns:a16="http://schemas.microsoft.com/office/drawing/2014/main" id="{546E4B9C-B444-45EE-852F-41466F404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6" y="1786"/>
                <a:ext cx="95" cy="88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58" name="Freeform 899">
                <a:extLst>
                  <a:ext uri="{FF2B5EF4-FFF2-40B4-BE49-F238E27FC236}">
                    <a16:creationId xmlns:a16="http://schemas.microsoft.com/office/drawing/2014/main" id="{C519475C-8534-40AC-B3F3-159677988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06"/>
                <a:ext cx="73" cy="62"/>
              </a:xfrm>
              <a:custGeom>
                <a:avLst/>
                <a:gdLst>
                  <a:gd name="T0" fmla="*/ 0 w 46"/>
                  <a:gd name="T1" fmla="*/ 237 h 39"/>
                  <a:gd name="T2" fmla="*/ 13 w 46"/>
                  <a:gd name="T3" fmla="*/ 288 h 39"/>
                  <a:gd name="T4" fmla="*/ 209 w 46"/>
                  <a:gd name="T5" fmla="*/ 397 h 39"/>
                  <a:gd name="T6" fmla="*/ 463 w 46"/>
                  <a:gd name="T7" fmla="*/ 162 h 39"/>
                  <a:gd name="T8" fmla="*/ 451 w 46"/>
                  <a:gd name="T9" fmla="*/ 108 h 39"/>
                  <a:gd name="T10" fmla="*/ 252 w 46"/>
                  <a:gd name="T11" fmla="*/ 0 h 39"/>
                  <a:gd name="T12" fmla="*/ 0 w 46"/>
                  <a:gd name="T13" fmla="*/ 23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9">
                    <a:moveTo>
                      <a:pt x="0" y="23"/>
                    </a:moveTo>
                    <a:cubicBezTo>
                      <a:pt x="0" y="25"/>
                      <a:pt x="1" y="27"/>
                      <a:pt x="1" y="28"/>
                    </a:cubicBezTo>
                    <a:cubicBezTo>
                      <a:pt x="5" y="34"/>
                      <a:pt x="13" y="39"/>
                      <a:pt x="21" y="39"/>
                    </a:cubicBezTo>
                    <a:cubicBezTo>
                      <a:pt x="35" y="39"/>
                      <a:pt x="46" y="28"/>
                      <a:pt x="46" y="16"/>
                    </a:cubicBezTo>
                    <a:cubicBezTo>
                      <a:pt x="46" y="14"/>
                      <a:pt x="45" y="12"/>
                      <a:pt x="45" y="11"/>
                    </a:cubicBezTo>
                    <a:cubicBezTo>
                      <a:pt x="41" y="4"/>
                      <a:pt x="33" y="0"/>
                      <a:pt x="25" y="0"/>
                    </a:cubicBezTo>
                    <a:cubicBezTo>
                      <a:pt x="11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" name="Oval 900">
                <a:extLst>
                  <a:ext uri="{FF2B5EF4-FFF2-40B4-BE49-F238E27FC236}">
                    <a16:creationId xmlns:a16="http://schemas.microsoft.com/office/drawing/2014/main" id="{02919B44-2453-4A12-9E03-4BBD1A093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1806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60" name="Oval 901">
                <a:extLst>
                  <a:ext uri="{FF2B5EF4-FFF2-40B4-BE49-F238E27FC236}">
                    <a16:creationId xmlns:a16="http://schemas.microsoft.com/office/drawing/2014/main" id="{BC389278-1FC2-406A-B291-1C6E40367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80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61" name="Freeform 902">
                <a:extLst>
                  <a:ext uri="{FF2B5EF4-FFF2-40B4-BE49-F238E27FC236}">
                    <a16:creationId xmlns:a16="http://schemas.microsoft.com/office/drawing/2014/main" id="{1DEE84E0-766C-4B06-991C-ECA691D9A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835"/>
                <a:ext cx="52" cy="39"/>
              </a:xfrm>
              <a:custGeom>
                <a:avLst/>
                <a:gdLst>
                  <a:gd name="T0" fmla="*/ 320 w 33"/>
                  <a:gd name="T1" fmla="*/ 0 h 25"/>
                  <a:gd name="T2" fmla="*/ 0 w 33"/>
                  <a:gd name="T3" fmla="*/ 168 h 25"/>
                  <a:gd name="T4" fmla="*/ 320 w 3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33" y="0"/>
                    </a:moveTo>
                    <a:cubicBezTo>
                      <a:pt x="28" y="21"/>
                      <a:pt x="12" y="25"/>
                      <a:pt x="0" y="18"/>
                    </a:cubicBezTo>
                    <a:cubicBezTo>
                      <a:pt x="9" y="18"/>
                      <a:pt x="25" y="15"/>
                      <a:pt x="33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" name="Freeform 903">
                <a:extLst>
                  <a:ext uri="{FF2B5EF4-FFF2-40B4-BE49-F238E27FC236}">
                    <a16:creationId xmlns:a16="http://schemas.microsoft.com/office/drawing/2014/main" id="{1ABAA235-FB04-468E-9853-4E5F39A9C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647"/>
                <a:ext cx="359" cy="334"/>
              </a:xfrm>
              <a:custGeom>
                <a:avLst/>
                <a:gdLst>
                  <a:gd name="T0" fmla="*/ 250 w 227"/>
                  <a:gd name="T1" fmla="*/ 556 h 212"/>
                  <a:gd name="T2" fmla="*/ 108 w 227"/>
                  <a:gd name="T3" fmla="*/ 1134 h 212"/>
                  <a:gd name="T4" fmla="*/ 410 w 227"/>
                  <a:gd name="T5" fmla="*/ 1884 h 212"/>
                  <a:gd name="T6" fmla="*/ 1291 w 227"/>
                  <a:gd name="T7" fmla="*/ 1894 h 212"/>
                  <a:gd name="T8" fmla="*/ 1904 w 227"/>
                  <a:gd name="T9" fmla="*/ 1497 h 212"/>
                  <a:gd name="T10" fmla="*/ 2163 w 227"/>
                  <a:gd name="T11" fmla="*/ 993 h 212"/>
                  <a:gd name="T12" fmla="*/ 1593 w 227"/>
                  <a:gd name="T13" fmla="*/ 375 h 212"/>
                  <a:gd name="T14" fmla="*/ 917 w 227"/>
                  <a:gd name="T15" fmla="*/ 137 h 212"/>
                  <a:gd name="T16" fmla="*/ 250 w 227"/>
                  <a:gd name="T17" fmla="*/ 556 h 2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7" h="212">
                    <a:moveTo>
                      <a:pt x="25" y="57"/>
                    </a:moveTo>
                    <a:cubicBezTo>
                      <a:pt x="8" y="73"/>
                      <a:pt x="20" y="80"/>
                      <a:pt x="11" y="117"/>
                    </a:cubicBezTo>
                    <a:cubicBezTo>
                      <a:pt x="2" y="153"/>
                      <a:pt x="0" y="179"/>
                      <a:pt x="42" y="194"/>
                    </a:cubicBezTo>
                    <a:cubicBezTo>
                      <a:pt x="84" y="210"/>
                      <a:pt x="107" y="212"/>
                      <a:pt x="130" y="195"/>
                    </a:cubicBezTo>
                    <a:cubicBezTo>
                      <a:pt x="153" y="178"/>
                      <a:pt x="159" y="177"/>
                      <a:pt x="192" y="154"/>
                    </a:cubicBezTo>
                    <a:cubicBezTo>
                      <a:pt x="225" y="131"/>
                      <a:pt x="227" y="132"/>
                      <a:pt x="219" y="102"/>
                    </a:cubicBezTo>
                    <a:cubicBezTo>
                      <a:pt x="212" y="73"/>
                      <a:pt x="183" y="59"/>
                      <a:pt x="161" y="39"/>
                    </a:cubicBezTo>
                    <a:cubicBezTo>
                      <a:pt x="140" y="18"/>
                      <a:pt x="125" y="0"/>
                      <a:pt x="93" y="14"/>
                    </a:cubicBezTo>
                    <a:cubicBezTo>
                      <a:pt x="62" y="28"/>
                      <a:pt x="37" y="47"/>
                      <a:pt x="25" y="5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" name="Freeform 904">
                <a:extLst>
                  <a:ext uri="{FF2B5EF4-FFF2-40B4-BE49-F238E27FC236}">
                    <a16:creationId xmlns:a16="http://schemas.microsoft.com/office/drawing/2014/main" id="{5F5963F2-240C-44B6-B22F-ABFC21661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498"/>
                <a:ext cx="536" cy="254"/>
              </a:xfrm>
              <a:custGeom>
                <a:avLst/>
                <a:gdLst>
                  <a:gd name="T0" fmla="*/ 224 w 338"/>
                  <a:gd name="T1" fmla="*/ 267 h 161"/>
                  <a:gd name="T2" fmla="*/ 227 w 338"/>
                  <a:gd name="T3" fmla="*/ 849 h 161"/>
                  <a:gd name="T4" fmla="*/ 1164 w 338"/>
                  <a:gd name="T5" fmla="*/ 1535 h 161"/>
                  <a:gd name="T6" fmla="*/ 2085 w 338"/>
                  <a:gd name="T7" fmla="*/ 1270 h 161"/>
                  <a:gd name="T8" fmla="*/ 3099 w 338"/>
                  <a:gd name="T9" fmla="*/ 801 h 161"/>
                  <a:gd name="T10" fmla="*/ 3086 w 338"/>
                  <a:gd name="T11" fmla="*/ 341 h 161"/>
                  <a:gd name="T12" fmla="*/ 1695 w 338"/>
                  <a:gd name="T13" fmla="*/ 185 h 161"/>
                  <a:gd name="T14" fmla="*/ 224 w 338"/>
                  <a:gd name="T15" fmla="*/ 267 h 1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8" h="161">
                    <a:moveTo>
                      <a:pt x="22" y="27"/>
                    </a:moveTo>
                    <a:cubicBezTo>
                      <a:pt x="8" y="47"/>
                      <a:pt x="0" y="59"/>
                      <a:pt x="23" y="87"/>
                    </a:cubicBezTo>
                    <a:cubicBezTo>
                      <a:pt x="45" y="116"/>
                      <a:pt x="89" y="153"/>
                      <a:pt x="116" y="157"/>
                    </a:cubicBezTo>
                    <a:cubicBezTo>
                      <a:pt x="144" y="161"/>
                      <a:pt x="157" y="153"/>
                      <a:pt x="208" y="130"/>
                    </a:cubicBezTo>
                    <a:cubicBezTo>
                      <a:pt x="258" y="107"/>
                      <a:pt x="288" y="106"/>
                      <a:pt x="309" y="82"/>
                    </a:cubicBezTo>
                    <a:cubicBezTo>
                      <a:pt x="331" y="58"/>
                      <a:pt x="338" y="43"/>
                      <a:pt x="308" y="35"/>
                    </a:cubicBezTo>
                    <a:cubicBezTo>
                      <a:pt x="277" y="27"/>
                      <a:pt x="224" y="27"/>
                      <a:pt x="169" y="19"/>
                    </a:cubicBezTo>
                    <a:cubicBezTo>
                      <a:pt x="115" y="11"/>
                      <a:pt x="41" y="0"/>
                      <a:pt x="22" y="27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" name="Freeform 905">
                <a:extLst>
                  <a:ext uri="{FF2B5EF4-FFF2-40B4-BE49-F238E27FC236}">
                    <a16:creationId xmlns:a16="http://schemas.microsoft.com/office/drawing/2014/main" id="{D67C81D9-EC6D-4F86-A821-A5F9F1D27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71"/>
                <a:ext cx="447" cy="175"/>
              </a:xfrm>
              <a:custGeom>
                <a:avLst/>
                <a:gdLst>
                  <a:gd name="T0" fmla="*/ 40 w 282"/>
                  <a:gd name="T1" fmla="*/ 353 h 111"/>
                  <a:gd name="T2" fmla="*/ 430 w 282"/>
                  <a:gd name="T3" fmla="*/ 694 h 111"/>
                  <a:gd name="T4" fmla="*/ 756 w 282"/>
                  <a:gd name="T5" fmla="*/ 924 h 111"/>
                  <a:gd name="T6" fmla="*/ 1723 w 282"/>
                  <a:gd name="T7" fmla="*/ 728 h 111"/>
                  <a:gd name="T8" fmla="*/ 2414 w 282"/>
                  <a:gd name="T9" fmla="*/ 449 h 111"/>
                  <a:gd name="T10" fmla="*/ 2717 w 282"/>
                  <a:gd name="T11" fmla="*/ 271 h 111"/>
                  <a:gd name="T12" fmla="*/ 2717 w 282"/>
                  <a:gd name="T13" fmla="*/ 0 h 111"/>
                  <a:gd name="T14" fmla="*/ 2062 w 282"/>
                  <a:gd name="T15" fmla="*/ 320 h 111"/>
                  <a:gd name="T16" fmla="*/ 1271 w 282"/>
                  <a:gd name="T17" fmla="*/ 341 h 111"/>
                  <a:gd name="T18" fmla="*/ 961 w 282"/>
                  <a:gd name="T19" fmla="*/ 470 h 111"/>
                  <a:gd name="T20" fmla="*/ 580 w 282"/>
                  <a:gd name="T21" fmla="*/ 560 h 111"/>
                  <a:gd name="T22" fmla="*/ 0 w 282"/>
                  <a:gd name="T23" fmla="*/ 266 h 1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2" h="111">
                    <a:moveTo>
                      <a:pt x="4" y="36"/>
                    </a:moveTo>
                    <a:cubicBezTo>
                      <a:pt x="12" y="51"/>
                      <a:pt x="29" y="61"/>
                      <a:pt x="43" y="71"/>
                    </a:cubicBezTo>
                    <a:cubicBezTo>
                      <a:pt x="54" y="79"/>
                      <a:pt x="64" y="89"/>
                      <a:pt x="76" y="95"/>
                    </a:cubicBezTo>
                    <a:cubicBezTo>
                      <a:pt x="103" y="111"/>
                      <a:pt x="147" y="87"/>
                      <a:pt x="172" y="75"/>
                    </a:cubicBezTo>
                    <a:cubicBezTo>
                      <a:pt x="194" y="64"/>
                      <a:pt x="218" y="56"/>
                      <a:pt x="241" y="46"/>
                    </a:cubicBezTo>
                    <a:cubicBezTo>
                      <a:pt x="252" y="42"/>
                      <a:pt x="263" y="37"/>
                      <a:pt x="271" y="28"/>
                    </a:cubicBezTo>
                    <a:cubicBezTo>
                      <a:pt x="275" y="21"/>
                      <a:pt x="282" y="3"/>
                      <a:pt x="271" y="0"/>
                    </a:cubicBezTo>
                    <a:cubicBezTo>
                      <a:pt x="270" y="28"/>
                      <a:pt x="227" y="30"/>
                      <a:pt x="206" y="33"/>
                    </a:cubicBezTo>
                    <a:cubicBezTo>
                      <a:pt x="180" y="36"/>
                      <a:pt x="153" y="34"/>
                      <a:pt x="127" y="35"/>
                    </a:cubicBezTo>
                    <a:cubicBezTo>
                      <a:pt x="130" y="49"/>
                      <a:pt x="103" y="59"/>
                      <a:pt x="96" y="48"/>
                    </a:cubicBezTo>
                    <a:cubicBezTo>
                      <a:pt x="97" y="75"/>
                      <a:pt x="75" y="70"/>
                      <a:pt x="58" y="58"/>
                    </a:cubicBezTo>
                    <a:cubicBezTo>
                      <a:pt x="39" y="46"/>
                      <a:pt x="11" y="48"/>
                      <a:pt x="0" y="27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" name="Freeform 906">
                <a:extLst>
                  <a:ext uri="{FF2B5EF4-FFF2-40B4-BE49-F238E27FC236}">
                    <a16:creationId xmlns:a16="http://schemas.microsoft.com/office/drawing/2014/main" id="{CB9EAB7C-2503-46E0-BFBB-50BA7D3C3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531"/>
                <a:ext cx="276" cy="59"/>
              </a:xfrm>
              <a:custGeom>
                <a:avLst/>
                <a:gdLst>
                  <a:gd name="T0" fmla="*/ 100 w 174"/>
                  <a:gd name="T1" fmla="*/ 348 h 37"/>
                  <a:gd name="T2" fmla="*/ 604 w 174"/>
                  <a:gd name="T3" fmla="*/ 0 h 37"/>
                  <a:gd name="T4" fmla="*/ 1748 w 174"/>
                  <a:gd name="T5" fmla="*/ 123 h 37"/>
                  <a:gd name="T6" fmla="*/ 776 w 174"/>
                  <a:gd name="T7" fmla="*/ 239 h 37"/>
                  <a:gd name="T8" fmla="*/ 463 w 174"/>
                  <a:gd name="T9" fmla="*/ 360 h 37"/>
                  <a:gd name="T10" fmla="*/ 141 w 174"/>
                  <a:gd name="T11" fmla="*/ 279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4" h="37">
                    <a:moveTo>
                      <a:pt x="10" y="34"/>
                    </a:moveTo>
                    <a:cubicBezTo>
                      <a:pt x="0" y="8"/>
                      <a:pt x="43" y="0"/>
                      <a:pt x="60" y="0"/>
                    </a:cubicBezTo>
                    <a:cubicBezTo>
                      <a:pt x="97" y="0"/>
                      <a:pt x="135" y="12"/>
                      <a:pt x="174" y="12"/>
                    </a:cubicBezTo>
                    <a:cubicBezTo>
                      <a:pt x="144" y="20"/>
                      <a:pt x="106" y="8"/>
                      <a:pt x="77" y="23"/>
                    </a:cubicBezTo>
                    <a:cubicBezTo>
                      <a:pt x="66" y="29"/>
                      <a:pt x="60" y="37"/>
                      <a:pt x="46" y="35"/>
                    </a:cubicBezTo>
                    <a:cubicBezTo>
                      <a:pt x="35" y="34"/>
                      <a:pt x="25" y="28"/>
                      <a:pt x="14" y="27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" name="Freeform 907">
                <a:extLst>
                  <a:ext uri="{FF2B5EF4-FFF2-40B4-BE49-F238E27FC236}">
                    <a16:creationId xmlns:a16="http://schemas.microsoft.com/office/drawing/2014/main" id="{8D12CF8F-9A8E-49C7-86E8-3ADF4F34C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533"/>
                <a:ext cx="57" cy="25"/>
              </a:xfrm>
              <a:custGeom>
                <a:avLst/>
                <a:gdLst>
                  <a:gd name="T0" fmla="*/ 0 w 36"/>
                  <a:gd name="T1" fmla="*/ 117 h 16"/>
                  <a:gd name="T2" fmla="*/ 358 w 36"/>
                  <a:gd name="T3" fmla="*/ 66 h 16"/>
                  <a:gd name="T4" fmla="*/ 82 w 36"/>
                  <a:gd name="T5" fmla="*/ 10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6">
                    <a:moveTo>
                      <a:pt x="0" y="13"/>
                    </a:moveTo>
                    <a:cubicBezTo>
                      <a:pt x="10" y="3"/>
                      <a:pt x="23" y="0"/>
                      <a:pt x="36" y="7"/>
                    </a:cubicBezTo>
                    <a:cubicBezTo>
                      <a:pt x="27" y="6"/>
                      <a:pt x="12" y="16"/>
                      <a:pt x="8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" name="Freeform 908">
                <a:extLst>
                  <a:ext uri="{FF2B5EF4-FFF2-40B4-BE49-F238E27FC236}">
                    <a16:creationId xmlns:a16="http://schemas.microsoft.com/office/drawing/2014/main" id="{E9F00094-EADA-4732-8C9B-F5EAB4B51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42"/>
                <a:ext cx="12" cy="13"/>
              </a:xfrm>
              <a:custGeom>
                <a:avLst/>
                <a:gdLst>
                  <a:gd name="T0" fmla="*/ 0 w 7"/>
                  <a:gd name="T1" fmla="*/ 0 h 8"/>
                  <a:gd name="T2" fmla="*/ 106 w 7"/>
                  <a:gd name="T3" fmla="*/ 47 h 8"/>
                  <a:gd name="T4" fmla="*/ 26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0" y="6"/>
                      <a:pt x="3" y="8"/>
                      <a:pt x="7" y="4"/>
                    </a:cubicBezTo>
                    <a:cubicBezTo>
                      <a:pt x="5" y="0"/>
                      <a:pt x="4" y="2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" name="Oval 909">
                <a:extLst>
                  <a:ext uri="{FF2B5EF4-FFF2-40B4-BE49-F238E27FC236}">
                    <a16:creationId xmlns:a16="http://schemas.microsoft.com/office/drawing/2014/main" id="{CD28BAED-AF74-40C8-B248-12C87D597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1609"/>
                <a:ext cx="82" cy="63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69" name="Oval 910">
                <a:extLst>
                  <a:ext uri="{FF2B5EF4-FFF2-40B4-BE49-F238E27FC236}">
                    <a16:creationId xmlns:a16="http://schemas.microsoft.com/office/drawing/2014/main" id="{80A35A38-8FA0-4D66-8904-29BB7AA28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2" y="1596"/>
                <a:ext cx="81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70" name="Oval 911">
                <a:extLst>
                  <a:ext uri="{FF2B5EF4-FFF2-40B4-BE49-F238E27FC236}">
                    <a16:creationId xmlns:a16="http://schemas.microsoft.com/office/drawing/2014/main" id="{CDED2CF3-2932-4573-9207-28DB0FD3E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1604"/>
                <a:ext cx="83" cy="61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71" name="Freeform 912">
                <a:extLst>
                  <a:ext uri="{FF2B5EF4-FFF2-40B4-BE49-F238E27FC236}">
                    <a16:creationId xmlns:a16="http://schemas.microsoft.com/office/drawing/2014/main" id="{3824CFA8-1580-4B5D-9CBF-58653CE14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618"/>
                <a:ext cx="63" cy="43"/>
              </a:xfrm>
              <a:custGeom>
                <a:avLst/>
                <a:gdLst>
                  <a:gd name="T0" fmla="*/ 0 w 40"/>
                  <a:gd name="T1" fmla="*/ 162 h 27"/>
                  <a:gd name="T2" fmla="*/ 13 w 40"/>
                  <a:gd name="T3" fmla="*/ 205 h 27"/>
                  <a:gd name="T4" fmla="*/ 172 w 40"/>
                  <a:gd name="T5" fmla="*/ 274 h 27"/>
                  <a:gd name="T6" fmla="*/ 387 w 40"/>
                  <a:gd name="T7" fmla="*/ 116 h 27"/>
                  <a:gd name="T8" fmla="*/ 375 w 40"/>
                  <a:gd name="T9" fmla="*/ 73 h 27"/>
                  <a:gd name="T10" fmla="*/ 203 w 40"/>
                  <a:gd name="T11" fmla="*/ 0 h 27"/>
                  <a:gd name="T12" fmla="*/ 0 w 40"/>
                  <a:gd name="T13" fmla="*/ 16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7">
                    <a:moveTo>
                      <a:pt x="0" y="16"/>
                    </a:moveTo>
                    <a:cubicBezTo>
                      <a:pt x="0" y="17"/>
                      <a:pt x="0" y="19"/>
                      <a:pt x="1" y="20"/>
                    </a:cubicBezTo>
                    <a:cubicBezTo>
                      <a:pt x="4" y="24"/>
                      <a:pt x="11" y="27"/>
                      <a:pt x="18" y="27"/>
                    </a:cubicBezTo>
                    <a:cubicBezTo>
                      <a:pt x="30" y="27"/>
                      <a:pt x="40" y="20"/>
                      <a:pt x="40" y="11"/>
                    </a:cubicBezTo>
                    <a:cubicBezTo>
                      <a:pt x="40" y="10"/>
                      <a:pt x="39" y="9"/>
                      <a:pt x="39" y="7"/>
                    </a:cubicBezTo>
                    <a:cubicBezTo>
                      <a:pt x="35" y="3"/>
                      <a:pt x="29" y="0"/>
                      <a:pt x="21" y="0"/>
                    </a:cubicBezTo>
                    <a:cubicBezTo>
                      <a:pt x="10" y="0"/>
                      <a:pt x="0" y="7"/>
                      <a:pt x="0" y="16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" name="Oval 913">
                <a:extLst>
                  <a:ext uri="{FF2B5EF4-FFF2-40B4-BE49-F238E27FC236}">
                    <a16:creationId xmlns:a16="http://schemas.microsoft.com/office/drawing/2014/main" id="{DD83BF65-1908-4385-9F7A-24413AC55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1" y="1618"/>
                <a:ext cx="1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73" name="Oval 914">
                <a:extLst>
                  <a:ext uri="{FF2B5EF4-FFF2-40B4-BE49-F238E27FC236}">
                    <a16:creationId xmlns:a16="http://schemas.microsoft.com/office/drawing/2014/main" id="{010D10E8-2741-4C34-B154-1A27AD073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2" y="1615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74" name="Freeform 915">
                <a:extLst>
                  <a:ext uri="{FF2B5EF4-FFF2-40B4-BE49-F238E27FC236}">
                    <a16:creationId xmlns:a16="http://schemas.microsoft.com/office/drawing/2014/main" id="{D638CB14-E5D3-4638-ABFB-369CC882B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639"/>
                <a:ext cx="45" cy="26"/>
              </a:xfrm>
              <a:custGeom>
                <a:avLst/>
                <a:gdLst>
                  <a:gd name="T0" fmla="*/ 299 w 28"/>
                  <a:gd name="T1" fmla="*/ 0 h 17"/>
                  <a:gd name="T2" fmla="*/ 0 w 28"/>
                  <a:gd name="T3" fmla="*/ 110 h 17"/>
                  <a:gd name="T4" fmla="*/ 299 w 2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28" y="0"/>
                    </a:moveTo>
                    <a:cubicBezTo>
                      <a:pt x="24" y="15"/>
                      <a:pt x="10" y="17"/>
                      <a:pt x="0" y="13"/>
                    </a:cubicBezTo>
                    <a:cubicBezTo>
                      <a:pt x="7" y="12"/>
                      <a:pt x="21" y="10"/>
                      <a:pt x="28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" name="Freeform 916">
                <a:extLst>
                  <a:ext uri="{FF2B5EF4-FFF2-40B4-BE49-F238E27FC236}">
                    <a16:creationId xmlns:a16="http://schemas.microsoft.com/office/drawing/2014/main" id="{AAC845AE-2980-4479-9754-C29E8124B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498"/>
                <a:ext cx="536" cy="254"/>
              </a:xfrm>
              <a:custGeom>
                <a:avLst/>
                <a:gdLst>
                  <a:gd name="T0" fmla="*/ 224 w 338"/>
                  <a:gd name="T1" fmla="*/ 267 h 161"/>
                  <a:gd name="T2" fmla="*/ 227 w 338"/>
                  <a:gd name="T3" fmla="*/ 849 h 161"/>
                  <a:gd name="T4" fmla="*/ 1164 w 338"/>
                  <a:gd name="T5" fmla="*/ 1535 h 161"/>
                  <a:gd name="T6" fmla="*/ 2085 w 338"/>
                  <a:gd name="T7" fmla="*/ 1270 h 161"/>
                  <a:gd name="T8" fmla="*/ 3099 w 338"/>
                  <a:gd name="T9" fmla="*/ 801 h 161"/>
                  <a:gd name="T10" fmla="*/ 3086 w 338"/>
                  <a:gd name="T11" fmla="*/ 341 h 161"/>
                  <a:gd name="T12" fmla="*/ 1695 w 338"/>
                  <a:gd name="T13" fmla="*/ 185 h 161"/>
                  <a:gd name="T14" fmla="*/ 224 w 338"/>
                  <a:gd name="T15" fmla="*/ 267 h 1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8" h="161">
                    <a:moveTo>
                      <a:pt x="22" y="27"/>
                    </a:moveTo>
                    <a:cubicBezTo>
                      <a:pt x="8" y="47"/>
                      <a:pt x="0" y="59"/>
                      <a:pt x="23" y="87"/>
                    </a:cubicBezTo>
                    <a:cubicBezTo>
                      <a:pt x="45" y="116"/>
                      <a:pt x="89" y="153"/>
                      <a:pt x="116" y="157"/>
                    </a:cubicBezTo>
                    <a:cubicBezTo>
                      <a:pt x="144" y="161"/>
                      <a:pt x="157" y="153"/>
                      <a:pt x="208" y="130"/>
                    </a:cubicBezTo>
                    <a:cubicBezTo>
                      <a:pt x="258" y="107"/>
                      <a:pt x="288" y="106"/>
                      <a:pt x="309" y="82"/>
                    </a:cubicBezTo>
                    <a:cubicBezTo>
                      <a:pt x="331" y="58"/>
                      <a:pt x="338" y="43"/>
                      <a:pt x="308" y="35"/>
                    </a:cubicBezTo>
                    <a:cubicBezTo>
                      <a:pt x="277" y="27"/>
                      <a:pt x="224" y="27"/>
                      <a:pt x="169" y="19"/>
                    </a:cubicBezTo>
                    <a:cubicBezTo>
                      <a:pt x="115" y="11"/>
                      <a:pt x="41" y="0"/>
                      <a:pt x="22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" name="Freeform 917">
                <a:extLst>
                  <a:ext uri="{FF2B5EF4-FFF2-40B4-BE49-F238E27FC236}">
                    <a16:creationId xmlns:a16="http://schemas.microsoft.com/office/drawing/2014/main" id="{A1CA694F-06C6-4267-8904-9144C1866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359"/>
                <a:ext cx="626" cy="164"/>
              </a:xfrm>
              <a:custGeom>
                <a:avLst/>
                <a:gdLst>
                  <a:gd name="T0" fmla="*/ 21 w 395"/>
                  <a:gd name="T1" fmla="*/ 505 h 104"/>
                  <a:gd name="T2" fmla="*/ 838 w 395"/>
                  <a:gd name="T3" fmla="*/ 762 h 104"/>
                  <a:gd name="T4" fmla="*/ 2786 w 395"/>
                  <a:gd name="T5" fmla="*/ 997 h 104"/>
                  <a:gd name="T6" fmla="*/ 3456 w 395"/>
                  <a:gd name="T7" fmla="*/ 624 h 104"/>
                  <a:gd name="T8" fmla="*/ 3818 w 395"/>
                  <a:gd name="T9" fmla="*/ 358 h 104"/>
                  <a:gd name="T10" fmla="*/ 3552 w 395"/>
                  <a:gd name="T11" fmla="*/ 172 h 104"/>
                  <a:gd name="T12" fmla="*/ 2599 w 395"/>
                  <a:gd name="T13" fmla="*/ 107 h 104"/>
                  <a:gd name="T14" fmla="*/ 1539 w 395"/>
                  <a:gd name="T15" fmla="*/ 301 h 104"/>
                  <a:gd name="T16" fmla="*/ 374 w 395"/>
                  <a:gd name="T17" fmla="*/ 421 h 104"/>
                  <a:gd name="T18" fmla="*/ 21 w 395"/>
                  <a:gd name="T19" fmla="*/ 505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5" h="104">
                    <a:moveTo>
                      <a:pt x="2" y="52"/>
                    </a:moveTo>
                    <a:cubicBezTo>
                      <a:pt x="1" y="78"/>
                      <a:pt x="35" y="73"/>
                      <a:pt x="84" y="78"/>
                    </a:cubicBezTo>
                    <a:cubicBezTo>
                      <a:pt x="133" y="82"/>
                      <a:pt x="237" y="104"/>
                      <a:pt x="279" y="102"/>
                    </a:cubicBezTo>
                    <a:cubicBezTo>
                      <a:pt x="321" y="100"/>
                      <a:pt x="329" y="84"/>
                      <a:pt x="346" y="64"/>
                    </a:cubicBezTo>
                    <a:cubicBezTo>
                      <a:pt x="363" y="43"/>
                      <a:pt x="370" y="46"/>
                      <a:pt x="382" y="37"/>
                    </a:cubicBezTo>
                    <a:cubicBezTo>
                      <a:pt x="395" y="28"/>
                      <a:pt x="377" y="26"/>
                      <a:pt x="355" y="18"/>
                    </a:cubicBezTo>
                    <a:cubicBezTo>
                      <a:pt x="332" y="10"/>
                      <a:pt x="294" y="0"/>
                      <a:pt x="260" y="11"/>
                    </a:cubicBezTo>
                    <a:cubicBezTo>
                      <a:pt x="226" y="22"/>
                      <a:pt x="200" y="24"/>
                      <a:pt x="154" y="31"/>
                    </a:cubicBezTo>
                    <a:cubicBezTo>
                      <a:pt x="109" y="39"/>
                      <a:pt x="59" y="44"/>
                      <a:pt x="37" y="43"/>
                    </a:cubicBezTo>
                    <a:cubicBezTo>
                      <a:pt x="14" y="42"/>
                      <a:pt x="0" y="44"/>
                      <a:pt x="2" y="52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" name="Freeform 918">
                <a:extLst>
                  <a:ext uri="{FF2B5EF4-FFF2-40B4-BE49-F238E27FC236}">
                    <a16:creationId xmlns:a16="http://schemas.microsoft.com/office/drawing/2014/main" id="{E07C8906-9758-458A-85A4-C4960BFAC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375"/>
                <a:ext cx="480" cy="76"/>
              </a:xfrm>
              <a:custGeom>
                <a:avLst/>
                <a:gdLst>
                  <a:gd name="T0" fmla="*/ 52 w 303"/>
                  <a:gd name="T1" fmla="*/ 461 h 48"/>
                  <a:gd name="T2" fmla="*/ 627 w 303"/>
                  <a:gd name="T3" fmla="*/ 388 h 48"/>
                  <a:gd name="T4" fmla="*/ 1435 w 303"/>
                  <a:gd name="T5" fmla="*/ 279 h 48"/>
                  <a:gd name="T6" fmla="*/ 2218 w 303"/>
                  <a:gd name="T7" fmla="*/ 171 h 48"/>
                  <a:gd name="T8" fmla="*/ 2557 w 303"/>
                  <a:gd name="T9" fmla="*/ 87 h 48"/>
                  <a:gd name="T10" fmla="*/ 3021 w 303"/>
                  <a:gd name="T11" fmla="*/ 82 h 48"/>
                  <a:gd name="T12" fmla="*/ 2804 w 303"/>
                  <a:gd name="T13" fmla="*/ 87 h 48"/>
                  <a:gd name="T14" fmla="*/ 2628 w 303"/>
                  <a:gd name="T15" fmla="*/ 190 h 48"/>
                  <a:gd name="T16" fmla="*/ 2414 w 303"/>
                  <a:gd name="T17" fmla="*/ 226 h 48"/>
                  <a:gd name="T18" fmla="*/ 2048 w 303"/>
                  <a:gd name="T19" fmla="*/ 291 h 48"/>
                  <a:gd name="T20" fmla="*/ 1404 w 303"/>
                  <a:gd name="T21" fmla="*/ 461 h 48"/>
                  <a:gd name="T22" fmla="*/ 1022 w 303"/>
                  <a:gd name="T23" fmla="*/ 429 h 48"/>
                  <a:gd name="T24" fmla="*/ 171 w 303"/>
                  <a:gd name="T25" fmla="*/ 421 h 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3" h="48">
                    <a:moveTo>
                      <a:pt x="5" y="46"/>
                    </a:moveTo>
                    <a:cubicBezTo>
                      <a:pt x="0" y="36"/>
                      <a:pt x="57" y="40"/>
                      <a:pt x="63" y="39"/>
                    </a:cubicBezTo>
                    <a:cubicBezTo>
                      <a:pt x="91" y="37"/>
                      <a:pt x="117" y="33"/>
                      <a:pt x="144" y="28"/>
                    </a:cubicBezTo>
                    <a:cubicBezTo>
                      <a:pt x="170" y="24"/>
                      <a:pt x="196" y="21"/>
                      <a:pt x="222" y="17"/>
                    </a:cubicBezTo>
                    <a:cubicBezTo>
                      <a:pt x="234" y="15"/>
                      <a:pt x="245" y="13"/>
                      <a:pt x="256" y="9"/>
                    </a:cubicBezTo>
                    <a:cubicBezTo>
                      <a:pt x="272" y="4"/>
                      <a:pt x="288" y="0"/>
                      <a:pt x="303" y="8"/>
                    </a:cubicBezTo>
                    <a:cubicBezTo>
                      <a:pt x="296" y="6"/>
                      <a:pt x="288" y="8"/>
                      <a:pt x="281" y="9"/>
                    </a:cubicBezTo>
                    <a:cubicBezTo>
                      <a:pt x="273" y="11"/>
                      <a:pt x="270" y="15"/>
                      <a:pt x="263" y="19"/>
                    </a:cubicBezTo>
                    <a:cubicBezTo>
                      <a:pt x="257" y="22"/>
                      <a:pt x="249" y="22"/>
                      <a:pt x="242" y="23"/>
                    </a:cubicBezTo>
                    <a:cubicBezTo>
                      <a:pt x="230" y="24"/>
                      <a:pt x="217" y="25"/>
                      <a:pt x="205" y="29"/>
                    </a:cubicBezTo>
                    <a:cubicBezTo>
                      <a:pt x="184" y="34"/>
                      <a:pt x="163" y="48"/>
                      <a:pt x="141" y="46"/>
                    </a:cubicBezTo>
                    <a:cubicBezTo>
                      <a:pt x="128" y="45"/>
                      <a:pt x="115" y="43"/>
                      <a:pt x="102" y="43"/>
                    </a:cubicBezTo>
                    <a:cubicBezTo>
                      <a:pt x="91" y="43"/>
                      <a:pt x="28" y="41"/>
                      <a:pt x="17" y="42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" name="Freeform 919">
                <a:extLst>
                  <a:ext uri="{FF2B5EF4-FFF2-40B4-BE49-F238E27FC236}">
                    <a16:creationId xmlns:a16="http://schemas.microsoft.com/office/drawing/2014/main" id="{4242AD5A-12D7-4040-8C10-E34C26A82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399"/>
                <a:ext cx="415" cy="109"/>
              </a:xfrm>
              <a:custGeom>
                <a:avLst/>
                <a:gdLst>
                  <a:gd name="T0" fmla="*/ 238 w 262"/>
                  <a:gd name="T1" fmla="*/ 474 h 69"/>
                  <a:gd name="T2" fmla="*/ 871 w 262"/>
                  <a:gd name="T3" fmla="*/ 599 h 69"/>
                  <a:gd name="T4" fmla="*/ 1430 w 262"/>
                  <a:gd name="T5" fmla="*/ 659 h 69"/>
                  <a:gd name="T6" fmla="*/ 2027 w 262"/>
                  <a:gd name="T7" fmla="*/ 611 h 69"/>
                  <a:gd name="T8" fmla="*/ 2221 w 262"/>
                  <a:gd name="T9" fmla="*/ 482 h 69"/>
                  <a:gd name="T10" fmla="*/ 2354 w 262"/>
                  <a:gd name="T11" fmla="*/ 288 h 69"/>
                  <a:gd name="T12" fmla="*/ 2552 w 262"/>
                  <a:gd name="T13" fmla="*/ 137 h 69"/>
                  <a:gd name="T14" fmla="*/ 2362 w 262"/>
                  <a:gd name="T15" fmla="*/ 0 h 69"/>
                  <a:gd name="T16" fmla="*/ 2083 w 262"/>
                  <a:gd name="T17" fmla="*/ 267 h 69"/>
                  <a:gd name="T18" fmla="*/ 1896 w 262"/>
                  <a:gd name="T19" fmla="*/ 387 h 69"/>
                  <a:gd name="T20" fmla="*/ 1658 w 262"/>
                  <a:gd name="T21" fmla="*/ 319 h 69"/>
                  <a:gd name="T22" fmla="*/ 1315 w 262"/>
                  <a:gd name="T23" fmla="*/ 409 h 69"/>
                  <a:gd name="T24" fmla="*/ 1294 w 262"/>
                  <a:gd name="T25" fmla="*/ 539 h 69"/>
                  <a:gd name="T26" fmla="*/ 919 w 262"/>
                  <a:gd name="T27" fmla="*/ 512 h 69"/>
                  <a:gd name="T28" fmla="*/ 0 w 262"/>
                  <a:gd name="T29" fmla="*/ 474 h 6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2" h="69">
                    <a:moveTo>
                      <a:pt x="24" y="48"/>
                    </a:moveTo>
                    <a:cubicBezTo>
                      <a:pt x="43" y="55"/>
                      <a:pt x="66" y="57"/>
                      <a:pt x="87" y="61"/>
                    </a:cubicBezTo>
                    <a:cubicBezTo>
                      <a:pt x="106" y="64"/>
                      <a:pt x="124" y="66"/>
                      <a:pt x="143" y="67"/>
                    </a:cubicBezTo>
                    <a:cubicBezTo>
                      <a:pt x="162" y="68"/>
                      <a:pt x="184" y="69"/>
                      <a:pt x="203" y="62"/>
                    </a:cubicBezTo>
                    <a:cubicBezTo>
                      <a:pt x="210" y="59"/>
                      <a:pt x="217" y="55"/>
                      <a:pt x="223" y="49"/>
                    </a:cubicBezTo>
                    <a:cubicBezTo>
                      <a:pt x="228" y="43"/>
                      <a:pt x="231" y="35"/>
                      <a:pt x="236" y="29"/>
                    </a:cubicBezTo>
                    <a:cubicBezTo>
                      <a:pt x="242" y="23"/>
                      <a:pt x="252" y="22"/>
                      <a:pt x="256" y="14"/>
                    </a:cubicBezTo>
                    <a:cubicBezTo>
                      <a:pt x="262" y="4"/>
                      <a:pt x="247" y="0"/>
                      <a:pt x="237" y="0"/>
                    </a:cubicBezTo>
                    <a:cubicBezTo>
                      <a:pt x="237" y="16"/>
                      <a:pt x="216" y="16"/>
                      <a:pt x="209" y="27"/>
                    </a:cubicBezTo>
                    <a:cubicBezTo>
                      <a:pt x="203" y="36"/>
                      <a:pt x="203" y="41"/>
                      <a:pt x="190" y="39"/>
                    </a:cubicBezTo>
                    <a:cubicBezTo>
                      <a:pt x="182" y="38"/>
                      <a:pt x="174" y="34"/>
                      <a:pt x="166" y="32"/>
                    </a:cubicBezTo>
                    <a:cubicBezTo>
                      <a:pt x="161" y="47"/>
                      <a:pt x="144" y="45"/>
                      <a:pt x="132" y="42"/>
                    </a:cubicBezTo>
                    <a:cubicBezTo>
                      <a:pt x="130" y="48"/>
                      <a:pt x="138" y="49"/>
                      <a:pt x="130" y="55"/>
                    </a:cubicBezTo>
                    <a:cubicBezTo>
                      <a:pt x="121" y="60"/>
                      <a:pt x="100" y="54"/>
                      <a:pt x="92" y="52"/>
                    </a:cubicBezTo>
                    <a:cubicBezTo>
                      <a:pt x="60" y="43"/>
                      <a:pt x="33" y="41"/>
                      <a:pt x="0" y="48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" name="Freeform 920">
                <a:extLst>
                  <a:ext uri="{FF2B5EF4-FFF2-40B4-BE49-F238E27FC236}">
                    <a16:creationId xmlns:a16="http://schemas.microsoft.com/office/drawing/2014/main" id="{C771A80D-3216-4639-B719-1E4D288FD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416"/>
                <a:ext cx="98" cy="25"/>
              </a:xfrm>
              <a:custGeom>
                <a:avLst/>
                <a:gdLst>
                  <a:gd name="T0" fmla="*/ 0 w 62"/>
                  <a:gd name="T1" fmla="*/ 103 h 16"/>
                  <a:gd name="T2" fmla="*/ 612 w 62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6">
                    <a:moveTo>
                      <a:pt x="0" y="11"/>
                    </a:moveTo>
                    <a:cubicBezTo>
                      <a:pt x="16" y="16"/>
                      <a:pt x="51" y="11"/>
                      <a:pt x="6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" name="Oval 921">
                <a:extLst>
                  <a:ext uri="{FF2B5EF4-FFF2-40B4-BE49-F238E27FC236}">
                    <a16:creationId xmlns:a16="http://schemas.microsoft.com/office/drawing/2014/main" id="{26816E83-171B-4502-A105-403DCF34D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435"/>
                <a:ext cx="82" cy="44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81" name="Oval 922">
                <a:extLst>
                  <a:ext uri="{FF2B5EF4-FFF2-40B4-BE49-F238E27FC236}">
                    <a16:creationId xmlns:a16="http://schemas.microsoft.com/office/drawing/2014/main" id="{F673E6C7-D140-4F59-ABFB-5CE42C811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4" y="1424"/>
                <a:ext cx="80" cy="4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82" name="Oval 923">
                <a:extLst>
                  <a:ext uri="{FF2B5EF4-FFF2-40B4-BE49-F238E27FC236}">
                    <a16:creationId xmlns:a16="http://schemas.microsoft.com/office/drawing/2014/main" id="{16973FEA-3292-4FFC-8487-FD4442979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430"/>
                <a:ext cx="83" cy="44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83" name="Freeform 924">
                <a:extLst>
                  <a:ext uri="{FF2B5EF4-FFF2-40B4-BE49-F238E27FC236}">
                    <a16:creationId xmlns:a16="http://schemas.microsoft.com/office/drawing/2014/main" id="{5CC5F58B-9B7D-4C73-8564-7AAB4F3C2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441"/>
                <a:ext cx="63" cy="30"/>
              </a:xfrm>
              <a:custGeom>
                <a:avLst/>
                <a:gdLst>
                  <a:gd name="T0" fmla="*/ 0 w 40"/>
                  <a:gd name="T1" fmla="*/ 107 h 19"/>
                  <a:gd name="T2" fmla="*/ 0 w 40"/>
                  <a:gd name="T3" fmla="*/ 137 h 19"/>
                  <a:gd name="T4" fmla="*/ 172 w 40"/>
                  <a:gd name="T5" fmla="*/ 185 h 19"/>
                  <a:gd name="T6" fmla="*/ 387 w 40"/>
                  <a:gd name="T7" fmla="*/ 82 h 19"/>
                  <a:gd name="T8" fmla="*/ 375 w 40"/>
                  <a:gd name="T9" fmla="*/ 52 h 19"/>
                  <a:gd name="T10" fmla="*/ 203 w 40"/>
                  <a:gd name="T11" fmla="*/ 0 h 19"/>
                  <a:gd name="T12" fmla="*/ 0 w 40"/>
                  <a:gd name="T13" fmla="*/ 10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9">
                    <a:moveTo>
                      <a:pt x="0" y="11"/>
                    </a:moveTo>
                    <a:cubicBezTo>
                      <a:pt x="0" y="12"/>
                      <a:pt x="0" y="13"/>
                      <a:pt x="0" y="14"/>
                    </a:cubicBezTo>
                    <a:cubicBezTo>
                      <a:pt x="4" y="17"/>
                      <a:pt x="11" y="19"/>
                      <a:pt x="18" y="19"/>
                    </a:cubicBezTo>
                    <a:cubicBezTo>
                      <a:pt x="30" y="19"/>
                      <a:pt x="40" y="14"/>
                      <a:pt x="40" y="8"/>
                    </a:cubicBezTo>
                    <a:cubicBezTo>
                      <a:pt x="40" y="7"/>
                      <a:pt x="39" y="6"/>
                      <a:pt x="39" y="5"/>
                    </a:cubicBezTo>
                    <a:cubicBezTo>
                      <a:pt x="35" y="2"/>
                      <a:pt x="29" y="0"/>
                      <a:pt x="21" y="0"/>
                    </a:cubicBezTo>
                    <a:cubicBezTo>
                      <a:pt x="9" y="0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" name="Oval 925">
                <a:extLst>
                  <a:ext uri="{FF2B5EF4-FFF2-40B4-BE49-F238E27FC236}">
                    <a16:creationId xmlns:a16="http://schemas.microsoft.com/office/drawing/2014/main" id="{AF9F3BB7-2765-457F-945D-0BF134E5F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440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85" name="Oval 926">
                <a:extLst>
                  <a:ext uri="{FF2B5EF4-FFF2-40B4-BE49-F238E27FC236}">
                    <a16:creationId xmlns:a16="http://schemas.microsoft.com/office/drawing/2014/main" id="{3B00D757-B114-4E6A-B791-C526ED550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1440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86" name="Freeform 927">
                <a:extLst>
                  <a:ext uri="{FF2B5EF4-FFF2-40B4-BE49-F238E27FC236}">
                    <a16:creationId xmlns:a16="http://schemas.microsoft.com/office/drawing/2014/main" id="{3346D082-BC54-4AF7-8DFE-018FA012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455"/>
                <a:ext cx="46" cy="19"/>
              </a:xfrm>
              <a:custGeom>
                <a:avLst/>
                <a:gdLst>
                  <a:gd name="T0" fmla="*/ 292 w 29"/>
                  <a:gd name="T1" fmla="*/ 0 h 12"/>
                  <a:gd name="T2" fmla="*/ 0 w 29"/>
                  <a:gd name="T3" fmla="*/ 87 h 12"/>
                  <a:gd name="T4" fmla="*/ 292 w 2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2">
                    <a:moveTo>
                      <a:pt x="29" y="0"/>
                    </a:moveTo>
                    <a:cubicBezTo>
                      <a:pt x="25" y="11"/>
                      <a:pt x="10" y="12"/>
                      <a:pt x="0" y="9"/>
                    </a:cubicBezTo>
                    <a:cubicBezTo>
                      <a:pt x="8" y="9"/>
                      <a:pt x="22" y="7"/>
                      <a:pt x="29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" name="Freeform 928">
                <a:extLst>
                  <a:ext uri="{FF2B5EF4-FFF2-40B4-BE49-F238E27FC236}">
                    <a16:creationId xmlns:a16="http://schemas.microsoft.com/office/drawing/2014/main" id="{DD5C9343-4B0E-4C99-B1D0-5739B8A75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359"/>
                <a:ext cx="626" cy="164"/>
              </a:xfrm>
              <a:custGeom>
                <a:avLst/>
                <a:gdLst>
                  <a:gd name="T0" fmla="*/ 21 w 395"/>
                  <a:gd name="T1" fmla="*/ 505 h 104"/>
                  <a:gd name="T2" fmla="*/ 838 w 395"/>
                  <a:gd name="T3" fmla="*/ 762 h 104"/>
                  <a:gd name="T4" fmla="*/ 2786 w 395"/>
                  <a:gd name="T5" fmla="*/ 997 h 104"/>
                  <a:gd name="T6" fmla="*/ 3456 w 395"/>
                  <a:gd name="T7" fmla="*/ 624 h 104"/>
                  <a:gd name="T8" fmla="*/ 3818 w 395"/>
                  <a:gd name="T9" fmla="*/ 358 h 104"/>
                  <a:gd name="T10" fmla="*/ 3552 w 395"/>
                  <a:gd name="T11" fmla="*/ 172 h 104"/>
                  <a:gd name="T12" fmla="*/ 2599 w 395"/>
                  <a:gd name="T13" fmla="*/ 107 h 104"/>
                  <a:gd name="T14" fmla="*/ 1539 w 395"/>
                  <a:gd name="T15" fmla="*/ 301 h 104"/>
                  <a:gd name="T16" fmla="*/ 374 w 395"/>
                  <a:gd name="T17" fmla="*/ 421 h 104"/>
                  <a:gd name="T18" fmla="*/ 21 w 395"/>
                  <a:gd name="T19" fmla="*/ 505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5" h="104">
                    <a:moveTo>
                      <a:pt x="2" y="52"/>
                    </a:moveTo>
                    <a:cubicBezTo>
                      <a:pt x="1" y="78"/>
                      <a:pt x="35" y="73"/>
                      <a:pt x="84" y="78"/>
                    </a:cubicBezTo>
                    <a:cubicBezTo>
                      <a:pt x="133" y="82"/>
                      <a:pt x="237" y="104"/>
                      <a:pt x="279" y="102"/>
                    </a:cubicBezTo>
                    <a:cubicBezTo>
                      <a:pt x="321" y="100"/>
                      <a:pt x="329" y="84"/>
                      <a:pt x="346" y="64"/>
                    </a:cubicBezTo>
                    <a:cubicBezTo>
                      <a:pt x="363" y="43"/>
                      <a:pt x="370" y="46"/>
                      <a:pt x="382" y="37"/>
                    </a:cubicBezTo>
                    <a:cubicBezTo>
                      <a:pt x="395" y="28"/>
                      <a:pt x="377" y="26"/>
                      <a:pt x="355" y="18"/>
                    </a:cubicBezTo>
                    <a:cubicBezTo>
                      <a:pt x="332" y="10"/>
                      <a:pt x="294" y="0"/>
                      <a:pt x="260" y="11"/>
                    </a:cubicBezTo>
                    <a:cubicBezTo>
                      <a:pt x="226" y="22"/>
                      <a:pt x="200" y="24"/>
                      <a:pt x="154" y="31"/>
                    </a:cubicBezTo>
                    <a:cubicBezTo>
                      <a:pt x="109" y="39"/>
                      <a:pt x="59" y="44"/>
                      <a:pt x="37" y="43"/>
                    </a:cubicBezTo>
                    <a:cubicBezTo>
                      <a:pt x="14" y="42"/>
                      <a:pt x="0" y="44"/>
                      <a:pt x="2" y="5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" name="Freeform 929">
                <a:extLst>
                  <a:ext uri="{FF2B5EF4-FFF2-40B4-BE49-F238E27FC236}">
                    <a16:creationId xmlns:a16="http://schemas.microsoft.com/office/drawing/2014/main" id="{E03F26DB-9CF8-43A2-9F20-1F06FC42E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244"/>
                <a:ext cx="637" cy="162"/>
              </a:xfrm>
              <a:custGeom>
                <a:avLst/>
                <a:gdLst>
                  <a:gd name="T0" fmla="*/ 21 w 402"/>
                  <a:gd name="T1" fmla="*/ 557 h 103"/>
                  <a:gd name="T2" fmla="*/ 396 w 402"/>
                  <a:gd name="T3" fmla="*/ 725 h 103"/>
                  <a:gd name="T4" fmla="*/ 1572 w 402"/>
                  <a:gd name="T5" fmla="*/ 895 h 103"/>
                  <a:gd name="T6" fmla="*/ 2817 w 402"/>
                  <a:gd name="T7" fmla="*/ 906 h 103"/>
                  <a:gd name="T8" fmla="*/ 3621 w 402"/>
                  <a:gd name="T9" fmla="*/ 708 h 103"/>
                  <a:gd name="T10" fmla="*/ 3980 w 402"/>
                  <a:gd name="T11" fmla="*/ 587 h 103"/>
                  <a:gd name="T12" fmla="*/ 3741 w 402"/>
                  <a:gd name="T13" fmla="*/ 502 h 103"/>
                  <a:gd name="T14" fmla="*/ 2737 w 402"/>
                  <a:gd name="T15" fmla="*/ 233 h 103"/>
                  <a:gd name="T16" fmla="*/ 1672 w 402"/>
                  <a:gd name="T17" fmla="*/ 66 h 103"/>
                  <a:gd name="T18" fmla="*/ 751 w 402"/>
                  <a:gd name="T19" fmla="*/ 415 h 103"/>
                  <a:gd name="T20" fmla="*/ 21 w 402"/>
                  <a:gd name="T21" fmla="*/ 557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2" h="103">
                    <a:moveTo>
                      <a:pt x="2" y="58"/>
                    </a:moveTo>
                    <a:cubicBezTo>
                      <a:pt x="0" y="70"/>
                      <a:pt x="11" y="71"/>
                      <a:pt x="40" y="75"/>
                    </a:cubicBezTo>
                    <a:cubicBezTo>
                      <a:pt x="70" y="78"/>
                      <a:pt x="101" y="91"/>
                      <a:pt x="157" y="93"/>
                    </a:cubicBezTo>
                    <a:cubicBezTo>
                      <a:pt x="214" y="95"/>
                      <a:pt x="235" y="103"/>
                      <a:pt x="282" y="94"/>
                    </a:cubicBezTo>
                    <a:cubicBezTo>
                      <a:pt x="330" y="85"/>
                      <a:pt x="340" y="81"/>
                      <a:pt x="362" y="74"/>
                    </a:cubicBezTo>
                    <a:cubicBezTo>
                      <a:pt x="384" y="67"/>
                      <a:pt x="393" y="64"/>
                      <a:pt x="398" y="61"/>
                    </a:cubicBezTo>
                    <a:cubicBezTo>
                      <a:pt x="402" y="57"/>
                      <a:pt x="390" y="55"/>
                      <a:pt x="374" y="52"/>
                    </a:cubicBezTo>
                    <a:cubicBezTo>
                      <a:pt x="358" y="48"/>
                      <a:pt x="306" y="31"/>
                      <a:pt x="274" y="24"/>
                    </a:cubicBezTo>
                    <a:cubicBezTo>
                      <a:pt x="243" y="17"/>
                      <a:pt x="203" y="0"/>
                      <a:pt x="167" y="7"/>
                    </a:cubicBezTo>
                    <a:cubicBezTo>
                      <a:pt x="131" y="14"/>
                      <a:pt x="109" y="32"/>
                      <a:pt x="75" y="43"/>
                    </a:cubicBezTo>
                    <a:cubicBezTo>
                      <a:pt x="41" y="53"/>
                      <a:pt x="5" y="49"/>
                      <a:pt x="2" y="58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" name="Freeform 930">
                <a:extLst>
                  <a:ext uri="{FF2B5EF4-FFF2-40B4-BE49-F238E27FC236}">
                    <a16:creationId xmlns:a16="http://schemas.microsoft.com/office/drawing/2014/main" id="{BC25F0DF-F8DB-4C4B-AA1A-0AF0C4608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217"/>
                <a:ext cx="298" cy="142"/>
              </a:xfrm>
              <a:custGeom>
                <a:avLst/>
                <a:gdLst>
                  <a:gd name="T0" fmla="*/ 0 w 188"/>
                  <a:gd name="T1" fmla="*/ 742 h 90"/>
                  <a:gd name="T2" fmla="*/ 1880 w 188"/>
                  <a:gd name="T3" fmla="*/ 428 h 90"/>
                  <a:gd name="T4" fmla="*/ 1271 w 188"/>
                  <a:gd name="T5" fmla="*/ 409 h 90"/>
                  <a:gd name="T6" fmla="*/ 961 w 188"/>
                  <a:gd name="T7" fmla="*/ 727 h 90"/>
                  <a:gd name="T8" fmla="*/ 138 w 188"/>
                  <a:gd name="T9" fmla="*/ 762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90">
                    <a:moveTo>
                      <a:pt x="0" y="76"/>
                    </a:moveTo>
                    <a:cubicBezTo>
                      <a:pt x="70" y="78"/>
                      <a:pt x="118" y="0"/>
                      <a:pt x="188" y="44"/>
                    </a:cubicBezTo>
                    <a:cubicBezTo>
                      <a:pt x="173" y="32"/>
                      <a:pt x="144" y="34"/>
                      <a:pt x="127" y="42"/>
                    </a:cubicBezTo>
                    <a:cubicBezTo>
                      <a:pt x="112" y="50"/>
                      <a:pt x="108" y="64"/>
                      <a:pt x="96" y="74"/>
                    </a:cubicBezTo>
                    <a:cubicBezTo>
                      <a:pt x="76" y="90"/>
                      <a:pt x="36" y="79"/>
                      <a:pt x="14" y="78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" name="Freeform 931">
                <a:extLst>
                  <a:ext uri="{FF2B5EF4-FFF2-40B4-BE49-F238E27FC236}">
                    <a16:creationId xmlns:a16="http://schemas.microsoft.com/office/drawing/2014/main" id="{A993D5AA-880F-49B0-BC89-2AFE22741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313"/>
                <a:ext cx="402" cy="70"/>
              </a:xfrm>
              <a:custGeom>
                <a:avLst/>
                <a:gdLst>
                  <a:gd name="T0" fmla="*/ 0 w 254"/>
                  <a:gd name="T1" fmla="*/ 368 h 44"/>
                  <a:gd name="T2" fmla="*/ 796 w 254"/>
                  <a:gd name="T3" fmla="*/ 415 h 44"/>
                  <a:gd name="T4" fmla="*/ 1600 w 254"/>
                  <a:gd name="T5" fmla="*/ 415 h 44"/>
                  <a:gd name="T6" fmla="*/ 2347 w 254"/>
                  <a:gd name="T7" fmla="*/ 261 h 44"/>
                  <a:gd name="T8" fmla="*/ 2464 w 254"/>
                  <a:gd name="T9" fmla="*/ 162 h 44"/>
                  <a:gd name="T10" fmla="*/ 2184 w 254"/>
                  <a:gd name="T11" fmla="*/ 64 h 44"/>
                  <a:gd name="T12" fmla="*/ 1959 w 254"/>
                  <a:gd name="T13" fmla="*/ 213 h 44"/>
                  <a:gd name="T14" fmla="*/ 1380 w 254"/>
                  <a:gd name="T15" fmla="*/ 185 h 44"/>
                  <a:gd name="T16" fmla="*/ 967 w 254"/>
                  <a:gd name="T17" fmla="*/ 13 h 44"/>
                  <a:gd name="T18" fmla="*/ 734 w 254"/>
                  <a:gd name="T19" fmla="*/ 53 h 44"/>
                  <a:gd name="T20" fmla="*/ 633 w 254"/>
                  <a:gd name="T21" fmla="*/ 134 h 44"/>
                  <a:gd name="T22" fmla="*/ 654 w 254"/>
                  <a:gd name="T23" fmla="*/ 213 h 44"/>
                  <a:gd name="T24" fmla="*/ 579 w 254"/>
                  <a:gd name="T25" fmla="*/ 274 h 44"/>
                  <a:gd name="T26" fmla="*/ 21 w 254"/>
                  <a:gd name="T27" fmla="*/ 347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4" h="44">
                    <a:moveTo>
                      <a:pt x="0" y="36"/>
                    </a:moveTo>
                    <a:cubicBezTo>
                      <a:pt x="27" y="39"/>
                      <a:pt x="53" y="40"/>
                      <a:pt x="80" y="41"/>
                    </a:cubicBezTo>
                    <a:cubicBezTo>
                      <a:pt x="107" y="42"/>
                      <a:pt x="134" y="44"/>
                      <a:pt x="161" y="41"/>
                    </a:cubicBezTo>
                    <a:cubicBezTo>
                      <a:pt x="187" y="39"/>
                      <a:pt x="211" y="33"/>
                      <a:pt x="236" y="26"/>
                    </a:cubicBezTo>
                    <a:cubicBezTo>
                      <a:pt x="242" y="24"/>
                      <a:pt x="254" y="23"/>
                      <a:pt x="248" y="16"/>
                    </a:cubicBezTo>
                    <a:cubicBezTo>
                      <a:pt x="244" y="10"/>
                      <a:pt x="227" y="8"/>
                      <a:pt x="220" y="6"/>
                    </a:cubicBezTo>
                    <a:cubicBezTo>
                      <a:pt x="220" y="15"/>
                      <a:pt x="204" y="19"/>
                      <a:pt x="197" y="21"/>
                    </a:cubicBezTo>
                    <a:cubicBezTo>
                      <a:pt x="178" y="26"/>
                      <a:pt x="158" y="25"/>
                      <a:pt x="139" y="18"/>
                    </a:cubicBezTo>
                    <a:cubicBezTo>
                      <a:pt x="125" y="13"/>
                      <a:pt x="111" y="3"/>
                      <a:pt x="97" y="1"/>
                    </a:cubicBezTo>
                    <a:cubicBezTo>
                      <a:pt x="89" y="0"/>
                      <a:pt x="82" y="3"/>
                      <a:pt x="74" y="5"/>
                    </a:cubicBezTo>
                    <a:cubicBezTo>
                      <a:pt x="65" y="7"/>
                      <a:pt x="65" y="5"/>
                      <a:pt x="64" y="13"/>
                    </a:cubicBezTo>
                    <a:cubicBezTo>
                      <a:pt x="64" y="16"/>
                      <a:pt x="67" y="18"/>
                      <a:pt x="66" y="21"/>
                    </a:cubicBezTo>
                    <a:cubicBezTo>
                      <a:pt x="65" y="25"/>
                      <a:pt x="61" y="26"/>
                      <a:pt x="58" y="27"/>
                    </a:cubicBezTo>
                    <a:cubicBezTo>
                      <a:pt x="43" y="35"/>
                      <a:pt x="19" y="37"/>
                      <a:pt x="2" y="34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" name="Freeform 932">
                <a:extLst>
                  <a:ext uri="{FF2B5EF4-FFF2-40B4-BE49-F238E27FC236}">
                    <a16:creationId xmlns:a16="http://schemas.microsoft.com/office/drawing/2014/main" id="{51FD36B3-AFDC-4EBD-8EA9-1DFDAFD8F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294"/>
                <a:ext cx="72" cy="41"/>
              </a:xfrm>
              <a:custGeom>
                <a:avLst/>
                <a:gdLst>
                  <a:gd name="T0" fmla="*/ 0 w 45"/>
                  <a:gd name="T1" fmla="*/ 203 h 26"/>
                  <a:gd name="T2" fmla="*/ 470 w 45"/>
                  <a:gd name="T3" fmla="*/ 0 h 26"/>
                  <a:gd name="T4" fmla="*/ 118 w 45"/>
                  <a:gd name="T5" fmla="*/ 13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6">
                    <a:moveTo>
                      <a:pt x="0" y="21"/>
                    </a:moveTo>
                    <a:cubicBezTo>
                      <a:pt x="16" y="26"/>
                      <a:pt x="35" y="10"/>
                      <a:pt x="45" y="0"/>
                    </a:cubicBezTo>
                    <a:cubicBezTo>
                      <a:pt x="35" y="6"/>
                      <a:pt x="22" y="9"/>
                      <a:pt x="11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" name="Oval 933">
                <a:extLst>
                  <a:ext uri="{FF2B5EF4-FFF2-40B4-BE49-F238E27FC236}">
                    <a16:creationId xmlns:a16="http://schemas.microsoft.com/office/drawing/2014/main" id="{0494AD64-6DDA-49A7-8141-B508D6D28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1307"/>
                <a:ext cx="83" cy="46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93" name="Oval 934">
                <a:extLst>
                  <a:ext uri="{FF2B5EF4-FFF2-40B4-BE49-F238E27FC236}">
                    <a16:creationId xmlns:a16="http://schemas.microsoft.com/office/drawing/2014/main" id="{6DD9C016-D3C1-40AE-9D6B-8EC6DA0D3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0" y="1297"/>
                <a:ext cx="82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94" name="Oval 935">
                <a:extLst>
                  <a:ext uri="{FF2B5EF4-FFF2-40B4-BE49-F238E27FC236}">
                    <a16:creationId xmlns:a16="http://schemas.microsoft.com/office/drawing/2014/main" id="{16148225-524B-4273-AF7F-C4F0CDF85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1302"/>
                <a:ext cx="82" cy="46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95" name="Freeform 936">
                <a:extLst>
                  <a:ext uri="{FF2B5EF4-FFF2-40B4-BE49-F238E27FC236}">
                    <a16:creationId xmlns:a16="http://schemas.microsoft.com/office/drawing/2014/main" id="{A283D8C5-D8D4-40E4-B086-33D7854DF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313"/>
                <a:ext cx="64" cy="32"/>
              </a:xfrm>
              <a:custGeom>
                <a:avLst/>
                <a:gdLst>
                  <a:gd name="T0" fmla="*/ 0 w 40"/>
                  <a:gd name="T1" fmla="*/ 123 h 20"/>
                  <a:gd name="T2" fmla="*/ 13 w 40"/>
                  <a:gd name="T3" fmla="*/ 157 h 20"/>
                  <a:gd name="T4" fmla="*/ 189 w 40"/>
                  <a:gd name="T5" fmla="*/ 210 h 20"/>
                  <a:gd name="T6" fmla="*/ 418 w 40"/>
                  <a:gd name="T7" fmla="*/ 86 h 20"/>
                  <a:gd name="T8" fmla="*/ 405 w 40"/>
                  <a:gd name="T9" fmla="*/ 54 h 20"/>
                  <a:gd name="T10" fmla="*/ 221 w 40"/>
                  <a:gd name="T11" fmla="*/ 0 h 20"/>
                  <a:gd name="T12" fmla="*/ 0 w 40"/>
                  <a:gd name="T13" fmla="*/ 12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0">
                    <a:moveTo>
                      <a:pt x="0" y="12"/>
                    </a:moveTo>
                    <a:cubicBezTo>
                      <a:pt x="0" y="13"/>
                      <a:pt x="0" y="14"/>
                      <a:pt x="1" y="15"/>
                    </a:cubicBezTo>
                    <a:cubicBezTo>
                      <a:pt x="4" y="18"/>
                      <a:pt x="11" y="20"/>
                      <a:pt x="18" y="20"/>
                    </a:cubicBezTo>
                    <a:cubicBezTo>
                      <a:pt x="30" y="20"/>
                      <a:pt x="40" y="15"/>
                      <a:pt x="40" y="8"/>
                    </a:cubicBezTo>
                    <a:cubicBezTo>
                      <a:pt x="40" y="7"/>
                      <a:pt x="40" y="6"/>
                      <a:pt x="39" y="5"/>
                    </a:cubicBezTo>
                    <a:cubicBezTo>
                      <a:pt x="35" y="2"/>
                      <a:pt x="29" y="0"/>
                      <a:pt x="21" y="0"/>
                    </a:cubicBezTo>
                    <a:cubicBezTo>
                      <a:pt x="10" y="0"/>
                      <a:pt x="0" y="5"/>
                      <a:pt x="0" y="12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" name="Oval 937">
                <a:extLst>
                  <a:ext uri="{FF2B5EF4-FFF2-40B4-BE49-F238E27FC236}">
                    <a16:creationId xmlns:a16="http://schemas.microsoft.com/office/drawing/2014/main" id="{55F4342C-015A-41EE-9BE3-746246CB4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313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97" name="Oval 938">
                <a:extLst>
                  <a:ext uri="{FF2B5EF4-FFF2-40B4-BE49-F238E27FC236}">
                    <a16:creationId xmlns:a16="http://schemas.microsoft.com/office/drawing/2014/main" id="{0C11E3FF-DAE9-457D-8458-23E6D2692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31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798" name="Freeform 939">
                <a:extLst>
                  <a:ext uri="{FF2B5EF4-FFF2-40B4-BE49-F238E27FC236}">
                    <a16:creationId xmlns:a16="http://schemas.microsoft.com/office/drawing/2014/main" id="{BA54115A-B8AA-4C07-A187-F0CC47B11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327"/>
                <a:ext cx="46" cy="21"/>
              </a:xfrm>
              <a:custGeom>
                <a:avLst/>
                <a:gdLst>
                  <a:gd name="T0" fmla="*/ 292 w 29"/>
                  <a:gd name="T1" fmla="*/ 0 h 13"/>
                  <a:gd name="T2" fmla="*/ 0 w 29"/>
                  <a:gd name="T3" fmla="*/ 110 h 13"/>
                  <a:gd name="T4" fmla="*/ 292 w 2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3">
                    <a:moveTo>
                      <a:pt x="29" y="0"/>
                    </a:moveTo>
                    <a:cubicBezTo>
                      <a:pt x="24" y="11"/>
                      <a:pt x="10" y="13"/>
                      <a:pt x="0" y="10"/>
                    </a:cubicBezTo>
                    <a:cubicBezTo>
                      <a:pt x="7" y="9"/>
                      <a:pt x="21" y="8"/>
                      <a:pt x="29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" name="Freeform 940">
                <a:extLst>
                  <a:ext uri="{FF2B5EF4-FFF2-40B4-BE49-F238E27FC236}">
                    <a16:creationId xmlns:a16="http://schemas.microsoft.com/office/drawing/2014/main" id="{FF637A68-DF4B-43BC-8DF4-ABD992D14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244"/>
                <a:ext cx="637" cy="162"/>
              </a:xfrm>
              <a:custGeom>
                <a:avLst/>
                <a:gdLst>
                  <a:gd name="T0" fmla="*/ 21 w 402"/>
                  <a:gd name="T1" fmla="*/ 557 h 103"/>
                  <a:gd name="T2" fmla="*/ 396 w 402"/>
                  <a:gd name="T3" fmla="*/ 725 h 103"/>
                  <a:gd name="T4" fmla="*/ 1572 w 402"/>
                  <a:gd name="T5" fmla="*/ 895 h 103"/>
                  <a:gd name="T6" fmla="*/ 2817 w 402"/>
                  <a:gd name="T7" fmla="*/ 906 h 103"/>
                  <a:gd name="T8" fmla="*/ 3621 w 402"/>
                  <a:gd name="T9" fmla="*/ 708 h 103"/>
                  <a:gd name="T10" fmla="*/ 3980 w 402"/>
                  <a:gd name="T11" fmla="*/ 587 h 103"/>
                  <a:gd name="T12" fmla="*/ 3741 w 402"/>
                  <a:gd name="T13" fmla="*/ 502 h 103"/>
                  <a:gd name="T14" fmla="*/ 2737 w 402"/>
                  <a:gd name="T15" fmla="*/ 233 h 103"/>
                  <a:gd name="T16" fmla="*/ 1672 w 402"/>
                  <a:gd name="T17" fmla="*/ 66 h 103"/>
                  <a:gd name="T18" fmla="*/ 751 w 402"/>
                  <a:gd name="T19" fmla="*/ 415 h 103"/>
                  <a:gd name="T20" fmla="*/ 21 w 402"/>
                  <a:gd name="T21" fmla="*/ 557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2" h="103">
                    <a:moveTo>
                      <a:pt x="2" y="58"/>
                    </a:moveTo>
                    <a:cubicBezTo>
                      <a:pt x="0" y="70"/>
                      <a:pt x="11" y="71"/>
                      <a:pt x="40" y="75"/>
                    </a:cubicBezTo>
                    <a:cubicBezTo>
                      <a:pt x="70" y="78"/>
                      <a:pt x="101" y="91"/>
                      <a:pt x="157" y="93"/>
                    </a:cubicBezTo>
                    <a:cubicBezTo>
                      <a:pt x="214" y="95"/>
                      <a:pt x="235" y="103"/>
                      <a:pt x="282" y="94"/>
                    </a:cubicBezTo>
                    <a:cubicBezTo>
                      <a:pt x="330" y="85"/>
                      <a:pt x="340" y="81"/>
                      <a:pt x="362" y="74"/>
                    </a:cubicBezTo>
                    <a:cubicBezTo>
                      <a:pt x="384" y="67"/>
                      <a:pt x="393" y="64"/>
                      <a:pt x="398" y="61"/>
                    </a:cubicBezTo>
                    <a:cubicBezTo>
                      <a:pt x="402" y="57"/>
                      <a:pt x="390" y="55"/>
                      <a:pt x="374" y="52"/>
                    </a:cubicBezTo>
                    <a:cubicBezTo>
                      <a:pt x="358" y="48"/>
                      <a:pt x="306" y="31"/>
                      <a:pt x="274" y="24"/>
                    </a:cubicBezTo>
                    <a:cubicBezTo>
                      <a:pt x="243" y="17"/>
                      <a:pt x="203" y="0"/>
                      <a:pt x="167" y="7"/>
                    </a:cubicBezTo>
                    <a:cubicBezTo>
                      <a:pt x="131" y="14"/>
                      <a:pt x="109" y="32"/>
                      <a:pt x="75" y="43"/>
                    </a:cubicBezTo>
                    <a:cubicBezTo>
                      <a:pt x="41" y="53"/>
                      <a:pt x="5" y="49"/>
                      <a:pt x="2" y="5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" name="Freeform 941">
                <a:extLst>
                  <a:ext uri="{FF2B5EF4-FFF2-40B4-BE49-F238E27FC236}">
                    <a16:creationId xmlns:a16="http://schemas.microsoft.com/office/drawing/2014/main" id="{69E9012D-133F-4F1B-B01C-F0B1ECEE3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1361"/>
                <a:ext cx="607" cy="154"/>
              </a:xfrm>
              <a:custGeom>
                <a:avLst/>
                <a:gdLst>
                  <a:gd name="T0" fmla="*/ 13 w 383"/>
                  <a:gd name="T1" fmla="*/ 575 h 98"/>
                  <a:gd name="T2" fmla="*/ 559 w 383"/>
                  <a:gd name="T3" fmla="*/ 618 h 98"/>
                  <a:gd name="T4" fmla="*/ 1911 w 383"/>
                  <a:gd name="T5" fmla="*/ 748 h 98"/>
                  <a:gd name="T6" fmla="*/ 3388 w 383"/>
                  <a:gd name="T7" fmla="*/ 748 h 98"/>
                  <a:gd name="T8" fmla="*/ 3831 w 383"/>
                  <a:gd name="T9" fmla="*/ 440 h 98"/>
                  <a:gd name="T10" fmla="*/ 3320 w 383"/>
                  <a:gd name="T11" fmla="*/ 250 h 98"/>
                  <a:gd name="T12" fmla="*/ 2258 w 383"/>
                  <a:gd name="T13" fmla="*/ 13 h 98"/>
                  <a:gd name="T14" fmla="*/ 1211 w 383"/>
                  <a:gd name="T15" fmla="*/ 182 h 98"/>
                  <a:gd name="T16" fmla="*/ 13 w 383"/>
                  <a:gd name="T17" fmla="*/ 575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3" h="98">
                    <a:moveTo>
                      <a:pt x="1" y="60"/>
                    </a:moveTo>
                    <a:cubicBezTo>
                      <a:pt x="2" y="67"/>
                      <a:pt x="14" y="63"/>
                      <a:pt x="56" y="64"/>
                    </a:cubicBezTo>
                    <a:cubicBezTo>
                      <a:pt x="98" y="66"/>
                      <a:pt x="148" y="71"/>
                      <a:pt x="191" y="78"/>
                    </a:cubicBezTo>
                    <a:cubicBezTo>
                      <a:pt x="234" y="85"/>
                      <a:pt x="296" y="98"/>
                      <a:pt x="339" y="78"/>
                    </a:cubicBezTo>
                    <a:cubicBezTo>
                      <a:pt x="383" y="57"/>
                      <a:pt x="383" y="52"/>
                      <a:pt x="383" y="46"/>
                    </a:cubicBezTo>
                    <a:cubicBezTo>
                      <a:pt x="383" y="39"/>
                      <a:pt x="355" y="29"/>
                      <a:pt x="332" y="26"/>
                    </a:cubicBezTo>
                    <a:cubicBezTo>
                      <a:pt x="309" y="22"/>
                      <a:pt x="257" y="0"/>
                      <a:pt x="226" y="1"/>
                    </a:cubicBezTo>
                    <a:cubicBezTo>
                      <a:pt x="195" y="2"/>
                      <a:pt x="165" y="8"/>
                      <a:pt x="121" y="19"/>
                    </a:cubicBezTo>
                    <a:cubicBezTo>
                      <a:pt x="77" y="29"/>
                      <a:pt x="0" y="46"/>
                      <a:pt x="1" y="60"/>
                    </a:cubicBez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" name="Freeform 942">
                <a:extLst>
                  <a:ext uri="{FF2B5EF4-FFF2-40B4-BE49-F238E27FC236}">
                    <a16:creationId xmlns:a16="http://schemas.microsoft.com/office/drawing/2014/main" id="{CD0E9BE6-514F-43CF-89D6-C34C9D71A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369"/>
                <a:ext cx="456" cy="77"/>
              </a:xfrm>
              <a:custGeom>
                <a:avLst/>
                <a:gdLst>
                  <a:gd name="T0" fmla="*/ 0 w 288"/>
                  <a:gd name="T1" fmla="*/ 470 h 49"/>
                  <a:gd name="T2" fmla="*/ 687 w 288"/>
                  <a:gd name="T3" fmla="*/ 280 h 49"/>
                  <a:gd name="T4" fmla="*/ 1216 w 288"/>
                  <a:gd name="T5" fmla="*/ 148 h 49"/>
                  <a:gd name="T6" fmla="*/ 1802 w 288"/>
                  <a:gd name="T7" fmla="*/ 49 h 49"/>
                  <a:gd name="T8" fmla="*/ 2557 w 288"/>
                  <a:gd name="T9" fmla="*/ 121 h 49"/>
                  <a:gd name="T10" fmla="*/ 2866 w 288"/>
                  <a:gd name="T11" fmla="*/ 222 h 49"/>
                  <a:gd name="T12" fmla="*/ 2187 w 288"/>
                  <a:gd name="T13" fmla="*/ 121 h 49"/>
                  <a:gd name="T14" fmla="*/ 1501 w 288"/>
                  <a:gd name="T15" fmla="*/ 280 h 49"/>
                  <a:gd name="T16" fmla="*/ 1096 w 288"/>
                  <a:gd name="T17" fmla="*/ 366 h 49"/>
                  <a:gd name="T18" fmla="*/ 730 w 288"/>
                  <a:gd name="T19" fmla="*/ 354 h 49"/>
                  <a:gd name="T20" fmla="*/ 477 w 288"/>
                  <a:gd name="T21" fmla="*/ 393 h 49"/>
                  <a:gd name="T22" fmla="*/ 347 w 288"/>
                  <a:gd name="T23" fmla="*/ 402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8" h="49">
                    <a:moveTo>
                      <a:pt x="0" y="49"/>
                    </a:moveTo>
                    <a:cubicBezTo>
                      <a:pt x="23" y="43"/>
                      <a:pt x="45" y="35"/>
                      <a:pt x="69" y="29"/>
                    </a:cubicBezTo>
                    <a:cubicBezTo>
                      <a:pt x="86" y="25"/>
                      <a:pt x="104" y="20"/>
                      <a:pt x="122" y="15"/>
                    </a:cubicBezTo>
                    <a:cubicBezTo>
                      <a:pt x="141" y="11"/>
                      <a:pt x="161" y="9"/>
                      <a:pt x="181" y="5"/>
                    </a:cubicBezTo>
                    <a:cubicBezTo>
                      <a:pt x="208" y="0"/>
                      <a:pt x="230" y="4"/>
                      <a:pt x="257" y="13"/>
                    </a:cubicBezTo>
                    <a:cubicBezTo>
                      <a:pt x="267" y="16"/>
                      <a:pt x="277" y="19"/>
                      <a:pt x="288" y="23"/>
                    </a:cubicBezTo>
                    <a:cubicBezTo>
                      <a:pt x="266" y="19"/>
                      <a:pt x="242" y="15"/>
                      <a:pt x="220" y="13"/>
                    </a:cubicBezTo>
                    <a:cubicBezTo>
                      <a:pt x="194" y="11"/>
                      <a:pt x="174" y="18"/>
                      <a:pt x="151" y="29"/>
                    </a:cubicBezTo>
                    <a:cubicBezTo>
                      <a:pt x="138" y="35"/>
                      <a:pt x="123" y="38"/>
                      <a:pt x="110" y="38"/>
                    </a:cubicBezTo>
                    <a:cubicBezTo>
                      <a:pt x="97" y="38"/>
                      <a:pt x="86" y="35"/>
                      <a:pt x="73" y="37"/>
                    </a:cubicBezTo>
                    <a:cubicBezTo>
                      <a:pt x="65" y="39"/>
                      <a:pt x="57" y="40"/>
                      <a:pt x="48" y="41"/>
                    </a:cubicBezTo>
                    <a:cubicBezTo>
                      <a:pt x="44" y="41"/>
                      <a:pt x="39" y="41"/>
                      <a:pt x="35" y="42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" name="Freeform 943">
                <a:extLst>
                  <a:ext uri="{FF2B5EF4-FFF2-40B4-BE49-F238E27FC236}">
                    <a16:creationId xmlns:a16="http://schemas.microsoft.com/office/drawing/2014/main" id="{BBD5A51D-2930-4D22-84E2-2FC4521BB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417"/>
                <a:ext cx="305" cy="73"/>
              </a:xfrm>
              <a:custGeom>
                <a:avLst/>
                <a:gdLst>
                  <a:gd name="T0" fmla="*/ 0 w 193"/>
                  <a:gd name="T1" fmla="*/ 313 h 46"/>
                  <a:gd name="T2" fmla="*/ 343 w 193"/>
                  <a:gd name="T3" fmla="*/ 381 h 46"/>
                  <a:gd name="T4" fmla="*/ 662 w 193"/>
                  <a:gd name="T5" fmla="*/ 424 h 46"/>
                  <a:gd name="T6" fmla="*/ 1236 w 193"/>
                  <a:gd name="T7" fmla="*/ 443 h 46"/>
                  <a:gd name="T8" fmla="*/ 1734 w 193"/>
                  <a:gd name="T9" fmla="*/ 271 h 46"/>
                  <a:gd name="T10" fmla="*/ 1884 w 193"/>
                  <a:gd name="T11" fmla="*/ 108 h 46"/>
                  <a:gd name="T12" fmla="*/ 1546 w 193"/>
                  <a:gd name="T13" fmla="*/ 0 h 46"/>
                  <a:gd name="T14" fmla="*/ 899 w 193"/>
                  <a:gd name="T15" fmla="*/ 360 h 46"/>
                  <a:gd name="T16" fmla="*/ 529 w 193"/>
                  <a:gd name="T17" fmla="*/ 355 h 46"/>
                  <a:gd name="T18" fmla="*/ 205 w 193"/>
                  <a:gd name="T19" fmla="*/ 313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3" h="46">
                    <a:moveTo>
                      <a:pt x="0" y="31"/>
                    </a:moveTo>
                    <a:cubicBezTo>
                      <a:pt x="12" y="31"/>
                      <a:pt x="24" y="36"/>
                      <a:pt x="35" y="38"/>
                    </a:cubicBezTo>
                    <a:cubicBezTo>
                      <a:pt x="45" y="40"/>
                      <a:pt x="57" y="41"/>
                      <a:pt x="67" y="42"/>
                    </a:cubicBezTo>
                    <a:cubicBezTo>
                      <a:pt x="86" y="44"/>
                      <a:pt x="106" y="46"/>
                      <a:pt x="125" y="44"/>
                    </a:cubicBezTo>
                    <a:cubicBezTo>
                      <a:pt x="144" y="43"/>
                      <a:pt x="160" y="35"/>
                      <a:pt x="176" y="27"/>
                    </a:cubicBezTo>
                    <a:cubicBezTo>
                      <a:pt x="181" y="24"/>
                      <a:pt x="193" y="19"/>
                      <a:pt x="191" y="11"/>
                    </a:cubicBezTo>
                    <a:cubicBezTo>
                      <a:pt x="189" y="3"/>
                      <a:pt x="165" y="0"/>
                      <a:pt x="157" y="0"/>
                    </a:cubicBezTo>
                    <a:cubicBezTo>
                      <a:pt x="160" y="27"/>
                      <a:pt x="111" y="36"/>
                      <a:pt x="91" y="36"/>
                    </a:cubicBezTo>
                    <a:cubicBezTo>
                      <a:pt x="79" y="35"/>
                      <a:pt x="67" y="35"/>
                      <a:pt x="54" y="35"/>
                    </a:cubicBezTo>
                    <a:cubicBezTo>
                      <a:pt x="43" y="34"/>
                      <a:pt x="32" y="31"/>
                      <a:pt x="21" y="31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" name="Freeform 944">
                <a:extLst>
                  <a:ext uri="{FF2B5EF4-FFF2-40B4-BE49-F238E27FC236}">
                    <a16:creationId xmlns:a16="http://schemas.microsoft.com/office/drawing/2014/main" id="{50F13E28-FBFD-4231-A5E2-BF7708145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395"/>
                <a:ext cx="95" cy="22"/>
              </a:xfrm>
              <a:custGeom>
                <a:avLst/>
                <a:gdLst>
                  <a:gd name="T0" fmla="*/ 0 w 60"/>
                  <a:gd name="T1" fmla="*/ 116 h 14"/>
                  <a:gd name="T2" fmla="*/ 271 w 60"/>
                  <a:gd name="T3" fmla="*/ 116 h 14"/>
                  <a:gd name="T4" fmla="*/ 597 w 60"/>
                  <a:gd name="T5" fmla="*/ 0 h 14"/>
                  <a:gd name="T6" fmla="*/ 63 w 60"/>
                  <a:gd name="T7" fmla="*/ 13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4">
                    <a:moveTo>
                      <a:pt x="0" y="12"/>
                    </a:moveTo>
                    <a:cubicBezTo>
                      <a:pt x="10" y="12"/>
                      <a:pt x="18" y="14"/>
                      <a:pt x="27" y="12"/>
                    </a:cubicBezTo>
                    <a:cubicBezTo>
                      <a:pt x="39" y="9"/>
                      <a:pt x="48" y="3"/>
                      <a:pt x="60" y="0"/>
                    </a:cubicBezTo>
                    <a:cubicBezTo>
                      <a:pt x="41" y="2"/>
                      <a:pt x="24" y="8"/>
                      <a:pt x="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" name="Oval 945">
                <a:extLst>
                  <a:ext uri="{FF2B5EF4-FFF2-40B4-BE49-F238E27FC236}">
                    <a16:creationId xmlns:a16="http://schemas.microsoft.com/office/drawing/2014/main" id="{2D2B4CF9-6C2B-46E4-89FD-444E6ED0E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1416"/>
                <a:ext cx="82" cy="46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05" name="Oval 946">
                <a:extLst>
                  <a:ext uri="{FF2B5EF4-FFF2-40B4-BE49-F238E27FC236}">
                    <a16:creationId xmlns:a16="http://schemas.microsoft.com/office/drawing/2014/main" id="{1489AFC5-AC79-4EA3-BC4F-07C1B1B9F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5" y="1406"/>
                <a:ext cx="83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06" name="Oval 947">
                <a:extLst>
                  <a:ext uri="{FF2B5EF4-FFF2-40B4-BE49-F238E27FC236}">
                    <a16:creationId xmlns:a16="http://schemas.microsoft.com/office/drawing/2014/main" id="{AC94D684-8354-442D-B498-DECC420B5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2" y="1411"/>
                <a:ext cx="82" cy="46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07" name="Freeform 948">
                <a:extLst>
                  <a:ext uri="{FF2B5EF4-FFF2-40B4-BE49-F238E27FC236}">
                    <a16:creationId xmlns:a16="http://schemas.microsoft.com/office/drawing/2014/main" id="{D10BA39D-99CD-4D9A-971D-6786D2456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422"/>
                <a:ext cx="62" cy="32"/>
              </a:xfrm>
              <a:custGeom>
                <a:avLst/>
                <a:gdLst>
                  <a:gd name="T0" fmla="*/ 0 w 39"/>
                  <a:gd name="T1" fmla="*/ 123 h 20"/>
                  <a:gd name="T2" fmla="*/ 0 w 39"/>
                  <a:gd name="T3" fmla="*/ 144 h 20"/>
                  <a:gd name="T4" fmla="*/ 184 w 39"/>
                  <a:gd name="T5" fmla="*/ 210 h 20"/>
                  <a:gd name="T6" fmla="*/ 397 w 39"/>
                  <a:gd name="T7" fmla="*/ 86 h 20"/>
                  <a:gd name="T8" fmla="*/ 397 w 39"/>
                  <a:gd name="T9" fmla="*/ 54 h 20"/>
                  <a:gd name="T10" fmla="*/ 210 w 39"/>
                  <a:gd name="T11" fmla="*/ 0 h 20"/>
                  <a:gd name="T12" fmla="*/ 0 w 39"/>
                  <a:gd name="T13" fmla="*/ 12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0">
                    <a:moveTo>
                      <a:pt x="0" y="12"/>
                    </a:moveTo>
                    <a:cubicBezTo>
                      <a:pt x="0" y="13"/>
                      <a:pt x="0" y="14"/>
                      <a:pt x="0" y="14"/>
                    </a:cubicBezTo>
                    <a:cubicBezTo>
                      <a:pt x="4" y="18"/>
                      <a:pt x="11" y="20"/>
                      <a:pt x="18" y="20"/>
                    </a:cubicBezTo>
                    <a:cubicBezTo>
                      <a:pt x="30" y="20"/>
                      <a:pt x="39" y="14"/>
                      <a:pt x="39" y="8"/>
                    </a:cubicBezTo>
                    <a:cubicBezTo>
                      <a:pt x="39" y="7"/>
                      <a:pt x="39" y="6"/>
                      <a:pt x="39" y="5"/>
                    </a:cubicBezTo>
                    <a:cubicBezTo>
                      <a:pt x="35" y="2"/>
                      <a:pt x="28" y="0"/>
                      <a:pt x="21" y="0"/>
                    </a:cubicBezTo>
                    <a:cubicBezTo>
                      <a:pt x="9" y="0"/>
                      <a:pt x="0" y="5"/>
                      <a:pt x="0" y="12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" name="Oval 949">
                <a:extLst>
                  <a:ext uri="{FF2B5EF4-FFF2-40B4-BE49-F238E27FC236}">
                    <a16:creationId xmlns:a16="http://schemas.microsoft.com/office/drawing/2014/main" id="{0723B9B1-A44D-4CAF-879E-FACB3C5D0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1421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09" name="Oval 950">
                <a:extLst>
                  <a:ext uri="{FF2B5EF4-FFF2-40B4-BE49-F238E27FC236}">
                    <a16:creationId xmlns:a16="http://schemas.microsoft.com/office/drawing/2014/main" id="{C8846425-5D7B-4560-8876-85A302B88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7" y="1421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10" name="Freeform 951">
                <a:extLst>
                  <a:ext uri="{FF2B5EF4-FFF2-40B4-BE49-F238E27FC236}">
                    <a16:creationId xmlns:a16="http://schemas.microsoft.com/office/drawing/2014/main" id="{1497615C-7357-49C5-9025-F2D484D9F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436"/>
                <a:ext cx="46" cy="21"/>
              </a:xfrm>
              <a:custGeom>
                <a:avLst/>
                <a:gdLst>
                  <a:gd name="T0" fmla="*/ 292 w 29"/>
                  <a:gd name="T1" fmla="*/ 0 h 13"/>
                  <a:gd name="T2" fmla="*/ 0 w 29"/>
                  <a:gd name="T3" fmla="*/ 110 h 13"/>
                  <a:gd name="T4" fmla="*/ 292 w 2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3">
                    <a:moveTo>
                      <a:pt x="29" y="0"/>
                    </a:moveTo>
                    <a:cubicBezTo>
                      <a:pt x="24" y="11"/>
                      <a:pt x="10" y="13"/>
                      <a:pt x="0" y="10"/>
                    </a:cubicBezTo>
                    <a:cubicBezTo>
                      <a:pt x="7" y="9"/>
                      <a:pt x="21" y="8"/>
                      <a:pt x="29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" name="Freeform 952">
                <a:extLst>
                  <a:ext uri="{FF2B5EF4-FFF2-40B4-BE49-F238E27FC236}">
                    <a16:creationId xmlns:a16="http://schemas.microsoft.com/office/drawing/2014/main" id="{82BE4903-99EF-4FC6-93BB-EF94E401F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1361"/>
                <a:ext cx="607" cy="154"/>
              </a:xfrm>
              <a:custGeom>
                <a:avLst/>
                <a:gdLst>
                  <a:gd name="T0" fmla="*/ 13 w 383"/>
                  <a:gd name="T1" fmla="*/ 575 h 98"/>
                  <a:gd name="T2" fmla="*/ 559 w 383"/>
                  <a:gd name="T3" fmla="*/ 618 h 98"/>
                  <a:gd name="T4" fmla="*/ 1911 w 383"/>
                  <a:gd name="T5" fmla="*/ 748 h 98"/>
                  <a:gd name="T6" fmla="*/ 3388 w 383"/>
                  <a:gd name="T7" fmla="*/ 748 h 98"/>
                  <a:gd name="T8" fmla="*/ 3831 w 383"/>
                  <a:gd name="T9" fmla="*/ 440 h 98"/>
                  <a:gd name="T10" fmla="*/ 3320 w 383"/>
                  <a:gd name="T11" fmla="*/ 250 h 98"/>
                  <a:gd name="T12" fmla="*/ 2258 w 383"/>
                  <a:gd name="T13" fmla="*/ 13 h 98"/>
                  <a:gd name="T14" fmla="*/ 1211 w 383"/>
                  <a:gd name="T15" fmla="*/ 182 h 98"/>
                  <a:gd name="T16" fmla="*/ 13 w 383"/>
                  <a:gd name="T17" fmla="*/ 575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3" h="98">
                    <a:moveTo>
                      <a:pt x="1" y="60"/>
                    </a:moveTo>
                    <a:cubicBezTo>
                      <a:pt x="2" y="67"/>
                      <a:pt x="14" y="63"/>
                      <a:pt x="56" y="64"/>
                    </a:cubicBezTo>
                    <a:cubicBezTo>
                      <a:pt x="98" y="66"/>
                      <a:pt x="148" y="71"/>
                      <a:pt x="191" y="78"/>
                    </a:cubicBezTo>
                    <a:cubicBezTo>
                      <a:pt x="234" y="85"/>
                      <a:pt x="296" y="98"/>
                      <a:pt x="339" y="78"/>
                    </a:cubicBezTo>
                    <a:cubicBezTo>
                      <a:pt x="383" y="57"/>
                      <a:pt x="383" y="52"/>
                      <a:pt x="383" y="46"/>
                    </a:cubicBezTo>
                    <a:cubicBezTo>
                      <a:pt x="383" y="39"/>
                      <a:pt x="355" y="29"/>
                      <a:pt x="332" y="26"/>
                    </a:cubicBezTo>
                    <a:cubicBezTo>
                      <a:pt x="309" y="22"/>
                      <a:pt x="257" y="0"/>
                      <a:pt x="226" y="1"/>
                    </a:cubicBezTo>
                    <a:cubicBezTo>
                      <a:pt x="195" y="2"/>
                      <a:pt x="165" y="8"/>
                      <a:pt x="121" y="19"/>
                    </a:cubicBezTo>
                    <a:cubicBezTo>
                      <a:pt x="77" y="29"/>
                      <a:pt x="0" y="46"/>
                      <a:pt x="1" y="6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" name="Freeform 953">
                <a:extLst>
                  <a:ext uri="{FF2B5EF4-FFF2-40B4-BE49-F238E27FC236}">
                    <a16:creationId xmlns:a16="http://schemas.microsoft.com/office/drawing/2014/main" id="{7D6DB75F-0995-4ABF-A8F9-193A7A257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1479"/>
                <a:ext cx="502" cy="264"/>
              </a:xfrm>
              <a:custGeom>
                <a:avLst/>
                <a:gdLst>
                  <a:gd name="T0" fmla="*/ 271 w 317"/>
                  <a:gd name="T1" fmla="*/ 319 h 167"/>
                  <a:gd name="T2" fmla="*/ 171 w 317"/>
                  <a:gd name="T3" fmla="*/ 783 h 167"/>
                  <a:gd name="T4" fmla="*/ 1006 w 317"/>
                  <a:gd name="T5" fmla="*/ 1257 h 167"/>
                  <a:gd name="T6" fmla="*/ 1843 w 317"/>
                  <a:gd name="T7" fmla="*/ 1549 h 167"/>
                  <a:gd name="T8" fmla="*/ 2478 w 317"/>
                  <a:gd name="T9" fmla="*/ 1154 h 167"/>
                  <a:gd name="T10" fmla="*/ 3145 w 317"/>
                  <a:gd name="T11" fmla="*/ 387 h 167"/>
                  <a:gd name="T12" fmla="*/ 2608 w 317"/>
                  <a:gd name="T13" fmla="*/ 277 h 167"/>
                  <a:gd name="T14" fmla="*/ 1672 w 317"/>
                  <a:gd name="T15" fmla="*/ 292 h 167"/>
                  <a:gd name="T16" fmla="*/ 271 w 317"/>
                  <a:gd name="T17" fmla="*/ 319 h 1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7" h="167">
                    <a:moveTo>
                      <a:pt x="27" y="32"/>
                    </a:moveTo>
                    <a:cubicBezTo>
                      <a:pt x="8" y="54"/>
                      <a:pt x="0" y="70"/>
                      <a:pt x="17" y="79"/>
                    </a:cubicBezTo>
                    <a:cubicBezTo>
                      <a:pt x="34" y="88"/>
                      <a:pt x="72" y="107"/>
                      <a:pt x="101" y="127"/>
                    </a:cubicBezTo>
                    <a:cubicBezTo>
                      <a:pt x="131" y="147"/>
                      <a:pt x="157" y="167"/>
                      <a:pt x="185" y="157"/>
                    </a:cubicBezTo>
                    <a:cubicBezTo>
                      <a:pt x="213" y="146"/>
                      <a:pt x="224" y="129"/>
                      <a:pt x="249" y="117"/>
                    </a:cubicBezTo>
                    <a:cubicBezTo>
                      <a:pt x="274" y="106"/>
                      <a:pt x="317" y="68"/>
                      <a:pt x="316" y="39"/>
                    </a:cubicBezTo>
                    <a:cubicBezTo>
                      <a:pt x="316" y="11"/>
                      <a:pt x="291" y="20"/>
                      <a:pt x="262" y="28"/>
                    </a:cubicBezTo>
                    <a:cubicBezTo>
                      <a:pt x="233" y="36"/>
                      <a:pt x="199" y="35"/>
                      <a:pt x="168" y="30"/>
                    </a:cubicBezTo>
                    <a:cubicBezTo>
                      <a:pt x="137" y="24"/>
                      <a:pt x="48" y="0"/>
                      <a:pt x="27" y="32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" name="Freeform 954">
                <a:extLst>
                  <a:ext uri="{FF2B5EF4-FFF2-40B4-BE49-F238E27FC236}">
                    <a16:creationId xmlns:a16="http://schemas.microsoft.com/office/drawing/2014/main" id="{DC2E3934-480D-4533-B749-20EEB2B01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514"/>
                <a:ext cx="442" cy="210"/>
              </a:xfrm>
              <a:custGeom>
                <a:avLst/>
                <a:gdLst>
                  <a:gd name="T0" fmla="*/ 0 w 279"/>
                  <a:gd name="T1" fmla="*/ 546 h 133"/>
                  <a:gd name="T2" fmla="*/ 1022 w 279"/>
                  <a:gd name="T3" fmla="*/ 1149 h 133"/>
                  <a:gd name="T4" fmla="*/ 1778 w 279"/>
                  <a:gd name="T5" fmla="*/ 968 h 133"/>
                  <a:gd name="T6" fmla="*/ 2375 w 279"/>
                  <a:gd name="T7" fmla="*/ 578 h 133"/>
                  <a:gd name="T8" fmla="*/ 2375 w 279"/>
                  <a:gd name="T9" fmla="*/ 129 h 133"/>
                  <a:gd name="T10" fmla="*/ 2147 w 279"/>
                  <a:gd name="T11" fmla="*/ 504 h 133"/>
                  <a:gd name="T12" fmla="*/ 1507 w 279"/>
                  <a:gd name="T13" fmla="*/ 611 h 133"/>
                  <a:gd name="T14" fmla="*/ 1114 w 279"/>
                  <a:gd name="T15" fmla="*/ 728 h 133"/>
                  <a:gd name="T16" fmla="*/ 768 w 279"/>
                  <a:gd name="T17" fmla="*/ 835 h 133"/>
                  <a:gd name="T18" fmla="*/ 0 w 279"/>
                  <a:gd name="T19" fmla="*/ 529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9" h="133">
                    <a:moveTo>
                      <a:pt x="0" y="56"/>
                    </a:moveTo>
                    <a:cubicBezTo>
                      <a:pt x="36" y="69"/>
                      <a:pt x="68" y="99"/>
                      <a:pt x="102" y="117"/>
                    </a:cubicBezTo>
                    <a:cubicBezTo>
                      <a:pt x="131" y="133"/>
                      <a:pt x="154" y="114"/>
                      <a:pt x="178" y="99"/>
                    </a:cubicBezTo>
                    <a:cubicBezTo>
                      <a:pt x="200" y="86"/>
                      <a:pt x="221" y="79"/>
                      <a:pt x="238" y="59"/>
                    </a:cubicBezTo>
                    <a:cubicBezTo>
                      <a:pt x="252" y="44"/>
                      <a:pt x="279" y="0"/>
                      <a:pt x="238" y="13"/>
                    </a:cubicBezTo>
                    <a:cubicBezTo>
                      <a:pt x="253" y="20"/>
                      <a:pt x="223" y="46"/>
                      <a:pt x="215" y="51"/>
                    </a:cubicBezTo>
                    <a:cubicBezTo>
                      <a:pt x="198" y="62"/>
                      <a:pt x="171" y="63"/>
                      <a:pt x="151" y="62"/>
                    </a:cubicBezTo>
                    <a:cubicBezTo>
                      <a:pt x="161" y="86"/>
                      <a:pt x="121" y="75"/>
                      <a:pt x="112" y="74"/>
                    </a:cubicBezTo>
                    <a:cubicBezTo>
                      <a:pt x="111" y="97"/>
                      <a:pt x="95" y="93"/>
                      <a:pt x="77" y="85"/>
                    </a:cubicBezTo>
                    <a:cubicBezTo>
                      <a:pt x="57" y="76"/>
                      <a:pt x="22" y="56"/>
                      <a:pt x="0" y="54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" name="Freeform 955">
                <a:extLst>
                  <a:ext uri="{FF2B5EF4-FFF2-40B4-BE49-F238E27FC236}">
                    <a16:creationId xmlns:a16="http://schemas.microsoft.com/office/drawing/2014/main" id="{4697C630-AFFB-4D90-8AB5-B96E26901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517"/>
                <a:ext cx="257" cy="55"/>
              </a:xfrm>
              <a:custGeom>
                <a:avLst/>
                <a:gdLst>
                  <a:gd name="T0" fmla="*/ 0 w 162"/>
                  <a:gd name="T1" fmla="*/ 333 h 35"/>
                  <a:gd name="T2" fmla="*/ 497 w 162"/>
                  <a:gd name="T3" fmla="*/ 0 h 35"/>
                  <a:gd name="T4" fmla="*/ 1628 w 162"/>
                  <a:gd name="T5" fmla="*/ 148 h 35"/>
                  <a:gd name="T6" fmla="*/ 1125 w 162"/>
                  <a:gd name="T7" fmla="*/ 163 h 35"/>
                  <a:gd name="T8" fmla="*/ 703 w 162"/>
                  <a:gd name="T9" fmla="*/ 212 h 35"/>
                  <a:gd name="T10" fmla="*/ 360 w 162"/>
                  <a:gd name="T11" fmla="*/ 299 h 35"/>
                  <a:gd name="T12" fmla="*/ 100 w 162"/>
                  <a:gd name="T13" fmla="*/ 267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35">
                    <a:moveTo>
                      <a:pt x="0" y="35"/>
                    </a:moveTo>
                    <a:cubicBezTo>
                      <a:pt x="1" y="11"/>
                      <a:pt x="29" y="0"/>
                      <a:pt x="49" y="0"/>
                    </a:cubicBezTo>
                    <a:cubicBezTo>
                      <a:pt x="86" y="0"/>
                      <a:pt x="123" y="16"/>
                      <a:pt x="162" y="15"/>
                    </a:cubicBezTo>
                    <a:cubicBezTo>
                      <a:pt x="145" y="14"/>
                      <a:pt x="128" y="17"/>
                      <a:pt x="112" y="17"/>
                    </a:cubicBezTo>
                    <a:cubicBezTo>
                      <a:pt x="97" y="17"/>
                      <a:pt x="83" y="15"/>
                      <a:pt x="70" y="22"/>
                    </a:cubicBezTo>
                    <a:cubicBezTo>
                      <a:pt x="58" y="28"/>
                      <a:pt x="50" y="35"/>
                      <a:pt x="36" y="31"/>
                    </a:cubicBezTo>
                    <a:cubicBezTo>
                      <a:pt x="26" y="29"/>
                      <a:pt x="20" y="22"/>
                      <a:pt x="10" y="28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" name="Freeform 956">
                <a:extLst>
                  <a:ext uri="{FF2B5EF4-FFF2-40B4-BE49-F238E27FC236}">
                    <a16:creationId xmlns:a16="http://schemas.microsoft.com/office/drawing/2014/main" id="{2F38A7C0-5A6F-4DE3-B9A1-67265E48E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1519"/>
                <a:ext cx="33" cy="20"/>
              </a:xfrm>
              <a:custGeom>
                <a:avLst/>
                <a:gdLst>
                  <a:gd name="T0" fmla="*/ 0 w 21"/>
                  <a:gd name="T1" fmla="*/ 114 h 13"/>
                  <a:gd name="T2" fmla="*/ 203 w 21"/>
                  <a:gd name="T3" fmla="*/ 62 h 13"/>
                  <a:gd name="T4" fmla="*/ 170 w 21"/>
                  <a:gd name="T5" fmla="*/ 102 h 13"/>
                  <a:gd name="T6" fmla="*/ 86 w 21"/>
                  <a:gd name="T7" fmla="*/ 8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0" y="13"/>
                    </a:moveTo>
                    <a:cubicBezTo>
                      <a:pt x="3" y="3"/>
                      <a:pt x="13" y="0"/>
                      <a:pt x="21" y="7"/>
                    </a:cubicBezTo>
                    <a:cubicBezTo>
                      <a:pt x="21" y="8"/>
                      <a:pt x="19" y="11"/>
                      <a:pt x="18" y="12"/>
                    </a:cubicBezTo>
                    <a:cubicBezTo>
                      <a:pt x="13" y="12"/>
                      <a:pt x="10" y="10"/>
                      <a:pt x="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" name="Freeform 957">
                <a:extLst>
                  <a:ext uri="{FF2B5EF4-FFF2-40B4-BE49-F238E27FC236}">
                    <a16:creationId xmlns:a16="http://schemas.microsoft.com/office/drawing/2014/main" id="{D67CC17D-36FD-48C1-9EA1-731E8DCB4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525"/>
                <a:ext cx="13" cy="11"/>
              </a:xfrm>
              <a:custGeom>
                <a:avLst/>
                <a:gdLst>
                  <a:gd name="T0" fmla="*/ 47 w 8"/>
                  <a:gd name="T1" fmla="*/ 0 h 7"/>
                  <a:gd name="T2" fmla="*/ 21 w 8"/>
                  <a:gd name="T3" fmla="*/ 66 h 7"/>
                  <a:gd name="T4" fmla="*/ 89 w 8"/>
                  <a:gd name="T5" fmla="*/ 35 h 7"/>
                  <a:gd name="T6" fmla="*/ 47 w 8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2" y="3"/>
                      <a:pt x="0" y="4"/>
                      <a:pt x="2" y="7"/>
                    </a:cubicBezTo>
                    <a:cubicBezTo>
                      <a:pt x="5" y="7"/>
                      <a:pt x="7" y="6"/>
                      <a:pt x="8" y="4"/>
                    </a:cubicBezTo>
                    <a:cubicBezTo>
                      <a:pt x="8" y="1"/>
                      <a:pt x="6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" name="Freeform 958">
                <a:extLst>
                  <a:ext uri="{FF2B5EF4-FFF2-40B4-BE49-F238E27FC236}">
                    <a16:creationId xmlns:a16="http://schemas.microsoft.com/office/drawing/2014/main" id="{2530291C-858A-49B3-AF4D-39F12626F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541"/>
                <a:ext cx="11" cy="8"/>
              </a:xfrm>
              <a:custGeom>
                <a:avLst/>
                <a:gdLst>
                  <a:gd name="T0" fmla="*/ 35 w 7"/>
                  <a:gd name="T1" fmla="*/ 0 h 5"/>
                  <a:gd name="T2" fmla="*/ 0 w 7"/>
                  <a:gd name="T3" fmla="*/ 21 h 5"/>
                  <a:gd name="T4" fmla="*/ 66 w 7"/>
                  <a:gd name="T5" fmla="*/ 5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1" y="5"/>
                      <a:pt x="4" y="5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" name="Oval 959">
                <a:extLst>
                  <a:ext uri="{FF2B5EF4-FFF2-40B4-BE49-F238E27FC236}">
                    <a16:creationId xmlns:a16="http://schemas.microsoft.com/office/drawing/2014/main" id="{D31FD96E-0A8E-425A-AABD-460D2969D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1594"/>
                <a:ext cx="84" cy="65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19" name="Oval 960">
                <a:extLst>
                  <a:ext uri="{FF2B5EF4-FFF2-40B4-BE49-F238E27FC236}">
                    <a16:creationId xmlns:a16="http://schemas.microsoft.com/office/drawing/2014/main" id="{7F8E8DC1-3E1F-4F9B-8BFE-F61AEA4D8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1580"/>
                <a:ext cx="84" cy="6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20" name="Oval 961">
                <a:extLst>
                  <a:ext uri="{FF2B5EF4-FFF2-40B4-BE49-F238E27FC236}">
                    <a16:creationId xmlns:a16="http://schemas.microsoft.com/office/drawing/2014/main" id="{DA4206B5-76CA-4B46-8A13-ADC0BC6D5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588"/>
                <a:ext cx="84" cy="65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21" name="Freeform 962">
                <a:extLst>
                  <a:ext uri="{FF2B5EF4-FFF2-40B4-BE49-F238E27FC236}">
                    <a16:creationId xmlns:a16="http://schemas.microsoft.com/office/drawing/2014/main" id="{B58691DA-CF3A-4B3D-9AFF-0ED8DBD1C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604"/>
                <a:ext cx="65" cy="44"/>
              </a:xfrm>
              <a:custGeom>
                <a:avLst/>
                <a:gdLst>
                  <a:gd name="T0" fmla="*/ 0 w 41"/>
                  <a:gd name="T1" fmla="*/ 163 h 28"/>
                  <a:gd name="T2" fmla="*/ 13 w 41"/>
                  <a:gd name="T3" fmla="*/ 190 h 28"/>
                  <a:gd name="T4" fmla="*/ 190 w 41"/>
                  <a:gd name="T5" fmla="*/ 267 h 28"/>
                  <a:gd name="T6" fmla="*/ 409 w 41"/>
                  <a:gd name="T7" fmla="*/ 104 h 28"/>
                  <a:gd name="T8" fmla="*/ 400 w 41"/>
                  <a:gd name="T9" fmla="*/ 66 h 28"/>
                  <a:gd name="T10" fmla="*/ 219 w 41"/>
                  <a:gd name="T11" fmla="*/ 0 h 28"/>
                  <a:gd name="T12" fmla="*/ 0 w 41"/>
                  <a:gd name="T13" fmla="*/ 16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8">
                    <a:moveTo>
                      <a:pt x="0" y="17"/>
                    </a:moveTo>
                    <a:cubicBezTo>
                      <a:pt x="0" y="18"/>
                      <a:pt x="0" y="19"/>
                      <a:pt x="1" y="20"/>
                    </a:cubicBezTo>
                    <a:cubicBezTo>
                      <a:pt x="5" y="25"/>
                      <a:pt x="11" y="28"/>
                      <a:pt x="19" y="28"/>
                    </a:cubicBezTo>
                    <a:cubicBezTo>
                      <a:pt x="31" y="28"/>
                      <a:pt x="41" y="20"/>
                      <a:pt x="41" y="11"/>
                    </a:cubicBezTo>
                    <a:cubicBezTo>
                      <a:pt x="41" y="10"/>
                      <a:pt x="41" y="9"/>
                      <a:pt x="40" y="7"/>
                    </a:cubicBezTo>
                    <a:cubicBezTo>
                      <a:pt x="36" y="3"/>
                      <a:pt x="30" y="0"/>
                      <a:pt x="22" y="0"/>
                    </a:cubicBezTo>
                    <a:cubicBezTo>
                      <a:pt x="10" y="0"/>
                      <a:pt x="0" y="7"/>
                      <a:pt x="0" y="17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" name="Oval 963">
                <a:extLst>
                  <a:ext uri="{FF2B5EF4-FFF2-40B4-BE49-F238E27FC236}">
                    <a16:creationId xmlns:a16="http://schemas.microsoft.com/office/drawing/2014/main" id="{1F17DF54-032C-44C3-B1EA-15F804968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" y="1602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23" name="Oval 964">
                <a:extLst>
                  <a:ext uri="{FF2B5EF4-FFF2-40B4-BE49-F238E27FC236}">
                    <a16:creationId xmlns:a16="http://schemas.microsoft.com/office/drawing/2014/main" id="{53C11AC4-E35D-438A-8E11-D29049EEA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1" y="1601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24" name="Freeform 965">
                <a:extLst>
                  <a:ext uri="{FF2B5EF4-FFF2-40B4-BE49-F238E27FC236}">
                    <a16:creationId xmlns:a16="http://schemas.microsoft.com/office/drawing/2014/main" id="{E07EA84B-4A96-47E3-A78D-48EE18B01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624"/>
                <a:ext cx="48" cy="29"/>
              </a:xfrm>
              <a:custGeom>
                <a:avLst/>
                <a:gdLst>
                  <a:gd name="T0" fmla="*/ 315 w 30"/>
                  <a:gd name="T1" fmla="*/ 0 h 18"/>
                  <a:gd name="T2" fmla="*/ 0 w 30"/>
                  <a:gd name="T3" fmla="*/ 143 h 18"/>
                  <a:gd name="T4" fmla="*/ 315 w 3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8">
                    <a:moveTo>
                      <a:pt x="30" y="0"/>
                    </a:moveTo>
                    <a:cubicBezTo>
                      <a:pt x="25" y="16"/>
                      <a:pt x="10" y="18"/>
                      <a:pt x="0" y="13"/>
                    </a:cubicBezTo>
                    <a:cubicBezTo>
                      <a:pt x="8" y="13"/>
                      <a:pt x="22" y="11"/>
                      <a:pt x="30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" name="Freeform 966">
                <a:extLst>
                  <a:ext uri="{FF2B5EF4-FFF2-40B4-BE49-F238E27FC236}">
                    <a16:creationId xmlns:a16="http://schemas.microsoft.com/office/drawing/2014/main" id="{362AC772-5CC0-4F79-B5EF-EE62438F6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1479"/>
                <a:ext cx="502" cy="264"/>
              </a:xfrm>
              <a:custGeom>
                <a:avLst/>
                <a:gdLst>
                  <a:gd name="T0" fmla="*/ 271 w 317"/>
                  <a:gd name="T1" fmla="*/ 319 h 167"/>
                  <a:gd name="T2" fmla="*/ 171 w 317"/>
                  <a:gd name="T3" fmla="*/ 783 h 167"/>
                  <a:gd name="T4" fmla="*/ 1006 w 317"/>
                  <a:gd name="T5" fmla="*/ 1257 h 167"/>
                  <a:gd name="T6" fmla="*/ 1843 w 317"/>
                  <a:gd name="T7" fmla="*/ 1549 h 167"/>
                  <a:gd name="T8" fmla="*/ 2478 w 317"/>
                  <a:gd name="T9" fmla="*/ 1154 h 167"/>
                  <a:gd name="T10" fmla="*/ 3145 w 317"/>
                  <a:gd name="T11" fmla="*/ 387 h 167"/>
                  <a:gd name="T12" fmla="*/ 2608 w 317"/>
                  <a:gd name="T13" fmla="*/ 277 h 167"/>
                  <a:gd name="T14" fmla="*/ 1672 w 317"/>
                  <a:gd name="T15" fmla="*/ 292 h 167"/>
                  <a:gd name="T16" fmla="*/ 271 w 317"/>
                  <a:gd name="T17" fmla="*/ 319 h 1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7" h="167">
                    <a:moveTo>
                      <a:pt x="27" y="32"/>
                    </a:moveTo>
                    <a:cubicBezTo>
                      <a:pt x="8" y="54"/>
                      <a:pt x="0" y="70"/>
                      <a:pt x="17" y="79"/>
                    </a:cubicBezTo>
                    <a:cubicBezTo>
                      <a:pt x="34" y="88"/>
                      <a:pt x="72" y="107"/>
                      <a:pt x="101" y="127"/>
                    </a:cubicBezTo>
                    <a:cubicBezTo>
                      <a:pt x="131" y="147"/>
                      <a:pt x="157" y="167"/>
                      <a:pt x="185" y="157"/>
                    </a:cubicBezTo>
                    <a:cubicBezTo>
                      <a:pt x="213" y="146"/>
                      <a:pt x="224" y="129"/>
                      <a:pt x="249" y="117"/>
                    </a:cubicBezTo>
                    <a:cubicBezTo>
                      <a:pt x="274" y="106"/>
                      <a:pt x="317" y="68"/>
                      <a:pt x="316" y="39"/>
                    </a:cubicBezTo>
                    <a:cubicBezTo>
                      <a:pt x="316" y="11"/>
                      <a:pt x="291" y="20"/>
                      <a:pt x="262" y="28"/>
                    </a:cubicBezTo>
                    <a:cubicBezTo>
                      <a:pt x="233" y="36"/>
                      <a:pt x="199" y="35"/>
                      <a:pt x="168" y="30"/>
                    </a:cubicBezTo>
                    <a:cubicBezTo>
                      <a:pt x="137" y="24"/>
                      <a:pt x="48" y="0"/>
                      <a:pt x="27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" name="Freeform 967">
                <a:extLst>
                  <a:ext uri="{FF2B5EF4-FFF2-40B4-BE49-F238E27FC236}">
                    <a16:creationId xmlns:a16="http://schemas.microsoft.com/office/drawing/2014/main" id="{13C98F2F-931B-4D59-BD9C-AC0FC4A45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1634"/>
                <a:ext cx="574" cy="253"/>
              </a:xfrm>
              <a:custGeom>
                <a:avLst/>
                <a:gdLst>
                  <a:gd name="T0" fmla="*/ 2017 w 362"/>
                  <a:gd name="T1" fmla="*/ 33 h 160"/>
                  <a:gd name="T2" fmla="*/ 3014 w 362"/>
                  <a:gd name="T3" fmla="*/ 443 h 160"/>
                  <a:gd name="T4" fmla="*/ 3576 w 362"/>
                  <a:gd name="T5" fmla="*/ 1067 h 160"/>
                  <a:gd name="T6" fmla="*/ 2396 w 362"/>
                  <a:gd name="T7" fmla="*/ 1195 h 160"/>
                  <a:gd name="T8" fmla="*/ 1253 w 362"/>
                  <a:gd name="T9" fmla="*/ 1442 h 160"/>
                  <a:gd name="T10" fmla="*/ 13 w 362"/>
                  <a:gd name="T11" fmla="*/ 968 h 160"/>
                  <a:gd name="T12" fmla="*/ 872 w 362"/>
                  <a:gd name="T13" fmla="*/ 515 h 160"/>
                  <a:gd name="T14" fmla="*/ 2017 w 362"/>
                  <a:gd name="T15" fmla="*/ 33 h 1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2" h="160">
                    <a:moveTo>
                      <a:pt x="201" y="3"/>
                    </a:moveTo>
                    <a:cubicBezTo>
                      <a:pt x="224" y="0"/>
                      <a:pt x="252" y="8"/>
                      <a:pt x="301" y="45"/>
                    </a:cubicBezTo>
                    <a:cubicBezTo>
                      <a:pt x="350" y="82"/>
                      <a:pt x="362" y="86"/>
                      <a:pt x="357" y="108"/>
                    </a:cubicBezTo>
                    <a:cubicBezTo>
                      <a:pt x="353" y="129"/>
                      <a:pt x="281" y="109"/>
                      <a:pt x="239" y="121"/>
                    </a:cubicBezTo>
                    <a:cubicBezTo>
                      <a:pt x="197" y="133"/>
                      <a:pt x="179" y="160"/>
                      <a:pt x="125" y="146"/>
                    </a:cubicBezTo>
                    <a:cubicBezTo>
                      <a:pt x="71" y="133"/>
                      <a:pt x="2" y="117"/>
                      <a:pt x="1" y="98"/>
                    </a:cubicBezTo>
                    <a:cubicBezTo>
                      <a:pt x="0" y="78"/>
                      <a:pt x="41" y="68"/>
                      <a:pt x="87" y="52"/>
                    </a:cubicBezTo>
                    <a:cubicBezTo>
                      <a:pt x="132" y="36"/>
                      <a:pt x="180" y="6"/>
                      <a:pt x="201" y="3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" name="Freeform 968">
                <a:extLst>
                  <a:ext uri="{FF2B5EF4-FFF2-40B4-BE49-F238E27FC236}">
                    <a16:creationId xmlns:a16="http://schemas.microsoft.com/office/drawing/2014/main" id="{420B0F40-587C-4BAB-8FF1-25F91BD9F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729"/>
                <a:ext cx="523" cy="126"/>
              </a:xfrm>
              <a:custGeom>
                <a:avLst/>
                <a:gdLst>
                  <a:gd name="T0" fmla="*/ 0 w 330"/>
                  <a:gd name="T1" fmla="*/ 441 h 80"/>
                  <a:gd name="T2" fmla="*/ 322 w 330"/>
                  <a:gd name="T3" fmla="*/ 570 h 80"/>
                  <a:gd name="T4" fmla="*/ 639 w 330"/>
                  <a:gd name="T5" fmla="*/ 674 h 80"/>
                  <a:gd name="T6" fmla="*/ 1178 w 330"/>
                  <a:gd name="T7" fmla="*/ 747 h 80"/>
                  <a:gd name="T8" fmla="*/ 1680 w 330"/>
                  <a:gd name="T9" fmla="*/ 630 h 80"/>
                  <a:gd name="T10" fmla="*/ 2090 w 330"/>
                  <a:gd name="T11" fmla="*/ 484 h 80"/>
                  <a:gd name="T12" fmla="*/ 2921 w 330"/>
                  <a:gd name="T13" fmla="*/ 457 h 80"/>
                  <a:gd name="T14" fmla="*/ 2701 w 330"/>
                  <a:gd name="T15" fmla="*/ 0 h 80"/>
                  <a:gd name="T16" fmla="*/ 2750 w 330"/>
                  <a:gd name="T17" fmla="*/ 172 h 80"/>
                  <a:gd name="T18" fmla="*/ 2423 w 330"/>
                  <a:gd name="T19" fmla="*/ 216 h 80"/>
                  <a:gd name="T20" fmla="*/ 1761 w 330"/>
                  <a:gd name="T21" fmla="*/ 35 h 80"/>
                  <a:gd name="T22" fmla="*/ 1382 w 330"/>
                  <a:gd name="T23" fmla="*/ 184 h 80"/>
                  <a:gd name="T24" fmla="*/ 1452 w 330"/>
                  <a:gd name="T25" fmla="*/ 375 h 80"/>
                  <a:gd name="T26" fmla="*/ 1111 w 330"/>
                  <a:gd name="T27" fmla="*/ 610 h 80"/>
                  <a:gd name="T28" fmla="*/ 550 w 330"/>
                  <a:gd name="T29" fmla="*/ 491 h 80"/>
                  <a:gd name="T30" fmla="*/ 63 w 330"/>
                  <a:gd name="T31" fmla="*/ 436 h 8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0" h="80">
                    <a:moveTo>
                      <a:pt x="0" y="46"/>
                    </a:moveTo>
                    <a:cubicBezTo>
                      <a:pt x="7" y="52"/>
                      <a:pt x="23" y="56"/>
                      <a:pt x="32" y="59"/>
                    </a:cubicBezTo>
                    <a:cubicBezTo>
                      <a:pt x="42" y="63"/>
                      <a:pt x="53" y="67"/>
                      <a:pt x="64" y="70"/>
                    </a:cubicBezTo>
                    <a:cubicBezTo>
                      <a:pt x="83" y="75"/>
                      <a:pt x="99" y="80"/>
                      <a:pt x="118" y="77"/>
                    </a:cubicBezTo>
                    <a:cubicBezTo>
                      <a:pt x="136" y="75"/>
                      <a:pt x="151" y="72"/>
                      <a:pt x="168" y="65"/>
                    </a:cubicBezTo>
                    <a:cubicBezTo>
                      <a:pt x="182" y="59"/>
                      <a:pt x="195" y="53"/>
                      <a:pt x="209" y="50"/>
                    </a:cubicBezTo>
                    <a:cubicBezTo>
                      <a:pt x="237" y="46"/>
                      <a:pt x="265" y="52"/>
                      <a:pt x="292" y="47"/>
                    </a:cubicBezTo>
                    <a:cubicBezTo>
                      <a:pt x="330" y="41"/>
                      <a:pt x="284" y="9"/>
                      <a:pt x="270" y="0"/>
                    </a:cubicBezTo>
                    <a:cubicBezTo>
                      <a:pt x="276" y="4"/>
                      <a:pt x="279" y="12"/>
                      <a:pt x="275" y="18"/>
                    </a:cubicBezTo>
                    <a:cubicBezTo>
                      <a:pt x="269" y="27"/>
                      <a:pt x="251" y="23"/>
                      <a:pt x="242" y="22"/>
                    </a:cubicBezTo>
                    <a:cubicBezTo>
                      <a:pt x="220" y="18"/>
                      <a:pt x="198" y="10"/>
                      <a:pt x="176" y="4"/>
                    </a:cubicBezTo>
                    <a:cubicBezTo>
                      <a:pt x="176" y="25"/>
                      <a:pt x="155" y="25"/>
                      <a:pt x="138" y="19"/>
                    </a:cubicBezTo>
                    <a:cubicBezTo>
                      <a:pt x="138" y="27"/>
                      <a:pt x="146" y="31"/>
                      <a:pt x="145" y="39"/>
                    </a:cubicBezTo>
                    <a:cubicBezTo>
                      <a:pt x="144" y="52"/>
                      <a:pt x="122" y="61"/>
                      <a:pt x="111" y="63"/>
                    </a:cubicBezTo>
                    <a:cubicBezTo>
                      <a:pt x="91" y="66"/>
                      <a:pt x="73" y="56"/>
                      <a:pt x="55" y="51"/>
                    </a:cubicBezTo>
                    <a:cubicBezTo>
                      <a:pt x="41" y="47"/>
                      <a:pt x="17" y="53"/>
                      <a:pt x="6" y="45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" name="Freeform 969">
                <a:extLst>
                  <a:ext uri="{FF2B5EF4-FFF2-40B4-BE49-F238E27FC236}">
                    <a16:creationId xmlns:a16="http://schemas.microsoft.com/office/drawing/2014/main" id="{7562B331-32B9-4742-8B51-FF6DA307E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1659"/>
                <a:ext cx="279" cy="134"/>
              </a:xfrm>
              <a:custGeom>
                <a:avLst/>
                <a:gdLst>
                  <a:gd name="T0" fmla="*/ 159 w 176"/>
                  <a:gd name="T1" fmla="*/ 828 h 85"/>
                  <a:gd name="T2" fmla="*/ 227 w 176"/>
                  <a:gd name="T3" fmla="*/ 661 h 85"/>
                  <a:gd name="T4" fmla="*/ 851 w 176"/>
                  <a:gd name="T5" fmla="*/ 475 h 85"/>
                  <a:gd name="T6" fmla="*/ 1761 w 176"/>
                  <a:gd name="T7" fmla="*/ 0 h 85"/>
                  <a:gd name="T8" fmla="*/ 1143 w 176"/>
                  <a:gd name="T9" fmla="*/ 556 h 85"/>
                  <a:gd name="T10" fmla="*/ 184 w 176"/>
                  <a:gd name="T11" fmla="*/ 749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" h="85">
                    <a:moveTo>
                      <a:pt x="16" y="85"/>
                    </a:moveTo>
                    <a:cubicBezTo>
                      <a:pt x="0" y="83"/>
                      <a:pt x="18" y="70"/>
                      <a:pt x="23" y="68"/>
                    </a:cubicBezTo>
                    <a:cubicBezTo>
                      <a:pt x="42" y="59"/>
                      <a:pt x="64" y="55"/>
                      <a:pt x="85" y="49"/>
                    </a:cubicBezTo>
                    <a:cubicBezTo>
                      <a:pt x="117" y="38"/>
                      <a:pt x="147" y="18"/>
                      <a:pt x="176" y="0"/>
                    </a:cubicBezTo>
                    <a:cubicBezTo>
                      <a:pt x="153" y="17"/>
                      <a:pt x="137" y="40"/>
                      <a:pt x="114" y="57"/>
                    </a:cubicBezTo>
                    <a:cubicBezTo>
                      <a:pt x="93" y="73"/>
                      <a:pt x="43" y="77"/>
                      <a:pt x="18" y="77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" name="Freeform 970">
                <a:extLst>
                  <a:ext uri="{FF2B5EF4-FFF2-40B4-BE49-F238E27FC236}">
                    <a16:creationId xmlns:a16="http://schemas.microsoft.com/office/drawing/2014/main" id="{9693627E-4EE8-455A-8799-2683D92BF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1733"/>
                <a:ext cx="33" cy="23"/>
              </a:xfrm>
              <a:custGeom>
                <a:avLst/>
                <a:gdLst>
                  <a:gd name="T0" fmla="*/ 0 w 21"/>
                  <a:gd name="T1" fmla="*/ 117 h 14"/>
                  <a:gd name="T2" fmla="*/ 203 w 21"/>
                  <a:gd name="T3" fmla="*/ 21 h 14"/>
                  <a:gd name="T4" fmla="*/ 66 w 21"/>
                  <a:gd name="T5" fmla="*/ 3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0" y="10"/>
                    </a:moveTo>
                    <a:cubicBezTo>
                      <a:pt x="7" y="14"/>
                      <a:pt x="17" y="8"/>
                      <a:pt x="21" y="2"/>
                    </a:cubicBezTo>
                    <a:cubicBezTo>
                      <a:pt x="16" y="0"/>
                      <a:pt x="12" y="2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" name="Freeform 971">
                <a:extLst>
                  <a:ext uri="{FF2B5EF4-FFF2-40B4-BE49-F238E27FC236}">
                    <a16:creationId xmlns:a16="http://schemas.microsoft.com/office/drawing/2014/main" id="{52496A09-CCFA-4C99-B4B7-F875C89C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1730"/>
                <a:ext cx="10" cy="11"/>
              </a:xfrm>
              <a:custGeom>
                <a:avLst/>
                <a:gdLst>
                  <a:gd name="T0" fmla="*/ 13 w 6"/>
                  <a:gd name="T1" fmla="*/ 0 h 7"/>
                  <a:gd name="T2" fmla="*/ 0 w 6"/>
                  <a:gd name="T3" fmla="*/ 55 h 7"/>
                  <a:gd name="T4" fmla="*/ 78 w 6"/>
                  <a:gd name="T5" fmla="*/ 3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6" y="7"/>
                      <a:pt x="5" y="5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" name="Oval 972">
                <a:extLst>
                  <a:ext uri="{FF2B5EF4-FFF2-40B4-BE49-F238E27FC236}">
                    <a16:creationId xmlns:a16="http://schemas.microsoft.com/office/drawing/2014/main" id="{AA53D4E2-7E06-47DC-8D9D-A1792354F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3" y="1722"/>
                <a:ext cx="84" cy="65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32" name="Oval 973">
                <a:extLst>
                  <a:ext uri="{FF2B5EF4-FFF2-40B4-BE49-F238E27FC236}">
                    <a16:creationId xmlns:a16="http://schemas.microsoft.com/office/drawing/2014/main" id="{5FD62838-DEC5-4C48-81CB-3F98B1A46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2" y="1708"/>
                <a:ext cx="84" cy="6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33" name="Oval 974">
                <a:extLst>
                  <a:ext uri="{FF2B5EF4-FFF2-40B4-BE49-F238E27FC236}">
                    <a16:creationId xmlns:a16="http://schemas.microsoft.com/office/drawing/2014/main" id="{5C3C3376-4508-4720-A4B2-DBC7BA7ED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8" y="1716"/>
                <a:ext cx="84" cy="65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34" name="Freeform 975">
                <a:extLst>
                  <a:ext uri="{FF2B5EF4-FFF2-40B4-BE49-F238E27FC236}">
                    <a16:creationId xmlns:a16="http://schemas.microsoft.com/office/drawing/2014/main" id="{1CB53479-37D7-4ADD-9056-7E772A4C1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732"/>
                <a:ext cx="63" cy="44"/>
              </a:xfrm>
              <a:custGeom>
                <a:avLst/>
                <a:gdLst>
                  <a:gd name="T0" fmla="*/ 0 w 40"/>
                  <a:gd name="T1" fmla="*/ 163 h 28"/>
                  <a:gd name="T2" fmla="*/ 13 w 40"/>
                  <a:gd name="T3" fmla="*/ 203 h 28"/>
                  <a:gd name="T4" fmla="*/ 184 w 40"/>
                  <a:gd name="T5" fmla="*/ 267 h 28"/>
                  <a:gd name="T6" fmla="*/ 387 w 40"/>
                  <a:gd name="T7" fmla="*/ 104 h 28"/>
                  <a:gd name="T8" fmla="*/ 387 w 40"/>
                  <a:gd name="T9" fmla="*/ 66 h 28"/>
                  <a:gd name="T10" fmla="*/ 216 w 40"/>
                  <a:gd name="T11" fmla="*/ 0 h 28"/>
                  <a:gd name="T12" fmla="*/ 0 w 40"/>
                  <a:gd name="T13" fmla="*/ 16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8">
                    <a:moveTo>
                      <a:pt x="0" y="17"/>
                    </a:moveTo>
                    <a:cubicBezTo>
                      <a:pt x="0" y="18"/>
                      <a:pt x="0" y="19"/>
                      <a:pt x="1" y="21"/>
                    </a:cubicBezTo>
                    <a:cubicBezTo>
                      <a:pt x="4" y="25"/>
                      <a:pt x="11" y="28"/>
                      <a:pt x="19" y="28"/>
                    </a:cubicBezTo>
                    <a:cubicBezTo>
                      <a:pt x="31" y="28"/>
                      <a:pt x="40" y="21"/>
                      <a:pt x="40" y="11"/>
                    </a:cubicBezTo>
                    <a:cubicBezTo>
                      <a:pt x="40" y="10"/>
                      <a:pt x="40" y="9"/>
                      <a:pt x="40" y="7"/>
                    </a:cubicBezTo>
                    <a:cubicBezTo>
                      <a:pt x="36" y="3"/>
                      <a:pt x="29" y="0"/>
                      <a:pt x="22" y="0"/>
                    </a:cubicBezTo>
                    <a:cubicBezTo>
                      <a:pt x="10" y="0"/>
                      <a:pt x="0" y="7"/>
                      <a:pt x="0" y="17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" name="Oval 976">
                <a:extLst>
                  <a:ext uri="{FF2B5EF4-FFF2-40B4-BE49-F238E27FC236}">
                    <a16:creationId xmlns:a16="http://schemas.microsoft.com/office/drawing/2014/main" id="{AF45A286-AA13-49AB-B0D7-570F023A2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730"/>
                <a:ext cx="17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36" name="Oval 977">
                <a:extLst>
                  <a:ext uri="{FF2B5EF4-FFF2-40B4-BE49-F238E27FC236}">
                    <a16:creationId xmlns:a16="http://schemas.microsoft.com/office/drawing/2014/main" id="{DDD26AF3-3670-4199-82F3-D794746D0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3" y="1729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37" name="Freeform 978">
                <a:extLst>
                  <a:ext uri="{FF2B5EF4-FFF2-40B4-BE49-F238E27FC236}">
                    <a16:creationId xmlns:a16="http://schemas.microsoft.com/office/drawing/2014/main" id="{3A2A4D0B-072C-4C36-B5C7-3BB9BA2D3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1752"/>
                <a:ext cx="46" cy="29"/>
              </a:xfrm>
              <a:custGeom>
                <a:avLst/>
                <a:gdLst>
                  <a:gd name="T0" fmla="*/ 292 w 29"/>
                  <a:gd name="T1" fmla="*/ 0 h 18"/>
                  <a:gd name="T2" fmla="*/ 0 w 29"/>
                  <a:gd name="T3" fmla="*/ 156 h 18"/>
                  <a:gd name="T4" fmla="*/ 292 w 2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8">
                    <a:moveTo>
                      <a:pt x="29" y="0"/>
                    </a:moveTo>
                    <a:cubicBezTo>
                      <a:pt x="25" y="16"/>
                      <a:pt x="10" y="18"/>
                      <a:pt x="0" y="14"/>
                    </a:cubicBezTo>
                    <a:cubicBezTo>
                      <a:pt x="7" y="13"/>
                      <a:pt x="21" y="11"/>
                      <a:pt x="29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" name="Freeform 979">
                <a:extLst>
                  <a:ext uri="{FF2B5EF4-FFF2-40B4-BE49-F238E27FC236}">
                    <a16:creationId xmlns:a16="http://schemas.microsoft.com/office/drawing/2014/main" id="{59E89B40-DF89-4D5A-98CC-95FF57B0E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1634"/>
                <a:ext cx="574" cy="253"/>
              </a:xfrm>
              <a:custGeom>
                <a:avLst/>
                <a:gdLst>
                  <a:gd name="T0" fmla="*/ 2017 w 362"/>
                  <a:gd name="T1" fmla="*/ 33 h 160"/>
                  <a:gd name="T2" fmla="*/ 3014 w 362"/>
                  <a:gd name="T3" fmla="*/ 443 h 160"/>
                  <a:gd name="T4" fmla="*/ 3576 w 362"/>
                  <a:gd name="T5" fmla="*/ 1067 h 160"/>
                  <a:gd name="T6" fmla="*/ 2396 w 362"/>
                  <a:gd name="T7" fmla="*/ 1195 h 160"/>
                  <a:gd name="T8" fmla="*/ 1253 w 362"/>
                  <a:gd name="T9" fmla="*/ 1442 h 160"/>
                  <a:gd name="T10" fmla="*/ 13 w 362"/>
                  <a:gd name="T11" fmla="*/ 968 h 160"/>
                  <a:gd name="T12" fmla="*/ 872 w 362"/>
                  <a:gd name="T13" fmla="*/ 515 h 160"/>
                  <a:gd name="T14" fmla="*/ 2017 w 362"/>
                  <a:gd name="T15" fmla="*/ 33 h 1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2" h="160">
                    <a:moveTo>
                      <a:pt x="201" y="3"/>
                    </a:moveTo>
                    <a:cubicBezTo>
                      <a:pt x="224" y="0"/>
                      <a:pt x="252" y="8"/>
                      <a:pt x="301" y="45"/>
                    </a:cubicBezTo>
                    <a:cubicBezTo>
                      <a:pt x="350" y="82"/>
                      <a:pt x="362" y="86"/>
                      <a:pt x="357" y="108"/>
                    </a:cubicBezTo>
                    <a:cubicBezTo>
                      <a:pt x="353" y="129"/>
                      <a:pt x="281" y="109"/>
                      <a:pt x="239" y="121"/>
                    </a:cubicBezTo>
                    <a:cubicBezTo>
                      <a:pt x="197" y="133"/>
                      <a:pt x="179" y="160"/>
                      <a:pt x="125" y="146"/>
                    </a:cubicBezTo>
                    <a:cubicBezTo>
                      <a:pt x="71" y="133"/>
                      <a:pt x="2" y="117"/>
                      <a:pt x="1" y="98"/>
                    </a:cubicBezTo>
                    <a:cubicBezTo>
                      <a:pt x="0" y="78"/>
                      <a:pt x="41" y="68"/>
                      <a:pt x="87" y="52"/>
                    </a:cubicBezTo>
                    <a:cubicBezTo>
                      <a:pt x="132" y="36"/>
                      <a:pt x="180" y="6"/>
                      <a:pt x="20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" name="Freeform 980">
                <a:extLst>
                  <a:ext uri="{FF2B5EF4-FFF2-40B4-BE49-F238E27FC236}">
                    <a16:creationId xmlns:a16="http://schemas.microsoft.com/office/drawing/2014/main" id="{1CA483AF-62AB-4D97-9092-6C67009D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981"/>
                <a:ext cx="602" cy="430"/>
              </a:xfrm>
              <a:custGeom>
                <a:avLst/>
                <a:gdLst>
                  <a:gd name="T0" fmla="*/ 68 w 380"/>
                  <a:gd name="T1" fmla="*/ 647 h 272"/>
                  <a:gd name="T2" fmla="*/ 550 w 380"/>
                  <a:gd name="T3" fmla="*/ 1107 h 272"/>
                  <a:gd name="T4" fmla="*/ 1790 w 380"/>
                  <a:gd name="T5" fmla="*/ 2061 h 272"/>
                  <a:gd name="T6" fmla="*/ 2341 w 380"/>
                  <a:gd name="T7" fmla="*/ 2667 h 272"/>
                  <a:gd name="T8" fmla="*/ 3054 w 380"/>
                  <a:gd name="T9" fmla="*/ 2142 h 272"/>
                  <a:gd name="T10" fmla="*/ 3622 w 380"/>
                  <a:gd name="T11" fmla="*/ 1304 h 272"/>
                  <a:gd name="T12" fmla="*/ 3205 w 380"/>
                  <a:gd name="T13" fmla="*/ 237 h 272"/>
                  <a:gd name="T14" fmla="*/ 1995 w 380"/>
                  <a:gd name="T15" fmla="*/ 82 h 272"/>
                  <a:gd name="T16" fmla="*/ 855 w 380"/>
                  <a:gd name="T17" fmla="*/ 455 h 272"/>
                  <a:gd name="T18" fmla="*/ 68 w 380"/>
                  <a:gd name="T19" fmla="*/ 647 h 2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0" h="272">
                    <a:moveTo>
                      <a:pt x="7" y="66"/>
                    </a:moveTo>
                    <a:cubicBezTo>
                      <a:pt x="0" y="87"/>
                      <a:pt x="12" y="94"/>
                      <a:pt x="55" y="112"/>
                    </a:cubicBezTo>
                    <a:cubicBezTo>
                      <a:pt x="98" y="130"/>
                      <a:pt x="151" y="162"/>
                      <a:pt x="179" y="209"/>
                    </a:cubicBezTo>
                    <a:cubicBezTo>
                      <a:pt x="208" y="257"/>
                      <a:pt x="207" y="272"/>
                      <a:pt x="235" y="270"/>
                    </a:cubicBezTo>
                    <a:cubicBezTo>
                      <a:pt x="262" y="268"/>
                      <a:pt x="292" y="255"/>
                      <a:pt x="306" y="217"/>
                    </a:cubicBezTo>
                    <a:cubicBezTo>
                      <a:pt x="320" y="180"/>
                      <a:pt x="346" y="153"/>
                      <a:pt x="363" y="132"/>
                    </a:cubicBezTo>
                    <a:cubicBezTo>
                      <a:pt x="380" y="110"/>
                      <a:pt x="354" y="47"/>
                      <a:pt x="321" y="24"/>
                    </a:cubicBezTo>
                    <a:cubicBezTo>
                      <a:pt x="288" y="2"/>
                      <a:pt x="229" y="0"/>
                      <a:pt x="200" y="8"/>
                    </a:cubicBezTo>
                    <a:cubicBezTo>
                      <a:pt x="170" y="16"/>
                      <a:pt x="128" y="39"/>
                      <a:pt x="86" y="46"/>
                    </a:cubicBezTo>
                    <a:cubicBezTo>
                      <a:pt x="44" y="53"/>
                      <a:pt x="12" y="49"/>
                      <a:pt x="7" y="66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" name="Freeform 981">
                <a:extLst>
                  <a:ext uri="{FF2B5EF4-FFF2-40B4-BE49-F238E27FC236}">
                    <a16:creationId xmlns:a16="http://schemas.microsoft.com/office/drawing/2014/main" id="{5BD9C22F-DA81-40D7-9DFA-1461F6D2A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048"/>
                <a:ext cx="485" cy="377"/>
              </a:xfrm>
              <a:custGeom>
                <a:avLst/>
                <a:gdLst>
                  <a:gd name="T0" fmla="*/ 13 w 306"/>
                  <a:gd name="T1" fmla="*/ 590 h 239"/>
                  <a:gd name="T2" fmla="*/ 802 w 306"/>
                  <a:gd name="T3" fmla="*/ 934 h 239"/>
                  <a:gd name="T4" fmla="*/ 1401 w 306"/>
                  <a:gd name="T5" fmla="*/ 1522 h 239"/>
                  <a:gd name="T6" fmla="*/ 2190 w 306"/>
                  <a:gd name="T7" fmla="*/ 1951 h 239"/>
                  <a:gd name="T8" fmla="*/ 2449 w 306"/>
                  <a:gd name="T9" fmla="*/ 1487 h 239"/>
                  <a:gd name="T10" fmla="*/ 2721 w 306"/>
                  <a:gd name="T11" fmla="*/ 1063 h 239"/>
                  <a:gd name="T12" fmla="*/ 2663 w 306"/>
                  <a:gd name="T13" fmla="*/ 0 h 239"/>
                  <a:gd name="T14" fmla="*/ 2593 w 306"/>
                  <a:gd name="T15" fmla="*/ 775 h 239"/>
                  <a:gd name="T16" fmla="*/ 2014 w 306"/>
                  <a:gd name="T17" fmla="*/ 749 h 239"/>
                  <a:gd name="T18" fmla="*/ 1919 w 306"/>
                  <a:gd name="T19" fmla="*/ 1017 h 239"/>
                  <a:gd name="T20" fmla="*/ 1572 w 306"/>
                  <a:gd name="T21" fmla="*/ 931 h 239"/>
                  <a:gd name="T22" fmla="*/ 1520 w 306"/>
                  <a:gd name="T23" fmla="*/ 1169 h 239"/>
                  <a:gd name="T24" fmla="*/ 1070 w 306"/>
                  <a:gd name="T25" fmla="*/ 1005 h 239"/>
                  <a:gd name="T26" fmla="*/ 464 w 306"/>
                  <a:gd name="T27" fmla="*/ 674 h 239"/>
                  <a:gd name="T28" fmla="*/ 0 w 306"/>
                  <a:gd name="T29" fmla="*/ 577 h 2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6" h="239">
                    <a:moveTo>
                      <a:pt x="1" y="60"/>
                    </a:moveTo>
                    <a:cubicBezTo>
                      <a:pt x="26" y="73"/>
                      <a:pt x="55" y="80"/>
                      <a:pt x="80" y="96"/>
                    </a:cubicBezTo>
                    <a:cubicBezTo>
                      <a:pt x="103" y="110"/>
                      <a:pt x="126" y="132"/>
                      <a:pt x="140" y="156"/>
                    </a:cubicBezTo>
                    <a:cubicBezTo>
                      <a:pt x="159" y="188"/>
                      <a:pt x="176" y="239"/>
                      <a:pt x="219" y="200"/>
                    </a:cubicBezTo>
                    <a:cubicBezTo>
                      <a:pt x="233" y="187"/>
                      <a:pt x="240" y="171"/>
                      <a:pt x="245" y="152"/>
                    </a:cubicBezTo>
                    <a:cubicBezTo>
                      <a:pt x="250" y="134"/>
                      <a:pt x="261" y="124"/>
                      <a:pt x="272" y="109"/>
                    </a:cubicBezTo>
                    <a:cubicBezTo>
                      <a:pt x="297" y="76"/>
                      <a:pt x="306" y="28"/>
                      <a:pt x="266" y="0"/>
                    </a:cubicBezTo>
                    <a:cubicBezTo>
                      <a:pt x="278" y="29"/>
                      <a:pt x="282" y="54"/>
                      <a:pt x="259" y="79"/>
                    </a:cubicBezTo>
                    <a:cubicBezTo>
                      <a:pt x="244" y="97"/>
                      <a:pt x="219" y="83"/>
                      <a:pt x="201" y="77"/>
                    </a:cubicBezTo>
                    <a:cubicBezTo>
                      <a:pt x="200" y="89"/>
                      <a:pt x="204" y="98"/>
                      <a:pt x="192" y="104"/>
                    </a:cubicBezTo>
                    <a:cubicBezTo>
                      <a:pt x="182" y="109"/>
                      <a:pt x="162" y="106"/>
                      <a:pt x="157" y="95"/>
                    </a:cubicBezTo>
                    <a:cubicBezTo>
                      <a:pt x="158" y="103"/>
                      <a:pt x="163" y="115"/>
                      <a:pt x="152" y="120"/>
                    </a:cubicBezTo>
                    <a:cubicBezTo>
                      <a:pt x="142" y="124"/>
                      <a:pt x="115" y="109"/>
                      <a:pt x="107" y="103"/>
                    </a:cubicBezTo>
                    <a:cubicBezTo>
                      <a:pt x="86" y="86"/>
                      <a:pt x="73" y="78"/>
                      <a:pt x="47" y="69"/>
                    </a:cubicBezTo>
                    <a:cubicBezTo>
                      <a:pt x="38" y="65"/>
                      <a:pt x="6" y="67"/>
                      <a:pt x="0" y="59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" name="Freeform 982">
                <a:extLst>
                  <a:ext uri="{FF2B5EF4-FFF2-40B4-BE49-F238E27FC236}">
                    <a16:creationId xmlns:a16="http://schemas.microsoft.com/office/drawing/2014/main" id="{A0861E07-AE3B-4801-80B0-FBA87317B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010"/>
                <a:ext cx="418" cy="103"/>
              </a:xfrm>
              <a:custGeom>
                <a:avLst/>
                <a:gdLst>
                  <a:gd name="T0" fmla="*/ 100 w 264"/>
                  <a:gd name="T1" fmla="*/ 637 h 65"/>
                  <a:gd name="T2" fmla="*/ 549 w 264"/>
                  <a:gd name="T3" fmla="*/ 379 h 65"/>
                  <a:gd name="T4" fmla="*/ 1138 w 264"/>
                  <a:gd name="T5" fmla="*/ 292 h 65"/>
                  <a:gd name="T6" fmla="*/ 1843 w 264"/>
                  <a:gd name="T7" fmla="*/ 33 h 65"/>
                  <a:gd name="T8" fmla="*/ 2627 w 264"/>
                  <a:gd name="T9" fmla="*/ 151 h 65"/>
                  <a:gd name="T10" fmla="*/ 1941 w 264"/>
                  <a:gd name="T11" fmla="*/ 292 h 65"/>
                  <a:gd name="T12" fmla="*/ 1195 w 264"/>
                  <a:gd name="T13" fmla="*/ 648 h 65"/>
                  <a:gd name="T14" fmla="*/ 301 w 264"/>
                  <a:gd name="T15" fmla="*/ 463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65">
                    <a:moveTo>
                      <a:pt x="10" y="64"/>
                    </a:moveTo>
                    <a:cubicBezTo>
                      <a:pt x="0" y="45"/>
                      <a:pt x="45" y="39"/>
                      <a:pt x="55" y="38"/>
                    </a:cubicBezTo>
                    <a:cubicBezTo>
                      <a:pt x="76" y="36"/>
                      <a:pt x="94" y="37"/>
                      <a:pt x="114" y="29"/>
                    </a:cubicBezTo>
                    <a:cubicBezTo>
                      <a:pt x="137" y="20"/>
                      <a:pt x="160" y="6"/>
                      <a:pt x="185" y="3"/>
                    </a:cubicBezTo>
                    <a:cubicBezTo>
                      <a:pt x="209" y="0"/>
                      <a:pt x="244" y="0"/>
                      <a:pt x="264" y="15"/>
                    </a:cubicBezTo>
                    <a:cubicBezTo>
                      <a:pt x="240" y="2"/>
                      <a:pt x="212" y="13"/>
                      <a:pt x="195" y="29"/>
                    </a:cubicBezTo>
                    <a:cubicBezTo>
                      <a:pt x="177" y="46"/>
                      <a:pt x="146" y="65"/>
                      <a:pt x="120" y="65"/>
                    </a:cubicBezTo>
                    <a:cubicBezTo>
                      <a:pt x="90" y="64"/>
                      <a:pt x="60" y="49"/>
                      <a:pt x="30" y="46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" name="Freeform 983">
                <a:extLst>
                  <a:ext uri="{FF2B5EF4-FFF2-40B4-BE49-F238E27FC236}">
                    <a16:creationId xmlns:a16="http://schemas.microsoft.com/office/drawing/2014/main" id="{5FC20912-4720-412A-A1A0-5EBF706E9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045"/>
                <a:ext cx="75" cy="36"/>
              </a:xfrm>
              <a:custGeom>
                <a:avLst/>
                <a:gdLst>
                  <a:gd name="T0" fmla="*/ 89 w 47"/>
                  <a:gd name="T1" fmla="*/ 149 h 23"/>
                  <a:gd name="T2" fmla="*/ 487 w 47"/>
                  <a:gd name="T3" fmla="*/ 0 h 23"/>
                  <a:gd name="T4" fmla="*/ 316 w 47"/>
                  <a:gd name="T5" fmla="*/ 182 h 23"/>
                  <a:gd name="T6" fmla="*/ 0 w 47"/>
                  <a:gd name="T7" fmla="*/ 18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3">
                    <a:moveTo>
                      <a:pt x="9" y="16"/>
                    </a:moveTo>
                    <a:cubicBezTo>
                      <a:pt x="22" y="9"/>
                      <a:pt x="35" y="7"/>
                      <a:pt x="47" y="0"/>
                    </a:cubicBezTo>
                    <a:cubicBezTo>
                      <a:pt x="42" y="6"/>
                      <a:pt x="38" y="16"/>
                      <a:pt x="31" y="19"/>
                    </a:cubicBezTo>
                    <a:cubicBezTo>
                      <a:pt x="21" y="23"/>
                      <a:pt x="10" y="15"/>
                      <a:pt x="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" name="Freeform 984">
                <a:extLst>
                  <a:ext uri="{FF2B5EF4-FFF2-40B4-BE49-F238E27FC236}">
                    <a16:creationId xmlns:a16="http://schemas.microsoft.com/office/drawing/2014/main" id="{B1506115-4AF4-404F-ACC0-CB4BC572A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041"/>
                <a:ext cx="17" cy="13"/>
              </a:xfrm>
              <a:custGeom>
                <a:avLst/>
                <a:gdLst>
                  <a:gd name="T0" fmla="*/ 34 w 11"/>
                  <a:gd name="T1" fmla="*/ 0 h 8"/>
                  <a:gd name="T2" fmla="*/ 0 w 11"/>
                  <a:gd name="T3" fmla="*/ 89 h 8"/>
                  <a:gd name="T4" fmla="*/ 96 w 11"/>
                  <a:gd name="T5" fmla="*/ 47 h 8"/>
                  <a:gd name="T6" fmla="*/ 70 w 11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4" y="0"/>
                    </a:moveTo>
                    <a:cubicBezTo>
                      <a:pt x="2" y="2"/>
                      <a:pt x="1" y="5"/>
                      <a:pt x="0" y="8"/>
                    </a:cubicBezTo>
                    <a:cubicBezTo>
                      <a:pt x="4" y="8"/>
                      <a:pt x="8" y="6"/>
                      <a:pt x="11" y="4"/>
                    </a:cubicBezTo>
                    <a:cubicBezTo>
                      <a:pt x="10" y="3"/>
                      <a:pt x="9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" name="Freeform 985">
                <a:extLst>
                  <a:ext uri="{FF2B5EF4-FFF2-40B4-BE49-F238E27FC236}">
                    <a16:creationId xmlns:a16="http://schemas.microsoft.com/office/drawing/2014/main" id="{DC34C34B-B888-4F68-BBDE-BB8FE14C5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068"/>
                <a:ext cx="13" cy="11"/>
              </a:xfrm>
              <a:custGeom>
                <a:avLst/>
                <a:gdLst>
                  <a:gd name="T0" fmla="*/ 68 w 8"/>
                  <a:gd name="T1" fmla="*/ 0 h 7"/>
                  <a:gd name="T2" fmla="*/ 0 w 8"/>
                  <a:gd name="T3" fmla="*/ 66 h 7"/>
                  <a:gd name="T4" fmla="*/ 89 w 8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3" y="1"/>
                      <a:pt x="1" y="3"/>
                      <a:pt x="0" y="7"/>
                    </a:cubicBezTo>
                    <a:cubicBezTo>
                      <a:pt x="4" y="6"/>
                      <a:pt x="6" y="4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" name="Oval 986">
                <a:extLst>
                  <a:ext uri="{FF2B5EF4-FFF2-40B4-BE49-F238E27FC236}">
                    <a16:creationId xmlns:a16="http://schemas.microsoft.com/office/drawing/2014/main" id="{1292D374-E4A0-4781-98E8-D412743AA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5" y="2146"/>
                <a:ext cx="93" cy="88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46" name="Oval 987">
                <a:extLst>
                  <a:ext uri="{FF2B5EF4-FFF2-40B4-BE49-F238E27FC236}">
                    <a16:creationId xmlns:a16="http://schemas.microsoft.com/office/drawing/2014/main" id="{466096DB-F409-4F17-9696-7DF8BF172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127"/>
                <a:ext cx="93" cy="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47" name="Oval 988">
                <a:extLst>
                  <a:ext uri="{FF2B5EF4-FFF2-40B4-BE49-F238E27FC236}">
                    <a16:creationId xmlns:a16="http://schemas.microsoft.com/office/drawing/2014/main" id="{E8263809-5920-4EF2-BCA9-FD0125723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138"/>
                <a:ext cx="94" cy="88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48" name="Freeform 989">
                <a:extLst>
                  <a:ext uri="{FF2B5EF4-FFF2-40B4-BE49-F238E27FC236}">
                    <a16:creationId xmlns:a16="http://schemas.microsoft.com/office/drawing/2014/main" id="{8000161B-9344-4C33-80B7-3A6015FC1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158"/>
                <a:ext cx="72" cy="62"/>
              </a:xfrm>
              <a:custGeom>
                <a:avLst/>
                <a:gdLst>
                  <a:gd name="T0" fmla="*/ 0 w 45"/>
                  <a:gd name="T1" fmla="*/ 237 h 39"/>
                  <a:gd name="T2" fmla="*/ 0 w 45"/>
                  <a:gd name="T3" fmla="*/ 288 h 39"/>
                  <a:gd name="T4" fmla="*/ 221 w 45"/>
                  <a:gd name="T5" fmla="*/ 397 h 39"/>
                  <a:gd name="T6" fmla="*/ 470 w 45"/>
                  <a:gd name="T7" fmla="*/ 162 h 39"/>
                  <a:gd name="T8" fmla="*/ 458 w 45"/>
                  <a:gd name="T9" fmla="*/ 108 h 39"/>
                  <a:gd name="T10" fmla="*/ 251 w 45"/>
                  <a:gd name="T11" fmla="*/ 0 h 39"/>
                  <a:gd name="T12" fmla="*/ 0 w 45"/>
                  <a:gd name="T13" fmla="*/ 23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9">
                    <a:moveTo>
                      <a:pt x="0" y="23"/>
                    </a:moveTo>
                    <a:cubicBezTo>
                      <a:pt x="0" y="25"/>
                      <a:pt x="0" y="27"/>
                      <a:pt x="0" y="28"/>
                    </a:cubicBezTo>
                    <a:cubicBezTo>
                      <a:pt x="5" y="34"/>
                      <a:pt x="12" y="39"/>
                      <a:pt x="21" y="39"/>
                    </a:cubicBezTo>
                    <a:cubicBezTo>
                      <a:pt x="34" y="39"/>
                      <a:pt x="45" y="28"/>
                      <a:pt x="45" y="16"/>
                    </a:cubicBezTo>
                    <a:cubicBezTo>
                      <a:pt x="45" y="14"/>
                      <a:pt x="45" y="12"/>
                      <a:pt x="44" y="11"/>
                    </a:cubicBezTo>
                    <a:cubicBezTo>
                      <a:pt x="40" y="4"/>
                      <a:pt x="32" y="0"/>
                      <a:pt x="24" y="0"/>
                    </a:cubicBezTo>
                    <a:cubicBezTo>
                      <a:pt x="11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" name="Oval 990">
                <a:extLst>
                  <a:ext uri="{FF2B5EF4-FFF2-40B4-BE49-F238E27FC236}">
                    <a16:creationId xmlns:a16="http://schemas.microsoft.com/office/drawing/2014/main" id="{E5960207-38AF-4B88-8FE6-D9340367D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2158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50" name="Oval 991">
                <a:extLst>
                  <a:ext uri="{FF2B5EF4-FFF2-40B4-BE49-F238E27FC236}">
                    <a16:creationId xmlns:a16="http://schemas.microsoft.com/office/drawing/2014/main" id="{98D75BD1-B4C9-4D96-B606-4CEF51705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155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51" name="Freeform 992">
                <a:extLst>
                  <a:ext uri="{FF2B5EF4-FFF2-40B4-BE49-F238E27FC236}">
                    <a16:creationId xmlns:a16="http://schemas.microsoft.com/office/drawing/2014/main" id="{D6450324-00B0-4142-82BF-1DC976C2B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187"/>
                <a:ext cx="52" cy="39"/>
              </a:xfrm>
              <a:custGeom>
                <a:avLst/>
                <a:gdLst>
                  <a:gd name="T0" fmla="*/ 320 w 33"/>
                  <a:gd name="T1" fmla="*/ 0 h 25"/>
                  <a:gd name="T2" fmla="*/ 0 w 33"/>
                  <a:gd name="T3" fmla="*/ 168 h 25"/>
                  <a:gd name="T4" fmla="*/ 320 w 3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33" y="0"/>
                    </a:moveTo>
                    <a:cubicBezTo>
                      <a:pt x="27" y="21"/>
                      <a:pt x="11" y="25"/>
                      <a:pt x="0" y="18"/>
                    </a:cubicBezTo>
                    <a:cubicBezTo>
                      <a:pt x="8" y="18"/>
                      <a:pt x="24" y="15"/>
                      <a:pt x="33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" name="Freeform 993">
                <a:extLst>
                  <a:ext uri="{FF2B5EF4-FFF2-40B4-BE49-F238E27FC236}">
                    <a16:creationId xmlns:a16="http://schemas.microsoft.com/office/drawing/2014/main" id="{84590E4B-6368-4BDF-8301-7826219A1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981"/>
                <a:ext cx="602" cy="430"/>
              </a:xfrm>
              <a:custGeom>
                <a:avLst/>
                <a:gdLst>
                  <a:gd name="T0" fmla="*/ 68 w 380"/>
                  <a:gd name="T1" fmla="*/ 647 h 272"/>
                  <a:gd name="T2" fmla="*/ 550 w 380"/>
                  <a:gd name="T3" fmla="*/ 1107 h 272"/>
                  <a:gd name="T4" fmla="*/ 1790 w 380"/>
                  <a:gd name="T5" fmla="*/ 2061 h 272"/>
                  <a:gd name="T6" fmla="*/ 2341 w 380"/>
                  <a:gd name="T7" fmla="*/ 2667 h 272"/>
                  <a:gd name="T8" fmla="*/ 3054 w 380"/>
                  <a:gd name="T9" fmla="*/ 2142 h 272"/>
                  <a:gd name="T10" fmla="*/ 3622 w 380"/>
                  <a:gd name="T11" fmla="*/ 1304 h 272"/>
                  <a:gd name="T12" fmla="*/ 3205 w 380"/>
                  <a:gd name="T13" fmla="*/ 237 h 272"/>
                  <a:gd name="T14" fmla="*/ 1995 w 380"/>
                  <a:gd name="T15" fmla="*/ 82 h 272"/>
                  <a:gd name="T16" fmla="*/ 855 w 380"/>
                  <a:gd name="T17" fmla="*/ 455 h 272"/>
                  <a:gd name="T18" fmla="*/ 68 w 380"/>
                  <a:gd name="T19" fmla="*/ 647 h 2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0" h="272">
                    <a:moveTo>
                      <a:pt x="7" y="66"/>
                    </a:moveTo>
                    <a:cubicBezTo>
                      <a:pt x="0" y="87"/>
                      <a:pt x="12" y="94"/>
                      <a:pt x="55" y="112"/>
                    </a:cubicBezTo>
                    <a:cubicBezTo>
                      <a:pt x="98" y="130"/>
                      <a:pt x="151" y="162"/>
                      <a:pt x="179" y="209"/>
                    </a:cubicBezTo>
                    <a:cubicBezTo>
                      <a:pt x="208" y="257"/>
                      <a:pt x="207" y="272"/>
                      <a:pt x="235" y="270"/>
                    </a:cubicBezTo>
                    <a:cubicBezTo>
                      <a:pt x="262" y="268"/>
                      <a:pt x="292" y="255"/>
                      <a:pt x="306" y="217"/>
                    </a:cubicBezTo>
                    <a:cubicBezTo>
                      <a:pt x="320" y="180"/>
                      <a:pt x="346" y="153"/>
                      <a:pt x="363" y="132"/>
                    </a:cubicBezTo>
                    <a:cubicBezTo>
                      <a:pt x="380" y="110"/>
                      <a:pt x="354" y="47"/>
                      <a:pt x="321" y="24"/>
                    </a:cubicBezTo>
                    <a:cubicBezTo>
                      <a:pt x="288" y="2"/>
                      <a:pt x="229" y="0"/>
                      <a:pt x="200" y="8"/>
                    </a:cubicBezTo>
                    <a:cubicBezTo>
                      <a:pt x="170" y="16"/>
                      <a:pt x="128" y="39"/>
                      <a:pt x="86" y="46"/>
                    </a:cubicBezTo>
                    <a:cubicBezTo>
                      <a:pt x="44" y="53"/>
                      <a:pt x="12" y="49"/>
                      <a:pt x="7" y="6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" name="Freeform 994">
                <a:extLst>
                  <a:ext uri="{FF2B5EF4-FFF2-40B4-BE49-F238E27FC236}">
                    <a16:creationId xmlns:a16="http://schemas.microsoft.com/office/drawing/2014/main" id="{156BA088-ED59-4F65-BE1E-B491A85E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902"/>
                <a:ext cx="439" cy="357"/>
              </a:xfrm>
              <a:custGeom>
                <a:avLst/>
                <a:gdLst>
                  <a:gd name="T0" fmla="*/ 87 w 277"/>
                  <a:gd name="T1" fmla="*/ 224 h 226"/>
                  <a:gd name="T2" fmla="*/ 360 w 277"/>
                  <a:gd name="T3" fmla="*/ 809 h 226"/>
                  <a:gd name="T4" fmla="*/ 783 w 277"/>
                  <a:gd name="T5" fmla="*/ 1611 h 226"/>
                  <a:gd name="T6" fmla="*/ 1198 w 277"/>
                  <a:gd name="T7" fmla="*/ 2169 h 226"/>
                  <a:gd name="T8" fmla="*/ 2057 w 277"/>
                  <a:gd name="T9" fmla="*/ 1652 h 226"/>
                  <a:gd name="T10" fmla="*/ 2718 w 277"/>
                  <a:gd name="T11" fmla="*/ 1183 h 226"/>
                  <a:gd name="T12" fmla="*/ 2170 w 277"/>
                  <a:gd name="T13" fmla="*/ 395 h 226"/>
                  <a:gd name="T14" fmla="*/ 1060 w 277"/>
                  <a:gd name="T15" fmla="*/ 155 h 226"/>
                  <a:gd name="T16" fmla="*/ 87 w 277"/>
                  <a:gd name="T17" fmla="*/ 224 h 2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7" h="226">
                    <a:moveTo>
                      <a:pt x="9" y="23"/>
                    </a:moveTo>
                    <a:cubicBezTo>
                      <a:pt x="1" y="45"/>
                      <a:pt x="0" y="52"/>
                      <a:pt x="36" y="82"/>
                    </a:cubicBezTo>
                    <a:cubicBezTo>
                      <a:pt x="71" y="111"/>
                      <a:pt x="58" y="119"/>
                      <a:pt x="78" y="164"/>
                    </a:cubicBezTo>
                    <a:cubicBezTo>
                      <a:pt x="99" y="209"/>
                      <a:pt x="78" y="226"/>
                      <a:pt x="120" y="220"/>
                    </a:cubicBezTo>
                    <a:cubicBezTo>
                      <a:pt x="162" y="214"/>
                      <a:pt x="163" y="198"/>
                      <a:pt x="206" y="168"/>
                    </a:cubicBezTo>
                    <a:cubicBezTo>
                      <a:pt x="249" y="139"/>
                      <a:pt x="266" y="142"/>
                      <a:pt x="272" y="120"/>
                    </a:cubicBezTo>
                    <a:cubicBezTo>
                      <a:pt x="277" y="98"/>
                      <a:pt x="247" y="61"/>
                      <a:pt x="217" y="40"/>
                    </a:cubicBezTo>
                    <a:cubicBezTo>
                      <a:pt x="188" y="18"/>
                      <a:pt x="156" y="16"/>
                      <a:pt x="106" y="16"/>
                    </a:cubicBezTo>
                    <a:cubicBezTo>
                      <a:pt x="56" y="16"/>
                      <a:pt x="14" y="0"/>
                      <a:pt x="9" y="23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" name="Freeform 995">
                <a:extLst>
                  <a:ext uri="{FF2B5EF4-FFF2-40B4-BE49-F238E27FC236}">
                    <a16:creationId xmlns:a16="http://schemas.microsoft.com/office/drawing/2014/main" id="{53E13456-B744-4FB1-BA92-1256D9ED7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964"/>
                <a:ext cx="306" cy="280"/>
              </a:xfrm>
              <a:custGeom>
                <a:avLst/>
                <a:gdLst>
                  <a:gd name="T0" fmla="*/ 159 w 193"/>
                  <a:gd name="T1" fmla="*/ 1033 h 177"/>
                  <a:gd name="T2" fmla="*/ 292 w 193"/>
                  <a:gd name="T3" fmla="*/ 1379 h 177"/>
                  <a:gd name="T4" fmla="*/ 409 w 193"/>
                  <a:gd name="T5" fmla="*/ 1702 h 177"/>
                  <a:gd name="T6" fmla="*/ 893 w 193"/>
                  <a:gd name="T7" fmla="*/ 1536 h 177"/>
                  <a:gd name="T8" fmla="*/ 1302 w 193"/>
                  <a:gd name="T9" fmla="*/ 1177 h 177"/>
                  <a:gd name="T10" fmla="*/ 1914 w 193"/>
                  <a:gd name="T11" fmla="*/ 680 h 177"/>
                  <a:gd name="T12" fmla="*/ 1319 w 193"/>
                  <a:gd name="T13" fmla="*/ 0 h 177"/>
                  <a:gd name="T14" fmla="*/ 1585 w 193"/>
                  <a:gd name="T15" fmla="*/ 388 h 177"/>
                  <a:gd name="T16" fmla="*/ 1199 w 193"/>
                  <a:gd name="T17" fmla="*/ 701 h 177"/>
                  <a:gd name="T18" fmla="*/ 928 w 193"/>
                  <a:gd name="T19" fmla="*/ 645 h 177"/>
                  <a:gd name="T20" fmla="*/ 832 w 193"/>
                  <a:gd name="T21" fmla="*/ 666 h 177"/>
                  <a:gd name="T22" fmla="*/ 734 w 193"/>
                  <a:gd name="T23" fmla="*/ 762 h 177"/>
                  <a:gd name="T24" fmla="*/ 542 w 193"/>
                  <a:gd name="T25" fmla="*/ 816 h 177"/>
                  <a:gd name="T26" fmla="*/ 810 w 193"/>
                  <a:gd name="T27" fmla="*/ 1074 h 177"/>
                  <a:gd name="T28" fmla="*/ 430 w 193"/>
                  <a:gd name="T29" fmla="*/ 1311 h 177"/>
                  <a:gd name="T30" fmla="*/ 190 w 193"/>
                  <a:gd name="T31" fmla="*/ 851 h 177"/>
                  <a:gd name="T32" fmla="*/ 0 w 193"/>
                  <a:gd name="T33" fmla="*/ 653 h 1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3" h="177">
                    <a:moveTo>
                      <a:pt x="16" y="104"/>
                    </a:moveTo>
                    <a:cubicBezTo>
                      <a:pt x="19" y="116"/>
                      <a:pt x="27" y="127"/>
                      <a:pt x="29" y="139"/>
                    </a:cubicBezTo>
                    <a:cubicBezTo>
                      <a:pt x="31" y="149"/>
                      <a:pt x="31" y="168"/>
                      <a:pt x="41" y="172"/>
                    </a:cubicBezTo>
                    <a:cubicBezTo>
                      <a:pt x="53" y="177"/>
                      <a:pt x="79" y="161"/>
                      <a:pt x="89" y="155"/>
                    </a:cubicBezTo>
                    <a:cubicBezTo>
                      <a:pt x="104" y="145"/>
                      <a:pt x="116" y="131"/>
                      <a:pt x="130" y="119"/>
                    </a:cubicBezTo>
                    <a:cubicBezTo>
                      <a:pt x="151" y="102"/>
                      <a:pt x="193" y="101"/>
                      <a:pt x="191" y="69"/>
                    </a:cubicBezTo>
                    <a:cubicBezTo>
                      <a:pt x="189" y="39"/>
                      <a:pt x="156" y="14"/>
                      <a:pt x="132" y="0"/>
                    </a:cubicBezTo>
                    <a:cubicBezTo>
                      <a:pt x="142" y="10"/>
                      <a:pt x="155" y="24"/>
                      <a:pt x="158" y="39"/>
                    </a:cubicBezTo>
                    <a:cubicBezTo>
                      <a:pt x="162" y="65"/>
                      <a:pt x="141" y="72"/>
                      <a:pt x="120" y="71"/>
                    </a:cubicBezTo>
                    <a:cubicBezTo>
                      <a:pt x="110" y="71"/>
                      <a:pt x="102" y="68"/>
                      <a:pt x="93" y="65"/>
                    </a:cubicBezTo>
                    <a:cubicBezTo>
                      <a:pt x="83" y="63"/>
                      <a:pt x="88" y="63"/>
                      <a:pt x="83" y="67"/>
                    </a:cubicBezTo>
                    <a:cubicBezTo>
                      <a:pt x="81" y="68"/>
                      <a:pt x="80" y="74"/>
                      <a:pt x="73" y="77"/>
                    </a:cubicBezTo>
                    <a:cubicBezTo>
                      <a:pt x="67" y="79"/>
                      <a:pt x="60" y="80"/>
                      <a:pt x="54" y="82"/>
                    </a:cubicBezTo>
                    <a:cubicBezTo>
                      <a:pt x="54" y="90"/>
                      <a:pt x="78" y="96"/>
                      <a:pt x="81" y="108"/>
                    </a:cubicBezTo>
                    <a:cubicBezTo>
                      <a:pt x="88" y="132"/>
                      <a:pt x="62" y="148"/>
                      <a:pt x="43" y="132"/>
                    </a:cubicBezTo>
                    <a:cubicBezTo>
                      <a:pt x="31" y="122"/>
                      <a:pt x="27" y="100"/>
                      <a:pt x="19" y="86"/>
                    </a:cubicBezTo>
                    <a:cubicBezTo>
                      <a:pt x="14" y="76"/>
                      <a:pt x="4" y="74"/>
                      <a:pt x="0" y="66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" name="Freeform 996">
                <a:extLst>
                  <a:ext uri="{FF2B5EF4-FFF2-40B4-BE49-F238E27FC236}">
                    <a16:creationId xmlns:a16="http://schemas.microsoft.com/office/drawing/2014/main" id="{959C0E07-6079-412B-8030-B27277B7C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932"/>
                <a:ext cx="223" cy="91"/>
              </a:xfrm>
              <a:custGeom>
                <a:avLst/>
                <a:gdLst>
                  <a:gd name="T0" fmla="*/ 150 w 141"/>
                  <a:gd name="T1" fmla="*/ 319 h 57"/>
                  <a:gd name="T2" fmla="*/ 440 w 141"/>
                  <a:gd name="T3" fmla="*/ 13 h 57"/>
                  <a:gd name="T4" fmla="*/ 816 w 141"/>
                  <a:gd name="T5" fmla="*/ 73 h 57"/>
                  <a:gd name="T6" fmla="*/ 1397 w 141"/>
                  <a:gd name="T7" fmla="*/ 107 h 57"/>
                  <a:gd name="T8" fmla="*/ 516 w 141"/>
                  <a:gd name="T9" fmla="*/ 260 h 57"/>
                  <a:gd name="T10" fmla="*/ 176 w 141"/>
                  <a:gd name="T11" fmla="*/ 346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57">
                    <a:moveTo>
                      <a:pt x="15" y="31"/>
                    </a:moveTo>
                    <a:cubicBezTo>
                      <a:pt x="0" y="5"/>
                      <a:pt x="22" y="0"/>
                      <a:pt x="44" y="1"/>
                    </a:cubicBezTo>
                    <a:cubicBezTo>
                      <a:pt x="57" y="2"/>
                      <a:pt x="69" y="7"/>
                      <a:pt x="82" y="7"/>
                    </a:cubicBezTo>
                    <a:cubicBezTo>
                      <a:pt x="101" y="7"/>
                      <a:pt x="124" y="5"/>
                      <a:pt x="141" y="10"/>
                    </a:cubicBezTo>
                    <a:cubicBezTo>
                      <a:pt x="111" y="13"/>
                      <a:pt x="78" y="7"/>
                      <a:pt x="52" y="25"/>
                    </a:cubicBezTo>
                    <a:cubicBezTo>
                      <a:pt x="43" y="32"/>
                      <a:pt x="27" y="57"/>
                      <a:pt x="18" y="33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" name="Freeform 997">
                <a:extLst>
                  <a:ext uri="{FF2B5EF4-FFF2-40B4-BE49-F238E27FC236}">
                    <a16:creationId xmlns:a16="http://schemas.microsoft.com/office/drawing/2014/main" id="{92AC8BF8-3290-4BDD-9D92-20CC036FC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1942"/>
                <a:ext cx="35" cy="24"/>
              </a:xfrm>
              <a:custGeom>
                <a:avLst/>
                <a:gdLst>
                  <a:gd name="T0" fmla="*/ 116 w 22"/>
                  <a:gd name="T1" fmla="*/ 0 h 15"/>
                  <a:gd name="T2" fmla="*/ 102 w 22"/>
                  <a:gd name="T3" fmla="*/ 144 h 15"/>
                  <a:gd name="T4" fmla="*/ 226 w 22"/>
                  <a:gd name="T5" fmla="*/ 21 h 15"/>
                  <a:gd name="T6" fmla="*/ 185 w 22"/>
                  <a:gd name="T7" fmla="*/ 1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">
                    <a:moveTo>
                      <a:pt x="11" y="0"/>
                    </a:moveTo>
                    <a:cubicBezTo>
                      <a:pt x="4" y="2"/>
                      <a:pt x="0" y="15"/>
                      <a:pt x="10" y="14"/>
                    </a:cubicBezTo>
                    <a:cubicBezTo>
                      <a:pt x="12" y="14"/>
                      <a:pt x="16" y="3"/>
                      <a:pt x="22" y="2"/>
                    </a:cubicBezTo>
                    <a:cubicBezTo>
                      <a:pt x="20" y="1"/>
                      <a:pt x="19" y="1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" name="Freeform 998">
                <a:extLst>
                  <a:ext uri="{FF2B5EF4-FFF2-40B4-BE49-F238E27FC236}">
                    <a16:creationId xmlns:a16="http://schemas.microsoft.com/office/drawing/2014/main" id="{4E357A9C-BB51-4F30-827D-C915A4C07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944"/>
                <a:ext cx="12" cy="9"/>
              </a:xfrm>
              <a:custGeom>
                <a:avLst/>
                <a:gdLst>
                  <a:gd name="T0" fmla="*/ 18 w 8"/>
                  <a:gd name="T1" fmla="*/ 0 h 6"/>
                  <a:gd name="T2" fmla="*/ 12 w 8"/>
                  <a:gd name="T3" fmla="*/ 48 h 6"/>
                  <a:gd name="T4" fmla="*/ 59 w 8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7" y="6"/>
                      <a:pt x="8" y="4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" name="Oval 999">
                <a:extLst>
                  <a:ext uri="{FF2B5EF4-FFF2-40B4-BE49-F238E27FC236}">
                    <a16:creationId xmlns:a16="http://schemas.microsoft.com/office/drawing/2014/main" id="{70834AAB-7F3A-4DDD-B0B5-31349BE62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2029"/>
                <a:ext cx="94" cy="88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59" name="Oval 1000">
                <a:extLst>
                  <a:ext uri="{FF2B5EF4-FFF2-40B4-BE49-F238E27FC236}">
                    <a16:creationId xmlns:a16="http://schemas.microsoft.com/office/drawing/2014/main" id="{1A234B7B-A6E1-4AF6-BBA6-1CC426F84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010"/>
                <a:ext cx="94" cy="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60" name="Oval 1001">
                <a:extLst>
                  <a:ext uri="{FF2B5EF4-FFF2-40B4-BE49-F238E27FC236}">
                    <a16:creationId xmlns:a16="http://schemas.microsoft.com/office/drawing/2014/main" id="{B2506E49-1513-4B6B-93F5-A0DD477EB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2021"/>
                <a:ext cx="93" cy="88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61" name="Freeform 1002">
                <a:extLst>
                  <a:ext uri="{FF2B5EF4-FFF2-40B4-BE49-F238E27FC236}">
                    <a16:creationId xmlns:a16="http://schemas.microsoft.com/office/drawing/2014/main" id="{8C2FD98C-1B24-4001-B494-427C455A7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041"/>
                <a:ext cx="71" cy="62"/>
              </a:xfrm>
              <a:custGeom>
                <a:avLst/>
                <a:gdLst>
                  <a:gd name="T0" fmla="*/ 0 w 45"/>
                  <a:gd name="T1" fmla="*/ 237 h 39"/>
                  <a:gd name="T2" fmla="*/ 0 w 45"/>
                  <a:gd name="T3" fmla="*/ 288 h 39"/>
                  <a:gd name="T4" fmla="*/ 204 w 45"/>
                  <a:gd name="T5" fmla="*/ 397 h 39"/>
                  <a:gd name="T6" fmla="*/ 440 w 45"/>
                  <a:gd name="T7" fmla="*/ 162 h 39"/>
                  <a:gd name="T8" fmla="*/ 428 w 45"/>
                  <a:gd name="T9" fmla="*/ 108 h 39"/>
                  <a:gd name="T10" fmla="*/ 237 w 45"/>
                  <a:gd name="T11" fmla="*/ 0 h 39"/>
                  <a:gd name="T12" fmla="*/ 0 w 45"/>
                  <a:gd name="T13" fmla="*/ 23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9">
                    <a:moveTo>
                      <a:pt x="0" y="23"/>
                    </a:moveTo>
                    <a:cubicBezTo>
                      <a:pt x="0" y="25"/>
                      <a:pt x="0" y="27"/>
                      <a:pt x="0" y="28"/>
                    </a:cubicBezTo>
                    <a:cubicBezTo>
                      <a:pt x="5" y="34"/>
                      <a:pt x="12" y="39"/>
                      <a:pt x="21" y="39"/>
                    </a:cubicBezTo>
                    <a:cubicBezTo>
                      <a:pt x="34" y="39"/>
                      <a:pt x="45" y="28"/>
                      <a:pt x="45" y="16"/>
                    </a:cubicBezTo>
                    <a:cubicBezTo>
                      <a:pt x="45" y="14"/>
                      <a:pt x="45" y="12"/>
                      <a:pt x="44" y="11"/>
                    </a:cubicBezTo>
                    <a:cubicBezTo>
                      <a:pt x="40" y="4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" name="Oval 1003">
                <a:extLst>
                  <a:ext uri="{FF2B5EF4-FFF2-40B4-BE49-F238E27FC236}">
                    <a16:creationId xmlns:a16="http://schemas.microsoft.com/office/drawing/2014/main" id="{A7EEF6DB-181C-433F-96AB-E98955066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1" y="2041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63" name="Oval 1004">
                <a:extLst>
                  <a:ext uri="{FF2B5EF4-FFF2-40B4-BE49-F238E27FC236}">
                    <a16:creationId xmlns:a16="http://schemas.microsoft.com/office/drawing/2014/main" id="{08670608-5905-41D9-B57C-5DAE623A0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038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64" name="Freeform 1005">
                <a:extLst>
                  <a:ext uri="{FF2B5EF4-FFF2-40B4-BE49-F238E27FC236}">
                    <a16:creationId xmlns:a16="http://schemas.microsoft.com/office/drawing/2014/main" id="{5949D478-F59D-4673-ADE0-D0DC5B019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070"/>
                <a:ext cx="52" cy="39"/>
              </a:xfrm>
              <a:custGeom>
                <a:avLst/>
                <a:gdLst>
                  <a:gd name="T0" fmla="*/ 320 w 33"/>
                  <a:gd name="T1" fmla="*/ 0 h 25"/>
                  <a:gd name="T2" fmla="*/ 0 w 33"/>
                  <a:gd name="T3" fmla="*/ 168 h 25"/>
                  <a:gd name="T4" fmla="*/ 320 w 3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33" y="0"/>
                    </a:moveTo>
                    <a:cubicBezTo>
                      <a:pt x="27" y="21"/>
                      <a:pt x="11" y="25"/>
                      <a:pt x="0" y="18"/>
                    </a:cubicBezTo>
                    <a:cubicBezTo>
                      <a:pt x="8" y="18"/>
                      <a:pt x="24" y="15"/>
                      <a:pt x="33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" name="Freeform 1006">
                <a:extLst>
                  <a:ext uri="{FF2B5EF4-FFF2-40B4-BE49-F238E27FC236}">
                    <a16:creationId xmlns:a16="http://schemas.microsoft.com/office/drawing/2014/main" id="{7C2C0914-A0BA-43E0-A2D1-B65159FEE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902"/>
                <a:ext cx="439" cy="357"/>
              </a:xfrm>
              <a:custGeom>
                <a:avLst/>
                <a:gdLst>
                  <a:gd name="T0" fmla="*/ 87 w 277"/>
                  <a:gd name="T1" fmla="*/ 224 h 226"/>
                  <a:gd name="T2" fmla="*/ 360 w 277"/>
                  <a:gd name="T3" fmla="*/ 809 h 226"/>
                  <a:gd name="T4" fmla="*/ 783 w 277"/>
                  <a:gd name="T5" fmla="*/ 1611 h 226"/>
                  <a:gd name="T6" fmla="*/ 1198 w 277"/>
                  <a:gd name="T7" fmla="*/ 2169 h 226"/>
                  <a:gd name="T8" fmla="*/ 2057 w 277"/>
                  <a:gd name="T9" fmla="*/ 1652 h 226"/>
                  <a:gd name="T10" fmla="*/ 2718 w 277"/>
                  <a:gd name="T11" fmla="*/ 1183 h 226"/>
                  <a:gd name="T12" fmla="*/ 2170 w 277"/>
                  <a:gd name="T13" fmla="*/ 395 h 226"/>
                  <a:gd name="T14" fmla="*/ 1060 w 277"/>
                  <a:gd name="T15" fmla="*/ 155 h 226"/>
                  <a:gd name="T16" fmla="*/ 87 w 277"/>
                  <a:gd name="T17" fmla="*/ 224 h 2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7" h="226">
                    <a:moveTo>
                      <a:pt x="9" y="23"/>
                    </a:moveTo>
                    <a:cubicBezTo>
                      <a:pt x="1" y="45"/>
                      <a:pt x="0" y="52"/>
                      <a:pt x="36" y="82"/>
                    </a:cubicBezTo>
                    <a:cubicBezTo>
                      <a:pt x="71" y="111"/>
                      <a:pt x="58" y="119"/>
                      <a:pt x="78" y="164"/>
                    </a:cubicBezTo>
                    <a:cubicBezTo>
                      <a:pt x="99" y="209"/>
                      <a:pt x="78" y="226"/>
                      <a:pt x="120" y="220"/>
                    </a:cubicBezTo>
                    <a:cubicBezTo>
                      <a:pt x="162" y="214"/>
                      <a:pt x="163" y="198"/>
                      <a:pt x="206" y="168"/>
                    </a:cubicBezTo>
                    <a:cubicBezTo>
                      <a:pt x="249" y="139"/>
                      <a:pt x="266" y="142"/>
                      <a:pt x="272" y="120"/>
                    </a:cubicBezTo>
                    <a:cubicBezTo>
                      <a:pt x="277" y="98"/>
                      <a:pt x="247" y="61"/>
                      <a:pt x="217" y="40"/>
                    </a:cubicBezTo>
                    <a:cubicBezTo>
                      <a:pt x="188" y="18"/>
                      <a:pt x="156" y="16"/>
                      <a:pt x="106" y="16"/>
                    </a:cubicBezTo>
                    <a:cubicBezTo>
                      <a:pt x="56" y="16"/>
                      <a:pt x="14" y="0"/>
                      <a:pt x="9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" name="Freeform 1007">
                <a:extLst>
                  <a:ext uri="{FF2B5EF4-FFF2-40B4-BE49-F238E27FC236}">
                    <a16:creationId xmlns:a16="http://schemas.microsoft.com/office/drawing/2014/main" id="{33055F7F-A358-413D-BFA7-3E3350E9D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632"/>
                <a:ext cx="496" cy="274"/>
              </a:xfrm>
              <a:custGeom>
                <a:avLst/>
                <a:gdLst>
                  <a:gd name="T0" fmla="*/ 40 w 313"/>
                  <a:gd name="T1" fmla="*/ 1505 h 173"/>
                  <a:gd name="T2" fmla="*/ 927 w 313"/>
                  <a:gd name="T3" fmla="*/ 1673 h 173"/>
                  <a:gd name="T4" fmla="*/ 2049 w 313"/>
                  <a:gd name="T5" fmla="*/ 1660 h 173"/>
                  <a:gd name="T6" fmla="*/ 2976 w 313"/>
                  <a:gd name="T7" fmla="*/ 1022 h 173"/>
                  <a:gd name="T8" fmla="*/ 2190 w 313"/>
                  <a:gd name="T9" fmla="*/ 279 h 173"/>
                  <a:gd name="T10" fmla="*/ 1027 w 313"/>
                  <a:gd name="T11" fmla="*/ 421 h 173"/>
                  <a:gd name="T12" fmla="*/ 219 w 313"/>
                  <a:gd name="T13" fmla="*/ 1164 h 173"/>
                  <a:gd name="T14" fmla="*/ 40 w 313"/>
                  <a:gd name="T15" fmla="*/ 1505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3" h="173">
                    <a:moveTo>
                      <a:pt x="4" y="151"/>
                    </a:moveTo>
                    <a:cubicBezTo>
                      <a:pt x="13" y="173"/>
                      <a:pt x="44" y="166"/>
                      <a:pt x="93" y="168"/>
                    </a:cubicBezTo>
                    <a:cubicBezTo>
                      <a:pt x="143" y="169"/>
                      <a:pt x="179" y="173"/>
                      <a:pt x="205" y="167"/>
                    </a:cubicBezTo>
                    <a:cubicBezTo>
                      <a:pt x="231" y="161"/>
                      <a:pt x="283" y="123"/>
                      <a:pt x="298" y="102"/>
                    </a:cubicBezTo>
                    <a:cubicBezTo>
                      <a:pt x="313" y="82"/>
                      <a:pt x="274" y="57"/>
                      <a:pt x="219" y="28"/>
                    </a:cubicBezTo>
                    <a:cubicBezTo>
                      <a:pt x="163" y="0"/>
                      <a:pt x="133" y="22"/>
                      <a:pt x="103" y="42"/>
                    </a:cubicBezTo>
                    <a:cubicBezTo>
                      <a:pt x="74" y="61"/>
                      <a:pt x="39" y="102"/>
                      <a:pt x="22" y="117"/>
                    </a:cubicBezTo>
                    <a:cubicBezTo>
                      <a:pt x="5" y="131"/>
                      <a:pt x="0" y="143"/>
                      <a:pt x="4" y="151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" name="Freeform 1008">
                <a:extLst>
                  <a:ext uri="{FF2B5EF4-FFF2-40B4-BE49-F238E27FC236}">
                    <a16:creationId xmlns:a16="http://schemas.microsoft.com/office/drawing/2014/main" id="{ECA4AF81-8783-48EF-A20A-2111B17F0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737"/>
                <a:ext cx="435" cy="154"/>
              </a:xfrm>
              <a:custGeom>
                <a:avLst/>
                <a:gdLst>
                  <a:gd name="T0" fmla="*/ 100 w 275"/>
                  <a:gd name="T1" fmla="*/ 660 h 98"/>
                  <a:gd name="T2" fmla="*/ 150 w 275"/>
                  <a:gd name="T3" fmla="*/ 842 h 98"/>
                  <a:gd name="T4" fmla="*/ 753 w 275"/>
                  <a:gd name="T5" fmla="*/ 855 h 98"/>
                  <a:gd name="T6" fmla="*/ 1832 w 275"/>
                  <a:gd name="T7" fmla="*/ 885 h 98"/>
                  <a:gd name="T8" fmla="*/ 2521 w 275"/>
                  <a:gd name="T9" fmla="*/ 501 h 98"/>
                  <a:gd name="T10" fmla="*/ 2713 w 275"/>
                  <a:gd name="T11" fmla="*/ 233 h 98"/>
                  <a:gd name="T12" fmla="*/ 2434 w 275"/>
                  <a:gd name="T13" fmla="*/ 0 h 98"/>
                  <a:gd name="T14" fmla="*/ 2313 w 275"/>
                  <a:gd name="T15" fmla="*/ 366 h 98"/>
                  <a:gd name="T16" fmla="*/ 1647 w 275"/>
                  <a:gd name="T17" fmla="*/ 366 h 98"/>
                  <a:gd name="T18" fmla="*/ 1196 w 275"/>
                  <a:gd name="T19" fmla="*/ 470 h 98"/>
                  <a:gd name="T20" fmla="*/ 713 w 275"/>
                  <a:gd name="T21" fmla="*/ 718 h 98"/>
                  <a:gd name="T22" fmla="*/ 225 w 275"/>
                  <a:gd name="T23" fmla="*/ 591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5" h="98">
                    <a:moveTo>
                      <a:pt x="10" y="69"/>
                    </a:moveTo>
                    <a:cubicBezTo>
                      <a:pt x="2" y="79"/>
                      <a:pt x="0" y="85"/>
                      <a:pt x="15" y="88"/>
                    </a:cubicBezTo>
                    <a:cubicBezTo>
                      <a:pt x="34" y="92"/>
                      <a:pt x="57" y="89"/>
                      <a:pt x="76" y="89"/>
                    </a:cubicBezTo>
                    <a:cubicBezTo>
                      <a:pt x="112" y="89"/>
                      <a:pt x="150" y="98"/>
                      <a:pt x="185" y="92"/>
                    </a:cubicBezTo>
                    <a:cubicBezTo>
                      <a:pt x="210" y="87"/>
                      <a:pt x="237" y="69"/>
                      <a:pt x="255" y="52"/>
                    </a:cubicBezTo>
                    <a:cubicBezTo>
                      <a:pt x="262" y="46"/>
                      <a:pt x="275" y="34"/>
                      <a:pt x="274" y="24"/>
                    </a:cubicBezTo>
                    <a:cubicBezTo>
                      <a:pt x="273" y="11"/>
                      <a:pt x="255" y="6"/>
                      <a:pt x="246" y="0"/>
                    </a:cubicBezTo>
                    <a:cubicBezTo>
                      <a:pt x="258" y="17"/>
                      <a:pt x="251" y="30"/>
                      <a:pt x="233" y="38"/>
                    </a:cubicBezTo>
                    <a:cubicBezTo>
                      <a:pt x="210" y="49"/>
                      <a:pt x="188" y="46"/>
                      <a:pt x="166" y="38"/>
                    </a:cubicBezTo>
                    <a:cubicBezTo>
                      <a:pt x="155" y="50"/>
                      <a:pt x="135" y="51"/>
                      <a:pt x="121" y="49"/>
                    </a:cubicBezTo>
                    <a:cubicBezTo>
                      <a:pt x="120" y="73"/>
                      <a:pt x="93" y="74"/>
                      <a:pt x="72" y="75"/>
                    </a:cubicBezTo>
                    <a:cubicBezTo>
                      <a:pt x="56" y="76"/>
                      <a:pt x="27" y="83"/>
                      <a:pt x="23" y="62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" name="Freeform 1009">
                <a:extLst>
                  <a:ext uri="{FF2B5EF4-FFF2-40B4-BE49-F238E27FC236}">
                    <a16:creationId xmlns:a16="http://schemas.microsoft.com/office/drawing/2014/main" id="{1D9F87CF-E8C6-49A9-901C-ECBA9ECF8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669"/>
                <a:ext cx="286" cy="147"/>
              </a:xfrm>
              <a:custGeom>
                <a:avLst/>
                <a:gdLst>
                  <a:gd name="T0" fmla="*/ 0 w 181"/>
                  <a:gd name="T1" fmla="*/ 917 h 93"/>
                  <a:gd name="T2" fmla="*/ 741 w 181"/>
                  <a:gd name="T3" fmla="*/ 258 h 93"/>
                  <a:gd name="T4" fmla="*/ 1103 w 181"/>
                  <a:gd name="T5" fmla="*/ 82 h 93"/>
                  <a:gd name="T6" fmla="*/ 1782 w 181"/>
                  <a:gd name="T7" fmla="*/ 267 h 93"/>
                  <a:gd name="T8" fmla="*/ 899 w 181"/>
                  <a:gd name="T9" fmla="*/ 408 h 93"/>
                  <a:gd name="T10" fmla="*/ 659 w 181"/>
                  <a:gd name="T11" fmla="*/ 749 h 93"/>
                  <a:gd name="T12" fmla="*/ 250 w 181"/>
                  <a:gd name="T13" fmla="*/ 83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93">
                    <a:moveTo>
                      <a:pt x="0" y="93"/>
                    </a:moveTo>
                    <a:cubicBezTo>
                      <a:pt x="25" y="69"/>
                      <a:pt x="47" y="44"/>
                      <a:pt x="75" y="26"/>
                    </a:cubicBezTo>
                    <a:cubicBezTo>
                      <a:pt x="87" y="19"/>
                      <a:pt x="99" y="11"/>
                      <a:pt x="112" y="8"/>
                    </a:cubicBezTo>
                    <a:cubicBezTo>
                      <a:pt x="142" y="0"/>
                      <a:pt x="156" y="16"/>
                      <a:pt x="181" y="27"/>
                    </a:cubicBezTo>
                    <a:cubicBezTo>
                      <a:pt x="150" y="13"/>
                      <a:pt x="116" y="20"/>
                      <a:pt x="91" y="41"/>
                    </a:cubicBezTo>
                    <a:cubicBezTo>
                      <a:pt x="79" y="51"/>
                      <a:pt x="77" y="65"/>
                      <a:pt x="67" y="76"/>
                    </a:cubicBezTo>
                    <a:cubicBezTo>
                      <a:pt x="54" y="90"/>
                      <a:pt x="41" y="79"/>
                      <a:pt x="25" y="84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" name="Freeform 1010">
                <a:extLst>
                  <a:ext uri="{FF2B5EF4-FFF2-40B4-BE49-F238E27FC236}">
                    <a16:creationId xmlns:a16="http://schemas.microsoft.com/office/drawing/2014/main" id="{7641DE51-319C-40EA-A216-4AFA48FF3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1711"/>
                <a:ext cx="55" cy="49"/>
              </a:xfrm>
              <a:custGeom>
                <a:avLst/>
                <a:gdLst>
                  <a:gd name="T0" fmla="*/ 333 w 35"/>
                  <a:gd name="T1" fmla="*/ 0 h 31"/>
                  <a:gd name="T2" fmla="*/ 0 w 35"/>
                  <a:gd name="T3" fmla="*/ 292 h 31"/>
                  <a:gd name="T4" fmla="*/ 212 w 35"/>
                  <a:gd name="T5" fmla="*/ 267 h 31"/>
                  <a:gd name="T6" fmla="*/ 299 w 35"/>
                  <a:gd name="T7" fmla="*/ 8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1">
                    <a:moveTo>
                      <a:pt x="35" y="0"/>
                    </a:moveTo>
                    <a:cubicBezTo>
                      <a:pt x="26" y="11"/>
                      <a:pt x="6" y="18"/>
                      <a:pt x="0" y="30"/>
                    </a:cubicBezTo>
                    <a:cubicBezTo>
                      <a:pt x="3" y="31"/>
                      <a:pt x="20" y="28"/>
                      <a:pt x="22" y="27"/>
                    </a:cubicBezTo>
                    <a:cubicBezTo>
                      <a:pt x="29" y="22"/>
                      <a:pt x="22" y="11"/>
                      <a:pt x="3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" name="Freeform 1011">
                <a:extLst>
                  <a:ext uri="{FF2B5EF4-FFF2-40B4-BE49-F238E27FC236}">
                    <a16:creationId xmlns:a16="http://schemas.microsoft.com/office/drawing/2014/main" id="{965E1DE6-2650-4462-BE35-37DEE90C2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702"/>
                <a:ext cx="23" cy="19"/>
              </a:xfrm>
              <a:custGeom>
                <a:avLst/>
                <a:gdLst>
                  <a:gd name="T0" fmla="*/ 71 w 14"/>
                  <a:gd name="T1" fmla="*/ 33 h 12"/>
                  <a:gd name="T2" fmla="*/ 13 w 14"/>
                  <a:gd name="T3" fmla="*/ 108 h 12"/>
                  <a:gd name="T4" fmla="*/ 133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6" y="3"/>
                    </a:moveTo>
                    <a:cubicBezTo>
                      <a:pt x="2" y="5"/>
                      <a:pt x="0" y="7"/>
                      <a:pt x="1" y="11"/>
                    </a:cubicBezTo>
                    <a:cubicBezTo>
                      <a:pt x="7" y="12"/>
                      <a:pt x="14" y="6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" name="Oval 1012">
                <a:extLst>
                  <a:ext uri="{FF2B5EF4-FFF2-40B4-BE49-F238E27FC236}">
                    <a16:creationId xmlns:a16="http://schemas.microsoft.com/office/drawing/2014/main" id="{B257D8A7-4C3C-464C-8D2E-2D31EAC33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768"/>
                <a:ext cx="94" cy="87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72" name="Oval 1013">
                <a:extLst>
                  <a:ext uri="{FF2B5EF4-FFF2-40B4-BE49-F238E27FC236}">
                    <a16:creationId xmlns:a16="http://schemas.microsoft.com/office/drawing/2014/main" id="{2E54B30C-FC3C-4F65-8739-D7C8576D5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1749"/>
                <a:ext cx="94" cy="8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73" name="Oval 1014">
                <a:extLst>
                  <a:ext uri="{FF2B5EF4-FFF2-40B4-BE49-F238E27FC236}">
                    <a16:creationId xmlns:a16="http://schemas.microsoft.com/office/drawing/2014/main" id="{46EDADCE-B9DC-45D7-A400-151B23A0D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1759"/>
                <a:ext cx="93" cy="88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74" name="Freeform 1015">
                <a:extLst>
                  <a:ext uri="{FF2B5EF4-FFF2-40B4-BE49-F238E27FC236}">
                    <a16:creationId xmlns:a16="http://schemas.microsoft.com/office/drawing/2014/main" id="{C9CC8E52-7F65-4AFF-BD7D-E0C30B5C9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781"/>
                <a:ext cx="71" cy="60"/>
              </a:xfrm>
              <a:custGeom>
                <a:avLst/>
                <a:gdLst>
                  <a:gd name="T0" fmla="*/ 0 w 45"/>
                  <a:gd name="T1" fmla="*/ 216 h 38"/>
                  <a:gd name="T2" fmla="*/ 13 w 45"/>
                  <a:gd name="T3" fmla="*/ 267 h 38"/>
                  <a:gd name="T4" fmla="*/ 204 w 45"/>
                  <a:gd name="T5" fmla="*/ 374 h 38"/>
                  <a:gd name="T6" fmla="*/ 440 w 45"/>
                  <a:gd name="T7" fmla="*/ 150 h 38"/>
                  <a:gd name="T8" fmla="*/ 440 w 45"/>
                  <a:gd name="T9" fmla="*/ 98 h 38"/>
                  <a:gd name="T10" fmla="*/ 237 w 45"/>
                  <a:gd name="T11" fmla="*/ 0 h 38"/>
                  <a:gd name="T12" fmla="*/ 0 w 45"/>
                  <a:gd name="T13" fmla="*/ 21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8">
                    <a:moveTo>
                      <a:pt x="0" y="22"/>
                    </a:moveTo>
                    <a:cubicBezTo>
                      <a:pt x="0" y="24"/>
                      <a:pt x="0" y="26"/>
                      <a:pt x="1" y="27"/>
                    </a:cubicBezTo>
                    <a:cubicBezTo>
                      <a:pt x="5" y="34"/>
                      <a:pt x="12" y="38"/>
                      <a:pt x="21" y="38"/>
                    </a:cubicBezTo>
                    <a:cubicBezTo>
                      <a:pt x="34" y="38"/>
                      <a:pt x="45" y="28"/>
                      <a:pt x="45" y="15"/>
                    </a:cubicBezTo>
                    <a:cubicBezTo>
                      <a:pt x="45" y="13"/>
                      <a:pt x="45" y="12"/>
                      <a:pt x="45" y="10"/>
                    </a:cubicBezTo>
                    <a:cubicBezTo>
                      <a:pt x="40" y="4"/>
                      <a:pt x="33" y="0"/>
                      <a:pt x="24" y="0"/>
                    </a:cubicBezTo>
                    <a:cubicBezTo>
                      <a:pt x="11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" name="Oval 1016">
                <a:extLst>
                  <a:ext uri="{FF2B5EF4-FFF2-40B4-BE49-F238E27FC236}">
                    <a16:creationId xmlns:a16="http://schemas.microsoft.com/office/drawing/2014/main" id="{1D26A150-95DE-43E2-9E7A-8051F2558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1779"/>
                <a:ext cx="2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76" name="Oval 1017">
                <a:extLst>
                  <a:ext uri="{FF2B5EF4-FFF2-40B4-BE49-F238E27FC236}">
                    <a16:creationId xmlns:a16="http://schemas.microsoft.com/office/drawing/2014/main" id="{533BC390-E722-46FE-84E9-5AF5CB8EB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1776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77" name="Freeform 1018">
                <a:extLst>
                  <a:ext uri="{FF2B5EF4-FFF2-40B4-BE49-F238E27FC236}">
                    <a16:creationId xmlns:a16="http://schemas.microsoft.com/office/drawing/2014/main" id="{BF3523C7-2119-4EB9-B2D6-87AB6F3FE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808"/>
                <a:ext cx="52" cy="39"/>
              </a:xfrm>
              <a:custGeom>
                <a:avLst/>
                <a:gdLst>
                  <a:gd name="T0" fmla="*/ 320 w 33"/>
                  <a:gd name="T1" fmla="*/ 0 h 25"/>
                  <a:gd name="T2" fmla="*/ 0 w 33"/>
                  <a:gd name="T3" fmla="*/ 178 h 25"/>
                  <a:gd name="T4" fmla="*/ 320 w 3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33" y="0"/>
                    </a:moveTo>
                    <a:cubicBezTo>
                      <a:pt x="28" y="21"/>
                      <a:pt x="11" y="25"/>
                      <a:pt x="0" y="19"/>
                    </a:cubicBezTo>
                    <a:cubicBezTo>
                      <a:pt x="8" y="18"/>
                      <a:pt x="24" y="15"/>
                      <a:pt x="33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" name="Freeform 1019">
                <a:extLst>
                  <a:ext uri="{FF2B5EF4-FFF2-40B4-BE49-F238E27FC236}">
                    <a16:creationId xmlns:a16="http://schemas.microsoft.com/office/drawing/2014/main" id="{B90B6CA4-6A81-4A7D-A5E8-494D16FB6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632"/>
                <a:ext cx="496" cy="274"/>
              </a:xfrm>
              <a:custGeom>
                <a:avLst/>
                <a:gdLst>
                  <a:gd name="T0" fmla="*/ 40 w 313"/>
                  <a:gd name="T1" fmla="*/ 1505 h 173"/>
                  <a:gd name="T2" fmla="*/ 927 w 313"/>
                  <a:gd name="T3" fmla="*/ 1673 h 173"/>
                  <a:gd name="T4" fmla="*/ 2049 w 313"/>
                  <a:gd name="T5" fmla="*/ 1660 h 173"/>
                  <a:gd name="T6" fmla="*/ 2976 w 313"/>
                  <a:gd name="T7" fmla="*/ 1022 h 173"/>
                  <a:gd name="T8" fmla="*/ 2190 w 313"/>
                  <a:gd name="T9" fmla="*/ 279 h 173"/>
                  <a:gd name="T10" fmla="*/ 1027 w 313"/>
                  <a:gd name="T11" fmla="*/ 421 h 173"/>
                  <a:gd name="T12" fmla="*/ 219 w 313"/>
                  <a:gd name="T13" fmla="*/ 1164 h 173"/>
                  <a:gd name="T14" fmla="*/ 40 w 313"/>
                  <a:gd name="T15" fmla="*/ 1505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3" h="173">
                    <a:moveTo>
                      <a:pt x="4" y="151"/>
                    </a:moveTo>
                    <a:cubicBezTo>
                      <a:pt x="13" y="173"/>
                      <a:pt x="44" y="166"/>
                      <a:pt x="93" y="168"/>
                    </a:cubicBezTo>
                    <a:cubicBezTo>
                      <a:pt x="143" y="169"/>
                      <a:pt x="179" y="173"/>
                      <a:pt x="205" y="167"/>
                    </a:cubicBezTo>
                    <a:cubicBezTo>
                      <a:pt x="231" y="161"/>
                      <a:pt x="283" y="123"/>
                      <a:pt x="298" y="102"/>
                    </a:cubicBezTo>
                    <a:cubicBezTo>
                      <a:pt x="313" y="82"/>
                      <a:pt x="274" y="57"/>
                      <a:pt x="219" y="28"/>
                    </a:cubicBezTo>
                    <a:cubicBezTo>
                      <a:pt x="163" y="0"/>
                      <a:pt x="133" y="22"/>
                      <a:pt x="103" y="42"/>
                    </a:cubicBezTo>
                    <a:cubicBezTo>
                      <a:pt x="74" y="61"/>
                      <a:pt x="39" y="102"/>
                      <a:pt x="22" y="117"/>
                    </a:cubicBezTo>
                    <a:cubicBezTo>
                      <a:pt x="5" y="131"/>
                      <a:pt x="0" y="143"/>
                      <a:pt x="4" y="15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" name="Freeform 1020">
                <a:extLst>
                  <a:ext uri="{FF2B5EF4-FFF2-40B4-BE49-F238E27FC236}">
                    <a16:creationId xmlns:a16="http://schemas.microsoft.com/office/drawing/2014/main" id="{EB8CA38F-8440-4D12-A979-50136B16C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73"/>
                <a:ext cx="450" cy="319"/>
              </a:xfrm>
              <a:custGeom>
                <a:avLst/>
                <a:gdLst>
                  <a:gd name="T0" fmla="*/ 627 w 284"/>
                  <a:gd name="T1" fmla="*/ 137 h 202"/>
                  <a:gd name="T2" fmla="*/ 108 w 284"/>
                  <a:gd name="T3" fmla="*/ 591 h 202"/>
                  <a:gd name="T4" fmla="*/ 108 w 284"/>
                  <a:gd name="T5" fmla="*/ 1170 h 202"/>
                  <a:gd name="T6" fmla="*/ 667 w 284"/>
                  <a:gd name="T7" fmla="*/ 1592 h 202"/>
                  <a:gd name="T8" fmla="*/ 1369 w 284"/>
                  <a:gd name="T9" fmla="*/ 1912 h 202"/>
                  <a:gd name="T10" fmla="*/ 2131 w 284"/>
                  <a:gd name="T11" fmla="*/ 1930 h 202"/>
                  <a:gd name="T12" fmla="*/ 2729 w 284"/>
                  <a:gd name="T13" fmla="*/ 783 h 202"/>
                  <a:gd name="T14" fmla="*/ 2036 w 284"/>
                  <a:gd name="T15" fmla="*/ 35 h 202"/>
                  <a:gd name="T16" fmla="*/ 627 w 284"/>
                  <a:gd name="T17" fmla="*/ 137 h 2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4" h="202">
                    <a:moveTo>
                      <a:pt x="63" y="14"/>
                    </a:moveTo>
                    <a:cubicBezTo>
                      <a:pt x="36" y="30"/>
                      <a:pt x="20" y="45"/>
                      <a:pt x="11" y="60"/>
                    </a:cubicBezTo>
                    <a:cubicBezTo>
                      <a:pt x="1" y="75"/>
                      <a:pt x="0" y="94"/>
                      <a:pt x="11" y="119"/>
                    </a:cubicBezTo>
                    <a:cubicBezTo>
                      <a:pt x="23" y="144"/>
                      <a:pt x="33" y="143"/>
                      <a:pt x="67" y="162"/>
                    </a:cubicBezTo>
                    <a:cubicBezTo>
                      <a:pt x="101" y="181"/>
                      <a:pt x="88" y="191"/>
                      <a:pt x="137" y="195"/>
                    </a:cubicBezTo>
                    <a:cubicBezTo>
                      <a:pt x="185" y="198"/>
                      <a:pt x="194" y="202"/>
                      <a:pt x="213" y="196"/>
                    </a:cubicBezTo>
                    <a:cubicBezTo>
                      <a:pt x="233" y="189"/>
                      <a:pt x="263" y="113"/>
                      <a:pt x="273" y="80"/>
                    </a:cubicBezTo>
                    <a:cubicBezTo>
                      <a:pt x="284" y="48"/>
                      <a:pt x="247" y="0"/>
                      <a:pt x="204" y="4"/>
                    </a:cubicBezTo>
                    <a:cubicBezTo>
                      <a:pt x="162" y="9"/>
                      <a:pt x="78" y="5"/>
                      <a:pt x="63" y="14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" name="Freeform 1021">
                <a:extLst>
                  <a:ext uri="{FF2B5EF4-FFF2-40B4-BE49-F238E27FC236}">
                    <a16:creationId xmlns:a16="http://schemas.microsoft.com/office/drawing/2014/main" id="{037FACC7-B88D-46D0-B543-8CCAF64FB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789"/>
                <a:ext cx="355" cy="276"/>
              </a:xfrm>
              <a:custGeom>
                <a:avLst/>
                <a:gdLst>
                  <a:gd name="T0" fmla="*/ 0 w 224"/>
                  <a:gd name="T1" fmla="*/ 1164 h 175"/>
                  <a:gd name="T2" fmla="*/ 735 w 224"/>
                  <a:gd name="T3" fmla="*/ 1557 h 175"/>
                  <a:gd name="T4" fmla="*/ 1339 w 224"/>
                  <a:gd name="T5" fmla="*/ 1659 h 175"/>
                  <a:gd name="T6" fmla="*/ 1748 w 224"/>
                  <a:gd name="T7" fmla="*/ 1620 h 175"/>
                  <a:gd name="T8" fmla="*/ 2036 w 224"/>
                  <a:gd name="T9" fmla="*/ 1134 h 175"/>
                  <a:gd name="T10" fmla="*/ 2241 w 224"/>
                  <a:gd name="T11" fmla="*/ 538 h 175"/>
                  <a:gd name="T12" fmla="*/ 1452 w 224"/>
                  <a:gd name="T13" fmla="*/ 82 h 175"/>
                  <a:gd name="T14" fmla="*/ 1830 w 224"/>
                  <a:gd name="T15" fmla="*/ 664 h 175"/>
                  <a:gd name="T16" fmla="*/ 1271 w 224"/>
                  <a:gd name="T17" fmla="*/ 891 h 175"/>
                  <a:gd name="T18" fmla="*/ 940 w 224"/>
                  <a:gd name="T19" fmla="*/ 1072 h 175"/>
                  <a:gd name="T20" fmla="*/ 1013 w 224"/>
                  <a:gd name="T21" fmla="*/ 1326 h 175"/>
                  <a:gd name="T22" fmla="*/ 618 w 224"/>
                  <a:gd name="T23" fmla="*/ 1326 h 175"/>
                  <a:gd name="T24" fmla="*/ 279 w 224"/>
                  <a:gd name="T25" fmla="*/ 1232 h 175"/>
                  <a:gd name="T26" fmla="*/ 68 w 224"/>
                  <a:gd name="T27" fmla="*/ 1181 h 1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4" h="175">
                    <a:moveTo>
                      <a:pt x="0" y="119"/>
                    </a:moveTo>
                    <a:cubicBezTo>
                      <a:pt x="28" y="126"/>
                      <a:pt x="49" y="150"/>
                      <a:pt x="74" y="160"/>
                    </a:cubicBezTo>
                    <a:cubicBezTo>
                      <a:pt x="93" y="168"/>
                      <a:pt x="114" y="168"/>
                      <a:pt x="134" y="170"/>
                    </a:cubicBezTo>
                    <a:cubicBezTo>
                      <a:pt x="149" y="172"/>
                      <a:pt x="162" y="175"/>
                      <a:pt x="175" y="166"/>
                    </a:cubicBezTo>
                    <a:cubicBezTo>
                      <a:pt x="191" y="154"/>
                      <a:pt x="198" y="134"/>
                      <a:pt x="204" y="116"/>
                    </a:cubicBezTo>
                    <a:cubicBezTo>
                      <a:pt x="211" y="95"/>
                      <a:pt x="224" y="78"/>
                      <a:pt x="224" y="55"/>
                    </a:cubicBezTo>
                    <a:cubicBezTo>
                      <a:pt x="224" y="15"/>
                      <a:pt x="179" y="0"/>
                      <a:pt x="145" y="8"/>
                    </a:cubicBezTo>
                    <a:cubicBezTo>
                      <a:pt x="175" y="16"/>
                      <a:pt x="200" y="34"/>
                      <a:pt x="183" y="68"/>
                    </a:cubicBezTo>
                    <a:cubicBezTo>
                      <a:pt x="174" y="85"/>
                      <a:pt x="146" y="99"/>
                      <a:pt x="127" y="91"/>
                    </a:cubicBezTo>
                    <a:cubicBezTo>
                      <a:pt x="137" y="107"/>
                      <a:pt x="102" y="106"/>
                      <a:pt x="94" y="110"/>
                    </a:cubicBezTo>
                    <a:cubicBezTo>
                      <a:pt x="102" y="116"/>
                      <a:pt x="109" y="127"/>
                      <a:pt x="101" y="136"/>
                    </a:cubicBezTo>
                    <a:cubicBezTo>
                      <a:pt x="92" y="145"/>
                      <a:pt x="72" y="139"/>
                      <a:pt x="62" y="136"/>
                    </a:cubicBezTo>
                    <a:cubicBezTo>
                      <a:pt x="51" y="133"/>
                      <a:pt x="40" y="128"/>
                      <a:pt x="28" y="126"/>
                    </a:cubicBezTo>
                    <a:cubicBezTo>
                      <a:pt x="21" y="125"/>
                      <a:pt x="12" y="127"/>
                      <a:pt x="7" y="121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" name="Freeform 1022">
                <a:extLst>
                  <a:ext uri="{FF2B5EF4-FFF2-40B4-BE49-F238E27FC236}">
                    <a16:creationId xmlns:a16="http://schemas.microsoft.com/office/drawing/2014/main" id="{761A9B0B-2CD3-4A32-9A44-34717BECF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90"/>
                <a:ext cx="228" cy="144"/>
              </a:xfrm>
              <a:custGeom>
                <a:avLst/>
                <a:gdLst>
                  <a:gd name="T0" fmla="*/ 0 w 144"/>
                  <a:gd name="T1" fmla="*/ 904 h 91"/>
                  <a:gd name="T2" fmla="*/ 100 w 144"/>
                  <a:gd name="T3" fmla="*/ 508 h 91"/>
                  <a:gd name="T4" fmla="*/ 340 w 144"/>
                  <a:gd name="T5" fmla="*/ 250 h 91"/>
                  <a:gd name="T6" fmla="*/ 1435 w 144"/>
                  <a:gd name="T7" fmla="*/ 87 h 91"/>
                  <a:gd name="T8" fmla="*/ 925 w 144"/>
                  <a:gd name="T9" fmla="*/ 206 h 91"/>
                  <a:gd name="T10" fmla="*/ 584 w 144"/>
                  <a:gd name="T11" fmla="*/ 495 h 91"/>
                  <a:gd name="T12" fmla="*/ 250 w 144"/>
                  <a:gd name="T13" fmla="*/ 593 h 91"/>
                  <a:gd name="T14" fmla="*/ 87 w 144"/>
                  <a:gd name="T15" fmla="*/ 679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4" h="91">
                    <a:moveTo>
                      <a:pt x="0" y="91"/>
                    </a:moveTo>
                    <a:cubicBezTo>
                      <a:pt x="0" y="74"/>
                      <a:pt x="0" y="65"/>
                      <a:pt x="10" y="51"/>
                    </a:cubicBezTo>
                    <a:cubicBezTo>
                      <a:pt x="17" y="42"/>
                      <a:pt x="26" y="33"/>
                      <a:pt x="34" y="25"/>
                    </a:cubicBezTo>
                    <a:cubicBezTo>
                      <a:pt x="60" y="0"/>
                      <a:pt x="110" y="9"/>
                      <a:pt x="144" y="9"/>
                    </a:cubicBezTo>
                    <a:cubicBezTo>
                      <a:pt x="126" y="9"/>
                      <a:pt x="108" y="13"/>
                      <a:pt x="93" y="21"/>
                    </a:cubicBezTo>
                    <a:cubicBezTo>
                      <a:pt x="78" y="28"/>
                      <a:pt x="72" y="43"/>
                      <a:pt x="59" y="50"/>
                    </a:cubicBezTo>
                    <a:cubicBezTo>
                      <a:pt x="49" y="55"/>
                      <a:pt x="36" y="54"/>
                      <a:pt x="25" y="60"/>
                    </a:cubicBezTo>
                    <a:cubicBezTo>
                      <a:pt x="19" y="63"/>
                      <a:pt x="15" y="66"/>
                      <a:pt x="9" y="68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" name="Freeform 1023">
                <a:extLst>
                  <a:ext uri="{FF2B5EF4-FFF2-40B4-BE49-F238E27FC236}">
                    <a16:creationId xmlns:a16="http://schemas.microsoft.com/office/drawing/2014/main" id="{DC8CA568-132B-4392-ADA6-1AE4473EA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825"/>
                <a:ext cx="43" cy="22"/>
              </a:xfrm>
              <a:custGeom>
                <a:avLst/>
                <a:gdLst>
                  <a:gd name="T0" fmla="*/ 142 w 27"/>
                  <a:gd name="T1" fmla="*/ 13 h 14"/>
                  <a:gd name="T2" fmla="*/ 0 w 27"/>
                  <a:gd name="T3" fmla="*/ 135 h 14"/>
                  <a:gd name="T4" fmla="*/ 193 w 2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4">
                    <a:moveTo>
                      <a:pt x="14" y="1"/>
                    </a:moveTo>
                    <a:cubicBezTo>
                      <a:pt x="8" y="4"/>
                      <a:pt x="1" y="8"/>
                      <a:pt x="0" y="14"/>
                    </a:cubicBezTo>
                    <a:cubicBezTo>
                      <a:pt x="6" y="13"/>
                      <a:pt x="27" y="7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" name="Freeform 1024">
                <a:extLst>
                  <a:ext uri="{FF2B5EF4-FFF2-40B4-BE49-F238E27FC236}">
                    <a16:creationId xmlns:a16="http://schemas.microsoft.com/office/drawing/2014/main" id="{965FFBA1-6F47-4CBA-9A13-A22ABCD3A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816"/>
                <a:ext cx="13" cy="11"/>
              </a:xfrm>
              <a:custGeom>
                <a:avLst/>
                <a:gdLst>
                  <a:gd name="T0" fmla="*/ 55 w 8"/>
                  <a:gd name="T1" fmla="*/ 0 h 7"/>
                  <a:gd name="T2" fmla="*/ 0 w 8"/>
                  <a:gd name="T3" fmla="*/ 55 h 7"/>
                  <a:gd name="T4" fmla="*/ 76 w 8"/>
                  <a:gd name="T5" fmla="*/ 49 h 7"/>
                  <a:gd name="T6" fmla="*/ 68 w 8"/>
                  <a:gd name="T7" fmla="*/ 20 h 7"/>
                  <a:gd name="T8" fmla="*/ 34 w 8"/>
                  <a:gd name="T9" fmla="*/ 2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3" y="1"/>
                      <a:pt x="1" y="3"/>
                      <a:pt x="0" y="6"/>
                    </a:cubicBezTo>
                    <a:cubicBezTo>
                      <a:pt x="4" y="7"/>
                      <a:pt x="4" y="6"/>
                      <a:pt x="7" y="5"/>
                    </a:cubicBezTo>
                    <a:cubicBezTo>
                      <a:pt x="8" y="4"/>
                      <a:pt x="7" y="3"/>
                      <a:pt x="6" y="2"/>
                    </a:cubicBezTo>
                    <a:cubicBezTo>
                      <a:pt x="5" y="1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" name="Freeform 1025">
                <a:extLst>
                  <a:ext uri="{FF2B5EF4-FFF2-40B4-BE49-F238E27FC236}">
                    <a16:creationId xmlns:a16="http://schemas.microsoft.com/office/drawing/2014/main" id="{30DD0E85-538A-4680-9818-2489C7372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849"/>
                <a:ext cx="10" cy="8"/>
              </a:xfrm>
              <a:custGeom>
                <a:avLst/>
                <a:gdLst>
                  <a:gd name="T0" fmla="*/ 55 w 6"/>
                  <a:gd name="T1" fmla="*/ 54 h 5"/>
                  <a:gd name="T2" fmla="*/ 78 w 6"/>
                  <a:gd name="T3" fmla="*/ 13 h 5"/>
                  <a:gd name="T4" fmla="*/ 0 w 6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6" y="4"/>
                      <a:pt x="6" y="3"/>
                      <a:pt x="6" y="1"/>
                    </a:cubicBezTo>
                    <a:cubicBezTo>
                      <a:pt x="4" y="0"/>
                      <a:pt x="2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" name="Oval 1026">
                <a:extLst>
                  <a:ext uri="{FF2B5EF4-FFF2-40B4-BE49-F238E27FC236}">
                    <a16:creationId xmlns:a16="http://schemas.microsoft.com/office/drawing/2014/main" id="{BBA62F99-8307-4E6E-9F0D-AF253E464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3" y="1898"/>
                <a:ext cx="94" cy="87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86" name="Oval 1027">
                <a:extLst>
                  <a:ext uri="{FF2B5EF4-FFF2-40B4-BE49-F238E27FC236}">
                    <a16:creationId xmlns:a16="http://schemas.microsoft.com/office/drawing/2014/main" id="{1BF0CA48-2EAB-43B0-BAEA-8970BC25F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877"/>
                <a:ext cx="94" cy="8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87" name="Oval 1028">
                <a:extLst>
                  <a:ext uri="{FF2B5EF4-FFF2-40B4-BE49-F238E27FC236}">
                    <a16:creationId xmlns:a16="http://schemas.microsoft.com/office/drawing/2014/main" id="{1981628C-2EC1-47C5-938A-2D4855997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1888"/>
                <a:ext cx="95" cy="89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88" name="Freeform 1029">
                <a:extLst>
                  <a:ext uri="{FF2B5EF4-FFF2-40B4-BE49-F238E27FC236}">
                    <a16:creationId xmlns:a16="http://schemas.microsoft.com/office/drawing/2014/main" id="{ACE64EF6-410E-435D-A102-9669EC812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910"/>
                <a:ext cx="73" cy="60"/>
              </a:xfrm>
              <a:custGeom>
                <a:avLst/>
                <a:gdLst>
                  <a:gd name="T0" fmla="*/ 0 w 46"/>
                  <a:gd name="T1" fmla="*/ 216 h 38"/>
                  <a:gd name="T2" fmla="*/ 13 w 46"/>
                  <a:gd name="T3" fmla="*/ 267 h 38"/>
                  <a:gd name="T4" fmla="*/ 209 w 46"/>
                  <a:gd name="T5" fmla="*/ 374 h 38"/>
                  <a:gd name="T6" fmla="*/ 463 w 46"/>
                  <a:gd name="T7" fmla="*/ 150 h 38"/>
                  <a:gd name="T8" fmla="*/ 451 w 46"/>
                  <a:gd name="T9" fmla="*/ 98 h 38"/>
                  <a:gd name="T10" fmla="*/ 252 w 46"/>
                  <a:gd name="T11" fmla="*/ 0 h 38"/>
                  <a:gd name="T12" fmla="*/ 0 w 46"/>
                  <a:gd name="T13" fmla="*/ 21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8">
                    <a:moveTo>
                      <a:pt x="0" y="22"/>
                    </a:moveTo>
                    <a:cubicBezTo>
                      <a:pt x="0" y="24"/>
                      <a:pt x="1" y="26"/>
                      <a:pt x="1" y="27"/>
                    </a:cubicBezTo>
                    <a:cubicBezTo>
                      <a:pt x="5" y="34"/>
                      <a:pt x="13" y="38"/>
                      <a:pt x="21" y="38"/>
                    </a:cubicBezTo>
                    <a:cubicBezTo>
                      <a:pt x="35" y="38"/>
                      <a:pt x="46" y="27"/>
                      <a:pt x="46" y="15"/>
                    </a:cubicBezTo>
                    <a:cubicBezTo>
                      <a:pt x="46" y="13"/>
                      <a:pt x="45" y="11"/>
                      <a:pt x="45" y="10"/>
                    </a:cubicBezTo>
                    <a:cubicBezTo>
                      <a:pt x="41" y="4"/>
                      <a:pt x="33" y="0"/>
                      <a:pt x="25" y="0"/>
                    </a:cubicBezTo>
                    <a:cubicBezTo>
                      <a:pt x="11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" name="Oval 1030">
                <a:extLst>
                  <a:ext uri="{FF2B5EF4-FFF2-40B4-BE49-F238E27FC236}">
                    <a16:creationId xmlns:a16="http://schemas.microsoft.com/office/drawing/2014/main" id="{033E44C3-22F0-4B0B-BBDC-A006C955B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4" y="1909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90" name="Oval 1031">
                <a:extLst>
                  <a:ext uri="{FF2B5EF4-FFF2-40B4-BE49-F238E27FC236}">
                    <a16:creationId xmlns:a16="http://schemas.microsoft.com/office/drawing/2014/main" id="{CFF6AE7E-A33C-44F8-BED0-147FE0A6E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6" y="1906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91" name="Freeform 1032">
                <a:extLst>
                  <a:ext uri="{FF2B5EF4-FFF2-40B4-BE49-F238E27FC236}">
                    <a16:creationId xmlns:a16="http://schemas.microsoft.com/office/drawing/2014/main" id="{62691477-C093-43D9-BB25-73AEF6610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937"/>
                <a:ext cx="52" cy="40"/>
              </a:xfrm>
              <a:custGeom>
                <a:avLst/>
                <a:gdLst>
                  <a:gd name="T0" fmla="*/ 320 w 33"/>
                  <a:gd name="T1" fmla="*/ 0 h 25"/>
                  <a:gd name="T2" fmla="*/ 0 w 33"/>
                  <a:gd name="T3" fmla="*/ 197 h 25"/>
                  <a:gd name="T4" fmla="*/ 320 w 3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33" y="0"/>
                    </a:moveTo>
                    <a:cubicBezTo>
                      <a:pt x="28" y="21"/>
                      <a:pt x="12" y="25"/>
                      <a:pt x="0" y="19"/>
                    </a:cubicBezTo>
                    <a:cubicBezTo>
                      <a:pt x="9" y="18"/>
                      <a:pt x="25" y="15"/>
                      <a:pt x="33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" name="Freeform 1033">
                <a:extLst>
                  <a:ext uri="{FF2B5EF4-FFF2-40B4-BE49-F238E27FC236}">
                    <a16:creationId xmlns:a16="http://schemas.microsoft.com/office/drawing/2014/main" id="{B891D035-BEF0-432A-97DA-100D727E6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73"/>
                <a:ext cx="450" cy="319"/>
              </a:xfrm>
              <a:custGeom>
                <a:avLst/>
                <a:gdLst>
                  <a:gd name="T0" fmla="*/ 627 w 284"/>
                  <a:gd name="T1" fmla="*/ 137 h 202"/>
                  <a:gd name="T2" fmla="*/ 108 w 284"/>
                  <a:gd name="T3" fmla="*/ 591 h 202"/>
                  <a:gd name="T4" fmla="*/ 108 w 284"/>
                  <a:gd name="T5" fmla="*/ 1170 h 202"/>
                  <a:gd name="T6" fmla="*/ 667 w 284"/>
                  <a:gd name="T7" fmla="*/ 1592 h 202"/>
                  <a:gd name="T8" fmla="*/ 1369 w 284"/>
                  <a:gd name="T9" fmla="*/ 1912 h 202"/>
                  <a:gd name="T10" fmla="*/ 2131 w 284"/>
                  <a:gd name="T11" fmla="*/ 1930 h 202"/>
                  <a:gd name="T12" fmla="*/ 2729 w 284"/>
                  <a:gd name="T13" fmla="*/ 783 h 202"/>
                  <a:gd name="T14" fmla="*/ 2036 w 284"/>
                  <a:gd name="T15" fmla="*/ 35 h 202"/>
                  <a:gd name="T16" fmla="*/ 627 w 284"/>
                  <a:gd name="T17" fmla="*/ 137 h 2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4" h="202">
                    <a:moveTo>
                      <a:pt x="63" y="14"/>
                    </a:moveTo>
                    <a:cubicBezTo>
                      <a:pt x="36" y="30"/>
                      <a:pt x="20" y="45"/>
                      <a:pt x="11" y="60"/>
                    </a:cubicBezTo>
                    <a:cubicBezTo>
                      <a:pt x="1" y="75"/>
                      <a:pt x="0" y="94"/>
                      <a:pt x="11" y="119"/>
                    </a:cubicBezTo>
                    <a:cubicBezTo>
                      <a:pt x="23" y="144"/>
                      <a:pt x="33" y="143"/>
                      <a:pt x="67" y="162"/>
                    </a:cubicBezTo>
                    <a:cubicBezTo>
                      <a:pt x="101" y="181"/>
                      <a:pt x="88" y="191"/>
                      <a:pt x="137" y="195"/>
                    </a:cubicBezTo>
                    <a:cubicBezTo>
                      <a:pt x="185" y="198"/>
                      <a:pt x="194" y="202"/>
                      <a:pt x="213" y="196"/>
                    </a:cubicBezTo>
                    <a:cubicBezTo>
                      <a:pt x="233" y="189"/>
                      <a:pt x="263" y="113"/>
                      <a:pt x="273" y="80"/>
                    </a:cubicBezTo>
                    <a:cubicBezTo>
                      <a:pt x="284" y="48"/>
                      <a:pt x="247" y="0"/>
                      <a:pt x="204" y="4"/>
                    </a:cubicBezTo>
                    <a:cubicBezTo>
                      <a:pt x="162" y="9"/>
                      <a:pt x="78" y="5"/>
                      <a:pt x="63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" name="Freeform 1034">
                <a:extLst>
                  <a:ext uri="{FF2B5EF4-FFF2-40B4-BE49-F238E27FC236}">
                    <a16:creationId xmlns:a16="http://schemas.microsoft.com/office/drawing/2014/main" id="{9D912FC0-1D1A-4680-8F5C-62EA1EC4A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519"/>
                <a:ext cx="607" cy="249"/>
              </a:xfrm>
              <a:custGeom>
                <a:avLst/>
                <a:gdLst>
                  <a:gd name="T0" fmla="*/ 100 w 383"/>
                  <a:gd name="T1" fmla="*/ 172 h 158"/>
                  <a:gd name="T2" fmla="*/ 390 w 383"/>
                  <a:gd name="T3" fmla="*/ 624 h 158"/>
                  <a:gd name="T4" fmla="*/ 1878 w 383"/>
                  <a:gd name="T5" fmla="*/ 1436 h 158"/>
                  <a:gd name="T6" fmla="*/ 2911 w 383"/>
                  <a:gd name="T7" fmla="*/ 1272 h 158"/>
                  <a:gd name="T8" fmla="*/ 3710 w 383"/>
                  <a:gd name="T9" fmla="*/ 728 h 158"/>
                  <a:gd name="T10" fmla="*/ 2580 w 383"/>
                  <a:gd name="T11" fmla="*/ 310 h 158"/>
                  <a:gd name="T12" fmla="*/ 1070 w 383"/>
                  <a:gd name="T13" fmla="*/ 79 h 158"/>
                  <a:gd name="T14" fmla="*/ 100 w 383"/>
                  <a:gd name="T15" fmla="*/ 172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3" h="158">
                    <a:moveTo>
                      <a:pt x="10" y="18"/>
                    </a:moveTo>
                    <a:cubicBezTo>
                      <a:pt x="7" y="39"/>
                      <a:pt x="0" y="42"/>
                      <a:pt x="39" y="64"/>
                    </a:cubicBezTo>
                    <a:cubicBezTo>
                      <a:pt x="78" y="85"/>
                      <a:pt x="139" y="137"/>
                      <a:pt x="188" y="148"/>
                    </a:cubicBezTo>
                    <a:cubicBezTo>
                      <a:pt x="237" y="158"/>
                      <a:pt x="251" y="150"/>
                      <a:pt x="291" y="131"/>
                    </a:cubicBezTo>
                    <a:cubicBezTo>
                      <a:pt x="331" y="111"/>
                      <a:pt x="358" y="105"/>
                      <a:pt x="371" y="75"/>
                    </a:cubicBezTo>
                    <a:cubicBezTo>
                      <a:pt x="383" y="46"/>
                      <a:pt x="314" y="45"/>
                      <a:pt x="258" y="32"/>
                    </a:cubicBezTo>
                    <a:cubicBezTo>
                      <a:pt x="202" y="20"/>
                      <a:pt x="153" y="16"/>
                      <a:pt x="107" y="8"/>
                    </a:cubicBezTo>
                    <a:cubicBezTo>
                      <a:pt x="60" y="0"/>
                      <a:pt x="11" y="3"/>
                      <a:pt x="10" y="18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" name="Freeform 1035">
                <a:extLst>
                  <a:ext uri="{FF2B5EF4-FFF2-40B4-BE49-F238E27FC236}">
                    <a16:creationId xmlns:a16="http://schemas.microsoft.com/office/drawing/2014/main" id="{2D233241-CF27-4A19-812E-D0B5413C5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582"/>
                <a:ext cx="518" cy="164"/>
              </a:xfrm>
              <a:custGeom>
                <a:avLst/>
                <a:gdLst>
                  <a:gd name="T0" fmla="*/ 33 w 327"/>
                  <a:gd name="T1" fmla="*/ 35 h 104"/>
                  <a:gd name="T2" fmla="*/ 464 w 327"/>
                  <a:gd name="T3" fmla="*/ 311 h 104"/>
                  <a:gd name="T4" fmla="*/ 1006 w 327"/>
                  <a:gd name="T5" fmla="*/ 654 h 104"/>
                  <a:gd name="T6" fmla="*/ 1907 w 327"/>
                  <a:gd name="T7" fmla="*/ 978 h 104"/>
                  <a:gd name="T8" fmla="*/ 2682 w 327"/>
                  <a:gd name="T9" fmla="*/ 706 h 104"/>
                  <a:gd name="T10" fmla="*/ 3054 w 327"/>
                  <a:gd name="T11" fmla="*/ 565 h 104"/>
                  <a:gd name="T12" fmla="*/ 3265 w 327"/>
                  <a:gd name="T13" fmla="*/ 267 h 104"/>
                  <a:gd name="T14" fmla="*/ 2424 w 327"/>
                  <a:gd name="T15" fmla="*/ 624 h 104"/>
                  <a:gd name="T16" fmla="*/ 1885 w 327"/>
                  <a:gd name="T17" fmla="*/ 490 h 104"/>
                  <a:gd name="T18" fmla="*/ 1693 w 327"/>
                  <a:gd name="T19" fmla="*/ 311 h 104"/>
                  <a:gd name="T20" fmla="*/ 1388 w 327"/>
                  <a:gd name="T21" fmla="*/ 402 h 104"/>
                  <a:gd name="T22" fmla="*/ 751 w 327"/>
                  <a:gd name="T23" fmla="*/ 271 h 104"/>
                  <a:gd name="T24" fmla="*/ 271 w 327"/>
                  <a:gd name="T25" fmla="*/ 98 h 104"/>
                  <a:gd name="T26" fmla="*/ 0 w 327"/>
                  <a:gd name="T27" fmla="*/ 0 h 10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7" h="104">
                    <a:moveTo>
                      <a:pt x="3" y="4"/>
                    </a:moveTo>
                    <a:cubicBezTo>
                      <a:pt x="15" y="15"/>
                      <a:pt x="33" y="22"/>
                      <a:pt x="47" y="32"/>
                    </a:cubicBezTo>
                    <a:cubicBezTo>
                      <a:pt x="64" y="44"/>
                      <a:pt x="82" y="57"/>
                      <a:pt x="101" y="67"/>
                    </a:cubicBezTo>
                    <a:cubicBezTo>
                      <a:pt x="129" y="82"/>
                      <a:pt x="159" y="95"/>
                      <a:pt x="191" y="100"/>
                    </a:cubicBezTo>
                    <a:cubicBezTo>
                      <a:pt x="220" y="104"/>
                      <a:pt x="244" y="83"/>
                      <a:pt x="269" y="72"/>
                    </a:cubicBezTo>
                    <a:cubicBezTo>
                      <a:pt x="281" y="67"/>
                      <a:pt x="294" y="64"/>
                      <a:pt x="306" y="58"/>
                    </a:cubicBezTo>
                    <a:cubicBezTo>
                      <a:pt x="322" y="51"/>
                      <a:pt x="324" y="42"/>
                      <a:pt x="327" y="27"/>
                    </a:cubicBezTo>
                    <a:cubicBezTo>
                      <a:pt x="311" y="53"/>
                      <a:pt x="271" y="66"/>
                      <a:pt x="243" y="64"/>
                    </a:cubicBezTo>
                    <a:cubicBezTo>
                      <a:pt x="227" y="64"/>
                      <a:pt x="194" y="65"/>
                      <a:pt x="189" y="50"/>
                    </a:cubicBezTo>
                    <a:cubicBezTo>
                      <a:pt x="186" y="41"/>
                      <a:pt x="180" y="32"/>
                      <a:pt x="170" y="32"/>
                    </a:cubicBezTo>
                    <a:cubicBezTo>
                      <a:pt x="167" y="48"/>
                      <a:pt x="150" y="45"/>
                      <a:pt x="139" y="41"/>
                    </a:cubicBezTo>
                    <a:cubicBezTo>
                      <a:pt x="148" y="72"/>
                      <a:pt x="81" y="32"/>
                      <a:pt x="75" y="28"/>
                    </a:cubicBezTo>
                    <a:cubicBezTo>
                      <a:pt x="60" y="20"/>
                      <a:pt x="43" y="17"/>
                      <a:pt x="27" y="10"/>
                    </a:cubicBezTo>
                    <a:cubicBezTo>
                      <a:pt x="18" y="5"/>
                      <a:pt x="10" y="2"/>
                      <a:pt x="0" y="0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" name="Freeform 1036">
                <a:extLst>
                  <a:ext uri="{FF2B5EF4-FFF2-40B4-BE49-F238E27FC236}">
                    <a16:creationId xmlns:a16="http://schemas.microsoft.com/office/drawing/2014/main" id="{8CFCFA5B-E2B2-4DFE-A604-B89BD9E69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526"/>
                <a:ext cx="396" cy="68"/>
              </a:xfrm>
              <a:custGeom>
                <a:avLst/>
                <a:gdLst>
                  <a:gd name="T0" fmla="*/ 0 w 250"/>
                  <a:gd name="T1" fmla="*/ 171 h 43"/>
                  <a:gd name="T2" fmla="*/ 529 w 250"/>
                  <a:gd name="T3" fmla="*/ 82 h 43"/>
                  <a:gd name="T4" fmla="*/ 1177 w 250"/>
                  <a:gd name="T5" fmla="*/ 176 h 43"/>
                  <a:gd name="T6" fmla="*/ 2492 w 250"/>
                  <a:gd name="T7" fmla="*/ 408 h 43"/>
                  <a:gd name="T8" fmla="*/ 1156 w 250"/>
                  <a:gd name="T9" fmla="*/ 319 h 43"/>
                  <a:gd name="T10" fmla="*/ 979 w 250"/>
                  <a:gd name="T11" fmla="*/ 387 h 43"/>
                  <a:gd name="T12" fmla="*/ 627 w 250"/>
                  <a:gd name="T13" fmla="*/ 367 h 43"/>
                  <a:gd name="T14" fmla="*/ 13 w 250"/>
                  <a:gd name="T15" fmla="*/ 206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0" h="43">
                    <a:moveTo>
                      <a:pt x="0" y="17"/>
                    </a:moveTo>
                    <a:cubicBezTo>
                      <a:pt x="11" y="0"/>
                      <a:pt x="37" y="7"/>
                      <a:pt x="53" y="8"/>
                    </a:cubicBezTo>
                    <a:cubicBezTo>
                      <a:pt x="75" y="11"/>
                      <a:pt x="97" y="15"/>
                      <a:pt x="118" y="18"/>
                    </a:cubicBezTo>
                    <a:cubicBezTo>
                      <a:pt x="162" y="25"/>
                      <a:pt x="208" y="29"/>
                      <a:pt x="250" y="41"/>
                    </a:cubicBezTo>
                    <a:cubicBezTo>
                      <a:pt x="206" y="43"/>
                      <a:pt x="161" y="25"/>
                      <a:pt x="116" y="32"/>
                    </a:cubicBezTo>
                    <a:cubicBezTo>
                      <a:pt x="110" y="33"/>
                      <a:pt x="105" y="37"/>
                      <a:pt x="98" y="39"/>
                    </a:cubicBezTo>
                    <a:cubicBezTo>
                      <a:pt x="88" y="42"/>
                      <a:pt x="74" y="40"/>
                      <a:pt x="63" y="37"/>
                    </a:cubicBezTo>
                    <a:cubicBezTo>
                      <a:pt x="42" y="32"/>
                      <a:pt x="22" y="20"/>
                      <a:pt x="1" y="21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" name="Freeform 1037">
                <a:extLst>
                  <a:ext uri="{FF2B5EF4-FFF2-40B4-BE49-F238E27FC236}">
                    <a16:creationId xmlns:a16="http://schemas.microsoft.com/office/drawing/2014/main" id="{63275FEC-0DDB-4BD6-B34D-927110E4A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542"/>
                <a:ext cx="58" cy="26"/>
              </a:xfrm>
              <a:custGeom>
                <a:avLst/>
                <a:gdLst>
                  <a:gd name="T0" fmla="*/ 0 w 37"/>
                  <a:gd name="T1" fmla="*/ 47 h 16"/>
                  <a:gd name="T2" fmla="*/ 351 w 37"/>
                  <a:gd name="T3" fmla="*/ 180 h 16"/>
                  <a:gd name="T4" fmla="*/ 116 w 37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6">
                    <a:moveTo>
                      <a:pt x="0" y="4"/>
                    </a:moveTo>
                    <a:cubicBezTo>
                      <a:pt x="16" y="2"/>
                      <a:pt x="29" y="0"/>
                      <a:pt x="37" y="16"/>
                    </a:cubicBezTo>
                    <a:cubicBezTo>
                      <a:pt x="31" y="7"/>
                      <a:pt x="17" y="12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" name="Freeform 1038">
                <a:extLst>
                  <a:ext uri="{FF2B5EF4-FFF2-40B4-BE49-F238E27FC236}">
                    <a16:creationId xmlns:a16="http://schemas.microsoft.com/office/drawing/2014/main" id="{DAD90105-7DE8-4074-8828-94380EED6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553"/>
                <a:ext cx="23" cy="16"/>
              </a:xfrm>
              <a:custGeom>
                <a:avLst/>
                <a:gdLst>
                  <a:gd name="T0" fmla="*/ 54 w 14"/>
                  <a:gd name="T1" fmla="*/ 0 h 10"/>
                  <a:gd name="T2" fmla="*/ 21 w 14"/>
                  <a:gd name="T3" fmla="*/ 86 h 10"/>
                  <a:gd name="T4" fmla="*/ 168 w 14"/>
                  <a:gd name="T5" fmla="*/ 74 h 10"/>
                  <a:gd name="T6" fmla="*/ 95 w 14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4" y="0"/>
                    </a:moveTo>
                    <a:cubicBezTo>
                      <a:pt x="2" y="3"/>
                      <a:pt x="0" y="5"/>
                      <a:pt x="2" y="8"/>
                    </a:cubicBezTo>
                    <a:cubicBezTo>
                      <a:pt x="6" y="10"/>
                      <a:pt x="10" y="9"/>
                      <a:pt x="14" y="7"/>
                    </a:cubicBezTo>
                    <a:cubicBezTo>
                      <a:pt x="13" y="6"/>
                      <a:pt x="10" y="4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" name="Oval 1039">
                <a:extLst>
                  <a:ext uri="{FF2B5EF4-FFF2-40B4-BE49-F238E27FC236}">
                    <a16:creationId xmlns:a16="http://schemas.microsoft.com/office/drawing/2014/main" id="{87842E84-794E-4814-9BA7-987AA709E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1613"/>
                <a:ext cx="73" cy="59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899" name="Oval 1040">
                <a:extLst>
                  <a:ext uri="{FF2B5EF4-FFF2-40B4-BE49-F238E27FC236}">
                    <a16:creationId xmlns:a16="http://schemas.microsoft.com/office/drawing/2014/main" id="{061B8AD0-53E8-43A6-8709-CA9F2CA63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8" y="1601"/>
                <a:ext cx="71" cy="5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00" name="Oval 1041">
                <a:extLst>
                  <a:ext uri="{FF2B5EF4-FFF2-40B4-BE49-F238E27FC236}">
                    <a16:creationId xmlns:a16="http://schemas.microsoft.com/office/drawing/2014/main" id="{4173C06D-A30F-4229-9EC3-FA77A81D3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609"/>
                <a:ext cx="71" cy="58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01" name="Freeform 1042">
                <a:extLst>
                  <a:ext uri="{FF2B5EF4-FFF2-40B4-BE49-F238E27FC236}">
                    <a16:creationId xmlns:a16="http://schemas.microsoft.com/office/drawing/2014/main" id="{D3092988-D152-4ACE-9640-2731166E9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623"/>
                <a:ext cx="55" cy="39"/>
              </a:xfrm>
              <a:custGeom>
                <a:avLst/>
                <a:gdLst>
                  <a:gd name="T0" fmla="*/ 0 w 35"/>
                  <a:gd name="T1" fmla="*/ 136 h 25"/>
                  <a:gd name="T2" fmla="*/ 0 w 35"/>
                  <a:gd name="T3" fmla="*/ 168 h 25"/>
                  <a:gd name="T4" fmla="*/ 151 w 35"/>
                  <a:gd name="T5" fmla="*/ 231 h 25"/>
                  <a:gd name="T6" fmla="*/ 333 w 35"/>
                  <a:gd name="T7" fmla="*/ 95 h 25"/>
                  <a:gd name="T8" fmla="*/ 321 w 35"/>
                  <a:gd name="T9" fmla="*/ 66 h 25"/>
                  <a:gd name="T10" fmla="*/ 182 w 35"/>
                  <a:gd name="T11" fmla="*/ 0 h 25"/>
                  <a:gd name="T12" fmla="*/ 0 w 35"/>
                  <a:gd name="T13" fmla="*/ 13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cubicBezTo>
                      <a:pt x="0" y="16"/>
                      <a:pt x="0" y="17"/>
                      <a:pt x="0" y="18"/>
                    </a:cubicBezTo>
                    <a:cubicBezTo>
                      <a:pt x="4" y="22"/>
                      <a:pt x="9" y="25"/>
                      <a:pt x="16" y="25"/>
                    </a:cubicBezTo>
                    <a:cubicBezTo>
                      <a:pt x="26" y="25"/>
                      <a:pt x="35" y="18"/>
                      <a:pt x="35" y="10"/>
                    </a:cubicBezTo>
                    <a:cubicBezTo>
                      <a:pt x="35" y="9"/>
                      <a:pt x="35" y="8"/>
                      <a:pt x="34" y="7"/>
                    </a:cubicBezTo>
                    <a:cubicBezTo>
                      <a:pt x="31" y="2"/>
                      <a:pt x="25" y="0"/>
                      <a:pt x="19" y="0"/>
                    </a:cubicBezTo>
                    <a:cubicBezTo>
                      <a:pt x="8" y="0"/>
                      <a:pt x="0" y="6"/>
                      <a:pt x="0" y="15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" name="Oval 1043">
                <a:extLst>
                  <a:ext uri="{FF2B5EF4-FFF2-40B4-BE49-F238E27FC236}">
                    <a16:creationId xmlns:a16="http://schemas.microsoft.com/office/drawing/2014/main" id="{46D3C205-A0E0-4145-A2D9-E06512EAD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621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03" name="Oval 1044">
                <a:extLst>
                  <a:ext uri="{FF2B5EF4-FFF2-40B4-BE49-F238E27FC236}">
                    <a16:creationId xmlns:a16="http://schemas.microsoft.com/office/drawing/2014/main" id="{A483E17E-C706-4C7C-A0CD-E14AE2284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3" y="162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04" name="Freeform 1045">
                <a:extLst>
                  <a:ext uri="{FF2B5EF4-FFF2-40B4-BE49-F238E27FC236}">
                    <a16:creationId xmlns:a16="http://schemas.microsoft.com/office/drawing/2014/main" id="{5F26A4E1-7E24-4CB6-8C5C-0CFE37DCC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640"/>
                <a:ext cx="40" cy="27"/>
              </a:xfrm>
              <a:custGeom>
                <a:avLst/>
                <a:gdLst>
                  <a:gd name="T0" fmla="*/ 261 w 25"/>
                  <a:gd name="T1" fmla="*/ 0 h 17"/>
                  <a:gd name="T2" fmla="*/ 0 w 25"/>
                  <a:gd name="T3" fmla="*/ 132 h 17"/>
                  <a:gd name="T4" fmla="*/ 261 w 2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7">
                    <a:moveTo>
                      <a:pt x="25" y="0"/>
                    </a:moveTo>
                    <a:cubicBezTo>
                      <a:pt x="21" y="14"/>
                      <a:pt x="9" y="17"/>
                      <a:pt x="0" y="13"/>
                    </a:cubicBezTo>
                    <a:cubicBezTo>
                      <a:pt x="7" y="12"/>
                      <a:pt x="19" y="10"/>
                      <a:pt x="25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" name="Freeform 1046">
                <a:extLst>
                  <a:ext uri="{FF2B5EF4-FFF2-40B4-BE49-F238E27FC236}">
                    <a16:creationId xmlns:a16="http://schemas.microsoft.com/office/drawing/2014/main" id="{A4E4CA8B-A291-49A7-A768-6A46BF592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519"/>
                <a:ext cx="607" cy="249"/>
              </a:xfrm>
              <a:custGeom>
                <a:avLst/>
                <a:gdLst>
                  <a:gd name="T0" fmla="*/ 100 w 383"/>
                  <a:gd name="T1" fmla="*/ 172 h 158"/>
                  <a:gd name="T2" fmla="*/ 390 w 383"/>
                  <a:gd name="T3" fmla="*/ 624 h 158"/>
                  <a:gd name="T4" fmla="*/ 1878 w 383"/>
                  <a:gd name="T5" fmla="*/ 1436 h 158"/>
                  <a:gd name="T6" fmla="*/ 2911 w 383"/>
                  <a:gd name="T7" fmla="*/ 1272 h 158"/>
                  <a:gd name="T8" fmla="*/ 3710 w 383"/>
                  <a:gd name="T9" fmla="*/ 728 h 158"/>
                  <a:gd name="T10" fmla="*/ 2580 w 383"/>
                  <a:gd name="T11" fmla="*/ 310 h 158"/>
                  <a:gd name="T12" fmla="*/ 1070 w 383"/>
                  <a:gd name="T13" fmla="*/ 79 h 158"/>
                  <a:gd name="T14" fmla="*/ 100 w 383"/>
                  <a:gd name="T15" fmla="*/ 172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3" h="158">
                    <a:moveTo>
                      <a:pt x="10" y="18"/>
                    </a:moveTo>
                    <a:cubicBezTo>
                      <a:pt x="7" y="39"/>
                      <a:pt x="0" y="42"/>
                      <a:pt x="39" y="64"/>
                    </a:cubicBezTo>
                    <a:cubicBezTo>
                      <a:pt x="78" y="85"/>
                      <a:pt x="139" y="137"/>
                      <a:pt x="188" y="148"/>
                    </a:cubicBezTo>
                    <a:cubicBezTo>
                      <a:pt x="237" y="158"/>
                      <a:pt x="251" y="150"/>
                      <a:pt x="291" y="131"/>
                    </a:cubicBezTo>
                    <a:cubicBezTo>
                      <a:pt x="331" y="111"/>
                      <a:pt x="358" y="105"/>
                      <a:pt x="371" y="75"/>
                    </a:cubicBezTo>
                    <a:cubicBezTo>
                      <a:pt x="383" y="46"/>
                      <a:pt x="314" y="45"/>
                      <a:pt x="258" y="32"/>
                    </a:cubicBezTo>
                    <a:cubicBezTo>
                      <a:pt x="202" y="20"/>
                      <a:pt x="153" y="16"/>
                      <a:pt x="107" y="8"/>
                    </a:cubicBezTo>
                    <a:cubicBezTo>
                      <a:pt x="60" y="0"/>
                      <a:pt x="11" y="3"/>
                      <a:pt x="10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" name="Freeform 1047">
                <a:extLst>
                  <a:ext uri="{FF2B5EF4-FFF2-40B4-BE49-F238E27FC236}">
                    <a16:creationId xmlns:a16="http://schemas.microsoft.com/office/drawing/2014/main" id="{61DBB5D5-A39E-4083-AE13-89F050E62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386"/>
                <a:ext cx="588" cy="166"/>
              </a:xfrm>
              <a:custGeom>
                <a:avLst/>
                <a:gdLst>
                  <a:gd name="T0" fmla="*/ 3710 w 371"/>
                  <a:gd name="T1" fmla="*/ 482 h 105"/>
                  <a:gd name="T2" fmla="*/ 3591 w 371"/>
                  <a:gd name="T3" fmla="*/ 438 h 105"/>
                  <a:gd name="T4" fmla="*/ 2783 w 371"/>
                  <a:gd name="T5" fmla="*/ 108 h 105"/>
                  <a:gd name="T6" fmla="*/ 2049 w 371"/>
                  <a:gd name="T7" fmla="*/ 108 h 105"/>
                  <a:gd name="T8" fmla="*/ 979 w 371"/>
                  <a:gd name="T9" fmla="*/ 250 h 105"/>
                  <a:gd name="T10" fmla="*/ 0 w 371"/>
                  <a:gd name="T11" fmla="*/ 504 h 105"/>
                  <a:gd name="T12" fmla="*/ 1090 w 371"/>
                  <a:gd name="T13" fmla="*/ 767 h 105"/>
                  <a:gd name="T14" fmla="*/ 2878 w 371"/>
                  <a:gd name="T15" fmla="*/ 1020 h 105"/>
                  <a:gd name="T16" fmla="*/ 3698 w 371"/>
                  <a:gd name="T17" fmla="*/ 767 h 105"/>
                  <a:gd name="T18" fmla="*/ 3710 w 371"/>
                  <a:gd name="T19" fmla="*/ 762 h 105"/>
                  <a:gd name="T20" fmla="*/ 3710 w 371"/>
                  <a:gd name="T21" fmla="*/ 482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1" h="105">
                    <a:moveTo>
                      <a:pt x="371" y="49"/>
                    </a:moveTo>
                    <a:cubicBezTo>
                      <a:pt x="368" y="47"/>
                      <a:pt x="364" y="45"/>
                      <a:pt x="359" y="44"/>
                    </a:cubicBezTo>
                    <a:cubicBezTo>
                      <a:pt x="334" y="38"/>
                      <a:pt x="305" y="22"/>
                      <a:pt x="278" y="11"/>
                    </a:cubicBezTo>
                    <a:cubicBezTo>
                      <a:pt x="250" y="0"/>
                      <a:pt x="234" y="3"/>
                      <a:pt x="205" y="11"/>
                    </a:cubicBezTo>
                    <a:cubicBezTo>
                      <a:pt x="177" y="19"/>
                      <a:pt x="127" y="22"/>
                      <a:pt x="98" y="25"/>
                    </a:cubicBezTo>
                    <a:cubicBezTo>
                      <a:pt x="68" y="29"/>
                      <a:pt x="3" y="37"/>
                      <a:pt x="0" y="51"/>
                    </a:cubicBezTo>
                    <a:cubicBezTo>
                      <a:pt x="0" y="71"/>
                      <a:pt x="62" y="68"/>
                      <a:pt x="109" y="78"/>
                    </a:cubicBezTo>
                    <a:cubicBezTo>
                      <a:pt x="157" y="88"/>
                      <a:pt x="263" y="105"/>
                      <a:pt x="288" y="103"/>
                    </a:cubicBezTo>
                    <a:cubicBezTo>
                      <a:pt x="313" y="101"/>
                      <a:pt x="358" y="91"/>
                      <a:pt x="370" y="78"/>
                    </a:cubicBezTo>
                    <a:cubicBezTo>
                      <a:pt x="371" y="78"/>
                      <a:pt x="371" y="77"/>
                      <a:pt x="371" y="77"/>
                    </a:cubicBezTo>
                    <a:lnTo>
                      <a:pt x="371" y="49"/>
                    </a:lnTo>
                    <a:close/>
                  </a:path>
                </a:pathLst>
              </a:custGeom>
              <a:solidFill>
                <a:srgbClr val="F7C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" name="Freeform 1048">
                <a:extLst>
                  <a:ext uri="{FF2B5EF4-FFF2-40B4-BE49-F238E27FC236}">
                    <a16:creationId xmlns:a16="http://schemas.microsoft.com/office/drawing/2014/main" id="{3FF4C09B-1347-4A76-A5BC-9F7427C8A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400"/>
                <a:ext cx="388" cy="66"/>
              </a:xfrm>
              <a:custGeom>
                <a:avLst/>
                <a:gdLst>
                  <a:gd name="T0" fmla="*/ 0 w 245"/>
                  <a:gd name="T1" fmla="*/ 402 h 42"/>
                  <a:gd name="T2" fmla="*/ 529 w 245"/>
                  <a:gd name="T3" fmla="*/ 280 h 42"/>
                  <a:gd name="T4" fmla="*/ 1226 w 245"/>
                  <a:gd name="T5" fmla="*/ 182 h 42"/>
                  <a:gd name="T6" fmla="*/ 1736 w 245"/>
                  <a:gd name="T7" fmla="*/ 148 h 42"/>
                  <a:gd name="T8" fmla="*/ 2070 w 245"/>
                  <a:gd name="T9" fmla="*/ 77 h 42"/>
                  <a:gd name="T10" fmla="*/ 2437 w 245"/>
                  <a:gd name="T11" fmla="*/ 77 h 42"/>
                  <a:gd name="T12" fmla="*/ 1961 w 245"/>
                  <a:gd name="T13" fmla="*/ 212 h 42"/>
                  <a:gd name="T14" fmla="*/ 1533 w 245"/>
                  <a:gd name="T15" fmla="*/ 354 h 42"/>
                  <a:gd name="T16" fmla="*/ 1177 w 245"/>
                  <a:gd name="T17" fmla="*/ 319 h 42"/>
                  <a:gd name="T18" fmla="*/ 898 w 245"/>
                  <a:gd name="T19" fmla="*/ 319 h 42"/>
                  <a:gd name="T20" fmla="*/ 171 w 245"/>
                  <a:gd name="T21" fmla="*/ 333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5" h="42">
                    <a:moveTo>
                      <a:pt x="0" y="42"/>
                    </a:moveTo>
                    <a:cubicBezTo>
                      <a:pt x="14" y="31"/>
                      <a:pt x="35" y="30"/>
                      <a:pt x="53" y="29"/>
                    </a:cubicBezTo>
                    <a:cubicBezTo>
                      <a:pt x="76" y="28"/>
                      <a:pt x="99" y="23"/>
                      <a:pt x="123" y="19"/>
                    </a:cubicBezTo>
                    <a:cubicBezTo>
                      <a:pt x="140" y="16"/>
                      <a:pt x="157" y="17"/>
                      <a:pt x="174" y="15"/>
                    </a:cubicBezTo>
                    <a:cubicBezTo>
                      <a:pt x="186" y="14"/>
                      <a:pt x="197" y="11"/>
                      <a:pt x="208" y="8"/>
                    </a:cubicBezTo>
                    <a:cubicBezTo>
                      <a:pt x="218" y="6"/>
                      <a:pt x="235" y="0"/>
                      <a:pt x="245" y="8"/>
                    </a:cubicBezTo>
                    <a:cubicBezTo>
                      <a:pt x="227" y="9"/>
                      <a:pt x="212" y="11"/>
                      <a:pt x="197" y="22"/>
                    </a:cubicBezTo>
                    <a:cubicBezTo>
                      <a:pt x="185" y="31"/>
                      <a:pt x="170" y="35"/>
                      <a:pt x="154" y="37"/>
                    </a:cubicBezTo>
                    <a:cubicBezTo>
                      <a:pt x="142" y="38"/>
                      <a:pt x="130" y="34"/>
                      <a:pt x="118" y="33"/>
                    </a:cubicBezTo>
                    <a:cubicBezTo>
                      <a:pt x="108" y="32"/>
                      <a:pt x="100" y="34"/>
                      <a:pt x="90" y="33"/>
                    </a:cubicBezTo>
                    <a:cubicBezTo>
                      <a:pt x="77" y="32"/>
                      <a:pt x="29" y="34"/>
                      <a:pt x="17" y="35"/>
                    </a:cubicBezTo>
                  </a:path>
                </a:pathLst>
              </a:custGeom>
              <a:solidFill>
                <a:srgbClr val="FCE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" name="Freeform 1049">
                <a:extLst>
                  <a:ext uri="{FF2B5EF4-FFF2-40B4-BE49-F238E27FC236}">
                    <a16:creationId xmlns:a16="http://schemas.microsoft.com/office/drawing/2014/main" id="{5ADAF5A9-B73D-48CD-8AF5-AF4EC6F51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460"/>
                <a:ext cx="398" cy="73"/>
              </a:xfrm>
              <a:custGeom>
                <a:avLst/>
                <a:gdLst>
                  <a:gd name="T0" fmla="*/ 0 w 251"/>
                  <a:gd name="T1" fmla="*/ 240 h 46"/>
                  <a:gd name="T2" fmla="*/ 476 w 251"/>
                  <a:gd name="T3" fmla="*/ 325 h 46"/>
                  <a:gd name="T4" fmla="*/ 893 w 251"/>
                  <a:gd name="T5" fmla="*/ 381 h 46"/>
                  <a:gd name="T6" fmla="*/ 1695 w 251"/>
                  <a:gd name="T7" fmla="*/ 451 h 46"/>
                  <a:gd name="T8" fmla="*/ 2333 w 251"/>
                  <a:gd name="T9" fmla="*/ 332 h 46"/>
                  <a:gd name="T10" fmla="*/ 2448 w 251"/>
                  <a:gd name="T11" fmla="*/ 141 h 46"/>
                  <a:gd name="T12" fmla="*/ 2125 w 251"/>
                  <a:gd name="T13" fmla="*/ 0 h 46"/>
                  <a:gd name="T14" fmla="*/ 1471 w 251"/>
                  <a:gd name="T15" fmla="*/ 184 h 46"/>
                  <a:gd name="T16" fmla="*/ 1272 w 251"/>
                  <a:gd name="T17" fmla="*/ 83 h 46"/>
                  <a:gd name="T18" fmla="*/ 1211 w 251"/>
                  <a:gd name="T19" fmla="*/ 108 h 46"/>
                  <a:gd name="T20" fmla="*/ 1013 w 251"/>
                  <a:gd name="T21" fmla="*/ 89 h 46"/>
                  <a:gd name="T22" fmla="*/ 63 w 251"/>
                  <a:gd name="T23" fmla="*/ 236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1" h="46">
                    <a:moveTo>
                      <a:pt x="0" y="24"/>
                    </a:moveTo>
                    <a:cubicBezTo>
                      <a:pt x="15" y="23"/>
                      <a:pt x="32" y="29"/>
                      <a:pt x="47" y="32"/>
                    </a:cubicBezTo>
                    <a:cubicBezTo>
                      <a:pt x="61" y="34"/>
                      <a:pt x="75" y="36"/>
                      <a:pt x="89" y="38"/>
                    </a:cubicBezTo>
                    <a:cubicBezTo>
                      <a:pt x="115" y="42"/>
                      <a:pt x="143" y="46"/>
                      <a:pt x="169" y="45"/>
                    </a:cubicBezTo>
                    <a:cubicBezTo>
                      <a:pt x="190" y="44"/>
                      <a:pt x="213" y="41"/>
                      <a:pt x="233" y="33"/>
                    </a:cubicBezTo>
                    <a:cubicBezTo>
                      <a:pt x="241" y="30"/>
                      <a:pt x="251" y="23"/>
                      <a:pt x="244" y="14"/>
                    </a:cubicBezTo>
                    <a:cubicBezTo>
                      <a:pt x="239" y="6"/>
                      <a:pt x="221" y="1"/>
                      <a:pt x="212" y="0"/>
                    </a:cubicBezTo>
                    <a:cubicBezTo>
                      <a:pt x="237" y="23"/>
                      <a:pt x="159" y="26"/>
                      <a:pt x="147" y="18"/>
                    </a:cubicBezTo>
                    <a:cubicBezTo>
                      <a:pt x="141" y="15"/>
                      <a:pt x="132" y="9"/>
                      <a:pt x="127" y="8"/>
                    </a:cubicBezTo>
                    <a:cubicBezTo>
                      <a:pt x="124" y="7"/>
                      <a:pt x="123" y="11"/>
                      <a:pt x="121" y="11"/>
                    </a:cubicBezTo>
                    <a:cubicBezTo>
                      <a:pt x="114" y="12"/>
                      <a:pt x="107" y="11"/>
                      <a:pt x="101" y="9"/>
                    </a:cubicBezTo>
                    <a:cubicBezTo>
                      <a:pt x="104" y="35"/>
                      <a:pt x="22" y="22"/>
                      <a:pt x="6" y="23"/>
                    </a:cubicBezTo>
                  </a:path>
                </a:pathLst>
              </a:custGeom>
              <a:solidFill>
                <a:srgbClr val="F3A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" name="Freeform 1050">
                <a:extLst>
                  <a:ext uri="{FF2B5EF4-FFF2-40B4-BE49-F238E27FC236}">
                    <a16:creationId xmlns:a16="http://schemas.microsoft.com/office/drawing/2014/main" id="{D3B3E0B8-5A11-47EF-B699-DF4D752E0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435"/>
                <a:ext cx="87" cy="16"/>
              </a:xfrm>
              <a:custGeom>
                <a:avLst/>
                <a:gdLst>
                  <a:gd name="T0" fmla="*/ 0 w 55"/>
                  <a:gd name="T1" fmla="*/ 74 h 10"/>
                  <a:gd name="T2" fmla="*/ 546 w 55"/>
                  <a:gd name="T3" fmla="*/ 0 h 10"/>
                  <a:gd name="T4" fmla="*/ 82 w 55"/>
                  <a:gd name="T5" fmla="*/ 7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0">
                    <a:moveTo>
                      <a:pt x="0" y="7"/>
                    </a:moveTo>
                    <a:cubicBezTo>
                      <a:pt x="19" y="10"/>
                      <a:pt x="38" y="10"/>
                      <a:pt x="55" y="0"/>
                    </a:cubicBezTo>
                    <a:cubicBezTo>
                      <a:pt x="43" y="7"/>
                      <a:pt x="22" y="3"/>
                      <a:pt x="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" name="Oval 1051">
                <a:extLst>
                  <a:ext uri="{FF2B5EF4-FFF2-40B4-BE49-F238E27FC236}">
                    <a16:creationId xmlns:a16="http://schemas.microsoft.com/office/drawing/2014/main" id="{9A159032-B142-490D-AF64-AEF3E63C1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449"/>
                <a:ext cx="82" cy="46"/>
              </a:xfrm>
              <a:prstGeom prst="ellipse">
                <a:avLst/>
              </a:prstGeom>
              <a:solidFill>
                <a:srgbClr val="D4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11" name="Oval 1052">
                <a:extLst>
                  <a:ext uri="{FF2B5EF4-FFF2-40B4-BE49-F238E27FC236}">
                    <a16:creationId xmlns:a16="http://schemas.microsoft.com/office/drawing/2014/main" id="{B1494578-1D2B-43A4-BB50-7C3CB3364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3" y="1440"/>
                <a:ext cx="83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12" name="Oval 1053">
                <a:extLst>
                  <a:ext uri="{FF2B5EF4-FFF2-40B4-BE49-F238E27FC236}">
                    <a16:creationId xmlns:a16="http://schemas.microsoft.com/office/drawing/2014/main" id="{2E4582C5-6555-4BC7-99A5-7E6EC2702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446"/>
                <a:ext cx="82" cy="44"/>
              </a:xfrm>
              <a:prstGeom prst="ellipse">
                <a:avLst/>
              </a:prstGeom>
              <a:solidFill>
                <a:srgbClr val="D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13" name="Freeform 1054">
                <a:extLst>
                  <a:ext uri="{FF2B5EF4-FFF2-40B4-BE49-F238E27FC236}">
                    <a16:creationId xmlns:a16="http://schemas.microsoft.com/office/drawing/2014/main" id="{697E999A-073D-4FA2-8ED9-662AA03AE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455"/>
                <a:ext cx="62" cy="32"/>
              </a:xfrm>
              <a:custGeom>
                <a:avLst/>
                <a:gdLst>
                  <a:gd name="T0" fmla="*/ 0 w 39"/>
                  <a:gd name="T1" fmla="*/ 123 h 20"/>
                  <a:gd name="T2" fmla="*/ 0 w 39"/>
                  <a:gd name="T3" fmla="*/ 157 h 20"/>
                  <a:gd name="T4" fmla="*/ 184 w 39"/>
                  <a:gd name="T5" fmla="*/ 210 h 20"/>
                  <a:gd name="T6" fmla="*/ 397 w 39"/>
                  <a:gd name="T7" fmla="*/ 86 h 20"/>
                  <a:gd name="T8" fmla="*/ 397 w 39"/>
                  <a:gd name="T9" fmla="*/ 67 h 20"/>
                  <a:gd name="T10" fmla="*/ 210 w 39"/>
                  <a:gd name="T11" fmla="*/ 0 h 20"/>
                  <a:gd name="T12" fmla="*/ 0 w 39"/>
                  <a:gd name="T13" fmla="*/ 12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0">
                    <a:moveTo>
                      <a:pt x="0" y="12"/>
                    </a:moveTo>
                    <a:cubicBezTo>
                      <a:pt x="0" y="13"/>
                      <a:pt x="0" y="14"/>
                      <a:pt x="0" y="15"/>
                    </a:cubicBezTo>
                    <a:cubicBezTo>
                      <a:pt x="4" y="18"/>
                      <a:pt x="10" y="20"/>
                      <a:pt x="18" y="20"/>
                    </a:cubicBezTo>
                    <a:cubicBezTo>
                      <a:pt x="30" y="20"/>
                      <a:pt x="39" y="15"/>
                      <a:pt x="39" y="8"/>
                    </a:cubicBezTo>
                    <a:cubicBezTo>
                      <a:pt x="39" y="7"/>
                      <a:pt x="39" y="7"/>
                      <a:pt x="39" y="6"/>
                    </a:cubicBezTo>
                    <a:cubicBezTo>
                      <a:pt x="35" y="3"/>
                      <a:pt x="28" y="0"/>
                      <a:pt x="21" y="0"/>
                    </a:cubicBezTo>
                    <a:cubicBezTo>
                      <a:pt x="9" y="0"/>
                      <a:pt x="0" y="6"/>
                      <a:pt x="0" y="12"/>
                    </a:cubicBezTo>
                    <a:close/>
                  </a:path>
                </a:pathLst>
              </a:custGeom>
              <a:solidFill>
                <a:srgbClr val="C87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" name="Oval 1055">
                <a:extLst>
                  <a:ext uri="{FF2B5EF4-FFF2-40B4-BE49-F238E27FC236}">
                    <a16:creationId xmlns:a16="http://schemas.microsoft.com/office/drawing/2014/main" id="{22C65841-5210-4247-8743-FC60D57ED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1455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15" name="Oval 1056">
                <a:extLst>
                  <a:ext uri="{FF2B5EF4-FFF2-40B4-BE49-F238E27FC236}">
                    <a16:creationId xmlns:a16="http://schemas.microsoft.com/office/drawing/2014/main" id="{974950E3-63D8-4000-8841-6BFA9A286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4" y="145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16" name="Freeform 1057">
                <a:extLst>
                  <a:ext uri="{FF2B5EF4-FFF2-40B4-BE49-F238E27FC236}">
                    <a16:creationId xmlns:a16="http://schemas.microsoft.com/office/drawing/2014/main" id="{CC9288E7-AAF2-446D-B286-6B1CA7AC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471"/>
                <a:ext cx="46" cy="19"/>
              </a:xfrm>
              <a:custGeom>
                <a:avLst/>
                <a:gdLst>
                  <a:gd name="T0" fmla="*/ 292 w 29"/>
                  <a:gd name="T1" fmla="*/ 0 h 12"/>
                  <a:gd name="T2" fmla="*/ 0 w 29"/>
                  <a:gd name="T3" fmla="*/ 87 h 12"/>
                  <a:gd name="T4" fmla="*/ 292 w 2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2">
                    <a:moveTo>
                      <a:pt x="29" y="0"/>
                    </a:moveTo>
                    <a:cubicBezTo>
                      <a:pt x="24" y="10"/>
                      <a:pt x="10" y="12"/>
                      <a:pt x="0" y="9"/>
                    </a:cubicBezTo>
                    <a:cubicBezTo>
                      <a:pt x="7" y="9"/>
                      <a:pt x="21" y="7"/>
                      <a:pt x="29" y="0"/>
                    </a:cubicBezTo>
                    <a:close/>
                  </a:path>
                </a:pathLst>
              </a:custGeom>
              <a:solidFill>
                <a:srgbClr val="B03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" name="Freeform 1058">
                <a:extLst>
                  <a:ext uri="{FF2B5EF4-FFF2-40B4-BE49-F238E27FC236}">
                    <a16:creationId xmlns:a16="http://schemas.microsoft.com/office/drawing/2014/main" id="{FDDD82F6-D372-44C1-92C6-A836188D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386"/>
                <a:ext cx="588" cy="166"/>
              </a:xfrm>
              <a:custGeom>
                <a:avLst/>
                <a:gdLst>
                  <a:gd name="T0" fmla="*/ 3710 w 371"/>
                  <a:gd name="T1" fmla="*/ 482 h 105"/>
                  <a:gd name="T2" fmla="*/ 3591 w 371"/>
                  <a:gd name="T3" fmla="*/ 438 h 105"/>
                  <a:gd name="T4" fmla="*/ 2783 w 371"/>
                  <a:gd name="T5" fmla="*/ 108 h 105"/>
                  <a:gd name="T6" fmla="*/ 2049 w 371"/>
                  <a:gd name="T7" fmla="*/ 108 h 105"/>
                  <a:gd name="T8" fmla="*/ 979 w 371"/>
                  <a:gd name="T9" fmla="*/ 250 h 105"/>
                  <a:gd name="T10" fmla="*/ 0 w 371"/>
                  <a:gd name="T11" fmla="*/ 504 h 105"/>
                  <a:gd name="T12" fmla="*/ 1090 w 371"/>
                  <a:gd name="T13" fmla="*/ 767 h 105"/>
                  <a:gd name="T14" fmla="*/ 2878 w 371"/>
                  <a:gd name="T15" fmla="*/ 1020 h 105"/>
                  <a:gd name="T16" fmla="*/ 3698 w 371"/>
                  <a:gd name="T17" fmla="*/ 767 h 105"/>
                  <a:gd name="T18" fmla="*/ 3710 w 371"/>
                  <a:gd name="T19" fmla="*/ 762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1" h="105">
                    <a:moveTo>
                      <a:pt x="371" y="49"/>
                    </a:moveTo>
                    <a:cubicBezTo>
                      <a:pt x="368" y="47"/>
                      <a:pt x="364" y="45"/>
                      <a:pt x="359" y="44"/>
                    </a:cubicBezTo>
                    <a:cubicBezTo>
                      <a:pt x="334" y="38"/>
                      <a:pt x="305" y="22"/>
                      <a:pt x="278" y="11"/>
                    </a:cubicBezTo>
                    <a:cubicBezTo>
                      <a:pt x="250" y="0"/>
                      <a:pt x="234" y="3"/>
                      <a:pt x="205" y="11"/>
                    </a:cubicBezTo>
                    <a:cubicBezTo>
                      <a:pt x="177" y="19"/>
                      <a:pt x="127" y="22"/>
                      <a:pt x="98" y="25"/>
                    </a:cubicBezTo>
                    <a:cubicBezTo>
                      <a:pt x="68" y="29"/>
                      <a:pt x="3" y="37"/>
                      <a:pt x="0" y="51"/>
                    </a:cubicBezTo>
                    <a:cubicBezTo>
                      <a:pt x="0" y="71"/>
                      <a:pt x="62" y="68"/>
                      <a:pt x="109" y="78"/>
                    </a:cubicBezTo>
                    <a:cubicBezTo>
                      <a:pt x="157" y="88"/>
                      <a:pt x="263" y="105"/>
                      <a:pt x="288" y="103"/>
                    </a:cubicBezTo>
                    <a:cubicBezTo>
                      <a:pt x="313" y="101"/>
                      <a:pt x="358" y="91"/>
                      <a:pt x="370" y="78"/>
                    </a:cubicBezTo>
                    <a:cubicBezTo>
                      <a:pt x="371" y="78"/>
                      <a:pt x="371" y="77"/>
                      <a:pt x="371" y="7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" name="Freeform 1059">
                <a:extLst>
                  <a:ext uri="{FF2B5EF4-FFF2-40B4-BE49-F238E27FC236}">
                    <a16:creationId xmlns:a16="http://schemas.microsoft.com/office/drawing/2014/main" id="{4D53FF97-A1EB-4582-805E-FE3CF7EF6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090"/>
                <a:ext cx="418" cy="334"/>
              </a:xfrm>
              <a:custGeom>
                <a:avLst/>
                <a:gdLst>
                  <a:gd name="T0" fmla="*/ 1294 w 264"/>
                  <a:gd name="T1" fmla="*/ 52 h 211"/>
                  <a:gd name="T2" fmla="*/ 2179 w 264"/>
                  <a:gd name="T3" fmla="*/ 171 h 211"/>
                  <a:gd name="T4" fmla="*/ 2557 w 264"/>
                  <a:gd name="T5" fmla="*/ 804 h 211"/>
                  <a:gd name="T6" fmla="*/ 2350 w 264"/>
                  <a:gd name="T7" fmla="*/ 1586 h 211"/>
                  <a:gd name="T8" fmla="*/ 1273 w 264"/>
                  <a:gd name="T9" fmla="*/ 1991 h 211"/>
                  <a:gd name="T10" fmla="*/ 648 w 264"/>
                  <a:gd name="T11" fmla="*/ 1727 h 211"/>
                  <a:gd name="T12" fmla="*/ 68 w 264"/>
                  <a:gd name="T13" fmla="*/ 872 h 211"/>
                  <a:gd name="T14" fmla="*/ 1294 w 264"/>
                  <a:gd name="T15" fmla="*/ 52 h 2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211">
                    <a:moveTo>
                      <a:pt x="130" y="5"/>
                    </a:moveTo>
                    <a:cubicBezTo>
                      <a:pt x="164" y="0"/>
                      <a:pt x="189" y="6"/>
                      <a:pt x="219" y="17"/>
                    </a:cubicBezTo>
                    <a:cubicBezTo>
                      <a:pt x="248" y="28"/>
                      <a:pt x="252" y="52"/>
                      <a:pt x="257" y="81"/>
                    </a:cubicBezTo>
                    <a:cubicBezTo>
                      <a:pt x="263" y="109"/>
                      <a:pt x="264" y="134"/>
                      <a:pt x="236" y="160"/>
                    </a:cubicBezTo>
                    <a:cubicBezTo>
                      <a:pt x="208" y="186"/>
                      <a:pt x="156" y="190"/>
                      <a:pt x="128" y="200"/>
                    </a:cubicBezTo>
                    <a:cubicBezTo>
                      <a:pt x="99" y="211"/>
                      <a:pt x="91" y="207"/>
                      <a:pt x="65" y="174"/>
                    </a:cubicBezTo>
                    <a:cubicBezTo>
                      <a:pt x="39" y="140"/>
                      <a:pt x="0" y="119"/>
                      <a:pt x="7" y="88"/>
                    </a:cubicBezTo>
                    <a:cubicBezTo>
                      <a:pt x="13" y="62"/>
                      <a:pt x="99" y="13"/>
                      <a:pt x="130" y="5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" name="Freeform 1060">
                <a:extLst>
                  <a:ext uri="{FF2B5EF4-FFF2-40B4-BE49-F238E27FC236}">
                    <a16:creationId xmlns:a16="http://schemas.microsoft.com/office/drawing/2014/main" id="{9540190C-4C5F-41D0-9152-70543F728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166"/>
                <a:ext cx="342" cy="236"/>
              </a:xfrm>
              <a:custGeom>
                <a:avLst/>
                <a:gdLst>
                  <a:gd name="T0" fmla="*/ 130 w 216"/>
                  <a:gd name="T1" fmla="*/ 958 h 149"/>
                  <a:gd name="T2" fmla="*/ 580 w 216"/>
                  <a:gd name="T3" fmla="*/ 1422 h 149"/>
                  <a:gd name="T4" fmla="*/ 1020 w 216"/>
                  <a:gd name="T5" fmla="*/ 1380 h 149"/>
                  <a:gd name="T6" fmla="*/ 1585 w 216"/>
                  <a:gd name="T7" fmla="*/ 1216 h 149"/>
                  <a:gd name="T8" fmla="*/ 2092 w 216"/>
                  <a:gd name="T9" fmla="*/ 735 h 149"/>
                  <a:gd name="T10" fmla="*/ 2001 w 216"/>
                  <a:gd name="T11" fmla="*/ 0 h 149"/>
                  <a:gd name="T12" fmla="*/ 1941 w 216"/>
                  <a:gd name="T13" fmla="*/ 409 h 149"/>
                  <a:gd name="T14" fmla="*/ 1585 w 216"/>
                  <a:gd name="T15" fmla="*/ 550 h 149"/>
                  <a:gd name="T16" fmla="*/ 1062 w 216"/>
                  <a:gd name="T17" fmla="*/ 702 h 149"/>
                  <a:gd name="T18" fmla="*/ 611 w 216"/>
                  <a:gd name="T19" fmla="*/ 1142 h 149"/>
                  <a:gd name="T20" fmla="*/ 301 w 216"/>
                  <a:gd name="T21" fmla="*/ 919 h 149"/>
                  <a:gd name="T22" fmla="*/ 0 w 216"/>
                  <a:gd name="T23" fmla="*/ 721 h 1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6" h="149">
                    <a:moveTo>
                      <a:pt x="13" y="96"/>
                    </a:moveTo>
                    <a:cubicBezTo>
                      <a:pt x="30" y="102"/>
                      <a:pt x="44" y="138"/>
                      <a:pt x="58" y="143"/>
                    </a:cubicBezTo>
                    <a:cubicBezTo>
                      <a:pt x="73" y="149"/>
                      <a:pt x="88" y="142"/>
                      <a:pt x="102" y="138"/>
                    </a:cubicBezTo>
                    <a:cubicBezTo>
                      <a:pt x="121" y="133"/>
                      <a:pt x="140" y="129"/>
                      <a:pt x="159" y="122"/>
                    </a:cubicBezTo>
                    <a:cubicBezTo>
                      <a:pt x="180" y="114"/>
                      <a:pt x="205" y="99"/>
                      <a:pt x="210" y="74"/>
                    </a:cubicBezTo>
                    <a:cubicBezTo>
                      <a:pt x="212" y="63"/>
                      <a:pt x="216" y="1"/>
                      <a:pt x="201" y="0"/>
                    </a:cubicBezTo>
                    <a:cubicBezTo>
                      <a:pt x="196" y="12"/>
                      <a:pt x="203" y="27"/>
                      <a:pt x="195" y="41"/>
                    </a:cubicBezTo>
                    <a:cubicBezTo>
                      <a:pt x="187" y="57"/>
                      <a:pt x="175" y="58"/>
                      <a:pt x="159" y="55"/>
                    </a:cubicBezTo>
                    <a:cubicBezTo>
                      <a:pt x="141" y="52"/>
                      <a:pt x="121" y="56"/>
                      <a:pt x="107" y="71"/>
                    </a:cubicBezTo>
                    <a:cubicBezTo>
                      <a:pt x="92" y="87"/>
                      <a:pt x="95" y="123"/>
                      <a:pt x="61" y="114"/>
                    </a:cubicBezTo>
                    <a:cubicBezTo>
                      <a:pt x="48" y="111"/>
                      <a:pt x="40" y="99"/>
                      <a:pt x="30" y="92"/>
                    </a:cubicBezTo>
                    <a:cubicBezTo>
                      <a:pt x="21" y="87"/>
                      <a:pt x="2" y="84"/>
                      <a:pt x="0" y="72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" name="Freeform 1061">
                <a:extLst>
                  <a:ext uri="{FF2B5EF4-FFF2-40B4-BE49-F238E27FC236}">
                    <a16:creationId xmlns:a16="http://schemas.microsoft.com/office/drawing/2014/main" id="{9AC485F8-831B-43BE-A544-88B9DBC56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106"/>
                <a:ext cx="352" cy="174"/>
              </a:xfrm>
              <a:custGeom>
                <a:avLst/>
                <a:gdLst>
                  <a:gd name="T0" fmla="*/ 2225 w 222"/>
                  <a:gd name="T1" fmla="*/ 117 h 110"/>
                  <a:gd name="T2" fmla="*/ 1554 w 222"/>
                  <a:gd name="T3" fmla="*/ 33 h 110"/>
                  <a:gd name="T4" fmla="*/ 853 w 222"/>
                  <a:gd name="T5" fmla="*/ 335 h 110"/>
                  <a:gd name="T6" fmla="*/ 495 w 222"/>
                  <a:gd name="T7" fmla="*/ 1088 h 110"/>
                  <a:gd name="T8" fmla="*/ 661 w 222"/>
                  <a:gd name="T9" fmla="*/ 851 h 110"/>
                  <a:gd name="T10" fmla="*/ 1013 w 222"/>
                  <a:gd name="T11" fmla="*/ 443 h 110"/>
                  <a:gd name="T12" fmla="*/ 1471 w 222"/>
                  <a:gd name="T13" fmla="*/ 176 h 110"/>
                  <a:gd name="T14" fmla="*/ 1877 w 222"/>
                  <a:gd name="T15" fmla="*/ 82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2" h="110">
                    <a:moveTo>
                      <a:pt x="222" y="12"/>
                    </a:moveTo>
                    <a:cubicBezTo>
                      <a:pt x="199" y="10"/>
                      <a:pt x="179" y="0"/>
                      <a:pt x="155" y="3"/>
                    </a:cubicBezTo>
                    <a:cubicBezTo>
                      <a:pt x="130" y="5"/>
                      <a:pt x="106" y="21"/>
                      <a:pt x="85" y="34"/>
                    </a:cubicBezTo>
                    <a:cubicBezTo>
                      <a:pt x="59" y="49"/>
                      <a:pt x="0" y="83"/>
                      <a:pt x="49" y="110"/>
                    </a:cubicBezTo>
                    <a:cubicBezTo>
                      <a:pt x="44" y="92"/>
                      <a:pt x="47" y="86"/>
                      <a:pt x="66" y="86"/>
                    </a:cubicBezTo>
                    <a:cubicBezTo>
                      <a:pt x="94" y="85"/>
                      <a:pt x="88" y="66"/>
                      <a:pt x="101" y="45"/>
                    </a:cubicBezTo>
                    <a:cubicBezTo>
                      <a:pt x="112" y="29"/>
                      <a:pt x="129" y="23"/>
                      <a:pt x="147" y="18"/>
                    </a:cubicBezTo>
                    <a:cubicBezTo>
                      <a:pt x="159" y="14"/>
                      <a:pt x="175" y="7"/>
                      <a:pt x="187" y="8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" name="Freeform 1062">
                <a:extLst>
                  <a:ext uri="{FF2B5EF4-FFF2-40B4-BE49-F238E27FC236}">
                    <a16:creationId xmlns:a16="http://schemas.microsoft.com/office/drawing/2014/main" id="{F928DD4C-AD86-4F61-BF59-FC335EFBC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2174"/>
                <a:ext cx="61" cy="37"/>
              </a:xfrm>
              <a:custGeom>
                <a:avLst/>
                <a:gdLst>
                  <a:gd name="T0" fmla="*/ 330 w 39"/>
                  <a:gd name="T1" fmla="*/ 0 h 23"/>
                  <a:gd name="T2" fmla="*/ 0 w 39"/>
                  <a:gd name="T3" fmla="*/ 212 h 23"/>
                  <a:gd name="T4" fmla="*/ 264 w 39"/>
                  <a:gd name="T5" fmla="*/ 208 h 23"/>
                  <a:gd name="T6" fmla="*/ 364 w 39"/>
                  <a:gd name="T7" fmla="*/ 3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3">
                    <a:moveTo>
                      <a:pt x="35" y="0"/>
                    </a:moveTo>
                    <a:cubicBezTo>
                      <a:pt x="26" y="2"/>
                      <a:pt x="3" y="12"/>
                      <a:pt x="0" y="20"/>
                    </a:cubicBezTo>
                    <a:cubicBezTo>
                      <a:pt x="8" y="23"/>
                      <a:pt x="18" y="15"/>
                      <a:pt x="28" y="19"/>
                    </a:cubicBezTo>
                    <a:cubicBezTo>
                      <a:pt x="30" y="12"/>
                      <a:pt x="28" y="4"/>
                      <a:pt x="3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" name="Oval 1063">
                <a:extLst>
                  <a:ext uri="{FF2B5EF4-FFF2-40B4-BE49-F238E27FC236}">
                    <a16:creationId xmlns:a16="http://schemas.microsoft.com/office/drawing/2014/main" id="{7A48F306-8901-42E9-8030-6A414F3E3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7" y="2196"/>
                <a:ext cx="94" cy="89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23" name="Oval 1064">
                <a:extLst>
                  <a:ext uri="{FF2B5EF4-FFF2-40B4-BE49-F238E27FC236}">
                    <a16:creationId xmlns:a16="http://schemas.microsoft.com/office/drawing/2014/main" id="{EFF0434A-49D6-49CF-9150-BCA34CEF3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2177"/>
                <a:ext cx="94" cy="8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24" name="Oval 1065">
                <a:extLst>
                  <a:ext uri="{FF2B5EF4-FFF2-40B4-BE49-F238E27FC236}">
                    <a16:creationId xmlns:a16="http://schemas.microsoft.com/office/drawing/2014/main" id="{84622DE1-3670-424F-A38A-A79BC6E96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188"/>
                <a:ext cx="94" cy="87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25" name="Freeform 1066">
                <a:extLst>
                  <a:ext uri="{FF2B5EF4-FFF2-40B4-BE49-F238E27FC236}">
                    <a16:creationId xmlns:a16="http://schemas.microsoft.com/office/drawing/2014/main" id="{A6BFF875-2EE6-4BE0-A9DF-202F987B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209"/>
                <a:ext cx="71" cy="60"/>
              </a:xfrm>
              <a:custGeom>
                <a:avLst/>
                <a:gdLst>
                  <a:gd name="T0" fmla="*/ 0 w 45"/>
                  <a:gd name="T1" fmla="*/ 224 h 38"/>
                  <a:gd name="T2" fmla="*/ 13 w 45"/>
                  <a:gd name="T3" fmla="*/ 272 h 38"/>
                  <a:gd name="T4" fmla="*/ 204 w 45"/>
                  <a:gd name="T5" fmla="*/ 374 h 38"/>
                  <a:gd name="T6" fmla="*/ 440 w 45"/>
                  <a:gd name="T7" fmla="*/ 150 h 38"/>
                  <a:gd name="T8" fmla="*/ 440 w 45"/>
                  <a:gd name="T9" fmla="*/ 98 h 38"/>
                  <a:gd name="T10" fmla="*/ 237 w 45"/>
                  <a:gd name="T11" fmla="*/ 0 h 38"/>
                  <a:gd name="T12" fmla="*/ 0 w 45"/>
                  <a:gd name="T13" fmla="*/ 22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8">
                    <a:moveTo>
                      <a:pt x="0" y="23"/>
                    </a:moveTo>
                    <a:cubicBezTo>
                      <a:pt x="0" y="25"/>
                      <a:pt x="0" y="26"/>
                      <a:pt x="1" y="28"/>
                    </a:cubicBezTo>
                    <a:cubicBezTo>
                      <a:pt x="5" y="34"/>
                      <a:pt x="12" y="38"/>
                      <a:pt x="21" y="38"/>
                    </a:cubicBezTo>
                    <a:cubicBezTo>
                      <a:pt x="34" y="38"/>
                      <a:pt x="45" y="28"/>
                      <a:pt x="45" y="15"/>
                    </a:cubicBezTo>
                    <a:cubicBezTo>
                      <a:pt x="45" y="14"/>
                      <a:pt x="45" y="12"/>
                      <a:pt x="45" y="10"/>
                    </a:cubicBezTo>
                    <a:cubicBezTo>
                      <a:pt x="40" y="4"/>
                      <a:pt x="33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" name="Oval 1067">
                <a:extLst>
                  <a:ext uri="{FF2B5EF4-FFF2-40B4-BE49-F238E27FC236}">
                    <a16:creationId xmlns:a16="http://schemas.microsoft.com/office/drawing/2014/main" id="{EF545D48-BB48-49B6-9DE7-2558278A2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2207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27" name="Oval 1068">
                <a:extLst>
                  <a:ext uri="{FF2B5EF4-FFF2-40B4-BE49-F238E27FC236}">
                    <a16:creationId xmlns:a16="http://schemas.microsoft.com/office/drawing/2014/main" id="{E9756AC2-0FAB-4027-B31A-15D4307C5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2204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28" name="Freeform 1069">
                <a:extLst>
                  <a:ext uri="{FF2B5EF4-FFF2-40B4-BE49-F238E27FC236}">
                    <a16:creationId xmlns:a16="http://schemas.microsoft.com/office/drawing/2014/main" id="{5DD46D54-F833-4E03-8751-AA19240F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237"/>
                <a:ext cx="52" cy="38"/>
              </a:xfrm>
              <a:custGeom>
                <a:avLst/>
                <a:gdLst>
                  <a:gd name="T0" fmla="*/ 320 w 33"/>
                  <a:gd name="T1" fmla="*/ 0 h 24"/>
                  <a:gd name="T2" fmla="*/ 0 w 33"/>
                  <a:gd name="T3" fmla="*/ 184 h 24"/>
                  <a:gd name="T4" fmla="*/ 320 w 33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4">
                    <a:moveTo>
                      <a:pt x="33" y="0"/>
                    </a:moveTo>
                    <a:cubicBezTo>
                      <a:pt x="28" y="21"/>
                      <a:pt x="12" y="24"/>
                      <a:pt x="0" y="18"/>
                    </a:cubicBezTo>
                    <a:cubicBezTo>
                      <a:pt x="8" y="17"/>
                      <a:pt x="24" y="14"/>
                      <a:pt x="33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" name="Freeform 1070">
                <a:extLst>
                  <a:ext uri="{FF2B5EF4-FFF2-40B4-BE49-F238E27FC236}">
                    <a16:creationId xmlns:a16="http://schemas.microsoft.com/office/drawing/2014/main" id="{27E4F114-F1DE-477C-B324-9B5B2180F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090"/>
                <a:ext cx="418" cy="334"/>
              </a:xfrm>
              <a:custGeom>
                <a:avLst/>
                <a:gdLst>
                  <a:gd name="T0" fmla="*/ 1294 w 264"/>
                  <a:gd name="T1" fmla="*/ 52 h 211"/>
                  <a:gd name="T2" fmla="*/ 2179 w 264"/>
                  <a:gd name="T3" fmla="*/ 171 h 211"/>
                  <a:gd name="T4" fmla="*/ 2557 w 264"/>
                  <a:gd name="T5" fmla="*/ 804 h 211"/>
                  <a:gd name="T6" fmla="*/ 2350 w 264"/>
                  <a:gd name="T7" fmla="*/ 1586 h 211"/>
                  <a:gd name="T8" fmla="*/ 1273 w 264"/>
                  <a:gd name="T9" fmla="*/ 1991 h 211"/>
                  <a:gd name="T10" fmla="*/ 648 w 264"/>
                  <a:gd name="T11" fmla="*/ 1727 h 211"/>
                  <a:gd name="T12" fmla="*/ 68 w 264"/>
                  <a:gd name="T13" fmla="*/ 872 h 211"/>
                  <a:gd name="T14" fmla="*/ 1294 w 264"/>
                  <a:gd name="T15" fmla="*/ 52 h 2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211">
                    <a:moveTo>
                      <a:pt x="130" y="5"/>
                    </a:moveTo>
                    <a:cubicBezTo>
                      <a:pt x="164" y="0"/>
                      <a:pt x="189" y="6"/>
                      <a:pt x="219" y="17"/>
                    </a:cubicBezTo>
                    <a:cubicBezTo>
                      <a:pt x="248" y="28"/>
                      <a:pt x="252" y="52"/>
                      <a:pt x="257" y="81"/>
                    </a:cubicBezTo>
                    <a:cubicBezTo>
                      <a:pt x="263" y="109"/>
                      <a:pt x="264" y="134"/>
                      <a:pt x="236" y="160"/>
                    </a:cubicBezTo>
                    <a:cubicBezTo>
                      <a:pt x="208" y="186"/>
                      <a:pt x="156" y="190"/>
                      <a:pt x="128" y="200"/>
                    </a:cubicBezTo>
                    <a:cubicBezTo>
                      <a:pt x="99" y="211"/>
                      <a:pt x="91" y="207"/>
                      <a:pt x="65" y="174"/>
                    </a:cubicBezTo>
                    <a:cubicBezTo>
                      <a:pt x="39" y="140"/>
                      <a:pt x="0" y="119"/>
                      <a:pt x="7" y="88"/>
                    </a:cubicBezTo>
                    <a:cubicBezTo>
                      <a:pt x="13" y="62"/>
                      <a:pt x="99" y="13"/>
                      <a:pt x="130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" name="Freeform 1071">
                <a:extLst>
                  <a:ext uri="{FF2B5EF4-FFF2-40B4-BE49-F238E27FC236}">
                    <a16:creationId xmlns:a16="http://schemas.microsoft.com/office/drawing/2014/main" id="{B00D0CCE-35AB-46A7-8A8B-032F655DB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357"/>
                <a:ext cx="296" cy="427"/>
              </a:xfrm>
              <a:custGeom>
                <a:avLst/>
                <a:gdLst>
                  <a:gd name="T0" fmla="*/ 1860 w 187"/>
                  <a:gd name="T1" fmla="*/ 408 h 270"/>
                  <a:gd name="T2" fmla="*/ 1108 w 187"/>
                  <a:gd name="T3" fmla="*/ 55 h 270"/>
                  <a:gd name="T4" fmla="*/ 203 w 187"/>
                  <a:gd name="T5" fmla="*/ 732 h 270"/>
                  <a:gd name="T6" fmla="*/ 237 w 187"/>
                  <a:gd name="T7" fmla="*/ 1444 h 270"/>
                  <a:gd name="T8" fmla="*/ 564 w 187"/>
                  <a:gd name="T9" fmla="*/ 2537 h 270"/>
                  <a:gd name="T10" fmla="*/ 1393 w 187"/>
                  <a:gd name="T11" fmla="*/ 2614 h 270"/>
                  <a:gd name="T12" fmla="*/ 1860 w 187"/>
                  <a:gd name="T13" fmla="*/ 2216 h 270"/>
                  <a:gd name="T14" fmla="*/ 1860 w 187"/>
                  <a:gd name="T15" fmla="*/ 408 h 2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7" h="270">
                    <a:moveTo>
                      <a:pt x="187" y="41"/>
                    </a:moveTo>
                    <a:cubicBezTo>
                      <a:pt x="174" y="26"/>
                      <a:pt x="143" y="0"/>
                      <a:pt x="111" y="6"/>
                    </a:cubicBezTo>
                    <a:cubicBezTo>
                      <a:pt x="84" y="16"/>
                      <a:pt x="41" y="49"/>
                      <a:pt x="20" y="74"/>
                    </a:cubicBezTo>
                    <a:cubicBezTo>
                      <a:pt x="0" y="99"/>
                      <a:pt x="10" y="108"/>
                      <a:pt x="24" y="146"/>
                    </a:cubicBezTo>
                    <a:cubicBezTo>
                      <a:pt x="38" y="183"/>
                      <a:pt x="27" y="242"/>
                      <a:pt x="57" y="256"/>
                    </a:cubicBezTo>
                    <a:cubicBezTo>
                      <a:pt x="86" y="269"/>
                      <a:pt x="107" y="270"/>
                      <a:pt x="140" y="264"/>
                    </a:cubicBezTo>
                    <a:cubicBezTo>
                      <a:pt x="161" y="260"/>
                      <a:pt x="176" y="245"/>
                      <a:pt x="187" y="224"/>
                    </a:cubicBezTo>
                    <a:lnTo>
                      <a:pt x="187" y="41"/>
                    </a:ln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" name="Freeform 1072">
                <a:extLst>
                  <a:ext uri="{FF2B5EF4-FFF2-40B4-BE49-F238E27FC236}">
                    <a16:creationId xmlns:a16="http://schemas.microsoft.com/office/drawing/2014/main" id="{66FC887E-DFB5-4B6E-A806-E95D879C1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575"/>
                <a:ext cx="240" cy="188"/>
              </a:xfrm>
              <a:custGeom>
                <a:avLst/>
                <a:gdLst>
                  <a:gd name="T0" fmla="*/ 0 w 151"/>
                  <a:gd name="T1" fmla="*/ 362 h 119"/>
                  <a:gd name="T2" fmla="*/ 184 w 151"/>
                  <a:gd name="T3" fmla="*/ 1033 h 119"/>
                  <a:gd name="T4" fmla="*/ 553 w 151"/>
                  <a:gd name="T5" fmla="*/ 1141 h 119"/>
                  <a:gd name="T6" fmla="*/ 1028 w 151"/>
                  <a:gd name="T7" fmla="*/ 1141 h 119"/>
                  <a:gd name="T8" fmla="*/ 1423 w 151"/>
                  <a:gd name="T9" fmla="*/ 0 h 119"/>
                  <a:gd name="T10" fmla="*/ 1295 w 151"/>
                  <a:gd name="T11" fmla="*/ 550 h 119"/>
                  <a:gd name="T12" fmla="*/ 865 w 151"/>
                  <a:gd name="T13" fmla="*/ 733 h 119"/>
                  <a:gd name="T14" fmla="*/ 639 w 151"/>
                  <a:gd name="T15" fmla="*/ 836 h 119"/>
                  <a:gd name="T16" fmla="*/ 292 w 151"/>
                  <a:gd name="T17" fmla="*/ 763 h 119"/>
                  <a:gd name="T18" fmla="*/ 68 w 151"/>
                  <a:gd name="T19" fmla="*/ 455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19">
                    <a:moveTo>
                      <a:pt x="0" y="37"/>
                    </a:moveTo>
                    <a:cubicBezTo>
                      <a:pt x="1" y="54"/>
                      <a:pt x="3" y="95"/>
                      <a:pt x="18" y="105"/>
                    </a:cubicBezTo>
                    <a:cubicBezTo>
                      <a:pt x="26" y="111"/>
                      <a:pt x="46" y="114"/>
                      <a:pt x="55" y="116"/>
                    </a:cubicBezTo>
                    <a:cubicBezTo>
                      <a:pt x="68" y="118"/>
                      <a:pt x="88" y="119"/>
                      <a:pt x="101" y="116"/>
                    </a:cubicBezTo>
                    <a:cubicBezTo>
                      <a:pt x="151" y="104"/>
                      <a:pt x="143" y="38"/>
                      <a:pt x="140" y="0"/>
                    </a:cubicBezTo>
                    <a:cubicBezTo>
                      <a:pt x="136" y="17"/>
                      <a:pt x="140" y="42"/>
                      <a:pt x="128" y="56"/>
                    </a:cubicBezTo>
                    <a:cubicBezTo>
                      <a:pt x="119" y="68"/>
                      <a:pt x="98" y="69"/>
                      <a:pt x="85" y="75"/>
                    </a:cubicBezTo>
                    <a:cubicBezTo>
                      <a:pt x="77" y="80"/>
                      <a:pt x="74" y="85"/>
                      <a:pt x="63" y="85"/>
                    </a:cubicBezTo>
                    <a:cubicBezTo>
                      <a:pt x="51" y="84"/>
                      <a:pt x="37" y="86"/>
                      <a:pt x="29" y="78"/>
                    </a:cubicBezTo>
                    <a:cubicBezTo>
                      <a:pt x="20" y="68"/>
                      <a:pt x="13" y="57"/>
                      <a:pt x="7" y="46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" name="Freeform 1073">
                <a:extLst>
                  <a:ext uri="{FF2B5EF4-FFF2-40B4-BE49-F238E27FC236}">
                    <a16:creationId xmlns:a16="http://schemas.microsoft.com/office/drawing/2014/main" id="{A077EFF9-A489-4669-A11F-8D60DF788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380"/>
                <a:ext cx="235" cy="219"/>
              </a:xfrm>
              <a:custGeom>
                <a:avLst/>
                <a:gdLst>
                  <a:gd name="T0" fmla="*/ 1493 w 148"/>
                  <a:gd name="T1" fmla="*/ 216 h 139"/>
                  <a:gd name="T2" fmla="*/ 965 w 148"/>
                  <a:gd name="T3" fmla="*/ 50 h 139"/>
                  <a:gd name="T4" fmla="*/ 394 w 148"/>
                  <a:gd name="T5" fmla="*/ 406 h 139"/>
                  <a:gd name="T6" fmla="*/ 64 w 148"/>
                  <a:gd name="T7" fmla="*/ 759 h 139"/>
                  <a:gd name="T8" fmla="*/ 205 w 148"/>
                  <a:gd name="T9" fmla="*/ 1350 h 139"/>
                  <a:gd name="T10" fmla="*/ 333 w 148"/>
                  <a:gd name="T11" fmla="*/ 931 h 139"/>
                  <a:gd name="T12" fmla="*/ 549 w 148"/>
                  <a:gd name="T13" fmla="*/ 863 h 139"/>
                  <a:gd name="T14" fmla="*/ 700 w 148"/>
                  <a:gd name="T15" fmla="*/ 652 h 139"/>
                  <a:gd name="T16" fmla="*/ 1308 w 148"/>
                  <a:gd name="T17" fmla="*/ 169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8" h="139">
                    <a:moveTo>
                      <a:pt x="148" y="22"/>
                    </a:moveTo>
                    <a:cubicBezTo>
                      <a:pt x="130" y="15"/>
                      <a:pt x="116" y="0"/>
                      <a:pt x="96" y="5"/>
                    </a:cubicBezTo>
                    <a:cubicBezTo>
                      <a:pt x="75" y="10"/>
                      <a:pt x="55" y="28"/>
                      <a:pt x="39" y="42"/>
                    </a:cubicBezTo>
                    <a:cubicBezTo>
                      <a:pt x="29" y="52"/>
                      <a:pt x="11" y="64"/>
                      <a:pt x="6" y="78"/>
                    </a:cubicBezTo>
                    <a:cubicBezTo>
                      <a:pt x="0" y="98"/>
                      <a:pt x="19" y="120"/>
                      <a:pt x="20" y="139"/>
                    </a:cubicBezTo>
                    <a:cubicBezTo>
                      <a:pt x="19" y="128"/>
                      <a:pt x="23" y="103"/>
                      <a:pt x="33" y="96"/>
                    </a:cubicBezTo>
                    <a:cubicBezTo>
                      <a:pt x="40" y="91"/>
                      <a:pt x="48" y="93"/>
                      <a:pt x="54" y="89"/>
                    </a:cubicBezTo>
                    <a:cubicBezTo>
                      <a:pt x="60" y="84"/>
                      <a:pt x="64" y="73"/>
                      <a:pt x="69" y="67"/>
                    </a:cubicBezTo>
                    <a:cubicBezTo>
                      <a:pt x="78" y="54"/>
                      <a:pt x="105" y="0"/>
                      <a:pt x="130" y="17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" name="Freeform 1074">
                <a:extLst>
                  <a:ext uri="{FF2B5EF4-FFF2-40B4-BE49-F238E27FC236}">
                    <a16:creationId xmlns:a16="http://schemas.microsoft.com/office/drawing/2014/main" id="{ED8EEC46-F02E-4BA6-ABF2-98EB44756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432"/>
                <a:ext cx="83" cy="74"/>
              </a:xfrm>
              <a:custGeom>
                <a:avLst/>
                <a:gdLst>
                  <a:gd name="T0" fmla="*/ 476 w 52"/>
                  <a:gd name="T1" fmla="*/ 0 h 47"/>
                  <a:gd name="T2" fmla="*/ 142 w 52"/>
                  <a:gd name="T3" fmla="*/ 253 h 47"/>
                  <a:gd name="T4" fmla="*/ 86 w 52"/>
                  <a:gd name="T5" fmla="*/ 457 h 47"/>
                  <a:gd name="T6" fmla="*/ 329 w 52"/>
                  <a:gd name="T7" fmla="*/ 271 h 47"/>
                  <a:gd name="T8" fmla="*/ 457 w 52"/>
                  <a:gd name="T9" fmla="*/ 168 h 47"/>
                  <a:gd name="T10" fmla="*/ 538 w 52"/>
                  <a:gd name="T11" fmla="*/ 13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47">
                    <a:moveTo>
                      <a:pt x="46" y="0"/>
                    </a:moveTo>
                    <a:cubicBezTo>
                      <a:pt x="34" y="4"/>
                      <a:pt x="24" y="17"/>
                      <a:pt x="14" y="26"/>
                    </a:cubicBezTo>
                    <a:cubicBezTo>
                      <a:pt x="5" y="33"/>
                      <a:pt x="0" y="36"/>
                      <a:pt x="8" y="47"/>
                    </a:cubicBezTo>
                    <a:cubicBezTo>
                      <a:pt x="11" y="31"/>
                      <a:pt x="19" y="33"/>
                      <a:pt x="32" y="28"/>
                    </a:cubicBezTo>
                    <a:cubicBezTo>
                      <a:pt x="41" y="25"/>
                      <a:pt x="40" y="27"/>
                      <a:pt x="44" y="17"/>
                    </a:cubicBezTo>
                    <a:cubicBezTo>
                      <a:pt x="47" y="10"/>
                      <a:pt x="42" y="5"/>
                      <a:pt x="5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" name="Freeform 1075">
                <a:extLst>
                  <a:ext uri="{FF2B5EF4-FFF2-40B4-BE49-F238E27FC236}">
                    <a16:creationId xmlns:a16="http://schemas.microsoft.com/office/drawing/2014/main" id="{3D884963-C62D-49EE-8575-CEA7BE7B7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410"/>
                <a:ext cx="14" cy="12"/>
              </a:xfrm>
              <a:custGeom>
                <a:avLst/>
                <a:gdLst>
                  <a:gd name="T0" fmla="*/ 62 w 9"/>
                  <a:gd name="T1" fmla="*/ 27 h 8"/>
                  <a:gd name="T2" fmla="*/ 0 w 9"/>
                  <a:gd name="T3" fmla="*/ 62 h 8"/>
                  <a:gd name="T4" fmla="*/ 62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7" y="3"/>
                    </a:moveTo>
                    <a:cubicBezTo>
                      <a:pt x="3" y="4"/>
                      <a:pt x="1" y="4"/>
                      <a:pt x="0" y="8"/>
                    </a:cubicBezTo>
                    <a:cubicBezTo>
                      <a:pt x="5" y="8"/>
                      <a:pt x="9" y="4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" name="Oval 1076">
                <a:extLst>
                  <a:ext uri="{FF2B5EF4-FFF2-40B4-BE49-F238E27FC236}">
                    <a16:creationId xmlns:a16="http://schemas.microsoft.com/office/drawing/2014/main" id="{B624A439-5028-4398-83F3-B783FB4FE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3" y="2533"/>
                <a:ext cx="107" cy="101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36" name="Oval 1077">
                <a:extLst>
                  <a:ext uri="{FF2B5EF4-FFF2-40B4-BE49-F238E27FC236}">
                    <a16:creationId xmlns:a16="http://schemas.microsoft.com/office/drawing/2014/main" id="{9721DEB0-C531-464E-ADD7-66E22A2C6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2511"/>
                <a:ext cx="106" cy="10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37" name="Oval 1078">
                <a:extLst>
                  <a:ext uri="{FF2B5EF4-FFF2-40B4-BE49-F238E27FC236}">
                    <a16:creationId xmlns:a16="http://schemas.microsoft.com/office/drawing/2014/main" id="{546ED6B2-AAE2-45E3-B012-03E7F7E6D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6" y="2523"/>
                <a:ext cx="108" cy="101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38" name="Freeform 1079">
                <a:extLst>
                  <a:ext uri="{FF2B5EF4-FFF2-40B4-BE49-F238E27FC236}">
                    <a16:creationId xmlns:a16="http://schemas.microsoft.com/office/drawing/2014/main" id="{7581FD7E-D943-4835-A08B-6EC3CE565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547"/>
                <a:ext cx="82" cy="70"/>
              </a:xfrm>
              <a:custGeom>
                <a:avLst/>
                <a:gdLst>
                  <a:gd name="T0" fmla="*/ 0 w 52"/>
                  <a:gd name="T1" fmla="*/ 261 h 44"/>
                  <a:gd name="T2" fmla="*/ 13 w 52"/>
                  <a:gd name="T3" fmla="*/ 326 h 44"/>
                  <a:gd name="T4" fmla="*/ 237 w 52"/>
                  <a:gd name="T5" fmla="*/ 449 h 44"/>
                  <a:gd name="T6" fmla="*/ 505 w 52"/>
                  <a:gd name="T7" fmla="*/ 185 h 44"/>
                  <a:gd name="T8" fmla="*/ 505 w 52"/>
                  <a:gd name="T9" fmla="*/ 121 h 44"/>
                  <a:gd name="T10" fmla="*/ 271 w 52"/>
                  <a:gd name="T11" fmla="*/ 0 h 44"/>
                  <a:gd name="T12" fmla="*/ 0 w 52"/>
                  <a:gd name="T13" fmla="*/ 26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4">
                    <a:moveTo>
                      <a:pt x="0" y="26"/>
                    </a:moveTo>
                    <a:cubicBezTo>
                      <a:pt x="0" y="28"/>
                      <a:pt x="1" y="30"/>
                      <a:pt x="1" y="32"/>
                    </a:cubicBezTo>
                    <a:cubicBezTo>
                      <a:pt x="6" y="39"/>
                      <a:pt x="15" y="44"/>
                      <a:pt x="24" y="44"/>
                    </a:cubicBezTo>
                    <a:cubicBezTo>
                      <a:pt x="40" y="44"/>
                      <a:pt x="52" y="32"/>
                      <a:pt x="52" y="18"/>
                    </a:cubicBezTo>
                    <a:cubicBezTo>
                      <a:pt x="52" y="16"/>
                      <a:pt x="52" y="14"/>
                      <a:pt x="52" y="12"/>
                    </a:cubicBezTo>
                    <a:cubicBezTo>
                      <a:pt x="47" y="5"/>
                      <a:pt x="38" y="0"/>
                      <a:pt x="28" y="0"/>
                    </a:cubicBezTo>
                    <a:cubicBezTo>
                      <a:pt x="13" y="0"/>
                      <a:pt x="0" y="12"/>
                      <a:pt x="0" y="26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" name="Oval 1080">
                <a:extLst>
                  <a:ext uri="{FF2B5EF4-FFF2-40B4-BE49-F238E27FC236}">
                    <a16:creationId xmlns:a16="http://schemas.microsoft.com/office/drawing/2014/main" id="{E3CE20B2-E11C-450C-AC11-B18EC142C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2545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40" name="Oval 1081">
                <a:extLst>
                  <a:ext uri="{FF2B5EF4-FFF2-40B4-BE49-F238E27FC236}">
                    <a16:creationId xmlns:a16="http://schemas.microsoft.com/office/drawing/2014/main" id="{966E7309-8DF8-4A73-80EA-086A1B6B2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1" y="254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41" name="Freeform 1082">
                <a:extLst>
                  <a:ext uri="{FF2B5EF4-FFF2-40B4-BE49-F238E27FC236}">
                    <a16:creationId xmlns:a16="http://schemas.microsoft.com/office/drawing/2014/main" id="{08F64C87-BC60-442B-B343-FD8DA358E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579"/>
                <a:ext cx="60" cy="45"/>
              </a:xfrm>
              <a:custGeom>
                <a:avLst/>
                <a:gdLst>
                  <a:gd name="T0" fmla="*/ 374 w 38"/>
                  <a:gd name="T1" fmla="*/ 0 h 29"/>
                  <a:gd name="T2" fmla="*/ 0 w 38"/>
                  <a:gd name="T3" fmla="*/ 197 h 29"/>
                  <a:gd name="T4" fmla="*/ 374 w 38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32" y="25"/>
                      <a:pt x="13" y="29"/>
                      <a:pt x="0" y="22"/>
                    </a:cubicBezTo>
                    <a:cubicBezTo>
                      <a:pt x="10" y="21"/>
                      <a:pt x="28" y="17"/>
                      <a:pt x="38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" name="Freeform 1083">
                <a:extLst>
                  <a:ext uri="{FF2B5EF4-FFF2-40B4-BE49-F238E27FC236}">
                    <a16:creationId xmlns:a16="http://schemas.microsoft.com/office/drawing/2014/main" id="{01D7F1BD-5FE8-48F7-BF17-E2505BABD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357"/>
                <a:ext cx="296" cy="427"/>
              </a:xfrm>
              <a:custGeom>
                <a:avLst/>
                <a:gdLst>
                  <a:gd name="T0" fmla="*/ 1860 w 187"/>
                  <a:gd name="T1" fmla="*/ 408 h 270"/>
                  <a:gd name="T2" fmla="*/ 1108 w 187"/>
                  <a:gd name="T3" fmla="*/ 55 h 270"/>
                  <a:gd name="T4" fmla="*/ 203 w 187"/>
                  <a:gd name="T5" fmla="*/ 732 h 270"/>
                  <a:gd name="T6" fmla="*/ 237 w 187"/>
                  <a:gd name="T7" fmla="*/ 1444 h 270"/>
                  <a:gd name="T8" fmla="*/ 564 w 187"/>
                  <a:gd name="T9" fmla="*/ 2537 h 270"/>
                  <a:gd name="T10" fmla="*/ 1393 w 187"/>
                  <a:gd name="T11" fmla="*/ 2614 h 270"/>
                  <a:gd name="T12" fmla="*/ 1860 w 187"/>
                  <a:gd name="T13" fmla="*/ 2216 h 2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270">
                    <a:moveTo>
                      <a:pt x="187" y="41"/>
                    </a:moveTo>
                    <a:cubicBezTo>
                      <a:pt x="174" y="26"/>
                      <a:pt x="143" y="0"/>
                      <a:pt x="111" y="6"/>
                    </a:cubicBezTo>
                    <a:cubicBezTo>
                      <a:pt x="84" y="16"/>
                      <a:pt x="41" y="49"/>
                      <a:pt x="20" y="74"/>
                    </a:cubicBezTo>
                    <a:cubicBezTo>
                      <a:pt x="0" y="99"/>
                      <a:pt x="10" y="108"/>
                      <a:pt x="24" y="146"/>
                    </a:cubicBezTo>
                    <a:cubicBezTo>
                      <a:pt x="38" y="183"/>
                      <a:pt x="27" y="242"/>
                      <a:pt x="57" y="256"/>
                    </a:cubicBezTo>
                    <a:cubicBezTo>
                      <a:pt x="86" y="269"/>
                      <a:pt x="107" y="270"/>
                      <a:pt x="140" y="264"/>
                    </a:cubicBezTo>
                    <a:cubicBezTo>
                      <a:pt x="161" y="260"/>
                      <a:pt x="176" y="245"/>
                      <a:pt x="187" y="22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" name="Freeform 1084">
                <a:extLst>
                  <a:ext uri="{FF2B5EF4-FFF2-40B4-BE49-F238E27FC236}">
                    <a16:creationId xmlns:a16="http://schemas.microsoft.com/office/drawing/2014/main" id="{00F63176-88BE-415E-9232-74F156AA5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152"/>
                <a:ext cx="556" cy="379"/>
              </a:xfrm>
              <a:custGeom>
                <a:avLst/>
                <a:gdLst>
                  <a:gd name="T0" fmla="*/ 0 w 351"/>
                  <a:gd name="T1" fmla="*/ 1306 h 240"/>
                  <a:gd name="T2" fmla="*/ 958 w 351"/>
                  <a:gd name="T3" fmla="*/ 1816 h 240"/>
                  <a:gd name="T4" fmla="*/ 2048 w 351"/>
                  <a:gd name="T5" fmla="*/ 2339 h 240"/>
                  <a:gd name="T6" fmla="*/ 3081 w 351"/>
                  <a:gd name="T7" fmla="*/ 1856 h 240"/>
                  <a:gd name="T8" fmla="*/ 3330 w 351"/>
                  <a:gd name="T9" fmla="*/ 1088 h 240"/>
                  <a:gd name="T10" fmla="*/ 2414 w 351"/>
                  <a:gd name="T11" fmla="*/ 202 h 240"/>
                  <a:gd name="T12" fmla="*/ 1625 w 351"/>
                  <a:gd name="T13" fmla="*/ 52 h 240"/>
                  <a:gd name="T14" fmla="*/ 687 w 351"/>
                  <a:gd name="T15" fmla="*/ 625 h 240"/>
                  <a:gd name="T16" fmla="*/ 0 w 351"/>
                  <a:gd name="T17" fmla="*/ 1306 h 2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1" h="240">
                    <a:moveTo>
                      <a:pt x="0" y="133"/>
                    </a:moveTo>
                    <a:cubicBezTo>
                      <a:pt x="0" y="168"/>
                      <a:pt x="44" y="161"/>
                      <a:pt x="96" y="185"/>
                    </a:cubicBezTo>
                    <a:cubicBezTo>
                      <a:pt x="149" y="209"/>
                      <a:pt x="171" y="237"/>
                      <a:pt x="205" y="238"/>
                    </a:cubicBezTo>
                    <a:cubicBezTo>
                      <a:pt x="239" y="240"/>
                      <a:pt x="273" y="232"/>
                      <a:pt x="309" y="189"/>
                    </a:cubicBezTo>
                    <a:cubicBezTo>
                      <a:pt x="345" y="145"/>
                      <a:pt x="351" y="140"/>
                      <a:pt x="334" y="111"/>
                    </a:cubicBezTo>
                    <a:cubicBezTo>
                      <a:pt x="316" y="83"/>
                      <a:pt x="288" y="40"/>
                      <a:pt x="242" y="20"/>
                    </a:cubicBezTo>
                    <a:cubicBezTo>
                      <a:pt x="196" y="0"/>
                      <a:pt x="185" y="1"/>
                      <a:pt x="163" y="5"/>
                    </a:cubicBezTo>
                    <a:cubicBezTo>
                      <a:pt x="140" y="10"/>
                      <a:pt x="107" y="49"/>
                      <a:pt x="69" y="64"/>
                    </a:cubicBezTo>
                    <a:cubicBezTo>
                      <a:pt x="30" y="80"/>
                      <a:pt x="1" y="105"/>
                      <a:pt x="0" y="133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" name="Freeform 1085">
                <a:extLst>
                  <a:ext uri="{FF2B5EF4-FFF2-40B4-BE49-F238E27FC236}">
                    <a16:creationId xmlns:a16="http://schemas.microsoft.com/office/drawing/2014/main" id="{6E67A557-989F-44EC-9003-850D32A77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245"/>
                <a:ext cx="498" cy="289"/>
              </a:xfrm>
              <a:custGeom>
                <a:avLst/>
                <a:gdLst>
                  <a:gd name="T0" fmla="*/ 40 w 314"/>
                  <a:gd name="T1" fmla="*/ 865 h 183"/>
                  <a:gd name="T2" fmla="*/ 227 w 314"/>
                  <a:gd name="T3" fmla="*/ 933 h 183"/>
                  <a:gd name="T4" fmla="*/ 619 w 314"/>
                  <a:gd name="T5" fmla="*/ 1052 h 183"/>
                  <a:gd name="T6" fmla="*/ 1253 w 314"/>
                  <a:gd name="T7" fmla="*/ 1339 h 183"/>
                  <a:gd name="T8" fmla="*/ 2171 w 314"/>
                  <a:gd name="T9" fmla="*/ 1666 h 183"/>
                  <a:gd name="T10" fmla="*/ 3010 w 314"/>
                  <a:gd name="T11" fmla="*/ 985 h 183"/>
                  <a:gd name="T12" fmla="*/ 3064 w 314"/>
                  <a:gd name="T13" fmla="*/ 504 h 183"/>
                  <a:gd name="T14" fmla="*/ 2606 w 314"/>
                  <a:gd name="T15" fmla="*/ 0 h 183"/>
                  <a:gd name="T16" fmla="*/ 2722 w 314"/>
                  <a:gd name="T17" fmla="*/ 763 h 183"/>
                  <a:gd name="T18" fmla="*/ 2086 w 314"/>
                  <a:gd name="T19" fmla="*/ 524 h 183"/>
                  <a:gd name="T20" fmla="*/ 1905 w 314"/>
                  <a:gd name="T21" fmla="*/ 804 h 183"/>
                  <a:gd name="T22" fmla="*/ 1557 w 314"/>
                  <a:gd name="T23" fmla="*/ 728 h 183"/>
                  <a:gd name="T24" fmla="*/ 1511 w 314"/>
                  <a:gd name="T25" fmla="*/ 749 h 183"/>
                  <a:gd name="T26" fmla="*/ 1491 w 314"/>
                  <a:gd name="T27" fmla="*/ 1020 h 183"/>
                  <a:gd name="T28" fmla="*/ 910 w 314"/>
                  <a:gd name="T29" fmla="*/ 892 h 183"/>
                  <a:gd name="T30" fmla="*/ 227 w 314"/>
                  <a:gd name="T31" fmla="*/ 775 h 183"/>
                  <a:gd name="T32" fmla="*/ 0 w 314"/>
                  <a:gd name="T33" fmla="*/ 796 h 1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4" h="183">
                    <a:moveTo>
                      <a:pt x="4" y="88"/>
                    </a:moveTo>
                    <a:cubicBezTo>
                      <a:pt x="11" y="88"/>
                      <a:pt x="17" y="93"/>
                      <a:pt x="23" y="95"/>
                    </a:cubicBezTo>
                    <a:cubicBezTo>
                      <a:pt x="36" y="100"/>
                      <a:pt x="49" y="102"/>
                      <a:pt x="62" y="107"/>
                    </a:cubicBezTo>
                    <a:cubicBezTo>
                      <a:pt x="85" y="114"/>
                      <a:pt x="105" y="122"/>
                      <a:pt x="125" y="136"/>
                    </a:cubicBezTo>
                    <a:cubicBezTo>
                      <a:pt x="153" y="156"/>
                      <a:pt x="179" y="183"/>
                      <a:pt x="216" y="170"/>
                    </a:cubicBezTo>
                    <a:cubicBezTo>
                      <a:pt x="249" y="158"/>
                      <a:pt x="281" y="130"/>
                      <a:pt x="300" y="100"/>
                    </a:cubicBezTo>
                    <a:cubicBezTo>
                      <a:pt x="310" y="84"/>
                      <a:pt x="314" y="68"/>
                      <a:pt x="305" y="51"/>
                    </a:cubicBezTo>
                    <a:cubicBezTo>
                      <a:pt x="294" y="30"/>
                      <a:pt x="274" y="18"/>
                      <a:pt x="260" y="0"/>
                    </a:cubicBezTo>
                    <a:cubicBezTo>
                      <a:pt x="268" y="23"/>
                      <a:pt x="305" y="56"/>
                      <a:pt x="271" y="78"/>
                    </a:cubicBezTo>
                    <a:cubicBezTo>
                      <a:pt x="251" y="92"/>
                      <a:pt x="224" y="65"/>
                      <a:pt x="208" y="53"/>
                    </a:cubicBezTo>
                    <a:cubicBezTo>
                      <a:pt x="203" y="68"/>
                      <a:pt x="210" y="78"/>
                      <a:pt x="190" y="82"/>
                    </a:cubicBezTo>
                    <a:cubicBezTo>
                      <a:pt x="178" y="85"/>
                      <a:pt x="164" y="84"/>
                      <a:pt x="155" y="74"/>
                    </a:cubicBezTo>
                    <a:cubicBezTo>
                      <a:pt x="154" y="74"/>
                      <a:pt x="152" y="75"/>
                      <a:pt x="151" y="76"/>
                    </a:cubicBezTo>
                    <a:cubicBezTo>
                      <a:pt x="151" y="85"/>
                      <a:pt x="158" y="97"/>
                      <a:pt x="149" y="104"/>
                    </a:cubicBezTo>
                    <a:cubicBezTo>
                      <a:pt x="133" y="118"/>
                      <a:pt x="105" y="98"/>
                      <a:pt x="91" y="91"/>
                    </a:cubicBezTo>
                    <a:cubicBezTo>
                      <a:pt x="70" y="81"/>
                      <a:pt x="48" y="74"/>
                      <a:pt x="23" y="79"/>
                    </a:cubicBezTo>
                    <a:cubicBezTo>
                      <a:pt x="16" y="81"/>
                      <a:pt x="5" y="88"/>
                      <a:pt x="0" y="81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" name="Freeform 1086">
                <a:extLst>
                  <a:ext uri="{FF2B5EF4-FFF2-40B4-BE49-F238E27FC236}">
                    <a16:creationId xmlns:a16="http://schemas.microsoft.com/office/drawing/2014/main" id="{47699304-FC41-4E94-9672-39F7A3908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2182"/>
                <a:ext cx="355" cy="163"/>
              </a:xfrm>
              <a:custGeom>
                <a:avLst/>
                <a:gdLst>
                  <a:gd name="T0" fmla="*/ 0 w 224"/>
                  <a:gd name="T1" fmla="*/ 1022 h 103"/>
                  <a:gd name="T2" fmla="*/ 510 w 224"/>
                  <a:gd name="T3" fmla="*/ 579 h 103"/>
                  <a:gd name="T4" fmla="*/ 1090 w 224"/>
                  <a:gd name="T5" fmla="*/ 250 h 103"/>
                  <a:gd name="T6" fmla="*/ 1577 w 224"/>
                  <a:gd name="T7" fmla="*/ 13 h 103"/>
                  <a:gd name="T8" fmla="*/ 2241 w 224"/>
                  <a:gd name="T9" fmla="*/ 309 h 103"/>
                  <a:gd name="T10" fmla="*/ 1696 w 224"/>
                  <a:gd name="T11" fmla="*/ 250 h 103"/>
                  <a:gd name="T12" fmla="*/ 1250 w 224"/>
                  <a:gd name="T13" fmla="*/ 508 h 103"/>
                  <a:gd name="T14" fmla="*/ 1013 w 224"/>
                  <a:gd name="T15" fmla="*/ 611 h 103"/>
                  <a:gd name="T16" fmla="*/ 753 w 224"/>
                  <a:gd name="T17" fmla="*/ 774 h 103"/>
                  <a:gd name="T18" fmla="*/ 409 w 224"/>
                  <a:gd name="T19" fmla="*/ 734 h 103"/>
                  <a:gd name="T20" fmla="*/ 0 w 224"/>
                  <a:gd name="T21" fmla="*/ 1022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4" h="103">
                    <a:moveTo>
                      <a:pt x="0" y="103"/>
                    </a:moveTo>
                    <a:cubicBezTo>
                      <a:pt x="5" y="78"/>
                      <a:pt x="28" y="66"/>
                      <a:pt x="51" y="58"/>
                    </a:cubicBezTo>
                    <a:cubicBezTo>
                      <a:pt x="72" y="50"/>
                      <a:pt x="91" y="39"/>
                      <a:pt x="109" y="25"/>
                    </a:cubicBezTo>
                    <a:cubicBezTo>
                      <a:pt x="124" y="12"/>
                      <a:pt x="137" y="2"/>
                      <a:pt x="158" y="1"/>
                    </a:cubicBezTo>
                    <a:cubicBezTo>
                      <a:pt x="184" y="0"/>
                      <a:pt x="205" y="14"/>
                      <a:pt x="224" y="31"/>
                    </a:cubicBezTo>
                    <a:cubicBezTo>
                      <a:pt x="209" y="23"/>
                      <a:pt x="186" y="17"/>
                      <a:pt x="170" y="25"/>
                    </a:cubicBezTo>
                    <a:cubicBezTo>
                      <a:pt x="153" y="33"/>
                      <a:pt x="145" y="46"/>
                      <a:pt x="125" y="51"/>
                    </a:cubicBezTo>
                    <a:cubicBezTo>
                      <a:pt x="114" y="53"/>
                      <a:pt x="110" y="55"/>
                      <a:pt x="101" y="61"/>
                    </a:cubicBezTo>
                    <a:cubicBezTo>
                      <a:pt x="93" y="67"/>
                      <a:pt x="86" y="76"/>
                      <a:pt x="75" y="78"/>
                    </a:cubicBezTo>
                    <a:cubicBezTo>
                      <a:pt x="63" y="79"/>
                      <a:pt x="53" y="72"/>
                      <a:pt x="41" y="74"/>
                    </a:cubicBezTo>
                    <a:cubicBezTo>
                      <a:pt x="25" y="75"/>
                      <a:pt x="6" y="93"/>
                      <a:pt x="0" y="103"/>
                    </a:cubicBezTo>
                    <a:close/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" name="Freeform 1087">
                <a:extLst>
                  <a:ext uri="{FF2B5EF4-FFF2-40B4-BE49-F238E27FC236}">
                    <a16:creationId xmlns:a16="http://schemas.microsoft.com/office/drawing/2014/main" id="{951D9A57-DC73-4A32-AB8E-DBD876630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222"/>
                <a:ext cx="80" cy="58"/>
              </a:xfrm>
              <a:custGeom>
                <a:avLst/>
                <a:gdLst>
                  <a:gd name="T0" fmla="*/ 0 w 50"/>
                  <a:gd name="T1" fmla="*/ 332 h 37"/>
                  <a:gd name="T2" fmla="*/ 315 w 50"/>
                  <a:gd name="T3" fmla="*/ 169 h 37"/>
                  <a:gd name="T4" fmla="*/ 525 w 50"/>
                  <a:gd name="T5" fmla="*/ 0 h 37"/>
                  <a:gd name="T6" fmla="*/ 54 w 50"/>
                  <a:gd name="T7" fmla="*/ 33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7">
                    <a:moveTo>
                      <a:pt x="0" y="35"/>
                    </a:moveTo>
                    <a:cubicBezTo>
                      <a:pt x="9" y="28"/>
                      <a:pt x="21" y="25"/>
                      <a:pt x="30" y="18"/>
                    </a:cubicBezTo>
                    <a:cubicBezTo>
                      <a:pt x="37" y="13"/>
                      <a:pt x="43" y="6"/>
                      <a:pt x="50" y="0"/>
                    </a:cubicBezTo>
                    <a:cubicBezTo>
                      <a:pt x="41" y="16"/>
                      <a:pt x="24" y="37"/>
                      <a:pt x="5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" name="Freeform 1088">
                <a:extLst>
                  <a:ext uri="{FF2B5EF4-FFF2-40B4-BE49-F238E27FC236}">
                    <a16:creationId xmlns:a16="http://schemas.microsoft.com/office/drawing/2014/main" id="{89381DD2-DA81-41FB-B963-CBB3F058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218"/>
                <a:ext cx="32" cy="19"/>
              </a:xfrm>
              <a:custGeom>
                <a:avLst/>
                <a:gdLst>
                  <a:gd name="T0" fmla="*/ 86 w 20"/>
                  <a:gd name="T1" fmla="*/ 13 h 12"/>
                  <a:gd name="T2" fmla="*/ 0 w 20"/>
                  <a:gd name="T3" fmla="*/ 120 h 12"/>
                  <a:gd name="T4" fmla="*/ 107 w 2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8" y="1"/>
                    </a:moveTo>
                    <a:cubicBezTo>
                      <a:pt x="4" y="4"/>
                      <a:pt x="1" y="8"/>
                      <a:pt x="0" y="12"/>
                    </a:cubicBezTo>
                    <a:cubicBezTo>
                      <a:pt x="5" y="11"/>
                      <a:pt x="20" y="5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" name="Oval 1089">
                <a:extLst>
                  <a:ext uri="{FF2B5EF4-FFF2-40B4-BE49-F238E27FC236}">
                    <a16:creationId xmlns:a16="http://schemas.microsoft.com/office/drawing/2014/main" id="{DDEB036D-765D-46C5-95C1-170825372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0" y="2296"/>
                <a:ext cx="108" cy="101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49" name="Oval 1090">
                <a:extLst>
                  <a:ext uri="{FF2B5EF4-FFF2-40B4-BE49-F238E27FC236}">
                    <a16:creationId xmlns:a16="http://schemas.microsoft.com/office/drawing/2014/main" id="{CBFF4B82-C80A-4CB5-8F44-E40F1B963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7" y="2274"/>
                <a:ext cx="108" cy="10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50" name="Oval 1091">
                <a:extLst>
                  <a:ext uri="{FF2B5EF4-FFF2-40B4-BE49-F238E27FC236}">
                    <a16:creationId xmlns:a16="http://schemas.microsoft.com/office/drawing/2014/main" id="{99398067-4425-42EA-82AA-E99FD83E8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5" y="2286"/>
                <a:ext cx="108" cy="101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51" name="Freeform 1092">
                <a:extLst>
                  <a:ext uri="{FF2B5EF4-FFF2-40B4-BE49-F238E27FC236}">
                    <a16:creationId xmlns:a16="http://schemas.microsoft.com/office/drawing/2014/main" id="{512CA968-EBBA-4585-83CA-668B6ACEE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310"/>
                <a:ext cx="82" cy="70"/>
              </a:xfrm>
              <a:custGeom>
                <a:avLst/>
                <a:gdLst>
                  <a:gd name="T0" fmla="*/ 0 w 52"/>
                  <a:gd name="T1" fmla="*/ 261 h 44"/>
                  <a:gd name="T2" fmla="*/ 13 w 52"/>
                  <a:gd name="T3" fmla="*/ 326 h 44"/>
                  <a:gd name="T4" fmla="*/ 237 w 52"/>
                  <a:gd name="T5" fmla="*/ 449 h 44"/>
                  <a:gd name="T6" fmla="*/ 505 w 52"/>
                  <a:gd name="T7" fmla="*/ 185 h 44"/>
                  <a:gd name="T8" fmla="*/ 505 w 52"/>
                  <a:gd name="T9" fmla="*/ 121 h 44"/>
                  <a:gd name="T10" fmla="*/ 271 w 52"/>
                  <a:gd name="T11" fmla="*/ 0 h 44"/>
                  <a:gd name="T12" fmla="*/ 0 w 52"/>
                  <a:gd name="T13" fmla="*/ 26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4">
                    <a:moveTo>
                      <a:pt x="0" y="26"/>
                    </a:moveTo>
                    <a:cubicBezTo>
                      <a:pt x="0" y="28"/>
                      <a:pt x="0" y="30"/>
                      <a:pt x="1" y="32"/>
                    </a:cubicBezTo>
                    <a:cubicBezTo>
                      <a:pt x="6" y="39"/>
                      <a:pt x="14" y="44"/>
                      <a:pt x="24" y="44"/>
                    </a:cubicBezTo>
                    <a:cubicBezTo>
                      <a:pt x="40" y="44"/>
                      <a:pt x="52" y="32"/>
                      <a:pt x="52" y="18"/>
                    </a:cubicBezTo>
                    <a:cubicBezTo>
                      <a:pt x="52" y="16"/>
                      <a:pt x="52" y="14"/>
                      <a:pt x="52" y="12"/>
                    </a:cubicBezTo>
                    <a:cubicBezTo>
                      <a:pt x="47" y="5"/>
                      <a:pt x="38" y="0"/>
                      <a:pt x="28" y="0"/>
                    </a:cubicBezTo>
                    <a:cubicBezTo>
                      <a:pt x="13" y="0"/>
                      <a:pt x="0" y="12"/>
                      <a:pt x="0" y="26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" name="Oval 1093">
                <a:extLst>
                  <a:ext uri="{FF2B5EF4-FFF2-40B4-BE49-F238E27FC236}">
                    <a16:creationId xmlns:a16="http://schemas.microsoft.com/office/drawing/2014/main" id="{A8A3DC88-59A4-458E-833E-7786D43A9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2308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53" name="Oval 1094">
                <a:extLst>
                  <a:ext uri="{FF2B5EF4-FFF2-40B4-BE49-F238E27FC236}">
                    <a16:creationId xmlns:a16="http://schemas.microsoft.com/office/drawing/2014/main" id="{56499383-FF7A-4B14-BA68-F667DEA45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0" y="2305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54" name="Freeform 1095">
                <a:extLst>
                  <a:ext uri="{FF2B5EF4-FFF2-40B4-BE49-F238E27FC236}">
                    <a16:creationId xmlns:a16="http://schemas.microsoft.com/office/drawing/2014/main" id="{81A1E325-BCAA-48A7-84C3-E0A96588C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342"/>
                <a:ext cx="60" cy="45"/>
              </a:xfrm>
              <a:custGeom>
                <a:avLst/>
                <a:gdLst>
                  <a:gd name="T0" fmla="*/ 374 w 38"/>
                  <a:gd name="T1" fmla="*/ 0 h 29"/>
                  <a:gd name="T2" fmla="*/ 0 w 38"/>
                  <a:gd name="T3" fmla="*/ 191 h 29"/>
                  <a:gd name="T4" fmla="*/ 374 w 38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32" y="25"/>
                      <a:pt x="13" y="29"/>
                      <a:pt x="0" y="21"/>
                    </a:cubicBezTo>
                    <a:cubicBezTo>
                      <a:pt x="10" y="21"/>
                      <a:pt x="28" y="17"/>
                      <a:pt x="38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" name="Freeform 1096">
                <a:extLst>
                  <a:ext uri="{FF2B5EF4-FFF2-40B4-BE49-F238E27FC236}">
                    <a16:creationId xmlns:a16="http://schemas.microsoft.com/office/drawing/2014/main" id="{C8305C79-9860-44D2-BFBE-2F0F008FB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152"/>
                <a:ext cx="556" cy="379"/>
              </a:xfrm>
              <a:custGeom>
                <a:avLst/>
                <a:gdLst>
                  <a:gd name="T0" fmla="*/ 0 w 351"/>
                  <a:gd name="T1" fmla="*/ 1306 h 240"/>
                  <a:gd name="T2" fmla="*/ 958 w 351"/>
                  <a:gd name="T3" fmla="*/ 1816 h 240"/>
                  <a:gd name="T4" fmla="*/ 2048 w 351"/>
                  <a:gd name="T5" fmla="*/ 2339 h 240"/>
                  <a:gd name="T6" fmla="*/ 3081 w 351"/>
                  <a:gd name="T7" fmla="*/ 1856 h 240"/>
                  <a:gd name="T8" fmla="*/ 3330 w 351"/>
                  <a:gd name="T9" fmla="*/ 1088 h 240"/>
                  <a:gd name="T10" fmla="*/ 2414 w 351"/>
                  <a:gd name="T11" fmla="*/ 202 h 240"/>
                  <a:gd name="T12" fmla="*/ 1625 w 351"/>
                  <a:gd name="T13" fmla="*/ 52 h 240"/>
                  <a:gd name="T14" fmla="*/ 687 w 351"/>
                  <a:gd name="T15" fmla="*/ 625 h 240"/>
                  <a:gd name="T16" fmla="*/ 0 w 351"/>
                  <a:gd name="T17" fmla="*/ 1306 h 2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1" h="240">
                    <a:moveTo>
                      <a:pt x="0" y="133"/>
                    </a:moveTo>
                    <a:cubicBezTo>
                      <a:pt x="0" y="168"/>
                      <a:pt x="44" y="161"/>
                      <a:pt x="96" y="185"/>
                    </a:cubicBezTo>
                    <a:cubicBezTo>
                      <a:pt x="149" y="209"/>
                      <a:pt x="171" y="237"/>
                      <a:pt x="205" y="238"/>
                    </a:cubicBezTo>
                    <a:cubicBezTo>
                      <a:pt x="239" y="240"/>
                      <a:pt x="273" y="232"/>
                      <a:pt x="309" y="189"/>
                    </a:cubicBezTo>
                    <a:cubicBezTo>
                      <a:pt x="345" y="145"/>
                      <a:pt x="351" y="140"/>
                      <a:pt x="334" y="111"/>
                    </a:cubicBezTo>
                    <a:cubicBezTo>
                      <a:pt x="316" y="83"/>
                      <a:pt x="288" y="40"/>
                      <a:pt x="242" y="20"/>
                    </a:cubicBezTo>
                    <a:cubicBezTo>
                      <a:pt x="196" y="0"/>
                      <a:pt x="185" y="1"/>
                      <a:pt x="163" y="5"/>
                    </a:cubicBezTo>
                    <a:cubicBezTo>
                      <a:pt x="140" y="10"/>
                      <a:pt x="107" y="49"/>
                      <a:pt x="69" y="64"/>
                    </a:cubicBezTo>
                    <a:cubicBezTo>
                      <a:pt x="30" y="80"/>
                      <a:pt x="1" y="105"/>
                      <a:pt x="0" y="1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" name="Freeform 1097">
                <a:extLst>
                  <a:ext uri="{FF2B5EF4-FFF2-40B4-BE49-F238E27FC236}">
                    <a16:creationId xmlns:a16="http://schemas.microsoft.com/office/drawing/2014/main" id="{E1B99B0D-5CE0-4DE0-B9FC-A1711D777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2440"/>
                <a:ext cx="474" cy="418"/>
              </a:xfrm>
              <a:custGeom>
                <a:avLst/>
                <a:gdLst>
                  <a:gd name="T0" fmla="*/ 430 w 299"/>
                  <a:gd name="T1" fmla="*/ 150 h 265"/>
                  <a:gd name="T2" fmla="*/ 171 w 299"/>
                  <a:gd name="T3" fmla="*/ 729 h 265"/>
                  <a:gd name="T4" fmla="*/ 82 w 299"/>
                  <a:gd name="T5" fmla="*/ 1973 h 265"/>
                  <a:gd name="T6" fmla="*/ 953 w 299"/>
                  <a:gd name="T7" fmla="*/ 2508 h 265"/>
                  <a:gd name="T8" fmla="*/ 1725 w 299"/>
                  <a:gd name="T9" fmla="*/ 2382 h 265"/>
                  <a:gd name="T10" fmla="*/ 2395 w 299"/>
                  <a:gd name="T11" fmla="*/ 1353 h 265"/>
                  <a:gd name="T12" fmla="*/ 2804 w 299"/>
                  <a:gd name="T13" fmla="*/ 203 h 265"/>
                  <a:gd name="T14" fmla="*/ 1470 w 299"/>
                  <a:gd name="T15" fmla="*/ 35 h 265"/>
                  <a:gd name="T16" fmla="*/ 430 w 299"/>
                  <a:gd name="T17" fmla="*/ 150 h 2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9" h="265">
                    <a:moveTo>
                      <a:pt x="43" y="15"/>
                    </a:moveTo>
                    <a:cubicBezTo>
                      <a:pt x="25" y="29"/>
                      <a:pt x="16" y="41"/>
                      <a:pt x="17" y="75"/>
                    </a:cubicBezTo>
                    <a:cubicBezTo>
                      <a:pt x="19" y="109"/>
                      <a:pt x="0" y="167"/>
                      <a:pt x="8" y="202"/>
                    </a:cubicBezTo>
                    <a:cubicBezTo>
                      <a:pt x="17" y="237"/>
                      <a:pt x="65" y="250"/>
                      <a:pt x="95" y="257"/>
                    </a:cubicBezTo>
                    <a:cubicBezTo>
                      <a:pt x="124" y="265"/>
                      <a:pt x="157" y="258"/>
                      <a:pt x="172" y="244"/>
                    </a:cubicBezTo>
                    <a:cubicBezTo>
                      <a:pt x="187" y="230"/>
                      <a:pt x="205" y="183"/>
                      <a:pt x="239" y="139"/>
                    </a:cubicBezTo>
                    <a:cubicBezTo>
                      <a:pt x="273" y="95"/>
                      <a:pt x="299" y="43"/>
                      <a:pt x="280" y="21"/>
                    </a:cubicBezTo>
                    <a:cubicBezTo>
                      <a:pt x="261" y="0"/>
                      <a:pt x="188" y="8"/>
                      <a:pt x="147" y="4"/>
                    </a:cubicBezTo>
                    <a:cubicBezTo>
                      <a:pt x="107" y="0"/>
                      <a:pt x="62" y="1"/>
                      <a:pt x="43" y="15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" name="Freeform 1098">
                <a:extLst>
                  <a:ext uri="{FF2B5EF4-FFF2-40B4-BE49-F238E27FC236}">
                    <a16:creationId xmlns:a16="http://schemas.microsoft.com/office/drawing/2014/main" id="{60B91678-2A48-4D3E-B654-0BC969A0C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2473"/>
                <a:ext cx="403" cy="368"/>
              </a:xfrm>
              <a:custGeom>
                <a:avLst/>
                <a:gdLst>
                  <a:gd name="T0" fmla="*/ 0 w 254"/>
                  <a:gd name="T1" fmla="*/ 1796 h 233"/>
                  <a:gd name="T2" fmla="*/ 960 w 254"/>
                  <a:gd name="T3" fmla="*/ 2252 h 233"/>
                  <a:gd name="T4" fmla="*/ 1729 w 254"/>
                  <a:gd name="T5" fmla="*/ 1598 h 233"/>
                  <a:gd name="T6" fmla="*/ 2313 w 254"/>
                  <a:gd name="T7" fmla="*/ 689 h 233"/>
                  <a:gd name="T8" fmla="*/ 2505 w 254"/>
                  <a:gd name="T9" fmla="*/ 205 h 233"/>
                  <a:gd name="T10" fmla="*/ 2009 w 254"/>
                  <a:gd name="T11" fmla="*/ 21 h 233"/>
                  <a:gd name="T12" fmla="*/ 2213 w 254"/>
                  <a:gd name="T13" fmla="*/ 237 h 233"/>
                  <a:gd name="T14" fmla="*/ 2009 w 254"/>
                  <a:gd name="T15" fmla="*/ 599 h 233"/>
                  <a:gd name="T16" fmla="*/ 1493 w 254"/>
                  <a:gd name="T17" fmla="*/ 922 h 233"/>
                  <a:gd name="T18" fmla="*/ 1279 w 254"/>
                  <a:gd name="T19" fmla="*/ 1344 h 233"/>
                  <a:gd name="T20" fmla="*/ 844 w 254"/>
                  <a:gd name="T21" fmla="*/ 1224 h 233"/>
                  <a:gd name="T22" fmla="*/ 682 w 254"/>
                  <a:gd name="T23" fmla="*/ 1748 h 233"/>
                  <a:gd name="T24" fmla="*/ 13 w 254"/>
                  <a:gd name="T25" fmla="*/ 1782 h 2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4" h="233">
                    <a:moveTo>
                      <a:pt x="0" y="183"/>
                    </a:moveTo>
                    <a:cubicBezTo>
                      <a:pt x="21" y="214"/>
                      <a:pt x="60" y="225"/>
                      <a:pt x="95" y="229"/>
                    </a:cubicBezTo>
                    <a:cubicBezTo>
                      <a:pt x="137" y="233"/>
                      <a:pt x="151" y="192"/>
                      <a:pt x="172" y="163"/>
                    </a:cubicBezTo>
                    <a:cubicBezTo>
                      <a:pt x="193" y="133"/>
                      <a:pt x="215" y="103"/>
                      <a:pt x="230" y="70"/>
                    </a:cubicBezTo>
                    <a:cubicBezTo>
                      <a:pt x="236" y="57"/>
                      <a:pt x="254" y="38"/>
                      <a:pt x="249" y="21"/>
                    </a:cubicBezTo>
                    <a:cubicBezTo>
                      <a:pt x="245" y="6"/>
                      <a:pt x="214" y="0"/>
                      <a:pt x="200" y="2"/>
                    </a:cubicBezTo>
                    <a:cubicBezTo>
                      <a:pt x="209" y="10"/>
                      <a:pt x="218" y="12"/>
                      <a:pt x="220" y="24"/>
                    </a:cubicBezTo>
                    <a:cubicBezTo>
                      <a:pt x="223" y="39"/>
                      <a:pt x="212" y="54"/>
                      <a:pt x="200" y="61"/>
                    </a:cubicBezTo>
                    <a:cubicBezTo>
                      <a:pt x="185" y="71"/>
                      <a:pt x="157" y="77"/>
                      <a:pt x="149" y="94"/>
                    </a:cubicBezTo>
                    <a:cubicBezTo>
                      <a:pt x="141" y="110"/>
                      <a:pt x="144" y="126"/>
                      <a:pt x="127" y="137"/>
                    </a:cubicBezTo>
                    <a:cubicBezTo>
                      <a:pt x="111" y="148"/>
                      <a:pt x="96" y="136"/>
                      <a:pt x="84" y="125"/>
                    </a:cubicBezTo>
                    <a:cubicBezTo>
                      <a:pt x="88" y="142"/>
                      <a:pt x="80" y="167"/>
                      <a:pt x="68" y="178"/>
                    </a:cubicBezTo>
                    <a:cubicBezTo>
                      <a:pt x="51" y="194"/>
                      <a:pt x="17" y="194"/>
                      <a:pt x="1" y="181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" name="Freeform 1099">
                <a:extLst>
                  <a:ext uri="{FF2B5EF4-FFF2-40B4-BE49-F238E27FC236}">
                    <a16:creationId xmlns:a16="http://schemas.microsoft.com/office/drawing/2014/main" id="{AAFA3381-43CB-42A5-8C4D-7B908E02E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2436"/>
                <a:ext cx="283" cy="256"/>
              </a:xfrm>
              <a:custGeom>
                <a:avLst/>
                <a:gdLst>
                  <a:gd name="T0" fmla="*/ 13 w 179"/>
                  <a:gd name="T1" fmla="*/ 1598 h 162"/>
                  <a:gd name="T2" fmla="*/ 108 w 179"/>
                  <a:gd name="T3" fmla="*/ 1239 h 162"/>
                  <a:gd name="T4" fmla="*/ 130 w 179"/>
                  <a:gd name="T5" fmla="*/ 883 h 162"/>
                  <a:gd name="T6" fmla="*/ 345 w 179"/>
                  <a:gd name="T7" fmla="*/ 292 h 162"/>
                  <a:gd name="T8" fmla="*/ 1768 w 179"/>
                  <a:gd name="T9" fmla="*/ 258 h 162"/>
                  <a:gd name="T10" fmla="*/ 545 w 179"/>
                  <a:gd name="T11" fmla="*/ 550 h 162"/>
                  <a:gd name="T12" fmla="*/ 305 w 179"/>
                  <a:gd name="T13" fmla="*/ 947 h 162"/>
                  <a:gd name="T14" fmla="*/ 175 w 179"/>
                  <a:gd name="T15" fmla="*/ 115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9" h="162">
                    <a:moveTo>
                      <a:pt x="1" y="162"/>
                    </a:moveTo>
                    <a:cubicBezTo>
                      <a:pt x="0" y="151"/>
                      <a:pt x="8" y="137"/>
                      <a:pt x="11" y="126"/>
                    </a:cubicBezTo>
                    <a:cubicBezTo>
                      <a:pt x="13" y="114"/>
                      <a:pt x="13" y="102"/>
                      <a:pt x="13" y="90"/>
                    </a:cubicBezTo>
                    <a:cubicBezTo>
                      <a:pt x="15" y="66"/>
                      <a:pt x="14" y="45"/>
                      <a:pt x="35" y="30"/>
                    </a:cubicBezTo>
                    <a:cubicBezTo>
                      <a:pt x="79" y="0"/>
                      <a:pt x="132" y="31"/>
                      <a:pt x="179" y="26"/>
                    </a:cubicBezTo>
                    <a:cubicBezTo>
                      <a:pt x="138" y="39"/>
                      <a:pt x="88" y="25"/>
                      <a:pt x="55" y="56"/>
                    </a:cubicBezTo>
                    <a:cubicBezTo>
                      <a:pt x="43" y="67"/>
                      <a:pt x="42" y="83"/>
                      <a:pt x="31" y="96"/>
                    </a:cubicBezTo>
                    <a:cubicBezTo>
                      <a:pt x="26" y="102"/>
                      <a:pt x="16" y="110"/>
                      <a:pt x="18" y="117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" name="Freeform 1100">
                <a:extLst>
                  <a:ext uri="{FF2B5EF4-FFF2-40B4-BE49-F238E27FC236}">
                    <a16:creationId xmlns:a16="http://schemas.microsoft.com/office/drawing/2014/main" id="{BF869895-A7CF-4056-8043-F10A74B4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477"/>
                <a:ext cx="41" cy="48"/>
              </a:xfrm>
              <a:custGeom>
                <a:avLst/>
                <a:gdLst>
                  <a:gd name="T0" fmla="*/ 255 w 26"/>
                  <a:gd name="T1" fmla="*/ 34 h 30"/>
                  <a:gd name="T2" fmla="*/ 33 w 26"/>
                  <a:gd name="T3" fmla="*/ 315 h 30"/>
                  <a:gd name="T4" fmla="*/ 185 w 26"/>
                  <a:gd name="T5" fmla="*/ 189 h 30"/>
                  <a:gd name="T6" fmla="*/ 224 w 26"/>
                  <a:gd name="T7" fmla="*/ 6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0">
                    <a:moveTo>
                      <a:pt x="26" y="3"/>
                    </a:moveTo>
                    <a:cubicBezTo>
                      <a:pt x="11" y="0"/>
                      <a:pt x="0" y="16"/>
                      <a:pt x="3" y="30"/>
                    </a:cubicBezTo>
                    <a:cubicBezTo>
                      <a:pt x="5" y="21"/>
                      <a:pt x="9" y="13"/>
                      <a:pt x="19" y="18"/>
                    </a:cubicBezTo>
                    <a:cubicBezTo>
                      <a:pt x="19" y="14"/>
                      <a:pt x="20" y="9"/>
                      <a:pt x="2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" name="Freeform 1101">
                <a:extLst>
                  <a:ext uri="{FF2B5EF4-FFF2-40B4-BE49-F238E27FC236}">
                    <a16:creationId xmlns:a16="http://schemas.microsoft.com/office/drawing/2014/main" id="{EC0050FA-F022-4C45-B722-E6C6EBF5F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2476"/>
                <a:ext cx="16" cy="17"/>
              </a:xfrm>
              <a:custGeom>
                <a:avLst/>
                <a:gdLst>
                  <a:gd name="T0" fmla="*/ 54 w 10"/>
                  <a:gd name="T1" fmla="*/ 0 h 11"/>
                  <a:gd name="T2" fmla="*/ 13 w 10"/>
                  <a:gd name="T3" fmla="*/ 96 h 11"/>
                  <a:gd name="T4" fmla="*/ 107 w 10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cubicBezTo>
                      <a:pt x="1" y="3"/>
                      <a:pt x="0" y="7"/>
                      <a:pt x="1" y="11"/>
                    </a:cubicBezTo>
                    <a:cubicBezTo>
                      <a:pt x="6" y="10"/>
                      <a:pt x="9" y="7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" name="Freeform 1102">
                <a:extLst>
                  <a:ext uri="{FF2B5EF4-FFF2-40B4-BE49-F238E27FC236}">
                    <a16:creationId xmlns:a16="http://schemas.microsoft.com/office/drawing/2014/main" id="{28837ED4-A42F-4EAC-BF73-0E5DE260B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526"/>
                <a:ext cx="16" cy="8"/>
              </a:xfrm>
              <a:custGeom>
                <a:avLst/>
                <a:gdLst>
                  <a:gd name="T0" fmla="*/ 0 w 10"/>
                  <a:gd name="T1" fmla="*/ 54 h 5"/>
                  <a:gd name="T2" fmla="*/ 107 w 10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3" y="1"/>
                      <a:pt x="6" y="0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" name="Oval 1103">
                <a:extLst>
                  <a:ext uri="{FF2B5EF4-FFF2-40B4-BE49-F238E27FC236}">
                    <a16:creationId xmlns:a16="http://schemas.microsoft.com/office/drawing/2014/main" id="{4B53E884-9173-4084-9B13-18C0CFCC8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90"/>
                <a:ext cx="117" cy="109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63" name="Oval 1104">
                <a:extLst>
                  <a:ext uri="{FF2B5EF4-FFF2-40B4-BE49-F238E27FC236}">
                    <a16:creationId xmlns:a16="http://schemas.microsoft.com/office/drawing/2014/main" id="{6705DC01-E10F-40A1-BA8D-54D484C67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7" y="2566"/>
                <a:ext cx="116" cy="10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64" name="Oval 1105">
                <a:extLst>
                  <a:ext uri="{FF2B5EF4-FFF2-40B4-BE49-F238E27FC236}">
                    <a16:creationId xmlns:a16="http://schemas.microsoft.com/office/drawing/2014/main" id="{37F73587-E9ED-40B4-89F1-B5B29668E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3" y="2579"/>
                <a:ext cx="118" cy="110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65" name="Freeform 1106">
                <a:extLst>
                  <a:ext uri="{FF2B5EF4-FFF2-40B4-BE49-F238E27FC236}">
                    <a16:creationId xmlns:a16="http://schemas.microsoft.com/office/drawing/2014/main" id="{7A559E43-0A06-42C6-84C9-5860CECDE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2605"/>
                <a:ext cx="89" cy="76"/>
              </a:xfrm>
              <a:custGeom>
                <a:avLst/>
                <a:gdLst>
                  <a:gd name="T0" fmla="*/ 0 w 56"/>
                  <a:gd name="T1" fmla="*/ 279 h 48"/>
                  <a:gd name="T2" fmla="*/ 0 w 56"/>
                  <a:gd name="T3" fmla="*/ 347 h 48"/>
                  <a:gd name="T4" fmla="*/ 261 w 56"/>
                  <a:gd name="T5" fmla="*/ 477 h 48"/>
                  <a:gd name="T6" fmla="*/ 566 w 56"/>
                  <a:gd name="T7" fmla="*/ 190 h 48"/>
                  <a:gd name="T8" fmla="*/ 553 w 56"/>
                  <a:gd name="T9" fmla="*/ 130 h 48"/>
                  <a:gd name="T10" fmla="*/ 305 w 56"/>
                  <a:gd name="T11" fmla="*/ 0 h 48"/>
                  <a:gd name="T12" fmla="*/ 0 w 56"/>
                  <a:gd name="T13" fmla="*/ 279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48">
                    <a:moveTo>
                      <a:pt x="0" y="28"/>
                    </a:moveTo>
                    <a:cubicBezTo>
                      <a:pt x="0" y="31"/>
                      <a:pt x="0" y="33"/>
                      <a:pt x="0" y="35"/>
                    </a:cubicBezTo>
                    <a:cubicBezTo>
                      <a:pt x="6" y="42"/>
                      <a:pt x="15" y="48"/>
                      <a:pt x="26" y="48"/>
                    </a:cubicBezTo>
                    <a:cubicBezTo>
                      <a:pt x="43" y="48"/>
                      <a:pt x="56" y="35"/>
                      <a:pt x="56" y="19"/>
                    </a:cubicBezTo>
                    <a:cubicBezTo>
                      <a:pt x="56" y="17"/>
                      <a:pt x="56" y="15"/>
                      <a:pt x="55" y="13"/>
                    </a:cubicBezTo>
                    <a:cubicBezTo>
                      <a:pt x="50" y="5"/>
                      <a:pt x="41" y="0"/>
                      <a:pt x="30" y="0"/>
                    </a:cubicBezTo>
                    <a:cubicBezTo>
                      <a:pt x="13" y="0"/>
                      <a:pt x="0" y="13"/>
                      <a:pt x="0" y="28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" name="Oval 1107">
                <a:extLst>
                  <a:ext uri="{FF2B5EF4-FFF2-40B4-BE49-F238E27FC236}">
                    <a16:creationId xmlns:a16="http://schemas.microsoft.com/office/drawing/2014/main" id="{69519E5B-D5D9-415C-BBBE-528E3A8CA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60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67" name="Oval 1108">
                <a:extLst>
                  <a:ext uri="{FF2B5EF4-FFF2-40B4-BE49-F238E27FC236}">
                    <a16:creationId xmlns:a16="http://schemas.microsoft.com/office/drawing/2014/main" id="{52C43388-365C-4CB3-A2D2-F675BF6C4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2" y="2599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68" name="Freeform 1109">
                <a:extLst>
                  <a:ext uri="{FF2B5EF4-FFF2-40B4-BE49-F238E27FC236}">
                    <a16:creationId xmlns:a16="http://schemas.microsoft.com/office/drawing/2014/main" id="{075C24A5-D4CD-49FA-A3D0-93C08D58E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" y="2640"/>
                <a:ext cx="65" cy="49"/>
              </a:xfrm>
              <a:custGeom>
                <a:avLst/>
                <a:gdLst>
                  <a:gd name="T0" fmla="*/ 409 w 41"/>
                  <a:gd name="T1" fmla="*/ 0 h 31"/>
                  <a:gd name="T2" fmla="*/ 0 w 41"/>
                  <a:gd name="T3" fmla="*/ 224 h 31"/>
                  <a:gd name="T4" fmla="*/ 409 w 41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1">
                    <a:moveTo>
                      <a:pt x="41" y="0"/>
                    </a:moveTo>
                    <a:cubicBezTo>
                      <a:pt x="34" y="27"/>
                      <a:pt x="14" y="31"/>
                      <a:pt x="0" y="23"/>
                    </a:cubicBezTo>
                    <a:cubicBezTo>
                      <a:pt x="10" y="22"/>
                      <a:pt x="30" y="18"/>
                      <a:pt x="41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" name="Freeform 1110">
                <a:extLst>
                  <a:ext uri="{FF2B5EF4-FFF2-40B4-BE49-F238E27FC236}">
                    <a16:creationId xmlns:a16="http://schemas.microsoft.com/office/drawing/2014/main" id="{D79B53AE-AD0F-4709-9F59-46F29207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2440"/>
                <a:ext cx="474" cy="418"/>
              </a:xfrm>
              <a:custGeom>
                <a:avLst/>
                <a:gdLst>
                  <a:gd name="T0" fmla="*/ 430 w 299"/>
                  <a:gd name="T1" fmla="*/ 150 h 265"/>
                  <a:gd name="T2" fmla="*/ 171 w 299"/>
                  <a:gd name="T3" fmla="*/ 729 h 265"/>
                  <a:gd name="T4" fmla="*/ 82 w 299"/>
                  <a:gd name="T5" fmla="*/ 1973 h 265"/>
                  <a:gd name="T6" fmla="*/ 953 w 299"/>
                  <a:gd name="T7" fmla="*/ 2508 h 265"/>
                  <a:gd name="T8" fmla="*/ 1725 w 299"/>
                  <a:gd name="T9" fmla="*/ 2382 h 265"/>
                  <a:gd name="T10" fmla="*/ 2395 w 299"/>
                  <a:gd name="T11" fmla="*/ 1353 h 265"/>
                  <a:gd name="T12" fmla="*/ 2804 w 299"/>
                  <a:gd name="T13" fmla="*/ 203 h 265"/>
                  <a:gd name="T14" fmla="*/ 1470 w 299"/>
                  <a:gd name="T15" fmla="*/ 35 h 265"/>
                  <a:gd name="T16" fmla="*/ 430 w 299"/>
                  <a:gd name="T17" fmla="*/ 150 h 2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9" h="265">
                    <a:moveTo>
                      <a:pt x="43" y="15"/>
                    </a:moveTo>
                    <a:cubicBezTo>
                      <a:pt x="25" y="29"/>
                      <a:pt x="16" y="41"/>
                      <a:pt x="17" y="75"/>
                    </a:cubicBezTo>
                    <a:cubicBezTo>
                      <a:pt x="19" y="109"/>
                      <a:pt x="0" y="167"/>
                      <a:pt x="8" y="202"/>
                    </a:cubicBezTo>
                    <a:cubicBezTo>
                      <a:pt x="17" y="237"/>
                      <a:pt x="65" y="250"/>
                      <a:pt x="95" y="257"/>
                    </a:cubicBezTo>
                    <a:cubicBezTo>
                      <a:pt x="124" y="265"/>
                      <a:pt x="157" y="258"/>
                      <a:pt x="172" y="244"/>
                    </a:cubicBezTo>
                    <a:cubicBezTo>
                      <a:pt x="187" y="230"/>
                      <a:pt x="205" y="183"/>
                      <a:pt x="239" y="139"/>
                    </a:cubicBezTo>
                    <a:cubicBezTo>
                      <a:pt x="273" y="95"/>
                      <a:pt x="299" y="43"/>
                      <a:pt x="280" y="21"/>
                    </a:cubicBezTo>
                    <a:cubicBezTo>
                      <a:pt x="261" y="0"/>
                      <a:pt x="188" y="8"/>
                      <a:pt x="147" y="4"/>
                    </a:cubicBezTo>
                    <a:cubicBezTo>
                      <a:pt x="107" y="0"/>
                      <a:pt x="62" y="1"/>
                      <a:pt x="43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" name="Freeform 1111">
                <a:extLst>
                  <a:ext uri="{FF2B5EF4-FFF2-40B4-BE49-F238E27FC236}">
                    <a16:creationId xmlns:a16="http://schemas.microsoft.com/office/drawing/2014/main" id="{783DA3BA-FB84-4BF2-BAF3-38C5E0B13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2503"/>
                <a:ext cx="363" cy="515"/>
              </a:xfrm>
              <a:custGeom>
                <a:avLst/>
                <a:gdLst>
                  <a:gd name="T0" fmla="*/ 1912 w 229"/>
                  <a:gd name="T1" fmla="*/ 169 h 326"/>
                  <a:gd name="T2" fmla="*/ 2172 w 229"/>
                  <a:gd name="T3" fmla="*/ 1278 h 326"/>
                  <a:gd name="T4" fmla="*/ 2156 w 229"/>
                  <a:gd name="T5" fmla="*/ 2393 h 326"/>
                  <a:gd name="T6" fmla="*/ 2156 w 229"/>
                  <a:gd name="T7" fmla="*/ 3073 h 326"/>
                  <a:gd name="T8" fmla="*/ 940 w 229"/>
                  <a:gd name="T9" fmla="*/ 2836 h 326"/>
                  <a:gd name="T10" fmla="*/ 63 w 229"/>
                  <a:gd name="T11" fmla="*/ 2106 h 326"/>
                  <a:gd name="T12" fmla="*/ 872 w 229"/>
                  <a:gd name="T13" fmla="*/ 851 h 326"/>
                  <a:gd name="T14" fmla="*/ 1912 w 229"/>
                  <a:gd name="T15" fmla="*/ 169 h 3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9" h="326">
                    <a:moveTo>
                      <a:pt x="191" y="17"/>
                    </a:moveTo>
                    <a:cubicBezTo>
                      <a:pt x="224" y="29"/>
                      <a:pt x="229" y="61"/>
                      <a:pt x="217" y="130"/>
                    </a:cubicBezTo>
                    <a:cubicBezTo>
                      <a:pt x="205" y="198"/>
                      <a:pt x="204" y="209"/>
                      <a:pt x="215" y="243"/>
                    </a:cubicBezTo>
                    <a:cubicBezTo>
                      <a:pt x="227" y="277"/>
                      <a:pt x="227" y="298"/>
                      <a:pt x="215" y="312"/>
                    </a:cubicBezTo>
                    <a:cubicBezTo>
                      <a:pt x="202" y="326"/>
                      <a:pt x="148" y="321"/>
                      <a:pt x="94" y="288"/>
                    </a:cubicBezTo>
                    <a:cubicBezTo>
                      <a:pt x="40" y="255"/>
                      <a:pt x="0" y="241"/>
                      <a:pt x="6" y="214"/>
                    </a:cubicBezTo>
                    <a:cubicBezTo>
                      <a:pt x="13" y="188"/>
                      <a:pt x="57" y="120"/>
                      <a:pt x="87" y="87"/>
                    </a:cubicBezTo>
                    <a:cubicBezTo>
                      <a:pt x="118" y="54"/>
                      <a:pt x="153" y="0"/>
                      <a:pt x="191" y="17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" name="Freeform 1112">
                <a:extLst>
                  <a:ext uri="{FF2B5EF4-FFF2-40B4-BE49-F238E27FC236}">
                    <a16:creationId xmlns:a16="http://schemas.microsoft.com/office/drawing/2014/main" id="{17B0F37D-A6F3-474F-BECE-666F52DDC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2560"/>
                <a:ext cx="288" cy="434"/>
              </a:xfrm>
              <a:custGeom>
                <a:avLst/>
                <a:gdLst>
                  <a:gd name="T0" fmla="*/ 0 w 182"/>
                  <a:gd name="T1" fmla="*/ 1985 h 275"/>
                  <a:gd name="T2" fmla="*/ 1225 w 182"/>
                  <a:gd name="T3" fmla="*/ 2637 h 275"/>
                  <a:gd name="T4" fmla="*/ 1586 w 182"/>
                  <a:gd name="T5" fmla="*/ 2672 h 275"/>
                  <a:gd name="T6" fmla="*/ 1768 w 182"/>
                  <a:gd name="T7" fmla="*/ 2318 h 275"/>
                  <a:gd name="T8" fmla="*/ 1628 w 182"/>
                  <a:gd name="T9" fmla="*/ 1706 h 275"/>
                  <a:gd name="T10" fmla="*/ 1720 w 182"/>
                  <a:gd name="T11" fmla="*/ 1136 h 275"/>
                  <a:gd name="T12" fmla="*/ 1796 w 182"/>
                  <a:gd name="T13" fmla="*/ 590 h 275"/>
                  <a:gd name="T14" fmla="*/ 1617 w 182"/>
                  <a:gd name="T15" fmla="*/ 0 h 275"/>
                  <a:gd name="T16" fmla="*/ 1676 w 182"/>
                  <a:gd name="T17" fmla="*/ 440 h 275"/>
                  <a:gd name="T18" fmla="*/ 1400 w 182"/>
                  <a:gd name="T19" fmla="*/ 1081 h 275"/>
                  <a:gd name="T20" fmla="*/ 1002 w 182"/>
                  <a:gd name="T21" fmla="*/ 1300 h 275"/>
                  <a:gd name="T22" fmla="*/ 1059 w 182"/>
                  <a:gd name="T23" fmla="*/ 1624 h 275"/>
                  <a:gd name="T24" fmla="*/ 891 w 182"/>
                  <a:gd name="T25" fmla="*/ 1774 h 275"/>
                  <a:gd name="T26" fmla="*/ 646 w 182"/>
                  <a:gd name="T27" fmla="*/ 1741 h 275"/>
                  <a:gd name="T28" fmla="*/ 783 w 182"/>
                  <a:gd name="T29" fmla="*/ 1917 h 275"/>
                  <a:gd name="T30" fmla="*/ 666 w 182"/>
                  <a:gd name="T31" fmla="*/ 2202 h 275"/>
                  <a:gd name="T32" fmla="*/ 33 w 182"/>
                  <a:gd name="T33" fmla="*/ 2034 h 2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2" h="275">
                    <a:moveTo>
                      <a:pt x="0" y="203"/>
                    </a:moveTo>
                    <a:cubicBezTo>
                      <a:pt x="34" y="231"/>
                      <a:pt x="79" y="259"/>
                      <a:pt x="123" y="269"/>
                    </a:cubicBezTo>
                    <a:cubicBezTo>
                      <a:pt x="133" y="271"/>
                      <a:pt x="150" y="275"/>
                      <a:pt x="160" y="273"/>
                    </a:cubicBezTo>
                    <a:cubicBezTo>
                      <a:pt x="176" y="272"/>
                      <a:pt x="180" y="251"/>
                      <a:pt x="178" y="237"/>
                    </a:cubicBezTo>
                    <a:cubicBezTo>
                      <a:pt x="176" y="215"/>
                      <a:pt x="165" y="196"/>
                      <a:pt x="164" y="174"/>
                    </a:cubicBezTo>
                    <a:cubicBezTo>
                      <a:pt x="164" y="154"/>
                      <a:pt x="169" y="135"/>
                      <a:pt x="173" y="116"/>
                    </a:cubicBezTo>
                    <a:cubicBezTo>
                      <a:pt x="176" y="98"/>
                      <a:pt x="179" y="79"/>
                      <a:pt x="181" y="60"/>
                    </a:cubicBezTo>
                    <a:cubicBezTo>
                      <a:pt x="182" y="47"/>
                      <a:pt x="182" y="3"/>
                      <a:pt x="163" y="0"/>
                    </a:cubicBezTo>
                    <a:cubicBezTo>
                      <a:pt x="167" y="17"/>
                      <a:pt x="173" y="26"/>
                      <a:pt x="169" y="45"/>
                    </a:cubicBezTo>
                    <a:cubicBezTo>
                      <a:pt x="164" y="67"/>
                      <a:pt x="155" y="93"/>
                      <a:pt x="141" y="110"/>
                    </a:cubicBezTo>
                    <a:cubicBezTo>
                      <a:pt x="131" y="122"/>
                      <a:pt x="114" y="126"/>
                      <a:pt x="101" y="133"/>
                    </a:cubicBezTo>
                    <a:cubicBezTo>
                      <a:pt x="111" y="145"/>
                      <a:pt x="116" y="151"/>
                      <a:pt x="107" y="166"/>
                    </a:cubicBezTo>
                    <a:cubicBezTo>
                      <a:pt x="104" y="172"/>
                      <a:pt x="97" y="179"/>
                      <a:pt x="90" y="181"/>
                    </a:cubicBezTo>
                    <a:cubicBezTo>
                      <a:pt x="81" y="184"/>
                      <a:pt x="74" y="177"/>
                      <a:pt x="65" y="178"/>
                    </a:cubicBezTo>
                    <a:cubicBezTo>
                      <a:pt x="68" y="185"/>
                      <a:pt x="77" y="188"/>
                      <a:pt x="79" y="196"/>
                    </a:cubicBezTo>
                    <a:cubicBezTo>
                      <a:pt x="84" y="208"/>
                      <a:pt x="79" y="221"/>
                      <a:pt x="67" y="225"/>
                    </a:cubicBezTo>
                    <a:cubicBezTo>
                      <a:pt x="46" y="232"/>
                      <a:pt x="20" y="215"/>
                      <a:pt x="3" y="208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" name="Freeform 1113">
                <a:extLst>
                  <a:ext uri="{FF2B5EF4-FFF2-40B4-BE49-F238E27FC236}">
                    <a16:creationId xmlns:a16="http://schemas.microsoft.com/office/drawing/2014/main" id="{B0E5E3E0-A437-458D-B60D-DB8E71DC8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2538"/>
                <a:ext cx="219" cy="219"/>
              </a:xfrm>
              <a:custGeom>
                <a:avLst/>
                <a:gdLst>
                  <a:gd name="T0" fmla="*/ 0 w 138"/>
                  <a:gd name="T1" fmla="*/ 1350 h 139"/>
                  <a:gd name="T2" fmla="*/ 673 w 138"/>
                  <a:gd name="T3" fmla="*/ 523 h 139"/>
                  <a:gd name="T4" fmla="*/ 995 w 138"/>
                  <a:gd name="T5" fmla="*/ 195 h 139"/>
                  <a:gd name="T6" fmla="*/ 1390 w 138"/>
                  <a:gd name="T7" fmla="*/ 117 h 139"/>
                  <a:gd name="T8" fmla="*/ 944 w 138"/>
                  <a:gd name="T9" fmla="*/ 759 h 139"/>
                  <a:gd name="T10" fmla="*/ 476 w 138"/>
                  <a:gd name="T11" fmla="*/ 911 h 139"/>
                  <a:gd name="T12" fmla="*/ 192 w 138"/>
                  <a:gd name="T13" fmla="*/ 1109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139">
                    <a:moveTo>
                      <a:pt x="0" y="139"/>
                    </a:moveTo>
                    <a:cubicBezTo>
                      <a:pt x="9" y="106"/>
                      <a:pt x="45" y="79"/>
                      <a:pt x="67" y="54"/>
                    </a:cubicBezTo>
                    <a:cubicBezTo>
                      <a:pt x="78" y="43"/>
                      <a:pt x="87" y="30"/>
                      <a:pt x="99" y="20"/>
                    </a:cubicBezTo>
                    <a:cubicBezTo>
                      <a:pt x="107" y="13"/>
                      <a:pt x="131" y="0"/>
                      <a:pt x="138" y="12"/>
                    </a:cubicBezTo>
                    <a:cubicBezTo>
                      <a:pt x="107" y="10"/>
                      <a:pt x="110" y="63"/>
                      <a:pt x="94" y="78"/>
                    </a:cubicBezTo>
                    <a:cubicBezTo>
                      <a:pt x="84" y="88"/>
                      <a:pt x="61" y="86"/>
                      <a:pt x="47" y="94"/>
                    </a:cubicBezTo>
                    <a:cubicBezTo>
                      <a:pt x="38" y="99"/>
                      <a:pt x="27" y="105"/>
                      <a:pt x="19" y="114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" name="Freeform 1114">
                <a:extLst>
                  <a:ext uri="{FF2B5EF4-FFF2-40B4-BE49-F238E27FC236}">
                    <a16:creationId xmlns:a16="http://schemas.microsoft.com/office/drawing/2014/main" id="{7DF5A495-7A4C-48B6-B56C-81BBFFE96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596"/>
                <a:ext cx="57" cy="57"/>
              </a:xfrm>
              <a:custGeom>
                <a:avLst/>
                <a:gdLst>
                  <a:gd name="T0" fmla="*/ 358 w 36"/>
                  <a:gd name="T1" fmla="*/ 0 h 36"/>
                  <a:gd name="T2" fmla="*/ 184 w 36"/>
                  <a:gd name="T3" fmla="*/ 203 h 36"/>
                  <a:gd name="T4" fmla="*/ 0 w 36"/>
                  <a:gd name="T5" fmla="*/ 358 h 36"/>
                  <a:gd name="T6" fmla="*/ 271 w 36"/>
                  <a:gd name="T7" fmla="*/ 226 h 36"/>
                  <a:gd name="T8" fmla="*/ 347 w 36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6" y="0"/>
                    </a:moveTo>
                    <a:cubicBezTo>
                      <a:pt x="29" y="5"/>
                      <a:pt x="25" y="14"/>
                      <a:pt x="18" y="20"/>
                    </a:cubicBezTo>
                    <a:cubicBezTo>
                      <a:pt x="12" y="25"/>
                      <a:pt x="5" y="30"/>
                      <a:pt x="0" y="36"/>
                    </a:cubicBezTo>
                    <a:cubicBezTo>
                      <a:pt x="7" y="31"/>
                      <a:pt x="21" y="29"/>
                      <a:pt x="27" y="23"/>
                    </a:cubicBezTo>
                    <a:cubicBezTo>
                      <a:pt x="33" y="17"/>
                      <a:pt x="29" y="7"/>
                      <a:pt x="3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" name="Freeform 1115">
                <a:extLst>
                  <a:ext uri="{FF2B5EF4-FFF2-40B4-BE49-F238E27FC236}">
                    <a16:creationId xmlns:a16="http://schemas.microsoft.com/office/drawing/2014/main" id="{092D171F-D53A-4BA2-9352-2C98C19E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582"/>
                <a:ext cx="14" cy="14"/>
              </a:xfrm>
              <a:custGeom>
                <a:avLst/>
                <a:gdLst>
                  <a:gd name="T0" fmla="*/ 30 w 9"/>
                  <a:gd name="T1" fmla="*/ 0 h 9"/>
                  <a:gd name="T2" fmla="*/ 19 w 9"/>
                  <a:gd name="T3" fmla="*/ 82 h 9"/>
                  <a:gd name="T4" fmla="*/ 62 w 9"/>
                  <a:gd name="T5" fmla="*/ 1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1" y="3"/>
                      <a:pt x="0" y="6"/>
                      <a:pt x="2" y="9"/>
                    </a:cubicBezTo>
                    <a:cubicBezTo>
                      <a:pt x="7" y="9"/>
                      <a:pt x="9" y="6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" name="Freeform 1116">
                <a:extLst>
                  <a:ext uri="{FF2B5EF4-FFF2-40B4-BE49-F238E27FC236}">
                    <a16:creationId xmlns:a16="http://schemas.microsoft.com/office/drawing/2014/main" id="{8CCAA7F2-6EC3-487F-9188-371624AB5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656"/>
                <a:ext cx="14" cy="13"/>
              </a:xfrm>
              <a:custGeom>
                <a:avLst/>
                <a:gdLst>
                  <a:gd name="T0" fmla="*/ 0 w 9"/>
                  <a:gd name="T1" fmla="*/ 47 h 8"/>
                  <a:gd name="T2" fmla="*/ 73 w 9"/>
                  <a:gd name="T3" fmla="*/ 13 h 8"/>
                  <a:gd name="T4" fmla="*/ 62 w 9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4"/>
                    </a:moveTo>
                    <a:cubicBezTo>
                      <a:pt x="2" y="2"/>
                      <a:pt x="4" y="0"/>
                      <a:pt x="8" y="1"/>
                    </a:cubicBezTo>
                    <a:cubicBezTo>
                      <a:pt x="9" y="3"/>
                      <a:pt x="8" y="5"/>
                      <a:pt x="7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" name="Oval 1117">
                <a:extLst>
                  <a:ext uri="{FF2B5EF4-FFF2-40B4-BE49-F238E27FC236}">
                    <a16:creationId xmlns:a16="http://schemas.microsoft.com/office/drawing/2014/main" id="{2DA96E63-56D5-4328-A1A2-F280A5AAC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2" y="2767"/>
                <a:ext cx="108" cy="101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77" name="Oval 1118">
                <a:extLst>
                  <a:ext uri="{FF2B5EF4-FFF2-40B4-BE49-F238E27FC236}">
                    <a16:creationId xmlns:a16="http://schemas.microsoft.com/office/drawing/2014/main" id="{EEE4DCC3-43ED-471D-ADEF-C8C941909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9" y="2744"/>
                <a:ext cx="108" cy="10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78" name="Oval 1119">
                <a:extLst>
                  <a:ext uri="{FF2B5EF4-FFF2-40B4-BE49-F238E27FC236}">
                    <a16:creationId xmlns:a16="http://schemas.microsoft.com/office/drawing/2014/main" id="{E328CFA2-424A-4415-BB2F-084D38B82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" y="2757"/>
                <a:ext cx="108" cy="101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79" name="Freeform 1120">
                <a:extLst>
                  <a:ext uri="{FF2B5EF4-FFF2-40B4-BE49-F238E27FC236}">
                    <a16:creationId xmlns:a16="http://schemas.microsoft.com/office/drawing/2014/main" id="{29DE975C-D06F-46DD-9EF2-5030EEE9D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781"/>
                <a:ext cx="83" cy="69"/>
              </a:xfrm>
              <a:custGeom>
                <a:avLst/>
                <a:gdLst>
                  <a:gd name="T0" fmla="*/ 0 w 52"/>
                  <a:gd name="T1" fmla="*/ 246 h 44"/>
                  <a:gd name="T2" fmla="*/ 13 w 52"/>
                  <a:gd name="T3" fmla="*/ 300 h 44"/>
                  <a:gd name="T4" fmla="*/ 247 w 52"/>
                  <a:gd name="T5" fmla="*/ 416 h 44"/>
                  <a:gd name="T6" fmla="*/ 538 w 52"/>
                  <a:gd name="T7" fmla="*/ 169 h 44"/>
                  <a:gd name="T8" fmla="*/ 525 w 52"/>
                  <a:gd name="T9" fmla="*/ 116 h 44"/>
                  <a:gd name="T10" fmla="*/ 294 w 52"/>
                  <a:gd name="T11" fmla="*/ 0 h 44"/>
                  <a:gd name="T12" fmla="*/ 0 w 52"/>
                  <a:gd name="T13" fmla="*/ 24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4">
                    <a:moveTo>
                      <a:pt x="0" y="26"/>
                    </a:moveTo>
                    <a:cubicBezTo>
                      <a:pt x="0" y="28"/>
                      <a:pt x="0" y="30"/>
                      <a:pt x="1" y="32"/>
                    </a:cubicBezTo>
                    <a:cubicBezTo>
                      <a:pt x="6" y="39"/>
                      <a:pt x="14" y="44"/>
                      <a:pt x="24" y="44"/>
                    </a:cubicBezTo>
                    <a:cubicBezTo>
                      <a:pt x="39" y="44"/>
                      <a:pt x="52" y="32"/>
                      <a:pt x="52" y="18"/>
                    </a:cubicBezTo>
                    <a:cubicBezTo>
                      <a:pt x="52" y="16"/>
                      <a:pt x="52" y="14"/>
                      <a:pt x="51" y="12"/>
                    </a:cubicBezTo>
                    <a:cubicBezTo>
                      <a:pt x="46" y="5"/>
                      <a:pt x="38" y="0"/>
                      <a:pt x="28" y="0"/>
                    </a:cubicBezTo>
                    <a:cubicBezTo>
                      <a:pt x="12" y="0"/>
                      <a:pt x="0" y="12"/>
                      <a:pt x="0" y="26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" name="Oval 1121">
                <a:extLst>
                  <a:ext uri="{FF2B5EF4-FFF2-40B4-BE49-F238E27FC236}">
                    <a16:creationId xmlns:a16="http://schemas.microsoft.com/office/drawing/2014/main" id="{A8ED196D-4E83-4A7F-94E7-0868F4FDD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2779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81" name="Oval 1122">
                <a:extLst>
                  <a:ext uri="{FF2B5EF4-FFF2-40B4-BE49-F238E27FC236}">
                    <a16:creationId xmlns:a16="http://schemas.microsoft.com/office/drawing/2014/main" id="{F9F2E29A-7DED-46B2-95BF-D983D354E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2" y="277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82" name="Freeform 1123">
                <a:extLst>
                  <a:ext uri="{FF2B5EF4-FFF2-40B4-BE49-F238E27FC236}">
                    <a16:creationId xmlns:a16="http://schemas.microsoft.com/office/drawing/2014/main" id="{E676273B-F850-4F11-A386-D7CC7F38F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812"/>
                <a:ext cx="61" cy="46"/>
              </a:xfrm>
              <a:custGeom>
                <a:avLst/>
                <a:gdLst>
                  <a:gd name="T0" fmla="*/ 405 w 38"/>
                  <a:gd name="T1" fmla="*/ 0 h 29"/>
                  <a:gd name="T2" fmla="*/ 0 w 38"/>
                  <a:gd name="T3" fmla="*/ 206 h 29"/>
                  <a:gd name="T4" fmla="*/ 405 w 38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32" y="25"/>
                      <a:pt x="13" y="29"/>
                      <a:pt x="0" y="21"/>
                    </a:cubicBezTo>
                    <a:cubicBezTo>
                      <a:pt x="9" y="21"/>
                      <a:pt x="28" y="17"/>
                      <a:pt x="38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" name="Freeform 1124">
                <a:extLst>
                  <a:ext uri="{FF2B5EF4-FFF2-40B4-BE49-F238E27FC236}">
                    <a16:creationId xmlns:a16="http://schemas.microsoft.com/office/drawing/2014/main" id="{014FD4BC-16C9-4FA4-9205-3D63567D4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2503"/>
                <a:ext cx="363" cy="515"/>
              </a:xfrm>
              <a:custGeom>
                <a:avLst/>
                <a:gdLst>
                  <a:gd name="T0" fmla="*/ 1912 w 229"/>
                  <a:gd name="T1" fmla="*/ 169 h 326"/>
                  <a:gd name="T2" fmla="*/ 2172 w 229"/>
                  <a:gd name="T3" fmla="*/ 1278 h 326"/>
                  <a:gd name="T4" fmla="*/ 2156 w 229"/>
                  <a:gd name="T5" fmla="*/ 2393 h 326"/>
                  <a:gd name="T6" fmla="*/ 2156 w 229"/>
                  <a:gd name="T7" fmla="*/ 3073 h 326"/>
                  <a:gd name="T8" fmla="*/ 940 w 229"/>
                  <a:gd name="T9" fmla="*/ 2836 h 326"/>
                  <a:gd name="T10" fmla="*/ 63 w 229"/>
                  <a:gd name="T11" fmla="*/ 2106 h 326"/>
                  <a:gd name="T12" fmla="*/ 872 w 229"/>
                  <a:gd name="T13" fmla="*/ 851 h 326"/>
                  <a:gd name="T14" fmla="*/ 1912 w 229"/>
                  <a:gd name="T15" fmla="*/ 169 h 3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9" h="326">
                    <a:moveTo>
                      <a:pt x="191" y="17"/>
                    </a:moveTo>
                    <a:cubicBezTo>
                      <a:pt x="224" y="29"/>
                      <a:pt x="229" y="61"/>
                      <a:pt x="217" y="130"/>
                    </a:cubicBezTo>
                    <a:cubicBezTo>
                      <a:pt x="205" y="198"/>
                      <a:pt x="204" y="209"/>
                      <a:pt x="215" y="243"/>
                    </a:cubicBezTo>
                    <a:cubicBezTo>
                      <a:pt x="227" y="277"/>
                      <a:pt x="227" y="298"/>
                      <a:pt x="215" y="312"/>
                    </a:cubicBezTo>
                    <a:cubicBezTo>
                      <a:pt x="202" y="326"/>
                      <a:pt x="148" y="321"/>
                      <a:pt x="94" y="288"/>
                    </a:cubicBezTo>
                    <a:cubicBezTo>
                      <a:pt x="40" y="255"/>
                      <a:pt x="0" y="241"/>
                      <a:pt x="6" y="214"/>
                    </a:cubicBezTo>
                    <a:cubicBezTo>
                      <a:pt x="13" y="188"/>
                      <a:pt x="57" y="120"/>
                      <a:pt x="87" y="87"/>
                    </a:cubicBezTo>
                    <a:cubicBezTo>
                      <a:pt x="118" y="54"/>
                      <a:pt x="153" y="0"/>
                      <a:pt x="191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" name="Freeform 1125">
                <a:extLst>
                  <a:ext uri="{FF2B5EF4-FFF2-40B4-BE49-F238E27FC236}">
                    <a16:creationId xmlns:a16="http://schemas.microsoft.com/office/drawing/2014/main" id="{C091AED1-D9FE-4396-8C2D-D30F241D9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583"/>
                <a:ext cx="329" cy="405"/>
              </a:xfrm>
              <a:custGeom>
                <a:avLst/>
                <a:gdLst>
                  <a:gd name="T0" fmla="*/ 250 w 208"/>
                  <a:gd name="T1" fmla="*/ 487 h 256"/>
                  <a:gd name="T2" fmla="*/ 108 w 208"/>
                  <a:gd name="T3" fmla="*/ 1315 h 256"/>
                  <a:gd name="T4" fmla="*/ 443 w 208"/>
                  <a:gd name="T5" fmla="*/ 2435 h 256"/>
                  <a:gd name="T6" fmla="*/ 1158 w 208"/>
                  <a:gd name="T7" fmla="*/ 2468 h 256"/>
                  <a:gd name="T8" fmla="*/ 1784 w 208"/>
                  <a:gd name="T9" fmla="*/ 1734 h 256"/>
                  <a:gd name="T10" fmla="*/ 1939 w 208"/>
                  <a:gd name="T11" fmla="*/ 516 h 256"/>
                  <a:gd name="T12" fmla="*/ 1484 w 208"/>
                  <a:gd name="T13" fmla="*/ 68 h 256"/>
                  <a:gd name="T14" fmla="*/ 762 w 208"/>
                  <a:gd name="T15" fmla="*/ 335 h 256"/>
                  <a:gd name="T16" fmla="*/ 250 w 208"/>
                  <a:gd name="T17" fmla="*/ 487 h 2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8" h="256">
                    <a:moveTo>
                      <a:pt x="25" y="49"/>
                    </a:moveTo>
                    <a:cubicBezTo>
                      <a:pt x="5" y="67"/>
                      <a:pt x="0" y="85"/>
                      <a:pt x="11" y="133"/>
                    </a:cubicBezTo>
                    <a:cubicBezTo>
                      <a:pt x="22" y="181"/>
                      <a:pt x="22" y="242"/>
                      <a:pt x="45" y="246"/>
                    </a:cubicBezTo>
                    <a:cubicBezTo>
                      <a:pt x="68" y="251"/>
                      <a:pt x="83" y="256"/>
                      <a:pt x="117" y="249"/>
                    </a:cubicBezTo>
                    <a:cubicBezTo>
                      <a:pt x="151" y="242"/>
                      <a:pt x="162" y="220"/>
                      <a:pt x="180" y="175"/>
                    </a:cubicBezTo>
                    <a:cubicBezTo>
                      <a:pt x="197" y="130"/>
                      <a:pt x="208" y="85"/>
                      <a:pt x="196" y="52"/>
                    </a:cubicBezTo>
                    <a:cubicBezTo>
                      <a:pt x="183" y="19"/>
                      <a:pt x="176" y="0"/>
                      <a:pt x="150" y="7"/>
                    </a:cubicBezTo>
                    <a:cubicBezTo>
                      <a:pt x="125" y="13"/>
                      <a:pt x="103" y="30"/>
                      <a:pt x="77" y="34"/>
                    </a:cubicBezTo>
                    <a:cubicBezTo>
                      <a:pt x="50" y="39"/>
                      <a:pt x="38" y="41"/>
                      <a:pt x="25" y="49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" name="Freeform 1126">
                <a:extLst>
                  <a:ext uri="{FF2B5EF4-FFF2-40B4-BE49-F238E27FC236}">
                    <a16:creationId xmlns:a16="http://schemas.microsoft.com/office/drawing/2014/main" id="{A27DA3A7-D330-4C66-BBA3-F51228D50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629"/>
                <a:ext cx="255" cy="345"/>
              </a:xfrm>
              <a:custGeom>
                <a:avLst/>
                <a:gdLst>
                  <a:gd name="T0" fmla="*/ 0 w 161"/>
                  <a:gd name="T1" fmla="*/ 1570 h 218"/>
                  <a:gd name="T2" fmla="*/ 347 w 161"/>
                  <a:gd name="T3" fmla="*/ 2124 h 218"/>
                  <a:gd name="T4" fmla="*/ 1096 w 161"/>
                  <a:gd name="T5" fmla="*/ 1905 h 218"/>
                  <a:gd name="T6" fmla="*/ 1505 w 161"/>
                  <a:gd name="T7" fmla="*/ 981 h 218"/>
                  <a:gd name="T8" fmla="*/ 1565 w 161"/>
                  <a:gd name="T9" fmla="*/ 443 h 218"/>
                  <a:gd name="T10" fmla="*/ 1380 w 161"/>
                  <a:gd name="T11" fmla="*/ 0 h 218"/>
                  <a:gd name="T12" fmla="*/ 1435 w 161"/>
                  <a:gd name="T13" fmla="*/ 293 h 218"/>
                  <a:gd name="T14" fmla="*/ 1280 w 161"/>
                  <a:gd name="T15" fmla="*/ 734 h 218"/>
                  <a:gd name="T16" fmla="*/ 1156 w 161"/>
                  <a:gd name="T17" fmla="*/ 1130 h 218"/>
                  <a:gd name="T18" fmla="*/ 946 w 161"/>
                  <a:gd name="T19" fmla="*/ 1239 h 218"/>
                  <a:gd name="T20" fmla="*/ 540 w 161"/>
                  <a:gd name="T21" fmla="*/ 1484 h 218"/>
                  <a:gd name="T22" fmla="*/ 250 w 161"/>
                  <a:gd name="T23" fmla="*/ 1647 h 218"/>
                  <a:gd name="T24" fmla="*/ 13 w 161"/>
                  <a:gd name="T25" fmla="*/ 1484 h 2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1" h="218">
                    <a:moveTo>
                      <a:pt x="0" y="158"/>
                    </a:moveTo>
                    <a:cubicBezTo>
                      <a:pt x="7" y="184"/>
                      <a:pt x="2" y="209"/>
                      <a:pt x="35" y="214"/>
                    </a:cubicBezTo>
                    <a:cubicBezTo>
                      <a:pt x="59" y="218"/>
                      <a:pt x="93" y="211"/>
                      <a:pt x="110" y="192"/>
                    </a:cubicBezTo>
                    <a:cubicBezTo>
                      <a:pt x="133" y="168"/>
                      <a:pt x="139" y="129"/>
                      <a:pt x="151" y="99"/>
                    </a:cubicBezTo>
                    <a:cubicBezTo>
                      <a:pt x="158" y="81"/>
                      <a:pt x="161" y="64"/>
                      <a:pt x="157" y="45"/>
                    </a:cubicBezTo>
                    <a:cubicBezTo>
                      <a:pt x="155" y="34"/>
                      <a:pt x="150" y="3"/>
                      <a:pt x="138" y="0"/>
                    </a:cubicBezTo>
                    <a:cubicBezTo>
                      <a:pt x="138" y="10"/>
                      <a:pt x="144" y="19"/>
                      <a:pt x="144" y="30"/>
                    </a:cubicBezTo>
                    <a:cubicBezTo>
                      <a:pt x="144" y="46"/>
                      <a:pt x="134" y="59"/>
                      <a:pt x="128" y="74"/>
                    </a:cubicBezTo>
                    <a:cubicBezTo>
                      <a:pt x="124" y="85"/>
                      <a:pt x="122" y="104"/>
                      <a:pt x="116" y="114"/>
                    </a:cubicBezTo>
                    <a:cubicBezTo>
                      <a:pt x="110" y="122"/>
                      <a:pt x="104" y="120"/>
                      <a:pt x="95" y="125"/>
                    </a:cubicBezTo>
                    <a:cubicBezTo>
                      <a:pt x="80" y="133"/>
                      <a:pt x="63" y="136"/>
                      <a:pt x="54" y="150"/>
                    </a:cubicBezTo>
                    <a:cubicBezTo>
                      <a:pt x="47" y="162"/>
                      <a:pt x="39" y="167"/>
                      <a:pt x="25" y="166"/>
                    </a:cubicBezTo>
                    <a:cubicBezTo>
                      <a:pt x="14" y="166"/>
                      <a:pt x="3" y="161"/>
                      <a:pt x="1" y="150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" name="Freeform 1127">
                <a:extLst>
                  <a:ext uri="{FF2B5EF4-FFF2-40B4-BE49-F238E27FC236}">
                    <a16:creationId xmlns:a16="http://schemas.microsoft.com/office/drawing/2014/main" id="{5CF82F8F-3E5C-4E27-99E4-09EDAF55F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613"/>
                <a:ext cx="213" cy="182"/>
              </a:xfrm>
              <a:custGeom>
                <a:avLst/>
                <a:gdLst>
                  <a:gd name="T0" fmla="*/ 137 w 135"/>
                  <a:gd name="T1" fmla="*/ 1143 h 115"/>
                  <a:gd name="T2" fmla="*/ 245 w 135"/>
                  <a:gd name="T3" fmla="*/ 408 h 115"/>
                  <a:gd name="T4" fmla="*/ 625 w 135"/>
                  <a:gd name="T5" fmla="*/ 321 h 115"/>
                  <a:gd name="T6" fmla="*/ 1319 w 135"/>
                  <a:gd name="T7" fmla="*/ 0 h 115"/>
                  <a:gd name="T8" fmla="*/ 1052 w 135"/>
                  <a:gd name="T9" fmla="*/ 321 h 115"/>
                  <a:gd name="T10" fmla="*/ 685 w 135"/>
                  <a:gd name="T11" fmla="*/ 464 h 115"/>
                  <a:gd name="T12" fmla="*/ 204 w 135"/>
                  <a:gd name="T13" fmla="*/ 967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15">
                    <a:moveTo>
                      <a:pt x="14" y="115"/>
                    </a:moveTo>
                    <a:cubicBezTo>
                      <a:pt x="4" y="90"/>
                      <a:pt x="0" y="56"/>
                      <a:pt x="25" y="41"/>
                    </a:cubicBezTo>
                    <a:cubicBezTo>
                      <a:pt x="38" y="33"/>
                      <a:pt x="49" y="34"/>
                      <a:pt x="64" y="32"/>
                    </a:cubicBezTo>
                    <a:cubicBezTo>
                      <a:pt x="90" y="29"/>
                      <a:pt x="112" y="11"/>
                      <a:pt x="135" y="0"/>
                    </a:cubicBezTo>
                    <a:cubicBezTo>
                      <a:pt x="126" y="4"/>
                      <a:pt x="116" y="25"/>
                      <a:pt x="108" y="32"/>
                    </a:cubicBezTo>
                    <a:cubicBezTo>
                      <a:pt x="97" y="42"/>
                      <a:pt x="85" y="45"/>
                      <a:pt x="70" y="47"/>
                    </a:cubicBezTo>
                    <a:cubicBezTo>
                      <a:pt x="46" y="51"/>
                      <a:pt x="24" y="71"/>
                      <a:pt x="21" y="97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" name="Freeform 1128">
                <a:extLst>
                  <a:ext uri="{FF2B5EF4-FFF2-40B4-BE49-F238E27FC236}">
                    <a16:creationId xmlns:a16="http://schemas.microsoft.com/office/drawing/2014/main" id="{891B8141-E497-4CF0-A783-E96AB4251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681"/>
                <a:ext cx="44" cy="51"/>
              </a:xfrm>
              <a:custGeom>
                <a:avLst/>
                <a:gdLst>
                  <a:gd name="T0" fmla="*/ 212 w 28"/>
                  <a:gd name="T1" fmla="*/ 0 h 32"/>
                  <a:gd name="T2" fmla="*/ 66 w 28"/>
                  <a:gd name="T3" fmla="*/ 328 h 32"/>
                  <a:gd name="T4" fmla="*/ 267 w 28"/>
                  <a:gd name="T5" fmla="*/ 123 h 32"/>
                  <a:gd name="T6" fmla="*/ 233 w 28"/>
                  <a:gd name="T7" fmla="*/ 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">
                    <a:moveTo>
                      <a:pt x="22" y="0"/>
                    </a:moveTo>
                    <a:cubicBezTo>
                      <a:pt x="11" y="9"/>
                      <a:pt x="0" y="17"/>
                      <a:pt x="7" y="32"/>
                    </a:cubicBezTo>
                    <a:cubicBezTo>
                      <a:pt x="15" y="25"/>
                      <a:pt x="12" y="13"/>
                      <a:pt x="28" y="12"/>
                    </a:cubicBezTo>
                    <a:cubicBezTo>
                      <a:pt x="25" y="9"/>
                      <a:pt x="22" y="5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" name="Freeform 1129">
                <a:extLst>
                  <a:ext uri="{FF2B5EF4-FFF2-40B4-BE49-F238E27FC236}">
                    <a16:creationId xmlns:a16="http://schemas.microsoft.com/office/drawing/2014/main" id="{2C629B4A-B8D3-42E6-B6D4-1C3C1D088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678"/>
                <a:ext cx="16" cy="11"/>
              </a:xfrm>
              <a:custGeom>
                <a:avLst/>
                <a:gdLst>
                  <a:gd name="T0" fmla="*/ 42 w 10"/>
                  <a:gd name="T1" fmla="*/ 0 h 7"/>
                  <a:gd name="T2" fmla="*/ 0 w 10"/>
                  <a:gd name="T3" fmla="*/ 66 h 7"/>
                  <a:gd name="T4" fmla="*/ 107 w 10"/>
                  <a:gd name="T5" fmla="*/ 20 h 7"/>
                  <a:gd name="T6" fmla="*/ 67 w 10"/>
                  <a:gd name="T7" fmla="*/ 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4" y="0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4" y="7"/>
                      <a:pt x="8" y="6"/>
                      <a:pt x="10" y="2"/>
                    </a:cubicBezTo>
                    <a:cubicBezTo>
                      <a:pt x="9" y="2"/>
                      <a:pt x="8" y="2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" name="Freeform 1130">
                <a:extLst>
                  <a:ext uri="{FF2B5EF4-FFF2-40B4-BE49-F238E27FC236}">
                    <a16:creationId xmlns:a16="http://schemas.microsoft.com/office/drawing/2014/main" id="{9783392D-2CD7-4D9A-8798-B9B8B5F4B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2741"/>
                <a:ext cx="13" cy="10"/>
              </a:xfrm>
              <a:custGeom>
                <a:avLst/>
                <a:gdLst>
                  <a:gd name="T0" fmla="*/ 89 w 8"/>
                  <a:gd name="T1" fmla="*/ 0 h 6"/>
                  <a:gd name="T2" fmla="*/ 13 w 8"/>
                  <a:gd name="T3" fmla="*/ 0 h 6"/>
                  <a:gd name="T4" fmla="*/ 55 w 8"/>
                  <a:gd name="T5" fmla="*/ 7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6" y="0"/>
                      <a:pt x="3" y="0"/>
                      <a:pt x="1" y="0"/>
                    </a:cubicBezTo>
                    <a:cubicBezTo>
                      <a:pt x="0" y="5"/>
                      <a:pt x="2" y="5"/>
                      <a:pt x="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" name="Oval 1131">
                <a:extLst>
                  <a:ext uri="{FF2B5EF4-FFF2-40B4-BE49-F238E27FC236}">
                    <a16:creationId xmlns:a16="http://schemas.microsoft.com/office/drawing/2014/main" id="{6CDFD33C-7419-4889-AECE-08999472F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1" y="2756"/>
                <a:ext cx="106" cy="101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91" name="Oval 1132">
                <a:extLst>
                  <a:ext uri="{FF2B5EF4-FFF2-40B4-BE49-F238E27FC236}">
                    <a16:creationId xmlns:a16="http://schemas.microsoft.com/office/drawing/2014/main" id="{C0F1EB0D-65E9-4A71-9D32-41D4A9137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6" y="2733"/>
                <a:ext cx="108" cy="10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92" name="Oval 1133">
                <a:extLst>
                  <a:ext uri="{FF2B5EF4-FFF2-40B4-BE49-F238E27FC236}">
                    <a16:creationId xmlns:a16="http://schemas.microsoft.com/office/drawing/2014/main" id="{49817C46-C543-43BB-8D9E-876C6DA83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2746"/>
                <a:ext cx="108" cy="100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93" name="Freeform 1134">
                <a:extLst>
                  <a:ext uri="{FF2B5EF4-FFF2-40B4-BE49-F238E27FC236}">
                    <a16:creationId xmlns:a16="http://schemas.microsoft.com/office/drawing/2014/main" id="{C5F34046-4374-4BCF-B90F-E553E1D1F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770"/>
                <a:ext cx="83" cy="69"/>
              </a:xfrm>
              <a:custGeom>
                <a:avLst/>
                <a:gdLst>
                  <a:gd name="T0" fmla="*/ 0 w 52"/>
                  <a:gd name="T1" fmla="*/ 246 h 44"/>
                  <a:gd name="T2" fmla="*/ 13 w 52"/>
                  <a:gd name="T3" fmla="*/ 300 h 44"/>
                  <a:gd name="T4" fmla="*/ 247 w 52"/>
                  <a:gd name="T5" fmla="*/ 416 h 44"/>
                  <a:gd name="T6" fmla="*/ 538 w 52"/>
                  <a:gd name="T7" fmla="*/ 163 h 44"/>
                  <a:gd name="T8" fmla="*/ 538 w 52"/>
                  <a:gd name="T9" fmla="*/ 116 h 44"/>
                  <a:gd name="T10" fmla="*/ 294 w 52"/>
                  <a:gd name="T11" fmla="*/ 0 h 44"/>
                  <a:gd name="T12" fmla="*/ 0 w 52"/>
                  <a:gd name="T13" fmla="*/ 24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4">
                    <a:moveTo>
                      <a:pt x="0" y="26"/>
                    </a:moveTo>
                    <a:cubicBezTo>
                      <a:pt x="0" y="28"/>
                      <a:pt x="1" y="30"/>
                      <a:pt x="1" y="32"/>
                    </a:cubicBezTo>
                    <a:cubicBezTo>
                      <a:pt x="6" y="39"/>
                      <a:pt x="15" y="44"/>
                      <a:pt x="24" y="44"/>
                    </a:cubicBezTo>
                    <a:cubicBezTo>
                      <a:pt x="40" y="44"/>
                      <a:pt x="52" y="32"/>
                      <a:pt x="52" y="17"/>
                    </a:cubicBezTo>
                    <a:cubicBezTo>
                      <a:pt x="52" y="15"/>
                      <a:pt x="52" y="14"/>
                      <a:pt x="52" y="12"/>
                    </a:cubicBezTo>
                    <a:cubicBezTo>
                      <a:pt x="47" y="5"/>
                      <a:pt x="38" y="0"/>
                      <a:pt x="28" y="0"/>
                    </a:cubicBezTo>
                    <a:cubicBezTo>
                      <a:pt x="13" y="0"/>
                      <a:pt x="0" y="12"/>
                      <a:pt x="0" y="26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" name="Oval 1135">
                <a:extLst>
                  <a:ext uri="{FF2B5EF4-FFF2-40B4-BE49-F238E27FC236}">
                    <a16:creationId xmlns:a16="http://schemas.microsoft.com/office/drawing/2014/main" id="{6EF2A565-9FFF-4F67-B745-5908577CC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3" y="2768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95" name="Oval 1136">
                <a:extLst>
                  <a:ext uri="{FF2B5EF4-FFF2-40B4-BE49-F238E27FC236}">
                    <a16:creationId xmlns:a16="http://schemas.microsoft.com/office/drawing/2014/main" id="{41F522B2-9E20-420A-8820-EFB3F1DB8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" y="2765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96" name="Freeform 1137">
                <a:extLst>
                  <a:ext uri="{FF2B5EF4-FFF2-40B4-BE49-F238E27FC236}">
                    <a16:creationId xmlns:a16="http://schemas.microsoft.com/office/drawing/2014/main" id="{A30AFCDA-2F64-471D-828D-5589BE194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801"/>
                <a:ext cx="61" cy="45"/>
              </a:xfrm>
              <a:custGeom>
                <a:avLst/>
                <a:gdLst>
                  <a:gd name="T0" fmla="*/ 405 w 38"/>
                  <a:gd name="T1" fmla="*/ 0 h 28"/>
                  <a:gd name="T2" fmla="*/ 0 w 38"/>
                  <a:gd name="T3" fmla="*/ 227 h 28"/>
                  <a:gd name="T4" fmla="*/ 405 w 3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8">
                    <a:moveTo>
                      <a:pt x="38" y="0"/>
                    </a:moveTo>
                    <a:cubicBezTo>
                      <a:pt x="32" y="25"/>
                      <a:pt x="13" y="28"/>
                      <a:pt x="0" y="21"/>
                    </a:cubicBezTo>
                    <a:cubicBezTo>
                      <a:pt x="10" y="21"/>
                      <a:pt x="28" y="17"/>
                      <a:pt x="38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" name="Freeform 1138">
                <a:extLst>
                  <a:ext uri="{FF2B5EF4-FFF2-40B4-BE49-F238E27FC236}">
                    <a16:creationId xmlns:a16="http://schemas.microsoft.com/office/drawing/2014/main" id="{37A538C0-D98C-476B-BFFF-4B3E7C8D7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583"/>
                <a:ext cx="329" cy="405"/>
              </a:xfrm>
              <a:custGeom>
                <a:avLst/>
                <a:gdLst>
                  <a:gd name="T0" fmla="*/ 250 w 208"/>
                  <a:gd name="T1" fmla="*/ 487 h 256"/>
                  <a:gd name="T2" fmla="*/ 108 w 208"/>
                  <a:gd name="T3" fmla="*/ 1315 h 256"/>
                  <a:gd name="T4" fmla="*/ 443 w 208"/>
                  <a:gd name="T5" fmla="*/ 2435 h 256"/>
                  <a:gd name="T6" fmla="*/ 1158 w 208"/>
                  <a:gd name="T7" fmla="*/ 2468 h 256"/>
                  <a:gd name="T8" fmla="*/ 1784 w 208"/>
                  <a:gd name="T9" fmla="*/ 1734 h 256"/>
                  <a:gd name="T10" fmla="*/ 1939 w 208"/>
                  <a:gd name="T11" fmla="*/ 516 h 256"/>
                  <a:gd name="T12" fmla="*/ 1484 w 208"/>
                  <a:gd name="T13" fmla="*/ 68 h 256"/>
                  <a:gd name="T14" fmla="*/ 762 w 208"/>
                  <a:gd name="T15" fmla="*/ 335 h 256"/>
                  <a:gd name="T16" fmla="*/ 250 w 208"/>
                  <a:gd name="T17" fmla="*/ 487 h 2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8" h="256">
                    <a:moveTo>
                      <a:pt x="25" y="49"/>
                    </a:moveTo>
                    <a:cubicBezTo>
                      <a:pt x="5" y="67"/>
                      <a:pt x="0" y="85"/>
                      <a:pt x="11" y="133"/>
                    </a:cubicBezTo>
                    <a:cubicBezTo>
                      <a:pt x="22" y="181"/>
                      <a:pt x="22" y="242"/>
                      <a:pt x="45" y="246"/>
                    </a:cubicBezTo>
                    <a:cubicBezTo>
                      <a:pt x="68" y="251"/>
                      <a:pt x="83" y="256"/>
                      <a:pt x="117" y="249"/>
                    </a:cubicBezTo>
                    <a:cubicBezTo>
                      <a:pt x="151" y="242"/>
                      <a:pt x="162" y="220"/>
                      <a:pt x="180" y="175"/>
                    </a:cubicBezTo>
                    <a:cubicBezTo>
                      <a:pt x="197" y="130"/>
                      <a:pt x="208" y="85"/>
                      <a:pt x="196" y="52"/>
                    </a:cubicBezTo>
                    <a:cubicBezTo>
                      <a:pt x="183" y="19"/>
                      <a:pt x="176" y="0"/>
                      <a:pt x="150" y="7"/>
                    </a:cubicBezTo>
                    <a:cubicBezTo>
                      <a:pt x="125" y="13"/>
                      <a:pt x="103" y="30"/>
                      <a:pt x="77" y="34"/>
                    </a:cubicBezTo>
                    <a:cubicBezTo>
                      <a:pt x="50" y="39"/>
                      <a:pt x="38" y="41"/>
                      <a:pt x="25" y="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" name="Freeform 1139">
                <a:extLst>
                  <a:ext uri="{FF2B5EF4-FFF2-40B4-BE49-F238E27FC236}">
                    <a16:creationId xmlns:a16="http://schemas.microsoft.com/office/drawing/2014/main" id="{B8BD0A3A-0E26-440A-B246-9AAB9C9C9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261"/>
                <a:ext cx="458" cy="446"/>
              </a:xfrm>
              <a:custGeom>
                <a:avLst/>
                <a:gdLst>
                  <a:gd name="T0" fmla="*/ 859 w 289"/>
                  <a:gd name="T1" fmla="*/ 158 h 282"/>
                  <a:gd name="T2" fmla="*/ 279 w 289"/>
                  <a:gd name="T3" fmla="*/ 933 h 282"/>
                  <a:gd name="T4" fmla="*/ 203 w 289"/>
                  <a:gd name="T5" fmla="*/ 1646 h 282"/>
                  <a:gd name="T6" fmla="*/ 769 w 289"/>
                  <a:gd name="T7" fmla="*/ 2624 h 282"/>
                  <a:gd name="T8" fmla="*/ 1811 w 289"/>
                  <a:gd name="T9" fmla="*/ 2591 h 282"/>
                  <a:gd name="T10" fmla="*/ 2599 w 289"/>
                  <a:gd name="T11" fmla="*/ 1733 h 282"/>
                  <a:gd name="T12" fmla="*/ 2349 w 289"/>
                  <a:gd name="T13" fmla="*/ 455 h 282"/>
                  <a:gd name="T14" fmla="*/ 859 w 289"/>
                  <a:gd name="T15" fmla="*/ 158 h 2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9" h="282">
                    <a:moveTo>
                      <a:pt x="86" y="16"/>
                    </a:moveTo>
                    <a:cubicBezTo>
                      <a:pt x="66" y="25"/>
                      <a:pt x="56" y="62"/>
                      <a:pt x="28" y="94"/>
                    </a:cubicBezTo>
                    <a:cubicBezTo>
                      <a:pt x="0" y="126"/>
                      <a:pt x="4" y="150"/>
                      <a:pt x="20" y="166"/>
                    </a:cubicBezTo>
                    <a:cubicBezTo>
                      <a:pt x="35" y="181"/>
                      <a:pt x="52" y="261"/>
                      <a:pt x="77" y="265"/>
                    </a:cubicBezTo>
                    <a:cubicBezTo>
                      <a:pt x="102" y="270"/>
                      <a:pt x="155" y="282"/>
                      <a:pt x="181" y="262"/>
                    </a:cubicBezTo>
                    <a:cubicBezTo>
                      <a:pt x="207" y="243"/>
                      <a:pt x="232" y="214"/>
                      <a:pt x="260" y="175"/>
                    </a:cubicBezTo>
                    <a:cubicBezTo>
                      <a:pt x="289" y="135"/>
                      <a:pt x="266" y="77"/>
                      <a:pt x="235" y="46"/>
                    </a:cubicBezTo>
                    <a:cubicBezTo>
                      <a:pt x="205" y="15"/>
                      <a:pt x="135" y="0"/>
                      <a:pt x="86" y="16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" name="Freeform 1140">
                <a:extLst>
                  <a:ext uri="{FF2B5EF4-FFF2-40B4-BE49-F238E27FC236}">
                    <a16:creationId xmlns:a16="http://schemas.microsoft.com/office/drawing/2014/main" id="{C19FA78F-431A-405B-8530-023411C7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335"/>
                <a:ext cx="374" cy="346"/>
              </a:xfrm>
              <a:custGeom>
                <a:avLst/>
                <a:gdLst>
                  <a:gd name="T0" fmla="*/ 0 w 236"/>
                  <a:gd name="T1" fmla="*/ 1253 h 219"/>
                  <a:gd name="T2" fmla="*/ 396 w 236"/>
                  <a:gd name="T3" fmla="*/ 1988 h 219"/>
                  <a:gd name="T4" fmla="*/ 1285 w 236"/>
                  <a:gd name="T5" fmla="*/ 2040 h 219"/>
                  <a:gd name="T6" fmla="*/ 1723 w 236"/>
                  <a:gd name="T7" fmla="*/ 1665 h 219"/>
                  <a:gd name="T8" fmla="*/ 2101 w 236"/>
                  <a:gd name="T9" fmla="*/ 1136 h 219"/>
                  <a:gd name="T10" fmla="*/ 1605 w 236"/>
                  <a:gd name="T11" fmla="*/ 0 h 219"/>
                  <a:gd name="T12" fmla="*/ 1748 w 236"/>
                  <a:gd name="T13" fmla="*/ 749 h 219"/>
                  <a:gd name="T14" fmla="*/ 1404 w 236"/>
                  <a:gd name="T15" fmla="*/ 1346 h 219"/>
                  <a:gd name="T16" fmla="*/ 1060 w 236"/>
                  <a:gd name="T17" fmla="*/ 1223 h 219"/>
                  <a:gd name="T18" fmla="*/ 872 w 236"/>
                  <a:gd name="T19" fmla="*/ 1253 h 219"/>
                  <a:gd name="T20" fmla="*/ 661 w 236"/>
                  <a:gd name="T21" fmla="*/ 1515 h 219"/>
                  <a:gd name="T22" fmla="*/ 347 w 236"/>
                  <a:gd name="T23" fmla="*/ 1420 h 219"/>
                  <a:gd name="T24" fmla="*/ 138 w 236"/>
                  <a:gd name="T25" fmla="*/ 1278 h 2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6" h="219">
                    <a:moveTo>
                      <a:pt x="0" y="127"/>
                    </a:moveTo>
                    <a:cubicBezTo>
                      <a:pt x="7" y="151"/>
                      <a:pt x="21" y="187"/>
                      <a:pt x="40" y="202"/>
                    </a:cubicBezTo>
                    <a:cubicBezTo>
                      <a:pt x="60" y="219"/>
                      <a:pt x="106" y="217"/>
                      <a:pt x="129" y="207"/>
                    </a:cubicBezTo>
                    <a:cubicBezTo>
                      <a:pt x="145" y="201"/>
                      <a:pt x="160" y="181"/>
                      <a:pt x="172" y="169"/>
                    </a:cubicBezTo>
                    <a:cubicBezTo>
                      <a:pt x="187" y="154"/>
                      <a:pt x="199" y="134"/>
                      <a:pt x="210" y="115"/>
                    </a:cubicBezTo>
                    <a:cubicBezTo>
                      <a:pt x="236" y="72"/>
                      <a:pt x="202" y="19"/>
                      <a:pt x="160" y="0"/>
                    </a:cubicBezTo>
                    <a:cubicBezTo>
                      <a:pt x="180" y="21"/>
                      <a:pt x="181" y="50"/>
                      <a:pt x="175" y="76"/>
                    </a:cubicBezTo>
                    <a:cubicBezTo>
                      <a:pt x="171" y="91"/>
                      <a:pt x="158" y="131"/>
                      <a:pt x="141" y="137"/>
                    </a:cubicBezTo>
                    <a:cubicBezTo>
                      <a:pt x="134" y="110"/>
                      <a:pt x="124" y="120"/>
                      <a:pt x="106" y="124"/>
                    </a:cubicBezTo>
                    <a:cubicBezTo>
                      <a:pt x="99" y="125"/>
                      <a:pt x="93" y="123"/>
                      <a:pt x="87" y="127"/>
                    </a:cubicBezTo>
                    <a:cubicBezTo>
                      <a:pt x="78" y="133"/>
                      <a:pt x="78" y="148"/>
                      <a:pt x="66" y="154"/>
                    </a:cubicBezTo>
                    <a:cubicBezTo>
                      <a:pt x="53" y="159"/>
                      <a:pt x="45" y="151"/>
                      <a:pt x="35" y="144"/>
                    </a:cubicBezTo>
                    <a:cubicBezTo>
                      <a:pt x="28" y="138"/>
                      <a:pt x="20" y="134"/>
                      <a:pt x="14" y="130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" name="Freeform 1141">
                <a:extLst>
                  <a:ext uri="{FF2B5EF4-FFF2-40B4-BE49-F238E27FC236}">
                    <a16:creationId xmlns:a16="http://schemas.microsoft.com/office/drawing/2014/main" id="{00A44043-974E-483C-8348-CB98B9EA3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294"/>
                <a:ext cx="299" cy="213"/>
              </a:xfrm>
              <a:custGeom>
                <a:avLst/>
                <a:gdLst>
                  <a:gd name="T0" fmla="*/ 396 w 189"/>
                  <a:gd name="T1" fmla="*/ 1306 h 135"/>
                  <a:gd name="T2" fmla="*/ 721 w 189"/>
                  <a:gd name="T3" fmla="*/ 405 h 135"/>
                  <a:gd name="T4" fmla="*/ 1239 w 189"/>
                  <a:gd name="T5" fmla="*/ 21 h 135"/>
                  <a:gd name="T6" fmla="*/ 1872 w 189"/>
                  <a:gd name="T7" fmla="*/ 224 h 135"/>
                  <a:gd name="T8" fmla="*/ 1584 w 189"/>
                  <a:gd name="T9" fmla="*/ 185 h 135"/>
                  <a:gd name="T10" fmla="*/ 1291 w 189"/>
                  <a:gd name="T11" fmla="*/ 257 h 135"/>
                  <a:gd name="T12" fmla="*/ 1001 w 189"/>
                  <a:gd name="T13" fmla="*/ 685 h 135"/>
                  <a:gd name="T14" fmla="*/ 558 w 189"/>
                  <a:gd name="T15" fmla="*/ 978 h 135"/>
                  <a:gd name="T16" fmla="*/ 396 w 189"/>
                  <a:gd name="T17" fmla="*/ 1319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135">
                    <a:moveTo>
                      <a:pt x="40" y="134"/>
                    </a:moveTo>
                    <a:cubicBezTo>
                      <a:pt x="0" y="109"/>
                      <a:pt x="58" y="67"/>
                      <a:pt x="73" y="41"/>
                    </a:cubicBezTo>
                    <a:cubicBezTo>
                      <a:pt x="88" y="17"/>
                      <a:pt x="93" y="4"/>
                      <a:pt x="125" y="2"/>
                    </a:cubicBezTo>
                    <a:cubicBezTo>
                      <a:pt x="149" y="0"/>
                      <a:pt x="172" y="5"/>
                      <a:pt x="189" y="23"/>
                    </a:cubicBezTo>
                    <a:cubicBezTo>
                      <a:pt x="180" y="27"/>
                      <a:pt x="169" y="20"/>
                      <a:pt x="160" y="19"/>
                    </a:cubicBezTo>
                    <a:cubicBezTo>
                      <a:pt x="148" y="17"/>
                      <a:pt x="140" y="19"/>
                      <a:pt x="130" y="26"/>
                    </a:cubicBezTo>
                    <a:cubicBezTo>
                      <a:pt x="113" y="38"/>
                      <a:pt x="112" y="54"/>
                      <a:pt x="101" y="70"/>
                    </a:cubicBezTo>
                    <a:cubicBezTo>
                      <a:pt x="90" y="85"/>
                      <a:pt x="68" y="87"/>
                      <a:pt x="56" y="100"/>
                    </a:cubicBezTo>
                    <a:cubicBezTo>
                      <a:pt x="46" y="110"/>
                      <a:pt x="52" y="128"/>
                      <a:pt x="40" y="135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" name="Freeform 1142">
                <a:extLst>
                  <a:ext uri="{FF2B5EF4-FFF2-40B4-BE49-F238E27FC236}">
                    <a16:creationId xmlns:a16="http://schemas.microsoft.com/office/drawing/2014/main" id="{60F78CF0-EE99-4B2C-AEC2-4572CA6BF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308"/>
                <a:ext cx="58" cy="37"/>
              </a:xfrm>
              <a:custGeom>
                <a:avLst/>
                <a:gdLst>
                  <a:gd name="T0" fmla="*/ 83 w 37"/>
                  <a:gd name="T1" fmla="*/ 42 h 23"/>
                  <a:gd name="T2" fmla="*/ 0 w 37"/>
                  <a:gd name="T3" fmla="*/ 156 h 23"/>
                  <a:gd name="T4" fmla="*/ 103 w 37"/>
                  <a:gd name="T5" fmla="*/ 251 h 23"/>
                  <a:gd name="T6" fmla="*/ 202 w 37"/>
                  <a:gd name="T7" fmla="*/ 129 h 23"/>
                  <a:gd name="T8" fmla="*/ 351 w 37"/>
                  <a:gd name="T9" fmla="*/ 68 h 23"/>
                  <a:gd name="T10" fmla="*/ 246 w 37"/>
                  <a:gd name="T11" fmla="*/ 1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3">
                    <a:moveTo>
                      <a:pt x="9" y="4"/>
                    </a:moveTo>
                    <a:cubicBezTo>
                      <a:pt x="6" y="6"/>
                      <a:pt x="0" y="10"/>
                      <a:pt x="0" y="14"/>
                    </a:cubicBezTo>
                    <a:cubicBezTo>
                      <a:pt x="0" y="15"/>
                      <a:pt x="10" y="23"/>
                      <a:pt x="11" y="23"/>
                    </a:cubicBezTo>
                    <a:cubicBezTo>
                      <a:pt x="15" y="22"/>
                      <a:pt x="18" y="14"/>
                      <a:pt x="21" y="12"/>
                    </a:cubicBezTo>
                    <a:cubicBezTo>
                      <a:pt x="25" y="8"/>
                      <a:pt x="32" y="7"/>
                      <a:pt x="37" y="6"/>
                    </a:cubicBezTo>
                    <a:cubicBezTo>
                      <a:pt x="35" y="2"/>
                      <a:pt x="30" y="0"/>
                      <a:pt x="2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" name="Freeform 1143">
                <a:extLst>
                  <a:ext uri="{FF2B5EF4-FFF2-40B4-BE49-F238E27FC236}">
                    <a16:creationId xmlns:a16="http://schemas.microsoft.com/office/drawing/2014/main" id="{9F543B5A-64FD-4CA4-937A-7D1400DFB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410"/>
                <a:ext cx="26" cy="22"/>
              </a:xfrm>
              <a:custGeom>
                <a:avLst/>
                <a:gdLst>
                  <a:gd name="T0" fmla="*/ 55 w 16"/>
                  <a:gd name="T1" fmla="*/ 35 h 14"/>
                  <a:gd name="T2" fmla="*/ 0 w 16"/>
                  <a:gd name="T3" fmla="*/ 135 h 14"/>
                  <a:gd name="T4" fmla="*/ 180 w 16"/>
                  <a:gd name="T5" fmla="*/ 31 h 14"/>
                  <a:gd name="T6" fmla="*/ 102 w 1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5" y="4"/>
                    </a:moveTo>
                    <a:cubicBezTo>
                      <a:pt x="3" y="7"/>
                      <a:pt x="1" y="10"/>
                      <a:pt x="0" y="14"/>
                    </a:cubicBezTo>
                    <a:cubicBezTo>
                      <a:pt x="6" y="11"/>
                      <a:pt x="11" y="6"/>
                      <a:pt x="16" y="3"/>
                    </a:cubicBezTo>
                    <a:cubicBezTo>
                      <a:pt x="14" y="0"/>
                      <a:pt x="12" y="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" name="Freeform 1144">
                <a:extLst>
                  <a:ext uri="{FF2B5EF4-FFF2-40B4-BE49-F238E27FC236}">
                    <a16:creationId xmlns:a16="http://schemas.microsoft.com/office/drawing/2014/main" id="{4F3195F6-A360-47B4-BC40-FBEB03DBD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351"/>
                <a:ext cx="13" cy="11"/>
              </a:xfrm>
              <a:custGeom>
                <a:avLst/>
                <a:gdLst>
                  <a:gd name="T0" fmla="*/ 0 w 8"/>
                  <a:gd name="T1" fmla="*/ 35 h 7"/>
                  <a:gd name="T2" fmla="*/ 55 w 8"/>
                  <a:gd name="T3" fmla="*/ 66 h 7"/>
                  <a:gd name="T4" fmla="*/ 68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1" y="6"/>
                      <a:pt x="3" y="7"/>
                      <a:pt x="5" y="7"/>
                    </a:cubicBezTo>
                    <a:cubicBezTo>
                      <a:pt x="8" y="4"/>
                      <a:pt x="7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" name="Freeform 1145">
                <a:extLst>
                  <a:ext uri="{FF2B5EF4-FFF2-40B4-BE49-F238E27FC236}">
                    <a16:creationId xmlns:a16="http://schemas.microsoft.com/office/drawing/2014/main" id="{D711B582-25A9-4A85-8346-62A4130F9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585"/>
                <a:ext cx="212" cy="76"/>
              </a:xfrm>
              <a:custGeom>
                <a:avLst/>
                <a:gdLst>
                  <a:gd name="T0" fmla="*/ 0 w 134"/>
                  <a:gd name="T1" fmla="*/ 190 h 48"/>
                  <a:gd name="T2" fmla="*/ 237 w 134"/>
                  <a:gd name="T3" fmla="*/ 421 h 48"/>
                  <a:gd name="T4" fmla="*/ 627 w 134"/>
                  <a:gd name="T5" fmla="*/ 461 h 48"/>
                  <a:gd name="T6" fmla="*/ 1001 w 134"/>
                  <a:gd name="T7" fmla="*/ 388 h 48"/>
                  <a:gd name="T8" fmla="*/ 1327 w 134"/>
                  <a:gd name="T9" fmla="*/ 0 h 48"/>
                  <a:gd name="T10" fmla="*/ 1088 w 134"/>
                  <a:gd name="T11" fmla="*/ 238 h 48"/>
                  <a:gd name="T12" fmla="*/ 721 w 134"/>
                  <a:gd name="T13" fmla="*/ 326 h 48"/>
                  <a:gd name="T14" fmla="*/ 396 w 134"/>
                  <a:gd name="T15" fmla="*/ 340 h 48"/>
                  <a:gd name="T16" fmla="*/ 117 w 134"/>
                  <a:gd name="T17" fmla="*/ 25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48">
                    <a:moveTo>
                      <a:pt x="0" y="19"/>
                    </a:moveTo>
                    <a:cubicBezTo>
                      <a:pt x="7" y="31"/>
                      <a:pt x="12" y="37"/>
                      <a:pt x="24" y="42"/>
                    </a:cubicBezTo>
                    <a:cubicBezTo>
                      <a:pt x="37" y="47"/>
                      <a:pt x="49" y="45"/>
                      <a:pt x="63" y="46"/>
                    </a:cubicBezTo>
                    <a:cubicBezTo>
                      <a:pt x="77" y="46"/>
                      <a:pt x="89" y="48"/>
                      <a:pt x="101" y="39"/>
                    </a:cubicBezTo>
                    <a:cubicBezTo>
                      <a:pt x="113" y="31"/>
                      <a:pt x="133" y="15"/>
                      <a:pt x="134" y="0"/>
                    </a:cubicBezTo>
                    <a:cubicBezTo>
                      <a:pt x="124" y="4"/>
                      <a:pt x="119" y="18"/>
                      <a:pt x="110" y="24"/>
                    </a:cubicBezTo>
                    <a:cubicBezTo>
                      <a:pt x="99" y="32"/>
                      <a:pt x="86" y="33"/>
                      <a:pt x="73" y="33"/>
                    </a:cubicBezTo>
                    <a:cubicBezTo>
                      <a:pt x="62" y="33"/>
                      <a:pt x="51" y="35"/>
                      <a:pt x="40" y="34"/>
                    </a:cubicBezTo>
                    <a:cubicBezTo>
                      <a:pt x="30" y="32"/>
                      <a:pt x="22" y="28"/>
                      <a:pt x="12" y="25"/>
                    </a:cubicBezTo>
                  </a:path>
                </a:pathLst>
              </a:custGeom>
              <a:solidFill>
                <a:srgbClr val="E4A4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" name="Freeform 1146">
                <a:extLst>
                  <a:ext uri="{FF2B5EF4-FFF2-40B4-BE49-F238E27FC236}">
                    <a16:creationId xmlns:a16="http://schemas.microsoft.com/office/drawing/2014/main" id="{42D02268-9AEA-49E1-A324-4142DC2D5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408"/>
                <a:ext cx="21" cy="95"/>
              </a:xfrm>
              <a:custGeom>
                <a:avLst/>
                <a:gdLst>
                  <a:gd name="T0" fmla="*/ 34 w 13"/>
                  <a:gd name="T1" fmla="*/ 0 h 60"/>
                  <a:gd name="T2" fmla="*/ 131 w 13"/>
                  <a:gd name="T3" fmla="*/ 321 h 60"/>
                  <a:gd name="T4" fmla="*/ 21 w 13"/>
                  <a:gd name="T5" fmla="*/ 597 h 60"/>
                  <a:gd name="T6" fmla="*/ 89 w 13"/>
                  <a:gd name="T7" fmla="*/ 12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60">
                    <a:moveTo>
                      <a:pt x="3" y="0"/>
                    </a:moveTo>
                    <a:cubicBezTo>
                      <a:pt x="9" y="9"/>
                      <a:pt x="12" y="21"/>
                      <a:pt x="12" y="32"/>
                    </a:cubicBezTo>
                    <a:cubicBezTo>
                      <a:pt x="13" y="44"/>
                      <a:pt x="8" y="49"/>
                      <a:pt x="2" y="60"/>
                    </a:cubicBezTo>
                    <a:cubicBezTo>
                      <a:pt x="11" y="45"/>
                      <a:pt x="0" y="26"/>
                      <a:pt x="8" y="12"/>
                    </a:cubicBezTo>
                  </a:path>
                </a:pathLst>
              </a:custGeom>
              <a:solidFill>
                <a:srgbClr val="E4A4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" name="Oval 1147">
                <a:extLst>
                  <a:ext uri="{FF2B5EF4-FFF2-40B4-BE49-F238E27FC236}">
                    <a16:creationId xmlns:a16="http://schemas.microsoft.com/office/drawing/2014/main" id="{6389F3BC-B8BA-4E9A-A936-5FBD2C2EC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8" y="2449"/>
                <a:ext cx="93" cy="87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007" name="Oval 1148">
                <a:extLst>
                  <a:ext uri="{FF2B5EF4-FFF2-40B4-BE49-F238E27FC236}">
                    <a16:creationId xmlns:a16="http://schemas.microsoft.com/office/drawing/2014/main" id="{11D688A5-7B42-4DF4-832D-9AC81B318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7" y="2430"/>
                <a:ext cx="93" cy="8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008" name="Oval 1149">
                <a:extLst>
                  <a:ext uri="{FF2B5EF4-FFF2-40B4-BE49-F238E27FC236}">
                    <a16:creationId xmlns:a16="http://schemas.microsoft.com/office/drawing/2014/main" id="{B2C3FC56-7811-4153-8B10-5F2785C1F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2441"/>
                <a:ext cx="95" cy="87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009" name="Freeform 1150">
                <a:extLst>
                  <a:ext uri="{FF2B5EF4-FFF2-40B4-BE49-F238E27FC236}">
                    <a16:creationId xmlns:a16="http://schemas.microsoft.com/office/drawing/2014/main" id="{8BA7B074-17C6-4EC1-B357-59BDDC7C9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462"/>
                <a:ext cx="73" cy="60"/>
              </a:xfrm>
              <a:custGeom>
                <a:avLst/>
                <a:gdLst>
                  <a:gd name="T0" fmla="*/ 0 w 46"/>
                  <a:gd name="T1" fmla="*/ 224 h 38"/>
                  <a:gd name="T2" fmla="*/ 13 w 46"/>
                  <a:gd name="T3" fmla="*/ 272 h 38"/>
                  <a:gd name="T4" fmla="*/ 209 w 46"/>
                  <a:gd name="T5" fmla="*/ 374 h 38"/>
                  <a:gd name="T6" fmla="*/ 463 w 46"/>
                  <a:gd name="T7" fmla="*/ 150 h 38"/>
                  <a:gd name="T8" fmla="*/ 451 w 46"/>
                  <a:gd name="T9" fmla="*/ 98 h 38"/>
                  <a:gd name="T10" fmla="*/ 252 w 46"/>
                  <a:gd name="T11" fmla="*/ 0 h 38"/>
                  <a:gd name="T12" fmla="*/ 0 w 46"/>
                  <a:gd name="T13" fmla="*/ 22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8">
                    <a:moveTo>
                      <a:pt x="0" y="23"/>
                    </a:moveTo>
                    <a:cubicBezTo>
                      <a:pt x="0" y="24"/>
                      <a:pt x="1" y="26"/>
                      <a:pt x="1" y="28"/>
                    </a:cubicBezTo>
                    <a:cubicBezTo>
                      <a:pt x="5" y="34"/>
                      <a:pt x="13" y="38"/>
                      <a:pt x="21" y="38"/>
                    </a:cubicBezTo>
                    <a:cubicBezTo>
                      <a:pt x="35" y="38"/>
                      <a:pt x="46" y="28"/>
                      <a:pt x="46" y="15"/>
                    </a:cubicBezTo>
                    <a:cubicBezTo>
                      <a:pt x="46" y="13"/>
                      <a:pt x="45" y="12"/>
                      <a:pt x="45" y="10"/>
                    </a:cubicBezTo>
                    <a:cubicBezTo>
                      <a:pt x="41" y="4"/>
                      <a:pt x="33" y="0"/>
                      <a:pt x="25" y="0"/>
                    </a:cubicBezTo>
                    <a:cubicBezTo>
                      <a:pt x="11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" name="Oval 1151">
                <a:extLst>
                  <a:ext uri="{FF2B5EF4-FFF2-40B4-BE49-F238E27FC236}">
                    <a16:creationId xmlns:a16="http://schemas.microsoft.com/office/drawing/2014/main" id="{6DE91730-DE19-44F3-B793-A00E69BED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460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011" name="Oval 1152">
                <a:extLst>
                  <a:ext uri="{FF2B5EF4-FFF2-40B4-BE49-F238E27FC236}">
                    <a16:creationId xmlns:a16="http://schemas.microsoft.com/office/drawing/2014/main" id="{9698615D-0BD1-48DC-8B7F-F52CA903A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1" y="245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012" name="Freeform 1153">
                <a:extLst>
                  <a:ext uri="{FF2B5EF4-FFF2-40B4-BE49-F238E27FC236}">
                    <a16:creationId xmlns:a16="http://schemas.microsoft.com/office/drawing/2014/main" id="{6E37FF08-4A65-487A-8843-34D5B1D2C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489"/>
                <a:ext cx="52" cy="39"/>
              </a:xfrm>
              <a:custGeom>
                <a:avLst/>
                <a:gdLst>
                  <a:gd name="T0" fmla="*/ 320 w 33"/>
                  <a:gd name="T1" fmla="*/ 0 h 25"/>
                  <a:gd name="T2" fmla="*/ 0 w 33"/>
                  <a:gd name="T3" fmla="*/ 178 h 25"/>
                  <a:gd name="T4" fmla="*/ 320 w 3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33" y="0"/>
                    </a:moveTo>
                    <a:cubicBezTo>
                      <a:pt x="28" y="22"/>
                      <a:pt x="12" y="25"/>
                      <a:pt x="0" y="19"/>
                    </a:cubicBezTo>
                    <a:cubicBezTo>
                      <a:pt x="9" y="18"/>
                      <a:pt x="25" y="15"/>
                      <a:pt x="33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" name="Freeform 1154">
                <a:extLst>
                  <a:ext uri="{FF2B5EF4-FFF2-40B4-BE49-F238E27FC236}">
                    <a16:creationId xmlns:a16="http://schemas.microsoft.com/office/drawing/2014/main" id="{F606D243-8336-4090-A9A6-656C7EDD3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261"/>
                <a:ext cx="458" cy="446"/>
              </a:xfrm>
              <a:custGeom>
                <a:avLst/>
                <a:gdLst>
                  <a:gd name="T0" fmla="*/ 859 w 289"/>
                  <a:gd name="T1" fmla="*/ 158 h 282"/>
                  <a:gd name="T2" fmla="*/ 279 w 289"/>
                  <a:gd name="T3" fmla="*/ 933 h 282"/>
                  <a:gd name="T4" fmla="*/ 203 w 289"/>
                  <a:gd name="T5" fmla="*/ 1646 h 282"/>
                  <a:gd name="T6" fmla="*/ 769 w 289"/>
                  <a:gd name="T7" fmla="*/ 2624 h 282"/>
                  <a:gd name="T8" fmla="*/ 1811 w 289"/>
                  <a:gd name="T9" fmla="*/ 2591 h 282"/>
                  <a:gd name="T10" fmla="*/ 2599 w 289"/>
                  <a:gd name="T11" fmla="*/ 1733 h 282"/>
                  <a:gd name="T12" fmla="*/ 2349 w 289"/>
                  <a:gd name="T13" fmla="*/ 455 h 282"/>
                  <a:gd name="T14" fmla="*/ 859 w 289"/>
                  <a:gd name="T15" fmla="*/ 158 h 2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9" h="282">
                    <a:moveTo>
                      <a:pt x="86" y="16"/>
                    </a:moveTo>
                    <a:cubicBezTo>
                      <a:pt x="66" y="25"/>
                      <a:pt x="56" y="62"/>
                      <a:pt x="28" y="94"/>
                    </a:cubicBezTo>
                    <a:cubicBezTo>
                      <a:pt x="0" y="126"/>
                      <a:pt x="4" y="150"/>
                      <a:pt x="20" y="166"/>
                    </a:cubicBezTo>
                    <a:cubicBezTo>
                      <a:pt x="35" y="181"/>
                      <a:pt x="52" y="261"/>
                      <a:pt x="77" y="265"/>
                    </a:cubicBezTo>
                    <a:cubicBezTo>
                      <a:pt x="102" y="270"/>
                      <a:pt x="155" y="282"/>
                      <a:pt x="181" y="262"/>
                    </a:cubicBezTo>
                    <a:cubicBezTo>
                      <a:pt x="207" y="243"/>
                      <a:pt x="232" y="214"/>
                      <a:pt x="260" y="175"/>
                    </a:cubicBezTo>
                    <a:cubicBezTo>
                      <a:pt x="289" y="135"/>
                      <a:pt x="266" y="77"/>
                      <a:pt x="235" y="46"/>
                    </a:cubicBezTo>
                    <a:cubicBezTo>
                      <a:pt x="205" y="15"/>
                      <a:pt x="135" y="0"/>
                      <a:pt x="86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" name="Freeform 1155">
                <a:extLst>
                  <a:ext uri="{FF2B5EF4-FFF2-40B4-BE49-F238E27FC236}">
                    <a16:creationId xmlns:a16="http://schemas.microsoft.com/office/drawing/2014/main" id="{DCA78DBC-97D0-41C7-BACF-0CE024EC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605"/>
                <a:ext cx="337" cy="452"/>
              </a:xfrm>
              <a:custGeom>
                <a:avLst/>
                <a:gdLst>
                  <a:gd name="T0" fmla="*/ 816 w 213"/>
                  <a:gd name="T1" fmla="*/ 158 h 286"/>
                  <a:gd name="T2" fmla="*/ 1617 w 213"/>
                  <a:gd name="T3" fmla="*/ 408 h 286"/>
                  <a:gd name="T4" fmla="*/ 2090 w 213"/>
                  <a:gd name="T5" fmla="*/ 1304 h 286"/>
                  <a:gd name="T6" fmla="*/ 1380 w 213"/>
                  <a:gd name="T7" fmla="*/ 2121 h 286"/>
                  <a:gd name="T8" fmla="*/ 476 w 213"/>
                  <a:gd name="T9" fmla="*/ 2788 h 286"/>
                  <a:gd name="T10" fmla="*/ 13 w 213"/>
                  <a:gd name="T11" fmla="*/ 2432 h 286"/>
                  <a:gd name="T12" fmla="*/ 440 w 213"/>
                  <a:gd name="T13" fmla="*/ 1462 h 286"/>
                  <a:gd name="T14" fmla="*/ 816 w 213"/>
                  <a:gd name="T15" fmla="*/ 158 h 2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286">
                    <a:moveTo>
                      <a:pt x="82" y="16"/>
                    </a:moveTo>
                    <a:cubicBezTo>
                      <a:pt x="102" y="0"/>
                      <a:pt x="142" y="12"/>
                      <a:pt x="163" y="41"/>
                    </a:cubicBezTo>
                    <a:cubicBezTo>
                      <a:pt x="183" y="69"/>
                      <a:pt x="213" y="107"/>
                      <a:pt x="211" y="132"/>
                    </a:cubicBezTo>
                    <a:cubicBezTo>
                      <a:pt x="208" y="157"/>
                      <a:pt x="188" y="175"/>
                      <a:pt x="139" y="215"/>
                    </a:cubicBezTo>
                    <a:cubicBezTo>
                      <a:pt x="90" y="254"/>
                      <a:pt x="64" y="286"/>
                      <a:pt x="48" y="283"/>
                    </a:cubicBezTo>
                    <a:cubicBezTo>
                      <a:pt x="31" y="280"/>
                      <a:pt x="0" y="264"/>
                      <a:pt x="1" y="247"/>
                    </a:cubicBezTo>
                    <a:cubicBezTo>
                      <a:pt x="2" y="230"/>
                      <a:pt x="23" y="191"/>
                      <a:pt x="44" y="148"/>
                    </a:cubicBezTo>
                    <a:cubicBezTo>
                      <a:pt x="65" y="106"/>
                      <a:pt x="60" y="32"/>
                      <a:pt x="82" y="16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" name="Freeform 1156">
                <a:extLst>
                  <a:ext uri="{FF2B5EF4-FFF2-40B4-BE49-F238E27FC236}">
                    <a16:creationId xmlns:a16="http://schemas.microsoft.com/office/drawing/2014/main" id="{EFE56E35-1B47-4423-A78A-7B2801D9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719"/>
                <a:ext cx="320" cy="329"/>
              </a:xfrm>
              <a:custGeom>
                <a:avLst/>
                <a:gdLst>
                  <a:gd name="T0" fmla="*/ 184 w 202"/>
                  <a:gd name="T1" fmla="*/ 1654 h 208"/>
                  <a:gd name="T2" fmla="*/ 559 w 202"/>
                  <a:gd name="T3" fmla="*/ 1971 h 208"/>
                  <a:gd name="T4" fmla="*/ 946 w 202"/>
                  <a:gd name="T5" fmla="*/ 1647 h 208"/>
                  <a:gd name="T6" fmla="*/ 1448 w 202"/>
                  <a:gd name="T7" fmla="*/ 1196 h 208"/>
                  <a:gd name="T8" fmla="*/ 1982 w 202"/>
                  <a:gd name="T9" fmla="*/ 633 h 208"/>
                  <a:gd name="T10" fmla="*/ 1689 w 202"/>
                  <a:gd name="T11" fmla="*/ 0 h 208"/>
                  <a:gd name="T12" fmla="*/ 1586 w 202"/>
                  <a:gd name="T13" fmla="*/ 675 h 208"/>
                  <a:gd name="T14" fmla="*/ 1415 w 202"/>
                  <a:gd name="T15" fmla="*/ 770 h 208"/>
                  <a:gd name="T16" fmla="*/ 1217 w 202"/>
                  <a:gd name="T17" fmla="*/ 1053 h 208"/>
                  <a:gd name="T18" fmla="*/ 886 w 202"/>
                  <a:gd name="T19" fmla="*/ 1170 h 208"/>
                  <a:gd name="T20" fmla="*/ 700 w 202"/>
                  <a:gd name="T21" fmla="*/ 1428 h 208"/>
                  <a:gd name="T22" fmla="*/ 258 w 202"/>
                  <a:gd name="T23" fmla="*/ 1741 h 2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2" h="208">
                    <a:moveTo>
                      <a:pt x="18" y="167"/>
                    </a:moveTo>
                    <a:cubicBezTo>
                      <a:pt x="0" y="190"/>
                      <a:pt x="39" y="208"/>
                      <a:pt x="56" y="199"/>
                    </a:cubicBezTo>
                    <a:cubicBezTo>
                      <a:pt x="68" y="192"/>
                      <a:pt x="84" y="174"/>
                      <a:pt x="95" y="166"/>
                    </a:cubicBezTo>
                    <a:cubicBezTo>
                      <a:pt x="114" y="151"/>
                      <a:pt x="127" y="136"/>
                      <a:pt x="145" y="121"/>
                    </a:cubicBezTo>
                    <a:cubicBezTo>
                      <a:pt x="164" y="107"/>
                      <a:pt x="195" y="90"/>
                      <a:pt x="199" y="64"/>
                    </a:cubicBezTo>
                    <a:cubicBezTo>
                      <a:pt x="202" y="46"/>
                      <a:pt x="184" y="8"/>
                      <a:pt x="169" y="0"/>
                    </a:cubicBezTo>
                    <a:cubicBezTo>
                      <a:pt x="179" y="24"/>
                      <a:pt x="186" y="53"/>
                      <a:pt x="159" y="68"/>
                    </a:cubicBezTo>
                    <a:cubicBezTo>
                      <a:pt x="153" y="71"/>
                      <a:pt x="147" y="73"/>
                      <a:pt x="142" y="78"/>
                    </a:cubicBezTo>
                    <a:cubicBezTo>
                      <a:pt x="134" y="87"/>
                      <a:pt x="132" y="98"/>
                      <a:pt x="122" y="106"/>
                    </a:cubicBezTo>
                    <a:cubicBezTo>
                      <a:pt x="111" y="114"/>
                      <a:pt x="100" y="112"/>
                      <a:pt x="89" y="118"/>
                    </a:cubicBezTo>
                    <a:cubicBezTo>
                      <a:pt x="80" y="124"/>
                      <a:pt x="75" y="134"/>
                      <a:pt x="70" y="144"/>
                    </a:cubicBezTo>
                    <a:cubicBezTo>
                      <a:pt x="63" y="162"/>
                      <a:pt x="51" y="191"/>
                      <a:pt x="26" y="176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" name="Freeform 1157">
                <a:extLst>
                  <a:ext uri="{FF2B5EF4-FFF2-40B4-BE49-F238E27FC236}">
                    <a16:creationId xmlns:a16="http://schemas.microsoft.com/office/drawing/2014/main" id="{996BD853-79E1-4EE7-8369-1C49BA8AF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09"/>
                <a:ext cx="158" cy="173"/>
              </a:xfrm>
              <a:custGeom>
                <a:avLst/>
                <a:gdLst>
                  <a:gd name="T0" fmla="*/ 986 w 100"/>
                  <a:gd name="T1" fmla="*/ 576 h 110"/>
                  <a:gd name="T2" fmla="*/ 224 w 100"/>
                  <a:gd name="T3" fmla="*/ 190 h 110"/>
                  <a:gd name="T4" fmla="*/ 87 w 100"/>
                  <a:gd name="T5" fmla="*/ 599 h 110"/>
                  <a:gd name="T6" fmla="*/ 0 w 100"/>
                  <a:gd name="T7" fmla="*/ 1058 h 110"/>
                  <a:gd name="T8" fmla="*/ 408 w 100"/>
                  <a:gd name="T9" fmla="*/ 569 h 110"/>
                  <a:gd name="T10" fmla="*/ 698 w 100"/>
                  <a:gd name="T11" fmla="*/ 665 h 110"/>
                  <a:gd name="T12" fmla="*/ 904 w 100"/>
                  <a:gd name="T13" fmla="*/ 599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110">
                    <a:moveTo>
                      <a:pt x="100" y="60"/>
                    </a:moveTo>
                    <a:cubicBezTo>
                      <a:pt x="83" y="40"/>
                      <a:pt x="53" y="0"/>
                      <a:pt x="23" y="20"/>
                    </a:cubicBezTo>
                    <a:cubicBezTo>
                      <a:pt x="8" y="30"/>
                      <a:pt x="11" y="46"/>
                      <a:pt x="9" y="62"/>
                    </a:cubicBezTo>
                    <a:cubicBezTo>
                      <a:pt x="6" y="78"/>
                      <a:pt x="4" y="94"/>
                      <a:pt x="0" y="110"/>
                    </a:cubicBezTo>
                    <a:cubicBezTo>
                      <a:pt x="18" y="100"/>
                      <a:pt x="13" y="58"/>
                      <a:pt x="41" y="59"/>
                    </a:cubicBezTo>
                    <a:cubicBezTo>
                      <a:pt x="54" y="60"/>
                      <a:pt x="57" y="73"/>
                      <a:pt x="71" y="69"/>
                    </a:cubicBezTo>
                    <a:cubicBezTo>
                      <a:pt x="79" y="66"/>
                      <a:pt x="83" y="57"/>
                      <a:pt x="92" y="62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" name="Freeform 1158">
                <a:extLst>
                  <a:ext uri="{FF2B5EF4-FFF2-40B4-BE49-F238E27FC236}">
                    <a16:creationId xmlns:a16="http://schemas.microsoft.com/office/drawing/2014/main" id="{DFDE5DFE-9F6E-4426-8DCD-8B3971210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855"/>
                <a:ext cx="66" cy="117"/>
              </a:xfrm>
              <a:custGeom>
                <a:avLst/>
                <a:gdLst>
                  <a:gd name="T0" fmla="*/ 349 w 42"/>
                  <a:gd name="T1" fmla="*/ 0 h 74"/>
                  <a:gd name="T2" fmla="*/ 151 w 42"/>
                  <a:gd name="T3" fmla="*/ 345 h 74"/>
                  <a:gd name="T4" fmla="*/ 35 w 42"/>
                  <a:gd name="T5" fmla="*/ 625 h 74"/>
                  <a:gd name="T6" fmla="*/ 203 w 42"/>
                  <a:gd name="T7" fmla="*/ 474 h 74"/>
                  <a:gd name="T8" fmla="*/ 366 w 42"/>
                  <a:gd name="T9" fmla="*/ 335 h 74"/>
                  <a:gd name="T10" fmla="*/ 366 w 42"/>
                  <a:gd name="T11" fmla="*/ 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74">
                    <a:moveTo>
                      <a:pt x="36" y="0"/>
                    </a:moveTo>
                    <a:cubicBezTo>
                      <a:pt x="30" y="12"/>
                      <a:pt x="24" y="24"/>
                      <a:pt x="16" y="35"/>
                    </a:cubicBezTo>
                    <a:cubicBezTo>
                      <a:pt x="13" y="41"/>
                      <a:pt x="0" y="56"/>
                      <a:pt x="4" y="63"/>
                    </a:cubicBezTo>
                    <a:cubicBezTo>
                      <a:pt x="10" y="74"/>
                      <a:pt x="17" y="52"/>
                      <a:pt x="21" y="48"/>
                    </a:cubicBezTo>
                    <a:cubicBezTo>
                      <a:pt x="25" y="43"/>
                      <a:pt x="34" y="40"/>
                      <a:pt x="38" y="34"/>
                    </a:cubicBezTo>
                    <a:cubicBezTo>
                      <a:pt x="42" y="27"/>
                      <a:pt x="37" y="17"/>
                      <a:pt x="38" y="9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" name="Freeform 1159">
                <a:extLst>
                  <a:ext uri="{FF2B5EF4-FFF2-40B4-BE49-F238E27FC236}">
                    <a16:creationId xmlns:a16="http://schemas.microsoft.com/office/drawing/2014/main" id="{8B177399-BFEE-4CED-91E2-3606AF63D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643"/>
                <a:ext cx="51" cy="40"/>
              </a:xfrm>
              <a:custGeom>
                <a:avLst/>
                <a:gdLst>
                  <a:gd name="T0" fmla="*/ 116 w 32"/>
                  <a:gd name="T1" fmla="*/ 54 h 25"/>
                  <a:gd name="T2" fmla="*/ 53 w 32"/>
                  <a:gd name="T3" fmla="*/ 261 h 25"/>
                  <a:gd name="T4" fmla="*/ 134 w 32"/>
                  <a:gd name="T5" fmla="*/ 144 h 25"/>
                  <a:gd name="T6" fmla="*/ 328 w 32"/>
                  <a:gd name="T7" fmla="*/ 118 h 25"/>
                  <a:gd name="T8" fmla="*/ 239 w 32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5">
                    <a:moveTo>
                      <a:pt x="11" y="5"/>
                    </a:moveTo>
                    <a:cubicBezTo>
                      <a:pt x="5" y="9"/>
                      <a:pt x="0" y="19"/>
                      <a:pt x="5" y="25"/>
                    </a:cubicBezTo>
                    <a:cubicBezTo>
                      <a:pt x="8" y="22"/>
                      <a:pt x="9" y="16"/>
                      <a:pt x="13" y="14"/>
                    </a:cubicBezTo>
                    <a:cubicBezTo>
                      <a:pt x="18" y="10"/>
                      <a:pt x="27" y="13"/>
                      <a:pt x="32" y="11"/>
                    </a:cubicBezTo>
                    <a:cubicBezTo>
                      <a:pt x="32" y="6"/>
                      <a:pt x="28" y="2"/>
                      <a:pt x="2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" name="Freeform 1160">
                <a:extLst>
                  <a:ext uri="{FF2B5EF4-FFF2-40B4-BE49-F238E27FC236}">
                    <a16:creationId xmlns:a16="http://schemas.microsoft.com/office/drawing/2014/main" id="{230F7D34-7A7A-4992-AC2E-D25FF1E86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667"/>
                <a:ext cx="45" cy="19"/>
              </a:xfrm>
              <a:custGeom>
                <a:avLst/>
                <a:gdLst>
                  <a:gd name="T0" fmla="*/ 129 w 28"/>
                  <a:gd name="T1" fmla="*/ 0 h 12"/>
                  <a:gd name="T2" fmla="*/ 178 w 2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12" y="0"/>
                    </a:moveTo>
                    <a:cubicBezTo>
                      <a:pt x="0" y="12"/>
                      <a:pt x="28" y="10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" name="Oval 1161">
                <a:extLst>
                  <a:ext uri="{FF2B5EF4-FFF2-40B4-BE49-F238E27FC236}">
                    <a16:creationId xmlns:a16="http://schemas.microsoft.com/office/drawing/2014/main" id="{21337AAA-DB62-4151-9C33-F345C7A6F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781"/>
                <a:ext cx="108" cy="101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021" name="Oval 1162">
                <a:extLst>
                  <a:ext uri="{FF2B5EF4-FFF2-40B4-BE49-F238E27FC236}">
                    <a16:creationId xmlns:a16="http://schemas.microsoft.com/office/drawing/2014/main" id="{63607E58-7B9B-4F9A-94DA-83DB74D36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8" y="2759"/>
                <a:ext cx="108" cy="10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022" name="Oval 1163">
                <a:extLst>
                  <a:ext uri="{FF2B5EF4-FFF2-40B4-BE49-F238E27FC236}">
                    <a16:creationId xmlns:a16="http://schemas.microsoft.com/office/drawing/2014/main" id="{46389250-5696-4336-90A2-22F0C97D6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2771"/>
                <a:ext cx="108" cy="101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023" name="Freeform 1164">
                <a:extLst>
                  <a:ext uri="{FF2B5EF4-FFF2-40B4-BE49-F238E27FC236}">
                    <a16:creationId xmlns:a16="http://schemas.microsoft.com/office/drawing/2014/main" id="{9EED1EBE-CF90-4E63-9986-6F88218AC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797"/>
                <a:ext cx="82" cy="68"/>
              </a:xfrm>
              <a:custGeom>
                <a:avLst/>
                <a:gdLst>
                  <a:gd name="T0" fmla="*/ 0 w 52"/>
                  <a:gd name="T1" fmla="*/ 258 h 43"/>
                  <a:gd name="T2" fmla="*/ 13 w 52"/>
                  <a:gd name="T3" fmla="*/ 319 h 43"/>
                  <a:gd name="T4" fmla="*/ 237 w 52"/>
                  <a:gd name="T5" fmla="*/ 427 h 43"/>
                  <a:gd name="T6" fmla="*/ 505 w 52"/>
                  <a:gd name="T7" fmla="*/ 171 h 43"/>
                  <a:gd name="T8" fmla="*/ 495 w 52"/>
                  <a:gd name="T9" fmla="*/ 108 h 43"/>
                  <a:gd name="T10" fmla="*/ 271 w 52"/>
                  <a:gd name="T11" fmla="*/ 0 h 43"/>
                  <a:gd name="T12" fmla="*/ 0 w 52"/>
                  <a:gd name="T13" fmla="*/ 258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3">
                    <a:moveTo>
                      <a:pt x="0" y="26"/>
                    </a:moveTo>
                    <a:cubicBezTo>
                      <a:pt x="0" y="28"/>
                      <a:pt x="0" y="30"/>
                      <a:pt x="1" y="32"/>
                    </a:cubicBezTo>
                    <a:cubicBezTo>
                      <a:pt x="6" y="39"/>
                      <a:pt x="14" y="43"/>
                      <a:pt x="24" y="43"/>
                    </a:cubicBezTo>
                    <a:cubicBezTo>
                      <a:pt x="39" y="43"/>
                      <a:pt x="52" y="32"/>
                      <a:pt x="52" y="17"/>
                    </a:cubicBezTo>
                    <a:cubicBezTo>
                      <a:pt x="52" y="15"/>
                      <a:pt x="52" y="13"/>
                      <a:pt x="51" y="11"/>
                    </a:cubicBezTo>
                    <a:cubicBezTo>
                      <a:pt x="46" y="4"/>
                      <a:pt x="38" y="0"/>
                      <a:pt x="28" y="0"/>
                    </a:cubicBezTo>
                    <a:cubicBezTo>
                      <a:pt x="12" y="0"/>
                      <a:pt x="0" y="11"/>
                      <a:pt x="0" y="26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" name="Oval 1165">
                <a:extLst>
                  <a:ext uri="{FF2B5EF4-FFF2-40B4-BE49-F238E27FC236}">
                    <a16:creationId xmlns:a16="http://schemas.microsoft.com/office/drawing/2014/main" id="{428F40BD-3170-4ECC-8912-B61E8C147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2795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025" name="Oval 1166">
                <a:extLst>
                  <a:ext uri="{FF2B5EF4-FFF2-40B4-BE49-F238E27FC236}">
                    <a16:creationId xmlns:a16="http://schemas.microsoft.com/office/drawing/2014/main" id="{725DB520-2693-4A67-87C6-94A131DED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790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026" name="Freeform 1167">
                <a:extLst>
                  <a:ext uri="{FF2B5EF4-FFF2-40B4-BE49-F238E27FC236}">
                    <a16:creationId xmlns:a16="http://schemas.microsoft.com/office/drawing/2014/main" id="{577EFC9D-579D-4BB2-AD46-919E6398F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828"/>
                <a:ext cx="60" cy="44"/>
              </a:xfrm>
              <a:custGeom>
                <a:avLst/>
                <a:gdLst>
                  <a:gd name="T0" fmla="*/ 374 w 38"/>
                  <a:gd name="T1" fmla="*/ 0 h 28"/>
                  <a:gd name="T2" fmla="*/ 0 w 38"/>
                  <a:gd name="T3" fmla="*/ 203 h 28"/>
                  <a:gd name="T4" fmla="*/ 374 w 3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8">
                    <a:moveTo>
                      <a:pt x="38" y="0"/>
                    </a:moveTo>
                    <a:cubicBezTo>
                      <a:pt x="32" y="24"/>
                      <a:pt x="13" y="28"/>
                      <a:pt x="0" y="21"/>
                    </a:cubicBezTo>
                    <a:cubicBezTo>
                      <a:pt x="9" y="20"/>
                      <a:pt x="28" y="17"/>
                      <a:pt x="38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" name="Freeform 1168">
                <a:extLst>
                  <a:ext uri="{FF2B5EF4-FFF2-40B4-BE49-F238E27FC236}">
                    <a16:creationId xmlns:a16="http://schemas.microsoft.com/office/drawing/2014/main" id="{325E1D9B-C9E3-464E-962D-705E9F520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605"/>
                <a:ext cx="337" cy="452"/>
              </a:xfrm>
              <a:custGeom>
                <a:avLst/>
                <a:gdLst>
                  <a:gd name="T0" fmla="*/ 816 w 213"/>
                  <a:gd name="T1" fmla="*/ 158 h 286"/>
                  <a:gd name="T2" fmla="*/ 1617 w 213"/>
                  <a:gd name="T3" fmla="*/ 408 h 286"/>
                  <a:gd name="T4" fmla="*/ 2090 w 213"/>
                  <a:gd name="T5" fmla="*/ 1304 h 286"/>
                  <a:gd name="T6" fmla="*/ 1380 w 213"/>
                  <a:gd name="T7" fmla="*/ 2121 h 286"/>
                  <a:gd name="T8" fmla="*/ 476 w 213"/>
                  <a:gd name="T9" fmla="*/ 2788 h 286"/>
                  <a:gd name="T10" fmla="*/ 13 w 213"/>
                  <a:gd name="T11" fmla="*/ 2432 h 286"/>
                  <a:gd name="T12" fmla="*/ 440 w 213"/>
                  <a:gd name="T13" fmla="*/ 1462 h 286"/>
                  <a:gd name="T14" fmla="*/ 816 w 213"/>
                  <a:gd name="T15" fmla="*/ 158 h 2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286">
                    <a:moveTo>
                      <a:pt x="82" y="16"/>
                    </a:moveTo>
                    <a:cubicBezTo>
                      <a:pt x="102" y="0"/>
                      <a:pt x="142" y="12"/>
                      <a:pt x="163" y="41"/>
                    </a:cubicBezTo>
                    <a:cubicBezTo>
                      <a:pt x="183" y="69"/>
                      <a:pt x="213" y="107"/>
                      <a:pt x="211" y="132"/>
                    </a:cubicBezTo>
                    <a:cubicBezTo>
                      <a:pt x="208" y="157"/>
                      <a:pt x="188" y="175"/>
                      <a:pt x="139" y="215"/>
                    </a:cubicBezTo>
                    <a:cubicBezTo>
                      <a:pt x="90" y="254"/>
                      <a:pt x="64" y="286"/>
                      <a:pt x="48" y="283"/>
                    </a:cubicBezTo>
                    <a:cubicBezTo>
                      <a:pt x="31" y="280"/>
                      <a:pt x="0" y="264"/>
                      <a:pt x="1" y="247"/>
                    </a:cubicBezTo>
                    <a:cubicBezTo>
                      <a:pt x="2" y="230"/>
                      <a:pt x="23" y="191"/>
                      <a:pt x="44" y="148"/>
                    </a:cubicBezTo>
                    <a:cubicBezTo>
                      <a:pt x="65" y="106"/>
                      <a:pt x="60" y="32"/>
                      <a:pt x="82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" name="Freeform 1169">
                <a:extLst>
                  <a:ext uri="{FF2B5EF4-FFF2-40B4-BE49-F238E27FC236}">
                    <a16:creationId xmlns:a16="http://schemas.microsoft.com/office/drawing/2014/main" id="{8BBBD9C5-2999-4B78-9DA5-2CD5B8DB3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378"/>
                <a:ext cx="681" cy="1199"/>
              </a:xfrm>
              <a:custGeom>
                <a:avLst/>
                <a:gdLst>
                  <a:gd name="T0" fmla="*/ 4031 w 430"/>
                  <a:gd name="T1" fmla="*/ 2836 h 759"/>
                  <a:gd name="T2" fmla="*/ 4271 w 430"/>
                  <a:gd name="T3" fmla="*/ 2515 h 759"/>
                  <a:gd name="T4" fmla="*/ 4221 w 430"/>
                  <a:gd name="T5" fmla="*/ 2425 h 759"/>
                  <a:gd name="T6" fmla="*/ 4116 w 430"/>
                  <a:gd name="T7" fmla="*/ 2496 h 759"/>
                  <a:gd name="T8" fmla="*/ 3825 w 430"/>
                  <a:gd name="T9" fmla="*/ 2733 h 759"/>
                  <a:gd name="T10" fmla="*/ 3806 w 430"/>
                  <a:gd name="T11" fmla="*/ 2747 h 759"/>
                  <a:gd name="T12" fmla="*/ 3210 w 430"/>
                  <a:gd name="T13" fmla="*/ 3156 h 759"/>
                  <a:gd name="T14" fmla="*/ 2900 w 430"/>
                  <a:gd name="T15" fmla="*/ 3074 h 759"/>
                  <a:gd name="T16" fmla="*/ 2694 w 430"/>
                  <a:gd name="T17" fmla="*/ 1769 h 759"/>
                  <a:gd name="T18" fmla="*/ 2510 w 430"/>
                  <a:gd name="T19" fmla="*/ 1226 h 759"/>
                  <a:gd name="T20" fmla="*/ 2455 w 430"/>
                  <a:gd name="T21" fmla="*/ 749 h 759"/>
                  <a:gd name="T22" fmla="*/ 2629 w 430"/>
                  <a:gd name="T23" fmla="*/ 354 h 759"/>
                  <a:gd name="T24" fmla="*/ 2665 w 430"/>
                  <a:gd name="T25" fmla="*/ 276 h 759"/>
                  <a:gd name="T26" fmla="*/ 2574 w 430"/>
                  <a:gd name="T27" fmla="*/ 267 h 759"/>
                  <a:gd name="T28" fmla="*/ 2265 w 430"/>
                  <a:gd name="T29" fmla="*/ 763 h 759"/>
                  <a:gd name="T30" fmla="*/ 2170 w 430"/>
                  <a:gd name="T31" fmla="*/ 784 h 759"/>
                  <a:gd name="T32" fmla="*/ 1552 w 430"/>
                  <a:gd name="T33" fmla="*/ 68 h 759"/>
                  <a:gd name="T34" fmla="*/ 1465 w 430"/>
                  <a:gd name="T35" fmla="*/ 13 h 759"/>
                  <a:gd name="T36" fmla="*/ 1435 w 430"/>
                  <a:gd name="T37" fmla="*/ 117 h 759"/>
                  <a:gd name="T38" fmla="*/ 2132 w 430"/>
                  <a:gd name="T39" fmla="*/ 1000 h 759"/>
                  <a:gd name="T40" fmla="*/ 2471 w 430"/>
                  <a:gd name="T41" fmla="*/ 1889 h 759"/>
                  <a:gd name="T42" fmla="*/ 2510 w 430"/>
                  <a:gd name="T43" fmla="*/ 2461 h 759"/>
                  <a:gd name="T44" fmla="*/ 2543 w 430"/>
                  <a:gd name="T45" fmla="*/ 2704 h 759"/>
                  <a:gd name="T46" fmla="*/ 2578 w 430"/>
                  <a:gd name="T47" fmla="*/ 3039 h 759"/>
                  <a:gd name="T48" fmla="*/ 2612 w 430"/>
                  <a:gd name="T49" fmla="*/ 3224 h 759"/>
                  <a:gd name="T50" fmla="*/ 2371 w 430"/>
                  <a:gd name="T51" fmla="*/ 4017 h 759"/>
                  <a:gd name="T52" fmla="*/ 1367 w 430"/>
                  <a:gd name="T53" fmla="*/ 3150 h 759"/>
                  <a:gd name="T54" fmla="*/ 972 w 430"/>
                  <a:gd name="T55" fmla="*/ 2815 h 759"/>
                  <a:gd name="T56" fmla="*/ 627 w 430"/>
                  <a:gd name="T57" fmla="*/ 2565 h 759"/>
                  <a:gd name="T58" fmla="*/ 580 w 430"/>
                  <a:gd name="T59" fmla="*/ 2278 h 759"/>
                  <a:gd name="T60" fmla="*/ 597 w 430"/>
                  <a:gd name="T61" fmla="*/ 2022 h 759"/>
                  <a:gd name="T62" fmla="*/ 508 w 430"/>
                  <a:gd name="T63" fmla="*/ 2054 h 759"/>
                  <a:gd name="T64" fmla="*/ 491 w 430"/>
                  <a:gd name="T65" fmla="*/ 2235 h 759"/>
                  <a:gd name="T66" fmla="*/ 529 w 430"/>
                  <a:gd name="T67" fmla="*/ 2644 h 759"/>
                  <a:gd name="T68" fmla="*/ 540 w 430"/>
                  <a:gd name="T69" fmla="*/ 2763 h 759"/>
                  <a:gd name="T70" fmla="*/ 203 w 430"/>
                  <a:gd name="T71" fmla="*/ 2940 h 759"/>
                  <a:gd name="T72" fmla="*/ 68 w 430"/>
                  <a:gd name="T73" fmla="*/ 3039 h 759"/>
                  <a:gd name="T74" fmla="*/ 33 w 430"/>
                  <a:gd name="T75" fmla="*/ 3137 h 759"/>
                  <a:gd name="T76" fmla="*/ 279 w 430"/>
                  <a:gd name="T77" fmla="*/ 3019 h 759"/>
                  <a:gd name="T78" fmla="*/ 885 w 430"/>
                  <a:gd name="T79" fmla="*/ 2957 h 759"/>
                  <a:gd name="T80" fmla="*/ 1207 w 430"/>
                  <a:gd name="T81" fmla="*/ 3237 h 759"/>
                  <a:gd name="T82" fmla="*/ 1275 w 430"/>
                  <a:gd name="T83" fmla="*/ 3393 h 759"/>
                  <a:gd name="T84" fmla="*/ 1379 w 430"/>
                  <a:gd name="T85" fmla="*/ 3630 h 759"/>
                  <a:gd name="T86" fmla="*/ 1775 w 430"/>
                  <a:gd name="T87" fmla="*/ 4330 h 759"/>
                  <a:gd name="T88" fmla="*/ 1775 w 430"/>
                  <a:gd name="T89" fmla="*/ 5531 h 759"/>
                  <a:gd name="T90" fmla="*/ 1636 w 430"/>
                  <a:gd name="T91" fmla="*/ 6962 h 759"/>
                  <a:gd name="T92" fmla="*/ 3020 w 430"/>
                  <a:gd name="T93" fmla="*/ 7366 h 759"/>
                  <a:gd name="T94" fmla="*/ 4151 w 430"/>
                  <a:gd name="T95" fmla="*/ 7175 h 759"/>
                  <a:gd name="T96" fmla="*/ 4287 w 430"/>
                  <a:gd name="T97" fmla="*/ 5717 h 759"/>
                  <a:gd name="T98" fmla="*/ 4061 w 430"/>
                  <a:gd name="T99" fmla="*/ 4619 h 759"/>
                  <a:gd name="T100" fmla="*/ 3554 w 430"/>
                  <a:gd name="T101" fmla="*/ 3899 h 759"/>
                  <a:gd name="T102" fmla="*/ 3587 w 430"/>
                  <a:gd name="T103" fmla="*/ 3257 h 759"/>
                  <a:gd name="T104" fmla="*/ 4031 w 430"/>
                  <a:gd name="T105" fmla="*/ 2836 h 7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30" h="759">
                    <a:moveTo>
                      <a:pt x="405" y="288"/>
                    </a:moveTo>
                    <a:cubicBezTo>
                      <a:pt x="417" y="280"/>
                      <a:pt x="427" y="270"/>
                      <a:pt x="429" y="256"/>
                    </a:cubicBezTo>
                    <a:cubicBezTo>
                      <a:pt x="430" y="251"/>
                      <a:pt x="429" y="247"/>
                      <a:pt x="424" y="246"/>
                    </a:cubicBezTo>
                    <a:cubicBezTo>
                      <a:pt x="419" y="246"/>
                      <a:pt x="414" y="249"/>
                      <a:pt x="413" y="254"/>
                    </a:cubicBezTo>
                    <a:cubicBezTo>
                      <a:pt x="412" y="264"/>
                      <a:pt x="397" y="273"/>
                      <a:pt x="384" y="278"/>
                    </a:cubicBezTo>
                    <a:cubicBezTo>
                      <a:pt x="382" y="279"/>
                      <a:pt x="382" y="279"/>
                      <a:pt x="382" y="279"/>
                    </a:cubicBezTo>
                    <a:cubicBezTo>
                      <a:pt x="366" y="284"/>
                      <a:pt x="334" y="289"/>
                      <a:pt x="322" y="321"/>
                    </a:cubicBezTo>
                    <a:cubicBezTo>
                      <a:pt x="314" y="336"/>
                      <a:pt x="296" y="336"/>
                      <a:pt x="291" y="313"/>
                    </a:cubicBezTo>
                    <a:cubicBezTo>
                      <a:pt x="291" y="313"/>
                      <a:pt x="273" y="202"/>
                      <a:pt x="270" y="180"/>
                    </a:cubicBezTo>
                    <a:cubicBezTo>
                      <a:pt x="267" y="157"/>
                      <a:pt x="257" y="137"/>
                      <a:pt x="252" y="125"/>
                    </a:cubicBezTo>
                    <a:cubicBezTo>
                      <a:pt x="249" y="119"/>
                      <a:pt x="241" y="96"/>
                      <a:pt x="246" y="76"/>
                    </a:cubicBezTo>
                    <a:cubicBezTo>
                      <a:pt x="248" y="63"/>
                      <a:pt x="251" y="44"/>
                      <a:pt x="264" y="36"/>
                    </a:cubicBezTo>
                    <a:cubicBezTo>
                      <a:pt x="268" y="33"/>
                      <a:pt x="271" y="32"/>
                      <a:pt x="268" y="28"/>
                    </a:cubicBezTo>
                    <a:cubicBezTo>
                      <a:pt x="266" y="24"/>
                      <a:pt x="262" y="25"/>
                      <a:pt x="258" y="27"/>
                    </a:cubicBezTo>
                    <a:cubicBezTo>
                      <a:pt x="238" y="40"/>
                      <a:pt x="230" y="59"/>
                      <a:pt x="227" y="78"/>
                    </a:cubicBezTo>
                    <a:cubicBezTo>
                      <a:pt x="227" y="81"/>
                      <a:pt x="221" y="83"/>
                      <a:pt x="218" y="80"/>
                    </a:cubicBezTo>
                    <a:cubicBezTo>
                      <a:pt x="195" y="59"/>
                      <a:pt x="168" y="36"/>
                      <a:pt x="156" y="7"/>
                    </a:cubicBezTo>
                    <a:cubicBezTo>
                      <a:pt x="155" y="3"/>
                      <a:pt x="151" y="0"/>
                      <a:pt x="147" y="1"/>
                    </a:cubicBezTo>
                    <a:cubicBezTo>
                      <a:pt x="142" y="3"/>
                      <a:pt x="143" y="7"/>
                      <a:pt x="144" y="12"/>
                    </a:cubicBezTo>
                    <a:cubicBezTo>
                      <a:pt x="159" y="48"/>
                      <a:pt x="188" y="77"/>
                      <a:pt x="214" y="102"/>
                    </a:cubicBezTo>
                    <a:cubicBezTo>
                      <a:pt x="234" y="122"/>
                      <a:pt x="246" y="161"/>
                      <a:pt x="248" y="192"/>
                    </a:cubicBezTo>
                    <a:cubicBezTo>
                      <a:pt x="248" y="211"/>
                      <a:pt x="250" y="231"/>
                      <a:pt x="252" y="250"/>
                    </a:cubicBezTo>
                    <a:cubicBezTo>
                      <a:pt x="255" y="275"/>
                      <a:pt x="255" y="275"/>
                      <a:pt x="255" y="275"/>
                    </a:cubicBezTo>
                    <a:cubicBezTo>
                      <a:pt x="256" y="287"/>
                      <a:pt x="258" y="298"/>
                      <a:pt x="259" y="309"/>
                    </a:cubicBezTo>
                    <a:cubicBezTo>
                      <a:pt x="262" y="328"/>
                      <a:pt x="262" y="328"/>
                      <a:pt x="262" y="328"/>
                    </a:cubicBezTo>
                    <a:cubicBezTo>
                      <a:pt x="263" y="334"/>
                      <a:pt x="282" y="396"/>
                      <a:pt x="238" y="408"/>
                    </a:cubicBezTo>
                    <a:cubicBezTo>
                      <a:pt x="206" y="416"/>
                      <a:pt x="153" y="355"/>
                      <a:pt x="137" y="320"/>
                    </a:cubicBezTo>
                    <a:cubicBezTo>
                      <a:pt x="128" y="303"/>
                      <a:pt x="113" y="294"/>
                      <a:pt x="98" y="286"/>
                    </a:cubicBezTo>
                    <a:cubicBezTo>
                      <a:pt x="86" y="278"/>
                      <a:pt x="70" y="272"/>
                      <a:pt x="63" y="261"/>
                    </a:cubicBezTo>
                    <a:cubicBezTo>
                      <a:pt x="59" y="254"/>
                      <a:pt x="57" y="244"/>
                      <a:pt x="58" y="232"/>
                    </a:cubicBezTo>
                    <a:cubicBezTo>
                      <a:pt x="59" y="225"/>
                      <a:pt x="60" y="213"/>
                      <a:pt x="60" y="206"/>
                    </a:cubicBezTo>
                    <a:cubicBezTo>
                      <a:pt x="59" y="198"/>
                      <a:pt x="50" y="198"/>
                      <a:pt x="51" y="209"/>
                    </a:cubicBezTo>
                    <a:cubicBezTo>
                      <a:pt x="52" y="214"/>
                      <a:pt x="50" y="220"/>
                      <a:pt x="49" y="227"/>
                    </a:cubicBezTo>
                    <a:cubicBezTo>
                      <a:pt x="48" y="241"/>
                      <a:pt x="45" y="257"/>
                      <a:pt x="53" y="269"/>
                    </a:cubicBezTo>
                    <a:cubicBezTo>
                      <a:pt x="55" y="273"/>
                      <a:pt x="61" y="279"/>
                      <a:pt x="54" y="281"/>
                    </a:cubicBezTo>
                    <a:cubicBezTo>
                      <a:pt x="40" y="284"/>
                      <a:pt x="30" y="292"/>
                      <a:pt x="20" y="299"/>
                    </a:cubicBezTo>
                    <a:cubicBezTo>
                      <a:pt x="15" y="303"/>
                      <a:pt x="11" y="306"/>
                      <a:pt x="7" y="309"/>
                    </a:cubicBezTo>
                    <a:cubicBezTo>
                      <a:pt x="3" y="312"/>
                      <a:pt x="0" y="314"/>
                      <a:pt x="3" y="319"/>
                    </a:cubicBezTo>
                    <a:cubicBezTo>
                      <a:pt x="6" y="323"/>
                      <a:pt x="24" y="310"/>
                      <a:pt x="28" y="307"/>
                    </a:cubicBezTo>
                    <a:cubicBezTo>
                      <a:pt x="52" y="290"/>
                      <a:pt x="77" y="292"/>
                      <a:pt x="89" y="301"/>
                    </a:cubicBezTo>
                    <a:cubicBezTo>
                      <a:pt x="102" y="309"/>
                      <a:pt x="115" y="316"/>
                      <a:pt x="121" y="329"/>
                    </a:cubicBezTo>
                    <a:cubicBezTo>
                      <a:pt x="124" y="334"/>
                      <a:pt x="126" y="339"/>
                      <a:pt x="128" y="345"/>
                    </a:cubicBezTo>
                    <a:cubicBezTo>
                      <a:pt x="130" y="353"/>
                      <a:pt x="133" y="361"/>
                      <a:pt x="138" y="369"/>
                    </a:cubicBezTo>
                    <a:cubicBezTo>
                      <a:pt x="153" y="399"/>
                      <a:pt x="172" y="416"/>
                      <a:pt x="178" y="440"/>
                    </a:cubicBezTo>
                    <a:cubicBezTo>
                      <a:pt x="184" y="464"/>
                      <a:pt x="187" y="511"/>
                      <a:pt x="178" y="562"/>
                    </a:cubicBezTo>
                    <a:cubicBezTo>
                      <a:pt x="168" y="612"/>
                      <a:pt x="162" y="657"/>
                      <a:pt x="164" y="708"/>
                    </a:cubicBezTo>
                    <a:cubicBezTo>
                      <a:pt x="165" y="759"/>
                      <a:pt x="269" y="751"/>
                      <a:pt x="303" y="749"/>
                    </a:cubicBezTo>
                    <a:cubicBezTo>
                      <a:pt x="346" y="745"/>
                      <a:pt x="410" y="754"/>
                      <a:pt x="417" y="729"/>
                    </a:cubicBezTo>
                    <a:cubicBezTo>
                      <a:pt x="425" y="704"/>
                      <a:pt x="430" y="650"/>
                      <a:pt x="430" y="581"/>
                    </a:cubicBezTo>
                    <a:cubicBezTo>
                      <a:pt x="430" y="511"/>
                      <a:pt x="421" y="495"/>
                      <a:pt x="407" y="470"/>
                    </a:cubicBezTo>
                    <a:cubicBezTo>
                      <a:pt x="392" y="445"/>
                      <a:pt x="366" y="415"/>
                      <a:pt x="357" y="396"/>
                    </a:cubicBezTo>
                    <a:cubicBezTo>
                      <a:pt x="349" y="378"/>
                      <a:pt x="353" y="343"/>
                      <a:pt x="360" y="331"/>
                    </a:cubicBezTo>
                    <a:cubicBezTo>
                      <a:pt x="373" y="296"/>
                      <a:pt x="400" y="291"/>
                      <a:pt x="405" y="288"/>
                    </a:cubicBezTo>
                    <a:close/>
                  </a:path>
                </a:pathLst>
              </a:custGeom>
              <a:solidFill>
                <a:srgbClr val="3B7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" name="Freeform 1170">
                <a:extLst>
                  <a:ext uri="{FF2B5EF4-FFF2-40B4-BE49-F238E27FC236}">
                    <a16:creationId xmlns:a16="http://schemas.microsoft.com/office/drawing/2014/main" id="{6F52607B-2CD5-4D78-805F-15535CCB9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858"/>
                <a:ext cx="276" cy="480"/>
              </a:xfrm>
              <a:custGeom>
                <a:avLst/>
                <a:gdLst>
                  <a:gd name="T0" fmla="*/ 327 w 174"/>
                  <a:gd name="T1" fmla="*/ 1069 h 304"/>
                  <a:gd name="T2" fmla="*/ 958 w 174"/>
                  <a:gd name="T3" fmla="*/ 845 h 304"/>
                  <a:gd name="T4" fmla="*/ 974 w 174"/>
                  <a:gd name="T5" fmla="*/ 245 h 304"/>
                  <a:gd name="T6" fmla="*/ 1125 w 174"/>
                  <a:gd name="T7" fmla="*/ 388 h 304"/>
                  <a:gd name="T8" fmla="*/ 1424 w 174"/>
                  <a:gd name="T9" fmla="*/ 322 h 304"/>
                  <a:gd name="T10" fmla="*/ 1748 w 174"/>
                  <a:gd name="T11" fmla="*/ 0 h 304"/>
                  <a:gd name="T12" fmla="*/ 1524 w 174"/>
                  <a:gd name="T13" fmla="*/ 322 h 304"/>
                  <a:gd name="T14" fmla="*/ 1369 w 174"/>
                  <a:gd name="T15" fmla="*/ 646 h 304"/>
                  <a:gd name="T16" fmla="*/ 1336 w 174"/>
                  <a:gd name="T17" fmla="*/ 968 h 304"/>
                  <a:gd name="T18" fmla="*/ 1034 w 174"/>
                  <a:gd name="T19" fmla="*/ 1217 h 304"/>
                  <a:gd name="T20" fmla="*/ 755 w 174"/>
                  <a:gd name="T21" fmla="*/ 1549 h 304"/>
                  <a:gd name="T22" fmla="*/ 422 w 174"/>
                  <a:gd name="T23" fmla="*/ 1952 h 304"/>
                  <a:gd name="T24" fmla="*/ 13 w 174"/>
                  <a:gd name="T25" fmla="*/ 2984 h 304"/>
                  <a:gd name="T26" fmla="*/ 192 w 174"/>
                  <a:gd name="T27" fmla="*/ 1814 h 304"/>
                  <a:gd name="T28" fmla="*/ 130 w 174"/>
                  <a:gd name="T29" fmla="*/ 1318 h 304"/>
                  <a:gd name="T30" fmla="*/ 33 w 174"/>
                  <a:gd name="T31" fmla="*/ 1069 h 304"/>
                  <a:gd name="T32" fmla="*/ 206 w 174"/>
                  <a:gd name="T33" fmla="*/ 1020 h 3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4" h="304">
                    <a:moveTo>
                      <a:pt x="33" y="109"/>
                    </a:moveTo>
                    <a:cubicBezTo>
                      <a:pt x="57" y="115"/>
                      <a:pt x="84" y="111"/>
                      <a:pt x="95" y="86"/>
                    </a:cubicBezTo>
                    <a:cubicBezTo>
                      <a:pt x="103" y="67"/>
                      <a:pt x="91" y="43"/>
                      <a:pt x="97" y="25"/>
                    </a:cubicBezTo>
                    <a:cubicBezTo>
                      <a:pt x="106" y="26"/>
                      <a:pt x="102" y="37"/>
                      <a:pt x="112" y="40"/>
                    </a:cubicBezTo>
                    <a:cubicBezTo>
                      <a:pt x="120" y="42"/>
                      <a:pt x="135" y="38"/>
                      <a:pt x="142" y="33"/>
                    </a:cubicBezTo>
                    <a:cubicBezTo>
                      <a:pt x="155" y="24"/>
                      <a:pt x="156" y="5"/>
                      <a:pt x="174" y="0"/>
                    </a:cubicBezTo>
                    <a:cubicBezTo>
                      <a:pt x="171" y="11"/>
                      <a:pt x="159" y="24"/>
                      <a:pt x="152" y="33"/>
                    </a:cubicBezTo>
                    <a:cubicBezTo>
                      <a:pt x="145" y="44"/>
                      <a:pt x="137" y="53"/>
                      <a:pt x="136" y="66"/>
                    </a:cubicBezTo>
                    <a:cubicBezTo>
                      <a:pt x="135" y="78"/>
                      <a:pt x="142" y="88"/>
                      <a:pt x="133" y="99"/>
                    </a:cubicBezTo>
                    <a:cubicBezTo>
                      <a:pt x="125" y="109"/>
                      <a:pt x="112" y="115"/>
                      <a:pt x="103" y="124"/>
                    </a:cubicBezTo>
                    <a:cubicBezTo>
                      <a:pt x="90" y="135"/>
                      <a:pt x="84" y="145"/>
                      <a:pt x="75" y="158"/>
                    </a:cubicBezTo>
                    <a:cubicBezTo>
                      <a:pt x="65" y="173"/>
                      <a:pt x="50" y="183"/>
                      <a:pt x="42" y="199"/>
                    </a:cubicBezTo>
                    <a:cubicBezTo>
                      <a:pt x="25" y="232"/>
                      <a:pt x="20" y="272"/>
                      <a:pt x="1" y="304"/>
                    </a:cubicBezTo>
                    <a:cubicBezTo>
                      <a:pt x="3" y="264"/>
                      <a:pt x="19" y="225"/>
                      <a:pt x="19" y="185"/>
                    </a:cubicBezTo>
                    <a:cubicBezTo>
                      <a:pt x="19" y="169"/>
                      <a:pt x="18" y="150"/>
                      <a:pt x="13" y="134"/>
                    </a:cubicBezTo>
                    <a:cubicBezTo>
                      <a:pt x="10" y="128"/>
                      <a:pt x="0" y="116"/>
                      <a:pt x="3" y="109"/>
                    </a:cubicBezTo>
                    <a:cubicBezTo>
                      <a:pt x="6" y="102"/>
                      <a:pt x="16" y="101"/>
                      <a:pt x="21" y="104"/>
                    </a:cubicBezTo>
                  </a:path>
                </a:pathLst>
              </a:custGeom>
              <a:solidFill>
                <a:srgbClr val="738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" name="Freeform 1171">
                <a:extLst>
                  <a:ext uri="{FF2B5EF4-FFF2-40B4-BE49-F238E27FC236}">
                    <a16:creationId xmlns:a16="http://schemas.microsoft.com/office/drawing/2014/main" id="{9BA30EBA-BE4D-4B32-A07F-4A5A790D4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959"/>
                <a:ext cx="268" cy="188"/>
              </a:xfrm>
              <a:custGeom>
                <a:avLst/>
                <a:gdLst>
                  <a:gd name="T0" fmla="*/ 0 w 169"/>
                  <a:gd name="T1" fmla="*/ 1171 h 119"/>
                  <a:gd name="T2" fmla="*/ 790 w 169"/>
                  <a:gd name="T3" fmla="*/ 848 h 119"/>
                  <a:gd name="T4" fmla="*/ 1335 w 169"/>
                  <a:gd name="T5" fmla="*/ 883 h 119"/>
                  <a:gd name="T6" fmla="*/ 1627 w 169"/>
                  <a:gd name="T7" fmla="*/ 934 h 119"/>
                  <a:gd name="T8" fmla="*/ 1219 w 169"/>
                  <a:gd name="T9" fmla="*/ 559 h 119"/>
                  <a:gd name="T10" fmla="*/ 1005 w 169"/>
                  <a:gd name="T11" fmla="*/ 395 h 119"/>
                  <a:gd name="T12" fmla="*/ 893 w 169"/>
                  <a:gd name="T13" fmla="*/ 237 h 119"/>
                  <a:gd name="T14" fmla="*/ 842 w 169"/>
                  <a:gd name="T15" fmla="*/ 0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9" h="119">
                    <a:moveTo>
                      <a:pt x="0" y="119"/>
                    </a:moveTo>
                    <a:cubicBezTo>
                      <a:pt x="23" y="98"/>
                      <a:pt x="49" y="86"/>
                      <a:pt x="79" y="86"/>
                    </a:cubicBezTo>
                    <a:cubicBezTo>
                      <a:pt x="98" y="85"/>
                      <a:pt x="116" y="84"/>
                      <a:pt x="133" y="90"/>
                    </a:cubicBezTo>
                    <a:cubicBezTo>
                      <a:pt x="139" y="92"/>
                      <a:pt x="157" y="105"/>
                      <a:pt x="162" y="95"/>
                    </a:cubicBezTo>
                    <a:cubicBezTo>
                      <a:pt x="169" y="80"/>
                      <a:pt x="130" y="61"/>
                      <a:pt x="122" y="57"/>
                    </a:cubicBezTo>
                    <a:cubicBezTo>
                      <a:pt x="112" y="52"/>
                      <a:pt x="106" y="50"/>
                      <a:pt x="100" y="40"/>
                    </a:cubicBezTo>
                    <a:cubicBezTo>
                      <a:pt x="97" y="35"/>
                      <a:pt x="92" y="29"/>
                      <a:pt x="89" y="24"/>
                    </a:cubicBezTo>
                    <a:cubicBezTo>
                      <a:pt x="85" y="16"/>
                      <a:pt x="86" y="8"/>
                      <a:pt x="84" y="0"/>
                    </a:cubicBezTo>
                  </a:path>
                </a:pathLst>
              </a:custGeom>
              <a:solidFill>
                <a:srgbClr val="738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" name="Freeform 1172">
                <a:extLst>
                  <a:ext uri="{FF2B5EF4-FFF2-40B4-BE49-F238E27FC236}">
                    <a16:creationId xmlns:a16="http://schemas.microsoft.com/office/drawing/2014/main" id="{B94B970C-4675-4671-B3F6-5BC745BD5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127"/>
                <a:ext cx="410" cy="422"/>
              </a:xfrm>
              <a:custGeom>
                <a:avLst/>
                <a:gdLst>
                  <a:gd name="T0" fmla="*/ 117 w 259"/>
                  <a:gd name="T1" fmla="*/ 1634 h 267"/>
                  <a:gd name="T2" fmla="*/ 461 w 259"/>
                  <a:gd name="T3" fmla="*/ 2578 h 267"/>
                  <a:gd name="T4" fmla="*/ 937 w 259"/>
                  <a:gd name="T5" fmla="*/ 2613 h 267"/>
                  <a:gd name="T6" fmla="*/ 1591 w 259"/>
                  <a:gd name="T7" fmla="*/ 2583 h 267"/>
                  <a:gd name="T8" fmla="*/ 2401 w 259"/>
                  <a:gd name="T9" fmla="*/ 2358 h 267"/>
                  <a:gd name="T10" fmla="*/ 2492 w 259"/>
                  <a:gd name="T11" fmla="*/ 1890 h 267"/>
                  <a:gd name="T12" fmla="*/ 2544 w 259"/>
                  <a:gd name="T13" fmla="*/ 1355 h 267"/>
                  <a:gd name="T14" fmla="*/ 2523 w 259"/>
                  <a:gd name="T15" fmla="*/ 645 h 267"/>
                  <a:gd name="T16" fmla="*/ 2436 w 259"/>
                  <a:gd name="T17" fmla="*/ 277 h 267"/>
                  <a:gd name="T18" fmla="*/ 2316 w 259"/>
                  <a:gd name="T19" fmla="*/ 0 h 267"/>
                  <a:gd name="T20" fmla="*/ 2443 w 259"/>
                  <a:gd name="T21" fmla="*/ 787 h 267"/>
                  <a:gd name="T22" fmla="*/ 2185 w 259"/>
                  <a:gd name="T23" fmla="*/ 1034 h 267"/>
                  <a:gd name="T24" fmla="*/ 2059 w 259"/>
                  <a:gd name="T25" fmla="*/ 1067 h 267"/>
                  <a:gd name="T26" fmla="*/ 2097 w 259"/>
                  <a:gd name="T27" fmla="*/ 1279 h 267"/>
                  <a:gd name="T28" fmla="*/ 2178 w 259"/>
                  <a:gd name="T29" fmla="*/ 1599 h 267"/>
                  <a:gd name="T30" fmla="*/ 2185 w 259"/>
                  <a:gd name="T31" fmla="*/ 1701 h 267"/>
                  <a:gd name="T32" fmla="*/ 2286 w 259"/>
                  <a:gd name="T33" fmla="*/ 1944 h 267"/>
                  <a:gd name="T34" fmla="*/ 1754 w 259"/>
                  <a:gd name="T35" fmla="*/ 2341 h 267"/>
                  <a:gd name="T36" fmla="*/ 1349 w 259"/>
                  <a:gd name="T37" fmla="*/ 2428 h 267"/>
                  <a:gd name="T38" fmla="*/ 1075 w 259"/>
                  <a:gd name="T39" fmla="*/ 2496 h 267"/>
                  <a:gd name="T40" fmla="*/ 988 w 259"/>
                  <a:gd name="T41" fmla="*/ 2358 h 267"/>
                  <a:gd name="T42" fmla="*/ 864 w 259"/>
                  <a:gd name="T43" fmla="*/ 2238 h 267"/>
                  <a:gd name="T44" fmla="*/ 594 w 259"/>
                  <a:gd name="T45" fmla="*/ 2151 h 267"/>
                  <a:gd name="T46" fmla="*/ 559 w 259"/>
                  <a:gd name="T47" fmla="*/ 2461 h 267"/>
                  <a:gd name="T48" fmla="*/ 293 w 259"/>
                  <a:gd name="T49" fmla="*/ 2259 h 267"/>
                  <a:gd name="T50" fmla="*/ 237 w 259"/>
                  <a:gd name="T51" fmla="*/ 2001 h 267"/>
                  <a:gd name="T52" fmla="*/ 138 w 259"/>
                  <a:gd name="T53" fmla="*/ 1634 h 26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59" h="267">
                    <a:moveTo>
                      <a:pt x="12" y="166"/>
                    </a:moveTo>
                    <a:cubicBezTo>
                      <a:pt x="12" y="203"/>
                      <a:pt x="0" y="248"/>
                      <a:pt x="46" y="261"/>
                    </a:cubicBezTo>
                    <a:cubicBezTo>
                      <a:pt x="62" y="266"/>
                      <a:pt x="78" y="267"/>
                      <a:pt x="94" y="265"/>
                    </a:cubicBezTo>
                    <a:cubicBezTo>
                      <a:pt x="116" y="262"/>
                      <a:pt x="138" y="262"/>
                      <a:pt x="160" y="262"/>
                    </a:cubicBezTo>
                    <a:cubicBezTo>
                      <a:pt x="187" y="262"/>
                      <a:pt x="227" y="267"/>
                      <a:pt x="241" y="239"/>
                    </a:cubicBezTo>
                    <a:cubicBezTo>
                      <a:pt x="248" y="225"/>
                      <a:pt x="249" y="208"/>
                      <a:pt x="251" y="192"/>
                    </a:cubicBezTo>
                    <a:cubicBezTo>
                      <a:pt x="252" y="174"/>
                      <a:pt x="254" y="155"/>
                      <a:pt x="256" y="137"/>
                    </a:cubicBezTo>
                    <a:cubicBezTo>
                      <a:pt x="258" y="113"/>
                      <a:pt x="259" y="89"/>
                      <a:pt x="254" y="65"/>
                    </a:cubicBezTo>
                    <a:cubicBezTo>
                      <a:pt x="252" y="52"/>
                      <a:pt x="248" y="40"/>
                      <a:pt x="245" y="28"/>
                    </a:cubicBezTo>
                    <a:cubicBezTo>
                      <a:pt x="243" y="19"/>
                      <a:pt x="241" y="6"/>
                      <a:pt x="233" y="0"/>
                    </a:cubicBezTo>
                    <a:cubicBezTo>
                      <a:pt x="247" y="21"/>
                      <a:pt x="249" y="56"/>
                      <a:pt x="246" y="80"/>
                    </a:cubicBezTo>
                    <a:cubicBezTo>
                      <a:pt x="244" y="97"/>
                      <a:pt x="237" y="105"/>
                      <a:pt x="220" y="105"/>
                    </a:cubicBezTo>
                    <a:cubicBezTo>
                      <a:pt x="214" y="105"/>
                      <a:pt x="211" y="102"/>
                      <a:pt x="207" y="108"/>
                    </a:cubicBezTo>
                    <a:cubicBezTo>
                      <a:pt x="204" y="113"/>
                      <a:pt x="210" y="124"/>
                      <a:pt x="211" y="130"/>
                    </a:cubicBezTo>
                    <a:cubicBezTo>
                      <a:pt x="213" y="141"/>
                      <a:pt x="218" y="151"/>
                      <a:pt x="219" y="162"/>
                    </a:cubicBezTo>
                    <a:cubicBezTo>
                      <a:pt x="220" y="166"/>
                      <a:pt x="219" y="169"/>
                      <a:pt x="220" y="173"/>
                    </a:cubicBezTo>
                    <a:cubicBezTo>
                      <a:pt x="223" y="181"/>
                      <a:pt x="230" y="188"/>
                      <a:pt x="230" y="197"/>
                    </a:cubicBezTo>
                    <a:cubicBezTo>
                      <a:pt x="231" y="226"/>
                      <a:pt x="198" y="234"/>
                      <a:pt x="176" y="237"/>
                    </a:cubicBezTo>
                    <a:cubicBezTo>
                      <a:pt x="162" y="239"/>
                      <a:pt x="149" y="242"/>
                      <a:pt x="136" y="246"/>
                    </a:cubicBezTo>
                    <a:cubicBezTo>
                      <a:pt x="129" y="248"/>
                      <a:pt x="114" y="256"/>
                      <a:pt x="108" y="253"/>
                    </a:cubicBezTo>
                    <a:cubicBezTo>
                      <a:pt x="101" y="251"/>
                      <a:pt x="103" y="245"/>
                      <a:pt x="99" y="239"/>
                    </a:cubicBezTo>
                    <a:cubicBezTo>
                      <a:pt x="95" y="235"/>
                      <a:pt x="90" y="232"/>
                      <a:pt x="87" y="227"/>
                    </a:cubicBezTo>
                    <a:cubicBezTo>
                      <a:pt x="87" y="245"/>
                      <a:pt x="65" y="220"/>
                      <a:pt x="60" y="218"/>
                    </a:cubicBezTo>
                    <a:cubicBezTo>
                      <a:pt x="60" y="229"/>
                      <a:pt x="80" y="248"/>
                      <a:pt x="56" y="249"/>
                    </a:cubicBezTo>
                    <a:cubicBezTo>
                      <a:pt x="43" y="250"/>
                      <a:pt x="33" y="240"/>
                      <a:pt x="30" y="229"/>
                    </a:cubicBezTo>
                    <a:cubicBezTo>
                      <a:pt x="28" y="220"/>
                      <a:pt x="27" y="212"/>
                      <a:pt x="24" y="203"/>
                    </a:cubicBezTo>
                    <a:cubicBezTo>
                      <a:pt x="21" y="194"/>
                      <a:pt x="11" y="176"/>
                      <a:pt x="14" y="166"/>
                    </a:cubicBezTo>
                  </a:path>
                </a:pathLst>
              </a:custGeom>
              <a:solidFill>
                <a:srgbClr val="0058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" name="Freeform 1173">
                <a:extLst>
                  <a:ext uri="{FF2B5EF4-FFF2-40B4-BE49-F238E27FC236}">
                    <a16:creationId xmlns:a16="http://schemas.microsoft.com/office/drawing/2014/main" id="{103B64F8-1622-4BFD-94F7-C37DCA67A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313"/>
                <a:ext cx="55" cy="95"/>
              </a:xfrm>
              <a:custGeom>
                <a:avLst/>
                <a:gdLst>
                  <a:gd name="T0" fmla="*/ 0 w 35"/>
                  <a:gd name="T1" fmla="*/ 464 h 60"/>
                  <a:gd name="T2" fmla="*/ 256 w 35"/>
                  <a:gd name="T3" fmla="*/ 443 h 60"/>
                  <a:gd name="T4" fmla="*/ 182 w 35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60">
                    <a:moveTo>
                      <a:pt x="0" y="47"/>
                    </a:moveTo>
                    <a:cubicBezTo>
                      <a:pt x="6" y="60"/>
                      <a:pt x="21" y="55"/>
                      <a:pt x="27" y="45"/>
                    </a:cubicBezTo>
                    <a:cubicBezTo>
                      <a:pt x="34" y="33"/>
                      <a:pt x="35" y="5"/>
                      <a:pt x="19" y="0"/>
                    </a:cubicBezTo>
                  </a:path>
                </a:pathLst>
              </a:custGeom>
              <a:solidFill>
                <a:srgbClr val="004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" name="Freeform 1174">
                <a:extLst>
                  <a:ext uri="{FF2B5EF4-FFF2-40B4-BE49-F238E27FC236}">
                    <a16:creationId xmlns:a16="http://schemas.microsoft.com/office/drawing/2014/main" id="{1EA408E9-CDAA-47F0-B8B1-A5487D11C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3032"/>
                <a:ext cx="134" cy="96"/>
              </a:xfrm>
              <a:custGeom>
                <a:avLst/>
                <a:gdLst>
                  <a:gd name="T0" fmla="*/ 32 w 85"/>
                  <a:gd name="T1" fmla="*/ 233 h 61"/>
                  <a:gd name="T2" fmla="*/ 50 w 85"/>
                  <a:gd name="T3" fmla="*/ 510 h 61"/>
                  <a:gd name="T4" fmla="*/ 203 w 85"/>
                  <a:gd name="T5" fmla="*/ 375 h 61"/>
                  <a:gd name="T6" fmla="*/ 504 w 85"/>
                  <a:gd name="T7" fmla="*/ 203 h 61"/>
                  <a:gd name="T8" fmla="*/ 828 w 85"/>
                  <a:gd name="T9" fmla="*/ 0 h 61"/>
                  <a:gd name="T10" fmla="*/ 495 w 85"/>
                  <a:gd name="T11" fmla="*/ 96 h 61"/>
                  <a:gd name="T12" fmla="*/ 96 w 85"/>
                  <a:gd name="T13" fmla="*/ 15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61">
                    <a:moveTo>
                      <a:pt x="3" y="24"/>
                    </a:moveTo>
                    <a:cubicBezTo>
                      <a:pt x="3" y="30"/>
                      <a:pt x="0" y="48"/>
                      <a:pt x="5" y="53"/>
                    </a:cubicBezTo>
                    <a:cubicBezTo>
                      <a:pt x="14" y="61"/>
                      <a:pt x="18" y="45"/>
                      <a:pt x="21" y="39"/>
                    </a:cubicBezTo>
                    <a:cubicBezTo>
                      <a:pt x="29" y="25"/>
                      <a:pt x="37" y="25"/>
                      <a:pt x="52" y="21"/>
                    </a:cubicBezTo>
                    <a:cubicBezTo>
                      <a:pt x="61" y="18"/>
                      <a:pt x="84" y="11"/>
                      <a:pt x="85" y="0"/>
                    </a:cubicBezTo>
                    <a:cubicBezTo>
                      <a:pt x="74" y="2"/>
                      <a:pt x="62" y="7"/>
                      <a:pt x="51" y="10"/>
                    </a:cubicBezTo>
                    <a:cubicBezTo>
                      <a:pt x="37" y="14"/>
                      <a:pt x="22" y="8"/>
                      <a:pt x="10" y="16"/>
                    </a:cubicBezTo>
                  </a:path>
                </a:pathLst>
              </a:custGeom>
              <a:solidFill>
                <a:srgbClr val="B7C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" name="Freeform 1175">
                <a:extLst>
                  <a:ext uri="{FF2B5EF4-FFF2-40B4-BE49-F238E27FC236}">
                    <a16:creationId xmlns:a16="http://schemas.microsoft.com/office/drawing/2014/main" id="{1477FBD0-AC90-40B3-B0F9-8116F8DA9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3060"/>
                <a:ext cx="27" cy="27"/>
              </a:xfrm>
              <a:custGeom>
                <a:avLst/>
                <a:gdLst>
                  <a:gd name="T0" fmla="*/ 64 w 17"/>
                  <a:gd name="T1" fmla="*/ 33 h 17"/>
                  <a:gd name="T2" fmla="*/ 33 w 17"/>
                  <a:gd name="T3" fmla="*/ 172 h 17"/>
                  <a:gd name="T4" fmla="*/ 172 w 17"/>
                  <a:gd name="T5" fmla="*/ 52 h 17"/>
                  <a:gd name="T6" fmla="*/ 102 w 1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6" y="3"/>
                    </a:moveTo>
                    <a:cubicBezTo>
                      <a:pt x="2" y="6"/>
                      <a:pt x="0" y="13"/>
                      <a:pt x="3" y="17"/>
                    </a:cubicBezTo>
                    <a:cubicBezTo>
                      <a:pt x="11" y="16"/>
                      <a:pt x="6" y="4"/>
                      <a:pt x="17" y="5"/>
                    </a:cubicBezTo>
                    <a:cubicBezTo>
                      <a:pt x="17" y="1"/>
                      <a:pt x="14" y="0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" name="Freeform 1176">
                <a:extLst>
                  <a:ext uri="{FF2B5EF4-FFF2-40B4-BE49-F238E27FC236}">
                    <a16:creationId xmlns:a16="http://schemas.microsoft.com/office/drawing/2014/main" id="{E2459103-2E2D-44DA-A68A-1EE814213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3057"/>
                <a:ext cx="12" cy="8"/>
              </a:xfrm>
              <a:custGeom>
                <a:avLst/>
                <a:gdLst>
                  <a:gd name="T0" fmla="*/ 27 w 8"/>
                  <a:gd name="T1" fmla="*/ 0 h 5"/>
                  <a:gd name="T2" fmla="*/ 12 w 8"/>
                  <a:gd name="T3" fmla="*/ 13 h 5"/>
                  <a:gd name="T4" fmla="*/ 12 w 8"/>
                  <a:gd name="T5" fmla="*/ 42 h 5"/>
                  <a:gd name="T6" fmla="*/ 62 w 8"/>
                  <a:gd name="T7" fmla="*/ 21 h 5"/>
                  <a:gd name="T8" fmla="*/ 12 w 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4" y="4"/>
                      <a:pt x="6" y="5"/>
                      <a:pt x="8" y="2"/>
                    </a:cubicBezTo>
                    <a:cubicBezTo>
                      <a:pt x="7" y="0"/>
                      <a:pt x="4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" name="Freeform 1177">
                <a:extLst>
                  <a:ext uri="{FF2B5EF4-FFF2-40B4-BE49-F238E27FC236}">
                    <a16:creationId xmlns:a16="http://schemas.microsoft.com/office/drawing/2014/main" id="{AB0690E9-B924-4F50-B343-C5EA07EAC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187"/>
                <a:ext cx="112" cy="46"/>
              </a:xfrm>
              <a:custGeom>
                <a:avLst/>
                <a:gdLst>
                  <a:gd name="T0" fmla="*/ 68 w 71"/>
                  <a:gd name="T1" fmla="*/ 40 h 29"/>
                  <a:gd name="T2" fmla="*/ 320 w 71"/>
                  <a:gd name="T3" fmla="*/ 40 h 29"/>
                  <a:gd name="T4" fmla="*/ 625 w 71"/>
                  <a:gd name="T5" fmla="*/ 203 h 29"/>
                  <a:gd name="T6" fmla="*/ 525 w 71"/>
                  <a:gd name="T7" fmla="*/ 259 h 29"/>
                  <a:gd name="T8" fmla="*/ 358 w 71"/>
                  <a:gd name="T9" fmla="*/ 108 h 29"/>
                  <a:gd name="T10" fmla="*/ 129 w 71"/>
                  <a:gd name="T11" fmla="*/ 108 h 29"/>
                  <a:gd name="T12" fmla="*/ 13 w 71"/>
                  <a:gd name="T13" fmla="*/ 130 h 29"/>
                  <a:gd name="T14" fmla="*/ 68 w 71"/>
                  <a:gd name="T15" fmla="*/ 4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9">
                    <a:moveTo>
                      <a:pt x="7" y="4"/>
                    </a:moveTo>
                    <a:cubicBezTo>
                      <a:pt x="14" y="0"/>
                      <a:pt x="23" y="1"/>
                      <a:pt x="33" y="4"/>
                    </a:cubicBezTo>
                    <a:cubicBezTo>
                      <a:pt x="42" y="7"/>
                      <a:pt x="56" y="15"/>
                      <a:pt x="64" y="20"/>
                    </a:cubicBezTo>
                    <a:cubicBezTo>
                      <a:pt x="71" y="25"/>
                      <a:pt x="62" y="29"/>
                      <a:pt x="54" y="26"/>
                    </a:cubicBezTo>
                    <a:cubicBezTo>
                      <a:pt x="46" y="23"/>
                      <a:pt x="45" y="16"/>
                      <a:pt x="37" y="11"/>
                    </a:cubicBezTo>
                    <a:cubicBezTo>
                      <a:pt x="28" y="6"/>
                      <a:pt x="20" y="8"/>
                      <a:pt x="13" y="11"/>
                    </a:cubicBezTo>
                    <a:cubicBezTo>
                      <a:pt x="7" y="15"/>
                      <a:pt x="4" y="16"/>
                      <a:pt x="1" y="13"/>
                    </a:cubicBezTo>
                    <a:cubicBezTo>
                      <a:pt x="0" y="10"/>
                      <a:pt x="1" y="8"/>
                      <a:pt x="7" y="4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" name="Freeform 1178">
                <a:extLst>
                  <a:ext uri="{FF2B5EF4-FFF2-40B4-BE49-F238E27FC236}">
                    <a16:creationId xmlns:a16="http://schemas.microsoft.com/office/drawing/2014/main" id="{98A6D263-2AC3-49D8-A5CC-96FEB7E7F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160"/>
                <a:ext cx="82" cy="32"/>
              </a:xfrm>
              <a:custGeom>
                <a:avLst/>
                <a:gdLst>
                  <a:gd name="T0" fmla="*/ 13 w 52"/>
                  <a:gd name="T1" fmla="*/ 118 h 20"/>
                  <a:gd name="T2" fmla="*/ 155 w 52"/>
                  <a:gd name="T3" fmla="*/ 157 h 20"/>
                  <a:gd name="T4" fmla="*/ 402 w 52"/>
                  <a:gd name="T5" fmla="*/ 67 h 20"/>
                  <a:gd name="T6" fmla="*/ 490 w 52"/>
                  <a:gd name="T7" fmla="*/ 13 h 20"/>
                  <a:gd name="T8" fmla="*/ 301 w 52"/>
                  <a:gd name="T9" fmla="*/ 34 h 20"/>
                  <a:gd name="T10" fmla="*/ 107 w 52"/>
                  <a:gd name="T11" fmla="*/ 42 h 20"/>
                  <a:gd name="T12" fmla="*/ 13 w 52"/>
                  <a:gd name="T13" fmla="*/ 11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0">
                    <a:moveTo>
                      <a:pt x="1" y="11"/>
                    </a:moveTo>
                    <a:cubicBezTo>
                      <a:pt x="0" y="18"/>
                      <a:pt x="5" y="20"/>
                      <a:pt x="16" y="15"/>
                    </a:cubicBezTo>
                    <a:cubicBezTo>
                      <a:pt x="28" y="10"/>
                      <a:pt x="33" y="7"/>
                      <a:pt x="41" y="6"/>
                    </a:cubicBezTo>
                    <a:cubicBezTo>
                      <a:pt x="48" y="4"/>
                      <a:pt x="52" y="3"/>
                      <a:pt x="50" y="1"/>
                    </a:cubicBezTo>
                    <a:cubicBezTo>
                      <a:pt x="48" y="0"/>
                      <a:pt x="37" y="1"/>
                      <a:pt x="31" y="3"/>
                    </a:cubicBezTo>
                    <a:cubicBezTo>
                      <a:pt x="24" y="4"/>
                      <a:pt x="17" y="5"/>
                      <a:pt x="11" y="4"/>
                    </a:cubicBezTo>
                    <a:cubicBezTo>
                      <a:pt x="6" y="3"/>
                      <a:pt x="2" y="7"/>
                      <a:pt x="1" y="11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" name="Freeform 1179">
                <a:extLst>
                  <a:ext uri="{FF2B5EF4-FFF2-40B4-BE49-F238E27FC236}">
                    <a16:creationId xmlns:a16="http://schemas.microsoft.com/office/drawing/2014/main" id="{DE9F7C64-90A0-4001-B751-F8D717A3B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169"/>
                <a:ext cx="198" cy="43"/>
              </a:xfrm>
              <a:custGeom>
                <a:avLst/>
                <a:gdLst>
                  <a:gd name="T0" fmla="*/ 1232 w 125"/>
                  <a:gd name="T1" fmla="*/ 193 h 27"/>
                  <a:gd name="T2" fmla="*/ 1088 w 125"/>
                  <a:gd name="T3" fmla="*/ 258 h 27"/>
                  <a:gd name="T4" fmla="*/ 700 w 125"/>
                  <a:gd name="T5" fmla="*/ 73 h 27"/>
                  <a:gd name="T6" fmla="*/ 347 w 125"/>
                  <a:gd name="T7" fmla="*/ 89 h 27"/>
                  <a:gd name="T8" fmla="*/ 52 w 125"/>
                  <a:gd name="T9" fmla="*/ 226 h 27"/>
                  <a:gd name="T10" fmla="*/ 138 w 125"/>
                  <a:gd name="T11" fmla="*/ 154 h 27"/>
                  <a:gd name="T12" fmla="*/ 390 w 125"/>
                  <a:gd name="T13" fmla="*/ 40 h 27"/>
                  <a:gd name="T14" fmla="*/ 700 w 125"/>
                  <a:gd name="T15" fmla="*/ 40 h 27"/>
                  <a:gd name="T16" fmla="*/ 1022 w 125"/>
                  <a:gd name="T17" fmla="*/ 121 h 27"/>
                  <a:gd name="T18" fmla="*/ 1232 w 125"/>
                  <a:gd name="T19" fmla="*/ 193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27">
                    <a:moveTo>
                      <a:pt x="124" y="19"/>
                    </a:moveTo>
                    <a:cubicBezTo>
                      <a:pt x="125" y="25"/>
                      <a:pt x="118" y="27"/>
                      <a:pt x="109" y="25"/>
                    </a:cubicBezTo>
                    <a:cubicBezTo>
                      <a:pt x="100" y="22"/>
                      <a:pt x="86" y="11"/>
                      <a:pt x="70" y="7"/>
                    </a:cubicBezTo>
                    <a:cubicBezTo>
                      <a:pt x="55" y="4"/>
                      <a:pt x="48" y="3"/>
                      <a:pt x="35" y="9"/>
                    </a:cubicBezTo>
                    <a:cubicBezTo>
                      <a:pt x="23" y="16"/>
                      <a:pt x="10" y="27"/>
                      <a:pt x="5" y="22"/>
                    </a:cubicBezTo>
                    <a:cubicBezTo>
                      <a:pt x="0" y="18"/>
                      <a:pt x="8" y="17"/>
                      <a:pt x="14" y="15"/>
                    </a:cubicBezTo>
                    <a:cubicBezTo>
                      <a:pt x="21" y="13"/>
                      <a:pt x="32" y="6"/>
                      <a:pt x="39" y="4"/>
                    </a:cubicBezTo>
                    <a:cubicBezTo>
                      <a:pt x="46" y="1"/>
                      <a:pt x="59" y="0"/>
                      <a:pt x="70" y="4"/>
                    </a:cubicBezTo>
                    <a:cubicBezTo>
                      <a:pt x="82" y="7"/>
                      <a:pt x="92" y="12"/>
                      <a:pt x="102" y="12"/>
                    </a:cubicBezTo>
                    <a:cubicBezTo>
                      <a:pt x="112" y="13"/>
                      <a:pt x="123" y="13"/>
                      <a:pt x="124" y="19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" name="Freeform 1180">
                <a:extLst>
                  <a:ext uri="{FF2B5EF4-FFF2-40B4-BE49-F238E27FC236}">
                    <a16:creationId xmlns:a16="http://schemas.microsoft.com/office/drawing/2014/main" id="{255B3C4F-589E-4E4E-997A-729498F5A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3188"/>
                <a:ext cx="89" cy="46"/>
              </a:xfrm>
              <a:custGeom>
                <a:avLst/>
                <a:gdLst>
                  <a:gd name="T0" fmla="*/ 408 w 56"/>
                  <a:gd name="T1" fmla="*/ 159 h 29"/>
                  <a:gd name="T2" fmla="*/ 121 w 56"/>
                  <a:gd name="T3" fmla="*/ 52 h 29"/>
                  <a:gd name="T4" fmla="*/ 64 w 56"/>
                  <a:gd name="T5" fmla="*/ 68 h 29"/>
                  <a:gd name="T6" fmla="*/ 261 w 56"/>
                  <a:gd name="T7" fmla="*/ 192 h 29"/>
                  <a:gd name="T8" fmla="*/ 415 w 56"/>
                  <a:gd name="T9" fmla="*/ 279 h 29"/>
                  <a:gd name="T10" fmla="*/ 553 w 56"/>
                  <a:gd name="T11" fmla="*/ 203 h 29"/>
                  <a:gd name="T12" fmla="*/ 408 w 56"/>
                  <a:gd name="T13" fmla="*/ 15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29">
                    <a:moveTo>
                      <a:pt x="40" y="16"/>
                    </a:moveTo>
                    <a:cubicBezTo>
                      <a:pt x="31" y="17"/>
                      <a:pt x="20" y="10"/>
                      <a:pt x="12" y="5"/>
                    </a:cubicBezTo>
                    <a:cubicBezTo>
                      <a:pt x="4" y="0"/>
                      <a:pt x="0" y="4"/>
                      <a:pt x="6" y="7"/>
                    </a:cubicBezTo>
                    <a:cubicBezTo>
                      <a:pt x="11" y="9"/>
                      <a:pt x="21" y="14"/>
                      <a:pt x="26" y="19"/>
                    </a:cubicBezTo>
                    <a:cubicBezTo>
                      <a:pt x="31" y="23"/>
                      <a:pt x="35" y="27"/>
                      <a:pt x="41" y="28"/>
                    </a:cubicBezTo>
                    <a:cubicBezTo>
                      <a:pt x="46" y="29"/>
                      <a:pt x="56" y="25"/>
                      <a:pt x="55" y="20"/>
                    </a:cubicBezTo>
                    <a:cubicBezTo>
                      <a:pt x="53" y="15"/>
                      <a:pt x="47" y="14"/>
                      <a:pt x="40" y="16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" name="Freeform 1181">
                <a:extLst>
                  <a:ext uri="{FF2B5EF4-FFF2-40B4-BE49-F238E27FC236}">
                    <a16:creationId xmlns:a16="http://schemas.microsoft.com/office/drawing/2014/main" id="{A60FA799-A85C-4DA1-80AD-C228AD22D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179"/>
                <a:ext cx="74" cy="39"/>
              </a:xfrm>
              <a:custGeom>
                <a:avLst/>
                <a:gdLst>
                  <a:gd name="T0" fmla="*/ 457 w 47"/>
                  <a:gd name="T1" fmla="*/ 30 h 25"/>
                  <a:gd name="T2" fmla="*/ 367 w 47"/>
                  <a:gd name="T3" fmla="*/ 34 h 25"/>
                  <a:gd name="T4" fmla="*/ 137 w 47"/>
                  <a:gd name="T5" fmla="*/ 178 h 25"/>
                  <a:gd name="T6" fmla="*/ 35 w 47"/>
                  <a:gd name="T7" fmla="*/ 201 h 25"/>
                  <a:gd name="T8" fmla="*/ 96 w 47"/>
                  <a:gd name="T9" fmla="*/ 114 h 25"/>
                  <a:gd name="T10" fmla="*/ 320 w 47"/>
                  <a:gd name="T11" fmla="*/ 0 h 25"/>
                  <a:gd name="T12" fmla="*/ 457 w 47"/>
                  <a:gd name="T13" fmla="*/ 3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5">
                    <a:moveTo>
                      <a:pt x="47" y="3"/>
                    </a:moveTo>
                    <a:cubicBezTo>
                      <a:pt x="47" y="6"/>
                      <a:pt x="44" y="3"/>
                      <a:pt x="38" y="4"/>
                    </a:cubicBezTo>
                    <a:cubicBezTo>
                      <a:pt x="32" y="5"/>
                      <a:pt x="22" y="7"/>
                      <a:pt x="14" y="19"/>
                    </a:cubicBezTo>
                    <a:cubicBezTo>
                      <a:pt x="10" y="25"/>
                      <a:pt x="7" y="25"/>
                      <a:pt x="4" y="22"/>
                    </a:cubicBezTo>
                    <a:cubicBezTo>
                      <a:pt x="0" y="19"/>
                      <a:pt x="6" y="15"/>
                      <a:pt x="10" y="12"/>
                    </a:cubicBezTo>
                    <a:cubicBezTo>
                      <a:pt x="14" y="8"/>
                      <a:pt x="26" y="1"/>
                      <a:pt x="33" y="0"/>
                    </a:cubicBezTo>
                    <a:cubicBezTo>
                      <a:pt x="41" y="0"/>
                      <a:pt x="47" y="1"/>
                      <a:pt x="47" y="3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" name="Freeform 1182">
                <a:extLst>
                  <a:ext uri="{FF2B5EF4-FFF2-40B4-BE49-F238E27FC236}">
                    <a16:creationId xmlns:a16="http://schemas.microsoft.com/office/drawing/2014/main" id="{DE25FF6A-E565-4A6B-ABCB-6263D60A5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3204"/>
                <a:ext cx="33" cy="21"/>
              </a:xfrm>
              <a:custGeom>
                <a:avLst/>
                <a:gdLst>
                  <a:gd name="T0" fmla="*/ 182 w 21"/>
                  <a:gd name="T1" fmla="*/ 102 h 13"/>
                  <a:gd name="T2" fmla="*/ 116 w 21"/>
                  <a:gd name="T3" fmla="*/ 0 h 13"/>
                  <a:gd name="T4" fmla="*/ 20 w 21"/>
                  <a:gd name="T5" fmla="*/ 34 h 13"/>
                  <a:gd name="T6" fmla="*/ 96 w 21"/>
                  <a:gd name="T7" fmla="*/ 144 h 13"/>
                  <a:gd name="T8" fmla="*/ 182 w 21"/>
                  <a:gd name="T9" fmla="*/ 10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3">
                    <a:moveTo>
                      <a:pt x="19" y="9"/>
                    </a:moveTo>
                    <a:cubicBezTo>
                      <a:pt x="21" y="3"/>
                      <a:pt x="17" y="0"/>
                      <a:pt x="12" y="0"/>
                    </a:cubicBezTo>
                    <a:cubicBezTo>
                      <a:pt x="7" y="0"/>
                      <a:pt x="3" y="0"/>
                      <a:pt x="2" y="3"/>
                    </a:cubicBezTo>
                    <a:cubicBezTo>
                      <a:pt x="0" y="7"/>
                      <a:pt x="5" y="13"/>
                      <a:pt x="10" y="13"/>
                    </a:cubicBezTo>
                    <a:cubicBezTo>
                      <a:pt x="13" y="13"/>
                      <a:pt x="18" y="12"/>
                      <a:pt x="19" y="9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" name="Freeform 1183">
                <a:extLst>
                  <a:ext uri="{FF2B5EF4-FFF2-40B4-BE49-F238E27FC236}">
                    <a16:creationId xmlns:a16="http://schemas.microsoft.com/office/drawing/2014/main" id="{0B2C4526-DC80-4943-B1BF-B8F6B6C04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3206"/>
                <a:ext cx="24" cy="17"/>
              </a:xfrm>
              <a:custGeom>
                <a:avLst/>
                <a:gdLst>
                  <a:gd name="T0" fmla="*/ 74 w 15"/>
                  <a:gd name="T1" fmla="*/ 87 h 11"/>
                  <a:gd name="T2" fmla="*/ 13 w 15"/>
                  <a:gd name="T3" fmla="*/ 53 h 11"/>
                  <a:gd name="T4" fmla="*/ 0 w 15"/>
                  <a:gd name="T5" fmla="*/ 29 h 11"/>
                  <a:gd name="T6" fmla="*/ 90 w 15"/>
                  <a:gd name="T7" fmla="*/ 0 h 11"/>
                  <a:gd name="T8" fmla="*/ 144 w 15"/>
                  <a:gd name="T9" fmla="*/ 29 h 11"/>
                  <a:gd name="T10" fmla="*/ 157 w 15"/>
                  <a:gd name="T11" fmla="*/ 45 h 11"/>
                  <a:gd name="T12" fmla="*/ 157 w 15"/>
                  <a:gd name="T13" fmla="*/ 62 h 11"/>
                  <a:gd name="T14" fmla="*/ 74 w 15"/>
                  <a:gd name="T15" fmla="*/ 87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1">
                    <a:moveTo>
                      <a:pt x="7" y="10"/>
                    </a:moveTo>
                    <a:cubicBezTo>
                      <a:pt x="5" y="10"/>
                      <a:pt x="2" y="8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9" y="0"/>
                    </a:cubicBezTo>
                    <a:cubicBezTo>
                      <a:pt x="11" y="0"/>
                      <a:pt x="13" y="1"/>
                      <a:pt x="14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3" y="10"/>
                      <a:pt x="10" y="11"/>
                      <a:pt x="7" y="10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" name="Freeform 1184">
                <a:extLst>
                  <a:ext uri="{FF2B5EF4-FFF2-40B4-BE49-F238E27FC236}">
                    <a16:creationId xmlns:a16="http://schemas.microsoft.com/office/drawing/2014/main" id="{9F77BA55-B990-44BD-A81E-807670F78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3131"/>
                <a:ext cx="74" cy="31"/>
              </a:xfrm>
              <a:custGeom>
                <a:avLst/>
                <a:gdLst>
                  <a:gd name="T0" fmla="*/ 406 w 47"/>
                  <a:gd name="T1" fmla="*/ 199 h 19"/>
                  <a:gd name="T2" fmla="*/ 301 w 47"/>
                  <a:gd name="T3" fmla="*/ 147 h 19"/>
                  <a:gd name="T4" fmla="*/ 121 w 47"/>
                  <a:gd name="T5" fmla="*/ 126 h 19"/>
                  <a:gd name="T6" fmla="*/ 0 w 47"/>
                  <a:gd name="T7" fmla="*/ 104 h 19"/>
                  <a:gd name="T8" fmla="*/ 107 w 47"/>
                  <a:gd name="T9" fmla="*/ 55 h 19"/>
                  <a:gd name="T10" fmla="*/ 233 w 47"/>
                  <a:gd name="T11" fmla="*/ 90 h 19"/>
                  <a:gd name="T12" fmla="*/ 406 w 47"/>
                  <a:gd name="T13" fmla="*/ 90 h 19"/>
                  <a:gd name="T14" fmla="*/ 457 w 47"/>
                  <a:gd name="T15" fmla="*/ 165 h 19"/>
                  <a:gd name="T16" fmla="*/ 406 w 47"/>
                  <a:gd name="T17" fmla="*/ 19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19">
                    <a:moveTo>
                      <a:pt x="42" y="17"/>
                    </a:moveTo>
                    <a:cubicBezTo>
                      <a:pt x="40" y="16"/>
                      <a:pt x="35" y="13"/>
                      <a:pt x="31" y="13"/>
                    </a:cubicBezTo>
                    <a:cubicBezTo>
                      <a:pt x="27" y="13"/>
                      <a:pt x="18" y="12"/>
                      <a:pt x="13" y="11"/>
                    </a:cubicBezTo>
                    <a:cubicBezTo>
                      <a:pt x="7" y="10"/>
                      <a:pt x="0" y="17"/>
                      <a:pt x="0" y="9"/>
                    </a:cubicBezTo>
                    <a:cubicBezTo>
                      <a:pt x="0" y="0"/>
                      <a:pt x="8" y="4"/>
                      <a:pt x="11" y="5"/>
                    </a:cubicBezTo>
                    <a:cubicBezTo>
                      <a:pt x="14" y="7"/>
                      <a:pt x="18" y="7"/>
                      <a:pt x="24" y="8"/>
                    </a:cubicBezTo>
                    <a:cubicBezTo>
                      <a:pt x="30" y="9"/>
                      <a:pt x="39" y="9"/>
                      <a:pt x="42" y="8"/>
                    </a:cubicBezTo>
                    <a:cubicBezTo>
                      <a:pt x="44" y="7"/>
                      <a:pt x="47" y="11"/>
                      <a:pt x="47" y="14"/>
                    </a:cubicBezTo>
                    <a:cubicBezTo>
                      <a:pt x="47" y="16"/>
                      <a:pt x="45" y="19"/>
                      <a:pt x="42" y="17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4" name="Freeform 1185">
                <a:extLst>
                  <a:ext uri="{FF2B5EF4-FFF2-40B4-BE49-F238E27FC236}">
                    <a16:creationId xmlns:a16="http://schemas.microsoft.com/office/drawing/2014/main" id="{F660D59B-B152-435D-A63D-034C84A32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143"/>
                <a:ext cx="172" cy="53"/>
              </a:xfrm>
              <a:custGeom>
                <a:avLst/>
                <a:gdLst>
                  <a:gd name="T0" fmla="*/ 824 w 109"/>
                  <a:gd name="T1" fmla="*/ 136 h 34"/>
                  <a:gd name="T2" fmla="*/ 707 w 109"/>
                  <a:gd name="T3" fmla="*/ 101 h 34"/>
                  <a:gd name="T4" fmla="*/ 428 w 109"/>
                  <a:gd name="T5" fmla="*/ 83 h 34"/>
                  <a:gd name="T6" fmla="*/ 185 w 109"/>
                  <a:gd name="T7" fmla="*/ 19 h 34"/>
                  <a:gd name="T8" fmla="*/ 13 w 109"/>
                  <a:gd name="T9" fmla="*/ 53 h 34"/>
                  <a:gd name="T10" fmla="*/ 129 w 109"/>
                  <a:gd name="T11" fmla="*/ 95 h 34"/>
                  <a:gd name="T12" fmla="*/ 292 w 109"/>
                  <a:gd name="T13" fmla="*/ 83 h 34"/>
                  <a:gd name="T14" fmla="*/ 491 w 109"/>
                  <a:gd name="T15" fmla="*/ 129 h 34"/>
                  <a:gd name="T16" fmla="*/ 451 w 109"/>
                  <a:gd name="T17" fmla="*/ 148 h 34"/>
                  <a:gd name="T18" fmla="*/ 333 w 109"/>
                  <a:gd name="T19" fmla="*/ 129 h 34"/>
                  <a:gd name="T20" fmla="*/ 409 w 109"/>
                  <a:gd name="T21" fmla="*/ 182 h 34"/>
                  <a:gd name="T22" fmla="*/ 664 w 109"/>
                  <a:gd name="T23" fmla="*/ 231 h 34"/>
                  <a:gd name="T24" fmla="*/ 918 w 109"/>
                  <a:gd name="T25" fmla="*/ 284 h 34"/>
                  <a:gd name="T26" fmla="*/ 1053 w 109"/>
                  <a:gd name="T27" fmla="*/ 262 h 34"/>
                  <a:gd name="T28" fmla="*/ 931 w 109"/>
                  <a:gd name="T29" fmla="*/ 212 h 34"/>
                  <a:gd name="T30" fmla="*/ 658 w 109"/>
                  <a:gd name="T31" fmla="*/ 182 h 34"/>
                  <a:gd name="T32" fmla="*/ 625 w 109"/>
                  <a:gd name="T33" fmla="*/ 157 h 34"/>
                  <a:gd name="T34" fmla="*/ 712 w 109"/>
                  <a:gd name="T35" fmla="*/ 157 h 34"/>
                  <a:gd name="T36" fmla="*/ 824 w 109"/>
                  <a:gd name="T37" fmla="*/ 136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9" h="34">
                    <a:moveTo>
                      <a:pt x="84" y="15"/>
                    </a:moveTo>
                    <a:cubicBezTo>
                      <a:pt x="85" y="9"/>
                      <a:pt x="78" y="9"/>
                      <a:pt x="72" y="11"/>
                    </a:cubicBezTo>
                    <a:cubicBezTo>
                      <a:pt x="65" y="12"/>
                      <a:pt x="54" y="11"/>
                      <a:pt x="44" y="9"/>
                    </a:cubicBezTo>
                    <a:cubicBezTo>
                      <a:pt x="35" y="6"/>
                      <a:pt x="30" y="3"/>
                      <a:pt x="19" y="2"/>
                    </a:cubicBezTo>
                    <a:cubicBezTo>
                      <a:pt x="8" y="1"/>
                      <a:pt x="2" y="0"/>
                      <a:pt x="1" y="6"/>
                    </a:cubicBezTo>
                    <a:cubicBezTo>
                      <a:pt x="0" y="12"/>
                      <a:pt x="10" y="11"/>
                      <a:pt x="13" y="10"/>
                    </a:cubicBezTo>
                    <a:cubicBezTo>
                      <a:pt x="15" y="8"/>
                      <a:pt x="21" y="8"/>
                      <a:pt x="30" y="9"/>
                    </a:cubicBezTo>
                    <a:cubicBezTo>
                      <a:pt x="40" y="11"/>
                      <a:pt x="48" y="14"/>
                      <a:pt x="50" y="14"/>
                    </a:cubicBezTo>
                    <a:cubicBezTo>
                      <a:pt x="52" y="14"/>
                      <a:pt x="52" y="18"/>
                      <a:pt x="46" y="16"/>
                    </a:cubicBezTo>
                    <a:cubicBezTo>
                      <a:pt x="39" y="13"/>
                      <a:pt x="35" y="12"/>
                      <a:pt x="34" y="14"/>
                    </a:cubicBezTo>
                    <a:cubicBezTo>
                      <a:pt x="32" y="17"/>
                      <a:pt x="36" y="19"/>
                      <a:pt x="42" y="20"/>
                    </a:cubicBezTo>
                    <a:cubicBezTo>
                      <a:pt x="48" y="21"/>
                      <a:pt x="56" y="26"/>
                      <a:pt x="68" y="25"/>
                    </a:cubicBezTo>
                    <a:cubicBezTo>
                      <a:pt x="79" y="25"/>
                      <a:pt x="86" y="27"/>
                      <a:pt x="94" y="31"/>
                    </a:cubicBezTo>
                    <a:cubicBezTo>
                      <a:pt x="103" y="34"/>
                      <a:pt x="107" y="31"/>
                      <a:pt x="108" y="28"/>
                    </a:cubicBezTo>
                    <a:cubicBezTo>
                      <a:pt x="109" y="25"/>
                      <a:pt x="105" y="21"/>
                      <a:pt x="95" y="23"/>
                    </a:cubicBezTo>
                    <a:cubicBezTo>
                      <a:pt x="85" y="24"/>
                      <a:pt x="74" y="21"/>
                      <a:pt x="67" y="20"/>
                    </a:cubicBezTo>
                    <a:cubicBezTo>
                      <a:pt x="64" y="20"/>
                      <a:pt x="63" y="19"/>
                      <a:pt x="64" y="17"/>
                    </a:cubicBezTo>
                    <a:cubicBezTo>
                      <a:pt x="65" y="15"/>
                      <a:pt x="69" y="16"/>
                      <a:pt x="73" y="17"/>
                    </a:cubicBezTo>
                    <a:cubicBezTo>
                      <a:pt x="76" y="18"/>
                      <a:pt x="84" y="19"/>
                      <a:pt x="84" y="15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5" name="Freeform 1186">
                <a:extLst>
                  <a:ext uri="{FF2B5EF4-FFF2-40B4-BE49-F238E27FC236}">
                    <a16:creationId xmlns:a16="http://schemas.microsoft.com/office/drawing/2014/main" id="{A47E7DF0-CB82-4538-ADC2-63320193B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188"/>
                <a:ext cx="100" cy="41"/>
              </a:xfrm>
              <a:custGeom>
                <a:avLst/>
                <a:gdLst>
                  <a:gd name="T0" fmla="*/ 305 w 63"/>
                  <a:gd name="T1" fmla="*/ 35 h 26"/>
                  <a:gd name="T2" fmla="*/ 614 w 63"/>
                  <a:gd name="T3" fmla="*/ 197 h 26"/>
                  <a:gd name="T4" fmla="*/ 635 w 63"/>
                  <a:gd name="T5" fmla="*/ 224 h 26"/>
                  <a:gd name="T6" fmla="*/ 532 w 63"/>
                  <a:gd name="T7" fmla="*/ 237 h 26"/>
                  <a:gd name="T8" fmla="*/ 443 w 63"/>
                  <a:gd name="T9" fmla="*/ 169 h 26"/>
                  <a:gd name="T10" fmla="*/ 356 w 63"/>
                  <a:gd name="T11" fmla="*/ 87 h 26"/>
                  <a:gd name="T12" fmla="*/ 108 w 63"/>
                  <a:gd name="T13" fmla="*/ 87 h 26"/>
                  <a:gd name="T14" fmla="*/ 0 w 63"/>
                  <a:gd name="T15" fmla="*/ 107 h 26"/>
                  <a:gd name="T16" fmla="*/ 0 w 63"/>
                  <a:gd name="T17" fmla="*/ 98 h 26"/>
                  <a:gd name="T18" fmla="*/ 52 w 63"/>
                  <a:gd name="T19" fmla="*/ 35 h 26"/>
                  <a:gd name="T20" fmla="*/ 305 w 63"/>
                  <a:gd name="T21" fmla="*/ 3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26">
                    <a:moveTo>
                      <a:pt x="30" y="4"/>
                    </a:moveTo>
                    <a:cubicBezTo>
                      <a:pt x="40" y="7"/>
                      <a:pt x="55" y="16"/>
                      <a:pt x="61" y="20"/>
                    </a:cubicBezTo>
                    <a:cubicBezTo>
                      <a:pt x="62" y="20"/>
                      <a:pt x="63" y="22"/>
                      <a:pt x="63" y="23"/>
                    </a:cubicBezTo>
                    <a:cubicBezTo>
                      <a:pt x="62" y="25"/>
                      <a:pt x="57" y="26"/>
                      <a:pt x="53" y="24"/>
                    </a:cubicBezTo>
                    <a:cubicBezTo>
                      <a:pt x="48" y="23"/>
                      <a:pt x="46" y="20"/>
                      <a:pt x="44" y="17"/>
                    </a:cubicBezTo>
                    <a:cubicBezTo>
                      <a:pt x="42" y="14"/>
                      <a:pt x="39" y="12"/>
                      <a:pt x="35" y="9"/>
                    </a:cubicBezTo>
                    <a:cubicBezTo>
                      <a:pt x="28" y="5"/>
                      <a:pt x="19" y="5"/>
                      <a:pt x="11" y="9"/>
                    </a:cubicBezTo>
                    <a:cubicBezTo>
                      <a:pt x="4" y="13"/>
                      <a:pt x="2" y="13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0" y="9"/>
                      <a:pt x="1" y="7"/>
                      <a:pt x="5" y="4"/>
                    </a:cubicBezTo>
                    <a:cubicBezTo>
                      <a:pt x="11" y="0"/>
                      <a:pt x="19" y="0"/>
                      <a:pt x="30" y="4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6" name="Freeform 1187">
                <a:extLst>
                  <a:ext uri="{FF2B5EF4-FFF2-40B4-BE49-F238E27FC236}">
                    <a16:creationId xmlns:a16="http://schemas.microsoft.com/office/drawing/2014/main" id="{7F203487-1C35-4B73-8B8E-B5B00C89A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162"/>
                <a:ext cx="74" cy="25"/>
              </a:xfrm>
              <a:custGeom>
                <a:avLst/>
                <a:gdLst>
                  <a:gd name="T0" fmla="*/ 375 w 47"/>
                  <a:gd name="T1" fmla="*/ 34 h 16"/>
                  <a:gd name="T2" fmla="*/ 137 w 47"/>
                  <a:gd name="T3" fmla="*/ 117 h 16"/>
                  <a:gd name="T4" fmla="*/ 13 w 47"/>
                  <a:gd name="T5" fmla="*/ 138 h 16"/>
                  <a:gd name="T6" fmla="*/ 0 w 47"/>
                  <a:gd name="T7" fmla="*/ 95 h 16"/>
                  <a:gd name="T8" fmla="*/ 87 w 47"/>
                  <a:gd name="T9" fmla="*/ 34 h 16"/>
                  <a:gd name="T10" fmla="*/ 280 w 47"/>
                  <a:gd name="T11" fmla="*/ 31 h 16"/>
                  <a:gd name="T12" fmla="*/ 457 w 47"/>
                  <a:gd name="T13" fmla="*/ 13 h 16"/>
                  <a:gd name="T14" fmla="*/ 375 w 47"/>
                  <a:gd name="T15" fmla="*/ 3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6">
                    <a:moveTo>
                      <a:pt x="39" y="4"/>
                    </a:moveTo>
                    <a:cubicBezTo>
                      <a:pt x="31" y="5"/>
                      <a:pt x="26" y="7"/>
                      <a:pt x="14" y="13"/>
                    </a:cubicBezTo>
                    <a:cubicBezTo>
                      <a:pt x="6" y="16"/>
                      <a:pt x="3" y="16"/>
                      <a:pt x="1" y="15"/>
                    </a:cubicBezTo>
                    <a:cubicBezTo>
                      <a:pt x="0" y="14"/>
                      <a:pt x="0" y="13"/>
                      <a:pt x="0" y="10"/>
                    </a:cubicBezTo>
                    <a:cubicBezTo>
                      <a:pt x="1" y="7"/>
                      <a:pt x="5" y="3"/>
                      <a:pt x="9" y="4"/>
                    </a:cubicBezTo>
                    <a:cubicBezTo>
                      <a:pt x="14" y="5"/>
                      <a:pt x="20" y="5"/>
                      <a:pt x="29" y="3"/>
                    </a:cubicBezTo>
                    <a:cubicBezTo>
                      <a:pt x="44" y="0"/>
                      <a:pt x="47" y="1"/>
                      <a:pt x="47" y="1"/>
                    </a:cubicBezTo>
                    <a:cubicBezTo>
                      <a:pt x="46" y="2"/>
                      <a:pt x="45" y="2"/>
                      <a:pt x="39" y="4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7" name="Freeform 1188">
                <a:extLst>
                  <a:ext uri="{FF2B5EF4-FFF2-40B4-BE49-F238E27FC236}">
                    <a16:creationId xmlns:a16="http://schemas.microsoft.com/office/drawing/2014/main" id="{09948CFF-8DB8-4BE0-AA58-59234B648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171"/>
                <a:ext cx="188" cy="38"/>
              </a:xfrm>
              <a:custGeom>
                <a:avLst/>
                <a:gdLst>
                  <a:gd name="T0" fmla="*/ 305 w 119"/>
                  <a:gd name="T1" fmla="*/ 68 h 24"/>
                  <a:gd name="T2" fmla="*/ 202 w 119"/>
                  <a:gd name="T3" fmla="*/ 130 h 24"/>
                  <a:gd name="T4" fmla="*/ 21 w 119"/>
                  <a:gd name="T5" fmla="*/ 203 h 24"/>
                  <a:gd name="T6" fmla="*/ 0 w 119"/>
                  <a:gd name="T7" fmla="*/ 190 h 24"/>
                  <a:gd name="T8" fmla="*/ 68 w 119"/>
                  <a:gd name="T9" fmla="*/ 158 h 24"/>
                  <a:gd name="T10" fmla="*/ 107 w 119"/>
                  <a:gd name="T11" fmla="*/ 150 h 24"/>
                  <a:gd name="T12" fmla="*/ 237 w 119"/>
                  <a:gd name="T13" fmla="*/ 87 h 24"/>
                  <a:gd name="T14" fmla="*/ 354 w 119"/>
                  <a:gd name="T15" fmla="*/ 40 h 24"/>
                  <a:gd name="T16" fmla="*/ 646 w 119"/>
                  <a:gd name="T17" fmla="*/ 40 h 24"/>
                  <a:gd name="T18" fmla="*/ 749 w 119"/>
                  <a:gd name="T19" fmla="*/ 68 h 24"/>
                  <a:gd name="T20" fmla="*/ 965 w 119"/>
                  <a:gd name="T21" fmla="*/ 130 h 24"/>
                  <a:gd name="T22" fmla="*/ 1171 w 119"/>
                  <a:gd name="T23" fmla="*/ 184 h 24"/>
                  <a:gd name="T24" fmla="*/ 1171 w 119"/>
                  <a:gd name="T25" fmla="*/ 190 h 24"/>
                  <a:gd name="T26" fmla="*/ 1158 w 119"/>
                  <a:gd name="T27" fmla="*/ 219 h 24"/>
                  <a:gd name="T28" fmla="*/ 1041 w 119"/>
                  <a:gd name="T29" fmla="*/ 226 h 24"/>
                  <a:gd name="T30" fmla="*/ 904 w 119"/>
                  <a:gd name="T31" fmla="*/ 158 h 24"/>
                  <a:gd name="T32" fmla="*/ 646 w 119"/>
                  <a:gd name="T33" fmla="*/ 52 h 24"/>
                  <a:gd name="T34" fmla="*/ 305 w 119"/>
                  <a:gd name="T35" fmla="*/ 68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9" h="24">
                    <a:moveTo>
                      <a:pt x="31" y="7"/>
                    </a:moveTo>
                    <a:cubicBezTo>
                      <a:pt x="27" y="9"/>
                      <a:pt x="24" y="11"/>
                      <a:pt x="20" y="13"/>
                    </a:cubicBezTo>
                    <a:cubicBezTo>
                      <a:pt x="12" y="18"/>
                      <a:pt x="5" y="23"/>
                      <a:pt x="2" y="20"/>
                    </a:cubicBezTo>
                    <a:cubicBezTo>
                      <a:pt x="1" y="19"/>
                      <a:pt x="0" y="19"/>
                      <a:pt x="0" y="19"/>
                    </a:cubicBezTo>
                    <a:cubicBezTo>
                      <a:pt x="1" y="18"/>
                      <a:pt x="5" y="17"/>
                      <a:pt x="7" y="16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4" y="14"/>
                      <a:pt x="19" y="11"/>
                      <a:pt x="24" y="9"/>
                    </a:cubicBezTo>
                    <a:cubicBezTo>
                      <a:pt x="28" y="7"/>
                      <a:pt x="33" y="5"/>
                      <a:pt x="36" y="4"/>
                    </a:cubicBezTo>
                    <a:cubicBezTo>
                      <a:pt x="43" y="1"/>
                      <a:pt x="55" y="0"/>
                      <a:pt x="66" y="4"/>
                    </a:cubicBezTo>
                    <a:cubicBezTo>
                      <a:pt x="69" y="5"/>
                      <a:pt x="73" y="6"/>
                      <a:pt x="76" y="7"/>
                    </a:cubicBezTo>
                    <a:cubicBezTo>
                      <a:pt x="83" y="10"/>
                      <a:pt x="90" y="12"/>
                      <a:pt x="98" y="13"/>
                    </a:cubicBezTo>
                    <a:cubicBezTo>
                      <a:pt x="107" y="13"/>
                      <a:pt x="118" y="13"/>
                      <a:pt x="119" y="18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9" y="20"/>
                      <a:pt x="119" y="21"/>
                      <a:pt x="118" y="22"/>
                    </a:cubicBezTo>
                    <a:cubicBezTo>
                      <a:pt x="116" y="24"/>
                      <a:pt x="111" y="24"/>
                      <a:pt x="106" y="23"/>
                    </a:cubicBezTo>
                    <a:cubicBezTo>
                      <a:pt x="102" y="22"/>
                      <a:pt x="97" y="19"/>
                      <a:pt x="92" y="16"/>
                    </a:cubicBezTo>
                    <a:cubicBezTo>
                      <a:pt x="84" y="12"/>
                      <a:pt x="76" y="8"/>
                      <a:pt x="66" y="5"/>
                    </a:cubicBezTo>
                    <a:cubicBezTo>
                      <a:pt x="51" y="1"/>
                      <a:pt x="43" y="0"/>
                      <a:pt x="31" y="7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8" name="Freeform 1189">
                <a:extLst>
                  <a:ext uri="{FF2B5EF4-FFF2-40B4-BE49-F238E27FC236}">
                    <a16:creationId xmlns:a16="http://schemas.microsoft.com/office/drawing/2014/main" id="{37090F23-8852-4EE8-B14C-5EDFB46B3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195"/>
                <a:ext cx="79" cy="38"/>
              </a:xfrm>
              <a:custGeom>
                <a:avLst/>
                <a:gdLst>
                  <a:gd name="T0" fmla="*/ 482 w 50"/>
                  <a:gd name="T1" fmla="*/ 158 h 24"/>
                  <a:gd name="T2" fmla="*/ 474 w 50"/>
                  <a:gd name="T3" fmla="*/ 203 h 24"/>
                  <a:gd name="T4" fmla="*/ 362 w 50"/>
                  <a:gd name="T5" fmla="*/ 226 h 24"/>
                  <a:gd name="T6" fmla="*/ 258 w 50"/>
                  <a:gd name="T7" fmla="*/ 171 h 24"/>
                  <a:gd name="T8" fmla="*/ 224 w 50"/>
                  <a:gd name="T9" fmla="*/ 138 h 24"/>
                  <a:gd name="T10" fmla="*/ 35 w 50"/>
                  <a:gd name="T11" fmla="*/ 33 h 24"/>
                  <a:gd name="T12" fmla="*/ 21 w 50"/>
                  <a:gd name="T13" fmla="*/ 21 h 24"/>
                  <a:gd name="T14" fmla="*/ 0 w 50"/>
                  <a:gd name="T15" fmla="*/ 0 h 24"/>
                  <a:gd name="T16" fmla="*/ 68 w 50"/>
                  <a:gd name="T17" fmla="*/ 21 h 24"/>
                  <a:gd name="T18" fmla="*/ 107 w 50"/>
                  <a:gd name="T19" fmla="*/ 40 h 24"/>
                  <a:gd name="T20" fmla="*/ 354 w 50"/>
                  <a:gd name="T21" fmla="*/ 130 h 24"/>
                  <a:gd name="T22" fmla="*/ 354 w 50"/>
                  <a:gd name="T23" fmla="*/ 130 h 24"/>
                  <a:gd name="T24" fmla="*/ 482 w 50"/>
                  <a:gd name="T25" fmla="*/ 158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" h="24">
                    <a:moveTo>
                      <a:pt x="49" y="16"/>
                    </a:moveTo>
                    <a:cubicBezTo>
                      <a:pt x="50" y="17"/>
                      <a:pt x="49" y="18"/>
                      <a:pt x="48" y="20"/>
                    </a:cubicBezTo>
                    <a:cubicBezTo>
                      <a:pt x="46" y="22"/>
                      <a:pt x="40" y="24"/>
                      <a:pt x="37" y="23"/>
                    </a:cubicBezTo>
                    <a:cubicBezTo>
                      <a:pt x="33" y="23"/>
                      <a:pt x="30" y="20"/>
                      <a:pt x="26" y="17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18" y="10"/>
                      <a:pt x="10" y="6"/>
                      <a:pt x="4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3" y="0"/>
                      <a:pt x="7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9" y="9"/>
                      <a:pt x="28" y="15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42" y="12"/>
                      <a:pt x="48" y="12"/>
                      <a:pt x="49" y="16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9" name="Freeform 1190">
                <a:extLst>
                  <a:ext uri="{FF2B5EF4-FFF2-40B4-BE49-F238E27FC236}">
                    <a16:creationId xmlns:a16="http://schemas.microsoft.com/office/drawing/2014/main" id="{96667C95-FB23-45FE-9C1F-7F953B29D7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17" y="3180"/>
                <a:ext cx="65" cy="35"/>
              </a:xfrm>
              <a:custGeom>
                <a:avLst/>
                <a:gdLst>
                  <a:gd name="T0" fmla="*/ 409 w 41"/>
                  <a:gd name="T1" fmla="*/ 21 h 22"/>
                  <a:gd name="T2" fmla="*/ 409 w 41"/>
                  <a:gd name="T3" fmla="*/ 21 h 22"/>
                  <a:gd name="T4" fmla="*/ 409 w 41"/>
                  <a:gd name="T5" fmla="*/ 21 h 22"/>
                  <a:gd name="T6" fmla="*/ 409 w 41"/>
                  <a:gd name="T7" fmla="*/ 21 h 22"/>
                  <a:gd name="T8" fmla="*/ 342 w 41"/>
                  <a:gd name="T9" fmla="*/ 21 h 22"/>
                  <a:gd name="T10" fmla="*/ 87 w 41"/>
                  <a:gd name="T11" fmla="*/ 172 h 22"/>
                  <a:gd name="T12" fmla="*/ 40 w 41"/>
                  <a:gd name="T13" fmla="*/ 226 h 22"/>
                  <a:gd name="T14" fmla="*/ 0 w 41"/>
                  <a:gd name="T15" fmla="*/ 205 h 22"/>
                  <a:gd name="T16" fmla="*/ 0 w 41"/>
                  <a:gd name="T17" fmla="*/ 193 h 22"/>
                  <a:gd name="T18" fmla="*/ 52 w 41"/>
                  <a:gd name="T19" fmla="*/ 134 h 22"/>
                  <a:gd name="T20" fmla="*/ 68 w 41"/>
                  <a:gd name="T21" fmla="*/ 121 h 22"/>
                  <a:gd name="T22" fmla="*/ 301 w 41"/>
                  <a:gd name="T23" fmla="*/ 13 h 22"/>
                  <a:gd name="T24" fmla="*/ 409 w 41"/>
                  <a:gd name="T25" fmla="*/ 21 h 22"/>
                  <a:gd name="T26" fmla="*/ 400 w 41"/>
                  <a:gd name="T27" fmla="*/ 21 h 22"/>
                  <a:gd name="T28" fmla="*/ 342 w 41"/>
                  <a:gd name="T29" fmla="*/ 21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1" h="22">
                    <a:moveTo>
                      <a:pt x="41" y="2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lose/>
                    <a:moveTo>
                      <a:pt x="34" y="2"/>
                    </a:moveTo>
                    <a:cubicBezTo>
                      <a:pt x="26" y="3"/>
                      <a:pt x="17" y="6"/>
                      <a:pt x="9" y="17"/>
                    </a:cubicBezTo>
                    <a:cubicBezTo>
                      <a:pt x="7" y="20"/>
                      <a:pt x="5" y="21"/>
                      <a:pt x="4" y="22"/>
                    </a:cubicBezTo>
                    <a:cubicBezTo>
                      <a:pt x="3" y="22"/>
                      <a:pt x="2" y="21"/>
                      <a:pt x="0" y="20"/>
                    </a:cubicBezTo>
                    <a:cubicBezTo>
                      <a:pt x="0" y="20"/>
                      <a:pt x="0" y="19"/>
                      <a:pt x="0" y="19"/>
                    </a:cubicBezTo>
                    <a:cubicBezTo>
                      <a:pt x="0" y="17"/>
                      <a:pt x="2" y="15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1" y="8"/>
                      <a:pt x="22" y="1"/>
                      <a:pt x="30" y="1"/>
                    </a:cubicBezTo>
                    <a:cubicBezTo>
                      <a:pt x="37" y="0"/>
                      <a:pt x="41" y="1"/>
                      <a:pt x="41" y="2"/>
                    </a:cubicBezTo>
                    <a:cubicBezTo>
                      <a:pt x="41" y="2"/>
                      <a:pt x="41" y="2"/>
                      <a:pt x="40" y="2"/>
                    </a:cubicBezTo>
                    <a:cubicBezTo>
                      <a:pt x="39" y="2"/>
                      <a:pt x="37" y="2"/>
                      <a:pt x="34" y="2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0" name="Freeform 1191">
                <a:extLst>
                  <a:ext uri="{FF2B5EF4-FFF2-40B4-BE49-F238E27FC236}">
                    <a16:creationId xmlns:a16="http://schemas.microsoft.com/office/drawing/2014/main" id="{21589768-8D63-4D48-ACE9-56E71BB81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138"/>
                <a:ext cx="70" cy="20"/>
              </a:xfrm>
              <a:custGeom>
                <a:avLst/>
                <a:gdLst>
                  <a:gd name="T0" fmla="*/ 430 w 44"/>
                  <a:gd name="T1" fmla="*/ 52 h 13"/>
                  <a:gd name="T2" fmla="*/ 449 w 44"/>
                  <a:gd name="T3" fmla="*/ 83 h 13"/>
                  <a:gd name="T4" fmla="*/ 430 w 44"/>
                  <a:gd name="T5" fmla="*/ 102 h 13"/>
                  <a:gd name="T6" fmla="*/ 410 w 44"/>
                  <a:gd name="T7" fmla="*/ 102 h 13"/>
                  <a:gd name="T8" fmla="*/ 410 w 44"/>
                  <a:gd name="T9" fmla="*/ 102 h 13"/>
                  <a:gd name="T10" fmla="*/ 382 w 44"/>
                  <a:gd name="T11" fmla="*/ 95 h 13"/>
                  <a:gd name="T12" fmla="*/ 294 w 44"/>
                  <a:gd name="T13" fmla="*/ 66 h 13"/>
                  <a:gd name="T14" fmla="*/ 172 w 44"/>
                  <a:gd name="T15" fmla="*/ 52 h 13"/>
                  <a:gd name="T16" fmla="*/ 116 w 44"/>
                  <a:gd name="T17" fmla="*/ 52 h 13"/>
                  <a:gd name="T18" fmla="*/ 53 w 44"/>
                  <a:gd name="T19" fmla="*/ 62 h 13"/>
                  <a:gd name="T20" fmla="*/ 0 w 44"/>
                  <a:gd name="T21" fmla="*/ 62 h 13"/>
                  <a:gd name="T22" fmla="*/ 0 w 44"/>
                  <a:gd name="T23" fmla="*/ 43 h 13"/>
                  <a:gd name="T24" fmla="*/ 13 w 44"/>
                  <a:gd name="T25" fmla="*/ 12 h 13"/>
                  <a:gd name="T26" fmla="*/ 73 w 44"/>
                  <a:gd name="T27" fmla="*/ 18 h 13"/>
                  <a:gd name="T28" fmla="*/ 89 w 44"/>
                  <a:gd name="T29" fmla="*/ 28 h 13"/>
                  <a:gd name="T30" fmla="*/ 226 w 44"/>
                  <a:gd name="T31" fmla="*/ 43 h 13"/>
                  <a:gd name="T32" fmla="*/ 226 w 44"/>
                  <a:gd name="T33" fmla="*/ 43 h 13"/>
                  <a:gd name="T34" fmla="*/ 410 w 44"/>
                  <a:gd name="T35" fmla="*/ 43 h 13"/>
                  <a:gd name="T36" fmla="*/ 430 w 44"/>
                  <a:gd name="T37" fmla="*/ 52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13">
                    <a:moveTo>
                      <a:pt x="42" y="6"/>
                    </a:moveTo>
                    <a:cubicBezTo>
                      <a:pt x="43" y="7"/>
                      <a:pt x="44" y="8"/>
                      <a:pt x="44" y="10"/>
                    </a:cubicBezTo>
                    <a:cubicBezTo>
                      <a:pt x="44" y="11"/>
                      <a:pt x="43" y="12"/>
                      <a:pt x="42" y="12"/>
                    </a:cubicBezTo>
                    <a:cubicBezTo>
                      <a:pt x="42" y="13"/>
                      <a:pt x="42" y="13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5" y="10"/>
                      <a:pt x="32" y="8"/>
                      <a:pt x="29" y="8"/>
                    </a:cubicBezTo>
                    <a:cubicBezTo>
                      <a:pt x="26" y="7"/>
                      <a:pt x="22" y="7"/>
                      <a:pt x="17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6"/>
                      <a:pt x="7" y="6"/>
                      <a:pt x="5" y="7"/>
                    </a:cubicBezTo>
                    <a:cubicBezTo>
                      <a:pt x="3" y="7"/>
                      <a:pt x="1" y="8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5" y="1"/>
                      <a:pt x="7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6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8" y="6"/>
                      <a:pt x="37" y="7"/>
                      <a:pt x="40" y="5"/>
                    </a:cubicBezTo>
                    <a:cubicBezTo>
                      <a:pt x="41" y="5"/>
                      <a:pt x="41" y="6"/>
                      <a:pt x="42" y="6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1" name="Freeform 1192">
                <a:extLst>
                  <a:ext uri="{FF2B5EF4-FFF2-40B4-BE49-F238E27FC236}">
                    <a16:creationId xmlns:a16="http://schemas.microsoft.com/office/drawing/2014/main" id="{28D47EF8-EAB2-4536-98DF-FE0A0CD53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46"/>
                <a:ext cx="166" cy="47"/>
              </a:xfrm>
              <a:custGeom>
                <a:avLst/>
                <a:gdLst>
                  <a:gd name="T0" fmla="*/ 1023 w 105"/>
                  <a:gd name="T1" fmla="*/ 230 h 30"/>
                  <a:gd name="T2" fmla="*/ 1036 w 105"/>
                  <a:gd name="T3" fmla="*/ 246 h 30"/>
                  <a:gd name="T4" fmla="*/ 1007 w 105"/>
                  <a:gd name="T5" fmla="*/ 265 h 30"/>
                  <a:gd name="T6" fmla="*/ 917 w 105"/>
                  <a:gd name="T7" fmla="*/ 265 h 30"/>
                  <a:gd name="T8" fmla="*/ 647 w 105"/>
                  <a:gd name="T9" fmla="*/ 204 h 30"/>
                  <a:gd name="T10" fmla="*/ 462 w 105"/>
                  <a:gd name="T11" fmla="*/ 182 h 30"/>
                  <a:gd name="T12" fmla="*/ 395 w 105"/>
                  <a:gd name="T13" fmla="*/ 150 h 30"/>
                  <a:gd name="T14" fmla="*/ 326 w 105"/>
                  <a:gd name="T15" fmla="*/ 130 h 30"/>
                  <a:gd name="T16" fmla="*/ 326 w 105"/>
                  <a:gd name="T17" fmla="*/ 121 h 30"/>
                  <a:gd name="T18" fmla="*/ 326 w 105"/>
                  <a:gd name="T19" fmla="*/ 121 h 30"/>
                  <a:gd name="T20" fmla="*/ 326 w 105"/>
                  <a:gd name="T21" fmla="*/ 116 h 30"/>
                  <a:gd name="T22" fmla="*/ 438 w 105"/>
                  <a:gd name="T23" fmla="*/ 147 h 30"/>
                  <a:gd name="T24" fmla="*/ 495 w 105"/>
                  <a:gd name="T25" fmla="*/ 147 h 30"/>
                  <a:gd name="T26" fmla="*/ 495 w 105"/>
                  <a:gd name="T27" fmla="*/ 121 h 30"/>
                  <a:gd name="T28" fmla="*/ 474 w 105"/>
                  <a:gd name="T29" fmla="*/ 103 h 30"/>
                  <a:gd name="T30" fmla="*/ 438 w 105"/>
                  <a:gd name="T31" fmla="*/ 96 h 30"/>
                  <a:gd name="T32" fmla="*/ 277 w 105"/>
                  <a:gd name="T33" fmla="*/ 53 h 30"/>
                  <a:gd name="T34" fmla="*/ 100 w 105"/>
                  <a:gd name="T35" fmla="*/ 66 h 30"/>
                  <a:gd name="T36" fmla="*/ 13 w 105"/>
                  <a:gd name="T37" fmla="*/ 66 h 30"/>
                  <a:gd name="T38" fmla="*/ 0 w 105"/>
                  <a:gd name="T39" fmla="*/ 34 h 30"/>
                  <a:gd name="T40" fmla="*/ 171 w 105"/>
                  <a:gd name="T41" fmla="*/ 13 h 30"/>
                  <a:gd name="T42" fmla="*/ 345 w 105"/>
                  <a:gd name="T43" fmla="*/ 53 h 30"/>
                  <a:gd name="T44" fmla="*/ 409 w 105"/>
                  <a:gd name="T45" fmla="*/ 77 h 30"/>
                  <a:gd name="T46" fmla="*/ 692 w 105"/>
                  <a:gd name="T47" fmla="*/ 96 h 30"/>
                  <a:gd name="T48" fmla="*/ 787 w 105"/>
                  <a:gd name="T49" fmla="*/ 96 h 30"/>
                  <a:gd name="T50" fmla="*/ 797 w 105"/>
                  <a:gd name="T51" fmla="*/ 116 h 30"/>
                  <a:gd name="T52" fmla="*/ 797 w 105"/>
                  <a:gd name="T53" fmla="*/ 116 h 30"/>
                  <a:gd name="T54" fmla="*/ 787 w 105"/>
                  <a:gd name="T55" fmla="*/ 130 h 30"/>
                  <a:gd name="T56" fmla="*/ 713 w 105"/>
                  <a:gd name="T57" fmla="*/ 130 h 30"/>
                  <a:gd name="T58" fmla="*/ 700 w 105"/>
                  <a:gd name="T59" fmla="*/ 130 h 30"/>
                  <a:gd name="T60" fmla="*/ 680 w 105"/>
                  <a:gd name="T61" fmla="*/ 121 h 30"/>
                  <a:gd name="T62" fmla="*/ 599 w 105"/>
                  <a:gd name="T63" fmla="*/ 147 h 30"/>
                  <a:gd name="T64" fmla="*/ 599 w 105"/>
                  <a:gd name="T65" fmla="*/ 169 h 30"/>
                  <a:gd name="T66" fmla="*/ 645 w 105"/>
                  <a:gd name="T67" fmla="*/ 182 h 30"/>
                  <a:gd name="T68" fmla="*/ 713 w 105"/>
                  <a:gd name="T69" fmla="*/ 199 h 30"/>
                  <a:gd name="T70" fmla="*/ 917 w 105"/>
                  <a:gd name="T71" fmla="*/ 204 h 30"/>
                  <a:gd name="T72" fmla="*/ 1023 w 105"/>
                  <a:gd name="T73" fmla="*/ 230 h 3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05" h="30">
                    <a:moveTo>
                      <a:pt x="104" y="24"/>
                    </a:moveTo>
                    <a:cubicBezTo>
                      <a:pt x="104" y="24"/>
                      <a:pt x="105" y="25"/>
                      <a:pt x="105" y="26"/>
                    </a:cubicBezTo>
                    <a:cubicBezTo>
                      <a:pt x="104" y="27"/>
                      <a:pt x="104" y="28"/>
                      <a:pt x="102" y="28"/>
                    </a:cubicBezTo>
                    <a:cubicBezTo>
                      <a:pt x="101" y="29"/>
                      <a:pt x="98" y="30"/>
                      <a:pt x="93" y="28"/>
                    </a:cubicBezTo>
                    <a:cubicBezTo>
                      <a:pt x="84" y="24"/>
                      <a:pt x="78" y="22"/>
                      <a:pt x="66" y="22"/>
                    </a:cubicBezTo>
                    <a:cubicBezTo>
                      <a:pt x="58" y="22"/>
                      <a:pt x="53" y="20"/>
                      <a:pt x="47" y="19"/>
                    </a:cubicBezTo>
                    <a:cubicBezTo>
                      <a:pt x="45" y="18"/>
                      <a:pt x="42" y="17"/>
                      <a:pt x="40" y="16"/>
                    </a:cubicBezTo>
                    <a:cubicBezTo>
                      <a:pt x="38" y="16"/>
                      <a:pt x="33" y="15"/>
                      <a:pt x="33" y="14"/>
                    </a:cubicBezTo>
                    <a:cubicBezTo>
                      <a:pt x="32" y="14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4" y="12"/>
                      <a:pt x="40" y="14"/>
                      <a:pt x="44" y="15"/>
                    </a:cubicBezTo>
                    <a:cubicBezTo>
                      <a:pt x="47" y="16"/>
                      <a:pt x="49" y="16"/>
                      <a:pt x="50" y="15"/>
                    </a:cubicBezTo>
                    <a:cubicBezTo>
                      <a:pt x="50" y="14"/>
                      <a:pt x="51" y="13"/>
                      <a:pt x="50" y="13"/>
                    </a:cubicBezTo>
                    <a:cubicBezTo>
                      <a:pt x="50" y="12"/>
                      <a:pt x="49" y="11"/>
                      <a:pt x="48" y="11"/>
                    </a:cubicBezTo>
                    <a:cubicBezTo>
                      <a:pt x="47" y="11"/>
                      <a:pt x="46" y="10"/>
                      <a:pt x="44" y="10"/>
                    </a:cubicBezTo>
                    <a:cubicBezTo>
                      <a:pt x="40" y="9"/>
                      <a:pt x="35" y="7"/>
                      <a:pt x="28" y="6"/>
                    </a:cubicBezTo>
                    <a:cubicBezTo>
                      <a:pt x="19" y="4"/>
                      <a:pt x="13" y="5"/>
                      <a:pt x="10" y="7"/>
                    </a:cubicBezTo>
                    <a:cubicBezTo>
                      <a:pt x="9" y="8"/>
                      <a:pt x="3" y="8"/>
                      <a:pt x="1" y="7"/>
                    </a:cubicBezTo>
                    <a:cubicBezTo>
                      <a:pt x="1" y="6"/>
                      <a:pt x="0" y="6"/>
                      <a:pt x="0" y="4"/>
                    </a:cubicBezTo>
                    <a:cubicBezTo>
                      <a:pt x="1" y="0"/>
                      <a:pt x="5" y="0"/>
                      <a:pt x="17" y="1"/>
                    </a:cubicBezTo>
                    <a:cubicBezTo>
                      <a:pt x="24" y="2"/>
                      <a:pt x="30" y="4"/>
                      <a:pt x="35" y="6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51" y="11"/>
                      <a:pt x="63" y="11"/>
                      <a:pt x="70" y="10"/>
                    </a:cubicBezTo>
                    <a:cubicBezTo>
                      <a:pt x="72" y="9"/>
                      <a:pt x="78" y="8"/>
                      <a:pt x="80" y="10"/>
                    </a:cubicBezTo>
                    <a:cubicBezTo>
                      <a:pt x="80" y="10"/>
                      <a:pt x="81" y="11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1" y="13"/>
                      <a:pt x="80" y="14"/>
                      <a:pt x="80" y="14"/>
                    </a:cubicBezTo>
                    <a:cubicBezTo>
                      <a:pt x="78" y="15"/>
                      <a:pt x="74" y="14"/>
                      <a:pt x="72" y="14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6" y="13"/>
                      <a:pt x="62" y="12"/>
                      <a:pt x="61" y="15"/>
                    </a:cubicBezTo>
                    <a:cubicBezTo>
                      <a:pt x="61" y="16"/>
                      <a:pt x="61" y="17"/>
                      <a:pt x="61" y="18"/>
                    </a:cubicBezTo>
                    <a:cubicBezTo>
                      <a:pt x="62" y="19"/>
                      <a:pt x="64" y="19"/>
                      <a:pt x="65" y="19"/>
                    </a:cubicBezTo>
                    <a:cubicBezTo>
                      <a:pt x="67" y="20"/>
                      <a:pt x="70" y="20"/>
                      <a:pt x="72" y="21"/>
                    </a:cubicBezTo>
                    <a:cubicBezTo>
                      <a:pt x="79" y="22"/>
                      <a:pt x="86" y="23"/>
                      <a:pt x="93" y="22"/>
                    </a:cubicBezTo>
                    <a:cubicBezTo>
                      <a:pt x="101" y="21"/>
                      <a:pt x="103" y="23"/>
                      <a:pt x="104" y="24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2" name="Freeform 1193">
                <a:extLst>
                  <a:ext uri="{FF2B5EF4-FFF2-40B4-BE49-F238E27FC236}">
                    <a16:creationId xmlns:a16="http://schemas.microsoft.com/office/drawing/2014/main" id="{614AD299-DE5C-48B5-B8F6-8F8D43CE8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193"/>
                <a:ext cx="100" cy="36"/>
              </a:xfrm>
              <a:custGeom>
                <a:avLst/>
                <a:gdLst>
                  <a:gd name="T0" fmla="*/ 0 w 63"/>
                  <a:gd name="T1" fmla="*/ 77 h 23"/>
                  <a:gd name="T2" fmla="*/ 108 w 63"/>
                  <a:gd name="T3" fmla="*/ 53 h 23"/>
                  <a:gd name="T4" fmla="*/ 356 w 63"/>
                  <a:gd name="T5" fmla="*/ 53 h 23"/>
                  <a:gd name="T6" fmla="*/ 443 w 63"/>
                  <a:gd name="T7" fmla="*/ 130 h 23"/>
                  <a:gd name="T8" fmla="*/ 532 w 63"/>
                  <a:gd name="T9" fmla="*/ 199 h 23"/>
                  <a:gd name="T10" fmla="*/ 635 w 63"/>
                  <a:gd name="T11" fmla="*/ 189 h 23"/>
                  <a:gd name="T12" fmla="*/ 614 w 63"/>
                  <a:gd name="T13" fmla="*/ 161 h 23"/>
                  <a:gd name="T14" fmla="*/ 571 w 63"/>
                  <a:gd name="T15" fmla="*/ 138 h 23"/>
                  <a:gd name="T16" fmla="*/ 546 w 63"/>
                  <a:gd name="T17" fmla="*/ 161 h 23"/>
                  <a:gd name="T18" fmla="*/ 484 w 63"/>
                  <a:gd name="T19" fmla="*/ 130 h 23"/>
                  <a:gd name="T20" fmla="*/ 356 w 63"/>
                  <a:gd name="T21" fmla="*/ 49 h 23"/>
                  <a:gd name="T22" fmla="*/ 292 w 63"/>
                  <a:gd name="T23" fmla="*/ 20 h 23"/>
                  <a:gd name="T24" fmla="*/ 192 w 63"/>
                  <a:gd name="T25" fmla="*/ 13 h 23"/>
                  <a:gd name="T26" fmla="*/ 141 w 63"/>
                  <a:gd name="T27" fmla="*/ 20 h 23"/>
                  <a:gd name="T28" fmla="*/ 100 w 63"/>
                  <a:gd name="T29" fmla="*/ 31 h 23"/>
                  <a:gd name="T30" fmla="*/ 68 w 63"/>
                  <a:gd name="T31" fmla="*/ 13 h 23"/>
                  <a:gd name="T32" fmla="*/ 68 w 63"/>
                  <a:gd name="T33" fmla="*/ 0 h 23"/>
                  <a:gd name="T34" fmla="*/ 52 w 63"/>
                  <a:gd name="T35" fmla="*/ 13 h 23"/>
                  <a:gd name="T36" fmla="*/ 0 w 63"/>
                  <a:gd name="T37" fmla="*/ 66 h 23"/>
                  <a:gd name="T38" fmla="*/ 0 w 63"/>
                  <a:gd name="T39" fmla="*/ 77 h 2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3" h="23">
                    <a:moveTo>
                      <a:pt x="0" y="8"/>
                    </a:moveTo>
                    <a:cubicBezTo>
                      <a:pt x="2" y="10"/>
                      <a:pt x="4" y="10"/>
                      <a:pt x="11" y="6"/>
                    </a:cubicBezTo>
                    <a:cubicBezTo>
                      <a:pt x="19" y="2"/>
                      <a:pt x="28" y="2"/>
                      <a:pt x="35" y="6"/>
                    </a:cubicBezTo>
                    <a:cubicBezTo>
                      <a:pt x="39" y="9"/>
                      <a:pt x="42" y="11"/>
                      <a:pt x="44" y="14"/>
                    </a:cubicBezTo>
                    <a:cubicBezTo>
                      <a:pt x="46" y="17"/>
                      <a:pt x="48" y="20"/>
                      <a:pt x="53" y="21"/>
                    </a:cubicBezTo>
                    <a:cubicBezTo>
                      <a:pt x="57" y="23"/>
                      <a:pt x="62" y="22"/>
                      <a:pt x="63" y="20"/>
                    </a:cubicBezTo>
                    <a:cubicBezTo>
                      <a:pt x="63" y="19"/>
                      <a:pt x="62" y="17"/>
                      <a:pt x="61" y="17"/>
                    </a:cubicBezTo>
                    <a:cubicBezTo>
                      <a:pt x="60" y="16"/>
                      <a:pt x="59" y="15"/>
                      <a:pt x="57" y="15"/>
                    </a:cubicBezTo>
                    <a:cubicBezTo>
                      <a:pt x="57" y="16"/>
                      <a:pt x="55" y="17"/>
                      <a:pt x="54" y="17"/>
                    </a:cubicBezTo>
                    <a:cubicBezTo>
                      <a:pt x="52" y="17"/>
                      <a:pt x="49" y="15"/>
                      <a:pt x="48" y="14"/>
                    </a:cubicBezTo>
                    <a:cubicBezTo>
                      <a:pt x="43" y="11"/>
                      <a:pt x="40" y="7"/>
                      <a:pt x="35" y="5"/>
                    </a:cubicBezTo>
                    <a:cubicBezTo>
                      <a:pt x="33" y="4"/>
                      <a:pt x="31" y="3"/>
                      <a:pt x="29" y="2"/>
                    </a:cubicBezTo>
                    <a:cubicBezTo>
                      <a:pt x="26" y="1"/>
                      <a:pt x="22" y="1"/>
                      <a:pt x="19" y="1"/>
                    </a:cubicBezTo>
                    <a:cubicBezTo>
                      <a:pt x="17" y="1"/>
                      <a:pt x="16" y="1"/>
                      <a:pt x="14" y="2"/>
                    </a:cubicBezTo>
                    <a:cubicBezTo>
                      <a:pt x="13" y="2"/>
                      <a:pt x="11" y="3"/>
                      <a:pt x="10" y="3"/>
                    </a:cubicBezTo>
                    <a:cubicBezTo>
                      <a:pt x="8" y="3"/>
                      <a:pt x="7" y="2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1" y="4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3" name="Freeform 1194">
                <a:extLst>
                  <a:ext uri="{FF2B5EF4-FFF2-40B4-BE49-F238E27FC236}">
                    <a16:creationId xmlns:a16="http://schemas.microsoft.com/office/drawing/2014/main" id="{8736A416-BA14-46BA-8AF9-51B3D6D80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3209"/>
                <a:ext cx="24" cy="14"/>
              </a:xfrm>
              <a:custGeom>
                <a:avLst/>
                <a:gdLst>
                  <a:gd name="T0" fmla="*/ 74 w 15"/>
                  <a:gd name="T1" fmla="*/ 73 h 9"/>
                  <a:gd name="T2" fmla="*/ 157 w 15"/>
                  <a:gd name="T3" fmla="*/ 47 h 9"/>
                  <a:gd name="T4" fmla="*/ 157 w 15"/>
                  <a:gd name="T5" fmla="*/ 30 h 9"/>
                  <a:gd name="T6" fmla="*/ 144 w 15"/>
                  <a:gd name="T7" fmla="*/ 12 h 9"/>
                  <a:gd name="T8" fmla="*/ 138 w 15"/>
                  <a:gd name="T9" fmla="*/ 0 h 9"/>
                  <a:gd name="T10" fmla="*/ 74 w 15"/>
                  <a:gd name="T11" fmla="*/ 47 h 9"/>
                  <a:gd name="T12" fmla="*/ 0 w 15"/>
                  <a:gd name="T13" fmla="*/ 12 h 9"/>
                  <a:gd name="T14" fmla="*/ 0 w 15"/>
                  <a:gd name="T15" fmla="*/ 12 h 9"/>
                  <a:gd name="T16" fmla="*/ 13 w 15"/>
                  <a:gd name="T17" fmla="*/ 34 h 9"/>
                  <a:gd name="T18" fmla="*/ 74 w 15"/>
                  <a:gd name="T19" fmla="*/ 73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9">
                    <a:moveTo>
                      <a:pt x="7" y="8"/>
                    </a:moveTo>
                    <a:cubicBezTo>
                      <a:pt x="10" y="9"/>
                      <a:pt x="13" y="8"/>
                      <a:pt x="15" y="5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4" y="2"/>
                      <a:pt x="10" y="5"/>
                      <a:pt x="7" y="5"/>
                    </a:cubicBezTo>
                    <a:cubicBezTo>
                      <a:pt x="5" y="5"/>
                      <a:pt x="2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6"/>
                      <a:pt x="5" y="8"/>
                      <a:pt x="7" y="8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4" name="Freeform 1195">
                <a:extLst>
                  <a:ext uri="{FF2B5EF4-FFF2-40B4-BE49-F238E27FC236}">
                    <a16:creationId xmlns:a16="http://schemas.microsoft.com/office/drawing/2014/main" id="{C5E7DA23-02F5-4D02-997A-1DC4A8C33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195"/>
                <a:ext cx="79" cy="38"/>
              </a:xfrm>
              <a:custGeom>
                <a:avLst/>
                <a:gdLst>
                  <a:gd name="T0" fmla="*/ 21 w 50"/>
                  <a:gd name="T1" fmla="*/ 21 h 24"/>
                  <a:gd name="T2" fmla="*/ 35 w 50"/>
                  <a:gd name="T3" fmla="*/ 33 h 24"/>
                  <a:gd name="T4" fmla="*/ 224 w 50"/>
                  <a:gd name="T5" fmla="*/ 138 h 24"/>
                  <a:gd name="T6" fmla="*/ 258 w 50"/>
                  <a:gd name="T7" fmla="*/ 171 h 24"/>
                  <a:gd name="T8" fmla="*/ 362 w 50"/>
                  <a:gd name="T9" fmla="*/ 226 h 24"/>
                  <a:gd name="T10" fmla="*/ 474 w 50"/>
                  <a:gd name="T11" fmla="*/ 203 h 24"/>
                  <a:gd name="T12" fmla="*/ 482 w 50"/>
                  <a:gd name="T13" fmla="*/ 158 h 24"/>
                  <a:gd name="T14" fmla="*/ 374 w 50"/>
                  <a:gd name="T15" fmla="*/ 130 h 24"/>
                  <a:gd name="T16" fmla="*/ 374 w 50"/>
                  <a:gd name="T17" fmla="*/ 130 h 24"/>
                  <a:gd name="T18" fmla="*/ 395 w 50"/>
                  <a:gd name="T19" fmla="*/ 184 h 24"/>
                  <a:gd name="T20" fmla="*/ 324 w 50"/>
                  <a:gd name="T21" fmla="*/ 171 h 24"/>
                  <a:gd name="T22" fmla="*/ 267 w 50"/>
                  <a:gd name="T23" fmla="*/ 130 h 24"/>
                  <a:gd name="T24" fmla="*/ 202 w 50"/>
                  <a:gd name="T25" fmla="*/ 100 h 24"/>
                  <a:gd name="T26" fmla="*/ 117 w 50"/>
                  <a:gd name="T27" fmla="*/ 52 h 24"/>
                  <a:gd name="T28" fmla="*/ 117 w 50"/>
                  <a:gd name="T29" fmla="*/ 52 h 24"/>
                  <a:gd name="T30" fmla="*/ 107 w 50"/>
                  <a:gd name="T31" fmla="*/ 40 h 24"/>
                  <a:gd name="T32" fmla="*/ 68 w 50"/>
                  <a:gd name="T33" fmla="*/ 21 h 24"/>
                  <a:gd name="T34" fmla="*/ 0 w 50"/>
                  <a:gd name="T35" fmla="*/ 0 h 24"/>
                  <a:gd name="T36" fmla="*/ 21 w 50"/>
                  <a:gd name="T37" fmla="*/ 21 h 2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0" h="24">
                    <a:moveTo>
                      <a:pt x="2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10" y="6"/>
                      <a:pt x="18" y="10"/>
                      <a:pt x="23" y="14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30" y="20"/>
                      <a:pt x="33" y="23"/>
                      <a:pt x="37" y="23"/>
                    </a:cubicBezTo>
                    <a:cubicBezTo>
                      <a:pt x="40" y="24"/>
                      <a:pt x="46" y="22"/>
                      <a:pt x="48" y="20"/>
                    </a:cubicBezTo>
                    <a:cubicBezTo>
                      <a:pt x="49" y="18"/>
                      <a:pt x="50" y="17"/>
                      <a:pt x="49" y="16"/>
                    </a:cubicBezTo>
                    <a:cubicBezTo>
                      <a:pt x="48" y="13"/>
                      <a:pt x="44" y="12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2"/>
                      <a:pt x="42" y="16"/>
                      <a:pt x="40" y="18"/>
                    </a:cubicBezTo>
                    <a:cubicBezTo>
                      <a:pt x="38" y="20"/>
                      <a:pt x="35" y="18"/>
                      <a:pt x="33" y="17"/>
                    </a:cubicBezTo>
                    <a:cubicBezTo>
                      <a:pt x="31" y="16"/>
                      <a:pt x="29" y="14"/>
                      <a:pt x="27" y="13"/>
                    </a:cubicBezTo>
                    <a:cubicBezTo>
                      <a:pt x="24" y="12"/>
                      <a:pt x="22" y="12"/>
                      <a:pt x="20" y="10"/>
                    </a:cubicBezTo>
                    <a:cubicBezTo>
                      <a:pt x="17" y="8"/>
                      <a:pt x="14" y="7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5" name="Freeform 1196">
                <a:extLst>
                  <a:ext uri="{FF2B5EF4-FFF2-40B4-BE49-F238E27FC236}">
                    <a16:creationId xmlns:a16="http://schemas.microsoft.com/office/drawing/2014/main" id="{B25A8177-219C-4522-9648-0B7CE8A3E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3187"/>
                <a:ext cx="42" cy="28"/>
              </a:xfrm>
              <a:custGeom>
                <a:avLst/>
                <a:gdLst>
                  <a:gd name="T0" fmla="*/ 0 w 26"/>
                  <a:gd name="T1" fmla="*/ 148 h 18"/>
                  <a:gd name="T2" fmla="*/ 42 w 26"/>
                  <a:gd name="T3" fmla="*/ 165 h 18"/>
                  <a:gd name="T4" fmla="*/ 102 w 26"/>
                  <a:gd name="T5" fmla="*/ 117 h 18"/>
                  <a:gd name="T6" fmla="*/ 288 w 26"/>
                  <a:gd name="T7" fmla="*/ 0 h 18"/>
                  <a:gd name="T8" fmla="*/ 275 w 26"/>
                  <a:gd name="T9" fmla="*/ 0 h 18"/>
                  <a:gd name="T10" fmla="*/ 212 w 26"/>
                  <a:gd name="T11" fmla="*/ 19 h 18"/>
                  <a:gd name="T12" fmla="*/ 131 w 26"/>
                  <a:gd name="T13" fmla="*/ 62 h 18"/>
                  <a:gd name="T14" fmla="*/ 55 w 26"/>
                  <a:gd name="T15" fmla="*/ 117 h 18"/>
                  <a:gd name="T16" fmla="*/ 0 w 26"/>
                  <a:gd name="T17" fmla="*/ 117 h 18"/>
                  <a:gd name="T18" fmla="*/ 0 w 26"/>
                  <a:gd name="T19" fmla="*/ 135 h 18"/>
                  <a:gd name="T20" fmla="*/ 0 w 26"/>
                  <a:gd name="T21" fmla="*/ 14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8">
                    <a:moveTo>
                      <a:pt x="0" y="16"/>
                    </a:moveTo>
                    <a:cubicBezTo>
                      <a:pt x="2" y="17"/>
                      <a:pt x="3" y="18"/>
                      <a:pt x="4" y="18"/>
                    </a:cubicBezTo>
                    <a:cubicBezTo>
                      <a:pt x="5" y="17"/>
                      <a:pt x="7" y="16"/>
                      <a:pt x="9" y="13"/>
                    </a:cubicBezTo>
                    <a:cubicBezTo>
                      <a:pt x="14" y="6"/>
                      <a:pt x="20" y="2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23" y="1"/>
                      <a:pt x="21" y="1"/>
                      <a:pt x="19" y="2"/>
                    </a:cubicBezTo>
                    <a:cubicBezTo>
                      <a:pt x="16" y="3"/>
                      <a:pt x="14" y="5"/>
                      <a:pt x="12" y="7"/>
                    </a:cubicBezTo>
                    <a:cubicBezTo>
                      <a:pt x="9" y="9"/>
                      <a:pt x="8" y="11"/>
                      <a:pt x="5" y="13"/>
                    </a:cubicBezTo>
                    <a:cubicBezTo>
                      <a:pt x="4" y="14"/>
                      <a:pt x="0" y="15"/>
                      <a:pt x="0" y="13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0" y="15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6" name="Freeform 1197">
                <a:extLst>
                  <a:ext uri="{FF2B5EF4-FFF2-40B4-BE49-F238E27FC236}">
                    <a16:creationId xmlns:a16="http://schemas.microsoft.com/office/drawing/2014/main" id="{AF5ADDA1-48C7-45FE-8AED-00F1D45BA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196"/>
                <a:ext cx="25" cy="10"/>
              </a:xfrm>
              <a:custGeom>
                <a:avLst/>
                <a:gdLst>
                  <a:gd name="T0" fmla="*/ 0 w 16"/>
                  <a:gd name="T1" fmla="*/ 37 h 6"/>
                  <a:gd name="T2" fmla="*/ 20 w 16"/>
                  <a:gd name="T3" fmla="*/ 55 h 6"/>
                  <a:gd name="T4" fmla="*/ 148 w 16"/>
                  <a:gd name="T5" fmla="*/ 0 h 6"/>
                  <a:gd name="T6" fmla="*/ 117 w 16"/>
                  <a:gd name="T7" fmla="*/ 13 h 6"/>
                  <a:gd name="T8" fmla="*/ 83 w 16"/>
                  <a:gd name="T9" fmla="*/ 22 h 6"/>
                  <a:gd name="T10" fmla="*/ 75 w 16"/>
                  <a:gd name="T11" fmla="*/ 0 h 6"/>
                  <a:gd name="T12" fmla="*/ 66 w 16"/>
                  <a:gd name="T13" fmla="*/ 0 h 6"/>
                  <a:gd name="T14" fmla="*/ 0 w 16"/>
                  <a:gd name="T15" fmla="*/ 37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6">
                    <a:moveTo>
                      <a:pt x="0" y="3"/>
                    </a:moveTo>
                    <a:cubicBezTo>
                      <a:pt x="0" y="3"/>
                      <a:pt x="1" y="3"/>
                      <a:pt x="2" y="4"/>
                    </a:cubicBezTo>
                    <a:cubicBezTo>
                      <a:pt x="4" y="6"/>
                      <a:pt x="10" y="4"/>
                      <a:pt x="16" y="0"/>
                    </a:cubicBezTo>
                    <a:cubicBezTo>
                      <a:pt x="15" y="1"/>
                      <a:pt x="14" y="1"/>
                      <a:pt x="13" y="1"/>
                    </a:cubicBezTo>
                    <a:cubicBezTo>
                      <a:pt x="12" y="2"/>
                      <a:pt x="10" y="2"/>
                      <a:pt x="9" y="2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7" name="Freeform 1198">
                <a:extLst>
                  <a:ext uri="{FF2B5EF4-FFF2-40B4-BE49-F238E27FC236}">
                    <a16:creationId xmlns:a16="http://schemas.microsoft.com/office/drawing/2014/main" id="{FDF43E7C-3B49-45AF-9A0B-6F21075E6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187"/>
                <a:ext cx="65" cy="22"/>
              </a:xfrm>
              <a:custGeom>
                <a:avLst/>
                <a:gdLst>
                  <a:gd name="T0" fmla="*/ 0 w 41"/>
                  <a:gd name="T1" fmla="*/ 0 h 14"/>
                  <a:gd name="T2" fmla="*/ 138 w 41"/>
                  <a:gd name="T3" fmla="*/ 55 h 14"/>
                  <a:gd name="T4" fmla="*/ 279 w 41"/>
                  <a:gd name="T5" fmla="*/ 121 h 14"/>
                  <a:gd name="T6" fmla="*/ 400 w 41"/>
                  <a:gd name="T7" fmla="*/ 116 h 14"/>
                  <a:gd name="T8" fmla="*/ 409 w 41"/>
                  <a:gd name="T9" fmla="*/ 86 h 14"/>
                  <a:gd name="T10" fmla="*/ 409 w 41"/>
                  <a:gd name="T11" fmla="*/ 77 h 14"/>
                  <a:gd name="T12" fmla="*/ 379 w 41"/>
                  <a:gd name="T13" fmla="*/ 49 h 14"/>
                  <a:gd name="T14" fmla="*/ 379 w 41"/>
                  <a:gd name="T15" fmla="*/ 55 h 14"/>
                  <a:gd name="T16" fmla="*/ 360 w 41"/>
                  <a:gd name="T17" fmla="*/ 86 h 14"/>
                  <a:gd name="T18" fmla="*/ 258 w 41"/>
                  <a:gd name="T19" fmla="*/ 66 h 14"/>
                  <a:gd name="T20" fmla="*/ 138 w 41"/>
                  <a:gd name="T21" fmla="*/ 35 h 14"/>
                  <a:gd name="T22" fmla="*/ 0 w 41"/>
                  <a:gd name="T23" fmla="*/ 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14">
                    <a:moveTo>
                      <a:pt x="0" y="0"/>
                    </a:moveTo>
                    <a:cubicBezTo>
                      <a:pt x="5" y="2"/>
                      <a:pt x="10" y="4"/>
                      <a:pt x="14" y="6"/>
                    </a:cubicBezTo>
                    <a:cubicBezTo>
                      <a:pt x="19" y="9"/>
                      <a:pt x="24" y="12"/>
                      <a:pt x="28" y="13"/>
                    </a:cubicBezTo>
                    <a:cubicBezTo>
                      <a:pt x="33" y="14"/>
                      <a:pt x="38" y="14"/>
                      <a:pt x="40" y="12"/>
                    </a:cubicBezTo>
                    <a:cubicBezTo>
                      <a:pt x="41" y="11"/>
                      <a:pt x="41" y="10"/>
                      <a:pt x="41" y="9"/>
                    </a:cubicBezTo>
                    <a:cubicBezTo>
                      <a:pt x="41" y="9"/>
                      <a:pt x="41" y="9"/>
                      <a:pt x="41" y="8"/>
                    </a:cubicBezTo>
                    <a:cubicBezTo>
                      <a:pt x="41" y="7"/>
                      <a:pt x="40" y="6"/>
                      <a:pt x="38" y="5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8"/>
                      <a:pt x="37" y="8"/>
                      <a:pt x="36" y="9"/>
                    </a:cubicBezTo>
                    <a:cubicBezTo>
                      <a:pt x="33" y="10"/>
                      <a:pt x="29" y="9"/>
                      <a:pt x="26" y="7"/>
                    </a:cubicBezTo>
                    <a:cubicBezTo>
                      <a:pt x="22" y="6"/>
                      <a:pt x="18" y="5"/>
                      <a:pt x="14" y="4"/>
                    </a:cubicBezTo>
                    <a:cubicBezTo>
                      <a:pt x="10" y="4"/>
                      <a:pt x="5" y="1"/>
                      <a:pt x="0" y="0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8" name="Freeform 1199">
                <a:extLst>
                  <a:ext uri="{FF2B5EF4-FFF2-40B4-BE49-F238E27FC236}">
                    <a16:creationId xmlns:a16="http://schemas.microsoft.com/office/drawing/2014/main" id="{F4FFCBD9-5945-452C-B971-A472DC9E2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182"/>
                <a:ext cx="46" cy="11"/>
              </a:xfrm>
              <a:custGeom>
                <a:avLst/>
                <a:gdLst>
                  <a:gd name="T0" fmla="*/ 151 w 29"/>
                  <a:gd name="T1" fmla="*/ 13 h 7"/>
                  <a:gd name="T2" fmla="*/ 52 w 29"/>
                  <a:gd name="T3" fmla="*/ 0 h 7"/>
                  <a:gd name="T4" fmla="*/ 0 w 29"/>
                  <a:gd name="T5" fmla="*/ 0 h 7"/>
                  <a:gd name="T6" fmla="*/ 0 w 29"/>
                  <a:gd name="T7" fmla="*/ 0 h 7"/>
                  <a:gd name="T8" fmla="*/ 171 w 29"/>
                  <a:gd name="T9" fmla="*/ 49 h 7"/>
                  <a:gd name="T10" fmla="*/ 259 w 29"/>
                  <a:gd name="T11" fmla="*/ 49 h 7"/>
                  <a:gd name="T12" fmla="*/ 292 w 29"/>
                  <a:gd name="T13" fmla="*/ 31 h 7"/>
                  <a:gd name="T14" fmla="*/ 279 w 29"/>
                  <a:gd name="T15" fmla="*/ 13 h 7"/>
                  <a:gd name="T16" fmla="*/ 259 w 29"/>
                  <a:gd name="T17" fmla="*/ 0 h 7"/>
                  <a:gd name="T18" fmla="*/ 224 w 29"/>
                  <a:gd name="T19" fmla="*/ 31 h 7"/>
                  <a:gd name="T20" fmla="*/ 151 w 29"/>
                  <a:gd name="T21" fmla="*/ 13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7">
                    <a:moveTo>
                      <a:pt x="15" y="1"/>
                    </a:moveTo>
                    <a:cubicBezTo>
                      <a:pt x="12" y="1"/>
                      <a:pt x="8" y="1"/>
                      <a:pt x="5" y="0"/>
                    </a:cubicBezTo>
                    <a:cubicBezTo>
                      <a:pt x="4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0"/>
                      <a:pt x="11" y="2"/>
                      <a:pt x="17" y="5"/>
                    </a:cubicBezTo>
                    <a:cubicBezTo>
                      <a:pt x="22" y="7"/>
                      <a:pt x="25" y="6"/>
                      <a:pt x="26" y="5"/>
                    </a:cubicBezTo>
                    <a:cubicBezTo>
                      <a:pt x="28" y="5"/>
                      <a:pt x="28" y="4"/>
                      <a:pt x="29" y="3"/>
                    </a:cubicBezTo>
                    <a:cubicBezTo>
                      <a:pt x="29" y="2"/>
                      <a:pt x="28" y="1"/>
                      <a:pt x="28" y="1"/>
                    </a:cubicBezTo>
                    <a:cubicBezTo>
                      <a:pt x="28" y="1"/>
                      <a:pt x="27" y="0"/>
                      <a:pt x="26" y="0"/>
                    </a:cubicBezTo>
                    <a:cubicBezTo>
                      <a:pt x="26" y="2"/>
                      <a:pt x="24" y="3"/>
                      <a:pt x="22" y="3"/>
                    </a:cubicBezTo>
                    <a:cubicBezTo>
                      <a:pt x="20" y="3"/>
                      <a:pt x="17" y="2"/>
                      <a:pt x="15" y="1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9" name="Freeform 1200">
                <a:extLst>
                  <a:ext uri="{FF2B5EF4-FFF2-40B4-BE49-F238E27FC236}">
                    <a16:creationId xmlns:a16="http://schemas.microsoft.com/office/drawing/2014/main" id="{8D1A698F-1D62-4E05-B586-F3F225BBA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3165"/>
                <a:ext cx="61" cy="15"/>
              </a:xfrm>
              <a:custGeom>
                <a:avLst/>
                <a:gdLst>
                  <a:gd name="T0" fmla="*/ 144 w 38"/>
                  <a:gd name="T1" fmla="*/ 32 h 10"/>
                  <a:gd name="T2" fmla="*/ 128 w 38"/>
                  <a:gd name="T3" fmla="*/ 27 h 10"/>
                  <a:gd name="T4" fmla="*/ 13 w 38"/>
                  <a:gd name="T5" fmla="*/ 0 h 10"/>
                  <a:gd name="T6" fmla="*/ 13 w 38"/>
                  <a:gd name="T7" fmla="*/ 12 h 10"/>
                  <a:gd name="T8" fmla="*/ 13 w 38"/>
                  <a:gd name="T9" fmla="*/ 12 h 10"/>
                  <a:gd name="T10" fmla="*/ 13 w 38"/>
                  <a:gd name="T11" fmla="*/ 18 h 10"/>
                  <a:gd name="T12" fmla="*/ 88 w 38"/>
                  <a:gd name="T13" fmla="*/ 32 h 10"/>
                  <a:gd name="T14" fmla="*/ 162 w 38"/>
                  <a:gd name="T15" fmla="*/ 59 h 10"/>
                  <a:gd name="T16" fmla="*/ 363 w 38"/>
                  <a:gd name="T17" fmla="*/ 80 h 10"/>
                  <a:gd name="T18" fmla="*/ 405 w 38"/>
                  <a:gd name="T19" fmla="*/ 80 h 10"/>
                  <a:gd name="T20" fmla="*/ 319 w 38"/>
                  <a:gd name="T21" fmla="*/ 72 h 10"/>
                  <a:gd name="T22" fmla="*/ 231 w 38"/>
                  <a:gd name="T23" fmla="*/ 59 h 10"/>
                  <a:gd name="T24" fmla="*/ 144 w 38"/>
                  <a:gd name="T25" fmla="*/ 32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10">
                    <a:moveTo>
                      <a:pt x="14" y="4"/>
                    </a:moveTo>
                    <a:cubicBezTo>
                      <a:pt x="13" y="3"/>
                      <a:pt x="12" y="3"/>
                      <a:pt x="12" y="3"/>
                    </a:cubicBezTo>
                    <a:cubicBezTo>
                      <a:pt x="8" y="2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3"/>
                      <a:pt x="6" y="4"/>
                      <a:pt x="8" y="4"/>
                    </a:cubicBezTo>
                    <a:cubicBezTo>
                      <a:pt x="10" y="5"/>
                      <a:pt x="13" y="6"/>
                      <a:pt x="15" y="7"/>
                    </a:cubicBezTo>
                    <a:cubicBezTo>
                      <a:pt x="21" y="8"/>
                      <a:pt x="26" y="10"/>
                      <a:pt x="34" y="10"/>
                    </a:cubicBezTo>
                    <a:cubicBezTo>
                      <a:pt x="35" y="10"/>
                      <a:pt x="36" y="10"/>
                      <a:pt x="38" y="10"/>
                    </a:cubicBezTo>
                    <a:cubicBezTo>
                      <a:pt x="35" y="10"/>
                      <a:pt x="32" y="9"/>
                      <a:pt x="30" y="9"/>
                    </a:cubicBezTo>
                    <a:cubicBezTo>
                      <a:pt x="27" y="8"/>
                      <a:pt x="25" y="8"/>
                      <a:pt x="22" y="7"/>
                    </a:cubicBezTo>
                    <a:cubicBezTo>
                      <a:pt x="20" y="6"/>
                      <a:pt x="15" y="6"/>
                      <a:pt x="14" y="4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0" name="Freeform 1201">
                <a:extLst>
                  <a:ext uri="{FF2B5EF4-FFF2-40B4-BE49-F238E27FC236}">
                    <a16:creationId xmlns:a16="http://schemas.microsoft.com/office/drawing/2014/main" id="{5D54EC93-7929-42CA-A426-B3418DDF0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47"/>
                <a:ext cx="46" cy="11"/>
              </a:xfrm>
              <a:custGeom>
                <a:avLst/>
                <a:gdLst>
                  <a:gd name="T0" fmla="*/ 13 w 29"/>
                  <a:gd name="T1" fmla="*/ 55 h 7"/>
                  <a:gd name="T2" fmla="*/ 100 w 29"/>
                  <a:gd name="T3" fmla="*/ 55 h 7"/>
                  <a:gd name="T4" fmla="*/ 279 w 29"/>
                  <a:gd name="T5" fmla="*/ 49 h 7"/>
                  <a:gd name="T6" fmla="*/ 292 w 29"/>
                  <a:gd name="T7" fmla="*/ 49 h 7"/>
                  <a:gd name="T8" fmla="*/ 224 w 29"/>
                  <a:gd name="T9" fmla="*/ 31 h 7"/>
                  <a:gd name="T10" fmla="*/ 130 w 29"/>
                  <a:gd name="T11" fmla="*/ 20 h 7"/>
                  <a:gd name="T12" fmla="*/ 63 w 29"/>
                  <a:gd name="T13" fmla="*/ 35 h 7"/>
                  <a:gd name="T14" fmla="*/ 21 w 29"/>
                  <a:gd name="T15" fmla="*/ 0 h 7"/>
                  <a:gd name="T16" fmla="*/ 0 w 29"/>
                  <a:gd name="T17" fmla="*/ 31 h 7"/>
                  <a:gd name="T18" fmla="*/ 13 w 29"/>
                  <a:gd name="T19" fmla="*/ 55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">
                    <a:moveTo>
                      <a:pt x="1" y="6"/>
                    </a:moveTo>
                    <a:cubicBezTo>
                      <a:pt x="3" y="7"/>
                      <a:pt x="9" y="7"/>
                      <a:pt x="10" y="6"/>
                    </a:cubicBezTo>
                    <a:cubicBezTo>
                      <a:pt x="13" y="4"/>
                      <a:pt x="19" y="3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7" y="4"/>
                      <a:pt x="24" y="4"/>
                      <a:pt x="22" y="3"/>
                    </a:cubicBezTo>
                    <a:cubicBezTo>
                      <a:pt x="19" y="2"/>
                      <a:pt x="16" y="2"/>
                      <a:pt x="13" y="2"/>
                    </a:cubicBezTo>
                    <a:cubicBezTo>
                      <a:pt x="11" y="3"/>
                      <a:pt x="8" y="4"/>
                      <a:pt x="6" y="4"/>
                    </a:cubicBezTo>
                    <a:cubicBezTo>
                      <a:pt x="4" y="3"/>
                      <a:pt x="3" y="2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0" y="5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1" name="Freeform 1202">
                <a:extLst>
                  <a:ext uri="{FF2B5EF4-FFF2-40B4-BE49-F238E27FC236}">
                    <a16:creationId xmlns:a16="http://schemas.microsoft.com/office/drawing/2014/main" id="{3C74E631-5731-47AD-8005-D9A8C51FB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160"/>
                <a:ext cx="36" cy="16"/>
              </a:xfrm>
              <a:custGeom>
                <a:avLst/>
                <a:gdLst>
                  <a:gd name="T0" fmla="*/ 34 w 23"/>
                  <a:gd name="T1" fmla="*/ 107 h 10"/>
                  <a:gd name="T2" fmla="*/ 31 w 23"/>
                  <a:gd name="T3" fmla="*/ 90 h 10"/>
                  <a:gd name="T4" fmla="*/ 31 w 23"/>
                  <a:gd name="T5" fmla="*/ 67 h 10"/>
                  <a:gd name="T6" fmla="*/ 103 w 23"/>
                  <a:gd name="T7" fmla="*/ 42 h 10"/>
                  <a:gd name="T8" fmla="*/ 121 w 23"/>
                  <a:gd name="T9" fmla="*/ 54 h 10"/>
                  <a:gd name="T10" fmla="*/ 130 w 23"/>
                  <a:gd name="T11" fmla="*/ 54 h 10"/>
                  <a:gd name="T12" fmla="*/ 203 w 23"/>
                  <a:gd name="T13" fmla="*/ 54 h 10"/>
                  <a:gd name="T14" fmla="*/ 216 w 23"/>
                  <a:gd name="T15" fmla="*/ 34 h 10"/>
                  <a:gd name="T16" fmla="*/ 216 w 23"/>
                  <a:gd name="T17" fmla="*/ 34 h 10"/>
                  <a:gd name="T18" fmla="*/ 203 w 23"/>
                  <a:gd name="T19" fmla="*/ 13 h 10"/>
                  <a:gd name="T20" fmla="*/ 199 w 23"/>
                  <a:gd name="T21" fmla="*/ 0 h 10"/>
                  <a:gd name="T22" fmla="*/ 189 w 23"/>
                  <a:gd name="T23" fmla="*/ 21 h 10"/>
                  <a:gd name="T24" fmla="*/ 121 w 23"/>
                  <a:gd name="T25" fmla="*/ 42 h 10"/>
                  <a:gd name="T26" fmla="*/ 49 w 23"/>
                  <a:gd name="T27" fmla="*/ 34 h 10"/>
                  <a:gd name="T28" fmla="*/ 13 w 23"/>
                  <a:gd name="T29" fmla="*/ 67 h 10"/>
                  <a:gd name="T30" fmla="*/ 34 w 23"/>
                  <a:gd name="T31" fmla="*/ 107 h 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" h="10">
                    <a:moveTo>
                      <a:pt x="4" y="10"/>
                    </a:moveTo>
                    <a:cubicBezTo>
                      <a:pt x="4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3"/>
                      <a:pt x="8" y="4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6" y="5"/>
                      <a:pt x="20" y="6"/>
                      <a:pt x="22" y="5"/>
                    </a:cubicBezTo>
                    <a:cubicBezTo>
                      <a:pt x="22" y="5"/>
                      <a:pt x="23" y="4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2"/>
                      <a:pt x="22" y="1"/>
                      <a:pt x="22" y="1"/>
                    </a:cubicBezTo>
                    <a:cubicBezTo>
                      <a:pt x="22" y="1"/>
                      <a:pt x="21" y="0"/>
                      <a:pt x="21" y="0"/>
                    </a:cubicBezTo>
                    <a:cubicBezTo>
                      <a:pt x="21" y="1"/>
                      <a:pt x="20" y="2"/>
                      <a:pt x="20" y="2"/>
                    </a:cubicBezTo>
                    <a:cubicBezTo>
                      <a:pt x="18" y="4"/>
                      <a:pt x="15" y="4"/>
                      <a:pt x="13" y="4"/>
                    </a:cubicBezTo>
                    <a:cubicBezTo>
                      <a:pt x="10" y="4"/>
                      <a:pt x="8" y="2"/>
                      <a:pt x="5" y="3"/>
                    </a:cubicBezTo>
                    <a:cubicBezTo>
                      <a:pt x="3" y="3"/>
                      <a:pt x="1" y="4"/>
                      <a:pt x="1" y="6"/>
                    </a:cubicBezTo>
                    <a:cubicBezTo>
                      <a:pt x="0" y="8"/>
                      <a:pt x="2" y="9"/>
                      <a:pt x="4" y="10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2" name="Freeform 1203">
                <a:extLst>
                  <a:ext uri="{FF2B5EF4-FFF2-40B4-BE49-F238E27FC236}">
                    <a16:creationId xmlns:a16="http://schemas.microsoft.com/office/drawing/2014/main" id="{57D69E65-D0AD-433D-8112-573D9B7FF6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11" y="3141"/>
                <a:ext cx="70" cy="17"/>
              </a:xfrm>
              <a:custGeom>
                <a:avLst/>
                <a:gdLst>
                  <a:gd name="T0" fmla="*/ 0 w 44"/>
                  <a:gd name="T1" fmla="*/ 29 h 11"/>
                  <a:gd name="T2" fmla="*/ 0 w 44"/>
                  <a:gd name="T3" fmla="*/ 45 h 11"/>
                  <a:gd name="T4" fmla="*/ 53 w 44"/>
                  <a:gd name="T5" fmla="*/ 45 h 11"/>
                  <a:gd name="T6" fmla="*/ 116 w 44"/>
                  <a:gd name="T7" fmla="*/ 34 h 11"/>
                  <a:gd name="T8" fmla="*/ 172 w 44"/>
                  <a:gd name="T9" fmla="*/ 34 h 11"/>
                  <a:gd name="T10" fmla="*/ 261 w 44"/>
                  <a:gd name="T11" fmla="*/ 45 h 11"/>
                  <a:gd name="T12" fmla="*/ 116 w 44"/>
                  <a:gd name="T13" fmla="*/ 29 h 11"/>
                  <a:gd name="T14" fmla="*/ 13 w 44"/>
                  <a:gd name="T15" fmla="*/ 19 h 11"/>
                  <a:gd name="T16" fmla="*/ 0 w 44"/>
                  <a:gd name="T17" fmla="*/ 0 h 11"/>
                  <a:gd name="T18" fmla="*/ 0 w 44"/>
                  <a:gd name="T19" fmla="*/ 29 h 11"/>
                  <a:gd name="T20" fmla="*/ 410 w 44"/>
                  <a:gd name="T21" fmla="*/ 87 h 11"/>
                  <a:gd name="T22" fmla="*/ 410 w 44"/>
                  <a:gd name="T23" fmla="*/ 87 h 11"/>
                  <a:gd name="T24" fmla="*/ 430 w 44"/>
                  <a:gd name="T25" fmla="*/ 87 h 11"/>
                  <a:gd name="T26" fmla="*/ 449 w 44"/>
                  <a:gd name="T27" fmla="*/ 70 h 11"/>
                  <a:gd name="T28" fmla="*/ 430 w 44"/>
                  <a:gd name="T29" fmla="*/ 34 h 11"/>
                  <a:gd name="T30" fmla="*/ 410 w 44"/>
                  <a:gd name="T31" fmla="*/ 29 h 11"/>
                  <a:gd name="T32" fmla="*/ 399 w 44"/>
                  <a:gd name="T33" fmla="*/ 34 h 11"/>
                  <a:gd name="T34" fmla="*/ 399 w 44"/>
                  <a:gd name="T35" fmla="*/ 45 h 11"/>
                  <a:gd name="T36" fmla="*/ 313 w 44"/>
                  <a:gd name="T37" fmla="*/ 53 h 11"/>
                  <a:gd name="T38" fmla="*/ 382 w 44"/>
                  <a:gd name="T39" fmla="*/ 82 h 11"/>
                  <a:gd name="T40" fmla="*/ 410 w 44"/>
                  <a:gd name="T41" fmla="*/ 87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4" h="11">
                    <a:moveTo>
                      <a:pt x="0" y="3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3" y="5"/>
                      <a:pt x="5" y="5"/>
                    </a:cubicBezTo>
                    <a:cubicBezTo>
                      <a:pt x="7" y="4"/>
                      <a:pt x="9" y="4"/>
                      <a:pt x="11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20" y="5"/>
                      <a:pt x="24" y="5"/>
                      <a:pt x="26" y="5"/>
                    </a:cubicBezTo>
                    <a:cubicBezTo>
                      <a:pt x="21" y="4"/>
                      <a:pt x="16" y="4"/>
                      <a:pt x="11" y="3"/>
                    </a:cubicBezTo>
                    <a:cubicBezTo>
                      <a:pt x="8" y="2"/>
                      <a:pt x="4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  <a:moveTo>
                      <a:pt x="40" y="10"/>
                    </a:moveTo>
                    <a:cubicBezTo>
                      <a:pt x="40" y="10"/>
                      <a:pt x="40" y="10"/>
                      <a:pt x="40" y="10"/>
                    </a:cubicBezTo>
                    <a:cubicBezTo>
                      <a:pt x="42" y="11"/>
                      <a:pt x="42" y="11"/>
                      <a:pt x="42" y="10"/>
                    </a:cubicBezTo>
                    <a:cubicBezTo>
                      <a:pt x="43" y="10"/>
                      <a:pt x="44" y="9"/>
                      <a:pt x="44" y="8"/>
                    </a:cubicBezTo>
                    <a:cubicBezTo>
                      <a:pt x="44" y="6"/>
                      <a:pt x="43" y="5"/>
                      <a:pt x="42" y="4"/>
                    </a:cubicBezTo>
                    <a:cubicBezTo>
                      <a:pt x="41" y="4"/>
                      <a:pt x="41" y="3"/>
                      <a:pt x="40" y="3"/>
                    </a:cubicBezTo>
                    <a:cubicBezTo>
                      <a:pt x="40" y="4"/>
                      <a:pt x="40" y="4"/>
                      <a:pt x="39" y="4"/>
                    </a:cubicBezTo>
                    <a:cubicBezTo>
                      <a:pt x="39" y="4"/>
                      <a:pt x="39" y="4"/>
                      <a:pt x="39" y="5"/>
                    </a:cubicBezTo>
                    <a:cubicBezTo>
                      <a:pt x="40" y="10"/>
                      <a:pt x="34" y="6"/>
                      <a:pt x="31" y="6"/>
                    </a:cubicBezTo>
                    <a:cubicBezTo>
                      <a:pt x="33" y="7"/>
                      <a:pt x="36" y="8"/>
                      <a:pt x="38" y="9"/>
                    </a:cubicBezTo>
                    <a:lnTo>
                      <a:pt x="40" y="10"/>
                    </a:ln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3" name="Freeform 1204">
                <a:extLst>
                  <a:ext uri="{FF2B5EF4-FFF2-40B4-BE49-F238E27FC236}">
                    <a16:creationId xmlns:a16="http://schemas.microsoft.com/office/drawing/2014/main" id="{A8D19809-4E91-427F-9DDD-08E3C45B5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163"/>
                <a:ext cx="7" cy="8"/>
              </a:xfrm>
              <a:custGeom>
                <a:avLst/>
                <a:gdLst>
                  <a:gd name="T0" fmla="*/ 0 w 4"/>
                  <a:gd name="T1" fmla="*/ 54 h 5"/>
                  <a:gd name="T2" fmla="*/ 0 w 4"/>
                  <a:gd name="T3" fmla="*/ 0 h 5"/>
                  <a:gd name="T4" fmla="*/ 0 w 4"/>
                  <a:gd name="T5" fmla="*/ 5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4"/>
                      <a:pt x="3" y="1"/>
                      <a:pt x="0" y="0"/>
                    </a:cubicBezTo>
                    <a:cubicBezTo>
                      <a:pt x="3" y="0"/>
                      <a:pt x="4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4" name="Freeform 1205">
                <a:extLst>
                  <a:ext uri="{FF2B5EF4-FFF2-40B4-BE49-F238E27FC236}">
                    <a16:creationId xmlns:a16="http://schemas.microsoft.com/office/drawing/2014/main" id="{587BC371-A413-4BB2-AAFA-CD1556E86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3206"/>
                <a:ext cx="24" cy="17"/>
              </a:xfrm>
              <a:custGeom>
                <a:avLst/>
                <a:gdLst>
                  <a:gd name="T0" fmla="*/ 74 w 15"/>
                  <a:gd name="T1" fmla="*/ 87 h 11"/>
                  <a:gd name="T2" fmla="*/ 13 w 15"/>
                  <a:gd name="T3" fmla="*/ 53 h 11"/>
                  <a:gd name="T4" fmla="*/ 0 w 15"/>
                  <a:gd name="T5" fmla="*/ 29 h 11"/>
                  <a:gd name="T6" fmla="*/ 90 w 15"/>
                  <a:gd name="T7" fmla="*/ 0 h 11"/>
                  <a:gd name="T8" fmla="*/ 144 w 15"/>
                  <a:gd name="T9" fmla="*/ 29 h 11"/>
                  <a:gd name="T10" fmla="*/ 157 w 15"/>
                  <a:gd name="T11" fmla="*/ 45 h 11"/>
                  <a:gd name="T12" fmla="*/ 157 w 15"/>
                  <a:gd name="T13" fmla="*/ 62 h 11"/>
                  <a:gd name="T14" fmla="*/ 74 w 15"/>
                  <a:gd name="T15" fmla="*/ 87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1">
                    <a:moveTo>
                      <a:pt x="7" y="10"/>
                    </a:moveTo>
                    <a:cubicBezTo>
                      <a:pt x="5" y="10"/>
                      <a:pt x="2" y="8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9" y="0"/>
                    </a:cubicBezTo>
                    <a:cubicBezTo>
                      <a:pt x="11" y="0"/>
                      <a:pt x="13" y="1"/>
                      <a:pt x="14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3" y="10"/>
                      <a:pt x="10" y="11"/>
                      <a:pt x="7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5" name="Freeform 1206">
                <a:extLst>
                  <a:ext uri="{FF2B5EF4-FFF2-40B4-BE49-F238E27FC236}">
                    <a16:creationId xmlns:a16="http://schemas.microsoft.com/office/drawing/2014/main" id="{0D032855-4955-4D52-9263-D8B4CFAC3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188"/>
                <a:ext cx="100" cy="41"/>
              </a:xfrm>
              <a:custGeom>
                <a:avLst/>
                <a:gdLst>
                  <a:gd name="T0" fmla="*/ 305 w 63"/>
                  <a:gd name="T1" fmla="*/ 35 h 26"/>
                  <a:gd name="T2" fmla="*/ 614 w 63"/>
                  <a:gd name="T3" fmla="*/ 197 h 26"/>
                  <a:gd name="T4" fmla="*/ 635 w 63"/>
                  <a:gd name="T5" fmla="*/ 224 h 26"/>
                  <a:gd name="T6" fmla="*/ 532 w 63"/>
                  <a:gd name="T7" fmla="*/ 237 h 26"/>
                  <a:gd name="T8" fmla="*/ 443 w 63"/>
                  <a:gd name="T9" fmla="*/ 169 h 26"/>
                  <a:gd name="T10" fmla="*/ 356 w 63"/>
                  <a:gd name="T11" fmla="*/ 87 h 26"/>
                  <a:gd name="T12" fmla="*/ 108 w 63"/>
                  <a:gd name="T13" fmla="*/ 87 h 26"/>
                  <a:gd name="T14" fmla="*/ 0 w 63"/>
                  <a:gd name="T15" fmla="*/ 107 h 26"/>
                  <a:gd name="T16" fmla="*/ 0 w 63"/>
                  <a:gd name="T17" fmla="*/ 98 h 26"/>
                  <a:gd name="T18" fmla="*/ 52 w 63"/>
                  <a:gd name="T19" fmla="*/ 35 h 26"/>
                  <a:gd name="T20" fmla="*/ 305 w 63"/>
                  <a:gd name="T21" fmla="*/ 3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26">
                    <a:moveTo>
                      <a:pt x="30" y="4"/>
                    </a:moveTo>
                    <a:cubicBezTo>
                      <a:pt x="40" y="7"/>
                      <a:pt x="55" y="16"/>
                      <a:pt x="61" y="20"/>
                    </a:cubicBezTo>
                    <a:cubicBezTo>
                      <a:pt x="62" y="20"/>
                      <a:pt x="63" y="22"/>
                      <a:pt x="63" y="23"/>
                    </a:cubicBezTo>
                    <a:cubicBezTo>
                      <a:pt x="62" y="25"/>
                      <a:pt x="57" y="26"/>
                      <a:pt x="53" y="24"/>
                    </a:cubicBezTo>
                    <a:cubicBezTo>
                      <a:pt x="48" y="23"/>
                      <a:pt x="46" y="20"/>
                      <a:pt x="44" y="17"/>
                    </a:cubicBezTo>
                    <a:cubicBezTo>
                      <a:pt x="42" y="14"/>
                      <a:pt x="39" y="12"/>
                      <a:pt x="35" y="9"/>
                    </a:cubicBezTo>
                    <a:cubicBezTo>
                      <a:pt x="28" y="5"/>
                      <a:pt x="19" y="5"/>
                      <a:pt x="11" y="9"/>
                    </a:cubicBezTo>
                    <a:cubicBezTo>
                      <a:pt x="4" y="13"/>
                      <a:pt x="2" y="13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0" y="9"/>
                      <a:pt x="1" y="7"/>
                      <a:pt x="5" y="4"/>
                    </a:cubicBezTo>
                    <a:cubicBezTo>
                      <a:pt x="11" y="0"/>
                      <a:pt x="19" y="0"/>
                      <a:pt x="30" y="4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6" name="Freeform 1207">
                <a:extLst>
                  <a:ext uri="{FF2B5EF4-FFF2-40B4-BE49-F238E27FC236}">
                    <a16:creationId xmlns:a16="http://schemas.microsoft.com/office/drawing/2014/main" id="{773A13AB-A019-426B-A091-DD93533F8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162"/>
                <a:ext cx="74" cy="25"/>
              </a:xfrm>
              <a:custGeom>
                <a:avLst/>
                <a:gdLst>
                  <a:gd name="T0" fmla="*/ 375 w 47"/>
                  <a:gd name="T1" fmla="*/ 34 h 16"/>
                  <a:gd name="T2" fmla="*/ 137 w 47"/>
                  <a:gd name="T3" fmla="*/ 117 h 16"/>
                  <a:gd name="T4" fmla="*/ 13 w 47"/>
                  <a:gd name="T5" fmla="*/ 138 h 16"/>
                  <a:gd name="T6" fmla="*/ 0 w 47"/>
                  <a:gd name="T7" fmla="*/ 95 h 16"/>
                  <a:gd name="T8" fmla="*/ 87 w 47"/>
                  <a:gd name="T9" fmla="*/ 34 h 16"/>
                  <a:gd name="T10" fmla="*/ 280 w 47"/>
                  <a:gd name="T11" fmla="*/ 31 h 16"/>
                  <a:gd name="T12" fmla="*/ 457 w 47"/>
                  <a:gd name="T13" fmla="*/ 13 h 16"/>
                  <a:gd name="T14" fmla="*/ 375 w 47"/>
                  <a:gd name="T15" fmla="*/ 3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6">
                    <a:moveTo>
                      <a:pt x="39" y="4"/>
                    </a:moveTo>
                    <a:cubicBezTo>
                      <a:pt x="31" y="5"/>
                      <a:pt x="26" y="7"/>
                      <a:pt x="14" y="13"/>
                    </a:cubicBezTo>
                    <a:cubicBezTo>
                      <a:pt x="6" y="16"/>
                      <a:pt x="3" y="16"/>
                      <a:pt x="1" y="15"/>
                    </a:cubicBezTo>
                    <a:cubicBezTo>
                      <a:pt x="0" y="14"/>
                      <a:pt x="0" y="13"/>
                      <a:pt x="0" y="10"/>
                    </a:cubicBezTo>
                    <a:cubicBezTo>
                      <a:pt x="1" y="7"/>
                      <a:pt x="5" y="3"/>
                      <a:pt x="9" y="4"/>
                    </a:cubicBezTo>
                    <a:cubicBezTo>
                      <a:pt x="14" y="5"/>
                      <a:pt x="20" y="5"/>
                      <a:pt x="29" y="3"/>
                    </a:cubicBezTo>
                    <a:cubicBezTo>
                      <a:pt x="44" y="0"/>
                      <a:pt x="47" y="1"/>
                      <a:pt x="47" y="1"/>
                    </a:cubicBezTo>
                    <a:cubicBezTo>
                      <a:pt x="46" y="2"/>
                      <a:pt x="45" y="2"/>
                      <a:pt x="39" y="4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7" name="Freeform 1208">
                <a:extLst>
                  <a:ext uri="{FF2B5EF4-FFF2-40B4-BE49-F238E27FC236}">
                    <a16:creationId xmlns:a16="http://schemas.microsoft.com/office/drawing/2014/main" id="{CC4CE47C-6101-484E-A63E-B0D385BC9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171"/>
                <a:ext cx="188" cy="38"/>
              </a:xfrm>
              <a:custGeom>
                <a:avLst/>
                <a:gdLst>
                  <a:gd name="T0" fmla="*/ 305 w 119"/>
                  <a:gd name="T1" fmla="*/ 68 h 24"/>
                  <a:gd name="T2" fmla="*/ 202 w 119"/>
                  <a:gd name="T3" fmla="*/ 130 h 24"/>
                  <a:gd name="T4" fmla="*/ 21 w 119"/>
                  <a:gd name="T5" fmla="*/ 203 h 24"/>
                  <a:gd name="T6" fmla="*/ 0 w 119"/>
                  <a:gd name="T7" fmla="*/ 190 h 24"/>
                  <a:gd name="T8" fmla="*/ 68 w 119"/>
                  <a:gd name="T9" fmla="*/ 158 h 24"/>
                  <a:gd name="T10" fmla="*/ 107 w 119"/>
                  <a:gd name="T11" fmla="*/ 150 h 24"/>
                  <a:gd name="T12" fmla="*/ 237 w 119"/>
                  <a:gd name="T13" fmla="*/ 87 h 24"/>
                  <a:gd name="T14" fmla="*/ 354 w 119"/>
                  <a:gd name="T15" fmla="*/ 40 h 24"/>
                  <a:gd name="T16" fmla="*/ 646 w 119"/>
                  <a:gd name="T17" fmla="*/ 40 h 24"/>
                  <a:gd name="T18" fmla="*/ 749 w 119"/>
                  <a:gd name="T19" fmla="*/ 68 h 24"/>
                  <a:gd name="T20" fmla="*/ 965 w 119"/>
                  <a:gd name="T21" fmla="*/ 130 h 24"/>
                  <a:gd name="T22" fmla="*/ 1171 w 119"/>
                  <a:gd name="T23" fmla="*/ 184 h 24"/>
                  <a:gd name="T24" fmla="*/ 1171 w 119"/>
                  <a:gd name="T25" fmla="*/ 190 h 24"/>
                  <a:gd name="T26" fmla="*/ 1158 w 119"/>
                  <a:gd name="T27" fmla="*/ 219 h 24"/>
                  <a:gd name="T28" fmla="*/ 1041 w 119"/>
                  <a:gd name="T29" fmla="*/ 226 h 24"/>
                  <a:gd name="T30" fmla="*/ 904 w 119"/>
                  <a:gd name="T31" fmla="*/ 158 h 24"/>
                  <a:gd name="T32" fmla="*/ 646 w 119"/>
                  <a:gd name="T33" fmla="*/ 52 h 24"/>
                  <a:gd name="T34" fmla="*/ 305 w 119"/>
                  <a:gd name="T35" fmla="*/ 68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9" h="24">
                    <a:moveTo>
                      <a:pt x="31" y="7"/>
                    </a:moveTo>
                    <a:cubicBezTo>
                      <a:pt x="27" y="9"/>
                      <a:pt x="24" y="11"/>
                      <a:pt x="20" y="13"/>
                    </a:cubicBezTo>
                    <a:cubicBezTo>
                      <a:pt x="12" y="18"/>
                      <a:pt x="5" y="23"/>
                      <a:pt x="2" y="20"/>
                    </a:cubicBezTo>
                    <a:cubicBezTo>
                      <a:pt x="1" y="19"/>
                      <a:pt x="0" y="19"/>
                      <a:pt x="0" y="19"/>
                    </a:cubicBezTo>
                    <a:cubicBezTo>
                      <a:pt x="1" y="18"/>
                      <a:pt x="5" y="17"/>
                      <a:pt x="7" y="16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4" y="14"/>
                      <a:pt x="19" y="11"/>
                      <a:pt x="24" y="9"/>
                    </a:cubicBezTo>
                    <a:cubicBezTo>
                      <a:pt x="28" y="7"/>
                      <a:pt x="33" y="5"/>
                      <a:pt x="36" y="4"/>
                    </a:cubicBezTo>
                    <a:cubicBezTo>
                      <a:pt x="43" y="1"/>
                      <a:pt x="55" y="0"/>
                      <a:pt x="66" y="4"/>
                    </a:cubicBezTo>
                    <a:cubicBezTo>
                      <a:pt x="69" y="5"/>
                      <a:pt x="73" y="6"/>
                      <a:pt x="76" y="7"/>
                    </a:cubicBezTo>
                    <a:cubicBezTo>
                      <a:pt x="83" y="10"/>
                      <a:pt x="90" y="12"/>
                      <a:pt x="98" y="13"/>
                    </a:cubicBezTo>
                    <a:cubicBezTo>
                      <a:pt x="107" y="13"/>
                      <a:pt x="118" y="13"/>
                      <a:pt x="119" y="18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9" y="20"/>
                      <a:pt x="119" y="21"/>
                      <a:pt x="118" y="22"/>
                    </a:cubicBezTo>
                    <a:cubicBezTo>
                      <a:pt x="116" y="24"/>
                      <a:pt x="111" y="24"/>
                      <a:pt x="106" y="23"/>
                    </a:cubicBezTo>
                    <a:cubicBezTo>
                      <a:pt x="102" y="22"/>
                      <a:pt x="97" y="19"/>
                      <a:pt x="92" y="16"/>
                    </a:cubicBezTo>
                    <a:cubicBezTo>
                      <a:pt x="84" y="12"/>
                      <a:pt x="76" y="8"/>
                      <a:pt x="66" y="5"/>
                    </a:cubicBezTo>
                    <a:cubicBezTo>
                      <a:pt x="51" y="1"/>
                      <a:pt x="43" y="0"/>
                      <a:pt x="31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8" name="Freeform 1209">
                <a:extLst>
                  <a:ext uri="{FF2B5EF4-FFF2-40B4-BE49-F238E27FC236}">
                    <a16:creationId xmlns:a16="http://schemas.microsoft.com/office/drawing/2014/main" id="{DDF1DBE7-0172-4D94-88A6-2C324C08A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195"/>
                <a:ext cx="79" cy="38"/>
              </a:xfrm>
              <a:custGeom>
                <a:avLst/>
                <a:gdLst>
                  <a:gd name="T0" fmla="*/ 482 w 50"/>
                  <a:gd name="T1" fmla="*/ 158 h 24"/>
                  <a:gd name="T2" fmla="*/ 474 w 50"/>
                  <a:gd name="T3" fmla="*/ 203 h 24"/>
                  <a:gd name="T4" fmla="*/ 362 w 50"/>
                  <a:gd name="T5" fmla="*/ 226 h 24"/>
                  <a:gd name="T6" fmla="*/ 258 w 50"/>
                  <a:gd name="T7" fmla="*/ 171 h 24"/>
                  <a:gd name="T8" fmla="*/ 224 w 50"/>
                  <a:gd name="T9" fmla="*/ 138 h 24"/>
                  <a:gd name="T10" fmla="*/ 35 w 50"/>
                  <a:gd name="T11" fmla="*/ 33 h 24"/>
                  <a:gd name="T12" fmla="*/ 21 w 50"/>
                  <a:gd name="T13" fmla="*/ 21 h 24"/>
                  <a:gd name="T14" fmla="*/ 0 w 50"/>
                  <a:gd name="T15" fmla="*/ 0 h 24"/>
                  <a:gd name="T16" fmla="*/ 68 w 50"/>
                  <a:gd name="T17" fmla="*/ 21 h 24"/>
                  <a:gd name="T18" fmla="*/ 107 w 50"/>
                  <a:gd name="T19" fmla="*/ 40 h 24"/>
                  <a:gd name="T20" fmla="*/ 354 w 50"/>
                  <a:gd name="T21" fmla="*/ 130 h 24"/>
                  <a:gd name="T22" fmla="*/ 354 w 50"/>
                  <a:gd name="T23" fmla="*/ 130 h 24"/>
                  <a:gd name="T24" fmla="*/ 482 w 50"/>
                  <a:gd name="T25" fmla="*/ 158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" h="24">
                    <a:moveTo>
                      <a:pt x="49" y="16"/>
                    </a:moveTo>
                    <a:cubicBezTo>
                      <a:pt x="50" y="17"/>
                      <a:pt x="49" y="18"/>
                      <a:pt x="48" y="20"/>
                    </a:cubicBezTo>
                    <a:cubicBezTo>
                      <a:pt x="46" y="22"/>
                      <a:pt x="40" y="24"/>
                      <a:pt x="37" y="23"/>
                    </a:cubicBezTo>
                    <a:cubicBezTo>
                      <a:pt x="33" y="23"/>
                      <a:pt x="30" y="20"/>
                      <a:pt x="26" y="17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18" y="10"/>
                      <a:pt x="10" y="6"/>
                      <a:pt x="4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3" y="0"/>
                      <a:pt x="7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9" y="9"/>
                      <a:pt x="28" y="15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42" y="12"/>
                      <a:pt x="48" y="12"/>
                      <a:pt x="49" y="16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9" name="Freeform 1210">
                <a:extLst>
                  <a:ext uri="{FF2B5EF4-FFF2-40B4-BE49-F238E27FC236}">
                    <a16:creationId xmlns:a16="http://schemas.microsoft.com/office/drawing/2014/main" id="{97F533E0-FFB3-479C-9952-49945AA929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17" y="3180"/>
                <a:ext cx="65" cy="35"/>
              </a:xfrm>
              <a:custGeom>
                <a:avLst/>
                <a:gdLst>
                  <a:gd name="T0" fmla="*/ 409 w 41"/>
                  <a:gd name="T1" fmla="*/ 21 h 22"/>
                  <a:gd name="T2" fmla="*/ 409 w 41"/>
                  <a:gd name="T3" fmla="*/ 21 h 22"/>
                  <a:gd name="T4" fmla="*/ 409 w 41"/>
                  <a:gd name="T5" fmla="*/ 21 h 22"/>
                  <a:gd name="T6" fmla="*/ 409 w 41"/>
                  <a:gd name="T7" fmla="*/ 21 h 22"/>
                  <a:gd name="T8" fmla="*/ 342 w 41"/>
                  <a:gd name="T9" fmla="*/ 21 h 22"/>
                  <a:gd name="T10" fmla="*/ 87 w 41"/>
                  <a:gd name="T11" fmla="*/ 172 h 22"/>
                  <a:gd name="T12" fmla="*/ 40 w 41"/>
                  <a:gd name="T13" fmla="*/ 226 h 22"/>
                  <a:gd name="T14" fmla="*/ 0 w 41"/>
                  <a:gd name="T15" fmla="*/ 205 h 22"/>
                  <a:gd name="T16" fmla="*/ 0 w 41"/>
                  <a:gd name="T17" fmla="*/ 193 h 22"/>
                  <a:gd name="T18" fmla="*/ 52 w 41"/>
                  <a:gd name="T19" fmla="*/ 134 h 22"/>
                  <a:gd name="T20" fmla="*/ 68 w 41"/>
                  <a:gd name="T21" fmla="*/ 121 h 22"/>
                  <a:gd name="T22" fmla="*/ 301 w 41"/>
                  <a:gd name="T23" fmla="*/ 13 h 22"/>
                  <a:gd name="T24" fmla="*/ 409 w 41"/>
                  <a:gd name="T25" fmla="*/ 21 h 22"/>
                  <a:gd name="T26" fmla="*/ 400 w 41"/>
                  <a:gd name="T27" fmla="*/ 21 h 22"/>
                  <a:gd name="T28" fmla="*/ 342 w 41"/>
                  <a:gd name="T29" fmla="*/ 21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1" h="22">
                    <a:moveTo>
                      <a:pt x="41" y="2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lose/>
                    <a:moveTo>
                      <a:pt x="34" y="2"/>
                    </a:moveTo>
                    <a:cubicBezTo>
                      <a:pt x="26" y="3"/>
                      <a:pt x="17" y="6"/>
                      <a:pt x="9" y="17"/>
                    </a:cubicBezTo>
                    <a:cubicBezTo>
                      <a:pt x="7" y="20"/>
                      <a:pt x="5" y="21"/>
                      <a:pt x="4" y="22"/>
                    </a:cubicBezTo>
                    <a:cubicBezTo>
                      <a:pt x="3" y="22"/>
                      <a:pt x="2" y="21"/>
                      <a:pt x="0" y="20"/>
                    </a:cubicBezTo>
                    <a:cubicBezTo>
                      <a:pt x="0" y="20"/>
                      <a:pt x="0" y="19"/>
                      <a:pt x="0" y="19"/>
                    </a:cubicBezTo>
                    <a:cubicBezTo>
                      <a:pt x="0" y="17"/>
                      <a:pt x="2" y="15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1" y="8"/>
                      <a:pt x="22" y="1"/>
                      <a:pt x="30" y="1"/>
                    </a:cubicBezTo>
                    <a:cubicBezTo>
                      <a:pt x="37" y="0"/>
                      <a:pt x="41" y="1"/>
                      <a:pt x="41" y="2"/>
                    </a:cubicBezTo>
                    <a:cubicBezTo>
                      <a:pt x="41" y="2"/>
                      <a:pt x="41" y="2"/>
                      <a:pt x="40" y="2"/>
                    </a:cubicBezTo>
                    <a:cubicBezTo>
                      <a:pt x="39" y="2"/>
                      <a:pt x="37" y="2"/>
                      <a:pt x="34" y="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0" name="Freeform 1211">
                <a:extLst>
                  <a:ext uri="{FF2B5EF4-FFF2-40B4-BE49-F238E27FC236}">
                    <a16:creationId xmlns:a16="http://schemas.microsoft.com/office/drawing/2014/main" id="{B1220274-CAF1-4FE4-95E6-8BF3D3FF4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138"/>
                <a:ext cx="70" cy="20"/>
              </a:xfrm>
              <a:custGeom>
                <a:avLst/>
                <a:gdLst>
                  <a:gd name="T0" fmla="*/ 430 w 44"/>
                  <a:gd name="T1" fmla="*/ 52 h 13"/>
                  <a:gd name="T2" fmla="*/ 449 w 44"/>
                  <a:gd name="T3" fmla="*/ 83 h 13"/>
                  <a:gd name="T4" fmla="*/ 430 w 44"/>
                  <a:gd name="T5" fmla="*/ 102 h 13"/>
                  <a:gd name="T6" fmla="*/ 410 w 44"/>
                  <a:gd name="T7" fmla="*/ 102 h 13"/>
                  <a:gd name="T8" fmla="*/ 410 w 44"/>
                  <a:gd name="T9" fmla="*/ 102 h 13"/>
                  <a:gd name="T10" fmla="*/ 382 w 44"/>
                  <a:gd name="T11" fmla="*/ 95 h 13"/>
                  <a:gd name="T12" fmla="*/ 294 w 44"/>
                  <a:gd name="T13" fmla="*/ 66 h 13"/>
                  <a:gd name="T14" fmla="*/ 172 w 44"/>
                  <a:gd name="T15" fmla="*/ 52 h 13"/>
                  <a:gd name="T16" fmla="*/ 116 w 44"/>
                  <a:gd name="T17" fmla="*/ 52 h 13"/>
                  <a:gd name="T18" fmla="*/ 53 w 44"/>
                  <a:gd name="T19" fmla="*/ 62 h 13"/>
                  <a:gd name="T20" fmla="*/ 0 w 44"/>
                  <a:gd name="T21" fmla="*/ 62 h 13"/>
                  <a:gd name="T22" fmla="*/ 0 w 44"/>
                  <a:gd name="T23" fmla="*/ 43 h 13"/>
                  <a:gd name="T24" fmla="*/ 13 w 44"/>
                  <a:gd name="T25" fmla="*/ 12 h 13"/>
                  <a:gd name="T26" fmla="*/ 73 w 44"/>
                  <a:gd name="T27" fmla="*/ 18 h 13"/>
                  <a:gd name="T28" fmla="*/ 89 w 44"/>
                  <a:gd name="T29" fmla="*/ 28 h 13"/>
                  <a:gd name="T30" fmla="*/ 226 w 44"/>
                  <a:gd name="T31" fmla="*/ 43 h 13"/>
                  <a:gd name="T32" fmla="*/ 226 w 44"/>
                  <a:gd name="T33" fmla="*/ 43 h 13"/>
                  <a:gd name="T34" fmla="*/ 410 w 44"/>
                  <a:gd name="T35" fmla="*/ 43 h 13"/>
                  <a:gd name="T36" fmla="*/ 430 w 44"/>
                  <a:gd name="T37" fmla="*/ 52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13">
                    <a:moveTo>
                      <a:pt x="42" y="6"/>
                    </a:moveTo>
                    <a:cubicBezTo>
                      <a:pt x="43" y="7"/>
                      <a:pt x="44" y="8"/>
                      <a:pt x="44" y="10"/>
                    </a:cubicBezTo>
                    <a:cubicBezTo>
                      <a:pt x="44" y="11"/>
                      <a:pt x="43" y="12"/>
                      <a:pt x="42" y="12"/>
                    </a:cubicBezTo>
                    <a:cubicBezTo>
                      <a:pt x="42" y="13"/>
                      <a:pt x="42" y="13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5" y="10"/>
                      <a:pt x="32" y="8"/>
                      <a:pt x="29" y="8"/>
                    </a:cubicBezTo>
                    <a:cubicBezTo>
                      <a:pt x="26" y="7"/>
                      <a:pt x="22" y="7"/>
                      <a:pt x="17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6"/>
                      <a:pt x="7" y="6"/>
                      <a:pt x="5" y="7"/>
                    </a:cubicBezTo>
                    <a:cubicBezTo>
                      <a:pt x="3" y="7"/>
                      <a:pt x="1" y="8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5" y="1"/>
                      <a:pt x="7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6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8" y="6"/>
                      <a:pt x="37" y="7"/>
                      <a:pt x="40" y="5"/>
                    </a:cubicBezTo>
                    <a:cubicBezTo>
                      <a:pt x="41" y="5"/>
                      <a:pt x="41" y="6"/>
                      <a:pt x="42" y="6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1" name="Freeform 1212">
                <a:extLst>
                  <a:ext uri="{FF2B5EF4-FFF2-40B4-BE49-F238E27FC236}">
                    <a16:creationId xmlns:a16="http://schemas.microsoft.com/office/drawing/2014/main" id="{A169D40E-B000-478E-ABBA-28A817F7C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46"/>
                <a:ext cx="166" cy="47"/>
              </a:xfrm>
              <a:custGeom>
                <a:avLst/>
                <a:gdLst>
                  <a:gd name="T0" fmla="*/ 1023 w 105"/>
                  <a:gd name="T1" fmla="*/ 230 h 30"/>
                  <a:gd name="T2" fmla="*/ 1036 w 105"/>
                  <a:gd name="T3" fmla="*/ 246 h 30"/>
                  <a:gd name="T4" fmla="*/ 1007 w 105"/>
                  <a:gd name="T5" fmla="*/ 265 h 30"/>
                  <a:gd name="T6" fmla="*/ 917 w 105"/>
                  <a:gd name="T7" fmla="*/ 265 h 30"/>
                  <a:gd name="T8" fmla="*/ 647 w 105"/>
                  <a:gd name="T9" fmla="*/ 204 h 30"/>
                  <a:gd name="T10" fmla="*/ 462 w 105"/>
                  <a:gd name="T11" fmla="*/ 182 h 30"/>
                  <a:gd name="T12" fmla="*/ 395 w 105"/>
                  <a:gd name="T13" fmla="*/ 150 h 30"/>
                  <a:gd name="T14" fmla="*/ 326 w 105"/>
                  <a:gd name="T15" fmla="*/ 130 h 30"/>
                  <a:gd name="T16" fmla="*/ 326 w 105"/>
                  <a:gd name="T17" fmla="*/ 121 h 30"/>
                  <a:gd name="T18" fmla="*/ 326 w 105"/>
                  <a:gd name="T19" fmla="*/ 121 h 30"/>
                  <a:gd name="T20" fmla="*/ 326 w 105"/>
                  <a:gd name="T21" fmla="*/ 116 h 30"/>
                  <a:gd name="T22" fmla="*/ 438 w 105"/>
                  <a:gd name="T23" fmla="*/ 147 h 30"/>
                  <a:gd name="T24" fmla="*/ 495 w 105"/>
                  <a:gd name="T25" fmla="*/ 147 h 30"/>
                  <a:gd name="T26" fmla="*/ 495 w 105"/>
                  <a:gd name="T27" fmla="*/ 121 h 30"/>
                  <a:gd name="T28" fmla="*/ 474 w 105"/>
                  <a:gd name="T29" fmla="*/ 103 h 30"/>
                  <a:gd name="T30" fmla="*/ 438 w 105"/>
                  <a:gd name="T31" fmla="*/ 96 h 30"/>
                  <a:gd name="T32" fmla="*/ 277 w 105"/>
                  <a:gd name="T33" fmla="*/ 53 h 30"/>
                  <a:gd name="T34" fmla="*/ 100 w 105"/>
                  <a:gd name="T35" fmla="*/ 66 h 30"/>
                  <a:gd name="T36" fmla="*/ 13 w 105"/>
                  <a:gd name="T37" fmla="*/ 66 h 30"/>
                  <a:gd name="T38" fmla="*/ 0 w 105"/>
                  <a:gd name="T39" fmla="*/ 34 h 30"/>
                  <a:gd name="T40" fmla="*/ 171 w 105"/>
                  <a:gd name="T41" fmla="*/ 13 h 30"/>
                  <a:gd name="T42" fmla="*/ 345 w 105"/>
                  <a:gd name="T43" fmla="*/ 53 h 30"/>
                  <a:gd name="T44" fmla="*/ 409 w 105"/>
                  <a:gd name="T45" fmla="*/ 77 h 30"/>
                  <a:gd name="T46" fmla="*/ 692 w 105"/>
                  <a:gd name="T47" fmla="*/ 96 h 30"/>
                  <a:gd name="T48" fmla="*/ 787 w 105"/>
                  <a:gd name="T49" fmla="*/ 96 h 30"/>
                  <a:gd name="T50" fmla="*/ 797 w 105"/>
                  <a:gd name="T51" fmla="*/ 116 h 30"/>
                  <a:gd name="T52" fmla="*/ 797 w 105"/>
                  <a:gd name="T53" fmla="*/ 116 h 30"/>
                  <a:gd name="T54" fmla="*/ 787 w 105"/>
                  <a:gd name="T55" fmla="*/ 130 h 30"/>
                  <a:gd name="T56" fmla="*/ 713 w 105"/>
                  <a:gd name="T57" fmla="*/ 130 h 30"/>
                  <a:gd name="T58" fmla="*/ 700 w 105"/>
                  <a:gd name="T59" fmla="*/ 130 h 30"/>
                  <a:gd name="T60" fmla="*/ 680 w 105"/>
                  <a:gd name="T61" fmla="*/ 121 h 30"/>
                  <a:gd name="T62" fmla="*/ 599 w 105"/>
                  <a:gd name="T63" fmla="*/ 147 h 30"/>
                  <a:gd name="T64" fmla="*/ 599 w 105"/>
                  <a:gd name="T65" fmla="*/ 169 h 30"/>
                  <a:gd name="T66" fmla="*/ 645 w 105"/>
                  <a:gd name="T67" fmla="*/ 182 h 30"/>
                  <a:gd name="T68" fmla="*/ 713 w 105"/>
                  <a:gd name="T69" fmla="*/ 199 h 30"/>
                  <a:gd name="T70" fmla="*/ 917 w 105"/>
                  <a:gd name="T71" fmla="*/ 204 h 30"/>
                  <a:gd name="T72" fmla="*/ 1023 w 105"/>
                  <a:gd name="T73" fmla="*/ 230 h 3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05" h="30">
                    <a:moveTo>
                      <a:pt x="104" y="24"/>
                    </a:moveTo>
                    <a:cubicBezTo>
                      <a:pt x="104" y="24"/>
                      <a:pt x="105" y="25"/>
                      <a:pt x="105" y="26"/>
                    </a:cubicBezTo>
                    <a:cubicBezTo>
                      <a:pt x="104" y="27"/>
                      <a:pt x="104" y="28"/>
                      <a:pt x="102" y="28"/>
                    </a:cubicBezTo>
                    <a:cubicBezTo>
                      <a:pt x="101" y="29"/>
                      <a:pt x="98" y="30"/>
                      <a:pt x="93" y="28"/>
                    </a:cubicBezTo>
                    <a:cubicBezTo>
                      <a:pt x="84" y="24"/>
                      <a:pt x="78" y="22"/>
                      <a:pt x="66" y="22"/>
                    </a:cubicBezTo>
                    <a:cubicBezTo>
                      <a:pt x="58" y="22"/>
                      <a:pt x="53" y="20"/>
                      <a:pt x="47" y="19"/>
                    </a:cubicBezTo>
                    <a:cubicBezTo>
                      <a:pt x="45" y="18"/>
                      <a:pt x="42" y="17"/>
                      <a:pt x="40" y="16"/>
                    </a:cubicBezTo>
                    <a:cubicBezTo>
                      <a:pt x="38" y="16"/>
                      <a:pt x="33" y="15"/>
                      <a:pt x="33" y="14"/>
                    </a:cubicBezTo>
                    <a:cubicBezTo>
                      <a:pt x="32" y="14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4" y="12"/>
                      <a:pt x="40" y="14"/>
                      <a:pt x="44" y="15"/>
                    </a:cubicBezTo>
                    <a:cubicBezTo>
                      <a:pt x="47" y="16"/>
                      <a:pt x="49" y="16"/>
                      <a:pt x="50" y="15"/>
                    </a:cubicBezTo>
                    <a:cubicBezTo>
                      <a:pt x="50" y="14"/>
                      <a:pt x="51" y="13"/>
                      <a:pt x="50" y="13"/>
                    </a:cubicBezTo>
                    <a:cubicBezTo>
                      <a:pt x="50" y="12"/>
                      <a:pt x="49" y="11"/>
                      <a:pt x="48" y="11"/>
                    </a:cubicBezTo>
                    <a:cubicBezTo>
                      <a:pt x="47" y="11"/>
                      <a:pt x="46" y="10"/>
                      <a:pt x="44" y="10"/>
                    </a:cubicBezTo>
                    <a:cubicBezTo>
                      <a:pt x="40" y="9"/>
                      <a:pt x="35" y="7"/>
                      <a:pt x="28" y="6"/>
                    </a:cubicBezTo>
                    <a:cubicBezTo>
                      <a:pt x="19" y="4"/>
                      <a:pt x="13" y="5"/>
                      <a:pt x="10" y="7"/>
                    </a:cubicBezTo>
                    <a:cubicBezTo>
                      <a:pt x="9" y="8"/>
                      <a:pt x="3" y="8"/>
                      <a:pt x="1" y="7"/>
                    </a:cubicBezTo>
                    <a:cubicBezTo>
                      <a:pt x="1" y="6"/>
                      <a:pt x="0" y="6"/>
                      <a:pt x="0" y="4"/>
                    </a:cubicBezTo>
                    <a:cubicBezTo>
                      <a:pt x="1" y="0"/>
                      <a:pt x="5" y="0"/>
                      <a:pt x="17" y="1"/>
                    </a:cubicBezTo>
                    <a:cubicBezTo>
                      <a:pt x="24" y="2"/>
                      <a:pt x="30" y="4"/>
                      <a:pt x="35" y="6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51" y="11"/>
                      <a:pt x="63" y="11"/>
                      <a:pt x="70" y="10"/>
                    </a:cubicBezTo>
                    <a:cubicBezTo>
                      <a:pt x="72" y="9"/>
                      <a:pt x="78" y="8"/>
                      <a:pt x="80" y="10"/>
                    </a:cubicBezTo>
                    <a:cubicBezTo>
                      <a:pt x="80" y="10"/>
                      <a:pt x="81" y="11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1" y="13"/>
                      <a:pt x="80" y="14"/>
                      <a:pt x="80" y="14"/>
                    </a:cubicBezTo>
                    <a:cubicBezTo>
                      <a:pt x="78" y="15"/>
                      <a:pt x="74" y="14"/>
                      <a:pt x="72" y="14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6" y="13"/>
                      <a:pt x="62" y="12"/>
                      <a:pt x="61" y="15"/>
                    </a:cubicBezTo>
                    <a:cubicBezTo>
                      <a:pt x="61" y="16"/>
                      <a:pt x="61" y="17"/>
                      <a:pt x="61" y="18"/>
                    </a:cubicBezTo>
                    <a:cubicBezTo>
                      <a:pt x="62" y="19"/>
                      <a:pt x="64" y="19"/>
                      <a:pt x="65" y="19"/>
                    </a:cubicBezTo>
                    <a:cubicBezTo>
                      <a:pt x="67" y="20"/>
                      <a:pt x="70" y="20"/>
                      <a:pt x="72" y="21"/>
                    </a:cubicBezTo>
                    <a:cubicBezTo>
                      <a:pt x="79" y="22"/>
                      <a:pt x="86" y="23"/>
                      <a:pt x="93" y="22"/>
                    </a:cubicBezTo>
                    <a:cubicBezTo>
                      <a:pt x="101" y="21"/>
                      <a:pt x="103" y="23"/>
                      <a:pt x="104" y="24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2" name="Freeform 1213">
                <a:extLst>
                  <a:ext uri="{FF2B5EF4-FFF2-40B4-BE49-F238E27FC236}">
                    <a16:creationId xmlns:a16="http://schemas.microsoft.com/office/drawing/2014/main" id="{20419DCF-D4C6-4E46-A3A1-C9B928880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229"/>
                <a:ext cx="11" cy="12"/>
              </a:xfrm>
              <a:custGeom>
                <a:avLst/>
                <a:gdLst>
                  <a:gd name="T0" fmla="*/ 66 w 7"/>
                  <a:gd name="T1" fmla="*/ 62 h 7"/>
                  <a:gd name="T2" fmla="*/ 31 w 7"/>
                  <a:gd name="T3" fmla="*/ 106 h 7"/>
                  <a:gd name="T4" fmla="*/ 0 w 7"/>
                  <a:gd name="T5" fmla="*/ 45 h 7"/>
                  <a:gd name="T6" fmla="*/ 35 w 7"/>
                  <a:gd name="T7" fmla="*/ 0 h 7"/>
                  <a:gd name="T8" fmla="*/ 66 w 7"/>
                  <a:gd name="T9" fmla="*/ 6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3" name="Freeform 1214">
                <a:extLst>
                  <a:ext uri="{FF2B5EF4-FFF2-40B4-BE49-F238E27FC236}">
                    <a16:creationId xmlns:a16="http://schemas.microsoft.com/office/drawing/2014/main" id="{089A1993-BE4F-49A3-928E-491567674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3231"/>
                <a:ext cx="8" cy="8"/>
              </a:xfrm>
              <a:custGeom>
                <a:avLst/>
                <a:gdLst>
                  <a:gd name="T0" fmla="*/ 54 w 5"/>
                  <a:gd name="T1" fmla="*/ 34 h 5"/>
                  <a:gd name="T2" fmla="*/ 21 w 5"/>
                  <a:gd name="T3" fmla="*/ 54 h 5"/>
                  <a:gd name="T4" fmla="*/ 0 w 5"/>
                  <a:gd name="T5" fmla="*/ 34 h 5"/>
                  <a:gd name="T6" fmla="*/ 34 w 5"/>
                  <a:gd name="T7" fmla="*/ 0 h 5"/>
                  <a:gd name="T8" fmla="*/ 54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4" name="Freeform 1215">
                <a:extLst>
                  <a:ext uri="{FF2B5EF4-FFF2-40B4-BE49-F238E27FC236}">
                    <a16:creationId xmlns:a16="http://schemas.microsoft.com/office/drawing/2014/main" id="{0E0F9E90-BBC8-4D09-90BF-F27ABE453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3234"/>
                <a:ext cx="8" cy="5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3 h 3"/>
                  <a:gd name="T4" fmla="*/ 21 w 5"/>
                  <a:gd name="T5" fmla="*/ 37 h 3"/>
                  <a:gd name="T6" fmla="*/ 54 w 5"/>
                  <a:gd name="T7" fmla="*/ 13 h 3"/>
                  <a:gd name="T8" fmla="*/ 54 w 5"/>
                  <a:gd name="T9" fmla="*/ 0 h 3"/>
                  <a:gd name="T10" fmla="*/ 34 w 5"/>
                  <a:gd name="T11" fmla="*/ 13 h 3"/>
                  <a:gd name="T12" fmla="*/ 0 w 5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4" y="3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5" name="Freeform 1216">
                <a:extLst>
                  <a:ext uri="{FF2B5EF4-FFF2-40B4-BE49-F238E27FC236}">
                    <a16:creationId xmlns:a16="http://schemas.microsoft.com/office/drawing/2014/main" id="{6F5C960B-D679-4D6B-9539-3B64946E4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3231"/>
                <a:ext cx="8" cy="8"/>
              </a:xfrm>
              <a:custGeom>
                <a:avLst/>
                <a:gdLst>
                  <a:gd name="T0" fmla="*/ 54 w 5"/>
                  <a:gd name="T1" fmla="*/ 34 h 5"/>
                  <a:gd name="T2" fmla="*/ 21 w 5"/>
                  <a:gd name="T3" fmla="*/ 54 h 5"/>
                  <a:gd name="T4" fmla="*/ 0 w 5"/>
                  <a:gd name="T5" fmla="*/ 34 h 5"/>
                  <a:gd name="T6" fmla="*/ 34 w 5"/>
                  <a:gd name="T7" fmla="*/ 0 h 5"/>
                  <a:gd name="T8" fmla="*/ 54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6" name="Freeform 1217">
                <a:extLst>
                  <a:ext uri="{FF2B5EF4-FFF2-40B4-BE49-F238E27FC236}">
                    <a16:creationId xmlns:a16="http://schemas.microsoft.com/office/drawing/2014/main" id="{79BD5F37-4DE2-41F2-8A0E-1744A2DCA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3139"/>
                <a:ext cx="11" cy="11"/>
              </a:xfrm>
              <a:custGeom>
                <a:avLst/>
                <a:gdLst>
                  <a:gd name="T0" fmla="*/ 66 w 7"/>
                  <a:gd name="T1" fmla="*/ 35 h 7"/>
                  <a:gd name="T2" fmla="*/ 35 w 7"/>
                  <a:gd name="T3" fmla="*/ 66 h 7"/>
                  <a:gd name="T4" fmla="*/ 0 w 7"/>
                  <a:gd name="T5" fmla="*/ 31 h 7"/>
                  <a:gd name="T6" fmla="*/ 35 w 7"/>
                  <a:gd name="T7" fmla="*/ 0 h 7"/>
                  <a:gd name="T8" fmla="*/ 66 w 7"/>
                  <a:gd name="T9" fmla="*/ 3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0" y="5"/>
                      <a:pt x="0" y="3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7" name="Freeform 1218">
                <a:extLst>
                  <a:ext uri="{FF2B5EF4-FFF2-40B4-BE49-F238E27FC236}">
                    <a16:creationId xmlns:a16="http://schemas.microsoft.com/office/drawing/2014/main" id="{0042644B-F2AC-4EC3-A326-37F4B1B5C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3141"/>
                <a:ext cx="8" cy="8"/>
              </a:xfrm>
              <a:custGeom>
                <a:avLst/>
                <a:gdLst>
                  <a:gd name="T0" fmla="*/ 54 w 5"/>
                  <a:gd name="T1" fmla="*/ 21 h 5"/>
                  <a:gd name="T2" fmla="*/ 34 w 5"/>
                  <a:gd name="T3" fmla="*/ 54 h 5"/>
                  <a:gd name="T4" fmla="*/ 0 w 5"/>
                  <a:gd name="T5" fmla="*/ 21 h 5"/>
                  <a:gd name="T6" fmla="*/ 34 w 5"/>
                  <a:gd name="T7" fmla="*/ 0 h 5"/>
                  <a:gd name="T8" fmla="*/ 54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8" name="Freeform 1219">
                <a:extLst>
                  <a:ext uri="{FF2B5EF4-FFF2-40B4-BE49-F238E27FC236}">
                    <a16:creationId xmlns:a16="http://schemas.microsoft.com/office/drawing/2014/main" id="{62179B2D-EDD1-4694-AC3A-E4B68F21F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3143"/>
                <a:ext cx="8" cy="6"/>
              </a:xfrm>
              <a:custGeom>
                <a:avLst/>
                <a:gdLst>
                  <a:gd name="T0" fmla="*/ 13 w 5"/>
                  <a:gd name="T1" fmla="*/ 12 h 4"/>
                  <a:gd name="T2" fmla="*/ 0 w 5"/>
                  <a:gd name="T3" fmla="*/ 12 h 4"/>
                  <a:gd name="T4" fmla="*/ 34 w 5"/>
                  <a:gd name="T5" fmla="*/ 32 h 4"/>
                  <a:gd name="T6" fmla="*/ 54 w 5"/>
                  <a:gd name="T7" fmla="*/ 12 h 4"/>
                  <a:gd name="T8" fmla="*/ 54 w 5"/>
                  <a:gd name="T9" fmla="*/ 0 h 4"/>
                  <a:gd name="T10" fmla="*/ 34 w 5"/>
                  <a:gd name="T11" fmla="*/ 18 h 4"/>
                  <a:gd name="T12" fmla="*/ 13 w 5"/>
                  <a:gd name="T13" fmla="*/ 1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4"/>
                      <a:pt x="3" y="4"/>
                    </a:cubicBezTo>
                    <a:cubicBezTo>
                      <a:pt x="4" y="4"/>
                      <a:pt x="5" y="3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2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9" name="Freeform 1220">
                <a:extLst>
                  <a:ext uri="{FF2B5EF4-FFF2-40B4-BE49-F238E27FC236}">
                    <a16:creationId xmlns:a16="http://schemas.microsoft.com/office/drawing/2014/main" id="{819F5BB5-9FC4-4410-A346-97AE2F43C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3141"/>
                <a:ext cx="8" cy="8"/>
              </a:xfrm>
              <a:custGeom>
                <a:avLst/>
                <a:gdLst>
                  <a:gd name="T0" fmla="*/ 54 w 5"/>
                  <a:gd name="T1" fmla="*/ 21 h 5"/>
                  <a:gd name="T2" fmla="*/ 34 w 5"/>
                  <a:gd name="T3" fmla="*/ 54 h 5"/>
                  <a:gd name="T4" fmla="*/ 0 w 5"/>
                  <a:gd name="T5" fmla="*/ 21 h 5"/>
                  <a:gd name="T6" fmla="*/ 34 w 5"/>
                  <a:gd name="T7" fmla="*/ 0 h 5"/>
                  <a:gd name="T8" fmla="*/ 54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0" name="Freeform 1221">
                <a:extLst>
                  <a:ext uri="{FF2B5EF4-FFF2-40B4-BE49-F238E27FC236}">
                    <a16:creationId xmlns:a16="http://schemas.microsoft.com/office/drawing/2014/main" id="{92C0D7EC-3FD7-49B3-8178-5D5C53E1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447"/>
                <a:ext cx="70" cy="68"/>
              </a:xfrm>
              <a:custGeom>
                <a:avLst/>
                <a:gdLst>
                  <a:gd name="T0" fmla="*/ 172 w 44"/>
                  <a:gd name="T1" fmla="*/ 288 h 43"/>
                  <a:gd name="T2" fmla="*/ 380 w 44"/>
                  <a:gd name="T3" fmla="*/ 326 h 43"/>
                  <a:gd name="T4" fmla="*/ 240 w 44"/>
                  <a:gd name="T5" fmla="*/ 130 h 43"/>
                  <a:gd name="T6" fmla="*/ 64 w 44"/>
                  <a:gd name="T7" fmla="*/ 68 h 43"/>
                  <a:gd name="T8" fmla="*/ 172 w 44"/>
                  <a:gd name="T9" fmla="*/ 28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3">
                    <a:moveTo>
                      <a:pt x="17" y="29"/>
                    </a:moveTo>
                    <a:cubicBezTo>
                      <a:pt x="19" y="31"/>
                      <a:pt x="29" y="43"/>
                      <a:pt x="37" y="33"/>
                    </a:cubicBezTo>
                    <a:cubicBezTo>
                      <a:pt x="44" y="23"/>
                      <a:pt x="30" y="16"/>
                      <a:pt x="24" y="13"/>
                    </a:cubicBezTo>
                    <a:cubicBezTo>
                      <a:pt x="18" y="10"/>
                      <a:pt x="12" y="0"/>
                      <a:pt x="6" y="7"/>
                    </a:cubicBezTo>
                    <a:cubicBezTo>
                      <a:pt x="0" y="13"/>
                      <a:pt x="10" y="23"/>
                      <a:pt x="17" y="29"/>
                    </a:cubicBezTo>
                    <a:close/>
                  </a:path>
                </a:pathLst>
              </a:custGeom>
              <a:solidFill>
                <a:srgbClr val="7BB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1" name="Freeform 1222">
                <a:extLst>
                  <a:ext uri="{FF2B5EF4-FFF2-40B4-BE49-F238E27FC236}">
                    <a16:creationId xmlns:a16="http://schemas.microsoft.com/office/drawing/2014/main" id="{D83B49F2-6F34-409E-BBB0-956D250CC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452"/>
                <a:ext cx="52" cy="52"/>
              </a:xfrm>
              <a:custGeom>
                <a:avLst/>
                <a:gdLst>
                  <a:gd name="T0" fmla="*/ 320 w 33"/>
                  <a:gd name="T1" fmla="*/ 224 h 33"/>
                  <a:gd name="T2" fmla="*/ 301 w 33"/>
                  <a:gd name="T3" fmla="*/ 280 h 33"/>
                  <a:gd name="T4" fmla="*/ 254 w 33"/>
                  <a:gd name="T5" fmla="*/ 320 h 33"/>
                  <a:gd name="T6" fmla="*/ 124 w 33"/>
                  <a:gd name="T7" fmla="*/ 254 h 33"/>
                  <a:gd name="T8" fmla="*/ 117 w 33"/>
                  <a:gd name="T9" fmla="*/ 254 h 33"/>
                  <a:gd name="T10" fmla="*/ 0 w 33"/>
                  <a:gd name="T11" fmla="*/ 79 h 33"/>
                  <a:gd name="T12" fmla="*/ 13 w 33"/>
                  <a:gd name="T13" fmla="*/ 35 h 33"/>
                  <a:gd name="T14" fmla="*/ 124 w 33"/>
                  <a:gd name="T15" fmla="*/ 68 h 33"/>
                  <a:gd name="T16" fmla="*/ 184 w 33"/>
                  <a:gd name="T17" fmla="*/ 107 h 33"/>
                  <a:gd name="T18" fmla="*/ 320 w 33"/>
                  <a:gd name="T19" fmla="*/ 224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33">
                    <a:moveTo>
                      <a:pt x="33" y="23"/>
                    </a:moveTo>
                    <a:cubicBezTo>
                      <a:pt x="33" y="25"/>
                      <a:pt x="33" y="27"/>
                      <a:pt x="31" y="29"/>
                    </a:cubicBezTo>
                    <a:cubicBezTo>
                      <a:pt x="29" y="32"/>
                      <a:pt x="28" y="33"/>
                      <a:pt x="26" y="33"/>
                    </a:cubicBezTo>
                    <a:cubicBezTo>
                      <a:pt x="21" y="33"/>
                      <a:pt x="15" y="29"/>
                      <a:pt x="13" y="26"/>
                    </a:cubicBezTo>
                    <a:cubicBezTo>
                      <a:pt x="13" y="26"/>
                      <a:pt x="12" y="26"/>
                      <a:pt x="12" y="26"/>
                    </a:cubicBezTo>
                    <a:cubicBezTo>
                      <a:pt x="8" y="22"/>
                      <a:pt x="0" y="14"/>
                      <a:pt x="0" y="8"/>
                    </a:cubicBezTo>
                    <a:cubicBezTo>
                      <a:pt x="0" y="7"/>
                      <a:pt x="0" y="6"/>
                      <a:pt x="1" y="4"/>
                    </a:cubicBezTo>
                    <a:cubicBezTo>
                      <a:pt x="5" y="0"/>
                      <a:pt x="9" y="3"/>
                      <a:pt x="13" y="7"/>
                    </a:cubicBezTo>
                    <a:cubicBezTo>
                      <a:pt x="15" y="8"/>
                      <a:pt x="17" y="10"/>
                      <a:pt x="19" y="11"/>
                    </a:cubicBezTo>
                    <a:cubicBezTo>
                      <a:pt x="23" y="13"/>
                      <a:pt x="32" y="17"/>
                      <a:pt x="33" y="23"/>
                    </a:cubicBezTo>
                    <a:close/>
                  </a:path>
                </a:pathLst>
              </a:custGeom>
              <a:solidFill>
                <a:srgbClr val="CED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2" name="Freeform 1223">
                <a:extLst>
                  <a:ext uri="{FF2B5EF4-FFF2-40B4-BE49-F238E27FC236}">
                    <a16:creationId xmlns:a16="http://schemas.microsoft.com/office/drawing/2014/main" id="{B6C97882-1CA9-4872-8F69-E6DF1EFFC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457"/>
                <a:ext cx="49" cy="44"/>
              </a:xfrm>
              <a:custGeom>
                <a:avLst/>
                <a:gdLst>
                  <a:gd name="T0" fmla="*/ 13 w 31"/>
                  <a:gd name="T1" fmla="*/ 66 h 28"/>
                  <a:gd name="T2" fmla="*/ 52 w 31"/>
                  <a:gd name="T3" fmla="*/ 31 h 28"/>
                  <a:gd name="T4" fmla="*/ 21 w 31"/>
                  <a:gd name="T5" fmla="*/ 96 h 28"/>
                  <a:gd name="T6" fmla="*/ 35 w 31"/>
                  <a:gd name="T7" fmla="*/ 121 h 28"/>
                  <a:gd name="T8" fmla="*/ 68 w 31"/>
                  <a:gd name="T9" fmla="*/ 96 h 28"/>
                  <a:gd name="T10" fmla="*/ 55 w 31"/>
                  <a:gd name="T11" fmla="*/ 148 h 28"/>
                  <a:gd name="T12" fmla="*/ 87 w 31"/>
                  <a:gd name="T13" fmla="*/ 170 h 28"/>
                  <a:gd name="T14" fmla="*/ 150 w 31"/>
                  <a:gd name="T15" fmla="*/ 96 h 28"/>
                  <a:gd name="T16" fmla="*/ 107 w 31"/>
                  <a:gd name="T17" fmla="*/ 170 h 28"/>
                  <a:gd name="T18" fmla="*/ 150 w 31"/>
                  <a:gd name="T19" fmla="*/ 203 h 28"/>
                  <a:gd name="T20" fmla="*/ 185 w 31"/>
                  <a:gd name="T21" fmla="*/ 151 h 28"/>
                  <a:gd name="T22" fmla="*/ 158 w 31"/>
                  <a:gd name="T23" fmla="*/ 222 h 28"/>
                  <a:gd name="T24" fmla="*/ 185 w 31"/>
                  <a:gd name="T25" fmla="*/ 237 h 28"/>
                  <a:gd name="T26" fmla="*/ 218 w 31"/>
                  <a:gd name="T27" fmla="*/ 203 h 28"/>
                  <a:gd name="T28" fmla="*/ 202 w 31"/>
                  <a:gd name="T29" fmla="*/ 250 h 28"/>
                  <a:gd name="T30" fmla="*/ 218 w 31"/>
                  <a:gd name="T31" fmla="*/ 267 h 28"/>
                  <a:gd name="T32" fmla="*/ 237 w 31"/>
                  <a:gd name="T33" fmla="*/ 250 h 28"/>
                  <a:gd name="T34" fmla="*/ 250 w 31"/>
                  <a:gd name="T35" fmla="*/ 267 h 28"/>
                  <a:gd name="T36" fmla="*/ 288 w 31"/>
                  <a:gd name="T37" fmla="*/ 250 h 28"/>
                  <a:gd name="T38" fmla="*/ 258 w 31"/>
                  <a:gd name="T39" fmla="*/ 203 h 28"/>
                  <a:gd name="T40" fmla="*/ 250 w 31"/>
                  <a:gd name="T41" fmla="*/ 190 h 28"/>
                  <a:gd name="T42" fmla="*/ 258 w 31"/>
                  <a:gd name="T43" fmla="*/ 135 h 28"/>
                  <a:gd name="T44" fmla="*/ 205 w 31"/>
                  <a:gd name="T45" fmla="*/ 190 h 28"/>
                  <a:gd name="T46" fmla="*/ 202 w 31"/>
                  <a:gd name="T47" fmla="*/ 182 h 28"/>
                  <a:gd name="T48" fmla="*/ 205 w 31"/>
                  <a:gd name="T49" fmla="*/ 116 h 28"/>
                  <a:gd name="T50" fmla="*/ 150 w 31"/>
                  <a:gd name="T51" fmla="*/ 182 h 28"/>
                  <a:gd name="T52" fmla="*/ 138 w 31"/>
                  <a:gd name="T53" fmla="*/ 170 h 28"/>
                  <a:gd name="T54" fmla="*/ 169 w 31"/>
                  <a:gd name="T55" fmla="*/ 77 h 28"/>
                  <a:gd name="T56" fmla="*/ 130 w 31"/>
                  <a:gd name="T57" fmla="*/ 77 h 28"/>
                  <a:gd name="T58" fmla="*/ 117 w 31"/>
                  <a:gd name="T59" fmla="*/ 66 h 28"/>
                  <a:gd name="T60" fmla="*/ 107 w 31"/>
                  <a:gd name="T61" fmla="*/ 31 h 28"/>
                  <a:gd name="T62" fmla="*/ 82 w 31"/>
                  <a:gd name="T63" fmla="*/ 49 h 28"/>
                  <a:gd name="T64" fmla="*/ 52 w 31"/>
                  <a:gd name="T65" fmla="*/ 55 h 28"/>
                  <a:gd name="T66" fmla="*/ 55 w 31"/>
                  <a:gd name="T67" fmla="*/ 13 h 28"/>
                  <a:gd name="T68" fmla="*/ 13 w 31"/>
                  <a:gd name="T69" fmla="*/ 66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1" h="28">
                    <a:moveTo>
                      <a:pt x="1" y="7"/>
                    </a:moveTo>
                    <a:cubicBezTo>
                      <a:pt x="1" y="7"/>
                      <a:pt x="1" y="8"/>
                      <a:pt x="1" y="7"/>
                    </a:cubicBezTo>
                    <a:cubicBezTo>
                      <a:pt x="2" y="7"/>
                      <a:pt x="2" y="6"/>
                      <a:pt x="3" y="5"/>
                    </a:cubicBezTo>
                    <a:cubicBezTo>
                      <a:pt x="3" y="4"/>
                      <a:pt x="4" y="2"/>
                      <a:pt x="5" y="3"/>
                    </a:cubicBezTo>
                    <a:cubicBezTo>
                      <a:pt x="6" y="3"/>
                      <a:pt x="4" y="6"/>
                      <a:pt x="3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3" y="12"/>
                      <a:pt x="3" y="13"/>
                      <a:pt x="4" y="13"/>
                    </a:cubicBezTo>
                    <a:cubicBezTo>
                      <a:pt x="4" y="14"/>
                      <a:pt x="5" y="13"/>
                      <a:pt x="5" y="13"/>
                    </a:cubicBezTo>
                    <a:cubicBezTo>
                      <a:pt x="6" y="12"/>
                      <a:pt x="7" y="11"/>
                      <a:pt x="7" y="10"/>
                    </a:cubicBezTo>
                    <a:cubicBezTo>
                      <a:pt x="8" y="8"/>
                      <a:pt x="9" y="9"/>
                      <a:pt x="9" y="10"/>
                    </a:cubicBezTo>
                    <a:cubicBezTo>
                      <a:pt x="8" y="11"/>
                      <a:pt x="6" y="14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7"/>
                      <a:pt x="9" y="19"/>
                      <a:pt x="9" y="18"/>
                    </a:cubicBezTo>
                    <a:cubicBezTo>
                      <a:pt x="11" y="16"/>
                      <a:pt x="12" y="12"/>
                      <a:pt x="13" y="11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4" y="13"/>
                      <a:pt x="12" y="16"/>
                      <a:pt x="11" y="18"/>
                    </a:cubicBezTo>
                    <a:cubicBezTo>
                      <a:pt x="11" y="18"/>
                      <a:pt x="10" y="19"/>
                      <a:pt x="12" y="21"/>
                    </a:cubicBezTo>
                    <a:cubicBezTo>
                      <a:pt x="14" y="23"/>
                      <a:pt x="15" y="22"/>
                      <a:pt x="15" y="21"/>
                    </a:cubicBezTo>
                    <a:cubicBezTo>
                      <a:pt x="16" y="20"/>
                      <a:pt x="18" y="17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0" y="17"/>
                      <a:pt x="19" y="17"/>
                    </a:cubicBezTo>
                    <a:cubicBezTo>
                      <a:pt x="19" y="18"/>
                      <a:pt x="17" y="21"/>
                      <a:pt x="16" y="23"/>
                    </a:cubicBezTo>
                    <a:cubicBezTo>
                      <a:pt x="16" y="23"/>
                      <a:pt x="15" y="24"/>
                      <a:pt x="16" y="26"/>
                    </a:cubicBezTo>
                    <a:cubicBezTo>
                      <a:pt x="18" y="27"/>
                      <a:pt x="19" y="25"/>
                      <a:pt x="19" y="25"/>
                    </a:cubicBezTo>
                    <a:cubicBezTo>
                      <a:pt x="19" y="24"/>
                      <a:pt x="20" y="22"/>
                      <a:pt x="21" y="22"/>
                    </a:cubicBezTo>
                    <a:cubicBezTo>
                      <a:pt x="21" y="21"/>
                      <a:pt x="22" y="21"/>
                      <a:pt x="22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3"/>
                      <a:pt x="21" y="25"/>
                      <a:pt x="20" y="26"/>
                    </a:cubicBezTo>
                    <a:cubicBezTo>
                      <a:pt x="20" y="26"/>
                      <a:pt x="19" y="28"/>
                      <a:pt x="20" y="28"/>
                    </a:cubicBezTo>
                    <a:cubicBezTo>
                      <a:pt x="21" y="28"/>
                      <a:pt x="21" y="28"/>
                      <a:pt x="22" y="28"/>
                    </a:cubicBezTo>
                    <a:cubicBezTo>
                      <a:pt x="22" y="28"/>
                      <a:pt x="23" y="28"/>
                      <a:pt x="23" y="28"/>
                    </a:cubicBezTo>
                    <a:cubicBezTo>
                      <a:pt x="23" y="28"/>
                      <a:pt x="24" y="27"/>
                      <a:pt x="24" y="26"/>
                    </a:cubicBezTo>
                    <a:cubicBezTo>
                      <a:pt x="25" y="25"/>
                      <a:pt x="26" y="24"/>
                      <a:pt x="26" y="25"/>
                    </a:cubicBezTo>
                    <a:cubicBezTo>
                      <a:pt x="26" y="25"/>
                      <a:pt x="24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7" y="28"/>
                      <a:pt x="28" y="27"/>
                      <a:pt x="29" y="26"/>
                    </a:cubicBezTo>
                    <a:cubicBezTo>
                      <a:pt x="31" y="23"/>
                      <a:pt x="30" y="21"/>
                      <a:pt x="29" y="19"/>
                    </a:cubicBezTo>
                    <a:cubicBezTo>
                      <a:pt x="29" y="17"/>
                      <a:pt x="27" y="21"/>
                      <a:pt x="26" y="21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4" y="21"/>
                      <a:pt x="24" y="21"/>
                      <a:pt x="25" y="20"/>
                    </a:cubicBezTo>
                    <a:cubicBezTo>
                      <a:pt x="25" y="19"/>
                      <a:pt x="26" y="18"/>
                      <a:pt x="27" y="17"/>
                    </a:cubicBezTo>
                    <a:cubicBezTo>
                      <a:pt x="28" y="15"/>
                      <a:pt x="27" y="14"/>
                      <a:pt x="26" y="14"/>
                    </a:cubicBezTo>
                    <a:cubicBezTo>
                      <a:pt x="25" y="11"/>
                      <a:pt x="23" y="16"/>
                      <a:pt x="23" y="16"/>
                    </a:cubicBezTo>
                    <a:cubicBezTo>
                      <a:pt x="22" y="18"/>
                      <a:pt x="22" y="18"/>
                      <a:pt x="21" y="20"/>
                    </a:cubicBezTo>
                    <a:cubicBezTo>
                      <a:pt x="20" y="20"/>
                      <a:pt x="20" y="21"/>
                      <a:pt x="19" y="21"/>
                    </a:cubicBezTo>
                    <a:cubicBezTo>
                      <a:pt x="18" y="21"/>
                      <a:pt x="19" y="20"/>
                      <a:pt x="20" y="19"/>
                    </a:cubicBezTo>
                    <a:cubicBezTo>
                      <a:pt x="20" y="18"/>
                      <a:pt x="20" y="18"/>
                      <a:pt x="21" y="17"/>
                    </a:cubicBezTo>
                    <a:cubicBezTo>
                      <a:pt x="21" y="17"/>
                      <a:pt x="23" y="14"/>
                      <a:pt x="21" y="12"/>
                    </a:cubicBezTo>
                    <a:cubicBezTo>
                      <a:pt x="20" y="11"/>
                      <a:pt x="18" y="14"/>
                      <a:pt x="18" y="15"/>
                    </a:cubicBezTo>
                    <a:cubicBezTo>
                      <a:pt x="16" y="17"/>
                      <a:pt x="15" y="19"/>
                      <a:pt x="15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19"/>
                      <a:pt x="13" y="18"/>
                      <a:pt x="14" y="18"/>
                    </a:cubicBezTo>
                    <a:cubicBezTo>
                      <a:pt x="14" y="17"/>
                      <a:pt x="16" y="14"/>
                      <a:pt x="18" y="12"/>
                    </a:cubicBezTo>
                    <a:cubicBezTo>
                      <a:pt x="18" y="11"/>
                      <a:pt x="19" y="10"/>
                      <a:pt x="17" y="8"/>
                    </a:cubicBezTo>
                    <a:cubicBezTo>
                      <a:pt x="17" y="8"/>
                      <a:pt x="16" y="8"/>
                      <a:pt x="16" y="7"/>
                    </a:cubicBezTo>
                    <a:cubicBezTo>
                      <a:pt x="14" y="6"/>
                      <a:pt x="13" y="8"/>
                      <a:pt x="13" y="8"/>
                    </a:cubicBezTo>
                    <a:cubicBezTo>
                      <a:pt x="13" y="8"/>
                      <a:pt x="12" y="11"/>
                      <a:pt x="11" y="10"/>
                    </a:cubicBezTo>
                    <a:cubicBezTo>
                      <a:pt x="10" y="9"/>
                      <a:pt x="11" y="8"/>
                      <a:pt x="12" y="7"/>
                    </a:cubicBezTo>
                    <a:cubicBezTo>
                      <a:pt x="12" y="6"/>
                      <a:pt x="12" y="5"/>
                      <a:pt x="12" y="4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7" y="6"/>
                      <a:pt x="6" y="10"/>
                      <a:pt x="5" y="10"/>
                    </a:cubicBezTo>
                    <a:cubicBezTo>
                      <a:pt x="4" y="9"/>
                      <a:pt x="4" y="8"/>
                      <a:pt x="5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4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F9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3" name="Freeform 1224">
                <a:extLst>
                  <a:ext uri="{FF2B5EF4-FFF2-40B4-BE49-F238E27FC236}">
                    <a16:creationId xmlns:a16="http://schemas.microsoft.com/office/drawing/2014/main" id="{9EF699E8-397A-4C1C-AAE4-228449C124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78" y="3490"/>
                <a:ext cx="17" cy="11"/>
              </a:xfrm>
              <a:custGeom>
                <a:avLst/>
                <a:gdLst>
                  <a:gd name="T0" fmla="*/ 96 w 11"/>
                  <a:gd name="T1" fmla="*/ 0 h 7"/>
                  <a:gd name="T2" fmla="*/ 96 w 11"/>
                  <a:gd name="T3" fmla="*/ 0 h 7"/>
                  <a:gd name="T4" fmla="*/ 96 w 11"/>
                  <a:gd name="T5" fmla="*/ 0 h 7"/>
                  <a:gd name="T6" fmla="*/ 12 w 11"/>
                  <a:gd name="T7" fmla="*/ 49 h 7"/>
                  <a:gd name="T8" fmla="*/ 12 w 11"/>
                  <a:gd name="T9" fmla="*/ 66 h 7"/>
                  <a:gd name="T10" fmla="*/ 29 w 11"/>
                  <a:gd name="T11" fmla="*/ 66 h 7"/>
                  <a:gd name="T12" fmla="*/ 34 w 11"/>
                  <a:gd name="T13" fmla="*/ 66 h 7"/>
                  <a:gd name="T14" fmla="*/ 45 w 11"/>
                  <a:gd name="T15" fmla="*/ 49 h 7"/>
                  <a:gd name="T16" fmla="*/ 53 w 11"/>
                  <a:gd name="T17" fmla="*/ 35 h 7"/>
                  <a:gd name="T18" fmla="*/ 53 w 11"/>
                  <a:gd name="T19" fmla="*/ 35 h 7"/>
                  <a:gd name="T20" fmla="*/ 29 w 11"/>
                  <a:gd name="T21" fmla="*/ 49 h 7"/>
                  <a:gd name="T22" fmla="*/ 29 w 11"/>
                  <a:gd name="T23" fmla="*/ 31 h 7"/>
                  <a:gd name="T24" fmla="*/ 19 w 11"/>
                  <a:gd name="T25" fmla="*/ 31 h 7"/>
                  <a:gd name="T26" fmla="*/ 12 w 11"/>
                  <a:gd name="T27" fmla="*/ 49 h 7"/>
                  <a:gd name="T28" fmla="*/ 53 w 11"/>
                  <a:gd name="T29" fmla="*/ 66 h 7"/>
                  <a:gd name="T30" fmla="*/ 53 w 11"/>
                  <a:gd name="T31" fmla="*/ 66 h 7"/>
                  <a:gd name="T32" fmla="*/ 87 w 11"/>
                  <a:gd name="T33" fmla="*/ 49 h 7"/>
                  <a:gd name="T34" fmla="*/ 87 w 11"/>
                  <a:gd name="T35" fmla="*/ 35 h 7"/>
                  <a:gd name="T36" fmla="*/ 87 w 11"/>
                  <a:gd name="T37" fmla="*/ 35 h 7"/>
                  <a:gd name="T38" fmla="*/ 96 w 11"/>
                  <a:gd name="T39" fmla="*/ 20 h 7"/>
                  <a:gd name="T40" fmla="*/ 96 w 11"/>
                  <a:gd name="T41" fmla="*/ 13 h 7"/>
                  <a:gd name="T42" fmla="*/ 96 w 11"/>
                  <a:gd name="T43" fmla="*/ 0 h 7"/>
                  <a:gd name="T44" fmla="*/ 70 w 11"/>
                  <a:gd name="T45" fmla="*/ 31 h 7"/>
                  <a:gd name="T46" fmla="*/ 62 w 11"/>
                  <a:gd name="T47" fmla="*/ 31 h 7"/>
                  <a:gd name="T48" fmla="*/ 62 w 11"/>
                  <a:gd name="T49" fmla="*/ 35 h 7"/>
                  <a:gd name="T50" fmla="*/ 53 w 11"/>
                  <a:gd name="T51" fmla="*/ 66 h 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lose/>
                    <a:moveTo>
                      <a:pt x="1" y="5"/>
                    </a:moveTo>
                    <a:cubicBezTo>
                      <a:pt x="1" y="5"/>
                      <a:pt x="0" y="7"/>
                      <a:pt x="1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4" y="7"/>
                      <a:pt x="5" y="6"/>
                      <a:pt x="5" y="5"/>
                    </a:cubicBezTo>
                    <a:cubicBezTo>
                      <a:pt x="5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4" y="6"/>
                      <a:pt x="3" y="5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4"/>
                      <a:pt x="1" y="4"/>
                      <a:pt x="1" y="5"/>
                    </a:cubicBezTo>
                    <a:close/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8" y="7"/>
                      <a:pt x="9" y="6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0" y="1"/>
                      <a:pt x="9" y="4"/>
                      <a:pt x="8" y="3"/>
                    </a:cubicBezTo>
                    <a:cubicBezTo>
                      <a:pt x="8" y="3"/>
                      <a:pt x="8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5" y="7"/>
                      <a:pt x="6" y="7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4" name="Freeform 1225">
                <a:extLst>
                  <a:ext uri="{FF2B5EF4-FFF2-40B4-BE49-F238E27FC236}">
                    <a16:creationId xmlns:a16="http://schemas.microsoft.com/office/drawing/2014/main" id="{3A150B33-1261-416C-8DF4-E707A145DD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4" y="3476"/>
                <a:ext cx="11" cy="19"/>
              </a:xfrm>
              <a:custGeom>
                <a:avLst/>
                <a:gdLst>
                  <a:gd name="T0" fmla="*/ 55 w 7"/>
                  <a:gd name="T1" fmla="*/ 87 h 12"/>
                  <a:gd name="T2" fmla="*/ 66 w 7"/>
                  <a:gd name="T3" fmla="*/ 120 h 12"/>
                  <a:gd name="T4" fmla="*/ 66 w 7"/>
                  <a:gd name="T5" fmla="*/ 108 h 12"/>
                  <a:gd name="T6" fmla="*/ 66 w 7"/>
                  <a:gd name="T7" fmla="*/ 82 h 12"/>
                  <a:gd name="T8" fmla="*/ 31 w 7"/>
                  <a:gd name="T9" fmla="*/ 87 h 12"/>
                  <a:gd name="T10" fmla="*/ 31 w 7"/>
                  <a:gd name="T11" fmla="*/ 100 h 12"/>
                  <a:gd name="T12" fmla="*/ 35 w 7"/>
                  <a:gd name="T13" fmla="*/ 100 h 12"/>
                  <a:gd name="T14" fmla="*/ 55 w 7"/>
                  <a:gd name="T15" fmla="*/ 87 h 12"/>
                  <a:gd name="T16" fmla="*/ 0 w 7"/>
                  <a:gd name="T17" fmla="*/ 33 h 12"/>
                  <a:gd name="T18" fmla="*/ 20 w 7"/>
                  <a:gd name="T19" fmla="*/ 40 h 12"/>
                  <a:gd name="T20" fmla="*/ 31 w 7"/>
                  <a:gd name="T21" fmla="*/ 52 h 12"/>
                  <a:gd name="T22" fmla="*/ 20 w 7"/>
                  <a:gd name="T23" fmla="*/ 87 h 12"/>
                  <a:gd name="T24" fmla="*/ 20 w 7"/>
                  <a:gd name="T25" fmla="*/ 87 h 12"/>
                  <a:gd name="T26" fmla="*/ 20 w 7"/>
                  <a:gd name="T27" fmla="*/ 82 h 12"/>
                  <a:gd name="T28" fmla="*/ 35 w 7"/>
                  <a:gd name="T29" fmla="*/ 52 h 12"/>
                  <a:gd name="T30" fmla="*/ 31 w 7"/>
                  <a:gd name="T31" fmla="*/ 21 h 12"/>
                  <a:gd name="T32" fmla="*/ 0 w 7"/>
                  <a:gd name="T33" fmla="*/ 33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12">
                    <a:moveTo>
                      <a:pt x="6" y="9"/>
                    </a:moveTo>
                    <a:cubicBezTo>
                      <a:pt x="7" y="9"/>
                      <a:pt x="7" y="11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8"/>
                      <a:pt x="7" y="8"/>
                    </a:cubicBezTo>
                    <a:cubicBezTo>
                      <a:pt x="6" y="5"/>
                      <a:pt x="4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5" y="10"/>
                      <a:pt x="5" y="9"/>
                      <a:pt x="6" y="9"/>
                    </a:cubicBezTo>
                    <a:close/>
                    <a:moveTo>
                      <a:pt x="0" y="3"/>
                    </a:moveTo>
                    <a:cubicBezTo>
                      <a:pt x="1" y="3"/>
                      <a:pt x="2" y="3"/>
                      <a:pt x="2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2" y="6"/>
                      <a:pt x="1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6"/>
                      <a:pt x="4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5" name="Freeform 1226">
                <a:extLst>
                  <a:ext uri="{FF2B5EF4-FFF2-40B4-BE49-F238E27FC236}">
                    <a16:creationId xmlns:a16="http://schemas.microsoft.com/office/drawing/2014/main" id="{41CE06A5-A73E-47F4-9110-5C2EAA7D7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490"/>
                <a:ext cx="10" cy="10"/>
              </a:xfrm>
              <a:custGeom>
                <a:avLst/>
                <a:gdLst>
                  <a:gd name="T0" fmla="*/ 13 w 6"/>
                  <a:gd name="T1" fmla="*/ 62 h 6"/>
                  <a:gd name="T2" fmla="*/ 55 w 6"/>
                  <a:gd name="T3" fmla="*/ 55 h 6"/>
                  <a:gd name="T4" fmla="*/ 62 w 6"/>
                  <a:gd name="T5" fmla="*/ 22 h 6"/>
                  <a:gd name="T6" fmla="*/ 78 w 6"/>
                  <a:gd name="T7" fmla="*/ 13 h 6"/>
                  <a:gd name="T8" fmla="*/ 37 w 6"/>
                  <a:gd name="T9" fmla="*/ 37 h 6"/>
                  <a:gd name="T10" fmla="*/ 55 w 6"/>
                  <a:gd name="T11" fmla="*/ 0 h 6"/>
                  <a:gd name="T12" fmla="*/ 22 w 6"/>
                  <a:gd name="T13" fmla="*/ 13 h 6"/>
                  <a:gd name="T14" fmla="*/ 0 w 6"/>
                  <a:gd name="T15" fmla="*/ 22 h 6"/>
                  <a:gd name="T16" fmla="*/ 13 w 6"/>
                  <a:gd name="T17" fmla="*/ 62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4" y="4"/>
                      <a:pt x="3" y="3"/>
                    </a:cubicBezTo>
                    <a:cubicBezTo>
                      <a:pt x="1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6" name="Freeform 1227">
                <a:extLst>
                  <a:ext uri="{FF2B5EF4-FFF2-40B4-BE49-F238E27FC236}">
                    <a16:creationId xmlns:a16="http://schemas.microsoft.com/office/drawing/2014/main" id="{B9CD6BDF-72E0-4E6A-9148-CDC2788455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5" y="3476"/>
                <a:ext cx="18" cy="17"/>
              </a:xfrm>
              <a:custGeom>
                <a:avLst/>
                <a:gdLst>
                  <a:gd name="T0" fmla="*/ 110 w 11"/>
                  <a:gd name="T1" fmla="*/ 29 h 11"/>
                  <a:gd name="T2" fmla="*/ 115 w 11"/>
                  <a:gd name="T3" fmla="*/ 29 h 11"/>
                  <a:gd name="T4" fmla="*/ 110 w 11"/>
                  <a:gd name="T5" fmla="*/ 53 h 11"/>
                  <a:gd name="T6" fmla="*/ 115 w 11"/>
                  <a:gd name="T7" fmla="*/ 45 h 11"/>
                  <a:gd name="T8" fmla="*/ 126 w 11"/>
                  <a:gd name="T9" fmla="*/ 34 h 11"/>
                  <a:gd name="T10" fmla="*/ 126 w 11"/>
                  <a:gd name="T11" fmla="*/ 19 h 11"/>
                  <a:gd name="T12" fmla="*/ 115 w 11"/>
                  <a:gd name="T13" fmla="*/ 0 h 11"/>
                  <a:gd name="T14" fmla="*/ 110 w 11"/>
                  <a:gd name="T15" fmla="*/ 34 h 11"/>
                  <a:gd name="T16" fmla="*/ 110 w 11"/>
                  <a:gd name="T17" fmla="*/ 29 h 11"/>
                  <a:gd name="T18" fmla="*/ 0 w 11"/>
                  <a:gd name="T19" fmla="*/ 62 h 11"/>
                  <a:gd name="T20" fmla="*/ 13 w 11"/>
                  <a:gd name="T21" fmla="*/ 82 h 11"/>
                  <a:gd name="T22" fmla="*/ 47 w 11"/>
                  <a:gd name="T23" fmla="*/ 82 h 11"/>
                  <a:gd name="T24" fmla="*/ 77 w 11"/>
                  <a:gd name="T25" fmla="*/ 34 h 11"/>
                  <a:gd name="T26" fmla="*/ 92 w 11"/>
                  <a:gd name="T27" fmla="*/ 34 h 11"/>
                  <a:gd name="T28" fmla="*/ 56 w 11"/>
                  <a:gd name="T29" fmla="*/ 45 h 11"/>
                  <a:gd name="T30" fmla="*/ 47 w 11"/>
                  <a:gd name="T31" fmla="*/ 70 h 11"/>
                  <a:gd name="T32" fmla="*/ 13 w 11"/>
                  <a:gd name="T33" fmla="*/ 70 h 11"/>
                  <a:gd name="T34" fmla="*/ 13 w 11"/>
                  <a:gd name="T35" fmla="*/ 34 h 11"/>
                  <a:gd name="T36" fmla="*/ 0 w 11"/>
                  <a:gd name="T37" fmla="*/ 62 h 11"/>
                  <a:gd name="T38" fmla="*/ 110 w 11"/>
                  <a:gd name="T39" fmla="*/ 34 h 11"/>
                  <a:gd name="T40" fmla="*/ 110 w 11"/>
                  <a:gd name="T41" fmla="*/ 34 h 11"/>
                  <a:gd name="T42" fmla="*/ 110 w 11"/>
                  <a:gd name="T43" fmla="*/ 34 h 11"/>
                  <a:gd name="T44" fmla="*/ 110 w 11"/>
                  <a:gd name="T45" fmla="*/ 34 h 11"/>
                  <a:gd name="T46" fmla="*/ 110 w 11"/>
                  <a:gd name="T47" fmla="*/ 34 h 11"/>
                  <a:gd name="T48" fmla="*/ 110 w 11"/>
                  <a:gd name="T49" fmla="*/ 34 h 11"/>
                  <a:gd name="T50" fmla="*/ 110 w 11"/>
                  <a:gd name="T51" fmla="*/ 34 h 1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" h="11">
                    <a:moveTo>
                      <a:pt x="9" y="3"/>
                    </a:moveTo>
                    <a:cubicBezTo>
                      <a:pt x="10" y="2"/>
                      <a:pt x="10" y="3"/>
                      <a:pt x="10" y="3"/>
                    </a:cubicBezTo>
                    <a:cubicBezTo>
                      <a:pt x="10" y="4"/>
                      <a:pt x="10" y="5"/>
                      <a:pt x="9" y="6"/>
                    </a:cubicBezTo>
                    <a:cubicBezTo>
                      <a:pt x="9" y="6"/>
                      <a:pt x="10" y="6"/>
                      <a:pt x="10" y="5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3"/>
                      <a:pt x="11" y="3"/>
                      <a:pt x="11" y="2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8" y="1"/>
                      <a:pt x="9" y="3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lose/>
                    <a:moveTo>
                      <a:pt x="0" y="7"/>
                    </a:moveTo>
                    <a:cubicBezTo>
                      <a:pt x="0" y="7"/>
                      <a:pt x="0" y="8"/>
                      <a:pt x="1" y="9"/>
                    </a:cubicBezTo>
                    <a:cubicBezTo>
                      <a:pt x="3" y="11"/>
                      <a:pt x="4" y="10"/>
                      <a:pt x="4" y="9"/>
                    </a:cubicBezTo>
                    <a:cubicBezTo>
                      <a:pt x="5" y="8"/>
                      <a:pt x="7" y="5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7" y="4"/>
                      <a:pt x="6" y="5"/>
                      <a:pt x="5" y="5"/>
                    </a:cubicBezTo>
                    <a:cubicBezTo>
                      <a:pt x="5" y="6"/>
                      <a:pt x="4" y="7"/>
                      <a:pt x="4" y="8"/>
                    </a:cubicBezTo>
                    <a:cubicBezTo>
                      <a:pt x="3" y="8"/>
                      <a:pt x="2" y="9"/>
                      <a:pt x="1" y="8"/>
                    </a:cubicBezTo>
                    <a:cubicBezTo>
                      <a:pt x="0" y="7"/>
                      <a:pt x="1" y="5"/>
                      <a:pt x="1" y="4"/>
                    </a:cubicBezTo>
                    <a:cubicBezTo>
                      <a:pt x="1" y="5"/>
                      <a:pt x="0" y="6"/>
                      <a:pt x="0" y="7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7" name="Freeform 1228">
                <a:extLst>
                  <a:ext uri="{FF2B5EF4-FFF2-40B4-BE49-F238E27FC236}">
                    <a16:creationId xmlns:a16="http://schemas.microsoft.com/office/drawing/2014/main" id="{6E670752-7B21-4ABC-9420-3F20C09377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57" y="3470"/>
                <a:ext cx="19" cy="17"/>
              </a:xfrm>
              <a:custGeom>
                <a:avLst/>
                <a:gdLst>
                  <a:gd name="T0" fmla="*/ 0 w 12"/>
                  <a:gd name="T1" fmla="*/ 62 h 11"/>
                  <a:gd name="T2" fmla="*/ 0 w 12"/>
                  <a:gd name="T3" fmla="*/ 62 h 11"/>
                  <a:gd name="T4" fmla="*/ 33 w 12"/>
                  <a:gd name="T5" fmla="*/ 87 h 11"/>
                  <a:gd name="T6" fmla="*/ 68 w 12"/>
                  <a:gd name="T7" fmla="*/ 29 h 11"/>
                  <a:gd name="T8" fmla="*/ 87 w 12"/>
                  <a:gd name="T9" fmla="*/ 19 h 11"/>
                  <a:gd name="T10" fmla="*/ 87 w 12"/>
                  <a:gd name="T11" fmla="*/ 19 h 11"/>
                  <a:gd name="T12" fmla="*/ 63 w 12"/>
                  <a:gd name="T13" fmla="*/ 19 h 11"/>
                  <a:gd name="T14" fmla="*/ 40 w 12"/>
                  <a:gd name="T15" fmla="*/ 53 h 11"/>
                  <a:gd name="T16" fmla="*/ 21 w 12"/>
                  <a:gd name="T17" fmla="*/ 62 h 11"/>
                  <a:gd name="T18" fmla="*/ 21 w 12"/>
                  <a:gd name="T19" fmla="*/ 34 h 11"/>
                  <a:gd name="T20" fmla="*/ 0 w 12"/>
                  <a:gd name="T21" fmla="*/ 62 h 11"/>
                  <a:gd name="T22" fmla="*/ 87 w 12"/>
                  <a:gd name="T23" fmla="*/ 29 h 11"/>
                  <a:gd name="T24" fmla="*/ 87 w 12"/>
                  <a:gd name="T25" fmla="*/ 34 h 11"/>
                  <a:gd name="T26" fmla="*/ 87 w 12"/>
                  <a:gd name="T27" fmla="*/ 34 h 11"/>
                  <a:gd name="T28" fmla="*/ 82 w 12"/>
                  <a:gd name="T29" fmla="*/ 45 h 11"/>
                  <a:gd name="T30" fmla="*/ 87 w 12"/>
                  <a:gd name="T31" fmla="*/ 29 h 11"/>
                  <a:gd name="T32" fmla="*/ 108 w 12"/>
                  <a:gd name="T33" fmla="*/ 19 h 11"/>
                  <a:gd name="T34" fmla="*/ 120 w 12"/>
                  <a:gd name="T35" fmla="*/ 29 h 11"/>
                  <a:gd name="T36" fmla="*/ 120 w 12"/>
                  <a:gd name="T37" fmla="*/ 19 h 11"/>
                  <a:gd name="T38" fmla="*/ 108 w 12"/>
                  <a:gd name="T39" fmla="*/ 0 h 11"/>
                  <a:gd name="T40" fmla="*/ 87 w 12"/>
                  <a:gd name="T41" fmla="*/ 12 h 11"/>
                  <a:gd name="T42" fmla="*/ 87 w 12"/>
                  <a:gd name="T43" fmla="*/ 29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3" y="11"/>
                      <a:pt x="3" y="10"/>
                    </a:cubicBezTo>
                    <a:cubicBezTo>
                      <a:pt x="5" y="8"/>
                      <a:pt x="6" y="4"/>
                      <a:pt x="7" y="3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7" y="2"/>
                      <a:pt x="6" y="2"/>
                    </a:cubicBezTo>
                    <a:cubicBezTo>
                      <a:pt x="6" y="3"/>
                      <a:pt x="5" y="4"/>
                      <a:pt x="4" y="6"/>
                    </a:cubicBezTo>
                    <a:cubicBezTo>
                      <a:pt x="4" y="6"/>
                      <a:pt x="3" y="8"/>
                      <a:pt x="2" y="7"/>
                    </a:cubicBezTo>
                    <a:cubicBezTo>
                      <a:pt x="1" y="7"/>
                      <a:pt x="1" y="5"/>
                      <a:pt x="2" y="4"/>
                    </a:cubicBezTo>
                    <a:cubicBezTo>
                      <a:pt x="1" y="5"/>
                      <a:pt x="0" y="7"/>
                      <a:pt x="0" y="7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3"/>
                      <a:pt x="10" y="1"/>
                      <a:pt x="11" y="2"/>
                    </a:cubicBezTo>
                    <a:cubicBezTo>
                      <a:pt x="11" y="2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2" y="1"/>
                      <a:pt x="11" y="1"/>
                      <a:pt x="11" y="0"/>
                    </a:cubicBezTo>
                    <a:cubicBezTo>
                      <a:pt x="10" y="0"/>
                      <a:pt x="9" y="0"/>
                      <a:pt x="9" y="1"/>
                    </a:cubicBezTo>
                    <a:cubicBezTo>
                      <a:pt x="9" y="2"/>
                      <a:pt x="9" y="2"/>
                      <a:pt x="9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8" name="Freeform 1229">
                <a:extLst>
                  <a:ext uri="{FF2B5EF4-FFF2-40B4-BE49-F238E27FC236}">
                    <a16:creationId xmlns:a16="http://schemas.microsoft.com/office/drawing/2014/main" id="{B06A7D72-5279-4B9E-8420-9072AED12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470"/>
                <a:ext cx="12" cy="7"/>
              </a:xfrm>
              <a:custGeom>
                <a:avLst/>
                <a:gdLst>
                  <a:gd name="T0" fmla="*/ 26 w 7"/>
                  <a:gd name="T1" fmla="*/ 28 h 5"/>
                  <a:gd name="T2" fmla="*/ 26 w 7"/>
                  <a:gd name="T3" fmla="*/ 28 h 5"/>
                  <a:gd name="T4" fmla="*/ 62 w 7"/>
                  <a:gd name="T5" fmla="*/ 11 h 5"/>
                  <a:gd name="T6" fmla="*/ 86 w 7"/>
                  <a:gd name="T7" fmla="*/ 1 h 5"/>
                  <a:gd name="T8" fmla="*/ 86 w 7"/>
                  <a:gd name="T9" fmla="*/ 1 h 5"/>
                  <a:gd name="T10" fmla="*/ 106 w 7"/>
                  <a:gd name="T11" fmla="*/ 0 h 5"/>
                  <a:gd name="T12" fmla="*/ 86 w 7"/>
                  <a:gd name="T13" fmla="*/ 0 h 5"/>
                  <a:gd name="T14" fmla="*/ 77 w 7"/>
                  <a:gd name="T15" fmla="*/ 0 h 5"/>
                  <a:gd name="T16" fmla="*/ 45 w 7"/>
                  <a:gd name="T17" fmla="*/ 1 h 5"/>
                  <a:gd name="T18" fmla="*/ 26 w 7"/>
                  <a:gd name="T19" fmla="*/ 15 h 5"/>
                  <a:gd name="T20" fmla="*/ 26 w 7"/>
                  <a:gd name="T21" fmla="*/ 11 h 5"/>
                  <a:gd name="T22" fmla="*/ 0 w 7"/>
                  <a:gd name="T23" fmla="*/ 15 h 5"/>
                  <a:gd name="T24" fmla="*/ 0 w 7"/>
                  <a:gd name="T25" fmla="*/ 21 h 5"/>
                  <a:gd name="T26" fmla="*/ 15 w 7"/>
                  <a:gd name="T27" fmla="*/ 28 h 5"/>
                  <a:gd name="T28" fmla="*/ 26 w 7"/>
                  <a:gd name="T29" fmla="*/ 28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1" y="1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9" name="Freeform 1230">
                <a:extLst>
                  <a:ext uri="{FF2B5EF4-FFF2-40B4-BE49-F238E27FC236}">
                    <a16:creationId xmlns:a16="http://schemas.microsoft.com/office/drawing/2014/main" id="{D13CED3F-3067-449D-9FBB-B3C788700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460"/>
                <a:ext cx="9" cy="10"/>
              </a:xfrm>
              <a:custGeom>
                <a:avLst/>
                <a:gdLst>
                  <a:gd name="T0" fmla="*/ 12 w 6"/>
                  <a:gd name="T1" fmla="*/ 62 h 6"/>
                  <a:gd name="T2" fmla="*/ 12 w 6"/>
                  <a:gd name="T3" fmla="*/ 62 h 6"/>
                  <a:gd name="T4" fmla="*/ 27 w 6"/>
                  <a:gd name="T5" fmla="*/ 37 h 6"/>
                  <a:gd name="T6" fmla="*/ 41 w 6"/>
                  <a:gd name="T7" fmla="*/ 13 h 6"/>
                  <a:gd name="T8" fmla="*/ 41 w 6"/>
                  <a:gd name="T9" fmla="*/ 13 h 6"/>
                  <a:gd name="T10" fmla="*/ 48 w 6"/>
                  <a:gd name="T11" fmla="*/ 0 h 6"/>
                  <a:gd name="T12" fmla="*/ 27 w 6"/>
                  <a:gd name="T13" fmla="*/ 0 h 6"/>
                  <a:gd name="T14" fmla="*/ 18 w 6"/>
                  <a:gd name="T15" fmla="*/ 13 h 6"/>
                  <a:gd name="T16" fmla="*/ 18 w 6"/>
                  <a:gd name="T17" fmla="*/ 13 h 6"/>
                  <a:gd name="T18" fmla="*/ 12 w 6"/>
                  <a:gd name="T19" fmla="*/ 13 h 6"/>
                  <a:gd name="T20" fmla="*/ 12 w 6"/>
                  <a:gd name="T21" fmla="*/ 13 h 6"/>
                  <a:gd name="T22" fmla="*/ 12 w 6"/>
                  <a:gd name="T23" fmla="*/ 62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1" y="5"/>
                      <a:pt x="1" y="6"/>
                      <a:pt x="1" y="5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3" y="2"/>
                      <a:pt x="4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0" name="Freeform 1231">
                <a:extLst>
                  <a:ext uri="{FF2B5EF4-FFF2-40B4-BE49-F238E27FC236}">
                    <a16:creationId xmlns:a16="http://schemas.microsoft.com/office/drawing/2014/main" id="{2EA40AD8-E989-4BD5-B540-42470245C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462"/>
                <a:ext cx="8" cy="8"/>
              </a:xfrm>
              <a:custGeom>
                <a:avLst/>
                <a:gdLst>
                  <a:gd name="T0" fmla="*/ 42 w 5"/>
                  <a:gd name="T1" fmla="*/ 21 h 5"/>
                  <a:gd name="T2" fmla="*/ 42 w 5"/>
                  <a:gd name="T3" fmla="*/ 42 h 5"/>
                  <a:gd name="T4" fmla="*/ 54 w 5"/>
                  <a:gd name="T5" fmla="*/ 42 h 5"/>
                  <a:gd name="T6" fmla="*/ 54 w 5"/>
                  <a:gd name="T7" fmla="*/ 42 h 5"/>
                  <a:gd name="T8" fmla="*/ 54 w 5"/>
                  <a:gd name="T9" fmla="*/ 13 h 5"/>
                  <a:gd name="T10" fmla="*/ 42 w 5"/>
                  <a:gd name="T11" fmla="*/ 0 h 5"/>
                  <a:gd name="T12" fmla="*/ 42 w 5"/>
                  <a:gd name="T13" fmla="*/ 0 h 5"/>
                  <a:gd name="T14" fmla="*/ 34 w 5"/>
                  <a:gd name="T15" fmla="*/ 0 h 5"/>
                  <a:gd name="T16" fmla="*/ 21 w 5"/>
                  <a:gd name="T17" fmla="*/ 0 h 5"/>
                  <a:gd name="T18" fmla="*/ 13 w 5"/>
                  <a:gd name="T19" fmla="*/ 21 h 5"/>
                  <a:gd name="T20" fmla="*/ 0 w 5"/>
                  <a:gd name="T21" fmla="*/ 42 h 5"/>
                  <a:gd name="T22" fmla="*/ 0 w 5"/>
                  <a:gd name="T23" fmla="*/ 54 h 5"/>
                  <a:gd name="T24" fmla="*/ 42 w 5"/>
                  <a:gd name="T25" fmla="*/ 21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3"/>
                      <a:pt x="2" y="1"/>
                      <a:pt x="4" y="2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1" name="Freeform 1232">
                <a:extLst>
                  <a:ext uri="{FF2B5EF4-FFF2-40B4-BE49-F238E27FC236}">
                    <a16:creationId xmlns:a16="http://schemas.microsoft.com/office/drawing/2014/main" id="{44328282-C55E-49BD-9602-5F40C87AF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490"/>
                <a:ext cx="3" cy="6"/>
              </a:xfrm>
              <a:custGeom>
                <a:avLst/>
                <a:gdLst>
                  <a:gd name="T0" fmla="*/ 12 w 2"/>
                  <a:gd name="T1" fmla="*/ 32 h 4"/>
                  <a:gd name="T2" fmla="*/ 0 w 2"/>
                  <a:gd name="T3" fmla="*/ 18 h 4"/>
                  <a:gd name="T4" fmla="*/ 18 w 2"/>
                  <a:gd name="T5" fmla="*/ 0 h 4"/>
                  <a:gd name="T6" fmla="*/ 18 w 2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2" name="Freeform 1233">
                <a:extLst>
                  <a:ext uri="{FF2B5EF4-FFF2-40B4-BE49-F238E27FC236}">
                    <a16:creationId xmlns:a16="http://schemas.microsoft.com/office/drawing/2014/main" id="{65299E1F-7513-4CB2-96E7-26D333174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489"/>
                <a:ext cx="5" cy="11"/>
              </a:xfrm>
              <a:custGeom>
                <a:avLst/>
                <a:gdLst>
                  <a:gd name="T0" fmla="*/ 13 w 3"/>
                  <a:gd name="T1" fmla="*/ 66 h 7"/>
                  <a:gd name="T2" fmla="*/ 13 w 3"/>
                  <a:gd name="T3" fmla="*/ 35 h 7"/>
                  <a:gd name="T4" fmla="*/ 22 w 3"/>
                  <a:gd name="T5" fmla="*/ 31 h 7"/>
                  <a:gd name="T6" fmla="*/ 22 w 3"/>
                  <a:gd name="T7" fmla="*/ 0 h 7"/>
                  <a:gd name="T8" fmla="*/ 13 w 3"/>
                  <a:gd name="T9" fmla="*/ 20 h 7"/>
                  <a:gd name="T10" fmla="*/ 0 w 3"/>
                  <a:gd name="T11" fmla="*/ 35 h 7"/>
                  <a:gd name="T12" fmla="*/ 0 w 3"/>
                  <a:gd name="T13" fmla="*/ 5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1" y="6"/>
                      <a:pt x="1" y="5"/>
                      <a:pt x="1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3" name="Freeform 1234">
                <a:extLst>
                  <a:ext uri="{FF2B5EF4-FFF2-40B4-BE49-F238E27FC236}">
                    <a16:creationId xmlns:a16="http://schemas.microsoft.com/office/drawing/2014/main" id="{0917D234-5365-42D0-B955-8DFFFC403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470"/>
                <a:ext cx="2" cy="3"/>
              </a:xfrm>
              <a:custGeom>
                <a:avLst/>
                <a:gdLst>
                  <a:gd name="T0" fmla="*/ 0 w 1"/>
                  <a:gd name="T1" fmla="*/ 18 h 2"/>
                  <a:gd name="T2" fmla="*/ 32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4" name="Freeform 1235">
                <a:extLst>
                  <a:ext uri="{FF2B5EF4-FFF2-40B4-BE49-F238E27FC236}">
                    <a16:creationId xmlns:a16="http://schemas.microsoft.com/office/drawing/2014/main" id="{71D8BE87-875D-4231-A810-BA77D2B05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460"/>
                <a:ext cx="1" cy="2"/>
              </a:xfrm>
              <a:custGeom>
                <a:avLst/>
                <a:gdLst>
                  <a:gd name="T0" fmla="*/ 0 w 1"/>
                  <a:gd name="T1" fmla="*/ 32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5" name="Freeform 1236">
                <a:extLst>
                  <a:ext uri="{FF2B5EF4-FFF2-40B4-BE49-F238E27FC236}">
                    <a16:creationId xmlns:a16="http://schemas.microsoft.com/office/drawing/2014/main" id="{274B4816-A2E5-4257-8FFA-CD2A4D109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3471"/>
                <a:ext cx="2" cy="2"/>
              </a:xfrm>
              <a:custGeom>
                <a:avLst/>
                <a:gdLst>
                  <a:gd name="T0" fmla="*/ 32 w 1"/>
                  <a:gd name="T1" fmla="*/ 32 h 1"/>
                  <a:gd name="T2" fmla="*/ 0 w 1"/>
                  <a:gd name="T3" fmla="*/ 32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6" name="Freeform 1237">
                <a:extLst>
                  <a:ext uri="{FF2B5EF4-FFF2-40B4-BE49-F238E27FC236}">
                    <a16:creationId xmlns:a16="http://schemas.microsoft.com/office/drawing/2014/main" id="{681C8697-D6BE-4DF3-B3F9-1AF8B699B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3489"/>
                <a:ext cx="1" cy="3"/>
              </a:xfrm>
              <a:custGeom>
                <a:avLst/>
                <a:gdLst>
                  <a:gd name="T0" fmla="*/ 0 w 1"/>
                  <a:gd name="T1" fmla="*/ 1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7" name="Freeform 1238">
                <a:extLst>
                  <a:ext uri="{FF2B5EF4-FFF2-40B4-BE49-F238E27FC236}">
                    <a16:creationId xmlns:a16="http://schemas.microsoft.com/office/drawing/2014/main" id="{ACF17B5B-ACE8-497C-8592-BA90CD1D6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3476"/>
                <a:ext cx="3" cy="6"/>
              </a:xfrm>
              <a:custGeom>
                <a:avLst/>
                <a:gdLst>
                  <a:gd name="T0" fmla="*/ 12 w 2"/>
                  <a:gd name="T1" fmla="*/ 32 h 4"/>
                  <a:gd name="T2" fmla="*/ 12 w 2"/>
                  <a:gd name="T3" fmla="*/ 12 h 4"/>
                  <a:gd name="T4" fmla="*/ 1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8" name="Freeform 1239">
                <a:extLst>
                  <a:ext uri="{FF2B5EF4-FFF2-40B4-BE49-F238E27FC236}">
                    <a16:creationId xmlns:a16="http://schemas.microsoft.com/office/drawing/2014/main" id="{37E9910F-AD8D-4FC6-80C0-9ABFD0713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470"/>
                <a:ext cx="1" cy="4"/>
              </a:xfrm>
              <a:custGeom>
                <a:avLst/>
                <a:gdLst>
                  <a:gd name="T0" fmla="*/ 0 w 1"/>
                  <a:gd name="T1" fmla="*/ 12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9" name="Freeform 1240">
                <a:extLst>
                  <a:ext uri="{FF2B5EF4-FFF2-40B4-BE49-F238E27FC236}">
                    <a16:creationId xmlns:a16="http://schemas.microsoft.com/office/drawing/2014/main" id="{B9115881-DAFC-4AC4-94C1-8EEA0B48E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490"/>
                <a:ext cx="2" cy="6"/>
              </a:xfrm>
              <a:custGeom>
                <a:avLst/>
                <a:gdLst>
                  <a:gd name="T0" fmla="*/ 32 w 1"/>
                  <a:gd name="T1" fmla="*/ 32 h 4"/>
                  <a:gd name="T2" fmla="*/ 32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0" name="Freeform 1241">
                <a:extLst>
                  <a:ext uri="{FF2B5EF4-FFF2-40B4-BE49-F238E27FC236}">
                    <a16:creationId xmlns:a16="http://schemas.microsoft.com/office/drawing/2014/main" id="{58D86C15-202B-4B8B-B3DF-1D6202A9A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490"/>
                <a:ext cx="2" cy="1"/>
              </a:xfrm>
              <a:custGeom>
                <a:avLst/>
                <a:gdLst>
                  <a:gd name="T0" fmla="*/ 32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1" name="Freeform 1242">
                <a:extLst>
                  <a:ext uri="{FF2B5EF4-FFF2-40B4-BE49-F238E27FC236}">
                    <a16:creationId xmlns:a16="http://schemas.microsoft.com/office/drawing/2014/main" id="{515D18EB-8474-4F16-8498-773C5ED83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447"/>
                <a:ext cx="70" cy="68"/>
              </a:xfrm>
              <a:custGeom>
                <a:avLst/>
                <a:gdLst>
                  <a:gd name="T0" fmla="*/ 172 w 44"/>
                  <a:gd name="T1" fmla="*/ 288 h 43"/>
                  <a:gd name="T2" fmla="*/ 380 w 44"/>
                  <a:gd name="T3" fmla="*/ 326 h 43"/>
                  <a:gd name="T4" fmla="*/ 240 w 44"/>
                  <a:gd name="T5" fmla="*/ 130 h 43"/>
                  <a:gd name="T6" fmla="*/ 64 w 44"/>
                  <a:gd name="T7" fmla="*/ 68 h 43"/>
                  <a:gd name="T8" fmla="*/ 172 w 44"/>
                  <a:gd name="T9" fmla="*/ 28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3">
                    <a:moveTo>
                      <a:pt x="17" y="29"/>
                    </a:moveTo>
                    <a:cubicBezTo>
                      <a:pt x="19" y="31"/>
                      <a:pt x="29" y="43"/>
                      <a:pt x="37" y="33"/>
                    </a:cubicBezTo>
                    <a:cubicBezTo>
                      <a:pt x="44" y="23"/>
                      <a:pt x="30" y="16"/>
                      <a:pt x="24" y="13"/>
                    </a:cubicBezTo>
                    <a:cubicBezTo>
                      <a:pt x="18" y="10"/>
                      <a:pt x="12" y="0"/>
                      <a:pt x="6" y="7"/>
                    </a:cubicBezTo>
                    <a:cubicBezTo>
                      <a:pt x="0" y="13"/>
                      <a:pt x="10" y="23"/>
                      <a:pt x="17" y="2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2" name="Freeform 1243">
                <a:extLst>
                  <a:ext uri="{FF2B5EF4-FFF2-40B4-BE49-F238E27FC236}">
                    <a16:creationId xmlns:a16="http://schemas.microsoft.com/office/drawing/2014/main" id="{C08FE547-ED5D-4058-858B-800700B0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452"/>
                <a:ext cx="52" cy="52"/>
              </a:xfrm>
              <a:custGeom>
                <a:avLst/>
                <a:gdLst>
                  <a:gd name="T0" fmla="*/ 320 w 33"/>
                  <a:gd name="T1" fmla="*/ 224 h 33"/>
                  <a:gd name="T2" fmla="*/ 301 w 33"/>
                  <a:gd name="T3" fmla="*/ 280 h 33"/>
                  <a:gd name="T4" fmla="*/ 254 w 33"/>
                  <a:gd name="T5" fmla="*/ 320 h 33"/>
                  <a:gd name="T6" fmla="*/ 124 w 33"/>
                  <a:gd name="T7" fmla="*/ 254 h 33"/>
                  <a:gd name="T8" fmla="*/ 117 w 33"/>
                  <a:gd name="T9" fmla="*/ 254 h 33"/>
                  <a:gd name="T10" fmla="*/ 0 w 33"/>
                  <a:gd name="T11" fmla="*/ 79 h 33"/>
                  <a:gd name="T12" fmla="*/ 13 w 33"/>
                  <a:gd name="T13" fmla="*/ 35 h 33"/>
                  <a:gd name="T14" fmla="*/ 124 w 33"/>
                  <a:gd name="T15" fmla="*/ 68 h 33"/>
                  <a:gd name="T16" fmla="*/ 184 w 33"/>
                  <a:gd name="T17" fmla="*/ 107 h 33"/>
                  <a:gd name="T18" fmla="*/ 320 w 33"/>
                  <a:gd name="T19" fmla="*/ 224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33">
                    <a:moveTo>
                      <a:pt x="33" y="23"/>
                    </a:moveTo>
                    <a:cubicBezTo>
                      <a:pt x="33" y="25"/>
                      <a:pt x="33" y="27"/>
                      <a:pt x="31" y="29"/>
                    </a:cubicBezTo>
                    <a:cubicBezTo>
                      <a:pt x="29" y="32"/>
                      <a:pt x="28" y="33"/>
                      <a:pt x="26" y="33"/>
                    </a:cubicBezTo>
                    <a:cubicBezTo>
                      <a:pt x="21" y="33"/>
                      <a:pt x="15" y="29"/>
                      <a:pt x="13" y="26"/>
                    </a:cubicBezTo>
                    <a:cubicBezTo>
                      <a:pt x="13" y="26"/>
                      <a:pt x="12" y="26"/>
                      <a:pt x="12" y="26"/>
                    </a:cubicBezTo>
                    <a:cubicBezTo>
                      <a:pt x="8" y="22"/>
                      <a:pt x="0" y="14"/>
                      <a:pt x="0" y="8"/>
                    </a:cubicBezTo>
                    <a:cubicBezTo>
                      <a:pt x="0" y="7"/>
                      <a:pt x="0" y="6"/>
                      <a:pt x="1" y="4"/>
                    </a:cubicBezTo>
                    <a:cubicBezTo>
                      <a:pt x="5" y="0"/>
                      <a:pt x="9" y="3"/>
                      <a:pt x="13" y="7"/>
                    </a:cubicBezTo>
                    <a:cubicBezTo>
                      <a:pt x="15" y="8"/>
                      <a:pt x="17" y="10"/>
                      <a:pt x="19" y="11"/>
                    </a:cubicBezTo>
                    <a:cubicBezTo>
                      <a:pt x="23" y="13"/>
                      <a:pt x="32" y="17"/>
                      <a:pt x="33" y="2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3" name="Freeform 1244">
                <a:extLst>
                  <a:ext uri="{FF2B5EF4-FFF2-40B4-BE49-F238E27FC236}">
                    <a16:creationId xmlns:a16="http://schemas.microsoft.com/office/drawing/2014/main" id="{4179E9C7-B715-47D1-BB98-F9048CACBE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48" y="3457"/>
                <a:ext cx="49" cy="46"/>
              </a:xfrm>
              <a:custGeom>
                <a:avLst/>
                <a:gdLst>
                  <a:gd name="T0" fmla="*/ 205 w 31"/>
                  <a:gd name="T1" fmla="*/ 224 h 29"/>
                  <a:gd name="T2" fmla="*/ 218 w 31"/>
                  <a:gd name="T3" fmla="*/ 224 h 29"/>
                  <a:gd name="T4" fmla="*/ 202 w 31"/>
                  <a:gd name="T5" fmla="*/ 279 h 29"/>
                  <a:gd name="T6" fmla="*/ 258 w 31"/>
                  <a:gd name="T7" fmla="*/ 252 h 29"/>
                  <a:gd name="T8" fmla="*/ 250 w 31"/>
                  <a:gd name="T9" fmla="*/ 279 h 29"/>
                  <a:gd name="T10" fmla="*/ 288 w 31"/>
                  <a:gd name="T11" fmla="*/ 192 h 29"/>
                  <a:gd name="T12" fmla="*/ 250 w 31"/>
                  <a:gd name="T13" fmla="*/ 203 h 29"/>
                  <a:gd name="T14" fmla="*/ 258 w 31"/>
                  <a:gd name="T15" fmla="*/ 141 h 29"/>
                  <a:gd name="T16" fmla="*/ 218 w 31"/>
                  <a:gd name="T17" fmla="*/ 171 h 29"/>
                  <a:gd name="T18" fmla="*/ 185 w 31"/>
                  <a:gd name="T19" fmla="*/ 206 h 29"/>
                  <a:gd name="T20" fmla="*/ 202 w 31"/>
                  <a:gd name="T21" fmla="*/ 121 h 29"/>
                  <a:gd name="T22" fmla="*/ 138 w 31"/>
                  <a:gd name="T23" fmla="*/ 192 h 29"/>
                  <a:gd name="T24" fmla="*/ 185 w 31"/>
                  <a:gd name="T25" fmla="*/ 100 h 29"/>
                  <a:gd name="T26" fmla="*/ 130 w 31"/>
                  <a:gd name="T27" fmla="*/ 82 h 29"/>
                  <a:gd name="T28" fmla="*/ 117 w 31"/>
                  <a:gd name="T29" fmla="*/ 82 h 29"/>
                  <a:gd name="T30" fmla="*/ 87 w 31"/>
                  <a:gd name="T31" fmla="*/ 33 h 29"/>
                  <a:gd name="T32" fmla="*/ 52 w 31"/>
                  <a:gd name="T33" fmla="*/ 89 h 29"/>
                  <a:gd name="T34" fmla="*/ 68 w 31"/>
                  <a:gd name="T35" fmla="*/ 13 h 29"/>
                  <a:gd name="T36" fmla="*/ 13 w 31"/>
                  <a:gd name="T37" fmla="*/ 82 h 29"/>
                  <a:gd name="T38" fmla="*/ 52 w 31"/>
                  <a:gd name="T39" fmla="*/ 33 h 29"/>
                  <a:gd name="T40" fmla="*/ 21 w 31"/>
                  <a:gd name="T41" fmla="*/ 108 h 29"/>
                  <a:gd name="T42" fmla="*/ 82 w 31"/>
                  <a:gd name="T43" fmla="*/ 89 h 29"/>
                  <a:gd name="T44" fmla="*/ 55 w 31"/>
                  <a:gd name="T45" fmla="*/ 151 h 29"/>
                  <a:gd name="T46" fmla="*/ 130 w 31"/>
                  <a:gd name="T47" fmla="*/ 108 h 29"/>
                  <a:gd name="T48" fmla="*/ 107 w 31"/>
                  <a:gd name="T49" fmla="*/ 184 h 29"/>
                  <a:gd name="T50" fmla="*/ 175 w 31"/>
                  <a:gd name="T51" fmla="*/ 159 h 29"/>
                  <a:gd name="T52" fmla="*/ 158 w 31"/>
                  <a:gd name="T53" fmla="*/ 227 h 29"/>
                  <a:gd name="T54" fmla="*/ 218 w 31"/>
                  <a:gd name="T55" fmla="*/ 206 h 29"/>
                  <a:gd name="T56" fmla="*/ 185 w 31"/>
                  <a:gd name="T57" fmla="*/ 252 h 29"/>
                  <a:gd name="T58" fmla="*/ 158 w 31"/>
                  <a:gd name="T59" fmla="*/ 227 h 29"/>
                  <a:gd name="T60" fmla="*/ 175 w 31"/>
                  <a:gd name="T61" fmla="*/ 159 h 29"/>
                  <a:gd name="T62" fmla="*/ 107 w 31"/>
                  <a:gd name="T63" fmla="*/ 184 h 29"/>
                  <a:gd name="T64" fmla="*/ 130 w 31"/>
                  <a:gd name="T65" fmla="*/ 108 h 29"/>
                  <a:gd name="T66" fmla="*/ 55 w 31"/>
                  <a:gd name="T67" fmla="*/ 151 h 29"/>
                  <a:gd name="T68" fmla="*/ 68 w 31"/>
                  <a:gd name="T69" fmla="*/ 89 h 29"/>
                  <a:gd name="T70" fmla="*/ 21 w 31"/>
                  <a:gd name="T71" fmla="*/ 100 h 29"/>
                  <a:gd name="T72" fmla="*/ 52 w 31"/>
                  <a:gd name="T73" fmla="*/ 21 h 29"/>
                  <a:gd name="T74" fmla="*/ 13 w 31"/>
                  <a:gd name="T75" fmla="*/ 68 h 29"/>
                  <a:gd name="T76" fmla="*/ 68 w 31"/>
                  <a:gd name="T77" fmla="*/ 21 h 29"/>
                  <a:gd name="T78" fmla="*/ 68 w 31"/>
                  <a:gd name="T79" fmla="*/ 68 h 29"/>
                  <a:gd name="T80" fmla="*/ 117 w 31"/>
                  <a:gd name="T81" fmla="*/ 52 h 29"/>
                  <a:gd name="T82" fmla="*/ 107 w 31"/>
                  <a:gd name="T83" fmla="*/ 100 h 29"/>
                  <a:gd name="T84" fmla="*/ 158 w 31"/>
                  <a:gd name="T85" fmla="*/ 68 h 29"/>
                  <a:gd name="T86" fmla="*/ 138 w 31"/>
                  <a:gd name="T87" fmla="*/ 184 h 29"/>
                  <a:gd name="T88" fmla="*/ 175 w 31"/>
                  <a:gd name="T89" fmla="*/ 151 h 29"/>
                  <a:gd name="T90" fmla="*/ 205 w 31"/>
                  <a:gd name="T91" fmla="*/ 171 h 29"/>
                  <a:gd name="T92" fmla="*/ 205 w 31"/>
                  <a:gd name="T93" fmla="*/ 203 h 29"/>
                  <a:gd name="T94" fmla="*/ 224 w 31"/>
                  <a:gd name="T95" fmla="*/ 159 h 29"/>
                  <a:gd name="T96" fmla="*/ 258 w 31"/>
                  <a:gd name="T97" fmla="*/ 171 h 29"/>
                  <a:gd name="T98" fmla="*/ 258 w 31"/>
                  <a:gd name="T99" fmla="*/ 224 h 29"/>
                  <a:gd name="T100" fmla="*/ 288 w 31"/>
                  <a:gd name="T101" fmla="*/ 252 h 29"/>
                  <a:gd name="T102" fmla="*/ 258 w 31"/>
                  <a:gd name="T103" fmla="*/ 259 h 29"/>
                  <a:gd name="T104" fmla="*/ 224 w 31"/>
                  <a:gd name="T105" fmla="*/ 279 h 29"/>
                  <a:gd name="T106" fmla="*/ 202 w 31"/>
                  <a:gd name="T107" fmla="*/ 259 h 29"/>
                  <a:gd name="T108" fmla="*/ 218 w 31"/>
                  <a:gd name="T109" fmla="*/ 206 h 2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1" h="29">
                    <a:moveTo>
                      <a:pt x="18" y="26"/>
                    </a:moveTo>
                    <a:cubicBezTo>
                      <a:pt x="18" y="26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4"/>
                      <a:pt x="21" y="23"/>
                      <a:pt x="21" y="22"/>
                    </a:cubicBezTo>
                    <a:cubicBezTo>
                      <a:pt x="21" y="22"/>
                      <a:pt x="21" y="22"/>
                      <a:pt x="21" y="21"/>
                    </a:cubicBezTo>
                    <a:cubicBezTo>
                      <a:pt x="22" y="21"/>
                      <a:pt x="22" y="21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4"/>
                      <a:pt x="20" y="25"/>
                      <a:pt x="20" y="26"/>
                    </a:cubicBezTo>
                    <a:cubicBezTo>
                      <a:pt x="20" y="26"/>
                      <a:pt x="19" y="27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1" y="28"/>
                      <a:pt x="21" y="29"/>
                      <a:pt x="22" y="29"/>
                    </a:cubicBezTo>
                    <a:cubicBezTo>
                      <a:pt x="22" y="29"/>
                      <a:pt x="23" y="29"/>
                      <a:pt x="23" y="28"/>
                    </a:cubicBezTo>
                    <a:cubicBezTo>
                      <a:pt x="24" y="28"/>
                      <a:pt x="24" y="27"/>
                      <a:pt x="24" y="26"/>
                    </a:cubicBezTo>
                    <a:cubicBezTo>
                      <a:pt x="25" y="25"/>
                      <a:pt x="25" y="25"/>
                      <a:pt x="26" y="25"/>
                    </a:cubicBezTo>
                    <a:cubicBezTo>
                      <a:pt x="26" y="25"/>
                      <a:pt x="25" y="26"/>
                      <a:pt x="25" y="26"/>
                    </a:cubicBezTo>
                    <a:cubicBezTo>
                      <a:pt x="25" y="27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7" y="28"/>
                      <a:pt x="28" y="27"/>
                      <a:pt x="29" y="26"/>
                    </a:cubicBezTo>
                    <a:cubicBezTo>
                      <a:pt x="31" y="23"/>
                      <a:pt x="31" y="21"/>
                      <a:pt x="30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8"/>
                      <a:pt x="27" y="20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5" y="22"/>
                      <a:pt x="25" y="22"/>
                      <a:pt x="25" y="21"/>
                    </a:cubicBezTo>
                    <a:cubicBezTo>
                      <a:pt x="25" y="21"/>
                      <a:pt x="24" y="21"/>
                      <a:pt x="25" y="20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5"/>
                      <a:pt x="27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4" y="13"/>
                      <a:pt x="23" y="15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1" y="18"/>
                      <a:pt x="21" y="19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0"/>
                      <a:pt x="19" y="20"/>
                      <a:pt x="20" y="19"/>
                    </a:cubicBezTo>
                    <a:cubicBezTo>
                      <a:pt x="20" y="19"/>
                      <a:pt x="21" y="17"/>
                      <a:pt x="21" y="17"/>
                    </a:cubicBezTo>
                    <a:cubicBezTo>
                      <a:pt x="21" y="17"/>
                      <a:pt x="23" y="14"/>
                      <a:pt x="21" y="12"/>
                    </a:cubicBezTo>
                    <a:cubicBezTo>
                      <a:pt x="21" y="12"/>
                      <a:pt x="21" y="12"/>
                      <a:pt x="20" y="12"/>
                    </a:cubicBezTo>
                    <a:cubicBezTo>
                      <a:pt x="19" y="12"/>
                      <a:pt x="18" y="13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7" y="14"/>
                      <a:pt x="18" y="12"/>
                    </a:cubicBezTo>
                    <a:cubicBezTo>
                      <a:pt x="18" y="12"/>
                      <a:pt x="19" y="11"/>
                      <a:pt x="19" y="10"/>
                    </a:cubicBezTo>
                    <a:cubicBezTo>
                      <a:pt x="18" y="9"/>
                      <a:pt x="18" y="9"/>
                      <a:pt x="18" y="8"/>
                    </a:cubicBezTo>
                    <a:cubicBezTo>
                      <a:pt x="18" y="8"/>
                      <a:pt x="16" y="7"/>
                      <a:pt x="16" y="7"/>
                    </a:cubicBezTo>
                    <a:cubicBezTo>
                      <a:pt x="15" y="6"/>
                      <a:pt x="15" y="6"/>
                      <a:pt x="14" y="6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2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6"/>
                      <a:pt x="13" y="5"/>
                      <a:pt x="12" y="4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6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2" y="7"/>
                      <a:pt x="3" y="6"/>
                      <a:pt x="3" y="5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3" y="12"/>
                      <a:pt x="3" y="13"/>
                      <a:pt x="4" y="13"/>
                    </a:cubicBezTo>
                    <a:cubicBezTo>
                      <a:pt x="4" y="14"/>
                      <a:pt x="4" y="14"/>
                      <a:pt x="5" y="13"/>
                    </a:cubicBezTo>
                    <a:cubicBezTo>
                      <a:pt x="6" y="12"/>
                      <a:pt x="7" y="11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9" y="10"/>
                      <a:pt x="8" y="10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3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8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10" y="17"/>
                      <a:pt x="11" y="16"/>
                      <a:pt x="11" y="14"/>
                    </a:cubicBezTo>
                    <a:cubicBezTo>
                      <a:pt x="12" y="13"/>
                      <a:pt x="13" y="12"/>
                      <a:pt x="13" y="11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5" y="11"/>
                      <a:pt x="15" y="12"/>
                      <a:pt x="14" y="12"/>
                    </a:cubicBezTo>
                    <a:cubicBezTo>
                      <a:pt x="14" y="13"/>
                      <a:pt x="13" y="14"/>
                      <a:pt x="12" y="16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8"/>
                      <a:pt x="10" y="20"/>
                      <a:pt x="12" y="21"/>
                    </a:cubicBezTo>
                    <a:cubicBezTo>
                      <a:pt x="13" y="22"/>
                      <a:pt x="13" y="23"/>
                      <a:pt x="14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7"/>
                      <a:pt x="19" y="17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4"/>
                    </a:cubicBezTo>
                    <a:cubicBezTo>
                      <a:pt x="15" y="25"/>
                      <a:pt x="15" y="25"/>
                      <a:pt x="16" y="26"/>
                    </a:cubicBezTo>
                    <a:cubicBezTo>
                      <a:pt x="17" y="26"/>
                      <a:pt x="17" y="26"/>
                      <a:pt x="18" y="26"/>
                    </a:cubicBezTo>
                    <a:close/>
                    <a:moveTo>
                      <a:pt x="22" y="21"/>
                    </a:moveTo>
                    <a:cubicBezTo>
                      <a:pt x="22" y="21"/>
                      <a:pt x="22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0" y="22"/>
                      <a:pt x="19" y="24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8" y="26"/>
                      <a:pt x="18" y="26"/>
                    </a:cubicBezTo>
                    <a:cubicBezTo>
                      <a:pt x="17" y="26"/>
                      <a:pt x="17" y="26"/>
                      <a:pt x="16" y="25"/>
                    </a:cubicBezTo>
                    <a:cubicBezTo>
                      <a:pt x="16" y="25"/>
                      <a:pt x="16" y="25"/>
                      <a:pt x="16" y="24"/>
                    </a:cubicBezTo>
                    <a:cubicBezTo>
                      <a:pt x="15" y="24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6"/>
                      <a:pt x="19" y="16"/>
                    </a:cubicBezTo>
                    <a:cubicBezTo>
                      <a:pt x="19" y="15"/>
                      <a:pt x="18" y="15"/>
                      <a:pt x="18" y="16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1"/>
                      <a:pt x="14" y="22"/>
                      <a:pt x="14" y="22"/>
                    </a:cubicBezTo>
                    <a:cubicBezTo>
                      <a:pt x="13" y="22"/>
                      <a:pt x="13" y="22"/>
                      <a:pt x="12" y="21"/>
                    </a:cubicBezTo>
                    <a:cubicBezTo>
                      <a:pt x="11" y="20"/>
                      <a:pt x="10" y="19"/>
                      <a:pt x="11" y="18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15" y="13"/>
                      <a:pt x="15" y="12"/>
                    </a:cubicBezTo>
                    <a:cubicBezTo>
                      <a:pt x="16" y="11"/>
                      <a:pt x="15" y="10"/>
                      <a:pt x="15" y="10"/>
                    </a:cubicBezTo>
                    <a:cubicBezTo>
                      <a:pt x="15" y="10"/>
                      <a:pt x="14" y="9"/>
                      <a:pt x="13" y="11"/>
                    </a:cubicBezTo>
                    <a:cubicBezTo>
                      <a:pt x="12" y="12"/>
                      <a:pt x="12" y="13"/>
                      <a:pt x="11" y="14"/>
                    </a:cubicBezTo>
                    <a:cubicBezTo>
                      <a:pt x="10" y="15"/>
                      <a:pt x="10" y="16"/>
                      <a:pt x="9" y="17"/>
                    </a:cubicBezTo>
                    <a:cubicBezTo>
                      <a:pt x="9" y="17"/>
                      <a:pt x="9" y="18"/>
                      <a:pt x="9" y="18"/>
                    </a:cubicBezTo>
                    <a:cubicBezTo>
                      <a:pt x="8" y="17"/>
                      <a:pt x="7" y="16"/>
                      <a:pt x="6" y="15"/>
                    </a:cubicBezTo>
                    <a:cubicBezTo>
                      <a:pt x="6" y="15"/>
                      <a:pt x="7" y="13"/>
                      <a:pt x="8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11"/>
                      <a:pt x="6" y="12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2"/>
                      <a:pt x="3" y="12"/>
                      <a:pt x="2" y="11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9"/>
                      <a:pt x="2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2" y="5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6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1"/>
                      <a:pt x="4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5" y="5"/>
                      <a:pt x="5" y="6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9"/>
                      <a:pt x="4" y="10"/>
                      <a:pt x="5" y="10"/>
                    </a:cubicBezTo>
                    <a:cubicBezTo>
                      <a:pt x="5" y="10"/>
                      <a:pt x="6" y="9"/>
                      <a:pt x="7" y="7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1" y="7"/>
                      <a:pt x="11" y="7"/>
                    </a:cubicBezTo>
                    <a:cubicBezTo>
                      <a:pt x="11" y="8"/>
                      <a:pt x="10" y="9"/>
                      <a:pt x="10" y="9"/>
                    </a:cubicBezTo>
                    <a:cubicBezTo>
                      <a:pt x="10" y="10"/>
                      <a:pt x="10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3" y="8"/>
                      <a:pt x="13" y="8"/>
                    </a:cubicBezTo>
                    <a:cubicBezTo>
                      <a:pt x="13" y="8"/>
                      <a:pt x="14" y="7"/>
                      <a:pt x="14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5" y="15"/>
                      <a:pt x="14" y="17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9"/>
                      <a:pt x="13" y="19"/>
                      <a:pt x="14" y="19"/>
                    </a:cubicBezTo>
                    <a:cubicBezTo>
                      <a:pt x="14" y="20"/>
                      <a:pt x="15" y="20"/>
                      <a:pt x="15" y="19"/>
                    </a:cubicBezTo>
                    <a:cubicBezTo>
                      <a:pt x="15" y="19"/>
                      <a:pt x="16" y="17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4"/>
                      <a:pt x="19" y="12"/>
                      <a:pt x="20" y="12"/>
                    </a:cubicBezTo>
                    <a:cubicBezTo>
                      <a:pt x="21" y="12"/>
                      <a:pt x="21" y="12"/>
                      <a:pt x="21" y="13"/>
                    </a:cubicBezTo>
                    <a:cubicBezTo>
                      <a:pt x="23" y="14"/>
                      <a:pt x="21" y="17"/>
                      <a:pt x="21" y="17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20"/>
                      <a:pt x="18" y="20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20" y="22"/>
                      <a:pt x="20" y="21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2" y="19"/>
                      <a:pt x="22" y="18"/>
                      <a:pt x="22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4"/>
                      <a:pt x="25" y="13"/>
                      <a:pt x="25" y="13"/>
                    </a:cubicBezTo>
                    <a:cubicBezTo>
                      <a:pt x="25" y="13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7" y="15"/>
                      <a:pt x="26" y="17"/>
                    </a:cubicBezTo>
                    <a:cubicBezTo>
                      <a:pt x="26" y="17"/>
                      <a:pt x="26" y="18"/>
                      <a:pt x="26" y="18"/>
                    </a:cubicBezTo>
                    <a:cubicBezTo>
                      <a:pt x="25" y="19"/>
                      <a:pt x="25" y="19"/>
                      <a:pt x="25" y="20"/>
                    </a:cubicBezTo>
                    <a:cubicBezTo>
                      <a:pt x="24" y="20"/>
                      <a:pt x="24" y="21"/>
                      <a:pt x="25" y="22"/>
                    </a:cubicBezTo>
                    <a:cubicBezTo>
                      <a:pt x="25" y="22"/>
                      <a:pt x="26" y="22"/>
                      <a:pt x="26" y="22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0"/>
                      <a:pt x="28" y="19"/>
                      <a:pt x="29" y="19"/>
                    </a:cubicBezTo>
                    <a:cubicBezTo>
                      <a:pt x="29" y="19"/>
                      <a:pt x="29" y="19"/>
                      <a:pt x="29" y="20"/>
                    </a:cubicBezTo>
                    <a:cubicBezTo>
                      <a:pt x="30" y="21"/>
                      <a:pt x="30" y="23"/>
                      <a:pt x="29" y="25"/>
                    </a:cubicBezTo>
                    <a:cubicBezTo>
                      <a:pt x="29" y="25"/>
                      <a:pt x="29" y="25"/>
                      <a:pt x="29" y="26"/>
                    </a:cubicBezTo>
                    <a:cubicBezTo>
                      <a:pt x="28" y="27"/>
                      <a:pt x="27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7"/>
                      <a:pt x="26" y="26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5"/>
                      <a:pt x="24" y="26"/>
                    </a:cubicBezTo>
                    <a:cubicBezTo>
                      <a:pt x="24" y="27"/>
                      <a:pt x="23" y="27"/>
                      <a:pt x="23" y="28"/>
                    </a:cubicBezTo>
                    <a:cubicBezTo>
                      <a:pt x="23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0" y="28"/>
                    </a:cubicBezTo>
                    <a:cubicBezTo>
                      <a:pt x="20" y="28"/>
                      <a:pt x="20" y="28"/>
                      <a:pt x="20" y="27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1" y="26"/>
                      <a:pt x="21" y="25"/>
                      <a:pt x="22" y="24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2"/>
                      <a:pt x="23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lose/>
                  </a:path>
                </a:pathLst>
              </a:custGeom>
              <a:solidFill>
                <a:srgbClr val="FB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4" name="Freeform 1245">
                <a:extLst>
                  <a:ext uri="{FF2B5EF4-FFF2-40B4-BE49-F238E27FC236}">
                    <a16:creationId xmlns:a16="http://schemas.microsoft.com/office/drawing/2014/main" id="{CEE5AFF3-32BB-44AF-9EEF-84F8951AB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457"/>
                <a:ext cx="49" cy="46"/>
              </a:xfrm>
              <a:custGeom>
                <a:avLst/>
                <a:gdLst>
                  <a:gd name="T0" fmla="*/ 185 w 31"/>
                  <a:gd name="T1" fmla="*/ 252 h 29"/>
                  <a:gd name="T2" fmla="*/ 205 w 31"/>
                  <a:gd name="T3" fmla="*/ 224 h 29"/>
                  <a:gd name="T4" fmla="*/ 218 w 31"/>
                  <a:gd name="T5" fmla="*/ 224 h 29"/>
                  <a:gd name="T6" fmla="*/ 218 w 31"/>
                  <a:gd name="T7" fmla="*/ 224 h 29"/>
                  <a:gd name="T8" fmla="*/ 202 w 31"/>
                  <a:gd name="T9" fmla="*/ 259 h 29"/>
                  <a:gd name="T10" fmla="*/ 202 w 31"/>
                  <a:gd name="T11" fmla="*/ 279 h 29"/>
                  <a:gd name="T12" fmla="*/ 224 w 31"/>
                  <a:gd name="T13" fmla="*/ 279 h 29"/>
                  <a:gd name="T14" fmla="*/ 258 w 31"/>
                  <a:gd name="T15" fmla="*/ 252 h 29"/>
                  <a:gd name="T16" fmla="*/ 250 w 31"/>
                  <a:gd name="T17" fmla="*/ 279 h 29"/>
                  <a:gd name="T18" fmla="*/ 250 w 31"/>
                  <a:gd name="T19" fmla="*/ 279 h 29"/>
                  <a:gd name="T20" fmla="*/ 288 w 31"/>
                  <a:gd name="T21" fmla="*/ 259 h 29"/>
                  <a:gd name="T22" fmla="*/ 288 w 31"/>
                  <a:gd name="T23" fmla="*/ 192 h 29"/>
                  <a:gd name="T24" fmla="*/ 258 w 31"/>
                  <a:gd name="T25" fmla="*/ 206 h 29"/>
                  <a:gd name="T26" fmla="*/ 250 w 31"/>
                  <a:gd name="T27" fmla="*/ 203 h 29"/>
                  <a:gd name="T28" fmla="*/ 267 w 31"/>
                  <a:gd name="T29" fmla="*/ 171 h 29"/>
                  <a:gd name="T30" fmla="*/ 258 w 31"/>
                  <a:gd name="T31" fmla="*/ 141 h 29"/>
                  <a:gd name="T32" fmla="*/ 218 w 31"/>
                  <a:gd name="T33" fmla="*/ 159 h 29"/>
                  <a:gd name="T34" fmla="*/ 218 w 31"/>
                  <a:gd name="T35" fmla="*/ 171 h 29"/>
                  <a:gd name="T36" fmla="*/ 202 w 31"/>
                  <a:gd name="T37" fmla="*/ 203 h 29"/>
                  <a:gd name="T38" fmla="*/ 185 w 31"/>
                  <a:gd name="T39" fmla="*/ 206 h 29"/>
                  <a:gd name="T40" fmla="*/ 205 w 31"/>
                  <a:gd name="T41" fmla="*/ 171 h 29"/>
                  <a:gd name="T42" fmla="*/ 202 w 31"/>
                  <a:gd name="T43" fmla="*/ 121 h 29"/>
                  <a:gd name="T44" fmla="*/ 175 w 31"/>
                  <a:gd name="T45" fmla="*/ 141 h 29"/>
                  <a:gd name="T46" fmla="*/ 138 w 31"/>
                  <a:gd name="T47" fmla="*/ 192 h 29"/>
                  <a:gd name="T48" fmla="*/ 138 w 31"/>
                  <a:gd name="T49" fmla="*/ 184 h 29"/>
                  <a:gd name="T50" fmla="*/ 185 w 31"/>
                  <a:gd name="T51" fmla="*/ 100 h 29"/>
                  <a:gd name="T52" fmla="*/ 158 w 31"/>
                  <a:gd name="T53" fmla="*/ 68 h 29"/>
                  <a:gd name="T54" fmla="*/ 130 w 31"/>
                  <a:gd name="T55" fmla="*/ 82 h 29"/>
                  <a:gd name="T56" fmla="*/ 107 w 31"/>
                  <a:gd name="T57" fmla="*/ 100 h 29"/>
                  <a:gd name="T58" fmla="*/ 117 w 31"/>
                  <a:gd name="T59" fmla="*/ 82 h 29"/>
                  <a:gd name="T60" fmla="*/ 117 w 31"/>
                  <a:gd name="T61" fmla="*/ 40 h 29"/>
                  <a:gd name="T62" fmla="*/ 87 w 31"/>
                  <a:gd name="T63" fmla="*/ 33 h 29"/>
                  <a:gd name="T64" fmla="*/ 68 w 31"/>
                  <a:gd name="T65" fmla="*/ 63 h 29"/>
                  <a:gd name="T66" fmla="*/ 52 w 31"/>
                  <a:gd name="T67" fmla="*/ 89 h 29"/>
                  <a:gd name="T68" fmla="*/ 68 w 31"/>
                  <a:gd name="T69" fmla="*/ 21 h 29"/>
                  <a:gd name="T70" fmla="*/ 68 w 31"/>
                  <a:gd name="T71" fmla="*/ 13 h 29"/>
                  <a:gd name="T72" fmla="*/ 13 w 31"/>
                  <a:gd name="T73" fmla="*/ 33 h 29"/>
                  <a:gd name="T74" fmla="*/ 13 w 31"/>
                  <a:gd name="T75" fmla="*/ 82 h 29"/>
                  <a:gd name="T76" fmla="*/ 33 w 31"/>
                  <a:gd name="T77" fmla="*/ 52 h 29"/>
                  <a:gd name="T78" fmla="*/ 52 w 31"/>
                  <a:gd name="T79" fmla="*/ 33 h 29"/>
                  <a:gd name="T80" fmla="*/ 33 w 31"/>
                  <a:gd name="T81" fmla="*/ 68 h 29"/>
                  <a:gd name="T82" fmla="*/ 21 w 31"/>
                  <a:gd name="T83" fmla="*/ 108 h 29"/>
                  <a:gd name="T84" fmla="*/ 52 w 31"/>
                  <a:gd name="T85" fmla="*/ 130 h 29"/>
                  <a:gd name="T86" fmla="*/ 82 w 31"/>
                  <a:gd name="T87" fmla="*/ 89 h 29"/>
                  <a:gd name="T88" fmla="*/ 82 w 31"/>
                  <a:gd name="T89" fmla="*/ 121 h 29"/>
                  <a:gd name="T90" fmla="*/ 55 w 31"/>
                  <a:gd name="T91" fmla="*/ 151 h 29"/>
                  <a:gd name="T92" fmla="*/ 100 w 31"/>
                  <a:gd name="T93" fmla="*/ 184 h 29"/>
                  <a:gd name="T94" fmla="*/ 130 w 31"/>
                  <a:gd name="T95" fmla="*/ 108 h 29"/>
                  <a:gd name="T96" fmla="*/ 138 w 31"/>
                  <a:gd name="T97" fmla="*/ 121 h 29"/>
                  <a:gd name="T98" fmla="*/ 107 w 31"/>
                  <a:gd name="T99" fmla="*/ 184 h 29"/>
                  <a:gd name="T100" fmla="*/ 138 w 31"/>
                  <a:gd name="T101" fmla="*/ 224 h 29"/>
                  <a:gd name="T102" fmla="*/ 175 w 31"/>
                  <a:gd name="T103" fmla="*/ 159 h 29"/>
                  <a:gd name="T104" fmla="*/ 185 w 31"/>
                  <a:gd name="T105" fmla="*/ 171 h 29"/>
                  <a:gd name="T106" fmla="*/ 158 w 31"/>
                  <a:gd name="T107" fmla="*/ 227 h 29"/>
                  <a:gd name="T108" fmla="*/ 158 w 31"/>
                  <a:gd name="T109" fmla="*/ 259 h 2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1" h="29">
                    <a:moveTo>
                      <a:pt x="18" y="26"/>
                    </a:moveTo>
                    <a:cubicBezTo>
                      <a:pt x="18" y="26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4"/>
                      <a:pt x="21" y="23"/>
                      <a:pt x="21" y="22"/>
                    </a:cubicBezTo>
                    <a:cubicBezTo>
                      <a:pt x="21" y="22"/>
                      <a:pt x="21" y="22"/>
                      <a:pt x="21" y="21"/>
                    </a:cubicBezTo>
                    <a:cubicBezTo>
                      <a:pt x="22" y="21"/>
                      <a:pt x="22" y="21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4"/>
                      <a:pt x="20" y="25"/>
                      <a:pt x="20" y="26"/>
                    </a:cubicBezTo>
                    <a:cubicBezTo>
                      <a:pt x="20" y="26"/>
                      <a:pt x="19" y="27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1" y="28"/>
                      <a:pt x="21" y="29"/>
                      <a:pt x="22" y="29"/>
                    </a:cubicBezTo>
                    <a:cubicBezTo>
                      <a:pt x="22" y="29"/>
                      <a:pt x="23" y="29"/>
                      <a:pt x="23" y="28"/>
                    </a:cubicBezTo>
                    <a:cubicBezTo>
                      <a:pt x="24" y="28"/>
                      <a:pt x="24" y="27"/>
                      <a:pt x="24" y="26"/>
                    </a:cubicBezTo>
                    <a:cubicBezTo>
                      <a:pt x="25" y="25"/>
                      <a:pt x="25" y="25"/>
                      <a:pt x="26" y="25"/>
                    </a:cubicBezTo>
                    <a:cubicBezTo>
                      <a:pt x="26" y="25"/>
                      <a:pt x="25" y="26"/>
                      <a:pt x="25" y="26"/>
                    </a:cubicBezTo>
                    <a:cubicBezTo>
                      <a:pt x="25" y="27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7" y="28"/>
                      <a:pt x="28" y="27"/>
                      <a:pt x="29" y="26"/>
                    </a:cubicBezTo>
                    <a:cubicBezTo>
                      <a:pt x="31" y="23"/>
                      <a:pt x="31" y="21"/>
                      <a:pt x="30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8"/>
                      <a:pt x="27" y="20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5" y="22"/>
                      <a:pt x="25" y="22"/>
                      <a:pt x="25" y="21"/>
                    </a:cubicBezTo>
                    <a:cubicBezTo>
                      <a:pt x="25" y="21"/>
                      <a:pt x="24" y="21"/>
                      <a:pt x="25" y="20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5"/>
                      <a:pt x="27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4" y="13"/>
                      <a:pt x="23" y="15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1" y="18"/>
                      <a:pt x="21" y="19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0"/>
                      <a:pt x="19" y="20"/>
                      <a:pt x="20" y="19"/>
                    </a:cubicBezTo>
                    <a:cubicBezTo>
                      <a:pt x="20" y="19"/>
                      <a:pt x="21" y="17"/>
                      <a:pt x="21" y="17"/>
                    </a:cubicBezTo>
                    <a:cubicBezTo>
                      <a:pt x="21" y="17"/>
                      <a:pt x="23" y="14"/>
                      <a:pt x="21" y="12"/>
                    </a:cubicBezTo>
                    <a:cubicBezTo>
                      <a:pt x="21" y="12"/>
                      <a:pt x="21" y="12"/>
                      <a:pt x="20" y="12"/>
                    </a:cubicBezTo>
                    <a:cubicBezTo>
                      <a:pt x="19" y="12"/>
                      <a:pt x="18" y="13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7" y="14"/>
                      <a:pt x="18" y="12"/>
                    </a:cubicBezTo>
                    <a:cubicBezTo>
                      <a:pt x="18" y="12"/>
                      <a:pt x="19" y="11"/>
                      <a:pt x="19" y="10"/>
                    </a:cubicBezTo>
                    <a:cubicBezTo>
                      <a:pt x="18" y="9"/>
                      <a:pt x="18" y="9"/>
                      <a:pt x="18" y="8"/>
                    </a:cubicBezTo>
                    <a:cubicBezTo>
                      <a:pt x="18" y="8"/>
                      <a:pt x="16" y="7"/>
                      <a:pt x="16" y="7"/>
                    </a:cubicBezTo>
                    <a:cubicBezTo>
                      <a:pt x="15" y="6"/>
                      <a:pt x="15" y="6"/>
                      <a:pt x="14" y="6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2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6"/>
                      <a:pt x="13" y="5"/>
                      <a:pt x="12" y="4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6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2" y="7"/>
                      <a:pt x="3" y="6"/>
                      <a:pt x="3" y="5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3" y="12"/>
                      <a:pt x="3" y="13"/>
                      <a:pt x="4" y="13"/>
                    </a:cubicBezTo>
                    <a:cubicBezTo>
                      <a:pt x="4" y="14"/>
                      <a:pt x="4" y="14"/>
                      <a:pt x="5" y="13"/>
                    </a:cubicBezTo>
                    <a:cubicBezTo>
                      <a:pt x="6" y="12"/>
                      <a:pt x="7" y="11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9" y="10"/>
                      <a:pt x="8" y="10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3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8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10" y="17"/>
                      <a:pt x="11" y="16"/>
                      <a:pt x="11" y="14"/>
                    </a:cubicBezTo>
                    <a:cubicBezTo>
                      <a:pt x="12" y="13"/>
                      <a:pt x="13" y="12"/>
                      <a:pt x="13" y="11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5" y="11"/>
                      <a:pt x="15" y="12"/>
                      <a:pt x="14" y="12"/>
                    </a:cubicBezTo>
                    <a:cubicBezTo>
                      <a:pt x="14" y="13"/>
                      <a:pt x="13" y="14"/>
                      <a:pt x="12" y="16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8"/>
                      <a:pt x="10" y="20"/>
                      <a:pt x="12" y="21"/>
                    </a:cubicBezTo>
                    <a:cubicBezTo>
                      <a:pt x="13" y="22"/>
                      <a:pt x="13" y="23"/>
                      <a:pt x="14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7"/>
                      <a:pt x="19" y="17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4"/>
                    </a:cubicBezTo>
                    <a:cubicBezTo>
                      <a:pt x="15" y="25"/>
                      <a:pt x="15" y="25"/>
                      <a:pt x="16" y="26"/>
                    </a:cubicBezTo>
                    <a:cubicBezTo>
                      <a:pt x="17" y="26"/>
                      <a:pt x="17" y="26"/>
                      <a:pt x="18" y="26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5" name="Freeform 1246">
                <a:extLst>
                  <a:ext uri="{FF2B5EF4-FFF2-40B4-BE49-F238E27FC236}">
                    <a16:creationId xmlns:a16="http://schemas.microsoft.com/office/drawing/2014/main" id="{E74627A6-08F8-479A-A0C2-F125A0886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459"/>
                <a:ext cx="47" cy="42"/>
              </a:xfrm>
              <a:custGeom>
                <a:avLst/>
                <a:gdLst>
                  <a:gd name="T0" fmla="*/ 199 w 30"/>
                  <a:gd name="T1" fmla="*/ 182 h 27"/>
                  <a:gd name="T2" fmla="*/ 182 w 30"/>
                  <a:gd name="T3" fmla="*/ 218 h 27"/>
                  <a:gd name="T4" fmla="*/ 169 w 30"/>
                  <a:gd name="T5" fmla="*/ 230 h 27"/>
                  <a:gd name="T6" fmla="*/ 150 w 30"/>
                  <a:gd name="T7" fmla="*/ 210 h 27"/>
                  <a:gd name="T8" fmla="*/ 150 w 30"/>
                  <a:gd name="T9" fmla="*/ 199 h 27"/>
                  <a:gd name="T10" fmla="*/ 182 w 30"/>
                  <a:gd name="T11" fmla="*/ 135 h 27"/>
                  <a:gd name="T12" fmla="*/ 147 w 30"/>
                  <a:gd name="T13" fmla="*/ 182 h 27"/>
                  <a:gd name="T14" fmla="*/ 116 w 30"/>
                  <a:gd name="T15" fmla="*/ 182 h 27"/>
                  <a:gd name="T16" fmla="*/ 116 w 30"/>
                  <a:gd name="T17" fmla="*/ 135 h 27"/>
                  <a:gd name="T18" fmla="*/ 147 w 30"/>
                  <a:gd name="T19" fmla="*/ 82 h 27"/>
                  <a:gd name="T20" fmla="*/ 103 w 30"/>
                  <a:gd name="T21" fmla="*/ 117 h 27"/>
                  <a:gd name="T22" fmla="*/ 83 w 30"/>
                  <a:gd name="T23" fmla="*/ 149 h 27"/>
                  <a:gd name="T24" fmla="*/ 77 w 30"/>
                  <a:gd name="T25" fmla="*/ 96 h 27"/>
                  <a:gd name="T26" fmla="*/ 83 w 30"/>
                  <a:gd name="T27" fmla="*/ 73 h 27"/>
                  <a:gd name="T28" fmla="*/ 49 w 30"/>
                  <a:gd name="T29" fmla="*/ 114 h 27"/>
                  <a:gd name="T30" fmla="*/ 20 w 30"/>
                  <a:gd name="T31" fmla="*/ 95 h 27"/>
                  <a:gd name="T32" fmla="*/ 31 w 30"/>
                  <a:gd name="T33" fmla="*/ 53 h 27"/>
                  <a:gd name="T34" fmla="*/ 49 w 30"/>
                  <a:gd name="T35" fmla="*/ 19 h 27"/>
                  <a:gd name="T36" fmla="*/ 20 w 30"/>
                  <a:gd name="T37" fmla="*/ 34 h 27"/>
                  <a:gd name="T38" fmla="*/ 13 w 30"/>
                  <a:gd name="T39" fmla="*/ 53 h 27"/>
                  <a:gd name="T40" fmla="*/ 13 w 30"/>
                  <a:gd name="T41" fmla="*/ 19 h 27"/>
                  <a:gd name="T42" fmla="*/ 53 w 30"/>
                  <a:gd name="T43" fmla="*/ 0 h 27"/>
                  <a:gd name="T44" fmla="*/ 49 w 30"/>
                  <a:gd name="T45" fmla="*/ 47 h 27"/>
                  <a:gd name="T46" fmla="*/ 49 w 30"/>
                  <a:gd name="T47" fmla="*/ 82 h 27"/>
                  <a:gd name="T48" fmla="*/ 77 w 30"/>
                  <a:gd name="T49" fmla="*/ 34 h 27"/>
                  <a:gd name="T50" fmla="*/ 96 w 30"/>
                  <a:gd name="T51" fmla="*/ 30 h 27"/>
                  <a:gd name="T52" fmla="*/ 116 w 30"/>
                  <a:gd name="T53" fmla="*/ 53 h 27"/>
                  <a:gd name="T54" fmla="*/ 96 w 30"/>
                  <a:gd name="T55" fmla="*/ 73 h 27"/>
                  <a:gd name="T56" fmla="*/ 103 w 30"/>
                  <a:gd name="T57" fmla="*/ 82 h 27"/>
                  <a:gd name="T58" fmla="*/ 130 w 30"/>
                  <a:gd name="T59" fmla="*/ 53 h 27"/>
                  <a:gd name="T60" fmla="*/ 161 w 30"/>
                  <a:gd name="T61" fmla="*/ 73 h 27"/>
                  <a:gd name="T62" fmla="*/ 169 w 30"/>
                  <a:gd name="T63" fmla="*/ 96 h 27"/>
                  <a:gd name="T64" fmla="*/ 121 w 30"/>
                  <a:gd name="T65" fmla="*/ 149 h 27"/>
                  <a:gd name="T66" fmla="*/ 147 w 30"/>
                  <a:gd name="T67" fmla="*/ 165 h 27"/>
                  <a:gd name="T68" fmla="*/ 169 w 30"/>
                  <a:gd name="T69" fmla="*/ 128 h 27"/>
                  <a:gd name="T70" fmla="*/ 199 w 30"/>
                  <a:gd name="T71" fmla="*/ 114 h 27"/>
                  <a:gd name="T72" fmla="*/ 182 w 30"/>
                  <a:gd name="T73" fmla="*/ 165 h 27"/>
                  <a:gd name="T74" fmla="*/ 182 w 30"/>
                  <a:gd name="T75" fmla="*/ 182 h 27"/>
                  <a:gd name="T76" fmla="*/ 199 w 30"/>
                  <a:gd name="T77" fmla="*/ 177 h 27"/>
                  <a:gd name="T78" fmla="*/ 216 w 30"/>
                  <a:gd name="T79" fmla="*/ 148 h 27"/>
                  <a:gd name="T80" fmla="*/ 235 w 30"/>
                  <a:gd name="T81" fmla="*/ 114 h 27"/>
                  <a:gd name="T82" fmla="*/ 246 w 30"/>
                  <a:gd name="T83" fmla="*/ 117 h 27"/>
                  <a:gd name="T84" fmla="*/ 246 w 30"/>
                  <a:gd name="T85" fmla="*/ 149 h 27"/>
                  <a:gd name="T86" fmla="*/ 235 w 30"/>
                  <a:gd name="T87" fmla="*/ 191 h 27"/>
                  <a:gd name="T88" fmla="*/ 252 w 30"/>
                  <a:gd name="T89" fmla="*/ 182 h 27"/>
                  <a:gd name="T90" fmla="*/ 273 w 30"/>
                  <a:gd name="T91" fmla="*/ 177 h 27"/>
                  <a:gd name="T92" fmla="*/ 273 w 30"/>
                  <a:gd name="T93" fmla="*/ 230 h 27"/>
                  <a:gd name="T94" fmla="*/ 235 w 30"/>
                  <a:gd name="T95" fmla="*/ 244 h 27"/>
                  <a:gd name="T96" fmla="*/ 246 w 30"/>
                  <a:gd name="T97" fmla="*/ 218 h 27"/>
                  <a:gd name="T98" fmla="*/ 230 w 30"/>
                  <a:gd name="T99" fmla="*/ 230 h 27"/>
                  <a:gd name="T100" fmla="*/ 204 w 30"/>
                  <a:gd name="T101" fmla="*/ 244 h 27"/>
                  <a:gd name="T102" fmla="*/ 190 w 30"/>
                  <a:gd name="T103" fmla="*/ 232 h 27"/>
                  <a:gd name="T104" fmla="*/ 204 w 30"/>
                  <a:gd name="T105" fmla="*/ 210 h 27"/>
                  <a:gd name="T106" fmla="*/ 204 w 30"/>
                  <a:gd name="T107" fmla="*/ 191 h 2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" h="27">
                    <a:moveTo>
                      <a:pt x="22" y="20"/>
                    </a:moveTo>
                    <a:cubicBezTo>
                      <a:pt x="22" y="20"/>
                      <a:pt x="22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0" y="21"/>
                      <a:pt x="19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5"/>
                      <a:pt x="18" y="25"/>
                    </a:cubicBezTo>
                    <a:cubicBezTo>
                      <a:pt x="17" y="25"/>
                      <a:pt x="17" y="25"/>
                      <a:pt x="16" y="24"/>
                    </a:cubicBezTo>
                    <a:cubicBezTo>
                      <a:pt x="16" y="24"/>
                      <a:pt x="16" y="24"/>
                      <a:pt x="16" y="23"/>
                    </a:cubicBezTo>
                    <a:cubicBezTo>
                      <a:pt x="15" y="23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5"/>
                      <a:pt x="19" y="15"/>
                    </a:cubicBezTo>
                    <a:cubicBezTo>
                      <a:pt x="19" y="14"/>
                      <a:pt x="18" y="14"/>
                      <a:pt x="18" y="15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20"/>
                      <a:pt x="14" y="21"/>
                      <a:pt x="14" y="21"/>
                    </a:cubicBezTo>
                    <a:cubicBezTo>
                      <a:pt x="13" y="21"/>
                      <a:pt x="13" y="21"/>
                      <a:pt x="12" y="20"/>
                    </a:cubicBezTo>
                    <a:cubicBezTo>
                      <a:pt x="11" y="19"/>
                      <a:pt x="10" y="18"/>
                      <a:pt x="11" y="17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4" y="14"/>
                      <a:pt x="15" y="12"/>
                      <a:pt x="15" y="11"/>
                    </a:cubicBezTo>
                    <a:cubicBezTo>
                      <a:pt x="16" y="10"/>
                      <a:pt x="15" y="9"/>
                      <a:pt x="15" y="9"/>
                    </a:cubicBezTo>
                    <a:cubicBezTo>
                      <a:pt x="15" y="9"/>
                      <a:pt x="14" y="8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0" y="14"/>
                      <a:pt x="10" y="15"/>
                      <a:pt x="9" y="16"/>
                    </a:cubicBezTo>
                    <a:cubicBezTo>
                      <a:pt x="9" y="16"/>
                      <a:pt x="9" y="17"/>
                      <a:pt x="9" y="17"/>
                    </a:cubicBezTo>
                    <a:cubicBezTo>
                      <a:pt x="8" y="16"/>
                      <a:pt x="7" y="15"/>
                      <a:pt x="6" y="14"/>
                    </a:cubicBezTo>
                    <a:cubicBezTo>
                      <a:pt x="6" y="14"/>
                      <a:pt x="7" y="12"/>
                      <a:pt x="8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8"/>
                      <a:pt x="9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7" y="10"/>
                      <a:pt x="6" y="11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1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2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2" y="4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0"/>
                      <a:pt x="4" y="0"/>
                      <a:pt x="6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3"/>
                      <a:pt x="5" y="4"/>
                      <a:pt x="5" y="5"/>
                    </a:cubicBezTo>
                    <a:cubicBezTo>
                      <a:pt x="4" y="6"/>
                      <a:pt x="4" y="7"/>
                      <a:pt x="4" y="8"/>
                    </a:cubicBezTo>
                    <a:cubicBezTo>
                      <a:pt x="4" y="8"/>
                      <a:pt x="4" y="9"/>
                      <a:pt x="5" y="9"/>
                    </a:cubicBezTo>
                    <a:cubicBezTo>
                      <a:pt x="5" y="9"/>
                      <a:pt x="6" y="8"/>
                      <a:pt x="7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1" y="3"/>
                      <a:pt x="11" y="3"/>
                      <a:pt x="12" y="4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0" y="8"/>
                      <a:pt x="10" y="8"/>
                    </a:cubicBezTo>
                    <a:cubicBezTo>
                      <a:pt x="10" y="9"/>
                      <a:pt x="10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3" y="7"/>
                      <a:pt x="13" y="7"/>
                    </a:cubicBezTo>
                    <a:cubicBezTo>
                      <a:pt x="13" y="7"/>
                      <a:pt x="14" y="6"/>
                      <a:pt x="14" y="6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8" y="8"/>
                      <a:pt x="18" y="9"/>
                    </a:cubicBezTo>
                    <a:cubicBezTo>
                      <a:pt x="18" y="10"/>
                      <a:pt x="18" y="10"/>
                      <a:pt x="18" y="11"/>
                    </a:cubicBezTo>
                    <a:cubicBezTo>
                      <a:pt x="15" y="14"/>
                      <a:pt x="14" y="16"/>
                      <a:pt x="14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4" y="19"/>
                      <a:pt x="15" y="19"/>
                      <a:pt x="15" y="18"/>
                    </a:cubicBezTo>
                    <a:cubicBezTo>
                      <a:pt x="15" y="18"/>
                      <a:pt x="16" y="16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3"/>
                      <a:pt x="19" y="11"/>
                      <a:pt x="20" y="11"/>
                    </a:cubicBezTo>
                    <a:cubicBezTo>
                      <a:pt x="21" y="11"/>
                      <a:pt x="21" y="11"/>
                      <a:pt x="21" y="12"/>
                    </a:cubicBezTo>
                    <a:cubicBezTo>
                      <a:pt x="23" y="13"/>
                      <a:pt x="21" y="16"/>
                      <a:pt x="21" y="16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9"/>
                      <a:pt x="18" y="19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0" y="21"/>
                      <a:pt x="20" y="20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8"/>
                      <a:pt x="22" y="17"/>
                      <a:pt x="22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4" y="13"/>
                      <a:pt x="25" y="12"/>
                      <a:pt x="25" y="12"/>
                    </a:cubicBezTo>
                    <a:cubicBezTo>
                      <a:pt x="25" y="12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7" y="14"/>
                      <a:pt x="26" y="16"/>
                    </a:cubicBezTo>
                    <a:cubicBezTo>
                      <a:pt x="26" y="16"/>
                      <a:pt x="26" y="17"/>
                      <a:pt x="26" y="17"/>
                    </a:cubicBezTo>
                    <a:cubicBezTo>
                      <a:pt x="25" y="18"/>
                      <a:pt x="25" y="18"/>
                      <a:pt x="25" y="19"/>
                    </a:cubicBezTo>
                    <a:cubicBezTo>
                      <a:pt x="24" y="19"/>
                      <a:pt x="24" y="20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19"/>
                      <a:pt x="28" y="18"/>
                      <a:pt x="29" y="18"/>
                    </a:cubicBezTo>
                    <a:cubicBezTo>
                      <a:pt x="29" y="18"/>
                      <a:pt x="29" y="18"/>
                      <a:pt x="29" y="19"/>
                    </a:cubicBezTo>
                    <a:cubicBezTo>
                      <a:pt x="30" y="20"/>
                      <a:pt x="30" y="22"/>
                      <a:pt x="29" y="24"/>
                    </a:cubicBezTo>
                    <a:cubicBezTo>
                      <a:pt x="29" y="24"/>
                      <a:pt x="29" y="24"/>
                      <a:pt x="29" y="25"/>
                    </a:cubicBezTo>
                    <a:cubicBezTo>
                      <a:pt x="28" y="26"/>
                      <a:pt x="27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6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5" y="23"/>
                      <a:pt x="25" y="24"/>
                      <a:pt x="24" y="25"/>
                    </a:cubicBezTo>
                    <a:cubicBezTo>
                      <a:pt x="24" y="26"/>
                      <a:pt x="23" y="26"/>
                      <a:pt x="23" y="27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1" y="27"/>
                      <a:pt x="21" y="27"/>
                      <a:pt x="20" y="27"/>
                    </a:cubicBezTo>
                    <a:cubicBezTo>
                      <a:pt x="20" y="27"/>
                      <a:pt x="20" y="27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1" y="25"/>
                      <a:pt x="21" y="24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3" y="21"/>
                      <a:pt x="22" y="21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6" name="Freeform 1247">
                <a:extLst>
                  <a:ext uri="{FF2B5EF4-FFF2-40B4-BE49-F238E27FC236}">
                    <a16:creationId xmlns:a16="http://schemas.microsoft.com/office/drawing/2014/main" id="{F9EDDE2B-0745-4F95-8F64-6C2577C4F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293"/>
                <a:ext cx="51" cy="110"/>
              </a:xfrm>
              <a:custGeom>
                <a:avLst/>
                <a:gdLst>
                  <a:gd name="T0" fmla="*/ 185 w 32"/>
                  <a:gd name="T1" fmla="*/ 13 h 70"/>
                  <a:gd name="T2" fmla="*/ 21 w 32"/>
                  <a:gd name="T3" fmla="*/ 212 h 70"/>
                  <a:gd name="T4" fmla="*/ 134 w 32"/>
                  <a:gd name="T5" fmla="*/ 619 h 70"/>
                  <a:gd name="T6" fmla="*/ 316 w 32"/>
                  <a:gd name="T7" fmla="*/ 333 h 70"/>
                  <a:gd name="T8" fmla="*/ 185 w 32"/>
                  <a:gd name="T9" fmla="*/ 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0">
                    <a:moveTo>
                      <a:pt x="18" y="1"/>
                    </a:moveTo>
                    <a:cubicBezTo>
                      <a:pt x="4" y="0"/>
                      <a:pt x="3" y="8"/>
                      <a:pt x="2" y="22"/>
                    </a:cubicBezTo>
                    <a:cubicBezTo>
                      <a:pt x="2" y="33"/>
                      <a:pt x="0" y="60"/>
                      <a:pt x="13" y="65"/>
                    </a:cubicBezTo>
                    <a:cubicBezTo>
                      <a:pt x="26" y="70"/>
                      <a:pt x="31" y="53"/>
                      <a:pt x="31" y="35"/>
                    </a:cubicBezTo>
                    <a:cubicBezTo>
                      <a:pt x="32" y="18"/>
                      <a:pt x="31" y="2"/>
                      <a:pt x="18" y="1"/>
                    </a:cubicBezTo>
                    <a:close/>
                  </a:path>
                </a:pathLst>
              </a:custGeom>
              <a:solidFill>
                <a:srgbClr val="7BB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7" name="Freeform 1248">
                <a:extLst>
                  <a:ext uri="{FF2B5EF4-FFF2-40B4-BE49-F238E27FC236}">
                    <a16:creationId xmlns:a16="http://schemas.microsoft.com/office/drawing/2014/main" id="{09703D70-AE48-4468-8EA6-203805B68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3296"/>
                <a:ext cx="45" cy="99"/>
              </a:xfrm>
              <a:custGeom>
                <a:avLst/>
                <a:gdLst>
                  <a:gd name="T0" fmla="*/ 299 w 28"/>
                  <a:gd name="T1" fmla="*/ 319 h 63"/>
                  <a:gd name="T2" fmla="*/ 212 w 28"/>
                  <a:gd name="T3" fmla="*/ 585 h 63"/>
                  <a:gd name="T4" fmla="*/ 129 w 28"/>
                  <a:gd name="T5" fmla="*/ 591 h 63"/>
                  <a:gd name="T6" fmla="*/ 21 w 28"/>
                  <a:gd name="T7" fmla="*/ 212 h 63"/>
                  <a:gd name="T8" fmla="*/ 21 w 28"/>
                  <a:gd name="T9" fmla="*/ 190 h 63"/>
                  <a:gd name="T10" fmla="*/ 68 w 28"/>
                  <a:gd name="T11" fmla="*/ 31 h 63"/>
                  <a:gd name="T12" fmla="*/ 175 w 28"/>
                  <a:gd name="T13" fmla="*/ 0 h 63"/>
                  <a:gd name="T14" fmla="*/ 175 w 28"/>
                  <a:gd name="T15" fmla="*/ 0 h 63"/>
                  <a:gd name="T16" fmla="*/ 299 w 28"/>
                  <a:gd name="T17" fmla="*/ 319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63">
                    <a:moveTo>
                      <a:pt x="28" y="33"/>
                    </a:moveTo>
                    <a:cubicBezTo>
                      <a:pt x="28" y="48"/>
                      <a:pt x="25" y="58"/>
                      <a:pt x="20" y="61"/>
                    </a:cubicBezTo>
                    <a:cubicBezTo>
                      <a:pt x="17" y="63"/>
                      <a:pt x="15" y="63"/>
                      <a:pt x="12" y="62"/>
                    </a:cubicBezTo>
                    <a:cubicBezTo>
                      <a:pt x="0" y="57"/>
                      <a:pt x="1" y="34"/>
                      <a:pt x="2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2"/>
                      <a:pt x="2" y="6"/>
                      <a:pt x="6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28" y="1"/>
                      <a:pt x="28" y="15"/>
                      <a:pt x="28" y="33"/>
                    </a:cubicBezTo>
                    <a:close/>
                  </a:path>
                </a:pathLst>
              </a:custGeom>
              <a:solidFill>
                <a:srgbClr val="CED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8" name="Freeform 1249">
                <a:extLst>
                  <a:ext uri="{FF2B5EF4-FFF2-40B4-BE49-F238E27FC236}">
                    <a16:creationId xmlns:a16="http://schemas.microsoft.com/office/drawing/2014/main" id="{1C2C2F49-CFDF-41C9-B4EA-C62541F62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299"/>
                <a:ext cx="37" cy="93"/>
              </a:xfrm>
              <a:custGeom>
                <a:avLst/>
                <a:gdLst>
                  <a:gd name="T0" fmla="*/ 196 w 23"/>
                  <a:gd name="T1" fmla="*/ 495 h 59"/>
                  <a:gd name="T2" fmla="*/ 97 w 23"/>
                  <a:gd name="T3" fmla="*/ 490 h 59"/>
                  <a:gd name="T4" fmla="*/ 196 w 23"/>
                  <a:gd name="T5" fmla="*/ 470 h 59"/>
                  <a:gd name="T6" fmla="*/ 196 w 23"/>
                  <a:gd name="T7" fmla="*/ 408 h 59"/>
                  <a:gd name="T8" fmla="*/ 97 w 23"/>
                  <a:gd name="T9" fmla="*/ 400 h 59"/>
                  <a:gd name="T10" fmla="*/ 162 w 23"/>
                  <a:gd name="T11" fmla="*/ 388 h 59"/>
                  <a:gd name="T12" fmla="*/ 162 w 23"/>
                  <a:gd name="T13" fmla="*/ 320 h 59"/>
                  <a:gd name="T14" fmla="*/ 55 w 23"/>
                  <a:gd name="T15" fmla="*/ 301 h 59"/>
                  <a:gd name="T16" fmla="*/ 208 w 23"/>
                  <a:gd name="T17" fmla="*/ 290 h 59"/>
                  <a:gd name="T18" fmla="*/ 251 w 23"/>
                  <a:gd name="T19" fmla="*/ 224 h 59"/>
                  <a:gd name="T20" fmla="*/ 156 w 23"/>
                  <a:gd name="T21" fmla="*/ 172 h 59"/>
                  <a:gd name="T22" fmla="*/ 208 w 23"/>
                  <a:gd name="T23" fmla="*/ 107 h 59"/>
                  <a:gd name="T24" fmla="*/ 88 w 23"/>
                  <a:gd name="T25" fmla="*/ 96 h 59"/>
                  <a:gd name="T26" fmla="*/ 212 w 23"/>
                  <a:gd name="T27" fmla="*/ 87 h 59"/>
                  <a:gd name="T28" fmla="*/ 129 w 23"/>
                  <a:gd name="T29" fmla="*/ 13 h 59"/>
                  <a:gd name="T30" fmla="*/ 68 w 23"/>
                  <a:gd name="T31" fmla="*/ 50 h 59"/>
                  <a:gd name="T32" fmla="*/ 142 w 23"/>
                  <a:gd name="T33" fmla="*/ 55 h 59"/>
                  <a:gd name="T34" fmla="*/ 42 w 23"/>
                  <a:gd name="T35" fmla="*/ 79 h 59"/>
                  <a:gd name="T36" fmla="*/ 34 w 23"/>
                  <a:gd name="T37" fmla="*/ 137 h 59"/>
                  <a:gd name="T38" fmla="*/ 156 w 23"/>
                  <a:gd name="T39" fmla="*/ 137 h 59"/>
                  <a:gd name="T40" fmla="*/ 21 w 23"/>
                  <a:gd name="T41" fmla="*/ 151 h 59"/>
                  <a:gd name="T42" fmla="*/ 68 w 23"/>
                  <a:gd name="T43" fmla="*/ 172 h 59"/>
                  <a:gd name="T44" fmla="*/ 34 w 23"/>
                  <a:gd name="T45" fmla="*/ 203 h 59"/>
                  <a:gd name="T46" fmla="*/ 21 w 23"/>
                  <a:gd name="T47" fmla="*/ 224 h 59"/>
                  <a:gd name="T48" fmla="*/ 196 w 23"/>
                  <a:gd name="T49" fmla="*/ 236 h 59"/>
                  <a:gd name="T50" fmla="*/ 42 w 23"/>
                  <a:gd name="T51" fmla="*/ 254 h 59"/>
                  <a:gd name="T52" fmla="*/ 55 w 23"/>
                  <a:gd name="T53" fmla="*/ 340 h 59"/>
                  <a:gd name="T54" fmla="*/ 175 w 23"/>
                  <a:gd name="T55" fmla="*/ 353 h 59"/>
                  <a:gd name="T56" fmla="*/ 42 w 23"/>
                  <a:gd name="T57" fmla="*/ 372 h 59"/>
                  <a:gd name="T58" fmla="*/ 55 w 23"/>
                  <a:gd name="T59" fmla="*/ 440 h 59"/>
                  <a:gd name="T60" fmla="*/ 122 w 23"/>
                  <a:gd name="T61" fmla="*/ 449 h 59"/>
                  <a:gd name="T62" fmla="*/ 34 w 23"/>
                  <a:gd name="T63" fmla="*/ 457 h 59"/>
                  <a:gd name="T64" fmla="*/ 97 w 23"/>
                  <a:gd name="T65" fmla="*/ 556 h 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" h="59">
                    <a:moveTo>
                      <a:pt x="19" y="52"/>
                    </a:moveTo>
                    <a:cubicBezTo>
                      <a:pt x="19" y="51"/>
                      <a:pt x="19" y="51"/>
                      <a:pt x="18" y="51"/>
                    </a:cubicBezTo>
                    <a:cubicBezTo>
                      <a:pt x="15" y="51"/>
                      <a:pt x="13" y="52"/>
                      <a:pt x="11" y="52"/>
                    </a:cubicBezTo>
                    <a:cubicBezTo>
                      <a:pt x="10" y="52"/>
                      <a:pt x="9" y="51"/>
                      <a:pt x="9" y="50"/>
                    </a:cubicBezTo>
                    <a:cubicBezTo>
                      <a:pt x="9" y="50"/>
                      <a:pt x="10" y="49"/>
                      <a:pt x="12" y="49"/>
                    </a:cubicBezTo>
                    <a:cubicBezTo>
                      <a:pt x="14" y="48"/>
                      <a:pt x="15" y="49"/>
                      <a:pt x="18" y="48"/>
                    </a:cubicBezTo>
                    <a:cubicBezTo>
                      <a:pt x="21" y="48"/>
                      <a:pt x="21" y="45"/>
                      <a:pt x="22" y="45"/>
                    </a:cubicBezTo>
                    <a:cubicBezTo>
                      <a:pt x="23" y="40"/>
                      <a:pt x="19" y="42"/>
                      <a:pt x="18" y="42"/>
                    </a:cubicBezTo>
                    <a:cubicBezTo>
                      <a:pt x="16" y="42"/>
                      <a:pt x="15" y="42"/>
                      <a:pt x="12" y="42"/>
                    </a:cubicBezTo>
                    <a:cubicBezTo>
                      <a:pt x="11" y="42"/>
                      <a:pt x="9" y="42"/>
                      <a:pt x="9" y="41"/>
                    </a:cubicBezTo>
                    <a:cubicBezTo>
                      <a:pt x="8" y="40"/>
                      <a:pt x="10" y="40"/>
                      <a:pt x="12" y="40"/>
                    </a:cubicBezTo>
                    <a:cubicBezTo>
                      <a:pt x="13" y="40"/>
                      <a:pt x="14" y="40"/>
                      <a:pt x="15" y="40"/>
                    </a:cubicBezTo>
                    <a:cubicBezTo>
                      <a:pt x="16" y="40"/>
                      <a:pt x="22" y="40"/>
                      <a:pt x="22" y="36"/>
                    </a:cubicBezTo>
                    <a:cubicBezTo>
                      <a:pt x="23" y="32"/>
                      <a:pt x="17" y="33"/>
                      <a:pt x="15" y="33"/>
                    </a:cubicBezTo>
                    <a:cubicBezTo>
                      <a:pt x="11" y="33"/>
                      <a:pt x="8" y="33"/>
                      <a:pt x="7" y="33"/>
                    </a:cubicBezTo>
                    <a:cubicBezTo>
                      <a:pt x="6" y="33"/>
                      <a:pt x="5" y="32"/>
                      <a:pt x="5" y="31"/>
                    </a:cubicBezTo>
                    <a:cubicBezTo>
                      <a:pt x="5" y="31"/>
                      <a:pt x="6" y="30"/>
                      <a:pt x="7" y="30"/>
                    </a:cubicBezTo>
                    <a:cubicBezTo>
                      <a:pt x="8" y="30"/>
                      <a:pt x="14" y="30"/>
                      <a:pt x="19" y="30"/>
                    </a:cubicBezTo>
                    <a:cubicBezTo>
                      <a:pt x="20" y="30"/>
                      <a:pt x="23" y="30"/>
                      <a:pt x="23" y="26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19"/>
                      <a:pt x="19" y="19"/>
                      <a:pt x="19" y="19"/>
                    </a:cubicBezTo>
                    <a:cubicBezTo>
                      <a:pt x="19" y="19"/>
                      <a:pt x="14" y="20"/>
                      <a:pt x="14" y="18"/>
                    </a:cubicBezTo>
                    <a:cubicBezTo>
                      <a:pt x="14" y="16"/>
                      <a:pt x="17" y="17"/>
                      <a:pt x="19" y="16"/>
                    </a:cubicBezTo>
                    <a:cubicBezTo>
                      <a:pt x="23" y="16"/>
                      <a:pt x="23" y="11"/>
                      <a:pt x="19" y="11"/>
                    </a:cubicBezTo>
                    <a:cubicBezTo>
                      <a:pt x="15" y="11"/>
                      <a:pt x="10" y="11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9" y="9"/>
                      <a:pt x="15" y="9"/>
                      <a:pt x="20" y="9"/>
                    </a:cubicBezTo>
                    <a:cubicBezTo>
                      <a:pt x="20" y="9"/>
                      <a:pt x="21" y="9"/>
                      <a:pt x="21" y="7"/>
                    </a:cubicBezTo>
                    <a:cubicBezTo>
                      <a:pt x="19" y="3"/>
                      <a:pt x="16" y="1"/>
                      <a:pt x="12" y="1"/>
                    </a:cubicBezTo>
                    <a:cubicBezTo>
                      <a:pt x="9" y="0"/>
                      <a:pt x="7" y="1"/>
                      <a:pt x="6" y="2"/>
                    </a:cubicBezTo>
                    <a:cubicBezTo>
                      <a:pt x="5" y="3"/>
                      <a:pt x="4" y="5"/>
                      <a:pt x="6" y="5"/>
                    </a:cubicBezTo>
                    <a:cubicBezTo>
                      <a:pt x="9" y="5"/>
                      <a:pt x="12" y="4"/>
                      <a:pt x="12" y="4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13" y="6"/>
                      <a:pt x="13" y="7"/>
                      <a:pt x="12" y="7"/>
                    </a:cubicBezTo>
                    <a:cubicBezTo>
                      <a:pt x="10" y="7"/>
                      <a:pt x="6" y="7"/>
                      <a:pt x="4" y="8"/>
                    </a:cubicBezTo>
                    <a:cubicBezTo>
                      <a:pt x="3" y="8"/>
                      <a:pt x="1" y="8"/>
                      <a:pt x="1" y="10"/>
                    </a:cubicBezTo>
                    <a:cubicBezTo>
                      <a:pt x="1" y="13"/>
                      <a:pt x="3" y="14"/>
                      <a:pt x="3" y="14"/>
                    </a:cubicBezTo>
                    <a:cubicBezTo>
                      <a:pt x="6" y="14"/>
                      <a:pt x="9" y="13"/>
                      <a:pt x="12" y="13"/>
                    </a:cubicBezTo>
                    <a:cubicBezTo>
                      <a:pt x="12" y="13"/>
                      <a:pt x="13" y="14"/>
                      <a:pt x="14" y="14"/>
                    </a:cubicBezTo>
                    <a:cubicBezTo>
                      <a:pt x="14" y="15"/>
                      <a:pt x="13" y="15"/>
                      <a:pt x="12" y="16"/>
                    </a:cubicBezTo>
                    <a:cubicBezTo>
                      <a:pt x="9" y="16"/>
                      <a:pt x="5" y="16"/>
                      <a:pt x="2" y="16"/>
                    </a:cubicBezTo>
                    <a:cubicBezTo>
                      <a:pt x="0" y="16"/>
                      <a:pt x="1" y="19"/>
                      <a:pt x="2" y="19"/>
                    </a:cubicBezTo>
                    <a:cubicBezTo>
                      <a:pt x="4" y="18"/>
                      <a:pt x="6" y="18"/>
                      <a:pt x="6" y="18"/>
                    </a:cubicBezTo>
                    <a:cubicBezTo>
                      <a:pt x="6" y="18"/>
                      <a:pt x="8" y="18"/>
                      <a:pt x="8" y="20"/>
                    </a:cubicBezTo>
                    <a:cubicBezTo>
                      <a:pt x="8" y="22"/>
                      <a:pt x="5" y="21"/>
                      <a:pt x="3" y="21"/>
                    </a:cubicBezTo>
                    <a:cubicBezTo>
                      <a:pt x="2" y="21"/>
                      <a:pt x="1" y="22"/>
                      <a:pt x="1" y="22"/>
                    </a:cubicBezTo>
                    <a:cubicBezTo>
                      <a:pt x="1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5" y="22"/>
                    </a:cubicBezTo>
                    <a:cubicBezTo>
                      <a:pt x="17" y="22"/>
                      <a:pt x="18" y="23"/>
                      <a:pt x="18" y="24"/>
                    </a:cubicBezTo>
                    <a:cubicBezTo>
                      <a:pt x="18" y="25"/>
                      <a:pt x="17" y="26"/>
                      <a:pt x="15" y="26"/>
                    </a:cubicBezTo>
                    <a:cubicBezTo>
                      <a:pt x="13" y="26"/>
                      <a:pt x="8" y="26"/>
                      <a:pt x="4" y="26"/>
                    </a:cubicBezTo>
                    <a:cubicBezTo>
                      <a:pt x="3" y="26"/>
                      <a:pt x="0" y="26"/>
                      <a:pt x="0" y="31"/>
                    </a:cubicBezTo>
                    <a:cubicBezTo>
                      <a:pt x="0" y="35"/>
                      <a:pt x="4" y="35"/>
                      <a:pt x="5" y="35"/>
                    </a:cubicBezTo>
                    <a:cubicBezTo>
                      <a:pt x="8" y="35"/>
                      <a:pt x="12" y="35"/>
                      <a:pt x="14" y="35"/>
                    </a:cubicBezTo>
                    <a:cubicBezTo>
                      <a:pt x="15" y="35"/>
                      <a:pt x="16" y="36"/>
                      <a:pt x="16" y="36"/>
                    </a:cubicBezTo>
                    <a:cubicBezTo>
                      <a:pt x="16" y="37"/>
                      <a:pt x="15" y="38"/>
                      <a:pt x="14" y="38"/>
                    </a:cubicBezTo>
                    <a:cubicBezTo>
                      <a:pt x="12" y="38"/>
                      <a:pt x="8" y="38"/>
                      <a:pt x="4" y="38"/>
                    </a:cubicBezTo>
                    <a:cubicBezTo>
                      <a:pt x="4" y="38"/>
                      <a:pt x="1" y="38"/>
                      <a:pt x="1" y="41"/>
                    </a:cubicBezTo>
                    <a:cubicBezTo>
                      <a:pt x="1" y="45"/>
                      <a:pt x="4" y="45"/>
                      <a:pt x="5" y="45"/>
                    </a:cubicBezTo>
                    <a:cubicBezTo>
                      <a:pt x="7" y="45"/>
                      <a:pt x="8" y="45"/>
                      <a:pt x="10" y="44"/>
                    </a:cubicBezTo>
                    <a:cubicBezTo>
                      <a:pt x="11" y="44"/>
                      <a:pt x="11" y="45"/>
                      <a:pt x="11" y="46"/>
                    </a:cubicBezTo>
                    <a:cubicBezTo>
                      <a:pt x="11" y="46"/>
                      <a:pt x="11" y="47"/>
                      <a:pt x="10" y="47"/>
                    </a:cubicBezTo>
                    <a:cubicBezTo>
                      <a:pt x="8" y="47"/>
                      <a:pt x="5" y="47"/>
                      <a:pt x="3" y="47"/>
                    </a:cubicBezTo>
                    <a:cubicBezTo>
                      <a:pt x="3" y="47"/>
                      <a:pt x="2" y="48"/>
                      <a:pt x="2" y="49"/>
                    </a:cubicBezTo>
                    <a:cubicBezTo>
                      <a:pt x="4" y="53"/>
                      <a:pt x="6" y="56"/>
                      <a:pt x="9" y="57"/>
                    </a:cubicBezTo>
                    <a:cubicBezTo>
                      <a:pt x="13" y="59"/>
                      <a:pt x="17" y="56"/>
                      <a:pt x="19" y="52"/>
                    </a:cubicBezTo>
                    <a:close/>
                  </a:path>
                </a:pathLst>
              </a:custGeom>
              <a:solidFill>
                <a:srgbClr val="F9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9" name="Freeform 1250">
                <a:extLst>
                  <a:ext uri="{FF2B5EF4-FFF2-40B4-BE49-F238E27FC236}">
                    <a16:creationId xmlns:a16="http://schemas.microsoft.com/office/drawing/2014/main" id="{446A1F81-E5CC-422E-8D39-E893A33BEB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45" y="3299"/>
                <a:ext cx="28" cy="25"/>
              </a:xfrm>
              <a:custGeom>
                <a:avLst/>
                <a:gdLst>
                  <a:gd name="T0" fmla="*/ 135 w 18"/>
                  <a:gd name="T1" fmla="*/ 103 h 16"/>
                  <a:gd name="T2" fmla="*/ 62 w 18"/>
                  <a:gd name="T3" fmla="*/ 103 h 16"/>
                  <a:gd name="T4" fmla="*/ 73 w 18"/>
                  <a:gd name="T5" fmla="*/ 103 h 16"/>
                  <a:gd name="T6" fmla="*/ 47 w 18"/>
                  <a:gd name="T7" fmla="*/ 103 h 16"/>
                  <a:gd name="T8" fmla="*/ 47 w 18"/>
                  <a:gd name="T9" fmla="*/ 103 h 16"/>
                  <a:gd name="T10" fmla="*/ 34 w 18"/>
                  <a:gd name="T11" fmla="*/ 95 h 16"/>
                  <a:gd name="T12" fmla="*/ 34 w 18"/>
                  <a:gd name="T13" fmla="*/ 95 h 16"/>
                  <a:gd name="T14" fmla="*/ 34 w 18"/>
                  <a:gd name="T15" fmla="*/ 95 h 16"/>
                  <a:gd name="T16" fmla="*/ 34 w 18"/>
                  <a:gd name="T17" fmla="*/ 95 h 16"/>
                  <a:gd name="T18" fmla="*/ 34 w 18"/>
                  <a:gd name="T19" fmla="*/ 95 h 16"/>
                  <a:gd name="T20" fmla="*/ 34 w 18"/>
                  <a:gd name="T21" fmla="*/ 95 h 16"/>
                  <a:gd name="T22" fmla="*/ 30 w 18"/>
                  <a:gd name="T23" fmla="*/ 95 h 16"/>
                  <a:gd name="T24" fmla="*/ 34 w 18"/>
                  <a:gd name="T25" fmla="*/ 103 h 16"/>
                  <a:gd name="T26" fmla="*/ 96 w 18"/>
                  <a:gd name="T27" fmla="*/ 117 h 16"/>
                  <a:gd name="T28" fmla="*/ 128 w 18"/>
                  <a:gd name="T29" fmla="*/ 117 h 16"/>
                  <a:gd name="T30" fmla="*/ 148 w 18"/>
                  <a:gd name="T31" fmla="*/ 130 h 16"/>
                  <a:gd name="T32" fmla="*/ 149 w 18"/>
                  <a:gd name="T33" fmla="*/ 148 h 16"/>
                  <a:gd name="T34" fmla="*/ 135 w 18"/>
                  <a:gd name="T35" fmla="*/ 103 h 16"/>
                  <a:gd name="T36" fmla="*/ 149 w 18"/>
                  <a:gd name="T37" fmla="*/ 66 h 16"/>
                  <a:gd name="T38" fmla="*/ 73 w 18"/>
                  <a:gd name="T39" fmla="*/ 13 h 16"/>
                  <a:gd name="T40" fmla="*/ 19 w 18"/>
                  <a:gd name="T41" fmla="*/ 20 h 16"/>
                  <a:gd name="T42" fmla="*/ 19 w 18"/>
                  <a:gd name="T43" fmla="*/ 48 h 16"/>
                  <a:gd name="T44" fmla="*/ 53 w 18"/>
                  <a:gd name="T45" fmla="*/ 34 h 16"/>
                  <a:gd name="T46" fmla="*/ 62 w 18"/>
                  <a:gd name="T47" fmla="*/ 34 h 16"/>
                  <a:gd name="T48" fmla="*/ 82 w 18"/>
                  <a:gd name="T49" fmla="*/ 31 h 16"/>
                  <a:gd name="T50" fmla="*/ 95 w 18"/>
                  <a:gd name="T51" fmla="*/ 34 h 16"/>
                  <a:gd name="T52" fmla="*/ 114 w 18"/>
                  <a:gd name="T53" fmla="*/ 66 h 16"/>
                  <a:gd name="T54" fmla="*/ 114 w 18"/>
                  <a:gd name="T55" fmla="*/ 75 h 16"/>
                  <a:gd name="T56" fmla="*/ 95 w 18"/>
                  <a:gd name="T57" fmla="*/ 83 h 16"/>
                  <a:gd name="T58" fmla="*/ 73 w 18"/>
                  <a:gd name="T59" fmla="*/ 83 h 16"/>
                  <a:gd name="T60" fmla="*/ 148 w 18"/>
                  <a:gd name="T61" fmla="*/ 83 h 16"/>
                  <a:gd name="T62" fmla="*/ 149 w 18"/>
                  <a:gd name="T63" fmla="*/ 66 h 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" h="16">
                    <a:moveTo>
                      <a:pt x="15" y="11"/>
                    </a:moveTo>
                    <a:cubicBezTo>
                      <a:pt x="12" y="11"/>
                      <a:pt x="9" y="11"/>
                      <a:pt x="7" y="11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7" y="12"/>
                      <a:pt x="6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4" y="11"/>
                    </a:cubicBezTo>
                    <a:cubicBezTo>
                      <a:pt x="5" y="13"/>
                      <a:pt x="9" y="13"/>
                      <a:pt x="11" y="13"/>
                    </a:cubicBezTo>
                    <a:cubicBezTo>
                      <a:pt x="12" y="13"/>
                      <a:pt x="13" y="13"/>
                      <a:pt x="14" y="13"/>
                    </a:cubicBezTo>
                    <a:cubicBezTo>
                      <a:pt x="15" y="13"/>
                      <a:pt x="16" y="13"/>
                      <a:pt x="16" y="14"/>
                    </a:cubicBezTo>
                    <a:cubicBezTo>
                      <a:pt x="16" y="14"/>
                      <a:pt x="17" y="15"/>
                      <a:pt x="17" y="16"/>
                    </a:cubicBezTo>
                    <a:cubicBezTo>
                      <a:pt x="18" y="15"/>
                      <a:pt x="18" y="11"/>
                      <a:pt x="15" y="11"/>
                    </a:cubicBezTo>
                    <a:close/>
                    <a:moveTo>
                      <a:pt x="17" y="7"/>
                    </a:moveTo>
                    <a:cubicBezTo>
                      <a:pt x="15" y="3"/>
                      <a:pt x="12" y="1"/>
                      <a:pt x="8" y="1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3"/>
                      <a:pt x="0" y="5"/>
                      <a:pt x="2" y="5"/>
                    </a:cubicBezTo>
                    <a:cubicBezTo>
                      <a:pt x="4" y="5"/>
                      <a:pt x="5" y="5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10" y="3"/>
                      <a:pt x="10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0" y="9"/>
                      <a:pt x="13" y="9"/>
                      <a:pt x="16" y="9"/>
                    </a:cubicBezTo>
                    <a:cubicBezTo>
                      <a:pt x="16" y="9"/>
                      <a:pt x="17" y="9"/>
                      <a:pt x="17" y="7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0" name="Freeform 1251">
                <a:extLst>
                  <a:ext uri="{FF2B5EF4-FFF2-40B4-BE49-F238E27FC236}">
                    <a16:creationId xmlns:a16="http://schemas.microsoft.com/office/drawing/2014/main" id="{B5B4AD05-A054-40D2-9435-4DD4A3482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3315"/>
                <a:ext cx="7" cy="3"/>
              </a:xfrm>
              <a:custGeom>
                <a:avLst/>
                <a:gdLst>
                  <a:gd name="T0" fmla="*/ 1 w 5"/>
                  <a:gd name="T1" fmla="*/ 12 h 2"/>
                  <a:gd name="T2" fmla="*/ 15 w 5"/>
                  <a:gd name="T3" fmla="*/ 12 h 2"/>
                  <a:gd name="T4" fmla="*/ 28 w 5"/>
                  <a:gd name="T5" fmla="*/ 18 h 2"/>
                  <a:gd name="T6" fmla="*/ 28 w 5"/>
                  <a:gd name="T7" fmla="*/ 12 h 2"/>
                  <a:gd name="T8" fmla="*/ 21 w 5"/>
                  <a:gd name="T9" fmla="*/ 0 h 2"/>
                  <a:gd name="T10" fmla="*/ 21 w 5"/>
                  <a:gd name="T11" fmla="*/ 0 h 2"/>
                  <a:gd name="T12" fmla="*/ 15 w 5"/>
                  <a:gd name="T13" fmla="*/ 0 h 2"/>
                  <a:gd name="T14" fmla="*/ 0 w 5"/>
                  <a:gd name="T15" fmla="*/ 0 h 2"/>
                  <a:gd name="T16" fmla="*/ 1 w 5"/>
                  <a:gd name="T17" fmla="*/ 12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2">
                    <a:moveTo>
                      <a:pt x="1" y="1"/>
                    </a:moveTo>
                    <a:cubicBezTo>
                      <a:pt x="2" y="1"/>
                      <a:pt x="2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1" name="Freeform 1252">
                <a:extLst>
                  <a:ext uri="{FF2B5EF4-FFF2-40B4-BE49-F238E27FC236}">
                    <a16:creationId xmlns:a16="http://schemas.microsoft.com/office/drawing/2014/main" id="{A0D9938C-DEFD-46C7-9DF6-7E3B81CEF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310"/>
                <a:ext cx="9" cy="11"/>
              </a:xfrm>
              <a:custGeom>
                <a:avLst/>
                <a:gdLst>
                  <a:gd name="T0" fmla="*/ 12 w 6"/>
                  <a:gd name="T1" fmla="*/ 49 h 7"/>
                  <a:gd name="T2" fmla="*/ 18 w 6"/>
                  <a:gd name="T3" fmla="*/ 31 h 7"/>
                  <a:gd name="T4" fmla="*/ 18 w 6"/>
                  <a:gd name="T5" fmla="*/ 13 h 7"/>
                  <a:gd name="T6" fmla="*/ 48 w 6"/>
                  <a:gd name="T7" fmla="*/ 0 h 7"/>
                  <a:gd name="T8" fmla="*/ 48 w 6"/>
                  <a:gd name="T9" fmla="*/ 0 h 7"/>
                  <a:gd name="T10" fmla="*/ 27 w 6"/>
                  <a:gd name="T11" fmla="*/ 13 h 7"/>
                  <a:gd name="T12" fmla="*/ 0 w 6"/>
                  <a:gd name="T13" fmla="*/ 31 h 7"/>
                  <a:gd name="T14" fmla="*/ 18 w 6"/>
                  <a:gd name="T15" fmla="*/ 55 h 7"/>
                  <a:gd name="T16" fmla="*/ 32 w 6"/>
                  <a:gd name="T17" fmla="*/ 66 h 7"/>
                  <a:gd name="T18" fmla="*/ 12 w 6"/>
                  <a:gd name="T19" fmla="*/ 49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5"/>
                    </a:moveTo>
                    <a:cubicBezTo>
                      <a:pt x="1" y="4"/>
                      <a:pt x="1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0"/>
                      <a:pt x="5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3" y="0"/>
                      <a:pt x="3" y="1"/>
                    </a:cubicBezTo>
                    <a:cubicBezTo>
                      <a:pt x="2" y="1"/>
                      <a:pt x="0" y="1"/>
                      <a:pt x="0" y="3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3" y="7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2" name="Freeform 1253">
                <a:extLst>
                  <a:ext uri="{FF2B5EF4-FFF2-40B4-BE49-F238E27FC236}">
                    <a16:creationId xmlns:a16="http://schemas.microsoft.com/office/drawing/2014/main" id="{82CBC20F-A0EF-4631-85AB-947AAB80E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323"/>
                <a:ext cx="21" cy="6"/>
              </a:xfrm>
              <a:custGeom>
                <a:avLst/>
                <a:gdLst>
                  <a:gd name="T0" fmla="*/ 89 w 13"/>
                  <a:gd name="T1" fmla="*/ 18 h 4"/>
                  <a:gd name="T2" fmla="*/ 123 w 13"/>
                  <a:gd name="T3" fmla="*/ 12 h 4"/>
                  <a:gd name="T4" fmla="*/ 144 w 13"/>
                  <a:gd name="T5" fmla="*/ 0 h 4"/>
                  <a:gd name="T6" fmla="*/ 144 w 13"/>
                  <a:gd name="T7" fmla="*/ 0 h 4"/>
                  <a:gd name="T8" fmla="*/ 131 w 13"/>
                  <a:gd name="T9" fmla="*/ 12 h 4"/>
                  <a:gd name="T10" fmla="*/ 21 w 13"/>
                  <a:gd name="T11" fmla="*/ 12 h 4"/>
                  <a:gd name="T12" fmla="*/ 21 w 13"/>
                  <a:gd name="T13" fmla="*/ 32 h 4"/>
                  <a:gd name="T14" fmla="*/ 42 w 13"/>
                  <a:gd name="T15" fmla="*/ 27 h 4"/>
                  <a:gd name="T16" fmla="*/ 89 w 13"/>
                  <a:gd name="T17" fmla="*/ 18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4">
                    <a:moveTo>
                      <a:pt x="8" y="2"/>
                    </a:moveTo>
                    <a:cubicBezTo>
                      <a:pt x="9" y="2"/>
                      <a:pt x="10" y="1"/>
                      <a:pt x="11" y="1"/>
                    </a:cubicBezTo>
                    <a:cubicBezTo>
                      <a:pt x="12" y="1"/>
                      <a:pt x="12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1"/>
                    </a:cubicBezTo>
                    <a:cubicBezTo>
                      <a:pt x="9" y="1"/>
                      <a:pt x="5" y="1"/>
                      <a:pt x="2" y="1"/>
                    </a:cubicBezTo>
                    <a:cubicBezTo>
                      <a:pt x="0" y="1"/>
                      <a:pt x="1" y="4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2"/>
                      <a:pt x="6" y="2"/>
                      <a:pt x="8" y="2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3" name="Freeform 1254">
                <a:extLst>
                  <a:ext uri="{FF2B5EF4-FFF2-40B4-BE49-F238E27FC236}">
                    <a16:creationId xmlns:a16="http://schemas.microsoft.com/office/drawing/2014/main" id="{3E19C55E-78A7-4AB9-A9E0-E74361FF1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332"/>
                <a:ext cx="11" cy="3"/>
              </a:xfrm>
              <a:custGeom>
                <a:avLst/>
                <a:gdLst>
                  <a:gd name="T0" fmla="*/ 55 w 7"/>
                  <a:gd name="T1" fmla="*/ 12 h 2"/>
                  <a:gd name="T2" fmla="*/ 66 w 7"/>
                  <a:gd name="T3" fmla="*/ 0 h 2"/>
                  <a:gd name="T4" fmla="*/ 20 w 7"/>
                  <a:gd name="T5" fmla="*/ 0 h 2"/>
                  <a:gd name="T6" fmla="*/ 0 w 7"/>
                  <a:gd name="T7" fmla="*/ 12 h 2"/>
                  <a:gd name="T8" fmla="*/ 13 w 7"/>
                  <a:gd name="T9" fmla="*/ 18 h 2"/>
                  <a:gd name="T10" fmla="*/ 20 w 7"/>
                  <a:gd name="T11" fmla="*/ 18 h 2"/>
                  <a:gd name="T12" fmla="*/ 20 w 7"/>
                  <a:gd name="T13" fmla="*/ 18 h 2"/>
                  <a:gd name="T14" fmla="*/ 55 w 7"/>
                  <a:gd name="T15" fmla="*/ 12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2">
                    <a:moveTo>
                      <a:pt x="6" y="1"/>
                    </a:moveTo>
                    <a:cubicBezTo>
                      <a:pt x="6" y="0"/>
                      <a:pt x="7" y="0"/>
                      <a:pt x="7" y="0"/>
                    </a:cubicBezTo>
                    <a:cubicBezTo>
                      <a:pt x="6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0"/>
                      <a:pt x="5" y="1"/>
                      <a:pt x="6" y="1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4" name="Freeform 1255">
                <a:extLst>
                  <a:ext uri="{FF2B5EF4-FFF2-40B4-BE49-F238E27FC236}">
                    <a16:creationId xmlns:a16="http://schemas.microsoft.com/office/drawing/2014/main" id="{FFA882E2-3F0E-469A-A63E-9C5605F8C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319"/>
                <a:ext cx="22" cy="12"/>
              </a:xfrm>
              <a:custGeom>
                <a:avLst/>
                <a:gdLst>
                  <a:gd name="T0" fmla="*/ 49 w 14"/>
                  <a:gd name="T1" fmla="*/ 77 h 7"/>
                  <a:gd name="T2" fmla="*/ 55 w 14"/>
                  <a:gd name="T3" fmla="*/ 62 h 7"/>
                  <a:gd name="T4" fmla="*/ 104 w 14"/>
                  <a:gd name="T5" fmla="*/ 45 h 7"/>
                  <a:gd name="T6" fmla="*/ 135 w 14"/>
                  <a:gd name="T7" fmla="*/ 15 h 7"/>
                  <a:gd name="T8" fmla="*/ 116 w 14"/>
                  <a:gd name="T9" fmla="*/ 0 h 7"/>
                  <a:gd name="T10" fmla="*/ 96 w 14"/>
                  <a:gd name="T11" fmla="*/ 0 h 7"/>
                  <a:gd name="T12" fmla="*/ 104 w 14"/>
                  <a:gd name="T13" fmla="*/ 26 h 7"/>
                  <a:gd name="T14" fmla="*/ 77 w 14"/>
                  <a:gd name="T15" fmla="*/ 26 h 7"/>
                  <a:gd name="T16" fmla="*/ 55 w 14"/>
                  <a:gd name="T17" fmla="*/ 45 h 7"/>
                  <a:gd name="T18" fmla="*/ 49 w 14"/>
                  <a:gd name="T19" fmla="*/ 62 h 7"/>
                  <a:gd name="T20" fmla="*/ 31 w 14"/>
                  <a:gd name="T21" fmla="*/ 77 h 7"/>
                  <a:gd name="T22" fmla="*/ 20 w 14"/>
                  <a:gd name="T23" fmla="*/ 86 h 7"/>
                  <a:gd name="T24" fmla="*/ 0 w 14"/>
                  <a:gd name="T25" fmla="*/ 86 h 7"/>
                  <a:gd name="T26" fmla="*/ 35 w 14"/>
                  <a:gd name="T27" fmla="*/ 86 h 7"/>
                  <a:gd name="T28" fmla="*/ 49 w 14"/>
                  <a:gd name="T29" fmla="*/ 77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" h="7">
                    <a:moveTo>
                      <a:pt x="5" y="5"/>
                    </a:moveTo>
                    <a:cubicBezTo>
                      <a:pt x="5" y="5"/>
                      <a:pt x="6" y="5"/>
                      <a:pt x="6" y="4"/>
                    </a:cubicBezTo>
                    <a:cubicBezTo>
                      <a:pt x="7" y="3"/>
                      <a:pt x="10" y="4"/>
                      <a:pt x="11" y="3"/>
                    </a:cubicBezTo>
                    <a:cubicBezTo>
                      <a:pt x="13" y="3"/>
                      <a:pt x="14" y="2"/>
                      <a:pt x="14" y="1"/>
                    </a:cubicBezTo>
                    <a:cubicBezTo>
                      <a:pt x="13" y="1"/>
                      <a:pt x="13" y="1"/>
                      <a:pt x="12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12" y="1"/>
                      <a:pt x="12" y="1"/>
                      <a:pt x="11" y="2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3"/>
                      <a:pt x="5" y="3"/>
                      <a:pt x="5" y="4"/>
                    </a:cubicBezTo>
                    <a:cubicBezTo>
                      <a:pt x="4" y="4"/>
                      <a:pt x="4" y="4"/>
                      <a:pt x="3" y="5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7"/>
                      <a:pt x="1" y="6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cubicBezTo>
                      <a:pt x="4" y="6"/>
                      <a:pt x="5" y="6"/>
                      <a:pt x="5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5" name="Freeform 1256">
                <a:extLst>
                  <a:ext uri="{FF2B5EF4-FFF2-40B4-BE49-F238E27FC236}">
                    <a16:creationId xmlns:a16="http://schemas.microsoft.com/office/drawing/2014/main" id="{F0188DA1-3C50-405D-AC7E-0FFD059C2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3329"/>
                <a:ext cx="21" cy="17"/>
              </a:xfrm>
              <a:custGeom>
                <a:avLst/>
                <a:gdLst>
                  <a:gd name="T0" fmla="*/ 89 w 13"/>
                  <a:gd name="T1" fmla="*/ 87 h 11"/>
                  <a:gd name="T2" fmla="*/ 42 w 13"/>
                  <a:gd name="T3" fmla="*/ 87 h 11"/>
                  <a:gd name="T4" fmla="*/ 21 w 13"/>
                  <a:gd name="T5" fmla="*/ 96 h 11"/>
                  <a:gd name="T6" fmla="*/ 0 w 13"/>
                  <a:gd name="T7" fmla="*/ 96 h 11"/>
                  <a:gd name="T8" fmla="*/ 21 w 13"/>
                  <a:gd name="T9" fmla="*/ 96 h 11"/>
                  <a:gd name="T10" fmla="*/ 102 w 13"/>
                  <a:gd name="T11" fmla="*/ 96 h 11"/>
                  <a:gd name="T12" fmla="*/ 144 w 13"/>
                  <a:gd name="T13" fmla="*/ 62 h 11"/>
                  <a:gd name="T14" fmla="*/ 144 w 13"/>
                  <a:gd name="T15" fmla="*/ 34 h 11"/>
                  <a:gd name="T16" fmla="*/ 102 w 13"/>
                  <a:gd name="T17" fmla="*/ 0 h 11"/>
                  <a:gd name="T18" fmla="*/ 68 w 13"/>
                  <a:gd name="T19" fmla="*/ 0 h 11"/>
                  <a:gd name="T20" fmla="*/ 55 w 13"/>
                  <a:gd name="T21" fmla="*/ 12 h 11"/>
                  <a:gd name="T22" fmla="*/ 89 w 13"/>
                  <a:gd name="T23" fmla="*/ 19 h 11"/>
                  <a:gd name="T24" fmla="*/ 123 w 13"/>
                  <a:gd name="T25" fmla="*/ 29 h 11"/>
                  <a:gd name="T26" fmla="*/ 123 w 13"/>
                  <a:gd name="T27" fmla="*/ 62 h 11"/>
                  <a:gd name="T28" fmla="*/ 89 w 13"/>
                  <a:gd name="T29" fmla="*/ 87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" h="11">
                    <a:moveTo>
                      <a:pt x="8" y="10"/>
                    </a:moveTo>
                    <a:cubicBezTo>
                      <a:pt x="7" y="10"/>
                      <a:pt x="6" y="10"/>
                      <a:pt x="4" y="10"/>
                    </a:cubicBezTo>
                    <a:cubicBezTo>
                      <a:pt x="4" y="10"/>
                      <a:pt x="3" y="11"/>
                      <a:pt x="2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4" y="11"/>
                      <a:pt x="7" y="11"/>
                      <a:pt x="9" y="11"/>
                    </a:cubicBezTo>
                    <a:cubicBezTo>
                      <a:pt x="10" y="11"/>
                      <a:pt x="13" y="11"/>
                      <a:pt x="13" y="7"/>
                    </a:cubicBezTo>
                    <a:cubicBezTo>
                      <a:pt x="13" y="6"/>
                      <a:pt x="13" y="5"/>
                      <a:pt x="13" y="4"/>
                    </a:cubicBezTo>
                    <a:cubicBezTo>
                      <a:pt x="13" y="0"/>
                      <a:pt x="9" y="0"/>
                      <a:pt x="9" y="0"/>
                    </a:cubicBezTo>
                    <a:cubicBezTo>
                      <a:pt x="9" y="0"/>
                      <a:pt x="7" y="1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7" y="2"/>
                      <a:pt x="8" y="2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2" y="3"/>
                      <a:pt x="11" y="5"/>
                      <a:pt x="11" y="7"/>
                    </a:cubicBezTo>
                    <a:cubicBezTo>
                      <a:pt x="11" y="8"/>
                      <a:pt x="10" y="9"/>
                      <a:pt x="8" y="1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6" name="Freeform 1257">
                <a:extLst>
                  <a:ext uri="{FF2B5EF4-FFF2-40B4-BE49-F238E27FC236}">
                    <a16:creationId xmlns:a16="http://schemas.microsoft.com/office/drawing/2014/main" id="{FE1589D3-DFF5-4EDE-B80E-96BF2E9A1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340"/>
                <a:ext cx="18" cy="11"/>
              </a:xfrm>
              <a:custGeom>
                <a:avLst/>
                <a:gdLst>
                  <a:gd name="T0" fmla="*/ 0 w 11"/>
                  <a:gd name="T1" fmla="*/ 49 h 7"/>
                  <a:gd name="T2" fmla="*/ 13 w 11"/>
                  <a:gd name="T3" fmla="*/ 66 h 7"/>
                  <a:gd name="T4" fmla="*/ 34 w 11"/>
                  <a:gd name="T5" fmla="*/ 66 h 7"/>
                  <a:gd name="T6" fmla="*/ 56 w 11"/>
                  <a:gd name="T7" fmla="*/ 66 h 7"/>
                  <a:gd name="T8" fmla="*/ 56 w 11"/>
                  <a:gd name="T9" fmla="*/ 55 h 7"/>
                  <a:gd name="T10" fmla="*/ 56 w 11"/>
                  <a:gd name="T11" fmla="*/ 55 h 7"/>
                  <a:gd name="T12" fmla="*/ 47 w 11"/>
                  <a:gd name="T13" fmla="*/ 55 h 7"/>
                  <a:gd name="T14" fmla="*/ 34 w 11"/>
                  <a:gd name="T15" fmla="*/ 49 h 7"/>
                  <a:gd name="T16" fmla="*/ 34 w 11"/>
                  <a:gd name="T17" fmla="*/ 20 h 7"/>
                  <a:gd name="T18" fmla="*/ 70 w 11"/>
                  <a:gd name="T19" fmla="*/ 13 h 7"/>
                  <a:gd name="T20" fmla="*/ 126 w 11"/>
                  <a:gd name="T21" fmla="*/ 0 h 7"/>
                  <a:gd name="T22" fmla="*/ 115 w 11"/>
                  <a:gd name="T23" fmla="*/ 0 h 7"/>
                  <a:gd name="T24" fmla="*/ 47 w 11"/>
                  <a:gd name="T25" fmla="*/ 0 h 7"/>
                  <a:gd name="T26" fmla="*/ 0 w 11"/>
                  <a:gd name="T27" fmla="*/ 49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7">
                    <a:moveTo>
                      <a:pt x="0" y="5"/>
                    </a:moveTo>
                    <a:cubicBezTo>
                      <a:pt x="0" y="6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7"/>
                      <a:pt x="4" y="7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7" y="1"/>
                      <a:pt x="9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0"/>
                      <a:pt x="4" y="0"/>
                    </a:cubicBezTo>
                    <a:cubicBezTo>
                      <a:pt x="3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7" name="Freeform 1258">
                <a:extLst>
                  <a:ext uri="{FF2B5EF4-FFF2-40B4-BE49-F238E27FC236}">
                    <a16:creationId xmlns:a16="http://schemas.microsoft.com/office/drawing/2014/main" id="{B902FD31-1CC8-4A3E-B571-69A843C9E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350"/>
                <a:ext cx="16" cy="12"/>
              </a:xfrm>
              <a:custGeom>
                <a:avLst/>
                <a:gdLst>
                  <a:gd name="T0" fmla="*/ 0 w 10"/>
                  <a:gd name="T1" fmla="*/ 62 h 8"/>
                  <a:gd name="T2" fmla="*/ 13 w 10"/>
                  <a:gd name="T3" fmla="*/ 62 h 8"/>
                  <a:gd name="T4" fmla="*/ 21 w 10"/>
                  <a:gd name="T5" fmla="*/ 62 h 8"/>
                  <a:gd name="T6" fmla="*/ 90 w 10"/>
                  <a:gd name="T7" fmla="*/ 32 h 8"/>
                  <a:gd name="T8" fmla="*/ 21 w 10"/>
                  <a:gd name="T9" fmla="*/ 12 h 8"/>
                  <a:gd name="T10" fmla="*/ 0 w 10"/>
                  <a:gd name="T11" fmla="*/ 12 h 8"/>
                  <a:gd name="T12" fmla="*/ 0 w 10"/>
                  <a:gd name="T13" fmla="*/ 12 h 8"/>
                  <a:gd name="T14" fmla="*/ 67 w 10"/>
                  <a:gd name="T15" fmla="*/ 32 h 8"/>
                  <a:gd name="T16" fmla="*/ 42 w 10"/>
                  <a:gd name="T17" fmla="*/ 59 h 8"/>
                  <a:gd name="T18" fmla="*/ 0 w 10"/>
                  <a:gd name="T19" fmla="*/ 62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9" y="8"/>
                      <a:pt x="9" y="4"/>
                    </a:cubicBezTo>
                    <a:cubicBezTo>
                      <a:pt x="10" y="0"/>
                      <a:pt x="4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7" y="1"/>
                      <a:pt x="6" y="4"/>
                    </a:cubicBezTo>
                    <a:cubicBezTo>
                      <a:pt x="6" y="6"/>
                      <a:pt x="5" y="6"/>
                      <a:pt x="4" y="7"/>
                    </a:cubicBezTo>
                    <a:cubicBezTo>
                      <a:pt x="3" y="7"/>
                      <a:pt x="2" y="8"/>
                      <a:pt x="0" y="8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8" name="Freeform 1259">
                <a:extLst>
                  <a:ext uri="{FF2B5EF4-FFF2-40B4-BE49-F238E27FC236}">
                    <a16:creationId xmlns:a16="http://schemas.microsoft.com/office/drawing/2014/main" id="{01D1ADA9-4FD7-47B0-9A05-4FEC5D07F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353"/>
                <a:ext cx="8" cy="8"/>
              </a:xfrm>
              <a:custGeom>
                <a:avLst/>
                <a:gdLst>
                  <a:gd name="T0" fmla="*/ 42 w 5"/>
                  <a:gd name="T1" fmla="*/ 0 h 5"/>
                  <a:gd name="T2" fmla="*/ 42 w 5"/>
                  <a:gd name="T3" fmla="*/ 13 h 5"/>
                  <a:gd name="T4" fmla="*/ 34 w 5"/>
                  <a:gd name="T5" fmla="*/ 21 h 5"/>
                  <a:gd name="T6" fmla="*/ 0 w 5"/>
                  <a:gd name="T7" fmla="*/ 21 h 5"/>
                  <a:gd name="T8" fmla="*/ 21 w 5"/>
                  <a:gd name="T9" fmla="*/ 34 h 5"/>
                  <a:gd name="T10" fmla="*/ 34 w 5"/>
                  <a:gd name="T11" fmla="*/ 54 h 5"/>
                  <a:gd name="T12" fmla="*/ 54 w 5"/>
                  <a:gd name="T13" fmla="*/ 2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4"/>
                      <a:pt x="3" y="5"/>
                    </a:cubicBezTo>
                    <a:cubicBezTo>
                      <a:pt x="4" y="5"/>
                      <a:pt x="5" y="3"/>
                      <a:pt x="5" y="2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9" name="Freeform 1260">
                <a:extLst>
                  <a:ext uri="{FF2B5EF4-FFF2-40B4-BE49-F238E27FC236}">
                    <a16:creationId xmlns:a16="http://schemas.microsoft.com/office/drawing/2014/main" id="{7F69EB55-3A9C-4B3B-BD05-3DB66273F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3362"/>
                <a:ext cx="18" cy="14"/>
              </a:xfrm>
              <a:custGeom>
                <a:avLst/>
                <a:gdLst>
                  <a:gd name="T0" fmla="*/ 70 w 11"/>
                  <a:gd name="T1" fmla="*/ 73 h 9"/>
                  <a:gd name="T2" fmla="*/ 115 w 11"/>
                  <a:gd name="T3" fmla="*/ 47 h 9"/>
                  <a:gd name="T4" fmla="*/ 70 w 11"/>
                  <a:gd name="T5" fmla="*/ 19 h 9"/>
                  <a:gd name="T6" fmla="*/ 13 w 11"/>
                  <a:gd name="T7" fmla="*/ 19 h 9"/>
                  <a:gd name="T8" fmla="*/ 0 w 11"/>
                  <a:gd name="T9" fmla="*/ 30 h 9"/>
                  <a:gd name="T10" fmla="*/ 21 w 11"/>
                  <a:gd name="T11" fmla="*/ 30 h 9"/>
                  <a:gd name="T12" fmla="*/ 56 w 11"/>
                  <a:gd name="T13" fmla="*/ 34 h 9"/>
                  <a:gd name="T14" fmla="*/ 70 w 11"/>
                  <a:gd name="T15" fmla="*/ 53 h 9"/>
                  <a:gd name="T16" fmla="*/ 47 w 11"/>
                  <a:gd name="T17" fmla="*/ 62 h 9"/>
                  <a:gd name="T18" fmla="*/ 21 w 11"/>
                  <a:gd name="T19" fmla="*/ 73 h 9"/>
                  <a:gd name="T20" fmla="*/ 13 w 11"/>
                  <a:gd name="T21" fmla="*/ 73 h 9"/>
                  <a:gd name="T22" fmla="*/ 13 w 11"/>
                  <a:gd name="T23" fmla="*/ 73 h 9"/>
                  <a:gd name="T24" fmla="*/ 70 w 11"/>
                  <a:gd name="T25" fmla="*/ 73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9">
                    <a:moveTo>
                      <a:pt x="6" y="8"/>
                    </a:moveTo>
                    <a:cubicBezTo>
                      <a:pt x="9" y="8"/>
                      <a:pt x="9" y="5"/>
                      <a:pt x="10" y="5"/>
                    </a:cubicBezTo>
                    <a:cubicBezTo>
                      <a:pt x="11" y="0"/>
                      <a:pt x="7" y="2"/>
                      <a:pt x="6" y="2"/>
                    </a:cubicBezTo>
                    <a:cubicBezTo>
                      <a:pt x="5" y="2"/>
                      <a:pt x="4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6" y="4"/>
                      <a:pt x="6" y="5"/>
                      <a:pt x="6" y="6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3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4" y="9"/>
                      <a:pt x="6" y="8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0" name="Freeform 1261">
                <a:extLst>
                  <a:ext uri="{FF2B5EF4-FFF2-40B4-BE49-F238E27FC236}">
                    <a16:creationId xmlns:a16="http://schemas.microsoft.com/office/drawing/2014/main" id="{FF15A461-805B-408B-B34A-F802A6E4D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378"/>
                <a:ext cx="20" cy="14"/>
              </a:xfrm>
              <a:custGeom>
                <a:avLst/>
                <a:gdLst>
                  <a:gd name="T0" fmla="*/ 114 w 13"/>
                  <a:gd name="T1" fmla="*/ 19 h 9"/>
                  <a:gd name="T2" fmla="*/ 102 w 13"/>
                  <a:gd name="T3" fmla="*/ 12 h 9"/>
                  <a:gd name="T4" fmla="*/ 43 w 13"/>
                  <a:gd name="T5" fmla="*/ 19 h 9"/>
                  <a:gd name="T6" fmla="*/ 28 w 13"/>
                  <a:gd name="T7" fmla="*/ 0 h 9"/>
                  <a:gd name="T8" fmla="*/ 28 w 13"/>
                  <a:gd name="T9" fmla="*/ 0 h 9"/>
                  <a:gd name="T10" fmla="*/ 34 w 13"/>
                  <a:gd name="T11" fmla="*/ 19 h 9"/>
                  <a:gd name="T12" fmla="*/ 52 w 13"/>
                  <a:gd name="T13" fmla="*/ 47 h 9"/>
                  <a:gd name="T14" fmla="*/ 28 w 13"/>
                  <a:gd name="T15" fmla="*/ 62 h 9"/>
                  <a:gd name="T16" fmla="*/ 18 w 13"/>
                  <a:gd name="T17" fmla="*/ 53 h 9"/>
                  <a:gd name="T18" fmla="*/ 0 w 13"/>
                  <a:gd name="T19" fmla="*/ 47 h 9"/>
                  <a:gd name="T20" fmla="*/ 28 w 13"/>
                  <a:gd name="T21" fmla="*/ 62 h 9"/>
                  <a:gd name="T22" fmla="*/ 114 w 13"/>
                  <a:gd name="T23" fmla="*/ 19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9">
                    <a:moveTo>
                      <a:pt x="13" y="2"/>
                    </a:moveTo>
                    <a:cubicBezTo>
                      <a:pt x="13" y="1"/>
                      <a:pt x="13" y="1"/>
                      <a:pt x="12" y="1"/>
                    </a:cubicBezTo>
                    <a:cubicBezTo>
                      <a:pt x="9" y="1"/>
                      <a:pt x="7" y="2"/>
                      <a:pt x="5" y="2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3"/>
                      <a:pt x="6" y="3"/>
                      <a:pt x="6" y="5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7" y="9"/>
                      <a:pt x="11" y="6"/>
                      <a:pt x="13" y="2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1" name="Freeform 1262">
                <a:extLst>
                  <a:ext uri="{FF2B5EF4-FFF2-40B4-BE49-F238E27FC236}">
                    <a16:creationId xmlns:a16="http://schemas.microsoft.com/office/drawing/2014/main" id="{E6C6F20E-AF9C-4169-BB85-2CBE764E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373"/>
                <a:ext cx="11" cy="8"/>
              </a:xfrm>
              <a:custGeom>
                <a:avLst/>
                <a:gdLst>
                  <a:gd name="T0" fmla="*/ 31 w 7"/>
                  <a:gd name="T1" fmla="*/ 13 h 5"/>
                  <a:gd name="T2" fmla="*/ 20 w 7"/>
                  <a:gd name="T3" fmla="*/ 34 h 5"/>
                  <a:gd name="T4" fmla="*/ 0 w 7"/>
                  <a:gd name="T5" fmla="*/ 42 h 5"/>
                  <a:gd name="T6" fmla="*/ 31 w 7"/>
                  <a:gd name="T7" fmla="*/ 34 h 5"/>
                  <a:gd name="T8" fmla="*/ 31 w 7"/>
                  <a:gd name="T9" fmla="*/ 34 h 5"/>
                  <a:gd name="T10" fmla="*/ 55 w 7"/>
                  <a:gd name="T11" fmla="*/ 21 h 5"/>
                  <a:gd name="T12" fmla="*/ 66 w 7"/>
                  <a:gd name="T13" fmla="*/ 13 h 5"/>
                  <a:gd name="T14" fmla="*/ 31 w 7"/>
                  <a:gd name="T15" fmla="*/ 1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3" y="1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2" name="Freeform 1263">
                <a:extLst>
                  <a:ext uri="{FF2B5EF4-FFF2-40B4-BE49-F238E27FC236}">
                    <a16:creationId xmlns:a16="http://schemas.microsoft.com/office/drawing/2014/main" id="{395ABCC4-157F-4821-B32E-869475899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3373"/>
                <a:ext cx="13" cy="5"/>
              </a:xfrm>
              <a:custGeom>
                <a:avLst/>
                <a:gdLst>
                  <a:gd name="T0" fmla="*/ 55 w 8"/>
                  <a:gd name="T1" fmla="*/ 13 h 3"/>
                  <a:gd name="T2" fmla="*/ 68 w 8"/>
                  <a:gd name="T3" fmla="*/ 22 h 3"/>
                  <a:gd name="T4" fmla="*/ 68 w 8"/>
                  <a:gd name="T5" fmla="*/ 37 h 3"/>
                  <a:gd name="T6" fmla="*/ 89 w 8"/>
                  <a:gd name="T7" fmla="*/ 13 h 3"/>
                  <a:gd name="T8" fmla="*/ 89 w 8"/>
                  <a:gd name="T9" fmla="*/ 0 h 3"/>
                  <a:gd name="T10" fmla="*/ 13 w 8"/>
                  <a:gd name="T11" fmla="*/ 0 h 3"/>
                  <a:gd name="T12" fmla="*/ 0 w 8"/>
                  <a:gd name="T13" fmla="*/ 22 h 3"/>
                  <a:gd name="T14" fmla="*/ 13 w 8"/>
                  <a:gd name="T15" fmla="*/ 37 h 3"/>
                  <a:gd name="T16" fmla="*/ 55 w 8"/>
                  <a:gd name="T17" fmla="*/ 1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3">
                    <a:moveTo>
                      <a:pt x="5" y="1"/>
                    </a:moveTo>
                    <a:cubicBezTo>
                      <a:pt x="5" y="1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6" y="0"/>
                      <a:pt x="3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2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3" name="Freeform 1264">
                <a:extLst>
                  <a:ext uri="{FF2B5EF4-FFF2-40B4-BE49-F238E27FC236}">
                    <a16:creationId xmlns:a16="http://schemas.microsoft.com/office/drawing/2014/main" id="{C360B82A-4CC7-4839-986B-51839BE13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361"/>
                <a:ext cx="13" cy="6"/>
              </a:xfrm>
              <a:custGeom>
                <a:avLst/>
                <a:gdLst>
                  <a:gd name="T0" fmla="*/ 0 w 8"/>
                  <a:gd name="T1" fmla="*/ 32 h 4"/>
                  <a:gd name="T2" fmla="*/ 21 w 8"/>
                  <a:gd name="T3" fmla="*/ 27 h 4"/>
                  <a:gd name="T4" fmla="*/ 34 w 8"/>
                  <a:gd name="T5" fmla="*/ 18 h 4"/>
                  <a:gd name="T6" fmla="*/ 47 w 8"/>
                  <a:gd name="T7" fmla="*/ 18 h 4"/>
                  <a:gd name="T8" fmla="*/ 47 w 8"/>
                  <a:gd name="T9" fmla="*/ 18 h 4"/>
                  <a:gd name="T10" fmla="*/ 76 w 8"/>
                  <a:gd name="T11" fmla="*/ 12 h 4"/>
                  <a:gd name="T12" fmla="*/ 89 w 8"/>
                  <a:gd name="T13" fmla="*/ 12 h 4"/>
                  <a:gd name="T14" fmla="*/ 68 w 8"/>
                  <a:gd name="T15" fmla="*/ 0 h 4"/>
                  <a:gd name="T16" fmla="*/ 21 w 8"/>
                  <a:gd name="T17" fmla="*/ 12 h 4"/>
                  <a:gd name="T18" fmla="*/ 0 w 8"/>
                  <a:gd name="T19" fmla="*/ 3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1" y="4"/>
                      <a:pt x="1" y="4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2" y="2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4" name="Freeform 1265">
                <a:extLst>
                  <a:ext uri="{FF2B5EF4-FFF2-40B4-BE49-F238E27FC236}">
                    <a16:creationId xmlns:a16="http://schemas.microsoft.com/office/drawing/2014/main" id="{654F335E-DF84-4CB5-828F-F0310C35F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359"/>
                <a:ext cx="16" cy="11"/>
              </a:xfrm>
              <a:custGeom>
                <a:avLst/>
                <a:gdLst>
                  <a:gd name="T0" fmla="*/ 0 w 10"/>
                  <a:gd name="T1" fmla="*/ 31 h 7"/>
                  <a:gd name="T2" fmla="*/ 34 w 10"/>
                  <a:gd name="T3" fmla="*/ 66 h 7"/>
                  <a:gd name="T4" fmla="*/ 13 w 10"/>
                  <a:gd name="T5" fmla="*/ 35 h 7"/>
                  <a:gd name="T6" fmla="*/ 34 w 10"/>
                  <a:gd name="T7" fmla="*/ 13 h 7"/>
                  <a:gd name="T8" fmla="*/ 86 w 10"/>
                  <a:gd name="T9" fmla="*/ 0 h 7"/>
                  <a:gd name="T10" fmla="*/ 107 w 10"/>
                  <a:gd name="T11" fmla="*/ 0 h 7"/>
                  <a:gd name="T12" fmla="*/ 107 w 10"/>
                  <a:gd name="T13" fmla="*/ 0 h 7"/>
                  <a:gd name="T14" fmla="*/ 34 w 10"/>
                  <a:gd name="T15" fmla="*/ 0 h 7"/>
                  <a:gd name="T16" fmla="*/ 0 w 10"/>
                  <a:gd name="T17" fmla="*/ 31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0" y="6"/>
                      <a:pt x="2" y="6"/>
                      <a:pt x="3" y="7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0"/>
                      <a:pt x="3" y="0"/>
                    </a:cubicBezTo>
                    <a:cubicBezTo>
                      <a:pt x="3" y="0"/>
                      <a:pt x="0" y="0"/>
                      <a:pt x="0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5" name="Freeform 1266">
                <a:extLst>
                  <a:ext uri="{FF2B5EF4-FFF2-40B4-BE49-F238E27FC236}">
                    <a16:creationId xmlns:a16="http://schemas.microsoft.com/office/drawing/2014/main" id="{D7FE334F-6860-4C27-81E6-DCA83F103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293"/>
                <a:ext cx="51" cy="110"/>
              </a:xfrm>
              <a:custGeom>
                <a:avLst/>
                <a:gdLst>
                  <a:gd name="T0" fmla="*/ 185 w 32"/>
                  <a:gd name="T1" fmla="*/ 13 h 70"/>
                  <a:gd name="T2" fmla="*/ 21 w 32"/>
                  <a:gd name="T3" fmla="*/ 212 h 70"/>
                  <a:gd name="T4" fmla="*/ 134 w 32"/>
                  <a:gd name="T5" fmla="*/ 619 h 70"/>
                  <a:gd name="T6" fmla="*/ 316 w 32"/>
                  <a:gd name="T7" fmla="*/ 333 h 70"/>
                  <a:gd name="T8" fmla="*/ 185 w 32"/>
                  <a:gd name="T9" fmla="*/ 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0">
                    <a:moveTo>
                      <a:pt x="18" y="1"/>
                    </a:moveTo>
                    <a:cubicBezTo>
                      <a:pt x="4" y="0"/>
                      <a:pt x="3" y="8"/>
                      <a:pt x="2" y="22"/>
                    </a:cubicBezTo>
                    <a:cubicBezTo>
                      <a:pt x="2" y="33"/>
                      <a:pt x="0" y="60"/>
                      <a:pt x="13" y="65"/>
                    </a:cubicBezTo>
                    <a:cubicBezTo>
                      <a:pt x="26" y="70"/>
                      <a:pt x="31" y="53"/>
                      <a:pt x="31" y="35"/>
                    </a:cubicBezTo>
                    <a:cubicBezTo>
                      <a:pt x="32" y="18"/>
                      <a:pt x="31" y="2"/>
                      <a:pt x="18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6" name="Freeform 1267">
                <a:extLst>
                  <a:ext uri="{FF2B5EF4-FFF2-40B4-BE49-F238E27FC236}">
                    <a16:creationId xmlns:a16="http://schemas.microsoft.com/office/drawing/2014/main" id="{1CD654C9-7B93-4B19-9603-7A164E8B1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3296"/>
                <a:ext cx="45" cy="99"/>
              </a:xfrm>
              <a:custGeom>
                <a:avLst/>
                <a:gdLst>
                  <a:gd name="T0" fmla="*/ 299 w 28"/>
                  <a:gd name="T1" fmla="*/ 319 h 63"/>
                  <a:gd name="T2" fmla="*/ 212 w 28"/>
                  <a:gd name="T3" fmla="*/ 585 h 63"/>
                  <a:gd name="T4" fmla="*/ 129 w 28"/>
                  <a:gd name="T5" fmla="*/ 591 h 63"/>
                  <a:gd name="T6" fmla="*/ 21 w 28"/>
                  <a:gd name="T7" fmla="*/ 212 h 63"/>
                  <a:gd name="T8" fmla="*/ 21 w 28"/>
                  <a:gd name="T9" fmla="*/ 190 h 63"/>
                  <a:gd name="T10" fmla="*/ 68 w 28"/>
                  <a:gd name="T11" fmla="*/ 31 h 63"/>
                  <a:gd name="T12" fmla="*/ 175 w 28"/>
                  <a:gd name="T13" fmla="*/ 0 h 63"/>
                  <a:gd name="T14" fmla="*/ 175 w 28"/>
                  <a:gd name="T15" fmla="*/ 0 h 63"/>
                  <a:gd name="T16" fmla="*/ 299 w 28"/>
                  <a:gd name="T17" fmla="*/ 319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63">
                    <a:moveTo>
                      <a:pt x="28" y="33"/>
                    </a:moveTo>
                    <a:cubicBezTo>
                      <a:pt x="28" y="48"/>
                      <a:pt x="25" y="58"/>
                      <a:pt x="20" y="61"/>
                    </a:cubicBezTo>
                    <a:cubicBezTo>
                      <a:pt x="17" y="63"/>
                      <a:pt x="15" y="63"/>
                      <a:pt x="12" y="62"/>
                    </a:cubicBezTo>
                    <a:cubicBezTo>
                      <a:pt x="0" y="57"/>
                      <a:pt x="1" y="34"/>
                      <a:pt x="2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2"/>
                      <a:pt x="2" y="6"/>
                      <a:pt x="6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28" y="1"/>
                      <a:pt x="28" y="15"/>
                      <a:pt x="28" y="3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7" name="Freeform 1268">
                <a:extLst>
                  <a:ext uri="{FF2B5EF4-FFF2-40B4-BE49-F238E27FC236}">
                    <a16:creationId xmlns:a16="http://schemas.microsoft.com/office/drawing/2014/main" id="{7D5CBF4D-A3E3-48D6-858D-9A2ABA72C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348"/>
                <a:ext cx="3" cy="3"/>
              </a:xfrm>
              <a:custGeom>
                <a:avLst/>
                <a:gdLst>
                  <a:gd name="T0" fmla="*/ 18 w 2"/>
                  <a:gd name="T1" fmla="*/ 0 h 2"/>
                  <a:gd name="T2" fmla="*/ 0 w 2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2"/>
                      <a:pt x="1" y="2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8" name="Freeform 1269">
                <a:extLst>
                  <a:ext uri="{FF2B5EF4-FFF2-40B4-BE49-F238E27FC236}">
                    <a16:creationId xmlns:a16="http://schemas.microsoft.com/office/drawing/2014/main" id="{E96B0974-B460-447C-8B99-D25A6BA17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364"/>
                <a:ext cx="4" cy="3"/>
              </a:xfrm>
              <a:custGeom>
                <a:avLst/>
                <a:gdLst>
                  <a:gd name="T0" fmla="*/ 12 w 3"/>
                  <a:gd name="T1" fmla="*/ 0 h 2"/>
                  <a:gd name="T2" fmla="*/ 0 w 3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9" name="Freeform 1270">
                <a:extLst>
                  <a:ext uri="{FF2B5EF4-FFF2-40B4-BE49-F238E27FC236}">
                    <a16:creationId xmlns:a16="http://schemas.microsoft.com/office/drawing/2014/main" id="{DB71735F-696C-4973-B207-63EB849FD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378"/>
                <a:ext cx="6" cy="3"/>
              </a:xfrm>
              <a:custGeom>
                <a:avLst/>
                <a:gdLst>
                  <a:gd name="T0" fmla="*/ 32 w 4"/>
                  <a:gd name="T1" fmla="*/ 0 h 2"/>
                  <a:gd name="T2" fmla="*/ 0 w 4"/>
                  <a:gd name="T3" fmla="*/ 1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2"/>
                      <a:pt x="2" y="2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0" name="Freeform 1271">
                <a:extLst>
                  <a:ext uri="{FF2B5EF4-FFF2-40B4-BE49-F238E27FC236}">
                    <a16:creationId xmlns:a16="http://schemas.microsoft.com/office/drawing/2014/main" id="{6777EDBF-94FF-4BB0-97B5-0653CB0E0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313"/>
                <a:ext cx="5" cy="3"/>
              </a:xfrm>
              <a:custGeom>
                <a:avLst/>
                <a:gdLst>
                  <a:gd name="T0" fmla="*/ 37 w 3"/>
                  <a:gd name="T1" fmla="*/ 0 h 2"/>
                  <a:gd name="T2" fmla="*/ 0 w 3"/>
                  <a:gd name="T3" fmla="*/ 1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2"/>
                      <a:pt x="1" y="1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1" name="Freeform 1272">
                <a:extLst>
                  <a:ext uri="{FF2B5EF4-FFF2-40B4-BE49-F238E27FC236}">
                    <a16:creationId xmlns:a16="http://schemas.microsoft.com/office/drawing/2014/main" id="{1A1C3272-F449-4C4F-A35A-D6C2D1B55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326"/>
                <a:ext cx="9" cy="5"/>
              </a:xfrm>
              <a:custGeom>
                <a:avLst/>
                <a:gdLst>
                  <a:gd name="T0" fmla="*/ 48 w 6"/>
                  <a:gd name="T1" fmla="*/ 0 h 3"/>
                  <a:gd name="T2" fmla="*/ 18 w 6"/>
                  <a:gd name="T3" fmla="*/ 37 h 3"/>
                  <a:gd name="T4" fmla="*/ 0 w 6"/>
                  <a:gd name="T5" fmla="*/ 2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5" y="1"/>
                      <a:pt x="4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2" name="Freeform 1273">
                <a:extLst>
                  <a:ext uri="{FF2B5EF4-FFF2-40B4-BE49-F238E27FC236}">
                    <a16:creationId xmlns:a16="http://schemas.microsoft.com/office/drawing/2014/main" id="{E597B315-3324-470C-A44A-75138CEB4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335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3" name="Freeform 1274">
                <a:extLst>
                  <a:ext uri="{FF2B5EF4-FFF2-40B4-BE49-F238E27FC236}">
                    <a16:creationId xmlns:a16="http://schemas.microsoft.com/office/drawing/2014/main" id="{55321043-B124-4D15-BA46-AD834704B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356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1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4" name="Freeform 1275">
                <a:extLst>
                  <a:ext uri="{FF2B5EF4-FFF2-40B4-BE49-F238E27FC236}">
                    <a16:creationId xmlns:a16="http://schemas.microsoft.com/office/drawing/2014/main" id="{2D42B888-C38B-4BFC-B915-1048DCCEA7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38" y="3299"/>
                <a:ext cx="38" cy="92"/>
              </a:xfrm>
              <a:custGeom>
                <a:avLst/>
                <a:gdLst>
                  <a:gd name="T0" fmla="*/ 138 w 24"/>
                  <a:gd name="T1" fmla="*/ 184 h 58"/>
                  <a:gd name="T2" fmla="*/ 219 w 24"/>
                  <a:gd name="T3" fmla="*/ 141 h 58"/>
                  <a:gd name="T4" fmla="*/ 82 w 24"/>
                  <a:gd name="T5" fmla="*/ 100 h 58"/>
                  <a:gd name="T6" fmla="*/ 206 w 24"/>
                  <a:gd name="T7" fmla="*/ 68 h 58"/>
                  <a:gd name="T8" fmla="*/ 68 w 24"/>
                  <a:gd name="T9" fmla="*/ 52 h 58"/>
                  <a:gd name="T10" fmla="*/ 40 w 24"/>
                  <a:gd name="T11" fmla="*/ 68 h 58"/>
                  <a:gd name="T12" fmla="*/ 130 w 24"/>
                  <a:gd name="T13" fmla="*/ 141 h 58"/>
                  <a:gd name="T14" fmla="*/ 0 w 24"/>
                  <a:gd name="T15" fmla="*/ 171 h 58"/>
                  <a:gd name="T16" fmla="*/ 68 w 24"/>
                  <a:gd name="T17" fmla="*/ 192 h 58"/>
                  <a:gd name="T18" fmla="*/ 33 w 24"/>
                  <a:gd name="T19" fmla="*/ 203 h 58"/>
                  <a:gd name="T20" fmla="*/ 87 w 24"/>
                  <a:gd name="T21" fmla="*/ 227 h 58"/>
                  <a:gd name="T22" fmla="*/ 82 w 24"/>
                  <a:gd name="T23" fmla="*/ 259 h 58"/>
                  <a:gd name="T24" fmla="*/ 52 w 24"/>
                  <a:gd name="T25" fmla="*/ 360 h 58"/>
                  <a:gd name="T26" fmla="*/ 40 w 24"/>
                  <a:gd name="T27" fmla="*/ 381 h 58"/>
                  <a:gd name="T28" fmla="*/ 21 w 24"/>
                  <a:gd name="T29" fmla="*/ 443 h 58"/>
                  <a:gd name="T30" fmla="*/ 108 w 24"/>
                  <a:gd name="T31" fmla="*/ 463 h 58"/>
                  <a:gd name="T32" fmla="*/ 21 w 24"/>
                  <a:gd name="T33" fmla="*/ 495 h 58"/>
                  <a:gd name="T34" fmla="*/ 190 w 24"/>
                  <a:gd name="T35" fmla="*/ 511 h 58"/>
                  <a:gd name="T36" fmla="*/ 100 w 24"/>
                  <a:gd name="T37" fmla="*/ 498 h 58"/>
                  <a:gd name="T38" fmla="*/ 219 w 24"/>
                  <a:gd name="T39" fmla="*/ 450 h 58"/>
                  <a:gd name="T40" fmla="*/ 184 w 24"/>
                  <a:gd name="T41" fmla="*/ 411 h 58"/>
                  <a:gd name="T42" fmla="*/ 87 w 24"/>
                  <a:gd name="T43" fmla="*/ 411 h 58"/>
                  <a:gd name="T44" fmla="*/ 226 w 24"/>
                  <a:gd name="T45" fmla="*/ 360 h 58"/>
                  <a:gd name="T46" fmla="*/ 68 w 24"/>
                  <a:gd name="T47" fmla="*/ 322 h 58"/>
                  <a:gd name="T48" fmla="*/ 68 w 24"/>
                  <a:gd name="T49" fmla="*/ 312 h 58"/>
                  <a:gd name="T50" fmla="*/ 238 w 24"/>
                  <a:gd name="T51" fmla="*/ 227 h 58"/>
                  <a:gd name="T52" fmla="*/ 219 w 24"/>
                  <a:gd name="T53" fmla="*/ 203 h 58"/>
                  <a:gd name="T54" fmla="*/ 190 w 24"/>
                  <a:gd name="T55" fmla="*/ 305 h 58"/>
                  <a:gd name="T56" fmla="*/ 52 w 24"/>
                  <a:gd name="T57" fmla="*/ 327 h 58"/>
                  <a:gd name="T58" fmla="*/ 206 w 24"/>
                  <a:gd name="T59" fmla="*/ 343 h 58"/>
                  <a:gd name="T60" fmla="*/ 82 w 24"/>
                  <a:gd name="T61" fmla="*/ 400 h 58"/>
                  <a:gd name="T62" fmla="*/ 171 w 24"/>
                  <a:gd name="T63" fmla="*/ 422 h 58"/>
                  <a:gd name="T64" fmla="*/ 206 w 24"/>
                  <a:gd name="T65" fmla="*/ 450 h 58"/>
                  <a:gd name="T66" fmla="*/ 120 w 24"/>
                  <a:gd name="T67" fmla="*/ 484 h 58"/>
                  <a:gd name="T68" fmla="*/ 150 w 24"/>
                  <a:gd name="T69" fmla="*/ 519 h 58"/>
                  <a:gd name="T70" fmla="*/ 190 w 24"/>
                  <a:gd name="T71" fmla="*/ 519 h 58"/>
                  <a:gd name="T72" fmla="*/ 33 w 24"/>
                  <a:gd name="T73" fmla="*/ 484 h 58"/>
                  <a:gd name="T74" fmla="*/ 120 w 24"/>
                  <a:gd name="T75" fmla="*/ 463 h 58"/>
                  <a:gd name="T76" fmla="*/ 21 w 24"/>
                  <a:gd name="T77" fmla="*/ 430 h 58"/>
                  <a:gd name="T78" fmla="*/ 40 w 24"/>
                  <a:gd name="T79" fmla="*/ 381 h 58"/>
                  <a:gd name="T80" fmla="*/ 52 w 24"/>
                  <a:gd name="T81" fmla="*/ 355 h 58"/>
                  <a:gd name="T82" fmla="*/ 82 w 24"/>
                  <a:gd name="T83" fmla="*/ 271 h 58"/>
                  <a:gd name="T84" fmla="*/ 87 w 24"/>
                  <a:gd name="T85" fmla="*/ 224 h 58"/>
                  <a:gd name="T86" fmla="*/ 33 w 24"/>
                  <a:gd name="T87" fmla="*/ 206 h 58"/>
                  <a:gd name="T88" fmla="*/ 82 w 24"/>
                  <a:gd name="T89" fmla="*/ 184 h 58"/>
                  <a:gd name="T90" fmla="*/ 13 w 24"/>
                  <a:gd name="T91" fmla="*/ 171 h 58"/>
                  <a:gd name="T92" fmla="*/ 130 w 24"/>
                  <a:gd name="T93" fmla="*/ 159 h 58"/>
                  <a:gd name="T94" fmla="*/ 13 w 24"/>
                  <a:gd name="T95" fmla="*/ 100 h 58"/>
                  <a:gd name="T96" fmla="*/ 120 w 24"/>
                  <a:gd name="T97" fmla="*/ 40 h 58"/>
                  <a:gd name="T98" fmla="*/ 120 w 24"/>
                  <a:gd name="T99" fmla="*/ 13 h 58"/>
                  <a:gd name="T100" fmla="*/ 87 w 24"/>
                  <a:gd name="T101" fmla="*/ 89 h 58"/>
                  <a:gd name="T102" fmla="*/ 206 w 24"/>
                  <a:gd name="T103" fmla="*/ 121 h 58"/>
                  <a:gd name="T104" fmla="*/ 138 w 24"/>
                  <a:gd name="T105" fmla="*/ 171 h 58"/>
                  <a:gd name="T106" fmla="*/ 190 w 24"/>
                  <a:gd name="T107" fmla="*/ 519 h 5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4" h="58">
                    <a:moveTo>
                      <a:pt x="22" y="20"/>
                    </a:moveTo>
                    <a:cubicBezTo>
                      <a:pt x="21" y="18"/>
                      <a:pt x="19" y="19"/>
                      <a:pt x="19" y="19"/>
                    </a:cubicBezTo>
                    <a:cubicBezTo>
                      <a:pt x="18" y="19"/>
                      <a:pt x="16" y="19"/>
                      <a:pt x="15" y="18"/>
                    </a:cubicBezTo>
                    <a:cubicBezTo>
                      <a:pt x="15" y="18"/>
                      <a:pt x="14" y="18"/>
                      <a:pt x="14" y="18"/>
                    </a:cubicBezTo>
                    <a:cubicBezTo>
                      <a:pt x="14" y="18"/>
                      <a:pt x="15" y="17"/>
                      <a:pt x="15" y="17"/>
                    </a:cubicBezTo>
                    <a:cubicBezTo>
                      <a:pt x="15" y="17"/>
                      <a:pt x="17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5"/>
                      <a:pt x="22" y="14"/>
                    </a:cubicBezTo>
                    <a:cubicBezTo>
                      <a:pt x="22" y="13"/>
                      <a:pt x="22" y="12"/>
                      <a:pt x="21" y="12"/>
                    </a:cubicBezTo>
                    <a:cubicBezTo>
                      <a:pt x="21" y="11"/>
                      <a:pt x="20" y="11"/>
                      <a:pt x="19" y="11"/>
                    </a:cubicBezTo>
                    <a:cubicBezTo>
                      <a:pt x="19" y="11"/>
                      <a:pt x="9" y="11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0"/>
                      <a:pt x="8" y="9"/>
                      <a:pt x="9" y="9"/>
                    </a:cubicBezTo>
                    <a:cubicBezTo>
                      <a:pt x="9" y="9"/>
                      <a:pt x="15" y="9"/>
                      <a:pt x="20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7"/>
                    </a:cubicBezTo>
                    <a:cubicBezTo>
                      <a:pt x="19" y="2"/>
                      <a:pt x="16" y="0"/>
                      <a:pt x="12" y="0"/>
                    </a:cubicBezTo>
                    <a:cubicBezTo>
                      <a:pt x="9" y="0"/>
                      <a:pt x="7" y="1"/>
                      <a:pt x="6" y="2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5" y="4"/>
                      <a:pt x="5" y="5"/>
                      <a:pt x="7" y="5"/>
                    </a:cubicBezTo>
                    <a:cubicBezTo>
                      <a:pt x="7" y="5"/>
                      <a:pt x="12" y="5"/>
                      <a:pt x="12" y="5"/>
                    </a:cubicBezTo>
                    <a:cubicBezTo>
                      <a:pt x="12" y="5"/>
                      <a:pt x="13" y="5"/>
                      <a:pt x="13" y="6"/>
                    </a:cubicBezTo>
                    <a:cubicBezTo>
                      <a:pt x="13" y="6"/>
                      <a:pt x="13" y="7"/>
                      <a:pt x="12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7"/>
                      <a:pt x="1" y="8"/>
                      <a:pt x="1" y="10"/>
                    </a:cubicBezTo>
                    <a:cubicBezTo>
                      <a:pt x="1" y="14"/>
                      <a:pt x="3" y="14"/>
                      <a:pt x="3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6"/>
                      <a:pt x="1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0" y="18"/>
                      <a:pt x="1" y="19"/>
                      <a:pt x="2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8" y="19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7" y="21"/>
                      <a:pt x="6" y="21"/>
                      <a:pt x="4" y="21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" y="20"/>
                      <a:pt x="0" y="21"/>
                      <a:pt x="0" y="22"/>
                    </a:cubicBezTo>
                    <a:cubicBezTo>
                      <a:pt x="0" y="23"/>
                      <a:pt x="0" y="23"/>
                      <a:pt x="1" y="23"/>
                    </a:cubicBezTo>
                    <a:cubicBezTo>
                      <a:pt x="1" y="24"/>
                      <a:pt x="2" y="24"/>
                      <a:pt x="2" y="24"/>
                    </a:cubicBezTo>
                    <a:cubicBezTo>
                      <a:pt x="4" y="24"/>
                      <a:pt x="7" y="24"/>
                      <a:pt x="9" y="23"/>
                    </a:cubicBezTo>
                    <a:cubicBezTo>
                      <a:pt x="11" y="23"/>
                      <a:pt x="14" y="23"/>
                      <a:pt x="15" y="23"/>
                    </a:cubicBezTo>
                    <a:cubicBezTo>
                      <a:pt x="17" y="23"/>
                      <a:pt x="17" y="23"/>
                      <a:pt x="17" y="24"/>
                    </a:cubicBezTo>
                    <a:cubicBezTo>
                      <a:pt x="18" y="25"/>
                      <a:pt x="16" y="25"/>
                      <a:pt x="15" y="26"/>
                    </a:cubicBezTo>
                    <a:cubicBezTo>
                      <a:pt x="14" y="26"/>
                      <a:pt x="11" y="26"/>
                      <a:pt x="8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2" y="26"/>
                      <a:pt x="2" y="26"/>
                      <a:pt x="1" y="27"/>
                    </a:cubicBezTo>
                    <a:cubicBezTo>
                      <a:pt x="0" y="28"/>
                      <a:pt x="0" y="29"/>
                      <a:pt x="0" y="31"/>
                    </a:cubicBezTo>
                    <a:cubicBezTo>
                      <a:pt x="0" y="35"/>
                      <a:pt x="3" y="36"/>
                      <a:pt x="5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5" y="37"/>
                      <a:pt x="14" y="37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8"/>
                      <a:pt x="2" y="37"/>
                      <a:pt x="1" y="38"/>
                    </a:cubicBezTo>
                    <a:cubicBezTo>
                      <a:pt x="1" y="39"/>
                      <a:pt x="0" y="40"/>
                      <a:pt x="1" y="41"/>
                    </a:cubicBezTo>
                    <a:cubicBezTo>
                      <a:pt x="1" y="43"/>
                      <a:pt x="1" y="43"/>
                      <a:pt x="2" y="44"/>
                    </a:cubicBezTo>
                    <a:cubicBezTo>
                      <a:pt x="3" y="45"/>
                      <a:pt x="4" y="45"/>
                      <a:pt x="5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1" y="45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7"/>
                      <a:pt x="10" y="47"/>
                      <a:pt x="10" y="47"/>
                    </a:cubicBezTo>
                    <a:cubicBezTo>
                      <a:pt x="8" y="47"/>
                      <a:pt x="5" y="47"/>
                      <a:pt x="3" y="47"/>
                    </a:cubicBezTo>
                    <a:cubicBezTo>
                      <a:pt x="3" y="47"/>
                      <a:pt x="2" y="47"/>
                      <a:pt x="2" y="47"/>
                    </a:cubicBezTo>
                    <a:cubicBezTo>
                      <a:pt x="2" y="48"/>
                      <a:pt x="2" y="48"/>
                      <a:pt x="2" y="49"/>
                    </a:cubicBezTo>
                    <a:cubicBezTo>
                      <a:pt x="3" y="53"/>
                      <a:pt x="6" y="56"/>
                      <a:pt x="9" y="57"/>
                    </a:cubicBezTo>
                    <a:cubicBezTo>
                      <a:pt x="10" y="58"/>
                      <a:pt x="11" y="58"/>
                      <a:pt x="12" y="58"/>
                    </a:cubicBezTo>
                    <a:cubicBezTo>
                      <a:pt x="15" y="58"/>
                      <a:pt x="17" y="56"/>
                      <a:pt x="19" y="52"/>
                    </a:cubicBezTo>
                    <a:cubicBezTo>
                      <a:pt x="20" y="52"/>
                      <a:pt x="20" y="51"/>
                      <a:pt x="19" y="51"/>
                    </a:cubicBezTo>
                    <a:cubicBezTo>
                      <a:pt x="19" y="51"/>
                      <a:pt x="18" y="51"/>
                      <a:pt x="18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3" y="51"/>
                      <a:pt x="12" y="52"/>
                      <a:pt x="11" y="51"/>
                    </a:cubicBezTo>
                    <a:cubicBezTo>
                      <a:pt x="10" y="51"/>
                      <a:pt x="10" y="51"/>
                      <a:pt x="10" y="50"/>
                    </a:cubicBezTo>
                    <a:cubicBezTo>
                      <a:pt x="10" y="50"/>
                      <a:pt x="10" y="49"/>
                      <a:pt x="12" y="49"/>
                    </a:cubicBezTo>
                    <a:cubicBezTo>
                      <a:pt x="13" y="49"/>
                      <a:pt x="14" y="49"/>
                      <a:pt x="15" y="49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21" y="49"/>
                      <a:pt x="22" y="46"/>
                      <a:pt x="22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3"/>
                      <a:pt x="22" y="42"/>
                      <a:pt x="22" y="41"/>
                    </a:cubicBezTo>
                    <a:cubicBezTo>
                      <a:pt x="21" y="41"/>
                      <a:pt x="19" y="41"/>
                      <a:pt x="19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6" y="42"/>
                      <a:pt x="14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2"/>
                      <a:pt x="9" y="42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0"/>
                      <a:pt x="11" y="40"/>
                      <a:pt x="12" y="40"/>
                    </a:cubicBezTo>
                    <a:cubicBezTo>
                      <a:pt x="12" y="40"/>
                      <a:pt x="15" y="40"/>
                      <a:pt x="15" y="40"/>
                    </a:cubicBezTo>
                    <a:cubicBezTo>
                      <a:pt x="17" y="40"/>
                      <a:pt x="23" y="40"/>
                      <a:pt x="23" y="36"/>
                    </a:cubicBezTo>
                    <a:cubicBezTo>
                      <a:pt x="23" y="35"/>
                      <a:pt x="23" y="34"/>
                      <a:pt x="22" y="34"/>
                    </a:cubicBezTo>
                    <a:cubicBezTo>
                      <a:pt x="21" y="32"/>
                      <a:pt x="18" y="32"/>
                      <a:pt x="16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7" y="31"/>
                      <a:pt x="7" y="31"/>
                    </a:cubicBezTo>
                    <a:cubicBezTo>
                      <a:pt x="8" y="31"/>
                      <a:pt x="16" y="31"/>
                      <a:pt x="19" y="31"/>
                    </a:cubicBezTo>
                    <a:cubicBezTo>
                      <a:pt x="20" y="31"/>
                      <a:pt x="22" y="30"/>
                      <a:pt x="23" y="29"/>
                    </a:cubicBezTo>
                    <a:cubicBezTo>
                      <a:pt x="23" y="29"/>
                      <a:pt x="24" y="28"/>
                      <a:pt x="24" y="26"/>
                    </a:cubicBezTo>
                    <a:cubicBezTo>
                      <a:pt x="24" y="26"/>
                      <a:pt x="24" y="23"/>
                      <a:pt x="24" y="23"/>
                    </a:cubicBezTo>
                    <a:cubicBezTo>
                      <a:pt x="24" y="21"/>
                      <a:pt x="23" y="20"/>
                      <a:pt x="22" y="20"/>
                    </a:cubicBezTo>
                    <a:close/>
                    <a:moveTo>
                      <a:pt x="14" y="19"/>
                    </a:moveTo>
                    <a:cubicBezTo>
                      <a:pt x="16" y="20"/>
                      <a:pt x="19" y="20"/>
                      <a:pt x="19" y="20"/>
                    </a:cubicBezTo>
                    <a:cubicBezTo>
                      <a:pt x="19" y="20"/>
                      <a:pt x="21" y="19"/>
                      <a:pt x="22" y="20"/>
                    </a:cubicBezTo>
                    <a:cubicBezTo>
                      <a:pt x="22" y="21"/>
                      <a:pt x="23" y="22"/>
                      <a:pt x="23" y="23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7"/>
                      <a:pt x="23" y="28"/>
                      <a:pt x="22" y="29"/>
                    </a:cubicBezTo>
                    <a:cubicBezTo>
                      <a:pt x="21" y="30"/>
                      <a:pt x="20" y="30"/>
                      <a:pt x="19" y="30"/>
                    </a:cubicBezTo>
                    <a:cubicBezTo>
                      <a:pt x="12" y="30"/>
                      <a:pt x="8" y="30"/>
                      <a:pt x="7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0"/>
                      <a:pt x="5" y="31"/>
                      <a:pt x="5" y="31"/>
                    </a:cubicBezTo>
                    <a:cubicBezTo>
                      <a:pt x="5" y="32"/>
                      <a:pt x="5" y="32"/>
                      <a:pt x="5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7" y="33"/>
                      <a:pt x="10" y="33"/>
                      <a:pt x="15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20" y="33"/>
                      <a:pt x="21" y="34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2" y="39"/>
                      <a:pt x="16" y="39"/>
                      <a:pt x="15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0" y="39"/>
                      <a:pt x="9" y="39"/>
                      <a:pt x="8" y="40"/>
                    </a:cubicBezTo>
                    <a:cubicBezTo>
                      <a:pt x="8" y="40"/>
                      <a:pt x="8" y="41"/>
                      <a:pt x="8" y="41"/>
                    </a:cubicBezTo>
                    <a:cubicBezTo>
                      <a:pt x="8" y="43"/>
                      <a:pt x="10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4" y="43"/>
                      <a:pt x="16" y="43"/>
                      <a:pt x="17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20" y="42"/>
                      <a:pt x="21" y="42"/>
                      <a:pt x="21" y="42"/>
                    </a:cubicBezTo>
                    <a:cubicBezTo>
                      <a:pt x="21" y="42"/>
                      <a:pt x="21" y="43"/>
                      <a:pt x="21" y="45"/>
                    </a:cubicBezTo>
                    <a:cubicBezTo>
                      <a:pt x="21" y="45"/>
                      <a:pt x="21" y="45"/>
                      <a:pt x="21" y="45"/>
                    </a:cubicBezTo>
                    <a:cubicBezTo>
                      <a:pt x="21" y="46"/>
                      <a:pt x="20" y="48"/>
                      <a:pt x="18" y="48"/>
                    </a:cubicBezTo>
                    <a:cubicBezTo>
                      <a:pt x="18" y="48"/>
                      <a:pt x="15" y="48"/>
                      <a:pt x="15" y="48"/>
                    </a:cubicBezTo>
                    <a:cubicBezTo>
                      <a:pt x="14" y="48"/>
                      <a:pt x="13" y="48"/>
                      <a:pt x="12" y="48"/>
                    </a:cubicBezTo>
                    <a:cubicBezTo>
                      <a:pt x="11" y="48"/>
                      <a:pt x="9" y="49"/>
                      <a:pt x="9" y="50"/>
                    </a:cubicBezTo>
                    <a:cubicBezTo>
                      <a:pt x="9" y="51"/>
                      <a:pt x="10" y="52"/>
                      <a:pt x="11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3" y="52"/>
                      <a:pt x="14" y="52"/>
                      <a:pt x="15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9" y="52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16" y="57"/>
                      <a:pt x="13" y="58"/>
                      <a:pt x="9" y="57"/>
                    </a:cubicBezTo>
                    <a:cubicBezTo>
                      <a:pt x="6" y="56"/>
                      <a:pt x="4" y="53"/>
                      <a:pt x="3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5" y="48"/>
                      <a:pt x="8" y="48"/>
                      <a:pt x="10" y="48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7"/>
                      <a:pt x="12" y="46"/>
                      <a:pt x="12" y="46"/>
                    </a:cubicBezTo>
                    <a:cubicBezTo>
                      <a:pt x="12" y="45"/>
                      <a:pt x="12" y="45"/>
                      <a:pt x="11" y="44"/>
                    </a:cubicBezTo>
                    <a:cubicBezTo>
                      <a:pt x="11" y="44"/>
                      <a:pt x="10" y="44"/>
                      <a:pt x="10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4"/>
                      <a:pt x="3" y="44"/>
                      <a:pt x="2" y="43"/>
                    </a:cubicBezTo>
                    <a:cubicBezTo>
                      <a:pt x="2" y="43"/>
                      <a:pt x="1" y="42"/>
                      <a:pt x="1" y="41"/>
                    </a:cubicBezTo>
                    <a:cubicBezTo>
                      <a:pt x="1" y="40"/>
                      <a:pt x="2" y="39"/>
                      <a:pt x="2" y="39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8"/>
                      <a:pt x="16" y="37"/>
                      <a:pt x="16" y="36"/>
                    </a:cubicBezTo>
                    <a:cubicBezTo>
                      <a:pt x="16" y="35"/>
                      <a:pt x="15" y="35"/>
                      <a:pt x="14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3" y="35"/>
                      <a:pt x="1" y="34"/>
                      <a:pt x="1" y="31"/>
                    </a:cubicBezTo>
                    <a:cubicBezTo>
                      <a:pt x="1" y="29"/>
                      <a:pt x="1" y="28"/>
                      <a:pt x="2" y="27"/>
                    </a:cubicBezTo>
                    <a:cubicBezTo>
                      <a:pt x="2" y="27"/>
                      <a:pt x="3" y="26"/>
                      <a:pt x="4" y="26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7"/>
                      <a:pt x="14" y="27"/>
                      <a:pt x="15" y="26"/>
                    </a:cubicBezTo>
                    <a:cubicBezTo>
                      <a:pt x="18" y="26"/>
                      <a:pt x="18" y="25"/>
                      <a:pt x="18" y="24"/>
                    </a:cubicBezTo>
                    <a:cubicBezTo>
                      <a:pt x="18" y="23"/>
                      <a:pt x="18" y="22"/>
                      <a:pt x="15" y="22"/>
                    </a:cubicBezTo>
                    <a:cubicBezTo>
                      <a:pt x="13" y="22"/>
                      <a:pt x="11" y="22"/>
                      <a:pt x="9" y="22"/>
                    </a:cubicBezTo>
                    <a:cubicBezTo>
                      <a:pt x="7" y="23"/>
                      <a:pt x="4" y="23"/>
                      <a:pt x="2" y="23"/>
                    </a:cubicBezTo>
                    <a:cubicBezTo>
                      <a:pt x="2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2" y="21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6" y="22"/>
                      <a:pt x="7" y="22"/>
                      <a:pt x="8" y="21"/>
                    </a:cubicBezTo>
                    <a:cubicBezTo>
                      <a:pt x="8" y="21"/>
                      <a:pt x="9" y="20"/>
                      <a:pt x="9" y="20"/>
                    </a:cubicBezTo>
                    <a:cubicBezTo>
                      <a:pt x="9" y="19"/>
                      <a:pt x="8" y="19"/>
                      <a:pt x="8" y="18"/>
                    </a:cubicBezTo>
                    <a:cubicBezTo>
                      <a:pt x="7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2" y="18"/>
                      <a:pt x="2" y="18"/>
                    </a:cubicBezTo>
                    <a:cubicBezTo>
                      <a:pt x="2" y="18"/>
                      <a:pt x="1" y="18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4" y="15"/>
                      <a:pt x="14" y="15"/>
                      <a:pt x="14" y="14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2" y="13"/>
                      <a:pt x="1" y="10"/>
                    </a:cubicBezTo>
                    <a:cubicBezTo>
                      <a:pt x="1" y="9"/>
                      <a:pt x="2" y="8"/>
                      <a:pt x="4" y="8"/>
                    </a:cubicBezTo>
                    <a:cubicBezTo>
                      <a:pt x="4" y="8"/>
                      <a:pt x="12" y="8"/>
                      <a:pt x="12" y="8"/>
                    </a:cubicBezTo>
                    <a:cubicBezTo>
                      <a:pt x="13" y="7"/>
                      <a:pt x="14" y="7"/>
                      <a:pt x="14" y="6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8" y="1"/>
                      <a:pt x="9" y="1"/>
                      <a:pt x="12" y="1"/>
                    </a:cubicBezTo>
                    <a:cubicBezTo>
                      <a:pt x="16" y="1"/>
                      <a:pt x="18" y="3"/>
                      <a:pt x="20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5" y="9"/>
                      <a:pt x="9" y="9"/>
                      <a:pt x="9" y="9"/>
                    </a:cubicBezTo>
                    <a:cubicBezTo>
                      <a:pt x="8" y="9"/>
                      <a:pt x="7" y="9"/>
                      <a:pt x="7" y="10"/>
                    </a:cubicBezTo>
                    <a:cubicBezTo>
                      <a:pt x="7" y="11"/>
                      <a:pt x="8" y="12"/>
                      <a:pt x="9" y="12"/>
                    </a:cubicBezTo>
                    <a:cubicBezTo>
                      <a:pt x="9" y="12"/>
                      <a:pt x="19" y="12"/>
                      <a:pt x="19" y="12"/>
                    </a:cubicBezTo>
                    <a:cubicBezTo>
                      <a:pt x="20" y="12"/>
                      <a:pt x="20" y="12"/>
                      <a:pt x="21" y="12"/>
                    </a:cubicBezTo>
                    <a:cubicBezTo>
                      <a:pt x="21" y="13"/>
                      <a:pt x="21" y="13"/>
                      <a:pt x="21" y="14"/>
                    </a:cubicBezTo>
                    <a:cubicBezTo>
                      <a:pt x="21" y="15"/>
                      <a:pt x="21" y="16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6"/>
                      <a:pt x="15" y="16"/>
                      <a:pt x="14" y="17"/>
                    </a:cubicBezTo>
                    <a:cubicBezTo>
                      <a:pt x="14" y="17"/>
                      <a:pt x="14" y="17"/>
                      <a:pt x="14" y="18"/>
                    </a:cubicBezTo>
                    <a:cubicBezTo>
                      <a:pt x="14" y="18"/>
                      <a:pt x="14" y="19"/>
                      <a:pt x="14" y="19"/>
                    </a:cubicBezTo>
                    <a:close/>
                    <a:moveTo>
                      <a:pt x="19" y="52"/>
                    </a:moveTo>
                    <a:cubicBezTo>
                      <a:pt x="19" y="52"/>
                      <a:pt x="19" y="52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lose/>
                  </a:path>
                </a:pathLst>
              </a:custGeom>
              <a:solidFill>
                <a:srgbClr val="FB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5" name="Freeform 1276">
                <a:extLst>
                  <a:ext uri="{FF2B5EF4-FFF2-40B4-BE49-F238E27FC236}">
                    <a16:creationId xmlns:a16="http://schemas.microsoft.com/office/drawing/2014/main" id="{D88A3227-D28A-4976-8FD8-CFF0F288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299"/>
                <a:ext cx="38" cy="92"/>
              </a:xfrm>
              <a:custGeom>
                <a:avLst/>
                <a:gdLst>
                  <a:gd name="T0" fmla="*/ 190 w 24"/>
                  <a:gd name="T1" fmla="*/ 192 h 58"/>
                  <a:gd name="T2" fmla="*/ 138 w 24"/>
                  <a:gd name="T3" fmla="*/ 184 h 58"/>
                  <a:gd name="T4" fmla="*/ 184 w 24"/>
                  <a:gd name="T5" fmla="*/ 171 h 58"/>
                  <a:gd name="T6" fmla="*/ 219 w 24"/>
                  <a:gd name="T7" fmla="*/ 141 h 58"/>
                  <a:gd name="T8" fmla="*/ 190 w 24"/>
                  <a:gd name="T9" fmla="*/ 108 h 58"/>
                  <a:gd name="T10" fmla="*/ 82 w 24"/>
                  <a:gd name="T11" fmla="*/ 100 h 58"/>
                  <a:gd name="T12" fmla="*/ 203 w 24"/>
                  <a:gd name="T13" fmla="*/ 89 h 58"/>
                  <a:gd name="T14" fmla="*/ 206 w 24"/>
                  <a:gd name="T15" fmla="*/ 68 h 58"/>
                  <a:gd name="T16" fmla="*/ 63 w 24"/>
                  <a:gd name="T17" fmla="*/ 21 h 58"/>
                  <a:gd name="T18" fmla="*/ 68 w 24"/>
                  <a:gd name="T19" fmla="*/ 52 h 58"/>
                  <a:gd name="T20" fmla="*/ 130 w 24"/>
                  <a:gd name="T21" fmla="*/ 63 h 58"/>
                  <a:gd name="T22" fmla="*/ 40 w 24"/>
                  <a:gd name="T23" fmla="*/ 68 h 58"/>
                  <a:gd name="T24" fmla="*/ 33 w 24"/>
                  <a:gd name="T25" fmla="*/ 141 h 58"/>
                  <a:gd name="T26" fmla="*/ 130 w 24"/>
                  <a:gd name="T27" fmla="*/ 141 h 58"/>
                  <a:gd name="T28" fmla="*/ 21 w 24"/>
                  <a:gd name="T29" fmla="*/ 151 h 58"/>
                  <a:gd name="T30" fmla="*/ 0 w 24"/>
                  <a:gd name="T31" fmla="*/ 171 h 58"/>
                  <a:gd name="T32" fmla="*/ 63 w 24"/>
                  <a:gd name="T33" fmla="*/ 192 h 58"/>
                  <a:gd name="T34" fmla="*/ 68 w 24"/>
                  <a:gd name="T35" fmla="*/ 192 h 58"/>
                  <a:gd name="T36" fmla="*/ 82 w 24"/>
                  <a:gd name="T37" fmla="*/ 203 h 58"/>
                  <a:gd name="T38" fmla="*/ 33 w 24"/>
                  <a:gd name="T39" fmla="*/ 203 h 58"/>
                  <a:gd name="T40" fmla="*/ 13 w 24"/>
                  <a:gd name="T41" fmla="*/ 227 h 58"/>
                  <a:gd name="T42" fmla="*/ 87 w 24"/>
                  <a:gd name="T43" fmla="*/ 227 h 58"/>
                  <a:gd name="T44" fmla="*/ 171 w 24"/>
                  <a:gd name="T45" fmla="*/ 240 h 58"/>
                  <a:gd name="T46" fmla="*/ 82 w 24"/>
                  <a:gd name="T47" fmla="*/ 259 h 58"/>
                  <a:gd name="T48" fmla="*/ 13 w 24"/>
                  <a:gd name="T49" fmla="*/ 271 h 58"/>
                  <a:gd name="T50" fmla="*/ 52 w 24"/>
                  <a:gd name="T51" fmla="*/ 360 h 58"/>
                  <a:gd name="T52" fmla="*/ 150 w 24"/>
                  <a:gd name="T53" fmla="*/ 360 h 58"/>
                  <a:gd name="T54" fmla="*/ 40 w 24"/>
                  <a:gd name="T55" fmla="*/ 381 h 58"/>
                  <a:gd name="T56" fmla="*/ 13 w 24"/>
                  <a:gd name="T57" fmla="*/ 381 h 58"/>
                  <a:gd name="T58" fmla="*/ 21 w 24"/>
                  <a:gd name="T59" fmla="*/ 443 h 58"/>
                  <a:gd name="T60" fmla="*/ 100 w 24"/>
                  <a:gd name="T61" fmla="*/ 450 h 58"/>
                  <a:gd name="T62" fmla="*/ 108 w 24"/>
                  <a:gd name="T63" fmla="*/ 463 h 58"/>
                  <a:gd name="T64" fmla="*/ 33 w 24"/>
                  <a:gd name="T65" fmla="*/ 476 h 58"/>
                  <a:gd name="T66" fmla="*/ 21 w 24"/>
                  <a:gd name="T67" fmla="*/ 495 h 58"/>
                  <a:gd name="T68" fmla="*/ 120 w 24"/>
                  <a:gd name="T69" fmla="*/ 584 h 58"/>
                  <a:gd name="T70" fmla="*/ 190 w 24"/>
                  <a:gd name="T71" fmla="*/ 511 h 58"/>
                  <a:gd name="T72" fmla="*/ 150 w 24"/>
                  <a:gd name="T73" fmla="*/ 511 h 58"/>
                  <a:gd name="T74" fmla="*/ 100 w 24"/>
                  <a:gd name="T75" fmla="*/ 498 h 58"/>
                  <a:gd name="T76" fmla="*/ 150 w 24"/>
                  <a:gd name="T77" fmla="*/ 495 h 58"/>
                  <a:gd name="T78" fmla="*/ 219 w 24"/>
                  <a:gd name="T79" fmla="*/ 450 h 58"/>
                  <a:gd name="T80" fmla="*/ 219 w 24"/>
                  <a:gd name="T81" fmla="*/ 411 h 58"/>
                  <a:gd name="T82" fmla="*/ 184 w 24"/>
                  <a:gd name="T83" fmla="*/ 411 h 58"/>
                  <a:gd name="T84" fmla="*/ 120 w 24"/>
                  <a:gd name="T85" fmla="*/ 422 h 58"/>
                  <a:gd name="T86" fmla="*/ 87 w 24"/>
                  <a:gd name="T87" fmla="*/ 411 h 58"/>
                  <a:gd name="T88" fmla="*/ 120 w 24"/>
                  <a:gd name="T89" fmla="*/ 400 h 58"/>
                  <a:gd name="T90" fmla="*/ 226 w 24"/>
                  <a:gd name="T91" fmla="*/ 360 h 58"/>
                  <a:gd name="T92" fmla="*/ 158 w 24"/>
                  <a:gd name="T93" fmla="*/ 322 h 58"/>
                  <a:gd name="T94" fmla="*/ 68 w 24"/>
                  <a:gd name="T95" fmla="*/ 322 h 58"/>
                  <a:gd name="T96" fmla="*/ 63 w 24"/>
                  <a:gd name="T97" fmla="*/ 312 h 58"/>
                  <a:gd name="T98" fmla="*/ 68 w 24"/>
                  <a:gd name="T99" fmla="*/ 312 h 58"/>
                  <a:gd name="T100" fmla="*/ 226 w 24"/>
                  <a:gd name="T101" fmla="*/ 292 h 58"/>
                  <a:gd name="T102" fmla="*/ 238 w 24"/>
                  <a:gd name="T103" fmla="*/ 227 h 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4" h="58">
                    <a:moveTo>
                      <a:pt x="22" y="20"/>
                    </a:moveTo>
                    <a:cubicBezTo>
                      <a:pt x="21" y="18"/>
                      <a:pt x="19" y="19"/>
                      <a:pt x="19" y="19"/>
                    </a:cubicBezTo>
                    <a:cubicBezTo>
                      <a:pt x="18" y="19"/>
                      <a:pt x="16" y="19"/>
                      <a:pt x="15" y="18"/>
                    </a:cubicBezTo>
                    <a:cubicBezTo>
                      <a:pt x="15" y="18"/>
                      <a:pt x="14" y="18"/>
                      <a:pt x="14" y="18"/>
                    </a:cubicBezTo>
                    <a:cubicBezTo>
                      <a:pt x="14" y="18"/>
                      <a:pt x="15" y="17"/>
                      <a:pt x="15" y="17"/>
                    </a:cubicBezTo>
                    <a:cubicBezTo>
                      <a:pt x="15" y="17"/>
                      <a:pt x="17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5"/>
                      <a:pt x="22" y="14"/>
                    </a:cubicBezTo>
                    <a:cubicBezTo>
                      <a:pt x="22" y="13"/>
                      <a:pt x="22" y="12"/>
                      <a:pt x="21" y="12"/>
                    </a:cubicBezTo>
                    <a:cubicBezTo>
                      <a:pt x="21" y="11"/>
                      <a:pt x="20" y="11"/>
                      <a:pt x="19" y="11"/>
                    </a:cubicBezTo>
                    <a:cubicBezTo>
                      <a:pt x="19" y="11"/>
                      <a:pt x="9" y="11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0"/>
                      <a:pt x="8" y="9"/>
                      <a:pt x="9" y="9"/>
                    </a:cubicBezTo>
                    <a:cubicBezTo>
                      <a:pt x="9" y="9"/>
                      <a:pt x="15" y="9"/>
                      <a:pt x="20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7"/>
                    </a:cubicBezTo>
                    <a:cubicBezTo>
                      <a:pt x="19" y="2"/>
                      <a:pt x="16" y="0"/>
                      <a:pt x="12" y="0"/>
                    </a:cubicBezTo>
                    <a:cubicBezTo>
                      <a:pt x="9" y="0"/>
                      <a:pt x="7" y="1"/>
                      <a:pt x="6" y="2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5" y="4"/>
                      <a:pt x="5" y="5"/>
                      <a:pt x="7" y="5"/>
                    </a:cubicBezTo>
                    <a:cubicBezTo>
                      <a:pt x="7" y="5"/>
                      <a:pt x="12" y="5"/>
                      <a:pt x="12" y="5"/>
                    </a:cubicBezTo>
                    <a:cubicBezTo>
                      <a:pt x="12" y="5"/>
                      <a:pt x="13" y="5"/>
                      <a:pt x="13" y="6"/>
                    </a:cubicBezTo>
                    <a:cubicBezTo>
                      <a:pt x="13" y="6"/>
                      <a:pt x="13" y="7"/>
                      <a:pt x="12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7"/>
                      <a:pt x="1" y="8"/>
                      <a:pt x="1" y="10"/>
                    </a:cubicBezTo>
                    <a:cubicBezTo>
                      <a:pt x="1" y="14"/>
                      <a:pt x="3" y="14"/>
                      <a:pt x="3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6"/>
                      <a:pt x="1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0" y="18"/>
                      <a:pt x="1" y="19"/>
                      <a:pt x="2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8" y="19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7" y="21"/>
                      <a:pt x="6" y="21"/>
                      <a:pt x="4" y="21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" y="20"/>
                      <a:pt x="0" y="21"/>
                      <a:pt x="0" y="22"/>
                    </a:cubicBezTo>
                    <a:cubicBezTo>
                      <a:pt x="0" y="23"/>
                      <a:pt x="0" y="23"/>
                      <a:pt x="1" y="23"/>
                    </a:cubicBezTo>
                    <a:cubicBezTo>
                      <a:pt x="1" y="24"/>
                      <a:pt x="2" y="24"/>
                      <a:pt x="2" y="24"/>
                    </a:cubicBezTo>
                    <a:cubicBezTo>
                      <a:pt x="4" y="24"/>
                      <a:pt x="7" y="24"/>
                      <a:pt x="9" y="23"/>
                    </a:cubicBezTo>
                    <a:cubicBezTo>
                      <a:pt x="11" y="23"/>
                      <a:pt x="14" y="23"/>
                      <a:pt x="15" y="23"/>
                    </a:cubicBezTo>
                    <a:cubicBezTo>
                      <a:pt x="17" y="23"/>
                      <a:pt x="17" y="23"/>
                      <a:pt x="17" y="24"/>
                    </a:cubicBezTo>
                    <a:cubicBezTo>
                      <a:pt x="18" y="25"/>
                      <a:pt x="16" y="25"/>
                      <a:pt x="15" y="26"/>
                    </a:cubicBezTo>
                    <a:cubicBezTo>
                      <a:pt x="14" y="26"/>
                      <a:pt x="11" y="26"/>
                      <a:pt x="8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2" y="26"/>
                      <a:pt x="2" y="26"/>
                      <a:pt x="1" y="27"/>
                    </a:cubicBezTo>
                    <a:cubicBezTo>
                      <a:pt x="0" y="28"/>
                      <a:pt x="0" y="29"/>
                      <a:pt x="0" y="31"/>
                    </a:cubicBezTo>
                    <a:cubicBezTo>
                      <a:pt x="0" y="35"/>
                      <a:pt x="3" y="36"/>
                      <a:pt x="5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5" y="37"/>
                      <a:pt x="14" y="37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8"/>
                      <a:pt x="2" y="37"/>
                      <a:pt x="1" y="38"/>
                    </a:cubicBezTo>
                    <a:cubicBezTo>
                      <a:pt x="1" y="39"/>
                      <a:pt x="0" y="40"/>
                      <a:pt x="1" y="41"/>
                    </a:cubicBezTo>
                    <a:cubicBezTo>
                      <a:pt x="1" y="43"/>
                      <a:pt x="1" y="43"/>
                      <a:pt x="2" y="44"/>
                    </a:cubicBezTo>
                    <a:cubicBezTo>
                      <a:pt x="3" y="45"/>
                      <a:pt x="4" y="45"/>
                      <a:pt x="5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1" y="45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7"/>
                      <a:pt x="10" y="47"/>
                      <a:pt x="10" y="47"/>
                    </a:cubicBezTo>
                    <a:cubicBezTo>
                      <a:pt x="8" y="47"/>
                      <a:pt x="5" y="47"/>
                      <a:pt x="3" y="47"/>
                    </a:cubicBezTo>
                    <a:cubicBezTo>
                      <a:pt x="3" y="47"/>
                      <a:pt x="2" y="47"/>
                      <a:pt x="2" y="47"/>
                    </a:cubicBezTo>
                    <a:cubicBezTo>
                      <a:pt x="2" y="48"/>
                      <a:pt x="2" y="48"/>
                      <a:pt x="2" y="49"/>
                    </a:cubicBezTo>
                    <a:cubicBezTo>
                      <a:pt x="3" y="53"/>
                      <a:pt x="6" y="56"/>
                      <a:pt x="9" y="57"/>
                    </a:cubicBezTo>
                    <a:cubicBezTo>
                      <a:pt x="10" y="58"/>
                      <a:pt x="11" y="58"/>
                      <a:pt x="12" y="58"/>
                    </a:cubicBezTo>
                    <a:cubicBezTo>
                      <a:pt x="15" y="58"/>
                      <a:pt x="17" y="56"/>
                      <a:pt x="19" y="52"/>
                    </a:cubicBezTo>
                    <a:cubicBezTo>
                      <a:pt x="20" y="52"/>
                      <a:pt x="20" y="51"/>
                      <a:pt x="19" y="51"/>
                    </a:cubicBezTo>
                    <a:cubicBezTo>
                      <a:pt x="19" y="51"/>
                      <a:pt x="18" y="51"/>
                      <a:pt x="18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3" y="51"/>
                      <a:pt x="12" y="52"/>
                      <a:pt x="11" y="51"/>
                    </a:cubicBezTo>
                    <a:cubicBezTo>
                      <a:pt x="10" y="51"/>
                      <a:pt x="10" y="51"/>
                      <a:pt x="10" y="50"/>
                    </a:cubicBezTo>
                    <a:cubicBezTo>
                      <a:pt x="10" y="50"/>
                      <a:pt x="10" y="49"/>
                      <a:pt x="12" y="49"/>
                    </a:cubicBezTo>
                    <a:cubicBezTo>
                      <a:pt x="13" y="49"/>
                      <a:pt x="14" y="49"/>
                      <a:pt x="15" y="49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21" y="49"/>
                      <a:pt x="22" y="46"/>
                      <a:pt x="22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3"/>
                      <a:pt x="22" y="42"/>
                      <a:pt x="22" y="41"/>
                    </a:cubicBezTo>
                    <a:cubicBezTo>
                      <a:pt x="21" y="41"/>
                      <a:pt x="19" y="41"/>
                      <a:pt x="19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6" y="42"/>
                      <a:pt x="14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2"/>
                      <a:pt x="9" y="42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0"/>
                      <a:pt x="11" y="40"/>
                      <a:pt x="12" y="40"/>
                    </a:cubicBezTo>
                    <a:cubicBezTo>
                      <a:pt x="12" y="40"/>
                      <a:pt x="15" y="40"/>
                      <a:pt x="15" y="40"/>
                    </a:cubicBezTo>
                    <a:cubicBezTo>
                      <a:pt x="17" y="40"/>
                      <a:pt x="23" y="40"/>
                      <a:pt x="23" y="36"/>
                    </a:cubicBezTo>
                    <a:cubicBezTo>
                      <a:pt x="23" y="35"/>
                      <a:pt x="23" y="34"/>
                      <a:pt x="22" y="34"/>
                    </a:cubicBezTo>
                    <a:cubicBezTo>
                      <a:pt x="21" y="32"/>
                      <a:pt x="18" y="32"/>
                      <a:pt x="16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7" y="31"/>
                      <a:pt x="7" y="31"/>
                    </a:cubicBezTo>
                    <a:cubicBezTo>
                      <a:pt x="8" y="31"/>
                      <a:pt x="16" y="31"/>
                      <a:pt x="19" y="31"/>
                    </a:cubicBezTo>
                    <a:cubicBezTo>
                      <a:pt x="20" y="31"/>
                      <a:pt x="22" y="30"/>
                      <a:pt x="23" y="29"/>
                    </a:cubicBezTo>
                    <a:cubicBezTo>
                      <a:pt x="23" y="29"/>
                      <a:pt x="24" y="28"/>
                      <a:pt x="24" y="26"/>
                    </a:cubicBezTo>
                    <a:cubicBezTo>
                      <a:pt x="24" y="26"/>
                      <a:pt x="24" y="23"/>
                      <a:pt x="24" y="23"/>
                    </a:cubicBezTo>
                    <a:cubicBezTo>
                      <a:pt x="24" y="21"/>
                      <a:pt x="23" y="20"/>
                      <a:pt x="22" y="2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6" name="Freeform 1277">
                <a:extLst>
                  <a:ext uri="{FF2B5EF4-FFF2-40B4-BE49-F238E27FC236}">
                    <a16:creationId xmlns:a16="http://schemas.microsoft.com/office/drawing/2014/main" id="{1023A720-79FB-40AF-9F19-AB541A009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299"/>
                <a:ext cx="37" cy="93"/>
              </a:xfrm>
              <a:custGeom>
                <a:avLst/>
                <a:gdLst>
                  <a:gd name="T0" fmla="*/ 196 w 23"/>
                  <a:gd name="T1" fmla="*/ 495 h 59"/>
                  <a:gd name="T2" fmla="*/ 97 w 23"/>
                  <a:gd name="T3" fmla="*/ 490 h 59"/>
                  <a:gd name="T4" fmla="*/ 196 w 23"/>
                  <a:gd name="T5" fmla="*/ 470 h 59"/>
                  <a:gd name="T6" fmla="*/ 196 w 23"/>
                  <a:gd name="T7" fmla="*/ 408 h 59"/>
                  <a:gd name="T8" fmla="*/ 97 w 23"/>
                  <a:gd name="T9" fmla="*/ 400 h 59"/>
                  <a:gd name="T10" fmla="*/ 162 w 23"/>
                  <a:gd name="T11" fmla="*/ 388 h 59"/>
                  <a:gd name="T12" fmla="*/ 162 w 23"/>
                  <a:gd name="T13" fmla="*/ 320 h 59"/>
                  <a:gd name="T14" fmla="*/ 55 w 23"/>
                  <a:gd name="T15" fmla="*/ 301 h 59"/>
                  <a:gd name="T16" fmla="*/ 208 w 23"/>
                  <a:gd name="T17" fmla="*/ 290 h 59"/>
                  <a:gd name="T18" fmla="*/ 251 w 23"/>
                  <a:gd name="T19" fmla="*/ 224 h 59"/>
                  <a:gd name="T20" fmla="*/ 156 w 23"/>
                  <a:gd name="T21" fmla="*/ 172 h 59"/>
                  <a:gd name="T22" fmla="*/ 208 w 23"/>
                  <a:gd name="T23" fmla="*/ 107 h 59"/>
                  <a:gd name="T24" fmla="*/ 88 w 23"/>
                  <a:gd name="T25" fmla="*/ 96 h 59"/>
                  <a:gd name="T26" fmla="*/ 212 w 23"/>
                  <a:gd name="T27" fmla="*/ 87 h 59"/>
                  <a:gd name="T28" fmla="*/ 129 w 23"/>
                  <a:gd name="T29" fmla="*/ 13 h 59"/>
                  <a:gd name="T30" fmla="*/ 68 w 23"/>
                  <a:gd name="T31" fmla="*/ 50 h 59"/>
                  <a:gd name="T32" fmla="*/ 142 w 23"/>
                  <a:gd name="T33" fmla="*/ 55 h 59"/>
                  <a:gd name="T34" fmla="*/ 42 w 23"/>
                  <a:gd name="T35" fmla="*/ 79 h 59"/>
                  <a:gd name="T36" fmla="*/ 34 w 23"/>
                  <a:gd name="T37" fmla="*/ 137 h 59"/>
                  <a:gd name="T38" fmla="*/ 156 w 23"/>
                  <a:gd name="T39" fmla="*/ 137 h 59"/>
                  <a:gd name="T40" fmla="*/ 21 w 23"/>
                  <a:gd name="T41" fmla="*/ 151 h 59"/>
                  <a:gd name="T42" fmla="*/ 68 w 23"/>
                  <a:gd name="T43" fmla="*/ 172 h 59"/>
                  <a:gd name="T44" fmla="*/ 34 w 23"/>
                  <a:gd name="T45" fmla="*/ 203 h 59"/>
                  <a:gd name="T46" fmla="*/ 21 w 23"/>
                  <a:gd name="T47" fmla="*/ 224 h 59"/>
                  <a:gd name="T48" fmla="*/ 196 w 23"/>
                  <a:gd name="T49" fmla="*/ 236 h 59"/>
                  <a:gd name="T50" fmla="*/ 42 w 23"/>
                  <a:gd name="T51" fmla="*/ 254 h 59"/>
                  <a:gd name="T52" fmla="*/ 55 w 23"/>
                  <a:gd name="T53" fmla="*/ 340 h 59"/>
                  <a:gd name="T54" fmla="*/ 175 w 23"/>
                  <a:gd name="T55" fmla="*/ 353 h 59"/>
                  <a:gd name="T56" fmla="*/ 42 w 23"/>
                  <a:gd name="T57" fmla="*/ 372 h 59"/>
                  <a:gd name="T58" fmla="*/ 55 w 23"/>
                  <a:gd name="T59" fmla="*/ 440 h 59"/>
                  <a:gd name="T60" fmla="*/ 122 w 23"/>
                  <a:gd name="T61" fmla="*/ 449 h 59"/>
                  <a:gd name="T62" fmla="*/ 34 w 23"/>
                  <a:gd name="T63" fmla="*/ 457 h 59"/>
                  <a:gd name="T64" fmla="*/ 97 w 23"/>
                  <a:gd name="T65" fmla="*/ 556 h 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" h="59">
                    <a:moveTo>
                      <a:pt x="19" y="52"/>
                    </a:moveTo>
                    <a:cubicBezTo>
                      <a:pt x="19" y="51"/>
                      <a:pt x="19" y="51"/>
                      <a:pt x="18" y="51"/>
                    </a:cubicBezTo>
                    <a:cubicBezTo>
                      <a:pt x="15" y="51"/>
                      <a:pt x="13" y="52"/>
                      <a:pt x="11" y="52"/>
                    </a:cubicBezTo>
                    <a:cubicBezTo>
                      <a:pt x="10" y="52"/>
                      <a:pt x="9" y="51"/>
                      <a:pt x="9" y="50"/>
                    </a:cubicBezTo>
                    <a:cubicBezTo>
                      <a:pt x="9" y="50"/>
                      <a:pt x="10" y="49"/>
                      <a:pt x="12" y="49"/>
                    </a:cubicBezTo>
                    <a:cubicBezTo>
                      <a:pt x="14" y="48"/>
                      <a:pt x="15" y="49"/>
                      <a:pt x="18" y="48"/>
                    </a:cubicBezTo>
                    <a:cubicBezTo>
                      <a:pt x="21" y="48"/>
                      <a:pt x="21" y="45"/>
                      <a:pt x="22" y="45"/>
                    </a:cubicBezTo>
                    <a:cubicBezTo>
                      <a:pt x="23" y="40"/>
                      <a:pt x="19" y="42"/>
                      <a:pt x="18" y="42"/>
                    </a:cubicBezTo>
                    <a:cubicBezTo>
                      <a:pt x="16" y="42"/>
                      <a:pt x="15" y="42"/>
                      <a:pt x="12" y="42"/>
                    </a:cubicBezTo>
                    <a:cubicBezTo>
                      <a:pt x="11" y="42"/>
                      <a:pt x="9" y="42"/>
                      <a:pt x="9" y="41"/>
                    </a:cubicBezTo>
                    <a:cubicBezTo>
                      <a:pt x="8" y="40"/>
                      <a:pt x="10" y="40"/>
                      <a:pt x="12" y="40"/>
                    </a:cubicBezTo>
                    <a:cubicBezTo>
                      <a:pt x="13" y="40"/>
                      <a:pt x="14" y="40"/>
                      <a:pt x="15" y="40"/>
                    </a:cubicBezTo>
                    <a:cubicBezTo>
                      <a:pt x="16" y="40"/>
                      <a:pt x="22" y="40"/>
                      <a:pt x="22" y="36"/>
                    </a:cubicBezTo>
                    <a:cubicBezTo>
                      <a:pt x="23" y="32"/>
                      <a:pt x="17" y="33"/>
                      <a:pt x="15" y="33"/>
                    </a:cubicBezTo>
                    <a:cubicBezTo>
                      <a:pt x="11" y="33"/>
                      <a:pt x="8" y="33"/>
                      <a:pt x="7" y="33"/>
                    </a:cubicBezTo>
                    <a:cubicBezTo>
                      <a:pt x="6" y="33"/>
                      <a:pt x="5" y="32"/>
                      <a:pt x="5" y="31"/>
                    </a:cubicBezTo>
                    <a:cubicBezTo>
                      <a:pt x="5" y="31"/>
                      <a:pt x="6" y="30"/>
                      <a:pt x="7" y="30"/>
                    </a:cubicBezTo>
                    <a:cubicBezTo>
                      <a:pt x="8" y="30"/>
                      <a:pt x="14" y="30"/>
                      <a:pt x="19" y="30"/>
                    </a:cubicBezTo>
                    <a:cubicBezTo>
                      <a:pt x="20" y="30"/>
                      <a:pt x="23" y="30"/>
                      <a:pt x="23" y="26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19"/>
                      <a:pt x="19" y="19"/>
                      <a:pt x="19" y="19"/>
                    </a:cubicBezTo>
                    <a:cubicBezTo>
                      <a:pt x="19" y="19"/>
                      <a:pt x="14" y="20"/>
                      <a:pt x="14" y="18"/>
                    </a:cubicBezTo>
                    <a:cubicBezTo>
                      <a:pt x="14" y="16"/>
                      <a:pt x="17" y="17"/>
                      <a:pt x="19" y="16"/>
                    </a:cubicBezTo>
                    <a:cubicBezTo>
                      <a:pt x="23" y="16"/>
                      <a:pt x="23" y="11"/>
                      <a:pt x="19" y="11"/>
                    </a:cubicBezTo>
                    <a:cubicBezTo>
                      <a:pt x="15" y="11"/>
                      <a:pt x="10" y="11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9" y="9"/>
                      <a:pt x="15" y="9"/>
                      <a:pt x="20" y="9"/>
                    </a:cubicBezTo>
                    <a:cubicBezTo>
                      <a:pt x="20" y="9"/>
                      <a:pt x="21" y="9"/>
                      <a:pt x="21" y="7"/>
                    </a:cubicBezTo>
                    <a:cubicBezTo>
                      <a:pt x="19" y="3"/>
                      <a:pt x="16" y="1"/>
                      <a:pt x="12" y="1"/>
                    </a:cubicBezTo>
                    <a:cubicBezTo>
                      <a:pt x="9" y="0"/>
                      <a:pt x="7" y="1"/>
                      <a:pt x="6" y="2"/>
                    </a:cubicBezTo>
                    <a:cubicBezTo>
                      <a:pt x="5" y="3"/>
                      <a:pt x="4" y="5"/>
                      <a:pt x="6" y="5"/>
                    </a:cubicBezTo>
                    <a:cubicBezTo>
                      <a:pt x="9" y="5"/>
                      <a:pt x="12" y="4"/>
                      <a:pt x="12" y="4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13" y="6"/>
                      <a:pt x="13" y="7"/>
                      <a:pt x="12" y="7"/>
                    </a:cubicBezTo>
                    <a:cubicBezTo>
                      <a:pt x="10" y="7"/>
                      <a:pt x="6" y="7"/>
                      <a:pt x="4" y="8"/>
                    </a:cubicBezTo>
                    <a:cubicBezTo>
                      <a:pt x="3" y="8"/>
                      <a:pt x="1" y="8"/>
                      <a:pt x="1" y="10"/>
                    </a:cubicBezTo>
                    <a:cubicBezTo>
                      <a:pt x="1" y="13"/>
                      <a:pt x="3" y="14"/>
                      <a:pt x="3" y="14"/>
                    </a:cubicBezTo>
                    <a:cubicBezTo>
                      <a:pt x="6" y="14"/>
                      <a:pt x="9" y="13"/>
                      <a:pt x="12" y="13"/>
                    </a:cubicBezTo>
                    <a:cubicBezTo>
                      <a:pt x="12" y="13"/>
                      <a:pt x="13" y="14"/>
                      <a:pt x="14" y="14"/>
                    </a:cubicBezTo>
                    <a:cubicBezTo>
                      <a:pt x="14" y="15"/>
                      <a:pt x="13" y="15"/>
                      <a:pt x="12" y="16"/>
                    </a:cubicBezTo>
                    <a:cubicBezTo>
                      <a:pt x="9" y="16"/>
                      <a:pt x="5" y="16"/>
                      <a:pt x="2" y="16"/>
                    </a:cubicBezTo>
                    <a:cubicBezTo>
                      <a:pt x="0" y="16"/>
                      <a:pt x="1" y="19"/>
                      <a:pt x="2" y="19"/>
                    </a:cubicBezTo>
                    <a:cubicBezTo>
                      <a:pt x="4" y="18"/>
                      <a:pt x="6" y="18"/>
                      <a:pt x="6" y="18"/>
                    </a:cubicBezTo>
                    <a:cubicBezTo>
                      <a:pt x="6" y="18"/>
                      <a:pt x="8" y="18"/>
                      <a:pt x="8" y="20"/>
                    </a:cubicBezTo>
                    <a:cubicBezTo>
                      <a:pt x="8" y="22"/>
                      <a:pt x="5" y="21"/>
                      <a:pt x="3" y="21"/>
                    </a:cubicBezTo>
                    <a:cubicBezTo>
                      <a:pt x="2" y="21"/>
                      <a:pt x="1" y="22"/>
                      <a:pt x="1" y="22"/>
                    </a:cubicBezTo>
                    <a:cubicBezTo>
                      <a:pt x="1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5" y="22"/>
                    </a:cubicBezTo>
                    <a:cubicBezTo>
                      <a:pt x="17" y="22"/>
                      <a:pt x="18" y="23"/>
                      <a:pt x="18" y="24"/>
                    </a:cubicBezTo>
                    <a:cubicBezTo>
                      <a:pt x="18" y="25"/>
                      <a:pt x="17" y="26"/>
                      <a:pt x="15" y="26"/>
                    </a:cubicBezTo>
                    <a:cubicBezTo>
                      <a:pt x="13" y="26"/>
                      <a:pt x="8" y="26"/>
                      <a:pt x="4" y="26"/>
                    </a:cubicBezTo>
                    <a:cubicBezTo>
                      <a:pt x="3" y="26"/>
                      <a:pt x="0" y="26"/>
                      <a:pt x="0" y="31"/>
                    </a:cubicBezTo>
                    <a:cubicBezTo>
                      <a:pt x="0" y="35"/>
                      <a:pt x="4" y="35"/>
                      <a:pt x="5" y="35"/>
                    </a:cubicBezTo>
                    <a:cubicBezTo>
                      <a:pt x="8" y="35"/>
                      <a:pt x="12" y="35"/>
                      <a:pt x="14" y="35"/>
                    </a:cubicBezTo>
                    <a:cubicBezTo>
                      <a:pt x="15" y="35"/>
                      <a:pt x="16" y="36"/>
                      <a:pt x="16" y="36"/>
                    </a:cubicBezTo>
                    <a:cubicBezTo>
                      <a:pt x="16" y="37"/>
                      <a:pt x="15" y="38"/>
                      <a:pt x="14" y="38"/>
                    </a:cubicBezTo>
                    <a:cubicBezTo>
                      <a:pt x="12" y="38"/>
                      <a:pt x="8" y="38"/>
                      <a:pt x="4" y="38"/>
                    </a:cubicBezTo>
                    <a:cubicBezTo>
                      <a:pt x="4" y="38"/>
                      <a:pt x="1" y="38"/>
                      <a:pt x="1" y="41"/>
                    </a:cubicBezTo>
                    <a:cubicBezTo>
                      <a:pt x="1" y="45"/>
                      <a:pt x="4" y="45"/>
                      <a:pt x="5" y="45"/>
                    </a:cubicBezTo>
                    <a:cubicBezTo>
                      <a:pt x="7" y="45"/>
                      <a:pt x="8" y="45"/>
                      <a:pt x="10" y="44"/>
                    </a:cubicBezTo>
                    <a:cubicBezTo>
                      <a:pt x="11" y="44"/>
                      <a:pt x="11" y="45"/>
                      <a:pt x="11" y="46"/>
                    </a:cubicBezTo>
                    <a:cubicBezTo>
                      <a:pt x="11" y="46"/>
                      <a:pt x="11" y="47"/>
                      <a:pt x="10" y="47"/>
                    </a:cubicBezTo>
                    <a:cubicBezTo>
                      <a:pt x="8" y="47"/>
                      <a:pt x="5" y="47"/>
                      <a:pt x="3" y="47"/>
                    </a:cubicBezTo>
                    <a:cubicBezTo>
                      <a:pt x="3" y="47"/>
                      <a:pt x="2" y="48"/>
                      <a:pt x="2" y="49"/>
                    </a:cubicBezTo>
                    <a:cubicBezTo>
                      <a:pt x="4" y="53"/>
                      <a:pt x="6" y="56"/>
                      <a:pt x="9" y="57"/>
                    </a:cubicBezTo>
                    <a:cubicBezTo>
                      <a:pt x="13" y="59"/>
                      <a:pt x="17" y="56"/>
                      <a:pt x="19" y="5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" name="Freeform 1278">
                <a:extLst>
                  <a:ext uri="{FF2B5EF4-FFF2-40B4-BE49-F238E27FC236}">
                    <a16:creationId xmlns:a16="http://schemas.microsoft.com/office/drawing/2014/main" id="{989F90DD-CE66-4D08-9816-075735E58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271"/>
                <a:ext cx="81" cy="129"/>
              </a:xfrm>
              <a:custGeom>
                <a:avLst/>
                <a:gdLst>
                  <a:gd name="T0" fmla="*/ 83 w 51"/>
                  <a:gd name="T1" fmla="*/ 77 h 82"/>
                  <a:gd name="T2" fmla="*/ 64 w 51"/>
                  <a:gd name="T3" fmla="*/ 269 h 82"/>
                  <a:gd name="T4" fmla="*/ 205 w 51"/>
                  <a:gd name="T5" fmla="*/ 483 h 82"/>
                  <a:gd name="T6" fmla="*/ 257 w 51"/>
                  <a:gd name="T7" fmla="*/ 735 h 82"/>
                  <a:gd name="T8" fmla="*/ 497 w 51"/>
                  <a:gd name="T9" fmla="*/ 623 h 82"/>
                  <a:gd name="T10" fmla="*/ 408 w 51"/>
                  <a:gd name="T11" fmla="*/ 203 h 82"/>
                  <a:gd name="T12" fmla="*/ 83 w 51"/>
                  <a:gd name="T13" fmla="*/ 77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82">
                    <a:moveTo>
                      <a:pt x="8" y="8"/>
                    </a:moveTo>
                    <a:cubicBezTo>
                      <a:pt x="1" y="13"/>
                      <a:pt x="0" y="20"/>
                      <a:pt x="6" y="28"/>
                    </a:cubicBezTo>
                    <a:cubicBezTo>
                      <a:pt x="12" y="36"/>
                      <a:pt x="17" y="41"/>
                      <a:pt x="20" y="50"/>
                    </a:cubicBezTo>
                    <a:cubicBezTo>
                      <a:pt x="22" y="59"/>
                      <a:pt x="18" y="71"/>
                      <a:pt x="25" y="76"/>
                    </a:cubicBezTo>
                    <a:cubicBezTo>
                      <a:pt x="32" y="82"/>
                      <a:pt x="46" y="79"/>
                      <a:pt x="49" y="65"/>
                    </a:cubicBezTo>
                    <a:cubicBezTo>
                      <a:pt x="51" y="52"/>
                      <a:pt x="50" y="37"/>
                      <a:pt x="40" y="21"/>
                    </a:cubicBezTo>
                    <a:cubicBezTo>
                      <a:pt x="33" y="9"/>
                      <a:pt x="22" y="0"/>
                      <a:pt x="8" y="8"/>
                    </a:cubicBezTo>
                    <a:close/>
                  </a:path>
                </a:pathLst>
              </a:custGeom>
              <a:solidFill>
                <a:srgbClr val="7BB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8" name="Freeform 1279">
                <a:extLst>
                  <a:ext uri="{FF2B5EF4-FFF2-40B4-BE49-F238E27FC236}">
                    <a16:creationId xmlns:a16="http://schemas.microsoft.com/office/drawing/2014/main" id="{F8E4EAE4-9955-48BC-BFEB-0AC8CE761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272"/>
                <a:ext cx="74" cy="122"/>
              </a:xfrm>
              <a:custGeom>
                <a:avLst/>
                <a:gdLst>
                  <a:gd name="T0" fmla="*/ 427 w 47"/>
                  <a:gd name="T1" fmla="*/ 637 h 77"/>
                  <a:gd name="T2" fmla="*/ 340 w 47"/>
                  <a:gd name="T3" fmla="*/ 751 h 77"/>
                  <a:gd name="T4" fmla="*/ 224 w 47"/>
                  <a:gd name="T5" fmla="*/ 735 h 77"/>
                  <a:gd name="T6" fmla="*/ 184 w 47"/>
                  <a:gd name="T7" fmla="*/ 600 h 77"/>
                  <a:gd name="T8" fmla="*/ 172 w 47"/>
                  <a:gd name="T9" fmla="*/ 477 h 77"/>
                  <a:gd name="T10" fmla="*/ 55 w 47"/>
                  <a:gd name="T11" fmla="*/ 279 h 77"/>
                  <a:gd name="T12" fmla="*/ 35 w 47"/>
                  <a:gd name="T13" fmla="*/ 258 h 77"/>
                  <a:gd name="T14" fmla="*/ 0 w 47"/>
                  <a:gd name="T15" fmla="*/ 158 h 77"/>
                  <a:gd name="T16" fmla="*/ 55 w 47"/>
                  <a:gd name="T17" fmla="*/ 82 h 77"/>
                  <a:gd name="T18" fmla="*/ 68 w 47"/>
                  <a:gd name="T19" fmla="*/ 68 h 77"/>
                  <a:gd name="T20" fmla="*/ 353 w 47"/>
                  <a:gd name="T21" fmla="*/ 206 h 77"/>
                  <a:gd name="T22" fmla="*/ 427 w 47"/>
                  <a:gd name="T23" fmla="*/ 637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77">
                    <a:moveTo>
                      <a:pt x="44" y="64"/>
                    </a:moveTo>
                    <a:cubicBezTo>
                      <a:pt x="43" y="70"/>
                      <a:pt x="40" y="74"/>
                      <a:pt x="35" y="75"/>
                    </a:cubicBezTo>
                    <a:cubicBezTo>
                      <a:pt x="31" y="77"/>
                      <a:pt x="26" y="77"/>
                      <a:pt x="23" y="74"/>
                    </a:cubicBezTo>
                    <a:cubicBezTo>
                      <a:pt x="19" y="71"/>
                      <a:pt x="19" y="66"/>
                      <a:pt x="19" y="60"/>
                    </a:cubicBezTo>
                    <a:cubicBezTo>
                      <a:pt x="19" y="56"/>
                      <a:pt x="19" y="52"/>
                      <a:pt x="18" y="48"/>
                    </a:cubicBezTo>
                    <a:cubicBezTo>
                      <a:pt x="16" y="40"/>
                      <a:pt x="12" y="35"/>
                      <a:pt x="6" y="28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1" y="22"/>
                      <a:pt x="0" y="19"/>
                      <a:pt x="0" y="16"/>
                    </a:cubicBezTo>
                    <a:cubicBezTo>
                      <a:pt x="1" y="13"/>
                      <a:pt x="3" y="10"/>
                      <a:pt x="6" y="8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21" y="0"/>
                      <a:pt x="31" y="13"/>
                      <a:pt x="36" y="21"/>
                    </a:cubicBezTo>
                    <a:cubicBezTo>
                      <a:pt x="44" y="34"/>
                      <a:pt x="47" y="49"/>
                      <a:pt x="44" y="64"/>
                    </a:cubicBezTo>
                    <a:close/>
                  </a:path>
                </a:pathLst>
              </a:custGeom>
              <a:solidFill>
                <a:srgbClr val="CED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9" name="Freeform 1280">
                <a:extLst>
                  <a:ext uri="{FF2B5EF4-FFF2-40B4-BE49-F238E27FC236}">
                    <a16:creationId xmlns:a16="http://schemas.microsoft.com/office/drawing/2014/main" id="{DC8421C6-2DB8-4288-B268-5C6A6EEE8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283"/>
                <a:ext cx="65" cy="106"/>
              </a:xfrm>
              <a:custGeom>
                <a:avLst/>
                <a:gdLst>
                  <a:gd name="T0" fmla="*/ 13 w 41"/>
                  <a:gd name="T1" fmla="*/ 100 h 67"/>
                  <a:gd name="T2" fmla="*/ 52 w 41"/>
                  <a:gd name="T3" fmla="*/ 108 h 67"/>
                  <a:gd name="T4" fmla="*/ 40 w 41"/>
                  <a:gd name="T5" fmla="*/ 150 h 67"/>
                  <a:gd name="T6" fmla="*/ 52 w 41"/>
                  <a:gd name="T7" fmla="*/ 185 h 67"/>
                  <a:gd name="T8" fmla="*/ 82 w 41"/>
                  <a:gd name="T9" fmla="*/ 225 h 67"/>
                  <a:gd name="T10" fmla="*/ 190 w 41"/>
                  <a:gd name="T11" fmla="*/ 203 h 67"/>
                  <a:gd name="T12" fmla="*/ 206 w 41"/>
                  <a:gd name="T13" fmla="*/ 218 h 67"/>
                  <a:gd name="T14" fmla="*/ 120 w 41"/>
                  <a:gd name="T15" fmla="*/ 288 h 67"/>
                  <a:gd name="T16" fmla="*/ 159 w 41"/>
                  <a:gd name="T17" fmla="*/ 335 h 67"/>
                  <a:gd name="T18" fmla="*/ 190 w 41"/>
                  <a:gd name="T19" fmla="*/ 375 h 67"/>
                  <a:gd name="T20" fmla="*/ 239 w 41"/>
                  <a:gd name="T21" fmla="*/ 396 h 67"/>
                  <a:gd name="T22" fmla="*/ 360 w 41"/>
                  <a:gd name="T23" fmla="*/ 408 h 67"/>
                  <a:gd name="T24" fmla="*/ 203 w 41"/>
                  <a:gd name="T25" fmla="*/ 443 h 67"/>
                  <a:gd name="T26" fmla="*/ 190 w 41"/>
                  <a:gd name="T27" fmla="*/ 476 h 67"/>
                  <a:gd name="T28" fmla="*/ 203 w 41"/>
                  <a:gd name="T29" fmla="*/ 495 h 67"/>
                  <a:gd name="T30" fmla="*/ 239 w 41"/>
                  <a:gd name="T31" fmla="*/ 530 h 67"/>
                  <a:gd name="T32" fmla="*/ 190 w 41"/>
                  <a:gd name="T33" fmla="*/ 563 h 67"/>
                  <a:gd name="T34" fmla="*/ 322 w 41"/>
                  <a:gd name="T35" fmla="*/ 653 h 67"/>
                  <a:gd name="T36" fmla="*/ 327 w 41"/>
                  <a:gd name="T37" fmla="*/ 633 h 67"/>
                  <a:gd name="T38" fmla="*/ 239 w 41"/>
                  <a:gd name="T39" fmla="*/ 593 h 67"/>
                  <a:gd name="T40" fmla="*/ 379 w 41"/>
                  <a:gd name="T41" fmla="*/ 584 h 67"/>
                  <a:gd name="T42" fmla="*/ 322 w 41"/>
                  <a:gd name="T43" fmla="*/ 563 h 67"/>
                  <a:gd name="T44" fmla="*/ 360 w 41"/>
                  <a:gd name="T45" fmla="*/ 530 h 67"/>
                  <a:gd name="T46" fmla="*/ 390 w 41"/>
                  <a:gd name="T47" fmla="*/ 489 h 67"/>
                  <a:gd name="T48" fmla="*/ 271 w 41"/>
                  <a:gd name="T49" fmla="*/ 443 h 67"/>
                  <a:gd name="T50" fmla="*/ 409 w 41"/>
                  <a:gd name="T51" fmla="*/ 408 h 67"/>
                  <a:gd name="T52" fmla="*/ 379 w 41"/>
                  <a:gd name="T53" fmla="*/ 288 h 67"/>
                  <a:gd name="T54" fmla="*/ 239 w 41"/>
                  <a:gd name="T55" fmla="*/ 288 h 67"/>
                  <a:gd name="T56" fmla="*/ 258 w 41"/>
                  <a:gd name="T57" fmla="*/ 237 h 67"/>
                  <a:gd name="T58" fmla="*/ 327 w 41"/>
                  <a:gd name="T59" fmla="*/ 171 h 67"/>
                  <a:gd name="T60" fmla="*/ 312 w 41"/>
                  <a:gd name="T61" fmla="*/ 130 h 67"/>
                  <a:gd name="T62" fmla="*/ 239 w 41"/>
                  <a:gd name="T63" fmla="*/ 117 h 67"/>
                  <a:gd name="T64" fmla="*/ 120 w 41"/>
                  <a:gd name="T65" fmla="*/ 176 h 67"/>
                  <a:gd name="T66" fmla="*/ 203 w 41"/>
                  <a:gd name="T67" fmla="*/ 100 h 67"/>
                  <a:gd name="T68" fmla="*/ 206 w 41"/>
                  <a:gd name="T69" fmla="*/ 33 h 67"/>
                  <a:gd name="T70" fmla="*/ 52 w 41"/>
                  <a:gd name="T71" fmla="*/ 33 h 6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1" h="67">
                    <a:moveTo>
                      <a:pt x="5" y="3"/>
                    </a:moveTo>
                    <a:cubicBezTo>
                      <a:pt x="3" y="5"/>
                      <a:pt x="1" y="7"/>
                      <a:pt x="1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1" y="14"/>
                      <a:pt x="3" y="12"/>
                      <a:pt x="5" y="11"/>
                    </a:cubicBezTo>
                    <a:cubicBezTo>
                      <a:pt x="7" y="9"/>
                      <a:pt x="13" y="5"/>
                      <a:pt x="15" y="7"/>
                    </a:cubicBezTo>
                    <a:cubicBezTo>
                      <a:pt x="16" y="8"/>
                      <a:pt x="6" y="14"/>
                      <a:pt x="4" y="15"/>
                    </a:cubicBezTo>
                    <a:cubicBezTo>
                      <a:pt x="4" y="17"/>
                      <a:pt x="3" y="17"/>
                      <a:pt x="4" y="18"/>
                    </a:cubicBezTo>
                    <a:cubicBezTo>
                      <a:pt x="4" y="18"/>
                      <a:pt x="5" y="19"/>
                      <a:pt x="5" y="19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2"/>
                      <a:pt x="8" y="22"/>
                      <a:pt x="8" y="23"/>
                    </a:cubicBezTo>
                    <a:cubicBezTo>
                      <a:pt x="9" y="25"/>
                      <a:pt x="10" y="25"/>
                      <a:pt x="11" y="25"/>
                    </a:cubicBezTo>
                    <a:cubicBezTo>
                      <a:pt x="13" y="24"/>
                      <a:pt x="16" y="22"/>
                      <a:pt x="19" y="20"/>
                    </a:cubicBezTo>
                    <a:cubicBezTo>
                      <a:pt x="23" y="18"/>
                      <a:pt x="26" y="16"/>
                      <a:pt x="27" y="17"/>
                    </a:cubicBezTo>
                    <a:cubicBezTo>
                      <a:pt x="28" y="19"/>
                      <a:pt x="25" y="20"/>
                      <a:pt x="21" y="22"/>
                    </a:cubicBezTo>
                    <a:cubicBezTo>
                      <a:pt x="18" y="25"/>
                      <a:pt x="11" y="27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30"/>
                      <a:pt x="14" y="32"/>
                      <a:pt x="15" y="33"/>
                    </a:cubicBezTo>
                    <a:cubicBezTo>
                      <a:pt x="15" y="33"/>
                      <a:pt x="16" y="34"/>
                      <a:pt x="16" y="34"/>
                    </a:cubicBezTo>
                    <a:cubicBezTo>
                      <a:pt x="17" y="36"/>
                      <a:pt x="27" y="30"/>
                      <a:pt x="28" y="32"/>
                    </a:cubicBezTo>
                    <a:cubicBezTo>
                      <a:pt x="29" y="34"/>
                      <a:pt x="22" y="36"/>
                      <a:pt x="19" y="38"/>
                    </a:cubicBezTo>
                    <a:cubicBezTo>
                      <a:pt x="19" y="38"/>
                      <a:pt x="18" y="39"/>
                      <a:pt x="19" y="40"/>
                    </a:cubicBezTo>
                    <a:cubicBezTo>
                      <a:pt x="20" y="41"/>
                      <a:pt x="22" y="40"/>
                      <a:pt x="24" y="40"/>
                    </a:cubicBezTo>
                    <a:cubicBezTo>
                      <a:pt x="26" y="39"/>
                      <a:pt x="31" y="38"/>
                      <a:pt x="33" y="38"/>
                    </a:cubicBezTo>
                    <a:cubicBezTo>
                      <a:pt x="36" y="38"/>
                      <a:pt x="37" y="39"/>
                      <a:pt x="36" y="41"/>
                    </a:cubicBezTo>
                    <a:cubicBezTo>
                      <a:pt x="35" y="43"/>
                      <a:pt x="29" y="43"/>
                      <a:pt x="27" y="44"/>
                    </a:cubicBezTo>
                    <a:cubicBezTo>
                      <a:pt x="24" y="44"/>
                      <a:pt x="21" y="44"/>
                      <a:pt x="20" y="45"/>
                    </a:cubicBezTo>
                    <a:cubicBezTo>
                      <a:pt x="19" y="46"/>
                      <a:pt x="19" y="47"/>
                      <a:pt x="19" y="47"/>
                    </a:cubicBezTo>
                    <a:cubicBezTo>
                      <a:pt x="19" y="47"/>
                      <a:pt x="19" y="48"/>
                      <a:pt x="19" y="48"/>
                    </a:cubicBezTo>
                    <a:cubicBezTo>
                      <a:pt x="19" y="48"/>
                      <a:pt x="19" y="49"/>
                      <a:pt x="19" y="49"/>
                    </a:cubicBezTo>
                    <a:cubicBezTo>
                      <a:pt x="19" y="49"/>
                      <a:pt x="19" y="50"/>
                      <a:pt x="20" y="50"/>
                    </a:cubicBezTo>
                    <a:cubicBezTo>
                      <a:pt x="21" y="51"/>
                      <a:pt x="22" y="50"/>
                      <a:pt x="23" y="51"/>
                    </a:cubicBezTo>
                    <a:cubicBezTo>
                      <a:pt x="26" y="51"/>
                      <a:pt x="26" y="53"/>
                      <a:pt x="24" y="54"/>
                    </a:cubicBezTo>
                    <a:cubicBezTo>
                      <a:pt x="23" y="55"/>
                      <a:pt x="22" y="55"/>
                      <a:pt x="20" y="55"/>
                    </a:cubicBezTo>
                    <a:cubicBezTo>
                      <a:pt x="20" y="55"/>
                      <a:pt x="19" y="56"/>
                      <a:pt x="19" y="57"/>
                    </a:cubicBezTo>
                    <a:cubicBezTo>
                      <a:pt x="19" y="60"/>
                      <a:pt x="20" y="63"/>
                      <a:pt x="22" y="65"/>
                    </a:cubicBezTo>
                    <a:cubicBezTo>
                      <a:pt x="24" y="67"/>
                      <a:pt x="28" y="67"/>
                      <a:pt x="32" y="66"/>
                    </a:cubicBezTo>
                    <a:cubicBezTo>
                      <a:pt x="32" y="66"/>
                      <a:pt x="33" y="66"/>
                      <a:pt x="33" y="66"/>
                    </a:cubicBezTo>
                    <a:cubicBezTo>
                      <a:pt x="33" y="66"/>
                      <a:pt x="34" y="65"/>
                      <a:pt x="33" y="64"/>
                    </a:cubicBezTo>
                    <a:cubicBezTo>
                      <a:pt x="32" y="63"/>
                      <a:pt x="29" y="62"/>
                      <a:pt x="27" y="62"/>
                    </a:cubicBezTo>
                    <a:cubicBezTo>
                      <a:pt x="25" y="62"/>
                      <a:pt x="24" y="62"/>
                      <a:pt x="24" y="60"/>
                    </a:cubicBezTo>
                    <a:cubicBezTo>
                      <a:pt x="24" y="58"/>
                      <a:pt x="30" y="60"/>
                      <a:pt x="32" y="61"/>
                    </a:cubicBezTo>
                    <a:cubicBezTo>
                      <a:pt x="34" y="61"/>
                      <a:pt x="37" y="60"/>
                      <a:pt x="38" y="59"/>
                    </a:cubicBezTo>
                    <a:cubicBezTo>
                      <a:pt x="40" y="58"/>
                      <a:pt x="39" y="57"/>
                      <a:pt x="38" y="57"/>
                    </a:cubicBezTo>
                    <a:cubicBezTo>
                      <a:pt x="36" y="56"/>
                      <a:pt x="34" y="57"/>
                      <a:pt x="32" y="57"/>
                    </a:cubicBezTo>
                    <a:cubicBezTo>
                      <a:pt x="30" y="57"/>
                      <a:pt x="28" y="58"/>
                      <a:pt x="28" y="56"/>
                    </a:cubicBezTo>
                    <a:cubicBezTo>
                      <a:pt x="28" y="54"/>
                      <a:pt x="33" y="55"/>
                      <a:pt x="36" y="54"/>
                    </a:cubicBezTo>
                    <a:cubicBezTo>
                      <a:pt x="38" y="54"/>
                      <a:pt x="39" y="53"/>
                      <a:pt x="40" y="53"/>
                    </a:cubicBezTo>
                    <a:cubicBezTo>
                      <a:pt x="41" y="52"/>
                      <a:pt x="41" y="51"/>
                      <a:pt x="39" y="49"/>
                    </a:cubicBezTo>
                    <a:cubicBezTo>
                      <a:pt x="37" y="48"/>
                      <a:pt x="23" y="51"/>
                      <a:pt x="23" y="48"/>
                    </a:cubicBezTo>
                    <a:cubicBezTo>
                      <a:pt x="23" y="46"/>
                      <a:pt x="25" y="46"/>
                      <a:pt x="27" y="45"/>
                    </a:cubicBezTo>
                    <a:cubicBezTo>
                      <a:pt x="30" y="45"/>
                      <a:pt x="36" y="44"/>
                      <a:pt x="38" y="43"/>
                    </a:cubicBezTo>
                    <a:cubicBezTo>
                      <a:pt x="40" y="43"/>
                      <a:pt x="40" y="42"/>
                      <a:pt x="41" y="41"/>
                    </a:cubicBezTo>
                    <a:cubicBezTo>
                      <a:pt x="40" y="38"/>
                      <a:pt x="40" y="35"/>
                      <a:pt x="39" y="32"/>
                    </a:cubicBezTo>
                    <a:cubicBezTo>
                      <a:pt x="39" y="32"/>
                      <a:pt x="38" y="30"/>
                      <a:pt x="38" y="29"/>
                    </a:cubicBezTo>
                    <a:cubicBezTo>
                      <a:pt x="37" y="28"/>
                      <a:pt x="36" y="26"/>
                      <a:pt x="35" y="26"/>
                    </a:cubicBezTo>
                    <a:cubicBezTo>
                      <a:pt x="33" y="25"/>
                      <a:pt x="26" y="28"/>
                      <a:pt x="24" y="29"/>
                    </a:cubicBezTo>
                    <a:cubicBezTo>
                      <a:pt x="21" y="31"/>
                      <a:pt x="20" y="31"/>
                      <a:pt x="19" y="29"/>
                    </a:cubicBezTo>
                    <a:cubicBezTo>
                      <a:pt x="18" y="26"/>
                      <a:pt x="23" y="25"/>
                      <a:pt x="26" y="24"/>
                    </a:cubicBezTo>
                    <a:cubicBezTo>
                      <a:pt x="28" y="23"/>
                      <a:pt x="32" y="21"/>
                      <a:pt x="33" y="20"/>
                    </a:cubicBezTo>
                    <a:cubicBezTo>
                      <a:pt x="34" y="19"/>
                      <a:pt x="33" y="17"/>
                      <a:pt x="33" y="17"/>
                    </a:cubicBezTo>
                    <a:cubicBezTo>
                      <a:pt x="33" y="16"/>
                      <a:pt x="33" y="16"/>
                      <a:pt x="32" y="15"/>
                    </a:cubicBezTo>
                    <a:cubicBezTo>
                      <a:pt x="32" y="15"/>
                      <a:pt x="31" y="14"/>
                      <a:pt x="31" y="13"/>
                    </a:cubicBezTo>
                    <a:cubicBezTo>
                      <a:pt x="31" y="13"/>
                      <a:pt x="29" y="12"/>
                      <a:pt x="29" y="12"/>
                    </a:cubicBezTo>
                    <a:cubicBezTo>
                      <a:pt x="28" y="11"/>
                      <a:pt x="26" y="11"/>
                      <a:pt x="24" y="12"/>
                    </a:cubicBezTo>
                    <a:cubicBezTo>
                      <a:pt x="21" y="14"/>
                      <a:pt x="19" y="16"/>
                      <a:pt x="16" y="18"/>
                    </a:cubicBezTo>
                    <a:cubicBezTo>
                      <a:pt x="14" y="19"/>
                      <a:pt x="14" y="19"/>
                      <a:pt x="12" y="18"/>
                    </a:cubicBezTo>
                    <a:cubicBezTo>
                      <a:pt x="12" y="18"/>
                      <a:pt x="12" y="16"/>
                      <a:pt x="13" y="15"/>
                    </a:cubicBezTo>
                    <a:cubicBezTo>
                      <a:pt x="15" y="13"/>
                      <a:pt x="19" y="11"/>
                      <a:pt x="20" y="10"/>
                    </a:cubicBezTo>
                    <a:cubicBezTo>
                      <a:pt x="21" y="8"/>
                      <a:pt x="23" y="7"/>
                      <a:pt x="23" y="5"/>
                    </a:cubicBezTo>
                    <a:cubicBezTo>
                      <a:pt x="22" y="4"/>
                      <a:pt x="22" y="4"/>
                      <a:pt x="21" y="3"/>
                    </a:cubicBezTo>
                    <a:cubicBezTo>
                      <a:pt x="17" y="1"/>
                      <a:pt x="12" y="0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F9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0" name="Freeform 1281">
                <a:extLst>
                  <a:ext uri="{FF2B5EF4-FFF2-40B4-BE49-F238E27FC236}">
                    <a16:creationId xmlns:a16="http://schemas.microsoft.com/office/drawing/2014/main" id="{87CE4FE5-06F0-4AFD-BA04-AA1C60C445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98" y="3364"/>
                <a:ext cx="33" cy="25"/>
              </a:xfrm>
              <a:custGeom>
                <a:avLst/>
                <a:gdLst>
                  <a:gd name="T0" fmla="*/ 0 w 21"/>
                  <a:gd name="T1" fmla="*/ 53 h 16"/>
                  <a:gd name="T2" fmla="*/ 31 w 21"/>
                  <a:gd name="T3" fmla="*/ 130 h 16"/>
                  <a:gd name="T4" fmla="*/ 121 w 21"/>
                  <a:gd name="T5" fmla="*/ 138 h 16"/>
                  <a:gd name="T6" fmla="*/ 135 w 21"/>
                  <a:gd name="T7" fmla="*/ 138 h 16"/>
                  <a:gd name="T8" fmla="*/ 135 w 21"/>
                  <a:gd name="T9" fmla="*/ 117 h 16"/>
                  <a:gd name="T10" fmla="*/ 96 w 21"/>
                  <a:gd name="T11" fmla="*/ 103 h 16"/>
                  <a:gd name="T12" fmla="*/ 96 w 21"/>
                  <a:gd name="T13" fmla="*/ 114 h 16"/>
                  <a:gd name="T14" fmla="*/ 86 w 21"/>
                  <a:gd name="T15" fmla="*/ 117 h 16"/>
                  <a:gd name="T16" fmla="*/ 55 w 21"/>
                  <a:gd name="T17" fmla="*/ 130 h 16"/>
                  <a:gd name="T18" fmla="*/ 31 w 21"/>
                  <a:gd name="T19" fmla="*/ 103 h 16"/>
                  <a:gd name="T20" fmla="*/ 35 w 21"/>
                  <a:gd name="T21" fmla="*/ 53 h 16"/>
                  <a:gd name="T22" fmla="*/ 86 w 21"/>
                  <a:gd name="T23" fmla="*/ 31 h 16"/>
                  <a:gd name="T24" fmla="*/ 121 w 21"/>
                  <a:gd name="T25" fmla="*/ 20 h 16"/>
                  <a:gd name="T26" fmla="*/ 116 w 21"/>
                  <a:gd name="T27" fmla="*/ 31 h 16"/>
                  <a:gd name="T28" fmla="*/ 135 w 21"/>
                  <a:gd name="T29" fmla="*/ 31 h 16"/>
                  <a:gd name="T30" fmla="*/ 148 w 21"/>
                  <a:gd name="T31" fmla="*/ 20 h 16"/>
                  <a:gd name="T32" fmla="*/ 121 w 21"/>
                  <a:gd name="T33" fmla="*/ 13 h 16"/>
                  <a:gd name="T34" fmla="*/ 86 w 21"/>
                  <a:gd name="T35" fmla="*/ 13 h 16"/>
                  <a:gd name="T36" fmla="*/ 55 w 21"/>
                  <a:gd name="T37" fmla="*/ 20 h 16"/>
                  <a:gd name="T38" fmla="*/ 49 w 21"/>
                  <a:gd name="T39" fmla="*/ 31 h 16"/>
                  <a:gd name="T40" fmla="*/ 13 w 21"/>
                  <a:gd name="T41" fmla="*/ 34 h 16"/>
                  <a:gd name="T42" fmla="*/ 0 w 21"/>
                  <a:gd name="T43" fmla="*/ 53 h 16"/>
                  <a:gd name="T44" fmla="*/ 121 w 21"/>
                  <a:gd name="T45" fmla="*/ 95 h 16"/>
                  <a:gd name="T46" fmla="*/ 182 w 21"/>
                  <a:gd name="T47" fmla="*/ 75 h 16"/>
                  <a:gd name="T48" fmla="*/ 182 w 21"/>
                  <a:gd name="T49" fmla="*/ 53 h 16"/>
                  <a:gd name="T50" fmla="*/ 163 w 21"/>
                  <a:gd name="T51" fmla="*/ 53 h 16"/>
                  <a:gd name="T52" fmla="*/ 151 w 21"/>
                  <a:gd name="T53" fmla="*/ 66 h 16"/>
                  <a:gd name="T54" fmla="*/ 104 w 21"/>
                  <a:gd name="T55" fmla="*/ 75 h 16"/>
                  <a:gd name="T56" fmla="*/ 116 w 21"/>
                  <a:gd name="T57" fmla="*/ 66 h 16"/>
                  <a:gd name="T58" fmla="*/ 86 w 21"/>
                  <a:gd name="T59" fmla="*/ 66 h 16"/>
                  <a:gd name="T60" fmla="*/ 66 w 21"/>
                  <a:gd name="T61" fmla="*/ 75 h 16"/>
                  <a:gd name="T62" fmla="*/ 121 w 21"/>
                  <a:gd name="T63" fmla="*/ 95 h 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1" h="16">
                    <a:moveTo>
                      <a:pt x="0" y="6"/>
                    </a:moveTo>
                    <a:cubicBezTo>
                      <a:pt x="0" y="9"/>
                      <a:pt x="1" y="12"/>
                      <a:pt x="3" y="14"/>
                    </a:cubicBezTo>
                    <a:cubicBezTo>
                      <a:pt x="5" y="16"/>
                      <a:pt x="9" y="16"/>
                      <a:pt x="13" y="15"/>
                    </a:cubicBezTo>
                    <a:cubicBezTo>
                      <a:pt x="13" y="15"/>
                      <a:pt x="14" y="15"/>
                      <a:pt x="14" y="15"/>
                    </a:cubicBezTo>
                    <a:cubicBezTo>
                      <a:pt x="14" y="15"/>
                      <a:pt x="15" y="14"/>
                      <a:pt x="14" y="13"/>
                    </a:cubicBezTo>
                    <a:cubicBezTo>
                      <a:pt x="14" y="12"/>
                      <a:pt x="11" y="12"/>
                      <a:pt x="10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9" y="13"/>
                      <a:pt x="9" y="13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5" y="13"/>
                      <a:pt x="4" y="12"/>
                      <a:pt x="3" y="11"/>
                    </a:cubicBezTo>
                    <a:cubicBezTo>
                      <a:pt x="2" y="9"/>
                      <a:pt x="2" y="7"/>
                      <a:pt x="4" y="6"/>
                    </a:cubicBezTo>
                    <a:cubicBezTo>
                      <a:pt x="6" y="5"/>
                      <a:pt x="7" y="4"/>
                      <a:pt x="9" y="3"/>
                    </a:cubicBezTo>
                    <a:cubicBezTo>
                      <a:pt x="10" y="2"/>
                      <a:pt x="11" y="2"/>
                      <a:pt x="13" y="2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3" y="4"/>
                      <a:pt x="13" y="4"/>
                      <a:pt x="14" y="3"/>
                    </a:cubicBezTo>
                    <a:cubicBezTo>
                      <a:pt x="14" y="3"/>
                      <a:pt x="16" y="2"/>
                      <a:pt x="15" y="2"/>
                    </a:cubicBezTo>
                    <a:cubicBezTo>
                      <a:pt x="15" y="0"/>
                      <a:pt x="13" y="1"/>
                      <a:pt x="13" y="1"/>
                    </a:cubicBezTo>
                    <a:cubicBezTo>
                      <a:pt x="12" y="1"/>
                      <a:pt x="10" y="1"/>
                      <a:pt x="9" y="1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6" y="2"/>
                      <a:pt x="6" y="3"/>
                      <a:pt x="5" y="3"/>
                    </a:cubicBezTo>
                    <a:cubicBezTo>
                      <a:pt x="4" y="4"/>
                      <a:pt x="3" y="4"/>
                      <a:pt x="1" y="4"/>
                    </a:cubicBezTo>
                    <a:cubicBezTo>
                      <a:pt x="1" y="4"/>
                      <a:pt x="0" y="5"/>
                      <a:pt x="0" y="6"/>
                    </a:cubicBezTo>
                    <a:close/>
                    <a:moveTo>
                      <a:pt x="13" y="10"/>
                    </a:moveTo>
                    <a:cubicBezTo>
                      <a:pt x="15" y="10"/>
                      <a:pt x="18" y="9"/>
                      <a:pt x="19" y="8"/>
                    </a:cubicBezTo>
                    <a:cubicBezTo>
                      <a:pt x="21" y="7"/>
                      <a:pt x="20" y="6"/>
                      <a:pt x="19" y="6"/>
                    </a:cubicBezTo>
                    <a:cubicBezTo>
                      <a:pt x="19" y="6"/>
                      <a:pt x="18" y="6"/>
                      <a:pt x="17" y="6"/>
                    </a:cubicBezTo>
                    <a:cubicBezTo>
                      <a:pt x="17" y="6"/>
                      <a:pt x="16" y="6"/>
                      <a:pt x="16" y="7"/>
                    </a:cubicBezTo>
                    <a:cubicBezTo>
                      <a:pt x="15" y="7"/>
                      <a:pt x="12" y="9"/>
                      <a:pt x="11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9" y="9"/>
                      <a:pt x="12" y="9"/>
                      <a:pt x="13" y="1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1" name="Freeform 1282">
                <a:extLst>
                  <a:ext uri="{FF2B5EF4-FFF2-40B4-BE49-F238E27FC236}">
                    <a16:creationId xmlns:a16="http://schemas.microsoft.com/office/drawing/2014/main" id="{B17F3E9D-A1D0-446A-9C79-3E47473A4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3361"/>
                <a:ext cx="11" cy="7"/>
              </a:xfrm>
              <a:custGeom>
                <a:avLst/>
                <a:gdLst>
                  <a:gd name="T0" fmla="*/ 31 w 7"/>
                  <a:gd name="T1" fmla="*/ 1 h 5"/>
                  <a:gd name="T2" fmla="*/ 31 w 7"/>
                  <a:gd name="T3" fmla="*/ 21 h 5"/>
                  <a:gd name="T4" fmla="*/ 0 w 7"/>
                  <a:gd name="T5" fmla="*/ 28 h 5"/>
                  <a:gd name="T6" fmla="*/ 20 w 7"/>
                  <a:gd name="T7" fmla="*/ 28 h 5"/>
                  <a:gd name="T8" fmla="*/ 20 w 7"/>
                  <a:gd name="T9" fmla="*/ 28 h 5"/>
                  <a:gd name="T10" fmla="*/ 55 w 7"/>
                  <a:gd name="T11" fmla="*/ 21 h 5"/>
                  <a:gd name="T12" fmla="*/ 49 w 7"/>
                  <a:gd name="T13" fmla="*/ 0 h 5"/>
                  <a:gd name="T14" fmla="*/ 35 w 7"/>
                  <a:gd name="T15" fmla="*/ 0 h 5"/>
                  <a:gd name="T16" fmla="*/ 31 w 7"/>
                  <a:gd name="T17" fmla="*/ 1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3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7" y="3"/>
                      <a:pt x="7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2" name="Freeform 1283">
                <a:extLst>
                  <a:ext uri="{FF2B5EF4-FFF2-40B4-BE49-F238E27FC236}">
                    <a16:creationId xmlns:a16="http://schemas.microsoft.com/office/drawing/2014/main" id="{52903D4B-9509-423F-BFA4-EC0E9C422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3351"/>
                <a:ext cx="16" cy="13"/>
              </a:xfrm>
              <a:custGeom>
                <a:avLst/>
                <a:gdLst>
                  <a:gd name="T0" fmla="*/ 34 w 10"/>
                  <a:gd name="T1" fmla="*/ 68 h 8"/>
                  <a:gd name="T2" fmla="*/ 54 w 10"/>
                  <a:gd name="T3" fmla="*/ 34 h 8"/>
                  <a:gd name="T4" fmla="*/ 86 w 10"/>
                  <a:gd name="T5" fmla="*/ 21 h 8"/>
                  <a:gd name="T6" fmla="*/ 90 w 10"/>
                  <a:gd name="T7" fmla="*/ 13 h 8"/>
                  <a:gd name="T8" fmla="*/ 107 w 10"/>
                  <a:gd name="T9" fmla="*/ 0 h 8"/>
                  <a:gd name="T10" fmla="*/ 86 w 10"/>
                  <a:gd name="T11" fmla="*/ 13 h 8"/>
                  <a:gd name="T12" fmla="*/ 13 w 10"/>
                  <a:gd name="T13" fmla="*/ 21 h 8"/>
                  <a:gd name="T14" fmla="*/ 0 w 10"/>
                  <a:gd name="T15" fmla="*/ 47 h 8"/>
                  <a:gd name="T16" fmla="*/ 0 w 10"/>
                  <a:gd name="T17" fmla="*/ 55 h 8"/>
                  <a:gd name="T18" fmla="*/ 0 w 10"/>
                  <a:gd name="T19" fmla="*/ 68 h 8"/>
                  <a:gd name="T20" fmla="*/ 13 w 10"/>
                  <a:gd name="T21" fmla="*/ 76 h 8"/>
                  <a:gd name="T22" fmla="*/ 42 w 10"/>
                  <a:gd name="T23" fmla="*/ 89 h 8"/>
                  <a:gd name="T24" fmla="*/ 67 w 10"/>
                  <a:gd name="T25" fmla="*/ 89 h 8"/>
                  <a:gd name="T26" fmla="*/ 67 w 10"/>
                  <a:gd name="T27" fmla="*/ 89 h 8"/>
                  <a:gd name="T28" fmla="*/ 34 w 10"/>
                  <a:gd name="T29" fmla="*/ 68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" h="8">
                    <a:moveTo>
                      <a:pt x="3" y="6"/>
                    </a:moveTo>
                    <a:cubicBezTo>
                      <a:pt x="2" y="4"/>
                      <a:pt x="3" y="4"/>
                      <a:pt x="5" y="3"/>
                    </a:cubicBezTo>
                    <a:cubicBezTo>
                      <a:pt x="5" y="3"/>
                      <a:pt x="7" y="3"/>
                      <a:pt x="8" y="2"/>
                    </a:cubicBezTo>
                    <a:cubicBezTo>
                      <a:pt x="8" y="2"/>
                      <a:pt x="8" y="2"/>
                      <a:pt x="9" y="1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5" y="1"/>
                      <a:pt x="2" y="1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2" y="8"/>
                      <a:pt x="3" y="7"/>
                      <a:pt x="4" y="8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7"/>
                      <a:pt x="3" y="7"/>
                      <a:pt x="3" y="6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3" name="Freeform 1284">
                <a:extLst>
                  <a:ext uri="{FF2B5EF4-FFF2-40B4-BE49-F238E27FC236}">
                    <a16:creationId xmlns:a16="http://schemas.microsoft.com/office/drawing/2014/main" id="{FFDC23CE-CB64-46B7-BC7F-9D21C3B25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342"/>
                <a:ext cx="8" cy="8"/>
              </a:xfrm>
              <a:custGeom>
                <a:avLst/>
                <a:gdLst>
                  <a:gd name="T0" fmla="*/ 42 w 5"/>
                  <a:gd name="T1" fmla="*/ 0 h 5"/>
                  <a:gd name="T2" fmla="*/ 21 w 5"/>
                  <a:gd name="T3" fmla="*/ 21 h 5"/>
                  <a:gd name="T4" fmla="*/ 0 w 5"/>
                  <a:gd name="T5" fmla="*/ 42 h 5"/>
                  <a:gd name="T6" fmla="*/ 0 w 5"/>
                  <a:gd name="T7" fmla="*/ 42 h 5"/>
                  <a:gd name="T8" fmla="*/ 0 w 5"/>
                  <a:gd name="T9" fmla="*/ 42 h 5"/>
                  <a:gd name="T10" fmla="*/ 21 w 5"/>
                  <a:gd name="T11" fmla="*/ 54 h 5"/>
                  <a:gd name="T12" fmla="*/ 42 w 5"/>
                  <a:gd name="T13" fmla="*/ 54 h 5"/>
                  <a:gd name="T14" fmla="*/ 54 w 5"/>
                  <a:gd name="T15" fmla="*/ 42 h 5"/>
                  <a:gd name="T16" fmla="*/ 42 w 5"/>
                  <a:gd name="T17" fmla="*/ 0 h 5"/>
                  <a:gd name="T18" fmla="*/ 42 w 5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4"/>
                    </a:cubicBezTo>
                    <a:cubicBezTo>
                      <a:pt x="5" y="3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4" name="Freeform 1285">
                <a:extLst>
                  <a:ext uri="{FF2B5EF4-FFF2-40B4-BE49-F238E27FC236}">
                    <a16:creationId xmlns:a16="http://schemas.microsoft.com/office/drawing/2014/main" id="{3036687E-A632-4C14-8E68-275D8CAC5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338"/>
                <a:ext cx="26" cy="10"/>
              </a:xfrm>
              <a:custGeom>
                <a:avLst/>
                <a:gdLst>
                  <a:gd name="T0" fmla="*/ 76 w 16"/>
                  <a:gd name="T1" fmla="*/ 0 h 6"/>
                  <a:gd name="T2" fmla="*/ 13 w 16"/>
                  <a:gd name="T3" fmla="*/ 37 h 6"/>
                  <a:gd name="T4" fmla="*/ 13 w 16"/>
                  <a:gd name="T5" fmla="*/ 62 h 6"/>
                  <a:gd name="T6" fmla="*/ 68 w 16"/>
                  <a:gd name="T7" fmla="*/ 62 h 6"/>
                  <a:gd name="T8" fmla="*/ 166 w 16"/>
                  <a:gd name="T9" fmla="*/ 37 h 6"/>
                  <a:gd name="T10" fmla="*/ 180 w 16"/>
                  <a:gd name="T11" fmla="*/ 37 h 6"/>
                  <a:gd name="T12" fmla="*/ 89 w 16"/>
                  <a:gd name="T13" fmla="*/ 37 h 6"/>
                  <a:gd name="T14" fmla="*/ 76 w 16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6">
                    <a:moveTo>
                      <a:pt x="7" y="0"/>
                    </a:moveTo>
                    <a:cubicBezTo>
                      <a:pt x="5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2" y="6"/>
                      <a:pt x="4" y="5"/>
                      <a:pt x="6" y="5"/>
                    </a:cubicBezTo>
                    <a:cubicBezTo>
                      <a:pt x="8" y="4"/>
                      <a:pt x="13" y="3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3" y="2"/>
                      <a:pt x="11" y="3"/>
                      <a:pt x="8" y="3"/>
                    </a:cubicBezTo>
                    <a:cubicBezTo>
                      <a:pt x="6" y="3"/>
                      <a:pt x="6" y="1"/>
                      <a:pt x="7" y="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5" name="Freeform 1286">
                <a:extLst>
                  <a:ext uri="{FF2B5EF4-FFF2-40B4-BE49-F238E27FC236}">
                    <a16:creationId xmlns:a16="http://schemas.microsoft.com/office/drawing/2014/main" id="{F011BC99-5746-4F85-B3DC-7751E9959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326"/>
                <a:ext cx="32" cy="14"/>
              </a:xfrm>
              <a:custGeom>
                <a:avLst/>
                <a:gdLst>
                  <a:gd name="T0" fmla="*/ 0 w 20"/>
                  <a:gd name="T1" fmla="*/ 19 h 9"/>
                  <a:gd name="T2" fmla="*/ 0 w 20"/>
                  <a:gd name="T3" fmla="*/ 19 h 9"/>
                  <a:gd name="T4" fmla="*/ 34 w 20"/>
                  <a:gd name="T5" fmla="*/ 53 h 9"/>
                  <a:gd name="T6" fmla="*/ 42 w 20"/>
                  <a:gd name="T7" fmla="*/ 62 h 9"/>
                  <a:gd name="T8" fmla="*/ 171 w 20"/>
                  <a:gd name="T9" fmla="*/ 47 h 9"/>
                  <a:gd name="T10" fmla="*/ 171 w 20"/>
                  <a:gd name="T11" fmla="*/ 47 h 9"/>
                  <a:gd name="T12" fmla="*/ 171 w 20"/>
                  <a:gd name="T13" fmla="*/ 47 h 9"/>
                  <a:gd name="T14" fmla="*/ 210 w 20"/>
                  <a:gd name="T15" fmla="*/ 34 h 9"/>
                  <a:gd name="T16" fmla="*/ 157 w 20"/>
                  <a:gd name="T17" fmla="*/ 30 h 9"/>
                  <a:gd name="T18" fmla="*/ 86 w 20"/>
                  <a:gd name="T19" fmla="*/ 47 h 9"/>
                  <a:gd name="T20" fmla="*/ 74 w 20"/>
                  <a:gd name="T21" fmla="*/ 12 h 9"/>
                  <a:gd name="T22" fmla="*/ 54 w 20"/>
                  <a:gd name="T23" fmla="*/ 0 h 9"/>
                  <a:gd name="T24" fmla="*/ 13 w 20"/>
                  <a:gd name="T25" fmla="*/ 0 h 9"/>
                  <a:gd name="T26" fmla="*/ 0 w 20"/>
                  <a:gd name="T27" fmla="*/ 19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9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5"/>
                      <a:pt x="3" y="6"/>
                    </a:cubicBezTo>
                    <a:cubicBezTo>
                      <a:pt x="3" y="6"/>
                      <a:pt x="4" y="7"/>
                      <a:pt x="4" y="7"/>
                    </a:cubicBezTo>
                    <a:cubicBezTo>
                      <a:pt x="5" y="9"/>
                      <a:pt x="15" y="3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5"/>
                      <a:pt x="19" y="4"/>
                      <a:pt x="20" y="4"/>
                    </a:cubicBezTo>
                    <a:cubicBezTo>
                      <a:pt x="18" y="4"/>
                      <a:pt x="17" y="3"/>
                      <a:pt x="15" y="3"/>
                    </a:cubicBezTo>
                    <a:cubicBezTo>
                      <a:pt x="12" y="3"/>
                      <a:pt x="10" y="5"/>
                      <a:pt x="8" y="5"/>
                    </a:cubicBezTo>
                    <a:cubicBezTo>
                      <a:pt x="6" y="4"/>
                      <a:pt x="4" y="1"/>
                      <a:pt x="7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6" name="Freeform 1287">
                <a:extLst>
                  <a:ext uri="{FF2B5EF4-FFF2-40B4-BE49-F238E27FC236}">
                    <a16:creationId xmlns:a16="http://schemas.microsoft.com/office/drawing/2014/main" id="{D11C86D3-5561-4E4C-A17C-BCDD6F134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3304"/>
                <a:ext cx="42" cy="19"/>
              </a:xfrm>
              <a:custGeom>
                <a:avLst/>
                <a:gdLst>
                  <a:gd name="T0" fmla="*/ 53 w 27"/>
                  <a:gd name="T1" fmla="*/ 0 h 12"/>
                  <a:gd name="T2" fmla="*/ 47 w 27"/>
                  <a:gd name="T3" fmla="*/ 0 h 12"/>
                  <a:gd name="T4" fmla="*/ 12 w 27"/>
                  <a:gd name="T5" fmla="*/ 21 h 12"/>
                  <a:gd name="T6" fmla="*/ 12 w 27"/>
                  <a:gd name="T7" fmla="*/ 52 h 12"/>
                  <a:gd name="T8" fmla="*/ 19 w 27"/>
                  <a:gd name="T9" fmla="*/ 63 h 12"/>
                  <a:gd name="T10" fmla="*/ 30 w 27"/>
                  <a:gd name="T11" fmla="*/ 82 h 12"/>
                  <a:gd name="T12" fmla="*/ 47 w 27"/>
                  <a:gd name="T13" fmla="*/ 100 h 12"/>
                  <a:gd name="T14" fmla="*/ 73 w 27"/>
                  <a:gd name="T15" fmla="*/ 120 h 12"/>
                  <a:gd name="T16" fmla="*/ 148 w 27"/>
                  <a:gd name="T17" fmla="*/ 68 h 12"/>
                  <a:gd name="T18" fmla="*/ 218 w 27"/>
                  <a:gd name="T19" fmla="*/ 40 h 12"/>
                  <a:gd name="T20" fmla="*/ 218 w 27"/>
                  <a:gd name="T21" fmla="*/ 52 h 12"/>
                  <a:gd name="T22" fmla="*/ 218 w 27"/>
                  <a:gd name="T23" fmla="*/ 52 h 12"/>
                  <a:gd name="T24" fmla="*/ 244 w 27"/>
                  <a:gd name="T25" fmla="*/ 40 h 12"/>
                  <a:gd name="T26" fmla="*/ 230 w 27"/>
                  <a:gd name="T27" fmla="*/ 33 h 12"/>
                  <a:gd name="T28" fmla="*/ 191 w 27"/>
                  <a:gd name="T29" fmla="*/ 33 h 12"/>
                  <a:gd name="T30" fmla="*/ 114 w 27"/>
                  <a:gd name="T31" fmla="*/ 68 h 12"/>
                  <a:gd name="T32" fmla="*/ 47 w 27"/>
                  <a:gd name="T33" fmla="*/ 52 h 12"/>
                  <a:gd name="T34" fmla="*/ 53 w 27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7" h="12">
                    <a:moveTo>
                      <a:pt x="6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4" y="1"/>
                      <a:pt x="2" y="2"/>
                      <a:pt x="1" y="2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10" y="11"/>
                      <a:pt x="13" y="9"/>
                      <a:pt x="16" y="7"/>
                    </a:cubicBezTo>
                    <a:cubicBezTo>
                      <a:pt x="20" y="5"/>
                      <a:pt x="23" y="3"/>
                      <a:pt x="24" y="4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5" y="5"/>
                      <a:pt x="26" y="4"/>
                      <a:pt x="27" y="4"/>
                    </a:cubicBezTo>
                    <a:cubicBezTo>
                      <a:pt x="26" y="4"/>
                      <a:pt x="26" y="4"/>
                      <a:pt x="25" y="3"/>
                    </a:cubicBezTo>
                    <a:cubicBezTo>
                      <a:pt x="24" y="3"/>
                      <a:pt x="23" y="3"/>
                      <a:pt x="21" y="3"/>
                    </a:cubicBezTo>
                    <a:cubicBezTo>
                      <a:pt x="18" y="3"/>
                      <a:pt x="15" y="6"/>
                      <a:pt x="12" y="7"/>
                    </a:cubicBezTo>
                    <a:cubicBezTo>
                      <a:pt x="10" y="9"/>
                      <a:pt x="7" y="8"/>
                      <a:pt x="5" y="5"/>
                    </a:cubicBezTo>
                    <a:cubicBezTo>
                      <a:pt x="3" y="3"/>
                      <a:pt x="5" y="1"/>
                      <a:pt x="6" y="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7" name="Freeform 1288">
                <a:extLst>
                  <a:ext uri="{FF2B5EF4-FFF2-40B4-BE49-F238E27FC236}">
                    <a16:creationId xmlns:a16="http://schemas.microsoft.com/office/drawing/2014/main" id="{590A92C6-65C1-470B-9019-950458128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289"/>
                <a:ext cx="30" cy="16"/>
              </a:xfrm>
              <a:custGeom>
                <a:avLst/>
                <a:gdLst>
                  <a:gd name="T0" fmla="*/ 13 w 19"/>
                  <a:gd name="T1" fmla="*/ 67 h 10"/>
                  <a:gd name="T2" fmla="*/ 13 w 19"/>
                  <a:gd name="T3" fmla="*/ 74 h 10"/>
                  <a:gd name="T4" fmla="*/ 52 w 19"/>
                  <a:gd name="T5" fmla="*/ 74 h 10"/>
                  <a:gd name="T6" fmla="*/ 150 w 19"/>
                  <a:gd name="T7" fmla="*/ 34 h 10"/>
                  <a:gd name="T8" fmla="*/ 150 w 19"/>
                  <a:gd name="T9" fmla="*/ 42 h 10"/>
                  <a:gd name="T10" fmla="*/ 150 w 19"/>
                  <a:gd name="T11" fmla="*/ 34 h 10"/>
                  <a:gd name="T12" fmla="*/ 185 w 19"/>
                  <a:gd name="T13" fmla="*/ 21 h 10"/>
                  <a:gd name="T14" fmla="*/ 155 w 19"/>
                  <a:gd name="T15" fmla="*/ 21 h 10"/>
                  <a:gd name="T16" fmla="*/ 129 w 19"/>
                  <a:gd name="T17" fmla="*/ 0 h 10"/>
                  <a:gd name="T18" fmla="*/ 82 w 19"/>
                  <a:gd name="T19" fmla="*/ 21 h 10"/>
                  <a:gd name="T20" fmla="*/ 35 w 19"/>
                  <a:gd name="T21" fmla="*/ 21 h 10"/>
                  <a:gd name="T22" fmla="*/ 35 w 19"/>
                  <a:gd name="T23" fmla="*/ 0 h 10"/>
                  <a:gd name="T24" fmla="*/ 13 w 19"/>
                  <a:gd name="T25" fmla="*/ 67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10">
                    <a:moveTo>
                      <a:pt x="1" y="6"/>
                    </a:moveTo>
                    <a:cubicBezTo>
                      <a:pt x="0" y="6"/>
                      <a:pt x="0" y="7"/>
                      <a:pt x="1" y="7"/>
                    </a:cubicBezTo>
                    <a:cubicBezTo>
                      <a:pt x="1" y="10"/>
                      <a:pt x="3" y="8"/>
                      <a:pt x="5" y="7"/>
                    </a:cubicBezTo>
                    <a:cubicBezTo>
                      <a:pt x="7" y="5"/>
                      <a:pt x="13" y="1"/>
                      <a:pt x="15" y="3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3"/>
                      <a:pt x="18" y="2"/>
                      <a:pt x="19" y="2"/>
                    </a:cubicBezTo>
                    <a:cubicBezTo>
                      <a:pt x="18" y="2"/>
                      <a:pt x="17" y="2"/>
                      <a:pt x="16" y="2"/>
                    </a:cubicBezTo>
                    <a:cubicBezTo>
                      <a:pt x="15" y="1"/>
                      <a:pt x="14" y="0"/>
                      <a:pt x="13" y="0"/>
                    </a:cubicBezTo>
                    <a:cubicBezTo>
                      <a:pt x="11" y="0"/>
                      <a:pt x="10" y="1"/>
                      <a:pt x="8" y="2"/>
                    </a:cubicBezTo>
                    <a:cubicBezTo>
                      <a:pt x="7" y="3"/>
                      <a:pt x="4" y="4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2" y="2"/>
                      <a:pt x="1" y="4"/>
                      <a:pt x="1" y="6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8" name="Freeform 1289">
                <a:extLst>
                  <a:ext uri="{FF2B5EF4-FFF2-40B4-BE49-F238E27FC236}">
                    <a16:creationId xmlns:a16="http://schemas.microsoft.com/office/drawing/2014/main" id="{F42398C2-A2BD-46FE-8A54-F33520E13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372"/>
                <a:ext cx="16" cy="9"/>
              </a:xfrm>
              <a:custGeom>
                <a:avLst/>
                <a:gdLst>
                  <a:gd name="T0" fmla="*/ 13 w 10"/>
                  <a:gd name="T1" fmla="*/ 48 h 6"/>
                  <a:gd name="T2" fmla="*/ 42 w 10"/>
                  <a:gd name="T3" fmla="*/ 27 h 6"/>
                  <a:gd name="T4" fmla="*/ 107 w 10"/>
                  <a:gd name="T5" fmla="*/ 18 h 6"/>
                  <a:gd name="T6" fmla="*/ 74 w 10"/>
                  <a:gd name="T7" fmla="*/ 12 h 6"/>
                  <a:gd name="T8" fmla="*/ 34 w 10"/>
                  <a:gd name="T9" fmla="*/ 18 h 6"/>
                  <a:gd name="T10" fmla="*/ 21 w 10"/>
                  <a:gd name="T11" fmla="*/ 12 h 6"/>
                  <a:gd name="T12" fmla="*/ 13 w 10"/>
                  <a:gd name="T13" fmla="*/ 12 h 6"/>
                  <a:gd name="T14" fmla="*/ 0 w 10"/>
                  <a:gd name="T15" fmla="*/ 32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1" y="6"/>
                    </a:moveTo>
                    <a:cubicBezTo>
                      <a:pt x="1" y="4"/>
                      <a:pt x="3" y="4"/>
                      <a:pt x="4" y="3"/>
                    </a:cubicBezTo>
                    <a:cubicBezTo>
                      <a:pt x="6" y="3"/>
                      <a:pt x="8" y="2"/>
                      <a:pt x="10" y="2"/>
                    </a:cubicBezTo>
                    <a:cubicBezTo>
                      <a:pt x="9" y="1"/>
                      <a:pt x="7" y="1"/>
                      <a:pt x="7" y="1"/>
                    </a:cubicBezTo>
                    <a:cubicBezTo>
                      <a:pt x="5" y="1"/>
                      <a:pt x="5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0" y="0"/>
                      <a:pt x="0" y="4"/>
                      <a:pt x="0" y="4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9" name="Freeform 1290">
                <a:extLst>
                  <a:ext uri="{FF2B5EF4-FFF2-40B4-BE49-F238E27FC236}">
                    <a16:creationId xmlns:a16="http://schemas.microsoft.com/office/drawing/2014/main" id="{4D812B0F-CE83-4E81-95CD-3415960AA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3308"/>
                <a:ext cx="11" cy="8"/>
              </a:xfrm>
              <a:custGeom>
                <a:avLst/>
                <a:gdLst>
                  <a:gd name="T0" fmla="*/ 49 w 7"/>
                  <a:gd name="T1" fmla="*/ 54 h 5"/>
                  <a:gd name="T2" fmla="*/ 66 w 7"/>
                  <a:gd name="T3" fmla="*/ 13 h 5"/>
                  <a:gd name="T4" fmla="*/ 49 w 7"/>
                  <a:gd name="T5" fmla="*/ 0 h 5"/>
                  <a:gd name="T6" fmla="*/ 20 w 7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5" y="5"/>
                    </a:moveTo>
                    <a:cubicBezTo>
                      <a:pt x="4" y="3"/>
                      <a:pt x="5" y="1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0" y="2"/>
                      <a:pt x="2" y="3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0" name="Freeform 1291">
                <a:extLst>
                  <a:ext uri="{FF2B5EF4-FFF2-40B4-BE49-F238E27FC236}">
                    <a16:creationId xmlns:a16="http://schemas.microsoft.com/office/drawing/2014/main" id="{56C2D221-E15C-4CF5-9BF6-5BCDE6A3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3307"/>
                <a:ext cx="5" cy="6"/>
              </a:xfrm>
              <a:custGeom>
                <a:avLst/>
                <a:gdLst>
                  <a:gd name="T0" fmla="*/ 37 w 3"/>
                  <a:gd name="T1" fmla="*/ 12 h 4"/>
                  <a:gd name="T2" fmla="*/ 13 w 3"/>
                  <a:gd name="T3" fmla="*/ 0 h 4"/>
                  <a:gd name="T4" fmla="*/ 0 w 3"/>
                  <a:gd name="T5" fmla="*/ 12 h 4"/>
                  <a:gd name="T6" fmla="*/ 13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1" name="Freeform 1292">
                <a:extLst>
                  <a:ext uri="{FF2B5EF4-FFF2-40B4-BE49-F238E27FC236}">
                    <a16:creationId xmlns:a16="http://schemas.microsoft.com/office/drawing/2014/main" id="{E831851B-B976-4260-B598-FF7F94C1D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3286"/>
                <a:ext cx="9" cy="15"/>
              </a:xfrm>
              <a:custGeom>
                <a:avLst/>
                <a:gdLst>
                  <a:gd name="T0" fmla="*/ 12 w 6"/>
                  <a:gd name="T1" fmla="*/ 117 h 9"/>
                  <a:gd name="T2" fmla="*/ 27 w 6"/>
                  <a:gd name="T3" fmla="*/ 62 h 9"/>
                  <a:gd name="T4" fmla="*/ 0 w 6"/>
                  <a:gd name="T5" fmla="*/ 0 h 9"/>
                  <a:gd name="T6" fmla="*/ 41 w 6"/>
                  <a:gd name="T7" fmla="*/ 22 h 9"/>
                  <a:gd name="T8" fmla="*/ 32 w 6"/>
                  <a:gd name="T9" fmla="*/ 62 h 9"/>
                  <a:gd name="T10" fmla="*/ 27 w 6"/>
                  <a:gd name="T11" fmla="*/ 9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1" y="9"/>
                    </a:moveTo>
                    <a:cubicBezTo>
                      <a:pt x="2" y="9"/>
                      <a:pt x="3" y="6"/>
                      <a:pt x="3" y="5"/>
                    </a:cubicBezTo>
                    <a:cubicBezTo>
                      <a:pt x="3" y="3"/>
                      <a:pt x="2" y="1"/>
                      <a:pt x="0" y="0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4" y="6"/>
                      <a:pt x="4" y="7"/>
                      <a:pt x="3" y="7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2" name="Freeform 1293">
                <a:extLst>
                  <a:ext uri="{FF2B5EF4-FFF2-40B4-BE49-F238E27FC236}">
                    <a16:creationId xmlns:a16="http://schemas.microsoft.com/office/drawing/2014/main" id="{DB79B8C1-0997-46DB-82CB-692AFE79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305"/>
                <a:ext cx="11" cy="14"/>
              </a:xfrm>
              <a:custGeom>
                <a:avLst/>
                <a:gdLst>
                  <a:gd name="T0" fmla="*/ 0 w 7"/>
                  <a:gd name="T1" fmla="*/ 82 h 9"/>
                  <a:gd name="T2" fmla="*/ 35 w 7"/>
                  <a:gd name="T3" fmla="*/ 47 h 9"/>
                  <a:gd name="T4" fmla="*/ 35 w 7"/>
                  <a:gd name="T5" fmla="*/ 0 h 9"/>
                  <a:gd name="T6" fmla="*/ 66 w 7"/>
                  <a:gd name="T7" fmla="*/ 34 h 9"/>
                  <a:gd name="T8" fmla="*/ 20 w 7"/>
                  <a:gd name="T9" fmla="*/ 7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2" y="8"/>
                      <a:pt x="4" y="7"/>
                      <a:pt x="4" y="5"/>
                    </a:cubicBezTo>
                    <a:cubicBezTo>
                      <a:pt x="5" y="3"/>
                      <a:pt x="4" y="2"/>
                      <a:pt x="4" y="0"/>
                    </a:cubicBezTo>
                    <a:cubicBezTo>
                      <a:pt x="5" y="1"/>
                      <a:pt x="6" y="3"/>
                      <a:pt x="7" y="4"/>
                    </a:cubicBezTo>
                    <a:cubicBezTo>
                      <a:pt x="7" y="6"/>
                      <a:pt x="4" y="8"/>
                      <a:pt x="2" y="8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3" name="Freeform 1294">
                <a:extLst>
                  <a:ext uri="{FF2B5EF4-FFF2-40B4-BE49-F238E27FC236}">
                    <a16:creationId xmlns:a16="http://schemas.microsoft.com/office/drawing/2014/main" id="{45B198D9-0CE3-4F62-9705-69DD617EB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293"/>
                <a:ext cx="6" cy="3"/>
              </a:xfrm>
              <a:custGeom>
                <a:avLst/>
                <a:gdLst>
                  <a:gd name="T0" fmla="*/ 0 w 4"/>
                  <a:gd name="T1" fmla="*/ 18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4" name="Freeform 1295">
                <a:extLst>
                  <a:ext uri="{FF2B5EF4-FFF2-40B4-BE49-F238E27FC236}">
                    <a16:creationId xmlns:a16="http://schemas.microsoft.com/office/drawing/2014/main" id="{74B2BF3C-A4DF-4E30-B52F-BEE0D820B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310"/>
                <a:ext cx="4" cy="3"/>
              </a:xfrm>
              <a:custGeom>
                <a:avLst/>
                <a:gdLst>
                  <a:gd name="T0" fmla="*/ 0 w 3"/>
                  <a:gd name="T1" fmla="*/ 18 h 2"/>
                  <a:gd name="T2" fmla="*/ 12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5" name="Freeform 1296">
                <a:extLst>
                  <a:ext uri="{FF2B5EF4-FFF2-40B4-BE49-F238E27FC236}">
                    <a16:creationId xmlns:a16="http://schemas.microsoft.com/office/drawing/2014/main" id="{8635AB20-4B79-40BD-8A3F-7A617680D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3332"/>
                <a:ext cx="7" cy="3"/>
              </a:xfrm>
              <a:custGeom>
                <a:avLst/>
                <a:gdLst>
                  <a:gd name="T0" fmla="*/ 0 w 4"/>
                  <a:gd name="T1" fmla="*/ 18 h 2"/>
                  <a:gd name="T2" fmla="*/ 65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6" name="Freeform 1297">
                <a:extLst>
                  <a:ext uri="{FF2B5EF4-FFF2-40B4-BE49-F238E27FC236}">
                    <a16:creationId xmlns:a16="http://schemas.microsoft.com/office/drawing/2014/main" id="{5F0541F8-449C-4CEB-A089-BA498637D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3353"/>
                <a:ext cx="6" cy="3"/>
              </a:xfrm>
              <a:custGeom>
                <a:avLst/>
                <a:gdLst>
                  <a:gd name="T0" fmla="*/ 0 w 4"/>
                  <a:gd name="T1" fmla="*/ 18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3" y="0"/>
                      <a:pt x="4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7" name="Freeform 1298">
                <a:extLst>
                  <a:ext uri="{FF2B5EF4-FFF2-40B4-BE49-F238E27FC236}">
                    <a16:creationId xmlns:a16="http://schemas.microsoft.com/office/drawing/2014/main" id="{BD1E7952-BD86-41CE-8787-23A72E192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342"/>
                <a:ext cx="6" cy="6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3"/>
                      <a:pt x="1" y="0"/>
                      <a:pt x="4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8" name="Freeform 1299">
                <a:extLst>
                  <a:ext uri="{FF2B5EF4-FFF2-40B4-BE49-F238E27FC236}">
                    <a16:creationId xmlns:a16="http://schemas.microsoft.com/office/drawing/2014/main" id="{1F8AAE95-B725-4F1C-BE1B-E70B17F83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3373"/>
                <a:ext cx="11" cy="5"/>
              </a:xfrm>
              <a:custGeom>
                <a:avLst/>
                <a:gdLst>
                  <a:gd name="T0" fmla="*/ 0 w 7"/>
                  <a:gd name="T1" fmla="*/ 37 h 3"/>
                  <a:gd name="T2" fmla="*/ 66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7" y="1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9" name="Freeform 1300">
                <a:extLst>
                  <a:ext uri="{FF2B5EF4-FFF2-40B4-BE49-F238E27FC236}">
                    <a16:creationId xmlns:a16="http://schemas.microsoft.com/office/drawing/2014/main" id="{3C0534A2-C629-47C2-8818-8FBCB6D21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364"/>
                <a:ext cx="16" cy="6"/>
              </a:xfrm>
              <a:custGeom>
                <a:avLst/>
                <a:gdLst>
                  <a:gd name="T0" fmla="*/ 42 w 10"/>
                  <a:gd name="T1" fmla="*/ 32 h 4"/>
                  <a:gd name="T2" fmla="*/ 107 w 10"/>
                  <a:gd name="T3" fmla="*/ 12 h 4"/>
                  <a:gd name="T4" fmla="*/ 42 w 10"/>
                  <a:gd name="T5" fmla="*/ 12 h 4"/>
                  <a:gd name="T6" fmla="*/ 0 w 10"/>
                  <a:gd name="T7" fmla="*/ 1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4" y="4"/>
                    </a:moveTo>
                    <a:cubicBezTo>
                      <a:pt x="6" y="4"/>
                      <a:pt x="10" y="3"/>
                      <a:pt x="10" y="1"/>
                    </a:cubicBezTo>
                    <a:cubicBezTo>
                      <a:pt x="9" y="0"/>
                      <a:pt x="6" y="1"/>
                      <a:pt x="4" y="1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0" name="Freeform 1301">
                <a:extLst>
                  <a:ext uri="{FF2B5EF4-FFF2-40B4-BE49-F238E27FC236}">
                    <a16:creationId xmlns:a16="http://schemas.microsoft.com/office/drawing/2014/main" id="{6F78719F-5F4E-4052-99E7-F764FAEFD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3307"/>
                <a:ext cx="3" cy="3"/>
              </a:xfrm>
              <a:custGeom>
                <a:avLst/>
                <a:gdLst>
                  <a:gd name="T0" fmla="*/ 18 w 2"/>
                  <a:gd name="T1" fmla="*/ 18 h 2"/>
                  <a:gd name="T2" fmla="*/ 0 w 2"/>
                  <a:gd name="T3" fmla="*/ 1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0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1" name="Freeform 1302">
                <a:extLst>
                  <a:ext uri="{FF2B5EF4-FFF2-40B4-BE49-F238E27FC236}">
                    <a16:creationId xmlns:a16="http://schemas.microsoft.com/office/drawing/2014/main" id="{1F304D29-5F40-4F98-BFB9-143E0ACE6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3326"/>
                <a:ext cx="3" cy="3"/>
              </a:xfrm>
              <a:custGeom>
                <a:avLst/>
                <a:gdLst>
                  <a:gd name="T0" fmla="*/ 18 w 2"/>
                  <a:gd name="T1" fmla="*/ 18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2" name="Freeform 1303">
                <a:extLst>
                  <a:ext uri="{FF2B5EF4-FFF2-40B4-BE49-F238E27FC236}">
                    <a16:creationId xmlns:a16="http://schemas.microsoft.com/office/drawing/2014/main" id="{E6E0D208-25DB-44AC-8434-9F05D16F6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271"/>
                <a:ext cx="81" cy="129"/>
              </a:xfrm>
              <a:custGeom>
                <a:avLst/>
                <a:gdLst>
                  <a:gd name="T0" fmla="*/ 83 w 51"/>
                  <a:gd name="T1" fmla="*/ 77 h 82"/>
                  <a:gd name="T2" fmla="*/ 64 w 51"/>
                  <a:gd name="T3" fmla="*/ 269 h 82"/>
                  <a:gd name="T4" fmla="*/ 205 w 51"/>
                  <a:gd name="T5" fmla="*/ 483 h 82"/>
                  <a:gd name="T6" fmla="*/ 257 w 51"/>
                  <a:gd name="T7" fmla="*/ 735 h 82"/>
                  <a:gd name="T8" fmla="*/ 497 w 51"/>
                  <a:gd name="T9" fmla="*/ 623 h 82"/>
                  <a:gd name="T10" fmla="*/ 408 w 51"/>
                  <a:gd name="T11" fmla="*/ 203 h 82"/>
                  <a:gd name="T12" fmla="*/ 83 w 51"/>
                  <a:gd name="T13" fmla="*/ 77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82">
                    <a:moveTo>
                      <a:pt x="8" y="8"/>
                    </a:moveTo>
                    <a:cubicBezTo>
                      <a:pt x="1" y="13"/>
                      <a:pt x="0" y="20"/>
                      <a:pt x="6" y="28"/>
                    </a:cubicBezTo>
                    <a:cubicBezTo>
                      <a:pt x="12" y="36"/>
                      <a:pt x="17" y="41"/>
                      <a:pt x="20" y="50"/>
                    </a:cubicBezTo>
                    <a:cubicBezTo>
                      <a:pt x="22" y="59"/>
                      <a:pt x="18" y="71"/>
                      <a:pt x="25" y="76"/>
                    </a:cubicBezTo>
                    <a:cubicBezTo>
                      <a:pt x="32" y="82"/>
                      <a:pt x="46" y="79"/>
                      <a:pt x="49" y="65"/>
                    </a:cubicBezTo>
                    <a:cubicBezTo>
                      <a:pt x="51" y="52"/>
                      <a:pt x="50" y="37"/>
                      <a:pt x="40" y="21"/>
                    </a:cubicBezTo>
                    <a:cubicBezTo>
                      <a:pt x="33" y="9"/>
                      <a:pt x="22" y="0"/>
                      <a:pt x="8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3" name="Freeform 1304">
                <a:extLst>
                  <a:ext uri="{FF2B5EF4-FFF2-40B4-BE49-F238E27FC236}">
                    <a16:creationId xmlns:a16="http://schemas.microsoft.com/office/drawing/2014/main" id="{79DFD933-6234-43DC-B7A3-71EB92D0F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272"/>
                <a:ext cx="74" cy="122"/>
              </a:xfrm>
              <a:custGeom>
                <a:avLst/>
                <a:gdLst>
                  <a:gd name="T0" fmla="*/ 427 w 47"/>
                  <a:gd name="T1" fmla="*/ 637 h 77"/>
                  <a:gd name="T2" fmla="*/ 340 w 47"/>
                  <a:gd name="T3" fmla="*/ 751 h 77"/>
                  <a:gd name="T4" fmla="*/ 224 w 47"/>
                  <a:gd name="T5" fmla="*/ 735 h 77"/>
                  <a:gd name="T6" fmla="*/ 184 w 47"/>
                  <a:gd name="T7" fmla="*/ 600 h 77"/>
                  <a:gd name="T8" fmla="*/ 172 w 47"/>
                  <a:gd name="T9" fmla="*/ 477 h 77"/>
                  <a:gd name="T10" fmla="*/ 55 w 47"/>
                  <a:gd name="T11" fmla="*/ 279 h 77"/>
                  <a:gd name="T12" fmla="*/ 35 w 47"/>
                  <a:gd name="T13" fmla="*/ 258 h 77"/>
                  <a:gd name="T14" fmla="*/ 0 w 47"/>
                  <a:gd name="T15" fmla="*/ 158 h 77"/>
                  <a:gd name="T16" fmla="*/ 55 w 47"/>
                  <a:gd name="T17" fmla="*/ 82 h 77"/>
                  <a:gd name="T18" fmla="*/ 68 w 47"/>
                  <a:gd name="T19" fmla="*/ 68 h 77"/>
                  <a:gd name="T20" fmla="*/ 353 w 47"/>
                  <a:gd name="T21" fmla="*/ 206 h 77"/>
                  <a:gd name="T22" fmla="*/ 427 w 47"/>
                  <a:gd name="T23" fmla="*/ 637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77">
                    <a:moveTo>
                      <a:pt x="44" y="64"/>
                    </a:moveTo>
                    <a:cubicBezTo>
                      <a:pt x="43" y="70"/>
                      <a:pt x="40" y="74"/>
                      <a:pt x="35" y="75"/>
                    </a:cubicBezTo>
                    <a:cubicBezTo>
                      <a:pt x="31" y="77"/>
                      <a:pt x="26" y="77"/>
                      <a:pt x="23" y="74"/>
                    </a:cubicBezTo>
                    <a:cubicBezTo>
                      <a:pt x="19" y="71"/>
                      <a:pt x="19" y="66"/>
                      <a:pt x="19" y="60"/>
                    </a:cubicBezTo>
                    <a:cubicBezTo>
                      <a:pt x="19" y="56"/>
                      <a:pt x="19" y="52"/>
                      <a:pt x="18" y="48"/>
                    </a:cubicBezTo>
                    <a:cubicBezTo>
                      <a:pt x="16" y="40"/>
                      <a:pt x="12" y="35"/>
                      <a:pt x="6" y="28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1" y="22"/>
                      <a:pt x="0" y="19"/>
                      <a:pt x="0" y="16"/>
                    </a:cubicBezTo>
                    <a:cubicBezTo>
                      <a:pt x="1" y="13"/>
                      <a:pt x="3" y="10"/>
                      <a:pt x="6" y="8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21" y="0"/>
                      <a:pt x="31" y="13"/>
                      <a:pt x="36" y="21"/>
                    </a:cubicBezTo>
                    <a:cubicBezTo>
                      <a:pt x="44" y="34"/>
                      <a:pt x="47" y="49"/>
                      <a:pt x="44" y="6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4" name="Freeform 1305">
                <a:extLst>
                  <a:ext uri="{FF2B5EF4-FFF2-40B4-BE49-F238E27FC236}">
                    <a16:creationId xmlns:a16="http://schemas.microsoft.com/office/drawing/2014/main" id="{2033D6B9-FF95-4EB8-B6C1-562EEB47DF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68" y="3283"/>
                <a:ext cx="65" cy="108"/>
              </a:xfrm>
              <a:custGeom>
                <a:avLst/>
                <a:gdLst>
                  <a:gd name="T0" fmla="*/ 342 w 41"/>
                  <a:gd name="T1" fmla="*/ 656 h 68"/>
                  <a:gd name="T2" fmla="*/ 239 w 41"/>
                  <a:gd name="T3" fmla="*/ 605 h 68"/>
                  <a:gd name="T4" fmla="*/ 379 w 41"/>
                  <a:gd name="T5" fmla="*/ 605 h 68"/>
                  <a:gd name="T6" fmla="*/ 342 w 41"/>
                  <a:gd name="T7" fmla="*/ 565 h 68"/>
                  <a:gd name="T8" fmla="*/ 322 w 41"/>
                  <a:gd name="T9" fmla="*/ 553 h 68"/>
                  <a:gd name="T10" fmla="*/ 400 w 41"/>
                  <a:gd name="T11" fmla="*/ 497 h 68"/>
                  <a:gd name="T12" fmla="*/ 271 w 41"/>
                  <a:gd name="T13" fmla="*/ 464 h 68"/>
                  <a:gd name="T14" fmla="*/ 400 w 41"/>
                  <a:gd name="T15" fmla="*/ 326 h 68"/>
                  <a:gd name="T16" fmla="*/ 239 w 41"/>
                  <a:gd name="T17" fmla="*/ 292 h 68"/>
                  <a:gd name="T18" fmla="*/ 258 w 41"/>
                  <a:gd name="T19" fmla="*/ 240 h 68"/>
                  <a:gd name="T20" fmla="*/ 327 w 41"/>
                  <a:gd name="T21" fmla="*/ 151 h 68"/>
                  <a:gd name="T22" fmla="*/ 159 w 41"/>
                  <a:gd name="T23" fmla="*/ 172 h 68"/>
                  <a:gd name="T24" fmla="*/ 184 w 41"/>
                  <a:gd name="T25" fmla="*/ 121 h 68"/>
                  <a:gd name="T26" fmla="*/ 63 w 41"/>
                  <a:gd name="T27" fmla="*/ 21 h 68"/>
                  <a:gd name="T28" fmla="*/ 0 w 41"/>
                  <a:gd name="T29" fmla="*/ 108 h 68"/>
                  <a:gd name="T30" fmla="*/ 138 w 41"/>
                  <a:gd name="T31" fmla="*/ 68 h 68"/>
                  <a:gd name="T32" fmla="*/ 40 w 41"/>
                  <a:gd name="T33" fmla="*/ 192 h 68"/>
                  <a:gd name="T34" fmla="*/ 190 w 41"/>
                  <a:gd name="T35" fmla="*/ 210 h 68"/>
                  <a:gd name="T36" fmla="*/ 184 w 41"/>
                  <a:gd name="T37" fmla="*/ 240 h 68"/>
                  <a:gd name="T38" fmla="*/ 151 w 41"/>
                  <a:gd name="T39" fmla="*/ 346 h 68"/>
                  <a:gd name="T40" fmla="*/ 190 w 41"/>
                  <a:gd name="T41" fmla="*/ 381 h 68"/>
                  <a:gd name="T42" fmla="*/ 239 w 41"/>
                  <a:gd name="T43" fmla="*/ 408 h 68"/>
                  <a:gd name="T44" fmla="*/ 360 w 41"/>
                  <a:gd name="T45" fmla="*/ 413 h 68"/>
                  <a:gd name="T46" fmla="*/ 203 w 41"/>
                  <a:gd name="T47" fmla="*/ 451 h 68"/>
                  <a:gd name="T48" fmla="*/ 203 w 41"/>
                  <a:gd name="T49" fmla="*/ 502 h 68"/>
                  <a:gd name="T50" fmla="*/ 239 w 41"/>
                  <a:gd name="T51" fmla="*/ 550 h 68"/>
                  <a:gd name="T52" fmla="*/ 206 w 41"/>
                  <a:gd name="T53" fmla="*/ 656 h 68"/>
                  <a:gd name="T54" fmla="*/ 219 w 41"/>
                  <a:gd name="T55" fmla="*/ 648 h 68"/>
                  <a:gd name="T56" fmla="*/ 252 w 41"/>
                  <a:gd name="T57" fmla="*/ 553 h 68"/>
                  <a:gd name="T58" fmla="*/ 203 w 41"/>
                  <a:gd name="T59" fmla="*/ 502 h 68"/>
                  <a:gd name="T60" fmla="*/ 203 w 41"/>
                  <a:gd name="T61" fmla="*/ 464 h 68"/>
                  <a:gd name="T62" fmla="*/ 374 w 41"/>
                  <a:gd name="T63" fmla="*/ 413 h 68"/>
                  <a:gd name="T64" fmla="*/ 239 w 41"/>
                  <a:gd name="T65" fmla="*/ 408 h 68"/>
                  <a:gd name="T66" fmla="*/ 190 w 41"/>
                  <a:gd name="T67" fmla="*/ 381 h 68"/>
                  <a:gd name="T68" fmla="*/ 159 w 41"/>
                  <a:gd name="T69" fmla="*/ 346 h 68"/>
                  <a:gd name="T70" fmla="*/ 184 w 41"/>
                  <a:gd name="T71" fmla="*/ 240 h 68"/>
                  <a:gd name="T72" fmla="*/ 184 w 41"/>
                  <a:gd name="T73" fmla="*/ 205 h 68"/>
                  <a:gd name="T74" fmla="*/ 52 w 41"/>
                  <a:gd name="T75" fmla="*/ 192 h 68"/>
                  <a:gd name="T76" fmla="*/ 151 w 41"/>
                  <a:gd name="T77" fmla="*/ 68 h 68"/>
                  <a:gd name="T78" fmla="*/ 13 w 41"/>
                  <a:gd name="T79" fmla="*/ 108 h 68"/>
                  <a:gd name="T80" fmla="*/ 206 w 41"/>
                  <a:gd name="T81" fmla="*/ 40 h 68"/>
                  <a:gd name="T82" fmla="*/ 130 w 41"/>
                  <a:gd name="T83" fmla="*/ 151 h 68"/>
                  <a:gd name="T84" fmla="*/ 239 w 41"/>
                  <a:gd name="T85" fmla="*/ 132 h 68"/>
                  <a:gd name="T86" fmla="*/ 327 w 41"/>
                  <a:gd name="T87" fmla="*/ 172 h 68"/>
                  <a:gd name="T88" fmla="*/ 239 w 41"/>
                  <a:gd name="T89" fmla="*/ 240 h 68"/>
                  <a:gd name="T90" fmla="*/ 239 w 41"/>
                  <a:gd name="T91" fmla="*/ 305 h 68"/>
                  <a:gd name="T92" fmla="*/ 400 w 41"/>
                  <a:gd name="T93" fmla="*/ 413 h 68"/>
                  <a:gd name="T94" fmla="*/ 227 w 41"/>
                  <a:gd name="T95" fmla="*/ 484 h 68"/>
                  <a:gd name="T96" fmla="*/ 400 w 41"/>
                  <a:gd name="T97" fmla="*/ 518 h 68"/>
                  <a:gd name="T98" fmla="*/ 279 w 41"/>
                  <a:gd name="T99" fmla="*/ 565 h 68"/>
                  <a:gd name="T100" fmla="*/ 379 w 41"/>
                  <a:gd name="T101" fmla="*/ 580 h 68"/>
                  <a:gd name="T102" fmla="*/ 301 w 41"/>
                  <a:gd name="T103" fmla="*/ 605 h 68"/>
                  <a:gd name="T104" fmla="*/ 271 w 41"/>
                  <a:gd name="T105" fmla="*/ 638 h 6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1" h="68">
                    <a:moveTo>
                      <a:pt x="21" y="65"/>
                    </a:moveTo>
                    <a:cubicBezTo>
                      <a:pt x="24" y="67"/>
                      <a:pt x="29" y="68"/>
                      <a:pt x="32" y="66"/>
                    </a:cubicBezTo>
                    <a:cubicBezTo>
                      <a:pt x="32" y="66"/>
                      <a:pt x="33" y="66"/>
                      <a:pt x="33" y="66"/>
                    </a:cubicBezTo>
                    <a:cubicBezTo>
                      <a:pt x="33" y="66"/>
                      <a:pt x="34" y="66"/>
                      <a:pt x="34" y="65"/>
                    </a:cubicBezTo>
                    <a:cubicBezTo>
                      <a:pt x="34" y="65"/>
                      <a:pt x="34" y="64"/>
                      <a:pt x="34" y="64"/>
                    </a:cubicBezTo>
                    <a:cubicBezTo>
                      <a:pt x="32" y="63"/>
                      <a:pt x="29" y="62"/>
                      <a:pt x="27" y="62"/>
                    </a:cubicBezTo>
                    <a:cubicBezTo>
                      <a:pt x="25" y="62"/>
                      <a:pt x="24" y="61"/>
                      <a:pt x="24" y="60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5" y="60"/>
                      <a:pt x="27" y="60"/>
                      <a:pt x="29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4" y="61"/>
                      <a:pt x="37" y="61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9" y="59"/>
                      <a:pt x="40" y="58"/>
                      <a:pt x="40" y="57"/>
                    </a:cubicBezTo>
                    <a:cubicBezTo>
                      <a:pt x="39" y="57"/>
                      <a:pt x="39" y="56"/>
                      <a:pt x="38" y="56"/>
                    </a:cubicBezTo>
                    <a:cubicBezTo>
                      <a:pt x="37" y="56"/>
                      <a:pt x="35" y="56"/>
                      <a:pt x="34" y="56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29" y="57"/>
                      <a:pt x="29" y="57"/>
                      <a:pt x="29" y="56"/>
                    </a:cubicBezTo>
                    <a:cubicBezTo>
                      <a:pt x="29" y="56"/>
                      <a:pt x="31" y="55"/>
                      <a:pt x="32" y="55"/>
                    </a:cubicBezTo>
                    <a:cubicBezTo>
                      <a:pt x="34" y="55"/>
                      <a:pt x="35" y="55"/>
                      <a:pt x="37" y="55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0" y="53"/>
                      <a:pt x="41" y="52"/>
                      <a:pt x="41" y="52"/>
                    </a:cubicBezTo>
                    <a:cubicBezTo>
                      <a:pt x="41" y="51"/>
                      <a:pt x="41" y="50"/>
                      <a:pt x="40" y="49"/>
                    </a:cubicBezTo>
                    <a:cubicBezTo>
                      <a:pt x="39" y="48"/>
                      <a:pt x="36" y="49"/>
                      <a:pt x="33" y="49"/>
                    </a:cubicBezTo>
                    <a:cubicBezTo>
                      <a:pt x="29" y="49"/>
                      <a:pt x="25" y="49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30" y="46"/>
                      <a:pt x="36" y="44"/>
                      <a:pt x="38" y="44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40" y="43"/>
                      <a:pt x="41" y="43"/>
                      <a:pt x="41" y="41"/>
                    </a:cubicBezTo>
                    <a:cubicBezTo>
                      <a:pt x="41" y="38"/>
                      <a:pt x="40" y="35"/>
                      <a:pt x="40" y="32"/>
                    </a:cubicBezTo>
                    <a:cubicBezTo>
                      <a:pt x="40" y="32"/>
                      <a:pt x="39" y="30"/>
                      <a:pt x="38" y="29"/>
                    </a:cubicBezTo>
                    <a:cubicBezTo>
                      <a:pt x="37" y="27"/>
                      <a:pt x="36" y="25"/>
                      <a:pt x="35" y="25"/>
                    </a:cubicBezTo>
                    <a:cubicBezTo>
                      <a:pt x="33" y="25"/>
                      <a:pt x="29" y="27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2" y="30"/>
                      <a:pt x="21" y="30"/>
                      <a:pt x="20" y="30"/>
                    </a:cubicBezTo>
                    <a:cubicBezTo>
                      <a:pt x="20" y="30"/>
                      <a:pt x="20" y="30"/>
                      <a:pt x="20" y="29"/>
                    </a:cubicBezTo>
                    <a:cubicBezTo>
                      <a:pt x="19" y="27"/>
                      <a:pt x="21" y="26"/>
                      <a:pt x="24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30" y="23"/>
                      <a:pt x="33" y="21"/>
                      <a:pt x="34" y="20"/>
                    </a:cubicBezTo>
                    <a:cubicBezTo>
                      <a:pt x="34" y="19"/>
                      <a:pt x="34" y="17"/>
                      <a:pt x="34" y="17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0" y="12"/>
                      <a:pt x="29" y="11"/>
                    </a:cubicBezTo>
                    <a:cubicBezTo>
                      <a:pt x="28" y="11"/>
                      <a:pt x="26" y="11"/>
                      <a:pt x="24" y="12"/>
                    </a:cubicBezTo>
                    <a:cubicBezTo>
                      <a:pt x="21" y="14"/>
                      <a:pt x="18" y="15"/>
                      <a:pt x="16" y="17"/>
                    </a:cubicBezTo>
                    <a:cubicBezTo>
                      <a:pt x="14" y="19"/>
                      <a:pt x="14" y="19"/>
                      <a:pt x="13" y="18"/>
                    </a:cubicBezTo>
                    <a:cubicBezTo>
                      <a:pt x="12" y="18"/>
                      <a:pt x="12" y="17"/>
                      <a:pt x="12" y="17"/>
                    </a:cubicBezTo>
                    <a:cubicBezTo>
                      <a:pt x="12" y="17"/>
                      <a:pt x="13" y="16"/>
                      <a:pt x="13" y="15"/>
                    </a:cubicBezTo>
                    <a:cubicBezTo>
                      <a:pt x="15" y="14"/>
                      <a:pt x="16" y="13"/>
                      <a:pt x="18" y="12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2" y="8"/>
                      <a:pt x="23" y="6"/>
                      <a:pt x="23" y="5"/>
                    </a:cubicBezTo>
                    <a:cubicBezTo>
                      <a:pt x="23" y="4"/>
                      <a:pt x="22" y="3"/>
                      <a:pt x="22" y="3"/>
                    </a:cubicBezTo>
                    <a:cubicBezTo>
                      <a:pt x="17" y="0"/>
                      <a:pt x="11" y="0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5"/>
                      <a:pt x="0" y="7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2" y="13"/>
                      <a:pt x="4" y="13"/>
                      <a:pt x="6" y="11"/>
                    </a:cubicBezTo>
                    <a:cubicBezTo>
                      <a:pt x="12" y="6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0" y="11"/>
                      <a:pt x="8" y="12"/>
                    </a:cubicBezTo>
                    <a:cubicBezTo>
                      <a:pt x="6" y="14"/>
                      <a:pt x="5" y="14"/>
                      <a:pt x="4" y="15"/>
                    </a:cubicBezTo>
                    <a:cubicBezTo>
                      <a:pt x="3" y="16"/>
                      <a:pt x="3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5"/>
                      <a:pt x="10" y="25"/>
                      <a:pt x="11" y="25"/>
                    </a:cubicBezTo>
                    <a:cubicBezTo>
                      <a:pt x="13" y="25"/>
                      <a:pt x="15" y="23"/>
                      <a:pt x="17" y="22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25" y="17"/>
                      <a:pt x="26" y="17"/>
                      <a:pt x="26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6" y="19"/>
                      <a:pt x="24" y="20"/>
                      <a:pt x="21" y="22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4" y="25"/>
                      <a:pt x="12" y="27"/>
                      <a:pt x="12" y="28"/>
                    </a:cubicBezTo>
                    <a:cubicBezTo>
                      <a:pt x="12" y="28"/>
                      <a:pt x="12" y="29"/>
                      <a:pt x="12" y="29"/>
                    </a:cubicBezTo>
                    <a:cubicBezTo>
                      <a:pt x="13" y="31"/>
                      <a:pt x="14" y="32"/>
                      <a:pt x="15" y="3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6"/>
                      <a:pt x="19" y="35"/>
                      <a:pt x="22" y="34"/>
                    </a:cubicBezTo>
                    <a:cubicBezTo>
                      <a:pt x="24" y="33"/>
                      <a:pt x="27" y="32"/>
                      <a:pt x="28" y="32"/>
                    </a:cubicBezTo>
                    <a:cubicBezTo>
                      <a:pt x="28" y="33"/>
                      <a:pt x="25" y="35"/>
                      <a:pt x="23" y="35"/>
                    </a:cubicBezTo>
                    <a:cubicBezTo>
                      <a:pt x="21" y="36"/>
                      <a:pt x="20" y="37"/>
                      <a:pt x="19" y="38"/>
                    </a:cubicBezTo>
                    <a:cubicBezTo>
                      <a:pt x="19" y="38"/>
                      <a:pt x="18" y="38"/>
                      <a:pt x="18" y="39"/>
                    </a:cubicBezTo>
                    <a:cubicBezTo>
                      <a:pt x="18" y="39"/>
                      <a:pt x="18" y="40"/>
                      <a:pt x="18" y="40"/>
                    </a:cubicBezTo>
                    <a:cubicBezTo>
                      <a:pt x="20" y="41"/>
                      <a:pt x="22" y="41"/>
                      <a:pt x="24" y="41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9" y="39"/>
                      <a:pt x="32" y="38"/>
                      <a:pt x="33" y="38"/>
                    </a:cubicBezTo>
                    <a:cubicBezTo>
                      <a:pt x="34" y="38"/>
                      <a:pt x="35" y="39"/>
                      <a:pt x="36" y="39"/>
                    </a:cubicBezTo>
                    <a:cubicBezTo>
                      <a:pt x="36" y="40"/>
                      <a:pt x="36" y="40"/>
                      <a:pt x="36" y="41"/>
                    </a:cubicBezTo>
                    <a:cubicBezTo>
                      <a:pt x="35" y="42"/>
                      <a:pt x="31" y="43"/>
                      <a:pt x="28" y="43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4" y="44"/>
                      <a:pt x="21" y="44"/>
                      <a:pt x="20" y="45"/>
                    </a:cubicBezTo>
                    <a:cubicBezTo>
                      <a:pt x="19" y="45"/>
                      <a:pt x="19" y="47"/>
                      <a:pt x="19" y="47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19" y="50"/>
                      <a:pt x="20" y="50"/>
                    </a:cubicBezTo>
                    <a:cubicBezTo>
                      <a:pt x="20" y="51"/>
                      <a:pt x="21" y="51"/>
                      <a:pt x="22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4" y="51"/>
                      <a:pt x="25" y="52"/>
                      <a:pt x="25" y="52"/>
                    </a:cubicBezTo>
                    <a:cubicBezTo>
                      <a:pt x="25" y="53"/>
                      <a:pt x="25" y="53"/>
                      <a:pt x="24" y="54"/>
                    </a:cubicBezTo>
                    <a:cubicBezTo>
                      <a:pt x="24" y="54"/>
                      <a:pt x="23" y="54"/>
                      <a:pt x="22" y="54"/>
                    </a:cubicBezTo>
                    <a:cubicBezTo>
                      <a:pt x="20" y="54"/>
                      <a:pt x="20" y="54"/>
                      <a:pt x="20" y="54"/>
                    </a:cubicBezTo>
                    <a:cubicBezTo>
                      <a:pt x="20" y="55"/>
                      <a:pt x="19" y="56"/>
                      <a:pt x="19" y="57"/>
                    </a:cubicBezTo>
                    <a:cubicBezTo>
                      <a:pt x="19" y="60"/>
                      <a:pt x="19" y="63"/>
                      <a:pt x="21" y="65"/>
                    </a:cubicBezTo>
                    <a:close/>
                    <a:moveTo>
                      <a:pt x="33" y="65"/>
                    </a:moveTo>
                    <a:cubicBezTo>
                      <a:pt x="33" y="65"/>
                      <a:pt x="33" y="65"/>
                      <a:pt x="33" y="65"/>
                    </a:cubicBezTo>
                    <a:cubicBezTo>
                      <a:pt x="32" y="66"/>
                      <a:pt x="32" y="66"/>
                      <a:pt x="32" y="66"/>
                    </a:cubicBezTo>
                    <a:cubicBezTo>
                      <a:pt x="29" y="67"/>
                      <a:pt x="25" y="66"/>
                      <a:pt x="22" y="64"/>
                    </a:cubicBezTo>
                    <a:cubicBezTo>
                      <a:pt x="20" y="63"/>
                      <a:pt x="20" y="60"/>
                      <a:pt x="20" y="57"/>
                    </a:cubicBezTo>
                    <a:cubicBezTo>
                      <a:pt x="20" y="56"/>
                      <a:pt x="20" y="55"/>
                      <a:pt x="20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3" y="55"/>
                      <a:pt x="24" y="55"/>
                      <a:pt x="25" y="55"/>
                    </a:cubicBezTo>
                    <a:cubicBezTo>
                      <a:pt x="26" y="54"/>
                      <a:pt x="26" y="53"/>
                      <a:pt x="26" y="52"/>
                    </a:cubicBezTo>
                    <a:cubicBezTo>
                      <a:pt x="26" y="51"/>
                      <a:pt x="25" y="50"/>
                      <a:pt x="23" y="50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1" y="50"/>
                      <a:pt x="21" y="50"/>
                      <a:pt x="20" y="50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20" y="49"/>
                      <a:pt x="20" y="48"/>
                      <a:pt x="20" y="48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0" y="46"/>
                      <a:pt x="20" y="46"/>
                    </a:cubicBezTo>
                    <a:cubicBezTo>
                      <a:pt x="22" y="45"/>
                      <a:pt x="24" y="44"/>
                      <a:pt x="26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32" y="43"/>
                      <a:pt x="36" y="43"/>
                      <a:pt x="37" y="41"/>
                    </a:cubicBezTo>
                    <a:cubicBezTo>
                      <a:pt x="37" y="40"/>
                      <a:pt x="37" y="39"/>
                      <a:pt x="37" y="39"/>
                    </a:cubicBezTo>
                    <a:cubicBezTo>
                      <a:pt x="36" y="38"/>
                      <a:pt x="35" y="37"/>
                      <a:pt x="33" y="37"/>
                    </a:cubicBezTo>
                    <a:cubicBezTo>
                      <a:pt x="31" y="38"/>
                      <a:pt x="28" y="38"/>
                      <a:pt x="26" y="39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1" y="40"/>
                      <a:pt x="20" y="40"/>
                      <a:pt x="19" y="40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8"/>
                      <a:pt x="19" y="38"/>
                    </a:cubicBezTo>
                    <a:cubicBezTo>
                      <a:pt x="20" y="38"/>
                      <a:pt x="22" y="37"/>
                      <a:pt x="23" y="36"/>
                    </a:cubicBezTo>
                    <a:cubicBezTo>
                      <a:pt x="27" y="35"/>
                      <a:pt x="29" y="34"/>
                      <a:pt x="29" y="32"/>
                    </a:cubicBezTo>
                    <a:cubicBezTo>
                      <a:pt x="28" y="30"/>
                      <a:pt x="25" y="31"/>
                      <a:pt x="22" y="33"/>
                    </a:cubicBezTo>
                    <a:cubicBezTo>
                      <a:pt x="20" y="33"/>
                      <a:pt x="17" y="35"/>
                      <a:pt x="16" y="34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1"/>
                      <a:pt x="14" y="30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7"/>
                      <a:pt x="16" y="26"/>
                      <a:pt x="18" y="24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5" y="21"/>
                      <a:pt x="27" y="19"/>
                      <a:pt x="27" y="18"/>
                    </a:cubicBezTo>
                    <a:cubicBezTo>
                      <a:pt x="28" y="18"/>
                      <a:pt x="27" y="17"/>
                      <a:pt x="27" y="17"/>
                    </a:cubicBezTo>
                    <a:cubicBezTo>
                      <a:pt x="26" y="16"/>
                      <a:pt x="23" y="17"/>
                      <a:pt x="18" y="20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5" y="22"/>
                      <a:pt x="12" y="24"/>
                      <a:pt x="11" y="24"/>
                    </a:cubicBezTo>
                    <a:cubicBezTo>
                      <a:pt x="10" y="24"/>
                      <a:pt x="10" y="24"/>
                      <a:pt x="8" y="23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7"/>
                      <a:pt x="4" y="17"/>
                      <a:pt x="5" y="16"/>
                    </a:cubicBezTo>
                    <a:cubicBezTo>
                      <a:pt x="5" y="15"/>
                      <a:pt x="7" y="14"/>
                      <a:pt x="8" y="13"/>
                    </a:cubicBezTo>
                    <a:cubicBezTo>
                      <a:pt x="12" y="11"/>
                      <a:pt x="15" y="9"/>
                      <a:pt x="15" y="7"/>
                    </a:cubicBezTo>
                    <a:cubicBezTo>
                      <a:pt x="15" y="7"/>
                      <a:pt x="15" y="7"/>
                      <a:pt x="15" y="6"/>
                    </a:cubicBezTo>
                    <a:cubicBezTo>
                      <a:pt x="14" y="5"/>
                      <a:pt x="10" y="6"/>
                      <a:pt x="5" y="10"/>
                    </a:cubicBezTo>
                    <a:cubicBezTo>
                      <a:pt x="3" y="12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3" y="6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11" y="1"/>
                      <a:pt x="16" y="1"/>
                      <a:pt x="21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2" y="6"/>
                      <a:pt x="21" y="8"/>
                      <a:pt x="19" y="9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2"/>
                      <a:pt x="14" y="13"/>
                      <a:pt x="13" y="15"/>
                    </a:cubicBezTo>
                    <a:cubicBezTo>
                      <a:pt x="12" y="15"/>
                      <a:pt x="11" y="16"/>
                      <a:pt x="11" y="17"/>
                    </a:cubicBezTo>
                    <a:cubicBezTo>
                      <a:pt x="11" y="18"/>
                      <a:pt x="12" y="18"/>
                      <a:pt x="12" y="19"/>
                    </a:cubicBezTo>
                    <a:cubicBezTo>
                      <a:pt x="14" y="20"/>
                      <a:pt x="15" y="19"/>
                      <a:pt x="17" y="18"/>
                    </a:cubicBezTo>
                    <a:cubicBezTo>
                      <a:pt x="19" y="16"/>
                      <a:pt x="21" y="15"/>
                      <a:pt x="24" y="13"/>
                    </a:cubicBezTo>
                    <a:cubicBezTo>
                      <a:pt x="26" y="12"/>
                      <a:pt x="28" y="12"/>
                      <a:pt x="29" y="12"/>
                    </a:cubicBezTo>
                    <a:cubicBezTo>
                      <a:pt x="29" y="12"/>
                      <a:pt x="30" y="13"/>
                      <a:pt x="31" y="14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3" y="17"/>
                      <a:pt x="33" y="17"/>
                    </a:cubicBezTo>
                    <a:cubicBezTo>
                      <a:pt x="33" y="18"/>
                      <a:pt x="33" y="19"/>
                      <a:pt x="33" y="19"/>
                    </a:cubicBezTo>
                    <a:cubicBezTo>
                      <a:pt x="32" y="21"/>
                      <a:pt x="29" y="22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1" y="25"/>
                      <a:pt x="18" y="27"/>
                      <a:pt x="19" y="29"/>
                    </a:cubicBezTo>
                    <a:cubicBezTo>
                      <a:pt x="19" y="30"/>
                      <a:pt x="19" y="30"/>
                      <a:pt x="20" y="31"/>
                    </a:cubicBezTo>
                    <a:cubicBezTo>
                      <a:pt x="21" y="31"/>
                      <a:pt x="22" y="31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7" y="29"/>
                      <a:pt x="33" y="26"/>
                      <a:pt x="35" y="26"/>
                    </a:cubicBezTo>
                    <a:cubicBezTo>
                      <a:pt x="36" y="26"/>
                      <a:pt x="37" y="27"/>
                      <a:pt x="38" y="29"/>
                    </a:cubicBezTo>
                    <a:cubicBezTo>
                      <a:pt x="38" y="30"/>
                      <a:pt x="39" y="32"/>
                      <a:pt x="39" y="32"/>
                    </a:cubicBezTo>
                    <a:cubicBezTo>
                      <a:pt x="39" y="35"/>
                      <a:pt x="40" y="38"/>
                      <a:pt x="40" y="41"/>
                    </a:cubicBezTo>
                    <a:cubicBezTo>
                      <a:pt x="40" y="42"/>
                      <a:pt x="40" y="42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6" y="44"/>
                      <a:pt x="30" y="45"/>
                      <a:pt x="27" y="45"/>
                    </a:cubicBezTo>
                    <a:cubicBezTo>
                      <a:pt x="25" y="45"/>
                      <a:pt x="23" y="46"/>
                      <a:pt x="23" y="48"/>
                    </a:cubicBezTo>
                    <a:cubicBezTo>
                      <a:pt x="23" y="48"/>
                      <a:pt x="23" y="49"/>
                      <a:pt x="23" y="49"/>
                    </a:cubicBezTo>
                    <a:cubicBezTo>
                      <a:pt x="25" y="50"/>
                      <a:pt x="29" y="50"/>
                      <a:pt x="33" y="50"/>
                    </a:cubicBezTo>
                    <a:cubicBezTo>
                      <a:pt x="35" y="50"/>
                      <a:pt x="38" y="49"/>
                      <a:pt x="39" y="50"/>
                    </a:cubicBezTo>
                    <a:cubicBezTo>
                      <a:pt x="40" y="50"/>
                      <a:pt x="40" y="51"/>
                      <a:pt x="40" y="51"/>
                    </a:cubicBezTo>
                    <a:cubicBezTo>
                      <a:pt x="40" y="52"/>
                      <a:pt x="40" y="52"/>
                      <a:pt x="39" y="52"/>
                    </a:cubicBezTo>
                    <a:cubicBezTo>
                      <a:pt x="39" y="52"/>
                      <a:pt x="36" y="54"/>
                      <a:pt x="36" y="54"/>
                    </a:cubicBezTo>
                    <a:cubicBezTo>
                      <a:pt x="35" y="54"/>
                      <a:pt x="33" y="54"/>
                      <a:pt x="32" y="54"/>
                    </a:cubicBezTo>
                    <a:cubicBezTo>
                      <a:pt x="30" y="55"/>
                      <a:pt x="28" y="55"/>
                      <a:pt x="28" y="56"/>
                    </a:cubicBezTo>
                    <a:cubicBezTo>
                      <a:pt x="28" y="58"/>
                      <a:pt x="29" y="58"/>
                      <a:pt x="30" y="58"/>
                    </a:cubicBezTo>
                    <a:cubicBezTo>
                      <a:pt x="32" y="57"/>
                      <a:pt x="32" y="57"/>
                      <a:pt x="32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6" y="57"/>
                      <a:pt x="37" y="57"/>
                      <a:pt x="38" y="57"/>
                    </a:cubicBezTo>
                    <a:cubicBezTo>
                      <a:pt x="38" y="57"/>
                      <a:pt x="39" y="57"/>
                      <a:pt x="39" y="58"/>
                    </a:cubicBezTo>
                    <a:cubicBezTo>
                      <a:pt x="39" y="58"/>
                      <a:pt x="39" y="58"/>
                      <a:pt x="38" y="59"/>
                    </a:cubicBezTo>
                    <a:cubicBezTo>
                      <a:pt x="37" y="60"/>
                      <a:pt x="34" y="60"/>
                      <a:pt x="32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27" y="59"/>
                      <a:pt x="25" y="59"/>
                      <a:pt x="24" y="59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3"/>
                      <a:pt x="26" y="63"/>
                      <a:pt x="27" y="63"/>
                    </a:cubicBezTo>
                    <a:cubicBezTo>
                      <a:pt x="29" y="63"/>
                      <a:pt x="32" y="64"/>
                      <a:pt x="33" y="65"/>
                    </a:cubicBezTo>
                    <a:cubicBezTo>
                      <a:pt x="33" y="65"/>
                      <a:pt x="33" y="65"/>
                      <a:pt x="33" y="65"/>
                    </a:cubicBezTo>
                    <a:close/>
                  </a:path>
                </a:pathLst>
              </a:custGeom>
              <a:solidFill>
                <a:srgbClr val="FB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5" name="Freeform 1306">
                <a:extLst>
                  <a:ext uri="{FF2B5EF4-FFF2-40B4-BE49-F238E27FC236}">
                    <a16:creationId xmlns:a16="http://schemas.microsoft.com/office/drawing/2014/main" id="{0595EA19-34C3-4A03-AE69-4CA4599B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283"/>
                <a:ext cx="65" cy="108"/>
              </a:xfrm>
              <a:custGeom>
                <a:avLst/>
                <a:gdLst>
                  <a:gd name="T0" fmla="*/ 322 w 41"/>
                  <a:gd name="T1" fmla="*/ 669 h 68"/>
                  <a:gd name="T2" fmla="*/ 342 w 41"/>
                  <a:gd name="T3" fmla="*/ 656 h 68"/>
                  <a:gd name="T4" fmla="*/ 271 w 41"/>
                  <a:gd name="T5" fmla="*/ 626 h 68"/>
                  <a:gd name="T6" fmla="*/ 239 w 41"/>
                  <a:gd name="T7" fmla="*/ 605 h 68"/>
                  <a:gd name="T8" fmla="*/ 292 w 41"/>
                  <a:gd name="T9" fmla="*/ 618 h 68"/>
                  <a:gd name="T10" fmla="*/ 379 w 41"/>
                  <a:gd name="T11" fmla="*/ 605 h 68"/>
                  <a:gd name="T12" fmla="*/ 400 w 41"/>
                  <a:gd name="T13" fmla="*/ 580 h 68"/>
                  <a:gd name="T14" fmla="*/ 342 w 41"/>
                  <a:gd name="T15" fmla="*/ 565 h 68"/>
                  <a:gd name="T16" fmla="*/ 301 w 41"/>
                  <a:gd name="T17" fmla="*/ 580 h 68"/>
                  <a:gd name="T18" fmla="*/ 322 w 41"/>
                  <a:gd name="T19" fmla="*/ 553 h 68"/>
                  <a:gd name="T20" fmla="*/ 400 w 41"/>
                  <a:gd name="T21" fmla="*/ 532 h 68"/>
                  <a:gd name="T22" fmla="*/ 400 w 41"/>
                  <a:gd name="T23" fmla="*/ 497 h 68"/>
                  <a:gd name="T24" fmla="*/ 239 w 41"/>
                  <a:gd name="T25" fmla="*/ 484 h 68"/>
                  <a:gd name="T26" fmla="*/ 271 w 41"/>
                  <a:gd name="T27" fmla="*/ 464 h 68"/>
                  <a:gd name="T28" fmla="*/ 379 w 41"/>
                  <a:gd name="T29" fmla="*/ 445 h 68"/>
                  <a:gd name="T30" fmla="*/ 400 w 41"/>
                  <a:gd name="T31" fmla="*/ 326 h 68"/>
                  <a:gd name="T32" fmla="*/ 347 w 41"/>
                  <a:gd name="T33" fmla="*/ 257 h 68"/>
                  <a:gd name="T34" fmla="*/ 239 w 41"/>
                  <a:gd name="T35" fmla="*/ 292 h 68"/>
                  <a:gd name="T36" fmla="*/ 203 w 41"/>
                  <a:gd name="T37" fmla="*/ 292 h 68"/>
                  <a:gd name="T38" fmla="*/ 258 w 41"/>
                  <a:gd name="T39" fmla="*/ 240 h 68"/>
                  <a:gd name="T40" fmla="*/ 342 w 41"/>
                  <a:gd name="T41" fmla="*/ 205 h 68"/>
                  <a:gd name="T42" fmla="*/ 327 w 41"/>
                  <a:gd name="T43" fmla="*/ 151 h 68"/>
                  <a:gd name="T44" fmla="*/ 292 w 41"/>
                  <a:gd name="T45" fmla="*/ 108 h 68"/>
                  <a:gd name="T46" fmla="*/ 159 w 41"/>
                  <a:gd name="T47" fmla="*/ 172 h 68"/>
                  <a:gd name="T48" fmla="*/ 120 w 41"/>
                  <a:gd name="T49" fmla="*/ 172 h 68"/>
                  <a:gd name="T50" fmla="*/ 184 w 41"/>
                  <a:gd name="T51" fmla="*/ 121 h 68"/>
                  <a:gd name="T52" fmla="*/ 227 w 41"/>
                  <a:gd name="T53" fmla="*/ 52 h 68"/>
                  <a:gd name="T54" fmla="*/ 63 w 41"/>
                  <a:gd name="T55" fmla="*/ 21 h 68"/>
                  <a:gd name="T56" fmla="*/ 52 w 41"/>
                  <a:gd name="T57" fmla="*/ 33 h 68"/>
                  <a:gd name="T58" fmla="*/ 0 w 41"/>
                  <a:gd name="T59" fmla="*/ 108 h 68"/>
                  <a:gd name="T60" fmla="*/ 63 w 41"/>
                  <a:gd name="T61" fmla="*/ 108 h 68"/>
                  <a:gd name="T62" fmla="*/ 138 w 41"/>
                  <a:gd name="T63" fmla="*/ 68 h 68"/>
                  <a:gd name="T64" fmla="*/ 40 w 41"/>
                  <a:gd name="T65" fmla="*/ 151 h 68"/>
                  <a:gd name="T66" fmla="*/ 40 w 41"/>
                  <a:gd name="T67" fmla="*/ 192 h 68"/>
                  <a:gd name="T68" fmla="*/ 108 w 41"/>
                  <a:gd name="T69" fmla="*/ 257 h 68"/>
                  <a:gd name="T70" fmla="*/ 190 w 41"/>
                  <a:gd name="T71" fmla="*/ 210 h 68"/>
                  <a:gd name="T72" fmla="*/ 271 w 41"/>
                  <a:gd name="T73" fmla="*/ 184 h 68"/>
                  <a:gd name="T74" fmla="*/ 184 w 41"/>
                  <a:gd name="T75" fmla="*/ 240 h 68"/>
                  <a:gd name="T76" fmla="*/ 120 w 41"/>
                  <a:gd name="T77" fmla="*/ 292 h 68"/>
                  <a:gd name="T78" fmla="*/ 151 w 41"/>
                  <a:gd name="T79" fmla="*/ 346 h 68"/>
                  <a:gd name="T80" fmla="*/ 279 w 41"/>
                  <a:gd name="T81" fmla="*/ 326 h 68"/>
                  <a:gd name="T82" fmla="*/ 190 w 41"/>
                  <a:gd name="T83" fmla="*/ 381 h 68"/>
                  <a:gd name="T84" fmla="*/ 184 w 41"/>
                  <a:gd name="T85" fmla="*/ 408 h 68"/>
                  <a:gd name="T86" fmla="*/ 239 w 41"/>
                  <a:gd name="T87" fmla="*/ 408 h 68"/>
                  <a:gd name="T88" fmla="*/ 327 w 41"/>
                  <a:gd name="T89" fmla="*/ 381 h 68"/>
                  <a:gd name="T90" fmla="*/ 360 w 41"/>
                  <a:gd name="T91" fmla="*/ 413 h 68"/>
                  <a:gd name="T92" fmla="*/ 258 w 41"/>
                  <a:gd name="T93" fmla="*/ 434 h 68"/>
                  <a:gd name="T94" fmla="*/ 203 w 41"/>
                  <a:gd name="T95" fmla="*/ 451 h 68"/>
                  <a:gd name="T96" fmla="*/ 190 w 41"/>
                  <a:gd name="T97" fmla="*/ 484 h 68"/>
                  <a:gd name="T98" fmla="*/ 203 w 41"/>
                  <a:gd name="T99" fmla="*/ 502 h 68"/>
                  <a:gd name="T100" fmla="*/ 227 w 41"/>
                  <a:gd name="T101" fmla="*/ 518 h 68"/>
                  <a:gd name="T102" fmla="*/ 239 w 41"/>
                  <a:gd name="T103" fmla="*/ 550 h 68"/>
                  <a:gd name="T104" fmla="*/ 203 w 41"/>
                  <a:gd name="T105" fmla="*/ 550 h 68"/>
                  <a:gd name="T106" fmla="*/ 206 w 41"/>
                  <a:gd name="T107" fmla="*/ 656 h 6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41" h="68">
                    <a:moveTo>
                      <a:pt x="21" y="65"/>
                    </a:moveTo>
                    <a:cubicBezTo>
                      <a:pt x="24" y="67"/>
                      <a:pt x="29" y="68"/>
                      <a:pt x="32" y="66"/>
                    </a:cubicBezTo>
                    <a:cubicBezTo>
                      <a:pt x="32" y="66"/>
                      <a:pt x="33" y="66"/>
                      <a:pt x="33" y="66"/>
                    </a:cubicBezTo>
                    <a:cubicBezTo>
                      <a:pt x="33" y="66"/>
                      <a:pt x="34" y="66"/>
                      <a:pt x="34" y="65"/>
                    </a:cubicBezTo>
                    <a:cubicBezTo>
                      <a:pt x="34" y="65"/>
                      <a:pt x="34" y="64"/>
                      <a:pt x="34" y="64"/>
                    </a:cubicBezTo>
                    <a:cubicBezTo>
                      <a:pt x="32" y="63"/>
                      <a:pt x="29" y="62"/>
                      <a:pt x="27" y="62"/>
                    </a:cubicBezTo>
                    <a:cubicBezTo>
                      <a:pt x="25" y="62"/>
                      <a:pt x="24" y="61"/>
                      <a:pt x="24" y="60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5" y="60"/>
                      <a:pt x="27" y="60"/>
                      <a:pt x="29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4" y="61"/>
                      <a:pt x="37" y="61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9" y="59"/>
                      <a:pt x="40" y="58"/>
                      <a:pt x="40" y="57"/>
                    </a:cubicBezTo>
                    <a:cubicBezTo>
                      <a:pt x="39" y="57"/>
                      <a:pt x="39" y="56"/>
                      <a:pt x="38" y="56"/>
                    </a:cubicBezTo>
                    <a:cubicBezTo>
                      <a:pt x="37" y="56"/>
                      <a:pt x="35" y="56"/>
                      <a:pt x="34" y="56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29" y="57"/>
                      <a:pt x="29" y="57"/>
                      <a:pt x="29" y="56"/>
                    </a:cubicBezTo>
                    <a:cubicBezTo>
                      <a:pt x="29" y="56"/>
                      <a:pt x="31" y="55"/>
                      <a:pt x="32" y="55"/>
                    </a:cubicBezTo>
                    <a:cubicBezTo>
                      <a:pt x="34" y="55"/>
                      <a:pt x="35" y="55"/>
                      <a:pt x="37" y="55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0" y="53"/>
                      <a:pt x="41" y="52"/>
                      <a:pt x="41" y="52"/>
                    </a:cubicBezTo>
                    <a:cubicBezTo>
                      <a:pt x="41" y="51"/>
                      <a:pt x="41" y="50"/>
                      <a:pt x="40" y="49"/>
                    </a:cubicBezTo>
                    <a:cubicBezTo>
                      <a:pt x="39" y="48"/>
                      <a:pt x="36" y="49"/>
                      <a:pt x="33" y="49"/>
                    </a:cubicBezTo>
                    <a:cubicBezTo>
                      <a:pt x="29" y="49"/>
                      <a:pt x="25" y="49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30" y="46"/>
                      <a:pt x="36" y="44"/>
                      <a:pt x="38" y="44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40" y="43"/>
                      <a:pt x="41" y="43"/>
                      <a:pt x="41" y="41"/>
                    </a:cubicBezTo>
                    <a:cubicBezTo>
                      <a:pt x="41" y="38"/>
                      <a:pt x="40" y="35"/>
                      <a:pt x="40" y="32"/>
                    </a:cubicBezTo>
                    <a:cubicBezTo>
                      <a:pt x="40" y="32"/>
                      <a:pt x="39" y="30"/>
                      <a:pt x="38" y="29"/>
                    </a:cubicBezTo>
                    <a:cubicBezTo>
                      <a:pt x="37" y="27"/>
                      <a:pt x="36" y="25"/>
                      <a:pt x="35" y="25"/>
                    </a:cubicBezTo>
                    <a:cubicBezTo>
                      <a:pt x="33" y="25"/>
                      <a:pt x="29" y="27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2" y="30"/>
                      <a:pt x="21" y="30"/>
                      <a:pt x="20" y="30"/>
                    </a:cubicBezTo>
                    <a:cubicBezTo>
                      <a:pt x="20" y="30"/>
                      <a:pt x="20" y="30"/>
                      <a:pt x="20" y="29"/>
                    </a:cubicBezTo>
                    <a:cubicBezTo>
                      <a:pt x="19" y="27"/>
                      <a:pt x="21" y="26"/>
                      <a:pt x="24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30" y="23"/>
                      <a:pt x="33" y="21"/>
                      <a:pt x="34" y="20"/>
                    </a:cubicBezTo>
                    <a:cubicBezTo>
                      <a:pt x="34" y="19"/>
                      <a:pt x="34" y="17"/>
                      <a:pt x="34" y="17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0" y="12"/>
                      <a:pt x="29" y="11"/>
                    </a:cubicBezTo>
                    <a:cubicBezTo>
                      <a:pt x="28" y="11"/>
                      <a:pt x="26" y="11"/>
                      <a:pt x="24" y="12"/>
                    </a:cubicBezTo>
                    <a:cubicBezTo>
                      <a:pt x="21" y="14"/>
                      <a:pt x="18" y="15"/>
                      <a:pt x="16" y="17"/>
                    </a:cubicBezTo>
                    <a:cubicBezTo>
                      <a:pt x="14" y="19"/>
                      <a:pt x="14" y="19"/>
                      <a:pt x="13" y="18"/>
                    </a:cubicBezTo>
                    <a:cubicBezTo>
                      <a:pt x="12" y="18"/>
                      <a:pt x="12" y="17"/>
                      <a:pt x="12" y="17"/>
                    </a:cubicBezTo>
                    <a:cubicBezTo>
                      <a:pt x="12" y="17"/>
                      <a:pt x="13" y="16"/>
                      <a:pt x="13" y="15"/>
                    </a:cubicBezTo>
                    <a:cubicBezTo>
                      <a:pt x="15" y="14"/>
                      <a:pt x="16" y="13"/>
                      <a:pt x="18" y="12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2" y="8"/>
                      <a:pt x="23" y="6"/>
                      <a:pt x="23" y="5"/>
                    </a:cubicBezTo>
                    <a:cubicBezTo>
                      <a:pt x="23" y="4"/>
                      <a:pt x="22" y="3"/>
                      <a:pt x="22" y="3"/>
                    </a:cubicBezTo>
                    <a:cubicBezTo>
                      <a:pt x="17" y="0"/>
                      <a:pt x="11" y="0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5"/>
                      <a:pt x="0" y="7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2" y="13"/>
                      <a:pt x="4" y="13"/>
                      <a:pt x="6" y="11"/>
                    </a:cubicBezTo>
                    <a:cubicBezTo>
                      <a:pt x="12" y="6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0" y="11"/>
                      <a:pt x="8" y="12"/>
                    </a:cubicBezTo>
                    <a:cubicBezTo>
                      <a:pt x="6" y="14"/>
                      <a:pt x="5" y="14"/>
                      <a:pt x="4" y="15"/>
                    </a:cubicBezTo>
                    <a:cubicBezTo>
                      <a:pt x="3" y="16"/>
                      <a:pt x="3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5"/>
                      <a:pt x="10" y="25"/>
                      <a:pt x="11" y="25"/>
                    </a:cubicBezTo>
                    <a:cubicBezTo>
                      <a:pt x="13" y="25"/>
                      <a:pt x="15" y="23"/>
                      <a:pt x="17" y="22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25" y="17"/>
                      <a:pt x="26" y="17"/>
                      <a:pt x="26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6" y="19"/>
                      <a:pt x="24" y="20"/>
                      <a:pt x="21" y="22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4" y="25"/>
                      <a:pt x="12" y="27"/>
                      <a:pt x="12" y="28"/>
                    </a:cubicBezTo>
                    <a:cubicBezTo>
                      <a:pt x="12" y="28"/>
                      <a:pt x="12" y="29"/>
                      <a:pt x="12" y="29"/>
                    </a:cubicBezTo>
                    <a:cubicBezTo>
                      <a:pt x="13" y="31"/>
                      <a:pt x="14" y="32"/>
                      <a:pt x="15" y="3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6"/>
                      <a:pt x="19" y="35"/>
                      <a:pt x="22" y="34"/>
                    </a:cubicBezTo>
                    <a:cubicBezTo>
                      <a:pt x="24" y="33"/>
                      <a:pt x="27" y="32"/>
                      <a:pt x="28" y="32"/>
                    </a:cubicBezTo>
                    <a:cubicBezTo>
                      <a:pt x="28" y="33"/>
                      <a:pt x="25" y="35"/>
                      <a:pt x="23" y="35"/>
                    </a:cubicBezTo>
                    <a:cubicBezTo>
                      <a:pt x="21" y="36"/>
                      <a:pt x="20" y="37"/>
                      <a:pt x="19" y="38"/>
                    </a:cubicBezTo>
                    <a:cubicBezTo>
                      <a:pt x="19" y="38"/>
                      <a:pt x="18" y="38"/>
                      <a:pt x="18" y="39"/>
                    </a:cubicBezTo>
                    <a:cubicBezTo>
                      <a:pt x="18" y="39"/>
                      <a:pt x="18" y="40"/>
                      <a:pt x="18" y="40"/>
                    </a:cubicBezTo>
                    <a:cubicBezTo>
                      <a:pt x="20" y="41"/>
                      <a:pt x="22" y="41"/>
                      <a:pt x="24" y="41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9" y="39"/>
                      <a:pt x="32" y="38"/>
                      <a:pt x="33" y="38"/>
                    </a:cubicBezTo>
                    <a:cubicBezTo>
                      <a:pt x="34" y="38"/>
                      <a:pt x="35" y="39"/>
                      <a:pt x="36" y="39"/>
                    </a:cubicBezTo>
                    <a:cubicBezTo>
                      <a:pt x="36" y="40"/>
                      <a:pt x="36" y="40"/>
                      <a:pt x="36" y="41"/>
                    </a:cubicBezTo>
                    <a:cubicBezTo>
                      <a:pt x="35" y="42"/>
                      <a:pt x="31" y="43"/>
                      <a:pt x="28" y="43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4" y="44"/>
                      <a:pt x="21" y="44"/>
                      <a:pt x="20" y="45"/>
                    </a:cubicBezTo>
                    <a:cubicBezTo>
                      <a:pt x="19" y="45"/>
                      <a:pt x="19" y="47"/>
                      <a:pt x="19" y="47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19" y="50"/>
                      <a:pt x="20" y="50"/>
                    </a:cubicBezTo>
                    <a:cubicBezTo>
                      <a:pt x="20" y="51"/>
                      <a:pt x="21" y="51"/>
                      <a:pt x="22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4" y="51"/>
                      <a:pt x="25" y="52"/>
                      <a:pt x="25" y="52"/>
                    </a:cubicBezTo>
                    <a:cubicBezTo>
                      <a:pt x="25" y="53"/>
                      <a:pt x="25" y="53"/>
                      <a:pt x="24" y="54"/>
                    </a:cubicBezTo>
                    <a:cubicBezTo>
                      <a:pt x="24" y="54"/>
                      <a:pt x="23" y="54"/>
                      <a:pt x="22" y="54"/>
                    </a:cubicBezTo>
                    <a:cubicBezTo>
                      <a:pt x="20" y="54"/>
                      <a:pt x="20" y="54"/>
                      <a:pt x="20" y="54"/>
                    </a:cubicBezTo>
                    <a:cubicBezTo>
                      <a:pt x="20" y="55"/>
                      <a:pt x="19" y="56"/>
                      <a:pt x="19" y="57"/>
                    </a:cubicBezTo>
                    <a:cubicBezTo>
                      <a:pt x="19" y="60"/>
                      <a:pt x="19" y="63"/>
                      <a:pt x="21" y="6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6" name="Freeform 1307">
                <a:extLst>
                  <a:ext uri="{FF2B5EF4-FFF2-40B4-BE49-F238E27FC236}">
                    <a16:creationId xmlns:a16="http://schemas.microsoft.com/office/drawing/2014/main" id="{67EB2377-8C4B-4608-8A65-7BBE35166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285"/>
                <a:ext cx="62" cy="104"/>
              </a:xfrm>
              <a:custGeom>
                <a:avLst/>
                <a:gdLst>
                  <a:gd name="T0" fmla="*/ 326 w 39"/>
                  <a:gd name="T1" fmla="*/ 624 h 66"/>
                  <a:gd name="T2" fmla="*/ 210 w 39"/>
                  <a:gd name="T3" fmla="*/ 611 h 66"/>
                  <a:gd name="T4" fmla="*/ 192 w 39"/>
                  <a:gd name="T5" fmla="*/ 523 h 66"/>
                  <a:gd name="T6" fmla="*/ 240 w 39"/>
                  <a:gd name="T7" fmla="*/ 523 h 66"/>
                  <a:gd name="T8" fmla="*/ 224 w 39"/>
                  <a:gd name="T9" fmla="*/ 474 h 66"/>
                  <a:gd name="T10" fmla="*/ 192 w 39"/>
                  <a:gd name="T11" fmla="*/ 474 h 66"/>
                  <a:gd name="T12" fmla="*/ 192 w 39"/>
                  <a:gd name="T13" fmla="*/ 457 h 66"/>
                  <a:gd name="T14" fmla="*/ 192 w 39"/>
                  <a:gd name="T15" fmla="*/ 436 h 66"/>
                  <a:gd name="T16" fmla="*/ 261 w 39"/>
                  <a:gd name="T17" fmla="*/ 419 h 66"/>
                  <a:gd name="T18" fmla="*/ 367 w 39"/>
                  <a:gd name="T19" fmla="*/ 388 h 66"/>
                  <a:gd name="T20" fmla="*/ 326 w 39"/>
                  <a:gd name="T21" fmla="*/ 353 h 66"/>
                  <a:gd name="T22" fmla="*/ 237 w 39"/>
                  <a:gd name="T23" fmla="*/ 375 h 66"/>
                  <a:gd name="T24" fmla="*/ 184 w 39"/>
                  <a:gd name="T25" fmla="*/ 375 h 66"/>
                  <a:gd name="T26" fmla="*/ 184 w 39"/>
                  <a:gd name="T27" fmla="*/ 355 h 66"/>
                  <a:gd name="T28" fmla="*/ 288 w 39"/>
                  <a:gd name="T29" fmla="*/ 301 h 66"/>
                  <a:gd name="T30" fmla="*/ 151 w 39"/>
                  <a:gd name="T31" fmla="*/ 320 h 66"/>
                  <a:gd name="T32" fmla="*/ 121 w 39"/>
                  <a:gd name="T33" fmla="*/ 266 h 66"/>
                  <a:gd name="T34" fmla="*/ 172 w 39"/>
                  <a:gd name="T35" fmla="*/ 224 h 66"/>
                  <a:gd name="T36" fmla="*/ 261 w 39"/>
                  <a:gd name="T37" fmla="*/ 169 h 66"/>
                  <a:gd name="T38" fmla="*/ 172 w 39"/>
                  <a:gd name="T39" fmla="*/ 184 h 66"/>
                  <a:gd name="T40" fmla="*/ 102 w 39"/>
                  <a:gd name="T41" fmla="*/ 224 h 66"/>
                  <a:gd name="T42" fmla="*/ 40 w 39"/>
                  <a:gd name="T43" fmla="*/ 172 h 66"/>
                  <a:gd name="T44" fmla="*/ 40 w 39"/>
                  <a:gd name="T45" fmla="*/ 150 h 66"/>
                  <a:gd name="T46" fmla="*/ 141 w 39"/>
                  <a:gd name="T47" fmla="*/ 55 h 66"/>
                  <a:gd name="T48" fmla="*/ 40 w 39"/>
                  <a:gd name="T49" fmla="*/ 87 h 66"/>
                  <a:gd name="T50" fmla="*/ 0 w 39"/>
                  <a:gd name="T51" fmla="*/ 96 h 66"/>
                  <a:gd name="T52" fmla="*/ 52 w 39"/>
                  <a:gd name="T53" fmla="*/ 32 h 66"/>
                  <a:gd name="T54" fmla="*/ 205 w 39"/>
                  <a:gd name="T55" fmla="*/ 32 h 66"/>
                  <a:gd name="T56" fmla="*/ 184 w 39"/>
                  <a:gd name="T57" fmla="*/ 79 h 66"/>
                  <a:gd name="T58" fmla="*/ 121 w 39"/>
                  <a:gd name="T59" fmla="*/ 137 h 66"/>
                  <a:gd name="T60" fmla="*/ 108 w 39"/>
                  <a:gd name="T61" fmla="*/ 172 h 66"/>
                  <a:gd name="T62" fmla="*/ 237 w 39"/>
                  <a:gd name="T63" fmla="*/ 117 h 66"/>
                  <a:gd name="T64" fmla="*/ 305 w 39"/>
                  <a:gd name="T65" fmla="*/ 124 h 66"/>
                  <a:gd name="T66" fmla="*/ 326 w 39"/>
                  <a:gd name="T67" fmla="*/ 151 h 66"/>
                  <a:gd name="T68" fmla="*/ 261 w 39"/>
                  <a:gd name="T69" fmla="*/ 216 h 66"/>
                  <a:gd name="T70" fmla="*/ 237 w 39"/>
                  <a:gd name="T71" fmla="*/ 224 h 66"/>
                  <a:gd name="T72" fmla="*/ 192 w 39"/>
                  <a:gd name="T73" fmla="*/ 290 h 66"/>
                  <a:gd name="T74" fmla="*/ 237 w 39"/>
                  <a:gd name="T75" fmla="*/ 280 h 66"/>
                  <a:gd name="T76" fmla="*/ 377 w 39"/>
                  <a:gd name="T77" fmla="*/ 271 h 66"/>
                  <a:gd name="T78" fmla="*/ 397 w 39"/>
                  <a:gd name="T79" fmla="*/ 388 h 66"/>
                  <a:gd name="T80" fmla="*/ 377 w 39"/>
                  <a:gd name="T81" fmla="*/ 407 h 66"/>
                  <a:gd name="T82" fmla="*/ 224 w 39"/>
                  <a:gd name="T83" fmla="*/ 457 h 66"/>
                  <a:gd name="T84" fmla="*/ 326 w 39"/>
                  <a:gd name="T85" fmla="*/ 474 h 66"/>
                  <a:gd name="T86" fmla="*/ 397 w 39"/>
                  <a:gd name="T87" fmla="*/ 484 h 66"/>
                  <a:gd name="T88" fmla="*/ 356 w 39"/>
                  <a:gd name="T89" fmla="*/ 517 h 66"/>
                  <a:gd name="T90" fmla="*/ 273 w 39"/>
                  <a:gd name="T91" fmla="*/ 536 h 66"/>
                  <a:gd name="T92" fmla="*/ 313 w 39"/>
                  <a:gd name="T93" fmla="*/ 544 h 66"/>
                  <a:gd name="T94" fmla="*/ 377 w 39"/>
                  <a:gd name="T95" fmla="*/ 544 h 66"/>
                  <a:gd name="T96" fmla="*/ 377 w 39"/>
                  <a:gd name="T97" fmla="*/ 559 h 66"/>
                  <a:gd name="T98" fmla="*/ 293 w 39"/>
                  <a:gd name="T99" fmla="*/ 577 h 66"/>
                  <a:gd name="T100" fmla="*/ 224 w 39"/>
                  <a:gd name="T101" fmla="*/ 577 h 66"/>
                  <a:gd name="T102" fmla="*/ 261 w 39"/>
                  <a:gd name="T103" fmla="*/ 604 h 66"/>
                  <a:gd name="T104" fmla="*/ 326 w 39"/>
                  <a:gd name="T105" fmla="*/ 624 h 6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9" h="66">
                    <a:moveTo>
                      <a:pt x="32" y="64"/>
                    </a:moveTo>
                    <a:cubicBezTo>
                      <a:pt x="32" y="64"/>
                      <a:pt x="32" y="64"/>
                      <a:pt x="32" y="64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28" y="66"/>
                      <a:pt x="24" y="65"/>
                      <a:pt x="21" y="63"/>
                    </a:cubicBezTo>
                    <a:cubicBezTo>
                      <a:pt x="19" y="62"/>
                      <a:pt x="19" y="59"/>
                      <a:pt x="19" y="56"/>
                    </a:cubicBezTo>
                    <a:cubicBezTo>
                      <a:pt x="19" y="55"/>
                      <a:pt x="19" y="54"/>
                      <a:pt x="19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2" y="54"/>
                      <a:pt x="23" y="54"/>
                      <a:pt x="24" y="54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0"/>
                      <a:pt x="24" y="49"/>
                      <a:pt x="22" y="49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0" y="49"/>
                      <a:pt x="20" y="49"/>
                      <a:pt x="19" y="49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9" y="48"/>
                      <a:pt x="19" y="47"/>
                      <a:pt x="19" y="47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9" y="46"/>
                      <a:pt x="19" y="45"/>
                      <a:pt x="19" y="45"/>
                    </a:cubicBezTo>
                    <a:cubicBezTo>
                      <a:pt x="21" y="44"/>
                      <a:pt x="23" y="43"/>
                      <a:pt x="25" y="43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31" y="42"/>
                      <a:pt x="35" y="42"/>
                      <a:pt x="36" y="40"/>
                    </a:cubicBezTo>
                    <a:cubicBezTo>
                      <a:pt x="36" y="39"/>
                      <a:pt x="36" y="38"/>
                      <a:pt x="36" y="38"/>
                    </a:cubicBezTo>
                    <a:cubicBezTo>
                      <a:pt x="35" y="37"/>
                      <a:pt x="34" y="36"/>
                      <a:pt x="32" y="36"/>
                    </a:cubicBezTo>
                    <a:cubicBezTo>
                      <a:pt x="30" y="37"/>
                      <a:pt x="27" y="37"/>
                      <a:pt x="25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0" y="39"/>
                      <a:pt x="19" y="39"/>
                      <a:pt x="18" y="39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7"/>
                      <a:pt x="18" y="37"/>
                    </a:cubicBezTo>
                    <a:cubicBezTo>
                      <a:pt x="19" y="37"/>
                      <a:pt x="21" y="36"/>
                      <a:pt x="22" y="35"/>
                    </a:cubicBezTo>
                    <a:cubicBezTo>
                      <a:pt x="26" y="34"/>
                      <a:pt x="28" y="33"/>
                      <a:pt x="28" y="31"/>
                    </a:cubicBezTo>
                    <a:cubicBezTo>
                      <a:pt x="27" y="29"/>
                      <a:pt x="24" y="30"/>
                      <a:pt x="21" y="32"/>
                    </a:cubicBezTo>
                    <a:cubicBezTo>
                      <a:pt x="19" y="32"/>
                      <a:pt x="16" y="34"/>
                      <a:pt x="15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0"/>
                      <a:pt x="13" y="29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6"/>
                      <a:pt x="15" y="25"/>
                      <a:pt x="17" y="2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4" y="20"/>
                      <a:pt x="26" y="18"/>
                      <a:pt x="26" y="17"/>
                    </a:cubicBezTo>
                    <a:cubicBezTo>
                      <a:pt x="27" y="17"/>
                      <a:pt x="26" y="16"/>
                      <a:pt x="26" y="16"/>
                    </a:cubicBezTo>
                    <a:cubicBezTo>
                      <a:pt x="25" y="15"/>
                      <a:pt x="22" y="16"/>
                      <a:pt x="17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4" y="21"/>
                      <a:pt x="11" y="23"/>
                      <a:pt x="10" y="23"/>
                    </a:cubicBezTo>
                    <a:cubicBezTo>
                      <a:pt x="9" y="23"/>
                      <a:pt x="9" y="23"/>
                      <a:pt x="7" y="2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6"/>
                      <a:pt x="3" y="16"/>
                      <a:pt x="4" y="15"/>
                    </a:cubicBezTo>
                    <a:cubicBezTo>
                      <a:pt x="4" y="14"/>
                      <a:pt x="6" y="13"/>
                      <a:pt x="7" y="12"/>
                    </a:cubicBezTo>
                    <a:cubicBezTo>
                      <a:pt x="11" y="10"/>
                      <a:pt x="14" y="8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3" y="4"/>
                      <a:pt x="9" y="5"/>
                      <a:pt x="4" y="9"/>
                    </a:cubicBezTo>
                    <a:cubicBezTo>
                      <a:pt x="2" y="11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7"/>
                      <a:pt x="2" y="5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10" y="0"/>
                      <a:pt x="15" y="0"/>
                      <a:pt x="20" y="3"/>
                    </a:cubicBezTo>
                    <a:cubicBezTo>
                      <a:pt x="21" y="3"/>
                      <a:pt x="21" y="3"/>
                      <a:pt x="21" y="4"/>
                    </a:cubicBezTo>
                    <a:cubicBezTo>
                      <a:pt x="21" y="5"/>
                      <a:pt x="20" y="7"/>
                      <a:pt x="18" y="8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1"/>
                      <a:pt x="13" y="12"/>
                      <a:pt x="12" y="14"/>
                    </a:cubicBezTo>
                    <a:cubicBezTo>
                      <a:pt x="11" y="14"/>
                      <a:pt x="10" y="15"/>
                      <a:pt x="10" y="16"/>
                    </a:cubicBezTo>
                    <a:cubicBezTo>
                      <a:pt x="10" y="17"/>
                      <a:pt x="11" y="17"/>
                      <a:pt x="11" y="18"/>
                    </a:cubicBezTo>
                    <a:cubicBezTo>
                      <a:pt x="13" y="19"/>
                      <a:pt x="14" y="18"/>
                      <a:pt x="16" y="17"/>
                    </a:cubicBezTo>
                    <a:cubicBezTo>
                      <a:pt x="18" y="15"/>
                      <a:pt x="20" y="14"/>
                      <a:pt x="23" y="12"/>
                    </a:cubicBezTo>
                    <a:cubicBezTo>
                      <a:pt x="25" y="11"/>
                      <a:pt x="27" y="11"/>
                      <a:pt x="28" y="11"/>
                    </a:cubicBezTo>
                    <a:cubicBezTo>
                      <a:pt x="28" y="11"/>
                      <a:pt x="29" y="12"/>
                      <a:pt x="30" y="13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5"/>
                      <a:pt x="32" y="16"/>
                      <a:pt x="32" y="16"/>
                    </a:cubicBezTo>
                    <a:cubicBezTo>
                      <a:pt x="32" y="17"/>
                      <a:pt x="32" y="18"/>
                      <a:pt x="32" y="18"/>
                    </a:cubicBezTo>
                    <a:cubicBezTo>
                      <a:pt x="31" y="20"/>
                      <a:pt x="28" y="21"/>
                      <a:pt x="26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0" y="24"/>
                      <a:pt x="17" y="26"/>
                      <a:pt x="18" y="28"/>
                    </a:cubicBezTo>
                    <a:cubicBezTo>
                      <a:pt x="18" y="29"/>
                      <a:pt x="18" y="29"/>
                      <a:pt x="19" y="30"/>
                    </a:cubicBezTo>
                    <a:cubicBezTo>
                      <a:pt x="20" y="30"/>
                      <a:pt x="21" y="30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6" y="28"/>
                      <a:pt x="32" y="25"/>
                      <a:pt x="34" y="25"/>
                    </a:cubicBezTo>
                    <a:cubicBezTo>
                      <a:pt x="35" y="25"/>
                      <a:pt x="36" y="26"/>
                      <a:pt x="37" y="28"/>
                    </a:cubicBezTo>
                    <a:cubicBezTo>
                      <a:pt x="37" y="29"/>
                      <a:pt x="38" y="31"/>
                      <a:pt x="38" y="31"/>
                    </a:cubicBezTo>
                    <a:cubicBezTo>
                      <a:pt x="38" y="34"/>
                      <a:pt x="39" y="37"/>
                      <a:pt x="39" y="40"/>
                    </a:cubicBezTo>
                    <a:cubicBezTo>
                      <a:pt x="39" y="41"/>
                      <a:pt x="39" y="41"/>
                      <a:pt x="37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5" y="43"/>
                      <a:pt x="29" y="44"/>
                      <a:pt x="26" y="44"/>
                    </a:cubicBezTo>
                    <a:cubicBezTo>
                      <a:pt x="24" y="44"/>
                      <a:pt x="22" y="45"/>
                      <a:pt x="22" y="47"/>
                    </a:cubicBezTo>
                    <a:cubicBezTo>
                      <a:pt x="22" y="47"/>
                      <a:pt x="22" y="48"/>
                      <a:pt x="22" y="48"/>
                    </a:cubicBezTo>
                    <a:cubicBezTo>
                      <a:pt x="24" y="49"/>
                      <a:pt x="28" y="49"/>
                      <a:pt x="32" y="49"/>
                    </a:cubicBezTo>
                    <a:cubicBezTo>
                      <a:pt x="34" y="49"/>
                      <a:pt x="37" y="48"/>
                      <a:pt x="38" y="49"/>
                    </a:cubicBezTo>
                    <a:cubicBezTo>
                      <a:pt x="39" y="49"/>
                      <a:pt x="39" y="50"/>
                      <a:pt x="39" y="50"/>
                    </a:cubicBezTo>
                    <a:cubicBezTo>
                      <a:pt x="39" y="51"/>
                      <a:pt x="39" y="51"/>
                      <a:pt x="38" y="51"/>
                    </a:cubicBezTo>
                    <a:cubicBezTo>
                      <a:pt x="38" y="51"/>
                      <a:pt x="35" y="53"/>
                      <a:pt x="35" y="53"/>
                    </a:cubicBezTo>
                    <a:cubicBezTo>
                      <a:pt x="34" y="53"/>
                      <a:pt x="32" y="53"/>
                      <a:pt x="31" y="53"/>
                    </a:cubicBezTo>
                    <a:cubicBezTo>
                      <a:pt x="29" y="54"/>
                      <a:pt x="27" y="54"/>
                      <a:pt x="27" y="55"/>
                    </a:cubicBezTo>
                    <a:cubicBezTo>
                      <a:pt x="27" y="57"/>
                      <a:pt x="28" y="57"/>
                      <a:pt x="29" y="57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5" y="56"/>
                      <a:pt x="36" y="56"/>
                      <a:pt x="37" y="56"/>
                    </a:cubicBezTo>
                    <a:cubicBezTo>
                      <a:pt x="37" y="56"/>
                      <a:pt x="38" y="56"/>
                      <a:pt x="38" y="57"/>
                    </a:cubicBezTo>
                    <a:cubicBezTo>
                      <a:pt x="38" y="57"/>
                      <a:pt x="38" y="57"/>
                      <a:pt x="37" y="58"/>
                    </a:cubicBezTo>
                    <a:cubicBezTo>
                      <a:pt x="36" y="59"/>
                      <a:pt x="33" y="59"/>
                      <a:pt x="31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6" y="58"/>
                      <a:pt x="24" y="58"/>
                      <a:pt x="23" y="58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62"/>
                      <a:pt x="25" y="62"/>
                      <a:pt x="26" y="62"/>
                    </a:cubicBezTo>
                    <a:cubicBezTo>
                      <a:pt x="28" y="62"/>
                      <a:pt x="31" y="63"/>
                      <a:pt x="32" y="64"/>
                    </a:cubicBezTo>
                    <a:cubicBezTo>
                      <a:pt x="32" y="64"/>
                      <a:pt x="32" y="64"/>
                      <a:pt x="32" y="64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7" name="Freeform 1308">
                <a:extLst>
                  <a:ext uri="{FF2B5EF4-FFF2-40B4-BE49-F238E27FC236}">
                    <a16:creationId xmlns:a16="http://schemas.microsoft.com/office/drawing/2014/main" id="{D7DB6DF4-2E91-4A65-9238-C4DE3C6C1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3258"/>
                <a:ext cx="122" cy="180"/>
              </a:xfrm>
              <a:custGeom>
                <a:avLst/>
                <a:gdLst>
                  <a:gd name="T0" fmla="*/ 21 w 77"/>
                  <a:gd name="T1" fmla="*/ 529 h 114"/>
                  <a:gd name="T2" fmla="*/ 429 w 77"/>
                  <a:gd name="T3" fmla="*/ 13 h 114"/>
                  <a:gd name="T4" fmla="*/ 751 w 77"/>
                  <a:gd name="T5" fmla="*/ 591 h 114"/>
                  <a:gd name="T6" fmla="*/ 341 w 77"/>
                  <a:gd name="T7" fmla="*/ 1107 h 114"/>
                  <a:gd name="T8" fmla="*/ 21 w 77"/>
                  <a:gd name="T9" fmla="*/ 529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4">
                    <a:moveTo>
                      <a:pt x="2" y="54"/>
                    </a:moveTo>
                    <a:cubicBezTo>
                      <a:pt x="4" y="23"/>
                      <a:pt x="23" y="0"/>
                      <a:pt x="43" y="1"/>
                    </a:cubicBezTo>
                    <a:cubicBezTo>
                      <a:pt x="63" y="3"/>
                      <a:pt x="77" y="29"/>
                      <a:pt x="75" y="60"/>
                    </a:cubicBezTo>
                    <a:cubicBezTo>
                      <a:pt x="73" y="90"/>
                      <a:pt x="54" y="114"/>
                      <a:pt x="34" y="113"/>
                    </a:cubicBezTo>
                    <a:cubicBezTo>
                      <a:pt x="14" y="111"/>
                      <a:pt x="0" y="85"/>
                      <a:pt x="2" y="54"/>
                    </a:cubicBezTo>
                    <a:close/>
                  </a:path>
                </a:pathLst>
              </a:custGeom>
              <a:solidFill>
                <a:srgbClr val="004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8" name="Freeform 1309">
                <a:extLst>
                  <a:ext uri="{FF2B5EF4-FFF2-40B4-BE49-F238E27FC236}">
                    <a16:creationId xmlns:a16="http://schemas.microsoft.com/office/drawing/2014/main" id="{122AD6DD-F3E6-43B4-A53E-A8C5BD16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3234"/>
                <a:ext cx="124" cy="180"/>
              </a:xfrm>
              <a:custGeom>
                <a:avLst/>
                <a:gdLst>
                  <a:gd name="T0" fmla="*/ 21 w 78"/>
                  <a:gd name="T1" fmla="*/ 529 h 114"/>
                  <a:gd name="T2" fmla="*/ 434 w 78"/>
                  <a:gd name="T3" fmla="*/ 13 h 114"/>
                  <a:gd name="T4" fmla="*/ 758 w 78"/>
                  <a:gd name="T5" fmla="*/ 591 h 114"/>
                  <a:gd name="T6" fmla="*/ 356 w 78"/>
                  <a:gd name="T7" fmla="*/ 1107 h 114"/>
                  <a:gd name="T8" fmla="*/ 21 w 78"/>
                  <a:gd name="T9" fmla="*/ 529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14">
                    <a:moveTo>
                      <a:pt x="2" y="54"/>
                    </a:moveTo>
                    <a:cubicBezTo>
                      <a:pt x="5" y="23"/>
                      <a:pt x="23" y="0"/>
                      <a:pt x="43" y="1"/>
                    </a:cubicBezTo>
                    <a:cubicBezTo>
                      <a:pt x="63" y="3"/>
                      <a:pt x="78" y="29"/>
                      <a:pt x="75" y="60"/>
                    </a:cubicBezTo>
                    <a:cubicBezTo>
                      <a:pt x="73" y="90"/>
                      <a:pt x="55" y="114"/>
                      <a:pt x="35" y="113"/>
                    </a:cubicBezTo>
                    <a:cubicBezTo>
                      <a:pt x="14" y="111"/>
                      <a:pt x="0" y="85"/>
                      <a:pt x="2" y="54"/>
                    </a:cubicBezTo>
                    <a:close/>
                  </a:path>
                </a:pathLst>
              </a:custGeom>
              <a:solidFill>
                <a:srgbClr val="8EA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9" name="Freeform 1310">
                <a:extLst>
                  <a:ext uri="{FF2B5EF4-FFF2-40B4-BE49-F238E27FC236}">
                    <a16:creationId xmlns:a16="http://schemas.microsoft.com/office/drawing/2014/main" id="{6B0E503C-91D5-4B8E-8971-E00147043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244"/>
                <a:ext cx="124" cy="181"/>
              </a:xfrm>
              <a:custGeom>
                <a:avLst/>
                <a:gdLst>
                  <a:gd name="T0" fmla="*/ 21 w 78"/>
                  <a:gd name="T1" fmla="*/ 535 h 115"/>
                  <a:gd name="T2" fmla="*/ 434 w 78"/>
                  <a:gd name="T3" fmla="*/ 20 h 115"/>
                  <a:gd name="T4" fmla="*/ 758 w 78"/>
                  <a:gd name="T5" fmla="*/ 578 h 115"/>
                  <a:gd name="T6" fmla="*/ 356 w 78"/>
                  <a:gd name="T7" fmla="*/ 1092 h 115"/>
                  <a:gd name="T8" fmla="*/ 21 w 78"/>
                  <a:gd name="T9" fmla="*/ 535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15">
                    <a:moveTo>
                      <a:pt x="2" y="55"/>
                    </a:moveTo>
                    <a:cubicBezTo>
                      <a:pt x="5" y="24"/>
                      <a:pt x="23" y="0"/>
                      <a:pt x="43" y="2"/>
                    </a:cubicBezTo>
                    <a:cubicBezTo>
                      <a:pt x="63" y="3"/>
                      <a:pt x="78" y="29"/>
                      <a:pt x="75" y="60"/>
                    </a:cubicBezTo>
                    <a:cubicBezTo>
                      <a:pt x="73" y="91"/>
                      <a:pt x="55" y="115"/>
                      <a:pt x="35" y="113"/>
                    </a:cubicBezTo>
                    <a:cubicBezTo>
                      <a:pt x="14" y="112"/>
                      <a:pt x="0" y="85"/>
                      <a:pt x="2" y="55"/>
                    </a:cubicBezTo>
                    <a:close/>
                  </a:path>
                </a:pathLst>
              </a:custGeom>
              <a:solidFill>
                <a:srgbClr val="E29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0" name="Freeform 1311">
                <a:extLst>
                  <a:ext uri="{FF2B5EF4-FFF2-40B4-BE49-F238E27FC236}">
                    <a16:creationId xmlns:a16="http://schemas.microsoft.com/office/drawing/2014/main" id="{D81E044C-BC5A-4A0E-9CFC-2FECADC02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286"/>
                <a:ext cx="90" cy="125"/>
              </a:xfrm>
              <a:custGeom>
                <a:avLst/>
                <a:gdLst>
                  <a:gd name="T0" fmla="*/ 0 w 57"/>
                  <a:gd name="T1" fmla="*/ 443 h 79"/>
                  <a:gd name="T2" fmla="*/ 0 w 57"/>
                  <a:gd name="T3" fmla="*/ 546 h 79"/>
                  <a:gd name="T4" fmla="*/ 237 w 57"/>
                  <a:gd name="T5" fmla="*/ 774 h 79"/>
                  <a:gd name="T6" fmla="*/ 559 w 57"/>
                  <a:gd name="T7" fmla="*/ 335 h 79"/>
                  <a:gd name="T8" fmla="*/ 559 w 57"/>
                  <a:gd name="T9" fmla="*/ 237 h 79"/>
                  <a:gd name="T10" fmla="*/ 335 w 57"/>
                  <a:gd name="T11" fmla="*/ 21 h 79"/>
                  <a:gd name="T12" fmla="*/ 0 w 57"/>
                  <a:gd name="T13" fmla="*/ 443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79">
                    <a:moveTo>
                      <a:pt x="0" y="45"/>
                    </a:moveTo>
                    <a:cubicBezTo>
                      <a:pt x="0" y="49"/>
                      <a:pt x="0" y="52"/>
                      <a:pt x="0" y="55"/>
                    </a:cubicBezTo>
                    <a:cubicBezTo>
                      <a:pt x="5" y="68"/>
                      <a:pt x="13" y="77"/>
                      <a:pt x="24" y="78"/>
                    </a:cubicBezTo>
                    <a:cubicBezTo>
                      <a:pt x="40" y="79"/>
                      <a:pt x="55" y="60"/>
                      <a:pt x="57" y="34"/>
                    </a:cubicBezTo>
                    <a:cubicBezTo>
                      <a:pt x="57" y="31"/>
                      <a:pt x="57" y="28"/>
                      <a:pt x="57" y="24"/>
                    </a:cubicBezTo>
                    <a:cubicBezTo>
                      <a:pt x="53" y="11"/>
                      <a:pt x="44" y="2"/>
                      <a:pt x="34" y="2"/>
                    </a:cubicBezTo>
                    <a:cubicBezTo>
                      <a:pt x="17" y="0"/>
                      <a:pt x="2" y="20"/>
                      <a:pt x="0" y="45"/>
                    </a:cubicBezTo>
                    <a:close/>
                  </a:path>
                </a:pathLst>
              </a:custGeom>
              <a:solidFill>
                <a:srgbClr val="D56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1" name="Freeform 1312">
                <a:extLst>
                  <a:ext uri="{FF2B5EF4-FFF2-40B4-BE49-F238E27FC236}">
                    <a16:creationId xmlns:a16="http://schemas.microsoft.com/office/drawing/2014/main" id="{8F5B8E17-4A9E-4745-816E-252BA602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3291"/>
                <a:ext cx="26" cy="27"/>
              </a:xfrm>
              <a:custGeom>
                <a:avLst/>
                <a:gdLst>
                  <a:gd name="T0" fmla="*/ 13 w 16"/>
                  <a:gd name="T1" fmla="*/ 83 h 17"/>
                  <a:gd name="T2" fmla="*/ 102 w 16"/>
                  <a:gd name="T3" fmla="*/ 0 h 17"/>
                  <a:gd name="T4" fmla="*/ 180 w 16"/>
                  <a:gd name="T5" fmla="*/ 89 h 17"/>
                  <a:gd name="T6" fmla="*/ 76 w 16"/>
                  <a:gd name="T7" fmla="*/ 172 h 17"/>
                  <a:gd name="T8" fmla="*/ 13 w 16"/>
                  <a:gd name="T9" fmla="*/ 8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" y="8"/>
                    </a:moveTo>
                    <a:cubicBezTo>
                      <a:pt x="1" y="3"/>
                      <a:pt x="5" y="0"/>
                      <a:pt x="9" y="0"/>
                    </a:cubicBezTo>
                    <a:cubicBezTo>
                      <a:pt x="13" y="0"/>
                      <a:pt x="16" y="4"/>
                      <a:pt x="16" y="9"/>
                    </a:cubicBezTo>
                    <a:cubicBezTo>
                      <a:pt x="15" y="13"/>
                      <a:pt x="11" y="17"/>
                      <a:pt x="7" y="17"/>
                    </a:cubicBezTo>
                    <a:cubicBezTo>
                      <a:pt x="3" y="16"/>
                      <a:pt x="0" y="12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2" name="Freeform 1313">
                <a:extLst>
                  <a:ext uri="{FF2B5EF4-FFF2-40B4-BE49-F238E27FC236}">
                    <a16:creationId xmlns:a16="http://schemas.microsoft.com/office/drawing/2014/main" id="{8FBC15D0-2269-4843-892A-D7480F7F9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3283"/>
                <a:ext cx="17" cy="18"/>
              </a:xfrm>
              <a:custGeom>
                <a:avLst/>
                <a:gdLst>
                  <a:gd name="T0" fmla="*/ 0 w 11"/>
                  <a:gd name="T1" fmla="*/ 70 h 11"/>
                  <a:gd name="T2" fmla="*/ 53 w 11"/>
                  <a:gd name="T3" fmla="*/ 13 h 11"/>
                  <a:gd name="T4" fmla="*/ 96 w 11"/>
                  <a:gd name="T5" fmla="*/ 70 h 11"/>
                  <a:gd name="T6" fmla="*/ 45 w 11"/>
                  <a:gd name="T7" fmla="*/ 126 h 11"/>
                  <a:gd name="T8" fmla="*/ 0 w 11"/>
                  <a:gd name="T9" fmla="*/ 7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cubicBezTo>
                      <a:pt x="1" y="3"/>
                      <a:pt x="3" y="0"/>
                      <a:pt x="6" y="1"/>
                    </a:cubicBezTo>
                    <a:cubicBezTo>
                      <a:pt x="9" y="1"/>
                      <a:pt x="11" y="3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1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3" name="Freeform 1314">
                <a:extLst>
                  <a:ext uri="{FF2B5EF4-FFF2-40B4-BE49-F238E27FC236}">
                    <a16:creationId xmlns:a16="http://schemas.microsoft.com/office/drawing/2014/main" id="{E4304503-AA2A-4318-A8CD-04A6029E2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348"/>
                <a:ext cx="68" cy="74"/>
              </a:xfrm>
              <a:custGeom>
                <a:avLst/>
                <a:gdLst>
                  <a:gd name="T0" fmla="*/ 427 w 43"/>
                  <a:gd name="T1" fmla="*/ 0 h 47"/>
                  <a:gd name="T2" fmla="*/ 0 w 43"/>
                  <a:gd name="T3" fmla="*/ 332 h 47"/>
                  <a:gd name="T4" fmla="*/ 427 w 43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7">
                    <a:moveTo>
                      <a:pt x="43" y="0"/>
                    </a:moveTo>
                    <a:cubicBezTo>
                      <a:pt x="34" y="42"/>
                      <a:pt x="13" y="47"/>
                      <a:pt x="0" y="34"/>
                    </a:cubicBezTo>
                    <a:cubicBezTo>
                      <a:pt x="10" y="33"/>
                      <a:pt x="30" y="29"/>
                      <a:pt x="43" y="0"/>
                    </a:cubicBezTo>
                    <a:close/>
                  </a:path>
                </a:pathLst>
              </a:custGeom>
              <a:solidFill>
                <a:srgbClr val="C626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4" name="Freeform 1315">
                <a:extLst>
                  <a:ext uri="{FF2B5EF4-FFF2-40B4-BE49-F238E27FC236}">
                    <a16:creationId xmlns:a16="http://schemas.microsoft.com/office/drawing/2014/main" id="{22C95D4E-FCF8-4F3E-836A-BA9529614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338"/>
                <a:ext cx="40" cy="89"/>
              </a:xfrm>
              <a:custGeom>
                <a:avLst/>
                <a:gdLst>
                  <a:gd name="T0" fmla="*/ 221 w 25"/>
                  <a:gd name="T1" fmla="*/ 0 h 56"/>
                  <a:gd name="T2" fmla="*/ 0 w 25"/>
                  <a:gd name="T3" fmla="*/ 566 h 56"/>
                  <a:gd name="T4" fmla="*/ 221 w 25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6">
                    <a:moveTo>
                      <a:pt x="21" y="0"/>
                    </a:moveTo>
                    <a:cubicBezTo>
                      <a:pt x="22" y="11"/>
                      <a:pt x="25" y="42"/>
                      <a:pt x="0" y="56"/>
                    </a:cubicBezTo>
                    <a:cubicBezTo>
                      <a:pt x="9" y="47"/>
                      <a:pt x="20" y="35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5" name="Freeform 1316">
                <a:extLst>
                  <a:ext uri="{FF2B5EF4-FFF2-40B4-BE49-F238E27FC236}">
                    <a16:creationId xmlns:a16="http://schemas.microsoft.com/office/drawing/2014/main" id="{7DDCC618-4D56-4736-AAC1-ED96C2D16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3413"/>
                <a:ext cx="152" cy="131"/>
              </a:xfrm>
              <a:custGeom>
                <a:avLst/>
                <a:gdLst>
                  <a:gd name="T0" fmla="*/ 0 w 96"/>
                  <a:gd name="T1" fmla="*/ 762 h 83"/>
                  <a:gd name="T2" fmla="*/ 701 w 96"/>
                  <a:gd name="T3" fmla="*/ 694 h 83"/>
                  <a:gd name="T4" fmla="*/ 918 w 96"/>
                  <a:gd name="T5" fmla="*/ 0 h 83"/>
                  <a:gd name="T6" fmla="*/ 755 w 96"/>
                  <a:gd name="T7" fmla="*/ 461 h 83"/>
                  <a:gd name="T8" fmla="*/ 279 w 96"/>
                  <a:gd name="T9" fmla="*/ 685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83">
                    <a:moveTo>
                      <a:pt x="0" y="78"/>
                    </a:moveTo>
                    <a:cubicBezTo>
                      <a:pt x="21" y="83"/>
                      <a:pt x="52" y="81"/>
                      <a:pt x="71" y="71"/>
                    </a:cubicBezTo>
                    <a:cubicBezTo>
                      <a:pt x="96" y="59"/>
                      <a:pt x="89" y="23"/>
                      <a:pt x="92" y="0"/>
                    </a:cubicBezTo>
                    <a:cubicBezTo>
                      <a:pt x="89" y="16"/>
                      <a:pt x="86" y="34"/>
                      <a:pt x="76" y="47"/>
                    </a:cubicBezTo>
                    <a:cubicBezTo>
                      <a:pt x="63" y="65"/>
                      <a:pt x="44" y="59"/>
                      <a:pt x="28" y="70"/>
                    </a:cubicBezTo>
                  </a:path>
                </a:pathLst>
              </a:custGeom>
              <a:solidFill>
                <a:srgbClr val="004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6" name="Oval 1317">
                <a:extLst>
                  <a:ext uri="{FF2B5EF4-FFF2-40B4-BE49-F238E27FC236}">
                    <a16:creationId xmlns:a16="http://schemas.microsoft.com/office/drawing/2014/main" id="{5FC366EF-8A45-4D32-AF03-447CF4DCC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1" y="3253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77" name="Oval 1318">
                <a:extLst>
                  <a:ext uri="{FF2B5EF4-FFF2-40B4-BE49-F238E27FC236}">
                    <a16:creationId xmlns:a16="http://schemas.microsoft.com/office/drawing/2014/main" id="{3C21B25B-2617-437E-A015-33EFF9AA4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325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78" name="Oval 1319">
                <a:extLst>
                  <a:ext uri="{FF2B5EF4-FFF2-40B4-BE49-F238E27FC236}">
                    <a16:creationId xmlns:a16="http://schemas.microsoft.com/office/drawing/2014/main" id="{C3D626B4-4154-4060-9E0F-555DAFEFC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103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79" name="Oval 1320">
                <a:extLst>
                  <a:ext uri="{FF2B5EF4-FFF2-40B4-BE49-F238E27FC236}">
                    <a16:creationId xmlns:a16="http://schemas.microsoft.com/office/drawing/2014/main" id="{8142282B-7385-4306-AB91-AEC45B79F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9" y="310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80" name="Oval 1321">
                <a:extLst>
                  <a:ext uri="{FF2B5EF4-FFF2-40B4-BE49-F238E27FC236}">
                    <a16:creationId xmlns:a16="http://schemas.microsoft.com/office/drawing/2014/main" id="{885151BE-8650-4456-9D76-0669B6B7E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4" y="2882"/>
                <a:ext cx="25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81" name="Oval 1322">
                <a:extLst>
                  <a:ext uri="{FF2B5EF4-FFF2-40B4-BE49-F238E27FC236}">
                    <a16:creationId xmlns:a16="http://schemas.microsoft.com/office/drawing/2014/main" id="{EFBFFCD2-4BD3-4EC2-90CB-3F3542E08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28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82" name="Oval 1323">
                <a:extLst>
                  <a:ext uri="{FF2B5EF4-FFF2-40B4-BE49-F238E27FC236}">
                    <a16:creationId xmlns:a16="http://schemas.microsoft.com/office/drawing/2014/main" id="{CF8E781A-B8A6-42FF-A914-B61C13689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2921"/>
                <a:ext cx="25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83" name="Oval 1324">
                <a:extLst>
                  <a:ext uri="{FF2B5EF4-FFF2-40B4-BE49-F238E27FC236}">
                    <a16:creationId xmlns:a16="http://schemas.microsoft.com/office/drawing/2014/main" id="{E35465B3-B5D7-491F-BFA4-88D94BBFD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9" y="292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84" name="Oval 1325">
                <a:extLst>
                  <a:ext uri="{FF2B5EF4-FFF2-40B4-BE49-F238E27FC236}">
                    <a16:creationId xmlns:a16="http://schemas.microsoft.com/office/drawing/2014/main" id="{BBB09B93-3170-406F-A615-9C996575D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9" y="2959"/>
                <a:ext cx="25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85" name="Oval 1326">
                <a:extLst>
                  <a:ext uri="{FF2B5EF4-FFF2-40B4-BE49-F238E27FC236}">
                    <a16:creationId xmlns:a16="http://schemas.microsoft.com/office/drawing/2014/main" id="{66CF5E67-B4BC-4A0A-8D55-C21353D5E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96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86" name="Oval 1327">
                <a:extLst>
                  <a:ext uri="{FF2B5EF4-FFF2-40B4-BE49-F238E27FC236}">
                    <a16:creationId xmlns:a16="http://schemas.microsoft.com/office/drawing/2014/main" id="{5F80ACCA-C009-4E4F-B41E-545959067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2953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87" name="Oval 1328">
                <a:extLst>
                  <a:ext uri="{FF2B5EF4-FFF2-40B4-BE49-F238E27FC236}">
                    <a16:creationId xmlns:a16="http://schemas.microsoft.com/office/drawing/2014/main" id="{F1FA59D3-A289-452A-9253-7A8B41433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8" y="295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88" name="Oval 1329">
                <a:extLst>
                  <a:ext uri="{FF2B5EF4-FFF2-40B4-BE49-F238E27FC236}">
                    <a16:creationId xmlns:a16="http://schemas.microsoft.com/office/drawing/2014/main" id="{A0F25EB6-3236-433F-972D-107C7BEB7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3034"/>
                <a:ext cx="25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89" name="Oval 1330">
                <a:extLst>
                  <a:ext uri="{FF2B5EF4-FFF2-40B4-BE49-F238E27FC236}">
                    <a16:creationId xmlns:a16="http://schemas.microsoft.com/office/drawing/2014/main" id="{28C6C793-123F-4F18-AEC3-E8FDB1F67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3" y="304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90" name="Oval 1331">
                <a:extLst>
                  <a:ext uri="{FF2B5EF4-FFF2-40B4-BE49-F238E27FC236}">
                    <a16:creationId xmlns:a16="http://schemas.microsoft.com/office/drawing/2014/main" id="{4E8E1CB5-CC9A-4A37-8E5C-868273C13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3008"/>
                <a:ext cx="26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91" name="Oval 1332">
                <a:extLst>
                  <a:ext uri="{FF2B5EF4-FFF2-40B4-BE49-F238E27FC236}">
                    <a16:creationId xmlns:a16="http://schemas.microsoft.com/office/drawing/2014/main" id="{ABA7ECF3-E2CB-46BE-A518-4D911D33E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3016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92" name="Oval 1333">
                <a:extLst>
                  <a:ext uri="{FF2B5EF4-FFF2-40B4-BE49-F238E27FC236}">
                    <a16:creationId xmlns:a16="http://schemas.microsoft.com/office/drawing/2014/main" id="{8EA40C0D-0822-43B0-99C8-B68B7E652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2964"/>
                <a:ext cx="25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93" name="Oval 1334">
                <a:extLst>
                  <a:ext uri="{FF2B5EF4-FFF2-40B4-BE49-F238E27FC236}">
                    <a16:creationId xmlns:a16="http://schemas.microsoft.com/office/drawing/2014/main" id="{89014D5A-C290-43E3-8F4C-724808721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297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94" name="Oval 1335">
                <a:extLst>
                  <a:ext uri="{FF2B5EF4-FFF2-40B4-BE49-F238E27FC236}">
                    <a16:creationId xmlns:a16="http://schemas.microsoft.com/office/drawing/2014/main" id="{BF410F81-B7E0-4E83-A3AD-76E9E7FAF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3026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95" name="Oval 1336">
                <a:extLst>
                  <a:ext uri="{FF2B5EF4-FFF2-40B4-BE49-F238E27FC236}">
                    <a16:creationId xmlns:a16="http://schemas.microsoft.com/office/drawing/2014/main" id="{10B6DA89-922D-4B6A-B5F4-47C8A6AEE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30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96" name="Oval 1337">
                <a:extLst>
                  <a:ext uri="{FF2B5EF4-FFF2-40B4-BE49-F238E27FC236}">
                    <a16:creationId xmlns:a16="http://schemas.microsoft.com/office/drawing/2014/main" id="{A445BF61-6F14-4024-B7FF-60022E989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9" y="3067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97" name="Oval 1338">
                <a:extLst>
                  <a:ext uri="{FF2B5EF4-FFF2-40B4-BE49-F238E27FC236}">
                    <a16:creationId xmlns:a16="http://schemas.microsoft.com/office/drawing/2014/main" id="{50FD5BE9-299B-46A0-9775-E522A31E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30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98" name="Oval 1339">
                <a:extLst>
                  <a:ext uri="{FF2B5EF4-FFF2-40B4-BE49-F238E27FC236}">
                    <a16:creationId xmlns:a16="http://schemas.microsoft.com/office/drawing/2014/main" id="{91E8ED9B-E894-4CB0-A0F9-A1B0008D7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2877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199" name="Oval 1340">
                <a:extLst>
                  <a:ext uri="{FF2B5EF4-FFF2-40B4-BE49-F238E27FC236}">
                    <a16:creationId xmlns:a16="http://schemas.microsoft.com/office/drawing/2014/main" id="{584B8A4C-DE4C-4D3C-825C-2B5A2B9C0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3" y="288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00" name="Oval 1341">
                <a:extLst>
                  <a:ext uri="{FF2B5EF4-FFF2-40B4-BE49-F238E27FC236}">
                    <a16:creationId xmlns:a16="http://schemas.microsoft.com/office/drawing/2014/main" id="{284E1C9B-D6AE-4426-965C-5857C1842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2784"/>
                <a:ext cx="25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01" name="Oval 1342">
                <a:extLst>
                  <a:ext uri="{FF2B5EF4-FFF2-40B4-BE49-F238E27FC236}">
                    <a16:creationId xmlns:a16="http://schemas.microsoft.com/office/drawing/2014/main" id="{03BD3D48-F15A-4D8F-9E2A-F666C2FF0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279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02" name="Oval 1343">
                <a:extLst>
                  <a:ext uri="{FF2B5EF4-FFF2-40B4-BE49-F238E27FC236}">
                    <a16:creationId xmlns:a16="http://schemas.microsoft.com/office/drawing/2014/main" id="{E0426CBD-06DD-48A4-AF83-207E7AABE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1" y="3026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03" name="Oval 1344">
                <a:extLst>
                  <a:ext uri="{FF2B5EF4-FFF2-40B4-BE49-F238E27FC236}">
                    <a16:creationId xmlns:a16="http://schemas.microsoft.com/office/drawing/2014/main" id="{97F36088-B8E6-4818-8911-A38801F4F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30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04" name="Oval 1345">
                <a:extLst>
                  <a:ext uri="{FF2B5EF4-FFF2-40B4-BE49-F238E27FC236}">
                    <a16:creationId xmlns:a16="http://schemas.microsoft.com/office/drawing/2014/main" id="{D55F2C48-BAB6-45C7-813F-8E798A3EC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3101"/>
                <a:ext cx="26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05" name="Oval 1346">
                <a:extLst>
                  <a:ext uri="{FF2B5EF4-FFF2-40B4-BE49-F238E27FC236}">
                    <a16:creationId xmlns:a16="http://schemas.microsoft.com/office/drawing/2014/main" id="{94D3B8A6-B012-40E3-9295-9D161F6F1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4" y="3108"/>
                <a:ext cx="6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06" name="Oval 1347">
                <a:extLst>
                  <a:ext uri="{FF2B5EF4-FFF2-40B4-BE49-F238E27FC236}">
                    <a16:creationId xmlns:a16="http://schemas.microsoft.com/office/drawing/2014/main" id="{016B6988-5826-465B-B2E0-F0F529A80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3405"/>
                <a:ext cx="23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07" name="Oval 1348">
                <a:extLst>
                  <a:ext uri="{FF2B5EF4-FFF2-40B4-BE49-F238E27FC236}">
                    <a16:creationId xmlns:a16="http://schemas.microsoft.com/office/drawing/2014/main" id="{C8CF38C8-B0E2-497E-BD3B-F60798A0F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6" y="341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08" name="Oval 1349">
                <a:extLst>
                  <a:ext uri="{FF2B5EF4-FFF2-40B4-BE49-F238E27FC236}">
                    <a16:creationId xmlns:a16="http://schemas.microsoft.com/office/drawing/2014/main" id="{4C39BB09-D0ED-4661-B93C-70B2BFD0C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3500"/>
                <a:ext cx="25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09" name="Oval 1350">
                <a:extLst>
                  <a:ext uri="{FF2B5EF4-FFF2-40B4-BE49-F238E27FC236}">
                    <a16:creationId xmlns:a16="http://schemas.microsoft.com/office/drawing/2014/main" id="{D322BC8D-6098-4C53-BCB2-7D61DC8ED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3" y="350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10" name="Oval 1351">
                <a:extLst>
                  <a:ext uri="{FF2B5EF4-FFF2-40B4-BE49-F238E27FC236}">
                    <a16:creationId xmlns:a16="http://schemas.microsoft.com/office/drawing/2014/main" id="{6C4766CC-B0A4-42CA-85AE-73BB334CC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8" y="3269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11" name="Oval 1352">
                <a:extLst>
                  <a:ext uri="{FF2B5EF4-FFF2-40B4-BE49-F238E27FC236}">
                    <a16:creationId xmlns:a16="http://schemas.microsoft.com/office/drawing/2014/main" id="{8A946686-0696-4253-A236-6B137B611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4" y="32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12" name="Oval 1353">
                <a:extLst>
                  <a:ext uri="{FF2B5EF4-FFF2-40B4-BE49-F238E27FC236}">
                    <a16:creationId xmlns:a16="http://schemas.microsoft.com/office/drawing/2014/main" id="{D2DC56AF-3A79-46D0-873E-622B1C6D7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3490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13" name="Oval 1354">
                <a:extLst>
                  <a:ext uri="{FF2B5EF4-FFF2-40B4-BE49-F238E27FC236}">
                    <a16:creationId xmlns:a16="http://schemas.microsoft.com/office/drawing/2014/main" id="{869E15A4-5B18-4E90-8459-0C4669247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34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14" name="Oval 1355">
                <a:extLst>
                  <a:ext uri="{FF2B5EF4-FFF2-40B4-BE49-F238E27FC236}">
                    <a16:creationId xmlns:a16="http://schemas.microsoft.com/office/drawing/2014/main" id="{1E7DE0DD-8079-496A-B411-039525BB1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3119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15" name="Oval 1356">
                <a:extLst>
                  <a:ext uri="{FF2B5EF4-FFF2-40B4-BE49-F238E27FC236}">
                    <a16:creationId xmlns:a16="http://schemas.microsoft.com/office/drawing/2014/main" id="{788EAE9C-ED32-4BE4-B2FE-A8DFC27F9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6" y="31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16" name="Oval 1357">
                <a:extLst>
                  <a:ext uri="{FF2B5EF4-FFF2-40B4-BE49-F238E27FC236}">
                    <a16:creationId xmlns:a16="http://schemas.microsoft.com/office/drawing/2014/main" id="{08F0CB44-F186-4200-9199-89A820954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3070"/>
                <a:ext cx="24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17" name="Oval 1358">
                <a:extLst>
                  <a:ext uri="{FF2B5EF4-FFF2-40B4-BE49-F238E27FC236}">
                    <a16:creationId xmlns:a16="http://schemas.microsoft.com/office/drawing/2014/main" id="{F6D91708-E2B1-4AAA-8740-7AFAF9F50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3" y="307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18" name="Oval 1359">
                <a:extLst>
                  <a:ext uri="{FF2B5EF4-FFF2-40B4-BE49-F238E27FC236}">
                    <a16:creationId xmlns:a16="http://schemas.microsoft.com/office/drawing/2014/main" id="{3A4756E3-CE47-4A8B-9CE9-E7E5B2326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1" y="3026"/>
                <a:ext cx="24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19" name="Oval 1360">
                <a:extLst>
                  <a:ext uri="{FF2B5EF4-FFF2-40B4-BE49-F238E27FC236}">
                    <a16:creationId xmlns:a16="http://schemas.microsoft.com/office/drawing/2014/main" id="{5157866E-9A06-4429-960E-139BD64B5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3034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20" name="Oval 1361">
                <a:extLst>
                  <a:ext uri="{FF2B5EF4-FFF2-40B4-BE49-F238E27FC236}">
                    <a16:creationId xmlns:a16="http://schemas.microsoft.com/office/drawing/2014/main" id="{DF773A65-0742-437B-971C-91862D45E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3384"/>
                <a:ext cx="25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21" name="Oval 1362">
                <a:extLst>
                  <a:ext uri="{FF2B5EF4-FFF2-40B4-BE49-F238E27FC236}">
                    <a16:creationId xmlns:a16="http://schemas.microsoft.com/office/drawing/2014/main" id="{7C5B8BC6-2A25-46CF-A0C1-567EAD20D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3391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22" name="Oval 1363">
                <a:extLst>
                  <a:ext uri="{FF2B5EF4-FFF2-40B4-BE49-F238E27FC236}">
                    <a16:creationId xmlns:a16="http://schemas.microsoft.com/office/drawing/2014/main" id="{0E0DF503-0718-4517-B5F8-FA2E78442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6" y="3278"/>
                <a:ext cx="25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23" name="Oval 1364">
                <a:extLst>
                  <a:ext uri="{FF2B5EF4-FFF2-40B4-BE49-F238E27FC236}">
                    <a16:creationId xmlns:a16="http://schemas.microsoft.com/office/drawing/2014/main" id="{335344D7-83AF-4FF9-BA1C-9B772E978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32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24" name="Oval 1365">
                <a:extLst>
                  <a:ext uri="{FF2B5EF4-FFF2-40B4-BE49-F238E27FC236}">
                    <a16:creationId xmlns:a16="http://schemas.microsoft.com/office/drawing/2014/main" id="{0AAADCAB-67A3-432C-9B6C-570E27984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3438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25" name="Oval 1366">
                <a:extLst>
                  <a:ext uri="{FF2B5EF4-FFF2-40B4-BE49-F238E27FC236}">
                    <a16:creationId xmlns:a16="http://schemas.microsoft.com/office/drawing/2014/main" id="{FD3F0E47-8517-4082-A8E7-360649928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34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26" name="Oval 1367">
                <a:extLst>
                  <a:ext uri="{FF2B5EF4-FFF2-40B4-BE49-F238E27FC236}">
                    <a16:creationId xmlns:a16="http://schemas.microsoft.com/office/drawing/2014/main" id="{1E7ADAC7-4FDF-47AA-A6CC-D24A1FFBC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3242"/>
                <a:ext cx="25" cy="2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27" name="Oval 1368">
                <a:extLst>
                  <a:ext uri="{FF2B5EF4-FFF2-40B4-BE49-F238E27FC236}">
                    <a16:creationId xmlns:a16="http://schemas.microsoft.com/office/drawing/2014/main" id="{F72CEC9C-008D-4410-BF89-A47D86B0F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32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28" name="Oval 1369">
                <a:extLst>
                  <a:ext uri="{FF2B5EF4-FFF2-40B4-BE49-F238E27FC236}">
                    <a16:creationId xmlns:a16="http://schemas.microsoft.com/office/drawing/2014/main" id="{3821E55F-31EF-4EED-B2C6-D0F3B5F1E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3225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29" name="Oval 1370">
                <a:extLst>
                  <a:ext uri="{FF2B5EF4-FFF2-40B4-BE49-F238E27FC236}">
                    <a16:creationId xmlns:a16="http://schemas.microsoft.com/office/drawing/2014/main" id="{98A0FB64-7E50-4B59-AC83-F0CA8FA5E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3231"/>
                <a:ext cx="6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30" name="Oval 1371">
                <a:extLst>
                  <a:ext uri="{FF2B5EF4-FFF2-40B4-BE49-F238E27FC236}">
                    <a16:creationId xmlns:a16="http://schemas.microsoft.com/office/drawing/2014/main" id="{3673EEA1-B218-4F6C-826E-151EE188E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3146"/>
                <a:ext cx="24" cy="2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31" name="Oval 1372">
                <a:extLst>
                  <a:ext uri="{FF2B5EF4-FFF2-40B4-BE49-F238E27FC236}">
                    <a16:creationId xmlns:a16="http://schemas.microsoft.com/office/drawing/2014/main" id="{4A859E88-8776-46C5-90DF-F705D9AB7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7" y="315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32" name="Oval 1373">
                <a:extLst>
                  <a:ext uri="{FF2B5EF4-FFF2-40B4-BE49-F238E27FC236}">
                    <a16:creationId xmlns:a16="http://schemas.microsoft.com/office/drawing/2014/main" id="{800AEC9E-A2F4-487D-8B65-26E10449C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3182"/>
                <a:ext cx="23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33" name="Oval 1374">
                <a:extLst>
                  <a:ext uri="{FF2B5EF4-FFF2-40B4-BE49-F238E27FC236}">
                    <a16:creationId xmlns:a16="http://schemas.microsoft.com/office/drawing/2014/main" id="{4CEA9862-BFD7-4C27-AC30-250D0FA0B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319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34" name="Oval 1375">
                <a:extLst>
                  <a:ext uri="{FF2B5EF4-FFF2-40B4-BE49-F238E27FC236}">
                    <a16:creationId xmlns:a16="http://schemas.microsoft.com/office/drawing/2014/main" id="{AD412716-CB45-4CBE-952F-E85313536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3084"/>
                <a:ext cx="24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35" name="Oval 1376">
                <a:extLst>
                  <a:ext uri="{FF2B5EF4-FFF2-40B4-BE49-F238E27FC236}">
                    <a16:creationId xmlns:a16="http://schemas.microsoft.com/office/drawing/2014/main" id="{85C4498E-0CD3-4641-849A-8579B8C8B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" y="309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36" name="Oval 1377">
                <a:extLst>
                  <a:ext uri="{FF2B5EF4-FFF2-40B4-BE49-F238E27FC236}">
                    <a16:creationId xmlns:a16="http://schemas.microsoft.com/office/drawing/2014/main" id="{0E3D9FB3-4E8D-4585-9796-1AB6A09D7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3241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37" name="Oval 1378">
                <a:extLst>
                  <a:ext uri="{FF2B5EF4-FFF2-40B4-BE49-F238E27FC236}">
                    <a16:creationId xmlns:a16="http://schemas.microsoft.com/office/drawing/2014/main" id="{FA6086D5-1A70-4FB5-A6C8-A746BDD97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324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38" name="Oval 1379">
                <a:extLst>
                  <a:ext uri="{FF2B5EF4-FFF2-40B4-BE49-F238E27FC236}">
                    <a16:creationId xmlns:a16="http://schemas.microsoft.com/office/drawing/2014/main" id="{41CFA9BA-32AE-4503-A93A-17682D310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3154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39" name="Oval 1380">
                <a:extLst>
                  <a:ext uri="{FF2B5EF4-FFF2-40B4-BE49-F238E27FC236}">
                    <a16:creationId xmlns:a16="http://schemas.microsoft.com/office/drawing/2014/main" id="{2E8AB69B-B11D-4D29-984F-5D1F30910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315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40" name="Oval 1381">
                <a:extLst>
                  <a:ext uri="{FF2B5EF4-FFF2-40B4-BE49-F238E27FC236}">
                    <a16:creationId xmlns:a16="http://schemas.microsoft.com/office/drawing/2014/main" id="{5FCD4FEC-37C7-4A60-BD9B-B7AD6EBCB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857"/>
                <a:ext cx="15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41" name="Oval 1382">
                <a:extLst>
                  <a:ext uri="{FF2B5EF4-FFF2-40B4-BE49-F238E27FC236}">
                    <a16:creationId xmlns:a16="http://schemas.microsoft.com/office/drawing/2014/main" id="{D8200EBA-6F0E-4A5E-9794-2699B1D1F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286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42" name="Oval 1383">
                <a:extLst>
                  <a:ext uri="{FF2B5EF4-FFF2-40B4-BE49-F238E27FC236}">
                    <a16:creationId xmlns:a16="http://schemas.microsoft.com/office/drawing/2014/main" id="{EE929DBE-DDAC-4BF2-AE27-4CCED8D5E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2839"/>
                <a:ext cx="16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43" name="Oval 1384">
                <a:extLst>
                  <a:ext uri="{FF2B5EF4-FFF2-40B4-BE49-F238E27FC236}">
                    <a16:creationId xmlns:a16="http://schemas.microsoft.com/office/drawing/2014/main" id="{7CEC1995-586F-4E65-B4EC-DE9AE92F8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284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44" name="Oval 1385">
                <a:extLst>
                  <a:ext uri="{FF2B5EF4-FFF2-40B4-BE49-F238E27FC236}">
                    <a16:creationId xmlns:a16="http://schemas.microsoft.com/office/drawing/2014/main" id="{42B976D6-B8A8-4834-8DC8-84FABBC4A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2823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45" name="Oval 1386">
                <a:extLst>
                  <a:ext uri="{FF2B5EF4-FFF2-40B4-BE49-F238E27FC236}">
                    <a16:creationId xmlns:a16="http://schemas.microsoft.com/office/drawing/2014/main" id="{C945AB21-D288-4B05-8D87-C8B91BCD6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827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46" name="Oval 1387">
                <a:extLst>
                  <a:ext uri="{FF2B5EF4-FFF2-40B4-BE49-F238E27FC236}">
                    <a16:creationId xmlns:a16="http://schemas.microsoft.com/office/drawing/2014/main" id="{85A0A107-C215-4950-A619-A73E564AB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2861"/>
                <a:ext cx="21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47" name="Oval 1388">
                <a:extLst>
                  <a:ext uri="{FF2B5EF4-FFF2-40B4-BE49-F238E27FC236}">
                    <a16:creationId xmlns:a16="http://schemas.microsoft.com/office/drawing/2014/main" id="{43A6ADB3-9D80-47B2-B835-DF720024E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2866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48" name="Oval 1389">
                <a:extLst>
                  <a:ext uri="{FF2B5EF4-FFF2-40B4-BE49-F238E27FC236}">
                    <a16:creationId xmlns:a16="http://schemas.microsoft.com/office/drawing/2014/main" id="{CE50262A-45E9-42F2-B582-B306CC4AA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920"/>
                <a:ext cx="21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49" name="Oval 1390">
                <a:extLst>
                  <a:ext uri="{FF2B5EF4-FFF2-40B4-BE49-F238E27FC236}">
                    <a16:creationId xmlns:a16="http://schemas.microsoft.com/office/drawing/2014/main" id="{536FC935-1FA4-41FB-AC30-D802CACE6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2925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50" name="Oval 1391">
                <a:extLst>
                  <a:ext uri="{FF2B5EF4-FFF2-40B4-BE49-F238E27FC236}">
                    <a16:creationId xmlns:a16="http://schemas.microsoft.com/office/drawing/2014/main" id="{181788CB-EAC7-457B-986F-BD8E34021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904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51" name="Oval 1392">
                <a:extLst>
                  <a:ext uri="{FF2B5EF4-FFF2-40B4-BE49-F238E27FC236}">
                    <a16:creationId xmlns:a16="http://schemas.microsoft.com/office/drawing/2014/main" id="{370CC95C-3E04-4A58-B4BD-27ABB52D8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9" y="290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52" name="Oval 1393">
                <a:extLst>
                  <a:ext uri="{FF2B5EF4-FFF2-40B4-BE49-F238E27FC236}">
                    <a16:creationId xmlns:a16="http://schemas.microsoft.com/office/drawing/2014/main" id="{6C7B297B-6E00-44C3-80A5-C8EAF295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2846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53" name="Oval 1394">
                <a:extLst>
                  <a:ext uri="{FF2B5EF4-FFF2-40B4-BE49-F238E27FC236}">
                    <a16:creationId xmlns:a16="http://schemas.microsoft.com/office/drawing/2014/main" id="{C6BE6B19-27E0-43D2-8CC9-E31E86592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2850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54" name="Oval 1395">
                <a:extLst>
                  <a:ext uri="{FF2B5EF4-FFF2-40B4-BE49-F238E27FC236}">
                    <a16:creationId xmlns:a16="http://schemas.microsoft.com/office/drawing/2014/main" id="{30CB6E4E-7AD2-4752-B554-33B81D670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2819"/>
                <a:ext cx="20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55" name="Oval 1396">
                <a:extLst>
                  <a:ext uri="{FF2B5EF4-FFF2-40B4-BE49-F238E27FC236}">
                    <a16:creationId xmlns:a16="http://schemas.microsoft.com/office/drawing/2014/main" id="{77131E8A-FD52-4ED1-9A80-62F6628D1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2823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56" name="Oval 1397">
                <a:extLst>
                  <a:ext uri="{FF2B5EF4-FFF2-40B4-BE49-F238E27FC236}">
                    <a16:creationId xmlns:a16="http://schemas.microsoft.com/office/drawing/2014/main" id="{7EAF10B8-855B-49BD-B1AB-1AEA0C72F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2719"/>
                <a:ext cx="19" cy="21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57" name="Oval 1398">
                <a:extLst>
                  <a:ext uri="{FF2B5EF4-FFF2-40B4-BE49-F238E27FC236}">
                    <a16:creationId xmlns:a16="http://schemas.microsoft.com/office/drawing/2014/main" id="{28E0FE6F-46A6-4283-BA90-F4273CA4C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2726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58" name="Oval 1399">
                <a:extLst>
                  <a:ext uri="{FF2B5EF4-FFF2-40B4-BE49-F238E27FC236}">
                    <a16:creationId xmlns:a16="http://schemas.microsoft.com/office/drawing/2014/main" id="{FF2C143A-CC07-49BC-93D0-6221EDFDB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4" y="2647"/>
                <a:ext cx="19" cy="18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59" name="Oval 1400">
                <a:extLst>
                  <a:ext uri="{FF2B5EF4-FFF2-40B4-BE49-F238E27FC236}">
                    <a16:creationId xmlns:a16="http://schemas.microsoft.com/office/drawing/2014/main" id="{C415BB6E-0596-4FFB-9D94-18776D664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2651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60" name="Oval 1401">
                <a:extLst>
                  <a:ext uri="{FF2B5EF4-FFF2-40B4-BE49-F238E27FC236}">
                    <a16:creationId xmlns:a16="http://schemas.microsoft.com/office/drawing/2014/main" id="{B7C00AD3-9400-46B3-AA27-7A1CC7299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52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61" name="Oval 1402">
                <a:extLst>
                  <a:ext uri="{FF2B5EF4-FFF2-40B4-BE49-F238E27FC236}">
                    <a16:creationId xmlns:a16="http://schemas.microsoft.com/office/drawing/2014/main" id="{3670E2E9-F38E-4ED1-A791-DBC6CEE5B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7" y="252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62" name="Oval 1403">
                <a:extLst>
                  <a:ext uri="{FF2B5EF4-FFF2-40B4-BE49-F238E27FC236}">
                    <a16:creationId xmlns:a16="http://schemas.microsoft.com/office/drawing/2014/main" id="{E16B68EF-4FFC-4DC0-A901-F91627CDB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931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63" name="Oval 1404">
                <a:extLst>
                  <a:ext uri="{FF2B5EF4-FFF2-40B4-BE49-F238E27FC236}">
                    <a16:creationId xmlns:a16="http://schemas.microsoft.com/office/drawing/2014/main" id="{D1821FE7-DDC1-4CF2-A2CD-D79F7883F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2936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64" name="Oval 1405">
                <a:extLst>
                  <a:ext uri="{FF2B5EF4-FFF2-40B4-BE49-F238E27FC236}">
                    <a16:creationId xmlns:a16="http://schemas.microsoft.com/office/drawing/2014/main" id="{372F5156-5A53-40B3-832D-9A810B8E6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2989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65" name="Oval 1406">
                <a:extLst>
                  <a:ext uri="{FF2B5EF4-FFF2-40B4-BE49-F238E27FC236}">
                    <a16:creationId xmlns:a16="http://schemas.microsoft.com/office/drawing/2014/main" id="{182559C5-7A67-42E4-8192-C23FA5766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2994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66" name="Oval 1407">
                <a:extLst>
                  <a:ext uri="{FF2B5EF4-FFF2-40B4-BE49-F238E27FC236}">
                    <a16:creationId xmlns:a16="http://schemas.microsoft.com/office/drawing/2014/main" id="{10E6291E-4985-4357-9A0A-54BEBDD9C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9" y="3108"/>
                <a:ext cx="19" cy="20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67" name="Oval 1408">
                <a:extLst>
                  <a:ext uri="{FF2B5EF4-FFF2-40B4-BE49-F238E27FC236}">
                    <a16:creationId xmlns:a16="http://schemas.microsoft.com/office/drawing/2014/main" id="{3EC0B899-DBEF-4A42-ABB4-E7EAF2EAE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311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68" name="Oval 1409">
                <a:extLst>
                  <a:ext uri="{FF2B5EF4-FFF2-40B4-BE49-F238E27FC236}">
                    <a16:creationId xmlns:a16="http://schemas.microsoft.com/office/drawing/2014/main" id="{00E7A10F-2EB0-4CC3-AD5F-54BC44366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3218"/>
                <a:ext cx="21" cy="21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69" name="Oval 1410">
                <a:extLst>
                  <a:ext uri="{FF2B5EF4-FFF2-40B4-BE49-F238E27FC236}">
                    <a16:creationId xmlns:a16="http://schemas.microsoft.com/office/drawing/2014/main" id="{CFCB6F82-70DA-46F5-92F8-9D04B8A43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3225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70" name="Oval 1411">
                <a:extLst>
                  <a:ext uri="{FF2B5EF4-FFF2-40B4-BE49-F238E27FC236}">
                    <a16:creationId xmlns:a16="http://schemas.microsoft.com/office/drawing/2014/main" id="{E80CC2D2-BB6B-40D7-AF70-5C6E4FA1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3474"/>
                <a:ext cx="14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71" name="Oval 1412">
                <a:extLst>
                  <a:ext uri="{FF2B5EF4-FFF2-40B4-BE49-F238E27FC236}">
                    <a16:creationId xmlns:a16="http://schemas.microsoft.com/office/drawing/2014/main" id="{F67B55AE-F3BA-4D25-AC37-85F60D89D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34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72" name="Oval 1413">
                <a:extLst>
                  <a:ext uri="{FF2B5EF4-FFF2-40B4-BE49-F238E27FC236}">
                    <a16:creationId xmlns:a16="http://schemas.microsoft.com/office/drawing/2014/main" id="{9C6E5CA3-EEF3-4602-91C2-D819CA644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3476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73" name="Oval 1414">
                <a:extLst>
                  <a:ext uri="{FF2B5EF4-FFF2-40B4-BE49-F238E27FC236}">
                    <a16:creationId xmlns:a16="http://schemas.microsoft.com/office/drawing/2014/main" id="{D7372633-04B2-4EB2-BC5D-FACC96AAC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348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74" name="Oval 1415">
                <a:extLst>
                  <a:ext uri="{FF2B5EF4-FFF2-40B4-BE49-F238E27FC236}">
                    <a16:creationId xmlns:a16="http://schemas.microsoft.com/office/drawing/2014/main" id="{9B2AB567-A11E-4157-B6DE-EDFB2AD0A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1" y="3474"/>
                <a:ext cx="14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75" name="Oval 1416">
                <a:extLst>
                  <a:ext uri="{FF2B5EF4-FFF2-40B4-BE49-F238E27FC236}">
                    <a16:creationId xmlns:a16="http://schemas.microsoft.com/office/drawing/2014/main" id="{2D22E3BA-DE4C-4983-ACA5-D982C0582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34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76" name="Oval 1417">
                <a:extLst>
                  <a:ext uri="{FF2B5EF4-FFF2-40B4-BE49-F238E27FC236}">
                    <a16:creationId xmlns:a16="http://schemas.microsoft.com/office/drawing/2014/main" id="{DB5A7F73-659E-4529-A200-5D7A3EED5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2997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77" name="Oval 1418">
                <a:extLst>
                  <a:ext uri="{FF2B5EF4-FFF2-40B4-BE49-F238E27FC236}">
                    <a16:creationId xmlns:a16="http://schemas.microsoft.com/office/drawing/2014/main" id="{95BD3871-A360-40C2-8803-ACC2B51F6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4" y="300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78" name="Oval 1419">
                <a:extLst>
                  <a:ext uri="{FF2B5EF4-FFF2-40B4-BE49-F238E27FC236}">
                    <a16:creationId xmlns:a16="http://schemas.microsoft.com/office/drawing/2014/main" id="{076F7713-E0D2-43B2-9D98-0A0EA0762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2751"/>
                <a:ext cx="16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79" name="Oval 1420">
                <a:extLst>
                  <a:ext uri="{FF2B5EF4-FFF2-40B4-BE49-F238E27FC236}">
                    <a16:creationId xmlns:a16="http://schemas.microsoft.com/office/drawing/2014/main" id="{24E68451-13FC-416C-A452-2D6E3D340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275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80" name="Oval 1421">
                <a:extLst>
                  <a:ext uri="{FF2B5EF4-FFF2-40B4-BE49-F238E27FC236}">
                    <a16:creationId xmlns:a16="http://schemas.microsoft.com/office/drawing/2014/main" id="{CE1776F4-FB0A-4D9A-9416-4332F4513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2675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81" name="Oval 1422">
                <a:extLst>
                  <a:ext uri="{FF2B5EF4-FFF2-40B4-BE49-F238E27FC236}">
                    <a16:creationId xmlns:a16="http://schemas.microsoft.com/office/drawing/2014/main" id="{99DB6229-AE98-40E4-B95A-D8510433B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2609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82" name="Oval 1423">
                <a:extLst>
                  <a:ext uri="{FF2B5EF4-FFF2-40B4-BE49-F238E27FC236}">
                    <a16:creationId xmlns:a16="http://schemas.microsoft.com/office/drawing/2014/main" id="{3905449C-25E0-443E-9198-EFC86ADEB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4" y="2613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83" name="Oval 1424">
                <a:extLst>
                  <a:ext uri="{FF2B5EF4-FFF2-40B4-BE49-F238E27FC236}">
                    <a16:creationId xmlns:a16="http://schemas.microsoft.com/office/drawing/2014/main" id="{52F4D57F-4798-4B5D-B0DE-2D7718EA5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2512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84" name="Oval 1425">
                <a:extLst>
                  <a:ext uri="{FF2B5EF4-FFF2-40B4-BE49-F238E27FC236}">
                    <a16:creationId xmlns:a16="http://schemas.microsoft.com/office/drawing/2014/main" id="{040EA9BA-6864-400B-9C03-A128F3FCE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251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85" name="Oval 1426">
                <a:extLst>
                  <a:ext uri="{FF2B5EF4-FFF2-40B4-BE49-F238E27FC236}">
                    <a16:creationId xmlns:a16="http://schemas.microsoft.com/office/drawing/2014/main" id="{BAFEB24B-8D70-439E-82ED-97A185619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2476"/>
                <a:ext cx="16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86" name="Oval 1427">
                <a:extLst>
                  <a:ext uri="{FF2B5EF4-FFF2-40B4-BE49-F238E27FC236}">
                    <a16:creationId xmlns:a16="http://schemas.microsoft.com/office/drawing/2014/main" id="{086383CE-759C-4515-B885-A94E33482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24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87" name="Oval 1428">
                <a:extLst>
                  <a:ext uri="{FF2B5EF4-FFF2-40B4-BE49-F238E27FC236}">
                    <a16:creationId xmlns:a16="http://schemas.microsoft.com/office/drawing/2014/main" id="{4B301162-37AC-455E-B323-FCA29D0D8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2555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88" name="Oval 1429">
                <a:extLst>
                  <a:ext uri="{FF2B5EF4-FFF2-40B4-BE49-F238E27FC236}">
                    <a16:creationId xmlns:a16="http://schemas.microsoft.com/office/drawing/2014/main" id="{2020703A-F423-4EFE-979B-2EEFC89DC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2817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89" name="Oval 1430">
                <a:extLst>
                  <a:ext uri="{FF2B5EF4-FFF2-40B4-BE49-F238E27FC236}">
                    <a16:creationId xmlns:a16="http://schemas.microsoft.com/office/drawing/2014/main" id="{65991A05-7C1D-4934-B716-AB975DE40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2822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90" name="Oval 1431">
                <a:extLst>
                  <a:ext uri="{FF2B5EF4-FFF2-40B4-BE49-F238E27FC236}">
                    <a16:creationId xmlns:a16="http://schemas.microsoft.com/office/drawing/2014/main" id="{92758F51-F927-423E-8EEA-EF8C3C5EC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2874"/>
                <a:ext cx="16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91" name="Oval 1432">
                <a:extLst>
                  <a:ext uri="{FF2B5EF4-FFF2-40B4-BE49-F238E27FC236}">
                    <a16:creationId xmlns:a16="http://schemas.microsoft.com/office/drawing/2014/main" id="{4776CEE0-3613-4E57-8A0E-92418A258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9" y="287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92" name="Oval 1433">
                <a:extLst>
                  <a:ext uri="{FF2B5EF4-FFF2-40B4-BE49-F238E27FC236}">
                    <a16:creationId xmlns:a16="http://schemas.microsoft.com/office/drawing/2014/main" id="{E6F987ED-97B4-43BC-8821-81DFBE93F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2902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93" name="Oval 1434">
                <a:extLst>
                  <a:ext uri="{FF2B5EF4-FFF2-40B4-BE49-F238E27FC236}">
                    <a16:creationId xmlns:a16="http://schemas.microsoft.com/office/drawing/2014/main" id="{10BD1EB6-9A07-4C02-94D7-98646E253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9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94" name="Oval 1435">
                <a:extLst>
                  <a:ext uri="{FF2B5EF4-FFF2-40B4-BE49-F238E27FC236}">
                    <a16:creationId xmlns:a16="http://schemas.microsoft.com/office/drawing/2014/main" id="{50A452BF-9C39-4061-81DB-CAEB95F2A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3038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95" name="Oval 1436">
                <a:extLst>
                  <a:ext uri="{FF2B5EF4-FFF2-40B4-BE49-F238E27FC236}">
                    <a16:creationId xmlns:a16="http://schemas.microsoft.com/office/drawing/2014/main" id="{89C0348A-22DE-483A-A97D-DA09BCAE2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304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96" name="Oval 1437">
                <a:extLst>
                  <a:ext uri="{FF2B5EF4-FFF2-40B4-BE49-F238E27FC236}">
                    <a16:creationId xmlns:a16="http://schemas.microsoft.com/office/drawing/2014/main" id="{F35EAF83-AFFC-4A0A-B36D-EFD5D652E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3065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97" name="Oval 1438">
                <a:extLst>
                  <a:ext uri="{FF2B5EF4-FFF2-40B4-BE49-F238E27FC236}">
                    <a16:creationId xmlns:a16="http://schemas.microsoft.com/office/drawing/2014/main" id="{6B224087-9C34-4511-B282-C39BA9043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30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98" name="Oval 1439">
                <a:extLst>
                  <a:ext uri="{FF2B5EF4-FFF2-40B4-BE49-F238E27FC236}">
                    <a16:creationId xmlns:a16="http://schemas.microsoft.com/office/drawing/2014/main" id="{55EF524F-CB4E-45F6-8B08-DFD724709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3004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299" name="Oval 1440">
                <a:extLst>
                  <a:ext uri="{FF2B5EF4-FFF2-40B4-BE49-F238E27FC236}">
                    <a16:creationId xmlns:a16="http://schemas.microsoft.com/office/drawing/2014/main" id="{0511DFE4-9E78-4374-BB64-68CD5CCFB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300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00" name="Oval 1441">
                <a:extLst>
                  <a:ext uri="{FF2B5EF4-FFF2-40B4-BE49-F238E27FC236}">
                    <a16:creationId xmlns:a16="http://schemas.microsoft.com/office/drawing/2014/main" id="{F078F080-08ED-4EF2-B1D7-81F4EEAB5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3190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01" name="Oval 1442">
                <a:extLst>
                  <a:ext uri="{FF2B5EF4-FFF2-40B4-BE49-F238E27FC236}">
                    <a16:creationId xmlns:a16="http://schemas.microsoft.com/office/drawing/2014/main" id="{5B9AA10C-DABF-4164-9752-D8365FD7C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19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02" name="Oval 1443">
                <a:extLst>
                  <a:ext uri="{FF2B5EF4-FFF2-40B4-BE49-F238E27FC236}">
                    <a16:creationId xmlns:a16="http://schemas.microsoft.com/office/drawing/2014/main" id="{0CFA4C11-FAA6-4CEB-90BF-F76FB6D92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9" y="3163"/>
                <a:ext cx="15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03" name="Oval 1444">
                <a:extLst>
                  <a:ext uri="{FF2B5EF4-FFF2-40B4-BE49-F238E27FC236}">
                    <a16:creationId xmlns:a16="http://schemas.microsoft.com/office/drawing/2014/main" id="{890F6E77-E19D-40ED-BEAE-458E63E08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3168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04" name="Oval 1445">
                <a:extLst>
                  <a:ext uri="{FF2B5EF4-FFF2-40B4-BE49-F238E27FC236}">
                    <a16:creationId xmlns:a16="http://schemas.microsoft.com/office/drawing/2014/main" id="{8F7B8D75-C40A-42C8-A630-EC44E8033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3231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05" name="Oval 1446">
                <a:extLst>
                  <a:ext uri="{FF2B5EF4-FFF2-40B4-BE49-F238E27FC236}">
                    <a16:creationId xmlns:a16="http://schemas.microsoft.com/office/drawing/2014/main" id="{B04C324F-085B-404C-A26F-DFE225813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3408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06" name="Oval 1447">
                <a:extLst>
                  <a:ext uri="{FF2B5EF4-FFF2-40B4-BE49-F238E27FC236}">
                    <a16:creationId xmlns:a16="http://schemas.microsoft.com/office/drawing/2014/main" id="{914BE361-4A01-4ACD-8162-5494EC117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7" y="341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07" name="Oval 1448">
                <a:extLst>
                  <a:ext uri="{FF2B5EF4-FFF2-40B4-BE49-F238E27FC236}">
                    <a16:creationId xmlns:a16="http://schemas.microsoft.com/office/drawing/2014/main" id="{97476E3F-D521-4BEA-AD33-36991FE9C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3419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08" name="Oval 1449">
                <a:extLst>
                  <a:ext uri="{FF2B5EF4-FFF2-40B4-BE49-F238E27FC236}">
                    <a16:creationId xmlns:a16="http://schemas.microsoft.com/office/drawing/2014/main" id="{C32DDA09-2BB6-4BA9-9F0D-3F46F0D2A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9" y="3432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09" name="Oval 1450">
                <a:extLst>
                  <a:ext uri="{FF2B5EF4-FFF2-40B4-BE49-F238E27FC236}">
                    <a16:creationId xmlns:a16="http://schemas.microsoft.com/office/drawing/2014/main" id="{35B1B852-7530-4A22-916B-2F45EFF6F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343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10" name="Oval 1451">
                <a:extLst>
                  <a:ext uri="{FF2B5EF4-FFF2-40B4-BE49-F238E27FC236}">
                    <a16:creationId xmlns:a16="http://schemas.microsoft.com/office/drawing/2014/main" id="{46728FEB-C8CB-4A8A-B066-9897C00D2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1" y="3492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11" name="Oval 1452">
                <a:extLst>
                  <a:ext uri="{FF2B5EF4-FFF2-40B4-BE49-F238E27FC236}">
                    <a16:creationId xmlns:a16="http://schemas.microsoft.com/office/drawing/2014/main" id="{EB347C3F-522E-422C-A8C1-F55F21F52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4" y="34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12" name="Oval 1453">
                <a:extLst>
                  <a:ext uri="{FF2B5EF4-FFF2-40B4-BE49-F238E27FC236}">
                    <a16:creationId xmlns:a16="http://schemas.microsoft.com/office/drawing/2014/main" id="{19397C99-F679-43C5-BA4A-BCF22AD58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3454"/>
                <a:ext cx="16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13" name="Oval 1454">
                <a:extLst>
                  <a:ext uri="{FF2B5EF4-FFF2-40B4-BE49-F238E27FC236}">
                    <a16:creationId xmlns:a16="http://schemas.microsoft.com/office/drawing/2014/main" id="{90BBCB80-F609-45D5-AB51-58074367F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3" y="345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14" name="Oval 1455">
                <a:extLst>
                  <a:ext uri="{FF2B5EF4-FFF2-40B4-BE49-F238E27FC236}">
                    <a16:creationId xmlns:a16="http://schemas.microsoft.com/office/drawing/2014/main" id="{8DE94EFD-0605-4FEB-ABB1-54BF7D8D2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3471"/>
                <a:ext cx="14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15" name="Oval 1456">
                <a:extLst>
                  <a:ext uri="{FF2B5EF4-FFF2-40B4-BE49-F238E27FC236}">
                    <a16:creationId xmlns:a16="http://schemas.microsoft.com/office/drawing/2014/main" id="{7325E6C4-03EA-4EEF-9DCF-B1DD61483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3" y="34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16" name="Oval 1457">
                <a:extLst>
                  <a:ext uri="{FF2B5EF4-FFF2-40B4-BE49-F238E27FC236}">
                    <a16:creationId xmlns:a16="http://schemas.microsoft.com/office/drawing/2014/main" id="{FAE27E6B-FF3A-4199-966A-3204E6E98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3365"/>
                <a:ext cx="13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17" name="Oval 1458">
                <a:extLst>
                  <a:ext uri="{FF2B5EF4-FFF2-40B4-BE49-F238E27FC236}">
                    <a16:creationId xmlns:a16="http://schemas.microsoft.com/office/drawing/2014/main" id="{CFC9CF75-B849-4E32-8BA8-86C4055C1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18" name="Oval 1459">
                <a:extLst>
                  <a:ext uri="{FF2B5EF4-FFF2-40B4-BE49-F238E27FC236}">
                    <a16:creationId xmlns:a16="http://schemas.microsoft.com/office/drawing/2014/main" id="{DB76D214-93ED-4C0E-B1F6-503964ED9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3354"/>
                <a:ext cx="12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19" name="Oval 1460">
                <a:extLst>
                  <a:ext uri="{FF2B5EF4-FFF2-40B4-BE49-F238E27FC236}">
                    <a16:creationId xmlns:a16="http://schemas.microsoft.com/office/drawing/2014/main" id="{84ECAA69-9655-4D43-B0C7-280F9BA5B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3357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20" name="Oval 1461">
                <a:extLst>
                  <a:ext uri="{FF2B5EF4-FFF2-40B4-BE49-F238E27FC236}">
                    <a16:creationId xmlns:a16="http://schemas.microsoft.com/office/drawing/2014/main" id="{2C3A6BDE-695D-491B-A74F-3C68670D1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3267"/>
                <a:ext cx="13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21" name="Oval 1462">
                <a:extLst>
                  <a:ext uri="{FF2B5EF4-FFF2-40B4-BE49-F238E27FC236}">
                    <a16:creationId xmlns:a16="http://schemas.microsoft.com/office/drawing/2014/main" id="{40380571-A350-41C0-9B06-B8F732BEC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327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22" name="Oval 1463">
                <a:extLst>
                  <a:ext uri="{FF2B5EF4-FFF2-40B4-BE49-F238E27FC236}">
                    <a16:creationId xmlns:a16="http://schemas.microsoft.com/office/drawing/2014/main" id="{0E220357-0D4E-4F9F-8C40-D97A51890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3345"/>
                <a:ext cx="13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23" name="Oval 1464">
                <a:extLst>
                  <a:ext uri="{FF2B5EF4-FFF2-40B4-BE49-F238E27FC236}">
                    <a16:creationId xmlns:a16="http://schemas.microsoft.com/office/drawing/2014/main" id="{7631D886-6998-4098-873E-B602660B0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4" y="3348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24" name="Oval 1465">
                <a:extLst>
                  <a:ext uri="{FF2B5EF4-FFF2-40B4-BE49-F238E27FC236}">
                    <a16:creationId xmlns:a16="http://schemas.microsoft.com/office/drawing/2014/main" id="{0A9CAF47-ED5D-4301-B02F-1E561CB8F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3487"/>
                <a:ext cx="12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25" name="Oval 1466">
                <a:extLst>
                  <a:ext uri="{FF2B5EF4-FFF2-40B4-BE49-F238E27FC236}">
                    <a16:creationId xmlns:a16="http://schemas.microsoft.com/office/drawing/2014/main" id="{110C364E-53CB-4716-B981-16BE39047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349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26" name="Oval 1467">
                <a:extLst>
                  <a:ext uri="{FF2B5EF4-FFF2-40B4-BE49-F238E27FC236}">
                    <a16:creationId xmlns:a16="http://schemas.microsoft.com/office/drawing/2014/main" id="{6F209949-6EEE-4265-934B-7B12E0A96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3476"/>
                <a:ext cx="13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27" name="Oval 1468">
                <a:extLst>
                  <a:ext uri="{FF2B5EF4-FFF2-40B4-BE49-F238E27FC236}">
                    <a16:creationId xmlns:a16="http://schemas.microsoft.com/office/drawing/2014/main" id="{8C71C750-EB62-4151-BD07-654B364F2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3451"/>
                <a:ext cx="15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28" name="Oval 1469">
                <a:extLst>
                  <a:ext uri="{FF2B5EF4-FFF2-40B4-BE49-F238E27FC236}">
                    <a16:creationId xmlns:a16="http://schemas.microsoft.com/office/drawing/2014/main" id="{DA51882D-5925-4A2E-A1B0-55B3C0CCC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3463"/>
                <a:ext cx="15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29" name="Oval 1470">
                <a:extLst>
                  <a:ext uri="{FF2B5EF4-FFF2-40B4-BE49-F238E27FC236}">
                    <a16:creationId xmlns:a16="http://schemas.microsoft.com/office/drawing/2014/main" id="{9A8128C2-64D6-4B63-A616-98E3066FE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3405"/>
                <a:ext cx="15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30" name="Oval 1471">
                <a:extLst>
                  <a:ext uri="{FF2B5EF4-FFF2-40B4-BE49-F238E27FC236}">
                    <a16:creationId xmlns:a16="http://schemas.microsoft.com/office/drawing/2014/main" id="{37A966D8-3043-41DC-971A-70182AB11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340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31" name="Oval 1472">
                <a:extLst>
                  <a:ext uri="{FF2B5EF4-FFF2-40B4-BE49-F238E27FC236}">
                    <a16:creationId xmlns:a16="http://schemas.microsoft.com/office/drawing/2014/main" id="{9CBE6688-4612-4CCD-BBB5-311DD1CA5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3487"/>
                <a:ext cx="12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32" name="Oval 1473">
                <a:extLst>
                  <a:ext uri="{FF2B5EF4-FFF2-40B4-BE49-F238E27FC236}">
                    <a16:creationId xmlns:a16="http://schemas.microsoft.com/office/drawing/2014/main" id="{FED8EBBB-4270-4882-A3A1-DB7459C63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3425"/>
                <a:ext cx="14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33" name="Oval 1474">
                <a:extLst>
                  <a:ext uri="{FF2B5EF4-FFF2-40B4-BE49-F238E27FC236}">
                    <a16:creationId xmlns:a16="http://schemas.microsoft.com/office/drawing/2014/main" id="{AC5A3144-7C6F-4AD0-8391-47EBDF877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342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34" name="Oval 1475">
                <a:extLst>
                  <a:ext uri="{FF2B5EF4-FFF2-40B4-BE49-F238E27FC236}">
                    <a16:creationId xmlns:a16="http://schemas.microsoft.com/office/drawing/2014/main" id="{F9C161A2-D026-4929-B17A-E2AC224C1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3248"/>
                <a:ext cx="14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35" name="Oval 1476">
                <a:extLst>
                  <a:ext uri="{FF2B5EF4-FFF2-40B4-BE49-F238E27FC236}">
                    <a16:creationId xmlns:a16="http://schemas.microsoft.com/office/drawing/2014/main" id="{09984DC9-3D53-4C91-8EE6-8F741510A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325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36" name="Oval 1477">
                <a:extLst>
                  <a:ext uri="{FF2B5EF4-FFF2-40B4-BE49-F238E27FC236}">
                    <a16:creationId xmlns:a16="http://schemas.microsoft.com/office/drawing/2014/main" id="{951F7C41-6CE4-4C0D-B521-A3E003C7A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3059"/>
                <a:ext cx="14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37" name="Oval 1478">
                <a:extLst>
                  <a:ext uri="{FF2B5EF4-FFF2-40B4-BE49-F238E27FC236}">
                    <a16:creationId xmlns:a16="http://schemas.microsoft.com/office/drawing/2014/main" id="{CBC73B61-8F47-4429-B698-231E3B64D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306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38" name="Oval 1479">
                <a:extLst>
                  <a:ext uri="{FF2B5EF4-FFF2-40B4-BE49-F238E27FC236}">
                    <a16:creationId xmlns:a16="http://schemas.microsoft.com/office/drawing/2014/main" id="{4841473E-27BA-495E-A05C-1506FB607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4" y="2466"/>
                <a:ext cx="13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39" name="Oval 1480">
                <a:extLst>
                  <a:ext uri="{FF2B5EF4-FFF2-40B4-BE49-F238E27FC236}">
                    <a16:creationId xmlns:a16="http://schemas.microsoft.com/office/drawing/2014/main" id="{CAC05567-7127-4014-BFE7-75DA82A6E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2492"/>
                <a:ext cx="12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40" name="Oval 1481">
                <a:extLst>
                  <a:ext uri="{FF2B5EF4-FFF2-40B4-BE49-F238E27FC236}">
                    <a16:creationId xmlns:a16="http://schemas.microsoft.com/office/drawing/2014/main" id="{AC6BA540-949C-43F7-91C2-1DE7A3741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2585"/>
                <a:ext cx="15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41" name="Oval 1482">
                <a:extLst>
                  <a:ext uri="{FF2B5EF4-FFF2-40B4-BE49-F238E27FC236}">
                    <a16:creationId xmlns:a16="http://schemas.microsoft.com/office/drawing/2014/main" id="{D4E94857-468D-49FF-A19D-31441DC4F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2588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42" name="Oval 1483">
                <a:extLst>
                  <a:ext uri="{FF2B5EF4-FFF2-40B4-BE49-F238E27FC236}">
                    <a16:creationId xmlns:a16="http://schemas.microsoft.com/office/drawing/2014/main" id="{A477B794-36A0-48FD-9EF9-90FDC5AFD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" y="2835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43" name="Oval 1484">
                <a:extLst>
                  <a:ext uri="{FF2B5EF4-FFF2-40B4-BE49-F238E27FC236}">
                    <a16:creationId xmlns:a16="http://schemas.microsoft.com/office/drawing/2014/main" id="{E01DF369-644A-4B17-B3B1-F000E4AC0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83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44" name="Oval 1485">
                <a:extLst>
                  <a:ext uri="{FF2B5EF4-FFF2-40B4-BE49-F238E27FC236}">
                    <a16:creationId xmlns:a16="http://schemas.microsoft.com/office/drawing/2014/main" id="{45C91189-BC9B-415A-A7C7-14EB6602A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2953"/>
                <a:ext cx="13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45" name="Oval 1486">
                <a:extLst>
                  <a:ext uri="{FF2B5EF4-FFF2-40B4-BE49-F238E27FC236}">
                    <a16:creationId xmlns:a16="http://schemas.microsoft.com/office/drawing/2014/main" id="{C064584B-5DA8-4391-B1DD-04A4B61F8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2956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46" name="Oval 1487">
                <a:extLst>
                  <a:ext uri="{FF2B5EF4-FFF2-40B4-BE49-F238E27FC236}">
                    <a16:creationId xmlns:a16="http://schemas.microsoft.com/office/drawing/2014/main" id="{0FAC5310-56A4-4EAA-9EEA-FCB3F19D3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2806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47" name="Oval 1488">
                <a:extLst>
                  <a:ext uri="{FF2B5EF4-FFF2-40B4-BE49-F238E27FC236}">
                    <a16:creationId xmlns:a16="http://schemas.microsoft.com/office/drawing/2014/main" id="{7E382347-2EC7-4707-952F-F3F36E8F8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2811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48" name="Oval 1489">
                <a:extLst>
                  <a:ext uri="{FF2B5EF4-FFF2-40B4-BE49-F238E27FC236}">
                    <a16:creationId xmlns:a16="http://schemas.microsoft.com/office/drawing/2014/main" id="{41645021-F5DF-42AC-880A-3EAD026A6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1" y="2970"/>
                <a:ext cx="15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49" name="Oval 1490">
                <a:extLst>
                  <a:ext uri="{FF2B5EF4-FFF2-40B4-BE49-F238E27FC236}">
                    <a16:creationId xmlns:a16="http://schemas.microsoft.com/office/drawing/2014/main" id="{28818F22-4EF2-4793-993B-6C7EBE639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097"/>
                <a:ext cx="12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50" name="Oval 1491">
                <a:extLst>
                  <a:ext uri="{FF2B5EF4-FFF2-40B4-BE49-F238E27FC236}">
                    <a16:creationId xmlns:a16="http://schemas.microsoft.com/office/drawing/2014/main" id="{B0EF5398-2486-4692-B584-6DBAA134B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3160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51" name="Oval 1492">
                <a:extLst>
                  <a:ext uri="{FF2B5EF4-FFF2-40B4-BE49-F238E27FC236}">
                    <a16:creationId xmlns:a16="http://schemas.microsoft.com/office/drawing/2014/main" id="{14DB9B9A-20DF-4FC9-8560-85BE23318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0" y="31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52" name="Oval 1493">
                <a:extLst>
                  <a:ext uri="{FF2B5EF4-FFF2-40B4-BE49-F238E27FC236}">
                    <a16:creationId xmlns:a16="http://schemas.microsoft.com/office/drawing/2014/main" id="{2832525C-DA1F-4AB4-8744-1B0262B6A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3176"/>
                <a:ext cx="14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53" name="Oval 1494">
                <a:extLst>
                  <a:ext uri="{FF2B5EF4-FFF2-40B4-BE49-F238E27FC236}">
                    <a16:creationId xmlns:a16="http://schemas.microsoft.com/office/drawing/2014/main" id="{432491B3-750A-4154-8B38-7BBFF86B4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31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54" name="Oval 1495">
                <a:extLst>
                  <a:ext uri="{FF2B5EF4-FFF2-40B4-BE49-F238E27FC236}">
                    <a16:creationId xmlns:a16="http://schemas.microsoft.com/office/drawing/2014/main" id="{18B4B2F7-3611-49CB-BF72-2E0F0FF35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3459"/>
                <a:ext cx="15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55" name="Oval 1496">
                <a:extLst>
                  <a:ext uri="{FF2B5EF4-FFF2-40B4-BE49-F238E27FC236}">
                    <a16:creationId xmlns:a16="http://schemas.microsoft.com/office/drawing/2014/main" id="{0B8C7190-5ED0-44F9-8368-312CC831F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346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56" name="Oval 1497">
                <a:extLst>
                  <a:ext uri="{FF2B5EF4-FFF2-40B4-BE49-F238E27FC236}">
                    <a16:creationId xmlns:a16="http://schemas.microsoft.com/office/drawing/2014/main" id="{73ABCA53-6AFC-4F07-A85F-01D66F615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8" y="3094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57" name="Oval 1498">
                <a:extLst>
                  <a:ext uri="{FF2B5EF4-FFF2-40B4-BE49-F238E27FC236}">
                    <a16:creationId xmlns:a16="http://schemas.microsoft.com/office/drawing/2014/main" id="{54137891-4AD0-4D01-BAC6-C880F32E0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1" y="3097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58" name="Freeform 1499">
                <a:extLst>
                  <a:ext uri="{FF2B5EF4-FFF2-40B4-BE49-F238E27FC236}">
                    <a16:creationId xmlns:a16="http://schemas.microsoft.com/office/drawing/2014/main" id="{508865DD-09CB-43B1-A22E-C4CFCE81F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378"/>
                <a:ext cx="681" cy="1199"/>
              </a:xfrm>
              <a:custGeom>
                <a:avLst/>
                <a:gdLst>
                  <a:gd name="T0" fmla="*/ 4031 w 430"/>
                  <a:gd name="T1" fmla="*/ 2836 h 759"/>
                  <a:gd name="T2" fmla="*/ 4271 w 430"/>
                  <a:gd name="T3" fmla="*/ 2515 h 759"/>
                  <a:gd name="T4" fmla="*/ 4221 w 430"/>
                  <a:gd name="T5" fmla="*/ 2425 h 759"/>
                  <a:gd name="T6" fmla="*/ 4116 w 430"/>
                  <a:gd name="T7" fmla="*/ 2496 h 759"/>
                  <a:gd name="T8" fmla="*/ 3825 w 430"/>
                  <a:gd name="T9" fmla="*/ 2733 h 759"/>
                  <a:gd name="T10" fmla="*/ 3806 w 430"/>
                  <a:gd name="T11" fmla="*/ 2747 h 759"/>
                  <a:gd name="T12" fmla="*/ 3210 w 430"/>
                  <a:gd name="T13" fmla="*/ 3156 h 759"/>
                  <a:gd name="T14" fmla="*/ 2900 w 430"/>
                  <a:gd name="T15" fmla="*/ 3074 h 759"/>
                  <a:gd name="T16" fmla="*/ 2694 w 430"/>
                  <a:gd name="T17" fmla="*/ 1769 h 759"/>
                  <a:gd name="T18" fmla="*/ 2510 w 430"/>
                  <a:gd name="T19" fmla="*/ 1226 h 759"/>
                  <a:gd name="T20" fmla="*/ 2455 w 430"/>
                  <a:gd name="T21" fmla="*/ 749 h 759"/>
                  <a:gd name="T22" fmla="*/ 2629 w 430"/>
                  <a:gd name="T23" fmla="*/ 354 h 759"/>
                  <a:gd name="T24" fmla="*/ 2665 w 430"/>
                  <a:gd name="T25" fmla="*/ 276 h 759"/>
                  <a:gd name="T26" fmla="*/ 2574 w 430"/>
                  <a:gd name="T27" fmla="*/ 267 h 759"/>
                  <a:gd name="T28" fmla="*/ 2265 w 430"/>
                  <a:gd name="T29" fmla="*/ 763 h 759"/>
                  <a:gd name="T30" fmla="*/ 2170 w 430"/>
                  <a:gd name="T31" fmla="*/ 784 h 759"/>
                  <a:gd name="T32" fmla="*/ 1552 w 430"/>
                  <a:gd name="T33" fmla="*/ 68 h 759"/>
                  <a:gd name="T34" fmla="*/ 1465 w 430"/>
                  <a:gd name="T35" fmla="*/ 13 h 759"/>
                  <a:gd name="T36" fmla="*/ 1435 w 430"/>
                  <a:gd name="T37" fmla="*/ 117 h 759"/>
                  <a:gd name="T38" fmla="*/ 2132 w 430"/>
                  <a:gd name="T39" fmla="*/ 1000 h 759"/>
                  <a:gd name="T40" fmla="*/ 2471 w 430"/>
                  <a:gd name="T41" fmla="*/ 1889 h 759"/>
                  <a:gd name="T42" fmla="*/ 2510 w 430"/>
                  <a:gd name="T43" fmla="*/ 2461 h 759"/>
                  <a:gd name="T44" fmla="*/ 2543 w 430"/>
                  <a:gd name="T45" fmla="*/ 2704 h 759"/>
                  <a:gd name="T46" fmla="*/ 2578 w 430"/>
                  <a:gd name="T47" fmla="*/ 3039 h 759"/>
                  <a:gd name="T48" fmla="*/ 2612 w 430"/>
                  <a:gd name="T49" fmla="*/ 3224 h 759"/>
                  <a:gd name="T50" fmla="*/ 2371 w 430"/>
                  <a:gd name="T51" fmla="*/ 4017 h 759"/>
                  <a:gd name="T52" fmla="*/ 1367 w 430"/>
                  <a:gd name="T53" fmla="*/ 3150 h 759"/>
                  <a:gd name="T54" fmla="*/ 972 w 430"/>
                  <a:gd name="T55" fmla="*/ 2815 h 759"/>
                  <a:gd name="T56" fmla="*/ 627 w 430"/>
                  <a:gd name="T57" fmla="*/ 2565 h 759"/>
                  <a:gd name="T58" fmla="*/ 580 w 430"/>
                  <a:gd name="T59" fmla="*/ 2278 h 759"/>
                  <a:gd name="T60" fmla="*/ 597 w 430"/>
                  <a:gd name="T61" fmla="*/ 2022 h 759"/>
                  <a:gd name="T62" fmla="*/ 508 w 430"/>
                  <a:gd name="T63" fmla="*/ 2054 h 759"/>
                  <a:gd name="T64" fmla="*/ 491 w 430"/>
                  <a:gd name="T65" fmla="*/ 2235 h 759"/>
                  <a:gd name="T66" fmla="*/ 529 w 430"/>
                  <a:gd name="T67" fmla="*/ 2644 h 759"/>
                  <a:gd name="T68" fmla="*/ 540 w 430"/>
                  <a:gd name="T69" fmla="*/ 2763 h 759"/>
                  <a:gd name="T70" fmla="*/ 203 w 430"/>
                  <a:gd name="T71" fmla="*/ 2940 h 759"/>
                  <a:gd name="T72" fmla="*/ 68 w 430"/>
                  <a:gd name="T73" fmla="*/ 3039 h 759"/>
                  <a:gd name="T74" fmla="*/ 33 w 430"/>
                  <a:gd name="T75" fmla="*/ 3137 h 759"/>
                  <a:gd name="T76" fmla="*/ 279 w 430"/>
                  <a:gd name="T77" fmla="*/ 3019 h 759"/>
                  <a:gd name="T78" fmla="*/ 885 w 430"/>
                  <a:gd name="T79" fmla="*/ 2957 h 759"/>
                  <a:gd name="T80" fmla="*/ 1207 w 430"/>
                  <a:gd name="T81" fmla="*/ 3237 h 759"/>
                  <a:gd name="T82" fmla="*/ 1275 w 430"/>
                  <a:gd name="T83" fmla="*/ 3393 h 759"/>
                  <a:gd name="T84" fmla="*/ 1379 w 430"/>
                  <a:gd name="T85" fmla="*/ 3630 h 759"/>
                  <a:gd name="T86" fmla="*/ 1775 w 430"/>
                  <a:gd name="T87" fmla="*/ 4330 h 759"/>
                  <a:gd name="T88" fmla="*/ 1775 w 430"/>
                  <a:gd name="T89" fmla="*/ 5531 h 759"/>
                  <a:gd name="T90" fmla="*/ 1636 w 430"/>
                  <a:gd name="T91" fmla="*/ 6962 h 759"/>
                  <a:gd name="T92" fmla="*/ 3020 w 430"/>
                  <a:gd name="T93" fmla="*/ 7366 h 759"/>
                  <a:gd name="T94" fmla="*/ 4151 w 430"/>
                  <a:gd name="T95" fmla="*/ 7175 h 759"/>
                  <a:gd name="T96" fmla="*/ 4287 w 430"/>
                  <a:gd name="T97" fmla="*/ 5717 h 759"/>
                  <a:gd name="T98" fmla="*/ 4061 w 430"/>
                  <a:gd name="T99" fmla="*/ 4619 h 759"/>
                  <a:gd name="T100" fmla="*/ 3554 w 430"/>
                  <a:gd name="T101" fmla="*/ 3899 h 759"/>
                  <a:gd name="T102" fmla="*/ 3587 w 430"/>
                  <a:gd name="T103" fmla="*/ 3257 h 759"/>
                  <a:gd name="T104" fmla="*/ 4031 w 430"/>
                  <a:gd name="T105" fmla="*/ 2836 h 7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30" h="759">
                    <a:moveTo>
                      <a:pt x="405" y="288"/>
                    </a:moveTo>
                    <a:cubicBezTo>
                      <a:pt x="417" y="280"/>
                      <a:pt x="427" y="270"/>
                      <a:pt x="429" y="256"/>
                    </a:cubicBezTo>
                    <a:cubicBezTo>
                      <a:pt x="430" y="251"/>
                      <a:pt x="429" y="247"/>
                      <a:pt x="424" y="246"/>
                    </a:cubicBezTo>
                    <a:cubicBezTo>
                      <a:pt x="419" y="246"/>
                      <a:pt x="414" y="249"/>
                      <a:pt x="413" y="254"/>
                    </a:cubicBezTo>
                    <a:cubicBezTo>
                      <a:pt x="412" y="264"/>
                      <a:pt x="397" y="273"/>
                      <a:pt x="384" y="278"/>
                    </a:cubicBezTo>
                    <a:cubicBezTo>
                      <a:pt x="382" y="279"/>
                      <a:pt x="382" y="279"/>
                      <a:pt x="382" y="279"/>
                    </a:cubicBezTo>
                    <a:cubicBezTo>
                      <a:pt x="366" y="284"/>
                      <a:pt x="334" y="289"/>
                      <a:pt x="322" y="321"/>
                    </a:cubicBezTo>
                    <a:cubicBezTo>
                      <a:pt x="314" y="336"/>
                      <a:pt x="296" y="336"/>
                      <a:pt x="291" y="313"/>
                    </a:cubicBezTo>
                    <a:cubicBezTo>
                      <a:pt x="291" y="313"/>
                      <a:pt x="273" y="202"/>
                      <a:pt x="270" y="180"/>
                    </a:cubicBezTo>
                    <a:cubicBezTo>
                      <a:pt x="267" y="157"/>
                      <a:pt x="257" y="137"/>
                      <a:pt x="252" y="125"/>
                    </a:cubicBezTo>
                    <a:cubicBezTo>
                      <a:pt x="249" y="119"/>
                      <a:pt x="241" y="96"/>
                      <a:pt x="246" y="76"/>
                    </a:cubicBezTo>
                    <a:cubicBezTo>
                      <a:pt x="248" y="63"/>
                      <a:pt x="251" y="44"/>
                      <a:pt x="264" y="36"/>
                    </a:cubicBezTo>
                    <a:cubicBezTo>
                      <a:pt x="268" y="33"/>
                      <a:pt x="271" y="32"/>
                      <a:pt x="268" y="28"/>
                    </a:cubicBezTo>
                    <a:cubicBezTo>
                      <a:pt x="266" y="24"/>
                      <a:pt x="262" y="25"/>
                      <a:pt x="258" y="27"/>
                    </a:cubicBezTo>
                    <a:cubicBezTo>
                      <a:pt x="238" y="40"/>
                      <a:pt x="230" y="59"/>
                      <a:pt x="227" y="78"/>
                    </a:cubicBezTo>
                    <a:cubicBezTo>
                      <a:pt x="227" y="81"/>
                      <a:pt x="221" y="83"/>
                      <a:pt x="218" y="80"/>
                    </a:cubicBezTo>
                    <a:cubicBezTo>
                      <a:pt x="195" y="59"/>
                      <a:pt x="168" y="36"/>
                      <a:pt x="156" y="7"/>
                    </a:cubicBezTo>
                    <a:cubicBezTo>
                      <a:pt x="155" y="3"/>
                      <a:pt x="151" y="0"/>
                      <a:pt x="147" y="1"/>
                    </a:cubicBezTo>
                    <a:cubicBezTo>
                      <a:pt x="142" y="3"/>
                      <a:pt x="143" y="7"/>
                      <a:pt x="144" y="12"/>
                    </a:cubicBezTo>
                    <a:cubicBezTo>
                      <a:pt x="159" y="48"/>
                      <a:pt x="188" y="77"/>
                      <a:pt x="214" y="102"/>
                    </a:cubicBezTo>
                    <a:cubicBezTo>
                      <a:pt x="234" y="122"/>
                      <a:pt x="246" y="161"/>
                      <a:pt x="248" y="192"/>
                    </a:cubicBezTo>
                    <a:cubicBezTo>
                      <a:pt x="248" y="211"/>
                      <a:pt x="250" y="231"/>
                      <a:pt x="252" y="250"/>
                    </a:cubicBezTo>
                    <a:cubicBezTo>
                      <a:pt x="255" y="275"/>
                      <a:pt x="255" y="275"/>
                      <a:pt x="255" y="275"/>
                    </a:cubicBezTo>
                    <a:cubicBezTo>
                      <a:pt x="256" y="287"/>
                      <a:pt x="258" y="298"/>
                      <a:pt x="259" y="309"/>
                    </a:cubicBezTo>
                    <a:cubicBezTo>
                      <a:pt x="262" y="328"/>
                      <a:pt x="262" y="328"/>
                      <a:pt x="262" y="328"/>
                    </a:cubicBezTo>
                    <a:cubicBezTo>
                      <a:pt x="263" y="334"/>
                      <a:pt x="282" y="396"/>
                      <a:pt x="238" y="408"/>
                    </a:cubicBezTo>
                    <a:cubicBezTo>
                      <a:pt x="206" y="416"/>
                      <a:pt x="153" y="355"/>
                      <a:pt x="137" y="320"/>
                    </a:cubicBezTo>
                    <a:cubicBezTo>
                      <a:pt x="128" y="303"/>
                      <a:pt x="113" y="294"/>
                      <a:pt x="98" y="286"/>
                    </a:cubicBezTo>
                    <a:cubicBezTo>
                      <a:pt x="86" y="278"/>
                      <a:pt x="70" y="272"/>
                      <a:pt x="63" y="261"/>
                    </a:cubicBezTo>
                    <a:cubicBezTo>
                      <a:pt x="59" y="254"/>
                      <a:pt x="57" y="244"/>
                      <a:pt x="58" y="232"/>
                    </a:cubicBezTo>
                    <a:cubicBezTo>
                      <a:pt x="59" y="225"/>
                      <a:pt x="60" y="213"/>
                      <a:pt x="60" y="206"/>
                    </a:cubicBezTo>
                    <a:cubicBezTo>
                      <a:pt x="59" y="198"/>
                      <a:pt x="50" y="198"/>
                      <a:pt x="51" y="209"/>
                    </a:cubicBezTo>
                    <a:cubicBezTo>
                      <a:pt x="52" y="214"/>
                      <a:pt x="50" y="220"/>
                      <a:pt x="49" y="227"/>
                    </a:cubicBezTo>
                    <a:cubicBezTo>
                      <a:pt x="48" y="241"/>
                      <a:pt x="45" y="257"/>
                      <a:pt x="53" y="269"/>
                    </a:cubicBezTo>
                    <a:cubicBezTo>
                      <a:pt x="55" y="273"/>
                      <a:pt x="61" y="279"/>
                      <a:pt x="54" y="281"/>
                    </a:cubicBezTo>
                    <a:cubicBezTo>
                      <a:pt x="40" y="284"/>
                      <a:pt x="30" y="292"/>
                      <a:pt x="20" y="299"/>
                    </a:cubicBezTo>
                    <a:cubicBezTo>
                      <a:pt x="15" y="303"/>
                      <a:pt x="11" y="306"/>
                      <a:pt x="7" y="309"/>
                    </a:cubicBezTo>
                    <a:cubicBezTo>
                      <a:pt x="3" y="312"/>
                      <a:pt x="0" y="314"/>
                      <a:pt x="3" y="319"/>
                    </a:cubicBezTo>
                    <a:cubicBezTo>
                      <a:pt x="6" y="323"/>
                      <a:pt x="24" y="310"/>
                      <a:pt x="28" y="307"/>
                    </a:cubicBezTo>
                    <a:cubicBezTo>
                      <a:pt x="52" y="290"/>
                      <a:pt x="77" y="292"/>
                      <a:pt x="89" y="301"/>
                    </a:cubicBezTo>
                    <a:cubicBezTo>
                      <a:pt x="102" y="309"/>
                      <a:pt x="115" y="316"/>
                      <a:pt x="121" y="329"/>
                    </a:cubicBezTo>
                    <a:cubicBezTo>
                      <a:pt x="124" y="334"/>
                      <a:pt x="126" y="339"/>
                      <a:pt x="128" y="345"/>
                    </a:cubicBezTo>
                    <a:cubicBezTo>
                      <a:pt x="130" y="353"/>
                      <a:pt x="133" y="361"/>
                      <a:pt x="138" y="369"/>
                    </a:cubicBezTo>
                    <a:cubicBezTo>
                      <a:pt x="153" y="399"/>
                      <a:pt x="172" y="416"/>
                      <a:pt x="178" y="440"/>
                    </a:cubicBezTo>
                    <a:cubicBezTo>
                      <a:pt x="184" y="464"/>
                      <a:pt x="187" y="511"/>
                      <a:pt x="178" y="562"/>
                    </a:cubicBezTo>
                    <a:cubicBezTo>
                      <a:pt x="168" y="612"/>
                      <a:pt x="162" y="657"/>
                      <a:pt x="164" y="708"/>
                    </a:cubicBezTo>
                    <a:cubicBezTo>
                      <a:pt x="165" y="759"/>
                      <a:pt x="269" y="751"/>
                      <a:pt x="303" y="749"/>
                    </a:cubicBezTo>
                    <a:cubicBezTo>
                      <a:pt x="346" y="745"/>
                      <a:pt x="410" y="754"/>
                      <a:pt x="417" y="729"/>
                    </a:cubicBezTo>
                    <a:cubicBezTo>
                      <a:pt x="425" y="704"/>
                      <a:pt x="430" y="650"/>
                      <a:pt x="430" y="581"/>
                    </a:cubicBezTo>
                    <a:cubicBezTo>
                      <a:pt x="430" y="511"/>
                      <a:pt x="421" y="495"/>
                      <a:pt x="407" y="470"/>
                    </a:cubicBezTo>
                    <a:cubicBezTo>
                      <a:pt x="392" y="445"/>
                      <a:pt x="366" y="415"/>
                      <a:pt x="357" y="396"/>
                    </a:cubicBezTo>
                    <a:cubicBezTo>
                      <a:pt x="349" y="378"/>
                      <a:pt x="353" y="343"/>
                      <a:pt x="360" y="331"/>
                    </a:cubicBezTo>
                    <a:cubicBezTo>
                      <a:pt x="373" y="296"/>
                      <a:pt x="400" y="291"/>
                      <a:pt x="405" y="2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" name="Freeform 1500">
                <a:extLst>
                  <a:ext uri="{FF2B5EF4-FFF2-40B4-BE49-F238E27FC236}">
                    <a16:creationId xmlns:a16="http://schemas.microsoft.com/office/drawing/2014/main" id="{4BF98354-32A9-4A7E-94CA-D5B86B8AF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2822"/>
                <a:ext cx="117" cy="276"/>
              </a:xfrm>
              <a:custGeom>
                <a:avLst/>
                <a:gdLst>
                  <a:gd name="T0" fmla="*/ 732 w 74"/>
                  <a:gd name="T1" fmla="*/ 0 h 175"/>
                  <a:gd name="T2" fmla="*/ 108 w 74"/>
                  <a:gd name="T3" fmla="*/ 565 h 175"/>
                  <a:gd name="T4" fmla="*/ 218 w 74"/>
                  <a:gd name="T5" fmla="*/ 1255 h 175"/>
                  <a:gd name="T6" fmla="*/ 732 w 74"/>
                  <a:gd name="T7" fmla="*/ 1706 h 175"/>
                  <a:gd name="T8" fmla="*/ 732 w 74"/>
                  <a:gd name="T9" fmla="*/ 0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75">
                    <a:moveTo>
                      <a:pt x="74" y="0"/>
                    </a:moveTo>
                    <a:cubicBezTo>
                      <a:pt x="51" y="15"/>
                      <a:pt x="16" y="32"/>
                      <a:pt x="11" y="58"/>
                    </a:cubicBezTo>
                    <a:cubicBezTo>
                      <a:pt x="5" y="87"/>
                      <a:pt x="0" y="99"/>
                      <a:pt x="22" y="129"/>
                    </a:cubicBezTo>
                    <a:cubicBezTo>
                      <a:pt x="41" y="156"/>
                      <a:pt x="61" y="174"/>
                      <a:pt x="74" y="175"/>
                    </a:cubicBez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" name="Freeform 1501">
                <a:extLst>
                  <a:ext uri="{FF2B5EF4-FFF2-40B4-BE49-F238E27FC236}">
                    <a16:creationId xmlns:a16="http://schemas.microsoft.com/office/drawing/2014/main" id="{04533A9C-2BCE-4AA9-AE80-2CD50E406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847"/>
                <a:ext cx="111" cy="133"/>
              </a:xfrm>
              <a:custGeom>
                <a:avLst/>
                <a:gdLst>
                  <a:gd name="T0" fmla="*/ 701 w 70"/>
                  <a:gd name="T1" fmla="*/ 0 h 84"/>
                  <a:gd name="T2" fmla="*/ 227 w 70"/>
                  <a:gd name="T3" fmla="*/ 838 h 84"/>
                  <a:gd name="T4" fmla="*/ 422 w 70"/>
                  <a:gd name="T5" fmla="*/ 497 h 84"/>
                  <a:gd name="T6" fmla="*/ 701 w 70"/>
                  <a:gd name="T7" fmla="*/ 491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84">
                    <a:moveTo>
                      <a:pt x="70" y="0"/>
                    </a:moveTo>
                    <a:cubicBezTo>
                      <a:pt x="41" y="14"/>
                      <a:pt x="0" y="48"/>
                      <a:pt x="23" y="84"/>
                    </a:cubicBezTo>
                    <a:cubicBezTo>
                      <a:pt x="31" y="72"/>
                      <a:pt x="24" y="59"/>
                      <a:pt x="42" y="50"/>
                    </a:cubicBezTo>
                    <a:cubicBezTo>
                      <a:pt x="49" y="46"/>
                      <a:pt x="65" y="41"/>
                      <a:pt x="70" y="49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" name="Freeform 1502">
                <a:extLst>
                  <a:ext uri="{FF2B5EF4-FFF2-40B4-BE49-F238E27FC236}">
                    <a16:creationId xmlns:a16="http://schemas.microsoft.com/office/drawing/2014/main" id="{89D96CE9-1422-4286-BA87-753D1FAEA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3007"/>
                <a:ext cx="74" cy="72"/>
              </a:xfrm>
              <a:custGeom>
                <a:avLst/>
                <a:gdLst>
                  <a:gd name="T0" fmla="*/ 265 w 47"/>
                  <a:gd name="T1" fmla="*/ 330 h 46"/>
                  <a:gd name="T2" fmla="*/ 457 w 47"/>
                  <a:gd name="T3" fmla="*/ 434 h 46"/>
                  <a:gd name="T4" fmla="*/ 457 w 47"/>
                  <a:gd name="T5" fmla="*/ 31 h 46"/>
                  <a:gd name="T6" fmla="*/ 320 w 47"/>
                  <a:gd name="T7" fmla="*/ 121 h 46"/>
                  <a:gd name="T8" fmla="*/ 20 w 47"/>
                  <a:gd name="T9" fmla="*/ 0 h 46"/>
                  <a:gd name="T10" fmla="*/ 0 w 47"/>
                  <a:gd name="T11" fmla="*/ 31 h 46"/>
                  <a:gd name="T12" fmla="*/ 265 w 47"/>
                  <a:gd name="T13" fmla="*/ 33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6">
                    <a:moveTo>
                      <a:pt x="27" y="35"/>
                    </a:moveTo>
                    <a:cubicBezTo>
                      <a:pt x="33" y="41"/>
                      <a:pt x="40" y="44"/>
                      <a:pt x="47" y="46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4" y="9"/>
                      <a:pt x="41" y="14"/>
                      <a:pt x="33" y="13"/>
                    </a:cubicBezTo>
                    <a:cubicBezTo>
                      <a:pt x="27" y="13"/>
                      <a:pt x="7" y="4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0" y="12"/>
                      <a:pt x="17" y="25"/>
                      <a:pt x="27" y="35"/>
                    </a:cubicBezTo>
                    <a:close/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" name="Freeform 1503">
                <a:extLst>
                  <a:ext uri="{FF2B5EF4-FFF2-40B4-BE49-F238E27FC236}">
                    <a16:creationId xmlns:a16="http://schemas.microsoft.com/office/drawing/2014/main" id="{8D23E4AE-A227-498F-94ED-87887CE66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871"/>
                <a:ext cx="28" cy="24"/>
              </a:xfrm>
              <a:custGeom>
                <a:avLst/>
                <a:gdLst>
                  <a:gd name="T0" fmla="*/ 148 w 18"/>
                  <a:gd name="T1" fmla="*/ 0 h 15"/>
                  <a:gd name="T2" fmla="*/ 0 w 18"/>
                  <a:gd name="T3" fmla="*/ 157 h 15"/>
                  <a:gd name="T4" fmla="*/ 165 w 18"/>
                  <a:gd name="T5" fmla="*/ 123 h 15"/>
                  <a:gd name="T6" fmla="*/ 149 w 18"/>
                  <a:gd name="T7" fmla="*/ 4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5">
                    <a:moveTo>
                      <a:pt x="16" y="0"/>
                    </a:moveTo>
                    <a:cubicBezTo>
                      <a:pt x="9" y="2"/>
                      <a:pt x="4" y="9"/>
                      <a:pt x="0" y="15"/>
                    </a:cubicBezTo>
                    <a:cubicBezTo>
                      <a:pt x="7" y="15"/>
                      <a:pt x="12" y="12"/>
                      <a:pt x="18" y="12"/>
                    </a:cubicBezTo>
                    <a:cubicBezTo>
                      <a:pt x="17" y="9"/>
                      <a:pt x="18" y="6"/>
                      <a:pt x="1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" name="Freeform 1504">
                <a:extLst>
                  <a:ext uri="{FF2B5EF4-FFF2-40B4-BE49-F238E27FC236}">
                    <a16:creationId xmlns:a16="http://schemas.microsoft.com/office/drawing/2014/main" id="{5F82D1CB-D68F-4ECA-AE01-23AE69AA7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2822"/>
                <a:ext cx="117" cy="276"/>
              </a:xfrm>
              <a:custGeom>
                <a:avLst/>
                <a:gdLst>
                  <a:gd name="T0" fmla="*/ 732 w 74"/>
                  <a:gd name="T1" fmla="*/ 0 h 175"/>
                  <a:gd name="T2" fmla="*/ 108 w 74"/>
                  <a:gd name="T3" fmla="*/ 565 h 175"/>
                  <a:gd name="T4" fmla="*/ 218 w 74"/>
                  <a:gd name="T5" fmla="*/ 1255 h 175"/>
                  <a:gd name="T6" fmla="*/ 732 w 74"/>
                  <a:gd name="T7" fmla="*/ 1706 h 1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175">
                    <a:moveTo>
                      <a:pt x="74" y="0"/>
                    </a:moveTo>
                    <a:cubicBezTo>
                      <a:pt x="51" y="15"/>
                      <a:pt x="16" y="32"/>
                      <a:pt x="11" y="58"/>
                    </a:cubicBezTo>
                    <a:cubicBezTo>
                      <a:pt x="5" y="87"/>
                      <a:pt x="0" y="99"/>
                      <a:pt x="22" y="129"/>
                    </a:cubicBezTo>
                    <a:cubicBezTo>
                      <a:pt x="41" y="156"/>
                      <a:pt x="61" y="174"/>
                      <a:pt x="74" y="17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" name="Freeform 1505">
                <a:extLst>
                  <a:ext uri="{FF2B5EF4-FFF2-40B4-BE49-F238E27FC236}">
                    <a16:creationId xmlns:a16="http://schemas.microsoft.com/office/drawing/2014/main" id="{0407C950-D0E9-4DB8-B954-39B677168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880"/>
                <a:ext cx="339" cy="656"/>
              </a:xfrm>
              <a:custGeom>
                <a:avLst/>
                <a:gdLst>
                  <a:gd name="T0" fmla="*/ 1057 w 214"/>
                  <a:gd name="T1" fmla="*/ 35 h 415"/>
                  <a:gd name="T2" fmla="*/ 271 w 214"/>
                  <a:gd name="T3" fmla="*/ 558 h 415"/>
                  <a:gd name="T4" fmla="*/ 120 w 214"/>
                  <a:gd name="T5" fmla="*/ 1450 h 415"/>
                  <a:gd name="T6" fmla="*/ 150 w 214"/>
                  <a:gd name="T7" fmla="*/ 2784 h 415"/>
                  <a:gd name="T8" fmla="*/ 271 w 214"/>
                  <a:gd name="T9" fmla="*/ 3925 h 415"/>
                  <a:gd name="T10" fmla="*/ 1198 w 214"/>
                  <a:gd name="T11" fmla="*/ 4028 h 415"/>
                  <a:gd name="T12" fmla="*/ 1864 w 214"/>
                  <a:gd name="T13" fmla="*/ 3773 h 415"/>
                  <a:gd name="T14" fmla="*/ 1975 w 214"/>
                  <a:gd name="T15" fmla="*/ 2434 h 415"/>
                  <a:gd name="T16" fmla="*/ 2067 w 214"/>
                  <a:gd name="T17" fmla="*/ 1380 h 415"/>
                  <a:gd name="T18" fmla="*/ 1573 w 214"/>
                  <a:gd name="T19" fmla="*/ 474 h 415"/>
                  <a:gd name="T20" fmla="*/ 1057 w 214"/>
                  <a:gd name="T21" fmla="*/ 35 h 4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4" h="415">
                    <a:moveTo>
                      <a:pt x="106" y="4"/>
                    </a:moveTo>
                    <a:cubicBezTo>
                      <a:pt x="74" y="10"/>
                      <a:pt x="40" y="39"/>
                      <a:pt x="27" y="56"/>
                    </a:cubicBezTo>
                    <a:cubicBezTo>
                      <a:pt x="14" y="74"/>
                      <a:pt x="11" y="106"/>
                      <a:pt x="12" y="147"/>
                    </a:cubicBezTo>
                    <a:cubicBezTo>
                      <a:pt x="13" y="187"/>
                      <a:pt x="15" y="231"/>
                      <a:pt x="15" y="282"/>
                    </a:cubicBezTo>
                    <a:cubicBezTo>
                      <a:pt x="15" y="333"/>
                      <a:pt x="0" y="394"/>
                      <a:pt x="27" y="398"/>
                    </a:cubicBezTo>
                    <a:cubicBezTo>
                      <a:pt x="55" y="403"/>
                      <a:pt x="80" y="401"/>
                      <a:pt x="120" y="408"/>
                    </a:cubicBezTo>
                    <a:cubicBezTo>
                      <a:pt x="161" y="415"/>
                      <a:pt x="182" y="401"/>
                      <a:pt x="187" y="382"/>
                    </a:cubicBezTo>
                    <a:cubicBezTo>
                      <a:pt x="192" y="363"/>
                      <a:pt x="191" y="303"/>
                      <a:pt x="198" y="247"/>
                    </a:cubicBezTo>
                    <a:cubicBezTo>
                      <a:pt x="205" y="191"/>
                      <a:pt x="214" y="173"/>
                      <a:pt x="207" y="140"/>
                    </a:cubicBezTo>
                    <a:cubicBezTo>
                      <a:pt x="200" y="106"/>
                      <a:pt x="183" y="83"/>
                      <a:pt x="158" y="48"/>
                    </a:cubicBezTo>
                    <a:cubicBezTo>
                      <a:pt x="133" y="13"/>
                      <a:pt x="117" y="0"/>
                      <a:pt x="106" y="4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" name="Freeform 1506">
                <a:extLst>
                  <a:ext uri="{FF2B5EF4-FFF2-40B4-BE49-F238E27FC236}">
                    <a16:creationId xmlns:a16="http://schemas.microsoft.com/office/drawing/2014/main" id="{94F84063-C8C6-4ED2-B0B0-5F76F5BD2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932"/>
                <a:ext cx="230" cy="583"/>
              </a:xfrm>
              <a:custGeom>
                <a:avLst/>
                <a:gdLst>
                  <a:gd name="T0" fmla="*/ 682 w 145"/>
                  <a:gd name="T1" fmla="*/ 0 h 369"/>
                  <a:gd name="T2" fmla="*/ 885 w 145"/>
                  <a:gd name="T3" fmla="*/ 237 h 369"/>
                  <a:gd name="T4" fmla="*/ 1125 w 145"/>
                  <a:gd name="T5" fmla="*/ 572 h 369"/>
                  <a:gd name="T6" fmla="*/ 1404 w 145"/>
                  <a:gd name="T7" fmla="*/ 1120 h 369"/>
                  <a:gd name="T8" fmla="*/ 1348 w 145"/>
                  <a:gd name="T9" fmla="*/ 1850 h 369"/>
                  <a:gd name="T10" fmla="*/ 1266 w 145"/>
                  <a:gd name="T11" fmla="*/ 2618 h 369"/>
                  <a:gd name="T12" fmla="*/ 1006 w 145"/>
                  <a:gd name="T13" fmla="*/ 3598 h 369"/>
                  <a:gd name="T14" fmla="*/ 544 w 145"/>
                  <a:gd name="T15" fmla="*/ 3577 h 369"/>
                  <a:gd name="T16" fmla="*/ 0 w 145"/>
                  <a:gd name="T17" fmla="*/ 3545 h 369"/>
                  <a:gd name="T18" fmla="*/ 722 w 145"/>
                  <a:gd name="T19" fmla="*/ 2706 h 369"/>
                  <a:gd name="T20" fmla="*/ 571 w 145"/>
                  <a:gd name="T21" fmla="*/ 2277 h 369"/>
                  <a:gd name="T22" fmla="*/ 714 w 145"/>
                  <a:gd name="T23" fmla="*/ 2106 h 369"/>
                  <a:gd name="T24" fmla="*/ 785 w 145"/>
                  <a:gd name="T25" fmla="*/ 1912 h 369"/>
                  <a:gd name="T26" fmla="*/ 1034 w 145"/>
                  <a:gd name="T27" fmla="*/ 1141 h 369"/>
                  <a:gd name="T28" fmla="*/ 836 w 145"/>
                  <a:gd name="T29" fmla="*/ 319 h 369"/>
                  <a:gd name="T30" fmla="*/ 690 w 145"/>
                  <a:gd name="T31" fmla="*/ 55 h 36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369">
                    <a:moveTo>
                      <a:pt x="68" y="0"/>
                    </a:moveTo>
                    <a:cubicBezTo>
                      <a:pt x="76" y="4"/>
                      <a:pt x="82" y="17"/>
                      <a:pt x="88" y="24"/>
                    </a:cubicBezTo>
                    <a:cubicBezTo>
                      <a:pt x="96" y="35"/>
                      <a:pt x="104" y="46"/>
                      <a:pt x="112" y="58"/>
                    </a:cubicBezTo>
                    <a:cubicBezTo>
                      <a:pt x="125" y="76"/>
                      <a:pt x="136" y="91"/>
                      <a:pt x="140" y="114"/>
                    </a:cubicBezTo>
                    <a:cubicBezTo>
                      <a:pt x="145" y="138"/>
                      <a:pt x="137" y="164"/>
                      <a:pt x="134" y="188"/>
                    </a:cubicBezTo>
                    <a:cubicBezTo>
                      <a:pt x="132" y="214"/>
                      <a:pt x="128" y="240"/>
                      <a:pt x="126" y="266"/>
                    </a:cubicBezTo>
                    <a:cubicBezTo>
                      <a:pt x="124" y="292"/>
                      <a:pt x="134" y="356"/>
                      <a:pt x="100" y="365"/>
                    </a:cubicBezTo>
                    <a:cubicBezTo>
                      <a:pt x="87" y="369"/>
                      <a:pt x="68" y="365"/>
                      <a:pt x="54" y="363"/>
                    </a:cubicBezTo>
                    <a:cubicBezTo>
                      <a:pt x="36" y="360"/>
                      <a:pt x="18" y="360"/>
                      <a:pt x="0" y="360"/>
                    </a:cubicBezTo>
                    <a:cubicBezTo>
                      <a:pt x="40" y="352"/>
                      <a:pt x="78" y="321"/>
                      <a:pt x="72" y="275"/>
                    </a:cubicBezTo>
                    <a:cubicBezTo>
                      <a:pt x="71" y="260"/>
                      <a:pt x="54" y="244"/>
                      <a:pt x="57" y="231"/>
                    </a:cubicBezTo>
                    <a:cubicBezTo>
                      <a:pt x="59" y="223"/>
                      <a:pt x="66" y="221"/>
                      <a:pt x="71" y="214"/>
                    </a:cubicBezTo>
                    <a:cubicBezTo>
                      <a:pt x="76" y="208"/>
                      <a:pt x="77" y="202"/>
                      <a:pt x="78" y="194"/>
                    </a:cubicBezTo>
                    <a:cubicBezTo>
                      <a:pt x="84" y="166"/>
                      <a:pt x="106" y="148"/>
                      <a:pt x="103" y="116"/>
                    </a:cubicBezTo>
                    <a:cubicBezTo>
                      <a:pt x="101" y="90"/>
                      <a:pt x="94" y="55"/>
                      <a:pt x="83" y="32"/>
                    </a:cubicBezTo>
                    <a:cubicBezTo>
                      <a:pt x="79" y="23"/>
                      <a:pt x="73" y="14"/>
                      <a:pt x="69" y="6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" name="Freeform 1507">
                <a:extLst>
                  <a:ext uri="{FF2B5EF4-FFF2-40B4-BE49-F238E27FC236}">
                    <a16:creationId xmlns:a16="http://schemas.microsoft.com/office/drawing/2014/main" id="{A066D910-B568-4657-88FC-C6E507CE6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907"/>
                <a:ext cx="131" cy="356"/>
              </a:xfrm>
              <a:custGeom>
                <a:avLst/>
                <a:gdLst>
                  <a:gd name="T0" fmla="*/ 814 w 83"/>
                  <a:gd name="T1" fmla="*/ 0 h 225"/>
                  <a:gd name="T2" fmla="*/ 52 w 83"/>
                  <a:gd name="T3" fmla="*/ 753 h 225"/>
                  <a:gd name="T4" fmla="*/ 13 w 83"/>
                  <a:gd name="T5" fmla="*/ 1389 h 225"/>
                  <a:gd name="T6" fmla="*/ 35 w 83"/>
                  <a:gd name="T7" fmla="*/ 1788 h 225"/>
                  <a:gd name="T8" fmla="*/ 52 w 83"/>
                  <a:gd name="T9" fmla="*/ 2231 h 225"/>
                  <a:gd name="T10" fmla="*/ 185 w 83"/>
                  <a:gd name="T11" fmla="*/ 1380 h 225"/>
                  <a:gd name="T12" fmla="*/ 546 w 83"/>
                  <a:gd name="T13" fmla="*/ 864 h 225"/>
                  <a:gd name="T14" fmla="*/ 694 w 83"/>
                  <a:gd name="T15" fmla="*/ 258 h 225"/>
                  <a:gd name="T16" fmla="*/ 814 w 83"/>
                  <a:gd name="T17" fmla="*/ 1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225">
                    <a:moveTo>
                      <a:pt x="83" y="0"/>
                    </a:moveTo>
                    <a:cubicBezTo>
                      <a:pt x="48" y="4"/>
                      <a:pt x="10" y="42"/>
                      <a:pt x="5" y="76"/>
                    </a:cubicBezTo>
                    <a:cubicBezTo>
                      <a:pt x="1" y="96"/>
                      <a:pt x="0" y="119"/>
                      <a:pt x="1" y="140"/>
                    </a:cubicBezTo>
                    <a:cubicBezTo>
                      <a:pt x="1" y="153"/>
                      <a:pt x="3" y="167"/>
                      <a:pt x="4" y="180"/>
                    </a:cubicBezTo>
                    <a:cubicBezTo>
                      <a:pt x="6" y="196"/>
                      <a:pt x="3" y="210"/>
                      <a:pt x="5" y="225"/>
                    </a:cubicBezTo>
                    <a:cubicBezTo>
                      <a:pt x="11" y="197"/>
                      <a:pt x="12" y="167"/>
                      <a:pt x="19" y="139"/>
                    </a:cubicBezTo>
                    <a:cubicBezTo>
                      <a:pt x="25" y="113"/>
                      <a:pt x="42" y="107"/>
                      <a:pt x="56" y="87"/>
                    </a:cubicBezTo>
                    <a:cubicBezTo>
                      <a:pt x="67" y="71"/>
                      <a:pt x="63" y="45"/>
                      <a:pt x="71" y="26"/>
                    </a:cubicBezTo>
                    <a:cubicBezTo>
                      <a:pt x="74" y="19"/>
                      <a:pt x="75" y="4"/>
                      <a:pt x="83" y="1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" name="Freeform 1508">
                <a:extLst>
                  <a:ext uri="{FF2B5EF4-FFF2-40B4-BE49-F238E27FC236}">
                    <a16:creationId xmlns:a16="http://schemas.microsoft.com/office/drawing/2014/main" id="{4060DD5F-9FE5-4CA6-9209-C61FAD21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948"/>
                <a:ext cx="60" cy="93"/>
              </a:xfrm>
              <a:custGeom>
                <a:avLst/>
                <a:gdLst>
                  <a:gd name="T0" fmla="*/ 374 w 38"/>
                  <a:gd name="T1" fmla="*/ 0 h 59"/>
                  <a:gd name="T2" fmla="*/ 150 w 38"/>
                  <a:gd name="T3" fmla="*/ 577 h 59"/>
                  <a:gd name="T4" fmla="*/ 335 w 38"/>
                  <a:gd name="T5" fmla="*/ 169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9">
                    <a:moveTo>
                      <a:pt x="38" y="0"/>
                    </a:moveTo>
                    <a:cubicBezTo>
                      <a:pt x="29" y="17"/>
                      <a:pt x="0" y="37"/>
                      <a:pt x="15" y="59"/>
                    </a:cubicBezTo>
                    <a:cubicBezTo>
                      <a:pt x="17" y="44"/>
                      <a:pt x="24" y="29"/>
                      <a:pt x="34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" name="Oval 1509">
                <a:extLst>
                  <a:ext uri="{FF2B5EF4-FFF2-40B4-BE49-F238E27FC236}">
                    <a16:creationId xmlns:a16="http://schemas.microsoft.com/office/drawing/2014/main" id="{D2635075-3848-4C0A-9910-4FFC2D595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176"/>
                <a:ext cx="133" cy="125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69" name="Oval 1510">
                <a:extLst>
                  <a:ext uri="{FF2B5EF4-FFF2-40B4-BE49-F238E27FC236}">
                    <a16:creationId xmlns:a16="http://schemas.microsoft.com/office/drawing/2014/main" id="{1B9C6378-F46D-44A8-AF64-932D37CAD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3147"/>
                <a:ext cx="133" cy="1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70" name="Oval 1511">
                <a:extLst>
                  <a:ext uri="{FF2B5EF4-FFF2-40B4-BE49-F238E27FC236}">
                    <a16:creationId xmlns:a16="http://schemas.microsoft.com/office/drawing/2014/main" id="{56509317-B6DE-4757-9A9B-308DD3D02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3163"/>
                <a:ext cx="133" cy="125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71" name="Freeform 1512">
                <a:extLst>
                  <a:ext uri="{FF2B5EF4-FFF2-40B4-BE49-F238E27FC236}">
                    <a16:creationId xmlns:a16="http://schemas.microsoft.com/office/drawing/2014/main" id="{EE64D633-A83B-4AED-9EA4-44B9DB7CD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3193"/>
                <a:ext cx="101" cy="85"/>
              </a:xfrm>
              <a:custGeom>
                <a:avLst/>
                <a:gdLst>
                  <a:gd name="T0" fmla="*/ 0 w 64"/>
                  <a:gd name="T1" fmla="*/ 307 h 54"/>
                  <a:gd name="T2" fmla="*/ 0 w 64"/>
                  <a:gd name="T3" fmla="*/ 375 h 54"/>
                  <a:gd name="T4" fmla="*/ 286 w 64"/>
                  <a:gd name="T5" fmla="*/ 523 h 54"/>
                  <a:gd name="T6" fmla="*/ 625 w 64"/>
                  <a:gd name="T7" fmla="*/ 216 h 54"/>
                  <a:gd name="T8" fmla="*/ 612 w 64"/>
                  <a:gd name="T9" fmla="*/ 137 h 54"/>
                  <a:gd name="T10" fmla="*/ 333 w 64"/>
                  <a:gd name="T11" fmla="*/ 0 h 54"/>
                  <a:gd name="T12" fmla="*/ 0 w 64"/>
                  <a:gd name="T13" fmla="*/ 30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54">
                    <a:moveTo>
                      <a:pt x="0" y="32"/>
                    </a:moveTo>
                    <a:cubicBezTo>
                      <a:pt x="0" y="35"/>
                      <a:pt x="0" y="37"/>
                      <a:pt x="0" y="39"/>
                    </a:cubicBezTo>
                    <a:cubicBezTo>
                      <a:pt x="7" y="48"/>
                      <a:pt x="17" y="54"/>
                      <a:pt x="29" y="54"/>
                    </a:cubicBezTo>
                    <a:cubicBezTo>
                      <a:pt x="48" y="54"/>
                      <a:pt x="64" y="40"/>
                      <a:pt x="64" y="22"/>
                    </a:cubicBezTo>
                    <a:cubicBezTo>
                      <a:pt x="64" y="19"/>
                      <a:pt x="64" y="17"/>
                      <a:pt x="63" y="14"/>
                    </a:cubicBezTo>
                    <a:cubicBezTo>
                      <a:pt x="57" y="6"/>
                      <a:pt x="46" y="0"/>
                      <a:pt x="34" y="0"/>
                    </a:cubicBezTo>
                    <a:cubicBezTo>
                      <a:pt x="15" y="0"/>
                      <a:pt x="0" y="14"/>
                      <a:pt x="0" y="32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" name="Oval 1513">
                <a:extLst>
                  <a:ext uri="{FF2B5EF4-FFF2-40B4-BE49-F238E27FC236}">
                    <a16:creationId xmlns:a16="http://schemas.microsoft.com/office/drawing/2014/main" id="{39D0631E-A094-4F56-B776-B38B7E34A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3" y="3192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73" name="Oval 1514">
                <a:extLst>
                  <a:ext uri="{FF2B5EF4-FFF2-40B4-BE49-F238E27FC236}">
                    <a16:creationId xmlns:a16="http://schemas.microsoft.com/office/drawing/2014/main" id="{5C60CC72-80C9-4D85-A8CF-14D609270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3187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74" name="Freeform 1515">
                <a:extLst>
                  <a:ext uri="{FF2B5EF4-FFF2-40B4-BE49-F238E27FC236}">
                    <a16:creationId xmlns:a16="http://schemas.microsoft.com/office/drawing/2014/main" id="{DB51DCB5-990E-41F5-961E-79996FAA3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233"/>
                <a:ext cx="74" cy="55"/>
              </a:xfrm>
              <a:custGeom>
                <a:avLst/>
                <a:gdLst>
                  <a:gd name="T0" fmla="*/ 457 w 47"/>
                  <a:gd name="T1" fmla="*/ 0 h 35"/>
                  <a:gd name="T2" fmla="*/ 0 w 47"/>
                  <a:gd name="T3" fmla="*/ 250 h 35"/>
                  <a:gd name="T4" fmla="*/ 457 w 47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5">
                    <a:moveTo>
                      <a:pt x="47" y="0"/>
                    </a:moveTo>
                    <a:cubicBezTo>
                      <a:pt x="39" y="30"/>
                      <a:pt x="16" y="35"/>
                      <a:pt x="0" y="26"/>
                    </a:cubicBezTo>
                    <a:cubicBezTo>
                      <a:pt x="12" y="25"/>
                      <a:pt x="34" y="21"/>
                      <a:pt x="47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" name="Freeform 1516">
                <a:extLst>
                  <a:ext uri="{FF2B5EF4-FFF2-40B4-BE49-F238E27FC236}">
                    <a16:creationId xmlns:a16="http://schemas.microsoft.com/office/drawing/2014/main" id="{FADCCE50-F2E2-40EF-9105-E667C3084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880"/>
                <a:ext cx="339" cy="656"/>
              </a:xfrm>
              <a:custGeom>
                <a:avLst/>
                <a:gdLst>
                  <a:gd name="T0" fmla="*/ 1057 w 214"/>
                  <a:gd name="T1" fmla="*/ 35 h 415"/>
                  <a:gd name="T2" fmla="*/ 271 w 214"/>
                  <a:gd name="T3" fmla="*/ 558 h 415"/>
                  <a:gd name="T4" fmla="*/ 120 w 214"/>
                  <a:gd name="T5" fmla="*/ 1450 h 415"/>
                  <a:gd name="T6" fmla="*/ 150 w 214"/>
                  <a:gd name="T7" fmla="*/ 2784 h 415"/>
                  <a:gd name="T8" fmla="*/ 271 w 214"/>
                  <a:gd name="T9" fmla="*/ 3925 h 415"/>
                  <a:gd name="T10" fmla="*/ 1198 w 214"/>
                  <a:gd name="T11" fmla="*/ 4028 h 415"/>
                  <a:gd name="T12" fmla="*/ 1864 w 214"/>
                  <a:gd name="T13" fmla="*/ 3773 h 415"/>
                  <a:gd name="T14" fmla="*/ 1975 w 214"/>
                  <a:gd name="T15" fmla="*/ 2434 h 415"/>
                  <a:gd name="T16" fmla="*/ 2067 w 214"/>
                  <a:gd name="T17" fmla="*/ 1380 h 415"/>
                  <a:gd name="T18" fmla="*/ 1573 w 214"/>
                  <a:gd name="T19" fmla="*/ 474 h 415"/>
                  <a:gd name="T20" fmla="*/ 1057 w 214"/>
                  <a:gd name="T21" fmla="*/ 35 h 4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4" h="415">
                    <a:moveTo>
                      <a:pt x="106" y="4"/>
                    </a:moveTo>
                    <a:cubicBezTo>
                      <a:pt x="74" y="10"/>
                      <a:pt x="40" y="39"/>
                      <a:pt x="27" y="56"/>
                    </a:cubicBezTo>
                    <a:cubicBezTo>
                      <a:pt x="14" y="74"/>
                      <a:pt x="11" y="106"/>
                      <a:pt x="12" y="147"/>
                    </a:cubicBezTo>
                    <a:cubicBezTo>
                      <a:pt x="13" y="187"/>
                      <a:pt x="15" y="231"/>
                      <a:pt x="15" y="282"/>
                    </a:cubicBezTo>
                    <a:cubicBezTo>
                      <a:pt x="15" y="333"/>
                      <a:pt x="0" y="394"/>
                      <a:pt x="27" y="398"/>
                    </a:cubicBezTo>
                    <a:cubicBezTo>
                      <a:pt x="55" y="403"/>
                      <a:pt x="80" y="401"/>
                      <a:pt x="120" y="408"/>
                    </a:cubicBezTo>
                    <a:cubicBezTo>
                      <a:pt x="161" y="415"/>
                      <a:pt x="182" y="401"/>
                      <a:pt x="187" y="382"/>
                    </a:cubicBezTo>
                    <a:cubicBezTo>
                      <a:pt x="192" y="363"/>
                      <a:pt x="191" y="303"/>
                      <a:pt x="198" y="247"/>
                    </a:cubicBezTo>
                    <a:cubicBezTo>
                      <a:pt x="205" y="191"/>
                      <a:pt x="214" y="173"/>
                      <a:pt x="207" y="140"/>
                    </a:cubicBezTo>
                    <a:cubicBezTo>
                      <a:pt x="200" y="106"/>
                      <a:pt x="183" y="83"/>
                      <a:pt x="158" y="48"/>
                    </a:cubicBezTo>
                    <a:cubicBezTo>
                      <a:pt x="133" y="13"/>
                      <a:pt x="117" y="0"/>
                      <a:pt x="10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" name="Freeform 1517">
                <a:extLst>
                  <a:ext uri="{FF2B5EF4-FFF2-40B4-BE49-F238E27FC236}">
                    <a16:creationId xmlns:a16="http://schemas.microsoft.com/office/drawing/2014/main" id="{116C68E1-B749-45B3-9498-87F114F2F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3015"/>
                <a:ext cx="337" cy="545"/>
              </a:xfrm>
              <a:custGeom>
                <a:avLst/>
                <a:gdLst>
                  <a:gd name="T0" fmla="*/ 1655 w 213"/>
                  <a:gd name="T1" fmla="*/ 13 h 345"/>
                  <a:gd name="T2" fmla="*/ 851 w 213"/>
                  <a:gd name="T3" fmla="*/ 504 h 345"/>
                  <a:gd name="T4" fmla="*/ 356 w 213"/>
                  <a:gd name="T5" fmla="*/ 1355 h 345"/>
                  <a:gd name="T6" fmla="*/ 185 w 213"/>
                  <a:gd name="T7" fmla="*/ 2630 h 345"/>
                  <a:gd name="T8" fmla="*/ 326 w 213"/>
                  <a:gd name="T9" fmla="*/ 3311 h 345"/>
                  <a:gd name="T10" fmla="*/ 1570 w 213"/>
                  <a:gd name="T11" fmla="*/ 3156 h 345"/>
                  <a:gd name="T12" fmla="*/ 2033 w 213"/>
                  <a:gd name="T13" fmla="*/ 2763 h 345"/>
                  <a:gd name="T14" fmla="*/ 2081 w 213"/>
                  <a:gd name="T15" fmla="*/ 1515 h 345"/>
                  <a:gd name="T16" fmla="*/ 1938 w 213"/>
                  <a:gd name="T17" fmla="*/ 257 h 345"/>
                  <a:gd name="T18" fmla="*/ 1655 w 213"/>
                  <a:gd name="T19" fmla="*/ 13 h 3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345">
                    <a:moveTo>
                      <a:pt x="167" y="1"/>
                    </a:moveTo>
                    <a:cubicBezTo>
                      <a:pt x="142" y="5"/>
                      <a:pt x="119" y="25"/>
                      <a:pt x="86" y="51"/>
                    </a:cubicBezTo>
                    <a:cubicBezTo>
                      <a:pt x="54" y="77"/>
                      <a:pt x="41" y="85"/>
                      <a:pt x="36" y="138"/>
                    </a:cubicBezTo>
                    <a:cubicBezTo>
                      <a:pt x="31" y="190"/>
                      <a:pt x="32" y="217"/>
                      <a:pt x="19" y="267"/>
                    </a:cubicBezTo>
                    <a:cubicBezTo>
                      <a:pt x="7" y="313"/>
                      <a:pt x="0" y="345"/>
                      <a:pt x="33" y="337"/>
                    </a:cubicBezTo>
                    <a:cubicBezTo>
                      <a:pt x="67" y="328"/>
                      <a:pt x="117" y="328"/>
                      <a:pt x="158" y="321"/>
                    </a:cubicBezTo>
                    <a:cubicBezTo>
                      <a:pt x="198" y="313"/>
                      <a:pt x="200" y="307"/>
                      <a:pt x="205" y="281"/>
                    </a:cubicBezTo>
                    <a:cubicBezTo>
                      <a:pt x="210" y="255"/>
                      <a:pt x="208" y="217"/>
                      <a:pt x="210" y="154"/>
                    </a:cubicBezTo>
                    <a:cubicBezTo>
                      <a:pt x="213" y="91"/>
                      <a:pt x="206" y="48"/>
                      <a:pt x="195" y="26"/>
                    </a:cubicBezTo>
                    <a:cubicBezTo>
                      <a:pt x="187" y="11"/>
                      <a:pt x="179" y="0"/>
                      <a:pt x="167" y="1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" name="Freeform 1518">
                <a:extLst>
                  <a:ext uri="{FF2B5EF4-FFF2-40B4-BE49-F238E27FC236}">
                    <a16:creationId xmlns:a16="http://schemas.microsoft.com/office/drawing/2014/main" id="{F606AC95-65AD-4143-8C0D-016EB451B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065"/>
                <a:ext cx="301" cy="477"/>
              </a:xfrm>
              <a:custGeom>
                <a:avLst/>
                <a:gdLst>
                  <a:gd name="T0" fmla="*/ 0 w 190"/>
                  <a:gd name="T1" fmla="*/ 2821 h 302"/>
                  <a:gd name="T2" fmla="*/ 1057 w 190"/>
                  <a:gd name="T3" fmla="*/ 2761 h 302"/>
                  <a:gd name="T4" fmla="*/ 1641 w 190"/>
                  <a:gd name="T5" fmla="*/ 2652 h 302"/>
                  <a:gd name="T6" fmla="*/ 1812 w 190"/>
                  <a:gd name="T7" fmla="*/ 2320 h 302"/>
                  <a:gd name="T8" fmla="*/ 1790 w 190"/>
                  <a:gd name="T9" fmla="*/ 1287 h 302"/>
                  <a:gd name="T10" fmla="*/ 1594 w 190"/>
                  <a:gd name="T11" fmla="*/ 0 h 302"/>
                  <a:gd name="T12" fmla="*/ 1641 w 190"/>
                  <a:gd name="T13" fmla="*/ 599 h 302"/>
                  <a:gd name="T14" fmla="*/ 1435 w 190"/>
                  <a:gd name="T15" fmla="*/ 1088 h 302"/>
                  <a:gd name="T16" fmla="*/ 1367 w 190"/>
                  <a:gd name="T17" fmla="*/ 1946 h 302"/>
                  <a:gd name="T18" fmla="*/ 1096 w 190"/>
                  <a:gd name="T19" fmla="*/ 2093 h 302"/>
                  <a:gd name="T20" fmla="*/ 906 w 190"/>
                  <a:gd name="T21" fmla="*/ 2360 h 302"/>
                  <a:gd name="T22" fmla="*/ 444 w 190"/>
                  <a:gd name="T23" fmla="*/ 2750 h 302"/>
                  <a:gd name="T24" fmla="*/ 63 w 190"/>
                  <a:gd name="T25" fmla="*/ 2864 h 3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0" h="302">
                    <a:moveTo>
                      <a:pt x="0" y="287"/>
                    </a:moveTo>
                    <a:cubicBezTo>
                      <a:pt x="3" y="302"/>
                      <a:pt x="91" y="284"/>
                      <a:pt x="106" y="281"/>
                    </a:cubicBezTo>
                    <a:cubicBezTo>
                      <a:pt x="123" y="278"/>
                      <a:pt x="149" y="279"/>
                      <a:pt x="165" y="270"/>
                    </a:cubicBezTo>
                    <a:cubicBezTo>
                      <a:pt x="178" y="264"/>
                      <a:pt x="180" y="250"/>
                      <a:pt x="182" y="236"/>
                    </a:cubicBezTo>
                    <a:cubicBezTo>
                      <a:pt x="187" y="202"/>
                      <a:pt x="180" y="166"/>
                      <a:pt x="179" y="131"/>
                    </a:cubicBezTo>
                    <a:cubicBezTo>
                      <a:pt x="178" y="91"/>
                      <a:pt x="190" y="31"/>
                      <a:pt x="160" y="0"/>
                    </a:cubicBezTo>
                    <a:cubicBezTo>
                      <a:pt x="158" y="20"/>
                      <a:pt x="166" y="41"/>
                      <a:pt x="165" y="61"/>
                    </a:cubicBezTo>
                    <a:cubicBezTo>
                      <a:pt x="164" y="83"/>
                      <a:pt x="157" y="94"/>
                      <a:pt x="144" y="111"/>
                    </a:cubicBezTo>
                    <a:cubicBezTo>
                      <a:pt x="123" y="139"/>
                      <a:pt x="156" y="172"/>
                      <a:pt x="137" y="198"/>
                    </a:cubicBezTo>
                    <a:cubicBezTo>
                      <a:pt x="132" y="206"/>
                      <a:pt x="118" y="209"/>
                      <a:pt x="110" y="213"/>
                    </a:cubicBezTo>
                    <a:cubicBezTo>
                      <a:pt x="91" y="221"/>
                      <a:pt x="97" y="224"/>
                      <a:pt x="91" y="240"/>
                    </a:cubicBezTo>
                    <a:cubicBezTo>
                      <a:pt x="84" y="256"/>
                      <a:pt x="59" y="270"/>
                      <a:pt x="45" y="280"/>
                    </a:cubicBezTo>
                    <a:cubicBezTo>
                      <a:pt x="36" y="287"/>
                      <a:pt x="18" y="299"/>
                      <a:pt x="6" y="291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" name="Freeform 1519">
                <a:extLst>
                  <a:ext uri="{FF2B5EF4-FFF2-40B4-BE49-F238E27FC236}">
                    <a16:creationId xmlns:a16="http://schemas.microsoft.com/office/drawing/2014/main" id="{C697F56D-81A2-48AB-9C54-6D83F6B01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3038"/>
                <a:ext cx="198" cy="370"/>
              </a:xfrm>
              <a:custGeom>
                <a:avLst/>
                <a:gdLst>
                  <a:gd name="T0" fmla="*/ 1247 w 125"/>
                  <a:gd name="T1" fmla="*/ 0 h 234"/>
                  <a:gd name="T2" fmla="*/ 559 w 125"/>
                  <a:gd name="T3" fmla="*/ 474 h 234"/>
                  <a:gd name="T4" fmla="*/ 184 w 125"/>
                  <a:gd name="T5" fmla="*/ 838 h 234"/>
                  <a:gd name="T6" fmla="*/ 87 w 125"/>
                  <a:gd name="T7" fmla="*/ 1515 h 234"/>
                  <a:gd name="T8" fmla="*/ 0 w 125"/>
                  <a:gd name="T9" fmla="*/ 2313 h 234"/>
                  <a:gd name="T10" fmla="*/ 238 w 125"/>
                  <a:gd name="T11" fmla="*/ 1829 h 234"/>
                  <a:gd name="T12" fmla="*/ 409 w 125"/>
                  <a:gd name="T13" fmla="*/ 1157 h 234"/>
                  <a:gd name="T14" fmla="*/ 871 w 125"/>
                  <a:gd name="T15" fmla="*/ 783 h 234"/>
                  <a:gd name="T16" fmla="*/ 1247 w 125"/>
                  <a:gd name="T17" fmla="*/ 35 h 2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234">
                    <a:moveTo>
                      <a:pt x="125" y="0"/>
                    </a:moveTo>
                    <a:cubicBezTo>
                      <a:pt x="103" y="4"/>
                      <a:pt x="72" y="34"/>
                      <a:pt x="56" y="48"/>
                    </a:cubicBezTo>
                    <a:cubicBezTo>
                      <a:pt x="43" y="59"/>
                      <a:pt x="25" y="68"/>
                      <a:pt x="18" y="85"/>
                    </a:cubicBezTo>
                    <a:cubicBezTo>
                      <a:pt x="10" y="105"/>
                      <a:pt x="11" y="132"/>
                      <a:pt x="9" y="153"/>
                    </a:cubicBezTo>
                    <a:cubicBezTo>
                      <a:pt x="6" y="180"/>
                      <a:pt x="6" y="207"/>
                      <a:pt x="0" y="234"/>
                    </a:cubicBezTo>
                    <a:cubicBezTo>
                      <a:pt x="9" y="218"/>
                      <a:pt x="17" y="202"/>
                      <a:pt x="24" y="185"/>
                    </a:cubicBezTo>
                    <a:cubicBezTo>
                      <a:pt x="33" y="163"/>
                      <a:pt x="32" y="138"/>
                      <a:pt x="41" y="117"/>
                    </a:cubicBezTo>
                    <a:cubicBezTo>
                      <a:pt x="50" y="95"/>
                      <a:pt x="69" y="92"/>
                      <a:pt x="87" y="79"/>
                    </a:cubicBezTo>
                    <a:cubicBezTo>
                      <a:pt x="106" y="66"/>
                      <a:pt x="109" y="17"/>
                      <a:pt x="125" y="4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" name="Freeform 1520">
                <a:extLst>
                  <a:ext uri="{FF2B5EF4-FFF2-40B4-BE49-F238E27FC236}">
                    <a16:creationId xmlns:a16="http://schemas.microsoft.com/office/drawing/2014/main" id="{F62C1FB4-E390-4215-88DD-354B693BB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3127"/>
                <a:ext cx="56" cy="104"/>
              </a:xfrm>
              <a:custGeom>
                <a:avLst/>
                <a:gdLst>
                  <a:gd name="T0" fmla="*/ 368 w 35"/>
                  <a:gd name="T1" fmla="*/ 0 h 66"/>
                  <a:gd name="T2" fmla="*/ 107 w 35"/>
                  <a:gd name="T3" fmla="*/ 236 h 66"/>
                  <a:gd name="T4" fmla="*/ 21 w 35"/>
                  <a:gd name="T5" fmla="*/ 641 h 66"/>
                  <a:gd name="T6" fmla="*/ 336 w 35"/>
                  <a:gd name="T7" fmla="*/ 117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66">
                    <a:moveTo>
                      <a:pt x="35" y="0"/>
                    </a:moveTo>
                    <a:cubicBezTo>
                      <a:pt x="28" y="10"/>
                      <a:pt x="17" y="15"/>
                      <a:pt x="10" y="24"/>
                    </a:cubicBezTo>
                    <a:cubicBezTo>
                      <a:pt x="0" y="37"/>
                      <a:pt x="2" y="51"/>
                      <a:pt x="2" y="66"/>
                    </a:cubicBezTo>
                    <a:cubicBezTo>
                      <a:pt x="7" y="44"/>
                      <a:pt x="20" y="30"/>
                      <a:pt x="32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" name="Freeform 1521">
                <a:extLst>
                  <a:ext uri="{FF2B5EF4-FFF2-40B4-BE49-F238E27FC236}">
                    <a16:creationId xmlns:a16="http://schemas.microsoft.com/office/drawing/2014/main" id="{F6766647-C1D5-4046-B6DD-084B7D44F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133"/>
                <a:ext cx="16" cy="11"/>
              </a:xfrm>
              <a:custGeom>
                <a:avLst/>
                <a:gdLst>
                  <a:gd name="T0" fmla="*/ 0 w 10"/>
                  <a:gd name="T1" fmla="*/ 13 h 7"/>
                  <a:gd name="T2" fmla="*/ 42 w 10"/>
                  <a:gd name="T3" fmla="*/ 66 h 7"/>
                  <a:gd name="T4" fmla="*/ 107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1"/>
                    </a:moveTo>
                    <a:cubicBezTo>
                      <a:pt x="1" y="4"/>
                      <a:pt x="2" y="6"/>
                      <a:pt x="4" y="7"/>
                    </a:cubicBezTo>
                    <a:cubicBezTo>
                      <a:pt x="7" y="5"/>
                      <a:pt x="9" y="3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" name="Oval 1522">
                <a:extLst>
                  <a:ext uri="{FF2B5EF4-FFF2-40B4-BE49-F238E27FC236}">
                    <a16:creationId xmlns:a16="http://schemas.microsoft.com/office/drawing/2014/main" id="{BE62F336-7A4B-47EF-AF6C-2223CA03E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3334"/>
                <a:ext cx="133" cy="125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82" name="Oval 1523">
                <a:extLst>
                  <a:ext uri="{FF2B5EF4-FFF2-40B4-BE49-F238E27FC236}">
                    <a16:creationId xmlns:a16="http://schemas.microsoft.com/office/drawing/2014/main" id="{045FC525-784A-4FC9-8F7B-2C706604C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3305"/>
                <a:ext cx="133" cy="1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83" name="Oval 1524">
                <a:extLst>
                  <a:ext uri="{FF2B5EF4-FFF2-40B4-BE49-F238E27FC236}">
                    <a16:creationId xmlns:a16="http://schemas.microsoft.com/office/drawing/2014/main" id="{756CDDEA-79A2-4623-837D-3F285B07C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3321"/>
                <a:ext cx="134" cy="125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84" name="Freeform 1525">
                <a:extLst>
                  <a:ext uri="{FF2B5EF4-FFF2-40B4-BE49-F238E27FC236}">
                    <a16:creationId xmlns:a16="http://schemas.microsoft.com/office/drawing/2014/main" id="{94CF3ACC-2C88-43AC-A423-B3FA3A2DB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351"/>
                <a:ext cx="103" cy="85"/>
              </a:xfrm>
              <a:custGeom>
                <a:avLst/>
                <a:gdLst>
                  <a:gd name="T0" fmla="*/ 0 w 65"/>
                  <a:gd name="T1" fmla="*/ 307 h 54"/>
                  <a:gd name="T2" fmla="*/ 13 w 65"/>
                  <a:gd name="T3" fmla="*/ 387 h 54"/>
                  <a:gd name="T4" fmla="*/ 301 w 65"/>
                  <a:gd name="T5" fmla="*/ 523 h 54"/>
                  <a:gd name="T6" fmla="*/ 648 w 65"/>
                  <a:gd name="T7" fmla="*/ 216 h 54"/>
                  <a:gd name="T8" fmla="*/ 637 w 65"/>
                  <a:gd name="T9" fmla="*/ 148 h 54"/>
                  <a:gd name="T10" fmla="*/ 347 w 65"/>
                  <a:gd name="T11" fmla="*/ 0 h 54"/>
                  <a:gd name="T12" fmla="*/ 0 w 65"/>
                  <a:gd name="T13" fmla="*/ 30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54">
                    <a:moveTo>
                      <a:pt x="0" y="32"/>
                    </a:moveTo>
                    <a:cubicBezTo>
                      <a:pt x="0" y="35"/>
                      <a:pt x="1" y="37"/>
                      <a:pt x="1" y="40"/>
                    </a:cubicBezTo>
                    <a:cubicBezTo>
                      <a:pt x="7" y="48"/>
                      <a:pt x="18" y="54"/>
                      <a:pt x="30" y="54"/>
                    </a:cubicBezTo>
                    <a:cubicBezTo>
                      <a:pt x="49" y="54"/>
                      <a:pt x="65" y="40"/>
                      <a:pt x="65" y="22"/>
                    </a:cubicBezTo>
                    <a:cubicBezTo>
                      <a:pt x="65" y="19"/>
                      <a:pt x="64" y="17"/>
                      <a:pt x="64" y="15"/>
                    </a:cubicBezTo>
                    <a:cubicBezTo>
                      <a:pt x="58" y="6"/>
                      <a:pt x="47" y="0"/>
                      <a:pt x="35" y="0"/>
                    </a:cubicBezTo>
                    <a:cubicBezTo>
                      <a:pt x="16" y="0"/>
                      <a:pt x="0" y="14"/>
                      <a:pt x="0" y="32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" name="Oval 1526">
                <a:extLst>
                  <a:ext uri="{FF2B5EF4-FFF2-40B4-BE49-F238E27FC236}">
                    <a16:creationId xmlns:a16="http://schemas.microsoft.com/office/drawing/2014/main" id="{3D3F26BD-3DFD-4CFA-922C-D6C955FFD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3350"/>
                <a:ext cx="28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86" name="Oval 1527">
                <a:extLst>
                  <a:ext uri="{FF2B5EF4-FFF2-40B4-BE49-F238E27FC236}">
                    <a16:creationId xmlns:a16="http://schemas.microsoft.com/office/drawing/2014/main" id="{AC8C6C05-9BD5-4204-84ED-2B936BDDB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3345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87" name="Freeform 1528">
                <a:extLst>
                  <a:ext uri="{FF2B5EF4-FFF2-40B4-BE49-F238E27FC236}">
                    <a16:creationId xmlns:a16="http://schemas.microsoft.com/office/drawing/2014/main" id="{65695498-3C53-4B9F-A778-17D8E62EB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3391"/>
                <a:ext cx="75" cy="55"/>
              </a:xfrm>
              <a:custGeom>
                <a:avLst/>
                <a:gdLst>
                  <a:gd name="T0" fmla="*/ 487 w 47"/>
                  <a:gd name="T1" fmla="*/ 0 h 35"/>
                  <a:gd name="T2" fmla="*/ 0 w 47"/>
                  <a:gd name="T3" fmla="*/ 250 h 35"/>
                  <a:gd name="T4" fmla="*/ 487 w 47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5">
                    <a:moveTo>
                      <a:pt x="47" y="0"/>
                    </a:moveTo>
                    <a:cubicBezTo>
                      <a:pt x="40" y="30"/>
                      <a:pt x="17" y="35"/>
                      <a:pt x="0" y="26"/>
                    </a:cubicBezTo>
                    <a:cubicBezTo>
                      <a:pt x="12" y="25"/>
                      <a:pt x="35" y="21"/>
                      <a:pt x="47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" name="Freeform 1529">
                <a:extLst>
                  <a:ext uri="{FF2B5EF4-FFF2-40B4-BE49-F238E27FC236}">
                    <a16:creationId xmlns:a16="http://schemas.microsoft.com/office/drawing/2014/main" id="{2918F767-9453-41D1-B94D-E7C8AABE1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3015"/>
                <a:ext cx="337" cy="545"/>
              </a:xfrm>
              <a:custGeom>
                <a:avLst/>
                <a:gdLst>
                  <a:gd name="T0" fmla="*/ 1655 w 213"/>
                  <a:gd name="T1" fmla="*/ 13 h 345"/>
                  <a:gd name="T2" fmla="*/ 851 w 213"/>
                  <a:gd name="T3" fmla="*/ 504 h 345"/>
                  <a:gd name="T4" fmla="*/ 356 w 213"/>
                  <a:gd name="T5" fmla="*/ 1355 h 345"/>
                  <a:gd name="T6" fmla="*/ 185 w 213"/>
                  <a:gd name="T7" fmla="*/ 2630 h 345"/>
                  <a:gd name="T8" fmla="*/ 326 w 213"/>
                  <a:gd name="T9" fmla="*/ 3311 h 345"/>
                  <a:gd name="T10" fmla="*/ 1570 w 213"/>
                  <a:gd name="T11" fmla="*/ 3156 h 345"/>
                  <a:gd name="T12" fmla="*/ 2033 w 213"/>
                  <a:gd name="T13" fmla="*/ 2763 h 345"/>
                  <a:gd name="T14" fmla="*/ 2081 w 213"/>
                  <a:gd name="T15" fmla="*/ 1515 h 345"/>
                  <a:gd name="T16" fmla="*/ 1938 w 213"/>
                  <a:gd name="T17" fmla="*/ 257 h 345"/>
                  <a:gd name="T18" fmla="*/ 1655 w 213"/>
                  <a:gd name="T19" fmla="*/ 13 h 3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345">
                    <a:moveTo>
                      <a:pt x="167" y="1"/>
                    </a:moveTo>
                    <a:cubicBezTo>
                      <a:pt x="142" y="5"/>
                      <a:pt x="119" y="25"/>
                      <a:pt x="86" y="51"/>
                    </a:cubicBezTo>
                    <a:cubicBezTo>
                      <a:pt x="54" y="77"/>
                      <a:pt x="41" y="85"/>
                      <a:pt x="36" y="138"/>
                    </a:cubicBezTo>
                    <a:cubicBezTo>
                      <a:pt x="31" y="190"/>
                      <a:pt x="32" y="217"/>
                      <a:pt x="19" y="267"/>
                    </a:cubicBezTo>
                    <a:cubicBezTo>
                      <a:pt x="7" y="313"/>
                      <a:pt x="0" y="345"/>
                      <a:pt x="33" y="337"/>
                    </a:cubicBezTo>
                    <a:cubicBezTo>
                      <a:pt x="67" y="328"/>
                      <a:pt x="117" y="328"/>
                      <a:pt x="158" y="321"/>
                    </a:cubicBezTo>
                    <a:cubicBezTo>
                      <a:pt x="198" y="313"/>
                      <a:pt x="200" y="307"/>
                      <a:pt x="205" y="281"/>
                    </a:cubicBezTo>
                    <a:cubicBezTo>
                      <a:pt x="210" y="255"/>
                      <a:pt x="208" y="217"/>
                      <a:pt x="210" y="154"/>
                    </a:cubicBezTo>
                    <a:cubicBezTo>
                      <a:pt x="213" y="91"/>
                      <a:pt x="206" y="48"/>
                      <a:pt x="195" y="26"/>
                    </a:cubicBezTo>
                    <a:cubicBezTo>
                      <a:pt x="187" y="11"/>
                      <a:pt x="179" y="0"/>
                      <a:pt x="16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" name="Freeform 1530">
                <a:extLst>
                  <a:ext uri="{FF2B5EF4-FFF2-40B4-BE49-F238E27FC236}">
                    <a16:creationId xmlns:a16="http://schemas.microsoft.com/office/drawing/2014/main" id="{EE394B06-E404-4E92-A72C-1219D525E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3103"/>
                <a:ext cx="285" cy="425"/>
              </a:xfrm>
              <a:custGeom>
                <a:avLst/>
                <a:gdLst>
                  <a:gd name="T0" fmla="*/ 491 w 180"/>
                  <a:gd name="T1" fmla="*/ 0 h 269"/>
                  <a:gd name="T2" fmla="*/ 1346 w 180"/>
                  <a:gd name="T3" fmla="*/ 130 h 269"/>
                  <a:gd name="T4" fmla="*/ 1758 w 180"/>
                  <a:gd name="T5" fmla="*/ 762 h 269"/>
                  <a:gd name="T6" fmla="*/ 1634 w 180"/>
                  <a:gd name="T7" fmla="*/ 2070 h 269"/>
                  <a:gd name="T8" fmla="*/ 1401 w 180"/>
                  <a:gd name="T9" fmla="*/ 2618 h 269"/>
                  <a:gd name="T10" fmla="*/ 358 w 180"/>
                  <a:gd name="T11" fmla="*/ 2591 h 269"/>
                  <a:gd name="T12" fmla="*/ 100 w 180"/>
                  <a:gd name="T13" fmla="*/ 1912 h 269"/>
                  <a:gd name="T14" fmla="*/ 87 w 180"/>
                  <a:gd name="T15" fmla="*/ 408 h 269"/>
                  <a:gd name="T16" fmla="*/ 491 w 180"/>
                  <a:gd name="T17" fmla="*/ 0 h 2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0" h="269">
                    <a:moveTo>
                      <a:pt x="49" y="0"/>
                    </a:moveTo>
                    <a:cubicBezTo>
                      <a:pt x="85" y="1"/>
                      <a:pt x="110" y="5"/>
                      <a:pt x="135" y="13"/>
                    </a:cubicBezTo>
                    <a:cubicBezTo>
                      <a:pt x="160" y="21"/>
                      <a:pt x="180" y="37"/>
                      <a:pt x="177" y="77"/>
                    </a:cubicBezTo>
                    <a:cubicBezTo>
                      <a:pt x="173" y="118"/>
                      <a:pt x="170" y="174"/>
                      <a:pt x="164" y="210"/>
                    </a:cubicBezTo>
                    <a:cubicBezTo>
                      <a:pt x="158" y="246"/>
                      <a:pt x="155" y="264"/>
                      <a:pt x="141" y="266"/>
                    </a:cubicBezTo>
                    <a:cubicBezTo>
                      <a:pt x="126" y="269"/>
                      <a:pt x="72" y="268"/>
                      <a:pt x="36" y="263"/>
                    </a:cubicBezTo>
                    <a:cubicBezTo>
                      <a:pt x="0" y="259"/>
                      <a:pt x="11" y="234"/>
                      <a:pt x="10" y="194"/>
                    </a:cubicBezTo>
                    <a:cubicBezTo>
                      <a:pt x="9" y="155"/>
                      <a:pt x="5" y="79"/>
                      <a:pt x="9" y="41"/>
                    </a:cubicBezTo>
                    <a:cubicBezTo>
                      <a:pt x="12" y="0"/>
                      <a:pt x="26" y="1"/>
                      <a:pt x="49" y="0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" name="Freeform 1531">
                <a:extLst>
                  <a:ext uri="{FF2B5EF4-FFF2-40B4-BE49-F238E27FC236}">
                    <a16:creationId xmlns:a16="http://schemas.microsoft.com/office/drawing/2014/main" id="{3D22390D-D6E5-40B7-A038-95A39BEAB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3152"/>
                <a:ext cx="252" cy="363"/>
              </a:xfrm>
              <a:custGeom>
                <a:avLst/>
                <a:gdLst>
                  <a:gd name="T0" fmla="*/ 33 w 159"/>
                  <a:gd name="T1" fmla="*/ 2068 h 230"/>
                  <a:gd name="T2" fmla="*/ 859 w 159"/>
                  <a:gd name="T3" fmla="*/ 2232 h 230"/>
                  <a:gd name="T4" fmla="*/ 1339 w 159"/>
                  <a:gd name="T5" fmla="*/ 1935 h 230"/>
                  <a:gd name="T6" fmla="*/ 1469 w 159"/>
                  <a:gd name="T7" fmla="*/ 862 h 230"/>
                  <a:gd name="T8" fmla="*/ 1349 w 159"/>
                  <a:gd name="T9" fmla="*/ 0 h 230"/>
                  <a:gd name="T10" fmla="*/ 1388 w 159"/>
                  <a:gd name="T11" fmla="*/ 611 h 230"/>
                  <a:gd name="T12" fmla="*/ 1048 w 159"/>
                  <a:gd name="T13" fmla="*/ 979 h 230"/>
                  <a:gd name="T14" fmla="*/ 979 w 159"/>
                  <a:gd name="T15" fmla="*/ 1236 h 230"/>
                  <a:gd name="T16" fmla="*/ 701 w 159"/>
                  <a:gd name="T17" fmla="*/ 1353 h 230"/>
                  <a:gd name="T18" fmla="*/ 409 w 159"/>
                  <a:gd name="T19" fmla="*/ 1340 h 230"/>
                  <a:gd name="T20" fmla="*/ 374 w 159"/>
                  <a:gd name="T21" fmla="*/ 1831 h 230"/>
                  <a:gd name="T22" fmla="*/ 0 w 159"/>
                  <a:gd name="T23" fmla="*/ 2017 h 2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9" h="230">
                    <a:moveTo>
                      <a:pt x="3" y="211"/>
                    </a:moveTo>
                    <a:cubicBezTo>
                      <a:pt x="0" y="228"/>
                      <a:pt x="72" y="226"/>
                      <a:pt x="86" y="228"/>
                    </a:cubicBezTo>
                    <a:cubicBezTo>
                      <a:pt x="112" y="230"/>
                      <a:pt x="127" y="226"/>
                      <a:pt x="134" y="198"/>
                    </a:cubicBezTo>
                    <a:cubicBezTo>
                      <a:pt x="143" y="163"/>
                      <a:pt x="144" y="125"/>
                      <a:pt x="147" y="88"/>
                    </a:cubicBezTo>
                    <a:cubicBezTo>
                      <a:pt x="149" y="62"/>
                      <a:pt x="159" y="20"/>
                      <a:pt x="135" y="0"/>
                    </a:cubicBezTo>
                    <a:cubicBezTo>
                      <a:pt x="142" y="18"/>
                      <a:pt x="145" y="43"/>
                      <a:pt x="139" y="62"/>
                    </a:cubicBezTo>
                    <a:cubicBezTo>
                      <a:pt x="132" y="80"/>
                      <a:pt x="113" y="85"/>
                      <a:pt x="105" y="100"/>
                    </a:cubicBezTo>
                    <a:cubicBezTo>
                      <a:pt x="101" y="108"/>
                      <a:pt x="105" y="118"/>
                      <a:pt x="98" y="126"/>
                    </a:cubicBezTo>
                    <a:cubicBezTo>
                      <a:pt x="93" y="133"/>
                      <a:pt x="78" y="138"/>
                      <a:pt x="70" y="138"/>
                    </a:cubicBezTo>
                    <a:cubicBezTo>
                      <a:pt x="60" y="139"/>
                      <a:pt x="49" y="128"/>
                      <a:pt x="41" y="137"/>
                    </a:cubicBezTo>
                    <a:cubicBezTo>
                      <a:pt x="50" y="154"/>
                      <a:pt x="50" y="171"/>
                      <a:pt x="37" y="187"/>
                    </a:cubicBezTo>
                    <a:cubicBezTo>
                      <a:pt x="31" y="196"/>
                      <a:pt x="12" y="211"/>
                      <a:pt x="0" y="206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" name="Freeform 1532">
                <a:extLst>
                  <a:ext uri="{FF2B5EF4-FFF2-40B4-BE49-F238E27FC236}">
                    <a16:creationId xmlns:a16="http://schemas.microsoft.com/office/drawing/2014/main" id="{16DEDCC8-CED2-4457-8B60-2E70B94B9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3119"/>
                <a:ext cx="167" cy="267"/>
              </a:xfrm>
              <a:custGeom>
                <a:avLst/>
                <a:gdLst>
                  <a:gd name="T0" fmla="*/ 33 w 105"/>
                  <a:gd name="T1" fmla="*/ 1665 h 169"/>
                  <a:gd name="T2" fmla="*/ 21 w 105"/>
                  <a:gd name="T3" fmla="*/ 972 h 169"/>
                  <a:gd name="T4" fmla="*/ 64 w 105"/>
                  <a:gd name="T5" fmla="*/ 288 h 169"/>
                  <a:gd name="T6" fmla="*/ 415 w 105"/>
                  <a:gd name="T7" fmla="*/ 13 h 169"/>
                  <a:gd name="T8" fmla="*/ 1070 w 105"/>
                  <a:gd name="T9" fmla="*/ 87 h 169"/>
                  <a:gd name="T10" fmla="*/ 498 w 105"/>
                  <a:gd name="T11" fmla="*/ 216 h 169"/>
                  <a:gd name="T12" fmla="*/ 305 w 105"/>
                  <a:gd name="T13" fmla="*/ 624 h 169"/>
                  <a:gd name="T14" fmla="*/ 102 w 105"/>
                  <a:gd name="T15" fmla="*/ 836 h 169"/>
                  <a:gd name="T16" fmla="*/ 52 w 105"/>
                  <a:gd name="T17" fmla="*/ 1084 h 1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169">
                    <a:moveTo>
                      <a:pt x="3" y="169"/>
                    </a:moveTo>
                    <a:cubicBezTo>
                      <a:pt x="0" y="145"/>
                      <a:pt x="2" y="122"/>
                      <a:pt x="2" y="99"/>
                    </a:cubicBezTo>
                    <a:cubicBezTo>
                      <a:pt x="1" y="75"/>
                      <a:pt x="2" y="53"/>
                      <a:pt x="6" y="29"/>
                    </a:cubicBezTo>
                    <a:cubicBezTo>
                      <a:pt x="10" y="8"/>
                      <a:pt x="17" y="0"/>
                      <a:pt x="41" y="1"/>
                    </a:cubicBezTo>
                    <a:cubicBezTo>
                      <a:pt x="60" y="2"/>
                      <a:pt x="88" y="2"/>
                      <a:pt x="105" y="9"/>
                    </a:cubicBezTo>
                    <a:cubicBezTo>
                      <a:pt x="91" y="21"/>
                      <a:pt x="65" y="3"/>
                      <a:pt x="49" y="22"/>
                    </a:cubicBezTo>
                    <a:cubicBezTo>
                      <a:pt x="40" y="34"/>
                      <a:pt x="43" y="52"/>
                      <a:pt x="30" y="63"/>
                    </a:cubicBezTo>
                    <a:cubicBezTo>
                      <a:pt x="20" y="71"/>
                      <a:pt x="14" y="72"/>
                      <a:pt x="10" y="85"/>
                    </a:cubicBezTo>
                    <a:cubicBezTo>
                      <a:pt x="7" y="94"/>
                      <a:pt x="9" y="103"/>
                      <a:pt x="5" y="110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" name="Freeform 1533">
                <a:extLst>
                  <a:ext uri="{FF2B5EF4-FFF2-40B4-BE49-F238E27FC236}">
                    <a16:creationId xmlns:a16="http://schemas.microsoft.com/office/drawing/2014/main" id="{0A08CA1E-0D83-4F5E-B72A-C40BB992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3133"/>
                <a:ext cx="43" cy="63"/>
              </a:xfrm>
              <a:custGeom>
                <a:avLst/>
                <a:gdLst>
                  <a:gd name="T0" fmla="*/ 154 w 27"/>
                  <a:gd name="T1" fmla="*/ 0 h 40"/>
                  <a:gd name="T2" fmla="*/ 40 w 27"/>
                  <a:gd name="T3" fmla="*/ 387 h 40"/>
                  <a:gd name="T4" fmla="*/ 274 w 27"/>
                  <a:gd name="T5" fmla="*/ 32 h 40"/>
                  <a:gd name="T6" fmla="*/ 245 w 27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0">
                    <a:moveTo>
                      <a:pt x="15" y="0"/>
                    </a:moveTo>
                    <a:cubicBezTo>
                      <a:pt x="4" y="5"/>
                      <a:pt x="0" y="31"/>
                      <a:pt x="4" y="40"/>
                    </a:cubicBezTo>
                    <a:cubicBezTo>
                      <a:pt x="16" y="30"/>
                      <a:pt x="7" y="9"/>
                      <a:pt x="27" y="3"/>
                    </a:cubicBezTo>
                    <a:cubicBezTo>
                      <a:pt x="27" y="1"/>
                      <a:pt x="25" y="1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" name="Freeform 1534">
                <a:extLst>
                  <a:ext uri="{FF2B5EF4-FFF2-40B4-BE49-F238E27FC236}">
                    <a16:creationId xmlns:a16="http://schemas.microsoft.com/office/drawing/2014/main" id="{BCECCFB9-BC30-475F-A027-4EEABE32D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3154"/>
                <a:ext cx="11" cy="14"/>
              </a:xfrm>
              <a:custGeom>
                <a:avLst/>
                <a:gdLst>
                  <a:gd name="T0" fmla="*/ 20 w 7"/>
                  <a:gd name="T1" fmla="*/ 12 h 9"/>
                  <a:gd name="T2" fmla="*/ 20 w 7"/>
                  <a:gd name="T3" fmla="*/ 82 h 9"/>
                  <a:gd name="T4" fmla="*/ 66 w 7"/>
                  <a:gd name="T5" fmla="*/ 30 h 9"/>
                  <a:gd name="T6" fmla="*/ 35 w 7"/>
                  <a:gd name="T7" fmla="*/ 3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2" y="1"/>
                    </a:moveTo>
                    <a:cubicBezTo>
                      <a:pt x="0" y="4"/>
                      <a:pt x="0" y="6"/>
                      <a:pt x="2" y="9"/>
                    </a:cubicBezTo>
                    <a:cubicBezTo>
                      <a:pt x="7" y="7"/>
                      <a:pt x="6" y="7"/>
                      <a:pt x="7" y="3"/>
                    </a:cubicBezTo>
                    <a:cubicBezTo>
                      <a:pt x="6" y="0"/>
                      <a:pt x="6" y="2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" name="Oval 1535">
                <a:extLst>
                  <a:ext uri="{FF2B5EF4-FFF2-40B4-BE49-F238E27FC236}">
                    <a16:creationId xmlns:a16="http://schemas.microsoft.com/office/drawing/2014/main" id="{DFB8AF64-E53D-4F1F-B69F-87C63E1A6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0" y="3291"/>
                <a:ext cx="133" cy="125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95" name="Oval 1536">
                <a:extLst>
                  <a:ext uri="{FF2B5EF4-FFF2-40B4-BE49-F238E27FC236}">
                    <a16:creationId xmlns:a16="http://schemas.microsoft.com/office/drawing/2014/main" id="{A587F637-BBDC-454B-9C8B-2C9E33C1D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3264"/>
                <a:ext cx="133" cy="1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96" name="Oval 1537">
                <a:extLst>
                  <a:ext uri="{FF2B5EF4-FFF2-40B4-BE49-F238E27FC236}">
                    <a16:creationId xmlns:a16="http://schemas.microsoft.com/office/drawing/2014/main" id="{D81B041A-D8C8-4D68-A74B-261E765F0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4" y="3280"/>
                <a:ext cx="133" cy="125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97" name="Freeform 1538">
                <a:extLst>
                  <a:ext uri="{FF2B5EF4-FFF2-40B4-BE49-F238E27FC236}">
                    <a16:creationId xmlns:a16="http://schemas.microsoft.com/office/drawing/2014/main" id="{354CB946-A788-4DC2-8A20-C3DFB8C81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3310"/>
                <a:ext cx="103" cy="85"/>
              </a:xfrm>
              <a:custGeom>
                <a:avLst/>
                <a:gdLst>
                  <a:gd name="T0" fmla="*/ 0 w 65"/>
                  <a:gd name="T1" fmla="*/ 307 h 54"/>
                  <a:gd name="T2" fmla="*/ 13 w 65"/>
                  <a:gd name="T3" fmla="*/ 375 h 54"/>
                  <a:gd name="T4" fmla="*/ 301 w 65"/>
                  <a:gd name="T5" fmla="*/ 523 h 54"/>
                  <a:gd name="T6" fmla="*/ 648 w 65"/>
                  <a:gd name="T7" fmla="*/ 216 h 54"/>
                  <a:gd name="T8" fmla="*/ 637 w 65"/>
                  <a:gd name="T9" fmla="*/ 137 h 54"/>
                  <a:gd name="T10" fmla="*/ 347 w 65"/>
                  <a:gd name="T11" fmla="*/ 0 h 54"/>
                  <a:gd name="T12" fmla="*/ 0 w 65"/>
                  <a:gd name="T13" fmla="*/ 30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54">
                    <a:moveTo>
                      <a:pt x="0" y="32"/>
                    </a:moveTo>
                    <a:cubicBezTo>
                      <a:pt x="0" y="35"/>
                      <a:pt x="1" y="37"/>
                      <a:pt x="1" y="39"/>
                    </a:cubicBezTo>
                    <a:cubicBezTo>
                      <a:pt x="7" y="48"/>
                      <a:pt x="18" y="54"/>
                      <a:pt x="30" y="54"/>
                    </a:cubicBezTo>
                    <a:cubicBezTo>
                      <a:pt x="49" y="54"/>
                      <a:pt x="65" y="39"/>
                      <a:pt x="65" y="22"/>
                    </a:cubicBezTo>
                    <a:cubicBezTo>
                      <a:pt x="65" y="19"/>
                      <a:pt x="65" y="17"/>
                      <a:pt x="64" y="14"/>
                    </a:cubicBezTo>
                    <a:cubicBezTo>
                      <a:pt x="58" y="6"/>
                      <a:pt x="47" y="0"/>
                      <a:pt x="35" y="0"/>
                    </a:cubicBezTo>
                    <a:cubicBezTo>
                      <a:pt x="16" y="0"/>
                      <a:pt x="0" y="14"/>
                      <a:pt x="0" y="32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" name="Oval 1539">
                <a:extLst>
                  <a:ext uri="{FF2B5EF4-FFF2-40B4-BE49-F238E27FC236}">
                    <a16:creationId xmlns:a16="http://schemas.microsoft.com/office/drawing/2014/main" id="{0C97D281-0E97-4E6E-B123-88A5FB37B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8" y="3308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399" name="Oval 1540">
                <a:extLst>
                  <a:ext uri="{FF2B5EF4-FFF2-40B4-BE49-F238E27FC236}">
                    <a16:creationId xmlns:a16="http://schemas.microsoft.com/office/drawing/2014/main" id="{072DC830-6AEF-4FBA-B8D2-E1D104974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8" y="3304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400" name="Freeform 1541">
                <a:extLst>
                  <a:ext uri="{FF2B5EF4-FFF2-40B4-BE49-F238E27FC236}">
                    <a16:creationId xmlns:a16="http://schemas.microsoft.com/office/drawing/2014/main" id="{0E35C9A9-FB6C-4C92-9995-AE4767325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3350"/>
                <a:ext cx="73" cy="55"/>
              </a:xfrm>
              <a:custGeom>
                <a:avLst/>
                <a:gdLst>
                  <a:gd name="T0" fmla="*/ 463 w 46"/>
                  <a:gd name="T1" fmla="*/ 0 h 35"/>
                  <a:gd name="T2" fmla="*/ 0 w 46"/>
                  <a:gd name="T3" fmla="*/ 250 h 35"/>
                  <a:gd name="T4" fmla="*/ 463 w 4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5">
                    <a:moveTo>
                      <a:pt x="46" y="0"/>
                    </a:moveTo>
                    <a:cubicBezTo>
                      <a:pt x="39" y="30"/>
                      <a:pt x="16" y="35"/>
                      <a:pt x="0" y="26"/>
                    </a:cubicBezTo>
                    <a:cubicBezTo>
                      <a:pt x="11" y="25"/>
                      <a:pt x="34" y="21"/>
                      <a:pt x="46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" name="Freeform 1542">
                <a:extLst>
                  <a:ext uri="{FF2B5EF4-FFF2-40B4-BE49-F238E27FC236}">
                    <a16:creationId xmlns:a16="http://schemas.microsoft.com/office/drawing/2014/main" id="{BC567D0F-0805-4F97-85B6-68FE3722B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3103"/>
                <a:ext cx="285" cy="425"/>
              </a:xfrm>
              <a:custGeom>
                <a:avLst/>
                <a:gdLst>
                  <a:gd name="T0" fmla="*/ 491 w 180"/>
                  <a:gd name="T1" fmla="*/ 0 h 269"/>
                  <a:gd name="T2" fmla="*/ 1346 w 180"/>
                  <a:gd name="T3" fmla="*/ 130 h 269"/>
                  <a:gd name="T4" fmla="*/ 1758 w 180"/>
                  <a:gd name="T5" fmla="*/ 762 h 269"/>
                  <a:gd name="T6" fmla="*/ 1634 w 180"/>
                  <a:gd name="T7" fmla="*/ 2070 h 269"/>
                  <a:gd name="T8" fmla="*/ 1401 w 180"/>
                  <a:gd name="T9" fmla="*/ 2618 h 269"/>
                  <a:gd name="T10" fmla="*/ 358 w 180"/>
                  <a:gd name="T11" fmla="*/ 2591 h 269"/>
                  <a:gd name="T12" fmla="*/ 100 w 180"/>
                  <a:gd name="T13" fmla="*/ 1912 h 269"/>
                  <a:gd name="T14" fmla="*/ 87 w 180"/>
                  <a:gd name="T15" fmla="*/ 408 h 269"/>
                  <a:gd name="T16" fmla="*/ 491 w 180"/>
                  <a:gd name="T17" fmla="*/ 0 h 2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0" h="269">
                    <a:moveTo>
                      <a:pt x="49" y="0"/>
                    </a:moveTo>
                    <a:cubicBezTo>
                      <a:pt x="85" y="1"/>
                      <a:pt x="110" y="5"/>
                      <a:pt x="135" y="13"/>
                    </a:cubicBezTo>
                    <a:cubicBezTo>
                      <a:pt x="160" y="21"/>
                      <a:pt x="180" y="37"/>
                      <a:pt x="177" y="77"/>
                    </a:cubicBezTo>
                    <a:cubicBezTo>
                      <a:pt x="173" y="118"/>
                      <a:pt x="170" y="174"/>
                      <a:pt x="164" y="210"/>
                    </a:cubicBezTo>
                    <a:cubicBezTo>
                      <a:pt x="158" y="246"/>
                      <a:pt x="155" y="264"/>
                      <a:pt x="141" y="266"/>
                    </a:cubicBezTo>
                    <a:cubicBezTo>
                      <a:pt x="126" y="269"/>
                      <a:pt x="72" y="268"/>
                      <a:pt x="36" y="263"/>
                    </a:cubicBezTo>
                    <a:cubicBezTo>
                      <a:pt x="0" y="259"/>
                      <a:pt x="11" y="234"/>
                      <a:pt x="10" y="194"/>
                    </a:cubicBezTo>
                    <a:cubicBezTo>
                      <a:pt x="9" y="155"/>
                      <a:pt x="5" y="79"/>
                      <a:pt x="9" y="41"/>
                    </a:cubicBezTo>
                    <a:cubicBezTo>
                      <a:pt x="12" y="0"/>
                      <a:pt x="26" y="1"/>
                      <a:pt x="49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" name="Freeform 1543">
                <a:extLst>
                  <a:ext uri="{FF2B5EF4-FFF2-40B4-BE49-F238E27FC236}">
                    <a16:creationId xmlns:a16="http://schemas.microsoft.com/office/drawing/2014/main" id="{330A4108-FB53-4C48-AE55-9BABF40EF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986"/>
                <a:ext cx="293" cy="542"/>
              </a:xfrm>
              <a:custGeom>
                <a:avLst/>
                <a:gdLst>
                  <a:gd name="T0" fmla="*/ 409 w 185"/>
                  <a:gd name="T1" fmla="*/ 68 h 343"/>
                  <a:gd name="T2" fmla="*/ 1177 w 185"/>
                  <a:gd name="T3" fmla="*/ 277 h 343"/>
                  <a:gd name="T4" fmla="*/ 1775 w 185"/>
                  <a:gd name="T5" fmla="*/ 709 h 343"/>
                  <a:gd name="T6" fmla="*/ 1685 w 185"/>
                  <a:gd name="T7" fmla="*/ 1653 h 343"/>
                  <a:gd name="T8" fmla="*/ 1655 w 185"/>
                  <a:gd name="T9" fmla="*/ 3061 h 343"/>
                  <a:gd name="T10" fmla="*/ 1143 w 185"/>
                  <a:gd name="T11" fmla="*/ 3258 h 343"/>
                  <a:gd name="T12" fmla="*/ 120 w 185"/>
                  <a:gd name="T13" fmla="*/ 3141 h 343"/>
                  <a:gd name="T14" fmla="*/ 52 w 185"/>
                  <a:gd name="T15" fmla="*/ 1610 h 343"/>
                  <a:gd name="T16" fmla="*/ 409 w 185"/>
                  <a:gd name="T17" fmla="*/ 68 h 3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5" h="343">
                    <a:moveTo>
                      <a:pt x="41" y="7"/>
                    </a:moveTo>
                    <a:cubicBezTo>
                      <a:pt x="81" y="0"/>
                      <a:pt x="91" y="11"/>
                      <a:pt x="118" y="28"/>
                    </a:cubicBezTo>
                    <a:cubicBezTo>
                      <a:pt x="144" y="44"/>
                      <a:pt x="171" y="54"/>
                      <a:pt x="178" y="72"/>
                    </a:cubicBezTo>
                    <a:cubicBezTo>
                      <a:pt x="185" y="89"/>
                      <a:pt x="172" y="113"/>
                      <a:pt x="169" y="168"/>
                    </a:cubicBezTo>
                    <a:cubicBezTo>
                      <a:pt x="165" y="223"/>
                      <a:pt x="165" y="291"/>
                      <a:pt x="166" y="311"/>
                    </a:cubicBezTo>
                    <a:cubicBezTo>
                      <a:pt x="168" y="331"/>
                      <a:pt x="143" y="333"/>
                      <a:pt x="115" y="331"/>
                    </a:cubicBezTo>
                    <a:cubicBezTo>
                      <a:pt x="91" y="330"/>
                      <a:pt x="20" y="343"/>
                      <a:pt x="12" y="319"/>
                    </a:cubicBezTo>
                    <a:cubicBezTo>
                      <a:pt x="4" y="295"/>
                      <a:pt x="0" y="213"/>
                      <a:pt x="5" y="163"/>
                    </a:cubicBezTo>
                    <a:cubicBezTo>
                      <a:pt x="11" y="113"/>
                      <a:pt x="2" y="17"/>
                      <a:pt x="41" y="7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" name="Freeform 1544">
                <a:extLst>
                  <a:ext uri="{FF2B5EF4-FFF2-40B4-BE49-F238E27FC236}">
                    <a16:creationId xmlns:a16="http://schemas.microsoft.com/office/drawing/2014/main" id="{1C74283F-CAE0-4ADF-B982-6C658ECBE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" y="3090"/>
                <a:ext cx="259" cy="411"/>
              </a:xfrm>
              <a:custGeom>
                <a:avLst/>
                <a:gdLst>
                  <a:gd name="T0" fmla="*/ 0 w 163"/>
                  <a:gd name="T1" fmla="*/ 2022 h 260"/>
                  <a:gd name="T2" fmla="*/ 151 w 163"/>
                  <a:gd name="T3" fmla="*/ 2496 h 260"/>
                  <a:gd name="T4" fmla="*/ 674 w 163"/>
                  <a:gd name="T5" fmla="*/ 2536 h 260"/>
                  <a:gd name="T6" fmla="*/ 1214 w 163"/>
                  <a:gd name="T7" fmla="*/ 2509 h 260"/>
                  <a:gd name="T8" fmla="*/ 1416 w 163"/>
                  <a:gd name="T9" fmla="*/ 2298 h 260"/>
                  <a:gd name="T10" fmla="*/ 1416 w 163"/>
                  <a:gd name="T11" fmla="*/ 1824 h 260"/>
                  <a:gd name="T12" fmla="*/ 1449 w 163"/>
                  <a:gd name="T13" fmla="*/ 1050 h 260"/>
                  <a:gd name="T14" fmla="*/ 1633 w 163"/>
                  <a:gd name="T15" fmla="*/ 258 h 260"/>
                  <a:gd name="T16" fmla="*/ 1409 w 163"/>
                  <a:gd name="T17" fmla="*/ 0 h 260"/>
                  <a:gd name="T18" fmla="*/ 1465 w 163"/>
                  <a:gd name="T19" fmla="*/ 277 h 260"/>
                  <a:gd name="T20" fmla="*/ 1268 w 163"/>
                  <a:gd name="T21" fmla="*/ 862 h 260"/>
                  <a:gd name="T22" fmla="*/ 1146 w 163"/>
                  <a:gd name="T23" fmla="*/ 1304 h 260"/>
                  <a:gd name="T24" fmla="*/ 891 w 163"/>
                  <a:gd name="T25" fmla="*/ 1600 h 260"/>
                  <a:gd name="T26" fmla="*/ 445 w 163"/>
                  <a:gd name="T27" fmla="*/ 1635 h 260"/>
                  <a:gd name="T28" fmla="*/ 485 w 163"/>
                  <a:gd name="T29" fmla="*/ 1804 h 260"/>
                  <a:gd name="T30" fmla="*/ 68 w 163"/>
                  <a:gd name="T31" fmla="*/ 2181 h 2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3" h="260">
                    <a:moveTo>
                      <a:pt x="0" y="205"/>
                    </a:moveTo>
                    <a:cubicBezTo>
                      <a:pt x="4" y="219"/>
                      <a:pt x="1" y="244"/>
                      <a:pt x="15" y="253"/>
                    </a:cubicBezTo>
                    <a:cubicBezTo>
                      <a:pt x="27" y="260"/>
                      <a:pt x="53" y="257"/>
                      <a:pt x="67" y="257"/>
                    </a:cubicBezTo>
                    <a:cubicBezTo>
                      <a:pt x="83" y="257"/>
                      <a:pt x="104" y="257"/>
                      <a:pt x="120" y="254"/>
                    </a:cubicBezTo>
                    <a:cubicBezTo>
                      <a:pt x="130" y="251"/>
                      <a:pt x="138" y="244"/>
                      <a:pt x="140" y="233"/>
                    </a:cubicBezTo>
                    <a:cubicBezTo>
                      <a:pt x="144" y="219"/>
                      <a:pt x="140" y="200"/>
                      <a:pt x="140" y="185"/>
                    </a:cubicBezTo>
                    <a:cubicBezTo>
                      <a:pt x="141" y="159"/>
                      <a:pt x="140" y="132"/>
                      <a:pt x="143" y="106"/>
                    </a:cubicBezTo>
                    <a:cubicBezTo>
                      <a:pt x="146" y="79"/>
                      <a:pt x="159" y="52"/>
                      <a:pt x="161" y="26"/>
                    </a:cubicBezTo>
                    <a:cubicBezTo>
                      <a:pt x="163" y="2"/>
                      <a:pt x="148" y="14"/>
                      <a:pt x="139" y="0"/>
                    </a:cubicBezTo>
                    <a:cubicBezTo>
                      <a:pt x="141" y="11"/>
                      <a:pt x="148" y="14"/>
                      <a:pt x="145" y="28"/>
                    </a:cubicBezTo>
                    <a:cubicBezTo>
                      <a:pt x="142" y="48"/>
                      <a:pt x="132" y="68"/>
                      <a:pt x="125" y="87"/>
                    </a:cubicBezTo>
                    <a:cubicBezTo>
                      <a:pt x="119" y="103"/>
                      <a:pt x="114" y="115"/>
                      <a:pt x="113" y="132"/>
                    </a:cubicBezTo>
                    <a:cubicBezTo>
                      <a:pt x="112" y="148"/>
                      <a:pt x="105" y="159"/>
                      <a:pt x="88" y="162"/>
                    </a:cubicBezTo>
                    <a:cubicBezTo>
                      <a:pt x="78" y="164"/>
                      <a:pt x="51" y="160"/>
                      <a:pt x="44" y="166"/>
                    </a:cubicBezTo>
                    <a:cubicBezTo>
                      <a:pt x="36" y="173"/>
                      <a:pt x="44" y="176"/>
                      <a:pt x="48" y="183"/>
                    </a:cubicBezTo>
                    <a:cubicBezTo>
                      <a:pt x="63" y="211"/>
                      <a:pt x="32" y="254"/>
                      <a:pt x="7" y="221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" name="Freeform 1545">
                <a:extLst>
                  <a:ext uri="{FF2B5EF4-FFF2-40B4-BE49-F238E27FC236}">
                    <a16:creationId xmlns:a16="http://schemas.microsoft.com/office/drawing/2014/main" id="{11919862-3176-40CE-8646-89A4450D4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3000"/>
                <a:ext cx="199" cy="242"/>
              </a:xfrm>
              <a:custGeom>
                <a:avLst/>
                <a:gdLst>
                  <a:gd name="T0" fmla="*/ 0 w 126"/>
                  <a:gd name="T1" fmla="*/ 1517 h 153"/>
                  <a:gd name="T2" fmla="*/ 55 w 126"/>
                  <a:gd name="T3" fmla="*/ 796 h 153"/>
                  <a:gd name="T4" fmla="*/ 224 w 126"/>
                  <a:gd name="T5" fmla="*/ 158 h 153"/>
                  <a:gd name="T6" fmla="*/ 715 w 126"/>
                  <a:gd name="T7" fmla="*/ 171 h 153"/>
                  <a:gd name="T8" fmla="*/ 1012 w 126"/>
                  <a:gd name="T9" fmla="*/ 356 h 153"/>
                  <a:gd name="T10" fmla="*/ 1237 w 126"/>
                  <a:gd name="T11" fmla="*/ 530 h 153"/>
                  <a:gd name="T12" fmla="*/ 749 w 126"/>
                  <a:gd name="T13" fmla="*/ 388 h 153"/>
                  <a:gd name="T14" fmla="*/ 409 w 126"/>
                  <a:gd name="T15" fmla="*/ 648 h 153"/>
                  <a:gd name="T16" fmla="*/ 205 w 126"/>
                  <a:gd name="T17" fmla="*/ 864 h 153"/>
                  <a:gd name="T18" fmla="*/ 52 w 126"/>
                  <a:gd name="T19" fmla="*/ 1278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6" h="153">
                    <a:moveTo>
                      <a:pt x="0" y="153"/>
                    </a:moveTo>
                    <a:cubicBezTo>
                      <a:pt x="7" y="130"/>
                      <a:pt x="5" y="104"/>
                      <a:pt x="6" y="80"/>
                    </a:cubicBezTo>
                    <a:cubicBezTo>
                      <a:pt x="8" y="60"/>
                      <a:pt x="9" y="32"/>
                      <a:pt x="23" y="16"/>
                    </a:cubicBezTo>
                    <a:cubicBezTo>
                      <a:pt x="37" y="0"/>
                      <a:pt x="59" y="10"/>
                      <a:pt x="73" y="17"/>
                    </a:cubicBezTo>
                    <a:cubicBezTo>
                      <a:pt x="84" y="23"/>
                      <a:pt x="93" y="28"/>
                      <a:pt x="103" y="36"/>
                    </a:cubicBezTo>
                    <a:cubicBezTo>
                      <a:pt x="110" y="42"/>
                      <a:pt x="121" y="46"/>
                      <a:pt x="126" y="54"/>
                    </a:cubicBezTo>
                    <a:cubicBezTo>
                      <a:pt x="112" y="48"/>
                      <a:pt x="92" y="36"/>
                      <a:pt x="76" y="39"/>
                    </a:cubicBezTo>
                    <a:cubicBezTo>
                      <a:pt x="58" y="42"/>
                      <a:pt x="56" y="58"/>
                      <a:pt x="42" y="66"/>
                    </a:cubicBezTo>
                    <a:cubicBezTo>
                      <a:pt x="32" y="72"/>
                      <a:pt x="25" y="74"/>
                      <a:pt x="21" y="87"/>
                    </a:cubicBezTo>
                    <a:cubicBezTo>
                      <a:pt x="17" y="99"/>
                      <a:pt x="11" y="117"/>
                      <a:pt x="5" y="129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" name="Freeform 1546">
                <a:extLst>
                  <a:ext uri="{FF2B5EF4-FFF2-40B4-BE49-F238E27FC236}">
                    <a16:creationId xmlns:a16="http://schemas.microsoft.com/office/drawing/2014/main" id="{5727F685-E0BC-4488-B224-00B550E6D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3026"/>
                <a:ext cx="62" cy="57"/>
              </a:xfrm>
              <a:custGeom>
                <a:avLst/>
                <a:gdLst>
                  <a:gd name="T0" fmla="*/ 240 w 39"/>
                  <a:gd name="T1" fmla="*/ 0 h 36"/>
                  <a:gd name="T2" fmla="*/ 0 w 39"/>
                  <a:gd name="T3" fmla="*/ 358 h 36"/>
                  <a:gd name="T4" fmla="*/ 141 w 39"/>
                  <a:gd name="T5" fmla="*/ 150 h 36"/>
                  <a:gd name="T6" fmla="*/ 397 w 39"/>
                  <a:gd name="T7" fmla="*/ 68 h 36"/>
                  <a:gd name="T8" fmla="*/ 305 w 39"/>
                  <a:gd name="T9" fmla="*/ 3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6">
                    <a:moveTo>
                      <a:pt x="24" y="0"/>
                    </a:moveTo>
                    <a:cubicBezTo>
                      <a:pt x="7" y="0"/>
                      <a:pt x="0" y="22"/>
                      <a:pt x="0" y="36"/>
                    </a:cubicBezTo>
                    <a:cubicBezTo>
                      <a:pt x="7" y="32"/>
                      <a:pt x="8" y="20"/>
                      <a:pt x="14" y="15"/>
                    </a:cubicBezTo>
                    <a:cubicBezTo>
                      <a:pt x="22" y="8"/>
                      <a:pt x="30" y="10"/>
                      <a:pt x="39" y="7"/>
                    </a:cubicBezTo>
                    <a:cubicBezTo>
                      <a:pt x="36" y="4"/>
                      <a:pt x="33" y="3"/>
                      <a:pt x="3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" name="Freeform 1547">
                <a:extLst>
                  <a:ext uri="{FF2B5EF4-FFF2-40B4-BE49-F238E27FC236}">
                    <a16:creationId xmlns:a16="http://schemas.microsoft.com/office/drawing/2014/main" id="{DF48139E-0080-4F31-AA29-422FA60EF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3034"/>
                <a:ext cx="12" cy="12"/>
              </a:xfrm>
              <a:custGeom>
                <a:avLst/>
                <a:gdLst>
                  <a:gd name="T0" fmla="*/ 18 w 8"/>
                  <a:gd name="T1" fmla="*/ 0 h 8"/>
                  <a:gd name="T2" fmla="*/ 32 w 8"/>
                  <a:gd name="T3" fmla="*/ 62 h 8"/>
                  <a:gd name="T4" fmla="*/ 41 w 8"/>
                  <a:gd name="T5" fmla="*/ 1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0" y="4"/>
                      <a:pt x="0" y="7"/>
                      <a:pt x="4" y="8"/>
                    </a:cubicBezTo>
                    <a:cubicBezTo>
                      <a:pt x="8" y="6"/>
                      <a:pt x="6" y="4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" name="Oval 1548">
                <a:extLst>
                  <a:ext uri="{FF2B5EF4-FFF2-40B4-BE49-F238E27FC236}">
                    <a16:creationId xmlns:a16="http://schemas.microsoft.com/office/drawing/2014/main" id="{46237A3B-E083-4854-ACEA-D084A404C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" y="3255"/>
                <a:ext cx="134" cy="125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408" name="Oval 1549">
                <a:extLst>
                  <a:ext uri="{FF2B5EF4-FFF2-40B4-BE49-F238E27FC236}">
                    <a16:creationId xmlns:a16="http://schemas.microsoft.com/office/drawing/2014/main" id="{F2A2DB5A-D87B-4F87-A347-17E48A559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3226"/>
                <a:ext cx="133" cy="1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409" name="Oval 1550">
                <a:extLst>
                  <a:ext uri="{FF2B5EF4-FFF2-40B4-BE49-F238E27FC236}">
                    <a16:creationId xmlns:a16="http://schemas.microsoft.com/office/drawing/2014/main" id="{BE925896-A507-48FC-B290-69A790D1F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8" y="3242"/>
                <a:ext cx="133" cy="125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410" name="Freeform 1551">
                <a:extLst>
                  <a:ext uri="{FF2B5EF4-FFF2-40B4-BE49-F238E27FC236}">
                    <a16:creationId xmlns:a16="http://schemas.microsoft.com/office/drawing/2014/main" id="{F84F0C63-9971-43EC-9758-85369BE1B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3272"/>
                <a:ext cx="103" cy="85"/>
              </a:xfrm>
              <a:custGeom>
                <a:avLst/>
                <a:gdLst>
                  <a:gd name="T0" fmla="*/ 0 w 65"/>
                  <a:gd name="T1" fmla="*/ 307 h 54"/>
                  <a:gd name="T2" fmla="*/ 13 w 65"/>
                  <a:gd name="T3" fmla="*/ 375 h 54"/>
                  <a:gd name="T4" fmla="*/ 301 w 65"/>
                  <a:gd name="T5" fmla="*/ 523 h 54"/>
                  <a:gd name="T6" fmla="*/ 648 w 65"/>
                  <a:gd name="T7" fmla="*/ 216 h 54"/>
                  <a:gd name="T8" fmla="*/ 637 w 65"/>
                  <a:gd name="T9" fmla="*/ 148 h 54"/>
                  <a:gd name="T10" fmla="*/ 347 w 65"/>
                  <a:gd name="T11" fmla="*/ 0 h 54"/>
                  <a:gd name="T12" fmla="*/ 0 w 65"/>
                  <a:gd name="T13" fmla="*/ 30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54">
                    <a:moveTo>
                      <a:pt x="0" y="32"/>
                    </a:moveTo>
                    <a:cubicBezTo>
                      <a:pt x="0" y="35"/>
                      <a:pt x="1" y="37"/>
                      <a:pt x="1" y="39"/>
                    </a:cubicBezTo>
                    <a:cubicBezTo>
                      <a:pt x="7" y="48"/>
                      <a:pt x="18" y="54"/>
                      <a:pt x="30" y="54"/>
                    </a:cubicBezTo>
                    <a:cubicBezTo>
                      <a:pt x="49" y="54"/>
                      <a:pt x="65" y="40"/>
                      <a:pt x="65" y="22"/>
                    </a:cubicBezTo>
                    <a:cubicBezTo>
                      <a:pt x="65" y="19"/>
                      <a:pt x="64" y="17"/>
                      <a:pt x="64" y="15"/>
                    </a:cubicBezTo>
                    <a:cubicBezTo>
                      <a:pt x="58" y="6"/>
                      <a:pt x="47" y="0"/>
                      <a:pt x="35" y="0"/>
                    </a:cubicBezTo>
                    <a:cubicBezTo>
                      <a:pt x="16" y="0"/>
                      <a:pt x="0" y="14"/>
                      <a:pt x="0" y="32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" name="Oval 1552">
                <a:extLst>
                  <a:ext uri="{FF2B5EF4-FFF2-40B4-BE49-F238E27FC236}">
                    <a16:creationId xmlns:a16="http://schemas.microsoft.com/office/drawing/2014/main" id="{1873DE4D-D7F8-4672-AB86-6193C343C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2" y="3271"/>
                <a:ext cx="27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412" name="Oval 1553">
                <a:extLst>
                  <a:ext uri="{FF2B5EF4-FFF2-40B4-BE49-F238E27FC236}">
                    <a16:creationId xmlns:a16="http://schemas.microsoft.com/office/drawing/2014/main" id="{404FBB69-C60E-4CBF-B8C7-78F04F897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2" y="3266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413" name="Freeform 1554">
                <a:extLst>
                  <a:ext uri="{FF2B5EF4-FFF2-40B4-BE49-F238E27FC236}">
                    <a16:creationId xmlns:a16="http://schemas.microsoft.com/office/drawing/2014/main" id="{74473D64-3D9F-467A-873F-5A619606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3312"/>
                <a:ext cx="73" cy="55"/>
              </a:xfrm>
              <a:custGeom>
                <a:avLst/>
                <a:gdLst>
                  <a:gd name="T0" fmla="*/ 463 w 46"/>
                  <a:gd name="T1" fmla="*/ 0 h 35"/>
                  <a:gd name="T2" fmla="*/ 0 w 46"/>
                  <a:gd name="T3" fmla="*/ 250 h 35"/>
                  <a:gd name="T4" fmla="*/ 463 w 4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5">
                    <a:moveTo>
                      <a:pt x="46" y="0"/>
                    </a:moveTo>
                    <a:cubicBezTo>
                      <a:pt x="39" y="30"/>
                      <a:pt x="16" y="35"/>
                      <a:pt x="0" y="26"/>
                    </a:cubicBezTo>
                    <a:cubicBezTo>
                      <a:pt x="11" y="25"/>
                      <a:pt x="34" y="21"/>
                      <a:pt x="46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" name="Freeform 1555">
                <a:extLst>
                  <a:ext uri="{FF2B5EF4-FFF2-40B4-BE49-F238E27FC236}">
                    <a16:creationId xmlns:a16="http://schemas.microsoft.com/office/drawing/2014/main" id="{CD52A403-8B54-4C2A-A3DB-B80E78E6D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986"/>
                <a:ext cx="293" cy="542"/>
              </a:xfrm>
              <a:custGeom>
                <a:avLst/>
                <a:gdLst>
                  <a:gd name="T0" fmla="*/ 409 w 185"/>
                  <a:gd name="T1" fmla="*/ 68 h 343"/>
                  <a:gd name="T2" fmla="*/ 1177 w 185"/>
                  <a:gd name="T3" fmla="*/ 277 h 343"/>
                  <a:gd name="T4" fmla="*/ 1775 w 185"/>
                  <a:gd name="T5" fmla="*/ 709 h 343"/>
                  <a:gd name="T6" fmla="*/ 1685 w 185"/>
                  <a:gd name="T7" fmla="*/ 1653 h 343"/>
                  <a:gd name="T8" fmla="*/ 1655 w 185"/>
                  <a:gd name="T9" fmla="*/ 3061 h 343"/>
                  <a:gd name="T10" fmla="*/ 1143 w 185"/>
                  <a:gd name="T11" fmla="*/ 3258 h 343"/>
                  <a:gd name="T12" fmla="*/ 120 w 185"/>
                  <a:gd name="T13" fmla="*/ 3141 h 343"/>
                  <a:gd name="T14" fmla="*/ 52 w 185"/>
                  <a:gd name="T15" fmla="*/ 1610 h 343"/>
                  <a:gd name="T16" fmla="*/ 409 w 185"/>
                  <a:gd name="T17" fmla="*/ 68 h 3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5" h="343">
                    <a:moveTo>
                      <a:pt x="41" y="7"/>
                    </a:moveTo>
                    <a:cubicBezTo>
                      <a:pt x="81" y="0"/>
                      <a:pt x="91" y="11"/>
                      <a:pt x="118" y="28"/>
                    </a:cubicBezTo>
                    <a:cubicBezTo>
                      <a:pt x="144" y="44"/>
                      <a:pt x="171" y="54"/>
                      <a:pt x="178" y="72"/>
                    </a:cubicBezTo>
                    <a:cubicBezTo>
                      <a:pt x="185" y="89"/>
                      <a:pt x="172" y="113"/>
                      <a:pt x="169" y="168"/>
                    </a:cubicBezTo>
                    <a:cubicBezTo>
                      <a:pt x="165" y="223"/>
                      <a:pt x="165" y="291"/>
                      <a:pt x="166" y="311"/>
                    </a:cubicBezTo>
                    <a:cubicBezTo>
                      <a:pt x="168" y="331"/>
                      <a:pt x="143" y="333"/>
                      <a:pt x="115" y="331"/>
                    </a:cubicBezTo>
                    <a:cubicBezTo>
                      <a:pt x="91" y="330"/>
                      <a:pt x="20" y="343"/>
                      <a:pt x="12" y="319"/>
                    </a:cubicBezTo>
                    <a:cubicBezTo>
                      <a:pt x="4" y="295"/>
                      <a:pt x="0" y="213"/>
                      <a:pt x="5" y="163"/>
                    </a:cubicBezTo>
                    <a:cubicBezTo>
                      <a:pt x="11" y="113"/>
                      <a:pt x="2" y="17"/>
                      <a:pt x="41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" name="Freeform 1556">
                <a:extLst>
                  <a:ext uri="{FF2B5EF4-FFF2-40B4-BE49-F238E27FC236}">
                    <a16:creationId xmlns:a16="http://schemas.microsoft.com/office/drawing/2014/main" id="{19F9004C-B1EF-45C0-B9DC-FAB8BF25C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2948"/>
                <a:ext cx="142" cy="578"/>
              </a:xfrm>
              <a:custGeom>
                <a:avLst/>
                <a:gdLst>
                  <a:gd name="T0" fmla="*/ 645 w 90"/>
                  <a:gd name="T1" fmla="*/ 150 h 366"/>
                  <a:gd name="T2" fmla="*/ 0 w 90"/>
                  <a:gd name="T3" fmla="*/ 52 h 366"/>
                  <a:gd name="T4" fmla="*/ 0 w 90"/>
                  <a:gd name="T5" fmla="*/ 3556 h 366"/>
                  <a:gd name="T6" fmla="*/ 828 w 90"/>
                  <a:gd name="T7" fmla="*/ 3304 h 366"/>
                  <a:gd name="T8" fmla="*/ 802 w 90"/>
                  <a:gd name="T9" fmla="*/ 2307 h 366"/>
                  <a:gd name="T10" fmla="*/ 824 w 90"/>
                  <a:gd name="T11" fmla="*/ 848 h 366"/>
                  <a:gd name="T12" fmla="*/ 645 w 90"/>
                  <a:gd name="T13" fmla="*/ 150 h 3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366">
                    <a:moveTo>
                      <a:pt x="66" y="15"/>
                    </a:moveTo>
                    <a:cubicBezTo>
                      <a:pt x="51" y="5"/>
                      <a:pt x="35" y="0"/>
                      <a:pt x="0" y="5"/>
                    </a:cubicBezTo>
                    <a:cubicBezTo>
                      <a:pt x="0" y="362"/>
                      <a:pt x="0" y="362"/>
                      <a:pt x="0" y="362"/>
                    </a:cubicBezTo>
                    <a:cubicBezTo>
                      <a:pt x="52" y="366"/>
                      <a:pt x="88" y="355"/>
                      <a:pt x="85" y="336"/>
                    </a:cubicBezTo>
                    <a:cubicBezTo>
                      <a:pt x="83" y="316"/>
                      <a:pt x="81" y="278"/>
                      <a:pt x="82" y="235"/>
                    </a:cubicBezTo>
                    <a:cubicBezTo>
                      <a:pt x="83" y="192"/>
                      <a:pt x="78" y="136"/>
                      <a:pt x="84" y="86"/>
                    </a:cubicBezTo>
                    <a:cubicBezTo>
                      <a:pt x="90" y="36"/>
                      <a:pt x="84" y="26"/>
                      <a:pt x="66" y="15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" name="Freeform 1557">
                <a:extLst>
                  <a:ext uri="{FF2B5EF4-FFF2-40B4-BE49-F238E27FC236}">
                    <a16:creationId xmlns:a16="http://schemas.microsoft.com/office/drawing/2014/main" id="{9A6D098A-0D19-49FA-A271-234CD0733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026"/>
                <a:ext cx="130" cy="480"/>
              </a:xfrm>
              <a:custGeom>
                <a:avLst/>
                <a:gdLst>
                  <a:gd name="T0" fmla="*/ 669 w 82"/>
                  <a:gd name="T1" fmla="*/ 2747 h 304"/>
                  <a:gd name="T2" fmla="*/ 688 w 82"/>
                  <a:gd name="T3" fmla="*/ 2106 h 304"/>
                  <a:gd name="T4" fmla="*/ 661 w 82"/>
                  <a:gd name="T5" fmla="*/ 1129 h 304"/>
                  <a:gd name="T6" fmla="*/ 701 w 82"/>
                  <a:gd name="T7" fmla="*/ 482 h 304"/>
                  <a:gd name="T8" fmla="*/ 701 w 82"/>
                  <a:gd name="T9" fmla="*/ 0 h 304"/>
                  <a:gd name="T10" fmla="*/ 648 w 82"/>
                  <a:gd name="T11" fmla="*/ 0 h 304"/>
                  <a:gd name="T12" fmla="*/ 634 w 82"/>
                  <a:gd name="T13" fmla="*/ 471 h 304"/>
                  <a:gd name="T14" fmla="*/ 510 w 82"/>
                  <a:gd name="T15" fmla="*/ 921 h 304"/>
                  <a:gd name="T16" fmla="*/ 477 w 82"/>
                  <a:gd name="T17" fmla="*/ 1461 h 304"/>
                  <a:gd name="T18" fmla="*/ 422 w 82"/>
                  <a:gd name="T19" fmla="*/ 1933 h 304"/>
                  <a:gd name="T20" fmla="*/ 52 w 82"/>
                  <a:gd name="T21" fmla="*/ 2157 h 304"/>
                  <a:gd name="T22" fmla="*/ 0 w 82"/>
                  <a:gd name="T23" fmla="*/ 2149 h 304"/>
                  <a:gd name="T24" fmla="*/ 0 w 82"/>
                  <a:gd name="T25" fmla="*/ 2984 h 304"/>
                  <a:gd name="T26" fmla="*/ 68 w 82"/>
                  <a:gd name="T27" fmla="*/ 2972 h 304"/>
                  <a:gd name="T28" fmla="*/ 669 w 82"/>
                  <a:gd name="T29" fmla="*/ 2747 h 30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304">
                    <a:moveTo>
                      <a:pt x="67" y="280"/>
                    </a:moveTo>
                    <a:cubicBezTo>
                      <a:pt x="75" y="261"/>
                      <a:pt x="71" y="235"/>
                      <a:pt x="69" y="215"/>
                    </a:cubicBezTo>
                    <a:cubicBezTo>
                      <a:pt x="66" y="182"/>
                      <a:pt x="66" y="148"/>
                      <a:pt x="66" y="115"/>
                    </a:cubicBezTo>
                    <a:cubicBezTo>
                      <a:pt x="66" y="92"/>
                      <a:pt x="68" y="71"/>
                      <a:pt x="70" y="49"/>
                    </a:cubicBezTo>
                    <a:cubicBezTo>
                      <a:pt x="71" y="36"/>
                      <a:pt x="82" y="10"/>
                      <a:pt x="70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4" y="15"/>
                      <a:pt x="67" y="33"/>
                      <a:pt x="63" y="48"/>
                    </a:cubicBezTo>
                    <a:cubicBezTo>
                      <a:pt x="60" y="64"/>
                      <a:pt x="53" y="78"/>
                      <a:pt x="51" y="94"/>
                    </a:cubicBezTo>
                    <a:cubicBezTo>
                      <a:pt x="48" y="113"/>
                      <a:pt x="47" y="131"/>
                      <a:pt x="48" y="149"/>
                    </a:cubicBezTo>
                    <a:cubicBezTo>
                      <a:pt x="50" y="166"/>
                      <a:pt x="50" y="182"/>
                      <a:pt x="42" y="197"/>
                    </a:cubicBezTo>
                    <a:cubicBezTo>
                      <a:pt x="35" y="210"/>
                      <a:pt x="20" y="219"/>
                      <a:pt x="5" y="220"/>
                    </a:cubicBezTo>
                    <a:cubicBezTo>
                      <a:pt x="3" y="220"/>
                      <a:pt x="1" y="220"/>
                      <a:pt x="0" y="219"/>
                    </a:cubicBezTo>
                    <a:cubicBezTo>
                      <a:pt x="0" y="304"/>
                      <a:pt x="0" y="304"/>
                      <a:pt x="0" y="304"/>
                    </a:cubicBezTo>
                    <a:cubicBezTo>
                      <a:pt x="2" y="304"/>
                      <a:pt x="5" y="303"/>
                      <a:pt x="7" y="303"/>
                    </a:cubicBezTo>
                    <a:cubicBezTo>
                      <a:pt x="29" y="303"/>
                      <a:pt x="56" y="304"/>
                      <a:pt x="67" y="280"/>
                    </a:cubicBezTo>
                    <a:close/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" name="Freeform 1558">
                <a:extLst>
                  <a:ext uri="{FF2B5EF4-FFF2-40B4-BE49-F238E27FC236}">
                    <a16:creationId xmlns:a16="http://schemas.microsoft.com/office/drawing/2014/main" id="{5E3464A7-D664-4A93-AE96-4C80561FA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2948"/>
                <a:ext cx="142" cy="578"/>
              </a:xfrm>
              <a:custGeom>
                <a:avLst/>
                <a:gdLst>
                  <a:gd name="T0" fmla="*/ 0 w 90"/>
                  <a:gd name="T1" fmla="*/ 3556 h 366"/>
                  <a:gd name="T2" fmla="*/ 828 w 90"/>
                  <a:gd name="T3" fmla="*/ 3304 h 366"/>
                  <a:gd name="T4" fmla="*/ 802 w 90"/>
                  <a:gd name="T5" fmla="*/ 2307 h 366"/>
                  <a:gd name="T6" fmla="*/ 824 w 90"/>
                  <a:gd name="T7" fmla="*/ 848 h 366"/>
                  <a:gd name="T8" fmla="*/ 645 w 90"/>
                  <a:gd name="T9" fmla="*/ 150 h 366"/>
                  <a:gd name="T10" fmla="*/ 0 w 90"/>
                  <a:gd name="T11" fmla="*/ 52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366">
                    <a:moveTo>
                      <a:pt x="0" y="362"/>
                    </a:moveTo>
                    <a:cubicBezTo>
                      <a:pt x="52" y="366"/>
                      <a:pt x="88" y="355"/>
                      <a:pt x="85" y="336"/>
                    </a:cubicBezTo>
                    <a:cubicBezTo>
                      <a:pt x="83" y="316"/>
                      <a:pt x="81" y="278"/>
                      <a:pt x="82" y="235"/>
                    </a:cubicBezTo>
                    <a:cubicBezTo>
                      <a:pt x="83" y="192"/>
                      <a:pt x="78" y="136"/>
                      <a:pt x="84" y="86"/>
                    </a:cubicBezTo>
                    <a:cubicBezTo>
                      <a:pt x="90" y="36"/>
                      <a:pt x="84" y="26"/>
                      <a:pt x="66" y="15"/>
                    </a:cubicBezTo>
                    <a:cubicBezTo>
                      <a:pt x="51" y="5"/>
                      <a:pt x="35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" name="Freeform 1559">
                <a:extLst>
                  <a:ext uri="{FF2B5EF4-FFF2-40B4-BE49-F238E27FC236}">
                    <a16:creationId xmlns:a16="http://schemas.microsoft.com/office/drawing/2014/main" id="{0AAC9741-A08E-48F2-857F-CB6EA3F29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2323"/>
                <a:ext cx="1445" cy="1243"/>
              </a:xfrm>
              <a:custGeom>
                <a:avLst/>
                <a:gdLst>
                  <a:gd name="T0" fmla="*/ 9088 w 912"/>
                  <a:gd name="T1" fmla="*/ 2998 h 787"/>
                  <a:gd name="T2" fmla="*/ 8779 w 912"/>
                  <a:gd name="T3" fmla="*/ 2652 h 787"/>
                  <a:gd name="T4" fmla="*/ 8878 w 912"/>
                  <a:gd name="T5" fmla="*/ 3255 h 787"/>
                  <a:gd name="T6" fmla="*/ 8166 w 912"/>
                  <a:gd name="T7" fmla="*/ 3983 h 787"/>
                  <a:gd name="T8" fmla="*/ 6580 w 912"/>
                  <a:gd name="T9" fmla="*/ 4380 h 787"/>
                  <a:gd name="T10" fmla="*/ 6954 w 912"/>
                  <a:gd name="T11" fmla="*/ 3053 h 787"/>
                  <a:gd name="T12" fmla="*/ 6908 w 912"/>
                  <a:gd name="T13" fmla="*/ 1598 h 787"/>
                  <a:gd name="T14" fmla="*/ 7342 w 912"/>
                  <a:gd name="T15" fmla="*/ 1481 h 787"/>
                  <a:gd name="T16" fmla="*/ 7916 w 912"/>
                  <a:gd name="T17" fmla="*/ 1718 h 787"/>
                  <a:gd name="T18" fmla="*/ 8031 w 912"/>
                  <a:gd name="T19" fmla="*/ 1663 h 787"/>
                  <a:gd name="T20" fmla="*/ 7410 w 912"/>
                  <a:gd name="T21" fmla="*/ 1320 h 787"/>
                  <a:gd name="T22" fmla="*/ 6762 w 912"/>
                  <a:gd name="T23" fmla="*/ 1494 h 787"/>
                  <a:gd name="T24" fmla="*/ 6718 w 912"/>
                  <a:gd name="T25" fmla="*/ 52 h 787"/>
                  <a:gd name="T26" fmla="*/ 6610 w 912"/>
                  <a:gd name="T27" fmla="*/ 87 h 787"/>
                  <a:gd name="T28" fmla="*/ 6678 w 912"/>
                  <a:gd name="T29" fmla="*/ 1816 h 787"/>
                  <a:gd name="T30" fmla="*/ 6696 w 912"/>
                  <a:gd name="T31" fmla="*/ 2919 h 787"/>
                  <a:gd name="T32" fmla="*/ 6138 w 912"/>
                  <a:gd name="T33" fmla="*/ 4072 h 787"/>
                  <a:gd name="T34" fmla="*/ 5199 w 912"/>
                  <a:gd name="T35" fmla="*/ 4326 h 787"/>
                  <a:gd name="T36" fmla="*/ 4493 w 912"/>
                  <a:gd name="T37" fmla="*/ 3263 h 787"/>
                  <a:gd name="T38" fmla="*/ 4455 w 912"/>
                  <a:gd name="T39" fmla="*/ 2420 h 787"/>
                  <a:gd name="T40" fmla="*/ 4527 w 912"/>
                  <a:gd name="T41" fmla="*/ 2123 h 787"/>
                  <a:gd name="T42" fmla="*/ 4961 w 912"/>
                  <a:gd name="T43" fmla="*/ 1624 h 787"/>
                  <a:gd name="T44" fmla="*/ 5609 w 912"/>
                  <a:gd name="T45" fmla="*/ 1632 h 787"/>
                  <a:gd name="T46" fmla="*/ 6201 w 912"/>
                  <a:gd name="T47" fmla="*/ 1320 h 787"/>
                  <a:gd name="T48" fmla="*/ 6341 w 912"/>
                  <a:gd name="T49" fmla="*/ 1107 h 787"/>
                  <a:gd name="T50" fmla="*/ 6103 w 912"/>
                  <a:gd name="T51" fmla="*/ 1237 h 787"/>
                  <a:gd name="T52" fmla="*/ 5588 w 912"/>
                  <a:gd name="T53" fmla="*/ 1456 h 787"/>
                  <a:gd name="T54" fmla="*/ 4935 w 912"/>
                  <a:gd name="T55" fmla="*/ 1442 h 787"/>
                  <a:gd name="T56" fmla="*/ 4601 w 912"/>
                  <a:gd name="T57" fmla="*/ 1456 h 787"/>
                  <a:gd name="T58" fmla="*/ 3738 w 912"/>
                  <a:gd name="T59" fmla="*/ 851 h 787"/>
                  <a:gd name="T60" fmla="*/ 3663 w 912"/>
                  <a:gd name="T61" fmla="*/ 965 h 787"/>
                  <a:gd name="T62" fmla="*/ 4424 w 912"/>
                  <a:gd name="T63" fmla="*/ 1481 h 787"/>
                  <a:gd name="T64" fmla="*/ 4408 w 912"/>
                  <a:gd name="T65" fmla="*/ 1868 h 787"/>
                  <a:gd name="T66" fmla="*/ 4356 w 912"/>
                  <a:gd name="T67" fmla="*/ 2085 h 787"/>
                  <a:gd name="T68" fmla="*/ 4283 w 912"/>
                  <a:gd name="T69" fmla="*/ 2375 h 787"/>
                  <a:gd name="T70" fmla="*/ 4322 w 912"/>
                  <a:gd name="T71" fmla="*/ 3331 h 787"/>
                  <a:gd name="T72" fmla="*/ 3831 w 912"/>
                  <a:gd name="T73" fmla="*/ 4413 h 787"/>
                  <a:gd name="T74" fmla="*/ 3226 w 912"/>
                  <a:gd name="T75" fmla="*/ 4343 h 787"/>
                  <a:gd name="T76" fmla="*/ 2633 w 912"/>
                  <a:gd name="T77" fmla="*/ 4059 h 787"/>
                  <a:gd name="T78" fmla="*/ 1706 w 912"/>
                  <a:gd name="T79" fmla="*/ 3694 h 787"/>
                  <a:gd name="T80" fmla="*/ 158 w 912"/>
                  <a:gd name="T81" fmla="*/ 3396 h 787"/>
                  <a:gd name="T82" fmla="*/ 13 w 912"/>
                  <a:gd name="T83" fmla="*/ 3491 h 787"/>
                  <a:gd name="T84" fmla="*/ 184 w 912"/>
                  <a:gd name="T85" fmla="*/ 3530 h 787"/>
                  <a:gd name="T86" fmla="*/ 979 w 912"/>
                  <a:gd name="T87" fmla="*/ 4004 h 787"/>
                  <a:gd name="T88" fmla="*/ 1177 w 912"/>
                  <a:gd name="T89" fmla="*/ 3814 h 787"/>
                  <a:gd name="T90" fmla="*/ 1675 w 912"/>
                  <a:gd name="T91" fmla="*/ 3865 h 787"/>
                  <a:gd name="T92" fmla="*/ 2478 w 912"/>
                  <a:gd name="T93" fmla="*/ 4244 h 787"/>
                  <a:gd name="T94" fmla="*/ 3105 w 912"/>
                  <a:gd name="T95" fmla="*/ 4659 h 787"/>
                  <a:gd name="T96" fmla="*/ 4303 w 912"/>
                  <a:gd name="T97" fmla="*/ 4866 h 787"/>
                  <a:gd name="T98" fmla="*/ 4506 w 912"/>
                  <a:gd name="T99" fmla="*/ 6853 h 787"/>
                  <a:gd name="T100" fmla="*/ 5824 w 912"/>
                  <a:gd name="T101" fmla="*/ 7685 h 787"/>
                  <a:gd name="T102" fmla="*/ 6881 w 912"/>
                  <a:gd name="T103" fmla="*/ 6359 h 787"/>
                  <a:gd name="T104" fmla="*/ 8269 w 912"/>
                  <a:gd name="T105" fmla="*/ 4125 h 787"/>
                  <a:gd name="T106" fmla="*/ 8575 w 912"/>
                  <a:gd name="T107" fmla="*/ 4018 h 787"/>
                  <a:gd name="T108" fmla="*/ 8798 w 912"/>
                  <a:gd name="T109" fmla="*/ 4358 h 787"/>
                  <a:gd name="T110" fmla="*/ 8767 w 912"/>
                  <a:gd name="T111" fmla="*/ 3952 h 787"/>
                  <a:gd name="T112" fmla="*/ 9046 w 912"/>
                  <a:gd name="T113" fmla="*/ 3310 h 7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12" h="787">
                    <a:moveTo>
                      <a:pt x="906" y="337"/>
                    </a:moveTo>
                    <a:cubicBezTo>
                      <a:pt x="911" y="325"/>
                      <a:pt x="912" y="314"/>
                      <a:pt x="910" y="305"/>
                    </a:cubicBezTo>
                    <a:cubicBezTo>
                      <a:pt x="907" y="290"/>
                      <a:pt x="898" y="279"/>
                      <a:pt x="888" y="269"/>
                    </a:cubicBezTo>
                    <a:cubicBezTo>
                      <a:pt x="886" y="267"/>
                      <a:pt x="882" y="267"/>
                      <a:pt x="879" y="270"/>
                    </a:cubicBezTo>
                    <a:cubicBezTo>
                      <a:pt x="877" y="272"/>
                      <a:pt x="877" y="276"/>
                      <a:pt x="880" y="278"/>
                    </a:cubicBezTo>
                    <a:cubicBezTo>
                      <a:pt x="892" y="290"/>
                      <a:pt x="899" y="305"/>
                      <a:pt x="889" y="331"/>
                    </a:cubicBezTo>
                    <a:cubicBezTo>
                      <a:pt x="879" y="357"/>
                      <a:pt x="861" y="377"/>
                      <a:pt x="829" y="398"/>
                    </a:cubicBezTo>
                    <a:cubicBezTo>
                      <a:pt x="818" y="405"/>
                      <a:pt x="818" y="405"/>
                      <a:pt x="818" y="405"/>
                    </a:cubicBezTo>
                    <a:cubicBezTo>
                      <a:pt x="788" y="425"/>
                      <a:pt x="742" y="480"/>
                      <a:pt x="705" y="477"/>
                    </a:cubicBezTo>
                    <a:cubicBezTo>
                      <a:pt x="705" y="477"/>
                      <a:pt x="668" y="471"/>
                      <a:pt x="659" y="446"/>
                    </a:cubicBezTo>
                    <a:cubicBezTo>
                      <a:pt x="651" y="419"/>
                      <a:pt x="656" y="398"/>
                      <a:pt x="669" y="374"/>
                    </a:cubicBezTo>
                    <a:cubicBezTo>
                      <a:pt x="680" y="355"/>
                      <a:pt x="690" y="332"/>
                      <a:pt x="696" y="311"/>
                    </a:cubicBezTo>
                    <a:cubicBezTo>
                      <a:pt x="712" y="262"/>
                      <a:pt x="709" y="242"/>
                      <a:pt x="692" y="194"/>
                    </a:cubicBezTo>
                    <a:cubicBezTo>
                      <a:pt x="692" y="194"/>
                      <a:pt x="684" y="179"/>
                      <a:pt x="692" y="163"/>
                    </a:cubicBezTo>
                    <a:cubicBezTo>
                      <a:pt x="694" y="154"/>
                      <a:pt x="698" y="149"/>
                      <a:pt x="703" y="146"/>
                    </a:cubicBezTo>
                    <a:cubicBezTo>
                      <a:pt x="711" y="142"/>
                      <a:pt x="723" y="146"/>
                      <a:pt x="735" y="151"/>
                    </a:cubicBezTo>
                    <a:cubicBezTo>
                      <a:pt x="752" y="156"/>
                      <a:pt x="752" y="156"/>
                      <a:pt x="752" y="156"/>
                    </a:cubicBezTo>
                    <a:cubicBezTo>
                      <a:pt x="768" y="161"/>
                      <a:pt x="783" y="162"/>
                      <a:pt x="793" y="175"/>
                    </a:cubicBezTo>
                    <a:cubicBezTo>
                      <a:pt x="795" y="178"/>
                      <a:pt x="798" y="179"/>
                      <a:pt x="801" y="178"/>
                    </a:cubicBezTo>
                    <a:cubicBezTo>
                      <a:pt x="804" y="176"/>
                      <a:pt x="805" y="172"/>
                      <a:pt x="804" y="169"/>
                    </a:cubicBezTo>
                    <a:cubicBezTo>
                      <a:pt x="797" y="157"/>
                      <a:pt x="776" y="145"/>
                      <a:pt x="757" y="139"/>
                    </a:cubicBezTo>
                    <a:cubicBezTo>
                      <a:pt x="742" y="134"/>
                      <a:pt x="742" y="134"/>
                      <a:pt x="742" y="134"/>
                    </a:cubicBezTo>
                    <a:cubicBezTo>
                      <a:pt x="726" y="128"/>
                      <a:pt x="710" y="123"/>
                      <a:pt x="695" y="130"/>
                    </a:cubicBezTo>
                    <a:cubicBezTo>
                      <a:pt x="687" y="134"/>
                      <a:pt x="681" y="142"/>
                      <a:pt x="677" y="152"/>
                    </a:cubicBezTo>
                    <a:cubicBezTo>
                      <a:pt x="670" y="133"/>
                      <a:pt x="668" y="120"/>
                      <a:pt x="674" y="104"/>
                    </a:cubicBezTo>
                    <a:cubicBezTo>
                      <a:pt x="685" y="73"/>
                      <a:pt x="681" y="28"/>
                      <a:pt x="673" y="5"/>
                    </a:cubicBezTo>
                    <a:cubicBezTo>
                      <a:pt x="672" y="2"/>
                      <a:pt x="669" y="0"/>
                      <a:pt x="666" y="1"/>
                    </a:cubicBezTo>
                    <a:cubicBezTo>
                      <a:pt x="662" y="2"/>
                      <a:pt x="660" y="6"/>
                      <a:pt x="662" y="9"/>
                    </a:cubicBezTo>
                    <a:cubicBezTo>
                      <a:pt x="669" y="31"/>
                      <a:pt x="666" y="73"/>
                      <a:pt x="657" y="98"/>
                    </a:cubicBezTo>
                    <a:cubicBezTo>
                      <a:pt x="647" y="125"/>
                      <a:pt x="655" y="146"/>
                      <a:pt x="669" y="185"/>
                    </a:cubicBezTo>
                    <a:cubicBezTo>
                      <a:pt x="675" y="200"/>
                      <a:pt x="675" y="200"/>
                      <a:pt x="675" y="200"/>
                    </a:cubicBezTo>
                    <a:cubicBezTo>
                      <a:pt x="691" y="245"/>
                      <a:pt x="685" y="251"/>
                      <a:pt x="670" y="297"/>
                    </a:cubicBezTo>
                    <a:cubicBezTo>
                      <a:pt x="664" y="316"/>
                      <a:pt x="663" y="343"/>
                      <a:pt x="652" y="362"/>
                    </a:cubicBezTo>
                    <a:cubicBezTo>
                      <a:pt x="643" y="379"/>
                      <a:pt x="626" y="396"/>
                      <a:pt x="615" y="414"/>
                    </a:cubicBezTo>
                    <a:cubicBezTo>
                      <a:pt x="612" y="420"/>
                      <a:pt x="595" y="432"/>
                      <a:pt x="589" y="433"/>
                    </a:cubicBezTo>
                    <a:cubicBezTo>
                      <a:pt x="570" y="437"/>
                      <a:pt x="543" y="437"/>
                      <a:pt x="521" y="440"/>
                    </a:cubicBezTo>
                    <a:cubicBezTo>
                      <a:pt x="491" y="445"/>
                      <a:pt x="490" y="431"/>
                      <a:pt x="478" y="413"/>
                    </a:cubicBezTo>
                    <a:cubicBezTo>
                      <a:pt x="467" y="399"/>
                      <a:pt x="458" y="350"/>
                      <a:pt x="450" y="332"/>
                    </a:cubicBezTo>
                    <a:cubicBezTo>
                      <a:pt x="448" y="326"/>
                      <a:pt x="445" y="319"/>
                      <a:pt x="443" y="313"/>
                    </a:cubicBezTo>
                    <a:cubicBezTo>
                      <a:pt x="437" y="291"/>
                      <a:pt x="442" y="269"/>
                      <a:pt x="446" y="246"/>
                    </a:cubicBezTo>
                    <a:cubicBezTo>
                      <a:pt x="448" y="238"/>
                      <a:pt x="448" y="238"/>
                      <a:pt x="448" y="238"/>
                    </a:cubicBezTo>
                    <a:cubicBezTo>
                      <a:pt x="453" y="216"/>
                      <a:pt x="453" y="216"/>
                      <a:pt x="453" y="216"/>
                    </a:cubicBezTo>
                    <a:cubicBezTo>
                      <a:pt x="455" y="209"/>
                      <a:pt x="457" y="203"/>
                      <a:pt x="458" y="196"/>
                    </a:cubicBezTo>
                    <a:cubicBezTo>
                      <a:pt x="465" y="182"/>
                      <a:pt x="481" y="168"/>
                      <a:pt x="497" y="165"/>
                    </a:cubicBezTo>
                    <a:cubicBezTo>
                      <a:pt x="507" y="163"/>
                      <a:pt x="517" y="164"/>
                      <a:pt x="528" y="165"/>
                    </a:cubicBezTo>
                    <a:cubicBezTo>
                      <a:pt x="539" y="166"/>
                      <a:pt x="551" y="167"/>
                      <a:pt x="562" y="166"/>
                    </a:cubicBezTo>
                    <a:cubicBezTo>
                      <a:pt x="580" y="163"/>
                      <a:pt x="608" y="151"/>
                      <a:pt x="618" y="139"/>
                    </a:cubicBezTo>
                    <a:cubicBezTo>
                      <a:pt x="621" y="134"/>
                      <a:pt x="621" y="134"/>
                      <a:pt x="621" y="134"/>
                    </a:cubicBezTo>
                    <a:cubicBezTo>
                      <a:pt x="625" y="129"/>
                      <a:pt x="628" y="124"/>
                      <a:pt x="632" y="122"/>
                    </a:cubicBezTo>
                    <a:cubicBezTo>
                      <a:pt x="635" y="120"/>
                      <a:pt x="636" y="116"/>
                      <a:pt x="635" y="113"/>
                    </a:cubicBezTo>
                    <a:cubicBezTo>
                      <a:pt x="633" y="110"/>
                      <a:pt x="629" y="109"/>
                      <a:pt x="626" y="111"/>
                    </a:cubicBezTo>
                    <a:cubicBezTo>
                      <a:pt x="619" y="114"/>
                      <a:pt x="615" y="121"/>
                      <a:pt x="611" y="126"/>
                    </a:cubicBezTo>
                    <a:cubicBezTo>
                      <a:pt x="608" y="131"/>
                      <a:pt x="608" y="131"/>
                      <a:pt x="608" y="131"/>
                    </a:cubicBezTo>
                    <a:cubicBezTo>
                      <a:pt x="601" y="139"/>
                      <a:pt x="575" y="146"/>
                      <a:pt x="560" y="148"/>
                    </a:cubicBezTo>
                    <a:cubicBezTo>
                      <a:pt x="550" y="149"/>
                      <a:pt x="540" y="148"/>
                      <a:pt x="530" y="147"/>
                    </a:cubicBezTo>
                    <a:cubicBezTo>
                      <a:pt x="518" y="146"/>
                      <a:pt x="506" y="145"/>
                      <a:pt x="494" y="147"/>
                    </a:cubicBezTo>
                    <a:cubicBezTo>
                      <a:pt x="487" y="148"/>
                      <a:pt x="480" y="151"/>
                      <a:pt x="473" y="155"/>
                    </a:cubicBezTo>
                    <a:cubicBezTo>
                      <a:pt x="469" y="158"/>
                      <a:pt x="463" y="161"/>
                      <a:pt x="461" y="148"/>
                    </a:cubicBezTo>
                    <a:cubicBezTo>
                      <a:pt x="455" y="117"/>
                      <a:pt x="428" y="107"/>
                      <a:pt x="404" y="98"/>
                    </a:cubicBezTo>
                    <a:cubicBezTo>
                      <a:pt x="394" y="94"/>
                      <a:pt x="379" y="91"/>
                      <a:pt x="374" y="87"/>
                    </a:cubicBezTo>
                    <a:cubicBezTo>
                      <a:pt x="371" y="85"/>
                      <a:pt x="367" y="86"/>
                      <a:pt x="365" y="89"/>
                    </a:cubicBezTo>
                    <a:cubicBezTo>
                      <a:pt x="363" y="92"/>
                      <a:pt x="364" y="96"/>
                      <a:pt x="367" y="98"/>
                    </a:cubicBezTo>
                    <a:cubicBezTo>
                      <a:pt x="373" y="102"/>
                      <a:pt x="387" y="111"/>
                      <a:pt x="398" y="115"/>
                    </a:cubicBezTo>
                    <a:cubicBezTo>
                      <a:pt x="420" y="123"/>
                      <a:pt x="440" y="130"/>
                      <a:pt x="443" y="151"/>
                    </a:cubicBezTo>
                    <a:cubicBezTo>
                      <a:pt x="445" y="164"/>
                      <a:pt x="444" y="177"/>
                      <a:pt x="441" y="190"/>
                    </a:cubicBezTo>
                    <a:cubicBezTo>
                      <a:pt x="441" y="190"/>
                      <a:pt x="441" y="190"/>
                      <a:pt x="441" y="190"/>
                    </a:cubicBezTo>
                    <a:cubicBezTo>
                      <a:pt x="440" y="191"/>
                      <a:pt x="440" y="193"/>
                      <a:pt x="440" y="194"/>
                    </a:cubicBezTo>
                    <a:cubicBezTo>
                      <a:pt x="439" y="200"/>
                      <a:pt x="437" y="206"/>
                      <a:pt x="436" y="212"/>
                    </a:cubicBezTo>
                    <a:cubicBezTo>
                      <a:pt x="430" y="235"/>
                      <a:pt x="430" y="235"/>
                      <a:pt x="430" y="235"/>
                    </a:cubicBezTo>
                    <a:cubicBezTo>
                      <a:pt x="429" y="242"/>
                      <a:pt x="429" y="242"/>
                      <a:pt x="429" y="242"/>
                    </a:cubicBezTo>
                    <a:cubicBezTo>
                      <a:pt x="424" y="266"/>
                      <a:pt x="419" y="292"/>
                      <a:pt x="426" y="318"/>
                    </a:cubicBezTo>
                    <a:cubicBezTo>
                      <a:pt x="428" y="325"/>
                      <a:pt x="431" y="332"/>
                      <a:pt x="433" y="339"/>
                    </a:cubicBezTo>
                    <a:cubicBezTo>
                      <a:pt x="438" y="350"/>
                      <a:pt x="445" y="384"/>
                      <a:pt x="439" y="420"/>
                    </a:cubicBezTo>
                    <a:cubicBezTo>
                      <a:pt x="429" y="453"/>
                      <a:pt x="407" y="447"/>
                      <a:pt x="384" y="449"/>
                    </a:cubicBezTo>
                    <a:cubicBezTo>
                      <a:pt x="384" y="449"/>
                      <a:pt x="367" y="448"/>
                      <a:pt x="367" y="448"/>
                    </a:cubicBezTo>
                    <a:cubicBezTo>
                      <a:pt x="351" y="448"/>
                      <a:pt x="336" y="447"/>
                      <a:pt x="323" y="442"/>
                    </a:cubicBezTo>
                    <a:cubicBezTo>
                      <a:pt x="306" y="436"/>
                      <a:pt x="285" y="428"/>
                      <a:pt x="267" y="415"/>
                    </a:cubicBezTo>
                    <a:cubicBezTo>
                      <a:pt x="264" y="413"/>
                      <a:pt x="264" y="413"/>
                      <a:pt x="264" y="413"/>
                    </a:cubicBezTo>
                    <a:cubicBezTo>
                      <a:pt x="249" y="403"/>
                      <a:pt x="235" y="393"/>
                      <a:pt x="216" y="386"/>
                    </a:cubicBezTo>
                    <a:cubicBezTo>
                      <a:pt x="201" y="381"/>
                      <a:pt x="186" y="378"/>
                      <a:pt x="171" y="376"/>
                    </a:cubicBezTo>
                    <a:cubicBezTo>
                      <a:pt x="149" y="372"/>
                      <a:pt x="129" y="368"/>
                      <a:pt x="110" y="358"/>
                    </a:cubicBezTo>
                    <a:cubicBezTo>
                      <a:pt x="73" y="337"/>
                      <a:pt x="43" y="342"/>
                      <a:pt x="16" y="346"/>
                    </a:cubicBezTo>
                    <a:cubicBezTo>
                      <a:pt x="6" y="348"/>
                      <a:pt x="6" y="348"/>
                      <a:pt x="6" y="348"/>
                    </a:cubicBezTo>
                    <a:cubicBezTo>
                      <a:pt x="2" y="349"/>
                      <a:pt x="0" y="352"/>
                      <a:pt x="1" y="355"/>
                    </a:cubicBezTo>
                    <a:cubicBezTo>
                      <a:pt x="1" y="359"/>
                      <a:pt x="4" y="361"/>
                      <a:pt x="8" y="360"/>
                    </a:cubicBezTo>
                    <a:cubicBezTo>
                      <a:pt x="18" y="359"/>
                      <a:pt x="18" y="359"/>
                      <a:pt x="18" y="359"/>
                    </a:cubicBezTo>
                    <a:cubicBezTo>
                      <a:pt x="41" y="355"/>
                      <a:pt x="66" y="356"/>
                      <a:pt x="96" y="370"/>
                    </a:cubicBezTo>
                    <a:cubicBezTo>
                      <a:pt x="108" y="378"/>
                      <a:pt x="98" y="401"/>
                      <a:pt x="98" y="407"/>
                    </a:cubicBezTo>
                    <a:cubicBezTo>
                      <a:pt x="98" y="409"/>
                      <a:pt x="100" y="411"/>
                      <a:pt x="102" y="411"/>
                    </a:cubicBezTo>
                    <a:cubicBezTo>
                      <a:pt x="105" y="411"/>
                      <a:pt x="115" y="396"/>
                      <a:pt x="118" y="388"/>
                    </a:cubicBezTo>
                    <a:cubicBezTo>
                      <a:pt x="121" y="381"/>
                      <a:pt x="139" y="387"/>
                      <a:pt x="143" y="388"/>
                    </a:cubicBezTo>
                    <a:cubicBezTo>
                      <a:pt x="151" y="390"/>
                      <a:pt x="160" y="392"/>
                      <a:pt x="168" y="393"/>
                    </a:cubicBezTo>
                    <a:cubicBezTo>
                      <a:pt x="182" y="396"/>
                      <a:pt x="190" y="400"/>
                      <a:pt x="204" y="405"/>
                    </a:cubicBezTo>
                    <a:cubicBezTo>
                      <a:pt x="220" y="410"/>
                      <a:pt x="234" y="422"/>
                      <a:pt x="248" y="432"/>
                    </a:cubicBezTo>
                    <a:cubicBezTo>
                      <a:pt x="251" y="434"/>
                      <a:pt x="251" y="434"/>
                      <a:pt x="251" y="434"/>
                    </a:cubicBezTo>
                    <a:cubicBezTo>
                      <a:pt x="271" y="448"/>
                      <a:pt x="293" y="467"/>
                      <a:pt x="311" y="474"/>
                    </a:cubicBezTo>
                    <a:cubicBezTo>
                      <a:pt x="328" y="479"/>
                      <a:pt x="352" y="478"/>
                      <a:pt x="380" y="482"/>
                    </a:cubicBezTo>
                    <a:cubicBezTo>
                      <a:pt x="396" y="484"/>
                      <a:pt x="413" y="488"/>
                      <a:pt x="431" y="495"/>
                    </a:cubicBezTo>
                    <a:cubicBezTo>
                      <a:pt x="453" y="506"/>
                      <a:pt x="465" y="525"/>
                      <a:pt x="463" y="564"/>
                    </a:cubicBezTo>
                    <a:cubicBezTo>
                      <a:pt x="462" y="604"/>
                      <a:pt x="454" y="657"/>
                      <a:pt x="451" y="697"/>
                    </a:cubicBezTo>
                    <a:cubicBezTo>
                      <a:pt x="449" y="736"/>
                      <a:pt x="442" y="757"/>
                      <a:pt x="467" y="769"/>
                    </a:cubicBezTo>
                    <a:cubicBezTo>
                      <a:pt x="493" y="782"/>
                      <a:pt x="520" y="787"/>
                      <a:pt x="583" y="782"/>
                    </a:cubicBezTo>
                    <a:cubicBezTo>
                      <a:pt x="646" y="777"/>
                      <a:pt x="650" y="780"/>
                      <a:pt x="662" y="763"/>
                    </a:cubicBezTo>
                    <a:cubicBezTo>
                      <a:pt x="674" y="747"/>
                      <a:pt x="683" y="699"/>
                      <a:pt x="689" y="647"/>
                    </a:cubicBezTo>
                    <a:cubicBezTo>
                      <a:pt x="695" y="594"/>
                      <a:pt x="685" y="553"/>
                      <a:pt x="725" y="502"/>
                    </a:cubicBezTo>
                    <a:cubicBezTo>
                      <a:pt x="777" y="454"/>
                      <a:pt x="801" y="438"/>
                      <a:pt x="828" y="420"/>
                    </a:cubicBezTo>
                    <a:cubicBezTo>
                      <a:pt x="839" y="413"/>
                      <a:pt x="839" y="413"/>
                      <a:pt x="839" y="413"/>
                    </a:cubicBezTo>
                    <a:cubicBezTo>
                      <a:pt x="842" y="411"/>
                      <a:pt x="853" y="405"/>
                      <a:pt x="859" y="409"/>
                    </a:cubicBezTo>
                    <a:cubicBezTo>
                      <a:pt x="866" y="412"/>
                      <a:pt x="873" y="423"/>
                      <a:pt x="874" y="437"/>
                    </a:cubicBezTo>
                    <a:cubicBezTo>
                      <a:pt x="875" y="441"/>
                      <a:pt x="878" y="443"/>
                      <a:pt x="881" y="443"/>
                    </a:cubicBezTo>
                    <a:cubicBezTo>
                      <a:pt x="884" y="443"/>
                      <a:pt x="887" y="440"/>
                      <a:pt x="887" y="436"/>
                    </a:cubicBezTo>
                    <a:cubicBezTo>
                      <a:pt x="886" y="430"/>
                      <a:pt x="887" y="414"/>
                      <a:pt x="878" y="402"/>
                    </a:cubicBezTo>
                    <a:cubicBezTo>
                      <a:pt x="870" y="393"/>
                      <a:pt x="876" y="384"/>
                      <a:pt x="880" y="379"/>
                    </a:cubicBezTo>
                    <a:cubicBezTo>
                      <a:pt x="892" y="366"/>
                      <a:pt x="900" y="352"/>
                      <a:pt x="906" y="337"/>
                    </a:cubicBezTo>
                    <a:close/>
                  </a:path>
                </a:pathLst>
              </a:custGeom>
              <a:solidFill>
                <a:srgbClr val="3B7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" name="Freeform 1560">
                <a:extLst>
                  <a:ext uri="{FF2B5EF4-FFF2-40B4-BE49-F238E27FC236}">
                    <a16:creationId xmlns:a16="http://schemas.microsoft.com/office/drawing/2014/main" id="{9272B2FA-8A75-4582-8749-AB66D814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3147"/>
                <a:ext cx="389" cy="408"/>
              </a:xfrm>
              <a:custGeom>
                <a:avLst/>
                <a:gdLst>
                  <a:gd name="T0" fmla="*/ 68 w 246"/>
                  <a:gd name="T1" fmla="*/ 1906 h 258"/>
                  <a:gd name="T2" fmla="*/ 130 w 246"/>
                  <a:gd name="T3" fmla="*/ 2326 h 258"/>
                  <a:gd name="T4" fmla="*/ 387 w 246"/>
                  <a:gd name="T5" fmla="*/ 2434 h 258"/>
                  <a:gd name="T6" fmla="*/ 625 w 246"/>
                  <a:gd name="T7" fmla="*/ 2495 h 258"/>
                  <a:gd name="T8" fmla="*/ 1668 w 246"/>
                  <a:gd name="T9" fmla="*/ 2434 h 258"/>
                  <a:gd name="T10" fmla="*/ 2158 w 246"/>
                  <a:gd name="T11" fmla="*/ 1808 h 258"/>
                  <a:gd name="T12" fmla="*/ 2182 w 246"/>
                  <a:gd name="T13" fmla="*/ 1376 h 258"/>
                  <a:gd name="T14" fmla="*/ 2280 w 246"/>
                  <a:gd name="T15" fmla="*/ 830 h 258"/>
                  <a:gd name="T16" fmla="*/ 2434 w 246"/>
                  <a:gd name="T17" fmla="*/ 0 h 258"/>
                  <a:gd name="T18" fmla="*/ 2215 w 246"/>
                  <a:gd name="T19" fmla="*/ 258 h 258"/>
                  <a:gd name="T20" fmla="*/ 2087 w 246"/>
                  <a:gd name="T21" fmla="*/ 580 h 258"/>
                  <a:gd name="T22" fmla="*/ 2087 w 246"/>
                  <a:gd name="T23" fmla="*/ 1101 h 258"/>
                  <a:gd name="T24" fmla="*/ 1818 w 246"/>
                  <a:gd name="T25" fmla="*/ 1442 h 258"/>
                  <a:gd name="T26" fmla="*/ 1127 w 246"/>
                  <a:gd name="T27" fmla="*/ 2021 h 258"/>
                  <a:gd name="T28" fmla="*/ 408 w 246"/>
                  <a:gd name="T29" fmla="*/ 2279 h 258"/>
                  <a:gd name="T30" fmla="*/ 87 w 246"/>
                  <a:gd name="T31" fmla="*/ 1939 h 2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6" h="258">
                    <a:moveTo>
                      <a:pt x="7" y="193"/>
                    </a:moveTo>
                    <a:cubicBezTo>
                      <a:pt x="6" y="207"/>
                      <a:pt x="0" y="223"/>
                      <a:pt x="13" y="235"/>
                    </a:cubicBezTo>
                    <a:cubicBezTo>
                      <a:pt x="20" y="241"/>
                      <a:pt x="31" y="242"/>
                      <a:pt x="39" y="246"/>
                    </a:cubicBezTo>
                    <a:cubicBezTo>
                      <a:pt x="47" y="249"/>
                      <a:pt x="54" y="250"/>
                      <a:pt x="63" y="252"/>
                    </a:cubicBezTo>
                    <a:cubicBezTo>
                      <a:pt x="98" y="258"/>
                      <a:pt x="134" y="253"/>
                      <a:pt x="169" y="246"/>
                    </a:cubicBezTo>
                    <a:cubicBezTo>
                      <a:pt x="203" y="240"/>
                      <a:pt x="215" y="215"/>
                      <a:pt x="218" y="183"/>
                    </a:cubicBezTo>
                    <a:cubicBezTo>
                      <a:pt x="220" y="168"/>
                      <a:pt x="219" y="154"/>
                      <a:pt x="221" y="139"/>
                    </a:cubicBezTo>
                    <a:cubicBezTo>
                      <a:pt x="225" y="120"/>
                      <a:pt x="232" y="103"/>
                      <a:pt x="231" y="84"/>
                    </a:cubicBezTo>
                    <a:cubicBezTo>
                      <a:pt x="230" y="53"/>
                      <a:pt x="228" y="27"/>
                      <a:pt x="246" y="0"/>
                    </a:cubicBezTo>
                    <a:cubicBezTo>
                      <a:pt x="242" y="11"/>
                      <a:pt x="232" y="18"/>
                      <a:pt x="224" y="26"/>
                    </a:cubicBezTo>
                    <a:cubicBezTo>
                      <a:pt x="215" y="35"/>
                      <a:pt x="211" y="46"/>
                      <a:pt x="211" y="59"/>
                    </a:cubicBezTo>
                    <a:cubicBezTo>
                      <a:pt x="211" y="76"/>
                      <a:pt x="216" y="94"/>
                      <a:pt x="211" y="111"/>
                    </a:cubicBezTo>
                    <a:cubicBezTo>
                      <a:pt x="207" y="129"/>
                      <a:pt x="197" y="136"/>
                      <a:pt x="184" y="146"/>
                    </a:cubicBezTo>
                    <a:cubicBezTo>
                      <a:pt x="159" y="164"/>
                      <a:pt x="140" y="187"/>
                      <a:pt x="114" y="204"/>
                    </a:cubicBezTo>
                    <a:cubicBezTo>
                      <a:pt x="95" y="216"/>
                      <a:pt x="64" y="238"/>
                      <a:pt x="41" y="230"/>
                    </a:cubicBezTo>
                    <a:cubicBezTo>
                      <a:pt x="31" y="227"/>
                      <a:pt x="9" y="209"/>
                      <a:pt x="9" y="196"/>
                    </a:cubicBezTo>
                  </a:path>
                </a:pathLst>
              </a:custGeom>
              <a:solidFill>
                <a:srgbClr val="0058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" name="Freeform 1561">
                <a:extLst>
                  <a:ext uri="{FF2B5EF4-FFF2-40B4-BE49-F238E27FC236}">
                    <a16:creationId xmlns:a16="http://schemas.microsoft.com/office/drawing/2014/main" id="{BC087C7F-E794-4A99-BFD2-AA7D5BDB9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989"/>
                <a:ext cx="482" cy="168"/>
              </a:xfrm>
              <a:custGeom>
                <a:avLst/>
                <a:gdLst>
                  <a:gd name="T0" fmla="*/ 279 w 304"/>
                  <a:gd name="T1" fmla="*/ 379 h 106"/>
                  <a:gd name="T2" fmla="*/ 742 w 304"/>
                  <a:gd name="T3" fmla="*/ 87 h 106"/>
                  <a:gd name="T4" fmla="*/ 940 w 304"/>
                  <a:gd name="T5" fmla="*/ 258 h 106"/>
                  <a:gd name="T6" fmla="*/ 1180 w 304"/>
                  <a:gd name="T7" fmla="*/ 312 h 106"/>
                  <a:gd name="T8" fmla="*/ 1880 w 304"/>
                  <a:gd name="T9" fmla="*/ 239 h 106"/>
                  <a:gd name="T10" fmla="*/ 2172 w 304"/>
                  <a:gd name="T11" fmla="*/ 184 h 106"/>
                  <a:gd name="T12" fmla="*/ 2383 w 304"/>
                  <a:gd name="T13" fmla="*/ 0 h 106"/>
                  <a:gd name="T14" fmla="*/ 2408 w 304"/>
                  <a:gd name="T15" fmla="*/ 206 h 106"/>
                  <a:gd name="T16" fmla="*/ 2615 w 304"/>
                  <a:gd name="T17" fmla="*/ 422 h 106"/>
                  <a:gd name="T18" fmla="*/ 2860 w 304"/>
                  <a:gd name="T19" fmla="*/ 613 h 106"/>
                  <a:gd name="T20" fmla="*/ 3035 w 304"/>
                  <a:gd name="T21" fmla="*/ 753 h 106"/>
                  <a:gd name="T22" fmla="*/ 2635 w 304"/>
                  <a:gd name="T23" fmla="*/ 769 h 106"/>
                  <a:gd name="T24" fmla="*/ 1782 w 304"/>
                  <a:gd name="T25" fmla="*/ 593 h 106"/>
                  <a:gd name="T26" fmla="*/ 940 w 304"/>
                  <a:gd name="T27" fmla="*/ 1060 h 106"/>
                  <a:gd name="T28" fmla="*/ 734 w 304"/>
                  <a:gd name="T29" fmla="*/ 789 h 106"/>
                  <a:gd name="T30" fmla="*/ 0 w 304"/>
                  <a:gd name="T31" fmla="*/ 494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06">
                    <a:moveTo>
                      <a:pt x="28" y="38"/>
                    </a:moveTo>
                    <a:cubicBezTo>
                      <a:pt x="47" y="38"/>
                      <a:pt x="56" y="4"/>
                      <a:pt x="74" y="9"/>
                    </a:cubicBezTo>
                    <a:cubicBezTo>
                      <a:pt x="81" y="11"/>
                      <a:pt x="88" y="22"/>
                      <a:pt x="94" y="26"/>
                    </a:cubicBezTo>
                    <a:cubicBezTo>
                      <a:pt x="102" y="31"/>
                      <a:pt x="109" y="31"/>
                      <a:pt x="118" y="31"/>
                    </a:cubicBezTo>
                    <a:cubicBezTo>
                      <a:pt x="142" y="32"/>
                      <a:pt x="164" y="29"/>
                      <a:pt x="188" y="24"/>
                    </a:cubicBezTo>
                    <a:cubicBezTo>
                      <a:pt x="197" y="23"/>
                      <a:pt x="208" y="22"/>
                      <a:pt x="217" y="18"/>
                    </a:cubicBezTo>
                    <a:cubicBezTo>
                      <a:pt x="226" y="14"/>
                      <a:pt x="229" y="4"/>
                      <a:pt x="238" y="0"/>
                    </a:cubicBezTo>
                    <a:cubicBezTo>
                      <a:pt x="239" y="8"/>
                      <a:pt x="236" y="14"/>
                      <a:pt x="240" y="21"/>
                    </a:cubicBezTo>
                    <a:cubicBezTo>
                      <a:pt x="244" y="30"/>
                      <a:pt x="254" y="35"/>
                      <a:pt x="261" y="42"/>
                    </a:cubicBezTo>
                    <a:cubicBezTo>
                      <a:pt x="269" y="49"/>
                      <a:pt x="276" y="55"/>
                      <a:pt x="286" y="61"/>
                    </a:cubicBezTo>
                    <a:cubicBezTo>
                      <a:pt x="292" y="64"/>
                      <a:pt x="304" y="67"/>
                      <a:pt x="303" y="75"/>
                    </a:cubicBezTo>
                    <a:cubicBezTo>
                      <a:pt x="299" y="92"/>
                      <a:pt x="271" y="80"/>
                      <a:pt x="263" y="77"/>
                    </a:cubicBezTo>
                    <a:cubicBezTo>
                      <a:pt x="236" y="70"/>
                      <a:pt x="206" y="60"/>
                      <a:pt x="178" y="59"/>
                    </a:cubicBezTo>
                    <a:cubicBezTo>
                      <a:pt x="145" y="58"/>
                      <a:pt x="112" y="78"/>
                      <a:pt x="94" y="106"/>
                    </a:cubicBezTo>
                    <a:cubicBezTo>
                      <a:pt x="89" y="96"/>
                      <a:pt x="80" y="87"/>
                      <a:pt x="73" y="79"/>
                    </a:cubicBezTo>
                    <a:cubicBezTo>
                      <a:pt x="65" y="70"/>
                      <a:pt x="14" y="49"/>
                      <a:pt x="0" y="49"/>
                    </a:cubicBezTo>
                  </a:path>
                </a:pathLst>
              </a:custGeom>
              <a:solidFill>
                <a:srgbClr val="738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" name="Freeform 1562">
                <a:extLst>
                  <a:ext uri="{FF2B5EF4-FFF2-40B4-BE49-F238E27FC236}">
                    <a16:creationId xmlns:a16="http://schemas.microsoft.com/office/drawing/2014/main" id="{69A67982-1591-4075-8B1F-FBD21307A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045"/>
                <a:ext cx="79" cy="22"/>
              </a:xfrm>
              <a:custGeom>
                <a:avLst/>
                <a:gdLst>
                  <a:gd name="T0" fmla="*/ 224 w 50"/>
                  <a:gd name="T1" fmla="*/ 135 h 14"/>
                  <a:gd name="T2" fmla="*/ 21 w 50"/>
                  <a:gd name="T3" fmla="*/ 77 h 14"/>
                  <a:gd name="T4" fmla="*/ 202 w 50"/>
                  <a:gd name="T5" fmla="*/ 31 h 14"/>
                  <a:gd name="T6" fmla="*/ 495 w 50"/>
                  <a:gd name="T7" fmla="*/ 3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4">
                    <a:moveTo>
                      <a:pt x="23" y="14"/>
                    </a:moveTo>
                    <a:cubicBezTo>
                      <a:pt x="19" y="13"/>
                      <a:pt x="3" y="12"/>
                      <a:pt x="2" y="8"/>
                    </a:cubicBezTo>
                    <a:cubicBezTo>
                      <a:pt x="0" y="0"/>
                      <a:pt x="17" y="3"/>
                      <a:pt x="20" y="3"/>
                    </a:cubicBezTo>
                    <a:cubicBezTo>
                      <a:pt x="30" y="4"/>
                      <a:pt x="40" y="2"/>
                      <a:pt x="50" y="3"/>
                    </a:cubicBezTo>
                  </a:path>
                </a:pathLst>
              </a:custGeom>
              <a:solidFill>
                <a:srgbClr val="738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" name="Freeform 1563">
                <a:extLst>
                  <a:ext uri="{FF2B5EF4-FFF2-40B4-BE49-F238E27FC236}">
                    <a16:creationId xmlns:a16="http://schemas.microsoft.com/office/drawing/2014/main" id="{B7205A8B-50EB-4014-B51B-F43CEA369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359"/>
                <a:ext cx="46" cy="88"/>
              </a:xfrm>
              <a:custGeom>
                <a:avLst/>
                <a:gdLst>
                  <a:gd name="T0" fmla="*/ 0 w 29"/>
                  <a:gd name="T1" fmla="*/ 420 h 56"/>
                  <a:gd name="T2" fmla="*/ 271 w 29"/>
                  <a:gd name="T3" fmla="*/ 349 h 56"/>
                  <a:gd name="T4" fmla="*/ 40 w 29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6">
                    <a:moveTo>
                      <a:pt x="0" y="44"/>
                    </a:moveTo>
                    <a:cubicBezTo>
                      <a:pt x="7" y="56"/>
                      <a:pt x="25" y="49"/>
                      <a:pt x="27" y="36"/>
                    </a:cubicBezTo>
                    <a:cubicBezTo>
                      <a:pt x="29" y="25"/>
                      <a:pt x="12" y="7"/>
                      <a:pt x="4" y="0"/>
                    </a:cubicBezTo>
                  </a:path>
                </a:pathLst>
              </a:custGeom>
              <a:solidFill>
                <a:srgbClr val="004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" name="Freeform 1564">
                <a:extLst>
                  <a:ext uri="{FF2B5EF4-FFF2-40B4-BE49-F238E27FC236}">
                    <a16:creationId xmlns:a16="http://schemas.microsoft.com/office/drawing/2014/main" id="{92BE4EA0-C83F-4DB1-8616-6F96AF939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269"/>
                <a:ext cx="44" cy="92"/>
              </a:xfrm>
              <a:custGeom>
                <a:avLst/>
                <a:gdLst>
                  <a:gd name="T0" fmla="*/ 0 w 28"/>
                  <a:gd name="T1" fmla="*/ 422 h 58"/>
                  <a:gd name="T2" fmla="*/ 237 w 28"/>
                  <a:gd name="T3" fmla="*/ 355 h 58"/>
                  <a:gd name="T4" fmla="*/ 35 w 28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8">
                    <a:moveTo>
                      <a:pt x="0" y="42"/>
                    </a:moveTo>
                    <a:cubicBezTo>
                      <a:pt x="7" y="58"/>
                      <a:pt x="22" y="46"/>
                      <a:pt x="25" y="35"/>
                    </a:cubicBezTo>
                    <a:cubicBezTo>
                      <a:pt x="28" y="20"/>
                      <a:pt x="14" y="8"/>
                      <a:pt x="4" y="0"/>
                    </a:cubicBezTo>
                  </a:path>
                </a:pathLst>
              </a:custGeom>
              <a:solidFill>
                <a:srgbClr val="004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" name="Freeform 1565">
                <a:extLst>
                  <a:ext uri="{FF2B5EF4-FFF2-40B4-BE49-F238E27FC236}">
                    <a16:creationId xmlns:a16="http://schemas.microsoft.com/office/drawing/2014/main" id="{096BEB54-34DB-4F72-8265-986A4021B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3040"/>
                <a:ext cx="302" cy="61"/>
              </a:xfrm>
              <a:custGeom>
                <a:avLst/>
                <a:gdLst>
                  <a:gd name="T0" fmla="*/ 0 w 191"/>
                  <a:gd name="T1" fmla="*/ 83 h 39"/>
                  <a:gd name="T2" fmla="*/ 202 w 191"/>
                  <a:gd name="T3" fmla="*/ 233 h 39"/>
                  <a:gd name="T4" fmla="*/ 440 w 191"/>
                  <a:gd name="T5" fmla="*/ 338 h 39"/>
                  <a:gd name="T6" fmla="*/ 666 w 191"/>
                  <a:gd name="T7" fmla="*/ 216 h 39"/>
                  <a:gd name="T8" fmla="*/ 958 w 191"/>
                  <a:gd name="T9" fmla="*/ 130 h 39"/>
                  <a:gd name="T10" fmla="*/ 1580 w 191"/>
                  <a:gd name="T11" fmla="*/ 117 h 39"/>
                  <a:gd name="T12" fmla="*/ 1755 w 191"/>
                  <a:gd name="T13" fmla="*/ 13 h 39"/>
                  <a:gd name="T14" fmla="*/ 1410 w 191"/>
                  <a:gd name="T15" fmla="*/ 34 h 39"/>
                  <a:gd name="T16" fmla="*/ 938 w 191"/>
                  <a:gd name="T17" fmla="*/ 75 h 39"/>
                  <a:gd name="T18" fmla="*/ 474 w 191"/>
                  <a:gd name="T19" fmla="*/ 117 h 39"/>
                  <a:gd name="T20" fmla="*/ 206 w 191"/>
                  <a:gd name="T21" fmla="*/ 48 h 39"/>
                  <a:gd name="T22" fmla="*/ 52 w 191"/>
                  <a:gd name="T23" fmla="*/ 31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1" h="39">
                    <a:moveTo>
                      <a:pt x="0" y="9"/>
                    </a:moveTo>
                    <a:cubicBezTo>
                      <a:pt x="7" y="14"/>
                      <a:pt x="13" y="20"/>
                      <a:pt x="20" y="25"/>
                    </a:cubicBezTo>
                    <a:cubicBezTo>
                      <a:pt x="29" y="31"/>
                      <a:pt x="30" y="39"/>
                      <a:pt x="44" y="36"/>
                    </a:cubicBezTo>
                    <a:cubicBezTo>
                      <a:pt x="52" y="34"/>
                      <a:pt x="59" y="27"/>
                      <a:pt x="67" y="23"/>
                    </a:cubicBezTo>
                    <a:cubicBezTo>
                      <a:pt x="76" y="18"/>
                      <a:pt x="86" y="16"/>
                      <a:pt x="97" y="14"/>
                    </a:cubicBezTo>
                    <a:cubicBezTo>
                      <a:pt x="117" y="11"/>
                      <a:pt x="140" y="9"/>
                      <a:pt x="160" y="13"/>
                    </a:cubicBezTo>
                    <a:cubicBezTo>
                      <a:pt x="174" y="16"/>
                      <a:pt x="191" y="20"/>
                      <a:pt x="178" y="1"/>
                    </a:cubicBezTo>
                    <a:cubicBezTo>
                      <a:pt x="172" y="15"/>
                      <a:pt x="154" y="5"/>
                      <a:pt x="143" y="4"/>
                    </a:cubicBezTo>
                    <a:cubicBezTo>
                      <a:pt x="128" y="4"/>
                      <a:pt x="110" y="7"/>
                      <a:pt x="95" y="8"/>
                    </a:cubicBezTo>
                    <a:cubicBezTo>
                      <a:pt x="79" y="10"/>
                      <a:pt x="64" y="15"/>
                      <a:pt x="48" y="13"/>
                    </a:cubicBezTo>
                    <a:cubicBezTo>
                      <a:pt x="37" y="12"/>
                      <a:pt x="30" y="10"/>
                      <a:pt x="21" y="5"/>
                    </a:cubicBezTo>
                    <a:cubicBezTo>
                      <a:pt x="15" y="3"/>
                      <a:pt x="11" y="0"/>
                      <a:pt x="5" y="3"/>
                    </a:cubicBezTo>
                  </a:path>
                </a:pathLst>
              </a:custGeom>
              <a:solidFill>
                <a:srgbClr val="B7C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" name="Freeform 1566">
                <a:extLst>
                  <a:ext uri="{FF2B5EF4-FFF2-40B4-BE49-F238E27FC236}">
                    <a16:creationId xmlns:a16="http://schemas.microsoft.com/office/drawing/2014/main" id="{9B56AB4F-D043-4FC8-B6B4-3C632C37F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064"/>
                <a:ext cx="15" cy="7"/>
              </a:xfrm>
              <a:custGeom>
                <a:avLst/>
                <a:gdLst>
                  <a:gd name="T0" fmla="*/ 0 w 9"/>
                  <a:gd name="T1" fmla="*/ 11 h 5"/>
                  <a:gd name="T2" fmla="*/ 13 w 9"/>
                  <a:gd name="T3" fmla="*/ 28 h 5"/>
                  <a:gd name="T4" fmla="*/ 117 w 9"/>
                  <a:gd name="T5" fmla="*/ 11 h 5"/>
                  <a:gd name="T6" fmla="*/ 55 w 9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4" y="5"/>
                      <a:pt x="7" y="4"/>
                      <a:pt x="9" y="2"/>
                    </a:cubicBezTo>
                    <a:cubicBezTo>
                      <a:pt x="8" y="0"/>
                      <a:pt x="6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" name="Freeform 1567">
                <a:extLst>
                  <a:ext uri="{FF2B5EF4-FFF2-40B4-BE49-F238E27FC236}">
                    <a16:creationId xmlns:a16="http://schemas.microsoft.com/office/drawing/2014/main" id="{22BCC173-B6EF-434A-9260-2E4F5A6A1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266"/>
                <a:ext cx="122" cy="180"/>
              </a:xfrm>
              <a:custGeom>
                <a:avLst/>
                <a:gdLst>
                  <a:gd name="T0" fmla="*/ 21 w 77"/>
                  <a:gd name="T1" fmla="*/ 529 h 114"/>
                  <a:gd name="T2" fmla="*/ 429 w 77"/>
                  <a:gd name="T3" fmla="*/ 13 h 114"/>
                  <a:gd name="T4" fmla="*/ 751 w 77"/>
                  <a:gd name="T5" fmla="*/ 591 h 114"/>
                  <a:gd name="T6" fmla="*/ 341 w 77"/>
                  <a:gd name="T7" fmla="*/ 1107 h 114"/>
                  <a:gd name="T8" fmla="*/ 21 w 77"/>
                  <a:gd name="T9" fmla="*/ 529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4">
                    <a:moveTo>
                      <a:pt x="2" y="54"/>
                    </a:moveTo>
                    <a:cubicBezTo>
                      <a:pt x="4" y="24"/>
                      <a:pt x="23" y="0"/>
                      <a:pt x="43" y="1"/>
                    </a:cubicBezTo>
                    <a:cubicBezTo>
                      <a:pt x="63" y="3"/>
                      <a:pt x="77" y="29"/>
                      <a:pt x="75" y="60"/>
                    </a:cubicBezTo>
                    <a:cubicBezTo>
                      <a:pt x="73" y="91"/>
                      <a:pt x="54" y="114"/>
                      <a:pt x="34" y="113"/>
                    </a:cubicBezTo>
                    <a:cubicBezTo>
                      <a:pt x="14" y="111"/>
                      <a:pt x="0" y="85"/>
                      <a:pt x="2" y="54"/>
                    </a:cubicBezTo>
                    <a:close/>
                  </a:path>
                </a:pathLst>
              </a:custGeom>
              <a:solidFill>
                <a:srgbClr val="004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" name="Freeform 1568">
                <a:extLst>
                  <a:ext uri="{FF2B5EF4-FFF2-40B4-BE49-F238E27FC236}">
                    <a16:creationId xmlns:a16="http://schemas.microsoft.com/office/drawing/2014/main" id="{DA94A15E-439B-46E1-A3C2-1057F66E6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3242"/>
                <a:ext cx="124" cy="180"/>
              </a:xfrm>
              <a:custGeom>
                <a:avLst/>
                <a:gdLst>
                  <a:gd name="T0" fmla="*/ 21 w 78"/>
                  <a:gd name="T1" fmla="*/ 529 h 114"/>
                  <a:gd name="T2" fmla="*/ 434 w 78"/>
                  <a:gd name="T3" fmla="*/ 13 h 114"/>
                  <a:gd name="T4" fmla="*/ 758 w 78"/>
                  <a:gd name="T5" fmla="*/ 591 h 114"/>
                  <a:gd name="T6" fmla="*/ 356 w 78"/>
                  <a:gd name="T7" fmla="*/ 1107 h 114"/>
                  <a:gd name="T8" fmla="*/ 21 w 78"/>
                  <a:gd name="T9" fmla="*/ 529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14">
                    <a:moveTo>
                      <a:pt x="2" y="54"/>
                    </a:moveTo>
                    <a:cubicBezTo>
                      <a:pt x="5" y="24"/>
                      <a:pt x="23" y="0"/>
                      <a:pt x="43" y="1"/>
                    </a:cubicBezTo>
                    <a:cubicBezTo>
                      <a:pt x="63" y="3"/>
                      <a:pt x="78" y="29"/>
                      <a:pt x="75" y="60"/>
                    </a:cubicBezTo>
                    <a:cubicBezTo>
                      <a:pt x="73" y="91"/>
                      <a:pt x="55" y="114"/>
                      <a:pt x="35" y="113"/>
                    </a:cubicBezTo>
                    <a:cubicBezTo>
                      <a:pt x="14" y="111"/>
                      <a:pt x="0" y="85"/>
                      <a:pt x="2" y="54"/>
                    </a:cubicBezTo>
                    <a:close/>
                  </a:path>
                </a:pathLst>
              </a:custGeom>
              <a:solidFill>
                <a:srgbClr val="8EA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" name="Freeform 1569">
                <a:extLst>
                  <a:ext uri="{FF2B5EF4-FFF2-40B4-BE49-F238E27FC236}">
                    <a16:creationId xmlns:a16="http://schemas.microsoft.com/office/drawing/2014/main" id="{4C0D8994-02CC-48F4-B3BB-104F1F36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3253"/>
                <a:ext cx="124" cy="180"/>
              </a:xfrm>
              <a:custGeom>
                <a:avLst/>
                <a:gdLst>
                  <a:gd name="T0" fmla="*/ 21 w 78"/>
                  <a:gd name="T1" fmla="*/ 529 h 114"/>
                  <a:gd name="T2" fmla="*/ 434 w 78"/>
                  <a:gd name="T3" fmla="*/ 13 h 114"/>
                  <a:gd name="T4" fmla="*/ 758 w 78"/>
                  <a:gd name="T5" fmla="*/ 591 h 114"/>
                  <a:gd name="T6" fmla="*/ 356 w 78"/>
                  <a:gd name="T7" fmla="*/ 1107 h 114"/>
                  <a:gd name="T8" fmla="*/ 21 w 78"/>
                  <a:gd name="T9" fmla="*/ 529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14">
                    <a:moveTo>
                      <a:pt x="2" y="54"/>
                    </a:moveTo>
                    <a:cubicBezTo>
                      <a:pt x="5" y="23"/>
                      <a:pt x="23" y="0"/>
                      <a:pt x="43" y="1"/>
                    </a:cubicBezTo>
                    <a:cubicBezTo>
                      <a:pt x="63" y="3"/>
                      <a:pt x="78" y="29"/>
                      <a:pt x="75" y="60"/>
                    </a:cubicBezTo>
                    <a:cubicBezTo>
                      <a:pt x="73" y="90"/>
                      <a:pt x="55" y="114"/>
                      <a:pt x="35" y="113"/>
                    </a:cubicBezTo>
                    <a:cubicBezTo>
                      <a:pt x="14" y="111"/>
                      <a:pt x="0" y="85"/>
                      <a:pt x="2" y="54"/>
                    </a:cubicBezTo>
                    <a:close/>
                  </a:path>
                </a:pathLst>
              </a:custGeom>
              <a:solidFill>
                <a:srgbClr val="E29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" name="Freeform 1570">
                <a:extLst>
                  <a:ext uri="{FF2B5EF4-FFF2-40B4-BE49-F238E27FC236}">
                    <a16:creationId xmlns:a16="http://schemas.microsoft.com/office/drawing/2014/main" id="{C49E9A28-3A9C-452A-86C3-2A274D9F6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296"/>
                <a:ext cx="91" cy="125"/>
              </a:xfrm>
              <a:custGeom>
                <a:avLst/>
                <a:gdLst>
                  <a:gd name="T0" fmla="*/ 0 w 57"/>
                  <a:gd name="T1" fmla="*/ 443 h 79"/>
                  <a:gd name="T2" fmla="*/ 0 w 57"/>
                  <a:gd name="T3" fmla="*/ 546 h 79"/>
                  <a:gd name="T4" fmla="*/ 247 w 57"/>
                  <a:gd name="T5" fmla="*/ 764 h 79"/>
                  <a:gd name="T6" fmla="*/ 589 w 57"/>
                  <a:gd name="T7" fmla="*/ 335 h 79"/>
                  <a:gd name="T8" fmla="*/ 589 w 57"/>
                  <a:gd name="T9" fmla="*/ 237 h 79"/>
                  <a:gd name="T10" fmla="*/ 350 w 57"/>
                  <a:gd name="T11" fmla="*/ 13 h 79"/>
                  <a:gd name="T12" fmla="*/ 0 w 57"/>
                  <a:gd name="T13" fmla="*/ 443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79">
                    <a:moveTo>
                      <a:pt x="0" y="45"/>
                    </a:moveTo>
                    <a:cubicBezTo>
                      <a:pt x="0" y="48"/>
                      <a:pt x="0" y="51"/>
                      <a:pt x="0" y="55"/>
                    </a:cubicBezTo>
                    <a:cubicBezTo>
                      <a:pt x="5" y="68"/>
                      <a:pt x="13" y="77"/>
                      <a:pt x="24" y="77"/>
                    </a:cubicBezTo>
                    <a:cubicBezTo>
                      <a:pt x="40" y="79"/>
                      <a:pt x="55" y="59"/>
                      <a:pt x="57" y="34"/>
                    </a:cubicBezTo>
                    <a:cubicBezTo>
                      <a:pt x="57" y="30"/>
                      <a:pt x="57" y="27"/>
                      <a:pt x="57" y="24"/>
                    </a:cubicBezTo>
                    <a:cubicBezTo>
                      <a:pt x="53" y="11"/>
                      <a:pt x="44" y="2"/>
                      <a:pt x="34" y="1"/>
                    </a:cubicBezTo>
                    <a:cubicBezTo>
                      <a:pt x="17" y="0"/>
                      <a:pt x="2" y="19"/>
                      <a:pt x="0" y="45"/>
                    </a:cubicBezTo>
                    <a:close/>
                  </a:path>
                </a:pathLst>
              </a:custGeom>
              <a:solidFill>
                <a:srgbClr val="D56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" name="Freeform 1571">
                <a:extLst>
                  <a:ext uri="{FF2B5EF4-FFF2-40B4-BE49-F238E27FC236}">
                    <a16:creationId xmlns:a16="http://schemas.microsoft.com/office/drawing/2014/main" id="{E6677095-46B0-43F9-ADF8-865B73873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299"/>
                <a:ext cx="25" cy="27"/>
              </a:xfrm>
              <a:custGeom>
                <a:avLst/>
                <a:gdLst>
                  <a:gd name="T0" fmla="*/ 13 w 16"/>
                  <a:gd name="T1" fmla="*/ 83 h 17"/>
                  <a:gd name="T2" fmla="*/ 83 w 16"/>
                  <a:gd name="T3" fmla="*/ 0 h 17"/>
                  <a:gd name="T4" fmla="*/ 148 w 16"/>
                  <a:gd name="T5" fmla="*/ 89 h 17"/>
                  <a:gd name="T6" fmla="*/ 66 w 16"/>
                  <a:gd name="T7" fmla="*/ 172 h 17"/>
                  <a:gd name="T8" fmla="*/ 13 w 16"/>
                  <a:gd name="T9" fmla="*/ 8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" y="8"/>
                    </a:moveTo>
                    <a:cubicBezTo>
                      <a:pt x="1" y="3"/>
                      <a:pt x="5" y="0"/>
                      <a:pt x="9" y="0"/>
                    </a:cubicBezTo>
                    <a:cubicBezTo>
                      <a:pt x="13" y="0"/>
                      <a:pt x="16" y="4"/>
                      <a:pt x="16" y="9"/>
                    </a:cubicBezTo>
                    <a:cubicBezTo>
                      <a:pt x="15" y="14"/>
                      <a:pt x="11" y="17"/>
                      <a:pt x="7" y="17"/>
                    </a:cubicBezTo>
                    <a:cubicBezTo>
                      <a:pt x="3" y="17"/>
                      <a:pt x="0" y="13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" name="Freeform 1572">
                <a:extLst>
                  <a:ext uri="{FF2B5EF4-FFF2-40B4-BE49-F238E27FC236}">
                    <a16:creationId xmlns:a16="http://schemas.microsoft.com/office/drawing/2014/main" id="{C2B49933-8049-4580-988E-88E61F42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293"/>
                <a:ext cx="18" cy="17"/>
              </a:xfrm>
              <a:custGeom>
                <a:avLst/>
                <a:gdLst>
                  <a:gd name="T0" fmla="*/ 0 w 11"/>
                  <a:gd name="T1" fmla="*/ 45 h 11"/>
                  <a:gd name="T2" fmla="*/ 70 w 11"/>
                  <a:gd name="T3" fmla="*/ 0 h 11"/>
                  <a:gd name="T4" fmla="*/ 126 w 11"/>
                  <a:gd name="T5" fmla="*/ 53 h 11"/>
                  <a:gd name="T6" fmla="*/ 56 w 11"/>
                  <a:gd name="T7" fmla="*/ 96 h 11"/>
                  <a:gd name="T8" fmla="*/ 0 w 11"/>
                  <a:gd name="T9" fmla="*/ 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0" y="8"/>
                      <a:pt x="8" y="11"/>
                      <a:pt x="5" y="11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" name="Freeform 1573">
                <a:extLst>
                  <a:ext uri="{FF2B5EF4-FFF2-40B4-BE49-F238E27FC236}">
                    <a16:creationId xmlns:a16="http://schemas.microsoft.com/office/drawing/2014/main" id="{208F42F5-4197-4E67-9CBA-2577A8894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356"/>
                <a:ext cx="68" cy="76"/>
              </a:xfrm>
              <a:custGeom>
                <a:avLst/>
                <a:gdLst>
                  <a:gd name="T0" fmla="*/ 427 w 43"/>
                  <a:gd name="T1" fmla="*/ 0 h 48"/>
                  <a:gd name="T2" fmla="*/ 0 w 43"/>
                  <a:gd name="T3" fmla="*/ 340 h 48"/>
                  <a:gd name="T4" fmla="*/ 427 w 43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8">
                    <a:moveTo>
                      <a:pt x="43" y="0"/>
                    </a:moveTo>
                    <a:cubicBezTo>
                      <a:pt x="34" y="42"/>
                      <a:pt x="13" y="48"/>
                      <a:pt x="0" y="34"/>
                    </a:cubicBezTo>
                    <a:cubicBezTo>
                      <a:pt x="10" y="34"/>
                      <a:pt x="30" y="29"/>
                      <a:pt x="43" y="0"/>
                    </a:cubicBezTo>
                    <a:close/>
                  </a:path>
                </a:pathLst>
              </a:custGeom>
              <a:solidFill>
                <a:srgbClr val="C626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" name="Freeform 1574">
                <a:extLst>
                  <a:ext uri="{FF2B5EF4-FFF2-40B4-BE49-F238E27FC236}">
                    <a16:creationId xmlns:a16="http://schemas.microsoft.com/office/drawing/2014/main" id="{7F85ABEC-EEE3-4D9F-A209-558265C58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252"/>
                <a:ext cx="92" cy="91"/>
              </a:xfrm>
              <a:custGeom>
                <a:avLst/>
                <a:gdLst>
                  <a:gd name="T0" fmla="*/ 495 w 58"/>
                  <a:gd name="T1" fmla="*/ 231 h 58"/>
                  <a:gd name="T2" fmla="*/ 224 w 58"/>
                  <a:gd name="T3" fmla="*/ 31 h 58"/>
                  <a:gd name="T4" fmla="*/ 203 w 58"/>
                  <a:gd name="T5" fmla="*/ 320 h 58"/>
                  <a:gd name="T6" fmla="*/ 430 w 58"/>
                  <a:gd name="T7" fmla="*/ 533 h 58"/>
                  <a:gd name="T8" fmla="*/ 495 w 58"/>
                  <a:gd name="T9" fmla="*/ 231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49" y="24"/>
                    </a:moveTo>
                    <a:cubicBezTo>
                      <a:pt x="48" y="20"/>
                      <a:pt x="44" y="0"/>
                      <a:pt x="22" y="3"/>
                    </a:cubicBezTo>
                    <a:cubicBezTo>
                      <a:pt x="0" y="7"/>
                      <a:pt x="14" y="25"/>
                      <a:pt x="20" y="34"/>
                    </a:cubicBezTo>
                    <a:cubicBezTo>
                      <a:pt x="26" y="43"/>
                      <a:pt x="25" y="58"/>
                      <a:pt x="43" y="56"/>
                    </a:cubicBezTo>
                    <a:cubicBezTo>
                      <a:pt x="58" y="54"/>
                      <a:pt x="54" y="36"/>
                      <a:pt x="49" y="24"/>
                    </a:cubicBezTo>
                    <a:close/>
                  </a:path>
                </a:pathLst>
              </a:custGeom>
              <a:solidFill>
                <a:srgbClr val="7BB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" name="Freeform 1575">
                <a:extLst>
                  <a:ext uri="{FF2B5EF4-FFF2-40B4-BE49-F238E27FC236}">
                    <a16:creationId xmlns:a16="http://schemas.microsoft.com/office/drawing/2014/main" id="{0BB17521-7619-4B80-972A-789142D54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3256"/>
                <a:ext cx="73" cy="84"/>
              </a:xfrm>
              <a:custGeom>
                <a:avLst/>
                <a:gdLst>
                  <a:gd name="T0" fmla="*/ 52 w 46"/>
                  <a:gd name="T1" fmla="*/ 63 h 53"/>
                  <a:gd name="T2" fmla="*/ 141 w 46"/>
                  <a:gd name="T3" fmla="*/ 13 h 53"/>
                  <a:gd name="T4" fmla="*/ 259 w 46"/>
                  <a:gd name="T5" fmla="*/ 21 h 53"/>
                  <a:gd name="T6" fmla="*/ 400 w 46"/>
                  <a:gd name="T7" fmla="*/ 203 h 53"/>
                  <a:gd name="T8" fmla="*/ 400 w 46"/>
                  <a:gd name="T9" fmla="*/ 206 h 53"/>
                  <a:gd name="T10" fmla="*/ 411 w 46"/>
                  <a:gd name="T11" fmla="*/ 494 h 53"/>
                  <a:gd name="T12" fmla="*/ 343 w 46"/>
                  <a:gd name="T13" fmla="*/ 517 h 53"/>
                  <a:gd name="T14" fmla="*/ 184 w 46"/>
                  <a:gd name="T15" fmla="*/ 390 h 53"/>
                  <a:gd name="T16" fmla="*/ 132 w 46"/>
                  <a:gd name="T17" fmla="*/ 312 h 53"/>
                  <a:gd name="T18" fmla="*/ 52 w 46"/>
                  <a:gd name="T19" fmla="*/ 63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53">
                    <a:moveTo>
                      <a:pt x="5" y="6"/>
                    </a:moveTo>
                    <a:cubicBezTo>
                      <a:pt x="6" y="3"/>
                      <a:pt x="9" y="2"/>
                      <a:pt x="14" y="1"/>
                    </a:cubicBezTo>
                    <a:cubicBezTo>
                      <a:pt x="19" y="0"/>
                      <a:pt x="23" y="1"/>
                      <a:pt x="26" y="2"/>
                    </a:cubicBezTo>
                    <a:cubicBezTo>
                      <a:pt x="35" y="6"/>
                      <a:pt x="39" y="16"/>
                      <a:pt x="40" y="20"/>
                    </a:cubicBezTo>
                    <a:cubicBezTo>
                      <a:pt x="40" y="20"/>
                      <a:pt x="40" y="21"/>
                      <a:pt x="40" y="21"/>
                    </a:cubicBezTo>
                    <a:cubicBezTo>
                      <a:pt x="42" y="28"/>
                      <a:pt x="46" y="43"/>
                      <a:pt x="41" y="49"/>
                    </a:cubicBezTo>
                    <a:cubicBezTo>
                      <a:pt x="39" y="51"/>
                      <a:pt x="37" y="52"/>
                      <a:pt x="34" y="52"/>
                    </a:cubicBezTo>
                    <a:cubicBezTo>
                      <a:pt x="23" y="53"/>
                      <a:pt x="21" y="47"/>
                      <a:pt x="18" y="39"/>
                    </a:cubicBezTo>
                    <a:cubicBezTo>
                      <a:pt x="16" y="36"/>
                      <a:pt x="15" y="33"/>
                      <a:pt x="13" y="31"/>
                    </a:cubicBezTo>
                    <a:cubicBezTo>
                      <a:pt x="9" y="25"/>
                      <a:pt x="0" y="13"/>
                      <a:pt x="5" y="6"/>
                    </a:cubicBezTo>
                    <a:close/>
                  </a:path>
                </a:pathLst>
              </a:custGeom>
              <a:solidFill>
                <a:srgbClr val="CED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" name="Freeform 1576">
                <a:extLst>
                  <a:ext uri="{FF2B5EF4-FFF2-40B4-BE49-F238E27FC236}">
                    <a16:creationId xmlns:a16="http://schemas.microsoft.com/office/drawing/2014/main" id="{AC39E7F1-1D3E-4A41-9B10-9B0E03B56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3261"/>
                <a:ext cx="57" cy="74"/>
              </a:xfrm>
              <a:custGeom>
                <a:avLst/>
                <a:gdLst>
                  <a:gd name="T0" fmla="*/ 326 w 36"/>
                  <a:gd name="T1" fmla="*/ 406 h 47"/>
                  <a:gd name="T2" fmla="*/ 226 w 36"/>
                  <a:gd name="T3" fmla="*/ 427 h 47"/>
                  <a:gd name="T4" fmla="*/ 347 w 36"/>
                  <a:gd name="T5" fmla="*/ 375 h 47"/>
                  <a:gd name="T6" fmla="*/ 358 w 36"/>
                  <a:gd name="T7" fmla="*/ 332 h 47"/>
                  <a:gd name="T8" fmla="*/ 258 w 36"/>
                  <a:gd name="T9" fmla="*/ 332 h 47"/>
                  <a:gd name="T10" fmla="*/ 340 w 36"/>
                  <a:gd name="T11" fmla="*/ 290 h 47"/>
                  <a:gd name="T12" fmla="*/ 310 w 36"/>
                  <a:gd name="T13" fmla="*/ 238 h 47"/>
                  <a:gd name="T14" fmla="*/ 150 w 36"/>
                  <a:gd name="T15" fmla="*/ 271 h 47"/>
                  <a:gd name="T16" fmla="*/ 291 w 36"/>
                  <a:gd name="T17" fmla="*/ 224 h 47"/>
                  <a:gd name="T18" fmla="*/ 271 w 36"/>
                  <a:gd name="T19" fmla="*/ 151 h 47"/>
                  <a:gd name="T20" fmla="*/ 138 w 36"/>
                  <a:gd name="T21" fmla="*/ 172 h 47"/>
                  <a:gd name="T22" fmla="*/ 258 w 36"/>
                  <a:gd name="T23" fmla="*/ 137 h 47"/>
                  <a:gd name="T24" fmla="*/ 238 w 36"/>
                  <a:gd name="T25" fmla="*/ 96 h 47"/>
                  <a:gd name="T26" fmla="*/ 158 w 36"/>
                  <a:gd name="T27" fmla="*/ 96 h 47"/>
                  <a:gd name="T28" fmla="*/ 238 w 36"/>
                  <a:gd name="T29" fmla="*/ 68 h 47"/>
                  <a:gd name="T30" fmla="*/ 226 w 36"/>
                  <a:gd name="T31" fmla="*/ 31 h 47"/>
                  <a:gd name="T32" fmla="*/ 171 w 36"/>
                  <a:gd name="T33" fmla="*/ 31 h 47"/>
                  <a:gd name="T34" fmla="*/ 184 w 36"/>
                  <a:gd name="T35" fmla="*/ 13 h 47"/>
                  <a:gd name="T36" fmla="*/ 87 w 36"/>
                  <a:gd name="T37" fmla="*/ 0 h 47"/>
                  <a:gd name="T38" fmla="*/ 87 w 36"/>
                  <a:gd name="T39" fmla="*/ 68 h 47"/>
                  <a:gd name="T40" fmla="*/ 87 w 36"/>
                  <a:gd name="T41" fmla="*/ 87 h 47"/>
                  <a:gd name="T42" fmla="*/ 13 w 36"/>
                  <a:gd name="T43" fmla="*/ 137 h 47"/>
                  <a:gd name="T44" fmla="*/ 158 w 36"/>
                  <a:gd name="T45" fmla="*/ 121 h 47"/>
                  <a:gd name="T46" fmla="*/ 158 w 36"/>
                  <a:gd name="T47" fmla="*/ 148 h 47"/>
                  <a:gd name="T48" fmla="*/ 68 w 36"/>
                  <a:gd name="T49" fmla="*/ 191 h 47"/>
                  <a:gd name="T50" fmla="*/ 238 w 36"/>
                  <a:gd name="T51" fmla="*/ 184 h 47"/>
                  <a:gd name="T52" fmla="*/ 250 w 36"/>
                  <a:gd name="T53" fmla="*/ 203 h 47"/>
                  <a:gd name="T54" fmla="*/ 87 w 36"/>
                  <a:gd name="T55" fmla="*/ 265 h 47"/>
                  <a:gd name="T56" fmla="*/ 150 w 36"/>
                  <a:gd name="T57" fmla="*/ 307 h 47"/>
                  <a:gd name="T58" fmla="*/ 158 w 36"/>
                  <a:gd name="T59" fmla="*/ 332 h 47"/>
                  <a:gd name="T60" fmla="*/ 138 w 36"/>
                  <a:gd name="T61" fmla="*/ 367 h 47"/>
                  <a:gd name="T62" fmla="*/ 206 w 36"/>
                  <a:gd name="T63" fmla="*/ 375 h 47"/>
                  <a:gd name="T64" fmla="*/ 258 w 36"/>
                  <a:gd name="T65" fmla="*/ 387 h 47"/>
                  <a:gd name="T66" fmla="*/ 184 w 36"/>
                  <a:gd name="T67" fmla="*/ 427 h 47"/>
                  <a:gd name="T68" fmla="*/ 340 w 36"/>
                  <a:gd name="T69" fmla="*/ 417 h 4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6" h="47">
                    <a:moveTo>
                      <a:pt x="34" y="43"/>
                    </a:moveTo>
                    <a:cubicBezTo>
                      <a:pt x="34" y="43"/>
                      <a:pt x="34" y="42"/>
                      <a:pt x="33" y="42"/>
                    </a:cubicBezTo>
                    <a:cubicBezTo>
                      <a:pt x="31" y="42"/>
                      <a:pt x="30" y="43"/>
                      <a:pt x="28" y="43"/>
                    </a:cubicBezTo>
                    <a:cubicBezTo>
                      <a:pt x="27" y="44"/>
                      <a:pt x="24" y="45"/>
                      <a:pt x="23" y="44"/>
                    </a:cubicBezTo>
                    <a:cubicBezTo>
                      <a:pt x="21" y="42"/>
                      <a:pt x="28" y="42"/>
                      <a:pt x="30" y="41"/>
                    </a:cubicBezTo>
                    <a:cubicBezTo>
                      <a:pt x="32" y="41"/>
                      <a:pt x="34" y="40"/>
                      <a:pt x="35" y="39"/>
                    </a:cubicBezTo>
                    <a:cubicBezTo>
                      <a:pt x="35" y="39"/>
                      <a:pt x="36" y="38"/>
                      <a:pt x="36" y="38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5" y="33"/>
                      <a:pt x="34" y="33"/>
                      <a:pt x="33" y="33"/>
                    </a:cubicBezTo>
                    <a:cubicBezTo>
                      <a:pt x="31" y="33"/>
                      <a:pt x="28" y="34"/>
                      <a:pt x="26" y="34"/>
                    </a:cubicBezTo>
                    <a:cubicBezTo>
                      <a:pt x="23" y="35"/>
                      <a:pt x="23" y="33"/>
                      <a:pt x="25" y="33"/>
                    </a:cubicBezTo>
                    <a:cubicBezTo>
                      <a:pt x="27" y="32"/>
                      <a:pt x="33" y="31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5" y="28"/>
                      <a:pt x="33" y="24"/>
                      <a:pt x="31" y="25"/>
                    </a:cubicBezTo>
                    <a:cubicBezTo>
                      <a:pt x="27" y="26"/>
                      <a:pt x="21" y="28"/>
                      <a:pt x="19" y="28"/>
                    </a:cubicBezTo>
                    <a:cubicBezTo>
                      <a:pt x="16" y="29"/>
                      <a:pt x="15" y="28"/>
                      <a:pt x="15" y="28"/>
                    </a:cubicBezTo>
                    <a:cubicBezTo>
                      <a:pt x="15" y="27"/>
                      <a:pt x="15" y="26"/>
                      <a:pt x="17" y="26"/>
                    </a:cubicBezTo>
                    <a:cubicBezTo>
                      <a:pt x="19" y="25"/>
                      <a:pt x="25" y="24"/>
                      <a:pt x="29" y="23"/>
                    </a:cubicBezTo>
                    <a:cubicBezTo>
                      <a:pt x="30" y="23"/>
                      <a:pt x="32" y="23"/>
                      <a:pt x="31" y="19"/>
                    </a:cubicBezTo>
                    <a:cubicBezTo>
                      <a:pt x="30" y="15"/>
                      <a:pt x="28" y="16"/>
                      <a:pt x="27" y="16"/>
                    </a:cubicBezTo>
                    <a:cubicBezTo>
                      <a:pt x="23" y="17"/>
                      <a:pt x="17" y="18"/>
                      <a:pt x="16" y="19"/>
                    </a:cubicBezTo>
                    <a:cubicBezTo>
                      <a:pt x="15" y="19"/>
                      <a:pt x="14" y="19"/>
                      <a:pt x="14" y="18"/>
                    </a:cubicBezTo>
                    <a:cubicBezTo>
                      <a:pt x="14" y="17"/>
                      <a:pt x="14" y="17"/>
                      <a:pt x="15" y="17"/>
                    </a:cubicBezTo>
                    <a:cubicBezTo>
                      <a:pt x="17" y="16"/>
                      <a:pt x="23" y="15"/>
                      <a:pt x="26" y="14"/>
                    </a:cubicBezTo>
                    <a:cubicBezTo>
                      <a:pt x="27" y="14"/>
                      <a:pt x="30" y="14"/>
                      <a:pt x="29" y="11"/>
                    </a:cubicBezTo>
                    <a:cubicBezTo>
                      <a:pt x="28" y="8"/>
                      <a:pt x="25" y="9"/>
                      <a:pt x="24" y="10"/>
                    </a:cubicBezTo>
                    <a:cubicBezTo>
                      <a:pt x="22" y="10"/>
                      <a:pt x="19" y="11"/>
                      <a:pt x="17" y="11"/>
                    </a:cubicBezTo>
                    <a:cubicBezTo>
                      <a:pt x="17" y="11"/>
                      <a:pt x="16" y="11"/>
                      <a:pt x="16" y="10"/>
                    </a:cubicBezTo>
                    <a:cubicBezTo>
                      <a:pt x="15" y="10"/>
                      <a:pt x="16" y="9"/>
                      <a:pt x="16" y="9"/>
                    </a:cubicBezTo>
                    <a:cubicBezTo>
                      <a:pt x="19" y="9"/>
                      <a:pt x="22" y="8"/>
                      <a:pt x="24" y="7"/>
                    </a:cubicBezTo>
                    <a:cubicBezTo>
                      <a:pt x="24" y="7"/>
                      <a:pt x="27" y="6"/>
                      <a:pt x="25" y="5"/>
                    </a:cubicBezTo>
                    <a:cubicBezTo>
                      <a:pt x="25" y="4"/>
                      <a:pt x="24" y="4"/>
                      <a:pt x="23" y="3"/>
                    </a:cubicBezTo>
                    <a:cubicBezTo>
                      <a:pt x="23" y="3"/>
                      <a:pt x="22" y="3"/>
                      <a:pt x="21" y="3"/>
                    </a:cubicBezTo>
                    <a:cubicBezTo>
                      <a:pt x="20" y="3"/>
                      <a:pt x="19" y="3"/>
                      <a:pt x="17" y="3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3"/>
                      <a:pt x="19" y="2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5" y="0"/>
                      <a:pt x="13" y="0"/>
                      <a:pt x="9" y="0"/>
                    </a:cubicBezTo>
                    <a:cubicBezTo>
                      <a:pt x="3" y="1"/>
                      <a:pt x="2" y="3"/>
                      <a:pt x="2" y="6"/>
                    </a:cubicBezTo>
                    <a:cubicBezTo>
                      <a:pt x="1" y="9"/>
                      <a:pt x="8" y="7"/>
                      <a:pt x="9" y="7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2" y="8"/>
                      <a:pt x="12" y="9"/>
                      <a:pt x="9" y="9"/>
                    </a:cubicBezTo>
                    <a:cubicBezTo>
                      <a:pt x="7" y="10"/>
                      <a:pt x="6" y="10"/>
                      <a:pt x="4" y="11"/>
                    </a:cubicBezTo>
                    <a:cubicBezTo>
                      <a:pt x="0" y="11"/>
                      <a:pt x="1" y="14"/>
                      <a:pt x="1" y="14"/>
                    </a:cubicBezTo>
                    <a:cubicBezTo>
                      <a:pt x="1" y="18"/>
                      <a:pt x="9" y="15"/>
                      <a:pt x="9" y="15"/>
                    </a:cubicBezTo>
                    <a:cubicBezTo>
                      <a:pt x="11" y="14"/>
                      <a:pt x="13" y="14"/>
                      <a:pt x="16" y="13"/>
                    </a:cubicBezTo>
                    <a:cubicBezTo>
                      <a:pt x="17" y="13"/>
                      <a:pt x="19" y="12"/>
                      <a:pt x="20" y="13"/>
                    </a:cubicBezTo>
                    <a:cubicBezTo>
                      <a:pt x="20" y="14"/>
                      <a:pt x="19" y="14"/>
                      <a:pt x="16" y="15"/>
                    </a:cubicBezTo>
                    <a:cubicBezTo>
                      <a:pt x="15" y="15"/>
                      <a:pt x="14" y="15"/>
                      <a:pt x="13" y="15"/>
                    </a:cubicBezTo>
                    <a:cubicBezTo>
                      <a:pt x="12" y="16"/>
                      <a:pt x="6" y="17"/>
                      <a:pt x="7" y="20"/>
                    </a:cubicBezTo>
                    <a:cubicBezTo>
                      <a:pt x="8" y="23"/>
                      <a:pt x="13" y="21"/>
                      <a:pt x="15" y="21"/>
                    </a:cubicBezTo>
                    <a:cubicBezTo>
                      <a:pt x="19" y="20"/>
                      <a:pt x="23" y="19"/>
                      <a:pt x="24" y="19"/>
                    </a:cubicBezTo>
                    <a:cubicBezTo>
                      <a:pt x="25" y="19"/>
                      <a:pt x="26" y="19"/>
                      <a:pt x="26" y="20"/>
                    </a:cubicBezTo>
                    <a:cubicBezTo>
                      <a:pt x="26" y="20"/>
                      <a:pt x="25" y="21"/>
                      <a:pt x="25" y="21"/>
                    </a:cubicBezTo>
                    <a:cubicBezTo>
                      <a:pt x="24" y="21"/>
                      <a:pt x="18" y="22"/>
                      <a:pt x="12" y="23"/>
                    </a:cubicBezTo>
                    <a:cubicBezTo>
                      <a:pt x="11" y="24"/>
                      <a:pt x="8" y="24"/>
                      <a:pt x="9" y="27"/>
                    </a:cubicBezTo>
                    <a:cubicBezTo>
                      <a:pt x="9" y="28"/>
                      <a:pt x="10" y="29"/>
                      <a:pt x="10" y="30"/>
                    </a:cubicBezTo>
                    <a:cubicBezTo>
                      <a:pt x="11" y="33"/>
                      <a:pt x="15" y="32"/>
                      <a:pt x="15" y="32"/>
                    </a:cubicBezTo>
                    <a:cubicBezTo>
                      <a:pt x="15" y="32"/>
                      <a:pt x="20" y="30"/>
                      <a:pt x="21" y="31"/>
                    </a:cubicBezTo>
                    <a:cubicBezTo>
                      <a:pt x="21" y="33"/>
                      <a:pt x="18" y="33"/>
                      <a:pt x="16" y="34"/>
                    </a:cubicBezTo>
                    <a:cubicBezTo>
                      <a:pt x="14" y="34"/>
                      <a:pt x="13" y="34"/>
                      <a:pt x="13" y="36"/>
                    </a:cubicBezTo>
                    <a:cubicBezTo>
                      <a:pt x="13" y="36"/>
                      <a:pt x="14" y="37"/>
                      <a:pt x="14" y="38"/>
                    </a:cubicBezTo>
                    <a:cubicBezTo>
                      <a:pt x="14" y="38"/>
                      <a:pt x="16" y="39"/>
                      <a:pt x="16" y="39"/>
                    </a:cubicBezTo>
                    <a:cubicBezTo>
                      <a:pt x="17" y="39"/>
                      <a:pt x="19" y="39"/>
                      <a:pt x="21" y="39"/>
                    </a:cubicBezTo>
                    <a:cubicBezTo>
                      <a:pt x="23" y="38"/>
                      <a:pt x="29" y="36"/>
                      <a:pt x="30" y="37"/>
                    </a:cubicBezTo>
                    <a:cubicBezTo>
                      <a:pt x="31" y="38"/>
                      <a:pt x="29" y="39"/>
                      <a:pt x="26" y="40"/>
                    </a:cubicBezTo>
                    <a:cubicBezTo>
                      <a:pt x="24" y="40"/>
                      <a:pt x="21" y="41"/>
                      <a:pt x="18" y="42"/>
                    </a:cubicBezTo>
                    <a:cubicBezTo>
                      <a:pt x="18" y="42"/>
                      <a:pt x="18" y="44"/>
                      <a:pt x="18" y="44"/>
                    </a:cubicBezTo>
                    <a:cubicBezTo>
                      <a:pt x="21" y="47"/>
                      <a:pt x="25" y="47"/>
                      <a:pt x="29" y="46"/>
                    </a:cubicBezTo>
                    <a:cubicBezTo>
                      <a:pt x="31" y="46"/>
                      <a:pt x="33" y="45"/>
                      <a:pt x="34" y="43"/>
                    </a:cubicBezTo>
                    <a:close/>
                  </a:path>
                </a:pathLst>
              </a:custGeom>
              <a:solidFill>
                <a:srgbClr val="F9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" name="Freeform 1577">
                <a:extLst>
                  <a:ext uri="{FF2B5EF4-FFF2-40B4-BE49-F238E27FC236}">
                    <a16:creationId xmlns:a16="http://schemas.microsoft.com/office/drawing/2014/main" id="{9FDF3EA7-08AC-44F4-B777-39FEAB6ADC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19" y="3261"/>
                <a:ext cx="40" cy="13"/>
              </a:xfrm>
              <a:custGeom>
                <a:avLst/>
                <a:gdLst>
                  <a:gd name="T0" fmla="*/ 13 w 25"/>
                  <a:gd name="T1" fmla="*/ 47 h 8"/>
                  <a:gd name="T2" fmla="*/ 0 w 25"/>
                  <a:gd name="T3" fmla="*/ 47 h 8"/>
                  <a:gd name="T4" fmla="*/ 13 w 25"/>
                  <a:gd name="T5" fmla="*/ 47 h 8"/>
                  <a:gd name="T6" fmla="*/ 230 w 25"/>
                  <a:gd name="T7" fmla="*/ 76 h 8"/>
                  <a:gd name="T8" fmla="*/ 240 w 25"/>
                  <a:gd name="T9" fmla="*/ 55 h 8"/>
                  <a:gd name="T10" fmla="*/ 221 w 25"/>
                  <a:gd name="T11" fmla="*/ 34 h 8"/>
                  <a:gd name="T12" fmla="*/ 197 w 25"/>
                  <a:gd name="T13" fmla="*/ 34 h 8"/>
                  <a:gd name="T14" fmla="*/ 157 w 25"/>
                  <a:gd name="T15" fmla="*/ 34 h 8"/>
                  <a:gd name="T16" fmla="*/ 138 w 25"/>
                  <a:gd name="T17" fmla="*/ 47 h 8"/>
                  <a:gd name="T18" fmla="*/ 144 w 25"/>
                  <a:gd name="T19" fmla="*/ 47 h 8"/>
                  <a:gd name="T20" fmla="*/ 189 w 25"/>
                  <a:gd name="T21" fmla="*/ 68 h 8"/>
                  <a:gd name="T22" fmla="*/ 171 w 25"/>
                  <a:gd name="T23" fmla="*/ 89 h 8"/>
                  <a:gd name="T24" fmla="*/ 176 w 25"/>
                  <a:gd name="T25" fmla="*/ 89 h 8"/>
                  <a:gd name="T26" fmla="*/ 230 w 25"/>
                  <a:gd name="T27" fmla="*/ 76 h 8"/>
                  <a:gd name="T28" fmla="*/ 171 w 25"/>
                  <a:gd name="T29" fmla="*/ 13 h 8"/>
                  <a:gd name="T30" fmla="*/ 171 w 25"/>
                  <a:gd name="T31" fmla="*/ 13 h 8"/>
                  <a:gd name="T32" fmla="*/ 74 w 25"/>
                  <a:gd name="T33" fmla="*/ 0 h 8"/>
                  <a:gd name="T34" fmla="*/ 74 w 25"/>
                  <a:gd name="T35" fmla="*/ 0 h 8"/>
                  <a:gd name="T36" fmla="*/ 67 w 25"/>
                  <a:gd name="T37" fmla="*/ 0 h 8"/>
                  <a:gd name="T38" fmla="*/ 21 w 25"/>
                  <a:gd name="T39" fmla="*/ 21 h 8"/>
                  <a:gd name="T40" fmla="*/ 13 w 25"/>
                  <a:gd name="T41" fmla="*/ 21 h 8"/>
                  <a:gd name="T42" fmla="*/ 13 w 25"/>
                  <a:gd name="T43" fmla="*/ 47 h 8"/>
                  <a:gd name="T44" fmla="*/ 90 w 25"/>
                  <a:gd name="T45" fmla="*/ 34 h 8"/>
                  <a:gd name="T46" fmla="*/ 107 w 25"/>
                  <a:gd name="T47" fmla="*/ 34 h 8"/>
                  <a:gd name="T48" fmla="*/ 118 w 25"/>
                  <a:gd name="T49" fmla="*/ 34 h 8"/>
                  <a:gd name="T50" fmla="*/ 171 w 25"/>
                  <a:gd name="T51" fmla="*/ 13 h 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5" h="8">
                    <a:moveTo>
                      <a:pt x="1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  <a:moveTo>
                      <a:pt x="22" y="7"/>
                    </a:moveTo>
                    <a:cubicBezTo>
                      <a:pt x="22" y="7"/>
                      <a:pt x="25" y="6"/>
                      <a:pt x="23" y="5"/>
                    </a:cubicBezTo>
                    <a:cubicBezTo>
                      <a:pt x="23" y="4"/>
                      <a:pt x="22" y="4"/>
                      <a:pt x="21" y="3"/>
                    </a:cubicBezTo>
                    <a:cubicBezTo>
                      <a:pt x="21" y="3"/>
                      <a:pt x="20" y="3"/>
                      <a:pt x="19" y="3"/>
                    </a:cubicBezTo>
                    <a:cubicBezTo>
                      <a:pt x="18" y="3"/>
                      <a:pt x="17" y="3"/>
                      <a:pt x="15" y="3"/>
                    </a:cubicBezTo>
                    <a:cubicBezTo>
                      <a:pt x="14" y="4"/>
                      <a:pt x="14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6" y="4"/>
                      <a:pt x="18" y="4"/>
                      <a:pt x="18" y="6"/>
                    </a:cubicBezTo>
                    <a:cubicBezTo>
                      <a:pt x="19" y="7"/>
                      <a:pt x="18" y="8"/>
                      <a:pt x="16" y="8"/>
                    </a:cubicBezTo>
                    <a:cubicBezTo>
                      <a:pt x="16" y="8"/>
                      <a:pt x="17" y="8"/>
                      <a:pt x="17" y="8"/>
                    </a:cubicBezTo>
                    <a:cubicBezTo>
                      <a:pt x="19" y="8"/>
                      <a:pt x="20" y="7"/>
                      <a:pt x="22" y="7"/>
                    </a:cubicBezTo>
                    <a:close/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3" y="0"/>
                      <a:pt x="11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4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3" y="3"/>
                      <a:pt x="7" y="1"/>
                      <a:pt x="9" y="3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12" y="3"/>
                      <a:pt x="17" y="1"/>
                      <a:pt x="16" y="1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" name="Freeform 1578">
                <a:extLst>
                  <a:ext uri="{FF2B5EF4-FFF2-40B4-BE49-F238E27FC236}">
                    <a16:creationId xmlns:a16="http://schemas.microsoft.com/office/drawing/2014/main" id="{89EC538D-C420-47C0-B664-2C68D16831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16" y="3263"/>
                <a:ext cx="17" cy="25"/>
              </a:xfrm>
              <a:custGeom>
                <a:avLst/>
                <a:gdLst>
                  <a:gd name="T0" fmla="*/ 45 w 11"/>
                  <a:gd name="T1" fmla="*/ 34 h 16"/>
                  <a:gd name="T2" fmla="*/ 53 w 11"/>
                  <a:gd name="T3" fmla="*/ 0 h 16"/>
                  <a:gd name="T4" fmla="*/ 34 w 11"/>
                  <a:gd name="T5" fmla="*/ 13 h 16"/>
                  <a:gd name="T6" fmla="*/ 19 w 11"/>
                  <a:gd name="T7" fmla="*/ 48 h 16"/>
                  <a:gd name="T8" fmla="*/ 82 w 11"/>
                  <a:gd name="T9" fmla="*/ 53 h 16"/>
                  <a:gd name="T10" fmla="*/ 87 w 11"/>
                  <a:gd name="T11" fmla="*/ 53 h 16"/>
                  <a:gd name="T12" fmla="*/ 70 w 11"/>
                  <a:gd name="T13" fmla="*/ 34 h 16"/>
                  <a:gd name="T14" fmla="*/ 45 w 11"/>
                  <a:gd name="T15" fmla="*/ 34 h 16"/>
                  <a:gd name="T16" fmla="*/ 62 w 11"/>
                  <a:gd name="T17" fmla="*/ 130 h 16"/>
                  <a:gd name="T18" fmla="*/ 34 w 11"/>
                  <a:gd name="T19" fmla="*/ 114 h 16"/>
                  <a:gd name="T20" fmla="*/ 45 w 11"/>
                  <a:gd name="T21" fmla="*/ 95 h 16"/>
                  <a:gd name="T22" fmla="*/ 96 w 11"/>
                  <a:gd name="T23" fmla="*/ 75 h 16"/>
                  <a:gd name="T24" fmla="*/ 96 w 11"/>
                  <a:gd name="T25" fmla="*/ 75 h 16"/>
                  <a:gd name="T26" fmla="*/ 82 w 11"/>
                  <a:gd name="T27" fmla="*/ 75 h 16"/>
                  <a:gd name="T28" fmla="*/ 29 w 11"/>
                  <a:gd name="T29" fmla="*/ 83 h 16"/>
                  <a:gd name="T30" fmla="*/ 0 w 11"/>
                  <a:gd name="T31" fmla="*/ 117 h 16"/>
                  <a:gd name="T32" fmla="*/ 62 w 11"/>
                  <a:gd name="T33" fmla="*/ 130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5" y="4"/>
                    </a:moveTo>
                    <a:cubicBezTo>
                      <a:pt x="3" y="3"/>
                      <a:pt x="4" y="1"/>
                      <a:pt x="6" y="0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2" y="2"/>
                      <a:pt x="2" y="3"/>
                      <a:pt x="2" y="5"/>
                    </a:cubicBezTo>
                    <a:cubicBezTo>
                      <a:pt x="1" y="7"/>
                      <a:pt x="7" y="6"/>
                      <a:pt x="9" y="6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5"/>
                      <a:pt x="9" y="5"/>
                      <a:pt x="8" y="4"/>
                    </a:cubicBezTo>
                    <a:cubicBezTo>
                      <a:pt x="7" y="4"/>
                      <a:pt x="6" y="4"/>
                      <a:pt x="5" y="4"/>
                    </a:cubicBezTo>
                    <a:close/>
                    <a:moveTo>
                      <a:pt x="7" y="14"/>
                    </a:moveTo>
                    <a:cubicBezTo>
                      <a:pt x="6" y="14"/>
                      <a:pt x="5" y="13"/>
                      <a:pt x="4" y="12"/>
                    </a:cubicBezTo>
                    <a:cubicBezTo>
                      <a:pt x="4" y="12"/>
                      <a:pt x="4" y="11"/>
                      <a:pt x="5" y="10"/>
                    </a:cubicBezTo>
                    <a:cubicBezTo>
                      <a:pt x="7" y="9"/>
                      <a:pt x="10" y="9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7" y="9"/>
                      <a:pt x="6" y="9"/>
                      <a:pt x="3" y="9"/>
                    </a:cubicBezTo>
                    <a:cubicBezTo>
                      <a:pt x="0" y="10"/>
                      <a:pt x="0" y="12"/>
                      <a:pt x="0" y="13"/>
                    </a:cubicBezTo>
                    <a:cubicBezTo>
                      <a:pt x="1" y="16"/>
                      <a:pt x="4" y="15"/>
                      <a:pt x="7" y="14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" name="Freeform 1579">
                <a:extLst>
                  <a:ext uri="{FF2B5EF4-FFF2-40B4-BE49-F238E27FC236}">
                    <a16:creationId xmlns:a16="http://schemas.microsoft.com/office/drawing/2014/main" id="{E3F1DF78-9872-419D-A698-9EE311156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274"/>
                <a:ext cx="20" cy="9"/>
              </a:xfrm>
              <a:custGeom>
                <a:avLst/>
                <a:gdLst>
                  <a:gd name="T0" fmla="*/ 138 w 12"/>
                  <a:gd name="T1" fmla="*/ 27 h 6"/>
                  <a:gd name="T2" fmla="*/ 78 w 12"/>
                  <a:gd name="T3" fmla="*/ 18 h 6"/>
                  <a:gd name="T4" fmla="*/ 22 w 12"/>
                  <a:gd name="T5" fmla="*/ 18 h 6"/>
                  <a:gd name="T6" fmla="*/ 0 w 12"/>
                  <a:gd name="T7" fmla="*/ 27 h 6"/>
                  <a:gd name="T8" fmla="*/ 92 w 12"/>
                  <a:gd name="T9" fmla="*/ 27 h 6"/>
                  <a:gd name="T10" fmla="*/ 22 w 12"/>
                  <a:gd name="T11" fmla="*/ 41 h 6"/>
                  <a:gd name="T12" fmla="*/ 62 w 12"/>
                  <a:gd name="T13" fmla="*/ 48 h 6"/>
                  <a:gd name="T14" fmla="*/ 130 w 12"/>
                  <a:gd name="T15" fmla="*/ 48 h 6"/>
                  <a:gd name="T16" fmla="*/ 138 w 12"/>
                  <a:gd name="T17" fmla="*/ 27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6">
                    <a:moveTo>
                      <a:pt x="11" y="3"/>
                    </a:moveTo>
                    <a:cubicBezTo>
                      <a:pt x="10" y="0"/>
                      <a:pt x="7" y="1"/>
                      <a:pt x="6" y="2"/>
                    </a:cubicBezTo>
                    <a:cubicBezTo>
                      <a:pt x="5" y="2"/>
                      <a:pt x="3" y="2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6" y="1"/>
                      <a:pt x="7" y="3"/>
                    </a:cubicBezTo>
                    <a:cubicBezTo>
                      <a:pt x="8" y="5"/>
                      <a:pt x="4" y="5"/>
                      <a:pt x="2" y="5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7" y="6"/>
                      <a:pt x="9" y="6"/>
                      <a:pt x="10" y="6"/>
                    </a:cubicBezTo>
                    <a:cubicBezTo>
                      <a:pt x="11" y="5"/>
                      <a:pt x="12" y="5"/>
                      <a:pt x="11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" name="Freeform 1580">
                <a:extLst>
                  <a:ext uri="{FF2B5EF4-FFF2-40B4-BE49-F238E27FC236}">
                    <a16:creationId xmlns:a16="http://schemas.microsoft.com/office/drawing/2014/main" id="{0F64DA92-7CBA-44E3-B94E-A5B8346C6F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5" y="3285"/>
                <a:ext cx="42" cy="14"/>
              </a:xfrm>
              <a:custGeom>
                <a:avLst/>
                <a:gdLst>
                  <a:gd name="T0" fmla="*/ 68 w 26"/>
                  <a:gd name="T1" fmla="*/ 30 h 9"/>
                  <a:gd name="T2" fmla="*/ 55 w 26"/>
                  <a:gd name="T3" fmla="*/ 19 h 9"/>
                  <a:gd name="T4" fmla="*/ 102 w 26"/>
                  <a:gd name="T5" fmla="*/ 0 h 9"/>
                  <a:gd name="T6" fmla="*/ 76 w 26"/>
                  <a:gd name="T7" fmla="*/ 0 h 9"/>
                  <a:gd name="T8" fmla="*/ 42 w 26"/>
                  <a:gd name="T9" fmla="*/ 12 h 9"/>
                  <a:gd name="T10" fmla="*/ 21 w 26"/>
                  <a:gd name="T11" fmla="*/ 19 h 9"/>
                  <a:gd name="T12" fmla="*/ 21 w 26"/>
                  <a:gd name="T13" fmla="*/ 47 h 9"/>
                  <a:gd name="T14" fmla="*/ 76 w 26"/>
                  <a:gd name="T15" fmla="*/ 30 h 9"/>
                  <a:gd name="T16" fmla="*/ 68 w 26"/>
                  <a:gd name="T17" fmla="*/ 30 h 9"/>
                  <a:gd name="T18" fmla="*/ 275 w 26"/>
                  <a:gd name="T19" fmla="*/ 62 h 9"/>
                  <a:gd name="T20" fmla="*/ 275 w 26"/>
                  <a:gd name="T21" fmla="*/ 34 h 9"/>
                  <a:gd name="T22" fmla="*/ 233 w 26"/>
                  <a:gd name="T23" fmla="*/ 12 h 9"/>
                  <a:gd name="T24" fmla="*/ 110 w 26"/>
                  <a:gd name="T25" fmla="*/ 34 h 9"/>
                  <a:gd name="T26" fmla="*/ 102 w 26"/>
                  <a:gd name="T27" fmla="*/ 34 h 9"/>
                  <a:gd name="T28" fmla="*/ 157 w 26"/>
                  <a:gd name="T29" fmla="*/ 34 h 9"/>
                  <a:gd name="T30" fmla="*/ 220 w 26"/>
                  <a:gd name="T31" fmla="*/ 30 h 9"/>
                  <a:gd name="T32" fmla="*/ 267 w 26"/>
                  <a:gd name="T33" fmla="*/ 53 h 9"/>
                  <a:gd name="T34" fmla="*/ 212 w 26"/>
                  <a:gd name="T35" fmla="*/ 82 h 9"/>
                  <a:gd name="T36" fmla="*/ 275 w 26"/>
                  <a:gd name="T37" fmla="*/ 62 h 9"/>
                  <a:gd name="T38" fmla="*/ 89 w 26"/>
                  <a:gd name="T39" fmla="*/ 19 h 9"/>
                  <a:gd name="T40" fmla="*/ 89 w 26"/>
                  <a:gd name="T41" fmla="*/ 30 h 9"/>
                  <a:gd name="T42" fmla="*/ 89 w 26"/>
                  <a:gd name="T43" fmla="*/ 30 h 9"/>
                  <a:gd name="T44" fmla="*/ 89 w 26"/>
                  <a:gd name="T45" fmla="*/ 19 h 9"/>
                  <a:gd name="T46" fmla="*/ 89 w 26"/>
                  <a:gd name="T47" fmla="*/ 19 h 9"/>
                  <a:gd name="T48" fmla="*/ 76 w 26"/>
                  <a:gd name="T49" fmla="*/ 30 h 9"/>
                  <a:gd name="T50" fmla="*/ 89 w 26"/>
                  <a:gd name="T51" fmla="*/ 30 h 9"/>
                  <a:gd name="T52" fmla="*/ 89 w 26"/>
                  <a:gd name="T53" fmla="*/ 19 h 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6" h="9">
                    <a:moveTo>
                      <a:pt x="6" y="3"/>
                    </a:moveTo>
                    <a:cubicBezTo>
                      <a:pt x="4" y="4"/>
                      <a:pt x="4" y="3"/>
                      <a:pt x="5" y="2"/>
                    </a:cubicBezTo>
                    <a:cubicBezTo>
                      <a:pt x="6" y="1"/>
                      <a:pt x="7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7" y="0"/>
                      <a:pt x="5" y="1"/>
                      <a:pt x="4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5"/>
                      <a:pt x="2" y="5"/>
                    </a:cubicBezTo>
                    <a:cubicBezTo>
                      <a:pt x="5" y="6"/>
                      <a:pt x="6" y="4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lose/>
                    <a:moveTo>
                      <a:pt x="25" y="7"/>
                    </a:moveTo>
                    <a:cubicBezTo>
                      <a:pt x="25" y="7"/>
                      <a:pt x="26" y="6"/>
                      <a:pt x="25" y="4"/>
                    </a:cubicBezTo>
                    <a:cubicBezTo>
                      <a:pt x="24" y="0"/>
                      <a:pt x="22" y="1"/>
                      <a:pt x="21" y="1"/>
                    </a:cubicBezTo>
                    <a:cubicBezTo>
                      <a:pt x="17" y="2"/>
                      <a:pt x="11" y="3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5"/>
                      <a:pt x="13" y="4"/>
                      <a:pt x="14" y="4"/>
                    </a:cubicBezTo>
                    <a:cubicBezTo>
                      <a:pt x="16" y="4"/>
                      <a:pt x="18" y="3"/>
                      <a:pt x="20" y="3"/>
                    </a:cubicBezTo>
                    <a:cubicBezTo>
                      <a:pt x="21" y="3"/>
                      <a:pt x="24" y="4"/>
                      <a:pt x="24" y="6"/>
                    </a:cubicBezTo>
                    <a:cubicBezTo>
                      <a:pt x="24" y="7"/>
                      <a:pt x="21" y="9"/>
                      <a:pt x="19" y="9"/>
                    </a:cubicBezTo>
                    <a:cubicBezTo>
                      <a:pt x="21" y="9"/>
                      <a:pt x="23" y="8"/>
                      <a:pt x="25" y="7"/>
                    </a:cubicBezTo>
                    <a:close/>
                    <a:moveTo>
                      <a:pt x="8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2"/>
                    </a:cubicBezTo>
                    <a:close/>
                    <a:moveTo>
                      <a:pt x="8" y="2"/>
                    </a:move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8" y="3"/>
                      <a:pt x="8" y="3"/>
                    </a:cubicBez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" name="Freeform 1581">
                <a:extLst>
                  <a:ext uri="{FF2B5EF4-FFF2-40B4-BE49-F238E27FC236}">
                    <a16:creationId xmlns:a16="http://schemas.microsoft.com/office/drawing/2014/main" id="{CFB46941-E80C-4926-B84E-F9751E4FE4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30" y="3299"/>
                <a:ext cx="41" cy="13"/>
              </a:xfrm>
              <a:custGeom>
                <a:avLst/>
                <a:gdLst>
                  <a:gd name="T0" fmla="*/ 244 w 26"/>
                  <a:gd name="T1" fmla="*/ 68 h 8"/>
                  <a:gd name="T2" fmla="*/ 244 w 26"/>
                  <a:gd name="T3" fmla="*/ 68 h 8"/>
                  <a:gd name="T4" fmla="*/ 216 w 26"/>
                  <a:gd name="T5" fmla="*/ 13 h 8"/>
                  <a:gd name="T6" fmla="*/ 98 w 26"/>
                  <a:gd name="T7" fmla="*/ 47 h 8"/>
                  <a:gd name="T8" fmla="*/ 55 w 26"/>
                  <a:gd name="T9" fmla="*/ 47 h 8"/>
                  <a:gd name="T10" fmla="*/ 55 w 26"/>
                  <a:gd name="T11" fmla="*/ 34 h 8"/>
                  <a:gd name="T12" fmla="*/ 98 w 26"/>
                  <a:gd name="T13" fmla="*/ 55 h 8"/>
                  <a:gd name="T14" fmla="*/ 155 w 26"/>
                  <a:gd name="T15" fmla="*/ 47 h 8"/>
                  <a:gd name="T16" fmla="*/ 216 w 26"/>
                  <a:gd name="T17" fmla="*/ 55 h 8"/>
                  <a:gd name="T18" fmla="*/ 185 w 26"/>
                  <a:gd name="T19" fmla="*/ 89 h 8"/>
                  <a:gd name="T20" fmla="*/ 244 w 26"/>
                  <a:gd name="T21" fmla="*/ 68 h 8"/>
                  <a:gd name="T22" fmla="*/ 55 w 26"/>
                  <a:gd name="T23" fmla="*/ 34 h 8"/>
                  <a:gd name="T24" fmla="*/ 82 w 26"/>
                  <a:gd name="T25" fmla="*/ 21 h 8"/>
                  <a:gd name="T26" fmla="*/ 82 w 26"/>
                  <a:gd name="T27" fmla="*/ 21 h 8"/>
                  <a:gd name="T28" fmla="*/ 98 w 26"/>
                  <a:gd name="T29" fmla="*/ 13 h 8"/>
                  <a:gd name="T30" fmla="*/ 55 w 26"/>
                  <a:gd name="T31" fmla="*/ 21 h 8"/>
                  <a:gd name="T32" fmla="*/ 21 w 26"/>
                  <a:gd name="T33" fmla="*/ 21 h 8"/>
                  <a:gd name="T34" fmla="*/ 21 w 26"/>
                  <a:gd name="T35" fmla="*/ 0 h 8"/>
                  <a:gd name="T36" fmla="*/ 0 w 26"/>
                  <a:gd name="T37" fmla="*/ 13 h 8"/>
                  <a:gd name="T38" fmla="*/ 13 w 26"/>
                  <a:gd name="T39" fmla="*/ 47 h 8"/>
                  <a:gd name="T40" fmla="*/ 35 w 26"/>
                  <a:gd name="T41" fmla="*/ 55 h 8"/>
                  <a:gd name="T42" fmla="*/ 55 w 26"/>
                  <a:gd name="T43" fmla="*/ 34 h 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" h="8">
                    <a:moveTo>
                      <a:pt x="25" y="6"/>
                    </a:moveTo>
                    <a:cubicBezTo>
                      <a:pt x="25" y="6"/>
                      <a:pt x="25" y="6"/>
                      <a:pt x="25" y="6"/>
                    </a:cubicBezTo>
                    <a:cubicBezTo>
                      <a:pt x="26" y="4"/>
                      <a:pt x="24" y="0"/>
                      <a:pt x="22" y="1"/>
                    </a:cubicBezTo>
                    <a:cubicBezTo>
                      <a:pt x="18" y="2"/>
                      <a:pt x="12" y="4"/>
                      <a:pt x="10" y="4"/>
                    </a:cubicBezTo>
                    <a:cubicBezTo>
                      <a:pt x="7" y="5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5" y="4"/>
                      <a:pt x="8" y="6"/>
                      <a:pt x="10" y="5"/>
                    </a:cubicBezTo>
                    <a:cubicBezTo>
                      <a:pt x="12" y="5"/>
                      <a:pt x="14" y="5"/>
                      <a:pt x="16" y="4"/>
                    </a:cubicBezTo>
                    <a:cubicBezTo>
                      <a:pt x="18" y="4"/>
                      <a:pt x="21" y="3"/>
                      <a:pt x="22" y="5"/>
                    </a:cubicBezTo>
                    <a:cubicBezTo>
                      <a:pt x="23" y="6"/>
                      <a:pt x="20" y="7"/>
                      <a:pt x="19" y="8"/>
                    </a:cubicBezTo>
                    <a:cubicBezTo>
                      <a:pt x="21" y="7"/>
                      <a:pt x="24" y="7"/>
                      <a:pt x="25" y="6"/>
                    </a:cubicBezTo>
                    <a:close/>
                    <a:moveTo>
                      <a:pt x="6" y="3"/>
                    </a:moveTo>
                    <a:cubicBezTo>
                      <a:pt x="6" y="2"/>
                      <a:pt x="7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9" y="1"/>
                      <a:pt x="7" y="2"/>
                      <a:pt x="6" y="2"/>
                    </a:cubicBezTo>
                    <a:cubicBezTo>
                      <a:pt x="5" y="2"/>
                      <a:pt x="3" y="4"/>
                      <a:pt x="2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5"/>
                      <a:pt x="2" y="6"/>
                      <a:pt x="4" y="5"/>
                    </a:cubicBezTo>
                    <a:cubicBezTo>
                      <a:pt x="5" y="4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" name="Freeform 1582">
                <a:extLst>
                  <a:ext uri="{FF2B5EF4-FFF2-40B4-BE49-F238E27FC236}">
                    <a16:creationId xmlns:a16="http://schemas.microsoft.com/office/drawing/2014/main" id="{4F13016B-A5C5-4F53-838E-8E2C09CB7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313"/>
                <a:ext cx="27" cy="8"/>
              </a:xfrm>
              <a:custGeom>
                <a:avLst/>
                <a:gdLst>
                  <a:gd name="T0" fmla="*/ 151 w 17"/>
                  <a:gd name="T1" fmla="*/ 0 h 5"/>
                  <a:gd name="T2" fmla="*/ 141 w 17"/>
                  <a:gd name="T3" fmla="*/ 0 h 5"/>
                  <a:gd name="T4" fmla="*/ 68 w 17"/>
                  <a:gd name="T5" fmla="*/ 13 h 5"/>
                  <a:gd name="T6" fmla="*/ 52 w 17"/>
                  <a:gd name="T7" fmla="*/ 13 h 5"/>
                  <a:gd name="T8" fmla="*/ 40 w 17"/>
                  <a:gd name="T9" fmla="*/ 13 h 5"/>
                  <a:gd name="T10" fmla="*/ 0 w 17"/>
                  <a:gd name="T11" fmla="*/ 13 h 5"/>
                  <a:gd name="T12" fmla="*/ 21 w 17"/>
                  <a:gd name="T13" fmla="*/ 13 h 5"/>
                  <a:gd name="T14" fmla="*/ 40 w 17"/>
                  <a:gd name="T15" fmla="*/ 21 h 5"/>
                  <a:gd name="T16" fmla="*/ 83 w 17"/>
                  <a:gd name="T17" fmla="*/ 34 h 5"/>
                  <a:gd name="T18" fmla="*/ 121 w 17"/>
                  <a:gd name="T19" fmla="*/ 21 h 5"/>
                  <a:gd name="T20" fmla="*/ 108 w 17"/>
                  <a:gd name="T21" fmla="*/ 42 h 5"/>
                  <a:gd name="T22" fmla="*/ 162 w 17"/>
                  <a:gd name="T23" fmla="*/ 42 h 5"/>
                  <a:gd name="T24" fmla="*/ 172 w 17"/>
                  <a:gd name="T25" fmla="*/ 34 h 5"/>
                  <a:gd name="T26" fmla="*/ 172 w 17"/>
                  <a:gd name="T27" fmla="*/ 13 h 5"/>
                  <a:gd name="T28" fmla="*/ 151 w 1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" h="5">
                    <a:moveTo>
                      <a:pt x="15" y="0"/>
                    </a:moveTo>
                    <a:cubicBezTo>
                      <a:pt x="15" y="0"/>
                      <a:pt x="14" y="0"/>
                      <a:pt x="14" y="0"/>
                    </a:cubicBezTo>
                    <a:cubicBezTo>
                      <a:pt x="12" y="0"/>
                      <a:pt x="9" y="1"/>
                      <a:pt x="7" y="1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3"/>
                      <a:pt x="7" y="3"/>
                      <a:pt x="8" y="3"/>
                    </a:cubicBezTo>
                    <a:cubicBezTo>
                      <a:pt x="9" y="2"/>
                      <a:pt x="11" y="2"/>
                      <a:pt x="12" y="2"/>
                    </a:cubicBezTo>
                    <a:cubicBezTo>
                      <a:pt x="14" y="3"/>
                      <a:pt x="13" y="4"/>
                      <a:pt x="11" y="4"/>
                    </a:cubicBezTo>
                    <a:cubicBezTo>
                      <a:pt x="11" y="5"/>
                      <a:pt x="15" y="4"/>
                      <a:pt x="16" y="4"/>
                    </a:cubicBezTo>
                    <a:cubicBezTo>
                      <a:pt x="16" y="4"/>
                      <a:pt x="16" y="4"/>
                      <a:pt x="17" y="3"/>
                    </a:cubicBezTo>
                    <a:cubicBezTo>
                      <a:pt x="17" y="3"/>
                      <a:pt x="17" y="2"/>
                      <a:pt x="17" y="1"/>
                    </a:cubicBezTo>
                    <a:cubicBezTo>
                      <a:pt x="16" y="1"/>
                      <a:pt x="16" y="1"/>
                      <a:pt x="15" y="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" name="Freeform 1583">
                <a:extLst>
                  <a:ext uri="{FF2B5EF4-FFF2-40B4-BE49-F238E27FC236}">
                    <a16:creationId xmlns:a16="http://schemas.microsoft.com/office/drawing/2014/main" id="{558B5A26-F5A4-4E1A-92F4-FD8E4D520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327"/>
                <a:ext cx="22" cy="8"/>
              </a:xfrm>
              <a:custGeom>
                <a:avLst/>
                <a:gdLst>
                  <a:gd name="T0" fmla="*/ 135 w 14"/>
                  <a:gd name="T1" fmla="*/ 13 h 5"/>
                  <a:gd name="T2" fmla="*/ 121 w 14"/>
                  <a:gd name="T3" fmla="*/ 0 h 5"/>
                  <a:gd name="T4" fmla="*/ 77 w 14"/>
                  <a:gd name="T5" fmla="*/ 13 h 5"/>
                  <a:gd name="T6" fmla="*/ 31 w 14"/>
                  <a:gd name="T7" fmla="*/ 21 h 5"/>
                  <a:gd name="T8" fmla="*/ 31 w 14"/>
                  <a:gd name="T9" fmla="*/ 13 h 5"/>
                  <a:gd name="T10" fmla="*/ 0 w 14"/>
                  <a:gd name="T11" fmla="*/ 13 h 5"/>
                  <a:gd name="T12" fmla="*/ 49 w 14"/>
                  <a:gd name="T13" fmla="*/ 34 h 5"/>
                  <a:gd name="T14" fmla="*/ 66 w 14"/>
                  <a:gd name="T15" fmla="*/ 34 h 5"/>
                  <a:gd name="T16" fmla="*/ 77 w 14"/>
                  <a:gd name="T17" fmla="*/ 42 h 5"/>
                  <a:gd name="T18" fmla="*/ 77 w 14"/>
                  <a:gd name="T19" fmla="*/ 54 h 5"/>
                  <a:gd name="T20" fmla="*/ 86 w 14"/>
                  <a:gd name="T21" fmla="*/ 42 h 5"/>
                  <a:gd name="T22" fmla="*/ 135 w 14"/>
                  <a:gd name="T23" fmla="*/ 13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5">
                    <a:moveTo>
                      <a:pt x="14" y="1"/>
                    </a:moveTo>
                    <a:cubicBezTo>
                      <a:pt x="14" y="1"/>
                      <a:pt x="14" y="0"/>
                      <a:pt x="13" y="0"/>
                    </a:cubicBezTo>
                    <a:cubicBezTo>
                      <a:pt x="11" y="0"/>
                      <a:pt x="10" y="1"/>
                      <a:pt x="8" y="1"/>
                    </a:cubicBezTo>
                    <a:cubicBezTo>
                      <a:pt x="7" y="2"/>
                      <a:pt x="4" y="3"/>
                      <a:pt x="3" y="2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1" y="2"/>
                      <a:pt x="3" y="3"/>
                      <a:pt x="5" y="3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9" y="3"/>
                      <a:pt x="7" y="4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4"/>
                      <a:pt x="13" y="3"/>
                      <a:pt x="14" y="1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" name="Freeform 1584">
                <a:extLst>
                  <a:ext uri="{FF2B5EF4-FFF2-40B4-BE49-F238E27FC236}">
                    <a16:creationId xmlns:a16="http://schemas.microsoft.com/office/drawing/2014/main" id="{85A01934-B47A-4292-B5CD-1166D7AE6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3313"/>
                <a:ext cx="19" cy="10"/>
              </a:xfrm>
              <a:custGeom>
                <a:avLst/>
                <a:gdLst>
                  <a:gd name="T0" fmla="*/ 21 w 12"/>
                  <a:gd name="T1" fmla="*/ 55 h 6"/>
                  <a:gd name="T2" fmla="*/ 40 w 12"/>
                  <a:gd name="T3" fmla="*/ 13 h 6"/>
                  <a:gd name="T4" fmla="*/ 40 w 12"/>
                  <a:gd name="T5" fmla="*/ 0 h 6"/>
                  <a:gd name="T6" fmla="*/ 33 w 12"/>
                  <a:gd name="T7" fmla="*/ 13 h 6"/>
                  <a:gd name="T8" fmla="*/ 0 w 12"/>
                  <a:gd name="T9" fmla="*/ 37 h 6"/>
                  <a:gd name="T10" fmla="*/ 13 w 12"/>
                  <a:gd name="T11" fmla="*/ 62 h 6"/>
                  <a:gd name="T12" fmla="*/ 13 w 12"/>
                  <a:gd name="T13" fmla="*/ 62 h 6"/>
                  <a:gd name="T14" fmla="*/ 13 w 12"/>
                  <a:gd name="T15" fmla="*/ 62 h 6"/>
                  <a:gd name="T16" fmla="*/ 33 w 12"/>
                  <a:gd name="T17" fmla="*/ 78 h 6"/>
                  <a:gd name="T18" fmla="*/ 82 w 12"/>
                  <a:gd name="T19" fmla="*/ 78 h 6"/>
                  <a:gd name="T20" fmla="*/ 108 w 12"/>
                  <a:gd name="T21" fmla="*/ 62 h 6"/>
                  <a:gd name="T22" fmla="*/ 120 w 12"/>
                  <a:gd name="T23" fmla="*/ 55 h 6"/>
                  <a:gd name="T24" fmla="*/ 21 w 12"/>
                  <a:gd name="T25" fmla="*/ 55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6">
                    <a:moveTo>
                      <a:pt x="2" y="4"/>
                    </a:moveTo>
                    <a:cubicBezTo>
                      <a:pt x="1" y="2"/>
                      <a:pt x="2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6" y="6"/>
                      <a:pt x="8" y="6"/>
                    </a:cubicBezTo>
                    <a:cubicBezTo>
                      <a:pt x="8" y="6"/>
                      <a:pt x="10" y="5"/>
                      <a:pt x="11" y="5"/>
                    </a:cubicBezTo>
                    <a:cubicBezTo>
                      <a:pt x="11" y="5"/>
                      <a:pt x="12" y="4"/>
                      <a:pt x="12" y="4"/>
                    </a:cubicBezTo>
                    <a:cubicBezTo>
                      <a:pt x="10" y="5"/>
                      <a:pt x="4" y="6"/>
                      <a:pt x="2" y="4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" name="Freeform 1585">
                <a:extLst>
                  <a:ext uri="{FF2B5EF4-FFF2-40B4-BE49-F238E27FC236}">
                    <a16:creationId xmlns:a16="http://schemas.microsoft.com/office/drawing/2014/main" id="{3D2F68E0-9DD5-4C31-A107-E9D7B6BF5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264"/>
                <a:ext cx="8" cy="7"/>
              </a:xfrm>
              <a:custGeom>
                <a:avLst/>
                <a:gdLst>
                  <a:gd name="T0" fmla="*/ 42 w 5"/>
                  <a:gd name="T1" fmla="*/ 21 h 4"/>
                  <a:gd name="T2" fmla="*/ 42 w 5"/>
                  <a:gd name="T3" fmla="*/ 65 h 4"/>
                  <a:gd name="T4" fmla="*/ 0 w 5"/>
                  <a:gd name="T5" fmla="*/ 65 h 4"/>
                  <a:gd name="T6" fmla="*/ 34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1" y="4"/>
                      <a:pt x="0" y="4"/>
                    </a:cubicBezTo>
                    <a:cubicBezTo>
                      <a:pt x="3" y="4"/>
                      <a:pt x="4" y="1"/>
                      <a:pt x="3" y="0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" name="Freeform 1586">
                <a:extLst>
                  <a:ext uri="{FF2B5EF4-FFF2-40B4-BE49-F238E27FC236}">
                    <a16:creationId xmlns:a16="http://schemas.microsoft.com/office/drawing/2014/main" id="{E57E5470-3C63-441D-81F5-AD6D1BF4A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269"/>
                <a:ext cx="18" cy="9"/>
              </a:xfrm>
              <a:custGeom>
                <a:avLst/>
                <a:gdLst>
                  <a:gd name="T0" fmla="*/ 115 w 11"/>
                  <a:gd name="T1" fmla="*/ 0 h 6"/>
                  <a:gd name="T2" fmla="*/ 77 w 11"/>
                  <a:gd name="T3" fmla="*/ 18 h 6"/>
                  <a:gd name="T4" fmla="*/ 47 w 11"/>
                  <a:gd name="T5" fmla="*/ 27 h 6"/>
                  <a:gd name="T6" fmla="*/ 0 w 11"/>
                  <a:gd name="T7" fmla="*/ 41 h 6"/>
                  <a:gd name="T8" fmla="*/ 56 w 11"/>
                  <a:gd name="T9" fmla="*/ 32 h 6"/>
                  <a:gd name="T10" fmla="*/ 92 w 11"/>
                  <a:gd name="T11" fmla="*/ 27 h 6"/>
                  <a:gd name="T12" fmla="*/ 126 w 11"/>
                  <a:gd name="T13" fmla="*/ 18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10" y="0"/>
                    </a:moveTo>
                    <a:cubicBezTo>
                      <a:pt x="9" y="1"/>
                      <a:pt x="8" y="1"/>
                      <a:pt x="7" y="2"/>
                    </a:cubicBezTo>
                    <a:cubicBezTo>
                      <a:pt x="6" y="2"/>
                      <a:pt x="5" y="2"/>
                      <a:pt x="4" y="3"/>
                    </a:cubicBezTo>
                    <a:cubicBezTo>
                      <a:pt x="3" y="3"/>
                      <a:pt x="2" y="5"/>
                      <a:pt x="0" y="5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10" y="2"/>
                      <a:pt x="10" y="2"/>
                      <a:pt x="11" y="2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" name="Freeform 1587">
                <a:extLst>
                  <a:ext uri="{FF2B5EF4-FFF2-40B4-BE49-F238E27FC236}">
                    <a16:creationId xmlns:a16="http://schemas.microsoft.com/office/drawing/2014/main" id="{B9BFDF7A-B098-4AB0-B9AB-EBB871D7D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313"/>
                <a:ext cx="6" cy="2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32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1"/>
                      <a:pt x="0" y="1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" name="Freeform 1588">
                <a:extLst>
                  <a:ext uri="{FF2B5EF4-FFF2-40B4-BE49-F238E27FC236}">
                    <a16:creationId xmlns:a16="http://schemas.microsoft.com/office/drawing/2014/main" id="{835EA4FB-F394-40C6-A32D-C729DADAD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329"/>
                <a:ext cx="4" cy="2"/>
              </a:xfrm>
              <a:custGeom>
                <a:avLst/>
                <a:gdLst>
                  <a:gd name="T0" fmla="*/ 12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" name="Freeform 1589">
                <a:extLst>
                  <a:ext uri="{FF2B5EF4-FFF2-40B4-BE49-F238E27FC236}">
                    <a16:creationId xmlns:a16="http://schemas.microsoft.com/office/drawing/2014/main" id="{371751ED-AD1F-4B6D-A984-E2331F54A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319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18 w 2"/>
                  <a:gd name="T3" fmla="*/ 32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" name="Freeform 1590">
                <a:extLst>
                  <a:ext uri="{FF2B5EF4-FFF2-40B4-BE49-F238E27FC236}">
                    <a16:creationId xmlns:a16="http://schemas.microsoft.com/office/drawing/2014/main" id="{D11D2DFE-F291-47EA-9A3B-E4BF53E50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3275"/>
                <a:ext cx="6" cy="3"/>
              </a:xfrm>
              <a:custGeom>
                <a:avLst/>
                <a:gdLst>
                  <a:gd name="T0" fmla="*/ 32 w 4"/>
                  <a:gd name="T1" fmla="*/ 0 h 2"/>
                  <a:gd name="T2" fmla="*/ 0 w 4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1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" name="Freeform 1591">
                <a:extLst>
                  <a:ext uri="{FF2B5EF4-FFF2-40B4-BE49-F238E27FC236}">
                    <a16:creationId xmlns:a16="http://schemas.microsoft.com/office/drawing/2014/main" id="{AFDFCF72-84B6-44AE-9F18-33EB6F2BA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3288"/>
                <a:ext cx="11" cy="6"/>
              </a:xfrm>
              <a:custGeom>
                <a:avLst/>
                <a:gdLst>
                  <a:gd name="T0" fmla="*/ 66 w 7"/>
                  <a:gd name="T1" fmla="*/ 0 h 4"/>
                  <a:gd name="T2" fmla="*/ 31 w 7"/>
                  <a:gd name="T3" fmla="*/ 27 h 4"/>
                  <a:gd name="T4" fmla="*/ 0 w 7"/>
                  <a:gd name="T5" fmla="*/ 2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5" y="1"/>
                      <a:pt x="5" y="3"/>
                      <a:pt x="3" y="3"/>
                    </a:cubicBezTo>
                    <a:cubicBezTo>
                      <a:pt x="2" y="3"/>
                      <a:pt x="1" y="4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" name="Freeform 1592">
                <a:extLst>
                  <a:ext uri="{FF2B5EF4-FFF2-40B4-BE49-F238E27FC236}">
                    <a16:creationId xmlns:a16="http://schemas.microsoft.com/office/drawing/2014/main" id="{D1401205-4AE8-4B66-B795-1FD7A570A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3302"/>
                <a:ext cx="6" cy="5"/>
              </a:xfrm>
              <a:custGeom>
                <a:avLst/>
                <a:gdLst>
                  <a:gd name="T0" fmla="*/ 32 w 4"/>
                  <a:gd name="T1" fmla="*/ 0 h 3"/>
                  <a:gd name="T2" fmla="*/ 0 w 4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1"/>
                      <a:pt x="2" y="3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" name="Freeform 1593">
                <a:extLst>
                  <a:ext uri="{FF2B5EF4-FFF2-40B4-BE49-F238E27FC236}">
                    <a16:creationId xmlns:a16="http://schemas.microsoft.com/office/drawing/2014/main" id="{AE830F46-0ACF-4D88-854B-DAA46107F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267"/>
                <a:ext cx="8" cy="5"/>
              </a:xfrm>
              <a:custGeom>
                <a:avLst/>
                <a:gdLst>
                  <a:gd name="T0" fmla="*/ 42 w 5"/>
                  <a:gd name="T1" fmla="*/ 0 h 3"/>
                  <a:gd name="T2" fmla="*/ 0 w 5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4" y="0"/>
                      <a:pt x="5" y="2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" name="Freeform 1594">
                <a:extLst>
                  <a:ext uri="{FF2B5EF4-FFF2-40B4-BE49-F238E27FC236}">
                    <a16:creationId xmlns:a16="http://schemas.microsoft.com/office/drawing/2014/main" id="{964F3E0F-FE36-4EE6-836B-0D0A5C37D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28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" name="Freeform 1595">
                <a:extLst>
                  <a:ext uri="{FF2B5EF4-FFF2-40B4-BE49-F238E27FC236}">
                    <a16:creationId xmlns:a16="http://schemas.microsoft.com/office/drawing/2014/main" id="{357B9148-8F7F-49EF-8D3E-FA380BECB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252"/>
                <a:ext cx="92" cy="91"/>
              </a:xfrm>
              <a:custGeom>
                <a:avLst/>
                <a:gdLst>
                  <a:gd name="T0" fmla="*/ 495 w 58"/>
                  <a:gd name="T1" fmla="*/ 231 h 58"/>
                  <a:gd name="T2" fmla="*/ 224 w 58"/>
                  <a:gd name="T3" fmla="*/ 31 h 58"/>
                  <a:gd name="T4" fmla="*/ 203 w 58"/>
                  <a:gd name="T5" fmla="*/ 320 h 58"/>
                  <a:gd name="T6" fmla="*/ 430 w 58"/>
                  <a:gd name="T7" fmla="*/ 533 h 58"/>
                  <a:gd name="T8" fmla="*/ 495 w 58"/>
                  <a:gd name="T9" fmla="*/ 231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49" y="24"/>
                    </a:moveTo>
                    <a:cubicBezTo>
                      <a:pt x="48" y="20"/>
                      <a:pt x="44" y="0"/>
                      <a:pt x="22" y="3"/>
                    </a:cubicBezTo>
                    <a:cubicBezTo>
                      <a:pt x="0" y="7"/>
                      <a:pt x="14" y="25"/>
                      <a:pt x="20" y="34"/>
                    </a:cubicBezTo>
                    <a:cubicBezTo>
                      <a:pt x="26" y="43"/>
                      <a:pt x="25" y="58"/>
                      <a:pt x="43" y="56"/>
                    </a:cubicBezTo>
                    <a:cubicBezTo>
                      <a:pt x="58" y="54"/>
                      <a:pt x="54" y="36"/>
                      <a:pt x="49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" name="Freeform 1596">
                <a:extLst>
                  <a:ext uri="{FF2B5EF4-FFF2-40B4-BE49-F238E27FC236}">
                    <a16:creationId xmlns:a16="http://schemas.microsoft.com/office/drawing/2014/main" id="{86FD184B-F976-4B89-A5F4-B3C95A610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3256"/>
                <a:ext cx="73" cy="84"/>
              </a:xfrm>
              <a:custGeom>
                <a:avLst/>
                <a:gdLst>
                  <a:gd name="T0" fmla="*/ 52 w 46"/>
                  <a:gd name="T1" fmla="*/ 63 h 53"/>
                  <a:gd name="T2" fmla="*/ 141 w 46"/>
                  <a:gd name="T3" fmla="*/ 13 h 53"/>
                  <a:gd name="T4" fmla="*/ 259 w 46"/>
                  <a:gd name="T5" fmla="*/ 21 h 53"/>
                  <a:gd name="T6" fmla="*/ 400 w 46"/>
                  <a:gd name="T7" fmla="*/ 203 h 53"/>
                  <a:gd name="T8" fmla="*/ 400 w 46"/>
                  <a:gd name="T9" fmla="*/ 206 h 53"/>
                  <a:gd name="T10" fmla="*/ 411 w 46"/>
                  <a:gd name="T11" fmla="*/ 494 h 53"/>
                  <a:gd name="T12" fmla="*/ 343 w 46"/>
                  <a:gd name="T13" fmla="*/ 517 h 53"/>
                  <a:gd name="T14" fmla="*/ 184 w 46"/>
                  <a:gd name="T15" fmla="*/ 390 h 53"/>
                  <a:gd name="T16" fmla="*/ 132 w 46"/>
                  <a:gd name="T17" fmla="*/ 312 h 53"/>
                  <a:gd name="T18" fmla="*/ 52 w 46"/>
                  <a:gd name="T19" fmla="*/ 63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53">
                    <a:moveTo>
                      <a:pt x="5" y="6"/>
                    </a:moveTo>
                    <a:cubicBezTo>
                      <a:pt x="6" y="3"/>
                      <a:pt x="9" y="2"/>
                      <a:pt x="14" y="1"/>
                    </a:cubicBezTo>
                    <a:cubicBezTo>
                      <a:pt x="19" y="0"/>
                      <a:pt x="23" y="1"/>
                      <a:pt x="26" y="2"/>
                    </a:cubicBezTo>
                    <a:cubicBezTo>
                      <a:pt x="35" y="6"/>
                      <a:pt x="39" y="16"/>
                      <a:pt x="40" y="20"/>
                    </a:cubicBezTo>
                    <a:cubicBezTo>
                      <a:pt x="40" y="20"/>
                      <a:pt x="40" y="21"/>
                      <a:pt x="40" y="21"/>
                    </a:cubicBezTo>
                    <a:cubicBezTo>
                      <a:pt x="42" y="28"/>
                      <a:pt x="46" y="43"/>
                      <a:pt x="41" y="49"/>
                    </a:cubicBezTo>
                    <a:cubicBezTo>
                      <a:pt x="39" y="51"/>
                      <a:pt x="37" y="52"/>
                      <a:pt x="34" y="52"/>
                    </a:cubicBezTo>
                    <a:cubicBezTo>
                      <a:pt x="23" y="53"/>
                      <a:pt x="21" y="47"/>
                      <a:pt x="18" y="39"/>
                    </a:cubicBezTo>
                    <a:cubicBezTo>
                      <a:pt x="16" y="36"/>
                      <a:pt x="15" y="33"/>
                      <a:pt x="13" y="31"/>
                    </a:cubicBezTo>
                    <a:cubicBezTo>
                      <a:pt x="9" y="25"/>
                      <a:pt x="0" y="13"/>
                      <a:pt x="5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" name="Freeform 1597">
                <a:extLst>
                  <a:ext uri="{FF2B5EF4-FFF2-40B4-BE49-F238E27FC236}">
                    <a16:creationId xmlns:a16="http://schemas.microsoft.com/office/drawing/2014/main" id="{0175BC11-E64E-47FE-A749-BA64F4BCC7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16" y="3259"/>
                <a:ext cx="57" cy="78"/>
              </a:xfrm>
              <a:custGeom>
                <a:avLst/>
                <a:gdLst>
                  <a:gd name="T0" fmla="*/ 171 w 36"/>
                  <a:gd name="T1" fmla="*/ 121 h 49"/>
                  <a:gd name="T2" fmla="*/ 171 w 36"/>
                  <a:gd name="T3" fmla="*/ 102 h 49"/>
                  <a:gd name="T4" fmla="*/ 258 w 36"/>
                  <a:gd name="T5" fmla="*/ 64 h 49"/>
                  <a:gd name="T6" fmla="*/ 138 w 36"/>
                  <a:gd name="T7" fmla="*/ 53 h 49"/>
                  <a:gd name="T8" fmla="*/ 184 w 36"/>
                  <a:gd name="T9" fmla="*/ 13 h 49"/>
                  <a:gd name="T10" fmla="*/ 21 w 36"/>
                  <a:gd name="T11" fmla="*/ 84 h 49"/>
                  <a:gd name="T12" fmla="*/ 87 w 36"/>
                  <a:gd name="T13" fmla="*/ 102 h 49"/>
                  <a:gd name="T14" fmla="*/ 0 w 36"/>
                  <a:gd name="T15" fmla="*/ 153 h 49"/>
                  <a:gd name="T16" fmla="*/ 108 w 36"/>
                  <a:gd name="T17" fmla="*/ 162 h 49"/>
                  <a:gd name="T18" fmla="*/ 190 w 36"/>
                  <a:gd name="T19" fmla="*/ 142 h 49"/>
                  <a:gd name="T20" fmla="*/ 82 w 36"/>
                  <a:gd name="T21" fmla="*/ 226 h 49"/>
                  <a:gd name="T22" fmla="*/ 250 w 36"/>
                  <a:gd name="T23" fmla="*/ 213 h 49"/>
                  <a:gd name="T24" fmla="*/ 87 w 36"/>
                  <a:gd name="T25" fmla="*/ 261 h 49"/>
                  <a:gd name="T26" fmla="*/ 150 w 36"/>
                  <a:gd name="T27" fmla="*/ 339 h 49"/>
                  <a:gd name="T28" fmla="*/ 171 w 36"/>
                  <a:gd name="T29" fmla="*/ 347 h 49"/>
                  <a:gd name="T30" fmla="*/ 158 w 36"/>
                  <a:gd name="T31" fmla="*/ 415 h 49"/>
                  <a:gd name="T32" fmla="*/ 301 w 36"/>
                  <a:gd name="T33" fmla="*/ 401 h 49"/>
                  <a:gd name="T34" fmla="*/ 184 w 36"/>
                  <a:gd name="T35" fmla="*/ 463 h 49"/>
                  <a:gd name="T36" fmla="*/ 340 w 36"/>
                  <a:gd name="T37" fmla="*/ 436 h 49"/>
                  <a:gd name="T38" fmla="*/ 226 w 36"/>
                  <a:gd name="T39" fmla="*/ 449 h 49"/>
                  <a:gd name="T40" fmla="*/ 358 w 36"/>
                  <a:gd name="T41" fmla="*/ 401 h 49"/>
                  <a:gd name="T42" fmla="*/ 238 w 36"/>
                  <a:gd name="T43" fmla="*/ 360 h 49"/>
                  <a:gd name="T44" fmla="*/ 340 w 36"/>
                  <a:gd name="T45" fmla="*/ 314 h 49"/>
                  <a:gd name="T46" fmla="*/ 190 w 36"/>
                  <a:gd name="T47" fmla="*/ 294 h 49"/>
                  <a:gd name="T48" fmla="*/ 291 w 36"/>
                  <a:gd name="T49" fmla="*/ 258 h 49"/>
                  <a:gd name="T50" fmla="*/ 150 w 36"/>
                  <a:gd name="T51" fmla="*/ 193 h 49"/>
                  <a:gd name="T52" fmla="*/ 271 w 36"/>
                  <a:gd name="T53" fmla="*/ 162 h 49"/>
                  <a:gd name="T54" fmla="*/ 150 w 36"/>
                  <a:gd name="T55" fmla="*/ 116 h 49"/>
                  <a:gd name="T56" fmla="*/ 238 w 36"/>
                  <a:gd name="T57" fmla="*/ 116 h 49"/>
                  <a:gd name="T58" fmla="*/ 271 w 36"/>
                  <a:gd name="T59" fmla="*/ 153 h 49"/>
                  <a:gd name="T60" fmla="*/ 158 w 36"/>
                  <a:gd name="T61" fmla="*/ 205 h 49"/>
                  <a:gd name="T62" fmla="*/ 291 w 36"/>
                  <a:gd name="T63" fmla="*/ 244 h 49"/>
                  <a:gd name="T64" fmla="*/ 190 w 36"/>
                  <a:gd name="T65" fmla="*/ 307 h 49"/>
                  <a:gd name="T66" fmla="*/ 326 w 36"/>
                  <a:gd name="T67" fmla="*/ 314 h 49"/>
                  <a:gd name="T68" fmla="*/ 258 w 36"/>
                  <a:gd name="T69" fmla="*/ 368 h 49"/>
                  <a:gd name="T70" fmla="*/ 347 w 36"/>
                  <a:gd name="T71" fmla="*/ 411 h 49"/>
                  <a:gd name="T72" fmla="*/ 219 w 36"/>
                  <a:gd name="T73" fmla="*/ 463 h 49"/>
                  <a:gd name="T74" fmla="*/ 340 w 36"/>
                  <a:gd name="T75" fmla="*/ 449 h 49"/>
                  <a:gd name="T76" fmla="*/ 190 w 36"/>
                  <a:gd name="T77" fmla="*/ 436 h 49"/>
                  <a:gd name="T78" fmla="*/ 226 w 36"/>
                  <a:gd name="T79" fmla="*/ 401 h 49"/>
                  <a:gd name="T80" fmla="*/ 138 w 36"/>
                  <a:gd name="T81" fmla="*/ 380 h 49"/>
                  <a:gd name="T82" fmla="*/ 206 w 36"/>
                  <a:gd name="T83" fmla="*/ 326 h 49"/>
                  <a:gd name="T84" fmla="*/ 100 w 36"/>
                  <a:gd name="T85" fmla="*/ 314 h 49"/>
                  <a:gd name="T86" fmla="*/ 250 w 36"/>
                  <a:gd name="T87" fmla="*/ 226 h 49"/>
                  <a:gd name="T88" fmla="*/ 150 w 36"/>
                  <a:gd name="T89" fmla="*/ 213 h 49"/>
                  <a:gd name="T90" fmla="*/ 130 w 36"/>
                  <a:gd name="T91" fmla="*/ 172 h 49"/>
                  <a:gd name="T92" fmla="*/ 158 w 36"/>
                  <a:gd name="T93" fmla="*/ 142 h 49"/>
                  <a:gd name="T94" fmla="*/ 87 w 36"/>
                  <a:gd name="T95" fmla="*/ 153 h 49"/>
                  <a:gd name="T96" fmla="*/ 40 w 36"/>
                  <a:gd name="T97" fmla="*/ 121 h 49"/>
                  <a:gd name="T98" fmla="*/ 87 w 36"/>
                  <a:gd name="T99" fmla="*/ 73 h 49"/>
                  <a:gd name="T100" fmla="*/ 82 w 36"/>
                  <a:gd name="T101" fmla="*/ 21 h 49"/>
                  <a:gd name="T102" fmla="*/ 150 w 36"/>
                  <a:gd name="T103" fmla="*/ 33 h 49"/>
                  <a:gd name="T104" fmla="*/ 206 w 36"/>
                  <a:gd name="T105" fmla="*/ 40 h 49"/>
                  <a:gd name="T106" fmla="*/ 238 w 36"/>
                  <a:gd name="T107" fmla="*/ 84 h 49"/>
                  <a:gd name="T108" fmla="*/ 150 w 36"/>
                  <a:gd name="T109" fmla="*/ 116 h 4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6" h="49">
                    <a:moveTo>
                      <a:pt x="28" y="10"/>
                    </a:moveTo>
                    <a:cubicBezTo>
                      <a:pt x="26" y="10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2" y="11"/>
                      <a:pt x="19" y="11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0"/>
                      <a:pt x="17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9"/>
                      <a:pt x="22" y="9"/>
                      <a:pt x="24" y="9"/>
                    </a:cubicBezTo>
                    <a:cubicBezTo>
                      <a:pt x="24" y="9"/>
                      <a:pt x="26" y="8"/>
                      <a:pt x="26" y="7"/>
                    </a:cubicBezTo>
                    <a:cubicBezTo>
                      <a:pt x="26" y="7"/>
                      <a:pt x="26" y="6"/>
                      <a:pt x="26" y="6"/>
                    </a:cubicBezTo>
                    <a:cubicBezTo>
                      <a:pt x="25" y="5"/>
                      <a:pt x="24" y="5"/>
                      <a:pt x="24" y="4"/>
                    </a:cubicBezTo>
                    <a:cubicBezTo>
                      <a:pt x="23" y="4"/>
                      <a:pt x="22" y="3"/>
                      <a:pt x="21" y="3"/>
                    </a:cubicBezTo>
                    <a:cubicBezTo>
                      <a:pt x="20" y="4"/>
                      <a:pt x="18" y="4"/>
                      <a:pt x="17" y="4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7" y="3"/>
                      <a:pt x="18" y="3"/>
                      <a:pt x="18" y="2"/>
                    </a:cubicBezTo>
                    <a:cubicBezTo>
                      <a:pt x="19" y="2"/>
                      <a:pt x="18" y="2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3" y="2"/>
                      <a:pt x="2" y="4"/>
                      <a:pt x="1" y="7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3" y="9"/>
                      <a:pt x="6" y="9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1" y="8"/>
                      <a:pt x="11" y="8"/>
                      <a:pt x="11" y="9"/>
                    </a:cubicBezTo>
                    <a:cubicBezTo>
                      <a:pt x="11" y="9"/>
                      <a:pt x="11" y="9"/>
                      <a:pt x="9" y="10"/>
                    </a:cubicBezTo>
                    <a:cubicBezTo>
                      <a:pt x="8" y="10"/>
                      <a:pt x="7" y="11"/>
                      <a:pt x="6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12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4" y="18"/>
                      <a:pt x="8" y="17"/>
                      <a:pt x="9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3" y="15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5"/>
                      <a:pt x="18" y="15"/>
                      <a:pt x="16" y="15"/>
                    </a:cubicBezTo>
                    <a:cubicBezTo>
                      <a:pt x="16" y="15"/>
                      <a:pt x="13" y="16"/>
                      <a:pt x="13" y="16"/>
                    </a:cubicBezTo>
                    <a:cubicBezTo>
                      <a:pt x="12" y="16"/>
                      <a:pt x="6" y="18"/>
                      <a:pt x="6" y="21"/>
                    </a:cubicBezTo>
                    <a:cubicBezTo>
                      <a:pt x="7" y="22"/>
                      <a:pt x="7" y="22"/>
                      <a:pt x="8" y="22"/>
                    </a:cubicBezTo>
                    <a:cubicBezTo>
                      <a:pt x="10" y="23"/>
                      <a:pt x="13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22" y="21"/>
                      <a:pt x="24" y="20"/>
                      <a:pt x="24" y="20"/>
                    </a:cubicBezTo>
                    <a:cubicBezTo>
                      <a:pt x="25" y="20"/>
                      <a:pt x="25" y="20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2"/>
                      <a:pt x="25" y="22"/>
                    </a:cubicBezTo>
                    <a:cubicBezTo>
                      <a:pt x="23" y="22"/>
                      <a:pt x="16" y="23"/>
                      <a:pt x="12" y="24"/>
                    </a:cubicBezTo>
                    <a:cubicBezTo>
                      <a:pt x="11" y="24"/>
                      <a:pt x="9" y="25"/>
                      <a:pt x="9" y="26"/>
                    </a:cubicBezTo>
                    <a:cubicBezTo>
                      <a:pt x="8" y="26"/>
                      <a:pt x="8" y="27"/>
                      <a:pt x="8" y="28"/>
                    </a:cubicBezTo>
                    <a:cubicBezTo>
                      <a:pt x="8" y="28"/>
                      <a:pt x="10" y="31"/>
                      <a:pt x="10" y="31"/>
                    </a:cubicBezTo>
                    <a:cubicBezTo>
                      <a:pt x="10" y="32"/>
                      <a:pt x="11" y="33"/>
                      <a:pt x="12" y="33"/>
                    </a:cubicBezTo>
                    <a:cubicBezTo>
                      <a:pt x="13" y="33"/>
                      <a:pt x="15" y="33"/>
                      <a:pt x="15" y="33"/>
                    </a:cubicBezTo>
                    <a:cubicBezTo>
                      <a:pt x="16" y="33"/>
                      <a:pt x="19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4"/>
                      <a:pt x="18" y="34"/>
                      <a:pt x="17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3" y="35"/>
                      <a:pt x="13" y="35"/>
                      <a:pt x="13" y="37"/>
                    </a:cubicBezTo>
                    <a:cubicBezTo>
                      <a:pt x="13" y="37"/>
                      <a:pt x="13" y="38"/>
                      <a:pt x="14" y="39"/>
                    </a:cubicBezTo>
                    <a:cubicBezTo>
                      <a:pt x="14" y="40"/>
                      <a:pt x="15" y="40"/>
                      <a:pt x="16" y="41"/>
                    </a:cubicBezTo>
                    <a:cubicBezTo>
                      <a:pt x="18" y="41"/>
                      <a:pt x="20" y="40"/>
                      <a:pt x="21" y="4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5" y="39"/>
                      <a:pt x="29" y="38"/>
                      <a:pt x="30" y="38"/>
                    </a:cubicBezTo>
                    <a:cubicBezTo>
                      <a:pt x="30" y="38"/>
                      <a:pt x="30" y="38"/>
                      <a:pt x="30" y="39"/>
                    </a:cubicBezTo>
                    <a:cubicBezTo>
                      <a:pt x="29" y="39"/>
                      <a:pt x="28" y="40"/>
                      <a:pt x="26" y="41"/>
                    </a:cubicBezTo>
                    <a:cubicBezTo>
                      <a:pt x="24" y="41"/>
                      <a:pt x="20" y="42"/>
                      <a:pt x="18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18" y="44"/>
                      <a:pt x="17" y="45"/>
                      <a:pt x="18" y="45"/>
                    </a:cubicBezTo>
                    <a:cubicBezTo>
                      <a:pt x="20" y="48"/>
                      <a:pt x="24" y="49"/>
                      <a:pt x="29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31" y="47"/>
                      <a:pt x="33" y="46"/>
                      <a:pt x="34" y="44"/>
                    </a:cubicBezTo>
                    <a:cubicBezTo>
                      <a:pt x="35" y="44"/>
                      <a:pt x="35" y="43"/>
                      <a:pt x="34" y="43"/>
                    </a:cubicBezTo>
                    <a:cubicBezTo>
                      <a:pt x="34" y="43"/>
                      <a:pt x="33" y="43"/>
                      <a:pt x="33" y="43"/>
                    </a:cubicBezTo>
                    <a:cubicBezTo>
                      <a:pt x="31" y="43"/>
                      <a:pt x="29" y="44"/>
                      <a:pt x="28" y="44"/>
                    </a:cubicBezTo>
                    <a:cubicBezTo>
                      <a:pt x="26" y="45"/>
                      <a:pt x="24" y="46"/>
                      <a:pt x="23" y="45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7" y="43"/>
                      <a:pt x="29" y="43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2" y="42"/>
                      <a:pt x="34" y="41"/>
                      <a:pt x="35" y="40"/>
                    </a:cubicBezTo>
                    <a:cubicBezTo>
                      <a:pt x="36" y="40"/>
                      <a:pt x="36" y="39"/>
                      <a:pt x="36" y="39"/>
                    </a:cubicBezTo>
                    <a:cubicBezTo>
                      <a:pt x="36" y="37"/>
                      <a:pt x="36" y="36"/>
                      <a:pt x="36" y="35"/>
                    </a:cubicBezTo>
                    <a:cubicBezTo>
                      <a:pt x="36" y="35"/>
                      <a:pt x="36" y="34"/>
                      <a:pt x="33" y="34"/>
                    </a:cubicBezTo>
                    <a:cubicBezTo>
                      <a:pt x="31" y="34"/>
                      <a:pt x="28" y="35"/>
                      <a:pt x="26" y="35"/>
                    </a:cubicBezTo>
                    <a:cubicBezTo>
                      <a:pt x="25" y="35"/>
                      <a:pt x="24" y="35"/>
                      <a:pt x="24" y="35"/>
                    </a:cubicBezTo>
                    <a:cubicBezTo>
                      <a:pt x="24" y="35"/>
                      <a:pt x="24" y="34"/>
                      <a:pt x="25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1" y="33"/>
                      <a:pt x="34" y="32"/>
                      <a:pt x="34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5" y="30"/>
                      <a:pt x="35" y="27"/>
                      <a:pt x="33" y="26"/>
                    </a:cubicBezTo>
                    <a:cubicBezTo>
                      <a:pt x="32" y="26"/>
                      <a:pt x="32" y="25"/>
                      <a:pt x="31" y="26"/>
                    </a:cubicBezTo>
                    <a:cubicBezTo>
                      <a:pt x="29" y="26"/>
                      <a:pt x="27" y="27"/>
                      <a:pt x="25" y="27"/>
                    </a:cubicBezTo>
                    <a:cubicBezTo>
                      <a:pt x="22" y="28"/>
                      <a:pt x="20" y="29"/>
                      <a:pt x="19" y="29"/>
                    </a:cubicBezTo>
                    <a:cubicBezTo>
                      <a:pt x="17" y="29"/>
                      <a:pt x="16" y="29"/>
                      <a:pt x="16" y="29"/>
                    </a:cubicBezTo>
                    <a:cubicBezTo>
                      <a:pt x="15" y="28"/>
                      <a:pt x="16" y="27"/>
                      <a:pt x="18" y="27"/>
                    </a:cubicBezTo>
                    <a:cubicBezTo>
                      <a:pt x="19" y="27"/>
                      <a:pt x="22" y="26"/>
                      <a:pt x="25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31" y="24"/>
                      <a:pt x="33" y="23"/>
                      <a:pt x="32" y="20"/>
                    </a:cubicBezTo>
                    <a:cubicBezTo>
                      <a:pt x="31" y="19"/>
                      <a:pt x="31" y="18"/>
                      <a:pt x="30" y="17"/>
                    </a:cubicBezTo>
                    <a:cubicBezTo>
                      <a:pt x="28" y="17"/>
                      <a:pt x="27" y="17"/>
                      <a:pt x="27" y="17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4" y="19"/>
                      <a:pt x="14" y="19"/>
                    </a:cubicBezTo>
                    <a:cubicBezTo>
                      <a:pt x="14" y="19"/>
                      <a:pt x="14" y="18"/>
                      <a:pt x="15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9" y="15"/>
                      <a:pt x="29" y="14"/>
                    </a:cubicBezTo>
                    <a:cubicBezTo>
                      <a:pt x="30" y="14"/>
                      <a:pt x="30" y="13"/>
                      <a:pt x="30" y="12"/>
                    </a:cubicBezTo>
                    <a:cubicBezTo>
                      <a:pt x="29" y="11"/>
                      <a:pt x="29" y="10"/>
                      <a:pt x="28" y="10"/>
                    </a:cubicBezTo>
                    <a:close/>
                    <a:moveTo>
                      <a:pt x="15" y="11"/>
                    </a:moveTo>
                    <a:cubicBezTo>
                      <a:pt x="15" y="12"/>
                      <a:pt x="16" y="12"/>
                      <a:pt x="16" y="12"/>
                    </a:cubicBezTo>
                    <a:cubicBezTo>
                      <a:pt x="17" y="12"/>
                      <a:pt x="17" y="12"/>
                      <a:pt x="18" y="12"/>
                    </a:cubicBezTo>
                    <a:cubicBezTo>
                      <a:pt x="19" y="12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1"/>
                      <a:pt x="26" y="10"/>
                      <a:pt x="27" y="11"/>
                    </a:cubicBezTo>
                    <a:cubicBezTo>
                      <a:pt x="28" y="11"/>
                      <a:pt x="28" y="11"/>
                      <a:pt x="29" y="12"/>
                    </a:cubicBezTo>
                    <a:cubicBezTo>
                      <a:pt x="29" y="13"/>
                      <a:pt x="29" y="14"/>
                      <a:pt x="29" y="14"/>
                    </a:cubicBezTo>
                    <a:cubicBezTo>
                      <a:pt x="28" y="15"/>
                      <a:pt x="27" y="15"/>
                      <a:pt x="27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8"/>
                      <a:pt x="13" y="18"/>
                      <a:pt x="13" y="19"/>
                    </a:cubicBezTo>
                    <a:cubicBezTo>
                      <a:pt x="14" y="20"/>
                      <a:pt x="15" y="20"/>
                      <a:pt x="16" y="20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8" y="17"/>
                      <a:pt x="29" y="18"/>
                    </a:cubicBezTo>
                    <a:cubicBezTo>
                      <a:pt x="30" y="18"/>
                      <a:pt x="30" y="19"/>
                      <a:pt x="31" y="20"/>
                    </a:cubicBezTo>
                    <a:cubicBezTo>
                      <a:pt x="31" y="22"/>
                      <a:pt x="31" y="24"/>
                      <a:pt x="29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2" y="25"/>
                      <a:pt x="19" y="26"/>
                      <a:pt x="17" y="26"/>
                    </a:cubicBezTo>
                    <a:cubicBezTo>
                      <a:pt x="14" y="27"/>
                      <a:pt x="14" y="28"/>
                      <a:pt x="15" y="29"/>
                    </a:cubicBezTo>
                    <a:cubicBezTo>
                      <a:pt x="15" y="29"/>
                      <a:pt x="16" y="30"/>
                      <a:pt x="19" y="30"/>
                    </a:cubicBezTo>
                    <a:cubicBezTo>
                      <a:pt x="20" y="29"/>
                      <a:pt x="22" y="29"/>
                      <a:pt x="25" y="28"/>
                    </a:cubicBezTo>
                    <a:cubicBezTo>
                      <a:pt x="27" y="27"/>
                      <a:pt x="30" y="27"/>
                      <a:pt x="31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3" y="27"/>
                      <a:pt x="34" y="30"/>
                      <a:pt x="33" y="31"/>
                    </a:cubicBezTo>
                    <a:cubicBezTo>
                      <a:pt x="33" y="31"/>
                      <a:pt x="29" y="32"/>
                      <a:pt x="27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3" y="34"/>
                      <a:pt x="23" y="35"/>
                      <a:pt x="23" y="35"/>
                    </a:cubicBezTo>
                    <a:cubicBezTo>
                      <a:pt x="23" y="36"/>
                      <a:pt x="24" y="36"/>
                      <a:pt x="26" y="36"/>
                    </a:cubicBezTo>
                    <a:cubicBezTo>
                      <a:pt x="28" y="35"/>
                      <a:pt x="31" y="35"/>
                      <a:pt x="33" y="35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9"/>
                    </a:cubicBezTo>
                    <a:cubicBezTo>
                      <a:pt x="35" y="39"/>
                      <a:pt x="35" y="40"/>
                      <a:pt x="35" y="40"/>
                    </a:cubicBezTo>
                    <a:cubicBezTo>
                      <a:pt x="34" y="41"/>
                      <a:pt x="32" y="41"/>
                      <a:pt x="30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6" y="43"/>
                      <a:pt x="23" y="43"/>
                      <a:pt x="22" y="44"/>
                    </a:cubicBezTo>
                    <a:cubicBezTo>
                      <a:pt x="22" y="44"/>
                      <a:pt x="22" y="45"/>
                      <a:pt x="22" y="45"/>
                    </a:cubicBezTo>
                    <a:cubicBezTo>
                      <a:pt x="24" y="47"/>
                      <a:pt x="27" y="45"/>
                      <a:pt x="29" y="45"/>
                    </a:cubicBezTo>
                    <a:cubicBezTo>
                      <a:pt x="30" y="44"/>
                      <a:pt x="31" y="44"/>
                      <a:pt x="33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2" y="46"/>
                      <a:pt x="31" y="47"/>
                      <a:pt x="29" y="47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5" y="48"/>
                      <a:pt x="21" y="47"/>
                      <a:pt x="19" y="45"/>
                    </a:cubicBezTo>
                    <a:cubicBezTo>
                      <a:pt x="18" y="44"/>
                      <a:pt x="19" y="44"/>
                      <a:pt x="19" y="43"/>
                    </a:cubicBezTo>
                    <a:cubicBezTo>
                      <a:pt x="21" y="42"/>
                      <a:pt x="25" y="42"/>
                      <a:pt x="26" y="41"/>
                    </a:cubicBezTo>
                    <a:cubicBezTo>
                      <a:pt x="28" y="41"/>
                      <a:pt x="30" y="40"/>
                      <a:pt x="31" y="39"/>
                    </a:cubicBezTo>
                    <a:cubicBezTo>
                      <a:pt x="31" y="39"/>
                      <a:pt x="31" y="38"/>
                      <a:pt x="30" y="38"/>
                    </a:cubicBezTo>
                    <a:cubicBezTo>
                      <a:pt x="30" y="37"/>
                      <a:pt x="27" y="37"/>
                      <a:pt x="23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19" y="40"/>
                      <a:pt x="18" y="40"/>
                      <a:pt x="16" y="40"/>
                    </a:cubicBezTo>
                    <a:cubicBezTo>
                      <a:pt x="16" y="40"/>
                      <a:pt x="15" y="39"/>
                      <a:pt x="15" y="39"/>
                    </a:cubicBezTo>
                    <a:cubicBezTo>
                      <a:pt x="14" y="38"/>
                      <a:pt x="14" y="37"/>
                      <a:pt x="14" y="37"/>
                    </a:cubicBezTo>
                    <a:cubicBezTo>
                      <a:pt x="14" y="36"/>
                      <a:pt x="14" y="35"/>
                      <a:pt x="16" y="35"/>
                    </a:cubicBezTo>
                    <a:cubicBezTo>
                      <a:pt x="16" y="35"/>
                      <a:pt x="17" y="35"/>
                      <a:pt x="17" y="35"/>
                    </a:cubicBezTo>
                    <a:cubicBezTo>
                      <a:pt x="19" y="34"/>
                      <a:pt x="21" y="34"/>
                      <a:pt x="21" y="33"/>
                    </a:cubicBezTo>
                    <a:cubicBezTo>
                      <a:pt x="21" y="33"/>
                      <a:pt x="21" y="33"/>
                      <a:pt x="21" y="32"/>
                    </a:cubicBezTo>
                    <a:cubicBezTo>
                      <a:pt x="21" y="32"/>
                      <a:pt x="21" y="32"/>
                      <a:pt x="20" y="32"/>
                    </a:cubicBezTo>
                    <a:cubicBezTo>
                      <a:pt x="19" y="31"/>
                      <a:pt x="15" y="32"/>
                      <a:pt x="15" y="32"/>
                    </a:cubicBezTo>
                    <a:cubicBezTo>
                      <a:pt x="15" y="32"/>
                      <a:pt x="13" y="33"/>
                      <a:pt x="12" y="32"/>
                    </a:cubicBezTo>
                    <a:cubicBezTo>
                      <a:pt x="11" y="32"/>
                      <a:pt x="11" y="31"/>
                      <a:pt x="10" y="31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7"/>
                      <a:pt x="9" y="27"/>
                      <a:pt x="9" y="26"/>
                    </a:cubicBezTo>
                    <a:cubicBezTo>
                      <a:pt x="10" y="25"/>
                      <a:pt x="11" y="25"/>
                      <a:pt x="12" y="25"/>
                    </a:cubicBezTo>
                    <a:cubicBezTo>
                      <a:pt x="19" y="23"/>
                      <a:pt x="24" y="22"/>
                      <a:pt x="25" y="22"/>
                    </a:cubicBezTo>
                    <a:cubicBezTo>
                      <a:pt x="25" y="22"/>
                      <a:pt x="26" y="22"/>
                      <a:pt x="26" y="22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0"/>
                      <a:pt x="25" y="19"/>
                      <a:pt x="24" y="19"/>
                    </a:cubicBezTo>
                    <a:cubicBezTo>
                      <a:pt x="23" y="20"/>
                      <a:pt x="20" y="20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2"/>
                      <a:pt x="10" y="22"/>
                      <a:pt x="8" y="22"/>
                    </a:cubicBezTo>
                    <a:cubicBezTo>
                      <a:pt x="8" y="22"/>
                      <a:pt x="8" y="21"/>
                      <a:pt x="7" y="21"/>
                    </a:cubicBezTo>
                    <a:cubicBezTo>
                      <a:pt x="7" y="18"/>
                      <a:pt x="12" y="17"/>
                      <a:pt x="13" y="17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20" y="15"/>
                      <a:pt x="20" y="15"/>
                    </a:cubicBezTo>
                    <a:cubicBezTo>
                      <a:pt x="20" y="15"/>
                      <a:pt x="20" y="14"/>
                      <a:pt x="20" y="14"/>
                    </a:cubicBezTo>
                    <a:cubicBezTo>
                      <a:pt x="20" y="13"/>
                      <a:pt x="18" y="13"/>
                      <a:pt x="16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14"/>
                      <a:pt x="12" y="14"/>
                      <a:pt x="11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5" y="17"/>
                      <a:pt x="3" y="17"/>
                      <a:pt x="2" y="16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4"/>
                      <a:pt x="1" y="13"/>
                      <a:pt x="4" y="12"/>
                    </a:cubicBezTo>
                    <a:cubicBezTo>
                      <a:pt x="4" y="12"/>
                      <a:pt x="7" y="11"/>
                      <a:pt x="7" y="11"/>
                    </a:cubicBezTo>
                    <a:cubicBezTo>
                      <a:pt x="8" y="11"/>
                      <a:pt x="8" y="11"/>
                      <a:pt x="10" y="11"/>
                    </a:cubicBezTo>
                    <a:cubicBezTo>
                      <a:pt x="11" y="10"/>
                      <a:pt x="13" y="10"/>
                      <a:pt x="12" y="8"/>
                    </a:cubicBezTo>
                    <a:cubicBezTo>
                      <a:pt x="12" y="8"/>
                      <a:pt x="11" y="7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8"/>
                      <a:pt x="3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5"/>
                      <a:pt x="3" y="3"/>
                      <a:pt x="8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2" y="1"/>
                      <a:pt x="15" y="1"/>
                      <a:pt x="17" y="2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7" y="2"/>
                      <a:pt x="16" y="3"/>
                      <a:pt x="15" y="3"/>
                    </a:cubicBezTo>
                    <a:cubicBezTo>
                      <a:pt x="13" y="4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5" y="5"/>
                      <a:pt x="17" y="5"/>
                    </a:cubicBezTo>
                    <a:cubicBezTo>
                      <a:pt x="19" y="4"/>
                      <a:pt x="20" y="4"/>
                      <a:pt x="21" y="4"/>
                    </a:cubicBezTo>
                    <a:cubicBezTo>
                      <a:pt x="22" y="4"/>
                      <a:pt x="23" y="4"/>
                      <a:pt x="23" y="5"/>
                    </a:cubicBezTo>
                    <a:cubicBezTo>
                      <a:pt x="24" y="5"/>
                      <a:pt x="24" y="6"/>
                      <a:pt x="25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4" y="8"/>
                      <a:pt x="24" y="8"/>
                    </a:cubicBezTo>
                    <a:cubicBezTo>
                      <a:pt x="22" y="8"/>
                      <a:pt x="20" y="9"/>
                      <a:pt x="18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5" y="10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</a:path>
                </a:pathLst>
              </a:custGeom>
              <a:solidFill>
                <a:srgbClr val="FB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" name="Freeform 1598">
                <a:extLst>
                  <a:ext uri="{FF2B5EF4-FFF2-40B4-BE49-F238E27FC236}">
                    <a16:creationId xmlns:a16="http://schemas.microsoft.com/office/drawing/2014/main" id="{8891463E-1477-4544-88E3-C5AEFE871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3259"/>
                <a:ext cx="57" cy="78"/>
              </a:xfrm>
              <a:custGeom>
                <a:avLst/>
                <a:gdLst>
                  <a:gd name="T0" fmla="*/ 238 w 36"/>
                  <a:gd name="T1" fmla="*/ 102 h 49"/>
                  <a:gd name="T2" fmla="*/ 171 w 36"/>
                  <a:gd name="T3" fmla="*/ 121 h 49"/>
                  <a:gd name="T4" fmla="*/ 158 w 36"/>
                  <a:gd name="T5" fmla="*/ 116 h 49"/>
                  <a:gd name="T6" fmla="*/ 171 w 36"/>
                  <a:gd name="T7" fmla="*/ 102 h 49"/>
                  <a:gd name="T8" fmla="*/ 238 w 36"/>
                  <a:gd name="T9" fmla="*/ 89 h 49"/>
                  <a:gd name="T10" fmla="*/ 258 w 36"/>
                  <a:gd name="T11" fmla="*/ 64 h 49"/>
                  <a:gd name="T12" fmla="*/ 206 w 36"/>
                  <a:gd name="T13" fmla="*/ 33 h 49"/>
                  <a:gd name="T14" fmla="*/ 138 w 36"/>
                  <a:gd name="T15" fmla="*/ 53 h 49"/>
                  <a:gd name="T16" fmla="*/ 184 w 36"/>
                  <a:gd name="T17" fmla="*/ 21 h 49"/>
                  <a:gd name="T18" fmla="*/ 184 w 36"/>
                  <a:gd name="T19" fmla="*/ 13 h 49"/>
                  <a:gd name="T20" fmla="*/ 87 w 36"/>
                  <a:gd name="T21" fmla="*/ 13 h 49"/>
                  <a:gd name="T22" fmla="*/ 21 w 36"/>
                  <a:gd name="T23" fmla="*/ 84 h 49"/>
                  <a:gd name="T24" fmla="*/ 87 w 36"/>
                  <a:gd name="T25" fmla="*/ 84 h 49"/>
                  <a:gd name="T26" fmla="*/ 87 w 36"/>
                  <a:gd name="T27" fmla="*/ 102 h 49"/>
                  <a:gd name="T28" fmla="*/ 33 w 36"/>
                  <a:gd name="T29" fmla="*/ 116 h 49"/>
                  <a:gd name="T30" fmla="*/ 0 w 36"/>
                  <a:gd name="T31" fmla="*/ 153 h 49"/>
                  <a:gd name="T32" fmla="*/ 87 w 36"/>
                  <a:gd name="T33" fmla="*/ 162 h 49"/>
                  <a:gd name="T34" fmla="*/ 108 w 36"/>
                  <a:gd name="T35" fmla="*/ 162 h 49"/>
                  <a:gd name="T36" fmla="*/ 158 w 36"/>
                  <a:gd name="T37" fmla="*/ 142 h 49"/>
                  <a:gd name="T38" fmla="*/ 190 w 36"/>
                  <a:gd name="T39" fmla="*/ 142 h 49"/>
                  <a:gd name="T40" fmla="*/ 130 w 36"/>
                  <a:gd name="T41" fmla="*/ 162 h 49"/>
                  <a:gd name="T42" fmla="*/ 82 w 36"/>
                  <a:gd name="T43" fmla="*/ 226 h 49"/>
                  <a:gd name="T44" fmla="*/ 150 w 36"/>
                  <a:gd name="T45" fmla="*/ 226 h 49"/>
                  <a:gd name="T46" fmla="*/ 250 w 36"/>
                  <a:gd name="T47" fmla="*/ 213 h 49"/>
                  <a:gd name="T48" fmla="*/ 250 w 36"/>
                  <a:gd name="T49" fmla="*/ 226 h 49"/>
                  <a:gd name="T50" fmla="*/ 87 w 36"/>
                  <a:gd name="T51" fmla="*/ 261 h 49"/>
                  <a:gd name="T52" fmla="*/ 100 w 36"/>
                  <a:gd name="T53" fmla="*/ 314 h 49"/>
                  <a:gd name="T54" fmla="*/ 150 w 36"/>
                  <a:gd name="T55" fmla="*/ 339 h 49"/>
                  <a:gd name="T56" fmla="*/ 203 w 36"/>
                  <a:gd name="T57" fmla="*/ 326 h 49"/>
                  <a:gd name="T58" fmla="*/ 171 w 36"/>
                  <a:gd name="T59" fmla="*/ 347 h 49"/>
                  <a:gd name="T60" fmla="*/ 130 w 36"/>
                  <a:gd name="T61" fmla="*/ 380 h 49"/>
                  <a:gd name="T62" fmla="*/ 158 w 36"/>
                  <a:gd name="T63" fmla="*/ 415 h 49"/>
                  <a:gd name="T64" fmla="*/ 226 w 36"/>
                  <a:gd name="T65" fmla="*/ 401 h 49"/>
                  <a:gd name="T66" fmla="*/ 301 w 36"/>
                  <a:gd name="T67" fmla="*/ 401 h 49"/>
                  <a:gd name="T68" fmla="*/ 184 w 36"/>
                  <a:gd name="T69" fmla="*/ 436 h 49"/>
                  <a:gd name="T70" fmla="*/ 184 w 36"/>
                  <a:gd name="T71" fmla="*/ 463 h 49"/>
                  <a:gd name="T72" fmla="*/ 291 w 36"/>
                  <a:gd name="T73" fmla="*/ 489 h 49"/>
                  <a:gd name="T74" fmla="*/ 340 w 36"/>
                  <a:gd name="T75" fmla="*/ 436 h 49"/>
                  <a:gd name="T76" fmla="*/ 279 w 36"/>
                  <a:gd name="T77" fmla="*/ 449 h 49"/>
                  <a:gd name="T78" fmla="*/ 226 w 36"/>
                  <a:gd name="T79" fmla="*/ 449 h 49"/>
                  <a:gd name="T80" fmla="*/ 301 w 36"/>
                  <a:gd name="T81" fmla="*/ 431 h 49"/>
                  <a:gd name="T82" fmla="*/ 358 w 36"/>
                  <a:gd name="T83" fmla="*/ 401 h 49"/>
                  <a:gd name="T84" fmla="*/ 326 w 36"/>
                  <a:gd name="T85" fmla="*/ 347 h 49"/>
                  <a:gd name="T86" fmla="*/ 238 w 36"/>
                  <a:gd name="T87" fmla="*/ 360 h 49"/>
                  <a:gd name="T88" fmla="*/ 279 w 36"/>
                  <a:gd name="T89" fmla="*/ 339 h 49"/>
                  <a:gd name="T90" fmla="*/ 340 w 36"/>
                  <a:gd name="T91" fmla="*/ 314 h 49"/>
                  <a:gd name="T92" fmla="*/ 310 w 36"/>
                  <a:gd name="T93" fmla="*/ 261 h 49"/>
                  <a:gd name="T94" fmla="*/ 190 w 36"/>
                  <a:gd name="T95" fmla="*/ 294 h 49"/>
                  <a:gd name="T96" fmla="*/ 184 w 36"/>
                  <a:gd name="T97" fmla="*/ 274 h 49"/>
                  <a:gd name="T98" fmla="*/ 291 w 36"/>
                  <a:gd name="T99" fmla="*/ 258 h 49"/>
                  <a:gd name="T100" fmla="*/ 301 w 36"/>
                  <a:gd name="T101" fmla="*/ 172 h 49"/>
                  <a:gd name="T102" fmla="*/ 150 w 36"/>
                  <a:gd name="T103" fmla="*/ 193 h 49"/>
                  <a:gd name="T104" fmla="*/ 150 w 36"/>
                  <a:gd name="T105" fmla="*/ 185 h 49"/>
                  <a:gd name="T106" fmla="*/ 271 w 36"/>
                  <a:gd name="T107" fmla="*/ 162 h 49"/>
                  <a:gd name="T108" fmla="*/ 301 w 36"/>
                  <a:gd name="T109" fmla="*/ 121 h 4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6" h="49">
                    <a:moveTo>
                      <a:pt x="28" y="10"/>
                    </a:moveTo>
                    <a:cubicBezTo>
                      <a:pt x="26" y="10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2" y="11"/>
                      <a:pt x="19" y="11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0"/>
                      <a:pt x="17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9"/>
                      <a:pt x="22" y="9"/>
                      <a:pt x="24" y="9"/>
                    </a:cubicBezTo>
                    <a:cubicBezTo>
                      <a:pt x="24" y="9"/>
                      <a:pt x="26" y="8"/>
                      <a:pt x="26" y="7"/>
                    </a:cubicBezTo>
                    <a:cubicBezTo>
                      <a:pt x="26" y="7"/>
                      <a:pt x="26" y="6"/>
                      <a:pt x="26" y="6"/>
                    </a:cubicBezTo>
                    <a:cubicBezTo>
                      <a:pt x="25" y="5"/>
                      <a:pt x="24" y="5"/>
                      <a:pt x="24" y="4"/>
                    </a:cubicBezTo>
                    <a:cubicBezTo>
                      <a:pt x="23" y="4"/>
                      <a:pt x="22" y="3"/>
                      <a:pt x="21" y="3"/>
                    </a:cubicBezTo>
                    <a:cubicBezTo>
                      <a:pt x="20" y="4"/>
                      <a:pt x="18" y="4"/>
                      <a:pt x="17" y="4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7" y="3"/>
                      <a:pt x="18" y="3"/>
                      <a:pt x="18" y="2"/>
                    </a:cubicBezTo>
                    <a:cubicBezTo>
                      <a:pt x="19" y="2"/>
                      <a:pt x="18" y="2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3" y="2"/>
                      <a:pt x="2" y="4"/>
                      <a:pt x="1" y="7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3" y="9"/>
                      <a:pt x="6" y="9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1" y="8"/>
                      <a:pt x="11" y="8"/>
                      <a:pt x="11" y="9"/>
                    </a:cubicBezTo>
                    <a:cubicBezTo>
                      <a:pt x="11" y="9"/>
                      <a:pt x="11" y="9"/>
                      <a:pt x="9" y="10"/>
                    </a:cubicBezTo>
                    <a:cubicBezTo>
                      <a:pt x="8" y="10"/>
                      <a:pt x="7" y="11"/>
                      <a:pt x="6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12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4" y="18"/>
                      <a:pt x="8" y="17"/>
                      <a:pt x="9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3" y="15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5"/>
                      <a:pt x="18" y="15"/>
                      <a:pt x="16" y="15"/>
                    </a:cubicBezTo>
                    <a:cubicBezTo>
                      <a:pt x="16" y="15"/>
                      <a:pt x="13" y="16"/>
                      <a:pt x="13" y="16"/>
                    </a:cubicBezTo>
                    <a:cubicBezTo>
                      <a:pt x="12" y="16"/>
                      <a:pt x="6" y="18"/>
                      <a:pt x="6" y="21"/>
                    </a:cubicBezTo>
                    <a:cubicBezTo>
                      <a:pt x="7" y="22"/>
                      <a:pt x="7" y="22"/>
                      <a:pt x="8" y="22"/>
                    </a:cubicBezTo>
                    <a:cubicBezTo>
                      <a:pt x="10" y="23"/>
                      <a:pt x="13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22" y="21"/>
                      <a:pt x="24" y="20"/>
                      <a:pt x="24" y="20"/>
                    </a:cubicBezTo>
                    <a:cubicBezTo>
                      <a:pt x="25" y="20"/>
                      <a:pt x="25" y="20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2"/>
                      <a:pt x="25" y="22"/>
                    </a:cubicBezTo>
                    <a:cubicBezTo>
                      <a:pt x="23" y="22"/>
                      <a:pt x="16" y="23"/>
                      <a:pt x="12" y="24"/>
                    </a:cubicBezTo>
                    <a:cubicBezTo>
                      <a:pt x="11" y="24"/>
                      <a:pt x="9" y="25"/>
                      <a:pt x="9" y="26"/>
                    </a:cubicBezTo>
                    <a:cubicBezTo>
                      <a:pt x="8" y="26"/>
                      <a:pt x="8" y="27"/>
                      <a:pt x="8" y="28"/>
                    </a:cubicBezTo>
                    <a:cubicBezTo>
                      <a:pt x="8" y="28"/>
                      <a:pt x="10" y="31"/>
                      <a:pt x="10" y="31"/>
                    </a:cubicBezTo>
                    <a:cubicBezTo>
                      <a:pt x="10" y="32"/>
                      <a:pt x="11" y="33"/>
                      <a:pt x="12" y="33"/>
                    </a:cubicBezTo>
                    <a:cubicBezTo>
                      <a:pt x="13" y="33"/>
                      <a:pt x="15" y="33"/>
                      <a:pt x="15" y="33"/>
                    </a:cubicBezTo>
                    <a:cubicBezTo>
                      <a:pt x="16" y="33"/>
                      <a:pt x="19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4"/>
                      <a:pt x="18" y="34"/>
                      <a:pt x="17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3" y="35"/>
                      <a:pt x="13" y="35"/>
                      <a:pt x="13" y="37"/>
                    </a:cubicBezTo>
                    <a:cubicBezTo>
                      <a:pt x="13" y="37"/>
                      <a:pt x="13" y="38"/>
                      <a:pt x="14" y="39"/>
                    </a:cubicBezTo>
                    <a:cubicBezTo>
                      <a:pt x="14" y="40"/>
                      <a:pt x="15" y="40"/>
                      <a:pt x="16" y="41"/>
                    </a:cubicBezTo>
                    <a:cubicBezTo>
                      <a:pt x="18" y="41"/>
                      <a:pt x="20" y="40"/>
                      <a:pt x="21" y="4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5" y="39"/>
                      <a:pt x="29" y="38"/>
                      <a:pt x="30" y="38"/>
                    </a:cubicBezTo>
                    <a:cubicBezTo>
                      <a:pt x="30" y="38"/>
                      <a:pt x="30" y="38"/>
                      <a:pt x="30" y="39"/>
                    </a:cubicBezTo>
                    <a:cubicBezTo>
                      <a:pt x="29" y="39"/>
                      <a:pt x="28" y="40"/>
                      <a:pt x="26" y="41"/>
                    </a:cubicBezTo>
                    <a:cubicBezTo>
                      <a:pt x="24" y="41"/>
                      <a:pt x="20" y="42"/>
                      <a:pt x="18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18" y="44"/>
                      <a:pt x="17" y="45"/>
                      <a:pt x="18" y="45"/>
                    </a:cubicBezTo>
                    <a:cubicBezTo>
                      <a:pt x="20" y="48"/>
                      <a:pt x="24" y="49"/>
                      <a:pt x="29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31" y="47"/>
                      <a:pt x="33" y="46"/>
                      <a:pt x="34" y="44"/>
                    </a:cubicBezTo>
                    <a:cubicBezTo>
                      <a:pt x="35" y="44"/>
                      <a:pt x="35" y="43"/>
                      <a:pt x="34" y="43"/>
                    </a:cubicBezTo>
                    <a:cubicBezTo>
                      <a:pt x="34" y="43"/>
                      <a:pt x="33" y="43"/>
                      <a:pt x="33" y="43"/>
                    </a:cubicBezTo>
                    <a:cubicBezTo>
                      <a:pt x="31" y="43"/>
                      <a:pt x="29" y="44"/>
                      <a:pt x="28" y="44"/>
                    </a:cubicBezTo>
                    <a:cubicBezTo>
                      <a:pt x="26" y="45"/>
                      <a:pt x="24" y="46"/>
                      <a:pt x="23" y="45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7" y="43"/>
                      <a:pt x="29" y="43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2" y="42"/>
                      <a:pt x="34" y="41"/>
                      <a:pt x="35" y="40"/>
                    </a:cubicBezTo>
                    <a:cubicBezTo>
                      <a:pt x="36" y="40"/>
                      <a:pt x="36" y="39"/>
                      <a:pt x="36" y="39"/>
                    </a:cubicBezTo>
                    <a:cubicBezTo>
                      <a:pt x="36" y="37"/>
                      <a:pt x="36" y="36"/>
                      <a:pt x="36" y="35"/>
                    </a:cubicBezTo>
                    <a:cubicBezTo>
                      <a:pt x="36" y="35"/>
                      <a:pt x="36" y="34"/>
                      <a:pt x="33" y="34"/>
                    </a:cubicBezTo>
                    <a:cubicBezTo>
                      <a:pt x="31" y="34"/>
                      <a:pt x="28" y="35"/>
                      <a:pt x="26" y="35"/>
                    </a:cubicBezTo>
                    <a:cubicBezTo>
                      <a:pt x="25" y="35"/>
                      <a:pt x="24" y="35"/>
                      <a:pt x="24" y="35"/>
                    </a:cubicBezTo>
                    <a:cubicBezTo>
                      <a:pt x="24" y="35"/>
                      <a:pt x="24" y="34"/>
                      <a:pt x="25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1" y="33"/>
                      <a:pt x="34" y="32"/>
                      <a:pt x="34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5" y="30"/>
                      <a:pt x="35" y="27"/>
                      <a:pt x="33" y="26"/>
                    </a:cubicBezTo>
                    <a:cubicBezTo>
                      <a:pt x="32" y="26"/>
                      <a:pt x="32" y="25"/>
                      <a:pt x="31" y="26"/>
                    </a:cubicBezTo>
                    <a:cubicBezTo>
                      <a:pt x="29" y="26"/>
                      <a:pt x="27" y="27"/>
                      <a:pt x="25" y="27"/>
                    </a:cubicBezTo>
                    <a:cubicBezTo>
                      <a:pt x="22" y="28"/>
                      <a:pt x="20" y="29"/>
                      <a:pt x="19" y="29"/>
                    </a:cubicBezTo>
                    <a:cubicBezTo>
                      <a:pt x="17" y="29"/>
                      <a:pt x="16" y="29"/>
                      <a:pt x="16" y="29"/>
                    </a:cubicBezTo>
                    <a:cubicBezTo>
                      <a:pt x="15" y="28"/>
                      <a:pt x="16" y="27"/>
                      <a:pt x="18" y="27"/>
                    </a:cubicBezTo>
                    <a:cubicBezTo>
                      <a:pt x="19" y="27"/>
                      <a:pt x="22" y="26"/>
                      <a:pt x="25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31" y="24"/>
                      <a:pt x="33" y="23"/>
                      <a:pt x="32" y="20"/>
                    </a:cubicBezTo>
                    <a:cubicBezTo>
                      <a:pt x="31" y="19"/>
                      <a:pt x="31" y="18"/>
                      <a:pt x="30" y="17"/>
                    </a:cubicBezTo>
                    <a:cubicBezTo>
                      <a:pt x="28" y="17"/>
                      <a:pt x="27" y="17"/>
                      <a:pt x="27" y="17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4" y="19"/>
                      <a:pt x="14" y="19"/>
                    </a:cubicBezTo>
                    <a:cubicBezTo>
                      <a:pt x="14" y="19"/>
                      <a:pt x="14" y="18"/>
                      <a:pt x="15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9" y="15"/>
                      <a:pt x="29" y="14"/>
                    </a:cubicBezTo>
                    <a:cubicBezTo>
                      <a:pt x="30" y="14"/>
                      <a:pt x="30" y="13"/>
                      <a:pt x="30" y="12"/>
                    </a:cubicBezTo>
                    <a:cubicBezTo>
                      <a:pt x="29" y="11"/>
                      <a:pt x="29" y="10"/>
                      <a:pt x="28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" name="Freeform 1599">
                <a:extLst>
                  <a:ext uri="{FF2B5EF4-FFF2-40B4-BE49-F238E27FC236}">
                    <a16:creationId xmlns:a16="http://schemas.microsoft.com/office/drawing/2014/main" id="{FE4189CC-A87C-4FE9-8A20-9B56973E7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261"/>
                <a:ext cx="53" cy="74"/>
              </a:xfrm>
              <a:custGeom>
                <a:avLst/>
                <a:gdLst>
                  <a:gd name="T0" fmla="*/ 136 w 34"/>
                  <a:gd name="T1" fmla="*/ 107 h 47"/>
                  <a:gd name="T2" fmla="*/ 212 w 34"/>
                  <a:gd name="T3" fmla="*/ 96 h 47"/>
                  <a:gd name="T4" fmla="*/ 243 w 34"/>
                  <a:gd name="T5" fmla="*/ 96 h 47"/>
                  <a:gd name="T6" fmla="*/ 262 w 34"/>
                  <a:gd name="T7" fmla="*/ 121 h 47"/>
                  <a:gd name="T8" fmla="*/ 231 w 34"/>
                  <a:gd name="T9" fmla="*/ 137 h 47"/>
                  <a:gd name="T10" fmla="*/ 114 w 34"/>
                  <a:gd name="T11" fmla="*/ 172 h 47"/>
                  <a:gd name="T12" fmla="*/ 243 w 34"/>
                  <a:gd name="T13" fmla="*/ 168 h 47"/>
                  <a:gd name="T14" fmla="*/ 277 w 34"/>
                  <a:gd name="T15" fmla="*/ 184 h 47"/>
                  <a:gd name="T16" fmla="*/ 218 w 34"/>
                  <a:gd name="T17" fmla="*/ 233 h 47"/>
                  <a:gd name="T18" fmla="*/ 129 w 34"/>
                  <a:gd name="T19" fmla="*/ 271 h 47"/>
                  <a:gd name="T20" fmla="*/ 218 w 34"/>
                  <a:gd name="T21" fmla="*/ 265 h 47"/>
                  <a:gd name="T22" fmla="*/ 284 w 34"/>
                  <a:gd name="T23" fmla="*/ 238 h 47"/>
                  <a:gd name="T24" fmla="*/ 243 w 34"/>
                  <a:gd name="T25" fmla="*/ 307 h 47"/>
                  <a:gd name="T26" fmla="*/ 201 w 34"/>
                  <a:gd name="T27" fmla="*/ 332 h 47"/>
                  <a:gd name="T28" fmla="*/ 296 w 34"/>
                  <a:gd name="T29" fmla="*/ 332 h 47"/>
                  <a:gd name="T30" fmla="*/ 313 w 34"/>
                  <a:gd name="T31" fmla="*/ 367 h 47"/>
                  <a:gd name="T32" fmla="*/ 265 w 34"/>
                  <a:gd name="T33" fmla="*/ 398 h 47"/>
                  <a:gd name="T34" fmla="*/ 195 w 34"/>
                  <a:gd name="T35" fmla="*/ 417 h 47"/>
                  <a:gd name="T36" fmla="*/ 262 w 34"/>
                  <a:gd name="T37" fmla="*/ 427 h 47"/>
                  <a:gd name="T38" fmla="*/ 296 w 34"/>
                  <a:gd name="T39" fmla="*/ 406 h 47"/>
                  <a:gd name="T40" fmla="*/ 262 w 34"/>
                  <a:gd name="T41" fmla="*/ 441 h 47"/>
                  <a:gd name="T42" fmla="*/ 168 w 34"/>
                  <a:gd name="T43" fmla="*/ 427 h 47"/>
                  <a:gd name="T44" fmla="*/ 231 w 34"/>
                  <a:gd name="T45" fmla="*/ 387 h 47"/>
                  <a:gd name="T46" fmla="*/ 265 w 34"/>
                  <a:gd name="T47" fmla="*/ 354 h 47"/>
                  <a:gd name="T48" fmla="*/ 178 w 34"/>
                  <a:gd name="T49" fmla="*/ 367 h 47"/>
                  <a:gd name="T50" fmla="*/ 129 w 34"/>
                  <a:gd name="T51" fmla="*/ 367 h 47"/>
                  <a:gd name="T52" fmla="*/ 136 w 34"/>
                  <a:gd name="T53" fmla="*/ 332 h 47"/>
                  <a:gd name="T54" fmla="*/ 182 w 34"/>
                  <a:gd name="T55" fmla="*/ 307 h 47"/>
                  <a:gd name="T56" fmla="*/ 178 w 34"/>
                  <a:gd name="T57" fmla="*/ 301 h 47"/>
                  <a:gd name="T58" fmla="*/ 101 w 34"/>
                  <a:gd name="T59" fmla="*/ 301 h 47"/>
                  <a:gd name="T60" fmla="*/ 73 w 34"/>
                  <a:gd name="T61" fmla="*/ 265 h 47"/>
                  <a:gd name="T62" fmla="*/ 101 w 34"/>
                  <a:gd name="T63" fmla="*/ 233 h 47"/>
                  <a:gd name="T64" fmla="*/ 231 w 34"/>
                  <a:gd name="T65" fmla="*/ 203 h 47"/>
                  <a:gd name="T66" fmla="*/ 212 w 34"/>
                  <a:gd name="T67" fmla="*/ 172 h 47"/>
                  <a:gd name="T68" fmla="*/ 117 w 34"/>
                  <a:gd name="T69" fmla="*/ 191 h 47"/>
                  <a:gd name="T70" fmla="*/ 53 w 34"/>
                  <a:gd name="T71" fmla="*/ 191 h 47"/>
                  <a:gd name="T72" fmla="*/ 148 w 34"/>
                  <a:gd name="T73" fmla="*/ 148 h 47"/>
                  <a:gd name="T74" fmla="*/ 178 w 34"/>
                  <a:gd name="T75" fmla="*/ 121 h 47"/>
                  <a:gd name="T76" fmla="*/ 129 w 34"/>
                  <a:gd name="T77" fmla="*/ 121 h 47"/>
                  <a:gd name="T78" fmla="*/ 73 w 34"/>
                  <a:gd name="T79" fmla="*/ 137 h 47"/>
                  <a:gd name="T80" fmla="*/ 12 w 34"/>
                  <a:gd name="T81" fmla="*/ 148 h 47"/>
                  <a:gd name="T82" fmla="*/ 0 w 34"/>
                  <a:gd name="T83" fmla="*/ 137 h 47"/>
                  <a:gd name="T84" fmla="*/ 53 w 34"/>
                  <a:gd name="T85" fmla="*/ 96 h 47"/>
                  <a:gd name="T86" fmla="*/ 101 w 34"/>
                  <a:gd name="T87" fmla="*/ 68 h 47"/>
                  <a:gd name="T88" fmla="*/ 65 w 34"/>
                  <a:gd name="T89" fmla="*/ 68 h 47"/>
                  <a:gd name="T90" fmla="*/ 12 w 34"/>
                  <a:gd name="T91" fmla="*/ 55 h 47"/>
                  <a:gd name="T92" fmla="*/ 83 w 34"/>
                  <a:gd name="T93" fmla="*/ 0 h 47"/>
                  <a:gd name="T94" fmla="*/ 157 w 34"/>
                  <a:gd name="T95" fmla="*/ 13 h 47"/>
                  <a:gd name="T96" fmla="*/ 114 w 34"/>
                  <a:gd name="T97" fmla="*/ 35 h 47"/>
                  <a:gd name="T98" fmla="*/ 148 w 34"/>
                  <a:gd name="T99" fmla="*/ 35 h 47"/>
                  <a:gd name="T100" fmla="*/ 201 w 34"/>
                  <a:gd name="T101" fmla="*/ 35 h 47"/>
                  <a:gd name="T102" fmla="*/ 218 w 34"/>
                  <a:gd name="T103" fmla="*/ 55 h 47"/>
                  <a:gd name="T104" fmla="*/ 157 w 34"/>
                  <a:gd name="T105" fmla="*/ 77 h 47"/>
                  <a:gd name="T106" fmla="*/ 129 w 34"/>
                  <a:gd name="T107" fmla="*/ 87 h 4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4" h="47">
                    <a:moveTo>
                      <a:pt x="14" y="10"/>
                    </a:moveTo>
                    <a:cubicBezTo>
                      <a:pt x="14" y="11"/>
                      <a:pt x="15" y="11"/>
                      <a:pt x="15" y="11"/>
                    </a:cubicBezTo>
                    <a:cubicBezTo>
                      <a:pt x="16" y="11"/>
                      <a:pt x="16" y="11"/>
                      <a:pt x="17" y="11"/>
                    </a:cubicBezTo>
                    <a:cubicBezTo>
                      <a:pt x="18" y="11"/>
                      <a:pt x="22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0"/>
                      <a:pt x="25" y="9"/>
                      <a:pt x="26" y="10"/>
                    </a:cubicBezTo>
                    <a:cubicBezTo>
                      <a:pt x="27" y="10"/>
                      <a:pt x="27" y="10"/>
                      <a:pt x="28" y="11"/>
                    </a:cubicBezTo>
                    <a:cubicBezTo>
                      <a:pt x="28" y="12"/>
                      <a:pt x="28" y="13"/>
                      <a:pt x="28" y="13"/>
                    </a:cubicBezTo>
                    <a:cubicBezTo>
                      <a:pt x="27" y="14"/>
                      <a:pt x="26" y="14"/>
                      <a:pt x="26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7"/>
                      <a:pt x="12" y="17"/>
                      <a:pt x="12" y="18"/>
                    </a:cubicBezTo>
                    <a:cubicBezTo>
                      <a:pt x="13" y="19"/>
                      <a:pt x="14" y="19"/>
                      <a:pt x="15" y="19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7" y="16"/>
                      <a:pt x="28" y="17"/>
                    </a:cubicBezTo>
                    <a:cubicBezTo>
                      <a:pt x="29" y="17"/>
                      <a:pt x="29" y="18"/>
                      <a:pt x="30" y="19"/>
                    </a:cubicBezTo>
                    <a:cubicBezTo>
                      <a:pt x="30" y="21"/>
                      <a:pt x="30" y="23"/>
                      <a:pt x="28" y="23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1" y="24"/>
                      <a:pt x="18" y="25"/>
                      <a:pt x="16" y="25"/>
                    </a:cubicBezTo>
                    <a:cubicBezTo>
                      <a:pt x="13" y="26"/>
                      <a:pt x="13" y="27"/>
                      <a:pt x="14" y="28"/>
                    </a:cubicBezTo>
                    <a:cubicBezTo>
                      <a:pt x="14" y="28"/>
                      <a:pt x="15" y="29"/>
                      <a:pt x="18" y="29"/>
                    </a:cubicBezTo>
                    <a:cubicBezTo>
                      <a:pt x="19" y="28"/>
                      <a:pt x="21" y="28"/>
                      <a:pt x="24" y="27"/>
                    </a:cubicBezTo>
                    <a:cubicBezTo>
                      <a:pt x="26" y="26"/>
                      <a:pt x="29" y="26"/>
                      <a:pt x="30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6"/>
                      <a:pt x="33" y="29"/>
                      <a:pt x="32" y="30"/>
                    </a:cubicBezTo>
                    <a:cubicBezTo>
                      <a:pt x="32" y="30"/>
                      <a:pt x="28" y="31"/>
                      <a:pt x="26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2" y="33"/>
                      <a:pt x="22" y="34"/>
                      <a:pt x="22" y="34"/>
                    </a:cubicBezTo>
                    <a:cubicBezTo>
                      <a:pt x="22" y="35"/>
                      <a:pt x="23" y="35"/>
                      <a:pt x="25" y="35"/>
                    </a:cubicBezTo>
                    <a:cubicBezTo>
                      <a:pt x="27" y="34"/>
                      <a:pt x="30" y="34"/>
                      <a:pt x="32" y="34"/>
                    </a:cubicBezTo>
                    <a:cubicBezTo>
                      <a:pt x="33" y="34"/>
                      <a:pt x="34" y="34"/>
                      <a:pt x="34" y="34"/>
                    </a:cubicBezTo>
                    <a:cubicBezTo>
                      <a:pt x="34" y="35"/>
                      <a:pt x="34" y="36"/>
                      <a:pt x="34" y="38"/>
                    </a:cubicBezTo>
                    <a:cubicBezTo>
                      <a:pt x="34" y="38"/>
                      <a:pt x="34" y="39"/>
                      <a:pt x="34" y="39"/>
                    </a:cubicBezTo>
                    <a:cubicBezTo>
                      <a:pt x="33" y="40"/>
                      <a:pt x="31" y="40"/>
                      <a:pt x="29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5" y="42"/>
                      <a:pt x="22" y="42"/>
                      <a:pt x="21" y="43"/>
                    </a:cubicBezTo>
                    <a:cubicBezTo>
                      <a:pt x="21" y="43"/>
                      <a:pt x="21" y="44"/>
                      <a:pt x="21" y="44"/>
                    </a:cubicBezTo>
                    <a:cubicBezTo>
                      <a:pt x="23" y="46"/>
                      <a:pt x="26" y="44"/>
                      <a:pt x="28" y="44"/>
                    </a:cubicBezTo>
                    <a:cubicBezTo>
                      <a:pt x="29" y="43"/>
                      <a:pt x="30" y="43"/>
                      <a:pt x="32" y="42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1" y="45"/>
                      <a:pt x="30" y="46"/>
                      <a:pt x="28" y="4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4" y="47"/>
                      <a:pt x="20" y="46"/>
                      <a:pt x="18" y="44"/>
                    </a:cubicBezTo>
                    <a:cubicBezTo>
                      <a:pt x="17" y="43"/>
                      <a:pt x="18" y="43"/>
                      <a:pt x="18" y="42"/>
                    </a:cubicBezTo>
                    <a:cubicBezTo>
                      <a:pt x="20" y="41"/>
                      <a:pt x="24" y="41"/>
                      <a:pt x="25" y="40"/>
                    </a:cubicBezTo>
                    <a:cubicBezTo>
                      <a:pt x="27" y="40"/>
                      <a:pt x="29" y="39"/>
                      <a:pt x="30" y="38"/>
                    </a:cubicBezTo>
                    <a:cubicBezTo>
                      <a:pt x="30" y="38"/>
                      <a:pt x="30" y="37"/>
                      <a:pt x="29" y="37"/>
                    </a:cubicBezTo>
                    <a:cubicBezTo>
                      <a:pt x="29" y="36"/>
                      <a:pt x="26" y="36"/>
                      <a:pt x="22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8" y="39"/>
                      <a:pt x="17" y="39"/>
                      <a:pt x="15" y="39"/>
                    </a:cubicBezTo>
                    <a:cubicBezTo>
                      <a:pt x="15" y="39"/>
                      <a:pt x="14" y="38"/>
                      <a:pt x="14" y="38"/>
                    </a:cubicBezTo>
                    <a:cubicBezTo>
                      <a:pt x="13" y="37"/>
                      <a:pt x="13" y="36"/>
                      <a:pt x="13" y="36"/>
                    </a:cubicBezTo>
                    <a:cubicBezTo>
                      <a:pt x="13" y="35"/>
                      <a:pt x="13" y="34"/>
                      <a:pt x="15" y="34"/>
                    </a:cubicBezTo>
                    <a:cubicBezTo>
                      <a:pt x="15" y="34"/>
                      <a:pt x="16" y="34"/>
                      <a:pt x="16" y="34"/>
                    </a:cubicBezTo>
                    <a:cubicBezTo>
                      <a:pt x="18" y="33"/>
                      <a:pt x="20" y="33"/>
                      <a:pt x="20" y="32"/>
                    </a:cubicBezTo>
                    <a:cubicBezTo>
                      <a:pt x="20" y="32"/>
                      <a:pt x="20" y="32"/>
                      <a:pt x="20" y="31"/>
                    </a:cubicBezTo>
                    <a:cubicBezTo>
                      <a:pt x="20" y="31"/>
                      <a:pt x="20" y="31"/>
                      <a:pt x="19" y="31"/>
                    </a:cubicBezTo>
                    <a:cubicBezTo>
                      <a:pt x="18" y="30"/>
                      <a:pt x="14" y="31"/>
                      <a:pt x="14" y="31"/>
                    </a:cubicBezTo>
                    <a:cubicBezTo>
                      <a:pt x="14" y="31"/>
                      <a:pt x="12" y="32"/>
                      <a:pt x="11" y="31"/>
                    </a:cubicBezTo>
                    <a:cubicBezTo>
                      <a:pt x="10" y="31"/>
                      <a:pt x="10" y="30"/>
                      <a:pt x="9" y="30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5"/>
                    </a:cubicBezTo>
                    <a:cubicBezTo>
                      <a:pt x="9" y="24"/>
                      <a:pt x="10" y="24"/>
                      <a:pt x="11" y="24"/>
                    </a:cubicBezTo>
                    <a:cubicBezTo>
                      <a:pt x="18" y="22"/>
                      <a:pt x="23" y="21"/>
                      <a:pt x="24" y="21"/>
                    </a:cubicBezTo>
                    <a:cubicBezTo>
                      <a:pt x="24" y="21"/>
                      <a:pt x="25" y="21"/>
                      <a:pt x="25" y="21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4" y="18"/>
                      <a:pt x="23" y="18"/>
                    </a:cubicBezTo>
                    <a:cubicBezTo>
                      <a:pt x="22" y="19"/>
                      <a:pt x="19" y="19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21"/>
                      <a:pt x="9" y="21"/>
                      <a:pt x="7" y="21"/>
                    </a:cubicBezTo>
                    <a:cubicBezTo>
                      <a:pt x="7" y="21"/>
                      <a:pt x="7" y="20"/>
                      <a:pt x="6" y="20"/>
                    </a:cubicBezTo>
                    <a:cubicBezTo>
                      <a:pt x="6" y="17"/>
                      <a:pt x="11" y="16"/>
                      <a:pt x="12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4"/>
                      <a:pt x="19" y="14"/>
                    </a:cubicBezTo>
                    <a:cubicBezTo>
                      <a:pt x="19" y="14"/>
                      <a:pt x="19" y="13"/>
                      <a:pt x="19" y="13"/>
                    </a:cubicBezTo>
                    <a:cubicBezTo>
                      <a:pt x="19" y="12"/>
                      <a:pt x="17" y="12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13"/>
                      <a:pt x="11" y="13"/>
                      <a:pt x="10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4" y="16"/>
                      <a:pt x="2" y="16"/>
                      <a:pt x="1" y="15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2"/>
                      <a:pt x="3" y="11"/>
                    </a:cubicBezTo>
                    <a:cubicBezTo>
                      <a:pt x="3" y="11"/>
                      <a:pt x="6" y="10"/>
                      <a:pt x="6" y="10"/>
                    </a:cubicBezTo>
                    <a:cubicBezTo>
                      <a:pt x="7" y="10"/>
                      <a:pt x="7" y="10"/>
                      <a:pt x="9" y="10"/>
                    </a:cubicBezTo>
                    <a:cubicBezTo>
                      <a:pt x="10" y="9"/>
                      <a:pt x="12" y="9"/>
                      <a:pt x="11" y="7"/>
                    </a:cubicBezTo>
                    <a:cubicBezTo>
                      <a:pt x="11" y="7"/>
                      <a:pt x="10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7"/>
                      <a:pt x="2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2" y="2"/>
                      <a:pt x="7" y="1"/>
                    </a:cubicBezTo>
                    <a:cubicBezTo>
                      <a:pt x="8" y="1"/>
                      <a:pt x="8" y="0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6" y="1"/>
                      <a:pt x="15" y="2"/>
                      <a:pt x="14" y="2"/>
                    </a:cubicBezTo>
                    <a:cubicBezTo>
                      <a:pt x="12" y="3"/>
                      <a:pt x="11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4" y="4"/>
                      <a:pt x="16" y="4"/>
                    </a:cubicBezTo>
                    <a:cubicBezTo>
                      <a:pt x="18" y="3"/>
                      <a:pt x="19" y="3"/>
                      <a:pt x="20" y="3"/>
                    </a:cubicBezTo>
                    <a:cubicBezTo>
                      <a:pt x="21" y="3"/>
                      <a:pt x="22" y="3"/>
                      <a:pt x="22" y="4"/>
                    </a:cubicBezTo>
                    <a:cubicBezTo>
                      <a:pt x="23" y="4"/>
                      <a:pt x="23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3" y="7"/>
                      <a:pt x="23" y="7"/>
                    </a:cubicBezTo>
                    <a:cubicBezTo>
                      <a:pt x="21" y="7"/>
                      <a:pt x="19" y="8"/>
                      <a:pt x="17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4" y="9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" name="Freeform 1600">
                <a:extLst>
                  <a:ext uri="{FF2B5EF4-FFF2-40B4-BE49-F238E27FC236}">
                    <a16:creationId xmlns:a16="http://schemas.microsoft.com/office/drawing/2014/main" id="{D38982D2-521A-42DD-9EAB-7989B5D48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3166"/>
                <a:ext cx="246" cy="131"/>
              </a:xfrm>
              <a:custGeom>
                <a:avLst/>
                <a:gdLst>
                  <a:gd name="T0" fmla="*/ 1544 w 155"/>
                  <a:gd name="T1" fmla="*/ 87 h 83"/>
                  <a:gd name="T2" fmla="*/ 1428 w 155"/>
                  <a:gd name="T3" fmla="*/ 35 h 83"/>
                  <a:gd name="T4" fmla="*/ 1187 w 155"/>
                  <a:gd name="T5" fmla="*/ 129 h 83"/>
                  <a:gd name="T6" fmla="*/ 703 w 155"/>
                  <a:gd name="T7" fmla="*/ 224 h 83"/>
                  <a:gd name="T8" fmla="*/ 259 w 155"/>
                  <a:gd name="T9" fmla="*/ 491 h 83"/>
                  <a:gd name="T10" fmla="*/ 83 w 155"/>
                  <a:gd name="T11" fmla="*/ 611 h 83"/>
                  <a:gd name="T12" fmla="*/ 224 w 155"/>
                  <a:gd name="T13" fmla="*/ 658 h 83"/>
                  <a:gd name="T14" fmla="*/ 571 w 155"/>
                  <a:gd name="T15" fmla="*/ 341 h 83"/>
                  <a:gd name="T16" fmla="*/ 1370 w 155"/>
                  <a:gd name="T17" fmla="*/ 185 h 83"/>
                  <a:gd name="T18" fmla="*/ 1544 w 155"/>
                  <a:gd name="T19" fmla="*/ 87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5" h="83">
                    <a:moveTo>
                      <a:pt x="153" y="9"/>
                    </a:moveTo>
                    <a:cubicBezTo>
                      <a:pt x="152" y="2"/>
                      <a:pt x="147" y="0"/>
                      <a:pt x="142" y="4"/>
                    </a:cubicBezTo>
                    <a:cubicBezTo>
                      <a:pt x="136" y="8"/>
                      <a:pt x="131" y="13"/>
                      <a:pt x="118" y="13"/>
                    </a:cubicBezTo>
                    <a:cubicBezTo>
                      <a:pt x="105" y="13"/>
                      <a:pt x="87" y="15"/>
                      <a:pt x="70" y="23"/>
                    </a:cubicBezTo>
                    <a:cubicBezTo>
                      <a:pt x="52" y="30"/>
                      <a:pt x="35" y="42"/>
                      <a:pt x="26" y="50"/>
                    </a:cubicBezTo>
                    <a:cubicBezTo>
                      <a:pt x="18" y="57"/>
                      <a:pt x="12" y="57"/>
                      <a:pt x="8" y="62"/>
                    </a:cubicBezTo>
                    <a:cubicBezTo>
                      <a:pt x="0" y="70"/>
                      <a:pt x="13" y="83"/>
                      <a:pt x="22" y="67"/>
                    </a:cubicBezTo>
                    <a:cubicBezTo>
                      <a:pt x="27" y="58"/>
                      <a:pt x="34" y="47"/>
                      <a:pt x="57" y="35"/>
                    </a:cubicBezTo>
                    <a:cubicBezTo>
                      <a:pt x="80" y="23"/>
                      <a:pt x="125" y="18"/>
                      <a:pt x="136" y="19"/>
                    </a:cubicBezTo>
                    <a:cubicBezTo>
                      <a:pt x="147" y="21"/>
                      <a:pt x="155" y="18"/>
                      <a:pt x="153" y="9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" name="Freeform 1601">
                <a:extLst>
                  <a:ext uri="{FF2B5EF4-FFF2-40B4-BE49-F238E27FC236}">
                    <a16:creationId xmlns:a16="http://schemas.microsoft.com/office/drawing/2014/main" id="{7A9176E2-F90E-4D38-B257-C41AFA4EE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3203"/>
                <a:ext cx="164" cy="77"/>
              </a:xfrm>
              <a:custGeom>
                <a:avLst/>
                <a:gdLst>
                  <a:gd name="T0" fmla="*/ 965 w 104"/>
                  <a:gd name="T1" fmla="*/ 151 h 49"/>
                  <a:gd name="T2" fmla="*/ 811 w 104"/>
                  <a:gd name="T3" fmla="*/ 31 h 49"/>
                  <a:gd name="T4" fmla="*/ 440 w 104"/>
                  <a:gd name="T5" fmla="*/ 66 h 49"/>
                  <a:gd name="T6" fmla="*/ 52 w 104"/>
                  <a:gd name="T7" fmla="*/ 321 h 49"/>
                  <a:gd name="T8" fmla="*/ 55 w 104"/>
                  <a:gd name="T9" fmla="*/ 470 h 49"/>
                  <a:gd name="T10" fmla="*/ 155 w 104"/>
                  <a:gd name="T11" fmla="*/ 366 h 49"/>
                  <a:gd name="T12" fmla="*/ 490 w 104"/>
                  <a:gd name="T13" fmla="*/ 96 h 49"/>
                  <a:gd name="T14" fmla="*/ 828 w 104"/>
                  <a:gd name="T15" fmla="*/ 121 h 49"/>
                  <a:gd name="T16" fmla="*/ 965 w 104"/>
                  <a:gd name="T17" fmla="*/ 151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49">
                    <a:moveTo>
                      <a:pt x="99" y="16"/>
                    </a:moveTo>
                    <a:cubicBezTo>
                      <a:pt x="104" y="10"/>
                      <a:pt x="96" y="3"/>
                      <a:pt x="83" y="3"/>
                    </a:cubicBezTo>
                    <a:cubicBezTo>
                      <a:pt x="75" y="2"/>
                      <a:pt x="63" y="0"/>
                      <a:pt x="45" y="7"/>
                    </a:cubicBezTo>
                    <a:cubicBezTo>
                      <a:pt x="27" y="14"/>
                      <a:pt x="11" y="26"/>
                      <a:pt x="5" y="34"/>
                    </a:cubicBezTo>
                    <a:cubicBezTo>
                      <a:pt x="1" y="40"/>
                      <a:pt x="0" y="49"/>
                      <a:pt x="6" y="49"/>
                    </a:cubicBezTo>
                    <a:cubicBezTo>
                      <a:pt x="11" y="49"/>
                      <a:pt x="12" y="47"/>
                      <a:pt x="16" y="38"/>
                    </a:cubicBezTo>
                    <a:cubicBezTo>
                      <a:pt x="19" y="30"/>
                      <a:pt x="33" y="17"/>
                      <a:pt x="50" y="10"/>
                    </a:cubicBezTo>
                    <a:cubicBezTo>
                      <a:pt x="67" y="4"/>
                      <a:pt x="81" y="11"/>
                      <a:pt x="85" y="13"/>
                    </a:cubicBezTo>
                    <a:cubicBezTo>
                      <a:pt x="92" y="19"/>
                      <a:pt x="96" y="18"/>
                      <a:pt x="99" y="16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" name="Freeform 1602">
                <a:extLst>
                  <a:ext uri="{FF2B5EF4-FFF2-40B4-BE49-F238E27FC236}">
                    <a16:creationId xmlns:a16="http://schemas.microsoft.com/office/drawing/2014/main" id="{50F4E231-3820-4861-8B62-DCA0F9F50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218"/>
                <a:ext cx="114" cy="65"/>
              </a:xfrm>
              <a:custGeom>
                <a:avLst/>
                <a:gdLst>
                  <a:gd name="T0" fmla="*/ 388 w 72"/>
                  <a:gd name="T1" fmla="*/ 82 h 41"/>
                  <a:gd name="T2" fmla="*/ 150 w 72"/>
                  <a:gd name="T3" fmla="*/ 258 h 41"/>
                  <a:gd name="T4" fmla="*/ 82 w 72"/>
                  <a:gd name="T5" fmla="*/ 409 h 41"/>
                  <a:gd name="T6" fmla="*/ 87 w 72"/>
                  <a:gd name="T7" fmla="*/ 252 h 41"/>
                  <a:gd name="T8" fmla="*/ 271 w 72"/>
                  <a:gd name="T9" fmla="*/ 87 h 41"/>
                  <a:gd name="T10" fmla="*/ 580 w 72"/>
                  <a:gd name="T11" fmla="*/ 21 h 41"/>
                  <a:gd name="T12" fmla="*/ 687 w 72"/>
                  <a:gd name="T13" fmla="*/ 120 h 41"/>
                  <a:gd name="T14" fmla="*/ 388 w 72"/>
                  <a:gd name="T15" fmla="*/ 82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" h="41">
                    <a:moveTo>
                      <a:pt x="39" y="8"/>
                    </a:moveTo>
                    <a:cubicBezTo>
                      <a:pt x="30" y="10"/>
                      <a:pt x="16" y="21"/>
                      <a:pt x="15" y="26"/>
                    </a:cubicBezTo>
                    <a:cubicBezTo>
                      <a:pt x="12" y="34"/>
                      <a:pt x="16" y="41"/>
                      <a:pt x="8" y="41"/>
                    </a:cubicBezTo>
                    <a:cubicBezTo>
                      <a:pt x="0" y="40"/>
                      <a:pt x="7" y="29"/>
                      <a:pt x="9" y="25"/>
                    </a:cubicBezTo>
                    <a:cubicBezTo>
                      <a:pt x="10" y="22"/>
                      <a:pt x="12" y="17"/>
                      <a:pt x="27" y="9"/>
                    </a:cubicBezTo>
                    <a:cubicBezTo>
                      <a:pt x="41" y="0"/>
                      <a:pt x="51" y="2"/>
                      <a:pt x="58" y="2"/>
                    </a:cubicBezTo>
                    <a:cubicBezTo>
                      <a:pt x="65" y="2"/>
                      <a:pt x="72" y="9"/>
                      <a:pt x="69" y="12"/>
                    </a:cubicBezTo>
                    <a:cubicBezTo>
                      <a:pt x="63" y="20"/>
                      <a:pt x="54" y="4"/>
                      <a:pt x="39" y="8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" name="Freeform 1603">
                <a:extLst>
                  <a:ext uri="{FF2B5EF4-FFF2-40B4-BE49-F238E27FC236}">
                    <a16:creationId xmlns:a16="http://schemas.microsoft.com/office/drawing/2014/main" id="{03A5F344-AB42-43BF-BCE5-1AD5CA981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3165"/>
                <a:ext cx="81" cy="25"/>
              </a:xfrm>
              <a:custGeom>
                <a:avLst/>
                <a:gdLst>
                  <a:gd name="T0" fmla="*/ 0 w 51"/>
                  <a:gd name="T1" fmla="*/ 130 h 16"/>
                  <a:gd name="T2" fmla="*/ 102 w 51"/>
                  <a:gd name="T3" fmla="*/ 83 h 16"/>
                  <a:gd name="T4" fmla="*/ 376 w 51"/>
                  <a:gd name="T5" fmla="*/ 48 h 16"/>
                  <a:gd name="T6" fmla="*/ 502 w 51"/>
                  <a:gd name="T7" fmla="*/ 48 h 16"/>
                  <a:gd name="T8" fmla="*/ 408 w 51"/>
                  <a:gd name="T9" fmla="*/ 103 h 16"/>
                  <a:gd name="T10" fmla="*/ 132 w 51"/>
                  <a:gd name="T11" fmla="*/ 114 h 16"/>
                  <a:gd name="T12" fmla="*/ 0 w 51"/>
                  <a:gd name="T13" fmla="*/ 13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6">
                    <a:moveTo>
                      <a:pt x="0" y="14"/>
                    </a:moveTo>
                    <a:cubicBezTo>
                      <a:pt x="0" y="12"/>
                      <a:pt x="2" y="11"/>
                      <a:pt x="10" y="9"/>
                    </a:cubicBezTo>
                    <a:cubicBezTo>
                      <a:pt x="22" y="7"/>
                      <a:pt x="29" y="7"/>
                      <a:pt x="37" y="5"/>
                    </a:cubicBezTo>
                    <a:cubicBezTo>
                      <a:pt x="46" y="3"/>
                      <a:pt x="48" y="0"/>
                      <a:pt x="50" y="5"/>
                    </a:cubicBezTo>
                    <a:cubicBezTo>
                      <a:pt x="51" y="7"/>
                      <a:pt x="46" y="10"/>
                      <a:pt x="40" y="11"/>
                    </a:cubicBezTo>
                    <a:cubicBezTo>
                      <a:pt x="33" y="12"/>
                      <a:pt x="21" y="10"/>
                      <a:pt x="13" y="12"/>
                    </a:cubicBezTo>
                    <a:cubicBezTo>
                      <a:pt x="6" y="15"/>
                      <a:pt x="0" y="16"/>
                      <a:pt x="0" y="14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" name="Freeform 1604">
                <a:extLst>
                  <a:ext uri="{FF2B5EF4-FFF2-40B4-BE49-F238E27FC236}">
                    <a16:creationId xmlns:a16="http://schemas.microsoft.com/office/drawing/2014/main" id="{29993349-3378-4B76-B31E-2C75192A9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3184"/>
                <a:ext cx="82" cy="50"/>
              </a:xfrm>
              <a:custGeom>
                <a:avLst/>
                <a:gdLst>
                  <a:gd name="T0" fmla="*/ 320 w 52"/>
                  <a:gd name="T1" fmla="*/ 117 h 32"/>
                  <a:gd name="T2" fmla="*/ 505 w 52"/>
                  <a:gd name="T3" fmla="*/ 48 h 32"/>
                  <a:gd name="T4" fmla="*/ 421 w 52"/>
                  <a:gd name="T5" fmla="*/ 48 h 32"/>
                  <a:gd name="T6" fmla="*/ 216 w 52"/>
                  <a:gd name="T7" fmla="*/ 138 h 32"/>
                  <a:gd name="T8" fmla="*/ 52 w 52"/>
                  <a:gd name="T9" fmla="*/ 225 h 32"/>
                  <a:gd name="T10" fmla="*/ 35 w 52"/>
                  <a:gd name="T11" fmla="*/ 298 h 32"/>
                  <a:gd name="T12" fmla="*/ 129 w 52"/>
                  <a:gd name="T13" fmla="*/ 225 h 32"/>
                  <a:gd name="T14" fmla="*/ 320 w 52"/>
                  <a:gd name="T15" fmla="*/ 11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2">
                    <a:moveTo>
                      <a:pt x="33" y="13"/>
                    </a:moveTo>
                    <a:cubicBezTo>
                      <a:pt x="44" y="9"/>
                      <a:pt x="52" y="7"/>
                      <a:pt x="52" y="5"/>
                    </a:cubicBezTo>
                    <a:cubicBezTo>
                      <a:pt x="50" y="0"/>
                      <a:pt x="45" y="3"/>
                      <a:pt x="43" y="5"/>
                    </a:cubicBezTo>
                    <a:cubicBezTo>
                      <a:pt x="40" y="6"/>
                      <a:pt x="29" y="11"/>
                      <a:pt x="22" y="15"/>
                    </a:cubicBezTo>
                    <a:cubicBezTo>
                      <a:pt x="15" y="20"/>
                      <a:pt x="9" y="23"/>
                      <a:pt x="5" y="24"/>
                    </a:cubicBezTo>
                    <a:cubicBezTo>
                      <a:pt x="2" y="26"/>
                      <a:pt x="0" y="32"/>
                      <a:pt x="4" y="32"/>
                    </a:cubicBezTo>
                    <a:cubicBezTo>
                      <a:pt x="7" y="32"/>
                      <a:pt x="9" y="27"/>
                      <a:pt x="13" y="24"/>
                    </a:cubicBezTo>
                    <a:cubicBezTo>
                      <a:pt x="15" y="23"/>
                      <a:pt x="25" y="17"/>
                      <a:pt x="33" y="13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" name="Freeform 1605">
                <a:extLst>
                  <a:ext uri="{FF2B5EF4-FFF2-40B4-BE49-F238E27FC236}">
                    <a16:creationId xmlns:a16="http://schemas.microsoft.com/office/drawing/2014/main" id="{C918BC68-9751-4C5B-92FC-6733CEE05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147"/>
                <a:ext cx="24" cy="22"/>
              </a:xfrm>
              <a:custGeom>
                <a:avLst/>
                <a:gdLst>
                  <a:gd name="T0" fmla="*/ 157 w 15"/>
                  <a:gd name="T1" fmla="*/ 55 h 14"/>
                  <a:gd name="T2" fmla="*/ 67 w 15"/>
                  <a:gd name="T3" fmla="*/ 20 h 14"/>
                  <a:gd name="T4" fmla="*/ 0 w 15"/>
                  <a:gd name="T5" fmla="*/ 77 h 14"/>
                  <a:gd name="T6" fmla="*/ 90 w 15"/>
                  <a:gd name="T7" fmla="*/ 121 h 14"/>
                  <a:gd name="T8" fmla="*/ 157 w 15"/>
                  <a:gd name="T9" fmla="*/ 5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5" y="6"/>
                    </a:moveTo>
                    <a:cubicBezTo>
                      <a:pt x="14" y="1"/>
                      <a:pt x="10" y="0"/>
                      <a:pt x="6" y="2"/>
                    </a:cubicBezTo>
                    <a:cubicBezTo>
                      <a:pt x="3" y="4"/>
                      <a:pt x="0" y="5"/>
                      <a:pt x="0" y="8"/>
                    </a:cubicBezTo>
                    <a:cubicBezTo>
                      <a:pt x="0" y="11"/>
                      <a:pt x="6" y="14"/>
                      <a:pt x="9" y="13"/>
                    </a:cubicBezTo>
                    <a:cubicBezTo>
                      <a:pt x="12" y="12"/>
                      <a:pt x="15" y="9"/>
                      <a:pt x="15" y="6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" name="Freeform 1606">
                <a:extLst>
                  <a:ext uri="{FF2B5EF4-FFF2-40B4-BE49-F238E27FC236}">
                    <a16:creationId xmlns:a16="http://schemas.microsoft.com/office/drawing/2014/main" id="{29C3BDB9-5037-4AE3-807E-0C8B1C54B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3239"/>
                <a:ext cx="13" cy="11"/>
              </a:xfrm>
              <a:custGeom>
                <a:avLst/>
                <a:gdLst>
                  <a:gd name="T0" fmla="*/ 76 w 8"/>
                  <a:gd name="T1" fmla="*/ 20 h 7"/>
                  <a:gd name="T2" fmla="*/ 55 w 8"/>
                  <a:gd name="T3" fmla="*/ 66 h 7"/>
                  <a:gd name="T4" fmla="*/ 13 w 8"/>
                  <a:gd name="T5" fmla="*/ 49 h 7"/>
                  <a:gd name="T6" fmla="*/ 34 w 8"/>
                  <a:gd name="T7" fmla="*/ 0 h 7"/>
                  <a:gd name="T8" fmla="*/ 76 w 8"/>
                  <a:gd name="T9" fmla="*/ 2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7" y="2"/>
                    </a:moveTo>
                    <a:cubicBezTo>
                      <a:pt x="8" y="4"/>
                      <a:pt x="7" y="6"/>
                      <a:pt x="5" y="7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" name="Freeform 1607">
                <a:extLst>
                  <a:ext uri="{FF2B5EF4-FFF2-40B4-BE49-F238E27FC236}">
                    <a16:creationId xmlns:a16="http://schemas.microsoft.com/office/drawing/2014/main" id="{DC8278AC-8312-4C8A-BFC3-1D796977F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147"/>
                <a:ext cx="143" cy="75"/>
              </a:xfrm>
              <a:custGeom>
                <a:avLst/>
                <a:gdLst>
                  <a:gd name="T0" fmla="*/ 750 w 90"/>
                  <a:gd name="T1" fmla="*/ 104 h 47"/>
                  <a:gd name="T2" fmla="*/ 879 w 90"/>
                  <a:gd name="T3" fmla="*/ 86 h 47"/>
                  <a:gd name="T4" fmla="*/ 771 w 90"/>
                  <a:gd name="T5" fmla="*/ 166 h 47"/>
                  <a:gd name="T6" fmla="*/ 305 w 90"/>
                  <a:gd name="T7" fmla="*/ 295 h 47"/>
                  <a:gd name="T8" fmla="*/ 141 w 90"/>
                  <a:gd name="T9" fmla="*/ 436 h 47"/>
                  <a:gd name="T10" fmla="*/ 33 w 90"/>
                  <a:gd name="T11" fmla="*/ 448 h 47"/>
                  <a:gd name="T12" fmla="*/ 184 w 90"/>
                  <a:gd name="T13" fmla="*/ 313 h 47"/>
                  <a:gd name="T14" fmla="*/ 408 w 90"/>
                  <a:gd name="T15" fmla="*/ 196 h 47"/>
                  <a:gd name="T16" fmla="*/ 750 w 90"/>
                  <a:gd name="T17" fmla="*/ 104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47">
                    <a:moveTo>
                      <a:pt x="74" y="10"/>
                    </a:moveTo>
                    <a:cubicBezTo>
                      <a:pt x="77" y="9"/>
                      <a:pt x="84" y="0"/>
                      <a:pt x="87" y="8"/>
                    </a:cubicBezTo>
                    <a:cubicBezTo>
                      <a:pt x="90" y="16"/>
                      <a:pt x="81" y="16"/>
                      <a:pt x="76" y="16"/>
                    </a:cubicBezTo>
                    <a:cubicBezTo>
                      <a:pt x="58" y="18"/>
                      <a:pt x="40" y="23"/>
                      <a:pt x="30" y="29"/>
                    </a:cubicBezTo>
                    <a:cubicBezTo>
                      <a:pt x="23" y="33"/>
                      <a:pt x="18" y="38"/>
                      <a:pt x="14" y="42"/>
                    </a:cubicBezTo>
                    <a:cubicBezTo>
                      <a:pt x="11" y="44"/>
                      <a:pt x="5" y="47"/>
                      <a:pt x="3" y="43"/>
                    </a:cubicBezTo>
                    <a:cubicBezTo>
                      <a:pt x="0" y="39"/>
                      <a:pt x="6" y="36"/>
                      <a:pt x="18" y="30"/>
                    </a:cubicBezTo>
                    <a:cubicBezTo>
                      <a:pt x="28" y="25"/>
                      <a:pt x="33" y="22"/>
                      <a:pt x="40" y="19"/>
                    </a:cubicBezTo>
                    <a:cubicBezTo>
                      <a:pt x="49" y="15"/>
                      <a:pt x="69" y="12"/>
                      <a:pt x="74" y="10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" name="Freeform 1608">
                <a:extLst>
                  <a:ext uri="{FF2B5EF4-FFF2-40B4-BE49-F238E27FC236}">
                    <a16:creationId xmlns:a16="http://schemas.microsoft.com/office/drawing/2014/main" id="{EE635880-7D6F-4193-97CB-37EC1112C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190"/>
                <a:ext cx="1" cy="2"/>
              </a:xfrm>
              <a:custGeom>
                <a:avLst/>
                <a:gdLst>
                  <a:gd name="T0" fmla="*/ 0 w 1"/>
                  <a:gd name="T1" fmla="*/ 32 h 1"/>
                  <a:gd name="T2" fmla="*/ 0 w 1"/>
                  <a:gd name="T3" fmla="*/ 0 h 1"/>
                  <a:gd name="T4" fmla="*/ 0 w 1"/>
                  <a:gd name="T5" fmla="*/ 32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" name="Freeform 1609">
                <a:extLst>
                  <a:ext uri="{FF2B5EF4-FFF2-40B4-BE49-F238E27FC236}">
                    <a16:creationId xmlns:a16="http://schemas.microsoft.com/office/drawing/2014/main" id="{1352F804-0E85-46FB-B20C-B856013C9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3171"/>
                <a:ext cx="231" cy="111"/>
              </a:xfrm>
              <a:custGeom>
                <a:avLst/>
                <a:gdLst>
                  <a:gd name="T0" fmla="*/ 508 w 146"/>
                  <a:gd name="T1" fmla="*/ 312 h 70"/>
                  <a:gd name="T2" fmla="*/ 150 w 146"/>
                  <a:gd name="T3" fmla="*/ 634 h 70"/>
                  <a:gd name="T4" fmla="*/ 55 w 146"/>
                  <a:gd name="T5" fmla="*/ 701 h 70"/>
                  <a:gd name="T6" fmla="*/ 13 w 146"/>
                  <a:gd name="T7" fmla="*/ 669 h 70"/>
                  <a:gd name="T8" fmla="*/ 33 w 146"/>
                  <a:gd name="T9" fmla="*/ 601 h 70"/>
                  <a:gd name="T10" fmla="*/ 87 w 146"/>
                  <a:gd name="T11" fmla="*/ 563 h 70"/>
                  <a:gd name="T12" fmla="*/ 206 w 146"/>
                  <a:gd name="T13" fmla="*/ 482 h 70"/>
                  <a:gd name="T14" fmla="*/ 633 w 146"/>
                  <a:gd name="T15" fmla="*/ 206 h 70"/>
                  <a:gd name="T16" fmla="*/ 1109 w 146"/>
                  <a:gd name="T17" fmla="*/ 108 h 70"/>
                  <a:gd name="T18" fmla="*/ 1342 w 146"/>
                  <a:gd name="T19" fmla="*/ 40 h 70"/>
                  <a:gd name="T20" fmla="*/ 1346 w 146"/>
                  <a:gd name="T21" fmla="*/ 21 h 70"/>
                  <a:gd name="T22" fmla="*/ 1418 w 146"/>
                  <a:gd name="T23" fmla="*/ 13 h 70"/>
                  <a:gd name="T24" fmla="*/ 1448 w 146"/>
                  <a:gd name="T25" fmla="*/ 63 h 70"/>
                  <a:gd name="T26" fmla="*/ 1448 w 146"/>
                  <a:gd name="T27" fmla="*/ 63 h 70"/>
                  <a:gd name="T28" fmla="*/ 1435 w 146"/>
                  <a:gd name="T29" fmla="*/ 121 h 70"/>
                  <a:gd name="T30" fmla="*/ 1291 w 146"/>
                  <a:gd name="T31" fmla="*/ 151 h 70"/>
                  <a:gd name="T32" fmla="*/ 508 w 146"/>
                  <a:gd name="T33" fmla="*/ 312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70">
                    <a:moveTo>
                      <a:pt x="51" y="31"/>
                    </a:moveTo>
                    <a:cubicBezTo>
                      <a:pt x="28" y="43"/>
                      <a:pt x="21" y="53"/>
                      <a:pt x="15" y="63"/>
                    </a:cubicBezTo>
                    <a:cubicBezTo>
                      <a:pt x="12" y="68"/>
                      <a:pt x="9" y="70"/>
                      <a:pt x="6" y="70"/>
                    </a:cubicBezTo>
                    <a:cubicBezTo>
                      <a:pt x="4" y="70"/>
                      <a:pt x="2" y="69"/>
                      <a:pt x="1" y="67"/>
                    </a:cubicBezTo>
                    <a:cubicBezTo>
                      <a:pt x="0" y="64"/>
                      <a:pt x="1" y="62"/>
                      <a:pt x="3" y="60"/>
                    </a:cubicBezTo>
                    <a:cubicBezTo>
                      <a:pt x="4" y="58"/>
                      <a:pt x="7" y="57"/>
                      <a:pt x="9" y="56"/>
                    </a:cubicBezTo>
                    <a:cubicBezTo>
                      <a:pt x="13" y="54"/>
                      <a:pt x="17" y="52"/>
                      <a:pt x="21" y="48"/>
                    </a:cubicBezTo>
                    <a:cubicBezTo>
                      <a:pt x="28" y="42"/>
                      <a:pt x="46" y="29"/>
                      <a:pt x="64" y="21"/>
                    </a:cubicBezTo>
                    <a:cubicBezTo>
                      <a:pt x="85" y="12"/>
                      <a:pt x="103" y="11"/>
                      <a:pt x="112" y="11"/>
                    </a:cubicBezTo>
                    <a:cubicBezTo>
                      <a:pt x="124" y="11"/>
                      <a:pt x="130" y="7"/>
                      <a:pt x="135" y="4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9" y="1"/>
                      <a:pt x="141" y="0"/>
                      <a:pt x="143" y="1"/>
                    </a:cubicBezTo>
                    <a:cubicBezTo>
                      <a:pt x="144" y="2"/>
                      <a:pt x="145" y="3"/>
                      <a:pt x="146" y="6"/>
                    </a:cubicBezTo>
                    <a:cubicBezTo>
                      <a:pt x="146" y="6"/>
                      <a:pt x="146" y="6"/>
                      <a:pt x="146" y="6"/>
                    </a:cubicBezTo>
                    <a:cubicBezTo>
                      <a:pt x="146" y="9"/>
                      <a:pt x="146" y="11"/>
                      <a:pt x="145" y="12"/>
                    </a:cubicBezTo>
                    <a:cubicBezTo>
                      <a:pt x="142" y="15"/>
                      <a:pt x="137" y="16"/>
                      <a:pt x="130" y="15"/>
                    </a:cubicBezTo>
                    <a:cubicBezTo>
                      <a:pt x="118" y="14"/>
                      <a:pt x="74" y="19"/>
                      <a:pt x="51" y="31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" name="Freeform 1610">
                <a:extLst>
                  <a:ext uri="{FF2B5EF4-FFF2-40B4-BE49-F238E27FC236}">
                    <a16:creationId xmlns:a16="http://schemas.microsoft.com/office/drawing/2014/main" id="{62FAAA42-FC60-4987-9770-75DCC4C63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207"/>
                <a:ext cx="153" cy="71"/>
              </a:xfrm>
              <a:custGeom>
                <a:avLst/>
                <a:gdLst>
                  <a:gd name="T0" fmla="*/ 846 w 96"/>
                  <a:gd name="T1" fmla="*/ 87 h 45"/>
                  <a:gd name="T2" fmla="*/ 470 w 96"/>
                  <a:gd name="T3" fmla="*/ 55 h 45"/>
                  <a:gd name="T4" fmla="*/ 116 w 96"/>
                  <a:gd name="T5" fmla="*/ 333 h 45"/>
                  <a:gd name="T6" fmla="*/ 116 w 96"/>
                  <a:gd name="T7" fmla="*/ 341 h 45"/>
                  <a:gd name="T8" fmla="*/ 33 w 96"/>
                  <a:gd name="T9" fmla="*/ 428 h 45"/>
                  <a:gd name="T10" fmla="*/ 13 w 96"/>
                  <a:gd name="T11" fmla="*/ 421 h 45"/>
                  <a:gd name="T12" fmla="*/ 33 w 96"/>
                  <a:gd name="T13" fmla="*/ 311 h 45"/>
                  <a:gd name="T14" fmla="*/ 445 w 96"/>
                  <a:gd name="T15" fmla="*/ 52 h 45"/>
                  <a:gd name="T16" fmla="*/ 783 w 96"/>
                  <a:gd name="T17" fmla="*/ 13 h 45"/>
                  <a:gd name="T18" fmla="*/ 826 w 96"/>
                  <a:gd name="T19" fmla="*/ 13 h 45"/>
                  <a:gd name="T20" fmla="*/ 988 w 96"/>
                  <a:gd name="T21" fmla="*/ 82 h 45"/>
                  <a:gd name="T22" fmla="*/ 988 w 96"/>
                  <a:gd name="T23" fmla="*/ 82 h 45"/>
                  <a:gd name="T24" fmla="*/ 975 w 96"/>
                  <a:gd name="T25" fmla="*/ 117 h 45"/>
                  <a:gd name="T26" fmla="*/ 846 w 96"/>
                  <a:gd name="T27" fmla="*/ 87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45">
                    <a:moveTo>
                      <a:pt x="82" y="9"/>
                    </a:moveTo>
                    <a:cubicBezTo>
                      <a:pt x="78" y="6"/>
                      <a:pt x="63" y="0"/>
                      <a:pt x="46" y="6"/>
                    </a:cubicBezTo>
                    <a:cubicBezTo>
                      <a:pt x="29" y="13"/>
                      <a:pt x="15" y="25"/>
                      <a:pt x="11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8" y="43"/>
                      <a:pt x="7" y="45"/>
                      <a:pt x="3" y="44"/>
                    </a:cubicBezTo>
                    <a:cubicBezTo>
                      <a:pt x="2" y="44"/>
                      <a:pt x="1" y="44"/>
                      <a:pt x="1" y="43"/>
                    </a:cubicBezTo>
                    <a:cubicBezTo>
                      <a:pt x="0" y="40"/>
                      <a:pt x="1" y="35"/>
                      <a:pt x="3" y="32"/>
                    </a:cubicBezTo>
                    <a:cubicBezTo>
                      <a:pt x="8" y="24"/>
                      <a:pt x="25" y="12"/>
                      <a:pt x="43" y="5"/>
                    </a:cubicBezTo>
                    <a:cubicBezTo>
                      <a:pt x="58" y="0"/>
                      <a:pt x="68" y="0"/>
                      <a:pt x="76" y="1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89" y="1"/>
                      <a:pt x="94" y="5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6" y="9"/>
                      <a:pt x="96" y="11"/>
                      <a:pt x="95" y="12"/>
                    </a:cubicBezTo>
                    <a:cubicBezTo>
                      <a:pt x="92" y="14"/>
                      <a:pt x="88" y="14"/>
                      <a:pt x="82" y="9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" name="Freeform 1611">
                <a:extLst>
                  <a:ext uri="{FF2B5EF4-FFF2-40B4-BE49-F238E27FC236}">
                    <a16:creationId xmlns:a16="http://schemas.microsoft.com/office/drawing/2014/main" id="{165E0FB1-3767-4724-8B7C-60C5ED2EA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3169"/>
                <a:ext cx="76" cy="18"/>
              </a:xfrm>
              <a:custGeom>
                <a:avLst/>
                <a:gdLst>
                  <a:gd name="T0" fmla="*/ 100 w 48"/>
                  <a:gd name="T1" fmla="*/ 92 h 11"/>
                  <a:gd name="T2" fmla="*/ 238 w 48"/>
                  <a:gd name="T3" fmla="*/ 70 h 11"/>
                  <a:gd name="T4" fmla="*/ 369 w 48"/>
                  <a:gd name="T5" fmla="*/ 34 h 11"/>
                  <a:gd name="T6" fmla="*/ 421 w 48"/>
                  <a:gd name="T7" fmla="*/ 21 h 11"/>
                  <a:gd name="T8" fmla="*/ 464 w 48"/>
                  <a:gd name="T9" fmla="*/ 13 h 11"/>
                  <a:gd name="T10" fmla="*/ 477 w 48"/>
                  <a:gd name="T11" fmla="*/ 21 h 11"/>
                  <a:gd name="T12" fmla="*/ 464 w 48"/>
                  <a:gd name="T13" fmla="*/ 34 h 11"/>
                  <a:gd name="T14" fmla="*/ 377 w 48"/>
                  <a:gd name="T15" fmla="*/ 77 h 11"/>
                  <a:gd name="T16" fmla="*/ 291 w 48"/>
                  <a:gd name="T17" fmla="*/ 77 h 11"/>
                  <a:gd name="T18" fmla="*/ 120 w 48"/>
                  <a:gd name="T19" fmla="*/ 92 h 11"/>
                  <a:gd name="T20" fmla="*/ 0 w 48"/>
                  <a:gd name="T21" fmla="*/ 126 h 11"/>
                  <a:gd name="T22" fmla="*/ 100 w 48"/>
                  <a:gd name="T23" fmla="*/ 92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11">
                    <a:moveTo>
                      <a:pt x="10" y="8"/>
                    </a:moveTo>
                    <a:cubicBezTo>
                      <a:pt x="15" y="6"/>
                      <a:pt x="20" y="6"/>
                      <a:pt x="24" y="6"/>
                    </a:cubicBezTo>
                    <a:cubicBezTo>
                      <a:pt x="28" y="5"/>
                      <a:pt x="32" y="5"/>
                      <a:pt x="37" y="3"/>
                    </a:cubicBezTo>
                    <a:cubicBezTo>
                      <a:pt x="39" y="3"/>
                      <a:pt x="41" y="2"/>
                      <a:pt x="42" y="2"/>
                    </a:cubicBezTo>
                    <a:cubicBezTo>
                      <a:pt x="44" y="1"/>
                      <a:pt x="46" y="0"/>
                      <a:pt x="47" y="1"/>
                    </a:cubicBezTo>
                    <a:cubicBezTo>
                      <a:pt x="47" y="1"/>
                      <a:pt x="47" y="2"/>
                      <a:pt x="48" y="2"/>
                    </a:cubicBezTo>
                    <a:cubicBezTo>
                      <a:pt x="48" y="2"/>
                      <a:pt x="48" y="2"/>
                      <a:pt x="47" y="3"/>
                    </a:cubicBezTo>
                    <a:cubicBezTo>
                      <a:pt x="47" y="4"/>
                      <a:pt x="43" y="6"/>
                      <a:pt x="38" y="7"/>
                    </a:cubicBezTo>
                    <a:cubicBezTo>
                      <a:pt x="36" y="7"/>
                      <a:pt x="33" y="7"/>
                      <a:pt x="29" y="7"/>
                    </a:cubicBezTo>
                    <a:cubicBezTo>
                      <a:pt x="23" y="7"/>
                      <a:pt x="17" y="7"/>
                      <a:pt x="12" y="8"/>
                    </a:cubicBezTo>
                    <a:cubicBezTo>
                      <a:pt x="4" y="11"/>
                      <a:pt x="1" y="11"/>
                      <a:pt x="0" y="11"/>
                    </a:cubicBezTo>
                    <a:cubicBezTo>
                      <a:pt x="1" y="10"/>
                      <a:pt x="4" y="9"/>
                      <a:pt x="10" y="8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" name="Freeform 1612">
                <a:extLst>
                  <a:ext uri="{FF2B5EF4-FFF2-40B4-BE49-F238E27FC236}">
                    <a16:creationId xmlns:a16="http://schemas.microsoft.com/office/drawing/2014/main" id="{BA550832-78DD-46CE-94EF-C6D83D6A8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188"/>
                <a:ext cx="74" cy="43"/>
              </a:xfrm>
              <a:custGeom>
                <a:avLst/>
                <a:gdLst>
                  <a:gd name="T0" fmla="*/ 290 w 47"/>
                  <a:gd name="T1" fmla="*/ 89 h 27"/>
                  <a:gd name="T2" fmla="*/ 290 w 47"/>
                  <a:gd name="T3" fmla="*/ 89 h 27"/>
                  <a:gd name="T4" fmla="*/ 87 w 47"/>
                  <a:gd name="T5" fmla="*/ 205 h 27"/>
                  <a:gd name="T6" fmla="*/ 49 w 47"/>
                  <a:gd name="T7" fmla="*/ 245 h 27"/>
                  <a:gd name="T8" fmla="*/ 0 w 47"/>
                  <a:gd name="T9" fmla="*/ 274 h 27"/>
                  <a:gd name="T10" fmla="*/ 0 w 47"/>
                  <a:gd name="T11" fmla="*/ 274 h 27"/>
                  <a:gd name="T12" fmla="*/ 31 w 47"/>
                  <a:gd name="T13" fmla="*/ 239 h 27"/>
                  <a:gd name="T14" fmla="*/ 191 w 47"/>
                  <a:gd name="T15" fmla="*/ 134 h 27"/>
                  <a:gd name="T16" fmla="*/ 375 w 47"/>
                  <a:gd name="T17" fmla="*/ 33 h 27"/>
                  <a:gd name="T18" fmla="*/ 387 w 47"/>
                  <a:gd name="T19" fmla="*/ 33 h 27"/>
                  <a:gd name="T20" fmla="*/ 406 w 47"/>
                  <a:gd name="T21" fmla="*/ 21 h 27"/>
                  <a:gd name="T22" fmla="*/ 457 w 47"/>
                  <a:gd name="T23" fmla="*/ 13 h 27"/>
                  <a:gd name="T24" fmla="*/ 457 w 47"/>
                  <a:gd name="T25" fmla="*/ 21 h 27"/>
                  <a:gd name="T26" fmla="*/ 375 w 47"/>
                  <a:gd name="T27" fmla="*/ 64 h 27"/>
                  <a:gd name="T28" fmla="*/ 290 w 47"/>
                  <a:gd name="T29" fmla="*/ 89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7">
                    <a:moveTo>
                      <a:pt x="30" y="9"/>
                    </a:moveTo>
                    <a:cubicBezTo>
                      <a:pt x="30" y="9"/>
                      <a:pt x="30" y="9"/>
                      <a:pt x="30" y="9"/>
                    </a:cubicBezTo>
                    <a:cubicBezTo>
                      <a:pt x="22" y="13"/>
                      <a:pt x="11" y="19"/>
                      <a:pt x="9" y="20"/>
                    </a:cubicBezTo>
                    <a:cubicBezTo>
                      <a:pt x="7" y="22"/>
                      <a:pt x="6" y="23"/>
                      <a:pt x="5" y="24"/>
                    </a:cubicBezTo>
                    <a:cubicBezTo>
                      <a:pt x="3" y="26"/>
                      <a:pt x="2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1" y="23"/>
                      <a:pt x="3" y="23"/>
                    </a:cubicBezTo>
                    <a:cubicBezTo>
                      <a:pt x="7" y="21"/>
                      <a:pt x="14" y="17"/>
                      <a:pt x="20" y="13"/>
                    </a:cubicBezTo>
                    <a:cubicBezTo>
                      <a:pt x="26" y="9"/>
                      <a:pt x="35" y="5"/>
                      <a:pt x="39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1"/>
                      <a:pt x="45" y="0"/>
                      <a:pt x="47" y="1"/>
                    </a:cubicBezTo>
                    <a:cubicBezTo>
                      <a:pt x="47" y="1"/>
                      <a:pt x="47" y="1"/>
                      <a:pt x="47" y="2"/>
                    </a:cubicBezTo>
                    <a:cubicBezTo>
                      <a:pt x="47" y="3"/>
                      <a:pt x="42" y="4"/>
                      <a:pt x="39" y="6"/>
                    </a:cubicBezTo>
                    <a:cubicBezTo>
                      <a:pt x="36" y="7"/>
                      <a:pt x="33" y="8"/>
                      <a:pt x="30" y="9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" name="Freeform 1613">
                <a:extLst>
                  <a:ext uri="{FF2B5EF4-FFF2-40B4-BE49-F238E27FC236}">
                    <a16:creationId xmlns:a16="http://schemas.microsoft.com/office/drawing/2014/main" id="{39EF88B2-8196-4619-B635-9ED554851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150"/>
                <a:ext cx="20" cy="16"/>
              </a:xfrm>
              <a:custGeom>
                <a:avLst/>
                <a:gdLst>
                  <a:gd name="T0" fmla="*/ 66 w 13"/>
                  <a:gd name="T1" fmla="*/ 90 h 10"/>
                  <a:gd name="T2" fmla="*/ 18 w 13"/>
                  <a:gd name="T3" fmla="*/ 86 h 10"/>
                  <a:gd name="T4" fmla="*/ 0 w 13"/>
                  <a:gd name="T5" fmla="*/ 67 h 10"/>
                  <a:gd name="T6" fmla="*/ 52 w 13"/>
                  <a:gd name="T7" fmla="*/ 13 h 10"/>
                  <a:gd name="T8" fmla="*/ 95 w 13"/>
                  <a:gd name="T9" fmla="*/ 13 h 10"/>
                  <a:gd name="T10" fmla="*/ 102 w 13"/>
                  <a:gd name="T11" fmla="*/ 34 h 10"/>
                  <a:gd name="T12" fmla="*/ 114 w 13"/>
                  <a:gd name="T13" fmla="*/ 42 h 10"/>
                  <a:gd name="T14" fmla="*/ 66 w 13"/>
                  <a:gd name="T15" fmla="*/ 9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8" y="9"/>
                    </a:moveTo>
                    <a:cubicBezTo>
                      <a:pt x="6" y="10"/>
                      <a:pt x="4" y="9"/>
                      <a:pt x="2" y="8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0" y="4"/>
                      <a:pt x="2" y="3"/>
                      <a:pt x="6" y="1"/>
                    </a:cubicBezTo>
                    <a:cubicBezTo>
                      <a:pt x="8" y="1"/>
                      <a:pt x="10" y="0"/>
                      <a:pt x="11" y="1"/>
                    </a:cubicBezTo>
                    <a:cubicBezTo>
                      <a:pt x="11" y="2"/>
                      <a:pt x="12" y="2"/>
                      <a:pt x="12" y="3"/>
                    </a:cubicBezTo>
                    <a:cubicBezTo>
                      <a:pt x="12" y="3"/>
                      <a:pt x="12" y="4"/>
                      <a:pt x="13" y="4"/>
                    </a:cubicBezTo>
                    <a:cubicBezTo>
                      <a:pt x="12" y="7"/>
                      <a:pt x="10" y="9"/>
                      <a:pt x="8" y="9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" name="Freeform 1614">
                <a:extLst>
                  <a:ext uri="{FF2B5EF4-FFF2-40B4-BE49-F238E27FC236}">
                    <a16:creationId xmlns:a16="http://schemas.microsoft.com/office/drawing/2014/main" id="{C22BDFD8-4B3A-4ADB-ADD0-3B55D86E0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241"/>
                <a:ext cx="6" cy="7"/>
              </a:xfrm>
              <a:custGeom>
                <a:avLst/>
                <a:gdLst>
                  <a:gd name="T0" fmla="*/ 32 w 4"/>
                  <a:gd name="T1" fmla="*/ 11 h 5"/>
                  <a:gd name="T2" fmla="*/ 27 w 4"/>
                  <a:gd name="T3" fmla="*/ 21 h 5"/>
                  <a:gd name="T4" fmla="*/ 0 w 4"/>
                  <a:gd name="T5" fmla="*/ 15 h 5"/>
                  <a:gd name="T6" fmla="*/ 12 w 4"/>
                  <a:gd name="T7" fmla="*/ 1 h 5"/>
                  <a:gd name="T8" fmla="*/ 32 w 4"/>
                  <a:gd name="T9" fmla="*/ 1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" name="Freeform 1615">
                <a:extLst>
                  <a:ext uri="{FF2B5EF4-FFF2-40B4-BE49-F238E27FC236}">
                    <a16:creationId xmlns:a16="http://schemas.microsoft.com/office/drawing/2014/main" id="{8D05E9FA-35B7-4F12-B233-53D80FD3D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3157"/>
                <a:ext cx="131" cy="60"/>
              </a:xfrm>
              <a:custGeom>
                <a:avLst/>
                <a:gdLst>
                  <a:gd name="T0" fmla="*/ 257 w 83"/>
                  <a:gd name="T1" fmla="*/ 216 h 38"/>
                  <a:gd name="T2" fmla="*/ 98 w 83"/>
                  <a:gd name="T3" fmla="*/ 322 h 38"/>
                  <a:gd name="T4" fmla="*/ 87 w 83"/>
                  <a:gd name="T5" fmla="*/ 341 h 38"/>
                  <a:gd name="T6" fmla="*/ 21 w 83"/>
                  <a:gd name="T7" fmla="*/ 374 h 38"/>
                  <a:gd name="T8" fmla="*/ 0 w 83"/>
                  <a:gd name="T9" fmla="*/ 354 h 38"/>
                  <a:gd name="T10" fmla="*/ 0 w 83"/>
                  <a:gd name="T11" fmla="*/ 354 h 38"/>
                  <a:gd name="T12" fmla="*/ 0 w 83"/>
                  <a:gd name="T13" fmla="*/ 341 h 38"/>
                  <a:gd name="T14" fmla="*/ 150 w 83"/>
                  <a:gd name="T15" fmla="*/ 245 h 38"/>
                  <a:gd name="T16" fmla="*/ 267 w 83"/>
                  <a:gd name="T17" fmla="*/ 185 h 38"/>
                  <a:gd name="T18" fmla="*/ 361 w 83"/>
                  <a:gd name="T19" fmla="*/ 137 h 38"/>
                  <a:gd name="T20" fmla="*/ 590 w 83"/>
                  <a:gd name="T21" fmla="*/ 82 h 38"/>
                  <a:gd name="T22" fmla="*/ 694 w 83"/>
                  <a:gd name="T23" fmla="*/ 55 h 38"/>
                  <a:gd name="T24" fmla="*/ 694 w 83"/>
                  <a:gd name="T25" fmla="*/ 55 h 38"/>
                  <a:gd name="T26" fmla="*/ 715 w 83"/>
                  <a:gd name="T27" fmla="*/ 35 h 38"/>
                  <a:gd name="T28" fmla="*/ 783 w 83"/>
                  <a:gd name="T29" fmla="*/ 0 h 38"/>
                  <a:gd name="T30" fmla="*/ 802 w 83"/>
                  <a:gd name="T31" fmla="*/ 21 h 38"/>
                  <a:gd name="T32" fmla="*/ 802 w 83"/>
                  <a:gd name="T33" fmla="*/ 55 h 38"/>
                  <a:gd name="T34" fmla="*/ 707 w 83"/>
                  <a:gd name="T35" fmla="*/ 82 h 38"/>
                  <a:gd name="T36" fmla="*/ 707 w 83"/>
                  <a:gd name="T37" fmla="*/ 82 h 38"/>
                  <a:gd name="T38" fmla="*/ 257 w 83"/>
                  <a:gd name="T39" fmla="*/ 216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3" h="38">
                    <a:moveTo>
                      <a:pt x="26" y="22"/>
                    </a:moveTo>
                    <a:cubicBezTo>
                      <a:pt x="19" y="26"/>
                      <a:pt x="14" y="30"/>
                      <a:pt x="10" y="33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7" y="36"/>
                      <a:pt x="4" y="38"/>
                      <a:pt x="2" y="38"/>
                    </a:cubicBezTo>
                    <a:cubicBezTo>
                      <a:pt x="1" y="37"/>
                      <a:pt x="0" y="37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5"/>
                      <a:pt x="0" y="35"/>
                    </a:cubicBezTo>
                    <a:cubicBezTo>
                      <a:pt x="0" y="32"/>
                      <a:pt x="7" y="29"/>
                      <a:pt x="15" y="25"/>
                    </a:cubicBezTo>
                    <a:cubicBezTo>
                      <a:pt x="20" y="23"/>
                      <a:pt x="24" y="21"/>
                      <a:pt x="27" y="19"/>
                    </a:cubicBezTo>
                    <a:cubicBezTo>
                      <a:pt x="30" y="17"/>
                      <a:pt x="33" y="15"/>
                      <a:pt x="37" y="14"/>
                    </a:cubicBezTo>
                    <a:cubicBezTo>
                      <a:pt x="42" y="11"/>
                      <a:pt x="52" y="9"/>
                      <a:pt x="60" y="8"/>
                    </a:cubicBezTo>
                    <a:cubicBezTo>
                      <a:pt x="65" y="7"/>
                      <a:pt x="69" y="6"/>
                      <a:pt x="71" y="6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2" y="5"/>
                      <a:pt x="72" y="5"/>
                      <a:pt x="73" y="4"/>
                    </a:cubicBezTo>
                    <a:cubicBezTo>
                      <a:pt x="75" y="2"/>
                      <a:pt x="78" y="0"/>
                      <a:pt x="80" y="0"/>
                    </a:cubicBezTo>
                    <a:cubicBezTo>
                      <a:pt x="81" y="0"/>
                      <a:pt x="81" y="1"/>
                      <a:pt x="82" y="2"/>
                    </a:cubicBezTo>
                    <a:cubicBezTo>
                      <a:pt x="83" y="4"/>
                      <a:pt x="83" y="5"/>
                      <a:pt x="82" y="6"/>
                    </a:cubicBezTo>
                    <a:cubicBezTo>
                      <a:pt x="80" y="8"/>
                      <a:pt x="76" y="9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55" y="10"/>
                      <a:pt x="36" y="15"/>
                      <a:pt x="26" y="22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" name="Freeform 1616">
                <a:extLst>
                  <a:ext uri="{FF2B5EF4-FFF2-40B4-BE49-F238E27FC236}">
                    <a16:creationId xmlns:a16="http://schemas.microsoft.com/office/drawing/2014/main" id="{3BDF9747-FFC0-4459-AFE7-37F9FD256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3222"/>
                <a:ext cx="101" cy="58"/>
              </a:xfrm>
              <a:custGeom>
                <a:avLst/>
                <a:gdLst>
                  <a:gd name="T0" fmla="*/ 82 w 64"/>
                  <a:gd name="T1" fmla="*/ 230 h 37"/>
                  <a:gd name="T2" fmla="*/ 68 w 64"/>
                  <a:gd name="T3" fmla="*/ 299 h 37"/>
                  <a:gd name="T4" fmla="*/ 55 w 64"/>
                  <a:gd name="T5" fmla="*/ 351 h 37"/>
                  <a:gd name="T6" fmla="*/ 35 w 64"/>
                  <a:gd name="T7" fmla="*/ 351 h 37"/>
                  <a:gd name="T8" fmla="*/ 13 w 64"/>
                  <a:gd name="T9" fmla="*/ 339 h 37"/>
                  <a:gd name="T10" fmla="*/ 52 w 64"/>
                  <a:gd name="T11" fmla="*/ 230 h 37"/>
                  <a:gd name="T12" fmla="*/ 52 w 64"/>
                  <a:gd name="T13" fmla="*/ 216 h 37"/>
                  <a:gd name="T14" fmla="*/ 216 w 64"/>
                  <a:gd name="T15" fmla="*/ 77 h 37"/>
                  <a:gd name="T16" fmla="*/ 496 w 64"/>
                  <a:gd name="T17" fmla="*/ 13 h 37"/>
                  <a:gd name="T18" fmla="*/ 522 w 64"/>
                  <a:gd name="T19" fmla="*/ 13 h 37"/>
                  <a:gd name="T20" fmla="*/ 612 w 64"/>
                  <a:gd name="T21" fmla="*/ 66 h 37"/>
                  <a:gd name="T22" fmla="*/ 612 w 64"/>
                  <a:gd name="T23" fmla="*/ 83 h 37"/>
                  <a:gd name="T24" fmla="*/ 612 w 64"/>
                  <a:gd name="T25" fmla="*/ 83 h 37"/>
                  <a:gd name="T26" fmla="*/ 526 w 64"/>
                  <a:gd name="T27" fmla="*/ 77 h 37"/>
                  <a:gd name="T28" fmla="*/ 322 w 64"/>
                  <a:gd name="T29" fmla="*/ 34 h 37"/>
                  <a:gd name="T30" fmla="*/ 322 w 64"/>
                  <a:gd name="T31" fmla="*/ 34 h 37"/>
                  <a:gd name="T32" fmla="*/ 82 w 64"/>
                  <a:gd name="T33" fmla="*/ 23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37">
                    <a:moveTo>
                      <a:pt x="8" y="24"/>
                    </a:moveTo>
                    <a:cubicBezTo>
                      <a:pt x="7" y="27"/>
                      <a:pt x="7" y="30"/>
                      <a:pt x="7" y="32"/>
                    </a:cubicBezTo>
                    <a:cubicBezTo>
                      <a:pt x="7" y="34"/>
                      <a:pt x="7" y="36"/>
                      <a:pt x="6" y="37"/>
                    </a:cubicBezTo>
                    <a:cubicBezTo>
                      <a:pt x="6" y="37"/>
                      <a:pt x="5" y="37"/>
                      <a:pt x="4" y="37"/>
                    </a:cubicBezTo>
                    <a:cubicBezTo>
                      <a:pt x="2" y="37"/>
                      <a:pt x="1" y="36"/>
                      <a:pt x="1" y="36"/>
                    </a:cubicBezTo>
                    <a:cubicBezTo>
                      <a:pt x="0" y="34"/>
                      <a:pt x="1" y="30"/>
                      <a:pt x="5" y="24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7" y="20"/>
                      <a:pt x="9" y="15"/>
                      <a:pt x="22" y="8"/>
                    </a:cubicBezTo>
                    <a:cubicBezTo>
                      <a:pt x="35" y="0"/>
                      <a:pt x="44" y="1"/>
                      <a:pt x="51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8" y="2"/>
                      <a:pt x="62" y="5"/>
                      <a:pt x="63" y="7"/>
                    </a:cubicBezTo>
                    <a:cubicBezTo>
                      <a:pt x="64" y="8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1" y="12"/>
                      <a:pt x="59" y="11"/>
                      <a:pt x="54" y="8"/>
                    </a:cubicBezTo>
                    <a:cubicBezTo>
                      <a:pt x="49" y="6"/>
                      <a:pt x="42" y="2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25" y="7"/>
                      <a:pt x="10" y="18"/>
                      <a:pt x="8" y="24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" name="Freeform 1617">
                <a:extLst>
                  <a:ext uri="{FF2B5EF4-FFF2-40B4-BE49-F238E27FC236}">
                    <a16:creationId xmlns:a16="http://schemas.microsoft.com/office/drawing/2014/main" id="{46B630B0-D0C7-4825-A05E-9EF3789B4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225"/>
                <a:ext cx="46" cy="16"/>
              </a:xfrm>
              <a:custGeom>
                <a:avLst/>
                <a:gdLst>
                  <a:gd name="T0" fmla="*/ 89 w 29"/>
                  <a:gd name="T1" fmla="*/ 13 h 10"/>
                  <a:gd name="T2" fmla="*/ 0 w 29"/>
                  <a:gd name="T3" fmla="*/ 21 h 10"/>
                  <a:gd name="T4" fmla="*/ 192 w 29"/>
                  <a:gd name="T5" fmla="*/ 67 h 10"/>
                  <a:gd name="T6" fmla="*/ 279 w 29"/>
                  <a:gd name="T7" fmla="*/ 74 h 10"/>
                  <a:gd name="T8" fmla="*/ 279 w 29"/>
                  <a:gd name="T9" fmla="*/ 74 h 10"/>
                  <a:gd name="T10" fmla="*/ 279 w 29"/>
                  <a:gd name="T11" fmla="*/ 54 h 10"/>
                  <a:gd name="T12" fmla="*/ 203 w 29"/>
                  <a:gd name="T13" fmla="*/ 0 h 10"/>
                  <a:gd name="T14" fmla="*/ 203 w 29"/>
                  <a:gd name="T15" fmla="*/ 21 h 10"/>
                  <a:gd name="T16" fmla="*/ 171 w 29"/>
                  <a:gd name="T17" fmla="*/ 21 h 10"/>
                  <a:gd name="T18" fmla="*/ 89 w 29"/>
                  <a:gd name="T19" fmla="*/ 13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0">
                    <a:moveTo>
                      <a:pt x="9" y="1"/>
                    </a:moveTo>
                    <a:cubicBezTo>
                      <a:pt x="7" y="1"/>
                      <a:pt x="3" y="1"/>
                      <a:pt x="0" y="2"/>
                    </a:cubicBezTo>
                    <a:cubicBezTo>
                      <a:pt x="8" y="1"/>
                      <a:pt x="14" y="4"/>
                      <a:pt x="19" y="6"/>
                    </a:cubicBezTo>
                    <a:cubicBezTo>
                      <a:pt x="24" y="9"/>
                      <a:pt x="26" y="10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9" y="6"/>
                      <a:pt x="28" y="5"/>
                    </a:cubicBezTo>
                    <a:cubicBezTo>
                      <a:pt x="27" y="3"/>
                      <a:pt x="24" y="0"/>
                      <a:pt x="20" y="0"/>
                    </a:cubicBezTo>
                    <a:cubicBezTo>
                      <a:pt x="21" y="0"/>
                      <a:pt x="21" y="1"/>
                      <a:pt x="20" y="2"/>
                    </a:cubicBezTo>
                    <a:cubicBezTo>
                      <a:pt x="20" y="3"/>
                      <a:pt x="17" y="2"/>
                      <a:pt x="17" y="2"/>
                    </a:cubicBezTo>
                    <a:cubicBezTo>
                      <a:pt x="15" y="1"/>
                      <a:pt x="11" y="1"/>
                      <a:pt x="9" y="1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" name="Freeform 1618">
                <a:extLst>
                  <a:ext uri="{FF2B5EF4-FFF2-40B4-BE49-F238E27FC236}">
                    <a16:creationId xmlns:a16="http://schemas.microsoft.com/office/drawing/2014/main" id="{FBF14CE1-E327-4464-B8DA-C89C990D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3258"/>
                <a:ext cx="12" cy="22"/>
              </a:xfrm>
              <a:custGeom>
                <a:avLst/>
                <a:gdLst>
                  <a:gd name="T0" fmla="*/ 12 w 8"/>
                  <a:gd name="T1" fmla="*/ 121 h 14"/>
                  <a:gd name="T2" fmla="*/ 32 w 8"/>
                  <a:gd name="T3" fmla="*/ 135 h 14"/>
                  <a:gd name="T4" fmla="*/ 48 w 8"/>
                  <a:gd name="T5" fmla="*/ 135 h 14"/>
                  <a:gd name="T6" fmla="*/ 59 w 8"/>
                  <a:gd name="T7" fmla="*/ 86 h 14"/>
                  <a:gd name="T8" fmla="*/ 62 w 8"/>
                  <a:gd name="T9" fmla="*/ 13 h 14"/>
                  <a:gd name="T10" fmla="*/ 62 w 8"/>
                  <a:gd name="T11" fmla="*/ 0 h 14"/>
                  <a:gd name="T12" fmla="*/ 62 w 8"/>
                  <a:gd name="T13" fmla="*/ 0 h 14"/>
                  <a:gd name="T14" fmla="*/ 48 w 8"/>
                  <a:gd name="T15" fmla="*/ 49 h 14"/>
                  <a:gd name="T16" fmla="*/ 32 w 8"/>
                  <a:gd name="T17" fmla="*/ 77 h 14"/>
                  <a:gd name="T18" fmla="*/ 18 w 8"/>
                  <a:gd name="T19" fmla="*/ 55 h 14"/>
                  <a:gd name="T20" fmla="*/ 12 w 8"/>
                  <a:gd name="T21" fmla="*/ 12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14">
                    <a:moveTo>
                      <a:pt x="1" y="13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7" y="13"/>
                      <a:pt x="7" y="11"/>
                      <a:pt x="7" y="9"/>
                    </a:cubicBezTo>
                    <a:cubicBezTo>
                      <a:pt x="7" y="7"/>
                      <a:pt x="7" y="4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2"/>
                      <a:pt x="7" y="3"/>
                      <a:pt x="6" y="5"/>
                    </a:cubicBezTo>
                    <a:cubicBezTo>
                      <a:pt x="6" y="6"/>
                      <a:pt x="5" y="8"/>
                      <a:pt x="4" y="8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1" y="9"/>
                      <a:pt x="0" y="12"/>
                      <a:pt x="1" y="13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" name="Freeform 1619">
                <a:extLst>
                  <a:ext uri="{FF2B5EF4-FFF2-40B4-BE49-F238E27FC236}">
                    <a16:creationId xmlns:a16="http://schemas.microsoft.com/office/drawing/2014/main" id="{25B05EC8-083A-46DA-9EFB-780AE53EF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242"/>
                <a:ext cx="6" cy="6"/>
              </a:xfrm>
              <a:custGeom>
                <a:avLst/>
                <a:gdLst>
                  <a:gd name="T0" fmla="*/ 27 w 4"/>
                  <a:gd name="T1" fmla="*/ 27 h 4"/>
                  <a:gd name="T2" fmla="*/ 32 w 4"/>
                  <a:gd name="T3" fmla="*/ 12 h 4"/>
                  <a:gd name="T4" fmla="*/ 18 w 4"/>
                  <a:gd name="T5" fmla="*/ 0 h 4"/>
                  <a:gd name="T6" fmla="*/ 12 w 4"/>
                  <a:gd name="T7" fmla="*/ 18 h 4"/>
                  <a:gd name="T8" fmla="*/ 0 w 4"/>
                  <a:gd name="T9" fmla="*/ 18 h 4"/>
                  <a:gd name="T10" fmla="*/ 0 w 4"/>
                  <a:gd name="T11" fmla="*/ 18 h 4"/>
                  <a:gd name="T12" fmla="*/ 27 w 4"/>
                  <a:gd name="T13" fmla="*/ 27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4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2" y="4"/>
                      <a:pt x="3" y="3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" name="Freeform 1620">
                <a:extLst>
                  <a:ext uri="{FF2B5EF4-FFF2-40B4-BE49-F238E27FC236}">
                    <a16:creationId xmlns:a16="http://schemas.microsoft.com/office/drawing/2014/main" id="{4DEA9944-AD2C-4268-B5C1-4A637554E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207"/>
                <a:ext cx="153" cy="71"/>
              </a:xfrm>
              <a:custGeom>
                <a:avLst/>
                <a:gdLst>
                  <a:gd name="T0" fmla="*/ 13 w 96"/>
                  <a:gd name="T1" fmla="*/ 421 h 45"/>
                  <a:gd name="T2" fmla="*/ 33 w 96"/>
                  <a:gd name="T3" fmla="*/ 428 h 45"/>
                  <a:gd name="T4" fmla="*/ 116 w 96"/>
                  <a:gd name="T5" fmla="*/ 341 h 45"/>
                  <a:gd name="T6" fmla="*/ 116 w 96"/>
                  <a:gd name="T7" fmla="*/ 333 h 45"/>
                  <a:gd name="T8" fmla="*/ 470 w 96"/>
                  <a:gd name="T9" fmla="*/ 55 h 45"/>
                  <a:gd name="T10" fmla="*/ 846 w 96"/>
                  <a:gd name="T11" fmla="*/ 87 h 45"/>
                  <a:gd name="T12" fmla="*/ 975 w 96"/>
                  <a:gd name="T13" fmla="*/ 117 h 45"/>
                  <a:gd name="T14" fmla="*/ 988 w 96"/>
                  <a:gd name="T15" fmla="*/ 82 h 45"/>
                  <a:gd name="T16" fmla="*/ 988 w 96"/>
                  <a:gd name="T17" fmla="*/ 82 h 45"/>
                  <a:gd name="T18" fmla="*/ 902 w 96"/>
                  <a:gd name="T19" fmla="*/ 21 h 45"/>
                  <a:gd name="T20" fmla="*/ 902 w 96"/>
                  <a:gd name="T21" fmla="*/ 21 h 45"/>
                  <a:gd name="T22" fmla="*/ 902 w 96"/>
                  <a:gd name="T23" fmla="*/ 55 h 45"/>
                  <a:gd name="T24" fmla="*/ 851 w 96"/>
                  <a:gd name="T25" fmla="*/ 52 h 45"/>
                  <a:gd name="T26" fmla="*/ 728 w 96"/>
                  <a:gd name="T27" fmla="*/ 21 h 45"/>
                  <a:gd name="T28" fmla="*/ 465 w 96"/>
                  <a:gd name="T29" fmla="*/ 55 h 45"/>
                  <a:gd name="T30" fmla="*/ 185 w 96"/>
                  <a:gd name="T31" fmla="*/ 216 h 45"/>
                  <a:gd name="T32" fmla="*/ 142 w 96"/>
                  <a:gd name="T33" fmla="*/ 257 h 45"/>
                  <a:gd name="T34" fmla="*/ 84 w 96"/>
                  <a:gd name="T35" fmla="*/ 301 h 45"/>
                  <a:gd name="T36" fmla="*/ 41 w 96"/>
                  <a:gd name="T37" fmla="*/ 292 h 45"/>
                  <a:gd name="T38" fmla="*/ 33 w 96"/>
                  <a:gd name="T39" fmla="*/ 311 h 45"/>
                  <a:gd name="T40" fmla="*/ 13 w 96"/>
                  <a:gd name="T41" fmla="*/ 421 h 4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6" h="45">
                    <a:moveTo>
                      <a:pt x="1" y="43"/>
                    </a:moveTo>
                    <a:cubicBezTo>
                      <a:pt x="1" y="44"/>
                      <a:pt x="2" y="44"/>
                      <a:pt x="3" y="44"/>
                    </a:cubicBezTo>
                    <a:cubicBezTo>
                      <a:pt x="7" y="45"/>
                      <a:pt x="8" y="43"/>
                      <a:pt x="11" y="35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5" y="25"/>
                      <a:pt x="29" y="13"/>
                      <a:pt x="46" y="6"/>
                    </a:cubicBezTo>
                    <a:cubicBezTo>
                      <a:pt x="63" y="0"/>
                      <a:pt x="78" y="6"/>
                      <a:pt x="82" y="9"/>
                    </a:cubicBezTo>
                    <a:cubicBezTo>
                      <a:pt x="88" y="14"/>
                      <a:pt x="92" y="14"/>
                      <a:pt x="95" y="12"/>
                    </a:cubicBezTo>
                    <a:cubicBezTo>
                      <a:pt x="96" y="11"/>
                      <a:pt x="96" y="9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5" y="6"/>
                      <a:pt x="92" y="4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89" y="3"/>
                      <a:pt x="89" y="5"/>
                      <a:pt x="88" y="6"/>
                    </a:cubicBezTo>
                    <a:cubicBezTo>
                      <a:pt x="87" y="7"/>
                      <a:pt x="84" y="6"/>
                      <a:pt x="83" y="5"/>
                    </a:cubicBezTo>
                    <a:cubicBezTo>
                      <a:pt x="79" y="4"/>
                      <a:pt x="75" y="2"/>
                      <a:pt x="71" y="2"/>
                    </a:cubicBezTo>
                    <a:cubicBezTo>
                      <a:pt x="62" y="1"/>
                      <a:pt x="53" y="3"/>
                      <a:pt x="45" y="6"/>
                    </a:cubicBezTo>
                    <a:cubicBezTo>
                      <a:pt x="35" y="8"/>
                      <a:pt x="26" y="15"/>
                      <a:pt x="18" y="22"/>
                    </a:cubicBezTo>
                    <a:cubicBezTo>
                      <a:pt x="17" y="23"/>
                      <a:pt x="15" y="24"/>
                      <a:pt x="14" y="26"/>
                    </a:cubicBezTo>
                    <a:cubicBezTo>
                      <a:pt x="12" y="27"/>
                      <a:pt x="10" y="30"/>
                      <a:pt x="8" y="31"/>
                    </a:cubicBezTo>
                    <a:cubicBezTo>
                      <a:pt x="7" y="32"/>
                      <a:pt x="5" y="31"/>
                      <a:pt x="4" y="30"/>
                    </a:cubicBezTo>
                    <a:cubicBezTo>
                      <a:pt x="4" y="31"/>
                      <a:pt x="3" y="32"/>
                      <a:pt x="3" y="32"/>
                    </a:cubicBezTo>
                    <a:cubicBezTo>
                      <a:pt x="1" y="35"/>
                      <a:pt x="0" y="40"/>
                      <a:pt x="1" y="43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" name="Freeform 1621">
                <a:extLst>
                  <a:ext uri="{FF2B5EF4-FFF2-40B4-BE49-F238E27FC236}">
                    <a16:creationId xmlns:a16="http://schemas.microsoft.com/office/drawing/2014/main" id="{89CA8013-418A-4048-9B83-87F5FD6BE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3171"/>
                <a:ext cx="231" cy="111"/>
              </a:xfrm>
              <a:custGeom>
                <a:avLst/>
                <a:gdLst>
                  <a:gd name="T0" fmla="*/ 55 w 146"/>
                  <a:gd name="T1" fmla="*/ 701 h 70"/>
                  <a:gd name="T2" fmla="*/ 150 w 146"/>
                  <a:gd name="T3" fmla="*/ 634 h 70"/>
                  <a:gd name="T4" fmla="*/ 508 w 146"/>
                  <a:gd name="T5" fmla="*/ 312 h 70"/>
                  <a:gd name="T6" fmla="*/ 1291 w 146"/>
                  <a:gd name="T7" fmla="*/ 151 h 70"/>
                  <a:gd name="T8" fmla="*/ 1435 w 146"/>
                  <a:gd name="T9" fmla="*/ 121 h 70"/>
                  <a:gd name="T10" fmla="*/ 1448 w 146"/>
                  <a:gd name="T11" fmla="*/ 63 h 70"/>
                  <a:gd name="T12" fmla="*/ 1448 w 146"/>
                  <a:gd name="T13" fmla="*/ 63 h 70"/>
                  <a:gd name="T14" fmla="*/ 1418 w 146"/>
                  <a:gd name="T15" fmla="*/ 13 h 70"/>
                  <a:gd name="T16" fmla="*/ 1389 w 146"/>
                  <a:gd name="T17" fmla="*/ 13 h 70"/>
                  <a:gd name="T18" fmla="*/ 1399 w 146"/>
                  <a:gd name="T19" fmla="*/ 68 h 70"/>
                  <a:gd name="T20" fmla="*/ 1299 w 146"/>
                  <a:gd name="T21" fmla="*/ 121 h 70"/>
                  <a:gd name="T22" fmla="*/ 1177 w 146"/>
                  <a:gd name="T23" fmla="*/ 121 h 70"/>
                  <a:gd name="T24" fmla="*/ 1089 w 146"/>
                  <a:gd name="T25" fmla="*/ 141 h 70"/>
                  <a:gd name="T26" fmla="*/ 783 w 146"/>
                  <a:gd name="T27" fmla="*/ 192 h 70"/>
                  <a:gd name="T28" fmla="*/ 559 w 146"/>
                  <a:gd name="T29" fmla="*/ 271 h 70"/>
                  <a:gd name="T30" fmla="*/ 326 w 146"/>
                  <a:gd name="T31" fmla="*/ 409 h 70"/>
                  <a:gd name="T32" fmla="*/ 203 w 146"/>
                  <a:gd name="T33" fmla="*/ 519 h 70"/>
                  <a:gd name="T34" fmla="*/ 100 w 146"/>
                  <a:gd name="T35" fmla="*/ 639 h 70"/>
                  <a:gd name="T36" fmla="*/ 35 w 146"/>
                  <a:gd name="T37" fmla="*/ 593 h 70"/>
                  <a:gd name="T38" fmla="*/ 33 w 146"/>
                  <a:gd name="T39" fmla="*/ 601 h 70"/>
                  <a:gd name="T40" fmla="*/ 13 w 146"/>
                  <a:gd name="T41" fmla="*/ 669 h 70"/>
                  <a:gd name="T42" fmla="*/ 55 w 146"/>
                  <a:gd name="T43" fmla="*/ 701 h 7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6" h="70">
                    <a:moveTo>
                      <a:pt x="6" y="70"/>
                    </a:moveTo>
                    <a:cubicBezTo>
                      <a:pt x="9" y="70"/>
                      <a:pt x="12" y="68"/>
                      <a:pt x="15" y="63"/>
                    </a:cubicBezTo>
                    <a:cubicBezTo>
                      <a:pt x="21" y="53"/>
                      <a:pt x="28" y="43"/>
                      <a:pt x="51" y="31"/>
                    </a:cubicBezTo>
                    <a:cubicBezTo>
                      <a:pt x="74" y="19"/>
                      <a:pt x="118" y="14"/>
                      <a:pt x="130" y="15"/>
                    </a:cubicBezTo>
                    <a:cubicBezTo>
                      <a:pt x="137" y="16"/>
                      <a:pt x="142" y="15"/>
                      <a:pt x="145" y="12"/>
                    </a:cubicBezTo>
                    <a:cubicBezTo>
                      <a:pt x="146" y="11"/>
                      <a:pt x="146" y="9"/>
                      <a:pt x="146" y="6"/>
                    </a:cubicBezTo>
                    <a:cubicBezTo>
                      <a:pt x="146" y="6"/>
                      <a:pt x="146" y="6"/>
                      <a:pt x="146" y="6"/>
                    </a:cubicBezTo>
                    <a:cubicBezTo>
                      <a:pt x="145" y="3"/>
                      <a:pt x="144" y="2"/>
                      <a:pt x="143" y="1"/>
                    </a:cubicBezTo>
                    <a:cubicBezTo>
                      <a:pt x="142" y="0"/>
                      <a:pt x="141" y="0"/>
                      <a:pt x="140" y="1"/>
                    </a:cubicBezTo>
                    <a:cubicBezTo>
                      <a:pt x="141" y="2"/>
                      <a:pt x="142" y="5"/>
                      <a:pt x="141" y="7"/>
                    </a:cubicBezTo>
                    <a:cubicBezTo>
                      <a:pt x="141" y="11"/>
                      <a:pt x="136" y="11"/>
                      <a:pt x="131" y="12"/>
                    </a:cubicBezTo>
                    <a:cubicBezTo>
                      <a:pt x="127" y="12"/>
                      <a:pt x="123" y="12"/>
                      <a:pt x="119" y="12"/>
                    </a:cubicBezTo>
                    <a:cubicBezTo>
                      <a:pt x="116" y="13"/>
                      <a:pt x="113" y="14"/>
                      <a:pt x="110" y="14"/>
                    </a:cubicBezTo>
                    <a:cubicBezTo>
                      <a:pt x="101" y="15"/>
                      <a:pt x="89" y="17"/>
                      <a:pt x="79" y="19"/>
                    </a:cubicBezTo>
                    <a:cubicBezTo>
                      <a:pt x="71" y="21"/>
                      <a:pt x="63" y="24"/>
                      <a:pt x="56" y="27"/>
                    </a:cubicBezTo>
                    <a:cubicBezTo>
                      <a:pt x="47" y="31"/>
                      <a:pt x="40" y="35"/>
                      <a:pt x="33" y="41"/>
                    </a:cubicBezTo>
                    <a:cubicBezTo>
                      <a:pt x="28" y="45"/>
                      <a:pt x="24" y="49"/>
                      <a:pt x="20" y="52"/>
                    </a:cubicBezTo>
                    <a:cubicBezTo>
                      <a:pt x="16" y="56"/>
                      <a:pt x="15" y="62"/>
                      <a:pt x="10" y="64"/>
                    </a:cubicBezTo>
                    <a:cubicBezTo>
                      <a:pt x="7" y="64"/>
                      <a:pt x="3" y="62"/>
                      <a:pt x="4" y="59"/>
                    </a:cubicBezTo>
                    <a:cubicBezTo>
                      <a:pt x="4" y="59"/>
                      <a:pt x="3" y="59"/>
                      <a:pt x="3" y="60"/>
                    </a:cubicBezTo>
                    <a:cubicBezTo>
                      <a:pt x="1" y="62"/>
                      <a:pt x="0" y="64"/>
                      <a:pt x="1" y="67"/>
                    </a:cubicBezTo>
                    <a:cubicBezTo>
                      <a:pt x="2" y="69"/>
                      <a:pt x="4" y="70"/>
                      <a:pt x="6" y="70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" name="Freeform 1622">
                <a:extLst>
                  <a:ext uri="{FF2B5EF4-FFF2-40B4-BE49-F238E27FC236}">
                    <a16:creationId xmlns:a16="http://schemas.microsoft.com/office/drawing/2014/main" id="{843723BD-F48F-43B5-9937-B20EC0F31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3169"/>
                <a:ext cx="16" cy="11"/>
              </a:xfrm>
              <a:custGeom>
                <a:avLst/>
                <a:gdLst>
                  <a:gd name="T0" fmla="*/ 90 w 10"/>
                  <a:gd name="T1" fmla="*/ 31 h 7"/>
                  <a:gd name="T2" fmla="*/ 107 w 10"/>
                  <a:gd name="T3" fmla="*/ 20 h 7"/>
                  <a:gd name="T4" fmla="*/ 90 w 10"/>
                  <a:gd name="T5" fmla="*/ 13 h 7"/>
                  <a:gd name="T6" fmla="*/ 42 w 10"/>
                  <a:gd name="T7" fmla="*/ 20 h 7"/>
                  <a:gd name="T8" fmla="*/ 34 w 10"/>
                  <a:gd name="T9" fmla="*/ 20 h 7"/>
                  <a:gd name="T10" fmla="*/ 42 w 10"/>
                  <a:gd name="T11" fmla="*/ 31 h 7"/>
                  <a:gd name="T12" fmla="*/ 21 w 10"/>
                  <a:gd name="T13" fmla="*/ 55 h 7"/>
                  <a:gd name="T14" fmla="*/ 0 w 10"/>
                  <a:gd name="T15" fmla="*/ 66 h 7"/>
                  <a:gd name="T16" fmla="*/ 0 w 10"/>
                  <a:gd name="T17" fmla="*/ 66 h 7"/>
                  <a:gd name="T18" fmla="*/ 90 w 10"/>
                  <a:gd name="T19" fmla="*/ 31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7">
                    <a:moveTo>
                      <a:pt x="9" y="3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8" y="0"/>
                      <a:pt x="6" y="1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6"/>
                      <a:pt x="9" y="4"/>
                      <a:pt x="9" y="3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" name="Freeform 1623">
                <a:extLst>
                  <a:ext uri="{FF2B5EF4-FFF2-40B4-BE49-F238E27FC236}">
                    <a16:creationId xmlns:a16="http://schemas.microsoft.com/office/drawing/2014/main" id="{5B175759-6575-4001-8193-DA1E9342F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3180"/>
                <a:ext cx="19" cy="7"/>
              </a:xfrm>
              <a:custGeom>
                <a:avLst/>
                <a:gdLst>
                  <a:gd name="T0" fmla="*/ 120 w 12"/>
                  <a:gd name="T1" fmla="*/ 21 h 4"/>
                  <a:gd name="T2" fmla="*/ 108 w 12"/>
                  <a:gd name="T3" fmla="*/ 0 h 4"/>
                  <a:gd name="T4" fmla="*/ 100 w 12"/>
                  <a:gd name="T5" fmla="*/ 21 h 4"/>
                  <a:gd name="T6" fmla="*/ 0 w 12"/>
                  <a:gd name="T7" fmla="*/ 65 h 4"/>
                  <a:gd name="T8" fmla="*/ 120 w 12"/>
                  <a:gd name="T9" fmla="*/ 21 h 4"/>
                  <a:gd name="T10" fmla="*/ 120 w 12"/>
                  <a:gd name="T11" fmla="*/ 2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1"/>
                    </a:move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0" y="1"/>
                      <a:pt x="10" y="1"/>
                    </a:cubicBezTo>
                    <a:cubicBezTo>
                      <a:pt x="4" y="2"/>
                      <a:pt x="1" y="3"/>
                      <a:pt x="0" y="4"/>
                    </a:cubicBezTo>
                    <a:cubicBezTo>
                      <a:pt x="1" y="4"/>
                      <a:pt x="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" name="Freeform 1624">
                <a:extLst>
                  <a:ext uri="{FF2B5EF4-FFF2-40B4-BE49-F238E27FC236}">
                    <a16:creationId xmlns:a16="http://schemas.microsoft.com/office/drawing/2014/main" id="{26D7F35C-9252-4AEA-82CA-E8DBED137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3188"/>
                <a:ext cx="19" cy="11"/>
              </a:xfrm>
              <a:custGeom>
                <a:avLst/>
                <a:gdLst>
                  <a:gd name="T0" fmla="*/ 13 w 12"/>
                  <a:gd name="T1" fmla="*/ 55 h 7"/>
                  <a:gd name="T2" fmla="*/ 0 w 12"/>
                  <a:gd name="T3" fmla="*/ 66 h 7"/>
                  <a:gd name="T4" fmla="*/ 40 w 12"/>
                  <a:gd name="T5" fmla="*/ 55 h 7"/>
                  <a:gd name="T6" fmla="*/ 120 w 12"/>
                  <a:gd name="T7" fmla="*/ 20 h 7"/>
                  <a:gd name="T8" fmla="*/ 120 w 12"/>
                  <a:gd name="T9" fmla="*/ 13 h 7"/>
                  <a:gd name="T10" fmla="*/ 68 w 12"/>
                  <a:gd name="T11" fmla="*/ 20 h 7"/>
                  <a:gd name="T12" fmla="*/ 52 w 12"/>
                  <a:gd name="T13" fmla="*/ 31 h 7"/>
                  <a:gd name="T14" fmla="*/ 40 w 12"/>
                  <a:gd name="T15" fmla="*/ 31 h 7"/>
                  <a:gd name="T16" fmla="*/ 0 w 12"/>
                  <a:gd name="T17" fmla="*/ 49 h 7"/>
                  <a:gd name="T18" fmla="*/ 13 w 12"/>
                  <a:gd name="T19" fmla="*/ 55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7">
                    <a:moveTo>
                      <a:pt x="1" y="6"/>
                    </a:moveTo>
                    <a:cubicBezTo>
                      <a:pt x="1" y="6"/>
                      <a:pt x="1" y="7"/>
                      <a:pt x="0" y="7"/>
                    </a:cubicBezTo>
                    <a:cubicBezTo>
                      <a:pt x="1" y="7"/>
                      <a:pt x="3" y="6"/>
                      <a:pt x="4" y="6"/>
                    </a:cubicBezTo>
                    <a:cubicBezTo>
                      <a:pt x="7" y="4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8" y="1"/>
                      <a:pt x="7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2" y="4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" name="Freeform 1625">
                <a:extLst>
                  <a:ext uri="{FF2B5EF4-FFF2-40B4-BE49-F238E27FC236}">
                    <a16:creationId xmlns:a16="http://schemas.microsoft.com/office/drawing/2014/main" id="{5B6ECF91-7691-4868-9E2F-A75D1A326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225"/>
                <a:ext cx="8" cy="6"/>
              </a:xfrm>
              <a:custGeom>
                <a:avLst/>
                <a:gdLst>
                  <a:gd name="T0" fmla="*/ 0 w 5"/>
                  <a:gd name="T1" fmla="*/ 32 h 4"/>
                  <a:gd name="T2" fmla="*/ 54 w 5"/>
                  <a:gd name="T3" fmla="*/ 12 h 4"/>
                  <a:gd name="T4" fmla="*/ 54 w 5"/>
                  <a:gd name="T5" fmla="*/ 12 h 4"/>
                  <a:gd name="T6" fmla="*/ 34 w 5"/>
                  <a:gd name="T7" fmla="*/ 0 h 4"/>
                  <a:gd name="T8" fmla="*/ 34 w 5"/>
                  <a:gd name="T9" fmla="*/ 0 h 4"/>
                  <a:gd name="T10" fmla="*/ 0 w 5"/>
                  <a:gd name="T11" fmla="*/ 32 h 4"/>
                  <a:gd name="T12" fmla="*/ 0 w 5"/>
                  <a:gd name="T13" fmla="*/ 3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4"/>
                      <a:pt x="3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" name="Freeform 1626">
                <a:extLst>
                  <a:ext uri="{FF2B5EF4-FFF2-40B4-BE49-F238E27FC236}">
                    <a16:creationId xmlns:a16="http://schemas.microsoft.com/office/drawing/2014/main" id="{F4410324-AF2B-4AF5-B236-0438B747D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157"/>
                <a:ext cx="51" cy="19"/>
              </a:xfrm>
              <a:custGeom>
                <a:avLst/>
                <a:gdLst>
                  <a:gd name="T0" fmla="*/ 214 w 32"/>
                  <a:gd name="T1" fmla="*/ 82 h 12"/>
                  <a:gd name="T2" fmla="*/ 214 w 32"/>
                  <a:gd name="T3" fmla="*/ 82 h 12"/>
                  <a:gd name="T4" fmla="*/ 316 w 32"/>
                  <a:gd name="T5" fmla="*/ 63 h 12"/>
                  <a:gd name="T6" fmla="*/ 316 w 32"/>
                  <a:gd name="T7" fmla="*/ 21 h 12"/>
                  <a:gd name="T8" fmla="*/ 295 w 32"/>
                  <a:gd name="T9" fmla="*/ 0 h 12"/>
                  <a:gd name="T10" fmla="*/ 260 w 32"/>
                  <a:gd name="T11" fmla="*/ 21 h 12"/>
                  <a:gd name="T12" fmla="*/ 247 w 32"/>
                  <a:gd name="T13" fmla="*/ 52 h 12"/>
                  <a:gd name="T14" fmla="*/ 196 w 32"/>
                  <a:gd name="T15" fmla="*/ 68 h 12"/>
                  <a:gd name="T16" fmla="*/ 104 w 32"/>
                  <a:gd name="T17" fmla="*/ 87 h 12"/>
                  <a:gd name="T18" fmla="*/ 0 w 32"/>
                  <a:gd name="T19" fmla="*/ 120 h 12"/>
                  <a:gd name="T20" fmla="*/ 214 w 32"/>
                  <a:gd name="T21" fmla="*/ 82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2">
                    <a:moveTo>
                      <a:pt x="21" y="8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5" y="9"/>
                      <a:pt x="29" y="8"/>
                      <a:pt x="31" y="6"/>
                    </a:cubicBezTo>
                    <a:cubicBezTo>
                      <a:pt x="32" y="5"/>
                      <a:pt x="32" y="4"/>
                      <a:pt x="31" y="2"/>
                    </a:cubicBezTo>
                    <a:cubicBezTo>
                      <a:pt x="30" y="1"/>
                      <a:pt x="30" y="0"/>
                      <a:pt x="29" y="0"/>
                    </a:cubicBezTo>
                    <a:cubicBezTo>
                      <a:pt x="28" y="0"/>
                      <a:pt x="26" y="1"/>
                      <a:pt x="25" y="2"/>
                    </a:cubicBezTo>
                    <a:cubicBezTo>
                      <a:pt x="25" y="3"/>
                      <a:pt x="25" y="4"/>
                      <a:pt x="24" y="5"/>
                    </a:cubicBezTo>
                    <a:cubicBezTo>
                      <a:pt x="23" y="6"/>
                      <a:pt x="21" y="6"/>
                      <a:pt x="19" y="7"/>
                    </a:cubicBezTo>
                    <a:cubicBezTo>
                      <a:pt x="16" y="7"/>
                      <a:pt x="13" y="8"/>
                      <a:pt x="10" y="9"/>
                    </a:cubicBezTo>
                    <a:cubicBezTo>
                      <a:pt x="7" y="10"/>
                      <a:pt x="3" y="11"/>
                      <a:pt x="0" y="12"/>
                    </a:cubicBezTo>
                    <a:cubicBezTo>
                      <a:pt x="7" y="10"/>
                      <a:pt x="14" y="9"/>
                      <a:pt x="21" y="8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" name="Freeform 1627">
                <a:extLst>
                  <a:ext uri="{FF2B5EF4-FFF2-40B4-BE49-F238E27FC236}">
                    <a16:creationId xmlns:a16="http://schemas.microsoft.com/office/drawing/2014/main" id="{244A1FB0-2559-4306-81C2-10F14598C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3193"/>
                <a:ext cx="36" cy="24"/>
              </a:xfrm>
              <a:custGeom>
                <a:avLst/>
                <a:gdLst>
                  <a:gd name="T0" fmla="*/ 0 w 23"/>
                  <a:gd name="T1" fmla="*/ 138 h 15"/>
                  <a:gd name="T2" fmla="*/ 20 w 23"/>
                  <a:gd name="T3" fmla="*/ 157 h 15"/>
                  <a:gd name="T4" fmla="*/ 83 w 23"/>
                  <a:gd name="T5" fmla="*/ 123 h 15"/>
                  <a:gd name="T6" fmla="*/ 95 w 23"/>
                  <a:gd name="T7" fmla="*/ 107 h 15"/>
                  <a:gd name="T8" fmla="*/ 216 w 23"/>
                  <a:gd name="T9" fmla="*/ 0 h 15"/>
                  <a:gd name="T10" fmla="*/ 216 w 23"/>
                  <a:gd name="T11" fmla="*/ 0 h 15"/>
                  <a:gd name="T12" fmla="*/ 103 w 23"/>
                  <a:gd name="T13" fmla="*/ 67 h 15"/>
                  <a:gd name="T14" fmla="*/ 53 w 23"/>
                  <a:gd name="T15" fmla="*/ 86 h 15"/>
                  <a:gd name="T16" fmla="*/ 49 w 23"/>
                  <a:gd name="T17" fmla="*/ 74 h 15"/>
                  <a:gd name="T18" fmla="*/ 0 w 23"/>
                  <a:gd name="T19" fmla="*/ 123 h 15"/>
                  <a:gd name="T20" fmla="*/ 0 w 23"/>
                  <a:gd name="T21" fmla="*/ 138 h 15"/>
                  <a:gd name="T22" fmla="*/ 0 w 23"/>
                  <a:gd name="T23" fmla="*/ 138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0" y="13"/>
                    </a:moveTo>
                    <a:cubicBezTo>
                      <a:pt x="0" y="14"/>
                      <a:pt x="1" y="14"/>
                      <a:pt x="2" y="15"/>
                    </a:cubicBezTo>
                    <a:cubicBezTo>
                      <a:pt x="4" y="15"/>
                      <a:pt x="7" y="13"/>
                      <a:pt x="9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4" y="7"/>
                      <a:pt x="18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0" y="3"/>
                      <a:pt x="15" y="3"/>
                      <a:pt x="11" y="6"/>
                    </a:cubicBezTo>
                    <a:cubicBezTo>
                      <a:pt x="10" y="7"/>
                      <a:pt x="8" y="9"/>
                      <a:pt x="6" y="8"/>
                    </a:cubicBezTo>
                    <a:cubicBezTo>
                      <a:pt x="6" y="8"/>
                      <a:pt x="5" y="8"/>
                      <a:pt x="5" y="7"/>
                    </a:cubicBezTo>
                    <a:cubicBezTo>
                      <a:pt x="2" y="9"/>
                      <a:pt x="0" y="10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" name="Freeform 1628">
                <a:extLst>
                  <a:ext uri="{FF2B5EF4-FFF2-40B4-BE49-F238E27FC236}">
                    <a16:creationId xmlns:a16="http://schemas.microsoft.com/office/drawing/2014/main" id="{1B5E1033-27E7-4761-A529-DA9232B41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3152"/>
                <a:ext cx="17" cy="14"/>
              </a:xfrm>
              <a:custGeom>
                <a:avLst/>
                <a:gdLst>
                  <a:gd name="T0" fmla="*/ 0 w 11"/>
                  <a:gd name="T1" fmla="*/ 62 h 9"/>
                  <a:gd name="T2" fmla="*/ 0 w 11"/>
                  <a:gd name="T3" fmla="*/ 62 h 9"/>
                  <a:gd name="T4" fmla="*/ 53 w 11"/>
                  <a:gd name="T5" fmla="*/ 73 h 9"/>
                  <a:gd name="T6" fmla="*/ 96 w 11"/>
                  <a:gd name="T7" fmla="*/ 30 h 9"/>
                  <a:gd name="T8" fmla="*/ 87 w 11"/>
                  <a:gd name="T9" fmla="*/ 19 h 9"/>
                  <a:gd name="T10" fmla="*/ 82 w 11"/>
                  <a:gd name="T11" fmla="*/ 0 h 9"/>
                  <a:gd name="T12" fmla="*/ 53 w 11"/>
                  <a:gd name="T13" fmla="*/ 0 h 9"/>
                  <a:gd name="T14" fmla="*/ 45 w 11"/>
                  <a:gd name="T15" fmla="*/ 0 h 9"/>
                  <a:gd name="T16" fmla="*/ 53 w 11"/>
                  <a:gd name="T17" fmla="*/ 34 h 9"/>
                  <a:gd name="T18" fmla="*/ 29 w 11"/>
                  <a:gd name="T19" fmla="*/ 53 h 9"/>
                  <a:gd name="T20" fmla="*/ 0 w 11"/>
                  <a:gd name="T21" fmla="*/ 62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10" y="6"/>
                      <a:pt x="11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1"/>
                      <a:pt x="9" y="1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8" y="0"/>
                      <a:pt x="6" y="3"/>
                      <a:pt x="6" y="4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2" y="6"/>
                      <a:pt x="0" y="6"/>
                      <a:pt x="0" y="7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" name="Freeform 1629">
                <a:extLst>
                  <a:ext uri="{FF2B5EF4-FFF2-40B4-BE49-F238E27FC236}">
                    <a16:creationId xmlns:a16="http://schemas.microsoft.com/office/drawing/2014/main" id="{E9773065-E90A-48FB-826C-D49AD92C2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3171"/>
                <a:ext cx="231" cy="111"/>
              </a:xfrm>
              <a:custGeom>
                <a:avLst/>
                <a:gdLst>
                  <a:gd name="T0" fmla="*/ 508 w 146"/>
                  <a:gd name="T1" fmla="*/ 312 h 70"/>
                  <a:gd name="T2" fmla="*/ 150 w 146"/>
                  <a:gd name="T3" fmla="*/ 634 h 70"/>
                  <a:gd name="T4" fmla="*/ 55 w 146"/>
                  <a:gd name="T5" fmla="*/ 701 h 70"/>
                  <a:gd name="T6" fmla="*/ 13 w 146"/>
                  <a:gd name="T7" fmla="*/ 669 h 70"/>
                  <a:gd name="T8" fmla="*/ 33 w 146"/>
                  <a:gd name="T9" fmla="*/ 601 h 70"/>
                  <a:gd name="T10" fmla="*/ 87 w 146"/>
                  <a:gd name="T11" fmla="*/ 563 h 70"/>
                  <a:gd name="T12" fmla="*/ 206 w 146"/>
                  <a:gd name="T13" fmla="*/ 482 h 70"/>
                  <a:gd name="T14" fmla="*/ 633 w 146"/>
                  <a:gd name="T15" fmla="*/ 206 h 70"/>
                  <a:gd name="T16" fmla="*/ 1109 w 146"/>
                  <a:gd name="T17" fmla="*/ 108 h 70"/>
                  <a:gd name="T18" fmla="*/ 1342 w 146"/>
                  <a:gd name="T19" fmla="*/ 40 h 70"/>
                  <a:gd name="T20" fmla="*/ 1346 w 146"/>
                  <a:gd name="T21" fmla="*/ 21 h 70"/>
                  <a:gd name="T22" fmla="*/ 1418 w 146"/>
                  <a:gd name="T23" fmla="*/ 13 h 70"/>
                  <a:gd name="T24" fmla="*/ 1448 w 146"/>
                  <a:gd name="T25" fmla="*/ 63 h 70"/>
                  <a:gd name="T26" fmla="*/ 1448 w 146"/>
                  <a:gd name="T27" fmla="*/ 63 h 70"/>
                  <a:gd name="T28" fmla="*/ 1435 w 146"/>
                  <a:gd name="T29" fmla="*/ 121 h 70"/>
                  <a:gd name="T30" fmla="*/ 1291 w 146"/>
                  <a:gd name="T31" fmla="*/ 151 h 70"/>
                  <a:gd name="T32" fmla="*/ 508 w 146"/>
                  <a:gd name="T33" fmla="*/ 312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70">
                    <a:moveTo>
                      <a:pt x="51" y="31"/>
                    </a:moveTo>
                    <a:cubicBezTo>
                      <a:pt x="28" y="43"/>
                      <a:pt x="21" y="53"/>
                      <a:pt x="15" y="63"/>
                    </a:cubicBezTo>
                    <a:cubicBezTo>
                      <a:pt x="12" y="68"/>
                      <a:pt x="9" y="70"/>
                      <a:pt x="6" y="70"/>
                    </a:cubicBezTo>
                    <a:cubicBezTo>
                      <a:pt x="4" y="70"/>
                      <a:pt x="2" y="69"/>
                      <a:pt x="1" y="67"/>
                    </a:cubicBezTo>
                    <a:cubicBezTo>
                      <a:pt x="0" y="64"/>
                      <a:pt x="1" y="62"/>
                      <a:pt x="3" y="60"/>
                    </a:cubicBezTo>
                    <a:cubicBezTo>
                      <a:pt x="4" y="58"/>
                      <a:pt x="7" y="57"/>
                      <a:pt x="9" y="56"/>
                    </a:cubicBezTo>
                    <a:cubicBezTo>
                      <a:pt x="13" y="54"/>
                      <a:pt x="17" y="52"/>
                      <a:pt x="21" y="48"/>
                    </a:cubicBezTo>
                    <a:cubicBezTo>
                      <a:pt x="28" y="42"/>
                      <a:pt x="46" y="29"/>
                      <a:pt x="64" y="21"/>
                    </a:cubicBezTo>
                    <a:cubicBezTo>
                      <a:pt x="85" y="12"/>
                      <a:pt x="103" y="11"/>
                      <a:pt x="112" y="11"/>
                    </a:cubicBezTo>
                    <a:cubicBezTo>
                      <a:pt x="124" y="11"/>
                      <a:pt x="130" y="7"/>
                      <a:pt x="135" y="4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9" y="1"/>
                      <a:pt x="141" y="0"/>
                      <a:pt x="143" y="1"/>
                    </a:cubicBezTo>
                    <a:cubicBezTo>
                      <a:pt x="144" y="2"/>
                      <a:pt x="145" y="3"/>
                      <a:pt x="146" y="6"/>
                    </a:cubicBezTo>
                    <a:cubicBezTo>
                      <a:pt x="146" y="6"/>
                      <a:pt x="146" y="6"/>
                      <a:pt x="146" y="6"/>
                    </a:cubicBezTo>
                    <a:cubicBezTo>
                      <a:pt x="146" y="9"/>
                      <a:pt x="146" y="11"/>
                      <a:pt x="145" y="12"/>
                    </a:cubicBezTo>
                    <a:cubicBezTo>
                      <a:pt x="142" y="15"/>
                      <a:pt x="137" y="16"/>
                      <a:pt x="130" y="15"/>
                    </a:cubicBezTo>
                    <a:cubicBezTo>
                      <a:pt x="118" y="14"/>
                      <a:pt x="74" y="19"/>
                      <a:pt x="51" y="3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" name="Freeform 1630">
                <a:extLst>
                  <a:ext uri="{FF2B5EF4-FFF2-40B4-BE49-F238E27FC236}">
                    <a16:creationId xmlns:a16="http://schemas.microsoft.com/office/drawing/2014/main" id="{1D196CD1-0DE8-4535-BAC2-1A947C38E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207"/>
                <a:ext cx="153" cy="71"/>
              </a:xfrm>
              <a:custGeom>
                <a:avLst/>
                <a:gdLst>
                  <a:gd name="T0" fmla="*/ 846 w 96"/>
                  <a:gd name="T1" fmla="*/ 87 h 45"/>
                  <a:gd name="T2" fmla="*/ 470 w 96"/>
                  <a:gd name="T3" fmla="*/ 55 h 45"/>
                  <a:gd name="T4" fmla="*/ 116 w 96"/>
                  <a:gd name="T5" fmla="*/ 333 h 45"/>
                  <a:gd name="T6" fmla="*/ 116 w 96"/>
                  <a:gd name="T7" fmla="*/ 341 h 45"/>
                  <a:gd name="T8" fmla="*/ 33 w 96"/>
                  <a:gd name="T9" fmla="*/ 428 h 45"/>
                  <a:gd name="T10" fmla="*/ 13 w 96"/>
                  <a:gd name="T11" fmla="*/ 421 h 45"/>
                  <a:gd name="T12" fmla="*/ 33 w 96"/>
                  <a:gd name="T13" fmla="*/ 311 h 45"/>
                  <a:gd name="T14" fmla="*/ 445 w 96"/>
                  <a:gd name="T15" fmla="*/ 52 h 45"/>
                  <a:gd name="T16" fmla="*/ 783 w 96"/>
                  <a:gd name="T17" fmla="*/ 13 h 45"/>
                  <a:gd name="T18" fmla="*/ 826 w 96"/>
                  <a:gd name="T19" fmla="*/ 13 h 45"/>
                  <a:gd name="T20" fmla="*/ 988 w 96"/>
                  <a:gd name="T21" fmla="*/ 82 h 45"/>
                  <a:gd name="T22" fmla="*/ 988 w 96"/>
                  <a:gd name="T23" fmla="*/ 82 h 45"/>
                  <a:gd name="T24" fmla="*/ 975 w 96"/>
                  <a:gd name="T25" fmla="*/ 117 h 45"/>
                  <a:gd name="T26" fmla="*/ 846 w 96"/>
                  <a:gd name="T27" fmla="*/ 87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45">
                    <a:moveTo>
                      <a:pt x="82" y="9"/>
                    </a:moveTo>
                    <a:cubicBezTo>
                      <a:pt x="78" y="6"/>
                      <a:pt x="63" y="0"/>
                      <a:pt x="46" y="6"/>
                    </a:cubicBezTo>
                    <a:cubicBezTo>
                      <a:pt x="29" y="13"/>
                      <a:pt x="15" y="25"/>
                      <a:pt x="11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8" y="43"/>
                      <a:pt x="7" y="45"/>
                      <a:pt x="3" y="44"/>
                    </a:cubicBezTo>
                    <a:cubicBezTo>
                      <a:pt x="2" y="44"/>
                      <a:pt x="1" y="44"/>
                      <a:pt x="1" y="43"/>
                    </a:cubicBezTo>
                    <a:cubicBezTo>
                      <a:pt x="0" y="40"/>
                      <a:pt x="1" y="35"/>
                      <a:pt x="3" y="32"/>
                    </a:cubicBezTo>
                    <a:cubicBezTo>
                      <a:pt x="8" y="24"/>
                      <a:pt x="25" y="12"/>
                      <a:pt x="43" y="5"/>
                    </a:cubicBezTo>
                    <a:cubicBezTo>
                      <a:pt x="58" y="0"/>
                      <a:pt x="68" y="0"/>
                      <a:pt x="76" y="1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89" y="1"/>
                      <a:pt x="94" y="5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6" y="9"/>
                      <a:pt x="96" y="11"/>
                      <a:pt x="95" y="12"/>
                    </a:cubicBezTo>
                    <a:cubicBezTo>
                      <a:pt x="92" y="14"/>
                      <a:pt x="88" y="14"/>
                      <a:pt x="82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" name="Freeform 1631">
                <a:extLst>
                  <a:ext uri="{FF2B5EF4-FFF2-40B4-BE49-F238E27FC236}">
                    <a16:creationId xmlns:a16="http://schemas.microsoft.com/office/drawing/2014/main" id="{387EBA7A-86BA-42CB-910B-1E967B612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3222"/>
                <a:ext cx="101" cy="58"/>
              </a:xfrm>
              <a:custGeom>
                <a:avLst/>
                <a:gdLst>
                  <a:gd name="T0" fmla="*/ 82 w 64"/>
                  <a:gd name="T1" fmla="*/ 230 h 37"/>
                  <a:gd name="T2" fmla="*/ 68 w 64"/>
                  <a:gd name="T3" fmla="*/ 299 h 37"/>
                  <a:gd name="T4" fmla="*/ 55 w 64"/>
                  <a:gd name="T5" fmla="*/ 351 h 37"/>
                  <a:gd name="T6" fmla="*/ 35 w 64"/>
                  <a:gd name="T7" fmla="*/ 351 h 37"/>
                  <a:gd name="T8" fmla="*/ 13 w 64"/>
                  <a:gd name="T9" fmla="*/ 339 h 37"/>
                  <a:gd name="T10" fmla="*/ 52 w 64"/>
                  <a:gd name="T11" fmla="*/ 230 h 37"/>
                  <a:gd name="T12" fmla="*/ 52 w 64"/>
                  <a:gd name="T13" fmla="*/ 216 h 37"/>
                  <a:gd name="T14" fmla="*/ 216 w 64"/>
                  <a:gd name="T15" fmla="*/ 77 h 37"/>
                  <a:gd name="T16" fmla="*/ 496 w 64"/>
                  <a:gd name="T17" fmla="*/ 13 h 37"/>
                  <a:gd name="T18" fmla="*/ 522 w 64"/>
                  <a:gd name="T19" fmla="*/ 13 h 37"/>
                  <a:gd name="T20" fmla="*/ 612 w 64"/>
                  <a:gd name="T21" fmla="*/ 66 h 37"/>
                  <a:gd name="T22" fmla="*/ 612 w 64"/>
                  <a:gd name="T23" fmla="*/ 83 h 37"/>
                  <a:gd name="T24" fmla="*/ 612 w 64"/>
                  <a:gd name="T25" fmla="*/ 83 h 37"/>
                  <a:gd name="T26" fmla="*/ 526 w 64"/>
                  <a:gd name="T27" fmla="*/ 77 h 37"/>
                  <a:gd name="T28" fmla="*/ 322 w 64"/>
                  <a:gd name="T29" fmla="*/ 34 h 37"/>
                  <a:gd name="T30" fmla="*/ 322 w 64"/>
                  <a:gd name="T31" fmla="*/ 34 h 37"/>
                  <a:gd name="T32" fmla="*/ 82 w 64"/>
                  <a:gd name="T33" fmla="*/ 23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37">
                    <a:moveTo>
                      <a:pt x="8" y="24"/>
                    </a:moveTo>
                    <a:cubicBezTo>
                      <a:pt x="7" y="27"/>
                      <a:pt x="7" y="30"/>
                      <a:pt x="7" y="32"/>
                    </a:cubicBezTo>
                    <a:cubicBezTo>
                      <a:pt x="7" y="34"/>
                      <a:pt x="7" y="36"/>
                      <a:pt x="6" y="37"/>
                    </a:cubicBezTo>
                    <a:cubicBezTo>
                      <a:pt x="6" y="37"/>
                      <a:pt x="5" y="37"/>
                      <a:pt x="4" y="37"/>
                    </a:cubicBezTo>
                    <a:cubicBezTo>
                      <a:pt x="2" y="37"/>
                      <a:pt x="1" y="36"/>
                      <a:pt x="1" y="36"/>
                    </a:cubicBezTo>
                    <a:cubicBezTo>
                      <a:pt x="0" y="34"/>
                      <a:pt x="1" y="30"/>
                      <a:pt x="5" y="24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7" y="20"/>
                      <a:pt x="9" y="15"/>
                      <a:pt x="22" y="8"/>
                    </a:cubicBezTo>
                    <a:cubicBezTo>
                      <a:pt x="35" y="0"/>
                      <a:pt x="44" y="1"/>
                      <a:pt x="51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8" y="2"/>
                      <a:pt x="62" y="5"/>
                      <a:pt x="63" y="7"/>
                    </a:cubicBezTo>
                    <a:cubicBezTo>
                      <a:pt x="64" y="8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1" y="12"/>
                      <a:pt x="59" y="11"/>
                      <a:pt x="54" y="8"/>
                    </a:cubicBezTo>
                    <a:cubicBezTo>
                      <a:pt x="49" y="6"/>
                      <a:pt x="42" y="2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25" y="7"/>
                      <a:pt x="10" y="18"/>
                      <a:pt x="8" y="24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" name="Freeform 1632">
                <a:extLst>
                  <a:ext uri="{FF2B5EF4-FFF2-40B4-BE49-F238E27FC236}">
                    <a16:creationId xmlns:a16="http://schemas.microsoft.com/office/drawing/2014/main" id="{F16A637C-210E-4661-B96C-0AEC01D59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3169"/>
                <a:ext cx="76" cy="18"/>
              </a:xfrm>
              <a:custGeom>
                <a:avLst/>
                <a:gdLst>
                  <a:gd name="T0" fmla="*/ 100 w 48"/>
                  <a:gd name="T1" fmla="*/ 92 h 11"/>
                  <a:gd name="T2" fmla="*/ 238 w 48"/>
                  <a:gd name="T3" fmla="*/ 70 h 11"/>
                  <a:gd name="T4" fmla="*/ 369 w 48"/>
                  <a:gd name="T5" fmla="*/ 34 h 11"/>
                  <a:gd name="T6" fmla="*/ 421 w 48"/>
                  <a:gd name="T7" fmla="*/ 21 h 11"/>
                  <a:gd name="T8" fmla="*/ 464 w 48"/>
                  <a:gd name="T9" fmla="*/ 13 h 11"/>
                  <a:gd name="T10" fmla="*/ 477 w 48"/>
                  <a:gd name="T11" fmla="*/ 21 h 11"/>
                  <a:gd name="T12" fmla="*/ 464 w 48"/>
                  <a:gd name="T13" fmla="*/ 34 h 11"/>
                  <a:gd name="T14" fmla="*/ 377 w 48"/>
                  <a:gd name="T15" fmla="*/ 77 h 11"/>
                  <a:gd name="T16" fmla="*/ 291 w 48"/>
                  <a:gd name="T17" fmla="*/ 77 h 11"/>
                  <a:gd name="T18" fmla="*/ 120 w 48"/>
                  <a:gd name="T19" fmla="*/ 92 h 11"/>
                  <a:gd name="T20" fmla="*/ 0 w 48"/>
                  <a:gd name="T21" fmla="*/ 126 h 11"/>
                  <a:gd name="T22" fmla="*/ 100 w 48"/>
                  <a:gd name="T23" fmla="*/ 92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11">
                    <a:moveTo>
                      <a:pt x="10" y="8"/>
                    </a:moveTo>
                    <a:cubicBezTo>
                      <a:pt x="15" y="6"/>
                      <a:pt x="20" y="6"/>
                      <a:pt x="24" y="6"/>
                    </a:cubicBezTo>
                    <a:cubicBezTo>
                      <a:pt x="28" y="5"/>
                      <a:pt x="32" y="5"/>
                      <a:pt x="37" y="3"/>
                    </a:cubicBezTo>
                    <a:cubicBezTo>
                      <a:pt x="39" y="3"/>
                      <a:pt x="41" y="2"/>
                      <a:pt x="42" y="2"/>
                    </a:cubicBezTo>
                    <a:cubicBezTo>
                      <a:pt x="44" y="1"/>
                      <a:pt x="46" y="0"/>
                      <a:pt x="47" y="1"/>
                    </a:cubicBezTo>
                    <a:cubicBezTo>
                      <a:pt x="47" y="1"/>
                      <a:pt x="47" y="2"/>
                      <a:pt x="48" y="2"/>
                    </a:cubicBezTo>
                    <a:cubicBezTo>
                      <a:pt x="48" y="2"/>
                      <a:pt x="48" y="2"/>
                      <a:pt x="47" y="3"/>
                    </a:cubicBezTo>
                    <a:cubicBezTo>
                      <a:pt x="47" y="4"/>
                      <a:pt x="43" y="6"/>
                      <a:pt x="38" y="7"/>
                    </a:cubicBezTo>
                    <a:cubicBezTo>
                      <a:pt x="36" y="7"/>
                      <a:pt x="33" y="7"/>
                      <a:pt x="29" y="7"/>
                    </a:cubicBezTo>
                    <a:cubicBezTo>
                      <a:pt x="23" y="7"/>
                      <a:pt x="17" y="7"/>
                      <a:pt x="12" y="8"/>
                    </a:cubicBezTo>
                    <a:cubicBezTo>
                      <a:pt x="4" y="11"/>
                      <a:pt x="1" y="11"/>
                      <a:pt x="0" y="11"/>
                    </a:cubicBezTo>
                    <a:cubicBezTo>
                      <a:pt x="1" y="10"/>
                      <a:pt x="4" y="9"/>
                      <a:pt x="10" y="8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" name="Freeform 1633">
                <a:extLst>
                  <a:ext uri="{FF2B5EF4-FFF2-40B4-BE49-F238E27FC236}">
                    <a16:creationId xmlns:a16="http://schemas.microsoft.com/office/drawing/2014/main" id="{6F28AAEB-9EA3-4C1D-80E7-8936DE1B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188"/>
                <a:ext cx="74" cy="43"/>
              </a:xfrm>
              <a:custGeom>
                <a:avLst/>
                <a:gdLst>
                  <a:gd name="T0" fmla="*/ 290 w 47"/>
                  <a:gd name="T1" fmla="*/ 89 h 27"/>
                  <a:gd name="T2" fmla="*/ 290 w 47"/>
                  <a:gd name="T3" fmla="*/ 89 h 27"/>
                  <a:gd name="T4" fmla="*/ 87 w 47"/>
                  <a:gd name="T5" fmla="*/ 205 h 27"/>
                  <a:gd name="T6" fmla="*/ 49 w 47"/>
                  <a:gd name="T7" fmla="*/ 245 h 27"/>
                  <a:gd name="T8" fmla="*/ 0 w 47"/>
                  <a:gd name="T9" fmla="*/ 274 h 27"/>
                  <a:gd name="T10" fmla="*/ 0 w 47"/>
                  <a:gd name="T11" fmla="*/ 274 h 27"/>
                  <a:gd name="T12" fmla="*/ 31 w 47"/>
                  <a:gd name="T13" fmla="*/ 239 h 27"/>
                  <a:gd name="T14" fmla="*/ 191 w 47"/>
                  <a:gd name="T15" fmla="*/ 134 h 27"/>
                  <a:gd name="T16" fmla="*/ 375 w 47"/>
                  <a:gd name="T17" fmla="*/ 33 h 27"/>
                  <a:gd name="T18" fmla="*/ 387 w 47"/>
                  <a:gd name="T19" fmla="*/ 33 h 27"/>
                  <a:gd name="T20" fmla="*/ 406 w 47"/>
                  <a:gd name="T21" fmla="*/ 21 h 27"/>
                  <a:gd name="T22" fmla="*/ 457 w 47"/>
                  <a:gd name="T23" fmla="*/ 13 h 27"/>
                  <a:gd name="T24" fmla="*/ 457 w 47"/>
                  <a:gd name="T25" fmla="*/ 21 h 27"/>
                  <a:gd name="T26" fmla="*/ 375 w 47"/>
                  <a:gd name="T27" fmla="*/ 64 h 27"/>
                  <a:gd name="T28" fmla="*/ 290 w 47"/>
                  <a:gd name="T29" fmla="*/ 89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7">
                    <a:moveTo>
                      <a:pt x="30" y="9"/>
                    </a:moveTo>
                    <a:cubicBezTo>
                      <a:pt x="30" y="9"/>
                      <a:pt x="30" y="9"/>
                      <a:pt x="30" y="9"/>
                    </a:cubicBezTo>
                    <a:cubicBezTo>
                      <a:pt x="22" y="13"/>
                      <a:pt x="11" y="19"/>
                      <a:pt x="9" y="20"/>
                    </a:cubicBezTo>
                    <a:cubicBezTo>
                      <a:pt x="7" y="22"/>
                      <a:pt x="6" y="23"/>
                      <a:pt x="5" y="24"/>
                    </a:cubicBezTo>
                    <a:cubicBezTo>
                      <a:pt x="3" y="26"/>
                      <a:pt x="2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1" y="23"/>
                      <a:pt x="3" y="23"/>
                    </a:cubicBezTo>
                    <a:cubicBezTo>
                      <a:pt x="7" y="21"/>
                      <a:pt x="14" y="17"/>
                      <a:pt x="20" y="13"/>
                    </a:cubicBezTo>
                    <a:cubicBezTo>
                      <a:pt x="26" y="9"/>
                      <a:pt x="35" y="5"/>
                      <a:pt x="39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1"/>
                      <a:pt x="45" y="0"/>
                      <a:pt x="47" y="1"/>
                    </a:cubicBezTo>
                    <a:cubicBezTo>
                      <a:pt x="47" y="1"/>
                      <a:pt x="47" y="1"/>
                      <a:pt x="47" y="2"/>
                    </a:cubicBezTo>
                    <a:cubicBezTo>
                      <a:pt x="47" y="3"/>
                      <a:pt x="42" y="4"/>
                      <a:pt x="39" y="6"/>
                    </a:cubicBezTo>
                    <a:cubicBezTo>
                      <a:pt x="36" y="7"/>
                      <a:pt x="33" y="8"/>
                      <a:pt x="30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" name="Freeform 1634">
                <a:extLst>
                  <a:ext uri="{FF2B5EF4-FFF2-40B4-BE49-F238E27FC236}">
                    <a16:creationId xmlns:a16="http://schemas.microsoft.com/office/drawing/2014/main" id="{CD13B934-CDBB-4D2B-AF29-64CE9974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150"/>
                <a:ext cx="20" cy="16"/>
              </a:xfrm>
              <a:custGeom>
                <a:avLst/>
                <a:gdLst>
                  <a:gd name="T0" fmla="*/ 66 w 13"/>
                  <a:gd name="T1" fmla="*/ 90 h 10"/>
                  <a:gd name="T2" fmla="*/ 18 w 13"/>
                  <a:gd name="T3" fmla="*/ 86 h 10"/>
                  <a:gd name="T4" fmla="*/ 0 w 13"/>
                  <a:gd name="T5" fmla="*/ 67 h 10"/>
                  <a:gd name="T6" fmla="*/ 52 w 13"/>
                  <a:gd name="T7" fmla="*/ 13 h 10"/>
                  <a:gd name="T8" fmla="*/ 95 w 13"/>
                  <a:gd name="T9" fmla="*/ 13 h 10"/>
                  <a:gd name="T10" fmla="*/ 102 w 13"/>
                  <a:gd name="T11" fmla="*/ 34 h 10"/>
                  <a:gd name="T12" fmla="*/ 114 w 13"/>
                  <a:gd name="T13" fmla="*/ 42 h 10"/>
                  <a:gd name="T14" fmla="*/ 66 w 13"/>
                  <a:gd name="T15" fmla="*/ 9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8" y="9"/>
                    </a:moveTo>
                    <a:cubicBezTo>
                      <a:pt x="6" y="10"/>
                      <a:pt x="4" y="9"/>
                      <a:pt x="2" y="8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0" y="4"/>
                      <a:pt x="2" y="3"/>
                      <a:pt x="6" y="1"/>
                    </a:cubicBezTo>
                    <a:cubicBezTo>
                      <a:pt x="8" y="1"/>
                      <a:pt x="10" y="0"/>
                      <a:pt x="11" y="1"/>
                    </a:cubicBezTo>
                    <a:cubicBezTo>
                      <a:pt x="11" y="2"/>
                      <a:pt x="12" y="2"/>
                      <a:pt x="12" y="3"/>
                    </a:cubicBezTo>
                    <a:cubicBezTo>
                      <a:pt x="12" y="3"/>
                      <a:pt x="12" y="4"/>
                      <a:pt x="13" y="4"/>
                    </a:cubicBezTo>
                    <a:cubicBezTo>
                      <a:pt x="12" y="7"/>
                      <a:pt x="10" y="9"/>
                      <a:pt x="8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" name="Freeform 1635">
                <a:extLst>
                  <a:ext uri="{FF2B5EF4-FFF2-40B4-BE49-F238E27FC236}">
                    <a16:creationId xmlns:a16="http://schemas.microsoft.com/office/drawing/2014/main" id="{D7BB6A53-0905-471B-9560-F95CB0CA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241"/>
                <a:ext cx="6" cy="7"/>
              </a:xfrm>
              <a:custGeom>
                <a:avLst/>
                <a:gdLst>
                  <a:gd name="T0" fmla="*/ 32 w 4"/>
                  <a:gd name="T1" fmla="*/ 11 h 5"/>
                  <a:gd name="T2" fmla="*/ 27 w 4"/>
                  <a:gd name="T3" fmla="*/ 21 h 5"/>
                  <a:gd name="T4" fmla="*/ 0 w 4"/>
                  <a:gd name="T5" fmla="*/ 15 h 5"/>
                  <a:gd name="T6" fmla="*/ 12 w 4"/>
                  <a:gd name="T7" fmla="*/ 1 h 5"/>
                  <a:gd name="T8" fmla="*/ 32 w 4"/>
                  <a:gd name="T9" fmla="*/ 1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" name="Freeform 1636">
                <a:extLst>
                  <a:ext uri="{FF2B5EF4-FFF2-40B4-BE49-F238E27FC236}">
                    <a16:creationId xmlns:a16="http://schemas.microsoft.com/office/drawing/2014/main" id="{DA63DD43-23AE-46E9-A120-47D8DE5AD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3157"/>
                <a:ext cx="131" cy="60"/>
              </a:xfrm>
              <a:custGeom>
                <a:avLst/>
                <a:gdLst>
                  <a:gd name="T0" fmla="*/ 257 w 83"/>
                  <a:gd name="T1" fmla="*/ 216 h 38"/>
                  <a:gd name="T2" fmla="*/ 98 w 83"/>
                  <a:gd name="T3" fmla="*/ 322 h 38"/>
                  <a:gd name="T4" fmla="*/ 87 w 83"/>
                  <a:gd name="T5" fmla="*/ 341 h 38"/>
                  <a:gd name="T6" fmla="*/ 21 w 83"/>
                  <a:gd name="T7" fmla="*/ 374 h 38"/>
                  <a:gd name="T8" fmla="*/ 0 w 83"/>
                  <a:gd name="T9" fmla="*/ 354 h 38"/>
                  <a:gd name="T10" fmla="*/ 0 w 83"/>
                  <a:gd name="T11" fmla="*/ 354 h 38"/>
                  <a:gd name="T12" fmla="*/ 0 w 83"/>
                  <a:gd name="T13" fmla="*/ 341 h 38"/>
                  <a:gd name="T14" fmla="*/ 150 w 83"/>
                  <a:gd name="T15" fmla="*/ 245 h 38"/>
                  <a:gd name="T16" fmla="*/ 267 w 83"/>
                  <a:gd name="T17" fmla="*/ 185 h 38"/>
                  <a:gd name="T18" fmla="*/ 361 w 83"/>
                  <a:gd name="T19" fmla="*/ 137 h 38"/>
                  <a:gd name="T20" fmla="*/ 590 w 83"/>
                  <a:gd name="T21" fmla="*/ 82 h 38"/>
                  <a:gd name="T22" fmla="*/ 694 w 83"/>
                  <a:gd name="T23" fmla="*/ 55 h 38"/>
                  <a:gd name="T24" fmla="*/ 694 w 83"/>
                  <a:gd name="T25" fmla="*/ 55 h 38"/>
                  <a:gd name="T26" fmla="*/ 715 w 83"/>
                  <a:gd name="T27" fmla="*/ 35 h 38"/>
                  <a:gd name="T28" fmla="*/ 783 w 83"/>
                  <a:gd name="T29" fmla="*/ 0 h 38"/>
                  <a:gd name="T30" fmla="*/ 802 w 83"/>
                  <a:gd name="T31" fmla="*/ 21 h 38"/>
                  <a:gd name="T32" fmla="*/ 802 w 83"/>
                  <a:gd name="T33" fmla="*/ 55 h 38"/>
                  <a:gd name="T34" fmla="*/ 707 w 83"/>
                  <a:gd name="T35" fmla="*/ 82 h 38"/>
                  <a:gd name="T36" fmla="*/ 707 w 83"/>
                  <a:gd name="T37" fmla="*/ 82 h 38"/>
                  <a:gd name="T38" fmla="*/ 257 w 83"/>
                  <a:gd name="T39" fmla="*/ 216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3" h="38">
                    <a:moveTo>
                      <a:pt x="26" y="22"/>
                    </a:moveTo>
                    <a:cubicBezTo>
                      <a:pt x="19" y="26"/>
                      <a:pt x="14" y="30"/>
                      <a:pt x="10" y="33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7" y="36"/>
                      <a:pt x="4" y="38"/>
                      <a:pt x="2" y="38"/>
                    </a:cubicBezTo>
                    <a:cubicBezTo>
                      <a:pt x="1" y="37"/>
                      <a:pt x="0" y="37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5"/>
                      <a:pt x="0" y="35"/>
                    </a:cubicBezTo>
                    <a:cubicBezTo>
                      <a:pt x="0" y="32"/>
                      <a:pt x="7" y="29"/>
                      <a:pt x="15" y="25"/>
                    </a:cubicBezTo>
                    <a:cubicBezTo>
                      <a:pt x="20" y="23"/>
                      <a:pt x="24" y="21"/>
                      <a:pt x="27" y="19"/>
                    </a:cubicBezTo>
                    <a:cubicBezTo>
                      <a:pt x="30" y="17"/>
                      <a:pt x="33" y="15"/>
                      <a:pt x="37" y="14"/>
                    </a:cubicBezTo>
                    <a:cubicBezTo>
                      <a:pt x="42" y="11"/>
                      <a:pt x="52" y="9"/>
                      <a:pt x="60" y="8"/>
                    </a:cubicBezTo>
                    <a:cubicBezTo>
                      <a:pt x="65" y="7"/>
                      <a:pt x="69" y="6"/>
                      <a:pt x="71" y="6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2" y="5"/>
                      <a:pt x="72" y="5"/>
                      <a:pt x="73" y="4"/>
                    </a:cubicBezTo>
                    <a:cubicBezTo>
                      <a:pt x="75" y="2"/>
                      <a:pt x="78" y="0"/>
                      <a:pt x="80" y="0"/>
                    </a:cubicBezTo>
                    <a:cubicBezTo>
                      <a:pt x="81" y="0"/>
                      <a:pt x="81" y="1"/>
                      <a:pt x="82" y="2"/>
                    </a:cubicBezTo>
                    <a:cubicBezTo>
                      <a:pt x="83" y="4"/>
                      <a:pt x="83" y="5"/>
                      <a:pt x="82" y="6"/>
                    </a:cubicBezTo>
                    <a:cubicBezTo>
                      <a:pt x="80" y="8"/>
                      <a:pt x="76" y="9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55" y="10"/>
                      <a:pt x="36" y="15"/>
                      <a:pt x="26" y="2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" name="Freeform 1637">
                <a:extLst>
                  <a:ext uri="{FF2B5EF4-FFF2-40B4-BE49-F238E27FC236}">
                    <a16:creationId xmlns:a16="http://schemas.microsoft.com/office/drawing/2014/main" id="{8A5BF1A5-335E-4DA7-977A-30B8003CE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269"/>
                <a:ext cx="15" cy="14"/>
              </a:xfrm>
              <a:custGeom>
                <a:avLst/>
                <a:gdLst>
                  <a:gd name="T0" fmla="*/ 103 w 9"/>
                  <a:gd name="T1" fmla="*/ 34 h 9"/>
                  <a:gd name="T2" fmla="*/ 78 w 9"/>
                  <a:gd name="T3" fmla="*/ 82 h 9"/>
                  <a:gd name="T4" fmla="*/ 0 w 9"/>
                  <a:gd name="T5" fmla="*/ 53 h 9"/>
                  <a:gd name="T6" fmla="*/ 37 w 9"/>
                  <a:gd name="T7" fmla="*/ 12 h 9"/>
                  <a:gd name="T8" fmla="*/ 103 w 9"/>
                  <a:gd name="T9" fmla="*/ 3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9" y="6"/>
                      <a:pt x="8" y="8"/>
                      <a:pt x="6" y="9"/>
                    </a:cubicBezTo>
                    <a:cubicBezTo>
                      <a:pt x="3" y="9"/>
                      <a:pt x="1" y="8"/>
                      <a:pt x="0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4"/>
                    </a:cubicBezTo>
                    <a:close/>
                  </a:path>
                </a:pathLst>
              </a:custGeom>
              <a:solidFill>
                <a:srgbClr val="E9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" name="Freeform 1638">
                <a:extLst>
                  <a:ext uri="{FF2B5EF4-FFF2-40B4-BE49-F238E27FC236}">
                    <a16:creationId xmlns:a16="http://schemas.microsoft.com/office/drawing/2014/main" id="{1E2E64D0-BC05-4E9F-9F6F-6B6E1717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272"/>
                <a:ext cx="9" cy="10"/>
              </a:xfrm>
              <a:custGeom>
                <a:avLst/>
                <a:gdLst>
                  <a:gd name="T0" fmla="*/ 48 w 6"/>
                  <a:gd name="T1" fmla="*/ 22 h 6"/>
                  <a:gd name="T2" fmla="*/ 32 w 6"/>
                  <a:gd name="T3" fmla="*/ 78 h 6"/>
                  <a:gd name="T4" fmla="*/ 12 w 6"/>
                  <a:gd name="T5" fmla="*/ 55 h 6"/>
                  <a:gd name="T6" fmla="*/ 18 w 6"/>
                  <a:gd name="T7" fmla="*/ 0 h 6"/>
                  <a:gd name="T8" fmla="*/ 48 w 6"/>
                  <a:gd name="T9" fmla="*/ 2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3"/>
                      <a:pt x="6" y="5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lose/>
                  </a:path>
                </a:pathLst>
              </a:custGeom>
              <a:solidFill>
                <a:srgbClr val="A3C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" name="Freeform 1639">
                <a:extLst>
                  <a:ext uri="{FF2B5EF4-FFF2-40B4-BE49-F238E27FC236}">
                    <a16:creationId xmlns:a16="http://schemas.microsoft.com/office/drawing/2014/main" id="{2185286B-88DC-4BF9-97E0-3BDDC48A1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274"/>
                <a:ext cx="9" cy="8"/>
              </a:xfrm>
              <a:custGeom>
                <a:avLst/>
                <a:gdLst>
                  <a:gd name="T0" fmla="*/ 0 w 6"/>
                  <a:gd name="T1" fmla="*/ 21 h 5"/>
                  <a:gd name="T2" fmla="*/ 12 w 6"/>
                  <a:gd name="T3" fmla="*/ 34 h 5"/>
                  <a:gd name="T4" fmla="*/ 32 w 6"/>
                  <a:gd name="T5" fmla="*/ 54 h 5"/>
                  <a:gd name="T6" fmla="*/ 48 w 6"/>
                  <a:gd name="T7" fmla="*/ 13 h 5"/>
                  <a:gd name="T8" fmla="*/ 41 w 6"/>
                  <a:gd name="T9" fmla="*/ 0 h 5"/>
                  <a:gd name="T10" fmla="*/ 32 w 6"/>
                  <a:gd name="T11" fmla="*/ 21 h 5"/>
                  <a:gd name="T12" fmla="*/ 0 w 6"/>
                  <a:gd name="T13" fmla="*/ 2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3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" name="Freeform 1640">
                <a:extLst>
                  <a:ext uri="{FF2B5EF4-FFF2-40B4-BE49-F238E27FC236}">
                    <a16:creationId xmlns:a16="http://schemas.microsoft.com/office/drawing/2014/main" id="{5D4B3800-172E-4B1C-B6A0-2F8B64BE3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272"/>
                <a:ext cx="9" cy="10"/>
              </a:xfrm>
              <a:custGeom>
                <a:avLst/>
                <a:gdLst>
                  <a:gd name="T0" fmla="*/ 48 w 6"/>
                  <a:gd name="T1" fmla="*/ 22 h 6"/>
                  <a:gd name="T2" fmla="*/ 32 w 6"/>
                  <a:gd name="T3" fmla="*/ 78 h 6"/>
                  <a:gd name="T4" fmla="*/ 12 w 6"/>
                  <a:gd name="T5" fmla="*/ 55 h 6"/>
                  <a:gd name="T6" fmla="*/ 18 w 6"/>
                  <a:gd name="T7" fmla="*/ 0 h 6"/>
                  <a:gd name="T8" fmla="*/ 48 w 6"/>
                  <a:gd name="T9" fmla="*/ 2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3"/>
                      <a:pt x="6" y="5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" name="Freeform 1641">
                <a:extLst>
                  <a:ext uri="{FF2B5EF4-FFF2-40B4-BE49-F238E27FC236}">
                    <a16:creationId xmlns:a16="http://schemas.microsoft.com/office/drawing/2014/main" id="{315148D4-8591-4BC2-923D-69C6343C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3326"/>
                <a:ext cx="65" cy="110"/>
              </a:xfrm>
              <a:custGeom>
                <a:avLst/>
                <a:gdLst>
                  <a:gd name="T0" fmla="*/ 327 w 41"/>
                  <a:gd name="T1" fmla="*/ 619 h 70"/>
                  <a:gd name="T2" fmla="*/ 360 w 41"/>
                  <a:gd name="T3" fmla="*/ 457 h 70"/>
                  <a:gd name="T4" fmla="*/ 271 w 41"/>
                  <a:gd name="T5" fmla="*/ 267 h 70"/>
                  <a:gd name="T6" fmla="*/ 239 w 41"/>
                  <a:gd name="T7" fmla="*/ 49 h 70"/>
                  <a:gd name="T8" fmla="*/ 33 w 41"/>
                  <a:gd name="T9" fmla="*/ 116 h 70"/>
                  <a:gd name="T10" fmla="*/ 68 w 41"/>
                  <a:gd name="T11" fmla="*/ 481 h 70"/>
                  <a:gd name="T12" fmla="*/ 327 w 41"/>
                  <a:gd name="T13" fmla="*/ 61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70">
                    <a:moveTo>
                      <a:pt x="33" y="65"/>
                    </a:moveTo>
                    <a:cubicBezTo>
                      <a:pt x="39" y="61"/>
                      <a:pt x="41" y="55"/>
                      <a:pt x="36" y="48"/>
                    </a:cubicBezTo>
                    <a:cubicBezTo>
                      <a:pt x="32" y="40"/>
                      <a:pt x="28" y="35"/>
                      <a:pt x="27" y="28"/>
                    </a:cubicBezTo>
                    <a:cubicBezTo>
                      <a:pt x="25" y="20"/>
                      <a:pt x="30" y="10"/>
                      <a:pt x="24" y="5"/>
                    </a:cubicBezTo>
                    <a:cubicBezTo>
                      <a:pt x="19" y="0"/>
                      <a:pt x="7" y="1"/>
                      <a:pt x="3" y="12"/>
                    </a:cubicBezTo>
                    <a:cubicBezTo>
                      <a:pt x="0" y="23"/>
                      <a:pt x="0" y="36"/>
                      <a:pt x="7" y="50"/>
                    </a:cubicBezTo>
                    <a:cubicBezTo>
                      <a:pt x="12" y="61"/>
                      <a:pt x="21" y="70"/>
                      <a:pt x="33" y="65"/>
                    </a:cubicBezTo>
                    <a:close/>
                  </a:path>
                </a:pathLst>
              </a:custGeom>
              <a:solidFill>
                <a:srgbClr val="7BB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" name="Freeform 1642">
                <a:extLst>
                  <a:ext uri="{FF2B5EF4-FFF2-40B4-BE49-F238E27FC236}">
                    <a16:creationId xmlns:a16="http://schemas.microsoft.com/office/drawing/2014/main" id="{FC706D4E-8EBA-49AA-B438-505812901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3331"/>
                <a:ext cx="58" cy="104"/>
              </a:xfrm>
              <a:custGeom>
                <a:avLst/>
                <a:gdLst>
                  <a:gd name="T0" fmla="*/ 34 w 37"/>
                  <a:gd name="T1" fmla="*/ 96 h 66"/>
                  <a:gd name="T2" fmla="*/ 116 w 37"/>
                  <a:gd name="T3" fmla="*/ 13 h 66"/>
                  <a:gd name="T4" fmla="*/ 204 w 37"/>
                  <a:gd name="T5" fmla="*/ 32 h 66"/>
                  <a:gd name="T6" fmla="*/ 230 w 37"/>
                  <a:gd name="T7" fmla="*/ 151 h 66"/>
                  <a:gd name="T8" fmla="*/ 230 w 37"/>
                  <a:gd name="T9" fmla="*/ 238 h 66"/>
                  <a:gd name="T10" fmla="*/ 317 w 37"/>
                  <a:gd name="T11" fmla="*/ 419 h 66"/>
                  <a:gd name="T12" fmla="*/ 320 w 37"/>
                  <a:gd name="T13" fmla="*/ 436 h 66"/>
                  <a:gd name="T14" fmla="*/ 339 w 37"/>
                  <a:gd name="T15" fmla="*/ 536 h 66"/>
                  <a:gd name="T16" fmla="*/ 298 w 37"/>
                  <a:gd name="T17" fmla="*/ 586 h 66"/>
                  <a:gd name="T18" fmla="*/ 285 w 37"/>
                  <a:gd name="T19" fmla="*/ 591 h 66"/>
                  <a:gd name="T20" fmla="*/ 66 w 37"/>
                  <a:gd name="T21" fmla="*/ 457 h 66"/>
                  <a:gd name="T22" fmla="*/ 34 w 37"/>
                  <a:gd name="T23" fmla="*/ 96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66">
                    <a:moveTo>
                      <a:pt x="4" y="10"/>
                    </a:moveTo>
                    <a:cubicBezTo>
                      <a:pt x="5" y="5"/>
                      <a:pt x="8" y="2"/>
                      <a:pt x="12" y="1"/>
                    </a:cubicBezTo>
                    <a:cubicBezTo>
                      <a:pt x="16" y="0"/>
                      <a:pt x="20" y="1"/>
                      <a:pt x="22" y="3"/>
                    </a:cubicBezTo>
                    <a:cubicBezTo>
                      <a:pt x="25" y="6"/>
                      <a:pt x="25" y="11"/>
                      <a:pt x="24" y="16"/>
                    </a:cubicBezTo>
                    <a:cubicBezTo>
                      <a:pt x="24" y="19"/>
                      <a:pt x="24" y="22"/>
                      <a:pt x="24" y="25"/>
                    </a:cubicBezTo>
                    <a:cubicBezTo>
                      <a:pt x="26" y="32"/>
                      <a:pt x="29" y="37"/>
                      <a:pt x="33" y="43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6" y="49"/>
                      <a:pt x="37" y="52"/>
                      <a:pt x="36" y="55"/>
                    </a:cubicBezTo>
                    <a:cubicBezTo>
                      <a:pt x="36" y="57"/>
                      <a:pt x="34" y="59"/>
                      <a:pt x="31" y="60"/>
                    </a:cubicBezTo>
                    <a:cubicBezTo>
                      <a:pt x="31" y="61"/>
                      <a:pt x="31" y="61"/>
                      <a:pt x="30" y="61"/>
                    </a:cubicBezTo>
                    <a:cubicBezTo>
                      <a:pt x="18" y="66"/>
                      <a:pt x="10" y="54"/>
                      <a:pt x="7" y="47"/>
                    </a:cubicBezTo>
                    <a:cubicBezTo>
                      <a:pt x="1" y="35"/>
                      <a:pt x="0" y="22"/>
                      <a:pt x="4" y="10"/>
                    </a:cubicBezTo>
                    <a:close/>
                  </a:path>
                </a:pathLst>
              </a:custGeom>
              <a:solidFill>
                <a:srgbClr val="CED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" name="Freeform 1643">
                <a:extLst>
                  <a:ext uri="{FF2B5EF4-FFF2-40B4-BE49-F238E27FC236}">
                    <a16:creationId xmlns:a16="http://schemas.microsoft.com/office/drawing/2014/main" id="{1361FBE5-45FC-494D-A542-A6DE614ED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3334"/>
                <a:ext cx="49" cy="93"/>
              </a:xfrm>
              <a:custGeom>
                <a:avLst/>
                <a:gdLst>
                  <a:gd name="T0" fmla="*/ 305 w 31"/>
                  <a:gd name="T1" fmla="*/ 495 h 59"/>
                  <a:gd name="T2" fmla="*/ 267 w 31"/>
                  <a:gd name="T3" fmla="*/ 490 h 59"/>
                  <a:gd name="T4" fmla="*/ 277 w 31"/>
                  <a:gd name="T5" fmla="*/ 449 h 59"/>
                  <a:gd name="T6" fmla="*/ 277 w 31"/>
                  <a:gd name="T7" fmla="*/ 419 h 59"/>
                  <a:gd name="T8" fmla="*/ 258 w 31"/>
                  <a:gd name="T9" fmla="*/ 375 h 59"/>
                  <a:gd name="T10" fmla="*/ 158 w 31"/>
                  <a:gd name="T11" fmla="*/ 400 h 59"/>
                  <a:gd name="T12" fmla="*/ 138 w 31"/>
                  <a:gd name="T13" fmla="*/ 375 h 59"/>
                  <a:gd name="T14" fmla="*/ 224 w 31"/>
                  <a:gd name="T15" fmla="*/ 333 h 59"/>
                  <a:gd name="T16" fmla="*/ 202 w 31"/>
                  <a:gd name="T17" fmla="*/ 285 h 59"/>
                  <a:gd name="T18" fmla="*/ 175 w 31"/>
                  <a:gd name="T19" fmla="*/ 254 h 59"/>
                  <a:gd name="T20" fmla="*/ 138 w 31"/>
                  <a:gd name="T21" fmla="*/ 236 h 59"/>
                  <a:gd name="T22" fmla="*/ 33 w 31"/>
                  <a:gd name="T23" fmla="*/ 216 h 59"/>
                  <a:gd name="T24" fmla="*/ 175 w 31"/>
                  <a:gd name="T25" fmla="*/ 197 h 59"/>
                  <a:gd name="T26" fmla="*/ 175 w 31"/>
                  <a:gd name="T27" fmla="*/ 169 h 59"/>
                  <a:gd name="T28" fmla="*/ 175 w 31"/>
                  <a:gd name="T29" fmla="*/ 151 h 59"/>
                  <a:gd name="T30" fmla="*/ 150 w 31"/>
                  <a:gd name="T31" fmla="*/ 117 h 59"/>
                  <a:gd name="T32" fmla="*/ 185 w 31"/>
                  <a:gd name="T33" fmla="*/ 96 h 59"/>
                  <a:gd name="T34" fmla="*/ 87 w 31"/>
                  <a:gd name="T35" fmla="*/ 13 h 59"/>
                  <a:gd name="T36" fmla="*/ 82 w 31"/>
                  <a:gd name="T37" fmla="*/ 32 h 59"/>
                  <a:gd name="T38" fmla="*/ 158 w 31"/>
                  <a:gd name="T39" fmla="*/ 68 h 59"/>
                  <a:gd name="T40" fmla="*/ 33 w 31"/>
                  <a:gd name="T41" fmla="*/ 55 h 59"/>
                  <a:gd name="T42" fmla="*/ 82 w 31"/>
                  <a:gd name="T43" fmla="*/ 87 h 59"/>
                  <a:gd name="T44" fmla="*/ 35 w 31"/>
                  <a:gd name="T45" fmla="*/ 107 h 59"/>
                  <a:gd name="T46" fmla="*/ 21 w 31"/>
                  <a:gd name="T47" fmla="*/ 137 h 59"/>
                  <a:gd name="T48" fmla="*/ 107 w 31"/>
                  <a:gd name="T49" fmla="*/ 184 h 59"/>
                  <a:gd name="T50" fmla="*/ 0 w 31"/>
                  <a:gd name="T51" fmla="*/ 203 h 59"/>
                  <a:gd name="T52" fmla="*/ 13 w 31"/>
                  <a:gd name="T53" fmla="*/ 311 h 59"/>
                  <a:gd name="T54" fmla="*/ 130 w 31"/>
                  <a:gd name="T55" fmla="*/ 320 h 59"/>
                  <a:gd name="T56" fmla="*/ 107 w 31"/>
                  <a:gd name="T57" fmla="*/ 355 h 59"/>
                  <a:gd name="T58" fmla="*/ 35 w 31"/>
                  <a:gd name="T59" fmla="*/ 408 h 59"/>
                  <a:gd name="T60" fmla="*/ 52 w 31"/>
                  <a:gd name="T61" fmla="*/ 440 h 59"/>
                  <a:gd name="T62" fmla="*/ 107 w 31"/>
                  <a:gd name="T63" fmla="*/ 457 h 59"/>
                  <a:gd name="T64" fmla="*/ 218 w 31"/>
                  <a:gd name="T65" fmla="*/ 419 h 59"/>
                  <a:gd name="T66" fmla="*/ 150 w 31"/>
                  <a:gd name="T67" fmla="*/ 490 h 59"/>
                  <a:gd name="T68" fmla="*/ 130 w 31"/>
                  <a:gd name="T69" fmla="*/ 536 h 59"/>
                  <a:gd name="T70" fmla="*/ 258 w 31"/>
                  <a:gd name="T71" fmla="*/ 544 h 5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1" h="59">
                    <a:moveTo>
                      <a:pt x="26" y="56"/>
                    </a:moveTo>
                    <a:cubicBezTo>
                      <a:pt x="29" y="55"/>
                      <a:pt x="30" y="53"/>
                      <a:pt x="31" y="51"/>
                    </a:cubicBezTo>
                    <a:cubicBezTo>
                      <a:pt x="31" y="51"/>
                      <a:pt x="31" y="50"/>
                      <a:pt x="31" y="50"/>
                    </a:cubicBezTo>
                    <a:cubicBezTo>
                      <a:pt x="31" y="48"/>
                      <a:pt x="29" y="49"/>
                      <a:pt x="27" y="50"/>
                    </a:cubicBezTo>
                    <a:cubicBezTo>
                      <a:pt x="25" y="51"/>
                      <a:pt x="20" y="54"/>
                      <a:pt x="19" y="53"/>
                    </a:cubicBezTo>
                    <a:cubicBezTo>
                      <a:pt x="17" y="51"/>
                      <a:pt x="27" y="47"/>
                      <a:pt x="28" y="46"/>
                    </a:cubicBezTo>
                    <a:cubicBezTo>
                      <a:pt x="29" y="45"/>
                      <a:pt x="29" y="45"/>
                      <a:pt x="29" y="44"/>
                    </a:cubicBezTo>
                    <a:cubicBezTo>
                      <a:pt x="28" y="44"/>
                      <a:pt x="28" y="43"/>
                      <a:pt x="28" y="43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6" y="41"/>
                      <a:pt x="26" y="40"/>
                      <a:pt x="26" y="39"/>
                    </a:cubicBezTo>
                    <a:cubicBezTo>
                      <a:pt x="25" y="38"/>
                      <a:pt x="24" y="38"/>
                      <a:pt x="23" y="38"/>
                    </a:cubicBezTo>
                    <a:cubicBezTo>
                      <a:pt x="21" y="38"/>
                      <a:pt x="19" y="40"/>
                      <a:pt x="16" y="41"/>
                    </a:cubicBezTo>
                    <a:cubicBezTo>
                      <a:pt x="13" y="42"/>
                      <a:pt x="10" y="44"/>
                      <a:pt x="9" y="43"/>
                    </a:cubicBezTo>
                    <a:cubicBezTo>
                      <a:pt x="9" y="41"/>
                      <a:pt x="11" y="40"/>
                      <a:pt x="14" y="39"/>
                    </a:cubicBezTo>
                    <a:cubicBezTo>
                      <a:pt x="18" y="37"/>
                      <a:pt x="23" y="36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2" y="33"/>
                      <a:pt x="21" y="32"/>
                      <a:pt x="21" y="30"/>
                    </a:cubicBezTo>
                    <a:cubicBezTo>
                      <a:pt x="21" y="30"/>
                      <a:pt x="20" y="30"/>
                      <a:pt x="20" y="29"/>
                    </a:cubicBezTo>
                    <a:cubicBezTo>
                      <a:pt x="19" y="28"/>
                      <a:pt x="10" y="32"/>
                      <a:pt x="9" y="30"/>
                    </a:cubicBezTo>
                    <a:cubicBezTo>
                      <a:pt x="9" y="28"/>
                      <a:pt x="15" y="27"/>
                      <a:pt x="18" y="26"/>
                    </a:cubicBezTo>
                    <a:cubicBezTo>
                      <a:pt x="18" y="26"/>
                      <a:pt x="19" y="25"/>
                      <a:pt x="18" y="24"/>
                    </a:cubicBezTo>
                    <a:cubicBezTo>
                      <a:pt x="17" y="23"/>
                      <a:pt x="16" y="24"/>
                      <a:pt x="14" y="24"/>
                    </a:cubicBezTo>
                    <a:cubicBezTo>
                      <a:pt x="12" y="24"/>
                      <a:pt x="8" y="25"/>
                      <a:pt x="6" y="25"/>
                    </a:cubicBezTo>
                    <a:cubicBezTo>
                      <a:pt x="4" y="25"/>
                      <a:pt x="3" y="23"/>
                      <a:pt x="3" y="22"/>
                    </a:cubicBezTo>
                    <a:cubicBezTo>
                      <a:pt x="4" y="20"/>
                      <a:pt x="9" y="20"/>
                      <a:pt x="12" y="20"/>
                    </a:cubicBezTo>
                    <a:cubicBezTo>
                      <a:pt x="14" y="20"/>
                      <a:pt x="16" y="20"/>
                      <a:pt x="18" y="20"/>
                    </a:cubicBezTo>
                    <a:cubicBezTo>
                      <a:pt x="18" y="19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6" y="15"/>
                      <a:pt x="15" y="15"/>
                    </a:cubicBezTo>
                    <a:cubicBezTo>
                      <a:pt x="13" y="14"/>
                      <a:pt x="13" y="12"/>
                      <a:pt x="15" y="12"/>
                    </a:cubicBezTo>
                    <a:cubicBezTo>
                      <a:pt x="16" y="12"/>
                      <a:pt x="17" y="12"/>
                      <a:pt x="18" y="11"/>
                    </a:cubicBezTo>
                    <a:cubicBezTo>
                      <a:pt x="18" y="11"/>
                      <a:pt x="19" y="11"/>
                      <a:pt x="19" y="10"/>
                    </a:cubicBezTo>
                    <a:cubicBezTo>
                      <a:pt x="19" y="7"/>
                      <a:pt x="19" y="5"/>
                      <a:pt x="18" y="3"/>
                    </a:cubicBezTo>
                    <a:cubicBezTo>
                      <a:pt x="16" y="1"/>
                      <a:pt x="12" y="0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7" y="2"/>
                      <a:pt x="8" y="3"/>
                    </a:cubicBezTo>
                    <a:cubicBezTo>
                      <a:pt x="9" y="3"/>
                      <a:pt x="11" y="5"/>
                      <a:pt x="13" y="5"/>
                    </a:cubicBezTo>
                    <a:cubicBezTo>
                      <a:pt x="15" y="5"/>
                      <a:pt x="16" y="5"/>
                      <a:pt x="16" y="7"/>
                    </a:cubicBezTo>
                    <a:cubicBezTo>
                      <a:pt x="15" y="8"/>
                      <a:pt x="11" y="6"/>
                      <a:pt x="8" y="6"/>
                    </a:cubicBezTo>
                    <a:cubicBezTo>
                      <a:pt x="7" y="5"/>
                      <a:pt x="5" y="6"/>
                      <a:pt x="3" y="6"/>
                    </a:cubicBezTo>
                    <a:cubicBezTo>
                      <a:pt x="2" y="7"/>
                      <a:pt x="2" y="8"/>
                      <a:pt x="3" y="8"/>
                    </a:cubicBezTo>
                    <a:cubicBezTo>
                      <a:pt x="5" y="9"/>
                      <a:pt x="7" y="9"/>
                      <a:pt x="8" y="9"/>
                    </a:cubicBezTo>
                    <a:cubicBezTo>
                      <a:pt x="10" y="9"/>
                      <a:pt x="12" y="8"/>
                      <a:pt x="12" y="10"/>
                    </a:cubicBezTo>
                    <a:cubicBezTo>
                      <a:pt x="11" y="11"/>
                      <a:pt x="7" y="10"/>
                      <a:pt x="4" y="11"/>
                    </a:cubicBezTo>
                    <a:cubicBezTo>
                      <a:pt x="3" y="11"/>
                      <a:pt x="2" y="11"/>
                      <a:pt x="2" y="11"/>
                    </a:cubicBezTo>
                    <a:cubicBezTo>
                      <a:pt x="1" y="12"/>
                      <a:pt x="0" y="13"/>
                      <a:pt x="2" y="14"/>
                    </a:cubicBezTo>
                    <a:cubicBezTo>
                      <a:pt x="3" y="16"/>
                      <a:pt x="15" y="14"/>
                      <a:pt x="15" y="17"/>
                    </a:cubicBezTo>
                    <a:cubicBezTo>
                      <a:pt x="15" y="19"/>
                      <a:pt x="13" y="19"/>
                      <a:pt x="11" y="19"/>
                    </a:cubicBezTo>
                    <a:cubicBezTo>
                      <a:pt x="9" y="19"/>
                      <a:pt x="4" y="19"/>
                      <a:pt x="2" y="20"/>
                    </a:cubicBezTo>
                    <a:cubicBezTo>
                      <a:pt x="1" y="20"/>
                      <a:pt x="0" y="20"/>
                      <a:pt x="0" y="21"/>
                    </a:cubicBezTo>
                    <a:cubicBezTo>
                      <a:pt x="0" y="24"/>
                      <a:pt x="0" y="26"/>
                      <a:pt x="0" y="29"/>
                    </a:cubicBezTo>
                    <a:cubicBezTo>
                      <a:pt x="0" y="29"/>
                      <a:pt x="1" y="31"/>
                      <a:pt x="1" y="32"/>
                    </a:cubicBezTo>
                    <a:cubicBezTo>
                      <a:pt x="1" y="33"/>
                      <a:pt x="2" y="35"/>
                      <a:pt x="3" y="35"/>
                    </a:cubicBezTo>
                    <a:cubicBezTo>
                      <a:pt x="5" y="36"/>
                      <a:pt x="11" y="33"/>
                      <a:pt x="13" y="33"/>
                    </a:cubicBezTo>
                    <a:cubicBezTo>
                      <a:pt x="15" y="32"/>
                      <a:pt x="17" y="32"/>
                      <a:pt x="17" y="33"/>
                    </a:cubicBezTo>
                    <a:cubicBezTo>
                      <a:pt x="17" y="36"/>
                      <a:pt x="13" y="36"/>
                      <a:pt x="11" y="37"/>
                    </a:cubicBezTo>
                    <a:cubicBezTo>
                      <a:pt x="9" y="38"/>
                      <a:pt x="5" y="39"/>
                      <a:pt x="4" y="40"/>
                    </a:cubicBezTo>
                    <a:cubicBezTo>
                      <a:pt x="4" y="40"/>
                      <a:pt x="4" y="42"/>
                      <a:pt x="4" y="42"/>
                    </a:cubicBezTo>
                    <a:cubicBezTo>
                      <a:pt x="4" y="43"/>
                      <a:pt x="4" y="43"/>
                      <a:pt x="5" y="44"/>
                    </a:cubicBezTo>
                    <a:cubicBezTo>
                      <a:pt x="5" y="44"/>
                      <a:pt x="5" y="45"/>
                      <a:pt x="5" y="45"/>
                    </a:cubicBezTo>
                    <a:cubicBezTo>
                      <a:pt x="6" y="46"/>
                      <a:pt x="7" y="47"/>
                      <a:pt x="7" y="47"/>
                    </a:cubicBezTo>
                    <a:cubicBezTo>
                      <a:pt x="8" y="48"/>
                      <a:pt x="10" y="48"/>
                      <a:pt x="11" y="47"/>
                    </a:cubicBezTo>
                    <a:cubicBezTo>
                      <a:pt x="14" y="46"/>
                      <a:pt x="16" y="45"/>
                      <a:pt x="18" y="43"/>
                    </a:cubicBezTo>
                    <a:cubicBezTo>
                      <a:pt x="20" y="42"/>
                      <a:pt x="21" y="42"/>
                      <a:pt x="22" y="43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19" y="47"/>
                      <a:pt x="16" y="49"/>
                      <a:pt x="15" y="50"/>
                    </a:cubicBezTo>
                    <a:cubicBezTo>
                      <a:pt x="13" y="51"/>
                      <a:pt x="12" y="52"/>
                      <a:pt x="12" y="53"/>
                    </a:cubicBezTo>
                    <a:cubicBezTo>
                      <a:pt x="12" y="54"/>
                      <a:pt x="12" y="55"/>
                      <a:pt x="13" y="55"/>
                    </a:cubicBezTo>
                    <a:cubicBezTo>
                      <a:pt x="16" y="57"/>
                      <a:pt x="20" y="59"/>
                      <a:pt x="26" y="57"/>
                    </a:cubicBezTo>
                    <a:cubicBezTo>
                      <a:pt x="26" y="56"/>
                      <a:pt x="26" y="56"/>
                      <a:pt x="26" y="56"/>
                    </a:cubicBezTo>
                    <a:close/>
                  </a:path>
                </a:pathLst>
              </a:custGeom>
              <a:solidFill>
                <a:srgbClr val="F9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" name="Freeform 1644">
                <a:extLst>
                  <a:ext uri="{FF2B5EF4-FFF2-40B4-BE49-F238E27FC236}">
                    <a16:creationId xmlns:a16="http://schemas.microsoft.com/office/drawing/2014/main" id="{17A5C5E0-F1CD-4D57-BEE4-23D33934BD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94" y="3334"/>
                <a:ext cx="27" cy="20"/>
              </a:xfrm>
              <a:custGeom>
                <a:avLst/>
                <a:gdLst>
                  <a:gd name="T0" fmla="*/ 172 w 17"/>
                  <a:gd name="T1" fmla="*/ 83 h 13"/>
                  <a:gd name="T2" fmla="*/ 162 w 17"/>
                  <a:gd name="T3" fmla="*/ 28 h 13"/>
                  <a:gd name="T4" fmla="*/ 68 w 17"/>
                  <a:gd name="T5" fmla="*/ 12 h 13"/>
                  <a:gd name="T6" fmla="*/ 64 w 17"/>
                  <a:gd name="T7" fmla="*/ 12 h 13"/>
                  <a:gd name="T8" fmla="*/ 64 w 17"/>
                  <a:gd name="T9" fmla="*/ 28 h 13"/>
                  <a:gd name="T10" fmla="*/ 102 w 17"/>
                  <a:gd name="T11" fmla="*/ 34 h 13"/>
                  <a:gd name="T12" fmla="*/ 89 w 17"/>
                  <a:gd name="T13" fmla="*/ 34 h 13"/>
                  <a:gd name="T14" fmla="*/ 108 w 17"/>
                  <a:gd name="T15" fmla="*/ 28 h 13"/>
                  <a:gd name="T16" fmla="*/ 132 w 17"/>
                  <a:gd name="T17" fmla="*/ 28 h 13"/>
                  <a:gd name="T18" fmla="*/ 151 w 17"/>
                  <a:gd name="T19" fmla="*/ 52 h 13"/>
                  <a:gd name="T20" fmla="*/ 141 w 17"/>
                  <a:gd name="T21" fmla="*/ 83 h 13"/>
                  <a:gd name="T22" fmla="*/ 102 w 17"/>
                  <a:gd name="T23" fmla="*/ 102 h 13"/>
                  <a:gd name="T24" fmla="*/ 64 w 17"/>
                  <a:gd name="T25" fmla="*/ 102 h 13"/>
                  <a:gd name="T26" fmla="*/ 68 w 17"/>
                  <a:gd name="T27" fmla="*/ 95 h 13"/>
                  <a:gd name="T28" fmla="*/ 64 w 17"/>
                  <a:gd name="T29" fmla="*/ 95 h 13"/>
                  <a:gd name="T30" fmla="*/ 40 w 17"/>
                  <a:gd name="T31" fmla="*/ 102 h 13"/>
                  <a:gd name="T32" fmla="*/ 64 w 17"/>
                  <a:gd name="T33" fmla="*/ 114 h 13"/>
                  <a:gd name="T34" fmla="*/ 89 w 17"/>
                  <a:gd name="T35" fmla="*/ 114 h 13"/>
                  <a:gd name="T36" fmla="*/ 121 w 17"/>
                  <a:gd name="T37" fmla="*/ 114 h 13"/>
                  <a:gd name="T38" fmla="*/ 132 w 17"/>
                  <a:gd name="T39" fmla="*/ 102 h 13"/>
                  <a:gd name="T40" fmla="*/ 162 w 17"/>
                  <a:gd name="T41" fmla="*/ 95 h 13"/>
                  <a:gd name="T42" fmla="*/ 172 w 17"/>
                  <a:gd name="T43" fmla="*/ 83 h 13"/>
                  <a:gd name="T44" fmla="*/ 64 w 17"/>
                  <a:gd name="T45" fmla="*/ 52 h 13"/>
                  <a:gd name="T46" fmla="*/ 13 w 17"/>
                  <a:gd name="T47" fmla="*/ 52 h 13"/>
                  <a:gd name="T48" fmla="*/ 13 w 17"/>
                  <a:gd name="T49" fmla="*/ 66 h 13"/>
                  <a:gd name="T50" fmla="*/ 33 w 17"/>
                  <a:gd name="T51" fmla="*/ 80 h 13"/>
                  <a:gd name="T52" fmla="*/ 40 w 17"/>
                  <a:gd name="T53" fmla="*/ 66 h 13"/>
                  <a:gd name="T54" fmla="*/ 83 w 17"/>
                  <a:gd name="T55" fmla="*/ 62 h 13"/>
                  <a:gd name="T56" fmla="*/ 68 w 17"/>
                  <a:gd name="T57" fmla="*/ 66 h 13"/>
                  <a:gd name="T58" fmla="*/ 102 w 17"/>
                  <a:gd name="T59" fmla="*/ 66 h 13"/>
                  <a:gd name="T60" fmla="*/ 121 w 17"/>
                  <a:gd name="T61" fmla="*/ 62 h 13"/>
                  <a:gd name="T62" fmla="*/ 64 w 17"/>
                  <a:gd name="T63" fmla="*/ 52 h 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7" h="13">
                    <a:moveTo>
                      <a:pt x="17" y="10"/>
                    </a:moveTo>
                    <a:cubicBezTo>
                      <a:pt x="17" y="7"/>
                      <a:pt x="17" y="5"/>
                      <a:pt x="16" y="3"/>
                    </a:cubicBezTo>
                    <a:cubicBezTo>
                      <a:pt x="14" y="1"/>
                      <a:pt x="10" y="0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5" y="2"/>
                      <a:pt x="6" y="3"/>
                    </a:cubicBezTo>
                    <a:cubicBezTo>
                      <a:pt x="7" y="3"/>
                      <a:pt x="8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3"/>
                      <a:pt x="11" y="3"/>
                    </a:cubicBezTo>
                    <a:cubicBezTo>
                      <a:pt x="11" y="3"/>
                      <a:pt x="12" y="3"/>
                      <a:pt x="13" y="3"/>
                    </a:cubicBezTo>
                    <a:cubicBezTo>
                      <a:pt x="14" y="3"/>
                      <a:pt x="15" y="4"/>
                      <a:pt x="15" y="6"/>
                    </a:cubicBezTo>
                    <a:cubicBezTo>
                      <a:pt x="16" y="7"/>
                      <a:pt x="16" y="9"/>
                      <a:pt x="14" y="10"/>
                    </a:cubicBezTo>
                    <a:cubicBezTo>
                      <a:pt x="12" y="10"/>
                      <a:pt x="11" y="11"/>
                      <a:pt x="10" y="12"/>
                    </a:cubicBezTo>
                    <a:cubicBezTo>
                      <a:pt x="8" y="12"/>
                      <a:pt x="7" y="13"/>
                      <a:pt x="6" y="12"/>
                    </a:cubicBezTo>
                    <a:cubicBezTo>
                      <a:pt x="6" y="12"/>
                      <a:pt x="7" y="11"/>
                      <a:pt x="7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4" y="12"/>
                      <a:pt x="4" y="12"/>
                    </a:cubicBezTo>
                    <a:cubicBezTo>
                      <a:pt x="4" y="13"/>
                      <a:pt x="6" y="13"/>
                      <a:pt x="6" y="13"/>
                    </a:cubicBezTo>
                    <a:cubicBezTo>
                      <a:pt x="7" y="13"/>
                      <a:pt x="8" y="13"/>
                      <a:pt x="9" y="13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4" y="12"/>
                      <a:pt x="15" y="12"/>
                      <a:pt x="16" y="11"/>
                    </a:cubicBezTo>
                    <a:cubicBezTo>
                      <a:pt x="16" y="11"/>
                      <a:pt x="17" y="11"/>
                      <a:pt x="17" y="10"/>
                    </a:cubicBezTo>
                    <a:close/>
                    <a:moveTo>
                      <a:pt x="6" y="6"/>
                    </a:moveTo>
                    <a:cubicBezTo>
                      <a:pt x="5" y="5"/>
                      <a:pt x="3" y="6"/>
                      <a:pt x="1" y="6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8"/>
                      <a:pt x="7" y="6"/>
                      <a:pt x="8" y="7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1" y="8"/>
                      <a:pt x="11" y="7"/>
                      <a:pt x="12" y="7"/>
                    </a:cubicBezTo>
                    <a:cubicBezTo>
                      <a:pt x="10" y="7"/>
                      <a:pt x="8" y="6"/>
                      <a:pt x="6" y="6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" name="Freeform 1645">
                <a:extLst>
                  <a:ext uri="{FF2B5EF4-FFF2-40B4-BE49-F238E27FC236}">
                    <a16:creationId xmlns:a16="http://schemas.microsoft.com/office/drawing/2014/main" id="{56265B87-2E11-4794-9C73-7D2BCFD7B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3351"/>
                <a:ext cx="11" cy="6"/>
              </a:xfrm>
              <a:custGeom>
                <a:avLst/>
                <a:gdLst>
                  <a:gd name="T0" fmla="*/ 35 w 7"/>
                  <a:gd name="T1" fmla="*/ 27 h 4"/>
                  <a:gd name="T2" fmla="*/ 35 w 7"/>
                  <a:gd name="T3" fmla="*/ 12 h 4"/>
                  <a:gd name="T4" fmla="*/ 66 w 7"/>
                  <a:gd name="T5" fmla="*/ 0 h 4"/>
                  <a:gd name="T6" fmla="*/ 49 w 7"/>
                  <a:gd name="T7" fmla="*/ 0 h 4"/>
                  <a:gd name="T8" fmla="*/ 35 w 7"/>
                  <a:gd name="T9" fmla="*/ 0 h 4"/>
                  <a:gd name="T10" fmla="*/ 20 w 7"/>
                  <a:gd name="T11" fmla="*/ 0 h 4"/>
                  <a:gd name="T12" fmla="*/ 20 w 7"/>
                  <a:gd name="T13" fmla="*/ 27 h 4"/>
                  <a:gd name="T14" fmla="*/ 31 w 7"/>
                  <a:gd name="T15" fmla="*/ 32 h 4"/>
                  <a:gd name="T16" fmla="*/ 35 w 7"/>
                  <a:gd name="T17" fmla="*/ 27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4" y="3"/>
                    </a:moveTo>
                    <a:cubicBezTo>
                      <a:pt x="3" y="3"/>
                      <a:pt x="3" y="1"/>
                      <a:pt x="4" y="1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0" y="2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" name="Freeform 1646">
                <a:extLst>
                  <a:ext uri="{FF2B5EF4-FFF2-40B4-BE49-F238E27FC236}">
                    <a16:creationId xmlns:a16="http://schemas.microsoft.com/office/drawing/2014/main" id="{A3DF3514-338F-4041-A745-7B7F1FF9D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356"/>
                <a:ext cx="14" cy="9"/>
              </a:xfrm>
              <a:custGeom>
                <a:avLst/>
                <a:gdLst>
                  <a:gd name="T0" fmla="*/ 53 w 9"/>
                  <a:gd name="T1" fmla="*/ 27 h 6"/>
                  <a:gd name="T2" fmla="*/ 34 w 9"/>
                  <a:gd name="T3" fmla="*/ 32 h 6"/>
                  <a:gd name="T4" fmla="*/ 19 w 9"/>
                  <a:gd name="T5" fmla="*/ 41 h 6"/>
                  <a:gd name="T6" fmla="*/ 12 w 9"/>
                  <a:gd name="T7" fmla="*/ 48 h 6"/>
                  <a:gd name="T8" fmla="*/ 0 w 9"/>
                  <a:gd name="T9" fmla="*/ 48 h 6"/>
                  <a:gd name="T10" fmla="*/ 19 w 9"/>
                  <a:gd name="T11" fmla="*/ 48 h 6"/>
                  <a:gd name="T12" fmla="*/ 73 w 9"/>
                  <a:gd name="T13" fmla="*/ 48 h 6"/>
                  <a:gd name="T14" fmla="*/ 73 w 9"/>
                  <a:gd name="T15" fmla="*/ 32 h 6"/>
                  <a:gd name="T16" fmla="*/ 73 w 9"/>
                  <a:gd name="T17" fmla="*/ 27 h 6"/>
                  <a:gd name="T18" fmla="*/ 73 w 9"/>
                  <a:gd name="T19" fmla="*/ 27 h 6"/>
                  <a:gd name="T20" fmla="*/ 73 w 9"/>
                  <a:gd name="T21" fmla="*/ 18 h 6"/>
                  <a:gd name="T22" fmla="*/ 47 w 9"/>
                  <a:gd name="T23" fmla="*/ 12 h 6"/>
                  <a:gd name="T24" fmla="*/ 34 w 9"/>
                  <a:gd name="T25" fmla="*/ 0 h 6"/>
                  <a:gd name="T26" fmla="*/ 34 w 9"/>
                  <a:gd name="T27" fmla="*/ 0 h 6"/>
                  <a:gd name="T28" fmla="*/ 53 w 9"/>
                  <a:gd name="T29" fmla="*/ 27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" h="6">
                    <a:moveTo>
                      <a:pt x="6" y="3"/>
                    </a:moveTo>
                    <a:cubicBezTo>
                      <a:pt x="6" y="4"/>
                      <a:pt x="6" y="4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4" y="6"/>
                      <a:pt x="6" y="6"/>
                      <a:pt x="8" y="6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" name="Freeform 1647">
                <a:extLst>
                  <a:ext uri="{FF2B5EF4-FFF2-40B4-BE49-F238E27FC236}">
                    <a16:creationId xmlns:a16="http://schemas.microsoft.com/office/drawing/2014/main" id="{19E28526-C7B0-4520-9F7A-9ED2CB412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3365"/>
                <a:ext cx="6" cy="8"/>
              </a:xfrm>
              <a:custGeom>
                <a:avLst/>
                <a:gdLst>
                  <a:gd name="T0" fmla="*/ 0 w 4"/>
                  <a:gd name="T1" fmla="*/ 54 h 5"/>
                  <a:gd name="T2" fmla="*/ 18 w 4"/>
                  <a:gd name="T3" fmla="*/ 34 h 5"/>
                  <a:gd name="T4" fmla="*/ 27 w 4"/>
                  <a:gd name="T5" fmla="*/ 21 h 5"/>
                  <a:gd name="T6" fmla="*/ 27 w 4"/>
                  <a:gd name="T7" fmla="*/ 21 h 5"/>
                  <a:gd name="T8" fmla="*/ 32 w 4"/>
                  <a:gd name="T9" fmla="*/ 21 h 5"/>
                  <a:gd name="T10" fmla="*/ 18 w 4"/>
                  <a:gd name="T11" fmla="*/ 13 h 5"/>
                  <a:gd name="T12" fmla="*/ 12 w 4"/>
                  <a:gd name="T13" fmla="*/ 0 h 5"/>
                  <a:gd name="T14" fmla="*/ 0 w 4"/>
                  <a:gd name="T15" fmla="*/ 13 h 5"/>
                  <a:gd name="T16" fmla="*/ 0 w 4"/>
                  <a:gd name="T17" fmla="*/ 54 h 5"/>
                  <a:gd name="T18" fmla="*/ 0 w 4"/>
                  <a:gd name="T19" fmla="*/ 54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5"/>
                      <a:pt x="2" y="4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" name="Freeform 1648">
                <a:extLst>
                  <a:ext uri="{FF2B5EF4-FFF2-40B4-BE49-F238E27FC236}">
                    <a16:creationId xmlns:a16="http://schemas.microsoft.com/office/drawing/2014/main" id="{30A10CAD-CBA9-4A03-80E9-207CF7E9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3370"/>
                <a:ext cx="22" cy="8"/>
              </a:xfrm>
              <a:custGeom>
                <a:avLst/>
                <a:gdLst>
                  <a:gd name="T0" fmla="*/ 77 w 14"/>
                  <a:gd name="T1" fmla="*/ 54 h 5"/>
                  <a:gd name="T2" fmla="*/ 121 w 14"/>
                  <a:gd name="T3" fmla="*/ 34 h 5"/>
                  <a:gd name="T4" fmla="*/ 121 w 14"/>
                  <a:gd name="T5" fmla="*/ 13 h 5"/>
                  <a:gd name="T6" fmla="*/ 86 w 14"/>
                  <a:gd name="T7" fmla="*/ 13 h 5"/>
                  <a:gd name="T8" fmla="*/ 13 w 14"/>
                  <a:gd name="T9" fmla="*/ 21 h 5"/>
                  <a:gd name="T10" fmla="*/ 0 w 14"/>
                  <a:gd name="T11" fmla="*/ 21 h 5"/>
                  <a:gd name="T12" fmla="*/ 66 w 14"/>
                  <a:gd name="T13" fmla="*/ 21 h 5"/>
                  <a:gd name="T14" fmla="*/ 77 w 14"/>
                  <a:gd name="T15" fmla="*/ 54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">
                    <a:moveTo>
                      <a:pt x="8" y="5"/>
                    </a:moveTo>
                    <a:cubicBezTo>
                      <a:pt x="9" y="4"/>
                      <a:pt x="11" y="4"/>
                      <a:pt x="13" y="3"/>
                    </a:cubicBezTo>
                    <a:cubicBezTo>
                      <a:pt x="13" y="3"/>
                      <a:pt x="14" y="2"/>
                      <a:pt x="13" y="1"/>
                    </a:cubicBezTo>
                    <a:cubicBezTo>
                      <a:pt x="12" y="0"/>
                      <a:pt x="11" y="1"/>
                      <a:pt x="9" y="1"/>
                    </a:cubicBezTo>
                    <a:cubicBezTo>
                      <a:pt x="7" y="1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5" y="2"/>
                      <a:pt x="7" y="2"/>
                    </a:cubicBezTo>
                    <a:cubicBezTo>
                      <a:pt x="8" y="3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" name="Freeform 1649">
                <a:extLst>
                  <a:ext uri="{FF2B5EF4-FFF2-40B4-BE49-F238E27FC236}">
                    <a16:creationId xmlns:a16="http://schemas.microsoft.com/office/drawing/2014/main" id="{6A16872F-86D0-4C84-9BA2-DA7AE86D0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378"/>
                <a:ext cx="26" cy="13"/>
              </a:xfrm>
              <a:custGeom>
                <a:avLst/>
                <a:gdLst>
                  <a:gd name="T0" fmla="*/ 142 w 17"/>
                  <a:gd name="T1" fmla="*/ 68 h 8"/>
                  <a:gd name="T2" fmla="*/ 142 w 17"/>
                  <a:gd name="T3" fmla="*/ 68 h 8"/>
                  <a:gd name="T4" fmla="*/ 127 w 17"/>
                  <a:gd name="T5" fmla="*/ 21 h 8"/>
                  <a:gd name="T6" fmla="*/ 115 w 17"/>
                  <a:gd name="T7" fmla="*/ 13 h 8"/>
                  <a:gd name="T8" fmla="*/ 28 w 17"/>
                  <a:gd name="T9" fmla="*/ 21 h 8"/>
                  <a:gd name="T10" fmla="*/ 28 w 17"/>
                  <a:gd name="T11" fmla="*/ 21 h 8"/>
                  <a:gd name="T12" fmla="*/ 28 w 17"/>
                  <a:gd name="T13" fmla="*/ 21 h 8"/>
                  <a:gd name="T14" fmla="*/ 0 w 17"/>
                  <a:gd name="T15" fmla="*/ 34 h 8"/>
                  <a:gd name="T16" fmla="*/ 32 w 17"/>
                  <a:gd name="T17" fmla="*/ 47 h 8"/>
                  <a:gd name="T18" fmla="*/ 83 w 17"/>
                  <a:gd name="T19" fmla="*/ 34 h 8"/>
                  <a:gd name="T20" fmla="*/ 93 w 17"/>
                  <a:gd name="T21" fmla="*/ 68 h 8"/>
                  <a:gd name="T22" fmla="*/ 110 w 17"/>
                  <a:gd name="T23" fmla="*/ 76 h 8"/>
                  <a:gd name="T24" fmla="*/ 133 w 17"/>
                  <a:gd name="T25" fmla="*/ 89 h 8"/>
                  <a:gd name="T26" fmla="*/ 142 w 17"/>
                  <a:gd name="T27" fmla="*/ 68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8">
                    <a:moveTo>
                      <a:pt x="17" y="6"/>
                    </a:moveTo>
                    <a:cubicBezTo>
                      <a:pt x="17" y="6"/>
                      <a:pt x="17" y="6"/>
                      <a:pt x="17" y="6"/>
                    </a:cubicBezTo>
                    <a:cubicBezTo>
                      <a:pt x="16" y="5"/>
                      <a:pt x="15" y="4"/>
                      <a:pt x="15" y="2"/>
                    </a:cubicBezTo>
                    <a:cubicBezTo>
                      <a:pt x="15" y="2"/>
                      <a:pt x="14" y="2"/>
                      <a:pt x="14" y="1"/>
                    </a:cubicBezTo>
                    <a:cubicBezTo>
                      <a:pt x="13" y="0"/>
                      <a:pt x="4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6" y="4"/>
                      <a:pt x="9" y="3"/>
                      <a:pt x="10" y="3"/>
                    </a:cubicBezTo>
                    <a:cubicBezTo>
                      <a:pt x="12" y="3"/>
                      <a:pt x="14" y="7"/>
                      <a:pt x="11" y="6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4" y="7"/>
                      <a:pt x="15" y="8"/>
                      <a:pt x="16" y="8"/>
                    </a:cubicBezTo>
                    <a:cubicBezTo>
                      <a:pt x="16" y="7"/>
                      <a:pt x="17" y="7"/>
                      <a:pt x="17" y="6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" name="Freeform 1650">
                <a:extLst>
                  <a:ext uri="{FF2B5EF4-FFF2-40B4-BE49-F238E27FC236}">
                    <a16:creationId xmlns:a16="http://schemas.microsoft.com/office/drawing/2014/main" id="{F7BB8F69-04C2-4E88-A0E0-40A4DF306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394"/>
                <a:ext cx="36" cy="16"/>
              </a:xfrm>
              <a:custGeom>
                <a:avLst/>
                <a:gdLst>
                  <a:gd name="T0" fmla="*/ 169 w 23"/>
                  <a:gd name="T1" fmla="*/ 107 h 10"/>
                  <a:gd name="T2" fmla="*/ 169 w 23"/>
                  <a:gd name="T3" fmla="*/ 107 h 10"/>
                  <a:gd name="T4" fmla="*/ 203 w 23"/>
                  <a:gd name="T5" fmla="*/ 86 h 10"/>
                  <a:gd name="T6" fmla="*/ 216 w 23"/>
                  <a:gd name="T7" fmla="*/ 67 h 10"/>
                  <a:gd name="T8" fmla="*/ 203 w 23"/>
                  <a:gd name="T9" fmla="*/ 54 h 10"/>
                  <a:gd name="T10" fmla="*/ 199 w 23"/>
                  <a:gd name="T11" fmla="*/ 34 h 10"/>
                  <a:gd name="T12" fmla="*/ 189 w 23"/>
                  <a:gd name="T13" fmla="*/ 13 h 10"/>
                  <a:gd name="T14" fmla="*/ 161 w 23"/>
                  <a:gd name="T15" fmla="*/ 0 h 10"/>
                  <a:gd name="T16" fmla="*/ 95 w 23"/>
                  <a:gd name="T17" fmla="*/ 34 h 10"/>
                  <a:gd name="T18" fmla="*/ 31 w 23"/>
                  <a:gd name="T19" fmla="*/ 54 h 10"/>
                  <a:gd name="T20" fmla="*/ 31 w 23"/>
                  <a:gd name="T21" fmla="*/ 42 h 10"/>
                  <a:gd name="T22" fmla="*/ 31 w 23"/>
                  <a:gd name="T23" fmla="*/ 42 h 10"/>
                  <a:gd name="T24" fmla="*/ 0 w 23"/>
                  <a:gd name="T25" fmla="*/ 54 h 10"/>
                  <a:gd name="T26" fmla="*/ 20 w 23"/>
                  <a:gd name="T27" fmla="*/ 54 h 10"/>
                  <a:gd name="T28" fmla="*/ 49 w 23"/>
                  <a:gd name="T29" fmla="*/ 67 h 10"/>
                  <a:gd name="T30" fmla="*/ 121 w 23"/>
                  <a:gd name="T31" fmla="*/ 34 h 10"/>
                  <a:gd name="T32" fmla="*/ 189 w 23"/>
                  <a:gd name="T33" fmla="*/ 67 h 10"/>
                  <a:gd name="T34" fmla="*/ 169 w 23"/>
                  <a:gd name="T35" fmla="*/ 107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" h="10">
                    <a:moveTo>
                      <a:pt x="18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0" y="9"/>
                      <a:pt x="22" y="9"/>
                      <a:pt x="22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5" y="0"/>
                      <a:pt x="13" y="2"/>
                      <a:pt x="10" y="3"/>
                    </a:cubicBezTo>
                    <a:cubicBezTo>
                      <a:pt x="7" y="4"/>
                      <a:pt x="4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8" y="6"/>
                      <a:pt x="11" y="4"/>
                      <a:pt x="13" y="3"/>
                    </a:cubicBezTo>
                    <a:cubicBezTo>
                      <a:pt x="16" y="2"/>
                      <a:pt x="18" y="3"/>
                      <a:pt x="20" y="6"/>
                    </a:cubicBezTo>
                    <a:cubicBezTo>
                      <a:pt x="21" y="7"/>
                      <a:pt x="19" y="9"/>
                      <a:pt x="18" y="1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" name="Freeform 1651">
                <a:extLst>
                  <a:ext uri="{FF2B5EF4-FFF2-40B4-BE49-F238E27FC236}">
                    <a16:creationId xmlns:a16="http://schemas.microsoft.com/office/drawing/2014/main" id="{42D34C56-3228-4DB0-887A-35EF3E4D2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3410"/>
                <a:ext cx="25" cy="11"/>
              </a:xfrm>
              <a:custGeom>
                <a:avLst/>
                <a:gdLst>
                  <a:gd name="T0" fmla="*/ 148 w 16"/>
                  <a:gd name="T1" fmla="*/ 31 h 7"/>
                  <a:gd name="T2" fmla="*/ 148 w 16"/>
                  <a:gd name="T3" fmla="*/ 20 h 7"/>
                  <a:gd name="T4" fmla="*/ 114 w 16"/>
                  <a:gd name="T5" fmla="*/ 20 h 7"/>
                  <a:gd name="T6" fmla="*/ 34 w 16"/>
                  <a:gd name="T7" fmla="*/ 49 h 7"/>
                  <a:gd name="T8" fmla="*/ 34 w 16"/>
                  <a:gd name="T9" fmla="*/ 35 h 7"/>
                  <a:gd name="T10" fmla="*/ 31 w 16"/>
                  <a:gd name="T11" fmla="*/ 35 h 7"/>
                  <a:gd name="T12" fmla="*/ 0 w 16"/>
                  <a:gd name="T13" fmla="*/ 49 h 7"/>
                  <a:gd name="T14" fmla="*/ 20 w 16"/>
                  <a:gd name="T15" fmla="*/ 49 h 7"/>
                  <a:gd name="T16" fmla="*/ 48 w 16"/>
                  <a:gd name="T17" fmla="*/ 66 h 7"/>
                  <a:gd name="T18" fmla="*/ 83 w 16"/>
                  <a:gd name="T19" fmla="*/ 55 h 7"/>
                  <a:gd name="T20" fmla="*/ 117 w 16"/>
                  <a:gd name="T21" fmla="*/ 66 h 7"/>
                  <a:gd name="T22" fmla="*/ 114 w 16"/>
                  <a:gd name="T23" fmla="*/ 66 h 7"/>
                  <a:gd name="T24" fmla="*/ 148 w 16"/>
                  <a:gd name="T25" fmla="*/ 31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7">
                    <a:moveTo>
                      <a:pt x="16" y="3"/>
                    </a:moveTo>
                    <a:cubicBezTo>
                      <a:pt x="16" y="3"/>
                      <a:pt x="16" y="2"/>
                      <a:pt x="16" y="2"/>
                    </a:cubicBezTo>
                    <a:cubicBezTo>
                      <a:pt x="16" y="0"/>
                      <a:pt x="14" y="1"/>
                      <a:pt x="12" y="2"/>
                    </a:cubicBezTo>
                    <a:cubicBezTo>
                      <a:pt x="10" y="3"/>
                      <a:pt x="5" y="6"/>
                      <a:pt x="4" y="5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6" y="7"/>
                      <a:pt x="8" y="7"/>
                      <a:pt x="9" y="6"/>
                    </a:cubicBezTo>
                    <a:cubicBezTo>
                      <a:pt x="10" y="5"/>
                      <a:pt x="12" y="4"/>
                      <a:pt x="13" y="7"/>
                    </a:cubicBezTo>
                    <a:cubicBezTo>
                      <a:pt x="13" y="7"/>
                      <a:pt x="13" y="7"/>
                      <a:pt x="12" y="7"/>
                    </a:cubicBezTo>
                    <a:cubicBezTo>
                      <a:pt x="14" y="6"/>
                      <a:pt x="15" y="5"/>
                      <a:pt x="16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" name="Freeform 1652">
                <a:extLst>
                  <a:ext uri="{FF2B5EF4-FFF2-40B4-BE49-F238E27FC236}">
                    <a16:creationId xmlns:a16="http://schemas.microsoft.com/office/drawing/2014/main" id="{C653B644-06F1-4E32-99C0-365AE4732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342"/>
                <a:ext cx="13" cy="8"/>
              </a:xfrm>
              <a:custGeom>
                <a:avLst/>
                <a:gdLst>
                  <a:gd name="T0" fmla="*/ 76 w 8"/>
                  <a:gd name="T1" fmla="*/ 0 h 5"/>
                  <a:gd name="T2" fmla="*/ 47 w 8"/>
                  <a:gd name="T3" fmla="*/ 21 h 5"/>
                  <a:gd name="T4" fmla="*/ 0 w 8"/>
                  <a:gd name="T5" fmla="*/ 34 h 5"/>
                  <a:gd name="T6" fmla="*/ 21 w 8"/>
                  <a:gd name="T7" fmla="*/ 42 h 5"/>
                  <a:gd name="T8" fmla="*/ 55 w 8"/>
                  <a:gd name="T9" fmla="*/ 34 h 5"/>
                  <a:gd name="T10" fmla="*/ 68 w 8"/>
                  <a:gd name="T11" fmla="*/ 42 h 5"/>
                  <a:gd name="T12" fmla="*/ 68 w 8"/>
                  <a:gd name="T13" fmla="*/ 54 h 5"/>
                  <a:gd name="T14" fmla="*/ 89 w 8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7" y="0"/>
                    </a:moveTo>
                    <a:cubicBezTo>
                      <a:pt x="7" y="2"/>
                      <a:pt x="5" y="2"/>
                      <a:pt x="4" y="2"/>
                    </a:cubicBezTo>
                    <a:cubicBezTo>
                      <a:pt x="3" y="2"/>
                      <a:pt x="1" y="3"/>
                      <a:pt x="0" y="3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7" y="5"/>
                      <a:pt x="8" y="3"/>
                      <a:pt x="8" y="2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" name="Freeform 1653">
                <a:extLst>
                  <a:ext uri="{FF2B5EF4-FFF2-40B4-BE49-F238E27FC236}">
                    <a16:creationId xmlns:a16="http://schemas.microsoft.com/office/drawing/2014/main" id="{EAC280A5-05F6-4D83-B795-F2B5C821C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3398"/>
                <a:ext cx="9" cy="7"/>
              </a:xfrm>
              <a:custGeom>
                <a:avLst/>
                <a:gdLst>
                  <a:gd name="T0" fmla="*/ 18 w 6"/>
                  <a:gd name="T1" fmla="*/ 0 h 4"/>
                  <a:gd name="T2" fmla="*/ 0 w 6"/>
                  <a:gd name="T3" fmla="*/ 49 h 4"/>
                  <a:gd name="T4" fmla="*/ 12 w 6"/>
                  <a:gd name="T5" fmla="*/ 65 h 4"/>
                  <a:gd name="T6" fmla="*/ 32 w 6"/>
                  <a:gd name="T7" fmla="*/ 3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3" y="2"/>
                      <a:pt x="2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3" y="4"/>
                      <a:pt x="6" y="3"/>
                      <a:pt x="4" y="2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" name="Freeform 1654">
                <a:extLst>
                  <a:ext uri="{FF2B5EF4-FFF2-40B4-BE49-F238E27FC236}">
                    <a16:creationId xmlns:a16="http://schemas.microsoft.com/office/drawing/2014/main" id="{8A14538C-D043-4736-BD6A-894F44F6C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3402"/>
                <a:ext cx="5" cy="4"/>
              </a:xfrm>
              <a:custGeom>
                <a:avLst/>
                <a:gdLst>
                  <a:gd name="T0" fmla="*/ 0 w 3"/>
                  <a:gd name="T1" fmla="*/ 9 h 3"/>
                  <a:gd name="T2" fmla="*/ 13 w 3"/>
                  <a:gd name="T3" fmla="*/ 12 h 3"/>
                  <a:gd name="T4" fmla="*/ 37 w 3"/>
                  <a:gd name="T5" fmla="*/ 9 h 3"/>
                  <a:gd name="T6" fmla="*/ 22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2" y="1"/>
                      <a:pt x="2" y="0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" name="Freeform 1655">
                <a:extLst>
                  <a:ext uri="{FF2B5EF4-FFF2-40B4-BE49-F238E27FC236}">
                    <a16:creationId xmlns:a16="http://schemas.microsoft.com/office/drawing/2014/main" id="{3125FD05-240E-413C-9913-3675E9D85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411"/>
                <a:ext cx="8" cy="13"/>
              </a:xfrm>
              <a:custGeom>
                <a:avLst/>
                <a:gdLst>
                  <a:gd name="T0" fmla="*/ 54 w 5"/>
                  <a:gd name="T1" fmla="*/ 0 h 8"/>
                  <a:gd name="T2" fmla="*/ 34 w 5"/>
                  <a:gd name="T3" fmla="*/ 34 h 8"/>
                  <a:gd name="T4" fmla="*/ 54 w 5"/>
                  <a:gd name="T5" fmla="*/ 76 h 8"/>
                  <a:gd name="T6" fmla="*/ 13 w 5"/>
                  <a:gd name="T7" fmla="*/ 55 h 8"/>
                  <a:gd name="T8" fmla="*/ 21 w 5"/>
                  <a:gd name="T9" fmla="*/ 21 h 8"/>
                  <a:gd name="T10" fmla="*/ 34 w 5"/>
                  <a:gd name="T11" fmla="*/ 1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4" y="0"/>
                      <a:pt x="3" y="2"/>
                      <a:pt x="3" y="3"/>
                    </a:cubicBezTo>
                    <a:cubicBezTo>
                      <a:pt x="3" y="5"/>
                      <a:pt x="3" y="7"/>
                      <a:pt x="5" y="7"/>
                    </a:cubicBezTo>
                    <a:cubicBezTo>
                      <a:pt x="4" y="8"/>
                      <a:pt x="2" y="6"/>
                      <a:pt x="1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" name="Freeform 1656">
                <a:extLst>
                  <a:ext uri="{FF2B5EF4-FFF2-40B4-BE49-F238E27FC236}">
                    <a16:creationId xmlns:a16="http://schemas.microsoft.com/office/drawing/2014/main" id="{0FB235F4-0989-4E02-9C52-1118E9C8F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394"/>
                <a:ext cx="10" cy="11"/>
              </a:xfrm>
              <a:custGeom>
                <a:avLst/>
                <a:gdLst>
                  <a:gd name="T0" fmla="*/ 78 w 6"/>
                  <a:gd name="T1" fmla="*/ 0 h 7"/>
                  <a:gd name="T2" fmla="*/ 22 w 6"/>
                  <a:gd name="T3" fmla="*/ 31 h 7"/>
                  <a:gd name="T4" fmla="*/ 13 w 6"/>
                  <a:gd name="T5" fmla="*/ 66 h 7"/>
                  <a:gd name="T6" fmla="*/ 0 w 6"/>
                  <a:gd name="T7" fmla="*/ 31 h 7"/>
                  <a:gd name="T8" fmla="*/ 55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0"/>
                      <a:pt x="2" y="1"/>
                      <a:pt x="2" y="3"/>
                    </a:cubicBezTo>
                    <a:cubicBezTo>
                      <a:pt x="1" y="4"/>
                      <a:pt x="1" y="5"/>
                      <a:pt x="1" y="7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" name="Freeform 1657">
                <a:extLst>
                  <a:ext uri="{FF2B5EF4-FFF2-40B4-BE49-F238E27FC236}">
                    <a16:creationId xmlns:a16="http://schemas.microsoft.com/office/drawing/2014/main" id="{CFFC2435-FB6F-42AA-9C4B-2B7289F09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3416"/>
                <a:ext cx="6" cy="1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" name="Freeform 1658">
                <a:extLst>
                  <a:ext uri="{FF2B5EF4-FFF2-40B4-BE49-F238E27FC236}">
                    <a16:creationId xmlns:a16="http://schemas.microsoft.com/office/drawing/2014/main" id="{05799835-676F-4DAA-95FC-38B39037C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398"/>
                <a:ext cx="6" cy="4"/>
              </a:xfrm>
              <a:custGeom>
                <a:avLst/>
                <a:gdLst>
                  <a:gd name="T0" fmla="*/ 32 w 4"/>
                  <a:gd name="T1" fmla="*/ 0 h 2"/>
                  <a:gd name="T2" fmla="*/ 0 w 4"/>
                  <a:gd name="T3" fmla="*/ 6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2"/>
                      <a:pt x="1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" name="Freeform 1659">
                <a:extLst>
                  <a:ext uri="{FF2B5EF4-FFF2-40B4-BE49-F238E27FC236}">
                    <a16:creationId xmlns:a16="http://schemas.microsoft.com/office/drawing/2014/main" id="{27B907A2-2EF9-4CB7-9A70-B1B9741A7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380"/>
                <a:ext cx="6" cy="1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1"/>
                      <a:pt x="1" y="1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" name="Freeform 1660">
                <a:extLst>
                  <a:ext uri="{FF2B5EF4-FFF2-40B4-BE49-F238E27FC236}">
                    <a16:creationId xmlns:a16="http://schemas.microsoft.com/office/drawing/2014/main" id="{5A35F78F-000A-467C-AB19-C57DF131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362"/>
                <a:ext cx="6" cy="3"/>
              </a:xfrm>
              <a:custGeom>
                <a:avLst/>
                <a:gdLst>
                  <a:gd name="T0" fmla="*/ 32 w 4"/>
                  <a:gd name="T1" fmla="*/ 0 h 2"/>
                  <a:gd name="T2" fmla="*/ 0 w 4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" name="Freeform 1661">
                <a:extLst>
                  <a:ext uri="{FF2B5EF4-FFF2-40B4-BE49-F238E27FC236}">
                    <a16:creationId xmlns:a16="http://schemas.microsoft.com/office/drawing/2014/main" id="{2D9F780F-5B14-4641-9046-68414C9EC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3368"/>
                <a:ext cx="5" cy="5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2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2" y="3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" name="Freeform 1662">
                <a:extLst>
                  <a:ext uri="{FF2B5EF4-FFF2-40B4-BE49-F238E27FC236}">
                    <a16:creationId xmlns:a16="http://schemas.microsoft.com/office/drawing/2014/main" id="{DFDE1347-8279-49D6-97DF-8D05901CB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345"/>
                <a:ext cx="10" cy="3"/>
              </a:xfrm>
              <a:custGeom>
                <a:avLst/>
                <a:gdLst>
                  <a:gd name="T0" fmla="*/ 78 w 6"/>
                  <a:gd name="T1" fmla="*/ 0 h 2"/>
                  <a:gd name="T2" fmla="*/ 0 w 6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1"/>
                      <a:pt x="0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" name="Freeform 1663">
                <a:extLst>
                  <a:ext uri="{FF2B5EF4-FFF2-40B4-BE49-F238E27FC236}">
                    <a16:creationId xmlns:a16="http://schemas.microsoft.com/office/drawing/2014/main" id="{B7C1E713-5055-493E-9DF4-142E87983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350"/>
                <a:ext cx="12" cy="6"/>
              </a:xfrm>
              <a:custGeom>
                <a:avLst/>
                <a:gdLst>
                  <a:gd name="T0" fmla="*/ 41 w 8"/>
                  <a:gd name="T1" fmla="*/ 0 h 4"/>
                  <a:gd name="T2" fmla="*/ 0 w 8"/>
                  <a:gd name="T3" fmla="*/ 18 h 4"/>
                  <a:gd name="T4" fmla="*/ 41 w 8"/>
                  <a:gd name="T5" fmla="*/ 27 h 4"/>
                  <a:gd name="T6" fmla="*/ 62 w 8"/>
                  <a:gd name="T7" fmla="*/ 1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3" y="3"/>
                      <a:pt x="5" y="3"/>
                    </a:cubicBezTo>
                    <a:cubicBezTo>
                      <a:pt x="6" y="4"/>
                      <a:pt x="7" y="3"/>
                      <a:pt x="8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" name="Freeform 1664">
                <a:extLst>
                  <a:ext uri="{FF2B5EF4-FFF2-40B4-BE49-F238E27FC236}">
                    <a16:creationId xmlns:a16="http://schemas.microsoft.com/office/drawing/2014/main" id="{E1A366B3-FC0B-4EE9-AB40-8A6202F98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3403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18 w 2"/>
                  <a:gd name="T3" fmla="*/ 1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2" y="1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" name="Freeform 1665">
                <a:extLst>
                  <a:ext uri="{FF2B5EF4-FFF2-40B4-BE49-F238E27FC236}">
                    <a16:creationId xmlns:a16="http://schemas.microsoft.com/office/drawing/2014/main" id="{48DB1BE1-100D-4EA8-B68C-27CAC4085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3386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18 w 2"/>
                  <a:gd name="T3" fmla="*/ 2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3"/>
                      <a:pt x="2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" name="Freeform 1666">
                <a:extLst>
                  <a:ext uri="{FF2B5EF4-FFF2-40B4-BE49-F238E27FC236}">
                    <a16:creationId xmlns:a16="http://schemas.microsoft.com/office/drawing/2014/main" id="{D3A60AF5-343A-4C3F-9CA0-4D64CFA9B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3326"/>
                <a:ext cx="65" cy="110"/>
              </a:xfrm>
              <a:custGeom>
                <a:avLst/>
                <a:gdLst>
                  <a:gd name="T0" fmla="*/ 327 w 41"/>
                  <a:gd name="T1" fmla="*/ 619 h 70"/>
                  <a:gd name="T2" fmla="*/ 360 w 41"/>
                  <a:gd name="T3" fmla="*/ 457 h 70"/>
                  <a:gd name="T4" fmla="*/ 271 w 41"/>
                  <a:gd name="T5" fmla="*/ 267 h 70"/>
                  <a:gd name="T6" fmla="*/ 239 w 41"/>
                  <a:gd name="T7" fmla="*/ 49 h 70"/>
                  <a:gd name="T8" fmla="*/ 33 w 41"/>
                  <a:gd name="T9" fmla="*/ 116 h 70"/>
                  <a:gd name="T10" fmla="*/ 68 w 41"/>
                  <a:gd name="T11" fmla="*/ 481 h 70"/>
                  <a:gd name="T12" fmla="*/ 327 w 41"/>
                  <a:gd name="T13" fmla="*/ 61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70">
                    <a:moveTo>
                      <a:pt x="33" y="65"/>
                    </a:moveTo>
                    <a:cubicBezTo>
                      <a:pt x="39" y="61"/>
                      <a:pt x="41" y="55"/>
                      <a:pt x="36" y="48"/>
                    </a:cubicBezTo>
                    <a:cubicBezTo>
                      <a:pt x="32" y="40"/>
                      <a:pt x="28" y="35"/>
                      <a:pt x="27" y="28"/>
                    </a:cubicBezTo>
                    <a:cubicBezTo>
                      <a:pt x="25" y="20"/>
                      <a:pt x="30" y="10"/>
                      <a:pt x="24" y="5"/>
                    </a:cubicBezTo>
                    <a:cubicBezTo>
                      <a:pt x="19" y="0"/>
                      <a:pt x="7" y="1"/>
                      <a:pt x="3" y="12"/>
                    </a:cubicBezTo>
                    <a:cubicBezTo>
                      <a:pt x="0" y="23"/>
                      <a:pt x="0" y="36"/>
                      <a:pt x="7" y="50"/>
                    </a:cubicBezTo>
                    <a:cubicBezTo>
                      <a:pt x="12" y="61"/>
                      <a:pt x="21" y="70"/>
                      <a:pt x="33" y="6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" name="Freeform 1667">
                <a:extLst>
                  <a:ext uri="{FF2B5EF4-FFF2-40B4-BE49-F238E27FC236}">
                    <a16:creationId xmlns:a16="http://schemas.microsoft.com/office/drawing/2014/main" id="{86820620-3C92-4544-AF1D-DAD18F9D7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3331"/>
                <a:ext cx="58" cy="104"/>
              </a:xfrm>
              <a:custGeom>
                <a:avLst/>
                <a:gdLst>
                  <a:gd name="T0" fmla="*/ 34 w 37"/>
                  <a:gd name="T1" fmla="*/ 96 h 66"/>
                  <a:gd name="T2" fmla="*/ 116 w 37"/>
                  <a:gd name="T3" fmla="*/ 13 h 66"/>
                  <a:gd name="T4" fmla="*/ 204 w 37"/>
                  <a:gd name="T5" fmla="*/ 32 h 66"/>
                  <a:gd name="T6" fmla="*/ 230 w 37"/>
                  <a:gd name="T7" fmla="*/ 151 h 66"/>
                  <a:gd name="T8" fmla="*/ 230 w 37"/>
                  <a:gd name="T9" fmla="*/ 238 h 66"/>
                  <a:gd name="T10" fmla="*/ 317 w 37"/>
                  <a:gd name="T11" fmla="*/ 419 h 66"/>
                  <a:gd name="T12" fmla="*/ 320 w 37"/>
                  <a:gd name="T13" fmla="*/ 436 h 66"/>
                  <a:gd name="T14" fmla="*/ 339 w 37"/>
                  <a:gd name="T15" fmla="*/ 536 h 66"/>
                  <a:gd name="T16" fmla="*/ 298 w 37"/>
                  <a:gd name="T17" fmla="*/ 586 h 66"/>
                  <a:gd name="T18" fmla="*/ 285 w 37"/>
                  <a:gd name="T19" fmla="*/ 591 h 66"/>
                  <a:gd name="T20" fmla="*/ 66 w 37"/>
                  <a:gd name="T21" fmla="*/ 457 h 66"/>
                  <a:gd name="T22" fmla="*/ 34 w 37"/>
                  <a:gd name="T23" fmla="*/ 96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66">
                    <a:moveTo>
                      <a:pt x="4" y="10"/>
                    </a:moveTo>
                    <a:cubicBezTo>
                      <a:pt x="5" y="5"/>
                      <a:pt x="8" y="2"/>
                      <a:pt x="12" y="1"/>
                    </a:cubicBezTo>
                    <a:cubicBezTo>
                      <a:pt x="16" y="0"/>
                      <a:pt x="20" y="1"/>
                      <a:pt x="22" y="3"/>
                    </a:cubicBezTo>
                    <a:cubicBezTo>
                      <a:pt x="25" y="6"/>
                      <a:pt x="25" y="11"/>
                      <a:pt x="24" y="16"/>
                    </a:cubicBezTo>
                    <a:cubicBezTo>
                      <a:pt x="24" y="19"/>
                      <a:pt x="24" y="22"/>
                      <a:pt x="24" y="25"/>
                    </a:cubicBezTo>
                    <a:cubicBezTo>
                      <a:pt x="26" y="32"/>
                      <a:pt x="29" y="37"/>
                      <a:pt x="33" y="43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6" y="49"/>
                      <a:pt x="37" y="52"/>
                      <a:pt x="36" y="55"/>
                    </a:cubicBezTo>
                    <a:cubicBezTo>
                      <a:pt x="36" y="57"/>
                      <a:pt x="34" y="59"/>
                      <a:pt x="31" y="60"/>
                    </a:cubicBezTo>
                    <a:cubicBezTo>
                      <a:pt x="31" y="61"/>
                      <a:pt x="31" y="61"/>
                      <a:pt x="30" y="61"/>
                    </a:cubicBezTo>
                    <a:cubicBezTo>
                      <a:pt x="18" y="66"/>
                      <a:pt x="10" y="54"/>
                      <a:pt x="7" y="47"/>
                    </a:cubicBezTo>
                    <a:cubicBezTo>
                      <a:pt x="1" y="35"/>
                      <a:pt x="0" y="22"/>
                      <a:pt x="4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" name="Freeform 1668">
                <a:extLst>
                  <a:ext uri="{FF2B5EF4-FFF2-40B4-BE49-F238E27FC236}">
                    <a16:creationId xmlns:a16="http://schemas.microsoft.com/office/drawing/2014/main" id="{412852C4-1A55-4F45-978D-BBB1A2A42A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9" y="3334"/>
                <a:ext cx="51" cy="93"/>
              </a:xfrm>
              <a:custGeom>
                <a:avLst/>
                <a:gdLst>
                  <a:gd name="T0" fmla="*/ 84 w 32"/>
                  <a:gd name="T1" fmla="*/ 20 h 59"/>
                  <a:gd name="T2" fmla="*/ 166 w 32"/>
                  <a:gd name="T3" fmla="*/ 68 h 59"/>
                  <a:gd name="T4" fmla="*/ 41 w 32"/>
                  <a:gd name="T5" fmla="*/ 55 h 59"/>
                  <a:gd name="T6" fmla="*/ 84 w 32"/>
                  <a:gd name="T7" fmla="*/ 87 h 59"/>
                  <a:gd name="T8" fmla="*/ 89 w 32"/>
                  <a:gd name="T9" fmla="*/ 96 h 59"/>
                  <a:gd name="T10" fmla="*/ 21 w 32"/>
                  <a:gd name="T11" fmla="*/ 150 h 59"/>
                  <a:gd name="T12" fmla="*/ 123 w 32"/>
                  <a:gd name="T13" fmla="*/ 172 h 59"/>
                  <a:gd name="T14" fmla="*/ 13 w 32"/>
                  <a:gd name="T15" fmla="*/ 285 h 59"/>
                  <a:gd name="T16" fmla="*/ 142 w 32"/>
                  <a:gd name="T17" fmla="*/ 320 h 59"/>
                  <a:gd name="T18" fmla="*/ 123 w 32"/>
                  <a:gd name="T19" fmla="*/ 355 h 59"/>
                  <a:gd name="T20" fmla="*/ 53 w 32"/>
                  <a:gd name="T21" fmla="*/ 427 h 59"/>
                  <a:gd name="T22" fmla="*/ 196 w 32"/>
                  <a:gd name="T23" fmla="*/ 427 h 59"/>
                  <a:gd name="T24" fmla="*/ 175 w 32"/>
                  <a:gd name="T25" fmla="*/ 470 h 59"/>
                  <a:gd name="T26" fmla="*/ 279 w 32"/>
                  <a:gd name="T27" fmla="*/ 556 h 59"/>
                  <a:gd name="T28" fmla="*/ 328 w 32"/>
                  <a:gd name="T29" fmla="*/ 490 h 59"/>
                  <a:gd name="T30" fmla="*/ 206 w 32"/>
                  <a:gd name="T31" fmla="*/ 504 h 59"/>
                  <a:gd name="T32" fmla="*/ 295 w 32"/>
                  <a:gd name="T33" fmla="*/ 419 h 59"/>
                  <a:gd name="T34" fmla="*/ 175 w 32"/>
                  <a:gd name="T35" fmla="*/ 388 h 59"/>
                  <a:gd name="T36" fmla="*/ 185 w 32"/>
                  <a:gd name="T37" fmla="*/ 372 h 59"/>
                  <a:gd name="T38" fmla="*/ 214 w 32"/>
                  <a:gd name="T39" fmla="*/ 285 h 59"/>
                  <a:gd name="T40" fmla="*/ 196 w 32"/>
                  <a:gd name="T41" fmla="*/ 254 h 59"/>
                  <a:gd name="T42" fmla="*/ 155 w 32"/>
                  <a:gd name="T43" fmla="*/ 224 h 59"/>
                  <a:gd name="T44" fmla="*/ 53 w 32"/>
                  <a:gd name="T45" fmla="*/ 216 h 59"/>
                  <a:gd name="T46" fmla="*/ 196 w 32"/>
                  <a:gd name="T47" fmla="*/ 197 h 59"/>
                  <a:gd name="T48" fmla="*/ 196 w 32"/>
                  <a:gd name="T49" fmla="*/ 150 h 59"/>
                  <a:gd name="T50" fmla="*/ 166 w 32"/>
                  <a:gd name="T51" fmla="*/ 117 h 59"/>
                  <a:gd name="T52" fmla="*/ 196 w 32"/>
                  <a:gd name="T53" fmla="*/ 32 h 59"/>
                  <a:gd name="T54" fmla="*/ 185 w 32"/>
                  <a:gd name="T55" fmla="*/ 32 h 59"/>
                  <a:gd name="T56" fmla="*/ 155 w 32"/>
                  <a:gd name="T57" fmla="*/ 107 h 59"/>
                  <a:gd name="T58" fmla="*/ 196 w 32"/>
                  <a:gd name="T59" fmla="*/ 151 h 59"/>
                  <a:gd name="T60" fmla="*/ 185 w 32"/>
                  <a:gd name="T61" fmla="*/ 184 h 59"/>
                  <a:gd name="T62" fmla="*/ 41 w 32"/>
                  <a:gd name="T63" fmla="*/ 216 h 59"/>
                  <a:gd name="T64" fmla="*/ 155 w 32"/>
                  <a:gd name="T65" fmla="*/ 236 h 59"/>
                  <a:gd name="T66" fmla="*/ 196 w 32"/>
                  <a:gd name="T67" fmla="*/ 254 h 59"/>
                  <a:gd name="T68" fmla="*/ 214 w 32"/>
                  <a:gd name="T69" fmla="*/ 290 h 59"/>
                  <a:gd name="T70" fmla="*/ 185 w 32"/>
                  <a:gd name="T71" fmla="*/ 355 h 59"/>
                  <a:gd name="T72" fmla="*/ 185 w 32"/>
                  <a:gd name="T73" fmla="*/ 400 h 59"/>
                  <a:gd name="T74" fmla="*/ 295 w 32"/>
                  <a:gd name="T75" fmla="*/ 419 h 59"/>
                  <a:gd name="T76" fmla="*/ 196 w 32"/>
                  <a:gd name="T77" fmla="*/ 504 h 59"/>
                  <a:gd name="T78" fmla="*/ 328 w 32"/>
                  <a:gd name="T79" fmla="*/ 490 h 59"/>
                  <a:gd name="T80" fmla="*/ 142 w 32"/>
                  <a:gd name="T81" fmla="*/ 536 h 59"/>
                  <a:gd name="T82" fmla="*/ 226 w 32"/>
                  <a:gd name="T83" fmla="*/ 449 h 59"/>
                  <a:gd name="T84" fmla="*/ 123 w 32"/>
                  <a:gd name="T85" fmla="*/ 457 h 59"/>
                  <a:gd name="T86" fmla="*/ 53 w 32"/>
                  <a:gd name="T87" fmla="*/ 408 h 59"/>
                  <a:gd name="T88" fmla="*/ 134 w 32"/>
                  <a:gd name="T89" fmla="*/ 355 h 59"/>
                  <a:gd name="T90" fmla="*/ 142 w 32"/>
                  <a:gd name="T91" fmla="*/ 311 h 59"/>
                  <a:gd name="T92" fmla="*/ 13 w 32"/>
                  <a:gd name="T93" fmla="*/ 203 h 59"/>
                  <a:gd name="T94" fmla="*/ 166 w 32"/>
                  <a:gd name="T95" fmla="*/ 169 h 59"/>
                  <a:gd name="T96" fmla="*/ 21 w 32"/>
                  <a:gd name="T97" fmla="*/ 125 h 59"/>
                  <a:gd name="T98" fmla="*/ 134 w 32"/>
                  <a:gd name="T99" fmla="*/ 96 h 59"/>
                  <a:gd name="T100" fmla="*/ 41 w 32"/>
                  <a:gd name="T101" fmla="*/ 79 h 59"/>
                  <a:gd name="T102" fmla="*/ 123 w 32"/>
                  <a:gd name="T103" fmla="*/ 68 h 59"/>
                  <a:gd name="T104" fmla="*/ 142 w 32"/>
                  <a:gd name="T105" fmla="*/ 35 h 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2" h="59">
                    <a:moveTo>
                      <a:pt x="19" y="3"/>
                    </a:moveTo>
                    <a:cubicBezTo>
                      <a:pt x="17" y="1"/>
                      <a:pt x="13" y="0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10" y="4"/>
                      <a:pt x="12" y="5"/>
                      <a:pt x="14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4" y="6"/>
                      <a:pt x="12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5"/>
                      <a:pt x="6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5" y="9"/>
                      <a:pt x="6" y="9"/>
                      <a:pt x="8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0"/>
                      <a:pt x="10" y="10"/>
                      <a:pt x="9" y="10"/>
                    </a:cubicBezTo>
                    <a:cubicBezTo>
                      <a:pt x="8" y="10"/>
                      <a:pt x="6" y="10"/>
                      <a:pt x="5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1" y="12"/>
                      <a:pt x="1" y="12"/>
                    </a:cubicBezTo>
                    <a:cubicBezTo>
                      <a:pt x="1" y="13"/>
                      <a:pt x="1" y="14"/>
                      <a:pt x="2" y="15"/>
                    </a:cubicBezTo>
                    <a:cubicBezTo>
                      <a:pt x="3" y="15"/>
                      <a:pt x="5" y="15"/>
                      <a:pt x="8" y="16"/>
                    </a:cubicBezTo>
                    <a:cubicBezTo>
                      <a:pt x="11" y="16"/>
                      <a:pt x="15" y="16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8"/>
                      <a:pt x="15" y="18"/>
                      <a:pt x="12" y="18"/>
                    </a:cubicBezTo>
                    <a:cubicBezTo>
                      <a:pt x="10" y="18"/>
                      <a:pt x="5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1" y="20"/>
                      <a:pt x="1" y="20"/>
                      <a:pt x="0" y="21"/>
                    </a:cubicBezTo>
                    <a:cubicBezTo>
                      <a:pt x="0" y="24"/>
                      <a:pt x="0" y="26"/>
                      <a:pt x="1" y="29"/>
                    </a:cubicBezTo>
                    <a:cubicBezTo>
                      <a:pt x="1" y="30"/>
                      <a:pt x="1" y="31"/>
                      <a:pt x="1" y="32"/>
                    </a:cubicBezTo>
                    <a:cubicBezTo>
                      <a:pt x="2" y="34"/>
                      <a:pt x="3" y="35"/>
                      <a:pt x="4" y="35"/>
                    </a:cubicBezTo>
                    <a:cubicBezTo>
                      <a:pt x="6" y="36"/>
                      <a:pt x="10" y="35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3"/>
                      <a:pt x="17" y="32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5"/>
                      <a:pt x="16" y="36"/>
                      <a:pt x="13" y="36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8" y="38"/>
                      <a:pt x="6" y="39"/>
                      <a:pt x="5" y="40"/>
                    </a:cubicBezTo>
                    <a:cubicBezTo>
                      <a:pt x="4" y="40"/>
                      <a:pt x="4" y="42"/>
                      <a:pt x="5" y="42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7" y="47"/>
                      <a:pt x="8" y="47"/>
                    </a:cubicBezTo>
                    <a:cubicBezTo>
                      <a:pt x="9" y="48"/>
                      <a:pt x="11" y="48"/>
                      <a:pt x="12" y="48"/>
                    </a:cubicBezTo>
                    <a:cubicBezTo>
                      <a:pt x="15" y="46"/>
                      <a:pt x="17" y="45"/>
                      <a:pt x="19" y="44"/>
                    </a:cubicBezTo>
                    <a:cubicBezTo>
                      <a:pt x="21" y="43"/>
                      <a:pt x="22" y="43"/>
                      <a:pt x="22" y="43"/>
                    </a:cubicBezTo>
                    <a:cubicBezTo>
                      <a:pt x="22" y="43"/>
                      <a:pt x="22" y="44"/>
                      <a:pt x="22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0" y="46"/>
                      <a:pt x="19" y="47"/>
                      <a:pt x="17" y="48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51"/>
                      <a:pt x="12" y="52"/>
                      <a:pt x="12" y="53"/>
                    </a:cubicBezTo>
                    <a:cubicBezTo>
                      <a:pt x="12" y="55"/>
                      <a:pt x="13" y="55"/>
                      <a:pt x="13" y="55"/>
                    </a:cubicBezTo>
                    <a:cubicBezTo>
                      <a:pt x="17" y="58"/>
                      <a:pt x="22" y="59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30" y="55"/>
                      <a:pt x="32" y="53"/>
                      <a:pt x="32" y="51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1" y="48"/>
                      <a:pt x="29" y="49"/>
                      <a:pt x="28" y="50"/>
                    </a:cubicBezTo>
                    <a:cubicBezTo>
                      <a:pt x="22" y="54"/>
                      <a:pt x="20" y="53"/>
                      <a:pt x="20" y="52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1"/>
                      <a:pt x="24" y="50"/>
                      <a:pt x="26" y="48"/>
                    </a:cubicBezTo>
                    <a:cubicBezTo>
                      <a:pt x="28" y="48"/>
                      <a:pt x="29" y="47"/>
                      <a:pt x="29" y="47"/>
                    </a:cubicBezTo>
                    <a:cubicBezTo>
                      <a:pt x="30" y="46"/>
                      <a:pt x="31" y="45"/>
                      <a:pt x="30" y="44"/>
                    </a:cubicBezTo>
                    <a:cubicBezTo>
                      <a:pt x="30" y="44"/>
                      <a:pt x="29" y="43"/>
                      <a:pt x="29" y="43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38"/>
                      <a:pt x="25" y="37"/>
                      <a:pt x="24" y="37"/>
                    </a:cubicBezTo>
                    <a:cubicBezTo>
                      <a:pt x="23" y="38"/>
                      <a:pt x="21" y="39"/>
                      <a:pt x="19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2" y="43"/>
                      <a:pt x="11" y="43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1"/>
                      <a:pt x="13" y="40"/>
                      <a:pt x="15" y="39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22" y="37"/>
                      <a:pt x="24" y="36"/>
                      <a:pt x="24" y="35"/>
                    </a:cubicBezTo>
                    <a:cubicBezTo>
                      <a:pt x="24" y="35"/>
                      <a:pt x="24" y="34"/>
                      <a:pt x="24" y="34"/>
                    </a:cubicBezTo>
                    <a:cubicBezTo>
                      <a:pt x="23" y="33"/>
                      <a:pt x="23" y="31"/>
                      <a:pt x="22" y="30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8"/>
                      <a:pt x="18" y="29"/>
                      <a:pt x="16" y="29"/>
                    </a:cubicBezTo>
                    <a:cubicBezTo>
                      <a:pt x="14" y="30"/>
                      <a:pt x="11" y="31"/>
                      <a:pt x="11" y="30"/>
                    </a:cubicBezTo>
                    <a:cubicBezTo>
                      <a:pt x="11" y="29"/>
                      <a:pt x="13" y="28"/>
                      <a:pt x="15" y="28"/>
                    </a:cubicBezTo>
                    <a:cubicBezTo>
                      <a:pt x="16" y="27"/>
                      <a:pt x="18" y="27"/>
                      <a:pt x="19" y="26"/>
                    </a:cubicBezTo>
                    <a:cubicBezTo>
                      <a:pt x="19" y="26"/>
                      <a:pt x="20" y="26"/>
                      <a:pt x="20" y="25"/>
                    </a:cubicBezTo>
                    <a:cubicBezTo>
                      <a:pt x="20" y="25"/>
                      <a:pt x="20" y="24"/>
                      <a:pt x="19" y="24"/>
                    </a:cubicBezTo>
                    <a:cubicBezTo>
                      <a:pt x="18" y="23"/>
                      <a:pt x="17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1" y="24"/>
                      <a:pt x="8" y="24"/>
                      <a:pt x="7" y="24"/>
                    </a:cubicBezTo>
                    <a:cubicBezTo>
                      <a:pt x="6" y="24"/>
                      <a:pt x="5" y="24"/>
                      <a:pt x="5" y="23"/>
                    </a:cubicBezTo>
                    <a:cubicBezTo>
                      <a:pt x="4" y="23"/>
                      <a:pt x="5" y="22"/>
                      <a:pt x="5" y="22"/>
                    </a:cubicBezTo>
                    <a:cubicBezTo>
                      <a:pt x="5" y="21"/>
                      <a:pt x="9" y="21"/>
                      <a:pt x="12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5" y="21"/>
                      <a:pt x="17" y="21"/>
                      <a:pt x="19" y="20"/>
                    </a:cubicBezTo>
                    <a:cubicBezTo>
                      <a:pt x="20" y="20"/>
                      <a:pt x="20" y="19"/>
                      <a:pt x="20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8" y="15"/>
                      <a:pt x="17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4"/>
                      <a:pt x="15" y="14"/>
                      <a:pt x="15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7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2"/>
                      <a:pt x="21" y="11"/>
                      <a:pt x="21" y="10"/>
                    </a:cubicBezTo>
                    <a:cubicBezTo>
                      <a:pt x="21" y="7"/>
                      <a:pt x="21" y="5"/>
                      <a:pt x="19" y="3"/>
                    </a:cubicBezTo>
                    <a:close/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3" y="1"/>
                      <a:pt x="16" y="1"/>
                      <a:pt x="18" y="3"/>
                    </a:cubicBezTo>
                    <a:cubicBezTo>
                      <a:pt x="20" y="5"/>
                      <a:pt x="20" y="7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6" y="11"/>
                      <a:pt x="15" y="11"/>
                    </a:cubicBezTo>
                    <a:cubicBezTo>
                      <a:pt x="15" y="12"/>
                      <a:pt x="14" y="12"/>
                      <a:pt x="14" y="13"/>
                    </a:cubicBezTo>
                    <a:cubicBezTo>
                      <a:pt x="14" y="14"/>
                      <a:pt x="15" y="15"/>
                      <a:pt x="16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9" y="16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9"/>
                      <a:pt x="18" y="19"/>
                    </a:cubicBezTo>
                    <a:cubicBezTo>
                      <a:pt x="17" y="20"/>
                      <a:pt x="15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8" y="20"/>
                      <a:pt x="5" y="20"/>
                      <a:pt x="4" y="22"/>
                    </a:cubicBezTo>
                    <a:cubicBezTo>
                      <a:pt x="4" y="22"/>
                      <a:pt x="4" y="23"/>
                      <a:pt x="4" y="24"/>
                    </a:cubicBezTo>
                    <a:cubicBezTo>
                      <a:pt x="4" y="24"/>
                      <a:pt x="5" y="25"/>
                      <a:pt x="7" y="25"/>
                    </a:cubicBezTo>
                    <a:cubicBezTo>
                      <a:pt x="8" y="25"/>
                      <a:pt x="11" y="25"/>
                      <a:pt x="13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7" y="24"/>
                      <a:pt x="18" y="24"/>
                      <a:pt x="19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6"/>
                    </a:cubicBezTo>
                    <a:cubicBezTo>
                      <a:pt x="18" y="26"/>
                      <a:pt x="16" y="26"/>
                      <a:pt x="15" y="27"/>
                    </a:cubicBezTo>
                    <a:cubicBezTo>
                      <a:pt x="12" y="28"/>
                      <a:pt x="10" y="29"/>
                      <a:pt x="10" y="30"/>
                    </a:cubicBezTo>
                    <a:cubicBezTo>
                      <a:pt x="10" y="32"/>
                      <a:pt x="13" y="31"/>
                      <a:pt x="16" y="30"/>
                    </a:cubicBezTo>
                    <a:cubicBezTo>
                      <a:pt x="18" y="30"/>
                      <a:pt x="20" y="29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2" y="32"/>
                      <a:pt x="22" y="33"/>
                      <a:pt x="23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5"/>
                      <a:pt x="20" y="36"/>
                      <a:pt x="18" y="37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2" y="40"/>
                      <a:pt x="10" y="41"/>
                      <a:pt x="10" y="42"/>
                    </a:cubicBezTo>
                    <a:cubicBezTo>
                      <a:pt x="10" y="42"/>
                      <a:pt x="10" y="42"/>
                      <a:pt x="10" y="43"/>
                    </a:cubicBezTo>
                    <a:cubicBezTo>
                      <a:pt x="11" y="44"/>
                      <a:pt x="13" y="43"/>
                      <a:pt x="18" y="41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21" y="39"/>
                      <a:pt x="23" y="38"/>
                      <a:pt x="24" y="38"/>
                    </a:cubicBezTo>
                    <a:cubicBezTo>
                      <a:pt x="25" y="38"/>
                      <a:pt x="25" y="38"/>
                      <a:pt x="26" y="40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4"/>
                      <a:pt x="29" y="44"/>
                      <a:pt x="29" y="44"/>
                    </a:cubicBezTo>
                    <a:cubicBezTo>
                      <a:pt x="30" y="45"/>
                      <a:pt x="30" y="45"/>
                      <a:pt x="29" y="46"/>
                    </a:cubicBezTo>
                    <a:cubicBezTo>
                      <a:pt x="28" y="46"/>
                      <a:pt x="27" y="47"/>
                      <a:pt x="25" y="48"/>
                    </a:cubicBezTo>
                    <a:cubicBezTo>
                      <a:pt x="22" y="50"/>
                      <a:pt x="19" y="51"/>
                      <a:pt x="19" y="52"/>
                    </a:cubicBezTo>
                    <a:cubicBezTo>
                      <a:pt x="19" y="52"/>
                      <a:pt x="19" y="53"/>
                      <a:pt x="19" y="53"/>
                    </a:cubicBezTo>
                    <a:cubicBezTo>
                      <a:pt x="20" y="54"/>
                      <a:pt x="23" y="54"/>
                      <a:pt x="28" y="50"/>
                    </a:cubicBezTo>
                    <a:cubicBezTo>
                      <a:pt x="30" y="50"/>
                      <a:pt x="31" y="49"/>
                      <a:pt x="31" y="49"/>
                    </a:cubicBezTo>
                    <a:cubicBezTo>
                      <a:pt x="31" y="49"/>
                      <a:pt x="31" y="50"/>
                      <a:pt x="32" y="50"/>
                    </a:cubicBezTo>
                    <a:cubicBezTo>
                      <a:pt x="32" y="50"/>
                      <a:pt x="31" y="51"/>
                      <a:pt x="31" y="51"/>
                    </a:cubicBezTo>
                    <a:cubicBezTo>
                      <a:pt x="31" y="53"/>
                      <a:pt x="29" y="55"/>
                      <a:pt x="27" y="56"/>
                    </a:cubicBezTo>
                    <a:cubicBezTo>
                      <a:pt x="27" y="56"/>
                      <a:pt x="26" y="56"/>
                      <a:pt x="26" y="56"/>
                    </a:cubicBezTo>
                    <a:cubicBezTo>
                      <a:pt x="22" y="58"/>
                      <a:pt x="18" y="57"/>
                      <a:pt x="14" y="55"/>
                    </a:cubicBezTo>
                    <a:cubicBezTo>
                      <a:pt x="14" y="54"/>
                      <a:pt x="13" y="54"/>
                      <a:pt x="13" y="53"/>
                    </a:cubicBezTo>
                    <a:cubicBezTo>
                      <a:pt x="13" y="52"/>
                      <a:pt x="14" y="51"/>
                      <a:pt x="16" y="50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19" y="48"/>
                      <a:pt x="21" y="47"/>
                      <a:pt x="22" y="46"/>
                    </a:cubicBezTo>
                    <a:cubicBezTo>
                      <a:pt x="23" y="46"/>
                      <a:pt x="23" y="45"/>
                      <a:pt x="23" y="44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2" y="41"/>
                      <a:pt x="21" y="42"/>
                      <a:pt x="19" y="43"/>
                    </a:cubicBezTo>
                    <a:cubicBezTo>
                      <a:pt x="17" y="44"/>
                      <a:pt x="15" y="45"/>
                      <a:pt x="12" y="47"/>
                    </a:cubicBezTo>
                    <a:cubicBezTo>
                      <a:pt x="10" y="48"/>
                      <a:pt x="9" y="47"/>
                      <a:pt x="8" y="47"/>
                    </a:cubicBezTo>
                    <a:cubicBezTo>
                      <a:pt x="8" y="47"/>
                      <a:pt x="7" y="46"/>
                      <a:pt x="7" y="45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6" y="44"/>
                      <a:pt x="5" y="42"/>
                      <a:pt x="5" y="42"/>
                    </a:cubicBezTo>
                    <a:cubicBezTo>
                      <a:pt x="5" y="42"/>
                      <a:pt x="5" y="41"/>
                      <a:pt x="5" y="40"/>
                    </a:cubicBezTo>
                    <a:cubicBezTo>
                      <a:pt x="6" y="39"/>
                      <a:pt x="9" y="39"/>
                      <a:pt x="11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6" y="36"/>
                      <a:pt x="19" y="36"/>
                      <a:pt x="18" y="33"/>
                    </a:cubicBezTo>
                    <a:cubicBezTo>
                      <a:pt x="18" y="33"/>
                      <a:pt x="18" y="32"/>
                      <a:pt x="17" y="32"/>
                    </a:cubicBezTo>
                    <a:cubicBezTo>
                      <a:pt x="17" y="32"/>
                      <a:pt x="16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1" y="33"/>
                      <a:pt x="6" y="35"/>
                      <a:pt x="4" y="35"/>
                    </a:cubicBezTo>
                    <a:cubicBezTo>
                      <a:pt x="4" y="34"/>
                      <a:pt x="3" y="33"/>
                      <a:pt x="2" y="32"/>
                    </a:cubicBezTo>
                    <a:cubicBezTo>
                      <a:pt x="2" y="31"/>
                      <a:pt x="2" y="29"/>
                      <a:pt x="2" y="29"/>
                    </a:cubicBezTo>
                    <a:cubicBezTo>
                      <a:pt x="1" y="26"/>
                      <a:pt x="1" y="24"/>
                      <a:pt x="1" y="21"/>
                    </a:cubicBezTo>
                    <a:cubicBezTo>
                      <a:pt x="1" y="21"/>
                      <a:pt x="2" y="21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20"/>
                      <a:pt x="10" y="19"/>
                      <a:pt x="12" y="19"/>
                    </a:cubicBezTo>
                    <a:cubicBezTo>
                      <a:pt x="14" y="19"/>
                      <a:pt x="16" y="19"/>
                      <a:pt x="16" y="17"/>
                    </a:cubicBezTo>
                    <a:cubicBezTo>
                      <a:pt x="17" y="17"/>
                      <a:pt x="16" y="17"/>
                      <a:pt x="16" y="16"/>
                    </a:cubicBezTo>
                    <a:cubicBezTo>
                      <a:pt x="15" y="15"/>
                      <a:pt x="12" y="15"/>
                      <a:pt x="8" y="15"/>
                    </a:cubicBezTo>
                    <a:cubicBezTo>
                      <a:pt x="6" y="15"/>
                      <a:pt x="3" y="15"/>
                      <a:pt x="3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2" y="12"/>
                      <a:pt x="3" y="12"/>
                      <a:pt x="3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7" y="11"/>
                      <a:pt x="8" y="11"/>
                      <a:pt x="9" y="11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3" y="8"/>
                      <a:pt x="12" y="8"/>
                      <a:pt x="11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8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6" y="6"/>
                      <a:pt x="8" y="6"/>
                      <a:pt x="9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4" y="7"/>
                      <a:pt x="16" y="8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4"/>
                      <a:pt x="15" y="4"/>
                      <a:pt x="14" y="4"/>
                    </a:cubicBezTo>
                    <a:cubicBezTo>
                      <a:pt x="13" y="4"/>
                      <a:pt x="10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FB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" name="Freeform 1669">
                <a:extLst>
                  <a:ext uri="{FF2B5EF4-FFF2-40B4-BE49-F238E27FC236}">
                    <a16:creationId xmlns:a16="http://schemas.microsoft.com/office/drawing/2014/main" id="{4E5753D2-A004-4693-88B3-BDCCE560D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3334"/>
                <a:ext cx="51" cy="93"/>
              </a:xfrm>
              <a:custGeom>
                <a:avLst/>
                <a:gdLst>
                  <a:gd name="T0" fmla="*/ 104 w 32"/>
                  <a:gd name="T1" fmla="*/ 13 h 59"/>
                  <a:gd name="T2" fmla="*/ 84 w 32"/>
                  <a:gd name="T3" fmla="*/ 20 h 59"/>
                  <a:gd name="T4" fmla="*/ 142 w 32"/>
                  <a:gd name="T5" fmla="*/ 50 h 59"/>
                  <a:gd name="T6" fmla="*/ 166 w 32"/>
                  <a:gd name="T7" fmla="*/ 68 h 59"/>
                  <a:gd name="T8" fmla="*/ 123 w 32"/>
                  <a:gd name="T9" fmla="*/ 55 h 59"/>
                  <a:gd name="T10" fmla="*/ 41 w 32"/>
                  <a:gd name="T11" fmla="*/ 55 h 59"/>
                  <a:gd name="T12" fmla="*/ 33 w 32"/>
                  <a:gd name="T13" fmla="*/ 79 h 59"/>
                  <a:gd name="T14" fmla="*/ 84 w 32"/>
                  <a:gd name="T15" fmla="*/ 87 h 59"/>
                  <a:gd name="T16" fmla="*/ 116 w 32"/>
                  <a:gd name="T17" fmla="*/ 87 h 59"/>
                  <a:gd name="T18" fmla="*/ 89 w 32"/>
                  <a:gd name="T19" fmla="*/ 96 h 59"/>
                  <a:gd name="T20" fmla="*/ 33 w 32"/>
                  <a:gd name="T21" fmla="*/ 107 h 59"/>
                  <a:gd name="T22" fmla="*/ 21 w 32"/>
                  <a:gd name="T23" fmla="*/ 150 h 59"/>
                  <a:gd name="T24" fmla="*/ 166 w 32"/>
                  <a:gd name="T25" fmla="*/ 169 h 59"/>
                  <a:gd name="T26" fmla="*/ 123 w 32"/>
                  <a:gd name="T27" fmla="*/ 172 h 59"/>
                  <a:gd name="T28" fmla="*/ 33 w 32"/>
                  <a:gd name="T29" fmla="*/ 184 h 59"/>
                  <a:gd name="T30" fmla="*/ 13 w 32"/>
                  <a:gd name="T31" fmla="*/ 285 h 59"/>
                  <a:gd name="T32" fmla="*/ 41 w 32"/>
                  <a:gd name="T33" fmla="*/ 340 h 59"/>
                  <a:gd name="T34" fmla="*/ 142 w 32"/>
                  <a:gd name="T35" fmla="*/ 320 h 59"/>
                  <a:gd name="T36" fmla="*/ 175 w 32"/>
                  <a:gd name="T37" fmla="*/ 320 h 59"/>
                  <a:gd name="T38" fmla="*/ 123 w 32"/>
                  <a:gd name="T39" fmla="*/ 355 h 59"/>
                  <a:gd name="T40" fmla="*/ 53 w 32"/>
                  <a:gd name="T41" fmla="*/ 388 h 59"/>
                  <a:gd name="T42" fmla="*/ 53 w 32"/>
                  <a:gd name="T43" fmla="*/ 427 h 59"/>
                  <a:gd name="T44" fmla="*/ 84 w 32"/>
                  <a:gd name="T45" fmla="*/ 457 h 59"/>
                  <a:gd name="T46" fmla="*/ 196 w 32"/>
                  <a:gd name="T47" fmla="*/ 427 h 59"/>
                  <a:gd name="T48" fmla="*/ 226 w 32"/>
                  <a:gd name="T49" fmla="*/ 427 h 59"/>
                  <a:gd name="T50" fmla="*/ 175 w 32"/>
                  <a:gd name="T51" fmla="*/ 470 h 59"/>
                  <a:gd name="T52" fmla="*/ 123 w 32"/>
                  <a:gd name="T53" fmla="*/ 517 h 59"/>
                  <a:gd name="T54" fmla="*/ 279 w 32"/>
                  <a:gd name="T55" fmla="*/ 556 h 59"/>
                  <a:gd name="T56" fmla="*/ 279 w 32"/>
                  <a:gd name="T57" fmla="*/ 556 h 59"/>
                  <a:gd name="T58" fmla="*/ 328 w 32"/>
                  <a:gd name="T59" fmla="*/ 490 h 59"/>
                  <a:gd name="T60" fmla="*/ 292 w 32"/>
                  <a:gd name="T61" fmla="*/ 490 h 59"/>
                  <a:gd name="T62" fmla="*/ 206 w 32"/>
                  <a:gd name="T63" fmla="*/ 504 h 59"/>
                  <a:gd name="T64" fmla="*/ 295 w 32"/>
                  <a:gd name="T65" fmla="*/ 457 h 59"/>
                  <a:gd name="T66" fmla="*/ 295 w 32"/>
                  <a:gd name="T67" fmla="*/ 419 h 59"/>
                  <a:gd name="T68" fmla="*/ 247 w 32"/>
                  <a:gd name="T69" fmla="*/ 355 h 59"/>
                  <a:gd name="T70" fmla="*/ 175 w 32"/>
                  <a:gd name="T71" fmla="*/ 388 h 59"/>
                  <a:gd name="T72" fmla="*/ 116 w 32"/>
                  <a:gd name="T73" fmla="*/ 408 h 59"/>
                  <a:gd name="T74" fmla="*/ 185 w 32"/>
                  <a:gd name="T75" fmla="*/ 372 h 59"/>
                  <a:gd name="T76" fmla="*/ 247 w 32"/>
                  <a:gd name="T77" fmla="*/ 333 h 59"/>
                  <a:gd name="T78" fmla="*/ 214 w 32"/>
                  <a:gd name="T79" fmla="*/ 285 h 59"/>
                  <a:gd name="T80" fmla="*/ 116 w 32"/>
                  <a:gd name="T81" fmla="*/ 290 h 59"/>
                  <a:gd name="T82" fmla="*/ 196 w 32"/>
                  <a:gd name="T83" fmla="*/ 254 h 59"/>
                  <a:gd name="T84" fmla="*/ 196 w 32"/>
                  <a:gd name="T85" fmla="*/ 236 h 59"/>
                  <a:gd name="T86" fmla="*/ 155 w 32"/>
                  <a:gd name="T87" fmla="*/ 224 h 59"/>
                  <a:gd name="T88" fmla="*/ 73 w 32"/>
                  <a:gd name="T89" fmla="*/ 236 h 59"/>
                  <a:gd name="T90" fmla="*/ 53 w 32"/>
                  <a:gd name="T91" fmla="*/ 216 h 59"/>
                  <a:gd name="T92" fmla="*/ 134 w 32"/>
                  <a:gd name="T93" fmla="*/ 203 h 59"/>
                  <a:gd name="T94" fmla="*/ 196 w 32"/>
                  <a:gd name="T95" fmla="*/ 197 h 59"/>
                  <a:gd name="T96" fmla="*/ 206 w 32"/>
                  <a:gd name="T97" fmla="*/ 169 h 59"/>
                  <a:gd name="T98" fmla="*/ 196 w 32"/>
                  <a:gd name="T99" fmla="*/ 150 h 59"/>
                  <a:gd name="T100" fmla="*/ 166 w 32"/>
                  <a:gd name="T101" fmla="*/ 137 h 59"/>
                  <a:gd name="T102" fmla="*/ 166 w 32"/>
                  <a:gd name="T103" fmla="*/ 117 h 59"/>
                  <a:gd name="T104" fmla="*/ 196 w 32"/>
                  <a:gd name="T105" fmla="*/ 117 h 59"/>
                  <a:gd name="T106" fmla="*/ 196 w 32"/>
                  <a:gd name="T107" fmla="*/ 32 h 5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2" h="59">
                    <a:moveTo>
                      <a:pt x="19" y="3"/>
                    </a:moveTo>
                    <a:cubicBezTo>
                      <a:pt x="17" y="1"/>
                      <a:pt x="13" y="0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10" y="4"/>
                      <a:pt x="12" y="5"/>
                      <a:pt x="14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4" y="6"/>
                      <a:pt x="12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5"/>
                      <a:pt x="6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5" y="9"/>
                      <a:pt x="6" y="9"/>
                      <a:pt x="8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0"/>
                      <a:pt x="10" y="10"/>
                      <a:pt x="9" y="10"/>
                    </a:cubicBezTo>
                    <a:cubicBezTo>
                      <a:pt x="8" y="10"/>
                      <a:pt x="6" y="10"/>
                      <a:pt x="5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1" y="12"/>
                      <a:pt x="1" y="12"/>
                    </a:cubicBezTo>
                    <a:cubicBezTo>
                      <a:pt x="1" y="13"/>
                      <a:pt x="1" y="14"/>
                      <a:pt x="2" y="15"/>
                    </a:cubicBezTo>
                    <a:cubicBezTo>
                      <a:pt x="3" y="15"/>
                      <a:pt x="5" y="15"/>
                      <a:pt x="8" y="16"/>
                    </a:cubicBezTo>
                    <a:cubicBezTo>
                      <a:pt x="11" y="16"/>
                      <a:pt x="15" y="16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8"/>
                      <a:pt x="15" y="18"/>
                      <a:pt x="12" y="18"/>
                    </a:cubicBezTo>
                    <a:cubicBezTo>
                      <a:pt x="10" y="18"/>
                      <a:pt x="5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1" y="20"/>
                      <a:pt x="1" y="20"/>
                      <a:pt x="0" y="21"/>
                    </a:cubicBezTo>
                    <a:cubicBezTo>
                      <a:pt x="0" y="24"/>
                      <a:pt x="0" y="26"/>
                      <a:pt x="1" y="29"/>
                    </a:cubicBezTo>
                    <a:cubicBezTo>
                      <a:pt x="1" y="30"/>
                      <a:pt x="1" y="31"/>
                      <a:pt x="1" y="32"/>
                    </a:cubicBezTo>
                    <a:cubicBezTo>
                      <a:pt x="2" y="34"/>
                      <a:pt x="3" y="35"/>
                      <a:pt x="4" y="35"/>
                    </a:cubicBezTo>
                    <a:cubicBezTo>
                      <a:pt x="6" y="36"/>
                      <a:pt x="10" y="35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3"/>
                      <a:pt x="17" y="32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5"/>
                      <a:pt x="16" y="36"/>
                      <a:pt x="13" y="36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8" y="38"/>
                      <a:pt x="6" y="39"/>
                      <a:pt x="5" y="40"/>
                    </a:cubicBezTo>
                    <a:cubicBezTo>
                      <a:pt x="4" y="40"/>
                      <a:pt x="4" y="42"/>
                      <a:pt x="5" y="42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7" y="47"/>
                      <a:pt x="8" y="47"/>
                    </a:cubicBezTo>
                    <a:cubicBezTo>
                      <a:pt x="9" y="48"/>
                      <a:pt x="11" y="48"/>
                      <a:pt x="12" y="48"/>
                    </a:cubicBezTo>
                    <a:cubicBezTo>
                      <a:pt x="15" y="46"/>
                      <a:pt x="17" y="45"/>
                      <a:pt x="19" y="44"/>
                    </a:cubicBezTo>
                    <a:cubicBezTo>
                      <a:pt x="21" y="43"/>
                      <a:pt x="22" y="43"/>
                      <a:pt x="22" y="43"/>
                    </a:cubicBezTo>
                    <a:cubicBezTo>
                      <a:pt x="22" y="43"/>
                      <a:pt x="22" y="44"/>
                      <a:pt x="22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0" y="46"/>
                      <a:pt x="19" y="47"/>
                      <a:pt x="17" y="48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51"/>
                      <a:pt x="12" y="52"/>
                      <a:pt x="12" y="53"/>
                    </a:cubicBezTo>
                    <a:cubicBezTo>
                      <a:pt x="12" y="55"/>
                      <a:pt x="13" y="55"/>
                      <a:pt x="13" y="55"/>
                    </a:cubicBezTo>
                    <a:cubicBezTo>
                      <a:pt x="17" y="58"/>
                      <a:pt x="22" y="59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30" y="55"/>
                      <a:pt x="32" y="53"/>
                      <a:pt x="32" y="51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1" y="48"/>
                      <a:pt x="29" y="49"/>
                      <a:pt x="28" y="50"/>
                    </a:cubicBezTo>
                    <a:cubicBezTo>
                      <a:pt x="22" y="54"/>
                      <a:pt x="20" y="53"/>
                      <a:pt x="20" y="52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1"/>
                      <a:pt x="24" y="50"/>
                      <a:pt x="26" y="48"/>
                    </a:cubicBezTo>
                    <a:cubicBezTo>
                      <a:pt x="28" y="48"/>
                      <a:pt x="29" y="47"/>
                      <a:pt x="29" y="47"/>
                    </a:cubicBezTo>
                    <a:cubicBezTo>
                      <a:pt x="30" y="46"/>
                      <a:pt x="31" y="45"/>
                      <a:pt x="30" y="44"/>
                    </a:cubicBezTo>
                    <a:cubicBezTo>
                      <a:pt x="30" y="44"/>
                      <a:pt x="29" y="43"/>
                      <a:pt x="29" y="43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38"/>
                      <a:pt x="25" y="37"/>
                      <a:pt x="24" y="37"/>
                    </a:cubicBezTo>
                    <a:cubicBezTo>
                      <a:pt x="23" y="38"/>
                      <a:pt x="21" y="39"/>
                      <a:pt x="19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2" y="43"/>
                      <a:pt x="11" y="43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1"/>
                      <a:pt x="13" y="40"/>
                      <a:pt x="15" y="39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22" y="37"/>
                      <a:pt x="24" y="36"/>
                      <a:pt x="24" y="35"/>
                    </a:cubicBezTo>
                    <a:cubicBezTo>
                      <a:pt x="24" y="35"/>
                      <a:pt x="24" y="34"/>
                      <a:pt x="24" y="34"/>
                    </a:cubicBezTo>
                    <a:cubicBezTo>
                      <a:pt x="23" y="33"/>
                      <a:pt x="23" y="31"/>
                      <a:pt x="22" y="30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8"/>
                      <a:pt x="18" y="29"/>
                      <a:pt x="16" y="29"/>
                    </a:cubicBezTo>
                    <a:cubicBezTo>
                      <a:pt x="14" y="30"/>
                      <a:pt x="11" y="31"/>
                      <a:pt x="11" y="30"/>
                    </a:cubicBezTo>
                    <a:cubicBezTo>
                      <a:pt x="11" y="29"/>
                      <a:pt x="13" y="28"/>
                      <a:pt x="15" y="28"/>
                    </a:cubicBezTo>
                    <a:cubicBezTo>
                      <a:pt x="16" y="27"/>
                      <a:pt x="18" y="27"/>
                      <a:pt x="19" y="26"/>
                    </a:cubicBezTo>
                    <a:cubicBezTo>
                      <a:pt x="19" y="26"/>
                      <a:pt x="20" y="26"/>
                      <a:pt x="20" y="25"/>
                    </a:cubicBezTo>
                    <a:cubicBezTo>
                      <a:pt x="20" y="25"/>
                      <a:pt x="20" y="24"/>
                      <a:pt x="19" y="24"/>
                    </a:cubicBezTo>
                    <a:cubicBezTo>
                      <a:pt x="18" y="23"/>
                      <a:pt x="17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1" y="24"/>
                      <a:pt x="8" y="24"/>
                      <a:pt x="7" y="24"/>
                    </a:cubicBezTo>
                    <a:cubicBezTo>
                      <a:pt x="6" y="24"/>
                      <a:pt x="5" y="24"/>
                      <a:pt x="5" y="23"/>
                    </a:cubicBezTo>
                    <a:cubicBezTo>
                      <a:pt x="4" y="23"/>
                      <a:pt x="5" y="22"/>
                      <a:pt x="5" y="22"/>
                    </a:cubicBezTo>
                    <a:cubicBezTo>
                      <a:pt x="5" y="21"/>
                      <a:pt x="9" y="21"/>
                      <a:pt x="12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5" y="21"/>
                      <a:pt x="17" y="21"/>
                      <a:pt x="19" y="20"/>
                    </a:cubicBezTo>
                    <a:cubicBezTo>
                      <a:pt x="20" y="20"/>
                      <a:pt x="20" y="19"/>
                      <a:pt x="20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8" y="15"/>
                      <a:pt x="17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4"/>
                      <a:pt x="15" y="14"/>
                      <a:pt x="15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7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2"/>
                      <a:pt x="21" y="11"/>
                      <a:pt x="21" y="10"/>
                    </a:cubicBezTo>
                    <a:cubicBezTo>
                      <a:pt x="21" y="7"/>
                      <a:pt x="21" y="5"/>
                      <a:pt x="19" y="3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" name="Freeform 1670">
                <a:extLst>
                  <a:ext uri="{FF2B5EF4-FFF2-40B4-BE49-F238E27FC236}">
                    <a16:creationId xmlns:a16="http://schemas.microsoft.com/office/drawing/2014/main" id="{DAEED697-63CB-4768-BE95-15F498F33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3335"/>
                <a:ext cx="49" cy="90"/>
              </a:xfrm>
              <a:custGeom>
                <a:avLst/>
                <a:gdLst>
                  <a:gd name="T0" fmla="*/ 82 w 31"/>
                  <a:gd name="T1" fmla="*/ 13 h 57"/>
                  <a:gd name="T2" fmla="*/ 169 w 31"/>
                  <a:gd name="T3" fmla="*/ 21 h 57"/>
                  <a:gd name="T4" fmla="*/ 175 w 31"/>
                  <a:gd name="T5" fmla="*/ 98 h 57"/>
                  <a:gd name="T6" fmla="*/ 138 w 31"/>
                  <a:gd name="T7" fmla="*/ 98 h 57"/>
                  <a:gd name="T8" fmla="*/ 150 w 31"/>
                  <a:gd name="T9" fmla="*/ 137 h 57"/>
                  <a:gd name="T10" fmla="*/ 175 w 31"/>
                  <a:gd name="T11" fmla="*/ 150 h 57"/>
                  <a:gd name="T12" fmla="*/ 175 w 31"/>
                  <a:gd name="T13" fmla="*/ 155 h 57"/>
                  <a:gd name="T14" fmla="*/ 169 w 31"/>
                  <a:gd name="T15" fmla="*/ 172 h 57"/>
                  <a:gd name="T16" fmla="*/ 117 w 31"/>
                  <a:gd name="T17" fmla="*/ 185 h 57"/>
                  <a:gd name="T18" fmla="*/ 33 w 31"/>
                  <a:gd name="T19" fmla="*/ 204 h 57"/>
                  <a:gd name="T20" fmla="*/ 55 w 31"/>
                  <a:gd name="T21" fmla="*/ 237 h 57"/>
                  <a:gd name="T22" fmla="*/ 138 w 31"/>
                  <a:gd name="T23" fmla="*/ 224 h 57"/>
                  <a:gd name="T24" fmla="*/ 175 w 31"/>
                  <a:gd name="T25" fmla="*/ 224 h 57"/>
                  <a:gd name="T26" fmla="*/ 175 w 31"/>
                  <a:gd name="T27" fmla="*/ 245 h 57"/>
                  <a:gd name="T28" fmla="*/ 87 w 31"/>
                  <a:gd name="T29" fmla="*/ 287 h 57"/>
                  <a:gd name="T30" fmla="*/ 202 w 31"/>
                  <a:gd name="T31" fmla="*/ 287 h 57"/>
                  <a:gd name="T32" fmla="*/ 218 w 31"/>
                  <a:gd name="T33" fmla="*/ 322 h 57"/>
                  <a:gd name="T34" fmla="*/ 169 w 31"/>
                  <a:gd name="T35" fmla="*/ 354 h 57"/>
                  <a:gd name="T36" fmla="*/ 87 w 31"/>
                  <a:gd name="T37" fmla="*/ 406 h 57"/>
                  <a:gd name="T38" fmla="*/ 169 w 31"/>
                  <a:gd name="T39" fmla="*/ 388 h 57"/>
                  <a:gd name="T40" fmla="*/ 224 w 31"/>
                  <a:gd name="T41" fmla="*/ 362 h 57"/>
                  <a:gd name="T42" fmla="*/ 277 w 31"/>
                  <a:gd name="T43" fmla="*/ 409 h 57"/>
                  <a:gd name="T44" fmla="*/ 277 w 31"/>
                  <a:gd name="T45" fmla="*/ 441 h 57"/>
                  <a:gd name="T46" fmla="*/ 175 w 31"/>
                  <a:gd name="T47" fmla="*/ 504 h 57"/>
                  <a:gd name="T48" fmla="*/ 267 w 31"/>
                  <a:gd name="T49" fmla="*/ 482 h 57"/>
                  <a:gd name="T50" fmla="*/ 305 w 31"/>
                  <a:gd name="T51" fmla="*/ 482 h 57"/>
                  <a:gd name="T52" fmla="*/ 258 w 31"/>
                  <a:gd name="T53" fmla="*/ 538 h 57"/>
                  <a:gd name="T54" fmla="*/ 130 w 31"/>
                  <a:gd name="T55" fmla="*/ 529 h 57"/>
                  <a:gd name="T56" fmla="*/ 150 w 31"/>
                  <a:gd name="T57" fmla="*/ 482 h 57"/>
                  <a:gd name="T58" fmla="*/ 205 w 31"/>
                  <a:gd name="T59" fmla="*/ 441 h 57"/>
                  <a:gd name="T60" fmla="*/ 218 w 31"/>
                  <a:gd name="T61" fmla="*/ 409 h 57"/>
                  <a:gd name="T62" fmla="*/ 107 w 31"/>
                  <a:gd name="T63" fmla="*/ 453 h 57"/>
                  <a:gd name="T64" fmla="*/ 55 w 31"/>
                  <a:gd name="T65" fmla="*/ 429 h 57"/>
                  <a:gd name="T66" fmla="*/ 35 w 31"/>
                  <a:gd name="T67" fmla="*/ 406 h 57"/>
                  <a:gd name="T68" fmla="*/ 100 w 31"/>
                  <a:gd name="T69" fmla="*/ 362 h 57"/>
                  <a:gd name="T70" fmla="*/ 117 w 31"/>
                  <a:gd name="T71" fmla="*/ 354 h 57"/>
                  <a:gd name="T72" fmla="*/ 158 w 31"/>
                  <a:gd name="T73" fmla="*/ 305 h 57"/>
                  <a:gd name="T74" fmla="*/ 130 w 31"/>
                  <a:gd name="T75" fmla="*/ 305 h 57"/>
                  <a:gd name="T76" fmla="*/ 13 w 31"/>
                  <a:gd name="T77" fmla="*/ 305 h 57"/>
                  <a:gd name="T78" fmla="*/ 0 w 31"/>
                  <a:gd name="T79" fmla="*/ 202 h 57"/>
                  <a:gd name="T80" fmla="*/ 21 w 31"/>
                  <a:gd name="T81" fmla="*/ 185 h 57"/>
                  <a:gd name="T82" fmla="*/ 150 w 31"/>
                  <a:gd name="T83" fmla="*/ 155 h 57"/>
                  <a:gd name="T84" fmla="*/ 68 w 31"/>
                  <a:gd name="T85" fmla="*/ 137 h 57"/>
                  <a:gd name="T86" fmla="*/ 13 w 31"/>
                  <a:gd name="T87" fmla="*/ 117 h 57"/>
                  <a:gd name="T88" fmla="*/ 35 w 31"/>
                  <a:gd name="T89" fmla="*/ 98 h 57"/>
                  <a:gd name="T90" fmla="*/ 117 w 31"/>
                  <a:gd name="T91" fmla="*/ 87 h 57"/>
                  <a:gd name="T92" fmla="*/ 82 w 31"/>
                  <a:gd name="T93" fmla="*/ 68 h 57"/>
                  <a:gd name="T94" fmla="*/ 33 w 31"/>
                  <a:gd name="T95" fmla="*/ 68 h 57"/>
                  <a:gd name="T96" fmla="*/ 35 w 31"/>
                  <a:gd name="T97" fmla="*/ 55 h 57"/>
                  <a:gd name="T98" fmla="*/ 107 w 31"/>
                  <a:gd name="T99" fmla="*/ 55 h 57"/>
                  <a:gd name="T100" fmla="*/ 158 w 31"/>
                  <a:gd name="T101" fmla="*/ 55 h 57"/>
                  <a:gd name="T102" fmla="*/ 130 w 31"/>
                  <a:gd name="T103" fmla="*/ 33 h 57"/>
                  <a:gd name="T104" fmla="*/ 82 w 31"/>
                  <a:gd name="T105" fmla="*/ 13 h 5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1" h="57"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2" y="0"/>
                      <a:pt x="15" y="0"/>
                      <a:pt x="17" y="2"/>
                    </a:cubicBezTo>
                    <a:cubicBezTo>
                      <a:pt x="19" y="4"/>
                      <a:pt x="19" y="6"/>
                      <a:pt x="19" y="9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5" y="10"/>
                      <a:pt x="14" y="10"/>
                    </a:cubicBezTo>
                    <a:cubicBezTo>
                      <a:pt x="14" y="11"/>
                      <a:pt x="13" y="11"/>
                      <a:pt x="13" y="12"/>
                    </a:cubicBezTo>
                    <a:cubicBezTo>
                      <a:pt x="13" y="13"/>
                      <a:pt x="14" y="14"/>
                      <a:pt x="15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7" y="15"/>
                      <a:pt x="17" y="15"/>
                      <a:pt x="18" y="15"/>
                    </a:cubicBezTo>
                    <a:cubicBezTo>
                      <a:pt x="18" y="15"/>
                      <a:pt x="18" y="15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8"/>
                      <a:pt x="17" y="18"/>
                    </a:cubicBezTo>
                    <a:cubicBezTo>
                      <a:pt x="16" y="19"/>
                      <a:pt x="14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1" y="19"/>
                      <a:pt x="11" y="19"/>
                    </a:cubicBezTo>
                    <a:cubicBezTo>
                      <a:pt x="7" y="19"/>
                      <a:pt x="4" y="19"/>
                      <a:pt x="3" y="21"/>
                    </a:cubicBezTo>
                    <a:cubicBezTo>
                      <a:pt x="3" y="21"/>
                      <a:pt x="3" y="22"/>
                      <a:pt x="3" y="23"/>
                    </a:cubicBezTo>
                    <a:cubicBezTo>
                      <a:pt x="3" y="23"/>
                      <a:pt x="4" y="24"/>
                      <a:pt x="6" y="24"/>
                    </a:cubicBezTo>
                    <a:cubicBezTo>
                      <a:pt x="7" y="24"/>
                      <a:pt x="10" y="24"/>
                      <a:pt x="12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6" y="23"/>
                      <a:pt x="17" y="23"/>
                      <a:pt x="18" y="23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5"/>
                    </a:cubicBezTo>
                    <a:cubicBezTo>
                      <a:pt x="17" y="25"/>
                      <a:pt x="15" y="25"/>
                      <a:pt x="14" y="26"/>
                    </a:cubicBezTo>
                    <a:cubicBezTo>
                      <a:pt x="11" y="27"/>
                      <a:pt x="9" y="28"/>
                      <a:pt x="9" y="29"/>
                    </a:cubicBezTo>
                    <a:cubicBezTo>
                      <a:pt x="9" y="31"/>
                      <a:pt x="12" y="30"/>
                      <a:pt x="15" y="29"/>
                    </a:cubicBezTo>
                    <a:cubicBezTo>
                      <a:pt x="17" y="29"/>
                      <a:pt x="19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31"/>
                      <a:pt x="21" y="32"/>
                      <a:pt x="22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19" y="35"/>
                      <a:pt x="17" y="36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1" y="39"/>
                      <a:pt x="9" y="40"/>
                      <a:pt x="9" y="41"/>
                    </a:cubicBezTo>
                    <a:cubicBezTo>
                      <a:pt x="9" y="41"/>
                      <a:pt x="9" y="41"/>
                      <a:pt x="9" y="42"/>
                    </a:cubicBezTo>
                    <a:cubicBezTo>
                      <a:pt x="10" y="43"/>
                      <a:pt x="12" y="42"/>
                      <a:pt x="17" y="40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0" y="38"/>
                      <a:pt x="22" y="37"/>
                      <a:pt x="23" y="37"/>
                    </a:cubicBezTo>
                    <a:cubicBezTo>
                      <a:pt x="24" y="37"/>
                      <a:pt x="24" y="37"/>
                      <a:pt x="25" y="39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9" y="44"/>
                      <a:pt x="29" y="44"/>
                      <a:pt x="28" y="45"/>
                    </a:cubicBezTo>
                    <a:cubicBezTo>
                      <a:pt x="27" y="45"/>
                      <a:pt x="26" y="46"/>
                      <a:pt x="24" y="47"/>
                    </a:cubicBezTo>
                    <a:cubicBezTo>
                      <a:pt x="21" y="49"/>
                      <a:pt x="18" y="50"/>
                      <a:pt x="18" y="51"/>
                    </a:cubicBezTo>
                    <a:cubicBezTo>
                      <a:pt x="18" y="51"/>
                      <a:pt x="18" y="52"/>
                      <a:pt x="18" y="52"/>
                    </a:cubicBezTo>
                    <a:cubicBezTo>
                      <a:pt x="19" y="53"/>
                      <a:pt x="22" y="53"/>
                      <a:pt x="27" y="49"/>
                    </a:cubicBezTo>
                    <a:cubicBezTo>
                      <a:pt x="29" y="49"/>
                      <a:pt x="30" y="48"/>
                      <a:pt x="30" y="48"/>
                    </a:cubicBezTo>
                    <a:cubicBezTo>
                      <a:pt x="30" y="48"/>
                      <a:pt x="30" y="49"/>
                      <a:pt x="31" y="49"/>
                    </a:cubicBezTo>
                    <a:cubicBezTo>
                      <a:pt x="31" y="49"/>
                      <a:pt x="30" y="50"/>
                      <a:pt x="30" y="50"/>
                    </a:cubicBezTo>
                    <a:cubicBezTo>
                      <a:pt x="30" y="52"/>
                      <a:pt x="28" y="54"/>
                      <a:pt x="26" y="55"/>
                    </a:cubicBezTo>
                    <a:cubicBezTo>
                      <a:pt x="26" y="55"/>
                      <a:pt x="25" y="55"/>
                      <a:pt x="25" y="55"/>
                    </a:cubicBezTo>
                    <a:cubicBezTo>
                      <a:pt x="21" y="57"/>
                      <a:pt x="17" y="56"/>
                      <a:pt x="13" y="54"/>
                    </a:cubicBezTo>
                    <a:cubicBezTo>
                      <a:pt x="13" y="53"/>
                      <a:pt x="12" y="53"/>
                      <a:pt x="12" y="52"/>
                    </a:cubicBezTo>
                    <a:cubicBezTo>
                      <a:pt x="12" y="51"/>
                      <a:pt x="13" y="50"/>
                      <a:pt x="15" y="49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8" y="47"/>
                      <a:pt x="20" y="46"/>
                      <a:pt x="21" y="45"/>
                    </a:cubicBezTo>
                    <a:cubicBezTo>
                      <a:pt x="22" y="45"/>
                      <a:pt x="22" y="44"/>
                      <a:pt x="22" y="43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1" y="40"/>
                      <a:pt x="20" y="41"/>
                      <a:pt x="18" y="42"/>
                    </a:cubicBezTo>
                    <a:cubicBezTo>
                      <a:pt x="16" y="43"/>
                      <a:pt x="14" y="44"/>
                      <a:pt x="11" y="46"/>
                    </a:cubicBezTo>
                    <a:cubicBezTo>
                      <a:pt x="9" y="47"/>
                      <a:pt x="8" y="46"/>
                      <a:pt x="7" y="46"/>
                    </a:cubicBezTo>
                    <a:cubicBezTo>
                      <a:pt x="7" y="46"/>
                      <a:pt x="6" y="45"/>
                      <a:pt x="6" y="44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4" y="41"/>
                      <a:pt x="4" y="41"/>
                    </a:cubicBezTo>
                    <a:cubicBezTo>
                      <a:pt x="4" y="41"/>
                      <a:pt x="4" y="40"/>
                      <a:pt x="4" y="39"/>
                    </a:cubicBezTo>
                    <a:cubicBezTo>
                      <a:pt x="5" y="38"/>
                      <a:pt x="8" y="38"/>
                      <a:pt x="10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5" y="35"/>
                      <a:pt x="18" y="35"/>
                      <a:pt x="17" y="32"/>
                    </a:cubicBezTo>
                    <a:cubicBezTo>
                      <a:pt x="17" y="32"/>
                      <a:pt x="17" y="31"/>
                      <a:pt x="16" y="31"/>
                    </a:cubicBezTo>
                    <a:cubicBezTo>
                      <a:pt x="16" y="31"/>
                      <a:pt x="15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0" y="32"/>
                      <a:pt x="5" y="34"/>
                      <a:pt x="3" y="34"/>
                    </a:cubicBezTo>
                    <a:cubicBezTo>
                      <a:pt x="3" y="33"/>
                      <a:pt x="2" y="32"/>
                      <a:pt x="1" y="31"/>
                    </a:cubicBezTo>
                    <a:cubicBezTo>
                      <a:pt x="1" y="30"/>
                      <a:pt x="1" y="28"/>
                      <a:pt x="1" y="28"/>
                    </a:cubicBezTo>
                    <a:cubicBezTo>
                      <a:pt x="0" y="25"/>
                      <a:pt x="0" y="23"/>
                      <a:pt x="0" y="20"/>
                    </a:cubicBezTo>
                    <a:cubicBezTo>
                      <a:pt x="0" y="20"/>
                      <a:pt x="1" y="20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19"/>
                      <a:pt x="9" y="18"/>
                      <a:pt x="11" y="18"/>
                    </a:cubicBezTo>
                    <a:cubicBezTo>
                      <a:pt x="13" y="18"/>
                      <a:pt x="15" y="18"/>
                      <a:pt x="15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4" y="14"/>
                      <a:pt x="11" y="14"/>
                      <a:pt x="7" y="14"/>
                    </a:cubicBezTo>
                    <a:cubicBezTo>
                      <a:pt x="5" y="14"/>
                      <a:pt x="2" y="14"/>
                      <a:pt x="2" y="13"/>
                    </a:cubicBezTo>
                    <a:cubicBezTo>
                      <a:pt x="1" y="13"/>
                      <a:pt x="1" y="12"/>
                      <a:pt x="1" y="12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2" y="11"/>
                      <a:pt x="4" y="10"/>
                      <a:pt x="4" y="10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10" y="10"/>
                      <a:pt x="12" y="10"/>
                      <a:pt x="12" y="9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5" y="5"/>
                      <a:pt x="7" y="5"/>
                      <a:pt x="8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6"/>
                      <a:pt x="15" y="7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3"/>
                      <a:pt x="14" y="3"/>
                      <a:pt x="13" y="3"/>
                    </a:cubicBezTo>
                    <a:cubicBezTo>
                      <a:pt x="12" y="3"/>
                      <a:pt x="9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" name="Freeform 1671">
                <a:extLst>
                  <a:ext uri="{FF2B5EF4-FFF2-40B4-BE49-F238E27FC236}">
                    <a16:creationId xmlns:a16="http://schemas.microsoft.com/office/drawing/2014/main" id="{147DD99F-6A0E-40F1-B275-34EA18583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348"/>
                <a:ext cx="39" cy="87"/>
              </a:xfrm>
              <a:custGeom>
                <a:avLst/>
                <a:gdLst>
                  <a:gd name="T0" fmla="*/ 195 w 25"/>
                  <a:gd name="T1" fmla="*/ 0 h 55"/>
                  <a:gd name="T2" fmla="*/ 0 w 25"/>
                  <a:gd name="T3" fmla="*/ 546 h 55"/>
                  <a:gd name="T4" fmla="*/ 195 w 25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5">
                    <a:moveTo>
                      <a:pt x="21" y="0"/>
                    </a:moveTo>
                    <a:cubicBezTo>
                      <a:pt x="22" y="11"/>
                      <a:pt x="25" y="41"/>
                      <a:pt x="0" y="55"/>
                    </a:cubicBezTo>
                    <a:cubicBezTo>
                      <a:pt x="9" y="46"/>
                      <a:pt x="20" y="34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" name="Freeform 1672">
                <a:extLst>
                  <a:ext uri="{FF2B5EF4-FFF2-40B4-BE49-F238E27FC236}">
                    <a16:creationId xmlns:a16="http://schemas.microsoft.com/office/drawing/2014/main" id="{66905D9C-8A31-4C20-93FA-4C71E2B1B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3452"/>
                <a:ext cx="223" cy="100"/>
              </a:xfrm>
              <a:custGeom>
                <a:avLst/>
                <a:gdLst>
                  <a:gd name="T0" fmla="*/ 0 w 141"/>
                  <a:gd name="T1" fmla="*/ 571 h 63"/>
                  <a:gd name="T2" fmla="*/ 612 w 141"/>
                  <a:gd name="T3" fmla="*/ 552 h 63"/>
                  <a:gd name="T4" fmla="*/ 1068 w 141"/>
                  <a:gd name="T5" fmla="*/ 497 h 63"/>
                  <a:gd name="T6" fmla="*/ 1376 w 141"/>
                  <a:gd name="T7" fmla="*/ 0 h 63"/>
                  <a:gd name="T8" fmla="*/ 1143 w 141"/>
                  <a:gd name="T9" fmla="*/ 252 h 63"/>
                  <a:gd name="T10" fmla="*/ 1068 w 141"/>
                  <a:gd name="T11" fmla="*/ 159 h 63"/>
                  <a:gd name="T12" fmla="*/ 851 w 141"/>
                  <a:gd name="T13" fmla="*/ 240 h 63"/>
                  <a:gd name="T14" fmla="*/ 680 w 141"/>
                  <a:gd name="T15" fmla="*/ 356 h 63"/>
                  <a:gd name="T16" fmla="*/ 870 w 141"/>
                  <a:gd name="T17" fmla="*/ 360 h 63"/>
                  <a:gd name="T18" fmla="*/ 593 w 141"/>
                  <a:gd name="T19" fmla="*/ 516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1" h="63">
                    <a:moveTo>
                      <a:pt x="0" y="57"/>
                    </a:moveTo>
                    <a:cubicBezTo>
                      <a:pt x="19" y="63"/>
                      <a:pt x="43" y="56"/>
                      <a:pt x="62" y="55"/>
                    </a:cubicBezTo>
                    <a:cubicBezTo>
                      <a:pt x="77" y="55"/>
                      <a:pt x="93" y="53"/>
                      <a:pt x="108" y="49"/>
                    </a:cubicBezTo>
                    <a:cubicBezTo>
                      <a:pt x="129" y="42"/>
                      <a:pt x="141" y="22"/>
                      <a:pt x="139" y="0"/>
                    </a:cubicBezTo>
                    <a:cubicBezTo>
                      <a:pt x="136" y="10"/>
                      <a:pt x="127" y="39"/>
                      <a:pt x="116" y="25"/>
                    </a:cubicBezTo>
                    <a:cubicBezTo>
                      <a:pt x="111" y="20"/>
                      <a:pt x="116" y="16"/>
                      <a:pt x="108" y="16"/>
                    </a:cubicBezTo>
                    <a:cubicBezTo>
                      <a:pt x="104" y="16"/>
                      <a:pt x="90" y="23"/>
                      <a:pt x="86" y="24"/>
                    </a:cubicBezTo>
                    <a:cubicBezTo>
                      <a:pt x="82" y="25"/>
                      <a:pt x="67" y="28"/>
                      <a:pt x="69" y="35"/>
                    </a:cubicBezTo>
                    <a:cubicBezTo>
                      <a:pt x="71" y="42"/>
                      <a:pt x="83" y="33"/>
                      <a:pt x="88" y="36"/>
                    </a:cubicBezTo>
                    <a:cubicBezTo>
                      <a:pt x="102" y="48"/>
                      <a:pt x="62" y="50"/>
                      <a:pt x="60" y="51"/>
                    </a:cubicBezTo>
                  </a:path>
                </a:pathLst>
              </a:custGeom>
              <a:solidFill>
                <a:srgbClr val="004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" name="Freeform 1673">
                <a:extLst>
                  <a:ext uri="{FF2B5EF4-FFF2-40B4-BE49-F238E27FC236}">
                    <a16:creationId xmlns:a16="http://schemas.microsoft.com/office/drawing/2014/main" id="{46CFA75A-19DE-4CAE-9C9F-C86AA9D60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422"/>
                <a:ext cx="122" cy="103"/>
              </a:xfrm>
              <a:custGeom>
                <a:avLst/>
                <a:gdLst>
                  <a:gd name="T0" fmla="*/ 82 w 77"/>
                  <a:gd name="T1" fmla="*/ 498 h 65"/>
                  <a:gd name="T2" fmla="*/ 369 w 77"/>
                  <a:gd name="T3" fmla="*/ 529 h 65"/>
                  <a:gd name="T4" fmla="*/ 735 w 77"/>
                  <a:gd name="T5" fmla="*/ 171 h 65"/>
                  <a:gd name="T6" fmla="*/ 326 w 77"/>
                  <a:gd name="T7" fmla="*/ 171 h 65"/>
                  <a:gd name="T8" fmla="*/ 82 w 77"/>
                  <a:gd name="T9" fmla="*/ 498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65">
                    <a:moveTo>
                      <a:pt x="8" y="50"/>
                    </a:moveTo>
                    <a:cubicBezTo>
                      <a:pt x="15" y="65"/>
                      <a:pt x="24" y="61"/>
                      <a:pt x="37" y="53"/>
                    </a:cubicBezTo>
                    <a:cubicBezTo>
                      <a:pt x="49" y="47"/>
                      <a:pt x="77" y="33"/>
                      <a:pt x="74" y="17"/>
                    </a:cubicBezTo>
                    <a:cubicBezTo>
                      <a:pt x="71" y="0"/>
                      <a:pt x="51" y="6"/>
                      <a:pt x="33" y="17"/>
                    </a:cubicBezTo>
                    <a:cubicBezTo>
                      <a:pt x="17" y="26"/>
                      <a:pt x="0" y="36"/>
                      <a:pt x="8" y="50"/>
                    </a:cubicBezTo>
                    <a:close/>
                  </a:path>
                </a:pathLst>
              </a:custGeom>
              <a:solidFill>
                <a:srgbClr val="7BB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" name="Freeform 1674">
                <a:extLst>
                  <a:ext uri="{FF2B5EF4-FFF2-40B4-BE49-F238E27FC236}">
                    <a16:creationId xmlns:a16="http://schemas.microsoft.com/office/drawing/2014/main" id="{E9575604-5DE5-4995-9228-AF8BF2088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432"/>
                <a:ext cx="114" cy="85"/>
              </a:xfrm>
              <a:custGeom>
                <a:avLst/>
                <a:gdLst>
                  <a:gd name="T0" fmla="*/ 310 w 72"/>
                  <a:gd name="T1" fmla="*/ 116 h 54"/>
                  <a:gd name="T2" fmla="*/ 635 w 72"/>
                  <a:gd name="T3" fmla="*/ 31 h 54"/>
                  <a:gd name="T4" fmla="*/ 700 w 72"/>
                  <a:gd name="T5" fmla="*/ 107 h 54"/>
                  <a:gd name="T6" fmla="*/ 358 w 72"/>
                  <a:gd name="T7" fmla="*/ 436 h 54"/>
                  <a:gd name="T8" fmla="*/ 340 w 72"/>
                  <a:gd name="T9" fmla="*/ 441 h 54"/>
                  <a:gd name="T10" fmla="*/ 138 w 72"/>
                  <a:gd name="T11" fmla="*/ 504 h 54"/>
                  <a:gd name="T12" fmla="*/ 63 w 72"/>
                  <a:gd name="T13" fmla="*/ 427 h 54"/>
                  <a:gd name="T14" fmla="*/ 63 w 72"/>
                  <a:gd name="T15" fmla="*/ 427 h 54"/>
                  <a:gd name="T16" fmla="*/ 310 w 72"/>
                  <a:gd name="T17" fmla="*/ 116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54">
                    <a:moveTo>
                      <a:pt x="31" y="12"/>
                    </a:moveTo>
                    <a:cubicBezTo>
                      <a:pt x="46" y="3"/>
                      <a:pt x="58" y="0"/>
                      <a:pt x="64" y="3"/>
                    </a:cubicBezTo>
                    <a:cubicBezTo>
                      <a:pt x="67" y="5"/>
                      <a:pt x="69" y="7"/>
                      <a:pt x="70" y="11"/>
                    </a:cubicBezTo>
                    <a:cubicBezTo>
                      <a:pt x="72" y="25"/>
                      <a:pt x="48" y="38"/>
                      <a:pt x="36" y="45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25" y="51"/>
                      <a:pt x="19" y="54"/>
                      <a:pt x="14" y="52"/>
                    </a:cubicBezTo>
                    <a:cubicBezTo>
                      <a:pt x="11" y="51"/>
                      <a:pt x="9" y="49"/>
                      <a:pt x="6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0" y="31"/>
                      <a:pt x="13" y="22"/>
                      <a:pt x="31" y="12"/>
                    </a:cubicBezTo>
                    <a:close/>
                  </a:path>
                </a:pathLst>
              </a:custGeom>
              <a:solidFill>
                <a:srgbClr val="CED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" name="Freeform 1675">
                <a:extLst>
                  <a:ext uri="{FF2B5EF4-FFF2-40B4-BE49-F238E27FC236}">
                    <a16:creationId xmlns:a16="http://schemas.microsoft.com/office/drawing/2014/main" id="{0A96BBD5-E467-44D7-9C2B-0E3495210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3440"/>
                <a:ext cx="96" cy="71"/>
              </a:xfrm>
              <a:custGeom>
                <a:avLst/>
                <a:gdLst>
                  <a:gd name="T0" fmla="*/ 471 w 61"/>
                  <a:gd name="T1" fmla="*/ 21 h 45"/>
                  <a:gd name="T2" fmla="*/ 522 w 61"/>
                  <a:gd name="T3" fmla="*/ 107 h 45"/>
                  <a:gd name="T4" fmla="*/ 453 w 61"/>
                  <a:gd name="T5" fmla="*/ 35 h 45"/>
                  <a:gd name="T6" fmla="*/ 387 w 61"/>
                  <a:gd name="T7" fmla="*/ 68 h 45"/>
                  <a:gd name="T8" fmla="*/ 436 w 61"/>
                  <a:gd name="T9" fmla="*/ 169 h 45"/>
                  <a:gd name="T10" fmla="*/ 387 w 61"/>
                  <a:gd name="T11" fmla="*/ 107 h 45"/>
                  <a:gd name="T12" fmla="*/ 319 w 61"/>
                  <a:gd name="T13" fmla="*/ 150 h 45"/>
                  <a:gd name="T14" fmla="*/ 354 w 61"/>
                  <a:gd name="T15" fmla="*/ 257 h 45"/>
                  <a:gd name="T16" fmla="*/ 271 w 61"/>
                  <a:gd name="T17" fmla="*/ 129 h 45"/>
                  <a:gd name="T18" fmla="*/ 172 w 61"/>
                  <a:gd name="T19" fmla="*/ 137 h 45"/>
                  <a:gd name="T20" fmla="*/ 183 w 61"/>
                  <a:gd name="T21" fmla="*/ 257 h 45"/>
                  <a:gd name="T22" fmla="*/ 87 w 61"/>
                  <a:gd name="T23" fmla="*/ 245 h 45"/>
                  <a:gd name="T24" fmla="*/ 148 w 61"/>
                  <a:gd name="T25" fmla="*/ 353 h 45"/>
                  <a:gd name="T26" fmla="*/ 55 w 61"/>
                  <a:gd name="T27" fmla="*/ 245 h 45"/>
                  <a:gd name="T28" fmla="*/ 31 w 61"/>
                  <a:gd name="T29" fmla="*/ 374 h 45"/>
                  <a:gd name="T30" fmla="*/ 96 w 61"/>
                  <a:gd name="T31" fmla="*/ 405 h 45"/>
                  <a:gd name="T32" fmla="*/ 66 w 61"/>
                  <a:gd name="T33" fmla="*/ 333 h 45"/>
                  <a:gd name="T34" fmla="*/ 148 w 61"/>
                  <a:gd name="T35" fmla="*/ 409 h 45"/>
                  <a:gd name="T36" fmla="*/ 203 w 61"/>
                  <a:gd name="T37" fmla="*/ 387 h 45"/>
                  <a:gd name="T38" fmla="*/ 151 w 61"/>
                  <a:gd name="T39" fmla="*/ 271 h 45"/>
                  <a:gd name="T40" fmla="*/ 233 w 61"/>
                  <a:gd name="T41" fmla="*/ 374 h 45"/>
                  <a:gd name="T42" fmla="*/ 233 w 61"/>
                  <a:gd name="T43" fmla="*/ 333 h 45"/>
                  <a:gd name="T44" fmla="*/ 280 w 61"/>
                  <a:gd name="T45" fmla="*/ 341 h 45"/>
                  <a:gd name="T46" fmla="*/ 299 w 61"/>
                  <a:gd name="T47" fmla="*/ 333 h 45"/>
                  <a:gd name="T48" fmla="*/ 223 w 61"/>
                  <a:gd name="T49" fmla="*/ 172 h 45"/>
                  <a:gd name="T50" fmla="*/ 319 w 61"/>
                  <a:gd name="T51" fmla="*/ 301 h 45"/>
                  <a:gd name="T52" fmla="*/ 406 w 61"/>
                  <a:gd name="T53" fmla="*/ 245 h 45"/>
                  <a:gd name="T54" fmla="*/ 351 w 61"/>
                  <a:gd name="T55" fmla="*/ 129 h 45"/>
                  <a:gd name="T56" fmla="*/ 426 w 61"/>
                  <a:gd name="T57" fmla="*/ 224 h 45"/>
                  <a:gd name="T58" fmla="*/ 491 w 61"/>
                  <a:gd name="T59" fmla="*/ 185 h 45"/>
                  <a:gd name="T60" fmla="*/ 467 w 61"/>
                  <a:gd name="T61" fmla="*/ 117 h 45"/>
                  <a:gd name="T62" fmla="*/ 522 w 61"/>
                  <a:gd name="T63" fmla="*/ 185 h 45"/>
                  <a:gd name="T64" fmla="*/ 590 w 61"/>
                  <a:gd name="T65" fmla="*/ 68 h 4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45">
                    <a:moveTo>
                      <a:pt x="50" y="0"/>
                    </a:moveTo>
                    <a:cubicBezTo>
                      <a:pt x="49" y="0"/>
                      <a:pt x="49" y="1"/>
                      <a:pt x="49" y="2"/>
                    </a:cubicBezTo>
                    <a:cubicBezTo>
                      <a:pt x="52" y="5"/>
                      <a:pt x="54" y="6"/>
                      <a:pt x="54" y="8"/>
                    </a:cubicBezTo>
                    <a:cubicBezTo>
                      <a:pt x="55" y="10"/>
                      <a:pt x="54" y="10"/>
                      <a:pt x="54" y="11"/>
                    </a:cubicBezTo>
                    <a:cubicBezTo>
                      <a:pt x="53" y="11"/>
                      <a:pt x="52" y="11"/>
                      <a:pt x="50" y="9"/>
                    </a:cubicBezTo>
                    <a:cubicBezTo>
                      <a:pt x="49" y="8"/>
                      <a:pt x="49" y="6"/>
                      <a:pt x="47" y="4"/>
                    </a:cubicBezTo>
                    <a:cubicBezTo>
                      <a:pt x="45" y="1"/>
                      <a:pt x="42" y="2"/>
                      <a:pt x="41" y="2"/>
                    </a:cubicBezTo>
                    <a:cubicBezTo>
                      <a:pt x="36" y="4"/>
                      <a:pt x="39" y="6"/>
                      <a:pt x="40" y="7"/>
                    </a:cubicBezTo>
                    <a:cubicBezTo>
                      <a:pt x="41" y="9"/>
                      <a:pt x="42" y="10"/>
                      <a:pt x="44" y="13"/>
                    </a:cubicBezTo>
                    <a:cubicBezTo>
                      <a:pt x="45" y="15"/>
                      <a:pt x="46" y="17"/>
                      <a:pt x="45" y="17"/>
                    </a:cubicBezTo>
                    <a:cubicBezTo>
                      <a:pt x="44" y="18"/>
                      <a:pt x="43" y="16"/>
                      <a:pt x="42" y="14"/>
                    </a:cubicBezTo>
                    <a:cubicBezTo>
                      <a:pt x="41" y="13"/>
                      <a:pt x="41" y="12"/>
                      <a:pt x="40" y="11"/>
                    </a:cubicBezTo>
                    <a:cubicBezTo>
                      <a:pt x="39" y="10"/>
                      <a:pt x="36" y="5"/>
                      <a:pt x="32" y="7"/>
                    </a:cubicBezTo>
                    <a:cubicBezTo>
                      <a:pt x="28" y="9"/>
                      <a:pt x="32" y="14"/>
                      <a:pt x="33" y="15"/>
                    </a:cubicBezTo>
                    <a:cubicBezTo>
                      <a:pt x="35" y="19"/>
                      <a:pt x="38" y="23"/>
                      <a:pt x="38" y="24"/>
                    </a:cubicBezTo>
                    <a:cubicBezTo>
                      <a:pt x="38" y="25"/>
                      <a:pt x="38" y="26"/>
                      <a:pt x="37" y="26"/>
                    </a:cubicBezTo>
                    <a:cubicBezTo>
                      <a:pt x="36" y="27"/>
                      <a:pt x="36" y="26"/>
                      <a:pt x="35" y="25"/>
                    </a:cubicBezTo>
                    <a:cubicBezTo>
                      <a:pt x="35" y="24"/>
                      <a:pt x="31" y="19"/>
                      <a:pt x="28" y="13"/>
                    </a:cubicBezTo>
                    <a:cubicBezTo>
                      <a:pt x="27" y="12"/>
                      <a:pt x="25" y="9"/>
                      <a:pt x="22" y="11"/>
                    </a:cubicBezTo>
                    <a:cubicBezTo>
                      <a:pt x="21" y="12"/>
                      <a:pt x="19" y="13"/>
                      <a:pt x="18" y="14"/>
                    </a:cubicBezTo>
                    <a:cubicBezTo>
                      <a:pt x="14" y="16"/>
                      <a:pt x="17" y="20"/>
                      <a:pt x="17" y="20"/>
                    </a:cubicBezTo>
                    <a:cubicBezTo>
                      <a:pt x="17" y="20"/>
                      <a:pt x="21" y="24"/>
                      <a:pt x="19" y="26"/>
                    </a:cubicBezTo>
                    <a:cubicBezTo>
                      <a:pt x="17" y="27"/>
                      <a:pt x="15" y="23"/>
                      <a:pt x="14" y="21"/>
                    </a:cubicBezTo>
                    <a:cubicBezTo>
                      <a:pt x="12" y="18"/>
                      <a:pt x="7" y="21"/>
                      <a:pt x="9" y="25"/>
                    </a:cubicBezTo>
                    <a:cubicBezTo>
                      <a:pt x="12" y="29"/>
                      <a:pt x="15" y="34"/>
                      <a:pt x="15" y="34"/>
                    </a:cubicBezTo>
                    <a:cubicBezTo>
                      <a:pt x="16" y="35"/>
                      <a:pt x="15" y="36"/>
                      <a:pt x="15" y="36"/>
                    </a:cubicBezTo>
                    <a:cubicBezTo>
                      <a:pt x="14" y="37"/>
                      <a:pt x="13" y="36"/>
                      <a:pt x="13" y="36"/>
                    </a:cubicBezTo>
                    <a:cubicBezTo>
                      <a:pt x="13" y="36"/>
                      <a:pt x="9" y="30"/>
                      <a:pt x="6" y="25"/>
                    </a:cubicBezTo>
                    <a:cubicBezTo>
                      <a:pt x="6" y="25"/>
                      <a:pt x="5" y="24"/>
                      <a:pt x="4" y="26"/>
                    </a:cubicBezTo>
                    <a:cubicBezTo>
                      <a:pt x="1" y="30"/>
                      <a:pt x="0" y="34"/>
                      <a:pt x="3" y="38"/>
                    </a:cubicBezTo>
                    <a:cubicBezTo>
                      <a:pt x="4" y="41"/>
                      <a:pt x="6" y="42"/>
                      <a:pt x="8" y="43"/>
                    </a:cubicBezTo>
                    <a:cubicBezTo>
                      <a:pt x="9" y="44"/>
                      <a:pt x="12" y="43"/>
                      <a:pt x="10" y="41"/>
                    </a:cubicBezTo>
                    <a:cubicBezTo>
                      <a:pt x="8" y="39"/>
                      <a:pt x="7" y="36"/>
                      <a:pt x="7" y="36"/>
                    </a:cubicBezTo>
                    <a:cubicBezTo>
                      <a:pt x="6" y="35"/>
                      <a:pt x="6" y="34"/>
                      <a:pt x="7" y="34"/>
                    </a:cubicBezTo>
                    <a:cubicBezTo>
                      <a:pt x="8" y="33"/>
                      <a:pt x="9" y="33"/>
                      <a:pt x="9" y="34"/>
                    </a:cubicBezTo>
                    <a:cubicBezTo>
                      <a:pt x="11" y="36"/>
                      <a:pt x="13" y="40"/>
                      <a:pt x="15" y="42"/>
                    </a:cubicBezTo>
                    <a:cubicBezTo>
                      <a:pt x="15" y="43"/>
                      <a:pt x="16" y="45"/>
                      <a:pt x="19" y="43"/>
                    </a:cubicBezTo>
                    <a:cubicBezTo>
                      <a:pt x="22" y="41"/>
                      <a:pt x="21" y="39"/>
                      <a:pt x="21" y="39"/>
                    </a:cubicBezTo>
                    <a:cubicBezTo>
                      <a:pt x="19" y="36"/>
                      <a:pt x="17" y="33"/>
                      <a:pt x="16" y="31"/>
                    </a:cubicBezTo>
                    <a:cubicBezTo>
                      <a:pt x="15" y="30"/>
                      <a:pt x="15" y="29"/>
                      <a:pt x="16" y="28"/>
                    </a:cubicBezTo>
                    <a:cubicBezTo>
                      <a:pt x="16" y="28"/>
                      <a:pt x="17" y="29"/>
                      <a:pt x="18" y="29"/>
                    </a:cubicBezTo>
                    <a:cubicBezTo>
                      <a:pt x="20" y="32"/>
                      <a:pt x="22" y="36"/>
                      <a:pt x="24" y="38"/>
                    </a:cubicBezTo>
                    <a:cubicBezTo>
                      <a:pt x="25" y="41"/>
                      <a:pt x="27" y="39"/>
                      <a:pt x="26" y="37"/>
                    </a:cubicBezTo>
                    <a:cubicBezTo>
                      <a:pt x="26" y="36"/>
                      <a:pt x="24" y="34"/>
                      <a:pt x="24" y="34"/>
                    </a:cubicBezTo>
                    <a:cubicBezTo>
                      <a:pt x="24" y="33"/>
                      <a:pt x="22" y="32"/>
                      <a:pt x="24" y="30"/>
                    </a:cubicBezTo>
                    <a:cubicBezTo>
                      <a:pt x="26" y="29"/>
                      <a:pt x="27" y="33"/>
                      <a:pt x="29" y="35"/>
                    </a:cubicBezTo>
                    <a:cubicBezTo>
                      <a:pt x="29" y="36"/>
                      <a:pt x="30" y="37"/>
                      <a:pt x="31" y="36"/>
                    </a:cubicBezTo>
                    <a:cubicBezTo>
                      <a:pt x="32" y="36"/>
                      <a:pt x="32" y="35"/>
                      <a:pt x="31" y="34"/>
                    </a:cubicBezTo>
                    <a:cubicBezTo>
                      <a:pt x="29" y="30"/>
                      <a:pt x="24" y="25"/>
                      <a:pt x="23" y="22"/>
                    </a:cubicBezTo>
                    <a:cubicBezTo>
                      <a:pt x="22" y="20"/>
                      <a:pt x="22" y="19"/>
                      <a:pt x="23" y="18"/>
                    </a:cubicBezTo>
                    <a:cubicBezTo>
                      <a:pt x="23" y="18"/>
                      <a:pt x="24" y="18"/>
                      <a:pt x="26" y="20"/>
                    </a:cubicBezTo>
                    <a:cubicBezTo>
                      <a:pt x="28" y="22"/>
                      <a:pt x="31" y="27"/>
                      <a:pt x="33" y="31"/>
                    </a:cubicBezTo>
                    <a:cubicBezTo>
                      <a:pt x="33" y="32"/>
                      <a:pt x="35" y="34"/>
                      <a:pt x="40" y="32"/>
                    </a:cubicBezTo>
                    <a:cubicBezTo>
                      <a:pt x="44" y="29"/>
                      <a:pt x="42" y="25"/>
                      <a:pt x="42" y="25"/>
                    </a:cubicBezTo>
                    <a:cubicBezTo>
                      <a:pt x="39" y="21"/>
                      <a:pt x="37" y="17"/>
                      <a:pt x="36" y="15"/>
                    </a:cubicBezTo>
                    <a:cubicBezTo>
                      <a:pt x="35" y="14"/>
                      <a:pt x="36" y="13"/>
                      <a:pt x="36" y="13"/>
                    </a:cubicBezTo>
                    <a:cubicBezTo>
                      <a:pt x="37" y="13"/>
                      <a:pt x="38" y="13"/>
                      <a:pt x="38" y="14"/>
                    </a:cubicBezTo>
                    <a:cubicBezTo>
                      <a:pt x="40" y="15"/>
                      <a:pt x="42" y="20"/>
                      <a:pt x="44" y="23"/>
                    </a:cubicBezTo>
                    <a:cubicBezTo>
                      <a:pt x="45" y="24"/>
                      <a:pt x="46" y="27"/>
                      <a:pt x="50" y="25"/>
                    </a:cubicBezTo>
                    <a:cubicBezTo>
                      <a:pt x="53" y="22"/>
                      <a:pt x="51" y="20"/>
                      <a:pt x="51" y="19"/>
                    </a:cubicBezTo>
                    <a:cubicBezTo>
                      <a:pt x="50" y="17"/>
                      <a:pt x="49" y="16"/>
                      <a:pt x="48" y="14"/>
                    </a:cubicBezTo>
                    <a:cubicBezTo>
                      <a:pt x="47" y="13"/>
                      <a:pt x="47" y="12"/>
                      <a:pt x="48" y="12"/>
                    </a:cubicBezTo>
                    <a:cubicBezTo>
                      <a:pt x="49" y="11"/>
                      <a:pt x="50" y="11"/>
                      <a:pt x="50" y="12"/>
                    </a:cubicBezTo>
                    <a:cubicBezTo>
                      <a:pt x="52" y="14"/>
                      <a:pt x="53" y="17"/>
                      <a:pt x="54" y="19"/>
                    </a:cubicBezTo>
                    <a:cubicBezTo>
                      <a:pt x="55" y="19"/>
                      <a:pt x="56" y="20"/>
                      <a:pt x="56" y="19"/>
                    </a:cubicBezTo>
                    <a:cubicBezTo>
                      <a:pt x="60" y="15"/>
                      <a:pt x="61" y="11"/>
                      <a:pt x="61" y="7"/>
                    </a:cubicBezTo>
                    <a:cubicBezTo>
                      <a:pt x="60" y="2"/>
                      <a:pt x="55" y="0"/>
                      <a:pt x="50" y="0"/>
                    </a:cubicBezTo>
                    <a:close/>
                  </a:path>
                </a:pathLst>
              </a:custGeom>
              <a:solidFill>
                <a:srgbClr val="F9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5" name="Freeform 1676">
                <a:extLst>
                  <a:ext uri="{FF2B5EF4-FFF2-40B4-BE49-F238E27FC236}">
                    <a16:creationId xmlns:a16="http://schemas.microsoft.com/office/drawing/2014/main" id="{AE7718A1-C7C9-4AB6-B284-36B3C3BD38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56" y="3470"/>
                <a:ext cx="27" cy="39"/>
              </a:xfrm>
              <a:custGeom>
                <a:avLst/>
                <a:gdLst>
                  <a:gd name="T0" fmla="*/ 89 w 17"/>
                  <a:gd name="T1" fmla="*/ 53 h 25"/>
                  <a:gd name="T2" fmla="*/ 141 w 17"/>
                  <a:gd name="T3" fmla="*/ 117 h 25"/>
                  <a:gd name="T4" fmla="*/ 141 w 17"/>
                  <a:gd name="T5" fmla="*/ 117 h 25"/>
                  <a:gd name="T6" fmla="*/ 151 w 17"/>
                  <a:gd name="T7" fmla="*/ 136 h 25"/>
                  <a:gd name="T8" fmla="*/ 151 w 17"/>
                  <a:gd name="T9" fmla="*/ 136 h 25"/>
                  <a:gd name="T10" fmla="*/ 151 w 17"/>
                  <a:gd name="T11" fmla="*/ 161 h 25"/>
                  <a:gd name="T12" fmla="*/ 141 w 17"/>
                  <a:gd name="T13" fmla="*/ 168 h 25"/>
                  <a:gd name="T14" fmla="*/ 141 w 17"/>
                  <a:gd name="T15" fmla="*/ 168 h 25"/>
                  <a:gd name="T16" fmla="*/ 151 w 17"/>
                  <a:gd name="T17" fmla="*/ 168 h 25"/>
                  <a:gd name="T18" fmla="*/ 151 w 17"/>
                  <a:gd name="T19" fmla="*/ 168 h 25"/>
                  <a:gd name="T20" fmla="*/ 151 w 17"/>
                  <a:gd name="T21" fmla="*/ 168 h 25"/>
                  <a:gd name="T22" fmla="*/ 151 w 17"/>
                  <a:gd name="T23" fmla="*/ 168 h 25"/>
                  <a:gd name="T24" fmla="*/ 151 w 17"/>
                  <a:gd name="T25" fmla="*/ 161 h 25"/>
                  <a:gd name="T26" fmla="*/ 132 w 17"/>
                  <a:gd name="T27" fmla="*/ 83 h 25"/>
                  <a:gd name="T28" fmla="*/ 108 w 17"/>
                  <a:gd name="T29" fmla="*/ 53 h 25"/>
                  <a:gd name="T30" fmla="*/ 108 w 17"/>
                  <a:gd name="T31" fmla="*/ 30 h 25"/>
                  <a:gd name="T32" fmla="*/ 132 w 17"/>
                  <a:gd name="T33" fmla="*/ 12 h 25"/>
                  <a:gd name="T34" fmla="*/ 89 w 17"/>
                  <a:gd name="T35" fmla="*/ 53 h 25"/>
                  <a:gd name="T36" fmla="*/ 40 w 17"/>
                  <a:gd name="T37" fmla="*/ 66 h 25"/>
                  <a:gd name="T38" fmla="*/ 33 w 17"/>
                  <a:gd name="T39" fmla="*/ 178 h 25"/>
                  <a:gd name="T40" fmla="*/ 83 w 17"/>
                  <a:gd name="T41" fmla="*/ 218 h 25"/>
                  <a:gd name="T42" fmla="*/ 102 w 17"/>
                  <a:gd name="T43" fmla="*/ 201 h 25"/>
                  <a:gd name="T44" fmla="*/ 83 w 17"/>
                  <a:gd name="T45" fmla="*/ 178 h 25"/>
                  <a:gd name="T46" fmla="*/ 64 w 17"/>
                  <a:gd name="T47" fmla="*/ 168 h 25"/>
                  <a:gd name="T48" fmla="*/ 52 w 17"/>
                  <a:gd name="T49" fmla="*/ 161 h 25"/>
                  <a:gd name="T50" fmla="*/ 40 w 17"/>
                  <a:gd name="T51" fmla="*/ 136 h 25"/>
                  <a:gd name="T52" fmla="*/ 64 w 17"/>
                  <a:gd name="T53" fmla="*/ 103 h 25"/>
                  <a:gd name="T54" fmla="*/ 83 w 17"/>
                  <a:gd name="T55" fmla="*/ 103 h 25"/>
                  <a:gd name="T56" fmla="*/ 89 w 17"/>
                  <a:gd name="T57" fmla="*/ 114 h 25"/>
                  <a:gd name="T58" fmla="*/ 108 w 17"/>
                  <a:gd name="T59" fmla="*/ 129 h 25"/>
                  <a:gd name="T60" fmla="*/ 64 w 17"/>
                  <a:gd name="T61" fmla="*/ 53 h 25"/>
                  <a:gd name="T62" fmla="*/ 40 w 17"/>
                  <a:gd name="T63" fmla="*/ 66 h 2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7" h="25">
                    <a:moveTo>
                      <a:pt x="9" y="6"/>
                    </a:moveTo>
                    <a:cubicBezTo>
                      <a:pt x="11" y="8"/>
                      <a:pt x="13" y="11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6"/>
                      <a:pt x="15" y="17"/>
                      <a:pt x="15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7"/>
                      <a:pt x="15" y="17"/>
                    </a:cubicBezTo>
                    <a:cubicBezTo>
                      <a:pt x="17" y="15"/>
                      <a:pt x="14" y="11"/>
                      <a:pt x="13" y="9"/>
                    </a:cubicBezTo>
                    <a:cubicBezTo>
                      <a:pt x="12" y="8"/>
                      <a:pt x="12" y="7"/>
                      <a:pt x="11" y="6"/>
                    </a:cubicBezTo>
                    <a:cubicBezTo>
                      <a:pt x="11" y="5"/>
                      <a:pt x="11" y="4"/>
                      <a:pt x="11" y="3"/>
                    </a:cubicBezTo>
                    <a:cubicBezTo>
                      <a:pt x="11" y="2"/>
                      <a:pt x="12" y="1"/>
                      <a:pt x="13" y="1"/>
                    </a:cubicBezTo>
                    <a:cubicBezTo>
                      <a:pt x="11" y="0"/>
                      <a:pt x="7" y="3"/>
                      <a:pt x="9" y="6"/>
                    </a:cubicBezTo>
                    <a:close/>
                    <a:moveTo>
                      <a:pt x="4" y="7"/>
                    </a:moveTo>
                    <a:cubicBezTo>
                      <a:pt x="1" y="11"/>
                      <a:pt x="0" y="15"/>
                      <a:pt x="3" y="19"/>
                    </a:cubicBezTo>
                    <a:cubicBezTo>
                      <a:pt x="4" y="22"/>
                      <a:pt x="6" y="23"/>
                      <a:pt x="8" y="24"/>
                    </a:cubicBezTo>
                    <a:cubicBezTo>
                      <a:pt x="9" y="25"/>
                      <a:pt x="12" y="24"/>
                      <a:pt x="10" y="22"/>
                    </a:cubicBezTo>
                    <a:cubicBezTo>
                      <a:pt x="9" y="21"/>
                      <a:pt x="8" y="20"/>
                      <a:pt x="8" y="19"/>
                    </a:cubicBezTo>
                    <a:cubicBezTo>
                      <a:pt x="7" y="18"/>
                      <a:pt x="7" y="18"/>
                      <a:pt x="6" y="18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5" y="13"/>
                      <a:pt x="5" y="12"/>
                      <a:pt x="6" y="11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8" y="9"/>
                      <a:pt x="6" y="6"/>
                    </a:cubicBezTo>
                    <a:cubicBezTo>
                      <a:pt x="6" y="6"/>
                      <a:pt x="5" y="5"/>
                      <a:pt x="4" y="7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6" name="Freeform 1677">
                <a:extLst>
                  <a:ext uri="{FF2B5EF4-FFF2-40B4-BE49-F238E27FC236}">
                    <a16:creationId xmlns:a16="http://schemas.microsoft.com/office/drawing/2014/main" id="{08D772C8-9E94-4432-9C87-C27150F50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3493"/>
                <a:ext cx="5" cy="10"/>
              </a:xfrm>
              <a:custGeom>
                <a:avLst/>
                <a:gdLst>
                  <a:gd name="T0" fmla="*/ 37 w 3"/>
                  <a:gd name="T1" fmla="*/ 62 h 6"/>
                  <a:gd name="T2" fmla="*/ 22 w 3"/>
                  <a:gd name="T3" fmla="*/ 37 h 6"/>
                  <a:gd name="T4" fmla="*/ 13 w 3"/>
                  <a:gd name="T5" fmla="*/ 0 h 6"/>
                  <a:gd name="T6" fmla="*/ 13 w 3"/>
                  <a:gd name="T7" fmla="*/ 0 h 6"/>
                  <a:gd name="T8" fmla="*/ 13 w 3"/>
                  <a:gd name="T9" fmla="*/ 22 h 6"/>
                  <a:gd name="T10" fmla="*/ 0 w 3"/>
                  <a:gd name="T11" fmla="*/ 37 h 6"/>
                  <a:gd name="T12" fmla="*/ 13 w 3"/>
                  <a:gd name="T13" fmla="*/ 37 h 6"/>
                  <a:gd name="T14" fmla="*/ 37 w 3"/>
                  <a:gd name="T15" fmla="*/ 78 h 6"/>
                  <a:gd name="T16" fmla="*/ 37 w 3"/>
                  <a:gd name="T17" fmla="*/ 62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5"/>
                    </a:moveTo>
                    <a:cubicBezTo>
                      <a:pt x="3" y="4"/>
                      <a:pt x="3" y="4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7" name="Freeform 1678">
                <a:extLst>
                  <a:ext uri="{FF2B5EF4-FFF2-40B4-BE49-F238E27FC236}">
                    <a16:creationId xmlns:a16="http://schemas.microsoft.com/office/drawing/2014/main" id="{3537A9B0-C676-4473-9634-DF6FA0B67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3500"/>
                <a:ext cx="13" cy="11"/>
              </a:xfrm>
              <a:custGeom>
                <a:avLst/>
                <a:gdLst>
                  <a:gd name="T0" fmla="*/ 68 w 8"/>
                  <a:gd name="T1" fmla="*/ 31 h 7"/>
                  <a:gd name="T2" fmla="*/ 55 w 8"/>
                  <a:gd name="T3" fmla="*/ 35 h 7"/>
                  <a:gd name="T4" fmla="*/ 21 w 8"/>
                  <a:gd name="T5" fmla="*/ 35 h 7"/>
                  <a:gd name="T6" fmla="*/ 0 w 8"/>
                  <a:gd name="T7" fmla="*/ 13 h 7"/>
                  <a:gd name="T8" fmla="*/ 0 w 8"/>
                  <a:gd name="T9" fmla="*/ 13 h 7"/>
                  <a:gd name="T10" fmla="*/ 21 w 8"/>
                  <a:gd name="T11" fmla="*/ 35 h 7"/>
                  <a:gd name="T12" fmla="*/ 68 w 8"/>
                  <a:gd name="T13" fmla="*/ 49 h 7"/>
                  <a:gd name="T14" fmla="*/ 89 w 8"/>
                  <a:gd name="T15" fmla="*/ 20 h 7"/>
                  <a:gd name="T16" fmla="*/ 76 w 8"/>
                  <a:gd name="T17" fmla="*/ 0 h 7"/>
                  <a:gd name="T18" fmla="*/ 68 w 8"/>
                  <a:gd name="T19" fmla="*/ 31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6" y="3"/>
                    </a:moveTo>
                    <a:cubicBezTo>
                      <a:pt x="6" y="3"/>
                      <a:pt x="5" y="4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5"/>
                      <a:pt x="3" y="7"/>
                      <a:pt x="6" y="5"/>
                    </a:cubicBezTo>
                    <a:cubicBezTo>
                      <a:pt x="8" y="4"/>
                      <a:pt x="8" y="3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1"/>
                      <a:pt x="7" y="2"/>
                      <a:pt x="6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8" name="Freeform 1679">
                <a:extLst>
                  <a:ext uri="{FF2B5EF4-FFF2-40B4-BE49-F238E27FC236}">
                    <a16:creationId xmlns:a16="http://schemas.microsoft.com/office/drawing/2014/main" id="{50482F3B-C904-407A-B42C-449291A11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484"/>
                <a:ext cx="16" cy="20"/>
              </a:xfrm>
              <a:custGeom>
                <a:avLst/>
                <a:gdLst>
                  <a:gd name="T0" fmla="*/ 42 w 10"/>
                  <a:gd name="T1" fmla="*/ 43 h 13"/>
                  <a:gd name="T2" fmla="*/ 21 w 10"/>
                  <a:gd name="T3" fmla="*/ 18 h 13"/>
                  <a:gd name="T4" fmla="*/ 0 w 10"/>
                  <a:gd name="T5" fmla="*/ 0 h 13"/>
                  <a:gd name="T6" fmla="*/ 0 w 10"/>
                  <a:gd name="T7" fmla="*/ 12 h 13"/>
                  <a:gd name="T8" fmla="*/ 13 w 10"/>
                  <a:gd name="T9" fmla="*/ 12 h 13"/>
                  <a:gd name="T10" fmla="*/ 74 w 10"/>
                  <a:gd name="T11" fmla="*/ 83 h 13"/>
                  <a:gd name="T12" fmla="*/ 90 w 10"/>
                  <a:gd name="T13" fmla="*/ 80 h 13"/>
                  <a:gd name="T14" fmla="*/ 86 w 10"/>
                  <a:gd name="T15" fmla="*/ 62 h 13"/>
                  <a:gd name="T16" fmla="*/ 42 w 10"/>
                  <a:gd name="T17" fmla="*/ 4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3">
                    <a:moveTo>
                      <a:pt x="4" y="5"/>
                    </a:moveTo>
                    <a:cubicBezTo>
                      <a:pt x="4" y="4"/>
                      <a:pt x="3" y="3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4"/>
                      <a:pt x="5" y="8"/>
                      <a:pt x="7" y="10"/>
                    </a:cubicBezTo>
                    <a:cubicBezTo>
                      <a:pt x="8" y="13"/>
                      <a:pt x="10" y="11"/>
                      <a:pt x="9" y="9"/>
                    </a:cubicBezTo>
                    <a:cubicBezTo>
                      <a:pt x="9" y="9"/>
                      <a:pt x="9" y="8"/>
                      <a:pt x="8" y="7"/>
                    </a:cubicBezTo>
                    <a:cubicBezTo>
                      <a:pt x="7" y="8"/>
                      <a:pt x="5" y="6"/>
                      <a:pt x="4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9" name="Freeform 1680">
                <a:extLst>
                  <a:ext uri="{FF2B5EF4-FFF2-40B4-BE49-F238E27FC236}">
                    <a16:creationId xmlns:a16="http://schemas.microsoft.com/office/drawing/2014/main" id="{4F61A2AA-A12D-4DAD-A856-BF2A63F32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487"/>
                <a:ext cx="11" cy="11"/>
              </a:xfrm>
              <a:custGeom>
                <a:avLst/>
                <a:gdLst>
                  <a:gd name="T0" fmla="*/ 20 w 7"/>
                  <a:gd name="T1" fmla="*/ 0 h 7"/>
                  <a:gd name="T2" fmla="*/ 0 w 7"/>
                  <a:gd name="T3" fmla="*/ 0 h 7"/>
                  <a:gd name="T4" fmla="*/ 35 w 7"/>
                  <a:gd name="T5" fmla="*/ 49 h 7"/>
                  <a:gd name="T6" fmla="*/ 55 w 7"/>
                  <a:gd name="T7" fmla="*/ 55 h 7"/>
                  <a:gd name="T8" fmla="*/ 55 w 7"/>
                  <a:gd name="T9" fmla="*/ 35 h 7"/>
                  <a:gd name="T10" fmla="*/ 55 w 7"/>
                  <a:gd name="T11" fmla="*/ 31 h 7"/>
                  <a:gd name="T12" fmla="*/ 49 w 7"/>
                  <a:gd name="T13" fmla="*/ 31 h 7"/>
                  <a:gd name="T14" fmla="*/ 20 w 7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3" y="3"/>
                      <a:pt x="4" y="5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7" y="6"/>
                      <a:pt x="7" y="5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0" name="Freeform 1681">
                <a:extLst>
                  <a:ext uri="{FF2B5EF4-FFF2-40B4-BE49-F238E27FC236}">
                    <a16:creationId xmlns:a16="http://schemas.microsoft.com/office/drawing/2014/main" id="{4EC11CAE-FD03-4C4A-9981-CBF1D38C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3471"/>
                <a:ext cx="22" cy="18"/>
              </a:xfrm>
              <a:custGeom>
                <a:avLst/>
                <a:gdLst>
                  <a:gd name="T0" fmla="*/ 96 w 14"/>
                  <a:gd name="T1" fmla="*/ 77 h 11"/>
                  <a:gd name="T2" fmla="*/ 77 w 14"/>
                  <a:gd name="T3" fmla="*/ 70 h 11"/>
                  <a:gd name="T4" fmla="*/ 35 w 14"/>
                  <a:gd name="T5" fmla="*/ 13 h 11"/>
                  <a:gd name="T6" fmla="*/ 13 w 14"/>
                  <a:gd name="T7" fmla="*/ 0 h 11"/>
                  <a:gd name="T8" fmla="*/ 0 w 14"/>
                  <a:gd name="T9" fmla="*/ 21 h 11"/>
                  <a:gd name="T10" fmla="*/ 13 w 14"/>
                  <a:gd name="T11" fmla="*/ 47 h 11"/>
                  <a:gd name="T12" fmla="*/ 31 w 14"/>
                  <a:gd name="T13" fmla="*/ 34 h 11"/>
                  <a:gd name="T14" fmla="*/ 49 w 14"/>
                  <a:gd name="T15" fmla="*/ 56 h 11"/>
                  <a:gd name="T16" fmla="*/ 66 w 14"/>
                  <a:gd name="T17" fmla="*/ 77 h 11"/>
                  <a:gd name="T18" fmla="*/ 77 w 14"/>
                  <a:gd name="T19" fmla="*/ 92 h 11"/>
                  <a:gd name="T20" fmla="*/ 96 w 14"/>
                  <a:gd name="T21" fmla="*/ 92 h 11"/>
                  <a:gd name="T22" fmla="*/ 116 w 14"/>
                  <a:gd name="T23" fmla="*/ 110 h 11"/>
                  <a:gd name="T24" fmla="*/ 121 w 14"/>
                  <a:gd name="T25" fmla="*/ 126 h 11"/>
                  <a:gd name="T26" fmla="*/ 116 w 14"/>
                  <a:gd name="T27" fmla="*/ 77 h 11"/>
                  <a:gd name="T28" fmla="*/ 96 w 14"/>
                  <a:gd name="T29" fmla="*/ 77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" h="11">
                    <a:moveTo>
                      <a:pt x="10" y="7"/>
                    </a:moveTo>
                    <a:cubicBezTo>
                      <a:pt x="9" y="6"/>
                      <a:pt x="9" y="6"/>
                      <a:pt x="8" y="6"/>
                    </a:cubicBezTo>
                    <a:cubicBezTo>
                      <a:pt x="7" y="6"/>
                      <a:pt x="5" y="3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7" y="7"/>
                      <a:pt x="8" y="7"/>
                      <a:pt x="8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8"/>
                      <a:pt x="12" y="9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4" y="10"/>
                      <a:pt x="13" y="8"/>
                      <a:pt x="12" y="7"/>
                    </a:cubicBezTo>
                    <a:cubicBezTo>
                      <a:pt x="11" y="7"/>
                      <a:pt x="10" y="7"/>
                      <a:pt x="10" y="7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1" name="Freeform 1682">
                <a:extLst>
                  <a:ext uri="{FF2B5EF4-FFF2-40B4-BE49-F238E27FC236}">
                    <a16:creationId xmlns:a16="http://schemas.microsoft.com/office/drawing/2014/main" id="{6606A957-551F-4D97-9A39-9E3669F3C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3454"/>
                <a:ext cx="30" cy="23"/>
              </a:xfrm>
              <a:custGeom>
                <a:avLst/>
                <a:gdLst>
                  <a:gd name="T0" fmla="*/ 129 w 19"/>
                  <a:gd name="T1" fmla="*/ 49 h 15"/>
                  <a:gd name="T2" fmla="*/ 155 w 19"/>
                  <a:gd name="T3" fmla="*/ 75 h 15"/>
                  <a:gd name="T4" fmla="*/ 172 w 19"/>
                  <a:gd name="T5" fmla="*/ 101 h 15"/>
                  <a:gd name="T6" fmla="*/ 185 w 19"/>
                  <a:gd name="T7" fmla="*/ 115 h 15"/>
                  <a:gd name="T8" fmla="*/ 172 w 19"/>
                  <a:gd name="T9" fmla="*/ 101 h 15"/>
                  <a:gd name="T10" fmla="*/ 137 w 19"/>
                  <a:gd name="T11" fmla="*/ 32 h 15"/>
                  <a:gd name="T12" fmla="*/ 82 w 19"/>
                  <a:gd name="T13" fmla="*/ 18 h 15"/>
                  <a:gd name="T14" fmla="*/ 35 w 19"/>
                  <a:gd name="T15" fmla="*/ 43 h 15"/>
                  <a:gd name="T16" fmla="*/ 33 w 19"/>
                  <a:gd name="T17" fmla="*/ 94 h 15"/>
                  <a:gd name="T18" fmla="*/ 52 w 19"/>
                  <a:gd name="T19" fmla="*/ 115 h 15"/>
                  <a:gd name="T20" fmla="*/ 55 w 19"/>
                  <a:gd name="T21" fmla="*/ 127 h 15"/>
                  <a:gd name="T22" fmla="*/ 52 w 19"/>
                  <a:gd name="T23" fmla="*/ 94 h 15"/>
                  <a:gd name="T24" fmla="*/ 35 w 19"/>
                  <a:gd name="T25" fmla="*/ 66 h 15"/>
                  <a:gd name="T26" fmla="*/ 82 w 19"/>
                  <a:gd name="T27" fmla="*/ 43 h 15"/>
                  <a:gd name="T28" fmla="*/ 129 w 19"/>
                  <a:gd name="T29" fmla="*/ 49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15">
                    <a:moveTo>
                      <a:pt x="13" y="6"/>
                    </a:moveTo>
                    <a:cubicBezTo>
                      <a:pt x="14" y="7"/>
                      <a:pt x="15" y="8"/>
                      <a:pt x="16" y="9"/>
                    </a:cubicBezTo>
                    <a:cubicBezTo>
                      <a:pt x="16" y="10"/>
                      <a:pt x="17" y="11"/>
                      <a:pt x="18" y="12"/>
                    </a:cubicBezTo>
                    <a:cubicBezTo>
                      <a:pt x="18" y="12"/>
                      <a:pt x="19" y="13"/>
                      <a:pt x="19" y="14"/>
                    </a:cubicBezTo>
                    <a:cubicBezTo>
                      <a:pt x="19" y="13"/>
                      <a:pt x="19" y="12"/>
                      <a:pt x="18" y="12"/>
                    </a:cubicBezTo>
                    <a:cubicBezTo>
                      <a:pt x="17" y="9"/>
                      <a:pt x="15" y="7"/>
                      <a:pt x="14" y="4"/>
                    </a:cubicBezTo>
                    <a:cubicBezTo>
                      <a:pt x="13" y="3"/>
                      <a:pt x="11" y="0"/>
                      <a:pt x="8" y="2"/>
                    </a:cubicBezTo>
                    <a:cubicBezTo>
                      <a:pt x="7" y="3"/>
                      <a:pt x="5" y="4"/>
                      <a:pt x="4" y="5"/>
                    </a:cubicBezTo>
                    <a:cubicBezTo>
                      <a:pt x="0" y="7"/>
                      <a:pt x="3" y="11"/>
                      <a:pt x="3" y="11"/>
                    </a:cubicBezTo>
                    <a:cubicBezTo>
                      <a:pt x="3" y="11"/>
                      <a:pt x="5" y="13"/>
                      <a:pt x="5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3"/>
                      <a:pt x="6" y="12"/>
                      <a:pt x="5" y="11"/>
                    </a:cubicBezTo>
                    <a:cubicBezTo>
                      <a:pt x="5" y="10"/>
                      <a:pt x="4" y="9"/>
                      <a:pt x="4" y="8"/>
                    </a:cubicBezTo>
                    <a:cubicBezTo>
                      <a:pt x="5" y="7"/>
                      <a:pt x="7" y="6"/>
                      <a:pt x="8" y="5"/>
                    </a:cubicBezTo>
                    <a:cubicBezTo>
                      <a:pt x="10" y="4"/>
                      <a:pt x="12" y="5"/>
                      <a:pt x="13" y="6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" name="Freeform 1683">
                <a:extLst>
                  <a:ext uri="{FF2B5EF4-FFF2-40B4-BE49-F238E27FC236}">
                    <a16:creationId xmlns:a16="http://schemas.microsoft.com/office/drawing/2014/main" id="{C15F90F3-1C9D-421D-AD0F-7DAC4358C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477"/>
                <a:ext cx="20" cy="16"/>
              </a:xfrm>
              <a:custGeom>
                <a:avLst/>
                <a:gdLst>
                  <a:gd name="T0" fmla="*/ 95 w 13"/>
                  <a:gd name="T1" fmla="*/ 86 h 10"/>
                  <a:gd name="T2" fmla="*/ 114 w 13"/>
                  <a:gd name="T3" fmla="*/ 54 h 10"/>
                  <a:gd name="T4" fmla="*/ 102 w 13"/>
                  <a:gd name="T5" fmla="*/ 42 h 10"/>
                  <a:gd name="T6" fmla="*/ 83 w 13"/>
                  <a:gd name="T7" fmla="*/ 21 h 10"/>
                  <a:gd name="T8" fmla="*/ 80 w 13"/>
                  <a:gd name="T9" fmla="*/ 21 h 10"/>
                  <a:gd name="T10" fmla="*/ 80 w 13"/>
                  <a:gd name="T11" fmla="*/ 21 h 10"/>
                  <a:gd name="T12" fmla="*/ 80 w 13"/>
                  <a:gd name="T13" fmla="*/ 34 h 10"/>
                  <a:gd name="T14" fmla="*/ 80 w 13"/>
                  <a:gd name="T15" fmla="*/ 54 h 10"/>
                  <a:gd name="T16" fmla="*/ 62 w 13"/>
                  <a:gd name="T17" fmla="*/ 67 h 10"/>
                  <a:gd name="T18" fmla="*/ 34 w 13"/>
                  <a:gd name="T19" fmla="*/ 54 h 10"/>
                  <a:gd name="T20" fmla="*/ 0 w 13"/>
                  <a:gd name="T21" fmla="*/ 0 h 10"/>
                  <a:gd name="T22" fmla="*/ 0 w 13"/>
                  <a:gd name="T23" fmla="*/ 0 h 10"/>
                  <a:gd name="T24" fmla="*/ 34 w 13"/>
                  <a:gd name="T25" fmla="*/ 74 h 10"/>
                  <a:gd name="T26" fmla="*/ 95 w 13"/>
                  <a:gd name="T27" fmla="*/ 86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10">
                    <a:moveTo>
                      <a:pt x="11" y="8"/>
                    </a:moveTo>
                    <a:cubicBezTo>
                      <a:pt x="12" y="7"/>
                      <a:pt x="12" y="6"/>
                      <a:pt x="13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1" y="3"/>
                      <a:pt x="11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6"/>
                      <a:pt x="8" y="6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2" y="3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3" y="5"/>
                      <a:pt x="4" y="7"/>
                    </a:cubicBezTo>
                    <a:cubicBezTo>
                      <a:pt x="4" y="8"/>
                      <a:pt x="6" y="10"/>
                      <a:pt x="11" y="8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" name="Freeform 1684">
                <a:extLst>
                  <a:ext uri="{FF2B5EF4-FFF2-40B4-BE49-F238E27FC236}">
                    <a16:creationId xmlns:a16="http://schemas.microsoft.com/office/drawing/2014/main" id="{CE276147-EF49-4270-A018-46A7CA662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3447"/>
                <a:ext cx="21" cy="21"/>
              </a:xfrm>
              <a:custGeom>
                <a:avLst/>
                <a:gdLst>
                  <a:gd name="T0" fmla="*/ 144 w 13"/>
                  <a:gd name="T1" fmla="*/ 89 h 13"/>
                  <a:gd name="T2" fmla="*/ 144 w 13"/>
                  <a:gd name="T3" fmla="*/ 76 h 13"/>
                  <a:gd name="T4" fmla="*/ 131 w 13"/>
                  <a:gd name="T5" fmla="*/ 68 h 13"/>
                  <a:gd name="T6" fmla="*/ 42 w 13"/>
                  <a:gd name="T7" fmla="*/ 21 h 13"/>
                  <a:gd name="T8" fmla="*/ 55 w 13"/>
                  <a:gd name="T9" fmla="*/ 110 h 13"/>
                  <a:gd name="T10" fmla="*/ 68 w 13"/>
                  <a:gd name="T11" fmla="*/ 131 h 13"/>
                  <a:gd name="T12" fmla="*/ 76 w 13"/>
                  <a:gd name="T13" fmla="*/ 144 h 13"/>
                  <a:gd name="T14" fmla="*/ 68 w 13"/>
                  <a:gd name="T15" fmla="*/ 55 h 13"/>
                  <a:gd name="T16" fmla="*/ 110 w 13"/>
                  <a:gd name="T17" fmla="*/ 55 h 13"/>
                  <a:gd name="T18" fmla="*/ 144 w 13"/>
                  <a:gd name="T19" fmla="*/ 89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13">
                    <a:moveTo>
                      <a:pt x="13" y="8"/>
                    </a:moveTo>
                    <a:cubicBezTo>
                      <a:pt x="13" y="8"/>
                      <a:pt x="13" y="8"/>
                      <a:pt x="13" y="7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1" y="5"/>
                      <a:pt x="8" y="0"/>
                      <a:pt x="4" y="2"/>
                    </a:cubicBezTo>
                    <a:cubicBezTo>
                      <a:pt x="0" y="4"/>
                      <a:pt x="4" y="9"/>
                      <a:pt x="5" y="10"/>
                    </a:cubicBezTo>
                    <a:cubicBezTo>
                      <a:pt x="5" y="11"/>
                      <a:pt x="6" y="12"/>
                      <a:pt x="6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3" y="6"/>
                      <a:pt x="6" y="5"/>
                    </a:cubicBezTo>
                    <a:cubicBezTo>
                      <a:pt x="7" y="4"/>
                      <a:pt x="9" y="4"/>
                      <a:pt x="10" y="5"/>
                    </a:cubicBezTo>
                    <a:cubicBezTo>
                      <a:pt x="11" y="6"/>
                      <a:pt x="12" y="7"/>
                      <a:pt x="13" y="8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4" name="Freeform 1685">
                <a:extLst>
                  <a:ext uri="{FF2B5EF4-FFF2-40B4-BE49-F238E27FC236}">
                    <a16:creationId xmlns:a16="http://schemas.microsoft.com/office/drawing/2014/main" id="{46D2131C-65D1-49AB-A1FE-99F132A7F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3452"/>
                <a:ext cx="8" cy="8"/>
              </a:xfrm>
              <a:custGeom>
                <a:avLst/>
                <a:gdLst>
                  <a:gd name="T0" fmla="*/ 0 w 5"/>
                  <a:gd name="T1" fmla="*/ 34 h 5"/>
                  <a:gd name="T2" fmla="*/ 13 w 5"/>
                  <a:gd name="T3" fmla="*/ 34 h 5"/>
                  <a:gd name="T4" fmla="*/ 34 w 5"/>
                  <a:gd name="T5" fmla="*/ 34 h 5"/>
                  <a:gd name="T6" fmla="*/ 42 w 5"/>
                  <a:gd name="T7" fmla="*/ 54 h 5"/>
                  <a:gd name="T8" fmla="*/ 42 w 5"/>
                  <a:gd name="T9" fmla="*/ 34 h 5"/>
                  <a:gd name="T10" fmla="*/ 54 w 5"/>
                  <a:gd name="T11" fmla="*/ 13 h 5"/>
                  <a:gd name="T12" fmla="*/ 13 w 5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3"/>
                      <a:pt x="3" y="3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5" y="0"/>
                      <a:pt x="2" y="1"/>
                      <a:pt x="1" y="1"/>
                    </a:cubicBezTo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5" name="Freeform 1686">
                <a:extLst>
                  <a:ext uri="{FF2B5EF4-FFF2-40B4-BE49-F238E27FC236}">
                    <a16:creationId xmlns:a16="http://schemas.microsoft.com/office/drawing/2014/main" id="{53861BA1-6625-4616-B94D-87AF70207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3441"/>
                <a:ext cx="22" cy="19"/>
              </a:xfrm>
              <a:custGeom>
                <a:avLst/>
                <a:gdLst>
                  <a:gd name="T0" fmla="*/ 104 w 14"/>
                  <a:gd name="T1" fmla="*/ 33 h 12"/>
                  <a:gd name="T2" fmla="*/ 49 w 14"/>
                  <a:gd name="T3" fmla="*/ 13 h 12"/>
                  <a:gd name="T4" fmla="*/ 35 w 14"/>
                  <a:gd name="T5" fmla="*/ 63 h 12"/>
                  <a:gd name="T6" fmla="*/ 66 w 14"/>
                  <a:gd name="T7" fmla="*/ 108 h 12"/>
                  <a:gd name="T8" fmla="*/ 86 w 14"/>
                  <a:gd name="T9" fmla="*/ 120 h 12"/>
                  <a:gd name="T10" fmla="*/ 77 w 14"/>
                  <a:gd name="T11" fmla="*/ 87 h 12"/>
                  <a:gd name="T12" fmla="*/ 55 w 14"/>
                  <a:gd name="T13" fmla="*/ 63 h 12"/>
                  <a:gd name="T14" fmla="*/ 77 w 14"/>
                  <a:gd name="T15" fmla="*/ 40 h 12"/>
                  <a:gd name="T16" fmla="*/ 104 w 14"/>
                  <a:gd name="T17" fmla="*/ 52 h 12"/>
                  <a:gd name="T18" fmla="*/ 116 w 14"/>
                  <a:gd name="T19" fmla="*/ 63 h 12"/>
                  <a:gd name="T20" fmla="*/ 135 w 14"/>
                  <a:gd name="T21" fmla="*/ 82 h 12"/>
                  <a:gd name="T22" fmla="*/ 135 w 14"/>
                  <a:gd name="T23" fmla="*/ 68 h 12"/>
                  <a:gd name="T24" fmla="*/ 104 w 14"/>
                  <a:gd name="T25" fmla="*/ 33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12">
                    <a:moveTo>
                      <a:pt x="11" y="3"/>
                    </a:moveTo>
                    <a:cubicBezTo>
                      <a:pt x="9" y="0"/>
                      <a:pt x="6" y="1"/>
                      <a:pt x="5" y="1"/>
                    </a:cubicBezTo>
                    <a:cubicBezTo>
                      <a:pt x="0" y="3"/>
                      <a:pt x="3" y="5"/>
                      <a:pt x="4" y="6"/>
                    </a:cubicBezTo>
                    <a:cubicBezTo>
                      <a:pt x="5" y="8"/>
                      <a:pt x="6" y="9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7" y="8"/>
                      <a:pt x="7" y="7"/>
                      <a:pt x="6" y="6"/>
                    </a:cubicBezTo>
                    <a:cubicBezTo>
                      <a:pt x="6" y="5"/>
                      <a:pt x="7" y="4"/>
                      <a:pt x="8" y="4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1" y="5"/>
                      <a:pt x="12" y="6"/>
                      <a:pt x="12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7"/>
                    </a:cubicBezTo>
                    <a:cubicBezTo>
                      <a:pt x="13" y="6"/>
                      <a:pt x="12" y="5"/>
                      <a:pt x="11" y="3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6" name="Freeform 1687">
                <a:extLst>
                  <a:ext uri="{FF2B5EF4-FFF2-40B4-BE49-F238E27FC236}">
                    <a16:creationId xmlns:a16="http://schemas.microsoft.com/office/drawing/2014/main" id="{5C9D1F03-F265-46A4-96DC-5BADA8F17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440"/>
                <a:ext cx="19" cy="17"/>
              </a:xfrm>
              <a:custGeom>
                <a:avLst/>
                <a:gdLst>
                  <a:gd name="T0" fmla="*/ 13 w 12"/>
                  <a:gd name="T1" fmla="*/ 0 h 11"/>
                  <a:gd name="T2" fmla="*/ 0 w 12"/>
                  <a:gd name="T3" fmla="*/ 19 h 11"/>
                  <a:gd name="T4" fmla="*/ 52 w 12"/>
                  <a:gd name="T5" fmla="*/ 70 h 11"/>
                  <a:gd name="T6" fmla="*/ 52 w 12"/>
                  <a:gd name="T7" fmla="*/ 96 h 11"/>
                  <a:gd name="T8" fmla="*/ 52 w 12"/>
                  <a:gd name="T9" fmla="*/ 96 h 11"/>
                  <a:gd name="T10" fmla="*/ 68 w 12"/>
                  <a:gd name="T11" fmla="*/ 82 h 11"/>
                  <a:gd name="T12" fmla="*/ 82 w 12"/>
                  <a:gd name="T13" fmla="*/ 53 h 11"/>
                  <a:gd name="T14" fmla="*/ 108 w 12"/>
                  <a:gd name="T15" fmla="*/ 70 h 11"/>
                  <a:gd name="T16" fmla="*/ 120 w 12"/>
                  <a:gd name="T17" fmla="*/ 82 h 11"/>
                  <a:gd name="T18" fmla="*/ 120 w 12"/>
                  <a:gd name="T19" fmla="*/ 96 h 11"/>
                  <a:gd name="T20" fmla="*/ 120 w 12"/>
                  <a:gd name="T21" fmla="*/ 62 h 11"/>
                  <a:gd name="T22" fmla="*/ 13 w 12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" h="11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3" y="5"/>
                      <a:pt x="5" y="6"/>
                      <a:pt x="5" y="8"/>
                    </a:cubicBezTo>
                    <a:cubicBezTo>
                      <a:pt x="6" y="10"/>
                      <a:pt x="5" y="10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0"/>
                      <a:pt x="7" y="9"/>
                    </a:cubicBezTo>
                    <a:cubicBezTo>
                      <a:pt x="7" y="8"/>
                      <a:pt x="6" y="7"/>
                      <a:pt x="8" y="6"/>
                    </a:cubicBezTo>
                    <a:cubicBezTo>
                      <a:pt x="9" y="6"/>
                      <a:pt x="11" y="6"/>
                      <a:pt x="11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0"/>
                      <a:pt x="12" y="9"/>
                      <a:pt x="12" y="7"/>
                    </a:cubicBezTo>
                    <a:cubicBezTo>
                      <a:pt x="11" y="2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7" name="Freeform 1688">
                <a:extLst>
                  <a:ext uri="{FF2B5EF4-FFF2-40B4-BE49-F238E27FC236}">
                    <a16:creationId xmlns:a16="http://schemas.microsoft.com/office/drawing/2014/main" id="{C9EC8784-519D-450B-B62A-4D72D5AE4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3452"/>
                <a:ext cx="11" cy="10"/>
              </a:xfrm>
              <a:custGeom>
                <a:avLst/>
                <a:gdLst>
                  <a:gd name="T0" fmla="*/ 20 w 7"/>
                  <a:gd name="T1" fmla="*/ 62 h 6"/>
                  <a:gd name="T2" fmla="*/ 49 w 7"/>
                  <a:gd name="T3" fmla="*/ 62 h 6"/>
                  <a:gd name="T4" fmla="*/ 55 w 7"/>
                  <a:gd name="T5" fmla="*/ 78 h 6"/>
                  <a:gd name="T6" fmla="*/ 35 w 7"/>
                  <a:gd name="T7" fmla="*/ 37 h 6"/>
                  <a:gd name="T8" fmla="*/ 31 w 7"/>
                  <a:gd name="T9" fmla="*/ 37 h 6"/>
                  <a:gd name="T10" fmla="*/ 0 w 7"/>
                  <a:gd name="T11" fmla="*/ 13 h 6"/>
                  <a:gd name="T12" fmla="*/ 0 w 7"/>
                  <a:gd name="T13" fmla="*/ 0 h 6"/>
                  <a:gd name="T14" fmla="*/ 20 w 7"/>
                  <a:gd name="T15" fmla="*/ 62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2" y="5"/>
                    </a:moveTo>
                    <a:cubicBezTo>
                      <a:pt x="3" y="5"/>
                      <a:pt x="4" y="5"/>
                      <a:pt x="5" y="5"/>
                    </a:cubicBezTo>
                    <a:cubicBezTo>
                      <a:pt x="5" y="5"/>
                      <a:pt x="6" y="5"/>
                      <a:pt x="6" y="6"/>
                    </a:cubicBezTo>
                    <a:cubicBezTo>
                      <a:pt x="7" y="4"/>
                      <a:pt x="5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5"/>
                      <a:pt x="2" y="5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8" name="Freeform 1689">
                <a:extLst>
                  <a:ext uri="{FF2B5EF4-FFF2-40B4-BE49-F238E27FC236}">
                    <a16:creationId xmlns:a16="http://schemas.microsoft.com/office/drawing/2014/main" id="{0B9A178C-A30C-4224-9793-EABA18559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3457"/>
                <a:ext cx="11" cy="14"/>
              </a:xfrm>
              <a:custGeom>
                <a:avLst/>
                <a:gdLst>
                  <a:gd name="T0" fmla="*/ 31 w 7"/>
                  <a:gd name="T1" fmla="*/ 34 h 9"/>
                  <a:gd name="T2" fmla="*/ 31 w 7"/>
                  <a:gd name="T3" fmla="*/ 19 h 9"/>
                  <a:gd name="T4" fmla="*/ 35 w 7"/>
                  <a:gd name="T5" fmla="*/ 19 h 9"/>
                  <a:gd name="T6" fmla="*/ 13 w 7"/>
                  <a:gd name="T7" fmla="*/ 0 h 9"/>
                  <a:gd name="T8" fmla="*/ 0 w 7"/>
                  <a:gd name="T9" fmla="*/ 19 h 9"/>
                  <a:gd name="T10" fmla="*/ 35 w 7"/>
                  <a:gd name="T11" fmla="*/ 73 h 9"/>
                  <a:gd name="T12" fmla="*/ 55 w 7"/>
                  <a:gd name="T13" fmla="*/ 73 h 9"/>
                  <a:gd name="T14" fmla="*/ 66 w 7"/>
                  <a:gd name="T15" fmla="*/ 53 h 9"/>
                  <a:gd name="T16" fmla="*/ 31 w 7"/>
                  <a:gd name="T17" fmla="*/ 34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3" y="4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2" y="4"/>
                      <a:pt x="3" y="6"/>
                      <a:pt x="4" y="8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6" y="6"/>
                      <a:pt x="4" y="5"/>
                      <a:pt x="3" y="4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9" name="Freeform 1690">
                <a:extLst>
                  <a:ext uri="{FF2B5EF4-FFF2-40B4-BE49-F238E27FC236}">
                    <a16:creationId xmlns:a16="http://schemas.microsoft.com/office/drawing/2014/main" id="{DF17D270-0A02-4101-9853-9213CE583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460"/>
                <a:ext cx="11" cy="11"/>
              </a:xfrm>
              <a:custGeom>
                <a:avLst/>
                <a:gdLst>
                  <a:gd name="T0" fmla="*/ 66 w 7"/>
                  <a:gd name="T1" fmla="*/ 66 h 7"/>
                  <a:gd name="T2" fmla="*/ 55 w 7"/>
                  <a:gd name="T3" fmla="*/ 49 h 7"/>
                  <a:gd name="T4" fmla="*/ 35 w 7"/>
                  <a:gd name="T5" fmla="*/ 35 h 7"/>
                  <a:gd name="T6" fmla="*/ 35 w 7"/>
                  <a:gd name="T7" fmla="*/ 35 h 7"/>
                  <a:gd name="T8" fmla="*/ 35 w 7"/>
                  <a:gd name="T9" fmla="*/ 35 h 7"/>
                  <a:gd name="T10" fmla="*/ 13 w 7"/>
                  <a:gd name="T11" fmla="*/ 13 h 7"/>
                  <a:gd name="T12" fmla="*/ 0 w 7"/>
                  <a:gd name="T13" fmla="*/ 0 h 7"/>
                  <a:gd name="T14" fmla="*/ 13 w 7"/>
                  <a:gd name="T15" fmla="*/ 31 h 7"/>
                  <a:gd name="T16" fmla="*/ 35 w 7"/>
                  <a:gd name="T17" fmla="*/ 55 h 7"/>
                  <a:gd name="T18" fmla="*/ 66 w 7"/>
                  <a:gd name="T19" fmla="*/ 66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cubicBezTo>
                      <a:pt x="7" y="6"/>
                      <a:pt x="7" y="5"/>
                      <a:pt x="6" y="5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2" y="3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2" y="6"/>
                      <a:pt x="4" y="6"/>
                    </a:cubicBezTo>
                    <a:cubicBezTo>
                      <a:pt x="5" y="6"/>
                      <a:pt x="7" y="5"/>
                      <a:pt x="7" y="7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0" name="Freeform 1691">
                <a:extLst>
                  <a:ext uri="{FF2B5EF4-FFF2-40B4-BE49-F238E27FC236}">
                    <a16:creationId xmlns:a16="http://schemas.microsoft.com/office/drawing/2014/main" id="{72009A9A-0A9D-435C-9D75-401B42926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465"/>
                <a:ext cx="19" cy="17"/>
              </a:xfrm>
              <a:custGeom>
                <a:avLst/>
                <a:gdLst>
                  <a:gd name="T0" fmla="*/ 100 w 12"/>
                  <a:gd name="T1" fmla="*/ 82 h 11"/>
                  <a:gd name="T2" fmla="*/ 108 w 12"/>
                  <a:gd name="T3" fmla="*/ 34 h 11"/>
                  <a:gd name="T4" fmla="*/ 100 w 12"/>
                  <a:gd name="T5" fmla="*/ 62 h 11"/>
                  <a:gd name="T6" fmla="*/ 63 w 12"/>
                  <a:gd name="T7" fmla="*/ 62 h 11"/>
                  <a:gd name="T8" fmla="*/ 21 w 12"/>
                  <a:gd name="T9" fmla="*/ 29 h 11"/>
                  <a:gd name="T10" fmla="*/ 13 w 12"/>
                  <a:gd name="T11" fmla="*/ 0 h 11"/>
                  <a:gd name="T12" fmla="*/ 0 w 12"/>
                  <a:gd name="T13" fmla="*/ 0 h 11"/>
                  <a:gd name="T14" fmla="*/ 40 w 12"/>
                  <a:gd name="T15" fmla="*/ 62 h 11"/>
                  <a:gd name="T16" fmla="*/ 100 w 12"/>
                  <a:gd name="T17" fmla="*/ 82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10" y="9"/>
                    </a:moveTo>
                    <a:cubicBezTo>
                      <a:pt x="12" y="7"/>
                      <a:pt x="12" y="5"/>
                      <a:pt x="11" y="4"/>
                    </a:cubicBezTo>
                    <a:cubicBezTo>
                      <a:pt x="11" y="5"/>
                      <a:pt x="11" y="6"/>
                      <a:pt x="10" y="7"/>
                    </a:cubicBezTo>
                    <a:cubicBezTo>
                      <a:pt x="8" y="7"/>
                      <a:pt x="7" y="8"/>
                      <a:pt x="6" y="7"/>
                    </a:cubicBezTo>
                    <a:cubicBezTo>
                      <a:pt x="5" y="6"/>
                      <a:pt x="3" y="4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5"/>
                      <a:pt x="4" y="7"/>
                    </a:cubicBezTo>
                    <a:cubicBezTo>
                      <a:pt x="5" y="8"/>
                      <a:pt x="6" y="11"/>
                      <a:pt x="10" y="9"/>
                    </a:cubicBezTo>
                    <a:close/>
                  </a:path>
                </a:pathLst>
              </a:custGeom>
              <a:solidFill>
                <a:srgbClr val="F5B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1" name="Freeform 1692">
                <a:extLst>
                  <a:ext uri="{FF2B5EF4-FFF2-40B4-BE49-F238E27FC236}">
                    <a16:creationId xmlns:a16="http://schemas.microsoft.com/office/drawing/2014/main" id="{191B87D2-4263-4F26-AA42-8AC8E0DAD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422"/>
                <a:ext cx="122" cy="103"/>
              </a:xfrm>
              <a:custGeom>
                <a:avLst/>
                <a:gdLst>
                  <a:gd name="T0" fmla="*/ 82 w 77"/>
                  <a:gd name="T1" fmla="*/ 498 h 65"/>
                  <a:gd name="T2" fmla="*/ 369 w 77"/>
                  <a:gd name="T3" fmla="*/ 529 h 65"/>
                  <a:gd name="T4" fmla="*/ 735 w 77"/>
                  <a:gd name="T5" fmla="*/ 171 h 65"/>
                  <a:gd name="T6" fmla="*/ 326 w 77"/>
                  <a:gd name="T7" fmla="*/ 171 h 65"/>
                  <a:gd name="T8" fmla="*/ 82 w 77"/>
                  <a:gd name="T9" fmla="*/ 498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65">
                    <a:moveTo>
                      <a:pt x="8" y="50"/>
                    </a:moveTo>
                    <a:cubicBezTo>
                      <a:pt x="15" y="65"/>
                      <a:pt x="24" y="61"/>
                      <a:pt x="37" y="53"/>
                    </a:cubicBezTo>
                    <a:cubicBezTo>
                      <a:pt x="49" y="47"/>
                      <a:pt x="77" y="33"/>
                      <a:pt x="74" y="17"/>
                    </a:cubicBezTo>
                    <a:cubicBezTo>
                      <a:pt x="71" y="0"/>
                      <a:pt x="51" y="6"/>
                      <a:pt x="33" y="17"/>
                    </a:cubicBezTo>
                    <a:cubicBezTo>
                      <a:pt x="17" y="26"/>
                      <a:pt x="0" y="36"/>
                      <a:pt x="8" y="5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2" name="Freeform 1693">
                <a:extLst>
                  <a:ext uri="{FF2B5EF4-FFF2-40B4-BE49-F238E27FC236}">
                    <a16:creationId xmlns:a16="http://schemas.microsoft.com/office/drawing/2014/main" id="{656CA67C-1057-4CF5-98D4-9781B5C9E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432"/>
                <a:ext cx="114" cy="85"/>
              </a:xfrm>
              <a:custGeom>
                <a:avLst/>
                <a:gdLst>
                  <a:gd name="T0" fmla="*/ 310 w 72"/>
                  <a:gd name="T1" fmla="*/ 116 h 54"/>
                  <a:gd name="T2" fmla="*/ 635 w 72"/>
                  <a:gd name="T3" fmla="*/ 31 h 54"/>
                  <a:gd name="T4" fmla="*/ 700 w 72"/>
                  <a:gd name="T5" fmla="*/ 107 h 54"/>
                  <a:gd name="T6" fmla="*/ 358 w 72"/>
                  <a:gd name="T7" fmla="*/ 436 h 54"/>
                  <a:gd name="T8" fmla="*/ 340 w 72"/>
                  <a:gd name="T9" fmla="*/ 441 h 54"/>
                  <a:gd name="T10" fmla="*/ 138 w 72"/>
                  <a:gd name="T11" fmla="*/ 504 h 54"/>
                  <a:gd name="T12" fmla="*/ 63 w 72"/>
                  <a:gd name="T13" fmla="*/ 427 h 54"/>
                  <a:gd name="T14" fmla="*/ 63 w 72"/>
                  <a:gd name="T15" fmla="*/ 427 h 54"/>
                  <a:gd name="T16" fmla="*/ 310 w 72"/>
                  <a:gd name="T17" fmla="*/ 116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54">
                    <a:moveTo>
                      <a:pt x="31" y="12"/>
                    </a:moveTo>
                    <a:cubicBezTo>
                      <a:pt x="46" y="3"/>
                      <a:pt x="58" y="0"/>
                      <a:pt x="64" y="3"/>
                    </a:cubicBezTo>
                    <a:cubicBezTo>
                      <a:pt x="67" y="5"/>
                      <a:pt x="69" y="7"/>
                      <a:pt x="70" y="11"/>
                    </a:cubicBezTo>
                    <a:cubicBezTo>
                      <a:pt x="72" y="25"/>
                      <a:pt x="48" y="38"/>
                      <a:pt x="36" y="45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25" y="51"/>
                      <a:pt x="19" y="54"/>
                      <a:pt x="14" y="52"/>
                    </a:cubicBezTo>
                    <a:cubicBezTo>
                      <a:pt x="11" y="51"/>
                      <a:pt x="9" y="49"/>
                      <a:pt x="6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0" y="31"/>
                      <a:pt x="13" y="22"/>
                      <a:pt x="31" y="1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3" name="Freeform 1694">
                <a:extLst>
                  <a:ext uri="{FF2B5EF4-FFF2-40B4-BE49-F238E27FC236}">
                    <a16:creationId xmlns:a16="http://schemas.microsoft.com/office/drawing/2014/main" id="{81291399-BF92-46C6-AF2B-4C82062D9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3479"/>
                <a:ext cx="7" cy="3"/>
              </a:xfrm>
              <a:custGeom>
                <a:avLst/>
                <a:gdLst>
                  <a:gd name="T0" fmla="*/ 0 w 4"/>
                  <a:gd name="T1" fmla="*/ 12 h 2"/>
                  <a:gd name="T2" fmla="*/ 65 w 4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4" name="Freeform 1695">
                <a:extLst>
                  <a:ext uri="{FF2B5EF4-FFF2-40B4-BE49-F238E27FC236}">
                    <a16:creationId xmlns:a16="http://schemas.microsoft.com/office/drawing/2014/main" id="{C45131A6-8238-4A8C-A9B3-CB1788D03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3466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6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3" y="1"/>
                      <a:pt x="3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5" name="Freeform 1696">
                <a:extLst>
                  <a:ext uri="{FF2B5EF4-FFF2-40B4-BE49-F238E27FC236}">
                    <a16:creationId xmlns:a16="http://schemas.microsoft.com/office/drawing/2014/main" id="{03E4E630-1CB2-45CF-9382-396918AF0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457"/>
                <a:ext cx="6" cy="3"/>
              </a:xfrm>
              <a:custGeom>
                <a:avLst/>
                <a:gdLst>
                  <a:gd name="T0" fmla="*/ 0 w 4"/>
                  <a:gd name="T1" fmla="*/ 0 h 2"/>
                  <a:gd name="T2" fmla="*/ 32 w 4"/>
                  <a:gd name="T3" fmla="*/ 1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0"/>
                      <a:pt x="3" y="1"/>
                      <a:pt x="4" y="2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6" name="Freeform 1697">
                <a:extLst>
                  <a:ext uri="{FF2B5EF4-FFF2-40B4-BE49-F238E27FC236}">
                    <a16:creationId xmlns:a16="http://schemas.microsoft.com/office/drawing/2014/main" id="{E4A3A671-B913-478E-811C-29DA05316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3498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2" y="2"/>
                      <a:pt x="3" y="3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7" name="Freeform 1698">
                <a:extLst>
                  <a:ext uri="{FF2B5EF4-FFF2-40B4-BE49-F238E27FC236}">
                    <a16:creationId xmlns:a16="http://schemas.microsoft.com/office/drawing/2014/main" id="{BDA4A239-C1CF-4475-955B-04FE62761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3481"/>
                <a:ext cx="10" cy="9"/>
              </a:xfrm>
              <a:custGeom>
                <a:avLst/>
                <a:gdLst>
                  <a:gd name="T0" fmla="*/ 0 w 6"/>
                  <a:gd name="T1" fmla="*/ 0 h 6"/>
                  <a:gd name="T2" fmla="*/ 62 w 6"/>
                  <a:gd name="T3" fmla="*/ 18 h 6"/>
                  <a:gd name="T4" fmla="*/ 62 w 6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2" y="1"/>
                      <a:pt x="4" y="1"/>
                      <a:pt x="5" y="2"/>
                    </a:cubicBezTo>
                    <a:cubicBezTo>
                      <a:pt x="6" y="3"/>
                      <a:pt x="6" y="4"/>
                      <a:pt x="5" y="6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8" name="Freeform 1699">
                <a:extLst>
                  <a:ext uri="{FF2B5EF4-FFF2-40B4-BE49-F238E27FC236}">
                    <a16:creationId xmlns:a16="http://schemas.microsoft.com/office/drawing/2014/main" id="{757D035B-9B5E-454A-9FFE-69DF63796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465"/>
                <a:ext cx="1" cy="5"/>
              </a:xfrm>
              <a:custGeom>
                <a:avLst/>
                <a:gdLst>
                  <a:gd name="T0" fmla="*/ 0 w 1"/>
                  <a:gd name="T1" fmla="*/ 3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9" name="Freeform 1700">
                <a:extLst>
                  <a:ext uri="{FF2B5EF4-FFF2-40B4-BE49-F238E27FC236}">
                    <a16:creationId xmlns:a16="http://schemas.microsoft.com/office/drawing/2014/main" id="{149E5C01-C257-4E6C-BFE1-F785D1EB9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3457"/>
                <a:ext cx="1" cy="5"/>
              </a:xfrm>
              <a:custGeom>
                <a:avLst/>
                <a:gdLst>
                  <a:gd name="T0" fmla="*/ 0 w 1"/>
                  <a:gd name="T1" fmla="*/ 3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0" name="Freeform 1701">
                <a:extLst>
                  <a:ext uri="{FF2B5EF4-FFF2-40B4-BE49-F238E27FC236}">
                    <a16:creationId xmlns:a16="http://schemas.microsoft.com/office/drawing/2014/main" id="{E9B0662E-F494-44AF-9547-5CD47A92D2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56" y="3440"/>
                <a:ext cx="98" cy="71"/>
              </a:xfrm>
              <a:custGeom>
                <a:avLst/>
                <a:gdLst>
                  <a:gd name="T0" fmla="*/ 185 w 62"/>
                  <a:gd name="T1" fmla="*/ 245 h 45"/>
                  <a:gd name="T2" fmla="*/ 100 w 62"/>
                  <a:gd name="T3" fmla="*/ 197 h 45"/>
                  <a:gd name="T4" fmla="*/ 138 w 62"/>
                  <a:gd name="T5" fmla="*/ 353 h 45"/>
                  <a:gd name="T6" fmla="*/ 35 w 62"/>
                  <a:gd name="T7" fmla="*/ 245 h 45"/>
                  <a:gd name="T8" fmla="*/ 107 w 62"/>
                  <a:gd name="T9" fmla="*/ 405 h 45"/>
                  <a:gd name="T10" fmla="*/ 138 w 62"/>
                  <a:gd name="T11" fmla="*/ 421 h 45"/>
                  <a:gd name="T12" fmla="*/ 158 w 62"/>
                  <a:gd name="T13" fmla="*/ 286 h 45"/>
                  <a:gd name="T14" fmla="*/ 258 w 62"/>
                  <a:gd name="T15" fmla="*/ 388 h 45"/>
                  <a:gd name="T16" fmla="*/ 237 w 62"/>
                  <a:gd name="T17" fmla="*/ 311 h 45"/>
                  <a:gd name="T18" fmla="*/ 277 w 62"/>
                  <a:gd name="T19" fmla="*/ 341 h 45"/>
                  <a:gd name="T20" fmla="*/ 267 w 62"/>
                  <a:gd name="T21" fmla="*/ 271 h 45"/>
                  <a:gd name="T22" fmla="*/ 292 w 62"/>
                  <a:gd name="T23" fmla="*/ 267 h 45"/>
                  <a:gd name="T24" fmla="*/ 409 w 62"/>
                  <a:gd name="T25" fmla="*/ 237 h 45"/>
                  <a:gd name="T26" fmla="*/ 438 w 62"/>
                  <a:gd name="T27" fmla="*/ 224 h 45"/>
                  <a:gd name="T28" fmla="*/ 512 w 62"/>
                  <a:gd name="T29" fmla="*/ 216 h 45"/>
                  <a:gd name="T30" fmla="*/ 482 w 62"/>
                  <a:gd name="T31" fmla="*/ 117 h 45"/>
                  <a:gd name="T32" fmla="*/ 560 w 62"/>
                  <a:gd name="T33" fmla="*/ 185 h 45"/>
                  <a:gd name="T34" fmla="*/ 482 w 62"/>
                  <a:gd name="T35" fmla="*/ 0 h 45"/>
                  <a:gd name="T36" fmla="*/ 525 w 62"/>
                  <a:gd name="T37" fmla="*/ 98 h 45"/>
                  <a:gd name="T38" fmla="*/ 408 w 62"/>
                  <a:gd name="T39" fmla="*/ 21 h 45"/>
                  <a:gd name="T40" fmla="*/ 387 w 62"/>
                  <a:gd name="T41" fmla="*/ 68 h 45"/>
                  <a:gd name="T42" fmla="*/ 443 w 62"/>
                  <a:gd name="T43" fmla="*/ 169 h 45"/>
                  <a:gd name="T44" fmla="*/ 319 w 62"/>
                  <a:gd name="T45" fmla="*/ 55 h 45"/>
                  <a:gd name="T46" fmla="*/ 375 w 62"/>
                  <a:gd name="T47" fmla="*/ 237 h 45"/>
                  <a:gd name="T48" fmla="*/ 354 w 62"/>
                  <a:gd name="T49" fmla="*/ 245 h 45"/>
                  <a:gd name="T50" fmla="*/ 175 w 62"/>
                  <a:gd name="T51" fmla="*/ 129 h 45"/>
                  <a:gd name="T52" fmla="*/ 169 w 62"/>
                  <a:gd name="T53" fmla="*/ 169 h 45"/>
                  <a:gd name="T54" fmla="*/ 267 w 62"/>
                  <a:gd name="T55" fmla="*/ 129 h 45"/>
                  <a:gd name="T56" fmla="*/ 387 w 62"/>
                  <a:gd name="T57" fmla="*/ 257 h 45"/>
                  <a:gd name="T58" fmla="*/ 305 w 62"/>
                  <a:gd name="T59" fmla="*/ 87 h 45"/>
                  <a:gd name="T60" fmla="*/ 438 w 62"/>
                  <a:gd name="T61" fmla="*/ 172 h 45"/>
                  <a:gd name="T62" fmla="*/ 408 w 62"/>
                  <a:gd name="T63" fmla="*/ 82 h 45"/>
                  <a:gd name="T64" fmla="*/ 408 w 62"/>
                  <a:gd name="T65" fmla="*/ 33 h 45"/>
                  <a:gd name="T66" fmla="*/ 495 w 62"/>
                  <a:gd name="T67" fmla="*/ 98 h 45"/>
                  <a:gd name="T68" fmla="*/ 512 w 62"/>
                  <a:gd name="T69" fmla="*/ 52 h 45"/>
                  <a:gd name="T70" fmla="*/ 495 w 62"/>
                  <a:gd name="T71" fmla="*/ 13 h 45"/>
                  <a:gd name="T72" fmla="*/ 545 w 62"/>
                  <a:gd name="T73" fmla="*/ 185 h 45"/>
                  <a:gd name="T74" fmla="*/ 474 w 62"/>
                  <a:gd name="T75" fmla="*/ 107 h 45"/>
                  <a:gd name="T76" fmla="*/ 504 w 62"/>
                  <a:gd name="T77" fmla="*/ 216 h 45"/>
                  <a:gd name="T78" fmla="*/ 443 w 62"/>
                  <a:gd name="T79" fmla="*/ 224 h 45"/>
                  <a:gd name="T80" fmla="*/ 408 w 62"/>
                  <a:gd name="T81" fmla="*/ 245 h 45"/>
                  <a:gd name="T82" fmla="*/ 305 w 62"/>
                  <a:gd name="T83" fmla="*/ 267 h 45"/>
                  <a:gd name="T84" fmla="*/ 258 w 62"/>
                  <a:gd name="T85" fmla="*/ 271 h 45"/>
                  <a:gd name="T86" fmla="*/ 288 w 62"/>
                  <a:gd name="T87" fmla="*/ 341 h 45"/>
                  <a:gd name="T88" fmla="*/ 224 w 62"/>
                  <a:gd name="T89" fmla="*/ 301 h 45"/>
                  <a:gd name="T90" fmla="*/ 258 w 62"/>
                  <a:gd name="T91" fmla="*/ 387 h 45"/>
                  <a:gd name="T92" fmla="*/ 169 w 62"/>
                  <a:gd name="T93" fmla="*/ 271 h 45"/>
                  <a:gd name="T94" fmla="*/ 185 w 62"/>
                  <a:gd name="T95" fmla="*/ 421 h 45"/>
                  <a:gd name="T96" fmla="*/ 55 w 62"/>
                  <a:gd name="T97" fmla="*/ 353 h 45"/>
                  <a:gd name="T98" fmla="*/ 33 w 62"/>
                  <a:gd name="T99" fmla="*/ 374 h 45"/>
                  <a:gd name="T100" fmla="*/ 117 w 62"/>
                  <a:gd name="T101" fmla="*/ 353 h 45"/>
                  <a:gd name="T102" fmla="*/ 87 w 62"/>
                  <a:gd name="T103" fmla="*/ 216 h 45"/>
                  <a:gd name="T104" fmla="*/ 175 w 62"/>
                  <a:gd name="T105" fmla="*/ 257 h 45"/>
                  <a:gd name="T106" fmla="*/ 495 w 62"/>
                  <a:gd name="T107" fmla="*/ 0 h 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2" h="45">
                    <a:moveTo>
                      <a:pt x="16" y="17"/>
                    </a:moveTo>
                    <a:cubicBezTo>
                      <a:pt x="15" y="18"/>
                      <a:pt x="17" y="20"/>
                      <a:pt x="17" y="20"/>
                    </a:cubicBezTo>
                    <a:cubicBezTo>
                      <a:pt x="17" y="21"/>
                      <a:pt x="19" y="23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25"/>
                      <a:pt x="16" y="24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3" y="19"/>
                      <a:pt x="11" y="19"/>
                      <a:pt x="10" y="20"/>
                    </a:cubicBezTo>
                    <a:cubicBezTo>
                      <a:pt x="9" y="21"/>
                      <a:pt x="8" y="21"/>
                      <a:pt x="8" y="22"/>
                    </a:cubicBezTo>
                    <a:cubicBezTo>
                      <a:pt x="8" y="23"/>
                      <a:pt x="8" y="24"/>
                      <a:pt x="9" y="25"/>
                    </a:cubicBezTo>
                    <a:cubicBezTo>
                      <a:pt x="9" y="25"/>
                      <a:pt x="15" y="35"/>
                      <a:pt x="15" y="35"/>
                    </a:cubicBezTo>
                    <a:cubicBezTo>
                      <a:pt x="15" y="35"/>
                      <a:pt x="15" y="36"/>
                      <a:pt x="14" y="36"/>
                    </a:cubicBezTo>
                    <a:cubicBezTo>
                      <a:pt x="14" y="36"/>
                      <a:pt x="14" y="36"/>
                      <a:pt x="13" y="35"/>
                    </a:cubicBezTo>
                    <a:cubicBezTo>
                      <a:pt x="13" y="35"/>
                      <a:pt x="10" y="30"/>
                      <a:pt x="7" y="25"/>
                    </a:cubicBezTo>
                    <a:cubicBezTo>
                      <a:pt x="6" y="24"/>
                      <a:pt x="6" y="24"/>
                      <a:pt x="5" y="24"/>
                    </a:cubicBezTo>
                    <a:cubicBezTo>
                      <a:pt x="5" y="24"/>
                      <a:pt x="4" y="25"/>
                      <a:pt x="4" y="25"/>
                    </a:cubicBezTo>
                    <a:cubicBezTo>
                      <a:pt x="0" y="30"/>
                      <a:pt x="0" y="34"/>
                      <a:pt x="2" y="39"/>
                    </a:cubicBezTo>
                    <a:cubicBezTo>
                      <a:pt x="4" y="41"/>
                      <a:pt x="6" y="43"/>
                      <a:pt x="8" y="44"/>
                    </a:cubicBezTo>
                    <a:cubicBezTo>
                      <a:pt x="9" y="44"/>
                      <a:pt x="10" y="44"/>
                      <a:pt x="11" y="43"/>
                    </a:cubicBezTo>
                    <a:cubicBezTo>
                      <a:pt x="11" y="43"/>
                      <a:pt x="12" y="42"/>
                      <a:pt x="11" y="41"/>
                    </a:cubicBezTo>
                    <a:cubicBezTo>
                      <a:pt x="11" y="41"/>
                      <a:pt x="7" y="36"/>
                      <a:pt x="7" y="36"/>
                    </a:cubicBezTo>
                    <a:cubicBezTo>
                      <a:pt x="7" y="35"/>
                      <a:pt x="7" y="34"/>
                      <a:pt x="7" y="34"/>
                    </a:cubicBezTo>
                    <a:cubicBezTo>
                      <a:pt x="8" y="34"/>
                      <a:pt x="8" y="34"/>
                      <a:pt x="9" y="3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4"/>
                      <a:pt x="17" y="45"/>
                      <a:pt x="19" y="43"/>
                    </a:cubicBezTo>
                    <a:cubicBezTo>
                      <a:pt x="22" y="42"/>
                      <a:pt x="22" y="39"/>
                      <a:pt x="21" y="38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5" y="29"/>
                      <a:pt x="16" y="29"/>
                    </a:cubicBezTo>
                    <a:cubicBezTo>
                      <a:pt x="16" y="28"/>
                      <a:pt x="17" y="29"/>
                      <a:pt x="17" y="3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9"/>
                      <a:pt x="24" y="40"/>
                      <a:pt x="25" y="40"/>
                    </a:cubicBezTo>
                    <a:cubicBezTo>
                      <a:pt x="25" y="40"/>
                      <a:pt x="26" y="40"/>
                      <a:pt x="26" y="40"/>
                    </a:cubicBezTo>
                    <a:cubicBezTo>
                      <a:pt x="27" y="39"/>
                      <a:pt x="28" y="38"/>
                      <a:pt x="27" y="37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6" y="31"/>
                      <a:pt x="27" y="32"/>
                      <a:pt x="27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7"/>
                      <a:pt x="30" y="37"/>
                      <a:pt x="31" y="37"/>
                    </a:cubicBezTo>
                    <a:cubicBezTo>
                      <a:pt x="32" y="37"/>
                      <a:pt x="32" y="36"/>
                      <a:pt x="32" y="36"/>
                    </a:cubicBezTo>
                    <a:cubicBezTo>
                      <a:pt x="32" y="35"/>
                      <a:pt x="32" y="35"/>
                      <a:pt x="32" y="34"/>
                    </a:cubicBezTo>
                    <a:cubicBezTo>
                      <a:pt x="30" y="32"/>
                      <a:pt x="29" y="30"/>
                      <a:pt x="27" y="28"/>
                    </a:cubicBezTo>
                    <a:cubicBezTo>
                      <a:pt x="26" y="25"/>
                      <a:pt x="24" y="23"/>
                      <a:pt x="23" y="22"/>
                    </a:cubicBezTo>
                    <a:cubicBezTo>
                      <a:pt x="22" y="20"/>
                      <a:pt x="22" y="19"/>
                      <a:pt x="23" y="19"/>
                    </a:cubicBezTo>
                    <a:cubicBezTo>
                      <a:pt x="24" y="18"/>
                      <a:pt x="25" y="19"/>
                      <a:pt x="26" y="20"/>
                    </a:cubicBezTo>
                    <a:cubicBezTo>
                      <a:pt x="27" y="21"/>
                      <a:pt x="29" y="24"/>
                      <a:pt x="30" y="27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3"/>
                      <a:pt x="34" y="33"/>
                      <a:pt x="35" y="33"/>
                    </a:cubicBezTo>
                    <a:cubicBezTo>
                      <a:pt x="37" y="34"/>
                      <a:pt x="38" y="33"/>
                      <a:pt x="40" y="32"/>
                    </a:cubicBezTo>
                    <a:cubicBezTo>
                      <a:pt x="44" y="29"/>
                      <a:pt x="43" y="26"/>
                      <a:pt x="42" y="24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6" y="14"/>
                      <a:pt x="37" y="13"/>
                    </a:cubicBezTo>
                    <a:cubicBezTo>
                      <a:pt x="37" y="13"/>
                      <a:pt x="38" y="13"/>
                      <a:pt x="38" y="14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5" y="26"/>
                      <a:pt x="47" y="26"/>
                    </a:cubicBezTo>
                    <a:cubicBezTo>
                      <a:pt x="48" y="26"/>
                      <a:pt x="49" y="26"/>
                      <a:pt x="50" y="25"/>
                    </a:cubicBezTo>
                    <a:cubicBezTo>
                      <a:pt x="51" y="24"/>
                      <a:pt x="52" y="23"/>
                      <a:pt x="52" y="22"/>
                    </a:cubicBezTo>
                    <a:cubicBezTo>
                      <a:pt x="53" y="21"/>
                      <a:pt x="52" y="19"/>
                      <a:pt x="51" y="19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3"/>
                      <a:pt x="48" y="13"/>
                      <a:pt x="48" y="12"/>
                    </a:cubicBezTo>
                    <a:cubicBezTo>
                      <a:pt x="48" y="12"/>
                      <a:pt x="49" y="12"/>
                      <a:pt x="49" y="12"/>
                    </a:cubicBezTo>
                    <a:cubicBezTo>
                      <a:pt x="49" y="12"/>
                      <a:pt x="50" y="12"/>
                      <a:pt x="50" y="12"/>
                    </a:cubicBezTo>
                    <a:cubicBezTo>
                      <a:pt x="51" y="15"/>
                      <a:pt x="53" y="17"/>
                      <a:pt x="54" y="19"/>
                    </a:cubicBezTo>
                    <a:cubicBezTo>
                      <a:pt x="54" y="19"/>
                      <a:pt x="55" y="20"/>
                      <a:pt x="55" y="20"/>
                    </a:cubicBezTo>
                    <a:cubicBezTo>
                      <a:pt x="56" y="20"/>
                      <a:pt x="56" y="20"/>
                      <a:pt x="57" y="19"/>
                    </a:cubicBezTo>
                    <a:cubicBezTo>
                      <a:pt x="60" y="15"/>
                      <a:pt x="62" y="11"/>
                      <a:pt x="61" y="7"/>
                    </a:cubicBezTo>
                    <a:cubicBezTo>
                      <a:pt x="61" y="6"/>
                      <a:pt x="61" y="5"/>
                      <a:pt x="60" y="4"/>
                    </a:cubicBezTo>
                    <a:cubicBezTo>
                      <a:pt x="58" y="1"/>
                      <a:pt x="55" y="0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1"/>
                      <a:pt x="49" y="2"/>
                      <a:pt x="49" y="2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3" y="7"/>
                      <a:pt x="53" y="7"/>
                      <a:pt x="54" y="8"/>
                    </a:cubicBezTo>
                    <a:cubicBezTo>
                      <a:pt x="54" y="10"/>
                      <a:pt x="54" y="10"/>
                      <a:pt x="53" y="10"/>
                    </a:cubicBezTo>
                    <a:cubicBezTo>
                      <a:pt x="53" y="11"/>
                      <a:pt x="52" y="11"/>
                      <a:pt x="51" y="9"/>
                    </a:cubicBezTo>
                    <a:cubicBezTo>
                      <a:pt x="50" y="8"/>
                      <a:pt x="50" y="7"/>
                      <a:pt x="49" y="6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5" y="0"/>
                      <a:pt x="42" y="1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9" y="2"/>
                      <a:pt x="38" y="3"/>
                      <a:pt x="38" y="4"/>
                    </a:cubicBezTo>
                    <a:cubicBezTo>
                      <a:pt x="37" y="5"/>
                      <a:pt x="39" y="6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10"/>
                      <a:pt x="42" y="11"/>
                      <a:pt x="44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5"/>
                      <a:pt x="46" y="16"/>
                      <a:pt x="45" y="17"/>
                    </a:cubicBezTo>
                    <a:cubicBezTo>
                      <a:pt x="45" y="17"/>
                      <a:pt x="45" y="17"/>
                      <a:pt x="44" y="17"/>
                    </a:cubicBezTo>
                    <a:cubicBezTo>
                      <a:pt x="44" y="17"/>
                      <a:pt x="43" y="15"/>
                      <a:pt x="42" y="14"/>
                    </a:cubicBezTo>
                    <a:cubicBezTo>
                      <a:pt x="42" y="14"/>
                      <a:pt x="40" y="11"/>
                      <a:pt x="40" y="11"/>
                    </a:cubicBezTo>
                    <a:cubicBezTo>
                      <a:pt x="40" y="10"/>
                      <a:pt x="36" y="4"/>
                      <a:pt x="32" y="6"/>
                    </a:cubicBezTo>
                    <a:cubicBezTo>
                      <a:pt x="31" y="7"/>
                      <a:pt x="30" y="7"/>
                      <a:pt x="30" y="8"/>
                    </a:cubicBezTo>
                    <a:cubicBezTo>
                      <a:pt x="29" y="11"/>
                      <a:pt x="31" y="14"/>
                      <a:pt x="32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6" y="22"/>
                      <a:pt x="37" y="24"/>
                      <a:pt x="38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6"/>
                      <a:pt x="37" y="26"/>
                      <a:pt x="37" y="26"/>
                    </a:cubicBezTo>
                    <a:cubicBezTo>
                      <a:pt x="37" y="26"/>
                      <a:pt x="37" y="26"/>
                      <a:pt x="36" y="26"/>
                    </a:cubicBezTo>
                    <a:cubicBezTo>
                      <a:pt x="36" y="26"/>
                      <a:pt x="36" y="25"/>
                      <a:pt x="36" y="25"/>
                    </a:cubicBezTo>
                    <a:cubicBezTo>
                      <a:pt x="35" y="24"/>
                      <a:pt x="30" y="16"/>
                      <a:pt x="28" y="13"/>
                    </a:cubicBezTo>
                    <a:cubicBezTo>
                      <a:pt x="28" y="12"/>
                      <a:pt x="27" y="11"/>
                      <a:pt x="25" y="10"/>
                    </a:cubicBezTo>
                    <a:cubicBezTo>
                      <a:pt x="24" y="10"/>
                      <a:pt x="23" y="10"/>
                      <a:pt x="22" y="11"/>
                    </a:cubicBezTo>
                    <a:cubicBezTo>
                      <a:pt x="22" y="11"/>
                      <a:pt x="18" y="13"/>
                      <a:pt x="18" y="13"/>
                    </a:cubicBezTo>
                    <a:cubicBezTo>
                      <a:pt x="17" y="14"/>
                      <a:pt x="16" y="15"/>
                      <a:pt x="16" y="17"/>
                    </a:cubicBezTo>
                    <a:close/>
                    <a:moveTo>
                      <a:pt x="20" y="25"/>
                    </a:moveTo>
                    <a:cubicBezTo>
                      <a:pt x="20" y="23"/>
                      <a:pt x="18" y="20"/>
                      <a:pt x="17" y="19"/>
                    </a:cubicBezTo>
                    <a:cubicBezTo>
                      <a:pt x="17" y="19"/>
                      <a:pt x="16" y="18"/>
                      <a:pt x="17" y="17"/>
                    </a:cubicBezTo>
                    <a:cubicBezTo>
                      <a:pt x="17" y="16"/>
                      <a:pt x="17" y="15"/>
                      <a:pt x="18" y="14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1"/>
                      <a:pt x="24" y="11"/>
                      <a:pt x="25" y="11"/>
                    </a:cubicBezTo>
                    <a:cubicBezTo>
                      <a:pt x="26" y="12"/>
                      <a:pt x="27" y="13"/>
                      <a:pt x="27" y="13"/>
                    </a:cubicBezTo>
                    <a:cubicBezTo>
                      <a:pt x="32" y="20"/>
                      <a:pt x="34" y="25"/>
                      <a:pt x="35" y="26"/>
                    </a:cubicBezTo>
                    <a:cubicBezTo>
                      <a:pt x="35" y="26"/>
                      <a:pt x="35" y="27"/>
                      <a:pt x="36" y="27"/>
                    </a:cubicBezTo>
                    <a:cubicBezTo>
                      <a:pt x="36" y="27"/>
                      <a:pt x="37" y="27"/>
                      <a:pt x="37" y="27"/>
                    </a:cubicBezTo>
                    <a:cubicBezTo>
                      <a:pt x="38" y="27"/>
                      <a:pt x="38" y="26"/>
                      <a:pt x="39" y="26"/>
                    </a:cubicBezTo>
                    <a:cubicBezTo>
                      <a:pt x="39" y="25"/>
                      <a:pt x="39" y="25"/>
                      <a:pt x="39" y="24"/>
                    </a:cubicBezTo>
                    <a:cubicBezTo>
                      <a:pt x="38" y="23"/>
                      <a:pt x="36" y="20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2" y="13"/>
                      <a:pt x="30" y="11"/>
                      <a:pt x="31" y="9"/>
                    </a:cubicBezTo>
                    <a:cubicBezTo>
                      <a:pt x="31" y="8"/>
                      <a:pt x="31" y="7"/>
                      <a:pt x="32" y="7"/>
                    </a:cubicBezTo>
                    <a:cubicBezTo>
                      <a:pt x="35" y="5"/>
                      <a:pt x="39" y="10"/>
                      <a:pt x="39" y="12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2" y="16"/>
                      <a:pt x="43" y="18"/>
                      <a:pt x="44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7" y="17"/>
                      <a:pt x="46" y="15"/>
                      <a:pt x="45" y="13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3" y="10"/>
                      <a:pt x="42" y="9"/>
                      <a:pt x="41" y="8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6"/>
                      <a:pt x="38" y="5"/>
                      <a:pt x="39" y="4"/>
                    </a:cubicBezTo>
                    <a:cubicBezTo>
                      <a:pt x="39" y="4"/>
                      <a:pt x="40" y="3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2" y="2"/>
                      <a:pt x="45" y="2"/>
                      <a:pt x="47" y="4"/>
                    </a:cubicBezTo>
                    <a:cubicBezTo>
                      <a:pt x="47" y="4"/>
                      <a:pt x="48" y="7"/>
                      <a:pt x="48" y="7"/>
                    </a:cubicBezTo>
                    <a:cubicBezTo>
                      <a:pt x="49" y="8"/>
                      <a:pt x="49" y="9"/>
                      <a:pt x="50" y="10"/>
                    </a:cubicBezTo>
                    <a:cubicBezTo>
                      <a:pt x="51" y="11"/>
                      <a:pt x="52" y="12"/>
                      <a:pt x="54" y="11"/>
                    </a:cubicBezTo>
                    <a:cubicBezTo>
                      <a:pt x="55" y="11"/>
                      <a:pt x="55" y="10"/>
                      <a:pt x="55" y="8"/>
                    </a:cubicBezTo>
                    <a:cubicBezTo>
                      <a:pt x="55" y="8"/>
                      <a:pt x="54" y="7"/>
                      <a:pt x="54" y="7"/>
                    </a:cubicBezTo>
                    <a:cubicBezTo>
                      <a:pt x="54" y="6"/>
                      <a:pt x="53" y="5"/>
                      <a:pt x="52" y="5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6" y="0"/>
                      <a:pt x="59" y="3"/>
                      <a:pt x="60" y="8"/>
                    </a:cubicBezTo>
                    <a:cubicBezTo>
                      <a:pt x="61" y="11"/>
                      <a:pt x="59" y="15"/>
                      <a:pt x="56" y="19"/>
                    </a:cubicBezTo>
                    <a:cubicBezTo>
                      <a:pt x="56" y="19"/>
                      <a:pt x="56" y="19"/>
                      <a:pt x="55" y="19"/>
                    </a:cubicBezTo>
                    <a:cubicBezTo>
                      <a:pt x="55" y="19"/>
                      <a:pt x="55" y="19"/>
                      <a:pt x="55" y="18"/>
                    </a:cubicBezTo>
                    <a:cubicBezTo>
                      <a:pt x="54" y="17"/>
                      <a:pt x="52" y="14"/>
                      <a:pt x="51" y="12"/>
                    </a:cubicBezTo>
                    <a:cubicBezTo>
                      <a:pt x="50" y="11"/>
                      <a:pt x="50" y="11"/>
                      <a:pt x="49" y="11"/>
                    </a:cubicBezTo>
                    <a:cubicBezTo>
                      <a:pt x="49" y="11"/>
                      <a:pt x="48" y="11"/>
                      <a:pt x="48" y="11"/>
                    </a:cubicBezTo>
                    <a:cubicBezTo>
                      <a:pt x="47" y="12"/>
                      <a:pt x="47" y="12"/>
                      <a:pt x="47" y="13"/>
                    </a:cubicBezTo>
                    <a:cubicBezTo>
                      <a:pt x="47" y="13"/>
                      <a:pt x="47" y="14"/>
                      <a:pt x="47" y="14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1" y="20"/>
                      <a:pt x="52" y="21"/>
                      <a:pt x="51" y="22"/>
                    </a:cubicBezTo>
                    <a:cubicBezTo>
                      <a:pt x="51" y="23"/>
                      <a:pt x="51" y="24"/>
                      <a:pt x="50" y="24"/>
                    </a:cubicBezTo>
                    <a:cubicBezTo>
                      <a:pt x="49" y="25"/>
                      <a:pt x="48" y="25"/>
                      <a:pt x="47" y="25"/>
                    </a:cubicBezTo>
                    <a:cubicBezTo>
                      <a:pt x="46" y="25"/>
                      <a:pt x="45" y="24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8" y="12"/>
                      <a:pt x="37" y="12"/>
                      <a:pt x="36" y="13"/>
                    </a:cubicBezTo>
                    <a:cubicBezTo>
                      <a:pt x="35" y="13"/>
                      <a:pt x="35" y="15"/>
                      <a:pt x="35" y="1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2" y="26"/>
                      <a:pt x="43" y="29"/>
                      <a:pt x="39" y="31"/>
                    </a:cubicBezTo>
                    <a:cubicBezTo>
                      <a:pt x="38" y="32"/>
                      <a:pt x="37" y="33"/>
                      <a:pt x="35" y="32"/>
                    </a:cubicBezTo>
                    <a:cubicBezTo>
                      <a:pt x="35" y="32"/>
                      <a:pt x="34" y="32"/>
                      <a:pt x="33" y="31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9" y="24"/>
                      <a:pt x="28" y="21"/>
                      <a:pt x="27" y="19"/>
                    </a:cubicBezTo>
                    <a:cubicBezTo>
                      <a:pt x="25" y="17"/>
                      <a:pt x="23" y="17"/>
                      <a:pt x="22" y="18"/>
                    </a:cubicBezTo>
                    <a:cubicBezTo>
                      <a:pt x="22" y="18"/>
                      <a:pt x="21" y="19"/>
                      <a:pt x="22" y="23"/>
                    </a:cubicBezTo>
                    <a:cubicBezTo>
                      <a:pt x="23" y="24"/>
                      <a:pt x="25" y="26"/>
                      <a:pt x="26" y="28"/>
                    </a:cubicBezTo>
                    <a:cubicBezTo>
                      <a:pt x="28" y="30"/>
                      <a:pt x="30" y="32"/>
                      <a:pt x="31" y="34"/>
                    </a:cubicBezTo>
                    <a:cubicBezTo>
                      <a:pt x="31" y="35"/>
                      <a:pt x="31" y="35"/>
                      <a:pt x="31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0" y="36"/>
                      <a:pt x="29" y="36"/>
                      <a:pt x="29" y="35"/>
                    </a:cubicBezTo>
                    <a:cubicBezTo>
                      <a:pt x="29" y="35"/>
                      <a:pt x="28" y="33"/>
                      <a:pt x="28" y="33"/>
                    </a:cubicBezTo>
                    <a:cubicBezTo>
                      <a:pt x="27" y="32"/>
                      <a:pt x="27" y="30"/>
                      <a:pt x="25" y="30"/>
                    </a:cubicBezTo>
                    <a:cubicBezTo>
                      <a:pt x="25" y="30"/>
                      <a:pt x="25" y="30"/>
                      <a:pt x="24" y="30"/>
                    </a:cubicBezTo>
                    <a:cubicBezTo>
                      <a:pt x="23" y="30"/>
                      <a:pt x="23" y="31"/>
                      <a:pt x="23" y="31"/>
                    </a:cubicBezTo>
                    <a:cubicBezTo>
                      <a:pt x="23" y="32"/>
                      <a:pt x="23" y="33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6" y="37"/>
                      <a:pt x="26" y="37"/>
                    </a:cubicBezTo>
                    <a:cubicBezTo>
                      <a:pt x="26" y="38"/>
                      <a:pt x="26" y="39"/>
                      <a:pt x="26" y="39"/>
                    </a:cubicBezTo>
                    <a:cubicBezTo>
                      <a:pt x="26" y="39"/>
                      <a:pt x="25" y="39"/>
                      <a:pt x="25" y="39"/>
                    </a:cubicBezTo>
                    <a:cubicBezTo>
                      <a:pt x="25" y="39"/>
                      <a:pt x="24" y="39"/>
                      <a:pt x="24" y="38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7" y="28"/>
                      <a:pt x="17" y="28"/>
                    </a:cubicBezTo>
                    <a:cubicBezTo>
                      <a:pt x="16" y="28"/>
                      <a:pt x="16" y="28"/>
                      <a:pt x="15" y="28"/>
                    </a:cubicBezTo>
                    <a:cubicBezTo>
                      <a:pt x="14" y="29"/>
                      <a:pt x="15" y="30"/>
                      <a:pt x="15" y="31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9"/>
                      <a:pt x="21" y="41"/>
                      <a:pt x="19" y="43"/>
                    </a:cubicBezTo>
                    <a:cubicBezTo>
                      <a:pt x="17" y="44"/>
                      <a:pt x="16" y="43"/>
                      <a:pt x="15" y="42"/>
                    </a:cubicBezTo>
                    <a:cubicBezTo>
                      <a:pt x="15" y="42"/>
                      <a:pt x="10" y="34"/>
                      <a:pt x="10" y="34"/>
                    </a:cubicBezTo>
                    <a:cubicBezTo>
                      <a:pt x="9" y="33"/>
                      <a:pt x="8" y="33"/>
                      <a:pt x="7" y="33"/>
                    </a:cubicBezTo>
                    <a:cubicBezTo>
                      <a:pt x="6" y="34"/>
                      <a:pt x="6" y="35"/>
                      <a:pt x="6" y="36"/>
                    </a:cubicBezTo>
                    <a:cubicBezTo>
                      <a:pt x="6" y="36"/>
                      <a:pt x="10" y="41"/>
                      <a:pt x="10" y="41"/>
                    </a:cubicBezTo>
                    <a:cubicBezTo>
                      <a:pt x="10" y="42"/>
                      <a:pt x="10" y="42"/>
                      <a:pt x="10" y="43"/>
                    </a:cubicBezTo>
                    <a:cubicBezTo>
                      <a:pt x="10" y="43"/>
                      <a:pt x="9" y="43"/>
                      <a:pt x="8" y="43"/>
                    </a:cubicBezTo>
                    <a:cubicBezTo>
                      <a:pt x="6" y="42"/>
                      <a:pt x="5" y="40"/>
                      <a:pt x="3" y="38"/>
                    </a:cubicBezTo>
                    <a:cubicBezTo>
                      <a:pt x="1" y="34"/>
                      <a:pt x="1" y="30"/>
                      <a:pt x="5" y="26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6" y="25"/>
                      <a:pt x="6" y="26"/>
                    </a:cubicBezTo>
                    <a:cubicBezTo>
                      <a:pt x="9" y="30"/>
                      <a:pt x="12" y="36"/>
                      <a:pt x="12" y="36"/>
                    </a:cubicBezTo>
                    <a:cubicBezTo>
                      <a:pt x="13" y="37"/>
                      <a:pt x="14" y="37"/>
                      <a:pt x="15" y="37"/>
                    </a:cubicBezTo>
                    <a:cubicBezTo>
                      <a:pt x="16" y="36"/>
                      <a:pt x="16" y="35"/>
                      <a:pt x="16" y="34"/>
                    </a:cubicBezTo>
                    <a:cubicBezTo>
                      <a:pt x="16" y="34"/>
                      <a:pt x="10" y="25"/>
                      <a:pt x="10" y="25"/>
                    </a:cubicBezTo>
                    <a:cubicBezTo>
                      <a:pt x="9" y="24"/>
                      <a:pt x="9" y="23"/>
                      <a:pt x="9" y="22"/>
                    </a:cubicBezTo>
                    <a:cubicBezTo>
                      <a:pt x="9" y="22"/>
                      <a:pt x="10" y="21"/>
                      <a:pt x="10" y="21"/>
                    </a:cubicBezTo>
                    <a:cubicBezTo>
                      <a:pt x="11" y="20"/>
                      <a:pt x="13" y="20"/>
                      <a:pt x="14" y="22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4"/>
                      <a:pt x="16" y="26"/>
                      <a:pt x="18" y="26"/>
                    </a:cubicBezTo>
                    <a:cubicBezTo>
                      <a:pt x="18" y="26"/>
                      <a:pt x="19" y="26"/>
                      <a:pt x="19" y="26"/>
                    </a:cubicBezTo>
                    <a:cubicBezTo>
                      <a:pt x="20" y="26"/>
                      <a:pt x="20" y="25"/>
                      <a:pt x="20" y="25"/>
                    </a:cubicBezTo>
                    <a:close/>
                    <a:moveTo>
                      <a:pt x="50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rgbClr val="FB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1" name="Freeform 1702">
                <a:extLst>
                  <a:ext uri="{FF2B5EF4-FFF2-40B4-BE49-F238E27FC236}">
                    <a16:creationId xmlns:a16="http://schemas.microsoft.com/office/drawing/2014/main" id="{D757CA55-6656-4139-951A-A6DF406CD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3440"/>
                <a:ext cx="98" cy="71"/>
              </a:xfrm>
              <a:custGeom>
                <a:avLst/>
                <a:gdLst>
                  <a:gd name="T0" fmla="*/ 169 w 62"/>
                  <a:gd name="T1" fmla="*/ 197 h 45"/>
                  <a:gd name="T2" fmla="*/ 185 w 62"/>
                  <a:gd name="T3" fmla="*/ 245 h 45"/>
                  <a:gd name="T4" fmla="*/ 150 w 62"/>
                  <a:gd name="T5" fmla="*/ 216 h 45"/>
                  <a:gd name="T6" fmla="*/ 100 w 62"/>
                  <a:gd name="T7" fmla="*/ 197 h 45"/>
                  <a:gd name="T8" fmla="*/ 87 w 62"/>
                  <a:gd name="T9" fmla="*/ 245 h 45"/>
                  <a:gd name="T10" fmla="*/ 138 w 62"/>
                  <a:gd name="T11" fmla="*/ 353 h 45"/>
                  <a:gd name="T12" fmla="*/ 68 w 62"/>
                  <a:gd name="T13" fmla="*/ 245 h 45"/>
                  <a:gd name="T14" fmla="*/ 35 w 62"/>
                  <a:gd name="T15" fmla="*/ 245 h 45"/>
                  <a:gd name="T16" fmla="*/ 82 w 62"/>
                  <a:gd name="T17" fmla="*/ 428 h 45"/>
                  <a:gd name="T18" fmla="*/ 107 w 62"/>
                  <a:gd name="T19" fmla="*/ 405 h 45"/>
                  <a:gd name="T20" fmla="*/ 68 w 62"/>
                  <a:gd name="T21" fmla="*/ 333 h 45"/>
                  <a:gd name="T22" fmla="*/ 138 w 62"/>
                  <a:gd name="T23" fmla="*/ 421 h 45"/>
                  <a:gd name="T24" fmla="*/ 205 w 62"/>
                  <a:gd name="T25" fmla="*/ 374 h 45"/>
                  <a:gd name="T26" fmla="*/ 158 w 62"/>
                  <a:gd name="T27" fmla="*/ 286 h 45"/>
                  <a:gd name="T28" fmla="*/ 224 w 62"/>
                  <a:gd name="T29" fmla="*/ 387 h 45"/>
                  <a:gd name="T30" fmla="*/ 258 w 62"/>
                  <a:gd name="T31" fmla="*/ 388 h 45"/>
                  <a:gd name="T32" fmla="*/ 250 w 62"/>
                  <a:gd name="T33" fmla="*/ 322 h 45"/>
                  <a:gd name="T34" fmla="*/ 237 w 62"/>
                  <a:gd name="T35" fmla="*/ 311 h 45"/>
                  <a:gd name="T36" fmla="*/ 250 w 62"/>
                  <a:gd name="T37" fmla="*/ 301 h 45"/>
                  <a:gd name="T38" fmla="*/ 277 w 62"/>
                  <a:gd name="T39" fmla="*/ 341 h 45"/>
                  <a:gd name="T40" fmla="*/ 319 w 62"/>
                  <a:gd name="T41" fmla="*/ 353 h 45"/>
                  <a:gd name="T42" fmla="*/ 267 w 62"/>
                  <a:gd name="T43" fmla="*/ 271 h 45"/>
                  <a:gd name="T44" fmla="*/ 224 w 62"/>
                  <a:gd name="T45" fmla="*/ 185 h 45"/>
                  <a:gd name="T46" fmla="*/ 292 w 62"/>
                  <a:gd name="T47" fmla="*/ 267 h 45"/>
                  <a:gd name="T48" fmla="*/ 345 w 62"/>
                  <a:gd name="T49" fmla="*/ 322 h 45"/>
                  <a:gd name="T50" fmla="*/ 409 w 62"/>
                  <a:gd name="T51" fmla="*/ 237 h 45"/>
                  <a:gd name="T52" fmla="*/ 362 w 62"/>
                  <a:gd name="T53" fmla="*/ 129 h 45"/>
                  <a:gd name="T54" fmla="*/ 438 w 62"/>
                  <a:gd name="T55" fmla="*/ 224 h 45"/>
                  <a:gd name="T56" fmla="*/ 462 w 62"/>
                  <a:gd name="T57" fmla="*/ 257 h 45"/>
                  <a:gd name="T58" fmla="*/ 512 w 62"/>
                  <a:gd name="T59" fmla="*/ 216 h 45"/>
                  <a:gd name="T60" fmla="*/ 474 w 62"/>
                  <a:gd name="T61" fmla="*/ 137 h 45"/>
                  <a:gd name="T62" fmla="*/ 482 w 62"/>
                  <a:gd name="T63" fmla="*/ 117 h 45"/>
                  <a:gd name="T64" fmla="*/ 530 w 62"/>
                  <a:gd name="T65" fmla="*/ 185 h 45"/>
                  <a:gd name="T66" fmla="*/ 560 w 62"/>
                  <a:gd name="T67" fmla="*/ 185 h 45"/>
                  <a:gd name="T68" fmla="*/ 593 w 62"/>
                  <a:gd name="T69" fmla="*/ 35 h 45"/>
                  <a:gd name="T70" fmla="*/ 482 w 62"/>
                  <a:gd name="T71" fmla="*/ 0 h 45"/>
                  <a:gd name="T72" fmla="*/ 512 w 62"/>
                  <a:gd name="T73" fmla="*/ 52 h 45"/>
                  <a:gd name="T74" fmla="*/ 525 w 62"/>
                  <a:gd name="T75" fmla="*/ 98 h 45"/>
                  <a:gd name="T76" fmla="*/ 482 w 62"/>
                  <a:gd name="T77" fmla="*/ 55 h 45"/>
                  <a:gd name="T78" fmla="*/ 408 w 62"/>
                  <a:gd name="T79" fmla="*/ 21 h 45"/>
                  <a:gd name="T80" fmla="*/ 375 w 62"/>
                  <a:gd name="T81" fmla="*/ 35 h 45"/>
                  <a:gd name="T82" fmla="*/ 387 w 62"/>
                  <a:gd name="T83" fmla="*/ 68 h 45"/>
                  <a:gd name="T84" fmla="*/ 438 w 62"/>
                  <a:gd name="T85" fmla="*/ 129 h 45"/>
                  <a:gd name="T86" fmla="*/ 443 w 62"/>
                  <a:gd name="T87" fmla="*/ 169 h 45"/>
                  <a:gd name="T88" fmla="*/ 409 w 62"/>
                  <a:gd name="T89" fmla="*/ 137 h 45"/>
                  <a:gd name="T90" fmla="*/ 319 w 62"/>
                  <a:gd name="T91" fmla="*/ 55 h 45"/>
                  <a:gd name="T92" fmla="*/ 319 w 62"/>
                  <a:gd name="T93" fmla="*/ 150 h 45"/>
                  <a:gd name="T94" fmla="*/ 375 w 62"/>
                  <a:gd name="T95" fmla="*/ 237 h 45"/>
                  <a:gd name="T96" fmla="*/ 362 w 62"/>
                  <a:gd name="T97" fmla="*/ 257 h 45"/>
                  <a:gd name="T98" fmla="*/ 354 w 62"/>
                  <a:gd name="T99" fmla="*/ 245 h 45"/>
                  <a:gd name="T100" fmla="*/ 250 w 62"/>
                  <a:gd name="T101" fmla="*/ 98 h 45"/>
                  <a:gd name="T102" fmla="*/ 175 w 62"/>
                  <a:gd name="T103" fmla="*/ 129 h 4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2" h="45">
                    <a:moveTo>
                      <a:pt x="16" y="17"/>
                    </a:moveTo>
                    <a:cubicBezTo>
                      <a:pt x="15" y="18"/>
                      <a:pt x="17" y="20"/>
                      <a:pt x="17" y="20"/>
                    </a:cubicBezTo>
                    <a:cubicBezTo>
                      <a:pt x="17" y="21"/>
                      <a:pt x="19" y="23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25"/>
                      <a:pt x="16" y="24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3" y="19"/>
                      <a:pt x="11" y="19"/>
                      <a:pt x="10" y="20"/>
                    </a:cubicBezTo>
                    <a:cubicBezTo>
                      <a:pt x="9" y="21"/>
                      <a:pt x="8" y="21"/>
                      <a:pt x="8" y="22"/>
                    </a:cubicBezTo>
                    <a:cubicBezTo>
                      <a:pt x="8" y="23"/>
                      <a:pt x="8" y="24"/>
                      <a:pt x="9" y="25"/>
                    </a:cubicBezTo>
                    <a:cubicBezTo>
                      <a:pt x="9" y="25"/>
                      <a:pt x="15" y="35"/>
                      <a:pt x="15" y="35"/>
                    </a:cubicBezTo>
                    <a:cubicBezTo>
                      <a:pt x="15" y="35"/>
                      <a:pt x="15" y="36"/>
                      <a:pt x="14" y="36"/>
                    </a:cubicBezTo>
                    <a:cubicBezTo>
                      <a:pt x="14" y="36"/>
                      <a:pt x="14" y="36"/>
                      <a:pt x="13" y="35"/>
                    </a:cubicBezTo>
                    <a:cubicBezTo>
                      <a:pt x="13" y="35"/>
                      <a:pt x="10" y="30"/>
                      <a:pt x="7" y="25"/>
                    </a:cubicBezTo>
                    <a:cubicBezTo>
                      <a:pt x="6" y="24"/>
                      <a:pt x="6" y="24"/>
                      <a:pt x="5" y="24"/>
                    </a:cubicBezTo>
                    <a:cubicBezTo>
                      <a:pt x="5" y="24"/>
                      <a:pt x="4" y="25"/>
                      <a:pt x="4" y="25"/>
                    </a:cubicBezTo>
                    <a:cubicBezTo>
                      <a:pt x="0" y="30"/>
                      <a:pt x="0" y="34"/>
                      <a:pt x="2" y="39"/>
                    </a:cubicBezTo>
                    <a:cubicBezTo>
                      <a:pt x="4" y="41"/>
                      <a:pt x="6" y="43"/>
                      <a:pt x="8" y="44"/>
                    </a:cubicBezTo>
                    <a:cubicBezTo>
                      <a:pt x="9" y="44"/>
                      <a:pt x="10" y="44"/>
                      <a:pt x="11" y="43"/>
                    </a:cubicBezTo>
                    <a:cubicBezTo>
                      <a:pt x="11" y="43"/>
                      <a:pt x="12" y="42"/>
                      <a:pt x="11" y="41"/>
                    </a:cubicBezTo>
                    <a:cubicBezTo>
                      <a:pt x="11" y="41"/>
                      <a:pt x="7" y="36"/>
                      <a:pt x="7" y="36"/>
                    </a:cubicBezTo>
                    <a:cubicBezTo>
                      <a:pt x="7" y="35"/>
                      <a:pt x="7" y="34"/>
                      <a:pt x="7" y="34"/>
                    </a:cubicBezTo>
                    <a:cubicBezTo>
                      <a:pt x="8" y="34"/>
                      <a:pt x="8" y="34"/>
                      <a:pt x="9" y="3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4"/>
                      <a:pt x="17" y="45"/>
                      <a:pt x="19" y="43"/>
                    </a:cubicBezTo>
                    <a:cubicBezTo>
                      <a:pt x="22" y="42"/>
                      <a:pt x="22" y="39"/>
                      <a:pt x="21" y="38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5" y="29"/>
                      <a:pt x="16" y="29"/>
                    </a:cubicBezTo>
                    <a:cubicBezTo>
                      <a:pt x="16" y="28"/>
                      <a:pt x="17" y="29"/>
                      <a:pt x="17" y="3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9"/>
                      <a:pt x="24" y="40"/>
                      <a:pt x="25" y="40"/>
                    </a:cubicBezTo>
                    <a:cubicBezTo>
                      <a:pt x="25" y="40"/>
                      <a:pt x="26" y="40"/>
                      <a:pt x="26" y="40"/>
                    </a:cubicBezTo>
                    <a:cubicBezTo>
                      <a:pt x="27" y="39"/>
                      <a:pt x="28" y="38"/>
                      <a:pt x="27" y="37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6" y="31"/>
                      <a:pt x="27" y="32"/>
                      <a:pt x="27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7"/>
                      <a:pt x="30" y="37"/>
                      <a:pt x="31" y="37"/>
                    </a:cubicBezTo>
                    <a:cubicBezTo>
                      <a:pt x="32" y="37"/>
                      <a:pt x="32" y="36"/>
                      <a:pt x="32" y="36"/>
                    </a:cubicBezTo>
                    <a:cubicBezTo>
                      <a:pt x="32" y="35"/>
                      <a:pt x="32" y="35"/>
                      <a:pt x="32" y="34"/>
                    </a:cubicBezTo>
                    <a:cubicBezTo>
                      <a:pt x="30" y="32"/>
                      <a:pt x="29" y="30"/>
                      <a:pt x="27" y="28"/>
                    </a:cubicBezTo>
                    <a:cubicBezTo>
                      <a:pt x="26" y="25"/>
                      <a:pt x="24" y="23"/>
                      <a:pt x="23" y="22"/>
                    </a:cubicBezTo>
                    <a:cubicBezTo>
                      <a:pt x="22" y="20"/>
                      <a:pt x="22" y="19"/>
                      <a:pt x="23" y="19"/>
                    </a:cubicBezTo>
                    <a:cubicBezTo>
                      <a:pt x="24" y="18"/>
                      <a:pt x="25" y="19"/>
                      <a:pt x="26" y="20"/>
                    </a:cubicBezTo>
                    <a:cubicBezTo>
                      <a:pt x="27" y="21"/>
                      <a:pt x="29" y="24"/>
                      <a:pt x="30" y="27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3"/>
                      <a:pt x="34" y="33"/>
                      <a:pt x="35" y="33"/>
                    </a:cubicBezTo>
                    <a:cubicBezTo>
                      <a:pt x="37" y="34"/>
                      <a:pt x="38" y="33"/>
                      <a:pt x="40" y="32"/>
                    </a:cubicBezTo>
                    <a:cubicBezTo>
                      <a:pt x="44" y="29"/>
                      <a:pt x="43" y="26"/>
                      <a:pt x="42" y="24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6" y="14"/>
                      <a:pt x="37" y="13"/>
                    </a:cubicBezTo>
                    <a:cubicBezTo>
                      <a:pt x="37" y="13"/>
                      <a:pt x="38" y="13"/>
                      <a:pt x="38" y="14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5" y="26"/>
                      <a:pt x="47" y="26"/>
                    </a:cubicBezTo>
                    <a:cubicBezTo>
                      <a:pt x="48" y="26"/>
                      <a:pt x="49" y="26"/>
                      <a:pt x="50" y="25"/>
                    </a:cubicBezTo>
                    <a:cubicBezTo>
                      <a:pt x="51" y="24"/>
                      <a:pt x="52" y="23"/>
                      <a:pt x="52" y="22"/>
                    </a:cubicBezTo>
                    <a:cubicBezTo>
                      <a:pt x="53" y="21"/>
                      <a:pt x="52" y="19"/>
                      <a:pt x="51" y="19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3"/>
                      <a:pt x="48" y="13"/>
                      <a:pt x="48" y="12"/>
                    </a:cubicBezTo>
                    <a:cubicBezTo>
                      <a:pt x="48" y="12"/>
                      <a:pt x="49" y="12"/>
                      <a:pt x="49" y="12"/>
                    </a:cubicBezTo>
                    <a:cubicBezTo>
                      <a:pt x="49" y="12"/>
                      <a:pt x="50" y="12"/>
                      <a:pt x="50" y="12"/>
                    </a:cubicBezTo>
                    <a:cubicBezTo>
                      <a:pt x="51" y="15"/>
                      <a:pt x="53" y="17"/>
                      <a:pt x="54" y="19"/>
                    </a:cubicBezTo>
                    <a:cubicBezTo>
                      <a:pt x="54" y="19"/>
                      <a:pt x="55" y="20"/>
                      <a:pt x="55" y="20"/>
                    </a:cubicBezTo>
                    <a:cubicBezTo>
                      <a:pt x="56" y="20"/>
                      <a:pt x="56" y="20"/>
                      <a:pt x="57" y="19"/>
                    </a:cubicBezTo>
                    <a:cubicBezTo>
                      <a:pt x="60" y="15"/>
                      <a:pt x="62" y="11"/>
                      <a:pt x="61" y="7"/>
                    </a:cubicBezTo>
                    <a:cubicBezTo>
                      <a:pt x="61" y="6"/>
                      <a:pt x="61" y="5"/>
                      <a:pt x="60" y="4"/>
                    </a:cubicBezTo>
                    <a:cubicBezTo>
                      <a:pt x="58" y="1"/>
                      <a:pt x="55" y="0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1"/>
                      <a:pt x="49" y="2"/>
                      <a:pt x="49" y="2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3" y="7"/>
                      <a:pt x="53" y="7"/>
                      <a:pt x="54" y="8"/>
                    </a:cubicBezTo>
                    <a:cubicBezTo>
                      <a:pt x="54" y="10"/>
                      <a:pt x="54" y="10"/>
                      <a:pt x="53" y="10"/>
                    </a:cubicBezTo>
                    <a:cubicBezTo>
                      <a:pt x="53" y="11"/>
                      <a:pt x="52" y="11"/>
                      <a:pt x="51" y="9"/>
                    </a:cubicBezTo>
                    <a:cubicBezTo>
                      <a:pt x="50" y="8"/>
                      <a:pt x="50" y="7"/>
                      <a:pt x="49" y="6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5" y="0"/>
                      <a:pt x="42" y="1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9" y="2"/>
                      <a:pt x="38" y="3"/>
                      <a:pt x="38" y="4"/>
                    </a:cubicBezTo>
                    <a:cubicBezTo>
                      <a:pt x="37" y="5"/>
                      <a:pt x="39" y="6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10"/>
                      <a:pt x="42" y="11"/>
                      <a:pt x="44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5"/>
                      <a:pt x="46" y="16"/>
                      <a:pt x="45" y="17"/>
                    </a:cubicBezTo>
                    <a:cubicBezTo>
                      <a:pt x="45" y="17"/>
                      <a:pt x="45" y="17"/>
                      <a:pt x="44" y="17"/>
                    </a:cubicBezTo>
                    <a:cubicBezTo>
                      <a:pt x="44" y="17"/>
                      <a:pt x="43" y="15"/>
                      <a:pt x="42" y="14"/>
                    </a:cubicBezTo>
                    <a:cubicBezTo>
                      <a:pt x="42" y="14"/>
                      <a:pt x="40" y="11"/>
                      <a:pt x="40" y="11"/>
                    </a:cubicBezTo>
                    <a:cubicBezTo>
                      <a:pt x="40" y="10"/>
                      <a:pt x="36" y="4"/>
                      <a:pt x="32" y="6"/>
                    </a:cubicBezTo>
                    <a:cubicBezTo>
                      <a:pt x="31" y="7"/>
                      <a:pt x="30" y="7"/>
                      <a:pt x="30" y="8"/>
                    </a:cubicBezTo>
                    <a:cubicBezTo>
                      <a:pt x="29" y="11"/>
                      <a:pt x="31" y="14"/>
                      <a:pt x="32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6" y="22"/>
                      <a:pt x="37" y="24"/>
                      <a:pt x="38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6"/>
                      <a:pt x="37" y="26"/>
                      <a:pt x="37" y="26"/>
                    </a:cubicBezTo>
                    <a:cubicBezTo>
                      <a:pt x="37" y="26"/>
                      <a:pt x="37" y="26"/>
                      <a:pt x="36" y="26"/>
                    </a:cubicBezTo>
                    <a:cubicBezTo>
                      <a:pt x="36" y="26"/>
                      <a:pt x="36" y="25"/>
                      <a:pt x="36" y="25"/>
                    </a:cubicBezTo>
                    <a:cubicBezTo>
                      <a:pt x="35" y="24"/>
                      <a:pt x="30" y="16"/>
                      <a:pt x="28" y="13"/>
                    </a:cubicBezTo>
                    <a:cubicBezTo>
                      <a:pt x="28" y="12"/>
                      <a:pt x="27" y="11"/>
                      <a:pt x="25" y="10"/>
                    </a:cubicBezTo>
                    <a:cubicBezTo>
                      <a:pt x="24" y="10"/>
                      <a:pt x="23" y="10"/>
                      <a:pt x="22" y="11"/>
                    </a:cubicBezTo>
                    <a:cubicBezTo>
                      <a:pt x="22" y="11"/>
                      <a:pt x="18" y="13"/>
                      <a:pt x="18" y="13"/>
                    </a:cubicBezTo>
                    <a:cubicBezTo>
                      <a:pt x="17" y="14"/>
                      <a:pt x="16" y="15"/>
                      <a:pt x="16" y="1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2" name="Freeform 1703">
                <a:extLst>
                  <a:ext uri="{FF2B5EF4-FFF2-40B4-BE49-F238E27FC236}">
                    <a16:creationId xmlns:a16="http://schemas.microsoft.com/office/drawing/2014/main" id="{41BA9FA9-2097-4E7D-92A1-3BF69AF29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3440"/>
                <a:ext cx="96" cy="71"/>
              </a:xfrm>
              <a:custGeom>
                <a:avLst/>
                <a:gdLst>
                  <a:gd name="T0" fmla="*/ 471 w 61"/>
                  <a:gd name="T1" fmla="*/ 21 h 45"/>
                  <a:gd name="T2" fmla="*/ 522 w 61"/>
                  <a:gd name="T3" fmla="*/ 107 h 45"/>
                  <a:gd name="T4" fmla="*/ 453 w 61"/>
                  <a:gd name="T5" fmla="*/ 35 h 45"/>
                  <a:gd name="T6" fmla="*/ 387 w 61"/>
                  <a:gd name="T7" fmla="*/ 68 h 45"/>
                  <a:gd name="T8" fmla="*/ 436 w 61"/>
                  <a:gd name="T9" fmla="*/ 169 h 45"/>
                  <a:gd name="T10" fmla="*/ 387 w 61"/>
                  <a:gd name="T11" fmla="*/ 107 h 45"/>
                  <a:gd name="T12" fmla="*/ 319 w 61"/>
                  <a:gd name="T13" fmla="*/ 150 h 45"/>
                  <a:gd name="T14" fmla="*/ 354 w 61"/>
                  <a:gd name="T15" fmla="*/ 257 h 45"/>
                  <a:gd name="T16" fmla="*/ 271 w 61"/>
                  <a:gd name="T17" fmla="*/ 129 h 45"/>
                  <a:gd name="T18" fmla="*/ 172 w 61"/>
                  <a:gd name="T19" fmla="*/ 137 h 45"/>
                  <a:gd name="T20" fmla="*/ 183 w 61"/>
                  <a:gd name="T21" fmla="*/ 257 h 45"/>
                  <a:gd name="T22" fmla="*/ 87 w 61"/>
                  <a:gd name="T23" fmla="*/ 245 h 45"/>
                  <a:gd name="T24" fmla="*/ 148 w 61"/>
                  <a:gd name="T25" fmla="*/ 353 h 45"/>
                  <a:gd name="T26" fmla="*/ 55 w 61"/>
                  <a:gd name="T27" fmla="*/ 245 h 45"/>
                  <a:gd name="T28" fmla="*/ 31 w 61"/>
                  <a:gd name="T29" fmla="*/ 374 h 45"/>
                  <a:gd name="T30" fmla="*/ 96 w 61"/>
                  <a:gd name="T31" fmla="*/ 405 h 45"/>
                  <a:gd name="T32" fmla="*/ 66 w 61"/>
                  <a:gd name="T33" fmla="*/ 333 h 45"/>
                  <a:gd name="T34" fmla="*/ 148 w 61"/>
                  <a:gd name="T35" fmla="*/ 409 h 45"/>
                  <a:gd name="T36" fmla="*/ 203 w 61"/>
                  <a:gd name="T37" fmla="*/ 387 h 45"/>
                  <a:gd name="T38" fmla="*/ 151 w 61"/>
                  <a:gd name="T39" fmla="*/ 271 h 45"/>
                  <a:gd name="T40" fmla="*/ 233 w 61"/>
                  <a:gd name="T41" fmla="*/ 374 h 45"/>
                  <a:gd name="T42" fmla="*/ 233 w 61"/>
                  <a:gd name="T43" fmla="*/ 333 h 45"/>
                  <a:gd name="T44" fmla="*/ 280 w 61"/>
                  <a:gd name="T45" fmla="*/ 341 h 45"/>
                  <a:gd name="T46" fmla="*/ 299 w 61"/>
                  <a:gd name="T47" fmla="*/ 333 h 45"/>
                  <a:gd name="T48" fmla="*/ 223 w 61"/>
                  <a:gd name="T49" fmla="*/ 172 h 45"/>
                  <a:gd name="T50" fmla="*/ 319 w 61"/>
                  <a:gd name="T51" fmla="*/ 301 h 45"/>
                  <a:gd name="T52" fmla="*/ 406 w 61"/>
                  <a:gd name="T53" fmla="*/ 245 h 45"/>
                  <a:gd name="T54" fmla="*/ 351 w 61"/>
                  <a:gd name="T55" fmla="*/ 129 h 45"/>
                  <a:gd name="T56" fmla="*/ 426 w 61"/>
                  <a:gd name="T57" fmla="*/ 224 h 45"/>
                  <a:gd name="T58" fmla="*/ 491 w 61"/>
                  <a:gd name="T59" fmla="*/ 185 h 45"/>
                  <a:gd name="T60" fmla="*/ 467 w 61"/>
                  <a:gd name="T61" fmla="*/ 117 h 45"/>
                  <a:gd name="T62" fmla="*/ 522 w 61"/>
                  <a:gd name="T63" fmla="*/ 185 h 45"/>
                  <a:gd name="T64" fmla="*/ 590 w 61"/>
                  <a:gd name="T65" fmla="*/ 68 h 4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45">
                    <a:moveTo>
                      <a:pt x="50" y="0"/>
                    </a:moveTo>
                    <a:cubicBezTo>
                      <a:pt x="49" y="0"/>
                      <a:pt x="49" y="1"/>
                      <a:pt x="49" y="2"/>
                    </a:cubicBezTo>
                    <a:cubicBezTo>
                      <a:pt x="52" y="5"/>
                      <a:pt x="54" y="6"/>
                      <a:pt x="54" y="8"/>
                    </a:cubicBezTo>
                    <a:cubicBezTo>
                      <a:pt x="55" y="10"/>
                      <a:pt x="54" y="10"/>
                      <a:pt x="54" y="11"/>
                    </a:cubicBezTo>
                    <a:cubicBezTo>
                      <a:pt x="53" y="11"/>
                      <a:pt x="52" y="11"/>
                      <a:pt x="50" y="9"/>
                    </a:cubicBezTo>
                    <a:cubicBezTo>
                      <a:pt x="49" y="8"/>
                      <a:pt x="49" y="6"/>
                      <a:pt x="47" y="4"/>
                    </a:cubicBezTo>
                    <a:cubicBezTo>
                      <a:pt x="45" y="1"/>
                      <a:pt x="42" y="2"/>
                      <a:pt x="41" y="2"/>
                    </a:cubicBezTo>
                    <a:cubicBezTo>
                      <a:pt x="36" y="4"/>
                      <a:pt x="39" y="6"/>
                      <a:pt x="40" y="7"/>
                    </a:cubicBezTo>
                    <a:cubicBezTo>
                      <a:pt x="41" y="9"/>
                      <a:pt x="42" y="10"/>
                      <a:pt x="44" y="13"/>
                    </a:cubicBezTo>
                    <a:cubicBezTo>
                      <a:pt x="45" y="15"/>
                      <a:pt x="46" y="17"/>
                      <a:pt x="45" y="17"/>
                    </a:cubicBezTo>
                    <a:cubicBezTo>
                      <a:pt x="44" y="18"/>
                      <a:pt x="43" y="16"/>
                      <a:pt x="42" y="14"/>
                    </a:cubicBezTo>
                    <a:cubicBezTo>
                      <a:pt x="41" y="13"/>
                      <a:pt x="41" y="12"/>
                      <a:pt x="40" y="11"/>
                    </a:cubicBezTo>
                    <a:cubicBezTo>
                      <a:pt x="39" y="10"/>
                      <a:pt x="36" y="5"/>
                      <a:pt x="32" y="7"/>
                    </a:cubicBezTo>
                    <a:cubicBezTo>
                      <a:pt x="28" y="9"/>
                      <a:pt x="32" y="14"/>
                      <a:pt x="33" y="15"/>
                    </a:cubicBezTo>
                    <a:cubicBezTo>
                      <a:pt x="35" y="19"/>
                      <a:pt x="38" y="23"/>
                      <a:pt x="38" y="24"/>
                    </a:cubicBezTo>
                    <a:cubicBezTo>
                      <a:pt x="38" y="25"/>
                      <a:pt x="38" y="26"/>
                      <a:pt x="37" y="26"/>
                    </a:cubicBezTo>
                    <a:cubicBezTo>
                      <a:pt x="36" y="27"/>
                      <a:pt x="36" y="26"/>
                      <a:pt x="35" y="25"/>
                    </a:cubicBezTo>
                    <a:cubicBezTo>
                      <a:pt x="35" y="24"/>
                      <a:pt x="31" y="19"/>
                      <a:pt x="28" y="13"/>
                    </a:cubicBezTo>
                    <a:cubicBezTo>
                      <a:pt x="27" y="12"/>
                      <a:pt x="25" y="9"/>
                      <a:pt x="22" y="11"/>
                    </a:cubicBezTo>
                    <a:cubicBezTo>
                      <a:pt x="21" y="12"/>
                      <a:pt x="19" y="13"/>
                      <a:pt x="18" y="14"/>
                    </a:cubicBezTo>
                    <a:cubicBezTo>
                      <a:pt x="14" y="16"/>
                      <a:pt x="17" y="20"/>
                      <a:pt x="17" y="20"/>
                    </a:cubicBezTo>
                    <a:cubicBezTo>
                      <a:pt x="17" y="20"/>
                      <a:pt x="21" y="24"/>
                      <a:pt x="19" y="26"/>
                    </a:cubicBezTo>
                    <a:cubicBezTo>
                      <a:pt x="17" y="27"/>
                      <a:pt x="15" y="23"/>
                      <a:pt x="14" y="21"/>
                    </a:cubicBezTo>
                    <a:cubicBezTo>
                      <a:pt x="12" y="18"/>
                      <a:pt x="7" y="21"/>
                      <a:pt x="9" y="25"/>
                    </a:cubicBezTo>
                    <a:cubicBezTo>
                      <a:pt x="12" y="29"/>
                      <a:pt x="15" y="34"/>
                      <a:pt x="15" y="34"/>
                    </a:cubicBezTo>
                    <a:cubicBezTo>
                      <a:pt x="16" y="35"/>
                      <a:pt x="15" y="36"/>
                      <a:pt x="15" y="36"/>
                    </a:cubicBezTo>
                    <a:cubicBezTo>
                      <a:pt x="14" y="37"/>
                      <a:pt x="13" y="36"/>
                      <a:pt x="13" y="36"/>
                    </a:cubicBezTo>
                    <a:cubicBezTo>
                      <a:pt x="13" y="36"/>
                      <a:pt x="9" y="30"/>
                      <a:pt x="6" y="25"/>
                    </a:cubicBezTo>
                    <a:cubicBezTo>
                      <a:pt x="6" y="25"/>
                      <a:pt x="5" y="24"/>
                      <a:pt x="4" y="26"/>
                    </a:cubicBezTo>
                    <a:cubicBezTo>
                      <a:pt x="1" y="30"/>
                      <a:pt x="0" y="34"/>
                      <a:pt x="3" y="38"/>
                    </a:cubicBezTo>
                    <a:cubicBezTo>
                      <a:pt x="4" y="41"/>
                      <a:pt x="6" y="42"/>
                      <a:pt x="8" y="43"/>
                    </a:cubicBezTo>
                    <a:cubicBezTo>
                      <a:pt x="9" y="44"/>
                      <a:pt x="12" y="43"/>
                      <a:pt x="10" y="41"/>
                    </a:cubicBezTo>
                    <a:cubicBezTo>
                      <a:pt x="8" y="39"/>
                      <a:pt x="7" y="36"/>
                      <a:pt x="7" y="36"/>
                    </a:cubicBezTo>
                    <a:cubicBezTo>
                      <a:pt x="6" y="35"/>
                      <a:pt x="6" y="34"/>
                      <a:pt x="7" y="34"/>
                    </a:cubicBezTo>
                    <a:cubicBezTo>
                      <a:pt x="8" y="33"/>
                      <a:pt x="9" y="33"/>
                      <a:pt x="9" y="34"/>
                    </a:cubicBezTo>
                    <a:cubicBezTo>
                      <a:pt x="11" y="36"/>
                      <a:pt x="13" y="40"/>
                      <a:pt x="15" y="42"/>
                    </a:cubicBezTo>
                    <a:cubicBezTo>
                      <a:pt x="15" y="43"/>
                      <a:pt x="16" y="45"/>
                      <a:pt x="19" y="43"/>
                    </a:cubicBezTo>
                    <a:cubicBezTo>
                      <a:pt x="22" y="41"/>
                      <a:pt x="21" y="39"/>
                      <a:pt x="21" y="39"/>
                    </a:cubicBezTo>
                    <a:cubicBezTo>
                      <a:pt x="19" y="36"/>
                      <a:pt x="17" y="33"/>
                      <a:pt x="16" y="31"/>
                    </a:cubicBezTo>
                    <a:cubicBezTo>
                      <a:pt x="15" y="30"/>
                      <a:pt x="15" y="29"/>
                      <a:pt x="16" y="28"/>
                    </a:cubicBezTo>
                    <a:cubicBezTo>
                      <a:pt x="16" y="28"/>
                      <a:pt x="17" y="29"/>
                      <a:pt x="18" y="29"/>
                    </a:cubicBezTo>
                    <a:cubicBezTo>
                      <a:pt x="20" y="32"/>
                      <a:pt x="22" y="36"/>
                      <a:pt x="24" y="38"/>
                    </a:cubicBezTo>
                    <a:cubicBezTo>
                      <a:pt x="25" y="41"/>
                      <a:pt x="27" y="39"/>
                      <a:pt x="26" y="37"/>
                    </a:cubicBezTo>
                    <a:cubicBezTo>
                      <a:pt x="26" y="36"/>
                      <a:pt x="24" y="34"/>
                      <a:pt x="24" y="34"/>
                    </a:cubicBezTo>
                    <a:cubicBezTo>
                      <a:pt x="24" y="33"/>
                      <a:pt x="22" y="32"/>
                      <a:pt x="24" y="30"/>
                    </a:cubicBezTo>
                    <a:cubicBezTo>
                      <a:pt x="26" y="29"/>
                      <a:pt x="27" y="33"/>
                      <a:pt x="29" y="35"/>
                    </a:cubicBezTo>
                    <a:cubicBezTo>
                      <a:pt x="29" y="36"/>
                      <a:pt x="30" y="37"/>
                      <a:pt x="31" y="36"/>
                    </a:cubicBezTo>
                    <a:cubicBezTo>
                      <a:pt x="32" y="36"/>
                      <a:pt x="32" y="35"/>
                      <a:pt x="31" y="34"/>
                    </a:cubicBezTo>
                    <a:cubicBezTo>
                      <a:pt x="29" y="30"/>
                      <a:pt x="24" y="25"/>
                      <a:pt x="23" y="22"/>
                    </a:cubicBezTo>
                    <a:cubicBezTo>
                      <a:pt x="22" y="20"/>
                      <a:pt x="22" y="19"/>
                      <a:pt x="23" y="18"/>
                    </a:cubicBezTo>
                    <a:cubicBezTo>
                      <a:pt x="23" y="18"/>
                      <a:pt x="24" y="18"/>
                      <a:pt x="26" y="20"/>
                    </a:cubicBezTo>
                    <a:cubicBezTo>
                      <a:pt x="28" y="22"/>
                      <a:pt x="31" y="27"/>
                      <a:pt x="33" y="31"/>
                    </a:cubicBezTo>
                    <a:cubicBezTo>
                      <a:pt x="33" y="32"/>
                      <a:pt x="35" y="34"/>
                      <a:pt x="40" y="32"/>
                    </a:cubicBezTo>
                    <a:cubicBezTo>
                      <a:pt x="44" y="29"/>
                      <a:pt x="42" y="25"/>
                      <a:pt x="42" y="25"/>
                    </a:cubicBezTo>
                    <a:cubicBezTo>
                      <a:pt x="39" y="21"/>
                      <a:pt x="37" y="17"/>
                      <a:pt x="36" y="15"/>
                    </a:cubicBezTo>
                    <a:cubicBezTo>
                      <a:pt x="35" y="14"/>
                      <a:pt x="36" y="13"/>
                      <a:pt x="36" y="13"/>
                    </a:cubicBezTo>
                    <a:cubicBezTo>
                      <a:pt x="37" y="13"/>
                      <a:pt x="38" y="13"/>
                      <a:pt x="38" y="14"/>
                    </a:cubicBezTo>
                    <a:cubicBezTo>
                      <a:pt x="40" y="15"/>
                      <a:pt x="42" y="20"/>
                      <a:pt x="44" y="23"/>
                    </a:cubicBezTo>
                    <a:cubicBezTo>
                      <a:pt x="45" y="24"/>
                      <a:pt x="46" y="27"/>
                      <a:pt x="50" y="25"/>
                    </a:cubicBezTo>
                    <a:cubicBezTo>
                      <a:pt x="53" y="22"/>
                      <a:pt x="51" y="20"/>
                      <a:pt x="51" y="19"/>
                    </a:cubicBezTo>
                    <a:cubicBezTo>
                      <a:pt x="50" y="17"/>
                      <a:pt x="49" y="16"/>
                      <a:pt x="48" y="14"/>
                    </a:cubicBezTo>
                    <a:cubicBezTo>
                      <a:pt x="47" y="13"/>
                      <a:pt x="47" y="12"/>
                      <a:pt x="48" y="12"/>
                    </a:cubicBezTo>
                    <a:cubicBezTo>
                      <a:pt x="49" y="11"/>
                      <a:pt x="50" y="11"/>
                      <a:pt x="50" y="12"/>
                    </a:cubicBezTo>
                    <a:cubicBezTo>
                      <a:pt x="52" y="14"/>
                      <a:pt x="53" y="17"/>
                      <a:pt x="54" y="19"/>
                    </a:cubicBezTo>
                    <a:cubicBezTo>
                      <a:pt x="55" y="19"/>
                      <a:pt x="56" y="20"/>
                      <a:pt x="56" y="19"/>
                    </a:cubicBezTo>
                    <a:cubicBezTo>
                      <a:pt x="60" y="15"/>
                      <a:pt x="61" y="11"/>
                      <a:pt x="61" y="7"/>
                    </a:cubicBezTo>
                    <a:cubicBezTo>
                      <a:pt x="60" y="2"/>
                      <a:pt x="55" y="0"/>
                      <a:pt x="50" y="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3" name="Oval 1704">
                <a:extLst>
                  <a:ext uri="{FF2B5EF4-FFF2-40B4-BE49-F238E27FC236}">
                    <a16:creationId xmlns:a16="http://schemas.microsoft.com/office/drawing/2014/main" id="{542A02B8-2E7B-4FE9-AD96-C11849909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3158"/>
                <a:ext cx="26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64" name="Oval 1705">
                <a:extLst>
                  <a:ext uri="{FF2B5EF4-FFF2-40B4-BE49-F238E27FC236}">
                    <a16:creationId xmlns:a16="http://schemas.microsoft.com/office/drawing/2014/main" id="{7BA8462C-1F68-4786-9518-5AEDA9991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316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65" name="Oval 1706">
                <a:extLst>
                  <a:ext uri="{FF2B5EF4-FFF2-40B4-BE49-F238E27FC236}">
                    <a16:creationId xmlns:a16="http://schemas.microsoft.com/office/drawing/2014/main" id="{0FE6EA79-0998-49A6-B37F-F2DF0EDE0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3090"/>
                <a:ext cx="26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66" name="Oval 1707">
                <a:extLst>
                  <a:ext uri="{FF2B5EF4-FFF2-40B4-BE49-F238E27FC236}">
                    <a16:creationId xmlns:a16="http://schemas.microsoft.com/office/drawing/2014/main" id="{64CAE63B-38CA-4099-AF39-A44E005C3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0" y="30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67" name="Oval 1708">
                <a:extLst>
                  <a:ext uri="{FF2B5EF4-FFF2-40B4-BE49-F238E27FC236}">
                    <a16:creationId xmlns:a16="http://schemas.microsoft.com/office/drawing/2014/main" id="{97407895-CBE2-418D-9985-BAF351230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3119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68" name="Oval 1709">
                <a:extLst>
                  <a:ext uri="{FF2B5EF4-FFF2-40B4-BE49-F238E27FC236}">
                    <a16:creationId xmlns:a16="http://schemas.microsoft.com/office/drawing/2014/main" id="{A83637C2-38E6-4958-8028-8F93E6EF4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0" y="31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69" name="Oval 1710">
                <a:extLst>
                  <a:ext uri="{FF2B5EF4-FFF2-40B4-BE49-F238E27FC236}">
                    <a16:creationId xmlns:a16="http://schemas.microsoft.com/office/drawing/2014/main" id="{D8366685-24C6-4A37-9E06-FA2E42E51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3057"/>
                <a:ext cx="25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70" name="Oval 1711">
                <a:extLst>
                  <a:ext uri="{FF2B5EF4-FFF2-40B4-BE49-F238E27FC236}">
                    <a16:creationId xmlns:a16="http://schemas.microsoft.com/office/drawing/2014/main" id="{1BB7C508-701F-4E52-81B1-9DB2880DC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3064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71" name="Oval 1712">
                <a:extLst>
                  <a:ext uri="{FF2B5EF4-FFF2-40B4-BE49-F238E27FC236}">
                    <a16:creationId xmlns:a16="http://schemas.microsoft.com/office/drawing/2014/main" id="{DFDB1343-018D-48A7-B8B8-C86108868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1" y="3101"/>
                <a:ext cx="26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72" name="Oval 1713">
                <a:extLst>
                  <a:ext uri="{FF2B5EF4-FFF2-40B4-BE49-F238E27FC236}">
                    <a16:creationId xmlns:a16="http://schemas.microsoft.com/office/drawing/2014/main" id="{F7395A05-1E08-4225-8BC4-693D83280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310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73" name="Oval 1714">
                <a:extLst>
                  <a:ext uri="{FF2B5EF4-FFF2-40B4-BE49-F238E27FC236}">
                    <a16:creationId xmlns:a16="http://schemas.microsoft.com/office/drawing/2014/main" id="{01A6C726-4950-483E-913C-FEB8135D1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992"/>
                <a:ext cx="25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74" name="Oval 1715">
                <a:extLst>
                  <a:ext uri="{FF2B5EF4-FFF2-40B4-BE49-F238E27FC236}">
                    <a16:creationId xmlns:a16="http://schemas.microsoft.com/office/drawing/2014/main" id="{60CAC167-4C33-46CD-8A8F-FEE7E78C0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0" y="299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75" name="Oval 1716">
                <a:extLst>
                  <a:ext uri="{FF2B5EF4-FFF2-40B4-BE49-F238E27FC236}">
                    <a16:creationId xmlns:a16="http://schemas.microsoft.com/office/drawing/2014/main" id="{29C44A96-73E7-4E6E-92D6-D62D57CE9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7" y="2948"/>
                <a:ext cx="25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76" name="Oval 1717">
                <a:extLst>
                  <a:ext uri="{FF2B5EF4-FFF2-40B4-BE49-F238E27FC236}">
                    <a16:creationId xmlns:a16="http://schemas.microsoft.com/office/drawing/2014/main" id="{74240465-8C00-4B70-BCB7-F9A7DDE68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955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77" name="Oval 1718">
                <a:extLst>
                  <a:ext uri="{FF2B5EF4-FFF2-40B4-BE49-F238E27FC236}">
                    <a16:creationId xmlns:a16="http://schemas.microsoft.com/office/drawing/2014/main" id="{7077EFBB-6D17-42CF-9099-5030699C6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3247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78" name="Oval 1719">
                <a:extLst>
                  <a:ext uri="{FF2B5EF4-FFF2-40B4-BE49-F238E27FC236}">
                    <a16:creationId xmlns:a16="http://schemas.microsoft.com/office/drawing/2014/main" id="{3314D9DD-5B9F-4EAF-B255-99172B8A3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32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79" name="Oval 1720">
                <a:extLst>
                  <a:ext uri="{FF2B5EF4-FFF2-40B4-BE49-F238E27FC236}">
                    <a16:creationId xmlns:a16="http://schemas.microsoft.com/office/drawing/2014/main" id="{DA31D35B-F531-4D44-9019-2EB8A8F41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8" y="3210"/>
                <a:ext cx="25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80" name="Oval 1721">
                <a:extLst>
                  <a:ext uri="{FF2B5EF4-FFF2-40B4-BE49-F238E27FC236}">
                    <a16:creationId xmlns:a16="http://schemas.microsoft.com/office/drawing/2014/main" id="{4D4AA3FB-5BE2-4DC8-8A11-305C22BF9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321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81" name="Oval 1722">
                <a:extLst>
                  <a:ext uri="{FF2B5EF4-FFF2-40B4-BE49-F238E27FC236}">
                    <a16:creationId xmlns:a16="http://schemas.microsoft.com/office/drawing/2014/main" id="{B1608C62-6EFE-49B0-8231-A4AE08901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3356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82" name="Oval 1723">
                <a:extLst>
                  <a:ext uri="{FF2B5EF4-FFF2-40B4-BE49-F238E27FC236}">
                    <a16:creationId xmlns:a16="http://schemas.microsoft.com/office/drawing/2014/main" id="{0C8867C5-05F0-421A-B7B4-7259D7D21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336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83" name="Oval 1724">
                <a:extLst>
                  <a:ext uri="{FF2B5EF4-FFF2-40B4-BE49-F238E27FC236}">
                    <a16:creationId xmlns:a16="http://schemas.microsoft.com/office/drawing/2014/main" id="{B9F311B0-6ED8-4E2B-994D-BC67B3261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3135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84" name="Oval 1725">
                <a:extLst>
                  <a:ext uri="{FF2B5EF4-FFF2-40B4-BE49-F238E27FC236}">
                    <a16:creationId xmlns:a16="http://schemas.microsoft.com/office/drawing/2014/main" id="{970D8C6E-89FF-4314-843E-441DA4A64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0" y="314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85" name="Oval 1726">
                <a:extLst>
                  <a:ext uri="{FF2B5EF4-FFF2-40B4-BE49-F238E27FC236}">
                    <a16:creationId xmlns:a16="http://schemas.microsoft.com/office/drawing/2014/main" id="{2C68DE4C-F271-41DC-AB9C-0405CFF2A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7" y="3098"/>
                <a:ext cx="25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86" name="Oval 1727">
                <a:extLst>
                  <a:ext uri="{FF2B5EF4-FFF2-40B4-BE49-F238E27FC236}">
                    <a16:creationId xmlns:a16="http://schemas.microsoft.com/office/drawing/2014/main" id="{22A4077B-9C6F-4396-A56D-E751C10A8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3" y="3106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87" name="Oval 1728">
                <a:extLst>
                  <a:ext uri="{FF2B5EF4-FFF2-40B4-BE49-F238E27FC236}">
                    <a16:creationId xmlns:a16="http://schemas.microsoft.com/office/drawing/2014/main" id="{75A59C37-4888-400E-8386-12833606D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3054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88" name="Freeform 1729">
                <a:extLst>
                  <a:ext uri="{FF2B5EF4-FFF2-40B4-BE49-F238E27FC236}">
                    <a16:creationId xmlns:a16="http://schemas.microsoft.com/office/drawing/2014/main" id="{DA9598D1-CA01-4977-9596-3A78285BE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3062"/>
                <a:ext cx="46" cy="21"/>
              </a:xfrm>
              <a:custGeom>
                <a:avLst/>
                <a:gdLst>
                  <a:gd name="T0" fmla="*/ 0 w 29"/>
                  <a:gd name="T1" fmla="*/ 0 h 13"/>
                  <a:gd name="T2" fmla="*/ 292 w 29"/>
                  <a:gd name="T3" fmla="*/ 34 h 13"/>
                  <a:gd name="T4" fmla="*/ 108 w 29"/>
                  <a:gd name="T5" fmla="*/ 42 h 13"/>
                  <a:gd name="T6" fmla="*/ 21 w 29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3">
                    <a:moveTo>
                      <a:pt x="0" y="0"/>
                    </a:moveTo>
                    <a:cubicBezTo>
                      <a:pt x="5" y="13"/>
                      <a:pt x="22" y="13"/>
                      <a:pt x="29" y="3"/>
                    </a:cubicBezTo>
                    <a:cubicBezTo>
                      <a:pt x="24" y="1"/>
                      <a:pt x="17" y="5"/>
                      <a:pt x="11" y="4"/>
                    </a:cubicBezTo>
                    <a:cubicBezTo>
                      <a:pt x="8" y="3"/>
                      <a:pt x="5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9" name="Oval 1730">
                <a:extLst>
                  <a:ext uri="{FF2B5EF4-FFF2-40B4-BE49-F238E27FC236}">
                    <a16:creationId xmlns:a16="http://schemas.microsoft.com/office/drawing/2014/main" id="{C58F131C-5243-4751-9F34-48A565B0D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8" y="3062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90" name="Oval 1731">
                <a:extLst>
                  <a:ext uri="{FF2B5EF4-FFF2-40B4-BE49-F238E27FC236}">
                    <a16:creationId xmlns:a16="http://schemas.microsoft.com/office/drawing/2014/main" id="{78018E7D-0BCB-4C3E-A62F-0700F5CE9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8" y="3106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91" name="Oval 1732">
                <a:extLst>
                  <a:ext uri="{FF2B5EF4-FFF2-40B4-BE49-F238E27FC236}">
                    <a16:creationId xmlns:a16="http://schemas.microsoft.com/office/drawing/2014/main" id="{98393A96-300A-4DD5-932C-41D043CFF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3113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92" name="Oval 1733">
                <a:extLst>
                  <a:ext uri="{FF2B5EF4-FFF2-40B4-BE49-F238E27FC236}">
                    <a16:creationId xmlns:a16="http://schemas.microsoft.com/office/drawing/2014/main" id="{111155ED-A415-4A79-9774-BCC63C9A4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3071"/>
                <a:ext cx="25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93" name="Oval 1734">
                <a:extLst>
                  <a:ext uri="{FF2B5EF4-FFF2-40B4-BE49-F238E27FC236}">
                    <a16:creationId xmlns:a16="http://schemas.microsoft.com/office/drawing/2014/main" id="{A7564402-4696-4318-8CD3-8BBF93121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307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94" name="Oval 1735">
                <a:extLst>
                  <a:ext uri="{FF2B5EF4-FFF2-40B4-BE49-F238E27FC236}">
                    <a16:creationId xmlns:a16="http://schemas.microsoft.com/office/drawing/2014/main" id="{BF702D2B-7190-4C66-AEF4-9420EE66F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3" y="3138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95" name="Oval 1736">
                <a:extLst>
                  <a:ext uri="{FF2B5EF4-FFF2-40B4-BE49-F238E27FC236}">
                    <a16:creationId xmlns:a16="http://schemas.microsoft.com/office/drawing/2014/main" id="{7DB6BC30-B2F8-4B96-AE2A-D2AFA1CF7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9" y="31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96" name="Oval 1737">
                <a:extLst>
                  <a:ext uri="{FF2B5EF4-FFF2-40B4-BE49-F238E27FC236}">
                    <a16:creationId xmlns:a16="http://schemas.microsoft.com/office/drawing/2014/main" id="{CA9F9C69-B49F-4032-9B9E-78360ADF2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3105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97" name="Oval 1738">
                <a:extLst>
                  <a:ext uri="{FF2B5EF4-FFF2-40B4-BE49-F238E27FC236}">
                    <a16:creationId xmlns:a16="http://schemas.microsoft.com/office/drawing/2014/main" id="{42A0FA0A-9562-4D41-920A-46CE2BD0A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11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98" name="Oval 1739">
                <a:extLst>
                  <a:ext uri="{FF2B5EF4-FFF2-40B4-BE49-F238E27FC236}">
                    <a16:creationId xmlns:a16="http://schemas.microsoft.com/office/drawing/2014/main" id="{B769C6D5-F9F4-4013-9E3C-E54E10AB1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3056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599" name="Oval 1740">
                <a:extLst>
                  <a:ext uri="{FF2B5EF4-FFF2-40B4-BE49-F238E27FC236}">
                    <a16:creationId xmlns:a16="http://schemas.microsoft.com/office/drawing/2014/main" id="{550E9680-6F25-47C7-9DD5-CF9E344DD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5" y="306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0" name="Oval 1741">
                <a:extLst>
                  <a:ext uri="{FF2B5EF4-FFF2-40B4-BE49-F238E27FC236}">
                    <a16:creationId xmlns:a16="http://schemas.microsoft.com/office/drawing/2014/main" id="{C26FF317-D651-45BB-8C0F-C7BC80B6D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3049"/>
                <a:ext cx="25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1" name="Oval 1742">
                <a:extLst>
                  <a:ext uri="{FF2B5EF4-FFF2-40B4-BE49-F238E27FC236}">
                    <a16:creationId xmlns:a16="http://schemas.microsoft.com/office/drawing/2014/main" id="{232ED0D1-1D6E-4C75-A4F4-6F996E8C0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6" y="30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2" name="Oval 1743">
                <a:extLst>
                  <a:ext uri="{FF2B5EF4-FFF2-40B4-BE49-F238E27FC236}">
                    <a16:creationId xmlns:a16="http://schemas.microsoft.com/office/drawing/2014/main" id="{AD29B134-ECD5-415A-BDA4-D671C46B7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5" y="2988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3" name="Oval 1744">
                <a:extLst>
                  <a:ext uri="{FF2B5EF4-FFF2-40B4-BE49-F238E27FC236}">
                    <a16:creationId xmlns:a16="http://schemas.microsoft.com/office/drawing/2014/main" id="{6E65EA20-079A-4ABA-9040-2D4CABBC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99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4" name="Oval 1745">
                <a:extLst>
                  <a:ext uri="{FF2B5EF4-FFF2-40B4-BE49-F238E27FC236}">
                    <a16:creationId xmlns:a16="http://schemas.microsoft.com/office/drawing/2014/main" id="{C11882D8-BDAB-4780-979F-19E076FE0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5" y="3011"/>
                <a:ext cx="26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5" name="Oval 1746">
                <a:extLst>
                  <a:ext uri="{FF2B5EF4-FFF2-40B4-BE49-F238E27FC236}">
                    <a16:creationId xmlns:a16="http://schemas.microsoft.com/office/drawing/2014/main" id="{00C97CFC-AE47-40DD-842E-9545E1B82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2" y="301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6" name="Oval 1747">
                <a:extLst>
                  <a:ext uri="{FF2B5EF4-FFF2-40B4-BE49-F238E27FC236}">
                    <a16:creationId xmlns:a16="http://schemas.microsoft.com/office/drawing/2014/main" id="{5CFBC294-EFAF-46AF-BEA1-2F02BAAA5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8" y="2955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7" name="Oval 1748">
                <a:extLst>
                  <a:ext uri="{FF2B5EF4-FFF2-40B4-BE49-F238E27FC236}">
                    <a16:creationId xmlns:a16="http://schemas.microsoft.com/office/drawing/2014/main" id="{6899082B-A346-49B6-918B-A4851BBCF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96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8" name="Oval 1749">
                <a:extLst>
                  <a:ext uri="{FF2B5EF4-FFF2-40B4-BE49-F238E27FC236}">
                    <a16:creationId xmlns:a16="http://schemas.microsoft.com/office/drawing/2014/main" id="{25480CDA-3A68-478B-97B9-C46E8B3EB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3007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9" name="Oval 1750">
                <a:extLst>
                  <a:ext uri="{FF2B5EF4-FFF2-40B4-BE49-F238E27FC236}">
                    <a16:creationId xmlns:a16="http://schemas.microsoft.com/office/drawing/2014/main" id="{EE8CC337-062D-4601-B48D-3392AD298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301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0" name="Oval 1751">
                <a:extLst>
                  <a:ext uri="{FF2B5EF4-FFF2-40B4-BE49-F238E27FC236}">
                    <a16:creationId xmlns:a16="http://schemas.microsoft.com/office/drawing/2014/main" id="{B46C2A89-D1A9-4FEF-AFDD-F7F8F4176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3053"/>
                <a:ext cx="20" cy="18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1" name="Oval 1752">
                <a:extLst>
                  <a:ext uri="{FF2B5EF4-FFF2-40B4-BE49-F238E27FC236}">
                    <a16:creationId xmlns:a16="http://schemas.microsoft.com/office/drawing/2014/main" id="{0E71807B-CEC9-442C-BB27-05AF2FA0C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" y="3057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2" name="Oval 1753">
                <a:extLst>
                  <a:ext uri="{FF2B5EF4-FFF2-40B4-BE49-F238E27FC236}">
                    <a16:creationId xmlns:a16="http://schemas.microsoft.com/office/drawing/2014/main" id="{40B7B245-854E-45D8-94C1-1250B485E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9" y="3018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3" name="Oval 1754">
                <a:extLst>
                  <a:ext uri="{FF2B5EF4-FFF2-40B4-BE49-F238E27FC236}">
                    <a16:creationId xmlns:a16="http://schemas.microsoft.com/office/drawing/2014/main" id="{9E2FDED2-9809-4F01-AB02-4FC95F767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4" y="3022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4" name="Oval 1755">
                <a:extLst>
                  <a:ext uri="{FF2B5EF4-FFF2-40B4-BE49-F238E27FC236}">
                    <a16:creationId xmlns:a16="http://schemas.microsoft.com/office/drawing/2014/main" id="{9134053C-5FC6-4897-8241-A1E1F774C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9" y="3041"/>
                <a:ext cx="21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5" name="Oval 1756">
                <a:extLst>
                  <a:ext uri="{FF2B5EF4-FFF2-40B4-BE49-F238E27FC236}">
                    <a16:creationId xmlns:a16="http://schemas.microsoft.com/office/drawing/2014/main" id="{F1F7EF25-DC3D-4E9E-8F0B-B9163E3CD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4" y="3046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6" name="Oval 1757">
                <a:extLst>
                  <a:ext uri="{FF2B5EF4-FFF2-40B4-BE49-F238E27FC236}">
                    <a16:creationId xmlns:a16="http://schemas.microsoft.com/office/drawing/2014/main" id="{A618DA35-7FC4-45A8-979E-87D593C9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4" y="3034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7" name="Oval 1758">
                <a:extLst>
                  <a:ext uri="{FF2B5EF4-FFF2-40B4-BE49-F238E27FC236}">
                    <a16:creationId xmlns:a16="http://schemas.microsoft.com/office/drawing/2014/main" id="{0B6C07A9-7932-48F2-AD3D-1C92B3D4E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9" y="3038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8" name="Oval 1759">
                <a:extLst>
                  <a:ext uri="{FF2B5EF4-FFF2-40B4-BE49-F238E27FC236}">
                    <a16:creationId xmlns:a16="http://schemas.microsoft.com/office/drawing/2014/main" id="{96DD8501-B25B-463D-BCDD-DDEB27B31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8" y="3053"/>
                <a:ext cx="21" cy="18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9" name="Oval 1760">
                <a:extLst>
                  <a:ext uri="{FF2B5EF4-FFF2-40B4-BE49-F238E27FC236}">
                    <a16:creationId xmlns:a16="http://schemas.microsoft.com/office/drawing/2014/main" id="{9BD9D0B9-736A-4981-AE09-51A0DAE27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" y="3057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0" name="Oval 1761">
                <a:extLst>
                  <a:ext uri="{FF2B5EF4-FFF2-40B4-BE49-F238E27FC236}">
                    <a16:creationId xmlns:a16="http://schemas.microsoft.com/office/drawing/2014/main" id="{620E8C86-C71F-425A-A3DD-0044EBD26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4" y="2989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1" name="Oval 1762">
                <a:extLst>
                  <a:ext uri="{FF2B5EF4-FFF2-40B4-BE49-F238E27FC236}">
                    <a16:creationId xmlns:a16="http://schemas.microsoft.com/office/drawing/2014/main" id="{E971F327-48FC-4526-BFD3-6B4A558C9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9" y="2994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2" name="Oval 1763">
                <a:extLst>
                  <a:ext uri="{FF2B5EF4-FFF2-40B4-BE49-F238E27FC236}">
                    <a16:creationId xmlns:a16="http://schemas.microsoft.com/office/drawing/2014/main" id="{1886D23B-88B8-4515-A77E-89C8BA582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6" y="3291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3" name="Oval 1764">
                <a:extLst>
                  <a:ext uri="{FF2B5EF4-FFF2-40B4-BE49-F238E27FC236}">
                    <a16:creationId xmlns:a16="http://schemas.microsoft.com/office/drawing/2014/main" id="{726CCFC8-1AF1-4198-A500-8E62B5459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1" y="3296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4" name="Oval 1765">
                <a:extLst>
                  <a:ext uri="{FF2B5EF4-FFF2-40B4-BE49-F238E27FC236}">
                    <a16:creationId xmlns:a16="http://schemas.microsoft.com/office/drawing/2014/main" id="{669D5291-548E-4D36-8224-FDC967B3E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" y="2931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5" name="Oval 1766">
                <a:extLst>
                  <a:ext uri="{FF2B5EF4-FFF2-40B4-BE49-F238E27FC236}">
                    <a16:creationId xmlns:a16="http://schemas.microsoft.com/office/drawing/2014/main" id="{896C1458-1CA1-437C-BDDE-9F918DCF5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7" y="2936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6" name="Oval 1767">
                <a:extLst>
                  <a:ext uri="{FF2B5EF4-FFF2-40B4-BE49-F238E27FC236}">
                    <a16:creationId xmlns:a16="http://schemas.microsoft.com/office/drawing/2014/main" id="{D9EA0F4A-48C3-4364-81FD-38835A9D1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2790"/>
                <a:ext cx="25" cy="2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7" name="Oval 1768">
                <a:extLst>
                  <a:ext uri="{FF2B5EF4-FFF2-40B4-BE49-F238E27FC236}">
                    <a16:creationId xmlns:a16="http://schemas.microsoft.com/office/drawing/2014/main" id="{705C0735-AAF1-42C3-A7D4-6616BF547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797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8" name="Oval 1769">
                <a:extLst>
                  <a:ext uri="{FF2B5EF4-FFF2-40B4-BE49-F238E27FC236}">
                    <a16:creationId xmlns:a16="http://schemas.microsoft.com/office/drawing/2014/main" id="{EB0648B0-1200-4E00-9984-A26177051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2743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9" name="Oval 1770">
                <a:extLst>
                  <a:ext uri="{FF2B5EF4-FFF2-40B4-BE49-F238E27FC236}">
                    <a16:creationId xmlns:a16="http://schemas.microsoft.com/office/drawing/2014/main" id="{83F66B70-DB80-4A61-9EEC-72579ABA3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74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0" name="Oval 1771">
                <a:extLst>
                  <a:ext uri="{FF2B5EF4-FFF2-40B4-BE49-F238E27FC236}">
                    <a16:creationId xmlns:a16="http://schemas.microsoft.com/office/drawing/2014/main" id="{6105FAFB-325F-4E39-B3FB-70C46D43F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8" y="2580"/>
                <a:ext cx="26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1" name="Oval 1772">
                <a:extLst>
                  <a:ext uri="{FF2B5EF4-FFF2-40B4-BE49-F238E27FC236}">
                    <a16:creationId xmlns:a16="http://schemas.microsoft.com/office/drawing/2014/main" id="{E9E382F5-FD2F-448A-B870-D3FE9F75C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58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2" name="Oval 1773">
                <a:extLst>
                  <a:ext uri="{FF2B5EF4-FFF2-40B4-BE49-F238E27FC236}">
                    <a16:creationId xmlns:a16="http://schemas.microsoft.com/office/drawing/2014/main" id="{E74D2F5C-FA23-4123-9ECD-D377DFE32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3454"/>
                <a:ext cx="25" cy="2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3" name="Oval 1774">
                <a:extLst>
                  <a:ext uri="{FF2B5EF4-FFF2-40B4-BE49-F238E27FC236}">
                    <a16:creationId xmlns:a16="http://schemas.microsoft.com/office/drawing/2014/main" id="{944FA6A0-8F03-45FA-9743-6C50D10AA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9" y="34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4" name="Oval 1775">
                <a:extLst>
                  <a:ext uri="{FF2B5EF4-FFF2-40B4-BE49-F238E27FC236}">
                    <a16:creationId xmlns:a16="http://schemas.microsoft.com/office/drawing/2014/main" id="{9B67A81D-1688-4467-B7EF-D7B8BB31B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8" y="3154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5" name="Oval 1776">
                <a:extLst>
                  <a:ext uri="{FF2B5EF4-FFF2-40B4-BE49-F238E27FC236}">
                    <a16:creationId xmlns:a16="http://schemas.microsoft.com/office/drawing/2014/main" id="{5ED3C771-CE3D-4AF7-9F21-91B87BA07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3158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6" name="Oval 1777">
                <a:extLst>
                  <a:ext uri="{FF2B5EF4-FFF2-40B4-BE49-F238E27FC236}">
                    <a16:creationId xmlns:a16="http://schemas.microsoft.com/office/drawing/2014/main" id="{017BB53B-010E-4DE8-9923-A1E9322CE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2" y="3076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7" name="Oval 1778">
                <a:extLst>
                  <a:ext uri="{FF2B5EF4-FFF2-40B4-BE49-F238E27FC236}">
                    <a16:creationId xmlns:a16="http://schemas.microsoft.com/office/drawing/2014/main" id="{E34DE5A7-42E8-4F4C-A402-56A0926E6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5" y="30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8" name="Oval 1779">
                <a:extLst>
                  <a:ext uri="{FF2B5EF4-FFF2-40B4-BE49-F238E27FC236}">
                    <a16:creationId xmlns:a16="http://schemas.microsoft.com/office/drawing/2014/main" id="{B46D4677-4F0F-4D59-A5B7-9605FD41C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2936"/>
                <a:ext cx="15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9" name="Oval 1780">
                <a:extLst>
                  <a:ext uri="{FF2B5EF4-FFF2-40B4-BE49-F238E27FC236}">
                    <a16:creationId xmlns:a16="http://schemas.microsoft.com/office/drawing/2014/main" id="{7C37F548-B369-4572-9B5D-E6663DA91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9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0" name="Oval 1781">
                <a:extLst>
                  <a:ext uri="{FF2B5EF4-FFF2-40B4-BE49-F238E27FC236}">
                    <a16:creationId xmlns:a16="http://schemas.microsoft.com/office/drawing/2014/main" id="{AB8C11A4-67E8-4A5A-B8A5-FF05D59BE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6" y="2953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1" name="Oval 1782">
                <a:extLst>
                  <a:ext uri="{FF2B5EF4-FFF2-40B4-BE49-F238E27FC236}">
                    <a16:creationId xmlns:a16="http://schemas.microsoft.com/office/drawing/2014/main" id="{5E160373-0769-4EF4-B2DE-6298836E9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95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2" name="Oval 1783">
                <a:extLst>
                  <a:ext uri="{FF2B5EF4-FFF2-40B4-BE49-F238E27FC236}">
                    <a16:creationId xmlns:a16="http://schemas.microsoft.com/office/drawing/2014/main" id="{3D80A86E-9E4D-490C-96DC-A6117C559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980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3" name="Oval 1784">
                <a:extLst>
                  <a:ext uri="{FF2B5EF4-FFF2-40B4-BE49-F238E27FC236}">
                    <a16:creationId xmlns:a16="http://schemas.microsoft.com/office/drawing/2014/main" id="{049E61E3-F4FA-4910-879F-FCE63C952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98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4" name="Oval 1785">
                <a:extLst>
                  <a:ext uri="{FF2B5EF4-FFF2-40B4-BE49-F238E27FC236}">
                    <a16:creationId xmlns:a16="http://schemas.microsoft.com/office/drawing/2014/main" id="{66CA23A2-8700-4BB1-816D-4B9B1C9BE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2896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5" name="Oval 1786">
                <a:extLst>
                  <a:ext uri="{FF2B5EF4-FFF2-40B4-BE49-F238E27FC236}">
                    <a16:creationId xmlns:a16="http://schemas.microsoft.com/office/drawing/2014/main" id="{BAC188C2-EFA9-45C6-9674-598608A7E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8" y="2809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6" name="Oval 1787">
                <a:extLst>
                  <a:ext uri="{FF2B5EF4-FFF2-40B4-BE49-F238E27FC236}">
                    <a16:creationId xmlns:a16="http://schemas.microsoft.com/office/drawing/2014/main" id="{994DA8A8-969C-4F5D-B6BC-63DBB87CA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81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7" name="Oval 1788">
                <a:extLst>
                  <a:ext uri="{FF2B5EF4-FFF2-40B4-BE49-F238E27FC236}">
                    <a16:creationId xmlns:a16="http://schemas.microsoft.com/office/drawing/2014/main" id="{1709C3A1-8A16-40F3-9736-6D0EBECCA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2846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8" name="Oval 1789">
                <a:extLst>
                  <a:ext uri="{FF2B5EF4-FFF2-40B4-BE49-F238E27FC236}">
                    <a16:creationId xmlns:a16="http://schemas.microsoft.com/office/drawing/2014/main" id="{C6BF0967-245E-4742-9546-7FB9BB607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3" y="285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9" name="Oval 1790">
                <a:extLst>
                  <a:ext uri="{FF2B5EF4-FFF2-40B4-BE49-F238E27FC236}">
                    <a16:creationId xmlns:a16="http://schemas.microsoft.com/office/drawing/2014/main" id="{E10AD057-C1CF-434B-B721-DD560F167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2860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0" name="Oval 1791">
                <a:extLst>
                  <a:ext uri="{FF2B5EF4-FFF2-40B4-BE49-F238E27FC236}">
                    <a16:creationId xmlns:a16="http://schemas.microsoft.com/office/drawing/2014/main" id="{E67CFB2C-C921-4245-ADEE-C3A408771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5" y="28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1" name="Oval 1792">
                <a:extLst>
                  <a:ext uri="{FF2B5EF4-FFF2-40B4-BE49-F238E27FC236}">
                    <a16:creationId xmlns:a16="http://schemas.microsoft.com/office/drawing/2014/main" id="{7A8FEA99-957C-4B47-8147-CECCCEE45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975"/>
                <a:ext cx="15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2" name="Oval 1793">
                <a:extLst>
                  <a:ext uri="{FF2B5EF4-FFF2-40B4-BE49-F238E27FC236}">
                    <a16:creationId xmlns:a16="http://schemas.microsoft.com/office/drawing/2014/main" id="{087EF560-DC2C-4EDB-8442-244FDFEB8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980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3" name="Oval 1794">
                <a:extLst>
                  <a:ext uri="{FF2B5EF4-FFF2-40B4-BE49-F238E27FC236}">
                    <a16:creationId xmlns:a16="http://schemas.microsoft.com/office/drawing/2014/main" id="{3F6C1282-9A38-4731-BD1F-55B56680E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955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4" name="Oval 1795">
                <a:extLst>
                  <a:ext uri="{FF2B5EF4-FFF2-40B4-BE49-F238E27FC236}">
                    <a16:creationId xmlns:a16="http://schemas.microsoft.com/office/drawing/2014/main" id="{474B7831-BF0E-4C2A-B8C8-03687C4BC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958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5" name="Oval 1796">
                <a:extLst>
                  <a:ext uri="{FF2B5EF4-FFF2-40B4-BE49-F238E27FC236}">
                    <a16:creationId xmlns:a16="http://schemas.microsoft.com/office/drawing/2014/main" id="{6D68962B-A572-408B-873E-AC4C9C0EA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8" y="3086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6" name="Oval 1797">
                <a:extLst>
                  <a:ext uri="{FF2B5EF4-FFF2-40B4-BE49-F238E27FC236}">
                    <a16:creationId xmlns:a16="http://schemas.microsoft.com/office/drawing/2014/main" id="{FEE776C7-ABEE-4EEE-88F3-F313F8AEF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308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7" name="Oval 1798">
                <a:extLst>
                  <a:ext uri="{FF2B5EF4-FFF2-40B4-BE49-F238E27FC236}">
                    <a16:creationId xmlns:a16="http://schemas.microsoft.com/office/drawing/2014/main" id="{FE31EEAE-EDC5-43F9-BE65-EE41395E2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3105"/>
                <a:ext cx="15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8" name="Oval 1799">
                <a:extLst>
                  <a:ext uri="{FF2B5EF4-FFF2-40B4-BE49-F238E27FC236}">
                    <a16:creationId xmlns:a16="http://schemas.microsoft.com/office/drawing/2014/main" id="{ED5EF689-55DE-44D8-A1B0-2F26BC5F3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310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9" name="Oval 1800">
                <a:extLst>
                  <a:ext uri="{FF2B5EF4-FFF2-40B4-BE49-F238E27FC236}">
                    <a16:creationId xmlns:a16="http://schemas.microsoft.com/office/drawing/2014/main" id="{EC3199BA-AEB4-464B-AAB4-2EAF6AF68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7" y="2926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0" name="Oval 1801">
                <a:extLst>
                  <a:ext uri="{FF2B5EF4-FFF2-40B4-BE49-F238E27FC236}">
                    <a16:creationId xmlns:a16="http://schemas.microsoft.com/office/drawing/2014/main" id="{E0D40D23-C256-4A87-AAA2-E67C33E27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92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1" name="Oval 1802">
                <a:extLst>
                  <a:ext uri="{FF2B5EF4-FFF2-40B4-BE49-F238E27FC236}">
                    <a16:creationId xmlns:a16="http://schemas.microsoft.com/office/drawing/2014/main" id="{65BFE4CA-6D24-4748-9DA8-48C5D6EEB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3113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2" name="Oval 1803">
                <a:extLst>
                  <a:ext uri="{FF2B5EF4-FFF2-40B4-BE49-F238E27FC236}">
                    <a16:creationId xmlns:a16="http://schemas.microsoft.com/office/drawing/2014/main" id="{BF1CA8BD-3ECB-44E2-B623-F9CD73D81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6" y="3116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3" name="Oval 1804">
                <a:extLst>
                  <a:ext uri="{FF2B5EF4-FFF2-40B4-BE49-F238E27FC236}">
                    <a16:creationId xmlns:a16="http://schemas.microsoft.com/office/drawing/2014/main" id="{442C405A-23F6-49BB-815C-7C69DE7C6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3" y="3133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4" name="Oval 1805">
                <a:extLst>
                  <a:ext uri="{FF2B5EF4-FFF2-40B4-BE49-F238E27FC236}">
                    <a16:creationId xmlns:a16="http://schemas.microsoft.com/office/drawing/2014/main" id="{6F25A48C-0FCE-4448-BDBB-7E6A86E95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313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5" name="Oval 1806">
                <a:extLst>
                  <a:ext uri="{FF2B5EF4-FFF2-40B4-BE49-F238E27FC236}">
                    <a16:creationId xmlns:a16="http://schemas.microsoft.com/office/drawing/2014/main" id="{9A98F689-43E6-44A3-BCC5-92EEEEC08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" y="3086"/>
                <a:ext cx="15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6" name="Oval 1807">
                <a:extLst>
                  <a:ext uri="{FF2B5EF4-FFF2-40B4-BE49-F238E27FC236}">
                    <a16:creationId xmlns:a16="http://schemas.microsoft.com/office/drawing/2014/main" id="{DA0853F6-B5D6-4AF3-9829-934F08607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" y="308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7" name="Oval 1808">
                <a:extLst>
                  <a:ext uri="{FF2B5EF4-FFF2-40B4-BE49-F238E27FC236}">
                    <a16:creationId xmlns:a16="http://schemas.microsoft.com/office/drawing/2014/main" id="{0856C2CB-7D5A-40CB-AB60-0915DFCE0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3179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8" name="Oval 1809">
                <a:extLst>
                  <a:ext uri="{FF2B5EF4-FFF2-40B4-BE49-F238E27FC236}">
                    <a16:creationId xmlns:a16="http://schemas.microsoft.com/office/drawing/2014/main" id="{466AFF7F-ACDB-496C-8F51-B5B35DD85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5" y="3147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9" name="Oval 1810">
                <a:extLst>
                  <a:ext uri="{FF2B5EF4-FFF2-40B4-BE49-F238E27FC236}">
                    <a16:creationId xmlns:a16="http://schemas.microsoft.com/office/drawing/2014/main" id="{AD4B1494-4E52-4D0E-8BE0-DD13A39BF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0" y="315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0" name="Oval 1811">
                <a:extLst>
                  <a:ext uri="{FF2B5EF4-FFF2-40B4-BE49-F238E27FC236}">
                    <a16:creationId xmlns:a16="http://schemas.microsoft.com/office/drawing/2014/main" id="{EBD30404-190F-414C-BB64-39A2FEB16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5" y="3169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1" name="Oval 1812">
                <a:extLst>
                  <a:ext uri="{FF2B5EF4-FFF2-40B4-BE49-F238E27FC236}">
                    <a16:creationId xmlns:a16="http://schemas.microsoft.com/office/drawing/2014/main" id="{BAD0B5C1-CC9D-494C-9B60-502D2DC49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317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2" name="Oval 1813">
                <a:extLst>
                  <a:ext uri="{FF2B5EF4-FFF2-40B4-BE49-F238E27FC236}">
                    <a16:creationId xmlns:a16="http://schemas.microsoft.com/office/drawing/2014/main" id="{43DD8089-42B9-4A90-80D5-F24F88C81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1" y="3310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3" name="Oval 1814">
                <a:extLst>
                  <a:ext uri="{FF2B5EF4-FFF2-40B4-BE49-F238E27FC236}">
                    <a16:creationId xmlns:a16="http://schemas.microsoft.com/office/drawing/2014/main" id="{9F0F4F41-7DDB-4B20-A981-57DB4860A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331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4" name="Oval 1815">
                <a:extLst>
                  <a:ext uri="{FF2B5EF4-FFF2-40B4-BE49-F238E27FC236}">
                    <a16:creationId xmlns:a16="http://schemas.microsoft.com/office/drawing/2014/main" id="{28B9AA25-B5FB-4487-9DD8-C9D534121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3331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5" name="Oval 1816">
                <a:extLst>
                  <a:ext uri="{FF2B5EF4-FFF2-40B4-BE49-F238E27FC236}">
                    <a16:creationId xmlns:a16="http://schemas.microsoft.com/office/drawing/2014/main" id="{3CC3FD5D-92FF-484A-A57A-3CECB2B9D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3354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6" name="Oval 1817">
                <a:extLst>
                  <a:ext uri="{FF2B5EF4-FFF2-40B4-BE49-F238E27FC236}">
                    <a16:creationId xmlns:a16="http://schemas.microsoft.com/office/drawing/2014/main" id="{33B7EF56-9CB2-425B-99DE-5D45F7BCB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335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7" name="Oval 1818">
                <a:extLst>
                  <a:ext uri="{FF2B5EF4-FFF2-40B4-BE49-F238E27FC236}">
                    <a16:creationId xmlns:a16="http://schemas.microsoft.com/office/drawing/2014/main" id="{2688D1FD-F5AE-4FE9-A55A-BA292B9AA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8" y="3414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8" name="Oval 1819">
                <a:extLst>
                  <a:ext uri="{FF2B5EF4-FFF2-40B4-BE49-F238E27FC236}">
                    <a16:creationId xmlns:a16="http://schemas.microsoft.com/office/drawing/2014/main" id="{8EEA9292-42F3-4BAE-B6D1-27AFD0720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1" y="341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9" name="Oval 1820">
                <a:extLst>
                  <a:ext uri="{FF2B5EF4-FFF2-40B4-BE49-F238E27FC236}">
                    <a16:creationId xmlns:a16="http://schemas.microsoft.com/office/drawing/2014/main" id="{59EA6C64-FF87-46AF-9D06-42C1ADD30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3410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0" name="Oval 1821">
                <a:extLst>
                  <a:ext uri="{FF2B5EF4-FFF2-40B4-BE49-F238E27FC236}">
                    <a16:creationId xmlns:a16="http://schemas.microsoft.com/office/drawing/2014/main" id="{2AEF68E5-F948-4631-BA8C-7E227B865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341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1" name="Oval 1822">
                <a:extLst>
                  <a:ext uri="{FF2B5EF4-FFF2-40B4-BE49-F238E27FC236}">
                    <a16:creationId xmlns:a16="http://schemas.microsoft.com/office/drawing/2014/main" id="{95B8A05E-2649-4812-9B5E-651C485D4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5" y="3394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2" name="Oval 1823">
                <a:extLst>
                  <a:ext uri="{FF2B5EF4-FFF2-40B4-BE49-F238E27FC236}">
                    <a16:creationId xmlns:a16="http://schemas.microsoft.com/office/drawing/2014/main" id="{EFE01588-1EF9-4E9F-9BDA-F884B6324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0" y="339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3" name="Oval 1824">
                <a:extLst>
                  <a:ext uri="{FF2B5EF4-FFF2-40B4-BE49-F238E27FC236}">
                    <a16:creationId xmlns:a16="http://schemas.microsoft.com/office/drawing/2014/main" id="{F6355E74-4B80-457C-AEA8-C6D6335ED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3509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4" name="Oval 1825">
                <a:extLst>
                  <a:ext uri="{FF2B5EF4-FFF2-40B4-BE49-F238E27FC236}">
                    <a16:creationId xmlns:a16="http://schemas.microsoft.com/office/drawing/2014/main" id="{45A8FD09-1E52-4592-80E9-25D26C871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351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5" name="Oval 1826">
                <a:extLst>
                  <a:ext uri="{FF2B5EF4-FFF2-40B4-BE49-F238E27FC236}">
                    <a16:creationId xmlns:a16="http://schemas.microsoft.com/office/drawing/2014/main" id="{156559C9-8E5E-4CA3-AD18-C175FB9B6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8" y="3509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6" name="Oval 1827">
                <a:extLst>
                  <a:ext uri="{FF2B5EF4-FFF2-40B4-BE49-F238E27FC236}">
                    <a16:creationId xmlns:a16="http://schemas.microsoft.com/office/drawing/2014/main" id="{30642812-C7E7-4537-903D-DDD87FF1F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3" y="351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7" name="Oval 1828">
                <a:extLst>
                  <a:ext uri="{FF2B5EF4-FFF2-40B4-BE49-F238E27FC236}">
                    <a16:creationId xmlns:a16="http://schemas.microsoft.com/office/drawing/2014/main" id="{2DE69003-95A7-4DE4-AD1C-4636335CE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8" y="3462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8" name="Oval 1829">
                <a:extLst>
                  <a:ext uri="{FF2B5EF4-FFF2-40B4-BE49-F238E27FC236}">
                    <a16:creationId xmlns:a16="http://schemas.microsoft.com/office/drawing/2014/main" id="{FE8018C5-6D82-4147-8270-6DBC2C2E7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346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9" name="Oval 1830">
                <a:extLst>
                  <a:ext uri="{FF2B5EF4-FFF2-40B4-BE49-F238E27FC236}">
                    <a16:creationId xmlns:a16="http://schemas.microsoft.com/office/drawing/2014/main" id="{2F5F6E93-6B1E-458E-85B6-8631D5A38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3477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0" name="Oval 1831">
                <a:extLst>
                  <a:ext uri="{FF2B5EF4-FFF2-40B4-BE49-F238E27FC236}">
                    <a16:creationId xmlns:a16="http://schemas.microsoft.com/office/drawing/2014/main" id="{04B40579-5892-4482-8CF6-3C908E5EF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348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1" name="Oval 1832">
                <a:extLst>
                  <a:ext uri="{FF2B5EF4-FFF2-40B4-BE49-F238E27FC236}">
                    <a16:creationId xmlns:a16="http://schemas.microsoft.com/office/drawing/2014/main" id="{CFD2202D-1983-44C5-94C0-0C278FCCE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3425"/>
                <a:ext cx="15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2" name="Oval 1833">
                <a:extLst>
                  <a:ext uri="{FF2B5EF4-FFF2-40B4-BE49-F238E27FC236}">
                    <a16:creationId xmlns:a16="http://schemas.microsoft.com/office/drawing/2014/main" id="{E09616EB-A65F-434A-BD4A-683467DEF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1" y="3430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3" name="Oval 1834">
                <a:extLst>
                  <a:ext uri="{FF2B5EF4-FFF2-40B4-BE49-F238E27FC236}">
                    <a16:creationId xmlns:a16="http://schemas.microsoft.com/office/drawing/2014/main" id="{BD13BD68-795B-42F5-909E-0CC53FA3F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2817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4" name="Oval 1835">
                <a:extLst>
                  <a:ext uri="{FF2B5EF4-FFF2-40B4-BE49-F238E27FC236}">
                    <a16:creationId xmlns:a16="http://schemas.microsoft.com/office/drawing/2014/main" id="{D7672EB8-5253-421C-8F26-B70651E35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0" y="282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5" name="Oval 1836">
                <a:extLst>
                  <a:ext uri="{FF2B5EF4-FFF2-40B4-BE49-F238E27FC236}">
                    <a16:creationId xmlns:a16="http://schemas.microsoft.com/office/drawing/2014/main" id="{F9C08010-2D45-4FEE-9FE0-A7947E20A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8" y="2841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6" name="Oval 1837">
                <a:extLst>
                  <a:ext uri="{FF2B5EF4-FFF2-40B4-BE49-F238E27FC236}">
                    <a16:creationId xmlns:a16="http://schemas.microsoft.com/office/drawing/2014/main" id="{A08EAD94-FF60-4713-AF05-C9320DB45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284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7" name="Oval 1838">
                <a:extLst>
                  <a:ext uri="{FF2B5EF4-FFF2-40B4-BE49-F238E27FC236}">
                    <a16:creationId xmlns:a16="http://schemas.microsoft.com/office/drawing/2014/main" id="{7FD2575B-3FDE-46A8-AE8A-52A5B1128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2765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8" name="Oval 1839">
                <a:extLst>
                  <a:ext uri="{FF2B5EF4-FFF2-40B4-BE49-F238E27FC236}">
                    <a16:creationId xmlns:a16="http://schemas.microsoft.com/office/drawing/2014/main" id="{4EA80D53-4625-40B6-ADD2-5F2D4EEF8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714"/>
                <a:ext cx="15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9" name="Oval 1840">
                <a:extLst>
                  <a:ext uri="{FF2B5EF4-FFF2-40B4-BE49-F238E27FC236}">
                    <a16:creationId xmlns:a16="http://schemas.microsoft.com/office/drawing/2014/main" id="{FBEEF0A5-944E-4FF1-848A-90BEDA3EE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718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0" name="Oval 1841">
                <a:extLst>
                  <a:ext uri="{FF2B5EF4-FFF2-40B4-BE49-F238E27FC236}">
                    <a16:creationId xmlns:a16="http://schemas.microsoft.com/office/drawing/2014/main" id="{2E2D61D2-727E-46C0-87CC-B5746C79A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661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1" name="Oval 1842">
                <a:extLst>
                  <a:ext uri="{FF2B5EF4-FFF2-40B4-BE49-F238E27FC236}">
                    <a16:creationId xmlns:a16="http://schemas.microsoft.com/office/drawing/2014/main" id="{A1273875-4C61-48B6-BC36-C9D8E480A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66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2" name="Oval 1843">
                <a:extLst>
                  <a:ext uri="{FF2B5EF4-FFF2-40B4-BE49-F238E27FC236}">
                    <a16:creationId xmlns:a16="http://schemas.microsoft.com/office/drawing/2014/main" id="{813AE62D-8E7E-4324-910D-F9022E3D7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6" y="2583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3" name="Oval 1844">
                <a:extLst>
                  <a:ext uri="{FF2B5EF4-FFF2-40B4-BE49-F238E27FC236}">
                    <a16:creationId xmlns:a16="http://schemas.microsoft.com/office/drawing/2014/main" id="{7DF24A5F-C07B-409D-91D4-F8915A098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258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4" name="Oval 1845">
                <a:extLst>
                  <a:ext uri="{FF2B5EF4-FFF2-40B4-BE49-F238E27FC236}">
                    <a16:creationId xmlns:a16="http://schemas.microsoft.com/office/drawing/2014/main" id="{286AAD6D-AEA5-47E9-A706-2BAA86BD7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2558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5" name="Oval 1846">
                <a:extLst>
                  <a:ext uri="{FF2B5EF4-FFF2-40B4-BE49-F238E27FC236}">
                    <a16:creationId xmlns:a16="http://schemas.microsoft.com/office/drawing/2014/main" id="{BEE365A8-2B5C-4A6D-B57D-D5E691243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256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6" name="Oval 1847">
                <a:extLst>
                  <a:ext uri="{FF2B5EF4-FFF2-40B4-BE49-F238E27FC236}">
                    <a16:creationId xmlns:a16="http://schemas.microsoft.com/office/drawing/2014/main" id="{01D0CAE5-36F1-41A8-B60B-0003C3AD9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2547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7" name="Oval 1848">
                <a:extLst>
                  <a:ext uri="{FF2B5EF4-FFF2-40B4-BE49-F238E27FC236}">
                    <a16:creationId xmlns:a16="http://schemas.microsoft.com/office/drawing/2014/main" id="{A53D5C90-C7AE-40F3-96A1-1DC0B0630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255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8" name="Oval 1849">
                <a:extLst>
                  <a:ext uri="{FF2B5EF4-FFF2-40B4-BE49-F238E27FC236}">
                    <a16:creationId xmlns:a16="http://schemas.microsoft.com/office/drawing/2014/main" id="{56A6E1B7-B25C-408F-AA7F-A5BC8D64F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2568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9" name="Oval 1850">
                <a:extLst>
                  <a:ext uri="{FF2B5EF4-FFF2-40B4-BE49-F238E27FC236}">
                    <a16:creationId xmlns:a16="http://schemas.microsoft.com/office/drawing/2014/main" id="{4F2C7232-B55B-454E-9AD8-DB16AA03D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571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0" name="Oval 1851">
                <a:extLst>
                  <a:ext uri="{FF2B5EF4-FFF2-40B4-BE49-F238E27FC236}">
                    <a16:creationId xmlns:a16="http://schemas.microsoft.com/office/drawing/2014/main" id="{1B971707-B601-4A9A-B227-940C95C58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2542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1" name="Oval 1852">
                <a:extLst>
                  <a:ext uri="{FF2B5EF4-FFF2-40B4-BE49-F238E27FC236}">
                    <a16:creationId xmlns:a16="http://schemas.microsoft.com/office/drawing/2014/main" id="{648FF7BC-211C-48E9-9E9F-C6DF51CD2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8" y="2545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2" name="Oval 1853">
                <a:extLst>
                  <a:ext uri="{FF2B5EF4-FFF2-40B4-BE49-F238E27FC236}">
                    <a16:creationId xmlns:a16="http://schemas.microsoft.com/office/drawing/2014/main" id="{8B6B1BB9-996E-45B8-AFC0-E0DF3F38B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2553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3" name="Oval 1854">
                <a:extLst>
                  <a:ext uri="{FF2B5EF4-FFF2-40B4-BE49-F238E27FC236}">
                    <a16:creationId xmlns:a16="http://schemas.microsoft.com/office/drawing/2014/main" id="{E82416BF-ACAB-4EAD-8AAE-29A6C8098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4" y="255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4" name="Oval 1855">
                <a:extLst>
                  <a:ext uri="{FF2B5EF4-FFF2-40B4-BE49-F238E27FC236}">
                    <a16:creationId xmlns:a16="http://schemas.microsoft.com/office/drawing/2014/main" id="{70A9716D-E117-4986-A246-BF571B718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3" y="2530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5" name="Oval 1856">
                <a:extLst>
                  <a:ext uri="{FF2B5EF4-FFF2-40B4-BE49-F238E27FC236}">
                    <a16:creationId xmlns:a16="http://schemas.microsoft.com/office/drawing/2014/main" id="{0C2C1F1A-8366-461D-8A60-B1082220B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253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6" name="Oval 1857">
                <a:extLst>
                  <a:ext uri="{FF2B5EF4-FFF2-40B4-BE49-F238E27FC236}">
                    <a16:creationId xmlns:a16="http://schemas.microsoft.com/office/drawing/2014/main" id="{1E7A9CA6-E16F-4E1B-B32A-C4988C2C8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2459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7" name="Oval 1858">
                <a:extLst>
                  <a:ext uri="{FF2B5EF4-FFF2-40B4-BE49-F238E27FC236}">
                    <a16:creationId xmlns:a16="http://schemas.microsoft.com/office/drawing/2014/main" id="{D3AA183F-3AE4-422D-AE19-8AF6A33EA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7" y="24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8" name="Oval 1859">
                <a:extLst>
                  <a:ext uri="{FF2B5EF4-FFF2-40B4-BE49-F238E27FC236}">
                    <a16:creationId xmlns:a16="http://schemas.microsoft.com/office/drawing/2014/main" id="{E3F21556-9903-44C5-A918-86937881E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501"/>
                <a:ext cx="15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9" name="Oval 1860">
                <a:extLst>
                  <a:ext uri="{FF2B5EF4-FFF2-40B4-BE49-F238E27FC236}">
                    <a16:creationId xmlns:a16="http://schemas.microsoft.com/office/drawing/2014/main" id="{BC8D5CD6-DCB8-4383-ACBC-E40E6F748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50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0" name="Oval 1861">
                <a:extLst>
                  <a:ext uri="{FF2B5EF4-FFF2-40B4-BE49-F238E27FC236}">
                    <a16:creationId xmlns:a16="http://schemas.microsoft.com/office/drawing/2014/main" id="{0106D26B-9C0B-4165-9581-EDED45172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563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1" name="Oval 1862">
                <a:extLst>
                  <a:ext uri="{FF2B5EF4-FFF2-40B4-BE49-F238E27FC236}">
                    <a16:creationId xmlns:a16="http://schemas.microsoft.com/office/drawing/2014/main" id="{C3CBEE54-BC32-422F-A2AE-290295306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56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2" name="Oval 1863">
                <a:extLst>
                  <a:ext uri="{FF2B5EF4-FFF2-40B4-BE49-F238E27FC236}">
                    <a16:creationId xmlns:a16="http://schemas.microsoft.com/office/drawing/2014/main" id="{7002E8D5-F173-4545-AD39-505F25051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550"/>
                <a:ext cx="15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3" name="Oval 1864">
                <a:extLst>
                  <a:ext uri="{FF2B5EF4-FFF2-40B4-BE49-F238E27FC236}">
                    <a16:creationId xmlns:a16="http://schemas.microsoft.com/office/drawing/2014/main" id="{D3A28E69-71C4-43FF-A1E5-AE05DEA58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255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4" name="Oval 1865">
                <a:extLst>
                  <a:ext uri="{FF2B5EF4-FFF2-40B4-BE49-F238E27FC236}">
                    <a16:creationId xmlns:a16="http://schemas.microsoft.com/office/drawing/2014/main" id="{9A3E1201-C21F-441C-B6E1-5EF274334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561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5" name="Oval 1866">
                <a:extLst>
                  <a:ext uri="{FF2B5EF4-FFF2-40B4-BE49-F238E27FC236}">
                    <a16:creationId xmlns:a16="http://schemas.microsoft.com/office/drawing/2014/main" id="{5F75CABC-3215-473D-877C-96F685841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3" y="256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6" name="Oval 1867">
                <a:extLst>
                  <a:ext uri="{FF2B5EF4-FFF2-40B4-BE49-F238E27FC236}">
                    <a16:creationId xmlns:a16="http://schemas.microsoft.com/office/drawing/2014/main" id="{0F7016B7-B9CB-407B-AE95-D64A385A5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3" y="2558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7" name="Oval 1868">
                <a:extLst>
                  <a:ext uri="{FF2B5EF4-FFF2-40B4-BE49-F238E27FC236}">
                    <a16:creationId xmlns:a16="http://schemas.microsoft.com/office/drawing/2014/main" id="{857164D0-1F47-4915-BDE8-006EA2799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7" y="25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8" name="Oval 1869">
                <a:extLst>
                  <a:ext uri="{FF2B5EF4-FFF2-40B4-BE49-F238E27FC236}">
                    <a16:creationId xmlns:a16="http://schemas.microsoft.com/office/drawing/2014/main" id="{3A9B519E-058B-4B19-827E-48A19B9D3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2574"/>
                <a:ext cx="15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9" name="Oval 1870">
                <a:extLst>
                  <a:ext uri="{FF2B5EF4-FFF2-40B4-BE49-F238E27FC236}">
                    <a16:creationId xmlns:a16="http://schemas.microsoft.com/office/drawing/2014/main" id="{07C8DF0B-38A2-446E-8B8D-D48C3D521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8" y="2579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0" name="Oval 1871">
                <a:extLst>
                  <a:ext uri="{FF2B5EF4-FFF2-40B4-BE49-F238E27FC236}">
                    <a16:creationId xmlns:a16="http://schemas.microsoft.com/office/drawing/2014/main" id="{3F1A3591-157E-4754-B40B-E258DA7E6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2612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1" name="Oval 1872">
                <a:extLst>
                  <a:ext uri="{FF2B5EF4-FFF2-40B4-BE49-F238E27FC236}">
                    <a16:creationId xmlns:a16="http://schemas.microsoft.com/office/drawing/2014/main" id="{FE170333-361A-44BF-877F-A94A04624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2" y="2617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2" name="Oval 1873">
                <a:extLst>
                  <a:ext uri="{FF2B5EF4-FFF2-40B4-BE49-F238E27FC236}">
                    <a16:creationId xmlns:a16="http://schemas.microsoft.com/office/drawing/2014/main" id="{078C995A-A330-4BCC-9B66-108E3A2F7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0" y="2477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3" name="Oval 1874">
                <a:extLst>
                  <a:ext uri="{FF2B5EF4-FFF2-40B4-BE49-F238E27FC236}">
                    <a16:creationId xmlns:a16="http://schemas.microsoft.com/office/drawing/2014/main" id="{606E0C66-28EC-4E88-A77E-0AF6F4F85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3" y="248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4" name="Oval 1875">
                <a:extLst>
                  <a:ext uri="{FF2B5EF4-FFF2-40B4-BE49-F238E27FC236}">
                    <a16:creationId xmlns:a16="http://schemas.microsoft.com/office/drawing/2014/main" id="{7F8A635B-3872-4043-A0A0-7ECC15B17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2501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5" name="Oval 1876">
                <a:extLst>
                  <a:ext uri="{FF2B5EF4-FFF2-40B4-BE49-F238E27FC236}">
                    <a16:creationId xmlns:a16="http://schemas.microsoft.com/office/drawing/2014/main" id="{F98664F1-4316-4ABF-BF8F-C5446CC11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50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6" name="Oval 1877">
                <a:extLst>
                  <a:ext uri="{FF2B5EF4-FFF2-40B4-BE49-F238E27FC236}">
                    <a16:creationId xmlns:a16="http://schemas.microsoft.com/office/drawing/2014/main" id="{139AFEEF-5FB4-48D3-98B8-2F98E7714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2515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7" name="Oval 1878">
                <a:extLst>
                  <a:ext uri="{FF2B5EF4-FFF2-40B4-BE49-F238E27FC236}">
                    <a16:creationId xmlns:a16="http://schemas.microsoft.com/office/drawing/2014/main" id="{EA7B75AE-050A-4D4A-B6BA-795D371EE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252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8" name="Oval 1879">
                <a:extLst>
                  <a:ext uri="{FF2B5EF4-FFF2-40B4-BE49-F238E27FC236}">
                    <a16:creationId xmlns:a16="http://schemas.microsoft.com/office/drawing/2014/main" id="{5FCF5A5E-8C46-4816-8D43-E0AE8239B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552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9" name="Oval 1880">
                <a:extLst>
                  <a:ext uri="{FF2B5EF4-FFF2-40B4-BE49-F238E27FC236}">
                    <a16:creationId xmlns:a16="http://schemas.microsoft.com/office/drawing/2014/main" id="{8649F3A9-79CB-4ED1-90AA-6C6296425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421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0" name="Oval 1881">
                <a:extLst>
                  <a:ext uri="{FF2B5EF4-FFF2-40B4-BE49-F238E27FC236}">
                    <a16:creationId xmlns:a16="http://schemas.microsoft.com/office/drawing/2014/main" id="{AB81772C-C5C8-46E8-B006-14F911FBE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4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1" name="Oval 1882">
                <a:extLst>
                  <a:ext uri="{FF2B5EF4-FFF2-40B4-BE49-F238E27FC236}">
                    <a16:creationId xmlns:a16="http://schemas.microsoft.com/office/drawing/2014/main" id="{24859B07-92A1-4CC7-BCAA-25A573CE2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602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2" name="Oval 1883">
                <a:extLst>
                  <a:ext uri="{FF2B5EF4-FFF2-40B4-BE49-F238E27FC236}">
                    <a16:creationId xmlns:a16="http://schemas.microsoft.com/office/drawing/2014/main" id="{08705621-3B8B-4228-8667-DE17917CA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6" y="26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3" name="Oval 1884">
                <a:extLst>
                  <a:ext uri="{FF2B5EF4-FFF2-40B4-BE49-F238E27FC236}">
                    <a16:creationId xmlns:a16="http://schemas.microsoft.com/office/drawing/2014/main" id="{42EB6DCD-A53D-4FB7-B0C5-2272EAD3E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2651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4" name="Oval 1885">
                <a:extLst>
                  <a:ext uri="{FF2B5EF4-FFF2-40B4-BE49-F238E27FC236}">
                    <a16:creationId xmlns:a16="http://schemas.microsoft.com/office/drawing/2014/main" id="{CB534F3E-67C8-4567-B38E-DEE7190BF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265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5" name="Oval 1886">
                <a:extLst>
                  <a:ext uri="{FF2B5EF4-FFF2-40B4-BE49-F238E27FC236}">
                    <a16:creationId xmlns:a16="http://schemas.microsoft.com/office/drawing/2014/main" id="{48835E9F-03B4-4F98-8C54-DAB00A374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8" y="2691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6" name="Oval 1887">
                <a:extLst>
                  <a:ext uri="{FF2B5EF4-FFF2-40B4-BE49-F238E27FC236}">
                    <a16:creationId xmlns:a16="http://schemas.microsoft.com/office/drawing/2014/main" id="{271FB93A-AE68-4D94-834B-BC44D42A2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69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7" name="Oval 1888">
                <a:extLst>
                  <a:ext uri="{FF2B5EF4-FFF2-40B4-BE49-F238E27FC236}">
                    <a16:creationId xmlns:a16="http://schemas.microsoft.com/office/drawing/2014/main" id="{8CE9ADFB-D52D-47F5-8CAB-9D6FA43C9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8" y="2710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8" name="Oval 1889">
                <a:extLst>
                  <a:ext uri="{FF2B5EF4-FFF2-40B4-BE49-F238E27FC236}">
                    <a16:creationId xmlns:a16="http://schemas.microsoft.com/office/drawing/2014/main" id="{0CBDE039-33AD-44B3-8F7F-CCA9C066E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71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9" name="Oval 1890">
                <a:extLst>
                  <a:ext uri="{FF2B5EF4-FFF2-40B4-BE49-F238E27FC236}">
                    <a16:creationId xmlns:a16="http://schemas.microsoft.com/office/drawing/2014/main" id="{AAF3EB48-67EB-420C-BEC3-CDD1F3C64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743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0" name="Oval 1891">
                <a:extLst>
                  <a:ext uri="{FF2B5EF4-FFF2-40B4-BE49-F238E27FC236}">
                    <a16:creationId xmlns:a16="http://schemas.microsoft.com/office/drawing/2014/main" id="{EB5877EA-A1C0-4312-A4E9-3B10091E4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74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1" name="Oval 1892">
                <a:extLst>
                  <a:ext uri="{FF2B5EF4-FFF2-40B4-BE49-F238E27FC236}">
                    <a16:creationId xmlns:a16="http://schemas.microsoft.com/office/drawing/2014/main" id="{DE22480C-2C91-400A-9E3D-166DF5D28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2779"/>
                <a:ext cx="15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2" name="Oval 1893">
                <a:extLst>
                  <a:ext uri="{FF2B5EF4-FFF2-40B4-BE49-F238E27FC236}">
                    <a16:creationId xmlns:a16="http://schemas.microsoft.com/office/drawing/2014/main" id="{5D03F62E-BF33-4992-A607-C38E91755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2" y="278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3" name="Oval 1894">
                <a:extLst>
                  <a:ext uri="{FF2B5EF4-FFF2-40B4-BE49-F238E27FC236}">
                    <a16:creationId xmlns:a16="http://schemas.microsoft.com/office/drawing/2014/main" id="{2A5EACC0-C28C-4FDF-BBCE-B5A0CDD7E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2850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4" name="Oval 1895">
                <a:extLst>
                  <a:ext uri="{FF2B5EF4-FFF2-40B4-BE49-F238E27FC236}">
                    <a16:creationId xmlns:a16="http://schemas.microsoft.com/office/drawing/2014/main" id="{A49FE934-6FAD-4AD7-AA70-BAC5C9E47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2" y="285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5" name="Oval 1896">
                <a:extLst>
                  <a:ext uri="{FF2B5EF4-FFF2-40B4-BE49-F238E27FC236}">
                    <a16:creationId xmlns:a16="http://schemas.microsoft.com/office/drawing/2014/main" id="{D66097AF-EDB0-4AD8-8C03-A5A80C629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2882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6" name="Oval 1897">
                <a:extLst>
                  <a:ext uri="{FF2B5EF4-FFF2-40B4-BE49-F238E27FC236}">
                    <a16:creationId xmlns:a16="http://schemas.microsoft.com/office/drawing/2014/main" id="{74FD2C84-1587-4FD2-A565-C68860DE3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909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7" name="Oval 1898">
                <a:extLst>
                  <a:ext uri="{FF2B5EF4-FFF2-40B4-BE49-F238E27FC236}">
                    <a16:creationId xmlns:a16="http://schemas.microsoft.com/office/drawing/2014/main" id="{80FBEBF0-2B67-452E-BCD4-ED39080F9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5" y="291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8" name="Oval 1899">
                <a:extLst>
                  <a:ext uri="{FF2B5EF4-FFF2-40B4-BE49-F238E27FC236}">
                    <a16:creationId xmlns:a16="http://schemas.microsoft.com/office/drawing/2014/main" id="{0CAAB189-49D9-42A7-BE8C-85C01459F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2936"/>
                <a:ext cx="16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9" name="Oval 1900">
                <a:extLst>
                  <a:ext uri="{FF2B5EF4-FFF2-40B4-BE49-F238E27FC236}">
                    <a16:creationId xmlns:a16="http://schemas.microsoft.com/office/drawing/2014/main" id="{64D58A59-F60C-41B8-BD94-A28E0928C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9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0" name="Oval 1901">
                <a:extLst>
                  <a:ext uri="{FF2B5EF4-FFF2-40B4-BE49-F238E27FC236}">
                    <a16:creationId xmlns:a16="http://schemas.microsoft.com/office/drawing/2014/main" id="{B2880E77-14AB-4B2E-9376-A8780CB0B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" y="2983"/>
                <a:ext cx="16" cy="16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1" name="Oval 1902">
                <a:extLst>
                  <a:ext uri="{FF2B5EF4-FFF2-40B4-BE49-F238E27FC236}">
                    <a16:creationId xmlns:a16="http://schemas.microsoft.com/office/drawing/2014/main" id="{431E00D1-DB3F-41A7-99A5-083242B1D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5" y="2988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2" name="Oval 1903">
                <a:extLst>
                  <a:ext uri="{FF2B5EF4-FFF2-40B4-BE49-F238E27FC236}">
                    <a16:creationId xmlns:a16="http://schemas.microsoft.com/office/drawing/2014/main" id="{6B4B4AF4-D1DF-4EE7-9F93-FC5347155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3195"/>
                <a:ext cx="12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3" name="Oval 1904">
                <a:extLst>
                  <a:ext uri="{FF2B5EF4-FFF2-40B4-BE49-F238E27FC236}">
                    <a16:creationId xmlns:a16="http://schemas.microsoft.com/office/drawing/2014/main" id="{DAB43EAC-65D1-4908-AD5F-57443342C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319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4" name="Oval 1905">
                <a:extLst>
                  <a:ext uri="{FF2B5EF4-FFF2-40B4-BE49-F238E27FC236}">
                    <a16:creationId xmlns:a16="http://schemas.microsoft.com/office/drawing/2014/main" id="{7B1ABABF-6B82-4617-A076-414B68F99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4" y="3258"/>
                <a:ext cx="15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5" name="Oval 1906">
                <a:extLst>
                  <a:ext uri="{FF2B5EF4-FFF2-40B4-BE49-F238E27FC236}">
                    <a16:creationId xmlns:a16="http://schemas.microsoft.com/office/drawing/2014/main" id="{231D57BA-7533-4E2D-B5CD-FCD106A66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2" y="3384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6" name="Oval 1907">
                <a:extLst>
                  <a:ext uri="{FF2B5EF4-FFF2-40B4-BE49-F238E27FC236}">
                    <a16:creationId xmlns:a16="http://schemas.microsoft.com/office/drawing/2014/main" id="{65E249F2-0B3D-4B14-AD2B-48967BB7D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3506"/>
                <a:ext cx="15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7" name="Oval 1908">
                <a:extLst>
                  <a:ext uri="{FF2B5EF4-FFF2-40B4-BE49-F238E27FC236}">
                    <a16:creationId xmlns:a16="http://schemas.microsoft.com/office/drawing/2014/main" id="{04F0AD34-C7BC-43BC-BC9F-C6C5307F2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2" y="3511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8" name="Oval 1909">
                <a:extLst>
                  <a:ext uri="{FF2B5EF4-FFF2-40B4-BE49-F238E27FC236}">
                    <a16:creationId xmlns:a16="http://schemas.microsoft.com/office/drawing/2014/main" id="{7B6A1E0F-82D6-4423-B190-21B1B717B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3470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9" name="Oval 1910">
                <a:extLst>
                  <a:ext uri="{FF2B5EF4-FFF2-40B4-BE49-F238E27FC236}">
                    <a16:creationId xmlns:a16="http://schemas.microsoft.com/office/drawing/2014/main" id="{3B0F666D-F1A1-4060-9D1C-C259CA198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7" y="3474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0" name="Oval 1911">
                <a:extLst>
                  <a:ext uri="{FF2B5EF4-FFF2-40B4-BE49-F238E27FC236}">
                    <a16:creationId xmlns:a16="http://schemas.microsoft.com/office/drawing/2014/main" id="{5CCD4622-E5BE-4EC5-A31B-CA465F53A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3482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1" name="Oval 1912">
                <a:extLst>
                  <a:ext uri="{FF2B5EF4-FFF2-40B4-BE49-F238E27FC236}">
                    <a16:creationId xmlns:a16="http://schemas.microsoft.com/office/drawing/2014/main" id="{A1B43D03-FFBB-4668-8F28-FEA67FDFE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9" y="3487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2" name="Oval 1913">
                <a:extLst>
                  <a:ext uri="{FF2B5EF4-FFF2-40B4-BE49-F238E27FC236}">
                    <a16:creationId xmlns:a16="http://schemas.microsoft.com/office/drawing/2014/main" id="{D478E1BB-4744-4280-884E-0B9095C32E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4" y="3447"/>
                <a:ext cx="12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3" name="Oval 1914">
                <a:extLst>
                  <a:ext uri="{FF2B5EF4-FFF2-40B4-BE49-F238E27FC236}">
                    <a16:creationId xmlns:a16="http://schemas.microsoft.com/office/drawing/2014/main" id="{590D918B-E416-4AFF-98EC-223B7A5FF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7" y="3452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4" name="Oval 1915">
                <a:extLst>
                  <a:ext uri="{FF2B5EF4-FFF2-40B4-BE49-F238E27FC236}">
                    <a16:creationId xmlns:a16="http://schemas.microsoft.com/office/drawing/2014/main" id="{DFAAEDC5-D3D7-4487-9D70-ABC16CC5A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8" y="3157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5" name="Oval 1916">
                <a:extLst>
                  <a:ext uri="{FF2B5EF4-FFF2-40B4-BE49-F238E27FC236}">
                    <a16:creationId xmlns:a16="http://schemas.microsoft.com/office/drawing/2014/main" id="{037A6992-6271-4ED6-8350-8158ABF87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3162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6" name="Oval 1917">
                <a:extLst>
                  <a:ext uri="{FF2B5EF4-FFF2-40B4-BE49-F238E27FC236}">
                    <a16:creationId xmlns:a16="http://schemas.microsoft.com/office/drawing/2014/main" id="{A06C4E39-6464-440E-8E8C-615F18797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3109"/>
                <a:ext cx="13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7" name="Oval 1918">
                <a:extLst>
                  <a:ext uri="{FF2B5EF4-FFF2-40B4-BE49-F238E27FC236}">
                    <a16:creationId xmlns:a16="http://schemas.microsoft.com/office/drawing/2014/main" id="{22883813-5A1E-4AB0-B342-171544624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1" y="311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8" name="Oval 1919">
                <a:extLst>
                  <a:ext uri="{FF2B5EF4-FFF2-40B4-BE49-F238E27FC236}">
                    <a16:creationId xmlns:a16="http://schemas.microsoft.com/office/drawing/2014/main" id="{5CCED461-F73D-4590-8DE4-2D5430822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1" y="3043"/>
                <a:ext cx="14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9" name="Oval 1920">
                <a:extLst>
                  <a:ext uri="{FF2B5EF4-FFF2-40B4-BE49-F238E27FC236}">
                    <a16:creationId xmlns:a16="http://schemas.microsoft.com/office/drawing/2014/main" id="{D2F952C9-A062-4DFA-98BC-A1A3D72BD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304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0" name="Oval 1921">
                <a:extLst>
                  <a:ext uri="{FF2B5EF4-FFF2-40B4-BE49-F238E27FC236}">
                    <a16:creationId xmlns:a16="http://schemas.microsoft.com/office/drawing/2014/main" id="{FEC812C8-86DB-4E0C-8BD9-CA81378C9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3030"/>
                <a:ext cx="12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1" name="Oval 1922">
                <a:extLst>
                  <a:ext uri="{FF2B5EF4-FFF2-40B4-BE49-F238E27FC236}">
                    <a16:creationId xmlns:a16="http://schemas.microsoft.com/office/drawing/2014/main" id="{F4BC0C29-F778-4E75-AAEC-318CDA754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2" y="3022"/>
                <a:ext cx="13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2" name="Oval 1923">
                <a:extLst>
                  <a:ext uri="{FF2B5EF4-FFF2-40B4-BE49-F238E27FC236}">
                    <a16:creationId xmlns:a16="http://schemas.microsoft.com/office/drawing/2014/main" id="{286BA96A-CC4A-441B-BDB6-E54C2C583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3027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3" name="Oval 1924">
                <a:extLst>
                  <a:ext uri="{FF2B5EF4-FFF2-40B4-BE49-F238E27FC236}">
                    <a16:creationId xmlns:a16="http://schemas.microsoft.com/office/drawing/2014/main" id="{78BA8227-31FC-4DC6-8820-211D6633C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5" y="3041"/>
                <a:ext cx="15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4" name="Oval 1925">
                <a:extLst>
                  <a:ext uri="{FF2B5EF4-FFF2-40B4-BE49-F238E27FC236}">
                    <a16:creationId xmlns:a16="http://schemas.microsoft.com/office/drawing/2014/main" id="{9946064F-352A-4AA0-9193-6A3A09E74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304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5" name="Oval 1926">
                <a:extLst>
                  <a:ext uri="{FF2B5EF4-FFF2-40B4-BE49-F238E27FC236}">
                    <a16:creationId xmlns:a16="http://schemas.microsoft.com/office/drawing/2014/main" id="{98932409-5B4F-42FC-B02B-13757866B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3053"/>
                <a:ext cx="13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6" name="Oval 1927">
                <a:extLst>
                  <a:ext uri="{FF2B5EF4-FFF2-40B4-BE49-F238E27FC236}">
                    <a16:creationId xmlns:a16="http://schemas.microsoft.com/office/drawing/2014/main" id="{9629E168-16E0-4B0E-8FB5-58EEF61C9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4" y="3056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7" name="Oval 1928">
                <a:extLst>
                  <a:ext uri="{FF2B5EF4-FFF2-40B4-BE49-F238E27FC236}">
                    <a16:creationId xmlns:a16="http://schemas.microsoft.com/office/drawing/2014/main" id="{CDD74CD3-5836-4471-B247-C74B51337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" y="2921"/>
                <a:ext cx="15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8" name="Oval 1929">
                <a:extLst>
                  <a:ext uri="{FF2B5EF4-FFF2-40B4-BE49-F238E27FC236}">
                    <a16:creationId xmlns:a16="http://schemas.microsoft.com/office/drawing/2014/main" id="{641110F8-58E5-411F-9CE2-B6DCFF4CF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" y="2944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9" name="Oval 1930">
                <a:extLst>
                  <a:ext uri="{FF2B5EF4-FFF2-40B4-BE49-F238E27FC236}">
                    <a16:creationId xmlns:a16="http://schemas.microsoft.com/office/drawing/2014/main" id="{7ED51A10-B987-4609-A6ED-72310735F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2" y="294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0" name="Oval 1931">
                <a:extLst>
                  <a:ext uri="{FF2B5EF4-FFF2-40B4-BE49-F238E27FC236}">
                    <a16:creationId xmlns:a16="http://schemas.microsoft.com/office/drawing/2014/main" id="{00B2E7FE-0ABE-4DF9-AF0E-D6C3C8B6E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" y="2964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1" name="Oval 1932">
                <a:extLst>
                  <a:ext uri="{FF2B5EF4-FFF2-40B4-BE49-F238E27FC236}">
                    <a16:creationId xmlns:a16="http://schemas.microsoft.com/office/drawing/2014/main" id="{6357B27F-074E-4C86-BA92-5862DA8D3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2" y="2969"/>
                <a:ext cx="14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2" name="Oval 1933">
                <a:extLst>
                  <a:ext uri="{FF2B5EF4-FFF2-40B4-BE49-F238E27FC236}">
                    <a16:creationId xmlns:a16="http://schemas.microsoft.com/office/drawing/2014/main" id="{B1402509-3D7A-489D-97ED-ACBBA573D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5" y="29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3" name="Oval 1934">
                <a:extLst>
                  <a:ext uri="{FF2B5EF4-FFF2-40B4-BE49-F238E27FC236}">
                    <a16:creationId xmlns:a16="http://schemas.microsoft.com/office/drawing/2014/main" id="{182916F8-F1E1-4D93-8229-51DD2EFA0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907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4" name="Oval 1935">
                <a:extLst>
                  <a:ext uri="{FF2B5EF4-FFF2-40B4-BE49-F238E27FC236}">
                    <a16:creationId xmlns:a16="http://schemas.microsoft.com/office/drawing/2014/main" id="{10225D75-1300-4FD0-B8A3-1FBDFEC23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912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5" name="Oval 1936">
                <a:extLst>
                  <a:ext uri="{FF2B5EF4-FFF2-40B4-BE49-F238E27FC236}">
                    <a16:creationId xmlns:a16="http://schemas.microsoft.com/office/drawing/2014/main" id="{5215B1CF-FC0A-46DD-8453-5C77106B3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" y="2909"/>
                <a:ext cx="12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6" name="Oval 1937">
                <a:extLst>
                  <a:ext uri="{FF2B5EF4-FFF2-40B4-BE49-F238E27FC236}">
                    <a16:creationId xmlns:a16="http://schemas.microsoft.com/office/drawing/2014/main" id="{E046946A-ADEF-46E7-A9D2-0D1314C79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3" y="2882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7" name="Oval 1938">
                <a:extLst>
                  <a:ext uri="{FF2B5EF4-FFF2-40B4-BE49-F238E27FC236}">
                    <a16:creationId xmlns:a16="http://schemas.microsoft.com/office/drawing/2014/main" id="{0D424CE6-1BDB-432A-B30B-60D7E4097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88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8" name="Oval 1939">
                <a:extLst>
                  <a:ext uri="{FF2B5EF4-FFF2-40B4-BE49-F238E27FC236}">
                    <a16:creationId xmlns:a16="http://schemas.microsoft.com/office/drawing/2014/main" id="{9E567C78-650A-4CF4-86CD-B6FD38305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893"/>
                <a:ext cx="12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9" name="Oval 1940">
                <a:extLst>
                  <a:ext uri="{FF2B5EF4-FFF2-40B4-BE49-F238E27FC236}">
                    <a16:creationId xmlns:a16="http://schemas.microsoft.com/office/drawing/2014/main" id="{CAE8F20E-2EB1-48B0-8788-FD11F74A7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" y="2896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00" name="Oval 1941">
                <a:extLst>
                  <a:ext uri="{FF2B5EF4-FFF2-40B4-BE49-F238E27FC236}">
                    <a16:creationId xmlns:a16="http://schemas.microsoft.com/office/drawing/2014/main" id="{7F759F29-A2FD-4F2A-98D2-ABEEA13B1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9" y="2931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01" name="Oval 1942">
                <a:extLst>
                  <a:ext uri="{FF2B5EF4-FFF2-40B4-BE49-F238E27FC236}">
                    <a16:creationId xmlns:a16="http://schemas.microsoft.com/office/drawing/2014/main" id="{015640DB-35DA-496F-89A5-5E115D6E3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2" y="2936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02" name="Oval 1943">
                <a:extLst>
                  <a:ext uri="{FF2B5EF4-FFF2-40B4-BE49-F238E27FC236}">
                    <a16:creationId xmlns:a16="http://schemas.microsoft.com/office/drawing/2014/main" id="{16AEF42A-A780-4938-84B4-7EF95CB58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" y="2868"/>
                <a:ext cx="15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03" name="Oval 1944">
                <a:extLst>
                  <a:ext uri="{FF2B5EF4-FFF2-40B4-BE49-F238E27FC236}">
                    <a16:creationId xmlns:a16="http://schemas.microsoft.com/office/drawing/2014/main" id="{AA2E460D-64D4-42D0-8590-5DE78AE98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808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04" name="Oval 1945">
                <a:extLst>
                  <a:ext uri="{FF2B5EF4-FFF2-40B4-BE49-F238E27FC236}">
                    <a16:creationId xmlns:a16="http://schemas.microsoft.com/office/drawing/2014/main" id="{725CA22F-6AB9-4B62-BA66-32DB1EFBC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2762"/>
                <a:ext cx="14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05" name="Oval 1946">
                <a:extLst>
                  <a:ext uri="{FF2B5EF4-FFF2-40B4-BE49-F238E27FC236}">
                    <a16:creationId xmlns:a16="http://schemas.microsoft.com/office/drawing/2014/main" id="{DA6A9253-7727-4263-B9AD-936F4C584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8" y="276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06" name="Oval 1947">
                <a:extLst>
                  <a:ext uri="{FF2B5EF4-FFF2-40B4-BE49-F238E27FC236}">
                    <a16:creationId xmlns:a16="http://schemas.microsoft.com/office/drawing/2014/main" id="{E52A45E2-CFEF-4C1C-A5A8-46E02BC84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2566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07" name="Oval 1948">
                <a:extLst>
                  <a:ext uri="{FF2B5EF4-FFF2-40B4-BE49-F238E27FC236}">
                    <a16:creationId xmlns:a16="http://schemas.microsoft.com/office/drawing/2014/main" id="{1CBCEC05-5F73-48F7-9F8D-999F762E9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7" y="2571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08" name="Oval 1949">
                <a:extLst>
                  <a:ext uri="{FF2B5EF4-FFF2-40B4-BE49-F238E27FC236}">
                    <a16:creationId xmlns:a16="http://schemas.microsoft.com/office/drawing/2014/main" id="{75457AA4-F417-4025-B333-50486066A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523"/>
                <a:ext cx="12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09" name="Oval 1950">
                <a:extLst>
                  <a:ext uri="{FF2B5EF4-FFF2-40B4-BE49-F238E27FC236}">
                    <a16:creationId xmlns:a16="http://schemas.microsoft.com/office/drawing/2014/main" id="{2A277783-8A3F-4EB8-A684-78794CDA8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443"/>
                <a:ext cx="14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10" name="Oval 1951">
                <a:extLst>
                  <a:ext uri="{FF2B5EF4-FFF2-40B4-BE49-F238E27FC236}">
                    <a16:creationId xmlns:a16="http://schemas.microsoft.com/office/drawing/2014/main" id="{74343CBB-9157-4100-9B71-FEA7A586F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8" y="244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11" name="Oval 1952">
                <a:extLst>
                  <a:ext uri="{FF2B5EF4-FFF2-40B4-BE49-F238E27FC236}">
                    <a16:creationId xmlns:a16="http://schemas.microsoft.com/office/drawing/2014/main" id="{83871546-E73D-46BC-8017-93A3E84DD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7" y="2531"/>
                <a:ext cx="15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12" name="Oval 1953">
                <a:extLst>
                  <a:ext uri="{FF2B5EF4-FFF2-40B4-BE49-F238E27FC236}">
                    <a16:creationId xmlns:a16="http://schemas.microsoft.com/office/drawing/2014/main" id="{6DB308D6-173A-43B0-993D-06A6F24DD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639"/>
                <a:ext cx="12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13" name="Oval 1954">
                <a:extLst>
                  <a:ext uri="{FF2B5EF4-FFF2-40B4-BE49-F238E27FC236}">
                    <a16:creationId xmlns:a16="http://schemas.microsoft.com/office/drawing/2014/main" id="{8FAAFBF1-55CC-451C-A61B-DDC7F2AF6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264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14" name="Oval 1955">
                <a:extLst>
                  <a:ext uri="{FF2B5EF4-FFF2-40B4-BE49-F238E27FC236}">
                    <a16:creationId xmlns:a16="http://schemas.microsoft.com/office/drawing/2014/main" id="{FB403C15-A24D-45B3-B3B4-39D645AB7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697"/>
                <a:ext cx="12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15" name="Oval 1956">
                <a:extLst>
                  <a:ext uri="{FF2B5EF4-FFF2-40B4-BE49-F238E27FC236}">
                    <a16:creationId xmlns:a16="http://schemas.microsoft.com/office/drawing/2014/main" id="{D457C4CC-BDC0-4488-8AF9-11A20AD26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2868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16" name="Oval 1957">
                <a:extLst>
                  <a:ext uri="{FF2B5EF4-FFF2-40B4-BE49-F238E27FC236}">
                    <a16:creationId xmlns:a16="http://schemas.microsoft.com/office/drawing/2014/main" id="{0FC5335D-D8FD-48C0-8AF3-87F20826C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2980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17" name="Oval 1958">
                <a:extLst>
                  <a:ext uri="{FF2B5EF4-FFF2-40B4-BE49-F238E27FC236}">
                    <a16:creationId xmlns:a16="http://schemas.microsoft.com/office/drawing/2014/main" id="{4562A502-29D8-4DAB-9E62-DEDBE8909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2" y="2985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18" name="Oval 1959">
                <a:extLst>
                  <a:ext uri="{FF2B5EF4-FFF2-40B4-BE49-F238E27FC236}">
                    <a16:creationId xmlns:a16="http://schemas.microsoft.com/office/drawing/2014/main" id="{51C27FFF-6730-4FE1-9C4B-D467E02B1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018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19" name="Oval 1960">
                <a:extLst>
                  <a:ext uri="{FF2B5EF4-FFF2-40B4-BE49-F238E27FC236}">
                    <a16:creationId xmlns:a16="http://schemas.microsoft.com/office/drawing/2014/main" id="{6CCE881B-8658-4308-9C04-104E06473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83"/>
                <a:ext cx="13" cy="12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20" name="Oval 1961">
                <a:extLst>
                  <a:ext uri="{FF2B5EF4-FFF2-40B4-BE49-F238E27FC236}">
                    <a16:creationId xmlns:a16="http://schemas.microsoft.com/office/drawing/2014/main" id="{1BCDEDD0-356C-4687-8926-E2E09F111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3086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21" name="Oval 1962">
                <a:extLst>
                  <a:ext uri="{FF2B5EF4-FFF2-40B4-BE49-F238E27FC236}">
                    <a16:creationId xmlns:a16="http://schemas.microsoft.com/office/drawing/2014/main" id="{69B59410-0C75-4CA1-8CF9-B87E4555F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3049"/>
                <a:ext cx="14" cy="15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22" name="Oval 1963">
                <a:extLst>
                  <a:ext uri="{FF2B5EF4-FFF2-40B4-BE49-F238E27FC236}">
                    <a16:creationId xmlns:a16="http://schemas.microsoft.com/office/drawing/2014/main" id="{11D663FD-CBCB-42FE-B5EA-9D3F521DB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305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23" name="Oval 1964">
                <a:extLst>
                  <a:ext uri="{FF2B5EF4-FFF2-40B4-BE49-F238E27FC236}">
                    <a16:creationId xmlns:a16="http://schemas.microsoft.com/office/drawing/2014/main" id="{5929886F-F246-4B5C-89CB-C997319D8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3" y="3079"/>
                <a:ext cx="15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24" name="Oval 1965">
                <a:extLst>
                  <a:ext uri="{FF2B5EF4-FFF2-40B4-BE49-F238E27FC236}">
                    <a16:creationId xmlns:a16="http://schemas.microsoft.com/office/drawing/2014/main" id="{3CD6BA1C-C9C8-480D-A7B4-08CD5E0FC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6" y="308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25" name="Oval 1966">
                <a:extLst>
                  <a:ext uri="{FF2B5EF4-FFF2-40B4-BE49-F238E27FC236}">
                    <a16:creationId xmlns:a16="http://schemas.microsoft.com/office/drawing/2014/main" id="{BF2A69C6-2E88-4C95-B29B-9CB2518B0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3054"/>
                <a:ext cx="14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26" name="Oval 1967">
                <a:extLst>
                  <a:ext uri="{FF2B5EF4-FFF2-40B4-BE49-F238E27FC236}">
                    <a16:creationId xmlns:a16="http://schemas.microsoft.com/office/drawing/2014/main" id="{C4009965-128F-4CAB-8FD8-C5FA663AF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4" y="2945"/>
                <a:ext cx="14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27" name="Oval 1968">
                <a:extLst>
                  <a:ext uri="{FF2B5EF4-FFF2-40B4-BE49-F238E27FC236}">
                    <a16:creationId xmlns:a16="http://schemas.microsoft.com/office/drawing/2014/main" id="{2FBBF556-599B-4CA2-AE8B-D4DCB39F8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7" y="29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28" name="Oval 1969">
                <a:extLst>
                  <a:ext uri="{FF2B5EF4-FFF2-40B4-BE49-F238E27FC236}">
                    <a16:creationId xmlns:a16="http://schemas.microsoft.com/office/drawing/2014/main" id="{563222FD-A26A-4DB5-8C16-F2CC7BBE8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" y="2915"/>
                <a:ext cx="14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29" name="Oval 1970">
                <a:extLst>
                  <a:ext uri="{FF2B5EF4-FFF2-40B4-BE49-F238E27FC236}">
                    <a16:creationId xmlns:a16="http://schemas.microsoft.com/office/drawing/2014/main" id="{C1F19C92-CA39-4E0F-AE0C-C3100908C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6" y="2918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30" name="Oval 1971">
                <a:extLst>
                  <a:ext uri="{FF2B5EF4-FFF2-40B4-BE49-F238E27FC236}">
                    <a16:creationId xmlns:a16="http://schemas.microsoft.com/office/drawing/2014/main" id="{1A6A68DB-7468-497A-A3CB-7C146A95C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880"/>
                <a:ext cx="14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31" name="Oval 1972">
                <a:extLst>
                  <a:ext uri="{FF2B5EF4-FFF2-40B4-BE49-F238E27FC236}">
                    <a16:creationId xmlns:a16="http://schemas.microsoft.com/office/drawing/2014/main" id="{3FA94CBA-79E3-4DF2-B6DF-8E60B54D7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7" y="28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32" name="Oval 1973">
                <a:extLst>
                  <a:ext uri="{FF2B5EF4-FFF2-40B4-BE49-F238E27FC236}">
                    <a16:creationId xmlns:a16="http://schemas.microsoft.com/office/drawing/2014/main" id="{A4CEEBC5-FE61-47D7-9DF7-B7939A98D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7" y="2765"/>
                <a:ext cx="13" cy="14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33" name="Oval 1974">
                <a:extLst>
                  <a:ext uri="{FF2B5EF4-FFF2-40B4-BE49-F238E27FC236}">
                    <a16:creationId xmlns:a16="http://schemas.microsoft.com/office/drawing/2014/main" id="{F77107FE-E789-4C6E-8D1D-18429B45B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3016"/>
                <a:ext cx="14" cy="13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34" name="Oval 1975">
                <a:extLst>
                  <a:ext uri="{FF2B5EF4-FFF2-40B4-BE49-F238E27FC236}">
                    <a16:creationId xmlns:a16="http://schemas.microsoft.com/office/drawing/2014/main" id="{654D4121-745A-403C-9D81-391305F72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301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35" name="Freeform 1976">
                <a:extLst>
                  <a:ext uri="{FF2B5EF4-FFF2-40B4-BE49-F238E27FC236}">
                    <a16:creationId xmlns:a16="http://schemas.microsoft.com/office/drawing/2014/main" id="{C390DF2E-160B-47C8-88F3-E96DD3F4B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053"/>
                <a:ext cx="19" cy="14"/>
              </a:xfrm>
              <a:custGeom>
                <a:avLst/>
                <a:gdLst>
                  <a:gd name="T0" fmla="*/ 33 w 12"/>
                  <a:gd name="T1" fmla="*/ 0 h 9"/>
                  <a:gd name="T2" fmla="*/ 82 w 12"/>
                  <a:gd name="T3" fmla="*/ 53 h 9"/>
                  <a:gd name="T4" fmla="*/ 40 w 12"/>
                  <a:gd name="T5" fmla="*/ 1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4"/>
                      <a:pt x="4" y="9"/>
                      <a:pt x="8" y="6"/>
                    </a:cubicBezTo>
                    <a:cubicBezTo>
                      <a:pt x="12" y="3"/>
                      <a:pt x="7" y="0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36" name="Freeform 1977">
                <a:extLst>
                  <a:ext uri="{FF2B5EF4-FFF2-40B4-BE49-F238E27FC236}">
                    <a16:creationId xmlns:a16="http://schemas.microsoft.com/office/drawing/2014/main" id="{547E2CA8-390F-4843-B137-EA768BEB5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2323"/>
                <a:ext cx="1445" cy="1243"/>
              </a:xfrm>
              <a:custGeom>
                <a:avLst/>
                <a:gdLst>
                  <a:gd name="T0" fmla="*/ 9088 w 912"/>
                  <a:gd name="T1" fmla="*/ 2998 h 787"/>
                  <a:gd name="T2" fmla="*/ 8779 w 912"/>
                  <a:gd name="T3" fmla="*/ 2652 h 787"/>
                  <a:gd name="T4" fmla="*/ 8878 w 912"/>
                  <a:gd name="T5" fmla="*/ 3255 h 787"/>
                  <a:gd name="T6" fmla="*/ 8166 w 912"/>
                  <a:gd name="T7" fmla="*/ 3983 h 787"/>
                  <a:gd name="T8" fmla="*/ 6580 w 912"/>
                  <a:gd name="T9" fmla="*/ 4380 h 787"/>
                  <a:gd name="T10" fmla="*/ 6954 w 912"/>
                  <a:gd name="T11" fmla="*/ 3053 h 787"/>
                  <a:gd name="T12" fmla="*/ 6908 w 912"/>
                  <a:gd name="T13" fmla="*/ 1598 h 787"/>
                  <a:gd name="T14" fmla="*/ 7342 w 912"/>
                  <a:gd name="T15" fmla="*/ 1481 h 787"/>
                  <a:gd name="T16" fmla="*/ 7916 w 912"/>
                  <a:gd name="T17" fmla="*/ 1718 h 787"/>
                  <a:gd name="T18" fmla="*/ 8031 w 912"/>
                  <a:gd name="T19" fmla="*/ 1663 h 787"/>
                  <a:gd name="T20" fmla="*/ 7410 w 912"/>
                  <a:gd name="T21" fmla="*/ 1320 h 787"/>
                  <a:gd name="T22" fmla="*/ 6762 w 912"/>
                  <a:gd name="T23" fmla="*/ 1494 h 787"/>
                  <a:gd name="T24" fmla="*/ 6718 w 912"/>
                  <a:gd name="T25" fmla="*/ 52 h 787"/>
                  <a:gd name="T26" fmla="*/ 6610 w 912"/>
                  <a:gd name="T27" fmla="*/ 87 h 787"/>
                  <a:gd name="T28" fmla="*/ 6678 w 912"/>
                  <a:gd name="T29" fmla="*/ 1816 h 787"/>
                  <a:gd name="T30" fmla="*/ 6696 w 912"/>
                  <a:gd name="T31" fmla="*/ 2919 h 787"/>
                  <a:gd name="T32" fmla="*/ 6138 w 912"/>
                  <a:gd name="T33" fmla="*/ 4072 h 787"/>
                  <a:gd name="T34" fmla="*/ 5199 w 912"/>
                  <a:gd name="T35" fmla="*/ 4326 h 787"/>
                  <a:gd name="T36" fmla="*/ 4493 w 912"/>
                  <a:gd name="T37" fmla="*/ 3263 h 787"/>
                  <a:gd name="T38" fmla="*/ 4455 w 912"/>
                  <a:gd name="T39" fmla="*/ 2420 h 787"/>
                  <a:gd name="T40" fmla="*/ 4527 w 912"/>
                  <a:gd name="T41" fmla="*/ 2123 h 787"/>
                  <a:gd name="T42" fmla="*/ 4961 w 912"/>
                  <a:gd name="T43" fmla="*/ 1624 h 787"/>
                  <a:gd name="T44" fmla="*/ 5609 w 912"/>
                  <a:gd name="T45" fmla="*/ 1632 h 787"/>
                  <a:gd name="T46" fmla="*/ 6201 w 912"/>
                  <a:gd name="T47" fmla="*/ 1320 h 787"/>
                  <a:gd name="T48" fmla="*/ 6341 w 912"/>
                  <a:gd name="T49" fmla="*/ 1107 h 787"/>
                  <a:gd name="T50" fmla="*/ 6103 w 912"/>
                  <a:gd name="T51" fmla="*/ 1237 h 787"/>
                  <a:gd name="T52" fmla="*/ 5588 w 912"/>
                  <a:gd name="T53" fmla="*/ 1456 h 787"/>
                  <a:gd name="T54" fmla="*/ 4935 w 912"/>
                  <a:gd name="T55" fmla="*/ 1442 h 787"/>
                  <a:gd name="T56" fmla="*/ 4601 w 912"/>
                  <a:gd name="T57" fmla="*/ 1456 h 787"/>
                  <a:gd name="T58" fmla="*/ 3738 w 912"/>
                  <a:gd name="T59" fmla="*/ 851 h 787"/>
                  <a:gd name="T60" fmla="*/ 3663 w 912"/>
                  <a:gd name="T61" fmla="*/ 965 h 787"/>
                  <a:gd name="T62" fmla="*/ 4424 w 912"/>
                  <a:gd name="T63" fmla="*/ 1481 h 787"/>
                  <a:gd name="T64" fmla="*/ 4408 w 912"/>
                  <a:gd name="T65" fmla="*/ 1868 h 787"/>
                  <a:gd name="T66" fmla="*/ 4356 w 912"/>
                  <a:gd name="T67" fmla="*/ 2085 h 787"/>
                  <a:gd name="T68" fmla="*/ 4283 w 912"/>
                  <a:gd name="T69" fmla="*/ 2375 h 787"/>
                  <a:gd name="T70" fmla="*/ 4322 w 912"/>
                  <a:gd name="T71" fmla="*/ 3331 h 787"/>
                  <a:gd name="T72" fmla="*/ 3831 w 912"/>
                  <a:gd name="T73" fmla="*/ 4413 h 787"/>
                  <a:gd name="T74" fmla="*/ 3226 w 912"/>
                  <a:gd name="T75" fmla="*/ 4343 h 787"/>
                  <a:gd name="T76" fmla="*/ 2633 w 912"/>
                  <a:gd name="T77" fmla="*/ 4059 h 787"/>
                  <a:gd name="T78" fmla="*/ 1706 w 912"/>
                  <a:gd name="T79" fmla="*/ 3694 h 787"/>
                  <a:gd name="T80" fmla="*/ 158 w 912"/>
                  <a:gd name="T81" fmla="*/ 3396 h 787"/>
                  <a:gd name="T82" fmla="*/ 13 w 912"/>
                  <a:gd name="T83" fmla="*/ 3491 h 787"/>
                  <a:gd name="T84" fmla="*/ 184 w 912"/>
                  <a:gd name="T85" fmla="*/ 3530 h 787"/>
                  <a:gd name="T86" fmla="*/ 979 w 912"/>
                  <a:gd name="T87" fmla="*/ 4004 h 787"/>
                  <a:gd name="T88" fmla="*/ 1177 w 912"/>
                  <a:gd name="T89" fmla="*/ 3814 h 787"/>
                  <a:gd name="T90" fmla="*/ 1675 w 912"/>
                  <a:gd name="T91" fmla="*/ 3865 h 787"/>
                  <a:gd name="T92" fmla="*/ 2478 w 912"/>
                  <a:gd name="T93" fmla="*/ 4244 h 787"/>
                  <a:gd name="T94" fmla="*/ 3105 w 912"/>
                  <a:gd name="T95" fmla="*/ 4659 h 787"/>
                  <a:gd name="T96" fmla="*/ 4303 w 912"/>
                  <a:gd name="T97" fmla="*/ 4866 h 787"/>
                  <a:gd name="T98" fmla="*/ 4506 w 912"/>
                  <a:gd name="T99" fmla="*/ 6853 h 787"/>
                  <a:gd name="T100" fmla="*/ 5824 w 912"/>
                  <a:gd name="T101" fmla="*/ 7685 h 787"/>
                  <a:gd name="T102" fmla="*/ 6881 w 912"/>
                  <a:gd name="T103" fmla="*/ 6359 h 787"/>
                  <a:gd name="T104" fmla="*/ 8269 w 912"/>
                  <a:gd name="T105" fmla="*/ 4125 h 787"/>
                  <a:gd name="T106" fmla="*/ 8575 w 912"/>
                  <a:gd name="T107" fmla="*/ 4018 h 787"/>
                  <a:gd name="T108" fmla="*/ 8798 w 912"/>
                  <a:gd name="T109" fmla="*/ 4358 h 787"/>
                  <a:gd name="T110" fmla="*/ 8767 w 912"/>
                  <a:gd name="T111" fmla="*/ 3952 h 787"/>
                  <a:gd name="T112" fmla="*/ 9046 w 912"/>
                  <a:gd name="T113" fmla="*/ 3310 h 7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12" h="787">
                    <a:moveTo>
                      <a:pt x="906" y="337"/>
                    </a:moveTo>
                    <a:cubicBezTo>
                      <a:pt x="911" y="325"/>
                      <a:pt x="912" y="314"/>
                      <a:pt x="910" y="305"/>
                    </a:cubicBezTo>
                    <a:cubicBezTo>
                      <a:pt x="907" y="290"/>
                      <a:pt x="898" y="279"/>
                      <a:pt x="888" y="269"/>
                    </a:cubicBezTo>
                    <a:cubicBezTo>
                      <a:pt x="886" y="267"/>
                      <a:pt x="882" y="267"/>
                      <a:pt x="879" y="270"/>
                    </a:cubicBezTo>
                    <a:cubicBezTo>
                      <a:pt x="877" y="272"/>
                      <a:pt x="877" y="276"/>
                      <a:pt x="880" y="278"/>
                    </a:cubicBezTo>
                    <a:cubicBezTo>
                      <a:pt x="892" y="290"/>
                      <a:pt x="899" y="305"/>
                      <a:pt x="889" y="331"/>
                    </a:cubicBezTo>
                    <a:cubicBezTo>
                      <a:pt x="879" y="357"/>
                      <a:pt x="861" y="377"/>
                      <a:pt x="829" y="398"/>
                    </a:cubicBezTo>
                    <a:cubicBezTo>
                      <a:pt x="818" y="405"/>
                      <a:pt x="818" y="405"/>
                      <a:pt x="818" y="405"/>
                    </a:cubicBezTo>
                    <a:cubicBezTo>
                      <a:pt x="788" y="425"/>
                      <a:pt x="742" y="480"/>
                      <a:pt x="705" y="477"/>
                    </a:cubicBezTo>
                    <a:cubicBezTo>
                      <a:pt x="705" y="477"/>
                      <a:pt x="668" y="471"/>
                      <a:pt x="659" y="446"/>
                    </a:cubicBezTo>
                    <a:cubicBezTo>
                      <a:pt x="651" y="419"/>
                      <a:pt x="656" y="398"/>
                      <a:pt x="669" y="374"/>
                    </a:cubicBezTo>
                    <a:cubicBezTo>
                      <a:pt x="680" y="355"/>
                      <a:pt x="690" y="332"/>
                      <a:pt x="696" y="311"/>
                    </a:cubicBezTo>
                    <a:cubicBezTo>
                      <a:pt x="712" y="262"/>
                      <a:pt x="709" y="242"/>
                      <a:pt x="692" y="194"/>
                    </a:cubicBezTo>
                    <a:cubicBezTo>
                      <a:pt x="692" y="194"/>
                      <a:pt x="684" y="179"/>
                      <a:pt x="692" y="163"/>
                    </a:cubicBezTo>
                    <a:cubicBezTo>
                      <a:pt x="694" y="154"/>
                      <a:pt x="698" y="149"/>
                      <a:pt x="703" y="146"/>
                    </a:cubicBezTo>
                    <a:cubicBezTo>
                      <a:pt x="711" y="142"/>
                      <a:pt x="723" y="146"/>
                      <a:pt x="735" y="151"/>
                    </a:cubicBezTo>
                    <a:cubicBezTo>
                      <a:pt x="752" y="156"/>
                      <a:pt x="752" y="156"/>
                      <a:pt x="752" y="156"/>
                    </a:cubicBezTo>
                    <a:cubicBezTo>
                      <a:pt x="768" y="161"/>
                      <a:pt x="783" y="162"/>
                      <a:pt x="793" y="175"/>
                    </a:cubicBezTo>
                    <a:cubicBezTo>
                      <a:pt x="795" y="178"/>
                      <a:pt x="798" y="179"/>
                      <a:pt x="801" y="178"/>
                    </a:cubicBezTo>
                    <a:cubicBezTo>
                      <a:pt x="804" y="176"/>
                      <a:pt x="805" y="172"/>
                      <a:pt x="804" y="169"/>
                    </a:cubicBezTo>
                    <a:cubicBezTo>
                      <a:pt x="797" y="157"/>
                      <a:pt x="776" y="145"/>
                      <a:pt x="757" y="139"/>
                    </a:cubicBezTo>
                    <a:cubicBezTo>
                      <a:pt x="742" y="134"/>
                      <a:pt x="742" y="134"/>
                      <a:pt x="742" y="134"/>
                    </a:cubicBezTo>
                    <a:cubicBezTo>
                      <a:pt x="726" y="128"/>
                      <a:pt x="710" y="123"/>
                      <a:pt x="695" y="130"/>
                    </a:cubicBezTo>
                    <a:cubicBezTo>
                      <a:pt x="687" y="134"/>
                      <a:pt x="681" y="142"/>
                      <a:pt x="677" y="152"/>
                    </a:cubicBezTo>
                    <a:cubicBezTo>
                      <a:pt x="670" y="133"/>
                      <a:pt x="668" y="120"/>
                      <a:pt x="674" y="104"/>
                    </a:cubicBezTo>
                    <a:cubicBezTo>
                      <a:pt x="685" y="73"/>
                      <a:pt x="681" y="28"/>
                      <a:pt x="673" y="5"/>
                    </a:cubicBezTo>
                    <a:cubicBezTo>
                      <a:pt x="672" y="2"/>
                      <a:pt x="669" y="0"/>
                      <a:pt x="666" y="1"/>
                    </a:cubicBezTo>
                    <a:cubicBezTo>
                      <a:pt x="662" y="2"/>
                      <a:pt x="660" y="6"/>
                      <a:pt x="662" y="9"/>
                    </a:cubicBezTo>
                    <a:cubicBezTo>
                      <a:pt x="669" y="31"/>
                      <a:pt x="666" y="73"/>
                      <a:pt x="657" y="98"/>
                    </a:cubicBezTo>
                    <a:cubicBezTo>
                      <a:pt x="647" y="125"/>
                      <a:pt x="655" y="146"/>
                      <a:pt x="669" y="185"/>
                    </a:cubicBezTo>
                    <a:cubicBezTo>
                      <a:pt x="675" y="200"/>
                      <a:pt x="675" y="200"/>
                      <a:pt x="675" y="200"/>
                    </a:cubicBezTo>
                    <a:cubicBezTo>
                      <a:pt x="691" y="245"/>
                      <a:pt x="685" y="251"/>
                      <a:pt x="670" y="297"/>
                    </a:cubicBezTo>
                    <a:cubicBezTo>
                      <a:pt x="664" y="316"/>
                      <a:pt x="663" y="343"/>
                      <a:pt x="652" y="362"/>
                    </a:cubicBezTo>
                    <a:cubicBezTo>
                      <a:pt x="643" y="379"/>
                      <a:pt x="626" y="396"/>
                      <a:pt x="615" y="414"/>
                    </a:cubicBezTo>
                    <a:cubicBezTo>
                      <a:pt x="612" y="420"/>
                      <a:pt x="595" y="432"/>
                      <a:pt x="589" y="433"/>
                    </a:cubicBezTo>
                    <a:cubicBezTo>
                      <a:pt x="570" y="437"/>
                      <a:pt x="543" y="437"/>
                      <a:pt x="521" y="440"/>
                    </a:cubicBezTo>
                    <a:cubicBezTo>
                      <a:pt x="491" y="445"/>
                      <a:pt x="490" y="431"/>
                      <a:pt x="478" y="413"/>
                    </a:cubicBezTo>
                    <a:cubicBezTo>
                      <a:pt x="467" y="399"/>
                      <a:pt x="458" y="350"/>
                      <a:pt x="450" y="332"/>
                    </a:cubicBezTo>
                    <a:cubicBezTo>
                      <a:pt x="448" y="326"/>
                      <a:pt x="445" y="319"/>
                      <a:pt x="443" y="313"/>
                    </a:cubicBezTo>
                    <a:cubicBezTo>
                      <a:pt x="437" y="291"/>
                      <a:pt x="442" y="269"/>
                      <a:pt x="446" y="246"/>
                    </a:cubicBezTo>
                    <a:cubicBezTo>
                      <a:pt x="448" y="238"/>
                      <a:pt x="448" y="238"/>
                      <a:pt x="448" y="238"/>
                    </a:cubicBezTo>
                    <a:cubicBezTo>
                      <a:pt x="453" y="216"/>
                      <a:pt x="453" y="216"/>
                      <a:pt x="453" y="216"/>
                    </a:cubicBezTo>
                    <a:cubicBezTo>
                      <a:pt x="455" y="209"/>
                      <a:pt x="457" y="203"/>
                      <a:pt x="458" y="196"/>
                    </a:cubicBezTo>
                    <a:cubicBezTo>
                      <a:pt x="465" y="182"/>
                      <a:pt x="481" y="168"/>
                      <a:pt x="497" y="165"/>
                    </a:cubicBezTo>
                    <a:cubicBezTo>
                      <a:pt x="507" y="163"/>
                      <a:pt x="517" y="164"/>
                      <a:pt x="528" y="165"/>
                    </a:cubicBezTo>
                    <a:cubicBezTo>
                      <a:pt x="539" y="166"/>
                      <a:pt x="551" y="167"/>
                      <a:pt x="562" y="166"/>
                    </a:cubicBezTo>
                    <a:cubicBezTo>
                      <a:pt x="580" y="163"/>
                      <a:pt x="608" y="151"/>
                      <a:pt x="618" y="139"/>
                    </a:cubicBezTo>
                    <a:cubicBezTo>
                      <a:pt x="621" y="134"/>
                      <a:pt x="621" y="134"/>
                      <a:pt x="621" y="134"/>
                    </a:cubicBezTo>
                    <a:cubicBezTo>
                      <a:pt x="625" y="129"/>
                      <a:pt x="628" y="124"/>
                      <a:pt x="632" y="122"/>
                    </a:cubicBezTo>
                    <a:cubicBezTo>
                      <a:pt x="635" y="120"/>
                      <a:pt x="636" y="116"/>
                      <a:pt x="635" y="113"/>
                    </a:cubicBezTo>
                    <a:cubicBezTo>
                      <a:pt x="633" y="110"/>
                      <a:pt x="629" y="109"/>
                      <a:pt x="626" y="111"/>
                    </a:cubicBezTo>
                    <a:cubicBezTo>
                      <a:pt x="619" y="114"/>
                      <a:pt x="615" y="121"/>
                      <a:pt x="611" y="126"/>
                    </a:cubicBezTo>
                    <a:cubicBezTo>
                      <a:pt x="608" y="131"/>
                      <a:pt x="608" y="131"/>
                      <a:pt x="608" y="131"/>
                    </a:cubicBezTo>
                    <a:cubicBezTo>
                      <a:pt x="601" y="139"/>
                      <a:pt x="575" y="146"/>
                      <a:pt x="560" y="148"/>
                    </a:cubicBezTo>
                    <a:cubicBezTo>
                      <a:pt x="550" y="149"/>
                      <a:pt x="540" y="148"/>
                      <a:pt x="530" y="147"/>
                    </a:cubicBezTo>
                    <a:cubicBezTo>
                      <a:pt x="518" y="146"/>
                      <a:pt x="506" y="145"/>
                      <a:pt x="494" y="147"/>
                    </a:cubicBezTo>
                    <a:cubicBezTo>
                      <a:pt x="487" y="148"/>
                      <a:pt x="480" y="151"/>
                      <a:pt x="473" y="155"/>
                    </a:cubicBezTo>
                    <a:cubicBezTo>
                      <a:pt x="469" y="158"/>
                      <a:pt x="463" y="161"/>
                      <a:pt x="461" y="148"/>
                    </a:cubicBezTo>
                    <a:cubicBezTo>
                      <a:pt x="455" y="117"/>
                      <a:pt x="428" y="107"/>
                      <a:pt x="404" y="98"/>
                    </a:cubicBezTo>
                    <a:cubicBezTo>
                      <a:pt x="394" y="94"/>
                      <a:pt x="379" y="91"/>
                      <a:pt x="374" y="87"/>
                    </a:cubicBezTo>
                    <a:cubicBezTo>
                      <a:pt x="371" y="85"/>
                      <a:pt x="367" y="86"/>
                      <a:pt x="365" y="89"/>
                    </a:cubicBezTo>
                    <a:cubicBezTo>
                      <a:pt x="363" y="92"/>
                      <a:pt x="364" y="96"/>
                      <a:pt x="367" y="98"/>
                    </a:cubicBezTo>
                    <a:cubicBezTo>
                      <a:pt x="373" y="102"/>
                      <a:pt x="387" y="111"/>
                      <a:pt x="398" y="115"/>
                    </a:cubicBezTo>
                    <a:cubicBezTo>
                      <a:pt x="420" y="123"/>
                      <a:pt x="440" y="130"/>
                      <a:pt x="443" y="151"/>
                    </a:cubicBezTo>
                    <a:cubicBezTo>
                      <a:pt x="445" y="164"/>
                      <a:pt x="444" y="177"/>
                      <a:pt x="441" y="190"/>
                    </a:cubicBezTo>
                    <a:cubicBezTo>
                      <a:pt x="441" y="190"/>
                      <a:pt x="441" y="190"/>
                      <a:pt x="441" y="190"/>
                    </a:cubicBezTo>
                    <a:cubicBezTo>
                      <a:pt x="440" y="191"/>
                      <a:pt x="440" y="193"/>
                      <a:pt x="440" y="194"/>
                    </a:cubicBezTo>
                    <a:cubicBezTo>
                      <a:pt x="439" y="200"/>
                      <a:pt x="437" y="206"/>
                      <a:pt x="436" y="212"/>
                    </a:cubicBezTo>
                    <a:cubicBezTo>
                      <a:pt x="430" y="235"/>
                      <a:pt x="430" y="235"/>
                      <a:pt x="430" y="235"/>
                    </a:cubicBezTo>
                    <a:cubicBezTo>
                      <a:pt x="429" y="242"/>
                      <a:pt x="429" y="242"/>
                      <a:pt x="429" y="242"/>
                    </a:cubicBezTo>
                    <a:cubicBezTo>
                      <a:pt x="424" y="266"/>
                      <a:pt x="419" y="292"/>
                      <a:pt x="426" y="318"/>
                    </a:cubicBezTo>
                    <a:cubicBezTo>
                      <a:pt x="428" y="325"/>
                      <a:pt x="431" y="332"/>
                      <a:pt x="433" y="339"/>
                    </a:cubicBezTo>
                    <a:cubicBezTo>
                      <a:pt x="438" y="350"/>
                      <a:pt x="445" y="384"/>
                      <a:pt x="439" y="420"/>
                    </a:cubicBezTo>
                    <a:cubicBezTo>
                      <a:pt x="429" y="453"/>
                      <a:pt x="407" y="447"/>
                      <a:pt x="384" y="449"/>
                    </a:cubicBezTo>
                    <a:cubicBezTo>
                      <a:pt x="384" y="449"/>
                      <a:pt x="367" y="448"/>
                      <a:pt x="367" y="448"/>
                    </a:cubicBezTo>
                    <a:cubicBezTo>
                      <a:pt x="351" y="448"/>
                      <a:pt x="336" y="447"/>
                      <a:pt x="323" y="442"/>
                    </a:cubicBezTo>
                    <a:cubicBezTo>
                      <a:pt x="306" y="436"/>
                      <a:pt x="285" y="428"/>
                      <a:pt x="267" y="415"/>
                    </a:cubicBezTo>
                    <a:cubicBezTo>
                      <a:pt x="264" y="413"/>
                      <a:pt x="264" y="413"/>
                      <a:pt x="264" y="413"/>
                    </a:cubicBezTo>
                    <a:cubicBezTo>
                      <a:pt x="249" y="403"/>
                      <a:pt x="235" y="393"/>
                      <a:pt x="216" y="386"/>
                    </a:cubicBezTo>
                    <a:cubicBezTo>
                      <a:pt x="201" y="381"/>
                      <a:pt x="186" y="378"/>
                      <a:pt x="171" y="376"/>
                    </a:cubicBezTo>
                    <a:cubicBezTo>
                      <a:pt x="149" y="372"/>
                      <a:pt x="129" y="368"/>
                      <a:pt x="110" y="358"/>
                    </a:cubicBezTo>
                    <a:cubicBezTo>
                      <a:pt x="73" y="337"/>
                      <a:pt x="43" y="342"/>
                      <a:pt x="16" y="346"/>
                    </a:cubicBezTo>
                    <a:cubicBezTo>
                      <a:pt x="6" y="348"/>
                      <a:pt x="6" y="348"/>
                      <a:pt x="6" y="348"/>
                    </a:cubicBezTo>
                    <a:cubicBezTo>
                      <a:pt x="2" y="349"/>
                      <a:pt x="0" y="352"/>
                      <a:pt x="1" y="355"/>
                    </a:cubicBezTo>
                    <a:cubicBezTo>
                      <a:pt x="1" y="359"/>
                      <a:pt x="4" y="361"/>
                      <a:pt x="8" y="360"/>
                    </a:cubicBezTo>
                    <a:cubicBezTo>
                      <a:pt x="18" y="359"/>
                      <a:pt x="18" y="359"/>
                      <a:pt x="18" y="359"/>
                    </a:cubicBezTo>
                    <a:cubicBezTo>
                      <a:pt x="41" y="355"/>
                      <a:pt x="66" y="356"/>
                      <a:pt x="96" y="370"/>
                    </a:cubicBezTo>
                    <a:cubicBezTo>
                      <a:pt x="108" y="378"/>
                      <a:pt x="98" y="401"/>
                      <a:pt x="98" y="407"/>
                    </a:cubicBezTo>
                    <a:cubicBezTo>
                      <a:pt x="98" y="409"/>
                      <a:pt x="100" y="411"/>
                      <a:pt x="102" y="411"/>
                    </a:cubicBezTo>
                    <a:cubicBezTo>
                      <a:pt x="105" y="411"/>
                      <a:pt x="115" y="396"/>
                      <a:pt x="118" y="388"/>
                    </a:cubicBezTo>
                    <a:cubicBezTo>
                      <a:pt x="121" y="381"/>
                      <a:pt x="139" y="387"/>
                      <a:pt x="143" y="388"/>
                    </a:cubicBezTo>
                    <a:cubicBezTo>
                      <a:pt x="151" y="390"/>
                      <a:pt x="160" y="392"/>
                      <a:pt x="168" y="393"/>
                    </a:cubicBezTo>
                    <a:cubicBezTo>
                      <a:pt x="182" y="396"/>
                      <a:pt x="190" y="400"/>
                      <a:pt x="204" y="405"/>
                    </a:cubicBezTo>
                    <a:cubicBezTo>
                      <a:pt x="220" y="410"/>
                      <a:pt x="234" y="422"/>
                      <a:pt x="248" y="432"/>
                    </a:cubicBezTo>
                    <a:cubicBezTo>
                      <a:pt x="251" y="434"/>
                      <a:pt x="251" y="434"/>
                      <a:pt x="251" y="434"/>
                    </a:cubicBezTo>
                    <a:cubicBezTo>
                      <a:pt x="271" y="448"/>
                      <a:pt x="293" y="467"/>
                      <a:pt x="311" y="474"/>
                    </a:cubicBezTo>
                    <a:cubicBezTo>
                      <a:pt x="328" y="479"/>
                      <a:pt x="352" y="478"/>
                      <a:pt x="380" y="482"/>
                    </a:cubicBezTo>
                    <a:cubicBezTo>
                      <a:pt x="396" y="484"/>
                      <a:pt x="413" y="488"/>
                      <a:pt x="431" y="495"/>
                    </a:cubicBezTo>
                    <a:cubicBezTo>
                      <a:pt x="453" y="506"/>
                      <a:pt x="465" y="525"/>
                      <a:pt x="463" y="564"/>
                    </a:cubicBezTo>
                    <a:cubicBezTo>
                      <a:pt x="462" y="604"/>
                      <a:pt x="454" y="657"/>
                      <a:pt x="451" y="697"/>
                    </a:cubicBezTo>
                    <a:cubicBezTo>
                      <a:pt x="449" y="736"/>
                      <a:pt x="442" y="757"/>
                      <a:pt x="467" y="769"/>
                    </a:cubicBezTo>
                    <a:cubicBezTo>
                      <a:pt x="493" y="782"/>
                      <a:pt x="520" y="787"/>
                      <a:pt x="583" y="782"/>
                    </a:cubicBezTo>
                    <a:cubicBezTo>
                      <a:pt x="646" y="777"/>
                      <a:pt x="650" y="780"/>
                      <a:pt x="662" y="763"/>
                    </a:cubicBezTo>
                    <a:cubicBezTo>
                      <a:pt x="674" y="747"/>
                      <a:pt x="683" y="699"/>
                      <a:pt x="689" y="647"/>
                    </a:cubicBezTo>
                    <a:cubicBezTo>
                      <a:pt x="695" y="594"/>
                      <a:pt x="685" y="553"/>
                      <a:pt x="725" y="502"/>
                    </a:cubicBezTo>
                    <a:cubicBezTo>
                      <a:pt x="777" y="454"/>
                      <a:pt x="801" y="438"/>
                      <a:pt x="828" y="420"/>
                    </a:cubicBezTo>
                    <a:cubicBezTo>
                      <a:pt x="839" y="413"/>
                      <a:pt x="839" y="413"/>
                      <a:pt x="839" y="413"/>
                    </a:cubicBezTo>
                    <a:cubicBezTo>
                      <a:pt x="842" y="411"/>
                      <a:pt x="853" y="405"/>
                      <a:pt x="859" y="409"/>
                    </a:cubicBezTo>
                    <a:cubicBezTo>
                      <a:pt x="866" y="412"/>
                      <a:pt x="873" y="423"/>
                      <a:pt x="874" y="437"/>
                    </a:cubicBezTo>
                    <a:cubicBezTo>
                      <a:pt x="875" y="441"/>
                      <a:pt x="878" y="443"/>
                      <a:pt x="881" y="443"/>
                    </a:cubicBezTo>
                    <a:cubicBezTo>
                      <a:pt x="884" y="443"/>
                      <a:pt x="887" y="440"/>
                      <a:pt x="887" y="436"/>
                    </a:cubicBezTo>
                    <a:cubicBezTo>
                      <a:pt x="886" y="430"/>
                      <a:pt x="887" y="414"/>
                      <a:pt x="878" y="402"/>
                    </a:cubicBezTo>
                    <a:cubicBezTo>
                      <a:pt x="870" y="393"/>
                      <a:pt x="876" y="384"/>
                      <a:pt x="880" y="379"/>
                    </a:cubicBezTo>
                    <a:cubicBezTo>
                      <a:pt x="892" y="366"/>
                      <a:pt x="900" y="352"/>
                      <a:pt x="906" y="3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37" name="Freeform 1978">
                <a:extLst>
                  <a:ext uri="{FF2B5EF4-FFF2-40B4-BE49-F238E27FC236}">
                    <a16:creationId xmlns:a16="http://schemas.microsoft.com/office/drawing/2014/main" id="{285D2159-E8FD-434C-AF7C-332C58706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523"/>
                <a:ext cx="293" cy="481"/>
              </a:xfrm>
              <a:custGeom>
                <a:avLst/>
                <a:gdLst>
                  <a:gd name="T0" fmla="*/ 838 w 185"/>
                  <a:gd name="T1" fmla="*/ 117 h 304"/>
                  <a:gd name="T2" fmla="*/ 203 w 185"/>
                  <a:gd name="T3" fmla="*/ 864 h 304"/>
                  <a:gd name="T4" fmla="*/ 219 w 185"/>
                  <a:gd name="T5" fmla="*/ 1617 h 304"/>
                  <a:gd name="T6" fmla="*/ 968 w 185"/>
                  <a:gd name="T7" fmla="*/ 2318 h 304"/>
                  <a:gd name="T8" fmla="*/ 1455 w 185"/>
                  <a:gd name="T9" fmla="*/ 2916 h 304"/>
                  <a:gd name="T10" fmla="*/ 1780 w 185"/>
                  <a:gd name="T11" fmla="*/ 2796 h 304"/>
                  <a:gd name="T12" fmla="*/ 1685 w 185"/>
                  <a:gd name="T13" fmla="*/ 2063 h 304"/>
                  <a:gd name="T14" fmla="*/ 1585 w 185"/>
                  <a:gd name="T15" fmla="*/ 992 h 304"/>
                  <a:gd name="T16" fmla="*/ 838 w 185"/>
                  <a:gd name="T17" fmla="*/ 117 h 3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5" h="304">
                    <a:moveTo>
                      <a:pt x="84" y="12"/>
                    </a:moveTo>
                    <a:cubicBezTo>
                      <a:pt x="53" y="25"/>
                      <a:pt x="31" y="68"/>
                      <a:pt x="20" y="87"/>
                    </a:cubicBezTo>
                    <a:cubicBezTo>
                      <a:pt x="10" y="106"/>
                      <a:pt x="0" y="149"/>
                      <a:pt x="22" y="163"/>
                    </a:cubicBezTo>
                    <a:cubicBezTo>
                      <a:pt x="43" y="178"/>
                      <a:pt x="79" y="213"/>
                      <a:pt x="97" y="234"/>
                    </a:cubicBezTo>
                    <a:cubicBezTo>
                      <a:pt x="115" y="254"/>
                      <a:pt x="136" y="285"/>
                      <a:pt x="146" y="294"/>
                    </a:cubicBezTo>
                    <a:cubicBezTo>
                      <a:pt x="155" y="304"/>
                      <a:pt x="173" y="297"/>
                      <a:pt x="179" y="282"/>
                    </a:cubicBezTo>
                    <a:cubicBezTo>
                      <a:pt x="185" y="268"/>
                      <a:pt x="172" y="235"/>
                      <a:pt x="169" y="208"/>
                    </a:cubicBezTo>
                    <a:cubicBezTo>
                      <a:pt x="167" y="182"/>
                      <a:pt x="166" y="144"/>
                      <a:pt x="159" y="100"/>
                    </a:cubicBezTo>
                    <a:cubicBezTo>
                      <a:pt x="151" y="56"/>
                      <a:pt x="106" y="0"/>
                      <a:pt x="84" y="12"/>
                    </a:cubicBez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38" name="Freeform 1979">
                <a:extLst>
                  <a:ext uri="{FF2B5EF4-FFF2-40B4-BE49-F238E27FC236}">
                    <a16:creationId xmlns:a16="http://schemas.microsoft.com/office/drawing/2014/main" id="{7933E4BE-C145-437B-8958-808C280CA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68"/>
                <a:ext cx="224" cy="210"/>
              </a:xfrm>
              <a:custGeom>
                <a:avLst/>
                <a:gdLst>
                  <a:gd name="T0" fmla="*/ 0 w 141"/>
                  <a:gd name="T1" fmla="*/ 55 h 133"/>
                  <a:gd name="T2" fmla="*/ 292 w 141"/>
                  <a:gd name="T3" fmla="*/ 292 h 133"/>
                  <a:gd name="T4" fmla="*/ 586 w 141"/>
                  <a:gd name="T5" fmla="*/ 572 h 133"/>
                  <a:gd name="T6" fmla="*/ 1095 w 141"/>
                  <a:gd name="T7" fmla="*/ 1149 h 133"/>
                  <a:gd name="T8" fmla="*/ 1287 w 141"/>
                  <a:gd name="T9" fmla="*/ 1306 h 133"/>
                  <a:gd name="T10" fmla="*/ 1342 w 141"/>
                  <a:gd name="T11" fmla="*/ 999 h 133"/>
                  <a:gd name="T12" fmla="*/ 1242 w 141"/>
                  <a:gd name="T13" fmla="*/ 598 h 133"/>
                  <a:gd name="T14" fmla="*/ 1223 w 141"/>
                  <a:gd name="T15" fmla="*/ 0 h 133"/>
                  <a:gd name="T16" fmla="*/ 1136 w 141"/>
                  <a:gd name="T17" fmla="*/ 461 h 133"/>
                  <a:gd name="T18" fmla="*/ 758 w 141"/>
                  <a:gd name="T19" fmla="*/ 335 h 133"/>
                  <a:gd name="T20" fmla="*/ 408 w 141"/>
                  <a:gd name="T21" fmla="*/ 169 h 133"/>
                  <a:gd name="T22" fmla="*/ 33 w 141"/>
                  <a:gd name="T23" fmla="*/ 33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1" h="133">
                    <a:moveTo>
                      <a:pt x="0" y="6"/>
                    </a:moveTo>
                    <a:cubicBezTo>
                      <a:pt x="8" y="7"/>
                      <a:pt x="22" y="25"/>
                      <a:pt x="29" y="30"/>
                    </a:cubicBezTo>
                    <a:cubicBezTo>
                      <a:pt x="40" y="36"/>
                      <a:pt x="49" y="49"/>
                      <a:pt x="58" y="58"/>
                    </a:cubicBezTo>
                    <a:cubicBezTo>
                      <a:pt x="75" y="78"/>
                      <a:pt x="94" y="95"/>
                      <a:pt x="108" y="117"/>
                    </a:cubicBezTo>
                    <a:cubicBezTo>
                      <a:pt x="111" y="122"/>
                      <a:pt x="118" y="133"/>
                      <a:pt x="127" y="133"/>
                    </a:cubicBezTo>
                    <a:cubicBezTo>
                      <a:pt x="141" y="133"/>
                      <a:pt x="134" y="110"/>
                      <a:pt x="133" y="102"/>
                    </a:cubicBezTo>
                    <a:cubicBezTo>
                      <a:pt x="130" y="89"/>
                      <a:pt x="124" y="75"/>
                      <a:pt x="123" y="61"/>
                    </a:cubicBezTo>
                    <a:cubicBezTo>
                      <a:pt x="121" y="40"/>
                      <a:pt x="125" y="20"/>
                      <a:pt x="121" y="0"/>
                    </a:cubicBezTo>
                    <a:cubicBezTo>
                      <a:pt x="118" y="11"/>
                      <a:pt x="123" y="40"/>
                      <a:pt x="112" y="47"/>
                    </a:cubicBezTo>
                    <a:cubicBezTo>
                      <a:pt x="99" y="55"/>
                      <a:pt x="84" y="40"/>
                      <a:pt x="75" y="34"/>
                    </a:cubicBezTo>
                    <a:cubicBezTo>
                      <a:pt x="65" y="28"/>
                      <a:pt x="50" y="21"/>
                      <a:pt x="40" y="17"/>
                    </a:cubicBezTo>
                    <a:cubicBezTo>
                      <a:pt x="28" y="12"/>
                      <a:pt x="10" y="17"/>
                      <a:pt x="3" y="3"/>
                    </a:cubicBezTo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39" name="Freeform 1980">
                <a:extLst>
                  <a:ext uri="{FF2B5EF4-FFF2-40B4-BE49-F238E27FC236}">
                    <a16:creationId xmlns:a16="http://schemas.microsoft.com/office/drawing/2014/main" id="{C2EB6703-28E9-4ED7-A9EC-25C905791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542"/>
                <a:ext cx="187" cy="155"/>
              </a:xfrm>
              <a:custGeom>
                <a:avLst/>
                <a:gdLst>
                  <a:gd name="T0" fmla="*/ 0 w 118"/>
                  <a:gd name="T1" fmla="*/ 971 h 98"/>
                  <a:gd name="T2" fmla="*/ 580 w 118"/>
                  <a:gd name="T3" fmla="*/ 130 h 98"/>
                  <a:gd name="T4" fmla="*/ 1177 w 118"/>
                  <a:gd name="T5" fmla="*/ 816 h 98"/>
                  <a:gd name="T6" fmla="*/ 886 w 118"/>
                  <a:gd name="T7" fmla="*/ 563 h 98"/>
                  <a:gd name="T8" fmla="*/ 542 w 118"/>
                  <a:gd name="T9" fmla="*/ 505 h 98"/>
                  <a:gd name="T10" fmla="*/ 63 w 118"/>
                  <a:gd name="T11" fmla="*/ 89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98">
                    <a:moveTo>
                      <a:pt x="0" y="98"/>
                    </a:moveTo>
                    <a:cubicBezTo>
                      <a:pt x="16" y="71"/>
                      <a:pt x="26" y="26"/>
                      <a:pt x="58" y="13"/>
                    </a:cubicBezTo>
                    <a:cubicBezTo>
                      <a:pt x="89" y="0"/>
                      <a:pt x="111" y="62"/>
                      <a:pt x="118" y="82"/>
                    </a:cubicBezTo>
                    <a:cubicBezTo>
                      <a:pt x="112" y="71"/>
                      <a:pt x="100" y="64"/>
                      <a:pt x="89" y="57"/>
                    </a:cubicBezTo>
                    <a:cubicBezTo>
                      <a:pt x="77" y="49"/>
                      <a:pt x="66" y="47"/>
                      <a:pt x="54" y="51"/>
                    </a:cubicBezTo>
                    <a:cubicBezTo>
                      <a:pt x="41" y="56"/>
                      <a:pt x="18" y="67"/>
                      <a:pt x="6" y="90"/>
                    </a:cubicBezTo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40" name="Freeform 1981">
                <a:extLst>
                  <a:ext uri="{FF2B5EF4-FFF2-40B4-BE49-F238E27FC236}">
                    <a16:creationId xmlns:a16="http://schemas.microsoft.com/office/drawing/2014/main" id="{05E40454-FF54-4DBF-A2E7-0894DD42F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571"/>
                <a:ext cx="58" cy="31"/>
              </a:xfrm>
              <a:custGeom>
                <a:avLst/>
                <a:gdLst>
                  <a:gd name="T0" fmla="*/ 150 w 37"/>
                  <a:gd name="T1" fmla="*/ 19 h 20"/>
                  <a:gd name="T2" fmla="*/ 96 w 37"/>
                  <a:gd name="T3" fmla="*/ 161 h 20"/>
                  <a:gd name="T4" fmla="*/ 202 w 37"/>
                  <a:gd name="T5" fmla="*/ 135 h 20"/>
                  <a:gd name="T6" fmla="*/ 339 w 37"/>
                  <a:gd name="T7" fmla="*/ 161 h 20"/>
                  <a:gd name="T8" fmla="*/ 202 w 37"/>
                  <a:gd name="T9" fmla="*/ 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0">
                    <a:moveTo>
                      <a:pt x="16" y="2"/>
                    </a:moveTo>
                    <a:cubicBezTo>
                      <a:pt x="7" y="3"/>
                      <a:pt x="0" y="14"/>
                      <a:pt x="10" y="18"/>
                    </a:cubicBezTo>
                    <a:cubicBezTo>
                      <a:pt x="14" y="20"/>
                      <a:pt x="17" y="15"/>
                      <a:pt x="21" y="15"/>
                    </a:cubicBezTo>
                    <a:cubicBezTo>
                      <a:pt x="27" y="15"/>
                      <a:pt x="31" y="17"/>
                      <a:pt x="36" y="18"/>
                    </a:cubicBezTo>
                    <a:cubicBezTo>
                      <a:pt x="37" y="9"/>
                      <a:pt x="29" y="0"/>
                      <a:pt x="2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41" name="Freeform 1982">
                <a:extLst>
                  <a:ext uri="{FF2B5EF4-FFF2-40B4-BE49-F238E27FC236}">
                    <a16:creationId xmlns:a16="http://schemas.microsoft.com/office/drawing/2014/main" id="{067A1A75-5FBB-4E06-9AFB-821BA0928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602"/>
                <a:ext cx="27" cy="21"/>
              </a:xfrm>
              <a:custGeom>
                <a:avLst/>
                <a:gdLst>
                  <a:gd name="T0" fmla="*/ 68 w 17"/>
                  <a:gd name="T1" fmla="*/ 0 h 13"/>
                  <a:gd name="T2" fmla="*/ 172 w 17"/>
                  <a:gd name="T3" fmla="*/ 55 h 13"/>
                  <a:gd name="T4" fmla="*/ 121 w 17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7" y="0"/>
                    </a:moveTo>
                    <a:cubicBezTo>
                      <a:pt x="0" y="11"/>
                      <a:pt x="16" y="13"/>
                      <a:pt x="17" y="5"/>
                    </a:cubicBezTo>
                    <a:cubicBezTo>
                      <a:pt x="16" y="3"/>
                      <a:pt x="14" y="2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42" name="Oval 1983">
                <a:extLst>
                  <a:ext uri="{FF2B5EF4-FFF2-40B4-BE49-F238E27FC236}">
                    <a16:creationId xmlns:a16="http://schemas.microsoft.com/office/drawing/2014/main" id="{40BD892A-EDF7-4EE4-90BB-199C4BD71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683"/>
                <a:ext cx="108" cy="101"/>
              </a:xfrm>
              <a:prstGeom prst="ellipse">
                <a:avLst/>
              </a:prstGeom>
              <a:solidFill>
                <a:srgbClr val="EA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43" name="Oval 1984">
                <a:extLst>
                  <a:ext uri="{FF2B5EF4-FFF2-40B4-BE49-F238E27FC236}">
                    <a16:creationId xmlns:a16="http://schemas.microsoft.com/office/drawing/2014/main" id="{F70412CB-7E8C-4DFF-BB96-8F7E282A2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2662"/>
                <a:ext cx="108" cy="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44" name="Oval 1985">
                <a:extLst>
                  <a:ext uri="{FF2B5EF4-FFF2-40B4-BE49-F238E27FC236}">
                    <a16:creationId xmlns:a16="http://schemas.microsoft.com/office/drawing/2014/main" id="{720F562F-E0FE-4FE5-BB47-A061A78C4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2673"/>
                <a:ext cx="108" cy="101"/>
              </a:xfrm>
              <a:prstGeom prst="ellipse">
                <a:avLst/>
              </a:prstGeom>
              <a:solidFill>
                <a:srgbClr val="DAA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45" name="Freeform 1986">
                <a:extLst>
                  <a:ext uri="{FF2B5EF4-FFF2-40B4-BE49-F238E27FC236}">
                    <a16:creationId xmlns:a16="http://schemas.microsoft.com/office/drawing/2014/main" id="{1B9DCEDE-0DF8-46B3-8809-BD24F1A65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699"/>
                <a:ext cx="83" cy="68"/>
              </a:xfrm>
              <a:custGeom>
                <a:avLst/>
                <a:gdLst>
                  <a:gd name="T0" fmla="*/ 0 w 52"/>
                  <a:gd name="T1" fmla="*/ 258 h 43"/>
                  <a:gd name="T2" fmla="*/ 13 w 52"/>
                  <a:gd name="T3" fmla="*/ 319 h 43"/>
                  <a:gd name="T4" fmla="*/ 247 w 52"/>
                  <a:gd name="T5" fmla="*/ 427 h 43"/>
                  <a:gd name="T6" fmla="*/ 538 w 52"/>
                  <a:gd name="T7" fmla="*/ 171 h 43"/>
                  <a:gd name="T8" fmla="*/ 538 w 52"/>
                  <a:gd name="T9" fmla="*/ 108 h 43"/>
                  <a:gd name="T10" fmla="*/ 294 w 52"/>
                  <a:gd name="T11" fmla="*/ 0 h 43"/>
                  <a:gd name="T12" fmla="*/ 0 w 52"/>
                  <a:gd name="T13" fmla="*/ 258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3">
                    <a:moveTo>
                      <a:pt x="0" y="26"/>
                    </a:moveTo>
                    <a:cubicBezTo>
                      <a:pt x="0" y="28"/>
                      <a:pt x="0" y="30"/>
                      <a:pt x="1" y="32"/>
                    </a:cubicBezTo>
                    <a:cubicBezTo>
                      <a:pt x="6" y="39"/>
                      <a:pt x="14" y="43"/>
                      <a:pt x="24" y="43"/>
                    </a:cubicBezTo>
                    <a:cubicBezTo>
                      <a:pt x="40" y="43"/>
                      <a:pt x="52" y="32"/>
                      <a:pt x="52" y="17"/>
                    </a:cubicBezTo>
                    <a:cubicBezTo>
                      <a:pt x="52" y="15"/>
                      <a:pt x="52" y="13"/>
                      <a:pt x="52" y="11"/>
                    </a:cubicBezTo>
                    <a:cubicBezTo>
                      <a:pt x="47" y="4"/>
                      <a:pt x="38" y="0"/>
                      <a:pt x="28" y="0"/>
                    </a:cubicBezTo>
                    <a:cubicBezTo>
                      <a:pt x="13" y="0"/>
                      <a:pt x="0" y="11"/>
                      <a:pt x="0" y="26"/>
                    </a:cubicBezTo>
                    <a:close/>
                  </a:path>
                </a:pathLst>
              </a:custGeom>
              <a:solidFill>
                <a:srgbClr val="CE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46" name="Oval 1987">
                <a:extLst>
                  <a:ext uri="{FF2B5EF4-FFF2-40B4-BE49-F238E27FC236}">
                    <a16:creationId xmlns:a16="http://schemas.microsoft.com/office/drawing/2014/main" id="{690747B4-7239-4F40-99DF-BEA0E3AAA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2697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47" name="Oval 1988">
                <a:extLst>
                  <a:ext uri="{FF2B5EF4-FFF2-40B4-BE49-F238E27FC236}">
                    <a16:creationId xmlns:a16="http://schemas.microsoft.com/office/drawing/2014/main" id="{841C7315-3395-40B6-9A01-1738EB229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2692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848" name="Freeform 1989">
                <a:extLst>
                  <a:ext uri="{FF2B5EF4-FFF2-40B4-BE49-F238E27FC236}">
                    <a16:creationId xmlns:a16="http://schemas.microsoft.com/office/drawing/2014/main" id="{FD8124EC-91F3-439D-BB9C-FE7BBFD68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730"/>
                <a:ext cx="61" cy="44"/>
              </a:xfrm>
              <a:custGeom>
                <a:avLst/>
                <a:gdLst>
                  <a:gd name="T0" fmla="*/ 405 w 38"/>
                  <a:gd name="T1" fmla="*/ 0 h 28"/>
                  <a:gd name="T2" fmla="*/ 0 w 38"/>
                  <a:gd name="T3" fmla="*/ 203 h 28"/>
                  <a:gd name="T4" fmla="*/ 405 w 3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8">
                    <a:moveTo>
                      <a:pt x="38" y="0"/>
                    </a:moveTo>
                    <a:cubicBezTo>
                      <a:pt x="32" y="24"/>
                      <a:pt x="13" y="28"/>
                      <a:pt x="0" y="21"/>
                    </a:cubicBezTo>
                    <a:cubicBezTo>
                      <a:pt x="10" y="20"/>
                      <a:pt x="28" y="17"/>
                      <a:pt x="38" y="0"/>
                    </a:cubicBezTo>
                    <a:close/>
                  </a:path>
                </a:pathLst>
              </a:custGeom>
              <a:solidFill>
                <a:srgbClr val="AE5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49" name="Freeform 1990">
                <a:extLst>
                  <a:ext uri="{FF2B5EF4-FFF2-40B4-BE49-F238E27FC236}">
                    <a16:creationId xmlns:a16="http://schemas.microsoft.com/office/drawing/2014/main" id="{520F6FF2-1666-4334-BA06-251F613F4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523"/>
                <a:ext cx="293" cy="481"/>
              </a:xfrm>
              <a:custGeom>
                <a:avLst/>
                <a:gdLst>
                  <a:gd name="T0" fmla="*/ 838 w 185"/>
                  <a:gd name="T1" fmla="*/ 117 h 304"/>
                  <a:gd name="T2" fmla="*/ 203 w 185"/>
                  <a:gd name="T3" fmla="*/ 864 h 304"/>
                  <a:gd name="T4" fmla="*/ 219 w 185"/>
                  <a:gd name="T5" fmla="*/ 1617 h 304"/>
                  <a:gd name="T6" fmla="*/ 968 w 185"/>
                  <a:gd name="T7" fmla="*/ 2318 h 304"/>
                  <a:gd name="T8" fmla="*/ 1455 w 185"/>
                  <a:gd name="T9" fmla="*/ 2916 h 304"/>
                  <a:gd name="T10" fmla="*/ 1780 w 185"/>
                  <a:gd name="T11" fmla="*/ 2796 h 304"/>
                  <a:gd name="T12" fmla="*/ 1685 w 185"/>
                  <a:gd name="T13" fmla="*/ 2063 h 304"/>
                  <a:gd name="T14" fmla="*/ 1585 w 185"/>
                  <a:gd name="T15" fmla="*/ 992 h 304"/>
                  <a:gd name="T16" fmla="*/ 838 w 185"/>
                  <a:gd name="T17" fmla="*/ 117 h 3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5" h="304">
                    <a:moveTo>
                      <a:pt x="84" y="12"/>
                    </a:moveTo>
                    <a:cubicBezTo>
                      <a:pt x="53" y="25"/>
                      <a:pt x="31" y="68"/>
                      <a:pt x="20" y="87"/>
                    </a:cubicBezTo>
                    <a:cubicBezTo>
                      <a:pt x="10" y="106"/>
                      <a:pt x="0" y="149"/>
                      <a:pt x="22" y="163"/>
                    </a:cubicBezTo>
                    <a:cubicBezTo>
                      <a:pt x="43" y="178"/>
                      <a:pt x="79" y="213"/>
                      <a:pt x="97" y="234"/>
                    </a:cubicBezTo>
                    <a:cubicBezTo>
                      <a:pt x="115" y="254"/>
                      <a:pt x="136" y="285"/>
                      <a:pt x="146" y="294"/>
                    </a:cubicBezTo>
                    <a:cubicBezTo>
                      <a:pt x="155" y="304"/>
                      <a:pt x="173" y="297"/>
                      <a:pt x="179" y="282"/>
                    </a:cubicBezTo>
                    <a:cubicBezTo>
                      <a:pt x="185" y="268"/>
                      <a:pt x="172" y="235"/>
                      <a:pt x="169" y="208"/>
                    </a:cubicBezTo>
                    <a:cubicBezTo>
                      <a:pt x="167" y="182"/>
                      <a:pt x="166" y="144"/>
                      <a:pt x="159" y="100"/>
                    </a:cubicBezTo>
                    <a:cubicBezTo>
                      <a:pt x="151" y="56"/>
                      <a:pt x="106" y="0"/>
                      <a:pt x="84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0" name="Freeform 1991">
                <a:extLst>
                  <a:ext uri="{FF2B5EF4-FFF2-40B4-BE49-F238E27FC236}">
                    <a16:creationId xmlns:a16="http://schemas.microsoft.com/office/drawing/2014/main" id="{238BC7A7-4311-4443-937D-22640C64B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88"/>
                <a:ext cx="103" cy="377"/>
              </a:xfrm>
              <a:custGeom>
                <a:avLst/>
                <a:gdLst>
                  <a:gd name="T0" fmla="*/ 648 w 65"/>
                  <a:gd name="T1" fmla="*/ 0 h 239"/>
                  <a:gd name="T2" fmla="*/ 40 w 65"/>
                  <a:gd name="T3" fmla="*/ 869 h 239"/>
                  <a:gd name="T4" fmla="*/ 271 w 65"/>
                  <a:gd name="T5" fmla="*/ 2030 h 239"/>
                  <a:gd name="T6" fmla="*/ 648 w 65"/>
                  <a:gd name="T7" fmla="*/ 2336 h 239"/>
                  <a:gd name="T8" fmla="*/ 648 w 65"/>
                  <a:gd name="T9" fmla="*/ 0 h 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39">
                    <a:moveTo>
                      <a:pt x="65" y="0"/>
                    </a:moveTo>
                    <a:cubicBezTo>
                      <a:pt x="41" y="29"/>
                      <a:pt x="3" y="61"/>
                      <a:pt x="4" y="89"/>
                    </a:cubicBezTo>
                    <a:cubicBezTo>
                      <a:pt x="5" y="120"/>
                      <a:pt x="0" y="183"/>
                      <a:pt x="27" y="208"/>
                    </a:cubicBezTo>
                    <a:cubicBezTo>
                      <a:pt x="43" y="223"/>
                      <a:pt x="56" y="233"/>
                      <a:pt x="65" y="239"/>
                    </a:cubicBez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AC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1" name="Freeform 1992">
                <a:extLst>
                  <a:ext uri="{FF2B5EF4-FFF2-40B4-BE49-F238E27FC236}">
                    <a16:creationId xmlns:a16="http://schemas.microsoft.com/office/drawing/2014/main" id="{24A6A0DD-D078-4B8B-80C8-DDC2E4E8E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218"/>
                <a:ext cx="81" cy="128"/>
              </a:xfrm>
              <a:custGeom>
                <a:avLst/>
                <a:gdLst>
                  <a:gd name="T0" fmla="*/ 518 w 51"/>
                  <a:gd name="T1" fmla="*/ 150 h 81"/>
                  <a:gd name="T2" fmla="*/ 313 w 51"/>
                  <a:gd name="T3" fmla="*/ 169 h 81"/>
                  <a:gd name="T4" fmla="*/ 13 w 51"/>
                  <a:gd name="T5" fmla="*/ 0 h 81"/>
                  <a:gd name="T6" fmla="*/ 0 w 51"/>
                  <a:gd name="T7" fmla="*/ 33 h 81"/>
                  <a:gd name="T8" fmla="*/ 162 w 51"/>
                  <a:gd name="T9" fmla="*/ 482 h 81"/>
                  <a:gd name="T10" fmla="*/ 518 w 51"/>
                  <a:gd name="T11" fmla="*/ 796 h 81"/>
                  <a:gd name="T12" fmla="*/ 518 w 51"/>
                  <a:gd name="T13" fmla="*/ 15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81">
                    <a:moveTo>
                      <a:pt x="51" y="15"/>
                    </a:moveTo>
                    <a:cubicBezTo>
                      <a:pt x="46" y="18"/>
                      <a:pt x="40" y="20"/>
                      <a:pt x="31" y="17"/>
                    </a:cubicBezTo>
                    <a:cubicBezTo>
                      <a:pt x="20" y="15"/>
                      <a:pt x="10" y="7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19"/>
                      <a:pt x="6" y="35"/>
                      <a:pt x="16" y="49"/>
                    </a:cubicBezTo>
                    <a:cubicBezTo>
                      <a:pt x="23" y="58"/>
                      <a:pt x="38" y="73"/>
                      <a:pt x="51" y="81"/>
                    </a:cubicBez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F7B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2" name="Freeform 1993">
                <a:extLst>
                  <a:ext uri="{FF2B5EF4-FFF2-40B4-BE49-F238E27FC236}">
                    <a16:creationId xmlns:a16="http://schemas.microsoft.com/office/drawing/2014/main" id="{062DB6FE-EB8D-40E8-983C-668CC178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015"/>
                <a:ext cx="74" cy="101"/>
              </a:xfrm>
              <a:custGeom>
                <a:avLst/>
                <a:gdLst>
                  <a:gd name="T0" fmla="*/ 457 w 47"/>
                  <a:gd name="T1" fmla="*/ 305 h 64"/>
                  <a:gd name="T2" fmla="*/ 457 w 47"/>
                  <a:gd name="T3" fmla="*/ 0 h 64"/>
                  <a:gd name="T4" fmla="*/ 0 w 47"/>
                  <a:gd name="T5" fmla="*/ 625 h 64"/>
                  <a:gd name="T6" fmla="*/ 457 w 47"/>
                  <a:gd name="T7" fmla="*/ 305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64">
                    <a:moveTo>
                      <a:pt x="47" y="31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24" y="16"/>
                      <a:pt x="8" y="37"/>
                      <a:pt x="0" y="64"/>
                    </a:cubicBezTo>
                    <a:cubicBezTo>
                      <a:pt x="13" y="43"/>
                      <a:pt x="28" y="32"/>
                      <a:pt x="47" y="31"/>
                    </a:cubicBezTo>
                    <a:close/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3" name="Freeform 1994">
                <a:extLst>
                  <a:ext uri="{FF2B5EF4-FFF2-40B4-BE49-F238E27FC236}">
                    <a16:creationId xmlns:a16="http://schemas.microsoft.com/office/drawing/2014/main" id="{93DCDDF6-8A4F-46C8-985A-59F916BB8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88"/>
                <a:ext cx="103" cy="377"/>
              </a:xfrm>
              <a:custGeom>
                <a:avLst/>
                <a:gdLst>
                  <a:gd name="T0" fmla="*/ 648 w 65"/>
                  <a:gd name="T1" fmla="*/ 0 h 239"/>
                  <a:gd name="T2" fmla="*/ 40 w 65"/>
                  <a:gd name="T3" fmla="*/ 869 h 239"/>
                  <a:gd name="T4" fmla="*/ 271 w 65"/>
                  <a:gd name="T5" fmla="*/ 2030 h 239"/>
                  <a:gd name="T6" fmla="*/ 648 w 65"/>
                  <a:gd name="T7" fmla="*/ 2336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239">
                    <a:moveTo>
                      <a:pt x="65" y="0"/>
                    </a:moveTo>
                    <a:cubicBezTo>
                      <a:pt x="41" y="29"/>
                      <a:pt x="3" y="61"/>
                      <a:pt x="4" y="89"/>
                    </a:cubicBezTo>
                    <a:cubicBezTo>
                      <a:pt x="5" y="120"/>
                      <a:pt x="0" y="183"/>
                      <a:pt x="27" y="208"/>
                    </a:cubicBezTo>
                    <a:cubicBezTo>
                      <a:pt x="43" y="223"/>
                      <a:pt x="56" y="233"/>
                      <a:pt x="65" y="23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4" name="Freeform 1995">
                <a:extLst>
                  <a:ext uri="{FF2B5EF4-FFF2-40B4-BE49-F238E27FC236}">
                    <a16:creationId xmlns:a16="http://schemas.microsoft.com/office/drawing/2014/main" id="{6DE17C56-8344-4BE6-A053-DB19B20FA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526"/>
                <a:ext cx="2162" cy="478"/>
              </a:xfrm>
              <a:custGeom>
                <a:avLst/>
                <a:gdLst>
                  <a:gd name="T0" fmla="*/ 13604 w 1365"/>
                  <a:gd name="T1" fmla="*/ 3001 h 302"/>
                  <a:gd name="T2" fmla="*/ 0 w 1365"/>
                  <a:gd name="T3" fmla="*/ 3001 h 302"/>
                  <a:gd name="T4" fmla="*/ 0 w 1365"/>
                  <a:gd name="T5" fmla="*/ 138 h 302"/>
                  <a:gd name="T6" fmla="*/ 4197 w 1365"/>
                  <a:gd name="T7" fmla="*/ 291 h 302"/>
                  <a:gd name="T8" fmla="*/ 8125 w 1365"/>
                  <a:gd name="T9" fmla="*/ 218 h 302"/>
                  <a:gd name="T10" fmla="*/ 11833 w 1365"/>
                  <a:gd name="T11" fmla="*/ 429 h 302"/>
                  <a:gd name="T12" fmla="*/ 13604 w 1365"/>
                  <a:gd name="T13" fmla="*/ 291 h 302"/>
                  <a:gd name="T14" fmla="*/ 13604 w 1365"/>
                  <a:gd name="T15" fmla="*/ 3001 h 3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65" h="302">
                    <a:moveTo>
                      <a:pt x="1365" y="302"/>
                    </a:moveTo>
                    <a:cubicBezTo>
                      <a:pt x="0" y="302"/>
                      <a:pt x="0" y="302"/>
                      <a:pt x="0" y="30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35" y="14"/>
                      <a:pt x="257" y="7"/>
                      <a:pt x="421" y="29"/>
                    </a:cubicBezTo>
                    <a:cubicBezTo>
                      <a:pt x="586" y="50"/>
                      <a:pt x="665" y="43"/>
                      <a:pt x="815" y="22"/>
                    </a:cubicBezTo>
                    <a:cubicBezTo>
                      <a:pt x="965" y="0"/>
                      <a:pt x="1036" y="36"/>
                      <a:pt x="1187" y="43"/>
                    </a:cubicBezTo>
                    <a:cubicBezTo>
                      <a:pt x="1337" y="50"/>
                      <a:pt x="1365" y="29"/>
                      <a:pt x="1365" y="29"/>
                    </a:cubicBezTo>
                    <a:lnTo>
                      <a:pt x="1365" y="302"/>
                    </a:lnTo>
                    <a:close/>
                  </a:path>
                </a:pathLst>
              </a:custGeom>
              <a:solidFill>
                <a:srgbClr val="EB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5" name="Freeform 1996">
                <a:extLst>
                  <a:ext uri="{FF2B5EF4-FFF2-40B4-BE49-F238E27FC236}">
                    <a16:creationId xmlns:a16="http://schemas.microsoft.com/office/drawing/2014/main" id="{E6200967-A3E8-46BA-A6DD-841F95CA7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3629"/>
                <a:ext cx="840" cy="38"/>
              </a:xfrm>
              <a:custGeom>
                <a:avLst/>
                <a:gdLst>
                  <a:gd name="T0" fmla="*/ 0 w 530"/>
                  <a:gd name="T1" fmla="*/ 87 h 24"/>
                  <a:gd name="T2" fmla="*/ 783 w 530"/>
                  <a:gd name="T3" fmla="*/ 63 h 24"/>
                  <a:gd name="T4" fmla="*/ 2138 w 530"/>
                  <a:gd name="T5" fmla="*/ 206 h 24"/>
                  <a:gd name="T6" fmla="*/ 3818 w 530"/>
                  <a:gd name="T7" fmla="*/ 33 h 24"/>
                  <a:gd name="T8" fmla="*/ 5300 w 530"/>
                  <a:gd name="T9" fmla="*/ 17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0" h="24">
                    <a:moveTo>
                      <a:pt x="0" y="9"/>
                    </a:moveTo>
                    <a:cubicBezTo>
                      <a:pt x="21" y="0"/>
                      <a:pt x="56" y="4"/>
                      <a:pt x="78" y="6"/>
                    </a:cubicBezTo>
                    <a:cubicBezTo>
                      <a:pt x="124" y="10"/>
                      <a:pt x="168" y="19"/>
                      <a:pt x="214" y="21"/>
                    </a:cubicBezTo>
                    <a:cubicBezTo>
                      <a:pt x="272" y="24"/>
                      <a:pt x="325" y="6"/>
                      <a:pt x="382" y="3"/>
                    </a:cubicBezTo>
                    <a:cubicBezTo>
                      <a:pt x="432" y="1"/>
                      <a:pt x="480" y="19"/>
                      <a:pt x="530" y="17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6" name="Freeform 1997">
                <a:extLst>
                  <a:ext uri="{FF2B5EF4-FFF2-40B4-BE49-F238E27FC236}">
                    <a16:creationId xmlns:a16="http://schemas.microsoft.com/office/drawing/2014/main" id="{165B90E6-4505-4A8B-B2A1-5E24D7BE2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664"/>
                <a:ext cx="437" cy="27"/>
              </a:xfrm>
              <a:custGeom>
                <a:avLst/>
                <a:gdLst>
                  <a:gd name="T0" fmla="*/ 0 w 276"/>
                  <a:gd name="T1" fmla="*/ 132 h 17"/>
                  <a:gd name="T2" fmla="*/ 1036 w 276"/>
                  <a:gd name="T3" fmla="*/ 64 h 17"/>
                  <a:gd name="T4" fmla="*/ 2747 w 276"/>
                  <a:gd name="T5" fmla="*/ 5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6" h="17">
                    <a:moveTo>
                      <a:pt x="0" y="13"/>
                    </a:moveTo>
                    <a:cubicBezTo>
                      <a:pt x="33" y="0"/>
                      <a:pt x="69" y="1"/>
                      <a:pt x="104" y="6"/>
                    </a:cubicBezTo>
                    <a:cubicBezTo>
                      <a:pt x="163" y="14"/>
                      <a:pt x="223" y="17"/>
                      <a:pt x="276" y="5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7" name="Freeform 1998">
                <a:extLst>
                  <a:ext uri="{FF2B5EF4-FFF2-40B4-BE49-F238E27FC236}">
                    <a16:creationId xmlns:a16="http://schemas.microsoft.com/office/drawing/2014/main" id="{AE9FE429-7CFB-4729-A9FA-658723C16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3669"/>
                <a:ext cx="520" cy="63"/>
              </a:xfrm>
              <a:custGeom>
                <a:avLst/>
                <a:gdLst>
                  <a:gd name="T0" fmla="*/ 0 w 328"/>
                  <a:gd name="T1" fmla="*/ 372 h 40"/>
                  <a:gd name="T2" fmla="*/ 1845 w 328"/>
                  <a:gd name="T3" fmla="*/ 238 h 40"/>
                  <a:gd name="T4" fmla="*/ 3282 w 32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8" h="40">
                    <a:moveTo>
                      <a:pt x="0" y="38"/>
                    </a:moveTo>
                    <a:cubicBezTo>
                      <a:pt x="63" y="39"/>
                      <a:pt x="122" y="40"/>
                      <a:pt x="184" y="25"/>
                    </a:cubicBezTo>
                    <a:cubicBezTo>
                      <a:pt x="233" y="13"/>
                      <a:pt x="276" y="0"/>
                      <a:pt x="328" y="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" name="Freeform 1999">
                <a:extLst>
                  <a:ext uri="{FF2B5EF4-FFF2-40B4-BE49-F238E27FC236}">
                    <a16:creationId xmlns:a16="http://schemas.microsoft.com/office/drawing/2014/main" id="{6D38094E-0256-44B6-B639-CF56BB012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91"/>
                <a:ext cx="345" cy="79"/>
              </a:xfrm>
              <a:custGeom>
                <a:avLst/>
                <a:gdLst>
                  <a:gd name="T0" fmla="*/ 0 w 218"/>
                  <a:gd name="T1" fmla="*/ 495 h 50"/>
                  <a:gd name="T2" fmla="*/ 2163 w 218"/>
                  <a:gd name="T3" fmla="*/ 0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8" h="50">
                    <a:moveTo>
                      <a:pt x="0" y="50"/>
                    </a:moveTo>
                    <a:cubicBezTo>
                      <a:pt x="69" y="31"/>
                      <a:pt x="146" y="0"/>
                      <a:pt x="218" y="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9" name="Freeform 2000">
                <a:extLst>
                  <a:ext uri="{FF2B5EF4-FFF2-40B4-BE49-F238E27FC236}">
                    <a16:creationId xmlns:a16="http://schemas.microsoft.com/office/drawing/2014/main" id="{92276153-D78E-41DF-BE52-19C74A36A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628"/>
                <a:ext cx="668" cy="161"/>
              </a:xfrm>
              <a:custGeom>
                <a:avLst/>
                <a:gdLst>
                  <a:gd name="T0" fmla="*/ 0 w 422"/>
                  <a:gd name="T1" fmla="*/ 0 h 102"/>
                  <a:gd name="T2" fmla="*/ 1110 w 422"/>
                  <a:gd name="T3" fmla="*/ 361 h 102"/>
                  <a:gd name="T4" fmla="*/ 4192 w 422"/>
                  <a:gd name="T5" fmla="*/ 999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2" h="102">
                    <a:moveTo>
                      <a:pt x="0" y="0"/>
                    </a:moveTo>
                    <a:cubicBezTo>
                      <a:pt x="41" y="8"/>
                      <a:pt x="73" y="21"/>
                      <a:pt x="112" y="37"/>
                    </a:cubicBezTo>
                    <a:cubicBezTo>
                      <a:pt x="210" y="76"/>
                      <a:pt x="319" y="87"/>
                      <a:pt x="422" y="102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" name="Freeform 2001">
                <a:extLst>
                  <a:ext uri="{FF2B5EF4-FFF2-40B4-BE49-F238E27FC236}">
                    <a16:creationId xmlns:a16="http://schemas.microsoft.com/office/drawing/2014/main" id="{E37D0C0A-8F3E-4338-A4C4-A2C88E543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665"/>
                <a:ext cx="687" cy="152"/>
              </a:xfrm>
              <a:custGeom>
                <a:avLst/>
                <a:gdLst>
                  <a:gd name="T0" fmla="*/ 0 w 434"/>
                  <a:gd name="T1" fmla="*/ 0 h 96"/>
                  <a:gd name="T2" fmla="*/ 2563 w 434"/>
                  <a:gd name="T3" fmla="*/ 611 h 96"/>
                  <a:gd name="T4" fmla="*/ 4312 w 434"/>
                  <a:gd name="T5" fmla="*/ 958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4" h="96">
                    <a:moveTo>
                      <a:pt x="0" y="0"/>
                    </a:moveTo>
                    <a:cubicBezTo>
                      <a:pt x="82" y="27"/>
                      <a:pt x="171" y="59"/>
                      <a:pt x="258" y="61"/>
                    </a:cubicBezTo>
                    <a:cubicBezTo>
                      <a:pt x="323" y="62"/>
                      <a:pt x="376" y="68"/>
                      <a:pt x="434" y="96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1" name="Freeform 2002">
                <a:extLst>
                  <a:ext uri="{FF2B5EF4-FFF2-40B4-BE49-F238E27FC236}">
                    <a16:creationId xmlns:a16="http://schemas.microsoft.com/office/drawing/2014/main" id="{7659EE68-8365-4743-9263-0A23574EC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710"/>
                <a:ext cx="399" cy="69"/>
              </a:xfrm>
              <a:custGeom>
                <a:avLst/>
                <a:gdLst>
                  <a:gd name="T0" fmla="*/ 0 w 252"/>
                  <a:gd name="T1" fmla="*/ 0 h 44"/>
                  <a:gd name="T2" fmla="*/ 1036 w 252"/>
                  <a:gd name="T3" fmla="*/ 116 h 44"/>
                  <a:gd name="T4" fmla="*/ 2510 w 252"/>
                  <a:gd name="T5" fmla="*/ 41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2" h="44">
                    <a:moveTo>
                      <a:pt x="0" y="0"/>
                    </a:moveTo>
                    <a:cubicBezTo>
                      <a:pt x="33" y="9"/>
                      <a:pt x="70" y="9"/>
                      <a:pt x="104" y="12"/>
                    </a:cubicBezTo>
                    <a:cubicBezTo>
                      <a:pt x="155" y="17"/>
                      <a:pt x="202" y="36"/>
                      <a:pt x="252" y="44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2" name="Freeform 2003">
                <a:extLst>
                  <a:ext uri="{FF2B5EF4-FFF2-40B4-BE49-F238E27FC236}">
                    <a16:creationId xmlns:a16="http://schemas.microsoft.com/office/drawing/2014/main" id="{2F8AFDC8-8482-441E-9634-310BFDC8D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634"/>
                <a:ext cx="535" cy="41"/>
              </a:xfrm>
              <a:custGeom>
                <a:avLst/>
                <a:gdLst>
                  <a:gd name="T0" fmla="*/ 0 w 338"/>
                  <a:gd name="T1" fmla="*/ 98 h 26"/>
                  <a:gd name="T2" fmla="*/ 326 w 338"/>
                  <a:gd name="T3" fmla="*/ 55 h 26"/>
                  <a:gd name="T4" fmla="*/ 1182 w 338"/>
                  <a:gd name="T5" fmla="*/ 55 h 26"/>
                  <a:gd name="T6" fmla="*/ 3360 w 338"/>
                  <a:gd name="T7" fmla="*/ 25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8" h="26">
                    <a:moveTo>
                      <a:pt x="0" y="10"/>
                    </a:moveTo>
                    <a:cubicBezTo>
                      <a:pt x="12" y="11"/>
                      <a:pt x="22" y="8"/>
                      <a:pt x="33" y="6"/>
                    </a:cubicBezTo>
                    <a:cubicBezTo>
                      <a:pt x="63" y="0"/>
                      <a:pt x="89" y="1"/>
                      <a:pt x="119" y="6"/>
                    </a:cubicBezTo>
                    <a:cubicBezTo>
                      <a:pt x="190" y="19"/>
                      <a:pt x="266" y="26"/>
                      <a:pt x="338" y="26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3" name="Freeform 2004">
                <a:extLst>
                  <a:ext uri="{FF2B5EF4-FFF2-40B4-BE49-F238E27FC236}">
                    <a16:creationId xmlns:a16="http://schemas.microsoft.com/office/drawing/2014/main" id="{BDB71BA8-AC92-42C9-A4F9-9F4A2E3E1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634"/>
                <a:ext cx="263" cy="30"/>
              </a:xfrm>
              <a:custGeom>
                <a:avLst/>
                <a:gdLst>
                  <a:gd name="T0" fmla="*/ 0 w 166"/>
                  <a:gd name="T1" fmla="*/ 0 h 19"/>
                  <a:gd name="T2" fmla="*/ 1659 w 166"/>
                  <a:gd name="T3" fmla="*/ 5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6" h="19">
                    <a:moveTo>
                      <a:pt x="0" y="0"/>
                    </a:moveTo>
                    <a:cubicBezTo>
                      <a:pt x="55" y="19"/>
                      <a:pt x="111" y="8"/>
                      <a:pt x="166" y="6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4" name="Freeform 2005">
                <a:extLst>
                  <a:ext uri="{FF2B5EF4-FFF2-40B4-BE49-F238E27FC236}">
                    <a16:creationId xmlns:a16="http://schemas.microsoft.com/office/drawing/2014/main" id="{C59A3765-5922-4DEC-9A75-859FEF75A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3609"/>
                <a:ext cx="120" cy="17"/>
              </a:xfrm>
              <a:custGeom>
                <a:avLst/>
                <a:gdLst>
                  <a:gd name="T0" fmla="*/ 0 w 76"/>
                  <a:gd name="T1" fmla="*/ 87 h 11"/>
                  <a:gd name="T2" fmla="*/ 744 w 7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1">
                    <a:moveTo>
                      <a:pt x="0" y="10"/>
                    </a:moveTo>
                    <a:cubicBezTo>
                      <a:pt x="25" y="11"/>
                      <a:pt x="56" y="4"/>
                      <a:pt x="76" y="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5" name="Freeform 2006">
                <a:extLst>
                  <a:ext uri="{FF2B5EF4-FFF2-40B4-BE49-F238E27FC236}">
                    <a16:creationId xmlns:a16="http://schemas.microsoft.com/office/drawing/2014/main" id="{47157435-278D-43A2-94E4-7ED2E80F6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729"/>
                <a:ext cx="402" cy="52"/>
              </a:xfrm>
              <a:custGeom>
                <a:avLst/>
                <a:gdLst>
                  <a:gd name="T0" fmla="*/ 0 w 254"/>
                  <a:gd name="T1" fmla="*/ 117 h 33"/>
                  <a:gd name="T2" fmla="*/ 2523 w 254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4" h="33">
                    <a:moveTo>
                      <a:pt x="0" y="12"/>
                    </a:moveTo>
                    <a:cubicBezTo>
                      <a:pt x="84" y="33"/>
                      <a:pt x="170" y="2"/>
                      <a:pt x="254" y="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6" name="Freeform 2007">
                <a:extLst>
                  <a:ext uri="{FF2B5EF4-FFF2-40B4-BE49-F238E27FC236}">
                    <a16:creationId xmlns:a16="http://schemas.microsoft.com/office/drawing/2014/main" id="{CFD50960-54FF-4243-BFF7-124B10D46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713"/>
                <a:ext cx="310" cy="25"/>
              </a:xfrm>
              <a:custGeom>
                <a:avLst/>
                <a:gdLst>
                  <a:gd name="T0" fmla="*/ 0 w 196"/>
                  <a:gd name="T1" fmla="*/ 95 h 16"/>
                  <a:gd name="T2" fmla="*/ 1025 w 196"/>
                  <a:gd name="T3" fmla="*/ 20 h 16"/>
                  <a:gd name="T4" fmla="*/ 1939 w 196"/>
                  <a:gd name="T5" fmla="*/ 14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6" h="16">
                    <a:moveTo>
                      <a:pt x="0" y="10"/>
                    </a:moveTo>
                    <a:cubicBezTo>
                      <a:pt x="35" y="12"/>
                      <a:pt x="70" y="5"/>
                      <a:pt x="104" y="2"/>
                    </a:cubicBezTo>
                    <a:cubicBezTo>
                      <a:pt x="139" y="0"/>
                      <a:pt x="163" y="7"/>
                      <a:pt x="196" y="16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7" name="Freeform 2008">
                <a:extLst>
                  <a:ext uri="{FF2B5EF4-FFF2-40B4-BE49-F238E27FC236}">
                    <a16:creationId xmlns:a16="http://schemas.microsoft.com/office/drawing/2014/main" id="{2F945F5D-D259-4514-B28D-48DFCAB9D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3695"/>
                <a:ext cx="215" cy="18"/>
              </a:xfrm>
              <a:custGeom>
                <a:avLst/>
                <a:gdLst>
                  <a:gd name="T0" fmla="*/ 0 w 136"/>
                  <a:gd name="T1" fmla="*/ 34 h 11"/>
                  <a:gd name="T2" fmla="*/ 730 w 136"/>
                  <a:gd name="T3" fmla="*/ 21 h 11"/>
                  <a:gd name="T4" fmla="*/ 1345 w 136"/>
                  <a:gd name="T5" fmla="*/ 12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1">
                    <a:moveTo>
                      <a:pt x="0" y="3"/>
                    </a:moveTo>
                    <a:cubicBezTo>
                      <a:pt x="21" y="11"/>
                      <a:pt x="51" y="0"/>
                      <a:pt x="74" y="2"/>
                    </a:cubicBezTo>
                    <a:cubicBezTo>
                      <a:pt x="94" y="3"/>
                      <a:pt x="117" y="5"/>
                      <a:pt x="136" y="11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8" name="Freeform 2009">
                <a:extLst>
                  <a:ext uri="{FF2B5EF4-FFF2-40B4-BE49-F238E27FC236}">
                    <a16:creationId xmlns:a16="http://schemas.microsoft.com/office/drawing/2014/main" id="{4E8C028E-D421-4D63-9DC4-E30CAA02B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3778"/>
                <a:ext cx="605" cy="60"/>
              </a:xfrm>
              <a:custGeom>
                <a:avLst/>
                <a:gdLst>
                  <a:gd name="T0" fmla="*/ 0 w 382"/>
                  <a:gd name="T1" fmla="*/ 287 h 38"/>
                  <a:gd name="T2" fmla="*/ 1660 w 382"/>
                  <a:gd name="T3" fmla="*/ 267 h 38"/>
                  <a:gd name="T4" fmla="*/ 3806 w 382"/>
                  <a:gd name="T5" fmla="*/ 16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2" h="38">
                    <a:moveTo>
                      <a:pt x="0" y="29"/>
                    </a:moveTo>
                    <a:cubicBezTo>
                      <a:pt x="53" y="38"/>
                      <a:pt x="114" y="33"/>
                      <a:pt x="167" y="27"/>
                    </a:cubicBezTo>
                    <a:cubicBezTo>
                      <a:pt x="234" y="20"/>
                      <a:pt x="315" y="0"/>
                      <a:pt x="382" y="17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9" name="Freeform 2010">
                <a:extLst>
                  <a:ext uri="{FF2B5EF4-FFF2-40B4-BE49-F238E27FC236}">
                    <a16:creationId xmlns:a16="http://schemas.microsoft.com/office/drawing/2014/main" id="{5846B16C-092D-451B-8A7E-C812A4112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3812"/>
                <a:ext cx="507" cy="37"/>
              </a:xfrm>
              <a:custGeom>
                <a:avLst/>
                <a:gdLst>
                  <a:gd name="T0" fmla="*/ 0 w 320"/>
                  <a:gd name="T1" fmla="*/ 228 h 23"/>
                  <a:gd name="T2" fmla="*/ 1456 w 320"/>
                  <a:gd name="T3" fmla="*/ 142 h 23"/>
                  <a:gd name="T4" fmla="*/ 3193 w 320"/>
                  <a:gd name="T5" fmla="*/ 14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0" h="23">
                    <a:moveTo>
                      <a:pt x="0" y="21"/>
                    </a:moveTo>
                    <a:cubicBezTo>
                      <a:pt x="48" y="23"/>
                      <a:pt x="97" y="13"/>
                      <a:pt x="146" y="13"/>
                    </a:cubicBezTo>
                    <a:cubicBezTo>
                      <a:pt x="200" y="14"/>
                      <a:pt x="267" y="0"/>
                      <a:pt x="320" y="13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70" name="Freeform 2011">
                <a:extLst>
                  <a:ext uri="{FF2B5EF4-FFF2-40B4-BE49-F238E27FC236}">
                    <a16:creationId xmlns:a16="http://schemas.microsoft.com/office/drawing/2014/main" id="{089956A3-CB82-4CDF-8548-D87476726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3836"/>
                <a:ext cx="557" cy="38"/>
              </a:xfrm>
              <a:custGeom>
                <a:avLst/>
                <a:gdLst>
                  <a:gd name="T0" fmla="*/ 0 w 352"/>
                  <a:gd name="T1" fmla="*/ 219 h 24"/>
                  <a:gd name="T2" fmla="*/ 1465 w 352"/>
                  <a:gd name="T3" fmla="*/ 158 h 24"/>
                  <a:gd name="T4" fmla="*/ 2619 w 352"/>
                  <a:gd name="T5" fmla="*/ 120 h 24"/>
                  <a:gd name="T6" fmla="*/ 3491 w 352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">
                    <a:moveTo>
                      <a:pt x="0" y="22"/>
                    </a:moveTo>
                    <a:cubicBezTo>
                      <a:pt x="49" y="24"/>
                      <a:pt x="99" y="17"/>
                      <a:pt x="148" y="16"/>
                    </a:cubicBezTo>
                    <a:cubicBezTo>
                      <a:pt x="186" y="16"/>
                      <a:pt x="226" y="17"/>
                      <a:pt x="264" y="12"/>
                    </a:cubicBezTo>
                    <a:cubicBezTo>
                      <a:pt x="293" y="9"/>
                      <a:pt x="323" y="0"/>
                      <a:pt x="352" y="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71" name="Freeform 2012">
                <a:extLst>
                  <a:ext uri="{FF2B5EF4-FFF2-40B4-BE49-F238E27FC236}">
                    <a16:creationId xmlns:a16="http://schemas.microsoft.com/office/drawing/2014/main" id="{6BACC14A-CD7D-4601-8DB9-5D3AD2DD3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887"/>
                <a:ext cx="371" cy="8"/>
              </a:xfrm>
              <a:custGeom>
                <a:avLst/>
                <a:gdLst>
                  <a:gd name="T0" fmla="*/ 0 w 234"/>
                  <a:gd name="T1" fmla="*/ 21 h 5"/>
                  <a:gd name="T2" fmla="*/ 2343 w 23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4" h="5">
                    <a:moveTo>
                      <a:pt x="0" y="2"/>
                    </a:moveTo>
                    <a:cubicBezTo>
                      <a:pt x="79" y="5"/>
                      <a:pt x="155" y="0"/>
                      <a:pt x="234" y="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72" name="Freeform 2013">
                <a:extLst>
                  <a:ext uri="{FF2B5EF4-FFF2-40B4-BE49-F238E27FC236}">
                    <a16:creationId xmlns:a16="http://schemas.microsoft.com/office/drawing/2014/main" id="{38FA85FB-85E6-42A8-A3EF-54B9FCE52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3909"/>
                <a:ext cx="139" cy="1"/>
              </a:xfrm>
              <a:custGeom>
                <a:avLst/>
                <a:gdLst>
                  <a:gd name="T0" fmla="*/ 0 w 88"/>
                  <a:gd name="T1" fmla="*/ 0 h 1"/>
                  <a:gd name="T2" fmla="*/ 869 w 8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1">
                    <a:moveTo>
                      <a:pt x="0" y="0"/>
                    </a:moveTo>
                    <a:cubicBezTo>
                      <a:pt x="29" y="0"/>
                      <a:pt x="59" y="0"/>
                      <a:pt x="88" y="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73" name="Freeform 2014">
                <a:extLst>
                  <a:ext uri="{FF2B5EF4-FFF2-40B4-BE49-F238E27FC236}">
                    <a16:creationId xmlns:a16="http://schemas.microsoft.com/office/drawing/2014/main" id="{5FAFDCB9-BC4E-493A-B711-4FAEC91E0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3871"/>
                <a:ext cx="230" cy="133"/>
              </a:xfrm>
              <a:custGeom>
                <a:avLst/>
                <a:gdLst>
                  <a:gd name="T0" fmla="*/ 0 w 145"/>
                  <a:gd name="T1" fmla="*/ 838 h 84"/>
                  <a:gd name="T2" fmla="*/ 476 w 145"/>
                  <a:gd name="T3" fmla="*/ 700 h 84"/>
                  <a:gd name="T4" fmla="*/ 1456 w 145"/>
                  <a:gd name="T5" fmla="*/ 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5" h="84">
                    <a:moveTo>
                      <a:pt x="0" y="84"/>
                    </a:moveTo>
                    <a:cubicBezTo>
                      <a:pt x="16" y="81"/>
                      <a:pt x="33" y="76"/>
                      <a:pt x="47" y="70"/>
                    </a:cubicBezTo>
                    <a:cubicBezTo>
                      <a:pt x="85" y="54"/>
                      <a:pt x="110" y="21"/>
                      <a:pt x="145" y="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74" name="Freeform 2015">
                <a:extLst>
                  <a:ext uri="{FF2B5EF4-FFF2-40B4-BE49-F238E27FC236}">
                    <a16:creationId xmlns:a16="http://schemas.microsoft.com/office/drawing/2014/main" id="{67900712-7642-47FA-A1F4-830A0579A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890"/>
                <a:ext cx="149" cy="112"/>
              </a:xfrm>
              <a:custGeom>
                <a:avLst/>
                <a:gdLst>
                  <a:gd name="T0" fmla="*/ 0 w 94"/>
                  <a:gd name="T1" fmla="*/ 694 h 71"/>
                  <a:gd name="T2" fmla="*/ 940 w 94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4" h="71">
                    <a:moveTo>
                      <a:pt x="0" y="71"/>
                    </a:moveTo>
                    <a:cubicBezTo>
                      <a:pt x="43" y="58"/>
                      <a:pt x="65" y="34"/>
                      <a:pt x="94" y="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75" name="Freeform 2016">
                <a:extLst>
                  <a:ext uri="{FF2B5EF4-FFF2-40B4-BE49-F238E27FC236}">
                    <a16:creationId xmlns:a16="http://schemas.microsoft.com/office/drawing/2014/main" id="{3F3F2AB7-08B7-4D3D-83A4-AFAF466DE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3940"/>
                <a:ext cx="53" cy="64"/>
              </a:xfrm>
              <a:custGeom>
                <a:avLst/>
                <a:gdLst>
                  <a:gd name="T0" fmla="*/ 313 w 34"/>
                  <a:gd name="T1" fmla="*/ 0 h 40"/>
                  <a:gd name="T2" fmla="*/ 0 w 34"/>
                  <a:gd name="T3" fmla="*/ 41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0">
                    <a:moveTo>
                      <a:pt x="34" y="0"/>
                    </a:moveTo>
                    <a:cubicBezTo>
                      <a:pt x="21" y="11"/>
                      <a:pt x="7" y="24"/>
                      <a:pt x="0" y="4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76" name="Freeform 2017">
                <a:extLst>
                  <a:ext uri="{FF2B5EF4-FFF2-40B4-BE49-F238E27FC236}">
                    <a16:creationId xmlns:a16="http://schemas.microsoft.com/office/drawing/2014/main" id="{90D2F192-FA30-46C9-BC4E-E22CB7C34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3909"/>
                <a:ext cx="146" cy="34"/>
              </a:xfrm>
              <a:custGeom>
                <a:avLst/>
                <a:gdLst>
                  <a:gd name="T0" fmla="*/ 0 w 92"/>
                  <a:gd name="T1" fmla="*/ 0 h 22"/>
                  <a:gd name="T2" fmla="*/ 927 w 92"/>
                  <a:gd name="T3" fmla="*/ 19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22">
                    <a:moveTo>
                      <a:pt x="0" y="0"/>
                    </a:moveTo>
                    <a:cubicBezTo>
                      <a:pt x="31" y="4"/>
                      <a:pt x="61" y="15"/>
                      <a:pt x="92" y="22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77" name="Freeform 2018">
                <a:extLst>
                  <a:ext uri="{FF2B5EF4-FFF2-40B4-BE49-F238E27FC236}">
                    <a16:creationId xmlns:a16="http://schemas.microsoft.com/office/drawing/2014/main" id="{0AAA61DD-45CC-47E0-9F50-D579D4DB2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3934"/>
                <a:ext cx="147" cy="44"/>
              </a:xfrm>
              <a:custGeom>
                <a:avLst/>
                <a:gdLst>
                  <a:gd name="T0" fmla="*/ 0 w 93"/>
                  <a:gd name="T1" fmla="*/ 0 h 28"/>
                  <a:gd name="T2" fmla="*/ 455 w 93"/>
                  <a:gd name="T3" fmla="*/ 66 h 28"/>
                  <a:gd name="T4" fmla="*/ 917 w 93"/>
                  <a:gd name="T5" fmla="*/ 26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28">
                    <a:moveTo>
                      <a:pt x="0" y="0"/>
                    </a:moveTo>
                    <a:cubicBezTo>
                      <a:pt x="15" y="4"/>
                      <a:pt x="31" y="3"/>
                      <a:pt x="46" y="7"/>
                    </a:cubicBezTo>
                    <a:cubicBezTo>
                      <a:pt x="63" y="11"/>
                      <a:pt x="78" y="20"/>
                      <a:pt x="93" y="28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78" name="Freeform 2019">
                <a:extLst>
                  <a:ext uri="{FF2B5EF4-FFF2-40B4-BE49-F238E27FC236}">
                    <a16:creationId xmlns:a16="http://schemas.microsoft.com/office/drawing/2014/main" id="{E0CA6445-A5FB-4F9E-A100-DEEB0430C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956"/>
                <a:ext cx="79" cy="48"/>
              </a:xfrm>
              <a:custGeom>
                <a:avLst/>
                <a:gdLst>
                  <a:gd name="T0" fmla="*/ 0 w 50"/>
                  <a:gd name="T1" fmla="*/ 0 h 30"/>
                  <a:gd name="T2" fmla="*/ 495 w 50"/>
                  <a:gd name="T3" fmla="*/ 31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0">
                    <a:moveTo>
                      <a:pt x="0" y="0"/>
                    </a:moveTo>
                    <a:cubicBezTo>
                      <a:pt x="7" y="15"/>
                      <a:pt x="30" y="24"/>
                      <a:pt x="50" y="3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79" name="Freeform 2020">
                <a:extLst>
                  <a:ext uri="{FF2B5EF4-FFF2-40B4-BE49-F238E27FC236}">
                    <a16:creationId xmlns:a16="http://schemas.microsoft.com/office/drawing/2014/main" id="{4404EF7D-5950-4569-8176-D60CE61FF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732"/>
                <a:ext cx="100" cy="17"/>
              </a:xfrm>
              <a:custGeom>
                <a:avLst/>
                <a:gdLst>
                  <a:gd name="T0" fmla="*/ 0 w 63"/>
                  <a:gd name="T1" fmla="*/ 0 h 11"/>
                  <a:gd name="T2" fmla="*/ 635 w 63"/>
                  <a:gd name="T3" fmla="*/ 9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1">
                    <a:moveTo>
                      <a:pt x="0" y="0"/>
                    </a:moveTo>
                    <a:cubicBezTo>
                      <a:pt x="21" y="5"/>
                      <a:pt x="42" y="9"/>
                      <a:pt x="63" y="11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80" name="Freeform 2021">
                <a:extLst>
                  <a:ext uri="{FF2B5EF4-FFF2-40B4-BE49-F238E27FC236}">
                    <a16:creationId xmlns:a16="http://schemas.microsoft.com/office/drawing/2014/main" id="{F5F17738-E5C0-4E57-8DE2-4F92D19C2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3722"/>
                <a:ext cx="519" cy="143"/>
              </a:xfrm>
              <a:custGeom>
                <a:avLst/>
                <a:gdLst>
                  <a:gd name="T0" fmla="*/ 0 w 328"/>
                  <a:gd name="T1" fmla="*/ 0 h 90"/>
                  <a:gd name="T2" fmla="*/ 851 w 328"/>
                  <a:gd name="T3" fmla="*/ 458 h 90"/>
                  <a:gd name="T4" fmla="*/ 3252 w 328"/>
                  <a:gd name="T5" fmla="*/ 912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8" h="90">
                    <a:moveTo>
                      <a:pt x="0" y="0"/>
                    </a:moveTo>
                    <a:cubicBezTo>
                      <a:pt x="20" y="21"/>
                      <a:pt x="61" y="32"/>
                      <a:pt x="86" y="45"/>
                    </a:cubicBezTo>
                    <a:cubicBezTo>
                      <a:pt x="160" y="81"/>
                      <a:pt x="248" y="74"/>
                      <a:pt x="328" y="9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81" name="Freeform 2022">
                <a:extLst>
                  <a:ext uri="{FF2B5EF4-FFF2-40B4-BE49-F238E27FC236}">
                    <a16:creationId xmlns:a16="http://schemas.microsoft.com/office/drawing/2014/main" id="{4D5FDF35-8E6E-4F03-AD21-DE1DF1A2F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3804"/>
                <a:ext cx="437" cy="83"/>
              </a:xfrm>
              <a:custGeom>
                <a:avLst/>
                <a:gdLst>
                  <a:gd name="T0" fmla="*/ 0 w 276"/>
                  <a:gd name="T1" fmla="*/ 0 h 52"/>
                  <a:gd name="T2" fmla="*/ 822 w 276"/>
                  <a:gd name="T3" fmla="*/ 313 h 52"/>
                  <a:gd name="T4" fmla="*/ 2747 w 276"/>
                  <a:gd name="T5" fmla="*/ 52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6" h="52">
                    <a:moveTo>
                      <a:pt x="0" y="0"/>
                    </a:moveTo>
                    <a:cubicBezTo>
                      <a:pt x="30" y="8"/>
                      <a:pt x="54" y="20"/>
                      <a:pt x="83" y="30"/>
                    </a:cubicBezTo>
                    <a:cubicBezTo>
                      <a:pt x="145" y="52"/>
                      <a:pt x="212" y="52"/>
                      <a:pt x="276" y="5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82" name="Freeform 2023">
                <a:extLst>
                  <a:ext uri="{FF2B5EF4-FFF2-40B4-BE49-F238E27FC236}">
                    <a16:creationId xmlns:a16="http://schemas.microsoft.com/office/drawing/2014/main" id="{11C43AB6-D706-4F42-848A-20DE2AAE2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3847"/>
                <a:ext cx="323" cy="71"/>
              </a:xfrm>
              <a:custGeom>
                <a:avLst/>
                <a:gdLst>
                  <a:gd name="T0" fmla="*/ 0 w 204"/>
                  <a:gd name="T1" fmla="*/ 33 h 45"/>
                  <a:gd name="T2" fmla="*/ 993 w 204"/>
                  <a:gd name="T3" fmla="*/ 117 h 45"/>
                  <a:gd name="T4" fmla="*/ 1414 w 204"/>
                  <a:gd name="T5" fmla="*/ 333 h 45"/>
                  <a:gd name="T6" fmla="*/ 2028 w 204"/>
                  <a:gd name="T7" fmla="*/ 44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4" h="45">
                    <a:moveTo>
                      <a:pt x="0" y="3"/>
                    </a:moveTo>
                    <a:cubicBezTo>
                      <a:pt x="33" y="10"/>
                      <a:pt x="67" y="0"/>
                      <a:pt x="100" y="12"/>
                    </a:cubicBezTo>
                    <a:cubicBezTo>
                      <a:pt x="115" y="17"/>
                      <a:pt x="127" y="28"/>
                      <a:pt x="142" y="34"/>
                    </a:cubicBezTo>
                    <a:cubicBezTo>
                      <a:pt x="162" y="41"/>
                      <a:pt x="183" y="41"/>
                      <a:pt x="204" y="45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83" name="Freeform 2024">
                <a:extLst>
                  <a:ext uri="{FF2B5EF4-FFF2-40B4-BE49-F238E27FC236}">
                    <a16:creationId xmlns:a16="http://schemas.microsoft.com/office/drawing/2014/main" id="{749B6F88-5280-425B-8EB4-0B2886BB0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" y="3890"/>
                <a:ext cx="114" cy="28"/>
              </a:xfrm>
              <a:custGeom>
                <a:avLst/>
                <a:gdLst>
                  <a:gd name="T0" fmla="*/ 0 w 72"/>
                  <a:gd name="T1" fmla="*/ 0 h 18"/>
                  <a:gd name="T2" fmla="*/ 719 w 72"/>
                  <a:gd name="T3" fmla="*/ 16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8">
                    <a:moveTo>
                      <a:pt x="0" y="0"/>
                    </a:moveTo>
                    <a:cubicBezTo>
                      <a:pt x="22" y="0"/>
                      <a:pt x="53" y="6"/>
                      <a:pt x="72" y="18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84" name="Freeform 2025">
                <a:extLst>
                  <a:ext uri="{FF2B5EF4-FFF2-40B4-BE49-F238E27FC236}">
                    <a16:creationId xmlns:a16="http://schemas.microsoft.com/office/drawing/2014/main" id="{25A9A35E-F129-4518-B6EB-36DDB0C65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3811"/>
                <a:ext cx="491" cy="117"/>
              </a:xfrm>
              <a:custGeom>
                <a:avLst/>
                <a:gdLst>
                  <a:gd name="T0" fmla="*/ 0 w 310"/>
                  <a:gd name="T1" fmla="*/ 0 h 74"/>
                  <a:gd name="T2" fmla="*/ 3090 w 310"/>
                  <a:gd name="T3" fmla="*/ 713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0" h="74">
                    <a:moveTo>
                      <a:pt x="0" y="0"/>
                    </a:moveTo>
                    <a:cubicBezTo>
                      <a:pt x="75" y="69"/>
                      <a:pt x="215" y="74"/>
                      <a:pt x="310" y="72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85" name="Freeform 2026">
                <a:extLst>
                  <a:ext uri="{FF2B5EF4-FFF2-40B4-BE49-F238E27FC236}">
                    <a16:creationId xmlns:a16="http://schemas.microsoft.com/office/drawing/2014/main" id="{DC0D9C26-D858-4A08-8FFA-81A152187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3770"/>
                <a:ext cx="206" cy="104"/>
              </a:xfrm>
              <a:custGeom>
                <a:avLst/>
                <a:gdLst>
                  <a:gd name="T0" fmla="*/ 0 w 130"/>
                  <a:gd name="T1" fmla="*/ 0 h 66"/>
                  <a:gd name="T2" fmla="*/ 360 w 130"/>
                  <a:gd name="T3" fmla="*/ 195 h 66"/>
                  <a:gd name="T4" fmla="*/ 1298 w 130"/>
                  <a:gd name="T5" fmla="*/ 64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66">
                    <a:moveTo>
                      <a:pt x="0" y="0"/>
                    </a:moveTo>
                    <a:cubicBezTo>
                      <a:pt x="16" y="4"/>
                      <a:pt x="24" y="9"/>
                      <a:pt x="36" y="20"/>
                    </a:cubicBezTo>
                    <a:cubicBezTo>
                      <a:pt x="67" y="49"/>
                      <a:pt x="87" y="60"/>
                      <a:pt x="130" y="66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86" name="Freeform 2027">
                <a:extLst>
                  <a:ext uri="{FF2B5EF4-FFF2-40B4-BE49-F238E27FC236}">
                    <a16:creationId xmlns:a16="http://schemas.microsoft.com/office/drawing/2014/main" id="{7EC01E55-CDC2-43DF-BEC4-3D547CE71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3779"/>
                <a:ext cx="348" cy="111"/>
              </a:xfrm>
              <a:custGeom>
                <a:avLst/>
                <a:gdLst>
                  <a:gd name="T0" fmla="*/ 0 w 220"/>
                  <a:gd name="T1" fmla="*/ 0 h 70"/>
                  <a:gd name="T2" fmla="*/ 796 w 220"/>
                  <a:gd name="T3" fmla="*/ 450 h 70"/>
                  <a:gd name="T4" fmla="*/ 2177 w 220"/>
                  <a:gd name="T5" fmla="*/ 701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70">
                    <a:moveTo>
                      <a:pt x="0" y="0"/>
                    </a:moveTo>
                    <a:cubicBezTo>
                      <a:pt x="28" y="13"/>
                      <a:pt x="54" y="29"/>
                      <a:pt x="80" y="45"/>
                    </a:cubicBezTo>
                    <a:cubicBezTo>
                      <a:pt x="124" y="70"/>
                      <a:pt x="172" y="63"/>
                      <a:pt x="220" y="7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87" name="Freeform 2028">
                <a:extLst>
                  <a:ext uri="{FF2B5EF4-FFF2-40B4-BE49-F238E27FC236}">
                    <a16:creationId xmlns:a16="http://schemas.microsoft.com/office/drawing/2014/main" id="{554CE205-97B7-41C0-97FE-9F52B4CDE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934"/>
                <a:ext cx="523" cy="35"/>
              </a:xfrm>
              <a:custGeom>
                <a:avLst/>
                <a:gdLst>
                  <a:gd name="T0" fmla="*/ 0 w 330"/>
                  <a:gd name="T1" fmla="*/ 226 h 22"/>
                  <a:gd name="T2" fmla="*/ 1130 w 330"/>
                  <a:gd name="T3" fmla="*/ 13 h 22"/>
                  <a:gd name="T4" fmla="*/ 3300 w 330"/>
                  <a:gd name="T5" fmla="*/ 4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0" h="22">
                    <a:moveTo>
                      <a:pt x="0" y="22"/>
                    </a:moveTo>
                    <a:cubicBezTo>
                      <a:pt x="34" y="4"/>
                      <a:pt x="76" y="0"/>
                      <a:pt x="113" y="1"/>
                    </a:cubicBezTo>
                    <a:cubicBezTo>
                      <a:pt x="187" y="3"/>
                      <a:pt x="257" y="11"/>
                      <a:pt x="330" y="4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88" name="Freeform 2029">
                <a:extLst>
                  <a:ext uri="{FF2B5EF4-FFF2-40B4-BE49-F238E27FC236}">
                    <a16:creationId xmlns:a16="http://schemas.microsoft.com/office/drawing/2014/main" id="{EEFF8F42-5F96-460D-99BB-E676440EC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899"/>
                <a:ext cx="133" cy="19"/>
              </a:xfrm>
              <a:custGeom>
                <a:avLst/>
                <a:gdLst>
                  <a:gd name="T0" fmla="*/ 0 w 84"/>
                  <a:gd name="T1" fmla="*/ 120 h 12"/>
                  <a:gd name="T2" fmla="*/ 838 w 84"/>
                  <a:gd name="T3" fmla="*/ 4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4" h="12">
                    <a:moveTo>
                      <a:pt x="0" y="12"/>
                    </a:moveTo>
                    <a:cubicBezTo>
                      <a:pt x="26" y="4"/>
                      <a:pt x="57" y="0"/>
                      <a:pt x="84" y="4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89" name="Freeform 2030">
                <a:extLst>
                  <a:ext uri="{FF2B5EF4-FFF2-40B4-BE49-F238E27FC236}">
                    <a16:creationId xmlns:a16="http://schemas.microsoft.com/office/drawing/2014/main" id="{017923C3-BA7B-4852-87A6-2F23D095D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566"/>
                <a:ext cx="237" cy="13"/>
              </a:xfrm>
              <a:custGeom>
                <a:avLst/>
                <a:gdLst>
                  <a:gd name="T0" fmla="*/ 0 w 150"/>
                  <a:gd name="T1" fmla="*/ 47 h 8"/>
                  <a:gd name="T2" fmla="*/ 1476 w 150"/>
                  <a:gd name="T3" fmla="*/ 1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0" h="8">
                    <a:moveTo>
                      <a:pt x="0" y="4"/>
                    </a:moveTo>
                    <a:cubicBezTo>
                      <a:pt x="51" y="8"/>
                      <a:pt x="99" y="0"/>
                      <a:pt x="150" y="1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90" name="Freeform 2031">
                <a:extLst>
                  <a:ext uri="{FF2B5EF4-FFF2-40B4-BE49-F238E27FC236}">
                    <a16:creationId xmlns:a16="http://schemas.microsoft.com/office/drawing/2014/main" id="{5697FD59-C66E-46AC-A7D2-1ADD9861B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588"/>
                <a:ext cx="146" cy="19"/>
              </a:xfrm>
              <a:custGeom>
                <a:avLst/>
                <a:gdLst>
                  <a:gd name="T0" fmla="*/ 0 w 92"/>
                  <a:gd name="T1" fmla="*/ 120 h 12"/>
                  <a:gd name="T2" fmla="*/ 927 w 9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12">
                    <a:moveTo>
                      <a:pt x="0" y="12"/>
                    </a:moveTo>
                    <a:cubicBezTo>
                      <a:pt x="31" y="6"/>
                      <a:pt x="60" y="0"/>
                      <a:pt x="92" y="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91" name="Freeform 2032">
                <a:extLst>
                  <a:ext uri="{FF2B5EF4-FFF2-40B4-BE49-F238E27FC236}">
                    <a16:creationId xmlns:a16="http://schemas.microsoft.com/office/drawing/2014/main" id="{E258B510-E103-465A-895F-C77EF6072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3955"/>
                <a:ext cx="270" cy="49"/>
              </a:xfrm>
              <a:custGeom>
                <a:avLst/>
                <a:gdLst>
                  <a:gd name="T0" fmla="*/ 0 w 170"/>
                  <a:gd name="T1" fmla="*/ 305 h 31"/>
                  <a:gd name="T2" fmla="*/ 260 w 170"/>
                  <a:gd name="T3" fmla="*/ 224 h 31"/>
                  <a:gd name="T4" fmla="*/ 910 w 170"/>
                  <a:gd name="T5" fmla="*/ 33 h 31"/>
                  <a:gd name="T6" fmla="*/ 1718 w 170"/>
                  <a:gd name="T7" fmla="*/ 6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31">
                    <a:moveTo>
                      <a:pt x="0" y="31"/>
                    </a:moveTo>
                    <a:cubicBezTo>
                      <a:pt x="10" y="28"/>
                      <a:pt x="19" y="25"/>
                      <a:pt x="26" y="23"/>
                    </a:cubicBezTo>
                    <a:cubicBezTo>
                      <a:pt x="48" y="17"/>
                      <a:pt x="67" y="6"/>
                      <a:pt x="90" y="3"/>
                    </a:cubicBezTo>
                    <a:cubicBezTo>
                      <a:pt x="117" y="0"/>
                      <a:pt x="143" y="8"/>
                      <a:pt x="170" y="7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92" name="Freeform 2033">
                <a:extLst>
                  <a:ext uri="{FF2B5EF4-FFF2-40B4-BE49-F238E27FC236}">
                    <a16:creationId xmlns:a16="http://schemas.microsoft.com/office/drawing/2014/main" id="{3500EB99-A4AD-41FA-ABC3-7AC33D5C6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3978"/>
                <a:ext cx="171" cy="26"/>
              </a:xfrm>
              <a:custGeom>
                <a:avLst/>
                <a:gdLst>
                  <a:gd name="T0" fmla="*/ 0 w 108"/>
                  <a:gd name="T1" fmla="*/ 180 h 16"/>
                  <a:gd name="T2" fmla="*/ 1075 w 10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6">
                    <a:moveTo>
                      <a:pt x="0" y="16"/>
                    </a:moveTo>
                    <a:cubicBezTo>
                      <a:pt x="38" y="13"/>
                      <a:pt x="69" y="0"/>
                      <a:pt x="108" y="0"/>
                    </a:cubicBezTo>
                  </a:path>
                </a:pathLst>
              </a:custGeom>
              <a:noFill/>
              <a:ln w="9525" cap="rnd">
                <a:solidFill>
                  <a:srgbClr val="F6EAE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93" name="Freeform 2034">
                <a:extLst>
                  <a:ext uri="{FF2B5EF4-FFF2-40B4-BE49-F238E27FC236}">
                    <a16:creationId xmlns:a16="http://schemas.microsoft.com/office/drawing/2014/main" id="{47F9AFC6-F9FF-4369-8388-799E78E5A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659"/>
                <a:ext cx="70" cy="63"/>
              </a:xfrm>
              <a:custGeom>
                <a:avLst/>
                <a:gdLst>
                  <a:gd name="T0" fmla="*/ 0 w 44"/>
                  <a:gd name="T1" fmla="*/ 124 h 40"/>
                  <a:gd name="T2" fmla="*/ 172 w 44"/>
                  <a:gd name="T3" fmla="*/ 13 h 40"/>
                  <a:gd name="T4" fmla="*/ 172 w 44"/>
                  <a:gd name="T5" fmla="*/ 216 h 40"/>
                  <a:gd name="T6" fmla="*/ 449 w 44"/>
                  <a:gd name="T7" fmla="*/ 96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0">
                    <a:moveTo>
                      <a:pt x="0" y="13"/>
                    </a:moveTo>
                    <a:cubicBezTo>
                      <a:pt x="2" y="9"/>
                      <a:pt x="11" y="0"/>
                      <a:pt x="17" y="1"/>
                    </a:cubicBezTo>
                    <a:cubicBezTo>
                      <a:pt x="28" y="4"/>
                      <a:pt x="15" y="17"/>
                      <a:pt x="17" y="22"/>
                    </a:cubicBezTo>
                    <a:cubicBezTo>
                      <a:pt x="22" y="40"/>
                      <a:pt x="40" y="12"/>
                      <a:pt x="44" y="1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94" name="Freeform 2035">
                <a:extLst>
                  <a:ext uri="{FF2B5EF4-FFF2-40B4-BE49-F238E27FC236}">
                    <a16:creationId xmlns:a16="http://schemas.microsoft.com/office/drawing/2014/main" id="{1F4017E1-8C41-4625-BD39-40A4E96A1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697"/>
                <a:ext cx="160" cy="47"/>
              </a:xfrm>
              <a:custGeom>
                <a:avLst/>
                <a:gdLst>
                  <a:gd name="T0" fmla="*/ 0 w 101"/>
                  <a:gd name="T1" fmla="*/ 182 h 30"/>
                  <a:gd name="T2" fmla="*/ 108 w 101"/>
                  <a:gd name="T3" fmla="*/ 13 h 30"/>
                  <a:gd name="T4" fmla="*/ 190 w 101"/>
                  <a:gd name="T5" fmla="*/ 199 h 30"/>
                  <a:gd name="T6" fmla="*/ 377 w 101"/>
                  <a:gd name="T7" fmla="*/ 0 h 30"/>
                  <a:gd name="T8" fmla="*/ 510 w 101"/>
                  <a:gd name="T9" fmla="*/ 252 h 30"/>
                  <a:gd name="T10" fmla="*/ 721 w 101"/>
                  <a:gd name="T11" fmla="*/ 20 h 30"/>
                  <a:gd name="T12" fmla="*/ 1006 w 101"/>
                  <a:gd name="T13" fmla="*/ 25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30">
                    <a:moveTo>
                      <a:pt x="0" y="19"/>
                    </a:moveTo>
                    <a:cubicBezTo>
                      <a:pt x="4" y="13"/>
                      <a:pt x="5" y="5"/>
                      <a:pt x="11" y="1"/>
                    </a:cubicBezTo>
                    <a:cubicBezTo>
                      <a:pt x="12" y="7"/>
                      <a:pt x="11" y="20"/>
                      <a:pt x="19" y="21"/>
                    </a:cubicBezTo>
                    <a:cubicBezTo>
                      <a:pt x="29" y="23"/>
                      <a:pt x="31" y="3"/>
                      <a:pt x="38" y="0"/>
                    </a:cubicBezTo>
                    <a:cubicBezTo>
                      <a:pt x="45" y="6"/>
                      <a:pt x="40" y="26"/>
                      <a:pt x="51" y="27"/>
                    </a:cubicBezTo>
                    <a:cubicBezTo>
                      <a:pt x="64" y="28"/>
                      <a:pt x="65" y="8"/>
                      <a:pt x="72" y="2"/>
                    </a:cubicBezTo>
                    <a:cubicBezTo>
                      <a:pt x="82" y="16"/>
                      <a:pt x="78" y="30"/>
                      <a:pt x="101" y="27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95" name="Freeform 2036">
                <a:extLst>
                  <a:ext uri="{FF2B5EF4-FFF2-40B4-BE49-F238E27FC236}">
                    <a16:creationId xmlns:a16="http://schemas.microsoft.com/office/drawing/2014/main" id="{B280268F-57B0-41B6-A57F-69D51FA95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626"/>
                <a:ext cx="8" cy="14"/>
              </a:xfrm>
              <a:custGeom>
                <a:avLst/>
                <a:gdLst>
                  <a:gd name="T0" fmla="*/ 54 w 5"/>
                  <a:gd name="T1" fmla="*/ 0 h 9"/>
                  <a:gd name="T2" fmla="*/ 0 w 5"/>
                  <a:gd name="T3" fmla="*/ 8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2" y="3"/>
                      <a:pt x="1" y="6"/>
                      <a:pt x="0" y="9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96" name="Freeform 2037">
                <a:extLst>
                  <a:ext uri="{FF2B5EF4-FFF2-40B4-BE49-F238E27FC236}">
                    <a16:creationId xmlns:a16="http://schemas.microsoft.com/office/drawing/2014/main" id="{5E207979-0A2A-4361-9F7C-CB4627989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3612"/>
                <a:ext cx="120" cy="60"/>
              </a:xfrm>
              <a:custGeom>
                <a:avLst/>
                <a:gdLst>
                  <a:gd name="T0" fmla="*/ 82 w 76"/>
                  <a:gd name="T1" fmla="*/ 117 h 38"/>
                  <a:gd name="T2" fmla="*/ 117 w 76"/>
                  <a:gd name="T3" fmla="*/ 354 h 38"/>
                  <a:gd name="T4" fmla="*/ 305 w 76"/>
                  <a:gd name="T5" fmla="*/ 0 h 38"/>
                  <a:gd name="T6" fmla="*/ 524 w 76"/>
                  <a:gd name="T7" fmla="*/ 354 h 38"/>
                  <a:gd name="T8" fmla="*/ 728 w 76"/>
                  <a:gd name="T9" fmla="*/ 3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38">
                    <a:moveTo>
                      <a:pt x="8" y="12"/>
                    </a:moveTo>
                    <a:cubicBezTo>
                      <a:pt x="7" y="18"/>
                      <a:pt x="0" y="37"/>
                      <a:pt x="12" y="36"/>
                    </a:cubicBezTo>
                    <a:cubicBezTo>
                      <a:pt x="27" y="34"/>
                      <a:pt x="18" y="1"/>
                      <a:pt x="31" y="0"/>
                    </a:cubicBezTo>
                    <a:cubicBezTo>
                      <a:pt x="41" y="0"/>
                      <a:pt x="33" y="38"/>
                      <a:pt x="53" y="36"/>
                    </a:cubicBezTo>
                    <a:cubicBezTo>
                      <a:pt x="68" y="36"/>
                      <a:pt x="76" y="15"/>
                      <a:pt x="74" y="3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97" name="Freeform 2038">
                <a:extLst>
                  <a:ext uri="{FF2B5EF4-FFF2-40B4-BE49-F238E27FC236}">
                    <a16:creationId xmlns:a16="http://schemas.microsoft.com/office/drawing/2014/main" id="{EA502D80-42AE-463F-B3EA-312B8C16E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3713"/>
                <a:ext cx="39" cy="47"/>
              </a:xfrm>
              <a:custGeom>
                <a:avLst/>
                <a:gdLst>
                  <a:gd name="T0" fmla="*/ 66 w 25"/>
                  <a:gd name="T1" fmla="*/ 66 h 30"/>
                  <a:gd name="T2" fmla="*/ 95 w 25"/>
                  <a:gd name="T3" fmla="*/ 252 h 30"/>
                  <a:gd name="T4" fmla="*/ 231 w 25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0">
                    <a:moveTo>
                      <a:pt x="7" y="7"/>
                    </a:moveTo>
                    <a:cubicBezTo>
                      <a:pt x="4" y="14"/>
                      <a:pt x="0" y="25"/>
                      <a:pt x="10" y="27"/>
                    </a:cubicBezTo>
                    <a:cubicBezTo>
                      <a:pt x="21" y="30"/>
                      <a:pt x="24" y="7"/>
                      <a:pt x="25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98" name="Freeform 2039">
                <a:extLst>
                  <a:ext uri="{FF2B5EF4-FFF2-40B4-BE49-F238E27FC236}">
                    <a16:creationId xmlns:a16="http://schemas.microsoft.com/office/drawing/2014/main" id="{96EDA54B-DECC-4593-B485-826FE253C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3664"/>
                <a:ext cx="6" cy="27"/>
              </a:xfrm>
              <a:custGeom>
                <a:avLst/>
                <a:gdLst>
                  <a:gd name="T0" fmla="*/ 32 w 4"/>
                  <a:gd name="T1" fmla="*/ 0 h 17"/>
                  <a:gd name="T2" fmla="*/ 0 w 4"/>
                  <a:gd name="T3" fmla="*/ 17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4" y="0"/>
                    </a:moveTo>
                    <a:cubicBezTo>
                      <a:pt x="2" y="6"/>
                      <a:pt x="0" y="12"/>
                      <a:pt x="0" y="17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99" name="Freeform 2040">
                <a:extLst>
                  <a:ext uri="{FF2B5EF4-FFF2-40B4-BE49-F238E27FC236}">
                    <a16:creationId xmlns:a16="http://schemas.microsoft.com/office/drawing/2014/main" id="{4F1798C3-9482-40F7-86E6-8AE6951C0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635"/>
                <a:ext cx="30" cy="43"/>
              </a:xfrm>
              <a:custGeom>
                <a:avLst/>
                <a:gdLst>
                  <a:gd name="T0" fmla="*/ 185 w 19"/>
                  <a:gd name="T1" fmla="*/ 0 h 27"/>
                  <a:gd name="T2" fmla="*/ 55 w 1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0"/>
                    </a:moveTo>
                    <a:cubicBezTo>
                      <a:pt x="16" y="27"/>
                      <a:pt x="0" y="8"/>
                      <a:pt x="6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00" name="Freeform 2041">
                <a:extLst>
                  <a:ext uri="{FF2B5EF4-FFF2-40B4-BE49-F238E27FC236}">
                    <a16:creationId xmlns:a16="http://schemas.microsoft.com/office/drawing/2014/main" id="{6C38338A-FC4D-41DF-A718-EF7C4ECA7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3602"/>
                <a:ext cx="2" cy="24"/>
              </a:xfrm>
              <a:custGeom>
                <a:avLst/>
                <a:gdLst>
                  <a:gd name="T0" fmla="*/ 0 w 1"/>
                  <a:gd name="T1" fmla="*/ 0 h 15"/>
                  <a:gd name="T2" fmla="*/ 0 w 1"/>
                  <a:gd name="T3" fmla="*/ 15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0" y="0"/>
                    </a:moveTo>
                    <a:cubicBezTo>
                      <a:pt x="1" y="5"/>
                      <a:pt x="0" y="10"/>
                      <a:pt x="0" y="15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01" name="Freeform 2042">
                <a:extLst>
                  <a:ext uri="{FF2B5EF4-FFF2-40B4-BE49-F238E27FC236}">
                    <a16:creationId xmlns:a16="http://schemas.microsoft.com/office/drawing/2014/main" id="{B0A2D0E6-4706-4BD5-9E8F-2EEC83586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3607"/>
                <a:ext cx="29" cy="24"/>
              </a:xfrm>
              <a:custGeom>
                <a:avLst/>
                <a:gdLst>
                  <a:gd name="T0" fmla="*/ 13 w 18"/>
                  <a:gd name="T1" fmla="*/ 157 h 15"/>
                  <a:gd name="T2" fmla="*/ 68 w 18"/>
                  <a:gd name="T3" fmla="*/ 0 h 15"/>
                  <a:gd name="T4" fmla="*/ 197 w 18"/>
                  <a:gd name="T5" fmla="*/ 12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" y="15"/>
                    </a:moveTo>
                    <a:cubicBezTo>
                      <a:pt x="0" y="10"/>
                      <a:pt x="2" y="4"/>
                      <a:pt x="6" y="0"/>
                    </a:cubicBezTo>
                    <a:cubicBezTo>
                      <a:pt x="10" y="4"/>
                      <a:pt x="12" y="10"/>
                      <a:pt x="18" y="12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02" name="Freeform 2043">
                <a:extLst>
                  <a:ext uri="{FF2B5EF4-FFF2-40B4-BE49-F238E27FC236}">
                    <a16:creationId xmlns:a16="http://schemas.microsoft.com/office/drawing/2014/main" id="{CE3FC0B9-7FE0-4C6C-B419-40C1ECA3D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893"/>
                <a:ext cx="82" cy="54"/>
              </a:xfrm>
              <a:custGeom>
                <a:avLst/>
                <a:gdLst>
                  <a:gd name="T0" fmla="*/ 0 w 52"/>
                  <a:gd name="T1" fmla="*/ 192 h 34"/>
                  <a:gd name="T2" fmla="*/ 129 w 52"/>
                  <a:gd name="T3" fmla="*/ 13 h 34"/>
                  <a:gd name="T4" fmla="*/ 292 w 52"/>
                  <a:gd name="T5" fmla="*/ 205 h 34"/>
                  <a:gd name="T6" fmla="*/ 427 w 52"/>
                  <a:gd name="T7" fmla="*/ 64 h 34"/>
                  <a:gd name="T8" fmla="*/ 475 w 52"/>
                  <a:gd name="T9" fmla="*/ 29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4">
                    <a:moveTo>
                      <a:pt x="0" y="19"/>
                    </a:moveTo>
                    <a:cubicBezTo>
                      <a:pt x="3" y="14"/>
                      <a:pt x="5" y="0"/>
                      <a:pt x="13" y="1"/>
                    </a:cubicBezTo>
                    <a:cubicBezTo>
                      <a:pt x="22" y="2"/>
                      <a:pt x="12" y="34"/>
                      <a:pt x="30" y="20"/>
                    </a:cubicBezTo>
                    <a:cubicBezTo>
                      <a:pt x="35" y="15"/>
                      <a:pt x="34" y="3"/>
                      <a:pt x="44" y="6"/>
                    </a:cubicBezTo>
                    <a:cubicBezTo>
                      <a:pt x="52" y="10"/>
                      <a:pt x="49" y="23"/>
                      <a:pt x="49" y="29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03" name="Freeform 2044">
                <a:extLst>
                  <a:ext uri="{FF2B5EF4-FFF2-40B4-BE49-F238E27FC236}">
                    <a16:creationId xmlns:a16="http://schemas.microsoft.com/office/drawing/2014/main" id="{39E50710-8795-492A-BF29-CA01342F9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3962"/>
                <a:ext cx="13" cy="13"/>
              </a:xfrm>
              <a:custGeom>
                <a:avLst/>
                <a:gdLst>
                  <a:gd name="T0" fmla="*/ 89 w 8"/>
                  <a:gd name="T1" fmla="*/ 0 h 8"/>
                  <a:gd name="T2" fmla="*/ 0 w 8"/>
                  <a:gd name="T3" fmla="*/ 8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5" y="3"/>
                      <a:pt x="3" y="6"/>
                      <a:pt x="0" y="8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04" name="Freeform 2045">
                <a:extLst>
                  <a:ext uri="{FF2B5EF4-FFF2-40B4-BE49-F238E27FC236}">
                    <a16:creationId xmlns:a16="http://schemas.microsoft.com/office/drawing/2014/main" id="{E352A64D-5242-4333-930A-09B967986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3926"/>
                <a:ext cx="52" cy="40"/>
              </a:xfrm>
              <a:custGeom>
                <a:avLst/>
                <a:gdLst>
                  <a:gd name="T0" fmla="*/ 117 w 33"/>
                  <a:gd name="T1" fmla="*/ 42 h 25"/>
                  <a:gd name="T2" fmla="*/ 266 w 33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5">
                    <a:moveTo>
                      <a:pt x="12" y="4"/>
                    </a:moveTo>
                    <a:cubicBezTo>
                      <a:pt x="0" y="20"/>
                      <a:pt x="33" y="25"/>
                      <a:pt x="27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05" name="Freeform 2046">
                <a:extLst>
                  <a:ext uri="{FF2B5EF4-FFF2-40B4-BE49-F238E27FC236}">
                    <a16:creationId xmlns:a16="http://schemas.microsoft.com/office/drawing/2014/main" id="{FAF6FD25-92F6-49D6-8BE4-7F868149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861"/>
                <a:ext cx="40" cy="40"/>
              </a:xfrm>
              <a:custGeom>
                <a:avLst/>
                <a:gdLst>
                  <a:gd name="T0" fmla="*/ 261 w 25"/>
                  <a:gd name="T1" fmla="*/ 157 h 25"/>
                  <a:gd name="T2" fmla="*/ 86 w 25"/>
                  <a:gd name="T3" fmla="*/ 34 h 25"/>
                  <a:gd name="T4" fmla="*/ 90 w 25"/>
                  <a:gd name="T5" fmla="*/ 2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5">
                    <a:moveTo>
                      <a:pt x="25" y="15"/>
                    </a:moveTo>
                    <a:cubicBezTo>
                      <a:pt x="21" y="11"/>
                      <a:pt x="15" y="0"/>
                      <a:pt x="8" y="3"/>
                    </a:cubicBezTo>
                    <a:cubicBezTo>
                      <a:pt x="0" y="6"/>
                      <a:pt x="5" y="22"/>
                      <a:pt x="9" y="25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06" name="Freeform 2047">
                <a:extLst>
                  <a:ext uri="{FF2B5EF4-FFF2-40B4-BE49-F238E27FC236}">
                    <a16:creationId xmlns:a16="http://schemas.microsoft.com/office/drawing/2014/main" id="{B35E1777-6E14-4CF4-99B8-4CE652516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3891"/>
                <a:ext cx="18" cy="19"/>
              </a:xfrm>
              <a:custGeom>
                <a:avLst/>
                <a:gdLst>
                  <a:gd name="T0" fmla="*/ 0 w 11"/>
                  <a:gd name="T1" fmla="*/ 0 h 12"/>
                  <a:gd name="T2" fmla="*/ 126 w 11"/>
                  <a:gd name="T3" fmla="*/ 12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1" y="6"/>
                      <a:pt x="6" y="10"/>
                      <a:pt x="11" y="12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07" name="Freeform 2048">
                <a:extLst>
                  <a:ext uri="{FF2B5EF4-FFF2-40B4-BE49-F238E27FC236}">
                    <a16:creationId xmlns:a16="http://schemas.microsoft.com/office/drawing/2014/main" id="{4DCED4D5-C2BD-4017-B224-4672EB94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931"/>
                <a:ext cx="39" cy="47"/>
              </a:xfrm>
              <a:custGeom>
                <a:avLst/>
                <a:gdLst>
                  <a:gd name="T0" fmla="*/ 73 w 25"/>
                  <a:gd name="T1" fmla="*/ 0 h 30"/>
                  <a:gd name="T2" fmla="*/ 183 w 25"/>
                  <a:gd name="T3" fmla="*/ 199 h 30"/>
                  <a:gd name="T4" fmla="*/ 0 w 25"/>
                  <a:gd name="T5" fmla="*/ 10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0">
                    <a:moveTo>
                      <a:pt x="8" y="0"/>
                    </a:moveTo>
                    <a:cubicBezTo>
                      <a:pt x="11" y="5"/>
                      <a:pt x="25" y="15"/>
                      <a:pt x="20" y="21"/>
                    </a:cubicBezTo>
                    <a:cubicBezTo>
                      <a:pt x="13" y="30"/>
                      <a:pt x="1" y="18"/>
                      <a:pt x="0" y="11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08" name="Freeform 2049">
                <a:extLst>
                  <a:ext uri="{FF2B5EF4-FFF2-40B4-BE49-F238E27FC236}">
                    <a16:creationId xmlns:a16="http://schemas.microsoft.com/office/drawing/2014/main" id="{00F75EB7-4530-411A-BAE5-43B617EF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3819"/>
                <a:ext cx="61" cy="41"/>
              </a:xfrm>
              <a:custGeom>
                <a:avLst/>
                <a:gdLst>
                  <a:gd name="T0" fmla="*/ 371 w 38"/>
                  <a:gd name="T1" fmla="*/ 203 h 26"/>
                  <a:gd name="T2" fmla="*/ 319 w 38"/>
                  <a:gd name="T3" fmla="*/ 0 h 26"/>
                  <a:gd name="T4" fmla="*/ 205 w 38"/>
                  <a:gd name="T5" fmla="*/ 224 h 26"/>
                  <a:gd name="T6" fmla="*/ 108 w 38"/>
                  <a:gd name="T7" fmla="*/ 13 h 26"/>
                  <a:gd name="T8" fmla="*/ 0 w 38"/>
                  <a:gd name="T9" fmla="*/ 25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6">
                    <a:moveTo>
                      <a:pt x="35" y="21"/>
                    </a:moveTo>
                    <a:cubicBezTo>
                      <a:pt x="38" y="15"/>
                      <a:pt x="36" y="4"/>
                      <a:pt x="30" y="0"/>
                    </a:cubicBezTo>
                    <a:cubicBezTo>
                      <a:pt x="24" y="4"/>
                      <a:pt x="18" y="16"/>
                      <a:pt x="19" y="23"/>
                    </a:cubicBezTo>
                    <a:cubicBezTo>
                      <a:pt x="24" y="17"/>
                      <a:pt x="17" y="3"/>
                      <a:pt x="10" y="1"/>
                    </a:cubicBezTo>
                    <a:cubicBezTo>
                      <a:pt x="4" y="7"/>
                      <a:pt x="1" y="18"/>
                      <a:pt x="0" y="26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09" name="Freeform 2050">
                <a:extLst>
                  <a:ext uri="{FF2B5EF4-FFF2-40B4-BE49-F238E27FC236}">
                    <a16:creationId xmlns:a16="http://schemas.microsoft.com/office/drawing/2014/main" id="{F60ACAFE-F9A6-4558-81B8-E823E99A6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744"/>
                <a:ext cx="135" cy="59"/>
              </a:xfrm>
              <a:custGeom>
                <a:avLst/>
                <a:gdLst>
                  <a:gd name="T0" fmla="*/ 858 w 85"/>
                  <a:gd name="T1" fmla="*/ 196 h 37"/>
                  <a:gd name="T2" fmla="*/ 769 w 85"/>
                  <a:gd name="T3" fmla="*/ 360 h 37"/>
                  <a:gd name="T4" fmla="*/ 724 w 85"/>
                  <a:gd name="T5" fmla="*/ 175 h 37"/>
                  <a:gd name="T6" fmla="*/ 518 w 85"/>
                  <a:gd name="T7" fmla="*/ 155 h 37"/>
                  <a:gd name="T8" fmla="*/ 224 w 85"/>
                  <a:gd name="T9" fmla="*/ 292 h 37"/>
                  <a:gd name="T10" fmla="*/ 0 w 85"/>
                  <a:gd name="T11" fmla="*/ 104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37">
                    <a:moveTo>
                      <a:pt x="85" y="19"/>
                    </a:moveTo>
                    <a:cubicBezTo>
                      <a:pt x="81" y="24"/>
                      <a:pt x="79" y="30"/>
                      <a:pt x="76" y="35"/>
                    </a:cubicBezTo>
                    <a:cubicBezTo>
                      <a:pt x="71" y="31"/>
                      <a:pt x="72" y="23"/>
                      <a:pt x="72" y="17"/>
                    </a:cubicBezTo>
                    <a:cubicBezTo>
                      <a:pt x="59" y="29"/>
                      <a:pt x="52" y="37"/>
                      <a:pt x="51" y="15"/>
                    </a:cubicBezTo>
                    <a:cubicBezTo>
                      <a:pt x="41" y="13"/>
                      <a:pt x="32" y="31"/>
                      <a:pt x="22" y="28"/>
                    </a:cubicBezTo>
                    <a:cubicBezTo>
                      <a:pt x="14" y="24"/>
                      <a:pt x="14" y="0"/>
                      <a:pt x="0" y="1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10" name="Freeform 2051">
                <a:extLst>
                  <a:ext uri="{FF2B5EF4-FFF2-40B4-BE49-F238E27FC236}">
                    <a16:creationId xmlns:a16="http://schemas.microsoft.com/office/drawing/2014/main" id="{3B955C51-6B05-4AA7-B993-77C962424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3751"/>
                <a:ext cx="156" cy="82"/>
              </a:xfrm>
              <a:custGeom>
                <a:avLst/>
                <a:gdLst>
                  <a:gd name="T0" fmla="*/ 879 w 98"/>
                  <a:gd name="T1" fmla="*/ 505 h 52"/>
                  <a:gd name="T2" fmla="*/ 954 w 98"/>
                  <a:gd name="T3" fmla="*/ 267 h 52"/>
                  <a:gd name="T4" fmla="*/ 638 w 98"/>
                  <a:gd name="T5" fmla="*/ 341 h 52"/>
                  <a:gd name="T6" fmla="*/ 586 w 98"/>
                  <a:gd name="T7" fmla="*/ 150 h 52"/>
                  <a:gd name="T8" fmla="*/ 274 w 98"/>
                  <a:gd name="T9" fmla="*/ 320 h 52"/>
                  <a:gd name="T10" fmla="*/ 274 w 98"/>
                  <a:gd name="T11" fmla="*/ 55 h 52"/>
                  <a:gd name="T12" fmla="*/ 0 w 98"/>
                  <a:gd name="T13" fmla="*/ 267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52">
                    <a:moveTo>
                      <a:pt x="86" y="52"/>
                    </a:moveTo>
                    <a:cubicBezTo>
                      <a:pt x="93" y="49"/>
                      <a:pt x="98" y="34"/>
                      <a:pt x="93" y="27"/>
                    </a:cubicBezTo>
                    <a:cubicBezTo>
                      <a:pt x="85" y="14"/>
                      <a:pt x="70" y="29"/>
                      <a:pt x="62" y="35"/>
                    </a:cubicBezTo>
                    <a:cubicBezTo>
                      <a:pt x="65" y="30"/>
                      <a:pt x="63" y="18"/>
                      <a:pt x="57" y="15"/>
                    </a:cubicBezTo>
                    <a:cubicBezTo>
                      <a:pt x="46" y="9"/>
                      <a:pt x="33" y="27"/>
                      <a:pt x="27" y="33"/>
                    </a:cubicBezTo>
                    <a:cubicBezTo>
                      <a:pt x="30" y="28"/>
                      <a:pt x="33" y="11"/>
                      <a:pt x="27" y="6"/>
                    </a:cubicBezTo>
                    <a:cubicBezTo>
                      <a:pt x="19" y="0"/>
                      <a:pt x="7" y="24"/>
                      <a:pt x="0" y="27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11" name="Freeform 2052">
                <a:extLst>
                  <a:ext uri="{FF2B5EF4-FFF2-40B4-BE49-F238E27FC236}">
                    <a16:creationId xmlns:a16="http://schemas.microsoft.com/office/drawing/2014/main" id="{D1168ADA-4C7E-42FC-8773-EA99299BE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727"/>
                <a:ext cx="95" cy="68"/>
              </a:xfrm>
              <a:custGeom>
                <a:avLst/>
                <a:gdLst>
                  <a:gd name="T0" fmla="*/ 597 w 60"/>
                  <a:gd name="T1" fmla="*/ 237 h 43"/>
                  <a:gd name="T2" fmla="*/ 508 w 60"/>
                  <a:gd name="T3" fmla="*/ 410 h 43"/>
                  <a:gd name="T4" fmla="*/ 396 w 60"/>
                  <a:gd name="T5" fmla="*/ 130 h 43"/>
                  <a:gd name="T6" fmla="*/ 138 w 60"/>
                  <a:gd name="T7" fmla="*/ 278 h 43"/>
                  <a:gd name="T8" fmla="*/ 33 w 60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3">
                    <a:moveTo>
                      <a:pt x="60" y="24"/>
                    </a:moveTo>
                    <a:cubicBezTo>
                      <a:pt x="58" y="32"/>
                      <a:pt x="60" y="41"/>
                      <a:pt x="51" y="42"/>
                    </a:cubicBezTo>
                    <a:cubicBezTo>
                      <a:pt x="35" y="43"/>
                      <a:pt x="31" y="23"/>
                      <a:pt x="40" y="13"/>
                    </a:cubicBezTo>
                    <a:cubicBezTo>
                      <a:pt x="34" y="18"/>
                      <a:pt x="24" y="31"/>
                      <a:pt x="14" y="28"/>
                    </a:cubicBezTo>
                    <a:cubicBezTo>
                      <a:pt x="6" y="26"/>
                      <a:pt x="0" y="8"/>
                      <a:pt x="3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12" name="Freeform 2053">
                <a:extLst>
                  <a:ext uri="{FF2B5EF4-FFF2-40B4-BE49-F238E27FC236}">
                    <a16:creationId xmlns:a16="http://schemas.microsoft.com/office/drawing/2014/main" id="{7B3763C5-1C01-4188-9DBA-F1023394A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613"/>
                <a:ext cx="247" cy="108"/>
              </a:xfrm>
              <a:custGeom>
                <a:avLst/>
                <a:gdLst>
                  <a:gd name="T0" fmla="*/ 21 w 156"/>
                  <a:gd name="T1" fmla="*/ 162 h 68"/>
                  <a:gd name="T2" fmla="*/ 0 w 156"/>
                  <a:gd name="T3" fmla="*/ 192 h 68"/>
                  <a:gd name="T4" fmla="*/ 238 w 156"/>
                  <a:gd name="T5" fmla="*/ 0 h 68"/>
                  <a:gd name="T6" fmla="*/ 219 w 156"/>
                  <a:gd name="T7" fmla="*/ 257 h 68"/>
                  <a:gd name="T8" fmla="*/ 580 w 156"/>
                  <a:gd name="T9" fmla="*/ 132 h 68"/>
                  <a:gd name="T10" fmla="*/ 580 w 156"/>
                  <a:gd name="T11" fmla="*/ 305 h 68"/>
                  <a:gd name="T12" fmla="*/ 735 w 156"/>
                  <a:gd name="T13" fmla="*/ 326 h 68"/>
                  <a:gd name="T14" fmla="*/ 872 w 156"/>
                  <a:gd name="T15" fmla="*/ 305 h 68"/>
                  <a:gd name="T16" fmla="*/ 918 w 156"/>
                  <a:gd name="T17" fmla="*/ 497 h 68"/>
                  <a:gd name="T18" fmla="*/ 1207 w 156"/>
                  <a:gd name="T19" fmla="*/ 408 h 68"/>
                  <a:gd name="T20" fmla="*/ 1264 w 156"/>
                  <a:gd name="T21" fmla="*/ 626 h 68"/>
                  <a:gd name="T22" fmla="*/ 1552 w 156"/>
                  <a:gd name="T23" fmla="*/ 476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6" h="68">
                    <a:moveTo>
                      <a:pt x="2" y="16"/>
                    </a:moveTo>
                    <a:cubicBezTo>
                      <a:pt x="1" y="17"/>
                      <a:pt x="1" y="18"/>
                      <a:pt x="0" y="19"/>
                    </a:cubicBezTo>
                    <a:cubicBezTo>
                      <a:pt x="6" y="13"/>
                      <a:pt x="16" y="0"/>
                      <a:pt x="24" y="0"/>
                    </a:cubicBezTo>
                    <a:cubicBezTo>
                      <a:pt x="23" y="8"/>
                      <a:pt x="17" y="18"/>
                      <a:pt x="22" y="25"/>
                    </a:cubicBezTo>
                    <a:cubicBezTo>
                      <a:pt x="31" y="27"/>
                      <a:pt x="53" y="7"/>
                      <a:pt x="58" y="13"/>
                    </a:cubicBezTo>
                    <a:cubicBezTo>
                      <a:pt x="62" y="17"/>
                      <a:pt x="56" y="26"/>
                      <a:pt x="58" y="30"/>
                    </a:cubicBezTo>
                    <a:cubicBezTo>
                      <a:pt x="62" y="38"/>
                      <a:pt x="65" y="34"/>
                      <a:pt x="74" y="32"/>
                    </a:cubicBezTo>
                    <a:cubicBezTo>
                      <a:pt x="78" y="30"/>
                      <a:pt x="83" y="27"/>
                      <a:pt x="88" y="30"/>
                    </a:cubicBezTo>
                    <a:cubicBezTo>
                      <a:pt x="94" y="35"/>
                      <a:pt x="88" y="45"/>
                      <a:pt x="92" y="49"/>
                    </a:cubicBezTo>
                    <a:cubicBezTo>
                      <a:pt x="100" y="59"/>
                      <a:pt x="112" y="42"/>
                      <a:pt x="121" y="40"/>
                    </a:cubicBezTo>
                    <a:cubicBezTo>
                      <a:pt x="124" y="47"/>
                      <a:pt x="120" y="58"/>
                      <a:pt x="127" y="62"/>
                    </a:cubicBezTo>
                    <a:cubicBezTo>
                      <a:pt x="136" y="68"/>
                      <a:pt x="151" y="53"/>
                      <a:pt x="156" y="47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13" name="Freeform 2054">
                <a:extLst>
                  <a:ext uri="{FF2B5EF4-FFF2-40B4-BE49-F238E27FC236}">
                    <a16:creationId xmlns:a16="http://schemas.microsoft.com/office/drawing/2014/main" id="{91D9F424-6111-4008-A5FC-D800A91BB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773"/>
                <a:ext cx="109" cy="39"/>
              </a:xfrm>
              <a:custGeom>
                <a:avLst/>
                <a:gdLst>
                  <a:gd name="T0" fmla="*/ 611 w 69"/>
                  <a:gd name="T1" fmla="*/ 231 h 25"/>
                  <a:gd name="T2" fmla="*/ 624 w 69"/>
                  <a:gd name="T3" fmla="*/ 66 h 25"/>
                  <a:gd name="T4" fmla="*/ 461 w 69"/>
                  <a:gd name="T5" fmla="*/ 212 h 25"/>
                  <a:gd name="T6" fmla="*/ 387 w 69"/>
                  <a:gd name="T7" fmla="*/ 47 h 25"/>
                  <a:gd name="T8" fmla="*/ 216 w 69"/>
                  <a:gd name="T9" fmla="*/ 195 h 25"/>
                  <a:gd name="T10" fmla="*/ 82 w 69"/>
                  <a:gd name="T11" fmla="*/ 47 h 25"/>
                  <a:gd name="T12" fmla="*/ 0 w 69"/>
                  <a:gd name="T13" fmla="*/ 23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5">
                    <a:moveTo>
                      <a:pt x="62" y="25"/>
                    </a:moveTo>
                    <a:cubicBezTo>
                      <a:pt x="66" y="22"/>
                      <a:pt x="69" y="10"/>
                      <a:pt x="63" y="7"/>
                    </a:cubicBezTo>
                    <a:cubicBezTo>
                      <a:pt x="57" y="3"/>
                      <a:pt x="48" y="19"/>
                      <a:pt x="47" y="23"/>
                    </a:cubicBezTo>
                    <a:cubicBezTo>
                      <a:pt x="48" y="17"/>
                      <a:pt x="45" y="8"/>
                      <a:pt x="39" y="5"/>
                    </a:cubicBezTo>
                    <a:cubicBezTo>
                      <a:pt x="30" y="0"/>
                      <a:pt x="21" y="13"/>
                      <a:pt x="22" y="21"/>
                    </a:cubicBezTo>
                    <a:cubicBezTo>
                      <a:pt x="20" y="15"/>
                      <a:pt x="15" y="5"/>
                      <a:pt x="8" y="5"/>
                    </a:cubicBezTo>
                    <a:cubicBezTo>
                      <a:pt x="3" y="10"/>
                      <a:pt x="1" y="18"/>
                      <a:pt x="0" y="25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14" name="Freeform 2055">
                <a:extLst>
                  <a:ext uri="{FF2B5EF4-FFF2-40B4-BE49-F238E27FC236}">
                    <a16:creationId xmlns:a16="http://schemas.microsoft.com/office/drawing/2014/main" id="{536058FB-99BC-402B-9A38-7BDE5F0BB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3793"/>
                <a:ext cx="82" cy="43"/>
              </a:xfrm>
              <a:custGeom>
                <a:avLst/>
                <a:gdLst>
                  <a:gd name="T0" fmla="*/ 490 w 52"/>
                  <a:gd name="T1" fmla="*/ 274 h 27"/>
                  <a:gd name="T2" fmla="*/ 470 w 52"/>
                  <a:gd name="T3" fmla="*/ 116 h 27"/>
                  <a:gd name="T4" fmla="*/ 244 w 52"/>
                  <a:gd name="T5" fmla="*/ 226 h 27"/>
                  <a:gd name="T6" fmla="*/ 185 w 52"/>
                  <a:gd name="T7" fmla="*/ 53 h 27"/>
                  <a:gd name="T8" fmla="*/ 0 w 52"/>
                  <a:gd name="T9" fmla="*/ 22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7">
                    <a:moveTo>
                      <a:pt x="50" y="27"/>
                    </a:moveTo>
                    <a:cubicBezTo>
                      <a:pt x="51" y="23"/>
                      <a:pt x="52" y="15"/>
                      <a:pt x="48" y="11"/>
                    </a:cubicBezTo>
                    <a:cubicBezTo>
                      <a:pt x="40" y="6"/>
                      <a:pt x="31" y="17"/>
                      <a:pt x="25" y="22"/>
                    </a:cubicBezTo>
                    <a:cubicBezTo>
                      <a:pt x="28" y="16"/>
                      <a:pt x="25" y="7"/>
                      <a:pt x="19" y="5"/>
                    </a:cubicBezTo>
                    <a:cubicBezTo>
                      <a:pt x="9" y="0"/>
                      <a:pt x="2" y="14"/>
                      <a:pt x="0" y="22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15" name="Freeform 2056">
                <a:extLst>
                  <a:ext uri="{FF2B5EF4-FFF2-40B4-BE49-F238E27FC236}">
                    <a16:creationId xmlns:a16="http://schemas.microsoft.com/office/drawing/2014/main" id="{AB65AEE5-9979-4B0C-8BED-D9348573D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865"/>
                <a:ext cx="1" cy="14"/>
              </a:xfrm>
              <a:custGeom>
                <a:avLst/>
                <a:gdLst>
                  <a:gd name="T0" fmla="*/ 1 w 1"/>
                  <a:gd name="T1" fmla="*/ 0 h 9"/>
                  <a:gd name="T2" fmla="*/ 0 w 1"/>
                  <a:gd name="T3" fmla="*/ 8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16" name="Freeform 2057">
                <a:extLst>
                  <a:ext uri="{FF2B5EF4-FFF2-40B4-BE49-F238E27FC236}">
                    <a16:creationId xmlns:a16="http://schemas.microsoft.com/office/drawing/2014/main" id="{82FA4E62-4FEF-4B58-B9B5-9A3C352FE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827"/>
                <a:ext cx="87" cy="36"/>
              </a:xfrm>
              <a:custGeom>
                <a:avLst/>
                <a:gdLst>
                  <a:gd name="T0" fmla="*/ 82 w 55"/>
                  <a:gd name="T1" fmla="*/ 49 h 23"/>
                  <a:gd name="T2" fmla="*/ 100 w 55"/>
                  <a:gd name="T3" fmla="*/ 203 h 23"/>
                  <a:gd name="T4" fmla="*/ 258 w 55"/>
                  <a:gd name="T5" fmla="*/ 0 h 23"/>
                  <a:gd name="T6" fmla="*/ 395 w 55"/>
                  <a:gd name="T7" fmla="*/ 199 h 23"/>
                  <a:gd name="T8" fmla="*/ 546 w 55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23">
                    <a:moveTo>
                      <a:pt x="8" y="5"/>
                    </a:moveTo>
                    <a:cubicBezTo>
                      <a:pt x="0" y="8"/>
                      <a:pt x="0" y="23"/>
                      <a:pt x="10" y="22"/>
                    </a:cubicBezTo>
                    <a:cubicBezTo>
                      <a:pt x="19" y="21"/>
                      <a:pt x="19" y="4"/>
                      <a:pt x="26" y="0"/>
                    </a:cubicBezTo>
                    <a:cubicBezTo>
                      <a:pt x="31" y="7"/>
                      <a:pt x="30" y="20"/>
                      <a:pt x="40" y="21"/>
                    </a:cubicBezTo>
                    <a:cubicBezTo>
                      <a:pt x="51" y="23"/>
                      <a:pt x="54" y="8"/>
                      <a:pt x="55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17" name="Freeform 2058">
                <a:extLst>
                  <a:ext uri="{FF2B5EF4-FFF2-40B4-BE49-F238E27FC236}">
                    <a16:creationId xmlns:a16="http://schemas.microsoft.com/office/drawing/2014/main" id="{663F4933-1ACE-4AB8-8BEF-424F19D34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874"/>
                <a:ext cx="3" cy="28"/>
              </a:xfrm>
              <a:custGeom>
                <a:avLst/>
                <a:gdLst>
                  <a:gd name="T0" fmla="*/ 0 w 2"/>
                  <a:gd name="T1" fmla="*/ 0 h 18"/>
                  <a:gd name="T2" fmla="*/ 18 w 2"/>
                  <a:gd name="T3" fmla="*/ 16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cubicBezTo>
                      <a:pt x="1" y="6"/>
                      <a:pt x="1" y="12"/>
                      <a:pt x="2" y="18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18" name="Freeform 2059">
                <a:extLst>
                  <a:ext uri="{FF2B5EF4-FFF2-40B4-BE49-F238E27FC236}">
                    <a16:creationId xmlns:a16="http://schemas.microsoft.com/office/drawing/2014/main" id="{8F43F504-EAA4-414B-B891-D261C51E6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901"/>
                <a:ext cx="41" cy="52"/>
              </a:xfrm>
              <a:custGeom>
                <a:avLst/>
                <a:gdLst>
                  <a:gd name="T0" fmla="*/ 13 w 26"/>
                  <a:gd name="T1" fmla="*/ 20 h 33"/>
                  <a:gd name="T2" fmla="*/ 185 w 26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3">
                    <a:moveTo>
                      <a:pt x="1" y="2"/>
                    </a:moveTo>
                    <a:cubicBezTo>
                      <a:pt x="0" y="33"/>
                      <a:pt x="26" y="8"/>
                      <a:pt x="19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19" name="Freeform 2060">
                <a:extLst>
                  <a:ext uri="{FF2B5EF4-FFF2-40B4-BE49-F238E27FC236}">
                    <a16:creationId xmlns:a16="http://schemas.microsoft.com/office/drawing/2014/main" id="{BA28599A-1F17-4314-9AB2-D2A679466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3902"/>
                <a:ext cx="8" cy="32"/>
              </a:xfrm>
              <a:custGeom>
                <a:avLst/>
                <a:gdLst>
                  <a:gd name="T0" fmla="*/ 0 w 5"/>
                  <a:gd name="T1" fmla="*/ 0 h 20"/>
                  <a:gd name="T2" fmla="*/ 54 w 5"/>
                  <a:gd name="T3" fmla="*/ 21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0" y="0"/>
                    </a:moveTo>
                    <a:cubicBezTo>
                      <a:pt x="2" y="7"/>
                      <a:pt x="2" y="14"/>
                      <a:pt x="5" y="2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20" name="Freeform 2061">
                <a:extLst>
                  <a:ext uri="{FF2B5EF4-FFF2-40B4-BE49-F238E27FC236}">
                    <a16:creationId xmlns:a16="http://schemas.microsoft.com/office/drawing/2014/main" id="{9384C5AE-A042-479C-BF46-1E5A2EA89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3871"/>
                <a:ext cx="40" cy="33"/>
              </a:xfrm>
              <a:custGeom>
                <a:avLst/>
                <a:gdLst>
                  <a:gd name="T0" fmla="*/ 197 w 25"/>
                  <a:gd name="T1" fmla="*/ 182 h 21"/>
                  <a:gd name="T2" fmla="*/ 90 w 25"/>
                  <a:gd name="T3" fmla="*/ 20 h 21"/>
                  <a:gd name="T4" fmla="*/ 13 w 25"/>
                  <a:gd name="T5" fmla="*/ 20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19" y="19"/>
                    </a:moveTo>
                    <a:cubicBezTo>
                      <a:pt x="25" y="12"/>
                      <a:pt x="18" y="0"/>
                      <a:pt x="9" y="2"/>
                    </a:cubicBezTo>
                    <a:cubicBezTo>
                      <a:pt x="1" y="5"/>
                      <a:pt x="0" y="14"/>
                      <a:pt x="1" y="21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21" name="Freeform 2062">
                <a:extLst>
                  <a:ext uri="{FF2B5EF4-FFF2-40B4-BE49-F238E27FC236}">
                    <a16:creationId xmlns:a16="http://schemas.microsoft.com/office/drawing/2014/main" id="{C53ED21F-4018-4D9D-9E1A-ACCA83261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955"/>
                <a:ext cx="6" cy="22"/>
              </a:xfrm>
              <a:custGeom>
                <a:avLst/>
                <a:gdLst>
                  <a:gd name="T0" fmla="*/ 0 w 4"/>
                  <a:gd name="T1" fmla="*/ 135 h 14"/>
                  <a:gd name="T2" fmla="*/ 27 w 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14"/>
                    </a:moveTo>
                    <a:cubicBezTo>
                      <a:pt x="3" y="10"/>
                      <a:pt x="4" y="5"/>
                      <a:pt x="3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22" name="Freeform 2063">
                <a:extLst>
                  <a:ext uri="{FF2B5EF4-FFF2-40B4-BE49-F238E27FC236}">
                    <a16:creationId xmlns:a16="http://schemas.microsoft.com/office/drawing/2014/main" id="{FA7B65D8-54DD-4B2F-AC0D-14F1730B6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972"/>
                <a:ext cx="5" cy="14"/>
              </a:xfrm>
              <a:custGeom>
                <a:avLst/>
                <a:gdLst>
                  <a:gd name="T0" fmla="*/ 0 w 3"/>
                  <a:gd name="T1" fmla="*/ 0 h 9"/>
                  <a:gd name="T2" fmla="*/ 37 w 3"/>
                  <a:gd name="T3" fmla="*/ 8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0" y="4"/>
                      <a:pt x="1" y="7"/>
                      <a:pt x="3" y="9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23" name="Freeform 2064">
                <a:extLst>
                  <a:ext uri="{FF2B5EF4-FFF2-40B4-BE49-F238E27FC236}">
                    <a16:creationId xmlns:a16="http://schemas.microsoft.com/office/drawing/2014/main" id="{C0A1B76F-A717-414A-AAFF-76ED4A3DC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936"/>
                <a:ext cx="53" cy="39"/>
              </a:xfrm>
              <a:custGeom>
                <a:avLst/>
                <a:gdLst>
                  <a:gd name="T0" fmla="*/ 260 w 33"/>
                  <a:gd name="T1" fmla="*/ 12 h 25"/>
                  <a:gd name="T2" fmla="*/ 67 w 33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5">
                    <a:moveTo>
                      <a:pt x="24" y="1"/>
                    </a:moveTo>
                    <a:cubicBezTo>
                      <a:pt x="33" y="25"/>
                      <a:pt x="0" y="18"/>
                      <a:pt x="6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24" name="Freeform 2065">
                <a:extLst>
                  <a:ext uri="{FF2B5EF4-FFF2-40B4-BE49-F238E27FC236}">
                    <a16:creationId xmlns:a16="http://schemas.microsoft.com/office/drawing/2014/main" id="{D2096206-1D72-4B71-A289-8A66D36E5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3846"/>
                <a:ext cx="164" cy="53"/>
              </a:xfrm>
              <a:custGeom>
                <a:avLst/>
                <a:gdLst>
                  <a:gd name="T0" fmla="*/ 1014 w 104"/>
                  <a:gd name="T1" fmla="*/ 313 h 34"/>
                  <a:gd name="T2" fmla="*/ 978 w 104"/>
                  <a:gd name="T3" fmla="*/ 148 h 34"/>
                  <a:gd name="T4" fmla="*/ 796 w 104"/>
                  <a:gd name="T5" fmla="*/ 313 h 34"/>
                  <a:gd name="T6" fmla="*/ 762 w 104"/>
                  <a:gd name="T7" fmla="*/ 136 h 34"/>
                  <a:gd name="T8" fmla="*/ 565 w 104"/>
                  <a:gd name="T9" fmla="*/ 296 h 34"/>
                  <a:gd name="T10" fmla="*/ 505 w 104"/>
                  <a:gd name="T11" fmla="*/ 168 h 34"/>
                  <a:gd name="T12" fmla="*/ 358 w 104"/>
                  <a:gd name="T13" fmla="*/ 304 h 34"/>
                  <a:gd name="T14" fmla="*/ 311 w 104"/>
                  <a:gd name="T15" fmla="*/ 101 h 34"/>
                  <a:gd name="T16" fmla="*/ 150 w 104"/>
                  <a:gd name="T17" fmla="*/ 265 h 34"/>
                  <a:gd name="T18" fmla="*/ 155 w 104"/>
                  <a:gd name="T19" fmla="*/ 47 h 34"/>
                  <a:gd name="T20" fmla="*/ 0 w 104"/>
                  <a:gd name="T21" fmla="*/ 95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4" h="34">
                    <a:moveTo>
                      <a:pt x="104" y="34"/>
                    </a:moveTo>
                    <a:cubicBezTo>
                      <a:pt x="103" y="31"/>
                      <a:pt x="103" y="18"/>
                      <a:pt x="100" y="16"/>
                    </a:cubicBezTo>
                    <a:cubicBezTo>
                      <a:pt x="92" y="12"/>
                      <a:pt x="85" y="29"/>
                      <a:pt x="82" y="34"/>
                    </a:cubicBezTo>
                    <a:cubicBezTo>
                      <a:pt x="83" y="29"/>
                      <a:pt x="83" y="18"/>
                      <a:pt x="78" y="15"/>
                    </a:cubicBezTo>
                    <a:cubicBezTo>
                      <a:pt x="70" y="9"/>
                      <a:pt x="62" y="26"/>
                      <a:pt x="58" y="32"/>
                    </a:cubicBezTo>
                    <a:cubicBezTo>
                      <a:pt x="57" y="27"/>
                      <a:pt x="55" y="22"/>
                      <a:pt x="52" y="18"/>
                    </a:cubicBezTo>
                    <a:cubicBezTo>
                      <a:pt x="45" y="19"/>
                      <a:pt x="41" y="28"/>
                      <a:pt x="37" y="33"/>
                    </a:cubicBezTo>
                    <a:cubicBezTo>
                      <a:pt x="38" y="26"/>
                      <a:pt x="38" y="17"/>
                      <a:pt x="32" y="11"/>
                    </a:cubicBezTo>
                    <a:cubicBezTo>
                      <a:pt x="27" y="17"/>
                      <a:pt x="22" y="25"/>
                      <a:pt x="15" y="29"/>
                    </a:cubicBezTo>
                    <a:cubicBezTo>
                      <a:pt x="18" y="21"/>
                      <a:pt x="24" y="11"/>
                      <a:pt x="16" y="5"/>
                    </a:cubicBezTo>
                    <a:cubicBezTo>
                      <a:pt x="10" y="0"/>
                      <a:pt x="3" y="3"/>
                      <a:pt x="0" y="1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25" name="Freeform 2066">
                <a:extLst>
                  <a:ext uri="{FF2B5EF4-FFF2-40B4-BE49-F238E27FC236}">
                    <a16:creationId xmlns:a16="http://schemas.microsoft.com/office/drawing/2014/main" id="{FD25CD4A-9B06-4993-BB52-F5C582227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804"/>
                <a:ext cx="165" cy="51"/>
              </a:xfrm>
              <a:custGeom>
                <a:avLst/>
                <a:gdLst>
                  <a:gd name="T0" fmla="*/ 13 w 104"/>
                  <a:gd name="T1" fmla="*/ 247 h 32"/>
                  <a:gd name="T2" fmla="*/ 68 w 104"/>
                  <a:gd name="T3" fmla="*/ 0 h 32"/>
                  <a:gd name="T4" fmla="*/ 184 w 104"/>
                  <a:gd name="T5" fmla="*/ 247 h 32"/>
                  <a:gd name="T6" fmla="*/ 374 w 104"/>
                  <a:gd name="T7" fmla="*/ 33 h 32"/>
                  <a:gd name="T8" fmla="*/ 527 w 104"/>
                  <a:gd name="T9" fmla="*/ 328 h 32"/>
                  <a:gd name="T10" fmla="*/ 735 w 104"/>
                  <a:gd name="T11" fmla="*/ 65 h 32"/>
                  <a:gd name="T12" fmla="*/ 855 w 104"/>
                  <a:gd name="T13" fmla="*/ 292 h 32"/>
                  <a:gd name="T14" fmla="*/ 1047 w 104"/>
                  <a:gd name="T15" fmla="*/ 73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32">
                    <a:moveTo>
                      <a:pt x="1" y="24"/>
                    </a:moveTo>
                    <a:cubicBezTo>
                      <a:pt x="0" y="16"/>
                      <a:pt x="3" y="7"/>
                      <a:pt x="7" y="0"/>
                    </a:cubicBezTo>
                    <a:cubicBezTo>
                      <a:pt x="12" y="6"/>
                      <a:pt x="8" y="24"/>
                      <a:pt x="18" y="24"/>
                    </a:cubicBezTo>
                    <a:cubicBezTo>
                      <a:pt x="26" y="25"/>
                      <a:pt x="33" y="8"/>
                      <a:pt x="37" y="3"/>
                    </a:cubicBezTo>
                    <a:cubicBezTo>
                      <a:pt x="44" y="9"/>
                      <a:pt x="40" y="31"/>
                      <a:pt x="52" y="32"/>
                    </a:cubicBezTo>
                    <a:cubicBezTo>
                      <a:pt x="63" y="32"/>
                      <a:pt x="68" y="12"/>
                      <a:pt x="73" y="6"/>
                    </a:cubicBezTo>
                    <a:cubicBezTo>
                      <a:pt x="76" y="12"/>
                      <a:pt x="76" y="28"/>
                      <a:pt x="85" y="28"/>
                    </a:cubicBezTo>
                    <a:cubicBezTo>
                      <a:pt x="94" y="28"/>
                      <a:pt x="101" y="14"/>
                      <a:pt x="104" y="7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26" name="Freeform 2067">
                <a:extLst>
                  <a:ext uri="{FF2B5EF4-FFF2-40B4-BE49-F238E27FC236}">
                    <a16:creationId xmlns:a16="http://schemas.microsoft.com/office/drawing/2014/main" id="{D0EF1532-82EE-46F0-9110-333C23948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3719"/>
                <a:ext cx="4" cy="25"/>
              </a:xfrm>
              <a:custGeom>
                <a:avLst/>
                <a:gdLst>
                  <a:gd name="T0" fmla="*/ 12 w 3"/>
                  <a:gd name="T1" fmla="*/ 0 h 16"/>
                  <a:gd name="T2" fmla="*/ 0 w 3"/>
                  <a:gd name="T3" fmla="*/ 14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3" y="6"/>
                      <a:pt x="2" y="11"/>
                      <a:pt x="0" y="16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27" name="Freeform 2068">
                <a:extLst>
                  <a:ext uri="{FF2B5EF4-FFF2-40B4-BE49-F238E27FC236}">
                    <a16:creationId xmlns:a16="http://schemas.microsoft.com/office/drawing/2014/main" id="{CF584097-845E-4187-9141-2AD90B107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686"/>
                <a:ext cx="40" cy="24"/>
              </a:xfrm>
              <a:custGeom>
                <a:avLst/>
                <a:gdLst>
                  <a:gd name="T0" fmla="*/ 0 w 25"/>
                  <a:gd name="T1" fmla="*/ 157 h 15"/>
                  <a:gd name="T2" fmla="*/ 176 w 25"/>
                  <a:gd name="T3" fmla="*/ 0 h 15"/>
                  <a:gd name="T4" fmla="*/ 261 w 25"/>
                  <a:gd name="T5" fmla="*/ 15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15"/>
                    </a:moveTo>
                    <a:cubicBezTo>
                      <a:pt x="8" y="12"/>
                      <a:pt x="10" y="4"/>
                      <a:pt x="17" y="0"/>
                    </a:cubicBezTo>
                    <a:cubicBezTo>
                      <a:pt x="22" y="4"/>
                      <a:pt x="22" y="12"/>
                      <a:pt x="25" y="15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28" name="Freeform 2069">
                <a:extLst>
                  <a:ext uri="{FF2B5EF4-FFF2-40B4-BE49-F238E27FC236}">
                    <a16:creationId xmlns:a16="http://schemas.microsoft.com/office/drawing/2014/main" id="{9C78A5BF-7CF6-4421-9C42-2CF356633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3729"/>
                <a:ext cx="124" cy="57"/>
              </a:xfrm>
              <a:custGeom>
                <a:avLst/>
                <a:gdLst>
                  <a:gd name="T0" fmla="*/ 0 w 78"/>
                  <a:gd name="T1" fmla="*/ 219 h 36"/>
                  <a:gd name="T2" fmla="*/ 108 w 78"/>
                  <a:gd name="T3" fmla="*/ 0 h 36"/>
                  <a:gd name="T4" fmla="*/ 151 w 78"/>
                  <a:gd name="T5" fmla="*/ 301 h 36"/>
                  <a:gd name="T6" fmla="*/ 334 w 78"/>
                  <a:gd name="T7" fmla="*/ 21 h 36"/>
                  <a:gd name="T8" fmla="*/ 466 w 78"/>
                  <a:gd name="T9" fmla="*/ 358 h 36"/>
                  <a:gd name="T10" fmla="*/ 607 w 78"/>
                  <a:gd name="T11" fmla="*/ 52 h 36"/>
                  <a:gd name="T12" fmla="*/ 792 w 78"/>
                  <a:gd name="T13" fmla="*/ 31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36">
                    <a:moveTo>
                      <a:pt x="0" y="22"/>
                    </a:moveTo>
                    <a:cubicBezTo>
                      <a:pt x="0" y="14"/>
                      <a:pt x="4" y="5"/>
                      <a:pt x="11" y="0"/>
                    </a:cubicBezTo>
                    <a:cubicBezTo>
                      <a:pt x="17" y="8"/>
                      <a:pt x="5" y="24"/>
                      <a:pt x="15" y="30"/>
                    </a:cubicBezTo>
                    <a:cubicBezTo>
                      <a:pt x="21" y="24"/>
                      <a:pt x="23" y="3"/>
                      <a:pt x="33" y="2"/>
                    </a:cubicBezTo>
                    <a:cubicBezTo>
                      <a:pt x="44" y="1"/>
                      <a:pt x="41" y="30"/>
                      <a:pt x="46" y="36"/>
                    </a:cubicBezTo>
                    <a:cubicBezTo>
                      <a:pt x="58" y="32"/>
                      <a:pt x="50" y="8"/>
                      <a:pt x="60" y="5"/>
                    </a:cubicBezTo>
                    <a:cubicBezTo>
                      <a:pt x="66" y="4"/>
                      <a:pt x="72" y="27"/>
                      <a:pt x="78" y="31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29" name="Freeform 2070">
                <a:extLst>
                  <a:ext uri="{FF2B5EF4-FFF2-40B4-BE49-F238E27FC236}">
                    <a16:creationId xmlns:a16="http://schemas.microsoft.com/office/drawing/2014/main" id="{CF645C9E-52B0-4205-A9F6-342F0986C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616"/>
                <a:ext cx="153" cy="61"/>
              </a:xfrm>
              <a:custGeom>
                <a:avLst/>
                <a:gdLst>
                  <a:gd name="T0" fmla="*/ 945 w 97"/>
                  <a:gd name="T1" fmla="*/ 141 h 38"/>
                  <a:gd name="T2" fmla="*/ 891 w 97"/>
                  <a:gd name="T3" fmla="*/ 371 h 38"/>
                  <a:gd name="T4" fmla="*/ 762 w 97"/>
                  <a:gd name="T5" fmla="*/ 128 h 38"/>
                  <a:gd name="T6" fmla="*/ 517 w 97"/>
                  <a:gd name="T7" fmla="*/ 405 h 38"/>
                  <a:gd name="T8" fmla="*/ 461 w 97"/>
                  <a:gd name="T9" fmla="*/ 162 h 38"/>
                  <a:gd name="T10" fmla="*/ 224 w 97"/>
                  <a:gd name="T11" fmla="*/ 350 h 38"/>
                  <a:gd name="T12" fmla="*/ 117 w 97"/>
                  <a:gd name="T13" fmla="*/ 0 h 38"/>
                  <a:gd name="T14" fmla="*/ 0 w 97"/>
                  <a:gd name="T15" fmla="*/ 4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38">
                    <a:moveTo>
                      <a:pt x="97" y="13"/>
                    </a:moveTo>
                    <a:cubicBezTo>
                      <a:pt x="97" y="21"/>
                      <a:pt x="95" y="30"/>
                      <a:pt x="91" y="35"/>
                    </a:cubicBezTo>
                    <a:cubicBezTo>
                      <a:pt x="86" y="28"/>
                      <a:pt x="84" y="19"/>
                      <a:pt x="78" y="12"/>
                    </a:cubicBezTo>
                    <a:cubicBezTo>
                      <a:pt x="67" y="16"/>
                      <a:pt x="65" y="33"/>
                      <a:pt x="53" y="38"/>
                    </a:cubicBezTo>
                    <a:cubicBezTo>
                      <a:pt x="48" y="32"/>
                      <a:pt x="51" y="21"/>
                      <a:pt x="47" y="15"/>
                    </a:cubicBezTo>
                    <a:cubicBezTo>
                      <a:pt x="42" y="19"/>
                      <a:pt x="31" y="38"/>
                      <a:pt x="23" y="33"/>
                    </a:cubicBezTo>
                    <a:cubicBezTo>
                      <a:pt x="14" y="28"/>
                      <a:pt x="17" y="8"/>
                      <a:pt x="12" y="0"/>
                    </a:cubicBezTo>
                    <a:cubicBezTo>
                      <a:pt x="7" y="0"/>
                      <a:pt x="3" y="1"/>
                      <a:pt x="0" y="4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30" name="Freeform 2071">
                <a:extLst>
                  <a:ext uri="{FF2B5EF4-FFF2-40B4-BE49-F238E27FC236}">
                    <a16:creationId xmlns:a16="http://schemas.microsoft.com/office/drawing/2014/main" id="{E752354B-06F7-4CEE-A88E-3D9C8EB5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3737"/>
                <a:ext cx="84" cy="52"/>
              </a:xfrm>
              <a:custGeom>
                <a:avLst/>
                <a:gdLst>
                  <a:gd name="T0" fmla="*/ 0 w 53"/>
                  <a:gd name="T1" fmla="*/ 117 h 33"/>
                  <a:gd name="T2" fmla="*/ 158 w 53"/>
                  <a:gd name="T3" fmla="*/ 271 h 33"/>
                  <a:gd name="T4" fmla="*/ 171 w 53"/>
                  <a:gd name="T5" fmla="*/ 55 h 33"/>
                  <a:gd name="T6" fmla="*/ 422 w 53"/>
                  <a:gd name="T7" fmla="*/ 184 h 33"/>
                  <a:gd name="T8" fmla="*/ 529 w 53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3">
                    <a:moveTo>
                      <a:pt x="0" y="12"/>
                    </a:moveTo>
                    <a:cubicBezTo>
                      <a:pt x="1" y="17"/>
                      <a:pt x="7" y="33"/>
                      <a:pt x="16" y="28"/>
                    </a:cubicBezTo>
                    <a:cubicBezTo>
                      <a:pt x="22" y="23"/>
                      <a:pt x="17" y="13"/>
                      <a:pt x="17" y="6"/>
                    </a:cubicBezTo>
                    <a:cubicBezTo>
                      <a:pt x="22" y="16"/>
                      <a:pt x="31" y="24"/>
                      <a:pt x="42" y="19"/>
                    </a:cubicBezTo>
                    <a:cubicBezTo>
                      <a:pt x="52" y="15"/>
                      <a:pt x="50" y="1"/>
                      <a:pt x="53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31" name="Freeform 2072">
                <a:extLst>
                  <a:ext uri="{FF2B5EF4-FFF2-40B4-BE49-F238E27FC236}">
                    <a16:creationId xmlns:a16="http://schemas.microsoft.com/office/drawing/2014/main" id="{566382F4-F777-46B8-97AD-D4CB1BEFD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3763"/>
                <a:ext cx="69" cy="57"/>
              </a:xfrm>
              <a:custGeom>
                <a:avLst/>
                <a:gdLst>
                  <a:gd name="T0" fmla="*/ 13 w 44"/>
                  <a:gd name="T1" fmla="*/ 120 h 36"/>
                  <a:gd name="T2" fmla="*/ 13 w 44"/>
                  <a:gd name="T3" fmla="*/ 158 h 36"/>
                  <a:gd name="T4" fmla="*/ 151 w 44"/>
                  <a:gd name="T5" fmla="*/ 0 h 36"/>
                  <a:gd name="T6" fmla="*/ 135 w 44"/>
                  <a:gd name="T7" fmla="*/ 258 h 36"/>
                  <a:gd name="T8" fmla="*/ 401 w 44"/>
                  <a:gd name="T9" fmla="*/ 184 h 36"/>
                  <a:gd name="T10" fmla="*/ 362 w 44"/>
                  <a:gd name="T11" fmla="*/ 35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6">
                    <a:moveTo>
                      <a:pt x="1" y="12"/>
                    </a:moveTo>
                    <a:cubicBezTo>
                      <a:pt x="0" y="14"/>
                      <a:pt x="0" y="15"/>
                      <a:pt x="1" y="16"/>
                    </a:cubicBezTo>
                    <a:cubicBezTo>
                      <a:pt x="7" y="11"/>
                      <a:pt x="10" y="4"/>
                      <a:pt x="16" y="0"/>
                    </a:cubicBezTo>
                    <a:cubicBezTo>
                      <a:pt x="17" y="9"/>
                      <a:pt x="13" y="17"/>
                      <a:pt x="14" y="26"/>
                    </a:cubicBezTo>
                    <a:cubicBezTo>
                      <a:pt x="20" y="25"/>
                      <a:pt x="37" y="11"/>
                      <a:pt x="42" y="18"/>
                    </a:cubicBezTo>
                    <a:cubicBezTo>
                      <a:pt x="44" y="22"/>
                      <a:pt x="39" y="33"/>
                      <a:pt x="38" y="36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32" name="Freeform 2073">
                <a:extLst>
                  <a:ext uri="{FF2B5EF4-FFF2-40B4-BE49-F238E27FC236}">
                    <a16:creationId xmlns:a16="http://schemas.microsoft.com/office/drawing/2014/main" id="{CCF5E183-70C9-4F87-94F7-4FD328A2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3762"/>
                <a:ext cx="78" cy="58"/>
              </a:xfrm>
              <a:custGeom>
                <a:avLst/>
                <a:gdLst>
                  <a:gd name="T0" fmla="*/ 0 w 49"/>
                  <a:gd name="T1" fmla="*/ 252 h 37"/>
                  <a:gd name="T2" fmla="*/ 153 w 49"/>
                  <a:gd name="T3" fmla="*/ 31 h 37"/>
                  <a:gd name="T4" fmla="*/ 213 w 49"/>
                  <a:gd name="T5" fmla="*/ 339 h 37"/>
                  <a:gd name="T6" fmla="*/ 500 w 49"/>
                  <a:gd name="T7" fmla="*/ 16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7">
                    <a:moveTo>
                      <a:pt x="0" y="27"/>
                    </a:moveTo>
                    <a:cubicBezTo>
                      <a:pt x="2" y="22"/>
                      <a:pt x="8" y="0"/>
                      <a:pt x="15" y="3"/>
                    </a:cubicBezTo>
                    <a:cubicBezTo>
                      <a:pt x="25" y="7"/>
                      <a:pt x="18" y="29"/>
                      <a:pt x="21" y="36"/>
                    </a:cubicBezTo>
                    <a:cubicBezTo>
                      <a:pt x="34" y="37"/>
                      <a:pt x="43" y="26"/>
                      <a:pt x="49" y="17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33" name="Freeform 2074">
                <a:extLst>
                  <a:ext uri="{FF2B5EF4-FFF2-40B4-BE49-F238E27FC236}">
                    <a16:creationId xmlns:a16="http://schemas.microsoft.com/office/drawing/2014/main" id="{64443BEB-A96C-48C0-9B1B-8274CA1DC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3860"/>
                <a:ext cx="5" cy="20"/>
              </a:xfrm>
              <a:custGeom>
                <a:avLst/>
                <a:gdLst>
                  <a:gd name="T0" fmla="*/ 22 w 3"/>
                  <a:gd name="T1" fmla="*/ 0 h 13"/>
                  <a:gd name="T2" fmla="*/ 0 w 3"/>
                  <a:gd name="T3" fmla="*/ 11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2" y="0"/>
                    </a:moveTo>
                    <a:cubicBezTo>
                      <a:pt x="3" y="5"/>
                      <a:pt x="2" y="9"/>
                      <a:pt x="0" y="13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34" name="Freeform 2075">
                <a:extLst>
                  <a:ext uri="{FF2B5EF4-FFF2-40B4-BE49-F238E27FC236}">
                    <a16:creationId xmlns:a16="http://schemas.microsoft.com/office/drawing/2014/main" id="{870C5303-1FA1-493B-BD1B-EECBC334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3812"/>
                <a:ext cx="40" cy="37"/>
              </a:xfrm>
              <a:custGeom>
                <a:avLst/>
                <a:gdLst>
                  <a:gd name="T0" fmla="*/ 118 w 25"/>
                  <a:gd name="T1" fmla="*/ 13 h 23"/>
                  <a:gd name="T2" fmla="*/ 13 w 25"/>
                  <a:gd name="T3" fmla="*/ 228 h 23"/>
                  <a:gd name="T4" fmla="*/ 261 w 25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3">
                    <a:moveTo>
                      <a:pt x="11" y="1"/>
                    </a:moveTo>
                    <a:cubicBezTo>
                      <a:pt x="2" y="0"/>
                      <a:pt x="0" y="14"/>
                      <a:pt x="1" y="21"/>
                    </a:cubicBezTo>
                    <a:cubicBezTo>
                      <a:pt x="9" y="23"/>
                      <a:pt x="20" y="15"/>
                      <a:pt x="25" y="9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35" name="Freeform 2076">
                <a:extLst>
                  <a:ext uri="{FF2B5EF4-FFF2-40B4-BE49-F238E27FC236}">
                    <a16:creationId xmlns:a16="http://schemas.microsoft.com/office/drawing/2014/main" id="{94B2EBE1-1B22-4EB4-A089-F73175F11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899"/>
                <a:ext cx="19" cy="29"/>
              </a:xfrm>
              <a:custGeom>
                <a:avLst/>
                <a:gdLst>
                  <a:gd name="T0" fmla="*/ 120 w 12"/>
                  <a:gd name="T1" fmla="*/ 197 h 18"/>
                  <a:gd name="T2" fmla="*/ 52 w 1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2" y="18"/>
                    </a:moveTo>
                    <a:cubicBezTo>
                      <a:pt x="7" y="14"/>
                      <a:pt x="0" y="7"/>
                      <a:pt x="5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36" name="Freeform 2077">
                <a:extLst>
                  <a:ext uri="{FF2B5EF4-FFF2-40B4-BE49-F238E27FC236}">
                    <a16:creationId xmlns:a16="http://schemas.microsoft.com/office/drawing/2014/main" id="{C5BB5E82-DCCE-4C97-AE40-DA021952D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877"/>
                <a:ext cx="68" cy="36"/>
              </a:xfrm>
              <a:custGeom>
                <a:avLst/>
                <a:gdLst>
                  <a:gd name="T0" fmla="*/ 305 w 43"/>
                  <a:gd name="T1" fmla="*/ 216 h 23"/>
                  <a:gd name="T2" fmla="*/ 100 w 43"/>
                  <a:gd name="T3" fmla="*/ 19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3">
                    <a:moveTo>
                      <a:pt x="31" y="23"/>
                    </a:moveTo>
                    <a:cubicBezTo>
                      <a:pt x="43" y="3"/>
                      <a:pt x="0" y="0"/>
                      <a:pt x="10" y="21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37" name="Freeform 2078">
                <a:extLst>
                  <a:ext uri="{FF2B5EF4-FFF2-40B4-BE49-F238E27FC236}">
                    <a16:creationId xmlns:a16="http://schemas.microsoft.com/office/drawing/2014/main" id="{9279B674-3094-4470-BF48-E8CCFD625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3931"/>
                <a:ext cx="79" cy="49"/>
              </a:xfrm>
              <a:custGeom>
                <a:avLst/>
                <a:gdLst>
                  <a:gd name="T0" fmla="*/ 0 w 50"/>
                  <a:gd name="T1" fmla="*/ 138 h 31"/>
                  <a:gd name="T2" fmla="*/ 130 w 50"/>
                  <a:gd name="T3" fmla="*/ 267 h 31"/>
                  <a:gd name="T4" fmla="*/ 185 w 50"/>
                  <a:gd name="T5" fmla="*/ 21 h 31"/>
                  <a:gd name="T6" fmla="*/ 335 w 50"/>
                  <a:gd name="T7" fmla="*/ 205 h 31"/>
                  <a:gd name="T8" fmla="*/ 482 w 50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1">
                    <a:moveTo>
                      <a:pt x="0" y="14"/>
                    </a:moveTo>
                    <a:cubicBezTo>
                      <a:pt x="0" y="22"/>
                      <a:pt x="4" y="31"/>
                      <a:pt x="13" y="27"/>
                    </a:cubicBezTo>
                    <a:cubicBezTo>
                      <a:pt x="21" y="24"/>
                      <a:pt x="20" y="9"/>
                      <a:pt x="19" y="2"/>
                    </a:cubicBezTo>
                    <a:cubicBezTo>
                      <a:pt x="23" y="8"/>
                      <a:pt x="27" y="19"/>
                      <a:pt x="34" y="21"/>
                    </a:cubicBezTo>
                    <a:cubicBezTo>
                      <a:pt x="49" y="25"/>
                      <a:pt x="50" y="11"/>
                      <a:pt x="49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38" name="Freeform 2079">
                <a:extLst>
                  <a:ext uri="{FF2B5EF4-FFF2-40B4-BE49-F238E27FC236}">
                    <a16:creationId xmlns:a16="http://schemas.microsoft.com/office/drawing/2014/main" id="{0667EBA0-6097-4C45-B0E4-D65670DF6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3893"/>
                <a:ext cx="49" cy="36"/>
              </a:xfrm>
              <a:custGeom>
                <a:avLst/>
                <a:gdLst>
                  <a:gd name="T0" fmla="*/ 0 w 31"/>
                  <a:gd name="T1" fmla="*/ 169 h 23"/>
                  <a:gd name="T2" fmla="*/ 202 w 31"/>
                  <a:gd name="T3" fmla="*/ 66 h 23"/>
                  <a:gd name="T4" fmla="*/ 305 w 31"/>
                  <a:gd name="T5" fmla="*/ 2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3">
                    <a:moveTo>
                      <a:pt x="0" y="18"/>
                    </a:moveTo>
                    <a:cubicBezTo>
                      <a:pt x="8" y="15"/>
                      <a:pt x="9" y="0"/>
                      <a:pt x="20" y="7"/>
                    </a:cubicBezTo>
                    <a:cubicBezTo>
                      <a:pt x="24" y="9"/>
                      <a:pt x="27" y="20"/>
                      <a:pt x="31" y="23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39" name="Freeform 2080">
                <a:extLst>
                  <a:ext uri="{FF2B5EF4-FFF2-40B4-BE49-F238E27FC236}">
                    <a16:creationId xmlns:a16="http://schemas.microsoft.com/office/drawing/2014/main" id="{56557D02-DEDD-4949-8CEB-F83AF8CD7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836"/>
                <a:ext cx="89" cy="35"/>
              </a:xfrm>
              <a:custGeom>
                <a:avLst/>
                <a:gdLst>
                  <a:gd name="T0" fmla="*/ 497 w 56"/>
                  <a:gd name="T1" fmla="*/ 213 h 22"/>
                  <a:gd name="T2" fmla="*/ 505 w 56"/>
                  <a:gd name="T3" fmla="*/ 64 h 22"/>
                  <a:gd name="T4" fmla="*/ 292 w 56"/>
                  <a:gd name="T5" fmla="*/ 205 h 22"/>
                  <a:gd name="T6" fmla="*/ 240 w 56"/>
                  <a:gd name="T7" fmla="*/ 0 h 22"/>
                  <a:gd name="T8" fmla="*/ 0 w 56"/>
                  <a:gd name="T9" fmla="*/ 17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2">
                    <a:moveTo>
                      <a:pt x="49" y="21"/>
                    </a:moveTo>
                    <a:cubicBezTo>
                      <a:pt x="53" y="18"/>
                      <a:pt x="56" y="9"/>
                      <a:pt x="50" y="6"/>
                    </a:cubicBezTo>
                    <a:cubicBezTo>
                      <a:pt x="44" y="4"/>
                      <a:pt x="33" y="17"/>
                      <a:pt x="29" y="20"/>
                    </a:cubicBezTo>
                    <a:cubicBezTo>
                      <a:pt x="31" y="15"/>
                      <a:pt x="31" y="1"/>
                      <a:pt x="24" y="0"/>
                    </a:cubicBezTo>
                    <a:cubicBezTo>
                      <a:pt x="15" y="0"/>
                      <a:pt x="8" y="22"/>
                      <a:pt x="0" y="17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40" name="Freeform 2081">
                <a:extLst>
                  <a:ext uri="{FF2B5EF4-FFF2-40B4-BE49-F238E27FC236}">
                    <a16:creationId xmlns:a16="http://schemas.microsoft.com/office/drawing/2014/main" id="{7AA8EF08-1F9D-415D-B334-9F1277D9E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876"/>
                <a:ext cx="38" cy="33"/>
              </a:xfrm>
              <a:custGeom>
                <a:avLst/>
                <a:gdLst>
                  <a:gd name="T0" fmla="*/ 238 w 24"/>
                  <a:gd name="T1" fmla="*/ 0 h 21"/>
                  <a:gd name="T2" fmla="*/ 184 w 24"/>
                  <a:gd name="T3" fmla="*/ 170 h 21"/>
                  <a:gd name="T4" fmla="*/ 0 w 24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cubicBezTo>
                      <a:pt x="23" y="5"/>
                      <a:pt x="23" y="16"/>
                      <a:pt x="18" y="18"/>
                    </a:cubicBezTo>
                    <a:cubicBezTo>
                      <a:pt x="9" y="21"/>
                      <a:pt x="2" y="7"/>
                      <a:pt x="0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41" name="Freeform 2082">
                <a:extLst>
                  <a:ext uri="{FF2B5EF4-FFF2-40B4-BE49-F238E27FC236}">
                    <a16:creationId xmlns:a16="http://schemas.microsoft.com/office/drawing/2014/main" id="{1F071B24-CCFE-4F78-B2F9-C086DD1E8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3800"/>
                <a:ext cx="127" cy="63"/>
              </a:xfrm>
              <a:custGeom>
                <a:avLst/>
                <a:gdLst>
                  <a:gd name="T0" fmla="*/ 0 w 80"/>
                  <a:gd name="T1" fmla="*/ 124 h 40"/>
                  <a:gd name="T2" fmla="*/ 151 w 80"/>
                  <a:gd name="T3" fmla="*/ 0 h 40"/>
                  <a:gd name="T4" fmla="*/ 171 w 80"/>
                  <a:gd name="T5" fmla="*/ 203 h 40"/>
                  <a:gd name="T6" fmla="*/ 413 w 80"/>
                  <a:gd name="T7" fmla="*/ 35 h 40"/>
                  <a:gd name="T8" fmla="*/ 451 w 80"/>
                  <a:gd name="T9" fmla="*/ 307 h 40"/>
                  <a:gd name="T10" fmla="*/ 703 w 80"/>
                  <a:gd name="T11" fmla="*/ 195 h 40"/>
                  <a:gd name="T12" fmla="*/ 810 w 80"/>
                  <a:gd name="T13" fmla="*/ 38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40">
                    <a:moveTo>
                      <a:pt x="0" y="13"/>
                    </a:moveTo>
                    <a:cubicBezTo>
                      <a:pt x="4" y="8"/>
                      <a:pt x="8" y="2"/>
                      <a:pt x="15" y="0"/>
                    </a:cubicBezTo>
                    <a:cubicBezTo>
                      <a:pt x="18" y="6"/>
                      <a:pt x="13" y="15"/>
                      <a:pt x="17" y="21"/>
                    </a:cubicBezTo>
                    <a:cubicBezTo>
                      <a:pt x="23" y="18"/>
                      <a:pt x="34" y="1"/>
                      <a:pt x="41" y="4"/>
                    </a:cubicBezTo>
                    <a:cubicBezTo>
                      <a:pt x="50" y="8"/>
                      <a:pt x="43" y="24"/>
                      <a:pt x="45" y="32"/>
                    </a:cubicBezTo>
                    <a:cubicBezTo>
                      <a:pt x="53" y="29"/>
                      <a:pt x="60" y="16"/>
                      <a:pt x="70" y="20"/>
                    </a:cubicBezTo>
                    <a:cubicBezTo>
                      <a:pt x="77" y="22"/>
                      <a:pt x="80" y="37"/>
                      <a:pt x="80" y="4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42" name="Freeform 2083">
                <a:extLst>
                  <a:ext uri="{FF2B5EF4-FFF2-40B4-BE49-F238E27FC236}">
                    <a16:creationId xmlns:a16="http://schemas.microsoft.com/office/drawing/2014/main" id="{545D48BE-B0C8-456F-9B74-4F1A8C57A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3719"/>
                <a:ext cx="77" cy="63"/>
              </a:xfrm>
              <a:custGeom>
                <a:avLst/>
                <a:gdLst>
                  <a:gd name="T0" fmla="*/ 151 w 49"/>
                  <a:gd name="T1" fmla="*/ 0 h 40"/>
                  <a:gd name="T2" fmla="*/ 49 w 49"/>
                  <a:gd name="T3" fmla="*/ 238 h 40"/>
                  <a:gd name="T4" fmla="*/ 366 w 49"/>
                  <a:gd name="T5" fmla="*/ 79 h 40"/>
                  <a:gd name="T6" fmla="*/ 299 w 49"/>
                  <a:gd name="T7" fmla="*/ 387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0">
                    <a:moveTo>
                      <a:pt x="16" y="0"/>
                    </a:moveTo>
                    <a:cubicBezTo>
                      <a:pt x="10" y="7"/>
                      <a:pt x="0" y="15"/>
                      <a:pt x="5" y="25"/>
                    </a:cubicBezTo>
                    <a:cubicBezTo>
                      <a:pt x="14" y="25"/>
                      <a:pt x="31" y="5"/>
                      <a:pt x="38" y="8"/>
                    </a:cubicBezTo>
                    <a:cubicBezTo>
                      <a:pt x="49" y="14"/>
                      <a:pt x="32" y="38"/>
                      <a:pt x="31" y="4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43" name="Freeform 2084">
                <a:extLst>
                  <a:ext uri="{FF2B5EF4-FFF2-40B4-BE49-F238E27FC236}">
                    <a16:creationId xmlns:a16="http://schemas.microsoft.com/office/drawing/2014/main" id="{74D4639A-FF99-474B-801D-74CD3D2A6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3705"/>
                <a:ext cx="166" cy="54"/>
              </a:xfrm>
              <a:custGeom>
                <a:avLst/>
                <a:gdLst>
                  <a:gd name="T0" fmla="*/ 33 w 105"/>
                  <a:gd name="T1" fmla="*/ 64 h 34"/>
                  <a:gd name="T2" fmla="*/ 100 w 105"/>
                  <a:gd name="T3" fmla="*/ 326 h 34"/>
                  <a:gd name="T4" fmla="*/ 218 w 105"/>
                  <a:gd name="T5" fmla="*/ 13 h 34"/>
                  <a:gd name="T6" fmla="*/ 395 w 105"/>
                  <a:gd name="T7" fmla="*/ 292 h 34"/>
                  <a:gd name="T8" fmla="*/ 580 w 105"/>
                  <a:gd name="T9" fmla="*/ 40 h 34"/>
                  <a:gd name="T10" fmla="*/ 851 w 105"/>
                  <a:gd name="T11" fmla="*/ 260 h 34"/>
                  <a:gd name="T12" fmla="*/ 987 w 10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34">
                    <a:moveTo>
                      <a:pt x="3" y="6"/>
                    </a:moveTo>
                    <a:cubicBezTo>
                      <a:pt x="3" y="13"/>
                      <a:pt x="0" y="34"/>
                      <a:pt x="10" y="32"/>
                    </a:cubicBezTo>
                    <a:cubicBezTo>
                      <a:pt x="23" y="31"/>
                      <a:pt x="18" y="8"/>
                      <a:pt x="22" y="1"/>
                    </a:cubicBezTo>
                    <a:cubicBezTo>
                      <a:pt x="26" y="7"/>
                      <a:pt x="32" y="26"/>
                      <a:pt x="40" y="29"/>
                    </a:cubicBezTo>
                    <a:cubicBezTo>
                      <a:pt x="53" y="32"/>
                      <a:pt x="55" y="13"/>
                      <a:pt x="59" y="4"/>
                    </a:cubicBezTo>
                    <a:cubicBezTo>
                      <a:pt x="62" y="17"/>
                      <a:pt x="71" y="31"/>
                      <a:pt x="86" y="26"/>
                    </a:cubicBezTo>
                    <a:cubicBezTo>
                      <a:pt x="96" y="24"/>
                      <a:pt x="105" y="9"/>
                      <a:pt x="100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44" name="Freeform 2085">
                <a:extLst>
                  <a:ext uri="{FF2B5EF4-FFF2-40B4-BE49-F238E27FC236}">
                    <a16:creationId xmlns:a16="http://schemas.microsoft.com/office/drawing/2014/main" id="{220E8AC7-3779-47DA-A02D-875FDD36F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3662"/>
                <a:ext cx="50" cy="46"/>
              </a:xfrm>
              <a:custGeom>
                <a:avLst/>
                <a:gdLst>
                  <a:gd name="T0" fmla="*/ 20 w 32"/>
                  <a:gd name="T1" fmla="*/ 63 h 29"/>
                  <a:gd name="T2" fmla="*/ 198 w 32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9">
                    <a:moveTo>
                      <a:pt x="2" y="6"/>
                    </a:moveTo>
                    <a:cubicBezTo>
                      <a:pt x="0" y="29"/>
                      <a:pt x="32" y="27"/>
                      <a:pt x="21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45" name="Freeform 2086">
                <a:extLst>
                  <a:ext uri="{FF2B5EF4-FFF2-40B4-BE49-F238E27FC236}">
                    <a16:creationId xmlns:a16="http://schemas.microsoft.com/office/drawing/2014/main" id="{51A2678C-562F-422C-AA08-514A0B9CB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3610"/>
                <a:ext cx="144" cy="52"/>
              </a:xfrm>
              <a:custGeom>
                <a:avLst/>
                <a:gdLst>
                  <a:gd name="T0" fmla="*/ 33 w 91"/>
                  <a:gd name="T1" fmla="*/ 236 h 33"/>
                  <a:gd name="T2" fmla="*/ 55 w 91"/>
                  <a:gd name="T3" fmla="*/ 0 h 33"/>
                  <a:gd name="T4" fmla="*/ 321 w 91"/>
                  <a:gd name="T5" fmla="*/ 169 h 33"/>
                  <a:gd name="T6" fmla="*/ 489 w 91"/>
                  <a:gd name="T7" fmla="*/ 50 h 33"/>
                  <a:gd name="T8" fmla="*/ 584 w 91"/>
                  <a:gd name="T9" fmla="*/ 236 h 33"/>
                  <a:gd name="T10" fmla="*/ 817 w 91"/>
                  <a:gd name="T11" fmla="*/ 87 h 33"/>
                  <a:gd name="T12" fmla="*/ 885 w 91"/>
                  <a:gd name="T13" fmla="*/ 32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33">
                    <a:moveTo>
                      <a:pt x="3" y="24"/>
                    </a:moveTo>
                    <a:cubicBezTo>
                      <a:pt x="3" y="17"/>
                      <a:pt x="0" y="6"/>
                      <a:pt x="6" y="0"/>
                    </a:cubicBezTo>
                    <a:cubicBezTo>
                      <a:pt x="20" y="6"/>
                      <a:pt x="13" y="33"/>
                      <a:pt x="32" y="17"/>
                    </a:cubicBezTo>
                    <a:cubicBezTo>
                      <a:pt x="38" y="12"/>
                      <a:pt x="41" y="0"/>
                      <a:pt x="49" y="5"/>
                    </a:cubicBezTo>
                    <a:cubicBezTo>
                      <a:pt x="55" y="9"/>
                      <a:pt x="53" y="20"/>
                      <a:pt x="59" y="24"/>
                    </a:cubicBezTo>
                    <a:cubicBezTo>
                      <a:pt x="66" y="20"/>
                      <a:pt x="73" y="5"/>
                      <a:pt x="82" y="9"/>
                    </a:cubicBezTo>
                    <a:cubicBezTo>
                      <a:pt x="91" y="13"/>
                      <a:pt x="81" y="30"/>
                      <a:pt x="89" y="33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46" name="Freeform 2087">
                <a:extLst>
                  <a:ext uri="{FF2B5EF4-FFF2-40B4-BE49-F238E27FC236}">
                    <a16:creationId xmlns:a16="http://schemas.microsoft.com/office/drawing/2014/main" id="{4AD31529-A519-4757-BB30-F2CB420B9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3556"/>
                <a:ext cx="28" cy="35"/>
              </a:xfrm>
              <a:custGeom>
                <a:avLst/>
                <a:gdLst>
                  <a:gd name="T0" fmla="*/ 165 w 18"/>
                  <a:gd name="T1" fmla="*/ 21 h 22"/>
                  <a:gd name="T2" fmla="*/ 114 w 18"/>
                  <a:gd name="T3" fmla="*/ 185 h 22"/>
                  <a:gd name="T4" fmla="*/ 19 w 18"/>
                  <a:gd name="T5" fmla="*/ 13 h 22"/>
                  <a:gd name="T6" fmla="*/ 0 w 18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8" y="2"/>
                    </a:moveTo>
                    <a:cubicBezTo>
                      <a:pt x="15" y="6"/>
                      <a:pt x="16" y="17"/>
                      <a:pt x="12" y="18"/>
                    </a:cubicBezTo>
                    <a:cubicBezTo>
                      <a:pt x="4" y="22"/>
                      <a:pt x="1" y="6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47" name="Freeform 2088">
                <a:extLst>
                  <a:ext uri="{FF2B5EF4-FFF2-40B4-BE49-F238E27FC236}">
                    <a16:creationId xmlns:a16="http://schemas.microsoft.com/office/drawing/2014/main" id="{C40448DA-E531-472F-A2DD-181AF68D2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3585"/>
                <a:ext cx="2" cy="13"/>
              </a:xfrm>
              <a:custGeom>
                <a:avLst/>
                <a:gdLst>
                  <a:gd name="T0" fmla="*/ 0 w 1"/>
                  <a:gd name="T1" fmla="*/ 0 h 8"/>
                  <a:gd name="T2" fmla="*/ 32 w 1"/>
                  <a:gd name="T3" fmla="*/ 8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0" y="6"/>
                      <a:pt x="1" y="8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48" name="Freeform 2089">
                <a:extLst>
                  <a:ext uri="{FF2B5EF4-FFF2-40B4-BE49-F238E27FC236}">
                    <a16:creationId xmlns:a16="http://schemas.microsoft.com/office/drawing/2014/main" id="{0F9A953D-A3DB-4963-8F46-9DEE29BFA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3683"/>
                <a:ext cx="54" cy="47"/>
              </a:xfrm>
              <a:custGeom>
                <a:avLst/>
                <a:gdLst>
                  <a:gd name="T0" fmla="*/ 0 w 34"/>
                  <a:gd name="T1" fmla="*/ 77 h 30"/>
                  <a:gd name="T2" fmla="*/ 280 w 34"/>
                  <a:gd name="T3" fmla="*/ 13 h 30"/>
                  <a:gd name="T4" fmla="*/ 280 w 34"/>
                  <a:gd name="T5" fmla="*/ 2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0">
                    <a:moveTo>
                      <a:pt x="0" y="8"/>
                    </a:moveTo>
                    <a:cubicBezTo>
                      <a:pt x="9" y="30"/>
                      <a:pt x="34" y="25"/>
                      <a:pt x="28" y="1"/>
                    </a:cubicBezTo>
                    <a:cubicBezTo>
                      <a:pt x="26" y="0"/>
                      <a:pt x="28" y="2"/>
                      <a:pt x="28" y="2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49" name="Freeform 2090">
                <a:extLst>
                  <a:ext uri="{FF2B5EF4-FFF2-40B4-BE49-F238E27FC236}">
                    <a16:creationId xmlns:a16="http://schemas.microsoft.com/office/drawing/2014/main" id="{25DC833A-8F07-4E26-BD54-D9CF1D99F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3686"/>
                <a:ext cx="3" cy="21"/>
              </a:xfrm>
              <a:custGeom>
                <a:avLst/>
                <a:gdLst>
                  <a:gd name="T0" fmla="*/ 0 w 2"/>
                  <a:gd name="T1" fmla="*/ 0 h 13"/>
                  <a:gd name="T2" fmla="*/ 18 w 2"/>
                  <a:gd name="T3" fmla="*/ 14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0" y="5"/>
                      <a:pt x="1" y="9"/>
                      <a:pt x="2" y="13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50" name="Freeform 2091">
                <a:extLst>
                  <a:ext uri="{FF2B5EF4-FFF2-40B4-BE49-F238E27FC236}">
                    <a16:creationId xmlns:a16="http://schemas.microsoft.com/office/drawing/2014/main" id="{C314DDAE-3EFC-4029-8839-92AD38C8B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659"/>
                <a:ext cx="2" cy="19"/>
              </a:xfrm>
              <a:custGeom>
                <a:avLst/>
                <a:gdLst>
                  <a:gd name="T0" fmla="*/ 0 w 1"/>
                  <a:gd name="T1" fmla="*/ 0 h 12"/>
                  <a:gd name="T2" fmla="*/ 0 w 1"/>
                  <a:gd name="T3" fmla="*/ 12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1" y="4"/>
                      <a:pt x="1" y="8"/>
                      <a:pt x="0" y="12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51" name="Freeform 2092">
                <a:extLst>
                  <a:ext uri="{FF2B5EF4-FFF2-40B4-BE49-F238E27FC236}">
                    <a16:creationId xmlns:a16="http://schemas.microsoft.com/office/drawing/2014/main" id="{1BD5B040-D7FC-4CCB-9AAA-8F03C18D2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3667"/>
                <a:ext cx="4" cy="16"/>
              </a:xfrm>
              <a:custGeom>
                <a:avLst/>
                <a:gdLst>
                  <a:gd name="T0" fmla="*/ 0 w 3"/>
                  <a:gd name="T1" fmla="*/ 0 h 10"/>
                  <a:gd name="T2" fmla="*/ 12 w 3"/>
                  <a:gd name="T3" fmla="*/ 10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4"/>
                      <a:pt x="1" y="8"/>
                      <a:pt x="3" y="1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52" name="Freeform 2093">
                <a:extLst>
                  <a:ext uri="{FF2B5EF4-FFF2-40B4-BE49-F238E27FC236}">
                    <a16:creationId xmlns:a16="http://schemas.microsoft.com/office/drawing/2014/main" id="{84750B1D-27F5-457A-A514-ABD123E4D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675"/>
                <a:ext cx="34" cy="28"/>
              </a:xfrm>
              <a:custGeom>
                <a:avLst/>
                <a:gdLst>
                  <a:gd name="T0" fmla="*/ 233 w 21"/>
                  <a:gd name="T1" fmla="*/ 30 h 18"/>
                  <a:gd name="T2" fmla="*/ 123 w 21"/>
                  <a:gd name="T3" fmla="*/ 149 h 18"/>
                  <a:gd name="T4" fmla="*/ 0 w 2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21" y="3"/>
                    </a:moveTo>
                    <a:cubicBezTo>
                      <a:pt x="21" y="10"/>
                      <a:pt x="19" y="17"/>
                      <a:pt x="11" y="17"/>
                    </a:cubicBezTo>
                    <a:cubicBezTo>
                      <a:pt x="0" y="18"/>
                      <a:pt x="1" y="6"/>
                      <a:pt x="0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53" name="Freeform 2094">
                <a:extLst>
                  <a:ext uri="{FF2B5EF4-FFF2-40B4-BE49-F238E27FC236}">
                    <a16:creationId xmlns:a16="http://schemas.microsoft.com/office/drawing/2014/main" id="{65F09546-942F-4F78-8708-BEF90388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719"/>
                <a:ext cx="1" cy="14"/>
              </a:xfrm>
              <a:custGeom>
                <a:avLst/>
                <a:gdLst>
                  <a:gd name="T0" fmla="*/ 0 w 1"/>
                  <a:gd name="T1" fmla="*/ 82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54" name="Freeform 2095">
                <a:extLst>
                  <a:ext uri="{FF2B5EF4-FFF2-40B4-BE49-F238E27FC236}">
                    <a16:creationId xmlns:a16="http://schemas.microsoft.com/office/drawing/2014/main" id="{12DBB5F5-6E74-42B8-8D75-7A6A7EDEB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3727"/>
                <a:ext cx="33" cy="6"/>
              </a:xfrm>
              <a:custGeom>
                <a:avLst/>
                <a:gdLst>
                  <a:gd name="T0" fmla="*/ 0 w 21"/>
                  <a:gd name="T1" fmla="*/ 32 h 4"/>
                  <a:gd name="T2" fmla="*/ 203 w 21"/>
                  <a:gd name="T3" fmla="*/ 1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4"/>
                    </a:moveTo>
                    <a:cubicBezTo>
                      <a:pt x="7" y="3"/>
                      <a:pt x="14" y="0"/>
                      <a:pt x="21" y="2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55" name="Freeform 2096">
                <a:extLst>
                  <a:ext uri="{FF2B5EF4-FFF2-40B4-BE49-F238E27FC236}">
                    <a16:creationId xmlns:a16="http://schemas.microsoft.com/office/drawing/2014/main" id="{C3823BE8-DB2D-4206-80F7-B2B869987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729"/>
                <a:ext cx="6" cy="20"/>
              </a:xfrm>
              <a:custGeom>
                <a:avLst/>
                <a:gdLst>
                  <a:gd name="T0" fmla="*/ 0 w 4"/>
                  <a:gd name="T1" fmla="*/ 0 h 13"/>
                  <a:gd name="T2" fmla="*/ 32 w 4"/>
                  <a:gd name="T3" fmla="*/ 11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1" y="5"/>
                      <a:pt x="3" y="9"/>
                      <a:pt x="4" y="13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56" name="Freeform 2097">
                <a:extLst>
                  <a:ext uri="{FF2B5EF4-FFF2-40B4-BE49-F238E27FC236}">
                    <a16:creationId xmlns:a16="http://schemas.microsoft.com/office/drawing/2014/main" id="{C4AA76D2-EA0A-4F4C-899D-75935F91E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3890"/>
                <a:ext cx="71" cy="47"/>
              </a:xfrm>
              <a:custGeom>
                <a:avLst/>
                <a:gdLst>
                  <a:gd name="T0" fmla="*/ 440 w 45"/>
                  <a:gd name="T1" fmla="*/ 96 h 30"/>
                  <a:gd name="T2" fmla="*/ 333 w 45"/>
                  <a:gd name="T3" fmla="*/ 285 h 30"/>
                  <a:gd name="T4" fmla="*/ 257 w 45"/>
                  <a:gd name="T5" fmla="*/ 83 h 30"/>
                  <a:gd name="T6" fmla="*/ 82 w 45"/>
                  <a:gd name="T7" fmla="*/ 230 h 30"/>
                  <a:gd name="T8" fmla="*/ 0 w 45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0">
                    <a:moveTo>
                      <a:pt x="45" y="10"/>
                    </a:moveTo>
                    <a:cubicBezTo>
                      <a:pt x="38" y="15"/>
                      <a:pt x="39" y="24"/>
                      <a:pt x="34" y="30"/>
                    </a:cubicBezTo>
                    <a:cubicBezTo>
                      <a:pt x="28" y="26"/>
                      <a:pt x="30" y="15"/>
                      <a:pt x="26" y="9"/>
                    </a:cubicBezTo>
                    <a:cubicBezTo>
                      <a:pt x="19" y="13"/>
                      <a:pt x="15" y="21"/>
                      <a:pt x="8" y="24"/>
                    </a:cubicBezTo>
                    <a:cubicBezTo>
                      <a:pt x="6" y="17"/>
                      <a:pt x="5" y="5"/>
                      <a:pt x="0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57" name="Freeform 2098">
                <a:extLst>
                  <a:ext uri="{FF2B5EF4-FFF2-40B4-BE49-F238E27FC236}">
                    <a16:creationId xmlns:a16="http://schemas.microsoft.com/office/drawing/2014/main" id="{5086DED7-E318-455C-9960-A1E9C0EF1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3888"/>
                <a:ext cx="31" cy="40"/>
              </a:xfrm>
              <a:custGeom>
                <a:avLst/>
                <a:gdLst>
                  <a:gd name="T0" fmla="*/ 178 w 20"/>
                  <a:gd name="T1" fmla="*/ 123 h 25"/>
                  <a:gd name="T2" fmla="*/ 96 w 20"/>
                  <a:gd name="T3" fmla="*/ 261 h 25"/>
                  <a:gd name="T4" fmla="*/ 53 w 20"/>
                  <a:gd name="T5" fmla="*/ 13 h 25"/>
                  <a:gd name="T6" fmla="*/ 29 w 20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5">
                    <a:moveTo>
                      <a:pt x="20" y="12"/>
                    </a:moveTo>
                    <a:cubicBezTo>
                      <a:pt x="19" y="18"/>
                      <a:pt x="18" y="25"/>
                      <a:pt x="11" y="25"/>
                    </a:cubicBezTo>
                    <a:cubicBezTo>
                      <a:pt x="0" y="23"/>
                      <a:pt x="5" y="7"/>
                      <a:pt x="6" y="1"/>
                    </a:cubicBezTo>
                    <a:cubicBezTo>
                      <a:pt x="5" y="0"/>
                      <a:pt x="4" y="1"/>
                      <a:pt x="3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58" name="Freeform 2099">
                <a:extLst>
                  <a:ext uri="{FF2B5EF4-FFF2-40B4-BE49-F238E27FC236}">
                    <a16:creationId xmlns:a16="http://schemas.microsoft.com/office/drawing/2014/main" id="{939795ED-D742-4457-84B5-2F5B12E5F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3880"/>
                <a:ext cx="5" cy="37"/>
              </a:xfrm>
              <a:custGeom>
                <a:avLst/>
                <a:gdLst>
                  <a:gd name="T0" fmla="*/ 37 w 3"/>
                  <a:gd name="T1" fmla="*/ 0 h 23"/>
                  <a:gd name="T2" fmla="*/ 22 w 3"/>
                  <a:gd name="T3" fmla="*/ 2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3">
                    <a:moveTo>
                      <a:pt x="3" y="0"/>
                    </a:moveTo>
                    <a:cubicBezTo>
                      <a:pt x="0" y="7"/>
                      <a:pt x="0" y="16"/>
                      <a:pt x="2" y="23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59" name="Freeform 2100">
                <a:extLst>
                  <a:ext uri="{FF2B5EF4-FFF2-40B4-BE49-F238E27FC236}">
                    <a16:creationId xmlns:a16="http://schemas.microsoft.com/office/drawing/2014/main" id="{826B1819-1103-40D3-85B9-8387EA745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3834"/>
                <a:ext cx="50" cy="43"/>
              </a:xfrm>
              <a:custGeom>
                <a:avLst/>
                <a:gdLst>
                  <a:gd name="T0" fmla="*/ 83 w 32"/>
                  <a:gd name="T1" fmla="*/ 13 h 27"/>
                  <a:gd name="T2" fmla="*/ 66 w 32"/>
                  <a:gd name="T3" fmla="*/ 274 h 27"/>
                  <a:gd name="T4" fmla="*/ 231 w 32"/>
                  <a:gd name="T5" fmla="*/ 0 h 27"/>
                  <a:gd name="T6" fmla="*/ 298 w 32"/>
                  <a:gd name="T7" fmla="*/ 26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9" y="1"/>
                    </a:moveTo>
                    <a:cubicBezTo>
                      <a:pt x="4" y="7"/>
                      <a:pt x="0" y="22"/>
                      <a:pt x="7" y="27"/>
                    </a:cubicBezTo>
                    <a:cubicBezTo>
                      <a:pt x="16" y="21"/>
                      <a:pt x="16" y="6"/>
                      <a:pt x="25" y="0"/>
                    </a:cubicBezTo>
                    <a:cubicBezTo>
                      <a:pt x="30" y="8"/>
                      <a:pt x="32" y="18"/>
                      <a:pt x="32" y="26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0" name="Freeform 2101">
                <a:extLst>
                  <a:ext uri="{FF2B5EF4-FFF2-40B4-BE49-F238E27FC236}">
                    <a16:creationId xmlns:a16="http://schemas.microsoft.com/office/drawing/2014/main" id="{C3E0198C-F81B-46F5-88D9-449C9277C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3714"/>
                <a:ext cx="82" cy="48"/>
              </a:xfrm>
              <a:custGeom>
                <a:avLst/>
                <a:gdLst>
                  <a:gd name="T0" fmla="*/ 470 w 52"/>
                  <a:gd name="T1" fmla="*/ 315 h 30"/>
                  <a:gd name="T2" fmla="*/ 470 w 52"/>
                  <a:gd name="T3" fmla="*/ 144 h 30"/>
                  <a:gd name="T4" fmla="*/ 285 w 52"/>
                  <a:gd name="T5" fmla="*/ 251 h 30"/>
                  <a:gd name="T6" fmla="*/ 0 w 52"/>
                  <a:gd name="T7" fmla="*/ 18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0">
                    <a:moveTo>
                      <a:pt x="48" y="30"/>
                    </a:moveTo>
                    <a:cubicBezTo>
                      <a:pt x="52" y="27"/>
                      <a:pt x="52" y="18"/>
                      <a:pt x="48" y="14"/>
                    </a:cubicBezTo>
                    <a:cubicBezTo>
                      <a:pt x="41" y="9"/>
                      <a:pt x="33" y="18"/>
                      <a:pt x="29" y="24"/>
                    </a:cubicBezTo>
                    <a:cubicBezTo>
                      <a:pt x="31" y="0"/>
                      <a:pt x="12" y="9"/>
                      <a:pt x="0" y="18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" name="Freeform 2102">
                <a:extLst>
                  <a:ext uri="{FF2B5EF4-FFF2-40B4-BE49-F238E27FC236}">
                    <a16:creationId xmlns:a16="http://schemas.microsoft.com/office/drawing/2014/main" id="{EA0DA508-8308-423C-8DF1-F04D221A2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642"/>
                <a:ext cx="35" cy="38"/>
              </a:xfrm>
              <a:custGeom>
                <a:avLst/>
                <a:gdLst>
                  <a:gd name="T0" fmla="*/ 84 w 22"/>
                  <a:gd name="T1" fmla="*/ 0 h 24"/>
                  <a:gd name="T2" fmla="*/ 64 w 22"/>
                  <a:gd name="T3" fmla="*/ 203 h 24"/>
                  <a:gd name="T4" fmla="*/ 226 w 22"/>
                  <a:gd name="T5" fmla="*/ 5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8" y="0"/>
                    </a:moveTo>
                    <a:cubicBezTo>
                      <a:pt x="6" y="5"/>
                      <a:pt x="0" y="16"/>
                      <a:pt x="6" y="20"/>
                    </a:cubicBezTo>
                    <a:cubicBezTo>
                      <a:pt x="13" y="24"/>
                      <a:pt x="20" y="11"/>
                      <a:pt x="22" y="5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2" name="Freeform 2103">
                <a:extLst>
                  <a:ext uri="{FF2B5EF4-FFF2-40B4-BE49-F238E27FC236}">
                    <a16:creationId xmlns:a16="http://schemas.microsoft.com/office/drawing/2014/main" id="{12819CDE-E695-4CE7-A1F2-07159317E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929"/>
                <a:ext cx="36" cy="33"/>
              </a:xfrm>
              <a:custGeom>
                <a:avLst/>
                <a:gdLst>
                  <a:gd name="T0" fmla="*/ 216 w 23"/>
                  <a:gd name="T1" fmla="*/ 104 h 21"/>
                  <a:gd name="T2" fmla="*/ 53 w 23"/>
                  <a:gd name="T3" fmla="*/ 35 h 21"/>
                  <a:gd name="T4" fmla="*/ 103 w 23"/>
                  <a:gd name="T5" fmla="*/ 20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23" y="11"/>
                    </a:moveTo>
                    <a:cubicBezTo>
                      <a:pt x="22" y="6"/>
                      <a:pt x="11" y="0"/>
                      <a:pt x="6" y="4"/>
                    </a:cubicBezTo>
                    <a:cubicBezTo>
                      <a:pt x="0" y="10"/>
                      <a:pt x="12" y="18"/>
                      <a:pt x="11" y="21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" name="Freeform 2104">
                <a:extLst>
                  <a:ext uri="{FF2B5EF4-FFF2-40B4-BE49-F238E27FC236}">
                    <a16:creationId xmlns:a16="http://schemas.microsoft.com/office/drawing/2014/main" id="{AB5BC0E8-B691-475A-812B-B6B561033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912"/>
                <a:ext cx="6" cy="20"/>
              </a:xfrm>
              <a:custGeom>
                <a:avLst/>
                <a:gdLst>
                  <a:gd name="T0" fmla="*/ 27 w 4"/>
                  <a:gd name="T1" fmla="*/ 114 h 13"/>
                  <a:gd name="T2" fmla="*/ 32 w 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3" y="13"/>
                    </a:moveTo>
                    <a:cubicBezTo>
                      <a:pt x="0" y="9"/>
                      <a:pt x="0" y="4"/>
                      <a:pt x="4" y="0"/>
                    </a:cubicBezTo>
                  </a:path>
                </a:pathLst>
              </a:custGeom>
              <a:noFill/>
              <a:ln w="19050" cap="flat">
                <a:solidFill>
                  <a:srgbClr val="EBCF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4" name="Freeform 2105">
                <a:extLst>
                  <a:ext uri="{FF2B5EF4-FFF2-40B4-BE49-F238E27FC236}">
                    <a16:creationId xmlns:a16="http://schemas.microsoft.com/office/drawing/2014/main" id="{04DF878C-B799-4EB0-B089-60A8650DA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526"/>
                <a:ext cx="2162" cy="79"/>
              </a:xfrm>
              <a:custGeom>
                <a:avLst/>
                <a:gdLst>
                  <a:gd name="T0" fmla="*/ 0 w 1365"/>
                  <a:gd name="T1" fmla="*/ 137 h 50"/>
                  <a:gd name="T2" fmla="*/ 4197 w 1365"/>
                  <a:gd name="T3" fmla="*/ 288 h 50"/>
                  <a:gd name="T4" fmla="*/ 8125 w 1365"/>
                  <a:gd name="T5" fmla="*/ 216 h 50"/>
                  <a:gd name="T6" fmla="*/ 11833 w 1365"/>
                  <a:gd name="T7" fmla="*/ 422 h 50"/>
                  <a:gd name="T8" fmla="*/ 13604 w 1365"/>
                  <a:gd name="T9" fmla="*/ 288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5" h="50">
                    <a:moveTo>
                      <a:pt x="0" y="14"/>
                    </a:moveTo>
                    <a:cubicBezTo>
                      <a:pt x="135" y="14"/>
                      <a:pt x="257" y="7"/>
                      <a:pt x="421" y="29"/>
                    </a:cubicBezTo>
                    <a:cubicBezTo>
                      <a:pt x="586" y="50"/>
                      <a:pt x="665" y="43"/>
                      <a:pt x="815" y="22"/>
                    </a:cubicBezTo>
                    <a:cubicBezTo>
                      <a:pt x="965" y="0"/>
                      <a:pt x="1036" y="36"/>
                      <a:pt x="1187" y="43"/>
                    </a:cubicBezTo>
                    <a:cubicBezTo>
                      <a:pt x="1337" y="50"/>
                      <a:pt x="1365" y="29"/>
                      <a:pt x="1365" y="29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5" name="Freeform 2106">
                <a:extLst>
                  <a:ext uri="{FF2B5EF4-FFF2-40B4-BE49-F238E27FC236}">
                    <a16:creationId xmlns:a16="http://schemas.microsoft.com/office/drawing/2014/main" id="{E2D9499A-036B-4051-8B1A-037CDA1D5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735"/>
                <a:ext cx="242" cy="51"/>
              </a:xfrm>
              <a:custGeom>
                <a:avLst/>
                <a:gdLst>
                  <a:gd name="T0" fmla="*/ 1484 w 153"/>
                  <a:gd name="T1" fmla="*/ 260 h 32"/>
                  <a:gd name="T2" fmla="*/ 530 w 153"/>
                  <a:gd name="T3" fmla="*/ 104 h 32"/>
                  <a:gd name="T4" fmla="*/ 0 w 153"/>
                  <a:gd name="T5" fmla="*/ 0 h 32"/>
                  <a:gd name="T6" fmla="*/ 0 w 153"/>
                  <a:gd name="T7" fmla="*/ 312 h 32"/>
                  <a:gd name="T8" fmla="*/ 713 w 153"/>
                  <a:gd name="T9" fmla="*/ 295 h 32"/>
                  <a:gd name="T10" fmla="*/ 1196 w 153"/>
                  <a:gd name="T11" fmla="*/ 292 h 32"/>
                  <a:gd name="T12" fmla="*/ 1376 w 153"/>
                  <a:gd name="T13" fmla="*/ 295 h 32"/>
                  <a:gd name="T14" fmla="*/ 1476 w 153"/>
                  <a:gd name="T15" fmla="*/ 292 h 32"/>
                  <a:gd name="T16" fmla="*/ 1484 w 153"/>
                  <a:gd name="T17" fmla="*/ 26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32">
                    <a:moveTo>
                      <a:pt x="150" y="25"/>
                    </a:moveTo>
                    <a:cubicBezTo>
                      <a:pt x="136" y="21"/>
                      <a:pt x="84" y="12"/>
                      <a:pt x="54" y="10"/>
                    </a:cubicBezTo>
                    <a:cubicBezTo>
                      <a:pt x="33" y="9"/>
                      <a:pt x="13" y="3"/>
                      <a:pt x="0" y="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2"/>
                      <a:pt x="48" y="30"/>
                      <a:pt x="72" y="29"/>
                    </a:cubicBezTo>
                    <a:cubicBezTo>
                      <a:pt x="93" y="28"/>
                      <a:pt x="114" y="28"/>
                      <a:pt x="121" y="28"/>
                    </a:cubicBezTo>
                    <a:cubicBezTo>
                      <a:pt x="126" y="28"/>
                      <a:pt x="133" y="29"/>
                      <a:pt x="139" y="29"/>
                    </a:cubicBezTo>
                    <a:cubicBezTo>
                      <a:pt x="143" y="28"/>
                      <a:pt x="146" y="28"/>
                      <a:pt x="149" y="28"/>
                    </a:cubicBezTo>
                    <a:cubicBezTo>
                      <a:pt x="151" y="28"/>
                      <a:pt x="153" y="26"/>
                      <a:pt x="150" y="25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6" name="Freeform 2107">
                <a:extLst>
                  <a:ext uri="{FF2B5EF4-FFF2-40B4-BE49-F238E27FC236}">
                    <a16:creationId xmlns:a16="http://schemas.microsoft.com/office/drawing/2014/main" id="{F42599E5-A96F-4741-8872-9D5D0F318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735"/>
                <a:ext cx="242" cy="51"/>
              </a:xfrm>
              <a:custGeom>
                <a:avLst/>
                <a:gdLst>
                  <a:gd name="T0" fmla="*/ 0 w 153"/>
                  <a:gd name="T1" fmla="*/ 312 h 32"/>
                  <a:gd name="T2" fmla="*/ 713 w 153"/>
                  <a:gd name="T3" fmla="*/ 295 h 32"/>
                  <a:gd name="T4" fmla="*/ 1196 w 153"/>
                  <a:gd name="T5" fmla="*/ 292 h 32"/>
                  <a:gd name="T6" fmla="*/ 1376 w 153"/>
                  <a:gd name="T7" fmla="*/ 295 h 32"/>
                  <a:gd name="T8" fmla="*/ 1476 w 153"/>
                  <a:gd name="T9" fmla="*/ 292 h 32"/>
                  <a:gd name="T10" fmla="*/ 1484 w 153"/>
                  <a:gd name="T11" fmla="*/ 260 h 32"/>
                  <a:gd name="T12" fmla="*/ 530 w 153"/>
                  <a:gd name="T13" fmla="*/ 104 h 32"/>
                  <a:gd name="T14" fmla="*/ 0 w 153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3" h="32">
                    <a:moveTo>
                      <a:pt x="0" y="30"/>
                    </a:moveTo>
                    <a:cubicBezTo>
                      <a:pt x="22" y="32"/>
                      <a:pt x="48" y="30"/>
                      <a:pt x="72" y="29"/>
                    </a:cubicBezTo>
                    <a:cubicBezTo>
                      <a:pt x="93" y="28"/>
                      <a:pt x="114" y="28"/>
                      <a:pt x="121" y="28"/>
                    </a:cubicBezTo>
                    <a:cubicBezTo>
                      <a:pt x="126" y="28"/>
                      <a:pt x="133" y="29"/>
                      <a:pt x="139" y="29"/>
                    </a:cubicBezTo>
                    <a:cubicBezTo>
                      <a:pt x="143" y="28"/>
                      <a:pt x="146" y="28"/>
                      <a:pt x="149" y="28"/>
                    </a:cubicBezTo>
                    <a:cubicBezTo>
                      <a:pt x="151" y="28"/>
                      <a:pt x="153" y="26"/>
                      <a:pt x="150" y="25"/>
                    </a:cubicBezTo>
                    <a:cubicBezTo>
                      <a:pt x="136" y="21"/>
                      <a:pt x="84" y="12"/>
                      <a:pt x="54" y="10"/>
                    </a:cubicBezTo>
                    <a:cubicBezTo>
                      <a:pt x="33" y="9"/>
                      <a:pt x="1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7" name="Freeform 2108">
                <a:extLst>
                  <a:ext uri="{FF2B5EF4-FFF2-40B4-BE49-F238E27FC236}">
                    <a16:creationId xmlns:a16="http://schemas.microsoft.com/office/drawing/2014/main" id="{977E7204-D9A5-4030-89A2-62501AF32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784"/>
                <a:ext cx="390" cy="62"/>
              </a:xfrm>
              <a:custGeom>
                <a:avLst/>
                <a:gdLst>
                  <a:gd name="T0" fmla="*/ 138 w 246"/>
                  <a:gd name="T1" fmla="*/ 13 h 39"/>
                  <a:gd name="T2" fmla="*/ 21 w 246"/>
                  <a:gd name="T3" fmla="*/ 21 h 39"/>
                  <a:gd name="T4" fmla="*/ 374 w 246"/>
                  <a:gd name="T5" fmla="*/ 151 h 39"/>
                  <a:gd name="T6" fmla="*/ 1232 w 246"/>
                  <a:gd name="T7" fmla="*/ 313 h 39"/>
                  <a:gd name="T8" fmla="*/ 1985 w 246"/>
                  <a:gd name="T9" fmla="*/ 356 h 39"/>
                  <a:gd name="T10" fmla="*/ 2451 w 246"/>
                  <a:gd name="T11" fmla="*/ 347 h 39"/>
                  <a:gd name="T12" fmla="*/ 2051 w 246"/>
                  <a:gd name="T13" fmla="*/ 184 h 39"/>
                  <a:gd name="T14" fmla="*/ 953 w 246"/>
                  <a:gd name="T15" fmla="*/ 0 h 39"/>
                  <a:gd name="T16" fmla="*/ 138 w 246"/>
                  <a:gd name="T17" fmla="*/ 1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6" h="39">
                    <a:moveTo>
                      <a:pt x="14" y="1"/>
                    </a:moveTo>
                    <a:cubicBezTo>
                      <a:pt x="4" y="1"/>
                      <a:pt x="0" y="1"/>
                      <a:pt x="2" y="2"/>
                    </a:cubicBezTo>
                    <a:cubicBezTo>
                      <a:pt x="9" y="6"/>
                      <a:pt x="19" y="9"/>
                      <a:pt x="37" y="15"/>
                    </a:cubicBezTo>
                    <a:cubicBezTo>
                      <a:pt x="61" y="22"/>
                      <a:pt x="81" y="26"/>
                      <a:pt x="123" y="31"/>
                    </a:cubicBezTo>
                    <a:cubicBezTo>
                      <a:pt x="164" y="35"/>
                      <a:pt x="172" y="34"/>
                      <a:pt x="198" y="35"/>
                    </a:cubicBezTo>
                    <a:cubicBezTo>
                      <a:pt x="223" y="35"/>
                      <a:pt x="245" y="39"/>
                      <a:pt x="245" y="34"/>
                    </a:cubicBezTo>
                    <a:cubicBezTo>
                      <a:pt x="246" y="30"/>
                      <a:pt x="228" y="22"/>
                      <a:pt x="205" y="18"/>
                    </a:cubicBezTo>
                    <a:cubicBezTo>
                      <a:pt x="181" y="13"/>
                      <a:pt x="123" y="0"/>
                      <a:pt x="95" y="0"/>
                    </a:cubicBezTo>
                    <a:cubicBezTo>
                      <a:pt x="76" y="0"/>
                      <a:pt x="37" y="2"/>
                      <a:pt x="14" y="1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8" name="Freeform 2109">
                <a:extLst>
                  <a:ext uri="{FF2B5EF4-FFF2-40B4-BE49-F238E27FC236}">
                    <a16:creationId xmlns:a16="http://schemas.microsoft.com/office/drawing/2014/main" id="{E734B819-F4B7-4F9E-9FB2-973329012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793"/>
                <a:ext cx="54" cy="8"/>
              </a:xfrm>
              <a:custGeom>
                <a:avLst/>
                <a:gdLst>
                  <a:gd name="T0" fmla="*/ 0 w 34"/>
                  <a:gd name="T1" fmla="*/ 0 h 5"/>
                  <a:gd name="T2" fmla="*/ 346 w 34"/>
                  <a:gd name="T3" fmla="*/ 1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">
                    <a:moveTo>
                      <a:pt x="0" y="0"/>
                    </a:moveTo>
                    <a:cubicBezTo>
                      <a:pt x="10" y="5"/>
                      <a:pt x="23" y="1"/>
                      <a:pt x="34" y="1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9" name="Freeform 2110">
                <a:extLst>
                  <a:ext uri="{FF2B5EF4-FFF2-40B4-BE49-F238E27FC236}">
                    <a16:creationId xmlns:a16="http://schemas.microsoft.com/office/drawing/2014/main" id="{924F9204-70B0-4806-8036-0D9E7A627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820"/>
                <a:ext cx="63" cy="18"/>
              </a:xfrm>
              <a:custGeom>
                <a:avLst/>
                <a:gdLst>
                  <a:gd name="T0" fmla="*/ 0 w 40"/>
                  <a:gd name="T1" fmla="*/ 47 h 11"/>
                  <a:gd name="T2" fmla="*/ 387 w 40"/>
                  <a:gd name="T3" fmla="*/ 56 h 11"/>
                  <a:gd name="T4" fmla="*/ 372 w 4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1">
                    <a:moveTo>
                      <a:pt x="0" y="4"/>
                    </a:moveTo>
                    <a:cubicBezTo>
                      <a:pt x="13" y="3"/>
                      <a:pt x="27" y="11"/>
                      <a:pt x="40" y="5"/>
                    </a:cubicBezTo>
                    <a:cubicBezTo>
                      <a:pt x="39" y="3"/>
                      <a:pt x="38" y="0"/>
                      <a:pt x="38" y="0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70" name="Oval 2111">
                <a:extLst>
                  <a:ext uri="{FF2B5EF4-FFF2-40B4-BE49-F238E27FC236}">
                    <a16:creationId xmlns:a16="http://schemas.microsoft.com/office/drawing/2014/main" id="{34FB8BEC-997B-4336-B34C-48C485A0B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" y="801"/>
                <a:ext cx="47" cy="18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71" name="Oval 2112">
                <a:extLst>
                  <a:ext uri="{FF2B5EF4-FFF2-40B4-BE49-F238E27FC236}">
                    <a16:creationId xmlns:a16="http://schemas.microsoft.com/office/drawing/2014/main" id="{8F543C59-E0CD-4A66-AADD-188E2393B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" y="797"/>
                <a:ext cx="4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72" name="Oval 2113">
                <a:extLst>
                  <a:ext uri="{FF2B5EF4-FFF2-40B4-BE49-F238E27FC236}">
                    <a16:creationId xmlns:a16="http://schemas.microsoft.com/office/drawing/2014/main" id="{65FEE53C-9A51-4CEC-981A-23B021FE7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" y="800"/>
                <a:ext cx="47" cy="17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73" name="Freeform 2114">
                <a:extLst>
                  <a:ext uri="{FF2B5EF4-FFF2-40B4-BE49-F238E27FC236}">
                    <a16:creationId xmlns:a16="http://schemas.microsoft.com/office/drawing/2014/main" id="{52282B64-0A16-402F-886A-545FB77C0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803"/>
                <a:ext cx="37" cy="13"/>
              </a:xfrm>
              <a:custGeom>
                <a:avLst/>
                <a:gdLst>
                  <a:gd name="T0" fmla="*/ 0 w 23"/>
                  <a:gd name="T1" fmla="*/ 55 h 8"/>
                  <a:gd name="T2" fmla="*/ 0 w 23"/>
                  <a:gd name="T3" fmla="*/ 68 h 8"/>
                  <a:gd name="T4" fmla="*/ 109 w 23"/>
                  <a:gd name="T5" fmla="*/ 89 h 8"/>
                  <a:gd name="T6" fmla="*/ 251 w 23"/>
                  <a:gd name="T7" fmla="*/ 47 h 8"/>
                  <a:gd name="T8" fmla="*/ 233 w 23"/>
                  <a:gd name="T9" fmla="*/ 34 h 8"/>
                  <a:gd name="T10" fmla="*/ 129 w 23"/>
                  <a:gd name="T11" fmla="*/ 0 h 8"/>
                  <a:gd name="T12" fmla="*/ 0 w 23"/>
                  <a:gd name="T13" fmla="*/ 5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6" y="8"/>
                      <a:pt x="10" y="8"/>
                    </a:cubicBezTo>
                    <a:cubicBezTo>
                      <a:pt x="17" y="8"/>
                      <a:pt x="23" y="6"/>
                      <a:pt x="23" y="4"/>
                    </a:cubicBezTo>
                    <a:cubicBezTo>
                      <a:pt x="23" y="3"/>
                      <a:pt x="23" y="3"/>
                      <a:pt x="22" y="3"/>
                    </a:cubicBezTo>
                    <a:cubicBezTo>
                      <a:pt x="20" y="1"/>
                      <a:pt x="17" y="0"/>
                      <a:pt x="12" y="0"/>
                    </a:cubicBezTo>
                    <a:cubicBezTo>
                      <a:pt x="5" y="0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74" name="Oval 2115">
                <a:extLst>
                  <a:ext uri="{FF2B5EF4-FFF2-40B4-BE49-F238E27FC236}">
                    <a16:creationId xmlns:a16="http://schemas.microsoft.com/office/drawing/2014/main" id="{0F15416B-042E-450C-83DF-34B3BE869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80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75" name="Freeform 2116">
                <a:extLst>
                  <a:ext uri="{FF2B5EF4-FFF2-40B4-BE49-F238E27FC236}">
                    <a16:creationId xmlns:a16="http://schemas.microsoft.com/office/drawing/2014/main" id="{3F807B76-B9A0-41CA-B923-61B3A77CD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809"/>
                <a:ext cx="27" cy="8"/>
              </a:xfrm>
              <a:custGeom>
                <a:avLst/>
                <a:gdLst>
                  <a:gd name="T0" fmla="*/ 172 w 17"/>
                  <a:gd name="T1" fmla="*/ 0 h 5"/>
                  <a:gd name="T2" fmla="*/ 0 w 17"/>
                  <a:gd name="T3" fmla="*/ 42 h 5"/>
                  <a:gd name="T4" fmla="*/ 172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cubicBezTo>
                      <a:pt x="14" y="4"/>
                      <a:pt x="6" y="5"/>
                      <a:pt x="0" y="4"/>
                    </a:cubicBezTo>
                    <a:cubicBezTo>
                      <a:pt x="4" y="4"/>
                      <a:pt x="12" y="3"/>
                      <a:pt x="17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76" name="Freeform 2117">
                <a:extLst>
                  <a:ext uri="{FF2B5EF4-FFF2-40B4-BE49-F238E27FC236}">
                    <a16:creationId xmlns:a16="http://schemas.microsoft.com/office/drawing/2014/main" id="{CA95D740-ED25-4333-8202-9326DD3ED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784"/>
                <a:ext cx="390" cy="62"/>
              </a:xfrm>
              <a:custGeom>
                <a:avLst/>
                <a:gdLst>
                  <a:gd name="T0" fmla="*/ 138 w 246"/>
                  <a:gd name="T1" fmla="*/ 13 h 39"/>
                  <a:gd name="T2" fmla="*/ 21 w 246"/>
                  <a:gd name="T3" fmla="*/ 21 h 39"/>
                  <a:gd name="T4" fmla="*/ 374 w 246"/>
                  <a:gd name="T5" fmla="*/ 151 h 39"/>
                  <a:gd name="T6" fmla="*/ 1232 w 246"/>
                  <a:gd name="T7" fmla="*/ 313 h 39"/>
                  <a:gd name="T8" fmla="*/ 1985 w 246"/>
                  <a:gd name="T9" fmla="*/ 356 h 39"/>
                  <a:gd name="T10" fmla="*/ 2451 w 246"/>
                  <a:gd name="T11" fmla="*/ 347 h 39"/>
                  <a:gd name="T12" fmla="*/ 2051 w 246"/>
                  <a:gd name="T13" fmla="*/ 184 h 39"/>
                  <a:gd name="T14" fmla="*/ 953 w 246"/>
                  <a:gd name="T15" fmla="*/ 0 h 39"/>
                  <a:gd name="T16" fmla="*/ 138 w 246"/>
                  <a:gd name="T17" fmla="*/ 1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6" h="39">
                    <a:moveTo>
                      <a:pt x="14" y="1"/>
                    </a:moveTo>
                    <a:cubicBezTo>
                      <a:pt x="4" y="1"/>
                      <a:pt x="0" y="1"/>
                      <a:pt x="2" y="2"/>
                    </a:cubicBezTo>
                    <a:cubicBezTo>
                      <a:pt x="9" y="6"/>
                      <a:pt x="19" y="9"/>
                      <a:pt x="37" y="15"/>
                    </a:cubicBezTo>
                    <a:cubicBezTo>
                      <a:pt x="61" y="22"/>
                      <a:pt x="81" y="26"/>
                      <a:pt x="123" y="31"/>
                    </a:cubicBezTo>
                    <a:cubicBezTo>
                      <a:pt x="164" y="35"/>
                      <a:pt x="172" y="34"/>
                      <a:pt x="198" y="35"/>
                    </a:cubicBezTo>
                    <a:cubicBezTo>
                      <a:pt x="223" y="35"/>
                      <a:pt x="245" y="39"/>
                      <a:pt x="245" y="34"/>
                    </a:cubicBezTo>
                    <a:cubicBezTo>
                      <a:pt x="246" y="30"/>
                      <a:pt x="228" y="22"/>
                      <a:pt x="205" y="18"/>
                    </a:cubicBezTo>
                    <a:cubicBezTo>
                      <a:pt x="181" y="13"/>
                      <a:pt x="123" y="0"/>
                      <a:pt x="95" y="0"/>
                    </a:cubicBezTo>
                    <a:cubicBezTo>
                      <a:pt x="76" y="0"/>
                      <a:pt x="37" y="2"/>
                      <a:pt x="14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77" name="Freeform 2118">
                <a:extLst>
                  <a:ext uri="{FF2B5EF4-FFF2-40B4-BE49-F238E27FC236}">
                    <a16:creationId xmlns:a16="http://schemas.microsoft.com/office/drawing/2014/main" id="{F8E165C4-EB85-4955-9F77-447D22A47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800"/>
                <a:ext cx="434" cy="54"/>
              </a:xfrm>
              <a:custGeom>
                <a:avLst/>
                <a:gdLst>
                  <a:gd name="T0" fmla="*/ 40 w 274"/>
                  <a:gd name="T1" fmla="*/ 151 h 34"/>
                  <a:gd name="T2" fmla="*/ 529 w 274"/>
                  <a:gd name="T3" fmla="*/ 313 h 34"/>
                  <a:gd name="T4" fmla="*/ 1586 w 274"/>
                  <a:gd name="T5" fmla="*/ 273 h 34"/>
                  <a:gd name="T6" fmla="*/ 2240 w 274"/>
                  <a:gd name="T7" fmla="*/ 237 h 34"/>
                  <a:gd name="T8" fmla="*/ 2457 w 274"/>
                  <a:gd name="T9" fmla="*/ 141 h 34"/>
                  <a:gd name="T10" fmla="*/ 2716 w 274"/>
                  <a:gd name="T11" fmla="*/ 64 h 34"/>
                  <a:gd name="T12" fmla="*/ 1685 w 274"/>
                  <a:gd name="T13" fmla="*/ 52 h 34"/>
                  <a:gd name="T14" fmla="*/ 550 w 274"/>
                  <a:gd name="T15" fmla="*/ 121 h 34"/>
                  <a:gd name="T16" fmla="*/ 40 w 274"/>
                  <a:gd name="T17" fmla="*/ 151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4" h="34">
                    <a:moveTo>
                      <a:pt x="4" y="15"/>
                    </a:moveTo>
                    <a:cubicBezTo>
                      <a:pt x="7" y="18"/>
                      <a:pt x="17" y="27"/>
                      <a:pt x="53" y="31"/>
                    </a:cubicBezTo>
                    <a:cubicBezTo>
                      <a:pt x="89" y="34"/>
                      <a:pt x="131" y="31"/>
                      <a:pt x="159" y="27"/>
                    </a:cubicBezTo>
                    <a:cubicBezTo>
                      <a:pt x="187" y="24"/>
                      <a:pt x="210" y="26"/>
                      <a:pt x="225" y="23"/>
                    </a:cubicBezTo>
                    <a:cubicBezTo>
                      <a:pt x="233" y="22"/>
                      <a:pt x="239" y="17"/>
                      <a:pt x="246" y="14"/>
                    </a:cubicBezTo>
                    <a:cubicBezTo>
                      <a:pt x="253" y="11"/>
                      <a:pt x="274" y="9"/>
                      <a:pt x="273" y="6"/>
                    </a:cubicBezTo>
                    <a:cubicBezTo>
                      <a:pt x="272" y="0"/>
                      <a:pt x="214" y="4"/>
                      <a:pt x="169" y="5"/>
                    </a:cubicBezTo>
                    <a:cubicBezTo>
                      <a:pt x="123" y="7"/>
                      <a:pt x="76" y="9"/>
                      <a:pt x="55" y="12"/>
                    </a:cubicBezTo>
                    <a:cubicBezTo>
                      <a:pt x="34" y="15"/>
                      <a:pt x="0" y="11"/>
                      <a:pt x="4" y="15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78" name="Freeform 2119">
                <a:extLst>
                  <a:ext uri="{FF2B5EF4-FFF2-40B4-BE49-F238E27FC236}">
                    <a16:creationId xmlns:a16="http://schemas.microsoft.com/office/drawing/2014/main" id="{EA3EFAC6-3CD7-4997-AA52-CD7219668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827"/>
                <a:ext cx="65" cy="14"/>
              </a:xfrm>
              <a:custGeom>
                <a:avLst/>
                <a:gdLst>
                  <a:gd name="T0" fmla="*/ 0 w 41"/>
                  <a:gd name="T1" fmla="*/ 47 h 9"/>
                  <a:gd name="T2" fmla="*/ 409 w 4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9">
                    <a:moveTo>
                      <a:pt x="0" y="5"/>
                    </a:moveTo>
                    <a:cubicBezTo>
                      <a:pt x="11" y="7"/>
                      <a:pt x="32" y="9"/>
                      <a:pt x="41" y="0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79" name="Freeform 2120">
                <a:extLst>
                  <a:ext uri="{FF2B5EF4-FFF2-40B4-BE49-F238E27FC236}">
                    <a16:creationId xmlns:a16="http://schemas.microsoft.com/office/drawing/2014/main" id="{D224CA88-5644-4F5E-A172-A5475F5E7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812"/>
                <a:ext cx="71" cy="18"/>
              </a:xfrm>
              <a:custGeom>
                <a:avLst/>
                <a:gdLst>
                  <a:gd name="T0" fmla="*/ 0 w 45"/>
                  <a:gd name="T1" fmla="*/ 115 h 11"/>
                  <a:gd name="T2" fmla="*/ 257 w 45"/>
                  <a:gd name="T3" fmla="*/ 115 h 11"/>
                  <a:gd name="T4" fmla="*/ 440 w 4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1">
                    <a:moveTo>
                      <a:pt x="0" y="10"/>
                    </a:moveTo>
                    <a:cubicBezTo>
                      <a:pt x="9" y="7"/>
                      <a:pt x="18" y="11"/>
                      <a:pt x="26" y="10"/>
                    </a:cubicBezTo>
                    <a:cubicBezTo>
                      <a:pt x="34" y="9"/>
                      <a:pt x="39" y="3"/>
                      <a:pt x="45" y="0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80" name="Oval 2121">
                <a:extLst>
                  <a:ext uri="{FF2B5EF4-FFF2-40B4-BE49-F238E27FC236}">
                    <a16:creationId xmlns:a16="http://schemas.microsoft.com/office/drawing/2014/main" id="{87BFEE14-11E9-4A14-88C7-8FCD03DA0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0" y="822"/>
                <a:ext cx="48" cy="17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81" name="Oval 2122">
                <a:extLst>
                  <a:ext uri="{FF2B5EF4-FFF2-40B4-BE49-F238E27FC236}">
                    <a16:creationId xmlns:a16="http://schemas.microsoft.com/office/drawing/2014/main" id="{122A058F-54BB-43AF-9D22-3AFEA349D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819"/>
                <a:ext cx="4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82" name="Oval 2123">
                <a:extLst>
                  <a:ext uri="{FF2B5EF4-FFF2-40B4-BE49-F238E27FC236}">
                    <a16:creationId xmlns:a16="http://schemas.microsoft.com/office/drawing/2014/main" id="{F619EF89-9E7E-4352-82D3-543D1ECAC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7" y="820"/>
                <a:ext cx="47" cy="18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83" name="Freeform 2124">
                <a:extLst>
                  <a:ext uri="{FF2B5EF4-FFF2-40B4-BE49-F238E27FC236}">
                    <a16:creationId xmlns:a16="http://schemas.microsoft.com/office/drawing/2014/main" id="{C65FEEFF-0AF7-428C-8676-E9771358F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825"/>
                <a:ext cx="36" cy="11"/>
              </a:xfrm>
              <a:custGeom>
                <a:avLst/>
                <a:gdLst>
                  <a:gd name="T0" fmla="*/ 0 w 23"/>
                  <a:gd name="T1" fmla="*/ 35 h 7"/>
                  <a:gd name="T2" fmla="*/ 0 w 23"/>
                  <a:gd name="T3" fmla="*/ 49 h 7"/>
                  <a:gd name="T4" fmla="*/ 95 w 23"/>
                  <a:gd name="T5" fmla="*/ 66 h 7"/>
                  <a:gd name="T6" fmla="*/ 216 w 23"/>
                  <a:gd name="T7" fmla="*/ 31 h 7"/>
                  <a:gd name="T8" fmla="*/ 203 w 23"/>
                  <a:gd name="T9" fmla="*/ 20 h 7"/>
                  <a:gd name="T10" fmla="*/ 116 w 23"/>
                  <a:gd name="T11" fmla="*/ 0 h 7"/>
                  <a:gd name="T12" fmla="*/ 0 w 23"/>
                  <a:gd name="T13" fmla="*/ 3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7">
                    <a:moveTo>
                      <a:pt x="0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7"/>
                      <a:pt x="10" y="7"/>
                    </a:cubicBezTo>
                    <a:cubicBezTo>
                      <a:pt x="17" y="7"/>
                      <a:pt x="23" y="5"/>
                      <a:pt x="23" y="3"/>
                    </a:cubicBezTo>
                    <a:cubicBezTo>
                      <a:pt x="23" y="2"/>
                      <a:pt x="23" y="2"/>
                      <a:pt x="22" y="2"/>
                    </a:cubicBezTo>
                    <a:cubicBezTo>
                      <a:pt x="20" y="0"/>
                      <a:pt x="16" y="0"/>
                      <a:pt x="12" y="0"/>
                    </a:cubicBezTo>
                    <a:cubicBezTo>
                      <a:pt x="5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84" name="Oval 2125">
                <a:extLst>
                  <a:ext uri="{FF2B5EF4-FFF2-40B4-BE49-F238E27FC236}">
                    <a16:creationId xmlns:a16="http://schemas.microsoft.com/office/drawing/2014/main" id="{A67C08F8-B5F0-4EE6-9E5B-A7B5C7414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0" y="823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85" name="Oval 2126">
                <a:extLst>
                  <a:ext uri="{FF2B5EF4-FFF2-40B4-BE49-F238E27FC236}">
                    <a16:creationId xmlns:a16="http://schemas.microsoft.com/office/drawing/2014/main" id="{FED90124-60CE-4C09-862D-8DA6BED15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7" y="82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86" name="Freeform 2127">
                <a:extLst>
                  <a:ext uri="{FF2B5EF4-FFF2-40B4-BE49-F238E27FC236}">
                    <a16:creationId xmlns:a16="http://schemas.microsoft.com/office/drawing/2014/main" id="{ED7354D0-0A54-4A41-BF35-21F0F518C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830"/>
                <a:ext cx="27" cy="8"/>
              </a:xfrm>
              <a:custGeom>
                <a:avLst/>
                <a:gdLst>
                  <a:gd name="T0" fmla="*/ 172 w 17"/>
                  <a:gd name="T1" fmla="*/ 0 h 5"/>
                  <a:gd name="T2" fmla="*/ 0 w 17"/>
                  <a:gd name="T3" fmla="*/ 42 h 5"/>
                  <a:gd name="T4" fmla="*/ 172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cubicBezTo>
                      <a:pt x="14" y="5"/>
                      <a:pt x="6" y="5"/>
                      <a:pt x="0" y="4"/>
                    </a:cubicBezTo>
                    <a:cubicBezTo>
                      <a:pt x="4" y="4"/>
                      <a:pt x="12" y="3"/>
                      <a:pt x="17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87" name="Freeform 2128">
                <a:extLst>
                  <a:ext uri="{FF2B5EF4-FFF2-40B4-BE49-F238E27FC236}">
                    <a16:creationId xmlns:a16="http://schemas.microsoft.com/office/drawing/2014/main" id="{8AF4A4D4-9B3F-4B91-AE4E-53C753371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800"/>
                <a:ext cx="434" cy="54"/>
              </a:xfrm>
              <a:custGeom>
                <a:avLst/>
                <a:gdLst>
                  <a:gd name="T0" fmla="*/ 40 w 274"/>
                  <a:gd name="T1" fmla="*/ 151 h 34"/>
                  <a:gd name="T2" fmla="*/ 529 w 274"/>
                  <a:gd name="T3" fmla="*/ 313 h 34"/>
                  <a:gd name="T4" fmla="*/ 1586 w 274"/>
                  <a:gd name="T5" fmla="*/ 273 h 34"/>
                  <a:gd name="T6" fmla="*/ 2240 w 274"/>
                  <a:gd name="T7" fmla="*/ 237 h 34"/>
                  <a:gd name="T8" fmla="*/ 2457 w 274"/>
                  <a:gd name="T9" fmla="*/ 141 h 34"/>
                  <a:gd name="T10" fmla="*/ 2716 w 274"/>
                  <a:gd name="T11" fmla="*/ 64 h 34"/>
                  <a:gd name="T12" fmla="*/ 1685 w 274"/>
                  <a:gd name="T13" fmla="*/ 52 h 34"/>
                  <a:gd name="T14" fmla="*/ 550 w 274"/>
                  <a:gd name="T15" fmla="*/ 121 h 34"/>
                  <a:gd name="T16" fmla="*/ 40 w 274"/>
                  <a:gd name="T17" fmla="*/ 151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4" h="34">
                    <a:moveTo>
                      <a:pt x="4" y="15"/>
                    </a:moveTo>
                    <a:cubicBezTo>
                      <a:pt x="7" y="18"/>
                      <a:pt x="17" y="27"/>
                      <a:pt x="53" y="31"/>
                    </a:cubicBezTo>
                    <a:cubicBezTo>
                      <a:pt x="89" y="34"/>
                      <a:pt x="131" y="31"/>
                      <a:pt x="159" y="27"/>
                    </a:cubicBezTo>
                    <a:cubicBezTo>
                      <a:pt x="187" y="24"/>
                      <a:pt x="210" y="26"/>
                      <a:pt x="225" y="23"/>
                    </a:cubicBezTo>
                    <a:cubicBezTo>
                      <a:pt x="233" y="22"/>
                      <a:pt x="239" y="17"/>
                      <a:pt x="246" y="14"/>
                    </a:cubicBezTo>
                    <a:cubicBezTo>
                      <a:pt x="253" y="11"/>
                      <a:pt x="274" y="9"/>
                      <a:pt x="273" y="6"/>
                    </a:cubicBezTo>
                    <a:cubicBezTo>
                      <a:pt x="272" y="0"/>
                      <a:pt x="214" y="4"/>
                      <a:pt x="169" y="5"/>
                    </a:cubicBezTo>
                    <a:cubicBezTo>
                      <a:pt x="123" y="7"/>
                      <a:pt x="76" y="9"/>
                      <a:pt x="55" y="12"/>
                    </a:cubicBezTo>
                    <a:cubicBezTo>
                      <a:pt x="34" y="15"/>
                      <a:pt x="0" y="11"/>
                      <a:pt x="4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88" name="Freeform 2129">
                <a:extLst>
                  <a:ext uri="{FF2B5EF4-FFF2-40B4-BE49-F238E27FC236}">
                    <a16:creationId xmlns:a16="http://schemas.microsoft.com/office/drawing/2014/main" id="{8F96D3DC-F09F-4CEE-9277-738E396EF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789"/>
                <a:ext cx="436" cy="53"/>
              </a:xfrm>
              <a:custGeom>
                <a:avLst/>
                <a:gdLst>
                  <a:gd name="T0" fmla="*/ 239 w 275"/>
                  <a:gd name="T1" fmla="*/ 182 h 34"/>
                  <a:gd name="T2" fmla="*/ 13 w 275"/>
                  <a:gd name="T3" fmla="*/ 243 h 34"/>
                  <a:gd name="T4" fmla="*/ 682 w 275"/>
                  <a:gd name="T5" fmla="*/ 304 h 34"/>
                  <a:gd name="T6" fmla="*/ 1825 w 275"/>
                  <a:gd name="T7" fmla="*/ 231 h 34"/>
                  <a:gd name="T8" fmla="*/ 2446 w 275"/>
                  <a:gd name="T9" fmla="*/ 168 h 34"/>
                  <a:gd name="T10" fmla="*/ 2599 w 275"/>
                  <a:gd name="T11" fmla="*/ 47 h 34"/>
                  <a:gd name="T12" fmla="*/ 1264 w 275"/>
                  <a:gd name="T13" fmla="*/ 30 h 34"/>
                  <a:gd name="T14" fmla="*/ 239 w 275"/>
                  <a:gd name="T15" fmla="*/ 182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5" h="34">
                    <a:moveTo>
                      <a:pt x="24" y="20"/>
                    </a:moveTo>
                    <a:cubicBezTo>
                      <a:pt x="15" y="23"/>
                      <a:pt x="0" y="23"/>
                      <a:pt x="1" y="26"/>
                    </a:cubicBezTo>
                    <a:cubicBezTo>
                      <a:pt x="3" y="31"/>
                      <a:pt x="35" y="34"/>
                      <a:pt x="68" y="33"/>
                    </a:cubicBezTo>
                    <a:cubicBezTo>
                      <a:pt x="102" y="33"/>
                      <a:pt x="149" y="29"/>
                      <a:pt x="182" y="25"/>
                    </a:cubicBezTo>
                    <a:cubicBezTo>
                      <a:pt x="214" y="21"/>
                      <a:pt x="230" y="27"/>
                      <a:pt x="244" y="18"/>
                    </a:cubicBezTo>
                    <a:cubicBezTo>
                      <a:pt x="257" y="9"/>
                      <a:pt x="275" y="7"/>
                      <a:pt x="259" y="5"/>
                    </a:cubicBezTo>
                    <a:cubicBezTo>
                      <a:pt x="243" y="3"/>
                      <a:pt x="174" y="0"/>
                      <a:pt x="126" y="3"/>
                    </a:cubicBezTo>
                    <a:cubicBezTo>
                      <a:pt x="92" y="6"/>
                      <a:pt x="48" y="14"/>
                      <a:pt x="24" y="20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89" name="Freeform 2130">
                <a:extLst>
                  <a:ext uri="{FF2B5EF4-FFF2-40B4-BE49-F238E27FC236}">
                    <a16:creationId xmlns:a16="http://schemas.microsoft.com/office/drawing/2014/main" id="{FB7C93AE-FB9A-4372-A84F-7145C67A5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800"/>
                <a:ext cx="94" cy="20"/>
              </a:xfrm>
              <a:custGeom>
                <a:avLst/>
                <a:gdLst>
                  <a:gd name="T0" fmla="*/ 0 w 59"/>
                  <a:gd name="T1" fmla="*/ 114 h 13"/>
                  <a:gd name="T2" fmla="*/ 394 w 59"/>
                  <a:gd name="T3" fmla="*/ 83 h 13"/>
                  <a:gd name="T4" fmla="*/ 607 w 59"/>
                  <a:gd name="T5" fmla="*/ 0 h 13"/>
                  <a:gd name="T6" fmla="*/ 315 w 59"/>
                  <a:gd name="T7" fmla="*/ 1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3">
                    <a:moveTo>
                      <a:pt x="0" y="13"/>
                    </a:moveTo>
                    <a:cubicBezTo>
                      <a:pt x="12" y="10"/>
                      <a:pt x="25" y="12"/>
                      <a:pt x="38" y="10"/>
                    </a:cubicBezTo>
                    <a:cubicBezTo>
                      <a:pt x="43" y="9"/>
                      <a:pt x="57" y="5"/>
                      <a:pt x="59" y="0"/>
                    </a:cubicBezTo>
                    <a:cubicBezTo>
                      <a:pt x="49" y="3"/>
                      <a:pt x="41" y="1"/>
                      <a:pt x="31" y="2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0" name="Oval 2131">
                <a:extLst>
                  <a:ext uri="{FF2B5EF4-FFF2-40B4-BE49-F238E27FC236}">
                    <a16:creationId xmlns:a16="http://schemas.microsoft.com/office/drawing/2014/main" id="{CAD29D98-D496-426C-BFAE-02C7F8FFE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805"/>
                <a:ext cx="47" cy="17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91" name="Oval 2132">
                <a:extLst>
                  <a:ext uri="{FF2B5EF4-FFF2-40B4-BE49-F238E27FC236}">
                    <a16:creationId xmlns:a16="http://schemas.microsoft.com/office/drawing/2014/main" id="{D6228834-8811-4782-B9B4-1683A03B1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801"/>
                <a:ext cx="4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92" name="Oval 2133">
                <a:extLst>
                  <a:ext uri="{FF2B5EF4-FFF2-40B4-BE49-F238E27FC236}">
                    <a16:creationId xmlns:a16="http://schemas.microsoft.com/office/drawing/2014/main" id="{05F80D57-480F-4B6A-8FFB-ED7633838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803"/>
                <a:ext cx="48" cy="17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93" name="Freeform 2134">
                <a:extLst>
                  <a:ext uri="{FF2B5EF4-FFF2-40B4-BE49-F238E27FC236}">
                    <a16:creationId xmlns:a16="http://schemas.microsoft.com/office/drawing/2014/main" id="{AA40D067-74F8-44A1-B7F7-BFBF4AE9D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808"/>
                <a:ext cx="36" cy="11"/>
              </a:xfrm>
              <a:custGeom>
                <a:avLst/>
                <a:gdLst>
                  <a:gd name="T0" fmla="*/ 0 w 23"/>
                  <a:gd name="T1" fmla="*/ 35 h 7"/>
                  <a:gd name="T2" fmla="*/ 0 w 23"/>
                  <a:gd name="T3" fmla="*/ 49 h 7"/>
                  <a:gd name="T4" fmla="*/ 103 w 23"/>
                  <a:gd name="T5" fmla="*/ 66 h 7"/>
                  <a:gd name="T6" fmla="*/ 216 w 23"/>
                  <a:gd name="T7" fmla="*/ 31 h 7"/>
                  <a:gd name="T8" fmla="*/ 216 w 23"/>
                  <a:gd name="T9" fmla="*/ 20 h 7"/>
                  <a:gd name="T10" fmla="*/ 116 w 23"/>
                  <a:gd name="T11" fmla="*/ 0 h 7"/>
                  <a:gd name="T12" fmla="*/ 0 w 23"/>
                  <a:gd name="T13" fmla="*/ 3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7">
                    <a:moveTo>
                      <a:pt x="0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6" y="7"/>
                      <a:pt x="11" y="7"/>
                    </a:cubicBezTo>
                    <a:cubicBezTo>
                      <a:pt x="18" y="7"/>
                      <a:pt x="23" y="5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1" y="1"/>
                      <a:pt x="17" y="0"/>
                      <a:pt x="12" y="0"/>
                    </a:cubicBezTo>
                    <a:cubicBezTo>
                      <a:pt x="6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4" name="Oval 2135">
                <a:extLst>
                  <a:ext uri="{FF2B5EF4-FFF2-40B4-BE49-F238E27FC236}">
                    <a16:creationId xmlns:a16="http://schemas.microsoft.com/office/drawing/2014/main" id="{6A1547E2-A3D4-4988-AD08-2C2B7623E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3" y="80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95" name="Oval 2136">
                <a:extLst>
                  <a:ext uri="{FF2B5EF4-FFF2-40B4-BE49-F238E27FC236}">
                    <a16:creationId xmlns:a16="http://schemas.microsoft.com/office/drawing/2014/main" id="{813C637B-6649-4443-9EB1-E9C13A421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806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996" name="Freeform 2137">
                <a:extLst>
                  <a:ext uri="{FF2B5EF4-FFF2-40B4-BE49-F238E27FC236}">
                    <a16:creationId xmlns:a16="http://schemas.microsoft.com/office/drawing/2014/main" id="{4382871C-D564-4578-BDD2-FC5B02DD7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812"/>
                <a:ext cx="27" cy="8"/>
              </a:xfrm>
              <a:custGeom>
                <a:avLst/>
                <a:gdLst>
                  <a:gd name="T0" fmla="*/ 172 w 17"/>
                  <a:gd name="T1" fmla="*/ 0 h 5"/>
                  <a:gd name="T2" fmla="*/ 0 w 17"/>
                  <a:gd name="T3" fmla="*/ 42 h 5"/>
                  <a:gd name="T4" fmla="*/ 172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cubicBezTo>
                      <a:pt x="14" y="5"/>
                      <a:pt x="6" y="5"/>
                      <a:pt x="0" y="4"/>
                    </a:cubicBezTo>
                    <a:cubicBezTo>
                      <a:pt x="4" y="4"/>
                      <a:pt x="12" y="3"/>
                      <a:pt x="17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7" name="Freeform 2138">
                <a:extLst>
                  <a:ext uri="{FF2B5EF4-FFF2-40B4-BE49-F238E27FC236}">
                    <a16:creationId xmlns:a16="http://schemas.microsoft.com/office/drawing/2014/main" id="{260FA691-4733-4999-B43B-E61B5B4D0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789"/>
                <a:ext cx="436" cy="53"/>
              </a:xfrm>
              <a:custGeom>
                <a:avLst/>
                <a:gdLst>
                  <a:gd name="T0" fmla="*/ 239 w 275"/>
                  <a:gd name="T1" fmla="*/ 182 h 34"/>
                  <a:gd name="T2" fmla="*/ 13 w 275"/>
                  <a:gd name="T3" fmla="*/ 243 h 34"/>
                  <a:gd name="T4" fmla="*/ 682 w 275"/>
                  <a:gd name="T5" fmla="*/ 304 h 34"/>
                  <a:gd name="T6" fmla="*/ 1825 w 275"/>
                  <a:gd name="T7" fmla="*/ 231 h 34"/>
                  <a:gd name="T8" fmla="*/ 2446 w 275"/>
                  <a:gd name="T9" fmla="*/ 168 h 34"/>
                  <a:gd name="T10" fmla="*/ 2599 w 275"/>
                  <a:gd name="T11" fmla="*/ 47 h 34"/>
                  <a:gd name="T12" fmla="*/ 1264 w 275"/>
                  <a:gd name="T13" fmla="*/ 30 h 34"/>
                  <a:gd name="T14" fmla="*/ 239 w 275"/>
                  <a:gd name="T15" fmla="*/ 182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5" h="34">
                    <a:moveTo>
                      <a:pt x="24" y="20"/>
                    </a:moveTo>
                    <a:cubicBezTo>
                      <a:pt x="15" y="23"/>
                      <a:pt x="0" y="23"/>
                      <a:pt x="1" y="26"/>
                    </a:cubicBezTo>
                    <a:cubicBezTo>
                      <a:pt x="3" y="31"/>
                      <a:pt x="35" y="34"/>
                      <a:pt x="68" y="33"/>
                    </a:cubicBezTo>
                    <a:cubicBezTo>
                      <a:pt x="102" y="33"/>
                      <a:pt x="149" y="29"/>
                      <a:pt x="182" y="25"/>
                    </a:cubicBezTo>
                    <a:cubicBezTo>
                      <a:pt x="214" y="21"/>
                      <a:pt x="230" y="27"/>
                      <a:pt x="244" y="18"/>
                    </a:cubicBezTo>
                    <a:cubicBezTo>
                      <a:pt x="257" y="9"/>
                      <a:pt x="275" y="7"/>
                      <a:pt x="259" y="5"/>
                    </a:cubicBezTo>
                    <a:cubicBezTo>
                      <a:pt x="243" y="3"/>
                      <a:pt x="174" y="0"/>
                      <a:pt x="126" y="3"/>
                    </a:cubicBezTo>
                    <a:cubicBezTo>
                      <a:pt x="92" y="6"/>
                      <a:pt x="48" y="14"/>
                      <a:pt x="24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8" name="Freeform 2139">
                <a:extLst>
                  <a:ext uri="{FF2B5EF4-FFF2-40B4-BE49-F238E27FC236}">
                    <a16:creationId xmlns:a16="http://schemas.microsoft.com/office/drawing/2014/main" id="{F78796C0-089A-4861-A573-6FF529006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781"/>
                <a:ext cx="439" cy="63"/>
              </a:xfrm>
              <a:custGeom>
                <a:avLst/>
                <a:gdLst>
                  <a:gd name="T0" fmla="*/ 13 w 277"/>
                  <a:gd name="T1" fmla="*/ 266 h 40"/>
                  <a:gd name="T2" fmla="*/ 661 w 277"/>
                  <a:gd name="T3" fmla="*/ 353 h 40"/>
                  <a:gd name="T4" fmla="*/ 1529 w 277"/>
                  <a:gd name="T5" fmla="*/ 372 h 40"/>
                  <a:gd name="T6" fmla="*/ 2430 w 277"/>
                  <a:gd name="T7" fmla="*/ 254 h 40"/>
                  <a:gd name="T8" fmla="*/ 2731 w 277"/>
                  <a:gd name="T9" fmla="*/ 150 h 40"/>
                  <a:gd name="T10" fmla="*/ 2320 w 277"/>
                  <a:gd name="T11" fmla="*/ 124 h 40"/>
                  <a:gd name="T12" fmla="*/ 1122 w 277"/>
                  <a:gd name="T13" fmla="*/ 35 h 40"/>
                  <a:gd name="T14" fmla="*/ 322 w 277"/>
                  <a:gd name="T15" fmla="*/ 137 h 40"/>
                  <a:gd name="T16" fmla="*/ 13 w 277"/>
                  <a:gd name="T17" fmla="*/ 266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7" h="40">
                    <a:moveTo>
                      <a:pt x="1" y="27"/>
                    </a:moveTo>
                    <a:cubicBezTo>
                      <a:pt x="1" y="33"/>
                      <a:pt x="33" y="35"/>
                      <a:pt x="66" y="36"/>
                    </a:cubicBezTo>
                    <a:cubicBezTo>
                      <a:pt x="99" y="36"/>
                      <a:pt x="128" y="40"/>
                      <a:pt x="153" y="38"/>
                    </a:cubicBezTo>
                    <a:cubicBezTo>
                      <a:pt x="177" y="36"/>
                      <a:pt x="221" y="33"/>
                      <a:pt x="243" y="26"/>
                    </a:cubicBezTo>
                    <a:cubicBezTo>
                      <a:pt x="264" y="18"/>
                      <a:pt x="269" y="20"/>
                      <a:pt x="273" y="15"/>
                    </a:cubicBezTo>
                    <a:cubicBezTo>
                      <a:pt x="277" y="10"/>
                      <a:pt x="255" y="14"/>
                      <a:pt x="232" y="13"/>
                    </a:cubicBezTo>
                    <a:cubicBezTo>
                      <a:pt x="209" y="11"/>
                      <a:pt x="150" y="0"/>
                      <a:pt x="112" y="4"/>
                    </a:cubicBezTo>
                    <a:cubicBezTo>
                      <a:pt x="74" y="8"/>
                      <a:pt x="45" y="7"/>
                      <a:pt x="32" y="14"/>
                    </a:cubicBezTo>
                    <a:cubicBezTo>
                      <a:pt x="20" y="21"/>
                      <a:pt x="0" y="23"/>
                      <a:pt x="1" y="27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9" name="Freeform 2140">
                <a:extLst>
                  <a:ext uri="{FF2B5EF4-FFF2-40B4-BE49-F238E27FC236}">
                    <a16:creationId xmlns:a16="http://schemas.microsoft.com/office/drawing/2014/main" id="{5CED16F6-1FF9-4008-A1A8-7C8189DBB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803"/>
                <a:ext cx="117" cy="17"/>
              </a:xfrm>
              <a:custGeom>
                <a:avLst/>
                <a:gdLst>
                  <a:gd name="T0" fmla="*/ 0 w 74"/>
                  <a:gd name="T1" fmla="*/ 96 h 11"/>
                  <a:gd name="T2" fmla="*/ 335 w 74"/>
                  <a:gd name="T3" fmla="*/ 12 h 11"/>
                  <a:gd name="T4" fmla="*/ 732 w 74"/>
                  <a:gd name="T5" fmla="*/ 12 h 11"/>
                  <a:gd name="T6" fmla="*/ 278 w 74"/>
                  <a:gd name="T7" fmla="*/ 9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11">
                    <a:moveTo>
                      <a:pt x="0" y="11"/>
                    </a:moveTo>
                    <a:cubicBezTo>
                      <a:pt x="11" y="10"/>
                      <a:pt x="22" y="3"/>
                      <a:pt x="34" y="1"/>
                    </a:cubicBezTo>
                    <a:cubicBezTo>
                      <a:pt x="46" y="0"/>
                      <a:pt x="63" y="1"/>
                      <a:pt x="74" y="1"/>
                    </a:cubicBezTo>
                    <a:cubicBezTo>
                      <a:pt x="61" y="4"/>
                      <a:pt x="38" y="0"/>
                      <a:pt x="28" y="11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0" name="Oval 2141">
                <a:extLst>
                  <a:ext uri="{FF2B5EF4-FFF2-40B4-BE49-F238E27FC236}">
                    <a16:creationId xmlns:a16="http://schemas.microsoft.com/office/drawing/2014/main" id="{576F31B0-A1E3-4B4F-8147-C06ED58E1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805"/>
                <a:ext cx="47" cy="17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01" name="Oval 2142">
                <a:extLst>
                  <a:ext uri="{FF2B5EF4-FFF2-40B4-BE49-F238E27FC236}">
                    <a16:creationId xmlns:a16="http://schemas.microsoft.com/office/drawing/2014/main" id="{D556555C-B185-4A4E-A750-9EE2F2078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801"/>
                <a:ext cx="4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02" name="Oval 2143">
                <a:extLst>
                  <a:ext uri="{FF2B5EF4-FFF2-40B4-BE49-F238E27FC236}">
                    <a16:creationId xmlns:a16="http://schemas.microsoft.com/office/drawing/2014/main" id="{AF61FB82-5EBE-48C3-9E3F-1FF3577A2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803"/>
                <a:ext cx="48" cy="17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03" name="Freeform 2144">
                <a:extLst>
                  <a:ext uri="{FF2B5EF4-FFF2-40B4-BE49-F238E27FC236}">
                    <a16:creationId xmlns:a16="http://schemas.microsoft.com/office/drawing/2014/main" id="{A2BB5D04-4EB1-45B7-AB0D-3F26728C8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808"/>
                <a:ext cx="37" cy="11"/>
              </a:xfrm>
              <a:custGeom>
                <a:avLst/>
                <a:gdLst>
                  <a:gd name="T0" fmla="*/ 0 w 23"/>
                  <a:gd name="T1" fmla="*/ 35 h 7"/>
                  <a:gd name="T2" fmla="*/ 13 w 23"/>
                  <a:gd name="T3" fmla="*/ 49 h 7"/>
                  <a:gd name="T4" fmla="*/ 122 w 23"/>
                  <a:gd name="T5" fmla="*/ 66 h 7"/>
                  <a:gd name="T6" fmla="*/ 251 w 23"/>
                  <a:gd name="T7" fmla="*/ 31 h 7"/>
                  <a:gd name="T8" fmla="*/ 251 w 23"/>
                  <a:gd name="T9" fmla="*/ 20 h 7"/>
                  <a:gd name="T10" fmla="*/ 142 w 23"/>
                  <a:gd name="T11" fmla="*/ 0 h 7"/>
                  <a:gd name="T12" fmla="*/ 0 w 23"/>
                  <a:gd name="T13" fmla="*/ 3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7">
                    <a:moveTo>
                      <a:pt x="0" y="4"/>
                    </a:moveTo>
                    <a:cubicBezTo>
                      <a:pt x="0" y="5"/>
                      <a:pt x="0" y="5"/>
                      <a:pt x="1" y="5"/>
                    </a:cubicBezTo>
                    <a:cubicBezTo>
                      <a:pt x="3" y="7"/>
                      <a:pt x="7" y="7"/>
                      <a:pt x="11" y="7"/>
                    </a:cubicBezTo>
                    <a:cubicBezTo>
                      <a:pt x="18" y="7"/>
                      <a:pt x="23" y="5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1" y="1"/>
                      <a:pt x="17" y="0"/>
                      <a:pt x="13" y="0"/>
                    </a:cubicBezTo>
                    <a:cubicBezTo>
                      <a:pt x="6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4" name="Oval 2145">
                <a:extLst>
                  <a:ext uri="{FF2B5EF4-FFF2-40B4-BE49-F238E27FC236}">
                    <a16:creationId xmlns:a16="http://schemas.microsoft.com/office/drawing/2014/main" id="{0FEDB849-7EC9-4140-95E5-F27C5870E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80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05" name="Oval 2146">
                <a:extLst>
                  <a:ext uri="{FF2B5EF4-FFF2-40B4-BE49-F238E27FC236}">
                    <a16:creationId xmlns:a16="http://schemas.microsoft.com/office/drawing/2014/main" id="{E1ED7D74-D6AB-4D82-BEE3-7A22A53DD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8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06" name="Freeform 2147">
                <a:extLst>
                  <a:ext uri="{FF2B5EF4-FFF2-40B4-BE49-F238E27FC236}">
                    <a16:creationId xmlns:a16="http://schemas.microsoft.com/office/drawing/2014/main" id="{A1422CBC-9A79-413E-BA80-06D282F3D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812"/>
                <a:ext cx="27" cy="8"/>
              </a:xfrm>
              <a:custGeom>
                <a:avLst/>
                <a:gdLst>
                  <a:gd name="T0" fmla="*/ 172 w 17"/>
                  <a:gd name="T1" fmla="*/ 0 h 5"/>
                  <a:gd name="T2" fmla="*/ 0 w 17"/>
                  <a:gd name="T3" fmla="*/ 42 h 5"/>
                  <a:gd name="T4" fmla="*/ 172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cubicBezTo>
                      <a:pt x="15" y="5"/>
                      <a:pt x="6" y="5"/>
                      <a:pt x="0" y="4"/>
                    </a:cubicBezTo>
                    <a:cubicBezTo>
                      <a:pt x="5" y="4"/>
                      <a:pt x="13" y="3"/>
                      <a:pt x="17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7" name="Freeform 2148">
                <a:extLst>
                  <a:ext uri="{FF2B5EF4-FFF2-40B4-BE49-F238E27FC236}">
                    <a16:creationId xmlns:a16="http://schemas.microsoft.com/office/drawing/2014/main" id="{DC3E482E-D350-4DB3-8D14-F75C07DCC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781"/>
                <a:ext cx="439" cy="63"/>
              </a:xfrm>
              <a:custGeom>
                <a:avLst/>
                <a:gdLst>
                  <a:gd name="T0" fmla="*/ 13 w 277"/>
                  <a:gd name="T1" fmla="*/ 266 h 40"/>
                  <a:gd name="T2" fmla="*/ 661 w 277"/>
                  <a:gd name="T3" fmla="*/ 353 h 40"/>
                  <a:gd name="T4" fmla="*/ 1529 w 277"/>
                  <a:gd name="T5" fmla="*/ 372 h 40"/>
                  <a:gd name="T6" fmla="*/ 2430 w 277"/>
                  <a:gd name="T7" fmla="*/ 254 h 40"/>
                  <a:gd name="T8" fmla="*/ 2731 w 277"/>
                  <a:gd name="T9" fmla="*/ 150 h 40"/>
                  <a:gd name="T10" fmla="*/ 2320 w 277"/>
                  <a:gd name="T11" fmla="*/ 124 h 40"/>
                  <a:gd name="T12" fmla="*/ 1122 w 277"/>
                  <a:gd name="T13" fmla="*/ 35 h 40"/>
                  <a:gd name="T14" fmla="*/ 322 w 277"/>
                  <a:gd name="T15" fmla="*/ 137 h 40"/>
                  <a:gd name="T16" fmla="*/ 13 w 277"/>
                  <a:gd name="T17" fmla="*/ 266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7" h="40">
                    <a:moveTo>
                      <a:pt x="1" y="27"/>
                    </a:moveTo>
                    <a:cubicBezTo>
                      <a:pt x="1" y="33"/>
                      <a:pt x="33" y="35"/>
                      <a:pt x="66" y="36"/>
                    </a:cubicBezTo>
                    <a:cubicBezTo>
                      <a:pt x="99" y="36"/>
                      <a:pt x="128" y="40"/>
                      <a:pt x="153" y="38"/>
                    </a:cubicBezTo>
                    <a:cubicBezTo>
                      <a:pt x="177" y="36"/>
                      <a:pt x="221" y="33"/>
                      <a:pt x="243" y="26"/>
                    </a:cubicBezTo>
                    <a:cubicBezTo>
                      <a:pt x="264" y="18"/>
                      <a:pt x="269" y="20"/>
                      <a:pt x="273" y="15"/>
                    </a:cubicBezTo>
                    <a:cubicBezTo>
                      <a:pt x="277" y="10"/>
                      <a:pt x="255" y="14"/>
                      <a:pt x="232" y="13"/>
                    </a:cubicBezTo>
                    <a:cubicBezTo>
                      <a:pt x="209" y="11"/>
                      <a:pt x="150" y="0"/>
                      <a:pt x="112" y="4"/>
                    </a:cubicBezTo>
                    <a:cubicBezTo>
                      <a:pt x="74" y="8"/>
                      <a:pt x="45" y="7"/>
                      <a:pt x="32" y="14"/>
                    </a:cubicBezTo>
                    <a:cubicBezTo>
                      <a:pt x="20" y="21"/>
                      <a:pt x="0" y="23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8" name="Freeform 2149">
                <a:extLst>
                  <a:ext uri="{FF2B5EF4-FFF2-40B4-BE49-F238E27FC236}">
                    <a16:creationId xmlns:a16="http://schemas.microsoft.com/office/drawing/2014/main" id="{71BB0A31-723D-4E49-AF93-74CC7A752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778"/>
                <a:ext cx="366" cy="61"/>
              </a:xfrm>
              <a:custGeom>
                <a:avLst/>
                <a:gdLst>
                  <a:gd name="T0" fmla="*/ 2307 w 231"/>
                  <a:gd name="T1" fmla="*/ 31 h 39"/>
                  <a:gd name="T2" fmla="*/ 1706 w 231"/>
                  <a:gd name="T3" fmla="*/ 34 h 39"/>
                  <a:gd name="T4" fmla="*/ 585 w 231"/>
                  <a:gd name="T5" fmla="*/ 138 h 39"/>
                  <a:gd name="T6" fmla="*/ 0 w 231"/>
                  <a:gd name="T7" fmla="*/ 299 h 39"/>
                  <a:gd name="T8" fmla="*/ 637 w 231"/>
                  <a:gd name="T9" fmla="*/ 352 h 39"/>
                  <a:gd name="T10" fmla="*/ 1960 w 231"/>
                  <a:gd name="T11" fmla="*/ 330 h 39"/>
                  <a:gd name="T12" fmla="*/ 2307 w 231"/>
                  <a:gd name="T13" fmla="*/ 338 h 39"/>
                  <a:gd name="T14" fmla="*/ 2307 w 231"/>
                  <a:gd name="T15" fmla="*/ 31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1" h="39">
                    <a:moveTo>
                      <a:pt x="231" y="3"/>
                    </a:moveTo>
                    <a:cubicBezTo>
                      <a:pt x="224" y="2"/>
                      <a:pt x="203" y="0"/>
                      <a:pt x="171" y="4"/>
                    </a:cubicBezTo>
                    <a:cubicBezTo>
                      <a:pt x="130" y="8"/>
                      <a:pt x="87" y="6"/>
                      <a:pt x="59" y="15"/>
                    </a:cubicBezTo>
                    <a:cubicBezTo>
                      <a:pt x="32" y="23"/>
                      <a:pt x="1" y="22"/>
                      <a:pt x="0" y="32"/>
                    </a:cubicBezTo>
                    <a:cubicBezTo>
                      <a:pt x="0" y="39"/>
                      <a:pt x="25" y="37"/>
                      <a:pt x="64" y="38"/>
                    </a:cubicBezTo>
                    <a:cubicBezTo>
                      <a:pt x="103" y="39"/>
                      <a:pt x="159" y="31"/>
                      <a:pt x="196" y="35"/>
                    </a:cubicBezTo>
                    <a:cubicBezTo>
                      <a:pt x="214" y="38"/>
                      <a:pt x="225" y="37"/>
                      <a:pt x="231" y="36"/>
                    </a:cubicBezTo>
                    <a:lnTo>
                      <a:pt x="231" y="3"/>
                    </a:ln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9" name="Freeform 2150">
                <a:extLst>
                  <a:ext uri="{FF2B5EF4-FFF2-40B4-BE49-F238E27FC236}">
                    <a16:creationId xmlns:a16="http://schemas.microsoft.com/office/drawing/2014/main" id="{63EB3DB2-BD7A-4D16-ACAD-46BF3CC04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793"/>
                <a:ext cx="158" cy="30"/>
              </a:xfrm>
              <a:custGeom>
                <a:avLst/>
                <a:gdLst>
                  <a:gd name="T0" fmla="*/ 0 w 100"/>
                  <a:gd name="T1" fmla="*/ 185 h 19"/>
                  <a:gd name="T2" fmla="*/ 986 w 100"/>
                  <a:gd name="T3" fmla="*/ 52 h 19"/>
                  <a:gd name="T4" fmla="*/ 659 w 100"/>
                  <a:gd name="T5" fmla="*/ 82 h 19"/>
                  <a:gd name="T6" fmla="*/ 438 w 100"/>
                  <a:gd name="T7" fmla="*/ 15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9">
                    <a:moveTo>
                      <a:pt x="0" y="19"/>
                    </a:moveTo>
                    <a:cubicBezTo>
                      <a:pt x="34" y="15"/>
                      <a:pt x="65" y="0"/>
                      <a:pt x="100" y="5"/>
                    </a:cubicBezTo>
                    <a:cubicBezTo>
                      <a:pt x="89" y="5"/>
                      <a:pt x="78" y="6"/>
                      <a:pt x="67" y="8"/>
                    </a:cubicBezTo>
                    <a:cubicBezTo>
                      <a:pt x="59" y="9"/>
                      <a:pt x="52" y="14"/>
                      <a:pt x="44" y="15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0" name="Oval 2151">
                <a:extLst>
                  <a:ext uri="{FF2B5EF4-FFF2-40B4-BE49-F238E27FC236}">
                    <a16:creationId xmlns:a16="http://schemas.microsoft.com/office/drawing/2014/main" id="{2E9352BC-C860-4889-B1C7-CA8996ED5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803"/>
                <a:ext cx="48" cy="17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11" name="Oval 2152">
                <a:extLst>
                  <a:ext uri="{FF2B5EF4-FFF2-40B4-BE49-F238E27FC236}">
                    <a16:creationId xmlns:a16="http://schemas.microsoft.com/office/drawing/2014/main" id="{BDAC9CCF-E62E-42F9-86FA-14D5E88CB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1" y="798"/>
                <a:ext cx="4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12" name="Oval 2153">
                <a:extLst>
                  <a:ext uri="{FF2B5EF4-FFF2-40B4-BE49-F238E27FC236}">
                    <a16:creationId xmlns:a16="http://schemas.microsoft.com/office/drawing/2014/main" id="{1A84DC05-E8BF-4E03-AF98-6134725F4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801"/>
                <a:ext cx="48" cy="18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13" name="Freeform 2154">
                <a:extLst>
                  <a:ext uri="{FF2B5EF4-FFF2-40B4-BE49-F238E27FC236}">
                    <a16:creationId xmlns:a16="http://schemas.microsoft.com/office/drawing/2014/main" id="{F89EF120-6B6B-44AB-A2F4-3222A9EEA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805"/>
                <a:ext cx="37" cy="12"/>
              </a:xfrm>
              <a:custGeom>
                <a:avLst/>
                <a:gdLst>
                  <a:gd name="T0" fmla="*/ 0 w 23"/>
                  <a:gd name="T1" fmla="*/ 41 h 8"/>
                  <a:gd name="T2" fmla="*/ 0 w 23"/>
                  <a:gd name="T3" fmla="*/ 48 h 8"/>
                  <a:gd name="T4" fmla="*/ 109 w 23"/>
                  <a:gd name="T5" fmla="*/ 62 h 8"/>
                  <a:gd name="T6" fmla="*/ 251 w 23"/>
                  <a:gd name="T7" fmla="*/ 27 h 8"/>
                  <a:gd name="T8" fmla="*/ 233 w 23"/>
                  <a:gd name="T9" fmla="*/ 18 h 8"/>
                  <a:gd name="T10" fmla="*/ 129 w 23"/>
                  <a:gd name="T11" fmla="*/ 0 h 8"/>
                  <a:gd name="T12" fmla="*/ 0 w 23"/>
                  <a:gd name="T13" fmla="*/ 41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6" y="8"/>
                      <a:pt x="10" y="8"/>
                    </a:cubicBezTo>
                    <a:cubicBezTo>
                      <a:pt x="17" y="8"/>
                      <a:pt x="23" y="6"/>
                      <a:pt x="23" y="3"/>
                    </a:cubicBezTo>
                    <a:cubicBezTo>
                      <a:pt x="23" y="3"/>
                      <a:pt x="22" y="3"/>
                      <a:pt x="22" y="2"/>
                    </a:cubicBezTo>
                    <a:cubicBezTo>
                      <a:pt x="20" y="1"/>
                      <a:pt x="16" y="0"/>
                      <a:pt x="12" y="0"/>
                    </a:cubicBezTo>
                    <a:cubicBezTo>
                      <a:pt x="5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4" name="Oval 2155">
                <a:extLst>
                  <a:ext uri="{FF2B5EF4-FFF2-40B4-BE49-F238E27FC236}">
                    <a16:creationId xmlns:a16="http://schemas.microsoft.com/office/drawing/2014/main" id="{248082AE-1DA2-4081-B810-1A5599156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805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15" name="Freeform 2156">
                <a:extLst>
                  <a:ext uri="{FF2B5EF4-FFF2-40B4-BE49-F238E27FC236}">
                    <a16:creationId xmlns:a16="http://schemas.microsoft.com/office/drawing/2014/main" id="{ACBB65D5-7467-478D-B9B3-034E1F395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811"/>
                <a:ext cx="25" cy="8"/>
              </a:xfrm>
              <a:custGeom>
                <a:avLst/>
                <a:gdLst>
                  <a:gd name="T0" fmla="*/ 148 w 16"/>
                  <a:gd name="T1" fmla="*/ 0 h 5"/>
                  <a:gd name="T2" fmla="*/ 0 w 16"/>
                  <a:gd name="T3" fmla="*/ 42 h 5"/>
                  <a:gd name="T4" fmla="*/ 148 w 1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cubicBezTo>
                      <a:pt x="14" y="4"/>
                      <a:pt x="6" y="5"/>
                      <a:pt x="0" y="4"/>
                    </a:cubicBezTo>
                    <a:cubicBezTo>
                      <a:pt x="4" y="3"/>
                      <a:pt x="12" y="3"/>
                      <a:pt x="16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6" name="Freeform 2157">
                <a:extLst>
                  <a:ext uri="{FF2B5EF4-FFF2-40B4-BE49-F238E27FC236}">
                    <a16:creationId xmlns:a16="http://schemas.microsoft.com/office/drawing/2014/main" id="{C9F69AD0-90EB-43A0-84D5-608D1425C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778"/>
                <a:ext cx="366" cy="61"/>
              </a:xfrm>
              <a:custGeom>
                <a:avLst/>
                <a:gdLst>
                  <a:gd name="T0" fmla="*/ 2307 w 231"/>
                  <a:gd name="T1" fmla="*/ 31 h 39"/>
                  <a:gd name="T2" fmla="*/ 1706 w 231"/>
                  <a:gd name="T3" fmla="*/ 34 h 39"/>
                  <a:gd name="T4" fmla="*/ 585 w 231"/>
                  <a:gd name="T5" fmla="*/ 138 h 39"/>
                  <a:gd name="T6" fmla="*/ 0 w 231"/>
                  <a:gd name="T7" fmla="*/ 299 h 39"/>
                  <a:gd name="T8" fmla="*/ 637 w 231"/>
                  <a:gd name="T9" fmla="*/ 352 h 39"/>
                  <a:gd name="T10" fmla="*/ 1960 w 231"/>
                  <a:gd name="T11" fmla="*/ 330 h 39"/>
                  <a:gd name="T12" fmla="*/ 2307 w 231"/>
                  <a:gd name="T13" fmla="*/ 338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1" h="39">
                    <a:moveTo>
                      <a:pt x="231" y="3"/>
                    </a:moveTo>
                    <a:cubicBezTo>
                      <a:pt x="224" y="2"/>
                      <a:pt x="203" y="0"/>
                      <a:pt x="171" y="4"/>
                    </a:cubicBezTo>
                    <a:cubicBezTo>
                      <a:pt x="130" y="8"/>
                      <a:pt x="87" y="6"/>
                      <a:pt x="59" y="15"/>
                    </a:cubicBezTo>
                    <a:cubicBezTo>
                      <a:pt x="32" y="23"/>
                      <a:pt x="1" y="22"/>
                      <a:pt x="0" y="32"/>
                    </a:cubicBezTo>
                    <a:cubicBezTo>
                      <a:pt x="0" y="39"/>
                      <a:pt x="25" y="37"/>
                      <a:pt x="64" y="38"/>
                    </a:cubicBezTo>
                    <a:cubicBezTo>
                      <a:pt x="103" y="39"/>
                      <a:pt x="159" y="31"/>
                      <a:pt x="196" y="35"/>
                    </a:cubicBezTo>
                    <a:cubicBezTo>
                      <a:pt x="214" y="38"/>
                      <a:pt x="225" y="37"/>
                      <a:pt x="231" y="3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7" name="Freeform 2158">
                <a:extLst>
                  <a:ext uri="{FF2B5EF4-FFF2-40B4-BE49-F238E27FC236}">
                    <a16:creationId xmlns:a16="http://schemas.microsoft.com/office/drawing/2014/main" id="{A5A7B9A6-8566-4FA8-BAF4-F3639F6A4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838"/>
                <a:ext cx="411" cy="68"/>
              </a:xfrm>
              <a:custGeom>
                <a:avLst/>
                <a:gdLst>
                  <a:gd name="T0" fmla="*/ 13 w 260"/>
                  <a:gd name="T1" fmla="*/ 225 h 43"/>
                  <a:gd name="T2" fmla="*/ 580 w 260"/>
                  <a:gd name="T3" fmla="*/ 278 h 43"/>
                  <a:gd name="T4" fmla="*/ 1549 w 260"/>
                  <a:gd name="T5" fmla="*/ 427 h 43"/>
                  <a:gd name="T6" fmla="*/ 2483 w 260"/>
                  <a:gd name="T7" fmla="*/ 250 h 43"/>
                  <a:gd name="T8" fmla="*/ 2272 w 260"/>
                  <a:gd name="T9" fmla="*/ 108 h 43"/>
                  <a:gd name="T10" fmla="*/ 1192 w 260"/>
                  <a:gd name="T11" fmla="*/ 33 h 43"/>
                  <a:gd name="T12" fmla="*/ 395 w 260"/>
                  <a:gd name="T13" fmla="*/ 68 h 43"/>
                  <a:gd name="T14" fmla="*/ 13 w 260"/>
                  <a:gd name="T15" fmla="*/ 225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0" h="43">
                    <a:moveTo>
                      <a:pt x="1" y="23"/>
                    </a:moveTo>
                    <a:cubicBezTo>
                      <a:pt x="0" y="31"/>
                      <a:pt x="28" y="25"/>
                      <a:pt x="59" y="28"/>
                    </a:cubicBezTo>
                    <a:cubicBezTo>
                      <a:pt x="89" y="31"/>
                      <a:pt x="114" y="42"/>
                      <a:pt x="157" y="43"/>
                    </a:cubicBezTo>
                    <a:cubicBezTo>
                      <a:pt x="201" y="43"/>
                      <a:pt x="245" y="38"/>
                      <a:pt x="252" y="25"/>
                    </a:cubicBezTo>
                    <a:cubicBezTo>
                      <a:pt x="260" y="11"/>
                      <a:pt x="246" y="13"/>
                      <a:pt x="230" y="11"/>
                    </a:cubicBezTo>
                    <a:cubicBezTo>
                      <a:pt x="214" y="9"/>
                      <a:pt x="147" y="3"/>
                      <a:pt x="121" y="3"/>
                    </a:cubicBezTo>
                    <a:cubicBezTo>
                      <a:pt x="94" y="2"/>
                      <a:pt x="66" y="0"/>
                      <a:pt x="40" y="7"/>
                    </a:cubicBezTo>
                    <a:cubicBezTo>
                      <a:pt x="13" y="13"/>
                      <a:pt x="0" y="15"/>
                      <a:pt x="1" y="23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8" name="Freeform 2159">
                <a:extLst>
                  <a:ext uri="{FF2B5EF4-FFF2-40B4-BE49-F238E27FC236}">
                    <a16:creationId xmlns:a16="http://schemas.microsoft.com/office/drawing/2014/main" id="{036211F3-1B73-4126-A3DD-9A4DE8CE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847"/>
                <a:ext cx="134" cy="22"/>
              </a:xfrm>
              <a:custGeom>
                <a:avLst/>
                <a:gdLst>
                  <a:gd name="T0" fmla="*/ 0 w 85"/>
                  <a:gd name="T1" fmla="*/ 116 h 14"/>
                  <a:gd name="T2" fmla="*/ 400 w 85"/>
                  <a:gd name="T3" fmla="*/ 31 h 14"/>
                  <a:gd name="T4" fmla="*/ 828 w 85"/>
                  <a:gd name="T5" fmla="*/ 49 h 14"/>
                  <a:gd name="T6" fmla="*/ 449 w 85"/>
                  <a:gd name="T7" fmla="*/ 66 h 14"/>
                  <a:gd name="T8" fmla="*/ 236 w 85"/>
                  <a:gd name="T9" fmla="*/ 13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4">
                    <a:moveTo>
                      <a:pt x="0" y="12"/>
                    </a:moveTo>
                    <a:cubicBezTo>
                      <a:pt x="14" y="13"/>
                      <a:pt x="27" y="5"/>
                      <a:pt x="41" y="3"/>
                    </a:cubicBezTo>
                    <a:cubicBezTo>
                      <a:pt x="54" y="1"/>
                      <a:pt x="73" y="0"/>
                      <a:pt x="85" y="5"/>
                    </a:cubicBezTo>
                    <a:cubicBezTo>
                      <a:pt x="72" y="5"/>
                      <a:pt x="59" y="3"/>
                      <a:pt x="46" y="7"/>
                    </a:cubicBezTo>
                    <a:cubicBezTo>
                      <a:pt x="40" y="9"/>
                      <a:pt x="30" y="11"/>
                      <a:pt x="24" y="14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9" name="Freeform 2160">
                <a:extLst>
                  <a:ext uri="{FF2B5EF4-FFF2-40B4-BE49-F238E27FC236}">
                    <a16:creationId xmlns:a16="http://schemas.microsoft.com/office/drawing/2014/main" id="{29066AB2-38D5-4A4B-B5BF-42ACB7777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861"/>
                <a:ext cx="106" cy="35"/>
              </a:xfrm>
              <a:custGeom>
                <a:avLst/>
                <a:gdLst>
                  <a:gd name="T0" fmla="*/ 0 w 67"/>
                  <a:gd name="T1" fmla="*/ 205 h 22"/>
                  <a:gd name="T2" fmla="*/ 546 w 67"/>
                  <a:gd name="T3" fmla="*/ 151 h 22"/>
                  <a:gd name="T4" fmla="*/ 633 w 67"/>
                  <a:gd name="T5" fmla="*/ 33 h 22"/>
                  <a:gd name="T6" fmla="*/ 326 w 67"/>
                  <a:gd name="T7" fmla="*/ 0 h 22"/>
                  <a:gd name="T8" fmla="*/ 369 w 67"/>
                  <a:gd name="T9" fmla="*/ 12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22">
                    <a:moveTo>
                      <a:pt x="0" y="20"/>
                    </a:moveTo>
                    <a:cubicBezTo>
                      <a:pt x="17" y="22"/>
                      <a:pt x="40" y="22"/>
                      <a:pt x="55" y="15"/>
                    </a:cubicBezTo>
                    <a:cubicBezTo>
                      <a:pt x="58" y="13"/>
                      <a:pt x="67" y="8"/>
                      <a:pt x="64" y="3"/>
                    </a:cubicBezTo>
                    <a:cubicBezTo>
                      <a:pt x="62" y="0"/>
                      <a:pt x="38" y="0"/>
                      <a:pt x="33" y="0"/>
                    </a:cubicBezTo>
                    <a:cubicBezTo>
                      <a:pt x="45" y="2"/>
                      <a:pt x="39" y="6"/>
                      <a:pt x="37" y="12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0" name="Oval 2161">
                <a:extLst>
                  <a:ext uri="{FF2B5EF4-FFF2-40B4-BE49-F238E27FC236}">
                    <a16:creationId xmlns:a16="http://schemas.microsoft.com/office/drawing/2014/main" id="{0BB848DA-D260-438D-A20E-74F96F3E0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869"/>
                <a:ext cx="47" cy="19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21" name="Oval 2162">
                <a:extLst>
                  <a:ext uri="{FF2B5EF4-FFF2-40B4-BE49-F238E27FC236}">
                    <a16:creationId xmlns:a16="http://schemas.microsoft.com/office/drawing/2014/main" id="{989C1595-EBF3-49CB-9921-540A02E2D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1" y="866"/>
                <a:ext cx="4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22" name="Oval 2163">
                <a:extLst>
                  <a:ext uri="{FF2B5EF4-FFF2-40B4-BE49-F238E27FC236}">
                    <a16:creationId xmlns:a16="http://schemas.microsoft.com/office/drawing/2014/main" id="{33C0F484-9954-4D84-865E-592A4F191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868"/>
                <a:ext cx="48" cy="19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23" name="Freeform 2164">
                <a:extLst>
                  <a:ext uri="{FF2B5EF4-FFF2-40B4-BE49-F238E27FC236}">
                    <a16:creationId xmlns:a16="http://schemas.microsoft.com/office/drawing/2014/main" id="{F6F5844B-FE28-4FA9-B0CE-1997C37A3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872"/>
                <a:ext cx="37" cy="13"/>
              </a:xfrm>
              <a:custGeom>
                <a:avLst/>
                <a:gdLst>
                  <a:gd name="T0" fmla="*/ 0 w 23"/>
                  <a:gd name="T1" fmla="*/ 55 h 8"/>
                  <a:gd name="T2" fmla="*/ 0 w 23"/>
                  <a:gd name="T3" fmla="*/ 68 h 8"/>
                  <a:gd name="T4" fmla="*/ 109 w 23"/>
                  <a:gd name="T5" fmla="*/ 89 h 8"/>
                  <a:gd name="T6" fmla="*/ 251 w 23"/>
                  <a:gd name="T7" fmla="*/ 34 h 8"/>
                  <a:gd name="T8" fmla="*/ 233 w 23"/>
                  <a:gd name="T9" fmla="*/ 21 h 8"/>
                  <a:gd name="T10" fmla="*/ 129 w 23"/>
                  <a:gd name="T11" fmla="*/ 0 h 8"/>
                  <a:gd name="T12" fmla="*/ 0 w 23"/>
                  <a:gd name="T13" fmla="*/ 5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2" y="7"/>
                      <a:pt x="6" y="8"/>
                      <a:pt x="10" y="8"/>
                    </a:cubicBezTo>
                    <a:cubicBezTo>
                      <a:pt x="17" y="8"/>
                      <a:pt x="23" y="6"/>
                      <a:pt x="23" y="3"/>
                    </a:cubicBezTo>
                    <a:cubicBezTo>
                      <a:pt x="23" y="3"/>
                      <a:pt x="23" y="3"/>
                      <a:pt x="22" y="2"/>
                    </a:cubicBezTo>
                    <a:cubicBezTo>
                      <a:pt x="20" y="1"/>
                      <a:pt x="16" y="0"/>
                      <a:pt x="12" y="0"/>
                    </a:cubicBezTo>
                    <a:cubicBezTo>
                      <a:pt x="5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4" name="Oval 2165">
                <a:extLst>
                  <a:ext uri="{FF2B5EF4-FFF2-40B4-BE49-F238E27FC236}">
                    <a16:creationId xmlns:a16="http://schemas.microsoft.com/office/drawing/2014/main" id="{2577D3E8-60D0-4EDC-8084-A79F7D5BB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87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25" name="Oval 2166">
                <a:extLst>
                  <a:ext uri="{FF2B5EF4-FFF2-40B4-BE49-F238E27FC236}">
                    <a16:creationId xmlns:a16="http://schemas.microsoft.com/office/drawing/2014/main" id="{302B9964-9807-46E8-8996-A0DB304BF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872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26" name="Freeform 2167">
                <a:extLst>
                  <a:ext uri="{FF2B5EF4-FFF2-40B4-BE49-F238E27FC236}">
                    <a16:creationId xmlns:a16="http://schemas.microsoft.com/office/drawing/2014/main" id="{5FF0787A-AC06-46DD-B60B-E3749802D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879"/>
                <a:ext cx="25" cy="8"/>
              </a:xfrm>
              <a:custGeom>
                <a:avLst/>
                <a:gdLst>
                  <a:gd name="T0" fmla="*/ 148 w 16"/>
                  <a:gd name="T1" fmla="*/ 0 h 5"/>
                  <a:gd name="T2" fmla="*/ 0 w 16"/>
                  <a:gd name="T3" fmla="*/ 34 h 5"/>
                  <a:gd name="T4" fmla="*/ 148 w 1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cubicBezTo>
                      <a:pt x="14" y="4"/>
                      <a:pt x="6" y="5"/>
                      <a:pt x="0" y="3"/>
                    </a:cubicBezTo>
                    <a:cubicBezTo>
                      <a:pt x="4" y="3"/>
                      <a:pt x="12" y="3"/>
                      <a:pt x="16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7" name="Freeform 2168">
                <a:extLst>
                  <a:ext uri="{FF2B5EF4-FFF2-40B4-BE49-F238E27FC236}">
                    <a16:creationId xmlns:a16="http://schemas.microsoft.com/office/drawing/2014/main" id="{2FB15B25-2A35-45B6-B79E-EA6008DE3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838"/>
                <a:ext cx="411" cy="68"/>
              </a:xfrm>
              <a:custGeom>
                <a:avLst/>
                <a:gdLst>
                  <a:gd name="T0" fmla="*/ 13 w 260"/>
                  <a:gd name="T1" fmla="*/ 225 h 43"/>
                  <a:gd name="T2" fmla="*/ 580 w 260"/>
                  <a:gd name="T3" fmla="*/ 278 h 43"/>
                  <a:gd name="T4" fmla="*/ 1549 w 260"/>
                  <a:gd name="T5" fmla="*/ 427 h 43"/>
                  <a:gd name="T6" fmla="*/ 2483 w 260"/>
                  <a:gd name="T7" fmla="*/ 250 h 43"/>
                  <a:gd name="T8" fmla="*/ 2272 w 260"/>
                  <a:gd name="T9" fmla="*/ 108 h 43"/>
                  <a:gd name="T10" fmla="*/ 1192 w 260"/>
                  <a:gd name="T11" fmla="*/ 33 h 43"/>
                  <a:gd name="T12" fmla="*/ 395 w 260"/>
                  <a:gd name="T13" fmla="*/ 68 h 43"/>
                  <a:gd name="T14" fmla="*/ 13 w 260"/>
                  <a:gd name="T15" fmla="*/ 225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0" h="43">
                    <a:moveTo>
                      <a:pt x="1" y="23"/>
                    </a:moveTo>
                    <a:cubicBezTo>
                      <a:pt x="0" y="31"/>
                      <a:pt x="28" y="25"/>
                      <a:pt x="59" y="28"/>
                    </a:cubicBezTo>
                    <a:cubicBezTo>
                      <a:pt x="89" y="31"/>
                      <a:pt x="114" y="42"/>
                      <a:pt x="157" y="43"/>
                    </a:cubicBezTo>
                    <a:cubicBezTo>
                      <a:pt x="201" y="43"/>
                      <a:pt x="245" y="38"/>
                      <a:pt x="252" y="25"/>
                    </a:cubicBezTo>
                    <a:cubicBezTo>
                      <a:pt x="260" y="11"/>
                      <a:pt x="246" y="13"/>
                      <a:pt x="230" y="11"/>
                    </a:cubicBezTo>
                    <a:cubicBezTo>
                      <a:pt x="214" y="9"/>
                      <a:pt x="147" y="3"/>
                      <a:pt x="121" y="3"/>
                    </a:cubicBezTo>
                    <a:cubicBezTo>
                      <a:pt x="94" y="2"/>
                      <a:pt x="66" y="0"/>
                      <a:pt x="40" y="7"/>
                    </a:cubicBezTo>
                    <a:cubicBezTo>
                      <a:pt x="13" y="13"/>
                      <a:pt x="0" y="15"/>
                      <a:pt x="1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8" name="Freeform 2169">
                <a:extLst>
                  <a:ext uri="{FF2B5EF4-FFF2-40B4-BE49-F238E27FC236}">
                    <a16:creationId xmlns:a16="http://schemas.microsoft.com/office/drawing/2014/main" id="{98248EE2-FB3C-49B1-94E7-0204162A2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838"/>
                <a:ext cx="171" cy="64"/>
              </a:xfrm>
              <a:custGeom>
                <a:avLst/>
                <a:gdLst>
                  <a:gd name="T0" fmla="*/ 1075 w 108"/>
                  <a:gd name="T1" fmla="*/ 19 h 41"/>
                  <a:gd name="T2" fmla="*/ 497 w 108"/>
                  <a:gd name="T3" fmla="*/ 12 h 41"/>
                  <a:gd name="T4" fmla="*/ 21 w 108"/>
                  <a:gd name="T5" fmla="*/ 95 h 41"/>
                  <a:gd name="T6" fmla="*/ 238 w 108"/>
                  <a:gd name="T7" fmla="*/ 244 h 41"/>
                  <a:gd name="T8" fmla="*/ 1075 w 108"/>
                  <a:gd name="T9" fmla="*/ 347 h 41"/>
                  <a:gd name="T10" fmla="*/ 1075 w 108"/>
                  <a:gd name="T11" fmla="*/ 278 h 41"/>
                  <a:gd name="T12" fmla="*/ 1075 w 108"/>
                  <a:gd name="T13" fmla="*/ 19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41">
                    <a:moveTo>
                      <a:pt x="108" y="2"/>
                    </a:moveTo>
                    <a:cubicBezTo>
                      <a:pt x="94" y="3"/>
                      <a:pt x="70" y="0"/>
                      <a:pt x="50" y="1"/>
                    </a:cubicBezTo>
                    <a:cubicBezTo>
                      <a:pt x="29" y="3"/>
                      <a:pt x="5" y="4"/>
                      <a:pt x="2" y="10"/>
                    </a:cubicBezTo>
                    <a:cubicBezTo>
                      <a:pt x="0" y="16"/>
                      <a:pt x="1" y="21"/>
                      <a:pt x="24" y="26"/>
                    </a:cubicBezTo>
                    <a:cubicBezTo>
                      <a:pt x="46" y="32"/>
                      <a:pt x="73" y="41"/>
                      <a:pt x="108" y="37"/>
                    </a:cubicBezTo>
                    <a:cubicBezTo>
                      <a:pt x="108" y="30"/>
                      <a:pt x="108" y="30"/>
                      <a:pt x="108" y="30"/>
                    </a:cubicBezTo>
                    <a:lnTo>
                      <a:pt x="108" y="2"/>
                    </a:ln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9" name="Freeform 2170">
                <a:extLst>
                  <a:ext uri="{FF2B5EF4-FFF2-40B4-BE49-F238E27FC236}">
                    <a16:creationId xmlns:a16="http://schemas.microsoft.com/office/drawing/2014/main" id="{FCC428D8-0DF9-49DE-9B50-EE0607529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849"/>
                <a:ext cx="92" cy="22"/>
              </a:xfrm>
              <a:custGeom>
                <a:avLst/>
                <a:gdLst>
                  <a:gd name="T0" fmla="*/ 63 w 58"/>
                  <a:gd name="T1" fmla="*/ 96 h 14"/>
                  <a:gd name="T2" fmla="*/ 33 w 58"/>
                  <a:gd name="T3" fmla="*/ 49 h 14"/>
                  <a:gd name="T4" fmla="*/ 203 w 58"/>
                  <a:gd name="T5" fmla="*/ 31 h 14"/>
                  <a:gd name="T6" fmla="*/ 584 w 58"/>
                  <a:gd name="T7" fmla="*/ 13 h 14"/>
                  <a:gd name="T8" fmla="*/ 259 w 58"/>
                  <a:gd name="T9" fmla="*/ 13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4">
                    <a:moveTo>
                      <a:pt x="6" y="10"/>
                    </a:moveTo>
                    <a:cubicBezTo>
                      <a:pt x="1" y="11"/>
                      <a:pt x="0" y="8"/>
                      <a:pt x="3" y="5"/>
                    </a:cubicBezTo>
                    <a:cubicBezTo>
                      <a:pt x="7" y="2"/>
                      <a:pt x="16" y="3"/>
                      <a:pt x="20" y="3"/>
                    </a:cubicBezTo>
                    <a:cubicBezTo>
                      <a:pt x="32" y="3"/>
                      <a:pt x="45" y="0"/>
                      <a:pt x="58" y="1"/>
                    </a:cubicBezTo>
                    <a:cubicBezTo>
                      <a:pt x="44" y="2"/>
                      <a:pt x="37" y="9"/>
                      <a:pt x="26" y="14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0" name="Oval 2171">
                <a:extLst>
                  <a:ext uri="{FF2B5EF4-FFF2-40B4-BE49-F238E27FC236}">
                    <a16:creationId xmlns:a16="http://schemas.microsoft.com/office/drawing/2014/main" id="{B1D8570D-7B91-4329-8944-836ADFA44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861"/>
                <a:ext cx="48" cy="18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31" name="Oval 2172">
                <a:extLst>
                  <a:ext uri="{FF2B5EF4-FFF2-40B4-BE49-F238E27FC236}">
                    <a16:creationId xmlns:a16="http://schemas.microsoft.com/office/drawing/2014/main" id="{2ED7C272-FE1B-4B95-8351-7147AB9FB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858"/>
                <a:ext cx="4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32" name="Oval 2173">
                <a:extLst>
                  <a:ext uri="{FF2B5EF4-FFF2-40B4-BE49-F238E27FC236}">
                    <a16:creationId xmlns:a16="http://schemas.microsoft.com/office/drawing/2014/main" id="{C66AD9F2-32AD-4F6F-ADA8-EC4D564B8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860"/>
                <a:ext cx="48" cy="17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33" name="Freeform 2174">
                <a:extLst>
                  <a:ext uri="{FF2B5EF4-FFF2-40B4-BE49-F238E27FC236}">
                    <a16:creationId xmlns:a16="http://schemas.microsoft.com/office/drawing/2014/main" id="{F75B4633-FB04-45C3-A3B7-D8DA1F2EE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865"/>
                <a:ext cx="37" cy="12"/>
              </a:xfrm>
              <a:custGeom>
                <a:avLst/>
                <a:gdLst>
                  <a:gd name="T0" fmla="*/ 0 w 23"/>
                  <a:gd name="T1" fmla="*/ 32 h 8"/>
                  <a:gd name="T2" fmla="*/ 0 w 23"/>
                  <a:gd name="T3" fmla="*/ 41 h 8"/>
                  <a:gd name="T4" fmla="*/ 122 w 23"/>
                  <a:gd name="T5" fmla="*/ 62 h 8"/>
                  <a:gd name="T6" fmla="*/ 251 w 23"/>
                  <a:gd name="T7" fmla="*/ 27 h 8"/>
                  <a:gd name="T8" fmla="*/ 251 w 23"/>
                  <a:gd name="T9" fmla="*/ 18 h 8"/>
                  <a:gd name="T10" fmla="*/ 129 w 23"/>
                  <a:gd name="T11" fmla="*/ 0 h 8"/>
                  <a:gd name="T12" fmla="*/ 0 w 23"/>
                  <a:gd name="T13" fmla="*/ 3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0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6" y="8"/>
                      <a:pt x="11" y="8"/>
                    </a:cubicBezTo>
                    <a:cubicBezTo>
                      <a:pt x="17" y="8"/>
                      <a:pt x="23" y="5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0" y="1"/>
                      <a:pt x="17" y="0"/>
                      <a:pt x="12" y="0"/>
                    </a:cubicBezTo>
                    <a:cubicBezTo>
                      <a:pt x="6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4" name="Oval 2175">
                <a:extLst>
                  <a:ext uri="{FF2B5EF4-FFF2-40B4-BE49-F238E27FC236}">
                    <a16:creationId xmlns:a16="http://schemas.microsoft.com/office/drawing/2014/main" id="{89832BB8-2790-4B4B-BEB4-FC7FC7CCC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7" y="865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35" name="Freeform 2176">
                <a:extLst>
                  <a:ext uri="{FF2B5EF4-FFF2-40B4-BE49-F238E27FC236}">
                    <a16:creationId xmlns:a16="http://schemas.microsoft.com/office/drawing/2014/main" id="{1173AAA4-1909-4FBE-92AF-1E0EA7D02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869"/>
                <a:ext cx="27" cy="8"/>
              </a:xfrm>
              <a:custGeom>
                <a:avLst/>
                <a:gdLst>
                  <a:gd name="T0" fmla="*/ 172 w 17"/>
                  <a:gd name="T1" fmla="*/ 0 h 5"/>
                  <a:gd name="T2" fmla="*/ 0 w 17"/>
                  <a:gd name="T3" fmla="*/ 42 h 5"/>
                  <a:gd name="T4" fmla="*/ 172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cubicBezTo>
                      <a:pt x="14" y="5"/>
                      <a:pt x="6" y="5"/>
                      <a:pt x="0" y="4"/>
                    </a:cubicBezTo>
                    <a:cubicBezTo>
                      <a:pt x="4" y="4"/>
                      <a:pt x="12" y="3"/>
                      <a:pt x="17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6" name="Freeform 2177">
                <a:extLst>
                  <a:ext uri="{FF2B5EF4-FFF2-40B4-BE49-F238E27FC236}">
                    <a16:creationId xmlns:a16="http://schemas.microsoft.com/office/drawing/2014/main" id="{9033D44F-B5C6-4552-9A9B-61EF311BE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838"/>
                <a:ext cx="171" cy="64"/>
              </a:xfrm>
              <a:custGeom>
                <a:avLst/>
                <a:gdLst>
                  <a:gd name="T0" fmla="*/ 1075 w 108"/>
                  <a:gd name="T1" fmla="*/ 19 h 41"/>
                  <a:gd name="T2" fmla="*/ 497 w 108"/>
                  <a:gd name="T3" fmla="*/ 12 h 41"/>
                  <a:gd name="T4" fmla="*/ 21 w 108"/>
                  <a:gd name="T5" fmla="*/ 95 h 41"/>
                  <a:gd name="T6" fmla="*/ 238 w 108"/>
                  <a:gd name="T7" fmla="*/ 244 h 41"/>
                  <a:gd name="T8" fmla="*/ 1075 w 108"/>
                  <a:gd name="T9" fmla="*/ 34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41">
                    <a:moveTo>
                      <a:pt x="108" y="2"/>
                    </a:moveTo>
                    <a:cubicBezTo>
                      <a:pt x="94" y="3"/>
                      <a:pt x="70" y="0"/>
                      <a:pt x="50" y="1"/>
                    </a:cubicBezTo>
                    <a:cubicBezTo>
                      <a:pt x="29" y="3"/>
                      <a:pt x="5" y="4"/>
                      <a:pt x="2" y="10"/>
                    </a:cubicBezTo>
                    <a:cubicBezTo>
                      <a:pt x="0" y="16"/>
                      <a:pt x="1" y="21"/>
                      <a:pt x="24" y="26"/>
                    </a:cubicBezTo>
                    <a:cubicBezTo>
                      <a:pt x="46" y="32"/>
                      <a:pt x="73" y="41"/>
                      <a:pt x="108" y="3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7" name="Freeform 2178">
                <a:extLst>
                  <a:ext uri="{FF2B5EF4-FFF2-40B4-BE49-F238E27FC236}">
                    <a16:creationId xmlns:a16="http://schemas.microsoft.com/office/drawing/2014/main" id="{1155101B-FD4C-4B39-BC43-DE0A76914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896"/>
                <a:ext cx="275" cy="79"/>
              </a:xfrm>
              <a:custGeom>
                <a:avLst/>
                <a:gdLst>
                  <a:gd name="T0" fmla="*/ 1718 w 174"/>
                  <a:gd name="T1" fmla="*/ 495 h 50"/>
                  <a:gd name="T2" fmla="*/ 1718 w 174"/>
                  <a:gd name="T3" fmla="*/ 55 h 50"/>
                  <a:gd name="T4" fmla="*/ 1184 w 174"/>
                  <a:gd name="T5" fmla="*/ 33 h 50"/>
                  <a:gd name="T6" fmla="*/ 443 w 174"/>
                  <a:gd name="T7" fmla="*/ 35 h 50"/>
                  <a:gd name="T8" fmla="*/ 33 w 174"/>
                  <a:gd name="T9" fmla="*/ 202 h 50"/>
                  <a:gd name="T10" fmla="*/ 787 w 174"/>
                  <a:gd name="T11" fmla="*/ 362 h 50"/>
                  <a:gd name="T12" fmla="*/ 1718 w 174"/>
                  <a:gd name="T13" fmla="*/ 495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4" h="50">
                    <a:moveTo>
                      <a:pt x="174" y="50"/>
                    </a:moveTo>
                    <a:cubicBezTo>
                      <a:pt x="174" y="6"/>
                      <a:pt x="174" y="6"/>
                      <a:pt x="174" y="6"/>
                    </a:cubicBezTo>
                    <a:cubicBezTo>
                      <a:pt x="159" y="6"/>
                      <a:pt x="144" y="5"/>
                      <a:pt x="120" y="3"/>
                    </a:cubicBezTo>
                    <a:cubicBezTo>
                      <a:pt x="95" y="0"/>
                      <a:pt x="68" y="2"/>
                      <a:pt x="45" y="4"/>
                    </a:cubicBezTo>
                    <a:cubicBezTo>
                      <a:pt x="22" y="7"/>
                      <a:pt x="6" y="4"/>
                      <a:pt x="3" y="20"/>
                    </a:cubicBezTo>
                    <a:cubicBezTo>
                      <a:pt x="0" y="37"/>
                      <a:pt x="45" y="34"/>
                      <a:pt x="80" y="37"/>
                    </a:cubicBezTo>
                    <a:cubicBezTo>
                      <a:pt x="112" y="39"/>
                      <a:pt x="149" y="47"/>
                      <a:pt x="174" y="50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8" name="Freeform 2179">
                <a:extLst>
                  <a:ext uri="{FF2B5EF4-FFF2-40B4-BE49-F238E27FC236}">
                    <a16:creationId xmlns:a16="http://schemas.microsoft.com/office/drawing/2014/main" id="{75DC5FC6-C01C-447B-97FA-E6ACC1C1F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912"/>
                <a:ext cx="125" cy="20"/>
              </a:xfrm>
              <a:custGeom>
                <a:avLst/>
                <a:gdLst>
                  <a:gd name="T0" fmla="*/ 82 w 79"/>
                  <a:gd name="T1" fmla="*/ 83 h 13"/>
                  <a:gd name="T2" fmla="*/ 375 w 79"/>
                  <a:gd name="T3" fmla="*/ 28 h 13"/>
                  <a:gd name="T4" fmla="*/ 783 w 79"/>
                  <a:gd name="T5" fmla="*/ 12 h 13"/>
                  <a:gd name="T6" fmla="*/ 530 w 79"/>
                  <a:gd name="T7" fmla="*/ 52 h 13"/>
                  <a:gd name="T8" fmla="*/ 176 w 79"/>
                  <a:gd name="T9" fmla="*/ 11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13">
                    <a:moveTo>
                      <a:pt x="8" y="10"/>
                    </a:moveTo>
                    <a:cubicBezTo>
                      <a:pt x="0" y="3"/>
                      <a:pt x="33" y="3"/>
                      <a:pt x="38" y="3"/>
                    </a:cubicBezTo>
                    <a:cubicBezTo>
                      <a:pt x="51" y="3"/>
                      <a:pt x="66" y="0"/>
                      <a:pt x="79" y="1"/>
                    </a:cubicBezTo>
                    <a:cubicBezTo>
                      <a:pt x="71" y="2"/>
                      <a:pt x="62" y="5"/>
                      <a:pt x="54" y="6"/>
                    </a:cubicBezTo>
                    <a:cubicBezTo>
                      <a:pt x="41" y="7"/>
                      <a:pt x="30" y="8"/>
                      <a:pt x="18" y="13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9" name="Oval 2180">
                <a:extLst>
                  <a:ext uri="{FF2B5EF4-FFF2-40B4-BE49-F238E27FC236}">
                    <a16:creationId xmlns:a16="http://schemas.microsoft.com/office/drawing/2014/main" id="{087AA5F7-8CE4-4A2D-90B4-23137C1A9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923"/>
                <a:ext cx="48" cy="17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40" name="Oval 2181">
                <a:extLst>
                  <a:ext uri="{FF2B5EF4-FFF2-40B4-BE49-F238E27FC236}">
                    <a16:creationId xmlns:a16="http://schemas.microsoft.com/office/drawing/2014/main" id="{4DD46DF3-FFB0-4B33-97F1-C7CFEFDA9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918"/>
                <a:ext cx="4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41" name="Oval 2182">
                <a:extLst>
                  <a:ext uri="{FF2B5EF4-FFF2-40B4-BE49-F238E27FC236}">
                    <a16:creationId xmlns:a16="http://schemas.microsoft.com/office/drawing/2014/main" id="{96FF2003-A56A-4DB1-9E7E-803695991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920"/>
                <a:ext cx="48" cy="19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42" name="Freeform 2183">
                <a:extLst>
                  <a:ext uri="{FF2B5EF4-FFF2-40B4-BE49-F238E27FC236}">
                    <a16:creationId xmlns:a16="http://schemas.microsoft.com/office/drawing/2014/main" id="{17779C7F-068F-4C62-9665-1E9761B0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925"/>
                <a:ext cx="37" cy="12"/>
              </a:xfrm>
              <a:custGeom>
                <a:avLst/>
                <a:gdLst>
                  <a:gd name="T0" fmla="*/ 0 w 23"/>
                  <a:gd name="T1" fmla="*/ 41 h 8"/>
                  <a:gd name="T2" fmla="*/ 0 w 23"/>
                  <a:gd name="T3" fmla="*/ 48 h 8"/>
                  <a:gd name="T4" fmla="*/ 109 w 23"/>
                  <a:gd name="T5" fmla="*/ 62 h 8"/>
                  <a:gd name="T6" fmla="*/ 251 w 23"/>
                  <a:gd name="T7" fmla="*/ 27 h 8"/>
                  <a:gd name="T8" fmla="*/ 233 w 23"/>
                  <a:gd name="T9" fmla="*/ 18 h 8"/>
                  <a:gd name="T10" fmla="*/ 129 w 23"/>
                  <a:gd name="T11" fmla="*/ 0 h 8"/>
                  <a:gd name="T12" fmla="*/ 0 w 23"/>
                  <a:gd name="T13" fmla="*/ 41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6" y="8"/>
                      <a:pt x="10" y="8"/>
                    </a:cubicBezTo>
                    <a:cubicBezTo>
                      <a:pt x="17" y="8"/>
                      <a:pt x="23" y="6"/>
                      <a:pt x="23" y="3"/>
                    </a:cubicBezTo>
                    <a:cubicBezTo>
                      <a:pt x="23" y="3"/>
                      <a:pt x="23" y="3"/>
                      <a:pt x="22" y="2"/>
                    </a:cubicBezTo>
                    <a:cubicBezTo>
                      <a:pt x="20" y="1"/>
                      <a:pt x="16" y="0"/>
                      <a:pt x="12" y="0"/>
                    </a:cubicBezTo>
                    <a:cubicBezTo>
                      <a:pt x="5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3" name="Oval 2184">
                <a:extLst>
                  <a:ext uri="{FF2B5EF4-FFF2-40B4-BE49-F238E27FC236}">
                    <a16:creationId xmlns:a16="http://schemas.microsoft.com/office/drawing/2014/main" id="{647A22FC-4A57-4629-9ABE-F9BBDF99F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925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44" name="Oval 2185">
                <a:extLst>
                  <a:ext uri="{FF2B5EF4-FFF2-40B4-BE49-F238E27FC236}">
                    <a16:creationId xmlns:a16="http://schemas.microsoft.com/office/drawing/2014/main" id="{4BBCB965-952E-49D4-B816-4C0D4D7BF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925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45" name="Freeform 2186">
                <a:extLst>
                  <a:ext uri="{FF2B5EF4-FFF2-40B4-BE49-F238E27FC236}">
                    <a16:creationId xmlns:a16="http://schemas.microsoft.com/office/drawing/2014/main" id="{C6462745-6B53-4F32-ACC0-AB781D30C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931"/>
                <a:ext cx="27" cy="8"/>
              </a:xfrm>
              <a:custGeom>
                <a:avLst/>
                <a:gdLst>
                  <a:gd name="T0" fmla="*/ 172 w 17"/>
                  <a:gd name="T1" fmla="*/ 0 h 5"/>
                  <a:gd name="T2" fmla="*/ 0 w 17"/>
                  <a:gd name="T3" fmla="*/ 42 h 5"/>
                  <a:gd name="T4" fmla="*/ 172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cubicBezTo>
                      <a:pt x="14" y="4"/>
                      <a:pt x="6" y="5"/>
                      <a:pt x="0" y="4"/>
                    </a:cubicBezTo>
                    <a:cubicBezTo>
                      <a:pt x="4" y="3"/>
                      <a:pt x="12" y="3"/>
                      <a:pt x="17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6" name="Freeform 2187">
                <a:extLst>
                  <a:ext uri="{FF2B5EF4-FFF2-40B4-BE49-F238E27FC236}">
                    <a16:creationId xmlns:a16="http://schemas.microsoft.com/office/drawing/2014/main" id="{19CFA3C4-DEC7-48A9-A881-6673D411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896"/>
                <a:ext cx="275" cy="79"/>
              </a:xfrm>
              <a:custGeom>
                <a:avLst/>
                <a:gdLst>
                  <a:gd name="T0" fmla="*/ 1718 w 174"/>
                  <a:gd name="T1" fmla="*/ 55 h 50"/>
                  <a:gd name="T2" fmla="*/ 1184 w 174"/>
                  <a:gd name="T3" fmla="*/ 33 h 50"/>
                  <a:gd name="T4" fmla="*/ 443 w 174"/>
                  <a:gd name="T5" fmla="*/ 35 h 50"/>
                  <a:gd name="T6" fmla="*/ 33 w 174"/>
                  <a:gd name="T7" fmla="*/ 202 h 50"/>
                  <a:gd name="T8" fmla="*/ 787 w 174"/>
                  <a:gd name="T9" fmla="*/ 362 h 50"/>
                  <a:gd name="T10" fmla="*/ 1718 w 174"/>
                  <a:gd name="T11" fmla="*/ 495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4" h="50">
                    <a:moveTo>
                      <a:pt x="174" y="6"/>
                    </a:moveTo>
                    <a:cubicBezTo>
                      <a:pt x="159" y="6"/>
                      <a:pt x="144" y="5"/>
                      <a:pt x="120" y="3"/>
                    </a:cubicBezTo>
                    <a:cubicBezTo>
                      <a:pt x="95" y="0"/>
                      <a:pt x="68" y="2"/>
                      <a:pt x="45" y="4"/>
                    </a:cubicBezTo>
                    <a:cubicBezTo>
                      <a:pt x="22" y="7"/>
                      <a:pt x="6" y="4"/>
                      <a:pt x="3" y="20"/>
                    </a:cubicBezTo>
                    <a:cubicBezTo>
                      <a:pt x="0" y="37"/>
                      <a:pt x="45" y="34"/>
                      <a:pt x="80" y="37"/>
                    </a:cubicBezTo>
                    <a:cubicBezTo>
                      <a:pt x="112" y="39"/>
                      <a:pt x="149" y="47"/>
                      <a:pt x="174" y="5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7" name="Freeform 2188">
                <a:extLst>
                  <a:ext uri="{FF2B5EF4-FFF2-40B4-BE49-F238E27FC236}">
                    <a16:creationId xmlns:a16="http://schemas.microsoft.com/office/drawing/2014/main" id="{28E3504F-58B6-4E20-B85D-7E322763C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888"/>
                <a:ext cx="405" cy="67"/>
              </a:xfrm>
              <a:custGeom>
                <a:avLst/>
                <a:gdLst>
                  <a:gd name="T0" fmla="*/ 13 w 256"/>
                  <a:gd name="T1" fmla="*/ 227 h 42"/>
                  <a:gd name="T2" fmla="*/ 508 w 256"/>
                  <a:gd name="T3" fmla="*/ 423 h 42"/>
                  <a:gd name="T4" fmla="*/ 1566 w 256"/>
                  <a:gd name="T5" fmla="*/ 369 h 42"/>
                  <a:gd name="T6" fmla="*/ 2506 w 256"/>
                  <a:gd name="T7" fmla="*/ 369 h 42"/>
                  <a:gd name="T8" fmla="*/ 2012 w 256"/>
                  <a:gd name="T9" fmla="*/ 166 h 42"/>
                  <a:gd name="T10" fmla="*/ 1101 w 256"/>
                  <a:gd name="T11" fmla="*/ 21 h 42"/>
                  <a:gd name="T12" fmla="*/ 258 w 256"/>
                  <a:gd name="T13" fmla="*/ 123 h 42"/>
                  <a:gd name="T14" fmla="*/ 13 w 256"/>
                  <a:gd name="T15" fmla="*/ 22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6" h="42">
                    <a:moveTo>
                      <a:pt x="1" y="22"/>
                    </a:moveTo>
                    <a:cubicBezTo>
                      <a:pt x="0" y="33"/>
                      <a:pt x="26" y="40"/>
                      <a:pt x="51" y="41"/>
                    </a:cubicBezTo>
                    <a:cubicBezTo>
                      <a:pt x="77" y="42"/>
                      <a:pt x="117" y="37"/>
                      <a:pt x="158" y="36"/>
                    </a:cubicBezTo>
                    <a:cubicBezTo>
                      <a:pt x="199" y="36"/>
                      <a:pt x="250" y="42"/>
                      <a:pt x="253" y="36"/>
                    </a:cubicBezTo>
                    <a:cubicBezTo>
                      <a:pt x="256" y="30"/>
                      <a:pt x="231" y="21"/>
                      <a:pt x="203" y="16"/>
                    </a:cubicBezTo>
                    <a:cubicBezTo>
                      <a:pt x="176" y="11"/>
                      <a:pt x="144" y="5"/>
                      <a:pt x="111" y="2"/>
                    </a:cubicBezTo>
                    <a:cubicBezTo>
                      <a:pt x="78" y="0"/>
                      <a:pt x="47" y="8"/>
                      <a:pt x="26" y="12"/>
                    </a:cubicBezTo>
                    <a:cubicBezTo>
                      <a:pt x="4" y="15"/>
                      <a:pt x="2" y="14"/>
                      <a:pt x="1" y="22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8" name="Freeform 2189">
                <a:extLst>
                  <a:ext uri="{FF2B5EF4-FFF2-40B4-BE49-F238E27FC236}">
                    <a16:creationId xmlns:a16="http://schemas.microsoft.com/office/drawing/2014/main" id="{42E2DDCE-2DBB-411C-AE7B-6726BB775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898"/>
                <a:ext cx="109" cy="41"/>
              </a:xfrm>
              <a:custGeom>
                <a:avLst/>
                <a:gdLst>
                  <a:gd name="T0" fmla="*/ 667 w 69"/>
                  <a:gd name="T1" fmla="*/ 13 h 26"/>
                  <a:gd name="T2" fmla="*/ 175 w 69"/>
                  <a:gd name="T3" fmla="*/ 107 h 26"/>
                  <a:gd name="T4" fmla="*/ 13 w 69"/>
                  <a:gd name="T5" fmla="*/ 169 h 26"/>
                  <a:gd name="T6" fmla="*/ 175 w 69"/>
                  <a:gd name="T7" fmla="*/ 255 h 26"/>
                  <a:gd name="T8" fmla="*/ 354 w 69"/>
                  <a:gd name="T9" fmla="*/ 169 h 26"/>
                  <a:gd name="T10" fmla="*/ 679 w 69"/>
                  <a:gd name="T11" fmla="*/ 21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6">
                    <a:moveTo>
                      <a:pt x="68" y="1"/>
                    </a:moveTo>
                    <a:cubicBezTo>
                      <a:pt x="52" y="0"/>
                      <a:pt x="35" y="9"/>
                      <a:pt x="18" y="11"/>
                    </a:cubicBezTo>
                    <a:cubicBezTo>
                      <a:pt x="14" y="12"/>
                      <a:pt x="2" y="11"/>
                      <a:pt x="1" y="17"/>
                    </a:cubicBezTo>
                    <a:cubicBezTo>
                      <a:pt x="0" y="24"/>
                      <a:pt x="14" y="25"/>
                      <a:pt x="18" y="26"/>
                    </a:cubicBezTo>
                    <a:cubicBezTo>
                      <a:pt x="10" y="19"/>
                      <a:pt x="32" y="18"/>
                      <a:pt x="36" y="17"/>
                    </a:cubicBezTo>
                    <a:cubicBezTo>
                      <a:pt x="48" y="13"/>
                      <a:pt x="57" y="3"/>
                      <a:pt x="69" y="2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9" name="Freeform 2190">
                <a:extLst>
                  <a:ext uri="{FF2B5EF4-FFF2-40B4-BE49-F238E27FC236}">
                    <a16:creationId xmlns:a16="http://schemas.microsoft.com/office/drawing/2014/main" id="{D6284D46-161C-427B-8232-0693E84C4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920"/>
                <a:ext cx="100" cy="27"/>
              </a:xfrm>
              <a:custGeom>
                <a:avLst/>
                <a:gdLst>
                  <a:gd name="T0" fmla="*/ 0 w 63"/>
                  <a:gd name="T1" fmla="*/ 108 h 17"/>
                  <a:gd name="T2" fmla="*/ 635 w 63"/>
                  <a:gd name="T3" fmla="*/ 108 h 17"/>
                  <a:gd name="T4" fmla="*/ 411 w 63"/>
                  <a:gd name="T5" fmla="*/ 0 h 17"/>
                  <a:gd name="T6" fmla="*/ 430 w 63"/>
                  <a:gd name="T7" fmla="*/ 52 h 17"/>
                  <a:gd name="T8" fmla="*/ 279 w 63"/>
                  <a:gd name="T9" fmla="*/ 10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7">
                    <a:moveTo>
                      <a:pt x="0" y="11"/>
                    </a:moveTo>
                    <a:cubicBezTo>
                      <a:pt x="18" y="11"/>
                      <a:pt x="45" y="17"/>
                      <a:pt x="63" y="11"/>
                    </a:cubicBezTo>
                    <a:cubicBezTo>
                      <a:pt x="60" y="3"/>
                      <a:pt x="48" y="3"/>
                      <a:pt x="41" y="0"/>
                    </a:cubicBezTo>
                    <a:cubicBezTo>
                      <a:pt x="42" y="1"/>
                      <a:pt x="42" y="3"/>
                      <a:pt x="43" y="5"/>
                    </a:cubicBezTo>
                    <a:cubicBezTo>
                      <a:pt x="39" y="8"/>
                      <a:pt x="33" y="8"/>
                      <a:pt x="28" y="11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0" name="Oval 2191">
                <a:extLst>
                  <a:ext uri="{FF2B5EF4-FFF2-40B4-BE49-F238E27FC236}">
                    <a16:creationId xmlns:a16="http://schemas.microsoft.com/office/drawing/2014/main" id="{DBB81393-5796-40D1-BF96-4653BBB78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915"/>
                <a:ext cx="54" cy="21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51" name="Oval 2192">
                <a:extLst>
                  <a:ext uri="{FF2B5EF4-FFF2-40B4-BE49-F238E27FC236}">
                    <a16:creationId xmlns:a16="http://schemas.microsoft.com/office/drawing/2014/main" id="{8A086B4D-9E5F-465E-BF3C-EA66C2480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910"/>
                <a:ext cx="54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52" name="Oval 2193">
                <a:extLst>
                  <a:ext uri="{FF2B5EF4-FFF2-40B4-BE49-F238E27FC236}">
                    <a16:creationId xmlns:a16="http://schemas.microsoft.com/office/drawing/2014/main" id="{2D3057A1-736F-4084-BBD1-C3BDEE576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914"/>
                <a:ext cx="53" cy="20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53" name="Freeform 2194">
                <a:extLst>
                  <a:ext uri="{FF2B5EF4-FFF2-40B4-BE49-F238E27FC236}">
                    <a16:creationId xmlns:a16="http://schemas.microsoft.com/office/drawing/2014/main" id="{ABAE4FC6-256E-432D-B955-3FB7534EF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918"/>
                <a:ext cx="42" cy="14"/>
              </a:xfrm>
              <a:custGeom>
                <a:avLst/>
                <a:gdLst>
                  <a:gd name="T0" fmla="*/ 0 w 27"/>
                  <a:gd name="T1" fmla="*/ 53 h 9"/>
                  <a:gd name="T2" fmla="*/ 12 w 27"/>
                  <a:gd name="T3" fmla="*/ 62 h 9"/>
                  <a:gd name="T4" fmla="*/ 114 w 27"/>
                  <a:gd name="T5" fmla="*/ 82 h 9"/>
                  <a:gd name="T6" fmla="*/ 244 w 27"/>
                  <a:gd name="T7" fmla="*/ 34 h 9"/>
                  <a:gd name="T8" fmla="*/ 232 w 27"/>
                  <a:gd name="T9" fmla="*/ 30 h 9"/>
                  <a:gd name="T10" fmla="*/ 128 w 27"/>
                  <a:gd name="T11" fmla="*/ 0 h 9"/>
                  <a:gd name="T12" fmla="*/ 0 w 27"/>
                  <a:gd name="T13" fmla="*/ 5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0" y="6"/>
                    </a:moveTo>
                    <a:cubicBezTo>
                      <a:pt x="0" y="6"/>
                      <a:pt x="0" y="6"/>
                      <a:pt x="1" y="7"/>
                    </a:cubicBezTo>
                    <a:cubicBezTo>
                      <a:pt x="3" y="8"/>
                      <a:pt x="7" y="9"/>
                      <a:pt x="12" y="9"/>
                    </a:cubicBezTo>
                    <a:cubicBezTo>
                      <a:pt x="20" y="9"/>
                      <a:pt x="27" y="7"/>
                      <a:pt x="27" y="4"/>
                    </a:cubicBezTo>
                    <a:cubicBezTo>
                      <a:pt x="27" y="3"/>
                      <a:pt x="26" y="3"/>
                      <a:pt x="26" y="3"/>
                    </a:cubicBezTo>
                    <a:cubicBezTo>
                      <a:pt x="24" y="1"/>
                      <a:pt x="19" y="0"/>
                      <a:pt x="14" y="0"/>
                    </a:cubicBezTo>
                    <a:cubicBezTo>
                      <a:pt x="7" y="0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4" name="Oval 2195">
                <a:extLst>
                  <a:ext uri="{FF2B5EF4-FFF2-40B4-BE49-F238E27FC236}">
                    <a16:creationId xmlns:a16="http://schemas.microsoft.com/office/drawing/2014/main" id="{1BFF0343-D0D2-489E-B4BF-72D00A2C4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918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55" name="Oval 2196">
                <a:extLst>
                  <a:ext uri="{FF2B5EF4-FFF2-40B4-BE49-F238E27FC236}">
                    <a16:creationId xmlns:a16="http://schemas.microsoft.com/office/drawing/2014/main" id="{7A8C7324-AD5B-4FEA-9F4D-AAC1A9620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918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56" name="Freeform 2197">
                <a:extLst>
                  <a:ext uri="{FF2B5EF4-FFF2-40B4-BE49-F238E27FC236}">
                    <a16:creationId xmlns:a16="http://schemas.microsoft.com/office/drawing/2014/main" id="{C8EC144F-8D32-42FB-94B8-EF007CE08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925"/>
                <a:ext cx="30" cy="9"/>
              </a:xfrm>
              <a:custGeom>
                <a:avLst/>
                <a:gdLst>
                  <a:gd name="T0" fmla="*/ 185 w 19"/>
                  <a:gd name="T1" fmla="*/ 0 h 6"/>
                  <a:gd name="T2" fmla="*/ 0 w 19"/>
                  <a:gd name="T3" fmla="*/ 41 h 6"/>
                  <a:gd name="T4" fmla="*/ 185 w 1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19" y="0"/>
                    </a:moveTo>
                    <a:cubicBezTo>
                      <a:pt x="16" y="5"/>
                      <a:pt x="7" y="6"/>
                      <a:pt x="0" y="5"/>
                    </a:cubicBezTo>
                    <a:cubicBezTo>
                      <a:pt x="5" y="4"/>
                      <a:pt x="14" y="4"/>
                      <a:pt x="19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7" name="Freeform 2198">
                <a:extLst>
                  <a:ext uri="{FF2B5EF4-FFF2-40B4-BE49-F238E27FC236}">
                    <a16:creationId xmlns:a16="http://schemas.microsoft.com/office/drawing/2014/main" id="{98E56BE9-10F0-4C4C-8318-EFE2B5C6D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888"/>
                <a:ext cx="405" cy="67"/>
              </a:xfrm>
              <a:custGeom>
                <a:avLst/>
                <a:gdLst>
                  <a:gd name="T0" fmla="*/ 13 w 256"/>
                  <a:gd name="T1" fmla="*/ 227 h 42"/>
                  <a:gd name="T2" fmla="*/ 508 w 256"/>
                  <a:gd name="T3" fmla="*/ 423 h 42"/>
                  <a:gd name="T4" fmla="*/ 1566 w 256"/>
                  <a:gd name="T5" fmla="*/ 369 h 42"/>
                  <a:gd name="T6" fmla="*/ 2506 w 256"/>
                  <a:gd name="T7" fmla="*/ 369 h 42"/>
                  <a:gd name="T8" fmla="*/ 2012 w 256"/>
                  <a:gd name="T9" fmla="*/ 166 h 42"/>
                  <a:gd name="T10" fmla="*/ 1101 w 256"/>
                  <a:gd name="T11" fmla="*/ 21 h 42"/>
                  <a:gd name="T12" fmla="*/ 258 w 256"/>
                  <a:gd name="T13" fmla="*/ 123 h 42"/>
                  <a:gd name="T14" fmla="*/ 13 w 256"/>
                  <a:gd name="T15" fmla="*/ 22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6" h="42">
                    <a:moveTo>
                      <a:pt x="1" y="22"/>
                    </a:moveTo>
                    <a:cubicBezTo>
                      <a:pt x="0" y="33"/>
                      <a:pt x="26" y="40"/>
                      <a:pt x="51" y="41"/>
                    </a:cubicBezTo>
                    <a:cubicBezTo>
                      <a:pt x="77" y="42"/>
                      <a:pt x="117" y="37"/>
                      <a:pt x="158" y="36"/>
                    </a:cubicBezTo>
                    <a:cubicBezTo>
                      <a:pt x="199" y="36"/>
                      <a:pt x="250" y="42"/>
                      <a:pt x="253" y="36"/>
                    </a:cubicBezTo>
                    <a:cubicBezTo>
                      <a:pt x="256" y="30"/>
                      <a:pt x="231" y="21"/>
                      <a:pt x="203" y="16"/>
                    </a:cubicBezTo>
                    <a:cubicBezTo>
                      <a:pt x="176" y="11"/>
                      <a:pt x="144" y="5"/>
                      <a:pt x="111" y="2"/>
                    </a:cubicBezTo>
                    <a:cubicBezTo>
                      <a:pt x="78" y="0"/>
                      <a:pt x="47" y="8"/>
                      <a:pt x="26" y="12"/>
                    </a:cubicBezTo>
                    <a:cubicBezTo>
                      <a:pt x="4" y="15"/>
                      <a:pt x="2" y="14"/>
                      <a:pt x="1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8" name="Freeform 2199">
                <a:extLst>
                  <a:ext uri="{FF2B5EF4-FFF2-40B4-BE49-F238E27FC236}">
                    <a16:creationId xmlns:a16="http://schemas.microsoft.com/office/drawing/2014/main" id="{6FE6D84E-E9AF-4078-A66E-90B35BBDA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836"/>
                <a:ext cx="420" cy="70"/>
              </a:xfrm>
              <a:custGeom>
                <a:avLst/>
                <a:gdLst>
                  <a:gd name="T0" fmla="*/ 21 w 265"/>
                  <a:gd name="T1" fmla="*/ 162 h 44"/>
                  <a:gd name="T2" fmla="*/ 529 w 265"/>
                  <a:gd name="T3" fmla="*/ 307 h 44"/>
                  <a:gd name="T4" fmla="*/ 1552 w 265"/>
                  <a:gd name="T5" fmla="*/ 410 h 44"/>
                  <a:gd name="T6" fmla="*/ 2374 w 265"/>
                  <a:gd name="T7" fmla="*/ 399 h 44"/>
                  <a:gd name="T8" fmla="*/ 2636 w 265"/>
                  <a:gd name="T9" fmla="*/ 226 h 44"/>
                  <a:gd name="T10" fmla="*/ 2220 w 265"/>
                  <a:gd name="T11" fmla="*/ 40 h 44"/>
                  <a:gd name="T12" fmla="*/ 1510 w 265"/>
                  <a:gd name="T13" fmla="*/ 21 h 44"/>
                  <a:gd name="T14" fmla="*/ 669 w 265"/>
                  <a:gd name="T15" fmla="*/ 40 h 44"/>
                  <a:gd name="T16" fmla="*/ 21 w 265"/>
                  <a:gd name="T17" fmla="*/ 162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5" h="44">
                    <a:moveTo>
                      <a:pt x="2" y="16"/>
                    </a:moveTo>
                    <a:cubicBezTo>
                      <a:pt x="0" y="30"/>
                      <a:pt x="27" y="29"/>
                      <a:pt x="53" y="30"/>
                    </a:cubicBezTo>
                    <a:cubicBezTo>
                      <a:pt x="78" y="32"/>
                      <a:pt x="117" y="38"/>
                      <a:pt x="155" y="40"/>
                    </a:cubicBezTo>
                    <a:cubicBezTo>
                      <a:pt x="193" y="42"/>
                      <a:pt x="215" y="44"/>
                      <a:pt x="237" y="39"/>
                    </a:cubicBezTo>
                    <a:cubicBezTo>
                      <a:pt x="259" y="33"/>
                      <a:pt x="264" y="32"/>
                      <a:pt x="264" y="22"/>
                    </a:cubicBezTo>
                    <a:cubicBezTo>
                      <a:pt x="265" y="11"/>
                      <a:pt x="236" y="6"/>
                      <a:pt x="222" y="4"/>
                    </a:cubicBezTo>
                    <a:cubicBezTo>
                      <a:pt x="209" y="2"/>
                      <a:pt x="174" y="4"/>
                      <a:pt x="151" y="2"/>
                    </a:cubicBezTo>
                    <a:cubicBezTo>
                      <a:pt x="129" y="1"/>
                      <a:pt x="88" y="0"/>
                      <a:pt x="67" y="4"/>
                    </a:cubicBezTo>
                    <a:cubicBezTo>
                      <a:pt x="46" y="7"/>
                      <a:pt x="3" y="7"/>
                      <a:pt x="2" y="16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9" name="Freeform 2200">
                <a:extLst>
                  <a:ext uri="{FF2B5EF4-FFF2-40B4-BE49-F238E27FC236}">
                    <a16:creationId xmlns:a16="http://schemas.microsoft.com/office/drawing/2014/main" id="{198CEE1E-0552-4302-8803-F1EA9301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839"/>
                <a:ext cx="136" cy="27"/>
              </a:xfrm>
              <a:custGeom>
                <a:avLst/>
                <a:gdLst>
                  <a:gd name="T0" fmla="*/ 0 w 86"/>
                  <a:gd name="T1" fmla="*/ 141 h 17"/>
                  <a:gd name="T2" fmla="*/ 427 w 86"/>
                  <a:gd name="T3" fmla="*/ 89 h 17"/>
                  <a:gd name="T4" fmla="*/ 851 w 86"/>
                  <a:gd name="T5" fmla="*/ 83 h 17"/>
                  <a:gd name="T6" fmla="*/ 645 w 86"/>
                  <a:gd name="T7" fmla="*/ 132 h 17"/>
                  <a:gd name="T8" fmla="*/ 580 w 86"/>
                  <a:gd name="T9" fmla="*/ 162 h 17"/>
                  <a:gd name="T10" fmla="*/ 440 w 86"/>
                  <a:gd name="T11" fmla="*/ 14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17">
                    <a:moveTo>
                      <a:pt x="0" y="14"/>
                    </a:moveTo>
                    <a:cubicBezTo>
                      <a:pt x="14" y="11"/>
                      <a:pt x="29" y="12"/>
                      <a:pt x="43" y="9"/>
                    </a:cubicBezTo>
                    <a:cubicBezTo>
                      <a:pt x="56" y="7"/>
                      <a:pt x="74" y="0"/>
                      <a:pt x="86" y="8"/>
                    </a:cubicBezTo>
                    <a:cubicBezTo>
                      <a:pt x="77" y="8"/>
                      <a:pt x="71" y="10"/>
                      <a:pt x="65" y="13"/>
                    </a:cubicBezTo>
                    <a:cubicBezTo>
                      <a:pt x="62" y="14"/>
                      <a:pt x="63" y="16"/>
                      <a:pt x="59" y="16"/>
                    </a:cubicBezTo>
                    <a:cubicBezTo>
                      <a:pt x="54" y="17"/>
                      <a:pt x="50" y="12"/>
                      <a:pt x="44" y="14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0" name="Freeform 2201">
                <a:extLst>
                  <a:ext uri="{FF2B5EF4-FFF2-40B4-BE49-F238E27FC236}">
                    <a16:creationId xmlns:a16="http://schemas.microsoft.com/office/drawing/2014/main" id="{9BE6C5E9-3EC5-42E7-9D11-B9576063D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850"/>
                <a:ext cx="129" cy="46"/>
              </a:xfrm>
              <a:custGeom>
                <a:avLst/>
                <a:gdLst>
                  <a:gd name="T0" fmla="*/ 0 w 81"/>
                  <a:gd name="T1" fmla="*/ 259 h 29"/>
                  <a:gd name="T2" fmla="*/ 607 w 81"/>
                  <a:gd name="T3" fmla="*/ 206 h 29"/>
                  <a:gd name="T4" fmla="*/ 449 w 81"/>
                  <a:gd name="T5" fmla="*/ 0 h 29"/>
                  <a:gd name="T6" fmla="*/ 432 w 81"/>
                  <a:gd name="T7" fmla="*/ 17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29">
                    <a:moveTo>
                      <a:pt x="0" y="26"/>
                    </a:moveTo>
                    <a:cubicBezTo>
                      <a:pt x="20" y="26"/>
                      <a:pt x="40" y="29"/>
                      <a:pt x="59" y="21"/>
                    </a:cubicBezTo>
                    <a:cubicBezTo>
                      <a:pt x="81" y="12"/>
                      <a:pt x="59" y="0"/>
                      <a:pt x="44" y="0"/>
                    </a:cubicBezTo>
                    <a:cubicBezTo>
                      <a:pt x="55" y="6"/>
                      <a:pt x="51" y="13"/>
                      <a:pt x="42" y="17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1" name="Oval 2202">
                <a:extLst>
                  <a:ext uri="{FF2B5EF4-FFF2-40B4-BE49-F238E27FC236}">
                    <a16:creationId xmlns:a16="http://schemas.microsoft.com/office/drawing/2014/main" id="{29004EDC-1F9F-4AAC-AA00-514860E75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860"/>
                <a:ext cx="48" cy="19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62" name="Oval 2203">
                <a:extLst>
                  <a:ext uri="{FF2B5EF4-FFF2-40B4-BE49-F238E27FC236}">
                    <a16:creationId xmlns:a16="http://schemas.microsoft.com/office/drawing/2014/main" id="{0BD2FB7F-D4F3-470A-94E8-3F87D3585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857"/>
                <a:ext cx="4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63" name="Oval 2204">
                <a:extLst>
                  <a:ext uri="{FF2B5EF4-FFF2-40B4-BE49-F238E27FC236}">
                    <a16:creationId xmlns:a16="http://schemas.microsoft.com/office/drawing/2014/main" id="{F5DD4F7C-113A-4ACD-B90D-233F60615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1" y="858"/>
                <a:ext cx="48" cy="18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64" name="Freeform 2205">
                <a:extLst>
                  <a:ext uri="{FF2B5EF4-FFF2-40B4-BE49-F238E27FC236}">
                    <a16:creationId xmlns:a16="http://schemas.microsoft.com/office/drawing/2014/main" id="{B548690A-4ABD-4A12-B186-A0093B33D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863"/>
                <a:ext cx="36" cy="13"/>
              </a:xfrm>
              <a:custGeom>
                <a:avLst/>
                <a:gdLst>
                  <a:gd name="T0" fmla="*/ 0 w 23"/>
                  <a:gd name="T1" fmla="*/ 55 h 8"/>
                  <a:gd name="T2" fmla="*/ 13 w 23"/>
                  <a:gd name="T3" fmla="*/ 68 h 8"/>
                  <a:gd name="T4" fmla="*/ 103 w 23"/>
                  <a:gd name="T5" fmla="*/ 89 h 8"/>
                  <a:gd name="T6" fmla="*/ 216 w 23"/>
                  <a:gd name="T7" fmla="*/ 34 h 8"/>
                  <a:gd name="T8" fmla="*/ 216 w 23"/>
                  <a:gd name="T9" fmla="*/ 21 h 8"/>
                  <a:gd name="T10" fmla="*/ 121 w 23"/>
                  <a:gd name="T11" fmla="*/ 0 h 8"/>
                  <a:gd name="T12" fmla="*/ 0 w 23"/>
                  <a:gd name="T13" fmla="*/ 5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0" y="5"/>
                    </a:moveTo>
                    <a:cubicBezTo>
                      <a:pt x="0" y="5"/>
                      <a:pt x="1" y="5"/>
                      <a:pt x="1" y="6"/>
                    </a:cubicBezTo>
                    <a:cubicBezTo>
                      <a:pt x="3" y="7"/>
                      <a:pt x="7" y="8"/>
                      <a:pt x="11" y="8"/>
                    </a:cubicBezTo>
                    <a:cubicBezTo>
                      <a:pt x="18" y="8"/>
                      <a:pt x="23" y="6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1" y="1"/>
                      <a:pt x="17" y="0"/>
                      <a:pt x="13" y="0"/>
                    </a:cubicBezTo>
                    <a:cubicBezTo>
                      <a:pt x="6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5" name="Oval 2206">
                <a:extLst>
                  <a:ext uri="{FF2B5EF4-FFF2-40B4-BE49-F238E27FC236}">
                    <a16:creationId xmlns:a16="http://schemas.microsoft.com/office/drawing/2014/main" id="{5AD36650-0AAF-4E41-A4D8-76C92FE1D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2" y="86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66" name="Freeform 2207">
                <a:extLst>
                  <a:ext uri="{FF2B5EF4-FFF2-40B4-BE49-F238E27FC236}">
                    <a16:creationId xmlns:a16="http://schemas.microsoft.com/office/drawing/2014/main" id="{6A2262CF-C8E7-4ADC-8786-8F02D8DD8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868"/>
                <a:ext cx="25" cy="8"/>
              </a:xfrm>
              <a:custGeom>
                <a:avLst/>
                <a:gdLst>
                  <a:gd name="T0" fmla="*/ 148 w 16"/>
                  <a:gd name="T1" fmla="*/ 0 h 5"/>
                  <a:gd name="T2" fmla="*/ 0 w 16"/>
                  <a:gd name="T3" fmla="*/ 42 h 5"/>
                  <a:gd name="T4" fmla="*/ 148 w 1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cubicBezTo>
                      <a:pt x="14" y="5"/>
                      <a:pt x="5" y="5"/>
                      <a:pt x="0" y="4"/>
                    </a:cubicBezTo>
                    <a:cubicBezTo>
                      <a:pt x="4" y="4"/>
                      <a:pt x="12" y="3"/>
                      <a:pt x="16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7" name="Freeform 2208">
                <a:extLst>
                  <a:ext uri="{FF2B5EF4-FFF2-40B4-BE49-F238E27FC236}">
                    <a16:creationId xmlns:a16="http://schemas.microsoft.com/office/drawing/2014/main" id="{9562F134-6295-474F-9589-5015E3AFB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836"/>
                <a:ext cx="420" cy="70"/>
              </a:xfrm>
              <a:custGeom>
                <a:avLst/>
                <a:gdLst>
                  <a:gd name="T0" fmla="*/ 21 w 265"/>
                  <a:gd name="T1" fmla="*/ 162 h 44"/>
                  <a:gd name="T2" fmla="*/ 529 w 265"/>
                  <a:gd name="T3" fmla="*/ 307 h 44"/>
                  <a:gd name="T4" fmla="*/ 1552 w 265"/>
                  <a:gd name="T5" fmla="*/ 410 h 44"/>
                  <a:gd name="T6" fmla="*/ 2374 w 265"/>
                  <a:gd name="T7" fmla="*/ 399 h 44"/>
                  <a:gd name="T8" fmla="*/ 2636 w 265"/>
                  <a:gd name="T9" fmla="*/ 226 h 44"/>
                  <a:gd name="T10" fmla="*/ 2220 w 265"/>
                  <a:gd name="T11" fmla="*/ 40 h 44"/>
                  <a:gd name="T12" fmla="*/ 1510 w 265"/>
                  <a:gd name="T13" fmla="*/ 21 h 44"/>
                  <a:gd name="T14" fmla="*/ 669 w 265"/>
                  <a:gd name="T15" fmla="*/ 40 h 44"/>
                  <a:gd name="T16" fmla="*/ 21 w 265"/>
                  <a:gd name="T17" fmla="*/ 162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5" h="44">
                    <a:moveTo>
                      <a:pt x="2" y="16"/>
                    </a:moveTo>
                    <a:cubicBezTo>
                      <a:pt x="0" y="30"/>
                      <a:pt x="27" y="29"/>
                      <a:pt x="53" y="30"/>
                    </a:cubicBezTo>
                    <a:cubicBezTo>
                      <a:pt x="78" y="32"/>
                      <a:pt x="117" y="38"/>
                      <a:pt x="155" y="40"/>
                    </a:cubicBezTo>
                    <a:cubicBezTo>
                      <a:pt x="193" y="42"/>
                      <a:pt x="215" y="44"/>
                      <a:pt x="237" y="39"/>
                    </a:cubicBezTo>
                    <a:cubicBezTo>
                      <a:pt x="259" y="33"/>
                      <a:pt x="264" y="32"/>
                      <a:pt x="264" y="22"/>
                    </a:cubicBezTo>
                    <a:cubicBezTo>
                      <a:pt x="265" y="11"/>
                      <a:pt x="236" y="6"/>
                      <a:pt x="222" y="4"/>
                    </a:cubicBezTo>
                    <a:cubicBezTo>
                      <a:pt x="209" y="2"/>
                      <a:pt x="174" y="4"/>
                      <a:pt x="151" y="2"/>
                    </a:cubicBezTo>
                    <a:cubicBezTo>
                      <a:pt x="129" y="1"/>
                      <a:pt x="88" y="0"/>
                      <a:pt x="67" y="4"/>
                    </a:cubicBezTo>
                    <a:cubicBezTo>
                      <a:pt x="46" y="7"/>
                      <a:pt x="3" y="7"/>
                      <a:pt x="2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8" name="Freeform 2209">
                <a:extLst>
                  <a:ext uri="{FF2B5EF4-FFF2-40B4-BE49-F238E27FC236}">
                    <a16:creationId xmlns:a16="http://schemas.microsoft.com/office/drawing/2014/main" id="{ECFD38CB-B0D0-471B-9C1F-796955C1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880"/>
                <a:ext cx="380" cy="71"/>
              </a:xfrm>
              <a:custGeom>
                <a:avLst/>
                <a:gdLst>
                  <a:gd name="T0" fmla="*/ 21 w 240"/>
                  <a:gd name="T1" fmla="*/ 137 h 45"/>
                  <a:gd name="T2" fmla="*/ 321 w 240"/>
                  <a:gd name="T3" fmla="*/ 267 h 45"/>
                  <a:gd name="T4" fmla="*/ 1216 w 240"/>
                  <a:gd name="T5" fmla="*/ 405 h 45"/>
                  <a:gd name="T6" fmla="*/ 2199 w 240"/>
                  <a:gd name="T7" fmla="*/ 405 h 45"/>
                  <a:gd name="T8" fmla="*/ 2389 w 240"/>
                  <a:gd name="T9" fmla="*/ 267 h 45"/>
                  <a:gd name="T10" fmla="*/ 1993 w 240"/>
                  <a:gd name="T11" fmla="*/ 150 h 45"/>
                  <a:gd name="T12" fmla="*/ 1088 w 240"/>
                  <a:gd name="T13" fmla="*/ 68 h 45"/>
                  <a:gd name="T14" fmla="*/ 429 w 240"/>
                  <a:gd name="T15" fmla="*/ 13 h 45"/>
                  <a:gd name="T16" fmla="*/ 21 w 240"/>
                  <a:gd name="T17" fmla="*/ 137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0" h="45">
                    <a:moveTo>
                      <a:pt x="2" y="14"/>
                    </a:moveTo>
                    <a:cubicBezTo>
                      <a:pt x="0" y="21"/>
                      <a:pt x="8" y="23"/>
                      <a:pt x="32" y="27"/>
                    </a:cubicBezTo>
                    <a:cubicBezTo>
                      <a:pt x="57" y="30"/>
                      <a:pt x="84" y="41"/>
                      <a:pt x="122" y="41"/>
                    </a:cubicBezTo>
                    <a:cubicBezTo>
                      <a:pt x="160" y="41"/>
                      <a:pt x="203" y="45"/>
                      <a:pt x="221" y="41"/>
                    </a:cubicBezTo>
                    <a:cubicBezTo>
                      <a:pt x="239" y="37"/>
                      <a:pt x="239" y="38"/>
                      <a:pt x="240" y="27"/>
                    </a:cubicBezTo>
                    <a:cubicBezTo>
                      <a:pt x="240" y="16"/>
                      <a:pt x="216" y="17"/>
                      <a:pt x="200" y="15"/>
                    </a:cubicBezTo>
                    <a:cubicBezTo>
                      <a:pt x="185" y="13"/>
                      <a:pt x="124" y="8"/>
                      <a:pt x="109" y="7"/>
                    </a:cubicBezTo>
                    <a:cubicBezTo>
                      <a:pt x="93" y="7"/>
                      <a:pt x="57" y="0"/>
                      <a:pt x="43" y="1"/>
                    </a:cubicBezTo>
                    <a:cubicBezTo>
                      <a:pt x="29" y="2"/>
                      <a:pt x="4" y="4"/>
                      <a:pt x="2" y="14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9" name="Freeform 2210">
                <a:extLst>
                  <a:ext uri="{FF2B5EF4-FFF2-40B4-BE49-F238E27FC236}">
                    <a16:creationId xmlns:a16="http://schemas.microsoft.com/office/drawing/2014/main" id="{F3BBF3DF-8B98-4984-85A8-D2C86B63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885"/>
                <a:ext cx="108" cy="25"/>
              </a:xfrm>
              <a:custGeom>
                <a:avLst/>
                <a:gdLst>
                  <a:gd name="T0" fmla="*/ 0 w 68"/>
                  <a:gd name="T1" fmla="*/ 117 h 16"/>
                  <a:gd name="T2" fmla="*/ 689 w 68"/>
                  <a:gd name="T3" fmla="*/ 66 h 16"/>
                  <a:gd name="T4" fmla="*/ 334 w 68"/>
                  <a:gd name="T5" fmla="*/ 117 h 16"/>
                  <a:gd name="T6" fmla="*/ 102 w 68"/>
                  <a:gd name="T7" fmla="*/ 14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6">
                    <a:moveTo>
                      <a:pt x="0" y="13"/>
                    </a:moveTo>
                    <a:cubicBezTo>
                      <a:pt x="15" y="0"/>
                      <a:pt x="50" y="3"/>
                      <a:pt x="68" y="7"/>
                    </a:cubicBezTo>
                    <a:cubicBezTo>
                      <a:pt x="57" y="10"/>
                      <a:pt x="45" y="8"/>
                      <a:pt x="33" y="13"/>
                    </a:cubicBezTo>
                    <a:cubicBezTo>
                      <a:pt x="25" y="16"/>
                      <a:pt x="21" y="15"/>
                      <a:pt x="10" y="16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0" name="Freeform 2211">
                <a:extLst>
                  <a:ext uri="{FF2B5EF4-FFF2-40B4-BE49-F238E27FC236}">
                    <a16:creationId xmlns:a16="http://schemas.microsoft.com/office/drawing/2014/main" id="{0C947EE1-AA16-4D8C-9A45-B8772F876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917"/>
                <a:ext cx="111" cy="34"/>
              </a:xfrm>
              <a:custGeom>
                <a:avLst/>
                <a:gdLst>
                  <a:gd name="T0" fmla="*/ 0 w 70"/>
                  <a:gd name="T1" fmla="*/ 114 h 22"/>
                  <a:gd name="T2" fmla="*/ 614 w 70"/>
                  <a:gd name="T3" fmla="*/ 0 h 22"/>
                  <a:gd name="T4" fmla="*/ 258 w 70"/>
                  <a:gd name="T5" fmla="*/ 10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2">
                    <a:moveTo>
                      <a:pt x="0" y="13"/>
                    </a:moveTo>
                    <a:cubicBezTo>
                      <a:pt x="10" y="13"/>
                      <a:pt x="70" y="22"/>
                      <a:pt x="61" y="0"/>
                    </a:cubicBezTo>
                    <a:cubicBezTo>
                      <a:pt x="53" y="9"/>
                      <a:pt x="36" y="7"/>
                      <a:pt x="26" y="12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1" name="Oval 2212">
                <a:extLst>
                  <a:ext uri="{FF2B5EF4-FFF2-40B4-BE49-F238E27FC236}">
                    <a16:creationId xmlns:a16="http://schemas.microsoft.com/office/drawing/2014/main" id="{3FAEC783-97BB-4F83-A1E8-BCC3D3C02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910"/>
                <a:ext cx="48" cy="19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72" name="Oval 2213">
                <a:extLst>
                  <a:ext uri="{FF2B5EF4-FFF2-40B4-BE49-F238E27FC236}">
                    <a16:creationId xmlns:a16="http://schemas.microsoft.com/office/drawing/2014/main" id="{AABE515D-2D0C-429C-A106-326F2CF8E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907"/>
                <a:ext cx="4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73" name="Oval 2214">
                <a:extLst>
                  <a:ext uri="{FF2B5EF4-FFF2-40B4-BE49-F238E27FC236}">
                    <a16:creationId xmlns:a16="http://schemas.microsoft.com/office/drawing/2014/main" id="{6FE6E428-84A1-4265-9CBC-14C7A2308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909"/>
                <a:ext cx="48" cy="19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74" name="Freeform 2215">
                <a:extLst>
                  <a:ext uri="{FF2B5EF4-FFF2-40B4-BE49-F238E27FC236}">
                    <a16:creationId xmlns:a16="http://schemas.microsoft.com/office/drawing/2014/main" id="{F518C646-A2F6-4E5C-9B8C-E29316BD2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914"/>
                <a:ext cx="36" cy="12"/>
              </a:xfrm>
              <a:custGeom>
                <a:avLst/>
                <a:gdLst>
                  <a:gd name="T0" fmla="*/ 0 w 23"/>
                  <a:gd name="T1" fmla="*/ 41 h 8"/>
                  <a:gd name="T2" fmla="*/ 0 w 23"/>
                  <a:gd name="T3" fmla="*/ 48 h 8"/>
                  <a:gd name="T4" fmla="*/ 103 w 23"/>
                  <a:gd name="T5" fmla="*/ 62 h 8"/>
                  <a:gd name="T6" fmla="*/ 216 w 23"/>
                  <a:gd name="T7" fmla="*/ 27 h 8"/>
                  <a:gd name="T8" fmla="*/ 216 w 23"/>
                  <a:gd name="T9" fmla="*/ 18 h 8"/>
                  <a:gd name="T10" fmla="*/ 116 w 23"/>
                  <a:gd name="T11" fmla="*/ 0 h 8"/>
                  <a:gd name="T12" fmla="*/ 0 w 23"/>
                  <a:gd name="T13" fmla="*/ 41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3" y="7"/>
                      <a:pt x="6" y="8"/>
                      <a:pt x="11" y="8"/>
                    </a:cubicBezTo>
                    <a:cubicBezTo>
                      <a:pt x="18" y="8"/>
                      <a:pt x="23" y="6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1" y="1"/>
                      <a:pt x="17" y="0"/>
                      <a:pt x="12" y="0"/>
                    </a:cubicBezTo>
                    <a:cubicBezTo>
                      <a:pt x="6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5" name="Oval 2216">
                <a:extLst>
                  <a:ext uri="{FF2B5EF4-FFF2-40B4-BE49-F238E27FC236}">
                    <a16:creationId xmlns:a16="http://schemas.microsoft.com/office/drawing/2014/main" id="{6F4F5C3C-A250-43A0-9C5F-B33D8B70C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91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76" name="Oval 2217">
                <a:extLst>
                  <a:ext uri="{FF2B5EF4-FFF2-40B4-BE49-F238E27FC236}">
                    <a16:creationId xmlns:a16="http://schemas.microsoft.com/office/drawing/2014/main" id="{8EE5F853-A072-4B53-9050-CA36BC6FF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914"/>
                <a:ext cx="5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77" name="Freeform 2218">
                <a:extLst>
                  <a:ext uri="{FF2B5EF4-FFF2-40B4-BE49-F238E27FC236}">
                    <a16:creationId xmlns:a16="http://schemas.microsoft.com/office/drawing/2014/main" id="{67A3A529-1E35-46D1-98C5-C8D7FF0A1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920"/>
                <a:ext cx="27" cy="8"/>
              </a:xfrm>
              <a:custGeom>
                <a:avLst/>
                <a:gdLst>
                  <a:gd name="T0" fmla="*/ 172 w 17"/>
                  <a:gd name="T1" fmla="*/ 0 h 5"/>
                  <a:gd name="T2" fmla="*/ 0 w 17"/>
                  <a:gd name="T3" fmla="*/ 34 h 5"/>
                  <a:gd name="T4" fmla="*/ 172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cubicBezTo>
                      <a:pt x="14" y="4"/>
                      <a:pt x="6" y="5"/>
                      <a:pt x="0" y="3"/>
                    </a:cubicBezTo>
                    <a:cubicBezTo>
                      <a:pt x="4" y="3"/>
                      <a:pt x="13" y="3"/>
                      <a:pt x="17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8" name="Freeform 2219">
                <a:extLst>
                  <a:ext uri="{FF2B5EF4-FFF2-40B4-BE49-F238E27FC236}">
                    <a16:creationId xmlns:a16="http://schemas.microsoft.com/office/drawing/2014/main" id="{83AA537C-B216-4964-AFAC-624ED2D7B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880"/>
                <a:ext cx="380" cy="71"/>
              </a:xfrm>
              <a:custGeom>
                <a:avLst/>
                <a:gdLst>
                  <a:gd name="T0" fmla="*/ 21 w 240"/>
                  <a:gd name="T1" fmla="*/ 137 h 45"/>
                  <a:gd name="T2" fmla="*/ 321 w 240"/>
                  <a:gd name="T3" fmla="*/ 267 h 45"/>
                  <a:gd name="T4" fmla="*/ 1216 w 240"/>
                  <a:gd name="T5" fmla="*/ 405 h 45"/>
                  <a:gd name="T6" fmla="*/ 2199 w 240"/>
                  <a:gd name="T7" fmla="*/ 405 h 45"/>
                  <a:gd name="T8" fmla="*/ 2389 w 240"/>
                  <a:gd name="T9" fmla="*/ 267 h 45"/>
                  <a:gd name="T10" fmla="*/ 1993 w 240"/>
                  <a:gd name="T11" fmla="*/ 150 h 45"/>
                  <a:gd name="T12" fmla="*/ 1088 w 240"/>
                  <a:gd name="T13" fmla="*/ 68 h 45"/>
                  <a:gd name="T14" fmla="*/ 429 w 240"/>
                  <a:gd name="T15" fmla="*/ 13 h 45"/>
                  <a:gd name="T16" fmla="*/ 21 w 240"/>
                  <a:gd name="T17" fmla="*/ 137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0" h="45">
                    <a:moveTo>
                      <a:pt x="2" y="14"/>
                    </a:moveTo>
                    <a:cubicBezTo>
                      <a:pt x="0" y="21"/>
                      <a:pt x="8" y="23"/>
                      <a:pt x="32" y="27"/>
                    </a:cubicBezTo>
                    <a:cubicBezTo>
                      <a:pt x="57" y="30"/>
                      <a:pt x="84" y="41"/>
                      <a:pt x="122" y="41"/>
                    </a:cubicBezTo>
                    <a:cubicBezTo>
                      <a:pt x="160" y="41"/>
                      <a:pt x="203" y="45"/>
                      <a:pt x="221" y="41"/>
                    </a:cubicBezTo>
                    <a:cubicBezTo>
                      <a:pt x="239" y="37"/>
                      <a:pt x="239" y="38"/>
                      <a:pt x="240" y="27"/>
                    </a:cubicBezTo>
                    <a:cubicBezTo>
                      <a:pt x="240" y="16"/>
                      <a:pt x="216" y="17"/>
                      <a:pt x="200" y="15"/>
                    </a:cubicBezTo>
                    <a:cubicBezTo>
                      <a:pt x="185" y="13"/>
                      <a:pt x="124" y="8"/>
                      <a:pt x="109" y="7"/>
                    </a:cubicBezTo>
                    <a:cubicBezTo>
                      <a:pt x="93" y="7"/>
                      <a:pt x="57" y="0"/>
                      <a:pt x="43" y="1"/>
                    </a:cubicBezTo>
                    <a:cubicBezTo>
                      <a:pt x="29" y="2"/>
                      <a:pt x="4" y="4"/>
                      <a:pt x="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9" name="Freeform 2220">
                <a:extLst>
                  <a:ext uri="{FF2B5EF4-FFF2-40B4-BE49-F238E27FC236}">
                    <a16:creationId xmlns:a16="http://schemas.microsoft.com/office/drawing/2014/main" id="{75832456-3700-497B-9967-FA945CD9B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841"/>
                <a:ext cx="466" cy="79"/>
              </a:xfrm>
              <a:custGeom>
                <a:avLst/>
                <a:gdLst>
                  <a:gd name="T0" fmla="*/ 13 w 294"/>
                  <a:gd name="T1" fmla="*/ 387 h 50"/>
                  <a:gd name="T2" fmla="*/ 713 w 294"/>
                  <a:gd name="T3" fmla="*/ 455 h 50"/>
                  <a:gd name="T4" fmla="*/ 1816 w 294"/>
                  <a:gd name="T5" fmla="*/ 395 h 50"/>
                  <a:gd name="T6" fmla="*/ 2620 w 294"/>
                  <a:gd name="T7" fmla="*/ 258 h 50"/>
                  <a:gd name="T8" fmla="*/ 2912 w 294"/>
                  <a:gd name="T9" fmla="*/ 87 h 50"/>
                  <a:gd name="T10" fmla="*/ 2580 w 294"/>
                  <a:gd name="T11" fmla="*/ 55 h 50"/>
                  <a:gd name="T12" fmla="*/ 2062 w 294"/>
                  <a:gd name="T13" fmla="*/ 33 h 50"/>
                  <a:gd name="T14" fmla="*/ 1349 w 294"/>
                  <a:gd name="T15" fmla="*/ 35 h 50"/>
                  <a:gd name="T16" fmla="*/ 648 w 294"/>
                  <a:gd name="T17" fmla="*/ 150 h 50"/>
                  <a:gd name="T18" fmla="*/ 13 w 294"/>
                  <a:gd name="T19" fmla="*/ 387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4" h="50">
                    <a:moveTo>
                      <a:pt x="1" y="39"/>
                    </a:moveTo>
                    <a:cubicBezTo>
                      <a:pt x="1" y="46"/>
                      <a:pt x="36" y="50"/>
                      <a:pt x="71" y="46"/>
                    </a:cubicBezTo>
                    <a:cubicBezTo>
                      <a:pt x="106" y="42"/>
                      <a:pt x="141" y="42"/>
                      <a:pt x="182" y="40"/>
                    </a:cubicBezTo>
                    <a:cubicBezTo>
                      <a:pt x="223" y="38"/>
                      <a:pt x="243" y="31"/>
                      <a:pt x="262" y="26"/>
                    </a:cubicBezTo>
                    <a:cubicBezTo>
                      <a:pt x="280" y="22"/>
                      <a:pt x="288" y="18"/>
                      <a:pt x="291" y="9"/>
                    </a:cubicBezTo>
                    <a:cubicBezTo>
                      <a:pt x="294" y="0"/>
                      <a:pt x="272" y="5"/>
                      <a:pt x="258" y="6"/>
                    </a:cubicBezTo>
                    <a:cubicBezTo>
                      <a:pt x="244" y="7"/>
                      <a:pt x="224" y="4"/>
                      <a:pt x="206" y="3"/>
                    </a:cubicBezTo>
                    <a:cubicBezTo>
                      <a:pt x="188" y="2"/>
                      <a:pt x="158" y="2"/>
                      <a:pt x="135" y="4"/>
                    </a:cubicBezTo>
                    <a:cubicBezTo>
                      <a:pt x="112" y="6"/>
                      <a:pt x="91" y="5"/>
                      <a:pt x="65" y="15"/>
                    </a:cubicBezTo>
                    <a:cubicBezTo>
                      <a:pt x="39" y="25"/>
                      <a:pt x="0" y="33"/>
                      <a:pt x="1" y="39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0" name="Freeform 2221">
                <a:extLst>
                  <a:ext uri="{FF2B5EF4-FFF2-40B4-BE49-F238E27FC236}">
                    <a16:creationId xmlns:a16="http://schemas.microsoft.com/office/drawing/2014/main" id="{EFABF59D-424F-4313-BAAB-8E18C6EF9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855"/>
                <a:ext cx="129" cy="43"/>
              </a:xfrm>
              <a:custGeom>
                <a:avLst/>
                <a:gdLst>
                  <a:gd name="T0" fmla="*/ 0 w 82"/>
                  <a:gd name="T1" fmla="*/ 274 h 27"/>
                  <a:gd name="T2" fmla="*/ 406 w 82"/>
                  <a:gd name="T3" fmla="*/ 116 h 27"/>
                  <a:gd name="T4" fmla="*/ 790 w 82"/>
                  <a:gd name="T5" fmla="*/ 53 h 27"/>
                  <a:gd name="T6" fmla="*/ 467 w 82"/>
                  <a:gd name="T7" fmla="*/ 154 h 27"/>
                  <a:gd name="T8" fmla="*/ 151 w 82"/>
                  <a:gd name="T9" fmla="*/ 24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27">
                    <a:moveTo>
                      <a:pt x="0" y="27"/>
                    </a:moveTo>
                    <a:cubicBezTo>
                      <a:pt x="13" y="20"/>
                      <a:pt x="29" y="16"/>
                      <a:pt x="42" y="11"/>
                    </a:cubicBezTo>
                    <a:cubicBezTo>
                      <a:pt x="53" y="7"/>
                      <a:pt x="72" y="0"/>
                      <a:pt x="82" y="5"/>
                    </a:cubicBezTo>
                    <a:cubicBezTo>
                      <a:pt x="68" y="6"/>
                      <a:pt x="60" y="8"/>
                      <a:pt x="48" y="15"/>
                    </a:cubicBezTo>
                    <a:cubicBezTo>
                      <a:pt x="38" y="21"/>
                      <a:pt x="27" y="19"/>
                      <a:pt x="16" y="24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1" name="Freeform 2222">
                <a:extLst>
                  <a:ext uri="{FF2B5EF4-FFF2-40B4-BE49-F238E27FC236}">
                    <a16:creationId xmlns:a16="http://schemas.microsoft.com/office/drawing/2014/main" id="{242EB44D-2731-4827-8B64-A3BEEB715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857"/>
                <a:ext cx="114" cy="36"/>
              </a:xfrm>
              <a:custGeom>
                <a:avLst/>
                <a:gdLst>
                  <a:gd name="T0" fmla="*/ 0 w 72"/>
                  <a:gd name="T1" fmla="*/ 189 h 23"/>
                  <a:gd name="T2" fmla="*/ 516 w 72"/>
                  <a:gd name="T3" fmla="*/ 103 h 23"/>
                  <a:gd name="T4" fmla="*/ 719 w 72"/>
                  <a:gd name="T5" fmla="*/ 0 h 23"/>
                  <a:gd name="T6" fmla="*/ 369 w 72"/>
                  <a:gd name="T7" fmla="*/ 34 h 23"/>
                  <a:gd name="T8" fmla="*/ 429 w 72"/>
                  <a:gd name="T9" fmla="*/ 53 h 23"/>
                  <a:gd name="T10" fmla="*/ 358 w 72"/>
                  <a:gd name="T11" fmla="*/ 13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23">
                    <a:moveTo>
                      <a:pt x="0" y="20"/>
                    </a:moveTo>
                    <a:cubicBezTo>
                      <a:pt x="17" y="23"/>
                      <a:pt x="36" y="17"/>
                      <a:pt x="52" y="11"/>
                    </a:cubicBezTo>
                    <a:cubicBezTo>
                      <a:pt x="58" y="9"/>
                      <a:pt x="70" y="7"/>
                      <a:pt x="72" y="0"/>
                    </a:cubicBezTo>
                    <a:cubicBezTo>
                      <a:pt x="62" y="5"/>
                      <a:pt x="48" y="6"/>
                      <a:pt x="37" y="4"/>
                    </a:cubicBezTo>
                    <a:cubicBezTo>
                      <a:pt x="39" y="4"/>
                      <a:pt x="41" y="6"/>
                      <a:pt x="43" y="6"/>
                    </a:cubicBezTo>
                    <a:cubicBezTo>
                      <a:pt x="42" y="10"/>
                      <a:pt x="39" y="12"/>
                      <a:pt x="36" y="14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2" name="Oval 2223">
                <a:extLst>
                  <a:ext uri="{FF2B5EF4-FFF2-40B4-BE49-F238E27FC236}">
                    <a16:creationId xmlns:a16="http://schemas.microsoft.com/office/drawing/2014/main" id="{F39568EF-22E1-4A2F-A87F-8BD033B7A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866"/>
                <a:ext cx="47" cy="18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83" name="Oval 2224">
                <a:extLst>
                  <a:ext uri="{FF2B5EF4-FFF2-40B4-BE49-F238E27FC236}">
                    <a16:creationId xmlns:a16="http://schemas.microsoft.com/office/drawing/2014/main" id="{D4B620F3-E91D-42F8-9C24-4BE9ED68B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2" y="861"/>
                <a:ext cx="4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84" name="Oval 2225">
                <a:extLst>
                  <a:ext uri="{FF2B5EF4-FFF2-40B4-BE49-F238E27FC236}">
                    <a16:creationId xmlns:a16="http://schemas.microsoft.com/office/drawing/2014/main" id="{B8940E54-CC6B-40D6-A4A9-4842846B2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865"/>
                <a:ext cx="47" cy="17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85" name="Freeform 2226">
                <a:extLst>
                  <a:ext uri="{FF2B5EF4-FFF2-40B4-BE49-F238E27FC236}">
                    <a16:creationId xmlns:a16="http://schemas.microsoft.com/office/drawing/2014/main" id="{FAFF9452-AA3E-4050-9736-E36FE7518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868"/>
                <a:ext cx="36" cy="12"/>
              </a:xfrm>
              <a:custGeom>
                <a:avLst/>
                <a:gdLst>
                  <a:gd name="T0" fmla="*/ 0 w 23"/>
                  <a:gd name="T1" fmla="*/ 41 h 8"/>
                  <a:gd name="T2" fmla="*/ 0 w 23"/>
                  <a:gd name="T3" fmla="*/ 48 h 8"/>
                  <a:gd name="T4" fmla="*/ 95 w 23"/>
                  <a:gd name="T5" fmla="*/ 62 h 8"/>
                  <a:gd name="T6" fmla="*/ 216 w 23"/>
                  <a:gd name="T7" fmla="*/ 32 h 8"/>
                  <a:gd name="T8" fmla="*/ 203 w 23"/>
                  <a:gd name="T9" fmla="*/ 27 h 8"/>
                  <a:gd name="T10" fmla="*/ 116 w 23"/>
                  <a:gd name="T11" fmla="*/ 0 h 8"/>
                  <a:gd name="T12" fmla="*/ 0 w 23"/>
                  <a:gd name="T13" fmla="*/ 41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6" y="8"/>
                      <a:pt x="10" y="8"/>
                    </a:cubicBezTo>
                    <a:cubicBezTo>
                      <a:pt x="17" y="8"/>
                      <a:pt x="23" y="6"/>
                      <a:pt x="23" y="4"/>
                    </a:cubicBezTo>
                    <a:cubicBezTo>
                      <a:pt x="23" y="3"/>
                      <a:pt x="23" y="3"/>
                      <a:pt x="22" y="3"/>
                    </a:cubicBezTo>
                    <a:cubicBezTo>
                      <a:pt x="20" y="1"/>
                      <a:pt x="16" y="0"/>
                      <a:pt x="12" y="0"/>
                    </a:cubicBezTo>
                    <a:cubicBezTo>
                      <a:pt x="5" y="0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6" name="Freeform 2227">
                <a:extLst>
                  <a:ext uri="{FF2B5EF4-FFF2-40B4-BE49-F238E27FC236}">
                    <a16:creationId xmlns:a16="http://schemas.microsoft.com/office/drawing/2014/main" id="{80653581-B26E-431C-9242-A938D1B04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874"/>
                <a:ext cx="27" cy="8"/>
              </a:xfrm>
              <a:custGeom>
                <a:avLst/>
                <a:gdLst>
                  <a:gd name="T0" fmla="*/ 172 w 17"/>
                  <a:gd name="T1" fmla="*/ 0 h 5"/>
                  <a:gd name="T2" fmla="*/ 0 w 17"/>
                  <a:gd name="T3" fmla="*/ 42 h 5"/>
                  <a:gd name="T4" fmla="*/ 172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cubicBezTo>
                      <a:pt x="14" y="4"/>
                      <a:pt x="6" y="5"/>
                      <a:pt x="0" y="4"/>
                    </a:cubicBezTo>
                    <a:cubicBezTo>
                      <a:pt x="4" y="4"/>
                      <a:pt x="12" y="3"/>
                      <a:pt x="17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7" name="Freeform 2228">
                <a:extLst>
                  <a:ext uri="{FF2B5EF4-FFF2-40B4-BE49-F238E27FC236}">
                    <a16:creationId xmlns:a16="http://schemas.microsoft.com/office/drawing/2014/main" id="{5059B51D-7C91-4BF5-AE62-F8CD2C739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841"/>
                <a:ext cx="466" cy="79"/>
              </a:xfrm>
              <a:custGeom>
                <a:avLst/>
                <a:gdLst>
                  <a:gd name="T0" fmla="*/ 13 w 294"/>
                  <a:gd name="T1" fmla="*/ 387 h 50"/>
                  <a:gd name="T2" fmla="*/ 713 w 294"/>
                  <a:gd name="T3" fmla="*/ 455 h 50"/>
                  <a:gd name="T4" fmla="*/ 1816 w 294"/>
                  <a:gd name="T5" fmla="*/ 395 h 50"/>
                  <a:gd name="T6" fmla="*/ 2620 w 294"/>
                  <a:gd name="T7" fmla="*/ 258 h 50"/>
                  <a:gd name="T8" fmla="*/ 2912 w 294"/>
                  <a:gd name="T9" fmla="*/ 87 h 50"/>
                  <a:gd name="T10" fmla="*/ 2580 w 294"/>
                  <a:gd name="T11" fmla="*/ 55 h 50"/>
                  <a:gd name="T12" fmla="*/ 2062 w 294"/>
                  <a:gd name="T13" fmla="*/ 33 h 50"/>
                  <a:gd name="T14" fmla="*/ 1349 w 294"/>
                  <a:gd name="T15" fmla="*/ 35 h 50"/>
                  <a:gd name="T16" fmla="*/ 648 w 294"/>
                  <a:gd name="T17" fmla="*/ 150 h 50"/>
                  <a:gd name="T18" fmla="*/ 13 w 294"/>
                  <a:gd name="T19" fmla="*/ 387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4" h="50">
                    <a:moveTo>
                      <a:pt x="1" y="39"/>
                    </a:moveTo>
                    <a:cubicBezTo>
                      <a:pt x="1" y="46"/>
                      <a:pt x="36" y="50"/>
                      <a:pt x="71" y="46"/>
                    </a:cubicBezTo>
                    <a:cubicBezTo>
                      <a:pt x="106" y="42"/>
                      <a:pt x="141" y="42"/>
                      <a:pt x="182" y="40"/>
                    </a:cubicBezTo>
                    <a:cubicBezTo>
                      <a:pt x="223" y="38"/>
                      <a:pt x="243" y="31"/>
                      <a:pt x="262" y="26"/>
                    </a:cubicBezTo>
                    <a:cubicBezTo>
                      <a:pt x="280" y="22"/>
                      <a:pt x="288" y="18"/>
                      <a:pt x="291" y="9"/>
                    </a:cubicBezTo>
                    <a:cubicBezTo>
                      <a:pt x="294" y="0"/>
                      <a:pt x="272" y="5"/>
                      <a:pt x="258" y="6"/>
                    </a:cubicBezTo>
                    <a:cubicBezTo>
                      <a:pt x="244" y="7"/>
                      <a:pt x="224" y="4"/>
                      <a:pt x="206" y="3"/>
                    </a:cubicBezTo>
                    <a:cubicBezTo>
                      <a:pt x="188" y="2"/>
                      <a:pt x="158" y="2"/>
                      <a:pt x="135" y="4"/>
                    </a:cubicBezTo>
                    <a:cubicBezTo>
                      <a:pt x="112" y="6"/>
                      <a:pt x="91" y="5"/>
                      <a:pt x="65" y="15"/>
                    </a:cubicBezTo>
                    <a:cubicBezTo>
                      <a:pt x="39" y="25"/>
                      <a:pt x="0" y="33"/>
                      <a:pt x="1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8" name="Freeform 2229">
                <a:extLst>
                  <a:ext uri="{FF2B5EF4-FFF2-40B4-BE49-F238E27FC236}">
                    <a16:creationId xmlns:a16="http://schemas.microsoft.com/office/drawing/2014/main" id="{3BE14215-AA13-4460-9A38-DA4E5D10E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842"/>
                <a:ext cx="452" cy="67"/>
              </a:xfrm>
              <a:custGeom>
                <a:avLst/>
                <a:gdLst>
                  <a:gd name="T0" fmla="*/ 151 w 285"/>
                  <a:gd name="T1" fmla="*/ 142 h 42"/>
                  <a:gd name="T2" fmla="*/ 714 w 285"/>
                  <a:gd name="T3" fmla="*/ 73 h 42"/>
                  <a:gd name="T4" fmla="*/ 1643 w 285"/>
                  <a:gd name="T5" fmla="*/ 54 h 42"/>
                  <a:gd name="T6" fmla="*/ 2146 w 285"/>
                  <a:gd name="T7" fmla="*/ 89 h 42"/>
                  <a:gd name="T8" fmla="*/ 2729 w 285"/>
                  <a:gd name="T9" fmla="*/ 142 h 42"/>
                  <a:gd name="T10" fmla="*/ 2676 w 285"/>
                  <a:gd name="T11" fmla="*/ 227 h 42"/>
                  <a:gd name="T12" fmla="*/ 2246 w 285"/>
                  <a:gd name="T13" fmla="*/ 369 h 42"/>
                  <a:gd name="T14" fmla="*/ 1489 w 285"/>
                  <a:gd name="T15" fmla="*/ 394 h 42"/>
                  <a:gd name="T16" fmla="*/ 442 w 285"/>
                  <a:gd name="T17" fmla="*/ 349 h 42"/>
                  <a:gd name="T18" fmla="*/ 21 w 285"/>
                  <a:gd name="T19" fmla="*/ 219 h 42"/>
                  <a:gd name="T20" fmla="*/ 151 w 285"/>
                  <a:gd name="T21" fmla="*/ 1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5" h="42">
                    <a:moveTo>
                      <a:pt x="15" y="14"/>
                    </a:moveTo>
                    <a:cubicBezTo>
                      <a:pt x="25" y="13"/>
                      <a:pt x="32" y="15"/>
                      <a:pt x="71" y="7"/>
                    </a:cubicBezTo>
                    <a:cubicBezTo>
                      <a:pt x="109" y="0"/>
                      <a:pt x="142" y="6"/>
                      <a:pt x="164" y="5"/>
                    </a:cubicBezTo>
                    <a:cubicBezTo>
                      <a:pt x="185" y="4"/>
                      <a:pt x="196" y="6"/>
                      <a:pt x="214" y="9"/>
                    </a:cubicBezTo>
                    <a:cubicBezTo>
                      <a:pt x="233" y="11"/>
                      <a:pt x="260" y="13"/>
                      <a:pt x="272" y="14"/>
                    </a:cubicBezTo>
                    <a:cubicBezTo>
                      <a:pt x="285" y="15"/>
                      <a:pt x="279" y="18"/>
                      <a:pt x="267" y="22"/>
                    </a:cubicBezTo>
                    <a:cubicBezTo>
                      <a:pt x="255" y="26"/>
                      <a:pt x="242" y="30"/>
                      <a:pt x="224" y="36"/>
                    </a:cubicBezTo>
                    <a:cubicBezTo>
                      <a:pt x="206" y="42"/>
                      <a:pt x="183" y="40"/>
                      <a:pt x="148" y="38"/>
                    </a:cubicBezTo>
                    <a:cubicBezTo>
                      <a:pt x="112" y="36"/>
                      <a:pt x="66" y="34"/>
                      <a:pt x="44" y="34"/>
                    </a:cubicBezTo>
                    <a:cubicBezTo>
                      <a:pt x="22" y="34"/>
                      <a:pt x="0" y="31"/>
                      <a:pt x="2" y="21"/>
                    </a:cubicBezTo>
                    <a:cubicBezTo>
                      <a:pt x="2" y="14"/>
                      <a:pt x="9" y="15"/>
                      <a:pt x="15" y="14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9" name="Freeform 2230">
                <a:extLst>
                  <a:ext uri="{FF2B5EF4-FFF2-40B4-BE49-F238E27FC236}">
                    <a16:creationId xmlns:a16="http://schemas.microsoft.com/office/drawing/2014/main" id="{EBC1391A-59E6-4C61-AD1C-B2F2C45B2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847"/>
                <a:ext cx="127" cy="27"/>
              </a:xfrm>
              <a:custGeom>
                <a:avLst/>
                <a:gdLst>
                  <a:gd name="T0" fmla="*/ 0 w 80"/>
                  <a:gd name="T1" fmla="*/ 162 h 17"/>
                  <a:gd name="T2" fmla="*/ 810 w 80"/>
                  <a:gd name="T3" fmla="*/ 132 h 17"/>
                  <a:gd name="T4" fmla="*/ 552 w 80"/>
                  <a:gd name="T5" fmla="*/ 14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7">
                    <a:moveTo>
                      <a:pt x="0" y="16"/>
                    </a:moveTo>
                    <a:cubicBezTo>
                      <a:pt x="27" y="17"/>
                      <a:pt x="55" y="0"/>
                      <a:pt x="80" y="13"/>
                    </a:cubicBezTo>
                    <a:cubicBezTo>
                      <a:pt x="72" y="10"/>
                      <a:pt x="63" y="12"/>
                      <a:pt x="55" y="14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0" name="Freeform 2231">
                <a:extLst>
                  <a:ext uri="{FF2B5EF4-FFF2-40B4-BE49-F238E27FC236}">
                    <a16:creationId xmlns:a16="http://schemas.microsoft.com/office/drawing/2014/main" id="{FE9AA0EE-D4DE-43A0-B255-0D0428069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863"/>
                <a:ext cx="113" cy="35"/>
              </a:xfrm>
              <a:custGeom>
                <a:avLst/>
                <a:gdLst>
                  <a:gd name="T0" fmla="*/ 0 w 71"/>
                  <a:gd name="T1" fmla="*/ 185 h 22"/>
                  <a:gd name="T2" fmla="*/ 431 w 71"/>
                  <a:gd name="T3" fmla="*/ 172 h 22"/>
                  <a:gd name="T4" fmla="*/ 724 w 71"/>
                  <a:gd name="T5" fmla="*/ 33 h 22"/>
                  <a:gd name="T6" fmla="*/ 291 w 71"/>
                  <a:gd name="T7" fmla="*/ 0 h 22"/>
                  <a:gd name="T8" fmla="*/ 360 w 71"/>
                  <a:gd name="T9" fmla="*/ 15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22">
                    <a:moveTo>
                      <a:pt x="0" y="18"/>
                    </a:moveTo>
                    <a:cubicBezTo>
                      <a:pt x="13" y="22"/>
                      <a:pt x="29" y="21"/>
                      <a:pt x="42" y="17"/>
                    </a:cubicBezTo>
                    <a:cubicBezTo>
                      <a:pt x="49" y="15"/>
                      <a:pt x="68" y="10"/>
                      <a:pt x="71" y="3"/>
                    </a:cubicBezTo>
                    <a:cubicBezTo>
                      <a:pt x="56" y="2"/>
                      <a:pt x="43" y="6"/>
                      <a:pt x="28" y="0"/>
                    </a:cubicBezTo>
                    <a:cubicBezTo>
                      <a:pt x="34" y="5"/>
                      <a:pt x="43" y="6"/>
                      <a:pt x="35" y="15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1" name="Oval 2232">
                <a:extLst>
                  <a:ext uri="{FF2B5EF4-FFF2-40B4-BE49-F238E27FC236}">
                    <a16:creationId xmlns:a16="http://schemas.microsoft.com/office/drawing/2014/main" id="{6EC49307-1E50-4EE2-821B-0E5CC1AA4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1" y="871"/>
                <a:ext cx="47" cy="17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92" name="Oval 2233">
                <a:extLst>
                  <a:ext uri="{FF2B5EF4-FFF2-40B4-BE49-F238E27FC236}">
                    <a16:creationId xmlns:a16="http://schemas.microsoft.com/office/drawing/2014/main" id="{2ADE6B4A-FE89-4144-A352-BCB6AF1DF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6" y="866"/>
                <a:ext cx="4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93" name="Oval 2234">
                <a:extLst>
                  <a:ext uri="{FF2B5EF4-FFF2-40B4-BE49-F238E27FC236}">
                    <a16:creationId xmlns:a16="http://schemas.microsoft.com/office/drawing/2014/main" id="{2E3558E4-7CE1-4007-BB96-104905B36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9" y="869"/>
                <a:ext cx="48" cy="18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94" name="Freeform 2235">
                <a:extLst>
                  <a:ext uri="{FF2B5EF4-FFF2-40B4-BE49-F238E27FC236}">
                    <a16:creationId xmlns:a16="http://schemas.microsoft.com/office/drawing/2014/main" id="{3E152291-1B45-4EE3-8A28-24E6B8135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872"/>
                <a:ext cx="36" cy="13"/>
              </a:xfrm>
              <a:custGeom>
                <a:avLst/>
                <a:gdLst>
                  <a:gd name="T0" fmla="*/ 0 w 23"/>
                  <a:gd name="T1" fmla="*/ 55 h 8"/>
                  <a:gd name="T2" fmla="*/ 13 w 23"/>
                  <a:gd name="T3" fmla="*/ 68 h 8"/>
                  <a:gd name="T4" fmla="*/ 103 w 23"/>
                  <a:gd name="T5" fmla="*/ 89 h 8"/>
                  <a:gd name="T6" fmla="*/ 216 w 23"/>
                  <a:gd name="T7" fmla="*/ 34 h 8"/>
                  <a:gd name="T8" fmla="*/ 216 w 23"/>
                  <a:gd name="T9" fmla="*/ 21 h 8"/>
                  <a:gd name="T10" fmla="*/ 121 w 23"/>
                  <a:gd name="T11" fmla="*/ 0 h 8"/>
                  <a:gd name="T12" fmla="*/ 0 w 23"/>
                  <a:gd name="T13" fmla="*/ 5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0" y="5"/>
                    </a:moveTo>
                    <a:cubicBezTo>
                      <a:pt x="0" y="5"/>
                      <a:pt x="0" y="6"/>
                      <a:pt x="1" y="6"/>
                    </a:cubicBezTo>
                    <a:cubicBezTo>
                      <a:pt x="3" y="7"/>
                      <a:pt x="7" y="8"/>
                      <a:pt x="11" y="8"/>
                    </a:cubicBezTo>
                    <a:cubicBezTo>
                      <a:pt x="18" y="8"/>
                      <a:pt x="23" y="6"/>
                      <a:pt x="23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1" y="1"/>
                      <a:pt x="17" y="0"/>
                      <a:pt x="13" y="0"/>
                    </a:cubicBezTo>
                    <a:cubicBezTo>
                      <a:pt x="6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5" name="Oval 2236">
                <a:extLst>
                  <a:ext uri="{FF2B5EF4-FFF2-40B4-BE49-F238E27FC236}">
                    <a16:creationId xmlns:a16="http://schemas.microsoft.com/office/drawing/2014/main" id="{437133FF-3131-4FB0-8EA2-48A68817E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2" y="87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96" name="Oval 2237">
                <a:extLst>
                  <a:ext uri="{FF2B5EF4-FFF2-40B4-BE49-F238E27FC236}">
                    <a16:creationId xmlns:a16="http://schemas.microsoft.com/office/drawing/2014/main" id="{2545E48C-319D-422A-94B6-AE5C97C10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" y="87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097" name="Freeform 2238">
                <a:extLst>
                  <a:ext uri="{FF2B5EF4-FFF2-40B4-BE49-F238E27FC236}">
                    <a16:creationId xmlns:a16="http://schemas.microsoft.com/office/drawing/2014/main" id="{D9E68F79-BBED-4776-A49D-761B5D582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879"/>
                <a:ext cx="27" cy="8"/>
              </a:xfrm>
              <a:custGeom>
                <a:avLst/>
                <a:gdLst>
                  <a:gd name="T0" fmla="*/ 172 w 17"/>
                  <a:gd name="T1" fmla="*/ 0 h 5"/>
                  <a:gd name="T2" fmla="*/ 0 w 17"/>
                  <a:gd name="T3" fmla="*/ 42 h 5"/>
                  <a:gd name="T4" fmla="*/ 172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cubicBezTo>
                      <a:pt x="14" y="4"/>
                      <a:pt x="6" y="5"/>
                      <a:pt x="0" y="4"/>
                    </a:cubicBezTo>
                    <a:cubicBezTo>
                      <a:pt x="5" y="4"/>
                      <a:pt x="13" y="3"/>
                      <a:pt x="17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8" name="Freeform 2239">
                <a:extLst>
                  <a:ext uri="{FF2B5EF4-FFF2-40B4-BE49-F238E27FC236}">
                    <a16:creationId xmlns:a16="http://schemas.microsoft.com/office/drawing/2014/main" id="{6E37E8B2-EDDD-40F3-9D0B-69FE64688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842"/>
                <a:ext cx="452" cy="67"/>
              </a:xfrm>
              <a:custGeom>
                <a:avLst/>
                <a:gdLst>
                  <a:gd name="T0" fmla="*/ 151 w 285"/>
                  <a:gd name="T1" fmla="*/ 142 h 42"/>
                  <a:gd name="T2" fmla="*/ 714 w 285"/>
                  <a:gd name="T3" fmla="*/ 73 h 42"/>
                  <a:gd name="T4" fmla="*/ 1643 w 285"/>
                  <a:gd name="T5" fmla="*/ 54 h 42"/>
                  <a:gd name="T6" fmla="*/ 2146 w 285"/>
                  <a:gd name="T7" fmla="*/ 89 h 42"/>
                  <a:gd name="T8" fmla="*/ 2729 w 285"/>
                  <a:gd name="T9" fmla="*/ 142 h 42"/>
                  <a:gd name="T10" fmla="*/ 2676 w 285"/>
                  <a:gd name="T11" fmla="*/ 227 h 42"/>
                  <a:gd name="T12" fmla="*/ 2246 w 285"/>
                  <a:gd name="T13" fmla="*/ 369 h 42"/>
                  <a:gd name="T14" fmla="*/ 1489 w 285"/>
                  <a:gd name="T15" fmla="*/ 394 h 42"/>
                  <a:gd name="T16" fmla="*/ 442 w 285"/>
                  <a:gd name="T17" fmla="*/ 349 h 42"/>
                  <a:gd name="T18" fmla="*/ 21 w 285"/>
                  <a:gd name="T19" fmla="*/ 219 h 42"/>
                  <a:gd name="T20" fmla="*/ 151 w 285"/>
                  <a:gd name="T21" fmla="*/ 142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5" h="42">
                    <a:moveTo>
                      <a:pt x="15" y="14"/>
                    </a:moveTo>
                    <a:cubicBezTo>
                      <a:pt x="25" y="13"/>
                      <a:pt x="32" y="15"/>
                      <a:pt x="71" y="7"/>
                    </a:cubicBezTo>
                    <a:cubicBezTo>
                      <a:pt x="109" y="0"/>
                      <a:pt x="142" y="6"/>
                      <a:pt x="164" y="5"/>
                    </a:cubicBezTo>
                    <a:cubicBezTo>
                      <a:pt x="185" y="4"/>
                      <a:pt x="196" y="6"/>
                      <a:pt x="214" y="9"/>
                    </a:cubicBezTo>
                    <a:cubicBezTo>
                      <a:pt x="233" y="11"/>
                      <a:pt x="260" y="13"/>
                      <a:pt x="272" y="14"/>
                    </a:cubicBezTo>
                    <a:cubicBezTo>
                      <a:pt x="285" y="15"/>
                      <a:pt x="279" y="18"/>
                      <a:pt x="267" y="22"/>
                    </a:cubicBezTo>
                    <a:cubicBezTo>
                      <a:pt x="255" y="26"/>
                      <a:pt x="242" y="30"/>
                      <a:pt x="224" y="36"/>
                    </a:cubicBezTo>
                    <a:cubicBezTo>
                      <a:pt x="206" y="42"/>
                      <a:pt x="183" y="40"/>
                      <a:pt x="148" y="38"/>
                    </a:cubicBezTo>
                    <a:cubicBezTo>
                      <a:pt x="112" y="36"/>
                      <a:pt x="66" y="34"/>
                      <a:pt x="44" y="34"/>
                    </a:cubicBezTo>
                    <a:cubicBezTo>
                      <a:pt x="22" y="34"/>
                      <a:pt x="0" y="31"/>
                      <a:pt x="2" y="21"/>
                    </a:cubicBezTo>
                    <a:cubicBezTo>
                      <a:pt x="2" y="14"/>
                      <a:pt x="9" y="15"/>
                      <a:pt x="15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9" name="Freeform 2240">
                <a:extLst>
                  <a:ext uri="{FF2B5EF4-FFF2-40B4-BE49-F238E27FC236}">
                    <a16:creationId xmlns:a16="http://schemas.microsoft.com/office/drawing/2014/main" id="{46A618F5-1092-4FAB-82A8-CE4976BEA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782"/>
                <a:ext cx="442" cy="87"/>
              </a:xfrm>
              <a:custGeom>
                <a:avLst/>
                <a:gdLst>
                  <a:gd name="T0" fmla="*/ 2136 w 279"/>
                  <a:gd name="T1" fmla="*/ 293 h 55"/>
                  <a:gd name="T2" fmla="*/ 1448 w 279"/>
                  <a:gd name="T3" fmla="*/ 82 h 55"/>
                  <a:gd name="T4" fmla="*/ 688 w 279"/>
                  <a:gd name="T5" fmla="*/ 52 h 55"/>
                  <a:gd name="T6" fmla="*/ 0 w 279"/>
                  <a:gd name="T7" fmla="*/ 82 h 55"/>
                  <a:gd name="T8" fmla="*/ 0 w 279"/>
                  <a:gd name="T9" fmla="*/ 408 h 55"/>
                  <a:gd name="T10" fmla="*/ 1006 w 279"/>
                  <a:gd name="T11" fmla="*/ 495 h 55"/>
                  <a:gd name="T12" fmla="*/ 2117 w 279"/>
                  <a:gd name="T13" fmla="*/ 495 h 55"/>
                  <a:gd name="T14" fmla="*/ 2720 w 279"/>
                  <a:gd name="T15" fmla="*/ 413 h 55"/>
                  <a:gd name="T16" fmla="*/ 2136 w 279"/>
                  <a:gd name="T17" fmla="*/ 293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9" h="55">
                    <a:moveTo>
                      <a:pt x="214" y="30"/>
                    </a:moveTo>
                    <a:cubicBezTo>
                      <a:pt x="185" y="23"/>
                      <a:pt x="169" y="17"/>
                      <a:pt x="145" y="8"/>
                    </a:cubicBezTo>
                    <a:cubicBezTo>
                      <a:pt x="120" y="0"/>
                      <a:pt x="100" y="4"/>
                      <a:pt x="69" y="5"/>
                    </a:cubicBezTo>
                    <a:cubicBezTo>
                      <a:pt x="41" y="6"/>
                      <a:pt x="20" y="4"/>
                      <a:pt x="0" y="8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37" y="41"/>
                      <a:pt x="63" y="46"/>
                      <a:pt x="101" y="50"/>
                    </a:cubicBezTo>
                    <a:cubicBezTo>
                      <a:pt x="141" y="55"/>
                      <a:pt x="193" y="54"/>
                      <a:pt x="212" y="50"/>
                    </a:cubicBezTo>
                    <a:cubicBezTo>
                      <a:pt x="231" y="47"/>
                      <a:pt x="266" y="49"/>
                      <a:pt x="273" y="42"/>
                    </a:cubicBezTo>
                    <a:cubicBezTo>
                      <a:pt x="279" y="36"/>
                      <a:pt x="243" y="38"/>
                      <a:pt x="214" y="30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0" name="Freeform 2241">
                <a:extLst>
                  <a:ext uri="{FF2B5EF4-FFF2-40B4-BE49-F238E27FC236}">
                    <a16:creationId xmlns:a16="http://schemas.microsoft.com/office/drawing/2014/main" id="{D5E3B80F-D4FD-47F0-B815-2341A5C36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795"/>
                <a:ext cx="145" cy="21"/>
              </a:xfrm>
              <a:custGeom>
                <a:avLst/>
                <a:gdLst>
                  <a:gd name="T0" fmla="*/ 0 w 92"/>
                  <a:gd name="T1" fmla="*/ 76 h 13"/>
                  <a:gd name="T2" fmla="*/ 427 w 92"/>
                  <a:gd name="T3" fmla="*/ 34 h 13"/>
                  <a:gd name="T4" fmla="*/ 897 w 92"/>
                  <a:gd name="T5" fmla="*/ 0 h 13"/>
                  <a:gd name="T6" fmla="*/ 604 w 92"/>
                  <a:gd name="T7" fmla="*/ 55 h 13"/>
                  <a:gd name="T8" fmla="*/ 355 w 92"/>
                  <a:gd name="T9" fmla="*/ 110 h 13"/>
                  <a:gd name="T10" fmla="*/ 169 w 92"/>
                  <a:gd name="T11" fmla="*/ 102 h 13"/>
                  <a:gd name="T12" fmla="*/ 13 w 92"/>
                  <a:gd name="T13" fmla="*/ 12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3">
                    <a:moveTo>
                      <a:pt x="0" y="7"/>
                    </a:moveTo>
                    <a:cubicBezTo>
                      <a:pt x="15" y="4"/>
                      <a:pt x="29" y="3"/>
                      <a:pt x="44" y="3"/>
                    </a:cubicBezTo>
                    <a:cubicBezTo>
                      <a:pt x="60" y="4"/>
                      <a:pt x="76" y="0"/>
                      <a:pt x="92" y="0"/>
                    </a:cubicBezTo>
                    <a:cubicBezTo>
                      <a:pt x="82" y="3"/>
                      <a:pt x="72" y="3"/>
                      <a:pt x="62" y="5"/>
                    </a:cubicBezTo>
                    <a:cubicBezTo>
                      <a:pt x="54" y="7"/>
                      <a:pt x="46" y="10"/>
                      <a:pt x="37" y="10"/>
                    </a:cubicBezTo>
                    <a:cubicBezTo>
                      <a:pt x="31" y="10"/>
                      <a:pt x="24" y="8"/>
                      <a:pt x="17" y="9"/>
                    </a:cubicBezTo>
                    <a:cubicBezTo>
                      <a:pt x="12" y="9"/>
                      <a:pt x="4" y="13"/>
                      <a:pt x="1" y="11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1" name="Freeform 2242">
                <a:extLst>
                  <a:ext uri="{FF2B5EF4-FFF2-40B4-BE49-F238E27FC236}">
                    <a16:creationId xmlns:a16="http://schemas.microsoft.com/office/drawing/2014/main" id="{0AC498F2-8D88-417D-8DCC-3530896E5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830"/>
                <a:ext cx="132" cy="25"/>
              </a:xfrm>
              <a:custGeom>
                <a:avLst/>
                <a:gdLst>
                  <a:gd name="T0" fmla="*/ 0 w 83"/>
                  <a:gd name="T1" fmla="*/ 148 h 16"/>
                  <a:gd name="T2" fmla="*/ 485 w 83"/>
                  <a:gd name="T3" fmla="*/ 114 h 16"/>
                  <a:gd name="T4" fmla="*/ 844 w 83"/>
                  <a:gd name="T5" fmla="*/ 75 h 16"/>
                  <a:gd name="T6" fmla="*/ 429 w 83"/>
                  <a:gd name="T7" fmla="*/ 0 h 16"/>
                  <a:gd name="T8" fmla="*/ 485 w 83"/>
                  <a:gd name="T9" fmla="*/ 48 h 16"/>
                  <a:gd name="T10" fmla="*/ 429 w 83"/>
                  <a:gd name="T11" fmla="*/ 7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16">
                    <a:moveTo>
                      <a:pt x="0" y="16"/>
                    </a:moveTo>
                    <a:cubicBezTo>
                      <a:pt x="16" y="16"/>
                      <a:pt x="32" y="13"/>
                      <a:pt x="48" y="12"/>
                    </a:cubicBezTo>
                    <a:cubicBezTo>
                      <a:pt x="57" y="12"/>
                      <a:pt x="77" y="14"/>
                      <a:pt x="83" y="8"/>
                    </a:cubicBezTo>
                    <a:cubicBezTo>
                      <a:pt x="72" y="1"/>
                      <a:pt x="55" y="6"/>
                      <a:pt x="42" y="0"/>
                    </a:cubicBezTo>
                    <a:cubicBezTo>
                      <a:pt x="44" y="0"/>
                      <a:pt x="47" y="3"/>
                      <a:pt x="48" y="5"/>
                    </a:cubicBezTo>
                    <a:cubicBezTo>
                      <a:pt x="46" y="6"/>
                      <a:pt x="44" y="8"/>
                      <a:pt x="42" y="8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2" name="Oval 2243">
                <a:extLst>
                  <a:ext uri="{FF2B5EF4-FFF2-40B4-BE49-F238E27FC236}">
                    <a16:creationId xmlns:a16="http://schemas.microsoft.com/office/drawing/2014/main" id="{351739BD-56FF-4149-BD14-B428B0976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5" y="820"/>
                <a:ext cx="46" cy="19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03" name="Oval 2244">
                <a:extLst>
                  <a:ext uri="{FF2B5EF4-FFF2-40B4-BE49-F238E27FC236}">
                    <a16:creationId xmlns:a16="http://schemas.microsoft.com/office/drawing/2014/main" id="{D698E65B-C602-439F-B285-825A119D8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817"/>
                <a:ext cx="4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04" name="Oval 2245">
                <a:extLst>
                  <a:ext uri="{FF2B5EF4-FFF2-40B4-BE49-F238E27FC236}">
                    <a16:creationId xmlns:a16="http://schemas.microsoft.com/office/drawing/2014/main" id="{71ABC9C8-EE23-47F3-AFE6-F30D1F6A7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2" y="819"/>
                <a:ext cx="47" cy="19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05" name="Freeform 2246">
                <a:extLst>
                  <a:ext uri="{FF2B5EF4-FFF2-40B4-BE49-F238E27FC236}">
                    <a16:creationId xmlns:a16="http://schemas.microsoft.com/office/drawing/2014/main" id="{467E0233-1454-4770-AA40-5AA83C153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823"/>
                <a:ext cx="36" cy="13"/>
              </a:xfrm>
              <a:custGeom>
                <a:avLst/>
                <a:gdLst>
                  <a:gd name="T0" fmla="*/ 0 w 23"/>
                  <a:gd name="T1" fmla="*/ 55 h 8"/>
                  <a:gd name="T2" fmla="*/ 13 w 23"/>
                  <a:gd name="T3" fmla="*/ 68 h 8"/>
                  <a:gd name="T4" fmla="*/ 103 w 23"/>
                  <a:gd name="T5" fmla="*/ 89 h 8"/>
                  <a:gd name="T6" fmla="*/ 216 w 23"/>
                  <a:gd name="T7" fmla="*/ 34 h 8"/>
                  <a:gd name="T8" fmla="*/ 216 w 23"/>
                  <a:gd name="T9" fmla="*/ 21 h 8"/>
                  <a:gd name="T10" fmla="*/ 121 w 23"/>
                  <a:gd name="T11" fmla="*/ 0 h 8"/>
                  <a:gd name="T12" fmla="*/ 0 w 23"/>
                  <a:gd name="T13" fmla="*/ 5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0" y="5"/>
                    </a:moveTo>
                    <a:cubicBezTo>
                      <a:pt x="0" y="5"/>
                      <a:pt x="1" y="5"/>
                      <a:pt x="1" y="6"/>
                    </a:cubicBezTo>
                    <a:cubicBezTo>
                      <a:pt x="3" y="7"/>
                      <a:pt x="7" y="8"/>
                      <a:pt x="11" y="8"/>
                    </a:cubicBezTo>
                    <a:cubicBezTo>
                      <a:pt x="18" y="8"/>
                      <a:pt x="23" y="6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1" y="1"/>
                      <a:pt x="17" y="0"/>
                      <a:pt x="13" y="0"/>
                    </a:cubicBezTo>
                    <a:cubicBezTo>
                      <a:pt x="6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6" name="Oval 2247">
                <a:extLst>
                  <a:ext uri="{FF2B5EF4-FFF2-40B4-BE49-F238E27FC236}">
                    <a16:creationId xmlns:a16="http://schemas.microsoft.com/office/drawing/2014/main" id="{832C1F4F-F01E-406B-82BC-32BEECA98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" y="82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07" name="Freeform 2248">
                <a:extLst>
                  <a:ext uri="{FF2B5EF4-FFF2-40B4-BE49-F238E27FC236}">
                    <a16:creationId xmlns:a16="http://schemas.microsoft.com/office/drawing/2014/main" id="{C7E5F212-5EE8-4BDD-91B5-B47F2DE8D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" y="830"/>
                <a:ext cx="25" cy="8"/>
              </a:xfrm>
              <a:custGeom>
                <a:avLst/>
                <a:gdLst>
                  <a:gd name="T0" fmla="*/ 148 w 16"/>
                  <a:gd name="T1" fmla="*/ 0 h 5"/>
                  <a:gd name="T2" fmla="*/ 0 w 16"/>
                  <a:gd name="T3" fmla="*/ 34 h 5"/>
                  <a:gd name="T4" fmla="*/ 148 w 1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cubicBezTo>
                      <a:pt x="14" y="4"/>
                      <a:pt x="5" y="5"/>
                      <a:pt x="0" y="3"/>
                    </a:cubicBezTo>
                    <a:cubicBezTo>
                      <a:pt x="4" y="3"/>
                      <a:pt x="12" y="3"/>
                      <a:pt x="16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8" name="Freeform 2249">
                <a:extLst>
                  <a:ext uri="{FF2B5EF4-FFF2-40B4-BE49-F238E27FC236}">
                    <a16:creationId xmlns:a16="http://schemas.microsoft.com/office/drawing/2014/main" id="{3EC648E0-0BF1-4070-B072-214EC16AD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782"/>
                <a:ext cx="442" cy="87"/>
              </a:xfrm>
              <a:custGeom>
                <a:avLst/>
                <a:gdLst>
                  <a:gd name="T0" fmla="*/ 0 w 279"/>
                  <a:gd name="T1" fmla="*/ 408 h 55"/>
                  <a:gd name="T2" fmla="*/ 1006 w 279"/>
                  <a:gd name="T3" fmla="*/ 495 h 55"/>
                  <a:gd name="T4" fmla="*/ 2117 w 279"/>
                  <a:gd name="T5" fmla="*/ 495 h 55"/>
                  <a:gd name="T6" fmla="*/ 2720 w 279"/>
                  <a:gd name="T7" fmla="*/ 413 h 55"/>
                  <a:gd name="T8" fmla="*/ 2136 w 279"/>
                  <a:gd name="T9" fmla="*/ 293 h 55"/>
                  <a:gd name="T10" fmla="*/ 1448 w 279"/>
                  <a:gd name="T11" fmla="*/ 82 h 55"/>
                  <a:gd name="T12" fmla="*/ 688 w 279"/>
                  <a:gd name="T13" fmla="*/ 52 h 55"/>
                  <a:gd name="T14" fmla="*/ 0 w 279"/>
                  <a:gd name="T15" fmla="*/ 82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9" h="55">
                    <a:moveTo>
                      <a:pt x="0" y="41"/>
                    </a:moveTo>
                    <a:cubicBezTo>
                      <a:pt x="37" y="41"/>
                      <a:pt x="63" y="46"/>
                      <a:pt x="101" y="50"/>
                    </a:cubicBezTo>
                    <a:cubicBezTo>
                      <a:pt x="141" y="55"/>
                      <a:pt x="193" y="54"/>
                      <a:pt x="212" y="50"/>
                    </a:cubicBezTo>
                    <a:cubicBezTo>
                      <a:pt x="231" y="47"/>
                      <a:pt x="266" y="49"/>
                      <a:pt x="273" y="42"/>
                    </a:cubicBezTo>
                    <a:cubicBezTo>
                      <a:pt x="279" y="36"/>
                      <a:pt x="243" y="38"/>
                      <a:pt x="214" y="30"/>
                    </a:cubicBezTo>
                    <a:cubicBezTo>
                      <a:pt x="185" y="23"/>
                      <a:pt x="169" y="17"/>
                      <a:pt x="145" y="8"/>
                    </a:cubicBezTo>
                    <a:cubicBezTo>
                      <a:pt x="120" y="0"/>
                      <a:pt x="100" y="4"/>
                      <a:pt x="69" y="5"/>
                    </a:cubicBezTo>
                    <a:cubicBezTo>
                      <a:pt x="41" y="6"/>
                      <a:pt x="20" y="4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9" name="Freeform 2250">
                <a:extLst>
                  <a:ext uri="{FF2B5EF4-FFF2-40B4-BE49-F238E27FC236}">
                    <a16:creationId xmlns:a16="http://schemas.microsoft.com/office/drawing/2014/main" id="{3EADB467-C58B-496F-937E-8B3798373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852"/>
                <a:ext cx="405" cy="82"/>
              </a:xfrm>
              <a:custGeom>
                <a:avLst/>
                <a:gdLst>
                  <a:gd name="T0" fmla="*/ 2193 w 256"/>
                  <a:gd name="T1" fmla="*/ 267 h 52"/>
                  <a:gd name="T2" fmla="*/ 1579 w 256"/>
                  <a:gd name="T3" fmla="*/ 155 h 52"/>
                  <a:gd name="T4" fmla="*/ 696 w 256"/>
                  <a:gd name="T5" fmla="*/ 55 h 52"/>
                  <a:gd name="T6" fmla="*/ 0 w 256"/>
                  <a:gd name="T7" fmla="*/ 13 h 52"/>
                  <a:gd name="T8" fmla="*/ 0 w 256"/>
                  <a:gd name="T9" fmla="*/ 440 h 52"/>
                  <a:gd name="T10" fmla="*/ 1239 w 256"/>
                  <a:gd name="T11" fmla="*/ 475 h 52"/>
                  <a:gd name="T12" fmla="*/ 1872 w 256"/>
                  <a:gd name="T13" fmla="*/ 475 h 52"/>
                  <a:gd name="T14" fmla="*/ 2280 w 256"/>
                  <a:gd name="T15" fmla="*/ 408 h 52"/>
                  <a:gd name="T16" fmla="*/ 2538 w 256"/>
                  <a:gd name="T17" fmla="*/ 353 h 52"/>
                  <a:gd name="T18" fmla="*/ 2193 w 256"/>
                  <a:gd name="T19" fmla="*/ 267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6" h="52">
                    <a:moveTo>
                      <a:pt x="221" y="27"/>
                    </a:moveTo>
                    <a:cubicBezTo>
                      <a:pt x="201" y="24"/>
                      <a:pt x="188" y="18"/>
                      <a:pt x="159" y="16"/>
                    </a:cubicBezTo>
                    <a:cubicBezTo>
                      <a:pt x="131" y="14"/>
                      <a:pt x="98" y="10"/>
                      <a:pt x="70" y="6"/>
                    </a:cubicBezTo>
                    <a:cubicBezTo>
                      <a:pt x="46" y="2"/>
                      <a:pt x="23" y="0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47" y="44"/>
                      <a:pt x="95" y="48"/>
                      <a:pt x="125" y="49"/>
                    </a:cubicBezTo>
                    <a:cubicBezTo>
                      <a:pt x="157" y="50"/>
                      <a:pt x="166" y="52"/>
                      <a:pt x="189" y="49"/>
                    </a:cubicBezTo>
                    <a:cubicBezTo>
                      <a:pt x="198" y="48"/>
                      <a:pt x="219" y="44"/>
                      <a:pt x="230" y="42"/>
                    </a:cubicBezTo>
                    <a:cubicBezTo>
                      <a:pt x="244" y="40"/>
                      <a:pt x="256" y="39"/>
                      <a:pt x="256" y="36"/>
                    </a:cubicBezTo>
                    <a:cubicBezTo>
                      <a:pt x="254" y="29"/>
                      <a:pt x="242" y="31"/>
                      <a:pt x="221" y="27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0" name="Freeform 2251">
                <a:extLst>
                  <a:ext uri="{FF2B5EF4-FFF2-40B4-BE49-F238E27FC236}">
                    <a16:creationId xmlns:a16="http://schemas.microsoft.com/office/drawing/2014/main" id="{B90057F9-17C8-47A0-8BE3-E3AA4760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" y="863"/>
                <a:ext cx="97" cy="16"/>
              </a:xfrm>
              <a:custGeom>
                <a:avLst/>
                <a:gdLst>
                  <a:gd name="T0" fmla="*/ 0 w 61"/>
                  <a:gd name="T1" fmla="*/ 13 h 10"/>
                  <a:gd name="T2" fmla="*/ 359 w 61"/>
                  <a:gd name="T3" fmla="*/ 13 h 10"/>
                  <a:gd name="T4" fmla="*/ 620 w 61"/>
                  <a:gd name="T5" fmla="*/ 86 h 10"/>
                  <a:gd name="T6" fmla="*/ 13 w 61"/>
                  <a:gd name="T7" fmla="*/ 10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0">
                    <a:moveTo>
                      <a:pt x="0" y="1"/>
                    </a:moveTo>
                    <a:cubicBezTo>
                      <a:pt x="11" y="3"/>
                      <a:pt x="24" y="0"/>
                      <a:pt x="35" y="1"/>
                    </a:cubicBezTo>
                    <a:cubicBezTo>
                      <a:pt x="44" y="3"/>
                      <a:pt x="52" y="6"/>
                      <a:pt x="61" y="8"/>
                    </a:cubicBezTo>
                    <a:cubicBezTo>
                      <a:pt x="41" y="7"/>
                      <a:pt x="20" y="7"/>
                      <a:pt x="1" y="10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1" name="Freeform 2252">
                <a:extLst>
                  <a:ext uri="{FF2B5EF4-FFF2-40B4-BE49-F238E27FC236}">
                    <a16:creationId xmlns:a16="http://schemas.microsoft.com/office/drawing/2014/main" id="{83D1AD5E-3FC7-4367-A926-AD79A68F2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895"/>
                <a:ext cx="145" cy="31"/>
              </a:xfrm>
              <a:custGeom>
                <a:avLst/>
                <a:gdLst>
                  <a:gd name="T0" fmla="*/ 0 w 92"/>
                  <a:gd name="T1" fmla="*/ 135 h 20"/>
                  <a:gd name="T2" fmla="*/ 544 w 92"/>
                  <a:gd name="T3" fmla="*/ 149 h 20"/>
                  <a:gd name="T4" fmla="*/ 897 w 92"/>
                  <a:gd name="T5" fmla="*/ 70 h 20"/>
                  <a:gd name="T6" fmla="*/ 556 w 92"/>
                  <a:gd name="T7" fmla="*/ 0 h 20"/>
                  <a:gd name="T8" fmla="*/ 517 w 92"/>
                  <a:gd name="T9" fmla="*/ 11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20">
                    <a:moveTo>
                      <a:pt x="0" y="15"/>
                    </a:moveTo>
                    <a:cubicBezTo>
                      <a:pt x="16" y="20"/>
                      <a:pt x="39" y="20"/>
                      <a:pt x="56" y="17"/>
                    </a:cubicBezTo>
                    <a:cubicBezTo>
                      <a:pt x="68" y="15"/>
                      <a:pt x="81" y="7"/>
                      <a:pt x="92" y="8"/>
                    </a:cubicBezTo>
                    <a:cubicBezTo>
                      <a:pt x="81" y="4"/>
                      <a:pt x="69" y="2"/>
                      <a:pt x="57" y="0"/>
                    </a:cubicBezTo>
                    <a:cubicBezTo>
                      <a:pt x="71" y="2"/>
                      <a:pt x="60" y="10"/>
                      <a:pt x="53" y="13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2" name="Oval 2253">
                <a:extLst>
                  <a:ext uri="{FF2B5EF4-FFF2-40B4-BE49-F238E27FC236}">
                    <a16:creationId xmlns:a16="http://schemas.microsoft.com/office/drawing/2014/main" id="{CFEDFADD-ACCC-4C37-AA9F-D5C071211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5" y="890"/>
                <a:ext cx="56" cy="20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13" name="Oval 2254">
                <a:extLst>
                  <a:ext uri="{FF2B5EF4-FFF2-40B4-BE49-F238E27FC236}">
                    <a16:creationId xmlns:a16="http://schemas.microsoft.com/office/drawing/2014/main" id="{7CC2BD10-B8BC-4F4D-94F8-1C8F26102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" y="885"/>
                <a:ext cx="55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14" name="Oval 2255">
                <a:extLst>
                  <a:ext uri="{FF2B5EF4-FFF2-40B4-BE49-F238E27FC236}">
                    <a16:creationId xmlns:a16="http://schemas.microsoft.com/office/drawing/2014/main" id="{F7B45055-C50D-4F7D-A144-173630F9A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2" y="888"/>
                <a:ext cx="56" cy="21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15" name="Freeform 2256">
                <a:extLst>
                  <a:ext uri="{FF2B5EF4-FFF2-40B4-BE49-F238E27FC236}">
                    <a16:creationId xmlns:a16="http://schemas.microsoft.com/office/drawing/2014/main" id="{940EBFEF-001F-42B6-860A-43EEAF04C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893"/>
                <a:ext cx="41" cy="14"/>
              </a:xfrm>
              <a:custGeom>
                <a:avLst/>
                <a:gdLst>
                  <a:gd name="T0" fmla="*/ 0 w 26"/>
                  <a:gd name="T1" fmla="*/ 47 h 9"/>
                  <a:gd name="T2" fmla="*/ 0 w 26"/>
                  <a:gd name="T3" fmla="*/ 62 h 9"/>
                  <a:gd name="T4" fmla="*/ 117 w 26"/>
                  <a:gd name="T5" fmla="*/ 82 h 9"/>
                  <a:gd name="T6" fmla="*/ 255 w 26"/>
                  <a:gd name="T7" fmla="*/ 34 h 9"/>
                  <a:gd name="T8" fmla="*/ 255 w 26"/>
                  <a:gd name="T9" fmla="*/ 30 h 9"/>
                  <a:gd name="T10" fmla="*/ 137 w 26"/>
                  <a:gd name="T11" fmla="*/ 0 h 9"/>
                  <a:gd name="T12" fmla="*/ 0 w 26"/>
                  <a:gd name="T13" fmla="*/ 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9">
                    <a:moveTo>
                      <a:pt x="0" y="5"/>
                    </a:moveTo>
                    <a:cubicBezTo>
                      <a:pt x="0" y="6"/>
                      <a:pt x="0" y="6"/>
                      <a:pt x="0" y="7"/>
                    </a:cubicBezTo>
                    <a:cubicBezTo>
                      <a:pt x="3" y="8"/>
                      <a:pt x="7" y="9"/>
                      <a:pt x="12" y="9"/>
                    </a:cubicBezTo>
                    <a:cubicBezTo>
                      <a:pt x="20" y="9"/>
                      <a:pt x="26" y="7"/>
                      <a:pt x="26" y="4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3" y="1"/>
                      <a:pt x="19" y="0"/>
                      <a:pt x="14" y="0"/>
                    </a:cubicBezTo>
                    <a:cubicBezTo>
                      <a:pt x="6" y="0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6" name="Freeform 2257">
                <a:extLst>
                  <a:ext uri="{FF2B5EF4-FFF2-40B4-BE49-F238E27FC236}">
                    <a16:creationId xmlns:a16="http://schemas.microsoft.com/office/drawing/2014/main" id="{35F8A1A1-BD11-49AE-B992-ABF56B0BC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899"/>
                <a:ext cx="30" cy="10"/>
              </a:xfrm>
              <a:custGeom>
                <a:avLst/>
                <a:gdLst>
                  <a:gd name="T0" fmla="*/ 185 w 19"/>
                  <a:gd name="T1" fmla="*/ 0 h 6"/>
                  <a:gd name="T2" fmla="*/ 0 w 19"/>
                  <a:gd name="T3" fmla="*/ 62 h 6"/>
                  <a:gd name="T4" fmla="*/ 185 w 1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19" y="0"/>
                    </a:moveTo>
                    <a:cubicBezTo>
                      <a:pt x="16" y="5"/>
                      <a:pt x="6" y="6"/>
                      <a:pt x="0" y="5"/>
                    </a:cubicBezTo>
                    <a:cubicBezTo>
                      <a:pt x="5" y="4"/>
                      <a:pt x="14" y="4"/>
                      <a:pt x="19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7" name="Freeform 2258">
                <a:extLst>
                  <a:ext uri="{FF2B5EF4-FFF2-40B4-BE49-F238E27FC236}">
                    <a16:creationId xmlns:a16="http://schemas.microsoft.com/office/drawing/2014/main" id="{A123DD3F-439D-4EA2-A8B9-A4852B3CC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852"/>
                <a:ext cx="405" cy="82"/>
              </a:xfrm>
              <a:custGeom>
                <a:avLst/>
                <a:gdLst>
                  <a:gd name="T0" fmla="*/ 0 w 256"/>
                  <a:gd name="T1" fmla="*/ 440 h 52"/>
                  <a:gd name="T2" fmla="*/ 1239 w 256"/>
                  <a:gd name="T3" fmla="*/ 475 h 52"/>
                  <a:gd name="T4" fmla="*/ 1872 w 256"/>
                  <a:gd name="T5" fmla="*/ 475 h 52"/>
                  <a:gd name="T6" fmla="*/ 2280 w 256"/>
                  <a:gd name="T7" fmla="*/ 408 h 52"/>
                  <a:gd name="T8" fmla="*/ 2538 w 256"/>
                  <a:gd name="T9" fmla="*/ 353 h 52"/>
                  <a:gd name="T10" fmla="*/ 2193 w 256"/>
                  <a:gd name="T11" fmla="*/ 267 h 52"/>
                  <a:gd name="T12" fmla="*/ 1579 w 256"/>
                  <a:gd name="T13" fmla="*/ 155 h 52"/>
                  <a:gd name="T14" fmla="*/ 696 w 256"/>
                  <a:gd name="T15" fmla="*/ 55 h 52"/>
                  <a:gd name="T16" fmla="*/ 0 w 256"/>
                  <a:gd name="T17" fmla="*/ 13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6" h="52">
                    <a:moveTo>
                      <a:pt x="0" y="45"/>
                    </a:moveTo>
                    <a:cubicBezTo>
                      <a:pt x="47" y="44"/>
                      <a:pt x="95" y="48"/>
                      <a:pt x="125" y="49"/>
                    </a:cubicBezTo>
                    <a:cubicBezTo>
                      <a:pt x="157" y="50"/>
                      <a:pt x="166" y="52"/>
                      <a:pt x="189" y="49"/>
                    </a:cubicBezTo>
                    <a:cubicBezTo>
                      <a:pt x="198" y="48"/>
                      <a:pt x="219" y="44"/>
                      <a:pt x="230" y="42"/>
                    </a:cubicBezTo>
                    <a:cubicBezTo>
                      <a:pt x="244" y="40"/>
                      <a:pt x="256" y="39"/>
                      <a:pt x="256" y="36"/>
                    </a:cubicBezTo>
                    <a:cubicBezTo>
                      <a:pt x="254" y="29"/>
                      <a:pt x="242" y="31"/>
                      <a:pt x="221" y="27"/>
                    </a:cubicBezTo>
                    <a:cubicBezTo>
                      <a:pt x="201" y="24"/>
                      <a:pt x="188" y="18"/>
                      <a:pt x="159" y="16"/>
                    </a:cubicBezTo>
                    <a:cubicBezTo>
                      <a:pt x="131" y="14"/>
                      <a:pt x="98" y="10"/>
                      <a:pt x="70" y="6"/>
                    </a:cubicBezTo>
                    <a:cubicBezTo>
                      <a:pt x="46" y="2"/>
                      <a:pt x="2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8" name="Freeform 2259">
                <a:extLst>
                  <a:ext uri="{FF2B5EF4-FFF2-40B4-BE49-F238E27FC236}">
                    <a16:creationId xmlns:a16="http://schemas.microsoft.com/office/drawing/2014/main" id="{388ABC03-4713-4359-8E76-ADC6AF97F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926"/>
                <a:ext cx="393" cy="79"/>
              </a:xfrm>
              <a:custGeom>
                <a:avLst/>
                <a:gdLst>
                  <a:gd name="T0" fmla="*/ 1757 w 248"/>
                  <a:gd name="T1" fmla="*/ 130 h 50"/>
                  <a:gd name="T2" fmla="*/ 886 w 248"/>
                  <a:gd name="T3" fmla="*/ 33 h 50"/>
                  <a:gd name="T4" fmla="*/ 0 w 248"/>
                  <a:gd name="T5" fmla="*/ 0 h 50"/>
                  <a:gd name="T6" fmla="*/ 0 w 248"/>
                  <a:gd name="T7" fmla="*/ 455 h 50"/>
                  <a:gd name="T8" fmla="*/ 1165 w 248"/>
                  <a:gd name="T9" fmla="*/ 387 h 50"/>
                  <a:gd name="T10" fmla="*/ 2131 w 248"/>
                  <a:gd name="T11" fmla="*/ 474 h 50"/>
                  <a:gd name="T12" fmla="*/ 2478 w 248"/>
                  <a:gd name="T13" fmla="*/ 395 h 50"/>
                  <a:gd name="T14" fmla="*/ 1757 w 248"/>
                  <a:gd name="T15" fmla="*/ 13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8" h="50">
                    <a:moveTo>
                      <a:pt x="176" y="13"/>
                    </a:moveTo>
                    <a:cubicBezTo>
                      <a:pt x="153" y="7"/>
                      <a:pt x="110" y="6"/>
                      <a:pt x="89" y="3"/>
                    </a:cubicBezTo>
                    <a:cubicBezTo>
                      <a:pt x="70" y="0"/>
                      <a:pt x="24" y="0"/>
                      <a:pt x="0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38" y="42"/>
                      <a:pt x="93" y="34"/>
                      <a:pt x="117" y="39"/>
                    </a:cubicBezTo>
                    <a:cubicBezTo>
                      <a:pt x="142" y="45"/>
                      <a:pt x="194" y="48"/>
                      <a:pt x="213" y="48"/>
                    </a:cubicBezTo>
                    <a:cubicBezTo>
                      <a:pt x="232" y="49"/>
                      <a:pt x="248" y="50"/>
                      <a:pt x="248" y="40"/>
                    </a:cubicBezTo>
                    <a:cubicBezTo>
                      <a:pt x="248" y="30"/>
                      <a:pt x="199" y="18"/>
                      <a:pt x="176" y="13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9" name="Freeform 2260">
                <a:extLst>
                  <a:ext uri="{FF2B5EF4-FFF2-40B4-BE49-F238E27FC236}">
                    <a16:creationId xmlns:a16="http://schemas.microsoft.com/office/drawing/2014/main" id="{C44037A9-6790-4FBD-B50B-00FDD3B30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" y="923"/>
                <a:ext cx="127" cy="25"/>
              </a:xfrm>
              <a:custGeom>
                <a:avLst/>
                <a:gdLst>
                  <a:gd name="T0" fmla="*/ 0 w 80"/>
                  <a:gd name="T1" fmla="*/ 95 h 16"/>
                  <a:gd name="T2" fmla="*/ 810 w 80"/>
                  <a:gd name="T3" fmla="*/ 117 h 16"/>
                  <a:gd name="T4" fmla="*/ 13 w 80"/>
                  <a:gd name="T5" fmla="*/ 14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6">
                    <a:moveTo>
                      <a:pt x="0" y="10"/>
                    </a:moveTo>
                    <a:cubicBezTo>
                      <a:pt x="26" y="10"/>
                      <a:pt x="56" y="0"/>
                      <a:pt x="80" y="13"/>
                    </a:cubicBezTo>
                    <a:cubicBezTo>
                      <a:pt x="59" y="4"/>
                      <a:pt x="22" y="5"/>
                      <a:pt x="1" y="16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0" name="Freeform 2261">
                <a:extLst>
                  <a:ext uri="{FF2B5EF4-FFF2-40B4-BE49-F238E27FC236}">
                    <a16:creationId xmlns:a16="http://schemas.microsoft.com/office/drawing/2014/main" id="{0B271C12-FEE2-4DCD-A5C2-C7CA45FD7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966"/>
                <a:ext cx="154" cy="30"/>
              </a:xfrm>
              <a:custGeom>
                <a:avLst/>
                <a:gdLst>
                  <a:gd name="T0" fmla="*/ 0 w 97"/>
                  <a:gd name="T1" fmla="*/ 98 h 19"/>
                  <a:gd name="T2" fmla="*/ 549 w 97"/>
                  <a:gd name="T3" fmla="*/ 155 h 19"/>
                  <a:gd name="T4" fmla="*/ 975 w 97"/>
                  <a:gd name="T5" fmla="*/ 137 h 19"/>
                  <a:gd name="T6" fmla="*/ 668 w 97"/>
                  <a:gd name="T7" fmla="*/ 0 h 19"/>
                  <a:gd name="T8" fmla="*/ 716 w 97"/>
                  <a:gd name="T9" fmla="*/ 82 h 19"/>
                  <a:gd name="T10" fmla="*/ 532 w 97"/>
                  <a:gd name="T11" fmla="*/ 9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9">
                    <a:moveTo>
                      <a:pt x="0" y="10"/>
                    </a:moveTo>
                    <a:cubicBezTo>
                      <a:pt x="17" y="14"/>
                      <a:pt x="36" y="15"/>
                      <a:pt x="54" y="16"/>
                    </a:cubicBezTo>
                    <a:cubicBezTo>
                      <a:pt x="67" y="16"/>
                      <a:pt x="84" y="19"/>
                      <a:pt x="97" y="14"/>
                    </a:cubicBezTo>
                    <a:cubicBezTo>
                      <a:pt x="97" y="8"/>
                      <a:pt x="73" y="4"/>
                      <a:pt x="66" y="0"/>
                    </a:cubicBezTo>
                    <a:cubicBezTo>
                      <a:pt x="69" y="2"/>
                      <a:pt x="71" y="5"/>
                      <a:pt x="71" y="8"/>
                    </a:cubicBezTo>
                    <a:cubicBezTo>
                      <a:pt x="66" y="12"/>
                      <a:pt x="59" y="11"/>
                      <a:pt x="53" y="10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1" name="Oval 2262">
                <a:extLst>
                  <a:ext uri="{FF2B5EF4-FFF2-40B4-BE49-F238E27FC236}">
                    <a16:creationId xmlns:a16="http://schemas.microsoft.com/office/drawing/2014/main" id="{9A923629-ADA4-4573-B9ED-464BC5AFC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" y="953"/>
                <a:ext cx="55" cy="21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22" name="Oval 2263">
                <a:extLst>
                  <a:ext uri="{FF2B5EF4-FFF2-40B4-BE49-F238E27FC236}">
                    <a16:creationId xmlns:a16="http://schemas.microsoft.com/office/drawing/2014/main" id="{85FDF31C-7861-4E27-AB6C-E2863C6A1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948"/>
                <a:ext cx="54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23" name="Oval 2264">
                <a:extLst>
                  <a:ext uri="{FF2B5EF4-FFF2-40B4-BE49-F238E27FC236}">
                    <a16:creationId xmlns:a16="http://schemas.microsoft.com/office/drawing/2014/main" id="{4620517B-A938-4A75-92E1-8C43119BF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950"/>
                <a:ext cx="55" cy="20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24" name="Freeform 2265">
                <a:extLst>
                  <a:ext uri="{FF2B5EF4-FFF2-40B4-BE49-F238E27FC236}">
                    <a16:creationId xmlns:a16="http://schemas.microsoft.com/office/drawing/2014/main" id="{3B2FA154-95E6-45CE-9A73-89F63221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955"/>
                <a:ext cx="42" cy="14"/>
              </a:xfrm>
              <a:custGeom>
                <a:avLst/>
                <a:gdLst>
                  <a:gd name="T0" fmla="*/ 0 w 26"/>
                  <a:gd name="T1" fmla="*/ 53 h 9"/>
                  <a:gd name="T2" fmla="*/ 0 w 26"/>
                  <a:gd name="T3" fmla="*/ 62 h 9"/>
                  <a:gd name="T4" fmla="*/ 131 w 26"/>
                  <a:gd name="T5" fmla="*/ 82 h 9"/>
                  <a:gd name="T6" fmla="*/ 288 w 26"/>
                  <a:gd name="T7" fmla="*/ 34 h 9"/>
                  <a:gd name="T8" fmla="*/ 275 w 26"/>
                  <a:gd name="T9" fmla="*/ 30 h 9"/>
                  <a:gd name="T10" fmla="*/ 157 w 26"/>
                  <a:gd name="T11" fmla="*/ 0 h 9"/>
                  <a:gd name="T12" fmla="*/ 0 w 26"/>
                  <a:gd name="T13" fmla="*/ 5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9">
                    <a:moveTo>
                      <a:pt x="0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2" y="8"/>
                      <a:pt x="7" y="9"/>
                      <a:pt x="12" y="9"/>
                    </a:cubicBezTo>
                    <a:cubicBezTo>
                      <a:pt x="20" y="9"/>
                      <a:pt x="26" y="7"/>
                      <a:pt x="26" y="4"/>
                    </a:cubicBezTo>
                    <a:cubicBezTo>
                      <a:pt x="26" y="4"/>
                      <a:pt x="26" y="3"/>
                      <a:pt x="25" y="3"/>
                    </a:cubicBezTo>
                    <a:cubicBezTo>
                      <a:pt x="23" y="1"/>
                      <a:pt x="19" y="0"/>
                      <a:pt x="14" y="0"/>
                    </a:cubicBezTo>
                    <a:cubicBezTo>
                      <a:pt x="6" y="0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5" name="Oval 2266">
                <a:extLst>
                  <a:ext uri="{FF2B5EF4-FFF2-40B4-BE49-F238E27FC236}">
                    <a16:creationId xmlns:a16="http://schemas.microsoft.com/office/drawing/2014/main" id="{CAD2AC64-53FF-43C2-8269-A1A0DFEA1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" y="95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26" name="Freeform 2267">
                <a:extLst>
                  <a:ext uri="{FF2B5EF4-FFF2-40B4-BE49-F238E27FC236}">
                    <a16:creationId xmlns:a16="http://schemas.microsoft.com/office/drawing/2014/main" id="{B2328864-5C93-489F-8A53-9B00F9A11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963"/>
                <a:ext cx="31" cy="7"/>
              </a:xfrm>
              <a:custGeom>
                <a:avLst/>
                <a:gdLst>
                  <a:gd name="T0" fmla="*/ 220 w 19"/>
                  <a:gd name="T1" fmla="*/ 0 h 5"/>
                  <a:gd name="T2" fmla="*/ 0 w 19"/>
                  <a:gd name="T3" fmla="*/ 21 h 5"/>
                  <a:gd name="T4" fmla="*/ 220 w 1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">
                    <a:moveTo>
                      <a:pt x="19" y="0"/>
                    </a:moveTo>
                    <a:cubicBezTo>
                      <a:pt x="16" y="5"/>
                      <a:pt x="6" y="5"/>
                      <a:pt x="0" y="4"/>
                    </a:cubicBezTo>
                    <a:cubicBezTo>
                      <a:pt x="4" y="4"/>
                      <a:pt x="14" y="3"/>
                      <a:pt x="19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7" name="Freeform 2268">
                <a:extLst>
                  <a:ext uri="{FF2B5EF4-FFF2-40B4-BE49-F238E27FC236}">
                    <a16:creationId xmlns:a16="http://schemas.microsoft.com/office/drawing/2014/main" id="{DCE362DB-D378-4BF7-B459-6D0082E54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926"/>
                <a:ext cx="393" cy="79"/>
              </a:xfrm>
              <a:custGeom>
                <a:avLst/>
                <a:gdLst>
                  <a:gd name="T0" fmla="*/ 0 w 248"/>
                  <a:gd name="T1" fmla="*/ 455 h 50"/>
                  <a:gd name="T2" fmla="*/ 1165 w 248"/>
                  <a:gd name="T3" fmla="*/ 387 h 50"/>
                  <a:gd name="T4" fmla="*/ 2131 w 248"/>
                  <a:gd name="T5" fmla="*/ 474 h 50"/>
                  <a:gd name="T6" fmla="*/ 2478 w 248"/>
                  <a:gd name="T7" fmla="*/ 395 h 50"/>
                  <a:gd name="T8" fmla="*/ 1757 w 248"/>
                  <a:gd name="T9" fmla="*/ 130 h 50"/>
                  <a:gd name="T10" fmla="*/ 886 w 248"/>
                  <a:gd name="T11" fmla="*/ 33 h 50"/>
                  <a:gd name="T12" fmla="*/ 0 w 248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8" h="50">
                    <a:moveTo>
                      <a:pt x="0" y="46"/>
                    </a:moveTo>
                    <a:cubicBezTo>
                      <a:pt x="38" y="42"/>
                      <a:pt x="93" y="34"/>
                      <a:pt x="117" y="39"/>
                    </a:cubicBezTo>
                    <a:cubicBezTo>
                      <a:pt x="142" y="45"/>
                      <a:pt x="194" y="48"/>
                      <a:pt x="213" y="48"/>
                    </a:cubicBezTo>
                    <a:cubicBezTo>
                      <a:pt x="232" y="49"/>
                      <a:pt x="248" y="50"/>
                      <a:pt x="248" y="40"/>
                    </a:cubicBezTo>
                    <a:cubicBezTo>
                      <a:pt x="248" y="30"/>
                      <a:pt x="199" y="18"/>
                      <a:pt x="176" y="13"/>
                    </a:cubicBezTo>
                    <a:cubicBezTo>
                      <a:pt x="153" y="7"/>
                      <a:pt x="110" y="6"/>
                      <a:pt x="89" y="3"/>
                    </a:cubicBezTo>
                    <a:cubicBezTo>
                      <a:pt x="70" y="0"/>
                      <a:pt x="24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8" name="Freeform 2269">
                <a:extLst>
                  <a:ext uri="{FF2B5EF4-FFF2-40B4-BE49-F238E27FC236}">
                    <a16:creationId xmlns:a16="http://schemas.microsoft.com/office/drawing/2014/main" id="{43C3B748-608B-4C02-9F98-EFF93E970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906"/>
                <a:ext cx="519" cy="72"/>
              </a:xfrm>
              <a:custGeom>
                <a:avLst/>
                <a:gdLst>
                  <a:gd name="T0" fmla="*/ 33 w 328"/>
                  <a:gd name="T1" fmla="*/ 199 h 46"/>
                  <a:gd name="T2" fmla="*/ 369 w 328"/>
                  <a:gd name="T3" fmla="*/ 330 h 46"/>
                  <a:gd name="T4" fmla="*/ 885 w 328"/>
                  <a:gd name="T5" fmla="*/ 385 h 46"/>
                  <a:gd name="T6" fmla="*/ 1767 w 328"/>
                  <a:gd name="T7" fmla="*/ 380 h 46"/>
                  <a:gd name="T8" fmla="*/ 2796 w 328"/>
                  <a:gd name="T9" fmla="*/ 402 h 46"/>
                  <a:gd name="T10" fmla="*/ 3217 w 328"/>
                  <a:gd name="T11" fmla="*/ 365 h 46"/>
                  <a:gd name="T12" fmla="*/ 2809 w 328"/>
                  <a:gd name="T13" fmla="*/ 103 h 46"/>
                  <a:gd name="T14" fmla="*/ 1796 w 328"/>
                  <a:gd name="T15" fmla="*/ 20 h 46"/>
                  <a:gd name="T16" fmla="*/ 839 w 328"/>
                  <a:gd name="T17" fmla="*/ 34 h 46"/>
                  <a:gd name="T18" fmla="*/ 33 w 328"/>
                  <a:gd name="T19" fmla="*/ 19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8" h="46">
                    <a:moveTo>
                      <a:pt x="3" y="21"/>
                    </a:moveTo>
                    <a:cubicBezTo>
                      <a:pt x="0" y="26"/>
                      <a:pt x="19" y="30"/>
                      <a:pt x="37" y="35"/>
                    </a:cubicBezTo>
                    <a:cubicBezTo>
                      <a:pt x="55" y="40"/>
                      <a:pt x="66" y="43"/>
                      <a:pt x="89" y="41"/>
                    </a:cubicBezTo>
                    <a:cubicBezTo>
                      <a:pt x="112" y="40"/>
                      <a:pt x="128" y="40"/>
                      <a:pt x="178" y="40"/>
                    </a:cubicBezTo>
                    <a:cubicBezTo>
                      <a:pt x="229" y="40"/>
                      <a:pt x="254" y="43"/>
                      <a:pt x="282" y="43"/>
                    </a:cubicBezTo>
                    <a:cubicBezTo>
                      <a:pt x="310" y="44"/>
                      <a:pt x="319" y="46"/>
                      <a:pt x="324" y="39"/>
                    </a:cubicBezTo>
                    <a:cubicBezTo>
                      <a:pt x="328" y="31"/>
                      <a:pt x="307" y="15"/>
                      <a:pt x="283" y="11"/>
                    </a:cubicBezTo>
                    <a:cubicBezTo>
                      <a:pt x="260" y="7"/>
                      <a:pt x="214" y="2"/>
                      <a:pt x="181" y="2"/>
                    </a:cubicBezTo>
                    <a:cubicBezTo>
                      <a:pt x="147" y="2"/>
                      <a:pt x="100" y="0"/>
                      <a:pt x="85" y="4"/>
                    </a:cubicBezTo>
                    <a:cubicBezTo>
                      <a:pt x="70" y="7"/>
                      <a:pt x="4" y="17"/>
                      <a:pt x="3" y="21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9" name="Freeform 2270">
                <a:extLst>
                  <a:ext uri="{FF2B5EF4-FFF2-40B4-BE49-F238E27FC236}">
                    <a16:creationId xmlns:a16="http://schemas.microsoft.com/office/drawing/2014/main" id="{1794A66F-D26A-4472-9FB7-71A19760E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923"/>
                <a:ext cx="103" cy="21"/>
              </a:xfrm>
              <a:custGeom>
                <a:avLst/>
                <a:gdLst>
                  <a:gd name="T0" fmla="*/ 0 w 65"/>
                  <a:gd name="T1" fmla="*/ 131 h 13"/>
                  <a:gd name="T2" fmla="*/ 498 w 65"/>
                  <a:gd name="T3" fmla="*/ 0 h 13"/>
                  <a:gd name="T4" fmla="*/ 601 w 65"/>
                  <a:gd name="T5" fmla="*/ 3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13">
                    <a:moveTo>
                      <a:pt x="0" y="12"/>
                    </a:moveTo>
                    <a:cubicBezTo>
                      <a:pt x="16" y="13"/>
                      <a:pt x="34" y="2"/>
                      <a:pt x="50" y="0"/>
                    </a:cubicBezTo>
                    <a:cubicBezTo>
                      <a:pt x="53" y="0"/>
                      <a:pt x="65" y="0"/>
                      <a:pt x="60" y="3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0" name="Freeform 2271">
                <a:extLst>
                  <a:ext uri="{FF2B5EF4-FFF2-40B4-BE49-F238E27FC236}">
                    <a16:creationId xmlns:a16="http://schemas.microsoft.com/office/drawing/2014/main" id="{65913B7C-F858-43A5-A0D5-5C0318132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936"/>
                <a:ext cx="163" cy="28"/>
              </a:xfrm>
              <a:custGeom>
                <a:avLst/>
                <a:gdLst>
                  <a:gd name="T0" fmla="*/ 0 w 103"/>
                  <a:gd name="T1" fmla="*/ 128 h 18"/>
                  <a:gd name="T2" fmla="*/ 646 w 103"/>
                  <a:gd name="T3" fmla="*/ 135 h 18"/>
                  <a:gd name="T4" fmla="*/ 1022 w 103"/>
                  <a:gd name="T5" fmla="*/ 114 h 18"/>
                  <a:gd name="T6" fmla="*/ 885 w 103"/>
                  <a:gd name="T7" fmla="*/ 0 h 18"/>
                  <a:gd name="T8" fmla="*/ 654 w 103"/>
                  <a:gd name="T9" fmla="*/ 11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18">
                    <a:moveTo>
                      <a:pt x="0" y="14"/>
                    </a:moveTo>
                    <a:cubicBezTo>
                      <a:pt x="20" y="10"/>
                      <a:pt x="44" y="14"/>
                      <a:pt x="65" y="15"/>
                    </a:cubicBezTo>
                    <a:cubicBezTo>
                      <a:pt x="75" y="15"/>
                      <a:pt x="95" y="18"/>
                      <a:pt x="103" y="12"/>
                    </a:cubicBezTo>
                    <a:cubicBezTo>
                      <a:pt x="102" y="5"/>
                      <a:pt x="93" y="4"/>
                      <a:pt x="89" y="0"/>
                    </a:cubicBezTo>
                    <a:cubicBezTo>
                      <a:pt x="91" y="12"/>
                      <a:pt x="76" y="10"/>
                      <a:pt x="66" y="12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1" name="Oval 2272">
                <a:extLst>
                  <a:ext uri="{FF2B5EF4-FFF2-40B4-BE49-F238E27FC236}">
                    <a16:creationId xmlns:a16="http://schemas.microsoft.com/office/drawing/2014/main" id="{73AD8F0D-606E-4D18-AC8A-7D6D5DAC6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0" y="931"/>
                <a:ext cx="64" cy="24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32" name="Oval 2273">
                <a:extLst>
                  <a:ext uri="{FF2B5EF4-FFF2-40B4-BE49-F238E27FC236}">
                    <a16:creationId xmlns:a16="http://schemas.microsoft.com/office/drawing/2014/main" id="{1405B9C9-35D6-401A-B13E-940BBE3F8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4" y="926"/>
                <a:ext cx="6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33" name="Oval 2274">
                <a:extLst>
                  <a:ext uri="{FF2B5EF4-FFF2-40B4-BE49-F238E27FC236}">
                    <a16:creationId xmlns:a16="http://schemas.microsoft.com/office/drawing/2014/main" id="{3FB4685C-4130-4975-BDC0-F46ED1D6F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7" y="929"/>
                <a:ext cx="63" cy="24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34" name="Freeform 2275">
                <a:extLst>
                  <a:ext uri="{FF2B5EF4-FFF2-40B4-BE49-F238E27FC236}">
                    <a16:creationId xmlns:a16="http://schemas.microsoft.com/office/drawing/2014/main" id="{E47C6F94-CB0D-44B2-8454-1F2B12545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934"/>
                <a:ext cx="48" cy="17"/>
              </a:xfrm>
              <a:custGeom>
                <a:avLst/>
                <a:gdLst>
                  <a:gd name="T0" fmla="*/ 0 w 30"/>
                  <a:gd name="T1" fmla="*/ 62 h 11"/>
                  <a:gd name="T2" fmla="*/ 13 w 30"/>
                  <a:gd name="T3" fmla="*/ 70 h 11"/>
                  <a:gd name="T4" fmla="*/ 144 w 30"/>
                  <a:gd name="T5" fmla="*/ 96 h 11"/>
                  <a:gd name="T6" fmla="*/ 315 w 30"/>
                  <a:gd name="T7" fmla="*/ 45 h 11"/>
                  <a:gd name="T8" fmla="*/ 315 w 30"/>
                  <a:gd name="T9" fmla="*/ 29 h 11"/>
                  <a:gd name="T10" fmla="*/ 171 w 30"/>
                  <a:gd name="T11" fmla="*/ 0 h 11"/>
                  <a:gd name="T12" fmla="*/ 0 w 30"/>
                  <a:gd name="T13" fmla="*/ 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1">
                    <a:moveTo>
                      <a:pt x="0" y="7"/>
                    </a:moveTo>
                    <a:cubicBezTo>
                      <a:pt x="0" y="7"/>
                      <a:pt x="0" y="7"/>
                      <a:pt x="1" y="8"/>
                    </a:cubicBezTo>
                    <a:cubicBezTo>
                      <a:pt x="3" y="10"/>
                      <a:pt x="8" y="11"/>
                      <a:pt x="14" y="11"/>
                    </a:cubicBezTo>
                    <a:cubicBezTo>
                      <a:pt x="23" y="11"/>
                      <a:pt x="30" y="8"/>
                      <a:pt x="30" y="5"/>
                    </a:cubicBezTo>
                    <a:cubicBezTo>
                      <a:pt x="30" y="4"/>
                      <a:pt x="30" y="4"/>
                      <a:pt x="30" y="3"/>
                    </a:cubicBezTo>
                    <a:cubicBezTo>
                      <a:pt x="27" y="2"/>
                      <a:pt x="22" y="0"/>
                      <a:pt x="16" y="0"/>
                    </a:cubicBezTo>
                    <a:cubicBezTo>
                      <a:pt x="7" y="0"/>
                      <a:pt x="0" y="3"/>
                      <a:pt x="0" y="7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5" name="Oval 2276">
                <a:extLst>
                  <a:ext uri="{FF2B5EF4-FFF2-40B4-BE49-F238E27FC236}">
                    <a16:creationId xmlns:a16="http://schemas.microsoft.com/office/drawing/2014/main" id="{89392753-0371-41C2-8A29-6914F304B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93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36" name="Freeform 2277">
                <a:extLst>
                  <a:ext uri="{FF2B5EF4-FFF2-40B4-BE49-F238E27FC236}">
                    <a16:creationId xmlns:a16="http://schemas.microsoft.com/office/drawing/2014/main" id="{3B9220A9-6DE4-474E-90C7-EE349BFD3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942"/>
                <a:ext cx="35" cy="11"/>
              </a:xfrm>
              <a:custGeom>
                <a:avLst/>
                <a:gdLst>
                  <a:gd name="T0" fmla="*/ 226 w 22"/>
                  <a:gd name="T1" fmla="*/ 0 h 7"/>
                  <a:gd name="T2" fmla="*/ 0 w 22"/>
                  <a:gd name="T3" fmla="*/ 49 h 7"/>
                  <a:gd name="T4" fmla="*/ 226 w 2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7">
                    <a:moveTo>
                      <a:pt x="22" y="0"/>
                    </a:moveTo>
                    <a:cubicBezTo>
                      <a:pt x="19" y="6"/>
                      <a:pt x="8" y="7"/>
                      <a:pt x="0" y="5"/>
                    </a:cubicBezTo>
                    <a:cubicBezTo>
                      <a:pt x="6" y="5"/>
                      <a:pt x="16" y="4"/>
                      <a:pt x="22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7" name="Freeform 2278">
                <a:extLst>
                  <a:ext uri="{FF2B5EF4-FFF2-40B4-BE49-F238E27FC236}">
                    <a16:creationId xmlns:a16="http://schemas.microsoft.com/office/drawing/2014/main" id="{A9AE5A69-3A8A-42A0-BB81-0C3B2EEDF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906"/>
                <a:ext cx="519" cy="72"/>
              </a:xfrm>
              <a:custGeom>
                <a:avLst/>
                <a:gdLst>
                  <a:gd name="T0" fmla="*/ 33 w 328"/>
                  <a:gd name="T1" fmla="*/ 199 h 46"/>
                  <a:gd name="T2" fmla="*/ 369 w 328"/>
                  <a:gd name="T3" fmla="*/ 330 h 46"/>
                  <a:gd name="T4" fmla="*/ 885 w 328"/>
                  <a:gd name="T5" fmla="*/ 385 h 46"/>
                  <a:gd name="T6" fmla="*/ 1767 w 328"/>
                  <a:gd name="T7" fmla="*/ 380 h 46"/>
                  <a:gd name="T8" fmla="*/ 2796 w 328"/>
                  <a:gd name="T9" fmla="*/ 402 h 46"/>
                  <a:gd name="T10" fmla="*/ 3217 w 328"/>
                  <a:gd name="T11" fmla="*/ 365 h 46"/>
                  <a:gd name="T12" fmla="*/ 2809 w 328"/>
                  <a:gd name="T13" fmla="*/ 103 h 46"/>
                  <a:gd name="T14" fmla="*/ 1796 w 328"/>
                  <a:gd name="T15" fmla="*/ 20 h 46"/>
                  <a:gd name="T16" fmla="*/ 839 w 328"/>
                  <a:gd name="T17" fmla="*/ 34 h 46"/>
                  <a:gd name="T18" fmla="*/ 33 w 328"/>
                  <a:gd name="T19" fmla="*/ 19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8" h="46">
                    <a:moveTo>
                      <a:pt x="3" y="21"/>
                    </a:moveTo>
                    <a:cubicBezTo>
                      <a:pt x="0" y="26"/>
                      <a:pt x="19" y="30"/>
                      <a:pt x="37" y="35"/>
                    </a:cubicBezTo>
                    <a:cubicBezTo>
                      <a:pt x="55" y="40"/>
                      <a:pt x="66" y="43"/>
                      <a:pt x="89" y="41"/>
                    </a:cubicBezTo>
                    <a:cubicBezTo>
                      <a:pt x="112" y="40"/>
                      <a:pt x="128" y="40"/>
                      <a:pt x="178" y="40"/>
                    </a:cubicBezTo>
                    <a:cubicBezTo>
                      <a:pt x="229" y="40"/>
                      <a:pt x="254" y="43"/>
                      <a:pt x="282" y="43"/>
                    </a:cubicBezTo>
                    <a:cubicBezTo>
                      <a:pt x="310" y="44"/>
                      <a:pt x="319" y="46"/>
                      <a:pt x="324" y="39"/>
                    </a:cubicBezTo>
                    <a:cubicBezTo>
                      <a:pt x="328" y="31"/>
                      <a:pt x="307" y="15"/>
                      <a:pt x="283" y="11"/>
                    </a:cubicBezTo>
                    <a:cubicBezTo>
                      <a:pt x="260" y="7"/>
                      <a:pt x="214" y="2"/>
                      <a:pt x="181" y="2"/>
                    </a:cubicBezTo>
                    <a:cubicBezTo>
                      <a:pt x="147" y="2"/>
                      <a:pt x="100" y="0"/>
                      <a:pt x="85" y="4"/>
                    </a:cubicBezTo>
                    <a:cubicBezTo>
                      <a:pt x="70" y="7"/>
                      <a:pt x="4" y="17"/>
                      <a:pt x="3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8" name="Freeform 2279">
                <a:extLst>
                  <a:ext uri="{FF2B5EF4-FFF2-40B4-BE49-F238E27FC236}">
                    <a16:creationId xmlns:a16="http://schemas.microsoft.com/office/drawing/2014/main" id="{07D67DE4-5D7D-48C0-8D9A-F69C2529F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909"/>
                <a:ext cx="440" cy="65"/>
              </a:xfrm>
              <a:custGeom>
                <a:avLst/>
                <a:gdLst>
                  <a:gd name="T0" fmla="*/ 13 w 278"/>
                  <a:gd name="T1" fmla="*/ 100 h 41"/>
                  <a:gd name="T2" fmla="*/ 203 w 278"/>
                  <a:gd name="T3" fmla="*/ 239 h 41"/>
                  <a:gd name="T4" fmla="*/ 747 w 278"/>
                  <a:gd name="T5" fmla="*/ 342 h 41"/>
                  <a:gd name="T6" fmla="*/ 1788 w 278"/>
                  <a:gd name="T7" fmla="*/ 342 h 41"/>
                  <a:gd name="T8" fmla="*/ 2608 w 278"/>
                  <a:gd name="T9" fmla="*/ 360 h 41"/>
                  <a:gd name="T10" fmla="*/ 2673 w 278"/>
                  <a:gd name="T11" fmla="*/ 227 h 41"/>
                  <a:gd name="T12" fmla="*/ 2382 w 278"/>
                  <a:gd name="T13" fmla="*/ 130 h 41"/>
                  <a:gd name="T14" fmla="*/ 1926 w 278"/>
                  <a:gd name="T15" fmla="*/ 52 h 41"/>
                  <a:gd name="T16" fmla="*/ 1041 w 278"/>
                  <a:gd name="T17" fmla="*/ 21 h 41"/>
                  <a:gd name="T18" fmla="*/ 321 w 278"/>
                  <a:gd name="T19" fmla="*/ 52 h 41"/>
                  <a:gd name="T20" fmla="*/ 13 w 278"/>
                  <a:gd name="T21" fmla="*/ 10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8" h="41">
                    <a:moveTo>
                      <a:pt x="1" y="10"/>
                    </a:moveTo>
                    <a:cubicBezTo>
                      <a:pt x="1" y="14"/>
                      <a:pt x="8" y="15"/>
                      <a:pt x="20" y="24"/>
                    </a:cubicBezTo>
                    <a:cubicBezTo>
                      <a:pt x="32" y="33"/>
                      <a:pt x="44" y="32"/>
                      <a:pt x="75" y="34"/>
                    </a:cubicBezTo>
                    <a:cubicBezTo>
                      <a:pt x="106" y="36"/>
                      <a:pt x="139" y="33"/>
                      <a:pt x="180" y="34"/>
                    </a:cubicBezTo>
                    <a:cubicBezTo>
                      <a:pt x="221" y="36"/>
                      <a:pt x="248" y="41"/>
                      <a:pt x="263" y="36"/>
                    </a:cubicBezTo>
                    <a:cubicBezTo>
                      <a:pt x="278" y="32"/>
                      <a:pt x="275" y="25"/>
                      <a:pt x="269" y="23"/>
                    </a:cubicBezTo>
                    <a:cubicBezTo>
                      <a:pt x="264" y="21"/>
                      <a:pt x="256" y="17"/>
                      <a:pt x="240" y="13"/>
                    </a:cubicBezTo>
                    <a:cubicBezTo>
                      <a:pt x="224" y="10"/>
                      <a:pt x="207" y="8"/>
                      <a:pt x="194" y="5"/>
                    </a:cubicBezTo>
                    <a:cubicBezTo>
                      <a:pt x="181" y="3"/>
                      <a:pt x="133" y="0"/>
                      <a:pt x="105" y="2"/>
                    </a:cubicBezTo>
                    <a:cubicBezTo>
                      <a:pt x="77" y="4"/>
                      <a:pt x="47" y="4"/>
                      <a:pt x="32" y="5"/>
                    </a:cubicBezTo>
                    <a:cubicBezTo>
                      <a:pt x="18" y="6"/>
                      <a:pt x="0" y="6"/>
                      <a:pt x="1" y="10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9" name="Freeform 2280">
                <a:extLst>
                  <a:ext uri="{FF2B5EF4-FFF2-40B4-BE49-F238E27FC236}">
                    <a16:creationId xmlns:a16="http://schemas.microsoft.com/office/drawing/2014/main" id="{7463D601-D660-41B9-84AD-742B020AE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921"/>
                <a:ext cx="72" cy="19"/>
              </a:xfrm>
              <a:custGeom>
                <a:avLst/>
                <a:gdLst>
                  <a:gd name="T0" fmla="*/ 118 w 45"/>
                  <a:gd name="T1" fmla="*/ 120 h 12"/>
                  <a:gd name="T2" fmla="*/ 90 w 45"/>
                  <a:gd name="T3" fmla="*/ 40 h 12"/>
                  <a:gd name="T4" fmla="*/ 470 w 45"/>
                  <a:gd name="T5" fmla="*/ 33 h 12"/>
                  <a:gd name="T6" fmla="*/ 171 w 45"/>
                  <a:gd name="T7" fmla="*/ 10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2">
                    <a:moveTo>
                      <a:pt x="11" y="12"/>
                    </a:moveTo>
                    <a:cubicBezTo>
                      <a:pt x="1" y="11"/>
                      <a:pt x="0" y="6"/>
                      <a:pt x="9" y="4"/>
                    </a:cubicBezTo>
                    <a:cubicBezTo>
                      <a:pt x="18" y="2"/>
                      <a:pt x="36" y="0"/>
                      <a:pt x="45" y="3"/>
                    </a:cubicBezTo>
                    <a:cubicBezTo>
                      <a:pt x="37" y="4"/>
                      <a:pt x="21" y="2"/>
                      <a:pt x="16" y="10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0" name="Freeform 2281">
                <a:extLst>
                  <a:ext uri="{FF2B5EF4-FFF2-40B4-BE49-F238E27FC236}">
                    <a16:creationId xmlns:a16="http://schemas.microsoft.com/office/drawing/2014/main" id="{0CF5A512-630E-436D-9FAE-52CEA9385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939"/>
                <a:ext cx="120" cy="20"/>
              </a:xfrm>
              <a:custGeom>
                <a:avLst/>
                <a:gdLst>
                  <a:gd name="T0" fmla="*/ 0 w 76"/>
                  <a:gd name="T1" fmla="*/ 80 h 13"/>
                  <a:gd name="T2" fmla="*/ 453 w 76"/>
                  <a:gd name="T3" fmla="*/ 83 h 13"/>
                  <a:gd name="T4" fmla="*/ 744 w 76"/>
                  <a:gd name="T5" fmla="*/ 80 h 13"/>
                  <a:gd name="T6" fmla="*/ 611 w 76"/>
                  <a:gd name="T7" fmla="*/ 0 h 13"/>
                  <a:gd name="T8" fmla="*/ 611 w 76"/>
                  <a:gd name="T9" fmla="*/ 12 h 13"/>
                  <a:gd name="T10" fmla="*/ 409 w 76"/>
                  <a:gd name="T11" fmla="*/ 3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3">
                    <a:moveTo>
                      <a:pt x="0" y="9"/>
                    </a:moveTo>
                    <a:cubicBezTo>
                      <a:pt x="15" y="10"/>
                      <a:pt x="31" y="10"/>
                      <a:pt x="46" y="10"/>
                    </a:cubicBezTo>
                    <a:cubicBezTo>
                      <a:pt x="55" y="11"/>
                      <a:pt x="68" y="13"/>
                      <a:pt x="76" y="9"/>
                    </a:cubicBezTo>
                    <a:cubicBezTo>
                      <a:pt x="75" y="3"/>
                      <a:pt x="68" y="0"/>
                      <a:pt x="62" y="0"/>
                    </a:cubicBezTo>
                    <a:cubicBezTo>
                      <a:pt x="62" y="0"/>
                      <a:pt x="62" y="1"/>
                      <a:pt x="62" y="1"/>
                    </a:cubicBezTo>
                    <a:cubicBezTo>
                      <a:pt x="56" y="4"/>
                      <a:pt x="49" y="4"/>
                      <a:pt x="42" y="4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1" name="Oval 2282">
                <a:extLst>
                  <a:ext uri="{FF2B5EF4-FFF2-40B4-BE49-F238E27FC236}">
                    <a16:creationId xmlns:a16="http://schemas.microsoft.com/office/drawing/2014/main" id="{048F8863-AA3B-4A31-BFB6-F6002483E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931"/>
                <a:ext cx="47" cy="17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42" name="Oval 2283">
                <a:extLst>
                  <a:ext uri="{FF2B5EF4-FFF2-40B4-BE49-F238E27FC236}">
                    <a16:creationId xmlns:a16="http://schemas.microsoft.com/office/drawing/2014/main" id="{AF47819E-DB58-485B-AFA5-E6AB0379C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926"/>
                <a:ext cx="4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43" name="Oval 2284">
                <a:extLst>
                  <a:ext uri="{FF2B5EF4-FFF2-40B4-BE49-F238E27FC236}">
                    <a16:creationId xmlns:a16="http://schemas.microsoft.com/office/drawing/2014/main" id="{7B0B4879-4B5C-4673-B3F9-56B4D5B04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6" y="929"/>
                <a:ext cx="48" cy="18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44" name="Freeform 2285">
                <a:extLst>
                  <a:ext uri="{FF2B5EF4-FFF2-40B4-BE49-F238E27FC236}">
                    <a16:creationId xmlns:a16="http://schemas.microsoft.com/office/drawing/2014/main" id="{56A145A2-BC68-4DD3-8ED4-C5C5C7F24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934"/>
                <a:ext cx="35" cy="11"/>
              </a:xfrm>
              <a:custGeom>
                <a:avLst/>
                <a:gdLst>
                  <a:gd name="T0" fmla="*/ 0 w 22"/>
                  <a:gd name="T1" fmla="*/ 35 h 7"/>
                  <a:gd name="T2" fmla="*/ 0 w 22"/>
                  <a:gd name="T3" fmla="*/ 49 h 7"/>
                  <a:gd name="T4" fmla="*/ 102 w 22"/>
                  <a:gd name="T5" fmla="*/ 66 h 7"/>
                  <a:gd name="T6" fmla="*/ 226 w 22"/>
                  <a:gd name="T7" fmla="*/ 31 h 7"/>
                  <a:gd name="T8" fmla="*/ 226 w 22"/>
                  <a:gd name="T9" fmla="*/ 20 h 7"/>
                  <a:gd name="T10" fmla="*/ 121 w 22"/>
                  <a:gd name="T11" fmla="*/ 0 h 7"/>
                  <a:gd name="T12" fmla="*/ 0 w 22"/>
                  <a:gd name="T13" fmla="*/ 3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7">
                    <a:moveTo>
                      <a:pt x="0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7"/>
                      <a:pt x="10" y="7"/>
                    </a:cubicBezTo>
                    <a:cubicBezTo>
                      <a:pt x="17" y="7"/>
                      <a:pt x="22" y="5"/>
                      <a:pt x="22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0"/>
                      <a:pt x="16" y="0"/>
                      <a:pt x="12" y="0"/>
                    </a:cubicBezTo>
                    <a:cubicBezTo>
                      <a:pt x="5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5" name="Oval 2286">
                <a:extLst>
                  <a:ext uri="{FF2B5EF4-FFF2-40B4-BE49-F238E27FC236}">
                    <a16:creationId xmlns:a16="http://schemas.microsoft.com/office/drawing/2014/main" id="{22FC0490-ADB1-45BE-B5BA-AE79ED8FC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9" y="93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46" name="Freeform 2287">
                <a:extLst>
                  <a:ext uri="{FF2B5EF4-FFF2-40B4-BE49-F238E27FC236}">
                    <a16:creationId xmlns:a16="http://schemas.microsoft.com/office/drawing/2014/main" id="{315D809C-6A1A-4970-B24D-35A31D407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939"/>
                <a:ext cx="25" cy="8"/>
              </a:xfrm>
              <a:custGeom>
                <a:avLst/>
                <a:gdLst>
                  <a:gd name="T0" fmla="*/ 148 w 16"/>
                  <a:gd name="T1" fmla="*/ 0 h 5"/>
                  <a:gd name="T2" fmla="*/ 0 w 16"/>
                  <a:gd name="T3" fmla="*/ 42 h 5"/>
                  <a:gd name="T4" fmla="*/ 148 w 1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cubicBezTo>
                      <a:pt x="14" y="4"/>
                      <a:pt x="5" y="5"/>
                      <a:pt x="0" y="4"/>
                    </a:cubicBezTo>
                    <a:cubicBezTo>
                      <a:pt x="4" y="4"/>
                      <a:pt x="12" y="3"/>
                      <a:pt x="16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7" name="Freeform 2288">
                <a:extLst>
                  <a:ext uri="{FF2B5EF4-FFF2-40B4-BE49-F238E27FC236}">
                    <a16:creationId xmlns:a16="http://schemas.microsoft.com/office/drawing/2014/main" id="{2168266E-882E-4CA7-9D36-8CA5E20B0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909"/>
                <a:ext cx="440" cy="65"/>
              </a:xfrm>
              <a:custGeom>
                <a:avLst/>
                <a:gdLst>
                  <a:gd name="T0" fmla="*/ 13 w 278"/>
                  <a:gd name="T1" fmla="*/ 100 h 41"/>
                  <a:gd name="T2" fmla="*/ 203 w 278"/>
                  <a:gd name="T3" fmla="*/ 239 h 41"/>
                  <a:gd name="T4" fmla="*/ 747 w 278"/>
                  <a:gd name="T5" fmla="*/ 342 h 41"/>
                  <a:gd name="T6" fmla="*/ 1788 w 278"/>
                  <a:gd name="T7" fmla="*/ 342 h 41"/>
                  <a:gd name="T8" fmla="*/ 2608 w 278"/>
                  <a:gd name="T9" fmla="*/ 360 h 41"/>
                  <a:gd name="T10" fmla="*/ 2673 w 278"/>
                  <a:gd name="T11" fmla="*/ 227 h 41"/>
                  <a:gd name="T12" fmla="*/ 2382 w 278"/>
                  <a:gd name="T13" fmla="*/ 130 h 41"/>
                  <a:gd name="T14" fmla="*/ 1926 w 278"/>
                  <a:gd name="T15" fmla="*/ 52 h 41"/>
                  <a:gd name="T16" fmla="*/ 1041 w 278"/>
                  <a:gd name="T17" fmla="*/ 21 h 41"/>
                  <a:gd name="T18" fmla="*/ 321 w 278"/>
                  <a:gd name="T19" fmla="*/ 52 h 41"/>
                  <a:gd name="T20" fmla="*/ 13 w 278"/>
                  <a:gd name="T21" fmla="*/ 10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8" h="41">
                    <a:moveTo>
                      <a:pt x="1" y="10"/>
                    </a:moveTo>
                    <a:cubicBezTo>
                      <a:pt x="1" y="14"/>
                      <a:pt x="8" y="15"/>
                      <a:pt x="20" y="24"/>
                    </a:cubicBezTo>
                    <a:cubicBezTo>
                      <a:pt x="32" y="33"/>
                      <a:pt x="44" y="32"/>
                      <a:pt x="75" y="34"/>
                    </a:cubicBezTo>
                    <a:cubicBezTo>
                      <a:pt x="106" y="36"/>
                      <a:pt x="139" y="33"/>
                      <a:pt x="180" y="34"/>
                    </a:cubicBezTo>
                    <a:cubicBezTo>
                      <a:pt x="221" y="36"/>
                      <a:pt x="248" y="41"/>
                      <a:pt x="263" y="36"/>
                    </a:cubicBezTo>
                    <a:cubicBezTo>
                      <a:pt x="278" y="32"/>
                      <a:pt x="275" y="25"/>
                      <a:pt x="269" y="23"/>
                    </a:cubicBezTo>
                    <a:cubicBezTo>
                      <a:pt x="264" y="21"/>
                      <a:pt x="256" y="17"/>
                      <a:pt x="240" y="13"/>
                    </a:cubicBezTo>
                    <a:cubicBezTo>
                      <a:pt x="224" y="10"/>
                      <a:pt x="207" y="8"/>
                      <a:pt x="194" y="5"/>
                    </a:cubicBezTo>
                    <a:cubicBezTo>
                      <a:pt x="181" y="3"/>
                      <a:pt x="133" y="0"/>
                      <a:pt x="105" y="2"/>
                    </a:cubicBezTo>
                    <a:cubicBezTo>
                      <a:pt x="77" y="4"/>
                      <a:pt x="47" y="4"/>
                      <a:pt x="32" y="5"/>
                    </a:cubicBezTo>
                    <a:cubicBezTo>
                      <a:pt x="18" y="6"/>
                      <a:pt x="0" y="6"/>
                      <a:pt x="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8" name="Freeform 2289">
                <a:extLst>
                  <a:ext uri="{FF2B5EF4-FFF2-40B4-BE49-F238E27FC236}">
                    <a16:creationId xmlns:a16="http://schemas.microsoft.com/office/drawing/2014/main" id="{7D1AF3BD-B192-46E3-8264-B5E1204C8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942"/>
                <a:ext cx="435" cy="92"/>
              </a:xfrm>
              <a:custGeom>
                <a:avLst/>
                <a:gdLst>
                  <a:gd name="T0" fmla="*/ 52 w 275"/>
                  <a:gd name="T1" fmla="*/ 52 h 58"/>
                  <a:gd name="T2" fmla="*/ 87 w 275"/>
                  <a:gd name="T3" fmla="*/ 203 h 58"/>
                  <a:gd name="T4" fmla="*/ 440 w 275"/>
                  <a:gd name="T5" fmla="*/ 327 h 58"/>
                  <a:gd name="T6" fmla="*/ 1088 w 275"/>
                  <a:gd name="T7" fmla="*/ 544 h 58"/>
                  <a:gd name="T8" fmla="*/ 1971 w 275"/>
                  <a:gd name="T9" fmla="*/ 563 h 58"/>
                  <a:gd name="T10" fmla="*/ 2474 w 275"/>
                  <a:gd name="T11" fmla="*/ 495 h 58"/>
                  <a:gd name="T12" fmla="*/ 2722 w 275"/>
                  <a:gd name="T13" fmla="*/ 355 h 58"/>
                  <a:gd name="T14" fmla="*/ 2605 w 275"/>
                  <a:gd name="T15" fmla="*/ 227 h 58"/>
                  <a:gd name="T16" fmla="*/ 1927 w 275"/>
                  <a:gd name="T17" fmla="*/ 82 h 58"/>
                  <a:gd name="T18" fmla="*/ 1294 w 275"/>
                  <a:gd name="T19" fmla="*/ 82 h 58"/>
                  <a:gd name="T20" fmla="*/ 645 w 275"/>
                  <a:gd name="T21" fmla="*/ 68 h 58"/>
                  <a:gd name="T22" fmla="*/ 52 w 275"/>
                  <a:gd name="T23" fmla="*/ 52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5" h="58">
                    <a:moveTo>
                      <a:pt x="5" y="5"/>
                    </a:moveTo>
                    <a:cubicBezTo>
                      <a:pt x="1" y="12"/>
                      <a:pt x="0" y="15"/>
                      <a:pt x="9" y="20"/>
                    </a:cubicBezTo>
                    <a:cubicBezTo>
                      <a:pt x="19" y="24"/>
                      <a:pt x="21" y="24"/>
                      <a:pt x="44" y="33"/>
                    </a:cubicBezTo>
                    <a:cubicBezTo>
                      <a:pt x="67" y="42"/>
                      <a:pt x="73" y="53"/>
                      <a:pt x="110" y="54"/>
                    </a:cubicBezTo>
                    <a:cubicBezTo>
                      <a:pt x="146" y="56"/>
                      <a:pt x="165" y="58"/>
                      <a:pt x="199" y="56"/>
                    </a:cubicBezTo>
                    <a:cubicBezTo>
                      <a:pt x="222" y="54"/>
                      <a:pt x="238" y="51"/>
                      <a:pt x="250" y="49"/>
                    </a:cubicBezTo>
                    <a:cubicBezTo>
                      <a:pt x="257" y="48"/>
                      <a:pt x="274" y="42"/>
                      <a:pt x="275" y="35"/>
                    </a:cubicBezTo>
                    <a:cubicBezTo>
                      <a:pt x="275" y="29"/>
                      <a:pt x="272" y="26"/>
                      <a:pt x="263" y="23"/>
                    </a:cubicBezTo>
                    <a:cubicBezTo>
                      <a:pt x="248" y="18"/>
                      <a:pt x="218" y="12"/>
                      <a:pt x="195" y="8"/>
                    </a:cubicBezTo>
                    <a:cubicBezTo>
                      <a:pt x="172" y="4"/>
                      <a:pt x="150" y="6"/>
                      <a:pt x="131" y="8"/>
                    </a:cubicBezTo>
                    <a:cubicBezTo>
                      <a:pt x="113" y="10"/>
                      <a:pt x="85" y="7"/>
                      <a:pt x="65" y="7"/>
                    </a:cubicBezTo>
                    <a:cubicBezTo>
                      <a:pt x="46" y="7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9" name="Freeform 2290">
                <a:extLst>
                  <a:ext uri="{FF2B5EF4-FFF2-40B4-BE49-F238E27FC236}">
                    <a16:creationId xmlns:a16="http://schemas.microsoft.com/office/drawing/2014/main" id="{318D1B4C-7000-495F-A43A-DB5434047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953"/>
                <a:ext cx="218" cy="43"/>
              </a:xfrm>
              <a:custGeom>
                <a:avLst/>
                <a:gdLst>
                  <a:gd name="T0" fmla="*/ 1355 w 138"/>
                  <a:gd name="T1" fmla="*/ 73 h 27"/>
                  <a:gd name="T2" fmla="*/ 624 w 138"/>
                  <a:gd name="T3" fmla="*/ 84 h 27"/>
                  <a:gd name="T4" fmla="*/ 292 w 138"/>
                  <a:gd name="T5" fmla="*/ 53 h 27"/>
                  <a:gd name="T6" fmla="*/ 0 w 138"/>
                  <a:gd name="T7" fmla="*/ 73 h 27"/>
                  <a:gd name="T8" fmla="*/ 491 w 138"/>
                  <a:gd name="T9" fmla="*/ 274 h 27"/>
                  <a:gd name="T10" fmla="*/ 934 w 138"/>
                  <a:gd name="T11" fmla="*/ 16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27">
                    <a:moveTo>
                      <a:pt x="138" y="7"/>
                    </a:moveTo>
                    <a:cubicBezTo>
                      <a:pt x="113" y="5"/>
                      <a:pt x="88" y="12"/>
                      <a:pt x="63" y="8"/>
                    </a:cubicBezTo>
                    <a:cubicBezTo>
                      <a:pt x="52" y="6"/>
                      <a:pt x="42" y="5"/>
                      <a:pt x="30" y="5"/>
                    </a:cubicBezTo>
                    <a:cubicBezTo>
                      <a:pt x="22" y="5"/>
                      <a:pt x="6" y="0"/>
                      <a:pt x="0" y="7"/>
                    </a:cubicBezTo>
                    <a:cubicBezTo>
                      <a:pt x="11" y="18"/>
                      <a:pt x="36" y="20"/>
                      <a:pt x="50" y="27"/>
                    </a:cubicBezTo>
                    <a:cubicBezTo>
                      <a:pt x="42" y="15"/>
                      <a:pt x="88" y="22"/>
                      <a:pt x="95" y="16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0" name="Freeform 2291">
                <a:extLst>
                  <a:ext uri="{FF2B5EF4-FFF2-40B4-BE49-F238E27FC236}">
                    <a16:creationId xmlns:a16="http://schemas.microsoft.com/office/drawing/2014/main" id="{1FB80304-D951-4FFB-9E04-56A2AC1B9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977"/>
                <a:ext cx="133" cy="42"/>
              </a:xfrm>
              <a:custGeom>
                <a:avLst/>
                <a:gdLst>
                  <a:gd name="T0" fmla="*/ 0 w 84"/>
                  <a:gd name="T1" fmla="*/ 244 h 27"/>
                  <a:gd name="T2" fmla="*/ 659 w 84"/>
                  <a:gd name="T3" fmla="*/ 149 h 27"/>
                  <a:gd name="T4" fmla="*/ 787 w 84"/>
                  <a:gd name="T5" fmla="*/ 73 h 27"/>
                  <a:gd name="T6" fmla="*/ 559 w 84"/>
                  <a:gd name="T7" fmla="*/ 0 h 27"/>
                  <a:gd name="T8" fmla="*/ 396 w 84"/>
                  <a:gd name="T9" fmla="*/ 18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27">
                    <a:moveTo>
                      <a:pt x="0" y="27"/>
                    </a:moveTo>
                    <a:cubicBezTo>
                      <a:pt x="24" y="27"/>
                      <a:pt x="43" y="23"/>
                      <a:pt x="66" y="17"/>
                    </a:cubicBezTo>
                    <a:cubicBezTo>
                      <a:pt x="71" y="15"/>
                      <a:pt x="84" y="16"/>
                      <a:pt x="79" y="8"/>
                    </a:cubicBezTo>
                    <a:cubicBezTo>
                      <a:pt x="76" y="4"/>
                      <a:pt x="60" y="1"/>
                      <a:pt x="56" y="0"/>
                    </a:cubicBezTo>
                    <a:cubicBezTo>
                      <a:pt x="65" y="7"/>
                      <a:pt x="44" y="16"/>
                      <a:pt x="40" y="20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1" name="Oval 2292">
                <a:extLst>
                  <a:ext uri="{FF2B5EF4-FFF2-40B4-BE49-F238E27FC236}">
                    <a16:creationId xmlns:a16="http://schemas.microsoft.com/office/drawing/2014/main" id="{FDF273FC-F2FB-4EBD-9E5D-B8111C136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" y="981"/>
                <a:ext cx="60" cy="26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52" name="Oval 2293">
                <a:extLst>
                  <a:ext uri="{FF2B5EF4-FFF2-40B4-BE49-F238E27FC236}">
                    <a16:creationId xmlns:a16="http://schemas.microsoft.com/office/drawing/2014/main" id="{48852698-B12A-41BA-8F5C-D09EDDE99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6" y="975"/>
                <a:ext cx="61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53" name="Oval 2294">
                <a:extLst>
                  <a:ext uri="{FF2B5EF4-FFF2-40B4-BE49-F238E27FC236}">
                    <a16:creationId xmlns:a16="http://schemas.microsoft.com/office/drawing/2014/main" id="{578D3C1E-97AC-4C6F-B420-AAE2260EF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0" y="978"/>
                <a:ext cx="60" cy="27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54" name="Freeform 2295">
                <a:extLst>
                  <a:ext uri="{FF2B5EF4-FFF2-40B4-BE49-F238E27FC236}">
                    <a16:creationId xmlns:a16="http://schemas.microsoft.com/office/drawing/2014/main" id="{A026DA39-9F12-42B8-8F1F-FFD708DBA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985"/>
                <a:ext cx="46" cy="17"/>
              </a:xfrm>
              <a:custGeom>
                <a:avLst/>
                <a:gdLst>
                  <a:gd name="T0" fmla="*/ 0 w 29"/>
                  <a:gd name="T1" fmla="*/ 62 h 11"/>
                  <a:gd name="T2" fmla="*/ 13 w 29"/>
                  <a:gd name="T3" fmla="*/ 70 h 11"/>
                  <a:gd name="T4" fmla="*/ 130 w 29"/>
                  <a:gd name="T5" fmla="*/ 96 h 11"/>
                  <a:gd name="T6" fmla="*/ 292 w 29"/>
                  <a:gd name="T7" fmla="*/ 45 h 11"/>
                  <a:gd name="T8" fmla="*/ 292 w 29"/>
                  <a:gd name="T9" fmla="*/ 29 h 11"/>
                  <a:gd name="T10" fmla="*/ 159 w 29"/>
                  <a:gd name="T11" fmla="*/ 0 h 11"/>
                  <a:gd name="T12" fmla="*/ 0 w 29"/>
                  <a:gd name="T13" fmla="*/ 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1">
                    <a:moveTo>
                      <a:pt x="0" y="7"/>
                    </a:moveTo>
                    <a:cubicBezTo>
                      <a:pt x="0" y="7"/>
                      <a:pt x="0" y="8"/>
                      <a:pt x="1" y="8"/>
                    </a:cubicBezTo>
                    <a:cubicBezTo>
                      <a:pt x="3" y="10"/>
                      <a:pt x="8" y="11"/>
                      <a:pt x="13" y="11"/>
                    </a:cubicBezTo>
                    <a:cubicBezTo>
                      <a:pt x="22" y="11"/>
                      <a:pt x="29" y="8"/>
                      <a:pt x="29" y="5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6" y="2"/>
                      <a:pt x="21" y="0"/>
                      <a:pt x="16" y="0"/>
                    </a:cubicBezTo>
                    <a:cubicBezTo>
                      <a:pt x="7" y="0"/>
                      <a:pt x="0" y="3"/>
                      <a:pt x="0" y="7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5" name="Oval 2296">
                <a:extLst>
                  <a:ext uri="{FF2B5EF4-FFF2-40B4-BE49-F238E27FC236}">
                    <a16:creationId xmlns:a16="http://schemas.microsoft.com/office/drawing/2014/main" id="{45F22192-8345-4473-9B20-7E9A5EADF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985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56" name="Oval 2297">
                <a:extLst>
                  <a:ext uri="{FF2B5EF4-FFF2-40B4-BE49-F238E27FC236}">
                    <a16:creationId xmlns:a16="http://schemas.microsoft.com/office/drawing/2014/main" id="{80A085E5-2F1D-4857-A28C-4EE52031A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5" y="985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57" name="Freeform 2298">
                <a:extLst>
                  <a:ext uri="{FF2B5EF4-FFF2-40B4-BE49-F238E27FC236}">
                    <a16:creationId xmlns:a16="http://schemas.microsoft.com/office/drawing/2014/main" id="{ADF7CA47-FB5F-41BC-8EC4-25BC8CD9B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993"/>
                <a:ext cx="33" cy="12"/>
              </a:xfrm>
              <a:custGeom>
                <a:avLst/>
                <a:gdLst>
                  <a:gd name="T0" fmla="*/ 203 w 21"/>
                  <a:gd name="T1" fmla="*/ 0 h 8"/>
                  <a:gd name="T2" fmla="*/ 0 w 21"/>
                  <a:gd name="T3" fmla="*/ 48 h 8"/>
                  <a:gd name="T4" fmla="*/ 203 w 2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21" y="0"/>
                    </a:moveTo>
                    <a:cubicBezTo>
                      <a:pt x="18" y="7"/>
                      <a:pt x="7" y="8"/>
                      <a:pt x="0" y="6"/>
                    </a:cubicBezTo>
                    <a:cubicBezTo>
                      <a:pt x="5" y="6"/>
                      <a:pt x="15" y="5"/>
                      <a:pt x="21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8" name="Freeform 2299">
                <a:extLst>
                  <a:ext uri="{FF2B5EF4-FFF2-40B4-BE49-F238E27FC236}">
                    <a16:creationId xmlns:a16="http://schemas.microsoft.com/office/drawing/2014/main" id="{439C1B41-7668-440E-A330-E6AE79F09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942"/>
                <a:ext cx="435" cy="92"/>
              </a:xfrm>
              <a:custGeom>
                <a:avLst/>
                <a:gdLst>
                  <a:gd name="T0" fmla="*/ 52 w 275"/>
                  <a:gd name="T1" fmla="*/ 52 h 58"/>
                  <a:gd name="T2" fmla="*/ 87 w 275"/>
                  <a:gd name="T3" fmla="*/ 203 h 58"/>
                  <a:gd name="T4" fmla="*/ 440 w 275"/>
                  <a:gd name="T5" fmla="*/ 327 h 58"/>
                  <a:gd name="T6" fmla="*/ 1088 w 275"/>
                  <a:gd name="T7" fmla="*/ 544 h 58"/>
                  <a:gd name="T8" fmla="*/ 1971 w 275"/>
                  <a:gd name="T9" fmla="*/ 563 h 58"/>
                  <a:gd name="T10" fmla="*/ 2474 w 275"/>
                  <a:gd name="T11" fmla="*/ 495 h 58"/>
                  <a:gd name="T12" fmla="*/ 2722 w 275"/>
                  <a:gd name="T13" fmla="*/ 355 h 58"/>
                  <a:gd name="T14" fmla="*/ 2605 w 275"/>
                  <a:gd name="T15" fmla="*/ 227 h 58"/>
                  <a:gd name="T16" fmla="*/ 1927 w 275"/>
                  <a:gd name="T17" fmla="*/ 82 h 58"/>
                  <a:gd name="T18" fmla="*/ 1294 w 275"/>
                  <a:gd name="T19" fmla="*/ 82 h 58"/>
                  <a:gd name="T20" fmla="*/ 645 w 275"/>
                  <a:gd name="T21" fmla="*/ 68 h 58"/>
                  <a:gd name="T22" fmla="*/ 52 w 275"/>
                  <a:gd name="T23" fmla="*/ 52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5" h="58">
                    <a:moveTo>
                      <a:pt x="5" y="5"/>
                    </a:moveTo>
                    <a:cubicBezTo>
                      <a:pt x="1" y="12"/>
                      <a:pt x="0" y="15"/>
                      <a:pt x="9" y="20"/>
                    </a:cubicBezTo>
                    <a:cubicBezTo>
                      <a:pt x="19" y="24"/>
                      <a:pt x="21" y="24"/>
                      <a:pt x="44" y="33"/>
                    </a:cubicBezTo>
                    <a:cubicBezTo>
                      <a:pt x="67" y="42"/>
                      <a:pt x="73" y="53"/>
                      <a:pt x="110" y="54"/>
                    </a:cubicBezTo>
                    <a:cubicBezTo>
                      <a:pt x="146" y="56"/>
                      <a:pt x="165" y="58"/>
                      <a:pt x="199" y="56"/>
                    </a:cubicBezTo>
                    <a:cubicBezTo>
                      <a:pt x="222" y="54"/>
                      <a:pt x="238" y="51"/>
                      <a:pt x="250" y="49"/>
                    </a:cubicBezTo>
                    <a:cubicBezTo>
                      <a:pt x="257" y="48"/>
                      <a:pt x="274" y="42"/>
                      <a:pt x="275" y="35"/>
                    </a:cubicBezTo>
                    <a:cubicBezTo>
                      <a:pt x="275" y="29"/>
                      <a:pt x="272" y="26"/>
                      <a:pt x="263" y="23"/>
                    </a:cubicBezTo>
                    <a:cubicBezTo>
                      <a:pt x="248" y="18"/>
                      <a:pt x="218" y="12"/>
                      <a:pt x="195" y="8"/>
                    </a:cubicBezTo>
                    <a:cubicBezTo>
                      <a:pt x="172" y="4"/>
                      <a:pt x="150" y="6"/>
                      <a:pt x="131" y="8"/>
                    </a:cubicBezTo>
                    <a:cubicBezTo>
                      <a:pt x="113" y="10"/>
                      <a:pt x="85" y="7"/>
                      <a:pt x="65" y="7"/>
                    </a:cubicBezTo>
                    <a:cubicBezTo>
                      <a:pt x="46" y="7"/>
                      <a:pt x="8" y="0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9" name="Freeform 2300">
                <a:extLst>
                  <a:ext uri="{FF2B5EF4-FFF2-40B4-BE49-F238E27FC236}">
                    <a16:creationId xmlns:a16="http://schemas.microsoft.com/office/drawing/2014/main" id="{FBA09413-225F-4A86-B72D-CE2DCA7A3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948"/>
                <a:ext cx="442" cy="105"/>
              </a:xfrm>
              <a:custGeom>
                <a:avLst/>
                <a:gdLst>
                  <a:gd name="T0" fmla="*/ 40 w 279"/>
                  <a:gd name="T1" fmla="*/ 116 h 66"/>
                  <a:gd name="T2" fmla="*/ 258 w 279"/>
                  <a:gd name="T3" fmla="*/ 430 h 66"/>
                  <a:gd name="T4" fmla="*/ 1109 w 279"/>
                  <a:gd name="T5" fmla="*/ 565 h 66"/>
                  <a:gd name="T6" fmla="*/ 1812 w 279"/>
                  <a:gd name="T7" fmla="*/ 635 h 66"/>
                  <a:gd name="T8" fmla="*/ 2565 w 279"/>
                  <a:gd name="T9" fmla="*/ 488 h 66"/>
                  <a:gd name="T10" fmla="*/ 2783 w 279"/>
                  <a:gd name="T11" fmla="*/ 258 h 66"/>
                  <a:gd name="T12" fmla="*/ 2387 w 279"/>
                  <a:gd name="T13" fmla="*/ 84 h 66"/>
                  <a:gd name="T14" fmla="*/ 1659 w 279"/>
                  <a:gd name="T15" fmla="*/ 64 h 66"/>
                  <a:gd name="T16" fmla="*/ 1090 w 279"/>
                  <a:gd name="T17" fmla="*/ 64 h 66"/>
                  <a:gd name="T18" fmla="*/ 40 w 279"/>
                  <a:gd name="T19" fmla="*/ 116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9" h="66">
                    <a:moveTo>
                      <a:pt x="4" y="11"/>
                    </a:moveTo>
                    <a:cubicBezTo>
                      <a:pt x="0" y="19"/>
                      <a:pt x="7" y="36"/>
                      <a:pt x="26" y="42"/>
                    </a:cubicBezTo>
                    <a:cubicBezTo>
                      <a:pt x="46" y="48"/>
                      <a:pt x="78" y="49"/>
                      <a:pt x="111" y="55"/>
                    </a:cubicBezTo>
                    <a:cubicBezTo>
                      <a:pt x="145" y="62"/>
                      <a:pt x="153" y="66"/>
                      <a:pt x="182" y="62"/>
                    </a:cubicBezTo>
                    <a:cubicBezTo>
                      <a:pt x="211" y="58"/>
                      <a:pt x="238" y="57"/>
                      <a:pt x="257" y="48"/>
                    </a:cubicBezTo>
                    <a:cubicBezTo>
                      <a:pt x="277" y="39"/>
                      <a:pt x="279" y="36"/>
                      <a:pt x="279" y="25"/>
                    </a:cubicBezTo>
                    <a:cubicBezTo>
                      <a:pt x="279" y="14"/>
                      <a:pt x="261" y="8"/>
                      <a:pt x="239" y="8"/>
                    </a:cubicBezTo>
                    <a:cubicBezTo>
                      <a:pt x="217" y="8"/>
                      <a:pt x="186" y="7"/>
                      <a:pt x="166" y="6"/>
                    </a:cubicBezTo>
                    <a:cubicBezTo>
                      <a:pt x="145" y="6"/>
                      <a:pt x="139" y="6"/>
                      <a:pt x="109" y="6"/>
                    </a:cubicBezTo>
                    <a:cubicBezTo>
                      <a:pt x="80" y="6"/>
                      <a:pt x="8" y="0"/>
                      <a:pt x="4" y="11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0" name="Freeform 2301">
                <a:extLst>
                  <a:ext uri="{FF2B5EF4-FFF2-40B4-BE49-F238E27FC236}">
                    <a16:creationId xmlns:a16="http://schemas.microsoft.com/office/drawing/2014/main" id="{A0008F5D-4CEF-44E5-82F6-65668B3E4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963"/>
                <a:ext cx="185" cy="33"/>
              </a:xfrm>
              <a:custGeom>
                <a:avLst/>
                <a:gdLst>
                  <a:gd name="T0" fmla="*/ 82 w 117"/>
                  <a:gd name="T1" fmla="*/ 203 h 21"/>
                  <a:gd name="T2" fmla="*/ 55 w 117"/>
                  <a:gd name="T3" fmla="*/ 35 h 21"/>
                  <a:gd name="T4" fmla="*/ 319 w 117"/>
                  <a:gd name="T5" fmla="*/ 35 h 21"/>
                  <a:gd name="T6" fmla="*/ 1157 w 117"/>
                  <a:gd name="T7" fmla="*/ 66 h 21"/>
                  <a:gd name="T8" fmla="*/ 530 w 117"/>
                  <a:gd name="T9" fmla="*/ 104 h 21"/>
                  <a:gd name="T10" fmla="*/ 117 w 117"/>
                  <a:gd name="T11" fmla="*/ 148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21">
                    <a:moveTo>
                      <a:pt x="8" y="21"/>
                    </a:moveTo>
                    <a:cubicBezTo>
                      <a:pt x="1" y="19"/>
                      <a:pt x="0" y="7"/>
                      <a:pt x="6" y="4"/>
                    </a:cubicBezTo>
                    <a:cubicBezTo>
                      <a:pt x="11" y="0"/>
                      <a:pt x="26" y="4"/>
                      <a:pt x="32" y="4"/>
                    </a:cubicBezTo>
                    <a:cubicBezTo>
                      <a:pt x="59" y="7"/>
                      <a:pt x="91" y="8"/>
                      <a:pt x="117" y="7"/>
                    </a:cubicBezTo>
                    <a:cubicBezTo>
                      <a:pt x="96" y="6"/>
                      <a:pt x="75" y="13"/>
                      <a:pt x="54" y="11"/>
                    </a:cubicBezTo>
                    <a:cubicBezTo>
                      <a:pt x="48" y="11"/>
                      <a:pt x="10" y="6"/>
                      <a:pt x="12" y="15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1" name="Freeform 2302">
                <a:extLst>
                  <a:ext uri="{FF2B5EF4-FFF2-40B4-BE49-F238E27FC236}">
                    <a16:creationId xmlns:a16="http://schemas.microsoft.com/office/drawing/2014/main" id="{2AE5E2ED-CC2C-4EB9-B15B-888E52F55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970"/>
                <a:ext cx="179" cy="73"/>
              </a:xfrm>
              <a:custGeom>
                <a:avLst/>
                <a:gdLst>
                  <a:gd name="T0" fmla="*/ 0 w 113"/>
                  <a:gd name="T1" fmla="*/ 411 h 46"/>
                  <a:gd name="T2" fmla="*/ 838 w 113"/>
                  <a:gd name="T3" fmla="*/ 292 h 46"/>
                  <a:gd name="T4" fmla="*/ 1109 w 113"/>
                  <a:gd name="T5" fmla="*/ 132 h 46"/>
                  <a:gd name="T6" fmla="*/ 919 w 113"/>
                  <a:gd name="T7" fmla="*/ 21 h 46"/>
                  <a:gd name="T8" fmla="*/ 906 w 113"/>
                  <a:gd name="T9" fmla="*/ 52 h 46"/>
                  <a:gd name="T10" fmla="*/ 873 w 113"/>
                  <a:gd name="T11" fmla="*/ 184 h 46"/>
                  <a:gd name="T12" fmla="*/ 627 w 113"/>
                  <a:gd name="T13" fmla="*/ 240 h 46"/>
                  <a:gd name="T14" fmla="*/ 390 w 113"/>
                  <a:gd name="T15" fmla="*/ 325 h 46"/>
                  <a:gd name="T16" fmla="*/ 13 w 113"/>
                  <a:gd name="T17" fmla="*/ 40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46">
                    <a:moveTo>
                      <a:pt x="0" y="41"/>
                    </a:moveTo>
                    <a:cubicBezTo>
                      <a:pt x="28" y="46"/>
                      <a:pt x="57" y="36"/>
                      <a:pt x="84" y="29"/>
                    </a:cubicBezTo>
                    <a:cubicBezTo>
                      <a:pt x="93" y="27"/>
                      <a:pt x="109" y="25"/>
                      <a:pt x="111" y="13"/>
                    </a:cubicBezTo>
                    <a:cubicBezTo>
                      <a:pt x="113" y="0"/>
                      <a:pt x="99" y="7"/>
                      <a:pt x="92" y="2"/>
                    </a:cubicBezTo>
                    <a:cubicBezTo>
                      <a:pt x="91" y="3"/>
                      <a:pt x="91" y="4"/>
                      <a:pt x="91" y="5"/>
                    </a:cubicBezTo>
                    <a:cubicBezTo>
                      <a:pt x="99" y="8"/>
                      <a:pt x="94" y="15"/>
                      <a:pt x="88" y="18"/>
                    </a:cubicBezTo>
                    <a:cubicBezTo>
                      <a:pt x="81" y="22"/>
                      <a:pt x="71" y="21"/>
                      <a:pt x="63" y="24"/>
                    </a:cubicBezTo>
                    <a:cubicBezTo>
                      <a:pt x="55" y="27"/>
                      <a:pt x="47" y="30"/>
                      <a:pt x="39" y="32"/>
                    </a:cubicBezTo>
                    <a:cubicBezTo>
                      <a:pt x="27" y="35"/>
                      <a:pt x="14" y="40"/>
                      <a:pt x="1" y="40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2" name="Oval 2303">
                <a:extLst>
                  <a:ext uri="{FF2B5EF4-FFF2-40B4-BE49-F238E27FC236}">
                    <a16:creationId xmlns:a16="http://schemas.microsoft.com/office/drawing/2014/main" id="{5DF7AB3E-0874-43B8-B061-CA2194E9C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1" y="988"/>
                <a:ext cx="60" cy="27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63" name="Oval 2304">
                <a:extLst>
                  <a:ext uri="{FF2B5EF4-FFF2-40B4-BE49-F238E27FC236}">
                    <a16:creationId xmlns:a16="http://schemas.microsoft.com/office/drawing/2014/main" id="{282D6B21-E492-41C4-8275-3944C180B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983"/>
                <a:ext cx="61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64" name="Oval 2305">
                <a:extLst>
                  <a:ext uri="{FF2B5EF4-FFF2-40B4-BE49-F238E27FC236}">
                    <a16:creationId xmlns:a16="http://schemas.microsoft.com/office/drawing/2014/main" id="{77BB5191-B578-43F2-BD77-B2B475251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986"/>
                <a:ext cx="61" cy="25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65" name="Freeform 2306">
                <a:extLst>
                  <a:ext uri="{FF2B5EF4-FFF2-40B4-BE49-F238E27FC236}">
                    <a16:creationId xmlns:a16="http://schemas.microsoft.com/office/drawing/2014/main" id="{6F83A78D-8979-4E24-B88D-5F894BD8E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993"/>
                <a:ext cx="46" cy="17"/>
              </a:xfrm>
              <a:custGeom>
                <a:avLst/>
                <a:gdLst>
                  <a:gd name="T0" fmla="*/ 0 w 29"/>
                  <a:gd name="T1" fmla="*/ 53 h 11"/>
                  <a:gd name="T2" fmla="*/ 0 w 29"/>
                  <a:gd name="T3" fmla="*/ 70 h 11"/>
                  <a:gd name="T4" fmla="*/ 130 w 29"/>
                  <a:gd name="T5" fmla="*/ 96 h 11"/>
                  <a:gd name="T6" fmla="*/ 292 w 29"/>
                  <a:gd name="T7" fmla="*/ 34 h 11"/>
                  <a:gd name="T8" fmla="*/ 292 w 29"/>
                  <a:gd name="T9" fmla="*/ 29 h 11"/>
                  <a:gd name="T10" fmla="*/ 151 w 29"/>
                  <a:gd name="T11" fmla="*/ 0 h 11"/>
                  <a:gd name="T12" fmla="*/ 0 w 29"/>
                  <a:gd name="T13" fmla="*/ 53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1">
                    <a:moveTo>
                      <a:pt x="0" y="6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3" y="10"/>
                      <a:pt x="8" y="11"/>
                      <a:pt x="13" y="11"/>
                    </a:cubicBezTo>
                    <a:cubicBezTo>
                      <a:pt x="22" y="11"/>
                      <a:pt x="29" y="8"/>
                      <a:pt x="29" y="4"/>
                    </a:cubicBezTo>
                    <a:cubicBezTo>
                      <a:pt x="29" y="4"/>
                      <a:pt x="29" y="3"/>
                      <a:pt x="29" y="3"/>
                    </a:cubicBezTo>
                    <a:cubicBezTo>
                      <a:pt x="26" y="1"/>
                      <a:pt x="21" y="0"/>
                      <a:pt x="15" y="0"/>
                    </a:cubicBezTo>
                    <a:cubicBezTo>
                      <a:pt x="7" y="0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6" name="Oval 2307">
                <a:extLst>
                  <a:ext uri="{FF2B5EF4-FFF2-40B4-BE49-F238E27FC236}">
                    <a16:creationId xmlns:a16="http://schemas.microsoft.com/office/drawing/2014/main" id="{A3BC3D57-4888-465F-9577-7AF7D1E88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3" y="991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67" name="Oval 2308">
                <a:extLst>
                  <a:ext uri="{FF2B5EF4-FFF2-40B4-BE49-F238E27FC236}">
                    <a16:creationId xmlns:a16="http://schemas.microsoft.com/office/drawing/2014/main" id="{45A5515C-5FE4-48AC-AF9A-FEBC667AD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991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68" name="Freeform 2309">
                <a:extLst>
                  <a:ext uri="{FF2B5EF4-FFF2-40B4-BE49-F238E27FC236}">
                    <a16:creationId xmlns:a16="http://schemas.microsoft.com/office/drawing/2014/main" id="{9664C417-1A9A-44C6-BDB4-E36CF06E5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000"/>
                <a:ext cx="35" cy="11"/>
              </a:xfrm>
              <a:custGeom>
                <a:avLst/>
                <a:gdLst>
                  <a:gd name="T0" fmla="*/ 226 w 22"/>
                  <a:gd name="T1" fmla="*/ 0 h 7"/>
                  <a:gd name="T2" fmla="*/ 0 w 22"/>
                  <a:gd name="T3" fmla="*/ 49 h 7"/>
                  <a:gd name="T4" fmla="*/ 226 w 2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7">
                    <a:moveTo>
                      <a:pt x="22" y="0"/>
                    </a:moveTo>
                    <a:cubicBezTo>
                      <a:pt x="18" y="6"/>
                      <a:pt x="8" y="7"/>
                      <a:pt x="0" y="5"/>
                    </a:cubicBezTo>
                    <a:cubicBezTo>
                      <a:pt x="6" y="5"/>
                      <a:pt x="16" y="4"/>
                      <a:pt x="22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9" name="Freeform 2310">
                <a:extLst>
                  <a:ext uri="{FF2B5EF4-FFF2-40B4-BE49-F238E27FC236}">
                    <a16:creationId xmlns:a16="http://schemas.microsoft.com/office/drawing/2014/main" id="{0EBEAB6F-9D87-4E9D-8B4A-DDE3B913B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948"/>
                <a:ext cx="442" cy="105"/>
              </a:xfrm>
              <a:custGeom>
                <a:avLst/>
                <a:gdLst>
                  <a:gd name="T0" fmla="*/ 40 w 279"/>
                  <a:gd name="T1" fmla="*/ 116 h 66"/>
                  <a:gd name="T2" fmla="*/ 258 w 279"/>
                  <a:gd name="T3" fmla="*/ 430 h 66"/>
                  <a:gd name="T4" fmla="*/ 1109 w 279"/>
                  <a:gd name="T5" fmla="*/ 565 h 66"/>
                  <a:gd name="T6" fmla="*/ 1812 w 279"/>
                  <a:gd name="T7" fmla="*/ 635 h 66"/>
                  <a:gd name="T8" fmla="*/ 2565 w 279"/>
                  <a:gd name="T9" fmla="*/ 488 h 66"/>
                  <a:gd name="T10" fmla="*/ 2783 w 279"/>
                  <a:gd name="T11" fmla="*/ 258 h 66"/>
                  <a:gd name="T12" fmla="*/ 2387 w 279"/>
                  <a:gd name="T13" fmla="*/ 84 h 66"/>
                  <a:gd name="T14" fmla="*/ 1659 w 279"/>
                  <a:gd name="T15" fmla="*/ 64 h 66"/>
                  <a:gd name="T16" fmla="*/ 1090 w 279"/>
                  <a:gd name="T17" fmla="*/ 64 h 66"/>
                  <a:gd name="T18" fmla="*/ 40 w 279"/>
                  <a:gd name="T19" fmla="*/ 116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9" h="66">
                    <a:moveTo>
                      <a:pt x="4" y="11"/>
                    </a:moveTo>
                    <a:cubicBezTo>
                      <a:pt x="0" y="19"/>
                      <a:pt x="7" y="36"/>
                      <a:pt x="26" y="42"/>
                    </a:cubicBezTo>
                    <a:cubicBezTo>
                      <a:pt x="46" y="48"/>
                      <a:pt x="78" y="49"/>
                      <a:pt x="111" y="55"/>
                    </a:cubicBezTo>
                    <a:cubicBezTo>
                      <a:pt x="145" y="62"/>
                      <a:pt x="153" y="66"/>
                      <a:pt x="182" y="62"/>
                    </a:cubicBezTo>
                    <a:cubicBezTo>
                      <a:pt x="211" y="58"/>
                      <a:pt x="238" y="57"/>
                      <a:pt x="257" y="48"/>
                    </a:cubicBezTo>
                    <a:cubicBezTo>
                      <a:pt x="277" y="39"/>
                      <a:pt x="279" y="36"/>
                      <a:pt x="279" y="25"/>
                    </a:cubicBezTo>
                    <a:cubicBezTo>
                      <a:pt x="279" y="14"/>
                      <a:pt x="261" y="8"/>
                      <a:pt x="239" y="8"/>
                    </a:cubicBezTo>
                    <a:cubicBezTo>
                      <a:pt x="217" y="8"/>
                      <a:pt x="186" y="7"/>
                      <a:pt x="166" y="6"/>
                    </a:cubicBezTo>
                    <a:cubicBezTo>
                      <a:pt x="145" y="6"/>
                      <a:pt x="139" y="6"/>
                      <a:pt x="109" y="6"/>
                    </a:cubicBezTo>
                    <a:cubicBezTo>
                      <a:pt x="80" y="6"/>
                      <a:pt x="8" y="0"/>
                      <a:pt x="4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0" name="Freeform 2311">
                <a:extLst>
                  <a:ext uri="{FF2B5EF4-FFF2-40B4-BE49-F238E27FC236}">
                    <a16:creationId xmlns:a16="http://schemas.microsoft.com/office/drawing/2014/main" id="{D39D61AA-5C96-4AF8-9AAB-B74C27CEF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974"/>
                <a:ext cx="55" cy="60"/>
              </a:xfrm>
              <a:custGeom>
                <a:avLst/>
                <a:gdLst>
                  <a:gd name="T0" fmla="*/ 333 w 35"/>
                  <a:gd name="T1" fmla="*/ 35 h 38"/>
                  <a:gd name="T2" fmla="*/ 20 w 35"/>
                  <a:gd name="T3" fmla="*/ 52 h 38"/>
                  <a:gd name="T4" fmla="*/ 104 w 35"/>
                  <a:gd name="T5" fmla="*/ 272 h 38"/>
                  <a:gd name="T6" fmla="*/ 333 w 35"/>
                  <a:gd name="T7" fmla="*/ 374 h 38"/>
                  <a:gd name="T8" fmla="*/ 333 w 35"/>
                  <a:gd name="T9" fmla="*/ 3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8">
                    <a:moveTo>
                      <a:pt x="35" y="4"/>
                    </a:moveTo>
                    <a:cubicBezTo>
                      <a:pt x="21" y="2"/>
                      <a:pt x="4" y="0"/>
                      <a:pt x="2" y="5"/>
                    </a:cubicBezTo>
                    <a:cubicBezTo>
                      <a:pt x="0" y="12"/>
                      <a:pt x="0" y="21"/>
                      <a:pt x="11" y="28"/>
                    </a:cubicBezTo>
                    <a:cubicBezTo>
                      <a:pt x="18" y="33"/>
                      <a:pt x="28" y="36"/>
                      <a:pt x="35" y="38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1" name="Freeform 2312">
                <a:extLst>
                  <a:ext uri="{FF2B5EF4-FFF2-40B4-BE49-F238E27FC236}">
                    <a16:creationId xmlns:a16="http://schemas.microsoft.com/office/drawing/2014/main" id="{E57F0360-0001-442E-B27C-25DB5953B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986"/>
                <a:ext cx="46" cy="18"/>
              </a:xfrm>
              <a:custGeom>
                <a:avLst/>
                <a:gdLst>
                  <a:gd name="T0" fmla="*/ 292 w 29"/>
                  <a:gd name="T1" fmla="*/ 34 h 11"/>
                  <a:gd name="T2" fmla="*/ 141 w 29"/>
                  <a:gd name="T3" fmla="*/ 126 h 11"/>
                  <a:gd name="T4" fmla="*/ 259 w 29"/>
                  <a:gd name="T5" fmla="*/ 7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1">
                    <a:moveTo>
                      <a:pt x="29" y="3"/>
                    </a:moveTo>
                    <a:cubicBezTo>
                      <a:pt x="22" y="0"/>
                      <a:pt x="0" y="5"/>
                      <a:pt x="14" y="11"/>
                    </a:cubicBezTo>
                    <a:cubicBezTo>
                      <a:pt x="17" y="7"/>
                      <a:pt x="21" y="6"/>
                      <a:pt x="26" y="6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2" name="Freeform 2313">
                <a:extLst>
                  <a:ext uri="{FF2B5EF4-FFF2-40B4-BE49-F238E27FC236}">
                    <a16:creationId xmlns:a16="http://schemas.microsoft.com/office/drawing/2014/main" id="{BD1BC460-C620-47AB-BEC7-3A116E755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974"/>
                <a:ext cx="55" cy="60"/>
              </a:xfrm>
              <a:custGeom>
                <a:avLst/>
                <a:gdLst>
                  <a:gd name="T0" fmla="*/ 333 w 35"/>
                  <a:gd name="T1" fmla="*/ 35 h 38"/>
                  <a:gd name="T2" fmla="*/ 20 w 35"/>
                  <a:gd name="T3" fmla="*/ 52 h 38"/>
                  <a:gd name="T4" fmla="*/ 104 w 35"/>
                  <a:gd name="T5" fmla="*/ 272 h 38"/>
                  <a:gd name="T6" fmla="*/ 333 w 35"/>
                  <a:gd name="T7" fmla="*/ 374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8">
                    <a:moveTo>
                      <a:pt x="35" y="4"/>
                    </a:moveTo>
                    <a:cubicBezTo>
                      <a:pt x="21" y="2"/>
                      <a:pt x="4" y="0"/>
                      <a:pt x="2" y="5"/>
                    </a:cubicBezTo>
                    <a:cubicBezTo>
                      <a:pt x="0" y="12"/>
                      <a:pt x="0" y="21"/>
                      <a:pt x="11" y="28"/>
                    </a:cubicBezTo>
                    <a:cubicBezTo>
                      <a:pt x="18" y="33"/>
                      <a:pt x="28" y="36"/>
                      <a:pt x="35" y="3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3" name="Freeform 2314">
                <a:extLst>
                  <a:ext uri="{FF2B5EF4-FFF2-40B4-BE49-F238E27FC236}">
                    <a16:creationId xmlns:a16="http://schemas.microsoft.com/office/drawing/2014/main" id="{E084DC36-45AA-44C7-9B60-B08F5CD9C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963"/>
                <a:ext cx="455" cy="82"/>
              </a:xfrm>
              <a:custGeom>
                <a:avLst/>
                <a:gdLst>
                  <a:gd name="T0" fmla="*/ 13 w 287"/>
                  <a:gd name="T1" fmla="*/ 117 h 52"/>
                  <a:gd name="T2" fmla="*/ 648 w 287"/>
                  <a:gd name="T3" fmla="*/ 385 h 52"/>
                  <a:gd name="T4" fmla="*/ 1579 w 287"/>
                  <a:gd name="T5" fmla="*/ 475 h 52"/>
                  <a:gd name="T6" fmla="*/ 2689 w 287"/>
                  <a:gd name="T7" fmla="*/ 341 h 52"/>
                  <a:gd name="T8" fmla="*/ 2622 w 287"/>
                  <a:gd name="T9" fmla="*/ 169 h 52"/>
                  <a:gd name="T10" fmla="*/ 2051 w 287"/>
                  <a:gd name="T11" fmla="*/ 98 h 52"/>
                  <a:gd name="T12" fmla="*/ 1027 w 287"/>
                  <a:gd name="T13" fmla="*/ 35 h 52"/>
                  <a:gd name="T14" fmla="*/ 13 w 287"/>
                  <a:gd name="T15" fmla="*/ 117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7" h="52">
                    <a:moveTo>
                      <a:pt x="1" y="12"/>
                    </a:moveTo>
                    <a:cubicBezTo>
                      <a:pt x="0" y="25"/>
                      <a:pt x="21" y="29"/>
                      <a:pt x="65" y="39"/>
                    </a:cubicBezTo>
                    <a:cubicBezTo>
                      <a:pt x="109" y="50"/>
                      <a:pt x="127" y="52"/>
                      <a:pt x="158" y="49"/>
                    </a:cubicBezTo>
                    <a:cubicBezTo>
                      <a:pt x="190" y="45"/>
                      <a:pt x="251" y="39"/>
                      <a:pt x="269" y="35"/>
                    </a:cubicBezTo>
                    <a:cubicBezTo>
                      <a:pt x="287" y="30"/>
                      <a:pt x="276" y="22"/>
                      <a:pt x="262" y="17"/>
                    </a:cubicBezTo>
                    <a:cubicBezTo>
                      <a:pt x="247" y="12"/>
                      <a:pt x="220" y="11"/>
                      <a:pt x="205" y="10"/>
                    </a:cubicBezTo>
                    <a:cubicBezTo>
                      <a:pt x="191" y="9"/>
                      <a:pt x="123" y="4"/>
                      <a:pt x="103" y="4"/>
                    </a:cubicBezTo>
                    <a:cubicBezTo>
                      <a:pt x="84" y="5"/>
                      <a:pt x="1" y="0"/>
                      <a:pt x="1" y="12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4" name="Freeform 2315">
                <a:extLst>
                  <a:ext uri="{FF2B5EF4-FFF2-40B4-BE49-F238E27FC236}">
                    <a16:creationId xmlns:a16="http://schemas.microsoft.com/office/drawing/2014/main" id="{3BAC2BCE-D80B-4B1D-B11E-E7C11B1B0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975"/>
                <a:ext cx="120" cy="32"/>
              </a:xfrm>
              <a:custGeom>
                <a:avLst/>
                <a:gdLst>
                  <a:gd name="T0" fmla="*/ 13 w 76"/>
                  <a:gd name="T1" fmla="*/ 118 h 20"/>
                  <a:gd name="T2" fmla="*/ 0 w 76"/>
                  <a:gd name="T3" fmla="*/ 86 h 20"/>
                  <a:gd name="T4" fmla="*/ 744 w 76"/>
                  <a:gd name="T5" fmla="*/ 67 h 20"/>
                  <a:gd name="T6" fmla="*/ 441 w 76"/>
                  <a:gd name="T7" fmla="*/ 210 h 20"/>
                  <a:gd name="T8" fmla="*/ 237 w 76"/>
                  <a:gd name="T9" fmla="*/ 19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20">
                    <a:moveTo>
                      <a:pt x="1" y="11"/>
                    </a:moveTo>
                    <a:cubicBezTo>
                      <a:pt x="0" y="10"/>
                      <a:pt x="0" y="9"/>
                      <a:pt x="0" y="8"/>
                    </a:cubicBezTo>
                    <a:cubicBezTo>
                      <a:pt x="22" y="0"/>
                      <a:pt x="54" y="2"/>
                      <a:pt x="76" y="6"/>
                    </a:cubicBezTo>
                    <a:cubicBezTo>
                      <a:pt x="68" y="6"/>
                      <a:pt x="43" y="6"/>
                      <a:pt x="45" y="20"/>
                    </a:cubicBezTo>
                    <a:cubicBezTo>
                      <a:pt x="38" y="20"/>
                      <a:pt x="31" y="18"/>
                      <a:pt x="24" y="19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5" name="Freeform 2316">
                <a:extLst>
                  <a:ext uri="{FF2B5EF4-FFF2-40B4-BE49-F238E27FC236}">
                    <a16:creationId xmlns:a16="http://schemas.microsoft.com/office/drawing/2014/main" id="{C3744DAE-D1D9-4A54-ABC2-483A5B8DF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994"/>
                <a:ext cx="100" cy="30"/>
              </a:xfrm>
              <a:custGeom>
                <a:avLst/>
                <a:gdLst>
                  <a:gd name="T0" fmla="*/ 0 w 63"/>
                  <a:gd name="T1" fmla="*/ 185 h 19"/>
                  <a:gd name="T2" fmla="*/ 497 w 63"/>
                  <a:gd name="T3" fmla="*/ 155 h 19"/>
                  <a:gd name="T4" fmla="*/ 625 w 63"/>
                  <a:gd name="T5" fmla="*/ 98 h 19"/>
                  <a:gd name="T6" fmla="*/ 443 w 63"/>
                  <a:gd name="T7" fmla="*/ 0 h 19"/>
                  <a:gd name="T8" fmla="*/ 360 w 63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9">
                    <a:moveTo>
                      <a:pt x="0" y="19"/>
                    </a:moveTo>
                    <a:cubicBezTo>
                      <a:pt x="17" y="19"/>
                      <a:pt x="33" y="18"/>
                      <a:pt x="49" y="16"/>
                    </a:cubicBezTo>
                    <a:cubicBezTo>
                      <a:pt x="53" y="15"/>
                      <a:pt x="61" y="15"/>
                      <a:pt x="62" y="10"/>
                    </a:cubicBezTo>
                    <a:cubicBezTo>
                      <a:pt x="63" y="3"/>
                      <a:pt x="49" y="2"/>
                      <a:pt x="44" y="0"/>
                    </a:cubicBezTo>
                    <a:cubicBezTo>
                      <a:pt x="54" y="6"/>
                      <a:pt x="40" y="11"/>
                      <a:pt x="36" y="13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6" name="Oval 2317">
                <a:extLst>
                  <a:ext uri="{FF2B5EF4-FFF2-40B4-BE49-F238E27FC236}">
                    <a16:creationId xmlns:a16="http://schemas.microsoft.com/office/drawing/2014/main" id="{348FB2CF-6F12-4859-926C-52B489434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1000"/>
                <a:ext cx="54" cy="24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77" name="Oval 2318">
                <a:extLst>
                  <a:ext uri="{FF2B5EF4-FFF2-40B4-BE49-F238E27FC236}">
                    <a16:creationId xmlns:a16="http://schemas.microsoft.com/office/drawing/2014/main" id="{16A4DBDB-22B8-44DD-90E2-BF1647285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996"/>
                <a:ext cx="56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78" name="Oval 2319">
                <a:extLst>
                  <a:ext uri="{FF2B5EF4-FFF2-40B4-BE49-F238E27FC236}">
                    <a16:creationId xmlns:a16="http://schemas.microsoft.com/office/drawing/2014/main" id="{495EC613-8889-4719-9081-92E4DFCF2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999"/>
                <a:ext cx="54" cy="22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79" name="Freeform 2320">
                <a:extLst>
                  <a:ext uri="{FF2B5EF4-FFF2-40B4-BE49-F238E27FC236}">
                    <a16:creationId xmlns:a16="http://schemas.microsoft.com/office/drawing/2014/main" id="{36D80344-26AD-4AAD-AC7A-61B788D85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004"/>
                <a:ext cx="41" cy="15"/>
              </a:xfrm>
              <a:custGeom>
                <a:avLst/>
                <a:gdLst>
                  <a:gd name="T0" fmla="*/ 0 w 26"/>
                  <a:gd name="T1" fmla="*/ 48 h 10"/>
                  <a:gd name="T2" fmla="*/ 0 w 26"/>
                  <a:gd name="T3" fmla="*/ 62 h 10"/>
                  <a:gd name="T4" fmla="*/ 117 w 26"/>
                  <a:gd name="T5" fmla="*/ 80 h 10"/>
                  <a:gd name="T6" fmla="*/ 255 w 26"/>
                  <a:gd name="T7" fmla="*/ 32 h 10"/>
                  <a:gd name="T8" fmla="*/ 255 w 26"/>
                  <a:gd name="T9" fmla="*/ 27 h 10"/>
                  <a:gd name="T10" fmla="*/ 137 w 26"/>
                  <a:gd name="T11" fmla="*/ 0 h 10"/>
                  <a:gd name="T12" fmla="*/ 0 w 26"/>
                  <a:gd name="T13" fmla="*/ 4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0">
                    <a:moveTo>
                      <a:pt x="0" y="6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3" y="9"/>
                      <a:pt x="7" y="10"/>
                      <a:pt x="12" y="10"/>
                    </a:cubicBezTo>
                    <a:cubicBezTo>
                      <a:pt x="20" y="10"/>
                      <a:pt x="26" y="8"/>
                      <a:pt x="26" y="4"/>
                    </a:cubicBezTo>
                    <a:cubicBezTo>
                      <a:pt x="26" y="4"/>
                      <a:pt x="26" y="3"/>
                      <a:pt x="26" y="3"/>
                    </a:cubicBezTo>
                    <a:cubicBezTo>
                      <a:pt x="23" y="1"/>
                      <a:pt x="19" y="0"/>
                      <a:pt x="14" y="0"/>
                    </a:cubicBezTo>
                    <a:cubicBezTo>
                      <a:pt x="6" y="0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0" name="Oval 2321">
                <a:extLst>
                  <a:ext uri="{FF2B5EF4-FFF2-40B4-BE49-F238E27FC236}">
                    <a16:creationId xmlns:a16="http://schemas.microsoft.com/office/drawing/2014/main" id="{C8037B4B-2EEC-40E7-988A-D90F8DEF1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1004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81" name="Oval 2322">
                <a:extLst>
                  <a:ext uri="{FF2B5EF4-FFF2-40B4-BE49-F238E27FC236}">
                    <a16:creationId xmlns:a16="http://schemas.microsoft.com/office/drawing/2014/main" id="{B8D0D5A7-CE9C-404A-BD08-FE5FE001F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100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82" name="Freeform 2323">
                <a:extLst>
                  <a:ext uri="{FF2B5EF4-FFF2-40B4-BE49-F238E27FC236}">
                    <a16:creationId xmlns:a16="http://schemas.microsoft.com/office/drawing/2014/main" id="{E1C53537-EFA3-4BE5-81EF-F15A2C7D3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011"/>
                <a:ext cx="30" cy="10"/>
              </a:xfrm>
              <a:custGeom>
                <a:avLst/>
                <a:gdLst>
                  <a:gd name="T0" fmla="*/ 185 w 19"/>
                  <a:gd name="T1" fmla="*/ 0 h 6"/>
                  <a:gd name="T2" fmla="*/ 0 w 19"/>
                  <a:gd name="T3" fmla="*/ 62 h 6"/>
                  <a:gd name="T4" fmla="*/ 185 w 1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19" y="0"/>
                    </a:moveTo>
                    <a:cubicBezTo>
                      <a:pt x="16" y="6"/>
                      <a:pt x="7" y="6"/>
                      <a:pt x="0" y="5"/>
                    </a:cubicBezTo>
                    <a:cubicBezTo>
                      <a:pt x="5" y="5"/>
                      <a:pt x="14" y="4"/>
                      <a:pt x="19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3" name="Freeform 2324">
                <a:extLst>
                  <a:ext uri="{FF2B5EF4-FFF2-40B4-BE49-F238E27FC236}">
                    <a16:creationId xmlns:a16="http://schemas.microsoft.com/office/drawing/2014/main" id="{8453B37A-17FA-4105-B3A7-470C9EFB7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963"/>
                <a:ext cx="455" cy="82"/>
              </a:xfrm>
              <a:custGeom>
                <a:avLst/>
                <a:gdLst>
                  <a:gd name="T0" fmla="*/ 13 w 287"/>
                  <a:gd name="T1" fmla="*/ 117 h 52"/>
                  <a:gd name="T2" fmla="*/ 648 w 287"/>
                  <a:gd name="T3" fmla="*/ 385 h 52"/>
                  <a:gd name="T4" fmla="*/ 1579 w 287"/>
                  <a:gd name="T5" fmla="*/ 475 h 52"/>
                  <a:gd name="T6" fmla="*/ 2689 w 287"/>
                  <a:gd name="T7" fmla="*/ 341 h 52"/>
                  <a:gd name="T8" fmla="*/ 2622 w 287"/>
                  <a:gd name="T9" fmla="*/ 169 h 52"/>
                  <a:gd name="T10" fmla="*/ 2051 w 287"/>
                  <a:gd name="T11" fmla="*/ 98 h 52"/>
                  <a:gd name="T12" fmla="*/ 1027 w 287"/>
                  <a:gd name="T13" fmla="*/ 35 h 52"/>
                  <a:gd name="T14" fmla="*/ 13 w 287"/>
                  <a:gd name="T15" fmla="*/ 117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7" h="52">
                    <a:moveTo>
                      <a:pt x="1" y="12"/>
                    </a:moveTo>
                    <a:cubicBezTo>
                      <a:pt x="0" y="25"/>
                      <a:pt x="21" y="29"/>
                      <a:pt x="65" y="39"/>
                    </a:cubicBezTo>
                    <a:cubicBezTo>
                      <a:pt x="109" y="50"/>
                      <a:pt x="127" y="52"/>
                      <a:pt x="158" y="49"/>
                    </a:cubicBezTo>
                    <a:cubicBezTo>
                      <a:pt x="190" y="45"/>
                      <a:pt x="251" y="39"/>
                      <a:pt x="269" y="35"/>
                    </a:cubicBezTo>
                    <a:cubicBezTo>
                      <a:pt x="287" y="30"/>
                      <a:pt x="276" y="22"/>
                      <a:pt x="262" y="17"/>
                    </a:cubicBezTo>
                    <a:cubicBezTo>
                      <a:pt x="247" y="12"/>
                      <a:pt x="220" y="11"/>
                      <a:pt x="205" y="10"/>
                    </a:cubicBezTo>
                    <a:cubicBezTo>
                      <a:pt x="191" y="9"/>
                      <a:pt x="123" y="4"/>
                      <a:pt x="103" y="4"/>
                    </a:cubicBezTo>
                    <a:cubicBezTo>
                      <a:pt x="84" y="5"/>
                      <a:pt x="1" y="0"/>
                      <a:pt x="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4" name="Freeform 2325">
                <a:extLst>
                  <a:ext uri="{FF2B5EF4-FFF2-40B4-BE49-F238E27FC236}">
                    <a16:creationId xmlns:a16="http://schemas.microsoft.com/office/drawing/2014/main" id="{5E19DB8A-888A-4224-B048-231AEF146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972"/>
                <a:ext cx="494" cy="82"/>
              </a:xfrm>
              <a:custGeom>
                <a:avLst/>
                <a:gdLst>
                  <a:gd name="T0" fmla="*/ 33 w 312"/>
                  <a:gd name="T1" fmla="*/ 150 h 52"/>
                  <a:gd name="T2" fmla="*/ 326 w 312"/>
                  <a:gd name="T3" fmla="*/ 341 h 52"/>
                  <a:gd name="T4" fmla="*/ 1264 w 312"/>
                  <a:gd name="T5" fmla="*/ 440 h 52"/>
                  <a:gd name="T6" fmla="*/ 2489 w 312"/>
                  <a:gd name="T7" fmla="*/ 475 h 52"/>
                  <a:gd name="T8" fmla="*/ 3069 w 312"/>
                  <a:gd name="T9" fmla="*/ 374 h 52"/>
                  <a:gd name="T10" fmla="*/ 2918 w 312"/>
                  <a:gd name="T11" fmla="*/ 244 h 52"/>
                  <a:gd name="T12" fmla="*/ 2497 w 312"/>
                  <a:gd name="T13" fmla="*/ 87 h 52"/>
                  <a:gd name="T14" fmla="*/ 1758 w 312"/>
                  <a:gd name="T15" fmla="*/ 35 h 52"/>
                  <a:gd name="T16" fmla="*/ 687 w 312"/>
                  <a:gd name="T17" fmla="*/ 13 h 52"/>
                  <a:gd name="T18" fmla="*/ 33 w 312"/>
                  <a:gd name="T19" fmla="*/ 150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2" h="52">
                    <a:moveTo>
                      <a:pt x="3" y="15"/>
                    </a:moveTo>
                    <a:cubicBezTo>
                      <a:pt x="0" y="26"/>
                      <a:pt x="9" y="31"/>
                      <a:pt x="33" y="35"/>
                    </a:cubicBezTo>
                    <a:cubicBezTo>
                      <a:pt x="56" y="38"/>
                      <a:pt x="97" y="41"/>
                      <a:pt x="127" y="45"/>
                    </a:cubicBezTo>
                    <a:cubicBezTo>
                      <a:pt x="157" y="50"/>
                      <a:pt x="217" y="52"/>
                      <a:pt x="250" y="49"/>
                    </a:cubicBezTo>
                    <a:cubicBezTo>
                      <a:pt x="283" y="45"/>
                      <a:pt x="304" y="44"/>
                      <a:pt x="308" y="38"/>
                    </a:cubicBezTo>
                    <a:cubicBezTo>
                      <a:pt x="312" y="32"/>
                      <a:pt x="305" y="30"/>
                      <a:pt x="293" y="25"/>
                    </a:cubicBezTo>
                    <a:cubicBezTo>
                      <a:pt x="281" y="20"/>
                      <a:pt x="271" y="12"/>
                      <a:pt x="251" y="9"/>
                    </a:cubicBezTo>
                    <a:cubicBezTo>
                      <a:pt x="232" y="6"/>
                      <a:pt x="195" y="5"/>
                      <a:pt x="177" y="4"/>
                    </a:cubicBezTo>
                    <a:cubicBezTo>
                      <a:pt x="159" y="2"/>
                      <a:pt x="90" y="0"/>
                      <a:pt x="69" y="1"/>
                    </a:cubicBezTo>
                    <a:cubicBezTo>
                      <a:pt x="48" y="2"/>
                      <a:pt x="5" y="7"/>
                      <a:pt x="3" y="15"/>
                    </a:cubicBezTo>
                    <a:close/>
                  </a:path>
                </a:pathLst>
              </a:custGeom>
              <a:solidFill>
                <a:srgbClr val="D28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5" name="Freeform 2326">
                <a:extLst>
                  <a:ext uri="{FF2B5EF4-FFF2-40B4-BE49-F238E27FC236}">
                    <a16:creationId xmlns:a16="http://schemas.microsoft.com/office/drawing/2014/main" id="{05E5FA55-B394-4A4D-BFF5-EB88D066E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977"/>
                <a:ext cx="190" cy="22"/>
              </a:xfrm>
              <a:custGeom>
                <a:avLst/>
                <a:gdLst>
                  <a:gd name="T0" fmla="*/ 0 w 120"/>
                  <a:gd name="T1" fmla="*/ 121 h 14"/>
                  <a:gd name="T2" fmla="*/ 1195 w 120"/>
                  <a:gd name="T3" fmla="*/ 86 h 14"/>
                  <a:gd name="T4" fmla="*/ 1043 w 120"/>
                  <a:gd name="T5" fmla="*/ 121 h 14"/>
                  <a:gd name="T6" fmla="*/ 817 w 120"/>
                  <a:gd name="T7" fmla="*/ 8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14">
                    <a:moveTo>
                      <a:pt x="0" y="13"/>
                    </a:moveTo>
                    <a:cubicBezTo>
                      <a:pt x="35" y="0"/>
                      <a:pt x="83" y="0"/>
                      <a:pt x="120" y="9"/>
                    </a:cubicBezTo>
                    <a:cubicBezTo>
                      <a:pt x="115" y="10"/>
                      <a:pt x="110" y="13"/>
                      <a:pt x="105" y="13"/>
                    </a:cubicBezTo>
                    <a:cubicBezTo>
                      <a:pt x="98" y="14"/>
                      <a:pt x="89" y="9"/>
                      <a:pt x="82" y="9"/>
                    </a:cubicBezTo>
                  </a:path>
                </a:pathLst>
              </a:custGeom>
              <a:solidFill>
                <a:srgbClr val="E6C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6" name="Freeform 2327">
                <a:extLst>
                  <a:ext uri="{FF2B5EF4-FFF2-40B4-BE49-F238E27FC236}">
                    <a16:creationId xmlns:a16="http://schemas.microsoft.com/office/drawing/2014/main" id="{4B9E8A58-94AC-40D9-A048-410F0EA8E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004"/>
                <a:ext cx="150" cy="39"/>
              </a:xfrm>
              <a:custGeom>
                <a:avLst/>
                <a:gdLst>
                  <a:gd name="T0" fmla="*/ 0 w 95"/>
                  <a:gd name="T1" fmla="*/ 201 h 25"/>
                  <a:gd name="T2" fmla="*/ 733 w 95"/>
                  <a:gd name="T3" fmla="*/ 195 h 25"/>
                  <a:gd name="T4" fmla="*/ 921 w 95"/>
                  <a:gd name="T5" fmla="*/ 129 h 25"/>
                  <a:gd name="T6" fmla="*/ 728 w 95"/>
                  <a:gd name="T7" fmla="*/ 0 h 25"/>
                  <a:gd name="T8" fmla="*/ 646 w 95"/>
                  <a:gd name="T9" fmla="*/ 1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25">
                    <a:moveTo>
                      <a:pt x="0" y="22"/>
                    </a:moveTo>
                    <a:cubicBezTo>
                      <a:pt x="25" y="22"/>
                      <a:pt x="51" y="25"/>
                      <a:pt x="75" y="21"/>
                    </a:cubicBezTo>
                    <a:cubicBezTo>
                      <a:pt x="79" y="20"/>
                      <a:pt x="92" y="19"/>
                      <a:pt x="94" y="14"/>
                    </a:cubicBezTo>
                    <a:cubicBezTo>
                      <a:pt x="95" y="7"/>
                      <a:pt x="78" y="2"/>
                      <a:pt x="74" y="0"/>
                    </a:cubicBezTo>
                    <a:cubicBezTo>
                      <a:pt x="80" y="7"/>
                      <a:pt x="74" y="15"/>
                      <a:pt x="66" y="16"/>
                    </a:cubicBezTo>
                  </a:path>
                </a:pathLst>
              </a:custGeom>
              <a:solidFill>
                <a:srgbClr val="C2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7" name="Oval 2328">
                <a:extLst>
                  <a:ext uri="{FF2B5EF4-FFF2-40B4-BE49-F238E27FC236}">
                    <a16:creationId xmlns:a16="http://schemas.microsoft.com/office/drawing/2014/main" id="{8260176B-33FD-485E-A472-0C96BBFBC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1004"/>
                <a:ext cx="65" cy="23"/>
              </a:xfrm>
              <a:prstGeom prst="ellipse">
                <a:avLst/>
              </a:pr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88" name="Oval 2329">
                <a:extLst>
                  <a:ext uri="{FF2B5EF4-FFF2-40B4-BE49-F238E27FC236}">
                    <a16:creationId xmlns:a16="http://schemas.microsoft.com/office/drawing/2014/main" id="{7A0B3DB0-34D9-4C80-B6CD-095F0AA11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0" y="997"/>
                <a:ext cx="6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89" name="Oval 2330">
                <a:extLst>
                  <a:ext uri="{FF2B5EF4-FFF2-40B4-BE49-F238E27FC236}">
                    <a16:creationId xmlns:a16="http://schemas.microsoft.com/office/drawing/2014/main" id="{10FE21D9-88B4-443D-8A9B-35371203E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5" y="1000"/>
                <a:ext cx="65" cy="26"/>
              </a:xfrm>
              <a:prstGeom prst="ellipse">
                <a:avLst/>
              </a:prstGeom>
              <a:solidFill>
                <a:srgbClr val="C64C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90" name="Freeform 2331">
                <a:extLst>
                  <a:ext uri="{FF2B5EF4-FFF2-40B4-BE49-F238E27FC236}">
                    <a16:creationId xmlns:a16="http://schemas.microsoft.com/office/drawing/2014/main" id="{6C12F8F0-958E-4048-91B8-1E143320F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007"/>
                <a:ext cx="49" cy="16"/>
              </a:xfrm>
              <a:custGeom>
                <a:avLst/>
                <a:gdLst>
                  <a:gd name="T0" fmla="*/ 0 w 31"/>
                  <a:gd name="T1" fmla="*/ 67 h 10"/>
                  <a:gd name="T2" fmla="*/ 13 w 31"/>
                  <a:gd name="T3" fmla="*/ 86 h 10"/>
                  <a:gd name="T4" fmla="*/ 150 w 31"/>
                  <a:gd name="T5" fmla="*/ 107 h 10"/>
                  <a:gd name="T6" fmla="*/ 305 w 31"/>
                  <a:gd name="T7" fmla="*/ 42 h 10"/>
                  <a:gd name="T8" fmla="*/ 305 w 31"/>
                  <a:gd name="T9" fmla="*/ 34 h 10"/>
                  <a:gd name="T10" fmla="*/ 169 w 31"/>
                  <a:gd name="T11" fmla="*/ 0 h 10"/>
                  <a:gd name="T12" fmla="*/ 0 w 31"/>
                  <a:gd name="T13" fmla="*/ 6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0">
                    <a:moveTo>
                      <a:pt x="0" y="6"/>
                    </a:moveTo>
                    <a:cubicBezTo>
                      <a:pt x="0" y="7"/>
                      <a:pt x="0" y="7"/>
                      <a:pt x="1" y="8"/>
                    </a:cubicBezTo>
                    <a:cubicBezTo>
                      <a:pt x="4" y="9"/>
                      <a:pt x="9" y="10"/>
                      <a:pt x="15" y="10"/>
                    </a:cubicBezTo>
                    <a:cubicBezTo>
                      <a:pt x="24" y="10"/>
                      <a:pt x="31" y="8"/>
                      <a:pt x="31" y="4"/>
                    </a:cubicBezTo>
                    <a:cubicBezTo>
                      <a:pt x="31" y="4"/>
                      <a:pt x="31" y="3"/>
                      <a:pt x="31" y="3"/>
                    </a:cubicBezTo>
                    <a:cubicBezTo>
                      <a:pt x="28" y="1"/>
                      <a:pt x="23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D17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91" name="Oval 2332">
                <a:extLst>
                  <a:ext uri="{FF2B5EF4-FFF2-40B4-BE49-F238E27FC236}">
                    <a16:creationId xmlns:a16="http://schemas.microsoft.com/office/drawing/2014/main" id="{459D1407-4999-4D17-883A-6A49E46E9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2" y="1007"/>
                <a:ext cx="8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92" name="Oval 2333">
                <a:extLst>
                  <a:ext uri="{FF2B5EF4-FFF2-40B4-BE49-F238E27FC236}">
                    <a16:creationId xmlns:a16="http://schemas.microsoft.com/office/drawing/2014/main" id="{413CE2D3-95F0-4123-A454-7AA5746FF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2" y="1005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93" name="Freeform 2334">
                <a:extLst>
                  <a:ext uri="{FF2B5EF4-FFF2-40B4-BE49-F238E27FC236}">
                    <a16:creationId xmlns:a16="http://schemas.microsoft.com/office/drawing/2014/main" id="{39FF6800-EBC2-4C76-B2B5-777E817BE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015"/>
                <a:ext cx="34" cy="11"/>
              </a:xfrm>
              <a:custGeom>
                <a:avLst/>
                <a:gdLst>
                  <a:gd name="T0" fmla="*/ 196 w 22"/>
                  <a:gd name="T1" fmla="*/ 0 h 7"/>
                  <a:gd name="T2" fmla="*/ 0 w 22"/>
                  <a:gd name="T3" fmla="*/ 49 h 7"/>
                  <a:gd name="T4" fmla="*/ 196 w 2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7">
                    <a:moveTo>
                      <a:pt x="22" y="0"/>
                    </a:moveTo>
                    <a:cubicBezTo>
                      <a:pt x="19" y="6"/>
                      <a:pt x="7" y="7"/>
                      <a:pt x="0" y="5"/>
                    </a:cubicBezTo>
                    <a:cubicBezTo>
                      <a:pt x="5" y="5"/>
                      <a:pt x="16" y="4"/>
                      <a:pt x="22" y="0"/>
                    </a:cubicBezTo>
                    <a:close/>
                  </a:path>
                </a:pathLst>
              </a:custGeom>
              <a:solidFill>
                <a:srgbClr val="9E4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94" name="Freeform 2335">
                <a:extLst>
                  <a:ext uri="{FF2B5EF4-FFF2-40B4-BE49-F238E27FC236}">
                    <a16:creationId xmlns:a16="http://schemas.microsoft.com/office/drawing/2014/main" id="{CCE52DA7-1BD5-4213-9BF8-005FA6CAF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972"/>
                <a:ext cx="494" cy="82"/>
              </a:xfrm>
              <a:custGeom>
                <a:avLst/>
                <a:gdLst>
                  <a:gd name="T0" fmla="*/ 33 w 312"/>
                  <a:gd name="T1" fmla="*/ 150 h 52"/>
                  <a:gd name="T2" fmla="*/ 326 w 312"/>
                  <a:gd name="T3" fmla="*/ 341 h 52"/>
                  <a:gd name="T4" fmla="*/ 1264 w 312"/>
                  <a:gd name="T5" fmla="*/ 440 h 52"/>
                  <a:gd name="T6" fmla="*/ 2489 w 312"/>
                  <a:gd name="T7" fmla="*/ 475 h 52"/>
                  <a:gd name="T8" fmla="*/ 3069 w 312"/>
                  <a:gd name="T9" fmla="*/ 374 h 52"/>
                  <a:gd name="T10" fmla="*/ 2918 w 312"/>
                  <a:gd name="T11" fmla="*/ 244 h 52"/>
                  <a:gd name="T12" fmla="*/ 2497 w 312"/>
                  <a:gd name="T13" fmla="*/ 87 h 52"/>
                  <a:gd name="T14" fmla="*/ 1758 w 312"/>
                  <a:gd name="T15" fmla="*/ 35 h 52"/>
                  <a:gd name="T16" fmla="*/ 687 w 312"/>
                  <a:gd name="T17" fmla="*/ 13 h 52"/>
                  <a:gd name="T18" fmla="*/ 33 w 312"/>
                  <a:gd name="T19" fmla="*/ 150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2" h="52">
                    <a:moveTo>
                      <a:pt x="3" y="15"/>
                    </a:moveTo>
                    <a:cubicBezTo>
                      <a:pt x="0" y="26"/>
                      <a:pt x="9" y="31"/>
                      <a:pt x="33" y="35"/>
                    </a:cubicBezTo>
                    <a:cubicBezTo>
                      <a:pt x="56" y="38"/>
                      <a:pt x="97" y="41"/>
                      <a:pt x="127" y="45"/>
                    </a:cubicBezTo>
                    <a:cubicBezTo>
                      <a:pt x="157" y="50"/>
                      <a:pt x="217" y="52"/>
                      <a:pt x="250" y="49"/>
                    </a:cubicBezTo>
                    <a:cubicBezTo>
                      <a:pt x="283" y="45"/>
                      <a:pt x="304" y="44"/>
                      <a:pt x="308" y="38"/>
                    </a:cubicBezTo>
                    <a:cubicBezTo>
                      <a:pt x="312" y="32"/>
                      <a:pt x="305" y="30"/>
                      <a:pt x="293" y="25"/>
                    </a:cubicBezTo>
                    <a:cubicBezTo>
                      <a:pt x="281" y="20"/>
                      <a:pt x="271" y="12"/>
                      <a:pt x="251" y="9"/>
                    </a:cubicBezTo>
                    <a:cubicBezTo>
                      <a:pt x="232" y="6"/>
                      <a:pt x="195" y="5"/>
                      <a:pt x="177" y="4"/>
                    </a:cubicBezTo>
                    <a:cubicBezTo>
                      <a:pt x="159" y="2"/>
                      <a:pt x="90" y="0"/>
                      <a:pt x="69" y="1"/>
                    </a:cubicBezTo>
                    <a:cubicBezTo>
                      <a:pt x="48" y="2"/>
                      <a:pt x="5" y="7"/>
                      <a:pt x="3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385" name="Group 2336">
              <a:extLst>
                <a:ext uri="{FF2B5EF4-FFF2-40B4-BE49-F238E27FC236}">
                  <a16:creationId xmlns:a16="http://schemas.microsoft.com/office/drawing/2014/main" id="{CE686A01-5F80-4F01-A546-808E04ECCB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0" y="2579"/>
              <a:ext cx="19" cy="19"/>
              <a:chOff x="3086" y="2463"/>
              <a:chExt cx="19" cy="19"/>
            </a:xfrm>
          </p:grpSpPr>
          <p:sp>
            <p:nvSpPr>
              <p:cNvPr id="13470" name="Oval 2337">
                <a:extLst>
                  <a:ext uri="{FF2B5EF4-FFF2-40B4-BE49-F238E27FC236}">
                    <a16:creationId xmlns:a16="http://schemas.microsoft.com/office/drawing/2014/main" id="{D308FF23-5B9C-4A31-9268-768F1D55A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71" name="Oval 2338">
                <a:extLst>
                  <a:ext uri="{FF2B5EF4-FFF2-40B4-BE49-F238E27FC236}">
                    <a16:creationId xmlns:a16="http://schemas.microsoft.com/office/drawing/2014/main" id="{57634282-9DDC-407E-BF37-1B77FFDA7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86" name="Group 2339">
              <a:extLst>
                <a:ext uri="{FF2B5EF4-FFF2-40B4-BE49-F238E27FC236}">
                  <a16:creationId xmlns:a16="http://schemas.microsoft.com/office/drawing/2014/main" id="{9F2014BB-0FFA-41B6-A337-43D8FB4E9C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2" y="2619"/>
              <a:ext cx="19" cy="19"/>
              <a:chOff x="3086" y="2463"/>
              <a:chExt cx="19" cy="19"/>
            </a:xfrm>
          </p:grpSpPr>
          <p:sp>
            <p:nvSpPr>
              <p:cNvPr id="13468" name="Oval 2340">
                <a:extLst>
                  <a:ext uri="{FF2B5EF4-FFF2-40B4-BE49-F238E27FC236}">
                    <a16:creationId xmlns:a16="http://schemas.microsoft.com/office/drawing/2014/main" id="{3C40EF30-9310-46C0-A698-10E7DC8A2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69" name="Oval 2341">
                <a:extLst>
                  <a:ext uri="{FF2B5EF4-FFF2-40B4-BE49-F238E27FC236}">
                    <a16:creationId xmlns:a16="http://schemas.microsoft.com/office/drawing/2014/main" id="{82965A9A-277C-4E5E-A8A1-6636A92A4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87" name="Group 2342">
              <a:extLst>
                <a:ext uri="{FF2B5EF4-FFF2-40B4-BE49-F238E27FC236}">
                  <a16:creationId xmlns:a16="http://schemas.microsoft.com/office/drawing/2014/main" id="{B85C4583-AD83-4C13-B65F-F8C92FF5C9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12" y="2623"/>
              <a:ext cx="19" cy="19"/>
              <a:chOff x="3086" y="2463"/>
              <a:chExt cx="19" cy="19"/>
            </a:xfrm>
          </p:grpSpPr>
          <p:sp>
            <p:nvSpPr>
              <p:cNvPr id="13466" name="Oval 2343">
                <a:extLst>
                  <a:ext uri="{FF2B5EF4-FFF2-40B4-BE49-F238E27FC236}">
                    <a16:creationId xmlns:a16="http://schemas.microsoft.com/office/drawing/2014/main" id="{0956F22D-7C30-4C67-B9A1-233A03183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67" name="Oval 2344">
                <a:extLst>
                  <a:ext uri="{FF2B5EF4-FFF2-40B4-BE49-F238E27FC236}">
                    <a16:creationId xmlns:a16="http://schemas.microsoft.com/office/drawing/2014/main" id="{76B341C3-8939-4D8A-B955-28AA6B647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88" name="Group 2345">
              <a:extLst>
                <a:ext uri="{FF2B5EF4-FFF2-40B4-BE49-F238E27FC236}">
                  <a16:creationId xmlns:a16="http://schemas.microsoft.com/office/drawing/2014/main" id="{B5E6EC0F-ADA9-448B-970A-BB6C25726D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40" y="2655"/>
              <a:ext cx="19" cy="19"/>
              <a:chOff x="3086" y="2463"/>
              <a:chExt cx="19" cy="19"/>
            </a:xfrm>
          </p:grpSpPr>
          <p:sp>
            <p:nvSpPr>
              <p:cNvPr id="13464" name="Oval 2346">
                <a:extLst>
                  <a:ext uri="{FF2B5EF4-FFF2-40B4-BE49-F238E27FC236}">
                    <a16:creationId xmlns:a16="http://schemas.microsoft.com/office/drawing/2014/main" id="{AF19D419-D035-4F1A-AA5C-EB291A704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65" name="Oval 2347">
                <a:extLst>
                  <a:ext uri="{FF2B5EF4-FFF2-40B4-BE49-F238E27FC236}">
                    <a16:creationId xmlns:a16="http://schemas.microsoft.com/office/drawing/2014/main" id="{D40FAE88-10D8-4BAB-8B2D-88386F833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89" name="Group 2348">
              <a:extLst>
                <a:ext uri="{FF2B5EF4-FFF2-40B4-BE49-F238E27FC236}">
                  <a16:creationId xmlns:a16="http://schemas.microsoft.com/office/drawing/2014/main" id="{3105E5C7-28AF-47F2-95D1-79F4AB773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0" y="2567"/>
              <a:ext cx="19" cy="19"/>
              <a:chOff x="3086" y="2463"/>
              <a:chExt cx="19" cy="19"/>
            </a:xfrm>
          </p:grpSpPr>
          <p:sp>
            <p:nvSpPr>
              <p:cNvPr id="13462" name="Oval 2349">
                <a:extLst>
                  <a:ext uri="{FF2B5EF4-FFF2-40B4-BE49-F238E27FC236}">
                    <a16:creationId xmlns:a16="http://schemas.microsoft.com/office/drawing/2014/main" id="{6388E5A7-4C26-4F5A-B7C3-E8090D873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63" name="Oval 2350">
                <a:extLst>
                  <a:ext uri="{FF2B5EF4-FFF2-40B4-BE49-F238E27FC236}">
                    <a16:creationId xmlns:a16="http://schemas.microsoft.com/office/drawing/2014/main" id="{D6E99BDA-4428-4712-BB28-4C3A410A7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90" name="Group 2351">
              <a:extLst>
                <a:ext uri="{FF2B5EF4-FFF2-40B4-BE49-F238E27FC236}">
                  <a16:creationId xmlns:a16="http://schemas.microsoft.com/office/drawing/2014/main" id="{77BE0CF9-2723-4361-81DA-9777955E04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6" y="2467"/>
              <a:ext cx="19" cy="19"/>
              <a:chOff x="3086" y="2463"/>
              <a:chExt cx="19" cy="19"/>
            </a:xfrm>
          </p:grpSpPr>
          <p:sp>
            <p:nvSpPr>
              <p:cNvPr id="13460" name="Oval 2352">
                <a:extLst>
                  <a:ext uri="{FF2B5EF4-FFF2-40B4-BE49-F238E27FC236}">
                    <a16:creationId xmlns:a16="http://schemas.microsoft.com/office/drawing/2014/main" id="{CAA14624-7F2D-474F-A37E-C2BC57359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61" name="Oval 2353">
                <a:extLst>
                  <a:ext uri="{FF2B5EF4-FFF2-40B4-BE49-F238E27FC236}">
                    <a16:creationId xmlns:a16="http://schemas.microsoft.com/office/drawing/2014/main" id="{83ED4806-9D47-4C2B-BABD-DB07B7846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91" name="Group 2354">
              <a:extLst>
                <a:ext uri="{FF2B5EF4-FFF2-40B4-BE49-F238E27FC236}">
                  <a16:creationId xmlns:a16="http://schemas.microsoft.com/office/drawing/2014/main" id="{F05C246B-8B0F-40B4-AA25-9AC20B706B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" y="2467"/>
              <a:ext cx="19" cy="19"/>
              <a:chOff x="3086" y="2463"/>
              <a:chExt cx="19" cy="19"/>
            </a:xfrm>
          </p:grpSpPr>
          <p:sp>
            <p:nvSpPr>
              <p:cNvPr id="13458" name="Oval 2355">
                <a:extLst>
                  <a:ext uri="{FF2B5EF4-FFF2-40B4-BE49-F238E27FC236}">
                    <a16:creationId xmlns:a16="http://schemas.microsoft.com/office/drawing/2014/main" id="{0BC0ABFD-8881-40D2-9EEA-8FC055B22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59" name="Oval 2356">
                <a:extLst>
                  <a:ext uri="{FF2B5EF4-FFF2-40B4-BE49-F238E27FC236}">
                    <a16:creationId xmlns:a16="http://schemas.microsoft.com/office/drawing/2014/main" id="{AB7B4165-A721-4B4C-B1CA-7DA0909C8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92" name="Group 2357">
              <a:extLst>
                <a:ext uri="{FF2B5EF4-FFF2-40B4-BE49-F238E27FC236}">
                  <a16:creationId xmlns:a16="http://schemas.microsoft.com/office/drawing/2014/main" id="{C7ABE8FE-5CAC-4E92-AC52-2278AA2A8C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8" y="2663"/>
              <a:ext cx="19" cy="19"/>
              <a:chOff x="3086" y="2463"/>
              <a:chExt cx="19" cy="19"/>
            </a:xfrm>
          </p:grpSpPr>
          <p:sp>
            <p:nvSpPr>
              <p:cNvPr id="13456" name="Oval 2358">
                <a:extLst>
                  <a:ext uri="{FF2B5EF4-FFF2-40B4-BE49-F238E27FC236}">
                    <a16:creationId xmlns:a16="http://schemas.microsoft.com/office/drawing/2014/main" id="{AF9395B4-BA5A-4B0B-8EAD-A7C048E5A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57" name="Oval 2359">
                <a:extLst>
                  <a:ext uri="{FF2B5EF4-FFF2-40B4-BE49-F238E27FC236}">
                    <a16:creationId xmlns:a16="http://schemas.microsoft.com/office/drawing/2014/main" id="{C2CF5CDA-5873-496C-A499-FD34B7EB6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93" name="Group 2360">
              <a:extLst>
                <a:ext uri="{FF2B5EF4-FFF2-40B4-BE49-F238E27FC236}">
                  <a16:creationId xmlns:a16="http://schemas.microsoft.com/office/drawing/2014/main" id="{BE83CF4B-37C9-43AE-8DCA-166B935AA6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2" y="2627"/>
              <a:ext cx="19" cy="19"/>
              <a:chOff x="3086" y="2463"/>
              <a:chExt cx="19" cy="19"/>
            </a:xfrm>
          </p:grpSpPr>
          <p:sp>
            <p:nvSpPr>
              <p:cNvPr id="13454" name="Oval 2361">
                <a:extLst>
                  <a:ext uri="{FF2B5EF4-FFF2-40B4-BE49-F238E27FC236}">
                    <a16:creationId xmlns:a16="http://schemas.microsoft.com/office/drawing/2014/main" id="{D009FE74-B1B2-4E91-9575-0EB008C33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55" name="Oval 2362">
                <a:extLst>
                  <a:ext uri="{FF2B5EF4-FFF2-40B4-BE49-F238E27FC236}">
                    <a16:creationId xmlns:a16="http://schemas.microsoft.com/office/drawing/2014/main" id="{A50BF7D4-7424-44BD-8E63-54170402F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94" name="Group 2363">
              <a:extLst>
                <a:ext uri="{FF2B5EF4-FFF2-40B4-BE49-F238E27FC236}">
                  <a16:creationId xmlns:a16="http://schemas.microsoft.com/office/drawing/2014/main" id="{6DD24C11-7BB0-4622-83B8-7BB52338C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8" y="2651"/>
              <a:ext cx="19" cy="19"/>
              <a:chOff x="3086" y="2463"/>
              <a:chExt cx="19" cy="19"/>
            </a:xfrm>
          </p:grpSpPr>
          <p:sp>
            <p:nvSpPr>
              <p:cNvPr id="13452" name="Oval 2364">
                <a:extLst>
                  <a:ext uri="{FF2B5EF4-FFF2-40B4-BE49-F238E27FC236}">
                    <a16:creationId xmlns:a16="http://schemas.microsoft.com/office/drawing/2014/main" id="{6C1A666F-64B6-4C0E-BE8F-163B52B6A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53" name="Oval 2365">
                <a:extLst>
                  <a:ext uri="{FF2B5EF4-FFF2-40B4-BE49-F238E27FC236}">
                    <a16:creationId xmlns:a16="http://schemas.microsoft.com/office/drawing/2014/main" id="{4D357C06-7955-41F3-A473-0CC0393AD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95" name="Group 2366">
              <a:extLst>
                <a:ext uri="{FF2B5EF4-FFF2-40B4-BE49-F238E27FC236}">
                  <a16:creationId xmlns:a16="http://schemas.microsoft.com/office/drawing/2014/main" id="{AC8F41D0-3397-4C84-840A-EFA385D0A2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8" y="2643"/>
              <a:ext cx="19" cy="19"/>
              <a:chOff x="3086" y="2463"/>
              <a:chExt cx="19" cy="19"/>
            </a:xfrm>
          </p:grpSpPr>
          <p:sp>
            <p:nvSpPr>
              <p:cNvPr id="13450" name="Oval 2367">
                <a:extLst>
                  <a:ext uri="{FF2B5EF4-FFF2-40B4-BE49-F238E27FC236}">
                    <a16:creationId xmlns:a16="http://schemas.microsoft.com/office/drawing/2014/main" id="{1C63CFC0-EDE0-44E2-847B-D84B98AB9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51" name="Oval 2368">
                <a:extLst>
                  <a:ext uri="{FF2B5EF4-FFF2-40B4-BE49-F238E27FC236}">
                    <a16:creationId xmlns:a16="http://schemas.microsoft.com/office/drawing/2014/main" id="{B01E24C0-F331-4108-81C2-116BC455D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96" name="Group 2369">
              <a:extLst>
                <a:ext uri="{FF2B5EF4-FFF2-40B4-BE49-F238E27FC236}">
                  <a16:creationId xmlns:a16="http://schemas.microsoft.com/office/drawing/2014/main" id="{508BE9B9-1D9C-484E-89E5-A7D4E61F5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2" y="2711"/>
              <a:ext cx="19" cy="19"/>
              <a:chOff x="3086" y="2463"/>
              <a:chExt cx="19" cy="19"/>
            </a:xfrm>
          </p:grpSpPr>
          <p:sp>
            <p:nvSpPr>
              <p:cNvPr id="13448" name="Oval 2370">
                <a:extLst>
                  <a:ext uri="{FF2B5EF4-FFF2-40B4-BE49-F238E27FC236}">
                    <a16:creationId xmlns:a16="http://schemas.microsoft.com/office/drawing/2014/main" id="{3159C2F7-7868-4AAE-B168-C6F151B0E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49" name="Oval 2371">
                <a:extLst>
                  <a:ext uri="{FF2B5EF4-FFF2-40B4-BE49-F238E27FC236}">
                    <a16:creationId xmlns:a16="http://schemas.microsoft.com/office/drawing/2014/main" id="{ED99506C-2130-4C27-932E-413E5F6DD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97" name="Group 2372">
              <a:extLst>
                <a:ext uri="{FF2B5EF4-FFF2-40B4-BE49-F238E27FC236}">
                  <a16:creationId xmlns:a16="http://schemas.microsoft.com/office/drawing/2014/main" id="{CCB231A7-5807-4595-B4CD-4E49B85D2B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64" y="2651"/>
              <a:ext cx="19" cy="19"/>
              <a:chOff x="3086" y="2463"/>
              <a:chExt cx="19" cy="19"/>
            </a:xfrm>
          </p:grpSpPr>
          <p:sp>
            <p:nvSpPr>
              <p:cNvPr id="13446" name="Oval 2373">
                <a:extLst>
                  <a:ext uri="{FF2B5EF4-FFF2-40B4-BE49-F238E27FC236}">
                    <a16:creationId xmlns:a16="http://schemas.microsoft.com/office/drawing/2014/main" id="{0A719A86-79B4-4725-98B9-BAF23FA9A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47" name="Oval 2374">
                <a:extLst>
                  <a:ext uri="{FF2B5EF4-FFF2-40B4-BE49-F238E27FC236}">
                    <a16:creationId xmlns:a16="http://schemas.microsoft.com/office/drawing/2014/main" id="{6926776B-0834-4165-A1CF-BD134C37F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98" name="Group 2375">
              <a:extLst>
                <a:ext uri="{FF2B5EF4-FFF2-40B4-BE49-F238E27FC236}">
                  <a16:creationId xmlns:a16="http://schemas.microsoft.com/office/drawing/2014/main" id="{05142C24-002A-4DD6-9B47-01448DE0AD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96" y="2731"/>
              <a:ext cx="19" cy="19"/>
              <a:chOff x="3086" y="2463"/>
              <a:chExt cx="19" cy="19"/>
            </a:xfrm>
          </p:grpSpPr>
          <p:sp>
            <p:nvSpPr>
              <p:cNvPr id="13444" name="Oval 2376">
                <a:extLst>
                  <a:ext uri="{FF2B5EF4-FFF2-40B4-BE49-F238E27FC236}">
                    <a16:creationId xmlns:a16="http://schemas.microsoft.com/office/drawing/2014/main" id="{0D69348B-95C3-4C72-946E-3A571EA19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45" name="Oval 2377">
                <a:extLst>
                  <a:ext uri="{FF2B5EF4-FFF2-40B4-BE49-F238E27FC236}">
                    <a16:creationId xmlns:a16="http://schemas.microsoft.com/office/drawing/2014/main" id="{85372ABB-53C5-48BD-9DB9-5DE2C2385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399" name="Group 2378">
              <a:extLst>
                <a:ext uri="{FF2B5EF4-FFF2-40B4-BE49-F238E27FC236}">
                  <a16:creationId xmlns:a16="http://schemas.microsoft.com/office/drawing/2014/main" id="{58E8CC3D-DEDC-4909-AAC1-DADB26C22C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2" y="2603"/>
              <a:ext cx="19" cy="19"/>
              <a:chOff x="3086" y="2463"/>
              <a:chExt cx="19" cy="19"/>
            </a:xfrm>
          </p:grpSpPr>
          <p:sp>
            <p:nvSpPr>
              <p:cNvPr id="13442" name="Oval 2379">
                <a:extLst>
                  <a:ext uri="{FF2B5EF4-FFF2-40B4-BE49-F238E27FC236}">
                    <a16:creationId xmlns:a16="http://schemas.microsoft.com/office/drawing/2014/main" id="{0BD882C1-AB61-4B87-A7D3-7D3B6C441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43" name="Oval 2380">
                <a:extLst>
                  <a:ext uri="{FF2B5EF4-FFF2-40B4-BE49-F238E27FC236}">
                    <a16:creationId xmlns:a16="http://schemas.microsoft.com/office/drawing/2014/main" id="{9F01AC02-CC2F-42F3-9567-39EFA6BE7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00" name="Group 2381">
              <a:extLst>
                <a:ext uri="{FF2B5EF4-FFF2-40B4-BE49-F238E27FC236}">
                  <a16:creationId xmlns:a16="http://schemas.microsoft.com/office/drawing/2014/main" id="{95B98637-9F19-4F6F-90D7-8E023F4F0F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8" y="2655"/>
              <a:ext cx="19" cy="19"/>
              <a:chOff x="3086" y="2463"/>
              <a:chExt cx="19" cy="19"/>
            </a:xfrm>
          </p:grpSpPr>
          <p:sp>
            <p:nvSpPr>
              <p:cNvPr id="13440" name="Oval 2382">
                <a:extLst>
                  <a:ext uri="{FF2B5EF4-FFF2-40B4-BE49-F238E27FC236}">
                    <a16:creationId xmlns:a16="http://schemas.microsoft.com/office/drawing/2014/main" id="{DEAEE41A-4A04-4A70-A4C6-E5E0F7C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41" name="Oval 2383">
                <a:extLst>
                  <a:ext uri="{FF2B5EF4-FFF2-40B4-BE49-F238E27FC236}">
                    <a16:creationId xmlns:a16="http://schemas.microsoft.com/office/drawing/2014/main" id="{979B8EC2-4D47-4632-9946-B6D32014A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01" name="Group 2384">
              <a:extLst>
                <a:ext uri="{FF2B5EF4-FFF2-40B4-BE49-F238E27FC236}">
                  <a16:creationId xmlns:a16="http://schemas.microsoft.com/office/drawing/2014/main" id="{D500F8CC-5E8B-4332-9302-8FBEEED75E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24" y="2623"/>
              <a:ext cx="19" cy="19"/>
              <a:chOff x="3086" y="2463"/>
              <a:chExt cx="19" cy="19"/>
            </a:xfrm>
          </p:grpSpPr>
          <p:sp>
            <p:nvSpPr>
              <p:cNvPr id="13438" name="Oval 2385">
                <a:extLst>
                  <a:ext uri="{FF2B5EF4-FFF2-40B4-BE49-F238E27FC236}">
                    <a16:creationId xmlns:a16="http://schemas.microsoft.com/office/drawing/2014/main" id="{1A0F4BD0-620A-4203-9811-2097B6B4D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39" name="Oval 2386">
                <a:extLst>
                  <a:ext uri="{FF2B5EF4-FFF2-40B4-BE49-F238E27FC236}">
                    <a16:creationId xmlns:a16="http://schemas.microsoft.com/office/drawing/2014/main" id="{2D405525-CD00-4C3D-8753-E129D5E9B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02" name="Group 2387">
              <a:extLst>
                <a:ext uri="{FF2B5EF4-FFF2-40B4-BE49-F238E27FC236}">
                  <a16:creationId xmlns:a16="http://schemas.microsoft.com/office/drawing/2014/main" id="{F069F3D0-2F62-4590-98AC-E8FE4F4CFF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2655"/>
              <a:ext cx="19" cy="19"/>
              <a:chOff x="3086" y="2463"/>
              <a:chExt cx="19" cy="19"/>
            </a:xfrm>
          </p:grpSpPr>
          <p:sp>
            <p:nvSpPr>
              <p:cNvPr id="13436" name="Oval 2388">
                <a:extLst>
                  <a:ext uri="{FF2B5EF4-FFF2-40B4-BE49-F238E27FC236}">
                    <a16:creationId xmlns:a16="http://schemas.microsoft.com/office/drawing/2014/main" id="{2B45C93D-3158-4A21-BE31-85DA1EF78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37" name="Oval 2389">
                <a:extLst>
                  <a:ext uri="{FF2B5EF4-FFF2-40B4-BE49-F238E27FC236}">
                    <a16:creationId xmlns:a16="http://schemas.microsoft.com/office/drawing/2014/main" id="{95988218-9A42-4F78-9516-3EC753108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03" name="Group 2390">
              <a:extLst>
                <a:ext uri="{FF2B5EF4-FFF2-40B4-BE49-F238E27FC236}">
                  <a16:creationId xmlns:a16="http://schemas.microsoft.com/office/drawing/2014/main" id="{1C269DE8-0C7B-4D2E-862E-C17F27B58B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60" y="2615"/>
              <a:ext cx="19" cy="19"/>
              <a:chOff x="3086" y="2463"/>
              <a:chExt cx="19" cy="19"/>
            </a:xfrm>
          </p:grpSpPr>
          <p:sp>
            <p:nvSpPr>
              <p:cNvPr id="13434" name="Oval 2391">
                <a:extLst>
                  <a:ext uri="{FF2B5EF4-FFF2-40B4-BE49-F238E27FC236}">
                    <a16:creationId xmlns:a16="http://schemas.microsoft.com/office/drawing/2014/main" id="{BEBF15E1-B527-47C8-9467-10965200D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35" name="Oval 2392">
                <a:extLst>
                  <a:ext uri="{FF2B5EF4-FFF2-40B4-BE49-F238E27FC236}">
                    <a16:creationId xmlns:a16="http://schemas.microsoft.com/office/drawing/2014/main" id="{2F2CE998-50B5-4CBD-8375-EA53A05DA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04" name="Group 2393">
              <a:extLst>
                <a:ext uri="{FF2B5EF4-FFF2-40B4-BE49-F238E27FC236}">
                  <a16:creationId xmlns:a16="http://schemas.microsoft.com/office/drawing/2014/main" id="{C871855D-6852-4DAE-815D-85EEB235B7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2" y="2383"/>
              <a:ext cx="19" cy="19"/>
              <a:chOff x="3086" y="2463"/>
              <a:chExt cx="19" cy="19"/>
            </a:xfrm>
          </p:grpSpPr>
          <p:sp>
            <p:nvSpPr>
              <p:cNvPr id="13432" name="Oval 2394">
                <a:extLst>
                  <a:ext uri="{FF2B5EF4-FFF2-40B4-BE49-F238E27FC236}">
                    <a16:creationId xmlns:a16="http://schemas.microsoft.com/office/drawing/2014/main" id="{23A094F1-6038-4B78-AC4D-0B9D21FA5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33" name="Oval 2395">
                <a:extLst>
                  <a:ext uri="{FF2B5EF4-FFF2-40B4-BE49-F238E27FC236}">
                    <a16:creationId xmlns:a16="http://schemas.microsoft.com/office/drawing/2014/main" id="{E65A3208-F2FF-449D-894F-51000F7BA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05" name="Group 2396">
              <a:extLst>
                <a:ext uri="{FF2B5EF4-FFF2-40B4-BE49-F238E27FC236}">
                  <a16:creationId xmlns:a16="http://schemas.microsoft.com/office/drawing/2014/main" id="{B4F9CF88-8C5C-4C7B-82D2-061AEA3BA5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0" y="2403"/>
              <a:ext cx="19" cy="19"/>
              <a:chOff x="3086" y="2463"/>
              <a:chExt cx="19" cy="19"/>
            </a:xfrm>
          </p:grpSpPr>
          <p:sp>
            <p:nvSpPr>
              <p:cNvPr id="13430" name="Oval 2397">
                <a:extLst>
                  <a:ext uri="{FF2B5EF4-FFF2-40B4-BE49-F238E27FC236}">
                    <a16:creationId xmlns:a16="http://schemas.microsoft.com/office/drawing/2014/main" id="{9F80B676-4C2E-4AD4-90BD-208D95DBA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31" name="Oval 2398">
                <a:extLst>
                  <a:ext uri="{FF2B5EF4-FFF2-40B4-BE49-F238E27FC236}">
                    <a16:creationId xmlns:a16="http://schemas.microsoft.com/office/drawing/2014/main" id="{B35042BD-58BD-4EC1-AA27-A95011CFC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06" name="Group 2399">
              <a:extLst>
                <a:ext uri="{FF2B5EF4-FFF2-40B4-BE49-F238E27FC236}">
                  <a16:creationId xmlns:a16="http://schemas.microsoft.com/office/drawing/2014/main" id="{D97CD8CF-2AE7-4900-989D-C1584A1DB9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6" y="2651"/>
              <a:ext cx="19" cy="19"/>
              <a:chOff x="3086" y="2463"/>
              <a:chExt cx="19" cy="19"/>
            </a:xfrm>
          </p:grpSpPr>
          <p:sp>
            <p:nvSpPr>
              <p:cNvPr id="13428" name="Oval 2400">
                <a:extLst>
                  <a:ext uri="{FF2B5EF4-FFF2-40B4-BE49-F238E27FC236}">
                    <a16:creationId xmlns:a16="http://schemas.microsoft.com/office/drawing/2014/main" id="{21EB9DF3-DB24-4170-8A5A-82CC4F455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29" name="Oval 2401">
                <a:extLst>
                  <a:ext uri="{FF2B5EF4-FFF2-40B4-BE49-F238E27FC236}">
                    <a16:creationId xmlns:a16="http://schemas.microsoft.com/office/drawing/2014/main" id="{DBCB2973-DE5F-4892-8C06-E6F5CC71D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07" name="Group 2402">
              <a:extLst>
                <a:ext uri="{FF2B5EF4-FFF2-40B4-BE49-F238E27FC236}">
                  <a16:creationId xmlns:a16="http://schemas.microsoft.com/office/drawing/2014/main" id="{989218E1-CFAF-430A-822E-8807E80F8F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4" y="2383"/>
              <a:ext cx="19" cy="19"/>
              <a:chOff x="3086" y="2463"/>
              <a:chExt cx="19" cy="19"/>
            </a:xfrm>
          </p:grpSpPr>
          <p:sp>
            <p:nvSpPr>
              <p:cNvPr id="13426" name="Oval 2403">
                <a:extLst>
                  <a:ext uri="{FF2B5EF4-FFF2-40B4-BE49-F238E27FC236}">
                    <a16:creationId xmlns:a16="http://schemas.microsoft.com/office/drawing/2014/main" id="{7BBE26C7-8B1B-4E73-8A0D-2177A1C68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27" name="Oval 2404">
                <a:extLst>
                  <a:ext uri="{FF2B5EF4-FFF2-40B4-BE49-F238E27FC236}">
                    <a16:creationId xmlns:a16="http://schemas.microsoft.com/office/drawing/2014/main" id="{7C103A6D-65CD-4F0B-B8A7-A795C1384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08" name="Group 2405">
              <a:extLst>
                <a:ext uri="{FF2B5EF4-FFF2-40B4-BE49-F238E27FC236}">
                  <a16:creationId xmlns:a16="http://schemas.microsoft.com/office/drawing/2014/main" id="{962F2DDA-D796-4B6D-A064-C076778B90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84" y="2355"/>
              <a:ext cx="19" cy="19"/>
              <a:chOff x="3086" y="2463"/>
              <a:chExt cx="19" cy="19"/>
            </a:xfrm>
          </p:grpSpPr>
          <p:sp>
            <p:nvSpPr>
              <p:cNvPr id="13424" name="Oval 2406">
                <a:extLst>
                  <a:ext uri="{FF2B5EF4-FFF2-40B4-BE49-F238E27FC236}">
                    <a16:creationId xmlns:a16="http://schemas.microsoft.com/office/drawing/2014/main" id="{2BD1FFF8-A5BF-468E-A76F-858EE990A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25" name="Oval 2407">
                <a:extLst>
                  <a:ext uri="{FF2B5EF4-FFF2-40B4-BE49-F238E27FC236}">
                    <a16:creationId xmlns:a16="http://schemas.microsoft.com/office/drawing/2014/main" id="{C843C88B-FF2E-4B64-A173-7FEC3189F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09" name="Group 2408">
              <a:extLst>
                <a:ext uri="{FF2B5EF4-FFF2-40B4-BE49-F238E27FC236}">
                  <a16:creationId xmlns:a16="http://schemas.microsoft.com/office/drawing/2014/main" id="{F2425167-2DF4-454F-8E6B-9BDBBAD932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8" y="2511"/>
              <a:ext cx="19" cy="19"/>
              <a:chOff x="3086" y="2463"/>
              <a:chExt cx="19" cy="19"/>
            </a:xfrm>
          </p:grpSpPr>
          <p:sp>
            <p:nvSpPr>
              <p:cNvPr id="13422" name="Oval 2409">
                <a:extLst>
                  <a:ext uri="{FF2B5EF4-FFF2-40B4-BE49-F238E27FC236}">
                    <a16:creationId xmlns:a16="http://schemas.microsoft.com/office/drawing/2014/main" id="{6DAE5119-AE28-4287-BB6D-2510778F2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23" name="Oval 2410">
                <a:extLst>
                  <a:ext uri="{FF2B5EF4-FFF2-40B4-BE49-F238E27FC236}">
                    <a16:creationId xmlns:a16="http://schemas.microsoft.com/office/drawing/2014/main" id="{CC658C70-C0F3-452F-9B40-E240B1539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10" name="Group 2411">
              <a:extLst>
                <a:ext uri="{FF2B5EF4-FFF2-40B4-BE49-F238E27FC236}">
                  <a16:creationId xmlns:a16="http://schemas.microsoft.com/office/drawing/2014/main" id="{6F06F59B-A552-4F79-87E1-7E8553E027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" y="2667"/>
              <a:ext cx="19" cy="19"/>
              <a:chOff x="3086" y="2463"/>
              <a:chExt cx="19" cy="19"/>
            </a:xfrm>
          </p:grpSpPr>
          <p:sp>
            <p:nvSpPr>
              <p:cNvPr id="13420" name="Oval 2412">
                <a:extLst>
                  <a:ext uri="{FF2B5EF4-FFF2-40B4-BE49-F238E27FC236}">
                    <a16:creationId xmlns:a16="http://schemas.microsoft.com/office/drawing/2014/main" id="{4C256B93-61B1-4D38-8818-770856D9B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21" name="Oval 2413">
                <a:extLst>
                  <a:ext uri="{FF2B5EF4-FFF2-40B4-BE49-F238E27FC236}">
                    <a16:creationId xmlns:a16="http://schemas.microsoft.com/office/drawing/2014/main" id="{0C6F2B30-85F0-4822-B14E-E95994019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11" name="Group 2414">
              <a:extLst>
                <a:ext uri="{FF2B5EF4-FFF2-40B4-BE49-F238E27FC236}">
                  <a16:creationId xmlns:a16="http://schemas.microsoft.com/office/drawing/2014/main" id="{0B8716D7-FA0A-4186-949F-D95FD5C365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" y="2651"/>
              <a:ext cx="19" cy="19"/>
              <a:chOff x="3086" y="2463"/>
              <a:chExt cx="19" cy="19"/>
            </a:xfrm>
          </p:grpSpPr>
          <p:sp>
            <p:nvSpPr>
              <p:cNvPr id="13418" name="Oval 2415">
                <a:extLst>
                  <a:ext uri="{FF2B5EF4-FFF2-40B4-BE49-F238E27FC236}">
                    <a16:creationId xmlns:a16="http://schemas.microsoft.com/office/drawing/2014/main" id="{57DB1797-B012-47EE-9ED5-B0C9A6247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19" name="Oval 2416">
                <a:extLst>
                  <a:ext uri="{FF2B5EF4-FFF2-40B4-BE49-F238E27FC236}">
                    <a16:creationId xmlns:a16="http://schemas.microsoft.com/office/drawing/2014/main" id="{7CC955B0-FF2D-4292-A203-66A9DED47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12" name="Group 2417">
              <a:extLst>
                <a:ext uri="{FF2B5EF4-FFF2-40B4-BE49-F238E27FC236}">
                  <a16:creationId xmlns:a16="http://schemas.microsoft.com/office/drawing/2014/main" id="{032CDB76-D03B-482F-8497-6621BBDAFE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" y="2463"/>
              <a:ext cx="19" cy="19"/>
              <a:chOff x="3086" y="2463"/>
              <a:chExt cx="19" cy="19"/>
            </a:xfrm>
          </p:grpSpPr>
          <p:sp>
            <p:nvSpPr>
              <p:cNvPr id="13416" name="Oval 2418">
                <a:extLst>
                  <a:ext uri="{FF2B5EF4-FFF2-40B4-BE49-F238E27FC236}">
                    <a16:creationId xmlns:a16="http://schemas.microsoft.com/office/drawing/2014/main" id="{F593C835-5AD0-439B-9EA4-ADFC0D4F0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17" name="Oval 2419">
                <a:extLst>
                  <a:ext uri="{FF2B5EF4-FFF2-40B4-BE49-F238E27FC236}">
                    <a16:creationId xmlns:a16="http://schemas.microsoft.com/office/drawing/2014/main" id="{E6A2885C-8F71-469E-9C92-185BF4BA6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3413" name="Group 2420">
              <a:extLst>
                <a:ext uri="{FF2B5EF4-FFF2-40B4-BE49-F238E27FC236}">
                  <a16:creationId xmlns:a16="http://schemas.microsoft.com/office/drawing/2014/main" id="{0C1B4AE7-1704-4639-BFF9-BFF3218956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8" y="2559"/>
              <a:ext cx="19" cy="19"/>
              <a:chOff x="3086" y="2463"/>
              <a:chExt cx="19" cy="19"/>
            </a:xfrm>
          </p:grpSpPr>
          <p:sp>
            <p:nvSpPr>
              <p:cNvPr id="13414" name="Oval 2421">
                <a:extLst>
                  <a:ext uri="{FF2B5EF4-FFF2-40B4-BE49-F238E27FC236}">
                    <a16:creationId xmlns:a16="http://schemas.microsoft.com/office/drawing/2014/main" id="{80E2DFEA-5D94-493A-9141-4C0020677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463"/>
                <a:ext cx="19" cy="19"/>
              </a:xfrm>
              <a:prstGeom prst="ellipse">
                <a:avLst/>
              </a:prstGeom>
              <a:solidFill>
                <a:srgbClr val="7C5D54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415" name="Oval 2422">
                <a:extLst>
                  <a:ext uri="{FF2B5EF4-FFF2-40B4-BE49-F238E27FC236}">
                    <a16:creationId xmlns:a16="http://schemas.microsoft.com/office/drawing/2014/main" id="{2D301118-409E-4A2D-A070-3FB14F185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sp>
        <p:nvSpPr>
          <p:cNvPr id="13373" name="Text Box 2423">
            <a:extLst>
              <a:ext uri="{FF2B5EF4-FFF2-40B4-BE49-F238E27FC236}">
                <a16:creationId xmlns:a16="http://schemas.microsoft.com/office/drawing/2014/main" id="{6FD4068D-DA91-4E11-9187-470A07FEEC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5850" y="5164138"/>
            <a:ext cx="1090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Melanocyte</a:t>
            </a:r>
          </a:p>
        </p:txBody>
      </p:sp>
      <p:sp>
        <p:nvSpPr>
          <p:cNvPr id="13374" name="Text Box 2424">
            <a:extLst>
              <a:ext uri="{FF2B5EF4-FFF2-40B4-BE49-F238E27FC236}">
                <a16:creationId xmlns:a16="http://schemas.microsoft.com/office/drawing/2014/main" id="{E1DDCF0B-36A4-485C-99F6-C0BABA448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6800" y="5678488"/>
            <a:ext cx="7461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Dermis</a:t>
            </a:r>
          </a:p>
        </p:txBody>
      </p:sp>
      <p:sp>
        <p:nvSpPr>
          <p:cNvPr id="13375" name="Line 2425">
            <a:extLst>
              <a:ext uri="{FF2B5EF4-FFF2-40B4-BE49-F238E27FC236}">
                <a16:creationId xmlns:a16="http://schemas.microsoft.com/office/drawing/2014/main" id="{F403B3AB-CC80-423C-B63E-6EE88C458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57825" y="5819775"/>
            <a:ext cx="742950" cy="17145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76" name="Line 2426">
            <a:extLst>
              <a:ext uri="{FF2B5EF4-FFF2-40B4-BE49-F238E27FC236}">
                <a16:creationId xmlns:a16="http://schemas.microsoft.com/office/drawing/2014/main" id="{6EE1AD10-5510-4033-912B-F4FE451596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7850" y="5295900"/>
            <a:ext cx="552450" cy="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77" name="Text Box 2427">
            <a:extLst>
              <a:ext uri="{FF2B5EF4-FFF2-40B4-BE49-F238E27FC236}">
                <a16:creationId xmlns:a16="http://schemas.microsoft.com/office/drawing/2014/main" id="{1A676A2D-FA50-4B5A-9D81-765695926B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5850" y="4116388"/>
            <a:ext cx="871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Melanin</a:t>
            </a:r>
          </a:p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granules</a:t>
            </a:r>
          </a:p>
        </p:txBody>
      </p:sp>
      <p:sp>
        <p:nvSpPr>
          <p:cNvPr id="13378" name="Line 2428">
            <a:extLst>
              <a:ext uri="{FF2B5EF4-FFF2-40B4-BE49-F238E27FC236}">
                <a16:creationId xmlns:a16="http://schemas.microsoft.com/office/drawing/2014/main" id="{61219161-FE71-4623-8F55-796B7495B7E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10225" y="3800475"/>
            <a:ext cx="609600" cy="457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79" name="Line 2429">
            <a:extLst>
              <a:ext uri="{FF2B5EF4-FFF2-40B4-BE49-F238E27FC236}">
                <a16:creationId xmlns:a16="http://schemas.microsoft.com/office/drawing/2014/main" id="{44F7F32B-E1A7-4322-8592-B44BDCFB7A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24475" y="4257675"/>
            <a:ext cx="895350" cy="76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80" name="Text Box 2430">
            <a:extLst>
              <a:ext uri="{FF2B5EF4-FFF2-40B4-BE49-F238E27FC236}">
                <a16:creationId xmlns:a16="http://schemas.microsoft.com/office/drawing/2014/main" id="{540A828D-0379-4023-AE11-C7702BC47A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5375" y="2706688"/>
            <a:ext cx="11684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Langerhans’</a:t>
            </a:r>
          </a:p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cell</a:t>
            </a:r>
          </a:p>
        </p:txBody>
      </p:sp>
      <p:sp>
        <p:nvSpPr>
          <p:cNvPr id="13381" name="Line 2431">
            <a:extLst>
              <a:ext uri="{FF2B5EF4-FFF2-40B4-BE49-F238E27FC236}">
                <a16:creationId xmlns:a16="http://schemas.microsoft.com/office/drawing/2014/main" id="{ECEA9EA5-3C08-4C43-A72F-EBB35BD02D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95675" y="2876550"/>
            <a:ext cx="2724150" cy="3048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82" name="Text Box 2432">
            <a:extLst>
              <a:ext uri="{FF2B5EF4-FFF2-40B4-BE49-F238E27FC236}">
                <a16:creationId xmlns:a16="http://schemas.microsoft.com/office/drawing/2014/main" id="{D3164570-9F63-4B0C-BF04-24CAD94B0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5850" y="3373438"/>
            <a:ext cx="11699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Keratinocyte</a:t>
            </a:r>
          </a:p>
        </p:txBody>
      </p:sp>
      <p:sp>
        <p:nvSpPr>
          <p:cNvPr id="13383" name="Line 2433">
            <a:extLst>
              <a:ext uri="{FF2B5EF4-FFF2-40B4-BE49-F238E27FC236}">
                <a16:creationId xmlns:a16="http://schemas.microsoft.com/office/drawing/2014/main" id="{34575F29-7CF1-487F-8868-FF6FCC25C7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48300" y="3524250"/>
            <a:ext cx="762000" cy="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5BD1CE6E-E5F2-4512-88AA-E93BBFFA7FA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Hair</a:t>
            </a:r>
          </a:p>
        </p:txBody>
      </p:sp>
      <p:sp>
        <p:nvSpPr>
          <p:cNvPr id="16387" name="Oval 3">
            <a:extLst>
              <a:ext uri="{FF2B5EF4-FFF2-40B4-BE49-F238E27FC236}">
                <a16:creationId xmlns:a16="http://schemas.microsoft.com/office/drawing/2014/main" id="{13BAB68E-3821-49A1-A143-D32F7CB85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111375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6388" name="Oval 4">
            <a:extLst>
              <a:ext uri="{FF2B5EF4-FFF2-40B4-BE49-F238E27FC236}">
                <a16:creationId xmlns:a16="http://schemas.microsoft.com/office/drawing/2014/main" id="{0FC64196-4973-4F6C-B64B-1F9FE570B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6188" y="2882900"/>
            <a:ext cx="1111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6389" name="Oval 5">
            <a:extLst>
              <a:ext uri="{FF2B5EF4-FFF2-40B4-BE49-F238E27FC236}">
                <a16:creationId xmlns:a16="http://schemas.microsoft.com/office/drawing/2014/main" id="{7FE23B33-4198-4808-A0AD-693EEDEA9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2763" y="1370013"/>
            <a:ext cx="7937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16390" name="hair-follicle-structure-cross-section">
            <a:extLst>
              <a:ext uri="{FF2B5EF4-FFF2-40B4-BE49-F238E27FC236}">
                <a16:creationId xmlns:a16="http://schemas.microsoft.com/office/drawing/2014/main" id="{805B8984-4BB2-4B42-B605-EF08FD874BAC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179513"/>
            <a:ext cx="1849438" cy="5203825"/>
            <a:chOff x="2208" y="743"/>
            <a:chExt cx="1165" cy="3278"/>
          </a:xfrm>
        </p:grpSpPr>
        <p:sp>
          <p:nvSpPr>
            <p:cNvPr id="16391" name="Freeform 16">
              <a:extLst>
                <a:ext uri="{FF2B5EF4-FFF2-40B4-BE49-F238E27FC236}">
                  <a16:creationId xmlns:a16="http://schemas.microsoft.com/office/drawing/2014/main" id="{B5E550B9-086F-41B9-BF0D-4EF019118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3176"/>
              <a:ext cx="268" cy="392"/>
            </a:xfrm>
            <a:custGeom>
              <a:avLst/>
              <a:gdLst>
                <a:gd name="T0" fmla="*/ 2359 w 151"/>
                <a:gd name="T1" fmla="*/ 2080 h 222"/>
                <a:gd name="T2" fmla="*/ 1292 w 151"/>
                <a:gd name="T3" fmla="*/ 106 h 222"/>
                <a:gd name="T4" fmla="*/ 318 w 151"/>
                <a:gd name="T5" fmla="*/ 2080 h 222"/>
                <a:gd name="T6" fmla="*/ 0 w 151"/>
                <a:gd name="T7" fmla="*/ 3761 h 222"/>
                <a:gd name="T8" fmla="*/ 2497 w 151"/>
                <a:gd name="T9" fmla="*/ 3811 h 222"/>
                <a:gd name="T10" fmla="*/ 2520 w 151"/>
                <a:gd name="T11" fmla="*/ 3811 h 222"/>
                <a:gd name="T12" fmla="*/ 2359 w 151"/>
                <a:gd name="T13" fmla="*/ 2080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222">
                  <a:moveTo>
                    <a:pt x="134" y="121"/>
                  </a:moveTo>
                  <a:cubicBezTo>
                    <a:pt x="146" y="60"/>
                    <a:pt x="151" y="0"/>
                    <a:pt x="73" y="6"/>
                  </a:cubicBezTo>
                  <a:cubicBezTo>
                    <a:pt x="8" y="11"/>
                    <a:pt x="8" y="65"/>
                    <a:pt x="18" y="121"/>
                  </a:cubicBezTo>
                  <a:cubicBezTo>
                    <a:pt x="23" y="144"/>
                    <a:pt x="26" y="187"/>
                    <a:pt x="0" y="219"/>
                  </a:cubicBezTo>
                  <a:cubicBezTo>
                    <a:pt x="26" y="198"/>
                    <a:pt x="113" y="192"/>
                    <a:pt x="142" y="222"/>
                  </a:cubicBezTo>
                  <a:cubicBezTo>
                    <a:pt x="143" y="222"/>
                    <a:pt x="143" y="222"/>
                    <a:pt x="143" y="222"/>
                  </a:cubicBezTo>
                  <a:cubicBezTo>
                    <a:pt x="115" y="184"/>
                    <a:pt x="132" y="130"/>
                    <a:pt x="134" y="121"/>
                  </a:cubicBezTo>
                  <a:close/>
                </a:path>
              </a:pathLst>
            </a:custGeom>
            <a:solidFill>
              <a:srgbClr val="DBB64C"/>
            </a:solidFill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2" name="Freeform 17">
              <a:extLst>
                <a:ext uri="{FF2B5EF4-FFF2-40B4-BE49-F238E27FC236}">
                  <a16:creationId xmlns:a16="http://schemas.microsoft.com/office/drawing/2014/main" id="{2B89A4E6-B29F-4F0A-9C00-4DB992D2E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3176"/>
              <a:ext cx="268" cy="392"/>
            </a:xfrm>
            <a:custGeom>
              <a:avLst/>
              <a:gdLst>
                <a:gd name="T0" fmla="*/ 2359 w 151"/>
                <a:gd name="T1" fmla="*/ 2080 h 222"/>
                <a:gd name="T2" fmla="*/ 1292 w 151"/>
                <a:gd name="T3" fmla="*/ 106 h 222"/>
                <a:gd name="T4" fmla="*/ 318 w 151"/>
                <a:gd name="T5" fmla="*/ 2080 h 222"/>
                <a:gd name="T6" fmla="*/ 0 w 151"/>
                <a:gd name="T7" fmla="*/ 3761 h 222"/>
                <a:gd name="T8" fmla="*/ 2497 w 151"/>
                <a:gd name="T9" fmla="*/ 3811 h 222"/>
                <a:gd name="T10" fmla="*/ 2520 w 151"/>
                <a:gd name="T11" fmla="*/ 3811 h 222"/>
                <a:gd name="T12" fmla="*/ 2359 w 151"/>
                <a:gd name="T13" fmla="*/ 2080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222">
                  <a:moveTo>
                    <a:pt x="134" y="121"/>
                  </a:moveTo>
                  <a:cubicBezTo>
                    <a:pt x="146" y="60"/>
                    <a:pt x="151" y="0"/>
                    <a:pt x="73" y="6"/>
                  </a:cubicBezTo>
                  <a:cubicBezTo>
                    <a:pt x="8" y="11"/>
                    <a:pt x="8" y="65"/>
                    <a:pt x="18" y="121"/>
                  </a:cubicBezTo>
                  <a:cubicBezTo>
                    <a:pt x="23" y="144"/>
                    <a:pt x="26" y="187"/>
                    <a:pt x="0" y="219"/>
                  </a:cubicBezTo>
                  <a:cubicBezTo>
                    <a:pt x="26" y="198"/>
                    <a:pt x="113" y="192"/>
                    <a:pt x="142" y="222"/>
                  </a:cubicBezTo>
                  <a:cubicBezTo>
                    <a:pt x="143" y="222"/>
                    <a:pt x="143" y="222"/>
                    <a:pt x="143" y="222"/>
                  </a:cubicBezTo>
                  <a:cubicBezTo>
                    <a:pt x="115" y="184"/>
                    <a:pt x="132" y="130"/>
                    <a:pt x="134" y="1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" name="Freeform 18">
              <a:extLst>
                <a:ext uri="{FF2B5EF4-FFF2-40B4-BE49-F238E27FC236}">
                  <a16:creationId xmlns:a16="http://schemas.microsoft.com/office/drawing/2014/main" id="{A6DF8823-7FEB-4FC0-8737-578D66628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3185"/>
              <a:ext cx="253" cy="369"/>
            </a:xfrm>
            <a:custGeom>
              <a:avLst/>
              <a:gdLst>
                <a:gd name="T0" fmla="*/ 1173 w 143"/>
                <a:gd name="T1" fmla="*/ 3226 h 209"/>
                <a:gd name="T2" fmla="*/ 538 w 143"/>
                <a:gd name="T3" fmla="*/ 2712 h 209"/>
                <a:gd name="T4" fmla="*/ 589 w 143"/>
                <a:gd name="T5" fmla="*/ 1257 h 209"/>
                <a:gd name="T6" fmla="*/ 1168 w 143"/>
                <a:gd name="T7" fmla="*/ 720 h 209"/>
                <a:gd name="T8" fmla="*/ 2189 w 143"/>
                <a:gd name="T9" fmla="*/ 2080 h 209"/>
                <a:gd name="T10" fmla="*/ 2204 w 143"/>
                <a:gd name="T11" fmla="*/ 1992 h 209"/>
                <a:gd name="T12" fmla="*/ 1196 w 143"/>
                <a:gd name="T13" fmla="*/ 106 h 209"/>
                <a:gd name="T14" fmla="*/ 294 w 143"/>
                <a:gd name="T15" fmla="*/ 1992 h 209"/>
                <a:gd name="T16" fmla="*/ 0 w 143"/>
                <a:gd name="T17" fmla="*/ 3582 h 209"/>
                <a:gd name="T18" fmla="*/ 1246 w 143"/>
                <a:gd name="T19" fmla="*/ 3298 h 209"/>
                <a:gd name="T20" fmla="*/ 1173 w 143"/>
                <a:gd name="T21" fmla="*/ 3226 h 2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209">
                  <a:moveTo>
                    <a:pt x="68" y="188"/>
                  </a:moveTo>
                  <a:cubicBezTo>
                    <a:pt x="52" y="182"/>
                    <a:pt x="28" y="182"/>
                    <a:pt x="31" y="158"/>
                  </a:cubicBezTo>
                  <a:cubicBezTo>
                    <a:pt x="33" y="140"/>
                    <a:pt x="23" y="93"/>
                    <a:pt x="34" y="73"/>
                  </a:cubicBezTo>
                  <a:cubicBezTo>
                    <a:pt x="40" y="62"/>
                    <a:pt x="55" y="44"/>
                    <a:pt x="67" y="42"/>
                  </a:cubicBezTo>
                  <a:cubicBezTo>
                    <a:pt x="100" y="38"/>
                    <a:pt x="127" y="88"/>
                    <a:pt x="126" y="121"/>
                  </a:cubicBezTo>
                  <a:cubicBezTo>
                    <a:pt x="126" y="119"/>
                    <a:pt x="127" y="117"/>
                    <a:pt x="127" y="116"/>
                  </a:cubicBezTo>
                  <a:cubicBezTo>
                    <a:pt x="139" y="57"/>
                    <a:pt x="143" y="0"/>
                    <a:pt x="69" y="6"/>
                  </a:cubicBezTo>
                  <a:cubicBezTo>
                    <a:pt x="7" y="11"/>
                    <a:pt x="7" y="62"/>
                    <a:pt x="17" y="116"/>
                  </a:cubicBezTo>
                  <a:cubicBezTo>
                    <a:pt x="21" y="137"/>
                    <a:pt x="25" y="179"/>
                    <a:pt x="0" y="209"/>
                  </a:cubicBezTo>
                  <a:cubicBezTo>
                    <a:pt x="14" y="198"/>
                    <a:pt x="43" y="192"/>
                    <a:pt x="72" y="192"/>
                  </a:cubicBezTo>
                  <a:cubicBezTo>
                    <a:pt x="72" y="190"/>
                    <a:pt x="71" y="189"/>
                    <a:pt x="68" y="188"/>
                  </a:cubicBezTo>
                  <a:close/>
                </a:path>
              </a:pathLst>
            </a:custGeom>
            <a:solidFill>
              <a:srgbClr val="C09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Freeform 19">
              <a:extLst>
                <a:ext uri="{FF2B5EF4-FFF2-40B4-BE49-F238E27FC236}">
                  <a16:creationId xmlns:a16="http://schemas.microsoft.com/office/drawing/2014/main" id="{38E8CC6B-8A9D-45CA-A2DE-006D6F530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414"/>
              <a:ext cx="37" cy="140"/>
            </a:xfrm>
            <a:custGeom>
              <a:avLst/>
              <a:gdLst>
                <a:gd name="T0" fmla="*/ 252 w 21"/>
                <a:gd name="T1" fmla="*/ 0 h 79"/>
                <a:gd name="T2" fmla="*/ 252 w 21"/>
                <a:gd name="T3" fmla="*/ 1138 h 79"/>
                <a:gd name="T4" fmla="*/ 0 w 21"/>
                <a:gd name="T5" fmla="*/ 1138 h 79"/>
                <a:gd name="T6" fmla="*/ 137 w 21"/>
                <a:gd name="T7" fmla="*/ 930 h 79"/>
                <a:gd name="T8" fmla="*/ 252 w 21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9">
                  <a:moveTo>
                    <a:pt x="15" y="0"/>
                  </a:moveTo>
                  <a:cubicBezTo>
                    <a:pt x="12" y="15"/>
                    <a:pt x="9" y="50"/>
                    <a:pt x="15" y="65"/>
                  </a:cubicBezTo>
                  <a:cubicBezTo>
                    <a:pt x="21" y="79"/>
                    <a:pt x="8" y="66"/>
                    <a:pt x="0" y="65"/>
                  </a:cubicBezTo>
                  <a:cubicBezTo>
                    <a:pt x="5" y="63"/>
                    <a:pt x="8" y="61"/>
                    <a:pt x="8" y="53"/>
                  </a:cubicBezTo>
                  <a:cubicBezTo>
                    <a:pt x="8" y="45"/>
                    <a:pt x="11" y="7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" name="Freeform 20">
              <a:extLst>
                <a:ext uri="{FF2B5EF4-FFF2-40B4-BE49-F238E27FC236}">
                  <a16:creationId xmlns:a16="http://schemas.microsoft.com/office/drawing/2014/main" id="{29D2FFFE-558C-4C84-A0D8-542FE0E51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878"/>
              <a:ext cx="25" cy="43"/>
            </a:xfrm>
            <a:custGeom>
              <a:avLst/>
              <a:gdLst>
                <a:gd name="T0" fmla="*/ 0 w 14"/>
                <a:gd name="T1" fmla="*/ 0 h 24"/>
                <a:gd name="T2" fmla="*/ 255 w 14"/>
                <a:gd name="T3" fmla="*/ 4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6" y="9"/>
                    <a:pt x="10" y="17"/>
                    <a:pt x="14" y="2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21">
              <a:extLst>
                <a:ext uri="{FF2B5EF4-FFF2-40B4-BE49-F238E27FC236}">
                  <a16:creationId xmlns:a16="http://schemas.microsoft.com/office/drawing/2014/main" id="{01268472-1570-4B2C-B71A-CB64C8A27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224"/>
              <a:ext cx="59" cy="76"/>
            </a:xfrm>
            <a:custGeom>
              <a:avLst/>
              <a:gdLst>
                <a:gd name="T0" fmla="*/ 0 w 33"/>
                <a:gd name="T1" fmla="*/ 741 h 43"/>
                <a:gd name="T2" fmla="*/ 349 w 33"/>
                <a:gd name="T3" fmla="*/ 606 h 43"/>
                <a:gd name="T4" fmla="*/ 418 w 33"/>
                <a:gd name="T5" fmla="*/ 559 h 43"/>
                <a:gd name="T6" fmla="*/ 601 w 3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3">
                  <a:moveTo>
                    <a:pt x="0" y="43"/>
                  </a:moveTo>
                  <a:cubicBezTo>
                    <a:pt x="6" y="36"/>
                    <a:pt x="14" y="34"/>
                    <a:pt x="19" y="35"/>
                  </a:cubicBezTo>
                  <a:cubicBezTo>
                    <a:pt x="20" y="35"/>
                    <a:pt x="23" y="35"/>
                    <a:pt x="23" y="32"/>
                  </a:cubicBezTo>
                  <a:cubicBezTo>
                    <a:pt x="23" y="21"/>
                    <a:pt x="26" y="10"/>
                    <a:pt x="3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22">
              <a:extLst>
                <a:ext uri="{FF2B5EF4-FFF2-40B4-BE49-F238E27FC236}">
                  <a16:creationId xmlns:a16="http://schemas.microsoft.com/office/drawing/2014/main" id="{446EE7DA-F4DA-43E5-9CAD-C05835410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248"/>
              <a:ext cx="22" cy="32"/>
            </a:xfrm>
            <a:custGeom>
              <a:avLst/>
              <a:gdLst>
                <a:gd name="T0" fmla="*/ 246 w 12"/>
                <a:gd name="T1" fmla="*/ 0 h 18"/>
                <a:gd name="T2" fmla="*/ 0 w 12"/>
                <a:gd name="T3" fmla="*/ 231 h 18"/>
                <a:gd name="T4" fmla="*/ 205 w 12"/>
                <a:gd name="T5" fmla="*/ 28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7" y="2"/>
                    <a:pt x="0" y="9"/>
                    <a:pt x="0" y="13"/>
                  </a:cubicBezTo>
                  <a:cubicBezTo>
                    <a:pt x="1" y="18"/>
                    <a:pt x="10" y="16"/>
                    <a:pt x="10" y="1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23">
              <a:extLst>
                <a:ext uri="{FF2B5EF4-FFF2-40B4-BE49-F238E27FC236}">
                  <a16:creationId xmlns:a16="http://schemas.microsoft.com/office/drawing/2014/main" id="{38FE4513-3F6C-490A-844E-8ADB55BB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278"/>
              <a:ext cx="32" cy="37"/>
            </a:xfrm>
            <a:custGeom>
              <a:avLst/>
              <a:gdLst>
                <a:gd name="T0" fmla="*/ 0 w 18"/>
                <a:gd name="T1" fmla="*/ 0 h 21"/>
                <a:gd name="T2" fmla="*/ 320 w 18"/>
                <a:gd name="T3" fmla="*/ 49 h 21"/>
                <a:gd name="T4" fmla="*/ 297 w 18"/>
                <a:gd name="T5" fmla="*/ 338 h 21"/>
                <a:gd name="T6" fmla="*/ 203 w 18"/>
                <a:gd name="T7" fmla="*/ 31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5" y="1"/>
                    <a:pt x="16" y="5"/>
                    <a:pt x="18" y="3"/>
                  </a:cubicBezTo>
                  <a:cubicBezTo>
                    <a:pt x="18" y="3"/>
                    <a:pt x="17" y="19"/>
                    <a:pt x="17" y="20"/>
                  </a:cubicBezTo>
                  <a:cubicBezTo>
                    <a:pt x="17" y="21"/>
                    <a:pt x="11" y="19"/>
                    <a:pt x="11" y="19"/>
                  </a:cubicBezTo>
                </a:path>
              </a:pathLst>
            </a:custGeom>
            <a:solidFill>
              <a:srgbClr val="BC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24">
              <a:extLst>
                <a:ext uri="{FF2B5EF4-FFF2-40B4-BE49-F238E27FC236}">
                  <a16:creationId xmlns:a16="http://schemas.microsoft.com/office/drawing/2014/main" id="{C86DBF83-0DE8-448A-BBD8-506F04BEC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284"/>
              <a:ext cx="13" cy="30"/>
            </a:xfrm>
            <a:custGeom>
              <a:avLst/>
              <a:gdLst>
                <a:gd name="T0" fmla="*/ 128 w 7"/>
                <a:gd name="T1" fmla="*/ 293 h 17"/>
                <a:gd name="T2" fmla="*/ 156 w 7"/>
                <a:gd name="T3" fmla="*/ 0 h 17"/>
                <a:gd name="T4" fmla="*/ 0 w 7"/>
                <a:gd name="T5" fmla="*/ 0 h 17"/>
                <a:gd name="T6" fmla="*/ 84 w 7"/>
                <a:gd name="T7" fmla="*/ 187 h 17"/>
                <a:gd name="T8" fmla="*/ 45 w 7"/>
                <a:gd name="T9" fmla="*/ 293 h 17"/>
                <a:gd name="T10" fmla="*/ 128 w 7"/>
                <a:gd name="T11" fmla="*/ 29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7">
                  <a:moveTo>
                    <a:pt x="6" y="17"/>
                  </a:moveTo>
                  <a:cubicBezTo>
                    <a:pt x="6" y="16"/>
                    <a:pt x="7" y="0"/>
                    <a:pt x="7" y="0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4"/>
                    <a:pt x="5" y="7"/>
                    <a:pt x="4" y="11"/>
                  </a:cubicBezTo>
                  <a:cubicBezTo>
                    <a:pt x="4" y="13"/>
                    <a:pt x="2" y="15"/>
                    <a:pt x="2" y="17"/>
                  </a:cubicBezTo>
                  <a:cubicBezTo>
                    <a:pt x="4" y="17"/>
                    <a:pt x="6" y="17"/>
                    <a:pt x="6" y="17"/>
                  </a:cubicBezTo>
                  <a:close/>
                </a:path>
              </a:pathLst>
            </a:custGeom>
            <a:solidFill>
              <a:srgbClr val="007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Freeform 25">
              <a:extLst>
                <a:ext uri="{FF2B5EF4-FFF2-40B4-BE49-F238E27FC236}">
                  <a16:creationId xmlns:a16="http://schemas.microsoft.com/office/drawing/2014/main" id="{EF0EC27D-1630-4588-9726-55742862F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231"/>
              <a:ext cx="55" cy="46"/>
            </a:xfrm>
            <a:custGeom>
              <a:avLst/>
              <a:gdLst>
                <a:gd name="T0" fmla="*/ 117 w 31"/>
                <a:gd name="T1" fmla="*/ 37 h 26"/>
                <a:gd name="T2" fmla="*/ 280 w 31"/>
                <a:gd name="T3" fmla="*/ 115 h 26"/>
                <a:gd name="T4" fmla="*/ 426 w 31"/>
                <a:gd name="T5" fmla="*/ 0 h 26"/>
                <a:gd name="T6" fmla="*/ 548 w 31"/>
                <a:gd name="T7" fmla="*/ 50 h 26"/>
                <a:gd name="T8" fmla="*/ 410 w 31"/>
                <a:gd name="T9" fmla="*/ 188 h 26"/>
                <a:gd name="T10" fmla="*/ 426 w 31"/>
                <a:gd name="T11" fmla="*/ 317 h 26"/>
                <a:gd name="T12" fmla="*/ 334 w 31"/>
                <a:gd name="T13" fmla="*/ 448 h 26"/>
                <a:gd name="T14" fmla="*/ 0 w 31"/>
                <a:gd name="T15" fmla="*/ 156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6">
                  <a:moveTo>
                    <a:pt x="7" y="2"/>
                  </a:moveTo>
                  <a:cubicBezTo>
                    <a:pt x="12" y="3"/>
                    <a:pt x="14" y="7"/>
                    <a:pt x="16" y="7"/>
                  </a:cubicBezTo>
                  <a:cubicBezTo>
                    <a:pt x="18" y="7"/>
                    <a:pt x="21" y="1"/>
                    <a:pt x="24" y="0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5" y="5"/>
                    <a:pt x="23" y="9"/>
                    <a:pt x="23" y="11"/>
                  </a:cubicBezTo>
                  <a:cubicBezTo>
                    <a:pt x="22" y="13"/>
                    <a:pt x="24" y="16"/>
                    <a:pt x="24" y="18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7" y="19"/>
                    <a:pt x="5" y="10"/>
                    <a:pt x="0" y="9"/>
                  </a:cubicBezTo>
                </a:path>
              </a:pathLst>
            </a:custGeom>
            <a:solidFill>
              <a:srgbClr val="BC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1" name="Freeform 26">
              <a:extLst>
                <a:ext uri="{FF2B5EF4-FFF2-40B4-BE49-F238E27FC236}">
                  <a16:creationId xmlns:a16="http://schemas.microsoft.com/office/drawing/2014/main" id="{54681157-F122-4378-A0E7-8BAE5F0EE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261"/>
              <a:ext cx="14" cy="16"/>
            </a:xfrm>
            <a:custGeom>
              <a:avLst/>
              <a:gdLst>
                <a:gd name="T0" fmla="*/ 49 w 8"/>
                <a:gd name="T1" fmla="*/ 158 h 9"/>
                <a:gd name="T2" fmla="*/ 135 w 8"/>
                <a:gd name="T3" fmla="*/ 21 h 9"/>
                <a:gd name="T4" fmla="*/ 86 w 8"/>
                <a:gd name="T5" fmla="*/ 0 h 9"/>
                <a:gd name="T6" fmla="*/ 0 w 8"/>
                <a:gd name="T7" fmla="*/ 66 h 9"/>
                <a:gd name="T8" fmla="*/ 49 w 8"/>
                <a:gd name="T9" fmla="*/ 15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3" y="9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7" y="3"/>
                    <a:pt x="5" y="3"/>
                    <a:pt x="5" y="0"/>
                  </a:cubicBezTo>
                  <a:cubicBezTo>
                    <a:pt x="3" y="1"/>
                    <a:pt x="2" y="3"/>
                    <a:pt x="0" y="4"/>
                  </a:cubicBezTo>
                  <a:cubicBezTo>
                    <a:pt x="1" y="6"/>
                    <a:pt x="2" y="8"/>
                    <a:pt x="3" y="9"/>
                  </a:cubicBezTo>
                  <a:close/>
                </a:path>
              </a:pathLst>
            </a:custGeom>
            <a:solidFill>
              <a:srgbClr val="007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Freeform 27">
              <a:extLst>
                <a:ext uri="{FF2B5EF4-FFF2-40B4-BE49-F238E27FC236}">
                  <a16:creationId xmlns:a16="http://schemas.microsoft.com/office/drawing/2014/main" id="{6D653A0D-9836-408D-B5DB-3FE3900C5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248"/>
              <a:ext cx="13" cy="34"/>
            </a:xfrm>
            <a:custGeom>
              <a:avLst/>
              <a:gdLst>
                <a:gd name="T0" fmla="*/ 128 w 7"/>
                <a:gd name="T1" fmla="*/ 349 h 19"/>
                <a:gd name="T2" fmla="*/ 128 w 7"/>
                <a:gd name="T3" fmla="*/ 73 h 19"/>
                <a:gd name="T4" fmla="*/ 0 w 7"/>
                <a:gd name="T5" fmla="*/ 0 h 19"/>
                <a:gd name="T6" fmla="*/ 24 w 7"/>
                <a:gd name="T7" fmla="*/ 32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6" y="19"/>
                  </a:moveTo>
                  <a:cubicBezTo>
                    <a:pt x="7" y="16"/>
                    <a:pt x="7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18"/>
                    <a:pt x="1" y="18"/>
                  </a:cubicBezTo>
                </a:path>
              </a:pathLst>
            </a:custGeom>
            <a:solidFill>
              <a:srgbClr val="BC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28">
              <a:extLst>
                <a:ext uri="{FF2B5EF4-FFF2-40B4-BE49-F238E27FC236}">
                  <a16:creationId xmlns:a16="http://schemas.microsoft.com/office/drawing/2014/main" id="{0DFF90A4-131B-4BC7-AAAE-8174C8710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275"/>
              <a:ext cx="62" cy="56"/>
            </a:xfrm>
            <a:custGeom>
              <a:avLst/>
              <a:gdLst>
                <a:gd name="T0" fmla="*/ 244 w 35"/>
                <a:gd name="T1" fmla="*/ 21 h 32"/>
                <a:gd name="T2" fmla="*/ 406 w 35"/>
                <a:gd name="T3" fmla="*/ 135 h 32"/>
                <a:gd name="T4" fmla="*/ 590 w 35"/>
                <a:gd name="T5" fmla="*/ 0 h 32"/>
                <a:gd name="T6" fmla="*/ 611 w 35"/>
                <a:gd name="T7" fmla="*/ 179 h 32"/>
                <a:gd name="T8" fmla="*/ 280 w 35"/>
                <a:gd name="T9" fmla="*/ 285 h 32"/>
                <a:gd name="T10" fmla="*/ 106 w 35"/>
                <a:gd name="T11" fmla="*/ 478 h 32"/>
                <a:gd name="T12" fmla="*/ 0 w 35"/>
                <a:gd name="T13" fmla="*/ 527 h 32"/>
                <a:gd name="T14" fmla="*/ 37 w 35"/>
                <a:gd name="T15" fmla="*/ 21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2">
                  <a:moveTo>
                    <a:pt x="14" y="1"/>
                  </a:moveTo>
                  <a:cubicBezTo>
                    <a:pt x="16" y="8"/>
                    <a:pt x="19" y="9"/>
                    <a:pt x="23" y="8"/>
                  </a:cubicBezTo>
                  <a:cubicBezTo>
                    <a:pt x="32" y="7"/>
                    <a:pt x="34" y="0"/>
                    <a:pt x="34" y="0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28" y="17"/>
                    <a:pt x="22" y="16"/>
                    <a:pt x="16" y="17"/>
                  </a:cubicBezTo>
                  <a:cubicBezTo>
                    <a:pt x="10" y="18"/>
                    <a:pt x="10" y="27"/>
                    <a:pt x="6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13"/>
                    <a:pt x="2" y="13"/>
                    <a:pt x="2" y="13"/>
                  </a:cubicBezTo>
                </a:path>
              </a:pathLst>
            </a:custGeom>
            <a:solidFill>
              <a:srgbClr val="BC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29">
              <a:extLst>
                <a:ext uri="{FF2B5EF4-FFF2-40B4-BE49-F238E27FC236}">
                  <a16:creationId xmlns:a16="http://schemas.microsoft.com/office/drawing/2014/main" id="{C9827BDF-E29B-4992-8331-280F73F6B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277"/>
              <a:ext cx="53" cy="54"/>
            </a:xfrm>
            <a:custGeom>
              <a:avLst/>
              <a:gdLst>
                <a:gd name="T0" fmla="*/ 272 w 30"/>
                <a:gd name="T1" fmla="*/ 258 h 31"/>
                <a:gd name="T2" fmla="*/ 447 w 30"/>
                <a:gd name="T3" fmla="*/ 237 h 31"/>
                <a:gd name="T4" fmla="*/ 447 w 30"/>
                <a:gd name="T5" fmla="*/ 237 h 31"/>
                <a:gd name="T6" fmla="*/ 431 w 30"/>
                <a:gd name="T7" fmla="*/ 148 h 31"/>
                <a:gd name="T8" fmla="*/ 481 w 30"/>
                <a:gd name="T9" fmla="*/ 91 h 31"/>
                <a:gd name="T10" fmla="*/ 396 w 30"/>
                <a:gd name="T11" fmla="*/ 111 h 31"/>
                <a:gd name="T12" fmla="*/ 244 w 30"/>
                <a:gd name="T13" fmla="*/ 0 h 31"/>
                <a:gd name="T14" fmla="*/ 37 w 30"/>
                <a:gd name="T15" fmla="*/ 193 h 31"/>
                <a:gd name="T16" fmla="*/ 0 w 30"/>
                <a:gd name="T17" fmla="*/ 498 h 31"/>
                <a:gd name="T18" fmla="*/ 106 w 30"/>
                <a:gd name="T19" fmla="*/ 449 h 31"/>
                <a:gd name="T20" fmla="*/ 272 w 30"/>
                <a:gd name="T21" fmla="*/ 258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31">
                  <a:moveTo>
                    <a:pt x="16" y="16"/>
                  </a:moveTo>
                  <a:cubicBezTo>
                    <a:pt x="19" y="16"/>
                    <a:pt x="22" y="16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3"/>
                    <a:pt x="30" y="8"/>
                    <a:pt x="25" y="9"/>
                  </a:cubicBezTo>
                  <a:cubicBezTo>
                    <a:pt x="27" y="8"/>
                    <a:pt x="27" y="7"/>
                    <a:pt x="28" y="6"/>
                  </a:cubicBezTo>
                  <a:cubicBezTo>
                    <a:pt x="26" y="6"/>
                    <a:pt x="25" y="7"/>
                    <a:pt x="23" y="7"/>
                  </a:cubicBezTo>
                  <a:cubicBezTo>
                    <a:pt x="19" y="8"/>
                    <a:pt x="16" y="7"/>
                    <a:pt x="14" y="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10" y="26"/>
                    <a:pt x="10" y="17"/>
                    <a:pt x="16" y="16"/>
                  </a:cubicBezTo>
                  <a:close/>
                </a:path>
              </a:pathLst>
            </a:custGeom>
            <a:solidFill>
              <a:srgbClr val="007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30">
              <a:extLst>
                <a:ext uri="{FF2B5EF4-FFF2-40B4-BE49-F238E27FC236}">
                  <a16:creationId xmlns:a16="http://schemas.microsoft.com/office/drawing/2014/main" id="{972727A7-8198-4B27-9EE3-2E44FFE6B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312"/>
              <a:ext cx="58" cy="95"/>
            </a:xfrm>
            <a:custGeom>
              <a:avLst/>
              <a:gdLst>
                <a:gd name="T0" fmla="*/ 102 w 33"/>
                <a:gd name="T1" fmla="*/ 730 h 54"/>
                <a:gd name="T2" fmla="*/ 237 w 33"/>
                <a:gd name="T3" fmla="*/ 730 h 54"/>
                <a:gd name="T4" fmla="*/ 401 w 33"/>
                <a:gd name="T5" fmla="*/ 910 h 54"/>
                <a:gd name="T6" fmla="*/ 554 w 33"/>
                <a:gd name="T7" fmla="*/ 860 h 54"/>
                <a:gd name="T8" fmla="*/ 315 w 33"/>
                <a:gd name="T9" fmla="*/ 489 h 54"/>
                <a:gd name="T10" fmla="*/ 315 w 33"/>
                <a:gd name="T11" fmla="*/ 49 h 54"/>
                <a:gd name="T12" fmla="*/ 151 w 33"/>
                <a:gd name="T13" fmla="*/ 0 h 54"/>
                <a:gd name="T14" fmla="*/ 172 w 33"/>
                <a:gd name="T15" fmla="*/ 380 h 54"/>
                <a:gd name="T16" fmla="*/ 86 w 33"/>
                <a:gd name="T17" fmla="*/ 575 h 54"/>
                <a:gd name="T18" fmla="*/ 0 w 33"/>
                <a:gd name="T19" fmla="*/ 538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54">
                  <a:moveTo>
                    <a:pt x="6" y="43"/>
                  </a:moveTo>
                  <a:cubicBezTo>
                    <a:pt x="8" y="44"/>
                    <a:pt x="11" y="42"/>
                    <a:pt x="14" y="43"/>
                  </a:cubicBezTo>
                  <a:cubicBezTo>
                    <a:pt x="18" y="44"/>
                    <a:pt x="24" y="54"/>
                    <a:pt x="24" y="54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28" y="40"/>
                    <a:pt x="18" y="38"/>
                    <a:pt x="19" y="29"/>
                  </a:cubicBezTo>
                  <a:cubicBezTo>
                    <a:pt x="19" y="20"/>
                    <a:pt x="19" y="9"/>
                    <a:pt x="19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3" y="3"/>
                    <a:pt x="10" y="14"/>
                    <a:pt x="10" y="23"/>
                  </a:cubicBezTo>
                  <a:cubicBezTo>
                    <a:pt x="10" y="32"/>
                    <a:pt x="7" y="34"/>
                    <a:pt x="5" y="34"/>
                  </a:cubicBezTo>
                  <a:cubicBezTo>
                    <a:pt x="4" y="34"/>
                    <a:pt x="0" y="32"/>
                    <a:pt x="0" y="32"/>
                  </a:cubicBezTo>
                </a:path>
              </a:pathLst>
            </a:custGeom>
            <a:solidFill>
              <a:srgbClr val="BC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31">
              <a:extLst>
                <a:ext uri="{FF2B5EF4-FFF2-40B4-BE49-F238E27FC236}">
                  <a16:creationId xmlns:a16="http://schemas.microsoft.com/office/drawing/2014/main" id="{2001E45C-63A3-48F7-803F-BDFF8F412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351"/>
              <a:ext cx="35" cy="70"/>
            </a:xfrm>
            <a:custGeom>
              <a:avLst/>
              <a:gdLst>
                <a:gd name="T0" fmla="*/ 0 w 20"/>
                <a:gd name="T1" fmla="*/ 441 h 40"/>
                <a:gd name="T2" fmla="*/ 215 w 20"/>
                <a:gd name="T3" fmla="*/ 0 h 40"/>
                <a:gd name="T4" fmla="*/ 327 w 20"/>
                <a:gd name="T5" fmla="*/ 49 h 40"/>
                <a:gd name="T6" fmla="*/ 264 w 20"/>
                <a:gd name="T7" fmla="*/ 200 h 40"/>
                <a:gd name="T8" fmla="*/ 49 w 20"/>
                <a:gd name="T9" fmla="*/ 65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0">
                  <a:moveTo>
                    <a:pt x="0" y="27"/>
                  </a:moveTo>
                  <a:cubicBezTo>
                    <a:pt x="4" y="26"/>
                    <a:pt x="10" y="2"/>
                    <a:pt x="13" y="0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4" y="16"/>
                    <a:pt x="8" y="36"/>
                    <a:pt x="3" y="40"/>
                  </a:cubicBezTo>
                </a:path>
              </a:pathLst>
            </a:custGeom>
            <a:solidFill>
              <a:srgbClr val="BC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7" name="Freeform 32">
              <a:extLst>
                <a:ext uri="{FF2B5EF4-FFF2-40B4-BE49-F238E27FC236}">
                  <a16:creationId xmlns:a16="http://schemas.microsoft.com/office/drawing/2014/main" id="{5647F7B9-8173-430E-AED9-67F103134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351"/>
              <a:ext cx="21" cy="39"/>
            </a:xfrm>
            <a:custGeom>
              <a:avLst/>
              <a:gdLst>
                <a:gd name="T0" fmla="*/ 135 w 12"/>
                <a:gd name="T1" fmla="*/ 207 h 22"/>
                <a:gd name="T2" fmla="*/ 200 w 12"/>
                <a:gd name="T3" fmla="*/ 50 h 22"/>
                <a:gd name="T4" fmla="*/ 86 w 12"/>
                <a:gd name="T5" fmla="*/ 0 h 22"/>
                <a:gd name="T6" fmla="*/ 0 w 12"/>
                <a:gd name="T7" fmla="*/ 195 h 22"/>
                <a:gd name="T8" fmla="*/ 37 w 12"/>
                <a:gd name="T9" fmla="*/ 179 h 22"/>
                <a:gd name="T10" fmla="*/ 0 w 12"/>
                <a:gd name="T11" fmla="*/ 280 h 22"/>
                <a:gd name="T12" fmla="*/ 65 w 12"/>
                <a:gd name="T13" fmla="*/ 383 h 22"/>
                <a:gd name="T14" fmla="*/ 135 w 12"/>
                <a:gd name="T15" fmla="*/ 20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2">
                  <a:moveTo>
                    <a:pt x="8" y="12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6"/>
                    <a:pt x="0" y="11"/>
                  </a:cubicBezTo>
                  <a:cubicBezTo>
                    <a:pt x="0" y="11"/>
                    <a:pt x="1" y="11"/>
                    <a:pt x="2" y="10"/>
                  </a:cubicBezTo>
                  <a:cubicBezTo>
                    <a:pt x="3" y="12"/>
                    <a:pt x="1" y="15"/>
                    <a:pt x="0" y="16"/>
                  </a:cubicBezTo>
                  <a:cubicBezTo>
                    <a:pt x="5" y="12"/>
                    <a:pt x="4" y="18"/>
                    <a:pt x="4" y="22"/>
                  </a:cubicBezTo>
                  <a:cubicBezTo>
                    <a:pt x="6" y="18"/>
                    <a:pt x="7" y="14"/>
                    <a:pt x="8" y="12"/>
                  </a:cubicBezTo>
                  <a:close/>
                </a:path>
              </a:pathLst>
            </a:custGeom>
            <a:solidFill>
              <a:srgbClr val="007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33">
              <a:extLst>
                <a:ext uri="{FF2B5EF4-FFF2-40B4-BE49-F238E27FC236}">
                  <a16:creationId xmlns:a16="http://schemas.microsoft.com/office/drawing/2014/main" id="{F9AC8871-35D0-4F50-874A-AF8BAA3AB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430"/>
              <a:ext cx="46" cy="102"/>
            </a:xfrm>
            <a:custGeom>
              <a:avLst/>
              <a:gdLst>
                <a:gd name="T0" fmla="*/ 0 w 26"/>
                <a:gd name="T1" fmla="*/ 754 h 58"/>
                <a:gd name="T2" fmla="*/ 203 w 26"/>
                <a:gd name="T3" fmla="*/ 554 h 58"/>
                <a:gd name="T4" fmla="*/ 179 w 26"/>
                <a:gd name="T5" fmla="*/ 114 h 58"/>
                <a:gd name="T6" fmla="*/ 188 w 26"/>
                <a:gd name="T7" fmla="*/ 0 h 58"/>
                <a:gd name="T8" fmla="*/ 317 w 26"/>
                <a:gd name="T9" fmla="*/ 65 h 58"/>
                <a:gd name="T10" fmla="*/ 317 w 26"/>
                <a:gd name="T11" fmla="*/ 135 h 58"/>
                <a:gd name="T12" fmla="*/ 359 w 26"/>
                <a:gd name="T13" fmla="*/ 380 h 58"/>
                <a:gd name="T14" fmla="*/ 410 w 26"/>
                <a:gd name="T15" fmla="*/ 554 h 58"/>
                <a:gd name="T16" fmla="*/ 448 w 26"/>
                <a:gd name="T17" fmla="*/ 709 h 58"/>
                <a:gd name="T18" fmla="*/ 382 w 26"/>
                <a:gd name="T19" fmla="*/ 860 h 58"/>
                <a:gd name="T20" fmla="*/ 294 w 26"/>
                <a:gd name="T21" fmla="*/ 823 h 58"/>
                <a:gd name="T22" fmla="*/ 228 w 26"/>
                <a:gd name="T23" fmla="*/ 823 h 58"/>
                <a:gd name="T24" fmla="*/ 0 w 26"/>
                <a:gd name="T25" fmla="*/ 974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58">
                  <a:moveTo>
                    <a:pt x="0" y="45"/>
                  </a:moveTo>
                  <a:cubicBezTo>
                    <a:pt x="0" y="45"/>
                    <a:pt x="10" y="42"/>
                    <a:pt x="12" y="33"/>
                  </a:cubicBezTo>
                  <a:cubicBezTo>
                    <a:pt x="13" y="24"/>
                    <a:pt x="12" y="13"/>
                    <a:pt x="10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20" y="12"/>
                    <a:pt x="20" y="18"/>
                    <a:pt x="21" y="23"/>
                  </a:cubicBezTo>
                  <a:cubicBezTo>
                    <a:pt x="21" y="27"/>
                    <a:pt x="22" y="33"/>
                    <a:pt x="24" y="33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49"/>
                    <a:pt x="16" y="47"/>
                    <a:pt x="13" y="49"/>
                  </a:cubicBezTo>
                  <a:cubicBezTo>
                    <a:pt x="11" y="50"/>
                    <a:pt x="3" y="57"/>
                    <a:pt x="0" y="58"/>
                  </a:cubicBezTo>
                </a:path>
              </a:pathLst>
            </a:custGeom>
            <a:solidFill>
              <a:srgbClr val="007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34">
              <a:extLst>
                <a:ext uri="{FF2B5EF4-FFF2-40B4-BE49-F238E27FC236}">
                  <a16:creationId xmlns:a16="http://schemas.microsoft.com/office/drawing/2014/main" id="{5F4E52EB-CAAD-47E3-AD09-479613836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3435"/>
              <a:ext cx="20" cy="41"/>
            </a:xfrm>
            <a:custGeom>
              <a:avLst/>
              <a:gdLst>
                <a:gd name="T0" fmla="*/ 175 w 11"/>
                <a:gd name="T1" fmla="*/ 414 h 23"/>
                <a:gd name="T2" fmla="*/ 215 w 11"/>
                <a:gd name="T3" fmla="*/ 346 h 23"/>
                <a:gd name="T4" fmla="*/ 162 w 11"/>
                <a:gd name="T5" fmla="*/ 93 h 23"/>
                <a:gd name="T6" fmla="*/ 162 w 11"/>
                <a:gd name="T7" fmla="*/ 21 h 23"/>
                <a:gd name="T8" fmla="*/ 145 w 11"/>
                <a:gd name="T9" fmla="*/ 0 h 23"/>
                <a:gd name="T10" fmla="*/ 0 w 11"/>
                <a:gd name="T11" fmla="*/ 37 h 23"/>
                <a:gd name="T12" fmla="*/ 0 w 11"/>
                <a:gd name="T13" fmla="*/ 66 h 23"/>
                <a:gd name="T14" fmla="*/ 44 w 11"/>
                <a:gd name="T15" fmla="*/ 299 h 23"/>
                <a:gd name="T16" fmla="*/ 80 w 11"/>
                <a:gd name="T17" fmla="*/ 299 h 23"/>
                <a:gd name="T18" fmla="*/ 96 w 11"/>
                <a:gd name="T19" fmla="*/ 398 h 23"/>
                <a:gd name="T20" fmla="*/ 145 w 11"/>
                <a:gd name="T21" fmla="*/ 346 h 23"/>
                <a:gd name="T22" fmla="*/ 175 w 11"/>
                <a:gd name="T23" fmla="*/ 414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" h="23">
                  <a:moveTo>
                    <a:pt x="9" y="23"/>
                  </a:moveTo>
                  <a:cubicBezTo>
                    <a:pt x="10" y="21"/>
                    <a:pt x="10" y="20"/>
                    <a:pt x="11" y="19"/>
                  </a:cubicBezTo>
                  <a:cubicBezTo>
                    <a:pt x="10" y="15"/>
                    <a:pt x="10" y="9"/>
                    <a:pt x="8" y="5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7"/>
                    <a:pt x="2" y="12"/>
                    <a:pt x="2" y="17"/>
                  </a:cubicBezTo>
                  <a:cubicBezTo>
                    <a:pt x="3" y="17"/>
                    <a:pt x="3" y="17"/>
                    <a:pt x="4" y="17"/>
                  </a:cubicBezTo>
                  <a:cubicBezTo>
                    <a:pt x="5" y="18"/>
                    <a:pt x="5" y="21"/>
                    <a:pt x="5" y="22"/>
                  </a:cubicBezTo>
                  <a:cubicBezTo>
                    <a:pt x="6" y="21"/>
                    <a:pt x="7" y="20"/>
                    <a:pt x="7" y="19"/>
                  </a:cubicBezTo>
                  <a:cubicBezTo>
                    <a:pt x="8" y="20"/>
                    <a:pt x="9" y="21"/>
                    <a:pt x="9" y="23"/>
                  </a:cubicBezTo>
                  <a:close/>
                </a:path>
              </a:pathLst>
            </a:custGeom>
            <a:solidFill>
              <a:srgbClr val="BC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35">
              <a:extLst>
                <a:ext uri="{FF2B5EF4-FFF2-40B4-BE49-F238E27FC236}">
                  <a16:creationId xmlns:a16="http://schemas.microsoft.com/office/drawing/2014/main" id="{284A1A66-843D-4DF5-B682-696C802F2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210"/>
              <a:ext cx="60" cy="74"/>
            </a:xfrm>
            <a:custGeom>
              <a:avLst/>
              <a:gdLst>
                <a:gd name="T0" fmla="*/ 0 w 34"/>
                <a:gd name="T1" fmla="*/ 86 h 42"/>
                <a:gd name="T2" fmla="*/ 468 w 34"/>
                <a:gd name="T3" fmla="*/ 71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2">
                  <a:moveTo>
                    <a:pt x="0" y="5"/>
                  </a:moveTo>
                  <a:cubicBezTo>
                    <a:pt x="9" y="0"/>
                    <a:pt x="34" y="18"/>
                    <a:pt x="27" y="42"/>
                  </a:cubicBezTo>
                </a:path>
              </a:pathLst>
            </a:custGeom>
            <a:solidFill>
              <a:srgbClr val="BC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36">
              <a:extLst>
                <a:ext uri="{FF2B5EF4-FFF2-40B4-BE49-F238E27FC236}">
                  <a16:creationId xmlns:a16="http://schemas.microsoft.com/office/drawing/2014/main" id="{8A9E9B1F-CE51-4D44-BB1A-D5B3B73C6A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2" y="3194"/>
              <a:ext cx="207" cy="827"/>
            </a:xfrm>
            <a:custGeom>
              <a:avLst/>
              <a:gdLst>
                <a:gd name="T0" fmla="*/ 1872 w 117"/>
                <a:gd name="T1" fmla="*/ 7995 h 469"/>
                <a:gd name="T2" fmla="*/ 1596 w 117"/>
                <a:gd name="T3" fmla="*/ 7018 h 469"/>
                <a:gd name="T4" fmla="*/ 1822 w 117"/>
                <a:gd name="T5" fmla="*/ 6013 h 469"/>
                <a:gd name="T6" fmla="*/ 1440 w 117"/>
                <a:gd name="T7" fmla="*/ 4484 h 469"/>
                <a:gd name="T8" fmla="*/ 1762 w 117"/>
                <a:gd name="T9" fmla="*/ 1402 h 469"/>
                <a:gd name="T10" fmla="*/ 699 w 117"/>
                <a:gd name="T11" fmla="*/ 309 h 469"/>
                <a:gd name="T12" fmla="*/ 115 w 117"/>
                <a:gd name="T13" fmla="*/ 1026 h 469"/>
                <a:gd name="T14" fmla="*/ 115 w 117"/>
                <a:gd name="T15" fmla="*/ 1723 h 469"/>
                <a:gd name="T16" fmla="*/ 345 w 117"/>
                <a:gd name="T17" fmla="*/ 2506 h 469"/>
                <a:gd name="T18" fmla="*/ 469 w 117"/>
                <a:gd name="T19" fmla="*/ 3858 h 469"/>
                <a:gd name="T20" fmla="*/ 448 w 117"/>
                <a:gd name="T21" fmla="*/ 4863 h 469"/>
                <a:gd name="T22" fmla="*/ 830 w 117"/>
                <a:gd name="T23" fmla="*/ 6448 h 469"/>
                <a:gd name="T24" fmla="*/ 1506 w 117"/>
                <a:gd name="T25" fmla="*/ 7995 h 469"/>
                <a:gd name="T26" fmla="*/ 1872 w 117"/>
                <a:gd name="T27" fmla="*/ 7995 h 469"/>
                <a:gd name="T28" fmla="*/ 1506 w 117"/>
                <a:gd name="T29" fmla="*/ 1739 h 469"/>
                <a:gd name="T30" fmla="*/ 1311 w 117"/>
                <a:gd name="T31" fmla="*/ 2232 h 469"/>
                <a:gd name="T32" fmla="*/ 1196 w 117"/>
                <a:gd name="T33" fmla="*/ 1874 h 469"/>
                <a:gd name="T34" fmla="*/ 1123 w 117"/>
                <a:gd name="T35" fmla="*/ 1479 h 469"/>
                <a:gd name="T36" fmla="*/ 1403 w 117"/>
                <a:gd name="T37" fmla="*/ 1518 h 469"/>
                <a:gd name="T38" fmla="*/ 1506 w 117"/>
                <a:gd name="T39" fmla="*/ 1739 h 469"/>
                <a:gd name="T40" fmla="*/ 1555 w 117"/>
                <a:gd name="T41" fmla="*/ 684 h 469"/>
                <a:gd name="T42" fmla="*/ 1644 w 117"/>
                <a:gd name="T43" fmla="*/ 1123 h 469"/>
                <a:gd name="T44" fmla="*/ 1461 w 117"/>
                <a:gd name="T45" fmla="*/ 1365 h 469"/>
                <a:gd name="T46" fmla="*/ 1123 w 117"/>
                <a:gd name="T47" fmla="*/ 1255 h 469"/>
                <a:gd name="T48" fmla="*/ 1196 w 117"/>
                <a:gd name="T49" fmla="*/ 986 h 469"/>
                <a:gd name="T50" fmla="*/ 1334 w 117"/>
                <a:gd name="T51" fmla="*/ 762 h 469"/>
                <a:gd name="T52" fmla="*/ 1555 w 117"/>
                <a:gd name="T53" fmla="*/ 684 h 469"/>
                <a:gd name="T54" fmla="*/ 851 w 117"/>
                <a:gd name="T55" fmla="*/ 395 h 469"/>
                <a:gd name="T56" fmla="*/ 1440 w 117"/>
                <a:gd name="T57" fmla="*/ 510 h 469"/>
                <a:gd name="T58" fmla="*/ 1168 w 117"/>
                <a:gd name="T59" fmla="*/ 684 h 469"/>
                <a:gd name="T60" fmla="*/ 943 w 117"/>
                <a:gd name="T61" fmla="*/ 1042 h 469"/>
                <a:gd name="T62" fmla="*/ 741 w 117"/>
                <a:gd name="T63" fmla="*/ 762 h 469"/>
                <a:gd name="T64" fmla="*/ 851 w 117"/>
                <a:gd name="T65" fmla="*/ 395 h 469"/>
                <a:gd name="T66" fmla="*/ 432 w 117"/>
                <a:gd name="T67" fmla="*/ 1897 h 469"/>
                <a:gd name="T68" fmla="*/ 276 w 117"/>
                <a:gd name="T69" fmla="*/ 1278 h 469"/>
                <a:gd name="T70" fmla="*/ 764 w 117"/>
                <a:gd name="T71" fmla="*/ 1278 h 469"/>
                <a:gd name="T72" fmla="*/ 970 w 117"/>
                <a:gd name="T73" fmla="*/ 1903 h 469"/>
                <a:gd name="T74" fmla="*/ 830 w 117"/>
                <a:gd name="T75" fmla="*/ 2028 h 469"/>
                <a:gd name="T76" fmla="*/ 589 w 117"/>
                <a:gd name="T77" fmla="*/ 2167 h 469"/>
                <a:gd name="T78" fmla="*/ 432 w 117"/>
                <a:gd name="T79" fmla="*/ 1897 h 469"/>
                <a:gd name="T80" fmla="*/ 676 w 117"/>
                <a:gd name="T81" fmla="*/ 3393 h 469"/>
                <a:gd name="T82" fmla="*/ 660 w 117"/>
                <a:gd name="T83" fmla="*/ 2700 h 469"/>
                <a:gd name="T84" fmla="*/ 786 w 117"/>
                <a:gd name="T85" fmla="*/ 2407 h 469"/>
                <a:gd name="T86" fmla="*/ 943 w 117"/>
                <a:gd name="T87" fmla="*/ 2407 h 469"/>
                <a:gd name="T88" fmla="*/ 1146 w 117"/>
                <a:gd name="T89" fmla="*/ 2724 h 469"/>
                <a:gd name="T90" fmla="*/ 830 w 117"/>
                <a:gd name="T91" fmla="*/ 3442 h 469"/>
                <a:gd name="T92" fmla="*/ 676 w 117"/>
                <a:gd name="T93" fmla="*/ 3393 h 469"/>
                <a:gd name="T94" fmla="*/ 851 w 117"/>
                <a:gd name="T95" fmla="*/ 3821 h 469"/>
                <a:gd name="T96" fmla="*/ 1108 w 117"/>
                <a:gd name="T97" fmla="*/ 3491 h 469"/>
                <a:gd name="T98" fmla="*/ 1123 w 117"/>
                <a:gd name="T99" fmla="*/ 3858 h 469"/>
                <a:gd name="T100" fmla="*/ 1079 w 117"/>
                <a:gd name="T101" fmla="*/ 4107 h 469"/>
                <a:gd name="T102" fmla="*/ 830 w 117"/>
                <a:gd name="T103" fmla="*/ 4042 h 469"/>
                <a:gd name="T104" fmla="*/ 851 w 117"/>
                <a:gd name="T105" fmla="*/ 3821 h 469"/>
                <a:gd name="T106" fmla="*/ 1352 w 117"/>
                <a:gd name="T107" fmla="*/ 6614 h 469"/>
                <a:gd name="T108" fmla="*/ 814 w 117"/>
                <a:gd name="T109" fmla="*/ 4941 h 469"/>
                <a:gd name="T110" fmla="*/ 993 w 117"/>
                <a:gd name="T111" fmla="*/ 4382 h 469"/>
                <a:gd name="T112" fmla="*/ 1302 w 117"/>
                <a:gd name="T113" fmla="*/ 5316 h 469"/>
                <a:gd name="T114" fmla="*/ 1352 w 117"/>
                <a:gd name="T115" fmla="*/ 6614 h 46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7" h="469">
                  <a:moveTo>
                    <a:pt x="108" y="469"/>
                  </a:moveTo>
                  <a:cubicBezTo>
                    <a:pt x="105" y="448"/>
                    <a:pt x="102" y="432"/>
                    <a:pt x="92" y="412"/>
                  </a:cubicBezTo>
                  <a:cubicBezTo>
                    <a:pt x="97" y="405"/>
                    <a:pt x="106" y="383"/>
                    <a:pt x="105" y="353"/>
                  </a:cubicBezTo>
                  <a:cubicBezTo>
                    <a:pt x="103" y="323"/>
                    <a:pt x="95" y="298"/>
                    <a:pt x="83" y="263"/>
                  </a:cubicBezTo>
                  <a:cubicBezTo>
                    <a:pt x="68" y="216"/>
                    <a:pt x="96" y="121"/>
                    <a:pt x="102" y="82"/>
                  </a:cubicBezTo>
                  <a:cubicBezTo>
                    <a:pt x="117" y="8"/>
                    <a:pt x="51" y="0"/>
                    <a:pt x="40" y="18"/>
                  </a:cubicBezTo>
                  <a:cubicBezTo>
                    <a:pt x="27" y="14"/>
                    <a:pt x="6" y="32"/>
                    <a:pt x="7" y="60"/>
                  </a:cubicBezTo>
                  <a:cubicBezTo>
                    <a:pt x="0" y="68"/>
                    <a:pt x="1" y="84"/>
                    <a:pt x="7" y="101"/>
                  </a:cubicBezTo>
                  <a:cubicBezTo>
                    <a:pt x="12" y="118"/>
                    <a:pt x="17" y="125"/>
                    <a:pt x="20" y="147"/>
                  </a:cubicBezTo>
                  <a:cubicBezTo>
                    <a:pt x="24" y="169"/>
                    <a:pt x="24" y="198"/>
                    <a:pt x="27" y="226"/>
                  </a:cubicBezTo>
                  <a:cubicBezTo>
                    <a:pt x="30" y="253"/>
                    <a:pt x="30" y="245"/>
                    <a:pt x="26" y="285"/>
                  </a:cubicBezTo>
                  <a:cubicBezTo>
                    <a:pt x="22" y="326"/>
                    <a:pt x="38" y="360"/>
                    <a:pt x="48" y="378"/>
                  </a:cubicBezTo>
                  <a:cubicBezTo>
                    <a:pt x="63" y="401"/>
                    <a:pt x="91" y="433"/>
                    <a:pt x="87" y="469"/>
                  </a:cubicBezTo>
                  <a:lnTo>
                    <a:pt x="108" y="469"/>
                  </a:lnTo>
                  <a:close/>
                  <a:moveTo>
                    <a:pt x="87" y="102"/>
                  </a:moveTo>
                  <a:cubicBezTo>
                    <a:pt x="86" y="109"/>
                    <a:pt x="81" y="124"/>
                    <a:pt x="76" y="131"/>
                  </a:cubicBezTo>
                  <a:cubicBezTo>
                    <a:pt x="71" y="138"/>
                    <a:pt x="71" y="117"/>
                    <a:pt x="69" y="110"/>
                  </a:cubicBezTo>
                  <a:cubicBezTo>
                    <a:pt x="67" y="99"/>
                    <a:pt x="59" y="89"/>
                    <a:pt x="65" y="87"/>
                  </a:cubicBezTo>
                  <a:cubicBezTo>
                    <a:pt x="70" y="86"/>
                    <a:pt x="76" y="88"/>
                    <a:pt x="81" y="89"/>
                  </a:cubicBezTo>
                  <a:cubicBezTo>
                    <a:pt x="87" y="90"/>
                    <a:pt x="88" y="94"/>
                    <a:pt x="87" y="102"/>
                  </a:cubicBezTo>
                  <a:close/>
                  <a:moveTo>
                    <a:pt x="90" y="40"/>
                  </a:moveTo>
                  <a:cubicBezTo>
                    <a:pt x="94" y="41"/>
                    <a:pt x="96" y="58"/>
                    <a:pt x="95" y="66"/>
                  </a:cubicBezTo>
                  <a:cubicBezTo>
                    <a:pt x="95" y="75"/>
                    <a:pt x="92" y="82"/>
                    <a:pt x="84" y="80"/>
                  </a:cubicBezTo>
                  <a:cubicBezTo>
                    <a:pt x="76" y="78"/>
                    <a:pt x="67" y="81"/>
                    <a:pt x="65" y="74"/>
                  </a:cubicBezTo>
                  <a:cubicBezTo>
                    <a:pt x="62" y="68"/>
                    <a:pt x="66" y="67"/>
                    <a:pt x="69" y="58"/>
                  </a:cubicBezTo>
                  <a:cubicBezTo>
                    <a:pt x="72" y="49"/>
                    <a:pt x="73" y="47"/>
                    <a:pt x="77" y="45"/>
                  </a:cubicBezTo>
                  <a:cubicBezTo>
                    <a:pt x="80" y="43"/>
                    <a:pt x="87" y="39"/>
                    <a:pt x="90" y="40"/>
                  </a:cubicBezTo>
                  <a:close/>
                  <a:moveTo>
                    <a:pt x="49" y="23"/>
                  </a:moveTo>
                  <a:cubicBezTo>
                    <a:pt x="61" y="13"/>
                    <a:pt x="82" y="27"/>
                    <a:pt x="83" y="30"/>
                  </a:cubicBezTo>
                  <a:cubicBezTo>
                    <a:pt x="83" y="33"/>
                    <a:pt x="73" y="35"/>
                    <a:pt x="67" y="40"/>
                  </a:cubicBezTo>
                  <a:cubicBezTo>
                    <a:pt x="60" y="46"/>
                    <a:pt x="59" y="67"/>
                    <a:pt x="54" y="61"/>
                  </a:cubicBezTo>
                  <a:cubicBezTo>
                    <a:pt x="48" y="55"/>
                    <a:pt x="44" y="53"/>
                    <a:pt x="43" y="45"/>
                  </a:cubicBezTo>
                  <a:cubicBezTo>
                    <a:pt x="41" y="37"/>
                    <a:pt x="43" y="28"/>
                    <a:pt x="49" y="23"/>
                  </a:cubicBezTo>
                  <a:close/>
                  <a:moveTo>
                    <a:pt x="25" y="111"/>
                  </a:moveTo>
                  <a:cubicBezTo>
                    <a:pt x="18" y="98"/>
                    <a:pt x="11" y="83"/>
                    <a:pt x="16" y="75"/>
                  </a:cubicBezTo>
                  <a:cubicBezTo>
                    <a:pt x="24" y="63"/>
                    <a:pt x="35" y="66"/>
                    <a:pt x="44" y="75"/>
                  </a:cubicBezTo>
                  <a:cubicBezTo>
                    <a:pt x="53" y="84"/>
                    <a:pt x="57" y="106"/>
                    <a:pt x="56" y="112"/>
                  </a:cubicBezTo>
                  <a:cubicBezTo>
                    <a:pt x="55" y="118"/>
                    <a:pt x="56" y="119"/>
                    <a:pt x="48" y="119"/>
                  </a:cubicBezTo>
                  <a:cubicBezTo>
                    <a:pt x="41" y="120"/>
                    <a:pt x="38" y="126"/>
                    <a:pt x="34" y="127"/>
                  </a:cubicBezTo>
                  <a:cubicBezTo>
                    <a:pt x="31" y="128"/>
                    <a:pt x="32" y="124"/>
                    <a:pt x="25" y="111"/>
                  </a:cubicBezTo>
                  <a:close/>
                  <a:moveTo>
                    <a:pt x="39" y="199"/>
                  </a:moveTo>
                  <a:cubicBezTo>
                    <a:pt x="40" y="185"/>
                    <a:pt x="39" y="167"/>
                    <a:pt x="38" y="158"/>
                  </a:cubicBezTo>
                  <a:cubicBezTo>
                    <a:pt x="35" y="144"/>
                    <a:pt x="42" y="142"/>
                    <a:pt x="45" y="141"/>
                  </a:cubicBezTo>
                  <a:cubicBezTo>
                    <a:pt x="47" y="140"/>
                    <a:pt x="50" y="140"/>
                    <a:pt x="54" y="141"/>
                  </a:cubicBezTo>
                  <a:cubicBezTo>
                    <a:pt x="64" y="142"/>
                    <a:pt x="68" y="151"/>
                    <a:pt x="66" y="160"/>
                  </a:cubicBezTo>
                  <a:cubicBezTo>
                    <a:pt x="64" y="170"/>
                    <a:pt x="54" y="192"/>
                    <a:pt x="48" y="202"/>
                  </a:cubicBezTo>
                  <a:cubicBezTo>
                    <a:pt x="43" y="212"/>
                    <a:pt x="38" y="213"/>
                    <a:pt x="39" y="199"/>
                  </a:cubicBezTo>
                  <a:close/>
                  <a:moveTo>
                    <a:pt x="49" y="224"/>
                  </a:moveTo>
                  <a:cubicBezTo>
                    <a:pt x="55" y="216"/>
                    <a:pt x="60" y="205"/>
                    <a:pt x="64" y="205"/>
                  </a:cubicBezTo>
                  <a:cubicBezTo>
                    <a:pt x="67" y="207"/>
                    <a:pt x="65" y="216"/>
                    <a:pt x="65" y="226"/>
                  </a:cubicBezTo>
                  <a:cubicBezTo>
                    <a:pt x="65" y="236"/>
                    <a:pt x="67" y="241"/>
                    <a:pt x="62" y="241"/>
                  </a:cubicBezTo>
                  <a:cubicBezTo>
                    <a:pt x="57" y="240"/>
                    <a:pt x="51" y="239"/>
                    <a:pt x="48" y="237"/>
                  </a:cubicBezTo>
                  <a:cubicBezTo>
                    <a:pt x="44" y="235"/>
                    <a:pt x="42" y="234"/>
                    <a:pt x="49" y="224"/>
                  </a:cubicBezTo>
                  <a:close/>
                  <a:moveTo>
                    <a:pt x="78" y="388"/>
                  </a:moveTo>
                  <a:cubicBezTo>
                    <a:pt x="56" y="354"/>
                    <a:pt x="44" y="317"/>
                    <a:pt x="47" y="290"/>
                  </a:cubicBezTo>
                  <a:cubicBezTo>
                    <a:pt x="51" y="264"/>
                    <a:pt x="50" y="255"/>
                    <a:pt x="57" y="257"/>
                  </a:cubicBezTo>
                  <a:cubicBezTo>
                    <a:pt x="63" y="259"/>
                    <a:pt x="68" y="281"/>
                    <a:pt x="75" y="312"/>
                  </a:cubicBezTo>
                  <a:cubicBezTo>
                    <a:pt x="83" y="343"/>
                    <a:pt x="90" y="365"/>
                    <a:pt x="78" y="388"/>
                  </a:cubicBezTo>
                  <a:close/>
                </a:path>
              </a:pathLst>
            </a:custGeom>
            <a:solidFill>
              <a:srgbClr val="008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Freeform 37">
              <a:extLst>
                <a:ext uri="{FF2B5EF4-FFF2-40B4-BE49-F238E27FC236}">
                  <a16:creationId xmlns:a16="http://schemas.microsoft.com/office/drawing/2014/main" id="{8580671C-0FF9-4EA9-993D-D0EA15337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208"/>
              <a:ext cx="191" cy="813"/>
            </a:xfrm>
            <a:custGeom>
              <a:avLst/>
              <a:gdLst>
                <a:gd name="T0" fmla="*/ 1871 w 108"/>
                <a:gd name="T1" fmla="*/ 7865 h 461"/>
                <a:gd name="T2" fmla="*/ 1592 w 108"/>
                <a:gd name="T3" fmla="*/ 6888 h 461"/>
                <a:gd name="T4" fmla="*/ 1505 w 108"/>
                <a:gd name="T5" fmla="*/ 6740 h 461"/>
                <a:gd name="T6" fmla="*/ 1351 w 108"/>
                <a:gd name="T7" fmla="*/ 6485 h 461"/>
                <a:gd name="T8" fmla="*/ 814 w 108"/>
                <a:gd name="T9" fmla="*/ 4806 h 461"/>
                <a:gd name="T10" fmla="*/ 951 w 108"/>
                <a:gd name="T11" fmla="*/ 4245 h 461"/>
                <a:gd name="T12" fmla="*/ 920 w 108"/>
                <a:gd name="T13" fmla="*/ 4044 h 461"/>
                <a:gd name="T14" fmla="*/ 951 w 108"/>
                <a:gd name="T15" fmla="*/ 3979 h 461"/>
                <a:gd name="T16" fmla="*/ 951 w 108"/>
                <a:gd name="T17" fmla="*/ 3956 h 461"/>
                <a:gd name="T18" fmla="*/ 829 w 108"/>
                <a:gd name="T19" fmla="*/ 3906 h 461"/>
                <a:gd name="T20" fmla="*/ 851 w 108"/>
                <a:gd name="T21" fmla="*/ 3686 h 461"/>
                <a:gd name="T22" fmla="*/ 966 w 108"/>
                <a:gd name="T23" fmla="*/ 3511 h 461"/>
                <a:gd name="T24" fmla="*/ 920 w 108"/>
                <a:gd name="T25" fmla="*/ 3418 h 461"/>
                <a:gd name="T26" fmla="*/ 951 w 108"/>
                <a:gd name="T27" fmla="*/ 3282 h 461"/>
                <a:gd name="T28" fmla="*/ 851 w 108"/>
                <a:gd name="T29" fmla="*/ 3307 h 461"/>
                <a:gd name="T30" fmla="*/ 863 w 108"/>
                <a:gd name="T31" fmla="*/ 3241 h 461"/>
                <a:gd name="T32" fmla="*/ 829 w 108"/>
                <a:gd name="T33" fmla="*/ 3307 h 461"/>
                <a:gd name="T34" fmla="*/ 676 w 108"/>
                <a:gd name="T35" fmla="*/ 3259 h 461"/>
                <a:gd name="T36" fmla="*/ 654 w 108"/>
                <a:gd name="T37" fmla="*/ 2562 h 461"/>
                <a:gd name="T38" fmla="*/ 778 w 108"/>
                <a:gd name="T39" fmla="*/ 2270 h 461"/>
                <a:gd name="T40" fmla="*/ 829 w 108"/>
                <a:gd name="T41" fmla="*/ 2256 h 461"/>
                <a:gd name="T42" fmla="*/ 829 w 108"/>
                <a:gd name="T43" fmla="*/ 2233 h 461"/>
                <a:gd name="T44" fmla="*/ 879 w 108"/>
                <a:gd name="T45" fmla="*/ 2032 h 461"/>
                <a:gd name="T46" fmla="*/ 778 w 108"/>
                <a:gd name="T47" fmla="*/ 2053 h 461"/>
                <a:gd name="T48" fmla="*/ 791 w 108"/>
                <a:gd name="T49" fmla="*/ 1940 h 461"/>
                <a:gd name="T50" fmla="*/ 713 w 108"/>
                <a:gd name="T51" fmla="*/ 1963 h 461"/>
                <a:gd name="T52" fmla="*/ 585 w 108"/>
                <a:gd name="T53" fmla="*/ 2032 h 461"/>
                <a:gd name="T54" fmla="*/ 432 w 108"/>
                <a:gd name="T55" fmla="*/ 1760 h 461"/>
                <a:gd name="T56" fmla="*/ 276 w 108"/>
                <a:gd name="T57" fmla="*/ 1141 h 461"/>
                <a:gd name="T58" fmla="*/ 697 w 108"/>
                <a:gd name="T59" fmla="*/ 1092 h 461"/>
                <a:gd name="T60" fmla="*/ 741 w 108"/>
                <a:gd name="T61" fmla="*/ 1055 h 461"/>
                <a:gd name="T62" fmla="*/ 725 w 108"/>
                <a:gd name="T63" fmla="*/ 986 h 461"/>
                <a:gd name="T64" fmla="*/ 778 w 108"/>
                <a:gd name="T65" fmla="*/ 848 h 461"/>
                <a:gd name="T66" fmla="*/ 851 w 108"/>
                <a:gd name="T67" fmla="*/ 834 h 461"/>
                <a:gd name="T68" fmla="*/ 741 w 108"/>
                <a:gd name="T69" fmla="*/ 631 h 461"/>
                <a:gd name="T70" fmla="*/ 851 w 108"/>
                <a:gd name="T71" fmla="*/ 252 h 461"/>
                <a:gd name="T72" fmla="*/ 1107 w 108"/>
                <a:gd name="T73" fmla="*/ 203 h 461"/>
                <a:gd name="T74" fmla="*/ 1144 w 108"/>
                <a:gd name="T75" fmla="*/ 152 h 461"/>
                <a:gd name="T76" fmla="*/ 1086 w 108"/>
                <a:gd name="T77" fmla="*/ 152 h 461"/>
                <a:gd name="T78" fmla="*/ 1196 w 108"/>
                <a:gd name="T79" fmla="*/ 86 h 461"/>
                <a:gd name="T80" fmla="*/ 1157 w 108"/>
                <a:gd name="T81" fmla="*/ 37 h 461"/>
                <a:gd name="T82" fmla="*/ 697 w 108"/>
                <a:gd name="T83" fmla="*/ 175 h 461"/>
                <a:gd name="T84" fmla="*/ 115 w 108"/>
                <a:gd name="T85" fmla="*/ 889 h 461"/>
                <a:gd name="T86" fmla="*/ 115 w 108"/>
                <a:gd name="T87" fmla="*/ 1585 h 461"/>
                <a:gd name="T88" fmla="*/ 345 w 108"/>
                <a:gd name="T89" fmla="*/ 2370 h 461"/>
                <a:gd name="T90" fmla="*/ 469 w 108"/>
                <a:gd name="T91" fmla="*/ 3714 h 461"/>
                <a:gd name="T92" fmla="*/ 447 w 108"/>
                <a:gd name="T93" fmla="*/ 4728 h 461"/>
                <a:gd name="T94" fmla="*/ 829 w 108"/>
                <a:gd name="T95" fmla="*/ 6321 h 461"/>
                <a:gd name="T96" fmla="*/ 1505 w 108"/>
                <a:gd name="T97" fmla="*/ 7865 h 461"/>
                <a:gd name="T98" fmla="*/ 1871 w 108"/>
                <a:gd name="T99" fmla="*/ 7865 h 46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08" h="461">
                  <a:moveTo>
                    <a:pt x="108" y="461"/>
                  </a:moveTo>
                  <a:cubicBezTo>
                    <a:pt x="105" y="440"/>
                    <a:pt x="102" y="424"/>
                    <a:pt x="92" y="404"/>
                  </a:cubicBezTo>
                  <a:cubicBezTo>
                    <a:pt x="93" y="403"/>
                    <a:pt x="88" y="397"/>
                    <a:pt x="87" y="395"/>
                  </a:cubicBezTo>
                  <a:cubicBezTo>
                    <a:pt x="82" y="388"/>
                    <a:pt x="79" y="378"/>
                    <a:pt x="78" y="380"/>
                  </a:cubicBezTo>
                  <a:cubicBezTo>
                    <a:pt x="56" y="346"/>
                    <a:pt x="44" y="309"/>
                    <a:pt x="47" y="282"/>
                  </a:cubicBezTo>
                  <a:cubicBezTo>
                    <a:pt x="50" y="258"/>
                    <a:pt x="50" y="249"/>
                    <a:pt x="55" y="249"/>
                  </a:cubicBezTo>
                  <a:cubicBezTo>
                    <a:pt x="55" y="244"/>
                    <a:pt x="55" y="238"/>
                    <a:pt x="53" y="237"/>
                  </a:cubicBezTo>
                  <a:cubicBezTo>
                    <a:pt x="54" y="236"/>
                    <a:pt x="55" y="233"/>
                    <a:pt x="55" y="233"/>
                  </a:cubicBezTo>
                  <a:cubicBezTo>
                    <a:pt x="55" y="232"/>
                    <a:pt x="55" y="232"/>
                    <a:pt x="55" y="232"/>
                  </a:cubicBezTo>
                  <a:cubicBezTo>
                    <a:pt x="52" y="231"/>
                    <a:pt x="49" y="230"/>
                    <a:pt x="48" y="229"/>
                  </a:cubicBezTo>
                  <a:cubicBezTo>
                    <a:pt x="44" y="227"/>
                    <a:pt x="42" y="226"/>
                    <a:pt x="49" y="216"/>
                  </a:cubicBezTo>
                  <a:cubicBezTo>
                    <a:pt x="51" y="213"/>
                    <a:pt x="54" y="209"/>
                    <a:pt x="56" y="206"/>
                  </a:cubicBezTo>
                  <a:cubicBezTo>
                    <a:pt x="56" y="203"/>
                    <a:pt x="55" y="201"/>
                    <a:pt x="53" y="200"/>
                  </a:cubicBezTo>
                  <a:cubicBezTo>
                    <a:pt x="53" y="197"/>
                    <a:pt x="55" y="195"/>
                    <a:pt x="55" y="192"/>
                  </a:cubicBezTo>
                  <a:cubicBezTo>
                    <a:pt x="53" y="191"/>
                    <a:pt x="51" y="193"/>
                    <a:pt x="49" y="194"/>
                  </a:cubicBezTo>
                  <a:cubicBezTo>
                    <a:pt x="49" y="193"/>
                    <a:pt x="50" y="191"/>
                    <a:pt x="50" y="190"/>
                  </a:cubicBezTo>
                  <a:cubicBezTo>
                    <a:pt x="50" y="191"/>
                    <a:pt x="49" y="193"/>
                    <a:pt x="48" y="194"/>
                  </a:cubicBezTo>
                  <a:cubicBezTo>
                    <a:pt x="43" y="204"/>
                    <a:pt x="38" y="205"/>
                    <a:pt x="39" y="191"/>
                  </a:cubicBezTo>
                  <a:cubicBezTo>
                    <a:pt x="40" y="177"/>
                    <a:pt x="39" y="159"/>
                    <a:pt x="38" y="150"/>
                  </a:cubicBezTo>
                  <a:cubicBezTo>
                    <a:pt x="35" y="136"/>
                    <a:pt x="42" y="134"/>
                    <a:pt x="45" y="133"/>
                  </a:cubicBezTo>
                  <a:cubicBezTo>
                    <a:pt x="46" y="133"/>
                    <a:pt x="47" y="133"/>
                    <a:pt x="48" y="132"/>
                  </a:cubicBezTo>
                  <a:cubicBezTo>
                    <a:pt x="48" y="132"/>
                    <a:pt x="48" y="131"/>
                    <a:pt x="48" y="131"/>
                  </a:cubicBezTo>
                  <a:cubicBezTo>
                    <a:pt x="49" y="125"/>
                    <a:pt x="49" y="125"/>
                    <a:pt x="51" y="119"/>
                  </a:cubicBezTo>
                  <a:cubicBezTo>
                    <a:pt x="49" y="119"/>
                    <a:pt x="47" y="119"/>
                    <a:pt x="45" y="120"/>
                  </a:cubicBezTo>
                  <a:cubicBezTo>
                    <a:pt x="45" y="118"/>
                    <a:pt x="45" y="116"/>
                    <a:pt x="46" y="114"/>
                  </a:cubicBezTo>
                  <a:cubicBezTo>
                    <a:pt x="44" y="114"/>
                    <a:pt x="42" y="114"/>
                    <a:pt x="41" y="115"/>
                  </a:cubicBezTo>
                  <a:cubicBezTo>
                    <a:pt x="38" y="117"/>
                    <a:pt x="36" y="119"/>
                    <a:pt x="34" y="119"/>
                  </a:cubicBezTo>
                  <a:cubicBezTo>
                    <a:pt x="31" y="120"/>
                    <a:pt x="32" y="116"/>
                    <a:pt x="25" y="103"/>
                  </a:cubicBezTo>
                  <a:cubicBezTo>
                    <a:pt x="18" y="90"/>
                    <a:pt x="11" y="75"/>
                    <a:pt x="16" y="67"/>
                  </a:cubicBezTo>
                  <a:cubicBezTo>
                    <a:pt x="23" y="57"/>
                    <a:pt x="32" y="58"/>
                    <a:pt x="40" y="64"/>
                  </a:cubicBezTo>
                  <a:cubicBezTo>
                    <a:pt x="40" y="63"/>
                    <a:pt x="42" y="63"/>
                    <a:pt x="43" y="62"/>
                  </a:cubicBezTo>
                  <a:cubicBezTo>
                    <a:pt x="43" y="60"/>
                    <a:pt x="42" y="58"/>
                    <a:pt x="42" y="58"/>
                  </a:cubicBezTo>
                  <a:cubicBezTo>
                    <a:pt x="44" y="55"/>
                    <a:pt x="49" y="55"/>
                    <a:pt x="45" y="50"/>
                  </a:cubicBezTo>
                  <a:cubicBezTo>
                    <a:pt x="48" y="51"/>
                    <a:pt x="49" y="51"/>
                    <a:pt x="49" y="49"/>
                  </a:cubicBezTo>
                  <a:cubicBezTo>
                    <a:pt x="46" y="46"/>
                    <a:pt x="44" y="43"/>
                    <a:pt x="43" y="37"/>
                  </a:cubicBezTo>
                  <a:cubicBezTo>
                    <a:pt x="41" y="29"/>
                    <a:pt x="43" y="20"/>
                    <a:pt x="49" y="15"/>
                  </a:cubicBezTo>
                  <a:cubicBezTo>
                    <a:pt x="53" y="12"/>
                    <a:pt x="59" y="11"/>
                    <a:pt x="64" y="12"/>
                  </a:cubicBezTo>
                  <a:cubicBezTo>
                    <a:pt x="64" y="11"/>
                    <a:pt x="65" y="10"/>
                    <a:pt x="66" y="9"/>
                  </a:cubicBezTo>
                  <a:cubicBezTo>
                    <a:pt x="65" y="9"/>
                    <a:pt x="64" y="9"/>
                    <a:pt x="63" y="9"/>
                  </a:cubicBezTo>
                  <a:cubicBezTo>
                    <a:pt x="65" y="7"/>
                    <a:pt x="67" y="5"/>
                    <a:pt x="69" y="5"/>
                  </a:cubicBezTo>
                  <a:cubicBezTo>
                    <a:pt x="68" y="4"/>
                    <a:pt x="67" y="3"/>
                    <a:pt x="67" y="2"/>
                  </a:cubicBezTo>
                  <a:cubicBezTo>
                    <a:pt x="55" y="0"/>
                    <a:pt x="44" y="3"/>
                    <a:pt x="40" y="10"/>
                  </a:cubicBezTo>
                  <a:cubicBezTo>
                    <a:pt x="27" y="6"/>
                    <a:pt x="6" y="24"/>
                    <a:pt x="7" y="52"/>
                  </a:cubicBezTo>
                  <a:cubicBezTo>
                    <a:pt x="0" y="60"/>
                    <a:pt x="1" y="76"/>
                    <a:pt x="7" y="93"/>
                  </a:cubicBezTo>
                  <a:cubicBezTo>
                    <a:pt x="12" y="110"/>
                    <a:pt x="17" y="117"/>
                    <a:pt x="20" y="139"/>
                  </a:cubicBezTo>
                  <a:cubicBezTo>
                    <a:pt x="24" y="161"/>
                    <a:pt x="24" y="190"/>
                    <a:pt x="27" y="218"/>
                  </a:cubicBezTo>
                  <a:cubicBezTo>
                    <a:pt x="30" y="245"/>
                    <a:pt x="30" y="237"/>
                    <a:pt x="26" y="277"/>
                  </a:cubicBezTo>
                  <a:cubicBezTo>
                    <a:pt x="22" y="318"/>
                    <a:pt x="38" y="352"/>
                    <a:pt x="48" y="370"/>
                  </a:cubicBezTo>
                  <a:cubicBezTo>
                    <a:pt x="63" y="393"/>
                    <a:pt x="91" y="425"/>
                    <a:pt x="87" y="461"/>
                  </a:cubicBezTo>
                  <a:lnTo>
                    <a:pt x="108" y="461"/>
                  </a:ln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Freeform 38">
              <a:extLst>
                <a:ext uri="{FF2B5EF4-FFF2-40B4-BE49-F238E27FC236}">
                  <a16:creationId xmlns:a16="http://schemas.microsoft.com/office/drawing/2014/main" id="{830C8FAF-C797-4AC1-85BF-A30B68B51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248"/>
              <a:ext cx="22" cy="32"/>
            </a:xfrm>
            <a:custGeom>
              <a:avLst/>
              <a:gdLst>
                <a:gd name="T0" fmla="*/ 246 w 12"/>
                <a:gd name="T1" fmla="*/ 0 h 18"/>
                <a:gd name="T2" fmla="*/ 0 w 12"/>
                <a:gd name="T3" fmla="*/ 231 h 18"/>
                <a:gd name="T4" fmla="*/ 205 w 12"/>
                <a:gd name="T5" fmla="*/ 28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7" y="2"/>
                    <a:pt x="0" y="9"/>
                    <a:pt x="0" y="13"/>
                  </a:cubicBezTo>
                  <a:cubicBezTo>
                    <a:pt x="1" y="18"/>
                    <a:pt x="10" y="16"/>
                    <a:pt x="10" y="16"/>
                  </a:cubicBezTo>
                </a:path>
              </a:pathLst>
            </a:custGeom>
            <a:solidFill>
              <a:srgbClr val="C8A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39">
              <a:extLst>
                <a:ext uri="{FF2B5EF4-FFF2-40B4-BE49-F238E27FC236}">
                  <a16:creationId xmlns:a16="http://schemas.microsoft.com/office/drawing/2014/main" id="{890A2D6D-2FDC-4A00-9962-6EBD4AF46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914"/>
              <a:ext cx="44" cy="107"/>
            </a:xfrm>
            <a:custGeom>
              <a:avLst/>
              <a:gdLst>
                <a:gd name="T0" fmla="*/ 201 w 25"/>
                <a:gd name="T1" fmla="*/ 0 h 61"/>
                <a:gd name="T2" fmla="*/ 37 w 25"/>
                <a:gd name="T3" fmla="*/ 1016 h 61"/>
                <a:gd name="T4" fmla="*/ 338 w 25"/>
                <a:gd name="T5" fmla="*/ 1016 h 61"/>
                <a:gd name="T6" fmla="*/ 421 w 25"/>
                <a:gd name="T7" fmla="*/ 437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1">
                  <a:moveTo>
                    <a:pt x="12" y="0"/>
                  </a:moveTo>
                  <a:cubicBezTo>
                    <a:pt x="5" y="14"/>
                    <a:pt x="0" y="52"/>
                    <a:pt x="2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0" y="61"/>
                    <a:pt x="22" y="31"/>
                    <a:pt x="25" y="26"/>
                  </a:cubicBezTo>
                </a:path>
              </a:pathLst>
            </a:custGeom>
            <a:solidFill>
              <a:srgbClr val="008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40">
              <a:extLst>
                <a:ext uri="{FF2B5EF4-FFF2-40B4-BE49-F238E27FC236}">
                  <a16:creationId xmlns:a16="http://schemas.microsoft.com/office/drawing/2014/main" id="{B141DCDD-2ED5-4A2E-946A-DA84BAC03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668"/>
              <a:ext cx="35" cy="149"/>
            </a:xfrm>
            <a:custGeom>
              <a:avLst/>
              <a:gdLst>
                <a:gd name="T0" fmla="*/ 0 w 20"/>
                <a:gd name="T1" fmla="*/ 0 h 84"/>
                <a:gd name="T2" fmla="*/ 327 w 20"/>
                <a:gd name="T3" fmla="*/ 1472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4">
                  <a:moveTo>
                    <a:pt x="0" y="0"/>
                  </a:moveTo>
                  <a:cubicBezTo>
                    <a:pt x="8" y="21"/>
                    <a:pt x="20" y="66"/>
                    <a:pt x="20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6" name="Freeform 41">
              <a:extLst>
                <a:ext uri="{FF2B5EF4-FFF2-40B4-BE49-F238E27FC236}">
                  <a16:creationId xmlns:a16="http://schemas.microsoft.com/office/drawing/2014/main" id="{375012F5-D734-4F7A-8E57-D49730C3B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561"/>
              <a:ext cx="39" cy="254"/>
            </a:xfrm>
            <a:custGeom>
              <a:avLst/>
              <a:gdLst>
                <a:gd name="T0" fmla="*/ 179 w 22"/>
                <a:gd name="T1" fmla="*/ 0 h 144"/>
                <a:gd name="T2" fmla="*/ 245 w 22"/>
                <a:gd name="T3" fmla="*/ 757 h 144"/>
                <a:gd name="T4" fmla="*/ 383 w 22"/>
                <a:gd name="T5" fmla="*/ 2457 h 144"/>
                <a:gd name="T6" fmla="*/ 268 w 22"/>
                <a:gd name="T7" fmla="*/ 1251 h 144"/>
                <a:gd name="T8" fmla="*/ 179 w 22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4">
                  <a:moveTo>
                    <a:pt x="10" y="0"/>
                  </a:moveTo>
                  <a:cubicBezTo>
                    <a:pt x="10" y="13"/>
                    <a:pt x="15" y="28"/>
                    <a:pt x="14" y="44"/>
                  </a:cubicBezTo>
                  <a:cubicBezTo>
                    <a:pt x="13" y="60"/>
                    <a:pt x="0" y="102"/>
                    <a:pt x="22" y="144"/>
                  </a:cubicBezTo>
                  <a:cubicBezTo>
                    <a:pt x="16" y="129"/>
                    <a:pt x="10" y="98"/>
                    <a:pt x="15" y="73"/>
                  </a:cubicBezTo>
                  <a:cubicBezTo>
                    <a:pt x="20" y="48"/>
                    <a:pt x="16" y="18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7" name="Freeform 42">
              <a:extLst>
                <a:ext uri="{FF2B5EF4-FFF2-40B4-BE49-F238E27FC236}">
                  <a16:creationId xmlns:a16="http://schemas.microsoft.com/office/drawing/2014/main" id="{BE7958FF-52C1-40EA-8B3B-054C90149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437"/>
              <a:ext cx="41" cy="85"/>
            </a:xfrm>
            <a:custGeom>
              <a:avLst/>
              <a:gdLst>
                <a:gd name="T0" fmla="*/ 52 w 23"/>
                <a:gd name="T1" fmla="*/ 0 h 48"/>
                <a:gd name="T2" fmla="*/ 182 w 23"/>
                <a:gd name="T3" fmla="*/ 383 h 48"/>
                <a:gd name="T4" fmla="*/ 0 w 23"/>
                <a:gd name="T5" fmla="*/ 838 h 48"/>
                <a:gd name="T6" fmla="*/ 52 w 23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8">
                  <a:moveTo>
                    <a:pt x="3" y="0"/>
                  </a:moveTo>
                  <a:cubicBezTo>
                    <a:pt x="9" y="2"/>
                    <a:pt x="13" y="9"/>
                    <a:pt x="10" y="22"/>
                  </a:cubicBezTo>
                  <a:cubicBezTo>
                    <a:pt x="7" y="36"/>
                    <a:pt x="0" y="48"/>
                    <a:pt x="0" y="48"/>
                  </a:cubicBezTo>
                  <a:cubicBezTo>
                    <a:pt x="16" y="29"/>
                    <a:pt x="23" y="5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8" name="Freeform 43">
              <a:extLst>
                <a:ext uri="{FF2B5EF4-FFF2-40B4-BE49-F238E27FC236}">
                  <a16:creationId xmlns:a16="http://schemas.microsoft.com/office/drawing/2014/main" id="{A67F69E9-3DB3-421B-A92C-621555F80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3248"/>
              <a:ext cx="41" cy="50"/>
            </a:xfrm>
            <a:custGeom>
              <a:avLst/>
              <a:gdLst>
                <a:gd name="T0" fmla="*/ 0 w 23"/>
                <a:gd name="T1" fmla="*/ 491 h 28"/>
                <a:gd name="T2" fmla="*/ 296 w 23"/>
                <a:gd name="T3" fmla="*/ 398 h 28"/>
                <a:gd name="T4" fmla="*/ 398 w 23"/>
                <a:gd name="T5" fmla="*/ 0 h 28"/>
                <a:gd name="T6" fmla="*/ 362 w 23"/>
                <a:gd name="T7" fmla="*/ 414 h 28"/>
                <a:gd name="T8" fmla="*/ 0 w 23"/>
                <a:gd name="T9" fmla="*/ 49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0" y="27"/>
                  </a:moveTo>
                  <a:cubicBezTo>
                    <a:pt x="5" y="23"/>
                    <a:pt x="13" y="26"/>
                    <a:pt x="16" y="22"/>
                  </a:cubicBezTo>
                  <a:cubicBezTo>
                    <a:pt x="20" y="19"/>
                    <a:pt x="16" y="8"/>
                    <a:pt x="22" y="0"/>
                  </a:cubicBezTo>
                  <a:cubicBezTo>
                    <a:pt x="22" y="12"/>
                    <a:pt x="23" y="19"/>
                    <a:pt x="20" y="23"/>
                  </a:cubicBezTo>
                  <a:cubicBezTo>
                    <a:pt x="17" y="28"/>
                    <a:pt x="1" y="24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9" name="Freeform 44">
              <a:extLst>
                <a:ext uri="{FF2B5EF4-FFF2-40B4-BE49-F238E27FC236}">
                  <a16:creationId xmlns:a16="http://schemas.microsoft.com/office/drawing/2014/main" id="{21A3DBDA-46C6-4CFF-AC36-E7D8B94D5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133"/>
              <a:ext cx="1165" cy="1500"/>
            </a:xfrm>
            <a:custGeom>
              <a:avLst/>
              <a:gdLst>
                <a:gd name="T0" fmla="*/ 11260 w 658"/>
                <a:gd name="T1" fmla="*/ 10592 h 850"/>
                <a:gd name="T2" fmla="*/ 9984 w 658"/>
                <a:gd name="T3" fmla="*/ 6226 h 850"/>
                <a:gd name="T4" fmla="*/ 8913 w 658"/>
                <a:gd name="T5" fmla="*/ 49 h 850"/>
                <a:gd name="T6" fmla="*/ 5843 w 658"/>
                <a:gd name="T7" fmla="*/ 1320 h 850"/>
                <a:gd name="T8" fmla="*/ 2436 w 658"/>
                <a:gd name="T9" fmla="*/ 0 h 850"/>
                <a:gd name="T10" fmla="*/ 2420 w 658"/>
                <a:gd name="T11" fmla="*/ 0 h 850"/>
                <a:gd name="T12" fmla="*/ 2436 w 658"/>
                <a:gd name="T13" fmla="*/ 582 h 850"/>
                <a:gd name="T14" fmla="*/ 765 w 658"/>
                <a:gd name="T15" fmla="*/ 8903 h 850"/>
                <a:gd name="T16" fmla="*/ 2615 w 658"/>
                <a:gd name="T17" fmla="*/ 14509 h 850"/>
                <a:gd name="T18" fmla="*/ 4747 w 658"/>
                <a:gd name="T19" fmla="*/ 12180 h 850"/>
                <a:gd name="T20" fmla="*/ 5712 w 658"/>
                <a:gd name="T21" fmla="*/ 10221 h 850"/>
                <a:gd name="T22" fmla="*/ 6770 w 658"/>
                <a:gd name="T23" fmla="*/ 12180 h 850"/>
                <a:gd name="T24" fmla="*/ 8580 w 658"/>
                <a:gd name="T25" fmla="*/ 14546 h 850"/>
                <a:gd name="T26" fmla="*/ 11260 w 658"/>
                <a:gd name="T27" fmla="*/ 10592 h 8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8" h="850">
                  <a:moveTo>
                    <a:pt x="647" y="619"/>
                  </a:moveTo>
                  <a:cubicBezTo>
                    <a:pt x="637" y="536"/>
                    <a:pt x="599" y="455"/>
                    <a:pt x="574" y="364"/>
                  </a:cubicBezTo>
                  <a:cubicBezTo>
                    <a:pt x="525" y="189"/>
                    <a:pt x="515" y="106"/>
                    <a:pt x="512" y="3"/>
                  </a:cubicBezTo>
                  <a:cubicBezTo>
                    <a:pt x="506" y="44"/>
                    <a:pt x="435" y="77"/>
                    <a:pt x="336" y="77"/>
                  </a:cubicBezTo>
                  <a:cubicBezTo>
                    <a:pt x="234" y="77"/>
                    <a:pt x="140" y="43"/>
                    <a:pt x="140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0" y="14"/>
                    <a:pt x="140" y="26"/>
                    <a:pt x="140" y="34"/>
                  </a:cubicBezTo>
                  <a:cubicBezTo>
                    <a:pt x="140" y="267"/>
                    <a:pt x="92" y="337"/>
                    <a:pt x="44" y="520"/>
                  </a:cubicBezTo>
                  <a:cubicBezTo>
                    <a:pt x="0" y="686"/>
                    <a:pt x="15" y="848"/>
                    <a:pt x="150" y="848"/>
                  </a:cubicBezTo>
                  <a:cubicBezTo>
                    <a:pt x="285" y="848"/>
                    <a:pt x="281" y="750"/>
                    <a:pt x="273" y="712"/>
                  </a:cubicBezTo>
                  <a:cubicBezTo>
                    <a:pt x="263" y="656"/>
                    <a:pt x="263" y="602"/>
                    <a:pt x="328" y="597"/>
                  </a:cubicBezTo>
                  <a:cubicBezTo>
                    <a:pt x="406" y="591"/>
                    <a:pt x="401" y="651"/>
                    <a:pt x="389" y="712"/>
                  </a:cubicBezTo>
                  <a:cubicBezTo>
                    <a:pt x="386" y="726"/>
                    <a:pt x="347" y="850"/>
                    <a:pt x="493" y="850"/>
                  </a:cubicBezTo>
                  <a:cubicBezTo>
                    <a:pt x="639" y="850"/>
                    <a:pt x="658" y="705"/>
                    <a:pt x="647" y="619"/>
                  </a:cubicBezTo>
                  <a:close/>
                </a:path>
              </a:pathLst>
            </a:custGeom>
            <a:solidFill>
              <a:srgbClr val="BEA27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0" name="Freeform 45">
              <a:extLst>
                <a:ext uri="{FF2B5EF4-FFF2-40B4-BE49-F238E27FC236}">
                  <a16:creationId xmlns:a16="http://schemas.microsoft.com/office/drawing/2014/main" id="{ADC1223E-F22C-409A-96B8-D30542BF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70"/>
              <a:ext cx="1111" cy="1451"/>
            </a:xfrm>
            <a:custGeom>
              <a:avLst/>
              <a:gdLst>
                <a:gd name="T0" fmla="*/ 10776 w 628"/>
                <a:gd name="T1" fmla="*/ 10544 h 822"/>
                <a:gd name="T2" fmla="*/ 10726 w 628"/>
                <a:gd name="T3" fmla="*/ 9989 h 822"/>
                <a:gd name="T4" fmla="*/ 9489 w 628"/>
                <a:gd name="T5" fmla="*/ 5774 h 822"/>
                <a:gd name="T6" fmla="*/ 9307 w 628"/>
                <a:gd name="T7" fmla="*/ 5089 h 822"/>
                <a:gd name="T8" fmla="*/ 8493 w 628"/>
                <a:gd name="T9" fmla="*/ 0 h 822"/>
                <a:gd name="T10" fmla="*/ 5564 w 628"/>
                <a:gd name="T11" fmla="*/ 962 h 822"/>
                <a:gd name="T12" fmla="*/ 2303 w 628"/>
                <a:gd name="T13" fmla="*/ 21 h 822"/>
                <a:gd name="T14" fmla="*/ 2303 w 628"/>
                <a:gd name="T15" fmla="*/ 408 h 822"/>
                <a:gd name="T16" fmla="*/ 699 w 628"/>
                <a:gd name="T17" fmla="*/ 8425 h 822"/>
                <a:gd name="T18" fmla="*/ 2165 w 628"/>
                <a:gd name="T19" fmla="*/ 14021 h 822"/>
                <a:gd name="T20" fmla="*/ 3515 w 628"/>
                <a:gd name="T21" fmla="*/ 13866 h 822"/>
                <a:gd name="T22" fmla="*/ 4281 w 628"/>
                <a:gd name="T23" fmla="*/ 12053 h 822"/>
                <a:gd name="T24" fmla="*/ 4508 w 628"/>
                <a:gd name="T25" fmla="*/ 12139 h 822"/>
                <a:gd name="T26" fmla="*/ 4469 w 628"/>
                <a:gd name="T27" fmla="*/ 11846 h 822"/>
                <a:gd name="T28" fmla="*/ 5428 w 628"/>
                <a:gd name="T29" fmla="*/ 9875 h 822"/>
                <a:gd name="T30" fmla="*/ 6486 w 628"/>
                <a:gd name="T31" fmla="*/ 11846 h 822"/>
                <a:gd name="T32" fmla="*/ 6638 w 628"/>
                <a:gd name="T33" fmla="*/ 13576 h 822"/>
                <a:gd name="T34" fmla="*/ 6622 w 628"/>
                <a:gd name="T35" fmla="*/ 13576 h 822"/>
                <a:gd name="T36" fmla="*/ 6601 w 628"/>
                <a:gd name="T37" fmla="*/ 13576 h 822"/>
                <a:gd name="T38" fmla="*/ 8072 w 628"/>
                <a:gd name="T39" fmla="*/ 14069 h 822"/>
                <a:gd name="T40" fmla="*/ 8561 w 628"/>
                <a:gd name="T41" fmla="*/ 14048 h 822"/>
                <a:gd name="T42" fmla="*/ 10776 w 628"/>
                <a:gd name="T43" fmla="*/ 10544 h 8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28" h="822">
                  <a:moveTo>
                    <a:pt x="622" y="615"/>
                  </a:moveTo>
                  <a:cubicBezTo>
                    <a:pt x="622" y="604"/>
                    <a:pt x="620" y="593"/>
                    <a:pt x="619" y="583"/>
                  </a:cubicBezTo>
                  <a:cubicBezTo>
                    <a:pt x="606" y="507"/>
                    <a:pt x="572" y="428"/>
                    <a:pt x="548" y="337"/>
                  </a:cubicBezTo>
                  <a:cubicBezTo>
                    <a:pt x="544" y="323"/>
                    <a:pt x="541" y="310"/>
                    <a:pt x="537" y="297"/>
                  </a:cubicBezTo>
                  <a:cubicBezTo>
                    <a:pt x="505" y="168"/>
                    <a:pt x="493" y="87"/>
                    <a:pt x="490" y="0"/>
                  </a:cubicBezTo>
                  <a:cubicBezTo>
                    <a:pt x="469" y="32"/>
                    <a:pt x="405" y="56"/>
                    <a:pt x="321" y="56"/>
                  </a:cubicBezTo>
                  <a:cubicBezTo>
                    <a:pt x="237" y="56"/>
                    <a:pt x="158" y="33"/>
                    <a:pt x="133" y="1"/>
                  </a:cubicBezTo>
                  <a:cubicBezTo>
                    <a:pt x="133" y="10"/>
                    <a:pt x="133" y="18"/>
                    <a:pt x="133" y="24"/>
                  </a:cubicBezTo>
                  <a:cubicBezTo>
                    <a:pt x="133" y="247"/>
                    <a:pt x="85" y="321"/>
                    <a:pt x="40" y="492"/>
                  </a:cubicBezTo>
                  <a:cubicBezTo>
                    <a:pt x="0" y="649"/>
                    <a:pt x="11" y="807"/>
                    <a:pt x="125" y="818"/>
                  </a:cubicBezTo>
                  <a:cubicBezTo>
                    <a:pt x="158" y="822"/>
                    <a:pt x="182" y="818"/>
                    <a:pt x="203" y="809"/>
                  </a:cubicBezTo>
                  <a:cubicBezTo>
                    <a:pt x="255" y="786"/>
                    <a:pt x="251" y="725"/>
                    <a:pt x="247" y="703"/>
                  </a:cubicBezTo>
                  <a:cubicBezTo>
                    <a:pt x="260" y="708"/>
                    <a:pt x="260" y="708"/>
                    <a:pt x="260" y="708"/>
                  </a:cubicBezTo>
                  <a:cubicBezTo>
                    <a:pt x="260" y="701"/>
                    <a:pt x="259" y="696"/>
                    <a:pt x="258" y="691"/>
                  </a:cubicBezTo>
                  <a:cubicBezTo>
                    <a:pt x="248" y="635"/>
                    <a:pt x="248" y="581"/>
                    <a:pt x="313" y="576"/>
                  </a:cubicBezTo>
                  <a:cubicBezTo>
                    <a:pt x="391" y="570"/>
                    <a:pt x="386" y="630"/>
                    <a:pt x="374" y="691"/>
                  </a:cubicBezTo>
                  <a:cubicBezTo>
                    <a:pt x="372" y="700"/>
                    <a:pt x="355" y="754"/>
                    <a:pt x="383" y="792"/>
                  </a:cubicBezTo>
                  <a:cubicBezTo>
                    <a:pt x="382" y="792"/>
                    <a:pt x="382" y="792"/>
                    <a:pt x="382" y="792"/>
                  </a:cubicBezTo>
                  <a:cubicBezTo>
                    <a:pt x="382" y="792"/>
                    <a:pt x="382" y="792"/>
                    <a:pt x="381" y="792"/>
                  </a:cubicBezTo>
                  <a:cubicBezTo>
                    <a:pt x="395" y="806"/>
                    <a:pt x="420" y="819"/>
                    <a:pt x="466" y="821"/>
                  </a:cubicBezTo>
                  <a:cubicBezTo>
                    <a:pt x="475" y="822"/>
                    <a:pt x="484" y="821"/>
                    <a:pt x="494" y="820"/>
                  </a:cubicBezTo>
                  <a:cubicBezTo>
                    <a:pt x="604" y="809"/>
                    <a:pt x="628" y="696"/>
                    <a:pt x="622" y="615"/>
                  </a:cubicBezTo>
                  <a:close/>
                </a:path>
              </a:pathLst>
            </a:custGeom>
            <a:solidFill>
              <a:srgbClr val="E3BCBD"/>
            </a:solidFill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1" name="Freeform 46">
              <a:extLst>
                <a:ext uri="{FF2B5EF4-FFF2-40B4-BE49-F238E27FC236}">
                  <a16:creationId xmlns:a16="http://schemas.microsoft.com/office/drawing/2014/main" id="{3FD532C7-0F0E-4520-AFEF-E137C6229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172"/>
              <a:ext cx="626" cy="146"/>
            </a:xfrm>
            <a:custGeom>
              <a:avLst/>
              <a:gdLst>
                <a:gd name="T0" fmla="*/ 6122 w 354"/>
                <a:gd name="T1" fmla="*/ 288 h 83"/>
                <a:gd name="T2" fmla="*/ 6081 w 354"/>
                <a:gd name="T3" fmla="*/ 0 h 83"/>
                <a:gd name="T4" fmla="*/ 3218 w 354"/>
                <a:gd name="T5" fmla="*/ 931 h 83"/>
                <a:gd name="T6" fmla="*/ 0 w 354"/>
                <a:gd name="T7" fmla="*/ 21 h 83"/>
                <a:gd name="T8" fmla="*/ 21 w 354"/>
                <a:gd name="T9" fmla="*/ 250 h 83"/>
                <a:gd name="T10" fmla="*/ 21 w 354"/>
                <a:gd name="T11" fmla="*/ 354 h 83"/>
                <a:gd name="T12" fmla="*/ 3218 w 354"/>
                <a:gd name="T13" fmla="*/ 1398 h 83"/>
                <a:gd name="T14" fmla="*/ 6122 w 354"/>
                <a:gd name="T15" fmla="*/ 288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4" h="83">
                  <a:moveTo>
                    <a:pt x="354" y="17"/>
                  </a:moveTo>
                  <a:cubicBezTo>
                    <a:pt x="353" y="8"/>
                    <a:pt x="353" y="8"/>
                    <a:pt x="352" y="0"/>
                  </a:cubicBezTo>
                  <a:cubicBezTo>
                    <a:pt x="332" y="31"/>
                    <a:pt x="269" y="55"/>
                    <a:pt x="186" y="55"/>
                  </a:cubicBezTo>
                  <a:cubicBezTo>
                    <a:pt x="103" y="55"/>
                    <a:pt x="25" y="32"/>
                    <a:pt x="0" y="1"/>
                  </a:cubicBezTo>
                  <a:cubicBezTo>
                    <a:pt x="1" y="9"/>
                    <a:pt x="1" y="9"/>
                    <a:pt x="1" y="15"/>
                  </a:cubicBezTo>
                  <a:cubicBezTo>
                    <a:pt x="1" y="17"/>
                    <a:pt x="1" y="19"/>
                    <a:pt x="1" y="21"/>
                  </a:cubicBezTo>
                  <a:cubicBezTo>
                    <a:pt x="26" y="52"/>
                    <a:pt x="103" y="83"/>
                    <a:pt x="186" y="83"/>
                  </a:cubicBezTo>
                  <a:cubicBezTo>
                    <a:pt x="271" y="83"/>
                    <a:pt x="335" y="49"/>
                    <a:pt x="354" y="17"/>
                  </a:cubicBezTo>
                  <a:close/>
                </a:path>
              </a:pathLst>
            </a:custGeom>
            <a:solidFill>
              <a:srgbClr val="D79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2" name="Freeform 47">
              <a:extLst>
                <a:ext uri="{FF2B5EF4-FFF2-40B4-BE49-F238E27FC236}">
                  <a16:creationId xmlns:a16="http://schemas.microsoft.com/office/drawing/2014/main" id="{748F6D4A-1F67-4F3C-B631-5DB7C312D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216"/>
              <a:ext cx="964" cy="1387"/>
            </a:xfrm>
            <a:custGeom>
              <a:avLst/>
              <a:gdLst>
                <a:gd name="T0" fmla="*/ 9258 w 545"/>
                <a:gd name="T1" fmla="*/ 9840 h 786"/>
                <a:gd name="T2" fmla="*/ 9169 w 545"/>
                <a:gd name="T3" fmla="*/ 9307 h 786"/>
                <a:gd name="T4" fmla="*/ 7997 w 545"/>
                <a:gd name="T5" fmla="*/ 5274 h 786"/>
                <a:gd name="T6" fmla="*/ 7831 w 545"/>
                <a:gd name="T7" fmla="*/ 4606 h 786"/>
                <a:gd name="T8" fmla="*/ 7155 w 545"/>
                <a:gd name="T9" fmla="*/ 37 h 786"/>
                <a:gd name="T10" fmla="*/ 4799 w 545"/>
                <a:gd name="T11" fmla="*/ 517 h 786"/>
                <a:gd name="T12" fmla="*/ 2137 w 545"/>
                <a:gd name="T13" fmla="*/ 0 h 786"/>
                <a:gd name="T14" fmla="*/ 2137 w 545"/>
                <a:gd name="T15" fmla="*/ 138 h 786"/>
                <a:gd name="T16" fmla="*/ 656 w 545"/>
                <a:gd name="T17" fmla="*/ 7884 h 786"/>
                <a:gd name="T18" fmla="*/ 1592 w 545"/>
                <a:gd name="T19" fmla="*/ 13178 h 786"/>
                <a:gd name="T20" fmla="*/ 2816 w 545"/>
                <a:gd name="T21" fmla="*/ 13199 h 786"/>
                <a:gd name="T22" fmla="*/ 3651 w 545"/>
                <a:gd name="T23" fmla="*/ 12596 h 786"/>
                <a:gd name="T24" fmla="*/ 3707 w 545"/>
                <a:gd name="T25" fmla="*/ 11375 h 786"/>
                <a:gd name="T26" fmla="*/ 4659 w 545"/>
                <a:gd name="T27" fmla="*/ 9413 h 786"/>
                <a:gd name="T28" fmla="*/ 5717 w 545"/>
                <a:gd name="T29" fmla="*/ 11375 h 786"/>
                <a:gd name="T30" fmla="*/ 5628 w 545"/>
                <a:gd name="T31" fmla="*/ 12539 h 786"/>
                <a:gd name="T32" fmla="*/ 7220 w 545"/>
                <a:gd name="T33" fmla="*/ 13381 h 786"/>
                <a:gd name="T34" fmla="*/ 7654 w 545"/>
                <a:gd name="T35" fmla="*/ 13316 h 786"/>
                <a:gd name="T36" fmla="*/ 9258 w 545"/>
                <a:gd name="T37" fmla="*/ 9840 h 7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45" h="786">
                  <a:moveTo>
                    <a:pt x="535" y="575"/>
                  </a:moveTo>
                  <a:cubicBezTo>
                    <a:pt x="534" y="565"/>
                    <a:pt x="532" y="555"/>
                    <a:pt x="530" y="544"/>
                  </a:cubicBezTo>
                  <a:cubicBezTo>
                    <a:pt x="516" y="476"/>
                    <a:pt x="485" y="399"/>
                    <a:pt x="462" y="308"/>
                  </a:cubicBezTo>
                  <a:cubicBezTo>
                    <a:pt x="459" y="295"/>
                    <a:pt x="455" y="282"/>
                    <a:pt x="452" y="269"/>
                  </a:cubicBezTo>
                  <a:cubicBezTo>
                    <a:pt x="427" y="162"/>
                    <a:pt x="417" y="79"/>
                    <a:pt x="413" y="2"/>
                  </a:cubicBezTo>
                  <a:cubicBezTo>
                    <a:pt x="382" y="19"/>
                    <a:pt x="334" y="30"/>
                    <a:pt x="277" y="30"/>
                  </a:cubicBezTo>
                  <a:cubicBezTo>
                    <a:pt x="217" y="30"/>
                    <a:pt x="160" y="19"/>
                    <a:pt x="123" y="0"/>
                  </a:cubicBezTo>
                  <a:cubicBezTo>
                    <a:pt x="123" y="3"/>
                    <a:pt x="123" y="6"/>
                    <a:pt x="123" y="8"/>
                  </a:cubicBezTo>
                  <a:cubicBezTo>
                    <a:pt x="123" y="221"/>
                    <a:pt x="78" y="302"/>
                    <a:pt x="38" y="461"/>
                  </a:cubicBezTo>
                  <a:cubicBezTo>
                    <a:pt x="0" y="609"/>
                    <a:pt x="0" y="747"/>
                    <a:pt x="92" y="770"/>
                  </a:cubicBezTo>
                  <a:cubicBezTo>
                    <a:pt x="119" y="777"/>
                    <a:pt x="142" y="777"/>
                    <a:pt x="163" y="771"/>
                  </a:cubicBezTo>
                  <a:cubicBezTo>
                    <a:pt x="189" y="765"/>
                    <a:pt x="203" y="751"/>
                    <a:pt x="211" y="736"/>
                  </a:cubicBezTo>
                  <a:cubicBezTo>
                    <a:pt x="220" y="710"/>
                    <a:pt x="217" y="682"/>
                    <a:pt x="214" y="665"/>
                  </a:cubicBezTo>
                  <a:cubicBezTo>
                    <a:pt x="204" y="609"/>
                    <a:pt x="204" y="555"/>
                    <a:pt x="269" y="550"/>
                  </a:cubicBezTo>
                  <a:cubicBezTo>
                    <a:pt x="347" y="544"/>
                    <a:pt x="342" y="604"/>
                    <a:pt x="330" y="665"/>
                  </a:cubicBezTo>
                  <a:cubicBezTo>
                    <a:pt x="329" y="672"/>
                    <a:pt x="319" y="702"/>
                    <a:pt x="325" y="733"/>
                  </a:cubicBezTo>
                  <a:cubicBezTo>
                    <a:pt x="336" y="759"/>
                    <a:pt x="360" y="786"/>
                    <a:pt x="417" y="782"/>
                  </a:cubicBezTo>
                  <a:cubicBezTo>
                    <a:pt x="425" y="782"/>
                    <a:pt x="433" y="780"/>
                    <a:pt x="442" y="778"/>
                  </a:cubicBezTo>
                  <a:cubicBezTo>
                    <a:pt x="535" y="756"/>
                    <a:pt x="545" y="652"/>
                    <a:pt x="535" y="575"/>
                  </a:cubicBezTo>
                  <a:close/>
                </a:path>
              </a:pathLst>
            </a:custGeom>
            <a:solidFill>
              <a:srgbClr val="F8CCA3"/>
            </a:solidFill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Freeform 48">
              <a:extLst>
                <a:ext uri="{FF2B5EF4-FFF2-40B4-BE49-F238E27FC236}">
                  <a16:creationId xmlns:a16="http://schemas.microsoft.com/office/drawing/2014/main" id="{695D5965-2A29-4FC0-85C6-67C7D20B4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221"/>
              <a:ext cx="508" cy="97"/>
            </a:xfrm>
            <a:custGeom>
              <a:avLst/>
              <a:gdLst>
                <a:gd name="T0" fmla="*/ 2641 w 287"/>
                <a:gd name="T1" fmla="*/ 940 h 55"/>
                <a:gd name="T2" fmla="*/ 4984 w 287"/>
                <a:gd name="T3" fmla="*/ 339 h 55"/>
                <a:gd name="T4" fmla="*/ 4968 w 287"/>
                <a:gd name="T5" fmla="*/ 49 h 55"/>
                <a:gd name="T6" fmla="*/ 2641 w 287"/>
                <a:gd name="T7" fmla="*/ 510 h 55"/>
                <a:gd name="T8" fmla="*/ 0 w 287"/>
                <a:gd name="T9" fmla="*/ 0 h 55"/>
                <a:gd name="T10" fmla="*/ 0 w 287"/>
                <a:gd name="T11" fmla="*/ 138 h 55"/>
                <a:gd name="T12" fmla="*/ 0 w 287"/>
                <a:gd name="T13" fmla="*/ 330 h 55"/>
                <a:gd name="T14" fmla="*/ 2641 w 287"/>
                <a:gd name="T15" fmla="*/ 94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7" h="55">
                  <a:moveTo>
                    <a:pt x="152" y="55"/>
                  </a:moveTo>
                  <a:cubicBezTo>
                    <a:pt x="210" y="55"/>
                    <a:pt x="256" y="38"/>
                    <a:pt x="287" y="20"/>
                  </a:cubicBezTo>
                  <a:cubicBezTo>
                    <a:pt x="287" y="12"/>
                    <a:pt x="286" y="11"/>
                    <a:pt x="286" y="3"/>
                  </a:cubicBezTo>
                  <a:cubicBezTo>
                    <a:pt x="255" y="20"/>
                    <a:pt x="209" y="30"/>
                    <a:pt x="152" y="30"/>
                  </a:cubicBezTo>
                  <a:cubicBezTo>
                    <a:pt x="92" y="30"/>
                    <a:pt x="37" y="19"/>
                    <a:pt x="0" y="0"/>
                  </a:cubicBezTo>
                  <a:cubicBezTo>
                    <a:pt x="0" y="3"/>
                    <a:pt x="0" y="6"/>
                    <a:pt x="0" y="8"/>
                  </a:cubicBezTo>
                  <a:cubicBezTo>
                    <a:pt x="0" y="14"/>
                    <a:pt x="0" y="13"/>
                    <a:pt x="0" y="19"/>
                  </a:cubicBezTo>
                  <a:cubicBezTo>
                    <a:pt x="37" y="37"/>
                    <a:pt x="92" y="55"/>
                    <a:pt x="152" y="55"/>
                  </a:cubicBezTo>
                  <a:close/>
                </a:path>
              </a:pathLst>
            </a:custGeom>
            <a:solidFill>
              <a:srgbClr val="E7B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4" name="Freeform 49">
              <a:extLst>
                <a:ext uri="{FF2B5EF4-FFF2-40B4-BE49-F238E27FC236}">
                  <a16:creationId xmlns:a16="http://schemas.microsoft.com/office/drawing/2014/main" id="{C432F2A6-99E6-4246-B620-6F3C62EB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234"/>
              <a:ext cx="873" cy="1364"/>
            </a:xfrm>
            <a:custGeom>
              <a:avLst/>
              <a:gdLst>
                <a:gd name="T0" fmla="*/ 8270 w 493"/>
                <a:gd name="T1" fmla="*/ 9329 h 773"/>
                <a:gd name="T2" fmla="*/ 8174 w 493"/>
                <a:gd name="T3" fmla="*/ 8812 h 773"/>
                <a:gd name="T4" fmla="*/ 7018 w 493"/>
                <a:gd name="T5" fmla="*/ 4923 h 773"/>
                <a:gd name="T6" fmla="*/ 6864 w 493"/>
                <a:gd name="T7" fmla="*/ 4276 h 773"/>
                <a:gd name="T8" fmla="*/ 6286 w 493"/>
                <a:gd name="T9" fmla="*/ 65 h 773"/>
                <a:gd name="T10" fmla="*/ 4402 w 493"/>
                <a:gd name="T11" fmla="*/ 339 h 773"/>
                <a:gd name="T12" fmla="*/ 2144 w 493"/>
                <a:gd name="T13" fmla="*/ 0 h 773"/>
                <a:gd name="T14" fmla="*/ 2144 w 493"/>
                <a:gd name="T15" fmla="*/ 152 h 773"/>
                <a:gd name="T16" fmla="*/ 728 w 493"/>
                <a:gd name="T17" fmla="*/ 7595 h 773"/>
                <a:gd name="T18" fmla="*/ 1238 w 493"/>
                <a:gd name="T19" fmla="*/ 12747 h 773"/>
                <a:gd name="T20" fmla="*/ 2387 w 493"/>
                <a:gd name="T21" fmla="*/ 12913 h 773"/>
                <a:gd name="T22" fmla="*/ 3255 w 493"/>
                <a:gd name="T23" fmla="*/ 12417 h 773"/>
                <a:gd name="T24" fmla="*/ 3304 w 493"/>
                <a:gd name="T25" fmla="*/ 11208 h 773"/>
                <a:gd name="T26" fmla="*/ 4271 w 493"/>
                <a:gd name="T27" fmla="*/ 9241 h 773"/>
                <a:gd name="T28" fmla="*/ 5330 w 493"/>
                <a:gd name="T29" fmla="*/ 11208 h 773"/>
                <a:gd name="T30" fmla="*/ 5220 w 493"/>
                <a:gd name="T31" fmla="*/ 12311 h 773"/>
                <a:gd name="T32" fmla="*/ 7274 w 493"/>
                <a:gd name="T33" fmla="*/ 12869 h 773"/>
                <a:gd name="T34" fmla="*/ 8270 w 493"/>
                <a:gd name="T35" fmla="*/ 9329 h 7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93" h="773">
                  <a:moveTo>
                    <a:pt x="475" y="545"/>
                  </a:moveTo>
                  <a:cubicBezTo>
                    <a:pt x="474" y="535"/>
                    <a:pt x="471" y="526"/>
                    <a:pt x="469" y="515"/>
                  </a:cubicBezTo>
                  <a:cubicBezTo>
                    <a:pt x="454" y="455"/>
                    <a:pt x="425" y="379"/>
                    <a:pt x="403" y="288"/>
                  </a:cubicBezTo>
                  <a:cubicBezTo>
                    <a:pt x="400" y="275"/>
                    <a:pt x="397" y="262"/>
                    <a:pt x="394" y="250"/>
                  </a:cubicBezTo>
                  <a:cubicBezTo>
                    <a:pt x="374" y="159"/>
                    <a:pt x="364" y="77"/>
                    <a:pt x="361" y="4"/>
                  </a:cubicBezTo>
                  <a:cubicBezTo>
                    <a:pt x="332" y="14"/>
                    <a:pt x="295" y="20"/>
                    <a:pt x="253" y="20"/>
                  </a:cubicBezTo>
                  <a:cubicBezTo>
                    <a:pt x="205" y="20"/>
                    <a:pt x="158" y="13"/>
                    <a:pt x="123" y="0"/>
                  </a:cubicBezTo>
                  <a:cubicBezTo>
                    <a:pt x="123" y="3"/>
                    <a:pt x="123" y="6"/>
                    <a:pt x="123" y="9"/>
                  </a:cubicBezTo>
                  <a:cubicBezTo>
                    <a:pt x="123" y="212"/>
                    <a:pt x="79" y="298"/>
                    <a:pt x="42" y="444"/>
                  </a:cubicBezTo>
                  <a:cubicBezTo>
                    <a:pt x="8" y="584"/>
                    <a:pt x="0" y="711"/>
                    <a:pt x="71" y="745"/>
                  </a:cubicBezTo>
                  <a:cubicBezTo>
                    <a:pt x="92" y="755"/>
                    <a:pt x="115" y="759"/>
                    <a:pt x="137" y="755"/>
                  </a:cubicBezTo>
                  <a:cubicBezTo>
                    <a:pt x="164" y="750"/>
                    <a:pt x="179" y="738"/>
                    <a:pt x="187" y="726"/>
                  </a:cubicBezTo>
                  <a:cubicBezTo>
                    <a:pt x="196" y="700"/>
                    <a:pt x="193" y="672"/>
                    <a:pt x="190" y="655"/>
                  </a:cubicBezTo>
                  <a:cubicBezTo>
                    <a:pt x="180" y="599"/>
                    <a:pt x="180" y="545"/>
                    <a:pt x="245" y="540"/>
                  </a:cubicBezTo>
                  <a:cubicBezTo>
                    <a:pt x="323" y="534"/>
                    <a:pt x="318" y="594"/>
                    <a:pt x="306" y="655"/>
                  </a:cubicBezTo>
                  <a:cubicBezTo>
                    <a:pt x="305" y="661"/>
                    <a:pt x="296" y="690"/>
                    <a:pt x="300" y="720"/>
                  </a:cubicBezTo>
                  <a:cubicBezTo>
                    <a:pt x="318" y="746"/>
                    <a:pt x="354" y="773"/>
                    <a:pt x="418" y="752"/>
                  </a:cubicBezTo>
                  <a:cubicBezTo>
                    <a:pt x="493" y="721"/>
                    <a:pt x="490" y="617"/>
                    <a:pt x="475" y="545"/>
                  </a:cubicBezTo>
                  <a:close/>
                </a:path>
              </a:pathLst>
            </a:custGeom>
            <a:solidFill>
              <a:srgbClr val="EFADA8"/>
            </a:solidFill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5" name="Freeform 50">
              <a:extLst>
                <a:ext uri="{FF2B5EF4-FFF2-40B4-BE49-F238E27FC236}">
                  <a16:creationId xmlns:a16="http://schemas.microsoft.com/office/drawing/2014/main" id="{7763880D-0B8C-45F7-B546-9E18B2D2D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239"/>
              <a:ext cx="416" cy="79"/>
            </a:xfrm>
            <a:custGeom>
              <a:avLst/>
              <a:gdLst>
                <a:gd name="T0" fmla="*/ 4068 w 235"/>
                <a:gd name="T1" fmla="*/ 86 h 45"/>
                <a:gd name="T2" fmla="*/ 2230 w 235"/>
                <a:gd name="T3" fmla="*/ 330 h 45"/>
                <a:gd name="T4" fmla="*/ 0 w 235"/>
                <a:gd name="T5" fmla="*/ 0 h 45"/>
                <a:gd name="T6" fmla="*/ 0 w 235"/>
                <a:gd name="T7" fmla="*/ 151 h 45"/>
                <a:gd name="T8" fmla="*/ 0 w 235"/>
                <a:gd name="T9" fmla="*/ 351 h 45"/>
                <a:gd name="T10" fmla="*/ 2230 w 235"/>
                <a:gd name="T11" fmla="*/ 751 h 45"/>
                <a:gd name="T12" fmla="*/ 4084 w 235"/>
                <a:gd name="T13" fmla="*/ 416 h 45"/>
                <a:gd name="T14" fmla="*/ 4068 w 235"/>
                <a:gd name="T15" fmla="*/ 86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5" h="45">
                  <a:moveTo>
                    <a:pt x="234" y="5"/>
                  </a:moveTo>
                  <a:cubicBezTo>
                    <a:pt x="205" y="15"/>
                    <a:pt x="170" y="20"/>
                    <a:pt x="128" y="20"/>
                  </a:cubicBezTo>
                  <a:cubicBezTo>
                    <a:pt x="80" y="20"/>
                    <a:pt x="36" y="13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0" y="15"/>
                    <a:pt x="0" y="15"/>
                    <a:pt x="0" y="21"/>
                  </a:cubicBezTo>
                  <a:cubicBezTo>
                    <a:pt x="36" y="33"/>
                    <a:pt x="80" y="45"/>
                    <a:pt x="128" y="45"/>
                  </a:cubicBezTo>
                  <a:cubicBezTo>
                    <a:pt x="171" y="45"/>
                    <a:pt x="206" y="35"/>
                    <a:pt x="235" y="25"/>
                  </a:cubicBezTo>
                  <a:cubicBezTo>
                    <a:pt x="234" y="17"/>
                    <a:pt x="234" y="13"/>
                    <a:pt x="234" y="5"/>
                  </a:cubicBezTo>
                  <a:close/>
                </a:path>
              </a:pathLst>
            </a:custGeom>
            <a:solidFill>
              <a:srgbClr val="D57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6" name="Freeform 51">
              <a:extLst>
                <a:ext uri="{FF2B5EF4-FFF2-40B4-BE49-F238E27FC236}">
                  <a16:creationId xmlns:a16="http://schemas.microsoft.com/office/drawing/2014/main" id="{4BE86F18-7D3B-4A8B-B424-C2C2103B5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250"/>
              <a:ext cx="835" cy="1346"/>
            </a:xfrm>
            <a:custGeom>
              <a:avLst/>
              <a:gdLst>
                <a:gd name="T0" fmla="*/ 7349 w 472"/>
                <a:gd name="T1" fmla="*/ 8558 h 763"/>
                <a:gd name="T2" fmla="*/ 6011 w 472"/>
                <a:gd name="T3" fmla="*/ 3915 h 763"/>
                <a:gd name="T4" fmla="*/ 5615 w 472"/>
                <a:gd name="T5" fmla="*/ 37 h 763"/>
                <a:gd name="T6" fmla="*/ 4163 w 472"/>
                <a:gd name="T7" fmla="*/ 187 h 763"/>
                <a:gd name="T8" fmla="*/ 2409 w 472"/>
                <a:gd name="T9" fmla="*/ 0 h 763"/>
                <a:gd name="T10" fmla="*/ 1196 w 472"/>
                <a:gd name="T11" fmla="*/ 7201 h 763"/>
                <a:gd name="T12" fmla="*/ 1665 w 472"/>
                <a:gd name="T13" fmla="*/ 12610 h 763"/>
                <a:gd name="T14" fmla="*/ 3068 w 472"/>
                <a:gd name="T15" fmla="*/ 12028 h 763"/>
                <a:gd name="T16" fmla="*/ 3068 w 472"/>
                <a:gd name="T17" fmla="*/ 12028 h 763"/>
                <a:gd name="T18" fmla="*/ 3068 w 472"/>
                <a:gd name="T19" fmla="*/ 11041 h 763"/>
                <a:gd name="T20" fmla="*/ 4016 w 472"/>
                <a:gd name="T21" fmla="*/ 9074 h 763"/>
                <a:gd name="T22" fmla="*/ 5070 w 472"/>
                <a:gd name="T23" fmla="*/ 11041 h 763"/>
                <a:gd name="T24" fmla="*/ 4976 w 472"/>
                <a:gd name="T25" fmla="*/ 12116 h 763"/>
                <a:gd name="T26" fmla="*/ 7092 w 472"/>
                <a:gd name="T27" fmla="*/ 12435 h 763"/>
                <a:gd name="T28" fmla="*/ 7349 w 472"/>
                <a:gd name="T29" fmla="*/ 8558 h 7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2" h="763">
                  <a:moveTo>
                    <a:pt x="424" y="501"/>
                  </a:moveTo>
                  <a:cubicBezTo>
                    <a:pt x="408" y="457"/>
                    <a:pt x="371" y="360"/>
                    <a:pt x="347" y="229"/>
                  </a:cubicBezTo>
                  <a:cubicBezTo>
                    <a:pt x="334" y="161"/>
                    <a:pt x="326" y="73"/>
                    <a:pt x="324" y="2"/>
                  </a:cubicBezTo>
                  <a:cubicBezTo>
                    <a:pt x="299" y="8"/>
                    <a:pt x="271" y="11"/>
                    <a:pt x="240" y="11"/>
                  </a:cubicBezTo>
                  <a:cubicBezTo>
                    <a:pt x="204" y="11"/>
                    <a:pt x="169" y="7"/>
                    <a:pt x="139" y="0"/>
                  </a:cubicBezTo>
                  <a:cubicBezTo>
                    <a:pt x="141" y="196"/>
                    <a:pt x="100" y="296"/>
                    <a:pt x="69" y="422"/>
                  </a:cubicBezTo>
                  <a:cubicBezTo>
                    <a:pt x="30" y="587"/>
                    <a:pt x="0" y="725"/>
                    <a:pt x="96" y="738"/>
                  </a:cubicBezTo>
                  <a:cubicBezTo>
                    <a:pt x="169" y="748"/>
                    <a:pt x="177" y="704"/>
                    <a:pt x="177" y="704"/>
                  </a:cubicBezTo>
                  <a:cubicBezTo>
                    <a:pt x="177" y="704"/>
                    <a:pt x="177" y="704"/>
                    <a:pt x="177" y="704"/>
                  </a:cubicBezTo>
                  <a:cubicBezTo>
                    <a:pt x="182" y="682"/>
                    <a:pt x="180" y="660"/>
                    <a:pt x="177" y="646"/>
                  </a:cubicBezTo>
                  <a:cubicBezTo>
                    <a:pt x="167" y="590"/>
                    <a:pt x="167" y="536"/>
                    <a:pt x="232" y="531"/>
                  </a:cubicBezTo>
                  <a:cubicBezTo>
                    <a:pt x="310" y="525"/>
                    <a:pt x="305" y="585"/>
                    <a:pt x="293" y="646"/>
                  </a:cubicBezTo>
                  <a:cubicBezTo>
                    <a:pt x="292" y="652"/>
                    <a:pt x="283" y="680"/>
                    <a:pt x="287" y="709"/>
                  </a:cubicBezTo>
                  <a:cubicBezTo>
                    <a:pt x="297" y="742"/>
                    <a:pt x="349" y="763"/>
                    <a:pt x="409" y="728"/>
                  </a:cubicBezTo>
                  <a:cubicBezTo>
                    <a:pt x="472" y="690"/>
                    <a:pt x="451" y="573"/>
                    <a:pt x="424" y="501"/>
                  </a:cubicBezTo>
                  <a:close/>
                </a:path>
              </a:pathLst>
            </a:custGeom>
            <a:solidFill>
              <a:srgbClr val="FFDB56"/>
            </a:solidFill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7" name="Freeform 52">
              <a:extLst>
                <a:ext uri="{FF2B5EF4-FFF2-40B4-BE49-F238E27FC236}">
                  <a16:creationId xmlns:a16="http://schemas.microsoft.com/office/drawing/2014/main" id="{07BAC011-8A6A-4D9C-89ED-48FFC6F7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255"/>
              <a:ext cx="320" cy="63"/>
            </a:xfrm>
            <a:custGeom>
              <a:avLst/>
              <a:gdLst>
                <a:gd name="T0" fmla="*/ 3106 w 181"/>
                <a:gd name="T1" fmla="*/ 37 h 36"/>
                <a:gd name="T2" fmla="*/ 1706 w 181"/>
                <a:gd name="T3" fmla="*/ 179 h 36"/>
                <a:gd name="T4" fmla="*/ 0 w 181"/>
                <a:gd name="T5" fmla="*/ 0 h 36"/>
                <a:gd name="T6" fmla="*/ 0 w 181"/>
                <a:gd name="T7" fmla="*/ 364 h 36"/>
                <a:gd name="T8" fmla="*/ 1706 w 181"/>
                <a:gd name="T9" fmla="*/ 592 h 36"/>
                <a:gd name="T10" fmla="*/ 3129 w 181"/>
                <a:gd name="T11" fmla="*/ 441 h 36"/>
                <a:gd name="T12" fmla="*/ 3106 w 181"/>
                <a:gd name="T13" fmla="*/ 3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36">
                  <a:moveTo>
                    <a:pt x="180" y="2"/>
                  </a:moveTo>
                  <a:cubicBezTo>
                    <a:pt x="156" y="8"/>
                    <a:pt x="130" y="11"/>
                    <a:pt x="99" y="11"/>
                  </a:cubicBezTo>
                  <a:cubicBezTo>
                    <a:pt x="63" y="11"/>
                    <a:pt x="30" y="7"/>
                    <a:pt x="0" y="0"/>
                  </a:cubicBezTo>
                  <a:cubicBezTo>
                    <a:pt x="0" y="9"/>
                    <a:pt x="0" y="14"/>
                    <a:pt x="0" y="22"/>
                  </a:cubicBezTo>
                  <a:cubicBezTo>
                    <a:pt x="30" y="30"/>
                    <a:pt x="63" y="36"/>
                    <a:pt x="99" y="36"/>
                  </a:cubicBezTo>
                  <a:cubicBezTo>
                    <a:pt x="131" y="36"/>
                    <a:pt x="156" y="33"/>
                    <a:pt x="181" y="27"/>
                  </a:cubicBezTo>
                  <a:cubicBezTo>
                    <a:pt x="181" y="18"/>
                    <a:pt x="180" y="10"/>
                    <a:pt x="180" y="2"/>
                  </a:cubicBezTo>
                  <a:close/>
                </a:path>
              </a:pathLst>
            </a:custGeom>
            <a:solidFill>
              <a:srgbClr val="EF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8" name="Freeform 53">
              <a:extLst>
                <a:ext uri="{FF2B5EF4-FFF2-40B4-BE49-F238E27FC236}">
                  <a16:creationId xmlns:a16="http://schemas.microsoft.com/office/drawing/2014/main" id="{8F4EE7E9-63AF-40BA-8084-D58B29C44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415"/>
              <a:ext cx="478" cy="219"/>
            </a:xfrm>
            <a:custGeom>
              <a:avLst/>
              <a:gdLst>
                <a:gd name="T0" fmla="*/ 0 w 270"/>
                <a:gd name="T1" fmla="*/ 1307 h 124"/>
                <a:gd name="T2" fmla="*/ 2369 w 270"/>
                <a:gd name="T3" fmla="*/ 2130 h 124"/>
                <a:gd name="T4" fmla="*/ 4695 w 270"/>
                <a:gd name="T5" fmla="*/ 1307 h 124"/>
                <a:gd name="T6" fmla="*/ 4695 w 270"/>
                <a:gd name="T7" fmla="*/ 0 h 124"/>
                <a:gd name="T8" fmla="*/ 2457 w 270"/>
                <a:gd name="T9" fmla="*/ 941 h 124"/>
                <a:gd name="T10" fmla="*/ 0 w 270"/>
                <a:gd name="T11" fmla="*/ 0 h 124"/>
                <a:gd name="T12" fmla="*/ 0 w 270"/>
                <a:gd name="T13" fmla="*/ 1307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0" h="124">
                  <a:moveTo>
                    <a:pt x="0" y="76"/>
                  </a:moveTo>
                  <a:cubicBezTo>
                    <a:pt x="5" y="101"/>
                    <a:pt x="63" y="124"/>
                    <a:pt x="136" y="124"/>
                  </a:cubicBezTo>
                  <a:cubicBezTo>
                    <a:pt x="210" y="124"/>
                    <a:pt x="266" y="101"/>
                    <a:pt x="270" y="76"/>
                  </a:cubicBezTo>
                  <a:cubicBezTo>
                    <a:pt x="270" y="76"/>
                    <a:pt x="270" y="1"/>
                    <a:pt x="270" y="0"/>
                  </a:cubicBezTo>
                  <a:cubicBezTo>
                    <a:pt x="270" y="30"/>
                    <a:pt x="214" y="55"/>
                    <a:pt x="141" y="55"/>
                  </a:cubicBezTo>
                  <a:cubicBezTo>
                    <a:pt x="68" y="55"/>
                    <a:pt x="0" y="30"/>
                    <a:pt x="0" y="0"/>
                  </a:cubicBezTo>
                  <a:cubicBezTo>
                    <a:pt x="0" y="0"/>
                    <a:pt x="0" y="76"/>
                    <a:pt x="0" y="76"/>
                  </a:cubicBezTo>
                  <a:close/>
                </a:path>
              </a:pathLst>
            </a:custGeom>
            <a:solidFill>
              <a:srgbClr val="F8CCA3"/>
            </a:solidFill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9" name="Freeform 54">
              <a:extLst>
                <a:ext uri="{FF2B5EF4-FFF2-40B4-BE49-F238E27FC236}">
                  <a16:creationId xmlns:a16="http://schemas.microsoft.com/office/drawing/2014/main" id="{3C9D90C3-50C9-4170-B803-CBC1CACC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487"/>
              <a:ext cx="613" cy="198"/>
            </a:xfrm>
            <a:custGeom>
              <a:avLst/>
              <a:gdLst>
                <a:gd name="T0" fmla="*/ 5411 w 346"/>
                <a:gd name="T1" fmla="*/ 50 h 112"/>
                <a:gd name="T2" fmla="*/ 5411 w 346"/>
                <a:gd name="T3" fmla="*/ 606 h 112"/>
                <a:gd name="T4" fmla="*/ 3076 w 346"/>
                <a:gd name="T5" fmla="*/ 1437 h 112"/>
                <a:gd name="T6" fmla="*/ 700 w 346"/>
                <a:gd name="T7" fmla="*/ 606 h 112"/>
                <a:gd name="T8" fmla="*/ 700 w 346"/>
                <a:gd name="T9" fmla="*/ 0 h 112"/>
                <a:gd name="T10" fmla="*/ 590 w 346"/>
                <a:gd name="T11" fmla="*/ 50 h 112"/>
                <a:gd name="T12" fmla="*/ 0 w 346"/>
                <a:gd name="T13" fmla="*/ 725 h 112"/>
                <a:gd name="T14" fmla="*/ 3026 w 346"/>
                <a:gd name="T15" fmla="*/ 1934 h 112"/>
                <a:gd name="T16" fmla="*/ 6040 w 346"/>
                <a:gd name="T17" fmla="*/ 725 h 112"/>
                <a:gd name="T18" fmla="*/ 5411 w 346"/>
                <a:gd name="T19" fmla="*/ 50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6" h="112">
                  <a:moveTo>
                    <a:pt x="310" y="3"/>
                  </a:moveTo>
                  <a:cubicBezTo>
                    <a:pt x="310" y="3"/>
                    <a:pt x="310" y="35"/>
                    <a:pt x="310" y="35"/>
                  </a:cubicBezTo>
                  <a:cubicBezTo>
                    <a:pt x="306" y="60"/>
                    <a:pt x="250" y="83"/>
                    <a:pt x="176" y="83"/>
                  </a:cubicBezTo>
                  <a:cubicBezTo>
                    <a:pt x="103" y="83"/>
                    <a:pt x="45" y="60"/>
                    <a:pt x="40" y="35"/>
                  </a:cubicBezTo>
                  <a:cubicBezTo>
                    <a:pt x="40" y="35"/>
                    <a:pt x="40" y="1"/>
                    <a:pt x="40" y="0"/>
                  </a:cubicBezTo>
                  <a:cubicBezTo>
                    <a:pt x="38" y="1"/>
                    <a:pt x="36" y="2"/>
                    <a:pt x="34" y="3"/>
                  </a:cubicBezTo>
                  <a:cubicBezTo>
                    <a:pt x="15" y="15"/>
                    <a:pt x="0" y="26"/>
                    <a:pt x="0" y="42"/>
                  </a:cubicBezTo>
                  <a:cubicBezTo>
                    <a:pt x="0" y="80"/>
                    <a:pt x="79" y="112"/>
                    <a:pt x="173" y="112"/>
                  </a:cubicBezTo>
                  <a:cubicBezTo>
                    <a:pt x="266" y="112"/>
                    <a:pt x="346" y="80"/>
                    <a:pt x="346" y="42"/>
                  </a:cubicBezTo>
                  <a:cubicBezTo>
                    <a:pt x="346" y="26"/>
                    <a:pt x="330" y="15"/>
                    <a:pt x="310" y="3"/>
                  </a:cubicBezTo>
                  <a:close/>
                </a:path>
              </a:pathLst>
            </a:custGeom>
            <a:solidFill>
              <a:srgbClr val="EFDDDA"/>
            </a:solidFill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0" name="Freeform 55">
              <a:extLst>
                <a:ext uri="{FF2B5EF4-FFF2-40B4-BE49-F238E27FC236}">
                  <a16:creationId xmlns:a16="http://schemas.microsoft.com/office/drawing/2014/main" id="{4B70EE21-1BB9-4E74-B099-90ACAE3ED5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4" y="2244"/>
              <a:ext cx="850" cy="1327"/>
            </a:xfrm>
            <a:custGeom>
              <a:avLst/>
              <a:gdLst>
                <a:gd name="T0" fmla="*/ 1709 w 480"/>
                <a:gd name="T1" fmla="*/ 12682 h 752"/>
                <a:gd name="T2" fmla="*/ 1238 w 480"/>
                <a:gd name="T3" fmla="*/ 7270 h 752"/>
                <a:gd name="T4" fmla="*/ 2458 w 480"/>
                <a:gd name="T5" fmla="*/ 49 h 752"/>
                <a:gd name="T6" fmla="*/ 2261 w 480"/>
                <a:gd name="T7" fmla="*/ 0 h 752"/>
                <a:gd name="T8" fmla="*/ 2261 w 480"/>
                <a:gd name="T9" fmla="*/ 224 h 752"/>
                <a:gd name="T10" fmla="*/ 944 w 480"/>
                <a:gd name="T11" fmla="*/ 7388 h 752"/>
                <a:gd name="T12" fmla="*/ 855 w 480"/>
                <a:gd name="T13" fmla="*/ 12375 h 752"/>
                <a:gd name="T14" fmla="*/ 1859 w 480"/>
                <a:gd name="T15" fmla="*/ 12758 h 752"/>
                <a:gd name="T16" fmla="*/ 2693 w 480"/>
                <a:gd name="T17" fmla="*/ 12577 h 752"/>
                <a:gd name="T18" fmla="*/ 1709 w 480"/>
                <a:gd name="T19" fmla="*/ 12682 h 752"/>
                <a:gd name="T20" fmla="*/ 7767 w 480"/>
                <a:gd name="T21" fmla="*/ 9040 h 752"/>
                <a:gd name="T22" fmla="*/ 7629 w 480"/>
                <a:gd name="T23" fmla="*/ 8551 h 752"/>
                <a:gd name="T24" fmla="*/ 6441 w 480"/>
                <a:gd name="T25" fmla="*/ 4720 h 752"/>
                <a:gd name="T26" fmla="*/ 6302 w 480"/>
                <a:gd name="T27" fmla="*/ 4073 h 752"/>
                <a:gd name="T28" fmla="*/ 5870 w 480"/>
                <a:gd name="T29" fmla="*/ 37 h 752"/>
                <a:gd name="T30" fmla="*/ 5676 w 480"/>
                <a:gd name="T31" fmla="*/ 86 h 752"/>
                <a:gd name="T32" fmla="*/ 6074 w 480"/>
                <a:gd name="T33" fmla="*/ 3967 h 752"/>
                <a:gd name="T34" fmla="*/ 7413 w 480"/>
                <a:gd name="T35" fmla="*/ 8622 h 752"/>
                <a:gd name="T36" fmla="*/ 7159 w 480"/>
                <a:gd name="T37" fmla="*/ 12506 h 752"/>
                <a:gd name="T38" fmla="*/ 6008 w 480"/>
                <a:gd name="T39" fmla="*/ 12820 h 752"/>
                <a:gd name="T40" fmla="*/ 7002 w 480"/>
                <a:gd name="T41" fmla="*/ 12682 h 752"/>
                <a:gd name="T42" fmla="*/ 7347 w 480"/>
                <a:gd name="T43" fmla="*/ 12490 h 752"/>
                <a:gd name="T44" fmla="*/ 7767 w 480"/>
                <a:gd name="T45" fmla="*/ 9040 h 75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0" h="752">
                  <a:moveTo>
                    <a:pt x="98" y="741"/>
                  </a:moveTo>
                  <a:cubicBezTo>
                    <a:pt x="2" y="728"/>
                    <a:pt x="32" y="590"/>
                    <a:pt x="71" y="425"/>
                  </a:cubicBezTo>
                  <a:cubicBezTo>
                    <a:pt x="102" y="299"/>
                    <a:pt x="143" y="199"/>
                    <a:pt x="141" y="3"/>
                  </a:cubicBezTo>
                  <a:cubicBezTo>
                    <a:pt x="137" y="2"/>
                    <a:pt x="133" y="1"/>
                    <a:pt x="130" y="0"/>
                  </a:cubicBezTo>
                  <a:cubicBezTo>
                    <a:pt x="130" y="4"/>
                    <a:pt x="130" y="9"/>
                    <a:pt x="130" y="13"/>
                  </a:cubicBezTo>
                  <a:cubicBezTo>
                    <a:pt x="129" y="206"/>
                    <a:pt x="87" y="298"/>
                    <a:pt x="54" y="432"/>
                  </a:cubicBezTo>
                  <a:cubicBezTo>
                    <a:pt x="22" y="563"/>
                    <a:pt x="0" y="680"/>
                    <a:pt x="49" y="723"/>
                  </a:cubicBezTo>
                  <a:cubicBezTo>
                    <a:pt x="65" y="737"/>
                    <a:pt x="83" y="745"/>
                    <a:pt x="107" y="746"/>
                  </a:cubicBezTo>
                  <a:cubicBezTo>
                    <a:pt x="129" y="746"/>
                    <a:pt x="144" y="742"/>
                    <a:pt x="155" y="735"/>
                  </a:cubicBezTo>
                  <a:cubicBezTo>
                    <a:pt x="143" y="741"/>
                    <a:pt x="125" y="745"/>
                    <a:pt x="98" y="741"/>
                  </a:cubicBezTo>
                  <a:close/>
                  <a:moveTo>
                    <a:pt x="446" y="528"/>
                  </a:moveTo>
                  <a:cubicBezTo>
                    <a:pt x="444" y="520"/>
                    <a:pt x="441" y="511"/>
                    <a:pt x="438" y="500"/>
                  </a:cubicBezTo>
                  <a:cubicBezTo>
                    <a:pt x="422" y="448"/>
                    <a:pt x="390" y="367"/>
                    <a:pt x="370" y="276"/>
                  </a:cubicBezTo>
                  <a:cubicBezTo>
                    <a:pt x="367" y="263"/>
                    <a:pt x="364" y="251"/>
                    <a:pt x="362" y="238"/>
                  </a:cubicBezTo>
                  <a:cubicBezTo>
                    <a:pt x="345" y="159"/>
                    <a:pt x="339" y="74"/>
                    <a:pt x="337" y="2"/>
                  </a:cubicBezTo>
                  <a:cubicBezTo>
                    <a:pt x="333" y="3"/>
                    <a:pt x="330" y="4"/>
                    <a:pt x="326" y="5"/>
                  </a:cubicBezTo>
                  <a:cubicBezTo>
                    <a:pt x="328" y="76"/>
                    <a:pt x="336" y="164"/>
                    <a:pt x="349" y="232"/>
                  </a:cubicBezTo>
                  <a:cubicBezTo>
                    <a:pt x="373" y="363"/>
                    <a:pt x="410" y="460"/>
                    <a:pt x="426" y="504"/>
                  </a:cubicBezTo>
                  <a:cubicBezTo>
                    <a:pt x="453" y="576"/>
                    <a:pt x="474" y="693"/>
                    <a:pt x="411" y="731"/>
                  </a:cubicBezTo>
                  <a:cubicBezTo>
                    <a:pt x="387" y="745"/>
                    <a:pt x="364" y="750"/>
                    <a:pt x="345" y="749"/>
                  </a:cubicBezTo>
                  <a:cubicBezTo>
                    <a:pt x="361" y="752"/>
                    <a:pt x="380" y="750"/>
                    <a:pt x="402" y="741"/>
                  </a:cubicBezTo>
                  <a:cubicBezTo>
                    <a:pt x="409" y="739"/>
                    <a:pt x="416" y="735"/>
                    <a:pt x="422" y="730"/>
                  </a:cubicBezTo>
                  <a:cubicBezTo>
                    <a:pt x="480" y="691"/>
                    <a:pt x="466" y="597"/>
                    <a:pt x="446" y="528"/>
                  </a:cubicBezTo>
                  <a:close/>
                </a:path>
              </a:pathLst>
            </a:custGeom>
            <a:solidFill>
              <a:srgbClr val="C7788D"/>
            </a:solidFill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56">
              <a:extLst>
                <a:ext uri="{FF2B5EF4-FFF2-40B4-BE49-F238E27FC236}">
                  <a16:creationId xmlns:a16="http://schemas.microsoft.com/office/drawing/2014/main" id="{7174D056-6FE6-4582-9914-377AA24A8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052"/>
              <a:ext cx="304" cy="285"/>
            </a:xfrm>
            <a:custGeom>
              <a:avLst/>
              <a:gdLst>
                <a:gd name="T0" fmla="*/ 2964 w 172"/>
                <a:gd name="T1" fmla="*/ 37 h 162"/>
                <a:gd name="T2" fmla="*/ 1462 w 172"/>
                <a:gd name="T3" fmla="*/ 419 h 162"/>
                <a:gd name="T4" fmla="*/ 87 w 172"/>
                <a:gd name="T5" fmla="*/ 151 h 162"/>
                <a:gd name="T6" fmla="*/ 0 w 172"/>
                <a:gd name="T7" fmla="*/ 0 h 162"/>
                <a:gd name="T8" fmla="*/ 0 w 172"/>
                <a:gd name="T9" fmla="*/ 2331 h 162"/>
                <a:gd name="T10" fmla="*/ 1502 w 172"/>
                <a:gd name="T11" fmla="*/ 2727 h 162"/>
                <a:gd name="T12" fmla="*/ 2964 w 172"/>
                <a:gd name="T13" fmla="*/ 2331 h 162"/>
                <a:gd name="T14" fmla="*/ 2964 w 172"/>
                <a:gd name="T15" fmla="*/ 37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62">
                  <a:moveTo>
                    <a:pt x="172" y="2"/>
                  </a:moveTo>
                  <a:cubicBezTo>
                    <a:pt x="167" y="15"/>
                    <a:pt x="129" y="25"/>
                    <a:pt x="85" y="25"/>
                  </a:cubicBezTo>
                  <a:cubicBezTo>
                    <a:pt x="48" y="25"/>
                    <a:pt x="18" y="18"/>
                    <a:pt x="5" y="9"/>
                  </a:cubicBezTo>
                  <a:cubicBezTo>
                    <a:pt x="2" y="6"/>
                    <a:pt x="0" y="3"/>
                    <a:pt x="0" y="0"/>
                  </a:cubicBezTo>
                  <a:cubicBezTo>
                    <a:pt x="0" y="1"/>
                    <a:pt x="0" y="138"/>
                    <a:pt x="0" y="138"/>
                  </a:cubicBezTo>
                  <a:cubicBezTo>
                    <a:pt x="0" y="151"/>
                    <a:pt x="40" y="162"/>
                    <a:pt x="87" y="162"/>
                  </a:cubicBezTo>
                  <a:cubicBezTo>
                    <a:pt x="135" y="162"/>
                    <a:pt x="172" y="151"/>
                    <a:pt x="172" y="138"/>
                  </a:cubicBezTo>
                  <a:cubicBezTo>
                    <a:pt x="172" y="138"/>
                    <a:pt x="172" y="3"/>
                    <a:pt x="172" y="2"/>
                  </a:cubicBezTo>
                  <a:close/>
                </a:path>
              </a:pathLst>
            </a:custGeom>
            <a:solidFill>
              <a:srgbClr val="C7788D"/>
            </a:solidFill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57">
              <a:extLst>
                <a:ext uri="{FF2B5EF4-FFF2-40B4-BE49-F238E27FC236}">
                  <a16:creationId xmlns:a16="http://schemas.microsoft.com/office/drawing/2014/main" id="{F578D9C9-285C-470A-8CB7-A59126A64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253"/>
              <a:ext cx="379" cy="109"/>
            </a:xfrm>
            <a:custGeom>
              <a:avLst/>
              <a:gdLst>
                <a:gd name="T0" fmla="*/ 3365 w 214"/>
                <a:gd name="T1" fmla="*/ 37 h 62"/>
                <a:gd name="T2" fmla="*/ 3365 w 214"/>
                <a:gd name="T3" fmla="*/ 403 h 62"/>
                <a:gd name="T4" fmla="*/ 1879 w 214"/>
                <a:gd name="T5" fmla="*/ 803 h 62"/>
                <a:gd name="T6" fmla="*/ 1867 w 214"/>
                <a:gd name="T7" fmla="*/ 803 h 62"/>
                <a:gd name="T8" fmla="*/ 1829 w 214"/>
                <a:gd name="T9" fmla="*/ 803 h 62"/>
                <a:gd name="T10" fmla="*/ 1787 w 214"/>
                <a:gd name="T11" fmla="*/ 803 h 62"/>
                <a:gd name="T12" fmla="*/ 367 w 214"/>
                <a:gd name="T13" fmla="*/ 403 h 62"/>
                <a:gd name="T14" fmla="*/ 367 w 214"/>
                <a:gd name="T15" fmla="*/ 0 h 62"/>
                <a:gd name="T16" fmla="*/ 317 w 214"/>
                <a:gd name="T17" fmla="*/ 37 h 62"/>
                <a:gd name="T18" fmla="*/ 317 w 214"/>
                <a:gd name="T19" fmla="*/ 37 h 62"/>
                <a:gd name="T20" fmla="*/ 317 w 214"/>
                <a:gd name="T21" fmla="*/ 37 h 62"/>
                <a:gd name="T22" fmla="*/ 317 w 214"/>
                <a:gd name="T23" fmla="*/ 37 h 62"/>
                <a:gd name="T24" fmla="*/ 317 w 214"/>
                <a:gd name="T25" fmla="*/ 37 h 62"/>
                <a:gd name="T26" fmla="*/ 317 w 214"/>
                <a:gd name="T27" fmla="*/ 37 h 62"/>
                <a:gd name="T28" fmla="*/ 0 w 214"/>
                <a:gd name="T29" fmla="*/ 403 h 62"/>
                <a:gd name="T30" fmla="*/ 1829 w 214"/>
                <a:gd name="T31" fmla="*/ 1044 h 62"/>
                <a:gd name="T32" fmla="*/ 3726 w 214"/>
                <a:gd name="T33" fmla="*/ 403 h 62"/>
                <a:gd name="T34" fmla="*/ 3365 w 214"/>
                <a:gd name="T35" fmla="*/ 37 h 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62">
                  <a:moveTo>
                    <a:pt x="193" y="2"/>
                  </a:moveTo>
                  <a:cubicBezTo>
                    <a:pt x="193" y="15"/>
                    <a:pt x="193" y="24"/>
                    <a:pt x="193" y="24"/>
                  </a:cubicBezTo>
                  <a:cubicBezTo>
                    <a:pt x="193" y="37"/>
                    <a:pt x="156" y="48"/>
                    <a:pt x="108" y="48"/>
                  </a:cubicBezTo>
                  <a:cubicBezTo>
                    <a:pt x="108" y="48"/>
                    <a:pt x="107" y="48"/>
                    <a:pt x="107" y="48"/>
                  </a:cubicBezTo>
                  <a:cubicBezTo>
                    <a:pt x="106" y="48"/>
                    <a:pt x="106" y="48"/>
                    <a:pt x="105" y="48"/>
                  </a:cubicBezTo>
                  <a:cubicBezTo>
                    <a:pt x="104" y="48"/>
                    <a:pt x="104" y="48"/>
                    <a:pt x="103" y="48"/>
                  </a:cubicBezTo>
                  <a:cubicBezTo>
                    <a:pt x="58" y="47"/>
                    <a:pt x="21" y="37"/>
                    <a:pt x="21" y="24"/>
                  </a:cubicBezTo>
                  <a:cubicBezTo>
                    <a:pt x="21" y="24"/>
                    <a:pt x="21" y="14"/>
                    <a:pt x="21" y="0"/>
                  </a:cubicBezTo>
                  <a:cubicBezTo>
                    <a:pt x="20" y="0"/>
                    <a:pt x="19" y="1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5" y="8"/>
                    <a:pt x="0" y="15"/>
                    <a:pt x="0" y="24"/>
                  </a:cubicBezTo>
                  <a:cubicBezTo>
                    <a:pt x="0" y="45"/>
                    <a:pt x="46" y="62"/>
                    <a:pt x="105" y="62"/>
                  </a:cubicBezTo>
                  <a:cubicBezTo>
                    <a:pt x="164" y="62"/>
                    <a:pt x="214" y="45"/>
                    <a:pt x="214" y="24"/>
                  </a:cubicBezTo>
                  <a:cubicBezTo>
                    <a:pt x="214" y="16"/>
                    <a:pt x="205" y="8"/>
                    <a:pt x="193" y="2"/>
                  </a:cubicBezTo>
                  <a:close/>
                </a:path>
              </a:pathLst>
            </a:custGeom>
            <a:solidFill>
              <a:srgbClr val="F7D8D3"/>
            </a:solidFill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58">
              <a:extLst>
                <a:ext uri="{FF2B5EF4-FFF2-40B4-BE49-F238E27FC236}">
                  <a16:creationId xmlns:a16="http://schemas.microsoft.com/office/drawing/2014/main" id="{F35C8CDD-F0A5-4B8E-9B19-77AE75228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046"/>
              <a:ext cx="276" cy="37"/>
            </a:xfrm>
            <a:custGeom>
              <a:avLst/>
              <a:gdLst>
                <a:gd name="T0" fmla="*/ 2702 w 156"/>
                <a:gd name="T1" fmla="*/ 0 h 21"/>
                <a:gd name="T2" fmla="*/ 2702 w 156"/>
                <a:gd name="T3" fmla="*/ 49 h 21"/>
                <a:gd name="T4" fmla="*/ 1734 w 156"/>
                <a:gd name="T5" fmla="*/ 49 h 21"/>
                <a:gd name="T6" fmla="*/ 1734 w 156"/>
                <a:gd name="T7" fmla="*/ 49 h 21"/>
                <a:gd name="T8" fmla="*/ 1352 w 156"/>
                <a:gd name="T9" fmla="*/ 137 h 21"/>
                <a:gd name="T10" fmla="*/ 970 w 156"/>
                <a:gd name="T11" fmla="*/ 49 h 21"/>
                <a:gd name="T12" fmla="*/ 970 w 156"/>
                <a:gd name="T13" fmla="*/ 49 h 21"/>
                <a:gd name="T14" fmla="*/ 0 w 156"/>
                <a:gd name="T15" fmla="*/ 49 h 21"/>
                <a:gd name="T16" fmla="*/ 1352 w 156"/>
                <a:gd name="T17" fmla="*/ 358 h 21"/>
                <a:gd name="T18" fmla="*/ 2702 w 156"/>
                <a:gd name="T19" fmla="*/ 37 h 21"/>
                <a:gd name="T20" fmla="*/ 2702 w 156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21">
                  <a:moveTo>
                    <a:pt x="156" y="0"/>
                  </a:moveTo>
                  <a:cubicBezTo>
                    <a:pt x="156" y="3"/>
                    <a:pt x="156" y="3"/>
                    <a:pt x="156" y="3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0" y="7"/>
                    <a:pt x="90" y="8"/>
                    <a:pt x="78" y="8"/>
                  </a:cubicBezTo>
                  <a:cubicBezTo>
                    <a:pt x="66" y="8"/>
                    <a:pt x="56" y="7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13"/>
                    <a:pt x="36" y="21"/>
                    <a:pt x="78" y="21"/>
                  </a:cubicBezTo>
                  <a:cubicBezTo>
                    <a:pt x="122" y="21"/>
                    <a:pt x="156" y="12"/>
                    <a:pt x="156" y="2"/>
                  </a:cubicBezTo>
                  <a:cubicBezTo>
                    <a:pt x="156" y="2"/>
                    <a:pt x="156" y="1"/>
                    <a:pt x="156" y="0"/>
                  </a:cubicBezTo>
                  <a:close/>
                </a:path>
              </a:pathLst>
            </a:custGeom>
            <a:solidFill>
              <a:srgbClr val="FFF0C1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Freeform 59">
              <a:extLst>
                <a:ext uri="{FF2B5EF4-FFF2-40B4-BE49-F238E27FC236}">
                  <a16:creationId xmlns:a16="http://schemas.microsoft.com/office/drawing/2014/main" id="{1B409981-D516-4E12-9FB7-AD52DB1DB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562"/>
              <a:ext cx="618" cy="217"/>
            </a:xfrm>
            <a:custGeom>
              <a:avLst/>
              <a:gdLst>
                <a:gd name="T0" fmla="*/ 6074 w 349"/>
                <a:gd name="T1" fmla="*/ 1127 h 123"/>
                <a:gd name="T2" fmla="*/ 6024 w 349"/>
                <a:gd name="T3" fmla="*/ 1230 h 123"/>
                <a:gd name="T4" fmla="*/ 3099 w 349"/>
                <a:gd name="T5" fmla="*/ 2105 h 123"/>
                <a:gd name="T6" fmla="*/ 21 w 349"/>
                <a:gd name="T7" fmla="*/ 921 h 123"/>
                <a:gd name="T8" fmla="*/ 21 w 349"/>
                <a:gd name="T9" fmla="*/ 0 h 123"/>
                <a:gd name="T10" fmla="*/ 3026 w 349"/>
                <a:gd name="T11" fmla="*/ 1193 h 123"/>
                <a:gd name="T12" fmla="*/ 6037 w 349"/>
                <a:gd name="T13" fmla="*/ 0 h 123"/>
                <a:gd name="T14" fmla="*/ 6074 w 349"/>
                <a:gd name="T15" fmla="*/ 1127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9" h="123">
                  <a:moveTo>
                    <a:pt x="349" y="66"/>
                  </a:moveTo>
                  <a:cubicBezTo>
                    <a:pt x="348" y="68"/>
                    <a:pt x="347" y="71"/>
                    <a:pt x="346" y="72"/>
                  </a:cubicBezTo>
                  <a:cubicBezTo>
                    <a:pt x="324" y="102"/>
                    <a:pt x="257" y="123"/>
                    <a:pt x="178" y="123"/>
                  </a:cubicBezTo>
                  <a:cubicBezTo>
                    <a:pt x="80" y="123"/>
                    <a:pt x="1" y="92"/>
                    <a:pt x="1" y="54"/>
                  </a:cubicBezTo>
                  <a:cubicBezTo>
                    <a:pt x="1" y="54"/>
                    <a:pt x="0" y="9"/>
                    <a:pt x="1" y="0"/>
                  </a:cubicBezTo>
                  <a:cubicBezTo>
                    <a:pt x="1" y="38"/>
                    <a:pt x="80" y="70"/>
                    <a:pt x="174" y="70"/>
                  </a:cubicBezTo>
                  <a:cubicBezTo>
                    <a:pt x="267" y="70"/>
                    <a:pt x="347" y="38"/>
                    <a:pt x="347" y="0"/>
                  </a:cubicBezTo>
                  <a:cubicBezTo>
                    <a:pt x="349" y="7"/>
                    <a:pt x="349" y="54"/>
                    <a:pt x="349" y="66"/>
                  </a:cubicBezTo>
                  <a:close/>
                </a:path>
              </a:pathLst>
            </a:custGeom>
            <a:solidFill>
              <a:srgbClr val="E3BCBD"/>
            </a:solidFill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5" name="Freeform 60">
              <a:extLst>
                <a:ext uri="{FF2B5EF4-FFF2-40B4-BE49-F238E27FC236}">
                  <a16:creationId xmlns:a16="http://schemas.microsoft.com/office/drawing/2014/main" id="{DCB31F95-A3E0-48BC-B475-464E53CD7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613"/>
              <a:ext cx="656" cy="183"/>
            </a:xfrm>
            <a:custGeom>
              <a:avLst/>
              <a:gdLst>
                <a:gd name="T0" fmla="*/ 6210 w 371"/>
                <a:gd name="T1" fmla="*/ 0 h 104"/>
                <a:gd name="T2" fmla="*/ 6210 w 371"/>
                <a:gd name="T3" fmla="*/ 623 h 104"/>
                <a:gd name="T4" fmla="*/ 6146 w 371"/>
                <a:gd name="T5" fmla="*/ 730 h 104"/>
                <a:gd name="T6" fmla="*/ 3245 w 371"/>
                <a:gd name="T7" fmla="*/ 1578 h 104"/>
                <a:gd name="T8" fmla="*/ 187 w 371"/>
                <a:gd name="T9" fmla="*/ 419 h 104"/>
                <a:gd name="T10" fmla="*/ 187 w 371"/>
                <a:gd name="T11" fmla="*/ 86 h 104"/>
                <a:gd name="T12" fmla="*/ 0 w 371"/>
                <a:gd name="T13" fmla="*/ 458 h 104"/>
                <a:gd name="T14" fmla="*/ 3216 w 371"/>
                <a:gd name="T15" fmla="*/ 1756 h 104"/>
                <a:gd name="T16" fmla="*/ 6413 w 371"/>
                <a:gd name="T17" fmla="*/ 458 h 104"/>
                <a:gd name="T18" fmla="*/ 6210 w 371"/>
                <a:gd name="T19" fmla="*/ 0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1" h="104">
                  <a:moveTo>
                    <a:pt x="359" y="0"/>
                  </a:moveTo>
                  <a:cubicBezTo>
                    <a:pt x="359" y="15"/>
                    <a:pt x="359" y="31"/>
                    <a:pt x="359" y="37"/>
                  </a:cubicBezTo>
                  <a:cubicBezTo>
                    <a:pt x="358" y="39"/>
                    <a:pt x="357" y="42"/>
                    <a:pt x="356" y="43"/>
                  </a:cubicBezTo>
                  <a:cubicBezTo>
                    <a:pt x="334" y="73"/>
                    <a:pt x="267" y="94"/>
                    <a:pt x="188" y="94"/>
                  </a:cubicBezTo>
                  <a:cubicBezTo>
                    <a:pt x="90" y="94"/>
                    <a:pt x="11" y="63"/>
                    <a:pt x="11" y="25"/>
                  </a:cubicBezTo>
                  <a:cubicBezTo>
                    <a:pt x="11" y="25"/>
                    <a:pt x="11" y="16"/>
                    <a:pt x="11" y="5"/>
                  </a:cubicBezTo>
                  <a:cubicBezTo>
                    <a:pt x="5" y="9"/>
                    <a:pt x="0" y="19"/>
                    <a:pt x="0" y="27"/>
                  </a:cubicBezTo>
                  <a:cubicBezTo>
                    <a:pt x="0" y="70"/>
                    <a:pt x="83" y="104"/>
                    <a:pt x="186" y="104"/>
                  </a:cubicBezTo>
                  <a:cubicBezTo>
                    <a:pt x="288" y="104"/>
                    <a:pt x="371" y="70"/>
                    <a:pt x="371" y="27"/>
                  </a:cubicBezTo>
                  <a:cubicBezTo>
                    <a:pt x="371" y="18"/>
                    <a:pt x="366" y="8"/>
                    <a:pt x="359" y="0"/>
                  </a:cubicBezTo>
                  <a:close/>
                </a:path>
              </a:pathLst>
            </a:custGeom>
            <a:solidFill>
              <a:srgbClr val="CAB488"/>
            </a:solidFill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6" name="Freeform 61">
              <a:extLst>
                <a:ext uri="{FF2B5EF4-FFF2-40B4-BE49-F238E27FC236}">
                  <a16:creationId xmlns:a16="http://schemas.microsoft.com/office/drawing/2014/main" id="{BE984914-EFE2-4DCD-A477-C496B08D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295"/>
              <a:ext cx="379" cy="185"/>
            </a:xfrm>
            <a:custGeom>
              <a:avLst/>
              <a:gdLst>
                <a:gd name="T0" fmla="*/ 0 w 214"/>
                <a:gd name="T1" fmla="*/ 0 h 105"/>
                <a:gd name="T2" fmla="*/ 1829 w 214"/>
                <a:gd name="T3" fmla="*/ 645 h 105"/>
                <a:gd name="T4" fmla="*/ 3726 w 214"/>
                <a:gd name="T5" fmla="*/ 0 h 105"/>
                <a:gd name="T6" fmla="*/ 3726 w 214"/>
                <a:gd name="T7" fmla="*/ 1112 h 105"/>
                <a:gd name="T8" fmla="*/ 1900 w 214"/>
                <a:gd name="T9" fmla="*/ 1781 h 105"/>
                <a:gd name="T10" fmla="*/ 0 w 214"/>
                <a:gd name="T11" fmla="*/ 1112 h 105"/>
                <a:gd name="T12" fmla="*/ 0 w 214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105">
                  <a:moveTo>
                    <a:pt x="0" y="0"/>
                  </a:moveTo>
                  <a:cubicBezTo>
                    <a:pt x="0" y="21"/>
                    <a:pt x="46" y="38"/>
                    <a:pt x="105" y="38"/>
                  </a:cubicBezTo>
                  <a:cubicBezTo>
                    <a:pt x="164" y="38"/>
                    <a:pt x="214" y="21"/>
                    <a:pt x="214" y="0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4" y="86"/>
                    <a:pt x="168" y="105"/>
                    <a:pt x="109" y="105"/>
                  </a:cubicBezTo>
                  <a:cubicBezTo>
                    <a:pt x="49" y="105"/>
                    <a:pt x="0" y="86"/>
                    <a:pt x="0" y="6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ADA8"/>
            </a:solidFill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7" name="Freeform 62">
              <a:extLst>
                <a:ext uri="{FF2B5EF4-FFF2-40B4-BE49-F238E27FC236}">
                  <a16:creationId xmlns:a16="http://schemas.microsoft.com/office/drawing/2014/main" id="{F294E661-1CAE-40D7-A88B-9320B2C14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367"/>
              <a:ext cx="133" cy="108"/>
            </a:xfrm>
            <a:custGeom>
              <a:avLst/>
              <a:gdLst>
                <a:gd name="T0" fmla="*/ 229 w 75"/>
                <a:gd name="T1" fmla="*/ 37 h 61"/>
                <a:gd name="T2" fmla="*/ 207 w 75"/>
                <a:gd name="T3" fmla="*/ 793 h 61"/>
                <a:gd name="T4" fmla="*/ 1199 w 75"/>
                <a:gd name="T5" fmla="*/ 944 h 61"/>
                <a:gd name="T6" fmla="*/ 1268 w 75"/>
                <a:gd name="T7" fmla="*/ 540 h 61"/>
                <a:gd name="T8" fmla="*/ 1199 w 75"/>
                <a:gd name="T9" fmla="*/ 117 h 61"/>
                <a:gd name="T10" fmla="*/ 585 w 75"/>
                <a:gd name="T11" fmla="*/ 50 h 61"/>
                <a:gd name="T12" fmla="*/ 317 w 75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61">
                  <a:moveTo>
                    <a:pt x="13" y="2"/>
                  </a:moveTo>
                  <a:cubicBezTo>
                    <a:pt x="10" y="15"/>
                    <a:pt x="0" y="36"/>
                    <a:pt x="12" y="46"/>
                  </a:cubicBezTo>
                  <a:cubicBezTo>
                    <a:pt x="22" y="54"/>
                    <a:pt x="57" y="61"/>
                    <a:pt x="68" y="54"/>
                  </a:cubicBezTo>
                  <a:cubicBezTo>
                    <a:pt x="73" y="51"/>
                    <a:pt x="71" y="41"/>
                    <a:pt x="72" y="31"/>
                  </a:cubicBezTo>
                  <a:cubicBezTo>
                    <a:pt x="72" y="20"/>
                    <a:pt x="75" y="10"/>
                    <a:pt x="68" y="7"/>
                  </a:cubicBezTo>
                  <a:cubicBezTo>
                    <a:pt x="63" y="4"/>
                    <a:pt x="38" y="4"/>
                    <a:pt x="33" y="3"/>
                  </a:cubicBezTo>
                  <a:cubicBezTo>
                    <a:pt x="28" y="2"/>
                    <a:pt x="23" y="0"/>
                    <a:pt x="18" y="0"/>
                  </a:cubicBezTo>
                </a:path>
              </a:pathLst>
            </a:custGeom>
            <a:solidFill>
              <a:srgbClr val="F4C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8" name="Freeform 63">
              <a:extLst>
                <a:ext uri="{FF2B5EF4-FFF2-40B4-BE49-F238E27FC236}">
                  <a16:creationId xmlns:a16="http://schemas.microsoft.com/office/drawing/2014/main" id="{8D6D05B4-052A-4F3F-B0A6-130057371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59"/>
              <a:ext cx="478" cy="153"/>
            </a:xfrm>
            <a:custGeom>
              <a:avLst/>
              <a:gdLst>
                <a:gd name="T0" fmla="*/ 4263 w 270"/>
                <a:gd name="T1" fmla="*/ 86 h 87"/>
                <a:gd name="T2" fmla="*/ 4206 w 270"/>
                <a:gd name="T3" fmla="*/ 49 h 87"/>
                <a:gd name="T4" fmla="*/ 4206 w 270"/>
                <a:gd name="T5" fmla="*/ 489 h 87"/>
                <a:gd name="T6" fmla="*/ 2385 w 270"/>
                <a:gd name="T7" fmla="*/ 1159 h 87"/>
                <a:gd name="T8" fmla="*/ 496 w 270"/>
                <a:gd name="T9" fmla="*/ 489 h 87"/>
                <a:gd name="T10" fmla="*/ 496 w 270"/>
                <a:gd name="T11" fmla="*/ 0 h 87"/>
                <a:gd name="T12" fmla="*/ 411 w 270"/>
                <a:gd name="T13" fmla="*/ 37 h 87"/>
                <a:gd name="T14" fmla="*/ 0 w 270"/>
                <a:gd name="T15" fmla="*/ 531 h 87"/>
                <a:gd name="T16" fmla="*/ 2457 w 270"/>
                <a:gd name="T17" fmla="*/ 1463 h 87"/>
                <a:gd name="T18" fmla="*/ 4695 w 270"/>
                <a:gd name="T19" fmla="*/ 531 h 87"/>
                <a:gd name="T20" fmla="*/ 4263 w 270"/>
                <a:gd name="T21" fmla="*/ 86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0" h="87">
                  <a:moveTo>
                    <a:pt x="245" y="5"/>
                  </a:moveTo>
                  <a:cubicBezTo>
                    <a:pt x="242" y="3"/>
                    <a:pt x="242" y="3"/>
                    <a:pt x="242" y="3"/>
                  </a:cubicBezTo>
                  <a:cubicBezTo>
                    <a:pt x="242" y="29"/>
                    <a:pt x="242" y="29"/>
                    <a:pt x="242" y="29"/>
                  </a:cubicBezTo>
                  <a:cubicBezTo>
                    <a:pt x="242" y="50"/>
                    <a:pt x="196" y="69"/>
                    <a:pt x="137" y="69"/>
                  </a:cubicBezTo>
                  <a:cubicBezTo>
                    <a:pt x="77" y="69"/>
                    <a:pt x="28" y="50"/>
                    <a:pt x="28" y="29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6" y="0"/>
                    <a:pt x="25" y="1"/>
                    <a:pt x="24" y="2"/>
                  </a:cubicBezTo>
                  <a:cubicBezTo>
                    <a:pt x="9" y="9"/>
                    <a:pt x="0" y="21"/>
                    <a:pt x="0" y="32"/>
                  </a:cubicBezTo>
                  <a:cubicBezTo>
                    <a:pt x="0" y="62"/>
                    <a:pt x="68" y="87"/>
                    <a:pt x="141" y="87"/>
                  </a:cubicBezTo>
                  <a:cubicBezTo>
                    <a:pt x="214" y="87"/>
                    <a:pt x="270" y="62"/>
                    <a:pt x="270" y="32"/>
                  </a:cubicBezTo>
                  <a:cubicBezTo>
                    <a:pt x="270" y="21"/>
                    <a:pt x="259" y="12"/>
                    <a:pt x="245" y="5"/>
                  </a:cubicBezTo>
                  <a:close/>
                </a:path>
              </a:pathLst>
            </a:custGeom>
            <a:solidFill>
              <a:srgbClr val="FBDFC4"/>
            </a:solidFill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9" name="Freeform 64">
              <a:extLst>
                <a:ext uri="{FF2B5EF4-FFF2-40B4-BE49-F238E27FC236}">
                  <a16:creationId xmlns:a16="http://schemas.microsoft.com/office/drawing/2014/main" id="{EF099B93-8F6D-419E-BB68-D6EFA52F4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267"/>
              <a:ext cx="206" cy="985"/>
            </a:xfrm>
            <a:custGeom>
              <a:avLst/>
              <a:gdLst>
                <a:gd name="T0" fmla="*/ 1321 w 116"/>
                <a:gd name="T1" fmla="*/ 2448 h 558"/>
                <a:gd name="T2" fmla="*/ 1321 w 116"/>
                <a:gd name="T3" fmla="*/ 21 h 558"/>
                <a:gd name="T4" fmla="*/ 1113 w 116"/>
                <a:gd name="T5" fmla="*/ 21 h 558"/>
                <a:gd name="T6" fmla="*/ 549 w 116"/>
                <a:gd name="T7" fmla="*/ 0 h 558"/>
                <a:gd name="T8" fmla="*/ 549 w 116"/>
                <a:gd name="T9" fmla="*/ 2448 h 558"/>
                <a:gd name="T10" fmla="*/ 0 w 116"/>
                <a:gd name="T11" fmla="*/ 9566 h 558"/>
                <a:gd name="T12" fmla="*/ 975 w 116"/>
                <a:gd name="T13" fmla="*/ 8934 h 558"/>
                <a:gd name="T14" fmla="*/ 2049 w 116"/>
                <a:gd name="T15" fmla="*/ 9361 h 558"/>
                <a:gd name="T16" fmla="*/ 1321 w 116"/>
                <a:gd name="T17" fmla="*/ 2448 h 5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558">
                  <a:moveTo>
                    <a:pt x="75" y="143"/>
                  </a:moveTo>
                  <a:cubicBezTo>
                    <a:pt x="75" y="1"/>
                    <a:pt x="75" y="1"/>
                    <a:pt x="75" y="1"/>
                  </a:cubicBezTo>
                  <a:cubicBezTo>
                    <a:pt x="71" y="1"/>
                    <a:pt x="67" y="1"/>
                    <a:pt x="63" y="1"/>
                  </a:cubicBezTo>
                  <a:cubicBezTo>
                    <a:pt x="52" y="1"/>
                    <a:pt x="41" y="1"/>
                    <a:pt x="31" y="0"/>
                  </a:cubicBezTo>
                  <a:cubicBezTo>
                    <a:pt x="31" y="143"/>
                    <a:pt x="31" y="143"/>
                    <a:pt x="31" y="143"/>
                  </a:cubicBezTo>
                  <a:cubicBezTo>
                    <a:pt x="31" y="321"/>
                    <a:pt x="9" y="495"/>
                    <a:pt x="0" y="558"/>
                  </a:cubicBezTo>
                  <a:cubicBezTo>
                    <a:pt x="7" y="538"/>
                    <a:pt x="23" y="523"/>
                    <a:pt x="55" y="521"/>
                  </a:cubicBezTo>
                  <a:cubicBezTo>
                    <a:pt x="89" y="518"/>
                    <a:pt x="108" y="528"/>
                    <a:pt x="116" y="546"/>
                  </a:cubicBezTo>
                  <a:cubicBezTo>
                    <a:pt x="103" y="469"/>
                    <a:pt x="74" y="293"/>
                    <a:pt x="75" y="143"/>
                  </a:cubicBezTo>
                  <a:close/>
                </a:path>
              </a:pathLst>
            </a:custGeom>
            <a:solidFill>
              <a:srgbClr val="D1CDD1"/>
            </a:solidFill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Freeform 65">
              <a:extLst>
                <a:ext uri="{FF2B5EF4-FFF2-40B4-BE49-F238E27FC236}">
                  <a16:creationId xmlns:a16="http://schemas.microsoft.com/office/drawing/2014/main" id="{397304F8-2EE4-435A-AD08-085BCC7BA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660"/>
              <a:ext cx="662" cy="609"/>
            </a:xfrm>
            <a:custGeom>
              <a:avLst/>
              <a:gdLst>
                <a:gd name="T0" fmla="*/ 6501 w 374"/>
                <a:gd name="T1" fmla="*/ 4643 h 345"/>
                <a:gd name="T2" fmla="*/ 6501 w 374"/>
                <a:gd name="T3" fmla="*/ 21 h 345"/>
                <a:gd name="T4" fmla="*/ 6501 w 374"/>
                <a:gd name="T5" fmla="*/ 0 h 345"/>
                <a:gd name="T6" fmla="*/ 3291 w 374"/>
                <a:gd name="T7" fmla="*/ 1320 h 345"/>
                <a:gd name="T8" fmla="*/ 50 w 374"/>
                <a:gd name="T9" fmla="*/ 0 h 345"/>
                <a:gd name="T10" fmla="*/ 50 w 374"/>
                <a:gd name="T11" fmla="*/ 0 h 345"/>
                <a:gd name="T12" fmla="*/ 21 w 374"/>
                <a:gd name="T13" fmla="*/ 4593 h 345"/>
                <a:gd name="T14" fmla="*/ 37 w 374"/>
                <a:gd name="T15" fmla="*/ 4593 h 345"/>
                <a:gd name="T16" fmla="*/ 3437 w 374"/>
                <a:gd name="T17" fmla="*/ 5913 h 345"/>
                <a:gd name="T18" fmla="*/ 6501 w 374"/>
                <a:gd name="T19" fmla="*/ 4643 h 3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4" h="345">
                  <a:moveTo>
                    <a:pt x="374" y="271"/>
                  </a:moveTo>
                  <a:cubicBezTo>
                    <a:pt x="374" y="191"/>
                    <a:pt x="369" y="110"/>
                    <a:pt x="374" y="1"/>
                  </a:cubicBezTo>
                  <a:cubicBezTo>
                    <a:pt x="374" y="0"/>
                    <a:pt x="374" y="0"/>
                    <a:pt x="374" y="0"/>
                  </a:cubicBezTo>
                  <a:cubicBezTo>
                    <a:pt x="374" y="43"/>
                    <a:pt x="291" y="77"/>
                    <a:pt x="189" y="77"/>
                  </a:cubicBezTo>
                  <a:cubicBezTo>
                    <a:pt x="86" y="77"/>
                    <a:pt x="3" y="43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0" y="180"/>
                    <a:pt x="1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" y="311"/>
                    <a:pt x="96" y="345"/>
                    <a:pt x="198" y="345"/>
                  </a:cubicBezTo>
                  <a:cubicBezTo>
                    <a:pt x="297" y="345"/>
                    <a:pt x="368" y="312"/>
                    <a:pt x="374" y="271"/>
                  </a:cubicBezTo>
                  <a:close/>
                </a:path>
              </a:pathLst>
            </a:custGeom>
            <a:solidFill>
              <a:srgbClr val="94722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1" name="Freeform 66">
              <a:extLst>
                <a:ext uri="{FF2B5EF4-FFF2-40B4-BE49-F238E27FC236}">
                  <a16:creationId xmlns:a16="http://schemas.microsoft.com/office/drawing/2014/main" id="{DF89CA5A-1DD5-4E64-958C-DC8E91005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660"/>
              <a:ext cx="656" cy="136"/>
            </a:xfrm>
            <a:custGeom>
              <a:avLst/>
              <a:gdLst>
                <a:gd name="T0" fmla="*/ 6413 w 371"/>
                <a:gd name="T1" fmla="*/ 0 h 77"/>
                <a:gd name="T2" fmla="*/ 3216 w 371"/>
                <a:gd name="T3" fmla="*/ 1323 h 77"/>
                <a:gd name="T4" fmla="*/ 0 w 371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1" h="77">
                  <a:moveTo>
                    <a:pt x="371" y="0"/>
                  </a:moveTo>
                  <a:cubicBezTo>
                    <a:pt x="371" y="43"/>
                    <a:pt x="288" y="77"/>
                    <a:pt x="186" y="77"/>
                  </a:cubicBezTo>
                  <a:cubicBezTo>
                    <a:pt x="83" y="77"/>
                    <a:pt x="0" y="4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2" name="Freeform 67">
              <a:extLst>
                <a:ext uri="{FF2B5EF4-FFF2-40B4-BE49-F238E27FC236}">
                  <a16:creationId xmlns:a16="http://schemas.microsoft.com/office/drawing/2014/main" id="{B6FB4FE8-1615-42CE-B7E6-C5C0D9F93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133"/>
              <a:ext cx="1165" cy="1500"/>
            </a:xfrm>
            <a:custGeom>
              <a:avLst/>
              <a:gdLst>
                <a:gd name="T0" fmla="*/ 11260 w 658"/>
                <a:gd name="T1" fmla="*/ 10592 h 850"/>
                <a:gd name="T2" fmla="*/ 9984 w 658"/>
                <a:gd name="T3" fmla="*/ 6226 h 850"/>
                <a:gd name="T4" fmla="*/ 8913 w 658"/>
                <a:gd name="T5" fmla="*/ 49 h 850"/>
                <a:gd name="T6" fmla="*/ 5843 w 658"/>
                <a:gd name="T7" fmla="*/ 1320 h 850"/>
                <a:gd name="T8" fmla="*/ 2436 w 658"/>
                <a:gd name="T9" fmla="*/ 0 h 850"/>
                <a:gd name="T10" fmla="*/ 2420 w 658"/>
                <a:gd name="T11" fmla="*/ 0 h 850"/>
                <a:gd name="T12" fmla="*/ 2436 w 658"/>
                <a:gd name="T13" fmla="*/ 582 h 850"/>
                <a:gd name="T14" fmla="*/ 765 w 658"/>
                <a:gd name="T15" fmla="*/ 8903 h 850"/>
                <a:gd name="T16" fmla="*/ 2615 w 658"/>
                <a:gd name="T17" fmla="*/ 14509 h 850"/>
                <a:gd name="T18" fmla="*/ 4747 w 658"/>
                <a:gd name="T19" fmla="*/ 12180 h 850"/>
                <a:gd name="T20" fmla="*/ 5712 w 658"/>
                <a:gd name="T21" fmla="*/ 10221 h 850"/>
                <a:gd name="T22" fmla="*/ 6770 w 658"/>
                <a:gd name="T23" fmla="*/ 12180 h 850"/>
                <a:gd name="T24" fmla="*/ 8580 w 658"/>
                <a:gd name="T25" fmla="*/ 14546 h 850"/>
                <a:gd name="T26" fmla="*/ 11260 w 658"/>
                <a:gd name="T27" fmla="*/ 10592 h 8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8" h="850">
                  <a:moveTo>
                    <a:pt x="647" y="619"/>
                  </a:moveTo>
                  <a:cubicBezTo>
                    <a:pt x="637" y="536"/>
                    <a:pt x="599" y="455"/>
                    <a:pt x="574" y="364"/>
                  </a:cubicBezTo>
                  <a:cubicBezTo>
                    <a:pt x="525" y="189"/>
                    <a:pt x="515" y="106"/>
                    <a:pt x="512" y="3"/>
                  </a:cubicBezTo>
                  <a:cubicBezTo>
                    <a:pt x="506" y="44"/>
                    <a:pt x="435" y="77"/>
                    <a:pt x="336" y="77"/>
                  </a:cubicBezTo>
                  <a:cubicBezTo>
                    <a:pt x="234" y="77"/>
                    <a:pt x="140" y="43"/>
                    <a:pt x="140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0" y="14"/>
                    <a:pt x="140" y="26"/>
                    <a:pt x="140" y="34"/>
                  </a:cubicBezTo>
                  <a:cubicBezTo>
                    <a:pt x="140" y="267"/>
                    <a:pt x="92" y="337"/>
                    <a:pt x="44" y="520"/>
                  </a:cubicBezTo>
                  <a:cubicBezTo>
                    <a:pt x="0" y="686"/>
                    <a:pt x="15" y="848"/>
                    <a:pt x="150" y="848"/>
                  </a:cubicBezTo>
                  <a:cubicBezTo>
                    <a:pt x="285" y="848"/>
                    <a:pt x="281" y="750"/>
                    <a:pt x="273" y="712"/>
                  </a:cubicBezTo>
                  <a:cubicBezTo>
                    <a:pt x="263" y="656"/>
                    <a:pt x="263" y="602"/>
                    <a:pt x="328" y="597"/>
                  </a:cubicBezTo>
                  <a:cubicBezTo>
                    <a:pt x="406" y="591"/>
                    <a:pt x="401" y="651"/>
                    <a:pt x="389" y="712"/>
                  </a:cubicBezTo>
                  <a:cubicBezTo>
                    <a:pt x="386" y="726"/>
                    <a:pt x="347" y="850"/>
                    <a:pt x="493" y="850"/>
                  </a:cubicBezTo>
                  <a:cubicBezTo>
                    <a:pt x="639" y="850"/>
                    <a:pt x="658" y="705"/>
                    <a:pt x="647" y="61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3" name="Freeform 68">
              <a:extLst>
                <a:ext uri="{FF2B5EF4-FFF2-40B4-BE49-F238E27FC236}">
                  <a16:creationId xmlns:a16="http://schemas.microsoft.com/office/drawing/2014/main" id="{5D1DDA77-0421-4AB7-8A2C-0C4316AD0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743"/>
              <a:ext cx="278" cy="309"/>
            </a:xfrm>
            <a:custGeom>
              <a:avLst/>
              <a:gdLst>
                <a:gd name="T0" fmla="*/ 1376 w 157"/>
                <a:gd name="T1" fmla="*/ 0 h 175"/>
                <a:gd name="T2" fmla="*/ 0 w 157"/>
                <a:gd name="T3" fmla="*/ 339 h 175"/>
                <a:gd name="T4" fmla="*/ 0 w 157"/>
                <a:gd name="T5" fmla="*/ 3005 h 175"/>
                <a:gd name="T6" fmla="*/ 993 w 157"/>
                <a:gd name="T7" fmla="*/ 3005 h 175"/>
                <a:gd name="T8" fmla="*/ 993 w 157"/>
                <a:gd name="T9" fmla="*/ 380 h 175"/>
                <a:gd name="T10" fmla="*/ 1376 w 157"/>
                <a:gd name="T11" fmla="*/ 480 h 175"/>
                <a:gd name="T12" fmla="*/ 1758 w 157"/>
                <a:gd name="T13" fmla="*/ 380 h 175"/>
                <a:gd name="T14" fmla="*/ 1758 w 157"/>
                <a:gd name="T15" fmla="*/ 3005 h 175"/>
                <a:gd name="T16" fmla="*/ 2730 w 157"/>
                <a:gd name="T17" fmla="*/ 3005 h 175"/>
                <a:gd name="T18" fmla="*/ 2730 w 157"/>
                <a:gd name="T19" fmla="*/ 339 h 175"/>
                <a:gd name="T20" fmla="*/ 1376 w 157"/>
                <a:gd name="T21" fmla="*/ 0 h 1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175">
                  <a:moveTo>
                    <a:pt x="79" y="0"/>
                  </a:moveTo>
                  <a:cubicBezTo>
                    <a:pt x="35" y="0"/>
                    <a:pt x="0" y="9"/>
                    <a:pt x="0" y="20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57" y="175"/>
                    <a:pt x="57" y="175"/>
                    <a:pt x="57" y="175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5"/>
                    <a:pt x="67" y="28"/>
                    <a:pt x="79" y="28"/>
                  </a:cubicBezTo>
                  <a:cubicBezTo>
                    <a:pt x="91" y="28"/>
                    <a:pt x="101" y="25"/>
                    <a:pt x="101" y="22"/>
                  </a:cubicBezTo>
                  <a:cubicBezTo>
                    <a:pt x="101" y="175"/>
                    <a:pt x="101" y="175"/>
                    <a:pt x="101" y="175"/>
                  </a:cubicBezTo>
                  <a:cubicBezTo>
                    <a:pt x="157" y="175"/>
                    <a:pt x="157" y="175"/>
                    <a:pt x="157" y="175"/>
                  </a:cubicBezTo>
                  <a:cubicBezTo>
                    <a:pt x="157" y="20"/>
                    <a:pt x="157" y="20"/>
                    <a:pt x="157" y="20"/>
                  </a:cubicBezTo>
                  <a:cubicBezTo>
                    <a:pt x="157" y="9"/>
                    <a:pt x="122" y="0"/>
                    <a:pt x="79" y="0"/>
                  </a:cubicBezTo>
                  <a:close/>
                </a:path>
              </a:pathLst>
            </a:custGeom>
            <a:solidFill>
              <a:srgbClr val="FFDB56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4" name="Freeform 69">
              <a:extLst>
                <a:ext uri="{FF2B5EF4-FFF2-40B4-BE49-F238E27FC236}">
                  <a16:creationId xmlns:a16="http://schemas.microsoft.com/office/drawing/2014/main" id="{EAE9B094-8D6E-45C8-B007-B7D176112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743"/>
              <a:ext cx="278" cy="35"/>
            </a:xfrm>
            <a:custGeom>
              <a:avLst/>
              <a:gdLst>
                <a:gd name="T0" fmla="*/ 1376 w 157"/>
                <a:gd name="T1" fmla="*/ 249 h 20"/>
                <a:gd name="T2" fmla="*/ 1758 w 157"/>
                <a:gd name="T3" fmla="*/ 327 h 20"/>
                <a:gd name="T4" fmla="*/ 2730 w 157"/>
                <a:gd name="T5" fmla="*/ 327 h 20"/>
                <a:gd name="T6" fmla="*/ 1376 w 157"/>
                <a:gd name="T7" fmla="*/ 0 h 20"/>
                <a:gd name="T8" fmla="*/ 0 w 157"/>
                <a:gd name="T9" fmla="*/ 327 h 20"/>
                <a:gd name="T10" fmla="*/ 993 w 157"/>
                <a:gd name="T11" fmla="*/ 327 h 20"/>
                <a:gd name="T12" fmla="*/ 1376 w 157"/>
                <a:gd name="T13" fmla="*/ 24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">
                  <a:moveTo>
                    <a:pt x="79" y="15"/>
                  </a:moveTo>
                  <a:cubicBezTo>
                    <a:pt x="90" y="15"/>
                    <a:pt x="99" y="17"/>
                    <a:pt x="101" y="20"/>
                  </a:cubicBezTo>
                  <a:cubicBezTo>
                    <a:pt x="157" y="20"/>
                    <a:pt x="157" y="20"/>
                    <a:pt x="157" y="20"/>
                  </a:cubicBezTo>
                  <a:cubicBezTo>
                    <a:pt x="157" y="9"/>
                    <a:pt x="122" y="0"/>
                    <a:pt x="79" y="0"/>
                  </a:cubicBezTo>
                  <a:cubicBezTo>
                    <a:pt x="35" y="0"/>
                    <a:pt x="0" y="9"/>
                    <a:pt x="0" y="20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9" y="17"/>
                    <a:pt x="68" y="15"/>
                    <a:pt x="79" y="15"/>
                  </a:cubicBezTo>
                  <a:close/>
                </a:path>
              </a:pathLst>
            </a:custGeom>
            <a:solidFill>
              <a:srgbClr val="FFF0C1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Oval 70">
              <a:extLst>
                <a:ext uri="{FF2B5EF4-FFF2-40B4-BE49-F238E27FC236}">
                  <a16:creationId xmlns:a16="http://schemas.microsoft.com/office/drawing/2014/main" id="{D2DF0535-1BBC-4E9C-8092-84301E736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769"/>
              <a:ext cx="78" cy="23"/>
            </a:xfrm>
            <a:prstGeom prst="ellipse">
              <a:avLst/>
            </a:prstGeom>
            <a:solidFill>
              <a:srgbClr val="EBE8EA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6" name="Freeform 71">
              <a:extLst>
                <a:ext uri="{FF2B5EF4-FFF2-40B4-BE49-F238E27FC236}">
                  <a16:creationId xmlns:a16="http://schemas.microsoft.com/office/drawing/2014/main" id="{747AF356-EF3F-4CC0-AE55-433C67C85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782"/>
              <a:ext cx="78" cy="278"/>
            </a:xfrm>
            <a:custGeom>
              <a:avLst/>
              <a:gdLst>
                <a:gd name="T0" fmla="*/ 0 w 44"/>
                <a:gd name="T1" fmla="*/ 0 h 158"/>
                <a:gd name="T2" fmla="*/ 383 w 44"/>
                <a:gd name="T3" fmla="*/ 102 h 158"/>
                <a:gd name="T4" fmla="*/ 769 w 44"/>
                <a:gd name="T5" fmla="*/ 0 h 158"/>
                <a:gd name="T6" fmla="*/ 769 w 44"/>
                <a:gd name="T7" fmla="*/ 2576 h 158"/>
                <a:gd name="T8" fmla="*/ 383 w 44"/>
                <a:gd name="T9" fmla="*/ 2662 h 158"/>
                <a:gd name="T10" fmla="*/ 0 w 44"/>
                <a:gd name="T11" fmla="*/ 2576 h 158"/>
                <a:gd name="T12" fmla="*/ 0 w 44"/>
                <a:gd name="T13" fmla="*/ 0 h 1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58">
                  <a:moveTo>
                    <a:pt x="0" y="0"/>
                  </a:moveTo>
                  <a:cubicBezTo>
                    <a:pt x="0" y="3"/>
                    <a:pt x="10" y="6"/>
                    <a:pt x="22" y="6"/>
                  </a:cubicBezTo>
                  <a:cubicBezTo>
                    <a:pt x="34" y="6"/>
                    <a:pt x="44" y="3"/>
                    <a:pt x="44" y="0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7"/>
                    <a:pt x="34" y="158"/>
                    <a:pt x="22" y="158"/>
                  </a:cubicBezTo>
                  <a:cubicBezTo>
                    <a:pt x="10" y="158"/>
                    <a:pt x="0" y="157"/>
                    <a:pt x="0" y="15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1CDD1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7" name="Freeform 72">
              <a:extLst>
                <a:ext uri="{FF2B5EF4-FFF2-40B4-BE49-F238E27FC236}">
                  <a16:creationId xmlns:a16="http://schemas.microsoft.com/office/drawing/2014/main" id="{5476FA0D-21D1-4C86-A994-E91CEBD03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034"/>
              <a:ext cx="304" cy="62"/>
            </a:xfrm>
            <a:custGeom>
              <a:avLst/>
              <a:gdLst>
                <a:gd name="T0" fmla="*/ 2812 w 172"/>
                <a:gd name="T1" fmla="*/ 0 h 35"/>
                <a:gd name="T2" fmla="*/ 2812 w 172"/>
                <a:gd name="T3" fmla="*/ 179 h 35"/>
                <a:gd name="T4" fmla="*/ 1843 w 172"/>
                <a:gd name="T5" fmla="*/ 179 h 35"/>
                <a:gd name="T6" fmla="*/ 1843 w 172"/>
                <a:gd name="T7" fmla="*/ 179 h 35"/>
                <a:gd name="T8" fmla="*/ 1462 w 172"/>
                <a:gd name="T9" fmla="*/ 267 h 35"/>
                <a:gd name="T10" fmla="*/ 1082 w 172"/>
                <a:gd name="T11" fmla="*/ 179 h 35"/>
                <a:gd name="T12" fmla="*/ 1082 w 172"/>
                <a:gd name="T13" fmla="*/ 179 h 35"/>
                <a:gd name="T14" fmla="*/ 106 w 172"/>
                <a:gd name="T15" fmla="*/ 179 h 35"/>
                <a:gd name="T16" fmla="*/ 106 w 172"/>
                <a:gd name="T17" fmla="*/ 0 h 35"/>
                <a:gd name="T18" fmla="*/ 0 w 172"/>
                <a:gd name="T19" fmla="*/ 179 h 35"/>
                <a:gd name="T20" fmla="*/ 1462 w 172"/>
                <a:gd name="T21" fmla="*/ 611 h 35"/>
                <a:gd name="T22" fmla="*/ 2964 w 172"/>
                <a:gd name="T23" fmla="*/ 179 h 35"/>
                <a:gd name="T24" fmla="*/ 2812 w 172"/>
                <a:gd name="T25" fmla="*/ 0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2" h="35">
                  <a:moveTo>
                    <a:pt x="163" y="0"/>
                  </a:moveTo>
                  <a:cubicBezTo>
                    <a:pt x="163" y="10"/>
                    <a:pt x="163" y="10"/>
                    <a:pt x="163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14"/>
                    <a:pt x="97" y="15"/>
                    <a:pt x="85" y="15"/>
                  </a:cubicBezTo>
                  <a:cubicBezTo>
                    <a:pt x="73" y="15"/>
                    <a:pt x="63" y="14"/>
                    <a:pt x="63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3"/>
                    <a:pt x="0" y="6"/>
                    <a:pt x="0" y="10"/>
                  </a:cubicBezTo>
                  <a:cubicBezTo>
                    <a:pt x="0" y="24"/>
                    <a:pt x="37" y="35"/>
                    <a:pt x="85" y="35"/>
                  </a:cubicBezTo>
                  <a:cubicBezTo>
                    <a:pt x="132" y="35"/>
                    <a:pt x="172" y="24"/>
                    <a:pt x="172" y="10"/>
                  </a:cubicBezTo>
                  <a:cubicBezTo>
                    <a:pt x="172" y="6"/>
                    <a:pt x="168" y="3"/>
                    <a:pt x="163" y="0"/>
                  </a:cubicBezTo>
                  <a:close/>
                </a:path>
              </a:pathLst>
            </a:custGeom>
            <a:solidFill>
              <a:srgbClr val="E8CCD2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8" name="Freeform 73">
              <a:extLst>
                <a:ext uri="{FF2B5EF4-FFF2-40B4-BE49-F238E27FC236}">
                  <a16:creationId xmlns:a16="http://schemas.microsoft.com/office/drawing/2014/main" id="{F72965A5-955F-4FB2-98F0-970D75938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743"/>
              <a:ext cx="656" cy="1053"/>
            </a:xfrm>
            <a:custGeom>
              <a:avLst/>
              <a:gdLst>
                <a:gd name="T0" fmla="*/ 6210 w 371"/>
                <a:gd name="T1" fmla="*/ 8422 h 597"/>
                <a:gd name="T2" fmla="*/ 6169 w 371"/>
                <a:gd name="T3" fmla="*/ 7918 h 597"/>
                <a:gd name="T4" fmla="*/ 5550 w 371"/>
                <a:gd name="T5" fmla="*/ 7262 h 597"/>
                <a:gd name="T6" fmla="*/ 5550 w 371"/>
                <a:gd name="T7" fmla="*/ 6501 h 597"/>
                <a:gd name="T8" fmla="*/ 5115 w 371"/>
                <a:gd name="T9" fmla="*/ 6041 h 597"/>
                <a:gd name="T10" fmla="*/ 5064 w 371"/>
                <a:gd name="T11" fmla="*/ 6008 h 597"/>
                <a:gd name="T12" fmla="*/ 5064 w 371"/>
                <a:gd name="T13" fmla="*/ 5344 h 597"/>
                <a:gd name="T14" fmla="*/ 4705 w 371"/>
                <a:gd name="T15" fmla="*/ 4965 h 597"/>
                <a:gd name="T16" fmla="*/ 4705 w 371"/>
                <a:gd name="T17" fmla="*/ 3018 h 597"/>
                <a:gd name="T18" fmla="*/ 4705 w 371"/>
                <a:gd name="T19" fmla="*/ 2990 h 597"/>
                <a:gd name="T20" fmla="*/ 4542 w 371"/>
                <a:gd name="T21" fmla="*/ 2815 h 597"/>
                <a:gd name="T22" fmla="*/ 4542 w 371"/>
                <a:gd name="T23" fmla="*/ 339 h 597"/>
                <a:gd name="T24" fmla="*/ 3195 w 371"/>
                <a:gd name="T25" fmla="*/ 0 h 597"/>
                <a:gd name="T26" fmla="*/ 1828 w 371"/>
                <a:gd name="T27" fmla="*/ 339 h 597"/>
                <a:gd name="T28" fmla="*/ 1828 w 371"/>
                <a:gd name="T29" fmla="*/ 2815 h 597"/>
                <a:gd name="T30" fmla="*/ 1729 w 371"/>
                <a:gd name="T31" fmla="*/ 2990 h 597"/>
                <a:gd name="T32" fmla="*/ 1729 w 371"/>
                <a:gd name="T33" fmla="*/ 2990 h 597"/>
                <a:gd name="T34" fmla="*/ 1729 w 371"/>
                <a:gd name="T35" fmla="*/ 4937 h 597"/>
                <a:gd name="T36" fmla="*/ 1682 w 371"/>
                <a:gd name="T37" fmla="*/ 4965 h 597"/>
                <a:gd name="T38" fmla="*/ 1682 w 371"/>
                <a:gd name="T39" fmla="*/ 4965 h 597"/>
                <a:gd name="T40" fmla="*/ 1682 w 371"/>
                <a:gd name="T41" fmla="*/ 4965 h 597"/>
                <a:gd name="T42" fmla="*/ 1682 w 371"/>
                <a:gd name="T43" fmla="*/ 4965 h 597"/>
                <a:gd name="T44" fmla="*/ 1682 w 371"/>
                <a:gd name="T45" fmla="*/ 4965 h 597"/>
                <a:gd name="T46" fmla="*/ 1682 w 371"/>
                <a:gd name="T47" fmla="*/ 4965 h 597"/>
                <a:gd name="T48" fmla="*/ 1372 w 371"/>
                <a:gd name="T49" fmla="*/ 5344 h 597"/>
                <a:gd name="T50" fmla="*/ 1372 w 371"/>
                <a:gd name="T51" fmla="*/ 5963 h 597"/>
                <a:gd name="T52" fmla="*/ 1301 w 371"/>
                <a:gd name="T53" fmla="*/ 5992 h 597"/>
                <a:gd name="T54" fmla="*/ 879 w 371"/>
                <a:gd name="T55" fmla="*/ 6501 h 597"/>
                <a:gd name="T56" fmla="*/ 879 w 371"/>
                <a:gd name="T57" fmla="*/ 7198 h 597"/>
                <a:gd name="T58" fmla="*/ 778 w 371"/>
                <a:gd name="T59" fmla="*/ 7262 h 597"/>
                <a:gd name="T60" fmla="*/ 187 w 371"/>
                <a:gd name="T61" fmla="*/ 7918 h 597"/>
                <a:gd name="T62" fmla="*/ 187 w 371"/>
                <a:gd name="T63" fmla="*/ 8500 h 597"/>
                <a:gd name="T64" fmla="*/ 0 w 371"/>
                <a:gd name="T65" fmla="*/ 8872 h 597"/>
                <a:gd name="T66" fmla="*/ 3216 w 371"/>
                <a:gd name="T67" fmla="*/ 10190 h 597"/>
                <a:gd name="T68" fmla="*/ 6413 w 371"/>
                <a:gd name="T69" fmla="*/ 8872 h 597"/>
                <a:gd name="T70" fmla="*/ 6210 w 371"/>
                <a:gd name="T71" fmla="*/ 8422 h 59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71" h="597">
                  <a:moveTo>
                    <a:pt x="359" y="493"/>
                  </a:moveTo>
                  <a:cubicBezTo>
                    <a:pt x="358" y="479"/>
                    <a:pt x="358" y="467"/>
                    <a:pt x="357" y="464"/>
                  </a:cubicBezTo>
                  <a:cubicBezTo>
                    <a:pt x="357" y="448"/>
                    <a:pt x="341" y="437"/>
                    <a:pt x="321" y="425"/>
                  </a:cubicBezTo>
                  <a:cubicBezTo>
                    <a:pt x="321" y="405"/>
                    <a:pt x="321" y="381"/>
                    <a:pt x="321" y="381"/>
                  </a:cubicBezTo>
                  <a:cubicBezTo>
                    <a:pt x="321" y="370"/>
                    <a:pt x="310" y="361"/>
                    <a:pt x="296" y="354"/>
                  </a:cubicBezTo>
                  <a:cubicBezTo>
                    <a:pt x="293" y="352"/>
                    <a:pt x="293" y="352"/>
                    <a:pt x="293" y="352"/>
                  </a:cubicBezTo>
                  <a:cubicBezTo>
                    <a:pt x="293" y="313"/>
                    <a:pt x="293" y="313"/>
                    <a:pt x="293" y="313"/>
                  </a:cubicBezTo>
                  <a:cubicBezTo>
                    <a:pt x="293" y="305"/>
                    <a:pt x="284" y="297"/>
                    <a:pt x="272" y="291"/>
                  </a:cubicBezTo>
                  <a:cubicBezTo>
                    <a:pt x="272" y="253"/>
                    <a:pt x="272" y="178"/>
                    <a:pt x="272" y="177"/>
                  </a:cubicBezTo>
                  <a:cubicBezTo>
                    <a:pt x="269" y="186"/>
                    <a:pt x="272" y="184"/>
                    <a:pt x="272" y="175"/>
                  </a:cubicBezTo>
                  <a:cubicBezTo>
                    <a:pt x="272" y="171"/>
                    <a:pt x="268" y="168"/>
                    <a:pt x="263" y="165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263" y="9"/>
                    <a:pt x="228" y="0"/>
                    <a:pt x="185" y="0"/>
                  </a:cubicBezTo>
                  <a:cubicBezTo>
                    <a:pt x="141" y="0"/>
                    <a:pt x="106" y="9"/>
                    <a:pt x="106" y="20"/>
                  </a:cubicBezTo>
                  <a:cubicBezTo>
                    <a:pt x="106" y="165"/>
                    <a:pt x="106" y="165"/>
                    <a:pt x="106" y="165"/>
                  </a:cubicBezTo>
                  <a:cubicBezTo>
                    <a:pt x="102" y="168"/>
                    <a:pt x="100" y="171"/>
                    <a:pt x="100" y="175"/>
                  </a:cubicBezTo>
                  <a:cubicBezTo>
                    <a:pt x="100" y="178"/>
                    <a:pt x="100" y="178"/>
                    <a:pt x="100" y="175"/>
                  </a:cubicBezTo>
                  <a:cubicBezTo>
                    <a:pt x="100" y="176"/>
                    <a:pt x="100" y="292"/>
                    <a:pt x="100" y="289"/>
                  </a:cubicBezTo>
                  <a:cubicBezTo>
                    <a:pt x="99" y="289"/>
                    <a:pt x="98" y="290"/>
                    <a:pt x="97" y="291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84" y="297"/>
                    <a:pt x="79" y="304"/>
                    <a:pt x="79" y="313"/>
                  </a:cubicBezTo>
                  <a:cubicBezTo>
                    <a:pt x="79" y="349"/>
                    <a:pt x="79" y="349"/>
                    <a:pt x="79" y="349"/>
                  </a:cubicBezTo>
                  <a:cubicBezTo>
                    <a:pt x="77" y="349"/>
                    <a:pt x="76" y="350"/>
                    <a:pt x="75" y="351"/>
                  </a:cubicBezTo>
                  <a:cubicBezTo>
                    <a:pt x="60" y="358"/>
                    <a:pt x="51" y="370"/>
                    <a:pt x="51" y="381"/>
                  </a:cubicBezTo>
                  <a:cubicBezTo>
                    <a:pt x="51" y="381"/>
                    <a:pt x="51" y="422"/>
                    <a:pt x="51" y="422"/>
                  </a:cubicBezTo>
                  <a:cubicBezTo>
                    <a:pt x="49" y="423"/>
                    <a:pt x="47" y="424"/>
                    <a:pt x="45" y="425"/>
                  </a:cubicBezTo>
                  <a:cubicBezTo>
                    <a:pt x="26" y="437"/>
                    <a:pt x="11" y="448"/>
                    <a:pt x="11" y="464"/>
                  </a:cubicBezTo>
                  <a:cubicBezTo>
                    <a:pt x="11" y="468"/>
                    <a:pt x="11" y="484"/>
                    <a:pt x="11" y="498"/>
                  </a:cubicBezTo>
                  <a:cubicBezTo>
                    <a:pt x="5" y="502"/>
                    <a:pt x="0" y="512"/>
                    <a:pt x="0" y="520"/>
                  </a:cubicBezTo>
                  <a:cubicBezTo>
                    <a:pt x="0" y="563"/>
                    <a:pt x="83" y="597"/>
                    <a:pt x="186" y="597"/>
                  </a:cubicBezTo>
                  <a:cubicBezTo>
                    <a:pt x="288" y="597"/>
                    <a:pt x="371" y="563"/>
                    <a:pt x="371" y="520"/>
                  </a:cubicBezTo>
                  <a:cubicBezTo>
                    <a:pt x="371" y="511"/>
                    <a:pt x="366" y="501"/>
                    <a:pt x="359" y="49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74">
              <a:extLst>
                <a:ext uri="{FF2B5EF4-FFF2-40B4-BE49-F238E27FC236}">
                  <a16:creationId xmlns:a16="http://schemas.microsoft.com/office/drawing/2014/main" id="{902EC4DB-1985-4428-BE04-4561458F9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194"/>
              <a:ext cx="207" cy="827"/>
            </a:xfrm>
            <a:custGeom>
              <a:avLst/>
              <a:gdLst>
                <a:gd name="T0" fmla="*/ 1506 w 117"/>
                <a:gd name="T1" fmla="*/ 7995 h 469"/>
                <a:gd name="T2" fmla="*/ 830 w 117"/>
                <a:gd name="T3" fmla="*/ 6448 h 469"/>
                <a:gd name="T4" fmla="*/ 448 w 117"/>
                <a:gd name="T5" fmla="*/ 4863 h 469"/>
                <a:gd name="T6" fmla="*/ 469 w 117"/>
                <a:gd name="T7" fmla="*/ 3858 h 469"/>
                <a:gd name="T8" fmla="*/ 345 w 117"/>
                <a:gd name="T9" fmla="*/ 2506 h 469"/>
                <a:gd name="T10" fmla="*/ 115 w 117"/>
                <a:gd name="T11" fmla="*/ 1723 h 469"/>
                <a:gd name="T12" fmla="*/ 115 w 117"/>
                <a:gd name="T13" fmla="*/ 1026 h 469"/>
                <a:gd name="T14" fmla="*/ 699 w 117"/>
                <a:gd name="T15" fmla="*/ 309 h 469"/>
                <a:gd name="T16" fmla="*/ 1762 w 117"/>
                <a:gd name="T17" fmla="*/ 1402 h 469"/>
                <a:gd name="T18" fmla="*/ 1440 w 117"/>
                <a:gd name="T19" fmla="*/ 4484 h 469"/>
                <a:gd name="T20" fmla="*/ 1822 w 117"/>
                <a:gd name="T21" fmla="*/ 6013 h 469"/>
                <a:gd name="T22" fmla="*/ 1596 w 117"/>
                <a:gd name="T23" fmla="*/ 7018 h 469"/>
                <a:gd name="T24" fmla="*/ 1872 w 117"/>
                <a:gd name="T25" fmla="*/ 7995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7" h="469">
                  <a:moveTo>
                    <a:pt x="87" y="469"/>
                  </a:moveTo>
                  <a:cubicBezTo>
                    <a:pt x="91" y="433"/>
                    <a:pt x="63" y="401"/>
                    <a:pt x="48" y="378"/>
                  </a:cubicBezTo>
                  <a:cubicBezTo>
                    <a:pt x="38" y="360"/>
                    <a:pt x="22" y="326"/>
                    <a:pt x="26" y="285"/>
                  </a:cubicBezTo>
                  <a:cubicBezTo>
                    <a:pt x="30" y="245"/>
                    <a:pt x="30" y="253"/>
                    <a:pt x="27" y="226"/>
                  </a:cubicBezTo>
                  <a:cubicBezTo>
                    <a:pt x="24" y="198"/>
                    <a:pt x="24" y="169"/>
                    <a:pt x="20" y="147"/>
                  </a:cubicBezTo>
                  <a:cubicBezTo>
                    <a:pt x="17" y="125"/>
                    <a:pt x="12" y="118"/>
                    <a:pt x="7" y="101"/>
                  </a:cubicBezTo>
                  <a:cubicBezTo>
                    <a:pt x="1" y="84"/>
                    <a:pt x="0" y="68"/>
                    <a:pt x="7" y="60"/>
                  </a:cubicBezTo>
                  <a:cubicBezTo>
                    <a:pt x="6" y="32"/>
                    <a:pt x="27" y="14"/>
                    <a:pt x="40" y="18"/>
                  </a:cubicBezTo>
                  <a:cubicBezTo>
                    <a:pt x="51" y="0"/>
                    <a:pt x="117" y="8"/>
                    <a:pt x="102" y="82"/>
                  </a:cubicBezTo>
                  <a:cubicBezTo>
                    <a:pt x="96" y="121"/>
                    <a:pt x="68" y="216"/>
                    <a:pt x="83" y="263"/>
                  </a:cubicBezTo>
                  <a:cubicBezTo>
                    <a:pt x="95" y="298"/>
                    <a:pt x="103" y="323"/>
                    <a:pt x="105" y="353"/>
                  </a:cubicBezTo>
                  <a:cubicBezTo>
                    <a:pt x="106" y="383"/>
                    <a:pt x="97" y="405"/>
                    <a:pt x="92" y="412"/>
                  </a:cubicBezTo>
                  <a:cubicBezTo>
                    <a:pt x="102" y="432"/>
                    <a:pt x="105" y="448"/>
                    <a:pt x="108" y="46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75">
              <a:extLst>
                <a:ext uri="{FF2B5EF4-FFF2-40B4-BE49-F238E27FC236}">
                  <a16:creationId xmlns:a16="http://schemas.microsoft.com/office/drawing/2014/main" id="{FCA7572A-5D64-425D-85FE-0105055FD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878"/>
              <a:ext cx="25" cy="43"/>
            </a:xfrm>
            <a:custGeom>
              <a:avLst/>
              <a:gdLst>
                <a:gd name="T0" fmla="*/ 0 w 14"/>
                <a:gd name="T1" fmla="*/ 0 h 24"/>
                <a:gd name="T2" fmla="*/ 255 w 14"/>
                <a:gd name="T3" fmla="*/ 4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6" y="9"/>
                    <a:pt x="10" y="17"/>
                    <a:pt x="14" y="2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76">
              <a:extLst>
                <a:ext uri="{FF2B5EF4-FFF2-40B4-BE49-F238E27FC236}">
                  <a16:creationId xmlns:a16="http://schemas.microsoft.com/office/drawing/2014/main" id="{77BA2811-2680-4A6B-910F-ADB9F802B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644"/>
              <a:ext cx="81" cy="234"/>
            </a:xfrm>
            <a:custGeom>
              <a:avLst/>
              <a:gdLst>
                <a:gd name="T0" fmla="*/ 579 w 46"/>
                <a:gd name="T1" fmla="*/ 2245 h 133"/>
                <a:gd name="T2" fmla="*/ 530 w 46"/>
                <a:gd name="T3" fmla="*/ 959 h 133"/>
                <a:gd name="T4" fmla="*/ 224 w 46"/>
                <a:gd name="T5" fmla="*/ 37 h 133"/>
                <a:gd name="T6" fmla="*/ 49 w 46"/>
                <a:gd name="T7" fmla="*/ 595 h 133"/>
                <a:gd name="T8" fmla="*/ 579 w 46"/>
                <a:gd name="T9" fmla="*/ 2245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33">
                  <a:moveTo>
                    <a:pt x="34" y="133"/>
                  </a:moveTo>
                  <a:cubicBezTo>
                    <a:pt x="46" y="110"/>
                    <a:pt x="39" y="88"/>
                    <a:pt x="31" y="57"/>
                  </a:cubicBezTo>
                  <a:cubicBezTo>
                    <a:pt x="24" y="26"/>
                    <a:pt x="19" y="4"/>
                    <a:pt x="13" y="2"/>
                  </a:cubicBezTo>
                  <a:cubicBezTo>
                    <a:pt x="6" y="0"/>
                    <a:pt x="7" y="9"/>
                    <a:pt x="3" y="35"/>
                  </a:cubicBezTo>
                  <a:cubicBezTo>
                    <a:pt x="0" y="62"/>
                    <a:pt x="12" y="99"/>
                    <a:pt x="34" y="13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Freeform 77">
              <a:extLst>
                <a:ext uri="{FF2B5EF4-FFF2-40B4-BE49-F238E27FC236}">
                  <a16:creationId xmlns:a16="http://schemas.microsoft.com/office/drawing/2014/main" id="{6F572DAD-A3AA-4DDB-895C-B7A11BBC0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305"/>
              <a:ext cx="82" cy="115"/>
            </a:xfrm>
            <a:custGeom>
              <a:avLst/>
              <a:gdLst>
                <a:gd name="T0" fmla="*/ 93 w 46"/>
                <a:gd name="T1" fmla="*/ 203 h 65"/>
                <a:gd name="T2" fmla="*/ 255 w 46"/>
                <a:gd name="T3" fmla="*/ 830 h 65"/>
                <a:gd name="T4" fmla="*/ 414 w 46"/>
                <a:gd name="T5" fmla="*/ 1108 h 65"/>
                <a:gd name="T6" fmla="*/ 667 w 46"/>
                <a:gd name="T7" fmla="*/ 970 h 65"/>
                <a:gd name="T8" fmla="*/ 811 w 46"/>
                <a:gd name="T9" fmla="*/ 851 h 65"/>
                <a:gd name="T10" fmla="*/ 594 w 46"/>
                <a:gd name="T11" fmla="*/ 203 h 65"/>
                <a:gd name="T12" fmla="*/ 93 w 46"/>
                <a:gd name="T13" fmla="*/ 203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65">
                  <a:moveTo>
                    <a:pt x="5" y="12"/>
                  </a:moveTo>
                  <a:cubicBezTo>
                    <a:pt x="0" y="20"/>
                    <a:pt x="7" y="35"/>
                    <a:pt x="14" y="48"/>
                  </a:cubicBezTo>
                  <a:cubicBezTo>
                    <a:pt x="21" y="61"/>
                    <a:pt x="20" y="65"/>
                    <a:pt x="23" y="64"/>
                  </a:cubicBezTo>
                  <a:cubicBezTo>
                    <a:pt x="27" y="63"/>
                    <a:pt x="30" y="57"/>
                    <a:pt x="37" y="56"/>
                  </a:cubicBezTo>
                  <a:cubicBezTo>
                    <a:pt x="45" y="56"/>
                    <a:pt x="44" y="55"/>
                    <a:pt x="45" y="49"/>
                  </a:cubicBezTo>
                  <a:cubicBezTo>
                    <a:pt x="46" y="43"/>
                    <a:pt x="42" y="21"/>
                    <a:pt x="33" y="12"/>
                  </a:cubicBezTo>
                  <a:cubicBezTo>
                    <a:pt x="24" y="3"/>
                    <a:pt x="13" y="0"/>
                    <a:pt x="5" y="1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3" name="Freeform 78">
              <a:extLst>
                <a:ext uri="{FF2B5EF4-FFF2-40B4-BE49-F238E27FC236}">
                  <a16:creationId xmlns:a16="http://schemas.microsoft.com/office/drawing/2014/main" id="{60359874-E03F-4FDF-86FB-E27A57A9A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224"/>
              <a:ext cx="59" cy="76"/>
            </a:xfrm>
            <a:custGeom>
              <a:avLst/>
              <a:gdLst>
                <a:gd name="T0" fmla="*/ 0 w 33"/>
                <a:gd name="T1" fmla="*/ 741 h 43"/>
                <a:gd name="T2" fmla="*/ 349 w 33"/>
                <a:gd name="T3" fmla="*/ 606 h 43"/>
                <a:gd name="T4" fmla="*/ 418 w 33"/>
                <a:gd name="T5" fmla="*/ 559 h 43"/>
                <a:gd name="T6" fmla="*/ 601 w 3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3">
                  <a:moveTo>
                    <a:pt x="0" y="43"/>
                  </a:moveTo>
                  <a:cubicBezTo>
                    <a:pt x="6" y="36"/>
                    <a:pt x="14" y="34"/>
                    <a:pt x="19" y="35"/>
                  </a:cubicBezTo>
                  <a:cubicBezTo>
                    <a:pt x="20" y="35"/>
                    <a:pt x="23" y="35"/>
                    <a:pt x="23" y="32"/>
                  </a:cubicBezTo>
                  <a:cubicBezTo>
                    <a:pt x="23" y="21"/>
                    <a:pt x="26" y="10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4" name="Freeform 79">
              <a:extLst>
                <a:ext uri="{FF2B5EF4-FFF2-40B4-BE49-F238E27FC236}">
                  <a16:creationId xmlns:a16="http://schemas.microsoft.com/office/drawing/2014/main" id="{8B8252D6-77E7-4FF8-A455-84D92DD7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217"/>
              <a:ext cx="75" cy="95"/>
            </a:xfrm>
            <a:custGeom>
              <a:avLst/>
              <a:gdLst>
                <a:gd name="T0" fmla="*/ 143 w 42"/>
                <a:gd name="T1" fmla="*/ 174 h 54"/>
                <a:gd name="T2" fmla="*/ 41 w 42"/>
                <a:gd name="T3" fmla="*/ 538 h 54"/>
                <a:gd name="T4" fmla="*/ 232 w 42"/>
                <a:gd name="T5" fmla="*/ 804 h 54"/>
                <a:gd name="T6" fmla="*/ 466 w 42"/>
                <a:gd name="T7" fmla="*/ 457 h 54"/>
                <a:gd name="T8" fmla="*/ 763 w 42"/>
                <a:gd name="T9" fmla="*/ 289 h 54"/>
                <a:gd name="T10" fmla="*/ 143 w 42"/>
                <a:gd name="T11" fmla="*/ 17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4">
                  <a:moveTo>
                    <a:pt x="8" y="10"/>
                  </a:moveTo>
                  <a:cubicBezTo>
                    <a:pt x="2" y="15"/>
                    <a:pt x="0" y="24"/>
                    <a:pt x="2" y="32"/>
                  </a:cubicBezTo>
                  <a:cubicBezTo>
                    <a:pt x="3" y="40"/>
                    <a:pt x="7" y="42"/>
                    <a:pt x="13" y="48"/>
                  </a:cubicBezTo>
                  <a:cubicBezTo>
                    <a:pt x="18" y="54"/>
                    <a:pt x="19" y="33"/>
                    <a:pt x="26" y="27"/>
                  </a:cubicBezTo>
                  <a:cubicBezTo>
                    <a:pt x="32" y="22"/>
                    <a:pt x="42" y="20"/>
                    <a:pt x="42" y="17"/>
                  </a:cubicBezTo>
                  <a:cubicBezTo>
                    <a:pt x="41" y="14"/>
                    <a:pt x="20" y="0"/>
                    <a:pt x="8" y="1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5" name="Freeform 80">
              <a:extLst>
                <a:ext uri="{FF2B5EF4-FFF2-40B4-BE49-F238E27FC236}">
                  <a16:creationId xmlns:a16="http://schemas.microsoft.com/office/drawing/2014/main" id="{A69B1DDA-3DC8-4F2F-A87D-2A1E6599C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247"/>
              <a:ext cx="33" cy="30"/>
            </a:xfrm>
            <a:custGeom>
              <a:avLst/>
              <a:gdLst>
                <a:gd name="T0" fmla="*/ 0 w 19"/>
                <a:gd name="T1" fmla="*/ 0 h 17"/>
                <a:gd name="T2" fmla="*/ 299 w 19"/>
                <a:gd name="T3" fmla="*/ 29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5" y="1"/>
                    <a:pt x="17" y="10"/>
                    <a:pt x="19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6" name="Freeform 81">
              <a:extLst>
                <a:ext uri="{FF2B5EF4-FFF2-40B4-BE49-F238E27FC236}">
                  <a16:creationId xmlns:a16="http://schemas.microsoft.com/office/drawing/2014/main" id="{E506561B-610A-4D63-986D-D18C39958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248"/>
              <a:ext cx="22" cy="32"/>
            </a:xfrm>
            <a:custGeom>
              <a:avLst/>
              <a:gdLst>
                <a:gd name="T0" fmla="*/ 246 w 12"/>
                <a:gd name="T1" fmla="*/ 0 h 18"/>
                <a:gd name="T2" fmla="*/ 0 w 12"/>
                <a:gd name="T3" fmla="*/ 231 h 18"/>
                <a:gd name="T4" fmla="*/ 205 w 12"/>
                <a:gd name="T5" fmla="*/ 28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7" y="2"/>
                    <a:pt x="0" y="9"/>
                    <a:pt x="0" y="13"/>
                  </a:cubicBezTo>
                  <a:cubicBezTo>
                    <a:pt x="1" y="18"/>
                    <a:pt x="10" y="16"/>
                    <a:pt x="10" y="1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Freeform 82">
              <a:extLst>
                <a:ext uri="{FF2B5EF4-FFF2-40B4-BE49-F238E27FC236}">
                  <a16:creationId xmlns:a16="http://schemas.microsoft.com/office/drawing/2014/main" id="{50AD9893-85C1-4BB9-A8B2-61A62B908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231"/>
              <a:ext cx="30" cy="12"/>
            </a:xfrm>
            <a:custGeom>
              <a:avLst/>
              <a:gdLst>
                <a:gd name="T0" fmla="*/ 0 w 17"/>
                <a:gd name="T1" fmla="*/ 26 h 7"/>
                <a:gd name="T2" fmla="*/ 152 w 17"/>
                <a:gd name="T3" fmla="*/ 106 h 7"/>
                <a:gd name="T4" fmla="*/ 293 w 1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0" y="2"/>
                  </a:moveTo>
                  <a:cubicBezTo>
                    <a:pt x="5" y="3"/>
                    <a:pt x="7" y="7"/>
                    <a:pt x="9" y="7"/>
                  </a:cubicBezTo>
                  <a:cubicBezTo>
                    <a:pt x="11" y="7"/>
                    <a:pt x="14" y="1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8" name="Freeform 83">
              <a:extLst>
                <a:ext uri="{FF2B5EF4-FFF2-40B4-BE49-F238E27FC236}">
                  <a16:creationId xmlns:a16="http://schemas.microsoft.com/office/drawing/2014/main" id="{E974735B-E20C-440F-A856-D7C2504D6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236"/>
              <a:ext cx="16" cy="26"/>
            </a:xfrm>
            <a:custGeom>
              <a:avLst/>
              <a:gdLst>
                <a:gd name="T0" fmla="*/ 158 w 9"/>
                <a:gd name="T1" fmla="*/ 0 h 15"/>
                <a:gd name="T2" fmla="*/ 21 w 9"/>
                <a:gd name="T3" fmla="*/ 127 h 15"/>
                <a:gd name="T4" fmla="*/ 37 w 9"/>
                <a:gd name="T5" fmla="*/ 23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3" y="2"/>
                    <a:pt x="1" y="6"/>
                    <a:pt x="1" y="8"/>
                  </a:cubicBezTo>
                  <a:cubicBezTo>
                    <a:pt x="0" y="10"/>
                    <a:pt x="2" y="13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Freeform 84">
              <a:extLst>
                <a:ext uri="{FF2B5EF4-FFF2-40B4-BE49-F238E27FC236}">
                  <a16:creationId xmlns:a16="http://schemas.microsoft.com/office/drawing/2014/main" id="{ED859FB4-B6DE-4B4A-B3CA-0991794A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262"/>
              <a:ext cx="60" cy="76"/>
            </a:xfrm>
            <a:custGeom>
              <a:avLst/>
              <a:gdLst>
                <a:gd name="T0" fmla="*/ 252 w 34"/>
                <a:gd name="T1" fmla="*/ 106 h 43"/>
                <a:gd name="T2" fmla="*/ 115 w 34"/>
                <a:gd name="T3" fmla="*/ 331 h 43"/>
                <a:gd name="T4" fmla="*/ 49 w 34"/>
                <a:gd name="T5" fmla="*/ 606 h 43"/>
                <a:gd name="T6" fmla="*/ 379 w 34"/>
                <a:gd name="T7" fmla="*/ 700 h 43"/>
                <a:gd name="T8" fmla="*/ 561 w 34"/>
                <a:gd name="T9" fmla="*/ 468 h 43"/>
                <a:gd name="T10" fmla="*/ 473 w 34"/>
                <a:gd name="T11" fmla="*/ 21 h 43"/>
                <a:gd name="T12" fmla="*/ 252 w 34"/>
                <a:gd name="T13" fmla="*/ 10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3">
                  <a:moveTo>
                    <a:pt x="15" y="6"/>
                  </a:moveTo>
                  <a:cubicBezTo>
                    <a:pt x="11" y="8"/>
                    <a:pt x="10" y="10"/>
                    <a:pt x="7" y="19"/>
                  </a:cubicBezTo>
                  <a:cubicBezTo>
                    <a:pt x="4" y="28"/>
                    <a:pt x="0" y="29"/>
                    <a:pt x="3" y="35"/>
                  </a:cubicBezTo>
                  <a:cubicBezTo>
                    <a:pt x="5" y="42"/>
                    <a:pt x="14" y="39"/>
                    <a:pt x="22" y="41"/>
                  </a:cubicBezTo>
                  <a:cubicBezTo>
                    <a:pt x="30" y="43"/>
                    <a:pt x="33" y="36"/>
                    <a:pt x="33" y="27"/>
                  </a:cubicBezTo>
                  <a:cubicBezTo>
                    <a:pt x="34" y="19"/>
                    <a:pt x="32" y="2"/>
                    <a:pt x="28" y="1"/>
                  </a:cubicBezTo>
                  <a:cubicBezTo>
                    <a:pt x="25" y="0"/>
                    <a:pt x="18" y="4"/>
                    <a:pt x="15" y="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0" name="Freeform 85">
              <a:extLst>
                <a:ext uri="{FF2B5EF4-FFF2-40B4-BE49-F238E27FC236}">
                  <a16:creationId xmlns:a16="http://schemas.microsoft.com/office/drawing/2014/main" id="{73F5C021-09CB-4264-8EBA-4988FF835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345"/>
              <a:ext cx="52" cy="92"/>
            </a:xfrm>
            <a:custGeom>
              <a:avLst/>
              <a:gdLst>
                <a:gd name="T0" fmla="*/ 117 w 29"/>
                <a:gd name="T1" fmla="*/ 21 h 52"/>
                <a:gd name="T2" fmla="*/ 405 w 29"/>
                <a:gd name="T3" fmla="*/ 50 h 52"/>
                <a:gd name="T4" fmla="*/ 518 w 29"/>
                <a:gd name="T5" fmla="*/ 276 h 52"/>
                <a:gd name="T6" fmla="*/ 312 w 29"/>
                <a:gd name="T7" fmla="*/ 786 h 52"/>
                <a:gd name="T8" fmla="*/ 183 w 29"/>
                <a:gd name="T9" fmla="*/ 410 h 52"/>
                <a:gd name="T10" fmla="*/ 117 w 29"/>
                <a:gd name="T11" fmla="*/ 2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52">
                  <a:moveTo>
                    <a:pt x="6" y="1"/>
                  </a:moveTo>
                  <a:cubicBezTo>
                    <a:pt x="11" y="0"/>
                    <a:pt x="17" y="2"/>
                    <a:pt x="22" y="3"/>
                  </a:cubicBezTo>
                  <a:cubicBezTo>
                    <a:pt x="28" y="4"/>
                    <a:pt x="29" y="8"/>
                    <a:pt x="28" y="16"/>
                  </a:cubicBezTo>
                  <a:cubicBezTo>
                    <a:pt x="27" y="23"/>
                    <a:pt x="22" y="38"/>
                    <a:pt x="17" y="45"/>
                  </a:cubicBezTo>
                  <a:cubicBezTo>
                    <a:pt x="12" y="52"/>
                    <a:pt x="12" y="31"/>
                    <a:pt x="10" y="24"/>
                  </a:cubicBezTo>
                  <a:cubicBezTo>
                    <a:pt x="8" y="13"/>
                    <a:pt x="0" y="3"/>
                    <a:pt x="6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Freeform 86">
              <a:extLst>
                <a:ext uri="{FF2B5EF4-FFF2-40B4-BE49-F238E27FC236}">
                  <a16:creationId xmlns:a16="http://schemas.microsoft.com/office/drawing/2014/main" id="{8C06D71C-DC05-4AA9-B0DD-5A649D2BF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441"/>
              <a:ext cx="58" cy="129"/>
            </a:xfrm>
            <a:custGeom>
              <a:avLst/>
              <a:gdLst>
                <a:gd name="T0" fmla="*/ 172 w 33"/>
                <a:gd name="T1" fmla="*/ 21 h 73"/>
                <a:gd name="T2" fmla="*/ 49 w 33"/>
                <a:gd name="T3" fmla="*/ 315 h 73"/>
                <a:gd name="T4" fmla="*/ 65 w 33"/>
                <a:gd name="T5" fmla="*/ 1014 h 73"/>
                <a:gd name="T6" fmla="*/ 216 w 33"/>
                <a:gd name="T7" fmla="*/ 1071 h 73"/>
                <a:gd name="T8" fmla="*/ 517 w 33"/>
                <a:gd name="T9" fmla="*/ 343 h 73"/>
                <a:gd name="T10" fmla="*/ 315 w 33"/>
                <a:gd name="T11" fmla="*/ 21 h 73"/>
                <a:gd name="T12" fmla="*/ 172 w 33"/>
                <a:gd name="T13" fmla="*/ 21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73">
                  <a:moveTo>
                    <a:pt x="10" y="1"/>
                  </a:moveTo>
                  <a:cubicBezTo>
                    <a:pt x="7" y="2"/>
                    <a:pt x="0" y="4"/>
                    <a:pt x="3" y="18"/>
                  </a:cubicBezTo>
                  <a:cubicBezTo>
                    <a:pt x="4" y="27"/>
                    <a:pt x="5" y="45"/>
                    <a:pt x="4" y="59"/>
                  </a:cubicBezTo>
                  <a:cubicBezTo>
                    <a:pt x="3" y="73"/>
                    <a:pt x="8" y="72"/>
                    <a:pt x="13" y="62"/>
                  </a:cubicBezTo>
                  <a:cubicBezTo>
                    <a:pt x="19" y="52"/>
                    <a:pt x="29" y="30"/>
                    <a:pt x="31" y="20"/>
                  </a:cubicBezTo>
                  <a:cubicBezTo>
                    <a:pt x="33" y="11"/>
                    <a:pt x="29" y="2"/>
                    <a:pt x="19" y="1"/>
                  </a:cubicBezTo>
                  <a:cubicBezTo>
                    <a:pt x="15" y="0"/>
                    <a:pt x="12" y="0"/>
                    <a:pt x="1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2" name="Freeform 87">
              <a:extLst>
                <a:ext uri="{FF2B5EF4-FFF2-40B4-BE49-F238E27FC236}">
                  <a16:creationId xmlns:a16="http://schemas.microsoft.com/office/drawing/2014/main" id="{FE6A856F-DEF9-422F-8EFF-254DB19DD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555"/>
              <a:ext cx="44" cy="64"/>
            </a:xfrm>
            <a:custGeom>
              <a:avLst/>
              <a:gdLst>
                <a:gd name="T0" fmla="*/ 114 w 25"/>
                <a:gd name="T1" fmla="*/ 338 h 36"/>
                <a:gd name="T2" fmla="*/ 102 w 25"/>
                <a:gd name="T3" fmla="*/ 569 h 36"/>
                <a:gd name="T4" fmla="*/ 338 w 25"/>
                <a:gd name="T5" fmla="*/ 642 h 36"/>
                <a:gd name="T6" fmla="*/ 380 w 25"/>
                <a:gd name="T7" fmla="*/ 370 h 36"/>
                <a:gd name="T8" fmla="*/ 375 w 25"/>
                <a:gd name="T9" fmla="*/ 0 h 36"/>
                <a:gd name="T10" fmla="*/ 114 w 25"/>
                <a:gd name="T11" fmla="*/ 33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6">
                  <a:moveTo>
                    <a:pt x="7" y="19"/>
                  </a:moveTo>
                  <a:cubicBezTo>
                    <a:pt x="0" y="29"/>
                    <a:pt x="2" y="30"/>
                    <a:pt x="6" y="32"/>
                  </a:cubicBezTo>
                  <a:cubicBezTo>
                    <a:pt x="9" y="34"/>
                    <a:pt x="15" y="35"/>
                    <a:pt x="20" y="36"/>
                  </a:cubicBezTo>
                  <a:cubicBezTo>
                    <a:pt x="25" y="36"/>
                    <a:pt x="23" y="31"/>
                    <a:pt x="23" y="21"/>
                  </a:cubicBezTo>
                  <a:cubicBezTo>
                    <a:pt x="23" y="11"/>
                    <a:pt x="25" y="2"/>
                    <a:pt x="22" y="0"/>
                  </a:cubicBezTo>
                  <a:cubicBezTo>
                    <a:pt x="18" y="0"/>
                    <a:pt x="13" y="11"/>
                    <a:pt x="7" y="1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3" name="Freeform 88">
              <a:extLst>
                <a:ext uri="{FF2B5EF4-FFF2-40B4-BE49-F238E27FC236}">
                  <a16:creationId xmlns:a16="http://schemas.microsoft.com/office/drawing/2014/main" id="{7FE161BD-9D25-44D3-A423-20D093EEB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3275"/>
              <a:ext cx="35" cy="16"/>
            </a:xfrm>
            <a:custGeom>
              <a:avLst/>
              <a:gdLst>
                <a:gd name="T0" fmla="*/ 0 w 20"/>
                <a:gd name="T1" fmla="*/ 21 h 9"/>
                <a:gd name="T2" fmla="*/ 151 w 20"/>
                <a:gd name="T3" fmla="*/ 139 h 9"/>
                <a:gd name="T4" fmla="*/ 327 w 2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0" y="1"/>
                  </a:moveTo>
                  <a:cubicBezTo>
                    <a:pt x="2" y="8"/>
                    <a:pt x="5" y="9"/>
                    <a:pt x="9" y="8"/>
                  </a:cubicBezTo>
                  <a:cubicBezTo>
                    <a:pt x="18" y="7"/>
                    <a:pt x="20" y="0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4" name="Freeform 89">
              <a:extLst>
                <a:ext uri="{FF2B5EF4-FFF2-40B4-BE49-F238E27FC236}">
                  <a16:creationId xmlns:a16="http://schemas.microsoft.com/office/drawing/2014/main" id="{484261C1-79AA-4554-A6D1-35056E0FE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248"/>
              <a:ext cx="4" cy="32"/>
            </a:xfrm>
            <a:custGeom>
              <a:avLst/>
              <a:gdLst>
                <a:gd name="T0" fmla="*/ 0 w 2"/>
                <a:gd name="T1" fmla="*/ 0 h 18"/>
                <a:gd name="T2" fmla="*/ 32 w 2"/>
                <a:gd name="T3" fmla="*/ 32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2" y="3"/>
                    <a:pt x="1" y="18"/>
                    <a:pt x="1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5" name="Freeform 90">
              <a:extLst>
                <a:ext uri="{FF2B5EF4-FFF2-40B4-BE49-F238E27FC236}">
                  <a16:creationId xmlns:a16="http://schemas.microsoft.com/office/drawing/2014/main" id="{86EC1048-757E-4C81-BAA0-D40F164B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255"/>
              <a:ext cx="2" cy="27"/>
            </a:xfrm>
            <a:custGeom>
              <a:avLst/>
              <a:gdLst>
                <a:gd name="T0" fmla="*/ 0 w 1"/>
                <a:gd name="T1" fmla="*/ 284 h 15"/>
                <a:gd name="T2" fmla="*/ 0 w 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0" y="15"/>
                  </a:moveTo>
                  <a:cubicBezTo>
                    <a:pt x="1" y="12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6" name="Freeform 91">
              <a:extLst>
                <a:ext uri="{FF2B5EF4-FFF2-40B4-BE49-F238E27FC236}">
                  <a16:creationId xmlns:a16="http://schemas.microsoft.com/office/drawing/2014/main" id="{60CDF5A2-4033-4232-BC39-18CD37FC8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294"/>
              <a:ext cx="51" cy="32"/>
            </a:xfrm>
            <a:custGeom>
              <a:avLst/>
              <a:gdLst>
                <a:gd name="T0" fmla="*/ 0 w 29"/>
                <a:gd name="T1" fmla="*/ 320 h 18"/>
                <a:gd name="T2" fmla="*/ 172 w 29"/>
                <a:gd name="T3" fmla="*/ 114 h 18"/>
                <a:gd name="T4" fmla="*/ 489 w 2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0" y="18"/>
                  </a:moveTo>
                  <a:cubicBezTo>
                    <a:pt x="4" y="16"/>
                    <a:pt x="4" y="7"/>
                    <a:pt x="10" y="6"/>
                  </a:cubicBezTo>
                  <a:cubicBezTo>
                    <a:pt x="16" y="5"/>
                    <a:pt x="22" y="6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7" name="Freeform 92">
              <a:extLst>
                <a:ext uri="{FF2B5EF4-FFF2-40B4-BE49-F238E27FC236}">
                  <a16:creationId xmlns:a16="http://schemas.microsoft.com/office/drawing/2014/main" id="{276CC94F-963D-418A-A162-F487E77E6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312"/>
              <a:ext cx="23" cy="60"/>
            </a:xfrm>
            <a:custGeom>
              <a:avLst/>
              <a:gdLst>
                <a:gd name="T0" fmla="*/ 156 w 13"/>
                <a:gd name="T1" fmla="*/ 0 h 34"/>
                <a:gd name="T2" fmla="*/ 179 w 13"/>
                <a:gd name="T3" fmla="*/ 395 h 34"/>
                <a:gd name="T4" fmla="*/ 88 w 13"/>
                <a:gd name="T5" fmla="*/ 582 h 34"/>
                <a:gd name="T6" fmla="*/ 0 w 13"/>
                <a:gd name="T7" fmla="*/ 5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9" y="0"/>
                  </a:moveTo>
                  <a:cubicBezTo>
                    <a:pt x="13" y="3"/>
                    <a:pt x="10" y="14"/>
                    <a:pt x="10" y="23"/>
                  </a:cubicBezTo>
                  <a:cubicBezTo>
                    <a:pt x="10" y="32"/>
                    <a:pt x="7" y="34"/>
                    <a:pt x="5" y="34"/>
                  </a:cubicBezTo>
                  <a:cubicBezTo>
                    <a:pt x="4" y="34"/>
                    <a:pt x="0" y="32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8" name="Freeform 93">
              <a:extLst>
                <a:ext uri="{FF2B5EF4-FFF2-40B4-BE49-F238E27FC236}">
                  <a16:creationId xmlns:a16="http://schemas.microsoft.com/office/drawing/2014/main" id="{B815495A-FDF9-4BD2-9048-3BEED084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317"/>
              <a:ext cx="27" cy="85"/>
            </a:xfrm>
            <a:custGeom>
              <a:avLst/>
              <a:gdLst>
                <a:gd name="T0" fmla="*/ 23 w 15"/>
                <a:gd name="T1" fmla="*/ 0 h 48"/>
                <a:gd name="T2" fmla="*/ 23 w 15"/>
                <a:gd name="T3" fmla="*/ 448 h 48"/>
                <a:gd name="T4" fmla="*/ 284 w 15"/>
                <a:gd name="T5" fmla="*/ 83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8">
                  <a:moveTo>
                    <a:pt x="1" y="0"/>
                  </a:moveTo>
                  <a:cubicBezTo>
                    <a:pt x="1" y="6"/>
                    <a:pt x="1" y="17"/>
                    <a:pt x="1" y="26"/>
                  </a:cubicBezTo>
                  <a:cubicBezTo>
                    <a:pt x="0" y="35"/>
                    <a:pt x="10" y="37"/>
                    <a:pt x="15" y="4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9" name="Freeform 94">
              <a:extLst>
                <a:ext uri="{FF2B5EF4-FFF2-40B4-BE49-F238E27FC236}">
                  <a16:creationId xmlns:a16="http://schemas.microsoft.com/office/drawing/2014/main" id="{870FB31E-CD2C-4520-BA26-1EF26217D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386"/>
              <a:ext cx="32" cy="21"/>
            </a:xfrm>
            <a:custGeom>
              <a:avLst/>
              <a:gdLst>
                <a:gd name="T0" fmla="*/ 0 w 18"/>
                <a:gd name="T1" fmla="*/ 21 h 12"/>
                <a:gd name="T2" fmla="*/ 139 w 18"/>
                <a:gd name="T3" fmla="*/ 21 h 12"/>
                <a:gd name="T4" fmla="*/ 320 w 18"/>
                <a:gd name="T5" fmla="*/ 20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0" y="1"/>
                  </a:moveTo>
                  <a:cubicBezTo>
                    <a:pt x="2" y="2"/>
                    <a:pt x="5" y="0"/>
                    <a:pt x="8" y="1"/>
                  </a:cubicBezTo>
                  <a:cubicBezTo>
                    <a:pt x="12" y="2"/>
                    <a:pt x="18" y="12"/>
                    <a:pt x="18" y="1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0" name="Freeform 95">
              <a:extLst>
                <a:ext uri="{FF2B5EF4-FFF2-40B4-BE49-F238E27FC236}">
                  <a16:creationId xmlns:a16="http://schemas.microsoft.com/office/drawing/2014/main" id="{4D5FB164-659B-4FA6-9226-FDD8DF060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351"/>
              <a:ext cx="23" cy="47"/>
            </a:xfrm>
            <a:custGeom>
              <a:avLst/>
              <a:gdLst>
                <a:gd name="T0" fmla="*/ 0 w 13"/>
                <a:gd name="T1" fmla="*/ 433 h 27"/>
                <a:gd name="T2" fmla="*/ 228 w 13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0" y="27"/>
                  </a:moveTo>
                  <a:cubicBezTo>
                    <a:pt x="4" y="26"/>
                    <a:pt x="10" y="2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1" name="Freeform 96">
              <a:extLst>
                <a:ext uri="{FF2B5EF4-FFF2-40B4-BE49-F238E27FC236}">
                  <a16:creationId xmlns:a16="http://schemas.microsoft.com/office/drawing/2014/main" id="{2A02DF6F-89EE-4A7F-B603-56687BD42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372"/>
              <a:ext cx="23" cy="49"/>
            </a:xfrm>
            <a:custGeom>
              <a:avLst/>
              <a:gdLst>
                <a:gd name="T0" fmla="*/ 228 w 13"/>
                <a:gd name="T1" fmla="*/ 0 h 28"/>
                <a:gd name="T2" fmla="*/ 0 w 13"/>
                <a:gd name="T3" fmla="*/ 462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11" y="4"/>
                    <a:pt x="5" y="24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2" name="Freeform 97">
              <a:extLst>
                <a:ext uri="{FF2B5EF4-FFF2-40B4-BE49-F238E27FC236}">
                  <a16:creationId xmlns:a16="http://schemas.microsoft.com/office/drawing/2014/main" id="{5DD936CE-BA95-4671-8E2E-50496F03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442"/>
              <a:ext cx="23" cy="68"/>
            </a:xfrm>
            <a:custGeom>
              <a:avLst/>
              <a:gdLst>
                <a:gd name="T0" fmla="*/ 179 w 13"/>
                <a:gd name="T1" fmla="*/ 0 h 38"/>
                <a:gd name="T2" fmla="*/ 203 w 13"/>
                <a:gd name="T3" fmla="*/ 480 h 38"/>
                <a:gd name="T4" fmla="*/ 0 w 13"/>
                <a:gd name="T5" fmla="*/ 69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8">
                  <a:moveTo>
                    <a:pt x="10" y="0"/>
                  </a:moveTo>
                  <a:cubicBezTo>
                    <a:pt x="12" y="6"/>
                    <a:pt x="13" y="17"/>
                    <a:pt x="12" y="26"/>
                  </a:cubicBezTo>
                  <a:cubicBezTo>
                    <a:pt x="10" y="35"/>
                    <a:pt x="0" y="38"/>
                    <a:pt x="0" y="3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3" name="Freeform 98">
              <a:extLst>
                <a:ext uri="{FF2B5EF4-FFF2-40B4-BE49-F238E27FC236}">
                  <a16:creationId xmlns:a16="http://schemas.microsoft.com/office/drawing/2014/main" id="{DF011B98-D544-4368-BD3A-FB9240716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513"/>
              <a:ext cx="30" cy="19"/>
            </a:xfrm>
            <a:custGeom>
              <a:avLst/>
              <a:gdLst>
                <a:gd name="T0" fmla="*/ 0 w 17"/>
                <a:gd name="T1" fmla="*/ 169 h 11"/>
                <a:gd name="T2" fmla="*/ 224 w 17"/>
                <a:gd name="T3" fmla="*/ 28 h 11"/>
                <a:gd name="T4" fmla="*/ 293 w 17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3" y="10"/>
                    <a:pt x="11" y="3"/>
                    <a:pt x="13" y="2"/>
                  </a:cubicBezTo>
                  <a:cubicBezTo>
                    <a:pt x="16" y="0"/>
                    <a:pt x="17" y="2"/>
                    <a:pt x="17" y="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4" name="Freeform 99">
              <a:extLst>
                <a:ext uri="{FF2B5EF4-FFF2-40B4-BE49-F238E27FC236}">
                  <a16:creationId xmlns:a16="http://schemas.microsoft.com/office/drawing/2014/main" id="{2B727B6C-F19F-4DF9-89DC-5E16544A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3444"/>
              <a:ext cx="10" cy="44"/>
            </a:xfrm>
            <a:custGeom>
              <a:avLst/>
              <a:gdLst>
                <a:gd name="T0" fmla="*/ 0 w 6"/>
                <a:gd name="T1" fmla="*/ 0 h 25"/>
                <a:gd name="T2" fmla="*/ 37 w 6"/>
                <a:gd name="T3" fmla="*/ 252 h 25"/>
                <a:gd name="T4" fmla="*/ 78 w 6"/>
                <a:gd name="T5" fmla="*/ 4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2" y="4"/>
                    <a:pt x="2" y="10"/>
                    <a:pt x="3" y="15"/>
                  </a:cubicBezTo>
                  <a:cubicBezTo>
                    <a:pt x="3" y="19"/>
                    <a:pt x="4" y="25"/>
                    <a:pt x="6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5" name="Freeform 100">
              <a:extLst>
                <a:ext uri="{FF2B5EF4-FFF2-40B4-BE49-F238E27FC236}">
                  <a16:creationId xmlns:a16="http://schemas.microsoft.com/office/drawing/2014/main" id="{C256E857-4237-40BF-B7F7-CDEABA795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210"/>
              <a:ext cx="60" cy="74"/>
            </a:xfrm>
            <a:custGeom>
              <a:avLst/>
              <a:gdLst>
                <a:gd name="T0" fmla="*/ 0 w 34"/>
                <a:gd name="T1" fmla="*/ 86 h 42"/>
                <a:gd name="T2" fmla="*/ 468 w 34"/>
                <a:gd name="T3" fmla="*/ 71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2">
                  <a:moveTo>
                    <a:pt x="0" y="5"/>
                  </a:moveTo>
                  <a:cubicBezTo>
                    <a:pt x="9" y="0"/>
                    <a:pt x="34" y="18"/>
                    <a:pt x="27" y="4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6" name="Freeform 101">
              <a:extLst>
                <a:ext uri="{FF2B5EF4-FFF2-40B4-BE49-F238E27FC236}">
                  <a16:creationId xmlns:a16="http://schemas.microsoft.com/office/drawing/2014/main" id="{2566D473-A262-4A28-94B2-52A0308BE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959"/>
              <a:ext cx="9" cy="62"/>
            </a:xfrm>
            <a:custGeom>
              <a:avLst/>
              <a:gdLst>
                <a:gd name="T0" fmla="*/ 0 w 5"/>
                <a:gd name="T1" fmla="*/ 611 h 35"/>
                <a:gd name="T2" fmla="*/ 94 w 5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35"/>
                  </a:moveTo>
                  <a:cubicBezTo>
                    <a:pt x="0" y="35"/>
                    <a:pt x="2" y="5"/>
                    <a:pt x="5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Freeform 102">
              <a:extLst>
                <a:ext uri="{FF2B5EF4-FFF2-40B4-BE49-F238E27FC236}">
                  <a16:creationId xmlns:a16="http://schemas.microsoft.com/office/drawing/2014/main" id="{56F9F030-6BCE-4D7E-8416-A4E1D7A16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914"/>
              <a:ext cx="21" cy="107"/>
            </a:xfrm>
            <a:custGeom>
              <a:avLst/>
              <a:gdLst>
                <a:gd name="T0" fmla="*/ 200 w 12"/>
                <a:gd name="T1" fmla="*/ 0 h 61"/>
                <a:gd name="T2" fmla="*/ 37 w 12"/>
                <a:gd name="T3" fmla="*/ 1016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1">
                  <a:moveTo>
                    <a:pt x="12" y="0"/>
                  </a:moveTo>
                  <a:cubicBezTo>
                    <a:pt x="5" y="14"/>
                    <a:pt x="0" y="52"/>
                    <a:pt x="2" y="6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8" name="Freeform 103">
              <a:extLst>
                <a:ext uri="{FF2B5EF4-FFF2-40B4-BE49-F238E27FC236}">
                  <a16:creationId xmlns:a16="http://schemas.microsoft.com/office/drawing/2014/main" id="{8D6E7803-782E-4012-BD0F-3975BBCDF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1782"/>
              <a:ext cx="234" cy="459"/>
            </a:xfrm>
            <a:custGeom>
              <a:avLst/>
              <a:gdLst>
                <a:gd name="T0" fmla="*/ 1115 w 132"/>
                <a:gd name="T1" fmla="*/ 395 h 260"/>
                <a:gd name="T2" fmla="*/ 0 w 132"/>
                <a:gd name="T3" fmla="*/ 408 h 260"/>
                <a:gd name="T4" fmla="*/ 0 w 132"/>
                <a:gd name="T5" fmla="*/ 3616 h 260"/>
                <a:gd name="T6" fmla="*/ 1154 w 132"/>
                <a:gd name="T7" fmla="*/ 4285 h 260"/>
                <a:gd name="T8" fmla="*/ 2290 w 132"/>
                <a:gd name="T9" fmla="*/ 3983 h 260"/>
                <a:gd name="T10" fmla="*/ 2290 w 132"/>
                <a:gd name="T11" fmla="*/ 761 h 260"/>
                <a:gd name="T12" fmla="*/ 1115 w 132"/>
                <a:gd name="T13" fmla="*/ 39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260">
                  <a:moveTo>
                    <a:pt x="64" y="23"/>
                  </a:moveTo>
                  <a:cubicBezTo>
                    <a:pt x="30" y="18"/>
                    <a:pt x="0" y="0"/>
                    <a:pt x="0" y="24"/>
                  </a:cubicBezTo>
                  <a:cubicBezTo>
                    <a:pt x="0" y="48"/>
                    <a:pt x="0" y="191"/>
                    <a:pt x="0" y="211"/>
                  </a:cubicBezTo>
                  <a:cubicBezTo>
                    <a:pt x="0" y="230"/>
                    <a:pt x="15" y="240"/>
                    <a:pt x="66" y="250"/>
                  </a:cubicBezTo>
                  <a:cubicBezTo>
                    <a:pt x="115" y="260"/>
                    <a:pt x="129" y="247"/>
                    <a:pt x="131" y="232"/>
                  </a:cubicBezTo>
                  <a:cubicBezTo>
                    <a:pt x="132" y="217"/>
                    <a:pt x="131" y="59"/>
                    <a:pt x="131" y="44"/>
                  </a:cubicBezTo>
                  <a:cubicBezTo>
                    <a:pt x="131" y="25"/>
                    <a:pt x="97" y="28"/>
                    <a:pt x="64" y="23"/>
                  </a:cubicBezTo>
                  <a:close/>
                </a:path>
              </a:pathLst>
            </a:custGeom>
            <a:solidFill>
              <a:srgbClr val="AC8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9" name="Freeform 104">
              <a:extLst>
                <a:ext uri="{FF2B5EF4-FFF2-40B4-BE49-F238E27FC236}">
                  <a16:creationId xmlns:a16="http://schemas.microsoft.com/office/drawing/2014/main" id="{C3764829-25FF-49AC-A9D5-05C634D7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858"/>
              <a:ext cx="80" cy="346"/>
            </a:xfrm>
            <a:custGeom>
              <a:avLst/>
              <a:gdLst>
                <a:gd name="T0" fmla="*/ 462 w 45"/>
                <a:gd name="T1" fmla="*/ 87 h 196"/>
                <a:gd name="T2" fmla="*/ 50 w 45"/>
                <a:gd name="T3" fmla="*/ 203 h 196"/>
                <a:gd name="T4" fmla="*/ 50 w 45"/>
                <a:gd name="T5" fmla="*/ 2883 h 196"/>
                <a:gd name="T6" fmla="*/ 411 w 45"/>
                <a:gd name="T7" fmla="*/ 3313 h 196"/>
                <a:gd name="T8" fmla="*/ 796 w 45"/>
                <a:gd name="T9" fmla="*/ 2867 h 196"/>
                <a:gd name="T10" fmla="*/ 796 w 45"/>
                <a:gd name="T11" fmla="*/ 583 h 196"/>
                <a:gd name="T12" fmla="*/ 462 w 45"/>
                <a:gd name="T13" fmla="*/ 87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96">
                  <a:moveTo>
                    <a:pt x="26" y="5"/>
                  </a:moveTo>
                  <a:cubicBezTo>
                    <a:pt x="19" y="3"/>
                    <a:pt x="3" y="0"/>
                    <a:pt x="3" y="12"/>
                  </a:cubicBezTo>
                  <a:cubicBezTo>
                    <a:pt x="0" y="38"/>
                    <a:pt x="3" y="149"/>
                    <a:pt x="3" y="168"/>
                  </a:cubicBezTo>
                  <a:cubicBezTo>
                    <a:pt x="3" y="186"/>
                    <a:pt x="12" y="191"/>
                    <a:pt x="23" y="193"/>
                  </a:cubicBezTo>
                  <a:cubicBezTo>
                    <a:pt x="37" y="196"/>
                    <a:pt x="45" y="192"/>
                    <a:pt x="45" y="167"/>
                  </a:cubicBezTo>
                  <a:cubicBezTo>
                    <a:pt x="45" y="141"/>
                    <a:pt x="45" y="55"/>
                    <a:pt x="45" y="34"/>
                  </a:cubicBezTo>
                  <a:cubicBezTo>
                    <a:pt x="45" y="13"/>
                    <a:pt x="39" y="9"/>
                    <a:pt x="26" y="5"/>
                  </a:cubicBezTo>
                  <a:close/>
                </a:path>
              </a:pathLst>
            </a:custGeom>
            <a:solidFill>
              <a:srgbClr val="C6A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0" name="Freeform 105">
              <a:extLst>
                <a:ext uri="{FF2B5EF4-FFF2-40B4-BE49-F238E27FC236}">
                  <a16:creationId xmlns:a16="http://schemas.microsoft.com/office/drawing/2014/main" id="{AB812F65-C173-4F56-81EB-31CB6849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900"/>
              <a:ext cx="37" cy="254"/>
            </a:xfrm>
            <a:custGeom>
              <a:avLst/>
              <a:gdLst>
                <a:gd name="T0" fmla="*/ 203 w 21"/>
                <a:gd name="T1" fmla="*/ 49 h 144"/>
                <a:gd name="T2" fmla="*/ 37 w 21"/>
                <a:gd name="T3" fmla="*/ 138 h 144"/>
                <a:gd name="T4" fmla="*/ 37 w 21"/>
                <a:gd name="T5" fmla="*/ 2103 h 144"/>
                <a:gd name="T6" fmla="*/ 180 w 21"/>
                <a:gd name="T7" fmla="*/ 2408 h 144"/>
                <a:gd name="T8" fmla="*/ 358 w 21"/>
                <a:gd name="T9" fmla="*/ 2081 h 144"/>
                <a:gd name="T10" fmla="*/ 338 w 21"/>
                <a:gd name="T11" fmla="*/ 429 h 144"/>
                <a:gd name="T12" fmla="*/ 203 w 21"/>
                <a:gd name="T13" fmla="*/ 49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44">
                  <a:moveTo>
                    <a:pt x="12" y="3"/>
                  </a:moveTo>
                  <a:cubicBezTo>
                    <a:pt x="9" y="1"/>
                    <a:pt x="1" y="0"/>
                    <a:pt x="2" y="8"/>
                  </a:cubicBezTo>
                  <a:cubicBezTo>
                    <a:pt x="0" y="27"/>
                    <a:pt x="2" y="109"/>
                    <a:pt x="2" y="123"/>
                  </a:cubicBezTo>
                  <a:cubicBezTo>
                    <a:pt x="2" y="137"/>
                    <a:pt x="5" y="140"/>
                    <a:pt x="11" y="141"/>
                  </a:cubicBezTo>
                  <a:cubicBezTo>
                    <a:pt x="17" y="144"/>
                    <a:pt x="21" y="141"/>
                    <a:pt x="21" y="122"/>
                  </a:cubicBezTo>
                  <a:cubicBezTo>
                    <a:pt x="21" y="103"/>
                    <a:pt x="20" y="40"/>
                    <a:pt x="20" y="25"/>
                  </a:cubicBezTo>
                  <a:cubicBezTo>
                    <a:pt x="20" y="9"/>
                    <a:pt x="18" y="6"/>
                    <a:pt x="12" y="3"/>
                  </a:cubicBezTo>
                  <a:close/>
                </a:path>
              </a:pathLst>
            </a:custGeom>
            <a:solidFill>
              <a:srgbClr val="DFC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1" name="Freeform 106">
              <a:extLst>
                <a:ext uri="{FF2B5EF4-FFF2-40B4-BE49-F238E27FC236}">
                  <a16:creationId xmlns:a16="http://schemas.microsoft.com/office/drawing/2014/main" id="{C22044CD-3CA0-4E46-B685-74AA29C21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727"/>
              <a:ext cx="313" cy="523"/>
            </a:xfrm>
            <a:custGeom>
              <a:avLst/>
              <a:gdLst>
                <a:gd name="T0" fmla="*/ 3043 w 177"/>
                <a:gd name="T1" fmla="*/ 0 h 296"/>
                <a:gd name="T2" fmla="*/ 3043 w 177"/>
                <a:gd name="T3" fmla="*/ 3877 h 296"/>
                <a:gd name="T4" fmla="*/ 0 w 177"/>
                <a:gd name="T5" fmla="*/ 5097 h 296"/>
                <a:gd name="T6" fmla="*/ 2405 w 177"/>
                <a:gd name="T7" fmla="*/ 3302 h 296"/>
                <a:gd name="T8" fmla="*/ 1973 w 177"/>
                <a:gd name="T9" fmla="*/ 965 h 296"/>
                <a:gd name="T10" fmla="*/ 626 w 177"/>
                <a:gd name="T11" fmla="*/ 876 h 296"/>
                <a:gd name="T12" fmla="*/ 3043 w 177"/>
                <a:gd name="T13" fmla="*/ 0 h 2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296">
                  <a:moveTo>
                    <a:pt x="176" y="0"/>
                  </a:moveTo>
                  <a:cubicBezTo>
                    <a:pt x="176" y="0"/>
                    <a:pt x="174" y="195"/>
                    <a:pt x="176" y="225"/>
                  </a:cubicBezTo>
                  <a:cubicBezTo>
                    <a:pt x="177" y="255"/>
                    <a:pt x="132" y="296"/>
                    <a:pt x="0" y="296"/>
                  </a:cubicBezTo>
                  <a:cubicBezTo>
                    <a:pt x="61" y="287"/>
                    <a:pt x="127" y="240"/>
                    <a:pt x="139" y="192"/>
                  </a:cubicBezTo>
                  <a:cubicBezTo>
                    <a:pt x="152" y="144"/>
                    <a:pt x="150" y="71"/>
                    <a:pt x="114" y="56"/>
                  </a:cubicBezTo>
                  <a:cubicBezTo>
                    <a:pt x="81" y="42"/>
                    <a:pt x="36" y="51"/>
                    <a:pt x="36" y="51"/>
                  </a:cubicBezTo>
                  <a:cubicBezTo>
                    <a:pt x="99" y="45"/>
                    <a:pt x="167" y="21"/>
                    <a:pt x="176" y="0"/>
                  </a:cubicBezTo>
                  <a:close/>
                </a:path>
              </a:pathLst>
            </a:custGeom>
            <a:solidFill>
              <a:srgbClr val="775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2" name="Freeform 107">
              <a:extLst>
                <a:ext uri="{FF2B5EF4-FFF2-40B4-BE49-F238E27FC236}">
                  <a16:creationId xmlns:a16="http://schemas.microsoft.com/office/drawing/2014/main" id="{D8592E93-F1E5-4268-AF40-164DE0D26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734"/>
              <a:ext cx="92" cy="470"/>
            </a:xfrm>
            <a:custGeom>
              <a:avLst/>
              <a:gdLst>
                <a:gd name="T0" fmla="*/ 188 w 52"/>
                <a:gd name="T1" fmla="*/ 65 h 266"/>
                <a:gd name="T2" fmla="*/ 50 w 52"/>
                <a:gd name="T3" fmla="*/ 115 h 266"/>
                <a:gd name="T4" fmla="*/ 21 w 52"/>
                <a:gd name="T5" fmla="*/ 3774 h 266"/>
                <a:gd name="T6" fmla="*/ 725 w 52"/>
                <a:gd name="T7" fmla="*/ 4580 h 266"/>
                <a:gd name="T8" fmla="*/ 265 w 52"/>
                <a:gd name="T9" fmla="*/ 3073 h 266"/>
                <a:gd name="T10" fmla="*/ 265 w 52"/>
                <a:gd name="T11" fmla="*/ 497 h 266"/>
                <a:gd name="T12" fmla="*/ 902 w 52"/>
                <a:gd name="T13" fmla="*/ 396 h 266"/>
                <a:gd name="T14" fmla="*/ 188 w 52"/>
                <a:gd name="T15" fmla="*/ 65 h 2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266">
                  <a:moveTo>
                    <a:pt x="11" y="4"/>
                  </a:moveTo>
                  <a:cubicBezTo>
                    <a:pt x="7" y="1"/>
                    <a:pt x="3" y="0"/>
                    <a:pt x="3" y="7"/>
                  </a:cubicBezTo>
                  <a:cubicBezTo>
                    <a:pt x="2" y="50"/>
                    <a:pt x="0" y="198"/>
                    <a:pt x="1" y="219"/>
                  </a:cubicBezTo>
                  <a:cubicBezTo>
                    <a:pt x="2" y="244"/>
                    <a:pt x="18" y="258"/>
                    <a:pt x="42" y="266"/>
                  </a:cubicBezTo>
                  <a:cubicBezTo>
                    <a:pt x="15" y="243"/>
                    <a:pt x="14" y="214"/>
                    <a:pt x="15" y="178"/>
                  </a:cubicBezTo>
                  <a:cubicBezTo>
                    <a:pt x="16" y="142"/>
                    <a:pt x="15" y="38"/>
                    <a:pt x="15" y="29"/>
                  </a:cubicBezTo>
                  <a:cubicBezTo>
                    <a:pt x="15" y="20"/>
                    <a:pt x="37" y="23"/>
                    <a:pt x="52" y="23"/>
                  </a:cubicBezTo>
                  <a:cubicBezTo>
                    <a:pt x="40" y="21"/>
                    <a:pt x="22" y="11"/>
                    <a:pt x="11" y="4"/>
                  </a:cubicBezTo>
                  <a:close/>
                </a:path>
              </a:pathLst>
            </a:custGeom>
            <a:solidFill>
              <a:srgbClr val="775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3" name="Freeform 108">
              <a:extLst>
                <a:ext uri="{FF2B5EF4-FFF2-40B4-BE49-F238E27FC236}">
                  <a16:creationId xmlns:a16="http://schemas.microsoft.com/office/drawing/2014/main" id="{29CDBB53-D8C2-4D84-9486-798D8117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673"/>
              <a:ext cx="234" cy="95"/>
            </a:xfrm>
            <a:custGeom>
              <a:avLst/>
              <a:gdLst>
                <a:gd name="T0" fmla="*/ 158 w 132"/>
                <a:gd name="T1" fmla="*/ 0 h 54"/>
                <a:gd name="T2" fmla="*/ 229 w 132"/>
                <a:gd name="T3" fmla="*/ 530 h 54"/>
                <a:gd name="T4" fmla="*/ 858 w 132"/>
                <a:gd name="T5" fmla="*/ 737 h 54"/>
                <a:gd name="T6" fmla="*/ 1471 w 132"/>
                <a:gd name="T7" fmla="*/ 860 h 54"/>
                <a:gd name="T8" fmla="*/ 2046 w 132"/>
                <a:gd name="T9" fmla="*/ 869 h 54"/>
                <a:gd name="T10" fmla="*/ 2241 w 132"/>
                <a:gd name="T11" fmla="*/ 354 h 54"/>
                <a:gd name="T12" fmla="*/ 1766 w 132"/>
                <a:gd name="T13" fmla="*/ 252 h 54"/>
                <a:gd name="T14" fmla="*/ 268 w 132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2" h="54">
                  <a:moveTo>
                    <a:pt x="9" y="0"/>
                  </a:moveTo>
                  <a:cubicBezTo>
                    <a:pt x="12" y="10"/>
                    <a:pt x="0" y="19"/>
                    <a:pt x="13" y="31"/>
                  </a:cubicBezTo>
                  <a:cubicBezTo>
                    <a:pt x="22" y="39"/>
                    <a:pt x="38" y="42"/>
                    <a:pt x="49" y="44"/>
                  </a:cubicBezTo>
                  <a:cubicBezTo>
                    <a:pt x="60" y="45"/>
                    <a:pt x="73" y="50"/>
                    <a:pt x="84" y="51"/>
                  </a:cubicBezTo>
                  <a:cubicBezTo>
                    <a:pt x="94" y="52"/>
                    <a:pt x="107" y="54"/>
                    <a:pt x="117" y="52"/>
                  </a:cubicBezTo>
                  <a:cubicBezTo>
                    <a:pt x="129" y="50"/>
                    <a:pt x="132" y="31"/>
                    <a:pt x="128" y="21"/>
                  </a:cubicBezTo>
                  <a:cubicBezTo>
                    <a:pt x="124" y="11"/>
                    <a:pt x="110" y="15"/>
                    <a:pt x="101" y="15"/>
                  </a:cubicBezTo>
                  <a:cubicBezTo>
                    <a:pt x="75" y="15"/>
                    <a:pt x="40" y="5"/>
                    <a:pt x="15" y="0"/>
                  </a:cubicBezTo>
                </a:path>
              </a:pathLst>
            </a:custGeom>
            <a:solidFill>
              <a:srgbClr val="EF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4" name="Freeform 109">
              <a:extLst>
                <a:ext uri="{FF2B5EF4-FFF2-40B4-BE49-F238E27FC236}">
                  <a16:creationId xmlns:a16="http://schemas.microsoft.com/office/drawing/2014/main" id="{A91FB419-7FD2-4E4D-93CD-EE3E6AE66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696"/>
              <a:ext cx="64" cy="60"/>
            </a:xfrm>
            <a:custGeom>
              <a:avLst/>
              <a:gdLst>
                <a:gd name="T0" fmla="*/ 37 w 36"/>
                <a:gd name="T1" fmla="*/ 37 h 34"/>
                <a:gd name="T2" fmla="*/ 21 w 36"/>
                <a:gd name="T3" fmla="*/ 330 h 34"/>
                <a:gd name="T4" fmla="*/ 117 w 36"/>
                <a:gd name="T5" fmla="*/ 468 h 34"/>
                <a:gd name="T6" fmla="*/ 569 w 36"/>
                <a:gd name="T7" fmla="*/ 517 h 34"/>
                <a:gd name="T8" fmla="*/ 528 w 36"/>
                <a:gd name="T9" fmla="*/ 138 h 34"/>
                <a:gd name="T10" fmla="*/ 89 w 36"/>
                <a:gd name="T11" fmla="*/ 2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4">
                  <a:moveTo>
                    <a:pt x="2" y="2"/>
                  </a:moveTo>
                  <a:cubicBezTo>
                    <a:pt x="0" y="7"/>
                    <a:pt x="0" y="13"/>
                    <a:pt x="1" y="19"/>
                  </a:cubicBezTo>
                  <a:cubicBezTo>
                    <a:pt x="2" y="25"/>
                    <a:pt x="2" y="25"/>
                    <a:pt x="7" y="27"/>
                  </a:cubicBezTo>
                  <a:cubicBezTo>
                    <a:pt x="12" y="29"/>
                    <a:pt x="28" y="34"/>
                    <a:pt x="32" y="30"/>
                  </a:cubicBezTo>
                  <a:cubicBezTo>
                    <a:pt x="36" y="27"/>
                    <a:pt x="33" y="12"/>
                    <a:pt x="30" y="8"/>
                  </a:cubicBezTo>
                  <a:cubicBezTo>
                    <a:pt x="24" y="0"/>
                    <a:pt x="13" y="3"/>
                    <a:pt x="5" y="1"/>
                  </a:cubicBezTo>
                </a:path>
              </a:pathLst>
            </a:custGeom>
            <a:solidFill>
              <a:srgbClr val="F6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5" name="Freeform 110">
              <a:extLst>
                <a:ext uri="{FF2B5EF4-FFF2-40B4-BE49-F238E27FC236}">
                  <a16:creationId xmlns:a16="http://schemas.microsoft.com/office/drawing/2014/main" id="{AA20FA5A-F402-4F7B-AEB4-0D889F979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701"/>
              <a:ext cx="21" cy="42"/>
            </a:xfrm>
            <a:custGeom>
              <a:avLst/>
              <a:gdLst>
                <a:gd name="T0" fmla="*/ 135 w 12"/>
                <a:gd name="T1" fmla="*/ 65 h 24"/>
                <a:gd name="T2" fmla="*/ 65 w 12"/>
                <a:gd name="T3" fmla="*/ 350 h 24"/>
                <a:gd name="T4" fmla="*/ 179 w 12"/>
                <a:gd name="T5" fmla="*/ 399 h 24"/>
                <a:gd name="T6" fmla="*/ 200 w 12"/>
                <a:gd name="T7" fmla="*/ 10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8" y="4"/>
                  </a:moveTo>
                  <a:cubicBezTo>
                    <a:pt x="0" y="0"/>
                    <a:pt x="4" y="18"/>
                    <a:pt x="4" y="21"/>
                  </a:cubicBezTo>
                  <a:cubicBezTo>
                    <a:pt x="7" y="24"/>
                    <a:pt x="7" y="24"/>
                    <a:pt x="11" y="24"/>
                  </a:cubicBezTo>
                  <a:cubicBezTo>
                    <a:pt x="10" y="19"/>
                    <a:pt x="10" y="11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6" name="Freeform 111">
              <a:extLst>
                <a:ext uri="{FF2B5EF4-FFF2-40B4-BE49-F238E27FC236}">
                  <a16:creationId xmlns:a16="http://schemas.microsoft.com/office/drawing/2014/main" id="{BCF3B0AD-8A45-4BE6-AE5F-2E2A9B55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11"/>
              <a:ext cx="163" cy="146"/>
            </a:xfrm>
            <a:custGeom>
              <a:avLst/>
              <a:gdLst>
                <a:gd name="T0" fmla="*/ 1607 w 92"/>
                <a:gd name="T1" fmla="*/ 0 h 83"/>
                <a:gd name="T2" fmla="*/ 1607 w 92"/>
                <a:gd name="T3" fmla="*/ 595 h 83"/>
                <a:gd name="T4" fmla="*/ 0 w 92"/>
                <a:gd name="T5" fmla="*/ 1398 h 83"/>
                <a:gd name="T6" fmla="*/ 1313 w 92"/>
                <a:gd name="T7" fmla="*/ 603 h 83"/>
                <a:gd name="T8" fmla="*/ 700 w 92"/>
                <a:gd name="T9" fmla="*/ 538 h 83"/>
                <a:gd name="T10" fmla="*/ 1607 w 92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3">
                  <a:moveTo>
                    <a:pt x="92" y="0"/>
                  </a:moveTo>
                  <a:cubicBezTo>
                    <a:pt x="92" y="0"/>
                    <a:pt x="92" y="26"/>
                    <a:pt x="92" y="35"/>
                  </a:cubicBezTo>
                  <a:cubicBezTo>
                    <a:pt x="92" y="45"/>
                    <a:pt x="54" y="77"/>
                    <a:pt x="0" y="83"/>
                  </a:cubicBezTo>
                  <a:cubicBezTo>
                    <a:pt x="27" y="74"/>
                    <a:pt x="71" y="53"/>
                    <a:pt x="75" y="36"/>
                  </a:cubicBezTo>
                  <a:cubicBezTo>
                    <a:pt x="79" y="19"/>
                    <a:pt x="40" y="32"/>
                    <a:pt x="40" y="32"/>
                  </a:cubicBezTo>
                  <a:cubicBezTo>
                    <a:pt x="61" y="22"/>
                    <a:pt x="80" y="14"/>
                    <a:pt x="92" y="0"/>
                  </a:cubicBezTo>
                  <a:close/>
                </a:path>
              </a:pathLst>
            </a:custGeom>
            <a:solidFill>
              <a:srgbClr val="D68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7" name="Freeform 112">
              <a:extLst>
                <a:ext uri="{FF2B5EF4-FFF2-40B4-BE49-F238E27FC236}">
                  <a16:creationId xmlns:a16="http://schemas.microsoft.com/office/drawing/2014/main" id="{61BED4C4-DA38-481D-A1DD-44241C743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604"/>
              <a:ext cx="56" cy="113"/>
            </a:xfrm>
            <a:custGeom>
              <a:avLst/>
              <a:gdLst>
                <a:gd name="T0" fmla="*/ 0 w 32"/>
                <a:gd name="T1" fmla="*/ 0 h 64"/>
                <a:gd name="T2" fmla="*/ 0 w 32"/>
                <a:gd name="T3" fmla="*/ 533 h 64"/>
                <a:gd name="T4" fmla="*/ 462 w 32"/>
                <a:gd name="T5" fmla="*/ 1100 h 64"/>
                <a:gd name="T6" fmla="*/ 179 w 32"/>
                <a:gd name="T7" fmla="*/ 583 h 64"/>
                <a:gd name="T8" fmla="*/ 527 w 32"/>
                <a:gd name="T9" fmla="*/ 431 h 64"/>
                <a:gd name="T10" fmla="*/ 0 w 32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64">
                  <a:moveTo>
                    <a:pt x="0" y="0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42"/>
                    <a:pt x="8" y="54"/>
                    <a:pt x="28" y="64"/>
                  </a:cubicBezTo>
                  <a:cubicBezTo>
                    <a:pt x="13" y="53"/>
                    <a:pt x="7" y="42"/>
                    <a:pt x="11" y="34"/>
                  </a:cubicBezTo>
                  <a:cubicBezTo>
                    <a:pt x="15" y="26"/>
                    <a:pt x="32" y="25"/>
                    <a:pt x="32" y="25"/>
                  </a:cubicBezTo>
                  <a:cubicBezTo>
                    <a:pt x="16" y="23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D68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8" name="Freeform 113">
              <a:extLst>
                <a:ext uri="{FF2B5EF4-FFF2-40B4-BE49-F238E27FC236}">
                  <a16:creationId xmlns:a16="http://schemas.microsoft.com/office/drawing/2014/main" id="{04188FE5-F74E-44BB-B0F5-F8A108A3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457"/>
              <a:ext cx="163" cy="164"/>
            </a:xfrm>
            <a:custGeom>
              <a:avLst/>
              <a:gdLst>
                <a:gd name="T0" fmla="*/ 1607 w 92"/>
                <a:gd name="T1" fmla="*/ 0 h 93"/>
                <a:gd name="T2" fmla="*/ 1607 w 92"/>
                <a:gd name="T3" fmla="*/ 834 h 93"/>
                <a:gd name="T4" fmla="*/ 0 w 92"/>
                <a:gd name="T5" fmla="*/ 1585 h 93"/>
                <a:gd name="T6" fmla="*/ 1274 w 92"/>
                <a:gd name="T7" fmla="*/ 757 h 93"/>
                <a:gd name="T8" fmla="*/ 700 w 92"/>
                <a:gd name="T9" fmla="*/ 473 h 93"/>
                <a:gd name="T10" fmla="*/ 1607 w 92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93">
                  <a:moveTo>
                    <a:pt x="92" y="0"/>
                  </a:moveTo>
                  <a:cubicBezTo>
                    <a:pt x="92" y="0"/>
                    <a:pt x="92" y="40"/>
                    <a:pt x="92" y="49"/>
                  </a:cubicBezTo>
                  <a:cubicBezTo>
                    <a:pt x="92" y="59"/>
                    <a:pt x="54" y="87"/>
                    <a:pt x="0" y="93"/>
                  </a:cubicBezTo>
                  <a:cubicBezTo>
                    <a:pt x="27" y="85"/>
                    <a:pt x="70" y="62"/>
                    <a:pt x="73" y="44"/>
                  </a:cubicBezTo>
                  <a:cubicBezTo>
                    <a:pt x="77" y="27"/>
                    <a:pt x="40" y="28"/>
                    <a:pt x="40" y="28"/>
                  </a:cubicBezTo>
                  <a:cubicBezTo>
                    <a:pt x="60" y="23"/>
                    <a:pt x="80" y="14"/>
                    <a:pt x="92" y="0"/>
                  </a:cubicBezTo>
                  <a:close/>
                </a:path>
              </a:pathLst>
            </a:custGeom>
            <a:solidFill>
              <a:srgbClr val="EBA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9" name="Freeform 114">
              <a:extLst>
                <a:ext uri="{FF2B5EF4-FFF2-40B4-BE49-F238E27FC236}">
                  <a16:creationId xmlns:a16="http://schemas.microsoft.com/office/drawing/2014/main" id="{533BBCBB-CF66-43EA-A536-156591845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449"/>
              <a:ext cx="65" cy="144"/>
            </a:xfrm>
            <a:custGeom>
              <a:avLst/>
              <a:gdLst>
                <a:gd name="T0" fmla="*/ 0 w 37"/>
                <a:gd name="T1" fmla="*/ 0 h 82"/>
                <a:gd name="T2" fmla="*/ 0 w 37"/>
                <a:gd name="T3" fmla="*/ 817 h 82"/>
                <a:gd name="T4" fmla="*/ 466 w 37"/>
                <a:gd name="T5" fmla="*/ 1370 h 82"/>
                <a:gd name="T6" fmla="*/ 200 w 37"/>
                <a:gd name="T7" fmla="*/ 666 h 82"/>
                <a:gd name="T8" fmla="*/ 617 w 37"/>
                <a:gd name="T9" fmla="*/ 416 h 82"/>
                <a:gd name="T10" fmla="*/ 0 w 37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2">
                  <a:moveTo>
                    <a:pt x="0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2" y="60"/>
                    <a:pt x="8" y="72"/>
                    <a:pt x="28" y="82"/>
                  </a:cubicBezTo>
                  <a:cubicBezTo>
                    <a:pt x="13" y="71"/>
                    <a:pt x="8" y="48"/>
                    <a:pt x="12" y="40"/>
                  </a:cubicBezTo>
                  <a:cubicBezTo>
                    <a:pt x="16" y="32"/>
                    <a:pt x="37" y="25"/>
                    <a:pt x="37" y="25"/>
                  </a:cubicBezTo>
                  <a:cubicBezTo>
                    <a:pt x="21" y="23"/>
                    <a:pt x="2" y="9"/>
                    <a:pt x="0" y="0"/>
                  </a:cubicBezTo>
                  <a:close/>
                </a:path>
              </a:pathLst>
            </a:custGeom>
            <a:solidFill>
              <a:srgbClr val="EBA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0" name="Freeform 115">
              <a:extLst>
                <a:ext uri="{FF2B5EF4-FFF2-40B4-BE49-F238E27FC236}">
                  <a16:creationId xmlns:a16="http://schemas.microsoft.com/office/drawing/2014/main" id="{C5F6B365-AE72-42AE-8CA2-5153372BC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323"/>
              <a:ext cx="166" cy="147"/>
            </a:xfrm>
            <a:custGeom>
              <a:avLst/>
              <a:gdLst>
                <a:gd name="T0" fmla="*/ 1596 w 94"/>
                <a:gd name="T1" fmla="*/ 0 h 83"/>
                <a:gd name="T2" fmla="*/ 1596 w 94"/>
                <a:gd name="T3" fmla="*/ 878 h 83"/>
                <a:gd name="T4" fmla="*/ 0 w 94"/>
                <a:gd name="T5" fmla="*/ 1443 h 83"/>
                <a:gd name="T6" fmla="*/ 1273 w 94"/>
                <a:gd name="T7" fmla="*/ 788 h 83"/>
                <a:gd name="T8" fmla="*/ 699 w 94"/>
                <a:gd name="T9" fmla="*/ 404 h 83"/>
                <a:gd name="T10" fmla="*/ 1596 w 94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83">
                  <a:moveTo>
                    <a:pt x="93" y="0"/>
                  </a:moveTo>
                  <a:cubicBezTo>
                    <a:pt x="93" y="0"/>
                    <a:pt x="94" y="40"/>
                    <a:pt x="93" y="50"/>
                  </a:cubicBezTo>
                  <a:cubicBezTo>
                    <a:pt x="90" y="67"/>
                    <a:pt x="54" y="77"/>
                    <a:pt x="0" y="83"/>
                  </a:cubicBezTo>
                  <a:cubicBezTo>
                    <a:pt x="27" y="75"/>
                    <a:pt x="70" y="62"/>
                    <a:pt x="74" y="45"/>
                  </a:cubicBezTo>
                  <a:cubicBezTo>
                    <a:pt x="78" y="27"/>
                    <a:pt x="41" y="23"/>
                    <a:pt x="41" y="23"/>
                  </a:cubicBezTo>
                  <a:cubicBezTo>
                    <a:pt x="60" y="19"/>
                    <a:pt x="81" y="15"/>
                    <a:pt x="93" y="0"/>
                  </a:cubicBezTo>
                  <a:close/>
                </a:path>
              </a:pathLst>
            </a:custGeom>
            <a:solidFill>
              <a:srgbClr val="E18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1" name="Freeform 116">
              <a:extLst>
                <a:ext uri="{FF2B5EF4-FFF2-40B4-BE49-F238E27FC236}">
                  <a16:creationId xmlns:a16="http://schemas.microsoft.com/office/drawing/2014/main" id="{0DA56763-23D9-485F-8924-87E5A4CDD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327"/>
              <a:ext cx="64" cy="122"/>
            </a:xfrm>
            <a:custGeom>
              <a:avLst/>
              <a:gdLst>
                <a:gd name="T0" fmla="*/ 0 w 36"/>
                <a:gd name="T1" fmla="*/ 0 h 69"/>
                <a:gd name="T2" fmla="*/ 0 w 36"/>
                <a:gd name="T3" fmla="*/ 850 h 69"/>
                <a:gd name="T4" fmla="*/ 476 w 36"/>
                <a:gd name="T5" fmla="*/ 1193 h 69"/>
                <a:gd name="T6" fmla="*/ 208 w 36"/>
                <a:gd name="T7" fmla="*/ 559 h 69"/>
                <a:gd name="T8" fmla="*/ 642 w 36"/>
                <a:gd name="T9" fmla="*/ 316 h 69"/>
                <a:gd name="T10" fmla="*/ 0 w 36"/>
                <a:gd name="T11" fmla="*/ 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69">
                  <a:moveTo>
                    <a:pt x="0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2" y="60"/>
                    <a:pt x="8" y="59"/>
                    <a:pt x="27" y="69"/>
                  </a:cubicBezTo>
                  <a:cubicBezTo>
                    <a:pt x="12" y="58"/>
                    <a:pt x="8" y="41"/>
                    <a:pt x="12" y="32"/>
                  </a:cubicBezTo>
                  <a:cubicBezTo>
                    <a:pt x="15" y="24"/>
                    <a:pt x="36" y="18"/>
                    <a:pt x="36" y="18"/>
                  </a:cubicBezTo>
                  <a:cubicBezTo>
                    <a:pt x="20" y="16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E18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2" name="Freeform 117">
              <a:extLst>
                <a:ext uri="{FF2B5EF4-FFF2-40B4-BE49-F238E27FC236}">
                  <a16:creationId xmlns:a16="http://schemas.microsoft.com/office/drawing/2014/main" id="{4D822307-32CF-428B-A27A-BC8EA1F07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514"/>
              <a:ext cx="163" cy="109"/>
            </a:xfrm>
            <a:custGeom>
              <a:avLst/>
              <a:gdLst>
                <a:gd name="T0" fmla="*/ 66 w 92"/>
                <a:gd name="T1" fmla="*/ 179 h 62"/>
                <a:gd name="T2" fmla="*/ 37 w 92"/>
                <a:gd name="T3" fmla="*/ 571 h 62"/>
                <a:gd name="T4" fmla="*/ 333 w 92"/>
                <a:gd name="T5" fmla="*/ 803 h 62"/>
                <a:gd name="T6" fmla="*/ 1400 w 92"/>
                <a:gd name="T7" fmla="*/ 909 h 62"/>
                <a:gd name="T8" fmla="*/ 1261 w 92"/>
                <a:gd name="T9" fmla="*/ 200 h 62"/>
                <a:gd name="T10" fmla="*/ 749 w 92"/>
                <a:gd name="T11" fmla="*/ 102 h 62"/>
                <a:gd name="T12" fmla="*/ 317 w 92"/>
                <a:gd name="T13" fmla="*/ 37 h 62"/>
                <a:gd name="T14" fmla="*/ 66 w 92"/>
                <a:gd name="T15" fmla="*/ 179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62">
                  <a:moveTo>
                    <a:pt x="4" y="11"/>
                  </a:moveTo>
                  <a:cubicBezTo>
                    <a:pt x="0" y="18"/>
                    <a:pt x="1" y="30"/>
                    <a:pt x="2" y="34"/>
                  </a:cubicBezTo>
                  <a:cubicBezTo>
                    <a:pt x="5" y="43"/>
                    <a:pt x="11" y="44"/>
                    <a:pt x="19" y="48"/>
                  </a:cubicBezTo>
                  <a:cubicBezTo>
                    <a:pt x="30" y="53"/>
                    <a:pt x="68" y="62"/>
                    <a:pt x="80" y="54"/>
                  </a:cubicBezTo>
                  <a:cubicBezTo>
                    <a:pt x="92" y="46"/>
                    <a:pt x="83" y="19"/>
                    <a:pt x="72" y="12"/>
                  </a:cubicBezTo>
                  <a:cubicBezTo>
                    <a:pt x="65" y="9"/>
                    <a:pt x="50" y="7"/>
                    <a:pt x="43" y="6"/>
                  </a:cubicBezTo>
                  <a:cubicBezTo>
                    <a:pt x="36" y="5"/>
                    <a:pt x="25" y="0"/>
                    <a:pt x="18" y="2"/>
                  </a:cubicBezTo>
                  <a:cubicBezTo>
                    <a:pt x="16" y="1"/>
                    <a:pt x="7" y="4"/>
                    <a:pt x="4" y="11"/>
                  </a:cubicBezTo>
                  <a:close/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3" name="Freeform 118">
              <a:extLst>
                <a:ext uri="{FF2B5EF4-FFF2-40B4-BE49-F238E27FC236}">
                  <a16:creationId xmlns:a16="http://schemas.microsoft.com/office/drawing/2014/main" id="{CD986B33-4C56-4965-BF62-5B9838982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524"/>
              <a:ext cx="57" cy="76"/>
            </a:xfrm>
            <a:custGeom>
              <a:avLst/>
              <a:gdLst>
                <a:gd name="T0" fmla="*/ 114 w 32"/>
                <a:gd name="T1" fmla="*/ 138 h 43"/>
                <a:gd name="T2" fmla="*/ 203 w 32"/>
                <a:gd name="T3" fmla="*/ 652 h 43"/>
                <a:gd name="T4" fmla="*/ 529 w 32"/>
                <a:gd name="T5" fmla="*/ 518 h 43"/>
                <a:gd name="T6" fmla="*/ 454 w 32"/>
                <a:gd name="T7" fmla="*/ 106 h 43"/>
                <a:gd name="T8" fmla="*/ 114 w 32"/>
                <a:gd name="T9" fmla="*/ 13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3">
                  <a:moveTo>
                    <a:pt x="6" y="8"/>
                  </a:moveTo>
                  <a:cubicBezTo>
                    <a:pt x="4" y="25"/>
                    <a:pt x="0" y="35"/>
                    <a:pt x="11" y="38"/>
                  </a:cubicBezTo>
                  <a:cubicBezTo>
                    <a:pt x="22" y="41"/>
                    <a:pt x="29" y="43"/>
                    <a:pt x="30" y="30"/>
                  </a:cubicBezTo>
                  <a:cubicBezTo>
                    <a:pt x="32" y="17"/>
                    <a:pt x="31" y="9"/>
                    <a:pt x="25" y="6"/>
                  </a:cubicBezTo>
                  <a:cubicBezTo>
                    <a:pt x="19" y="4"/>
                    <a:pt x="6" y="0"/>
                    <a:pt x="6" y="8"/>
                  </a:cubicBezTo>
                  <a:close/>
                </a:path>
              </a:pathLst>
            </a:custGeom>
            <a:solidFill>
              <a:srgbClr val="FB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4" name="Freeform 119">
              <a:extLst>
                <a:ext uri="{FF2B5EF4-FFF2-40B4-BE49-F238E27FC236}">
                  <a16:creationId xmlns:a16="http://schemas.microsoft.com/office/drawing/2014/main" id="{A9AEDBF8-1C08-429F-B829-B72485C39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544"/>
              <a:ext cx="21" cy="40"/>
            </a:xfrm>
            <a:custGeom>
              <a:avLst/>
              <a:gdLst>
                <a:gd name="T0" fmla="*/ 65 w 12"/>
                <a:gd name="T1" fmla="*/ 16 h 23"/>
                <a:gd name="T2" fmla="*/ 102 w 12"/>
                <a:gd name="T3" fmla="*/ 348 h 23"/>
                <a:gd name="T4" fmla="*/ 200 w 12"/>
                <a:gd name="T5" fmla="*/ 127 h 23"/>
                <a:gd name="T6" fmla="*/ 102 w 12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4" y="1"/>
                  </a:moveTo>
                  <a:cubicBezTo>
                    <a:pt x="2" y="8"/>
                    <a:pt x="0" y="21"/>
                    <a:pt x="6" y="22"/>
                  </a:cubicBezTo>
                  <a:cubicBezTo>
                    <a:pt x="11" y="23"/>
                    <a:pt x="11" y="11"/>
                    <a:pt x="12" y="8"/>
                  </a:cubicBezTo>
                  <a:cubicBezTo>
                    <a:pt x="12" y="5"/>
                    <a:pt x="6" y="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5" name="Freeform 120">
              <a:extLst>
                <a:ext uri="{FF2B5EF4-FFF2-40B4-BE49-F238E27FC236}">
                  <a16:creationId xmlns:a16="http://schemas.microsoft.com/office/drawing/2014/main" id="{2F2FF73D-1BFF-49D1-8397-4F874FA45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378"/>
              <a:ext cx="55" cy="78"/>
            </a:xfrm>
            <a:custGeom>
              <a:avLst/>
              <a:gdLst>
                <a:gd name="T0" fmla="*/ 89 w 31"/>
                <a:gd name="T1" fmla="*/ 158 h 44"/>
                <a:gd name="T2" fmla="*/ 179 w 31"/>
                <a:gd name="T3" fmla="*/ 663 h 44"/>
                <a:gd name="T4" fmla="*/ 504 w 31"/>
                <a:gd name="T5" fmla="*/ 546 h 44"/>
                <a:gd name="T6" fmla="*/ 426 w 31"/>
                <a:gd name="T7" fmla="*/ 117 h 44"/>
                <a:gd name="T8" fmla="*/ 89 w 31"/>
                <a:gd name="T9" fmla="*/ 15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4">
                  <a:moveTo>
                    <a:pt x="5" y="9"/>
                  </a:moveTo>
                  <a:cubicBezTo>
                    <a:pt x="4" y="26"/>
                    <a:pt x="0" y="35"/>
                    <a:pt x="10" y="38"/>
                  </a:cubicBezTo>
                  <a:cubicBezTo>
                    <a:pt x="21" y="42"/>
                    <a:pt x="28" y="44"/>
                    <a:pt x="29" y="31"/>
                  </a:cubicBezTo>
                  <a:cubicBezTo>
                    <a:pt x="31" y="18"/>
                    <a:pt x="30" y="9"/>
                    <a:pt x="24" y="7"/>
                  </a:cubicBezTo>
                  <a:cubicBezTo>
                    <a:pt x="18" y="5"/>
                    <a:pt x="5" y="0"/>
                    <a:pt x="5" y="9"/>
                  </a:cubicBezTo>
                  <a:close/>
                </a:path>
              </a:pathLst>
            </a:custGeom>
            <a:solidFill>
              <a:srgbClr val="FA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6" name="Freeform 121">
              <a:extLst>
                <a:ext uri="{FF2B5EF4-FFF2-40B4-BE49-F238E27FC236}">
                  <a16:creationId xmlns:a16="http://schemas.microsoft.com/office/drawing/2014/main" id="{BA2D5B76-763F-4CDC-B2BB-0DD64CB00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399"/>
              <a:ext cx="23" cy="41"/>
            </a:xfrm>
            <a:custGeom>
              <a:avLst/>
              <a:gdLst>
                <a:gd name="T0" fmla="*/ 65 w 13"/>
                <a:gd name="T1" fmla="*/ 21 h 23"/>
                <a:gd name="T2" fmla="*/ 106 w 13"/>
                <a:gd name="T3" fmla="*/ 398 h 23"/>
                <a:gd name="T4" fmla="*/ 203 w 13"/>
                <a:gd name="T5" fmla="*/ 143 h 23"/>
                <a:gd name="T6" fmla="*/ 106 w 13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4" y="1"/>
                  </a:moveTo>
                  <a:cubicBezTo>
                    <a:pt x="3" y="7"/>
                    <a:pt x="0" y="21"/>
                    <a:pt x="6" y="22"/>
                  </a:cubicBezTo>
                  <a:cubicBezTo>
                    <a:pt x="11" y="23"/>
                    <a:pt x="11" y="11"/>
                    <a:pt x="12" y="8"/>
                  </a:cubicBezTo>
                  <a:cubicBezTo>
                    <a:pt x="13" y="5"/>
                    <a:pt x="6" y="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7" name="Freeform 122">
              <a:extLst>
                <a:ext uri="{FF2B5EF4-FFF2-40B4-BE49-F238E27FC236}">
                  <a16:creationId xmlns:a16="http://schemas.microsoft.com/office/drawing/2014/main" id="{22CE9A6C-6AD5-4BBB-B808-E1F296839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080"/>
              <a:ext cx="106" cy="243"/>
            </a:xfrm>
            <a:custGeom>
              <a:avLst/>
              <a:gdLst>
                <a:gd name="T0" fmla="*/ 721 w 60"/>
                <a:gd name="T1" fmla="*/ 1199 h 138"/>
                <a:gd name="T2" fmla="*/ 0 w 60"/>
                <a:gd name="T3" fmla="*/ 2338 h 138"/>
                <a:gd name="T4" fmla="*/ 1030 w 60"/>
                <a:gd name="T5" fmla="*/ 2069 h 138"/>
                <a:gd name="T6" fmla="*/ 1030 w 60"/>
                <a:gd name="T7" fmla="*/ 0 h 138"/>
                <a:gd name="T8" fmla="*/ 431 w 60"/>
                <a:gd name="T9" fmla="*/ 201 h 138"/>
                <a:gd name="T10" fmla="*/ 721 w 60"/>
                <a:gd name="T11" fmla="*/ 1199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138">
                  <a:moveTo>
                    <a:pt x="42" y="71"/>
                  </a:moveTo>
                  <a:cubicBezTo>
                    <a:pt x="40" y="95"/>
                    <a:pt x="18" y="133"/>
                    <a:pt x="0" y="138"/>
                  </a:cubicBezTo>
                  <a:cubicBezTo>
                    <a:pt x="13" y="138"/>
                    <a:pt x="52" y="134"/>
                    <a:pt x="60" y="12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40" y="14"/>
                    <a:pt x="25" y="12"/>
                  </a:cubicBezTo>
                  <a:cubicBezTo>
                    <a:pt x="48" y="16"/>
                    <a:pt x="45" y="38"/>
                    <a:pt x="42" y="71"/>
                  </a:cubicBezTo>
                  <a:close/>
                </a:path>
              </a:pathLst>
            </a:custGeom>
            <a:solidFill>
              <a:srgbClr val="AB4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8" name="Freeform 123">
              <a:extLst>
                <a:ext uri="{FF2B5EF4-FFF2-40B4-BE49-F238E27FC236}">
                  <a16:creationId xmlns:a16="http://schemas.microsoft.com/office/drawing/2014/main" id="{DC0D72B2-6ED3-443F-A088-F10FFE3FE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078"/>
              <a:ext cx="70" cy="242"/>
            </a:xfrm>
            <a:custGeom>
              <a:avLst/>
              <a:gdLst>
                <a:gd name="T0" fmla="*/ 0 w 39"/>
                <a:gd name="T1" fmla="*/ 0 h 137"/>
                <a:gd name="T2" fmla="*/ 0 w 39"/>
                <a:gd name="T3" fmla="*/ 2063 h 137"/>
                <a:gd name="T4" fmla="*/ 705 w 39"/>
                <a:gd name="T5" fmla="*/ 2353 h 137"/>
                <a:gd name="T6" fmla="*/ 167 w 39"/>
                <a:gd name="T7" fmla="*/ 1438 h 137"/>
                <a:gd name="T8" fmla="*/ 328 w 39"/>
                <a:gd name="T9" fmla="*/ 253 h 137"/>
                <a:gd name="T10" fmla="*/ 729 w 39"/>
                <a:gd name="T11" fmla="*/ 224 h 137"/>
                <a:gd name="T12" fmla="*/ 0 w 39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37">
                  <a:moveTo>
                    <a:pt x="0" y="0"/>
                  </a:moveTo>
                  <a:cubicBezTo>
                    <a:pt x="0" y="120"/>
                    <a:pt x="0" y="120"/>
                    <a:pt x="0" y="120"/>
                  </a:cubicBezTo>
                  <a:cubicBezTo>
                    <a:pt x="4" y="128"/>
                    <a:pt x="24" y="136"/>
                    <a:pt x="38" y="137"/>
                  </a:cubicBezTo>
                  <a:cubicBezTo>
                    <a:pt x="27" y="134"/>
                    <a:pt x="10" y="114"/>
                    <a:pt x="9" y="84"/>
                  </a:cubicBezTo>
                  <a:cubicBezTo>
                    <a:pt x="7" y="53"/>
                    <a:pt x="5" y="20"/>
                    <a:pt x="18" y="15"/>
                  </a:cubicBezTo>
                  <a:cubicBezTo>
                    <a:pt x="30" y="11"/>
                    <a:pt x="39" y="13"/>
                    <a:pt x="39" y="13"/>
                  </a:cubicBezTo>
                  <a:cubicBezTo>
                    <a:pt x="39" y="13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AB4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9" name="Freeform 124">
              <a:extLst>
                <a:ext uri="{FF2B5EF4-FFF2-40B4-BE49-F238E27FC236}">
                  <a16:creationId xmlns:a16="http://schemas.microsoft.com/office/drawing/2014/main" id="{A541E930-96BC-4D7C-97CA-8AD6A8846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790"/>
              <a:ext cx="71" cy="242"/>
            </a:xfrm>
            <a:custGeom>
              <a:avLst/>
              <a:gdLst>
                <a:gd name="T0" fmla="*/ 0 w 40"/>
                <a:gd name="T1" fmla="*/ 2353 h 137"/>
                <a:gd name="T2" fmla="*/ 0 w 40"/>
                <a:gd name="T3" fmla="*/ 0 h 137"/>
                <a:gd name="T4" fmla="*/ 706 w 40"/>
                <a:gd name="T5" fmla="*/ 0 h 137"/>
                <a:gd name="T6" fmla="*/ 202 w 40"/>
                <a:gd name="T7" fmla="*/ 480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37">
                  <a:moveTo>
                    <a:pt x="0" y="13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15" y="4"/>
                    <a:pt x="11" y="28"/>
                  </a:cubicBezTo>
                </a:path>
              </a:pathLst>
            </a:custGeom>
            <a:solidFill>
              <a:srgbClr val="FFF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0" name="Freeform 125">
              <a:extLst>
                <a:ext uri="{FF2B5EF4-FFF2-40B4-BE49-F238E27FC236}">
                  <a16:creationId xmlns:a16="http://schemas.microsoft.com/office/drawing/2014/main" id="{5C65E3D2-0FDB-46A7-B915-5EF9AFD0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790"/>
              <a:ext cx="71" cy="242"/>
            </a:xfrm>
            <a:custGeom>
              <a:avLst/>
              <a:gdLst>
                <a:gd name="T0" fmla="*/ 0 w 40"/>
                <a:gd name="T1" fmla="*/ 2353 h 137"/>
                <a:gd name="T2" fmla="*/ 0 w 40"/>
                <a:gd name="T3" fmla="*/ 0 h 137"/>
                <a:gd name="T4" fmla="*/ 706 w 40"/>
                <a:gd name="T5" fmla="*/ 0 h 137"/>
                <a:gd name="T6" fmla="*/ 202 w 40"/>
                <a:gd name="T7" fmla="*/ 480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37">
                  <a:moveTo>
                    <a:pt x="0" y="13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15" y="4"/>
                    <a:pt x="11" y="28"/>
                  </a:cubicBezTo>
                </a:path>
              </a:pathLst>
            </a:custGeom>
            <a:solidFill>
              <a:srgbClr val="FFF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1" name="Freeform 126">
              <a:extLst>
                <a:ext uri="{FF2B5EF4-FFF2-40B4-BE49-F238E27FC236}">
                  <a16:creationId xmlns:a16="http://schemas.microsoft.com/office/drawing/2014/main" id="{ACC593A3-AB40-45EB-AB5A-00C0A6486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805"/>
              <a:ext cx="41" cy="243"/>
            </a:xfrm>
            <a:custGeom>
              <a:avLst/>
              <a:gdLst>
                <a:gd name="T0" fmla="*/ 414 w 23"/>
                <a:gd name="T1" fmla="*/ 2161 h 138"/>
                <a:gd name="T2" fmla="*/ 203 w 23"/>
                <a:gd name="T3" fmla="*/ 2338 h 138"/>
                <a:gd name="T4" fmla="*/ 203 w 23"/>
                <a:gd name="T5" fmla="*/ 2338 h 138"/>
                <a:gd name="T6" fmla="*/ 0 w 23"/>
                <a:gd name="T7" fmla="*/ 2161 h 138"/>
                <a:gd name="T8" fmla="*/ 0 w 23"/>
                <a:gd name="T9" fmla="*/ 151 h 138"/>
                <a:gd name="T10" fmla="*/ 203 w 23"/>
                <a:gd name="T11" fmla="*/ 0 h 138"/>
                <a:gd name="T12" fmla="*/ 203 w 23"/>
                <a:gd name="T13" fmla="*/ 0 h 138"/>
                <a:gd name="T14" fmla="*/ 414 w 23"/>
                <a:gd name="T15" fmla="*/ 151 h 138"/>
                <a:gd name="T16" fmla="*/ 414 w 23"/>
                <a:gd name="T17" fmla="*/ 2161 h 1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38">
                  <a:moveTo>
                    <a:pt x="23" y="128"/>
                  </a:moveTo>
                  <a:cubicBezTo>
                    <a:pt x="23" y="133"/>
                    <a:pt x="18" y="138"/>
                    <a:pt x="11" y="138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5" y="138"/>
                    <a:pt x="0" y="133"/>
                    <a:pt x="0" y="12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8" y="0"/>
                    <a:pt x="23" y="4"/>
                    <a:pt x="23" y="9"/>
                  </a:cubicBezTo>
                  <a:lnTo>
                    <a:pt x="23" y="128"/>
                  </a:lnTo>
                  <a:close/>
                </a:path>
              </a:pathLst>
            </a:custGeom>
            <a:solidFill>
              <a:srgbClr val="E2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2" name="Freeform 127">
              <a:extLst>
                <a:ext uri="{FF2B5EF4-FFF2-40B4-BE49-F238E27FC236}">
                  <a16:creationId xmlns:a16="http://schemas.microsoft.com/office/drawing/2014/main" id="{2AA6422C-8C25-4E3C-86D6-AB1D3816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824"/>
              <a:ext cx="14" cy="201"/>
            </a:xfrm>
            <a:custGeom>
              <a:avLst/>
              <a:gdLst>
                <a:gd name="T0" fmla="*/ 135 w 8"/>
                <a:gd name="T1" fmla="*/ 1809 h 114"/>
                <a:gd name="T2" fmla="*/ 65 w 8"/>
                <a:gd name="T3" fmla="*/ 1939 h 114"/>
                <a:gd name="T4" fmla="*/ 65 w 8"/>
                <a:gd name="T5" fmla="*/ 1939 h 114"/>
                <a:gd name="T6" fmla="*/ 0 w 8"/>
                <a:gd name="T7" fmla="*/ 1809 h 114"/>
                <a:gd name="T8" fmla="*/ 0 w 8"/>
                <a:gd name="T9" fmla="*/ 138 h 114"/>
                <a:gd name="T10" fmla="*/ 65 w 8"/>
                <a:gd name="T11" fmla="*/ 0 h 114"/>
                <a:gd name="T12" fmla="*/ 65 w 8"/>
                <a:gd name="T13" fmla="*/ 0 h 114"/>
                <a:gd name="T14" fmla="*/ 135 w 8"/>
                <a:gd name="T15" fmla="*/ 138 h 114"/>
                <a:gd name="T16" fmla="*/ 135 w 8"/>
                <a:gd name="T17" fmla="*/ 1809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14">
                  <a:moveTo>
                    <a:pt x="8" y="106"/>
                  </a:moveTo>
                  <a:cubicBezTo>
                    <a:pt x="8" y="111"/>
                    <a:pt x="6" y="114"/>
                    <a:pt x="4" y="114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2" y="114"/>
                    <a:pt x="0" y="111"/>
                    <a:pt x="0" y="10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4"/>
                    <a:pt x="8" y="8"/>
                  </a:cubicBezTo>
                  <a:lnTo>
                    <a:pt x="8" y="106"/>
                  </a:lnTo>
                  <a:close/>
                </a:path>
              </a:pathLst>
            </a:custGeom>
            <a:solidFill>
              <a:srgbClr val="ED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3" name="Freeform 128">
              <a:extLst>
                <a:ext uri="{FF2B5EF4-FFF2-40B4-BE49-F238E27FC236}">
                  <a16:creationId xmlns:a16="http://schemas.microsoft.com/office/drawing/2014/main" id="{79B3EC38-959A-43A1-8438-324A577B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850"/>
              <a:ext cx="6" cy="163"/>
            </a:xfrm>
            <a:custGeom>
              <a:avLst/>
              <a:gdLst>
                <a:gd name="T0" fmla="*/ 0 w 3"/>
                <a:gd name="T1" fmla="*/ 0 h 92"/>
                <a:gd name="T2" fmla="*/ 32 w 3"/>
                <a:gd name="T3" fmla="*/ 1607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2">
                  <a:moveTo>
                    <a:pt x="0" y="0"/>
                  </a:moveTo>
                  <a:cubicBezTo>
                    <a:pt x="3" y="7"/>
                    <a:pt x="3" y="81"/>
                    <a:pt x="1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4" name="Freeform 129">
              <a:extLst>
                <a:ext uri="{FF2B5EF4-FFF2-40B4-BE49-F238E27FC236}">
                  <a16:creationId xmlns:a16="http://schemas.microsoft.com/office/drawing/2014/main" id="{D47F9BF1-AF6F-4B6A-BA02-90A67D553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803"/>
              <a:ext cx="46" cy="256"/>
            </a:xfrm>
            <a:custGeom>
              <a:avLst/>
              <a:gdLst>
                <a:gd name="T0" fmla="*/ 448 w 26"/>
                <a:gd name="T1" fmla="*/ 0 h 145"/>
                <a:gd name="T2" fmla="*/ 448 w 26"/>
                <a:gd name="T3" fmla="*/ 2350 h 145"/>
                <a:gd name="T4" fmla="*/ 0 w 26"/>
                <a:gd name="T5" fmla="*/ 2451 h 145"/>
                <a:gd name="T6" fmla="*/ 345 w 26"/>
                <a:gd name="T7" fmla="*/ 2219 h 145"/>
                <a:gd name="T8" fmla="*/ 448 w 26"/>
                <a:gd name="T9" fmla="*/ 0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5">
                  <a:moveTo>
                    <a:pt x="26" y="0"/>
                  </a:moveTo>
                  <a:cubicBezTo>
                    <a:pt x="26" y="0"/>
                    <a:pt x="26" y="129"/>
                    <a:pt x="26" y="137"/>
                  </a:cubicBezTo>
                  <a:cubicBezTo>
                    <a:pt x="26" y="145"/>
                    <a:pt x="2" y="143"/>
                    <a:pt x="0" y="143"/>
                  </a:cubicBezTo>
                  <a:cubicBezTo>
                    <a:pt x="10" y="141"/>
                    <a:pt x="17" y="138"/>
                    <a:pt x="20" y="129"/>
                  </a:cubicBezTo>
                  <a:cubicBezTo>
                    <a:pt x="24" y="119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B2A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5" name="Freeform 130">
              <a:extLst>
                <a:ext uri="{FF2B5EF4-FFF2-40B4-BE49-F238E27FC236}">
                  <a16:creationId xmlns:a16="http://schemas.microsoft.com/office/drawing/2014/main" id="{17175725-D017-4D2A-951C-3CDDC0C29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794"/>
              <a:ext cx="35" cy="162"/>
            </a:xfrm>
            <a:custGeom>
              <a:avLst/>
              <a:gdLst>
                <a:gd name="T0" fmla="*/ 327 w 20"/>
                <a:gd name="T1" fmla="*/ 37 h 92"/>
                <a:gd name="T2" fmla="*/ 37 w 20"/>
                <a:gd name="T3" fmla="*/ 0 h 92"/>
                <a:gd name="T4" fmla="*/ 21 w 20"/>
                <a:gd name="T5" fmla="*/ 136 h 92"/>
                <a:gd name="T6" fmla="*/ 21 w 20"/>
                <a:gd name="T7" fmla="*/ 1557 h 92"/>
                <a:gd name="T8" fmla="*/ 86 w 20"/>
                <a:gd name="T9" fmla="*/ 102 h 92"/>
                <a:gd name="T10" fmla="*/ 327 w 20"/>
                <a:gd name="T11" fmla="*/ 37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92">
                  <a:moveTo>
                    <a:pt x="20" y="2"/>
                  </a:moveTo>
                  <a:cubicBezTo>
                    <a:pt x="12" y="3"/>
                    <a:pt x="3" y="1"/>
                    <a:pt x="2" y="0"/>
                  </a:cubicBezTo>
                  <a:cubicBezTo>
                    <a:pt x="0" y="0"/>
                    <a:pt x="1" y="0"/>
                    <a:pt x="1" y="8"/>
                  </a:cubicBezTo>
                  <a:cubicBezTo>
                    <a:pt x="1" y="17"/>
                    <a:pt x="1" y="92"/>
                    <a:pt x="1" y="92"/>
                  </a:cubicBezTo>
                  <a:cubicBezTo>
                    <a:pt x="2" y="63"/>
                    <a:pt x="3" y="11"/>
                    <a:pt x="5" y="6"/>
                  </a:cubicBezTo>
                  <a:cubicBezTo>
                    <a:pt x="7" y="2"/>
                    <a:pt x="16" y="5"/>
                    <a:pt x="20" y="2"/>
                  </a:cubicBezTo>
                  <a:close/>
                </a:path>
              </a:pathLst>
            </a:custGeom>
            <a:solidFill>
              <a:srgbClr val="B2A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6" name="Freeform 131">
              <a:extLst>
                <a:ext uri="{FF2B5EF4-FFF2-40B4-BE49-F238E27FC236}">
                  <a16:creationId xmlns:a16="http://schemas.microsoft.com/office/drawing/2014/main" id="{3E09A010-86A9-4BCD-A76A-CDED69B2F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866"/>
              <a:ext cx="74" cy="179"/>
            </a:xfrm>
            <a:custGeom>
              <a:avLst/>
              <a:gdLst>
                <a:gd name="T0" fmla="*/ 710 w 42"/>
                <a:gd name="T1" fmla="*/ 0 h 101"/>
                <a:gd name="T2" fmla="*/ 710 w 42"/>
                <a:gd name="T3" fmla="*/ 1765 h 101"/>
                <a:gd name="T4" fmla="*/ 0 w 42"/>
                <a:gd name="T5" fmla="*/ 1765 h 101"/>
                <a:gd name="T6" fmla="*/ 559 w 42"/>
                <a:gd name="T7" fmla="*/ 1492 h 101"/>
                <a:gd name="T8" fmla="*/ 710 w 42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1">
                  <a:moveTo>
                    <a:pt x="42" y="0"/>
                  </a:moveTo>
                  <a:cubicBezTo>
                    <a:pt x="42" y="101"/>
                    <a:pt x="42" y="101"/>
                    <a:pt x="42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17" y="101"/>
                    <a:pt x="27" y="97"/>
                    <a:pt x="33" y="85"/>
                  </a:cubicBezTo>
                  <a:cubicBezTo>
                    <a:pt x="38" y="73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FBC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7" name="Freeform 132">
              <a:extLst>
                <a:ext uri="{FF2B5EF4-FFF2-40B4-BE49-F238E27FC236}">
                  <a16:creationId xmlns:a16="http://schemas.microsoft.com/office/drawing/2014/main" id="{BE755D93-DBD2-4241-89DF-DC9FBD959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866"/>
              <a:ext cx="74" cy="179"/>
            </a:xfrm>
            <a:custGeom>
              <a:avLst/>
              <a:gdLst>
                <a:gd name="T0" fmla="*/ 710 w 42"/>
                <a:gd name="T1" fmla="*/ 0 h 101"/>
                <a:gd name="T2" fmla="*/ 710 w 42"/>
                <a:gd name="T3" fmla="*/ 1765 h 101"/>
                <a:gd name="T4" fmla="*/ 0 w 42"/>
                <a:gd name="T5" fmla="*/ 1765 h 101"/>
                <a:gd name="T6" fmla="*/ 559 w 42"/>
                <a:gd name="T7" fmla="*/ 1492 h 101"/>
                <a:gd name="T8" fmla="*/ 710 w 42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1">
                  <a:moveTo>
                    <a:pt x="42" y="0"/>
                  </a:moveTo>
                  <a:cubicBezTo>
                    <a:pt x="42" y="101"/>
                    <a:pt x="42" y="101"/>
                    <a:pt x="42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17" y="101"/>
                    <a:pt x="27" y="97"/>
                    <a:pt x="33" y="85"/>
                  </a:cubicBezTo>
                  <a:cubicBezTo>
                    <a:pt x="38" y="73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FBC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8" name="Freeform 133">
              <a:extLst>
                <a:ext uri="{FF2B5EF4-FFF2-40B4-BE49-F238E27FC236}">
                  <a16:creationId xmlns:a16="http://schemas.microsoft.com/office/drawing/2014/main" id="{EF05424E-DFEC-44E5-AA4D-AA19CB2BD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516"/>
              <a:ext cx="78" cy="86"/>
            </a:xfrm>
            <a:custGeom>
              <a:avLst/>
              <a:gdLst>
                <a:gd name="T0" fmla="*/ 280 w 44"/>
                <a:gd name="T1" fmla="*/ 0 h 49"/>
                <a:gd name="T2" fmla="*/ 0 w 44"/>
                <a:gd name="T3" fmla="*/ 702 h 49"/>
                <a:gd name="T4" fmla="*/ 590 w 44"/>
                <a:gd name="T5" fmla="*/ 637 h 49"/>
                <a:gd name="T6" fmla="*/ 333 w 44"/>
                <a:gd name="T7" fmla="*/ 37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9">
                  <a:moveTo>
                    <a:pt x="16" y="0"/>
                  </a:moveTo>
                  <a:cubicBezTo>
                    <a:pt x="17" y="16"/>
                    <a:pt x="16" y="33"/>
                    <a:pt x="0" y="42"/>
                  </a:cubicBezTo>
                  <a:cubicBezTo>
                    <a:pt x="11" y="33"/>
                    <a:pt x="26" y="49"/>
                    <a:pt x="34" y="38"/>
                  </a:cubicBezTo>
                  <a:cubicBezTo>
                    <a:pt x="44" y="26"/>
                    <a:pt x="31" y="7"/>
                    <a:pt x="19" y="2"/>
                  </a:cubicBezTo>
                </a:path>
              </a:pathLst>
            </a:custGeom>
            <a:solidFill>
              <a:srgbClr val="E3C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9" name="Freeform 134">
              <a:extLst>
                <a:ext uri="{FF2B5EF4-FFF2-40B4-BE49-F238E27FC236}">
                  <a16:creationId xmlns:a16="http://schemas.microsoft.com/office/drawing/2014/main" id="{D4CB19E0-12C7-4996-91C1-57486D712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383"/>
              <a:ext cx="48" cy="59"/>
            </a:xfrm>
            <a:custGeom>
              <a:avLst/>
              <a:gdLst>
                <a:gd name="T0" fmla="*/ 180 w 27"/>
                <a:gd name="T1" fmla="*/ 23 h 33"/>
                <a:gd name="T2" fmla="*/ 0 w 27"/>
                <a:gd name="T3" fmla="*/ 581 h 33"/>
                <a:gd name="T4" fmla="*/ 462 w 27"/>
                <a:gd name="T5" fmla="*/ 325 h 33"/>
                <a:gd name="T6" fmla="*/ 208 w 27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3">
                  <a:moveTo>
                    <a:pt x="10" y="1"/>
                  </a:moveTo>
                  <a:cubicBezTo>
                    <a:pt x="12" y="11"/>
                    <a:pt x="9" y="25"/>
                    <a:pt x="0" y="32"/>
                  </a:cubicBezTo>
                  <a:cubicBezTo>
                    <a:pt x="9" y="33"/>
                    <a:pt x="24" y="30"/>
                    <a:pt x="26" y="18"/>
                  </a:cubicBezTo>
                  <a:cubicBezTo>
                    <a:pt x="27" y="11"/>
                    <a:pt x="18" y="3"/>
                    <a:pt x="12" y="0"/>
                  </a:cubicBezTo>
                </a:path>
              </a:pathLst>
            </a:custGeom>
            <a:solidFill>
              <a:srgbClr val="F8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0" name="Freeform 135">
              <a:extLst>
                <a:ext uri="{FF2B5EF4-FFF2-40B4-BE49-F238E27FC236}">
                  <a16:creationId xmlns:a16="http://schemas.microsoft.com/office/drawing/2014/main" id="{B944DAD8-2C42-4F88-8EF6-49369C9CA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265"/>
              <a:ext cx="34" cy="51"/>
            </a:xfrm>
            <a:custGeom>
              <a:avLst/>
              <a:gdLst>
                <a:gd name="T0" fmla="*/ 73 w 19"/>
                <a:gd name="T1" fmla="*/ 21 h 29"/>
                <a:gd name="T2" fmla="*/ 0 w 19"/>
                <a:gd name="T3" fmla="*/ 452 h 29"/>
                <a:gd name="T4" fmla="*/ 166 w 19"/>
                <a:gd name="T5" fmla="*/ 452 h 29"/>
                <a:gd name="T6" fmla="*/ 311 w 19"/>
                <a:gd name="T7" fmla="*/ 302 h 29"/>
                <a:gd name="T8" fmla="*/ 93 w 1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9">
                  <a:moveTo>
                    <a:pt x="4" y="1"/>
                  </a:moveTo>
                  <a:cubicBezTo>
                    <a:pt x="6" y="10"/>
                    <a:pt x="9" y="22"/>
                    <a:pt x="0" y="27"/>
                  </a:cubicBezTo>
                  <a:cubicBezTo>
                    <a:pt x="6" y="27"/>
                    <a:pt x="4" y="29"/>
                    <a:pt x="9" y="27"/>
                  </a:cubicBezTo>
                  <a:cubicBezTo>
                    <a:pt x="13" y="25"/>
                    <a:pt x="16" y="23"/>
                    <a:pt x="17" y="18"/>
                  </a:cubicBezTo>
                  <a:cubicBezTo>
                    <a:pt x="19" y="8"/>
                    <a:pt x="11" y="5"/>
                    <a:pt x="5" y="0"/>
                  </a:cubicBezTo>
                </a:path>
              </a:pathLst>
            </a:custGeom>
            <a:solidFill>
              <a:srgbClr val="EFA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1" name="Freeform 136">
              <a:extLst>
                <a:ext uri="{FF2B5EF4-FFF2-40B4-BE49-F238E27FC236}">
                  <a16:creationId xmlns:a16="http://schemas.microsoft.com/office/drawing/2014/main" id="{D312E76B-9625-4DFC-87C3-F014CB227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272"/>
              <a:ext cx="19" cy="41"/>
            </a:xfrm>
            <a:custGeom>
              <a:avLst/>
              <a:gdLst>
                <a:gd name="T0" fmla="*/ 123 w 11"/>
                <a:gd name="T1" fmla="*/ 0 h 23"/>
                <a:gd name="T2" fmla="*/ 149 w 11"/>
                <a:gd name="T3" fmla="*/ 414 h 23"/>
                <a:gd name="T4" fmla="*/ 169 w 11"/>
                <a:gd name="T5" fmla="*/ 114 h 23"/>
                <a:gd name="T6" fmla="*/ 149 w 11"/>
                <a:gd name="T7" fmla="*/ 3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8" y="0"/>
                  </a:moveTo>
                  <a:cubicBezTo>
                    <a:pt x="0" y="6"/>
                    <a:pt x="1" y="19"/>
                    <a:pt x="10" y="23"/>
                  </a:cubicBezTo>
                  <a:cubicBezTo>
                    <a:pt x="8" y="19"/>
                    <a:pt x="8" y="9"/>
                    <a:pt x="11" y="6"/>
                  </a:cubicBezTo>
                  <a:cubicBezTo>
                    <a:pt x="9" y="4"/>
                    <a:pt x="10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2" name="Freeform 137">
              <a:extLst>
                <a:ext uri="{FF2B5EF4-FFF2-40B4-BE49-F238E27FC236}">
                  <a16:creationId xmlns:a16="http://schemas.microsoft.com/office/drawing/2014/main" id="{F22A3A08-4D93-4F63-A42E-FA373547F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378"/>
              <a:ext cx="26" cy="44"/>
            </a:xfrm>
            <a:custGeom>
              <a:avLst/>
              <a:gdLst>
                <a:gd name="T0" fmla="*/ 234 w 15"/>
                <a:gd name="T1" fmla="*/ 0 h 25"/>
                <a:gd name="T2" fmla="*/ 62 w 15"/>
                <a:gd name="T3" fmla="*/ 421 h 25"/>
                <a:gd name="T4" fmla="*/ 234 w 15"/>
                <a:gd name="T5" fmla="*/ 252 h 25"/>
                <a:gd name="T6" fmla="*/ 234 w 15"/>
                <a:gd name="T7" fmla="*/ 4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3" y="1"/>
                    <a:pt x="0" y="17"/>
                    <a:pt x="4" y="25"/>
                  </a:cubicBezTo>
                  <a:cubicBezTo>
                    <a:pt x="4" y="19"/>
                    <a:pt x="10" y="11"/>
                    <a:pt x="15" y="15"/>
                  </a:cubicBezTo>
                  <a:cubicBezTo>
                    <a:pt x="13" y="11"/>
                    <a:pt x="13" y="7"/>
                    <a:pt x="1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3" name="Freeform 138">
              <a:extLst>
                <a:ext uri="{FF2B5EF4-FFF2-40B4-BE49-F238E27FC236}">
                  <a16:creationId xmlns:a16="http://schemas.microsoft.com/office/drawing/2014/main" id="{55CC6143-EC54-4170-A38B-170631EA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509"/>
              <a:ext cx="40" cy="51"/>
            </a:xfrm>
            <a:custGeom>
              <a:avLst/>
              <a:gdLst>
                <a:gd name="T0" fmla="*/ 348 w 23"/>
                <a:gd name="T1" fmla="*/ 0 h 29"/>
                <a:gd name="T2" fmla="*/ 0 w 23"/>
                <a:gd name="T3" fmla="*/ 489 h 29"/>
                <a:gd name="T4" fmla="*/ 369 w 23"/>
                <a:gd name="T5" fmla="*/ 250 h 29"/>
                <a:gd name="T6" fmla="*/ 369 w 23"/>
                <a:gd name="T7" fmla="*/ 10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9">
                  <a:moveTo>
                    <a:pt x="22" y="0"/>
                  </a:moveTo>
                  <a:cubicBezTo>
                    <a:pt x="8" y="6"/>
                    <a:pt x="2" y="15"/>
                    <a:pt x="0" y="29"/>
                  </a:cubicBezTo>
                  <a:cubicBezTo>
                    <a:pt x="1" y="21"/>
                    <a:pt x="15" y="9"/>
                    <a:pt x="23" y="15"/>
                  </a:cubicBezTo>
                  <a:cubicBezTo>
                    <a:pt x="22" y="12"/>
                    <a:pt x="22" y="9"/>
                    <a:pt x="2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4" name="Freeform 139">
              <a:extLst>
                <a:ext uri="{FF2B5EF4-FFF2-40B4-BE49-F238E27FC236}">
                  <a16:creationId xmlns:a16="http://schemas.microsoft.com/office/drawing/2014/main" id="{255E5BB2-F502-48A4-A2F0-63DB80608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976"/>
              <a:ext cx="25" cy="83"/>
            </a:xfrm>
            <a:custGeom>
              <a:avLst/>
              <a:gdLst>
                <a:gd name="T0" fmla="*/ 114 w 14"/>
                <a:gd name="T1" fmla="*/ 0 h 47"/>
                <a:gd name="T2" fmla="*/ 143 w 14"/>
                <a:gd name="T3" fmla="*/ 811 h 47"/>
                <a:gd name="T4" fmla="*/ 41 w 14"/>
                <a:gd name="T5" fmla="*/ 770 h 47"/>
                <a:gd name="T6" fmla="*/ 52 w 14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7">
                  <a:moveTo>
                    <a:pt x="6" y="0"/>
                  </a:moveTo>
                  <a:cubicBezTo>
                    <a:pt x="6" y="15"/>
                    <a:pt x="14" y="32"/>
                    <a:pt x="8" y="47"/>
                  </a:cubicBezTo>
                  <a:cubicBezTo>
                    <a:pt x="6" y="46"/>
                    <a:pt x="3" y="46"/>
                    <a:pt x="2" y="45"/>
                  </a:cubicBezTo>
                  <a:cubicBezTo>
                    <a:pt x="3" y="30"/>
                    <a:pt x="0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5" name="Freeform 140">
              <a:extLst>
                <a:ext uri="{FF2B5EF4-FFF2-40B4-BE49-F238E27FC236}">
                  <a16:creationId xmlns:a16="http://schemas.microsoft.com/office/drawing/2014/main" id="{8492530E-DCC9-48DF-8EFC-80253626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944"/>
              <a:ext cx="14" cy="16"/>
            </a:xfrm>
            <a:custGeom>
              <a:avLst/>
              <a:gdLst>
                <a:gd name="T0" fmla="*/ 49 w 8"/>
                <a:gd name="T1" fmla="*/ 0 h 9"/>
                <a:gd name="T2" fmla="*/ 0 w 8"/>
                <a:gd name="T3" fmla="*/ 158 h 9"/>
                <a:gd name="T4" fmla="*/ 102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3"/>
                    <a:pt x="0" y="5"/>
                    <a:pt x="0" y="9"/>
                  </a:cubicBezTo>
                  <a:cubicBezTo>
                    <a:pt x="8" y="9"/>
                    <a:pt x="7" y="6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6" name="Freeform 141">
              <a:extLst>
                <a:ext uri="{FF2B5EF4-FFF2-40B4-BE49-F238E27FC236}">
                  <a16:creationId xmlns:a16="http://schemas.microsoft.com/office/drawing/2014/main" id="{138A1629-0941-4C2F-8829-6109358E5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079"/>
              <a:ext cx="20" cy="24"/>
            </a:xfrm>
            <a:custGeom>
              <a:avLst/>
              <a:gdLst>
                <a:gd name="T0" fmla="*/ 44 w 11"/>
                <a:gd name="T1" fmla="*/ 26 h 14"/>
                <a:gd name="T2" fmla="*/ 118 w 11"/>
                <a:gd name="T3" fmla="*/ 206 h 14"/>
                <a:gd name="T4" fmla="*/ 215 w 11"/>
                <a:gd name="T5" fmla="*/ 62 h 14"/>
                <a:gd name="T6" fmla="*/ 80 w 1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2" y="2"/>
                  </a:moveTo>
                  <a:cubicBezTo>
                    <a:pt x="1" y="8"/>
                    <a:pt x="0" y="12"/>
                    <a:pt x="6" y="14"/>
                  </a:cubicBezTo>
                  <a:cubicBezTo>
                    <a:pt x="8" y="11"/>
                    <a:pt x="10" y="8"/>
                    <a:pt x="11" y="4"/>
                  </a:cubicBezTo>
                  <a:cubicBezTo>
                    <a:pt x="9" y="1"/>
                    <a:pt x="7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7" name="Freeform 142">
              <a:extLst>
                <a:ext uri="{FF2B5EF4-FFF2-40B4-BE49-F238E27FC236}">
                  <a16:creationId xmlns:a16="http://schemas.microsoft.com/office/drawing/2014/main" id="{1BDAF17C-29DE-487B-A293-35FF11289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273"/>
              <a:ext cx="78" cy="45"/>
            </a:xfrm>
            <a:custGeom>
              <a:avLst/>
              <a:gdLst>
                <a:gd name="T0" fmla="*/ 0 w 44"/>
                <a:gd name="T1" fmla="*/ 0 h 26"/>
                <a:gd name="T2" fmla="*/ 0 w 44"/>
                <a:gd name="T3" fmla="*/ 384 h 26"/>
                <a:gd name="T4" fmla="*/ 562 w 44"/>
                <a:gd name="T5" fmla="*/ 405 h 26"/>
                <a:gd name="T6" fmla="*/ 769 w 44"/>
                <a:gd name="T7" fmla="*/ 405 h 26"/>
                <a:gd name="T8" fmla="*/ 769 w 44"/>
                <a:gd name="T9" fmla="*/ 16 h 26"/>
                <a:gd name="T10" fmla="*/ 562 w 44"/>
                <a:gd name="T11" fmla="*/ 16 h 26"/>
                <a:gd name="T12" fmla="*/ 0 w 44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6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0" y="26"/>
                    <a:pt x="21" y="26"/>
                    <a:pt x="32" y="26"/>
                  </a:cubicBezTo>
                  <a:cubicBezTo>
                    <a:pt x="36" y="26"/>
                    <a:pt x="40" y="26"/>
                    <a:pt x="44" y="26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0" y="1"/>
                    <a:pt x="36" y="1"/>
                    <a:pt x="32" y="1"/>
                  </a:cubicBezTo>
                  <a:cubicBezTo>
                    <a:pt x="21" y="1"/>
                    <a:pt x="10" y="0"/>
                    <a:pt x="0" y="0"/>
                  </a:cubicBezTo>
                  <a:close/>
                </a:path>
              </a:pathLst>
            </a:custGeom>
            <a:solidFill>
              <a:srgbClr val="B6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8" name="Freeform 143">
              <a:extLst>
                <a:ext uri="{FF2B5EF4-FFF2-40B4-BE49-F238E27FC236}">
                  <a16:creationId xmlns:a16="http://schemas.microsoft.com/office/drawing/2014/main" id="{9A9D69F0-3950-4DE8-841F-EB16E7C6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253"/>
              <a:ext cx="12" cy="35"/>
            </a:xfrm>
            <a:custGeom>
              <a:avLst/>
              <a:gdLst>
                <a:gd name="T0" fmla="*/ 15 w 7"/>
                <a:gd name="T1" fmla="*/ 0 h 20"/>
                <a:gd name="T2" fmla="*/ 15 w 7"/>
                <a:gd name="T3" fmla="*/ 264 h 20"/>
                <a:gd name="T4" fmla="*/ 77 w 7"/>
                <a:gd name="T5" fmla="*/ 313 h 20"/>
                <a:gd name="T6" fmla="*/ 77 w 7"/>
                <a:gd name="T7" fmla="*/ 21 h 20"/>
                <a:gd name="T8" fmla="*/ 62 w 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1" y="0"/>
                  </a:moveTo>
                  <a:cubicBezTo>
                    <a:pt x="1" y="5"/>
                    <a:pt x="0" y="11"/>
                    <a:pt x="1" y="16"/>
                  </a:cubicBezTo>
                  <a:cubicBezTo>
                    <a:pt x="2" y="20"/>
                    <a:pt x="2" y="19"/>
                    <a:pt x="5" y="19"/>
                  </a:cubicBezTo>
                  <a:cubicBezTo>
                    <a:pt x="7" y="15"/>
                    <a:pt x="6" y="6"/>
                    <a:pt x="5" y="1"/>
                  </a:cubicBezTo>
                  <a:cubicBezTo>
                    <a:pt x="5" y="1"/>
                    <a:pt x="5" y="1"/>
                    <a:pt x="4" y="0"/>
                  </a:cubicBezTo>
                </a:path>
              </a:pathLst>
            </a:custGeom>
            <a:solidFill>
              <a:srgbClr val="AE5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9" name="Freeform 144">
              <a:extLst>
                <a:ext uri="{FF2B5EF4-FFF2-40B4-BE49-F238E27FC236}">
                  <a16:creationId xmlns:a16="http://schemas.microsoft.com/office/drawing/2014/main" id="{7524FC47-DA0B-4766-AF38-9E295D14A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255"/>
              <a:ext cx="16" cy="41"/>
            </a:xfrm>
            <a:custGeom>
              <a:avLst/>
              <a:gdLst>
                <a:gd name="T0" fmla="*/ 0 w 9"/>
                <a:gd name="T1" fmla="*/ 52 h 23"/>
                <a:gd name="T2" fmla="*/ 21 w 9"/>
                <a:gd name="T3" fmla="*/ 273 h 23"/>
                <a:gd name="T4" fmla="*/ 37 w 9"/>
                <a:gd name="T5" fmla="*/ 414 h 23"/>
                <a:gd name="T6" fmla="*/ 139 w 9"/>
                <a:gd name="T7" fmla="*/ 324 h 23"/>
                <a:gd name="T8" fmla="*/ 117 w 9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3">
                  <a:moveTo>
                    <a:pt x="0" y="3"/>
                  </a:moveTo>
                  <a:cubicBezTo>
                    <a:pt x="1" y="7"/>
                    <a:pt x="1" y="11"/>
                    <a:pt x="1" y="15"/>
                  </a:cubicBezTo>
                  <a:cubicBezTo>
                    <a:pt x="1" y="18"/>
                    <a:pt x="1" y="21"/>
                    <a:pt x="2" y="23"/>
                  </a:cubicBezTo>
                  <a:cubicBezTo>
                    <a:pt x="6" y="22"/>
                    <a:pt x="8" y="22"/>
                    <a:pt x="8" y="18"/>
                  </a:cubicBezTo>
                  <a:cubicBezTo>
                    <a:pt x="9" y="13"/>
                    <a:pt x="9" y="4"/>
                    <a:pt x="7" y="0"/>
                  </a:cubicBezTo>
                </a:path>
              </a:pathLst>
            </a:custGeom>
            <a:solidFill>
              <a:srgbClr val="AE5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0" name="Freeform 145">
              <a:extLst>
                <a:ext uri="{FF2B5EF4-FFF2-40B4-BE49-F238E27FC236}">
                  <a16:creationId xmlns:a16="http://schemas.microsoft.com/office/drawing/2014/main" id="{9508D416-663B-4C4C-9958-6529A2A09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202"/>
              <a:ext cx="56" cy="108"/>
            </a:xfrm>
            <a:custGeom>
              <a:avLst/>
              <a:gdLst>
                <a:gd name="T0" fmla="*/ 0 w 32"/>
                <a:gd name="T1" fmla="*/ 471 h 61"/>
                <a:gd name="T2" fmla="*/ 527 w 32"/>
                <a:gd name="T3" fmla="*/ 1059 h 61"/>
                <a:gd name="T4" fmla="*/ 478 w 32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1">
                  <a:moveTo>
                    <a:pt x="0" y="27"/>
                  </a:moveTo>
                  <a:cubicBezTo>
                    <a:pt x="12" y="23"/>
                    <a:pt x="28" y="39"/>
                    <a:pt x="32" y="61"/>
                  </a:cubicBezTo>
                  <a:cubicBezTo>
                    <a:pt x="31" y="44"/>
                    <a:pt x="29" y="0"/>
                    <a:pt x="29" y="0"/>
                  </a:cubicBezTo>
                </a:path>
              </a:pathLst>
            </a:custGeom>
            <a:solidFill>
              <a:srgbClr val="D79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1" name="Freeform 146">
              <a:extLst>
                <a:ext uri="{FF2B5EF4-FFF2-40B4-BE49-F238E27FC236}">
                  <a16:creationId xmlns:a16="http://schemas.microsoft.com/office/drawing/2014/main" id="{0C1EE5D6-1117-48A0-A7A7-887A6AB3A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246"/>
              <a:ext cx="38" cy="42"/>
            </a:xfrm>
            <a:custGeom>
              <a:avLst/>
              <a:gdLst>
                <a:gd name="T0" fmla="*/ 0 w 21"/>
                <a:gd name="T1" fmla="*/ 249 h 24"/>
                <a:gd name="T2" fmla="*/ 409 w 21"/>
                <a:gd name="T3" fmla="*/ 350 h 24"/>
                <a:gd name="T4" fmla="*/ 387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0" y="15"/>
                  </a:moveTo>
                  <a:cubicBezTo>
                    <a:pt x="13" y="8"/>
                    <a:pt x="20" y="19"/>
                    <a:pt x="21" y="21"/>
                  </a:cubicBezTo>
                  <a:cubicBezTo>
                    <a:pt x="21" y="24"/>
                    <a:pt x="20" y="0"/>
                    <a:pt x="20" y="0"/>
                  </a:cubicBezTo>
                </a:path>
              </a:pathLst>
            </a:custGeom>
            <a:solidFill>
              <a:srgbClr val="E7B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2" name="Freeform 147">
              <a:extLst>
                <a:ext uri="{FF2B5EF4-FFF2-40B4-BE49-F238E27FC236}">
                  <a16:creationId xmlns:a16="http://schemas.microsoft.com/office/drawing/2014/main" id="{2D9D579C-DEDE-4CC9-AB05-DDD7E493C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278"/>
              <a:ext cx="16" cy="26"/>
            </a:xfrm>
            <a:custGeom>
              <a:avLst/>
              <a:gdLst>
                <a:gd name="T0" fmla="*/ 0 w 9"/>
                <a:gd name="T1" fmla="*/ 62 h 15"/>
                <a:gd name="T2" fmla="*/ 158 w 9"/>
                <a:gd name="T3" fmla="*/ 234 h 15"/>
                <a:gd name="T4" fmla="*/ 139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4"/>
                  </a:moveTo>
                  <a:cubicBezTo>
                    <a:pt x="5" y="4"/>
                    <a:pt x="9" y="15"/>
                    <a:pt x="9" y="1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D57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3" name="Freeform 148">
              <a:extLst>
                <a:ext uri="{FF2B5EF4-FFF2-40B4-BE49-F238E27FC236}">
                  <a16:creationId xmlns:a16="http://schemas.microsoft.com/office/drawing/2014/main" id="{73E7ECA9-D872-40DF-9C38-3C8EA7976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276"/>
              <a:ext cx="12" cy="21"/>
            </a:xfrm>
            <a:custGeom>
              <a:avLst/>
              <a:gdLst>
                <a:gd name="T0" fmla="*/ 106 w 7"/>
                <a:gd name="T1" fmla="*/ 0 h 12"/>
                <a:gd name="T2" fmla="*/ 106 w 7"/>
                <a:gd name="T3" fmla="*/ 200 h 12"/>
                <a:gd name="T4" fmla="*/ 0 w 7"/>
                <a:gd name="T5" fmla="*/ 17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3" y="11"/>
                    <a:pt x="0" y="11"/>
                  </a:cubicBezTo>
                </a:path>
              </a:pathLst>
            </a:custGeom>
            <a:solidFill>
              <a:srgbClr val="AE5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4" name="Freeform 149">
              <a:extLst>
                <a:ext uri="{FF2B5EF4-FFF2-40B4-BE49-F238E27FC236}">
                  <a16:creationId xmlns:a16="http://schemas.microsoft.com/office/drawing/2014/main" id="{A1D83332-8547-4886-A2DB-FCAE22BDD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204"/>
              <a:ext cx="23" cy="46"/>
            </a:xfrm>
            <a:custGeom>
              <a:avLst/>
              <a:gdLst>
                <a:gd name="T0" fmla="*/ 0 w 13"/>
                <a:gd name="T1" fmla="*/ 448 h 26"/>
                <a:gd name="T2" fmla="*/ 228 w 13"/>
                <a:gd name="T3" fmla="*/ 265 h 26"/>
                <a:gd name="T4" fmla="*/ 0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26"/>
                  </a:moveTo>
                  <a:cubicBezTo>
                    <a:pt x="1" y="15"/>
                    <a:pt x="13" y="15"/>
                    <a:pt x="13" y="1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79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5" name="Freeform 150">
              <a:extLst>
                <a:ext uri="{FF2B5EF4-FFF2-40B4-BE49-F238E27FC236}">
                  <a16:creationId xmlns:a16="http://schemas.microsoft.com/office/drawing/2014/main" id="{F22891AE-2754-450D-833F-BBFB81DBD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101"/>
              <a:ext cx="71" cy="210"/>
            </a:xfrm>
            <a:custGeom>
              <a:avLst/>
              <a:gdLst>
                <a:gd name="T0" fmla="*/ 318 w 40"/>
                <a:gd name="T1" fmla="*/ 49 h 119"/>
                <a:gd name="T2" fmla="*/ 666 w 40"/>
                <a:gd name="T3" fmla="*/ 175 h 119"/>
                <a:gd name="T4" fmla="*/ 476 w 40"/>
                <a:gd name="T5" fmla="*/ 1999 h 119"/>
                <a:gd name="T6" fmla="*/ 66 w 40"/>
                <a:gd name="T7" fmla="*/ 1862 h 119"/>
                <a:gd name="T8" fmla="*/ 37 w 40"/>
                <a:gd name="T9" fmla="*/ 1202 h 119"/>
                <a:gd name="T10" fmla="*/ 114 w 40"/>
                <a:gd name="T11" fmla="*/ 517 h 119"/>
                <a:gd name="T12" fmla="*/ 138 w 40"/>
                <a:gd name="T13" fmla="*/ 203 h 119"/>
                <a:gd name="T14" fmla="*/ 318 w 40"/>
                <a:gd name="T15" fmla="*/ 49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19">
                  <a:moveTo>
                    <a:pt x="18" y="3"/>
                  </a:moveTo>
                  <a:cubicBezTo>
                    <a:pt x="24" y="0"/>
                    <a:pt x="37" y="5"/>
                    <a:pt x="38" y="10"/>
                  </a:cubicBezTo>
                  <a:cubicBezTo>
                    <a:pt x="38" y="12"/>
                    <a:pt x="40" y="114"/>
                    <a:pt x="27" y="117"/>
                  </a:cubicBezTo>
                  <a:cubicBezTo>
                    <a:pt x="19" y="119"/>
                    <a:pt x="7" y="114"/>
                    <a:pt x="4" y="109"/>
                  </a:cubicBezTo>
                  <a:cubicBezTo>
                    <a:pt x="0" y="101"/>
                    <a:pt x="2" y="79"/>
                    <a:pt x="2" y="70"/>
                  </a:cubicBezTo>
                  <a:cubicBezTo>
                    <a:pt x="2" y="57"/>
                    <a:pt x="3" y="43"/>
                    <a:pt x="6" y="30"/>
                  </a:cubicBezTo>
                  <a:cubicBezTo>
                    <a:pt x="7" y="23"/>
                    <a:pt x="6" y="18"/>
                    <a:pt x="8" y="12"/>
                  </a:cubicBezTo>
                  <a:cubicBezTo>
                    <a:pt x="9" y="8"/>
                    <a:pt x="12" y="2"/>
                    <a:pt x="18" y="3"/>
                  </a:cubicBezTo>
                  <a:close/>
                </a:path>
              </a:pathLst>
            </a:custGeom>
            <a:solidFill>
              <a:srgbClr val="D9A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6" name="Freeform 151">
              <a:extLst>
                <a:ext uri="{FF2B5EF4-FFF2-40B4-BE49-F238E27FC236}">
                  <a16:creationId xmlns:a16="http://schemas.microsoft.com/office/drawing/2014/main" id="{EC46CB13-969D-4F0D-830F-D7AE0CF39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138"/>
              <a:ext cx="19" cy="148"/>
            </a:xfrm>
            <a:custGeom>
              <a:avLst/>
              <a:gdLst>
                <a:gd name="T0" fmla="*/ 107 w 11"/>
                <a:gd name="T1" fmla="*/ 0 h 84"/>
                <a:gd name="T2" fmla="*/ 0 w 11"/>
                <a:gd name="T3" fmla="*/ 472 h 84"/>
                <a:gd name="T4" fmla="*/ 0 w 11"/>
                <a:gd name="T5" fmla="*/ 1186 h 84"/>
                <a:gd name="T6" fmla="*/ 107 w 11"/>
                <a:gd name="T7" fmla="*/ 1357 h 84"/>
                <a:gd name="T8" fmla="*/ 169 w 11"/>
                <a:gd name="T9" fmla="*/ 596 h 84"/>
                <a:gd name="T10" fmla="*/ 107 w 11"/>
                <a:gd name="T11" fmla="*/ 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4">
                  <a:moveTo>
                    <a:pt x="7" y="0"/>
                  </a:moveTo>
                  <a:cubicBezTo>
                    <a:pt x="0" y="0"/>
                    <a:pt x="0" y="9"/>
                    <a:pt x="0" y="28"/>
                  </a:cubicBezTo>
                  <a:cubicBezTo>
                    <a:pt x="0" y="48"/>
                    <a:pt x="0" y="59"/>
                    <a:pt x="0" y="70"/>
                  </a:cubicBezTo>
                  <a:cubicBezTo>
                    <a:pt x="0" y="80"/>
                    <a:pt x="3" y="84"/>
                    <a:pt x="7" y="80"/>
                  </a:cubicBezTo>
                  <a:cubicBezTo>
                    <a:pt x="11" y="76"/>
                    <a:pt x="11" y="50"/>
                    <a:pt x="11" y="35"/>
                  </a:cubicBezTo>
                  <a:cubicBezTo>
                    <a:pt x="11" y="20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E9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7" name="Freeform 152">
              <a:extLst>
                <a:ext uri="{FF2B5EF4-FFF2-40B4-BE49-F238E27FC236}">
                  <a16:creationId xmlns:a16="http://schemas.microsoft.com/office/drawing/2014/main" id="{75DB8955-2EE1-431D-A0E0-D82A5923F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878"/>
              <a:ext cx="40" cy="62"/>
            </a:xfrm>
            <a:custGeom>
              <a:avLst/>
              <a:gdLst>
                <a:gd name="T0" fmla="*/ 64 w 23"/>
                <a:gd name="T1" fmla="*/ 0 h 35"/>
                <a:gd name="T2" fmla="*/ 273 w 23"/>
                <a:gd name="T3" fmla="*/ 406 h 35"/>
                <a:gd name="T4" fmla="*/ 0 w 23"/>
                <a:gd name="T5" fmla="*/ 61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">
                  <a:moveTo>
                    <a:pt x="4" y="0"/>
                  </a:moveTo>
                  <a:cubicBezTo>
                    <a:pt x="15" y="4"/>
                    <a:pt x="23" y="10"/>
                    <a:pt x="17" y="23"/>
                  </a:cubicBezTo>
                  <a:cubicBezTo>
                    <a:pt x="14" y="30"/>
                    <a:pt x="6" y="31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8" name="Freeform 153">
              <a:extLst>
                <a:ext uri="{FF2B5EF4-FFF2-40B4-BE49-F238E27FC236}">
                  <a16:creationId xmlns:a16="http://schemas.microsoft.com/office/drawing/2014/main" id="{CF360307-AF20-41DC-BDD6-27AD5788B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888"/>
              <a:ext cx="51" cy="55"/>
            </a:xfrm>
            <a:custGeom>
              <a:avLst/>
              <a:gdLst>
                <a:gd name="T0" fmla="*/ 0 w 29"/>
                <a:gd name="T1" fmla="*/ 369 h 31"/>
                <a:gd name="T2" fmla="*/ 179 w 29"/>
                <a:gd name="T3" fmla="*/ 548 h 31"/>
                <a:gd name="T4" fmla="*/ 380 w 29"/>
                <a:gd name="T5" fmla="*/ 138 h 31"/>
                <a:gd name="T6" fmla="*/ 49 w 29"/>
                <a:gd name="T7" fmla="*/ 6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0" y="21"/>
                  </a:moveTo>
                  <a:cubicBezTo>
                    <a:pt x="2" y="25"/>
                    <a:pt x="7" y="28"/>
                    <a:pt x="11" y="31"/>
                  </a:cubicBezTo>
                  <a:cubicBezTo>
                    <a:pt x="19" y="25"/>
                    <a:pt x="29" y="21"/>
                    <a:pt x="23" y="8"/>
                  </a:cubicBezTo>
                  <a:cubicBezTo>
                    <a:pt x="20" y="0"/>
                    <a:pt x="10" y="5"/>
                    <a:pt x="3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9" name="Freeform 154">
              <a:extLst>
                <a:ext uri="{FF2B5EF4-FFF2-40B4-BE49-F238E27FC236}">
                  <a16:creationId xmlns:a16="http://schemas.microsoft.com/office/drawing/2014/main" id="{A167A5DE-410B-44E4-A837-834E739A4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94"/>
              <a:ext cx="60" cy="60"/>
            </a:xfrm>
            <a:custGeom>
              <a:avLst/>
              <a:gdLst>
                <a:gd name="T0" fmla="*/ 49 w 34"/>
                <a:gd name="T1" fmla="*/ 175 h 34"/>
                <a:gd name="T2" fmla="*/ 293 w 34"/>
                <a:gd name="T3" fmla="*/ 0 h 34"/>
                <a:gd name="T4" fmla="*/ 468 w 34"/>
                <a:gd name="T5" fmla="*/ 115 h 34"/>
                <a:gd name="T6" fmla="*/ 545 w 34"/>
                <a:gd name="T7" fmla="*/ 330 h 34"/>
                <a:gd name="T8" fmla="*/ 561 w 34"/>
                <a:gd name="T9" fmla="*/ 473 h 34"/>
                <a:gd name="T10" fmla="*/ 252 w 34"/>
                <a:gd name="T11" fmla="*/ 582 h 34"/>
                <a:gd name="T12" fmla="*/ 21 w 34"/>
                <a:gd name="T13" fmla="*/ 3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4">
                  <a:moveTo>
                    <a:pt x="3" y="10"/>
                  </a:moveTo>
                  <a:cubicBezTo>
                    <a:pt x="8" y="8"/>
                    <a:pt x="11" y="0"/>
                    <a:pt x="17" y="0"/>
                  </a:cubicBezTo>
                  <a:cubicBezTo>
                    <a:pt x="21" y="1"/>
                    <a:pt x="25" y="4"/>
                    <a:pt x="27" y="7"/>
                  </a:cubicBezTo>
                  <a:cubicBezTo>
                    <a:pt x="31" y="11"/>
                    <a:pt x="31" y="14"/>
                    <a:pt x="32" y="19"/>
                  </a:cubicBezTo>
                  <a:cubicBezTo>
                    <a:pt x="32" y="22"/>
                    <a:pt x="34" y="26"/>
                    <a:pt x="33" y="28"/>
                  </a:cubicBezTo>
                  <a:cubicBezTo>
                    <a:pt x="32" y="29"/>
                    <a:pt x="17" y="34"/>
                    <a:pt x="15" y="34"/>
                  </a:cubicBezTo>
                  <a:cubicBezTo>
                    <a:pt x="10" y="33"/>
                    <a:pt x="0" y="24"/>
                    <a:pt x="1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0" name="Freeform 155">
              <a:extLst>
                <a:ext uri="{FF2B5EF4-FFF2-40B4-BE49-F238E27FC236}">
                  <a16:creationId xmlns:a16="http://schemas.microsoft.com/office/drawing/2014/main" id="{FA11B40F-C923-45B1-9EDE-7F02D27E9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943"/>
              <a:ext cx="53" cy="46"/>
            </a:xfrm>
            <a:custGeom>
              <a:avLst/>
              <a:gdLst>
                <a:gd name="T0" fmla="*/ 87 w 30"/>
                <a:gd name="T1" fmla="*/ 0 h 26"/>
                <a:gd name="T2" fmla="*/ 49 w 30"/>
                <a:gd name="T3" fmla="*/ 276 h 26"/>
                <a:gd name="T4" fmla="*/ 359 w 30"/>
                <a:gd name="T5" fmla="*/ 432 h 26"/>
                <a:gd name="T6" fmla="*/ 518 w 30"/>
                <a:gd name="T7" fmla="*/ 10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6">
                  <a:moveTo>
                    <a:pt x="5" y="0"/>
                  </a:moveTo>
                  <a:cubicBezTo>
                    <a:pt x="2" y="6"/>
                    <a:pt x="0" y="11"/>
                    <a:pt x="3" y="16"/>
                  </a:cubicBezTo>
                  <a:cubicBezTo>
                    <a:pt x="6" y="21"/>
                    <a:pt x="15" y="26"/>
                    <a:pt x="21" y="25"/>
                  </a:cubicBezTo>
                  <a:cubicBezTo>
                    <a:pt x="28" y="24"/>
                    <a:pt x="29" y="12"/>
                    <a:pt x="3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1" name="Freeform 156">
              <a:extLst>
                <a:ext uri="{FF2B5EF4-FFF2-40B4-BE49-F238E27FC236}">
                  <a16:creationId xmlns:a16="http://schemas.microsoft.com/office/drawing/2014/main" id="{0419A13F-7FF8-4E73-AD6C-06EB2CBD2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975"/>
              <a:ext cx="44" cy="21"/>
            </a:xfrm>
            <a:custGeom>
              <a:avLst/>
              <a:gdLst>
                <a:gd name="T0" fmla="*/ 0 w 25"/>
                <a:gd name="T1" fmla="*/ 49 h 12"/>
                <a:gd name="T2" fmla="*/ 266 w 25"/>
                <a:gd name="T3" fmla="*/ 151 h 12"/>
                <a:gd name="T4" fmla="*/ 421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0" y="3"/>
                  </a:moveTo>
                  <a:cubicBezTo>
                    <a:pt x="4" y="7"/>
                    <a:pt x="11" y="12"/>
                    <a:pt x="16" y="9"/>
                  </a:cubicBezTo>
                  <a:cubicBezTo>
                    <a:pt x="19" y="8"/>
                    <a:pt x="23" y="2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2" name="Freeform 157">
              <a:extLst>
                <a:ext uri="{FF2B5EF4-FFF2-40B4-BE49-F238E27FC236}">
                  <a16:creationId xmlns:a16="http://schemas.microsoft.com/office/drawing/2014/main" id="{E9945CFC-5FCF-4528-A605-4F341B218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994"/>
              <a:ext cx="30" cy="41"/>
            </a:xfrm>
            <a:custGeom>
              <a:avLst/>
              <a:gdLst>
                <a:gd name="T0" fmla="*/ 37 w 17"/>
                <a:gd name="T1" fmla="*/ 0 h 23"/>
                <a:gd name="T2" fmla="*/ 86 w 17"/>
                <a:gd name="T3" fmla="*/ 296 h 23"/>
                <a:gd name="T4" fmla="*/ 293 w 17"/>
                <a:gd name="T5" fmla="*/ 39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2" y="0"/>
                  </a:moveTo>
                  <a:cubicBezTo>
                    <a:pt x="1" y="8"/>
                    <a:pt x="0" y="11"/>
                    <a:pt x="5" y="16"/>
                  </a:cubicBezTo>
                  <a:cubicBezTo>
                    <a:pt x="9" y="20"/>
                    <a:pt x="13" y="23"/>
                    <a:pt x="17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3" name="Freeform 158">
              <a:extLst>
                <a:ext uri="{FF2B5EF4-FFF2-40B4-BE49-F238E27FC236}">
                  <a16:creationId xmlns:a16="http://schemas.microsoft.com/office/drawing/2014/main" id="{D5AC2CD6-CB9C-457C-B47A-EFCE78417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971"/>
              <a:ext cx="44" cy="18"/>
            </a:xfrm>
            <a:custGeom>
              <a:avLst/>
              <a:gdLst>
                <a:gd name="T0" fmla="*/ 421 w 25"/>
                <a:gd name="T1" fmla="*/ 0 h 10"/>
                <a:gd name="T2" fmla="*/ 0 w 25"/>
                <a:gd name="T3" fmla="*/ 2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0">
                  <a:moveTo>
                    <a:pt x="25" y="0"/>
                  </a:moveTo>
                  <a:cubicBezTo>
                    <a:pt x="19" y="10"/>
                    <a:pt x="7" y="8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4" name="Freeform 159">
              <a:extLst>
                <a:ext uri="{FF2B5EF4-FFF2-40B4-BE49-F238E27FC236}">
                  <a16:creationId xmlns:a16="http://schemas.microsoft.com/office/drawing/2014/main" id="{ECDE27C6-B60E-432C-ACBE-1129215F5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985"/>
              <a:ext cx="53" cy="39"/>
            </a:xfrm>
            <a:custGeom>
              <a:avLst/>
              <a:gdLst>
                <a:gd name="T0" fmla="*/ 21 w 30"/>
                <a:gd name="T1" fmla="*/ 0 h 22"/>
                <a:gd name="T2" fmla="*/ 65 w 30"/>
                <a:gd name="T3" fmla="*/ 333 h 22"/>
                <a:gd name="T4" fmla="*/ 359 w 30"/>
                <a:gd name="T5" fmla="*/ 367 h 22"/>
                <a:gd name="T6" fmla="*/ 496 w 30"/>
                <a:gd name="T7" fmla="*/ 3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2">
                  <a:moveTo>
                    <a:pt x="1" y="0"/>
                  </a:moveTo>
                  <a:cubicBezTo>
                    <a:pt x="3" y="5"/>
                    <a:pt x="0" y="15"/>
                    <a:pt x="4" y="19"/>
                  </a:cubicBezTo>
                  <a:cubicBezTo>
                    <a:pt x="6" y="21"/>
                    <a:pt x="18" y="22"/>
                    <a:pt x="21" y="21"/>
                  </a:cubicBezTo>
                  <a:cubicBezTo>
                    <a:pt x="26" y="19"/>
                    <a:pt x="30" y="6"/>
                    <a:pt x="2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5" name="Freeform 160">
              <a:extLst>
                <a:ext uri="{FF2B5EF4-FFF2-40B4-BE49-F238E27FC236}">
                  <a16:creationId xmlns:a16="http://schemas.microsoft.com/office/drawing/2014/main" id="{CDBCFB30-106B-4896-BDBD-DDA2898C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3015"/>
              <a:ext cx="46" cy="25"/>
            </a:xfrm>
            <a:custGeom>
              <a:avLst/>
              <a:gdLst>
                <a:gd name="T0" fmla="*/ 0 w 26"/>
                <a:gd name="T1" fmla="*/ 0 h 14"/>
                <a:gd name="T2" fmla="*/ 333 w 26"/>
                <a:gd name="T3" fmla="*/ 166 h 14"/>
                <a:gd name="T4" fmla="*/ 448 w 26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0" y="0"/>
                  </a:moveTo>
                  <a:cubicBezTo>
                    <a:pt x="4" y="7"/>
                    <a:pt x="13" y="14"/>
                    <a:pt x="19" y="9"/>
                  </a:cubicBezTo>
                  <a:cubicBezTo>
                    <a:pt x="22" y="7"/>
                    <a:pt x="25" y="3"/>
                    <a:pt x="26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6" name="Freeform 161">
              <a:extLst>
                <a:ext uri="{FF2B5EF4-FFF2-40B4-BE49-F238E27FC236}">
                  <a16:creationId xmlns:a16="http://schemas.microsoft.com/office/drawing/2014/main" id="{0C439650-4E5C-4B87-86DF-26D147365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019"/>
              <a:ext cx="32" cy="18"/>
            </a:xfrm>
            <a:custGeom>
              <a:avLst/>
              <a:gdLst>
                <a:gd name="T0" fmla="*/ 320 w 18"/>
                <a:gd name="T1" fmla="*/ 0 h 10"/>
                <a:gd name="T2" fmla="*/ 0 w 18"/>
                <a:gd name="T3" fmla="*/ 16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18" y="0"/>
                  </a:moveTo>
                  <a:cubicBezTo>
                    <a:pt x="13" y="3"/>
                    <a:pt x="5" y="10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7" name="Freeform 162">
              <a:extLst>
                <a:ext uri="{FF2B5EF4-FFF2-40B4-BE49-F238E27FC236}">
                  <a16:creationId xmlns:a16="http://schemas.microsoft.com/office/drawing/2014/main" id="{70C60DA4-4C5D-4566-9AB7-C35ADB3A3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3026"/>
              <a:ext cx="48" cy="35"/>
            </a:xfrm>
            <a:custGeom>
              <a:avLst/>
              <a:gdLst>
                <a:gd name="T0" fmla="*/ 0 w 27"/>
                <a:gd name="T1" fmla="*/ 65 h 20"/>
                <a:gd name="T2" fmla="*/ 320 w 27"/>
                <a:gd name="T3" fmla="*/ 264 h 20"/>
                <a:gd name="T4" fmla="*/ 411 w 2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0" y="4"/>
                  </a:moveTo>
                  <a:cubicBezTo>
                    <a:pt x="4" y="12"/>
                    <a:pt x="8" y="20"/>
                    <a:pt x="18" y="16"/>
                  </a:cubicBezTo>
                  <a:cubicBezTo>
                    <a:pt x="27" y="12"/>
                    <a:pt x="23" y="6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8" name="Freeform 163">
              <a:extLst>
                <a:ext uri="{FF2B5EF4-FFF2-40B4-BE49-F238E27FC236}">
                  <a16:creationId xmlns:a16="http://schemas.microsoft.com/office/drawing/2014/main" id="{0AD29765-8136-47CD-8976-87D1846F8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037"/>
              <a:ext cx="44" cy="37"/>
            </a:xfrm>
            <a:custGeom>
              <a:avLst/>
              <a:gdLst>
                <a:gd name="T0" fmla="*/ 0 w 25"/>
                <a:gd name="T1" fmla="*/ 115 h 21"/>
                <a:gd name="T2" fmla="*/ 317 w 25"/>
                <a:gd name="T3" fmla="*/ 203 h 21"/>
                <a:gd name="T4" fmla="*/ 403 w 2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0" y="7"/>
                  </a:moveTo>
                  <a:cubicBezTo>
                    <a:pt x="5" y="17"/>
                    <a:pt x="10" y="21"/>
                    <a:pt x="19" y="12"/>
                  </a:cubicBezTo>
                  <a:cubicBezTo>
                    <a:pt x="22" y="9"/>
                    <a:pt x="25" y="2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9" name="Freeform 164">
              <a:extLst>
                <a:ext uri="{FF2B5EF4-FFF2-40B4-BE49-F238E27FC236}">
                  <a16:creationId xmlns:a16="http://schemas.microsoft.com/office/drawing/2014/main" id="{77B74005-04A0-4AEF-AA79-0F2290D28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058"/>
              <a:ext cx="21" cy="16"/>
            </a:xfrm>
            <a:custGeom>
              <a:avLst/>
              <a:gdLst>
                <a:gd name="T0" fmla="*/ 200 w 12"/>
                <a:gd name="T1" fmla="*/ 0 h 9"/>
                <a:gd name="T2" fmla="*/ 0 w 12"/>
                <a:gd name="T3" fmla="*/ 15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8" y="3"/>
                    <a:pt x="6" y="7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0" name="Freeform 165">
              <a:extLst>
                <a:ext uri="{FF2B5EF4-FFF2-40B4-BE49-F238E27FC236}">
                  <a16:creationId xmlns:a16="http://schemas.microsoft.com/office/drawing/2014/main" id="{E86C75B9-EA4E-4D2B-98AE-3E3721007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3067"/>
              <a:ext cx="51" cy="28"/>
            </a:xfrm>
            <a:custGeom>
              <a:avLst/>
              <a:gdLst>
                <a:gd name="T0" fmla="*/ 0 w 29"/>
                <a:gd name="T1" fmla="*/ 49 h 16"/>
                <a:gd name="T2" fmla="*/ 179 w 29"/>
                <a:gd name="T3" fmla="*/ 249 h 16"/>
                <a:gd name="T4" fmla="*/ 380 w 29"/>
                <a:gd name="T5" fmla="*/ 200 h 16"/>
                <a:gd name="T6" fmla="*/ 452 w 29"/>
                <a:gd name="T7" fmla="*/ 102 h 16"/>
                <a:gd name="T8" fmla="*/ 489 w 29"/>
                <a:gd name="T9" fmla="*/ 2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6">
                  <a:moveTo>
                    <a:pt x="0" y="3"/>
                  </a:moveTo>
                  <a:cubicBezTo>
                    <a:pt x="3" y="6"/>
                    <a:pt x="8" y="15"/>
                    <a:pt x="11" y="15"/>
                  </a:cubicBezTo>
                  <a:cubicBezTo>
                    <a:pt x="14" y="16"/>
                    <a:pt x="20" y="13"/>
                    <a:pt x="23" y="12"/>
                  </a:cubicBezTo>
                  <a:cubicBezTo>
                    <a:pt x="27" y="9"/>
                    <a:pt x="25" y="10"/>
                    <a:pt x="27" y="6"/>
                  </a:cubicBezTo>
                  <a:cubicBezTo>
                    <a:pt x="28" y="5"/>
                    <a:pt x="28" y="0"/>
                    <a:pt x="29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1" name="Freeform 166">
              <a:extLst>
                <a:ext uri="{FF2B5EF4-FFF2-40B4-BE49-F238E27FC236}">
                  <a16:creationId xmlns:a16="http://schemas.microsoft.com/office/drawing/2014/main" id="{3242BA6B-D3B7-415F-AC7A-91E578007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095"/>
              <a:ext cx="10" cy="37"/>
            </a:xfrm>
            <a:custGeom>
              <a:avLst/>
              <a:gdLst>
                <a:gd name="T0" fmla="*/ 78 w 6"/>
                <a:gd name="T1" fmla="*/ 0 h 21"/>
                <a:gd name="T2" fmla="*/ 0 w 6"/>
                <a:gd name="T3" fmla="*/ 35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6" y="6"/>
                    <a:pt x="4" y="17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2" name="Freeform 167">
              <a:extLst>
                <a:ext uri="{FF2B5EF4-FFF2-40B4-BE49-F238E27FC236}">
                  <a16:creationId xmlns:a16="http://schemas.microsoft.com/office/drawing/2014/main" id="{82A00378-37FB-4309-BD08-7FE32FEB8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088"/>
              <a:ext cx="28" cy="25"/>
            </a:xfrm>
            <a:custGeom>
              <a:avLst/>
              <a:gdLst>
                <a:gd name="T0" fmla="*/ 0 w 16"/>
                <a:gd name="T1" fmla="*/ 0 h 14"/>
                <a:gd name="T2" fmla="*/ 264 w 16"/>
                <a:gd name="T3" fmla="*/ 2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1" y="7"/>
                    <a:pt x="10" y="11"/>
                    <a:pt x="16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3" name="Freeform 168">
              <a:extLst>
                <a:ext uri="{FF2B5EF4-FFF2-40B4-BE49-F238E27FC236}">
                  <a16:creationId xmlns:a16="http://schemas.microsoft.com/office/drawing/2014/main" id="{DC67EE89-5C69-4487-B1A4-D239110E8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121"/>
              <a:ext cx="46" cy="18"/>
            </a:xfrm>
            <a:custGeom>
              <a:avLst/>
              <a:gdLst>
                <a:gd name="T0" fmla="*/ 0 w 26"/>
                <a:gd name="T1" fmla="*/ 0 h 10"/>
                <a:gd name="T2" fmla="*/ 265 w 26"/>
                <a:gd name="T3" fmla="*/ 146 h 10"/>
                <a:gd name="T4" fmla="*/ 448 w 2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">
                  <a:moveTo>
                    <a:pt x="0" y="0"/>
                  </a:moveTo>
                  <a:cubicBezTo>
                    <a:pt x="4" y="5"/>
                    <a:pt x="9" y="10"/>
                    <a:pt x="15" y="8"/>
                  </a:cubicBezTo>
                  <a:cubicBezTo>
                    <a:pt x="19" y="7"/>
                    <a:pt x="22" y="2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4" name="Freeform 169">
              <a:extLst>
                <a:ext uri="{FF2B5EF4-FFF2-40B4-BE49-F238E27FC236}">
                  <a16:creationId xmlns:a16="http://schemas.microsoft.com/office/drawing/2014/main" id="{1ACF7FAF-8D53-4D99-94D5-16A36707C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128"/>
              <a:ext cx="21" cy="13"/>
            </a:xfrm>
            <a:custGeom>
              <a:avLst/>
              <a:gdLst>
                <a:gd name="T0" fmla="*/ 0 w 12"/>
                <a:gd name="T1" fmla="*/ 0 h 7"/>
                <a:gd name="T2" fmla="*/ 200 w 12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3" y="2"/>
                    <a:pt x="9" y="7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5" name="Freeform 170">
              <a:extLst>
                <a:ext uri="{FF2B5EF4-FFF2-40B4-BE49-F238E27FC236}">
                  <a16:creationId xmlns:a16="http://schemas.microsoft.com/office/drawing/2014/main" id="{CADEFCBE-74AA-42AD-BB2A-4C4A7C400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135"/>
              <a:ext cx="30" cy="48"/>
            </a:xfrm>
            <a:custGeom>
              <a:avLst/>
              <a:gdLst>
                <a:gd name="T0" fmla="*/ 115 w 17"/>
                <a:gd name="T1" fmla="*/ 0 h 27"/>
                <a:gd name="T2" fmla="*/ 0 w 17"/>
                <a:gd name="T3" fmla="*/ 247 h 27"/>
                <a:gd name="T4" fmla="*/ 106 w 17"/>
                <a:gd name="T5" fmla="*/ 389 h 27"/>
                <a:gd name="T6" fmla="*/ 293 w 17"/>
                <a:gd name="T7" fmla="*/ 47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7" y="0"/>
                  </a:moveTo>
                  <a:cubicBezTo>
                    <a:pt x="5" y="3"/>
                    <a:pt x="0" y="10"/>
                    <a:pt x="0" y="14"/>
                  </a:cubicBezTo>
                  <a:cubicBezTo>
                    <a:pt x="0" y="16"/>
                    <a:pt x="5" y="20"/>
                    <a:pt x="6" y="22"/>
                  </a:cubicBezTo>
                  <a:cubicBezTo>
                    <a:pt x="10" y="26"/>
                    <a:pt x="11" y="27"/>
                    <a:pt x="17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6" name="Freeform 171">
              <a:extLst>
                <a:ext uri="{FF2B5EF4-FFF2-40B4-BE49-F238E27FC236}">
                  <a16:creationId xmlns:a16="http://schemas.microsoft.com/office/drawing/2014/main" id="{ECDA2677-A02E-4E41-8B4D-374D262C6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158"/>
              <a:ext cx="16" cy="13"/>
            </a:xfrm>
            <a:custGeom>
              <a:avLst/>
              <a:gdLst>
                <a:gd name="T0" fmla="*/ 158 w 9"/>
                <a:gd name="T1" fmla="*/ 0 h 7"/>
                <a:gd name="T2" fmla="*/ 0 w 9"/>
                <a:gd name="T3" fmla="*/ 1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6" y="1"/>
                    <a:pt x="2" y="4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7" name="Freeform 172">
              <a:extLst>
                <a:ext uri="{FF2B5EF4-FFF2-40B4-BE49-F238E27FC236}">
                  <a16:creationId xmlns:a16="http://schemas.microsoft.com/office/drawing/2014/main" id="{A1D26695-61B4-4043-B54E-BCD549C8F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3185"/>
              <a:ext cx="6" cy="10"/>
            </a:xfrm>
            <a:custGeom>
              <a:avLst/>
              <a:gdLst>
                <a:gd name="T0" fmla="*/ 0 w 3"/>
                <a:gd name="T1" fmla="*/ 78 h 6"/>
                <a:gd name="T2" fmla="*/ 96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8" name="Freeform 173">
              <a:extLst>
                <a:ext uri="{FF2B5EF4-FFF2-40B4-BE49-F238E27FC236}">
                  <a16:creationId xmlns:a16="http://schemas.microsoft.com/office/drawing/2014/main" id="{EB507712-2CF4-486B-8B7A-06A5340E3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139"/>
              <a:ext cx="23" cy="32"/>
            </a:xfrm>
            <a:custGeom>
              <a:avLst/>
              <a:gdLst>
                <a:gd name="T0" fmla="*/ 138 w 13"/>
                <a:gd name="T1" fmla="*/ 0 h 18"/>
                <a:gd name="T2" fmla="*/ 0 w 13"/>
                <a:gd name="T3" fmla="*/ 32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8" y="0"/>
                  </a:moveTo>
                  <a:cubicBezTo>
                    <a:pt x="13" y="10"/>
                    <a:pt x="10" y="15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9" name="Freeform 174">
              <a:extLst>
                <a:ext uri="{FF2B5EF4-FFF2-40B4-BE49-F238E27FC236}">
                  <a16:creationId xmlns:a16="http://schemas.microsoft.com/office/drawing/2014/main" id="{81C55124-E39F-4B4A-BFE1-B49A2D4E2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157"/>
              <a:ext cx="19" cy="5"/>
            </a:xfrm>
            <a:custGeom>
              <a:avLst/>
              <a:gdLst>
                <a:gd name="T0" fmla="*/ 0 w 11"/>
                <a:gd name="T1" fmla="*/ 0 h 3"/>
                <a:gd name="T2" fmla="*/ 169 w 1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4" y="2"/>
                    <a:pt x="8" y="1"/>
                    <a:pt x="11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0" name="Freeform 175">
              <a:extLst>
                <a:ext uri="{FF2B5EF4-FFF2-40B4-BE49-F238E27FC236}">
                  <a16:creationId xmlns:a16="http://schemas.microsoft.com/office/drawing/2014/main" id="{559C16CD-F209-4888-B777-D7A3843E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851"/>
              <a:ext cx="46" cy="43"/>
            </a:xfrm>
            <a:custGeom>
              <a:avLst/>
              <a:gdLst>
                <a:gd name="T0" fmla="*/ 0 w 26"/>
                <a:gd name="T1" fmla="*/ 276 h 24"/>
                <a:gd name="T2" fmla="*/ 188 w 26"/>
                <a:gd name="T3" fmla="*/ 0 h 24"/>
                <a:gd name="T4" fmla="*/ 382 w 26"/>
                <a:gd name="T5" fmla="*/ 131 h 24"/>
                <a:gd name="T6" fmla="*/ 410 w 26"/>
                <a:gd name="T7" fmla="*/ 44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0" y="15"/>
                  </a:moveTo>
                  <a:cubicBezTo>
                    <a:pt x="1" y="12"/>
                    <a:pt x="7" y="0"/>
                    <a:pt x="11" y="0"/>
                  </a:cubicBezTo>
                  <a:cubicBezTo>
                    <a:pt x="13" y="0"/>
                    <a:pt x="21" y="5"/>
                    <a:pt x="22" y="7"/>
                  </a:cubicBezTo>
                  <a:cubicBezTo>
                    <a:pt x="25" y="10"/>
                    <a:pt x="26" y="21"/>
                    <a:pt x="24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1" name="Freeform 176">
              <a:extLst>
                <a:ext uri="{FF2B5EF4-FFF2-40B4-BE49-F238E27FC236}">
                  <a16:creationId xmlns:a16="http://schemas.microsoft.com/office/drawing/2014/main" id="{89E41B2D-9B4A-45E9-A845-58D3AB35A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850"/>
              <a:ext cx="40" cy="44"/>
            </a:xfrm>
            <a:custGeom>
              <a:avLst/>
              <a:gdLst>
                <a:gd name="T0" fmla="*/ 0 w 23"/>
                <a:gd name="T1" fmla="*/ 151 h 25"/>
                <a:gd name="T2" fmla="*/ 336 w 23"/>
                <a:gd name="T3" fmla="*/ 151 h 25"/>
                <a:gd name="T4" fmla="*/ 348 w 23"/>
                <a:gd name="T5" fmla="*/ 4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9"/>
                  </a:moveTo>
                  <a:cubicBezTo>
                    <a:pt x="6" y="4"/>
                    <a:pt x="17" y="0"/>
                    <a:pt x="21" y="9"/>
                  </a:cubicBezTo>
                  <a:cubicBezTo>
                    <a:pt x="22" y="13"/>
                    <a:pt x="23" y="22"/>
                    <a:pt x="22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2" name="Freeform 177">
              <a:extLst>
                <a:ext uri="{FF2B5EF4-FFF2-40B4-BE49-F238E27FC236}">
                  <a16:creationId xmlns:a16="http://schemas.microsoft.com/office/drawing/2014/main" id="{2789814E-9EBE-42FC-BCEA-4ABCE8FC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839"/>
              <a:ext cx="18" cy="21"/>
            </a:xfrm>
            <a:custGeom>
              <a:avLst/>
              <a:gdLst>
                <a:gd name="T0" fmla="*/ 0 w 10"/>
                <a:gd name="T1" fmla="*/ 200 h 12"/>
                <a:gd name="T2" fmla="*/ 187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2" y="7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3" name="Freeform 178">
              <a:extLst>
                <a:ext uri="{FF2B5EF4-FFF2-40B4-BE49-F238E27FC236}">
                  <a16:creationId xmlns:a16="http://schemas.microsoft.com/office/drawing/2014/main" id="{FA4719FC-24AD-4964-A700-CA995F67E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827"/>
              <a:ext cx="33" cy="24"/>
            </a:xfrm>
            <a:custGeom>
              <a:avLst/>
              <a:gdLst>
                <a:gd name="T0" fmla="*/ 0 w 19"/>
                <a:gd name="T1" fmla="*/ 106 h 14"/>
                <a:gd name="T2" fmla="*/ 172 w 19"/>
                <a:gd name="T3" fmla="*/ 15 h 14"/>
                <a:gd name="T4" fmla="*/ 299 w 19"/>
                <a:gd name="T5" fmla="*/ 147 h 14"/>
                <a:gd name="T6" fmla="*/ 257 w 19"/>
                <a:gd name="T7" fmla="*/ 20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0" y="7"/>
                  </a:moveTo>
                  <a:cubicBezTo>
                    <a:pt x="4" y="5"/>
                    <a:pt x="7" y="0"/>
                    <a:pt x="11" y="1"/>
                  </a:cubicBezTo>
                  <a:cubicBezTo>
                    <a:pt x="14" y="1"/>
                    <a:pt x="18" y="8"/>
                    <a:pt x="19" y="10"/>
                  </a:cubicBezTo>
                  <a:cubicBezTo>
                    <a:pt x="18" y="11"/>
                    <a:pt x="16" y="14"/>
                    <a:pt x="16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4" name="Freeform 179">
              <a:extLst>
                <a:ext uri="{FF2B5EF4-FFF2-40B4-BE49-F238E27FC236}">
                  <a16:creationId xmlns:a16="http://schemas.microsoft.com/office/drawing/2014/main" id="{32BFF1B1-1A94-4CFC-B82A-21FDB16D9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814"/>
              <a:ext cx="44" cy="41"/>
            </a:xfrm>
            <a:custGeom>
              <a:avLst/>
              <a:gdLst>
                <a:gd name="T0" fmla="*/ 21 w 25"/>
                <a:gd name="T1" fmla="*/ 324 h 23"/>
                <a:gd name="T2" fmla="*/ 49 w 25"/>
                <a:gd name="T3" fmla="*/ 66 h 23"/>
                <a:gd name="T4" fmla="*/ 306 w 25"/>
                <a:gd name="T5" fmla="*/ 37 h 23"/>
                <a:gd name="T6" fmla="*/ 421 w 25"/>
                <a:gd name="T7" fmla="*/ 273 h 23"/>
                <a:gd name="T8" fmla="*/ 380 w 25"/>
                <a:gd name="T9" fmla="*/ 41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" y="18"/>
                  </a:moveTo>
                  <a:cubicBezTo>
                    <a:pt x="2" y="14"/>
                    <a:pt x="0" y="8"/>
                    <a:pt x="3" y="4"/>
                  </a:cubicBezTo>
                  <a:cubicBezTo>
                    <a:pt x="5" y="2"/>
                    <a:pt x="16" y="0"/>
                    <a:pt x="18" y="2"/>
                  </a:cubicBezTo>
                  <a:cubicBezTo>
                    <a:pt x="21" y="4"/>
                    <a:pt x="24" y="12"/>
                    <a:pt x="25" y="15"/>
                  </a:cubicBezTo>
                  <a:cubicBezTo>
                    <a:pt x="25" y="18"/>
                    <a:pt x="24" y="23"/>
                    <a:pt x="23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5" name="Freeform 180">
              <a:extLst>
                <a:ext uri="{FF2B5EF4-FFF2-40B4-BE49-F238E27FC236}">
                  <a16:creationId xmlns:a16="http://schemas.microsoft.com/office/drawing/2014/main" id="{472CED51-58BF-4185-924F-6CB631DA2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273"/>
              <a:ext cx="28" cy="30"/>
            </a:xfrm>
            <a:custGeom>
              <a:avLst/>
              <a:gdLst>
                <a:gd name="T0" fmla="*/ 0 w 16"/>
                <a:gd name="T1" fmla="*/ 252 h 17"/>
                <a:gd name="T2" fmla="*/ 21 w 16"/>
                <a:gd name="T3" fmla="*/ 293 h 17"/>
                <a:gd name="T4" fmla="*/ 264 w 1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15"/>
                  </a:moveTo>
                  <a:cubicBezTo>
                    <a:pt x="0" y="16"/>
                    <a:pt x="1" y="17"/>
                    <a:pt x="1" y="17"/>
                  </a:cubicBezTo>
                  <a:cubicBezTo>
                    <a:pt x="12" y="13"/>
                    <a:pt x="16" y="13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6" name="Freeform 181">
              <a:extLst>
                <a:ext uri="{FF2B5EF4-FFF2-40B4-BE49-F238E27FC236}">
                  <a16:creationId xmlns:a16="http://schemas.microsoft.com/office/drawing/2014/main" id="{0397AD52-012B-4D26-B465-807B10FD0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276"/>
              <a:ext cx="38" cy="20"/>
            </a:xfrm>
            <a:custGeom>
              <a:avLst/>
              <a:gdLst>
                <a:gd name="T0" fmla="*/ 0 w 21"/>
                <a:gd name="T1" fmla="*/ 118 h 11"/>
                <a:gd name="T2" fmla="*/ 367 w 21"/>
                <a:gd name="T3" fmla="*/ 175 h 11"/>
                <a:gd name="T4" fmla="*/ 409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6"/>
                  </a:moveTo>
                  <a:cubicBezTo>
                    <a:pt x="4" y="7"/>
                    <a:pt x="16" y="11"/>
                    <a:pt x="19" y="9"/>
                  </a:cubicBezTo>
                  <a:cubicBezTo>
                    <a:pt x="21" y="7"/>
                    <a:pt x="20" y="2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7" name="Freeform 182">
              <a:extLst>
                <a:ext uri="{FF2B5EF4-FFF2-40B4-BE49-F238E27FC236}">
                  <a16:creationId xmlns:a16="http://schemas.microsoft.com/office/drawing/2014/main" id="{673E9137-1FBC-4D2F-87D6-BF8FF477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294"/>
              <a:ext cx="14" cy="12"/>
            </a:xfrm>
            <a:custGeom>
              <a:avLst/>
              <a:gdLst>
                <a:gd name="T0" fmla="*/ 0 w 8"/>
                <a:gd name="T1" fmla="*/ 0 h 7"/>
                <a:gd name="T2" fmla="*/ 135 w 8"/>
                <a:gd name="T3" fmla="*/ 10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3"/>
                    <a:pt x="5" y="4"/>
                    <a:pt x="8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8" name="Freeform 183">
              <a:extLst>
                <a:ext uri="{FF2B5EF4-FFF2-40B4-BE49-F238E27FC236}">
                  <a16:creationId xmlns:a16="http://schemas.microsoft.com/office/drawing/2014/main" id="{B538FAFC-24E5-45FF-AE7A-7C0E66DAC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301"/>
              <a:ext cx="23" cy="40"/>
            </a:xfrm>
            <a:custGeom>
              <a:avLst/>
              <a:gdLst>
                <a:gd name="T0" fmla="*/ 0 w 13"/>
                <a:gd name="T1" fmla="*/ 369 h 23"/>
                <a:gd name="T2" fmla="*/ 228 w 13"/>
                <a:gd name="T3" fmla="*/ 157 h 23"/>
                <a:gd name="T4" fmla="*/ 106 w 1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0" y="23"/>
                  </a:moveTo>
                  <a:cubicBezTo>
                    <a:pt x="10" y="23"/>
                    <a:pt x="13" y="20"/>
                    <a:pt x="13" y="10"/>
                  </a:cubicBezTo>
                  <a:cubicBezTo>
                    <a:pt x="13" y="5"/>
                    <a:pt x="11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9" name="Freeform 184">
              <a:extLst>
                <a:ext uri="{FF2B5EF4-FFF2-40B4-BE49-F238E27FC236}">
                  <a16:creationId xmlns:a16="http://schemas.microsoft.com/office/drawing/2014/main" id="{99FDB79D-6829-42D7-AFF8-46FD3E6D1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301"/>
              <a:ext cx="37" cy="30"/>
            </a:xfrm>
            <a:custGeom>
              <a:avLst/>
              <a:gdLst>
                <a:gd name="T0" fmla="*/ 0 w 21"/>
                <a:gd name="T1" fmla="*/ 152 h 17"/>
                <a:gd name="T2" fmla="*/ 268 w 21"/>
                <a:gd name="T3" fmla="*/ 175 h 17"/>
                <a:gd name="T4" fmla="*/ 358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9"/>
                  </a:moveTo>
                  <a:cubicBezTo>
                    <a:pt x="6" y="14"/>
                    <a:pt x="9" y="17"/>
                    <a:pt x="16" y="10"/>
                  </a:cubicBezTo>
                  <a:cubicBezTo>
                    <a:pt x="19" y="7"/>
                    <a:pt x="20" y="4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0" name="Freeform 185">
              <a:extLst>
                <a:ext uri="{FF2B5EF4-FFF2-40B4-BE49-F238E27FC236}">
                  <a16:creationId xmlns:a16="http://schemas.microsoft.com/office/drawing/2014/main" id="{6E66C2CE-5EA1-48D8-A5A1-C733B1829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313"/>
              <a:ext cx="21" cy="32"/>
            </a:xfrm>
            <a:custGeom>
              <a:avLst/>
              <a:gdLst>
                <a:gd name="T0" fmla="*/ 37 w 12"/>
                <a:gd name="T1" fmla="*/ 0 h 18"/>
                <a:gd name="T2" fmla="*/ 179 w 12"/>
                <a:gd name="T3" fmla="*/ 320 h 18"/>
                <a:gd name="T4" fmla="*/ 179 w 12"/>
                <a:gd name="T5" fmla="*/ 29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2" y="0"/>
                  </a:moveTo>
                  <a:cubicBezTo>
                    <a:pt x="0" y="11"/>
                    <a:pt x="2" y="12"/>
                    <a:pt x="11" y="18"/>
                  </a:cubicBezTo>
                  <a:cubicBezTo>
                    <a:pt x="11" y="17"/>
                    <a:pt x="12" y="17"/>
                    <a:pt x="11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1" name="Freeform 186">
              <a:extLst>
                <a:ext uri="{FF2B5EF4-FFF2-40B4-BE49-F238E27FC236}">
                  <a16:creationId xmlns:a16="http://schemas.microsoft.com/office/drawing/2014/main" id="{48D7DB16-00DB-4E12-A4AB-0D14C2153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29"/>
              <a:ext cx="33" cy="30"/>
            </a:xfrm>
            <a:custGeom>
              <a:avLst/>
              <a:gdLst>
                <a:gd name="T0" fmla="*/ 0 w 19"/>
                <a:gd name="T1" fmla="*/ 138 h 17"/>
                <a:gd name="T2" fmla="*/ 109 w 19"/>
                <a:gd name="T3" fmla="*/ 293 h 17"/>
                <a:gd name="T4" fmla="*/ 271 w 19"/>
                <a:gd name="T5" fmla="*/ 187 h 17"/>
                <a:gd name="T6" fmla="*/ 283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0" y="8"/>
                  </a:moveTo>
                  <a:cubicBezTo>
                    <a:pt x="1" y="10"/>
                    <a:pt x="4" y="16"/>
                    <a:pt x="7" y="17"/>
                  </a:cubicBezTo>
                  <a:cubicBezTo>
                    <a:pt x="8" y="17"/>
                    <a:pt x="16" y="13"/>
                    <a:pt x="17" y="11"/>
                  </a:cubicBezTo>
                  <a:cubicBezTo>
                    <a:pt x="19" y="8"/>
                    <a:pt x="17" y="1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2" name="Freeform 187">
              <a:extLst>
                <a:ext uri="{FF2B5EF4-FFF2-40B4-BE49-F238E27FC236}">
                  <a16:creationId xmlns:a16="http://schemas.microsoft.com/office/drawing/2014/main" id="{FEACE50D-D304-4FA3-B862-4EFA8E6AC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354"/>
              <a:ext cx="37" cy="23"/>
            </a:xfrm>
            <a:custGeom>
              <a:avLst/>
              <a:gdLst>
                <a:gd name="T0" fmla="*/ 0 w 21"/>
                <a:gd name="T1" fmla="*/ 0 h 13"/>
                <a:gd name="T2" fmla="*/ 358 w 21"/>
                <a:gd name="T3" fmla="*/ 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5" y="9"/>
                    <a:pt x="16" y="13"/>
                    <a:pt x="21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3" name="Freeform 188">
              <a:extLst>
                <a:ext uri="{FF2B5EF4-FFF2-40B4-BE49-F238E27FC236}">
                  <a16:creationId xmlns:a16="http://schemas.microsoft.com/office/drawing/2014/main" id="{1E9B4499-DEF6-417B-9074-EC9B5DFF9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357"/>
              <a:ext cx="23" cy="37"/>
            </a:xfrm>
            <a:custGeom>
              <a:avLst/>
              <a:gdLst>
                <a:gd name="T0" fmla="*/ 188 w 13"/>
                <a:gd name="T1" fmla="*/ 0 h 21"/>
                <a:gd name="T2" fmla="*/ 156 w 13"/>
                <a:gd name="T3" fmla="*/ 268 h 21"/>
                <a:gd name="T4" fmla="*/ 0 w 13"/>
                <a:gd name="T5" fmla="*/ 35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1" y="0"/>
                  </a:moveTo>
                  <a:cubicBezTo>
                    <a:pt x="10" y="6"/>
                    <a:pt x="13" y="12"/>
                    <a:pt x="9" y="16"/>
                  </a:cubicBezTo>
                  <a:cubicBezTo>
                    <a:pt x="8" y="18"/>
                    <a:pt x="3" y="21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4" name="Freeform 189">
              <a:extLst>
                <a:ext uri="{FF2B5EF4-FFF2-40B4-BE49-F238E27FC236}">
                  <a16:creationId xmlns:a16="http://schemas.microsoft.com/office/drawing/2014/main" id="{739558B8-AD7B-4604-9293-699415D70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371"/>
              <a:ext cx="35" cy="27"/>
            </a:xfrm>
            <a:custGeom>
              <a:avLst/>
              <a:gdLst>
                <a:gd name="T0" fmla="*/ 0 w 20"/>
                <a:gd name="T1" fmla="*/ 169 h 15"/>
                <a:gd name="T2" fmla="*/ 236 w 20"/>
                <a:gd name="T3" fmla="*/ 234 h 15"/>
                <a:gd name="T4" fmla="*/ 327 w 2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5" y="13"/>
                    <a:pt x="9" y="15"/>
                    <a:pt x="14" y="12"/>
                  </a:cubicBezTo>
                  <a:cubicBezTo>
                    <a:pt x="18" y="9"/>
                    <a:pt x="20" y="6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5" name="Freeform 190">
              <a:extLst>
                <a:ext uri="{FF2B5EF4-FFF2-40B4-BE49-F238E27FC236}">
                  <a16:creationId xmlns:a16="http://schemas.microsoft.com/office/drawing/2014/main" id="{A7DE3E52-1A16-4696-8D8E-E7EE7A1B3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382"/>
              <a:ext cx="25" cy="30"/>
            </a:xfrm>
            <a:custGeom>
              <a:avLst/>
              <a:gdLst>
                <a:gd name="T0" fmla="*/ 23 w 14"/>
                <a:gd name="T1" fmla="*/ 0 h 17"/>
                <a:gd name="T2" fmla="*/ 93 w 14"/>
                <a:gd name="T3" fmla="*/ 203 h 17"/>
                <a:gd name="T4" fmla="*/ 255 w 14"/>
                <a:gd name="T5" fmla="*/ 24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" y="0"/>
                  </a:moveTo>
                  <a:cubicBezTo>
                    <a:pt x="1" y="7"/>
                    <a:pt x="0" y="8"/>
                    <a:pt x="5" y="12"/>
                  </a:cubicBezTo>
                  <a:cubicBezTo>
                    <a:pt x="8" y="14"/>
                    <a:pt x="11" y="17"/>
                    <a:pt x="14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6" name="Freeform 191">
              <a:extLst>
                <a:ext uri="{FF2B5EF4-FFF2-40B4-BE49-F238E27FC236}">
                  <a16:creationId xmlns:a16="http://schemas.microsoft.com/office/drawing/2014/main" id="{1F56F851-D54A-41C3-9EF6-9F92858CB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721"/>
              <a:ext cx="37" cy="32"/>
            </a:xfrm>
            <a:custGeom>
              <a:avLst/>
              <a:gdLst>
                <a:gd name="T0" fmla="*/ 358 w 21"/>
                <a:gd name="T1" fmla="*/ 89 h 18"/>
                <a:gd name="T2" fmla="*/ 252 w 21"/>
                <a:gd name="T3" fmla="*/ 0 h 18"/>
                <a:gd name="T4" fmla="*/ 21 w 21"/>
                <a:gd name="T5" fmla="*/ 3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5"/>
                  </a:moveTo>
                  <a:cubicBezTo>
                    <a:pt x="21" y="5"/>
                    <a:pt x="16" y="1"/>
                    <a:pt x="15" y="0"/>
                  </a:cubicBezTo>
                  <a:cubicBezTo>
                    <a:pt x="4" y="5"/>
                    <a:pt x="0" y="5"/>
                    <a:pt x="1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7" name="Freeform 192">
              <a:extLst>
                <a:ext uri="{FF2B5EF4-FFF2-40B4-BE49-F238E27FC236}">
                  <a16:creationId xmlns:a16="http://schemas.microsoft.com/office/drawing/2014/main" id="{C7775340-FBD3-4784-AB3D-08F2DAE4F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730"/>
              <a:ext cx="36" cy="19"/>
            </a:xfrm>
            <a:custGeom>
              <a:avLst/>
              <a:gdLst>
                <a:gd name="T0" fmla="*/ 380 w 20"/>
                <a:gd name="T1" fmla="*/ 83 h 11"/>
                <a:gd name="T2" fmla="*/ 41 w 20"/>
                <a:gd name="T3" fmla="*/ 28 h 11"/>
                <a:gd name="T4" fmla="*/ 0 w 20"/>
                <a:gd name="T5" fmla="*/ 16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20" y="5"/>
                  </a:moveTo>
                  <a:cubicBezTo>
                    <a:pt x="17" y="4"/>
                    <a:pt x="5" y="0"/>
                    <a:pt x="2" y="2"/>
                  </a:cubicBezTo>
                  <a:cubicBezTo>
                    <a:pt x="0" y="4"/>
                    <a:pt x="1" y="9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8" name="Freeform 193">
              <a:extLst>
                <a:ext uri="{FF2B5EF4-FFF2-40B4-BE49-F238E27FC236}">
                  <a16:creationId xmlns:a16="http://schemas.microsoft.com/office/drawing/2014/main" id="{97EA8723-BF19-429B-99A5-B88712EDC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721"/>
              <a:ext cx="23" cy="10"/>
            </a:xfrm>
            <a:custGeom>
              <a:avLst/>
              <a:gdLst>
                <a:gd name="T0" fmla="*/ 228 w 13"/>
                <a:gd name="T1" fmla="*/ 78 h 6"/>
                <a:gd name="T2" fmla="*/ 106 w 13"/>
                <a:gd name="T3" fmla="*/ 0 h 6"/>
                <a:gd name="T4" fmla="*/ 0 w 13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12" y="3"/>
                    <a:pt x="8" y="2"/>
                    <a:pt x="6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9" name="Freeform 194">
              <a:extLst>
                <a:ext uri="{FF2B5EF4-FFF2-40B4-BE49-F238E27FC236}">
                  <a16:creationId xmlns:a16="http://schemas.microsoft.com/office/drawing/2014/main" id="{8671650C-1BE3-4342-B71E-55508D518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682"/>
              <a:ext cx="32" cy="42"/>
            </a:xfrm>
            <a:custGeom>
              <a:avLst/>
              <a:gdLst>
                <a:gd name="T0" fmla="*/ 139 w 18"/>
                <a:gd name="T1" fmla="*/ 399 h 24"/>
                <a:gd name="T2" fmla="*/ 21 w 18"/>
                <a:gd name="T3" fmla="*/ 215 h 24"/>
                <a:gd name="T4" fmla="*/ 231 w 18"/>
                <a:gd name="T5" fmla="*/ 0 h 24"/>
                <a:gd name="T6" fmla="*/ 320 w 18"/>
                <a:gd name="T7" fmla="*/ 8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8" y="24"/>
                  </a:moveTo>
                  <a:cubicBezTo>
                    <a:pt x="2" y="21"/>
                    <a:pt x="1" y="19"/>
                    <a:pt x="1" y="13"/>
                  </a:cubicBezTo>
                  <a:cubicBezTo>
                    <a:pt x="0" y="3"/>
                    <a:pt x="3" y="0"/>
                    <a:pt x="13" y="0"/>
                  </a:cubicBezTo>
                  <a:cubicBezTo>
                    <a:pt x="18" y="5"/>
                    <a:pt x="18" y="5"/>
                    <a:pt x="18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0" name="Freeform 195">
              <a:extLst>
                <a:ext uri="{FF2B5EF4-FFF2-40B4-BE49-F238E27FC236}">
                  <a16:creationId xmlns:a16="http://schemas.microsoft.com/office/drawing/2014/main" id="{0D191A9F-0AC2-4775-B203-58EC7A6B8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694"/>
              <a:ext cx="37" cy="30"/>
            </a:xfrm>
            <a:custGeom>
              <a:avLst/>
              <a:gdLst>
                <a:gd name="T0" fmla="*/ 358 w 21"/>
                <a:gd name="T1" fmla="*/ 138 h 17"/>
                <a:gd name="T2" fmla="*/ 86 w 21"/>
                <a:gd name="T3" fmla="*/ 115 h 17"/>
                <a:gd name="T4" fmla="*/ 0 w 21"/>
                <a:gd name="T5" fmla="*/ 29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8"/>
                  </a:moveTo>
                  <a:cubicBezTo>
                    <a:pt x="14" y="3"/>
                    <a:pt x="11" y="0"/>
                    <a:pt x="5" y="7"/>
                  </a:cubicBezTo>
                  <a:cubicBezTo>
                    <a:pt x="2" y="10"/>
                    <a:pt x="1" y="13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1" name="Freeform 196">
              <a:extLst>
                <a:ext uri="{FF2B5EF4-FFF2-40B4-BE49-F238E27FC236}">
                  <a16:creationId xmlns:a16="http://schemas.microsoft.com/office/drawing/2014/main" id="{24A40C7F-7C64-479A-8258-2CFB0502F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682"/>
              <a:ext cx="26" cy="30"/>
            </a:xfrm>
            <a:custGeom>
              <a:avLst/>
              <a:gdLst>
                <a:gd name="T0" fmla="*/ 208 w 15"/>
                <a:gd name="T1" fmla="*/ 293 h 17"/>
                <a:gd name="T2" fmla="*/ 62 w 15"/>
                <a:gd name="T3" fmla="*/ 0 h 17"/>
                <a:gd name="T4" fmla="*/ 16 w 15"/>
                <a:gd name="T5" fmla="*/ 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13" y="17"/>
                  </a:moveTo>
                  <a:cubicBezTo>
                    <a:pt x="15" y="6"/>
                    <a:pt x="14" y="5"/>
                    <a:pt x="4" y="0"/>
                  </a:cubicBezTo>
                  <a:cubicBezTo>
                    <a:pt x="4" y="0"/>
                    <a:pt x="0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2" name="Freeform 197">
              <a:extLst>
                <a:ext uri="{FF2B5EF4-FFF2-40B4-BE49-F238E27FC236}">
                  <a16:creationId xmlns:a16="http://schemas.microsoft.com/office/drawing/2014/main" id="{CA16709C-13E3-4CE3-B9B6-716373653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666"/>
              <a:ext cx="33" cy="30"/>
            </a:xfrm>
            <a:custGeom>
              <a:avLst/>
              <a:gdLst>
                <a:gd name="T0" fmla="*/ 299 w 19"/>
                <a:gd name="T1" fmla="*/ 152 h 17"/>
                <a:gd name="T2" fmla="*/ 208 w 19"/>
                <a:gd name="T3" fmla="*/ 0 h 17"/>
                <a:gd name="T4" fmla="*/ 49 w 19"/>
                <a:gd name="T5" fmla="*/ 86 h 17"/>
                <a:gd name="T6" fmla="*/ 16 w 19"/>
                <a:gd name="T7" fmla="*/ 29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19" y="9"/>
                  </a:moveTo>
                  <a:cubicBezTo>
                    <a:pt x="18" y="7"/>
                    <a:pt x="15" y="1"/>
                    <a:pt x="13" y="0"/>
                  </a:cubicBezTo>
                  <a:cubicBezTo>
                    <a:pt x="11" y="0"/>
                    <a:pt x="4" y="4"/>
                    <a:pt x="3" y="5"/>
                  </a:cubicBezTo>
                  <a:cubicBezTo>
                    <a:pt x="0" y="9"/>
                    <a:pt x="3" y="16"/>
                    <a:pt x="1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3" name="Freeform 198">
              <a:extLst>
                <a:ext uri="{FF2B5EF4-FFF2-40B4-BE49-F238E27FC236}">
                  <a16:creationId xmlns:a16="http://schemas.microsoft.com/office/drawing/2014/main" id="{14BAC916-B19E-4904-8420-12F633B00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650"/>
              <a:ext cx="41" cy="21"/>
            </a:xfrm>
            <a:custGeom>
              <a:avLst/>
              <a:gdLst>
                <a:gd name="T0" fmla="*/ 414 w 23"/>
                <a:gd name="T1" fmla="*/ 200 h 12"/>
                <a:gd name="T2" fmla="*/ 0 w 23"/>
                <a:gd name="T3" fmla="*/ 17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12"/>
                  </a:moveTo>
                  <a:cubicBezTo>
                    <a:pt x="18" y="3"/>
                    <a:pt x="5" y="0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4" name="Freeform 199">
              <a:extLst>
                <a:ext uri="{FF2B5EF4-FFF2-40B4-BE49-F238E27FC236}">
                  <a16:creationId xmlns:a16="http://schemas.microsoft.com/office/drawing/2014/main" id="{533DD04E-4C3B-43B8-B7F6-224F0E3B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629"/>
              <a:ext cx="29" cy="37"/>
            </a:xfrm>
            <a:custGeom>
              <a:avLst/>
              <a:gdLst>
                <a:gd name="T0" fmla="*/ 53 w 16"/>
                <a:gd name="T1" fmla="*/ 358 h 21"/>
                <a:gd name="T2" fmla="*/ 53 w 16"/>
                <a:gd name="T3" fmla="*/ 102 h 21"/>
                <a:gd name="T4" fmla="*/ 263 w 16"/>
                <a:gd name="T5" fmla="*/ 21 h 21"/>
                <a:gd name="T6" fmla="*/ 315 w 16"/>
                <a:gd name="T7" fmla="*/ 6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1">
                  <a:moveTo>
                    <a:pt x="3" y="21"/>
                  </a:moveTo>
                  <a:cubicBezTo>
                    <a:pt x="3" y="16"/>
                    <a:pt x="0" y="10"/>
                    <a:pt x="3" y="6"/>
                  </a:cubicBezTo>
                  <a:cubicBezTo>
                    <a:pt x="5" y="3"/>
                    <a:pt x="10" y="0"/>
                    <a:pt x="13" y="1"/>
                  </a:cubicBezTo>
                  <a:cubicBezTo>
                    <a:pt x="16" y="4"/>
                    <a:pt x="16" y="4"/>
                    <a:pt x="16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5" name="Freeform 200">
              <a:extLst>
                <a:ext uri="{FF2B5EF4-FFF2-40B4-BE49-F238E27FC236}">
                  <a16:creationId xmlns:a16="http://schemas.microsoft.com/office/drawing/2014/main" id="{5B5229A5-D9D1-4367-A5DA-13AC1D503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627"/>
              <a:ext cx="34" cy="27"/>
            </a:xfrm>
            <a:custGeom>
              <a:avLst/>
              <a:gdLst>
                <a:gd name="T0" fmla="*/ 349 w 19"/>
                <a:gd name="T1" fmla="*/ 117 h 15"/>
                <a:gd name="T2" fmla="*/ 115 w 19"/>
                <a:gd name="T3" fmla="*/ 52 h 15"/>
                <a:gd name="T4" fmla="*/ 0 w 19"/>
                <a:gd name="T5" fmla="*/ 28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9" y="6"/>
                  </a:moveTo>
                  <a:cubicBezTo>
                    <a:pt x="14" y="2"/>
                    <a:pt x="11" y="0"/>
                    <a:pt x="6" y="3"/>
                  </a:cubicBezTo>
                  <a:cubicBezTo>
                    <a:pt x="2" y="6"/>
                    <a:pt x="0" y="9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6" name="Freeform 201">
              <a:extLst>
                <a:ext uri="{FF2B5EF4-FFF2-40B4-BE49-F238E27FC236}">
                  <a16:creationId xmlns:a16="http://schemas.microsoft.com/office/drawing/2014/main" id="{BE995168-1F31-41B7-9C05-AE912C6F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613"/>
              <a:ext cx="23" cy="30"/>
            </a:xfrm>
            <a:custGeom>
              <a:avLst/>
              <a:gdLst>
                <a:gd name="T0" fmla="*/ 228 w 13"/>
                <a:gd name="T1" fmla="*/ 293 h 17"/>
                <a:gd name="T2" fmla="*/ 138 w 13"/>
                <a:gd name="T3" fmla="*/ 86 h 17"/>
                <a:gd name="T4" fmla="*/ 0 w 13"/>
                <a:gd name="T5" fmla="*/ 4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3" y="17"/>
                  </a:moveTo>
                  <a:cubicBezTo>
                    <a:pt x="13" y="10"/>
                    <a:pt x="13" y="9"/>
                    <a:pt x="8" y="5"/>
                  </a:cubicBezTo>
                  <a:cubicBezTo>
                    <a:pt x="5" y="3"/>
                    <a:pt x="3" y="0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7" name="Freeform 202">
              <a:extLst>
                <a:ext uri="{FF2B5EF4-FFF2-40B4-BE49-F238E27FC236}">
                  <a16:creationId xmlns:a16="http://schemas.microsoft.com/office/drawing/2014/main" id="{2D6396AC-2A8D-49A3-AF26-6C7E93A3C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751"/>
              <a:ext cx="19" cy="14"/>
            </a:xfrm>
            <a:custGeom>
              <a:avLst/>
              <a:gdLst>
                <a:gd name="T0" fmla="*/ 0 w 11"/>
                <a:gd name="T1" fmla="*/ 114 h 8"/>
                <a:gd name="T2" fmla="*/ 143 w 11"/>
                <a:gd name="T3" fmla="*/ 102 h 8"/>
                <a:gd name="T4" fmla="*/ 169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7"/>
                  </a:moveTo>
                  <a:cubicBezTo>
                    <a:pt x="2" y="7"/>
                    <a:pt x="7" y="8"/>
                    <a:pt x="9" y="6"/>
                  </a:cubicBezTo>
                  <a:cubicBezTo>
                    <a:pt x="10" y="5"/>
                    <a:pt x="10" y="1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8" name="Freeform 203">
              <a:extLst>
                <a:ext uri="{FF2B5EF4-FFF2-40B4-BE49-F238E27FC236}">
                  <a16:creationId xmlns:a16="http://schemas.microsoft.com/office/drawing/2014/main" id="{A97CB482-3938-429B-80F7-0565F8654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751"/>
              <a:ext cx="37" cy="23"/>
            </a:xfrm>
            <a:custGeom>
              <a:avLst/>
              <a:gdLst>
                <a:gd name="T0" fmla="*/ 0 w 21"/>
                <a:gd name="T1" fmla="*/ 0 h 13"/>
                <a:gd name="T2" fmla="*/ 102 w 21"/>
                <a:gd name="T3" fmla="*/ 228 h 13"/>
                <a:gd name="T4" fmla="*/ 268 w 21"/>
                <a:gd name="T5" fmla="*/ 188 h 13"/>
                <a:gd name="T6" fmla="*/ 338 w 21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0" y="2"/>
                    <a:pt x="3" y="11"/>
                    <a:pt x="6" y="13"/>
                  </a:cubicBezTo>
                  <a:cubicBezTo>
                    <a:pt x="8" y="13"/>
                    <a:pt x="14" y="12"/>
                    <a:pt x="16" y="11"/>
                  </a:cubicBezTo>
                  <a:cubicBezTo>
                    <a:pt x="21" y="9"/>
                    <a:pt x="18" y="5"/>
                    <a:pt x="2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9" name="Freeform 204">
              <a:extLst>
                <a:ext uri="{FF2B5EF4-FFF2-40B4-BE49-F238E27FC236}">
                  <a16:creationId xmlns:a16="http://schemas.microsoft.com/office/drawing/2014/main" id="{799F9DC3-5ED5-4E7F-8BD1-222078E5D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753"/>
              <a:ext cx="37" cy="12"/>
            </a:xfrm>
            <a:custGeom>
              <a:avLst/>
              <a:gdLst>
                <a:gd name="T0" fmla="*/ 0 w 21"/>
                <a:gd name="T1" fmla="*/ 0 h 7"/>
                <a:gd name="T2" fmla="*/ 152 w 21"/>
                <a:gd name="T3" fmla="*/ 106 h 7"/>
                <a:gd name="T4" fmla="*/ 358 w 21"/>
                <a:gd name="T5" fmla="*/ 7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">
                  <a:moveTo>
                    <a:pt x="0" y="0"/>
                  </a:moveTo>
                  <a:cubicBezTo>
                    <a:pt x="3" y="5"/>
                    <a:pt x="3" y="7"/>
                    <a:pt x="9" y="7"/>
                  </a:cubicBezTo>
                  <a:cubicBezTo>
                    <a:pt x="13" y="7"/>
                    <a:pt x="17" y="7"/>
                    <a:pt x="21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0" name="Freeform 205">
              <a:extLst>
                <a:ext uri="{FF2B5EF4-FFF2-40B4-BE49-F238E27FC236}">
                  <a16:creationId xmlns:a16="http://schemas.microsoft.com/office/drawing/2014/main" id="{79957E8A-4800-4CBF-9EB6-21320FC93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772"/>
              <a:ext cx="19" cy="46"/>
            </a:xfrm>
            <a:custGeom>
              <a:avLst/>
              <a:gdLst>
                <a:gd name="T0" fmla="*/ 86 w 11"/>
                <a:gd name="T1" fmla="*/ 448 h 26"/>
                <a:gd name="T2" fmla="*/ 123 w 11"/>
                <a:gd name="T3" fmla="*/ 188 h 26"/>
                <a:gd name="T4" fmla="*/ 0 w 1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6" y="26"/>
                  </a:moveTo>
                  <a:cubicBezTo>
                    <a:pt x="8" y="20"/>
                    <a:pt x="11" y="17"/>
                    <a:pt x="8" y="11"/>
                  </a:cubicBezTo>
                  <a:cubicBezTo>
                    <a:pt x="6" y="7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1" name="Freeform 206">
              <a:extLst>
                <a:ext uri="{FF2B5EF4-FFF2-40B4-BE49-F238E27FC236}">
                  <a16:creationId xmlns:a16="http://schemas.microsoft.com/office/drawing/2014/main" id="{C1A1CDD7-3DE5-4382-9F48-3117E6462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774"/>
              <a:ext cx="15" cy="44"/>
            </a:xfrm>
            <a:custGeom>
              <a:avLst/>
              <a:gdLst>
                <a:gd name="T0" fmla="*/ 92 w 9"/>
                <a:gd name="T1" fmla="*/ 0 h 25"/>
                <a:gd name="T2" fmla="*/ 55 w 9"/>
                <a:gd name="T3" fmla="*/ 266 h 25"/>
                <a:gd name="T4" fmla="*/ 117 w 9"/>
                <a:gd name="T5" fmla="*/ 4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5">
                  <a:moveTo>
                    <a:pt x="7" y="0"/>
                  </a:moveTo>
                  <a:cubicBezTo>
                    <a:pt x="0" y="6"/>
                    <a:pt x="1" y="7"/>
                    <a:pt x="4" y="16"/>
                  </a:cubicBezTo>
                  <a:cubicBezTo>
                    <a:pt x="5" y="20"/>
                    <a:pt x="5" y="23"/>
                    <a:pt x="9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2" name="Freeform 207">
              <a:extLst>
                <a:ext uri="{FF2B5EF4-FFF2-40B4-BE49-F238E27FC236}">
                  <a16:creationId xmlns:a16="http://schemas.microsoft.com/office/drawing/2014/main" id="{2CFDE2FC-23D6-4801-A5D3-411DAC7F9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800"/>
              <a:ext cx="27" cy="5"/>
            </a:xfrm>
            <a:custGeom>
              <a:avLst/>
              <a:gdLst>
                <a:gd name="T0" fmla="*/ 0 w 15"/>
                <a:gd name="T1" fmla="*/ 22 h 3"/>
                <a:gd name="T2" fmla="*/ 284 w 1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2"/>
                  </a:moveTo>
                  <a:cubicBezTo>
                    <a:pt x="3" y="0"/>
                    <a:pt x="14" y="0"/>
                    <a:pt x="15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3" name="Freeform 208">
              <a:extLst>
                <a:ext uri="{FF2B5EF4-FFF2-40B4-BE49-F238E27FC236}">
                  <a16:creationId xmlns:a16="http://schemas.microsoft.com/office/drawing/2014/main" id="{3BFF5548-4452-456B-A5ED-D426FC736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777"/>
              <a:ext cx="30" cy="21"/>
            </a:xfrm>
            <a:custGeom>
              <a:avLst/>
              <a:gdLst>
                <a:gd name="T0" fmla="*/ 0 w 17"/>
                <a:gd name="T1" fmla="*/ 200 h 12"/>
                <a:gd name="T2" fmla="*/ 224 w 17"/>
                <a:gd name="T3" fmla="*/ 135 h 12"/>
                <a:gd name="T4" fmla="*/ 293 w 1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4" y="12"/>
                    <a:pt x="11" y="11"/>
                    <a:pt x="13" y="8"/>
                  </a:cubicBezTo>
                  <a:cubicBezTo>
                    <a:pt x="15" y="6"/>
                    <a:pt x="15" y="3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4" name="Freeform 209">
              <a:extLst>
                <a:ext uri="{FF2B5EF4-FFF2-40B4-BE49-F238E27FC236}">
                  <a16:creationId xmlns:a16="http://schemas.microsoft.com/office/drawing/2014/main" id="{87C53089-9581-4414-A7A5-A4FC5D3A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816"/>
              <a:ext cx="30" cy="14"/>
            </a:xfrm>
            <a:custGeom>
              <a:avLst/>
              <a:gdLst>
                <a:gd name="T0" fmla="*/ 0 w 17"/>
                <a:gd name="T1" fmla="*/ 135 h 8"/>
                <a:gd name="T2" fmla="*/ 293 w 17"/>
                <a:gd name="T3" fmla="*/ 8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0"/>
                    <a:pt x="12" y="2"/>
                    <a:pt x="17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5" name="Freeform 210">
              <a:extLst>
                <a:ext uri="{FF2B5EF4-FFF2-40B4-BE49-F238E27FC236}">
                  <a16:creationId xmlns:a16="http://schemas.microsoft.com/office/drawing/2014/main" id="{052830C3-AC29-4F42-88B7-D80F40DB4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797"/>
              <a:ext cx="4" cy="24"/>
            </a:xfrm>
            <a:custGeom>
              <a:avLst/>
              <a:gdLst>
                <a:gd name="T0" fmla="*/ 32 w 2"/>
                <a:gd name="T1" fmla="*/ 0 h 14"/>
                <a:gd name="T2" fmla="*/ 0 w 2"/>
                <a:gd name="T3" fmla="*/ 20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1" y="0"/>
                  </a:moveTo>
                  <a:cubicBezTo>
                    <a:pt x="1" y="4"/>
                    <a:pt x="2" y="9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6" name="Freeform 211">
              <a:extLst>
                <a:ext uri="{FF2B5EF4-FFF2-40B4-BE49-F238E27FC236}">
                  <a16:creationId xmlns:a16="http://schemas.microsoft.com/office/drawing/2014/main" id="{63B9913B-EFAE-4722-B4F8-949E36FE7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597"/>
              <a:ext cx="37" cy="34"/>
            </a:xfrm>
            <a:custGeom>
              <a:avLst/>
              <a:gdLst>
                <a:gd name="T0" fmla="*/ 0 w 21"/>
                <a:gd name="T1" fmla="*/ 218 h 19"/>
                <a:gd name="T2" fmla="*/ 174 w 21"/>
                <a:gd name="T3" fmla="*/ 0 h 19"/>
                <a:gd name="T4" fmla="*/ 317 w 21"/>
                <a:gd name="T5" fmla="*/ 41 h 19"/>
                <a:gd name="T6" fmla="*/ 338 w 21"/>
                <a:gd name="T7" fmla="*/ 276 h 19"/>
                <a:gd name="T8" fmla="*/ 317 w 21"/>
                <a:gd name="T9" fmla="*/ 34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0" y="12"/>
                  </a:moveTo>
                  <a:cubicBezTo>
                    <a:pt x="2" y="8"/>
                    <a:pt x="6" y="1"/>
                    <a:pt x="10" y="0"/>
                  </a:cubicBezTo>
                  <a:cubicBezTo>
                    <a:pt x="12" y="0"/>
                    <a:pt x="18" y="1"/>
                    <a:pt x="19" y="2"/>
                  </a:cubicBezTo>
                  <a:cubicBezTo>
                    <a:pt x="21" y="4"/>
                    <a:pt x="20" y="13"/>
                    <a:pt x="20" y="15"/>
                  </a:cubicBezTo>
                  <a:cubicBezTo>
                    <a:pt x="20" y="17"/>
                    <a:pt x="19" y="19"/>
                    <a:pt x="19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7" name="Freeform 212">
              <a:extLst>
                <a:ext uri="{FF2B5EF4-FFF2-40B4-BE49-F238E27FC236}">
                  <a16:creationId xmlns:a16="http://schemas.microsoft.com/office/drawing/2014/main" id="{FA8C8B05-E4C6-4426-B0E1-EF3CC44D4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585"/>
              <a:ext cx="28" cy="19"/>
            </a:xfrm>
            <a:custGeom>
              <a:avLst/>
              <a:gdLst>
                <a:gd name="T0" fmla="*/ 0 w 16"/>
                <a:gd name="T1" fmla="*/ 169 h 11"/>
                <a:gd name="T2" fmla="*/ 264 w 16"/>
                <a:gd name="T3" fmla="*/ 4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4" y="8"/>
                    <a:pt x="11" y="0"/>
                    <a:pt x="16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8" name="Freeform 213">
              <a:extLst>
                <a:ext uri="{FF2B5EF4-FFF2-40B4-BE49-F238E27FC236}">
                  <a16:creationId xmlns:a16="http://schemas.microsoft.com/office/drawing/2014/main" id="{8D0DC669-B253-4F93-97C3-075AF6ABC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567"/>
              <a:ext cx="26" cy="30"/>
            </a:xfrm>
            <a:custGeom>
              <a:avLst/>
              <a:gdLst>
                <a:gd name="T0" fmla="*/ 234 w 15"/>
                <a:gd name="T1" fmla="*/ 293 h 17"/>
                <a:gd name="T2" fmla="*/ 220 w 15"/>
                <a:gd name="T3" fmla="*/ 106 h 17"/>
                <a:gd name="T4" fmla="*/ 185 w 15"/>
                <a:gd name="T5" fmla="*/ 65 h 17"/>
                <a:gd name="T6" fmla="*/ 0 w 1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15" y="17"/>
                  </a:moveTo>
                  <a:cubicBezTo>
                    <a:pt x="15" y="14"/>
                    <a:pt x="15" y="9"/>
                    <a:pt x="14" y="6"/>
                  </a:cubicBezTo>
                  <a:cubicBezTo>
                    <a:pt x="13" y="5"/>
                    <a:pt x="13" y="5"/>
                    <a:pt x="12" y="4"/>
                  </a:cubicBezTo>
                  <a:cubicBezTo>
                    <a:pt x="8" y="2"/>
                    <a:pt x="4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9" name="Freeform 214">
              <a:extLst>
                <a:ext uri="{FF2B5EF4-FFF2-40B4-BE49-F238E27FC236}">
                  <a16:creationId xmlns:a16="http://schemas.microsoft.com/office/drawing/2014/main" id="{1BDC3398-252A-4F24-A9D2-4A61E9056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557"/>
              <a:ext cx="42" cy="30"/>
            </a:xfrm>
            <a:custGeom>
              <a:avLst/>
              <a:gdLst>
                <a:gd name="T0" fmla="*/ 0 w 24"/>
                <a:gd name="T1" fmla="*/ 203 h 17"/>
                <a:gd name="T2" fmla="*/ 135 w 24"/>
                <a:gd name="T3" fmla="*/ 21 h 17"/>
                <a:gd name="T4" fmla="*/ 285 w 24"/>
                <a:gd name="T5" fmla="*/ 49 h 17"/>
                <a:gd name="T6" fmla="*/ 399 w 24"/>
                <a:gd name="T7" fmla="*/ 29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7">
                  <a:moveTo>
                    <a:pt x="0" y="12"/>
                  </a:moveTo>
                  <a:cubicBezTo>
                    <a:pt x="1" y="9"/>
                    <a:pt x="5" y="2"/>
                    <a:pt x="8" y="1"/>
                  </a:cubicBezTo>
                  <a:cubicBezTo>
                    <a:pt x="10" y="0"/>
                    <a:pt x="15" y="2"/>
                    <a:pt x="17" y="3"/>
                  </a:cubicBezTo>
                  <a:cubicBezTo>
                    <a:pt x="22" y="7"/>
                    <a:pt x="22" y="13"/>
                    <a:pt x="24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" name="Freeform 215">
              <a:extLst>
                <a:ext uri="{FF2B5EF4-FFF2-40B4-BE49-F238E27FC236}">
                  <a16:creationId xmlns:a16="http://schemas.microsoft.com/office/drawing/2014/main" id="{6D59A84D-5C87-449E-8FE8-AE8B42282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548"/>
              <a:ext cx="19" cy="14"/>
            </a:xfrm>
            <a:custGeom>
              <a:avLst/>
              <a:gdLst>
                <a:gd name="T0" fmla="*/ 0 w 11"/>
                <a:gd name="T1" fmla="*/ 135 h 8"/>
                <a:gd name="T2" fmla="*/ 169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4" y="6"/>
                    <a:pt x="7" y="3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" name="Freeform 216">
              <a:extLst>
                <a:ext uri="{FF2B5EF4-FFF2-40B4-BE49-F238E27FC236}">
                  <a16:creationId xmlns:a16="http://schemas.microsoft.com/office/drawing/2014/main" id="{C4371F8F-1602-4B9C-BECE-D09DA330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394"/>
              <a:ext cx="36" cy="41"/>
            </a:xfrm>
            <a:custGeom>
              <a:avLst/>
              <a:gdLst>
                <a:gd name="T0" fmla="*/ 304 w 20"/>
                <a:gd name="T1" fmla="*/ 0 h 23"/>
                <a:gd name="T2" fmla="*/ 356 w 20"/>
                <a:gd name="T3" fmla="*/ 232 h 23"/>
                <a:gd name="T4" fmla="*/ 187 w 20"/>
                <a:gd name="T5" fmla="*/ 374 h 23"/>
                <a:gd name="T6" fmla="*/ 0 w 20"/>
                <a:gd name="T7" fmla="*/ 27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16" y="0"/>
                  </a:moveTo>
                  <a:cubicBezTo>
                    <a:pt x="17" y="3"/>
                    <a:pt x="20" y="10"/>
                    <a:pt x="19" y="13"/>
                  </a:cubicBezTo>
                  <a:cubicBezTo>
                    <a:pt x="18" y="15"/>
                    <a:pt x="12" y="20"/>
                    <a:pt x="10" y="21"/>
                  </a:cubicBezTo>
                  <a:cubicBezTo>
                    <a:pt x="8" y="23"/>
                    <a:pt x="1" y="19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" name="Freeform 217">
              <a:extLst>
                <a:ext uri="{FF2B5EF4-FFF2-40B4-BE49-F238E27FC236}">
                  <a16:creationId xmlns:a16="http://schemas.microsoft.com/office/drawing/2014/main" id="{9E10A474-FA43-49ED-B5AA-B086FF677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410"/>
              <a:ext cx="35" cy="21"/>
            </a:xfrm>
            <a:custGeom>
              <a:avLst/>
              <a:gdLst>
                <a:gd name="T0" fmla="*/ 0 w 20"/>
                <a:gd name="T1" fmla="*/ 49 h 12"/>
                <a:gd name="T2" fmla="*/ 151 w 20"/>
                <a:gd name="T3" fmla="*/ 179 h 12"/>
                <a:gd name="T4" fmla="*/ 285 w 20"/>
                <a:gd name="T5" fmla="*/ 135 h 12"/>
                <a:gd name="T6" fmla="*/ 327 w 2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3"/>
                  </a:moveTo>
                  <a:cubicBezTo>
                    <a:pt x="2" y="6"/>
                    <a:pt x="6" y="11"/>
                    <a:pt x="9" y="11"/>
                  </a:cubicBezTo>
                  <a:cubicBezTo>
                    <a:pt x="12" y="12"/>
                    <a:pt x="15" y="9"/>
                    <a:pt x="17" y="8"/>
                  </a:cubicBezTo>
                  <a:cubicBezTo>
                    <a:pt x="20" y="6"/>
                    <a:pt x="19" y="3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" name="Freeform 218">
              <a:extLst>
                <a:ext uri="{FF2B5EF4-FFF2-40B4-BE49-F238E27FC236}">
                  <a16:creationId xmlns:a16="http://schemas.microsoft.com/office/drawing/2014/main" id="{B622BABB-C921-4E53-94B8-FF5CDF329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431"/>
              <a:ext cx="38" cy="29"/>
            </a:xfrm>
            <a:custGeom>
              <a:avLst/>
              <a:gdLst>
                <a:gd name="T0" fmla="*/ 340 w 22"/>
                <a:gd name="T1" fmla="*/ 0 h 16"/>
                <a:gd name="T2" fmla="*/ 292 w 22"/>
                <a:gd name="T3" fmla="*/ 214 h 16"/>
                <a:gd name="T4" fmla="*/ 197 w 22"/>
                <a:gd name="T5" fmla="*/ 263 h 16"/>
                <a:gd name="T6" fmla="*/ 107 w 22"/>
                <a:gd name="T7" fmla="*/ 315 h 16"/>
                <a:gd name="T8" fmla="*/ 0 w 22"/>
                <a:gd name="T9" fmla="*/ 2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6">
                  <a:moveTo>
                    <a:pt x="22" y="0"/>
                  </a:moveTo>
                  <a:cubicBezTo>
                    <a:pt x="22" y="3"/>
                    <a:pt x="22" y="9"/>
                    <a:pt x="19" y="11"/>
                  </a:cubicBezTo>
                  <a:cubicBezTo>
                    <a:pt x="18" y="12"/>
                    <a:pt x="15" y="12"/>
                    <a:pt x="13" y="13"/>
                  </a:cubicBezTo>
                  <a:cubicBezTo>
                    <a:pt x="12" y="13"/>
                    <a:pt x="8" y="16"/>
                    <a:pt x="7" y="16"/>
                  </a:cubicBezTo>
                  <a:cubicBezTo>
                    <a:pt x="2" y="14"/>
                    <a:pt x="3" y="5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" name="Freeform 219">
              <a:extLst>
                <a:ext uri="{FF2B5EF4-FFF2-40B4-BE49-F238E27FC236}">
                  <a16:creationId xmlns:a16="http://schemas.microsoft.com/office/drawing/2014/main" id="{4A442D18-3339-45CC-A792-058EB4D7D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458"/>
              <a:ext cx="21" cy="18"/>
            </a:xfrm>
            <a:custGeom>
              <a:avLst/>
              <a:gdLst>
                <a:gd name="T0" fmla="*/ 200 w 12"/>
                <a:gd name="T1" fmla="*/ 0 h 10"/>
                <a:gd name="T2" fmla="*/ 0 w 12"/>
                <a:gd name="T3" fmla="*/ 18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12" y="6"/>
                    <a:pt x="6" y="1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" name="Freeform 220">
              <a:extLst>
                <a:ext uri="{FF2B5EF4-FFF2-40B4-BE49-F238E27FC236}">
                  <a16:creationId xmlns:a16="http://schemas.microsoft.com/office/drawing/2014/main" id="{CC10C15F-786D-4CA2-B22B-792D092ED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451"/>
              <a:ext cx="40" cy="37"/>
            </a:xfrm>
            <a:custGeom>
              <a:avLst/>
              <a:gdLst>
                <a:gd name="T0" fmla="*/ 0 w 23"/>
                <a:gd name="T1" fmla="*/ 180 h 21"/>
                <a:gd name="T2" fmla="*/ 148 w 23"/>
                <a:gd name="T3" fmla="*/ 358 h 21"/>
                <a:gd name="T4" fmla="*/ 320 w 23"/>
                <a:gd name="T5" fmla="*/ 289 h 21"/>
                <a:gd name="T6" fmla="*/ 273 w 2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0" y="11"/>
                  </a:moveTo>
                  <a:cubicBezTo>
                    <a:pt x="2" y="14"/>
                    <a:pt x="5" y="21"/>
                    <a:pt x="9" y="21"/>
                  </a:cubicBezTo>
                  <a:cubicBezTo>
                    <a:pt x="10" y="21"/>
                    <a:pt x="19" y="18"/>
                    <a:pt x="20" y="17"/>
                  </a:cubicBezTo>
                  <a:cubicBezTo>
                    <a:pt x="23" y="14"/>
                    <a:pt x="18" y="3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6" name="Freeform 221">
              <a:extLst>
                <a:ext uri="{FF2B5EF4-FFF2-40B4-BE49-F238E27FC236}">
                  <a16:creationId xmlns:a16="http://schemas.microsoft.com/office/drawing/2014/main" id="{A6FE0A17-4987-47B2-9D08-22737C160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477"/>
              <a:ext cx="19" cy="4"/>
            </a:xfrm>
            <a:custGeom>
              <a:avLst/>
              <a:gdLst>
                <a:gd name="T0" fmla="*/ 0 w 11"/>
                <a:gd name="T1" fmla="*/ 64 h 2"/>
                <a:gd name="T2" fmla="*/ 169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3" y="0"/>
                    <a:pt x="11" y="1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" name="Freeform 222">
              <a:extLst>
                <a:ext uri="{FF2B5EF4-FFF2-40B4-BE49-F238E27FC236}">
                  <a16:creationId xmlns:a16="http://schemas.microsoft.com/office/drawing/2014/main" id="{F0B03C3F-4E52-4A1E-AC1E-246DCA6D9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431"/>
              <a:ext cx="23" cy="11"/>
            </a:xfrm>
            <a:custGeom>
              <a:avLst/>
              <a:gdLst>
                <a:gd name="T0" fmla="*/ 0 w 13"/>
                <a:gd name="T1" fmla="*/ 0 h 6"/>
                <a:gd name="T2" fmla="*/ 228 w 13"/>
                <a:gd name="T3" fmla="*/ 12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3"/>
                    <a:pt x="9" y="5"/>
                    <a:pt x="13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" name="Freeform 223">
              <a:extLst>
                <a:ext uri="{FF2B5EF4-FFF2-40B4-BE49-F238E27FC236}">
                  <a16:creationId xmlns:a16="http://schemas.microsoft.com/office/drawing/2014/main" id="{F6C2EBCC-E611-42B3-8532-D01FD398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490"/>
              <a:ext cx="30" cy="21"/>
            </a:xfrm>
            <a:custGeom>
              <a:avLst/>
              <a:gdLst>
                <a:gd name="T0" fmla="*/ 293 w 17"/>
                <a:gd name="T1" fmla="*/ 0 h 12"/>
                <a:gd name="T2" fmla="*/ 152 w 17"/>
                <a:gd name="T3" fmla="*/ 179 h 12"/>
                <a:gd name="T4" fmla="*/ 0 w 17"/>
                <a:gd name="T5" fmla="*/ 1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17" y="0"/>
                  </a:moveTo>
                  <a:cubicBezTo>
                    <a:pt x="14" y="6"/>
                    <a:pt x="16" y="9"/>
                    <a:pt x="9" y="11"/>
                  </a:cubicBezTo>
                  <a:cubicBezTo>
                    <a:pt x="5" y="12"/>
                    <a:pt x="3" y="11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9" name="Freeform 224">
              <a:extLst>
                <a:ext uri="{FF2B5EF4-FFF2-40B4-BE49-F238E27FC236}">
                  <a16:creationId xmlns:a16="http://schemas.microsoft.com/office/drawing/2014/main" id="{5687C6B5-F3DC-4D2F-BD2E-6C8EDCDB0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507"/>
              <a:ext cx="36" cy="37"/>
            </a:xfrm>
            <a:custGeom>
              <a:avLst/>
              <a:gdLst>
                <a:gd name="T0" fmla="*/ 284 w 20"/>
                <a:gd name="T1" fmla="*/ 0 h 21"/>
                <a:gd name="T2" fmla="*/ 356 w 20"/>
                <a:gd name="T3" fmla="*/ 180 h 21"/>
                <a:gd name="T4" fmla="*/ 239 w 20"/>
                <a:gd name="T5" fmla="*/ 317 h 21"/>
                <a:gd name="T6" fmla="*/ 0 w 20"/>
                <a:gd name="T7" fmla="*/ 28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15" y="0"/>
                  </a:moveTo>
                  <a:cubicBezTo>
                    <a:pt x="15" y="4"/>
                    <a:pt x="19" y="7"/>
                    <a:pt x="19" y="11"/>
                  </a:cubicBezTo>
                  <a:cubicBezTo>
                    <a:pt x="20" y="14"/>
                    <a:pt x="16" y="18"/>
                    <a:pt x="13" y="19"/>
                  </a:cubicBezTo>
                  <a:cubicBezTo>
                    <a:pt x="10" y="21"/>
                    <a:pt x="3" y="20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" name="Freeform 225">
              <a:extLst>
                <a:ext uri="{FF2B5EF4-FFF2-40B4-BE49-F238E27FC236}">
                  <a16:creationId xmlns:a16="http://schemas.microsoft.com/office/drawing/2014/main" id="{3F2F0CD4-0B4C-47B2-B5D9-3F5F1733F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543"/>
              <a:ext cx="14" cy="19"/>
            </a:xfrm>
            <a:custGeom>
              <a:avLst/>
              <a:gdLst>
                <a:gd name="T0" fmla="*/ 0 w 8"/>
                <a:gd name="T1" fmla="*/ 0 h 11"/>
                <a:gd name="T2" fmla="*/ 135 w 8"/>
                <a:gd name="T3" fmla="*/ 16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3" y="2"/>
                    <a:pt x="8" y="8"/>
                    <a:pt x="8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1" name="Freeform 226">
              <a:extLst>
                <a:ext uri="{FF2B5EF4-FFF2-40B4-BE49-F238E27FC236}">
                  <a16:creationId xmlns:a16="http://schemas.microsoft.com/office/drawing/2014/main" id="{FFD2AAA2-7401-40C7-B6AF-1A07D83BA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518"/>
              <a:ext cx="40" cy="32"/>
            </a:xfrm>
            <a:custGeom>
              <a:avLst/>
              <a:gdLst>
                <a:gd name="T0" fmla="*/ 0 w 23"/>
                <a:gd name="T1" fmla="*/ 89 h 18"/>
                <a:gd name="T2" fmla="*/ 157 w 23"/>
                <a:gd name="T3" fmla="*/ 0 h 18"/>
                <a:gd name="T4" fmla="*/ 320 w 23"/>
                <a:gd name="T5" fmla="*/ 139 h 18"/>
                <a:gd name="T6" fmla="*/ 348 w 23"/>
                <a:gd name="T7" fmla="*/ 3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8">
                  <a:moveTo>
                    <a:pt x="0" y="5"/>
                  </a:moveTo>
                  <a:cubicBezTo>
                    <a:pt x="3" y="3"/>
                    <a:pt x="6" y="0"/>
                    <a:pt x="10" y="0"/>
                  </a:cubicBezTo>
                  <a:cubicBezTo>
                    <a:pt x="14" y="0"/>
                    <a:pt x="18" y="4"/>
                    <a:pt x="20" y="8"/>
                  </a:cubicBezTo>
                  <a:cubicBezTo>
                    <a:pt x="22" y="10"/>
                    <a:pt x="23" y="16"/>
                    <a:pt x="22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2" name="Freeform 227">
              <a:extLst>
                <a:ext uri="{FF2B5EF4-FFF2-40B4-BE49-F238E27FC236}">
                  <a16:creationId xmlns:a16="http://schemas.microsoft.com/office/drawing/2014/main" id="{90CE7653-8128-4E14-815C-52AC71B3A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502"/>
              <a:ext cx="14" cy="18"/>
            </a:xfrm>
            <a:custGeom>
              <a:avLst/>
              <a:gdLst>
                <a:gd name="T0" fmla="*/ 0 w 8"/>
                <a:gd name="T1" fmla="*/ 187 h 10"/>
                <a:gd name="T2" fmla="*/ 13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3" y="7"/>
                    <a:pt x="7" y="4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3" name="Oval 228">
              <a:extLst>
                <a:ext uri="{FF2B5EF4-FFF2-40B4-BE49-F238E27FC236}">
                  <a16:creationId xmlns:a16="http://schemas.microsoft.com/office/drawing/2014/main" id="{1F334425-3DBA-4CC0-9F16-7DEABCB71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2874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4" name="Oval 229">
              <a:extLst>
                <a:ext uri="{FF2B5EF4-FFF2-40B4-BE49-F238E27FC236}">
                  <a16:creationId xmlns:a16="http://schemas.microsoft.com/office/drawing/2014/main" id="{ADF010EE-2883-4497-B0B0-EFF25B649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904"/>
              <a:ext cx="13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5" name="Oval 230">
              <a:extLst>
                <a:ext uri="{FF2B5EF4-FFF2-40B4-BE49-F238E27FC236}">
                  <a16:creationId xmlns:a16="http://schemas.microsoft.com/office/drawing/2014/main" id="{3D4D03B0-30BB-4C70-AC20-280488E3A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918"/>
              <a:ext cx="13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6" name="Oval 231">
              <a:extLst>
                <a:ext uri="{FF2B5EF4-FFF2-40B4-BE49-F238E27FC236}">
                  <a16:creationId xmlns:a16="http://schemas.microsoft.com/office/drawing/2014/main" id="{1937DB10-E6CC-4342-B16E-A462EE44F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" y="2954"/>
              <a:ext cx="13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7" name="Oval 232">
              <a:extLst>
                <a:ext uri="{FF2B5EF4-FFF2-40B4-BE49-F238E27FC236}">
                  <a16:creationId xmlns:a16="http://schemas.microsoft.com/office/drawing/2014/main" id="{6732ACFD-732C-42F1-8F49-DC2CEF98E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2948"/>
              <a:ext cx="11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8" name="Oval 233">
              <a:extLst>
                <a:ext uri="{FF2B5EF4-FFF2-40B4-BE49-F238E27FC236}">
                  <a16:creationId xmlns:a16="http://schemas.microsoft.com/office/drawing/2014/main" id="{770FDD00-A435-4345-86AB-66B5E9C22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2897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9" name="Oval 234">
              <a:extLst>
                <a:ext uri="{FF2B5EF4-FFF2-40B4-BE49-F238E27FC236}">
                  <a16:creationId xmlns:a16="http://schemas.microsoft.com/office/drawing/2014/main" id="{019D1E97-1D2A-4982-B2EE-028951204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2867"/>
              <a:ext cx="12" cy="11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0" name="Oval 235">
              <a:extLst>
                <a:ext uri="{FF2B5EF4-FFF2-40B4-BE49-F238E27FC236}">
                  <a16:creationId xmlns:a16="http://schemas.microsoft.com/office/drawing/2014/main" id="{17E947E5-D8A0-4E17-B3D4-B43067673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834"/>
              <a:ext cx="12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1" name="Oval 236">
              <a:extLst>
                <a:ext uri="{FF2B5EF4-FFF2-40B4-BE49-F238E27FC236}">
                  <a16:creationId xmlns:a16="http://schemas.microsoft.com/office/drawing/2014/main" id="{D2A2F2FA-CDE3-4023-B92A-15B6F9DD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2790"/>
              <a:ext cx="11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2" name="Oval 237">
              <a:extLst>
                <a:ext uri="{FF2B5EF4-FFF2-40B4-BE49-F238E27FC236}">
                  <a16:creationId xmlns:a16="http://schemas.microsoft.com/office/drawing/2014/main" id="{4EF35473-FB2E-41B0-962E-FE3AE2562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774"/>
              <a:ext cx="12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3" name="Oval 238">
              <a:extLst>
                <a:ext uri="{FF2B5EF4-FFF2-40B4-BE49-F238E27FC236}">
                  <a16:creationId xmlns:a16="http://schemas.microsoft.com/office/drawing/2014/main" id="{3BC1488E-572A-4130-A2BD-8C6DB4CD0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2742"/>
              <a:ext cx="13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4" name="Oval 239">
              <a:extLst>
                <a:ext uri="{FF2B5EF4-FFF2-40B4-BE49-F238E27FC236}">
                  <a16:creationId xmlns:a16="http://schemas.microsoft.com/office/drawing/2014/main" id="{92627755-BC92-45DE-8DEB-CC089B317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710"/>
              <a:ext cx="13" cy="11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5" name="Oval 240">
              <a:extLst>
                <a:ext uri="{FF2B5EF4-FFF2-40B4-BE49-F238E27FC236}">
                  <a16:creationId xmlns:a16="http://schemas.microsoft.com/office/drawing/2014/main" id="{8FAF994A-468F-4ABA-9005-CCE72C63E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737"/>
              <a:ext cx="12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6" name="Oval 241">
              <a:extLst>
                <a:ext uri="{FF2B5EF4-FFF2-40B4-BE49-F238E27FC236}">
                  <a16:creationId xmlns:a16="http://schemas.microsoft.com/office/drawing/2014/main" id="{0EFCAF47-D60A-457E-AC2A-88861858A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701"/>
              <a:ext cx="10" cy="11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7" name="Oval 242">
              <a:extLst>
                <a:ext uri="{FF2B5EF4-FFF2-40B4-BE49-F238E27FC236}">
                  <a16:creationId xmlns:a16="http://schemas.microsoft.com/office/drawing/2014/main" id="{2AFE0FF8-B5E7-41D6-AA82-A6F694358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2677"/>
              <a:ext cx="12" cy="10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8" name="Oval 243">
              <a:extLst>
                <a:ext uri="{FF2B5EF4-FFF2-40B4-BE49-F238E27FC236}">
                  <a16:creationId xmlns:a16="http://schemas.microsoft.com/office/drawing/2014/main" id="{AA4AB97A-1B04-4339-A21D-1125A3B03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671"/>
              <a:ext cx="13" cy="11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9" name="Oval 244">
              <a:extLst>
                <a:ext uri="{FF2B5EF4-FFF2-40B4-BE49-F238E27FC236}">
                  <a16:creationId xmlns:a16="http://schemas.microsoft.com/office/drawing/2014/main" id="{92C73FD2-CF51-4B1F-9055-6B4F08F66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2641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0" name="Oval 245">
              <a:extLst>
                <a:ext uri="{FF2B5EF4-FFF2-40B4-BE49-F238E27FC236}">
                  <a16:creationId xmlns:a16="http://schemas.microsoft.com/office/drawing/2014/main" id="{A742791B-21E2-4C14-94C2-07DCF96E9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2613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1" name="Oval 246">
              <a:extLst>
                <a:ext uri="{FF2B5EF4-FFF2-40B4-BE49-F238E27FC236}">
                  <a16:creationId xmlns:a16="http://schemas.microsoft.com/office/drawing/2014/main" id="{9C721D51-F02A-4300-82EB-C84084F77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2634"/>
              <a:ext cx="11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2" name="Oval 247">
              <a:extLst>
                <a:ext uri="{FF2B5EF4-FFF2-40B4-BE49-F238E27FC236}">
                  <a16:creationId xmlns:a16="http://schemas.microsoft.com/office/drawing/2014/main" id="{0C2B61CA-9347-4F95-9183-C51D3730D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2777"/>
              <a:ext cx="13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3" name="Oval 248">
              <a:extLst>
                <a:ext uri="{FF2B5EF4-FFF2-40B4-BE49-F238E27FC236}">
                  <a16:creationId xmlns:a16="http://schemas.microsoft.com/office/drawing/2014/main" id="{ADB40A5C-1307-4FC6-B7B7-5A3E06E80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2807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4" name="Oval 249">
              <a:extLst>
                <a:ext uri="{FF2B5EF4-FFF2-40B4-BE49-F238E27FC236}">
                  <a16:creationId xmlns:a16="http://schemas.microsoft.com/office/drawing/2014/main" id="{AD4E747B-1DE3-4B02-8C00-C57D720F9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2844"/>
              <a:ext cx="12" cy="11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5" name="Oval 250">
              <a:extLst>
                <a:ext uri="{FF2B5EF4-FFF2-40B4-BE49-F238E27FC236}">
                  <a16:creationId xmlns:a16="http://schemas.microsoft.com/office/drawing/2014/main" id="{F5D6B217-5BAF-4A07-B533-FA2FE9FB2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2830"/>
              <a:ext cx="13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6" name="Oval 251">
              <a:extLst>
                <a:ext uri="{FF2B5EF4-FFF2-40B4-BE49-F238E27FC236}">
                  <a16:creationId xmlns:a16="http://schemas.microsoft.com/office/drawing/2014/main" id="{75FC3316-8E1E-4E7C-82C8-746026757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2964"/>
              <a:ext cx="13" cy="11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7" name="Oval 252">
              <a:extLst>
                <a:ext uri="{FF2B5EF4-FFF2-40B4-BE49-F238E27FC236}">
                  <a16:creationId xmlns:a16="http://schemas.microsoft.com/office/drawing/2014/main" id="{BF1E8DAD-356D-4286-B4B9-325675B45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9" y="2996"/>
              <a:ext cx="13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8" name="Oval 253">
              <a:extLst>
                <a:ext uri="{FF2B5EF4-FFF2-40B4-BE49-F238E27FC236}">
                  <a16:creationId xmlns:a16="http://schemas.microsoft.com/office/drawing/2014/main" id="{93D46C9B-E446-4B75-944B-9BF98086F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3035"/>
              <a:ext cx="11" cy="10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9" name="Oval 254">
              <a:extLst>
                <a:ext uri="{FF2B5EF4-FFF2-40B4-BE49-F238E27FC236}">
                  <a16:creationId xmlns:a16="http://schemas.microsoft.com/office/drawing/2014/main" id="{146C039F-B88F-430E-B07C-2BDFDF6F2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3030"/>
              <a:ext cx="11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0" name="Oval 255">
              <a:extLst>
                <a:ext uri="{FF2B5EF4-FFF2-40B4-BE49-F238E27FC236}">
                  <a16:creationId xmlns:a16="http://schemas.microsoft.com/office/drawing/2014/main" id="{8A4DB3D1-2778-46C9-BBF4-ABCF4D185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3067"/>
              <a:ext cx="13" cy="10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1" name="Oval 256">
              <a:extLst>
                <a:ext uri="{FF2B5EF4-FFF2-40B4-BE49-F238E27FC236}">
                  <a16:creationId xmlns:a16="http://schemas.microsoft.com/office/drawing/2014/main" id="{7B39BC31-C6B2-4CAB-8EE1-8B3092D02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3104"/>
              <a:ext cx="12" cy="10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2" name="Oval 257">
              <a:extLst>
                <a:ext uri="{FF2B5EF4-FFF2-40B4-BE49-F238E27FC236}">
                  <a16:creationId xmlns:a16="http://schemas.microsoft.com/office/drawing/2014/main" id="{6D0D999E-AF39-40AF-825A-D76B71BDE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3077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3" name="Oval 258">
              <a:extLst>
                <a:ext uri="{FF2B5EF4-FFF2-40B4-BE49-F238E27FC236}">
                  <a16:creationId xmlns:a16="http://schemas.microsoft.com/office/drawing/2014/main" id="{C0F70621-42A5-4379-B96E-8534FAF35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3107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4" name="Oval 259">
              <a:extLst>
                <a:ext uri="{FF2B5EF4-FFF2-40B4-BE49-F238E27FC236}">
                  <a16:creationId xmlns:a16="http://schemas.microsoft.com/office/drawing/2014/main" id="{AC2FF68B-B52F-4FB7-A150-FE275D1B7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3151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5" name="Oval 260">
              <a:extLst>
                <a:ext uri="{FF2B5EF4-FFF2-40B4-BE49-F238E27FC236}">
                  <a16:creationId xmlns:a16="http://schemas.microsoft.com/office/drawing/2014/main" id="{FCAB2EBB-4E10-488E-BA0D-58AA76A5D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3171"/>
              <a:ext cx="10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6" name="Oval 261">
              <a:extLst>
                <a:ext uri="{FF2B5EF4-FFF2-40B4-BE49-F238E27FC236}">
                  <a16:creationId xmlns:a16="http://schemas.microsoft.com/office/drawing/2014/main" id="{92F6F54E-94DB-46D0-A2D4-313DD40A6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3174"/>
              <a:ext cx="11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7" name="Oval 262">
              <a:extLst>
                <a:ext uri="{FF2B5EF4-FFF2-40B4-BE49-F238E27FC236}">
                  <a16:creationId xmlns:a16="http://schemas.microsoft.com/office/drawing/2014/main" id="{782FF501-415B-41FC-8C44-7904B631B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3143"/>
              <a:ext cx="12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8" name="Oval 263">
              <a:extLst>
                <a:ext uri="{FF2B5EF4-FFF2-40B4-BE49-F238E27FC236}">
                  <a16:creationId xmlns:a16="http://schemas.microsoft.com/office/drawing/2014/main" id="{B539FFF2-C67F-4388-A594-76844BA8C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574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9" name="Oval 264">
              <a:extLst>
                <a:ext uri="{FF2B5EF4-FFF2-40B4-BE49-F238E27FC236}">
                  <a16:creationId xmlns:a16="http://schemas.microsoft.com/office/drawing/2014/main" id="{2A8437EB-FD26-4D5D-9003-2C2809DF2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2604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0" name="Oval 265">
              <a:extLst>
                <a:ext uri="{FF2B5EF4-FFF2-40B4-BE49-F238E27FC236}">
                  <a16:creationId xmlns:a16="http://schemas.microsoft.com/office/drawing/2014/main" id="{D1C3EA7F-58B4-4218-A393-475F59481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2645"/>
              <a:ext cx="12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1" name="Oval 266">
              <a:extLst>
                <a:ext uri="{FF2B5EF4-FFF2-40B4-BE49-F238E27FC236}">
                  <a16:creationId xmlns:a16="http://schemas.microsoft.com/office/drawing/2014/main" id="{F4FAE3EA-7836-4223-9810-501D63E86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2698"/>
              <a:ext cx="11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2" name="Oval 267">
              <a:extLst>
                <a:ext uri="{FF2B5EF4-FFF2-40B4-BE49-F238E27FC236}">
                  <a16:creationId xmlns:a16="http://schemas.microsoft.com/office/drawing/2014/main" id="{5905977E-9D5E-443B-B496-89BD88618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2735"/>
              <a:ext cx="12" cy="10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3" name="Oval 268">
              <a:extLst>
                <a:ext uri="{FF2B5EF4-FFF2-40B4-BE49-F238E27FC236}">
                  <a16:creationId xmlns:a16="http://schemas.microsoft.com/office/drawing/2014/main" id="{DDAC0430-78BB-439E-B512-A9C4396CF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585"/>
              <a:ext cx="12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4" name="Oval 269">
              <a:extLst>
                <a:ext uri="{FF2B5EF4-FFF2-40B4-BE49-F238E27FC236}">
                  <a16:creationId xmlns:a16="http://schemas.microsoft.com/office/drawing/2014/main" id="{5D977529-AC2B-4356-BCA4-22CAA0123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551"/>
              <a:ext cx="12" cy="11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5" name="Oval 270">
              <a:extLst>
                <a:ext uri="{FF2B5EF4-FFF2-40B4-BE49-F238E27FC236}">
                  <a16:creationId xmlns:a16="http://schemas.microsoft.com/office/drawing/2014/main" id="{C2D5F337-C989-44AF-9839-7CC02B0C5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532"/>
              <a:ext cx="10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6" name="Oval 271">
              <a:extLst>
                <a:ext uri="{FF2B5EF4-FFF2-40B4-BE49-F238E27FC236}">
                  <a16:creationId xmlns:a16="http://schemas.microsoft.com/office/drawing/2014/main" id="{85D0C3DD-6695-4135-B967-19BFB3290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498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7" name="Oval 272">
              <a:extLst>
                <a:ext uri="{FF2B5EF4-FFF2-40B4-BE49-F238E27FC236}">
                  <a16:creationId xmlns:a16="http://schemas.microsoft.com/office/drawing/2014/main" id="{24C3703D-7E3C-4659-9FEA-51A4D471B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521"/>
              <a:ext cx="12" cy="11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8" name="Oval 273">
              <a:extLst>
                <a:ext uri="{FF2B5EF4-FFF2-40B4-BE49-F238E27FC236}">
                  <a16:creationId xmlns:a16="http://schemas.microsoft.com/office/drawing/2014/main" id="{AD80A103-2A23-41E3-9DC0-CAC5C6EF6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2483"/>
              <a:ext cx="13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9" name="Oval 274">
              <a:extLst>
                <a:ext uri="{FF2B5EF4-FFF2-40B4-BE49-F238E27FC236}">
                  <a16:creationId xmlns:a16="http://schemas.microsoft.com/office/drawing/2014/main" id="{84ED51EB-0D52-40AE-B8F4-EADC9CF99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461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0" name="Oval 275">
              <a:extLst>
                <a:ext uri="{FF2B5EF4-FFF2-40B4-BE49-F238E27FC236}">
                  <a16:creationId xmlns:a16="http://schemas.microsoft.com/office/drawing/2014/main" id="{8E7C39C6-4613-43DA-BE3E-DF30CB53F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2430"/>
              <a:ext cx="11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1" name="Oval 276">
              <a:extLst>
                <a:ext uri="{FF2B5EF4-FFF2-40B4-BE49-F238E27FC236}">
                  <a16:creationId xmlns:a16="http://schemas.microsoft.com/office/drawing/2014/main" id="{5A7F11B1-9F22-4DA2-9612-9D70F34F7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447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2" name="Oval 277">
              <a:extLst>
                <a:ext uri="{FF2B5EF4-FFF2-40B4-BE49-F238E27FC236}">
                  <a16:creationId xmlns:a16="http://schemas.microsoft.com/office/drawing/2014/main" id="{AB00A494-5783-4ABC-BD93-45AE201CA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2405"/>
              <a:ext cx="13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3" name="Oval 278">
              <a:extLst>
                <a:ext uri="{FF2B5EF4-FFF2-40B4-BE49-F238E27FC236}">
                  <a16:creationId xmlns:a16="http://schemas.microsoft.com/office/drawing/2014/main" id="{8D23124A-F103-4E63-BD18-94BFD20E2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380"/>
              <a:ext cx="12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4" name="Oval 279">
              <a:extLst>
                <a:ext uri="{FF2B5EF4-FFF2-40B4-BE49-F238E27FC236}">
                  <a16:creationId xmlns:a16="http://schemas.microsoft.com/office/drawing/2014/main" id="{2195DF4F-8384-456F-9EBC-76CD397E1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363"/>
              <a:ext cx="13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5" name="Oval 280">
              <a:extLst>
                <a:ext uri="{FF2B5EF4-FFF2-40B4-BE49-F238E27FC236}">
                  <a16:creationId xmlns:a16="http://schemas.microsoft.com/office/drawing/2014/main" id="{C6093394-3ABF-4AD0-BBD5-1B4126C54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2303"/>
              <a:ext cx="12" cy="12"/>
            </a:xfrm>
            <a:prstGeom prst="ellipse">
              <a:avLst/>
            </a:prstGeom>
            <a:solidFill>
              <a:srgbClr val="87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6" name="Oval 281">
              <a:extLst>
                <a:ext uri="{FF2B5EF4-FFF2-40B4-BE49-F238E27FC236}">
                  <a16:creationId xmlns:a16="http://schemas.microsoft.com/office/drawing/2014/main" id="{D1890793-A585-4D3F-A58B-563C0808C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347"/>
              <a:ext cx="12" cy="10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7" name="Oval 282">
              <a:extLst>
                <a:ext uri="{FF2B5EF4-FFF2-40B4-BE49-F238E27FC236}">
                  <a16:creationId xmlns:a16="http://schemas.microsoft.com/office/drawing/2014/main" id="{B8FA6E6F-E85A-464C-98DC-2C7781F52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317"/>
              <a:ext cx="13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8" name="Oval 283">
              <a:extLst>
                <a:ext uri="{FF2B5EF4-FFF2-40B4-BE49-F238E27FC236}">
                  <a16:creationId xmlns:a16="http://schemas.microsoft.com/office/drawing/2014/main" id="{BA3DAF7F-F4CE-4BD7-9CEC-ADD03E841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2276"/>
              <a:ext cx="11" cy="11"/>
            </a:xfrm>
            <a:prstGeom prst="ellipse">
              <a:avLst/>
            </a:prstGeom>
            <a:solidFill>
              <a:srgbClr val="87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9" name="Oval 284">
              <a:extLst>
                <a:ext uri="{FF2B5EF4-FFF2-40B4-BE49-F238E27FC236}">
                  <a16:creationId xmlns:a16="http://schemas.microsoft.com/office/drawing/2014/main" id="{FB2B1124-B56D-4109-963B-055C97B7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317"/>
              <a:ext cx="13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0" name="Oval 285">
              <a:extLst>
                <a:ext uri="{FF2B5EF4-FFF2-40B4-BE49-F238E27FC236}">
                  <a16:creationId xmlns:a16="http://schemas.microsoft.com/office/drawing/2014/main" id="{55B76A2C-C580-4E51-A0C1-F9952E56D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2361"/>
              <a:ext cx="12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1" name="Oval 286">
              <a:extLst>
                <a:ext uri="{FF2B5EF4-FFF2-40B4-BE49-F238E27FC236}">
                  <a16:creationId xmlns:a16="http://schemas.microsoft.com/office/drawing/2014/main" id="{7CEE6A1C-2B4C-4460-8CE6-E86E5B53C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2403"/>
              <a:ext cx="11" cy="13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2" name="Oval 287">
              <a:extLst>
                <a:ext uri="{FF2B5EF4-FFF2-40B4-BE49-F238E27FC236}">
                  <a16:creationId xmlns:a16="http://schemas.microsoft.com/office/drawing/2014/main" id="{A540F2BE-5170-44C0-9C11-DCD066A0C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2444"/>
              <a:ext cx="12" cy="12"/>
            </a:xfrm>
            <a:prstGeom prst="ellipse">
              <a:avLst/>
            </a:pr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3" name="Freeform 288">
              <a:extLst>
                <a:ext uri="{FF2B5EF4-FFF2-40B4-BE49-F238E27FC236}">
                  <a16:creationId xmlns:a16="http://schemas.microsoft.com/office/drawing/2014/main" id="{1181C84B-B588-456A-BE14-066F2127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051"/>
              <a:ext cx="60" cy="67"/>
            </a:xfrm>
            <a:custGeom>
              <a:avLst/>
              <a:gdLst>
                <a:gd name="T0" fmla="*/ 203 w 34"/>
                <a:gd name="T1" fmla="*/ 0 h 38"/>
                <a:gd name="T2" fmla="*/ 408 w 34"/>
                <a:gd name="T3" fmla="*/ 465 h 38"/>
                <a:gd name="T4" fmla="*/ 0 w 34"/>
                <a:gd name="T5" fmla="*/ 64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12" y="0"/>
                  </a:moveTo>
                  <a:cubicBezTo>
                    <a:pt x="26" y="6"/>
                    <a:pt x="34" y="13"/>
                    <a:pt x="24" y="27"/>
                  </a:cubicBezTo>
                  <a:cubicBezTo>
                    <a:pt x="19" y="35"/>
                    <a:pt x="9" y="34"/>
                    <a:pt x="0" y="3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4" name="Freeform 289">
              <a:extLst>
                <a:ext uri="{FF2B5EF4-FFF2-40B4-BE49-F238E27FC236}">
                  <a16:creationId xmlns:a16="http://schemas.microsoft.com/office/drawing/2014/main" id="{326DAC95-35E3-4BA0-845A-D96AD4997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68"/>
              <a:ext cx="66" cy="60"/>
            </a:xfrm>
            <a:custGeom>
              <a:avLst/>
              <a:gdLst>
                <a:gd name="T0" fmla="*/ 0 w 37"/>
                <a:gd name="T1" fmla="*/ 358 h 34"/>
                <a:gd name="T2" fmla="*/ 210 w 37"/>
                <a:gd name="T3" fmla="*/ 582 h 34"/>
                <a:gd name="T4" fmla="*/ 580 w 37"/>
                <a:gd name="T5" fmla="*/ 152 h 34"/>
                <a:gd name="T6" fmla="*/ 114 w 37"/>
                <a:gd name="T7" fmla="*/ 4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0" y="21"/>
                  </a:moveTo>
                  <a:cubicBezTo>
                    <a:pt x="1" y="26"/>
                    <a:pt x="7" y="30"/>
                    <a:pt x="12" y="34"/>
                  </a:cubicBezTo>
                  <a:cubicBezTo>
                    <a:pt x="24" y="27"/>
                    <a:pt x="37" y="24"/>
                    <a:pt x="32" y="9"/>
                  </a:cubicBezTo>
                  <a:cubicBezTo>
                    <a:pt x="29" y="0"/>
                    <a:pt x="16" y="5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5" name="Freeform 290">
              <a:extLst>
                <a:ext uri="{FF2B5EF4-FFF2-40B4-BE49-F238E27FC236}">
                  <a16:creationId xmlns:a16="http://schemas.microsoft.com/office/drawing/2014/main" id="{455E7EA4-ADAC-4210-BEAE-D414AB9B0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077"/>
              <a:ext cx="80" cy="66"/>
            </a:xfrm>
            <a:custGeom>
              <a:avLst/>
              <a:gdLst>
                <a:gd name="T0" fmla="*/ 114 w 45"/>
                <a:gd name="T1" fmla="*/ 182 h 37"/>
                <a:gd name="T2" fmla="*/ 462 w 45"/>
                <a:gd name="T3" fmla="*/ 0 h 37"/>
                <a:gd name="T4" fmla="*/ 692 w 45"/>
                <a:gd name="T5" fmla="*/ 166 h 37"/>
                <a:gd name="T6" fmla="*/ 747 w 45"/>
                <a:gd name="T7" fmla="*/ 414 h 37"/>
                <a:gd name="T8" fmla="*/ 747 w 45"/>
                <a:gd name="T9" fmla="*/ 580 h 37"/>
                <a:gd name="T10" fmla="*/ 320 w 45"/>
                <a:gd name="T11" fmla="*/ 669 h 37"/>
                <a:gd name="T12" fmla="*/ 50 w 45"/>
                <a:gd name="T13" fmla="*/ 34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7">
                  <a:moveTo>
                    <a:pt x="6" y="10"/>
                  </a:moveTo>
                  <a:cubicBezTo>
                    <a:pt x="13" y="7"/>
                    <a:pt x="18" y="0"/>
                    <a:pt x="26" y="0"/>
                  </a:cubicBezTo>
                  <a:cubicBezTo>
                    <a:pt x="31" y="1"/>
                    <a:pt x="36" y="5"/>
                    <a:pt x="39" y="9"/>
                  </a:cubicBezTo>
                  <a:cubicBezTo>
                    <a:pt x="43" y="13"/>
                    <a:pt x="42" y="17"/>
                    <a:pt x="42" y="23"/>
                  </a:cubicBezTo>
                  <a:cubicBezTo>
                    <a:pt x="42" y="25"/>
                    <a:pt x="45" y="30"/>
                    <a:pt x="42" y="32"/>
                  </a:cubicBezTo>
                  <a:cubicBezTo>
                    <a:pt x="41" y="33"/>
                    <a:pt x="21" y="37"/>
                    <a:pt x="18" y="37"/>
                  </a:cubicBezTo>
                  <a:cubicBezTo>
                    <a:pt x="12" y="36"/>
                    <a:pt x="0" y="25"/>
                    <a:pt x="3" y="1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6" name="Freeform 291">
              <a:extLst>
                <a:ext uri="{FF2B5EF4-FFF2-40B4-BE49-F238E27FC236}">
                  <a16:creationId xmlns:a16="http://schemas.microsoft.com/office/drawing/2014/main" id="{F0E43827-2420-4FBB-B21F-FD8DA948A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127"/>
              <a:ext cx="72" cy="53"/>
            </a:xfrm>
            <a:custGeom>
              <a:avLst/>
              <a:gdLst>
                <a:gd name="T0" fmla="*/ 151 w 41"/>
                <a:gd name="T1" fmla="*/ 0 h 30"/>
                <a:gd name="T2" fmla="*/ 65 w 41"/>
                <a:gd name="T3" fmla="*/ 314 h 30"/>
                <a:gd name="T4" fmla="*/ 416 w 41"/>
                <a:gd name="T5" fmla="*/ 496 h 30"/>
                <a:gd name="T6" fmla="*/ 681 w 41"/>
                <a:gd name="T7" fmla="*/ 15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0">
                  <a:moveTo>
                    <a:pt x="9" y="0"/>
                  </a:moveTo>
                  <a:cubicBezTo>
                    <a:pt x="5" y="6"/>
                    <a:pt x="0" y="12"/>
                    <a:pt x="4" y="18"/>
                  </a:cubicBezTo>
                  <a:cubicBezTo>
                    <a:pt x="7" y="23"/>
                    <a:pt x="17" y="30"/>
                    <a:pt x="25" y="29"/>
                  </a:cubicBezTo>
                  <a:cubicBezTo>
                    <a:pt x="34" y="29"/>
                    <a:pt x="38" y="16"/>
                    <a:pt x="41" y="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7" name="Freeform 292">
              <a:extLst>
                <a:ext uri="{FF2B5EF4-FFF2-40B4-BE49-F238E27FC236}">
                  <a16:creationId xmlns:a16="http://schemas.microsoft.com/office/drawing/2014/main" id="{0BB9D7F1-128D-4037-A4D5-89C2EC9A6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171"/>
              <a:ext cx="57" cy="19"/>
            </a:xfrm>
            <a:custGeom>
              <a:avLst/>
              <a:gdLst>
                <a:gd name="T0" fmla="*/ 0 w 32"/>
                <a:gd name="T1" fmla="*/ 0 h 11"/>
                <a:gd name="T2" fmla="*/ 346 w 32"/>
                <a:gd name="T3" fmla="*/ 123 h 11"/>
                <a:gd name="T4" fmla="*/ 577 w 3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1">
                  <a:moveTo>
                    <a:pt x="0" y="0"/>
                  </a:moveTo>
                  <a:cubicBezTo>
                    <a:pt x="4" y="5"/>
                    <a:pt x="13" y="11"/>
                    <a:pt x="19" y="8"/>
                  </a:cubicBezTo>
                  <a:cubicBezTo>
                    <a:pt x="23" y="7"/>
                    <a:pt x="30" y="1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8" name="Freeform 293">
              <a:extLst>
                <a:ext uri="{FF2B5EF4-FFF2-40B4-BE49-F238E27FC236}">
                  <a16:creationId xmlns:a16="http://schemas.microsoft.com/office/drawing/2014/main" id="{8FA71B96-EB00-46D1-945D-0F33B8DE7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190"/>
              <a:ext cx="37" cy="44"/>
            </a:xfrm>
            <a:custGeom>
              <a:avLst/>
              <a:gdLst>
                <a:gd name="T0" fmla="*/ 102 w 21"/>
                <a:gd name="T1" fmla="*/ 0 h 25"/>
                <a:gd name="T2" fmla="*/ 102 w 21"/>
                <a:gd name="T3" fmla="*/ 306 h 25"/>
                <a:gd name="T4" fmla="*/ 358 w 21"/>
                <a:gd name="T5" fmla="*/ 4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6" y="0"/>
                  </a:moveTo>
                  <a:cubicBezTo>
                    <a:pt x="2" y="8"/>
                    <a:pt x="0" y="12"/>
                    <a:pt x="6" y="18"/>
                  </a:cubicBezTo>
                  <a:cubicBezTo>
                    <a:pt x="11" y="22"/>
                    <a:pt x="15" y="25"/>
                    <a:pt x="21" y="2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9" name="Freeform 294">
              <a:extLst>
                <a:ext uri="{FF2B5EF4-FFF2-40B4-BE49-F238E27FC236}">
                  <a16:creationId xmlns:a16="http://schemas.microsoft.com/office/drawing/2014/main" id="{3534EC8F-0AEE-452F-BADC-BA9659EDF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155"/>
              <a:ext cx="55" cy="21"/>
            </a:xfrm>
            <a:custGeom>
              <a:avLst/>
              <a:gdLst>
                <a:gd name="T0" fmla="*/ 548 w 31"/>
                <a:gd name="T1" fmla="*/ 37 h 12"/>
                <a:gd name="T2" fmla="*/ 0 w 3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2">
                  <a:moveTo>
                    <a:pt x="31" y="2"/>
                  </a:moveTo>
                  <a:cubicBezTo>
                    <a:pt x="22" y="12"/>
                    <a:pt x="7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0" name="Freeform 295">
              <a:extLst>
                <a:ext uri="{FF2B5EF4-FFF2-40B4-BE49-F238E27FC236}">
                  <a16:creationId xmlns:a16="http://schemas.microsoft.com/office/drawing/2014/main" id="{72F98D69-2231-402F-8D6D-EAF98CBF3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3171"/>
              <a:ext cx="72" cy="47"/>
            </a:xfrm>
            <a:custGeom>
              <a:avLst/>
              <a:gdLst>
                <a:gd name="T0" fmla="*/ 86 w 41"/>
                <a:gd name="T1" fmla="*/ 0 h 27"/>
                <a:gd name="T2" fmla="*/ 86 w 41"/>
                <a:gd name="T3" fmla="*/ 348 h 27"/>
                <a:gd name="T4" fmla="*/ 437 w 41"/>
                <a:gd name="T5" fmla="*/ 413 h 27"/>
                <a:gd name="T6" fmla="*/ 666 w 41"/>
                <a:gd name="T7" fmla="*/ 8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7">
                  <a:moveTo>
                    <a:pt x="5" y="0"/>
                  </a:moveTo>
                  <a:cubicBezTo>
                    <a:pt x="6" y="6"/>
                    <a:pt x="0" y="17"/>
                    <a:pt x="5" y="22"/>
                  </a:cubicBezTo>
                  <a:cubicBezTo>
                    <a:pt x="7" y="24"/>
                    <a:pt x="23" y="27"/>
                    <a:pt x="26" y="26"/>
                  </a:cubicBezTo>
                  <a:cubicBezTo>
                    <a:pt x="34" y="24"/>
                    <a:pt x="41" y="9"/>
                    <a:pt x="40" y="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1" name="Freeform 296">
              <a:extLst>
                <a:ext uri="{FF2B5EF4-FFF2-40B4-BE49-F238E27FC236}">
                  <a16:creationId xmlns:a16="http://schemas.microsoft.com/office/drawing/2014/main" id="{BCA08C7C-7EC0-44D0-92A4-F4086ACED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208"/>
              <a:ext cx="58" cy="30"/>
            </a:xfrm>
            <a:custGeom>
              <a:avLst/>
              <a:gdLst>
                <a:gd name="T0" fmla="*/ 0 w 33"/>
                <a:gd name="T1" fmla="*/ 0 h 17"/>
                <a:gd name="T2" fmla="*/ 380 w 33"/>
                <a:gd name="T3" fmla="*/ 203 h 17"/>
                <a:gd name="T4" fmla="*/ 554 w 33"/>
                <a:gd name="T5" fmla="*/ 6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7">
                  <a:moveTo>
                    <a:pt x="0" y="0"/>
                  </a:moveTo>
                  <a:cubicBezTo>
                    <a:pt x="3" y="8"/>
                    <a:pt x="14" y="17"/>
                    <a:pt x="23" y="12"/>
                  </a:cubicBezTo>
                  <a:cubicBezTo>
                    <a:pt x="26" y="10"/>
                    <a:pt x="32" y="6"/>
                    <a:pt x="33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2" name="Freeform 297">
              <a:extLst>
                <a:ext uri="{FF2B5EF4-FFF2-40B4-BE49-F238E27FC236}">
                  <a16:creationId xmlns:a16="http://schemas.microsoft.com/office/drawing/2014/main" id="{2E437942-FC44-4C7A-AA6C-AF6FDC07B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3210"/>
              <a:ext cx="44" cy="15"/>
            </a:xfrm>
            <a:custGeom>
              <a:avLst/>
              <a:gdLst>
                <a:gd name="T0" fmla="*/ 421 w 25"/>
                <a:gd name="T1" fmla="*/ 0 h 9"/>
                <a:gd name="T2" fmla="*/ 0 w 25"/>
                <a:gd name="T3" fmla="*/ 9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25" y="0"/>
                  </a:moveTo>
                  <a:cubicBezTo>
                    <a:pt x="18" y="3"/>
                    <a:pt x="6" y="9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3" name="Freeform 298">
              <a:extLst>
                <a:ext uri="{FF2B5EF4-FFF2-40B4-BE49-F238E27FC236}">
                  <a16:creationId xmlns:a16="http://schemas.microsoft.com/office/drawing/2014/main" id="{8660D497-1821-41D3-913E-466CA8AD3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3218"/>
              <a:ext cx="59" cy="37"/>
            </a:xfrm>
            <a:custGeom>
              <a:avLst/>
              <a:gdLst>
                <a:gd name="T0" fmla="*/ 0 w 33"/>
                <a:gd name="T1" fmla="*/ 37 h 21"/>
                <a:gd name="T2" fmla="*/ 390 w 33"/>
                <a:gd name="T3" fmla="*/ 289 h 21"/>
                <a:gd name="T4" fmla="*/ 560 w 3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1">
                  <a:moveTo>
                    <a:pt x="0" y="2"/>
                  </a:moveTo>
                  <a:cubicBezTo>
                    <a:pt x="4" y="11"/>
                    <a:pt x="8" y="21"/>
                    <a:pt x="21" y="17"/>
                  </a:cubicBezTo>
                  <a:cubicBezTo>
                    <a:pt x="33" y="13"/>
                    <a:pt x="29" y="7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4" name="Freeform 299">
              <a:extLst>
                <a:ext uri="{FF2B5EF4-FFF2-40B4-BE49-F238E27FC236}">
                  <a16:creationId xmlns:a16="http://schemas.microsoft.com/office/drawing/2014/main" id="{6C117F79-3818-42AF-9FFB-B201E3CD3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233"/>
              <a:ext cx="58" cy="40"/>
            </a:xfrm>
            <a:custGeom>
              <a:avLst/>
              <a:gdLst>
                <a:gd name="T0" fmla="*/ 0 w 33"/>
                <a:gd name="T1" fmla="*/ 90 h 23"/>
                <a:gd name="T2" fmla="*/ 417 w 33"/>
                <a:gd name="T3" fmla="*/ 212 h 23"/>
                <a:gd name="T4" fmla="*/ 554 w 3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6"/>
                  </a:moveTo>
                  <a:cubicBezTo>
                    <a:pt x="5" y="18"/>
                    <a:pt x="11" y="23"/>
                    <a:pt x="25" y="13"/>
                  </a:cubicBezTo>
                  <a:cubicBezTo>
                    <a:pt x="29" y="10"/>
                    <a:pt x="33" y="3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5" name="Freeform 300">
              <a:extLst>
                <a:ext uri="{FF2B5EF4-FFF2-40B4-BE49-F238E27FC236}">
                  <a16:creationId xmlns:a16="http://schemas.microsoft.com/office/drawing/2014/main" id="{CB625CB7-31AE-425B-A4D0-FCF866932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250"/>
              <a:ext cx="30" cy="16"/>
            </a:xfrm>
            <a:custGeom>
              <a:avLst/>
              <a:gdLst>
                <a:gd name="T0" fmla="*/ 293 w 17"/>
                <a:gd name="T1" fmla="*/ 0 h 9"/>
                <a:gd name="T2" fmla="*/ 0 w 17"/>
                <a:gd name="T3" fmla="*/ 15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17" y="0"/>
                  </a:moveTo>
                  <a:cubicBezTo>
                    <a:pt x="10" y="3"/>
                    <a:pt x="8" y="8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6" name="Freeform 301">
              <a:extLst>
                <a:ext uri="{FF2B5EF4-FFF2-40B4-BE49-F238E27FC236}">
                  <a16:creationId xmlns:a16="http://schemas.microsoft.com/office/drawing/2014/main" id="{54F67990-839B-4153-B90B-5A2242D13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262"/>
              <a:ext cx="65" cy="30"/>
            </a:xfrm>
            <a:custGeom>
              <a:avLst/>
              <a:gdLst>
                <a:gd name="T0" fmla="*/ 0 w 37"/>
                <a:gd name="T1" fmla="*/ 37 h 17"/>
                <a:gd name="T2" fmla="*/ 200 w 37"/>
                <a:gd name="T3" fmla="*/ 268 h 17"/>
                <a:gd name="T4" fmla="*/ 466 w 37"/>
                <a:gd name="T5" fmla="*/ 224 h 17"/>
                <a:gd name="T6" fmla="*/ 567 w 37"/>
                <a:gd name="T7" fmla="*/ 138 h 17"/>
                <a:gd name="T8" fmla="*/ 617 w 37"/>
                <a:gd name="T9" fmla="*/ 3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7">
                  <a:moveTo>
                    <a:pt x="0" y="2"/>
                  </a:moveTo>
                  <a:cubicBezTo>
                    <a:pt x="2" y="5"/>
                    <a:pt x="8" y="15"/>
                    <a:pt x="12" y="16"/>
                  </a:cubicBezTo>
                  <a:cubicBezTo>
                    <a:pt x="15" y="17"/>
                    <a:pt x="24" y="14"/>
                    <a:pt x="28" y="13"/>
                  </a:cubicBezTo>
                  <a:cubicBezTo>
                    <a:pt x="34" y="11"/>
                    <a:pt x="31" y="12"/>
                    <a:pt x="34" y="8"/>
                  </a:cubicBezTo>
                  <a:cubicBezTo>
                    <a:pt x="35" y="6"/>
                    <a:pt x="37" y="0"/>
                    <a:pt x="37" y="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7" name="Freeform 302">
              <a:extLst>
                <a:ext uri="{FF2B5EF4-FFF2-40B4-BE49-F238E27FC236}">
                  <a16:creationId xmlns:a16="http://schemas.microsoft.com/office/drawing/2014/main" id="{B86BC758-EA85-4A11-B462-9431ED9F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292"/>
              <a:ext cx="19" cy="41"/>
            </a:xfrm>
            <a:custGeom>
              <a:avLst/>
              <a:gdLst>
                <a:gd name="T0" fmla="*/ 169 w 11"/>
                <a:gd name="T1" fmla="*/ 0 h 23"/>
                <a:gd name="T2" fmla="*/ 0 w 11"/>
                <a:gd name="T3" fmla="*/ 41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10" y="7"/>
                    <a:pt x="6" y="18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8" name="Freeform 303">
              <a:extLst>
                <a:ext uri="{FF2B5EF4-FFF2-40B4-BE49-F238E27FC236}">
                  <a16:creationId xmlns:a16="http://schemas.microsoft.com/office/drawing/2014/main" id="{61D0341A-152E-4D6E-B832-F85629CA8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3285"/>
              <a:ext cx="33" cy="30"/>
            </a:xfrm>
            <a:custGeom>
              <a:avLst/>
              <a:gdLst>
                <a:gd name="T0" fmla="*/ 0 w 19"/>
                <a:gd name="T1" fmla="*/ 0 h 17"/>
                <a:gd name="T2" fmla="*/ 299 w 19"/>
                <a:gd name="T3" fmla="*/ 29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1" y="8"/>
                    <a:pt x="11" y="14"/>
                    <a:pt x="19" y="1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9" name="Freeform 304">
              <a:extLst>
                <a:ext uri="{FF2B5EF4-FFF2-40B4-BE49-F238E27FC236}">
                  <a16:creationId xmlns:a16="http://schemas.microsoft.com/office/drawing/2014/main" id="{0A58D31A-1F0C-497E-B8E4-A575C13C5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321"/>
              <a:ext cx="58" cy="21"/>
            </a:xfrm>
            <a:custGeom>
              <a:avLst/>
              <a:gdLst>
                <a:gd name="T0" fmla="*/ 0 w 33"/>
                <a:gd name="T1" fmla="*/ 0 h 12"/>
                <a:gd name="T2" fmla="*/ 302 w 33"/>
                <a:gd name="T3" fmla="*/ 172 h 12"/>
                <a:gd name="T4" fmla="*/ 554 w 33"/>
                <a:gd name="T5" fmla="*/ 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0"/>
                  </a:moveTo>
                  <a:cubicBezTo>
                    <a:pt x="4" y="6"/>
                    <a:pt x="9" y="12"/>
                    <a:pt x="18" y="10"/>
                  </a:cubicBezTo>
                  <a:cubicBezTo>
                    <a:pt x="23" y="9"/>
                    <a:pt x="28" y="5"/>
                    <a:pt x="33" y="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0" name="Freeform 305">
              <a:extLst>
                <a:ext uri="{FF2B5EF4-FFF2-40B4-BE49-F238E27FC236}">
                  <a16:creationId xmlns:a16="http://schemas.microsoft.com/office/drawing/2014/main" id="{BF8E2B01-5CC5-4804-A883-F2E6BD4F5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338"/>
              <a:ext cx="29" cy="16"/>
            </a:xfrm>
            <a:custGeom>
              <a:avLst/>
              <a:gdLst>
                <a:gd name="T0" fmla="*/ 0 w 16"/>
                <a:gd name="T1" fmla="*/ 0 h 9"/>
                <a:gd name="T2" fmla="*/ 315 w 16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4" y="2"/>
                    <a:pt x="11" y="9"/>
                    <a:pt x="16" y="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1" name="Freeform 306">
              <a:extLst>
                <a:ext uri="{FF2B5EF4-FFF2-40B4-BE49-F238E27FC236}">
                  <a16:creationId xmlns:a16="http://schemas.microsoft.com/office/drawing/2014/main" id="{66E3F029-15E1-483C-B987-E420E3E1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347"/>
              <a:ext cx="36" cy="53"/>
            </a:xfrm>
            <a:custGeom>
              <a:avLst/>
              <a:gdLst>
                <a:gd name="T0" fmla="*/ 234 w 20"/>
                <a:gd name="T1" fmla="*/ 0 h 30"/>
                <a:gd name="T2" fmla="*/ 0 w 20"/>
                <a:gd name="T3" fmla="*/ 244 h 30"/>
                <a:gd name="T4" fmla="*/ 133 w 20"/>
                <a:gd name="T5" fmla="*/ 408 h 30"/>
                <a:gd name="T6" fmla="*/ 380 w 20"/>
                <a:gd name="T7" fmla="*/ 51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0">
                  <a:moveTo>
                    <a:pt x="12" y="0"/>
                  </a:moveTo>
                  <a:cubicBezTo>
                    <a:pt x="9" y="3"/>
                    <a:pt x="1" y="10"/>
                    <a:pt x="0" y="14"/>
                  </a:cubicBezTo>
                  <a:cubicBezTo>
                    <a:pt x="0" y="17"/>
                    <a:pt x="5" y="22"/>
                    <a:pt x="7" y="24"/>
                  </a:cubicBezTo>
                  <a:cubicBezTo>
                    <a:pt x="10" y="29"/>
                    <a:pt x="12" y="30"/>
                    <a:pt x="20" y="3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2" name="Freeform 307">
              <a:extLst>
                <a:ext uri="{FF2B5EF4-FFF2-40B4-BE49-F238E27FC236}">
                  <a16:creationId xmlns:a16="http://schemas.microsoft.com/office/drawing/2014/main" id="{11328BCB-63D2-4AA2-A341-6EEDAA45C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372"/>
              <a:ext cx="23" cy="10"/>
            </a:xfrm>
            <a:custGeom>
              <a:avLst/>
              <a:gdLst>
                <a:gd name="T0" fmla="*/ 228 w 13"/>
                <a:gd name="T1" fmla="*/ 0 h 6"/>
                <a:gd name="T2" fmla="*/ 0 w 13"/>
                <a:gd name="T3" fmla="*/ 7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0"/>
                  </a:moveTo>
                  <a:cubicBezTo>
                    <a:pt x="8" y="0"/>
                    <a:pt x="3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3" name="Freeform 308">
              <a:extLst>
                <a:ext uri="{FF2B5EF4-FFF2-40B4-BE49-F238E27FC236}">
                  <a16:creationId xmlns:a16="http://schemas.microsoft.com/office/drawing/2014/main" id="{A98C3EF9-B56E-4F2A-90D5-6456D3997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402"/>
              <a:ext cx="9" cy="10"/>
            </a:xfrm>
            <a:custGeom>
              <a:avLst/>
              <a:gdLst>
                <a:gd name="T0" fmla="*/ 0 w 5"/>
                <a:gd name="T1" fmla="*/ 78 h 6"/>
                <a:gd name="T2" fmla="*/ 94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2" y="4"/>
                    <a:pt x="3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4" name="Freeform 309">
              <a:extLst>
                <a:ext uri="{FF2B5EF4-FFF2-40B4-BE49-F238E27FC236}">
                  <a16:creationId xmlns:a16="http://schemas.microsoft.com/office/drawing/2014/main" id="{8E519D8D-0785-46E5-AD1A-62C79D2F3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3344"/>
              <a:ext cx="31" cy="33"/>
            </a:xfrm>
            <a:custGeom>
              <a:avLst/>
              <a:gdLst>
                <a:gd name="T0" fmla="*/ 193 w 18"/>
                <a:gd name="T1" fmla="*/ 0 h 19"/>
                <a:gd name="T2" fmla="*/ 0 w 18"/>
                <a:gd name="T3" fmla="*/ 2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13" y="0"/>
                  </a:moveTo>
                  <a:cubicBezTo>
                    <a:pt x="18" y="11"/>
                    <a:pt x="14" y="16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5" name="Freeform 310">
              <a:extLst>
                <a:ext uri="{FF2B5EF4-FFF2-40B4-BE49-F238E27FC236}">
                  <a16:creationId xmlns:a16="http://schemas.microsoft.com/office/drawing/2014/main" id="{FD825771-7800-4418-9220-0DE9C18FB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363"/>
              <a:ext cx="27" cy="7"/>
            </a:xfrm>
            <a:custGeom>
              <a:avLst/>
              <a:gdLst>
                <a:gd name="T0" fmla="*/ 0 w 15"/>
                <a:gd name="T1" fmla="*/ 0 h 4"/>
                <a:gd name="T2" fmla="*/ 284 w 15"/>
                <a:gd name="T3" fmla="*/ 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5" y="3"/>
                    <a:pt x="10" y="2"/>
                    <a:pt x="15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6" name="Freeform 311">
              <a:extLst>
                <a:ext uri="{FF2B5EF4-FFF2-40B4-BE49-F238E27FC236}">
                  <a16:creationId xmlns:a16="http://schemas.microsoft.com/office/drawing/2014/main" id="{E7E84F63-8AE2-4B42-B116-8F0CCA990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3024"/>
              <a:ext cx="60" cy="50"/>
            </a:xfrm>
            <a:custGeom>
              <a:avLst/>
              <a:gdLst>
                <a:gd name="T0" fmla="*/ 0 w 34"/>
                <a:gd name="T1" fmla="*/ 296 h 28"/>
                <a:gd name="T2" fmla="*/ 309 w 34"/>
                <a:gd name="T3" fmla="*/ 23 h 28"/>
                <a:gd name="T4" fmla="*/ 533 w 34"/>
                <a:gd name="T5" fmla="*/ 166 h 28"/>
                <a:gd name="T6" fmla="*/ 533 w 34"/>
                <a:gd name="T7" fmla="*/ 50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8">
                  <a:moveTo>
                    <a:pt x="0" y="16"/>
                  </a:moveTo>
                  <a:cubicBezTo>
                    <a:pt x="2" y="13"/>
                    <a:pt x="12" y="0"/>
                    <a:pt x="18" y="1"/>
                  </a:cubicBezTo>
                  <a:cubicBezTo>
                    <a:pt x="20" y="1"/>
                    <a:pt x="30" y="7"/>
                    <a:pt x="31" y="9"/>
                  </a:cubicBezTo>
                  <a:cubicBezTo>
                    <a:pt x="34" y="13"/>
                    <a:pt x="34" y="25"/>
                    <a:pt x="31" y="2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7" name="Freeform 312">
              <a:extLst>
                <a:ext uri="{FF2B5EF4-FFF2-40B4-BE49-F238E27FC236}">
                  <a16:creationId xmlns:a16="http://schemas.microsoft.com/office/drawing/2014/main" id="{DA198640-4420-4083-B4FC-D403DB6F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3028"/>
              <a:ext cx="49" cy="49"/>
            </a:xfrm>
            <a:custGeom>
              <a:avLst/>
              <a:gdLst>
                <a:gd name="T0" fmla="*/ 0 w 28"/>
                <a:gd name="T1" fmla="*/ 151 h 28"/>
                <a:gd name="T2" fmla="*/ 441 w 28"/>
                <a:gd name="T3" fmla="*/ 179 h 28"/>
                <a:gd name="T4" fmla="*/ 436 w 28"/>
                <a:gd name="T5" fmla="*/ 46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">
                  <a:moveTo>
                    <a:pt x="0" y="9"/>
                  </a:moveTo>
                  <a:cubicBezTo>
                    <a:pt x="10" y="3"/>
                    <a:pt x="24" y="0"/>
                    <a:pt x="27" y="11"/>
                  </a:cubicBezTo>
                  <a:cubicBezTo>
                    <a:pt x="28" y="15"/>
                    <a:pt x="28" y="25"/>
                    <a:pt x="26" y="2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8" name="Freeform 313">
              <a:extLst>
                <a:ext uri="{FF2B5EF4-FFF2-40B4-BE49-F238E27FC236}">
                  <a16:creationId xmlns:a16="http://schemas.microsoft.com/office/drawing/2014/main" id="{53D8970F-E071-494D-A222-10168DE64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3019"/>
              <a:ext cx="24" cy="21"/>
            </a:xfrm>
            <a:custGeom>
              <a:avLst/>
              <a:gdLst>
                <a:gd name="T0" fmla="*/ 0 w 14"/>
                <a:gd name="T1" fmla="*/ 200 h 12"/>
                <a:gd name="T2" fmla="*/ 206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3" y="7"/>
                    <a:pt x="9" y="2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9" name="Freeform 314">
              <a:extLst>
                <a:ext uri="{FF2B5EF4-FFF2-40B4-BE49-F238E27FC236}">
                  <a16:creationId xmlns:a16="http://schemas.microsoft.com/office/drawing/2014/main" id="{0ACA88D4-449C-4214-ACB5-1B79B5506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996"/>
              <a:ext cx="43" cy="28"/>
            </a:xfrm>
            <a:custGeom>
              <a:avLst/>
              <a:gdLst>
                <a:gd name="T0" fmla="*/ 0 w 24"/>
                <a:gd name="T1" fmla="*/ 114 h 16"/>
                <a:gd name="T2" fmla="*/ 276 w 24"/>
                <a:gd name="T3" fmla="*/ 21 h 16"/>
                <a:gd name="T4" fmla="*/ 443 w 24"/>
                <a:gd name="T5" fmla="*/ 200 h 16"/>
                <a:gd name="T6" fmla="*/ 349 w 24"/>
                <a:gd name="T7" fmla="*/ 26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0" y="7"/>
                  </a:moveTo>
                  <a:cubicBezTo>
                    <a:pt x="5" y="5"/>
                    <a:pt x="10" y="0"/>
                    <a:pt x="15" y="1"/>
                  </a:cubicBezTo>
                  <a:cubicBezTo>
                    <a:pt x="19" y="2"/>
                    <a:pt x="23" y="10"/>
                    <a:pt x="24" y="12"/>
                  </a:cubicBezTo>
                  <a:cubicBezTo>
                    <a:pt x="22" y="13"/>
                    <a:pt x="19" y="16"/>
                    <a:pt x="19" y="16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0" name="Freeform 315">
              <a:extLst>
                <a:ext uri="{FF2B5EF4-FFF2-40B4-BE49-F238E27FC236}">
                  <a16:creationId xmlns:a16="http://schemas.microsoft.com/office/drawing/2014/main" id="{378C608D-F7CE-4957-8D1F-56E5FBAD9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987"/>
              <a:ext cx="54" cy="46"/>
            </a:xfrm>
            <a:custGeom>
              <a:avLst/>
              <a:gdLst>
                <a:gd name="T0" fmla="*/ 0 w 31"/>
                <a:gd name="T1" fmla="*/ 333 h 26"/>
                <a:gd name="T2" fmla="*/ 85 w 31"/>
                <a:gd name="T3" fmla="*/ 50 h 26"/>
                <a:gd name="T4" fmla="*/ 406 w 31"/>
                <a:gd name="T5" fmla="*/ 37 h 26"/>
                <a:gd name="T6" fmla="*/ 498 w 31"/>
                <a:gd name="T7" fmla="*/ 294 h 26"/>
                <a:gd name="T8" fmla="*/ 434 w 31"/>
                <a:gd name="T9" fmla="*/ 44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6">
                  <a:moveTo>
                    <a:pt x="0" y="19"/>
                  </a:moveTo>
                  <a:cubicBezTo>
                    <a:pt x="2" y="14"/>
                    <a:pt x="0" y="7"/>
                    <a:pt x="5" y="3"/>
                  </a:cubicBezTo>
                  <a:cubicBezTo>
                    <a:pt x="9" y="1"/>
                    <a:pt x="22" y="0"/>
                    <a:pt x="25" y="2"/>
                  </a:cubicBezTo>
                  <a:cubicBezTo>
                    <a:pt x="29" y="5"/>
                    <a:pt x="31" y="14"/>
                    <a:pt x="31" y="17"/>
                  </a:cubicBezTo>
                  <a:cubicBezTo>
                    <a:pt x="31" y="20"/>
                    <a:pt x="28" y="26"/>
                    <a:pt x="27" y="26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1" name="Freeform 316">
              <a:extLst>
                <a:ext uri="{FF2B5EF4-FFF2-40B4-BE49-F238E27FC236}">
                  <a16:creationId xmlns:a16="http://schemas.microsoft.com/office/drawing/2014/main" id="{A3DD4543-B5E6-44E7-A3F7-863832B11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366"/>
              <a:ext cx="47" cy="55"/>
            </a:xfrm>
            <a:custGeom>
              <a:avLst/>
              <a:gdLst>
                <a:gd name="T0" fmla="*/ 0 w 27"/>
                <a:gd name="T1" fmla="*/ 410 h 31"/>
                <a:gd name="T2" fmla="*/ 85 w 27"/>
                <a:gd name="T3" fmla="*/ 548 h 31"/>
                <a:gd name="T4" fmla="*/ 433 w 27"/>
                <a:gd name="T5" fmla="*/ 231 h 31"/>
                <a:gd name="T6" fmla="*/ 406 w 27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1">
                  <a:moveTo>
                    <a:pt x="0" y="23"/>
                  </a:moveTo>
                  <a:cubicBezTo>
                    <a:pt x="0" y="24"/>
                    <a:pt x="4" y="30"/>
                    <a:pt x="5" y="31"/>
                  </a:cubicBezTo>
                  <a:cubicBezTo>
                    <a:pt x="20" y="27"/>
                    <a:pt x="25" y="27"/>
                    <a:pt x="27" y="13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2" name="Freeform 317">
              <a:extLst>
                <a:ext uri="{FF2B5EF4-FFF2-40B4-BE49-F238E27FC236}">
                  <a16:creationId xmlns:a16="http://schemas.microsoft.com/office/drawing/2014/main" id="{DDEC0CF9-6098-41BA-9E77-E912D069F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396"/>
              <a:ext cx="48" cy="21"/>
            </a:xfrm>
            <a:custGeom>
              <a:avLst/>
              <a:gdLst>
                <a:gd name="T0" fmla="*/ 0 w 27"/>
                <a:gd name="T1" fmla="*/ 86 h 12"/>
                <a:gd name="T2" fmla="*/ 411 w 27"/>
                <a:gd name="T3" fmla="*/ 151 h 12"/>
                <a:gd name="T4" fmla="*/ 476 w 2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">
                  <a:moveTo>
                    <a:pt x="0" y="5"/>
                  </a:moveTo>
                  <a:cubicBezTo>
                    <a:pt x="4" y="6"/>
                    <a:pt x="19" y="12"/>
                    <a:pt x="23" y="9"/>
                  </a:cubicBezTo>
                  <a:cubicBezTo>
                    <a:pt x="26" y="8"/>
                    <a:pt x="26" y="2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3" name="Freeform 318">
              <a:extLst>
                <a:ext uri="{FF2B5EF4-FFF2-40B4-BE49-F238E27FC236}">
                  <a16:creationId xmlns:a16="http://schemas.microsoft.com/office/drawing/2014/main" id="{3099115A-8A0A-4820-9582-999847356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416"/>
              <a:ext cx="16" cy="14"/>
            </a:xfrm>
            <a:custGeom>
              <a:avLst/>
              <a:gdLst>
                <a:gd name="T0" fmla="*/ 0 w 9"/>
                <a:gd name="T1" fmla="*/ 0 h 8"/>
                <a:gd name="T2" fmla="*/ 158 w 9"/>
                <a:gd name="T3" fmla="*/ 13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3"/>
                    <a:pt x="6" y="5"/>
                    <a:pt x="9" y="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4" name="Freeform 319">
              <a:extLst>
                <a:ext uri="{FF2B5EF4-FFF2-40B4-BE49-F238E27FC236}">
                  <a16:creationId xmlns:a16="http://schemas.microsoft.com/office/drawing/2014/main" id="{9CBFB6AE-73C0-45A6-B76C-4D4AA6ED4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419"/>
              <a:ext cx="35" cy="46"/>
            </a:xfrm>
            <a:custGeom>
              <a:avLst/>
              <a:gdLst>
                <a:gd name="T0" fmla="*/ 0 w 20"/>
                <a:gd name="T1" fmla="*/ 432 h 26"/>
                <a:gd name="T2" fmla="*/ 313 w 20"/>
                <a:gd name="T3" fmla="*/ 203 h 26"/>
                <a:gd name="T4" fmla="*/ 200 w 2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0" y="25"/>
                  </a:moveTo>
                  <a:cubicBezTo>
                    <a:pt x="13" y="26"/>
                    <a:pt x="17" y="23"/>
                    <a:pt x="19" y="12"/>
                  </a:cubicBezTo>
                  <a:cubicBezTo>
                    <a:pt x="20" y="6"/>
                    <a:pt x="18" y="3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5" name="Freeform 320">
              <a:extLst>
                <a:ext uri="{FF2B5EF4-FFF2-40B4-BE49-F238E27FC236}">
                  <a16:creationId xmlns:a16="http://schemas.microsoft.com/office/drawing/2014/main" id="{A7D89B13-97B8-458E-8BC5-93E07A625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424"/>
              <a:ext cx="52" cy="30"/>
            </a:xfrm>
            <a:custGeom>
              <a:avLst/>
              <a:gdLst>
                <a:gd name="T0" fmla="*/ 0 w 29"/>
                <a:gd name="T1" fmla="*/ 115 h 17"/>
                <a:gd name="T2" fmla="*/ 393 w 29"/>
                <a:gd name="T3" fmla="*/ 175 h 17"/>
                <a:gd name="T4" fmla="*/ 536 w 2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7"/>
                  </a:moveTo>
                  <a:cubicBezTo>
                    <a:pt x="8" y="13"/>
                    <a:pt x="11" y="17"/>
                    <a:pt x="21" y="10"/>
                  </a:cubicBezTo>
                  <a:cubicBezTo>
                    <a:pt x="25" y="7"/>
                    <a:pt x="27" y="4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6" name="Freeform 321">
              <a:extLst>
                <a:ext uri="{FF2B5EF4-FFF2-40B4-BE49-F238E27FC236}">
                  <a16:creationId xmlns:a16="http://schemas.microsoft.com/office/drawing/2014/main" id="{B4B988C9-11BE-4F4F-A8F3-9B4E164B0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437"/>
              <a:ext cx="24" cy="35"/>
            </a:xfrm>
            <a:custGeom>
              <a:avLst/>
              <a:gdLst>
                <a:gd name="T0" fmla="*/ 77 w 14"/>
                <a:gd name="T1" fmla="*/ 0 h 20"/>
                <a:gd name="T2" fmla="*/ 190 w 14"/>
                <a:gd name="T3" fmla="*/ 327 h 20"/>
                <a:gd name="T4" fmla="*/ 206 w 14"/>
                <a:gd name="T5" fmla="*/ 3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5" y="0"/>
                  </a:moveTo>
                  <a:cubicBezTo>
                    <a:pt x="0" y="12"/>
                    <a:pt x="2" y="13"/>
                    <a:pt x="13" y="20"/>
                  </a:cubicBezTo>
                  <a:cubicBezTo>
                    <a:pt x="13" y="20"/>
                    <a:pt x="14" y="19"/>
                    <a:pt x="14" y="1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7" name="Freeform 322">
              <a:extLst>
                <a:ext uri="{FF2B5EF4-FFF2-40B4-BE49-F238E27FC236}">
                  <a16:creationId xmlns:a16="http://schemas.microsoft.com/office/drawing/2014/main" id="{2EEFF3C2-7728-47A3-9060-533ABA0E0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451"/>
              <a:ext cx="46" cy="33"/>
            </a:xfrm>
            <a:custGeom>
              <a:avLst/>
              <a:gdLst>
                <a:gd name="T0" fmla="*/ 0 w 26"/>
                <a:gd name="T1" fmla="*/ 127 h 19"/>
                <a:gd name="T2" fmla="*/ 115 w 26"/>
                <a:gd name="T3" fmla="*/ 283 h 19"/>
                <a:gd name="T4" fmla="*/ 359 w 26"/>
                <a:gd name="T5" fmla="*/ 208 h 19"/>
                <a:gd name="T6" fmla="*/ 448 w 2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0" y="8"/>
                  </a:moveTo>
                  <a:cubicBezTo>
                    <a:pt x="2" y="10"/>
                    <a:pt x="4" y="17"/>
                    <a:pt x="7" y="18"/>
                  </a:cubicBezTo>
                  <a:cubicBezTo>
                    <a:pt x="9" y="19"/>
                    <a:pt x="19" y="15"/>
                    <a:pt x="21" y="13"/>
                  </a:cubicBezTo>
                  <a:cubicBezTo>
                    <a:pt x="25" y="10"/>
                    <a:pt x="23" y="2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8" name="Freeform 323">
              <a:extLst>
                <a:ext uri="{FF2B5EF4-FFF2-40B4-BE49-F238E27FC236}">
                  <a16:creationId xmlns:a16="http://schemas.microsoft.com/office/drawing/2014/main" id="{7BAC6576-5E44-4C97-8E59-DACBEEB39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479"/>
              <a:ext cx="48" cy="28"/>
            </a:xfrm>
            <a:custGeom>
              <a:avLst/>
              <a:gdLst>
                <a:gd name="T0" fmla="*/ 0 w 27"/>
                <a:gd name="T1" fmla="*/ 0 h 16"/>
                <a:gd name="T2" fmla="*/ 476 w 27"/>
                <a:gd name="T3" fmla="*/ 6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5" y="11"/>
                    <a:pt x="18" y="16"/>
                    <a:pt x="27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9" name="Freeform 324">
              <a:extLst>
                <a:ext uri="{FF2B5EF4-FFF2-40B4-BE49-F238E27FC236}">
                  <a16:creationId xmlns:a16="http://schemas.microsoft.com/office/drawing/2014/main" id="{AEB92499-1B39-4457-998E-2B9C056DE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483"/>
              <a:ext cx="34" cy="38"/>
            </a:xfrm>
            <a:custGeom>
              <a:avLst/>
              <a:gdLst>
                <a:gd name="T0" fmla="*/ 327 w 19"/>
                <a:gd name="T1" fmla="*/ 0 h 22"/>
                <a:gd name="T2" fmla="*/ 259 w 19"/>
                <a:gd name="T3" fmla="*/ 257 h 22"/>
                <a:gd name="T4" fmla="*/ 0 w 19"/>
                <a:gd name="T5" fmla="*/ 3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8" y="0"/>
                  </a:moveTo>
                  <a:cubicBezTo>
                    <a:pt x="17" y="6"/>
                    <a:pt x="19" y="13"/>
                    <a:pt x="14" y="17"/>
                  </a:cubicBezTo>
                  <a:cubicBezTo>
                    <a:pt x="11" y="19"/>
                    <a:pt x="4" y="22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0" name="Freeform 325">
              <a:extLst>
                <a:ext uri="{FF2B5EF4-FFF2-40B4-BE49-F238E27FC236}">
                  <a16:creationId xmlns:a16="http://schemas.microsoft.com/office/drawing/2014/main" id="{BB09B2FC-3CE3-417B-B0A1-BB3BEEDE3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500"/>
              <a:ext cx="46" cy="27"/>
            </a:xfrm>
            <a:custGeom>
              <a:avLst/>
              <a:gdLst>
                <a:gd name="T0" fmla="*/ 0 w 26"/>
                <a:gd name="T1" fmla="*/ 146 h 15"/>
                <a:gd name="T2" fmla="*/ 294 w 26"/>
                <a:gd name="T3" fmla="*/ 234 h 15"/>
                <a:gd name="T4" fmla="*/ 448 w 2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0" y="8"/>
                  </a:moveTo>
                  <a:cubicBezTo>
                    <a:pt x="5" y="13"/>
                    <a:pt x="9" y="15"/>
                    <a:pt x="17" y="12"/>
                  </a:cubicBezTo>
                  <a:cubicBezTo>
                    <a:pt x="23" y="10"/>
                    <a:pt x="26" y="6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1" name="Freeform 326">
              <a:extLst>
                <a:ext uri="{FF2B5EF4-FFF2-40B4-BE49-F238E27FC236}">
                  <a16:creationId xmlns:a16="http://schemas.microsoft.com/office/drawing/2014/main" id="{C6AECC19-3134-4430-A383-DECAC70E0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511"/>
              <a:ext cx="30" cy="37"/>
            </a:xfrm>
            <a:custGeom>
              <a:avLst/>
              <a:gdLst>
                <a:gd name="T0" fmla="*/ 37 w 17"/>
                <a:gd name="T1" fmla="*/ 0 h 21"/>
                <a:gd name="T2" fmla="*/ 106 w 17"/>
                <a:gd name="T3" fmla="*/ 241 h 21"/>
                <a:gd name="T4" fmla="*/ 293 w 17"/>
                <a:gd name="T5" fmla="*/ 2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2" y="0"/>
                  </a:moveTo>
                  <a:cubicBezTo>
                    <a:pt x="1" y="8"/>
                    <a:pt x="0" y="9"/>
                    <a:pt x="6" y="14"/>
                  </a:cubicBezTo>
                  <a:cubicBezTo>
                    <a:pt x="9" y="17"/>
                    <a:pt x="12" y="21"/>
                    <a:pt x="17" y="1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2" name="Freeform 327">
              <a:extLst>
                <a:ext uri="{FF2B5EF4-FFF2-40B4-BE49-F238E27FC236}">
                  <a16:creationId xmlns:a16="http://schemas.microsoft.com/office/drawing/2014/main" id="{CC4FB0DC-D79E-4489-A741-2C039A8B0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887"/>
              <a:ext cx="51" cy="31"/>
            </a:xfrm>
            <a:custGeom>
              <a:avLst/>
              <a:gdLst>
                <a:gd name="T0" fmla="*/ 489 w 29"/>
                <a:gd name="T1" fmla="*/ 107 h 18"/>
                <a:gd name="T2" fmla="*/ 375 w 29"/>
                <a:gd name="T3" fmla="*/ 0 h 18"/>
                <a:gd name="T4" fmla="*/ 0 w 29"/>
                <a:gd name="T5" fmla="*/ 27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29" y="7"/>
                  </a:moveTo>
                  <a:cubicBezTo>
                    <a:pt x="29" y="5"/>
                    <a:pt x="23" y="1"/>
                    <a:pt x="22" y="0"/>
                  </a:cubicBezTo>
                  <a:cubicBezTo>
                    <a:pt x="7" y="5"/>
                    <a:pt x="2" y="4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3" name="Freeform 328">
              <a:extLst>
                <a:ext uri="{FF2B5EF4-FFF2-40B4-BE49-F238E27FC236}">
                  <a16:creationId xmlns:a16="http://schemas.microsoft.com/office/drawing/2014/main" id="{8A2968C0-09AF-4EDB-871F-FB0F2F3A8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892"/>
              <a:ext cx="48" cy="21"/>
            </a:xfrm>
            <a:custGeom>
              <a:avLst/>
              <a:gdLst>
                <a:gd name="T0" fmla="*/ 476 w 27"/>
                <a:gd name="T1" fmla="*/ 114 h 12"/>
                <a:gd name="T2" fmla="*/ 50 w 27"/>
                <a:gd name="T3" fmla="*/ 37 h 12"/>
                <a:gd name="T4" fmla="*/ 0 w 27"/>
                <a:gd name="T5" fmla="*/ 20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">
                  <a:moveTo>
                    <a:pt x="27" y="7"/>
                  </a:moveTo>
                  <a:cubicBezTo>
                    <a:pt x="23" y="5"/>
                    <a:pt x="8" y="0"/>
                    <a:pt x="3" y="2"/>
                  </a:cubicBezTo>
                  <a:cubicBezTo>
                    <a:pt x="1" y="4"/>
                    <a:pt x="1" y="9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4" name="Freeform 329">
              <a:extLst>
                <a:ext uri="{FF2B5EF4-FFF2-40B4-BE49-F238E27FC236}">
                  <a16:creationId xmlns:a16="http://schemas.microsoft.com/office/drawing/2014/main" id="{49215118-7633-4198-B98D-C9B2B1CAF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880"/>
              <a:ext cx="30" cy="14"/>
            </a:xfrm>
            <a:custGeom>
              <a:avLst/>
              <a:gdLst>
                <a:gd name="T0" fmla="*/ 293 w 17"/>
                <a:gd name="T1" fmla="*/ 135 h 8"/>
                <a:gd name="T2" fmla="*/ 152 w 17"/>
                <a:gd name="T3" fmla="*/ 0 h 8"/>
                <a:gd name="T4" fmla="*/ 0 w 17"/>
                <a:gd name="T5" fmla="*/ 4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6" y="4"/>
                    <a:pt x="12" y="2"/>
                    <a:pt x="9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5" name="Freeform 330">
              <a:extLst>
                <a:ext uri="{FF2B5EF4-FFF2-40B4-BE49-F238E27FC236}">
                  <a16:creationId xmlns:a16="http://schemas.microsoft.com/office/drawing/2014/main" id="{61A9CC98-CF3C-41C3-9A16-A42A051DE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843"/>
              <a:ext cx="43" cy="47"/>
            </a:xfrm>
            <a:custGeom>
              <a:avLst/>
              <a:gdLst>
                <a:gd name="T0" fmla="*/ 131 w 24"/>
                <a:gd name="T1" fmla="*/ 433 h 27"/>
                <a:gd name="T2" fmla="*/ 0 w 24"/>
                <a:gd name="T3" fmla="*/ 221 h 27"/>
                <a:gd name="T4" fmla="*/ 349 w 24"/>
                <a:gd name="T5" fmla="*/ 16 h 27"/>
                <a:gd name="T6" fmla="*/ 443 w 24"/>
                <a:gd name="T7" fmla="*/ 11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7" y="27"/>
                  </a:moveTo>
                  <a:cubicBezTo>
                    <a:pt x="1" y="23"/>
                    <a:pt x="0" y="20"/>
                    <a:pt x="0" y="14"/>
                  </a:cubicBezTo>
                  <a:cubicBezTo>
                    <a:pt x="2" y="3"/>
                    <a:pt x="6" y="0"/>
                    <a:pt x="19" y="1"/>
                  </a:cubicBezTo>
                  <a:cubicBezTo>
                    <a:pt x="24" y="7"/>
                    <a:pt x="24" y="7"/>
                    <a:pt x="24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6" name="Freeform 331">
              <a:extLst>
                <a:ext uri="{FF2B5EF4-FFF2-40B4-BE49-F238E27FC236}">
                  <a16:creationId xmlns:a16="http://schemas.microsoft.com/office/drawing/2014/main" id="{B7004A92-FF2B-443D-986E-36C5BCCD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853"/>
              <a:ext cx="51" cy="32"/>
            </a:xfrm>
            <a:custGeom>
              <a:avLst/>
              <a:gdLst>
                <a:gd name="T0" fmla="*/ 489 w 29"/>
                <a:gd name="T1" fmla="*/ 180 h 18"/>
                <a:gd name="T2" fmla="*/ 135 w 29"/>
                <a:gd name="T3" fmla="*/ 117 h 18"/>
                <a:gd name="T4" fmla="*/ 0 w 29"/>
                <a:gd name="T5" fmla="*/ 3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29" y="10"/>
                  </a:moveTo>
                  <a:cubicBezTo>
                    <a:pt x="21" y="4"/>
                    <a:pt x="18" y="0"/>
                    <a:pt x="8" y="7"/>
                  </a:cubicBezTo>
                  <a:cubicBezTo>
                    <a:pt x="4" y="11"/>
                    <a:pt x="2" y="14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7" name="Freeform 332">
              <a:extLst>
                <a:ext uri="{FF2B5EF4-FFF2-40B4-BE49-F238E27FC236}">
                  <a16:creationId xmlns:a16="http://schemas.microsoft.com/office/drawing/2014/main" id="{081203FD-BA78-4A38-A23B-3453C6450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37"/>
              <a:ext cx="34" cy="36"/>
            </a:xfrm>
            <a:custGeom>
              <a:avLst/>
              <a:gdLst>
                <a:gd name="T0" fmla="*/ 259 w 19"/>
                <a:gd name="T1" fmla="*/ 380 h 20"/>
                <a:gd name="T2" fmla="*/ 115 w 19"/>
                <a:gd name="T3" fmla="*/ 0 h 20"/>
                <a:gd name="T4" fmla="*/ 23 w 19"/>
                <a:gd name="T5" fmla="*/ 2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14" y="20"/>
                  </a:moveTo>
                  <a:cubicBezTo>
                    <a:pt x="19" y="8"/>
                    <a:pt x="17" y="7"/>
                    <a:pt x="6" y="0"/>
                  </a:cubicBezTo>
                  <a:cubicBezTo>
                    <a:pt x="6" y="0"/>
                    <a:pt x="0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8" name="Freeform 333">
              <a:extLst>
                <a:ext uri="{FF2B5EF4-FFF2-40B4-BE49-F238E27FC236}">
                  <a16:creationId xmlns:a16="http://schemas.microsoft.com/office/drawing/2014/main" id="{B27AC1AC-C7A5-4CB7-81D6-6C048C5A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825"/>
              <a:ext cx="44" cy="32"/>
            </a:xfrm>
            <a:custGeom>
              <a:avLst/>
              <a:gdLst>
                <a:gd name="T0" fmla="*/ 421 w 25"/>
                <a:gd name="T1" fmla="*/ 180 h 18"/>
                <a:gd name="T2" fmla="*/ 306 w 25"/>
                <a:gd name="T3" fmla="*/ 0 h 18"/>
                <a:gd name="T4" fmla="*/ 65 w 25"/>
                <a:gd name="T5" fmla="*/ 89 h 18"/>
                <a:gd name="T6" fmla="*/ 0 w 25"/>
                <a:gd name="T7" fmla="*/ 3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5" y="10"/>
                  </a:moveTo>
                  <a:cubicBezTo>
                    <a:pt x="23" y="8"/>
                    <a:pt x="21" y="1"/>
                    <a:pt x="18" y="0"/>
                  </a:cubicBezTo>
                  <a:cubicBezTo>
                    <a:pt x="16" y="0"/>
                    <a:pt x="5" y="4"/>
                    <a:pt x="4" y="5"/>
                  </a:cubicBezTo>
                  <a:cubicBezTo>
                    <a:pt x="0" y="8"/>
                    <a:pt x="2" y="17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9" name="Freeform 334">
              <a:extLst>
                <a:ext uri="{FF2B5EF4-FFF2-40B4-BE49-F238E27FC236}">
                  <a16:creationId xmlns:a16="http://schemas.microsoft.com/office/drawing/2014/main" id="{3DA6EBED-6ECC-4EB6-8811-46E92B09E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802"/>
              <a:ext cx="53" cy="28"/>
            </a:xfrm>
            <a:custGeom>
              <a:avLst/>
              <a:gdLst>
                <a:gd name="T0" fmla="*/ 518 w 30"/>
                <a:gd name="T1" fmla="*/ 264 h 16"/>
                <a:gd name="T2" fmla="*/ 0 w 30"/>
                <a:gd name="T3" fmla="*/ 20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30" y="16"/>
                  </a:moveTo>
                  <a:cubicBezTo>
                    <a:pt x="25" y="4"/>
                    <a:pt x="9" y="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0" name="Freeform 335">
              <a:extLst>
                <a:ext uri="{FF2B5EF4-FFF2-40B4-BE49-F238E27FC236}">
                  <a16:creationId xmlns:a16="http://schemas.microsoft.com/office/drawing/2014/main" id="{575D10D1-DF24-40DB-8002-9DC4BF603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786"/>
              <a:ext cx="39" cy="39"/>
            </a:xfrm>
            <a:custGeom>
              <a:avLst/>
              <a:gdLst>
                <a:gd name="T0" fmla="*/ 21 w 22"/>
                <a:gd name="T1" fmla="*/ 383 h 22"/>
                <a:gd name="T2" fmla="*/ 89 w 22"/>
                <a:gd name="T3" fmla="*/ 89 h 22"/>
                <a:gd name="T4" fmla="*/ 317 w 22"/>
                <a:gd name="T5" fmla="*/ 21 h 22"/>
                <a:gd name="T6" fmla="*/ 383 w 22"/>
                <a:gd name="T7" fmla="*/ 6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2">
                  <a:moveTo>
                    <a:pt x="1" y="22"/>
                  </a:moveTo>
                  <a:cubicBezTo>
                    <a:pt x="2" y="16"/>
                    <a:pt x="0" y="10"/>
                    <a:pt x="5" y="5"/>
                  </a:cubicBezTo>
                  <a:cubicBezTo>
                    <a:pt x="7" y="3"/>
                    <a:pt x="15" y="0"/>
                    <a:pt x="18" y="1"/>
                  </a:cubicBezTo>
                  <a:cubicBezTo>
                    <a:pt x="22" y="4"/>
                    <a:pt x="22" y="4"/>
                    <a:pt x="22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1" name="Freeform 336">
              <a:extLst>
                <a:ext uri="{FF2B5EF4-FFF2-40B4-BE49-F238E27FC236}">
                  <a16:creationId xmlns:a16="http://schemas.microsoft.com/office/drawing/2014/main" id="{C08C8F95-0D8E-4A23-91F4-F313E95A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781"/>
              <a:ext cx="46" cy="26"/>
            </a:xfrm>
            <a:custGeom>
              <a:avLst/>
              <a:gdLst>
                <a:gd name="T0" fmla="*/ 448 w 26"/>
                <a:gd name="T1" fmla="*/ 107 h 15"/>
                <a:gd name="T2" fmla="*/ 156 w 26"/>
                <a:gd name="T3" fmla="*/ 49 h 15"/>
                <a:gd name="T4" fmla="*/ 0 w 26"/>
                <a:gd name="T5" fmla="*/ 23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26" y="7"/>
                  </a:moveTo>
                  <a:cubicBezTo>
                    <a:pt x="20" y="2"/>
                    <a:pt x="16" y="0"/>
                    <a:pt x="9" y="3"/>
                  </a:cubicBezTo>
                  <a:cubicBezTo>
                    <a:pt x="3" y="6"/>
                    <a:pt x="0" y="9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2" name="Freeform 337">
              <a:extLst>
                <a:ext uri="{FF2B5EF4-FFF2-40B4-BE49-F238E27FC236}">
                  <a16:creationId xmlns:a16="http://schemas.microsoft.com/office/drawing/2014/main" id="{A274EE77-F371-4A46-94BC-3FEF44E1F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761"/>
              <a:ext cx="29" cy="36"/>
            </a:xfrm>
            <a:custGeom>
              <a:avLst/>
              <a:gdLst>
                <a:gd name="T0" fmla="*/ 270 w 16"/>
                <a:gd name="T1" fmla="*/ 380 h 20"/>
                <a:gd name="T2" fmla="*/ 198 w 16"/>
                <a:gd name="T3" fmla="*/ 133 h 20"/>
                <a:gd name="T4" fmla="*/ 0 w 16"/>
                <a:gd name="T5" fmla="*/ 7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4" y="20"/>
                  </a:moveTo>
                  <a:cubicBezTo>
                    <a:pt x="15" y="13"/>
                    <a:pt x="16" y="12"/>
                    <a:pt x="10" y="7"/>
                  </a:cubicBezTo>
                  <a:cubicBezTo>
                    <a:pt x="7" y="4"/>
                    <a:pt x="5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3" name="Freeform 338">
              <a:extLst>
                <a:ext uri="{FF2B5EF4-FFF2-40B4-BE49-F238E27FC236}">
                  <a16:creationId xmlns:a16="http://schemas.microsoft.com/office/drawing/2014/main" id="{420835F6-2D5E-4147-8A63-534CBBB6F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913"/>
              <a:ext cx="27" cy="16"/>
            </a:xfrm>
            <a:custGeom>
              <a:avLst/>
              <a:gdLst>
                <a:gd name="T0" fmla="*/ 0 w 15"/>
                <a:gd name="T1" fmla="*/ 117 h 9"/>
                <a:gd name="T2" fmla="*/ 211 w 15"/>
                <a:gd name="T3" fmla="*/ 117 h 9"/>
                <a:gd name="T4" fmla="*/ 284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7"/>
                  </a:moveTo>
                  <a:cubicBezTo>
                    <a:pt x="2" y="7"/>
                    <a:pt x="9" y="9"/>
                    <a:pt x="11" y="7"/>
                  </a:cubicBezTo>
                  <a:cubicBezTo>
                    <a:pt x="13" y="6"/>
                    <a:pt x="14" y="2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4" name="Freeform 339">
              <a:extLst>
                <a:ext uri="{FF2B5EF4-FFF2-40B4-BE49-F238E27FC236}">
                  <a16:creationId xmlns:a16="http://schemas.microsoft.com/office/drawing/2014/main" id="{5B657058-3068-457E-88FA-3582F4A06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913"/>
              <a:ext cx="46" cy="28"/>
            </a:xfrm>
            <a:custGeom>
              <a:avLst/>
              <a:gdLst>
                <a:gd name="T0" fmla="*/ 21 w 26"/>
                <a:gd name="T1" fmla="*/ 0 h 16"/>
                <a:gd name="T2" fmla="*/ 106 w 26"/>
                <a:gd name="T3" fmla="*/ 249 h 16"/>
                <a:gd name="T4" fmla="*/ 345 w 26"/>
                <a:gd name="T5" fmla="*/ 236 h 16"/>
                <a:gd name="T6" fmla="*/ 448 w 26"/>
                <a:gd name="T7" fmla="*/ 6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" y="0"/>
                  </a:moveTo>
                  <a:cubicBezTo>
                    <a:pt x="0" y="3"/>
                    <a:pt x="3" y="13"/>
                    <a:pt x="6" y="15"/>
                  </a:cubicBezTo>
                  <a:cubicBezTo>
                    <a:pt x="8" y="16"/>
                    <a:pt x="17" y="15"/>
                    <a:pt x="20" y="14"/>
                  </a:cubicBezTo>
                  <a:cubicBezTo>
                    <a:pt x="26" y="12"/>
                    <a:pt x="23" y="8"/>
                    <a:pt x="26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5" name="Freeform 340">
              <a:extLst>
                <a:ext uri="{FF2B5EF4-FFF2-40B4-BE49-F238E27FC236}">
                  <a16:creationId xmlns:a16="http://schemas.microsoft.com/office/drawing/2014/main" id="{9B4AB27D-5060-426A-9385-253D70209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920"/>
              <a:ext cx="46" cy="16"/>
            </a:xfrm>
            <a:custGeom>
              <a:avLst/>
              <a:gdLst>
                <a:gd name="T0" fmla="*/ 0 w 26"/>
                <a:gd name="T1" fmla="*/ 0 h 9"/>
                <a:gd name="T2" fmla="*/ 188 w 26"/>
                <a:gd name="T3" fmla="*/ 139 h 9"/>
                <a:gd name="T4" fmla="*/ 448 w 26"/>
                <a:gd name="T5" fmla="*/ 1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3" y="5"/>
                    <a:pt x="3" y="8"/>
                    <a:pt x="11" y="8"/>
                  </a:cubicBezTo>
                  <a:cubicBezTo>
                    <a:pt x="16" y="9"/>
                    <a:pt x="21" y="9"/>
                    <a:pt x="26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6" name="Freeform 341">
              <a:extLst>
                <a:ext uri="{FF2B5EF4-FFF2-40B4-BE49-F238E27FC236}">
                  <a16:creationId xmlns:a16="http://schemas.microsoft.com/office/drawing/2014/main" id="{01F754AB-11C7-4CE9-8089-9C403639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940"/>
              <a:ext cx="20" cy="51"/>
            </a:xfrm>
            <a:custGeom>
              <a:avLst/>
              <a:gdLst>
                <a:gd name="T0" fmla="*/ 44 w 11"/>
                <a:gd name="T1" fmla="*/ 489 h 29"/>
                <a:gd name="T2" fmla="*/ 162 w 11"/>
                <a:gd name="T3" fmla="*/ 216 h 29"/>
                <a:gd name="T4" fmla="*/ 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2" y="29"/>
                  </a:moveTo>
                  <a:cubicBezTo>
                    <a:pt x="7" y="22"/>
                    <a:pt x="11" y="19"/>
                    <a:pt x="8" y="13"/>
                  </a:cubicBezTo>
                  <a:cubicBezTo>
                    <a:pt x="6" y="8"/>
                    <a:pt x="3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7" name="Freeform 342">
              <a:extLst>
                <a:ext uri="{FF2B5EF4-FFF2-40B4-BE49-F238E27FC236}">
                  <a16:creationId xmlns:a16="http://schemas.microsoft.com/office/drawing/2014/main" id="{B72994A3-FF4E-4C5B-B2BC-A6AC5B457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941"/>
              <a:ext cx="17" cy="48"/>
            </a:xfrm>
            <a:custGeom>
              <a:avLst/>
              <a:gdLst>
                <a:gd name="T0" fmla="*/ 141 w 10"/>
                <a:gd name="T1" fmla="*/ 0 h 27"/>
                <a:gd name="T2" fmla="*/ 44 w 10"/>
                <a:gd name="T3" fmla="*/ 281 h 27"/>
                <a:gd name="T4" fmla="*/ 119 w 10"/>
                <a:gd name="T5" fmla="*/ 47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0" y="5"/>
                    <a:pt x="1" y="6"/>
                    <a:pt x="3" y="16"/>
                  </a:cubicBezTo>
                  <a:cubicBezTo>
                    <a:pt x="3" y="21"/>
                    <a:pt x="4" y="24"/>
                    <a:pt x="8" y="2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8" name="Freeform 343">
              <a:extLst>
                <a:ext uri="{FF2B5EF4-FFF2-40B4-BE49-F238E27FC236}">
                  <a16:creationId xmlns:a16="http://schemas.microsoft.com/office/drawing/2014/main" id="{29DFFD77-89D1-4AE9-86DE-A2BCC819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968"/>
              <a:ext cx="35" cy="7"/>
            </a:xfrm>
            <a:custGeom>
              <a:avLst/>
              <a:gdLst>
                <a:gd name="T0" fmla="*/ 0 w 20"/>
                <a:gd name="T1" fmla="*/ 21 h 4"/>
                <a:gd name="T2" fmla="*/ 327 w 20"/>
                <a:gd name="T3" fmla="*/ 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1"/>
                  </a:moveTo>
                  <a:cubicBezTo>
                    <a:pt x="5" y="0"/>
                    <a:pt x="18" y="0"/>
                    <a:pt x="2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9" name="Freeform 344">
              <a:extLst>
                <a:ext uri="{FF2B5EF4-FFF2-40B4-BE49-F238E27FC236}">
                  <a16:creationId xmlns:a16="http://schemas.microsoft.com/office/drawing/2014/main" id="{BF4A016F-498F-4CE7-BE74-B4741B6A9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950"/>
              <a:ext cx="43" cy="21"/>
            </a:xfrm>
            <a:custGeom>
              <a:avLst/>
              <a:gdLst>
                <a:gd name="T0" fmla="*/ 0 w 24"/>
                <a:gd name="T1" fmla="*/ 200 h 12"/>
                <a:gd name="T2" fmla="*/ 328 w 24"/>
                <a:gd name="T3" fmla="*/ 151 h 12"/>
                <a:gd name="T4" fmla="*/ 443 w 2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5" y="12"/>
                    <a:pt x="14" y="11"/>
                    <a:pt x="18" y="9"/>
                  </a:cubicBezTo>
                  <a:cubicBezTo>
                    <a:pt x="20" y="6"/>
                    <a:pt x="21" y="3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0" name="Freeform 345">
              <a:extLst>
                <a:ext uri="{FF2B5EF4-FFF2-40B4-BE49-F238E27FC236}">
                  <a16:creationId xmlns:a16="http://schemas.microsoft.com/office/drawing/2014/main" id="{2916B42F-1437-4283-A099-5D7FF0558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991"/>
              <a:ext cx="41" cy="16"/>
            </a:xfrm>
            <a:custGeom>
              <a:avLst/>
              <a:gdLst>
                <a:gd name="T0" fmla="*/ 0 w 23"/>
                <a:gd name="T1" fmla="*/ 158 h 9"/>
                <a:gd name="T2" fmla="*/ 414 w 23"/>
                <a:gd name="T3" fmla="*/ 1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9"/>
                  </a:moveTo>
                  <a:cubicBezTo>
                    <a:pt x="7" y="0"/>
                    <a:pt x="17" y="3"/>
                    <a:pt x="23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1" name="Freeform 346">
              <a:extLst>
                <a:ext uri="{FF2B5EF4-FFF2-40B4-BE49-F238E27FC236}">
                  <a16:creationId xmlns:a16="http://schemas.microsoft.com/office/drawing/2014/main" id="{7CE98BC6-5CC5-4016-8DA5-AD41FCE92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970"/>
              <a:ext cx="7" cy="26"/>
            </a:xfrm>
            <a:custGeom>
              <a:avLst/>
              <a:gdLst>
                <a:gd name="T0" fmla="*/ 65 w 4"/>
                <a:gd name="T1" fmla="*/ 0 h 15"/>
                <a:gd name="T2" fmla="*/ 0 w 4"/>
                <a:gd name="T3" fmla="*/ 23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3" y="5"/>
                    <a:pt x="3" y="11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2" name="Freeform 347">
              <a:extLst>
                <a:ext uri="{FF2B5EF4-FFF2-40B4-BE49-F238E27FC236}">
                  <a16:creationId xmlns:a16="http://schemas.microsoft.com/office/drawing/2014/main" id="{67E616BD-452E-4BE1-A6E0-BD6B3D237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47"/>
              <a:ext cx="49" cy="39"/>
            </a:xfrm>
            <a:custGeom>
              <a:avLst/>
              <a:gdLst>
                <a:gd name="T0" fmla="*/ 0 w 28"/>
                <a:gd name="T1" fmla="*/ 195 h 22"/>
                <a:gd name="T2" fmla="*/ 249 w 28"/>
                <a:gd name="T3" fmla="*/ 0 h 22"/>
                <a:gd name="T4" fmla="*/ 441 w 28"/>
                <a:gd name="T5" fmla="*/ 50 h 22"/>
                <a:gd name="T6" fmla="*/ 413 w 28"/>
                <a:gd name="T7" fmla="*/ 296 h 22"/>
                <a:gd name="T8" fmla="*/ 376 w 28"/>
                <a:gd name="T9" fmla="*/ 38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2">
                  <a:moveTo>
                    <a:pt x="0" y="11"/>
                  </a:moveTo>
                  <a:cubicBezTo>
                    <a:pt x="3" y="8"/>
                    <a:pt x="9" y="1"/>
                    <a:pt x="15" y="0"/>
                  </a:cubicBezTo>
                  <a:cubicBezTo>
                    <a:pt x="17" y="0"/>
                    <a:pt x="25" y="1"/>
                    <a:pt x="27" y="3"/>
                  </a:cubicBezTo>
                  <a:cubicBezTo>
                    <a:pt x="28" y="5"/>
                    <a:pt x="26" y="14"/>
                    <a:pt x="25" y="17"/>
                  </a:cubicBezTo>
                  <a:cubicBezTo>
                    <a:pt x="25" y="19"/>
                    <a:pt x="24" y="21"/>
                    <a:pt x="23" y="2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3" name="Freeform 348">
              <a:extLst>
                <a:ext uri="{FF2B5EF4-FFF2-40B4-BE49-F238E27FC236}">
                  <a16:creationId xmlns:a16="http://schemas.microsoft.com/office/drawing/2014/main" id="{33F1B3D3-8F4D-4A6B-9EA0-0A792B19F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737"/>
              <a:ext cx="41" cy="17"/>
            </a:xfrm>
            <a:custGeom>
              <a:avLst/>
              <a:gdLst>
                <a:gd name="T0" fmla="*/ 0 w 23"/>
                <a:gd name="T1" fmla="*/ 141 h 10"/>
                <a:gd name="T2" fmla="*/ 414 w 23"/>
                <a:gd name="T3" fmla="*/ 4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10"/>
                  </a:moveTo>
                  <a:cubicBezTo>
                    <a:pt x="6" y="8"/>
                    <a:pt x="17" y="0"/>
                    <a:pt x="23" y="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4" name="Freeform 349">
              <a:extLst>
                <a:ext uri="{FF2B5EF4-FFF2-40B4-BE49-F238E27FC236}">
                  <a16:creationId xmlns:a16="http://schemas.microsoft.com/office/drawing/2014/main" id="{7287E52C-DD5B-40A6-A11C-54D0EF576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710"/>
              <a:ext cx="34" cy="35"/>
            </a:xfrm>
            <a:custGeom>
              <a:avLst/>
              <a:gdLst>
                <a:gd name="T0" fmla="*/ 311 w 19"/>
                <a:gd name="T1" fmla="*/ 327 h 20"/>
                <a:gd name="T2" fmla="*/ 327 w 19"/>
                <a:gd name="T3" fmla="*/ 151 h 20"/>
                <a:gd name="T4" fmla="*/ 276 w 19"/>
                <a:gd name="T5" fmla="*/ 102 h 20"/>
                <a:gd name="T6" fmla="*/ 0 w 19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0">
                  <a:moveTo>
                    <a:pt x="17" y="20"/>
                  </a:moveTo>
                  <a:cubicBezTo>
                    <a:pt x="17" y="17"/>
                    <a:pt x="19" y="12"/>
                    <a:pt x="18" y="9"/>
                  </a:cubicBezTo>
                  <a:cubicBezTo>
                    <a:pt x="17" y="7"/>
                    <a:pt x="16" y="8"/>
                    <a:pt x="15" y="6"/>
                  </a:cubicBezTo>
                  <a:cubicBezTo>
                    <a:pt x="10" y="3"/>
                    <a:pt x="5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5" name="Freeform 350">
              <a:extLst>
                <a:ext uri="{FF2B5EF4-FFF2-40B4-BE49-F238E27FC236}">
                  <a16:creationId xmlns:a16="http://schemas.microsoft.com/office/drawing/2014/main" id="{5066C795-6D2F-4F26-A432-4495D003E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703"/>
              <a:ext cx="52" cy="35"/>
            </a:xfrm>
            <a:custGeom>
              <a:avLst/>
              <a:gdLst>
                <a:gd name="T0" fmla="*/ 0 w 29"/>
                <a:gd name="T1" fmla="*/ 200 h 20"/>
                <a:gd name="T2" fmla="*/ 226 w 29"/>
                <a:gd name="T3" fmla="*/ 21 h 20"/>
                <a:gd name="T4" fmla="*/ 427 w 29"/>
                <a:gd name="T5" fmla="*/ 65 h 20"/>
                <a:gd name="T6" fmla="*/ 536 w 29"/>
                <a:gd name="T7" fmla="*/ 3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0" y="12"/>
                  </a:moveTo>
                  <a:cubicBezTo>
                    <a:pt x="2" y="9"/>
                    <a:pt x="7" y="2"/>
                    <a:pt x="12" y="1"/>
                  </a:cubicBezTo>
                  <a:cubicBezTo>
                    <a:pt x="15" y="0"/>
                    <a:pt x="21" y="2"/>
                    <a:pt x="23" y="4"/>
                  </a:cubicBezTo>
                  <a:cubicBezTo>
                    <a:pt x="29" y="8"/>
                    <a:pt x="28" y="16"/>
                    <a:pt x="29" y="2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6" name="Freeform 351">
              <a:extLst>
                <a:ext uri="{FF2B5EF4-FFF2-40B4-BE49-F238E27FC236}">
                  <a16:creationId xmlns:a16="http://schemas.microsoft.com/office/drawing/2014/main" id="{5542D366-D14E-446B-B14B-971595F62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698"/>
              <a:ext cx="27" cy="12"/>
            </a:xfrm>
            <a:custGeom>
              <a:avLst/>
              <a:gdLst>
                <a:gd name="T0" fmla="*/ 0 w 15"/>
                <a:gd name="T1" fmla="*/ 106 h 7"/>
                <a:gd name="T2" fmla="*/ 284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5" y="5"/>
                    <a:pt x="10" y="2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7" name="Freeform 352">
              <a:extLst>
                <a:ext uri="{FF2B5EF4-FFF2-40B4-BE49-F238E27FC236}">
                  <a16:creationId xmlns:a16="http://schemas.microsoft.com/office/drawing/2014/main" id="{2BC52B7D-2D55-4CEC-B712-471BE2873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523"/>
              <a:ext cx="46" cy="43"/>
            </a:xfrm>
            <a:custGeom>
              <a:avLst/>
              <a:gdLst>
                <a:gd name="T0" fmla="*/ 403 w 26"/>
                <a:gd name="T1" fmla="*/ 0 h 24"/>
                <a:gd name="T2" fmla="*/ 410 w 26"/>
                <a:gd name="T3" fmla="*/ 260 h 24"/>
                <a:gd name="T4" fmla="*/ 203 w 26"/>
                <a:gd name="T5" fmla="*/ 421 h 24"/>
                <a:gd name="T6" fmla="*/ 0 w 26"/>
                <a:gd name="T7" fmla="*/ 27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23" y="0"/>
                  </a:moveTo>
                  <a:cubicBezTo>
                    <a:pt x="24" y="3"/>
                    <a:pt x="26" y="11"/>
                    <a:pt x="24" y="14"/>
                  </a:cubicBezTo>
                  <a:cubicBezTo>
                    <a:pt x="23" y="17"/>
                    <a:pt x="14" y="22"/>
                    <a:pt x="12" y="23"/>
                  </a:cubicBezTo>
                  <a:cubicBezTo>
                    <a:pt x="8" y="24"/>
                    <a:pt x="0" y="19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8" name="Freeform 353">
              <a:extLst>
                <a:ext uri="{FF2B5EF4-FFF2-40B4-BE49-F238E27FC236}">
                  <a16:creationId xmlns:a16="http://schemas.microsoft.com/office/drawing/2014/main" id="{0D1CE7BA-55E8-429E-90AA-91554832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46"/>
              <a:ext cx="50" cy="20"/>
            </a:xfrm>
            <a:custGeom>
              <a:avLst/>
              <a:gdLst>
                <a:gd name="T0" fmla="*/ 0 w 28"/>
                <a:gd name="T1" fmla="*/ 24 h 11"/>
                <a:gd name="T2" fmla="*/ 216 w 28"/>
                <a:gd name="T3" fmla="*/ 215 h 11"/>
                <a:gd name="T4" fmla="*/ 398 w 28"/>
                <a:gd name="T5" fmla="*/ 145 h 11"/>
                <a:gd name="T6" fmla="*/ 507 w 2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1">
                  <a:moveTo>
                    <a:pt x="0" y="1"/>
                  </a:moveTo>
                  <a:cubicBezTo>
                    <a:pt x="3" y="4"/>
                    <a:pt x="7" y="10"/>
                    <a:pt x="12" y="11"/>
                  </a:cubicBezTo>
                  <a:cubicBezTo>
                    <a:pt x="15" y="11"/>
                    <a:pt x="19" y="9"/>
                    <a:pt x="22" y="7"/>
                  </a:cubicBezTo>
                  <a:cubicBezTo>
                    <a:pt x="26" y="5"/>
                    <a:pt x="26" y="3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9" name="Freeform 354">
              <a:extLst>
                <a:ext uri="{FF2B5EF4-FFF2-40B4-BE49-F238E27FC236}">
                  <a16:creationId xmlns:a16="http://schemas.microsoft.com/office/drawing/2014/main" id="{8477F36F-A297-4DB0-A7DE-D45BD2B27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564"/>
              <a:ext cx="50" cy="32"/>
            </a:xfrm>
            <a:custGeom>
              <a:avLst/>
              <a:gdLst>
                <a:gd name="T0" fmla="*/ 507 w 28"/>
                <a:gd name="T1" fmla="*/ 21 h 18"/>
                <a:gd name="T2" fmla="*/ 414 w 28"/>
                <a:gd name="T3" fmla="*/ 231 h 18"/>
                <a:gd name="T4" fmla="*/ 275 w 28"/>
                <a:gd name="T5" fmla="*/ 268 h 18"/>
                <a:gd name="T6" fmla="*/ 114 w 28"/>
                <a:gd name="T7" fmla="*/ 297 h 18"/>
                <a:gd name="T8" fmla="*/ 0 w 2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28" y="1"/>
                  </a:moveTo>
                  <a:cubicBezTo>
                    <a:pt x="28" y="5"/>
                    <a:pt x="27" y="11"/>
                    <a:pt x="23" y="13"/>
                  </a:cubicBezTo>
                  <a:cubicBezTo>
                    <a:pt x="22" y="14"/>
                    <a:pt x="17" y="14"/>
                    <a:pt x="15" y="15"/>
                  </a:cubicBezTo>
                  <a:cubicBezTo>
                    <a:pt x="14" y="15"/>
                    <a:pt x="8" y="18"/>
                    <a:pt x="6" y="17"/>
                  </a:cubicBezTo>
                  <a:cubicBezTo>
                    <a:pt x="1" y="15"/>
                    <a:pt x="3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0" name="Freeform 355">
              <a:extLst>
                <a:ext uri="{FF2B5EF4-FFF2-40B4-BE49-F238E27FC236}">
                  <a16:creationId xmlns:a16="http://schemas.microsoft.com/office/drawing/2014/main" id="{639CEC1C-2D8C-44C3-87D1-99C7B1317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594"/>
              <a:ext cx="32" cy="17"/>
            </a:xfrm>
            <a:custGeom>
              <a:avLst/>
              <a:gdLst>
                <a:gd name="T0" fmla="*/ 320 w 18"/>
                <a:gd name="T1" fmla="*/ 0 h 10"/>
                <a:gd name="T2" fmla="*/ 0 w 18"/>
                <a:gd name="T3" fmla="*/ 1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18" y="0"/>
                  </a:moveTo>
                  <a:cubicBezTo>
                    <a:pt x="17" y="6"/>
                    <a:pt x="7" y="10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1" name="Freeform 356">
              <a:extLst>
                <a:ext uri="{FF2B5EF4-FFF2-40B4-BE49-F238E27FC236}">
                  <a16:creationId xmlns:a16="http://schemas.microsoft.com/office/drawing/2014/main" id="{39F94EBC-EAB9-4BC0-B795-6719BEE5E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587"/>
              <a:ext cx="53" cy="40"/>
            </a:xfrm>
            <a:custGeom>
              <a:avLst/>
              <a:gdLst>
                <a:gd name="T0" fmla="*/ 0 w 30"/>
                <a:gd name="T1" fmla="*/ 157 h 23"/>
                <a:gd name="T2" fmla="*/ 187 w 30"/>
                <a:gd name="T3" fmla="*/ 369 h 23"/>
                <a:gd name="T4" fmla="*/ 431 w 30"/>
                <a:gd name="T5" fmla="*/ 299 h 23"/>
                <a:gd name="T6" fmla="*/ 408 w 3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3">
                  <a:moveTo>
                    <a:pt x="0" y="10"/>
                  </a:moveTo>
                  <a:cubicBezTo>
                    <a:pt x="3" y="14"/>
                    <a:pt x="5" y="22"/>
                    <a:pt x="11" y="23"/>
                  </a:cubicBezTo>
                  <a:cubicBezTo>
                    <a:pt x="12" y="23"/>
                    <a:pt x="24" y="20"/>
                    <a:pt x="25" y="19"/>
                  </a:cubicBezTo>
                  <a:cubicBezTo>
                    <a:pt x="30" y="16"/>
                    <a:pt x="26" y="4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2" name="Freeform 357">
              <a:extLst>
                <a:ext uri="{FF2B5EF4-FFF2-40B4-BE49-F238E27FC236}">
                  <a16:creationId xmlns:a16="http://schemas.microsoft.com/office/drawing/2014/main" id="{8541EA13-F674-4846-8E70-B8D229BA6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617"/>
              <a:ext cx="26" cy="3"/>
            </a:xfrm>
            <a:custGeom>
              <a:avLst/>
              <a:gdLst>
                <a:gd name="T0" fmla="*/ 0 w 15"/>
                <a:gd name="T1" fmla="*/ 18 h 2"/>
                <a:gd name="T2" fmla="*/ 234 w 15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2"/>
                  </a:moveTo>
                  <a:cubicBezTo>
                    <a:pt x="3" y="0"/>
                    <a:pt x="14" y="2"/>
                    <a:pt x="15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3" name="Freeform 358">
              <a:extLst>
                <a:ext uri="{FF2B5EF4-FFF2-40B4-BE49-F238E27FC236}">
                  <a16:creationId xmlns:a16="http://schemas.microsoft.com/office/drawing/2014/main" id="{A8442A8A-4ACF-4F92-89D7-E2DEF49D3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567"/>
              <a:ext cx="30" cy="13"/>
            </a:xfrm>
            <a:custGeom>
              <a:avLst/>
              <a:gdLst>
                <a:gd name="T0" fmla="*/ 0 w 17"/>
                <a:gd name="T1" fmla="*/ 0 h 7"/>
                <a:gd name="T2" fmla="*/ 293 w 17"/>
                <a:gd name="T3" fmla="*/ 1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5" y="3"/>
                    <a:pt x="11" y="5"/>
                    <a:pt x="17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4" name="Freeform 359">
              <a:extLst>
                <a:ext uri="{FF2B5EF4-FFF2-40B4-BE49-F238E27FC236}">
                  <a16:creationId xmlns:a16="http://schemas.microsoft.com/office/drawing/2014/main" id="{6181D295-3A60-48A7-9145-D6B90551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629"/>
              <a:ext cx="42" cy="21"/>
            </a:xfrm>
            <a:custGeom>
              <a:avLst/>
              <a:gdLst>
                <a:gd name="T0" fmla="*/ 399 w 24"/>
                <a:gd name="T1" fmla="*/ 0 h 12"/>
                <a:gd name="T2" fmla="*/ 215 w 24"/>
                <a:gd name="T3" fmla="*/ 179 h 12"/>
                <a:gd name="T4" fmla="*/ 0 w 24"/>
                <a:gd name="T5" fmla="*/ 15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19" y="6"/>
                    <a:pt x="22" y="10"/>
                    <a:pt x="13" y="11"/>
                  </a:cubicBezTo>
                  <a:cubicBezTo>
                    <a:pt x="8" y="12"/>
                    <a:pt x="4" y="11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5" name="Freeform 360">
              <a:extLst>
                <a:ext uri="{FF2B5EF4-FFF2-40B4-BE49-F238E27FC236}">
                  <a16:creationId xmlns:a16="http://schemas.microsoft.com/office/drawing/2014/main" id="{D2529FDE-9439-4217-9DFB-11084875A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647"/>
              <a:ext cx="48" cy="40"/>
            </a:xfrm>
            <a:custGeom>
              <a:avLst/>
              <a:gdLst>
                <a:gd name="T0" fmla="*/ 389 w 27"/>
                <a:gd name="T1" fmla="*/ 0 h 23"/>
                <a:gd name="T2" fmla="*/ 462 w 27"/>
                <a:gd name="T3" fmla="*/ 193 h 23"/>
                <a:gd name="T4" fmla="*/ 297 w 27"/>
                <a:gd name="T5" fmla="*/ 336 h 23"/>
                <a:gd name="T6" fmla="*/ 0 w 27"/>
                <a:gd name="T7" fmla="*/ 28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22" y="0"/>
                  </a:moveTo>
                  <a:cubicBezTo>
                    <a:pt x="23" y="4"/>
                    <a:pt x="27" y="8"/>
                    <a:pt x="26" y="12"/>
                  </a:cubicBezTo>
                  <a:cubicBezTo>
                    <a:pt x="26" y="17"/>
                    <a:pt x="21" y="20"/>
                    <a:pt x="17" y="21"/>
                  </a:cubicBezTo>
                  <a:cubicBezTo>
                    <a:pt x="12" y="23"/>
                    <a:pt x="4" y="21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6" name="Freeform 361">
              <a:extLst>
                <a:ext uri="{FF2B5EF4-FFF2-40B4-BE49-F238E27FC236}">
                  <a16:creationId xmlns:a16="http://schemas.microsoft.com/office/drawing/2014/main" id="{F5CC7FE1-3F95-4813-AF59-F9F4B0127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686"/>
              <a:ext cx="16" cy="22"/>
            </a:xfrm>
            <a:custGeom>
              <a:avLst/>
              <a:gdLst>
                <a:gd name="T0" fmla="*/ 0 w 9"/>
                <a:gd name="T1" fmla="*/ 0 h 13"/>
                <a:gd name="T2" fmla="*/ 139 w 9"/>
                <a:gd name="T3" fmla="*/ 1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3" y="3"/>
                    <a:pt x="9" y="9"/>
                    <a:pt x="8" y="1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7" name="Freeform 362">
              <a:extLst>
                <a:ext uri="{FF2B5EF4-FFF2-40B4-BE49-F238E27FC236}">
                  <a16:creationId xmlns:a16="http://schemas.microsoft.com/office/drawing/2014/main" id="{C372AB56-29BA-4604-978F-DE16C7B70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659"/>
              <a:ext cx="49" cy="39"/>
            </a:xfrm>
            <a:custGeom>
              <a:avLst/>
              <a:gdLst>
                <a:gd name="T0" fmla="*/ 0 w 28"/>
                <a:gd name="T1" fmla="*/ 110 h 22"/>
                <a:gd name="T2" fmla="*/ 236 w 28"/>
                <a:gd name="T3" fmla="*/ 21 h 22"/>
                <a:gd name="T4" fmla="*/ 436 w 28"/>
                <a:gd name="T5" fmla="*/ 195 h 22"/>
                <a:gd name="T6" fmla="*/ 441 w 28"/>
                <a:gd name="T7" fmla="*/ 38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">
                  <a:moveTo>
                    <a:pt x="0" y="6"/>
                  </a:moveTo>
                  <a:cubicBezTo>
                    <a:pt x="5" y="4"/>
                    <a:pt x="9" y="0"/>
                    <a:pt x="14" y="1"/>
                  </a:cubicBezTo>
                  <a:cubicBezTo>
                    <a:pt x="19" y="2"/>
                    <a:pt x="24" y="7"/>
                    <a:pt x="26" y="11"/>
                  </a:cubicBezTo>
                  <a:cubicBezTo>
                    <a:pt x="27" y="14"/>
                    <a:pt x="28" y="20"/>
                    <a:pt x="27" y="2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8" name="Freeform 363">
              <a:extLst>
                <a:ext uri="{FF2B5EF4-FFF2-40B4-BE49-F238E27FC236}">
                  <a16:creationId xmlns:a16="http://schemas.microsoft.com/office/drawing/2014/main" id="{57C882FD-9415-411E-B647-E88B172CC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647"/>
              <a:ext cx="23" cy="17"/>
            </a:xfrm>
            <a:custGeom>
              <a:avLst/>
              <a:gdLst>
                <a:gd name="T0" fmla="*/ 0 w 13"/>
                <a:gd name="T1" fmla="*/ 141 h 10"/>
                <a:gd name="T2" fmla="*/ 228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7"/>
                    <a:pt x="11" y="4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9" name="Freeform 364">
              <a:extLst>
                <a:ext uri="{FF2B5EF4-FFF2-40B4-BE49-F238E27FC236}">
                  <a16:creationId xmlns:a16="http://schemas.microsoft.com/office/drawing/2014/main" id="{E5079286-715A-4459-B7E6-F6CC4DDF2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839"/>
              <a:ext cx="39" cy="132"/>
            </a:xfrm>
            <a:custGeom>
              <a:avLst/>
              <a:gdLst>
                <a:gd name="T0" fmla="*/ 383 w 22"/>
                <a:gd name="T1" fmla="*/ 0 h 75"/>
                <a:gd name="T2" fmla="*/ 245 w 22"/>
                <a:gd name="T3" fmla="*/ 444 h 75"/>
                <a:gd name="T4" fmla="*/ 117 w 22"/>
                <a:gd name="T5" fmla="*/ 604 h 75"/>
                <a:gd name="T6" fmla="*/ 207 w 22"/>
                <a:gd name="T7" fmla="*/ 806 h 75"/>
                <a:gd name="T8" fmla="*/ 50 w 22"/>
                <a:gd name="T9" fmla="*/ 910 h 75"/>
                <a:gd name="T10" fmla="*/ 37 w 22"/>
                <a:gd name="T11" fmla="*/ 1063 h 75"/>
                <a:gd name="T12" fmla="*/ 110 w 22"/>
                <a:gd name="T13" fmla="*/ 1248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75">
                  <a:moveTo>
                    <a:pt x="22" y="0"/>
                  </a:moveTo>
                  <a:cubicBezTo>
                    <a:pt x="12" y="4"/>
                    <a:pt x="10" y="17"/>
                    <a:pt x="14" y="26"/>
                  </a:cubicBezTo>
                  <a:cubicBezTo>
                    <a:pt x="9" y="29"/>
                    <a:pt x="8" y="30"/>
                    <a:pt x="7" y="36"/>
                  </a:cubicBezTo>
                  <a:cubicBezTo>
                    <a:pt x="6" y="40"/>
                    <a:pt x="8" y="46"/>
                    <a:pt x="12" y="48"/>
                  </a:cubicBezTo>
                  <a:cubicBezTo>
                    <a:pt x="10" y="50"/>
                    <a:pt x="5" y="52"/>
                    <a:pt x="3" y="54"/>
                  </a:cubicBezTo>
                  <a:cubicBezTo>
                    <a:pt x="1" y="56"/>
                    <a:pt x="2" y="60"/>
                    <a:pt x="2" y="63"/>
                  </a:cubicBezTo>
                  <a:cubicBezTo>
                    <a:pt x="2" y="67"/>
                    <a:pt x="0" y="75"/>
                    <a:pt x="6" y="7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0" name="Freeform 365">
              <a:extLst>
                <a:ext uri="{FF2B5EF4-FFF2-40B4-BE49-F238E27FC236}">
                  <a16:creationId xmlns:a16="http://schemas.microsoft.com/office/drawing/2014/main" id="{C063FDEF-EC59-4108-83D6-CB452A52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968"/>
              <a:ext cx="35" cy="86"/>
            </a:xfrm>
            <a:custGeom>
              <a:avLst/>
              <a:gdLst>
                <a:gd name="T0" fmla="*/ 327 w 20"/>
                <a:gd name="T1" fmla="*/ 21 h 49"/>
                <a:gd name="T2" fmla="*/ 172 w 20"/>
                <a:gd name="T3" fmla="*/ 200 h 49"/>
                <a:gd name="T4" fmla="*/ 151 w 20"/>
                <a:gd name="T5" fmla="*/ 351 h 49"/>
                <a:gd name="T6" fmla="*/ 236 w 20"/>
                <a:gd name="T7" fmla="*/ 400 h 49"/>
                <a:gd name="T8" fmla="*/ 65 w 20"/>
                <a:gd name="T9" fmla="*/ 616 h 49"/>
                <a:gd name="T10" fmla="*/ 179 w 20"/>
                <a:gd name="T11" fmla="*/ 779 h 49"/>
                <a:gd name="T12" fmla="*/ 0 w 20"/>
                <a:gd name="T13" fmla="*/ 81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9">
                  <a:moveTo>
                    <a:pt x="20" y="1"/>
                  </a:moveTo>
                  <a:cubicBezTo>
                    <a:pt x="12" y="0"/>
                    <a:pt x="11" y="5"/>
                    <a:pt x="10" y="12"/>
                  </a:cubicBezTo>
                  <a:cubicBezTo>
                    <a:pt x="10" y="14"/>
                    <a:pt x="8" y="19"/>
                    <a:pt x="9" y="21"/>
                  </a:cubicBezTo>
                  <a:cubicBezTo>
                    <a:pt x="10" y="22"/>
                    <a:pt x="13" y="23"/>
                    <a:pt x="14" y="24"/>
                  </a:cubicBezTo>
                  <a:cubicBezTo>
                    <a:pt x="8" y="27"/>
                    <a:pt x="2" y="30"/>
                    <a:pt x="4" y="37"/>
                  </a:cubicBezTo>
                  <a:cubicBezTo>
                    <a:pt x="5" y="41"/>
                    <a:pt x="8" y="45"/>
                    <a:pt x="11" y="47"/>
                  </a:cubicBezTo>
                  <a:cubicBezTo>
                    <a:pt x="7" y="47"/>
                    <a:pt x="3" y="48"/>
                    <a:pt x="0" y="4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1" name="Freeform 366">
              <a:extLst>
                <a:ext uri="{FF2B5EF4-FFF2-40B4-BE49-F238E27FC236}">
                  <a16:creationId xmlns:a16="http://schemas.microsoft.com/office/drawing/2014/main" id="{ACDEDD3F-2B7C-4C57-99EB-FF81BF22F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155"/>
              <a:ext cx="30" cy="67"/>
            </a:xfrm>
            <a:custGeom>
              <a:avLst/>
              <a:gdLst>
                <a:gd name="T0" fmla="*/ 293 w 17"/>
                <a:gd name="T1" fmla="*/ 0 h 38"/>
                <a:gd name="T2" fmla="*/ 115 w 17"/>
                <a:gd name="T3" fmla="*/ 64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17" y="0"/>
                  </a:moveTo>
                  <a:cubicBezTo>
                    <a:pt x="7" y="5"/>
                    <a:pt x="0" y="29"/>
                    <a:pt x="7" y="3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2" name="Freeform 367">
              <a:extLst>
                <a:ext uri="{FF2B5EF4-FFF2-40B4-BE49-F238E27FC236}">
                  <a16:creationId xmlns:a16="http://schemas.microsoft.com/office/drawing/2014/main" id="{55EC674D-1F62-44B7-9DA0-CDE43064A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118"/>
              <a:ext cx="13" cy="39"/>
            </a:xfrm>
            <a:custGeom>
              <a:avLst/>
              <a:gdLst>
                <a:gd name="T0" fmla="*/ 156 w 7"/>
                <a:gd name="T1" fmla="*/ 0 h 22"/>
                <a:gd name="T2" fmla="*/ 0 w 7"/>
                <a:gd name="T3" fmla="*/ 179 h 22"/>
                <a:gd name="T4" fmla="*/ 45 w 7"/>
                <a:gd name="T5" fmla="*/ 38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1" y="3"/>
                    <a:pt x="0" y="3"/>
                    <a:pt x="0" y="10"/>
                  </a:cubicBezTo>
                  <a:cubicBezTo>
                    <a:pt x="0" y="14"/>
                    <a:pt x="0" y="18"/>
                    <a:pt x="2" y="2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3" name="Freeform 368">
              <a:extLst>
                <a:ext uri="{FF2B5EF4-FFF2-40B4-BE49-F238E27FC236}">
                  <a16:creationId xmlns:a16="http://schemas.microsoft.com/office/drawing/2014/main" id="{C5F444EE-8E0D-42FA-A357-1016E161A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224"/>
              <a:ext cx="32" cy="109"/>
            </a:xfrm>
            <a:custGeom>
              <a:avLst/>
              <a:gdLst>
                <a:gd name="T0" fmla="*/ 231 w 18"/>
                <a:gd name="T1" fmla="*/ 0 h 62"/>
                <a:gd name="T2" fmla="*/ 117 w 18"/>
                <a:gd name="T3" fmla="*/ 265 h 62"/>
                <a:gd name="T4" fmla="*/ 231 w 18"/>
                <a:gd name="T5" fmla="*/ 403 h 62"/>
                <a:gd name="T6" fmla="*/ 37 w 18"/>
                <a:gd name="T7" fmla="*/ 658 h 62"/>
                <a:gd name="T8" fmla="*/ 231 w 18"/>
                <a:gd name="T9" fmla="*/ 1023 h 62"/>
                <a:gd name="T10" fmla="*/ 297 w 18"/>
                <a:gd name="T11" fmla="*/ 1044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2">
                  <a:moveTo>
                    <a:pt x="13" y="0"/>
                  </a:moveTo>
                  <a:cubicBezTo>
                    <a:pt x="10" y="5"/>
                    <a:pt x="6" y="9"/>
                    <a:pt x="7" y="16"/>
                  </a:cubicBezTo>
                  <a:cubicBezTo>
                    <a:pt x="8" y="19"/>
                    <a:pt x="9" y="25"/>
                    <a:pt x="13" y="24"/>
                  </a:cubicBezTo>
                  <a:cubicBezTo>
                    <a:pt x="8" y="29"/>
                    <a:pt x="3" y="31"/>
                    <a:pt x="2" y="39"/>
                  </a:cubicBezTo>
                  <a:cubicBezTo>
                    <a:pt x="0" y="48"/>
                    <a:pt x="9" y="55"/>
                    <a:pt x="13" y="61"/>
                  </a:cubicBezTo>
                  <a:cubicBezTo>
                    <a:pt x="15" y="61"/>
                    <a:pt x="18" y="62"/>
                    <a:pt x="17" y="6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4" name="Freeform 369">
              <a:extLst>
                <a:ext uri="{FF2B5EF4-FFF2-40B4-BE49-F238E27FC236}">
                  <a16:creationId xmlns:a16="http://schemas.microsoft.com/office/drawing/2014/main" id="{165C7C28-28DE-4ECA-922B-A53BFE193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645"/>
              <a:ext cx="11" cy="32"/>
            </a:xfrm>
            <a:custGeom>
              <a:avLst/>
              <a:gdLst>
                <a:gd name="T0" fmla="*/ 125 w 6"/>
                <a:gd name="T1" fmla="*/ 0 h 18"/>
                <a:gd name="T2" fmla="*/ 0 w 6"/>
                <a:gd name="T3" fmla="*/ 32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3" y="5"/>
                    <a:pt x="0" y="14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5" name="Freeform 370">
              <a:extLst>
                <a:ext uri="{FF2B5EF4-FFF2-40B4-BE49-F238E27FC236}">
                  <a16:creationId xmlns:a16="http://schemas.microsoft.com/office/drawing/2014/main" id="{96BFD29E-BD31-4E8F-A453-1D3D53042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611"/>
              <a:ext cx="5" cy="34"/>
            </a:xfrm>
            <a:custGeom>
              <a:avLst/>
              <a:gdLst>
                <a:gd name="T0" fmla="*/ 22 w 3"/>
                <a:gd name="T1" fmla="*/ 349 h 19"/>
                <a:gd name="T2" fmla="*/ 37 w 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2" y="19"/>
                  </a:moveTo>
                  <a:cubicBezTo>
                    <a:pt x="0" y="14"/>
                    <a:pt x="0" y="5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6" name="Freeform 371">
              <a:extLst>
                <a:ext uri="{FF2B5EF4-FFF2-40B4-BE49-F238E27FC236}">
                  <a16:creationId xmlns:a16="http://schemas.microsoft.com/office/drawing/2014/main" id="{C98DB553-5F6C-45CB-9AD1-452C05501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712"/>
              <a:ext cx="19" cy="55"/>
            </a:xfrm>
            <a:custGeom>
              <a:avLst/>
              <a:gdLst>
                <a:gd name="T0" fmla="*/ 169 w 11"/>
                <a:gd name="T1" fmla="*/ 0 h 31"/>
                <a:gd name="T2" fmla="*/ 86 w 11"/>
                <a:gd name="T3" fmla="*/ 54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6" y="4"/>
                    <a:pt x="0" y="27"/>
                    <a:pt x="6" y="3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7" name="Freeform 372">
              <a:extLst>
                <a:ext uri="{FF2B5EF4-FFF2-40B4-BE49-F238E27FC236}">
                  <a16:creationId xmlns:a16="http://schemas.microsoft.com/office/drawing/2014/main" id="{83063F71-7BAA-4637-BB79-C4753F29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768"/>
              <a:ext cx="15" cy="45"/>
            </a:xfrm>
            <a:custGeom>
              <a:avLst/>
              <a:gdLst>
                <a:gd name="T0" fmla="*/ 117 w 9"/>
                <a:gd name="T1" fmla="*/ 0 h 25"/>
                <a:gd name="T2" fmla="*/ 103 w 9"/>
                <a:gd name="T3" fmla="*/ 47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9" y="0"/>
                  </a:moveTo>
                  <a:cubicBezTo>
                    <a:pt x="1" y="3"/>
                    <a:pt x="0" y="23"/>
                    <a:pt x="8" y="2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8" name="Freeform 373">
              <a:extLst>
                <a:ext uri="{FF2B5EF4-FFF2-40B4-BE49-F238E27FC236}">
                  <a16:creationId xmlns:a16="http://schemas.microsoft.com/office/drawing/2014/main" id="{A6D36DCB-843D-4A65-A785-D174EA95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823"/>
              <a:ext cx="1" cy="14"/>
            </a:xfrm>
            <a:custGeom>
              <a:avLst/>
              <a:gdLst>
                <a:gd name="T0" fmla="*/ 0 w 1"/>
                <a:gd name="T1" fmla="*/ 0 h 8"/>
                <a:gd name="T2" fmla="*/ 1 w 1"/>
                <a:gd name="T3" fmla="*/ 13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1" y="7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9" name="Freeform 374">
              <a:extLst>
                <a:ext uri="{FF2B5EF4-FFF2-40B4-BE49-F238E27FC236}">
                  <a16:creationId xmlns:a16="http://schemas.microsoft.com/office/drawing/2014/main" id="{8B1F66C4-8BD3-4A7B-B506-B1BB4BFE7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793"/>
              <a:ext cx="16" cy="60"/>
            </a:xfrm>
            <a:custGeom>
              <a:avLst/>
              <a:gdLst>
                <a:gd name="T0" fmla="*/ 50 w 9"/>
                <a:gd name="T1" fmla="*/ 0 h 34"/>
                <a:gd name="T2" fmla="*/ 139 w 9"/>
                <a:gd name="T3" fmla="*/ 138 h 34"/>
                <a:gd name="T4" fmla="*/ 89 w 9"/>
                <a:gd name="T5" fmla="*/ 339 h 34"/>
                <a:gd name="T6" fmla="*/ 0 w 9"/>
                <a:gd name="T7" fmla="*/ 58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4">
                  <a:moveTo>
                    <a:pt x="3" y="0"/>
                  </a:moveTo>
                  <a:cubicBezTo>
                    <a:pt x="5" y="3"/>
                    <a:pt x="8" y="5"/>
                    <a:pt x="8" y="8"/>
                  </a:cubicBezTo>
                  <a:cubicBezTo>
                    <a:pt x="9" y="12"/>
                    <a:pt x="6" y="17"/>
                    <a:pt x="5" y="20"/>
                  </a:cubicBezTo>
                  <a:cubicBezTo>
                    <a:pt x="4" y="24"/>
                    <a:pt x="4" y="33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0" name="Freeform 375">
              <a:extLst>
                <a:ext uri="{FF2B5EF4-FFF2-40B4-BE49-F238E27FC236}">
                  <a16:creationId xmlns:a16="http://schemas.microsoft.com/office/drawing/2014/main" id="{9EC011D8-C60E-44E2-BF40-31C35221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744"/>
              <a:ext cx="21" cy="47"/>
            </a:xfrm>
            <a:custGeom>
              <a:avLst/>
              <a:gdLst>
                <a:gd name="T0" fmla="*/ 0 w 12"/>
                <a:gd name="T1" fmla="*/ 433 h 27"/>
                <a:gd name="T2" fmla="*/ 179 w 12"/>
                <a:gd name="T3" fmla="*/ 299 h 27"/>
                <a:gd name="T4" fmla="*/ 172 w 12"/>
                <a:gd name="T5" fmla="*/ 158 h 27"/>
                <a:gd name="T6" fmla="*/ 49 w 1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3" y="26"/>
                    <a:pt x="9" y="22"/>
                    <a:pt x="11" y="19"/>
                  </a:cubicBezTo>
                  <a:cubicBezTo>
                    <a:pt x="12" y="16"/>
                    <a:pt x="11" y="14"/>
                    <a:pt x="10" y="10"/>
                  </a:cubicBezTo>
                  <a:cubicBezTo>
                    <a:pt x="9" y="5"/>
                    <a:pt x="8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1" name="Freeform 376">
              <a:extLst>
                <a:ext uri="{FF2B5EF4-FFF2-40B4-BE49-F238E27FC236}">
                  <a16:creationId xmlns:a16="http://schemas.microsoft.com/office/drawing/2014/main" id="{77218876-ED19-42D7-B650-23CA5185A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696"/>
              <a:ext cx="26" cy="55"/>
            </a:xfrm>
            <a:custGeom>
              <a:avLst/>
              <a:gdLst>
                <a:gd name="T0" fmla="*/ 0 w 15"/>
                <a:gd name="T1" fmla="*/ 548 h 31"/>
                <a:gd name="T2" fmla="*/ 172 w 15"/>
                <a:gd name="T3" fmla="*/ 158 h 31"/>
                <a:gd name="T4" fmla="*/ 0 w 15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1">
                  <a:moveTo>
                    <a:pt x="0" y="31"/>
                  </a:moveTo>
                  <a:cubicBezTo>
                    <a:pt x="7" y="25"/>
                    <a:pt x="15" y="20"/>
                    <a:pt x="11" y="9"/>
                  </a:cubicBezTo>
                  <a:cubicBezTo>
                    <a:pt x="8" y="4"/>
                    <a:pt x="5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2" name="Freeform 377">
              <a:extLst>
                <a:ext uri="{FF2B5EF4-FFF2-40B4-BE49-F238E27FC236}">
                  <a16:creationId xmlns:a16="http://schemas.microsoft.com/office/drawing/2014/main" id="{19C83531-C890-4133-B50E-9F99F62E3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643"/>
              <a:ext cx="26" cy="60"/>
            </a:xfrm>
            <a:custGeom>
              <a:avLst/>
              <a:gdLst>
                <a:gd name="T0" fmla="*/ 62 w 15"/>
                <a:gd name="T1" fmla="*/ 582 h 34"/>
                <a:gd name="T2" fmla="*/ 127 w 15"/>
                <a:gd name="T3" fmla="*/ 115 h 34"/>
                <a:gd name="T4" fmla="*/ 0 w 15"/>
                <a:gd name="T5" fmla="*/ 2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4">
                  <a:moveTo>
                    <a:pt x="4" y="34"/>
                  </a:moveTo>
                  <a:cubicBezTo>
                    <a:pt x="13" y="26"/>
                    <a:pt x="15" y="17"/>
                    <a:pt x="8" y="7"/>
                  </a:cubicBezTo>
                  <a:cubicBezTo>
                    <a:pt x="6" y="4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3" name="Freeform 378">
              <a:extLst>
                <a:ext uri="{FF2B5EF4-FFF2-40B4-BE49-F238E27FC236}">
                  <a16:creationId xmlns:a16="http://schemas.microsoft.com/office/drawing/2014/main" id="{9CAFE926-8972-41CE-A71E-6E87D8506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620"/>
              <a:ext cx="11" cy="44"/>
            </a:xfrm>
            <a:custGeom>
              <a:avLst/>
              <a:gdLst>
                <a:gd name="T0" fmla="*/ 44 w 6"/>
                <a:gd name="T1" fmla="*/ 0 h 25"/>
                <a:gd name="T2" fmla="*/ 0 w 6"/>
                <a:gd name="T3" fmla="*/ 42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2" y="0"/>
                  </a:moveTo>
                  <a:cubicBezTo>
                    <a:pt x="6" y="5"/>
                    <a:pt x="4" y="20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4" name="Freeform 379">
              <a:extLst>
                <a:ext uri="{FF2B5EF4-FFF2-40B4-BE49-F238E27FC236}">
                  <a16:creationId xmlns:a16="http://schemas.microsoft.com/office/drawing/2014/main" id="{A1489D08-F65A-46EE-8202-B799D5E9C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613"/>
              <a:ext cx="20" cy="34"/>
            </a:xfrm>
            <a:custGeom>
              <a:avLst/>
              <a:gdLst>
                <a:gd name="T0" fmla="*/ 0 w 11"/>
                <a:gd name="T1" fmla="*/ 52 h 19"/>
                <a:gd name="T2" fmla="*/ 198 w 11"/>
                <a:gd name="T3" fmla="*/ 206 h 19"/>
                <a:gd name="T4" fmla="*/ 0 w 11"/>
                <a:gd name="T5" fmla="*/ 34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3"/>
                  </a:moveTo>
                  <a:cubicBezTo>
                    <a:pt x="6" y="0"/>
                    <a:pt x="11" y="3"/>
                    <a:pt x="10" y="11"/>
                  </a:cubicBezTo>
                  <a:cubicBezTo>
                    <a:pt x="10" y="16"/>
                    <a:pt x="4" y="18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5" name="Freeform 380">
              <a:extLst>
                <a:ext uri="{FF2B5EF4-FFF2-40B4-BE49-F238E27FC236}">
                  <a16:creationId xmlns:a16="http://schemas.microsoft.com/office/drawing/2014/main" id="{3833693D-0E66-4ADC-A4C2-6934F2AF2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580"/>
              <a:ext cx="2" cy="35"/>
            </a:xfrm>
            <a:custGeom>
              <a:avLst/>
              <a:gdLst>
                <a:gd name="T0" fmla="*/ 0 w 1"/>
                <a:gd name="T1" fmla="*/ 0 h 20"/>
                <a:gd name="T2" fmla="*/ 32 w 1"/>
                <a:gd name="T3" fmla="*/ 3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0">
                  <a:moveTo>
                    <a:pt x="0" y="0"/>
                  </a:moveTo>
                  <a:cubicBezTo>
                    <a:pt x="0" y="7"/>
                    <a:pt x="1" y="14"/>
                    <a:pt x="1" y="2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6" name="Freeform 381">
              <a:extLst>
                <a:ext uri="{FF2B5EF4-FFF2-40B4-BE49-F238E27FC236}">
                  <a16:creationId xmlns:a16="http://schemas.microsoft.com/office/drawing/2014/main" id="{DEF6E204-85FC-4D88-8EBF-665798E21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304"/>
              <a:ext cx="30" cy="46"/>
            </a:xfrm>
            <a:custGeom>
              <a:avLst/>
              <a:gdLst>
                <a:gd name="T0" fmla="*/ 115 w 17"/>
                <a:gd name="T1" fmla="*/ 0 h 26"/>
                <a:gd name="T2" fmla="*/ 0 w 17"/>
                <a:gd name="T3" fmla="*/ 228 h 26"/>
                <a:gd name="T4" fmla="*/ 86 w 17"/>
                <a:gd name="T5" fmla="*/ 403 h 26"/>
                <a:gd name="T6" fmla="*/ 293 w 17"/>
                <a:gd name="T7" fmla="*/ 38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7" y="0"/>
                  </a:moveTo>
                  <a:cubicBezTo>
                    <a:pt x="5" y="4"/>
                    <a:pt x="0" y="8"/>
                    <a:pt x="0" y="13"/>
                  </a:cubicBezTo>
                  <a:cubicBezTo>
                    <a:pt x="0" y="16"/>
                    <a:pt x="3" y="20"/>
                    <a:pt x="5" y="23"/>
                  </a:cubicBezTo>
                  <a:cubicBezTo>
                    <a:pt x="8" y="26"/>
                    <a:pt x="14" y="20"/>
                    <a:pt x="17" y="2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7" name="Freeform 382">
              <a:extLst>
                <a:ext uri="{FF2B5EF4-FFF2-40B4-BE49-F238E27FC236}">
                  <a16:creationId xmlns:a16="http://schemas.microsoft.com/office/drawing/2014/main" id="{CE9A1461-4859-4E20-B302-FEDCAB1AC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276"/>
              <a:ext cx="36" cy="50"/>
            </a:xfrm>
            <a:custGeom>
              <a:avLst/>
              <a:gdLst>
                <a:gd name="T0" fmla="*/ 380 w 20"/>
                <a:gd name="T1" fmla="*/ 507 h 28"/>
                <a:gd name="T2" fmla="*/ 133 w 20"/>
                <a:gd name="T3" fmla="*/ 455 h 28"/>
                <a:gd name="T4" fmla="*/ 74 w 20"/>
                <a:gd name="T5" fmla="*/ 305 h 28"/>
                <a:gd name="T6" fmla="*/ 0 w 20"/>
                <a:gd name="T7" fmla="*/ 166 h 28"/>
                <a:gd name="T8" fmla="*/ 304 w 20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20" y="28"/>
                  </a:moveTo>
                  <a:cubicBezTo>
                    <a:pt x="16" y="28"/>
                    <a:pt x="10" y="28"/>
                    <a:pt x="7" y="25"/>
                  </a:cubicBezTo>
                  <a:cubicBezTo>
                    <a:pt x="6" y="24"/>
                    <a:pt x="5" y="19"/>
                    <a:pt x="4" y="17"/>
                  </a:cubicBezTo>
                  <a:cubicBezTo>
                    <a:pt x="4" y="16"/>
                    <a:pt x="0" y="10"/>
                    <a:pt x="0" y="9"/>
                  </a:cubicBezTo>
                  <a:cubicBezTo>
                    <a:pt x="2" y="3"/>
                    <a:pt x="12" y="3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8" name="Freeform 383">
              <a:extLst>
                <a:ext uri="{FF2B5EF4-FFF2-40B4-BE49-F238E27FC236}">
                  <a16:creationId xmlns:a16="http://schemas.microsoft.com/office/drawing/2014/main" id="{D398C0A8-2C2F-4788-A3DF-C67AC021D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285"/>
              <a:ext cx="47" cy="53"/>
            </a:xfrm>
            <a:custGeom>
              <a:avLst/>
              <a:gdLst>
                <a:gd name="T0" fmla="*/ 213 w 26"/>
                <a:gd name="T1" fmla="*/ 0 h 30"/>
                <a:gd name="T2" fmla="*/ 24 w 26"/>
                <a:gd name="T3" fmla="*/ 224 h 30"/>
                <a:gd name="T4" fmla="*/ 141 w 26"/>
                <a:gd name="T5" fmla="*/ 468 h 30"/>
                <a:gd name="T6" fmla="*/ 503 w 26"/>
                <a:gd name="T7" fmla="*/ 38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0">
                  <a:moveTo>
                    <a:pt x="11" y="0"/>
                  </a:moveTo>
                  <a:cubicBezTo>
                    <a:pt x="8" y="4"/>
                    <a:pt x="0" y="7"/>
                    <a:pt x="1" y="13"/>
                  </a:cubicBezTo>
                  <a:cubicBezTo>
                    <a:pt x="1" y="14"/>
                    <a:pt x="6" y="25"/>
                    <a:pt x="7" y="27"/>
                  </a:cubicBezTo>
                  <a:cubicBezTo>
                    <a:pt x="11" y="30"/>
                    <a:pt x="22" y="24"/>
                    <a:pt x="26" y="2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9" name="Freeform 384">
              <a:extLst>
                <a:ext uri="{FF2B5EF4-FFF2-40B4-BE49-F238E27FC236}">
                  <a16:creationId xmlns:a16="http://schemas.microsoft.com/office/drawing/2014/main" id="{01A3C20F-E5B8-4185-9C2C-CED5B385A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334"/>
              <a:ext cx="5" cy="27"/>
            </a:xfrm>
            <a:custGeom>
              <a:avLst/>
              <a:gdLst>
                <a:gd name="T0" fmla="*/ 0 w 3"/>
                <a:gd name="T1" fmla="*/ 0 h 15"/>
                <a:gd name="T2" fmla="*/ 37 w 3"/>
                <a:gd name="T3" fmla="*/ 28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2" y="3"/>
                    <a:pt x="2" y="14"/>
                    <a:pt x="3" y="1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0" name="Freeform 385">
              <a:extLst>
                <a:ext uri="{FF2B5EF4-FFF2-40B4-BE49-F238E27FC236}">
                  <a16:creationId xmlns:a16="http://schemas.microsoft.com/office/drawing/2014/main" id="{EE91E819-2744-4F82-ADD4-0A85C755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329"/>
              <a:ext cx="7" cy="30"/>
            </a:xfrm>
            <a:custGeom>
              <a:avLst/>
              <a:gdLst>
                <a:gd name="T0" fmla="*/ 65 w 4"/>
                <a:gd name="T1" fmla="*/ 0 h 17"/>
                <a:gd name="T2" fmla="*/ 0 w 4"/>
                <a:gd name="T3" fmla="*/ 29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0"/>
                  </a:moveTo>
                  <a:cubicBezTo>
                    <a:pt x="2" y="5"/>
                    <a:pt x="0" y="11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1" name="Freeform 386">
              <a:extLst>
                <a:ext uri="{FF2B5EF4-FFF2-40B4-BE49-F238E27FC236}">
                  <a16:creationId xmlns:a16="http://schemas.microsoft.com/office/drawing/2014/main" id="{B9EFD16B-34C4-46C6-A4C9-E3DAAA31B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359"/>
              <a:ext cx="35" cy="23"/>
            </a:xfrm>
            <a:custGeom>
              <a:avLst/>
              <a:gdLst>
                <a:gd name="T0" fmla="*/ 264 w 20"/>
                <a:gd name="T1" fmla="*/ 0 h 13"/>
                <a:gd name="T2" fmla="*/ 179 w 20"/>
                <a:gd name="T3" fmla="*/ 203 h 13"/>
                <a:gd name="T4" fmla="*/ 0 w 20"/>
                <a:gd name="T5" fmla="*/ 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16" y="0"/>
                  </a:moveTo>
                  <a:cubicBezTo>
                    <a:pt x="20" y="6"/>
                    <a:pt x="18" y="11"/>
                    <a:pt x="11" y="12"/>
                  </a:cubicBezTo>
                  <a:cubicBezTo>
                    <a:pt x="6" y="13"/>
                    <a:pt x="3" y="8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2" name="Freeform 387">
              <a:extLst>
                <a:ext uri="{FF2B5EF4-FFF2-40B4-BE49-F238E27FC236}">
                  <a16:creationId xmlns:a16="http://schemas.microsoft.com/office/drawing/2014/main" id="{323DBF75-F2F5-4D78-955B-A9169FEA9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59"/>
              <a:ext cx="34" cy="9"/>
            </a:xfrm>
            <a:custGeom>
              <a:avLst/>
              <a:gdLst>
                <a:gd name="T0" fmla="*/ 349 w 19"/>
                <a:gd name="T1" fmla="*/ 0 h 5"/>
                <a:gd name="T2" fmla="*/ 0 w 19"/>
                <a:gd name="T3" fmla="*/ 9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19" y="0"/>
                  </a:moveTo>
                  <a:cubicBezTo>
                    <a:pt x="12" y="2"/>
                    <a:pt x="5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3" name="Freeform 388">
              <a:extLst>
                <a:ext uri="{FF2B5EF4-FFF2-40B4-BE49-F238E27FC236}">
                  <a16:creationId xmlns:a16="http://schemas.microsoft.com/office/drawing/2014/main" id="{EA69B6A4-C737-47E3-966E-0DCDE1B50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541"/>
              <a:ext cx="23" cy="39"/>
            </a:xfrm>
            <a:custGeom>
              <a:avLst/>
              <a:gdLst>
                <a:gd name="T0" fmla="*/ 0 w 13"/>
                <a:gd name="T1" fmla="*/ 383 h 22"/>
                <a:gd name="T2" fmla="*/ 203 w 13"/>
                <a:gd name="T3" fmla="*/ 158 h 22"/>
                <a:gd name="T4" fmla="*/ 65 w 1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0" y="22"/>
                  </a:moveTo>
                  <a:cubicBezTo>
                    <a:pt x="8" y="20"/>
                    <a:pt x="13" y="17"/>
                    <a:pt x="12" y="9"/>
                  </a:cubicBezTo>
                  <a:cubicBezTo>
                    <a:pt x="11" y="3"/>
                    <a:pt x="9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4" name="Freeform 389">
              <a:extLst>
                <a:ext uri="{FF2B5EF4-FFF2-40B4-BE49-F238E27FC236}">
                  <a16:creationId xmlns:a16="http://schemas.microsoft.com/office/drawing/2014/main" id="{D8FB9279-7950-48FB-BA7B-4C8626848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491"/>
              <a:ext cx="23" cy="52"/>
            </a:xfrm>
            <a:custGeom>
              <a:avLst/>
              <a:gdLst>
                <a:gd name="T0" fmla="*/ 0 w 13"/>
                <a:gd name="T1" fmla="*/ 536 h 29"/>
                <a:gd name="T2" fmla="*/ 156 w 13"/>
                <a:gd name="T3" fmla="*/ 210 h 29"/>
                <a:gd name="T4" fmla="*/ 37 w 1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0" y="29"/>
                  </a:moveTo>
                  <a:cubicBezTo>
                    <a:pt x="6" y="22"/>
                    <a:pt x="13" y="22"/>
                    <a:pt x="9" y="11"/>
                  </a:cubicBezTo>
                  <a:cubicBezTo>
                    <a:pt x="7" y="7"/>
                    <a:pt x="5" y="3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5" name="Freeform 390">
              <a:extLst>
                <a:ext uri="{FF2B5EF4-FFF2-40B4-BE49-F238E27FC236}">
                  <a16:creationId xmlns:a16="http://schemas.microsoft.com/office/drawing/2014/main" id="{E85E2B42-229F-4A63-874C-855C9667F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474"/>
              <a:ext cx="1" cy="10"/>
            </a:xfrm>
            <a:custGeom>
              <a:avLst/>
              <a:gdLst>
                <a:gd name="T0" fmla="*/ 1 w 1"/>
                <a:gd name="T1" fmla="*/ 0 h 6"/>
                <a:gd name="T2" fmla="*/ 0 w 1"/>
                <a:gd name="T3" fmla="*/ 7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1" y="6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6" name="Freeform 391">
              <a:extLst>
                <a:ext uri="{FF2B5EF4-FFF2-40B4-BE49-F238E27FC236}">
                  <a16:creationId xmlns:a16="http://schemas.microsoft.com/office/drawing/2014/main" id="{AFC28237-F3AA-4B3D-AC6A-5A57BC941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431"/>
              <a:ext cx="21" cy="45"/>
            </a:xfrm>
            <a:custGeom>
              <a:avLst/>
              <a:gdLst>
                <a:gd name="T0" fmla="*/ 0 w 12"/>
                <a:gd name="T1" fmla="*/ 430 h 25"/>
                <a:gd name="T2" fmla="*/ 200 w 12"/>
                <a:gd name="T3" fmla="*/ 234 h 25"/>
                <a:gd name="T4" fmla="*/ 65 w 1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23"/>
                  </a:moveTo>
                  <a:cubicBezTo>
                    <a:pt x="7" y="25"/>
                    <a:pt x="12" y="18"/>
                    <a:pt x="12" y="12"/>
                  </a:cubicBezTo>
                  <a:cubicBezTo>
                    <a:pt x="12" y="5"/>
                    <a:pt x="8" y="5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7" name="Freeform 392">
              <a:extLst>
                <a:ext uri="{FF2B5EF4-FFF2-40B4-BE49-F238E27FC236}">
                  <a16:creationId xmlns:a16="http://schemas.microsoft.com/office/drawing/2014/main" id="{9B95EC24-95CD-4EEF-A3F4-12202D7E4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569"/>
              <a:ext cx="21" cy="5"/>
            </a:xfrm>
            <a:custGeom>
              <a:avLst/>
              <a:gdLst>
                <a:gd name="T0" fmla="*/ 0 w 12"/>
                <a:gd name="T1" fmla="*/ 37 h 3"/>
                <a:gd name="T2" fmla="*/ 200 w 12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9" y="0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8" name="Freeform 393">
              <a:extLst>
                <a:ext uri="{FF2B5EF4-FFF2-40B4-BE49-F238E27FC236}">
                  <a16:creationId xmlns:a16="http://schemas.microsoft.com/office/drawing/2014/main" id="{70C1B736-700A-4A1C-B5F6-095B64DD4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610"/>
              <a:ext cx="29" cy="14"/>
            </a:xfrm>
            <a:custGeom>
              <a:avLst/>
              <a:gdLst>
                <a:gd name="T0" fmla="*/ 0 w 16"/>
                <a:gd name="T1" fmla="*/ 114 h 8"/>
                <a:gd name="T2" fmla="*/ 315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7"/>
                  </a:moveTo>
                  <a:cubicBezTo>
                    <a:pt x="7" y="8"/>
                    <a:pt x="12" y="5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9" name="Freeform 394">
              <a:extLst>
                <a:ext uri="{FF2B5EF4-FFF2-40B4-BE49-F238E27FC236}">
                  <a16:creationId xmlns:a16="http://schemas.microsoft.com/office/drawing/2014/main" id="{9B04430C-FC87-4EC4-ACED-A397A3706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663"/>
              <a:ext cx="25" cy="17"/>
            </a:xfrm>
            <a:custGeom>
              <a:avLst/>
              <a:gdLst>
                <a:gd name="T0" fmla="*/ 0 w 14"/>
                <a:gd name="T1" fmla="*/ 83 h 10"/>
                <a:gd name="T2" fmla="*/ 255 w 1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6"/>
                  </a:moveTo>
                  <a:cubicBezTo>
                    <a:pt x="9" y="10"/>
                    <a:pt x="8" y="4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0" name="Freeform 395">
              <a:extLst>
                <a:ext uri="{FF2B5EF4-FFF2-40B4-BE49-F238E27FC236}">
                  <a16:creationId xmlns:a16="http://schemas.microsoft.com/office/drawing/2014/main" id="{F6B182B4-AAAC-454B-B2CF-15EBD72C8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726"/>
              <a:ext cx="25" cy="9"/>
            </a:xfrm>
            <a:custGeom>
              <a:avLst/>
              <a:gdLst>
                <a:gd name="T0" fmla="*/ 0 w 14"/>
                <a:gd name="T1" fmla="*/ 0 h 5"/>
                <a:gd name="T2" fmla="*/ 255 w 14"/>
                <a:gd name="T3" fmla="*/ 4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4" y="3"/>
                    <a:pt x="10" y="5"/>
                    <a:pt x="14" y="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1" name="Freeform 396">
              <a:extLst>
                <a:ext uri="{FF2B5EF4-FFF2-40B4-BE49-F238E27FC236}">
                  <a16:creationId xmlns:a16="http://schemas.microsoft.com/office/drawing/2014/main" id="{6225FCEF-E99B-4AAC-9FBC-3DEE11E18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735"/>
              <a:ext cx="37" cy="48"/>
            </a:xfrm>
            <a:custGeom>
              <a:avLst/>
              <a:gdLst>
                <a:gd name="T0" fmla="*/ 0 w 21"/>
                <a:gd name="T1" fmla="*/ 427 h 27"/>
                <a:gd name="T2" fmla="*/ 317 w 21"/>
                <a:gd name="T3" fmla="*/ 297 h 27"/>
                <a:gd name="T4" fmla="*/ 307 w 2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0" y="24"/>
                  </a:moveTo>
                  <a:cubicBezTo>
                    <a:pt x="10" y="26"/>
                    <a:pt x="15" y="27"/>
                    <a:pt x="19" y="17"/>
                  </a:cubicBezTo>
                  <a:cubicBezTo>
                    <a:pt x="21" y="12"/>
                    <a:pt x="20" y="4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2" name="Freeform 397">
              <a:extLst>
                <a:ext uri="{FF2B5EF4-FFF2-40B4-BE49-F238E27FC236}">
                  <a16:creationId xmlns:a16="http://schemas.microsoft.com/office/drawing/2014/main" id="{281352E8-5CA0-44E2-A4C0-D42A46AE8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761"/>
              <a:ext cx="9" cy="1"/>
            </a:xfrm>
            <a:custGeom>
              <a:avLst/>
              <a:gdLst>
                <a:gd name="T0" fmla="*/ 0 w 5"/>
                <a:gd name="T1" fmla="*/ 0 h 1"/>
                <a:gd name="T2" fmla="*/ 94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3" name="Freeform 398">
              <a:extLst>
                <a:ext uri="{FF2B5EF4-FFF2-40B4-BE49-F238E27FC236}">
                  <a16:creationId xmlns:a16="http://schemas.microsoft.com/office/drawing/2014/main" id="{87519440-9F71-4B57-B1B0-6E420EE50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779"/>
              <a:ext cx="37" cy="46"/>
            </a:xfrm>
            <a:custGeom>
              <a:avLst/>
              <a:gdLst>
                <a:gd name="T0" fmla="*/ 0 w 21"/>
                <a:gd name="T1" fmla="*/ 317 h 26"/>
                <a:gd name="T2" fmla="*/ 307 w 21"/>
                <a:gd name="T3" fmla="*/ 276 h 26"/>
                <a:gd name="T4" fmla="*/ 289 w 2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0" y="18"/>
                  </a:moveTo>
                  <a:cubicBezTo>
                    <a:pt x="7" y="26"/>
                    <a:pt x="14" y="25"/>
                    <a:pt x="18" y="16"/>
                  </a:cubicBezTo>
                  <a:cubicBezTo>
                    <a:pt x="21" y="11"/>
                    <a:pt x="20" y="6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4" name="Freeform 399">
              <a:extLst>
                <a:ext uri="{FF2B5EF4-FFF2-40B4-BE49-F238E27FC236}">
                  <a16:creationId xmlns:a16="http://schemas.microsoft.com/office/drawing/2014/main" id="{04ABF2B7-1DA9-4C3D-B8EB-F481F1645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802"/>
              <a:ext cx="18" cy="2"/>
            </a:xfrm>
            <a:custGeom>
              <a:avLst/>
              <a:gdLst>
                <a:gd name="T0" fmla="*/ 0 w 10"/>
                <a:gd name="T1" fmla="*/ 32 h 1"/>
                <a:gd name="T2" fmla="*/ 187 w 10"/>
                <a:gd name="T3" fmla="*/ 32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4" y="0"/>
                    <a:pt x="7" y="0"/>
                    <a:pt x="10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5" name="Freeform 400">
              <a:extLst>
                <a:ext uri="{FF2B5EF4-FFF2-40B4-BE49-F238E27FC236}">
                  <a16:creationId xmlns:a16="http://schemas.microsoft.com/office/drawing/2014/main" id="{193A3960-B45D-49C9-9D67-884628B71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823"/>
              <a:ext cx="46" cy="41"/>
            </a:xfrm>
            <a:custGeom>
              <a:avLst/>
              <a:gdLst>
                <a:gd name="T0" fmla="*/ 0 w 26"/>
                <a:gd name="T1" fmla="*/ 296 h 23"/>
                <a:gd name="T2" fmla="*/ 203 w 26"/>
                <a:gd name="T3" fmla="*/ 414 h 23"/>
                <a:gd name="T4" fmla="*/ 382 w 26"/>
                <a:gd name="T5" fmla="*/ 296 h 23"/>
                <a:gd name="T6" fmla="*/ 294 w 26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0" y="16"/>
                  </a:moveTo>
                  <a:cubicBezTo>
                    <a:pt x="3" y="19"/>
                    <a:pt x="8" y="23"/>
                    <a:pt x="12" y="23"/>
                  </a:cubicBezTo>
                  <a:cubicBezTo>
                    <a:pt x="14" y="23"/>
                    <a:pt x="21" y="18"/>
                    <a:pt x="22" y="16"/>
                  </a:cubicBezTo>
                  <a:cubicBezTo>
                    <a:pt x="26" y="11"/>
                    <a:pt x="21" y="4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6" name="Freeform 401">
              <a:extLst>
                <a:ext uri="{FF2B5EF4-FFF2-40B4-BE49-F238E27FC236}">
                  <a16:creationId xmlns:a16="http://schemas.microsoft.com/office/drawing/2014/main" id="{FB1E6A34-FCDA-4A04-8F37-A6A522CC7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830"/>
              <a:ext cx="21" cy="23"/>
            </a:xfrm>
            <a:custGeom>
              <a:avLst/>
              <a:gdLst>
                <a:gd name="T0" fmla="*/ 0 w 12"/>
                <a:gd name="T1" fmla="*/ 228 h 13"/>
                <a:gd name="T2" fmla="*/ 200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7" y="13"/>
                    <a:pt x="12" y="7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7" name="Freeform 402">
              <a:extLst>
                <a:ext uri="{FF2B5EF4-FFF2-40B4-BE49-F238E27FC236}">
                  <a16:creationId xmlns:a16="http://schemas.microsoft.com/office/drawing/2014/main" id="{38FD94BC-7A9B-4A0C-B169-BA1FB784A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867"/>
              <a:ext cx="28" cy="34"/>
            </a:xfrm>
            <a:custGeom>
              <a:avLst/>
              <a:gdLst>
                <a:gd name="T0" fmla="*/ 0 w 16"/>
                <a:gd name="T1" fmla="*/ 327 h 19"/>
                <a:gd name="T2" fmla="*/ 264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8"/>
                  </a:moveTo>
                  <a:cubicBezTo>
                    <a:pt x="12" y="19"/>
                    <a:pt x="16" y="8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8" name="Freeform 403">
              <a:extLst>
                <a:ext uri="{FF2B5EF4-FFF2-40B4-BE49-F238E27FC236}">
                  <a16:creationId xmlns:a16="http://schemas.microsoft.com/office/drawing/2014/main" id="{8D62B1E7-36F1-4919-BB31-638D313A7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3467"/>
              <a:ext cx="44" cy="48"/>
            </a:xfrm>
            <a:custGeom>
              <a:avLst/>
              <a:gdLst>
                <a:gd name="T0" fmla="*/ 136 w 25"/>
                <a:gd name="T1" fmla="*/ 476 h 27"/>
                <a:gd name="T2" fmla="*/ 21 w 25"/>
                <a:gd name="T3" fmla="*/ 247 h 27"/>
                <a:gd name="T4" fmla="*/ 338 w 25"/>
                <a:gd name="T5" fmla="*/ 21 h 27"/>
                <a:gd name="T6" fmla="*/ 421 w 25"/>
                <a:gd name="T7" fmla="*/ 11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7">
                  <a:moveTo>
                    <a:pt x="8" y="27"/>
                  </a:moveTo>
                  <a:cubicBezTo>
                    <a:pt x="2" y="23"/>
                    <a:pt x="0" y="21"/>
                    <a:pt x="1" y="14"/>
                  </a:cubicBezTo>
                  <a:cubicBezTo>
                    <a:pt x="2" y="4"/>
                    <a:pt x="7" y="0"/>
                    <a:pt x="20" y="1"/>
                  </a:cubicBezTo>
                  <a:cubicBezTo>
                    <a:pt x="25" y="7"/>
                    <a:pt x="25" y="7"/>
                    <a:pt x="25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9" name="Freeform 404">
              <a:extLst>
                <a:ext uri="{FF2B5EF4-FFF2-40B4-BE49-F238E27FC236}">
                  <a16:creationId xmlns:a16="http://schemas.microsoft.com/office/drawing/2014/main" id="{6D2718A5-3AC0-47D2-8E70-027AB8DB9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450"/>
              <a:ext cx="49" cy="26"/>
            </a:xfrm>
            <a:custGeom>
              <a:avLst/>
              <a:gdLst>
                <a:gd name="T0" fmla="*/ 462 w 28"/>
                <a:gd name="T1" fmla="*/ 151 h 15"/>
                <a:gd name="T2" fmla="*/ 350 w 28"/>
                <a:gd name="T3" fmla="*/ 0 h 15"/>
                <a:gd name="T4" fmla="*/ 114 w 28"/>
                <a:gd name="T5" fmla="*/ 85 h 15"/>
                <a:gd name="T6" fmla="*/ 0 w 28"/>
                <a:gd name="T7" fmla="*/ 23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5">
                  <a:moveTo>
                    <a:pt x="28" y="10"/>
                  </a:moveTo>
                  <a:cubicBezTo>
                    <a:pt x="26" y="8"/>
                    <a:pt x="24" y="1"/>
                    <a:pt x="21" y="0"/>
                  </a:cubicBezTo>
                  <a:cubicBezTo>
                    <a:pt x="18" y="0"/>
                    <a:pt x="8" y="4"/>
                    <a:pt x="7" y="5"/>
                  </a:cubicBezTo>
                  <a:cubicBezTo>
                    <a:pt x="3" y="8"/>
                    <a:pt x="3" y="13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0" name="Freeform 405">
              <a:extLst>
                <a:ext uri="{FF2B5EF4-FFF2-40B4-BE49-F238E27FC236}">
                  <a16:creationId xmlns:a16="http://schemas.microsoft.com/office/drawing/2014/main" id="{2F92A5EE-20EA-4376-8C0F-572C5A103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411"/>
              <a:ext cx="39" cy="39"/>
            </a:xfrm>
            <a:custGeom>
              <a:avLst/>
              <a:gdLst>
                <a:gd name="T0" fmla="*/ 21 w 22"/>
                <a:gd name="T1" fmla="*/ 383 h 22"/>
                <a:gd name="T2" fmla="*/ 89 w 22"/>
                <a:gd name="T3" fmla="*/ 89 h 22"/>
                <a:gd name="T4" fmla="*/ 317 w 22"/>
                <a:gd name="T5" fmla="*/ 21 h 22"/>
                <a:gd name="T6" fmla="*/ 383 w 22"/>
                <a:gd name="T7" fmla="*/ 6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2">
                  <a:moveTo>
                    <a:pt x="1" y="22"/>
                  </a:moveTo>
                  <a:cubicBezTo>
                    <a:pt x="2" y="16"/>
                    <a:pt x="0" y="10"/>
                    <a:pt x="5" y="5"/>
                  </a:cubicBezTo>
                  <a:cubicBezTo>
                    <a:pt x="7" y="3"/>
                    <a:pt x="14" y="0"/>
                    <a:pt x="18" y="1"/>
                  </a:cubicBezTo>
                  <a:cubicBezTo>
                    <a:pt x="22" y="4"/>
                    <a:pt x="22" y="4"/>
                    <a:pt x="22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1" name="Freeform 406">
              <a:extLst>
                <a:ext uri="{FF2B5EF4-FFF2-40B4-BE49-F238E27FC236}">
                  <a16:creationId xmlns:a16="http://schemas.microsoft.com/office/drawing/2014/main" id="{E028F5BC-9CF4-4877-A21C-0C4E15C15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420"/>
              <a:ext cx="18" cy="58"/>
            </a:xfrm>
            <a:custGeom>
              <a:avLst/>
              <a:gdLst>
                <a:gd name="T0" fmla="*/ 74 w 10"/>
                <a:gd name="T1" fmla="*/ 0 h 33"/>
                <a:gd name="T2" fmla="*/ 169 w 10"/>
                <a:gd name="T3" fmla="*/ 135 h 33"/>
                <a:gd name="T4" fmla="*/ 117 w 10"/>
                <a:gd name="T5" fmla="*/ 315 h 33"/>
                <a:gd name="T6" fmla="*/ 0 w 10"/>
                <a:gd name="T7" fmla="*/ 55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3">
                  <a:moveTo>
                    <a:pt x="4" y="0"/>
                  </a:moveTo>
                  <a:cubicBezTo>
                    <a:pt x="6" y="2"/>
                    <a:pt x="9" y="4"/>
                    <a:pt x="9" y="8"/>
                  </a:cubicBezTo>
                  <a:cubicBezTo>
                    <a:pt x="10" y="11"/>
                    <a:pt x="7" y="16"/>
                    <a:pt x="6" y="19"/>
                  </a:cubicBezTo>
                  <a:cubicBezTo>
                    <a:pt x="5" y="23"/>
                    <a:pt x="5" y="32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2" name="Freeform 407">
              <a:extLst>
                <a:ext uri="{FF2B5EF4-FFF2-40B4-BE49-F238E27FC236}">
                  <a16:creationId xmlns:a16="http://schemas.microsoft.com/office/drawing/2014/main" id="{87EFF3BF-1BEF-4610-88A5-47D49EB2A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448"/>
              <a:ext cx="45" cy="42"/>
            </a:xfrm>
            <a:custGeom>
              <a:avLst/>
              <a:gdLst>
                <a:gd name="T0" fmla="*/ 0 w 25"/>
                <a:gd name="T1" fmla="*/ 264 h 24"/>
                <a:gd name="T2" fmla="*/ 234 w 25"/>
                <a:gd name="T3" fmla="*/ 376 h 24"/>
                <a:gd name="T4" fmla="*/ 421 w 25"/>
                <a:gd name="T5" fmla="*/ 264 h 24"/>
                <a:gd name="T6" fmla="*/ 328 w 25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4">
                  <a:moveTo>
                    <a:pt x="0" y="16"/>
                  </a:moveTo>
                  <a:cubicBezTo>
                    <a:pt x="3" y="19"/>
                    <a:pt x="8" y="24"/>
                    <a:pt x="12" y="23"/>
                  </a:cubicBezTo>
                  <a:cubicBezTo>
                    <a:pt x="14" y="23"/>
                    <a:pt x="21" y="18"/>
                    <a:pt x="22" y="16"/>
                  </a:cubicBezTo>
                  <a:cubicBezTo>
                    <a:pt x="25" y="11"/>
                    <a:pt x="21" y="4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3" name="Freeform 408">
              <a:extLst>
                <a:ext uri="{FF2B5EF4-FFF2-40B4-BE49-F238E27FC236}">
                  <a16:creationId xmlns:a16="http://schemas.microsoft.com/office/drawing/2014/main" id="{E7DC3178-5020-431C-A3DD-B0E6EFFBF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492"/>
              <a:ext cx="29" cy="33"/>
            </a:xfrm>
            <a:custGeom>
              <a:avLst/>
              <a:gdLst>
                <a:gd name="T0" fmla="*/ 0 w 16"/>
                <a:gd name="T1" fmla="*/ 283 h 19"/>
                <a:gd name="T2" fmla="*/ 292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8"/>
                  </a:moveTo>
                  <a:cubicBezTo>
                    <a:pt x="11" y="19"/>
                    <a:pt x="16" y="9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4" name="Freeform 409">
              <a:extLst>
                <a:ext uri="{FF2B5EF4-FFF2-40B4-BE49-F238E27FC236}">
                  <a16:creationId xmlns:a16="http://schemas.microsoft.com/office/drawing/2014/main" id="{23ADC261-CF12-4D93-9D4E-24A07C53D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897"/>
              <a:ext cx="18" cy="53"/>
            </a:xfrm>
            <a:custGeom>
              <a:avLst/>
              <a:gdLst>
                <a:gd name="T0" fmla="*/ 94 w 10"/>
                <a:gd name="T1" fmla="*/ 0 h 30"/>
                <a:gd name="T2" fmla="*/ 133 w 10"/>
                <a:gd name="T3" fmla="*/ 244 h 30"/>
                <a:gd name="T4" fmla="*/ 0 w 10"/>
                <a:gd name="T5" fmla="*/ 343 h 30"/>
                <a:gd name="T6" fmla="*/ 23 w 10"/>
                <a:gd name="T7" fmla="*/ 51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5" y="0"/>
                  </a:moveTo>
                  <a:cubicBezTo>
                    <a:pt x="5" y="5"/>
                    <a:pt x="10" y="8"/>
                    <a:pt x="7" y="14"/>
                  </a:cubicBezTo>
                  <a:cubicBezTo>
                    <a:pt x="6" y="16"/>
                    <a:pt x="2" y="18"/>
                    <a:pt x="0" y="20"/>
                  </a:cubicBezTo>
                  <a:cubicBezTo>
                    <a:pt x="4" y="22"/>
                    <a:pt x="4" y="29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5" name="Freeform 410">
              <a:extLst>
                <a:ext uri="{FF2B5EF4-FFF2-40B4-BE49-F238E27FC236}">
                  <a16:creationId xmlns:a16="http://schemas.microsoft.com/office/drawing/2014/main" id="{76D98024-A474-4ADB-AD19-A090D514E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950"/>
              <a:ext cx="23" cy="55"/>
            </a:xfrm>
            <a:custGeom>
              <a:avLst/>
              <a:gdLst>
                <a:gd name="T0" fmla="*/ 37 w 13"/>
                <a:gd name="T1" fmla="*/ 21 h 31"/>
                <a:gd name="T2" fmla="*/ 188 w 13"/>
                <a:gd name="T3" fmla="*/ 66 h 31"/>
                <a:gd name="T4" fmla="*/ 188 w 13"/>
                <a:gd name="T5" fmla="*/ 208 h 31"/>
                <a:gd name="T6" fmla="*/ 228 w 13"/>
                <a:gd name="T7" fmla="*/ 410 h 31"/>
                <a:gd name="T8" fmla="*/ 0 w 13"/>
                <a:gd name="T9" fmla="*/ 52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2" y="1"/>
                  </a:moveTo>
                  <a:cubicBezTo>
                    <a:pt x="6" y="1"/>
                    <a:pt x="9" y="0"/>
                    <a:pt x="11" y="4"/>
                  </a:cubicBezTo>
                  <a:cubicBezTo>
                    <a:pt x="12" y="6"/>
                    <a:pt x="11" y="10"/>
                    <a:pt x="11" y="12"/>
                  </a:cubicBezTo>
                  <a:cubicBezTo>
                    <a:pt x="11" y="15"/>
                    <a:pt x="13" y="20"/>
                    <a:pt x="13" y="23"/>
                  </a:cubicBezTo>
                  <a:cubicBezTo>
                    <a:pt x="12" y="31"/>
                    <a:pt x="5" y="31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6" name="Freeform 411">
              <a:extLst>
                <a:ext uri="{FF2B5EF4-FFF2-40B4-BE49-F238E27FC236}">
                  <a16:creationId xmlns:a16="http://schemas.microsoft.com/office/drawing/2014/main" id="{DD77DE44-7F13-41BA-9ADD-31555E13F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901"/>
              <a:ext cx="28" cy="56"/>
            </a:xfrm>
            <a:custGeom>
              <a:avLst/>
              <a:gdLst>
                <a:gd name="T0" fmla="*/ 0 w 16"/>
                <a:gd name="T1" fmla="*/ 527 h 32"/>
                <a:gd name="T2" fmla="*/ 179 w 16"/>
                <a:gd name="T3" fmla="*/ 179 h 32"/>
                <a:gd name="T4" fmla="*/ 37 w 1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0" y="32"/>
                  </a:moveTo>
                  <a:cubicBezTo>
                    <a:pt x="11" y="28"/>
                    <a:pt x="16" y="24"/>
                    <a:pt x="11" y="11"/>
                  </a:cubicBezTo>
                  <a:cubicBezTo>
                    <a:pt x="10" y="7"/>
                    <a:pt x="3" y="3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7" name="Freeform 412">
              <a:extLst>
                <a:ext uri="{FF2B5EF4-FFF2-40B4-BE49-F238E27FC236}">
                  <a16:creationId xmlns:a16="http://schemas.microsoft.com/office/drawing/2014/main" id="{1B0484BD-390D-4DD1-B62A-FDCFACDF2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864"/>
              <a:ext cx="23" cy="54"/>
            </a:xfrm>
            <a:custGeom>
              <a:avLst/>
              <a:gdLst>
                <a:gd name="T0" fmla="*/ 0 w 13"/>
                <a:gd name="T1" fmla="*/ 498 h 31"/>
                <a:gd name="T2" fmla="*/ 179 w 13"/>
                <a:gd name="T3" fmla="*/ 213 h 31"/>
                <a:gd name="T4" fmla="*/ 65 w 13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1">
                  <a:moveTo>
                    <a:pt x="0" y="31"/>
                  </a:moveTo>
                  <a:cubicBezTo>
                    <a:pt x="6" y="25"/>
                    <a:pt x="13" y="22"/>
                    <a:pt x="10" y="13"/>
                  </a:cubicBezTo>
                  <a:cubicBezTo>
                    <a:pt x="9" y="8"/>
                    <a:pt x="7" y="3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8" name="Freeform 413">
              <a:extLst>
                <a:ext uri="{FF2B5EF4-FFF2-40B4-BE49-F238E27FC236}">
                  <a16:creationId xmlns:a16="http://schemas.microsoft.com/office/drawing/2014/main" id="{0D7CEB6A-16E4-4C83-9CAD-4EC22C958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892"/>
              <a:ext cx="17" cy="7"/>
            </a:xfrm>
            <a:custGeom>
              <a:avLst/>
              <a:gdLst>
                <a:gd name="T0" fmla="*/ 0 w 10"/>
                <a:gd name="T1" fmla="*/ 65 h 4"/>
                <a:gd name="T2" fmla="*/ 141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2"/>
                    <a:pt x="7" y="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9" name="Freeform 414">
              <a:extLst>
                <a:ext uri="{FF2B5EF4-FFF2-40B4-BE49-F238E27FC236}">
                  <a16:creationId xmlns:a16="http://schemas.microsoft.com/office/drawing/2014/main" id="{BD102D20-1247-4EB5-8250-D8D7A8052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3019"/>
              <a:ext cx="26" cy="37"/>
            </a:xfrm>
            <a:custGeom>
              <a:avLst/>
              <a:gdLst>
                <a:gd name="T0" fmla="*/ 0 w 15"/>
                <a:gd name="T1" fmla="*/ 0 h 21"/>
                <a:gd name="T2" fmla="*/ 208 w 15"/>
                <a:gd name="T3" fmla="*/ 102 h 21"/>
                <a:gd name="T4" fmla="*/ 234 w 15"/>
                <a:gd name="T5" fmla="*/ 35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5" y="2"/>
                    <a:pt x="10" y="1"/>
                    <a:pt x="13" y="6"/>
                  </a:cubicBezTo>
                  <a:cubicBezTo>
                    <a:pt x="15" y="10"/>
                    <a:pt x="14" y="17"/>
                    <a:pt x="15" y="2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0" name="Freeform 415">
              <a:extLst>
                <a:ext uri="{FF2B5EF4-FFF2-40B4-BE49-F238E27FC236}">
                  <a16:creationId xmlns:a16="http://schemas.microsoft.com/office/drawing/2014/main" id="{81D33190-3CCF-4B47-B9F3-D26E9F49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991"/>
              <a:ext cx="40" cy="39"/>
            </a:xfrm>
            <a:custGeom>
              <a:avLst/>
              <a:gdLst>
                <a:gd name="T0" fmla="*/ 0 w 23"/>
                <a:gd name="T1" fmla="*/ 383 h 22"/>
                <a:gd name="T2" fmla="*/ 237 w 23"/>
                <a:gd name="T3" fmla="*/ 117 h 22"/>
                <a:gd name="T4" fmla="*/ 49 w 2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0" y="22"/>
                  </a:moveTo>
                  <a:cubicBezTo>
                    <a:pt x="9" y="20"/>
                    <a:pt x="23" y="18"/>
                    <a:pt x="15" y="7"/>
                  </a:cubicBezTo>
                  <a:cubicBezTo>
                    <a:pt x="11" y="2"/>
                    <a:pt x="5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1" name="Freeform 416">
              <a:extLst>
                <a:ext uri="{FF2B5EF4-FFF2-40B4-BE49-F238E27FC236}">
                  <a16:creationId xmlns:a16="http://schemas.microsoft.com/office/drawing/2014/main" id="{607EB490-9D98-46B3-AFFA-B7AFC4DDC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003"/>
              <a:ext cx="2" cy="18"/>
            </a:xfrm>
            <a:custGeom>
              <a:avLst/>
              <a:gdLst>
                <a:gd name="T0" fmla="*/ 0 w 1"/>
                <a:gd name="T1" fmla="*/ 0 h 10"/>
                <a:gd name="T2" fmla="*/ 32 w 1"/>
                <a:gd name="T3" fmla="*/ 18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1" y="4"/>
                    <a:pt x="0" y="8"/>
                    <a:pt x="1" y="1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2" name="Freeform 417">
              <a:extLst>
                <a:ext uri="{FF2B5EF4-FFF2-40B4-BE49-F238E27FC236}">
                  <a16:creationId xmlns:a16="http://schemas.microsoft.com/office/drawing/2014/main" id="{1E093CA3-2DEC-49C7-8473-C4254761D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938"/>
              <a:ext cx="24" cy="65"/>
            </a:xfrm>
            <a:custGeom>
              <a:avLst/>
              <a:gdLst>
                <a:gd name="T0" fmla="*/ 26 w 14"/>
                <a:gd name="T1" fmla="*/ 617 h 37"/>
                <a:gd name="T2" fmla="*/ 190 w 14"/>
                <a:gd name="T3" fmla="*/ 314 h 37"/>
                <a:gd name="T4" fmla="*/ 0 w 14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7">
                  <a:moveTo>
                    <a:pt x="2" y="37"/>
                  </a:moveTo>
                  <a:cubicBezTo>
                    <a:pt x="9" y="35"/>
                    <a:pt x="14" y="27"/>
                    <a:pt x="13" y="19"/>
                  </a:cubicBezTo>
                  <a:cubicBezTo>
                    <a:pt x="13" y="11"/>
                    <a:pt x="0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3" name="Freeform 418">
              <a:extLst>
                <a:ext uri="{FF2B5EF4-FFF2-40B4-BE49-F238E27FC236}">
                  <a16:creationId xmlns:a16="http://schemas.microsoft.com/office/drawing/2014/main" id="{688ABE70-393B-404E-A5D8-65F64DF3F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021"/>
              <a:ext cx="12" cy="14"/>
            </a:xfrm>
            <a:custGeom>
              <a:avLst/>
              <a:gdLst>
                <a:gd name="T0" fmla="*/ 0 w 7"/>
                <a:gd name="T1" fmla="*/ 0 h 8"/>
                <a:gd name="T2" fmla="*/ 106 w 7"/>
                <a:gd name="T3" fmla="*/ 13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4" y="2"/>
                    <a:pt x="7" y="4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4" name="Freeform 419">
              <a:extLst>
                <a:ext uri="{FF2B5EF4-FFF2-40B4-BE49-F238E27FC236}">
                  <a16:creationId xmlns:a16="http://schemas.microsoft.com/office/drawing/2014/main" id="{3C5D2301-CB50-4398-9561-E17AB07C0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141"/>
              <a:ext cx="38" cy="90"/>
            </a:xfrm>
            <a:custGeom>
              <a:avLst/>
              <a:gdLst>
                <a:gd name="T0" fmla="*/ 0 w 21"/>
                <a:gd name="T1" fmla="*/ 0 h 51"/>
                <a:gd name="T2" fmla="*/ 43 w 21"/>
                <a:gd name="T3" fmla="*/ 309 h 51"/>
                <a:gd name="T4" fmla="*/ 52 w 21"/>
                <a:gd name="T5" fmla="*/ 82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1">
                  <a:moveTo>
                    <a:pt x="0" y="0"/>
                  </a:moveTo>
                  <a:cubicBezTo>
                    <a:pt x="3" y="5"/>
                    <a:pt x="6" y="13"/>
                    <a:pt x="2" y="18"/>
                  </a:cubicBezTo>
                  <a:cubicBezTo>
                    <a:pt x="21" y="18"/>
                    <a:pt x="15" y="51"/>
                    <a:pt x="3" y="4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" name="Freeform 420">
              <a:extLst>
                <a:ext uri="{FF2B5EF4-FFF2-40B4-BE49-F238E27FC236}">
                  <a16:creationId xmlns:a16="http://schemas.microsoft.com/office/drawing/2014/main" id="{C5EB9B12-741F-40AE-9989-5FCCAA37B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3187"/>
              <a:ext cx="25" cy="3"/>
            </a:xfrm>
            <a:custGeom>
              <a:avLst/>
              <a:gdLst>
                <a:gd name="T0" fmla="*/ 0 w 14"/>
                <a:gd name="T1" fmla="*/ 12 h 2"/>
                <a:gd name="T2" fmla="*/ 255 w 14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1"/>
                  </a:moveTo>
                  <a:cubicBezTo>
                    <a:pt x="4" y="2"/>
                    <a:pt x="9" y="0"/>
                    <a:pt x="14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" name="Freeform 421">
              <a:extLst>
                <a:ext uri="{FF2B5EF4-FFF2-40B4-BE49-F238E27FC236}">
                  <a16:creationId xmlns:a16="http://schemas.microsoft.com/office/drawing/2014/main" id="{1B2AC9D1-4166-4CAA-A5A2-8CF0055F6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280"/>
              <a:ext cx="34" cy="37"/>
            </a:xfrm>
            <a:custGeom>
              <a:avLst/>
              <a:gdLst>
                <a:gd name="T0" fmla="*/ 0 w 19"/>
                <a:gd name="T1" fmla="*/ 358 h 21"/>
                <a:gd name="T2" fmla="*/ 349 w 1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1">
                  <a:moveTo>
                    <a:pt x="0" y="21"/>
                  </a:moveTo>
                  <a:cubicBezTo>
                    <a:pt x="15" y="20"/>
                    <a:pt x="15" y="1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7" name="Freeform 422">
              <a:extLst>
                <a:ext uri="{FF2B5EF4-FFF2-40B4-BE49-F238E27FC236}">
                  <a16:creationId xmlns:a16="http://schemas.microsoft.com/office/drawing/2014/main" id="{CBE62E05-5572-42DF-8B03-6A49785DF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333"/>
              <a:ext cx="36" cy="44"/>
            </a:xfrm>
            <a:custGeom>
              <a:avLst/>
              <a:gdLst>
                <a:gd name="T0" fmla="*/ 133 w 20"/>
                <a:gd name="T1" fmla="*/ 0 h 25"/>
                <a:gd name="T2" fmla="*/ 133 w 20"/>
                <a:gd name="T3" fmla="*/ 306 h 25"/>
                <a:gd name="T4" fmla="*/ 380 w 20"/>
                <a:gd name="T5" fmla="*/ 4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7" y="0"/>
                  </a:moveTo>
                  <a:cubicBezTo>
                    <a:pt x="3" y="9"/>
                    <a:pt x="0" y="10"/>
                    <a:pt x="7" y="18"/>
                  </a:cubicBezTo>
                  <a:cubicBezTo>
                    <a:pt x="11" y="22"/>
                    <a:pt x="15" y="23"/>
                    <a:pt x="20" y="2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" name="Freeform 423">
              <a:extLst>
                <a:ext uri="{FF2B5EF4-FFF2-40B4-BE49-F238E27FC236}">
                  <a16:creationId xmlns:a16="http://schemas.microsoft.com/office/drawing/2014/main" id="{8C833CD1-3EF2-4E4B-86FC-D8D74A1FB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354"/>
              <a:ext cx="50" cy="60"/>
            </a:xfrm>
            <a:custGeom>
              <a:avLst/>
              <a:gdLst>
                <a:gd name="T0" fmla="*/ 204 w 28"/>
                <a:gd name="T1" fmla="*/ 0 h 34"/>
                <a:gd name="T2" fmla="*/ 23 w 28"/>
                <a:gd name="T3" fmla="*/ 203 h 34"/>
                <a:gd name="T4" fmla="*/ 114 w 28"/>
                <a:gd name="T5" fmla="*/ 561 h 34"/>
                <a:gd name="T6" fmla="*/ 398 w 28"/>
                <a:gd name="T7" fmla="*/ 517 h 34"/>
                <a:gd name="T8" fmla="*/ 507 w 28"/>
                <a:gd name="T9" fmla="*/ 22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1" y="0"/>
                  </a:moveTo>
                  <a:cubicBezTo>
                    <a:pt x="7" y="4"/>
                    <a:pt x="3" y="6"/>
                    <a:pt x="1" y="12"/>
                  </a:cubicBezTo>
                  <a:cubicBezTo>
                    <a:pt x="0" y="18"/>
                    <a:pt x="1" y="30"/>
                    <a:pt x="6" y="33"/>
                  </a:cubicBezTo>
                  <a:cubicBezTo>
                    <a:pt x="9" y="34"/>
                    <a:pt x="20" y="32"/>
                    <a:pt x="22" y="30"/>
                  </a:cubicBezTo>
                  <a:cubicBezTo>
                    <a:pt x="27" y="26"/>
                    <a:pt x="25" y="17"/>
                    <a:pt x="28" y="1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" name="Freeform 424">
              <a:extLst>
                <a:ext uri="{FF2B5EF4-FFF2-40B4-BE49-F238E27FC236}">
                  <a16:creationId xmlns:a16="http://schemas.microsoft.com/office/drawing/2014/main" id="{AD9EF4EC-4E85-4D57-8AB2-82324D6DF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3372"/>
              <a:ext cx="65" cy="60"/>
            </a:xfrm>
            <a:custGeom>
              <a:avLst/>
              <a:gdLst>
                <a:gd name="T0" fmla="*/ 0 w 37"/>
                <a:gd name="T1" fmla="*/ 309 h 34"/>
                <a:gd name="T2" fmla="*/ 216 w 37"/>
                <a:gd name="T3" fmla="*/ 582 h 34"/>
                <a:gd name="T4" fmla="*/ 567 w 37"/>
                <a:gd name="T5" fmla="*/ 339 h 34"/>
                <a:gd name="T6" fmla="*/ 567 w 3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0" y="18"/>
                  </a:moveTo>
                  <a:cubicBezTo>
                    <a:pt x="5" y="23"/>
                    <a:pt x="8" y="30"/>
                    <a:pt x="13" y="34"/>
                  </a:cubicBezTo>
                  <a:cubicBezTo>
                    <a:pt x="19" y="29"/>
                    <a:pt x="30" y="27"/>
                    <a:pt x="34" y="20"/>
                  </a:cubicBezTo>
                  <a:cubicBezTo>
                    <a:pt x="37" y="15"/>
                    <a:pt x="36" y="5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0" name="Freeform 425">
              <a:extLst>
                <a:ext uri="{FF2B5EF4-FFF2-40B4-BE49-F238E27FC236}">
                  <a16:creationId xmlns:a16="http://schemas.microsoft.com/office/drawing/2014/main" id="{4C39EE9E-486D-4E10-8AF9-2A478330C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317"/>
              <a:ext cx="35" cy="58"/>
            </a:xfrm>
            <a:custGeom>
              <a:avLst/>
              <a:gdLst>
                <a:gd name="T0" fmla="*/ 0 w 20"/>
                <a:gd name="T1" fmla="*/ 503 h 33"/>
                <a:gd name="T2" fmla="*/ 236 w 20"/>
                <a:gd name="T3" fmla="*/ 503 h 33"/>
                <a:gd name="T4" fmla="*/ 301 w 20"/>
                <a:gd name="T5" fmla="*/ 374 h 33"/>
                <a:gd name="T6" fmla="*/ 285 w 20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3">
                  <a:moveTo>
                    <a:pt x="0" y="30"/>
                  </a:moveTo>
                  <a:cubicBezTo>
                    <a:pt x="5" y="32"/>
                    <a:pt x="10" y="33"/>
                    <a:pt x="14" y="30"/>
                  </a:cubicBezTo>
                  <a:cubicBezTo>
                    <a:pt x="20" y="25"/>
                    <a:pt x="17" y="27"/>
                    <a:pt x="18" y="22"/>
                  </a:cubicBezTo>
                  <a:cubicBezTo>
                    <a:pt x="19" y="15"/>
                    <a:pt x="19" y="7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" name="Freeform 426">
              <a:extLst>
                <a:ext uri="{FF2B5EF4-FFF2-40B4-BE49-F238E27FC236}">
                  <a16:creationId xmlns:a16="http://schemas.microsoft.com/office/drawing/2014/main" id="{0FB2CDA5-4548-4E1A-B739-AB8A86F81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315"/>
              <a:ext cx="7" cy="9"/>
            </a:xfrm>
            <a:custGeom>
              <a:avLst/>
              <a:gdLst>
                <a:gd name="T0" fmla="*/ 0 w 4"/>
                <a:gd name="T1" fmla="*/ 94 h 5"/>
                <a:gd name="T2" fmla="*/ 65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" name="Freeform 427">
              <a:extLst>
                <a:ext uri="{FF2B5EF4-FFF2-40B4-BE49-F238E27FC236}">
                  <a16:creationId xmlns:a16="http://schemas.microsoft.com/office/drawing/2014/main" id="{A4B1EC2A-B240-4A8C-A331-E25522F1F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083"/>
              <a:ext cx="3" cy="37"/>
            </a:xfrm>
            <a:custGeom>
              <a:avLst/>
              <a:gdLst>
                <a:gd name="T0" fmla="*/ 0 w 2"/>
                <a:gd name="T1" fmla="*/ 0 h 21"/>
                <a:gd name="T2" fmla="*/ 18 w 2"/>
                <a:gd name="T3" fmla="*/ 35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0" y="0"/>
                  </a:moveTo>
                  <a:cubicBezTo>
                    <a:pt x="0" y="7"/>
                    <a:pt x="0" y="16"/>
                    <a:pt x="2" y="2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" name="Freeform 428">
              <a:extLst>
                <a:ext uri="{FF2B5EF4-FFF2-40B4-BE49-F238E27FC236}">
                  <a16:creationId xmlns:a16="http://schemas.microsoft.com/office/drawing/2014/main" id="{0E9CDBC8-6C2B-46A5-87CB-2394468E4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301"/>
              <a:ext cx="41" cy="57"/>
            </a:xfrm>
            <a:custGeom>
              <a:avLst/>
              <a:gdLst>
                <a:gd name="T0" fmla="*/ 0 w 23"/>
                <a:gd name="T1" fmla="*/ 21 h 32"/>
                <a:gd name="T2" fmla="*/ 346 w 23"/>
                <a:gd name="T3" fmla="*/ 273 h 32"/>
                <a:gd name="T4" fmla="*/ 255 w 23"/>
                <a:gd name="T5" fmla="*/ 57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1"/>
                  </a:moveTo>
                  <a:cubicBezTo>
                    <a:pt x="12" y="0"/>
                    <a:pt x="15" y="4"/>
                    <a:pt x="19" y="15"/>
                  </a:cubicBezTo>
                  <a:cubicBezTo>
                    <a:pt x="23" y="25"/>
                    <a:pt x="16" y="22"/>
                    <a:pt x="14" y="3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" name="Freeform 429">
              <a:extLst>
                <a:ext uri="{FF2B5EF4-FFF2-40B4-BE49-F238E27FC236}">
                  <a16:creationId xmlns:a16="http://schemas.microsoft.com/office/drawing/2014/main" id="{43158678-D2A0-4214-BA89-F6118013B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3411"/>
              <a:ext cx="23" cy="5"/>
            </a:xfrm>
            <a:custGeom>
              <a:avLst/>
              <a:gdLst>
                <a:gd name="T0" fmla="*/ 0 w 13"/>
                <a:gd name="T1" fmla="*/ 0 h 3"/>
                <a:gd name="T2" fmla="*/ 228 w 1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5" y="0"/>
                    <a:pt x="8" y="3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" name="Freeform 430">
              <a:extLst>
                <a:ext uri="{FF2B5EF4-FFF2-40B4-BE49-F238E27FC236}">
                  <a16:creationId xmlns:a16="http://schemas.microsoft.com/office/drawing/2014/main" id="{D4AF5EF6-0DCB-4200-9EF9-82AECAF28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430"/>
              <a:ext cx="48" cy="37"/>
            </a:xfrm>
            <a:custGeom>
              <a:avLst/>
              <a:gdLst>
                <a:gd name="T0" fmla="*/ 462 w 27"/>
                <a:gd name="T1" fmla="*/ 0 h 21"/>
                <a:gd name="T2" fmla="*/ 231 w 27"/>
                <a:gd name="T3" fmla="*/ 317 h 21"/>
                <a:gd name="T4" fmla="*/ 0 w 27"/>
                <a:gd name="T5" fmla="*/ 2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26" y="0"/>
                  </a:moveTo>
                  <a:cubicBezTo>
                    <a:pt x="27" y="10"/>
                    <a:pt x="23" y="16"/>
                    <a:pt x="13" y="19"/>
                  </a:cubicBezTo>
                  <a:cubicBezTo>
                    <a:pt x="9" y="20"/>
                    <a:pt x="2" y="21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6" name="Freeform 431">
              <a:extLst>
                <a:ext uri="{FF2B5EF4-FFF2-40B4-BE49-F238E27FC236}">
                  <a16:creationId xmlns:a16="http://schemas.microsoft.com/office/drawing/2014/main" id="{7FEF04FE-5E1F-412C-A5E4-EE46EBAA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462"/>
              <a:ext cx="16" cy="56"/>
            </a:xfrm>
            <a:custGeom>
              <a:avLst/>
              <a:gdLst>
                <a:gd name="T0" fmla="*/ 37 w 9"/>
                <a:gd name="T1" fmla="*/ 0 h 32"/>
                <a:gd name="T2" fmla="*/ 117 w 9"/>
                <a:gd name="T3" fmla="*/ 376 h 32"/>
                <a:gd name="T4" fmla="*/ 0 w 9"/>
                <a:gd name="T5" fmla="*/ 52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2">
                  <a:moveTo>
                    <a:pt x="2" y="0"/>
                  </a:moveTo>
                  <a:cubicBezTo>
                    <a:pt x="7" y="5"/>
                    <a:pt x="9" y="18"/>
                    <a:pt x="7" y="23"/>
                  </a:cubicBezTo>
                  <a:cubicBezTo>
                    <a:pt x="6" y="26"/>
                    <a:pt x="0" y="32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7" name="Freeform 432">
              <a:extLst>
                <a:ext uri="{FF2B5EF4-FFF2-40B4-BE49-F238E27FC236}">
                  <a16:creationId xmlns:a16="http://schemas.microsoft.com/office/drawing/2014/main" id="{0311FA8E-328A-4F4F-A09C-FF3785300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428"/>
              <a:ext cx="42" cy="71"/>
            </a:xfrm>
            <a:custGeom>
              <a:avLst/>
              <a:gdLst>
                <a:gd name="T0" fmla="*/ 0 w 24"/>
                <a:gd name="T1" fmla="*/ 706 h 40"/>
                <a:gd name="T2" fmla="*/ 350 w 24"/>
                <a:gd name="T3" fmla="*/ 564 h 40"/>
                <a:gd name="T4" fmla="*/ 350 w 24"/>
                <a:gd name="T5" fmla="*/ 337 h 40"/>
                <a:gd name="T6" fmla="*/ 172 w 24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0">
                  <a:moveTo>
                    <a:pt x="0" y="40"/>
                  </a:moveTo>
                  <a:cubicBezTo>
                    <a:pt x="5" y="39"/>
                    <a:pt x="18" y="36"/>
                    <a:pt x="21" y="32"/>
                  </a:cubicBezTo>
                  <a:cubicBezTo>
                    <a:pt x="24" y="28"/>
                    <a:pt x="22" y="24"/>
                    <a:pt x="21" y="19"/>
                  </a:cubicBezTo>
                  <a:cubicBezTo>
                    <a:pt x="20" y="7"/>
                    <a:pt x="21" y="6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8" name="Freeform 433">
              <a:extLst>
                <a:ext uri="{FF2B5EF4-FFF2-40B4-BE49-F238E27FC236}">
                  <a16:creationId xmlns:a16="http://schemas.microsoft.com/office/drawing/2014/main" id="{8B45E1B1-5990-4D16-B7FC-49D2CA8D2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487"/>
              <a:ext cx="16" cy="60"/>
            </a:xfrm>
            <a:custGeom>
              <a:avLst/>
              <a:gdLst>
                <a:gd name="T0" fmla="*/ 21 w 9"/>
                <a:gd name="T1" fmla="*/ 0 h 34"/>
                <a:gd name="T2" fmla="*/ 139 w 9"/>
                <a:gd name="T3" fmla="*/ 115 h 34"/>
                <a:gd name="T4" fmla="*/ 114 w 9"/>
                <a:gd name="T5" fmla="*/ 358 h 34"/>
                <a:gd name="T6" fmla="*/ 0 w 9"/>
                <a:gd name="T7" fmla="*/ 5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4">
                  <a:moveTo>
                    <a:pt x="1" y="0"/>
                  </a:moveTo>
                  <a:cubicBezTo>
                    <a:pt x="3" y="2"/>
                    <a:pt x="8" y="5"/>
                    <a:pt x="8" y="7"/>
                  </a:cubicBezTo>
                  <a:cubicBezTo>
                    <a:pt x="9" y="10"/>
                    <a:pt x="6" y="17"/>
                    <a:pt x="6" y="21"/>
                  </a:cubicBezTo>
                  <a:cubicBezTo>
                    <a:pt x="5" y="25"/>
                    <a:pt x="6" y="34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9" name="Freeform 434">
              <a:extLst>
                <a:ext uri="{FF2B5EF4-FFF2-40B4-BE49-F238E27FC236}">
                  <a16:creationId xmlns:a16="http://schemas.microsoft.com/office/drawing/2014/main" id="{7DB6EA81-500C-4CE9-AF62-F35276761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3497"/>
              <a:ext cx="42" cy="51"/>
            </a:xfrm>
            <a:custGeom>
              <a:avLst/>
              <a:gdLst>
                <a:gd name="T0" fmla="*/ 49 w 24"/>
                <a:gd name="T1" fmla="*/ 37 h 29"/>
                <a:gd name="T2" fmla="*/ 285 w 24"/>
                <a:gd name="T3" fmla="*/ 65 h 29"/>
                <a:gd name="T4" fmla="*/ 376 w 24"/>
                <a:gd name="T5" fmla="*/ 338 h 29"/>
                <a:gd name="T6" fmla="*/ 21 w 24"/>
                <a:gd name="T7" fmla="*/ 452 h 29"/>
                <a:gd name="T8" fmla="*/ 21 w 24"/>
                <a:gd name="T9" fmla="*/ 44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9">
                  <a:moveTo>
                    <a:pt x="3" y="2"/>
                  </a:moveTo>
                  <a:cubicBezTo>
                    <a:pt x="9" y="2"/>
                    <a:pt x="12" y="0"/>
                    <a:pt x="17" y="4"/>
                  </a:cubicBezTo>
                  <a:cubicBezTo>
                    <a:pt x="18" y="6"/>
                    <a:pt x="24" y="17"/>
                    <a:pt x="23" y="20"/>
                  </a:cubicBezTo>
                  <a:cubicBezTo>
                    <a:pt x="21" y="27"/>
                    <a:pt x="7" y="29"/>
                    <a:pt x="1" y="27"/>
                  </a:cubicBezTo>
                  <a:cubicBezTo>
                    <a:pt x="0" y="27"/>
                    <a:pt x="1" y="27"/>
                    <a:pt x="1" y="26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0" name="Freeform 435">
              <a:extLst>
                <a:ext uri="{FF2B5EF4-FFF2-40B4-BE49-F238E27FC236}">
                  <a16:creationId xmlns:a16="http://schemas.microsoft.com/office/drawing/2014/main" id="{A0C4C06B-A39A-4821-A265-85A332418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450"/>
              <a:ext cx="49" cy="49"/>
            </a:xfrm>
            <a:custGeom>
              <a:avLst/>
              <a:gdLst>
                <a:gd name="T0" fmla="*/ 264 w 28"/>
                <a:gd name="T1" fmla="*/ 462 h 28"/>
                <a:gd name="T2" fmla="*/ 436 w 28"/>
                <a:gd name="T3" fmla="*/ 249 h 28"/>
                <a:gd name="T4" fmla="*/ 301 w 28"/>
                <a:gd name="T5" fmla="*/ 65 h 28"/>
                <a:gd name="T6" fmla="*/ 0 w 28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16" y="28"/>
                  </a:moveTo>
                  <a:cubicBezTo>
                    <a:pt x="23" y="28"/>
                    <a:pt x="28" y="20"/>
                    <a:pt x="26" y="15"/>
                  </a:cubicBezTo>
                  <a:cubicBezTo>
                    <a:pt x="26" y="13"/>
                    <a:pt x="20" y="5"/>
                    <a:pt x="18" y="4"/>
                  </a:cubicBezTo>
                  <a:cubicBezTo>
                    <a:pt x="14" y="1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1" name="Freeform 436">
              <a:extLst>
                <a:ext uri="{FF2B5EF4-FFF2-40B4-BE49-F238E27FC236}">
                  <a16:creationId xmlns:a16="http://schemas.microsoft.com/office/drawing/2014/main" id="{4B892FFF-83A3-4E59-B5F4-ABA3B7BE8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402"/>
              <a:ext cx="28" cy="53"/>
            </a:xfrm>
            <a:custGeom>
              <a:avLst/>
              <a:gdLst>
                <a:gd name="T0" fmla="*/ 102 w 16"/>
                <a:gd name="T1" fmla="*/ 518 h 30"/>
                <a:gd name="T2" fmla="*/ 249 w 16"/>
                <a:gd name="T3" fmla="*/ 187 h 30"/>
                <a:gd name="T4" fmla="*/ 0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6" y="30"/>
                  </a:moveTo>
                  <a:cubicBezTo>
                    <a:pt x="9" y="25"/>
                    <a:pt x="16" y="16"/>
                    <a:pt x="15" y="11"/>
                  </a:cubicBezTo>
                  <a:cubicBezTo>
                    <a:pt x="13" y="6"/>
                    <a:pt x="4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2" name="Freeform 437">
              <a:extLst>
                <a:ext uri="{FF2B5EF4-FFF2-40B4-BE49-F238E27FC236}">
                  <a16:creationId xmlns:a16="http://schemas.microsoft.com/office/drawing/2014/main" id="{115D3EF4-2BE8-4709-9594-60219B0DE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432"/>
              <a:ext cx="30" cy="18"/>
            </a:xfrm>
            <a:custGeom>
              <a:avLst/>
              <a:gdLst>
                <a:gd name="T0" fmla="*/ 0 w 17"/>
                <a:gd name="T1" fmla="*/ 0 h 10"/>
                <a:gd name="T2" fmla="*/ 152 w 17"/>
                <a:gd name="T3" fmla="*/ 187 h 10"/>
                <a:gd name="T4" fmla="*/ 293 w 1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1" y="3"/>
                    <a:pt x="5" y="10"/>
                    <a:pt x="9" y="10"/>
                  </a:cubicBezTo>
                  <a:cubicBezTo>
                    <a:pt x="11" y="10"/>
                    <a:pt x="15" y="2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3" name="Freeform 438">
              <a:extLst>
                <a:ext uri="{FF2B5EF4-FFF2-40B4-BE49-F238E27FC236}">
                  <a16:creationId xmlns:a16="http://schemas.microsoft.com/office/drawing/2014/main" id="{8D2E7196-2CD2-4F83-8056-787998498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515"/>
              <a:ext cx="46" cy="35"/>
            </a:xfrm>
            <a:custGeom>
              <a:avLst/>
              <a:gdLst>
                <a:gd name="T0" fmla="*/ 0 w 26"/>
                <a:gd name="T1" fmla="*/ 327 h 20"/>
                <a:gd name="T2" fmla="*/ 244 w 26"/>
                <a:gd name="T3" fmla="*/ 21 h 20"/>
                <a:gd name="T4" fmla="*/ 448 w 26"/>
                <a:gd name="T5" fmla="*/ 21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20"/>
                  </a:moveTo>
                  <a:cubicBezTo>
                    <a:pt x="5" y="11"/>
                    <a:pt x="3" y="0"/>
                    <a:pt x="14" y="1"/>
                  </a:cubicBezTo>
                  <a:cubicBezTo>
                    <a:pt x="21" y="2"/>
                    <a:pt x="24" y="7"/>
                    <a:pt x="26" y="1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4" name="Freeform 439">
              <a:extLst>
                <a:ext uri="{FF2B5EF4-FFF2-40B4-BE49-F238E27FC236}">
                  <a16:creationId xmlns:a16="http://schemas.microsoft.com/office/drawing/2014/main" id="{F5CCBFF5-C0B6-49C1-AFDA-961D327D3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527"/>
              <a:ext cx="32" cy="9"/>
            </a:xfrm>
            <a:custGeom>
              <a:avLst/>
              <a:gdLst>
                <a:gd name="T0" fmla="*/ 0 w 18"/>
                <a:gd name="T1" fmla="*/ 94 h 5"/>
                <a:gd name="T2" fmla="*/ 320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5" y="0"/>
                    <a:pt x="13" y="2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5" name="Freeform 440">
              <a:extLst>
                <a:ext uri="{FF2B5EF4-FFF2-40B4-BE49-F238E27FC236}">
                  <a16:creationId xmlns:a16="http://schemas.microsoft.com/office/drawing/2014/main" id="{E44F2392-E2E8-4DC4-B4FA-68200EC0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494"/>
              <a:ext cx="29" cy="12"/>
            </a:xfrm>
            <a:custGeom>
              <a:avLst/>
              <a:gdLst>
                <a:gd name="T0" fmla="*/ 0 w 16"/>
                <a:gd name="T1" fmla="*/ 0 h 7"/>
                <a:gd name="T2" fmla="*/ 315 w 16"/>
                <a:gd name="T3" fmla="*/ 2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8" y="7"/>
                    <a:pt x="7" y="5"/>
                    <a:pt x="16" y="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6" name="Freeform 441">
              <a:extLst>
                <a:ext uri="{FF2B5EF4-FFF2-40B4-BE49-F238E27FC236}">
                  <a16:creationId xmlns:a16="http://schemas.microsoft.com/office/drawing/2014/main" id="{12952E3E-6CDE-4B75-9E7D-3753BF006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301"/>
              <a:ext cx="18" cy="25"/>
            </a:xfrm>
            <a:custGeom>
              <a:avLst/>
              <a:gdLst>
                <a:gd name="T0" fmla="*/ 0 w 10"/>
                <a:gd name="T1" fmla="*/ 255 h 14"/>
                <a:gd name="T2" fmla="*/ 187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6" y="10"/>
                    <a:pt x="9" y="6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7" name="Freeform 442">
              <a:extLst>
                <a:ext uri="{FF2B5EF4-FFF2-40B4-BE49-F238E27FC236}">
                  <a16:creationId xmlns:a16="http://schemas.microsoft.com/office/drawing/2014/main" id="{258C7FB8-43FC-4C45-B176-26329BFF0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359"/>
              <a:ext cx="35" cy="35"/>
            </a:xfrm>
            <a:custGeom>
              <a:avLst/>
              <a:gdLst>
                <a:gd name="T0" fmla="*/ 0 w 20"/>
                <a:gd name="T1" fmla="*/ 0 h 20"/>
                <a:gd name="T2" fmla="*/ 151 w 20"/>
                <a:gd name="T3" fmla="*/ 301 h 20"/>
                <a:gd name="T4" fmla="*/ 327 w 20"/>
                <a:gd name="T5" fmla="*/ 26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0" y="6"/>
                    <a:pt x="4" y="15"/>
                    <a:pt x="9" y="18"/>
                  </a:cubicBezTo>
                  <a:cubicBezTo>
                    <a:pt x="12" y="20"/>
                    <a:pt x="18" y="18"/>
                    <a:pt x="20" y="16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8" name="Freeform 443">
              <a:extLst>
                <a:ext uri="{FF2B5EF4-FFF2-40B4-BE49-F238E27FC236}">
                  <a16:creationId xmlns:a16="http://schemas.microsoft.com/office/drawing/2014/main" id="{A36C410D-6E85-4D29-9A85-6C5AEC98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266"/>
              <a:ext cx="39" cy="42"/>
            </a:xfrm>
            <a:custGeom>
              <a:avLst/>
              <a:gdLst>
                <a:gd name="T0" fmla="*/ 50 w 22"/>
                <a:gd name="T1" fmla="*/ 0 h 24"/>
                <a:gd name="T2" fmla="*/ 21 w 22"/>
                <a:gd name="T3" fmla="*/ 135 h 24"/>
                <a:gd name="T4" fmla="*/ 66 w 22"/>
                <a:gd name="T5" fmla="*/ 179 h 24"/>
                <a:gd name="T6" fmla="*/ 179 w 22"/>
                <a:gd name="T7" fmla="*/ 285 h 24"/>
                <a:gd name="T8" fmla="*/ 383 w 22"/>
                <a:gd name="T9" fmla="*/ 3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3" y="0"/>
                  </a:moveTo>
                  <a:cubicBezTo>
                    <a:pt x="2" y="3"/>
                    <a:pt x="0" y="6"/>
                    <a:pt x="1" y="8"/>
                  </a:cubicBezTo>
                  <a:cubicBezTo>
                    <a:pt x="1" y="9"/>
                    <a:pt x="4" y="10"/>
                    <a:pt x="4" y="11"/>
                  </a:cubicBezTo>
                  <a:cubicBezTo>
                    <a:pt x="6" y="13"/>
                    <a:pt x="8" y="15"/>
                    <a:pt x="10" y="17"/>
                  </a:cubicBezTo>
                  <a:cubicBezTo>
                    <a:pt x="14" y="22"/>
                    <a:pt x="17" y="24"/>
                    <a:pt x="22" y="2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9" name="Freeform 444">
              <a:extLst>
                <a:ext uri="{FF2B5EF4-FFF2-40B4-BE49-F238E27FC236}">
                  <a16:creationId xmlns:a16="http://schemas.microsoft.com/office/drawing/2014/main" id="{F320F9FF-D954-4282-8B0A-B9C71DDA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257"/>
              <a:ext cx="28" cy="33"/>
            </a:xfrm>
            <a:custGeom>
              <a:avLst/>
              <a:gdLst>
                <a:gd name="T0" fmla="*/ 0 w 16"/>
                <a:gd name="T1" fmla="*/ 0 h 19"/>
                <a:gd name="T2" fmla="*/ 264 w 16"/>
                <a:gd name="T3" fmla="*/ 2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2" y="10"/>
                    <a:pt x="4" y="18"/>
                    <a:pt x="16" y="1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0" name="Freeform 445">
              <a:extLst>
                <a:ext uri="{FF2B5EF4-FFF2-40B4-BE49-F238E27FC236}">
                  <a16:creationId xmlns:a16="http://schemas.microsoft.com/office/drawing/2014/main" id="{6C02325F-71FE-4F8D-8CBE-F1C35E422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301"/>
              <a:ext cx="12" cy="2"/>
            </a:xfrm>
            <a:custGeom>
              <a:avLst/>
              <a:gdLst>
                <a:gd name="T0" fmla="*/ 0 w 7"/>
                <a:gd name="T1" fmla="*/ 0 h 1"/>
                <a:gd name="T2" fmla="*/ 106 w 7"/>
                <a:gd name="T3" fmla="*/ 32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1" name="Freeform 446">
              <a:extLst>
                <a:ext uri="{FF2B5EF4-FFF2-40B4-BE49-F238E27FC236}">
                  <a16:creationId xmlns:a16="http://schemas.microsoft.com/office/drawing/2014/main" id="{510C5455-6F69-4328-B3C6-3E4373824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327"/>
              <a:ext cx="20" cy="39"/>
            </a:xfrm>
            <a:custGeom>
              <a:avLst/>
              <a:gdLst>
                <a:gd name="T0" fmla="*/ 215 w 11"/>
                <a:gd name="T1" fmla="*/ 0 h 22"/>
                <a:gd name="T2" fmla="*/ 0 w 11"/>
                <a:gd name="T3" fmla="*/ 245 h 22"/>
                <a:gd name="T4" fmla="*/ 53 w 11"/>
                <a:gd name="T5" fmla="*/ 38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6" y="2"/>
                    <a:pt x="0" y="8"/>
                    <a:pt x="0" y="14"/>
                  </a:cubicBezTo>
                  <a:cubicBezTo>
                    <a:pt x="0" y="17"/>
                    <a:pt x="2" y="20"/>
                    <a:pt x="3" y="2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2" name="Freeform 447">
              <a:extLst>
                <a:ext uri="{FF2B5EF4-FFF2-40B4-BE49-F238E27FC236}">
                  <a16:creationId xmlns:a16="http://schemas.microsoft.com/office/drawing/2014/main" id="{1D251A7C-6AEB-451F-9757-79C85843F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364"/>
              <a:ext cx="8" cy="7"/>
            </a:xfrm>
            <a:custGeom>
              <a:avLst/>
              <a:gdLst>
                <a:gd name="T0" fmla="*/ 54 w 5"/>
                <a:gd name="T1" fmla="*/ 0 h 4"/>
                <a:gd name="T2" fmla="*/ 0 w 5"/>
                <a:gd name="T3" fmla="*/ 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3" y="1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3" name="Freeform 448">
              <a:extLst>
                <a:ext uri="{FF2B5EF4-FFF2-40B4-BE49-F238E27FC236}">
                  <a16:creationId xmlns:a16="http://schemas.microsoft.com/office/drawing/2014/main" id="{D3A43192-3F0D-468D-9A02-6C1CF20B3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456"/>
              <a:ext cx="6" cy="9"/>
            </a:xfrm>
            <a:custGeom>
              <a:avLst/>
              <a:gdLst>
                <a:gd name="T0" fmla="*/ 0 w 3"/>
                <a:gd name="T1" fmla="*/ 0 h 5"/>
                <a:gd name="T2" fmla="*/ 96 w 3"/>
                <a:gd name="T3" fmla="*/ 7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3"/>
                    <a:pt x="1" y="5"/>
                    <a:pt x="3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4" name="Freeform 449">
              <a:extLst>
                <a:ext uri="{FF2B5EF4-FFF2-40B4-BE49-F238E27FC236}">
                  <a16:creationId xmlns:a16="http://schemas.microsoft.com/office/drawing/2014/main" id="{86097448-8889-4F26-8C81-08D256BB2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525"/>
              <a:ext cx="9" cy="3"/>
            </a:xfrm>
            <a:custGeom>
              <a:avLst/>
              <a:gdLst>
                <a:gd name="T0" fmla="*/ 0 w 5"/>
                <a:gd name="T1" fmla="*/ 0 h 2"/>
                <a:gd name="T2" fmla="*/ 94 w 5"/>
                <a:gd name="T3" fmla="*/ 1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5" name="Oval 450">
              <a:extLst>
                <a:ext uri="{FF2B5EF4-FFF2-40B4-BE49-F238E27FC236}">
                  <a16:creationId xmlns:a16="http://schemas.microsoft.com/office/drawing/2014/main" id="{9A4F3272-A98A-4664-A8BF-2B2557556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275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26" name="Oval 451">
              <a:extLst>
                <a:ext uri="{FF2B5EF4-FFF2-40B4-BE49-F238E27FC236}">
                  <a16:creationId xmlns:a16="http://schemas.microsoft.com/office/drawing/2014/main" id="{D3EDF08B-E5FF-4AFB-BD4A-9501672A4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75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27" name="Oval 452">
              <a:extLst>
                <a:ext uri="{FF2B5EF4-FFF2-40B4-BE49-F238E27FC236}">
                  <a16:creationId xmlns:a16="http://schemas.microsoft.com/office/drawing/2014/main" id="{28CEEC8D-F375-4364-BE24-8467B6FEE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2717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28" name="Oval 453">
              <a:extLst>
                <a:ext uri="{FF2B5EF4-FFF2-40B4-BE49-F238E27FC236}">
                  <a16:creationId xmlns:a16="http://schemas.microsoft.com/office/drawing/2014/main" id="{07F7FAF8-EE93-4F6A-8C9E-ED67837184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724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29" name="Oval 454">
              <a:extLst>
                <a:ext uri="{FF2B5EF4-FFF2-40B4-BE49-F238E27FC236}">
                  <a16:creationId xmlns:a16="http://schemas.microsoft.com/office/drawing/2014/main" id="{ED6A9524-06C6-4CAA-A356-4D3614046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694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30" name="Oval 455">
              <a:extLst>
                <a:ext uri="{FF2B5EF4-FFF2-40B4-BE49-F238E27FC236}">
                  <a16:creationId xmlns:a16="http://schemas.microsoft.com/office/drawing/2014/main" id="{345AFB08-049C-4F72-AC3B-F101C3DCF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2730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31" name="Oval 456">
              <a:extLst>
                <a:ext uri="{FF2B5EF4-FFF2-40B4-BE49-F238E27FC236}">
                  <a16:creationId xmlns:a16="http://schemas.microsoft.com/office/drawing/2014/main" id="{CFD51CC3-B6B8-4C5B-8ACC-F4ACD7F5B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276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32" name="Oval 457">
              <a:extLst>
                <a:ext uri="{FF2B5EF4-FFF2-40B4-BE49-F238E27FC236}">
                  <a16:creationId xmlns:a16="http://schemas.microsoft.com/office/drawing/2014/main" id="{8442CB1A-86AD-49ED-B1DF-B3BD80BDB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2802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33" name="Oval 458">
              <a:extLst>
                <a:ext uri="{FF2B5EF4-FFF2-40B4-BE49-F238E27FC236}">
                  <a16:creationId xmlns:a16="http://schemas.microsoft.com/office/drawing/2014/main" id="{773D9040-D33F-4CC1-A029-818E87277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2811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34" name="Oval 459">
              <a:extLst>
                <a:ext uri="{FF2B5EF4-FFF2-40B4-BE49-F238E27FC236}">
                  <a16:creationId xmlns:a16="http://schemas.microsoft.com/office/drawing/2014/main" id="{BE670799-F1CD-43EC-89ED-9FA87DADF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84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35" name="Oval 460">
              <a:extLst>
                <a:ext uri="{FF2B5EF4-FFF2-40B4-BE49-F238E27FC236}">
                  <a16:creationId xmlns:a16="http://schemas.microsoft.com/office/drawing/2014/main" id="{712B0862-B833-49A4-B012-851C7D3D4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791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36" name="Oval 461">
              <a:extLst>
                <a:ext uri="{FF2B5EF4-FFF2-40B4-BE49-F238E27FC236}">
                  <a16:creationId xmlns:a16="http://schemas.microsoft.com/office/drawing/2014/main" id="{C303629F-6171-4C3D-A748-FDB1D4904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2864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37" name="Oval 462">
              <a:extLst>
                <a:ext uri="{FF2B5EF4-FFF2-40B4-BE49-F238E27FC236}">
                  <a16:creationId xmlns:a16="http://schemas.microsoft.com/office/drawing/2014/main" id="{845A440A-455F-4849-8329-A5227CEC1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2906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38" name="Oval 463">
              <a:extLst>
                <a:ext uri="{FF2B5EF4-FFF2-40B4-BE49-F238E27FC236}">
                  <a16:creationId xmlns:a16="http://schemas.microsoft.com/office/drawing/2014/main" id="{C4C3FCA6-F420-4379-9543-D17BA6518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7" y="2876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39" name="Oval 464">
              <a:extLst>
                <a:ext uri="{FF2B5EF4-FFF2-40B4-BE49-F238E27FC236}">
                  <a16:creationId xmlns:a16="http://schemas.microsoft.com/office/drawing/2014/main" id="{DE704D0E-1142-49A7-9F02-905CAB72F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2911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40" name="Oval 465">
              <a:extLst>
                <a:ext uri="{FF2B5EF4-FFF2-40B4-BE49-F238E27FC236}">
                  <a16:creationId xmlns:a16="http://schemas.microsoft.com/office/drawing/2014/main" id="{D0AD61EE-C401-44E8-A4F5-FF2FC59C3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895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41" name="Oval 466">
              <a:extLst>
                <a:ext uri="{FF2B5EF4-FFF2-40B4-BE49-F238E27FC236}">
                  <a16:creationId xmlns:a16="http://schemas.microsoft.com/office/drawing/2014/main" id="{DCA022AA-E592-466C-8D4B-BAC686627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5" y="2855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42" name="Oval 467">
              <a:extLst>
                <a:ext uri="{FF2B5EF4-FFF2-40B4-BE49-F238E27FC236}">
                  <a16:creationId xmlns:a16="http://schemas.microsoft.com/office/drawing/2014/main" id="{B3D83085-950E-4FA0-AB3D-A53B8CBF4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2830"/>
              <a:ext cx="11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43" name="Oval 468">
              <a:extLst>
                <a:ext uri="{FF2B5EF4-FFF2-40B4-BE49-F238E27FC236}">
                  <a16:creationId xmlns:a16="http://schemas.microsoft.com/office/drawing/2014/main" id="{0DCF35D3-E91B-4782-8487-C3972A7F0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2839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44" name="Oval 469">
              <a:extLst>
                <a:ext uri="{FF2B5EF4-FFF2-40B4-BE49-F238E27FC236}">
                  <a16:creationId xmlns:a16="http://schemas.microsoft.com/office/drawing/2014/main" id="{019BF96A-0F05-4AF2-B3D6-DEF2D7771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2680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45" name="Oval 470">
              <a:extLst>
                <a:ext uri="{FF2B5EF4-FFF2-40B4-BE49-F238E27FC236}">
                  <a16:creationId xmlns:a16="http://schemas.microsoft.com/office/drawing/2014/main" id="{429DE3A5-F908-4392-9948-6E0B6FC93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263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46" name="Oval 471">
              <a:extLst>
                <a:ext uri="{FF2B5EF4-FFF2-40B4-BE49-F238E27FC236}">
                  <a16:creationId xmlns:a16="http://schemas.microsoft.com/office/drawing/2014/main" id="{88BBFF93-CE5C-4BC7-9FE9-18888C111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626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47" name="Oval 472">
              <a:extLst>
                <a:ext uri="{FF2B5EF4-FFF2-40B4-BE49-F238E27FC236}">
                  <a16:creationId xmlns:a16="http://schemas.microsoft.com/office/drawing/2014/main" id="{184F34E8-FF76-4DA7-8C26-E36F13221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594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48" name="Oval 473">
              <a:extLst>
                <a:ext uri="{FF2B5EF4-FFF2-40B4-BE49-F238E27FC236}">
                  <a16:creationId xmlns:a16="http://schemas.microsoft.com/office/drawing/2014/main" id="{4A990BC5-298C-4F22-AA95-4E2D73C31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588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49" name="Oval 474">
              <a:extLst>
                <a:ext uri="{FF2B5EF4-FFF2-40B4-BE49-F238E27FC236}">
                  <a16:creationId xmlns:a16="http://schemas.microsoft.com/office/drawing/2014/main" id="{EF76154C-4DFC-468C-BCC0-17BA43860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634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0" name="Oval 475">
              <a:extLst>
                <a:ext uri="{FF2B5EF4-FFF2-40B4-BE49-F238E27FC236}">
                  <a16:creationId xmlns:a16="http://schemas.microsoft.com/office/drawing/2014/main" id="{0B68F9CE-D79A-403E-AFC4-A4756F981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66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1" name="Oval 476">
              <a:extLst>
                <a:ext uri="{FF2B5EF4-FFF2-40B4-BE49-F238E27FC236}">
                  <a16:creationId xmlns:a16="http://schemas.microsoft.com/office/drawing/2014/main" id="{052CDAD9-5B5B-4FA6-AD7A-DA0E426A0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2624"/>
              <a:ext cx="11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2" name="Oval 477">
              <a:extLst>
                <a:ext uri="{FF2B5EF4-FFF2-40B4-BE49-F238E27FC236}">
                  <a16:creationId xmlns:a16="http://schemas.microsoft.com/office/drawing/2014/main" id="{EFB3C646-B6AA-41E2-8929-4898B1426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659"/>
              <a:ext cx="10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3" name="Oval 478">
              <a:extLst>
                <a:ext uri="{FF2B5EF4-FFF2-40B4-BE49-F238E27FC236}">
                  <a16:creationId xmlns:a16="http://schemas.microsoft.com/office/drawing/2014/main" id="{4D8383A3-BF06-443D-B8D4-302ACB526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0" y="269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4" name="Oval 479">
              <a:extLst>
                <a:ext uri="{FF2B5EF4-FFF2-40B4-BE49-F238E27FC236}">
                  <a16:creationId xmlns:a16="http://schemas.microsoft.com/office/drawing/2014/main" id="{F2154BE8-729F-4A1C-824F-5687B4B3F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2557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5" name="Oval 480">
              <a:extLst>
                <a:ext uri="{FF2B5EF4-FFF2-40B4-BE49-F238E27FC236}">
                  <a16:creationId xmlns:a16="http://schemas.microsoft.com/office/drawing/2014/main" id="{D3696D81-DC58-47C2-B9BE-F81E68A64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2539"/>
              <a:ext cx="10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6" name="Oval 481">
              <a:extLst>
                <a:ext uri="{FF2B5EF4-FFF2-40B4-BE49-F238E27FC236}">
                  <a16:creationId xmlns:a16="http://schemas.microsoft.com/office/drawing/2014/main" id="{EDDCCC94-12DE-4CBF-BC51-B46F09F78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2514"/>
              <a:ext cx="11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7" name="Oval 482">
              <a:extLst>
                <a:ext uri="{FF2B5EF4-FFF2-40B4-BE49-F238E27FC236}">
                  <a16:creationId xmlns:a16="http://schemas.microsoft.com/office/drawing/2014/main" id="{A97FBA8A-B4B7-4E9A-8A5F-A3DFFACCF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486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8" name="Oval 483">
              <a:extLst>
                <a:ext uri="{FF2B5EF4-FFF2-40B4-BE49-F238E27FC236}">
                  <a16:creationId xmlns:a16="http://schemas.microsoft.com/office/drawing/2014/main" id="{17E3DCEF-6A3D-4B87-96C9-C3C686393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2442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9" name="Oval 484">
              <a:extLst>
                <a:ext uri="{FF2B5EF4-FFF2-40B4-BE49-F238E27FC236}">
                  <a16:creationId xmlns:a16="http://schemas.microsoft.com/office/drawing/2014/main" id="{31C5F5AE-3462-4126-AD91-9E0355B69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474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60" name="Oval 485">
              <a:extLst>
                <a:ext uri="{FF2B5EF4-FFF2-40B4-BE49-F238E27FC236}">
                  <a16:creationId xmlns:a16="http://schemas.microsoft.com/office/drawing/2014/main" id="{586F61B2-BE99-4F82-8B9A-9BB940D85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426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61" name="Oval 486">
              <a:extLst>
                <a:ext uri="{FF2B5EF4-FFF2-40B4-BE49-F238E27FC236}">
                  <a16:creationId xmlns:a16="http://schemas.microsoft.com/office/drawing/2014/main" id="{25DA8A77-1F2A-404A-B3B2-57622FB74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391"/>
              <a:ext cx="12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62" name="Oval 487">
              <a:extLst>
                <a:ext uri="{FF2B5EF4-FFF2-40B4-BE49-F238E27FC236}">
                  <a16:creationId xmlns:a16="http://schemas.microsoft.com/office/drawing/2014/main" id="{66D595D2-BE46-4158-A195-FB2453E06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2407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63" name="Oval 488">
              <a:extLst>
                <a:ext uri="{FF2B5EF4-FFF2-40B4-BE49-F238E27FC236}">
                  <a16:creationId xmlns:a16="http://schemas.microsoft.com/office/drawing/2014/main" id="{5CBF403B-D42E-4DD1-8690-B3FBBBDAD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36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64" name="Oval 489">
              <a:extLst>
                <a:ext uri="{FF2B5EF4-FFF2-40B4-BE49-F238E27FC236}">
                  <a16:creationId xmlns:a16="http://schemas.microsoft.com/office/drawing/2014/main" id="{6A54DB5B-ABAB-4A9D-9E60-2415F7E42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7" y="2320"/>
              <a:ext cx="10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65" name="Oval 490">
              <a:extLst>
                <a:ext uri="{FF2B5EF4-FFF2-40B4-BE49-F238E27FC236}">
                  <a16:creationId xmlns:a16="http://schemas.microsoft.com/office/drawing/2014/main" id="{A6EA5767-3B31-4C78-A343-881103473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2297"/>
              <a:ext cx="11" cy="13"/>
            </a:xfrm>
            <a:prstGeom prst="ellipse">
              <a:avLst/>
            </a:prstGeom>
            <a:solidFill>
              <a:srgbClr val="DE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66" name="Oval 491">
              <a:extLst>
                <a:ext uri="{FF2B5EF4-FFF2-40B4-BE49-F238E27FC236}">
                  <a16:creationId xmlns:a16="http://schemas.microsoft.com/office/drawing/2014/main" id="{BD115A86-16FB-4ECE-B647-BB49363F5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2274"/>
              <a:ext cx="12" cy="13"/>
            </a:xfrm>
            <a:prstGeom prst="ellipse">
              <a:avLst/>
            </a:prstGeom>
            <a:solidFill>
              <a:srgbClr val="DE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67" name="Oval 492">
              <a:extLst>
                <a:ext uri="{FF2B5EF4-FFF2-40B4-BE49-F238E27FC236}">
                  <a16:creationId xmlns:a16="http://schemas.microsoft.com/office/drawing/2014/main" id="{4DA49F5E-4617-4A2F-88D4-16113D095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2306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68" name="Oval 493">
              <a:extLst>
                <a:ext uri="{FF2B5EF4-FFF2-40B4-BE49-F238E27FC236}">
                  <a16:creationId xmlns:a16="http://schemas.microsoft.com/office/drawing/2014/main" id="{98FAE9DD-26BF-4079-8DCB-9B289E15F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2341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69" name="Oval 494">
              <a:extLst>
                <a:ext uri="{FF2B5EF4-FFF2-40B4-BE49-F238E27FC236}">
                  <a16:creationId xmlns:a16="http://schemas.microsoft.com/office/drawing/2014/main" id="{09AD9C19-569D-4136-8C13-BCC8E06C8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2354"/>
              <a:ext cx="13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70" name="Oval 495">
              <a:extLst>
                <a:ext uri="{FF2B5EF4-FFF2-40B4-BE49-F238E27FC236}">
                  <a16:creationId xmlns:a16="http://schemas.microsoft.com/office/drawing/2014/main" id="{E76DDDCB-42EB-48E4-AD40-25F1DF954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2391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71" name="Oval 496">
              <a:extLst>
                <a:ext uri="{FF2B5EF4-FFF2-40B4-BE49-F238E27FC236}">
                  <a16:creationId xmlns:a16="http://schemas.microsoft.com/office/drawing/2014/main" id="{0D146602-2A61-4579-8454-633669E2C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433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72" name="Oval 497">
              <a:extLst>
                <a:ext uri="{FF2B5EF4-FFF2-40B4-BE49-F238E27FC236}">
                  <a16:creationId xmlns:a16="http://schemas.microsoft.com/office/drawing/2014/main" id="{AD5EE7D3-7917-48BA-9205-EADD5EC58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2460"/>
              <a:ext cx="10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73" name="Oval 498">
              <a:extLst>
                <a:ext uri="{FF2B5EF4-FFF2-40B4-BE49-F238E27FC236}">
                  <a16:creationId xmlns:a16="http://schemas.microsoft.com/office/drawing/2014/main" id="{4525F0DC-EF51-475E-9072-578D11856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1" y="2502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74" name="Oval 499">
              <a:extLst>
                <a:ext uri="{FF2B5EF4-FFF2-40B4-BE49-F238E27FC236}">
                  <a16:creationId xmlns:a16="http://schemas.microsoft.com/office/drawing/2014/main" id="{B0435A7B-61B9-4EBF-950F-2400DBE0F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2491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75" name="Oval 500">
              <a:extLst>
                <a:ext uri="{FF2B5EF4-FFF2-40B4-BE49-F238E27FC236}">
                  <a16:creationId xmlns:a16="http://schemas.microsoft.com/office/drawing/2014/main" id="{C6FB4A65-1724-4B2B-BAC4-98212E9B2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2534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76" name="Oval 501">
              <a:extLst>
                <a:ext uri="{FF2B5EF4-FFF2-40B4-BE49-F238E27FC236}">
                  <a16:creationId xmlns:a16="http://schemas.microsoft.com/office/drawing/2014/main" id="{718C7AD3-36E1-4094-9D4E-BF3483111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560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77" name="Oval 502">
              <a:extLst>
                <a:ext uri="{FF2B5EF4-FFF2-40B4-BE49-F238E27FC236}">
                  <a16:creationId xmlns:a16="http://schemas.microsoft.com/office/drawing/2014/main" id="{227CBA45-D6EF-4527-9A4F-1260CD69C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2583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78" name="Oval 503">
              <a:extLst>
                <a:ext uri="{FF2B5EF4-FFF2-40B4-BE49-F238E27FC236}">
                  <a16:creationId xmlns:a16="http://schemas.microsoft.com/office/drawing/2014/main" id="{465768C1-8B95-4B40-B45E-98D43EACE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599"/>
              <a:ext cx="10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79" name="Oval 504">
              <a:extLst>
                <a:ext uri="{FF2B5EF4-FFF2-40B4-BE49-F238E27FC236}">
                  <a16:creationId xmlns:a16="http://schemas.microsoft.com/office/drawing/2014/main" id="{230F7431-B653-4881-B6CC-A6760B4EB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274"/>
              <a:ext cx="12" cy="11"/>
            </a:xfrm>
            <a:prstGeom prst="ellipse">
              <a:avLst/>
            </a:prstGeom>
            <a:solidFill>
              <a:srgbClr val="DE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80" name="Oval 505">
              <a:extLst>
                <a:ext uri="{FF2B5EF4-FFF2-40B4-BE49-F238E27FC236}">
                  <a16:creationId xmlns:a16="http://schemas.microsoft.com/office/drawing/2014/main" id="{6B8B657F-E988-464B-A7E5-70F2DB309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264"/>
              <a:ext cx="13" cy="12"/>
            </a:xfrm>
            <a:prstGeom prst="ellipse">
              <a:avLst/>
            </a:prstGeom>
            <a:solidFill>
              <a:srgbClr val="DE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81" name="Oval 506">
              <a:extLst>
                <a:ext uri="{FF2B5EF4-FFF2-40B4-BE49-F238E27FC236}">
                  <a16:creationId xmlns:a16="http://schemas.microsoft.com/office/drawing/2014/main" id="{25A2386E-B6BB-4C15-A738-51AADE9FF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" y="2784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82" name="Oval 507">
              <a:extLst>
                <a:ext uri="{FF2B5EF4-FFF2-40B4-BE49-F238E27FC236}">
                  <a16:creationId xmlns:a16="http://schemas.microsoft.com/office/drawing/2014/main" id="{208C91D6-3ED2-498B-8E33-5250916F4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293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83" name="Oval 508">
              <a:extLst>
                <a:ext uri="{FF2B5EF4-FFF2-40B4-BE49-F238E27FC236}">
                  <a16:creationId xmlns:a16="http://schemas.microsoft.com/office/drawing/2014/main" id="{F55D6372-4601-4B15-A0A8-FADEDF936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980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84" name="Oval 509">
              <a:extLst>
                <a:ext uri="{FF2B5EF4-FFF2-40B4-BE49-F238E27FC236}">
                  <a16:creationId xmlns:a16="http://schemas.microsoft.com/office/drawing/2014/main" id="{D77D66D9-7442-4AA8-9D84-D601E33D8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3012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85" name="Oval 510">
              <a:extLst>
                <a:ext uri="{FF2B5EF4-FFF2-40B4-BE49-F238E27FC236}">
                  <a16:creationId xmlns:a16="http://schemas.microsoft.com/office/drawing/2014/main" id="{EDBB83D2-A398-4B99-96D4-9C8940ECF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2" y="2954"/>
              <a:ext cx="12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86" name="Oval 511">
              <a:extLst>
                <a:ext uri="{FF2B5EF4-FFF2-40B4-BE49-F238E27FC236}">
                  <a16:creationId xmlns:a16="http://schemas.microsoft.com/office/drawing/2014/main" id="{47B3541D-7713-4ED6-A27F-609D1D781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948"/>
              <a:ext cx="11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87" name="Oval 512">
              <a:extLst>
                <a:ext uri="{FF2B5EF4-FFF2-40B4-BE49-F238E27FC236}">
                  <a16:creationId xmlns:a16="http://schemas.microsoft.com/office/drawing/2014/main" id="{D9B73F37-0F10-4F91-B8EA-B19192210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2978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88" name="Oval 513">
              <a:extLst>
                <a:ext uri="{FF2B5EF4-FFF2-40B4-BE49-F238E27FC236}">
                  <a16:creationId xmlns:a16="http://schemas.microsoft.com/office/drawing/2014/main" id="{EB81F0AC-72DB-479C-B36E-27D19E17F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3008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89" name="Oval 514">
              <a:extLst>
                <a:ext uri="{FF2B5EF4-FFF2-40B4-BE49-F238E27FC236}">
                  <a16:creationId xmlns:a16="http://schemas.microsoft.com/office/drawing/2014/main" id="{03DDA16E-18D7-4E39-B739-64973FCA2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2975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90" name="Oval 515">
              <a:extLst>
                <a:ext uri="{FF2B5EF4-FFF2-40B4-BE49-F238E27FC236}">
                  <a16:creationId xmlns:a16="http://schemas.microsoft.com/office/drawing/2014/main" id="{0048FB0C-4FB1-475A-8594-B597816B8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0" y="2931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91" name="Oval 516">
              <a:extLst>
                <a:ext uri="{FF2B5EF4-FFF2-40B4-BE49-F238E27FC236}">
                  <a16:creationId xmlns:a16="http://schemas.microsoft.com/office/drawing/2014/main" id="{05C7A257-597C-4EB3-8EF8-240D0B20D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885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92" name="Oval 517">
              <a:extLst>
                <a:ext uri="{FF2B5EF4-FFF2-40B4-BE49-F238E27FC236}">
                  <a16:creationId xmlns:a16="http://schemas.microsoft.com/office/drawing/2014/main" id="{6C19380B-942E-4BD8-9F0F-A7A50BFC3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862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93" name="Oval 518">
              <a:extLst>
                <a:ext uri="{FF2B5EF4-FFF2-40B4-BE49-F238E27FC236}">
                  <a16:creationId xmlns:a16="http://schemas.microsoft.com/office/drawing/2014/main" id="{0B912543-9CC7-478D-9B36-6F1CDB7F6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2918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94" name="Oval 519">
              <a:extLst>
                <a:ext uri="{FF2B5EF4-FFF2-40B4-BE49-F238E27FC236}">
                  <a16:creationId xmlns:a16="http://schemas.microsoft.com/office/drawing/2014/main" id="{36CB976F-D3A5-4E44-822E-DDD155E91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96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95" name="Oval 520">
              <a:extLst>
                <a:ext uri="{FF2B5EF4-FFF2-40B4-BE49-F238E27FC236}">
                  <a16:creationId xmlns:a16="http://schemas.microsoft.com/office/drawing/2014/main" id="{F5E5553B-A179-4E1C-8962-77F01CF51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3007"/>
              <a:ext cx="13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96" name="Oval 521">
              <a:extLst>
                <a:ext uri="{FF2B5EF4-FFF2-40B4-BE49-F238E27FC236}">
                  <a16:creationId xmlns:a16="http://schemas.microsoft.com/office/drawing/2014/main" id="{29B25427-789F-4E44-8B74-C5851D3E4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" y="3038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97" name="Oval 522">
              <a:extLst>
                <a:ext uri="{FF2B5EF4-FFF2-40B4-BE49-F238E27FC236}">
                  <a16:creationId xmlns:a16="http://schemas.microsoft.com/office/drawing/2014/main" id="{7E8F94C6-80A8-4E1A-BB6E-DE3328F99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3045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98" name="Oval 523">
              <a:extLst>
                <a:ext uri="{FF2B5EF4-FFF2-40B4-BE49-F238E27FC236}">
                  <a16:creationId xmlns:a16="http://schemas.microsoft.com/office/drawing/2014/main" id="{9E90BB61-D1E3-4EA0-B6A5-92A58E2F9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3058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99" name="Oval 524">
              <a:extLst>
                <a:ext uri="{FF2B5EF4-FFF2-40B4-BE49-F238E27FC236}">
                  <a16:creationId xmlns:a16="http://schemas.microsoft.com/office/drawing/2014/main" id="{67740F65-267F-402C-9C2D-B8A2D880B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054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00" name="Oval 525">
              <a:extLst>
                <a:ext uri="{FF2B5EF4-FFF2-40B4-BE49-F238E27FC236}">
                  <a16:creationId xmlns:a16="http://schemas.microsoft.com/office/drawing/2014/main" id="{E51EC39E-D9F5-4B7A-AE90-CFA7D2FA2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3023"/>
              <a:ext cx="12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01" name="Oval 526">
              <a:extLst>
                <a:ext uri="{FF2B5EF4-FFF2-40B4-BE49-F238E27FC236}">
                  <a16:creationId xmlns:a16="http://schemas.microsoft.com/office/drawing/2014/main" id="{25DC382B-0C34-4CDC-9346-7C58ABD01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3075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02" name="Oval 527">
              <a:extLst>
                <a:ext uri="{FF2B5EF4-FFF2-40B4-BE49-F238E27FC236}">
                  <a16:creationId xmlns:a16="http://schemas.microsoft.com/office/drawing/2014/main" id="{4F9BACC6-4BFB-40E5-8C6D-EAF1833DE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3123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03" name="Oval 528">
              <a:extLst>
                <a:ext uri="{FF2B5EF4-FFF2-40B4-BE49-F238E27FC236}">
                  <a16:creationId xmlns:a16="http://schemas.microsoft.com/office/drawing/2014/main" id="{23EB66C2-76E4-4D03-AECE-E9FB795B9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3091"/>
              <a:ext cx="10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04" name="Oval 529">
              <a:extLst>
                <a:ext uri="{FF2B5EF4-FFF2-40B4-BE49-F238E27FC236}">
                  <a16:creationId xmlns:a16="http://schemas.microsoft.com/office/drawing/2014/main" id="{B03BD7A9-F507-44E1-B0E8-2893C1BC6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3139"/>
              <a:ext cx="11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05" name="Oval 530">
              <a:extLst>
                <a:ext uri="{FF2B5EF4-FFF2-40B4-BE49-F238E27FC236}">
                  <a16:creationId xmlns:a16="http://schemas.microsoft.com/office/drawing/2014/main" id="{C06F6319-7139-4279-A17C-4BAF1C5A3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3109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06" name="Oval 531">
              <a:extLst>
                <a:ext uri="{FF2B5EF4-FFF2-40B4-BE49-F238E27FC236}">
                  <a16:creationId xmlns:a16="http://schemas.microsoft.com/office/drawing/2014/main" id="{ABB6E3CC-63F5-41CD-99CA-EF189C3D4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3151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07" name="Oval 532">
              <a:extLst>
                <a:ext uri="{FF2B5EF4-FFF2-40B4-BE49-F238E27FC236}">
                  <a16:creationId xmlns:a16="http://schemas.microsoft.com/office/drawing/2014/main" id="{180CB713-572C-4F69-B920-CAE589E89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3192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08" name="Oval 533">
              <a:extLst>
                <a:ext uri="{FF2B5EF4-FFF2-40B4-BE49-F238E27FC236}">
                  <a16:creationId xmlns:a16="http://schemas.microsoft.com/office/drawing/2014/main" id="{D839D376-4CC7-4B0F-8E5C-E73DFF3B4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9" y="3158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09" name="Oval 534">
              <a:extLst>
                <a:ext uri="{FF2B5EF4-FFF2-40B4-BE49-F238E27FC236}">
                  <a16:creationId xmlns:a16="http://schemas.microsoft.com/office/drawing/2014/main" id="{46915256-3C36-40B4-9A13-79BC5680A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3213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10" name="Oval 535">
              <a:extLst>
                <a:ext uri="{FF2B5EF4-FFF2-40B4-BE49-F238E27FC236}">
                  <a16:creationId xmlns:a16="http://schemas.microsoft.com/office/drawing/2014/main" id="{E3A1543F-C4B7-4EE7-B82D-43466C1A1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3183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11" name="Oval 536">
              <a:extLst>
                <a:ext uri="{FF2B5EF4-FFF2-40B4-BE49-F238E27FC236}">
                  <a16:creationId xmlns:a16="http://schemas.microsoft.com/office/drawing/2014/main" id="{D8CD15A3-399F-4D50-8B98-46A5FD085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3231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12" name="Oval 537">
              <a:extLst>
                <a:ext uri="{FF2B5EF4-FFF2-40B4-BE49-F238E27FC236}">
                  <a16:creationId xmlns:a16="http://schemas.microsoft.com/office/drawing/2014/main" id="{7C08C302-4802-4F86-8FF3-27F1CFC06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3217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13" name="Oval 538">
              <a:extLst>
                <a:ext uri="{FF2B5EF4-FFF2-40B4-BE49-F238E27FC236}">
                  <a16:creationId xmlns:a16="http://schemas.microsoft.com/office/drawing/2014/main" id="{AD5261A5-DCE2-4429-A040-4D289A8B3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5" y="3192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14" name="Oval 539">
              <a:extLst>
                <a:ext uri="{FF2B5EF4-FFF2-40B4-BE49-F238E27FC236}">
                  <a16:creationId xmlns:a16="http://schemas.microsoft.com/office/drawing/2014/main" id="{8111F91D-0F0C-4B68-8F55-A934C081E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" y="3243"/>
              <a:ext cx="10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15" name="Oval 540">
              <a:extLst>
                <a:ext uri="{FF2B5EF4-FFF2-40B4-BE49-F238E27FC236}">
                  <a16:creationId xmlns:a16="http://schemas.microsoft.com/office/drawing/2014/main" id="{31D94081-8077-435E-A1B5-3A20C7F95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261"/>
              <a:ext cx="12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16" name="Oval 541">
              <a:extLst>
                <a:ext uri="{FF2B5EF4-FFF2-40B4-BE49-F238E27FC236}">
                  <a16:creationId xmlns:a16="http://schemas.microsoft.com/office/drawing/2014/main" id="{000F0996-57E0-42CC-B98D-13184D241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" y="3287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17" name="Oval 542">
              <a:extLst>
                <a:ext uri="{FF2B5EF4-FFF2-40B4-BE49-F238E27FC236}">
                  <a16:creationId xmlns:a16="http://schemas.microsoft.com/office/drawing/2014/main" id="{62A5D089-4202-4D55-BB41-0C6782BE0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330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18" name="Oval 543">
              <a:extLst>
                <a:ext uri="{FF2B5EF4-FFF2-40B4-BE49-F238E27FC236}">
                  <a16:creationId xmlns:a16="http://schemas.microsoft.com/office/drawing/2014/main" id="{D6EA6CC9-1EFA-4443-9E16-29EB65F4B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3287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19" name="Oval 544">
              <a:extLst>
                <a:ext uri="{FF2B5EF4-FFF2-40B4-BE49-F238E27FC236}">
                  <a16:creationId xmlns:a16="http://schemas.microsoft.com/office/drawing/2014/main" id="{30ED1CA1-F9C7-4A40-8FFE-0E767DEAA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324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20" name="Oval 545">
              <a:extLst>
                <a:ext uri="{FF2B5EF4-FFF2-40B4-BE49-F238E27FC236}">
                  <a16:creationId xmlns:a16="http://schemas.microsoft.com/office/drawing/2014/main" id="{BD9608EB-9776-4E38-B5EE-DE76E476B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3287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21" name="Oval 546">
              <a:extLst>
                <a:ext uri="{FF2B5EF4-FFF2-40B4-BE49-F238E27FC236}">
                  <a16:creationId xmlns:a16="http://schemas.microsoft.com/office/drawing/2014/main" id="{AA9D0770-79EC-437B-9D88-3255109AA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3310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22" name="Oval 547">
              <a:extLst>
                <a:ext uri="{FF2B5EF4-FFF2-40B4-BE49-F238E27FC236}">
                  <a16:creationId xmlns:a16="http://schemas.microsoft.com/office/drawing/2014/main" id="{5CBA4D4C-7EF3-4BD7-B534-6EA7014AF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0" y="3420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23" name="Oval 548">
              <a:extLst>
                <a:ext uri="{FF2B5EF4-FFF2-40B4-BE49-F238E27FC236}">
                  <a16:creationId xmlns:a16="http://schemas.microsoft.com/office/drawing/2014/main" id="{1BD5B9CC-B5A6-4D9B-B429-E846D48CB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3435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24" name="Oval 549">
              <a:extLst>
                <a:ext uri="{FF2B5EF4-FFF2-40B4-BE49-F238E27FC236}">
                  <a16:creationId xmlns:a16="http://schemas.microsoft.com/office/drawing/2014/main" id="{4218F15B-AEE7-406D-B553-DA1A2B7A1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3462"/>
              <a:ext cx="11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25" name="Oval 550">
              <a:extLst>
                <a:ext uri="{FF2B5EF4-FFF2-40B4-BE49-F238E27FC236}">
                  <a16:creationId xmlns:a16="http://schemas.microsoft.com/office/drawing/2014/main" id="{071F3154-599D-4765-9523-363B438FA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3488"/>
              <a:ext cx="10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26" name="Oval 551">
              <a:extLst>
                <a:ext uri="{FF2B5EF4-FFF2-40B4-BE49-F238E27FC236}">
                  <a16:creationId xmlns:a16="http://schemas.microsoft.com/office/drawing/2014/main" id="{80206C98-9B1C-4773-8248-FBC4C0A39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3527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27" name="Oval 552">
              <a:extLst>
                <a:ext uri="{FF2B5EF4-FFF2-40B4-BE49-F238E27FC236}">
                  <a16:creationId xmlns:a16="http://schemas.microsoft.com/office/drawing/2014/main" id="{E8791574-7FBD-4DD2-B28C-BD93C59EE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3511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28" name="Oval 553">
              <a:extLst>
                <a:ext uri="{FF2B5EF4-FFF2-40B4-BE49-F238E27FC236}">
                  <a16:creationId xmlns:a16="http://schemas.microsoft.com/office/drawing/2014/main" id="{29C4EDD8-6D12-4197-8B39-0B2B6DA20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3467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29" name="Oval 554">
              <a:extLst>
                <a:ext uri="{FF2B5EF4-FFF2-40B4-BE49-F238E27FC236}">
                  <a16:creationId xmlns:a16="http://schemas.microsoft.com/office/drawing/2014/main" id="{01C1AE0D-CAD9-47E9-926E-B4F96F302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3421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30" name="Oval 555">
              <a:extLst>
                <a:ext uri="{FF2B5EF4-FFF2-40B4-BE49-F238E27FC236}">
                  <a16:creationId xmlns:a16="http://schemas.microsoft.com/office/drawing/2014/main" id="{520A5F71-9AC5-4242-99FC-2ACE409B7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342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31" name="Oval 556">
              <a:extLst>
                <a:ext uri="{FF2B5EF4-FFF2-40B4-BE49-F238E27FC236}">
                  <a16:creationId xmlns:a16="http://schemas.microsoft.com/office/drawing/2014/main" id="{39EA5302-9F6F-45AC-8E15-F02E02F3C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3457"/>
              <a:ext cx="11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32" name="Oval 557">
              <a:extLst>
                <a:ext uri="{FF2B5EF4-FFF2-40B4-BE49-F238E27FC236}">
                  <a16:creationId xmlns:a16="http://schemas.microsoft.com/office/drawing/2014/main" id="{FFFDB6E1-B9D8-47C6-ADFC-A226460DD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3480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33" name="Oval 558">
              <a:extLst>
                <a:ext uri="{FF2B5EF4-FFF2-40B4-BE49-F238E27FC236}">
                  <a16:creationId xmlns:a16="http://schemas.microsoft.com/office/drawing/2014/main" id="{075B07EF-04A5-4DC4-8C10-79C861CF5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3515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34" name="Oval 559">
              <a:extLst>
                <a:ext uri="{FF2B5EF4-FFF2-40B4-BE49-F238E27FC236}">
                  <a16:creationId xmlns:a16="http://schemas.microsoft.com/office/drawing/2014/main" id="{2EA00FA4-AAFD-402C-A9BE-F3F8066B0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0" y="3504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35" name="Oval 560">
              <a:extLst>
                <a:ext uri="{FF2B5EF4-FFF2-40B4-BE49-F238E27FC236}">
                  <a16:creationId xmlns:a16="http://schemas.microsoft.com/office/drawing/2014/main" id="{6DA00116-5901-4EFA-9FCF-784247AF4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3483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36" name="Oval 561">
              <a:extLst>
                <a:ext uri="{FF2B5EF4-FFF2-40B4-BE49-F238E27FC236}">
                  <a16:creationId xmlns:a16="http://schemas.microsoft.com/office/drawing/2014/main" id="{16AB6E6D-C657-4319-8A78-C8A16679C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" y="3432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37" name="Oval 562">
              <a:extLst>
                <a:ext uri="{FF2B5EF4-FFF2-40B4-BE49-F238E27FC236}">
                  <a16:creationId xmlns:a16="http://schemas.microsoft.com/office/drawing/2014/main" id="{D4BC077F-F1E7-4FAA-988F-0912DC0A3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3379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38" name="Oval 563">
              <a:extLst>
                <a:ext uri="{FF2B5EF4-FFF2-40B4-BE49-F238E27FC236}">
                  <a16:creationId xmlns:a16="http://schemas.microsoft.com/office/drawing/2014/main" id="{C339937F-971A-473C-AC05-25C75AFC5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5" y="3347"/>
              <a:ext cx="11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39" name="Oval 564">
              <a:extLst>
                <a:ext uri="{FF2B5EF4-FFF2-40B4-BE49-F238E27FC236}">
                  <a16:creationId xmlns:a16="http://schemas.microsoft.com/office/drawing/2014/main" id="{0E71CD23-B4E0-4BF5-81B6-17B17B6EB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339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40" name="Oval 565">
              <a:extLst>
                <a:ext uri="{FF2B5EF4-FFF2-40B4-BE49-F238E27FC236}">
                  <a16:creationId xmlns:a16="http://schemas.microsoft.com/office/drawing/2014/main" id="{B6F1448E-7B7C-4CA4-91A6-CEF3A75C8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3340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41" name="Oval 566">
              <a:extLst>
                <a:ext uri="{FF2B5EF4-FFF2-40B4-BE49-F238E27FC236}">
                  <a16:creationId xmlns:a16="http://schemas.microsoft.com/office/drawing/2014/main" id="{375344AE-ED09-4635-B223-FD43A032B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3374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42" name="Oval 567">
              <a:extLst>
                <a:ext uri="{FF2B5EF4-FFF2-40B4-BE49-F238E27FC236}">
                  <a16:creationId xmlns:a16="http://schemas.microsoft.com/office/drawing/2014/main" id="{43AB0AAD-33DB-4FF1-A064-46583C60C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3330"/>
              <a:ext cx="13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943" name="Freeform 568">
              <a:extLst>
                <a:ext uri="{FF2B5EF4-FFF2-40B4-BE49-F238E27FC236}">
                  <a16:creationId xmlns:a16="http://schemas.microsoft.com/office/drawing/2014/main" id="{B438434A-D797-426C-855A-C0481CD0F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3051"/>
              <a:ext cx="60" cy="67"/>
            </a:xfrm>
            <a:custGeom>
              <a:avLst/>
              <a:gdLst>
                <a:gd name="T0" fmla="*/ 379 w 34"/>
                <a:gd name="T1" fmla="*/ 0 h 38"/>
                <a:gd name="T2" fmla="*/ 175 w 34"/>
                <a:gd name="T3" fmla="*/ 465 h 38"/>
                <a:gd name="T4" fmla="*/ 582 w 34"/>
                <a:gd name="T5" fmla="*/ 64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22" y="0"/>
                  </a:moveTo>
                  <a:cubicBezTo>
                    <a:pt x="8" y="6"/>
                    <a:pt x="0" y="13"/>
                    <a:pt x="10" y="27"/>
                  </a:cubicBezTo>
                  <a:cubicBezTo>
                    <a:pt x="15" y="35"/>
                    <a:pt x="25" y="34"/>
                    <a:pt x="34" y="3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4" name="Freeform 569">
              <a:extLst>
                <a:ext uri="{FF2B5EF4-FFF2-40B4-BE49-F238E27FC236}">
                  <a16:creationId xmlns:a16="http://schemas.microsoft.com/office/drawing/2014/main" id="{D8D6A58D-1E6A-4FB5-99BD-4C4B7868B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3068"/>
              <a:ext cx="66" cy="60"/>
            </a:xfrm>
            <a:custGeom>
              <a:avLst/>
              <a:gdLst>
                <a:gd name="T0" fmla="*/ 669 w 37"/>
                <a:gd name="T1" fmla="*/ 358 h 34"/>
                <a:gd name="T2" fmla="*/ 455 w 37"/>
                <a:gd name="T3" fmla="*/ 582 h 34"/>
                <a:gd name="T4" fmla="*/ 93 w 37"/>
                <a:gd name="T5" fmla="*/ 152 h 34"/>
                <a:gd name="T6" fmla="*/ 557 w 37"/>
                <a:gd name="T7" fmla="*/ 4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37" y="21"/>
                  </a:moveTo>
                  <a:cubicBezTo>
                    <a:pt x="36" y="26"/>
                    <a:pt x="30" y="30"/>
                    <a:pt x="25" y="34"/>
                  </a:cubicBezTo>
                  <a:cubicBezTo>
                    <a:pt x="13" y="27"/>
                    <a:pt x="0" y="24"/>
                    <a:pt x="5" y="9"/>
                  </a:cubicBezTo>
                  <a:cubicBezTo>
                    <a:pt x="8" y="0"/>
                    <a:pt x="21" y="5"/>
                    <a:pt x="31" y="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5" name="Freeform 570">
              <a:extLst>
                <a:ext uri="{FF2B5EF4-FFF2-40B4-BE49-F238E27FC236}">
                  <a16:creationId xmlns:a16="http://schemas.microsoft.com/office/drawing/2014/main" id="{7CFA1294-1243-4253-9762-4B04B1A30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077"/>
              <a:ext cx="80" cy="66"/>
            </a:xfrm>
            <a:custGeom>
              <a:avLst/>
              <a:gdLst>
                <a:gd name="T0" fmla="*/ 692 w 45"/>
                <a:gd name="T1" fmla="*/ 182 h 37"/>
                <a:gd name="T2" fmla="*/ 338 w 45"/>
                <a:gd name="T3" fmla="*/ 0 h 37"/>
                <a:gd name="T4" fmla="*/ 114 w 45"/>
                <a:gd name="T5" fmla="*/ 166 h 37"/>
                <a:gd name="T6" fmla="*/ 50 w 45"/>
                <a:gd name="T7" fmla="*/ 414 h 37"/>
                <a:gd name="T8" fmla="*/ 50 w 45"/>
                <a:gd name="T9" fmla="*/ 580 h 37"/>
                <a:gd name="T10" fmla="*/ 476 w 45"/>
                <a:gd name="T11" fmla="*/ 669 h 37"/>
                <a:gd name="T12" fmla="*/ 747 w 45"/>
                <a:gd name="T13" fmla="*/ 34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7">
                  <a:moveTo>
                    <a:pt x="39" y="10"/>
                  </a:moveTo>
                  <a:cubicBezTo>
                    <a:pt x="32" y="7"/>
                    <a:pt x="27" y="0"/>
                    <a:pt x="19" y="0"/>
                  </a:cubicBezTo>
                  <a:cubicBezTo>
                    <a:pt x="14" y="1"/>
                    <a:pt x="9" y="5"/>
                    <a:pt x="6" y="9"/>
                  </a:cubicBezTo>
                  <a:cubicBezTo>
                    <a:pt x="2" y="13"/>
                    <a:pt x="3" y="17"/>
                    <a:pt x="3" y="23"/>
                  </a:cubicBezTo>
                  <a:cubicBezTo>
                    <a:pt x="3" y="25"/>
                    <a:pt x="0" y="30"/>
                    <a:pt x="3" y="32"/>
                  </a:cubicBezTo>
                  <a:cubicBezTo>
                    <a:pt x="4" y="33"/>
                    <a:pt x="24" y="37"/>
                    <a:pt x="27" y="37"/>
                  </a:cubicBezTo>
                  <a:cubicBezTo>
                    <a:pt x="33" y="36"/>
                    <a:pt x="45" y="25"/>
                    <a:pt x="42" y="1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6" name="Freeform 571">
              <a:extLst>
                <a:ext uri="{FF2B5EF4-FFF2-40B4-BE49-F238E27FC236}">
                  <a16:creationId xmlns:a16="http://schemas.microsoft.com/office/drawing/2014/main" id="{14F54190-ECB9-4905-91C9-308919258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3127"/>
              <a:ext cx="72" cy="53"/>
            </a:xfrm>
            <a:custGeom>
              <a:avLst/>
              <a:gdLst>
                <a:gd name="T0" fmla="*/ 530 w 41"/>
                <a:gd name="T1" fmla="*/ 0 h 30"/>
                <a:gd name="T2" fmla="*/ 616 w 41"/>
                <a:gd name="T3" fmla="*/ 314 h 30"/>
                <a:gd name="T4" fmla="*/ 265 w 41"/>
                <a:gd name="T5" fmla="*/ 496 h 30"/>
                <a:gd name="T6" fmla="*/ 0 w 41"/>
                <a:gd name="T7" fmla="*/ 15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0">
                  <a:moveTo>
                    <a:pt x="32" y="0"/>
                  </a:moveTo>
                  <a:cubicBezTo>
                    <a:pt x="36" y="6"/>
                    <a:pt x="41" y="12"/>
                    <a:pt x="37" y="18"/>
                  </a:cubicBezTo>
                  <a:cubicBezTo>
                    <a:pt x="34" y="23"/>
                    <a:pt x="24" y="30"/>
                    <a:pt x="16" y="29"/>
                  </a:cubicBezTo>
                  <a:cubicBezTo>
                    <a:pt x="7" y="29"/>
                    <a:pt x="3" y="16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7" name="Freeform 572">
              <a:extLst>
                <a:ext uri="{FF2B5EF4-FFF2-40B4-BE49-F238E27FC236}">
                  <a16:creationId xmlns:a16="http://schemas.microsoft.com/office/drawing/2014/main" id="{A503D0F3-7615-496A-A722-58639FC42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171"/>
              <a:ext cx="57" cy="19"/>
            </a:xfrm>
            <a:custGeom>
              <a:avLst/>
              <a:gdLst>
                <a:gd name="T0" fmla="*/ 577 w 32"/>
                <a:gd name="T1" fmla="*/ 0 h 11"/>
                <a:gd name="T2" fmla="*/ 232 w 32"/>
                <a:gd name="T3" fmla="*/ 123 h 11"/>
                <a:gd name="T4" fmla="*/ 0 w 3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8" y="5"/>
                    <a:pt x="19" y="11"/>
                    <a:pt x="13" y="8"/>
                  </a:cubicBezTo>
                  <a:cubicBezTo>
                    <a:pt x="9" y="7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8" name="Freeform 573">
              <a:extLst>
                <a:ext uri="{FF2B5EF4-FFF2-40B4-BE49-F238E27FC236}">
                  <a16:creationId xmlns:a16="http://schemas.microsoft.com/office/drawing/2014/main" id="{3B770748-4808-4376-B9F6-6945D7A7E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190"/>
              <a:ext cx="37" cy="44"/>
            </a:xfrm>
            <a:custGeom>
              <a:avLst/>
              <a:gdLst>
                <a:gd name="T0" fmla="*/ 252 w 21"/>
                <a:gd name="T1" fmla="*/ 0 h 25"/>
                <a:gd name="T2" fmla="*/ 252 w 21"/>
                <a:gd name="T3" fmla="*/ 306 h 25"/>
                <a:gd name="T4" fmla="*/ 0 w 21"/>
                <a:gd name="T5" fmla="*/ 4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15" y="0"/>
                  </a:moveTo>
                  <a:cubicBezTo>
                    <a:pt x="19" y="8"/>
                    <a:pt x="21" y="12"/>
                    <a:pt x="15" y="18"/>
                  </a:cubicBezTo>
                  <a:cubicBezTo>
                    <a:pt x="10" y="22"/>
                    <a:pt x="6" y="25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9" name="Freeform 574">
              <a:extLst>
                <a:ext uri="{FF2B5EF4-FFF2-40B4-BE49-F238E27FC236}">
                  <a16:creationId xmlns:a16="http://schemas.microsoft.com/office/drawing/2014/main" id="{E630ED0F-49EA-44FA-820F-7FC6FA39A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155"/>
              <a:ext cx="54" cy="21"/>
            </a:xfrm>
            <a:custGeom>
              <a:avLst/>
              <a:gdLst>
                <a:gd name="T0" fmla="*/ 0 w 31"/>
                <a:gd name="T1" fmla="*/ 37 h 12"/>
                <a:gd name="T2" fmla="*/ 498 w 3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2">
                  <a:moveTo>
                    <a:pt x="0" y="2"/>
                  </a:moveTo>
                  <a:cubicBezTo>
                    <a:pt x="9" y="12"/>
                    <a:pt x="24" y="9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0" name="Freeform 575">
              <a:extLst>
                <a:ext uri="{FF2B5EF4-FFF2-40B4-BE49-F238E27FC236}">
                  <a16:creationId xmlns:a16="http://schemas.microsoft.com/office/drawing/2014/main" id="{FA8543F7-4E57-42A2-B32E-A7DB7F5F2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171"/>
              <a:ext cx="72" cy="47"/>
            </a:xfrm>
            <a:custGeom>
              <a:avLst/>
              <a:gdLst>
                <a:gd name="T0" fmla="*/ 601 w 41"/>
                <a:gd name="T1" fmla="*/ 0 h 27"/>
                <a:gd name="T2" fmla="*/ 601 w 41"/>
                <a:gd name="T3" fmla="*/ 348 h 27"/>
                <a:gd name="T4" fmla="*/ 249 w 41"/>
                <a:gd name="T5" fmla="*/ 413 h 27"/>
                <a:gd name="T6" fmla="*/ 21 w 41"/>
                <a:gd name="T7" fmla="*/ 8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7">
                  <a:moveTo>
                    <a:pt x="36" y="0"/>
                  </a:moveTo>
                  <a:cubicBezTo>
                    <a:pt x="35" y="6"/>
                    <a:pt x="41" y="17"/>
                    <a:pt x="36" y="22"/>
                  </a:cubicBezTo>
                  <a:cubicBezTo>
                    <a:pt x="34" y="24"/>
                    <a:pt x="18" y="27"/>
                    <a:pt x="15" y="26"/>
                  </a:cubicBezTo>
                  <a:cubicBezTo>
                    <a:pt x="7" y="24"/>
                    <a:pt x="0" y="9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1" name="Freeform 576">
              <a:extLst>
                <a:ext uri="{FF2B5EF4-FFF2-40B4-BE49-F238E27FC236}">
                  <a16:creationId xmlns:a16="http://schemas.microsoft.com/office/drawing/2014/main" id="{DD660480-6803-4CA5-8A02-1F636E720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208"/>
              <a:ext cx="58" cy="30"/>
            </a:xfrm>
            <a:custGeom>
              <a:avLst/>
              <a:gdLst>
                <a:gd name="T0" fmla="*/ 554 w 33"/>
                <a:gd name="T1" fmla="*/ 0 h 17"/>
                <a:gd name="T2" fmla="*/ 172 w 33"/>
                <a:gd name="T3" fmla="*/ 203 h 17"/>
                <a:gd name="T4" fmla="*/ 0 w 33"/>
                <a:gd name="T5" fmla="*/ 6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7">
                  <a:moveTo>
                    <a:pt x="33" y="0"/>
                  </a:moveTo>
                  <a:cubicBezTo>
                    <a:pt x="30" y="8"/>
                    <a:pt x="19" y="17"/>
                    <a:pt x="10" y="12"/>
                  </a:cubicBezTo>
                  <a:cubicBezTo>
                    <a:pt x="7" y="10"/>
                    <a:pt x="1" y="6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2" name="Freeform 577">
              <a:extLst>
                <a:ext uri="{FF2B5EF4-FFF2-40B4-BE49-F238E27FC236}">
                  <a16:creationId xmlns:a16="http://schemas.microsoft.com/office/drawing/2014/main" id="{9DC17566-C966-4327-9CB9-0823A85D9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210"/>
              <a:ext cx="44" cy="15"/>
            </a:xfrm>
            <a:custGeom>
              <a:avLst/>
              <a:gdLst>
                <a:gd name="T0" fmla="*/ 0 w 25"/>
                <a:gd name="T1" fmla="*/ 0 h 9"/>
                <a:gd name="T2" fmla="*/ 421 w 25"/>
                <a:gd name="T3" fmla="*/ 9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0"/>
                  </a:moveTo>
                  <a:cubicBezTo>
                    <a:pt x="7" y="3"/>
                    <a:pt x="19" y="9"/>
                    <a:pt x="25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3" name="Freeform 578">
              <a:extLst>
                <a:ext uri="{FF2B5EF4-FFF2-40B4-BE49-F238E27FC236}">
                  <a16:creationId xmlns:a16="http://schemas.microsoft.com/office/drawing/2014/main" id="{F8BB6183-A2AB-4CDF-82EA-EE662A275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218"/>
              <a:ext cx="59" cy="37"/>
            </a:xfrm>
            <a:custGeom>
              <a:avLst/>
              <a:gdLst>
                <a:gd name="T0" fmla="*/ 601 w 33"/>
                <a:gd name="T1" fmla="*/ 37 h 21"/>
                <a:gd name="T2" fmla="*/ 218 w 33"/>
                <a:gd name="T3" fmla="*/ 289 h 21"/>
                <a:gd name="T4" fmla="*/ 41 w 3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1">
                  <a:moveTo>
                    <a:pt x="33" y="2"/>
                  </a:moveTo>
                  <a:cubicBezTo>
                    <a:pt x="29" y="11"/>
                    <a:pt x="25" y="21"/>
                    <a:pt x="12" y="17"/>
                  </a:cubicBezTo>
                  <a:cubicBezTo>
                    <a:pt x="0" y="13"/>
                    <a:pt x="4" y="7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4" name="Freeform 579">
              <a:extLst>
                <a:ext uri="{FF2B5EF4-FFF2-40B4-BE49-F238E27FC236}">
                  <a16:creationId xmlns:a16="http://schemas.microsoft.com/office/drawing/2014/main" id="{F5F2C2CB-2914-488E-9881-9792A1648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3233"/>
              <a:ext cx="58" cy="40"/>
            </a:xfrm>
            <a:custGeom>
              <a:avLst/>
              <a:gdLst>
                <a:gd name="T0" fmla="*/ 554 w 33"/>
                <a:gd name="T1" fmla="*/ 90 h 23"/>
                <a:gd name="T2" fmla="*/ 135 w 33"/>
                <a:gd name="T3" fmla="*/ 212 h 23"/>
                <a:gd name="T4" fmla="*/ 0 w 3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33" y="6"/>
                  </a:moveTo>
                  <a:cubicBezTo>
                    <a:pt x="28" y="18"/>
                    <a:pt x="23" y="23"/>
                    <a:pt x="8" y="13"/>
                  </a:cubicBezTo>
                  <a:cubicBezTo>
                    <a:pt x="4" y="10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5" name="Freeform 580">
              <a:extLst>
                <a:ext uri="{FF2B5EF4-FFF2-40B4-BE49-F238E27FC236}">
                  <a16:creationId xmlns:a16="http://schemas.microsoft.com/office/drawing/2014/main" id="{5A832825-488B-4D8D-A95B-CC5C4FB71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50"/>
              <a:ext cx="30" cy="16"/>
            </a:xfrm>
            <a:custGeom>
              <a:avLst/>
              <a:gdLst>
                <a:gd name="T0" fmla="*/ 0 w 17"/>
                <a:gd name="T1" fmla="*/ 0 h 9"/>
                <a:gd name="T2" fmla="*/ 293 w 17"/>
                <a:gd name="T3" fmla="*/ 15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7" y="3"/>
                    <a:pt x="9" y="8"/>
                    <a:pt x="17" y="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6" name="Freeform 581">
              <a:extLst>
                <a:ext uri="{FF2B5EF4-FFF2-40B4-BE49-F238E27FC236}">
                  <a16:creationId xmlns:a16="http://schemas.microsoft.com/office/drawing/2014/main" id="{9AFF0131-D026-45C5-93E0-E4B8F5DA7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262"/>
              <a:ext cx="65" cy="30"/>
            </a:xfrm>
            <a:custGeom>
              <a:avLst/>
              <a:gdLst>
                <a:gd name="T0" fmla="*/ 617 w 37"/>
                <a:gd name="T1" fmla="*/ 37 h 17"/>
                <a:gd name="T2" fmla="*/ 416 w 37"/>
                <a:gd name="T3" fmla="*/ 268 h 17"/>
                <a:gd name="T4" fmla="*/ 151 w 37"/>
                <a:gd name="T5" fmla="*/ 224 h 17"/>
                <a:gd name="T6" fmla="*/ 49 w 37"/>
                <a:gd name="T7" fmla="*/ 138 h 17"/>
                <a:gd name="T8" fmla="*/ 0 w 37"/>
                <a:gd name="T9" fmla="*/ 3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7">
                  <a:moveTo>
                    <a:pt x="37" y="2"/>
                  </a:moveTo>
                  <a:cubicBezTo>
                    <a:pt x="35" y="5"/>
                    <a:pt x="29" y="15"/>
                    <a:pt x="25" y="16"/>
                  </a:cubicBezTo>
                  <a:cubicBezTo>
                    <a:pt x="22" y="17"/>
                    <a:pt x="13" y="14"/>
                    <a:pt x="9" y="13"/>
                  </a:cubicBezTo>
                  <a:cubicBezTo>
                    <a:pt x="3" y="11"/>
                    <a:pt x="6" y="12"/>
                    <a:pt x="3" y="8"/>
                  </a:cubicBezTo>
                  <a:cubicBezTo>
                    <a:pt x="2" y="6"/>
                    <a:pt x="0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7" name="Freeform 582">
              <a:extLst>
                <a:ext uri="{FF2B5EF4-FFF2-40B4-BE49-F238E27FC236}">
                  <a16:creationId xmlns:a16="http://schemas.microsoft.com/office/drawing/2014/main" id="{4792609B-120B-4894-AB64-57BA499C4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3292"/>
              <a:ext cx="19" cy="41"/>
            </a:xfrm>
            <a:custGeom>
              <a:avLst/>
              <a:gdLst>
                <a:gd name="T0" fmla="*/ 0 w 11"/>
                <a:gd name="T1" fmla="*/ 0 h 23"/>
                <a:gd name="T2" fmla="*/ 169 w 11"/>
                <a:gd name="T3" fmla="*/ 41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1" y="7"/>
                    <a:pt x="5" y="18"/>
                    <a:pt x="11" y="2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8" name="Freeform 583">
              <a:extLst>
                <a:ext uri="{FF2B5EF4-FFF2-40B4-BE49-F238E27FC236}">
                  <a16:creationId xmlns:a16="http://schemas.microsoft.com/office/drawing/2014/main" id="{F8D53FC7-20A2-4E42-8C52-CA27A9108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285"/>
              <a:ext cx="33" cy="30"/>
            </a:xfrm>
            <a:custGeom>
              <a:avLst/>
              <a:gdLst>
                <a:gd name="T0" fmla="*/ 299 w 19"/>
                <a:gd name="T1" fmla="*/ 0 h 17"/>
                <a:gd name="T2" fmla="*/ 0 w 19"/>
                <a:gd name="T3" fmla="*/ 29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19" y="0"/>
                  </a:moveTo>
                  <a:cubicBezTo>
                    <a:pt x="18" y="8"/>
                    <a:pt x="8" y="14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9" name="Freeform 584">
              <a:extLst>
                <a:ext uri="{FF2B5EF4-FFF2-40B4-BE49-F238E27FC236}">
                  <a16:creationId xmlns:a16="http://schemas.microsoft.com/office/drawing/2014/main" id="{AA70205F-5BBE-4361-ADCE-FD9C1B6C4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321"/>
              <a:ext cx="58" cy="21"/>
            </a:xfrm>
            <a:custGeom>
              <a:avLst/>
              <a:gdLst>
                <a:gd name="T0" fmla="*/ 554 w 33"/>
                <a:gd name="T1" fmla="*/ 0 h 12"/>
                <a:gd name="T2" fmla="*/ 250 w 33"/>
                <a:gd name="T3" fmla="*/ 172 h 12"/>
                <a:gd name="T4" fmla="*/ 0 w 33"/>
                <a:gd name="T5" fmla="*/ 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9" y="6"/>
                    <a:pt x="24" y="12"/>
                    <a:pt x="15" y="10"/>
                  </a:cubicBezTo>
                  <a:cubicBezTo>
                    <a:pt x="10" y="9"/>
                    <a:pt x="5" y="5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0" name="Freeform 585">
              <a:extLst>
                <a:ext uri="{FF2B5EF4-FFF2-40B4-BE49-F238E27FC236}">
                  <a16:creationId xmlns:a16="http://schemas.microsoft.com/office/drawing/2014/main" id="{105C899E-0460-4975-94C0-440ED53B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338"/>
              <a:ext cx="29" cy="16"/>
            </a:xfrm>
            <a:custGeom>
              <a:avLst/>
              <a:gdLst>
                <a:gd name="T0" fmla="*/ 315 w 16"/>
                <a:gd name="T1" fmla="*/ 0 h 9"/>
                <a:gd name="T2" fmla="*/ 0 w 16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16" y="0"/>
                  </a:moveTo>
                  <a:cubicBezTo>
                    <a:pt x="12" y="2"/>
                    <a:pt x="5" y="9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1" name="Freeform 586">
              <a:extLst>
                <a:ext uri="{FF2B5EF4-FFF2-40B4-BE49-F238E27FC236}">
                  <a16:creationId xmlns:a16="http://schemas.microsoft.com/office/drawing/2014/main" id="{7B7086D6-4C60-47B3-91BD-F4B2DB86D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347"/>
              <a:ext cx="36" cy="53"/>
            </a:xfrm>
            <a:custGeom>
              <a:avLst/>
              <a:gdLst>
                <a:gd name="T0" fmla="*/ 146 w 20"/>
                <a:gd name="T1" fmla="*/ 0 h 30"/>
                <a:gd name="T2" fmla="*/ 380 w 20"/>
                <a:gd name="T3" fmla="*/ 244 h 30"/>
                <a:gd name="T4" fmla="*/ 239 w 20"/>
                <a:gd name="T5" fmla="*/ 408 h 30"/>
                <a:gd name="T6" fmla="*/ 0 w 20"/>
                <a:gd name="T7" fmla="*/ 51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0">
                  <a:moveTo>
                    <a:pt x="8" y="0"/>
                  </a:moveTo>
                  <a:cubicBezTo>
                    <a:pt x="11" y="3"/>
                    <a:pt x="19" y="10"/>
                    <a:pt x="20" y="14"/>
                  </a:cubicBezTo>
                  <a:cubicBezTo>
                    <a:pt x="20" y="17"/>
                    <a:pt x="15" y="22"/>
                    <a:pt x="13" y="24"/>
                  </a:cubicBezTo>
                  <a:cubicBezTo>
                    <a:pt x="10" y="29"/>
                    <a:pt x="8" y="30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2" name="Freeform 587">
              <a:extLst>
                <a:ext uri="{FF2B5EF4-FFF2-40B4-BE49-F238E27FC236}">
                  <a16:creationId xmlns:a16="http://schemas.microsoft.com/office/drawing/2014/main" id="{F8C8BCCE-00AB-40BE-A0B7-9EC1FF960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372"/>
              <a:ext cx="23" cy="10"/>
            </a:xfrm>
            <a:custGeom>
              <a:avLst/>
              <a:gdLst>
                <a:gd name="T0" fmla="*/ 0 w 13"/>
                <a:gd name="T1" fmla="*/ 0 h 6"/>
                <a:gd name="T2" fmla="*/ 228 w 13"/>
                <a:gd name="T3" fmla="*/ 7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5" y="0"/>
                    <a:pt x="10" y="3"/>
                    <a:pt x="13" y="6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3" name="Freeform 588">
              <a:extLst>
                <a:ext uri="{FF2B5EF4-FFF2-40B4-BE49-F238E27FC236}">
                  <a16:creationId xmlns:a16="http://schemas.microsoft.com/office/drawing/2014/main" id="{9263D835-42AF-400C-928C-153EFBD6B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3402"/>
              <a:ext cx="9" cy="10"/>
            </a:xfrm>
            <a:custGeom>
              <a:avLst/>
              <a:gdLst>
                <a:gd name="T0" fmla="*/ 94 w 5"/>
                <a:gd name="T1" fmla="*/ 78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4" name="Freeform 589">
              <a:extLst>
                <a:ext uri="{FF2B5EF4-FFF2-40B4-BE49-F238E27FC236}">
                  <a16:creationId xmlns:a16="http://schemas.microsoft.com/office/drawing/2014/main" id="{3F3F47E8-8F65-42CE-92D8-39E146376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344"/>
              <a:ext cx="32" cy="33"/>
            </a:xfrm>
            <a:custGeom>
              <a:avLst/>
              <a:gdLst>
                <a:gd name="T0" fmla="*/ 89 w 18"/>
                <a:gd name="T1" fmla="*/ 0 h 19"/>
                <a:gd name="T2" fmla="*/ 320 w 18"/>
                <a:gd name="T3" fmla="*/ 2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5" y="0"/>
                  </a:moveTo>
                  <a:cubicBezTo>
                    <a:pt x="0" y="11"/>
                    <a:pt x="4" y="16"/>
                    <a:pt x="18" y="1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5" name="Freeform 590">
              <a:extLst>
                <a:ext uri="{FF2B5EF4-FFF2-40B4-BE49-F238E27FC236}">
                  <a16:creationId xmlns:a16="http://schemas.microsoft.com/office/drawing/2014/main" id="{DE21B91C-8549-468B-91F8-A18ABEEB0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363"/>
              <a:ext cx="27" cy="7"/>
            </a:xfrm>
            <a:custGeom>
              <a:avLst/>
              <a:gdLst>
                <a:gd name="T0" fmla="*/ 284 w 15"/>
                <a:gd name="T1" fmla="*/ 0 h 4"/>
                <a:gd name="T2" fmla="*/ 0 w 15"/>
                <a:gd name="T3" fmla="*/ 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0" y="3"/>
                    <a:pt x="5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6" name="Freeform 591">
              <a:extLst>
                <a:ext uri="{FF2B5EF4-FFF2-40B4-BE49-F238E27FC236}">
                  <a16:creationId xmlns:a16="http://schemas.microsoft.com/office/drawing/2014/main" id="{03BD1975-78CC-4E52-9CB4-C40D1043A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3024"/>
              <a:ext cx="60" cy="50"/>
            </a:xfrm>
            <a:custGeom>
              <a:avLst/>
              <a:gdLst>
                <a:gd name="T0" fmla="*/ 582 w 34"/>
                <a:gd name="T1" fmla="*/ 296 h 28"/>
                <a:gd name="T2" fmla="*/ 268 w 34"/>
                <a:gd name="T3" fmla="*/ 23 h 28"/>
                <a:gd name="T4" fmla="*/ 49 w 34"/>
                <a:gd name="T5" fmla="*/ 166 h 28"/>
                <a:gd name="T6" fmla="*/ 49 w 34"/>
                <a:gd name="T7" fmla="*/ 50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8">
                  <a:moveTo>
                    <a:pt x="34" y="16"/>
                  </a:moveTo>
                  <a:cubicBezTo>
                    <a:pt x="32" y="13"/>
                    <a:pt x="22" y="0"/>
                    <a:pt x="16" y="1"/>
                  </a:cubicBezTo>
                  <a:cubicBezTo>
                    <a:pt x="14" y="1"/>
                    <a:pt x="4" y="7"/>
                    <a:pt x="3" y="9"/>
                  </a:cubicBezTo>
                  <a:cubicBezTo>
                    <a:pt x="0" y="13"/>
                    <a:pt x="0" y="25"/>
                    <a:pt x="3" y="2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7" name="Freeform 592">
              <a:extLst>
                <a:ext uri="{FF2B5EF4-FFF2-40B4-BE49-F238E27FC236}">
                  <a16:creationId xmlns:a16="http://schemas.microsoft.com/office/drawing/2014/main" id="{FF488931-30D5-45BC-A8A5-3CBD4E3C2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3028"/>
              <a:ext cx="49" cy="49"/>
            </a:xfrm>
            <a:custGeom>
              <a:avLst/>
              <a:gdLst>
                <a:gd name="T0" fmla="*/ 462 w 28"/>
                <a:gd name="T1" fmla="*/ 151 h 28"/>
                <a:gd name="T2" fmla="*/ 21 w 28"/>
                <a:gd name="T3" fmla="*/ 179 h 28"/>
                <a:gd name="T4" fmla="*/ 37 w 28"/>
                <a:gd name="T5" fmla="*/ 46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">
                  <a:moveTo>
                    <a:pt x="28" y="9"/>
                  </a:moveTo>
                  <a:cubicBezTo>
                    <a:pt x="18" y="3"/>
                    <a:pt x="4" y="0"/>
                    <a:pt x="1" y="11"/>
                  </a:cubicBezTo>
                  <a:cubicBezTo>
                    <a:pt x="0" y="15"/>
                    <a:pt x="0" y="25"/>
                    <a:pt x="2" y="2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8" name="Freeform 593">
              <a:extLst>
                <a:ext uri="{FF2B5EF4-FFF2-40B4-BE49-F238E27FC236}">
                  <a16:creationId xmlns:a16="http://schemas.microsoft.com/office/drawing/2014/main" id="{67047413-CD51-44C5-9B75-86178DA5A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019"/>
              <a:ext cx="24" cy="21"/>
            </a:xfrm>
            <a:custGeom>
              <a:avLst/>
              <a:gdLst>
                <a:gd name="T0" fmla="*/ 206 w 14"/>
                <a:gd name="T1" fmla="*/ 200 h 12"/>
                <a:gd name="T2" fmla="*/ 0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4" y="12"/>
                  </a:moveTo>
                  <a:cubicBezTo>
                    <a:pt x="11" y="7"/>
                    <a:pt x="5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9" name="Freeform 594">
              <a:extLst>
                <a:ext uri="{FF2B5EF4-FFF2-40B4-BE49-F238E27FC236}">
                  <a16:creationId xmlns:a16="http://schemas.microsoft.com/office/drawing/2014/main" id="{7953034C-EA54-4FAA-865E-25F53A44B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996"/>
              <a:ext cx="43" cy="28"/>
            </a:xfrm>
            <a:custGeom>
              <a:avLst/>
              <a:gdLst>
                <a:gd name="T0" fmla="*/ 443 w 24"/>
                <a:gd name="T1" fmla="*/ 114 h 16"/>
                <a:gd name="T2" fmla="*/ 167 w 24"/>
                <a:gd name="T3" fmla="*/ 21 h 16"/>
                <a:gd name="T4" fmla="*/ 0 w 24"/>
                <a:gd name="T5" fmla="*/ 200 h 16"/>
                <a:gd name="T6" fmla="*/ 93 w 24"/>
                <a:gd name="T7" fmla="*/ 26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24" y="7"/>
                  </a:moveTo>
                  <a:cubicBezTo>
                    <a:pt x="19" y="5"/>
                    <a:pt x="14" y="0"/>
                    <a:pt x="9" y="1"/>
                  </a:cubicBezTo>
                  <a:cubicBezTo>
                    <a:pt x="5" y="2"/>
                    <a:pt x="1" y="10"/>
                    <a:pt x="0" y="12"/>
                  </a:cubicBezTo>
                  <a:cubicBezTo>
                    <a:pt x="2" y="13"/>
                    <a:pt x="5" y="16"/>
                    <a:pt x="5" y="16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0" name="Freeform 595">
              <a:extLst>
                <a:ext uri="{FF2B5EF4-FFF2-40B4-BE49-F238E27FC236}">
                  <a16:creationId xmlns:a16="http://schemas.microsoft.com/office/drawing/2014/main" id="{F9EFC8D1-CF6A-4935-9B15-4D5D51478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987"/>
              <a:ext cx="54" cy="46"/>
            </a:xfrm>
            <a:custGeom>
              <a:avLst/>
              <a:gdLst>
                <a:gd name="T0" fmla="*/ 498 w 31"/>
                <a:gd name="T1" fmla="*/ 333 h 26"/>
                <a:gd name="T2" fmla="*/ 413 w 31"/>
                <a:gd name="T3" fmla="*/ 50 h 26"/>
                <a:gd name="T4" fmla="*/ 91 w 31"/>
                <a:gd name="T5" fmla="*/ 37 h 26"/>
                <a:gd name="T6" fmla="*/ 0 w 31"/>
                <a:gd name="T7" fmla="*/ 294 h 26"/>
                <a:gd name="T8" fmla="*/ 64 w 31"/>
                <a:gd name="T9" fmla="*/ 44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6">
                  <a:moveTo>
                    <a:pt x="31" y="19"/>
                  </a:moveTo>
                  <a:cubicBezTo>
                    <a:pt x="29" y="14"/>
                    <a:pt x="31" y="7"/>
                    <a:pt x="26" y="3"/>
                  </a:cubicBezTo>
                  <a:cubicBezTo>
                    <a:pt x="22" y="1"/>
                    <a:pt x="9" y="0"/>
                    <a:pt x="6" y="2"/>
                  </a:cubicBezTo>
                  <a:cubicBezTo>
                    <a:pt x="2" y="5"/>
                    <a:pt x="0" y="14"/>
                    <a:pt x="0" y="17"/>
                  </a:cubicBezTo>
                  <a:cubicBezTo>
                    <a:pt x="0" y="20"/>
                    <a:pt x="3" y="26"/>
                    <a:pt x="4" y="26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1" name="Freeform 596">
              <a:extLst>
                <a:ext uri="{FF2B5EF4-FFF2-40B4-BE49-F238E27FC236}">
                  <a16:creationId xmlns:a16="http://schemas.microsoft.com/office/drawing/2014/main" id="{308782F1-E5D5-4734-B038-D400B1E4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366"/>
              <a:ext cx="47" cy="55"/>
            </a:xfrm>
            <a:custGeom>
              <a:avLst/>
              <a:gdLst>
                <a:gd name="T0" fmla="*/ 433 w 27"/>
                <a:gd name="T1" fmla="*/ 410 h 31"/>
                <a:gd name="T2" fmla="*/ 348 w 27"/>
                <a:gd name="T3" fmla="*/ 548 h 31"/>
                <a:gd name="T4" fmla="*/ 0 w 27"/>
                <a:gd name="T5" fmla="*/ 231 h 31"/>
                <a:gd name="T6" fmla="*/ 28 w 27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1">
                  <a:moveTo>
                    <a:pt x="27" y="23"/>
                  </a:moveTo>
                  <a:cubicBezTo>
                    <a:pt x="27" y="24"/>
                    <a:pt x="23" y="30"/>
                    <a:pt x="22" y="31"/>
                  </a:cubicBezTo>
                  <a:cubicBezTo>
                    <a:pt x="7" y="27"/>
                    <a:pt x="2" y="27"/>
                    <a:pt x="0" y="1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2" name="Freeform 597">
              <a:extLst>
                <a:ext uri="{FF2B5EF4-FFF2-40B4-BE49-F238E27FC236}">
                  <a16:creationId xmlns:a16="http://schemas.microsoft.com/office/drawing/2014/main" id="{6D9D9C54-D720-4BE7-98B8-BFA150841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396"/>
              <a:ext cx="48" cy="21"/>
            </a:xfrm>
            <a:custGeom>
              <a:avLst/>
              <a:gdLst>
                <a:gd name="T0" fmla="*/ 476 w 27"/>
                <a:gd name="T1" fmla="*/ 86 h 12"/>
                <a:gd name="T2" fmla="*/ 66 w 27"/>
                <a:gd name="T3" fmla="*/ 151 h 12"/>
                <a:gd name="T4" fmla="*/ 0 w 2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">
                  <a:moveTo>
                    <a:pt x="27" y="5"/>
                  </a:moveTo>
                  <a:cubicBezTo>
                    <a:pt x="23" y="6"/>
                    <a:pt x="8" y="12"/>
                    <a:pt x="4" y="9"/>
                  </a:cubicBezTo>
                  <a:cubicBezTo>
                    <a:pt x="1" y="8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3" name="Freeform 598">
              <a:extLst>
                <a:ext uri="{FF2B5EF4-FFF2-40B4-BE49-F238E27FC236}">
                  <a16:creationId xmlns:a16="http://schemas.microsoft.com/office/drawing/2014/main" id="{5ED43CF6-6175-4FCF-A562-DAE8C5CDB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416"/>
              <a:ext cx="16" cy="14"/>
            </a:xfrm>
            <a:custGeom>
              <a:avLst/>
              <a:gdLst>
                <a:gd name="T0" fmla="*/ 158 w 9"/>
                <a:gd name="T1" fmla="*/ 0 h 8"/>
                <a:gd name="T2" fmla="*/ 0 w 9"/>
                <a:gd name="T3" fmla="*/ 13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7" y="3"/>
                    <a:pt x="3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4" name="Freeform 599">
              <a:extLst>
                <a:ext uri="{FF2B5EF4-FFF2-40B4-BE49-F238E27FC236}">
                  <a16:creationId xmlns:a16="http://schemas.microsoft.com/office/drawing/2014/main" id="{1AD719F3-4A41-46D8-8FEE-2B3BEEC8B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419"/>
              <a:ext cx="35" cy="46"/>
            </a:xfrm>
            <a:custGeom>
              <a:avLst/>
              <a:gdLst>
                <a:gd name="T0" fmla="*/ 327 w 20"/>
                <a:gd name="T1" fmla="*/ 432 h 26"/>
                <a:gd name="T2" fmla="*/ 21 w 20"/>
                <a:gd name="T3" fmla="*/ 203 h 26"/>
                <a:gd name="T4" fmla="*/ 135 w 2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20" y="25"/>
                  </a:moveTo>
                  <a:cubicBezTo>
                    <a:pt x="7" y="26"/>
                    <a:pt x="3" y="23"/>
                    <a:pt x="1" y="12"/>
                  </a:cubicBezTo>
                  <a:cubicBezTo>
                    <a:pt x="0" y="6"/>
                    <a:pt x="2" y="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5" name="Freeform 600">
              <a:extLst>
                <a:ext uri="{FF2B5EF4-FFF2-40B4-BE49-F238E27FC236}">
                  <a16:creationId xmlns:a16="http://schemas.microsoft.com/office/drawing/2014/main" id="{7461F9E6-7B94-4D14-893A-E8B08C2C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424"/>
              <a:ext cx="51" cy="30"/>
            </a:xfrm>
            <a:custGeom>
              <a:avLst/>
              <a:gdLst>
                <a:gd name="T0" fmla="*/ 489 w 29"/>
                <a:gd name="T1" fmla="*/ 115 h 17"/>
                <a:gd name="T2" fmla="*/ 135 w 29"/>
                <a:gd name="T3" fmla="*/ 175 h 17"/>
                <a:gd name="T4" fmla="*/ 0 w 2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29" y="7"/>
                  </a:moveTo>
                  <a:cubicBezTo>
                    <a:pt x="21" y="13"/>
                    <a:pt x="18" y="17"/>
                    <a:pt x="8" y="10"/>
                  </a:cubicBezTo>
                  <a:cubicBezTo>
                    <a:pt x="4" y="7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6" name="Freeform 601">
              <a:extLst>
                <a:ext uri="{FF2B5EF4-FFF2-40B4-BE49-F238E27FC236}">
                  <a16:creationId xmlns:a16="http://schemas.microsoft.com/office/drawing/2014/main" id="{8BEF5DB2-1CE5-481D-A5CA-266A819A2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437"/>
              <a:ext cx="24" cy="35"/>
            </a:xfrm>
            <a:custGeom>
              <a:avLst/>
              <a:gdLst>
                <a:gd name="T0" fmla="*/ 132 w 14"/>
                <a:gd name="T1" fmla="*/ 0 h 20"/>
                <a:gd name="T2" fmla="*/ 15 w 14"/>
                <a:gd name="T3" fmla="*/ 327 h 20"/>
                <a:gd name="T4" fmla="*/ 0 w 14"/>
                <a:gd name="T5" fmla="*/ 3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9" y="0"/>
                  </a:moveTo>
                  <a:cubicBezTo>
                    <a:pt x="14" y="12"/>
                    <a:pt x="12" y="13"/>
                    <a:pt x="1" y="20"/>
                  </a:cubicBezTo>
                  <a:cubicBezTo>
                    <a:pt x="1" y="20"/>
                    <a:pt x="0" y="19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7" name="Freeform 602">
              <a:extLst>
                <a:ext uri="{FF2B5EF4-FFF2-40B4-BE49-F238E27FC236}">
                  <a16:creationId xmlns:a16="http://schemas.microsoft.com/office/drawing/2014/main" id="{69AAF13A-FC85-4845-B6F9-F524016F6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451"/>
              <a:ext cx="46" cy="33"/>
            </a:xfrm>
            <a:custGeom>
              <a:avLst/>
              <a:gdLst>
                <a:gd name="T0" fmla="*/ 448 w 26"/>
                <a:gd name="T1" fmla="*/ 127 h 19"/>
                <a:gd name="T2" fmla="*/ 333 w 26"/>
                <a:gd name="T3" fmla="*/ 283 h 19"/>
                <a:gd name="T4" fmla="*/ 88 w 26"/>
                <a:gd name="T5" fmla="*/ 208 h 19"/>
                <a:gd name="T6" fmla="*/ 0 w 2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26" y="8"/>
                  </a:moveTo>
                  <a:cubicBezTo>
                    <a:pt x="24" y="10"/>
                    <a:pt x="22" y="17"/>
                    <a:pt x="19" y="18"/>
                  </a:cubicBezTo>
                  <a:cubicBezTo>
                    <a:pt x="17" y="19"/>
                    <a:pt x="7" y="15"/>
                    <a:pt x="5" y="13"/>
                  </a:cubicBezTo>
                  <a:cubicBezTo>
                    <a:pt x="1" y="10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8" name="Freeform 603">
              <a:extLst>
                <a:ext uri="{FF2B5EF4-FFF2-40B4-BE49-F238E27FC236}">
                  <a16:creationId xmlns:a16="http://schemas.microsoft.com/office/drawing/2014/main" id="{DFDD1959-F879-4046-91FB-06042DEF3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479"/>
              <a:ext cx="48" cy="28"/>
            </a:xfrm>
            <a:custGeom>
              <a:avLst/>
              <a:gdLst>
                <a:gd name="T0" fmla="*/ 476 w 27"/>
                <a:gd name="T1" fmla="*/ 0 h 16"/>
                <a:gd name="T2" fmla="*/ 0 w 27"/>
                <a:gd name="T3" fmla="*/ 6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27" y="0"/>
                  </a:moveTo>
                  <a:cubicBezTo>
                    <a:pt x="22" y="11"/>
                    <a:pt x="9" y="16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9" name="Freeform 604">
              <a:extLst>
                <a:ext uri="{FF2B5EF4-FFF2-40B4-BE49-F238E27FC236}">
                  <a16:creationId xmlns:a16="http://schemas.microsoft.com/office/drawing/2014/main" id="{5616A3C0-2412-4A87-BC2F-CCEB5825C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483"/>
              <a:ext cx="34" cy="38"/>
            </a:xfrm>
            <a:custGeom>
              <a:avLst/>
              <a:gdLst>
                <a:gd name="T0" fmla="*/ 23 w 19"/>
                <a:gd name="T1" fmla="*/ 0 h 22"/>
                <a:gd name="T2" fmla="*/ 93 w 19"/>
                <a:gd name="T3" fmla="*/ 257 h 22"/>
                <a:gd name="T4" fmla="*/ 349 w 19"/>
                <a:gd name="T5" fmla="*/ 3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" y="0"/>
                  </a:moveTo>
                  <a:cubicBezTo>
                    <a:pt x="2" y="6"/>
                    <a:pt x="0" y="13"/>
                    <a:pt x="5" y="17"/>
                  </a:cubicBezTo>
                  <a:cubicBezTo>
                    <a:pt x="8" y="19"/>
                    <a:pt x="15" y="22"/>
                    <a:pt x="19" y="2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0" name="Freeform 605">
              <a:extLst>
                <a:ext uri="{FF2B5EF4-FFF2-40B4-BE49-F238E27FC236}">
                  <a16:creationId xmlns:a16="http://schemas.microsoft.com/office/drawing/2014/main" id="{18C9D3D7-6293-4E00-809B-96434F4DB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500"/>
              <a:ext cx="46" cy="27"/>
            </a:xfrm>
            <a:custGeom>
              <a:avLst/>
              <a:gdLst>
                <a:gd name="T0" fmla="*/ 448 w 26"/>
                <a:gd name="T1" fmla="*/ 146 h 15"/>
                <a:gd name="T2" fmla="*/ 156 w 26"/>
                <a:gd name="T3" fmla="*/ 234 h 15"/>
                <a:gd name="T4" fmla="*/ 0 w 2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26" y="8"/>
                  </a:moveTo>
                  <a:cubicBezTo>
                    <a:pt x="21" y="13"/>
                    <a:pt x="17" y="15"/>
                    <a:pt x="9" y="12"/>
                  </a:cubicBezTo>
                  <a:cubicBezTo>
                    <a:pt x="3" y="10"/>
                    <a:pt x="0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1" name="Freeform 606">
              <a:extLst>
                <a:ext uri="{FF2B5EF4-FFF2-40B4-BE49-F238E27FC236}">
                  <a16:creationId xmlns:a16="http://schemas.microsoft.com/office/drawing/2014/main" id="{FC0CF60F-1201-4F91-B8D7-95AB93C3B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511"/>
              <a:ext cx="30" cy="37"/>
            </a:xfrm>
            <a:custGeom>
              <a:avLst/>
              <a:gdLst>
                <a:gd name="T0" fmla="*/ 252 w 17"/>
                <a:gd name="T1" fmla="*/ 0 h 21"/>
                <a:gd name="T2" fmla="*/ 187 w 17"/>
                <a:gd name="T3" fmla="*/ 241 h 21"/>
                <a:gd name="T4" fmla="*/ 0 w 17"/>
                <a:gd name="T5" fmla="*/ 2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5" y="0"/>
                  </a:moveTo>
                  <a:cubicBezTo>
                    <a:pt x="16" y="8"/>
                    <a:pt x="17" y="9"/>
                    <a:pt x="11" y="14"/>
                  </a:cubicBezTo>
                  <a:cubicBezTo>
                    <a:pt x="8" y="17"/>
                    <a:pt x="5" y="21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2" name="Freeform 607">
              <a:extLst>
                <a:ext uri="{FF2B5EF4-FFF2-40B4-BE49-F238E27FC236}">
                  <a16:creationId xmlns:a16="http://schemas.microsoft.com/office/drawing/2014/main" id="{3D3A03DC-35AB-4A34-819D-A33D3B023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887"/>
              <a:ext cx="51" cy="31"/>
            </a:xfrm>
            <a:custGeom>
              <a:avLst/>
              <a:gdLst>
                <a:gd name="T0" fmla="*/ 0 w 29"/>
                <a:gd name="T1" fmla="*/ 107 h 18"/>
                <a:gd name="T2" fmla="*/ 114 w 29"/>
                <a:gd name="T3" fmla="*/ 0 h 18"/>
                <a:gd name="T4" fmla="*/ 489 w 29"/>
                <a:gd name="T5" fmla="*/ 27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0" y="7"/>
                  </a:moveTo>
                  <a:cubicBezTo>
                    <a:pt x="0" y="5"/>
                    <a:pt x="6" y="1"/>
                    <a:pt x="7" y="0"/>
                  </a:cubicBezTo>
                  <a:cubicBezTo>
                    <a:pt x="22" y="5"/>
                    <a:pt x="27" y="4"/>
                    <a:pt x="29" y="1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3" name="Freeform 608">
              <a:extLst>
                <a:ext uri="{FF2B5EF4-FFF2-40B4-BE49-F238E27FC236}">
                  <a16:creationId xmlns:a16="http://schemas.microsoft.com/office/drawing/2014/main" id="{E9FF61AE-5281-4431-B5B1-C73746496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892"/>
              <a:ext cx="48" cy="21"/>
            </a:xfrm>
            <a:custGeom>
              <a:avLst/>
              <a:gdLst>
                <a:gd name="T0" fmla="*/ 0 w 27"/>
                <a:gd name="T1" fmla="*/ 114 h 12"/>
                <a:gd name="T2" fmla="*/ 427 w 27"/>
                <a:gd name="T3" fmla="*/ 37 h 12"/>
                <a:gd name="T4" fmla="*/ 476 w 27"/>
                <a:gd name="T5" fmla="*/ 20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">
                  <a:moveTo>
                    <a:pt x="0" y="7"/>
                  </a:moveTo>
                  <a:cubicBezTo>
                    <a:pt x="4" y="5"/>
                    <a:pt x="19" y="0"/>
                    <a:pt x="24" y="2"/>
                  </a:cubicBezTo>
                  <a:cubicBezTo>
                    <a:pt x="26" y="4"/>
                    <a:pt x="26" y="9"/>
                    <a:pt x="27" y="1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4" name="Freeform 609">
              <a:extLst>
                <a:ext uri="{FF2B5EF4-FFF2-40B4-BE49-F238E27FC236}">
                  <a16:creationId xmlns:a16="http://schemas.microsoft.com/office/drawing/2014/main" id="{1B400FD2-CFF6-42F8-B93A-4440038D9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880"/>
              <a:ext cx="30" cy="14"/>
            </a:xfrm>
            <a:custGeom>
              <a:avLst/>
              <a:gdLst>
                <a:gd name="T0" fmla="*/ 0 w 17"/>
                <a:gd name="T1" fmla="*/ 135 h 8"/>
                <a:gd name="T2" fmla="*/ 138 w 17"/>
                <a:gd name="T3" fmla="*/ 0 h 8"/>
                <a:gd name="T4" fmla="*/ 293 w 17"/>
                <a:gd name="T5" fmla="*/ 4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1" y="4"/>
                    <a:pt x="5" y="2"/>
                    <a:pt x="8" y="0"/>
                  </a:cubicBezTo>
                  <a:cubicBezTo>
                    <a:pt x="17" y="3"/>
                    <a:pt x="17" y="3"/>
                    <a:pt x="17" y="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5" name="Freeform 610">
              <a:extLst>
                <a:ext uri="{FF2B5EF4-FFF2-40B4-BE49-F238E27FC236}">
                  <a16:creationId xmlns:a16="http://schemas.microsoft.com/office/drawing/2014/main" id="{5BB851D3-0158-4FC3-BCF6-D6CF242FE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843"/>
              <a:ext cx="42" cy="47"/>
            </a:xfrm>
            <a:custGeom>
              <a:avLst/>
              <a:gdLst>
                <a:gd name="T0" fmla="*/ 285 w 24"/>
                <a:gd name="T1" fmla="*/ 433 h 27"/>
                <a:gd name="T2" fmla="*/ 399 w 24"/>
                <a:gd name="T3" fmla="*/ 221 h 27"/>
                <a:gd name="T4" fmla="*/ 86 w 24"/>
                <a:gd name="T5" fmla="*/ 16 h 27"/>
                <a:gd name="T6" fmla="*/ 0 w 24"/>
                <a:gd name="T7" fmla="*/ 11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17" y="27"/>
                  </a:moveTo>
                  <a:cubicBezTo>
                    <a:pt x="23" y="23"/>
                    <a:pt x="24" y="20"/>
                    <a:pt x="24" y="14"/>
                  </a:cubicBezTo>
                  <a:cubicBezTo>
                    <a:pt x="22" y="3"/>
                    <a:pt x="18" y="0"/>
                    <a:pt x="5" y="1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6" name="Freeform 611">
              <a:extLst>
                <a:ext uri="{FF2B5EF4-FFF2-40B4-BE49-F238E27FC236}">
                  <a16:creationId xmlns:a16="http://schemas.microsoft.com/office/drawing/2014/main" id="{3C95B25A-62D9-4614-8E88-EE9919F9C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853"/>
              <a:ext cx="51" cy="32"/>
            </a:xfrm>
            <a:custGeom>
              <a:avLst/>
              <a:gdLst>
                <a:gd name="T0" fmla="*/ 0 w 29"/>
                <a:gd name="T1" fmla="*/ 180 h 18"/>
                <a:gd name="T2" fmla="*/ 352 w 29"/>
                <a:gd name="T3" fmla="*/ 117 h 18"/>
                <a:gd name="T4" fmla="*/ 489 w 29"/>
                <a:gd name="T5" fmla="*/ 3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0" y="10"/>
                  </a:moveTo>
                  <a:cubicBezTo>
                    <a:pt x="8" y="4"/>
                    <a:pt x="11" y="0"/>
                    <a:pt x="21" y="7"/>
                  </a:cubicBezTo>
                  <a:cubicBezTo>
                    <a:pt x="25" y="11"/>
                    <a:pt x="27" y="14"/>
                    <a:pt x="29" y="1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7" name="Freeform 612">
              <a:extLst>
                <a:ext uri="{FF2B5EF4-FFF2-40B4-BE49-F238E27FC236}">
                  <a16:creationId xmlns:a16="http://schemas.microsoft.com/office/drawing/2014/main" id="{3853A5C0-2B87-41C5-ABB2-B92419CB2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837"/>
              <a:ext cx="34" cy="36"/>
            </a:xfrm>
            <a:custGeom>
              <a:avLst/>
              <a:gdLst>
                <a:gd name="T0" fmla="*/ 93 w 19"/>
                <a:gd name="T1" fmla="*/ 380 h 20"/>
                <a:gd name="T2" fmla="*/ 234 w 19"/>
                <a:gd name="T3" fmla="*/ 0 h 20"/>
                <a:gd name="T4" fmla="*/ 327 w 19"/>
                <a:gd name="T5" fmla="*/ 2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5" y="20"/>
                  </a:moveTo>
                  <a:cubicBezTo>
                    <a:pt x="0" y="8"/>
                    <a:pt x="2" y="7"/>
                    <a:pt x="13" y="0"/>
                  </a:cubicBezTo>
                  <a:cubicBezTo>
                    <a:pt x="13" y="0"/>
                    <a:pt x="19" y="1"/>
                    <a:pt x="18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8" name="Freeform 613">
              <a:extLst>
                <a:ext uri="{FF2B5EF4-FFF2-40B4-BE49-F238E27FC236}">
                  <a16:creationId xmlns:a16="http://schemas.microsoft.com/office/drawing/2014/main" id="{EE3769BF-EF75-4A6C-AEA5-706869AFB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825"/>
              <a:ext cx="44" cy="32"/>
            </a:xfrm>
            <a:custGeom>
              <a:avLst/>
              <a:gdLst>
                <a:gd name="T0" fmla="*/ 0 w 25"/>
                <a:gd name="T1" fmla="*/ 180 h 18"/>
                <a:gd name="T2" fmla="*/ 114 w 25"/>
                <a:gd name="T3" fmla="*/ 0 h 18"/>
                <a:gd name="T4" fmla="*/ 354 w 25"/>
                <a:gd name="T5" fmla="*/ 89 h 18"/>
                <a:gd name="T6" fmla="*/ 421 w 25"/>
                <a:gd name="T7" fmla="*/ 3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0" y="10"/>
                  </a:moveTo>
                  <a:cubicBezTo>
                    <a:pt x="2" y="8"/>
                    <a:pt x="4" y="1"/>
                    <a:pt x="7" y="0"/>
                  </a:cubicBezTo>
                  <a:cubicBezTo>
                    <a:pt x="9" y="0"/>
                    <a:pt x="20" y="4"/>
                    <a:pt x="21" y="5"/>
                  </a:cubicBezTo>
                  <a:cubicBezTo>
                    <a:pt x="25" y="8"/>
                    <a:pt x="23" y="17"/>
                    <a:pt x="25" y="1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9" name="Freeform 614">
              <a:extLst>
                <a:ext uri="{FF2B5EF4-FFF2-40B4-BE49-F238E27FC236}">
                  <a16:creationId xmlns:a16="http://schemas.microsoft.com/office/drawing/2014/main" id="{5A4A144B-CAC3-4767-8D61-A77CCEBDE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802"/>
              <a:ext cx="53" cy="28"/>
            </a:xfrm>
            <a:custGeom>
              <a:avLst/>
              <a:gdLst>
                <a:gd name="T0" fmla="*/ 0 w 30"/>
                <a:gd name="T1" fmla="*/ 264 h 16"/>
                <a:gd name="T2" fmla="*/ 518 w 30"/>
                <a:gd name="T3" fmla="*/ 20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0" y="16"/>
                  </a:moveTo>
                  <a:cubicBezTo>
                    <a:pt x="5" y="4"/>
                    <a:pt x="21" y="0"/>
                    <a:pt x="30" y="1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0" name="Freeform 615">
              <a:extLst>
                <a:ext uri="{FF2B5EF4-FFF2-40B4-BE49-F238E27FC236}">
                  <a16:creationId xmlns:a16="http://schemas.microsoft.com/office/drawing/2014/main" id="{5493639A-7ED9-4AB1-A306-FDB45FDC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786"/>
              <a:ext cx="39" cy="39"/>
            </a:xfrm>
            <a:custGeom>
              <a:avLst/>
              <a:gdLst>
                <a:gd name="T0" fmla="*/ 367 w 22"/>
                <a:gd name="T1" fmla="*/ 383 h 22"/>
                <a:gd name="T2" fmla="*/ 296 w 22"/>
                <a:gd name="T3" fmla="*/ 89 h 22"/>
                <a:gd name="T4" fmla="*/ 66 w 22"/>
                <a:gd name="T5" fmla="*/ 21 h 22"/>
                <a:gd name="T6" fmla="*/ 0 w 22"/>
                <a:gd name="T7" fmla="*/ 6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2">
                  <a:moveTo>
                    <a:pt x="21" y="22"/>
                  </a:moveTo>
                  <a:cubicBezTo>
                    <a:pt x="20" y="16"/>
                    <a:pt x="22" y="10"/>
                    <a:pt x="17" y="5"/>
                  </a:cubicBezTo>
                  <a:cubicBezTo>
                    <a:pt x="15" y="3"/>
                    <a:pt x="7" y="0"/>
                    <a:pt x="4" y="1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1" name="Freeform 616">
              <a:extLst>
                <a:ext uri="{FF2B5EF4-FFF2-40B4-BE49-F238E27FC236}">
                  <a16:creationId xmlns:a16="http://schemas.microsoft.com/office/drawing/2014/main" id="{5061D62E-BAD9-4F5C-BC3F-5B8CAFE44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81"/>
              <a:ext cx="46" cy="26"/>
            </a:xfrm>
            <a:custGeom>
              <a:avLst/>
              <a:gdLst>
                <a:gd name="T0" fmla="*/ 0 w 26"/>
                <a:gd name="T1" fmla="*/ 107 h 15"/>
                <a:gd name="T2" fmla="*/ 294 w 26"/>
                <a:gd name="T3" fmla="*/ 49 h 15"/>
                <a:gd name="T4" fmla="*/ 448 w 26"/>
                <a:gd name="T5" fmla="*/ 23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0" y="7"/>
                  </a:moveTo>
                  <a:cubicBezTo>
                    <a:pt x="6" y="2"/>
                    <a:pt x="10" y="0"/>
                    <a:pt x="17" y="3"/>
                  </a:cubicBezTo>
                  <a:cubicBezTo>
                    <a:pt x="23" y="6"/>
                    <a:pt x="26" y="9"/>
                    <a:pt x="26" y="1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2" name="Freeform 617">
              <a:extLst>
                <a:ext uri="{FF2B5EF4-FFF2-40B4-BE49-F238E27FC236}">
                  <a16:creationId xmlns:a16="http://schemas.microsoft.com/office/drawing/2014/main" id="{942CA3FF-5DF5-4741-8DA2-C1FB28206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761"/>
              <a:ext cx="29" cy="36"/>
            </a:xfrm>
            <a:custGeom>
              <a:avLst/>
              <a:gdLst>
                <a:gd name="T0" fmla="*/ 44 w 16"/>
                <a:gd name="T1" fmla="*/ 380 h 20"/>
                <a:gd name="T2" fmla="*/ 118 w 16"/>
                <a:gd name="T3" fmla="*/ 133 h 20"/>
                <a:gd name="T4" fmla="*/ 315 w 16"/>
                <a:gd name="T5" fmla="*/ 7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2" y="20"/>
                  </a:moveTo>
                  <a:cubicBezTo>
                    <a:pt x="1" y="13"/>
                    <a:pt x="0" y="12"/>
                    <a:pt x="6" y="7"/>
                  </a:cubicBezTo>
                  <a:cubicBezTo>
                    <a:pt x="9" y="4"/>
                    <a:pt x="11" y="0"/>
                    <a:pt x="16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3" name="Freeform 618">
              <a:extLst>
                <a:ext uri="{FF2B5EF4-FFF2-40B4-BE49-F238E27FC236}">
                  <a16:creationId xmlns:a16="http://schemas.microsoft.com/office/drawing/2014/main" id="{5F40ACAC-50F7-4727-8F7C-1F54506ED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13"/>
              <a:ext cx="27" cy="16"/>
            </a:xfrm>
            <a:custGeom>
              <a:avLst/>
              <a:gdLst>
                <a:gd name="T0" fmla="*/ 284 w 15"/>
                <a:gd name="T1" fmla="*/ 117 h 9"/>
                <a:gd name="T2" fmla="*/ 74 w 15"/>
                <a:gd name="T3" fmla="*/ 117 h 9"/>
                <a:gd name="T4" fmla="*/ 0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3" y="7"/>
                    <a:pt x="6" y="9"/>
                    <a:pt x="4" y="7"/>
                  </a:cubicBezTo>
                  <a:cubicBezTo>
                    <a:pt x="2" y="6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4" name="Freeform 619">
              <a:extLst>
                <a:ext uri="{FF2B5EF4-FFF2-40B4-BE49-F238E27FC236}">
                  <a16:creationId xmlns:a16="http://schemas.microsoft.com/office/drawing/2014/main" id="{90F97CE4-39A1-492B-BEEA-D2E8751F7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913"/>
              <a:ext cx="46" cy="28"/>
            </a:xfrm>
            <a:custGeom>
              <a:avLst/>
              <a:gdLst>
                <a:gd name="T0" fmla="*/ 432 w 26"/>
                <a:gd name="T1" fmla="*/ 0 h 16"/>
                <a:gd name="T2" fmla="*/ 359 w 26"/>
                <a:gd name="T3" fmla="*/ 249 h 16"/>
                <a:gd name="T4" fmla="*/ 106 w 26"/>
                <a:gd name="T5" fmla="*/ 236 h 16"/>
                <a:gd name="T6" fmla="*/ 0 w 26"/>
                <a:gd name="T7" fmla="*/ 6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25" y="0"/>
                  </a:moveTo>
                  <a:cubicBezTo>
                    <a:pt x="26" y="3"/>
                    <a:pt x="23" y="13"/>
                    <a:pt x="21" y="15"/>
                  </a:cubicBezTo>
                  <a:cubicBezTo>
                    <a:pt x="18" y="16"/>
                    <a:pt x="9" y="15"/>
                    <a:pt x="6" y="14"/>
                  </a:cubicBezTo>
                  <a:cubicBezTo>
                    <a:pt x="0" y="12"/>
                    <a:pt x="3" y="8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5" name="Freeform 620">
              <a:extLst>
                <a:ext uri="{FF2B5EF4-FFF2-40B4-BE49-F238E27FC236}">
                  <a16:creationId xmlns:a16="http://schemas.microsoft.com/office/drawing/2014/main" id="{7868B8C2-5BA7-423C-91C2-9FA2EEF2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20"/>
              <a:ext cx="46" cy="16"/>
            </a:xfrm>
            <a:custGeom>
              <a:avLst/>
              <a:gdLst>
                <a:gd name="T0" fmla="*/ 448 w 26"/>
                <a:gd name="T1" fmla="*/ 0 h 9"/>
                <a:gd name="T2" fmla="*/ 265 w 26"/>
                <a:gd name="T3" fmla="*/ 139 h 9"/>
                <a:gd name="T4" fmla="*/ 0 w 26"/>
                <a:gd name="T5" fmla="*/ 1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26" y="0"/>
                  </a:moveTo>
                  <a:cubicBezTo>
                    <a:pt x="23" y="5"/>
                    <a:pt x="23" y="8"/>
                    <a:pt x="15" y="8"/>
                  </a:cubicBezTo>
                  <a:cubicBezTo>
                    <a:pt x="10" y="9"/>
                    <a:pt x="5" y="9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6" name="Freeform 621">
              <a:extLst>
                <a:ext uri="{FF2B5EF4-FFF2-40B4-BE49-F238E27FC236}">
                  <a16:creationId xmlns:a16="http://schemas.microsoft.com/office/drawing/2014/main" id="{8E67EF9A-AC0B-482D-957C-12B806B31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940"/>
              <a:ext cx="20" cy="51"/>
            </a:xfrm>
            <a:custGeom>
              <a:avLst/>
              <a:gdLst>
                <a:gd name="T0" fmla="*/ 175 w 11"/>
                <a:gd name="T1" fmla="*/ 489 h 29"/>
                <a:gd name="T2" fmla="*/ 53 w 11"/>
                <a:gd name="T3" fmla="*/ 216 h 29"/>
                <a:gd name="T4" fmla="*/ 215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9" y="29"/>
                  </a:moveTo>
                  <a:cubicBezTo>
                    <a:pt x="4" y="22"/>
                    <a:pt x="0" y="19"/>
                    <a:pt x="3" y="13"/>
                  </a:cubicBezTo>
                  <a:cubicBezTo>
                    <a:pt x="5" y="8"/>
                    <a:pt x="8" y="4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7" name="Freeform 622">
              <a:extLst>
                <a:ext uri="{FF2B5EF4-FFF2-40B4-BE49-F238E27FC236}">
                  <a16:creationId xmlns:a16="http://schemas.microsoft.com/office/drawing/2014/main" id="{BB7754C5-55C3-40EB-B405-4CF61F708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941"/>
              <a:ext cx="19" cy="48"/>
            </a:xfrm>
            <a:custGeom>
              <a:avLst/>
              <a:gdLst>
                <a:gd name="T0" fmla="*/ 0 w 11"/>
                <a:gd name="T1" fmla="*/ 0 h 27"/>
                <a:gd name="T2" fmla="*/ 107 w 11"/>
                <a:gd name="T3" fmla="*/ 281 h 27"/>
                <a:gd name="T4" fmla="*/ 28 w 11"/>
                <a:gd name="T5" fmla="*/ 47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11" y="5"/>
                    <a:pt x="9" y="6"/>
                    <a:pt x="7" y="16"/>
                  </a:cubicBezTo>
                  <a:cubicBezTo>
                    <a:pt x="7" y="21"/>
                    <a:pt x="6" y="24"/>
                    <a:pt x="2" y="2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8" name="Freeform 623">
              <a:extLst>
                <a:ext uri="{FF2B5EF4-FFF2-40B4-BE49-F238E27FC236}">
                  <a16:creationId xmlns:a16="http://schemas.microsoft.com/office/drawing/2014/main" id="{2385DBD8-FDEF-4C36-937D-7B907A74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968"/>
              <a:ext cx="35" cy="7"/>
            </a:xfrm>
            <a:custGeom>
              <a:avLst/>
              <a:gdLst>
                <a:gd name="T0" fmla="*/ 327 w 20"/>
                <a:gd name="T1" fmla="*/ 21 h 4"/>
                <a:gd name="T2" fmla="*/ 0 w 20"/>
                <a:gd name="T3" fmla="*/ 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1"/>
                  </a:moveTo>
                  <a:cubicBezTo>
                    <a:pt x="15" y="0"/>
                    <a:pt x="2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9" name="Freeform 624">
              <a:extLst>
                <a:ext uri="{FF2B5EF4-FFF2-40B4-BE49-F238E27FC236}">
                  <a16:creationId xmlns:a16="http://schemas.microsoft.com/office/drawing/2014/main" id="{CA571DF4-B89E-4442-9822-4F31AE8DE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50"/>
              <a:ext cx="43" cy="21"/>
            </a:xfrm>
            <a:custGeom>
              <a:avLst/>
              <a:gdLst>
                <a:gd name="T0" fmla="*/ 443 w 24"/>
                <a:gd name="T1" fmla="*/ 200 h 12"/>
                <a:gd name="T2" fmla="*/ 116 w 24"/>
                <a:gd name="T3" fmla="*/ 151 h 12"/>
                <a:gd name="T4" fmla="*/ 0 w 2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">
                  <a:moveTo>
                    <a:pt x="24" y="12"/>
                  </a:moveTo>
                  <a:cubicBezTo>
                    <a:pt x="19" y="12"/>
                    <a:pt x="10" y="11"/>
                    <a:pt x="6" y="9"/>
                  </a:cubicBezTo>
                  <a:cubicBezTo>
                    <a:pt x="4" y="6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" name="Freeform 625">
              <a:extLst>
                <a:ext uri="{FF2B5EF4-FFF2-40B4-BE49-F238E27FC236}">
                  <a16:creationId xmlns:a16="http://schemas.microsoft.com/office/drawing/2014/main" id="{8CD6CA21-21CB-4052-9AFB-9E3AFCAFC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991"/>
              <a:ext cx="41" cy="16"/>
            </a:xfrm>
            <a:custGeom>
              <a:avLst/>
              <a:gdLst>
                <a:gd name="T0" fmla="*/ 414 w 23"/>
                <a:gd name="T1" fmla="*/ 158 h 9"/>
                <a:gd name="T2" fmla="*/ 0 w 23"/>
                <a:gd name="T3" fmla="*/ 1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23" y="9"/>
                  </a:moveTo>
                  <a:cubicBezTo>
                    <a:pt x="16" y="0"/>
                    <a:pt x="6" y="3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" name="Freeform 626">
              <a:extLst>
                <a:ext uri="{FF2B5EF4-FFF2-40B4-BE49-F238E27FC236}">
                  <a16:creationId xmlns:a16="http://schemas.microsoft.com/office/drawing/2014/main" id="{ACA45B31-D814-409E-B343-BC96D4FF9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970"/>
              <a:ext cx="7" cy="26"/>
            </a:xfrm>
            <a:custGeom>
              <a:avLst/>
              <a:gdLst>
                <a:gd name="T0" fmla="*/ 0 w 4"/>
                <a:gd name="T1" fmla="*/ 0 h 15"/>
                <a:gd name="T2" fmla="*/ 65 w 4"/>
                <a:gd name="T3" fmla="*/ 23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1" y="5"/>
                    <a:pt x="1" y="11"/>
                    <a:pt x="4" y="1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" name="Freeform 627">
              <a:extLst>
                <a:ext uri="{FF2B5EF4-FFF2-40B4-BE49-F238E27FC236}">
                  <a16:creationId xmlns:a16="http://schemas.microsoft.com/office/drawing/2014/main" id="{FB51C0FF-1F5F-463D-8AFF-C801287CF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747"/>
              <a:ext cx="49" cy="39"/>
            </a:xfrm>
            <a:custGeom>
              <a:avLst/>
              <a:gdLst>
                <a:gd name="T0" fmla="*/ 462 w 28"/>
                <a:gd name="T1" fmla="*/ 195 h 22"/>
                <a:gd name="T2" fmla="*/ 215 w 28"/>
                <a:gd name="T3" fmla="*/ 0 h 22"/>
                <a:gd name="T4" fmla="*/ 21 w 28"/>
                <a:gd name="T5" fmla="*/ 50 h 22"/>
                <a:gd name="T6" fmla="*/ 49 w 28"/>
                <a:gd name="T7" fmla="*/ 296 h 22"/>
                <a:gd name="T8" fmla="*/ 86 w 28"/>
                <a:gd name="T9" fmla="*/ 38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2">
                  <a:moveTo>
                    <a:pt x="28" y="11"/>
                  </a:moveTo>
                  <a:cubicBezTo>
                    <a:pt x="25" y="8"/>
                    <a:pt x="19" y="1"/>
                    <a:pt x="13" y="0"/>
                  </a:cubicBezTo>
                  <a:cubicBezTo>
                    <a:pt x="11" y="0"/>
                    <a:pt x="3" y="1"/>
                    <a:pt x="1" y="3"/>
                  </a:cubicBezTo>
                  <a:cubicBezTo>
                    <a:pt x="0" y="5"/>
                    <a:pt x="3" y="14"/>
                    <a:pt x="3" y="17"/>
                  </a:cubicBezTo>
                  <a:cubicBezTo>
                    <a:pt x="3" y="19"/>
                    <a:pt x="4" y="21"/>
                    <a:pt x="5" y="2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" name="Freeform 628">
              <a:extLst>
                <a:ext uri="{FF2B5EF4-FFF2-40B4-BE49-F238E27FC236}">
                  <a16:creationId xmlns:a16="http://schemas.microsoft.com/office/drawing/2014/main" id="{1C66D63E-CFF3-4A71-9B3E-67E75C47B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737"/>
              <a:ext cx="41" cy="17"/>
            </a:xfrm>
            <a:custGeom>
              <a:avLst/>
              <a:gdLst>
                <a:gd name="T0" fmla="*/ 414 w 23"/>
                <a:gd name="T1" fmla="*/ 141 h 10"/>
                <a:gd name="T2" fmla="*/ 0 w 23"/>
                <a:gd name="T3" fmla="*/ 4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23" y="10"/>
                  </a:moveTo>
                  <a:cubicBezTo>
                    <a:pt x="17" y="8"/>
                    <a:pt x="6" y="0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" name="Freeform 629">
              <a:extLst>
                <a:ext uri="{FF2B5EF4-FFF2-40B4-BE49-F238E27FC236}">
                  <a16:creationId xmlns:a16="http://schemas.microsoft.com/office/drawing/2014/main" id="{33EF86C2-0B1D-43A1-A226-E2283D436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710"/>
              <a:ext cx="34" cy="35"/>
            </a:xfrm>
            <a:custGeom>
              <a:avLst/>
              <a:gdLst>
                <a:gd name="T0" fmla="*/ 41 w 19"/>
                <a:gd name="T1" fmla="*/ 327 h 20"/>
                <a:gd name="T2" fmla="*/ 23 w 19"/>
                <a:gd name="T3" fmla="*/ 151 h 20"/>
                <a:gd name="T4" fmla="*/ 73 w 19"/>
                <a:gd name="T5" fmla="*/ 102 h 20"/>
                <a:gd name="T6" fmla="*/ 349 w 19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0">
                  <a:moveTo>
                    <a:pt x="2" y="20"/>
                  </a:moveTo>
                  <a:cubicBezTo>
                    <a:pt x="2" y="17"/>
                    <a:pt x="0" y="12"/>
                    <a:pt x="1" y="9"/>
                  </a:cubicBezTo>
                  <a:cubicBezTo>
                    <a:pt x="2" y="7"/>
                    <a:pt x="3" y="8"/>
                    <a:pt x="4" y="6"/>
                  </a:cubicBezTo>
                  <a:cubicBezTo>
                    <a:pt x="9" y="3"/>
                    <a:pt x="14" y="2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" name="Freeform 630">
              <a:extLst>
                <a:ext uri="{FF2B5EF4-FFF2-40B4-BE49-F238E27FC236}">
                  <a16:creationId xmlns:a16="http://schemas.microsoft.com/office/drawing/2014/main" id="{4C514062-874D-468A-8D09-484D8561F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703"/>
              <a:ext cx="51" cy="35"/>
            </a:xfrm>
            <a:custGeom>
              <a:avLst/>
              <a:gdLst>
                <a:gd name="T0" fmla="*/ 489 w 29"/>
                <a:gd name="T1" fmla="*/ 200 h 20"/>
                <a:gd name="T2" fmla="*/ 302 w 29"/>
                <a:gd name="T3" fmla="*/ 21 h 20"/>
                <a:gd name="T4" fmla="*/ 102 w 29"/>
                <a:gd name="T5" fmla="*/ 65 h 20"/>
                <a:gd name="T6" fmla="*/ 0 w 29"/>
                <a:gd name="T7" fmla="*/ 3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29" y="12"/>
                  </a:moveTo>
                  <a:cubicBezTo>
                    <a:pt x="27" y="9"/>
                    <a:pt x="22" y="2"/>
                    <a:pt x="18" y="1"/>
                  </a:cubicBezTo>
                  <a:cubicBezTo>
                    <a:pt x="14" y="0"/>
                    <a:pt x="8" y="2"/>
                    <a:pt x="6" y="4"/>
                  </a:cubicBezTo>
                  <a:cubicBezTo>
                    <a:pt x="0" y="8"/>
                    <a:pt x="1" y="16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6" name="Freeform 631">
              <a:extLst>
                <a:ext uri="{FF2B5EF4-FFF2-40B4-BE49-F238E27FC236}">
                  <a16:creationId xmlns:a16="http://schemas.microsoft.com/office/drawing/2014/main" id="{91397771-3E23-43E8-A3AC-59910BA8E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698"/>
              <a:ext cx="27" cy="12"/>
            </a:xfrm>
            <a:custGeom>
              <a:avLst/>
              <a:gdLst>
                <a:gd name="T0" fmla="*/ 284 w 15"/>
                <a:gd name="T1" fmla="*/ 106 h 7"/>
                <a:gd name="T2" fmla="*/ 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0" y="5"/>
                    <a:pt x="5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7" name="Freeform 632">
              <a:extLst>
                <a:ext uri="{FF2B5EF4-FFF2-40B4-BE49-F238E27FC236}">
                  <a16:creationId xmlns:a16="http://schemas.microsoft.com/office/drawing/2014/main" id="{183B5489-FFC0-48D5-B812-E909A976E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523"/>
              <a:ext cx="46" cy="43"/>
            </a:xfrm>
            <a:custGeom>
              <a:avLst/>
              <a:gdLst>
                <a:gd name="T0" fmla="*/ 50 w 26"/>
                <a:gd name="T1" fmla="*/ 0 h 24"/>
                <a:gd name="T2" fmla="*/ 37 w 26"/>
                <a:gd name="T3" fmla="*/ 260 h 24"/>
                <a:gd name="T4" fmla="*/ 244 w 26"/>
                <a:gd name="T5" fmla="*/ 421 h 24"/>
                <a:gd name="T6" fmla="*/ 448 w 26"/>
                <a:gd name="T7" fmla="*/ 27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3" y="0"/>
                  </a:moveTo>
                  <a:cubicBezTo>
                    <a:pt x="2" y="3"/>
                    <a:pt x="0" y="11"/>
                    <a:pt x="2" y="14"/>
                  </a:cubicBezTo>
                  <a:cubicBezTo>
                    <a:pt x="3" y="17"/>
                    <a:pt x="12" y="22"/>
                    <a:pt x="14" y="23"/>
                  </a:cubicBezTo>
                  <a:cubicBezTo>
                    <a:pt x="18" y="24"/>
                    <a:pt x="26" y="19"/>
                    <a:pt x="26" y="1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8" name="Freeform 633">
              <a:extLst>
                <a:ext uri="{FF2B5EF4-FFF2-40B4-BE49-F238E27FC236}">
                  <a16:creationId xmlns:a16="http://schemas.microsoft.com/office/drawing/2014/main" id="{FC183025-0964-409B-BD06-982955B6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546"/>
              <a:ext cx="50" cy="20"/>
            </a:xfrm>
            <a:custGeom>
              <a:avLst/>
              <a:gdLst>
                <a:gd name="T0" fmla="*/ 507 w 28"/>
                <a:gd name="T1" fmla="*/ 24 h 11"/>
                <a:gd name="T2" fmla="*/ 296 w 28"/>
                <a:gd name="T3" fmla="*/ 215 h 11"/>
                <a:gd name="T4" fmla="*/ 114 w 28"/>
                <a:gd name="T5" fmla="*/ 145 h 11"/>
                <a:gd name="T6" fmla="*/ 0 w 2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1">
                  <a:moveTo>
                    <a:pt x="28" y="1"/>
                  </a:moveTo>
                  <a:cubicBezTo>
                    <a:pt x="25" y="4"/>
                    <a:pt x="21" y="10"/>
                    <a:pt x="16" y="11"/>
                  </a:cubicBezTo>
                  <a:cubicBezTo>
                    <a:pt x="13" y="11"/>
                    <a:pt x="9" y="9"/>
                    <a:pt x="6" y="7"/>
                  </a:cubicBezTo>
                  <a:cubicBezTo>
                    <a:pt x="2" y="5"/>
                    <a:pt x="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9" name="Freeform 634">
              <a:extLst>
                <a:ext uri="{FF2B5EF4-FFF2-40B4-BE49-F238E27FC236}">
                  <a16:creationId xmlns:a16="http://schemas.microsoft.com/office/drawing/2014/main" id="{63FB663D-8336-4626-BF48-EAA71FD23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564"/>
              <a:ext cx="50" cy="32"/>
            </a:xfrm>
            <a:custGeom>
              <a:avLst/>
              <a:gdLst>
                <a:gd name="T0" fmla="*/ 0 w 28"/>
                <a:gd name="T1" fmla="*/ 21 h 18"/>
                <a:gd name="T2" fmla="*/ 93 w 28"/>
                <a:gd name="T3" fmla="*/ 231 h 18"/>
                <a:gd name="T4" fmla="*/ 232 w 28"/>
                <a:gd name="T5" fmla="*/ 268 h 18"/>
                <a:gd name="T6" fmla="*/ 398 w 28"/>
                <a:gd name="T7" fmla="*/ 297 h 18"/>
                <a:gd name="T8" fmla="*/ 507 w 2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0" y="1"/>
                  </a:moveTo>
                  <a:cubicBezTo>
                    <a:pt x="0" y="5"/>
                    <a:pt x="1" y="11"/>
                    <a:pt x="5" y="13"/>
                  </a:cubicBezTo>
                  <a:cubicBezTo>
                    <a:pt x="6" y="14"/>
                    <a:pt x="11" y="14"/>
                    <a:pt x="13" y="15"/>
                  </a:cubicBezTo>
                  <a:cubicBezTo>
                    <a:pt x="14" y="15"/>
                    <a:pt x="20" y="18"/>
                    <a:pt x="22" y="17"/>
                  </a:cubicBezTo>
                  <a:cubicBezTo>
                    <a:pt x="27" y="15"/>
                    <a:pt x="25" y="5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0" name="Freeform 635">
              <a:extLst>
                <a:ext uri="{FF2B5EF4-FFF2-40B4-BE49-F238E27FC236}">
                  <a16:creationId xmlns:a16="http://schemas.microsoft.com/office/drawing/2014/main" id="{19BC0FCA-D2F7-4DED-9DCC-815E1AD5B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594"/>
              <a:ext cx="32" cy="17"/>
            </a:xfrm>
            <a:custGeom>
              <a:avLst/>
              <a:gdLst>
                <a:gd name="T0" fmla="*/ 0 w 18"/>
                <a:gd name="T1" fmla="*/ 0 h 10"/>
                <a:gd name="T2" fmla="*/ 320 w 18"/>
                <a:gd name="T3" fmla="*/ 1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1" y="6"/>
                    <a:pt x="11" y="10"/>
                    <a:pt x="18" y="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1" name="Freeform 636">
              <a:extLst>
                <a:ext uri="{FF2B5EF4-FFF2-40B4-BE49-F238E27FC236}">
                  <a16:creationId xmlns:a16="http://schemas.microsoft.com/office/drawing/2014/main" id="{6F324AED-90D4-410F-B845-208AF1CCE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587"/>
              <a:ext cx="53" cy="40"/>
            </a:xfrm>
            <a:custGeom>
              <a:avLst/>
              <a:gdLst>
                <a:gd name="T0" fmla="*/ 518 w 30"/>
                <a:gd name="T1" fmla="*/ 157 h 23"/>
                <a:gd name="T2" fmla="*/ 330 w 30"/>
                <a:gd name="T3" fmla="*/ 369 h 23"/>
                <a:gd name="T4" fmla="*/ 87 w 30"/>
                <a:gd name="T5" fmla="*/ 299 h 23"/>
                <a:gd name="T6" fmla="*/ 106 w 3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3">
                  <a:moveTo>
                    <a:pt x="30" y="10"/>
                  </a:moveTo>
                  <a:cubicBezTo>
                    <a:pt x="27" y="14"/>
                    <a:pt x="25" y="22"/>
                    <a:pt x="19" y="23"/>
                  </a:cubicBezTo>
                  <a:cubicBezTo>
                    <a:pt x="18" y="23"/>
                    <a:pt x="6" y="20"/>
                    <a:pt x="5" y="19"/>
                  </a:cubicBezTo>
                  <a:cubicBezTo>
                    <a:pt x="0" y="16"/>
                    <a:pt x="4" y="4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2" name="Freeform 637">
              <a:extLst>
                <a:ext uri="{FF2B5EF4-FFF2-40B4-BE49-F238E27FC236}">
                  <a16:creationId xmlns:a16="http://schemas.microsoft.com/office/drawing/2014/main" id="{DAA39AFB-7559-4EFB-8329-9F51F6769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617"/>
              <a:ext cx="26" cy="3"/>
            </a:xfrm>
            <a:custGeom>
              <a:avLst/>
              <a:gdLst>
                <a:gd name="T0" fmla="*/ 234 w 15"/>
                <a:gd name="T1" fmla="*/ 18 h 2"/>
                <a:gd name="T2" fmla="*/ 0 w 15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15" y="2"/>
                  </a:moveTo>
                  <a:cubicBezTo>
                    <a:pt x="12" y="0"/>
                    <a:pt x="1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3" name="Freeform 638">
              <a:extLst>
                <a:ext uri="{FF2B5EF4-FFF2-40B4-BE49-F238E27FC236}">
                  <a16:creationId xmlns:a16="http://schemas.microsoft.com/office/drawing/2014/main" id="{1C291D7B-DB77-485B-8C22-15CFD66AF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567"/>
              <a:ext cx="30" cy="13"/>
            </a:xfrm>
            <a:custGeom>
              <a:avLst/>
              <a:gdLst>
                <a:gd name="T0" fmla="*/ 293 w 17"/>
                <a:gd name="T1" fmla="*/ 0 h 7"/>
                <a:gd name="T2" fmla="*/ 0 w 17"/>
                <a:gd name="T3" fmla="*/ 1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2" y="3"/>
                    <a:pt x="6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4" name="Freeform 639">
              <a:extLst>
                <a:ext uri="{FF2B5EF4-FFF2-40B4-BE49-F238E27FC236}">
                  <a16:creationId xmlns:a16="http://schemas.microsoft.com/office/drawing/2014/main" id="{5652C1D2-E29E-4A45-9E11-A37ED2B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629"/>
              <a:ext cx="42" cy="21"/>
            </a:xfrm>
            <a:custGeom>
              <a:avLst/>
              <a:gdLst>
                <a:gd name="T0" fmla="*/ 0 w 24"/>
                <a:gd name="T1" fmla="*/ 0 h 12"/>
                <a:gd name="T2" fmla="*/ 179 w 24"/>
                <a:gd name="T3" fmla="*/ 179 h 12"/>
                <a:gd name="T4" fmla="*/ 399 w 24"/>
                <a:gd name="T5" fmla="*/ 15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">
                  <a:moveTo>
                    <a:pt x="0" y="0"/>
                  </a:moveTo>
                  <a:cubicBezTo>
                    <a:pt x="5" y="6"/>
                    <a:pt x="2" y="10"/>
                    <a:pt x="11" y="11"/>
                  </a:cubicBezTo>
                  <a:cubicBezTo>
                    <a:pt x="17" y="12"/>
                    <a:pt x="20" y="11"/>
                    <a:pt x="24" y="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5" name="Freeform 640">
              <a:extLst>
                <a:ext uri="{FF2B5EF4-FFF2-40B4-BE49-F238E27FC236}">
                  <a16:creationId xmlns:a16="http://schemas.microsoft.com/office/drawing/2014/main" id="{824BA3AC-E3CA-4AFD-8C4F-3D727329B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647"/>
              <a:ext cx="48" cy="40"/>
            </a:xfrm>
            <a:custGeom>
              <a:avLst/>
              <a:gdLst>
                <a:gd name="T0" fmla="*/ 89 w 27"/>
                <a:gd name="T1" fmla="*/ 0 h 23"/>
                <a:gd name="T2" fmla="*/ 21 w 27"/>
                <a:gd name="T3" fmla="*/ 193 h 23"/>
                <a:gd name="T4" fmla="*/ 180 w 27"/>
                <a:gd name="T5" fmla="*/ 336 h 23"/>
                <a:gd name="T6" fmla="*/ 476 w 27"/>
                <a:gd name="T7" fmla="*/ 28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5" y="0"/>
                  </a:moveTo>
                  <a:cubicBezTo>
                    <a:pt x="4" y="4"/>
                    <a:pt x="0" y="8"/>
                    <a:pt x="1" y="12"/>
                  </a:cubicBezTo>
                  <a:cubicBezTo>
                    <a:pt x="1" y="17"/>
                    <a:pt x="6" y="20"/>
                    <a:pt x="10" y="21"/>
                  </a:cubicBezTo>
                  <a:cubicBezTo>
                    <a:pt x="15" y="23"/>
                    <a:pt x="23" y="21"/>
                    <a:pt x="27" y="1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6" name="Freeform 641">
              <a:extLst>
                <a:ext uri="{FF2B5EF4-FFF2-40B4-BE49-F238E27FC236}">
                  <a16:creationId xmlns:a16="http://schemas.microsoft.com/office/drawing/2014/main" id="{1435C7A1-8389-41F5-97DF-DFDD10AA8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86"/>
              <a:ext cx="16" cy="22"/>
            </a:xfrm>
            <a:custGeom>
              <a:avLst/>
              <a:gdLst>
                <a:gd name="T0" fmla="*/ 158 w 9"/>
                <a:gd name="T1" fmla="*/ 0 h 13"/>
                <a:gd name="T2" fmla="*/ 21 w 9"/>
                <a:gd name="T3" fmla="*/ 1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3"/>
                    <a:pt x="0" y="9"/>
                    <a:pt x="1" y="1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7" name="Freeform 642">
              <a:extLst>
                <a:ext uri="{FF2B5EF4-FFF2-40B4-BE49-F238E27FC236}">
                  <a16:creationId xmlns:a16="http://schemas.microsoft.com/office/drawing/2014/main" id="{6CA17713-7980-419F-9DDC-95F9752D5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659"/>
              <a:ext cx="49" cy="39"/>
            </a:xfrm>
            <a:custGeom>
              <a:avLst/>
              <a:gdLst>
                <a:gd name="T0" fmla="*/ 462 w 28"/>
                <a:gd name="T1" fmla="*/ 110 h 22"/>
                <a:gd name="T2" fmla="*/ 236 w 28"/>
                <a:gd name="T3" fmla="*/ 21 h 22"/>
                <a:gd name="T4" fmla="*/ 37 w 28"/>
                <a:gd name="T5" fmla="*/ 195 h 22"/>
                <a:gd name="T6" fmla="*/ 21 w 28"/>
                <a:gd name="T7" fmla="*/ 38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">
                  <a:moveTo>
                    <a:pt x="28" y="6"/>
                  </a:moveTo>
                  <a:cubicBezTo>
                    <a:pt x="23" y="4"/>
                    <a:pt x="19" y="0"/>
                    <a:pt x="14" y="1"/>
                  </a:cubicBezTo>
                  <a:cubicBezTo>
                    <a:pt x="9" y="2"/>
                    <a:pt x="4" y="7"/>
                    <a:pt x="2" y="11"/>
                  </a:cubicBezTo>
                  <a:cubicBezTo>
                    <a:pt x="1" y="14"/>
                    <a:pt x="0" y="20"/>
                    <a:pt x="1" y="2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8" name="Freeform 643">
              <a:extLst>
                <a:ext uri="{FF2B5EF4-FFF2-40B4-BE49-F238E27FC236}">
                  <a16:creationId xmlns:a16="http://schemas.microsoft.com/office/drawing/2014/main" id="{A4ADDA5B-FDE5-45E0-BE22-A3DDC835F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647"/>
              <a:ext cx="23" cy="17"/>
            </a:xfrm>
            <a:custGeom>
              <a:avLst/>
              <a:gdLst>
                <a:gd name="T0" fmla="*/ 228 w 13"/>
                <a:gd name="T1" fmla="*/ 141 h 10"/>
                <a:gd name="T2" fmla="*/ 0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10"/>
                  </a:moveTo>
                  <a:cubicBezTo>
                    <a:pt x="9" y="7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9" name="Freeform 644">
              <a:extLst>
                <a:ext uri="{FF2B5EF4-FFF2-40B4-BE49-F238E27FC236}">
                  <a16:creationId xmlns:a16="http://schemas.microsoft.com/office/drawing/2014/main" id="{E4DEDBF2-9B04-4FB1-91DD-B9D62C50D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839"/>
              <a:ext cx="39" cy="132"/>
            </a:xfrm>
            <a:custGeom>
              <a:avLst/>
              <a:gdLst>
                <a:gd name="T0" fmla="*/ 0 w 22"/>
                <a:gd name="T1" fmla="*/ 0 h 75"/>
                <a:gd name="T2" fmla="*/ 138 w 22"/>
                <a:gd name="T3" fmla="*/ 444 h 75"/>
                <a:gd name="T4" fmla="*/ 268 w 22"/>
                <a:gd name="T5" fmla="*/ 604 h 75"/>
                <a:gd name="T6" fmla="*/ 179 w 22"/>
                <a:gd name="T7" fmla="*/ 806 h 75"/>
                <a:gd name="T8" fmla="*/ 333 w 22"/>
                <a:gd name="T9" fmla="*/ 910 h 75"/>
                <a:gd name="T10" fmla="*/ 346 w 22"/>
                <a:gd name="T11" fmla="*/ 1063 h 75"/>
                <a:gd name="T12" fmla="*/ 280 w 22"/>
                <a:gd name="T13" fmla="*/ 1248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75">
                  <a:moveTo>
                    <a:pt x="0" y="0"/>
                  </a:moveTo>
                  <a:cubicBezTo>
                    <a:pt x="10" y="4"/>
                    <a:pt x="12" y="17"/>
                    <a:pt x="8" y="26"/>
                  </a:cubicBezTo>
                  <a:cubicBezTo>
                    <a:pt x="13" y="29"/>
                    <a:pt x="14" y="30"/>
                    <a:pt x="15" y="36"/>
                  </a:cubicBezTo>
                  <a:cubicBezTo>
                    <a:pt x="16" y="40"/>
                    <a:pt x="14" y="46"/>
                    <a:pt x="10" y="48"/>
                  </a:cubicBezTo>
                  <a:cubicBezTo>
                    <a:pt x="12" y="50"/>
                    <a:pt x="17" y="52"/>
                    <a:pt x="19" y="54"/>
                  </a:cubicBezTo>
                  <a:cubicBezTo>
                    <a:pt x="21" y="56"/>
                    <a:pt x="20" y="60"/>
                    <a:pt x="20" y="63"/>
                  </a:cubicBezTo>
                  <a:cubicBezTo>
                    <a:pt x="20" y="67"/>
                    <a:pt x="22" y="75"/>
                    <a:pt x="16" y="7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0" name="Freeform 645">
              <a:extLst>
                <a:ext uri="{FF2B5EF4-FFF2-40B4-BE49-F238E27FC236}">
                  <a16:creationId xmlns:a16="http://schemas.microsoft.com/office/drawing/2014/main" id="{D458F402-CB96-4537-9E23-11FA10440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968"/>
              <a:ext cx="36" cy="86"/>
            </a:xfrm>
            <a:custGeom>
              <a:avLst/>
              <a:gdLst>
                <a:gd name="T0" fmla="*/ 0 w 20"/>
                <a:gd name="T1" fmla="*/ 21 h 49"/>
                <a:gd name="T2" fmla="*/ 187 w 20"/>
                <a:gd name="T3" fmla="*/ 200 h 49"/>
                <a:gd name="T4" fmla="*/ 211 w 20"/>
                <a:gd name="T5" fmla="*/ 351 h 49"/>
                <a:gd name="T6" fmla="*/ 117 w 20"/>
                <a:gd name="T7" fmla="*/ 400 h 49"/>
                <a:gd name="T8" fmla="*/ 304 w 20"/>
                <a:gd name="T9" fmla="*/ 616 h 49"/>
                <a:gd name="T10" fmla="*/ 169 w 20"/>
                <a:gd name="T11" fmla="*/ 779 h 49"/>
                <a:gd name="T12" fmla="*/ 380 w 20"/>
                <a:gd name="T13" fmla="*/ 81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9">
                  <a:moveTo>
                    <a:pt x="0" y="1"/>
                  </a:moveTo>
                  <a:cubicBezTo>
                    <a:pt x="8" y="0"/>
                    <a:pt x="9" y="5"/>
                    <a:pt x="10" y="12"/>
                  </a:cubicBezTo>
                  <a:cubicBezTo>
                    <a:pt x="10" y="14"/>
                    <a:pt x="12" y="19"/>
                    <a:pt x="11" y="21"/>
                  </a:cubicBezTo>
                  <a:cubicBezTo>
                    <a:pt x="10" y="22"/>
                    <a:pt x="7" y="23"/>
                    <a:pt x="6" y="24"/>
                  </a:cubicBezTo>
                  <a:cubicBezTo>
                    <a:pt x="12" y="27"/>
                    <a:pt x="18" y="30"/>
                    <a:pt x="16" y="37"/>
                  </a:cubicBezTo>
                  <a:cubicBezTo>
                    <a:pt x="15" y="41"/>
                    <a:pt x="12" y="45"/>
                    <a:pt x="9" y="47"/>
                  </a:cubicBezTo>
                  <a:cubicBezTo>
                    <a:pt x="13" y="47"/>
                    <a:pt x="17" y="48"/>
                    <a:pt x="20" y="4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1" name="Freeform 646">
              <a:extLst>
                <a:ext uri="{FF2B5EF4-FFF2-40B4-BE49-F238E27FC236}">
                  <a16:creationId xmlns:a16="http://schemas.microsoft.com/office/drawing/2014/main" id="{4CB589FF-5853-4C65-95CA-2EBE6367A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155"/>
              <a:ext cx="30" cy="67"/>
            </a:xfrm>
            <a:custGeom>
              <a:avLst/>
              <a:gdLst>
                <a:gd name="T0" fmla="*/ 0 w 17"/>
                <a:gd name="T1" fmla="*/ 0 h 38"/>
                <a:gd name="T2" fmla="*/ 175 w 17"/>
                <a:gd name="T3" fmla="*/ 64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0" y="0"/>
                  </a:moveTo>
                  <a:cubicBezTo>
                    <a:pt x="10" y="5"/>
                    <a:pt x="17" y="29"/>
                    <a:pt x="10" y="3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2" name="Freeform 647">
              <a:extLst>
                <a:ext uri="{FF2B5EF4-FFF2-40B4-BE49-F238E27FC236}">
                  <a16:creationId xmlns:a16="http://schemas.microsoft.com/office/drawing/2014/main" id="{A4101FC9-D8F1-4367-8DE6-A0FB9A6D5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3118"/>
              <a:ext cx="12" cy="39"/>
            </a:xfrm>
            <a:custGeom>
              <a:avLst/>
              <a:gdLst>
                <a:gd name="T0" fmla="*/ 0 w 7"/>
                <a:gd name="T1" fmla="*/ 0 h 22"/>
                <a:gd name="T2" fmla="*/ 106 w 7"/>
                <a:gd name="T3" fmla="*/ 179 h 22"/>
                <a:gd name="T4" fmla="*/ 77 w 7"/>
                <a:gd name="T5" fmla="*/ 38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6" y="3"/>
                    <a:pt x="7" y="3"/>
                    <a:pt x="7" y="10"/>
                  </a:cubicBezTo>
                  <a:cubicBezTo>
                    <a:pt x="7" y="14"/>
                    <a:pt x="7" y="18"/>
                    <a:pt x="5" y="2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3" name="Freeform 648">
              <a:extLst>
                <a:ext uri="{FF2B5EF4-FFF2-40B4-BE49-F238E27FC236}">
                  <a16:creationId xmlns:a16="http://schemas.microsoft.com/office/drawing/2014/main" id="{9F1FB378-C7D7-4F28-A281-A931AD8A6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3224"/>
              <a:ext cx="32" cy="109"/>
            </a:xfrm>
            <a:custGeom>
              <a:avLst/>
              <a:gdLst>
                <a:gd name="T0" fmla="*/ 89 w 18"/>
                <a:gd name="T1" fmla="*/ 0 h 62"/>
                <a:gd name="T2" fmla="*/ 203 w 18"/>
                <a:gd name="T3" fmla="*/ 265 h 62"/>
                <a:gd name="T4" fmla="*/ 89 w 18"/>
                <a:gd name="T5" fmla="*/ 403 h 62"/>
                <a:gd name="T6" fmla="*/ 281 w 18"/>
                <a:gd name="T7" fmla="*/ 658 h 62"/>
                <a:gd name="T8" fmla="*/ 89 w 18"/>
                <a:gd name="T9" fmla="*/ 1023 h 62"/>
                <a:gd name="T10" fmla="*/ 21 w 18"/>
                <a:gd name="T11" fmla="*/ 1044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2">
                  <a:moveTo>
                    <a:pt x="5" y="0"/>
                  </a:moveTo>
                  <a:cubicBezTo>
                    <a:pt x="8" y="5"/>
                    <a:pt x="12" y="9"/>
                    <a:pt x="11" y="16"/>
                  </a:cubicBezTo>
                  <a:cubicBezTo>
                    <a:pt x="10" y="19"/>
                    <a:pt x="9" y="25"/>
                    <a:pt x="5" y="24"/>
                  </a:cubicBezTo>
                  <a:cubicBezTo>
                    <a:pt x="10" y="29"/>
                    <a:pt x="15" y="31"/>
                    <a:pt x="16" y="39"/>
                  </a:cubicBezTo>
                  <a:cubicBezTo>
                    <a:pt x="18" y="48"/>
                    <a:pt x="9" y="55"/>
                    <a:pt x="5" y="61"/>
                  </a:cubicBezTo>
                  <a:cubicBezTo>
                    <a:pt x="3" y="61"/>
                    <a:pt x="0" y="62"/>
                    <a:pt x="1" y="6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4" name="Freeform 649">
              <a:extLst>
                <a:ext uri="{FF2B5EF4-FFF2-40B4-BE49-F238E27FC236}">
                  <a16:creationId xmlns:a16="http://schemas.microsoft.com/office/drawing/2014/main" id="{906628FA-DDF6-4DA5-B001-5EA1F4DDC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645"/>
              <a:ext cx="11" cy="32"/>
            </a:xfrm>
            <a:custGeom>
              <a:avLst/>
              <a:gdLst>
                <a:gd name="T0" fmla="*/ 0 w 6"/>
                <a:gd name="T1" fmla="*/ 0 h 18"/>
                <a:gd name="T2" fmla="*/ 125 w 6"/>
                <a:gd name="T3" fmla="*/ 32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3" y="5"/>
                    <a:pt x="6" y="14"/>
                    <a:pt x="6" y="1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5" name="Freeform 650">
              <a:extLst>
                <a:ext uri="{FF2B5EF4-FFF2-40B4-BE49-F238E27FC236}">
                  <a16:creationId xmlns:a16="http://schemas.microsoft.com/office/drawing/2014/main" id="{A857F06D-3CB4-4729-9588-A77FCC72C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611"/>
              <a:ext cx="5" cy="34"/>
            </a:xfrm>
            <a:custGeom>
              <a:avLst/>
              <a:gdLst>
                <a:gd name="T0" fmla="*/ 13 w 3"/>
                <a:gd name="T1" fmla="*/ 349 h 19"/>
                <a:gd name="T2" fmla="*/ 0 w 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1" y="19"/>
                  </a:moveTo>
                  <a:cubicBezTo>
                    <a:pt x="3" y="14"/>
                    <a:pt x="3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6" name="Freeform 651">
              <a:extLst>
                <a:ext uri="{FF2B5EF4-FFF2-40B4-BE49-F238E27FC236}">
                  <a16:creationId xmlns:a16="http://schemas.microsoft.com/office/drawing/2014/main" id="{56E85A9B-D3A2-48CF-9AA9-51C36B581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712"/>
              <a:ext cx="19" cy="55"/>
            </a:xfrm>
            <a:custGeom>
              <a:avLst/>
              <a:gdLst>
                <a:gd name="T0" fmla="*/ 0 w 11"/>
                <a:gd name="T1" fmla="*/ 0 h 31"/>
                <a:gd name="T2" fmla="*/ 83 w 11"/>
                <a:gd name="T3" fmla="*/ 54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0" y="0"/>
                  </a:moveTo>
                  <a:cubicBezTo>
                    <a:pt x="5" y="4"/>
                    <a:pt x="11" y="27"/>
                    <a:pt x="5" y="3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7" name="Freeform 652">
              <a:extLst>
                <a:ext uri="{FF2B5EF4-FFF2-40B4-BE49-F238E27FC236}">
                  <a16:creationId xmlns:a16="http://schemas.microsoft.com/office/drawing/2014/main" id="{A174089A-76F9-4C01-99FD-FC710082B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768"/>
              <a:ext cx="15" cy="45"/>
            </a:xfrm>
            <a:custGeom>
              <a:avLst/>
              <a:gdLst>
                <a:gd name="T0" fmla="*/ 0 w 9"/>
                <a:gd name="T1" fmla="*/ 0 h 25"/>
                <a:gd name="T2" fmla="*/ 13 w 9"/>
                <a:gd name="T3" fmla="*/ 47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8" y="3"/>
                    <a:pt x="9" y="23"/>
                    <a:pt x="1" y="2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8" name="Freeform 653">
              <a:extLst>
                <a:ext uri="{FF2B5EF4-FFF2-40B4-BE49-F238E27FC236}">
                  <a16:creationId xmlns:a16="http://schemas.microsoft.com/office/drawing/2014/main" id="{D89149B4-91DC-4073-AB77-7A1DC4D3D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823"/>
              <a:ext cx="1" cy="14"/>
            </a:xfrm>
            <a:custGeom>
              <a:avLst/>
              <a:gdLst>
                <a:gd name="T0" fmla="*/ 1 w 1"/>
                <a:gd name="T1" fmla="*/ 0 h 8"/>
                <a:gd name="T2" fmla="*/ 0 w 1"/>
                <a:gd name="T3" fmla="*/ 13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0" y="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9" name="Freeform 654">
              <a:extLst>
                <a:ext uri="{FF2B5EF4-FFF2-40B4-BE49-F238E27FC236}">
                  <a16:creationId xmlns:a16="http://schemas.microsoft.com/office/drawing/2014/main" id="{6549E6B9-61DC-46C6-8102-C30E9503E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793"/>
              <a:ext cx="16" cy="60"/>
            </a:xfrm>
            <a:custGeom>
              <a:avLst/>
              <a:gdLst>
                <a:gd name="T0" fmla="*/ 114 w 9"/>
                <a:gd name="T1" fmla="*/ 0 h 34"/>
                <a:gd name="T2" fmla="*/ 21 w 9"/>
                <a:gd name="T3" fmla="*/ 138 h 34"/>
                <a:gd name="T4" fmla="*/ 66 w 9"/>
                <a:gd name="T5" fmla="*/ 339 h 34"/>
                <a:gd name="T6" fmla="*/ 158 w 9"/>
                <a:gd name="T7" fmla="*/ 58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4">
                  <a:moveTo>
                    <a:pt x="6" y="0"/>
                  </a:moveTo>
                  <a:cubicBezTo>
                    <a:pt x="4" y="3"/>
                    <a:pt x="1" y="5"/>
                    <a:pt x="1" y="8"/>
                  </a:cubicBezTo>
                  <a:cubicBezTo>
                    <a:pt x="0" y="12"/>
                    <a:pt x="3" y="17"/>
                    <a:pt x="4" y="20"/>
                  </a:cubicBezTo>
                  <a:cubicBezTo>
                    <a:pt x="5" y="24"/>
                    <a:pt x="5" y="33"/>
                    <a:pt x="9" y="3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0" name="Freeform 655">
              <a:extLst>
                <a:ext uri="{FF2B5EF4-FFF2-40B4-BE49-F238E27FC236}">
                  <a16:creationId xmlns:a16="http://schemas.microsoft.com/office/drawing/2014/main" id="{1E19BA6A-A0C1-4DE4-AA8B-898CCA77E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744"/>
              <a:ext cx="21" cy="47"/>
            </a:xfrm>
            <a:custGeom>
              <a:avLst/>
              <a:gdLst>
                <a:gd name="T0" fmla="*/ 200 w 12"/>
                <a:gd name="T1" fmla="*/ 433 h 27"/>
                <a:gd name="T2" fmla="*/ 21 w 12"/>
                <a:gd name="T3" fmla="*/ 299 h 27"/>
                <a:gd name="T4" fmla="*/ 37 w 12"/>
                <a:gd name="T5" fmla="*/ 158 h 27"/>
                <a:gd name="T6" fmla="*/ 151 w 1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12" y="27"/>
                  </a:moveTo>
                  <a:cubicBezTo>
                    <a:pt x="9" y="26"/>
                    <a:pt x="3" y="22"/>
                    <a:pt x="1" y="19"/>
                  </a:cubicBezTo>
                  <a:cubicBezTo>
                    <a:pt x="0" y="16"/>
                    <a:pt x="1" y="14"/>
                    <a:pt x="2" y="10"/>
                  </a:cubicBezTo>
                  <a:cubicBezTo>
                    <a:pt x="3" y="5"/>
                    <a:pt x="4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1" name="Freeform 656">
              <a:extLst>
                <a:ext uri="{FF2B5EF4-FFF2-40B4-BE49-F238E27FC236}">
                  <a16:creationId xmlns:a16="http://schemas.microsoft.com/office/drawing/2014/main" id="{76E41229-CEFC-4D79-97C7-3B6E75602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696"/>
              <a:ext cx="26" cy="55"/>
            </a:xfrm>
            <a:custGeom>
              <a:avLst/>
              <a:gdLst>
                <a:gd name="T0" fmla="*/ 234 w 15"/>
                <a:gd name="T1" fmla="*/ 548 h 31"/>
                <a:gd name="T2" fmla="*/ 62 w 15"/>
                <a:gd name="T3" fmla="*/ 158 h 31"/>
                <a:gd name="T4" fmla="*/ 234 w 15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1">
                  <a:moveTo>
                    <a:pt x="15" y="31"/>
                  </a:moveTo>
                  <a:cubicBezTo>
                    <a:pt x="8" y="25"/>
                    <a:pt x="0" y="20"/>
                    <a:pt x="4" y="9"/>
                  </a:cubicBezTo>
                  <a:cubicBezTo>
                    <a:pt x="7" y="4"/>
                    <a:pt x="10" y="2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2" name="Freeform 657">
              <a:extLst>
                <a:ext uri="{FF2B5EF4-FFF2-40B4-BE49-F238E27FC236}">
                  <a16:creationId xmlns:a16="http://schemas.microsoft.com/office/drawing/2014/main" id="{E55DAED2-E18D-4E67-9898-5079CD59B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643"/>
              <a:ext cx="26" cy="60"/>
            </a:xfrm>
            <a:custGeom>
              <a:avLst/>
              <a:gdLst>
                <a:gd name="T0" fmla="*/ 172 w 15"/>
                <a:gd name="T1" fmla="*/ 582 h 34"/>
                <a:gd name="T2" fmla="*/ 107 w 15"/>
                <a:gd name="T3" fmla="*/ 115 h 34"/>
                <a:gd name="T4" fmla="*/ 234 w 15"/>
                <a:gd name="T5" fmla="*/ 2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4">
                  <a:moveTo>
                    <a:pt x="11" y="34"/>
                  </a:moveTo>
                  <a:cubicBezTo>
                    <a:pt x="2" y="26"/>
                    <a:pt x="0" y="17"/>
                    <a:pt x="7" y="7"/>
                  </a:cubicBezTo>
                  <a:cubicBezTo>
                    <a:pt x="9" y="4"/>
                    <a:pt x="13" y="0"/>
                    <a:pt x="15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3" name="Freeform 658">
              <a:extLst>
                <a:ext uri="{FF2B5EF4-FFF2-40B4-BE49-F238E27FC236}">
                  <a16:creationId xmlns:a16="http://schemas.microsoft.com/office/drawing/2014/main" id="{DD01CAB3-C22B-4CA7-A6AD-127E21015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620"/>
              <a:ext cx="11" cy="44"/>
            </a:xfrm>
            <a:custGeom>
              <a:avLst/>
              <a:gdLst>
                <a:gd name="T0" fmla="*/ 81 w 6"/>
                <a:gd name="T1" fmla="*/ 0 h 25"/>
                <a:gd name="T2" fmla="*/ 125 w 6"/>
                <a:gd name="T3" fmla="*/ 42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4" y="0"/>
                  </a:moveTo>
                  <a:cubicBezTo>
                    <a:pt x="0" y="5"/>
                    <a:pt x="2" y="20"/>
                    <a:pt x="6" y="2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4" name="Freeform 659">
              <a:extLst>
                <a:ext uri="{FF2B5EF4-FFF2-40B4-BE49-F238E27FC236}">
                  <a16:creationId xmlns:a16="http://schemas.microsoft.com/office/drawing/2014/main" id="{9CA36020-557D-4012-9EF1-FB89B8D6D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613"/>
              <a:ext cx="20" cy="34"/>
            </a:xfrm>
            <a:custGeom>
              <a:avLst/>
              <a:gdLst>
                <a:gd name="T0" fmla="*/ 215 w 11"/>
                <a:gd name="T1" fmla="*/ 52 h 19"/>
                <a:gd name="T2" fmla="*/ 24 w 11"/>
                <a:gd name="T3" fmla="*/ 206 h 19"/>
                <a:gd name="T4" fmla="*/ 215 w 11"/>
                <a:gd name="T5" fmla="*/ 34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1" y="3"/>
                  </a:moveTo>
                  <a:cubicBezTo>
                    <a:pt x="5" y="0"/>
                    <a:pt x="0" y="3"/>
                    <a:pt x="1" y="11"/>
                  </a:cubicBezTo>
                  <a:cubicBezTo>
                    <a:pt x="1" y="16"/>
                    <a:pt x="7" y="18"/>
                    <a:pt x="11" y="1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5" name="Freeform 660">
              <a:extLst>
                <a:ext uri="{FF2B5EF4-FFF2-40B4-BE49-F238E27FC236}">
                  <a16:creationId xmlns:a16="http://schemas.microsoft.com/office/drawing/2014/main" id="{8651334E-5272-4D09-905C-07B397F07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580"/>
              <a:ext cx="2" cy="35"/>
            </a:xfrm>
            <a:custGeom>
              <a:avLst/>
              <a:gdLst>
                <a:gd name="T0" fmla="*/ 32 w 1"/>
                <a:gd name="T1" fmla="*/ 0 h 20"/>
                <a:gd name="T2" fmla="*/ 0 w 1"/>
                <a:gd name="T3" fmla="*/ 3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0">
                  <a:moveTo>
                    <a:pt x="1" y="0"/>
                  </a:moveTo>
                  <a:cubicBezTo>
                    <a:pt x="1" y="7"/>
                    <a:pt x="0" y="14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6" name="Freeform 661">
              <a:extLst>
                <a:ext uri="{FF2B5EF4-FFF2-40B4-BE49-F238E27FC236}">
                  <a16:creationId xmlns:a16="http://schemas.microsoft.com/office/drawing/2014/main" id="{7BAA26DF-6596-4B9C-9F3D-2FD85363C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304"/>
              <a:ext cx="31" cy="46"/>
            </a:xfrm>
            <a:custGeom>
              <a:avLst/>
              <a:gdLst>
                <a:gd name="T0" fmla="*/ 199 w 17"/>
                <a:gd name="T1" fmla="*/ 0 h 26"/>
                <a:gd name="T2" fmla="*/ 346 w 17"/>
                <a:gd name="T3" fmla="*/ 228 h 26"/>
                <a:gd name="T4" fmla="*/ 243 w 17"/>
                <a:gd name="T5" fmla="*/ 403 h 26"/>
                <a:gd name="T6" fmla="*/ 0 w 17"/>
                <a:gd name="T7" fmla="*/ 38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10" y="0"/>
                  </a:moveTo>
                  <a:cubicBezTo>
                    <a:pt x="12" y="4"/>
                    <a:pt x="17" y="8"/>
                    <a:pt x="17" y="13"/>
                  </a:cubicBezTo>
                  <a:cubicBezTo>
                    <a:pt x="17" y="16"/>
                    <a:pt x="14" y="20"/>
                    <a:pt x="12" y="23"/>
                  </a:cubicBezTo>
                  <a:cubicBezTo>
                    <a:pt x="9" y="26"/>
                    <a:pt x="3" y="20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7" name="Freeform 662">
              <a:extLst>
                <a:ext uri="{FF2B5EF4-FFF2-40B4-BE49-F238E27FC236}">
                  <a16:creationId xmlns:a16="http://schemas.microsoft.com/office/drawing/2014/main" id="{A2CE9712-68B3-413B-8C04-BED11ADF1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276"/>
              <a:ext cx="36" cy="50"/>
            </a:xfrm>
            <a:custGeom>
              <a:avLst/>
              <a:gdLst>
                <a:gd name="T0" fmla="*/ 0 w 20"/>
                <a:gd name="T1" fmla="*/ 507 h 28"/>
                <a:gd name="T2" fmla="*/ 239 w 20"/>
                <a:gd name="T3" fmla="*/ 455 h 28"/>
                <a:gd name="T4" fmla="*/ 304 w 20"/>
                <a:gd name="T5" fmla="*/ 305 h 28"/>
                <a:gd name="T6" fmla="*/ 380 w 20"/>
                <a:gd name="T7" fmla="*/ 166 h 28"/>
                <a:gd name="T8" fmla="*/ 74 w 20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0" y="28"/>
                  </a:moveTo>
                  <a:cubicBezTo>
                    <a:pt x="4" y="28"/>
                    <a:pt x="10" y="28"/>
                    <a:pt x="13" y="25"/>
                  </a:cubicBezTo>
                  <a:cubicBezTo>
                    <a:pt x="14" y="24"/>
                    <a:pt x="15" y="19"/>
                    <a:pt x="16" y="17"/>
                  </a:cubicBezTo>
                  <a:cubicBezTo>
                    <a:pt x="16" y="16"/>
                    <a:pt x="20" y="10"/>
                    <a:pt x="20" y="9"/>
                  </a:cubicBezTo>
                  <a:cubicBezTo>
                    <a:pt x="18" y="3"/>
                    <a:pt x="8" y="3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8" name="Freeform 663">
              <a:extLst>
                <a:ext uri="{FF2B5EF4-FFF2-40B4-BE49-F238E27FC236}">
                  <a16:creationId xmlns:a16="http://schemas.microsoft.com/office/drawing/2014/main" id="{14EE6328-3F2D-42B0-B34E-DE8C69F8B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285"/>
              <a:ext cx="46" cy="53"/>
            </a:xfrm>
            <a:custGeom>
              <a:avLst/>
              <a:gdLst>
                <a:gd name="T0" fmla="*/ 265 w 26"/>
                <a:gd name="T1" fmla="*/ 0 h 30"/>
                <a:gd name="T2" fmla="*/ 432 w 26"/>
                <a:gd name="T3" fmla="*/ 224 h 30"/>
                <a:gd name="T4" fmla="*/ 333 w 26"/>
                <a:gd name="T5" fmla="*/ 468 h 30"/>
                <a:gd name="T6" fmla="*/ 0 w 26"/>
                <a:gd name="T7" fmla="*/ 38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0">
                  <a:moveTo>
                    <a:pt x="15" y="0"/>
                  </a:moveTo>
                  <a:cubicBezTo>
                    <a:pt x="18" y="4"/>
                    <a:pt x="26" y="7"/>
                    <a:pt x="25" y="13"/>
                  </a:cubicBezTo>
                  <a:cubicBezTo>
                    <a:pt x="25" y="14"/>
                    <a:pt x="20" y="25"/>
                    <a:pt x="19" y="27"/>
                  </a:cubicBezTo>
                  <a:cubicBezTo>
                    <a:pt x="15" y="30"/>
                    <a:pt x="4" y="24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9" name="Freeform 664">
              <a:extLst>
                <a:ext uri="{FF2B5EF4-FFF2-40B4-BE49-F238E27FC236}">
                  <a16:creationId xmlns:a16="http://schemas.microsoft.com/office/drawing/2014/main" id="{3EA4855E-D0C2-4FF4-9F82-6B8A48D3A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334"/>
              <a:ext cx="5" cy="27"/>
            </a:xfrm>
            <a:custGeom>
              <a:avLst/>
              <a:gdLst>
                <a:gd name="T0" fmla="*/ 37 w 3"/>
                <a:gd name="T1" fmla="*/ 0 h 15"/>
                <a:gd name="T2" fmla="*/ 0 w 3"/>
                <a:gd name="T3" fmla="*/ 28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1" y="3"/>
                    <a:pt x="1" y="14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0" name="Freeform 665">
              <a:extLst>
                <a:ext uri="{FF2B5EF4-FFF2-40B4-BE49-F238E27FC236}">
                  <a16:creationId xmlns:a16="http://schemas.microsoft.com/office/drawing/2014/main" id="{95CE5CA3-F4F3-411C-AA8E-AFF8725E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329"/>
              <a:ext cx="7" cy="30"/>
            </a:xfrm>
            <a:custGeom>
              <a:avLst/>
              <a:gdLst>
                <a:gd name="T0" fmla="*/ 0 w 4"/>
                <a:gd name="T1" fmla="*/ 0 h 17"/>
                <a:gd name="T2" fmla="*/ 65 w 4"/>
                <a:gd name="T3" fmla="*/ 29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2" y="5"/>
                    <a:pt x="4" y="11"/>
                    <a:pt x="4" y="1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1" name="Freeform 666">
              <a:extLst>
                <a:ext uri="{FF2B5EF4-FFF2-40B4-BE49-F238E27FC236}">
                  <a16:creationId xmlns:a16="http://schemas.microsoft.com/office/drawing/2014/main" id="{37BBE7C7-1A66-4B27-9EE5-3E01BF899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359"/>
              <a:ext cx="35" cy="23"/>
            </a:xfrm>
            <a:custGeom>
              <a:avLst/>
              <a:gdLst>
                <a:gd name="T0" fmla="*/ 65 w 20"/>
                <a:gd name="T1" fmla="*/ 0 h 13"/>
                <a:gd name="T2" fmla="*/ 151 w 20"/>
                <a:gd name="T3" fmla="*/ 203 h 13"/>
                <a:gd name="T4" fmla="*/ 327 w 20"/>
                <a:gd name="T5" fmla="*/ 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4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14" y="13"/>
                    <a:pt x="17" y="8"/>
                    <a:pt x="2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2" name="Freeform 667">
              <a:extLst>
                <a:ext uri="{FF2B5EF4-FFF2-40B4-BE49-F238E27FC236}">
                  <a16:creationId xmlns:a16="http://schemas.microsoft.com/office/drawing/2014/main" id="{328953CE-8F29-4DF9-B555-36BC46439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359"/>
              <a:ext cx="34" cy="9"/>
            </a:xfrm>
            <a:custGeom>
              <a:avLst/>
              <a:gdLst>
                <a:gd name="T0" fmla="*/ 0 w 19"/>
                <a:gd name="T1" fmla="*/ 0 h 5"/>
                <a:gd name="T2" fmla="*/ 349 w 19"/>
                <a:gd name="T3" fmla="*/ 9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0"/>
                  </a:moveTo>
                  <a:cubicBezTo>
                    <a:pt x="7" y="2"/>
                    <a:pt x="14" y="4"/>
                    <a:pt x="19" y="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3" name="Freeform 668">
              <a:extLst>
                <a:ext uri="{FF2B5EF4-FFF2-40B4-BE49-F238E27FC236}">
                  <a16:creationId xmlns:a16="http://schemas.microsoft.com/office/drawing/2014/main" id="{B2E25109-268C-47EE-AE86-10F1F4B8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541"/>
              <a:ext cx="23" cy="39"/>
            </a:xfrm>
            <a:custGeom>
              <a:avLst/>
              <a:gdLst>
                <a:gd name="T0" fmla="*/ 228 w 13"/>
                <a:gd name="T1" fmla="*/ 383 h 22"/>
                <a:gd name="T2" fmla="*/ 21 w 13"/>
                <a:gd name="T3" fmla="*/ 158 h 22"/>
                <a:gd name="T4" fmla="*/ 156 w 1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13" y="22"/>
                  </a:moveTo>
                  <a:cubicBezTo>
                    <a:pt x="5" y="20"/>
                    <a:pt x="0" y="17"/>
                    <a:pt x="1" y="9"/>
                  </a:cubicBezTo>
                  <a:cubicBezTo>
                    <a:pt x="2" y="3"/>
                    <a:pt x="4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4" name="Freeform 669">
              <a:extLst>
                <a:ext uri="{FF2B5EF4-FFF2-40B4-BE49-F238E27FC236}">
                  <a16:creationId xmlns:a16="http://schemas.microsoft.com/office/drawing/2014/main" id="{B2095B78-ABB2-41A7-86AA-944039AD6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491"/>
              <a:ext cx="24" cy="52"/>
            </a:xfrm>
            <a:custGeom>
              <a:avLst/>
              <a:gdLst>
                <a:gd name="T0" fmla="*/ 277 w 13"/>
                <a:gd name="T1" fmla="*/ 536 h 29"/>
                <a:gd name="T2" fmla="*/ 81 w 13"/>
                <a:gd name="T3" fmla="*/ 210 h 29"/>
                <a:gd name="T4" fmla="*/ 233 w 1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3" y="29"/>
                  </a:moveTo>
                  <a:cubicBezTo>
                    <a:pt x="7" y="22"/>
                    <a:pt x="0" y="22"/>
                    <a:pt x="4" y="11"/>
                  </a:cubicBezTo>
                  <a:cubicBezTo>
                    <a:pt x="6" y="7"/>
                    <a:pt x="8" y="3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5" name="Freeform 670">
              <a:extLst>
                <a:ext uri="{FF2B5EF4-FFF2-40B4-BE49-F238E27FC236}">
                  <a16:creationId xmlns:a16="http://schemas.microsoft.com/office/drawing/2014/main" id="{659CA5CF-868D-483F-AC52-694E6866E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474"/>
              <a:ext cx="1" cy="1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7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6"/>
                    <a:pt x="1" y="6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6" name="Freeform 671">
              <a:extLst>
                <a:ext uri="{FF2B5EF4-FFF2-40B4-BE49-F238E27FC236}">
                  <a16:creationId xmlns:a16="http://schemas.microsoft.com/office/drawing/2014/main" id="{9109F102-8BE3-4509-9EC5-EAA060E75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431"/>
              <a:ext cx="21" cy="45"/>
            </a:xfrm>
            <a:custGeom>
              <a:avLst/>
              <a:gdLst>
                <a:gd name="T0" fmla="*/ 200 w 12"/>
                <a:gd name="T1" fmla="*/ 430 h 25"/>
                <a:gd name="T2" fmla="*/ 0 w 12"/>
                <a:gd name="T3" fmla="*/ 234 h 25"/>
                <a:gd name="T4" fmla="*/ 135 w 1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12" y="23"/>
                  </a:moveTo>
                  <a:cubicBezTo>
                    <a:pt x="5" y="25"/>
                    <a:pt x="0" y="18"/>
                    <a:pt x="0" y="12"/>
                  </a:cubicBezTo>
                  <a:cubicBezTo>
                    <a:pt x="0" y="5"/>
                    <a:pt x="4" y="5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7" name="Freeform 672">
              <a:extLst>
                <a:ext uri="{FF2B5EF4-FFF2-40B4-BE49-F238E27FC236}">
                  <a16:creationId xmlns:a16="http://schemas.microsoft.com/office/drawing/2014/main" id="{AE41ADA9-7330-4F64-87DB-FDAEC4DF4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569"/>
              <a:ext cx="28" cy="5"/>
            </a:xfrm>
            <a:custGeom>
              <a:avLst/>
              <a:gdLst>
                <a:gd name="T0" fmla="*/ 264 w 16"/>
                <a:gd name="T1" fmla="*/ 37 h 3"/>
                <a:gd name="T2" fmla="*/ 0 w 16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16" y="3"/>
                  </a:moveTo>
                  <a:cubicBezTo>
                    <a:pt x="12" y="1"/>
                    <a:pt x="4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8" name="Freeform 673">
              <a:extLst>
                <a:ext uri="{FF2B5EF4-FFF2-40B4-BE49-F238E27FC236}">
                  <a16:creationId xmlns:a16="http://schemas.microsoft.com/office/drawing/2014/main" id="{7C2D0234-99F8-430D-85B1-C63512B2A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608"/>
              <a:ext cx="32" cy="16"/>
            </a:xfrm>
            <a:custGeom>
              <a:avLst/>
              <a:gdLst>
                <a:gd name="T0" fmla="*/ 320 w 18"/>
                <a:gd name="T1" fmla="*/ 139 h 9"/>
                <a:gd name="T2" fmla="*/ 0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18" y="8"/>
                  </a:moveTo>
                  <a:cubicBezTo>
                    <a:pt x="11" y="9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9" name="Freeform 674">
              <a:extLst>
                <a:ext uri="{FF2B5EF4-FFF2-40B4-BE49-F238E27FC236}">
                  <a16:creationId xmlns:a16="http://schemas.microsoft.com/office/drawing/2014/main" id="{13B6057B-2D7D-4DE4-AAF4-3595F7A7D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661"/>
              <a:ext cx="30" cy="19"/>
            </a:xfrm>
            <a:custGeom>
              <a:avLst/>
              <a:gdLst>
                <a:gd name="T0" fmla="*/ 293 w 17"/>
                <a:gd name="T1" fmla="*/ 107 h 11"/>
                <a:gd name="T2" fmla="*/ 0 w 1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17" y="7"/>
                  </a:moveTo>
                  <a:cubicBezTo>
                    <a:pt x="8" y="11"/>
                    <a:pt x="5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0" name="Freeform 675">
              <a:extLst>
                <a:ext uri="{FF2B5EF4-FFF2-40B4-BE49-F238E27FC236}">
                  <a16:creationId xmlns:a16="http://schemas.microsoft.com/office/drawing/2014/main" id="{2927DBC7-211B-4789-B4B5-0739D6917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726"/>
              <a:ext cx="28" cy="7"/>
            </a:xfrm>
            <a:custGeom>
              <a:avLst/>
              <a:gdLst>
                <a:gd name="T0" fmla="*/ 264 w 16"/>
                <a:gd name="T1" fmla="*/ 0 h 4"/>
                <a:gd name="T2" fmla="*/ 0 w 16"/>
                <a:gd name="T3" fmla="*/ 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12" y="3"/>
                    <a:pt x="3" y="4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1" name="Freeform 676">
              <a:extLst>
                <a:ext uri="{FF2B5EF4-FFF2-40B4-BE49-F238E27FC236}">
                  <a16:creationId xmlns:a16="http://schemas.microsoft.com/office/drawing/2014/main" id="{8338C487-BF08-4F7D-B4F6-59DF28255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735"/>
              <a:ext cx="37" cy="48"/>
            </a:xfrm>
            <a:custGeom>
              <a:avLst/>
              <a:gdLst>
                <a:gd name="T0" fmla="*/ 358 w 21"/>
                <a:gd name="T1" fmla="*/ 427 h 27"/>
                <a:gd name="T2" fmla="*/ 37 w 21"/>
                <a:gd name="T3" fmla="*/ 297 h 27"/>
                <a:gd name="T4" fmla="*/ 49 w 2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21" y="24"/>
                  </a:moveTo>
                  <a:cubicBezTo>
                    <a:pt x="11" y="26"/>
                    <a:pt x="6" y="27"/>
                    <a:pt x="2" y="17"/>
                  </a:cubicBezTo>
                  <a:cubicBezTo>
                    <a:pt x="0" y="12"/>
                    <a:pt x="1" y="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2" name="Freeform 677">
              <a:extLst>
                <a:ext uri="{FF2B5EF4-FFF2-40B4-BE49-F238E27FC236}">
                  <a16:creationId xmlns:a16="http://schemas.microsoft.com/office/drawing/2014/main" id="{9DCF243E-B2BF-49F5-A588-A57AA71A8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61"/>
              <a:ext cx="9" cy="1"/>
            </a:xfrm>
            <a:custGeom>
              <a:avLst/>
              <a:gdLst>
                <a:gd name="T0" fmla="*/ 94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3" name="Freeform 678">
              <a:extLst>
                <a:ext uri="{FF2B5EF4-FFF2-40B4-BE49-F238E27FC236}">
                  <a16:creationId xmlns:a16="http://schemas.microsoft.com/office/drawing/2014/main" id="{879069AB-DC22-40ED-B934-FBD0D8D7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779"/>
              <a:ext cx="37" cy="46"/>
            </a:xfrm>
            <a:custGeom>
              <a:avLst/>
              <a:gdLst>
                <a:gd name="T0" fmla="*/ 358 w 21"/>
                <a:gd name="T1" fmla="*/ 317 h 26"/>
                <a:gd name="T2" fmla="*/ 49 w 21"/>
                <a:gd name="T3" fmla="*/ 276 h 26"/>
                <a:gd name="T4" fmla="*/ 65 w 2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21" y="18"/>
                  </a:moveTo>
                  <a:cubicBezTo>
                    <a:pt x="14" y="26"/>
                    <a:pt x="7" y="25"/>
                    <a:pt x="3" y="16"/>
                  </a:cubicBezTo>
                  <a:cubicBezTo>
                    <a:pt x="0" y="11"/>
                    <a:pt x="1" y="6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4" name="Freeform 679">
              <a:extLst>
                <a:ext uri="{FF2B5EF4-FFF2-40B4-BE49-F238E27FC236}">
                  <a16:creationId xmlns:a16="http://schemas.microsoft.com/office/drawing/2014/main" id="{29231939-39CF-4668-8FC8-F04724AE5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802"/>
              <a:ext cx="18" cy="2"/>
            </a:xfrm>
            <a:custGeom>
              <a:avLst/>
              <a:gdLst>
                <a:gd name="T0" fmla="*/ 187 w 10"/>
                <a:gd name="T1" fmla="*/ 32 h 1"/>
                <a:gd name="T2" fmla="*/ 0 w 10"/>
                <a:gd name="T3" fmla="*/ 32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6" y="0"/>
                    <a:pt x="3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5" name="Freeform 680">
              <a:extLst>
                <a:ext uri="{FF2B5EF4-FFF2-40B4-BE49-F238E27FC236}">
                  <a16:creationId xmlns:a16="http://schemas.microsoft.com/office/drawing/2014/main" id="{1A591A0E-0CCF-4BE4-9BCE-B8DB5E3E0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823"/>
              <a:ext cx="46" cy="41"/>
            </a:xfrm>
            <a:custGeom>
              <a:avLst/>
              <a:gdLst>
                <a:gd name="T0" fmla="*/ 448 w 26"/>
                <a:gd name="T1" fmla="*/ 296 h 23"/>
                <a:gd name="T2" fmla="*/ 244 w 26"/>
                <a:gd name="T3" fmla="*/ 414 h 23"/>
                <a:gd name="T4" fmla="*/ 65 w 26"/>
                <a:gd name="T5" fmla="*/ 296 h 23"/>
                <a:gd name="T6" fmla="*/ 156 w 26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6" y="16"/>
                  </a:moveTo>
                  <a:cubicBezTo>
                    <a:pt x="23" y="19"/>
                    <a:pt x="18" y="23"/>
                    <a:pt x="14" y="23"/>
                  </a:cubicBezTo>
                  <a:cubicBezTo>
                    <a:pt x="12" y="23"/>
                    <a:pt x="5" y="18"/>
                    <a:pt x="4" y="16"/>
                  </a:cubicBezTo>
                  <a:cubicBezTo>
                    <a:pt x="0" y="11"/>
                    <a:pt x="5" y="4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6" name="Freeform 681">
              <a:extLst>
                <a:ext uri="{FF2B5EF4-FFF2-40B4-BE49-F238E27FC236}">
                  <a16:creationId xmlns:a16="http://schemas.microsoft.com/office/drawing/2014/main" id="{1C041C55-D3AA-423E-97BA-283732FB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830"/>
              <a:ext cx="21" cy="23"/>
            </a:xfrm>
            <a:custGeom>
              <a:avLst/>
              <a:gdLst>
                <a:gd name="T0" fmla="*/ 200 w 12"/>
                <a:gd name="T1" fmla="*/ 228 h 13"/>
                <a:gd name="T2" fmla="*/ 0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13"/>
                  </a:moveTo>
                  <a:cubicBezTo>
                    <a:pt x="5" y="13"/>
                    <a:pt x="0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7" name="Freeform 682">
              <a:extLst>
                <a:ext uri="{FF2B5EF4-FFF2-40B4-BE49-F238E27FC236}">
                  <a16:creationId xmlns:a16="http://schemas.microsoft.com/office/drawing/2014/main" id="{3BAC78A8-DE5E-49EC-B700-FC948A483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67"/>
              <a:ext cx="28" cy="34"/>
            </a:xfrm>
            <a:custGeom>
              <a:avLst/>
              <a:gdLst>
                <a:gd name="T0" fmla="*/ 264 w 16"/>
                <a:gd name="T1" fmla="*/ 327 h 19"/>
                <a:gd name="T2" fmla="*/ 0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16" y="18"/>
                  </a:moveTo>
                  <a:cubicBezTo>
                    <a:pt x="4" y="19"/>
                    <a:pt x="0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8" name="Freeform 683">
              <a:extLst>
                <a:ext uri="{FF2B5EF4-FFF2-40B4-BE49-F238E27FC236}">
                  <a16:creationId xmlns:a16="http://schemas.microsoft.com/office/drawing/2014/main" id="{631DC464-B7F6-43C2-BAF1-B06ACE42A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467"/>
              <a:ext cx="44" cy="48"/>
            </a:xfrm>
            <a:custGeom>
              <a:avLst/>
              <a:gdLst>
                <a:gd name="T0" fmla="*/ 289 w 25"/>
                <a:gd name="T1" fmla="*/ 476 h 27"/>
                <a:gd name="T2" fmla="*/ 403 w 25"/>
                <a:gd name="T3" fmla="*/ 247 h 27"/>
                <a:gd name="T4" fmla="*/ 86 w 25"/>
                <a:gd name="T5" fmla="*/ 21 h 27"/>
                <a:gd name="T6" fmla="*/ 0 w 25"/>
                <a:gd name="T7" fmla="*/ 11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7">
                  <a:moveTo>
                    <a:pt x="17" y="27"/>
                  </a:moveTo>
                  <a:cubicBezTo>
                    <a:pt x="23" y="23"/>
                    <a:pt x="25" y="21"/>
                    <a:pt x="24" y="14"/>
                  </a:cubicBezTo>
                  <a:cubicBezTo>
                    <a:pt x="23" y="4"/>
                    <a:pt x="18" y="0"/>
                    <a:pt x="5" y="1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9" name="Freeform 684">
              <a:extLst>
                <a:ext uri="{FF2B5EF4-FFF2-40B4-BE49-F238E27FC236}">
                  <a16:creationId xmlns:a16="http://schemas.microsoft.com/office/drawing/2014/main" id="{A82D5DC2-A722-4C05-8E26-56C49D74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450"/>
              <a:ext cx="49" cy="26"/>
            </a:xfrm>
            <a:custGeom>
              <a:avLst/>
              <a:gdLst>
                <a:gd name="T0" fmla="*/ 0 w 28"/>
                <a:gd name="T1" fmla="*/ 151 h 15"/>
                <a:gd name="T2" fmla="*/ 114 w 28"/>
                <a:gd name="T3" fmla="*/ 0 h 15"/>
                <a:gd name="T4" fmla="*/ 350 w 28"/>
                <a:gd name="T5" fmla="*/ 85 h 15"/>
                <a:gd name="T6" fmla="*/ 462 w 28"/>
                <a:gd name="T7" fmla="*/ 23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5">
                  <a:moveTo>
                    <a:pt x="0" y="10"/>
                  </a:moveTo>
                  <a:cubicBezTo>
                    <a:pt x="2" y="8"/>
                    <a:pt x="4" y="1"/>
                    <a:pt x="7" y="0"/>
                  </a:cubicBezTo>
                  <a:cubicBezTo>
                    <a:pt x="10" y="0"/>
                    <a:pt x="20" y="4"/>
                    <a:pt x="21" y="5"/>
                  </a:cubicBezTo>
                  <a:cubicBezTo>
                    <a:pt x="25" y="8"/>
                    <a:pt x="25" y="13"/>
                    <a:pt x="28" y="1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0" name="Freeform 685">
              <a:extLst>
                <a:ext uri="{FF2B5EF4-FFF2-40B4-BE49-F238E27FC236}">
                  <a16:creationId xmlns:a16="http://schemas.microsoft.com/office/drawing/2014/main" id="{1B285F0B-F066-4A44-8E07-C913BA160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411"/>
              <a:ext cx="39" cy="39"/>
            </a:xfrm>
            <a:custGeom>
              <a:avLst/>
              <a:gdLst>
                <a:gd name="T0" fmla="*/ 367 w 22"/>
                <a:gd name="T1" fmla="*/ 383 h 22"/>
                <a:gd name="T2" fmla="*/ 296 w 22"/>
                <a:gd name="T3" fmla="*/ 89 h 22"/>
                <a:gd name="T4" fmla="*/ 66 w 22"/>
                <a:gd name="T5" fmla="*/ 21 h 22"/>
                <a:gd name="T6" fmla="*/ 0 w 22"/>
                <a:gd name="T7" fmla="*/ 6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2">
                  <a:moveTo>
                    <a:pt x="21" y="22"/>
                  </a:moveTo>
                  <a:cubicBezTo>
                    <a:pt x="20" y="16"/>
                    <a:pt x="22" y="10"/>
                    <a:pt x="17" y="5"/>
                  </a:cubicBezTo>
                  <a:cubicBezTo>
                    <a:pt x="15" y="3"/>
                    <a:pt x="8" y="0"/>
                    <a:pt x="4" y="1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1" name="Freeform 686">
              <a:extLst>
                <a:ext uri="{FF2B5EF4-FFF2-40B4-BE49-F238E27FC236}">
                  <a16:creationId xmlns:a16="http://schemas.microsoft.com/office/drawing/2014/main" id="{57BAEBFC-4025-4631-AF7C-104A0292D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420"/>
              <a:ext cx="18" cy="58"/>
            </a:xfrm>
            <a:custGeom>
              <a:avLst/>
              <a:gdLst>
                <a:gd name="T0" fmla="*/ 117 w 10"/>
                <a:gd name="T1" fmla="*/ 0 h 33"/>
                <a:gd name="T2" fmla="*/ 23 w 10"/>
                <a:gd name="T3" fmla="*/ 135 h 33"/>
                <a:gd name="T4" fmla="*/ 74 w 10"/>
                <a:gd name="T5" fmla="*/ 315 h 33"/>
                <a:gd name="T6" fmla="*/ 187 w 10"/>
                <a:gd name="T7" fmla="*/ 55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3">
                  <a:moveTo>
                    <a:pt x="6" y="0"/>
                  </a:moveTo>
                  <a:cubicBezTo>
                    <a:pt x="4" y="2"/>
                    <a:pt x="1" y="4"/>
                    <a:pt x="1" y="8"/>
                  </a:cubicBezTo>
                  <a:cubicBezTo>
                    <a:pt x="0" y="11"/>
                    <a:pt x="3" y="16"/>
                    <a:pt x="4" y="19"/>
                  </a:cubicBezTo>
                  <a:cubicBezTo>
                    <a:pt x="5" y="23"/>
                    <a:pt x="5" y="32"/>
                    <a:pt x="10" y="3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2" name="Freeform 687">
              <a:extLst>
                <a:ext uri="{FF2B5EF4-FFF2-40B4-BE49-F238E27FC236}">
                  <a16:creationId xmlns:a16="http://schemas.microsoft.com/office/drawing/2014/main" id="{09D35F30-9D2A-4BDC-BA6D-FDF2B1033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448"/>
              <a:ext cx="41" cy="42"/>
            </a:xfrm>
            <a:custGeom>
              <a:avLst/>
              <a:gdLst>
                <a:gd name="T0" fmla="*/ 414 w 23"/>
                <a:gd name="T1" fmla="*/ 264 h 24"/>
                <a:gd name="T2" fmla="*/ 203 w 23"/>
                <a:gd name="T3" fmla="*/ 376 h 24"/>
                <a:gd name="T4" fmla="*/ 66 w 23"/>
                <a:gd name="T5" fmla="*/ 301 h 24"/>
                <a:gd name="T6" fmla="*/ 114 w 2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23" y="16"/>
                  </a:moveTo>
                  <a:cubicBezTo>
                    <a:pt x="20" y="19"/>
                    <a:pt x="15" y="24"/>
                    <a:pt x="11" y="23"/>
                  </a:cubicBezTo>
                  <a:cubicBezTo>
                    <a:pt x="9" y="23"/>
                    <a:pt x="5" y="19"/>
                    <a:pt x="4" y="18"/>
                  </a:cubicBezTo>
                  <a:cubicBezTo>
                    <a:pt x="0" y="12"/>
                    <a:pt x="2" y="4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3" name="Freeform 688">
              <a:extLst>
                <a:ext uri="{FF2B5EF4-FFF2-40B4-BE49-F238E27FC236}">
                  <a16:creationId xmlns:a16="http://schemas.microsoft.com/office/drawing/2014/main" id="{C910518E-0596-4192-BD3A-F33C02E28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492"/>
              <a:ext cx="29" cy="33"/>
            </a:xfrm>
            <a:custGeom>
              <a:avLst/>
              <a:gdLst>
                <a:gd name="T0" fmla="*/ 315 w 16"/>
                <a:gd name="T1" fmla="*/ 283 h 19"/>
                <a:gd name="T2" fmla="*/ 24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16" y="18"/>
                  </a:moveTo>
                  <a:cubicBezTo>
                    <a:pt x="5" y="19"/>
                    <a:pt x="0" y="9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4" name="Freeform 689">
              <a:extLst>
                <a:ext uri="{FF2B5EF4-FFF2-40B4-BE49-F238E27FC236}">
                  <a16:creationId xmlns:a16="http://schemas.microsoft.com/office/drawing/2014/main" id="{119516FD-1201-45E6-9AB6-F3E6C8B77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897"/>
              <a:ext cx="18" cy="53"/>
            </a:xfrm>
            <a:custGeom>
              <a:avLst/>
              <a:gdLst>
                <a:gd name="T0" fmla="*/ 94 w 10"/>
                <a:gd name="T1" fmla="*/ 0 h 30"/>
                <a:gd name="T2" fmla="*/ 52 w 10"/>
                <a:gd name="T3" fmla="*/ 244 h 30"/>
                <a:gd name="T4" fmla="*/ 187 w 10"/>
                <a:gd name="T5" fmla="*/ 343 h 30"/>
                <a:gd name="T6" fmla="*/ 169 w 10"/>
                <a:gd name="T7" fmla="*/ 51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5" y="0"/>
                  </a:moveTo>
                  <a:cubicBezTo>
                    <a:pt x="5" y="5"/>
                    <a:pt x="0" y="8"/>
                    <a:pt x="3" y="14"/>
                  </a:cubicBezTo>
                  <a:cubicBezTo>
                    <a:pt x="4" y="16"/>
                    <a:pt x="8" y="18"/>
                    <a:pt x="10" y="20"/>
                  </a:cubicBezTo>
                  <a:cubicBezTo>
                    <a:pt x="6" y="22"/>
                    <a:pt x="7" y="29"/>
                    <a:pt x="9" y="3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5" name="Freeform 690">
              <a:extLst>
                <a:ext uri="{FF2B5EF4-FFF2-40B4-BE49-F238E27FC236}">
                  <a16:creationId xmlns:a16="http://schemas.microsoft.com/office/drawing/2014/main" id="{15784A68-9EA4-4EBC-A596-6785D455F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950"/>
              <a:ext cx="23" cy="55"/>
            </a:xfrm>
            <a:custGeom>
              <a:avLst/>
              <a:gdLst>
                <a:gd name="T0" fmla="*/ 188 w 13"/>
                <a:gd name="T1" fmla="*/ 21 h 31"/>
                <a:gd name="T2" fmla="*/ 37 w 13"/>
                <a:gd name="T3" fmla="*/ 66 h 31"/>
                <a:gd name="T4" fmla="*/ 37 w 13"/>
                <a:gd name="T5" fmla="*/ 208 h 31"/>
                <a:gd name="T6" fmla="*/ 0 w 13"/>
                <a:gd name="T7" fmla="*/ 410 h 31"/>
                <a:gd name="T8" fmla="*/ 228 w 13"/>
                <a:gd name="T9" fmla="*/ 52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11" y="1"/>
                  </a:moveTo>
                  <a:cubicBezTo>
                    <a:pt x="7" y="1"/>
                    <a:pt x="4" y="0"/>
                    <a:pt x="2" y="4"/>
                  </a:cubicBezTo>
                  <a:cubicBezTo>
                    <a:pt x="1" y="6"/>
                    <a:pt x="2" y="10"/>
                    <a:pt x="2" y="12"/>
                  </a:cubicBezTo>
                  <a:cubicBezTo>
                    <a:pt x="2" y="15"/>
                    <a:pt x="0" y="20"/>
                    <a:pt x="0" y="23"/>
                  </a:cubicBezTo>
                  <a:cubicBezTo>
                    <a:pt x="1" y="31"/>
                    <a:pt x="8" y="31"/>
                    <a:pt x="13" y="3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6" name="Freeform 691">
              <a:extLst>
                <a:ext uri="{FF2B5EF4-FFF2-40B4-BE49-F238E27FC236}">
                  <a16:creationId xmlns:a16="http://schemas.microsoft.com/office/drawing/2014/main" id="{70A2AAD8-7944-4D11-AE50-3BEF936F7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901"/>
              <a:ext cx="28" cy="56"/>
            </a:xfrm>
            <a:custGeom>
              <a:avLst/>
              <a:gdLst>
                <a:gd name="T0" fmla="*/ 264 w 16"/>
                <a:gd name="T1" fmla="*/ 527 h 32"/>
                <a:gd name="T2" fmla="*/ 86 w 16"/>
                <a:gd name="T3" fmla="*/ 179 h 32"/>
                <a:gd name="T4" fmla="*/ 236 w 1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16" y="32"/>
                  </a:moveTo>
                  <a:cubicBezTo>
                    <a:pt x="5" y="28"/>
                    <a:pt x="0" y="24"/>
                    <a:pt x="5" y="11"/>
                  </a:cubicBezTo>
                  <a:cubicBezTo>
                    <a:pt x="6" y="7"/>
                    <a:pt x="13" y="3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7" name="Freeform 692">
              <a:extLst>
                <a:ext uri="{FF2B5EF4-FFF2-40B4-BE49-F238E27FC236}">
                  <a16:creationId xmlns:a16="http://schemas.microsoft.com/office/drawing/2014/main" id="{CE7FD8D5-1D94-4B67-B807-A37AD05CC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864"/>
              <a:ext cx="23" cy="54"/>
            </a:xfrm>
            <a:custGeom>
              <a:avLst/>
              <a:gdLst>
                <a:gd name="T0" fmla="*/ 228 w 13"/>
                <a:gd name="T1" fmla="*/ 498 h 31"/>
                <a:gd name="T2" fmla="*/ 50 w 13"/>
                <a:gd name="T3" fmla="*/ 213 h 31"/>
                <a:gd name="T4" fmla="*/ 156 w 13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1">
                  <a:moveTo>
                    <a:pt x="13" y="31"/>
                  </a:moveTo>
                  <a:cubicBezTo>
                    <a:pt x="7" y="25"/>
                    <a:pt x="0" y="22"/>
                    <a:pt x="3" y="13"/>
                  </a:cubicBezTo>
                  <a:cubicBezTo>
                    <a:pt x="4" y="8"/>
                    <a:pt x="6" y="3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8" name="Freeform 693">
              <a:extLst>
                <a:ext uri="{FF2B5EF4-FFF2-40B4-BE49-F238E27FC236}">
                  <a16:creationId xmlns:a16="http://schemas.microsoft.com/office/drawing/2014/main" id="{32E41C5C-DF18-4385-9FB4-A6A963E7B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892"/>
              <a:ext cx="18" cy="7"/>
            </a:xfrm>
            <a:custGeom>
              <a:avLst/>
              <a:gdLst>
                <a:gd name="T0" fmla="*/ 187 w 10"/>
                <a:gd name="T1" fmla="*/ 65 h 4"/>
                <a:gd name="T2" fmla="*/ 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7" y="2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9" name="Freeform 694">
              <a:extLst>
                <a:ext uri="{FF2B5EF4-FFF2-40B4-BE49-F238E27FC236}">
                  <a16:creationId xmlns:a16="http://schemas.microsoft.com/office/drawing/2014/main" id="{C2F39028-E89C-4622-9A13-0F73F3A52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019"/>
              <a:ext cx="26" cy="37"/>
            </a:xfrm>
            <a:custGeom>
              <a:avLst/>
              <a:gdLst>
                <a:gd name="T0" fmla="*/ 234 w 15"/>
                <a:gd name="T1" fmla="*/ 0 h 21"/>
                <a:gd name="T2" fmla="*/ 28 w 15"/>
                <a:gd name="T3" fmla="*/ 102 h 21"/>
                <a:gd name="T4" fmla="*/ 0 w 15"/>
                <a:gd name="T5" fmla="*/ 35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0"/>
                  </a:moveTo>
                  <a:cubicBezTo>
                    <a:pt x="10" y="2"/>
                    <a:pt x="5" y="1"/>
                    <a:pt x="2" y="6"/>
                  </a:cubicBezTo>
                  <a:cubicBezTo>
                    <a:pt x="0" y="10"/>
                    <a:pt x="1" y="17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0" name="Freeform 695">
              <a:extLst>
                <a:ext uri="{FF2B5EF4-FFF2-40B4-BE49-F238E27FC236}">
                  <a16:creationId xmlns:a16="http://schemas.microsoft.com/office/drawing/2014/main" id="{F99A5AAA-5FF4-4754-A8D6-B424F4A9C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991"/>
              <a:ext cx="40" cy="39"/>
            </a:xfrm>
            <a:custGeom>
              <a:avLst/>
              <a:gdLst>
                <a:gd name="T0" fmla="*/ 369 w 23"/>
                <a:gd name="T1" fmla="*/ 383 h 22"/>
                <a:gd name="T2" fmla="*/ 127 w 23"/>
                <a:gd name="T3" fmla="*/ 117 h 22"/>
                <a:gd name="T4" fmla="*/ 320 w 2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23" y="22"/>
                  </a:moveTo>
                  <a:cubicBezTo>
                    <a:pt x="14" y="20"/>
                    <a:pt x="0" y="18"/>
                    <a:pt x="8" y="7"/>
                  </a:cubicBezTo>
                  <a:cubicBezTo>
                    <a:pt x="12" y="2"/>
                    <a:pt x="18" y="2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1" name="Freeform 696">
              <a:extLst>
                <a:ext uri="{FF2B5EF4-FFF2-40B4-BE49-F238E27FC236}">
                  <a16:creationId xmlns:a16="http://schemas.microsoft.com/office/drawing/2014/main" id="{D5B3819E-5EDD-4BE3-B5AC-15055C661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003"/>
              <a:ext cx="2" cy="18"/>
            </a:xfrm>
            <a:custGeom>
              <a:avLst/>
              <a:gdLst>
                <a:gd name="T0" fmla="*/ 32 w 1"/>
                <a:gd name="T1" fmla="*/ 0 h 10"/>
                <a:gd name="T2" fmla="*/ 0 w 1"/>
                <a:gd name="T3" fmla="*/ 18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4"/>
                    <a:pt x="1" y="8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2" name="Freeform 697">
              <a:extLst>
                <a:ext uri="{FF2B5EF4-FFF2-40B4-BE49-F238E27FC236}">
                  <a16:creationId xmlns:a16="http://schemas.microsoft.com/office/drawing/2014/main" id="{ED4AEF6E-5D64-48F2-AA6A-465F33B16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938"/>
              <a:ext cx="24" cy="65"/>
            </a:xfrm>
            <a:custGeom>
              <a:avLst/>
              <a:gdLst>
                <a:gd name="T0" fmla="*/ 182 w 14"/>
                <a:gd name="T1" fmla="*/ 617 h 37"/>
                <a:gd name="T2" fmla="*/ 15 w 14"/>
                <a:gd name="T3" fmla="*/ 314 h 37"/>
                <a:gd name="T4" fmla="*/ 206 w 14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7">
                  <a:moveTo>
                    <a:pt x="12" y="37"/>
                  </a:moveTo>
                  <a:cubicBezTo>
                    <a:pt x="5" y="35"/>
                    <a:pt x="0" y="27"/>
                    <a:pt x="1" y="19"/>
                  </a:cubicBezTo>
                  <a:cubicBezTo>
                    <a:pt x="1" y="11"/>
                    <a:pt x="14" y="4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3" name="Freeform 698">
              <a:extLst>
                <a:ext uri="{FF2B5EF4-FFF2-40B4-BE49-F238E27FC236}">
                  <a16:creationId xmlns:a16="http://schemas.microsoft.com/office/drawing/2014/main" id="{B0CEB04A-97ED-4A41-ADFB-CAB06021E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021"/>
              <a:ext cx="12" cy="14"/>
            </a:xfrm>
            <a:custGeom>
              <a:avLst/>
              <a:gdLst>
                <a:gd name="T0" fmla="*/ 106 w 7"/>
                <a:gd name="T1" fmla="*/ 0 h 8"/>
                <a:gd name="T2" fmla="*/ 0 w 7"/>
                <a:gd name="T3" fmla="*/ 13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3" y="2"/>
                    <a:pt x="0" y="4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4" name="Freeform 699">
              <a:extLst>
                <a:ext uri="{FF2B5EF4-FFF2-40B4-BE49-F238E27FC236}">
                  <a16:creationId xmlns:a16="http://schemas.microsoft.com/office/drawing/2014/main" id="{A1B45DCC-E45F-47B0-AE64-BBEF9BF61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141"/>
              <a:ext cx="38" cy="90"/>
            </a:xfrm>
            <a:custGeom>
              <a:avLst/>
              <a:gdLst>
                <a:gd name="T0" fmla="*/ 409 w 21"/>
                <a:gd name="T1" fmla="*/ 0 h 51"/>
                <a:gd name="T2" fmla="*/ 367 w 21"/>
                <a:gd name="T3" fmla="*/ 309 h 51"/>
                <a:gd name="T4" fmla="*/ 356 w 21"/>
                <a:gd name="T5" fmla="*/ 82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1">
                  <a:moveTo>
                    <a:pt x="21" y="0"/>
                  </a:moveTo>
                  <a:cubicBezTo>
                    <a:pt x="18" y="5"/>
                    <a:pt x="15" y="13"/>
                    <a:pt x="19" y="18"/>
                  </a:cubicBezTo>
                  <a:cubicBezTo>
                    <a:pt x="0" y="18"/>
                    <a:pt x="7" y="51"/>
                    <a:pt x="18" y="4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5" name="Freeform 700">
              <a:extLst>
                <a:ext uri="{FF2B5EF4-FFF2-40B4-BE49-F238E27FC236}">
                  <a16:creationId xmlns:a16="http://schemas.microsoft.com/office/drawing/2014/main" id="{DACA3D5F-3B1E-4145-A019-A655E3E2F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187"/>
              <a:ext cx="25" cy="3"/>
            </a:xfrm>
            <a:custGeom>
              <a:avLst/>
              <a:gdLst>
                <a:gd name="T0" fmla="*/ 255 w 14"/>
                <a:gd name="T1" fmla="*/ 12 h 2"/>
                <a:gd name="T2" fmla="*/ 0 w 14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14" y="1"/>
                  </a:moveTo>
                  <a:cubicBezTo>
                    <a:pt x="10" y="2"/>
                    <a:pt x="5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6" name="Freeform 701">
              <a:extLst>
                <a:ext uri="{FF2B5EF4-FFF2-40B4-BE49-F238E27FC236}">
                  <a16:creationId xmlns:a16="http://schemas.microsoft.com/office/drawing/2014/main" id="{A9553454-7977-451B-A00A-A987E6395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3280"/>
              <a:ext cx="34" cy="37"/>
            </a:xfrm>
            <a:custGeom>
              <a:avLst/>
              <a:gdLst>
                <a:gd name="T0" fmla="*/ 349 w 19"/>
                <a:gd name="T1" fmla="*/ 358 h 21"/>
                <a:gd name="T2" fmla="*/ 0 w 1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1">
                  <a:moveTo>
                    <a:pt x="19" y="21"/>
                  </a:moveTo>
                  <a:cubicBezTo>
                    <a:pt x="4" y="20"/>
                    <a:pt x="4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7" name="Freeform 702">
              <a:extLst>
                <a:ext uri="{FF2B5EF4-FFF2-40B4-BE49-F238E27FC236}">
                  <a16:creationId xmlns:a16="http://schemas.microsoft.com/office/drawing/2014/main" id="{D17C0A09-46CD-4999-A997-D4EB53963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333"/>
              <a:ext cx="36" cy="44"/>
            </a:xfrm>
            <a:custGeom>
              <a:avLst/>
              <a:gdLst>
                <a:gd name="T0" fmla="*/ 239 w 20"/>
                <a:gd name="T1" fmla="*/ 0 h 25"/>
                <a:gd name="T2" fmla="*/ 239 w 20"/>
                <a:gd name="T3" fmla="*/ 306 h 25"/>
                <a:gd name="T4" fmla="*/ 0 w 20"/>
                <a:gd name="T5" fmla="*/ 4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13" y="0"/>
                  </a:moveTo>
                  <a:cubicBezTo>
                    <a:pt x="17" y="9"/>
                    <a:pt x="20" y="10"/>
                    <a:pt x="13" y="18"/>
                  </a:cubicBezTo>
                  <a:cubicBezTo>
                    <a:pt x="9" y="22"/>
                    <a:pt x="6" y="23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8" name="Freeform 703">
              <a:extLst>
                <a:ext uri="{FF2B5EF4-FFF2-40B4-BE49-F238E27FC236}">
                  <a16:creationId xmlns:a16="http://schemas.microsoft.com/office/drawing/2014/main" id="{A1F13A71-8C94-4E39-85F7-69F91EE35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354"/>
              <a:ext cx="50" cy="60"/>
            </a:xfrm>
            <a:custGeom>
              <a:avLst/>
              <a:gdLst>
                <a:gd name="T0" fmla="*/ 305 w 28"/>
                <a:gd name="T1" fmla="*/ 0 h 34"/>
                <a:gd name="T2" fmla="*/ 491 w 28"/>
                <a:gd name="T3" fmla="*/ 203 h 34"/>
                <a:gd name="T4" fmla="*/ 398 w 28"/>
                <a:gd name="T5" fmla="*/ 561 h 34"/>
                <a:gd name="T6" fmla="*/ 114 w 28"/>
                <a:gd name="T7" fmla="*/ 517 h 34"/>
                <a:gd name="T8" fmla="*/ 0 w 28"/>
                <a:gd name="T9" fmla="*/ 22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7" y="0"/>
                  </a:moveTo>
                  <a:cubicBezTo>
                    <a:pt x="21" y="4"/>
                    <a:pt x="25" y="6"/>
                    <a:pt x="27" y="12"/>
                  </a:cubicBezTo>
                  <a:cubicBezTo>
                    <a:pt x="28" y="18"/>
                    <a:pt x="27" y="30"/>
                    <a:pt x="22" y="33"/>
                  </a:cubicBezTo>
                  <a:cubicBezTo>
                    <a:pt x="19" y="34"/>
                    <a:pt x="8" y="32"/>
                    <a:pt x="6" y="30"/>
                  </a:cubicBezTo>
                  <a:cubicBezTo>
                    <a:pt x="2" y="26"/>
                    <a:pt x="3" y="17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9" name="Freeform 704">
              <a:extLst>
                <a:ext uri="{FF2B5EF4-FFF2-40B4-BE49-F238E27FC236}">
                  <a16:creationId xmlns:a16="http://schemas.microsoft.com/office/drawing/2014/main" id="{CED8D895-33E6-4602-A907-E5E14E85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372"/>
              <a:ext cx="65" cy="60"/>
            </a:xfrm>
            <a:custGeom>
              <a:avLst/>
              <a:gdLst>
                <a:gd name="T0" fmla="*/ 617 w 37"/>
                <a:gd name="T1" fmla="*/ 309 h 34"/>
                <a:gd name="T2" fmla="*/ 401 w 37"/>
                <a:gd name="T3" fmla="*/ 582 h 34"/>
                <a:gd name="T4" fmla="*/ 49 w 37"/>
                <a:gd name="T5" fmla="*/ 339 h 34"/>
                <a:gd name="T6" fmla="*/ 49 w 3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37" y="18"/>
                  </a:moveTo>
                  <a:cubicBezTo>
                    <a:pt x="32" y="23"/>
                    <a:pt x="29" y="30"/>
                    <a:pt x="24" y="34"/>
                  </a:cubicBezTo>
                  <a:cubicBezTo>
                    <a:pt x="18" y="29"/>
                    <a:pt x="7" y="27"/>
                    <a:pt x="3" y="20"/>
                  </a:cubicBezTo>
                  <a:cubicBezTo>
                    <a:pt x="0" y="15"/>
                    <a:pt x="1" y="5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0" name="Freeform 705">
              <a:extLst>
                <a:ext uri="{FF2B5EF4-FFF2-40B4-BE49-F238E27FC236}">
                  <a16:creationId xmlns:a16="http://schemas.microsoft.com/office/drawing/2014/main" id="{0F766D41-36EF-4A48-80F9-244873173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17"/>
              <a:ext cx="35" cy="58"/>
            </a:xfrm>
            <a:custGeom>
              <a:avLst/>
              <a:gdLst>
                <a:gd name="T0" fmla="*/ 327 w 20"/>
                <a:gd name="T1" fmla="*/ 503 h 33"/>
                <a:gd name="T2" fmla="*/ 102 w 20"/>
                <a:gd name="T3" fmla="*/ 503 h 33"/>
                <a:gd name="T4" fmla="*/ 37 w 20"/>
                <a:gd name="T5" fmla="*/ 374 h 33"/>
                <a:gd name="T6" fmla="*/ 49 w 20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3">
                  <a:moveTo>
                    <a:pt x="20" y="30"/>
                  </a:moveTo>
                  <a:cubicBezTo>
                    <a:pt x="15" y="32"/>
                    <a:pt x="10" y="33"/>
                    <a:pt x="6" y="30"/>
                  </a:cubicBezTo>
                  <a:cubicBezTo>
                    <a:pt x="0" y="25"/>
                    <a:pt x="3" y="27"/>
                    <a:pt x="2" y="22"/>
                  </a:cubicBezTo>
                  <a:cubicBezTo>
                    <a:pt x="1" y="15"/>
                    <a:pt x="1" y="7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1" name="Freeform 706">
              <a:extLst>
                <a:ext uri="{FF2B5EF4-FFF2-40B4-BE49-F238E27FC236}">
                  <a16:creationId xmlns:a16="http://schemas.microsoft.com/office/drawing/2014/main" id="{932598A8-C2B5-419B-9EBE-6E9408B31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315"/>
              <a:ext cx="7" cy="9"/>
            </a:xfrm>
            <a:custGeom>
              <a:avLst/>
              <a:gdLst>
                <a:gd name="T0" fmla="*/ 65 w 4"/>
                <a:gd name="T1" fmla="*/ 94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2" name="Freeform 707">
              <a:extLst>
                <a:ext uri="{FF2B5EF4-FFF2-40B4-BE49-F238E27FC236}">
                  <a16:creationId xmlns:a16="http://schemas.microsoft.com/office/drawing/2014/main" id="{CB67F121-0952-49FA-9357-2373CCE2A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083"/>
              <a:ext cx="3" cy="37"/>
            </a:xfrm>
            <a:custGeom>
              <a:avLst/>
              <a:gdLst>
                <a:gd name="T0" fmla="*/ 18 w 2"/>
                <a:gd name="T1" fmla="*/ 0 h 21"/>
                <a:gd name="T2" fmla="*/ 0 w 2"/>
                <a:gd name="T3" fmla="*/ 35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2" y="0"/>
                  </a:moveTo>
                  <a:cubicBezTo>
                    <a:pt x="2" y="7"/>
                    <a:pt x="2" y="16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3" name="Freeform 708">
              <a:extLst>
                <a:ext uri="{FF2B5EF4-FFF2-40B4-BE49-F238E27FC236}">
                  <a16:creationId xmlns:a16="http://schemas.microsoft.com/office/drawing/2014/main" id="{EFA6D709-33C1-4BB8-A31F-629DEB664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301"/>
              <a:ext cx="41" cy="57"/>
            </a:xfrm>
            <a:custGeom>
              <a:avLst/>
              <a:gdLst>
                <a:gd name="T0" fmla="*/ 414 w 23"/>
                <a:gd name="T1" fmla="*/ 21 h 32"/>
                <a:gd name="T2" fmla="*/ 66 w 23"/>
                <a:gd name="T3" fmla="*/ 273 h 32"/>
                <a:gd name="T4" fmla="*/ 166 w 23"/>
                <a:gd name="T5" fmla="*/ 57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23" y="1"/>
                  </a:moveTo>
                  <a:cubicBezTo>
                    <a:pt x="11" y="0"/>
                    <a:pt x="8" y="4"/>
                    <a:pt x="4" y="15"/>
                  </a:cubicBezTo>
                  <a:cubicBezTo>
                    <a:pt x="0" y="25"/>
                    <a:pt x="7" y="22"/>
                    <a:pt x="9" y="3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4" name="Freeform 709">
              <a:extLst>
                <a:ext uri="{FF2B5EF4-FFF2-40B4-BE49-F238E27FC236}">
                  <a16:creationId xmlns:a16="http://schemas.microsoft.com/office/drawing/2014/main" id="{2FAFEB2A-C218-4D47-B4BF-64EFB1AB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411"/>
              <a:ext cx="23" cy="5"/>
            </a:xfrm>
            <a:custGeom>
              <a:avLst/>
              <a:gdLst>
                <a:gd name="T0" fmla="*/ 228 w 13"/>
                <a:gd name="T1" fmla="*/ 0 h 3"/>
                <a:gd name="T2" fmla="*/ 0 w 1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13" y="0"/>
                  </a:moveTo>
                  <a:cubicBezTo>
                    <a:pt x="8" y="0"/>
                    <a:pt x="5" y="3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5" name="Freeform 710">
              <a:extLst>
                <a:ext uri="{FF2B5EF4-FFF2-40B4-BE49-F238E27FC236}">
                  <a16:creationId xmlns:a16="http://schemas.microsoft.com/office/drawing/2014/main" id="{E1057E78-A9C3-40A5-A991-B6318FD9B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430"/>
              <a:ext cx="48" cy="37"/>
            </a:xfrm>
            <a:custGeom>
              <a:avLst/>
              <a:gdLst>
                <a:gd name="T0" fmla="*/ 21 w 27"/>
                <a:gd name="T1" fmla="*/ 0 h 21"/>
                <a:gd name="T2" fmla="*/ 247 w 27"/>
                <a:gd name="T3" fmla="*/ 317 h 21"/>
                <a:gd name="T4" fmla="*/ 476 w 27"/>
                <a:gd name="T5" fmla="*/ 2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1" y="0"/>
                  </a:moveTo>
                  <a:cubicBezTo>
                    <a:pt x="0" y="10"/>
                    <a:pt x="4" y="16"/>
                    <a:pt x="14" y="19"/>
                  </a:cubicBezTo>
                  <a:cubicBezTo>
                    <a:pt x="18" y="20"/>
                    <a:pt x="25" y="21"/>
                    <a:pt x="27" y="1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6" name="Freeform 711">
              <a:extLst>
                <a:ext uri="{FF2B5EF4-FFF2-40B4-BE49-F238E27FC236}">
                  <a16:creationId xmlns:a16="http://schemas.microsoft.com/office/drawing/2014/main" id="{A8258AA0-7B5F-43C4-9A68-F043229EB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462"/>
              <a:ext cx="16" cy="56"/>
            </a:xfrm>
            <a:custGeom>
              <a:avLst/>
              <a:gdLst>
                <a:gd name="T0" fmla="*/ 117 w 9"/>
                <a:gd name="T1" fmla="*/ 0 h 32"/>
                <a:gd name="T2" fmla="*/ 37 w 9"/>
                <a:gd name="T3" fmla="*/ 376 h 32"/>
                <a:gd name="T4" fmla="*/ 158 w 9"/>
                <a:gd name="T5" fmla="*/ 52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2">
                  <a:moveTo>
                    <a:pt x="7" y="0"/>
                  </a:moveTo>
                  <a:cubicBezTo>
                    <a:pt x="3" y="5"/>
                    <a:pt x="0" y="18"/>
                    <a:pt x="2" y="23"/>
                  </a:cubicBezTo>
                  <a:cubicBezTo>
                    <a:pt x="3" y="26"/>
                    <a:pt x="9" y="32"/>
                    <a:pt x="9" y="3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7" name="Freeform 712">
              <a:extLst>
                <a:ext uri="{FF2B5EF4-FFF2-40B4-BE49-F238E27FC236}">
                  <a16:creationId xmlns:a16="http://schemas.microsoft.com/office/drawing/2014/main" id="{BBE9AABE-9255-42ED-96E7-943595144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428"/>
              <a:ext cx="42" cy="71"/>
            </a:xfrm>
            <a:custGeom>
              <a:avLst/>
              <a:gdLst>
                <a:gd name="T0" fmla="*/ 399 w 24"/>
                <a:gd name="T1" fmla="*/ 706 h 40"/>
                <a:gd name="T2" fmla="*/ 49 w 24"/>
                <a:gd name="T3" fmla="*/ 564 h 40"/>
                <a:gd name="T4" fmla="*/ 49 w 24"/>
                <a:gd name="T5" fmla="*/ 337 h 40"/>
                <a:gd name="T6" fmla="*/ 236 w 24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0">
                  <a:moveTo>
                    <a:pt x="24" y="40"/>
                  </a:moveTo>
                  <a:cubicBezTo>
                    <a:pt x="19" y="39"/>
                    <a:pt x="6" y="36"/>
                    <a:pt x="3" y="32"/>
                  </a:cubicBezTo>
                  <a:cubicBezTo>
                    <a:pt x="0" y="28"/>
                    <a:pt x="2" y="24"/>
                    <a:pt x="3" y="19"/>
                  </a:cubicBezTo>
                  <a:cubicBezTo>
                    <a:pt x="4" y="7"/>
                    <a:pt x="3" y="6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8" name="Freeform 713">
              <a:extLst>
                <a:ext uri="{FF2B5EF4-FFF2-40B4-BE49-F238E27FC236}">
                  <a16:creationId xmlns:a16="http://schemas.microsoft.com/office/drawing/2014/main" id="{BB38E936-7E08-4625-83D5-9E8B5E825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3487"/>
              <a:ext cx="16" cy="60"/>
            </a:xfrm>
            <a:custGeom>
              <a:avLst/>
              <a:gdLst>
                <a:gd name="T0" fmla="*/ 139 w 9"/>
                <a:gd name="T1" fmla="*/ 0 h 34"/>
                <a:gd name="T2" fmla="*/ 21 w 9"/>
                <a:gd name="T3" fmla="*/ 115 h 34"/>
                <a:gd name="T4" fmla="*/ 50 w 9"/>
                <a:gd name="T5" fmla="*/ 358 h 34"/>
                <a:gd name="T6" fmla="*/ 158 w 9"/>
                <a:gd name="T7" fmla="*/ 5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4">
                  <a:moveTo>
                    <a:pt x="8" y="0"/>
                  </a:moveTo>
                  <a:cubicBezTo>
                    <a:pt x="6" y="2"/>
                    <a:pt x="1" y="5"/>
                    <a:pt x="1" y="7"/>
                  </a:cubicBezTo>
                  <a:cubicBezTo>
                    <a:pt x="0" y="10"/>
                    <a:pt x="3" y="17"/>
                    <a:pt x="3" y="21"/>
                  </a:cubicBezTo>
                  <a:cubicBezTo>
                    <a:pt x="4" y="25"/>
                    <a:pt x="3" y="34"/>
                    <a:pt x="9" y="3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9" name="Freeform 714">
              <a:extLst>
                <a:ext uri="{FF2B5EF4-FFF2-40B4-BE49-F238E27FC236}">
                  <a16:creationId xmlns:a16="http://schemas.microsoft.com/office/drawing/2014/main" id="{62794836-C956-48D3-973C-FACAE1E83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497"/>
              <a:ext cx="43" cy="51"/>
            </a:xfrm>
            <a:custGeom>
              <a:avLst/>
              <a:gdLst>
                <a:gd name="T0" fmla="*/ 392 w 24"/>
                <a:gd name="T1" fmla="*/ 37 h 29"/>
                <a:gd name="T2" fmla="*/ 131 w 24"/>
                <a:gd name="T3" fmla="*/ 65 h 29"/>
                <a:gd name="T4" fmla="*/ 23 w 24"/>
                <a:gd name="T5" fmla="*/ 338 h 29"/>
                <a:gd name="T6" fmla="*/ 421 w 24"/>
                <a:gd name="T7" fmla="*/ 452 h 29"/>
                <a:gd name="T8" fmla="*/ 421 w 24"/>
                <a:gd name="T9" fmla="*/ 44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9">
                  <a:moveTo>
                    <a:pt x="21" y="2"/>
                  </a:moveTo>
                  <a:cubicBezTo>
                    <a:pt x="15" y="2"/>
                    <a:pt x="12" y="0"/>
                    <a:pt x="7" y="4"/>
                  </a:cubicBezTo>
                  <a:cubicBezTo>
                    <a:pt x="6" y="6"/>
                    <a:pt x="0" y="17"/>
                    <a:pt x="1" y="20"/>
                  </a:cubicBezTo>
                  <a:cubicBezTo>
                    <a:pt x="3" y="27"/>
                    <a:pt x="17" y="29"/>
                    <a:pt x="23" y="27"/>
                  </a:cubicBezTo>
                  <a:cubicBezTo>
                    <a:pt x="24" y="27"/>
                    <a:pt x="23" y="27"/>
                    <a:pt x="23" y="26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0" name="Freeform 715">
              <a:extLst>
                <a:ext uri="{FF2B5EF4-FFF2-40B4-BE49-F238E27FC236}">
                  <a16:creationId xmlns:a16="http://schemas.microsoft.com/office/drawing/2014/main" id="{6B3F8132-0202-40CD-9241-3232766F6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3450"/>
              <a:ext cx="49" cy="49"/>
            </a:xfrm>
            <a:custGeom>
              <a:avLst/>
              <a:gdLst>
                <a:gd name="T0" fmla="*/ 200 w 28"/>
                <a:gd name="T1" fmla="*/ 462 h 28"/>
                <a:gd name="T2" fmla="*/ 37 w 28"/>
                <a:gd name="T3" fmla="*/ 249 h 28"/>
                <a:gd name="T4" fmla="*/ 172 w 28"/>
                <a:gd name="T5" fmla="*/ 65 h 28"/>
                <a:gd name="T6" fmla="*/ 462 w 28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12" y="28"/>
                  </a:moveTo>
                  <a:cubicBezTo>
                    <a:pt x="5" y="28"/>
                    <a:pt x="0" y="20"/>
                    <a:pt x="2" y="15"/>
                  </a:cubicBezTo>
                  <a:cubicBezTo>
                    <a:pt x="2" y="13"/>
                    <a:pt x="8" y="5"/>
                    <a:pt x="10" y="4"/>
                  </a:cubicBezTo>
                  <a:cubicBezTo>
                    <a:pt x="14" y="1"/>
                    <a:pt x="25" y="3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1" name="Freeform 716">
              <a:extLst>
                <a:ext uri="{FF2B5EF4-FFF2-40B4-BE49-F238E27FC236}">
                  <a16:creationId xmlns:a16="http://schemas.microsoft.com/office/drawing/2014/main" id="{F5C6BACC-33F6-497E-82D3-189161927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402"/>
              <a:ext cx="28" cy="53"/>
            </a:xfrm>
            <a:custGeom>
              <a:avLst/>
              <a:gdLst>
                <a:gd name="T0" fmla="*/ 172 w 16"/>
                <a:gd name="T1" fmla="*/ 518 h 30"/>
                <a:gd name="T2" fmla="*/ 21 w 16"/>
                <a:gd name="T3" fmla="*/ 187 h 30"/>
                <a:gd name="T4" fmla="*/ 26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0" y="30"/>
                  </a:moveTo>
                  <a:cubicBezTo>
                    <a:pt x="7" y="25"/>
                    <a:pt x="0" y="16"/>
                    <a:pt x="1" y="11"/>
                  </a:cubicBezTo>
                  <a:cubicBezTo>
                    <a:pt x="3" y="6"/>
                    <a:pt x="12" y="3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2" name="Freeform 717">
              <a:extLst>
                <a:ext uri="{FF2B5EF4-FFF2-40B4-BE49-F238E27FC236}">
                  <a16:creationId xmlns:a16="http://schemas.microsoft.com/office/drawing/2014/main" id="{DFBCE0CB-2594-4080-8E6E-AD106D31F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515"/>
              <a:ext cx="46" cy="35"/>
            </a:xfrm>
            <a:custGeom>
              <a:avLst/>
              <a:gdLst>
                <a:gd name="T0" fmla="*/ 448 w 26"/>
                <a:gd name="T1" fmla="*/ 327 h 20"/>
                <a:gd name="T2" fmla="*/ 203 w 26"/>
                <a:gd name="T3" fmla="*/ 21 h 20"/>
                <a:gd name="T4" fmla="*/ 0 w 26"/>
                <a:gd name="T5" fmla="*/ 21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26" y="20"/>
                  </a:moveTo>
                  <a:cubicBezTo>
                    <a:pt x="21" y="11"/>
                    <a:pt x="23" y="0"/>
                    <a:pt x="12" y="1"/>
                  </a:cubicBezTo>
                  <a:cubicBezTo>
                    <a:pt x="5" y="2"/>
                    <a:pt x="2" y="7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3" name="Freeform 718">
              <a:extLst>
                <a:ext uri="{FF2B5EF4-FFF2-40B4-BE49-F238E27FC236}">
                  <a16:creationId xmlns:a16="http://schemas.microsoft.com/office/drawing/2014/main" id="{6713A576-1B80-4C31-AF56-80228542B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3527"/>
              <a:ext cx="32" cy="9"/>
            </a:xfrm>
            <a:custGeom>
              <a:avLst/>
              <a:gdLst>
                <a:gd name="T0" fmla="*/ 320 w 18"/>
                <a:gd name="T1" fmla="*/ 94 h 5"/>
                <a:gd name="T2" fmla="*/ 0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5"/>
                  </a:moveTo>
                  <a:cubicBezTo>
                    <a:pt x="13" y="0"/>
                    <a:pt x="5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4" name="Freeform 719">
              <a:extLst>
                <a:ext uri="{FF2B5EF4-FFF2-40B4-BE49-F238E27FC236}">
                  <a16:creationId xmlns:a16="http://schemas.microsoft.com/office/drawing/2014/main" id="{8403A165-F8A9-4060-BC33-27213F0CE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494"/>
              <a:ext cx="29" cy="12"/>
            </a:xfrm>
            <a:custGeom>
              <a:avLst/>
              <a:gdLst>
                <a:gd name="T0" fmla="*/ 315 w 16"/>
                <a:gd name="T1" fmla="*/ 0 h 7"/>
                <a:gd name="T2" fmla="*/ 0 w 16"/>
                <a:gd name="T3" fmla="*/ 2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16" y="0"/>
                  </a:moveTo>
                  <a:cubicBezTo>
                    <a:pt x="8" y="7"/>
                    <a:pt x="9" y="5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5" name="Freeform 720">
              <a:extLst>
                <a:ext uri="{FF2B5EF4-FFF2-40B4-BE49-F238E27FC236}">
                  <a16:creationId xmlns:a16="http://schemas.microsoft.com/office/drawing/2014/main" id="{DA7AC1A7-5922-40ED-9028-CA82C1657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3301"/>
              <a:ext cx="18" cy="25"/>
            </a:xfrm>
            <a:custGeom>
              <a:avLst/>
              <a:gdLst>
                <a:gd name="T0" fmla="*/ 187 w 10"/>
                <a:gd name="T1" fmla="*/ 255 h 14"/>
                <a:gd name="T2" fmla="*/ 0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14"/>
                  </a:moveTo>
                  <a:cubicBezTo>
                    <a:pt x="4" y="10"/>
                    <a:pt x="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6" name="Freeform 721">
              <a:extLst>
                <a:ext uri="{FF2B5EF4-FFF2-40B4-BE49-F238E27FC236}">
                  <a16:creationId xmlns:a16="http://schemas.microsoft.com/office/drawing/2014/main" id="{907EBA66-C13B-4FC9-8DCC-38DDBA85D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359"/>
              <a:ext cx="46" cy="35"/>
            </a:xfrm>
            <a:custGeom>
              <a:avLst/>
              <a:gdLst>
                <a:gd name="T0" fmla="*/ 448 w 26"/>
                <a:gd name="T1" fmla="*/ 0 h 20"/>
                <a:gd name="T2" fmla="*/ 294 w 26"/>
                <a:gd name="T3" fmla="*/ 301 h 20"/>
                <a:gd name="T4" fmla="*/ 0 w 26"/>
                <a:gd name="T5" fmla="*/ 30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26" y="0"/>
                  </a:moveTo>
                  <a:cubicBezTo>
                    <a:pt x="26" y="6"/>
                    <a:pt x="22" y="15"/>
                    <a:pt x="17" y="18"/>
                  </a:cubicBezTo>
                  <a:cubicBezTo>
                    <a:pt x="14" y="20"/>
                    <a:pt x="2" y="20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7" name="Freeform 722">
              <a:extLst>
                <a:ext uri="{FF2B5EF4-FFF2-40B4-BE49-F238E27FC236}">
                  <a16:creationId xmlns:a16="http://schemas.microsoft.com/office/drawing/2014/main" id="{C883BEF7-FB9A-4B33-B625-B3BADF314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269"/>
              <a:ext cx="46" cy="35"/>
            </a:xfrm>
            <a:custGeom>
              <a:avLst/>
              <a:gdLst>
                <a:gd name="T0" fmla="*/ 403 w 26"/>
                <a:gd name="T1" fmla="*/ 0 h 20"/>
                <a:gd name="T2" fmla="*/ 432 w 26"/>
                <a:gd name="T3" fmla="*/ 102 h 20"/>
                <a:gd name="T4" fmla="*/ 382 w 26"/>
                <a:gd name="T5" fmla="*/ 151 h 20"/>
                <a:gd name="T6" fmla="*/ 276 w 26"/>
                <a:gd name="T7" fmla="*/ 249 h 20"/>
                <a:gd name="T8" fmla="*/ 0 w 26"/>
                <a:gd name="T9" fmla="*/ 2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0">
                  <a:moveTo>
                    <a:pt x="23" y="0"/>
                  </a:moveTo>
                  <a:cubicBezTo>
                    <a:pt x="25" y="2"/>
                    <a:pt x="26" y="4"/>
                    <a:pt x="25" y="6"/>
                  </a:cubicBezTo>
                  <a:cubicBezTo>
                    <a:pt x="25" y="7"/>
                    <a:pt x="22" y="8"/>
                    <a:pt x="22" y="9"/>
                  </a:cubicBezTo>
                  <a:cubicBezTo>
                    <a:pt x="20" y="11"/>
                    <a:pt x="18" y="13"/>
                    <a:pt x="16" y="15"/>
                  </a:cubicBezTo>
                  <a:cubicBezTo>
                    <a:pt x="12" y="20"/>
                    <a:pt x="5" y="19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8" name="Freeform 723">
              <a:extLst>
                <a:ext uri="{FF2B5EF4-FFF2-40B4-BE49-F238E27FC236}">
                  <a16:creationId xmlns:a16="http://schemas.microsoft.com/office/drawing/2014/main" id="{C0EA535A-8F47-482F-90A7-029B2F1DE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262"/>
              <a:ext cx="27" cy="28"/>
            </a:xfrm>
            <a:custGeom>
              <a:avLst/>
              <a:gdLst>
                <a:gd name="T0" fmla="*/ 284 w 15"/>
                <a:gd name="T1" fmla="*/ 0 h 16"/>
                <a:gd name="T2" fmla="*/ 0 w 15"/>
                <a:gd name="T3" fmla="*/ 26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3" y="10"/>
                    <a:pt x="12" y="15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9" name="Freeform 724">
              <a:extLst>
                <a:ext uri="{FF2B5EF4-FFF2-40B4-BE49-F238E27FC236}">
                  <a16:creationId xmlns:a16="http://schemas.microsoft.com/office/drawing/2014/main" id="{4FD05BDE-F480-4107-9943-DD547745E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301"/>
              <a:ext cx="12" cy="2"/>
            </a:xfrm>
            <a:custGeom>
              <a:avLst/>
              <a:gdLst>
                <a:gd name="T0" fmla="*/ 106 w 7"/>
                <a:gd name="T1" fmla="*/ 0 h 1"/>
                <a:gd name="T2" fmla="*/ 0 w 7"/>
                <a:gd name="T3" fmla="*/ 32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0" name="Freeform 725">
              <a:extLst>
                <a:ext uri="{FF2B5EF4-FFF2-40B4-BE49-F238E27FC236}">
                  <a16:creationId xmlns:a16="http://schemas.microsoft.com/office/drawing/2014/main" id="{CBA7CF79-D790-4E46-9022-69792CF44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327"/>
              <a:ext cx="20" cy="39"/>
            </a:xfrm>
            <a:custGeom>
              <a:avLst/>
              <a:gdLst>
                <a:gd name="T0" fmla="*/ 0 w 11"/>
                <a:gd name="T1" fmla="*/ 0 h 22"/>
                <a:gd name="T2" fmla="*/ 215 w 11"/>
                <a:gd name="T3" fmla="*/ 245 h 22"/>
                <a:gd name="T4" fmla="*/ 162 w 11"/>
                <a:gd name="T5" fmla="*/ 38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5" y="2"/>
                    <a:pt x="11" y="8"/>
                    <a:pt x="11" y="14"/>
                  </a:cubicBezTo>
                  <a:cubicBezTo>
                    <a:pt x="11" y="17"/>
                    <a:pt x="9" y="20"/>
                    <a:pt x="8" y="2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1" name="Freeform 726">
              <a:extLst>
                <a:ext uri="{FF2B5EF4-FFF2-40B4-BE49-F238E27FC236}">
                  <a16:creationId xmlns:a16="http://schemas.microsoft.com/office/drawing/2014/main" id="{8CF9C1A6-98A8-429C-9231-12204DD17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364"/>
              <a:ext cx="10" cy="7"/>
            </a:xfrm>
            <a:custGeom>
              <a:avLst/>
              <a:gdLst>
                <a:gd name="T0" fmla="*/ 0 w 6"/>
                <a:gd name="T1" fmla="*/ 0 h 4"/>
                <a:gd name="T2" fmla="*/ 78 w 6"/>
                <a:gd name="T3" fmla="*/ 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1"/>
                    <a:pt x="4" y="2"/>
                    <a:pt x="6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" name="Freeform 727">
              <a:extLst>
                <a:ext uri="{FF2B5EF4-FFF2-40B4-BE49-F238E27FC236}">
                  <a16:creationId xmlns:a16="http://schemas.microsoft.com/office/drawing/2014/main" id="{F1FD9393-B8A7-4B0A-85BF-60B2BB1E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456"/>
              <a:ext cx="6" cy="9"/>
            </a:xfrm>
            <a:custGeom>
              <a:avLst/>
              <a:gdLst>
                <a:gd name="T0" fmla="*/ 96 w 3"/>
                <a:gd name="T1" fmla="*/ 0 h 5"/>
                <a:gd name="T2" fmla="*/ 0 w 3"/>
                <a:gd name="T3" fmla="*/ 7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3"/>
                    <a:pt x="2" y="5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" name="Freeform 728">
              <a:extLst>
                <a:ext uri="{FF2B5EF4-FFF2-40B4-BE49-F238E27FC236}">
                  <a16:creationId xmlns:a16="http://schemas.microsoft.com/office/drawing/2014/main" id="{B980CE26-7E2C-437B-A7B1-2F5CCEDF6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525"/>
              <a:ext cx="18" cy="7"/>
            </a:xfrm>
            <a:custGeom>
              <a:avLst/>
              <a:gdLst>
                <a:gd name="T0" fmla="*/ 187 w 10"/>
                <a:gd name="T1" fmla="*/ 0 h 4"/>
                <a:gd name="T2" fmla="*/ 0 w 10"/>
                <a:gd name="T3" fmla="*/ 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1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" name="Oval 729">
              <a:extLst>
                <a:ext uri="{FF2B5EF4-FFF2-40B4-BE49-F238E27FC236}">
                  <a16:creationId xmlns:a16="http://schemas.microsoft.com/office/drawing/2014/main" id="{F166F44D-6927-43CF-BDF8-2E3170C54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75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05" name="Oval 730">
              <a:extLst>
                <a:ext uri="{FF2B5EF4-FFF2-40B4-BE49-F238E27FC236}">
                  <a16:creationId xmlns:a16="http://schemas.microsoft.com/office/drawing/2014/main" id="{C3A1D672-C060-4D8B-810B-39FD5A0CB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75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06" name="Oval 731">
              <a:extLst>
                <a:ext uri="{FF2B5EF4-FFF2-40B4-BE49-F238E27FC236}">
                  <a16:creationId xmlns:a16="http://schemas.microsoft.com/office/drawing/2014/main" id="{5486EFBD-38AC-4683-9F1D-306CA3A1E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2717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07" name="Oval 732">
              <a:extLst>
                <a:ext uri="{FF2B5EF4-FFF2-40B4-BE49-F238E27FC236}">
                  <a16:creationId xmlns:a16="http://schemas.microsoft.com/office/drawing/2014/main" id="{600D629D-8F72-4B65-BD16-F223EE762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2724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08" name="Oval 733">
              <a:extLst>
                <a:ext uri="{FF2B5EF4-FFF2-40B4-BE49-F238E27FC236}">
                  <a16:creationId xmlns:a16="http://schemas.microsoft.com/office/drawing/2014/main" id="{947A1FFF-0237-4608-B4A2-0A183D393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2694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09" name="Oval 734">
              <a:extLst>
                <a:ext uri="{FF2B5EF4-FFF2-40B4-BE49-F238E27FC236}">
                  <a16:creationId xmlns:a16="http://schemas.microsoft.com/office/drawing/2014/main" id="{DB09BEB8-3216-4ACA-AA04-B86423A06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2730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0" name="Oval 735">
              <a:extLst>
                <a:ext uri="{FF2B5EF4-FFF2-40B4-BE49-F238E27FC236}">
                  <a16:creationId xmlns:a16="http://schemas.microsoft.com/office/drawing/2014/main" id="{9793FB25-96C4-4D56-807A-3FF45A8A9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276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1" name="Oval 736">
              <a:extLst>
                <a:ext uri="{FF2B5EF4-FFF2-40B4-BE49-F238E27FC236}">
                  <a16:creationId xmlns:a16="http://schemas.microsoft.com/office/drawing/2014/main" id="{D61756DD-3E47-4846-AADE-15CF29C36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802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2" name="Oval 737">
              <a:extLst>
                <a:ext uri="{FF2B5EF4-FFF2-40B4-BE49-F238E27FC236}">
                  <a16:creationId xmlns:a16="http://schemas.microsoft.com/office/drawing/2014/main" id="{AD6C864C-E6D3-4330-A269-3267EB3BF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811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3" name="Oval 738">
              <a:extLst>
                <a:ext uri="{FF2B5EF4-FFF2-40B4-BE49-F238E27FC236}">
                  <a16:creationId xmlns:a16="http://schemas.microsoft.com/office/drawing/2014/main" id="{998E8057-7F6E-4C0F-A1B2-64A90A975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84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4" name="Oval 739">
              <a:extLst>
                <a:ext uri="{FF2B5EF4-FFF2-40B4-BE49-F238E27FC236}">
                  <a16:creationId xmlns:a16="http://schemas.microsoft.com/office/drawing/2014/main" id="{14796555-3564-4073-A6A6-EC1E2D62A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2791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5" name="Oval 740">
              <a:extLst>
                <a:ext uri="{FF2B5EF4-FFF2-40B4-BE49-F238E27FC236}">
                  <a16:creationId xmlns:a16="http://schemas.microsoft.com/office/drawing/2014/main" id="{EDC7786B-F04E-4B1A-B96D-3AB1ECB7A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864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6" name="Oval 741">
              <a:extLst>
                <a:ext uri="{FF2B5EF4-FFF2-40B4-BE49-F238E27FC236}">
                  <a16:creationId xmlns:a16="http://schemas.microsoft.com/office/drawing/2014/main" id="{0C62ED6E-F9FE-4A03-BEE0-1D2C5E975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906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7" name="Oval 742">
              <a:extLst>
                <a:ext uri="{FF2B5EF4-FFF2-40B4-BE49-F238E27FC236}">
                  <a16:creationId xmlns:a16="http://schemas.microsoft.com/office/drawing/2014/main" id="{4CBCD04F-8A66-4772-AC12-D2D944AB0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1" y="2876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8" name="Oval 743">
              <a:extLst>
                <a:ext uri="{FF2B5EF4-FFF2-40B4-BE49-F238E27FC236}">
                  <a16:creationId xmlns:a16="http://schemas.microsoft.com/office/drawing/2014/main" id="{F76398D5-336F-4BC0-893F-193C74AA8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911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9" name="Oval 744">
              <a:extLst>
                <a:ext uri="{FF2B5EF4-FFF2-40B4-BE49-F238E27FC236}">
                  <a16:creationId xmlns:a16="http://schemas.microsoft.com/office/drawing/2014/main" id="{1BFD03D6-8725-47A3-8D4F-B8061EA50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895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0" name="Oval 745">
              <a:extLst>
                <a:ext uri="{FF2B5EF4-FFF2-40B4-BE49-F238E27FC236}">
                  <a16:creationId xmlns:a16="http://schemas.microsoft.com/office/drawing/2014/main" id="{4D55A09F-D10A-452A-9269-11F00328B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2855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1" name="Oval 746">
              <a:extLst>
                <a:ext uri="{FF2B5EF4-FFF2-40B4-BE49-F238E27FC236}">
                  <a16:creationId xmlns:a16="http://schemas.microsoft.com/office/drawing/2014/main" id="{BD35474E-5C2E-4D12-A5EB-8248C8808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830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2" name="Oval 747">
              <a:extLst>
                <a:ext uri="{FF2B5EF4-FFF2-40B4-BE49-F238E27FC236}">
                  <a16:creationId xmlns:a16="http://schemas.microsoft.com/office/drawing/2014/main" id="{02E2BA6F-0318-4062-9980-A72480628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839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3" name="Oval 748">
              <a:extLst>
                <a:ext uri="{FF2B5EF4-FFF2-40B4-BE49-F238E27FC236}">
                  <a16:creationId xmlns:a16="http://schemas.microsoft.com/office/drawing/2014/main" id="{97A5D3E3-4931-446F-9B3B-D1061E648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680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4" name="Oval 749">
              <a:extLst>
                <a:ext uri="{FF2B5EF4-FFF2-40B4-BE49-F238E27FC236}">
                  <a16:creationId xmlns:a16="http://schemas.microsoft.com/office/drawing/2014/main" id="{C7671774-60DC-4E07-81DB-36F46646F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63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5" name="Oval 750">
              <a:extLst>
                <a:ext uri="{FF2B5EF4-FFF2-40B4-BE49-F238E27FC236}">
                  <a16:creationId xmlns:a16="http://schemas.microsoft.com/office/drawing/2014/main" id="{F81501C5-E9C8-4E40-9C88-B28E5DBE3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626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6" name="Oval 751">
              <a:extLst>
                <a:ext uri="{FF2B5EF4-FFF2-40B4-BE49-F238E27FC236}">
                  <a16:creationId xmlns:a16="http://schemas.microsoft.com/office/drawing/2014/main" id="{EB60B4A7-4874-4010-B49D-5513CF2CC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594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7" name="Oval 752">
              <a:extLst>
                <a:ext uri="{FF2B5EF4-FFF2-40B4-BE49-F238E27FC236}">
                  <a16:creationId xmlns:a16="http://schemas.microsoft.com/office/drawing/2014/main" id="{6C5DE41E-8DFF-4871-8E6E-35E0037DB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2588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8" name="Oval 753">
              <a:extLst>
                <a:ext uri="{FF2B5EF4-FFF2-40B4-BE49-F238E27FC236}">
                  <a16:creationId xmlns:a16="http://schemas.microsoft.com/office/drawing/2014/main" id="{E8D7F7CA-39B2-41CD-A8A5-8C9FA417D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641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9" name="Oval 754">
              <a:extLst>
                <a:ext uri="{FF2B5EF4-FFF2-40B4-BE49-F238E27FC236}">
                  <a16:creationId xmlns:a16="http://schemas.microsoft.com/office/drawing/2014/main" id="{DEBE581E-6DCA-4CAE-BABB-7EB07FDBA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266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30" name="Oval 755">
              <a:extLst>
                <a:ext uri="{FF2B5EF4-FFF2-40B4-BE49-F238E27FC236}">
                  <a16:creationId xmlns:a16="http://schemas.microsoft.com/office/drawing/2014/main" id="{D04F60EE-65F2-4C89-94D5-5B563EBD2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624"/>
              <a:ext cx="13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31" name="Oval 756">
              <a:extLst>
                <a:ext uri="{FF2B5EF4-FFF2-40B4-BE49-F238E27FC236}">
                  <a16:creationId xmlns:a16="http://schemas.microsoft.com/office/drawing/2014/main" id="{027A4F68-F558-4063-9723-DFEEAF047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4" y="2659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32" name="Oval 757">
              <a:extLst>
                <a:ext uri="{FF2B5EF4-FFF2-40B4-BE49-F238E27FC236}">
                  <a16:creationId xmlns:a16="http://schemas.microsoft.com/office/drawing/2014/main" id="{9B5DAF79-7433-4234-A088-D21520BF3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698"/>
              <a:ext cx="12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33" name="Oval 758">
              <a:extLst>
                <a:ext uri="{FF2B5EF4-FFF2-40B4-BE49-F238E27FC236}">
                  <a16:creationId xmlns:a16="http://schemas.microsoft.com/office/drawing/2014/main" id="{0E0D080C-2900-4D74-AF35-8A9FB076E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557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34" name="Oval 759">
              <a:extLst>
                <a:ext uri="{FF2B5EF4-FFF2-40B4-BE49-F238E27FC236}">
                  <a16:creationId xmlns:a16="http://schemas.microsoft.com/office/drawing/2014/main" id="{29B3CC4D-CFEF-4710-8AE2-15619CD7E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54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35" name="Oval 760">
              <a:extLst>
                <a:ext uri="{FF2B5EF4-FFF2-40B4-BE49-F238E27FC236}">
                  <a16:creationId xmlns:a16="http://schemas.microsoft.com/office/drawing/2014/main" id="{C26DE31E-5966-4C94-8454-A848F392A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2539"/>
              <a:ext cx="10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36" name="Oval 761">
              <a:extLst>
                <a:ext uri="{FF2B5EF4-FFF2-40B4-BE49-F238E27FC236}">
                  <a16:creationId xmlns:a16="http://schemas.microsoft.com/office/drawing/2014/main" id="{8A6FD915-3B6A-496D-9A05-58A5F6177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2514"/>
              <a:ext cx="11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37" name="Oval 762">
              <a:extLst>
                <a:ext uri="{FF2B5EF4-FFF2-40B4-BE49-F238E27FC236}">
                  <a16:creationId xmlns:a16="http://schemas.microsoft.com/office/drawing/2014/main" id="{43E624FC-EF68-4A1F-89AF-56911CC4B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486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38" name="Oval 763">
              <a:extLst>
                <a:ext uri="{FF2B5EF4-FFF2-40B4-BE49-F238E27FC236}">
                  <a16:creationId xmlns:a16="http://schemas.microsoft.com/office/drawing/2014/main" id="{7A1DE817-AB00-4094-A1EB-6FF4CAE5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442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39" name="Oval 764">
              <a:extLst>
                <a:ext uri="{FF2B5EF4-FFF2-40B4-BE49-F238E27FC236}">
                  <a16:creationId xmlns:a16="http://schemas.microsoft.com/office/drawing/2014/main" id="{32665B79-5F96-437C-842A-766A4684C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474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40" name="Oval 765">
              <a:extLst>
                <a:ext uri="{FF2B5EF4-FFF2-40B4-BE49-F238E27FC236}">
                  <a16:creationId xmlns:a16="http://schemas.microsoft.com/office/drawing/2014/main" id="{606E8D01-3B3C-478B-9DFA-32BAF91B0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426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41" name="Oval 766">
              <a:extLst>
                <a:ext uri="{FF2B5EF4-FFF2-40B4-BE49-F238E27FC236}">
                  <a16:creationId xmlns:a16="http://schemas.microsoft.com/office/drawing/2014/main" id="{8DBA251D-614D-46A6-A38F-7CE21055E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391"/>
              <a:ext cx="12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42" name="Oval 767">
              <a:extLst>
                <a:ext uri="{FF2B5EF4-FFF2-40B4-BE49-F238E27FC236}">
                  <a16:creationId xmlns:a16="http://schemas.microsoft.com/office/drawing/2014/main" id="{6909A844-01B1-4420-84AF-4211ACA0B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407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43" name="Oval 768">
              <a:extLst>
                <a:ext uri="{FF2B5EF4-FFF2-40B4-BE49-F238E27FC236}">
                  <a16:creationId xmlns:a16="http://schemas.microsoft.com/office/drawing/2014/main" id="{20B60405-CE75-4EC0-8C41-EDD7EC602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236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44" name="Oval 769">
              <a:extLst>
                <a:ext uri="{FF2B5EF4-FFF2-40B4-BE49-F238E27FC236}">
                  <a16:creationId xmlns:a16="http://schemas.microsoft.com/office/drawing/2014/main" id="{870DAAA4-FFB0-4675-AC8A-847A6DD57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320"/>
              <a:ext cx="10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45" name="Oval 770">
              <a:extLst>
                <a:ext uri="{FF2B5EF4-FFF2-40B4-BE49-F238E27FC236}">
                  <a16:creationId xmlns:a16="http://schemas.microsoft.com/office/drawing/2014/main" id="{B4093D1F-9A2A-4D38-B3DA-8DD9780AE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2297"/>
              <a:ext cx="11" cy="13"/>
            </a:xfrm>
            <a:prstGeom prst="ellipse">
              <a:avLst/>
            </a:prstGeom>
            <a:solidFill>
              <a:srgbClr val="DE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46" name="Oval 771">
              <a:extLst>
                <a:ext uri="{FF2B5EF4-FFF2-40B4-BE49-F238E27FC236}">
                  <a16:creationId xmlns:a16="http://schemas.microsoft.com/office/drawing/2014/main" id="{93B0A37A-BB16-4CF3-A7FF-9E8230484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274"/>
              <a:ext cx="12" cy="13"/>
            </a:xfrm>
            <a:prstGeom prst="ellipse">
              <a:avLst/>
            </a:prstGeom>
            <a:solidFill>
              <a:srgbClr val="DE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47" name="Oval 772">
              <a:extLst>
                <a:ext uri="{FF2B5EF4-FFF2-40B4-BE49-F238E27FC236}">
                  <a16:creationId xmlns:a16="http://schemas.microsoft.com/office/drawing/2014/main" id="{7F083F22-8848-4F75-B1A4-B59D3D2E4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2306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48" name="Oval 773">
              <a:extLst>
                <a:ext uri="{FF2B5EF4-FFF2-40B4-BE49-F238E27FC236}">
                  <a16:creationId xmlns:a16="http://schemas.microsoft.com/office/drawing/2014/main" id="{81FF5AD3-799A-4262-B35A-74F322DA0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2341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49" name="Oval 774">
              <a:extLst>
                <a:ext uri="{FF2B5EF4-FFF2-40B4-BE49-F238E27FC236}">
                  <a16:creationId xmlns:a16="http://schemas.microsoft.com/office/drawing/2014/main" id="{77CBD98B-56BC-415B-A5DF-761969ACE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2354"/>
              <a:ext cx="13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50" name="Oval 775">
              <a:extLst>
                <a:ext uri="{FF2B5EF4-FFF2-40B4-BE49-F238E27FC236}">
                  <a16:creationId xmlns:a16="http://schemas.microsoft.com/office/drawing/2014/main" id="{26B28AA9-8068-4584-A9E9-90BCE9EBD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391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51" name="Oval 776">
              <a:extLst>
                <a:ext uri="{FF2B5EF4-FFF2-40B4-BE49-F238E27FC236}">
                  <a16:creationId xmlns:a16="http://schemas.microsoft.com/office/drawing/2014/main" id="{5A8096B1-1394-43ED-8BBA-1D26AC635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2433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52" name="Oval 777">
              <a:extLst>
                <a:ext uri="{FF2B5EF4-FFF2-40B4-BE49-F238E27FC236}">
                  <a16:creationId xmlns:a16="http://schemas.microsoft.com/office/drawing/2014/main" id="{5EA71962-984E-42C9-84E1-9E289073A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460"/>
              <a:ext cx="10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53" name="Oval 778">
              <a:extLst>
                <a:ext uri="{FF2B5EF4-FFF2-40B4-BE49-F238E27FC236}">
                  <a16:creationId xmlns:a16="http://schemas.microsoft.com/office/drawing/2014/main" id="{B619814D-F22A-4210-9BBE-4FE559373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2502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54" name="Oval 779">
              <a:extLst>
                <a:ext uri="{FF2B5EF4-FFF2-40B4-BE49-F238E27FC236}">
                  <a16:creationId xmlns:a16="http://schemas.microsoft.com/office/drawing/2014/main" id="{0078D163-8FF2-45CA-8FE3-68C58527E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491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55" name="Oval 780">
              <a:extLst>
                <a:ext uri="{FF2B5EF4-FFF2-40B4-BE49-F238E27FC236}">
                  <a16:creationId xmlns:a16="http://schemas.microsoft.com/office/drawing/2014/main" id="{452C06D0-1FF1-4ACA-9488-C1E2B8E52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2534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56" name="Oval 781">
              <a:extLst>
                <a:ext uri="{FF2B5EF4-FFF2-40B4-BE49-F238E27FC236}">
                  <a16:creationId xmlns:a16="http://schemas.microsoft.com/office/drawing/2014/main" id="{9347AF47-F446-4101-BBEA-05DE0F3CC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560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57" name="Oval 782">
              <a:extLst>
                <a:ext uri="{FF2B5EF4-FFF2-40B4-BE49-F238E27FC236}">
                  <a16:creationId xmlns:a16="http://schemas.microsoft.com/office/drawing/2014/main" id="{507E8F40-B743-4C56-8EA0-5DFE1ADDD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2583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58" name="Oval 783">
              <a:extLst>
                <a:ext uri="{FF2B5EF4-FFF2-40B4-BE49-F238E27FC236}">
                  <a16:creationId xmlns:a16="http://schemas.microsoft.com/office/drawing/2014/main" id="{61270650-6389-4E10-82CF-E53C047FA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599"/>
              <a:ext cx="10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59" name="Oval 784">
              <a:extLst>
                <a:ext uri="{FF2B5EF4-FFF2-40B4-BE49-F238E27FC236}">
                  <a16:creationId xmlns:a16="http://schemas.microsoft.com/office/drawing/2014/main" id="{9574C9B1-1E8A-4F34-B044-0A131B923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2274"/>
              <a:ext cx="12" cy="11"/>
            </a:xfrm>
            <a:prstGeom prst="ellipse">
              <a:avLst/>
            </a:prstGeom>
            <a:solidFill>
              <a:srgbClr val="DE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60" name="Oval 785">
              <a:extLst>
                <a:ext uri="{FF2B5EF4-FFF2-40B4-BE49-F238E27FC236}">
                  <a16:creationId xmlns:a16="http://schemas.microsoft.com/office/drawing/2014/main" id="{423E6162-259B-4947-849A-E18331778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2264"/>
              <a:ext cx="13" cy="12"/>
            </a:xfrm>
            <a:prstGeom prst="ellipse">
              <a:avLst/>
            </a:prstGeom>
            <a:solidFill>
              <a:srgbClr val="DE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61" name="Oval 786">
              <a:extLst>
                <a:ext uri="{FF2B5EF4-FFF2-40B4-BE49-F238E27FC236}">
                  <a16:creationId xmlns:a16="http://schemas.microsoft.com/office/drawing/2014/main" id="{CA6A126E-A7D5-48EC-8D52-FC76E56E5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784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62" name="Oval 787">
              <a:extLst>
                <a:ext uri="{FF2B5EF4-FFF2-40B4-BE49-F238E27FC236}">
                  <a16:creationId xmlns:a16="http://schemas.microsoft.com/office/drawing/2014/main" id="{A3F4EE46-E7D7-44D6-B3A2-AE815F427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293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63" name="Oval 788">
              <a:extLst>
                <a:ext uri="{FF2B5EF4-FFF2-40B4-BE49-F238E27FC236}">
                  <a16:creationId xmlns:a16="http://schemas.microsoft.com/office/drawing/2014/main" id="{40DAAC49-7D28-4D49-AB2B-A56DC5998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2980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64" name="Oval 789">
              <a:extLst>
                <a:ext uri="{FF2B5EF4-FFF2-40B4-BE49-F238E27FC236}">
                  <a16:creationId xmlns:a16="http://schemas.microsoft.com/office/drawing/2014/main" id="{147CC7F3-B246-457A-9E55-69787F84F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3012"/>
              <a:ext cx="11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65" name="Oval 790">
              <a:extLst>
                <a:ext uri="{FF2B5EF4-FFF2-40B4-BE49-F238E27FC236}">
                  <a16:creationId xmlns:a16="http://schemas.microsoft.com/office/drawing/2014/main" id="{023301AF-6ACD-4BE6-A0AC-C87996937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2954"/>
              <a:ext cx="10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66" name="Oval 791">
              <a:extLst>
                <a:ext uri="{FF2B5EF4-FFF2-40B4-BE49-F238E27FC236}">
                  <a16:creationId xmlns:a16="http://schemas.microsoft.com/office/drawing/2014/main" id="{F54F07B8-6392-49D4-B663-C3115331E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2948"/>
              <a:ext cx="11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67" name="Oval 792">
              <a:extLst>
                <a:ext uri="{FF2B5EF4-FFF2-40B4-BE49-F238E27FC236}">
                  <a16:creationId xmlns:a16="http://schemas.microsoft.com/office/drawing/2014/main" id="{5A819B31-FEA4-470D-AB63-66D908B98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978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68" name="Oval 793">
              <a:extLst>
                <a:ext uri="{FF2B5EF4-FFF2-40B4-BE49-F238E27FC236}">
                  <a16:creationId xmlns:a16="http://schemas.microsoft.com/office/drawing/2014/main" id="{10767DA2-3180-4760-8D2F-C6B35F3BE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3008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69" name="Oval 794">
              <a:extLst>
                <a:ext uri="{FF2B5EF4-FFF2-40B4-BE49-F238E27FC236}">
                  <a16:creationId xmlns:a16="http://schemas.microsoft.com/office/drawing/2014/main" id="{FB11FDF1-0B13-47C1-8DCB-4B522E6F7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975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70" name="Oval 795">
              <a:extLst>
                <a:ext uri="{FF2B5EF4-FFF2-40B4-BE49-F238E27FC236}">
                  <a16:creationId xmlns:a16="http://schemas.microsoft.com/office/drawing/2014/main" id="{93129D99-7B42-4D46-A518-2B53D9AAE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931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71" name="Oval 796">
              <a:extLst>
                <a:ext uri="{FF2B5EF4-FFF2-40B4-BE49-F238E27FC236}">
                  <a16:creationId xmlns:a16="http://schemas.microsoft.com/office/drawing/2014/main" id="{0C4B892E-ED61-4C98-856F-4B102AF86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9" y="2885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72" name="Oval 797">
              <a:extLst>
                <a:ext uri="{FF2B5EF4-FFF2-40B4-BE49-F238E27FC236}">
                  <a16:creationId xmlns:a16="http://schemas.microsoft.com/office/drawing/2014/main" id="{CBE39F19-3ED5-4284-B532-CC458EBDF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2862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73" name="Oval 798">
              <a:extLst>
                <a:ext uri="{FF2B5EF4-FFF2-40B4-BE49-F238E27FC236}">
                  <a16:creationId xmlns:a16="http://schemas.microsoft.com/office/drawing/2014/main" id="{53D5420D-B52B-4F5B-A8E4-5B8C81D22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918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74" name="Oval 799">
              <a:extLst>
                <a:ext uri="{FF2B5EF4-FFF2-40B4-BE49-F238E27FC236}">
                  <a16:creationId xmlns:a16="http://schemas.microsoft.com/office/drawing/2014/main" id="{19625E7D-005B-412D-BA12-EA1C804A6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96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75" name="Oval 800">
              <a:extLst>
                <a:ext uri="{FF2B5EF4-FFF2-40B4-BE49-F238E27FC236}">
                  <a16:creationId xmlns:a16="http://schemas.microsoft.com/office/drawing/2014/main" id="{4111D1AB-1425-4CB3-A769-3BE770D11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3007"/>
              <a:ext cx="12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76" name="Oval 801">
              <a:extLst>
                <a:ext uri="{FF2B5EF4-FFF2-40B4-BE49-F238E27FC236}">
                  <a16:creationId xmlns:a16="http://schemas.microsoft.com/office/drawing/2014/main" id="{B615A825-9792-47B2-B865-D381CFD12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3038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77" name="Oval 802">
              <a:extLst>
                <a:ext uri="{FF2B5EF4-FFF2-40B4-BE49-F238E27FC236}">
                  <a16:creationId xmlns:a16="http://schemas.microsoft.com/office/drawing/2014/main" id="{9178B03A-BE12-43EB-949D-85D8E9255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3045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78" name="Oval 803">
              <a:extLst>
                <a:ext uri="{FF2B5EF4-FFF2-40B4-BE49-F238E27FC236}">
                  <a16:creationId xmlns:a16="http://schemas.microsoft.com/office/drawing/2014/main" id="{AE6A3DCF-DC0C-4393-BC32-B9B1B347E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3058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79" name="Oval 804">
              <a:extLst>
                <a:ext uri="{FF2B5EF4-FFF2-40B4-BE49-F238E27FC236}">
                  <a16:creationId xmlns:a16="http://schemas.microsoft.com/office/drawing/2014/main" id="{FE1C1E72-C256-4C4B-8F25-2763FB784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3054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80" name="Oval 805">
              <a:extLst>
                <a:ext uri="{FF2B5EF4-FFF2-40B4-BE49-F238E27FC236}">
                  <a16:creationId xmlns:a16="http://schemas.microsoft.com/office/drawing/2014/main" id="{2CE29CCF-4EEF-46B5-8529-A5D7DBB6D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" y="3023"/>
              <a:ext cx="12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81" name="Oval 806">
              <a:extLst>
                <a:ext uri="{FF2B5EF4-FFF2-40B4-BE49-F238E27FC236}">
                  <a16:creationId xmlns:a16="http://schemas.microsoft.com/office/drawing/2014/main" id="{DA417AD9-DD3D-45E6-939D-722F62D61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075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82" name="Oval 807">
              <a:extLst>
                <a:ext uri="{FF2B5EF4-FFF2-40B4-BE49-F238E27FC236}">
                  <a16:creationId xmlns:a16="http://schemas.microsoft.com/office/drawing/2014/main" id="{CEA0DB7F-E069-44B6-A956-E0C9973A5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3123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83" name="Oval 808">
              <a:extLst>
                <a:ext uri="{FF2B5EF4-FFF2-40B4-BE49-F238E27FC236}">
                  <a16:creationId xmlns:a16="http://schemas.microsoft.com/office/drawing/2014/main" id="{EE4AF4DC-47A6-4608-B7ED-D89D97919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3091"/>
              <a:ext cx="10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84" name="Oval 809">
              <a:extLst>
                <a:ext uri="{FF2B5EF4-FFF2-40B4-BE49-F238E27FC236}">
                  <a16:creationId xmlns:a16="http://schemas.microsoft.com/office/drawing/2014/main" id="{3B309B8B-C40C-479B-BB53-07AAAFEDE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139"/>
              <a:ext cx="11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85" name="Oval 810">
              <a:extLst>
                <a:ext uri="{FF2B5EF4-FFF2-40B4-BE49-F238E27FC236}">
                  <a16:creationId xmlns:a16="http://schemas.microsoft.com/office/drawing/2014/main" id="{8E3A67F1-ECE8-4F03-B59F-0339ED29D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3109"/>
              <a:ext cx="10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86" name="Oval 811">
              <a:extLst>
                <a:ext uri="{FF2B5EF4-FFF2-40B4-BE49-F238E27FC236}">
                  <a16:creationId xmlns:a16="http://schemas.microsoft.com/office/drawing/2014/main" id="{FD91B8A3-6C25-4E97-AA35-4BD9077AD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3151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87" name="Oval 812">
              <a:extLst>
                <a:ext uri="{FF2B5EF4-FFF2-40B4-BE49-F238E27FC236}">
                  <a16:creationId xmlns:a16="http://schemas.microsoft.com/office/drawing/2014/main" id="{7DF69D47-D24D-4A50-BD0D-4E7FEB739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3192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88" name="Oval 813">
              <a:extLst>
                <a:ext uri="{FF2B5EF4-FFF2-40B4-BE49-F238E27FC236}">
                  <a16:creationId xmlns:a16="http://schemas.microsoft.com/office/drawing/2014/main" id="{48188225-9BD2-494C-A34E-F9D6B445D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3158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89" name="Oval 814">
              <a:extLst>
                <a:ext uri="{FF2B5EF4-FFF2-40B4-BE49-F238E27FC236}">
                  <a16:creationId xmlns:a16="http://schemas.microsoft.com/office/drawing/2014/main" id="{8E323504-793B-4EE7-866D-912E1C872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3213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90" name="Oval 815">
              <a:extLst>
                <a:ext uri="{FF2B5EF4-FFF2-40B4-BE49-F238E27FC236}">
                  <a16:creationId xmlns:a16="http://schemas.microsoft.com/office/drawing/2014/main" id="{5ED636F8-F2E2-425B-A77C-4B4EF12BA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3183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91" name="Oval 816">
              <a:extLst>
                <a:ext uri="{FF2B5EF4-FFF2-40B4-BE49-F238E27FC236}">
                  <a16:creationId xmlns:a16="http://schemas.microsoft.com/office/drawing/2014/main" id="{C3EEA980-29DC-444D-AAFB-984B282AF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3231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92" name="Oval 817">
              <a:extLst>
                <a:ext uri="{FF2B5EF4-FFF2-40B4-BE49-F238E27FC236}">
                  <a16:creationId xmlns:a16="http://schemas.microsoft.com/office/drawing/2014/main" id="{1089534B-D813-465D-97FF-5B74B5C2E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3240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93" name="Oval 818">
              <a:extLst>
                <a:ext uri="{FF2B5EF4-FFF2-40B4-BE49-F238E27FC236}">
                  <a16:creationId xmlns:a16="http://schemas.microsoft.com/office/drawing/2014/main" id="{3680BD27-3E64-472C-96C1-58CB410C9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3203"/>
              <a:ext cx="11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94" name="Oval 819">
              <a:extLst>
                <a:ext uri="{FF2B5EF4-FFF2-40B4-BE49-F238E27FC236}">
                  <a16:creationId xmlns:a16="http://schemas.microsoft.com/office/drawing/2014/main" id="{3FE3FAA5-BB04-423D-AF8B-ADB862B09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3271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95" name="Oval 820">
              <a:extLst>
                <a:ext uri="{FF2B5EF4-FFF2-40B4-BE49-F238E27FC236}">
                  <a16:creationId xmlns:a16="http://schemas.microsoft.com/office/drawing/2014/main" id="{A0E168A7-34E9-46CA-9957-66DF7E308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3097"/>
              <a:ext cx="10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96" name="Oval 821">
              <a:extLst>
                <a:ext uri="{FF2B5EF4-FFF2-40B4-BE49-F238E27FC236}">
                  <a16:creationId xmlns:a16="http://schemas.microsoft.com/office/drawing/2014/main" id="{20967B3B-59CF-467D-BA61-01BAC9890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3144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97" name="Oval 822">
              <a:extLst>
                <a:ext uri="{FF2B5EF4-FFF2-40B4-BE49-F238E27FC236}">
                  <a16:creationId xmlns:a16="http://schemas.microsoft.com/office/drawing/2014/main" id="{65DBEE18-FADE-4B01-B216-01885316F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234"/>
              <a:ext cx="11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98" name="Oval 823">
              <a:extLst>
                <a:ext uri="{FF2B5EF4-FFF2-40B4-BE49-F238E27FC236}">
                  <a16:creationId xmlns:a16="http://schemas.microsoft.com/office/drawing/2014/main" id="{3A988CA2-4361-4757-AEB9-8E5E1A399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3287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99" name="Oval 824">
              <a:extLst>
                <a:ext uri="{FF2B5EF4-FFF2-40B4-BE49-F238E27FC236}">
                  <a16:creationId xmlns:a16="http://schemas.microsoft.com/office/drawing/2014/main" id="{97274483-49D8-43E1-9AFF-0D72D6838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3386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00" name="Oval 825">
              <a:extLst>
                <a:ext uri="{FF2B5EF4-FFF2-40B4-BE49-F238E27FC236}">
                  <a16:creationId xmlns:a16="http://schemas.microsoft.com/office/drawing/2014/main" id="{021FE543-D307-4DC0-9DA9-914A37A67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3428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01" name="Oval 826">
              <a:extLst>
                <a:ext uri="{FF2B5EF4-FFF2-40B4-BE49-F238E27FC236}">
                  <a16:creationId xmlns:a16="http://schemas.microsoft.com/office/drawing/2014/main" id="{275858D6-0A57-4BF0-9E4B-FEB428526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3541"/>
              <a:ext cx="11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02" name="Oval 827">
              <a:extLst>
                <a:ext uri="{FF2B5EF4-FFF2-40B4-BE49-F238E27FC236}">
                  <a16:creationId xmlns:a16="http://schemas.microsoft.com/office/drawing/2014/main" id="{7ECCBC83-5C72-4737-8127-E7A540271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816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03" name="Oval 828">
              <a:extLst>
                <a:ext uri="{FF2B5EF4-FFF2-40B4-BE49-F238E27FC236}">
                  <a16:creationId xmlns:a16="http://schemas.microsoft.com/office/drawing/2014/main" id="{4F59089C-53AD-4AF1-A498-28C6A4329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1" y="3217"/>
              <a:ext cx="11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04" name="Oval 829">
              <a:extLst>
                <a:ext uri="{FF2B5EF4-FFF2-40B4-BE49-F238E27FC236}">
                  <a16:creationId xmlns:a16="http://schemas.microsoft.com/office/drawing/2014/main" id="{4CF3B4E4-72C7-44A5-9381-C7F197EFC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1" y="3192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05" name="Oval 830">
              <a:extLst>
                <a:ext uri="{FF2B5EF4-FFF2-40B4-BE49-F238E27FC236}">
                  <a16:creationId xmlns:a16="http://schemas.microsoft.com/office/drawing/2014/main" id="{FEA6D59B-1B67-4F39-BEF0-B1CBD2E53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3243"/>
              <a:ext cx="10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06" name="Oval 831">
              <a:extLst>
                <a:ext uri="{FF2B5EF4-FFF2-40B4-BE49-F238E27FC236}">
                  <a16:creationId xmlns:a16="http://schemas.microsoft.com/office/drawing/2014/main" id="{282A2651-5850-44F6-A426-97CCF28BF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3261"/>
              <a:ext cx="12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07" name="Oval 832">
              <a:extLst>
                <a:ext uri="{FF2B5EF4-FFF2-40B4-BE49-F238E27FC236}">
                  <a16:creationId xmlns:a16="http://schemas.microsoft.com/office/drawing/2014/main" id="{96306BF3-6A99-4582-93E5-715704E18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3287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08" name="Oval 833">
              <a:extLst>
                <a:ext uri="{FF2B5EF4-FFF2-40B4-BE49-F238E27FC236}">
                  <a16:creationId xmlns:a16="http://schemas.microsoft.com/office/drawing/2014/main" id="{6A063B9C-9850-4946-AAB8-631BAE5B2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30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09" name="Oval 834">
              <a:extLst>
                <a:ext uri="{FF2B5EF4-FFF2-40B4-BE49-F238E27FC236}">
                  <a16:creationId xmlns:a16="http://schemas.microsoft.com/office/drawing/2014/main" id="{D1F5505D-669D-425F-ACB3-19FF616D7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" y="3287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10" name="Oval 835">
              <a:extLst>
                <a:ext uri="{FF2B5EF4-FFF2-40B4-BE49-F238E27FC236}">
                  <a16:creationId xmlns:a16="http://schemas.microsoft.com/office/drawing/2014/main" id="{91BEE795-49AA-45E4-9789-78F4D6F6F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3324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11" name="Oval 836">
              <a:extLst>
                <a:ext uri="{FF2B5EF4-FFF2-40B4-BE49-F238E27FC236}">
                  <a16:creationId xmlns:a16="http://schemas.microsoft.com/office/drawing/2014/main" id="{DE340339-3675-43FD-BAE7-44B20F2B9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3287"/>
              <a:ext cx="10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12" name="Oval 837">
              <a:extLst>
                <a:ext uri="{FF2B5EF4-FFF2-40B4-BE49-F238E27FC236}">
                  <a16:creationId xmlns:a16="http://schemas.microsoft.com/office/drawing/2014/main" id="{8B6D95B8-5E39-498C-B1C3-CAD6996BB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3310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13" name="Oval 838">
              <a:extLst>
                <a:ext uri="{FF2B5EF4-FFF2-40B4-BE49-F238E27FC236}">
                  <a16:creationId xmlns:a16="http://schemas.microsoft.com/office/drawing/2014/main" id="{AD328DA6-8527-40D9-97ED-786543CEF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3420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14" name="Oval 839">
              <a:extLst>
                <a:ext uri="{FF2B5EF4-FFF2-40B4-BE49-F238E27FC236}">
                  <a16:creationId xmlns:a16="http://schemas.microsoft.com/office/drawing/2014/main" id="{33B9A5E8-C298-4FDA-8D18-1C27C5B54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3435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15" name="Oval 840">
              <a:extLst>
                <a:ext uri="{FF2B5EF4-FFF2-40B4-BE49-F238E27FC236}">
                  <a16:creationId xmlns:a16="http://schemas.microsoft.com/office/drawing/2014/main" id="{DA2EE53F-B5BE-4AF4-827C-084BFF6C2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3462"/>
              <a:ext cx="11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16" name="Oval 841">
              <a:extLst>
                <a:ext uri="{FF2B5EF4-FFF2-40B4-BE49-F238E27FC236}">
                  <a16:creationId xmlns:a16="http://schemas.microsoft.com/office/drawing/2014/main" id="{B4952E01-E5E0-42F1-8B38-8236E798E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3488"/>
              <a:ext cx="10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17" name="Oval 842">
              <a:extLst>
                <a:ext uri="{FF2B5EF4-FFF2-40B4-BE49-F238E27FC236}">
                  <a16:creationId xmlns:a16="http://schemas.microsoft.com/office/drawing/2014/main" id="{DA336E9E-30B6-4EE0-80F7-55CD32DFB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3527"/>
              <a:ext cx="11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18" name="Oval 843">
              <a:extLst>
                <a:ext uri="{FF2B5EF4-FFF2-40B4-BE49-F238E27FC236}">
                  <a16:creationId xmlns:a16="http://schemas.microsoft.com/office/drawing/2014/main" id="{3A819F8C-C87B-493D-A425-A790D50B2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3511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19" name="Oval 844">
              <a:extLst>
                <a:ext uri="{FF2B5EF4-FFF2-40B4-BE49-F238E27FC236}">
                  <a16:creationId xmlns:a16="http://schemas.microsoft.com/office/drawing/2014/main" id="{A477C565-811D-44E7-B25F-EBBF4AD7D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3467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20" name="Oval 845">
              <a:extLst>
                <a:ext uri="{FF2B5EF4-FFF2-40B4-BE49-F238E27FC236}">
                  <a16:creationId xmlns:a16="http://schemas.microsoft.com/office/drawing/2014/main" id="{453EA820-635A-47B9-98A1-23F869C8E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3421"/>
              <a:ext cx="13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21" name="Oval 846">
              <a:extLst>
                <a:ext uri="{FF2B5EF4-FFF2-40B4-BE49-F238E27FC236}">
                  <a16:creationId xmlns:a16="http://schemas.microsoft.com/office/drawing/2014/main" id="{96C53D3A-ED2F-4554-9AEA-839B06959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3388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22" name="Oval 847">
              <a:extLst>
                <a:ext uri="{FF2B5EF4-FFF2-40B4-BE49-F238E27FC236}">
                  <a16:creationId xmlns:a16="http://schemas.microsoft.com/office/drawing/2014/main" id="{BF47DC03-E569-4B00-B179-B0A5FA3CD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342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23" name="Oval 848">
              <a:extLst>
                <a:ext uri="{FF2B5EF4-FFF2-40B4-BE49-F238E27FC236}">
                  <a16:creationId xmlns:a16="http://schemas.microsoft.com/office/drawing/2014/main" id="{E331BF0A-5545-4F7A-B272-8CC582C54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1" y="3457"/>
              <a:ext cx="11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24" name="Oval 849">
              <a:extLst>
                <a:ext uri="{FF2B5EF4-FFF2-40B4-BE49-F238E27FC236}">
                  <a16:creationId xmlns:a16="http://schemas.microsoft.com/office/drawing/2014/main" id="{CA82E686-B9C4-444C-941B-CC334C314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" y="3480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25" name="Oval 850">
              <a:extLst>
                <a:ext uri="{FF2B5EF4-FFF2-40B4-BE49-F238E27FC236}">
                  <a16:creationId xmlns:a16="http://schemas.microsoft.com/office/drawing/2014/main" id="{B1D8F1D0-4C39-4E81-A62C-BEDDD6878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3515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26" name="Oval 851">
              <a:extLst>
                <a:ext uri="{FF2B5EF4-FFF2-40B4-BE49-F238E27FC236}">
                  <a16:creationId xmlns:a16="http://schemas.microsoft.com/office/drawing/2014/main" id="{9FDBB44C-7345-4895-8897-AC0B7C135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7" y="3504"/>
              <a:ext cx="12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27" name="Oval 852">
              <a:extLst>
                <a:ext uri="{FF2B5EF4-FFF2-40B4-BE49-F238E27FC236}">
                  <a16:creationId xmlns:a16="http://schemas.microsoft.com/office/drawing/2014/main" id="{86F9CF45-52C5-489C-8934-11DA7A26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3483"/>
              <a:ext cx="12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28" name="Oval 853">
              <a:extLst>
                <a:ext uri="{FF2B5EF4-FFF2-40B4-BE49-F238E27FC236}">
                  <a16:creationId xmlns:a16="http://schemas.microsoft.com/office/drawing/2014/main" id="{A3C494A5-57B2-43CF-9152-F1F9C62C9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3432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29" name="Oval 854">
              <a:extLst>
                <a:ext uri="{FF2B5EF4-FFF2-40B4-BE49-F238E27FC236}">
                  <a16:creationId xmlns:a16="http://schemas.microsoft.com/office/drawing/2014/main" id="{61619F59-7250-4AB9-BEBB-F8B6F50DA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3379"/>
              <a:ext cx="13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30" name="Oval 855">
              <a:extLst>
                <a:ext uri="{FF2B5EF4-FFF2-40B4-BE49-F238E27FC236}">
                  <a16:creationId xmlns:a16="http://schemas.microsoft.com/office/drawing/2014/main" id="{53B7CBC4-A8F5-4762-8AA3-8C52A4C7D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3347"/>
              <a:ext cx="11" cy="13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31" name="Oval 856">
              <a:extLst>
                <a:ext uri="{FF2B5EF4-FFF2-40B4-BE49-F238E27FC236}">
                  <a16:creationId xmlns:a16="http://schemas.microsoft.com/office/drawing/2014/main" id="{24F88311-6A2A-4FE2-A788-8ED860A57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393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32" name="Oval 857">
              <a:extLst>
                <a:ext uri="{FF2B5EF4-FFF2-40B4-BE49-F238E27FC236}">
                  <a16:creationId xmlns:a16="http://schemas.microsoft.com/office/drawing/2014/main" id="{193310ED-5392-4BE1-A508-979F6234C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3340"/>
              <a:ext cx="13" cy="11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33" name="Oval 858">
              <a:extLst>
                <a:ext uri="{FF2B5EF4-FFF2-40B4-BE49-F238E27FC236}">
                  <a16:creationId xmlns:a16="http://schemas.microsoft.com/office/drawing/2014/main" id="{3B23E0AD-6ACB-44EC-8A40-3C13F9B72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374"/>
              <a:ext cx="12" cy="12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34" name="Oval 859">
              <a:extLst>
                <a:ext uri="{FF2B5EF4-FFF2-40B4-BE49-F238E27FC236}">
                  <a16:creationId xmlns:a16="http://schemas.microsoft.com/office/drawing/2014/main" id="{EAB9B3B8-1353-4A00-9248-17BB195BD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3330"/>
              <a:ext cx="13" cy="10"/>
            </a:xfrm>
            <a:prstGeom prst="ellipse">
              <a:avLst/>
            </a:prstGeom>
            <a:solidFill>
              <a:srgbClr val="F9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35" name="Freeform 860">
              <a:extLst>
                <a:ext uri="{FF2B5EF4-FFF2-40B4-BE49-F238E27FC236}">
                  <a16:creationId xmlns:a16="http://schemas.microsoft.com/office/drawing/2014/main" id="{781A6383-F52C-4F76-A370-412D2CE83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540"/>
              <a:ext cx="4" cy="7"/>
            </a:xfrm>
            <a:custGeom>
              <a:avLst/>
              <a:gdLst>
                <a:gd name="T0" fmla="*/ 0 w 2"/>
                <a:gd name="T1" fmla="*/ 0 h 4"/>
                <a:gd name="T2" fmla="*/ 64 w 2"/>
                <a:gd name="T3" fmla="*/ 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6" name="Freeform 861">
              <a:extLst>
                <a:ext uri="{FF2B5EF4-FFF2-40B4-BE49-F238E27FC236}">
                  <a16:creationId xmlns:a16="http://schemas.microsoft.com/office/drawing/2014/main" id="{6EC8B590-06C6-4F2E-A2BF-4DE9EC7E4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548"/>
              <a:ext cx="4" cy="13"/>
            </a:xfrm>
            <a:custGeom>
              <a:avLst/>
              <a:gdLst>
                <a:gd name="T0" fmla="*/ 0 w 2"/>
                <a:gd name="T1" fmla="*/ 0 h 7"/>
                <a:gd name="T2" fmla="*/ 64 w 2"/>
                <a:gd name="T3" fmla="*/ 1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2" y="7"/>
                    <a:pt x="2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7" name="Freeform 862">
              <a:extLst>
                <a:ext uri="{FF2B5EF4-FFF2-40B4-BE49-F238E27FC236}">
                  <a16:creationId xmlns:a16="http://schemas.microsoft.com/office/drawing/2014/main" id="{4DBF8CAF-34B5-4076-B0A8-299CAA5FA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518"/>
              <a:ext cx="44" cy="37"/>
            </a:xfrm>
            <a:custGeom>
              <a:avLst/>
              <a:gdLst>
                <a:gd name="T0" fmla="*/ 0 w 25"/>
                <a:gd name="T1" fmla="*/ 241 h 21"/>
                <a:gd name="T2" fmla="*/ 421 w 2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1">
                  <a:moveTo>
                    <a:pt x="0" y="14"/>
                  </a:moveTo>
                  <a:cubicBezTo>
                    <a:pt x="14" y="21"/>
                    <a:pt x="17" y="7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8" name="Freeform 863">
              <a:extLst>
                <a:ext uri="{FF2B5EF4-FFF2-40B4-BE49-F238E27FC236}">
                  <a16:creationId xmlns:a16="http://schemas.microsoft.com/office/drawing/2014/main" id="{EA01333F-CCB7-473B-917C-94F44AD71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414"/>
              <a:ext cx="53" cy="118"/>
            </a:xfrm>
            <a:custGeom>
              <a:avLst/>
              <a:gdLst>
                <a:gd name="T0" fmla="*/ 0 w 30"/>
                <a:gd name="T1" fmla="*/ 962 h 67"/>
                <a:gd name="T2" fmla="*/ 224 w 30"/>
                <a:gd name="T3" fmla="*/ 896 h 67"/>
                <a:gd name="T4" fmla="*/ 330 w 30"/>
                <a:gd name="T5" fmla="*/ 509 h 67"/>
                <a:gd name="T6" fmla="*/ 265 w 30"/>
                <a:gd name="T7" fmla="*/ 468 h 67"/>
                <a:gd name="T8" fmla="*/ 343 w 30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7">
                  <a:moveTo>
                    <a:pt x="0" y="57"/>
                  </a:moveTo>
                  <a:cubicBezTo>
                    <a:pt x="5" y="67"/>
                    <a:pt x="11" y="58"/>
                    <a:pt x="13" y="53"/>
                  </a:cubicBezTo>
                  <a:cubicBezTo>
                    <a:pt x="18" y="45"/>
                    <a:pt x="19" y="39"/>
                    <a:pt x="19" y="30"/>
                  </a:cubicBezTo>
                  <a:cubicBezTo>
                    <a:pt x="17" y="30"/>
                    <a:pt x="16" y="28"/>
                    <a:pt x="15" y="28"/>
                  </a:cubicBezTo>
                  <a:cubicBezTo>
                    <a:pt x="30" y="24"/>
                    <a:pt x="27" y="11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9" name="Freeform 864">
              <a:extLst>
                <a:ext uri="{FF2B5EF4-FFF2-40B4-BE49-F238E27FC236}">
                  <a16:creationId xmlns:a16="http://schemas.microsoft.com/office/drawing/2014/main" id="{C9C670AE-A4B4-455F-B860-82FFE5FA1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412"/>
              <a:ext cx="30" cy="6"/>
            </a:xfrm>
            <a:custGeom>
              <a:avLst/>
              <a:gdLst>
                <a:gd name="T0" fmla="*/ 0 w 17"/>
                <a:gd name="T1" fmla="*/ 32 h 3"/>
                <a:gd name="T2" fmla="*/ 293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3"/>
                    <a:pt x="12" y="3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0" name="Freeform 865">
              <a:extLst>
                <a:ext uri="{FF2B5EF4-FFF2-40B4-BE49-F238E27FC236}">
                  <a16:creationId xmlns:a16="http://schemas.microsoft.com/office/drawing/2014/main" id="{2FD40548-1C43-4F02-AD3B-DEFAD7FC3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458"/>
              <a:ext cx="14" cy="16"/>
            </a:xfrm>
            <a:custGeom>
              <a:avLst/>
              <a:gdLst>
                <a:gd name="T0" fmla="*/ 0 w 8"/>
                <a:gd name="T1" fmla="*/ 0 h 9"/>
                <a:gd name="T2" fmla="*/ 135 w 8"/>
                <a:gd name="T3" fmla="*/ 15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2"/>
                    <a:pt x="7" y="5"/>
                    <a:pt x="8" y="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1" name="Freeform 866">
              <a:extLst>
                <a:ext uri="{FF2B5EF4-FFF2-40B4-BE49-F238E27FC236}">
                  <a16:creationId xmlns:a16="http://schemas.microsoft.com/office/drawing/2014/main" id="{97F528D4-D278-41A4-940F-66116FCC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307"/>
              <a:ext cx="25" cy="68"/>
            </a:xfrm>
            <a:custGeom>
              <a:avLst/>
              <a:gdLst>
                <a:gd name="T0" fmla="*/ 23 w 14"/>
                <a:gd name="T1" fmla="*/ 629 h 39"/>
                <a:gd name="T2" fmla="*/ 204 w 14"/>
                <a:gd name="T3" fmla="*/ 213 h 39"/>
                <a:gd name="T4" fmla="*/ 0 w 1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9">
                  <a:moveTo>
                    <a:pt x="1" y="39"/>
                  </a:moveTo>
                  <a:cubicBezTo>
                    <a:pt x="10" y="30"/>
                    <a:pt x="14" y="26"/>
                    <a:pt x="11" y="13"/>
                  </a:cubicBezTo>
                  <a:cubicBezTo>
                    <a:pt x="9" y="6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2" name="Freeform 867">
              <a:extLst>
                <a:ext uri="{FF2B5EF4-FFF2-40B4-BE49-F238E27FC236}">
                  <a16:creationId xmlns:a16="http://schemas.microsoft.com/office/drawing/2014/main" id="{A5988996-5277-4754-828F-6E23635FD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308"/>
              <a:ext cx="14" cy="14"/>
            </a:xfrm>
            <a:custGeom>
              <a:avLst/>
              <a:gdLst>
                <a:gd name="T0" fmla="*/ 0 w 8"/>
                <a:gd name="T1" fmla="*/ 135 h 8"/>
                <a:gd name="T2" fmla="*/ 135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2" y="5"/>
                    <a:pt x="5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3" name="Freeform 868">
              <a:extLst>
                <a:ext uri="{FF2B5EF4-FFF2-40B4-BE49-F238E27FC236}">
                  <a16:creationId xmlns:a16="http://schemas.microsoft.com/office/drawing/2014/main" id="{631E6B76-6FCE-4B61-9AFE-576546726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3358"/>
              <a:ext cx="14" cy="23"/>
            </a:xfrm>
            <a:custGeom>
              <a:avLst/>
              <a:gdLst>
                <a:gd name="T0" fmla="*/ 0 w 8"/>
                <a:gd name="T1" fmla="*/ 0 h 13"/>
                <a:gd name="T2" fmla="*/ 135 w 8"/>
                <a:gd name="T3" fmla="*/ 22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3" y="4"/>
                    <a:pt x="6" y="9"/>
                    <a:pt x="8" y="1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4" name="Freeform 869">
              <a:extLst>
                <a:ext uri="{FF2B5EF4-FFF2-40B4-BE49-F238E27FC236}">
                  <a16:creationId xmlns:a16="http://schemas.microsoft.com/office/drawing/2014/main" id="{28EC7ED8-3674-4B73-A577-38961497A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259"/>
              <a:ext cx="30" cy="26"/>
            </a:xfrm>
            <a:custGeom>
              <a:avLst/>
              <a:gdLst>
                <a:gd name="T0" fmla="*/ 0 w 17"/>
                <a:gd name="T1" fmla="*/ 234 h 15"/>
                <a:gd name="T2" fmla="*/ 175 w 17"/>
                <a:gd name="T3" fmla="*/ 0 h 15"/>
                <a:gd name="T4" fmla="*/ 293 w 17"/>
                <a:gd name="T5" fmla="*/ 2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3" y="10"/>
                    <a:pt x="6" y="4"/>
                    <a:pt x="10" y="0"/>
                  </a:cubicBezTo>
                  <a:cubicBezTo>
                    <a:pt x="12" y="0"/>
                    <a:pt x="15" y="1"/>
                    <a:pt x="17" y="2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5" name="Freeform 870">
              <a:extLst>
                <a:ext uri="{FF2B5EF4-FFF2-40B4-BE49-F238E27FC236}">
                  <a16:creationId xmlns:a16="http://schemas.microsoft.com/office/drawing/2014/main" id="{057DBFE8-2D33-42E7-94BF-842BA7A50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206"/>
              <a:ext cx="28" cy="51"/>
            </a:xfrm>
            <a:custGeom>
              <a:avLst/>
              <a:gdLst>
                <a:gd name="T0" fmla="*/ 0 w 16"/>
                <a:gd name="T1" fmla="*/ 65 h 29"/>
                <a:gd name="T2" fmla="*/ 249 w 16"/>
                <a:gd name="T3" fmla="*/ 48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0" y="4"/>
                  </a:moveTo>
                  <a:cubicBezTo>
                    <a:pt x="16" y="0"/>
                    <a:pt x="15" y="20"/>
                    <a:pt x="15" y="2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6" name="Freeform 871">
              <a:extLst>
                <a:ext uri="{FF2B5EF4-FFF2-40B4-BE49-F238E27FC236}">
                  <a16:creationId xmlns:a16="http://schemas.microsoft.com/office/drawing/2014/main" id="{96461487-44E6-4C8F-B26D-77A65C142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3128"/>
              <a:ext cx="32" cy="59"/>
            </a:xfrm>
            <a:custGeom>
              <a:avLst/>
              <a:gdLst>
                <a:gd name="T0" fmla="*/ 0 w 18"/>
                <a:gd name="T1" fmla="*/ 0 h 33"/>
                <a:gd name="T2" fmla="*/ 281 w 18"/>
                <a:gd name="T3" fmla="*/ 256 h 33"/>
                <a:gd name="T4" fmla="*/ 180 w 18"/>
                <a:gd name="T5" fmla="*/ 60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0" y="0"/>
                  </a:moveTo>
                  <a:cubicBezTo>
                    <a:pt x="6" y="6"/>
                    <a:pt x="14" y="4"/>
                    <a:pt x="16" y="14"/>
                  </a:cubicBezTo>
                  <a:cubicBezTo>
                    <a:pt x="18" y="20"/>
                    <a:pt x="13" y="30"/>
                    <a:pt x="10" y="3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7" name="Freeform 872">
              <a:extLst>
                <a:ext uri="{FF2B5EF4-FFF2-40B4-BE49-F238E27FC236}">
                  <a16:creationId xmlns:a16="http://schemas.microsoft.com/office/drawing/2014/main" id="{4D9AB218-DA0D-4B7D-B7FF-05309A57A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058"/>
              <a:ext cx="53" cy="81"/>
            </a:xfrm>
            <a:custGeom>
              <a:avLst/>
              <a:gdLst>
                <a:gd name="T0" fmla="*/ 0 w 30"/>
                <a:gd name="T1" fmla="*/ 239 h 46"/>
                <a:gd name="T2" fmla="*/ 244 w 30"/>
                <a:gd name="T3" fmla="*/ 0 h 46"/>
                <a:gd name="T4" fmla="*/ 518 w 30"/>
                <a:gd name="T5" fmla="*/ 354 h 46"/>
                <a:gd name="T6" fmla="*/ 65 w 30"/>
                <a:gd name="T7" fmla="*/ 66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6">
                  <a:moveTo>
                    <a:pt x="0" y="14"/>
                  </a:moveTo>
                  <a:cubicBezTo>
                    <a:pt x="6" y="14"/>
                    <a:pt x="11" y="5"/>
                    <a:pt x="14" y="0"/>
                  </a:cubicBezTo>
                  <a:cubicBezTo>
                    <a:pt x="18" y="8"/>
                    <a:pt x="24" y="15"/>
                    <a:pt x="30" y="21"/>
                  </a:cubicBezTo>
                  <a:cubicBezTo>
                    <a:pt x="27" y="30"/>
                    <a:pt x="15" y="46"/>
                    <a:pt x="4" y="39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8" name="Freeform 873">
              <a:extLst>
                <a:ext uri="{FF2B5EF4-FFF2-40B4-BE49-F238E27FC236}">
                  <a16:creationId xmlns:a16="http://schemas.microsoft.com/office/drawing/2014/main" id="{7F9896F3-7C74-4A27-9A1A-7311E6026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132"/>
              <a:ext cx="8" cy="32"/>
            </a:xfrm>
            <a:custGeom>
              <a:avLst/>
              <a:gdLst>
                <a:gd name="T0" fmla="*/ 54 w 5"/>
                <a:gd name="T1" fmla="*/ 0 h 18"/>
                <a:gd name="T2" fmla="*/ 0 w 5"/>
                <a:gd name="T3" fmla="*/ 32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5" y="0"/>
                  </a:moveTo>
                  <a:cubicBezTo>
                    <a:pt x="2" y="6"/>
                    <a:pt x="2" y="12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9" name="Freeform 874">
              <a:extLst>
                <a:ext uri="{FF2B5EF4-FFF2-40B4-BE49-F238E27FC236}">
                  <a16:creationId xmlns:a16="http://schemas.microsoft.com/office/drawing/2014/main" id="{24B1F278-2198-43BE-8601-00A5F150E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245"/>
              <a:ext cx="62" cy="32"/>
            </a:xfrm>
            <a:custGeom>
              <a:avLst/>
              <a:gdLst>
                <a:gd name="T0" fmla="*/ 0 w 35"/>
                <a:gd name="T1" fmla="*/ 0 h 18"/>
                <a:gd name="T2" fmla="*/ 406 w 35"/>
                <a:gd name="T3" fmla="*/ 320 h 18"/>
                <a:gd name="T4" fmla="*/ 611 w 35"/>
                <a:gd name="T5" fmla="*/ 6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8">
                  <a:moveTo>
                    <a:pt x="0" y="0"/>
                  </a:moveTo>
                  <a:cubicBezTo>
                    <a:pt x="4" y="4"/>
                    <a:pt x="18" y="18"/>
                    <a:pt x="23" y="18"/>
                  </a:cubicBezTo>
                  <a:cubicBezTo>
                    <a:pt x="28" y="18"/>
                    <a:pt x="31" y="7"/>
                    <a:pt x="35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0" name="Freeform 875">
              <a:extLst>
                <a:ext uri="{FF2B5EF4-FFF2-40B4-BE49-F238E27FC236}">
                  <a16:creationId xmlns:a16="http://schemas.microsoft.com/office/drawing/2014/main" id="{50FA5997-0C7B-48E4-B9B3-C6C6900E8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262"/>
              <a:ext cx="50" cy="41"/>
            </a:xfrm>
            <a:custGeom>
              <a:avLst/>
              <a:gdLst>
                <a:gd name="T0" fmla="*/ 0 w 28"/>
                <a:gd name="T1" fmla="*/ 346 h 23"/>
                <a:gd name="T2" fmla="*/ 204 w 28"/>
                <a:gd name="T3" fmla="*/ 398 h 23"/>
                <a:gd name="T4" fmla="*/ 325 w 28"/>
                <a:gd name="T5" fmla="*/ 346 h 23"/>
                <a:gd name="T6" fmla="*/ 491 w 2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3">
                  <a:moveTo>
                    <a:pt x="0" y="19"/>
                  </a:moveTo>
                  <a:cubicBezTo>
                    <a:pt x="3" y="19"/>
                    <a:pt x="7" y="21"/>
                    <a:pt x="11" y="22"/>
                  </a:cubicBezTo>
                  <a:cubicBezTo>
                    <a:pt x="17" y="22"/>
                    <a:pt x="14" y="23"/>
                    <a:pt x="18" y="19"/>
                  </a:cubicBezTo>
                  <a:cubicBezTo>
                    <a:pt x="22" y="16"/>
                    <a:pt x="28" y="6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1" name="Freeform 876">
              <a:extLst>
                <a:ext uri="{FF2B5EF4-FFF2-40B4-BE49-F238E27FC236}">
                  <a16:creationId xmlns:a16="http://schemas.microsoft.com/office/drawing/2014/main" id="{90959EC3-9AE4-403E-B5A9-C9993861B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388"/>
              <a:ext cx="32" cy="23"/>
            </a:xfrm>
            <a:custGeom>
              <a:avLst/>
              <a:gdLst>
                <a:gd name="T0" fmla="*/ 0 w 18"/>
                <a:gd name="T1" fmla="*/ 21 h 13"/>
                <a:gd name="T2" fmla="*/ 320 w 18"/>
                <a:gd name="T3" fmla="*/ 22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1"/>
                  </a:moveTo>
                  <a:cubicBezTo>
                    <a:pt x="12" y="0"/>
                    <a:pt x="14" y="7"/>
                    <a:pt x="18" y="13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2" name="Freeform 877">
              <a:extLst>
                <a:ext uri="{FF2B5EF4-FFF2-40B4-BE49-F238E27FC236}">
                  <a16:creationId xmlns:a16="http://schemas.microsoft.com/office/drawing/2014/main" id="{7EC1F0BC-AC7D-4A92-826A-562649911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441"/>
              <a:ext cx="23" cy="7"/>
            </a:xfrm>
            <a:custGeom>
              <a:avLst/>
              <a:gdLst>
                <a:gd name="T0" fmla="*/ 0 w 13"/>
                <a:gd name="T1" fmla="*/ 0 h 4"/>
                <a:gd name="T2" fmla="*/ 228 w 13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4" y="4"/>
                    <a:pt x="9" y="3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3" name="Freeform 878">
              <a:extLst>
                <a:ext uri="{FF2B5EF4-FFF2-40B4-BE49-F238E27FC236}">
                  <a16:creationId xmlns:a16="http://schemas.microsoft.com/office/drawing/2014/main" id="{58C80752-F29A-4B9B-9AB5-A79A22E44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3425"/>
              <a:ext cx="23" cy="30"/>
            </a:xfrm>
            <a:custGeom>
              <a:avLst/>
              <a:gdLst>
                <a:gd name="T0" fmla="*/ 0 w 13"/>
                <a:gd name="T1" fmla="*/ 293 h 17"/>
                <a:gd name="T2" fmla="*/ 228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7"/>
                  </a:moveTo>
                  <a:cubicBezTo>
                    <a:pt x="7" y="13"/>
                    <a:pt x="6" y="4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4" name="Freeform 879">
              <a:extLst>
                <a:ext uri="{FF2B5EF4-FFF2-40B4-BE49-F238E27FC236}">
                  <a16:creationId xmlns:a16="http://schemas.microsoft.com/office/drawing/2014/main" id="{1D6B37D4-0B3A-486F-B023-F67F56D8A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3407"/>
              <a:ext cx="21" cy="4"/>
            </a:xfrm>
            <a:custGeom>
              <a:avLst/>
              <a:gdLst>
                <a:gd name="T0" fmla="*/ 0 w 12"/>
                <a:gd name="T1" fmla="*/ 64 h 2"/>
                <a:gd name="T2" fmla="*/ 20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4" y="2"/>
                    <a:pt x="8" y="1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5" name="Freeform 880">
              <a:extLst>
                <a:ext uri="{FF2B5EF4-FFF2-40B4-BE49-F238E27FC236}">
                  <a16:creationId xmlns:a16="http://schemas.microsoft.com/office/drawing/2014/main" id="{6FA04D29-2C91-48CD-A3FA-17396009F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358"/>
              <a:ext cx="20" cy="7"/>
            </a:xfrm>
            <a:custGeom>
              <a:avLst/>
              <a:gdLst>
                <a:gd name="T0" fmla="*/ 0 w 11"/>
                <a:gd name="T1" fmla="*/ 0 h 4"/>
                <a:gd name="T2" fmla="*/ 215 w 11"/>
                <a:gd name="T3" fmla="*/ 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4" y="1"/>
                    <a:pt x="8" y="4"/>
                    <a:pt x="11" y="4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6" name="Freeform 881">
              <a:extLst>
                <a:ext uri="{FF2B5EF4-FFF2-40B4-BE49-F238E27FC236}">
                  <a16:creationId xmlns:a16="http://schemas.microsoft.com/office/drawing/2014/main" id="{2B2082CD-E35C-4DB7-BFA6-A59E6CFD8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343"/>
              <a:ext cx="9" cy="13"/>
            </a:xfrm>
            <a:custGeom>
              <a:avLst/>
              <a:gdLst>
                <a:gd name="T0" fmla="*/ 94 w 5"/>
                <a:gd name="T1" fmla="*/ 0 h 7"/>
                <a:gd name="T2" fmla="*/ 0 w 5"/>
                <a:gd name="T3" fmla="*/ 1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2" y="2"/>
                    <a:pt x="0" y="4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7" name="Freeform 882">
              <a:extLst>
                <a:ext uri="{FF2B5EF4-FFF2-40B4-BE49-F238E27FC236}">
                  <a16:creationId xmlns:a16="http://schemas.microsoft.com/office/drawing/2014/main" id="{9F238CC6-3A7B-4D77-96A0-9A2917F5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336"/>
              <a:ext cx="7" cy="9"/>
            </a:xfrm>
            <a:custGeom>
              <a:avLst/>
              <a:gdLst>
                <a:gd name="T0" fmla="*/ 0 w 4"/>
                <a:gd name="T1" fmla="*/ 0 h 5"/>
                <a:gd name="T2" fmla="*/ 65 w 4"/>
                <a:gd name="T3" fmla="*/ 9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</a:path>
              </a:pathLst>
            </a:custGeom>
            <a:noFill/>
            <a:ln w="4763" cap="rnd">
              <a:solidFill>
                <a:srgbClr val="F39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8" name="Freeform 883">
              <a:extLst>
                <a:ext uri="{FF2B5EF4-FFF2-40B4-BE49-F238E27FC236}">
                  <a16:creationId xmlns:a16="http://schemas.microsoft.com/office/drawing/2014/main" id="{4431619F-24A7-4B36-BC1E-906386776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910"/>
              <a:ext cx="25" cy="38"/>
            </a:xfrm>
            <a:custGeom>
              <a:avLst/>
              <a:gdLst>
                <a:gd name="T0" fmla="*/ 23 w 14"/>
                <a:gd name="T1" fmla="*/ 149 h 22"/>
                <a:gd name="T2" fmla="*/ 166 w 14"/>
                <a:gd name="T3" fmla="*/ 16 h 22"/>
                <a:gd name="T4" fmla="*/ 216 w 14"/>
                <a:gd name="T5" fmla="*/ 185 h 22"/>
                <a:gd name="T6" fmla="*/ 73 w 14"/>
                <a:gd name="T7" fmla="*/ 320 h 22"/>
                <a:gd name="T8" fmla="*/ 23 w 14"/>
                <a:gd name="T9" fmla="*/ 14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">
                  <a:moveTo>
                    <a:pt x="1" y="10"/>
                  </a:moveTo>
                  <a:cubicBezTo>
                    <a:pt x="2" y="4"/>
                    <a:pt x="6" y="0"/>
                    <a:pt x="9" y="1"/>
                  </a:cubicBezTo>
                  <a:cubicBezTo>
                    <a:pt x="12" y="1"/>
                    <a:pt x="14" y="7"/>
                    <a:pt x="12" y="12"/>
                  </a:cubicBezTo>
                  <a:cubicBezTo>
                    <a:pt x="11" y="18"/>
                    <a:pt x="7" y="22"/>
                    <a:pt x="4" y="21"/>
                  </a:cubicBezTo>
                  <a:cubicBezTo>
                    <a:pt x="1" y="21"/>
                    <a:pt x="0" y="16"/>
                    <a:pt x="1" y="10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9" name="Freeform 884">
              <a:extLst>
                <a:ext uri="{FF2B5EF4-FFF2-40B4-BE49-F238E27FC236}">
                  <a16:creationId xmlns:a16="http://schemas.microsoft.com/office/drawing/2014/main" id="{CEE41AC9-21D7-48D2-A9D7-32701187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3215"/>
              <a:ext cx="21" cy="37"/>
            </a:xfrm>
            <a:custGeom>
              <a:avLst/>
              <a:gdLst>
                <a:gd name="T0" fmla="*/ 0 w 12"/>
                <a:gd name="T1" fmla="*/ 174 h 21"/>
                <a:gd name="T2" fmla="*/ 114 w 12"/>
                <a:gd name="T3" fmla="*/ 0 h 21"/>
                <a:gd name="T4" fmla="*/ 200 w 12"/>
                <a:gd name="T5" fmla="*/ 180 h 21"/>
                <a:gd name="T6" fmla="*/ 102 w 12"/>
                <a:gd name="T7" fmla="*/ 358 h 21"/>
                <a:gd name="T8" fmla="*/ 0 w 12"/>
                <a:gd name="T9" fmla="*/ 17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0" y="10"/>
                  </a:moveTo>
                  <a:cubicBezTo>
                    <a:pt x="1" y="4"/>
                    <a:pt x="3" y="0"/>
                    <a:pt x="7" y="0"/>
                  </a:cubicBezTo>
                  <a:cubicBezTo>
                    <a:pt x="10" y="0"/>
                    <a:pt x="12" y="5"/>
                    <a:pt x="12" y="11"/>
                  </a:cubicBezTo>
                  <a:cubicBezTo>
                    <a:pt x="11" y="16"/>
                    <a:pt x="9" y="21"/>
                    <a:pt x="6" y="21"/>
                  </a:cubicBezTo>
                  <a:cubicBezTo>
                    <a:pt x="2" y="21"/>
                    <a:pt x="0" y="16"/>
                    <a:pt x="0" y="10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0" name="Freeform 885">
              <a:extLst>
                <a:ext uri="{FF2B5EF4-FFF2-40B4-BE49-F238E27FC236}">
                  <a16:creationId xmlns:a16="http://schemas.microsoft.com/office/drawing/2014/main" id="{0B60569E-45F3-4D6A-9B21-711D96230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384"/>
              <a:ext cx="23" cy="39"/>
            </a:xfrm>
            <a:custGeom>
              <a:avLst/>
              <a:gdLst>
                <a:gd name="T0" fmla="*/ 21 w 13"/>
                <a:gd name="T1" fmla="*/ 207 h 22"/>
                <a:gd name="T2" fmla="*/ 88 w 13"/>
                <a:gd name="T3" fmla="*/ 21 h 22"/>
                <a:gd name="T4" fmla="*/ 203 w 13"/>
                <a:gd name="T5" fmla="*/ 179 h 22"/>
                <a:gd name="T6" fmla="*/ 138 w 13"/>
                <a:gd name="T7" fmla="*/ 383 h 22"/>
                <a:gd name="T8" fmla="*/ 21 w 13"/>
                <a:gd name="T9" fmla="*/ 20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2"/>
                  </a:moveTo>
                  <a:cubicBezTo>
                    <a:pt x="0" y="6"/>
                    <a:pt x="2" y="1"/>
                    <a:pt x="5" y="1"/>
                  </a:cubicBezTo>
                  <a:cubicBezTo>
                    <a:pt x="8" y="0"/>
                    <a:pt x="11" y="4"/>
                    <a:pt x="12" y="10"/>
                  </a:cubicBezTo>
                  <a:cubicBezTo>
                    <a:pt x="13" y="16"/>
                    <a:pt x="11" y="21"/>
                    <a:pt x="8" y="22"/>
                  </a:cubicBezTo>
                  <a:cubicBezTo>
                    <a:pt x="5" y="22"/>
                    <a:pt x="2" y="18"/>
                    <a:pt x="1" y="12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1" name="Freeform 886">
              <a:extLst>
                <a:ext uri="{FF2B5EF4-FFF2-40B4-BE49-F238E27FC236}">
                  <a16:creationId xmlns:a16="http://schemas.microsoft.com/office/drawing/2014/main" id="{E5405AC8-F078-435A-A9AD-476652039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075"/>
              <a:ext cx="19" cy="30"/>
            </a:xfrm>
            <a:custGeom>
              <a:avLst/>
              <a:gdLst>
                <a:gd name="T0" fmla="*/ 16 w 11"/>
                <a:gd name="T1" fmla="*/ 115 h 17"/>
                <a:gd name="T2" fmla="*/ 107 w 11"/>
                <a:gd name="T3" fmla="*/ 0 h 17"/>
                <a:gd name="T4" fmla="*/ 149 w 11"/>
                <a:gd name="T5" fmla="*/ 152 h 17"/>
                <a:gd name="T6" fmla="*/ 62 w 11"/>
                <a:gd name="T7" fmla="*/ 268 h 17"/>
                <a:gd name="T8" fmla="*/ 16 w 11"/>
                <a:gd name="T9" fmla="*/ 1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1" y="7"/>
                  </a:moveTo>
                  <a:cubicBezTo>
                    <a:pt x="2" y="3"/>
                    <a:pt x="5" y="0"/>
                    <a:pt x="7" y="0"/>
                  </a:cubicBezTo>
                  <a:cubicBezTo>
                    <a:pt x="10" y="1"/>
                    <a:pt x="11" y="5"/>
                    <a:pt x="10" y="9"/>
                  </a:cubicBezTo>
                  <a:cubicBezTo>
                    <a:pt x="9" y="14"/>
                    <a:pt x="6" y="17"/>
                    <a:pt x="4" y="16"/>
                  </a:cubicBezTo>
                  <a:cubicBezTo>
                    <a:pt x="1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2" name="Freeform 887">
              <a:extLst>
                <a:ext uri="{FF2B5EF4-FFF2-40B4-BE49-F238E27FC236}">
                  <a16:creationId xmlns:a16="http://schemas.microsoft.com/office/drawing/2014/main" id="{68098338-60AF-4A72-879B-C3B556DE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275"/>
              <a:ext cx="16" cy="28"/>
            </a:xfrm>
            <a:custGeom>
              <a:avLst/>
              <a:gdLst>
                <a:gd name="T0" fmla="*/ 0 w 9"/>
                <a:gd name="T1" fmla="*/ 135 h 16"/>
                <a:gd name="T2" fmla="*/ 66 w 9"/>
                <a:gd name="T3" fmla="*/ 0 h 16"/>
                <a:gd name="T4" fmla="*/ 139 w 9"/>
                <a:gd name="T5" fmla="*/ 135 h 16"/>
                <a:gd name="T6" fmla="*/ 66 w 9"/>
                <a:gd name="T7" fmla="*/ 264 h 16"/>
                <a:gd name="T8" fmla="*/ 0 w 9"/>
                <a:gd name="T9" fmla="*/ 1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0" y="8"/>
                  </a:moveTo>
                  <a:cubicBezTo>
                    <a:pt x="0" y="3"/>
                    <a:pt x="1" y="0"/>
                    <a:pt x="4" y="0"/>
                  </a:cubicBezTo>
                  <a:cubicBezTo>
                    <a:pt x="6" y="0"/>
                    <a:pt x="8" y="3"/>
                    <a:pt x="8" y="8"/>
                  </a:cubicBezTo>
                  <a:cubicBezTo>
                    <a:pt x="9" y="12"/>
                    <a:pt x="7" y="16"/>
                    <a:pt x="4" y="16"/>
                  </a:cubicBezTo>
                  <a:cubicBezTo>
                    <a:pt x="2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3" name="Freeform 888">
              <a:extLst>
                <a:ext uri="{FF2B5EF4-FFF2-40B4-BE49-F238E27FC236}">
                  <a16:creationId xmlns:a16="http://schemas.microsoft.com/office/drawing/2014/main" id="{944EA3B9-E76F-405C-B903-4F5C054DF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575"/>
              <a:ext cx="28" cy="25"/>
            </a:xfrm>
            <a:custGeom>
              <a:avLst/>
              <a:gdLst>
                <a:gd name="T0" fmla="*/ 86 w 16"/>
                <a:gd name="T1" fmla="*/ 182 h 14"/>
                <a:gd name="T2" fmla="*/ 21 w 16"/>
                <a:gd name="T3" fmla="*/ 41 h 14"/>
                <a:gd name="T4" fmla="*/ 172 w 16"/>
                <a:gd name="T5" fmla="*/ 52 h 14"/>
                <a:gd name="T6" fmla="*/ 236 w 16"/>
                <a:gd name="T7" fmla="*/ 216 h 14"/>
                <a:gd name="T8" fmla="*/ 86 w 16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5" y="10"/>
                  </a:moveTo>
                  <a:cubicBezTo>
                    <a:pt x="1" y="8"/>
                    <a:pt x="0" y="4"/>
                    <a:pt x="1" y="2"/>
                  </a:cubicBezTo>
                  <a:cubicBezTo>
                    <a:pt x="2" y="0"/>
                    <a:pt x="7" y="1"/>
                    <a:pt x="10" y="3"/>
                  </a:cubicBezTo>
                  <a:cubicBezTo>
                    <a:pt x="14" y="6"/>
                    <a:pt x="16" y="10"/>
                    <a:pt x="14" y="12"/>
                  </a:cubicBezTo>
                  <a:cubicBezTo>
                    <a:pt x="13" y="14"/>
                    <a:pt x="9" y="13"/>
                    <a:pt x="5" y="10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4" name="Freeform 889">
              <a:extLst>
                <a:ext uri="{FF2B5EF4-FFF2-40B4-BE49-F238E27FC236}">
                  <a16:creationId xmlns:a16="http://schemas.microsoft.com/office/drawing/2014/main" id="{140A6F0B-F566-4D37-995C-29C0B5568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788"/>
              <a:ext cx="18" cy="30"/>
            </a:xfrm>
            <a:custGeom>
              <a:avLst/>
              <a:gdLst>
                <a:gd name="T0" fmla="*/ 23 w 10"/>
                <a:gd name="T1" fmla="*/ 115 h 17"/>
                <a:gd name="T2" fmla="*/ 133 w 10"/>
                <a:gd name="T3" fmla="*/ 0 h 17"/>
                <a:gd name="T4" fmla="*/ 169 w 10"/>
                <a:gd name="T5" fmla="*/ 152 h 17"/>
                <a:gd name="T6" fmla="*/ 52 w 10"/>
                <a:gd name="T7" fmla="*/ 268 h 17"/>
                <a:gd name="T8" fmla="*/ 23 w 10"/>
                <a:gd name="T9" fmla="*/ 1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7">
                  <a:moveTo>
                    <a:pt x="1" y="7"/>
                  </a:moveTo>
                  <a:cubicBezTo>
                    <a:pt x="2" y="3"/>
                    <a:pt x="5" y="0"/>
                    <a:pt x="7" y="0"/>
                  </a:cubicBezTo>
                  <a:cubicBezTo>
                    <a:pt x="9" y="1"/>
                    <a:pt x="10" y="5"/>
                    <a:pt x="9" y="9"/>
                  </a:cubicBezTo>
                  <a:cubicBezTo>
                    <a:pt x="8" y="14"/>
                    <a:pt x="5" y="17"/>
                    <a:pt x="3" y="16"/>
                  </a:cubicBezTo>
                  <a:cubicBezTo>
                    <a:pt x="1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5" name="Freeform 890">
              <a:extLst>
                <a:ext uri="{FF2B5EF4-FFF2-40B4-BE49-F238E27FC236}">
                  <a16:creationId xmlns:a16="http://schemas.microsoft.com/office/drawing/2014/main" id="{CA9EC944-5F87-45C3-A4D6-477644C3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516"/>
              <a:ext cx="16" cy="28"/>
            </a:xfrm>
            <a:custGeom>
              <a:avLst/>
              <a:gdLst>
                <a:gd name="T0" fmla="*/ 0 w 9"/>
                <a:gd name="T1" fmla="*/ 135 h 16"/>
                <a:gd name="T2" fmla="*/ 89 w 9"/>
                <a:gd name="T3" fmla="*/ 0 h 16"/>
                <a:gd name="T4" fmla="*/ 158 w 9"/>
                <a:gd name="T5" fmla="*/ 135 h 16"/>
                <a:gd name="T6" fmla="*/ 66 w 9"/>
                <a:gd name="T7" fmla="*/ 264 h 16"/>
                <a:gd name="T8" fmla="*/ 0 w 9"/>
                <a:gd name="T9" fmla="*/ 1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0" y="8"/>
                  </a:moveTo>
                  <a:cubicBezTo>
                    <a:pt x="0" y="3"/>
                    <a:pt x="2" y="0"/>
                    <a:pt x="5" y="0"/>
                  </a:cubicBezTo>
                  <a:cubicBezTo>
                    <a:pt x="7" y="0"/>
                    <a:pt x="9" y="4"/>
                    <a:pt x="9" y="8"/>
                  </a:cubicBezTo>
                  <a:cubicBezTo>
                    <a:pt x="8" y="13"/>
                    <a:pt x="6" y="16"/>
                    <a:pt x="4" y="16"/>
                  </a:cubicBezTo>
                  <a:cubicBezTo>
                    <a:pt x="1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6" name="Freeform 891">
              <a:extLst>
                <a:ext uri="{FF2B5EF4-FFF2-40B4-BE49-F238E27FC236}">
                  <a16:creationId xmlns:a16="http://schemas.microsoft.com/office/drawing/2014/main" id="{33852304-1677-438E-8B7C-1754E21B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236"/>
              <a:ext cx="18" cy="30"/>
            </a:xfrm>
            <a:custGeom>
              <a:avLst/>
              <a:gdLst>
                <a:gd name="T0" fmla="*/ 0 w 10"/>
                <a:gd name="T1" fmla="*/ 152 h 17"/>
                <a:gd name="T2" fmla="*/ 74 w 10"/>
                <a:gd name="T3" fmla="*/ 0 h 17"/>
                <a:gd name="T4" fmla="*/ 169 w 10"/>
                <a:gd name="T5" fmla="*/ 138 h 17"/>
                <a:gd name="T6" fmla="*/ 117 w 10"/>
                <a:gd name="T7" fmla="*/ 268 h 17"/>
                <a:gd name="T8" fmla="*/ 0 w 10"/>
                <a:gd name="T9" fmla="*/ 15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7">
                  <a:moveTo>
                    <a:pt x="0" y="9"/>
                  </a:moveTo>
                  <a:cubicBezTo>
                    <a:pt x="0" y="4"/>
                    <a:pt x="1" y="0"/>
                    <a:pt x="4" y="0"/>
                  </a:cubicBezTo>
                  <a:cubicBezTo>
                    <a:pt x="6" y="0"/>
                    <a:pt x="9" y="3"/>
                    <a:pt x="9" y="8"/>
                  </a:cubicBezTo>
                  <a:cubicBezTo>
                    <a:pt x="10" y="12"/>
                    <a:pt x="8" y="16"/>
                    <a:pt x="6" y="16"/>
                  </a:cubicBezTo>
                  <a:cubicBezTo>
                    <a:pt x="3" y="17"/>
                    <a:pt x="1" y="13"/>
                    <a:pt x="0" y="9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7" name="Freeform 892">
              <a:extLst>
                <a:ext uri="{FF2B5EF4-FFF2-40B4-BE49-F238E27FC236}">
                  <a16:creationId xmlns:a16="http://schemas.microsoft.com/office/drawing/2014/main" id="{4CA23F22-20D3-4DD2-9440-CCEFACC36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495"/>
              <a:ext cx="26" cy="39"/>
            </a:xfrm>
            <a:custGeom>
              <a:avLst/>
              <a:gdLst>
                <a:gd name="T0" fmla="*/ 28 w 15"/>
                <a:gd name="T1" fmla="*/ 245 h 22"/>
                <a:gd name="T2" fmla="*/ 49 w 15"/>
                <a:gd name="T3" fmla="*/ 37 h 22"/>
                <a:gd name="T4" fmla="*/ 185 w 15"/>
                <a:gd name="T5" fmla="*/ 158 h 22"/>
                <a:gd name="T6" fmla="*/ 185 w 15"/>
                <a:gd name="T7" fmla="*/ 367 h 22"/>
                <a:gd name="T8" fmla="*/ 28 w 15"/>
                <a:gd name="T9" fmla="*/ 24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2" y="14"/>
                  </a:moveTo>
                  <a:cubicBezTo>
                    <a:pt x="0" y="8"/>
                    <a:pt x="0" y="3"/>
                    <a:pt x="3" y="2"/>
                  </a:cubicBezTo>
                  <a:cubicBezTo>
                    <a:pt x="5" y="0"/>
                    <a:pt x="10" y="3"/>
                    <a:pt x="12" y="9"/>
                  </a:cubicBezTo>
                  <a:cubicBezTo>
                    <a:pt x="15" y="14"/>
                    <a:pt x="15" y="19"/>
                    <a:pt x="12" y="21"/>
                  </a:cubicBezTo>
                  <a:cubicBezTo>
                    <a:pt x="9" y="22"/>
                    <a:pt x="5" y="19"/>
                    <a:pt x="2" y="14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8" name="Freeform 893">
              <a:extLst>
                <a:ext uri="{FF2B5EF4-FFF2-40B4-BE49-F238E27FC236}">
                  <a16:creationId xmlns:a16="http://schemas.microsoft.com/office/drawing/2014/main" id="{0936F18F-0A8A-4113-9318-52925FFD5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640"/>
              <a:ext cx="25" cy="38"/>
            </a:xfrm>
            <a:custGeom>
              <a:avLst/>
              <a:gdLst>
                <a:gd name="T0" fmla="*/ 41 w 14"/>
                <a:gd name="T1" fmla="*/ 149 h 22"/>
                <a:gd name="T2" fmla="*/ 166 w 14"/>
                <a:gd name="T3" fmla="*/ 16 h 22"/>
                <a:gd name="T4" fmla="*/ 232 w 14"/>
                <a:gd name="T5" fmla="*/ 185 h 22"/>
                <a:gd name="T6" fmla="*/ 93 w 14"/>
                <a:gd name="T7" fmla="*/ 320 h 22"/>
                <a:gd name="T8" fmla="*/ 41 w 14"/>
                <a:gd name="T9" fmla="*/ 14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">
                  <a:moveTo>
                    <a:pt x="2" y="10"/>
                  </a:moveTo>
                  <a:cubicBezTo>
                    <a:pt x="3" y="4"/>
                    <a:pt x="6" y="0"/>
                    <a:pt x="9" y="1"/>
                  </a:cubicBezTo>
                  <a:cubicBezTo>
                    <a:pt x="13" y="1"/>
                    <a:pt x="14" y="7"/>
                    <a:pt x="13" y="12"/>
                  </a:cubicBezTo>
                  <a:cubicBezTo>
                    <a:pt x="11" y="18"/>
                    <a:pt x="8" y="22"/>
                    <a:pt x="5" y="21"/>
                  </a:cubicBezTo>
                  <a:cubicBezTo>
                    <a:pt x="2" y="21"/>
                    <a:pt x="0" y="16"/>
                    <a:pt x="2" y="10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9" name="Freeform 894">
              <a:extLst>
                <a:ext uri="{FF2B5EF4-FFF2-40B4-BE49-F238E27FC236}">
                  <a16:creationId xmlns:a16="http://schemas.microsoft.com/office/drawing/2014/main" id="{B0C75921-0323-49EA-AAF0-C42DD95C3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386"/>
              <a:ext cx="20" cy="37"/>
            </a:xfrm>
            <a:custGeom>
              <a:avLst/>
              <a:gdLst>
                <a:gd name="T0" fmla="*/ 0 w 11"/>
                <a:gd name="T1" fmla="*/ 180 h 21"/>
                <a:gd name="T2" fmla="*/ 118 w 11"/>
                <a:gd name="T3" fmla="*/ 0 h 21"/>
                <a:gd name="T4" fmla="*/ 215 w 11"/>
                <a:gd name="T5" fmla="*/ 180 h 21"/>
                <a:gd name="T6" fmla="*/ 118 w 11"/>
                <a:gd name="T7" fmla="*/ 358 h 21"/>
                <a:gd name="T8" fmla="*/ 0 w 11"/>
                <a:gd name="T9" fmla="*/ 18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1">
                  <a:moveTo>
                    <a:pt x="0" y="11"/>
                  </a:moveTo>
                  <a:cubicBezTo>
                    <a:pt x="0" y="5"/>
                    <a:pt x="2" y="0"/>
                    <a:pt x="6" y="0"/>
                  </a:cubicBezTo>
                  <a:cubicBezTo>
                    <a:pt x="9" y="0"/>
                    <a:pt x="11" y="5"/>
                    <a:pt x="11" y="11"/>
                  </a:cubicBezTo>
                  <a:cubicBezTo>
                    <a:pt x="11" y="16"/>
                    <a:pt x="9" y="21"/>
                    <a:pt x="6" y="21"/>
                  </a:cubicBezTo>
                  <a:cubicBezTo>
                    <a:pt x="3" y="21"/>
                    <a:pt x="0" y="16"/>
                    <a:pt x="0" y="11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0" name="Freeform 895">
              <a:extLst>
                <a:ext uri="{FF2B5EF4-FFF2-40B4-BE49-F238E27FC236}">
                  <a16:creationId xmlns:a16="http://schemas.microsoft.com/office/drawing/2014/main" id="{B250AE18-72D6-4C49-9649-5D92FB7A7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763"/>
              <a:ext cx="25" cy="39"/>
            </a:xfrm>
            <a:custGeom>
              <a:avLst/>
              <a:gdLst>
                <a:gd name="T0" fmla="*/ 216 w 14"/>
                <a:gd name="T1" fmla="*/ 179 h 22"/>
                <a:gd name="T2" fmla="*/ 93 w 14"/>
                <a:gd name="T3" fmla="*/ 21 h 22"/>
                <a:gd name="T4" fmla="*/ 23 w 14"/>
                <a:gd name="T5" fmla="*/ 207 h 22"/>
                <a:gd name="T6" fmla="*/ 166 w 14"/>
                <a:gd name="T7" fmla="*/ 383 h 22"/>
                <a:gd name="T8" fmla="*/ 216 w 14"/>
                <a:gd name="T9" fmla="*/ 17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">
                  <a:moveTo>
                    <a:pt x="12" y="10"/>
                  </a:moveTo>
                  <a:cubicBezTo>
                    <a:pt x="11" y="4"/>
                    <a:pt x="8" y="0"/>
                    <a:pt x="5" y="1"/>
                  </a:cubicBezTo>
                  <a:cubicBezTo>
                    <a:pt x="2" y="1"/>
                    <a:pt x="0" y="7"/>
                    <a:pt x="1" y="12"/>
                  </a:cubicBezTo>
                  <a:cubicBezTo>
                    <a:pt x="3" y="18"/>
                    <a:pt x="6" y="22"/>
                    <a:pt x="9" y="22"/>
                  </a:cubicBezTo>
                  <a:cubicBezTo>
                    <a:pt x="12" y="21"/>
                    <a:pt x="14" y="16"/>
                    <a:pt x="12" y="10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1" name="Freeform 896">
              <a:extLst>
                <a:ext uri="{FF2B5EF4-FFF2-40B4-BE49-F238E27FC236}">
                  <a16:creationId xmlns:a16="http://schemas.microsoft.com/office/drawing/2014/main" id="{58B11FC0-D646-4C34-A172-220397952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3134"/>
              <a:ext cx="25" cy="39"/>
            </a:xfrm>
            <a:custGeom>
              <a:avLst/>
              <a:gdLst>
                <a:gd name="T0" fmla="*/ 216 w 14"/>
                <a:gd name="T1" fmla="*/ 158 h 22"/>
                <a:gd name="T2" fmla="*/ 73 w 14"/>
                <a:gd name="T3" fmla="*/ 21 h 22"/>
                <a:gd name="T4" fmla="*/ 41 w 14"/>
                <a:gd name="T5" fmla="*/ 229 h 22"/>
                <a:gd name="T6" fmla="*/ 182 w 14"/>
                <a:gd name="T7" fmla="*/ 367 h 22"/>
                <a:gd name="T8" fmla="*/ 216 w 14"/>
                <a:gd name="T9" fmla="*/ 15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">
                  <a:moveTo>
                    <a:pt x="12" y="9"/>
                  </a:moveTo>
                  <a:cubicBezTo>
                    <a:pt x="11" y="4"/>
                    <a:pt x="7" y="0"/>
                    <a:pt x="4" y="1"/>
                  </a:cubicBezTo>
                  <a:cubicBezTo>
                    <a:pt x="1" y="2"/>
                    <a:pt x="0" y="7"/>
                    <a:pt x="2" y="13"/>
                  </a:cubicBezTo>
                  <a:cubicBezTo>
                    <a:pt x="3" y="18"/>
                    <a:pt x="7" y="22"/>
                    <a:pt x="10" y="21"/>
                  </a:cubicBezTo>
                  <a:cubicBezTo>
                    <a:pt x="13" y="20"/>
                    <a:pt x="14" y="15"/>
                    <a:pt x="12" y="9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2" name="Freeform 897">
              <a:extLst>
                <a:ext uri="{FF2B5EF4-FFF2-40B4-BE49-F238E27FC236}">
                  <a16:creationId xmlns:a16="http://schemas.microsoft.com/office/drawing/2014/main" id="{21A7603F-3F7A-478E-8DA7-D40D9FABB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328"/>
              <a:ext cx="23" cy="39"/>
            </a:xfrm>
            <a:custGeom>
              <a:avLst/>
              <a:gdLst>
                <a:gd name="T0" fmla="*/ 203 w 13"/>
                <a:gd name="T1" fmla="*/ 207 h 22"/>
                <a:gd name="T2" fmla="*/ 138 w 13"/>
                <a:gd name="T3" fmla="*/ 0 h 22"/>
                <a:gd name="T4" fmla="*/ 0 w 13"/>
                <a:gd name="T5" fmla="*/ 179 h 22"/>
                <a:gd name="T6" fmla="*/ 65 w 13"/>
                <a:gd name="T7" fmla="*/ 367 h 22"/>
                <a:gd name="T8" fmla="*/ 203 w 13"/>
                <a:gd name="T9" fmla="*/ 20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2" y="12"/>
                  </a:moveTo>
                  <a:cubicBezTo>
                    <a:pt x="13" y="6"/>
                    <a:pt x="11" y="1"/>
                    <a:pt x="8" y="0"/>
                  </a:cubicBezTo>
                  <a:cubicBezTo>
                    <a:pt x="5" y="0"/>
                    <a:pt x="1" y="4"/>
                    <a:pt x="0" y="10"/>
                  </a:cubicBezTo>
                  <a:cubicBezTo>
                    <a:pt x="0" y="15"/>
                    <a:pt x="1" y="21"/>
                    <a:pt x="4" y="21"/>
                  </a:cubicBezTo>
                  <a:cubicBezTo>
                    <a:pt x="7" y="22"/>
                    <a:pt x="11" y="17"/>
                    <a:pt x="12" y="12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3" name="Freeform 898">
              <a:extLst>
                <a:ext uri="{FF2B5EF4-FFF2-40B4-BE49-F238E27FC236}">
                  <a16:creationId xmlns:a16="http://schemas.microsoft.com/office/drawing/2014/main" id="{5464773F-EA3D-41A3-89BA-72F833306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3038"/>
              <a:ext cx="17" cy="30"/>
            </a:xfrm>
            <a:custGeom>
              <a:avLst/>
              <a:gdLst>
                <a:gd name="T0" fmla="*/ 128 w 10"/>
                <a:gd name="T1" fmla="*/ 138 h 17"/>
                <a:gd name="T2" fmla="*/ 44 w 10"/>
                <a:gd name="T3" fmla="*/ 21 h 17"/>
                <a:gd name="T4" fmla="*/ 15 w 10"/>
                <a:gd name="T5" fmla="*/ 175 h 17"/>
                <a:gd name="T6" fmla="*/ 99 w 10"/>
                <a:gd name="T7" fmla="*/ 293 h 17"/>
                <a:gd name="T8" fmla="*/ 128 w 10"/>
                <a:gd name="T9" fmla="*/ 13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7">
                  <a:moveTo>
                    <a:pt x="9" y="8"/>
                  </a:moveTo>
                  <a:cubicBezTo>
                    <a:pt x="8" y="3"/>
                    <a:pt x="5" y="0"/>
                    <a:pt x="3" y="1"/>
                  </a:cubicBezTo>
                  <a:cubicBezTo>
                    <a:pt x="1" y="1"/>
                    <a:pt x="0" y="6"/>
                    <a:pt x="1" y="10"/>
                  </a:cubicBezTo>
                  <a:cubicBezTo>
                    <a:pt x="2" y="14"/>
                    <a:pt x="5" y="17"/>
                    <a:pt x="7" y="17"/>
                  </a:cubicBezTo>
                  <a:cubicBezTo>
                    <a:pt x="9" y="16"/>
                    <a:pt x="10" y="12"/>
                    <a:pt x="9" y="8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4" name="Freeform 899">
              <a:extLst>
                <a:ext uri="{FF2B5EF4-FFF2-40B4-BE49-F238E27FC236}">
                  <a16:creationId xmlns:a16="http://schemas.microsoft.com/office/drawing/2014/main" id="{015D9064-0E3E-4494-9A6D-D0A4584A3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3250"/>
              <a:ext cx="16" cy="28"/>
            </a:xfrm>
            <a:custGeom>
              <a:avLst/>
              <a:gdLst>
                <a:gd name="T0" fmla="*/ 158 w 9"/>
                <a:gd name="T1" fmla="*/ 135 h 16"/>
                <a:gd name="T2" fmla="*/ 89 w 9"/>
                <a:gd name="T3" fmla="*/ 0 h 16"/>
                <a:gd name="T4" fmla="*/ 0 w 9"/>
                <a:gd name="T5" fmla="*/ 135 h 16"/>
                <a:gd name="T6" fmla="*/ 66 w 9"/>
                <a:gd name="T7" fmla="*/ 264 h 16"/>
                <a:gd name="T8" fmla="*/ 158 w 9"/>
                <a:gd name="T9" fmla="*/ 1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9" y="8"/>
                  </a:moveTo>
                  <a:cubicBezTo>
                    <a:pt x="9" y="4"/>
                    <a:pt x="7" y="0"/>
                    <a:pt x="5" y="0"/>
                  </a:cubicBezTo>
                  <a:cubicBezTo>
                    <a:pt x="2" y="0"/>
                    <a:pt x="0" y="3"/>
                    <a:pt x="0" y="8"/>
                  </a:cubicBezTo>
                  <a:cubicBezTo>
                    <a:pt x="0" y="12"/>
                    <a:pt x="2" y="16"/>
                    <a:pt x="4" y="16"/>
                  </a:cubicBezTo>
                  <a:cubicBezTo>
                    <a:pt x="7" y="16"/>
                    <a:pt x="9" y="13"/>
                    <a:pt x="9" y="8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5" name="Freeform 900">
              <a:extLst>
                <a:ext uri="{FF2B5EF4-FFF2-40B4-BE49-F238E27FC236}">
                  <a16:creationId xmlns:a16="http://schemas.microsoft.com/office/drawing/2014/main" id="{A2E7E4F8-1E93-4878-9206-FA1617C3B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518"/>
              <a:ext cx="26" cy="27"/>
            </a:xfrm>
            <a:custGeom>
              <a:avLst/>
              <a:gdLst>
                <a:gd name="T0" fmla="*/ 151 w 15"/>
                <a:gd name="T1" fmla="*/ 211 h 15"/>
                <a:gd name="T2" fmla="*/ 208 w 15"/>
                <a:gd name="T3" fmla="*/ 41 h 15"/>
                <a:gd name="T4" fmla="*/ 62 w 15"/>
                <a:gd name="T5" fmla="*/ 74 h 15"/>
                <a:gd name="T6" fmla="*/ 16 w 15"/>
                <a:gd name="T7" fmla="*/ 239 h 15"/>
                <a:gd name="T8" fmla="*/ 151 w 15"/>
                <a:gd name="T9" fmla="*/ 21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0" y="11"/>
                  </a:moveTo>
                  <a:cubicBezTo>
                    <a:pt x="14" y="8"/>
                    <a:pt x="15" y="4"/>
                    <a:pt x="13" y="2"/>
                  </a:cubicBezTo>
                  <a:cubicBezTo>
                    <a:pt x="12" y="0"/>
                    <a:pt x="8" y="1"/>
                    <a:pt x="4" y="4"/>
                  </a:cubicBezTo>
                  <a:cubicBezTo>
                    <a:pt x="1" y="7"/>
                    <a:pt x="0" y="11"/>
                    <a:pt x="1" y="13"/>
                  </a:cubicBezTo>
                  <a:cubicBezTo>
                    <a:pt x="3" y="15"/>
                    <a:pt x="7" y="14"/>
                    <a:pt x="10" y="11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6" name="Freeform 901">
              <a:extLst>
                <a:ext uri="{FF2B5EF4-FFF2-40B4-BE49-F238E27FC236}">
                  <a16:creationId xmlns:a16="http://schemas.microsoft.com/office/drawing/2014/main" id="{7F4E90C2-BF04-453D-8E64-E20ECE025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881"/>
              <a:ext cx="20" cy="30"/>
            </a:xfrm>
            <a:custGeom>
              <a:avLst/>
              <a:gdLst>
                <a:gd name="T0" fmla="*/ 175 w 11"/>
                <a:gd name="T1" fmla="*/ 138 h 17"/>
                <a:gd name="T2" fmla="*/ 53 w 11"/>
                <a:gd name="T3" fmla="*/ 21 h 17"/>
                <a:gd name="T4" fmla="*/ 24 w 11"/>
                <a:gd name="T5" fmla="*/ 175 h 17"/>
                <a:gd name="T6" fmla="*/ 145 w 11"/>
                <a:gd name="T7" fmla="*/ 293 h 17"/>
                <a:gd name="T8" fmla="*/ 175 w 11"/>
                <a:gd name="T9" fmla="*/ 13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9" y="8"/>
                  </a:moveTo>
                  <a:cubicBezTo>
                    <a:pt x="8" y="3"/>
                    <a:pt x="6" y="0"/>
                    <a:pt x="3" y="1"/>
                  </a:cubicBezTo>
                  <a:cubicBezTo>
                    <a:pt x="1" y="1"/>
                    <a:pt x="0" y="5"/>
                    <a:pt x="1" y="10"/>
                  </a:cubicBezTo>
                  <a:cubicBezTo>
                    <a:pt x="2" y="14"/>
                    <a:pt x="5" y="17"/>
                    <a:pt x="7" y="17"/>
                  </a:cubicBezTo>
                  <a:cubicBezTo>
                    <a:pt x="10" y="16"/>
                    <a:pt x="11" y="12"/>
                    <a:pt x="9" y="8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7" name="Freeform 902">
              <a:extLst>
                <a:ext uri="{FF2B5EF4-FFF2-40B4-BE49-F238E27FC236}">
                  <a16:creationId xmlns:a16="http://schemas.microsoft.com/office/drawing/2014/main" id="{616A8BD9-88BC-41A9-ACB4-AC0E9D83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440"/>
              <a:ext cx="16" cy="28"/>
            </a:xfrm>
            <a:custGeom>
              <a:avLst/>
              <a:gdLst>
                <a:gd name="T0" fmla="*/ 158 w 9"/>
                <a:gd name="T1" fmla="*/ 135 h 16"/>
                <a:gd name="T2" fmla="*/ 66 w 9"/>
                <a:gd name="T3" fmla="*/ 0 h 16"/>
                <a:gd name="T4" fmla="*/ 0 w 9"/>
                <a:gd name="T5" fmla="*/ 135 h 16"/>
                <a:gd name="T6" fmla="*/ 89 w 9"/>
                <a:gd name="T7" fmla="*/ 264 h 16"/>
                <a:gd name="T8" fmla="*/ 158 w 9"/>
                <a:gd name="T9" fmla="*/ 1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9" y="8"/>
                  </a:moveTo>
                  <a:cubicBezTo>
                    <a:pt x="9" y="3"/>
                    <a:pt x="7" y="0"/>
                    <a:pt x="4" y="0"/>
                  </a:cubicBezTo>
                  <a:cubicBezTo>
                    <a:pt x="2" y="0"/>
                    <a:pt x="0" y="4"/>
                    <a:pt x="0" y="8"/>
                  </a:cubicBezTo>
                  <a:cubicBezTo>
                    <a:pt x="1" y="13"/>
                    <a:pt x="3" y="16"/>
                    <a:pt x="5" y="16"/>
                  </a:cubicBezTo>
                  <a:cubicBezTo>
                    <a:pt x="8" y="16"/>
                    <a:pt x="9" y="12"/>
                    <a:pt x="9" y="8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8" name="Freeform 903">
              <a:extLst>
                <a:ext uri="{FF2B5EF4-FFF2-40B4-BE49-F238E27FC236}">
                  <a16:creationId xmlns:a16="http://schemas.microsoft.com/office/drawing/2014/main" id="{AFA3CE4D-0DC8-4EA5-89B5-7D248F8A9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380"/>
              <a:ext cx="15" cy="28"/>
            </a:xfrm>
            <a:custGeom>
              <a:avLst/>
              <a:gdLst>
                <a:gd name="T0" fmla="*/ 186 w 8"/>
                <a:gd name="T1" fmla="*/ 135 h 16"/>
                <a:gd name="T2" fmla="*/ 99 w 8"/>
                <a:gd name="T3" fmla="*/ 0 h 16"/>
                <a:gd name="T4" fmla="*/ 0 w 8"/>
                <a:gd name="T5" fmla="*/ 135 h 16"/>
                <a:gd name="T6" fmla="*/ 99 w 8"/>
                <a:gd name="T7" fmla="*/ 264 h 16"/>
                <a:gd name="T8" fmla="*/ 186 w 8"/>
                <a:gd name="T9" fmla="*/ 1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8" y="8"/>
                  </a:moveTo>
                  <a:cubicBezTo>
                    <a:pt x="8" y="4"/>
                    <a:pt x="6" y="0"/>
                    <a:pt x="4" y="0"/>
                  </a:cubicBezTo>
                  <a:cubicBezTo>
                    <a:pt x="1" y="0"/>
                    <a:pt x="0" y="4"/>
                    <a:pt x="0" y="8"/>
                  </a:cubicBezTo>
                  <a:cubicBezTo>
                    <a:pt x="0" y="13"/>
                    <a:pt x="2" y="16"/>
                    <a:pt x="4" y="16"/>
                  </a:cubicBezTo>
                  <a:cubicBezTo>
                    <a:pt x="7" y="16"/>
                    <a:pt x="8" y="13"/>
                    <a:pt x="8" y="8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9" name="Freeform 904">
              <a:extLst>
                <a:ext uri="{FF2B5EF4-FFF2-40B4-BE49-F238E27FC236}">
                  <a16:creationId xmlns:a16="http://schemas.microsoft.com/office/drawing/2014/main" id="{67D4845C-9A19-45C0-B2C9-457F8A5C7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560"/>
              <a:ext cx="23" cy="39"/>
            </a:xfrm>
            <a:custGeom>
              <a:avLst/>
              <a:gdLst>
                <a:gd name="T0" fmla="*/ 203 w 13"/>
                <a:gd name="T1" fmla="*/ 179 h 22"/>
                <a:gd name="T2" fmla="*/ 65 w 13"/>
                <a:gd name="T3" fmla="*/ 21 h 22"/>
                <a:gd name="T4" fmla="*/ 21 w 13"/>
                <a:gd name="T5" fmla="*/ 207 h 22"/>
                <a:gd name="T6" fmla="*/ 156 w 13"/>
                <a:gd name="T7" fmla="*/ 367 h 22"/>
                <a:gd name="T8" fmla="*/ 203 w 13"/>
                <a:gd name="T9" fmla="*/ 17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2" y="10"/>
                  </a:moveTo>
                  <a:cubicBezTo>
                    <a:pt x="11" y="4"/>
                    <a:pt x="7" y="0"/>
                    <a:pt x="4" y="1"/>
                  </a:cubicBezTo>
                  <a:cubicBezTo>
                    <a:pt x="1" y="1"/>
                    <a:pt x="0" y="6"/>
                    <a:pt x="1" y="12"/>
                  </a:cubicBezTo>
                  <a:cubicBezTo>
                    <a:pt x="2" y="18"/>
                    <a:pt x="6" y="22"/>
                    <a:pt x="9" y="21"/>
                  </a:cubicBezTo>
                  <a:cubicBezTo>
                    <a:pt x="12" y="21"/>
                    <a:pt x="13" y="15"/>
                    <a:pt x="12" y="10"/>
                  </a:cubicBezTo>
                  <a:close/>
                </a:path>
              </a:pathLst>
            </a:cu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0" name="Oval 905">
              <a:extLst>
                <a:ext uri="{FF2B5EF4-FFF2-40B4-BE49-F238E27FC236}">
                  <a16:creationId xmlns:a16="http://schemas.microsoft.com/office/drawing/2014/main" id="{4DDB90C3-5350-4EDA-B6D7-09E0F14EE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2273"/>
              <a:ext cx="21" cy="37"/>
            </a:xfrm>
            <a:prstGeom prst="ellipse">
              <a:avLst/>
            </a:prstGeom>
            <a:solidFill>
              <a:srgbClr val="D69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281" name="Freeform 906">
              <a:extLst>
                <a:ext uri="{FF2B5EF4-FFF2-40B4-BE49-F238E27FC236}">
                  <a16:creationId xmlns:a16="http://schemas.microsoft.com/office/drawing/2014/main" id="{419F507F-2391-4B25-B347-F571775E3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112"/>
              <a:ext cx="303" cy="70"/>
            </a:xfrm>
            <a:custGeom>
              <a:avLst/>
              <a:gdLst>
                <a:gd name="T0" fmla="*/ 0 w 171"/>
                <a:gd name="T1" fmla="*/ 102 h 40"/>
                <a:gd name="T2" fmla="*/ 280 w 171"/>
                <a:gd name="T3" fmla="*/ 313 h 40"/>
                <a:gd name="T4" fmla="*/ 663 w 171"/>
                <a:gd name="T5" fmla="*/ 413 h 40"/>
                <a:gd name="T6" fmla="*/ 1586 w 171"/>
                <a:gd name="T7" fmla="*/ 399 h 40"/>
                <a:gd name="T8" fmla="*/ 2132 w 171"/>
                <a:gd name="T9" fmla="*/ 478 h 40"/>
                <a:gd name="T10" fmla="*/ 2622 w 171"/>
                <a:gd name="T11" fmla="*/ 215 h 40"/>
                <a:gd name="T12" fmla="*/ 2718 w 171"/>
                <a:gd name="T13" fmla="*/ 151 h 40"/>
                <a:gd name="T14" fmla="*/ 2810 w 171"/>
                <a:gd name="T15" fmla="*/ 135 h 40"/>
                <a:gd name="T16" fmla="*/ 2989 w 171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40">
                  <a:moveTo>
                    <a:pt x="0" y="6"/>
                  </a:moveTo>
                  <a:cubicBezTo>
                    <a:pt x="4" y="13"/>
                    <a:pt x="8" y="17"/>
                    <a:pt x="16" y="19"/>
                  </a:cubicBezTo>
                  <a:cubicBezTo>
                    <a:pt x="26" y="20"/>
                    <a:pt x="31" y="19"/>
                    <a:pt x="38" y="25"/>
                  </a:cubicBezTo>
                  <a:cubicBezTo>
                    <a:pt x="55" y="40"/>
                    <a:pt x="72" y="25"/>
                    <a:pt x="91" y="24"/>
                  </a:cubicBezTo>
                  <a:cubicBezTo>
                    <a:pt x="102" y="23"/>
                    <a:pt x="111" y="30"/>
                    <a:pt x="122" y="29"/>
                  </a:cubicBezTo>
                  <a:cubicBezTo>
                    <a:pt x="133" y="28"/>
                    <a:pt x="141" y="19"/>
                    <a:pt x="150" y="13"/>
                  </a:cubicBezTo>
                  <a:cubicBezTo>
                    <a:pt x="152" y="12"/>
                    <a:pt x="154" y="10"/>
                    <a:pt x="156" y="9"/>
                  </a:cubicBezTo>
                  <a:cubicBezTo>
                    <a:pt x="158" y="8"/>
                    <a:pt x="159" y="10"/>
                    <a:pt x="161" y="8"/>
                  </a:cubicBezTo>
                  <a:cubicBezTo>
                    <a:pt x="165" y="6"/>
                    <a:pt x="168" y="3"/>
                    <a:pt x="17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2" name="Freeform 907">
              <a:extLst>
                <a:ext uri="{FF2B5EF4-FFF2-40B4-BE49-F238E27FC236}">
                  <a16:creationId xmlns:a16="http://schemas.microsoft.com/office/drawing/2014/main" id="{E468AB84-7597-4010-8716-C3249BD1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154"/>
              <a:ext cx="62" cy="25"/>
            </a:xfrm>
            <a:custGeom>
              <a:avLst/>
              <a:gdLst>
                <a:gd name="T0" fmla="*/ 0 w 35"/>
                <a:gd name="T1" fmla="*/ 143 h 14"/>
                <a:gd name="T2" fmla="*/ 611 w 3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4">
                  <a:moveTo>
                    <a:pt x="0" y="8"/>
                  </a:moveTo>
                  <a:cubicBezTo>
                    <a:pt x="13" y="14"/>
                    <a:pt x="25" y="8"/>
                    <a:pt x="35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3" name="Freeform 908">
              <a:extLst>
                <a:ext uri="{FF2B5EF4-FFF2-40B4-BE49-F238E27FC236}">
                  <a16:creationId xmlns:a16="http://schemas.microsoft.com/office/drawing/2014/main" id="{FAC2A585-3A3A-44B7-8350-50DDF05B8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138"/>
              <a:ext cx="69" cy="21"/>
            </a:xfrm>
            <a:custGeom>
              <a:avLst/>
              <a:gdLst>
                <a:gd name="T0" fmla="*/ 0 w 39"/>
                <a:gd name="T1" fmla="*/ 114 h 12"/>
                <a:gd name="T2" fmla="*/ 676 w 39"/>
                <a:gd name="T3" fmla="*/ 20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2">
                  <a:moveTo>
                    <a:pt x="0" y="7"/>
                  </a:moveTo>
                  <a:cubicBezTo>
                    <a:pt x="16" y="0"/>
                    <a:pt x="28" y="0"/>
                    <a:pt x="39" y="1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4" name="Freeform 909">
              <a:extLst>
                <a:ext uri="{FF2B5EF4-FFF2-40B4-BE49-F238E27FC236}">
                  <a16:creationId xmlns:a16="http://schemas.microsoft.com/office/drawing/2014/main" id="{E7401354-0FE6-458F-AA0C-7466FF674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161"/>
              <a:ext cx="90" cy="32"/>
            </a:xfrm>
            <a:custGeom>
              <a:avLst/>
              <a:gdLst>
                <a:gd name="T0" fmla="*/ 0 w 51"/>
                <a:gd name="T1" fmla="*/ 89 h 18"/>
                <a:gd name="T2" fmla="*/ 734 w 51"/>
                <a:gd name="T3" fmla="*/ 139 h 18"/>
                <a:gd name="T4" fmla="*/ 875 w 5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8">
                  <a:moveTo>
                    <a:pt x="0" y="5"/>
                  </a:moveTo>
                  <a:cubicBezTo>
                    <a:pt x="10" y="18"/>
                    <a:pt x="30" y="15"/>
                    <a:pt x="43" y="8"/>
                  </a:cubicBezTo>
                  <a:cubicBezTo>
                    <a:pt x="44" y="7"/>
                    <a:pt x="51" y="0"/>
                    <a:pt x="5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5" name="Freeform 910">
              <a:extLst>
                <a:ext uri="{FF2B5EF4-FFF2-40B4-BE49-F238E27FC236}">
                  <a16:creationId xmlns:a16="http://schemas.microsoft.com/office/drawing/2014/main" id="{F8A40EEC-D1C4-4E85-B3AA-C3FE78EE5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117"/>
              <a:ext cx="83" cy="40"/>
            </a:xfrm>
            <a:custGeom>
              <a:avLst/>
              <a:gdLst>
                <a:gd name="T0" fmla="*/ 0 w 47"/>
                <a:gd name="T1" fmla="*/ 369 h 23"/>
                <a:gd name="T2" fmla="*/ 811 w 47"/>
                <a:gd name="T3" fmla="*/ 15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3">
                  <a:moveTo>
                    <a:pt x="0" y="23"/>
                  </a:moveTo>
                  <a:cubicBezTo>
                    <a:pt x="10" y="10"/>
                    <a:pt x="33" y="0"/>
                    <a:pt x="47" y="1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6" name="Freeform 911">
              <a:extLst>
                <a:ext uri="{FF2B5EF4-FFF2-40B4-BE49-F238E27FC236}">
                  <a16:creationId xmlns:a16="http://schemas.microsoft.com/office/drawing/2014/main" id="{E82D2367-D3E7-4398-B002-939E0DBEB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29"/>
              <a:ext cx="76" cy="46"/>
            </a:xfrm>
            <a:custGeom>
              <a:avLst/>
              <a:gdLst>
                <a:gd name="T0" fmla="*/ 0 w 43"/>
                <a:gd name="T1" fmla="*/ 345 h 26"/>
                <a:gd name="T2" fmla="*/ 741 w 4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6">
                  <a:moveTo>
                    <a:pt x="0" y="20"/>
                  </a:moveTo>
                  <a:cubicBezTo>
                    <a:pt x="18" y="26"/>
                    <a:pt x="38" y="17"/>
                    <a:pt x="43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7" name="Freeform 912">
              <a:extLst>
                <a:ext uri="{FF2B5EF4-FFF2-40B4-BE49-F238E27FC236}">
                  <a16:creationId xmlns:a16="http://schemas.microsoft.com/office/drawing/2014/main" id="{A188CFCB-3D6A-4E02-83EE-D305EB5CC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101"/>
              <a:ext cx="62" cy="49"/>
            </a:xfrm>
            <a:custGeom>
              <a:avLst/>
              <a:gdLst>
                <a:gd name="T0" fmla="*/ 0 w 35"/>
                <a:gd name="T1" fmla="*/ 0 h 28"/>
                <a:gd name="T2" fmla="*/ 473 w 35"/>
                <a:gd name="T3" fmla="*/ 215 h 28"/>
                <a:gd name="T4" fmla="*/ 611 w 35"/>
                <a:gd name="T5" fmla="*/ 46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13" y="0"/>
                    <a:pt x="19" y="2"/>
                    <a:pt x="27" y="13"/>
                  </a:cubicBezTo>
                  <a:cubicBezTo>
                    <a:pt x="31" y="18"/>
                    <a:pt x="33" y="23"/>
                    <a:pt x="35" y="2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8" name="Freeform 913">
              <a:extLst>
                <a:ext uri="{FF2B5EF4-FFF2-40B4-BE49-F238E27FC236}">
                  <a16:creationId xmlns:a16="http://schemas.microsoft.com/office/drawing/2014/main" id="{235BA51A-E41E-4184-A1C8-98743DA17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110"/>
              <a:ext cx="175" cy="35"/>
            </a:xfrm>
            <a:custGeom>
              <a:avLst/>
              <a:gdLst>
                <a:gd name="T0" fmla="*/ 0 w 99"/>
                <a:gd name="T1" fmla="*/ 86 h 20"/>
                <a:gd name="T2" fmla="*/ 606 w 99"/>
                <a:gd name="T3" fmla="*/ 249 h 20"/>
                <a:gd name="T4" fmla="*/ 916 w 99"/>
                <a:gd name="T5" fmla="*/ 249 h 20"/>
                <a:gd name="T6" fmla="*/ 1575 w 99"/>
                <a:gd name="T7" fmla="*/ 135 h 20"/>
                <a:gd name="T8" fmla="*/ 1706 w 99"/>
                <a:gd name="T9" fmla="*/ 21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20">
                  <a:moveTo>
                    <a:pt x="0" y="5"/>
                  </a:moveTo>
                  <a:cubicBezTo>
                    <a:pt x="16" y="0"/>
                    <a:pt x="24" y="6"/>
                    <a:pt x="35" y="15"/>
                  </a:cubicBezTo>
                  <a:cubicBezTo>
                    <a:pt x="41" y="20"/>
                    <a:pt x="45" y="19"/>
                    <a:pt x="53" y="15"/>
                  </a:cubicBezTo>
                  <a:cubicBezTo>
                    <a:pt x="64" y="9"/>
                    <a:pt x="79" y="2"/>
                    <a:pt x="91" y="8"/>
                  </a:cubicBezTo>
                  <a:cubicBezTo>
                    <a:pt x="94" y="9"/>
                    <a:pt x="97" y="12"/>
                    <a:pt x="99" y="1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9" name="Freeform 914">
              <a:extLst>
                <a:ext uri="{FF2B5EF4-FFF2-40B4-BE49-F238E27FC236}">
                  <a16:creationId xmlns:a16="http://schemas.microsoft.com/office/drawing/2014/main" id="{343C68E8-F152-41A1-B4BC-D33EF6875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092"/>
              <a:ext cx="98" cy="28"/>
            </a:xfrm>
            <a:custGeom>
              <a:avLst/>
              <a:gdLst>
                <a:gd name="T0" fmla="*/ 0 w 55"/>
                <a:gd name="T1" fmla="*/ 215 h 16"/>
                <a:gd name="T2" fmla="*/ 991 w 55"/>
                <a:gd name="T3" fmla="*/ 26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6">
                  <a:moveTo>
                    <a:pt x="0" y="13"/>
                  </a:moveTo>
                  <a:cubicBezTo>
                    <a:pt x="15" y="1"/>
                    <a:pt x="42" y="0"/>
                    <a:pt x="55" y="1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0" name="Freeform 915">
              <a:extLst>
                <a:ext uri="{FF2B5EF4-FFF2-40B4-BE49-F238E27FC236}">
                  <a16:creationId xmlns:a16="http://schemas.microsoft.com/office/drawing/2014/main" id="{F29747E9-78DF-4E9D-B6A0-0DB35FAA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097"/>
              <a:ext cx="99" cy="23"/>
            </a:xfrm>
            <a:custGeom>
              <a:avLst/>
              <a:gdLst>
                <a:gd name="T0" fmla="*/ 0 w 56"/>
                <a:gd name="T1" fmla="*/ 228 h 13"/>
                <a:gd name="T2" fmla="*/ 331 w 56"/>
                <a:gd name="T3" fmla="*/ 37 h 13"/>
                <a:gd name="T4" fmla="*/ 778 w 56"/>
                <a:gd name="T5" fmla="*/ 65 h 13"/>
                <a:gd name="T6" fmla="*/ 965 w 56"/>
                <a:gd name="T7" fmla="*/ 18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3">
                  <a:moveTo>
                    <a:pt x="0" y="13"/>
                  </a:moveTo>
                  <a:cubicBezTo>
                    <a:pt x="7" y="10"/>
                    <a:pt x="11" y="4"/>
                    <a:pt x="19" y="2"/>
                  </a:cubicBezTo>
                  <a:cubicBezTo>
                    <a:pt x="28" y="0"/>
                    <a:pt x="37" y="0"/>
                    <a:pt x="45" y="4"/>
                  </a:cubicBezTo>
                  <a:cubicBezTo>
                    <a:pt x="49" y="6"/>
                    <a:pt x="53" y="7"/>
                    <a:pt x="56" y="1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1" name="Freeform 916">
              <a:extLst>
                <a:ext uri="{FF2B5EF4-FFF2-40B4-BE49-F238E27FC236}">
                  <a16:creationId xmlns:a16="http://schemas.microsoft.com/office/drawing/2014/main" id="{D7BF1376-4118-446B-877B-E12C08C09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082"/>
              <a:ext cx="29" cy="21"/>
            </a:xfrm>
            <a:custGeom>
              <a:avLst/>
              <a:gdLst>
                <a:gd name="T0" fmla="*/ 0 w 16"/>
                <a:gd name="T1" fmla="*/ 179 h 12"/>
                <a:gd name="T2" fmla="*/ 315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11"/>
                  </a:moveTo>
                  <a:cubicBezTo>
                    <a:pt x="7" y="12"/>
                    <a:pt x="11" y="4"/>
                    <a:pt x="16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2" name="Freeform 917">
              <a:extLst>
                <a:ext uri="{FF2B5EF4-FFF2-40B4-BE49-F238E27FC236}">
                  <a16:creationId xmlns:a16="http://schemas.microsoft.com/office/drawing/2014/main" id="{953F10AB-7CE7-48FF-BCAC-E2FE81827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173"/>
              <a:ext cx="90" cy="23"/>
            </a:xfrm>
            <a:custGeom>
              <a:avLst/>
              <a:gdLst>
                <a:gd name="T0" fmla="*/ 0 w 51"/>
                <a:gd name="T1" fmla="*/ 0 h 13"/>
                <a:gd name="T2" fmla="*/ 330 w 51"/>
                <a:gd name="T3" fmla="*/ 203 h 13"/>
                <a:gd name="T4" fmla="*/ 688 w 51"/>
                <a:gd name="T5" fmla="*/ 156 h 13"/>
                <a:gd name="T6" fmla="*/ 875 w 51"/>
                <a:gd name="T7" fmla="*/ 6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3">
                  <a:moveTo>
                    <a:pt x="0" y="0"/>
                  </a:moveTo>
                  <a:cubicBezTo>
                    <a:pt x="7" y="5"/>
                    <a:pt x="11" y="11"/>
                    <a:pt x="19" y="12"/>
                  </a:cubicBezTo>
                  <a:cubicBezTo>
                    <a:pt x="25" y="13"/>
                    <a:pt x="34" y="11"/>
                    <a:pt x="40" y="9"/>
                  </a:cubicBezTo>
                  <a:cubicBezTo>
                    <a:pt x="44" y="8"/>
                    <a:pt x="48" y="5"/>
                    <a:pt x="51" y="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3" name="Freeform 918">
              <a:extLst>
                <a:ext uri="{FF2B5EF4-FFF2-40B4-BE49-F238E27FC236}">
                  <a16:creationId xmlns:a16="http://schemas.microsoft.com/office/drawing/2014/main" id="{FAB6C94A-C6B8-48E0-854F-CE4293DA9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186"/>
              <a:ext cx="298" cy="31"/>
            </a:xfrm>
            <a:custGeom>
              <a:avLst/>
              <a:gdLst>
                <a:gd name="T0" fmla="*/ 0 w 168"/>
                <a:gd name="T1" fmla="*/ 255 h 18"/>
                <a:gd name="T2" fmla="*/ 564 w 168"/>
                <a:gd name="T3" fmla="*/ 86 h 18"/>
                <a:gd name="T4" fmla="*/ 743 w 168"/>
                <a:gd name="T5" fmla="*/ 143 h 18"/>
                <a:gd name="T6" fmla="*/ 1369 w 168"/>
                <a:gd name="T7" fmla="*/ 148 h 18"/>
                <a:gd name="T8" fmla="*/ 1882 w 168"/>
                <a:gd name="T9" fmla="*/ 143 h 18"/>
                <a:gd name="T10" fmla="*/ 2561 w 168"/>
                <a:gd name="T11" fmla="*/ 231 h 18"/>
                <a:gd name="T12" fmla="*/ 2952 w 168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8">
                  <a:moveTo>
                    <a:pt x="0" y="17"/>
                  </a:moveTo>
                  <a:cubicBezTo>
                    <a:pt x="12" y="18"/>
                    <a:pt x="20" y="6"/>
                    <a:pt x="32" y="6"/>
                  </a:cubicBezTo>
                  <a:cubicBezTo>
                    <a:pt x="36" y="6"/>
                    <a:pt x="38" y="7"/>
                    <a:pt x="42" y="9"/>
                  </a:cubicBezTo>
                  <a:cubicBezTo>
                    <a:pt x="55" y="16"/>
                    <a:pt x="65" y="15"/>
                    <a:pt x="78" y="10"/>
                  </a:cubicBezTo>
                  <a:cubicBezTo>
                    <a:pt x="89" y="6"/>
                    <a:pt x="96" y="6"/>
                    <a:pt x="107" y="9"/>
                  </a:cubicBezTo>
                  <a:cubicBezTo>
                    <a:pt x="120" y="13"/>
                    <a:pt x="133" y="18"/>
                    <a:pt x="146" y="15"/>
                  </a:cubicBezTo>
                  <a:cubicBezTo>
                    <a:pt x="153" y="13"/>
                    <a:pt x="166" y="6"/>
                    <a:pt x="16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4" name="Freeform 919">
              <a:extLst>
                <a:ext uri="{FF2B5EF4-FFF2-40B4-BE49-F238E27FC236}">
                  <a16:creationId xmlns:a16="http://schemas.microsoft.com/office/drawing/2014/main" id="{3B5CB805-251A-498E-92CE-2D0495EF1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175"/>
              <a:ext cx="86" cy="34"/>
            </a:xfrm>
            <a:custGeom>
              <a:avLst/>
              <a:gdLst>
                <a:gd name="T0" fmla="*/ 0 w 49"/>
                <a:gd name="T1" fmla="*/ 349 h 19"/>
                <a:gd name="T2" fmla="*/ 616 w 49"/>
                <a:gd name="T3" fmla="*/ 52 h 19"/>
                <a:gd name="T4" fmla="*/ 816 w 49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9">
                  <a:moveTo>
                    <a:pt x="0" y="19"/>
                  </a:moveTo>
                  <a:cubicBezTo>
                    <a:pt x="13" y="11"/>
                    <a:pt x="20" y="0"/>
                    <a:pt x="37" y="3"/>
                  </a:cubicBezTo>
                  <a:cubicBezTo>
                    <a:pt x="41" y="3"/>
                    <a:pt x="47" y="5"/>
                    <a:pt x="49" y="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5" name="Freeform 920">
              <a:extLst>
                <a:ext uri="{FF2B5EF4-FFF2-40B4-BE49-F238E27FC236}">
                  <a16:creationId xmlns:a16="http://schemas.microsoft.com/office/drawing/2014/main" id="{35867678-490B-43EA-992A-7B021F817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207"/>
              <a:ext cx="86" cy="25"/>
            </a:xfrm>
            <a:custGeom>
              <a:avLst/>
              <a:gdLst>
                <a:gd name="T0" fmla="*/ 0 w 49"/>
                <a:gd name="T1" fmla="*/ 41 h 14"/>
                <a:gd name="T2" fmla="*/ 579 w 49"/>
                <a:gd name="T3" fmla="*/ 166 h 14"/>
                <a:gd name="T4" fmla="*/ 816 w 4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4">
                  <a:moveTo>
                    <a:pt x="0" y="2"/>
                  </a:moveTo>
                  <a:cubicBezTo>
                    <a:pt x="9" y="9"/>
                    <a:pt x="24" y="14"/>
                    <a:pt x="35" y="9"/>
                  </a:cubicBezTo>
                  <a:cubicBezTo>
                    <a:pt x="40" y="7"/>
                    <a:pt x="45" y="3"/>
                    <a:pt x="49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6" name="Freeform 921">
              <a:extLst>
                <a:ext uri="{FF2B5EF4-FFF2-40B4-BE49-F238E27FC236}">
                  <a16:creationId xmlns:a16="http://schemas.microsoft.com/office/drawing/2014/main" id="{FFB83E6A-9416-4A8C-B48E-C3EDC93C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240"/>
              <a:ext cx="301" cy="76"/>
            </a:xfrm>
            <a:custGeom>
              <a:avLst/>
              <a:gdLst>
                <a:gd name="T0" fmla="*/ 0 w 170"/>
                <a:gd name="T1" fmla="*/ 331 h 43"/>
                <a:gd name="T2" fmla="*/ 267 w 170"/>
                <a:gd name="T3" fmla="*/ 534 h 43"/>
                <a:gd name="T4" fmla="*/ 878 w 170"/>
                <a:gd name="T5" fmla="*/ 559 h 43"/>
                <a:gd name="T6" fmla="*/ 1355 w 170"/>
                <a:gd name="T7" fmla="*/ 675 h 43"/>
                <a:gd name="T8" fmla="*/ 2038 w 170"/>
                <a:gd name="T9" fmla="*/ 606 h 43"/>
                <a:gd name="T10" fmla="*/ 2420 w 170"/>
                <a:gd name="T11" fmla="*/ 431 h 43"/>
                <a:gd name="T12" fmla="*/ 2803 w 170"/>
                <a:gd name="T13" fmla="*/ 331 h 43"/>
                <a:gd name="T14" fmla="*/ 2959 w 170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43">
                  <a:moveTo>
                    <a:pt x="0" y="19"/>
                  </a:moveTo>
                  <a:cubicBezTo>
                    <a:pt x="5" y="24"/>
                    <a:pt x="8" y="28"/>
                    <a:pt x="15" y="31"/>
                  </a:cubicBezTo>
                  <a:cubicBezTo>
                    <a:pt x="27" y="34"/>
                    <a:pt x="38" y="32"/>
                    <a:pt x="50" y="32"/>
                  </a:cubicBezTo>
                  <a:cubicBezTo>
                    <a:pt x="60" y="32"/>
                    <a:pt x="68" y="37"/>
                    <a:pt x="78" y="39"/>
                  </a:cubicBezTo>
                  <a:cubicBezTo>
                    <a:pt x="91" y="43"/>
                    <a:pt x="105" y="40"/>
                    <a:pt x="117" y="35"/>
                  </a:cubicBezTo>
                  <a:cubicBezTo>
                    <a:pt x="125" y="31"/>
                    <a:pt x="130" y="27"/>
                    <a:pt x="139" y="25"/>
                  </a:cubicBezTo>
                  <a:cubicBezTo>
                    <a:pt x="146" y="24"/>
                    <a:pt x="155" y="25"/>
                    <a:pt x="161" y="19"/>
                  </a:cubicBezTo>
                  <a:cubicBezTo>
                    <a:pt x="165" y="15"/>
                    <a:pt x="168" y="5"/>
                    <a:pt x="17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7" name="Freeform 922">
              <a:extLst>
                <a:ext uri="{FF2B5EF4-FFF2-40B4-BE49-F238E27FC236}">
                  <a16:creationId xmlns:a16="http://schemas.microsoft.com/office/drawing/2014/main" id="{D52AA74D-88E6-41E0-8AE1-5774F038E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212"/>
              <a:ext cx="213" cy="57"/>
            </a:xfrm>
            <a:custGeom>
              <a:avLst/>
              <a:gdLst>
                <a:gd name="T0" fmla="*/ 0 w 120"/>
                <a:gd name="T1" fmla="*/ 255 h 32"/>
                <a:gd name="T2" fmla="*/ 637 w 120"/>
                <a:gd name="T3" fmla="*/ 362 h 32"/>
                <a:gd name="T4" fmla="*/ 1001 w 120"/>
                <a:gd name="T5" fmla="*/ 527 h 32"/>
                <a:gd name="T6" fmla="*/ 1459 w 120"/>
                <a:gd name="T7" fmla="*/ 527 h 32"/>
                <a:gd name="T8" fmla="*/ 1935 w 120"/>
                <a:gd name="T9" fmla="*/ 232 h 32"/>
                <a:gd name="T10" fmla="*/ 2114 w 120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32">
                  <a:moveTo>
                    <a:pt x="0" y="14"/>
                  </a:moveTo>
                  <a:cubicBezTo>
                    <a:pt x="5" y="25"/>
                    <a:pt x="27" y="18"/>
                    <a:pt x="36" y="20"/>
                  </a:cubicBezTo>
                  <a:cubicBezTo>
                    <a:pt x="44" y="21"/>
                    <a:pt x="49" y="26"/>
                    <a:pt x="57" y="29"/>
                  </a:cubicBezTo>
                  <a:cubicBezTo>
                    <a:pt x="65" y="32"/>
                    <a:pt x="75" y="31"/>
                    <a:pt x="83" y="29"/>
                  </a:cubicBezTo>
                  <a:cubicBezTo>
                    <a:pt x="95" y="26"/>
                    <a:pt x="101" y="19"/>
                    <a:pt x="110" y="13"/>
                  </a:cubicBezTo>
                  <a:cubicBezTo>
                    <a:pt x="115" y="9"/>
                    <a:pt x="119" y="6"/>
                    <a:pt x="12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8" name="Freeform 923">
              <a:extLst>
                <a:ext uri="{FF2B5EF4-FFF2-40B4-BE49-F238E27FC236}">
                  <a16:creationId xmlns:a16="http://schemas.microsoft.com/office/drawing/2014/main" id="{D5691FF5-E4F7-4593-A6E5-0A6A51B93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237"/>
              <a:ext cx="83" cy="17"/>
            </a:xfrm>
            <a:custGeom>
              <a:avLst/>
              <a:gdLst>
                <a:gd name="T0" fmla="*/ 0 w 47"/>
                <a:gd name="T1" fmla="*/ 141 h 10"/>
                <a:gd name="T2" fmla="*/ 583 w 47"/>
                <a:gd name="T3" fmla="*/ 44 h 10"/>
                <a:gd name="T4" fmla="*/ 811 w 47"/>
                <a:gd name="T5" fmla="*/ 12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0">
                  <a:moveTo>
                    <a:pt x="0" y="10"/>
                  </a:moveTo>
                  <a:cubicBezTo>
                    <a:pt x="6" y="0"/>
                    <a:pt x="25" y="0"/>
                    <a:pt x="34" y="3"/>
                  </a:cubicBezTo>
                  <a:cubicBezTo>
                    <a:pt x="39" y="4"/>
                    <a:pt x="43" y="7"/>
                    <a:pt x="47" y="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9" name="Freeform 924">
              <a:extLst>
                <a:ext uri="{FF2B5EF4-FFF2-40B4-BE49-F238E27FC236}">
                  <a16:creationId xmlns:a16="http://schemas.microsoft.com/office/drawing/2014/main" id="{B9CCA651-9191-4F0E-9532-EA1E384E8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272"/>
              <a:ext cx="93" cy="34"/>
            </a:xfrm>
            <a:custGeom>
              <a:avLst/>
              <a:gdLst>
                <a:gd name="T0" fmla="*/ 0 w 53"/>
                <a:gd name="T1" fmla="*/ 349 h 19"/>
                <a:gd name="T2" fmla="*/ 881 w 53"/>
                <a:gd name="T3" fmla="*/ 23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9">
                  <a:moveTo>
                    <a:pt x="0" y="19"/>
                  </a:moveTo>
                  <a:cubicBezTo>
                    <a:pt x="9" y="5"/>
                    <a:pt x="41" y="0"/>
                    <a:pt x="53" y="1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0" name="Freeform 925">
              <a:extLst>
                <a:ext uri="{FF2B5EF4-FFF2-40B4-BE49-F238E27FC236}">
                  <a16:creationId xmlns:a16="http://schemas.microsoft.com/office/drawing/2014/main" id="{90D3572D-E778-4F7B-B0C3-A73318389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283"/>
              <a:ext cx="76" cy="37"/>
            </a:xfrm>
            <a:custGeom>
              <a:avLst/>
              <a:gdLst>
                <a:gd name="T0" fmla="*/ 0 w 43"/>
                <a:gd name="T1" fmla="*/ 252 h 21"/>
                <a:gd name="T2" fmla="*/ 652 w 43"/>
                <a:gd name="T3" fmla="*/ 174 h 21"/>
                <a:gd name="T4" fmla="*/ 741 w 4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5"/>
                  </a:moveTo>
                  <a:cubicBezTo>
                    <a:pt x="10" y="21"/>
                    <a:pt x="29" y="18"/>
                    <a:pt x="38" y="10"/>
                  </a:cubicBezTo>
                  <a:cubicBezTo>
                    <a:pt x="41" y="7"/>
                    <a:pt x="40" y="3"/>
                    <a:pt x="43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1" name="Freeform 926">
              <a:extLst>
                <a:ext uri="{FF2B5EF4-FFF2-40B4-BE49-F238E27FC236}">
                  <a16:creationId xmlns:a16="http://schemas.microsoft.com/office/drawing/2014/main" id="{99637829-3B0F-451F-922B-E915B431E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235"/>
              <a:ext cx="65" cy="53"/>
            </a:xfrm>
            <a:custGeom>
              <a:avLst/>
              <a:gdLst>
                <a:gd name="T0" fmla="*/ 0 w 37"/>
                <a:gd name="T1" fmla="*/ 518 h 30"/>
                <a:gd name="T2" fmla="*/ 374 w 37"/>
                <a:gd name="T3" fmla="*/ 87 h 30"/>
                <a:gd name="T4" fmla="*/ 617 w 37"/>
                <a:gd name="T5" fmla="*/ 3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0">
                  <a:moveTo>
                    <a:pt x="0" y="30"/>
                  </a:moveTo>
                  <a:cubicBezTo>
                    <a:pt x="3" y="18"/>
                    <a:pt x="10" y="9"/>
                    <a:pt x="22" y="5"/>
                  </a:cubicBezTo>
                  <a:cubicBezTo>
                    <a:pt x="24" y="4"/>
                    <a:pt x="36" y="0"/>
                    <a:pt x="37" y="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2" name="Freeform 927">
              <a:extLst>
                <a:ext uri="{FF2B5EF4-FFF2-40B4-BE49-F238E27FC236}">
                  <a16:creationId xmlns:a16="http://schemas.microsoft.com/office/drawing/2014/main" id="{B104B1E9-0177-40FB-B270-3033FDA1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210"/>
              <a:ext cx="90" cy="71"/>
            </a:xfrm>
            <a:custGeom>
              <a:avLst/>
              <a:gdLst>
                <a:gd name="T0" fmla="*/ 0 w 51"/>
                <a:gd name="T1" fmla="*/ 706 h 40"/>
                <a:gd name="T2" fmla="*/ 175 w 51"/>
                <a:gd name="T3" fmla="*/ 564 h 40"/>
                <a:gd name="T4" fmla="*/ 496 w 51"/>
                <a:gd name="T5" fmla="*/ 280 h 40"/>
                <a:gd name="T6" fmla="*/ 875 w 5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0">
                  <a:moveTo>
                    <a:pt x="0" y="40"/>
                  </a:moveTo>
                  <a:cubicBezTo>
                    <a:pt x="4" y="40"/>
                    <a:pt x="8" y="35"/>
                    <a:pt x="10" y="32"/>
                  </a:cubicBezTo>
                  <a:cubicBezTo>
                    <a:pt x="16" y="25"/>
                    <a:pt x="20" y="19"/>
                    <a:pt x="29" y="16"/>
                  </a:cubicBezTo>
                  <a:cubicBezTo>
                    <a:pt x="36" y="13"/>
                    <a:pt x="50" y="10"/>
                    <a:pt x="5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3" name="Freeform 928">
              <a:extLst>
                <a:ext uri="{FF2B5EF4-FFF2-40B4-BE49-F238E27FC236}">
                  <a16:creationId xmlns:a16="http://schemas.microsoft.com/office/drawing/2014/main" id="{FCF22BFE-4AEA-48F5-ACBD-29522861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233"/>
              <a:ext cx="55" cy="44"/>
            </a:xfrm>
            <a:custGeom>
              <a:avLst/>
              <a:gdLst>
                <a:gd name="T0" fmla="*/ 0 w 31"/>
                <a:gd name="T1" fmla="*/ 338 h 25"/>
                <a:gd name="T2" fmla="*/ 456 w 31"/>
                <a:gd name="T3" fmla="*/ 201 h 25"/>
                <a:gd name="T4" fmla="*/ 548 w 3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0" y="20"/>
                  </a:moveTo>
                  <a:cubicBezTo>
                    <a:pt x="7" y="25"/>
                    <a:pt x="21" y="17"/>
                    <a:pt x="26" y="12"/>
                  </a:cubicBezTo>
                  <a:cubicBezTo>
                    <a:pt x="28" y="10"/>
                    <a:pt x="30" y="0"/>
                    <a:pt x="3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4" name="Freeform 929">
              <a:extLst>
                <a:ext uri="{FF2B5EF4-FFF2-40B4-BE49-F238E27FC236}">
                  <a16:creationId xmlns:a16="http://schemas.microsoft.com/office/drawing/2014/main" id="{28861CD8-6617-4503-A790-05E66900D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249"/>
              <a:ext cx="82" cy="32"/>
            </a:xfrm>
            <a:custGeom>
              <a:avLst/>
              <a:gdLst>
                <a:gd name="T0" fmla="*/ 0 w 46"/>
                <a:gd name="T1" fmla="*/ 0 h 18"/>
                <a:gd name="T2" fmla="*/ 825 w 46"/>
                <a:gd name="T3" fmla="*/ 13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8">
                  <a:moveTo>
                    <a:pt x="0" y="0"/>
                  </a:moveTo>
                  <a:cubicBezTo>
                    <a:pt x="12" y="17"/>
                    <a:pt x="30" y="18"/>
                    <a:pt x="46" y="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5" name="Freeform 930">
              <a:extLst>
                <a:ext uri="{FF2B5EF4-FFF2-40B4-BE49-F238E27FC236}">
                  <a16:creationId xmlns:a16="http://schemas.microsoft.com/office/drawing/2014/main" id="{1841C273-4057-475A-8E2C-C3CF556D8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302"/>
              <a:ext cx="73" cy="25"/>
            </a:xfrm>
            <a:custGeom>
              <a:avLst/>
              <a:gdLst>
                <a:gd name="T0" fmla="*/ 0 w 41"/>
                <a:gd name="T1" fmla="*/ 0 h 14"/>
                <a:gd name="T2" fmla="*/ 593 w 41"/>
                <a:gd name="T3" fmla="*/ 143 h 14"/>
                <a:gd name="T4" fmla="*/ 732 w 41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4">
                  <a:moveTo>
                    <a:pt x="0" y="0"/>
                  </a:moveTo>
                  <a:cubicBezTo>
                    <a:pt x="8" y="7"/>
                    <a:pt x="22" y="14"/>
                    <a:pt x="33" y="8"/>
                  </a:cubicBezTo>
                  <a:cubicBezTo>
                    <a:pt x="36" y="6"/>
                    <a:pt x="39" y="3"/>
                    <a:pt x="41" y="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" name="Oval 931">
              <a:extLst>
                <a:ext uri="{FF2B5EF4-FFF2-40B4-BE49-F238E27FC236}">
                  <a16:creationId xmlns:a16="http://schemas.microsoft.com/office/drawing/2014/main" id="{0A7F1639-4CD3-46E3-8664-E7BEDA86F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179"/>
              <a:ext cx="16" cy="8"/>
            </a:xfrm>
            <a:prstGeom prst="ellipse">
              <a:avLst/>
            </a:pr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07" name="Oval 932">
              <a:extLst>
                <a:ext uri="{FF2B5EF4-FFF2-40B4-BE49-F238E27FC236}">
                  <a16:creationId xmlns:a16="http://schemas.microsoft.com/office/drawing/2014/main" id="{C6A53902-5E5C-44FA-8295-1AEF5967B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1191"/>
              <a:ext cx="17" cy="11"/>
            </a:xfrm>
            <a:prstGeom prst="ellipse">
              <a:avLst/>
            </a:pr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08" name="Oval 933">
              <a:extLst>
                <a:ext uri="{FF2B5EF4-FFF2-40B4-BE49-F238E27FC236}">
                  <a16:creationId xmlns:a16="http://schemas.microsoft.com/office/drawing/2014/main" id="{A11CC410-B83E-493E-AB30-9E894D912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1207"/>
              <a:ext cx="16" cy="10"/>
            </a:xfrm>
            <a:prstGeom prst="ellipse">
              <a:avLst/>
            </a:pr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09" name="Oval 934">
              <a:extLst>
                <a:ext uri="{FF2B5EF4-FFF2-40B4-BE49-F238E27FC236}">
                  <a16:creationId xmlns:a16="http://schemas.microsoft.com/office/drawing/2014/main" id="{7FABA5E3-72FA-41B6-984D-328F5426E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1249"/>
              <a:ext cx="16" cy="11"/>
            </a:xfrm>
            <a:prstGeom prst="ellipse">
              <a:avLst/>
            </a:pr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10" name="Oval 935">
              <a:extLst>
                <a:ext uri="{FF2B5EF4-FFF2-40B4-BE49-F238E27FC236}">
                  <a16:creationId xmlns:a16="http://schemas.microsoft.com/office/drawing/2014/main" id="{D3239F30-19BD-48FE-8641-CFF8CD324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295"/>
              <a:ext cx="16" cy="11"/>
            </a:xfrm>
            <a:prstGeom prst="ellipse">
              <a:avLst/>
            </a:pr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11" name="Oval 936">
              <a:extLst>
                <a:ext uri="{FF2B5EF4-FFF2-40B4-BE49-F238E27FC236}">
                  <a16:creationId xmlns:a16="http://schemas.microsoft.com/office/drawing/2014/main" id="{67D649BA-13B2-422B-933C-32A8074C6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263"/>
              <a:ext cx="15" cy="11"/>
            </a:xfrm>
            <a:prstGeom prst="ellipse">
              <a:avLst/>
            </a:pr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12" name="Oval 937">
              <a:extLst>
                <a:ext uri="{FF2B5EF4-FFF2-40B4-BE49-F238E27FC236}">
                  <a16:creationId xmlns:a16="http://schemas.microsoft.com/office/drawing/2014/main" id="{479EEE98-044A-43F5-AB1A-1F2F4AA75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1276"/>
              <a:ext cx="16" cy="10"/>
            </a:xfrm>
            <a:prstGeom prst="ellipse">
              <a:avLst/>
            </a:pr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13" name="Oval 938">
              <a:extLst>
                <a:ext uri="{FF2B5EF4-FFF2-40B4-BE49-F238E27FC236}">
                  <a16:creationId xmlns:a16="http://schemas.microsoft.com/office/drawing/2014/main" id="{75448E58-21EC-431D-AF68-F41476429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316"/>
              <a:ext cx="16" cy="11"/>
            </a:xfrm>
            <a:prstGeom prst="ellipse">
              <a:avLst/>
            </a:pr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14" name="Freeform 939">
              <a:extLst>
                <a:ext uri="{FF2B5EF4-FFF2-40B4-BE49-F238E27FC236}">
                  <a16:creationId xmlns:a16="http://schemas.microsoft.com/office/drawing/2014/main" id="{E47CABEA-F706-4668-BF6C-39248AD2A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216"/>
              <a:ext cx="17" cy="12"/>
            </a:xfrm>
            <a:custGeom>
              <a:avLst/>
              <a:gdLst>
                <a:gd name="T0" fmla="*/ 0 w 10"/>
                <a:gd name="T1" fmla="*/ 26 h 7"/>
                <a:gd name="T2" fmla="*/ 75 w 10"/>
                <a:gd name="T3" fmla="*/ 15 h 7"/>
                <a:gd name="T4" fmla="*/ 128 w 10"/>
                <a:gd name="T5" fmla="*/ 62 h 7"/>
                <a:gd name="T6" fmla="*/ 58 w 10"/>
                <a:gd name="T7" fmla="*/ 86 h 7"/>
                <a:gd name="T8" fmla="*/ 0 w 10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9" y="4"/>
                  </a:cubicBezTo>
                  <a:cubicBezTo>
                    <a:pt x="9" y="6"/>
                    <a:pt x="7" y="7"/>
                    <a:pt x="4" y="6"/>
                  </a:cubicBezTo>
                  <a:cubicBezTo>
                    <a:pt x="2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" name="Freeform 940">
              <a:extLst>
                <a:ext uri="{FF2B5EF4-FFF2-40B4-BE49-F238E27FC236}">
                  <a16:creationId xmlns:a16="http://schemas.microsoft.com/office/drawing/2014/main" id="{97C9AF8C-1266-4876-868B-35BF27F8C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254"/>
              <a:ext cx="18" cy="11"/>
            </a:xfrm>
            <a:custGeom>
              <a:avLst/>
              <a:gdLst>
                <a:gd name="T0" fmla="*/ 23 w 10"/>
                <a:gd name="T1" fmla="*/ 44 h 6"/>
                <a:gd name="T2" fmla="*/ 117 w 10"/>
                <a:gd name="T3" fmla="*/ 0 h 6"/>
                <a:gd name="T4" fmla="*/ 169 w 10"/>
                <a:gd name="T5" fmla="*/ 81 h 6"/>
                <a:gd name="T6" fmla="*/ 74 w 10"/>
                <a:gd name="T7" fmla="*/ 125 h 6"/>
                <a:gd name="T8" fmla="*/ 23 w 10"/>
                <a:gd name="T9" fmla="*/ 4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3"/>
                    <a:pt x="9" y="4"/>
                  </a:cubicBezTo>
                  <a:cubicBezTo>
                    <a:pt x="9" y="6"/>
                    <a:pt x="7" y="6"/>
                    <a:pt x="4" y="6"/>
                  </a:cubicBezTo>
                  <a:cubicBezTo>
                    <a:pt x="2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" name="Freeform 941">
              <a:extLst>
                <a:ext uri="{FF2B5EF4-FFF2-40B4-BE49-F238E27FC236}">
                  <a16:creationId xmlns:a16="http://schemas.microsoft.com/office/drawing/2014/main" id="{425EE829-E796-4BED-AB29-F34BCD76C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304"/>
              <a:ext cx="16" cy="10"/>
            </a:xfrm>
            <a:custGeom>
              <a:avLst/>
              <a:gdLst>
                <a:gd name="T0" fmla="*/ 0 w 9"/>
                <a:gd name="T1" fmla="*/ 22 h 6"/>
                <a:gd name="T2" fmla="*/ 89 w 9"/>
                <a:gd name="T3" fmla="*/ 0 h 6"/>
                <a:gd name="T4" fmla="*/ 158 w 9"/>
                <a:gd name="T5" fmla="*/ 55 h 6"/>
                <a:gd name="T6" fmla="*/ 66 w 9"/>
                <a:gd name="T7" fmla="*/ 78 h 6"/>
                <a:gd name="T8" fmla="*/ 0 w 9"/>
                <a:gd name="T9" fmla="*/ 2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9" y="2"/>
                    <a:pt x="9" y="4"/>
                  </a:cubicBezTo>
                  <a:cubicBezTo>
                    <a:pt x="9" y="5"/>
                    <a:pt x="6" y="6"/>
                    <a:pt x="4" y="6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7" name="Freeform 942">
              <a:extLst>
                <a:ext uri="{FF2B5EF4-FFF2-40B4-BE49-F238E27FC236}">
                  <a16:creationId xmlns:a16="http://schemas.microsoft.com/office/drawing/2014/main" id="{D060EFA4-785E-4D1A-BD2D-2B47AF10E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150"/>
              <a:ext cx="18" cy="13"/>
            </a:xfrm>
            <a:custGeom>
              <a:avLst/>
              <a:gdLst>
                <a:gd name="T0" fmla="*/ 23 w 10"/>
                <a:gd name="T1" fmla="*/ 45 h 7"/>
                <a:gd name="T2" fmla="*/ 117 w 10"/>
                <a:gd name="T3" fmla="*/ 24 h 7"/>
                <a:gd name="T4" fmla="*/ 187 w 10"/>
                <a:gd name="T5" fmla="*/ 84 h 7"/>
                <a:gd name="T6" fmla="*/ 94 w 10"/>
                <a:gd name="T7" fmla="*/ 128 h 7"/>
                <a:gd name="T8" fmla="*/ 23 w 10"/>
                <a:gd name="T9" fmla="*/ 4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" y="2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ubicBezTo>
                    <a:pt x="9" y="6"/>
                    <a:pt x="7" y="7"/>
                    <a:pt x="5" y="6"/>
                  </a:cubicBezTo>
                  <a:cubicBezTo>
                    <a:pt x="2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8" name="Freeform 943">
              <a:extLst>
                <a:ext uri="{FF2B5EF4-FFF2-40B4-BE49-F238E27FC236}">
                  <a16:creationId xmlns:a16="http://schemas.microsoft.com/office/drawing/2014/main" id="{75EBC333-6B2D-4CA5-AEB8-223E4A9F1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115"/>
              <a:ext cx="16" cy="12"/>
            </a:xfrm>
            <a:custGeom>
              <a:avLst/>
              <a:gdLst>
                <a:gd name="T0" fmla="*/ 0 w 9"/>
                <a:gd name="T1" fmla="*/ 26 h 7"/>
                <a:gd name="T2" fmla="*/ 89 w 9"/>
                <a:gd name="T3" fmla="*/ 0 h 7"/>
                <a:gd name="T4" fmla="*/ 158 w 9"/>
                <a:gd name="T5" fmla="*/ 62 h 7"/>
                <a:gd name="T6" fmla="*/ 66 w 9"/>
                <a:gd name="T7" fmla="*/ 86 h 7"/>
                <a:gd name="T8" fmla="*/ 0 w 9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2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8" y="1"/>
                    <a:pt x="9" y="3"/>
                    <a:pt x="9" y="4"/>
                  </a:cubicBezTo>
                  <a:cubicBezTo>
                    <a:pt x="9" y="6"/>
                    <a:pt x="6" y="7"/>
                    <a:pt x="4" y="6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9" name="Freeform 944">
              <a:extLst>
                <a:ext uri="{FF2B5EF4-FFF2-40B4-BE49-F238E27FC236}">
                  <a16:creationId xmlns:a16="http://schemas.microsoft.com/office/drawing/2014/main" id="{FE2D1AC3-990A-49AF-9839-B39C1F33D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126"/>
              <a:ext cx="18" cy="12"/>
            </a:xfrm>
            <a:custGeom>
              <a:avLst/>
              <a:gdLst>
                <a:gd name="T0" fmla="*/ 0 w 10"/>
                <a:gd name="T1" fmla="*/ 45 h 7"/>
                <a:gd name="T2" fmla="*/ 117 w 10"/>
                <a:gd name="T3" fmla="*/ 15 h 7"/>
                <a:gd name="T4" fmla="*/ 169 w 10"/>
                <a:gd name="T5" fmla="*/ 77 h 7"/>
                <a:gd name="T6" fmla="*/ 74 w 10"/>
                <a:gd name="T7" fmla="*/ 86 h 7"/>
                <a:gd name="T8" fmla="*/ 0 w 10"/>
                <a:gd name="T9" fmla="*/ 4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3"/>
                  </a:move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9" y="5"/>
                  </a:cubicBezTo>
                  <a:cubicBezTo>
                    <a:pt x="9" y="6"/>
                    <a:pt x="7" y="7"/>
                    <a:pt x="4" y="6"/>
                  </a:cubicBezTo>
                  <a:cubicBezTo>
                    <a:pt x="2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0" name="Freeform 945">
              <a:extLst>
                <a:ext uri="{FF2B5EF4-FFF2-40B4-BE49-F238E27FC236}">
                  <a16:creationId xmlns:a16="http://schemas.microsoft.com/office/drawing/2014/main" id="{1DEE5161-0280-4DB9-9734-6FC7795D9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147"/>
              <a:ext cx="18" cy="12"/>
            </a:xfrm>
            <a:custGeom>
              <a:avLst/>
              <a:gdLst>
                <a:gd name="T0" fmla="*/ 0 w 10"/>
                <a:gd name="T1" fmla="*/ 45 h 7"/>
                <a:gd name="T2" fmla="*/ 94 w 10"/>
                <a:gd name="T3" fmla="*/ 15 h 7"/>
                <a:gd name="T4" fmla="*/ 169 w 10"/>
                <a:gd name="T5" fmla="*/ 62 h 7"/>
                <a:gd name="T6" fmla="*/ 94 w 10"/>
                <a:gd name="T7" fmla="*/ 86 h 7"/>
                <a:gd name="T8" fmla="*/ 0 w 10"/>
                <a:gd name="T9" fmla="*/ 4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9" y="4"/>
                  </a:cubicBezTo>
                  <a:cubicBezTo>
                    <a:pt x="9" y="6"/>
                    <a:pt x="7" y="7"/>
                    <a:pt x="5" y="6"/>
                  </a:cubicBezTo>
                  <a:cubicBezTo>
                    <a:pt x="2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1" name="Freeform 946">
              <a:extLst>
                <a:ext uri="{FF2B5EF4-FFF2-40B4-BE49-F238E27FC236}">
                  <a16:creationId xmlns:a16="http://schemas.microsoft.com/office/drawing/2014/main" id="{C49B3B52-F4A4-4CAF-BDD9-8A8C369EC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173"/>
              <a:ext cx="16" cy="11"/>
            </a:xfrm>
            <a:custGeom>
              <a:avLst/>
              <a:gdLst>
                <a:gd name="T0" fmla="*/ 0 w 9"/>
                <a:gd name="T1" fmla="*/ 44 h 6"/>
                <a:gd name="T2" fmla="*/ 89 w 9"/>
                <a:gd name="T3" fmla="*/ 0 h 6"/>
                <a:gd name="T4" fmla="*/ 158 w 9"/>
                <a:gd name="T5" fmla="*/ 68 h 6"/>
                <a:gd name="T6" fmla="*/ 66 w 9"/>
                <a:gd name="T7" fmla="*/ 105 h 6"/>
                <a:gd name="T8" fmla="*/ 0 w 9"/>
                <a:gd name="T9" fmla="*/ 4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0"/>
                    <a:pt x="9" y="2"/>
                    <a:pt x="9" y="3"/>
                  </a:cubicBezTo>
                  <a:cubicBezTo>
                    <a:pt x="9" y="5"/>
                    <a:pt x="7" y="6"/>
                    <a:pt x="4" y="5"/>
                  </a:cubicBezTo>
                  <a:cubicBezTo>
                    <a:pt x="2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2" name="Freeform 947">
              <a:extLst>
                <a:ext uri="{FF2B5EF4-FFF2-40B4-BE49-F238E27FC236}">
                  <a16:creationId xmlns:a16="http://schemas.microsoft.com/office/drawing/2014/main" id="{0DCFB0D5-2A6B-48B6-96A6-80D3617A2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187"/>
              <a:ext cx="18" cy="11"/>
            </a:xfrm>
            <a:custGeom>
              <a:avLst/>
              <a:gdLst>
                <a:gd name="T0" fmla="*/ 23 w 10"/>
                <a:gd name="T1" fmla="*/ 44 h 6"/>
                <a:gd name="T2" fmla="*/ 94 w 10"/>
                <a:gd name="T3" fmla="*/ 0 h 6"/>
                <a:gd name="T4" fmla="*/ 187 w 10"/>
                <a:gd name="T5" fmla="*/ 81 h 6"/>
                <a:gd name="T6" fmla="*/ 94 w 10"/>
                <a:gd name="T7" fmla="*/ 125 h 6"/>
                <a:gd name="T8" fmla="*/ 23 w 10"/>
                <a:gd name="T9" fmla="*/ 4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8" y="1"/>
                    <a:pt x="10" y="2"/>
                    <a:pt x="10" y="4"/>
                  </a:cubicBezTo>
                  <a:cubicBezTo>
                    <a:pt x="9" y="5"/>
                    <a:pt x="7" y="6"/>
                    <a:pt x="5" y="6"/>
                  </a:cubicBezTo>
                  <a:cubicBezTo>
                    <a:pt x="2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3" name="Freeform 948">
              <a:extLst>
                <a:ext uri="{FF2B5EF4-FFF2-40B4-BE49-F238E27FC236}">
                  <a16:creationId xmlns:a16="http://schemas.microsoft.com/office/drawing/2014/main" id="{54894BFA-9CA8-472C-B427-178B440BB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267"/>
              <a:ext cx="18" cy="10"/>
            </a:xfrm>
            <a:custGeom>
              <a:avLst/>
              <a:gdLst>
                <a:gd name="T0" fmla="*/ 23 w 10"/>
                <a:gd name="T1" fmla="*/ 22 h 6"/>
                <a:gd name="T2" fmla="*/ 117 w 10"/>
                <a:gd name="T3" fmla="*/ 0 h 6"/>
                <a:gd name="T4" fmla="*/ 187 w 10"/>
                <a:gd name="T5" fmla="*/ 37 h 6"/>
                <a:gd name="T6" fmla="*/ 94 w 10"/>
                <a:gd name="T7" fmla="*/ 62 h 6"/>
                <a:gd name="T8" fmla="*/ 23 w 10"/>
                <a:gd name="T9" fmla="*/ 2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8" y="0"/>
                    <a:pt x="10" y="2"/>
                    <a:pt x="10" y="3"/>
                  </a:cubicBezTo>
                  <a:cubicBezTo>
                    <a:pt x="9" y="5"/>
                    <a:pt x="7" y="6"/>
                    <a:pt x="5" y="5"/>
                  </a:cubicBezTo>
                  <a:cubicBezTo>
                    <a:pt x="2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4" name="Freeform 949">
              <a:extLst>
                <a:ext uri="{FF2B5EF4-FFF2-40B4-BE49-F238E27FC236}">
                  <a16:creationId xmlns:a16="http://schemas.microsoft.com/office/drawing/2014/main" id="{6A3C35E0-6DC2-48FF-BEF1-49F04DA07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115"/>
              <a:ext cx="16" cy="11"/>
            </a:xfrm>
            <a:custGeom>
              <a:avLst/>
              <a:gdLst>
                <a:gd name="T0" fmla="*/ 0 w 9"/>
                <a:gd name="T1" fmla="*/ 68 h 6"/>
                <a:gd name="T2" fmla="*/ 66 w 9"/>
                <a:gd name="T3" fmla="*/ 0 h 6"/>
                <a:gd name="T4" fmla="*/ 158 w 9"/>
                <a:gd name="T5" fmla="*/ 68 h 6"/>
                <a:gd name="T6" fmla="*/ 66 w 9"/>
                <a:gd name="T7" fmla="*/ 125 h 6"/>
                <a:gd name="T8" fmla="*/ 0 w 9"/>
                <a:gd name="T9" fmla="*/ 6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9" y="2"/>
                    <a:pt x="9" y="3"/>
                  </a:cubicBezTo>
                  <a:cubicBezTo>
                    <a:pt x="9" y="5"/>
                    <a:pt x="7" y="6"/>
                    <a:pt x="4" y="6"/>
                  </a:cubicBezTo>
                  <a:cubicBezTo>
                    <a:pt x="2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5" name="Oval 950">
              <a:extLst>
                <a:ext uri="{FF2B5EF4-FFF2-40B4-BE49-F238E27FC236}">
                  <a16:creationId xmlns:a16="http://schemas.microsoft.com/office/drawing/2014/main" id="{8199EC82-F689-4439-9BFB-2C46401D8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1133"/>
              <a:ext cx="16" cy="9"/>
            </a:xfrm>
            <a:prstGeom prst="ellipse">
              <a:avLst/>
            </a:pr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26" name="Freeform 951">
              <a:extLst>
                <a:ext uri="{FF2B5EF4-FFF2-40B4-BE49-F238E27FC236}">
                  <a16:creationId xmlns:a16="http://schemas.microsoft.com/office/drawing/2014/main" id="{CB572183-9B28-4CC6-AB8F-86CA28C44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166"/>
              <a:ext cx="16" cy="11"/>
            </a:xfrm>
            <a:custGeom>
              <a:avLst/>
              <a:gdLst>
                <a:gd name="T0" fmla="*/ 0 w 9"/>
                <a:gd name="T1" fmla="*/ 68 h 6"/>
                <a:gd name="T2" fmla="*/ 66 w 9"/>
                <a:gd name="T3" fmla="*/ 0 h 6"/>
                <a:gd name="T4" fmla="*/ 158 w 9"/>
                <a:gd name="T5" fmla="*/ 68 h 6"/>
                <a:gd name="T6" fmla="*/ 66 w 9"/>
                <a:gd name="T7" fmla="*/ 125 h 6"/>
                <a:gd name="T8" fmla="*/ 0 w 9"/>
                <a:gd name="T9" fmla="*/ 6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9" y="1"/>
                    <a:pt x="9" y="3"/>
                  </a:cubicBezTo>
                  <a:cubicBezTo>
                    <a:pt x="9" y="4"/>
                    <a:pt x="7" y="6"/>
                    <a:pt x="4" y="6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7" name="Freeform 952">
              <a:extLst>
                <a:ext uri="{FF2B5EF4-FFF2-40B4-BE49-F238E27FC236}">
                  <a16:creationId xmlns:a16="http://schemas.microsoft.com/office/drawing/2014/main" id="{A713D654-A17D-46D8-BD06-B98EBBBBF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142"/>
              <a:ext cx="18" cy="10"/>
            </a:xfrm>
            <a:custGeom>
              <a:avLst/>
              <a:gdLst>
                <a:gd name="T0" fmla="*/ 0 w 10"/>
                <a:gd name="T1" fmla="*/ 55 h 6"/>
                <a:gd name="T2" fmla="*/ 74 w 10"/>
                <a:gd name="T3" fmla="*/ 0 h 6"/>
                <a:gd name="T4" fmla="*/ 169 w 10"/>
                <a:gd name="T5" fmla="*/ 22 h 6"/>
                <a:gd name="T6" fmla="*/ 94 w 10"/>
                <a:gd name="T7" fmla="*/ 78 h 6"/>
                <a:gd name="T8" fmla="*/ 0 w 10"/>
                <a:gd name="T9" fmla="*/ 5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0" y="2"/>
                    <a:pt x="2" y="1"/>
                    <a:pt x="4" y="0"/>
                  </a:cubicBezTo>
                  <a:cubicBezTo>
                    <a:pt x="7" y="0"/>
                    <a:pt x="9" y="1"/>
                    <a:pt x="9" y="2"/>
                  </a:cubicBezTo>
                  <a:cubicBezTo>
                    <a:pt x="10" y="4"/>
                    <a:pt x="8" y="5"/>
                    <a:pt x="5" y="6"/>
                  </a:cubicBezTo>
                  <a:cubicBezTo>
                    <a:pt x="3" y="6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8" name="Freeform 953">
              <a:extLst>
                <a:ext uri="{FF2B5EF4-FFF2-40B4-BE49-F238E27FC236}">
                  <a16:creationId xmlns:a16="http://schemas.microsoft.com/office/drawing/2014/main" id="{09048457-A57D-444A-BD48-C544C77F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066"/>
              <a:ext cx="16" cy="10"/>
            </a:xfrm>
            <a:custGeom>
              <a:avLst/>
              <a:gdLst>
                <a:gd name="T0" fmla="*/ 0 w 9"/>
                <a:gd name="T1" fmla="*/ 55 h 6"/>
                <a:gd name="T2" fmla="*/ 66 w 9"/>
                <a:gd name="T3" fmla="*/ 0 h 6"/>
                <a:gd name="T4" fmla="*/ 158 w 9"/>
                <a:gd name="T5" fmla="*/ 37 h 6"/>
                <a:gd name="T6" fmla="*/ 89 w 9"/>
                <a:gd name="T7" fmla="*/ 78 h 6"/>
                <a:gd name="T8" fmla="*/ 0 w 9"/>
                <a:gd name="T9" fmla="*/ 5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2"/>
                    <a:pt x="2" y="1"/>
                    <a:pt x="4" y="0"/>
                  </a:cubicBezTo>
                  <a:cubicBezTo>
                    <a:pt x="7" y="0"/>
                    <a:pt x="9" y="1"/>
                    <a:pt x="9" y="3"/>
                  </a:cubicBezTo>
                  <a:cubicBezTo>
                    <a:pt x="9" y="4"/>
                    <a:pt x="7" y="6"/>
                    <a:pt x="5" y="6"/>
                  </a:cubicBezTo>
                  <a:cubicBezTo>
                    <a:pt x="2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CD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9" name="Freeform 954">
              <a:extLst>
                <a:ext uri="{FF2B5EF4-FFF2-40B4-BE49-F238E27FC236}">
                  <a16:creationId xmlns:a16="http://schemas.microsoft.com/office/drawing/2014/main" id="{4CADFF24-332A-4041-84FF-4B00E36E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067"/>
              <a:ext cx="17" cy="13"/>
            </a:xfrm>
            <a:custGeom>
              <a:avLst/>
              <a:gdLst>
                <a:gd name="T0" fmla="*/ 15 w 10"/>
                <a:gd name="T1" fmla="*/ 24 h 7"/>
                <a:gd name="T2" fmla="*/ 99 w 10"/>
                <a:gd name="T3" fmla="*/ 24 h 7"/>
                <a:gd name="T4" fmla="*/ 128 w 10"/>
                <a:gd name="T5" fmla="*/ 110 h 7"/>
                <a:gd name="T6" fmla="*/ 58 w 10"/>
                <a:gd name="T7" fmla="*/ 128 h 7"/>
                <a:gd name="T8" fmla="*/ 15 w 10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" y="1"/>
                  </a:move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5"/>
                  </a:cubicBezTo>
                  <a:cubicBezTo>
                    <a:pt x="9" y="7"/>
                    <a:pt x="6" y="7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CD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0" name="Freeform 955">
              <a:extLst>
                <a:ext uri="{FF2B5EF4-FFF2-40B4-BE49-F238E27FC236}">
                  <a16:creationId xmlns:a16="http://schemas.microsoft.com/office/drawing/2014/main" id="{941173BA-445F-496C-B6D3-77C2B9E02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069"/>
              <a:ext cx="16" cy="11"/>
            </a:xfrm>
            <a:custGeom>
              <a:avLst/>
              <a:gdLst>
                <a:gd name="T0" fmla="*/ 0 w 9"/>
                <a:gd name="T1" fmla="*/ 68 h 6"/>
                <a:gd name="T2" fmla="*/ 66 w 9"/>
                <a:gd name="T3" fmla="*/ 0 h 6"/>
                <a:gd name="T4" fmla="*/ 158 w 9"/>
                <a:gd name="T5" fmla="*/ 68 h 6"/>
                <a:gd name="T6" fmla="*/ 66 w 9"/>
                <a:gd name="T7" fmla="*/ 125 h 6"/>
                <a:gd name="T8" fmla="*/ 0 w 9"/>
                <a:gd name="T9" fmla="*/ 6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9" y="1"/>
                    <a:pt x="9" y="3"/>
                  </a:cubicBezTo>
                  <a:cubicBezTo>
                    <a:pt x="9" y="5"/>
                    <a:pt x="7" y="6"/>
                    <a:pt x="4" y="6"/>
                  </a:cubicBezTo>
                  <a:cubicBezTo>
                    <a:pt x="2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D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1" name="Freeform 956">
              <a:extLst>
                <a:ext uri="{FF2B5EF4-FFF2-40B4-BE49-F238E27FC236}">
                  <a16:creationId xmlns:a16="http://schemas.microsoft.com/office/drawing/2014/main" id="{D36C1284-E5D4-4191-8BBC-5E8EA51F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57"/>
              <a:ext cx="16" cy="12"/>
            </a:xfrm>
            <a:custGeom>
              <a:avLst/>
              <a:gdLst>
                <a:gd name="T0" fmla="*/ 0 w 9"/>
                <a:gd name="T1" fmla="*/ 77 h 7"/>
                <a:gd name="T2" fmla="*/ 66 w 9"/>
                <a:gd name="T3" fmla="*/ 15 h 7"/>
                <a:gd name="T4" fmla="*/ 158 w 9"/>
                <a:gd name="T5" fmla="*/ 26 h 7"/>
                <a:gd name="T6" fmla="*/ 89 w 9"/>
                <a:gd name="T7" fmla="*/ 86 h 7"/>
                <a:gd name="T8" fmla="*/ 0 w 9"/>
                <a:gd name="T9" fmla="*/ 7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9" y="1"/>
                    <a:pt x="9" y="2"/>
                  </a:cubicBezTo>
                  <a:cubicBezTo>
                    <a:pt x="9" y="4"/>
                    <a:pt x="8" y="6"/>
                    <a:pt x="5" y="6"/>
                  </a:cubicBezTo>
                  <a:cubicBezTo>
                    <a:pt x="3" y="7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CD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2" name="Freeform 957">
              <a:extLst>
                <a:ext uri="{FF2B5EF4-FFF2-40B4-BE49-F238E27FC236}">
                  <a16:creationId xmlns:a16="http://schemas.microsoft.com/office/drawing/2014/main" id="{FC9D9BD2-A542-4B02-ABC5-34C7303AA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057"/>
              <a:ext cx="17" cy="12"/>
            </a:xfrm>
            <a:custGeom>
              <a:avLst/>
              <a:gdLst>
                <a:gd name="T0" fmla="*/ 15 w 10"/>
                <a:gd name="T1" fmla="*/ 26 h 7"/>
                <a:gd name="T2" fmla="*/ 83 w 10"/>
                <a:gd name="T3" fmla="*/ 15 h 7"/>
                <a:gd name="T4" fmla="*/ 128 w 10"/>
                <a:gd name="T5" fmla="*/ 86 h 7"/>
                <a:gd name="T6" fmla="*/ 44 w 10"/>
                <a:gd name="T7" fmla="*/ 86 h 7"/>
                <a:gd name="T8" fmla="*/ 15 w 10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10" y="5"/>
                    <a:pt x="9" y="6"/>
                  </a:cubicBezTo>
                  <a:cubicBezTo>
                    <a:pt x="8" y="7"/>
                    <a:pt x="6" y="7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D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3" name="Freeform 958">
              <a:extLst>
                <a:ext uri="{FF2B5EF4-FFF2-40B4-BE49-F238E27FC236}">
                  <a16:creationId xmlns:a16="http://schemas.microsoft.com/office/drawing/2014/main" id="{C382325E-D487-4D01-8FFA-9BE1E183F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142"/>
              <a:ext cx="17" cy="12"/>
            </a:xfrm>
            <a:custGeom>
              <a:avLst/>
              <a:gdLst>
                <a:gd name="T0" fmla="*/ 15 w 10"/>
                <a:gd name="T1" fmla="*/ 77 h 7"/>
                <a:gd name="T2" fmla="*/ 58 w 10"/>
                <a:gd name="T3" fmla="*/ 15 h 7"/>
                <a:gd name="T4" fmla="*/ 141 w 10"/>
                <a:gd name="T5" fmla="*/ 26 h 7"/>
                <a:gd name="T6" fmla="*/ 83 w 10"/>
                <a:gd name="T7" fmla="*/ 86 h 7"/>
                <a:gd name="T8" fmla="*/ 15 w 10"/>
                <a:gd name="T9" fmla="*/ 7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" y="5"/>
                  </a:moveTo>
                  <a:cubicBezTo>
                    <a:pt x="0" y="3"/>
                    <a:pt x="2" y="2"/>
                    <a:pt x="4" y="1"/>
                  </a:cubicBezTo>
                  <a:cubicBezTo>
                    <a:pt x="7" y="0"/>
                    <a:pt x="9" y="1"/>
                    <a:pt x="10" y="2"/>
                  </a:cubicBezTo>
                  <a:cubicBezTo>
                    <a:pt x="10" y="3"/>
                    <a:pt x="8" y="5"/>
                    <a:pt x="6" y="6"/>
                  </a:cubicBezTo>
                  <a:cubicBezTo>
                    <a:pt x="4" y="7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4" name="Freeform 959">
              <a:extLst>
                <a:ext uri="{FF2B5EF4-FFF2-40B4-BE49-F238E27FC236}">
                  <a16:creationId xmlns:a16="http://schemas.microsoft.com/office/drawing/2014/main" id="{538BBFA5-841F-4350-ADBC-34D774586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216"/>
              <a:ext cx="18" cy="12"/>
            </a:xfrm>
            <a:custGeom>
              <a:avLst/>
              <a:gdLst>
                <a:gd name="T0" fmla="*/ 0 w 10"/>
                <a:gd name="T1" fmla="*/ 77 h 7"/>
                <a:gd name="T2" fmla="*/ 74 w 10"/>
                <a:gd name="T3" fmla="*/ 15 h 7"/>
                <a:gd name="T4" fmla="*/ 169 w 10"/>
                <a:gd name="T5" fmla="*/ 26 h 7"/>
                <a:gd name="T6" fmla="*/ 117 w 10"/>
                <a:gd name="T7" fmla="*/ 86 h 7"/>
                <a:gd name="T8" fmla="*/ 0 w 10"/>
                <a:gd name="T9" fmla="*/ 7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5"/>
                  </a:moveTo>
                  <a:cubicBezTo>
                    <a:pt x="0" y="3"/>
                    <a:pt x="1" y="2"/>
                    <a:pt x="4" y="1"/>
                  </a:cubicBezTo>
                  <a:cubicBezTo>
                    <a:pt x="6" y="0"/>
                    <a:pt x="9" y="1"/>
                    <a:pt x="9" y="2"/>
                  </a:cubicBezTo>
                  <a:cubicBezTo>
                    <a:pt x="10" y="3"/>
                    <a:pt x="8" y="5"/>
                    <a:pt x="6" y="6"/>
                  </a:cubicBezTo>
                  <a:cubicBezTo>
                    <a:pt x="3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5" name="Freeform 960">
              <a:extLst>
                <a:ext uri="{FF2B5EF4-FFF2-40B4-BE49-F238E27FC236}">
                  <a16:creationId xmlns:a16="http://schemas.microsoft.com/office/drawing/2014/main" id="{E546B32C-1155-404C-ABD7-8FC9B7AEA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254"/>
              <a:ext cx="16" cy="13"/>
            </a:xfrm>
            <a:custGeom>
              <a:avLst/>
              <a:gdLst>
                <a:gd name="T0" fmla="*/ 21 w 9"/>
                <a:gd name="T1" fmla="*/ 128 h 7"/>
                <a:gd name="T2" fmla="*/ 50 w 9"/>
                <a:gd name="T3" fmla="*/ 24 h 7"/>
                <a:gd name="T4" fmla="*/ 158 w 9"/>
                <a:gd name="T5" fmla="*/ 45 h 7"/>
                <a:gd name="T6" fmla="*/ 114 w 9"/>
                <a:gd name="T7" fmla="*/ 128 h 7"/>
                <a:gd name="T8" fmla="*/ 21 w 9"/>
                <a:gd name="T9" fmla="*/ 1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1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6" y="0"/>
                    <a:pt x="8" y="0"/>
                    <a:pt x="9" y="2"/>
                  </a:cubicBezTo>
                  <a:cubicBezTo>
                    <a:pt x="9" y="3"/>
                    <a:pt x="8" y="5"/>
                    <a:pt x="6" y="6"/>
                  </a:cubicBezTo>
                  <a:cubicBezTo>
                    <a:pt x="4" y="7"/>
                    <a:pt x="1" y="7"/>
                    <a:pt x="1" y="6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6" name="Freeform 961">
              <a:extLst>
                <a:ext uri="{FF2B5EF4-FFF2-40B4-BE49-F238E27FC236}">
                  <a16:creationId xmlns:a16="http://schemas.microsoft.com/office/drawing/2014/main" id="{7C87D673-5581-4D5B-8216-711C45819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290"/>
              <a:ext cx="16" cy="14"/>
            </a:xfrm>
            <a:custGeom>
              <a:avLst/>
              <a:gdLst>
                <a:gd name="T0" fmla="*/ 0 w 9"/>
                <a:gd name="T1" fmla="*/ 102 h 8"/>
                <a:gd name="T2" fmla="*/ 50 w 9"/>
                <a:gd name="T3" fmla="*/ 37 h 8"/>
                <a:gd name="T4" fmla="*/ 158 w 9"/>
                <a:gd name="T5" fmla="*/ 37 h 8"/>
                <a:gd name="T6" fmla="*/ 114 w 9"/>
                <a:gd name="T7" fmla="*/ 114 h 8"/>
                <a:gd name="T8" fmla="*/ 0 w 9"/>
                <a:gd name="T9" fmla="*/ 10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0" y="5"/>
                    <a:pt x="1" y="3"/>
                    <a:pt x="3" y="2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9" y="3"/>
                    <a:pt x="8" y="5"/>
                    <a:pt x="6" y="7"/>
                  </a:cubicBezTo>
                  <a:cubicBezTo>
                    <a:pt x="4" y="8"/>
                    <a:pt x="1" y="8"/>
                    <a:pt x="0" y="6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7" name="Freeform 962">
              <a:extLst>
                <a:ext uri="{FF2B5EF4-FFF2-40B4-BE49-F238E27FC236}">
                  <a16:creationId xmlns:a16="http://schemas.microsoft.com/office/drawing/2014/main" id="{46C2BDA0-5D56-451A-8EE6-54920AB88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295"/>
              <a:ext cx="15" cy="11"/>
            </a:xfrm>
            <a:custGeom>
              <a:avLst/>
              <a:gdLst>
                <a:gd name="T0" fmla="*/ 0 w 9"/>
                <a:gd name="T1" fmla="*/ 81 h 6"/>
                <a:gd name="T2" fmla="*/ 55 w 9"/>
                <a:gd name="T3" fmla="*/ 0 h 6"/>
                <a:gd name="T4" fmla="*/ 117 w 9"/>
                <a:gd name="T5" fmla="*/ 44 h 6"/>
                <a:gd name="T6" fmla="*/ 62 w 9"/>
                <a:gd name="T7" fmla="*/ 125 h 6"/>
                <a:gd name="T8" fmla="*/ 0 w 9"/>
                <a:gd name="T9" fmla="*/ 8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2"/>
                    <a:pt x="1" y="1"/>
                    <a:pt x="4" y="0"/>
                  </a:cubicBezTo>
                  <a:cubicBezTo>
                    <a:pt x="6" y="0"/>
                    <a:pt x="9" y="1"/>
                    <a:pt x="9" y="2"/>
                  </a:cubicBezTo>
                  <a:cubicBezTo>
                    <a:pt x="9" y="4"/>
                    <a:pt x="7" y="5"/>
                    <a:pt x="5" y="6"/>
                  </a:cubicBezTo>
                  <a:cubicBezTo>
                    <a:pt x="2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8" name="Freeform 963">
              <a:extLst>
                <a:ext uri="{FF2B5EF4-FFF2-40B4-BE49-F238E27FC236}">
                  <a16:creationId xmlns:a16="http://schemas.microsoft.com/office/drawing/2014/main" id="{DDE7C26E-B097-4764-BFF3-DCECA76C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249"/>
              <a:ext cx="16" cy="11"/>
            </a:xfrm>
            <a:custGeom>
              <a:avLst/>
              <a:gdLst>
                <a:gd name="T0" fmla="*/ 0 w 9"/>
                <a:gd name="T1" fmla="*/ 81 h 6"/>
                <a:gd name="T2" fmla="*/ 66 w 9"/>
                <a:gd name="T3" fmla="*/ 0 h 6"/>
                <a:gd name="T4" fmla="*/ 158 w 9"/>
                <a:gd name="T5" fmla="*/ 44 h 6"/>
                <a:gd name="T6" fmla="*/ 89 w 9"/>
                <a:gd name="T7" fmla="*/ 125 h 6"/>
                <a:gd name="T8" fmla="*/ 0 w 9"/>
                <a:gd name="T9" fmla="*/ 8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3"/>
                    <a:pt x="1" y="1"/>
                    <a:pt x="4" y="0"/>
                  </a:cubicBezTo>
                  <a:cubicBezTo>
                    <a:pt x="6" y="0"/>
                    <a:pt x="9" y="1"/>
                    <a:pt x="9" y="2"/>
                  </a:cubicBezTo>
                  <a:cubicBezTo>
                    <a:pt x="9" y="4"/>
                    <a:pt x="8" y="5"/>
                    <a:pt x="5" y="6"/>
                  </a:cubicBezTo>
                  <a:cubicBezTo>
                    <a:pt x="3" y="6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AB1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9" name="Freeform 964">
              <a:extLst>
                <a:ext uri="{FF2B5EF4-FFF2-40B4-BE49-F238E27FC236}">
                  <a16:creationId xmlns:a16="http://schemas.microsoft.com/office/drawing/2014/main" id="{AE2D73D7-49D8-4B48-8CE7-8848A13B7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066"/>
              <a:ext cx="34" cy="19"/>
            </a:xfrm>
            <a:custGeom>
              <a:avLst/>
              <a:gdLst>
                <a:gd name="T0" fmla="*/ 0 w 19"/>
                <a:gd name="T1" fmla="*/ 0 h 11"/>
                <a:gd name="T2" fmla="*/ 145 w 19"/>
                <a:gd name="T3" fmla="*/ 149 h 11"/>
                <a:gd name="T4" fmla="*/ 349 w 19"/>
                <a:gd name="T5" fmla="*/ 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3" y="2"/>
                    <a:pt x="6" y="9"/>
                    <a:pt x="8" y="10"/>
                  </a:cubicBezTo>
                  <a:cubicBezTo>
                    <a:pt x="11" y="11"/>
                    <a:pt x="15" y="5"/>
                    <a:pt x="19" y="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0" name="Freeform 965">
              <a:extLst>
                <a:ext uri="{FF2B5EF4-FFF2-40B4-BE49-F238E27FC236}">
                  <a16:creationId xmlns:a16="http://schemas.microsoft.com/office/drawing/2014/main" id="{73C66336-7D5E-4807-B9B4-5C3ECBA78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059"/>
              <a:ext cx="37" cy="19"/>
            </a:xfrm>
            <a:custGeom>
              <a:avLst/>
              <a:gdLst>
                <a:gd name="T0" fmla="*/ 0 w 21"/>
                <a:gd name="T1" fmla="*/ 62 h 11"/>
                <a:gd name="T2" fmla="*/ 174 w 21"/>
                <a:gd name="T3" fmla="*/ 169 h 11"/>
                <a:gd name="T4" fmla="*/ 358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4"/>
                  </a:moveTo>
                  <a:cubicBezTo>
                    <a:pt x="5" y="3"/>
                    <a:pt x="8" y="8"/>
                    <a:pt x="10" y="11"/>
                  </a:cubicBezTo>
                  <a:cubicBezTo>
                    <a:pt x="11" y="6"/>
                    <a:pt x="16" y="2"/>
                    <a:pt x="2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1" name="Freeform 966">
              <a:extLst>
                <a:ext uri="{FF2B5EF4-FFF2-40B4-BE49-F238E27FC236}">
                  <a16:creationId xmlns:a16="http://schemas.microsoft.com/office/drawing/2014/main" id="{F8559977-5036-41C5-8F4B-48A28C776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060"/>
              <a:ext cx="9" cy="16"/>
            </a:xfrm>
            <a:custGeom>
              <a:avLst/>
              <a:gdLst>
                <a:gd name="T0" fmla="*/ 0 w 5"/>
                <a:gd name="T1" fmla="*/ 158 h 9"/>
                <a:gd name="T2" fmla="*/ 94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4" y="8"/>
                    <a:pt x="4" y="4"/>
                    <a:pt x="5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2" name="Freeform 967">
              <a:extLst>
                <a:ext uri="{FF2B5EF4-FFF2-40B4-BE49-F238E27FC236}">
                  <a16:creationId xmlns:a16="http://schemas.microsoft.com/office/drawing/2014/main" id="{1DAB62D9-A145-4846-9097-76111FA82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059"/>
              <a:ext cx="11" cy="17"/>
            </a:xfrm>
            <a:custGeom>
              <a:avLst/>
              <a:gdLst>
                <a:gd name="T0" fmla="*/ 0 w 6"/>
                <a:gd name="T1" fmla="*/ 0 h 10"/>
                <a:gd name="T2" fmla="*/ 125 w 6"/>
                <a:gd name="T3" fmla="*/ 14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3" y="2"/>
                    <a:pt x="5" y="9"/>
                    <a:pt x="6" y="1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3" name="Freeform 968">
              <a:extLst>
                <a:ext uri="{FF2B5EF4-FFF2-40B4-BE49-F238E27FC236}">
                  <a16:creationId xmlns:a16="http://schemas.microsoft.com/office/drawing/2014/main" id="{020EF7D7-561D-4EB4-A7DF-BBDBE639B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059"/>
              <a:ext cx="20" cy="8"/>
            </a:xfrm>
            <a:custGeom>
              <a:avLst/>
              <a:gdLst>
                <a:gd name="T0" fmla="*/ 0 w 11"/>
                <a:gd name="T1" fmla="*/ 54 h 5"/>
                <a:gd name="T2" fmla="*/ 215 w 1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2" y="2"/>
                    <a:pt x="7" y="0"/>
                    <a:pt x="11" y="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4" name="Freeform 969">
              <a:extLst>
                <a:ext uri="{FF2B5EF4-FFF2-40B4-BE49-F238E27FC236}">
                  <a16:creationId xmlns:a16="http://schemas.microsoft.com/office/drawing/2014/main" id="{0DC03614-E27F-461F-AEF6-C55843A3A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500"/>
              <a:ext cx="270" cy="51"/>
            </a:xfrm>
            <a:custGeom>
              <a:avLst/>
              <a:gdLst>
                <a:gd name="T0" fmla="*/ 0 w 153"/>
                <a:gd name="T1" fmla="*/ 0 h 29"/>
                <a:gd name="T2" fmla="*/ 517 w 153"/>
                <a:gd name="T3" fmla="*/ 151 h 29"/>
                <a:gd name="T4" fmla="*/ 1050 w 153"/>
                <a:gd name="T5" fmla="*/ 403 h 29"/>
                <a:gd name="T6" fmla="*/ 1853 w 153"/>
                <a:gd name="T7" fmla="*/ 375 h 29"/>
                <a:gd name="T8" fmla="*/ 2615 w 153"/>
                <a:gd name="T9" fmla="*/ 37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9">
                  <a:moveTo>
                    <a:pt x="0" y="0"/>
                  </a:moveTo>
                  <a:cubicBezTo>
                    <a:pt x="10" y="5"/>
                    <a:pt x="20" y="6"/>
                    <a:pt x="30" y="9"/>
                  </a:cubicBezTo>
                  <a:cubicBezTo>
                    <a:pt x="41" y="13"/>
                    <a:pt x="50" y="20"/>
                    <a:pt x="61" y="24"/>
                  </a:cubicBezTo>
                  <a:cubicBezTo>
                    <a:pt x="76" y="29"/>
                    <a:pt x="92" y="23"/>
                    <a:pt x="108" y="22"/>
                  </a:cubicBezTo>
                  <a:cubicBezTo>
                    <a:pt x="123" y="22"/>
                    <a:pt x="138" y="23"/>
                    <a:pt x="153" y="2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5" name="Freeform 970">
              <a:extLst>
                <a:ext uri="{FF2B5EF4-FFF2-40B4-BE49-F238E27FC236}">
                  <a16:creationId xmlns:a16="http://schemas.microsoft.com/office/drawing/2014/main" id="{3323785B-9F63-4C52-A693-340007F6A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558"/>
              <a:ext cx="206" cy="14"/>
            </a:xfrm>
            <a:custGeom>
              <a:avLst/>
              <a:gdLst>
                <a:gd name="T0" fmla="*/ 0 w 116"/>
                <a:gd name="T1" fmla="*/ 135 h 8"/>
                <a:gd name="T2" fmla="*/ 975 w 116"/>
                <a:gd name="T3" fmla="*/ 102 h 8"/>
                <a:gd name="T4" fmla="*/ 2049 w 1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8">
                  <a:moveTo>
                    <a:pt x="0" y="8"/>
                  </a:moveTo>
                  <a:cubicBezTo>
                    <a:pt x="18" y="6"/>
                    <a:pt x="37" y="8"/>
                    <a:pt x="55" y="6"/>
                  </a:cubicBezTo>
                  <a:cubicBezTo>
                    <a:pt x="75" y="3"/>
                    <a:pt x="97" y="5"/>
                    <a:pt x="116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6" name="Freeform 971">
              <a:extLst>
                <a:ext uri="{FF2B5EF4-FFF2-40B4-BE49-F238E27FC236}">
                  <a16:creationId xmlns:a16="http://schemas.microsoft.com/office/drawing/2014/main" id="{7F752B6D-2E6D-41E2-A3FA-722F2323E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489"/>
              <a:ext cx="181" cy="65"/>
            </a:xfrm>
            <a:custGeom>
              <a:avLst/>
              <a:gdLst>
                <a:gd name="T0" fmla="*/ 0 w 102"/>
                <a:gd name="T1" fmla="*/ 617 h 37"/>
                <a:gd name="T2" fmla="*/ 1052 w 102"/>
                <a:gd name="T3" fmla="*/ 437 h 37"/>
                <a:gd name="T4" fmla="*/ 1794 w 10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37">
                  <a:moveTo>
                    <a:pt x="0" y="37"/>
                  </a:moveTo>
                  <a:cubicBezTo>
                    <a:pt x="19" y="36"/>
                    <a:pt x="41" y="31"/>
                    <a:pt x="60" y="26"/>
                  </a:cubicBezTo>
                  <a:cubicBezTo>
                    <a:pt x="76" y="22"/>
                    <a:pt x="87" y="8"/>
                    <a:pt x="102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7" name="Freeform 972">
              <a:extLst>
                <a:ext uri="{FF2B5EF4-FFF2-40B4-BE49-F238E27FC236}">
                  <a16:creationId xmlns:a16="http://schemas.microsoft.com/office/drawing/2014/main" id="{4F855F3F-DB80-494E-91E3-57D525EC0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524"/>
              <a:ext cx="131" cy="68"/>
            </a:xfrm>
            <a:custGeom>
              <a:avLst/>
              <a:gdLst>
                <a:gd name="T0" fmla="*/ 1289 w 74"/>
                <a:gd name="T1" fmla="*/ 0 h 38"/>
                <a:gd name="T2" fmla="*/ 0 w 74"/>
                <a:gd name="T3" fmla="*/ 69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8">
                  <a:moveTo>
                    <a:pt x="74" y="0"/>
                  </a:moveTo>
                  <a:cubicBezTo>
                    <a:pt x="53" y="20"/>
                    <a:pt x="30" y="34"/>
                    <a:pt x="0" y="3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8" name="Freeform 973">
              <a:extLst>
                <a:ext uri="{FF2B5EF4-FFF2-40B4-BE49-F238E27FC236}">
                  <a16:creationId xmlns:a16="http://schemas.microsoft.com/office/drawing/2014/main" id="{A92BCB35-DBDA-44B0-8C9E-0500E0A11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593"/>
              <a:ext cx="104" cy="13"/>
            </a:xfrm>
            <a:custGeom>
              <a:avLst/>
              <a:gdLst>
                <a:gd name="T0" fmla="*/ 0 w 59"/>
                <a:gd name="T1" fmla="*/ 156 h 7"/>
                <a:gd name="T2" fmla="*/ 1003 w 5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7">
                  <a:moveTo>
                    <a:pt x="0" y="7"/>
                  </a:moveTo>
                  <a:cubicBezTo>
                    <a:pt x="21" y="6"/>
                    <a:pt x="39" y="7"/>
                    <a:pt x="59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9" name="Freeform 974">
              <a:extLst>
                <a:ext uri="{FF2B5EF4-FFF2-40B4-BE49-F238E27FC236}">
                  <a16:creationId xmlns:a16="http://schemas.microsoft.com/office/drawing/2014/main" id="{37CE8AE2-2B30-4EF6-9020-E22EDDDDA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583"/>
              <a:ext cx="85" cy="1"/>
            </a:xfrm>
            <a:custGeom>
              <a:avLst/>
              <a:gdLst>
                <a:gd name="T0" fmla="*/ 0 w 48"/>
                <a:gd name="T1" fmla="*/ 1 h 1"/>
                <a:gd name="T2" fmla="*/ 838 w 4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">
                  <a:moveTo>
                    <a:pt x="0" y="1"/>
                  </a:moveTo>
                  <a:cubicBezTo>
                    <a:pt x="16" y="1"/>
                    <a:pt x="32" y="0"/>
                    <a:pt x="4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0" name="Freeform 975">
              <a:extLst>
                <a:ext uri="{FF2B5EF4-FFF2-40B4-BE49-F238E27FC236}">
                  <a16:creationId xmlns:a16="http://schemas.microsoft.com/office/drawing/2014/main" id="{DE8EDC61-354A-44BB-B34B-064A2FBBE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528"/>
              <a:ext cx="108" cy="71"/>
            </a:xfrm>
            <a:custGeom>
              <a:avLst/>
              <a:gdLst>
                <a:gd name="T0" fmla="*/ 0 w 61"/>
                <a:gd name="T1" fmla="*/ 0 h 40"/>
                <a:gd name="T2" fmla="*/ 1059 w 61"/>
                <a:gd name="T3" fmla="*/ 706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0">
                  <a:moveTo>
                    <a:pt x="0" y="0"/>
                  </a:moveTo>
                  <a:cubicBezTo>
                    <a:pt x="9" y="21"/>
                    <a:pt x="39" y="37"/>
                    <a:pt x="61" y="4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1" name="Freeform 976">
              <a:extLst>
                <a:ext uri="{FF2B5EF4-FFF2-40B4-BE49-F238E27FC236}">
                  <a16:creationId xmlns:a16="http://schemas.microsoft.com/office/drawing/2014/main" id="{4682F09B-159A-462D-AC77-94433A4D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544"/>
              <a:ext cx="80" cy="19"/>
            </a:xfrm>
            <a:custGeom>
              <a:avLst/>
              <a:gdLst>
                <a:gd name="T0" fmla="*/ 0 w 45"/>
                <a:gd name="T1" fmla="*/ 0 h 11"/>
                <a:gd name="T2" fmla="*/ 796 w 45"/>
                <a:gd name="T3" fmla="*/ 16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">
                  <a:moveTo>
                    <a:pt x="0" y="0"/>
                  </a:moveTo>
                  <a:cubicBezTo>
                    <a:pt x="9" y="9"/>
                    <a:pt x="33" y="11"/>
                    <a:pt x="45" y="1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2" name="Freeform 977">
              <a:extLst>
                <a:ext uri="{FF2B5EF4-FFF2-40B4-BE49-F238E27FC236}">
                  <a16:creationId xmlns:a16="http://schemas.microsoft.com/office/drawing/2014/main" id="{58D2BACC-166B-4D91-A918-993497DE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480"/>
              <a:ext cx="55" cy="22"/>
            </a:xfrm>
            <a:custGeom>
              <a:avLst/>
              <a:gdLst>
                <a:gd name="T0" fmla="*/ 0 w 31"/>
                <a:gd name="T1" fmla="*/ 0 h 12"/>
                <a:gd name="T2" fmla="*/ 548 w 31"/>
                <a:gd name="T3" fmla="*/ 24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2">
                  <a:moveTo>
                    <a:pt x="0" y="0"/>
                  </a:moveTo>
                  <a:cubicBezTo>
                    <a:pt x="11" y="3"/>
                    <a:pt x="21" y="9"/>
                    <a:pt x="31" y="1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3" name="Freeform 978">
              <a:extLst>
                <a:ext uri="{FF2B5EF4-FFF2-40B4-BE49-F238E27FC236}">
                  <a16:creationId xmlns:a16="http://schemas.microsoft.com/office/drawing/2014/main" id="{34D0C480-4518-43EE-BA0B-654007745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523"/>
              <a:ext cx="47" cy="56"/>
            </a:xfrm>
            <a:custGeom>
              <a:avLst/>
              <a:gdLst>
                <a:gd name="T0" fmla="*/ 0 w 27"/>
                <a:gd name="T1" fmla="*/ 0 h 32"/>
                <a:gd name="T2" fmla="*/ 433 w 27"/>
                <a:gd name="T3" fmla="*/ 527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0" y="0"/>
                  </a:moveTo>
                  <a:cubicBezTo>
                    <a:pt x="3" y="14"/>
                    <a:pt x="13" y="28"/>
                    <a:pt x="27" y="3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4" name="Freeform 979">
              <a:extLst>
                <a:ext uri="{FF2B5EF4-FFF2-40B4-BE49-F238E27FC236}">
                  <a16:creationId xmlns:a16="http://schemas.microsoft.com/office/drawing/2014/main" id="{336ECDBC-562C-4FC1-8CBC-95D3A8429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539"/>
              <a:ext cx="30" cy="7"/>
            </a:xfrm>
            <a:custGeom>
              <a:avLst/>
              <a:gdLst>
                <a:gd name="T0" fmla="*/ 0 w 17"/>
                <a:gd name="T1" fmla="*/ 37 h 4"/>
                <a:gd name="T2" fmla="*/ 293 w 17"/>
                <a:gd name="T3" fmla="*/ 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2"/>
                  </a:moveTo>
                  <a:cubicBezTo>
                    <a:pt x="6" y="0"/>
                    <a:pt x="12" y="1"/>
                    <a:pt x="17" y="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5" name="Freeform 980">
              <a:extLst>
                <a:ext uri="{FF2B5EF4-FFF2-40B4-BE49-F238E27FC236}">
                  <a16:creationId xmlns:a16="http://schemas.microsoft.com/office/drawing/2014/main" id="{82DEA0F6-D621-40B8-BAD8-3DEFF132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502"/>
              <a:ext cx="102" cy="26"/>
            </a:xfrm>
            <a:custGeom>
              <a:avLst/>
              <a:gdLst>
                <a:gd name="T0" fmla="*/ 0 w 58"/>
                <a:gd name="T1" fmla="*/ 234 h 15"/>
                <a:gd name="T2" fmla="*/ 974 w 5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5">
                  <a:moveTo>
                    <a:pt x="0" y="15"/>
                  </a:moveTo>
                  <a:cubicBezTo>
                    <a:pt x="19" y="10"/>
                    <a:pt x="40" y="9"/>
                    <a:pt x="5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6" name="Freeform 981">
              <a:extLst>
                <a:ext uri="{FF2B5EF4-FFF2-40B4-BE49-F238E27FC236}">
                  <a16:creationId xmlns:a16="http://schemas.microsoft.com/office/drawing/2014/main" id="{D0A97325-6203-4AA8-8AE9-204B4786F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542"/>
              <a:ext cx="70" cy="48"/>
            </a:xfrm>
            <a:custGeom>
              <a:avLst/>
              <a:gdLst>
                <a:gd name="T0" fmla="*/ 0 w 40"/>
                <a:gd name="T1" fmla="*/ 476 h 27"/>
                <a:gd name="T2" fmla="*/ 413 w 40"/>
                <a:gd name="T3" fmla="*/ 320 h 27"/>
                <a:gd name="T4" fmla="*/ 658 w 4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7">
                  <a:moveTo>
                    <a:pt x="0" y="27"/>
                  </a:moveTo>
                  <a:cubicBezTo>
                    <a:pt x="8" y="27"/>
                    <a:pt x="19" y="23"/>
                    <a:pt x="25" y="18"/>
                  </a:cubicBezTo>
                  <a:cubicBezTo>
                    <a:pt x="31" y="12"/>
                    <a:pt x="32" y="4"/>
                    <a:pt x="4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7" name="Freeform 982">
              <a:extLst>
                <a:ext uri="{FF2B5EF4-FFF2-40B4-BE49-F238E27FC236}">
                  <a16:creationId xmlns:a16="http://schemas.microsoft.com/office/drawing/2014/main" id="{25F6F5D8-9243-4072-B5FD-B8E000D8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521"/>
              <a:ext cx="17" cy="18"/>
            </a:xfrm>
            <a:custGeom>
              <a:avLst/>
              <a:gdLst>
                <a:gd name="T0" fmla="*/ 0 w 10"/>
                <a:gd name="T1" fmla="*/ 187 h 10"/>
                <a:gd name="T2" fmla="*/ 141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2" y="6"/>
                    <a:pt x="6" y="2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8" name="Freeform 983">
              <a:extLst>
                <a:ext uri="{FF2B5EF4-FFF2-40B4-BE49-F238E27FC236}">
                  <a16:creationId xmlns:a16="http://schemas.microsoft.com/office/drawing/2014/main" id="{BDDC7BA1-FE87-4198-896B-670AE1DA5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606"/>
              <a:ext cx="87" cy="14"/>
            </a:xfrm>
            <a:custGeom>
              <a:avLst/>
              <a:gdLst>
                <a:gd name="T0" fmla="*/ 0 w 49"/>
                <a:gd name="T1" fmla="*/ 114 h 8"/>
                <a:gd name="T2" fmla="*/ 861 w 4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8">
                  <a:moveTo>
                    <a:pt x="0" y="7"/>
                  </a:moveTo>
                  <a:cubicBezTo>
                    <a:pt x="16" y="8"/>
                    <a:pt x="33" y="2"/>
                    <a:pt x="49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9" name="Freeform 984">
              <a:extLst>
                <a:ext uri="{FF2B5EF4-FFF2-40B4-BE49-F238E27FC236}">
                  <a16:creationId xmlns:a16="http://schemas.microsoft.com/office/drawing/2014/main" id="{EC340A26-058B-4437-9CF8-78B8251E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590"/>
              <a:ext cx="37" cy="5"/>
            </a:xfrm>
            <a:custGeom>
              <a:avLst/>
              <a:gdLst>
                <a:gd name="T0" fmla="*/ 0 w 21"/>
                <a:gd name="T1" fmla="*/ 0 h 3"/>
                <a:gd name="T2" fmla="*/ 358 w 2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">
                  <a:moveTo>
                    <a:pt x="0" y="0"/>
                  </a:moveTo>
                  <a:cubicBezTo>
                    <a:pt x="6" y="3"/>
                    <a:pt x="14" y="2"/>
                    <a:pt x="21" y="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0" name="Freeform 985">
              <a:extLst>
                <a:ext uri="{FF2B5EF4-FFF2-40B4-BE49-F238E27FC236}">
                  <a16:creationId xmlns:a16="http://schemas.microsoft.com/office/drawing/2014/main" id="{40AD5882-7582-4737-AF7D-C03934078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524"/>
              <a:ext cx="75" cy="4"/>
            </a:xfrm>
            <a:custGeom>
              <a:avLst/>
              <a:gdLst>
                <a:gd name="T0" fmla="*/ 0 w 42"/>
                <a:gd name="T1" fmla="*/ 0 h 2"/>
                <a:gd name="T2" fmla="*/ 763 w 42"/>
                <a:gd name="T3" fmla="*/ 6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">
                  <a:moveTo>
                    <a:pt x="0" y="0"/>
                  </a:moveTo>
                  <a:cubicBezTo>
                    <a:pt x="14" y="0"/>
                    <a:pt x="28" y="2"/>
                    <a:pt x="42" y="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1" name="Freeform 986">
              <a:extLst>
                <a:ext uri="{FF2B5EF4-FFF2-40B4-BE49-F238E27FC236}">
                  <a16:creationId xmlns:a16="http://schemas.microsoft.com/office/drawing/2014/main" id="{5467BEE2-C767-47D5-8B42-4ACD2068C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691"/>
              <a:ext cx="32" cy="141"/>
            </a:xfrm>
            <a:custGeom>
              <a:avLst/>
              <a:gdLst>
                <a:gd name="T0" fmla="*/ 0 w 18"/>
                <a:gd name="T1" fmla="*/ 0 h 80"/>
                <a:gd name="T2" fmla="*/ 158 w 18"/>
                <a:gd name="T3" fmla="*/ 608 h 80"/>
                <a:gd name="T4" fmla="*/ 320 w 18"/>
                <a:gd name="T5" fmla="*/ 1364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0">
                  <a:moveTo>
                    <a:pt x="0" y="0"/>
                  </a:moveTo>
                  <a:cubicBezTo>
                    <a:pt x="7" y="12"/>
                    <a:pt x="7" y="24"/>
                    <a:pt x="9" y="36"/>
                  </a:cubicBezTo>
                  <a:cubicBezTo>
                    <a:pt x="11" y="51"/>
                    <a:pt x="17" y="65"/>
                    <a:pt x="18" y="8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2" name="Freeform 987">
              <a:extLst>
                <a:ext uri="{FF2B5EF4-FFF2-40B4-BE49-F238E27FC236}">
                  <a16:creationId xmlns:a16="http://schemas.microsoft.com/office/drawing/2014/main" id="{BD92B352-214B-4E86-B318-C5A0527FB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807"/>
              <a:ext cx="19" cy="117"/>
            </a:xfrm>
            <a:custGeom>
              <a:avLst/>
              <a:gdLst>
                <a:gd name="T0" fmla="*/ 28 w 11"/>
                <a:gd name="T1" fmla="*/ 0 h 66"/>
                <a:gd name="T2" fmla="*/ 169 w 11"/>
                <a:gd name="T3" fmla="*/ 1154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6">
                  <a:moveTo>
                    <a:pt x="2" y="0"/>
                  </a:moveTo>
                  <a:cubicBezTo>
                    <a:pt x="0" y="20"/>
                    <a:pt x="8" y="46"/>
                    <a:pt x="11" y="6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3" name="Freeform 988">
              <a:extLst>
                <a:ext uri="{FF2B5EF4-FFF2-40B4-BE49-F238E27FC236}">
                  <a16:creationId xmlns:a16="http://schemas.microsoft.com/office/drawing/2014/main" id="{90C6350B-DF88-4B1F-9658-EC29F3240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892"/>
              <a:ext cx="20" cy="88"/>
            </a:xfrm>
            <a:custGeom>
              <a:avLst/>
              <a:gdLst>
                <a:gd name="T0" fmla="*/ 0 w 11"/>
                <a:gd name="T1" fmla="*/ 0 h 50"/>
                <a:gd name="T2" fmla="*/ 215 w 11"/>
                <a:gd name="T3" fmla="*/ 84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3" y="17"/>
                    <a:pt x="6" y="34"/>
                    <a:pt x="11" y="5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4" name="Freeform 989">
              <a:extLst>
                <a:ext uri="{FF2B5EF4-FFF2-40B4-BE49-F238E27FC236}">
                  <a16:creationId xmlns:a16="http://schemas.microsoft.com/office/drawing/2014/main" id="{CF7183E6-39DF-4556-93EC-7B02FCD4C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993"/>
              <a:ext cx="52" cy="100"/>
            </a:xfrm>
            <a:custGeom>
              <a:avLst/>
              <a:gdLst>
                <a:gd name="T0" fmla="*/ 0 w 29"/>
                <a:gd name="T1" fmla="*/ 0 h 57"/>
                <a:gd name="T2" fmla="*/ 536 w 29"/>
                <a:gd name="T3" fmla="*/ 946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7">
                  <a:moveTo>
                    <a:pt x="0" y="0"/>
                  </a:moveTo>
                  <a:cubicBezTo>
                    <a:pt x="19" y="15"/>
                    <a:pt x="13" y="42"/>
                    <a:pt x="29" y="5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5" name="Freeform 990">
              <a:extLst>
                <a:ext uri="{FF2B5EF4-FFF2-40B4-BE49-F238E27FC236}">
                  <a16:creationId xmlns:a16="http://schemas.microsoft.com/office/drawing/2014/main" id="{26203BBD-44BD-42CF-A685-DAD136A45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035"/>
              <a:ext cx="32" cy="130"/>
            </a:xfrm>
            <a:custGeom>
              <a:avLst/>
              <a:gdLst>
                <a:gd name="T0" fmla="*/ 0 w 18"/>
                <a:gd name="T1" fmla="*/ 0 h 74"/>
                <a:gd name="T2" fmla="*/ 320 w 18"/>
                <a:gd name="T3" fmla="*/ 123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4">
                  <a:moveTo>
                    <a:pt x="0" y="0"/>
                  </a:moveTo>
                  <a:cubicBezTo>
                    <a:pt x="6" y="26"/>
                    <a:pt x="16" y="47"/>
                    <a:pt x="18" y="7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6" name="Freeform 991">
              <a:extLst>
                <a:ext uri="{FF2B5EF4-FFF2-40B4-BE49-F238E27FC236}">
                  <a16:creationId xmlns:a16="http://schemas.microsoft.com/office/drawing/2014/main" id="{CBF10CF8-39DC-4E22-85DE-E7ACF4E93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3165"/>
              <a:ext cx="10" cy="90"/>
            </a:xfrm>
            <a:custGeom>
              <a:avLst/>
              <a:gdLst>
                <a:gd name="T0" fmla="*/ 0 w 6"/>
                <a:gd name="T1" fmla="*/ 0 h 51"/>
                <a:gd name="T2" fmla="*/ 0 w 6"/>
                <a:gd name="T3" fmla="*/ 87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1">
                  <a:moveTo>
                    <a:pt x="0" y="0"/>
                  </a:moveTo>
                  <a:cubicBezTo>
                    <a:pt x="6" y="15"/>
                    <a:pt x="4" y="36"/>
                    <a:pt x="0" y="5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7" name="Freeform 992">
              <a:extLst>
                <a:ext uri="{FF2B5EF4-FFF2-40B4-BE49-F238E27FC236}">
                  <a16:creationId xmlns:a16="http://schemas.microsoft.com/office/drawing/2014/main" id="{1F45CB8B-984C-4B20-9593-1F9C8865C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3130"/>
              <a:ext cx="30" cy="95"/>
            </a:xfrm>
            <a:custGeom>
              <a:avLst/>
              <a:gdLst>
                <a:gd name="T0" fmla="*/ 0 w 17"/>
                <a:gd name="T1" fmla="*/ 0 h 54"/>
                <a:gd name="T2" fmla="*/ 293 w 17"/>
                <a:gd name="T3" fmla="*/ 91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4">
                  <a:moveTo>
                    <a:pt x="0" y="0"/>
                  </a:moveTo>
                  <a:cubicBezTo>
                    <a:pt x="4" y="19"/>
                    <a:pt x="3" y="39"/>
                    <a:pt x="17" y="5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8" name="Freeform 993">
              <a:extLst>
                <a:ext uri="{FF2B5EF4-FFF2-40B4-BE49-F238E27FC236}">
                  <a16:creationId xmlns:a16="http://schemas.microsoft.com/office/drawing/2014/main" id="{5159FD81-FA48-4CC9-9FD2-F5EA57BD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261"/>
              <a:ext cx="7" cy="83"/>
            </a:xfrm>
            <a:custGeom>
              <a:avLst/>
              <a:gdLst>
                <a:gd name="T0" fmla="*/ 37 w 4"/>
                <a:gd name="T1" fmla="*/ 0 h 47"/>
                <a:gd name="T2" fmla="*/ 0 w 4"/>
                <a:gd name="T3" fmla="*/ 811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7">
                  <a:moveTo>
                    <a:pt x="2" y="0"/>
                  </a:moveTo>
                  <a:cubicBezTo>
                    <a:pt x="4" y="15"/>
                    <a:pt x="2" y="32"/>
                    <a:pt x="0" y="4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9" name="Freeform 994">
              <a:extLst>
                <a:ext uri="{FF2B5EF4-FFF2-40B4-BE49-F238E27FC236}">
                  <a16:creationId xmlns:a16="http://schemas.microsoft.com/office/drawing/2014/main" id="{1F59754A-632B-4996-A187-C9BFC53EA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282"/>
              <a:ext cx="14" cy="72"/>
            </a:xfrm>
            <a:custGeom>
              <a:avLst/>
              <a:gdLst>
                <a:gd name="T0" fmla="*/ 0 w 8"/>
                <a:gd name="T1" fmla="*/ 0 h 41"/>
                <a:gd name="T2" fmla="*/ 65 w 8"/>
                <a:gd name="T3" fmla="*/ 68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0" y="0"/>
                  </a:moveTo>
                  <a:cubicBezTo>
                    <a:pt x="4" y="13"/>
                    <a:pt x="8" y="27"/>
                    <a:pt x="4" y="4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0" name="Freeform 995">
              <a:extLst>
                <a:ext uri="{FF2B5EF4-FFF2-40B4-BE49-F238E27FC236}">
                  <a16:creationId xmlns:a16="http://schemas.microsoft.com/office/drawing/2014/main" id="{6DBE7979-BBC5-41F5-BCA9-23C44DB9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3375"/>
              <a:ext cx="30" cy="69"/>
            </a:xfrm>
            <a:custGeom>
              <a:avLst/>
              <a:gdLst>
                <a:gd name="T0" fmla="*/ 0 w 17"/>
                <a:gd name="T1" fmla="*/ 676 h 39"/>
                <a:gd name="T2" fmla="*/ 293 w 17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0" y="39"/>
                  </a:moveTo>
                  <a:cubicBezTo>
                    <a:pt x="8" y="27"/>
                    <a:pt x="9" y="12"/>
                    <a:pt x="17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1" name="Freeform 996">
              <a:extLst>
                <a:ext uri="{FF2B5EF4-FFF2-40B4-BE49-F238E27FC236}">
                  <a16:creationId xmlns:a16="http://schemas.microsoft.com/office/drawing/2014/main" id="{C69AB7C2-6CE9-4807-8A74-36A6C447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472"/>
              <a:ext cx="21" cy="32"/>
            </a:xfrm>
            <a:custGeom>
              <a:avLst/>
              <a:gdLst>
                <a:gd name="T0" fmla="*/ 0 w 12"/>
                <a:gd name="T1" fmla="*/ 320 h 18"/>
                <a:gd name="T2" fmla="*/ 200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5" y="13"/>
                    <a:pt x="9" y="7"/>
                    <a:pt x="12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2" name="Freeform 997">
              <a:extLst>
                <a:ext uri="{FF2B5EF4-FFF2-40B4-BE49-F238E27FC236}">
                  <a16:creationId xmlns:a16="http://schemas.microsoft.com/office/drawing/2014/main" id="{40FC43D5-B557-4602-BD94-9D665FED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398"/>
              <a:ext cx="13" cy="100"/>
            </a:xfrm>
            <a:custGeom>
              <a:avLst/>
              <a:gdLst>
                <a:gd name="T0" fmla="*/ 0 w 7"/>
                <a:gd name="T1" fmla="*/ 0 h 57"/>
                <a:gd name="T2" fmla="*/ 156 w 7"/>
                <a:gd name="T3" fmla="*/ 946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7">
                  <a:moveTo>
                    <a:pt x="0" y="0"/>
                  </a:moveTo>
                  <a:cubicBezTo>
                    <a:pt x="1" y="19"/>
                    <a:pt x="3" y="38"/>
                    <a:pt x="7" y="5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3" name="Freeform 998">
              <a:extLst>
                <a:ext uri="{FF2B5EF4-FFF2-40B4-BE49-F238E27FC236}">
                  <a16:creationId xmlns:a16="http://schemas.microsoft.com/office/drawing/2014/main" id="{AF8D280A-0A96-4130-AE58-8A31DD4D6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484"/>
              <a:ext cx="5" cy="83"/>
            </a:xfrm>
            <a:custGeom>
              <a:avLst/>
              <a:gdLst>
                <a:gd name="T0" fmla="*/ 0 w 3"/>
                <a:gd name="T1" fmla="*/ 0 h 47"/>
                <a:gd name="T2" fmla="*/ 37 w 3"/>
                <a:gd name="T3" fmla="*/ 811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7">
                  <a:moveTo>
                    <a:pt x="0" y="0"/>
                  </a:moveTo>
                  <a:cubicBezTo>
                    <a:pt x="1" y="16"/>
                    <a:pt x="1" y="31"/>
                    <a:pt x="3" y="4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4" name="Freeform 999">
              <a:extLst>
                <a:ext uri="{FF2B5EF4-FFF2-40B4-BE49-F238E27FC236}">
                  <a16:creationId xmlns:a16="http://schemas.microsoft.com/office/drawing/2014/main" id="{4CF71EF2-3BE0-4D20-936F-0A3008911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553"/>
              <a:ext cx="26" cy="83"/>
            </a:xfrm>
            <a:custGeom>
              <a:avLst/>
              <a:gdLst>
                <a:gd name="T0" fmla="*/ 0 w 15"/>
                <a:gd name="T1" fmla="*/ 0 h 47"/>
                <a:gd name="T2" fmla="*/ 234 w 15"/>
                <a:gd name="T3" fmla="*/ 811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7">
                  <a:moveTo>
                    <a:pt x="0" y="0"/>
                  </a:moveTo>
                  <a:cubicBezTo>
                    <a:pt x="6" y="15"/>
                    <a:pt x="7" y="32"/>
                    <a:pt x="15" y="4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5" name="Freeform 1000">
              <a:extLst>
                <a:ext uri="{FF2B5EF4-FFF2-40B4-BE49-F238E27FC236}">
                  <a16:creationId xmlns:a16="http://schemas.microsoft.com/office/drawing/2014/main" id="{94916272-591A-4B69-BB99-CD0F4D0EB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599"/>
              <a:ext cx="16" cy="58"/>
            </a:xfrm>
            <a:custGeom>
              <a:avLst/>
              <a:gdLst>
                <a:gd name="T0" fmla="*/ 0 w 9"/>
                <a:gd name="T1" fmla="*/ 0 h 33"/>
                <a:gd name="T2" fmla="*/ 158 w 9"/>
                <a:gd name="T3" fmla="*/ 55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0" y="0"/>
                  </a:moveTo>
                  <a:cubicBezTo>
                    <a:pt x="4" y="10"/>
                    <a:pt x="7" y="22"/>
                    <a:pt x="9" y="3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6" name="Freeform 1001">
              <a:extLst>
                <a:ext uri="{FF2B5EF4-FFF2-40B4-BE49-F238E27FC236}">
                  <a16:creationId xmlns:a16="http://schemas.microsoft.com/office/drawing/2014/main" id="{F3801DDA-5DA2-465C-9377-2A7A37594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287"/>
              <a:ext cx="5" cy="70"/>
            </a:xfrm>
            <a:custGeom>
              <a:avLst/>
              <a:gdLst>
                <a:gd name="T0" fmla="*/ 37 w 3"/>
                <a:gd name="T1" fmla="*/ 0 h 40"/>
                <a:gd name="T2" fmla="*/ 0 w 3"/>
                <a:gd name="T3" fmla="*/ 65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0">
                  <a:moveTo>
                    <a:pt x="3" y="0"/>
                  </a:moveTo>
                  <a:cubicBezTo>
                    <a:pt x="1" y="13"/>
                    <a:pt x="0" y="26"/>
                    <a:pt x="0" y="4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7" name="Freeform 1002">
              <a:extLst>
                <a:ext uri="{FF2B5EF4-FFF2-40B4-BE49-F238E27FC236}">
                  <a16:creationId xmlns:a16="http://schemas.microsoft.com/office/drawing/2014/main" id="{2B45992F-D477-40C2-8A4A-078F88831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336"/>
              <a:ext cx="12" cy="48"/>
            </a:xfrm>
            <a:custGeom>
              <a:avLst/>
              <a:gdLst>
                <a:gd name="T0" fmla="*/ 15 w 7"/>
                <a:gd name="T1" fmla="*/ 0 h 27"/>
                <a:gd name="T2" fmla="*/ 106 w 7"/>
                <a:gd name="T3" fmla="*/ 47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1" y="0"/>
                  </a:moveTo>
                  <a:cubicBezTo>
                    <a:pt x="0" y="10"/>
                    <a:pt x="3" y="19"/>
                    <a:pt x="7" y="2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8" name="Freeform 1003">
              <a:extLst>
                <a:ext uri="{FF2B5EF4-FFF2-40B4-BE49-F238E27FC236}">
                  <a16:creationId xmlns:a16="http://schemas.microsoft.com/office/drawing/2014/main" id="{CEBD563A-4855-4B7D-AE8A-67A1AE0DA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361"/>
              <a:ext cx="3" cy="81"/>
            </a:xfrm>
            <a:custGeom>
              <a:avLst/>
              <a:gdLst>
                <a:gd name="T0" fmla="*/ 0 w 2"/>
                <a:gd name="T1" fmla="*/ 0 h 46"/>
                <a:gd name="T2" fmla="*/ 18 w 2"/>
                <a:gd name="T3" fmla="*/ 782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6">
                  <a:moveTo>
                    <a:pt x="0" y="0"/>
                  </a:moveTo>
                  <a:cubicBezTo>
                    <a:pt x="0" y="15"/>
                    <a:pt x="2" y="31"/>
                    <a:pt x="2" y="4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9" name="Freeform 1004">
              <a:extLst>
                <a:ext uri="{FF2B5EF4-FFF2-40B4-BE49-F238E27FC236}">
                  <a16:creationId xmlns:a16="http://schemas.microsoft.com/office/drawing/2014/main" id="{9AB16D78-5ED9-4DA1-AEC4-0FC670A3E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472"/>
              <a:ext cx="7" cy="64"/>
            </a:xfrm>
            <a:custGeom>
              <a:avLst/>
              <a:gdLst>
                <a:gd name="T0" fmla="*/ 0 w 4"/>
                <a:gd name="T1" fmla="*/ 0 h 36"/>
                <a:gd name="T2" fmla="*/ 37 w 4"/>
                <a:gd name="T3" fmla="*/ 642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0" y="0"/>
                  </a:moveTo>
                  <a:cubicBezTo>
                    <a:pt x="4" y="11"/>
                    <a:pt x="2" y="24"/>
                    <a:pt x="2" y="3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0" name="Freeform 1005">
              <a:extLst>
                <a:ext uri="{FF2B5EF4-FFF2-40B4-BE49-F238E27FC236}">
                  <a16:creationId xmlns:a16="http://schemas.microsoft.com/office/drawing/2014/main" id="{7893CF16-5D5F-4FBC-AB7D-60880821D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30"/>
              <a:ext cx="19" cy="90"/>
            </a:xfrm>
            <a:custGeom>
              <a:avLst/>
              <a:gdLst>
                <a:gd name="T0" fmla="*/ 149 w 11"/>
                <a:gd name="T1" fmla="*/ 0 h 51"/>
                <a:gd name="T2" fmla="*/ 0 w 11"/>
                <a:gd name="T3" fmla="*/ 87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1">
                  <a:moveTo>
                    <a:pt x="10" y="0"/>
                  </a:moveTo>
                  <a:cubicBezTo>
                    <a:pt x="11" y="15"/>
                    <a:pt x="4" y="36"/>
                    <a:pt x="0" y="5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1" name="Freeform 1006">
              <a:extLst>
                <a:ext uri="{FF2B5EF4-FFF2-40B4-BE49-F238E27FC236}">
                  <a16:creationId xmlns:a16="http://schemas.microsoft.com/office/drawing/2014/main" id="{9B9984EE-CB2A-425E-B2A5-D5DC80378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626"/>
              <a:ext cx="24" cy="89"/>
            </a:xfrm>
            <a:custGeom>
              <a:avLst/>
              <a:gdLst>
                <a:gd name="T0" fmla="*/ 206 w 14"/>
                <a:gd name="T1" fmla="*/ 0 h 51"/>
                <a:gd name="T2" fmla="*/ 0 w 14"/>
                <a:gd name="T3" fmla="*/ 822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14" y="0"/>
                  </a:moveTo>
                  <a:cubicBezTo>
                    <a:pt x="14" y="17"/>
                    <a:pt x="11" y="36"/>
                    <a:pt x="0" y="5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2" name="Freeform 1007">
              <a:extLst>
                <a:ext uri="{FF2B5EF4-FFF2-40B4-BE49-F238E27FC236}">
                  <a16:creationId xmlns:a16="http://schemas.microsoft.com/office/drawing/2014/main" id="{AFEFDDD0-1B42-4E90-B4D7-B6EE0364A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49"/>
              <a:ext cx="21" cy="83"/>
            </a:xfrm>
            <a:custGeom>
              <a:avLst/>
              <a:gdLst>
                <a:gd name="T0" fmla="*/ 200 w 12"/>
                <a:gd name="T1" fmla="*/ 0 h 47"/>
                <a:gd name="T2" fmla="*/ 0 w 12"/>
                <a:gd name="T3" fmla="*/ 811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12" y="0"/>
                  </a:moveTo>
                  <a:cubicBezTo>
                    <a:pt x="9" y="16"/>
                    <a:pt x="6" y="32"/>
                    <a:pt x="0" y="4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3" name="Freeform 1008">
              <a:extLst>
                <a:ext uri="{FF2B5EF4-FFF2-40B4-BE49-F238E27FC236}">
                  <a16:creationId xmlns:a16="http://schemas.microsoft.com/office/drawing/2014/main" id="{38C7A034-D389-4D91-B6AD-34A9C31E2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834"/>
              <a:ext cx="15" cy="46"/>
            </a:xfrm>
            <a:custGeom>
              <a:avLst/>
              <a:gdLst>
                <a:gd name="T0" fmla="*/ 186 w 8"/>
                <a:gd name="T1" fmla="*/ 0 h 26"/>
                <a:gd name="T2" fmla="*/ 0 w 8"/>
                <a:gd name="T3" fmla="*/ 44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4" y="8"/>
                    <a:pt x="2" y="17"/>
                    <a:pt x="0" y="2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4" name="Freeform 1009">
              <a:extLst>
                <a:ext uri="{FF2B5EF4-FFF2-40B4-BE49-F238E27FC236}">
                  <a16:creationId xmlns:a16="http://schemas.microsoft.com/office/drawing/2014/main" id="{AB7F6691-588D-4659-9503-7D70055F0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744"/>
              <a:ext cx="9" cy="24"/>
            </a:xfrm>
            <a:custGeom>
              <a:avLst/>
              <a:gdLst>
                <a:gd name="T0" fmla="*/ 94 w 5"/>
                <a:gd name="T1" fmla="*/ 0 h 14"/>
                <a:gd name="T2" fmla="*/ 0 w 5"/>
                <a:gd name="T3" fmla="*/ 20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4" y="5"/>
                    <a:pt x="2" y="9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5" name="Freeform 1010">
              <a:extLst>
                <a:ext uri="{FF2B5EF4-FFF2-40B4-BE49-F238E27FC236}">
                  <a16:creationId xmlns:a16="http://schemas.microsoft.com/office/drawing/2014/main" id="{BF35595A-11F8-41A7-AC04-699C8C7B9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278"/>
              <a:ext cx="7" cy="69"/>
            </a:xfrm>
            <a:custGeom>
              <a:avLst/>
              <a:gdLst>
                <a:gd name="T0" fmla="*/ 0 w 4"/>
                <a:gd name="T1" fmla="*/ 0 h 39"/>
                <a:gd name="T2" fmla="*/ 37 w 4"/>
                <a:gd name="T3" fmla="*/ 676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9">
                  <a:moveTo>
                    <a:pt x="0" y="0"/>
                  </a:moveTo>
                  <a:cubicBezTo>
                    <a:pt x="4" y="13"/>
                    <a:pt x="2" y="26"/>
                    <a:pt x="2" y="3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6" name="Freeform 1011">
              <a:extLst>
                <a:ext uri="{FF2B5EF4-FFF2-40B4-BE49-F238E27FC236}">
                  <a16:creationId xmlns:a16="http://schemas.microsoft.com/office/drawing/2014/main" id="{5D893CB2-E1E8-43E1-B000-5E74C65A1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251"/>
              <a:ext cx="4" cy="37"/>
            </a:xfrm>
            <a:custGeom>
              <a:avLst/>
              <a:gdLst>
                <a:gd name="T0" fmla="*/ 64 w 2"/>
                <a:gd name="T1" fmla="*/ 0 h 21"/>
                <a:gd name="T2" fmla="*/ 64 w 2"/>
                <a:gd name="T3" fmla="*/ 35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2" y="0"/>
                  </a:moveTo>
                  <a:cubicBezTo>
                    <a:pt x="0" y="7"/>
                    <a:pt x="0" y="14"/>
                    <a:pt x="2" y="2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7" name="Freeform 1012">
              <a:extLst>
                <a:ext uri="{FF2B5EF4-FFF2-40B4-BE49-F238E27FC236}">
                  <a16:creationId xmlns:a16="http://schemas.microsoft.com/office/drawing/2014/main" id="{6574D7A0-FB4F-4D50-8D6F-FB40B5988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880"/>
              <a:ext cx="32" cy="107"/>
            </a:xfrm>
            <a:custGeom>
              <a:avLst/>
              <a:gdLst>
                <a:gd name="T0" fmla="*/ 320 w 18"/>
                <a:gd name="T1" fmla="*/ 0 h 61"/>
                <a:gd name="T2" fmla="*/ 0 w 18"/>
                <a:gd name="T3" fmla="*/ 1016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1">
                  <a:moveTo>
                    <a:pt x="18" y="0"/>
                  </a:moveTo>
                  <a:cubicBezTo>
                    <a:pt x="10" y="20"/>
                    <a:pt x="4" y="40"/>
                    <a:pt x="0" y="6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8" name="Freeform 1013">
              <a:extLst>
                <a:ext uri="{FF2B5EF4-FFF2-40B4-BE49-F238E27FC236}">
                  <a16:creationId xmlns:a16="http://schemas.microsoft.com/office/drawing/2014/main" id="{17889322-15E2-48DD-B4E0-4FF62B607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943"/>
              <a:ext cx="15" cy="64"/>
            </a:xfrm>
            <a:custGeom>
              <a:avLst/>
              <a:gdLst>
                <a:gd name="T0" fmla="*/ 117 w 9"/>
                <a:gd name="T1" fmla="*/ 0 h 36"/>
                <a:gd name="T2" fmla="*/ 0 w 9"/>
                <a:gd name="T3" fmla="*/ 642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6">
                  <a:moveTo>
                    <a:pt x="9" y="0"/>
                  </a:moveTo>
                  <a:cubicBezTo>
                    <a:pt x="3" y="11"/>
                    <a:pt x="2" y="24"/>
                    <a:pt x="0" y="3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9" name="Freeform 1014">
              <a:extLst>
                <a:ext uri="{FF2B5EF4-FFF2-40B4-BE49-F238E27FC236}">
                  <a16:creationId xmlns:a16="http://schemas.microsoft.com/office/drawing/2014/main" id="{D8C85810-44ED-4656-B011-1A65FA644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030"/>
              <a:ext cx="21" cy="56"/>
            </a:xfrm>
            <a:custGeom>
              <a:avLst/>
              <a:gdLst>
                <a:gd name="T0" fmla="*/ 200 w 12"/>
                <a:gd name="T1" fmla="*/ 0 h 32"/>
                <a:gd name="T2" fmla="*/ 0 w 12"/>
                <a:gd name="T3" fmla="*/ 527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2">
                  <a:moveTo>
                    <a:pt x="12" y="0"/>
                  </a:moveTo>
                  <a:cubicBezTo>
                    <a:pt x="10" y="12"/>
                    <a:pt x="2" y="20"/>
                    <a:pt x="0" y="3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0" name="Freeform 1015">
              <a:extLst>
                <a:ext uri="{FF2B5EF4-FFF2-40B4-BE49-F238E27FC236}">
                  <a16:creationId xmlns:a16="http://schemas.microsoft.com/office/drawing/2014/main" id="{41CF7AD2-168C-4C26-AD78-1DE5AFC9F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033"/>
              <a:ext cx="3" cy="18"/>
            </a:xfrm>
            <a:custGeom>
              <a:avLst/>
              <a:gdLst>
                <a:gd name="T0" fmla="*/ 18 w 2"/>
                <a:gd name="T1" fmla="*/ 0 h 10"/>
                <a:gd name="T2" fmla="*/ 0 w 2"/>
                <a:gd name="T3" fmla="*/ 18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3"/>
                    <a:pt x="0" y="7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1" name="Freeform 1016">
              <a:extLst>
                <a:ext uri="{FF2B5EF4-FFF2-40B4-BE49-F238E27FC236}">
                  <a16:creationId xmlns:a16="http://schemas.microsoft.com/office/drawing/2014/main" id="{78C63D2A-97F4-4AC4-A409-D28B7D220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3123"/>
              <a:ext cx="9" cy="85"/>
            </a:xfrm>
            <a:custGeom>
              <a:avLst/>
              <a:gdLst>
                <a:gd name="T0" fmla="*/ 94 w 5"/>
                <a:gd name="T1" fmla="*/ 0 h 48"/>
                <a:gd name="T2" fmla="*/ 0 w 5"/>
                <a:gd name="T3" fmla="*/ 838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8">
                  <a:moveTo>
                    <a:pt x="5" y="0"/>
                  </a:moveTo>
                  <a:cubicBezTo>
                    <a:pt x="0" y="15"/>
                    <a:pt x="1" y="32"/>
                    <a:pt x="0" y="4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2" name="Freeform 1017">
              <a:extLst>
                <a:ext uri="{FF2B5EF4-FFF2-40B4-BE49-F238E27FC236}">
                  <a16:creationId xmlns:a16="http://schemas.microsoft.com/office/drawing/2014/main" id="{628BE75C-8C5D-4FE6-9577-4942D5A2C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107"/>
              <a:ext cx="5" cy="39"/>
            </a:xfrm>
            <a:custGeom>
              <a:avLst/>
              <a:gdLst>
                <a:gd name="T0" fmla="*/ 37 w 3"/>
                <a:gd name="T1" fmla="*/ 0 h 22"/>
                <a:gd name="T2" fmla="*/ 0 w 3"/>
                <a:gd name="T3" fmla="*/ 38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2">
                  <a:moveTo>
                    <a:pt x="3" y="0"/>
                  </a:moveTo>
                  <a:cubicBezTo>
                    <a:pt x="3" y="8"/>
                    <a:pt x="1" y="15"/>
                    <a:pt x="0" y="2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3" name="Freeform 1018">
              <a:extLst>
                <a:ext uri="{FF2B5EF4-FFF2-40B4-BE49-F238E27FC236}">
                  <a16:creationId xmlns:a16="http://schemas.microsoft.com/office/drawing/2014/main" id="{4D6288FF-60DE-4145-826D-665694B1C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3224"/>
              <a:ext cx="4" cy="83"/>
            </a:xfrm>
            <a:custGeom>
              <a:avLst/>
              <a:gdLst>
                <a:gd name="T0" fmla="*/ 0 w 2"/>
                <a:gd name="T1" fmla="*/ 0 h 47"/>
                <a:gd name="T2" fmla="*/ 0 w 2"/>
                <a:gd name="T3" fmla="*/ 811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7">
                  <a:moveTo>
                    <a:pt x="0" y="0"/>
                  </a:moveTo>
                  <a:cubicBezTo>
                    <a:pt x="2" y="15"/>
                    <a:pt x="0" y="31"/>
                    <a:pt x="0" y="4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4" name="Freeform 1019">
              <a:extLst>
                <a:ext uri="{FF2B5EF4-FFF2-40B4-BE49-F238E27FC236}">
                  <a16:creationId xmlns:a16="http://schemas.microsoft.com/office/drawing/2014/main" id="{1C6831D5-5746-4E7D-B1A5-34ECA052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252"/>
              <a:ext cx="1" cy="40"/>
            </a:xfrm>
            <a:custGeom>
              <a:avLst/>
              <a:gdLst>
                <a:gd name="T0" fmla="*/ 0 w 1"/>
                <a:gd name="T1" fmla="*/ 0 h 23"/>
                <a:gd name="T2" fmla="*/ 0 w 1"/>
                <a:gd name="T3" fmla="*/ 36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3">
                  <a:moveTo>
                    <a:pt x="0" y="0"/>
                  </a:moveTo>
                  <a:cubicBezTo>
                    <a:pt x="0" y="8"/>
                    <a:pt x="0" y="16"/>
                    <a:pt x="0" y="2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5" name="Freeform 1020">
              <a:extLst>
                <a:ext uri="{FF2B5EF4-FFF2-40B4-BE49-F238E27FC236}">
                  <a16:creationId xmlns:a16="http://schemas.microsoft.com/office/drawing/2014/main" id="{9578B234-724F-4B20-8250-F22FFB75F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3317"/>
              <a:ext cx="17" cy="81"/>
            </a:xfrm>
            <a:custGeom>
              <a:avLst/>
              <a:gdLst>
                <a:gd name="T0" fmla="*/ 15 w 10"/>
                <a:gd name="T1" fmla="*/ 0 h 46"/>
                <a:gd name="T2" fmla="*/ 141 w 10"/>
                <a:gd name="T3" fmla="*/ 782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1" y="0"/>
                  </a:moveTo>
                  <a:cubicBezTo>
                    <a:pt x="1" y="16"/>
                    <a:pt x="0" y="33"/>
                    <a:pt x="10" y="4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6" name="Freeform 1021">
              <a:extLst>
                <a:ext uri="{FF2B5EF4-FFF2-40B4-BE49-F238E27FC236}">
                  <a16:creationId xmlns:a16="http://schemas.microsoft.com/office/drawing/2014/main" id="{6CEFB163-6BCA-48C4-B002-079EA145B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345"/>
              <a:ext cx="7" cy="27"/>
            </a:xfrm>
            <a:custGeom>
              <a:avLst/>
              <a:gdLst>
                <a:gd name="T0" fmla="*/ 65 w 4"/>
                <a:gd name="T1" fmla="*/ 0 h 15"/>
                <a:gd name="T2" fmla="*/ 37 w 4"/>
                <a:gd name="T3" fmla="*/ 28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1" y="5"/>
                    <a:pt x="0" y="10"/>
                    <a:pt x="2" y="1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7" name="Freeform 1022">
              <a:extLst>
                <a:ext uri="{FF2B5EF4-FFF2-40B4-BE49-F238E27FC236}">
                  <a16:creationId xmlns:a16="http://schemas.microsoft.com/office/drawing/2014/main" id="{C60BFF48-019E-4FFF-848B-07149D95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425"/>
              <a:ext cx="9" cy="46"/>
            </a:xfrm>
            <a:custGeom>
              <a:avLst/>
              <a:gdLst>
                <a:gd name="T0" fmla="*/ 23 w 5"/>
                <a:gd name="T1" fmla="*/ 0 h 26"/>
                <a:gd name="T2" fmla="*/ 94 w 5"/>
                <a:gd name="T3" fmla="*/ 44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1" y="0"/>
                  </a:moveTo>
                  <a:cubicBezTo>
                    <a:pt x="0" y="9"/>
                    <a:pt x="0" y="18"/>
                    <a:pt x="5" y="2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8" name="Freeform 1023">
              <a:extLst>
                <a:ext uri="{FF2B5EF4-FFF2-40B4-BE49-F238E27FC236}">
                  <a16:creationId xmlns:a16="http://schemas.microsoft.com/office/drawing/2014/main" id="{489A3D36-8D2E-45AD-9648-2097EB4D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497"/>
              <a:ext cx="23" cy="28"/>
            </a:xfrm>
            <a:custGeom>
              <a:avLst/>
              <a:gdLst>
                <a:gd name="T0" fmla="*/ 0 w 13"/>
                <a:gd name="T1" fmla="*/ 0 h 16"/>
                <a:gd name="T2" fmla="*/ 228 w 13"/>
                <a:gd name="T3" fmla="*/ 26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2" y="7"/>
                    <a:pt x="6" y="14"/>
                    <a:pt x="13" y="1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9" name="Freeform 1024">
              <a:extLst>
                <a:ext uri="{FF2B5EF4-FFF2-40B4-BE49-F238E27FC236}">
                  <a16:creationId xmlns:a16="http://schemas.microsoft.com/office/drawing/2014/main" id="{8FE6DA58-436B-47D5-B68B-3354A8492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547"/>
              <a:ext cx="22" cy="5"/>
            </a:xfrm>
            <a:custGeom>
              <a:avLst/>
              <a:gdLst>
                <a:gd name="T0" fmla="*/ 0 w 12"/>
                <a:gd name="T1" fmla="*/ 0 h 3"/>
                <a:gd name="T2" fmla="*/ 246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2"/>
                    <a:pt x="8" y="3"/>
                    <a:pt x="12" y="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0" name="Freeform 1025">
              <a:extLst>
                <a:ext uri="{FF2B5EF4-FFF2-40B4-BE49-F238E27FC236}">
                  <a16:creationId xmlns:a16="http://schemas.microsoft.com/office/drawing/2014/main" id="{7F0078E1-5ABD-4B76-9371-CC0E10468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428"/>
              <a:ext cx="10" cy="29"/>
            </a:xfrm>
            <a:custGeom>
              <a:avLst/>
              <a:gdLst>
                <a:gd name="T0" fmla="*/ 0 w 6"/>
                <a:gd name="T1" fmla="*/ 0 h 16"/>
                <a:gd name="T2" fmla="*/ 78 w 6"/>
                <a:gd name="T3" fmla="*/ 31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0" y="5"/>
                    <a:pt x="2" y="11"/>
                    <a:pt x="6" y="1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1" name="Freeform 1026">
              <a:extLst>
                <a:ext uri="{FF2B5EF4-FFF2-40B4-BE49-F238E27FC236}">
                  <a16:creationId xmlns:a16="http://schemas.microsoft.com/office/drawing/2014/main" id="{2BA3EA1F-5473-46CA-9F9C-9CE04D1C7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382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15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2" name="Freeform 1027">
              <a:extLst>
                <a:ext uri="{FF2B5EF4-FFF2-40B4-BE49-F238E27FC236}">
                  <a16:creationId xmlns:a16="http://schemas.microsoft.com/office/drawing/2014/main" id="{37AA3F43-6C4C-4072-82EE-47441DACC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308"/>
              <a:ext cx="168" cy="177"/>
            </a:xfrm>
            <a:custGeom>
              <a:avLst/>
              <a:gdLst>
                <a:gd name="T0" fmla="*/ 1454 w 95"/>
                <a:gd name="T1" fmla="*/ 1009 h 100"/>
                <a:gd name="T2" fmla="*/ 1641 w 95"/>
                <a:gd name="T3" fmla="*/ 906 h 100"/>
                <a:gd name="T4" fmla="*/ 1627 w 95"/>
                <a:gd name="T5" fmla="*/ 793 h 100"/>
                <a:gd name="T6" fmla="*/ 1554 w 95"/>
                <a:gd name="T7" fmla="*/ 333 h 100"/>
                <a:gd name="T8" fmla="*/ 1144 w 95"/>
                <a:gd name="T9" fmla="*/ 345 h 100"/>
                <a:gd name="T10" fmla="*/ 966 w 95"/>
                <a:gd name="T11" fmla="*/ 404 h 100"/>
                <a:gd name="T12" fmla="*/ 725 w 95"/>
                <a:gd name="T13" fmla="*/ 411 h 100"/>
                <a:gd name="T14" fmla="*/ 569 w 95"/>
                <a:gd name="T15" fmla="*/ 294 h 100"/>
                <a:gd name="T16" fmla="*/ 403 w 95"/>
                <a:gd name="T17" fmla="*/ 244 h 100"/>
                <a:gd name="T18" fmla="*/ 50 w 95"/>
                <a:gd name="T19" fmla="*/ 0 h 100"/>
                <a:gd name="T20" fmla="*/ 520 w 95"/>
                <a:gd name="T21" fmla="*/ 497 h 100"/>
                <a:gd name="T22" fmla="*/ 447 w 95"/>
                <a:gd name="T23" fmla="*/ 814 h 100"/>
                <a:gd name="T24" fmla="*/ 88 w 95"/>
                <a:gd name="T25" fmla="*/ 920 h 100"/>
                <a:gd name="T26" fmla="*/ 265 w 95"/>
                <a:gd name="T27" fmla="*/ 920 h 100"/>
                <a:gd name="T28" fmla="*/ 382 w 95"/>
                <a:gd name="T29" fmla="*/ 952 h 100"/>
                <a:gd name="T30" fmla="*/ 538 w 95"/>
                <a:gd name="T31" fmla="*/ 906 h 100"/>
                <a:gd name="T32" fmla="*/ 497 w 95"/>
                <a:gd name="T33" fmla="*/ 1131 h 100"/>
                <a:gd name="T34" fmla="*/ 345 w 95"/>
                <a:gd name="T35" fmla="*/ 1492 h 100"/>
                <a:gd name="T36" fmla="*/ 265 w 95"/>
                <a:gd name="T37" fmla="*/ 1604 h 100"/>
                <a:gd name="T38" fmla="*/ 0 w 95"/>
                <a:gd name="T39" fmla="*/ 1648 h 100"/>
                <a:gd name="T40" fmla="*/ 331 w 95"/>
                <a:gd name="T41" fmla="*/ 1648 h 100"/>
                <a:gd name="T42" fmla="*/ 431 w 95"/>
                <a:gd name="T43" fmla="*/ 1476 h 100"/>
                <a:gd name="T44" fmla="*/ 520 w 95"/>
                <a:gd name="T45" fmla="*/ 1338 h 100"/>
                <a:gd name="T46" fmla="*/ 697 w 95"/>
                <a:gd name="T47" fmla="*/ 1058 h 100"/>
                <a:gd name="T48" fmla="*/ 900 w 95"/>
                <a:gd name="T49" fmla="*/ 906 h 100"/>
                <a:gd name="T50" fmla="*/ 1172 w 95"/>
                <a:gd name="T51" fmla="*/ 993 h 100"/>
                <a:gd name="T52" fmla="*/ 1454 w 95"/>
                <a:gd name="T53" fmla="*/ 1009 h 1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100">
                  <a:moveTo>
                    <a:pt x="84" y="58"/>
                  </a:moveTo>
                  <a:cubicBezTo>
                    <a:pt x="88" y="56"/>
                    <a:pt x="91" y="54"/>
                    <a:pt x="95" y="52"/>
                  </a:cubicBezTo>
                  <a:cubicBezTo>
                    <a:pt x="95" y="50"/>
                    <a:pt x="94" y="48"/>
                    <a:pt x="94" y="46"/>
                  </a:cubicBezTo>
                  <a:cubicBezTo>
                    <a:pt x="92" y="37"/>
                    <a:pt x="91" y="28"/>
                    <a:pt x="90" y="19"/>
                  </a:cubicBezTo>
                  <a:cubicBezTo>
                    <a:pt x="82" y="20"/>
                    <a:pt x="73" y="14"/>
                    <a:pt x="66" y="20"/>
                  </a:cubicBezTo>
                  <a:cubicBezTo>
                    <a:pt x="62" y="23"/>
                    <a:pt x="61" y="22"/>
                    <a:pt x="56" y="23"/>
                  </a:cubicBezTo>
                  <a:cubicBezTo>
                    <a:pt x="50" y="24"/>
                    <a:pt x="46" y="28"/>
                    <a:pt x="42" y="24"/>
                  </a:cubicBezTo>
                  <a:cubicBezTo>
                    <a:pt x="39" y="22"/>
                    <a:pt x="36" y="19"/>
                    <a:pt x="33" y="17"/>
                  </a:cubicBezTo>
                  <a:cubicBezTo>
                    <a:pt x="29" y="15"/>
                    <a:pt x="27" y="15"/>
                    <a:pt x="23" y="14"/>
                  </a:cubicBezTo>
                  <a:cubicBezTo>
                    <a:pt x="14" y="11"/>
                    <a:pt x="9" y="6"/>
                    <a:pt x="3" y="0"/>
                  </a:cubicBezTo>
                  <a:cubicBezTo>
                    <a:pt x="4" y="16"/>
                    <a:pt x="29" y="12"/>
                    <a:pt x="30" y="29"/>
                  </a:cubicBezTo>
                  <a:cubicBezTo>
                    <a:pt x="30" y="34"/>
                    <a:pt x="31" y="44"/>
                    <a:pt x="26" y="47"/>
                  </a:cubicBezTo>
                  <a:cubicBezTo>
                    <a:pt x="23" y="49"/>
                    <a:pt x="4" y="47"/>
                    <a:pt x="5" y="53"/>
                  </a:cubicBezTo>
                  <a:cubicBezTo>
                    <a:pt x="7" y="49"/>
                    <a:pt x="13" y="51"/>
                    <a:pt x="15" y="53"/>
                  </a:cubicBezTo>
                  <a:cubicBezTo>
                    <a:pt x="19" y="56"/>
                    <a:pt x="16" y="57"/>
                    <a:pt x="22" y="55"/>
                  </a:cubicBezTo>
                  <a:cubicBezTo>
                    <a:pt x="24" y="54"/>
                    <a:pt x="28" y="50"/>
                    <a:pt x="31" y="52"/>
                  </a:cubicBezTo>
                  <a:cubicBezTo>
                    <a:pt x="35" y="55"/>
                    <a:pt x="30" y="62"/>
                    <a:pt x="29" y="65"/>
                  </a:cubicBezTo>
                  <a:cubicBezTo>
                    <a:pt x="25" y="71"/>
                    <a:pt x="25" y="80"/>
                    <a:pt x="20" y="86"/>
                  </a:cubicBezTo>
                  <a:cubicBezTo>
                    <a:pt x="17" y="89"/>
                    <a:pt x="17" y="90"/>
                    <a:pt x="15" y="92"/>
                  </a:cubicBezTo>
                  <a:cubicBezTo>
                    <a:pt x="10" y="98"/>
                    <a:pt x="5" y="99"/>
                    <a:pt x="0" y="95"/>
                  </a:cubicBezTo>
                  <a:cubicBezTo>
                    <a:pt x="5" y="100"/>
                    <a:pt x="15" y="98"/>
                    <a:pt x="19" y="95"/>
                  </a:cubicBezTo>
                  <a:cubicBezTo>
                    <a:pt x="23" y="92"/>
                    <a:pt x="24" y="89"/>
                    <a:pt x="25" y="85"/>
                  </a:cubicBezTo>
                  <a:cubicBezTo>
                    <a:pt x="27" y="82"/>
                    <a:pt x="29" y="80"/>
                    <a:pt x="30" y="77"/>
                  </a:cubicBezTo>
                  <a:cubicBezTo>
                    <a:pt x="33" y="70"/>
                    <a:pt x="34" y="66"/>
                    <a:pt x="40" y="61"/>
                  </a:cubicBezTo>
                  <a:cubicBezTo>
                    <a:pt x="44" y="58"/>
                    <a:pt x="48" y="52"/>
                    <a:pt x="52" y="52"/>
                  </a:cubicBezTo>
                  <a:cubicBezTo>
                    <a:pt x="57" y="51"/>
                    <a:pt x="64" y="55"/>
                    <a:pt x="68" y="57"/>
                  </a:cubicBezTo>
                  <a:cubicBezTo>
                    <a:pt x="74" y="59"/>
                    <a:pt x="78" y="60"/>
                    <a:pt x="84" y="58"/>
                  </a:cubicBezTo>
                  <a:close/>
                </a:path>
              </a:pathLst>
            </a:custGeom>
            <a:solidFill>
              <a:srgbClr val="947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3" name="Freeform 1028">
              <a:extLst>
                <a:ext uri="{FF2B5EF4-FFF2-40B4-BE49-F238E27FC236}">
                  <a16:creationId xmlns:a16="http://schemas.microsoft.com/office/drawing/2014/main" id="{6DD24DBC-1CF4-468C-8732-051DA19E2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349"/>
              <a:ext cx="85" cy="58"/>
            </a:xfrm>
            <a:custGeom>
              <a:avLst/>
              <a:gdLst>
                <a:gd name="T0" fmla="*/ 0 w 48"/>
                <a:gd name="T1" fmla="*/ 439 h 33"/>
                <a:gd name="T2" fmla="*/ 432 w 48"/>
                <a:gd name="T3" fmla="*/ 531 h 33"/>
                <a:gd name="T4" fmla="*/ 627 w 48"/>
                <a:gd name="T5" fmla="*/ 517 h 33"/>
                <a:gd name="T6" fmla="*/ 838 w 48"/>
                <a:gd name="T7" fmla="*/ 380 h 33"/>
                <a:gd name="T8" fmla="*/ 728 w 48"/>
                <a:gd name="T9" fmla="*/ 0 h 33"/>
                <a:gd name="T10" fmla="*/ 699 w 48"/>
                <a:gd name="T11" fmla="*/ 237 h 33"/>
                <a:gd name="T12" fmla="*/ 432 w 48"/>
                <a:gd name="T13" fmla="*/ 337 h 33"/>
                <a:gd name="T14" fmla="*/ 333 w 48"/>
                <a:gd name="T15" fmla="*/ 337 h 33"/>
                <a:gd name="T16" fmla="*/ 367 w 48"/>
                <a:gd name="T17" fmla="*/ 439 h 33"/>
                <a:gd name="T18" fmla="*/ 244 w 48"/>
                <a:gd name="T19" fmla="*/ 401 h 33"/>
                <a:gd name="T20" fmla="*/ 0 w 48"/>
                <a:gd name="T21" fmla="*/ 439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33">
                  <a:moveTo>
                    <a:pt x="0" y="26"/>
                  </a:moveTo>
                  <a:cubicBezTo>
                    <a:pt x="11" y="22"/>
                    <a:pt x="16" y="30"/>
                    <a:pt x="25" y="32"/>
                  </a:cubicBezTo>
                  <a:cubicBezTo>
                    <a:pt x="29" y="33"/>
                    <a:pt x="33" y="32"/>
                    <a:pt x="36" y="31"/>
                  </a:cubicBezTo>
                  <a:cubicBezTo>
                    <a:pt x="40" y="29"/>
                    <a:pt x="44" y="24"/>
                    <a:pt x="48" y="23"/>
                  </a:cubicBezTo>
                  <a:cubicBezTo>
                    <a:pt x="45" y="17"/>
                    <a:pt x="42" y="8"/>
                    <a:pt x="42" y="0"/>
                  </a:cubicBezTo>
                  <a:cubicBezTo>
                    <a:pt x="41" y="4"/>
                    <a:pt x="42" y="11"/>
                    <a:pt x="40" y="14"/>
                  </a:cubicBezTo>
                  <a:cubicBezTo>
                    <a:pt x="36" y="19"/>
                    <a:pt x="31" y="21"/>
                    <a:pt x="25" y="20"/>
                  </a:cubicBezTo>
                  <a:cubicBezTo>
                    <a:pt x="23" y="20"/>
                    <a:pt x="19" y="18"/>
                    <a:pt x="19" y="20"/>
                  </a:cubicBezTo>
                  <a:cubicBezTo>
                    <a:pt x="18" y="22"/>
                    <a:pt x="25" y="23"/>
                    <a:pt x="21" y="26"/>
                  </a:cubicBezTo>
                  <a:cubicBezTo>
                    <a:pt x="19" y="28"/>
                    <a:pt x="17" y="25"/>
                    <a:pt x="14" y="24"/>
                  </a:cubicBezTo>
                  <a:cubicBezTo>
                    <a:pt x="10" y="22"/>
                    <a:pt x="4" y="22"/>
                    <a:pt x="0" y="26"/>
                  </a:cubicBezTo>
                </a:path>
              </a:pathLst>
            </a:custGeom>
            <a:solidFill>
              <a:srgbClr val="7F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4" name="Freeform 1029">
              <a:extLst>
                <a:ext uri="{FF2B5EF4-FFF2-40B4-BE49-F238E27FC236}">
                  <a16:creationId xmlns:a16="http://schemas.microsoft.com/office/drawing/2014/main" id="{A633363F-47F8-4B4A-905C-9286E4899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3155"/>
              <a:ext cx="188" cy="153"/>
            </a:xfrm>
            <a:custGeom>
              <a:avLst/>
              <a:gdLst>
                <a:gd name="T0" fmla="*/ 21 w 106"/>
                <a:gd name="T1" fmla="*/ 844 h 87"/>
                <a:gd name="T2" fmla="*/ 50 w 106"/>
                <a:gd name="T3" fmla="*/ 1024 h 87"/>
                <a:gd name="T4" fmla="*/ 296 w 106"/>
                <a:gd name="T5" fmla="*/ 1212 h 87"/>
                <a:gd name="T6" fmla="*/ 548 w 106"/>
                <a:gd name="T7" fmla="*/ 1175 h 87"/>
                <a:gd name="T8" fmla="*/ 842 w 106"/>
                <a:gd name="T9" fmla="*/ 1159 h 87"/>
                <a:gd name="T10" fmla="*/ 1073 w 106"/>
                <a:gd name="T11" fmla="*/ 1263 h 87"/>
                <a:gd name="T12" fmla="*/ 1369 w 106"/>
                <a:gd name="T13" fmla="*/ 1414 h 87"/>
                <a:gd name="T14" fmla="*/ 1740 w 106"/>
                <a:gd name="T15" fmla="*/ 1414 h 87"/>
                <a:gd name="T16" fmla="*/ 1859 w 106"/>
                <a:gd name="T17" fmla="*/ 844 h 87"/>
                <a:gd name="T18" fmla="*/ 1818 w 106"/>
                <a:gd name="T19" fmla="*/ 823 h 87"/>
                <a:gd name="T20" fmla="*/ 1545 w 106"/>
                <a:gd name="T21" fmla="*/ 774 h 87"/>
                <a:gd name="T22" fmla="*/ 1318 w 106"/>
                <a:gd name="T23" fmla="*/ 603 h 87"/>
                <a:gd name="T24" fmla="*/ 1126 w 106"/>
                <a:gd name="T25" fmla="*/ 554 h 87"/>
                <a:gd name="T26" fmla="*/ 972 w 106"/>
                <a:gd name="T27" fmla="*/ 380 h 87"/>
                <a:gd name="T28" fmla="*/ 842 w 106"/>
                <a:gd name="T29" fmla="*/ 216 h 87"/>
                <a:gd name="T30" fmla="*/ 720 w 106"/>
                <a:gd name="T31" fmla="*/ 0 h 87"/>
                <a:gd name="T32" fmla="*/ 809 w 106"/>
                <a:gd name="T33" fmla="*/ 179 h 87"/>
                <a:gd name="T34" fmla="*/ 858 w 106"/>
                <a:gd name="T35" fmla="*/ 380 h 87"/>
                <a:gd name="T36" fmla="*/ 881 w 106"/>
                <a:gd name="T37" fmla="*/ 644 h 87"/>
                <a:gd name="T38" fmla="*/ 679 w 106"/>
                <a:gd name="T39" fmla="*/ 603 h 87"/>
                <a:gd name="T40" fmla="*/ 809 w 106"/>
                <a:gd name="T41" fmla="*/ 844 h 87"/>
                <a:gd name="T42" fmla="*/ 702 w 106"/>
                <a:gd name="T43" fmla="*/ 934 h 87"/>
                <a:gd name="T44" fmla="*/ 654 w 106"/>
                <a:gd name="T45" fmla="*/ 1083 h 87"/>
                <a:gd name="T46" fmla="*/ 525 w 106"/>
                <a:gd name="T47" fmla="*/ 1083 h 87"/>
                <a:gd name="T48" fmla="*/ 456 w 106"/>
                <a:gd name="T49" fmla="*/ 1133 h 87"/>
                <a:gd name="T50" fmla="*/ 268 w 106"/>
                <a:gd name="T51" fmla="*/ 1089 h 87"/>
                <a:gd name="T52" fmla="*/ 117 w 106"/>
                <a:gd name="T53" fmla="*/ 934 h 87"/>
                <a:gd name="T54" fmla="*/ 89 w 106"/>
                <a:gd name="T55" fmla="*/ 844 h 87"/>
                <a:gd name="T56" fmla="*/ 0 w 106"/>
                <a:gd name="T57" fmla="*/ 774 h 8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6" h="87">
                  <a:moveTo>
                    <a:pt x="1" y="50"/>
                  </a:moveTo>
                  <a:cubicBezTo>
                    <a:pt x="2" y="54"/>
                    <a:pt x="2" y="58"/>
                    <a:pt x="3" y="61"/>
                  </a:cubicBezTo>
                  <a:cubicBezTo>
                    <a:pt x="6" y="66"/>
                    <a:pt x="12" y="69"/>
                    <a:pt x="17" y="72"/>
                  </a:cubicBezTo>
                  <a:cubicBezTo>
                    <a:pt x="23" y="75"/>
                    <a:pt x="25" y="73"/>
                    <a:pt x="31" y="70"/>
                  </a:cubicBezTo>
                  <a:cubicBezTo>
                    <a:pt x="36" y="68"/>
                    <a:pt x="42" y="68"/>
                    <a:pt x="48" y="69"/>
                  </a:cubicBezTo>
                  <a:cubicBezTo>
                    <a:pt x="53" y="69"/>
                    <a:pt x="58" y="71"/>
                    <a:pt x="61" y="75"/>
                  </a:cubicBezTo>
                  <a:cubicBezTo>
                    <a:pt x="67" y="80"/>
                    <a:pt x="71" y="82"/>
                    <a:pt x="78" y="84"/>
                  </a:cubicBezTo>
                  <a:cubicBezTo>
                    <a:pt x="85" y="87"/>
                    <a:pt x="93" y="86"/>
                    <a:pt x="99" y="84"/>
                  </a:cubicBezTo>
                  <a:cubicBezTo>
                    <a:pt x="99" y="71"/>
                    <a:pt x="101" y="60"/>
                    <a:pt x="106" y="50"/>
                  </a:cubicBezTo>
                  <a:cubicBezTo>
                    <a:pt x="105" y="50"/>
                    <a:pt x="105" y="49"/>
                    <a:pt x="104" y="49"/>
                  </a:cubicBezTo>
                  <a:cubicBezTo>
                    <a:pt x="99" y="49"/>
                    <a:pt x="93" y="48"/>
                    <a:pt x="88" y="46"/>
                  </a:cubicBezTo>
                  <a:cubicBezTo>
                    <a:pt x="82" y="44"/>
                    <a:pt x="79" y="40"/>
                    <a:pt x="75" y="36"/>
                  </a:cubicBezTo>
                  <a:cubicBezTo>
                    <a:pt x="71" y="33"/>
                    <a:pt x="68" y="35"/>
                    <a:pt x="64" y="33"/>
                  </a:cubicBezTo>
                  <a:cubicBezTo>
                    <a:pt x="60" y="31"/>
                    <a:pt x="57" y="26"/>
                    <a:pt x="55" y="23"/>
                  </a:cubicBezTo>
                  <a:cubicBezTo>
                    <a:pt x="51" y="19"/>
                    <a:pt x="49" y="18"/>
                    <a:pt x="48" y="13"/>
                  </a:cubicBezTo>
                  <a:cubicBezTo>
                    <a:pt x="48" y="8"/>
                    <a:pt x="47" y="0"/>
                    <a:pt x="41" y="0"/>
                  </a:cubicBezTo>
                  <a:cubicBezTo>
                    <a:pt x="43" y="4"/>
                    <a:pt x="46" y="6"/>
                    <a:pt x="46" y="11"/>
                  </a:cubicBezTo>
                  <a:cubicBezTo>
                    <a:pt x="46" y="16"/>
                    <a:pt x="46" y="19"/>
                    <a:pt x="49" y="23"/>
                  </a:cubicBezTo>
                  <a:cubicBezTo>
                    <a:pt x="50" y="26"/>
                    <a:pt x="56" y="38"/>
                    <a:pt x="50" y="38"/>
                  </a:cubicBezTo>
                  <a:cubicBezTo>
                    <a:pt x="47" y="39"/>
                    <a:pt x="43" y="31"/>
                    <a:pt x="39" y="36"/>
                  </a:cubicBezTo>
                  <a:cubicBezTo>
                    <a:pt x="45" y="39"/>
                    <a:pt x="51" y="43"/>
                    <a:pt x="46" y="50"/>
                  </a:cubicBezTo>
                  <a:cubicBezTo>
                    <a:pt x="44" y="52"/>
                    <a:pt x="42" y="53"/>
                    <a:pt x="40" y="56"/>
                  </a:cubicBezTo>
                  <a:cubicBezTo>
                    <a:pt x="39" y="59"/>
                    <a:pt x="40" y="62"/>
                    <a:pt x="37" y="64"/>
                  </a:cubicBezTo>
                  <a:cubicBezTo>
                    <a:pt x="35" y="65"/>
                    <a:pt x="32" y="64"/>
                    <a:pt x="30" y="64"/>
                  </a:cubicBezTo>
                  <a:cubicBezTo>
                    <a:pt x="28" y="65"/>
                    <a:pt x="28" y="66"/>
                    <a:pt x="26" y="67"/>
                  </a:cubicBezTo>
                  <a:cubicBezTo>
                    <a:pt x="22" y="69"/>
                    <a:pt x="19" y="68"/>
                    <a:pt x="15" y="65"/>
                  </a:cubicBezTo>
                  <a:cubicBezTo>
                    <a:pt x="11" y="62"/>
                    <a:pt x="9" y="60"/>
                    <a:pt x="7" y="56"/>
                  </a:cubicBezTo>
                  <a:cubicBezTo>
                    <a:pt x="6" y="54"/>
                    <a:pt x="6" y="52"/>
                    <a:pt x="5" y="50"/>
                  </a:cubicBezTo>
                  <a:cubicBezTo>
                    <a:pt x="4" y="49"/>
                    <a:pt x="1" y="48"/>
                    <a:pt x="0" y="46"/>
                  </a:cubicBezTo>
                </a:path>
              </a:pathLst>
            </a:custGeom>
            <a:solidFill>
              <a:srgbClr val="947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5" name="Freeform 1030">
              <a:extLst>
                <a:ext uri="{FF2B5EF4-FFF2-40B4-BE49-F238E27FC236}">
                  <a16:creationId xmlns:a16="http://schemas.microsoft.com/office/drawing/2014/main" id="{E8504183-3D3B-4638-8781-47D4EA6CA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250"/>
              <a:ext cx="69" cy="53"/>
            </a:xfrm>
            <a:custGeom>
              <a:avLst/>
              <a:gdLst>
                <a:gd name="T0" fmla="*/ 88 w 39"/>
                <a:gd name="T1" fmla="*/ 359 h 30"/>
                <a:gd name="T2" fmla="*/ 359 w 39"/>
                <a:gd name="T3" fmla="*/ 496 h 30"/>
                <a:gd name="T4" fmla="*/ 626 w 39"/>
                <a:gd name="T5" fmla="*/ 447 h 30"/>
                <a:gd name="T6" fmla="*/ 676 w 39"/>
                <a:gd name="T7" fmla="*/ 0 h 30"/>
                <a:gd name="T8" fmla="*/ 589 w 39"/>
                <a:gd name="T9" fmla="*/ 87 h 30"/>
                <a:gd name="T10" fmla="*/ 561 w 39"/>
                <a:gd name="T11" fmla="*/ 187 h 30"/>
                <a:gd name="T12" fmla="*/ 265 w 39"/>
                <a:gd name="T13" fmla="*/ 203 h 30"/>
                <a:gd name="T14" fmla="*/ 203 w 39"/>
                <a:gd name="T15" fmla="*/ 343 h 30"/>
                <a:gd name="T16" fmla="*/ 0 w 39"/>
                <a:gd name="T17" fmla="*/ 293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0">
                  <a:moveTo>
                    <a:pt x="5" y="21"/>
                  </a:moveTo>
                  <a:cubicBezTo>
                    <a:pt x="9" y="24"/>
                    <a:pt x="15" y="28"/>
                    <a:pt x="21" y="29"/>
                  </a:cubicBezTo>
                  <a:cubicBezTo>
                    <a:pt x="26" y="30"/>
                    <a:pt x="31" y="28"/>
                    <a:pt x="36" y="26"/>
                  </a:cubicBezTo>
                  <a:cubicBezTo>
                    <a:pt x="33" y="17"/>
                    <a:pt x="37" y="8"/>
                    <a:pt x="39" y="0"/>
                  </a:cubicBezTo>
                  <a:cubicBezTo>
                    <a:pt x="37" y="1"/>
                    <a:pt x="35" y="3"/>
                    <a:pt x="34" y="5"/>
                  </a:cubicBezTo>
                  <a:cubicBezTo>
                    <a:pt x="33" y="6"/>
                    <a:pt x="33" y="9"/>
                    <a:pt x="32" y="11"/>
                  </a:cubicBezTo>
                  <a:cubicBezTo>
                    <a:pt x="27" y="15"/>
                    <a:pt x="20" y="13"/>
                    <a:pt x="15" y="12"/>
                  </a:cubicBezTo>
                  <a:cubicBezTo>
                    <a:pt x="16" y="16"/>
                    <a:pt x="16" y="18"/>
                    <a:pt x="12" y="20"/>
                  </a:cubicBezTo>
                  <a:cubicBezTo>
                    <a:pt x="9" y="21"/>
                    <a:pt x="2" y="20"/>
                    <a:pt x="0" y="17"/>
                  </a:cubicBezTo>
                </a:path>
              </a:pathLst>
            </a:custGeom>
            <a:solidFill>
              <a:srgbClr val="7F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6" name="Freeform 1031">
              <a:extLst>
                <a:ext uri="{FF2B5EF4-FFF2-40B4-BE49-F238E27FC236}">
                  <a16:creationId xmlns:a16="http://schemas.microsoft.com/office/drawing/2014/main" id="{1293A569-91A3-4E14-A709-7307C9825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961"/>
              <a:ext cx="151" cy="249"/>
            </a:xfrm>
            <a:custGeom>
              <a:avLst/>
              <a:gdLst>
                <a:gd name="T0" fmla="*/ 1183 w 85"/>
                <a:gd name="T1" fmla="*/ 0 h 141"/>
                <a:gd name="T2" fmla="*/ 1235 w 85"/>
                <a:gd name="T3" fmla="*/ 380 h 141"/>
                <a:gd name="T4" fmla="*/ 1167 w 85"/>
                <a:gd name="T5" fmla="*/ 496 h 141"/>
                <a:gd name="T6" fmla="*/ 1117 w 85"/>
                <a:gd name="T7" fmla="*/ 632 h 141"/>
                <a:gd name="T8" fmla="*/ 869 w 85"/>
                <a:gd name="T9" fmla="*/ 964 h 141"/>
                <a:gd name="T10" fmla="*/ 707 w 85"/>
                <a:gd name="T11" fmla="*/ 941 h 141"/>
                <a:gd name="T12" fmla="*/ 615 w 85"/>
                <a:gd name="T13" fmla="*/ 913 h 141"/>
                <a:gd name="T14" fmla="*/ 691 w 85"/>
                <a:gd name="T15" fmla="*/ 1141 h 141"/>
                <a:gd name="T16" fmla="*/ 615 w 85"/>
                <a:gd name="T17" fmla="*/ 1206 h 141"/>
                <a:gd name="T18" fmla="*/ 460 w 85"/>
                <a:gd name="T19" fmla="*/ 1185 h 141"/>
                <a:gd name="T20" fmla="*/ 268 w 85"/>
                <a:gd name="T21" fmla="*/ 1141 h 141"/>
                <a:gd name="T22" fmla="*/ 139 w 85"/>
                <a:gd name="T23" fmla="*/ 1100 h 141"/>
                <a:gd name="T24" fmla="*/ 37 w 85"/>
                <a:gd name="T25" fmla="*/ 892 h 141"/>
                <a:gd name="T26" fmla="*/ 0 w 85"/>
                <a:gd name="T27" fmla="*/ 876 h 141"/>
                <a:gd name="T28" fmla="*/ 117 w 85"/>
                <a:gd name="T29" fmla="*/ 1257 h 141"/>
                <a:gd name="T30" fmla="*/ 247 w 85"/>
                <a:gd name="T31" fmla="*/ 1282 h 141"/>
                <a:gd name="T32" fmla="*/ 297 w 85"/>
                <a:gd name="T33" fmla="*/ 1372 h 141"/>
                <a:gd name="T34" fmla="*/ 410 w 85"/>
                <a:gd name="T35" fmla="*/ 1475 h 141"/>
                <a:gd name="T36" fmla="*/ 410 w 85"/>
                <a:gd name="T37" fmla="*/ 1653 h 141"/>
                <a:gd name="T38" fmla="*/ 744 w 85"/>
                <a:gd name="T39" fmla="*/ 2059 h 141"/>
                <a:gd name="T40" fmla="*/ 1077 w 85"/>
                <a:gd name="T41" fmla="*/ 2423 h 141"/>
                <a:gd name="T42" fmla="*/ 1487 w 85"/>
                <a:gd name="T43" fmla="*/ 2236 h 141"/>
                <a:gd name="T44" fmla="*/ 1503 w 85"/>
                <a:gd name="T45" fmla="*/ 2220 h 141"/>
                <a:gd name="T46" fmla="*/ 1139 w 85"/>
                <a:gd name="T47" fmla="*/ 1100 h 141"/>
                <a:gd name="T48" fmla="*/ 1066 w 85"/>
                <a:gd name="T49" fmla="*/ 992 h 141"/>
                <a:gd name="T50" fmla="*/ 1093 w 85"/>
                <a:gd name="T51" fmla="*/ 876 h 141"/>
                <a:gd name="T52" fmla="*/ 1183 w 85"/>
                <a:gd name="T53" fmla="*/ 0 h 1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5" h="141">
                  <a:moveTo>
                    <a:pt x="67" y="0"/>
                  </a:moveTo>
                  <a:cubicBezTo>
                    <a:pt x="69" y="6"/>
                    <a:pt x="71" y="16"/>
                    <a:pt x="70" y="22"/>
                  </a:cubicBezTo>
                  <a:cubicBezTo>
                    <a:pt x="69" y="25"/>
                    <a:pt x="67" y="27"/>
                    <a:pt x="66" y="29"/>
                  </a:cubicBezTo>
                  <a:cubicBezTo>
                    <a:pt x="64" y="32"/>
                    <a:pt x="64" y="34"/>
                    <a:pt x="63" y="37"/>
                  </a:cubicBezTo>
                  <a:cubicBezTo>
                    <a:pt x="62" y="43"/>
                    <a:pt x="54" y="52"/>
                    <a:pt x="49" y="56"/>
                  </a:cubicBezTo>
                  <a:cubicBezTo>
                    <a:pt x="46" y="59"/>
                    <a:pt x="44" y="58"/>
                    <a:pt x="40" y="55"/>
                  </a:cubicBezTo>
                  <a:cubicBezTo>
                    <a:pt x="38" y="54"/>
                    <a:pt x="37" y="50"/>
                    <a:pt x="35" y="53"/>
                  </a:cubicBezTo>
                  <a:cubicBezTo>
                    <a:pt x="38" y="58"/>
                    <a:pt x="42" y="60"/>
                    <a:pt x="39" y="66"/>
                  </a:cubicBezTo>
                  <a:cubicBezTo>
                    <a:pt x="37" y="70"/>
                    <a:pt x="38" y="69"/>
                    <a:pt x="35" y="70"/>
                  </a:cubicBezTo>
                  <a:cubicBezTo>
                    <a:pt x="30" y="71"/>
                    <a:pt x="30" y="71"/>
                    <a:pt x="26" y="69"/>
                  </a:cubicBezTo>
                  <a:cubicBezTo>
                    <a:pt x="23" y="67"/>
                    <a:pt x="18" y="66"/>
                    <a:pt x="15" y="66"/>
                  </a:cubicBezTo>
                  <a:cubicBezTo>
                    <a:pt x="12" y="65"/>
                    <a:pt x="10" y="67"/>
                    <a:pt x="8" y="64"/>
                  </a:cubicBezTo>
                  <a:cubicBezTo>
                    <a:pt x="5" y="62"/>
                    <a:pt x="3" y="57"/>
                    <a:pt x="2" y="52"/>
                  </a:cubicBezTo>
                  <a:cubicBezTo>
                    <a:pt x="1" y="50"/>
                    <a:pt x="0" y="49"/>
                    <a:pt x="0" y="51"/>
                  </a:cubicBezTo>
                  <a:cubicBezTo>
                    <a:pt x="1" y="59"/>
                    <a:pt x="3" y="71"/>
                    <a:pt x="7" y="73"/>
                  </a:cubicBezTo>
                  <a:cubicBezTo>
                    <a:pt x="9" y="74"/>
                    <a:pt x="12" y="74"/>
                    <a:pt x="14" y="75"/>
                  </a:cubicBezTo>
                  <a:cubicBezTo>
                    <a:pt x="15" y="77"/>
                    <a:pt x="15" y="79"/>
                    <a:pt x="17" y="80"/>
                  </a:cubicBezTo>
                  <a:cubicBezTo>
                    <a:pt x="19" y="83"/>
                    <a:pt x="21" y="82"/>
                    <a:pt x="23" y="86"/>
                  </a:cubicBezTo>
                  <a:cubicBezTo>
                    <a:pt x="24" y="89"/>
                    <a:pt x="22" y="93"/>
                    <a:pt x="23" y="96"/>
                  </a:cubicBezTo>
                  <a:cubicBezTo>
                    <a:pt x="25" y="101"/>
                    <a:pt x="40" y="115"/>
                    <a:pt x="42" y="120"/>
                  </a:cubicBezTo>
                  <a:cubicBezTo>
                    <a:pt x="44" y="123"/>
                    <a:pt x="54" y="134"/>
                    <a:pt x="61" y="141"/>
                  </a:cubicBezTo>
                  <a:cubicBezTo>
                    <a:pt x="67" y="136"/>
                    <a:pt x="75" y="132"/>
                    <a:pt x="84" y="130"/>
                  </a:cubicBezTo>
                  <a:cubicBezTo>
                    <a:pt x="84" y="130"/>
                    <a:pt x="85" y="129"/>
                    <a:pt x="85" y="129"/>
                  </a:cubicBezTo>
                  <a:cubicBezTo>
                    <a:pt x="85" y="122"/>
                    <a:pt x="67" y="70"/>
                    <a:pt x="64" y="64"/>
                  </a:cubicBezTo>
                  <a:cubicBezTo>
                    <a:pt x="63" y="62"/>
                    <a:pt x="61" y="60"/>
                    <a:pt x="60" y="58"/>
                  </a:cubicBezTo>
                  <a:cubicBezTo>
                    <a:pt x="58" y="55"/>
                    <a:pt x="60" y="54"/>
                    <a:pt x="62" y="51"/>
                  </a:cubicBezTo>
                  <a:cubicBezTo>
                    <a:pt x="70" y="36"/>
                    <a:pt x="77" y="17"/>
                    <a:pt x="67" y="0"/>
                  </a:cubicBezTo>
                </a:path>
              </a:pathLst>
            </a:custGeom>
            <a:solidFill>
              <a:srgbClr val="947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7" name="Freeform 1032">
              <a:extLst>
                <a:ext uri="{FF2B5EF4-FFF2-40B4-BE49-F238E27FC236}">
                  <a16:creationId xmlns:a16="http://schemas.microsoft.com/office/drawing/2014/main" id="{CB800B7D-0D14-449A-B691-B88AB3161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077"/>
              <a:ext cx="44" cy="120"/>
            </a:xfrm>
            <a:custGeom>
              <a:avLst/>
              <a:gdLst>
                <a:gd name="T0" fmla="*/ 49 w 25"/>
                <a:gd name="T1" fmla="*/ 990 h 68"/>
                <a:gd name="T2" fmla="*/ 136 w 25"/>
                <a:gd name="T3" fmla="*/ 1078 h 68"/>
                <a:gd name="T4" fmla="*/ 86 w 25"/>
                <a:gd name="T5" fmla="*/ 1165 h 68"/>
                <a:gd name="T6" fmla="*/ 201 w 25"/>
                <a:gd name="T7" fmla="*/ 1115 h 68"/>
                <a:gd name="T8" fmla="*/ 338 w 25"/>
                <a:gd name="T9" fmla="*/ 1050 h 68"/>
                <a:gd name="T10" fmla="*/ 317 w 25"/>
                <a:gd name="T11" fmla="*/ 720 h 68"/>
                <a:gd name="T12" fmla="*/ 174 w 25"/>
                <a:gd name="T13" fmla="*/ 309 h 68"/>
                <a:gd name="T14" fmla="*/ 0 w 25"/>
                <a:gd name="T15" fmla="*/ 0 h 68"/>
                <a:gd name="T16" fmla="*/ 114 w 25"/>
                <a:gd name="T17" fmla="*/ 339 h 68"/>
                <a:gd name="T18" fmla="*/ 151 w 25"/>
                <a:gd name="T19" fmla="*/ 496 h 68"/>
                <a:gd name="T20" fmla="*/ 136 w 25"/>
                <a:gd name="T21" fmla="*/ 545 h 68"/>
                <a:gd name="T22" fmla="*/ 180 w 25"/>
                <a:gd name="T23" fmla="*/ 697 h 68"/>
                <a:gd name="T24" fmla="*/ 151 w 25"/>
                <a:gd name="T25" fmla="*/ 854 h 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68">
                  <a:moveTo>
                    <a:pt x="3" y="58"/>
                  </a:moveTo>
                  <a:cubicBezTo>
                    <a:pt x="3" y="62"/>
                    <a:pt x="6" y="61"/>
                    <a:pt x="8" y="63"/>
                  </a:cubicBezTo>
                  <a:cubicBezTo>
                    <a:pt x="9" y="65"/>
                    <a:pt x="6" y="67"/>
                    <a:pt x="5" y="68"/>
                  </a:cubicBezTo>
                  <a:cubicBezTo>
                    <a:pt x="7" y="68"/>
                    <a:pt x="10" y="66"/>
                    <a:pt x="12" y="65"/>
                  </a:cubicBezTo>
                  <a:cubicBezTo>
                    <a:pt x="15" y="64"/>
                    <a:pt x="18" y="63"/>
                    <a:pt x="20" y="61"/>
                  </a:cubicBezTo>
                  <a:cubicBezTo>
                    <a:pt x="25" y="58"/>
                    <a:pt x="21" y="47"/>
                    <a:pt x="19" y="42"/>
                  </a:cubicBezTo>
                  <a:cubicBezTo>
                    <a:pt x="16" y="34"/>
                    <a:pt x="13" y="26"/>
                    <a:pt x="10" y="18"/>
                  </a:cubicBezTo>
                  <a:cubicBezTo>
                    <a:pt x="9" y="13"/>
                    <a:pt x="6" y="1"/>
                    <a:pt x="0" y="0"/>
                  </a:cubicBezTo>
                  <a:cubicBezTo>
                    <a:pt x="5" y="5"/>
                    <a:pt x="6" y="14"/>
                    <a:pt x="7" y="20"/>
                  </a:cubicBezTo>
                  <a:cubicBezTo>
                    <a:pt x="7" y="23"/>
                    <a:pt x="9" y="26"/>
                    <a:pt x="9" y="29"/>
                  </a:cubicBezTo>
                  <a:cubicBezTo>
                    <a:pt x="9" y="30"/>
                    <a:pt x="8" y="31"/>
                    <a:pt x="8" y="32"/>
                  </a:cubicBezTo>
                  <a:cubicBezTo>
                    <a:pt x="8" y="35"/>
                    <a:pt x="11" y="38"/>
                    <a:pt x="11" y="41"/>
                  </a:cubicBezTo>
                  <a:cubicBezTo>
                    <a:pt x="12" y="45"/>
                    <a:pt x="11" y="48"/>
                    <a:pt x="9" y="50"/>
                  </a:cubicBezTo>
                </a:path>
              </a:pathLst>
            </a:custGeom>
            <a:solidFill>
              <a:srgbClr val="7F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8" name="Freeform 1033">
              <a:extLst>
                <a:ext uri="{FF2B5EF4-FFF2-40B4-BE49-F238E27FC236}">
                  <a16:creationId xmlns:a16="http://schemas.microsoft.com/office/drawing/2014/main" id="{D4BF52FF-0785-49C4-A968-C56094ED8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954"/>
              <a:ext cx="177" cy="234"/>
            </a:xfrm>
            <a:custGeom>
              <a:avLst/>
              <a:gdLst>
                <a:gd name="T0" fmla="*/ 1391 w 100"/>
                <a:gd name="T1" fmla="*/ 179 h 133"/>
                <a:gd name="T2" fmla="*/ 1197 w 100"/>
                <a:gd name="T3" fmla="*/ 354 h 133"/>
                <a:gd name="T4" fmla="*/ 920 w 100"/>
                <a:gd name="T5" fmla="*/ 489 h 133"/>
                <a:gd name="T6" fmla="*/ 814 w 100"/>
                <a:gd name="T7" fmla="*/ 660 h 133"/>
                <a:gd name="T8" fmla="*/ 676 w 100"/>
                <a:gd name="T9" fmla="*/ 804 h 133"/>
                <a:gd name="T10" fmla="*/ 570 w 100"/>
                <a:gd name="T11" fmla="*/ 860 h 133"/>
                <a:gd name="T12" fmla="*/ 496 w 100"/>
                <a:gd name="T13" fmla="*/ 690 h 133"/>
                <a:gd name="T14" fmla="*/ 496 w 100"/>
                <a:gd name="T15" fmla="*/ 443 h 133"/>
                <a:gd name="T16" fmla="*/ 404 w 100"/>
                <a:gd name="T17" fmla="*/ 86 h 133"/>
                <a:gd name="T18" fmla="*/ 432 w 100"/>
                <a:gd name="T19" fmla="*/ 443 h 133"/>
                <a:gd name="T20" fmla="*/ 432 w 100"/>
                <a:gd name="T21" fmla="*/ 644 h 133"/>
                <a:gd name="T22" fmla="*/ 404 w 100"/>
                <a:gd name="T23" fmla="*/ 795 h 133"/>
                <a:gd name="T24" fmla="*/ 361 w 100"/>
                <a:gd name="T25" fmla="*/ 947 h 133"/>
                <a:gd name="T26" fmla="*/ 244 w 100"/>
                <a:gd name="T27" fmla="*/ 1012 h 133"/>
                <a:gd name="T28" fmla="*/ 50 w 100"/>
                <a:gd name="T29" fmla="*/ 873 h 133"/>
                <a:gd name="T30" fmla="*/ 188 w 100"/>
                <a:gd name="T31" fmla="*/ 1112 h 133"/>
                <a:gd name="T32" fmla="*/ 179 w 100"/>
                <a:gd name="T33" fmla="*/ 1415 h 133"/>
                <a:gd name="T34" fmla="*/ 179 w 100"/>
                <a:gd name="T35" fmla="*/ 1715 h 133"/>
                <a:gd name="T36" fmla="*/ 179 w 100"/>
                <a:gd name="T37" fmla="*/ 2222 h 133"/>
                <a:gd name="T38" fmla="*/ 570 w 100"/>
                <a:gd name="T39" fmla="*/ 2245 h 133"/>
                <a:gd name="T40" fmla="*/ 660 w 100"/>
                <a:gd name="T41" fmla="*/ 1928 h 133"/>
                <a:gd name="T42" fmla="*/ 786 w 100"/>
                <a:gd name="T43" fmla="*/ 1573 h 133"/>
                <a:gd name="T44" fmla="*/ 834 w 100"/>
                <a:gd name="T45" fmla="*/ 1284 h 133"/>
                <a:gd name="T46" fmla="*/ 855 w 100"/>
                <a:gd name="T47" fmla="*/ 947 h 133"/>
                <a:gd name="T48" fmla="*/ 1009 w 100"/>
                <a:gd name="T49" fmla="*/ 623 h 133"/>
                <a:gd name="T50" fmla="*/ 1266 w 100"/>
                <a:gd name="T51" fmla="*/ 403 h 133"/>
                <a:gd name="T52" fmla="*/ 1492 w 100"/>
                <a:gd name="T53" fmla="*/ 174 h 133"/>
                <a:gd name="T54" fmla="*/ 1720 w 100"/>
                <a:gd name="T55" fmla="*/ 21 h 133"/>
                <a:gd name="T56" fmla="*/ 1648 w 100"/>
                <a:gd name="T57" fmla="*/ 49 h 13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0" h="133">
                  <a:moveTo>
                    <a:pt x="80" y="11"/>
                  </a:moveTo>
                  <a:cubicBezTo>
                    <a:pt x="76" y="15"/>
                    <a:pt x="74" y="18"/>
                    <a:pt x="69" y="21"/>
                  </a:cubicBezTo>
                  <a:cubicBezTo>
                    <a:pt x="64" y="24"/>
                    <a:pt x="57" y="25"/>
                    <a:pt x="53" y="29"/>
                  </a:cubicBezTo>
                  <a:cubicBezTo>
                    <a:pt x="50" y="32"/>
                    <a:pt x="49" y="36"/>
                    <a:pt x="47" y="39"/>
                  </a:cubicBezTo>
                  <a:cubicBezTo>
                    <a:pt x="45" y="43"/>
                    <a:pt x="42" y="45"/>
                    <a:pt x="39" y="48"/>
                  </a:cubicBezTo>
                  <a:cubicBezTo>
                    <a:pt x="37" y="49"/>
                    <a:pt x="35" y="52"/>
                    <a:pt x="33" y="51"/>
                  </a:cubicBezTo>
                  <a:cubicBezTo>
                    <a:pt x="29" y="51"/>
                    <a:pt x="28" y="43"/>
                    <a:pt x="28" y="41"/>
                  </a:cubicBezTo>
                  <a:cubicBezTo>
                    <a:pt x="28" y="34"/>
                    <a:pt x="30" y="32"/>
                    <a:pt x="28" y="26"/>
                  </a:cubicBezTo>
                  <a:cubicBezTo>
                    <a:pt x="25" y="20"/>
                    <a:pt x="28" y="10"/>
                    <a:pt x="23" y="5"/>
                  </a:cubicBezTo>
                  <a:cubicBezTo>
                    <a:pt x="27" y="11"/>
                    <a:pt x="24" y="19"/>
                    <a:pt x="25" y="26"/>
                  </a:cubicBezTo>
                  <a:cubicBezTo>
                    <a:pt x="26" y="29"/>
                    <a:pt x="26" y="34"/>
                    <a:pt x="25" y="38"/>
                  </a:cubicBezTo>
                  <a:cubicBezTo>
                    <a:pt x="23" y="42"/>
                    <a:pt x="22" y="41"/>
                    <a:pt x="23" y="47"/>
                  </a:cubicBezTo>
                  <a:cubicBezTo>
                    <a:pt x="24" y="52"/>
                    <a:pt x="26" y="52"/>
                    <a:pt x="21" y="56"/>
                  </a:cubicBezTo>
                  <a:cubicBezTo>
                    <a:pt x="19" y="57"/>
                    <a:pt x="17" y="59"/>
                    <a:pt x="14" y="60"/>
                  </a:cubicBezTo>
                  <a:cubicBezTo>
                    <a:pt x="8" y="62"/>
                    <a:pt x="7" y="55"/>
                    <a:pt x="3" y="52"/>
                  </a:cubicBezTo>
                  <a:cubicBezTo>
                    <a:pt x="0" y="50"/>
                    <a:pt x="8" y="63"/>
                    <a:pt x="11" y="66"/>
                  </a:cubicBezTo>
                  <a:cubicBezTo>
                    <a:pt x="16" y="74"/>
                    <a:pt x="12" y="76"/>
                    <a:pt x="10" y="84"/>
                  </a:cubicBezTo>
                  <a:cubicBezTo>
                    <a:pt x="9" y="90"/>
                    <a:pt x="10" y="97"/>
                    <a:pt x="10" y="102"/>
                  </a:cubicBezTo>
                  <a:cubicBezTo>
                    <a:pt x="10" y="107"/>
                    <a:pt x="10" y="123"/>
                    <a:pt x="10" y="132"/>
                  </a:cubicBezTo>
                  <a:cubicBezTo>
                    <a:pt x="19" y="131"/>
                    <a:pt x="26" y="132"/>
                    <a:pt x="33" y="133"/>
                  </a:cubicBezTo>
                  <a:cubicBezTo>
                    <a:pt x="34" y="126"/>
                    <a:pt x="37" y="120"/>
                    <a:pt x="38" y="114"/>
                  </a:cubicBezTo>
                  <a:cubicBezTo>
                    <a:pt x="39" y="106"/>
                    <a:pt x="43" y="100"/>
                    <a:pt x="45" y="93"/>
                  </a:cubicBezTo>
                  <a:cubicBezTo>
                    <a:pt x="46" y="87"/>
                    <a:pt x="49" y="82"/>
                    <a:pt x="48" y="76"/>
                  </a:cubicBezTo>
                  <a:cubicBezTo>
                    <a:pt x="47" y="68"/>
                    <a:pt x="46" y="63"/>
                    <a:pt x="49" y="56"/>
                  </a:cubicBezTo>
                  <a:cubicBezTo>
                    <a:pt x="53" y="48"/>
                    <a:pt x="58" y="46"/>
                    <a:pt x="58" y="37"/>
                  </a:cubicBezTo>
                  <a:cubicBezTo>
                    <a:pt x="58" y="26"/>
                    <a:pt x="65" y="27"/>
                    <a:pt x="73" y="24"/>
                  </a:cubicBezTo>
                  <a:cubicBezTo>
                    <a:pt x="82" y="21"/>
                    <a:pt x="80" y="15"/>
                    <a:pt x="86" y="10"/>
                  </a:cubicBezTo>
                  <a:cubicBezTo>
                    <a:pt x="89" y="8"/>
                    <a:pt x="98" y="3"/>
                    <a:pt x="99" y="1"/>
                  </a:cubicBezTo>
                  <a:cubicBezTo>
                    <a:pt x="100" y="0"/>
                    <a:pt x="95" y="3"/>
                    <a:pt x="95" y="3"/>
                  </a:cubicBezTo>
                </a:path>
              </a:pathLst>
            </a:custGeom>
            <a:solidFill>
              <a:srgbClr val="947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" name="Freeform 1034">
              <a:extLst>
                <a:ext uri="{FF2B5EF4-FFF2-40B4-BE49-F238E27FC236}">
                  <a16:creationId xmlns:a16="http://schemas.microsoft.com/office/drawing/2014/main" id="{AFCAC219-735D-4E8F-A27B-D2695226F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068"/>
              <a:ext cx="50" cy="115"/>
            </a:xfrm>
            <a:custGeom>
              <a:avLst/>
              <a:gdLst>
                <a:gd name="T0" fmla="*/ 466 w 28"/>
                <a:gd name="T1" fmla="*/ 0 h 65"/>
                <a:gd name="T2" fmla="*/ 491 w 28"/>
                <a:gd name="T3" fmla="*/ 317 h 65"/>
                <a:gd name="T4" fmla="*/ 398 w 28"/>
                <a:gd name="T5" fmla="*/ 610 h 65"/>
                <a:gd name="T6" fmla="*/ 232 w 28"/>
                <a:gd name="T7" fmla="*/ 1123 h 65"/>
                <a:gd name="T8" fmla="*/ 0 w 28"/>
                <a:gd name="T9" fmla="*/ 1108 h 65"/>
                <a:gd name="T10" fmla="*/ 73 w 28"/>
                <a:gd name="T11" fmla="*/ 993 h 65"/>
                <a:gd name="T12" fmla="*/ 182 w 28"/>
                <a:gd name="T13" fmla="*/ 626 h 65"/>
                <a:gd name="T14" fmla="*/ 255 w 28"/>
                <a:gd name="T15" fmla="*/ 660 h 65"/>
                <a:gd name="T16" fmla="*/ 325 w 28"/>
                <a:gd name="T17" fmla="*/ 520 h 65"/>
                <a:gd name="T18" fmla="*/ 398 w 28"/>
                <a:gd name="T19" fmla="*/ 345 h 65"/>
                <a:gd name="T20" fmla="*/ 439 w 28"/>
                <a:gd name="T21" fmla="*/ 106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65">
                  <a:moveTo>
                    <a:pt x="26" y="0"/>
                  </a:moveTo>
                  <a:cubicBezTo>
                    <a:pt x="26" y="6"/>
                    <a:pt x="28" y="12"/>
                    <a:pt x="27" y="18"/>
                  </a:cubicBezTo>
                  <a:cubicBezTo>
                    <a:pt x="26" y="24"/>
                    <a:pt x="23" y="29"/>
                    <a:pt x="22" y="35"/>
                  </a:cubicBezTo>
                  <a:cubicBezTo>
                    <a:pt x="20" y="45"/>
                    <a:pt x="18" y="57"/>
                    <a:pt x="13" y="65"/>
                  </a:cubicBezTo>
                  <a:cubicBezTo>
                    <a:pt x="9" y="65"/>
                    <a:pt x="4" y="62"/>
                    <a:pt x="0" y="64"/>
                  </a:cubicBezTo>
                  <a:cubicBezTo>
                    <a:pt x="2" y="62"/>
                    <a:pt x="7" y="59"/>
                    <a:pt x="4" y="57"/>
                  </a:cubicBezTo>
                  <a:cubicBezTo>
                    <a:pt x="13" y="58"/>
                    <a:pt x="11" y="40"/>
                    <a:pt x="10" y="36"/>
                  </a:cubicBezTo>
                  <a:cubicBezTo>
                    <a:pt x="12" y="36"/>
                    <a:pt x="13" y="38"/>
                    <a:pt x="14" y="38"/>
                  </a:cubicBezTo>
                  <a:cubicBezTo>
                    <a:pt x="18" y="38"/>
                    <a:pt x="18" y="32"/>
                    <a:pt x="18" y="30"/>
                  </a:cubicBezTo>
                  <a:cubicBezTo>
                    <a:pt x="19" y="26"/>
                    <a:pt x="21" y="24"/>
                    <a:pt x="22" y="20"/>
                  </a:cubicBezTo>
                  <a:cubicBezTo>
                    <a:pt x="23" y="16"/>
                    <a:pt x="23" y="11"/>
                    <a:pt x="24" y="6"/>
                  </a:cubicBezTo>
                </a:path>
              </a:pathLst>
            </a:custGeom>
            <a:solidFill>
              <a:srgbClr val="7F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" name="Freeform 1035">
              <a:extLst>
                <a:ext uri="{FF2B5EF4-FFF2-40B4-BE49-F238E27FC236}">
                  <a16:creationId xmlns:a16="http://schemas.microsoft.com/office/drawing/2014/main" id="{D43393D0-BF0D-41D2-B90B-B4CA1EF93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060"/>
              <a:ext cx="186" cy="204"/>
            </a:xfrm>
            <a:custGeom>
              <a:avLst/>
              <a:gdLst>
                <a:gd name="T0" fmla="*/ 1695 w 105"/>
                <a:gd name="T1" fmla="*/ 958 h 116"/>
                <a:gd name="T2" fmla="*/ 1469 w 105"/>
                <a:gd name="T3" fmla="*/ 1089 h 116"/>
                <a:gd name="T4" fmla="*/ 1290 w 105"/>
                <a:gd name="T5" fmla="*/ 958 h 116"/>
                <a:gd name="T6" fmla="*/ 1102 w 105"/>
                <a:gd name="T7" fmla="*/ 909 h 116"/>
                <a:gd name="T8" fmla="*/ 1010 w 105"/>
                <a:gd name="T9" fmla="*/ 733 h 116"/>
                <a:gd name="T10" fmla="*/ 1010 w 105"/>
                <a:gd name="T11" fmla="*/ 644 h 116"/>
                <a:gd name="T12" fmla="*/ 957 w 105"/>
                <a:gd name="T13" fmla="*/ 554 h 116"/>
                <a:gd name="T14" fmla="*/ 1151 w 105"/>
                <a:gd name="T15" fmla="*/ 237 h 116"/>
                <a:gd name="T16" fmla="*/ 1339 w 105"/>
                <a:gd name="T17" fmla="*/ 200 h 116"/>
                <a:gd name="T18" fmla="*/ 1447 w 105"/>
                <a:gd name="T19" fmla="*/ 102 h 116"/>
                <a:gd name="T20" fmla="*/ 1518 w 105"/>
                <a:gd name="T21" fmla="*/ 0 h 116"/>
                <a:gd name="T22" fmla="*/ 1428 w 105"/>
                <a:gd name="T23" fmla="*/ 86 h 116"/>
                <a:gd name="T24" fmla="*/ 1240 w 105"/>
                <a:gd name="T25" fmla="*/ 114 h 116"/>
                <a:gd name="T26" fmla="*/ 928 w 105"/>
                <a:gd name="T27" fmla="*/ 352 h 116"/>
                <a:gd name="T28" fmla="*/ 790 w 105"/>
                <a:gd name="T29" fmla="*/ 619 h 116"/>
                <a:gd name="T30" fmla="*/ 650 w 105"/>
                <a:gd name="T31" fmla="*/ 468 h 116"/>
                <a:gd name="T32" fmla="*/ 611 w 105"/>
                <a:gd name="T33" fmla="*/ 659 h 116"/>
                <a:gd name="T34" fmla="*/ 496 w 105"/>
                <a:gd name="T35" fmla="*/ 603 h 116"/>
                <a:gd name="T36" fmla="*/ 473 w 105"/>
                <a:gd name="T37" fmla="*/ 644 h 116"/>
                <a:gd name="T38" fmla="*/ 406 w 105"/>
                <a:gd name="T39" fmla="*/ 1110 h 116"/>
                <a:gd name="T40" fmla="*/ 106 w 105"/>
                <a:gd name="T41" fmla="*/ 1361 h 116"/>
                <a:gd name="T42" fmla="*/ 0 w 105"/>
                <a:gd name="T43" fmla="*/ 1463 h 116"/>
                <a:gd name="T44" fmla="*/ 229 w 105"/>
                <a:gd name="T45" fmla="*/ 1952 h 116"/>
                <a:gd name="T46" fmla="*/ 749 w 105"/>
                <a:gd name="T47" fmla="*/ 1577 h 116"/>
                <a:gd name="T48" fmla="*/ 907 w 105"/>
                <a:gd name="T49" fmla="*/ 1398 h 116"/>
                <a:gd name="T50" fmla="*/ 1132 w 105"/>
                <a:gd name="T51" fmla="*/ 1133 h 116"/>
                <a:gd name="T52" fmla="*/ 1378 w 105"/>
                <a:gd name="T53" fmla="*/ 1159 h 116"/>
                <a:gd name="T54" fmla="*/ 1557 w 105"/>
                <a:gd name="T55" fmla="*/ 1224 h 116"/>
                <a:gd name="T56" fmla="*/ 1672 w 105"/>
                <a:gd name="T57" fmla="*/ 1089 h 116"/>
                <a:gd name="T58" fmla="*/ 1830 w 105"/>
                <a:gd name="T59" fmla="*/ 890 h 116"/>
                <a:gd name="T60" fmla="*/ 1695 w 105"/>
                <a:gd name="T61" fmla="*/ 958 h 11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5" h="116">
                  <a:moveTo>
                    <a:pt x="97" y="57"/>
                  </a:moveTo>
                  <a:cubicBezTo>
                    <a:pt x="94" y="60"/>
                    <a:pt x="91" y="68"/>
                    <a:pt x="84" y="65"/>
                  </a:cubicBezTo>
                  <a:cubicBezTo>
                    <a:pt x="79" y="64"/>
                    <a:pt x="80" y="58"/>
                    <a:pt x="74" y="57"/>
                  </a:cubicBezTo>
                  <a:cubicBezTo>
                    <a:pt x="69" y="57"/>
                    <a:pt x="67" y="59"/>
                    <a:pt x="63" y="54"/>
                  </a:cubicBezTo>
                  <a:cubicBezTo>
                    <a:pt x="62" y="51"/>
                    <a:pt x="59" y="47"/>
                    <a:pt x="58" y="44"/>
                  </a:cubicBezTo>
                  <a:cubicBezTo>
                    <a:pt x="58" y="42"/>
                    <a:pt x="58" y="40"/>
                    <a:pt x="58" y="38"/>
                  </a:cubicBezTo>
                  <a:cubicBezTo>
                    <a:pt x="57" y="36"/>
                    <a:pt x="55" y="36"/>
                    <a:pt x="55" y="33"/>
                  </a:cubicBezTo>
                  <a:cubicBezTo>
                    <a:pt x="55" y="28"/>
                    <a:pt x="62" y="17"/>
                    <a:pt x="66" y="14"/>
                  </a:cubicBezTo>
                  <a:cubicBezTo>
                    <a:pt x="70" y="11"/>
                    <a:pt x="72" y="13"/>
                    <a:pt x="77" y="12"/>
                  </a:cubicBezTo>
                  <a:cubicBezTo>
                    <a:pt x="80" y="11"/>
                    <a:pt x="80" y="9"/>
                    <a:pt x="83" y="6"/>
                  </a:cubicBezTo>
                  <a:cubicBezTo>
                    <a:pt x="84" y="5"/>
                    <a:pt x="87" y="0"/>
                    <a:pt x="87" y="0"/>
                  </a:cubicBezTo>
                  <a:cubicBezTo>
                    <a:pt x="87" y="0"/>
                    <a:pt x="83" y="4"/>
                    <a:pt x="82" y="5"/>
                  </a:cubicBezTo>
                  <a:cubicBezTo>
                    <a:pt x="79" y="9"/>
                    <a:pt x="75" y="6"/>
                    <a:pt x="71" y="7"/>
                  </a:cubicBezTo>
                  <a:cubicBezTo>
                    <a:pt x="62" y="8"/>
                    <a:pt x="57" y="14"/>
                    <a:pt x="53" y="21"/>
                  </a:cubicBezTo>
                  <a:cubicBezTo>
                    <a:pt x="50" y="27"/>
                    <a:pt x="50" y="35"/>
                    <a:pt x="45" y="37"/>
                  </a:cubicBezTo>
                  <a:cubicBezTo>
                    <a:pt x="40" y="39"/>
                    <a:pt x="37" y="28"/>
                    <a:pt x="37" y="28"/>
                  </a:cubicBezTo>
                  <a:cubicBezTo>
                    <a:pt x="35" y="27"/>
                    <a:pt x="38" y="40"/>
                    <a:pt x="35" y="39"/>
                  </a:cubicBezTo>
                  <a:cubicBezTo>
                    <a:pt x="34" y="38"/>
                    <a:pt x="30" y="37"/>
                    <a:pt x="28" y="36"/>
                  </a:cubicBezTo>
                  <a:cubicBezTo>
                    <a:pt x="26" y="34"/>
                    <a:pt x="26" y="36"/>
                    <a:pt x="27" y="38"/>
                  </a:cubicBezTo>
                  <a:cubicBezTo>
                    <a:pt x="30" y="46"/>
                    <a:pt x="30" y="56"/>
                    <a:pt x="23" y="66"/>
                  </a:cubicBezTo>
                  <a:cubicBezTo>
                    <a:pt x="19" y="72"/>
                    <a:pt x="11" y="75"/>
                    <a:pt x="6" y="81"/>
                  </a:cubicBezTo>
                  <a:cubicBezTo>
                    <a:pt x="4" y="83"/>
                    <a:pt x="2" y="85"/>
                    <a:pt x="0" y="87"/>
                  </a:cubicBezTo>
                  <a:cubicBezTo>
                    <a:pt x="8" y="94"/>
                    <a:pt x="11" y="105"/>
                    <a:pt x="13" y="116"/>
                  </a:cubicBezTo>
                  <a:cubicBezTo>
                    <a:pt x="21" y="111"/>
                    <a:pt x="35" y="99"/>
                    <a:pt x="43" y="94"/>
                  </a:cubicBezTo>
                  <a:cubicBezTo>
                    <a:pt x="47" y="91"/>
                    <a:pt x="49" y="87"/>
                    <a:pt x="52" y="83"/>
                  </a:cubicBezTo>
                  <a:cubicBezTo>
                    <a:pt x="56" y="79"/>
                    <a:pt x="61" y="69"/>
                    <a:pt x="65" y="67"/>
                  </a:cubicBezTo>
                  <a:cubicBezTo>
                    <a:pt x="68" y="66"/>
                    <a:pt x="76" y="68"/>
                    <a:pt x="79" y="69"/>
                  </a:cubicBezTo>
                  <a:cubicBezTo>
                    <a:pt x="82" y="70"/>
                    <a:pt x="85" y="74"/>
                    <a:pt x="89" y="73"/>
                  </a:cubicBezTo>
                  <a:cubicBezTo>
                    <a:pt x="93" y="72"/>
                    <a:pt x="95" y="68"/>
                    <a:pt x="96" y="65"/>
                  </a:cubicBezTo>
                  <a:cubicBezTo>
                    <a:pt x="98" y="61"/>
                    <a:pt x="101" y="54"/>
                    <a:pt x="105" y="53"/>
                  </a:cubicBezTo>
                  <a:cubicBezTo>
                    <a:pt x="104" y="48"/>
                    <a:pt x="101" y="53"/>
                    <a:pt x="97" y="57"/>
                  </a:cubicBezTo>
                  <a:close/>
                </a:path>
              </a:pathLst>
            </a:custGeom>
            <a:solidFill>
              <a:srgbClr val="947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" name="Freeform 1036">
              <a:extLst>
                <a:ext uri="{FF2B5EF4-FFF2-40B4-BE49-F238E27FC236}">
                  <a16:creationId xmlns:a16="http://schemas.microsoft.com/office/drawing/2014/main" id="{B8B95E04-D77A-4248-9DA3-68BE47A7D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185"/>
              <a:ext cx="78" cy="65"/>
            </a:xfrm>
            <a:custGeom>
              <a:avLst/>
              <a:gdLst>
                <a:gd name="T0" fmla="*/ 0 w 44"/>
                <a:gd name="T1" fmla="*/ 416 h 37"/>
                <a:gd name="T2" fmla="*/ 117 w 44"/>
                <a:gd name="T3" fmla="*/ 617 h 37"/>
                <a:gd name="T4" fmla="*/ 268 w 44"/>
                <a:gd name="T5" fmla="*/ 515 h 37"/>
                <a:gd name="T6" fmla="*/ 406 w 44"/>
                <a:gd name="T7" fmla="*/ 437 h 37"/>
                <a:gd name="T8" fmla="*/ 769 w 44"/>
                <a:gd name="T9" fmla="*/ 0 h 37"/>
                <a:gd name="T10" fmla="*/ 525 w 44"/>
                <a:gd name="T11" fmla="*/ 179 h 37"/>
                <a:gd name="T12" fmla="*/ 406 w 44"/>
                <a:gd name="T13" fmla="*/ 200 h 37"/>
                <a:gd name="T14" fmla="*/ 158 w 44"/>
                <a:gd name="T15" fmla="*/ 314 h 37"/>
                <a:gd name="T16" fmla="*/ 0 w 44"/>
                <a:gd name="T17" fmla="*/ 351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7">
                  <a:moveTo>
                    <a:pt x="0" y="25"/>
                  </a:moveTo>
                  <a:cubicBezTo>
                    <a:pt x="2" y="27"/>
                    <a:pt x="4" y="37"/>
                    <a:pt x="7" y="37"/>
                  </a:cubicBezTo>
                  <a:cubicBezTo>
                    <a:pt x="10" y="37"/>
                    <a:pt x="13" y="33"/>
                    <a:pt x="15" y="31"/>
                  </a:cubicBezTo>
                  <a:cubicBezTo>
                    <a:pt x="17" y="29"/>
                    <a:pt x="20" y="28"/>
                    <a:pt x="23" y="26"/>
                  </a:cubicBezTo>
                  <a:cubicBezTo>
                    <a:pt x="31" y="19"/>
                    <a:pt x="42" y="12"/>
                    <a:pt x="44" y="0"/>
                  </a:cubicBezTo>
                  <a:cubicBezTo>
                    <a:pt x="40" y="5"/>
                    <a:pt x="37" y="11"/>
                    <a:pt x="30" y="11"/>
                  </a:cubicBezTo>
                  <a:cubicBezTo>
                    <a:pt x="27" y="11"/>
                    <a:pt x="26" y="10"/>
                    <a:pt x="23" y="12"/>
                  </a:cubicBezTo>
                  <a:cubicBezTo>
                    <a:pt x="18" y="16"/>
                    <a:pt x="15" y="18"/>
                    <a:pt x="9" y="19"/>
                  </a:cubicBezTo>
                  <a:cubicBezTo>
                    <a:pt x="6" y="20"/>
                    <a:pt x="3" y="21"/>
                    <a:pt x="0" y="21"/>
                  </a:cubicBezTo>
                </a:path>
              </a:pathLst>
            </a:custGeom>
            <a:solidFill>
              <a:srgbClr val="7F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" name="Freeform 1037">
              <a:extLst>
                <a:ext uri="{FF2B5EF4-FFF2-40B4-BE49-F238E27FC236}">
                  <a16:creationId xmlns:a16="http://schemas.microsoft.com/office/drawing/2014/main" id="{E47CC8B4-34AC-4B0B-8649-76E7CB6ED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59"/>
              <a:ext cx="218" cy="168"/>
            </a:xfrm>
            <a:custGeom>
              <a:avLst/>
              <a:gdLst>
                <a:gd name="T0" fmla="*/ 2104 w 123"/>
                <a:gd name="T1" fmla="*/ 447 h 95"/>
                <a:gd name="T2" fmla="*/ 1994 w 123"/>
                <a:gd name="T3" fmla="*/ 317 h 95"/>
                <a:gd name="T4" fmla="*/ 1875 w 123"/>
                <a:gd name="T5" fmla="*/ 244 h 95"/>
                <a:gd name="T6" fmla="*/ 1904 w 123"/>
                <a:gd name="T7" fmla="*/ 0 h 95"/>
                <a:gd name="T8" fmla="*/ 1765 w 123"/>
                <a:gd name="T9" fmla="*/ 179 h 95"/>
                <a:gd name="T10" fmla="*/ 1579 w 123"/>
                <a:gd name="T11" fmla="*/ 244 h 95"/>
                <a:gd name="T12" fmla="*/ 1404 w 123"/>
                <a:gd name="T13" fmla="*/ 331 h 95"/>
                <a:gd name="T14" fmla="*/ 996 w 123"/>
                <a:gd name="T15" fmla="*/ 403 h 95"/>
                <a:gd name="T16" fmla="*/ 613 w 123"/>
                <a:gd name="T17" fmla="*/ 561 h 95"/>
                <a:gd name="T18" fmla="*/ 89 w 123"/>
                <a:gd name="T19" fmla="*/ 538 h 95"/>
                <a:gd name="T20" fmla="*/ 0 w 123"/>
                <a:gd name="T21" fmla="*/ 1172 h 95"/>
                <a:gd name="T22" fmla="*/ 50 w 123"/>
                <a:gd name="T23" fmla="*/ 1195 h 95"/>
                <a:gd name="T24" fmla="*/ 367 w 123"/>
                <a:gd name="T25" fmla="*/ 1172 h 95"/>
                <a:gd name="T26" fmla="*/ 728 w 123"/>
                <a:gd name="T27" fmla="*/ 1172 h 95"/>
                <a:gd name="T28" fmla="*/ 945 w 123"/>
                <a:gd name="T29" fmla="*/ 1348 h 95"/>
                <a:gd name="T30" fmla="*/ 959 w 123"/>
                <a:gd name="T31" fmla="*/ 1466 h 95"/>
                <a:gd name="T32" fmla="*/ 1037 w 123"/>
                <a:gd name="T33" fmla="*/ 1641 h 95"/>
                <a:gd name="T34" fmla="*/ 1046 w 123"/>
                <a:gd name="T35" fmla="*/ 1332 h 95"/>
                <a:gd name="T36" fmla="*/ 1363 w 123"/>
                <a:gd name="T37" fmla="*/ 1282 h 95"/>
                <a:gd name="T38" fmla="*/ 1037 w 123"/>
                <a:gd name="T39" fmla="*/ 1233 h 95"/>
                <a:gd name="T40" fmla="*/ 907 w 123"/>
                <a:gd name="T41" fmla="*/ 1058 h 95"/>
                <a:gd name="T42" fmla="*/ 930 w 123"/>
                <a:gd name="T43" fmla="*/ 813 h 95"/>
                <a:gd name="T44" fmla="*/ 907 w 123"/>
                <a:gd name="T45" fmla="*/ 697 h 95"/>
                <a:gd name="T46" fmla="*/ 1382 w 123"/>
                <a:gd name="T47" fmla="*/ 469 h 95"/>
                <a:gd name="T48" fmla="*/ 1700 w 123"/>
                <a:gd name="T49" fmla="*/ 345 h 95"/>
                <a:gd name="T50" fmla="*/ 1875 w 123"/>
                <a:gd name="T51" fmla="*/ 317 h 95"/>
                <a:gd name="T52" fmla="*/ 1969 w 123"/>
                <a:gd name="T53" fmla="*/ 403 h 95"/>
                <a:gd name="T54" fmla="*/ 2111 w 123"/>
                <a:gd name="T55" fmla="*/ 538 h 95"/>
                <a:gd name="T56" fmla="*/ 2104 w 123"/>
                <a:gd name="T57" fmla="*/ 447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3" h="95">
                  <a:moveTo>
                    <a:pt x="120" y="26"/>
                  </a:moveTo>
                  <a:cubicBezTo>
                    <a:pt x="118" y="23"/>
                    <a:pt x="116" y="21"/>
                    <a:pt x="114" y="18"/>
                  </a:cubicBezTo>
                  <a:cubicBezTo>
                    <a:pt x="112" y="16"/>
                    <a:pt x="109" y="15"/>
                    <a:pt x="107" y="14"/>
                  </a:cubicBezTo>
                  <a:cubicBezTo>
                    <a:pt x="102" y="9"/>
                    <a:pt x="109" y="5"/>
                    <a:pt x="109" y="0"/>
                  </a:cubicBezTo>
                  <a:cubicBezTo>
                    <a:pt x="103" y="1"/>
                    <a:pt x="103" y="7"/>
                    <a:pt x="101" y="10"/>
                  </a:cubicBezTo>
                  <a:cubicBezTo>
                    <a:pt x="98" y="15"/>
                    <a:pt x="95" y="14"/>
                    <a:pt x="90" y="14"/>
                  </a:cubicBezTo>
                  <a:cubicBezTo>
                    <a:pt x="85" y="13"/>
                    <a:pt x="85" y="18"/>
                    <a:pt x="80" y="19"/>
                  </a:cubicBezTo>
                  <a:cubicBezTo>
                    <a:pt x="75" y="19"/>
                    <a:pt x="64" y="23"/>
                    <a:pt x="57" y="23"/>
                  </a:cubicBezTo>
                  <a:cubicBezTo>
                    <a:pt x="51" y="23"/>
                    <a:pt x="46" y="32"/>
                    <a:pt x="35" y="32"/>
                  </a:cubicBezTo>
                  <a:cubicBezTo>
                    <a:pt x="30" y="32"/>
                    <a:pt x="17" y="31"/>
                    <a:pt x="5" y="31"/>
                  </a:cubicBezTo>
                  <a:cubicBezTo>
                    <a:pt x="4" y="43"/>
                    <a:pt x="2" y="56"/>
                    <a:pt x="0" y="68"/>
                  </a:cubicBezTo>
                  <a:cubicBezTo>
                    <a:pt x="1" y="68"/>
                    <a:pt x="2" y="69"/>
                    <a:pt x="3" y="69"/>
                  </a:cubicBezTo>
                  <a:cubicBezTo>
                    <a:pt x="9" y="70"/>
                    <a:pt x="15" y="69"/>
                    <a:pt x="21" y="68"/>
                  </a:cubicBezTo>
                  <a:cubicBezTo>
                    <a:pt x="29" y="67"/>
                    <a:pt x="35" y="69"/>
                    <a:pt x="42" y="68"/>
                  </a:cubicBezTo>
                  <a:cubicBezTo>
                    <a:pt x="47" y="69"/>
                    <a:pt x="51" y="73"/>
                    <a:pt x="54" y="78"/>
                  </a:cubicBezTo>
                  <a:cubicBezTo>
                    <a:pt x="55" y="81"/>
                    <a:pt x="54" y="83"/>
                    <a:pt x="55" y="85"/>
                  </a:cubicBezTo>
                  <a:cubicBezTo>
                    <a:pt x="56" y="88"/>
                    <a:pt x="57" y="94"/>
                    <a:pt x="59" y="95"/>
                  </a:cubicBezTo>
                  <a:cubicBezTo>
                    <a:pt x="57" y="91"/>
                    <a:pt x="57" y="80"/>
                    <a:pt x="60" y="77"/>
                  </a:cubicBezTo>
                  <a:cubicBezTo>
                    <a:pt x="63" y="74"/>
                    <a:pt x="70" y="72"/>
                    <a:pt x="78" y="74"/>
                  </a:cubicBezTo>
                  <a:cubicBezTo>
                    <a:pt x="68" y="69"/>
                    <a:pt x="65" y="73"/>
                    <a:pt x="59" y="71"/>
                  </a:cubicBezTo>
                  <a:cubicBezTo>
                    <a:pt x="55" y="70"/>
                    <a:pt x="53" y="65"/>
                    <a:pt x="52" y="61"/>
                  </a:cubicBezTo>
                  <a:cubicBezTo>
                    <a:pt x="51" y="56"/>
                    <a:pt x="54" y="51"/>
                    <a:pt x="53" y="47"/>
                  </a:cubicBezTo>
                  <a:cubicBezTo>
                    <a:pt x="51" y="43"/>
                    <a:pt x="48" y="44"/>
                    <a:pt x="52" y="40"/>
                  </a:cubicBezTo>
                  <a:cubicBezTo>
                    <a:pt x="58" y="31"/>
                    <a:pt x="68" y="28"/>
                    <a:pt x="79" y="27"/>
                  </a:cubicBezTo>
                  <a:cubicBezTo>
                    <a:pt x="85" y="27"/>
                    <a:pt x="91" y="23"/>
                    <a:pt x="97" y="20"/>
                  </a:cubicBezTo>
                  <a:cubicBezTo>
                    <a:pt x="101" y="18"/>
                    <a:pt x="103" y="16"/>
                    <a:pt x="107" y="18"/>
                  </a:cubicBezTo>
                  <a:cubicBezTo>
                    <a:pt x="109" y="18"/>
                    <a:pt x="112" y="22"/>
                    <a:pt x="113" y="23"/>
                  </a:cubicBezTo>
                  <a:cubicBezTo>
                    <a:pt x="115" y="25"/>
                    <a:pt x="118" y="32"/>
                    <a:pt x="121" y="31"/>
                  </a:cubicBezTo>
                  <a:cubicBezTo>
                    <a:pt x="123" y="30"/>
                    <a:pt x="121" y="28"/>
                    <a:pt x="120" y="26"/>
                  </a:cubicBezTo>
                  <a:close/>
                </a:path>
              </a:pathLst>
            </a:custGeom>
            <a:solidFill>
              <a:srgbClr val="947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" name="Freeform 1038">
              <a:extLst>
                <a:ext uri="{FF2B5EF4-FFF2-40B4-BE49-F238E27FC236}">
                  <a16:creationId xmlns:a16="http://schemas.microsoft.com/office/drawing/2014/main" id="{5EC34810-6930-4EBC-803E-8ABA2B158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345"/>
              <a:ext cx="85" cy="32"/>
            </a:xfrm>
            <a:custGeom>
              <a:avLst/>
              <a:gdLst>
                <a:gd name="T0" fmla="*/ 89 w 48"/>
                <a:gd name="T1" fmla="*/ 0 h 18"/>
                <a:gd name="T2" fmla="*/ 66 w 48"/>
                <a:gd name="T3" fmla="*/ 281 h 18"/>
                <a:gd name="T4" fmla="*/ 179 w 48"/>
                <a:gd name="T5" fmla="*/ 268 h 18"/>
                <a:gd name="T6" fmla="*/ 367 w 48"/>
                <a:gd name="T7" fmla="*/ 247 h 18"/>
                <a:gd name="T8" fmla="*/ 699 w 48"/>
                <a:gd name="T9" fmla="*/ 268 h 18"/>
                <a:gd name="T10" fmla="*/ 815 w 48"/>
                <a:gd name="T11" fmla="*/ 21 h 18"/>
                <a:gd name="T12" fmla="*/ 749 w 48"/>
                <a:gd name="T13" fmla="*/ 139 h 18"/>
                <a:gd name="T14" fmla="*/ 662 w 48"/>
                <a:gd name="T15" fmla="*/ 89 h 18"/>
                <a:gd name="T16" fmla="*/ 561 w 48"/>
                <a:gd name="T17" fmla="*/ 0 h 18"/>
                <a:gd name="T18" fmla="*/ 448 w 48"/>
                <a:gd name="T19" fmla="*/ 66 h 18"/>
                <a:gd name="T20" fmla="*/ 228 w 48"/>
                <a:gd name="T21" fmla="*/ 114 h 18"/>
                <a:gd name="T22" fmla="*/ 158 w 48"/>
                <a:gd name="T23" fmla="*/ 114 h 18"/>
                <a:gd name="T24" fmla="*/ 89 w 48"/>
                <a:gd name="T25" fmla="*/ 37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18">
                  <a:moveTo>
                    <a:pt x="5" y="0"/>
                  </a:moveTo>
                  <a:cubicBezTo>
                    <a:pt x="6" y="4"/>
                    <a:pt x="0" y="13"/>
                    <a:pt x="4" y="16"/>
                  </a:cubicBezTo>
                  <a:cubicBezTo>
                    <a:pt x="5" y="18"/>
                    <a:pt x="8" y="16"/>
                    <a:pt x="10" y="15"/>
                  </a:cubicBezTo>
                  <a:cubicBezTo>
                    <a:pt x="14" y="14"/>
                    <a:pt x="17" y="14"/>
                    <a:pt x="21" y="14"/>
                  </a:cubicBezTo>
                  <a:cubicBezTo>
                    <a:pt x="27" y="14"/>
                    <a:pt x="34" y="15"/>
                    <a:pt x="40" y="15"/>
                  </a:cubicBezTo>
                  <a:cubicBezTo>
                    <a:pt x="48" y="15"/>
                    <a:pt x="47" y="8"/>
                    <a:pt x="47" y="1"/>
                  </a:cubicBezTo>
                  <a:cubicBezTo>
                    <a:pt x="45" y="3"/>
                    <a:pt x="45" y="7"/>
                    <a:pt x="43" y="8"/>
                  </a:cubicBezTo>
                  <a:cubicBezTo>
                    <a:pt x="41" y="9"/>
                    <a:pt x="39" y="7"/>
                    <a:pt x="38" y="5"/>
                  </a:cubicBezTo>
                  <a:cubicBezTo>
                    <a:pt x="36" y="4"/>
                    <a:pt x="35" y="0"/>
                    <a:pt x="32" y="0"/>
                  </a:cubicBezTo>
                  <a:cubicBezTo>
                    <a:pt x="30" y="1"/>
                    <a:pt x="29" y="3"/>
                    <a:pt x="26" y="4"/>
                  </a:cubicBezTo>
                  <a:cubicBezTo>
                    <a:pt x="22" y="5"/>
                    <a:pt x="18" y="4"/>
                    <a:pt x="13" y="6"/>
                  </a:cubicBezTo>
                  <a:cubicBezTo>
                    <a:pt x="11" y="7"/>
                    <a:pt x="12" y="7"/>
                    <a:pt x="9" y="6"/>
                  </a:cubicBezTo>
                  <a:cubicBezTo>
                    <a:pt x="7" y="5"/>
                    <a:pt x="4" y="4"/>
                    <a:pt x="5" y="2"/>
                  </a:cubicBezTo>
                </a:path>
              </a:pathLst>
            </a:custGeom>
            <a:solidFill>
              <a:srgbClr val="7F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" name="Freeform 1039">
              <a:extLst>
                <a:ext uri="{FF2B5EF4-FFF2-40B4-BE49-F238E27FC236}">
                  <a16:creationId xmlns:a16="http://schemas.microsoft.com/office/drawing/2014/main" id="{0A0E98AD-55B6-45CB-9492-FDE42D16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195"/>
              <a:ext cx="41" cy="32"/>
            </a:xfrm>
            <a:custGeom>
              <a:avLst/>
              <a:gdLst>
                <a:gd name="T0" fmla="*/ 374 w 23"/>
                <a:gd name="T1" fmla="*/ 50 h 18"/>
                <a:gd name="T2" fmla="*/ 273 w 23"/>
                <a:gd name="T3" fmla="*/ 268 h 18"/>
                <a:gd name="T4" fmla="*/ 37 w 23"/>
                <a:gd name="T5" fmla="*/ 268 h 18"/>
                <a:gd name="T6" fmla="*/ 143 w 23"/>
                <a:gd name="T7" fmla="*/ 66 h 18"/>
                <a:gd name="T8" fmla="*/ 374 w 23"/>
                <a:gd name="T9" fmla="*/ 5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21" y="3"/>
                  </a:moveTo>
                  <a:cubicBezTo>
                    <a:pt x="23" y="6"/>
                    <a:pt x="20" y="11"/>
                    <a:pt x="15" y="15"/>
                  </a:cubicBezTo>
                  <a:cubicBezTo>
                    <a:pt x="10" y="18"/>
                    <a:pt x="4" y="18"/>
                    <a:pt x="2" y="15"/>
                  </a:cubicBezTo>
                  <a:cubicBezTo>
                    <a:pt x="0" y="12"/>
                    <a:pt x="3" y="7"/>
                    <a:pt x="8" y="4"/>
                  </a:cubicBezTo>
                  <a:cubicBezTo>
                    <a:pt x="13" y="0"/>
                    <a:pt x="19" y="0"/>
                    <a:pt x="21" y="3"/>
                  </a:cubicBezTo>
                  <a:close/>
                </a:path>
              </a:pathLst>
            </a:cu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" name="Freeform 1040">
              <a:extLst>
                <a:ext uri="{FF2B5EF4-FFF2-40B4-BE49-F238E27FC236}">
                  <a16:creationId xmlns:a16="http://schemas.microsoft.com/office/drawing/2014/main" id="{5B93191F-371C-461B-B9DC-6D5E8C700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199"/>
              <a:ext cx="28" cy="21"/>
            </a:xfrm>
            <a:custGeom>
              <a:avLst/>
              <a:gdLst>
                <a:gd name="T0" fmla="*/ 172 w 16"/>
                <a:gd name="T1" fmla="*/ 114 h 12"/>
                <a:gd name="T2" fmla="*/ 249 w 16"/>
                <a:gd name="T3" fmla="*/ 37 h 12"/>
                <a:gd name="T4" fmla="*/ 102 w 16"/>
                <a:gd name="T5" fmla="*/ 49 h 12"/>
                <a:gd name="T6" fmla="*/ 21 w 16"/>
                <a:gd name="T7" fmla="*/ 179 h 12"/>
                <a:gd name="T8" fmla="*/ 172 w 16"/>
                <a:gd name="T9" fmla="*/ 11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10" y="7"/>
                  </a:moveTo>
                  <a:cubicBezTo>
                    <a:pt x="13" y="5"/>
                    <a:pt x="16" y="4"/>
                    <a:pt x="15" y="2"/>
                  </a:cubicBezTo>
                  <a:cubicBezTo>
                    <a:pt x="13" y="0"/>
                    <a:pt x="9" y="1"/>
                    <a:pt x="6" y="3"/>
                  </a:cubicBezTo>
                  <a:cubicBezTo>
                    <a:pt x="2" y="5"/>
                    <a:pt x="0" y="9"/>
                    <a:pt x="1" y="11"/>
                  </a:cubicBezTo>
                  <a:cubicBezTo>
                    <a:pt x="3" y="12"/>
                    <a:pt x="6" y="9"/>
                    <a:pt x="10" y="7"/>
                  </a:cubicBezTo>
                  <a:close/>
                </a:path>
              </a:pathLst>
            </a:custGeom>
            <a:solidFill>
              <a:srgbClr val="DD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" name="Freeform 1041">
              <a:extLst>
                <a:ext uri="{FF2B5EF4-FFF2-40B4-BE49-F238E27FC236}">
                  <a16:creationId xmlns:a16="http://schemas.microsoft.com/office/drawing/2014/main" id="{34DB53D4-435F-43C3-8DC5-6104E39F3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203"/>
              <a:ext cx="18" cy="14"/>
            </a:xfrm>
            <a:custGeom>
              <a:avLst/>
              <a:gdLst>
                <a:gd name="T0" fmla="*/ 0 w 10"/>
                <a:gd name="T1" fmla="*/ 135 h 8"/>
                <a:gd name="T2" fmla="*/ 117 w 10"/>
                <a:gd name="T3" fmla="*/ 65 h 8"/>
                <a:gd name="T4" fmla="*/ 146 w 10"/>
                <a:gd name="T5" fmla="*/ 37 h 8"/>
                <a:gd name="T6" fmla="*/ 187 w 10"/>
                <a:gd name="T7" fmla="*/ 21 h 8"/>
                <a:gd name="T8" fmla="*/ 94 w 10"/>
                <a:gd name="T9" fmla="*/ 37 h 8"/>
                <a:gd name="T10" fmla="*/ 0 w 10"/>
                <a:gd name="T11" fmla="*/ 102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2" y="6"/>
                    <a:pt x="4" y="5"/>
                    <a:pt x="6" y="4"/>
                  </a:cubicBezTo>
                  <a:cubicBezTo>
                    <a:pt x="6" y="3"/>
                    <a:pt x="7" y="3"/>
                    <a:pt x="8" y="2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0"/>
                    <a:pt x="6" y="1"/>
                    <a:pt x="5" y="2"/>
                  </a:cubicBezTo>
                  <a:cubicBezTo>
                    <a:pt x="3" y="3"/>
                    <a:pt x="1" y="4"/>
                    <a:pt x="0" y="6"/>
                  </a:cubicBezTo>
                </a:path>
              </a:pathLst>
            </a:custGeom>
            <a:solidFill>
              <a:srgbClr val="EE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" name="Freeform 1042">
              <a:extLst>
                <a:ext uri="{FF2B5EF4-FFF2-40B4-BE49-F238E27FC236}">
                  <a16:creationId xmlns:a16="http://schemas.microsoft.com/office/drawing/2014/main" id="{7DBCE2B9-E13F-45EE-97E6-1CA8F0BE2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333"/>
              <a:ext cx="40" cy="25"/>
            </a:xfrm>
            <a:custGeom>
              <a:avLst/>
              <a:gdLst>
                <a:gd name="T0" fmla="*/ 369 w 23"/>
                <a:gd name="T1" fmla="*/ 114 h 14"/>
                <a:gd name="T2" fmla="*/ 212 w 23"/>
                <a:gd name="T3" fmla="*/ 232 h 14"/>
                <a:gd name="T4" fmla="*/ 16 w 23"/>
                <a:gd name="T5" fmla="*/ 143 h 14"/>
                <a:gd name="T6" fmla="*/ 172 w 23"/>
                <a:gd name="T7" fmla="*/ 23 h 14"/>
                <a:gd name="T8" fmla="*/ 369 w 23"/>
                <a:gd name="T9" fmla="*/ 1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6"/>
                  </a:moveTo>
                  <a:cubicBezTo>
                    <a:pt x="23" y="9"/>
                    <a:pt x="19" y="13"/>
                    <a:pt x="13" y="13"/>
                  </a:cubicBezTo>
                  <a:cubicBezTo>
                    <a:pt x="6" y="14"/>
                    <a:pt x="1" y="12"/>
                    <a:pt x="1" y="8"/>
                  </a:cubicBezTo>
                  <a:cubicBezTo>
                    <a:pt x="0" y="5"/>
                    <a:pt x="5" y="1"/>
                    <a:pt x="11" y="1"/>
                  </a:cubicBezTo>
                  <a:cubicBezTo>
                    <a:pt x="17" y="0"/>
                    <a:pt x="23" y="2"/>
                    <a:pt x="23" y="6"/>
                  </a:cubicBezTo>
                  <a:close/>
                </a:path>
              </a:pathLst>
            </a:cu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" name="Freeform 1043">
              <a:extLst>
                <a:ext uri="{FF2B5EF4-FFF2-40B4-BE49-F238E27FC236}">
                  <a16:creationId xmlns:a16="http://schemas.microsoft.com/office/drawing/2014/main" id="{739EFB8E-996E-4DD2-BA40-BC5BA5735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337"/>
              <a:ext cx="30" cy="12"/>
            </a:xfrm>
            <a:custGeom>
              <a:avLst/>
              <a:gdLst>
                <a:gd name="T0" fmla="*/ 175 w 17"/>
                <a:gd name="T1" fmla="*/ 77 h 7"/>
                <a:gd name="T2" fmla="*/ 293 w 17"/>
                <a:gd name="T3" fmla="*/ 45 h 7"/>
                <a:gd name="T4" fmla="*/ 138 w 17"/>
                <a:gd name="T5" fmla="*/ 0 h 7"/>
                <a:gd name="T6" fmla="*/ 0 w 17"/>
                <a:gd name="T7" fmla="*/ 77 h 7"/>
                <a:gd name="T8" fmla="*/ 175 w 17"/>
                <a:gd name="T9" fmla="*/ 7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10" y="5"/>
                  </a:moveTo>
                  <a:cubicBezTo>
                    <a:pt x="14" y="5"/>
                    <a:pt x="17" y="5"/>
                    <a:pt x="17" y="3"/>
                  </a:cubicBezTo>
                  <a:cubicBezTo>
                    <a:pt x="16" y="1"/>
                    <a:pt x="12" y="0"/>
                    <a:pt x="8" y="0"/>
                  </a:cubicBezTo>
                  <a:cubicBezTo>
                    <a:pt x="4" y="1"/>
                    <a:pt x="1" y="3"/>
                    <a:pt x="0" y="5"/>
                  </a:cubicBezTo>
                  <a:cubicBezTo>
                    <a:pt x="1" y="7"/>
                    <a:pt x="6" y="6"/>
                    <a:pt x="10" y="5"/>
                  </a:cubicBezTo>
                  <a:close/>
                </a:path>
              </a:pathLst>
            </a:custGeom>
            <a:solidFill>
              <a:srgbClr val="DD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" name="Freeform 1044">
              <a:extLst>
                <a:ext uri="{FF2B5EF4-FFF2-40B4-BE49-F238E27FC236}">
                  <a16:creationId xmlns:a16="http://schemas.microsoft.com/office/drawing/2014/main" id="{B8CA16A8-4B95-4636-B8A0-97AD143AD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340"/>
              <a:ext cx="20" cy="5"/>
            </a:xfrm>
            <a:custGeom>
              <a:avLst/>
              <a:gdLst>
                <a:gd name="T0" fmla="*/ 0 w 11"/>
                <a:gd name="T1" fmla="*/ 37 h 3"/>
                <a:gd name="T2" fmla="*/ 118 w 11"/>
                <a:gd name="T3" fmla="*/ 22 h 3"/>
                <a:gd name="T4" fmla="*/ 175 w 11"/>
                <a:gd name="T5" fmla="*/ 13 h 3"/>
                <a:gd name="T6" fmla="*/ 215 w 11"/>
                <a:gd name="T7" fmla="*/ 22 h 3"/>
                <a:gd name="T8" fmla="*/ 145 w 11"/>
                <a:gd name="T9" fmla="*/ 0 h 3"/>
                <a:gd name="T10" fmla="*/ 0 w 11"/>
                <a:gd name="T11" fmla="*/ 13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2" y="2"/>
                    <a:pt x="4" y="2"/>
                    <a:pt x="6" y="2"/>
                  </a:cubicBezTo>
                  <a:cubicBezTo>
                    <a:pt x="7" y="2"/>
                    <a:pt x="8" y="2"/>
                    <a:pt x="9" y="1"/>
                  </a:cubicBezTo>
                  <a:cubicBezTo>
                    <a:pt x="10" y="1"/>
                    <a:pt x="11" y="2"/>
                    <a:pt x="11" y="2"/>
                  </a:cubicBezTo>
                  <a:cubicBezTo>
                    <a:pt x="11" y="0"/>
                    <a:pt x="8" y="0"/>
                    <a:pt x="7" y="0"/>
                  </a:cubicBez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solidFill>
              <a:srgbClr val="EE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0" name="Freeform 1045">
              <a:extLst>
                <a:ext uri="{FF2B5EF4-FFF2-40B4-BE49-F238E27FC236}">
                  <a16:creationId xmlns:a16="http://schemas.microsoft.com/office/drawing/2014/main" id="{F688798F-C0A3-4EFD-B374-FF8C05795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3127"/>
              <a:ext cx="26" cy="42"/>
            </a:xfrm>
            <a:custGeom>
              <a:avLst/>
              <a:gdLst>
                <a:gd name="T0" fmla="*/ 147 w 15"/>
                <a:gd name="T1" fmla="*/ 21 h 24"/>
                <a:gd name="T2" fmla="*/ 220 w 15"/>
                <a:gd name="T3" fmla="*/ 215 h 24"/>
                <a:gd name="T4" fmla="*/ 87 w 15"/>
                <a:gd name="T5" fmla="*/ 376 h 24"/>
                <a:gd name="T6" fmla="*/ 16 w 15"/>
                <a:gd name="T7" fmla="*/ 179 h 24"/>
                <a:gd name="T8" fmla="*/ 147 w 15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9" y="1"/>
                  </a:moveTo>
                  <a:cubicBezTo>
                    <a:pt x="13" y="1"/>
                    <a:pt x="15" y="7"/>
                    <a:pt x="14" y="13"/>
                  </a:cubicBezTo>
                  <a:cubicBezTo>
                    <a:pt x="13" y="19"/>
                    <a:pt x="10" y="24"/>
                    <a:pt x="6" y="23"/>
                  </a:cubicBezTo>
                  <a:cubicBezTo>
                    <a:pt x="3" y="23"/>
                    <a:pt x="0" y="17"/>
                    <a:pt x="1" y="11"/>
                  </a:cubicBezTo>
                  <a:cubicBezTo>
                    <a:pt x="2" y="5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1" name="Freeform 1046">
              <a:extLst>
                <a:ext uri="{FF2B5EF4-FFF2-40B4-BE49-F238E27FC236}">
                  <a16:creationId xmlns:a16="http://schemas.microsoft.com/office/drawing/2014/main" id="{60AA7738-56E7-4E04-851D-EEF56D1C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134"/>
              <a:ext cx="14" cy="28"/>
            </a:xfrm>
            <a:custGeom>
              <a:avLst/>
              <a:gdLst>
                <a:gd name="T0" fmla="*/ 102 w 8"/>
                <a:gd name="T1" fmla="*/ 114 h 16"/>
                <a:gd name="T2" fmla="*/ 102 w 8"/>
                <a:gd name="T3" fmla="*/ 0 h 16"/>
                <a:gd name="T4" fmla="*/ 21 w 8"/>
                <a:gd name="T5" fmla="*/ 114 h 16"/>
                <a:gd name="T6" fmla="*/ 49 w 8"/>
                <a:gd name="T7" fmla="*/ 264 h 16"/>
                <a:gd name="T8" fmla="*/ 102 w 8"/>
                <a:gd name="T9" fmla="*/ 11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6" y="7"/>
                  </a:moveTo>
                  <a:cubicBezTo>
                    <a:pt x="7" y="3"/>
                    <a:pt x="8" y="1"/>
                    <a:pt x="6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0" y="11"/>
                    <a:pt x="1" y="15"/>
                    <a:pt x="3" y="16"/>
                  </a:cubicBezTo>
                  <a:cubicBezTo>
                    <a:pt x="6" y="16"/>
                    <a:pt x="6" y="11"/>
                    <a:pt x="6" y="7"/>
                  </a:cubicBezTo>
                  <a:close/>
                </a:path>
              </a:pathLst>
            </a:custGeom>
            <a:solidFill>
              <a:srgbClr val="DD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2" name="Freeform 1047">
              <a:extLst>
                <a:ext uri="{FF2B5EF4-FFF2-40B4-BE49-F238E27FC236}">
                  <a16:creationId xmlns:a16="http://schemas.microsoft.com/office/drawing/2014/main" id="{AFACF7C4-9634-4A95-B50B-6A2EBA4AF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137"/>
              <a:ext cx="7" cy="21"/>
            </a:xfrm>
            <a:custGeom>
              <a:avLst/>
              <a:gdLst>
                <a:gd name="T0" fmla="*/ 37 w 4"/>
                <a:gd name="T1" fmla="*/ 200 h 12"/>
                <a:gd name="T2" fmla="*/ 49 w 4"/>
                <a:gd name="T3" fmla="*/ 86 h 12"/>
                <a:gd name="T4" fmla="*/ 49 w 4"/>
                <a:gd name="T5" fmla="*/ 37 h 12"/>
                <a:gd name="T6" fmla="*/ 65 w 4"/>
                <a:gd name="T7" fmla="*/ 0 h 12"/>
                <a:gd name="T8" fmla="*/ 21 w 4"/>
                <a:gd name="T9" fmla="*/ 65 h 12"/>
                <a:gd name="T10" fmla="*/ 21 w 4"/>
                <a:gd name="T11" fmla="*/ 17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2">
                  <a:moveTo>
                    <a:pt x="2" y="12"/>
                  </a:moveTo>
                  <a:cubicBezTo>
                    <a:pt x="2" y="10"/>
                    <a:pt x="3" y="7"/>
                    <a:pt x="3" y="5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2"/>
                    <a:pt x="4" y="1"/>
                    <a:pt x="4" y="0"/>
                  </a:cubicBezTo>
                  <a:cubicBezTo>
                    <a:pt x="2" y="1"/>
                    <a:pt x="1" y="3"/>
                    <a:pt x="1" y="4"/>
                  </a:cubicBezTo>
                  <a:cubicBezTo>
                    <a:pt x="0" y="6"/>
                    <a:pt x="0" y="9"/>
                    <a:pt x="1" y="11"/>
                  </a:cubicBezTo>
                </a:path>
              </a:pathLst>
            </a:custGeom>
            <a:solidFill>
              <a:srgbClr val="EE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3" name="Freeform 1048">
              <a:extLst>
                <a:ext uri="{FF2B5EF4-FFF2-40B4-BE49-F238E27FC236}">
                  <a16:creationId xmlns:a16="http://schemas.microsoft.com/office/drawing/2014/main" id="{7E3CF62B-CA42-4C37-8DD3-273DDC1CF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144"/>
              <a:ext cx="26" cy="43"/>
            </a:xfrm>
            <a:custGeom>
              <a:avLst/>
              <a:gdLst>
                <a:gd name="T0" fmla="*/ 87 w 15"/>
                <a:gd name="T1" fmla="*/ 23 h 24"/>
                <a:gd name="T2" fmla="*/ 220 w 15"/>
                <a:gd name="T3" fmla="*/ 208 h 24"/>
                <a:gd name="T4" fmla="*/ 151 w 15"/>
                <a:gd name="T5" fmla="*/ 421 h 24"/>
                <a:gd name="T6" fmla="*/ 16 w 15"/>
                <a:gd name="T7" fmla="*/ 235 h 24"/>
                <a:gd name="T8" fmla="*/ 87 w 15"/>
                <a:gd name="T9" fmla="*/ 2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6" y="1"/>
                  </a:moveTo>
                  <a:cubicBezTo>
                    <a:pt x="10" y="0"/>
                    <a:pt x="13" y="5"/>
                    <a:pt x="14" y="11"/>
                  </a:cubicBezTo>
                  <a:cubicBezTo>
                    <a:pt x="15" y="17"/>
                    <a:pt x="13" y="23"/>
                    <a:pt x="10" y="23"/>
                  </a:cubicBezTo>
                  <a:cubicBezTo>
                    <a:pt x="6" y="24"/>
                    <a:pt x="3" y="19"/>
                    <a:pt x="1" y="13"/>
                  </a:cubicBezTo>
                  <a:cubicBezTo>
                    <a:pt x="0" y="7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4" name="Freeform 1049">
              <a:extLst>
                <a:ext uri="{FF2B5EF4-FFF2-40B4-BE49-F238E27FC236}">
                  <a16:creationId xmlns:a16="http://schemas.microsoft.com/office/drawing/2014/main" id="{6EA3AF2F-D031-4A24-9E48-14F5B95BE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151"/>
              <a:ext cx="14" cy="30"/>
            </a:xfrm>
            <a:custGeom>
              <a:avLst/>
              <a:gdLst>
                <a:gd name="T0" fmla="*/ 102 w 8"/>
                <a:gd name="T1" fmla="*/ 115 h 17"/>
                <a:gd name="T2" fmla="*/ 49 w 8"/>
                <a:gd name="T3" fmla="*/ 0 h 17"/>
                <a:gd name="T4" fmla="*/ 21 w 8"/>
                <a:gd name="T5" fmla="*/ 152 h 17"/>
                <a:gd name="T6" fmla="*/ 102 w 8"/>
                <a:gd name="T7" fmla="*/ 293 h 17"/>
                <a:gd name="T8" fmla="*/ 102 w 8"/>
                <a:gd name="T9" fmla="*/ 1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6" y="7"/>
                  </a:moveTo>
                  <a:cubicBezTo>
                    <a:pt x="5" y="3"/>
                    <a:pt x="6" y="0"/>
                    <a:pt x="3" y="0"/>
                  </a:cubicBezTo>
                  <a:cubicBezTo>
                    <a:pt x="1" y="1"/>
                    <a:pt x="0" y="5"/>
                    <a:pt x="1" y="9"/>
                  </a:cubicBezTo>
                  <a:cubicBezTo>
                    <a:pt x="2" y="13"/>
                    <a:pt x="4" y="16"/>
                    <a:pt x="6" y="17"/>
                  </a:cubicBezTo>
                  <a:cubicBezTo>
                    <a:pt x="8" y="15"/>
                    <a:pt x="7" y="11"/>
                    <a:pt x="6" y="7"/>
                  </a:cubicBezTo>
                  <a:close/>
                </a:path>
              </a:pathLst>
            </a:custGeom>
            <a:solidFill>
              <a:srgbClr val="DD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1050">
              <a:extLst>
                <a:ext uri="{FF2B5EF4-FFF2-40B4-BE49-F238E27FC236}">
                  <a16:creationId xmlns:a16="http://schemas.microsoft.com/office/drawing/2014/main" id="{93094AE9-FB8F-46A1-9E74-E6C41B0B8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3157"/>
              <a:ext cx="7" cy="19"/>
            </a:xfrm>
            <a:custGeom>
              <a:avLst/>
              <a:gdLst>
                <a:gd name="T0" fmla="*/ 65 w 4"/>
                <a:gd name="T1" fmla="*/ 169 h 11"/>
                <a:gd name="T2" fmla="*/ 49 w 4"/>
                <a:gd name="T3" fmla="*/ 83 h 11"/>
                <a:gd name="T4" fmla="*/ 37 w 4"/>
                <a:gd name="T5" fmla="*/ 28 h 11"/>
                <a:gd name="T6" fmla="*/ 37 w 4"/>
                <a:gd name="T7" fmla="*/ 0 h 11"/>
                <a:gd name="T8" fmla="*/ 21 w 4"/>
                <a:gd name="T9" fmla="*/ 62 h 11"/>
                <a:gd name="T10" fmla="*/ 37 w 4"/>
                <a:gd name="T11" fmla="*/ 169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1">
                  <a:moveTo>
                    <a:pt x="4" y="11"/>
                  </a:moveTo>
                  <a:cubicBezTo>
                    <a:pt x="3" y="9"/>
                    <a:pt x="3" y="7"/>
                    <a:pt x="3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3"/>
                    <a:pt x="1" y="4"/>
                  </a:cubicBezTo>
                  <a:cubicBezTo>
                    <a:pt x="0" y="6"/>
                    <a:pt x="1" y="9"/>
                    <a:pt x="2" y="11"/>
                  </a:cubicBezTo>
                </a:path>
              </a:pathLst>
            </a:custGeom>
            <a:solidFill>
              <a:srgbClr val="EE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1051">
              <a:extLst>
                <a:ext uri="{FF2B5EF4-FFF2-40B4-BE49-F238E27FC236}">
                  <a16:creationId xmlns:a16="http://schemas.microsoft.com/office/drawing/2014/main" id="{C7B949C7-4C8E-4E67-8FE5-3D5330B1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3252"/>
              <a:ext cx="42" cy="30"/>
            </a:xfrm>
            <a:custGeom>
              <a:avLst/>
              <a:gdLst>
                <a:gd name="T0" fmla="*/ 364 w 24"/>
                <a:gd name="T1" fmla="*/ 224 h 17"/>
                <a:gd name="T2" fmla="*/ 151 w 24"/>
                <a:gd name="T3" fmla="*/ 244 h 17"/>
                <a:gd name="T4" fmla="*/ 37 w 24"/>
                <a:gd name="T5" fmla="*/ 65 h 17"/>
                <a:gd name="T6" fmla="*/ 249 w 24"/>
                <a:gd name="T7" fmla="*/ 49 h 17"/>
                <a:gd name="T8" fmla="*/ 364 w 24"/>
                <a:gd name="T9" fmla="*/ 22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7">
                  <a:moveTo>
                    <a:pt x="22" y="13"/>
                  </a:moveTo>
                  <a:cubicBezTo>
                    <a:pt x="21" y="16"/>
                    <a:pt x="15" y="17"/>
                    <a:pt x="9" y="14"/>
                  </a:cubicBezTo>
                  <a:cubicBezTo>
                    <a:pt x="4" y="12"/>
                    <a:pt x="0" y="7"/>
                    <a:pt x="2" y="4"/>
                  </a:cubicBezTo>
                  <a:cubicBezTo>
                    <a:pt x="3" y="1"/>
                    <a:pt x="9" y="0"/>
                    <a:pt x="15" y="3"/>
                  </a:cubicBezTo>
                  <a:cubicBezTo>
                    <a:pt x="20" y="5"/>
                    <a:pt x="24" y="10"/>
                    <a:pt x="22" y="13"/>
                  </a:cubicBezTo>
                  <a:close/>
                </a:path>
              </a:pathLst>
            </a:cu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7" name="Freeform 1052">
              <a:extLst>
                <a:ext uri="{FF2B5EF4-FFF2-40B4-BE49-F238E27FC236}">
                  <a16:creationId xmlns:a16="http://schemas.microsoft.com/office/drawing/2014/main" id="{A928054B-63E8-4A59-8E4B-C9CF82A77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255"/>
              <a:ext cx="27" cy="20"/>
            </a:xfrm>
            <a:custGeom>
              <a:avLst/>
              <a:gdLst>
                <a:gd name="T0" fmla="*/ 146 w 15"/>
                <a:gd name="T1" fmla="*/ 145 h 11"/>
                <a:gd name="T2" fmla="*/ 284 w 15"/>
                <a:gd name="T3" fmla="*/ 175 h 11"/>
                <a:gd name="T4" fmla="*/ 169 w 15"/>
                <a:gd name="T5" fmla="*/ 44 h 11"/>
                <a:gd name="T6" fmla="*/ 0 w 15"/>
                <a:gd name="T7" fmla="*/ 44 h 11"/>
                <a:gd name="T8" fmla="*/ 146 w 15"/>
                <a:gd name="T9" fmla="*/ 14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8" y="7"/>
                  </a:moveTo>
                  <a:cubicBezTo>
                    <a:pt x="12" y="9"/>
                    <a:pt x="14" y="11"/>
                    <a:pt x="15" y="9"/>
                  </a:cubicBezTo>
                  <a:cubicBezTo>
                    <a:pt x="15" y="7"/>
                    <a:pt x="13" y="4"/>
                    <a:pt x="9" y="2"/>
                  </a:cubicBezTo>
                  <a:cubicBezTo>
                    <a:pt x="5" y="0"/>
                    <a:pt x="1" y="0"/>
                    <a:pt x="0" y="2"/>
                  </a:cubicBezTo>
                  <a:cubicBezTo>
                    <a:pt x="0" y="4"/>
                    <a:pt x="4" y="6"/>
                    <a:pt x="8" y="7"/>
                  </a:cubicBezTo>
                  <a:close/>
                </a:path>
              </a:pathLst>
            </a:custGeom>
            <a:solidFill>
              <a:srgbClr val="DD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8" name="Freeform 1053">
              <a:extLst>
                <a:ext uri="{FF2B5EF4-FFF2-40B4-BE49-F238E27FC236}">
                  <a16:creationId xmlns:a16="http://schemas.microsoft.com/office/drawing/2014/main" id="{6F126634-802F-4E52-A1F4-719EA82D0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259"/>
              <a:ext cx="20" cy="11"/>
            </a:xfrm>
            <a:custGeom>
              <a:avLst/>
              <a:gdLst>
                <a:gd name="T0" fmla="*/ 0 w 11"/>
                <a:gd name="T1" fmla="*/ 24 h 6"/>
                <a:gd name="T2" fmla="*/ 118 w 11"/>
                <a:gd name="T3" fmla="*/ 81 h 6"/>
                <a:gd name="T4" fmla="*/ 175 w 11"/>
                <a:gd name="T5" fmla="*/ 105 h 6"/>
                <a:gd name="T6" fmla="*/ 215 w 11"/>
                <a:gd name="T7" fmla="*/ 125 h 6"/>
                <a:gd name="T8" fmla="*/ 162 w 11"/>
                <a:gd name="T9" fmla="*/ 44 h 6"/>
                <a:gd name="T10" fmla="*/ 24 w 11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2" y="2"/>
                    <a:pt x="4" y="3"/>
                    <a:pt x="6" y="4"/>
                  </a:cubicBezTo>
                  <a:cubicBezTo>
                    <a:pt x="7" y="4"/>
                    <a:pt x="8" y="4"/>
                    <a:pt x="9" y="5"/>
                  </a:cubicBezTo>
                  <a:cubicBezTo>
                    <a:pt x="9" y="5"/>
                    <a:pt x="10" y="6"/>
                    <a:pt x="11" y="6"/>
                  </a:cubicBezTo>
                  <a:cubicBezTo>
                    <a:pt x="11" y="4"/>
                    <a:pt x="9" y="3"/>
                    <a:pt x="8" y="2"/>
                  </a:cubicBezTo>
                  <a:cubicBezTo>
                    <a:pt x="6" y="1"/>
                    <a:pt x="3" y="0"/>
                    <a:pt x="1" y="0"/>
                  </a:cubicBezTo>
                </a:path>
              </a:pathLst>
            </a:custGeom>
            <a:solidFill>
              <a:srgbClr val="EE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9" name="Oval 1054">
              <a:extLst>
                <a:ext uri="{FF2B5EF4-FFF2-40B4-BE49-F238E27FC236}">
                  <a16:creationId xmlns:a16="http://schemas.microsoft.com/office/drawing/2014/main" id="{BBBDE7FE-FED8-4CDC-A05B-3E3D21074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363"/>
              <a:ext cx="39" cy="23"/>
            </a:xfrm>
            <a:prstGeom prst="ellipse">
              <a:avLst/>
            </a:pr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30" name="Freeform 1055">
              <a:extLst>
                <a:ext uri="{FF2B5EF4-FFF2-40B4-BE49-F238E27FC236}">
                  <a16:creationId xmlns:a16="http://schemas.microsoft.com/office/drawing/2014/main" id="{85C5B986-3FE1-4803-BB9F-5B43B9055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367"/>
              <a:ext cx="30" cy="10"/>
            </a:xfrm>
            <a:custGeom>
              <a:avLst/>
              <a:gdLst>
                <a:gd name="T0" fmla="*/ 152 w 17"/>
                <a:gd name="T1" fmla="*/ 62 h 6"/>
                <a:gd name="T2" fmla="*/ 293 w 17"/>
                <a:gd name="T3" fmla="*/ 55 h 6"/>
                <a:gd name="T4" fmla="*/ 138 w 17"/>
                <a:gd name="T5" fmla="*/ 0 h 6"/>
                <a:gd name="T6" fmla="*/ 0 w 17"/>
                <a:gd name="T7" fmla="*/ 55 h 6"/>
                <a:gd name="T8" fmla="*/ 152 w 17"/>
                <a:gd name="T9" fmla="*/ 6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">
                  <a:moveTo>
                    <a:pt x="9" y="5"/>
                  </a:moveTo>
                  <a:cubicBezTo>
                    <a:pt x="13" y="5"/>
                    <a:pt x="16" y="6"/>
                    <a:pt x="17" y="4"/>
                  </a:cubicBezTo>
                  <a:cubicBezTo>
                    <a:pt x="16" y="1"/>
                    <a:pt x="12" y="0"/>
                    <a:pt x="8" y="0"/>
                  </a:cubicBezTo>
                  <a:cubicBezTo>
                    <a:pt x="4" y="0"/>
                    <a:pt x="1" y="2"/>
                    <a:pt x="0" y="4"/>
                  </a:cubicBezTo>
                  <a:cubicBezTo>
                    <a:pt x="1" y="6"/>
                    <a:pt x="5" y="5"/>
                    <a:pt x="9" y="5"/>
                  </a:cubicBezTo>
                  <a:close/>
                </a:path>
              </a:pathLst>
            </a:custGeom>
            <a:solidFill>
              <a:srgbClr val="DD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1" name="Freeform 1056">
              <a:extLst>
                <a:ext uri="{FF2B5EF4-FFF2-40B4-BE49-F238E27FC236}">
                  <a16:creationId xmlns:a16="http://schemas.microsoft.com/office/drawing/2014/main" id="{D46F0E1E-2A55-4E62-A406-F0BCA99A7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3368"/>
              <a:ext cx="21" cy="6"/>
            </a:xfrm>
            <a:custGeom>
              <a:avLst/>
              <a:gdLst>
                <a:gd name="T0" fmla="*/ 0 w 12"/>
                <a:gd name="T1" fmla="*/ 96 h 3"/>
                <a:gd name="T2" fmla="*/ 114 w 12"/>
                <a:gd name="T3" fmla="*/ 96 h 3"/>
                <a:gd name="T4" fmla="*/ 172 w 12"/>
                <a:gd name="T5" fmla="*/ 96 h 3"/>
                <a:gd name="T6" fmla="*/ 200 w 12"/>
                <a:gd name="T7" fmla="*/ 96 h 3"/>
                <a:gd name="T8" fmla="*/ 135 w 12"/>
                <a:gd name="T9" fmla="*/ 32 h 3"/>
                <a:gd name="T10" fmla="*/ 21 w 12"/>
                <a:gd name="T11" fmla="*/ 64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2" y="3"/>
                    <a:pt x="5" y="3"/>
                    <a:pt x="7" y="3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1" y="2"/>
                    <a:pt x="9" y="1"/>
                    <a:pt x="8" y="1"/>
                  </a:cubicBezTo>
                  <a:cubicBezTo>
                    <a:pt x="5" y="0"/>
                    <a:pt x="3" y="0"/>
                    <a:pt x="1" y="2"/>
                  </a:cubicBezTo>
                </a:path>
              </a:pathLst>
            </a:custGeom>
            <a:solidFill>
              <a:srgbClr val="EE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2" name="Freeform 1057">
              <a:extLst>
                <a:ext uri="{FF2B5EF4-FFF2-40B4-BE49-F238E27FC236}">
                  <a16:creationId xmlns:a16="http://schemas.microsoft.com/office/drawing/2014/main" id="{8E79B37F-BE83-4995-A4A2-B30322E37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127"/>
              <a:ext cx="99" cy="86"/>
            </a:xfrm>
            <a:custGeom>
              <a:avLst/>
              <a:gdLst>
                <a:gd name="T0" fmla="*/ 0 w 56"/>
                <a:gd name="T1" fmla="*/ 816 h 49"/>
                <a:gd name="T2" fmla="*/ 225 w 56"/>
                <a:gd name="T3" fmla="*/ 616 h 49"/>
                <a:gd name="T4" fmla="*/ 410 w 56"/>
                <a:gd name="T5" fmla="*/ 437 h 49"/>
                <a:gd name="T6" fmla="*/ 468 w 56"/>
                <a:gd name="T7" fmla="*/ 216 h 49"/>
                <a:gd name="T8" fmla="*/ 534 w 56"/>
                <a:gd name="T9" fmla="*/ 86 h 49"/>
                <a:gd name="T10" fmla="*/ 606 w 56"/>
                <a:gd name="T11" fmla="*/ 86 h 49"/>
                <a:gd name="T12" fmla="*/ 635 w 56"/>
                <a:gd name="T13" fmla="*/ 37 h 49"/>
                <a:gd name="T14" fmla="*/ 725 w 56"/>
                <a:gd name="T15" fmla="*/ 49 h 49"/>
                <a:gd name="T16" fmla="*/ 790 w 56"/>
                <a:gd name="T17" fmla="*/ 0 h 49"/>
                <a:gd name="T18" fmla="*/ 850 w 56"/>
                <a:gd name="T19" fmla="*/ 151 h 49"/>
                <a:gd name="T20" fmla="*/ 965 w 56"/>
                <a:gd name="T21" fmla="*/ 330 h 49"/>
                <a:gd name="T22" fmla="*/ 741 w 56"/>
                <a:gd name="T23" fmla="*/ 200 h 49"/>
                <a:gd name="T24" fmla="*/ 559 w 56"/>
                <a:gd name="T25" fmla="*/ 444 h 49"/>
                <a:gd name="T26" fmla="*/ 468 w 56"/>
                <a:gd name="T27" fmla="*/ 530 h 49"/>
                <a:gd name="T28" fmla="*/ 382 w 56"/>
                <a:gd name="T29" fmla="*/ 600 h 49"/>
                <a:gd name="T30" fmla="*/ 276 w 56"/>
                <a:gd name="T31" fmla="*/ 637 h 49"/>
                <a:gd name="T32" fmla="*/ 156 w 56"/>
                <a:gd name="T33" fmla="*/ 702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49">
                  <a:moveTo>
                    <a:pt x="0" y="49"/>
                  </a:moveTo>
                  <a:cubicBezTo>
                    <a:pt x="1" y="43"/>
                    <a:pt x="8" y="40"/>
                    <a:pt x="13" y="37"/>
                  </a:cubicBezTo>
                  <a:cubicBezTo>
                    <a:pt x="17" y="34"/>
                    <a:pt x="22" y="30"/>
                    <a:pt x="24" y="26"/>
                  </a:cubicBezTo>
                  <a:cubicBezTo>
                    <a:pt x="26" y="22"/>
                    <a:pt x="26" y="17"/>
                    <a:pt x="27" y="13"/>
                  </a:cubicBezTo>
                  <a:cubicBezTo>
                    <a:pt x="27" y="8"/>
                    <a:pt x="25" y="6"/>
                    <a:pt x="31" y="5"/>
                  </a:cubicBezTo>
                  <a:cubicBezTo>
                    <a:pt x="32" y="5"/>
                    <a:pt x="33" y="6"/>
                    <a:pt x="35" y="5"/>
                  </a:cubicBezTo>
                  <a:cubicBezTo>
                    <a:pt x="36" y="3"/>
                    <a:pt x="35" y="3"/>
                    <a:pt x="37" y="2"/>
                  </a:cubicBezTo>
                  <a:cubicBezTo>
                    <a:pt x="38" y="1"/>
                    <a:pt x="40" y="3"/>
                    <a:pt x="42" y="3"/>
                  </a:cubicBezTo>
                  <a:cubicBezTo>
                    <a:pt x="43" y="2"/>
                    <a:pt x="45" y="0"/>
                    <a:pt x="46" y="0"/>
                  </a:cubicBezTo>
                  <a:cubicBezTo>
                    <a:pt x="51" y="0"/>
                    <a:pt x="48" y="6"/>
                    <a:pt x="49" y="9"/>
                  </a:cubicBezTo>
                  <a:cubicBezTo>
                    <a:pt x="51" y="13"/>
                    <a:pt x="55" y="16"/>
                    <a:pt x="56" y="20"/>
                  </a:cubicBezTo>
                  <a:cubicBezTo>
                    <a:pt x="48" y="23"/>
                    <a:pt x="49" y="10"/>
                    <a:pt x="43" y="12"/>
                  </a:cubicBezTo>
                  <a:cubicBezTo>
                    <a:pt x="37" y="14"/>
                    <a:pt x="35" y="22"/>
                    <a:pt x="32" y="27"/>
                  </a:cubicBezTo>
                  <a:cubicBezTo>
                    <a:pt x="31" y="29"/>
                    <a:pt x="29" y="31"/>
                    <a:pt x="27" y="32"/>
                  </a:cubicBezTo>
                  <a:cubicBezTo>
                    <a:pt x="25" y="33"/>
                    <a:pt x="24" y="35"/>
                    <a:pt x="22" y="36"/>
                  </a:cubicBezTo>
                  <a:cubicBezTo>
                    <a:pt x="20" y="37"/>
                    <a:pt x="18" y="37"/>
                    <a:pt x="16" y="38"/>
                  </a:cubicBezTo>
                  <a:cubicBezTo>
                    <a:pt x="14" y="39"/>
                    <a:pt x="12" y="42"/>
                    <a:pt x="9" y="42"/>
                  </a:cubicBezTo>
                </a:path>
              </a:pathLst>
            </a:custGeom>
            <a:solidFill>
              <a:srgbClr val="BB9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Freeform 1058">
              <a:extLst>
                <a:ext uri="{FF2B5EF4-FFF2-40B4-BE49-F238E27FC236}">
                  <a16:creationId xmlns:a16="http://schemas.microsoft.com/office/drawing/2014/main" id="{39A7915F-11E8-4805-BC0B-F89D5B4BF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134"/>
              <a:ext cx="39" cy="46"/>
            </a:xfrm>
            <a:custGeom>
              <a:avLst/>
              <a:gdLst>
                <a:gd name="T0" fmla="*/ 0 w 22"/>
                <a:gd name="T1" fmla="*/ 448 h 26"/>
                <a:gd name="T2" fmla="*/ 117 w 22"/>
                <a:gd name="T3" fmla="*/ 276 h 26"/>
                <a:gd name="T4" fmla="*/ 138 w 22"/>
                <a:gd name="T5" fmla="*/ 106 h 26"/>
                <a:gd name="T6" fmla="*/ 268 w 22"/>
                <a:gd name="T7" fmla="*/ 65 h 26"/>
                <a:gd name="T8" fmla="*/ 383 w 22"/>
                <a:gd name="T9" fmla="*/ 65 h 26"/>
                <a:gd name="T10" fmla="*/ 207 w 22"/>
                <a:gd name="T11" fmla="*/ 138 h 26"/>
                <a:gd name="T12" fmla="*/ 179 w 22"/>
                <a:gd name="T13" fmla="*/ 244 h 26"/>
                <a:gd name="T14" fmla="*/ 66 w 22"/>
                <a:gd name="T15" fmla="*/ 41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26">
                  <a:moveTo>
                    <a:pt x="0" y="26"/>
                  </a:moveTo>
                  <a:cubicBezTo>
                    <a:pt x="4" y="24"/>
                    <a:pt x="6" y="20"/>
                    <a:pt x="7" y="16"/>
                  </a:cubicBezTo>
                  <a:cubicBezTo>
                    <a:pt x="8" y="13"/>
                    <a:pt x="7" y="9"/>
                    <a:pt x="8" y="6"/>
                  </a:cubicBezTo>
                  <a:cubicBezTo>
                    <a:pt x="10" y="4"/>
                    <a:pt x="12" y="5"/>
                    <a:pt x="15" y="4"/>
                  </a:cubicBezTo>
                  <a:cubicBezTo>
                    <a:pt x="17" y="3"/>
                    <a:pt x="22" y="0"/>
                    <a:pt x="22" y="4"/>
                  </a:cubicBezTo>
                  <a:cubicBezTo>
                    <a:pt x="19" y="4"/>
                    <a:pt x="15" y="5"/>
                    <a:pt x="12" y="8"/>
                  </a:cubicBezTo>
                  <a:cubicBezTo>
                    <a:pt x="11" y="10"/>
                    <a:pt x="11" y="12"/>
                    <a:pt x="10" y="14"/>
                  </a:cubicBezTo>
                  <a:cubicBezTo>
                    <a:pt x="9" y="17"/>
                    <a:pt x="6" y="21"/>
                    <a:pt x="4" y="24"/>
                  </a:cubicBezTo>
                </a:path>
              </a:pathLst>
            </a:custGeom>
            <a:solidFill>
              <a:srgbClr val="D9C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Freeform 1059">
              <a:extLst>
                <a:ext uri="{FF2B5EF4-FFF2-40B4-BE49-F238E27FC236}">
                  <a16:creationId xmlns:a16="http://schemas.microsoft.com/office/drawing/2014/main" id="{F619AD18-E718-4001-8EF1-088F3B43F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144"/>
              <a:ext cx="11" cy="13"/>
            </a:xfrm>
            <a:custGeom>
              <a:avLst/>
              <a:gdLst>
                <a:gd name="T0" fmla="*/ 125 w 6"/>
                <a:gd name="T1" fmla="*/ 0 h 7"/>
                <a:gd name="T2" fmla="*/ 44 w 6"/>
                <a:gd name="T3" fmla="*/ 156 h 7"/>
                <a:gd name="T4" fmla="*/ 125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3" y="0"/>
                    <a:pt x="0" y="5"/>
                    <a:pt x="2" y="7"/>
                  </a:cubicBezTo>
                  <a:cubicBezTo>
                    <a:pt x="2" y="4"/>
                    <a:pt x="3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Freeform 1060">
              <a:extLst>
                <a:ext uri="{FF2B5EF4-FFF2-40B4-BE49-F238E27FC236}">
                  <a16:creationId xmlns:a16="http://schemas.microsoft.com/office/drawing/2014/main" id="{005029DB-C88B-4F24-B662-DA7AFEEDB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3222"/>
              <a:ext cx="40" cy="37"/>
            </a:xfrm>
            <a:custGeom>
              <a:avLst/>
              <a:gdLst>
                <a:gd name="T0" fmla="*/ 0 w 23"/>
                <a:gd name="T1" fmla="*/ 0 h 21"/>
                <a:gd name="T2" fmla="*/ 127 w 23"/>
                <a:gd name="T3" fmla="*/ 224 h 21"/>
                <a:gd name="T4" fmla="*/ 369 w 23"/>
                <a:gd name="T5" fmla="*/ 115 h 21"/>
                <a:gd name="T6" fmla="*/ 221 w 23"/>
                <a:gd name="T7" fmla="*/ 174 h 21"/>
                <a:gd name="T8" fmla="*/ 90 w 23"/>
                <a:gd name="T9" fmla="*/ 10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4" y="4"/>
                    <a:pt x="5" y="9"/>
                    <a:pt x="8" y="13"/>
                  </a:cubicBezTo>
                  <a:cubicBezTo>
                    <a:pt x="13" y="21"/>
                    <a:pt x="18" y="10"/>
                    <a:pt x="23" y="7"/>
                  </a:cubicBezTo>
                  <a:cubicBezTo>
                    <a:pt x="20" y="7"/>
                    <a:pt x="17" y="10"/>
                    <a:pt x="14" y="10"/>
                  </a:cubicBezTo>
                  <a:cubicBezTo>
                    <a:pt x="11" y="10"/>
                    <a:pt x="9" y="7"/>
                    <a:pt x="6" y="6"/>
                  </a:cubicBezTo>
                </a:path>
              </a:pathLst>
            </a:custGeom>
            <a:solidFill>
              <a:srgbClr val="5F4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6" name="Freeform 1061">
              <a:extLst>
                <a:ext uri="{FF2B5EF4-FFF2-40B4-BE49-F238E27FC236}">
                  <a16:creationId xmlns:a16="http://schemas.microsoft.com/office/drawing/2014/main" id="{0999399F-6CAD-4430-8668-119B278AE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58"/>
              <a:ext cx="30" cy="17"/>
            </a:xfrm>
            <a:custGeom>
              <a:avLst/>
              <a:gdLst>
                <a:gd name="T0" fmla="*/ 21 w 17"/>
                <a:gd name="T1" fmla="*/ 15 h 10"/>
                <a:gd name="T2" fmla="*/ 21 w 17"/>
                <a:gd name="T3" fmla="*/ 83 h 10"/>
                <a:gd name="T4" fmla="*/ 65 w 17"/>
                <a:gd name="T5" fmla="*/ 119 h 10"/>
                <a:gd name="T6" fmla="*/ 293 w 17"/>
                <a:gd name="T7" fmla="*/ 83 h 10"/>
                <a:gd name="T8" fmla="*/ 37 w 1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1" y="1"/>
                  </a:moveTo>
                  <a:cubicBezTo>
                    <a:pt x="1" y="3"/>
                    <a:pt x="0" y="5"/>
                    <a:pt x="1" y="6"/>
                  </a:cubicBezTo>
                  <a:cubicBezTo>
                    <a:pt x="2" y="10"/>
                    <a:pt x="2" y="9"/>
                    <a:pt x="4" y="8"/>
                  </a:cubicBezTo>
                  <a:cubicBezTo>
                    <a:pt x="9" y="8"/>
                    <a:pt x="12" y="6"/>
                    <a:pt x="17" y="6"/>
                  </a:cubicBezTo>
                  <a:cubicBezTo>
                    <a:pt x="12" y="6"/>
                    <a:pt x="2" y="7"/>
                    <a:pt x="2" y="0"/>
                  </a:cubicBezTo>
                </a:path>
              </a:pathLst>
            </a:custGeom>
            <a:solidFill>
              <a:srgbClr val="5F4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Freeform 1062">
              <a:extLst>
                <a:ext uri="{FF2B5EF4-FFF2-40B4-BE49-F238E27FC236}">
                  <a16:creationId xmlns:a16="http://schemas.microsoft.com/office/drawing/2014/main" id="{C0BD2CF7-CB40-41F6-A020-DB48F834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377"/>
              <a:ext cx="36" cy="32"/>
            </a:xfrm>
            <a:custGeom>
              <a:avLst/>
              <a:gdLst>
                <a:gd name="T0" fmla="*/ 0 w 20"/>
                <a:gd name="T1" fmla="*/ 247 h 18"/>
                <a:gd name="T2" fmla="*/ 380 w 20"/>
                <a:gd name="T3" fmla="*/ 117 h 18"/>
                <a:gd name="T4" fmla="*/ 337 w 20"/>
                <a:gd name="T5" fmla="*/ 0 h 18"/>
                <a:gd name="T6" fmla="*/ 41 w 20"/>
                <a:gd name="T7" fmla="*/ 24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0" y="14"/>
                  </a:moveTo>
                  <a:cubicBezTo>
                    <a:pt x="8" y="18"/>
                    <a:pt x="13" y="10"/>
                    <a:pt x="20" y="7"/>
                  </a:cubicBezTo>
                  <a:cubicBezTo>
                    <a:pt x="20" y="5"/>
                    <a:pt x="19" y="2"/>
                    <a:pt x="18" y="0"/>
                  </a:cubicBezTo>
                  <a:cubicBezTo>
                    <a:pt x="19" y="6"/>
                    <a:pt x="8" y="14"/>
                    <a:pt x="2" y="14"/>
                  </a:cubicBezTo>
                </a:path>
              </a:pathLst>
            </a:custGeom>
            <a:solidFill>
              <a:srgbClr val="5F4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Freeform 1063">
              <a:extLst>
                <a:ext uri="{FF2B5EF4-FFF2-40B4-BE49-F238E27FC236}">
                  <a16:creationId xmlns:a16="http://schemas.microsoft.com/office/drawing/2014/main" id="{A5BD1719-42EB-48B0-9A7A-E90275571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268"/>
              <a:ext cx="32" cy="33"/>
            </a:xfrm>
            <a:custGeom>
              <a:avLst/>
              <a:gdLst>
                <a:gd name="T0" fmla="*/ 0 w 18"/>
                <a:gd name="T1" fmla="*/ 283 h 19"/>
                <a:gd name="T2" fmla="*/ 297 w 18"/>
                <a:gd name="T3" fmla="*/ 257 h 19"/>
                <a:gd name="T4" fmla="*/ 297 w 18"/>
                <a:gd name="T5" fmla="*/ 127 h 19"/>
                <a:gd name="T6" fmla="*/ 320 w 18"/>
                <a:gd name="T7" fmla="*/ 0 h 19"/>
                <a:gd name="T8" fmla="*/ 50 w 18"/>
                <a:gd name="T9" fmla="*/ 28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18"/>
                  </a:moveTo>
                  <a:cubicBezTo>
                    <a:pt x="3" y="19"/>
                    <a:pt x="15" y="19"/>
                    <a:pt x="17" y="16"/>
                  </a:cubicBezTo>
                  <a:cubicBezTo>
                    <a:pt x="18" y="15"/>
                    <a:pt x="17" y="10"/>
                    <a:pt x="17" y="8"/>
                  </a:cubicBezTo>
                  <a:cubicBezTo>
                    <a:pt x="18" y="5"/>
                    <a:pt x="18" y="2"/>
                    <a:pt x="18" y="0"/>
                  </a:cubicBezTo>
                  <a:cubicBezTo>
                    <a:pt x="14" y="8"/>
                    <a:pt x="15" y="17"/>
                    <a:pt x="3" y="18"/>
                  </a:cubicBezTo>
                </a:path>
              </a:pathLst>
            </a:custGeom>
            <a:solidFill>
              <a:srgbClr val="5F4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Freeform 1064">
              <a:extLst>
                <a:ext uri="{FF2B5EF4-FFF2-40B4-BE49-F238E27FC236}">
                  <a16:creationId xmlns:a16="http://schemas.microsoft.com/office/drawing/2014/main" id="{B2083F08-0F4A-421F-896E-A376024AF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158"/>
              <a:ext cx="24" cy="34"/>
            </a:xfrm>
            <a:custGeom>
              <a:avLst/>
              <a:gdLst>
                <a:gd name="T0" fmla="*/ 0 w 14"/>
                <a:gd name="T1" fmla="*/ 349 h 19"/>
                <a:gd name="T2" fmla="*/ 168 w 14"/>
                <a:gd name="T3" fmla="*/ 234 h 19"/>
                <a:gd name="T4" fmla="*/ 120 w 14"/>
                <a:gd name="T5" fmla="*/ 0 h 19"/>
                <a:gd name="T6" fmla="*/ 86 w 14"/>
                <a:gd name="T7" fmla="*/ 23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0" y="19"/>
                  </a:moveTo>
                  <a:cubicBezTo>
                    <a:pt x="3" y="17"/>
                    <a:pt x="9" y="16"/>
                    <a:pt x="11" y="13"/>
                  </a:cubicBezTo>
                  <a:cubicBezTo>
                    <a:pt x="14" y="9"/>
                    <a:pt x="9" y="4"/>
                    <a:pt x="8" y="0"/>
                  </a:cubicBezTo>
                  <a:cubicBezTo>
                    <a:pt x="7" y="5"/>
                    <a:pt x="11" y="9"/>
                    <a:pt x="6" y="13"/>
                  </a:cubicBezTo>
                </a:path>
              </a:pathLst>
            </a:custGeom>
            <a:solidFill>
              <a:srgbClr val="5F4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0" name="Freeform 1065">
              <a:extLst>
                <a:ext uri="{FF2B5EF4-FFF2-40B4-BE49-F238E27FC236}">
                  <a16:creationId xmlns:a16="http://schemas.microsoft.com/office/drawing/2014/main" id="{4A6E05FB-F9E7-49F2-8574-4B677421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155"/>
              <a:ext cx="21" cy="26"/>
            </a:xfrm>
            <a:custGeom>
              <a:avLst/>
              <a:gdLst>
                <a:gd name="T0" fmla="*/ 0 w 12"/>
                <a:gd name="T1" fmla="*/ 220 h 15"/>
                <a:gd name="T2" fmla="*/ 135 w 12"/>
                <a:gd name="T3" fmla="*/ 220 h 15"/>
                <a:gd name="T4" fmla="*/ 179 w 12"/>
                <a:gd name="T5" fmla="*/ 0 h 15"/>
                <a:gd name="T6" fmla="*/ 86 w 12"/>
                <a:gd name="T7" fmla="*/ 1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0" y="14"/>
                  </a:moveTo>
                  <a:cubicBezTo>
                    <a:pt x="3" y="14"/>
                    <a:pt x="6" y="15"/>
                    <a:pt x="8" y="14"/>
                  </a:cubicBezTo>
                  <a:cubicBezTo>
                    <a:pt x="12" y="11"/>
                    <a:pt x="10" y="3"/>
                    <a:pt x="11" y="0"/>
                  </a:cubicBezTo>
                  <a:cubicBezTo>
                    <a:pt x="10" y="4"/>
                    <a:pt x="10" y="11"/>
                    <a:pt x="5" y="12"/>
                  </a:cubicBezTo>
                </a:path>
              </a:pathLst>
            </a:custGeom>
            <a:solidFill>
              <a:srgbClr val="5F4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Freeform 1066">
              <a:extLst>
                <a:ext uri="{FF2B5EF4-FFF2-40B4-BE49-F238E27FC236}">
                  <a16:creationId xmlns:a16="http://schemas.microsoft.com/office/drawing/2014/main" id="{BE3B1794-04E0-4D7D-92F9-6C4081A0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305"/>
              <a:ext cx="90" cy="33"/>
            </a:xfrm>
            <a:custGeom>
              <a:avLst/>
              <a:gdLst>
                <a:gd name="T0" fmla="*/ 0 w 51"/>
                <a:gd name="T1" fmla="*/ 299 h 19"/>
                <a:gd name="T2" fmla="*/ 115 w 51"/>
                <a:gd name="T3" fmla="*/ 127 h 19"/>
                <a:gd name="T4" fmla="*/ 358 w 51"/>
                <a:gd name="T5" fmla="*/ 148 h 19"/>
                <a:gd name="T6" fmla="*/ 582 w 51"/>
                <a:gd name="T7" fmla="*/ 109 h 19"/>
                <a:gd name="T8" fmla="*/ 875 w 51"/>
                <a:gd name="T9" fmla="*/ 16 h 19"/>
                <a:gd name="T10" fmla="*/ 669 w 51"/>
                <a:gd name="T11" fmla="*/ 109 h 19"/>
                <a:gd name="T12" fmla="*/ 533 w 51"/>
                <a:gd name="T13" fmla="*/ 208 h 19"/>
                <a:gd name="T14" fmla="*/ 37 w 51"/>
                <a:gd name="T15" fmla="*/ 271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9">
                  <a:moveTo>
                    <a:pt x="0" y="19"/>
                  </a:moveTo>
                  <a:cubicBezTo>
                    <a:pt x="0" y="13"/>
                    <a:pt x="0" y="9"/>
                    <a:pt x="7" y="8"/>
                  </a:cubicBezTo>
                  <a:cubicBezTo>
                    <a:pt x="11" y="8"/>
                    <a:pt x="16" y="8"/>
                    <a:pt x="21" y="9"/>
                  </a:cubicBezTo>
                  <a:cubicBezTo>
                    <a:pt x="25" y="9"/>
                    <a:pt x="30" y="9"/>
                    <a:pt x="34" y="7"/>
                  </a:cubicBezTo>
                  <a:cubicBezTo>
                    <a:pt x="39" y="5"/>
                    <a:pt x="46" y="0"/>
                    <a:pt x="51" y="1"/>
                  </a:cubicBezTo>
                  <a:cubicBezTo>
                    <a:pt x="47" y="2"/>
                    <a:pt x="43" y="4"/>
                    <a:pt x="39" y="7"/>
                  </a:cubicBezTo>
                  <a:cubicBezTo>
                    <a:pt x="37" y="10"/>
                    <a:pt x="36" y="13"/>
                    <a:pt x="31" y="13"/>
                  </a:cubicBezTo>
                  <a:cubicBezTo>
                    <a:pt x="24" y="13"/>
                    <a:pt x="5" y="8"/>
                    <a:pt x="2" y="17"/>
                  </a:cubicBezTo>
                </a:path>
              </a:pathLst>
            </a:custGeom>
            <a:solidFill>
              <a:srgbClr val="BB9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Freeform 1067">
              <a:extLst>
                <a:ext uri="{FF2B5EF4-FFF2-40B4-BE49-F238E27FC236}">
                  <a16:creationId xmlns:a16="http://schemas.microsoft.com/office/drawing/2014/main" id="{39A86CD7-2388-42C1-B72D-7B9B2EA8E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040"/>
              <a:ext cx="57" cy="90"/>
            </a:xfrm>
            <a:custGeom>
              <a:avLst/>
              <a:gdLst>
                <a:gd name="T0" fmla="*/ 296 w 32"/>
                <a:gd name="T1" fmla="*/ 86 h 51"/>
                <a:gd name="T2" fmla="*/ 166 w 32"/>
                <a:gd name="T3" fmla="*/ 224 h 51"/>
                <a:gd name="T4" fmla="*/ 118 w 32"/>
                <a:gd name="T5" fmla="*/ 379 h 51"/>
                <a:gd name="T6" fmla="*/ 66 w 32"/>
                <a:gd name="T7" fmla="*/ 545 h 51"/>
                <a:gd name="T8" fmla="*/ 52 w 32"/>
                <a:gd name="T9" fmla="*/ 875 h 51"/>
                <a:gd name="T10" fmla="*/ 203 w 32"/>
                <a:gd name="T11" fmla="*/ 496 h 51"/>
                <a:gd name="T12" fmla="*/ 297 w 32"/>
                <a:gd name="T13" fmla="*/ 309 h 51"/>
                <a:gd name="T14" fmla="*/ 486 w 32"/>
                <a:gd name="T15" fmla="*/ 203 h 51"/>
                <a:gd name="T16" fmla="*/ 577 w 32"/>
                <a:gd name="T17" fmla="*/ 0 h 51"/>
                <a:gd name="T18" fmla="*/ 362 w 32"/>
                <a:gd name="T19" fmla="*/ 115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51">
                  <a:moveTo>
                    <a:pt x="16" y="5"/>
                  </a:moveTo>
                  <a:cubicBezTo>
                    <a:pt x="16" y="10"/>
                    <a:pt x="12" y="12"/>
                    <a:pt x="9" y="13"/>
                  </a:cubicBezTo>
                  <a:cubicBezTo>
                    <a:pt x="5" y="16"/>
                    <a:pt x="8" y="17"/>
                    <a:pt x="7" y="22"/>
                  </a:cubicBezTo>
                  <a:cubicBezTo>
                    <a:pt x="7" y="26"/>
                    <a:pt x="5" y="28"/>
                    <a:pt x="4" y="32"/>
                  </a:cubicBezTo>
                  <a:cubicBezTo>
                    <a:pt x="2" y="38"/>
                    <a:pt x="0" y="44"/>
                    <a:pt x="3" y="51"/>
                  </a:cubicBezTo>
                  <a:cubicBezTo>
                    <a:pt x="3" y="43"/>
                    <a:pt x="6" y="36"/>
                    <a:pt x="11" y="29"/>
                  </a:cubicBezTo>
                  <a:cubicBezTo>
                    <a:pt x="14" y="26"/>
                    <a:pt x="14" y="21"/>
                    <a:pt x="17" y="18"/>
                  </a:cubicBezTo>
                  <a:cubicBezTo>
                    <a:pt x="20" y="14"/>
                    <a:pt x="24" y="14"/>
                    <a:pt x="27" y="12"/>
                  </a:cubicBezTo>
                  <a:cubicBezTo>
                    <a:pt x="31" y="9"/>
                    <a:pt x="29" y="4"/>
                    <a:pt x="32" y="0"/>
                  </a:cubicBezTo>
                  <a:cubicBezTo>
                    <a:pt x="29" y="3"/>
                    <a:pt x="25" y="7"/>
                    <a:pt x="20" y="7"/>
                  </a:cubicBezTo>
                </a:path>
              </a:pathLst>
            </a:custGeom>
            <a:solidFill>
              <a:srgbClr val="BB9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Freeform 1068">
              <a:extLst>
                <a:ext uri="{FF2B5EF4-FFF2-40B4-BE49-F238E27FC236}">
                  <a16:creationId xmlns:a16="http://schemas.microsoft.com/office/drawing/2014/main" id="{4011A40D-0DB6-4458-965A-265E0AC61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072"/>
              <a:ext cx="48" cy="74"/>
            </a:xfrm>
            <a:custGeom>
              <a:avLst/>
              <a:gdLst>
                <a:gd name="T0" fmla="*/ 427 w 27"/>
                <a:gd name="T1" fmla="*/ 0 h 42"/>
                <a:gd name="T2" fmla="*/ 247 w 27"/>
                <a:gd name="T3" fmla="*/ 203 h 42"/>
                <a:gd name="T4" fmla="*/ 114 w 27"/>
                <a:gd name="T5" fmla="*/ 289 h 42"/>
                <a:gd name="T6" fmla="*/ 180 w 27"/>
                <a:gd name="T7" fmla="*/ 379 h 42"/>
                <a:gd name="T8" fmla="*/ 158 w 27"/>
                <a:gd name="T9" fmla="*/ 493 h 42"/>
                <a:gd name="T10" fmla="*/ 203 w 27"/>
                <a:gd name="T11" fmla="*/ 596 h 42"/>
                <a:gd name="T12" fmla="*/ 268 w 27"/>
                <a:gd name="T13" fmla="*/ 673 h 42"/>
                <a:gd name="T14" fmla="*/ 361 w 27"/>
                <a:gd name="T15" fmla="*/ 710 h 42"/>
                <a:gd name="T16" fmla="*/ 281 w 27"/>
                <a:gd name="T17" fmla="*/ 493 h 42"/>
                <a:gd name="T18" fmla="*/ 370 w 27"/>
                <a:gd name="T19" fmla="*/ 317 h 42"/>
                <a:gd name="T20" fmla="*/ 439 w 27"/>
                <a:gd name="T21" fmla="*/ 37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2">
                  <a:moveTo>
                    <a:pt x="24" y="0"/>
                  </a:moveTo>
                  <a:cubicBezTo>
                    <a:pt x="27" y="7"/>
                    <a:pt x="19" y="12"/>
                    <a:pt x="14" y="12"/>
                  </a:cubicBezTo>
                  <a:cubicBezTo>
                    <a:pt x="10" y="13"/>
                    <a:pt x="0" y="10"/>
                    <a:pt x="6" y="17"/>
                  </a:cubicBezTo>
                  <a:cubicBezTo>
                    <a:pt x="8" y="19"/>
                    <a:pt x="10" y="19"/>
                    <a:pt x="10" y="22"/>
                  </a:cubicBezTo>
                  <a:cubicBezTo>
                    <a:pt x="10" y="24"/>
                    <a:pt x="9" y="26"/>
                    <a:pt x="9" y="29"/>
                  </a:cubicBezTo>
                  <a:cubicBezTo>
                    <a:pt x="8" y="31"/>
                    <a:pt x="9" y="32"/>
                    <a:pt x="11" y="35"/>
                  </a:cubicBezTo>
                  <a:cubicBezTo>
                    <a:pt x="12" y="36"/>
                    <a:pt x="14" y="39"/>
                    <a:pt x="15" y="40"/>
                  </a:cubicBezTo>
                  <a:cubicBezTo>
                    <a:pt x="17" y="41"/>
                    <a:pt x="19" y="41"/>
                    <a:pt x="20" y="42"/>
                  </a:cubicBezTo>
                  <a:cubicBezTo>
                    <a:pt x="17" y="38"/>
                    <a:pt x="16" y="34"/>
                    <a:pt x="16" y="29"/>
                  </a:cubicBezTo>
                  <a:cubicBezTo>
                    <a:pt x="16" y="24"/>
                    <a:pt x="17" y="23"/>
                    <a:pt x="21" y="19"/>
                  </a:cubicBezTo>
                  <a:cubicBezTo>
                    <a:pt x="24" y="16"/>
                    <a:pt x="27" y="6"/>
                    <a:pt x="25" y="2"/>
                  </a:cubicBezTo>
                </a:path>
              </a:pathLst>
            </a:custGeom>
            <a:solidFill>
              <a:srgbClr val="BB9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Freeform 1069">
              <a:extLst>
                <a:ext uri="{FF2B5EF4-FFF2-40B4-BE49-F238E27FC236}">
                  <a16:creationId xmlns:a16="http://schemas.microsoft.com/office/drawing/2014/main" id="{7F4BDB2F-3CEA-4875-9075-3D7C1731D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218"/>
              <a:ext cx="69" cy="55"/>
            </a:xfrm>
            <a:custGeom>
              <a:avLst/>
              <a:gdLst>
                <a:gd name="T0" fmla="*/ 333 w 39"/>
                <a:gd name="T1" fmla="*/ 0 h 31"/>
                <a:gd name="T2" fmla="*/ 179 w 39"/>
                <a:gd name="T3" fmla="*/ 117 h 31"/>
                <a:gd name="T4" fmla="*/ 88 w 39"/>
                <a:gd name="T5" fmla="*/ 296 h 31"/>
                <a:gd name="T6" fmla="*/ 65 w 39"/>
                <a:gd name="T7" fmla="*/ 475 h 31"/>
                <a:gd name="T8" fmla="*/ 179 w 39"/>
                <a:gd name="T9" fmla="*/ 475 h 31"/>
                <a:gd name="T10" fmla="*/ 294 w 39"/>
                <a:gd name="T11" fmla="*/ 548 h 31"/>
                <a:gd name="T12" fmla="*/ 188 w 39"/>
                <a:gd name="T13" fmla="*/ 318 h 31"/>
                <a:gd name="T14" fmla="*/ 345 w 39"/>
                <a:gd name="T15" fmla="*/ 195 h 31"/>
                <a:gd name="T16" fmla="*/ 432 w 39"/>
                <a:gd name="T17" fmla="*/ 208 h 31"/>
                <a:gd name="T18" fmla="*/ 520 w 39"/>
                <a:gd name="T19" fmla="*/ 179 h 31"/>
                <a:gd name="T20" fmla="*/ 676 w 39"/>
                <a:gd name="T21" fmla="*/ 208 h 31"/>
                <a:gd name="T22" fmla="*/ 359 w 39"/>
                <a:gd name="T23" fmla="*/ 21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31">
                  <a:moveTo>
                    <a:pt x="19" y="0"/>
                  </a:moveTo>
                  <a:cubicBezTo>
                    <a:pt x="13" y="0"/>
                    <a:pt x="12" y="2"/>
                    <a:pt x="10" y="7"/>
                  </a:cubicBezTo>
                  <a:cubicBezTo>
                    <a:pt x="9" y="10"/>
                    <a:pt x="7" y="13"/>
                    <a:pt x="5" y="17"/>
                  </a:cubicBezTo>
                  <a:cubicBezTo>
                    <a:pt x="4" y="20"/>
                    <a:pt x="0" y="25"/>
                    <a:pt x="4" y="27"/>
                  </a:cubicBezTo>
                  <a:cubicBezTo>
                    <a:pt x="6" y="27"/>
                    <a:pt x="8" y="27"/>
                    <a:pt x="10" y="27"/>
                  </a:cubicBezTo>
                  <a:cubicBezTo>
                    <a:pt x="12" y="28"/>
                    <a:pt x="15" y="30"/>
                    <a:pt x="17" y="31"/>
                  </a:cubicBezTo>
                  <a:cubicBezTo>
                    <a:pt x="12" y="27"/>
                    <a:pt x="9" y="24"/>
                    <a:pt x="11" y="18"/>
                  </a:cubicBezTo>
                  <a:cubicBezTo>
                    <a:pt x="12" y="14"/>
                    <a:pt x="15" y="11"/>
                    <a:pt x="20" y="11"/>
                  </a:cubicBezTo>
                  <a:cubicBezTo>
                    <a:pt x="21" y="11"/>
                    <a:pt x="23" y="12"/>
                    <a:pt x="25" y="12"/>
                  </a:cubicBezTo>
                  <a:cubicBezTo>
                    <a:pt x="27" y="12"/>
                    <a:pt x="28" y="10"/>
                    <a:pt x="30" y="10"/>
                  </a:cubicBezTo>
                  <a:cubicBezTo>
                    <a:pt x="34" y="9"/>
                    <a:pt x="36" y="11"/>
                    <a:pt x="39" y="12"/>
                  </a:cubicBezTo>
                  <a:cubicBezTo>
                    <a:pt x="35" y="5"/>
                    <a:pt x="28" y="2"/>
                    <a:pt x="21" y="1"/>
                  </a:cubicBezTo>
                </a:path>
              </a:pathLst>
            </a:custGeom>
            <a:solidFill>
              <a:srgbClr val="BB9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Freeform 1070">
              <a:extLst>
                <a:ext uri="{FF2B5EF4-FFF2-40B4-BE49-F238E27FC236}">
                  <a16:creationId xmlns:a16="http://schemas.microsoft.com/office/drawing/2014/main" id="{D2112578-58F4-4E4A-ABC0-B814172F4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337"/>
              <a:ext cx="83" cy="47"/>
            </a:xfrm>
            <a:custGeom>
              <a:avLst/>
              <a:gdLst>
                <a:gd name="T0" fmla="*/ 21 w 47"/>
                <a:gd name="T1" fmla="*/ 433 h 27"/>
                <a:gd name="T2" fmla="*/ 65 w 47"/>
                <a:gd name="T3" fmla="*/ 172 h 27"/>
                <a:gd name="T4" fmla="*/ 244 w 47"/>
                <a:gd name="T5" fmla="*/ 221 h 27"/>
                <a:gd name="T6" fmla="*/ 811 w 47"/>
                <a:gd name="T7" fmla="*/ 158 h 27"/>
                <a:gd name="T8" fmla="*/ 555 w 47"/>
                <a:gd name="T9" fmla="*/ 212 h 27"/>
                <a:gd name="T10" fmla="*/ 408 w 47"/>
                <a:gd name="T11" fmla="*/ 336 h 27"/>
                <a:gd name="T12" fmla="*/ 314 w 47"/>
                <a:gd name="T13" fmla="*/ 336 h 27"/>
                <a:gd name="T14" fmla="*/ 203 w 47"/>
                <a:gd name="T15" fmla="*/ 369 h 27"/>
                <a:gd name="T16" fmla="*/ 87 w 47"/>
                <a:gd name="T17" fmla="*/ 36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7">
                  <a:moveTo>
                    <a:pt x="1" y="27"/>
                  </a:moveTo>
                  <a:cubicBezTo>
                    <a:pt x="5" y="24"/>
                    <a:pt x="0" y="13"/>
                    <a:pt x="4" y="11"/>
                  </a:cubicBezTo>
                  <a:cubicBezTo>
                    <a:pt x="7" y="9"/>
                    <a:pt x="11" y="13"/>
                    <a:pt x="14" y="14"/>
                  </a:cubicBezTo>
                  <a:cubicBezTo>
                    <a:pt x="19" y="14"/>
                    <a:pt x="47" y="0"/>
                    <a:pt x="47" y="10"/>
                  </a:cubicBezTo>
                  <a:cubicBezTo>
                    <a:pt x="41" y="9"/>
                    <a:pt x="37" y="9"/>
                    <a:pt x="32" y="13"/>
                  </a:cubicBezTo>
                  <a:cubicBezTo>
                    <a:pt x="29" y="15"/>
                    <a:pt x="27" y="19"/>
                    <a:pt x="24" y="21"/>
                  </a:cubicBezTo>
                  <a:cubicBezTo>
                    <a:pt x="23" y="22"/>
                    <a:pt x="20" y="21"/>
                    <a:pt x="18" y="21"/>
                  </a:cubicBezTo>
                  <a:cubicBezTo>
                    <a:pt x="16" y="22"/>
                    <a:pt x="15" y="23"/>
                    <a:pt x="12" y="23"/>
                  </a:cubicBezTo>
                  <a:cubicBezTo>
                    <a:pt x="10" y="23"/>
                    <a:pt x="7" y="20"/>
                    <a:pt x="5" y="23"/>
                  </a:cubicBezTo>
                </a:path>
              </a:pathLst>
            </a:custGeom>
            <a:solidFill>
              <a:srgbClr val="BB9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Freeform 1071">
              <a:extLst>
                <a:ext uri="{FF2B5EF4-FFF2-40B4-BE49-F238E27FC236}">
                  <a16:creationId xmlns:a16="http://schemas.microsoft.com/office/drawing/2014/main" id="{F25D5E19-50CE-43E9-A802-E798A249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054"/>
              <a:ext cx="30" cy="46"/>
            </a:xfrm>
            <a:custGeom>
              <a:avLst/>
              <a:gdLst>
                <a:gd name="T0" fmla="*/ 293 w 17"/>
                <a:gd name="T1" fmla="*/ 0 h 26"/>
                <a:gd name="T2" fmla="*/ 65 w 17"/>
                <a:gd name="T3" fmla="*/ 156 h 26"/>
                <a:gd name="T4" fmla="*/ 49 w 17"/>
                <a:gd name="T5" fmla="*/ 294 h 26"/>
                <a:gd name="T6" fmla="*/ 21 w 17"/>
                <a:gd name="T7" fmla="*/ 448 h 26"/>
                <a:gd name="T8" fmla="*/ 252 w 17"/>
                <a:gd name="T9" fmla="*/ 3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5" y="4"/>
                    <a:pt x="6" y="4"/>
                    <a:pt x="4" y="9"/>
                  </a:cubicBezTo>
                  <a:cubicBezTo>
                    <a:pt x="3" y="11"/>
                    <a:pt x="4" y="15"/>
                    <a:pt x="3" y="17"/>
                  </a:cubicBezTo>
                  <a:cubicBezTo>
                    <a:pt x="3" y="20"/>
                    <a:pt x="0" y="23"/>
                    <a:pt x="1" y="26"/>
                  </a:cubicBezTo>
                  <a:cubicBezTo>
                    <a:pt x="7" y="22"/>
                    <a:pt x="7" y="3"/>
                    <a:pt x="15" y="2"/>
                  </a:cubicBezTo>
                </a:path>
              </a:pathLst>
            </a:custGeom>
            <a:solidFill>
              <a:srgbClr val="D9C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Freeform 1072">
              <a:extLst>
                <a:ext uri="{FF2B5EF4-FFF2-40B4-BE49-F238E27FC236}">
                  <a16:creationId xmlns:a16="http://schemas.microsoft.com/office/drawing/2014/main" id="{5D703EA7-1615-4436-BA77-F55AFD462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3095"/>
              <a:ext cx="19" cy="39"/>
            </a:xfrm>
            <a:custGeom>
              <a:avLst/>
              <a:gdLst>
                <a:gd name="T0" fmla="*/ 149 w 11"/>
                <a:gd name="T1" fmla="*/ 21 h 22"/>
                <a:gd name="T2" fmla="*/ 48 w 11"/>
                <a:gd name="T3" fmla="*/ 50 h 22"/>
                <a:gd name="T4" fmla="*/ 62 w 11"/>
                <a:gd name="T5" fmla="*/ 138 h 22"/>
                <a:gd name="T6" fmla="*/ 83 w 11"/>
                <a:gd name="T7" fmla="*/ 383 h 22"/>
                <a:gd name="T8" fmla="*/ 86 w 11"/>
                <a:gd name="T9" fmla="*/ 138 h 22"/>
                <a:gd name="T10" fmla="*/ 169 w 11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2">
                  <a:moveTo>
                    <a:pt x="10" y="1"/>
                  </a:moveTo>
                  <a:cubicBezTo>
                    <a:pt x="8" y="1"/>
                    <a:pt x="4" y="1"/>
                    <a:pt x="3" y="3"/>
                  </a:cubicBezTo>
                  <a:cubicBezTo>
                    <a:pt x="1" y="5"/>
                    <a:pt x="3" y="6"/>
                    <a:pt x="4" y="8"/>
                  </a:cubicBezTo>
                  <a:cubicBezTo>
                    <a:pt x="4" y="12"/>
                    <a:pt x="0" y="19"/>
                    <a:pt x="5" y="22"/>
                  </a:cubicBezTo>
                  <a:cubicBezTo>
                    <a:pt x="4" y="16"/>
                    <a:pt x="3" y="13"/>
                    <a:pt x="6" y="8"/>
                  </a:cubicBezTo>
                  <a:cubicBezTo>
                    <a:pt x="7" y="5"/>
                    <a:pt x="10" y="3"/>
                    <a:pt x="11" y="0"/>
                  </a:cubicBezTo>
                </a:path>
              </a:pathLst>
            </a:custGeom>
            <a:solidFill>
              <a:srgbClr val="D9C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Freeform 1073">
              <a:extLst>
                <a:ext uri="{FF2B5EF4-FFF2-40B4-BE49-F238E27FC236}">
                  <a16:creationId xmlns:a16="http://schemas.microsoft.com/office/drawing/2014/main" id="{285AA8F1-8F2E-4EDF-A7C6-D22A3C6D7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222"/>
              <a:ext cx="37" cy="39"/>
            </a:xfrm>
            <a:custGeom>
              <a:avLst/>
              <a:gdLst>
                <a:gd name="T0" fmla="*/ 358 w 21"/>
                <a:gd name="T1" fmla="*/ 37 h 22"/>
                <a:gd name="T2" fmla="*/ 137 w 21"/>
                <a:gd name="T3" fmla="*/ 89 h 22"/>
                <a:gd name="T4" fmla="*/ 21 w 21"/>
                <a:gd name="T5" fmla="*/ 383 h 22"/>
                <a:gd name="T6" fmla="*/ 174 w 21"/>
                <a:gd name="T7" fmla="*/ 110 h 22"/>
                <a:gd name="T8" fmla="*/ 289 w 21"/>
                <a:gd name="T9" fmla="*/ 110 h 22"/>
                <a:gd name="T10" fmla="*/ 358 w 21"/>
                <a:gd name="T11" fmla="*/ 37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21" y="2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5" y="9"/>
                    <a:pt x="0" y="17"/>
                    <a:pt x="1" y="22"/>
                  </a:cubicBezTo>
                  <a:cubicBezTo>
                    <a:pt x="2" y="18"/>
                    <a:pt x="6" y="7"/>
                    <a:pt x="10" y="6"/>
                  </a:cubicBezTo>
                  <a:cubicBezTo>
                    <a:pt x="13" y="5"/>
                    <a:pt x="14" y="7"/>
                    <a:pt x="17" y="6"/>
                  </a:cubicBezTo>
                  <a:cubicBezTo>
                    <a:pt x="18" y="5"/>
                    <a:pt x="20" y="3"/>
                    <a:pt x="21" y="2"/>
                  </a:cubicBezTo>
                </a:path>
              </a:pathLst>
            </a:custGeom>
            <a:solidFill>
              <a:srgbClr val="D9C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Freeform 1074">
              <a:extLst>
                <a:ext uri="{FF2B5EF4-FFF2-40B4-BE49-F238E27FC236}">
                  <a16:creationId xmlns:a16="http://schemas.microsoft.com/office/drawing/2014/main" id="{08C0D784-FF55-4616-BE61-D49455232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360"/>
              <a:ext cx="37" cy="14"/>
            </a:xfrm>
            <a:custGeom>
              <a:avLst/>
              <a:gdLst>
                <a:gd name="T0" fmla="*/ 0 w 21"/>
                <a:gd name="T1" fmla="*/ 114 h 8"/>
                <a:gd name="T2" fmla="*/ 115 w 21"/>
                <a:gd name="T3" fmla="*/ 37 h 8"/>
                <a:gd name="T4" fmla="*/ 358 w 21"/>
                <a:gd name="T5" fmla="*/ 0 h 8"/>
                <a:gd name="T6" fmla="*/ 174 w 21"/>
                <a:gd name="T7" fmla="*/ 102 h 8"/>
                <a:gd name="T8" fmla="*/ 21 w 21"/>
                <a:gd name="T9" fmla="*/ 10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0" y="7"/>
                  </a:moveTo>
                  <a:cubicBezTo>
                    <a:pt x="0" y="0"/>
                    <a:pt x="1" y="1"/>
                    <a:pt x="7" y="2"/>
                  </a:cubicBezTo>
                  <a:cubicBezTo>
                    <a:pt x="12" y="3"/>
                    <a:pt x="16" y="2"/>
                    <a:pt x="21" y="0"/>
                  </a:cubicBezTo>
                  <a:cubicBezTo>
                    <a:pt x="18" y="0"/>
                    <a:pt x="14" y="5"/>
                    <a:pt x="10" y="6"/>
                  </a:cubicBezTo>
                  <a:cubicBezTo>
                    <a:pt x="7" y="7"/>
                    <a:pt x="5" y="8"/>
                    <a:pt x="1" y="6"/>
                  </a:cubicBezTo>
                </a:path>
              </a:pathLst>
            </a:custGeom>
            <a:solidFill>
              <a:srgbClr val="D9C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Freeform 1075">
              <a:extLst>
                <a:ext uri="{FF2B5EF4-FFF2-40B4-BE49-F238E27FC236}">
                  <a16:creationId xmlns:a16="http://schemas.microsoft.com/office/drawing/2014/main" id="{E4E580CC-A3BA-45C4-BE05-C69E5DFA9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319"/>
              <a:ext cx="35" cy="7"/>
            </a:xfrm>
            <a:custGeom>
              <a:avLst/>
              <a:gdLst>
                <a:gd name="T0" fmla="*/ 0 w 20"/>
                <a:gd name="T1" fmla="*/ 65 h 4"/>
                <a:gd name="T2" fmla="*/ 151 w 20"/>
                <a:gd name="T3" fmla="*/ 21 h 4"/>
                <a:gd name="T4" fmla="*/ 327 w 20"/>
                <a:gd name="T5" fmla="*/ 37 h 4"/>
                <a:gd name="T6" fmla="*/ 86 w 20"/>
                <a:gd name="T7" fmla="*/ 6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">
                  <a:moveTo>
                    <a:pt x="0" y="4"/>
                  </a:moveTo>
                  <a:cubicBezTo>
                    <a:pt x="1" y="1"/>
                    <a:pt x="6" y="1"/>
                    <a:pt x="9" y="1"/>
                  </a:cubicBezTo>
                  <a:cubicBezTo>
                    <a:pt x="12" y="1"/>
                    <a:pt x="17" y="0"/>
                    <a:pt x="20" y="2"/>
                  </a:cubicBezTo>
                  <a:cubicBezTo>
                    <a:pt x="16" y="1"/>
                    <a:pt x="8" y="3"/>
                    <a:pt x="5" y="4"/>
                  </a:cubicBezTo>
                </a:path>
              </a:pathLst>
            </a:custGeom>
            <a:solidFill>
              <a:srgbClr val="D9C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1" name="Freeform 1076">
              <a:extLst>
                <a:ext uri="{FF2B5EF4-FFF2-40B4-BE49-F238E27FC236}">
                  <a16:creationId xmlns:a16="http://schemas.microsoft.com/office/drawing/2014/main" id="{24AAB531-7EAB-406F-86EC-ACB5FBB36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321"/>
              <a:ext cx="7" cy="1"/>
            </a:xfrm>
            <a:custGeom>
              <a:avLst/>
              <a:gdLst>
                <a:gd name="T0" fmla="*/ 37 w 4"/>
                <a:gd name="T1" fmla="*/ 0 h 1"/>
                <a:gd name="T2" fmla="*/ 0 w 4"/>
                <a:gd name="T3" fmla="*/ 1 h 1"/>
                <a:gd name="T4" fmla="*/ 65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Freeform 1077">
              <a:extLst>
                <a:ext uri="{FF2B5EF4-FFF2-40B4-BE49-F238E27FC236}">
                  <a16:creationId xmlns:a16="http://schemas.microsoft.com/office/drawing/2014/main" id="{842EE999-9B84-43D2-A8A1-75A7D842C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067"/>
              <a:ext cx="10" cy="12"/>
            </a:xfrm>
            <a:custGeom>
              <a:avLst/>
              <a:gdLst>
                <a:gd name="T0" fmla="*/ 55 w 6"/>
                <a:gd name="T1" fmla="*/ 0 h 7"/>
                <a:gd name="T2" fmla="*/ 37 w 6"/>
                <a:gd name="T3" fmla="*/ 106 h 7"/>
                <a:gd name="T4" fmla="*/ 78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1" y="2"/>
                    <a:pt x="0" y="4"/>
                    <a:pt x="3" y="7"/>
                  </a:cubicBezTo>
                  <a:cubicBezTo>
                    <a:pt x="3" y="4"/>
                    <a:pt x="4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Freeform 1078">
              <a:extLst>
                <a:ext uri="{FF2B5EF4-FFF2-40B4-BE49-F238E27FC236}">
                  <a16:creationId xmlns:a16="http://schemas.microsoft.com/office/drawing/2014/main" id="{9C81E7AE-03C8-4B16-BB70-D82F69E45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3100"/>
              <a:ext cx="10" cy="4"/>
            </a:xfrm>
            <a:custGeom>
              <a:avLst/>
              <a:gdLst>
                <a:gd name="T0" fmla="*/ 22 w 6"/>
                <a:gd name="T1" fmla="*/ 0 h 2"/>
                <a:gd name="T2" fmla="*/ 7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2" y="0"/>
                  </a:moveTo>
                  <a:cubicBezTo>
                    <a:pt x="0" y="2"/>
                    <a:pt x="5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Freeform 1079">
              <a:extLst>
                <a:ext uri="{FF2B5EF4-FFF2-40B4-BE49-F238E27FC236}">
                  <a16:creationId xmlns:a16="http://schemas.microsoft.com/office/drawing/2014/main" id="{316CA27B-7ECD-458F-93FC-783266310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220"/>
              <a:ext cx="12" cy="9"/>
            </a:xfrm>
            <a:custGeom>
              <a:avLst/>
              <a:gdLst>
                <a:gd name="T0" fmla="*/ 0 w 7"/>
                <a:gd name="T1" fmla="*/ 94 h 5"/>
                <a:gd name="T2" fmla="*/ 106 w 7"/>
                <a:gd name="T3" fmla="*/ 74 h 5"/>
                <a:gd name="T4" fmla="*/ 26 w 7"/>
                <a:gd name="T5" fmla="*/ 9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3"/>
                    <a:pt x="6" y="0"/>
                    <a:pt x="7" y="4"/>
                  </a:cubicBezTo>
                  <a:cubicBezTo>
                    <a:pt x="5" y="4"/>
                    <a:pt x="4" y="4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Freeform 1080">
              <a:extLst>
                <a:ext uri="{FF2B5EF4-FFF2-40B4-BE49-F238E27FC236}">
                  <a16:creationId xmlns:a16="http://schemas.microsoft.com/office/drawing/2014/main" id="{E3029391-F625-4DA0-9C70-1494F47F3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358"/>
              <a:ext cx="20" cy="12"/>
            </a:xfrm>
            <a:custGeom>
              <a:avLst/>
              <a:gdLst>
                <a:gd name="T0" fmla="*/ 0 w 11"/>
                <a:gd name="T1" fmla="*/ 77 h 7"/>
                <a:gd name="T2" fmla="*/ 44 w 11"/>
                <a:gd name="T3" fmla="*/ 7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5"/>
                  </a:moveTo>
                  <a:cubicBezTo>
                    <a:pt x="3" y="0"/>
                    <a:pt x="11" y="7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Freeform 1081">
              <a:extLst>
                <a:ext uri="{FF2B5EF4-FFF2-40B4-BE49-F238E27FC236}">
                  <a16:creationId xmlns:a16="http://schemas.microsoft.com/office/drawing/2014/main" id="{66144285-6AAD-4785-8EC2-80CE26F32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363"/>
              <a:ext cx="3" cy="4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64 h 2"/>
                <a:gd name="T4" fmla="*/ 1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Freeform 1082">
              <a:extLst>
                <a:ext uri="{FF2B5EF4-FFF2-40B4-BE49-F238E27FC236}">
                  <a16:creationId xmlns:a16="http://schemas.microsoft.com/office/drawing/2014/main" id="{968349E7-4820-48F3-92FB-FF33CEDE0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308"/>
              <a:ext cx="168" cy="177"/>
            </a:xfrm>
            <a:custGeom>
              <a:avLst/>
              <a:gdLst>
                <a:gd name="T0" fmla="*/ 1454 w 95"/>
                <a:gd name="T1" fmla="*/ 1009 h 100"/>
                <a:gd name="T2" fmla="*/ 1641 w 95"/>
                <a:gd name="T3" fmla="*/ 906 h 100"/>
                <a:gd name="T4" fmla="*/ 1627 w 95"/>
                <a:gd name="T5" fmla="*/ 793 h 100"/>
                <a:gd name="T6" fmla="*/ 1554 w 95"/>
                <a:gd name="T7" fmla="*/ 333 h 100"/>
                <a:gd name="T8" fmla="*/ 1144 w 95"/>
                <a:gd name="T9" fmla="*/ 345 h 100"/>
                <a:gd name="T10" fmla="*/ 966 w 95"/>
                <a:gd name="T11" fmla="*/ 404 h 100"/>
                <a:gd name="T12" fmla="*/ 725 w 95"/>
                <a:gd name="T13" fmla="*/ 411 h 100"/>
                <a:gd name="T14" fmla="*/ 569 w 95"/>
                <a:gd name="T15" fmla="*/ 294 h 100"/>
                <a:gd name="T16" fmla="*/ 403 w 95"/>
                <a:gd name="T17" fmla="*/ 244 h 100"/>
                <a:gd name="T18" fmla="*/ 50 w 95"/>
                <a:gd name="T19" fmla="*/ 0 h 100"/>
                <a:gd name="T20" fmla="*/ 520 w 95"/>
                <a:gd name="T21" fmla="*/ 497 h 100"/>
                <a:gd name="T22" fmla="*/ 447 w 95"/>
                <a:gd name="T23" fmla="*/ 814 h 100"/>
                <a:gd name="T24" fmla="*/ 88 w 95"/>
                <a:gd name="T25" fmla="*/ 920 h 100"/>
                <a:gd name="T26" fmla="*/ 265 w 95"/>
                <a:gd name="T27" fmla="*/ 920 h 100"/>
                <a:gd name="T28" fmla="*/ 382 w 95"/>
                <a:gd name="T29" fmla="*/ 952 h 100"/>
                <a:gd name="T30" fmla="*/ 538 w 95"/>
                <a:gd name="T31" fmla="*/ 906 h 100"/>
                <a:gd name="T32" fmla="*/ 497 w 95"/>
                <a:gd name="T33" fmla="*/ 1131 h 100"/>
                <a:gd name="T34" fmla="*/ 345 w 95"/>
                <a:gd name="T35" fmla="*/ 1492 h 100"/>
                <a:gd name="T36" fmla="*/ 265 w 95"/>
                <a:gd name="T37" fmla="*/ 1604 h 100"/>
                <a:gd name="T38" fmla="*/ 0 w 95"/>
                <a:gd name="T39" fmla="*/ 1648 h 100"/>
                <a:gd name="T40" fmla="*/ 331 w 95"/>
                <a:gd name="T41" fmla="*/ 1648 h 100"/>
                <a:gd name="T42" fmla="*/ 431 w 95"/>
                <a:gd name="T43" fmla="*/ 1476 h 100"/>
                <a:gd name="T44" fmla="*/ 520 w 95"/>
                <a:gd name="T45" fmla="*/ 1338 h 100"/>
                <a:gd name="T46" fmla="*/ 697 w 95"/>
                <a:gd name="T47" fmla="*/ 1058 h 100"/>
                <a:gd name="T48" fmla="*/ 900 w 95"/>
                <a:gd name="T49" fmla="*/ 906 h 100"/>
                <a:gd name="T50" fmla="*/ 1172 w 95"/>
                <a:gd name="T51" fmla="*/ 993 h 100"/>
                <a:gd name="T52" fmla="*/ 1454 w 95"/>
                <a:gd name="T53" fmla="*/ 1009 h 1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100">
                  <a:moveTo>
                    <a:pt x="84" y="58"/>
                  </a:moveTo>
                  <a:cubicBezTo>
                    <a:pt x="88" y="56"/>
                    <a:pt x="91" y="54"/>
                    <a:pt x="95" y="52"/>
                  </a:cubicBezTo>
                  <a:cubicBezTo>
                    <a:pt x="95" y="50"/>
                    <a:pt x="94" y="48"/>
                    <a:pt x="94" y="46"/>
                  </a:cubicBezTo>
                  <a:cubicBezTo>
                    <a:pt x="92" y="37"/>
                    <a:pt x="91" y="28"/>
                    <a:pt x="90" y="19"/>
                  </a:cubicBezTo>
                  <a:cubicBezTo>
                    <a:pt x="82" y="20"/>
                    <a:pt x="73" y="14"/>
                    <a:pt x="66" y="20"/>
                  </a:cubicBezTo>
                  <a:cubicBezTo>
                    <a:pt x="62" y="23"/>
                    <a:pt x="61" y="22"/>
                    <a:pt x="56" y="23"/>
                  </a:cubicBezTo>
                  <a:cubicBezTo>
                    <a:pt x="50" y="24"/>
                    <a:pt x="46" y="28"/>
                    <a:pt x="42" y="24"/>
                  </a:cubicBezTo>
                  <a:cubicBezTo>
                    <a:pt x="39" y="22"/>
                    <a:pt x="36" y="19"/>
                    <a:pt x="33" y="17"/>
                  </a:cubicBezTo>
                  <a:cubicBezTo>
                    <a:pt x="29" y="15"/>
                    <a:pt x="27" y="15"/>
                    <a:pt x="23" y="14"/>
                  </a:cubicBezTo>
                  <a:cubicBezTo>
                    <a:pt x="14" y="11"/>
                    <a:pt x="9" y="6"/>
                    <a:pt x="3" y="0"/>
                  </a:cubicBezTo>
                  <a:cubicBezTo>
                    <a:pt x="4" y="16"/>
                    <a:pt x="29" y="12"/>
                    <a:pt x="30" y="29"/>
                  </a:cubicBezTo>
                  <a:cubicBezTo>
                    <a:pt x="30" y="34"/>
                    <a:pt x="31" y="44"/>
                    <a:pt x="26" y="47"/>
                  </a:cubicBezTo>
                  <a:cubicBezTo>
                    <a:pt x="23" y="49"/>
                    <a:pt x="4" y="47"/>
                    <a:pt x="5" y="53"/>
                  </a:cubicBezTo>
                  <a:cubicBezTo>
                    <a:pt x="7" y="49"/>
                    <a:pt x="13" y="51"/>
                    <a:pt x="15" y="53"/>
                  </a:cubicBezTo>
                  <a:cubicBezTo>
                    <a:pt x="19" y="56"/>
                    <a:pt x="16" y="57"/>
                    <a:pt x="22" y="55"/>
                  </a:cubicBezTo>
                  <a:cubicBezTo>
                    <a:pt x="24" y="54"/>
                    <a:pt x="28" y="50"/>
                    <a:pt x="31" y="52"/>
                  </a:cubicBezTo>
                  <a:cubicBezTo>
                    <a:pt x="35" y="55"/>
                    <a:pt x="30" y="62"/>
                    <a:pt x="29" y="65"/>
                  </a:cubicBezTo>
                  <a:cubicBezTo>
                    <a:pt x="25" y="71"/>
                    <a:pt x="25" y="80"/>
                    <a:pt x="20" y="86"/>
                  </a:cubicBezTo>
                  <a:cubicBezTo>
                    <a:pt x="17" y="89"/>
                    <a:pt x="17" y="90"/>
                    <a:pt x="15" y="92"/>
                  </a:cubicBezTo>
                  <a:cubicBezTo>
                    <a:pt x="10" y="98"/>
                    <a:pt x="5" y="99"/>
                    <a:pt x="0" y="95"/>
                  </a:cubicBezTo>
                  <a:cubicBezTo>
                    <a:pt x="5" y="100"/>
                    <a:pt x="15" y="98"/>
                    <a:pt x="19" y="95"/>
                  </a:cubicBezTo>
                  <a:cubicBezTo>
                    <a:pt x="23" y="92"/>
                    <a:pt x="24" y="89"/>
                    <a:pt x="25" y="85"/>
                  </a:cubicBezTo>
                  <a:cubicBezTo>
                    <a:pt x="27" y="82"/>
                    <a:pt x="29" y="80"/>
                    <a:pt x="30" y="77"/>
                  </a:cubicBezTo>
                  <a:cubicBezTo>
                    <a:pt x="33" y="70"/>
                    <a:pt x="34" y="66"/>
                    <a:pt x="40" y="61"/>
                  </a:cubicBezTo>
                  <a:cubicBezTo>
                    <a:pt x="44" y="58"/>
                    <a:pt x="48" y="52"/>
                    <a:pt x="52" y="52"/>
                  </a:cubicBezTo>
                  <a:cubicBezTo>
                    <a:pt x="57" y="51"/>
                    <a:pt x="64" y="55"/>
                    <a:pt x="68" y="57"/>
                  </a:cubicBezTo>
                  <a:cubicBezTo>
                    <a:pt x="74" y="59"/>
                    <a:pt x="78" y="60"/>
                    <a:pt x="84" y="5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1083">
              <a:extLst>
                <a:ext uri="{FF2B5EF4-FFF2-40B4-BE49-F238E27FC236}">
                  <a16:creationId xmlns:a16="http://schemas.microsoft.com/office/drawing/2014/main" id="{981C8A8A-B196-4D25-BD4A-E18384A8F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323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1084">
              <a:extLst>
                <a:ext uri="{FF2B5EF4-FFF2-40B4-BE49-F238E27FC236}">
                  <a16:creationId xmlns:a16="http://schemas.microsoft.com/office/drawing/2014/main" id="{3EB3C84E-6799-458C-B330-C5BFAAE90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3155"/>
              <a:ext cx="188" cy="153"/>
            </a:xfrm>
            <a:custGeom>
              <a:avLst/>
              <a:gdLst>
                <a:gd name="T0" fmla="*/ 1740 w 106"/>
                <a:gd name="T1" fmla="*/ 1414 h 87"/>
                <a:gd name="T2" fmla="*/ 1859 w 106"/>
                <a:gd name="T3" fmla="*/ 844 h 87"/>
                <a:gd name="T4" fmla="*/ 1818 w 106"/>
                <a:gd name="T5" fmla="*/ 823 h 87"/>
                <a:gd name="T6" fmla="*/ 1545 w 106"/>
                <a:gd name="T7" fmla="*/ 774 h 87"/>
                <a:gd name="T8" fmla="*/ 1318 w 106"/>
                <a:gd name="T9" fmla="*/ 603 h 87"/>
                <a:gd name="T10" fmla="*/ 1126 w 106"/>
                <a:gd name="T11" fmla="*/ 554 h 87"/>
                <a:gd name="T12" fmla="*/ 972 w 106"/>
                <a:gd name="T13" fmla="*/ 380 h 87"/>
                <a:gd name="T14" fmla="*/ 842 w 106"/>
                <a:gd name="T15" fmla="*/ 216 h 87"/>
                <a:gd name="T16" fmla="*/ 720 w 106"/>
                <a:gd name="T17" fmla="*/ 0 h 87"/>
                <a:gd name="T18" fmla="*/ 809 w 106"/>
                <a:gd name="T19" fmla="*/ 179 h 87"/>
                <a:gd name="T20" fmla="*/ 858 w 106"/>
                <a:gd name="T21" fmla="*/ 380 h 87"/>
                <a:gd name="T22" fmla="*/ 881 w 106"/>
                <a:gd name="T23" fmla="*/ 644 h 87"/>
                <a:gd name="T24" fmla="*/ 679 w 106"/>
                <a:gd name="T25" fmla="*/ 603 h 87"/>
                <a:gd name="T26" fmla="*/ 809 w 106"/>
                <a:gd name="T27" fmla="*/ 844 h 87"/>
                <a:gd name="T28" fmla="*/ 702 w 106"/>
                <a:gd name="T29" fmla="*/ 934 h 87"/>
                <a:gd name="T30" fmla="*/ 654 w 106"/>
                <a:gd name="T31" fmla="*/ 1083 h 87"/>
                <a:gd name="T32" fmla="*/ 525 w 106"/>
                <a:gd name="T33" fmla="*/ 1083 h 87"/>
                <a:gd name="T34" fmla="*/ 456 w 106"/>
                <a:gd name="T35" fmla="*/ 1133 h 87"/>
                <a:gd name="T36" fmla="*/ 268 w 106"/>
                <a:gd name="T37" fmla="*/ 1089 h 87"/>
                <a:gd name="T38" fmla="*/ 117 w 106"/>
                <a:gd name="T39" fmla="*/ 934 h 87"/>
                <a:gd name="T40" fmla="*/ 89 w 106"/>
                <a:gd name="T41" fmla="*/ 844 h 87"/>
                <a:gd name="T42" fmla="*/ 0 w 106"/>
                <a:gd name="T43" fmla="*/ 774 h 87"/>
                <a:gd name="T44" fmla="*/ 21 w 106"/>
                <a:gd name="T45" fmla="*/ 844 h 87"/>
                <a:gd name="T46" fmla="*/ 50 w 106"/>
                <a:gd name="T47" fmla="*/ 1024 h 87"/>
                <a:gd name="T48" fmla="*/ 296 w 106"/>
                <a:gd name="T49" fmla="*/ 1212 h 87"/>
                <a:gd name="T50" fmla="*/ 548 w 106"/>
                <a:gd name="T51" fmla="*/ 1175 h 87"/>
                <a:gd name="T52" fmla="*/ 842 w 106"/>
                <a:gd name="T53" fmla="*/ 1159 h 87"/>
                <a:gd name="T54" fmla="*/ 1073 w 106"/>
                <a:gd name="T55" fmla="*/ 1263 h 87"/>
                <a:gd name="T56" fmla="*/ 1369 w 106"/>
                <a:gd name="T57" fmla="*/ 1414 h 87"/>
                <a:gd name="T58" fmla="*/ 1740 w 106"/>
                <a:gd name="T59" fmla="*/ 1414 h 8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6" h="87">
                  <a:moveTo>
                    <a:pt x="99" y="84"/>
                  </a:moveTo>
                  <a:cubicBezTo>
                    <a:pt x="99" y="71"/>
                    <a:pt x="101" y="60"/>
                    <a:pt x="106" y="50"/>
                  </a:cubicBezTo>
                  <a:cubicBezTo>
                    <a:pt x="105" y="50"/>
                    <a:pt x="105" y="49"/>
                    <a:pt x="104" y="49"/>
                  </a:cubicBezTo>
                  <a:cubicBezTo>
                    <a:pt x="99" y="49"/>
                    <a:pt x="93" y="48"/>
                    <a:pt x="88" y="46"/>
                  </a:cubicBezTo>
                  <a:cubicBezTo>
                    <a:pt x="82" y="44"/>
                    <a:pt x="79" y="40"/>
                    <a:pt x="75" y="36"/>
                  </a:cubicBezTo>
                  <a:cubicBezTo>
                    <a:pt x="71" y="33"/>
                    <a:pt x="68" y="35"/>
                    <a:pt x="64" y="33"/>
                  </a:cubicBezTo>
                  <a:cubicBezTo>
                    <a:pt x="60" y="31"/>
                    <a:pt x="57" y="26"/>
                    <a:pt x="55" y="23"/>
                  </a:cubicBezTo>
                  <a:cubicBezTo>
                    <a:pt x="51" y="19"/>
                    <a:pt x="49" y="18"/>
                    <a:pt x="48" y="13"/>
                  </a:cubicBezTo>
                  <a:cubicBezTo>
                    <a:pt x="48" y="8"/>
                    <a:pt x="47" y="0"/>
                    <a:pt x="41" y="0"/>
                  </a:cubicBezTo>
                  <a:cubicBezTo>
                    <a:pt x="43" y="4"/>
                    <a:pt x="46" y="6"/>
                    <a:pt x="46" y="11"/>
                  </a:cubicBezTo>
                  <a:cubicBezTo>
                    <a:pt x="46" y="16"/>
                    <a:pt x="46" y="19"/>
                    <a:pt x="49" y="23"/>
                  </a:cubicBezTo>
                  <a:cubicBezTo>
                    <a:pt x="50" y="26"/>
                    <a:pt x="56" y="38"/>
                    <a:pt x="50" y="38"/>
                  </a:cubicBezTo>
                  <a:cubicBezTo>
                    <a:pt x="47" y="39"/>
                    <a:pt x="43" y="31"/>
                    <a:pt x="39" y="36"/>
                  </a:cubicBezTo>
                  <a:cubicBezTo>
                    <a:pt x="45" y="39"/>
                    <a:pt x="51" y="43"/>
                    <a:pt x="46" y="50"/>
                  </a:cubicBezTo>
                  <a:cubicBezTo>
                    <a:pt x="44" y="52"/>
                    <a:pt x="42" y="53"/>
                    <a:pt x="40" y="56"/>
                  </a:cubicBezTo>
                  <a:cubicBezTo>
                    <a:pt x="39" y="59"/>
                    <a:pt x="40" y="62"/>
                    <a:pt x="37" y="64"/>
                  </a:cubicBezTo>
                  <a:cubicBezTo>
                    <a:pt x="35" y="65"/>
                    <a:pt x="32" y="64"/>
                    <a:pt x="30" y="64"/>
                  </a:cubicBezTo>
                  <a:cubicBezTo>
                    <a:pt x="28" y="65"/>
                    <a:pt x="28" y="66"/>
                    <a:pt x="26" y="67"/>
                  </a:cubicBezTo>
                  <a:cubicBezTo>
                    <a:pt x="22" y="69"/>
                    <a:pt x="19" y="68"/>
                    <a:pt x="15" y="65"/>
                  </a:cubicBezTo>
                  <a:cubicBezTo>
                    <a:pt x="11" y="62"/>
                    <a:pt x="9" y="60"/>
                    <a:pt x="7" y="56"/>
                  </a:cubicBezTo>
                  <a:cubicBezTo>
                    <a:pt x="6" y="54"/>
                    <a:pt x="6" y="52"/>
                    <a:pt x="5" y="50"/>
                  </a:cubicBezTo>
                  <a:cubicBezTo>
                    <a:pt x="4" y="49"/>
                    <a:pt x="1" y="48"/>
                    <a:pt x="0" y="46"/>
                  </a:cubicBezTo>
                  <a:cubicBezTo>
                    <a:pt x="0" y="48"/>
                    <a:pt x="0" y="49"/>
                    <a:pt x="1" y="50"/>
                  </a:cubicBezTo>
                  <a:cubicBezTo>
                    <a:pt x="2" y="54"/>
                    <a:pt x="2" y="58"/>
                    <a:pt x="3" y="61"/>
                  </a:cubicBezTo>
                  <a:cubicBezTo>
                    <a:pt x="6" y="66"/>
                    <a:pt x="12" y="69"/>
                    <a:pt x="17" y="72"/>
                  </a:cubicBezTo>
                  <a:cubicBezTo>
                    <a:pt x="23" y="75"/>
                    <a:pt x="25" y="73"/>
                    <a:pt x="31" y="70"/>
                  </a:cubicBezTo>
                  <a:cubicBezTo>
                    <a:pt x="36" y="68"/>
                    <a:pt x="42" y="68"/>
                    <a:pt x="48" y="69"/>
                  </a:cubicBezTo>
                  <a:cubicBezTo>
                    <a:pt x="53" y="69"/>
                    <a:pt x="58" y="71"/>
                    <a:pt x="61" y="75"/>
                  </a:cubicBezTo>
                  <a:cubicBezTo>
                    <a:pt x="67" y="80"/>
                    <a:pt x="71" y="82"/>
                    <a:pt x="78" y="84"/>
                  </a:cubicBezTo>
                  <a:cubicBezTo>
                    <a:pt x="85" y="87"/>
                    <a:pt x="93" y="86"/>
                    <a:pt x="99" y="8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Freeform 1085">
              <a:extLst>
                <a:ext uri="{FF2B5EF4-FFF2-40B4-BE49-F238E27FC236}">
                  <a16:creationId xmlns:a16="http://schemas.microsoft.com/office/drawing/2014/main" id="{516F364B-91DE-43A4-87C6-896891409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961"/>
              <a:ext cx="151" cy="249"/>
            </a:xfrm>
            <a:custGeom>
              <a:avLst/>
              <a:gdLst>
                <a:gd name="T0" fmla="*/ 1077 w 85"/>
                <a:gd name="T1" fmla="*/ 2423 h 141"/>
                <a:gd name="T2" fmla="*/ 1487 w 85"/>
                <a:gd name="T3" fmla="*/ 2236 h 141"/>
                <a:gd name="T4" fmla="*/ 1503 w 85"/>
                <a:gd name="T5" fmla="*/ 2220 h 141"/>
                <a:gd name="T6" fmla="*/ 1139 w 85"/>
                <a:gd name="T7" fmla="*/ 1100 h 141"/>
                <a:gd name="T8" fmla="*/ 1066 w 85"/>
                <a:gd name="T9" fmla="*/ 992 h 141"/>
                <a:gd name="T10" fmla="*/ 1093 w 85"/>
                <a:gd name="T11" fmla="*/ 876 h 141"/>
                <a:gd name="T12" fmla="*/ 1183 w 85"/>
                <a:gd name="T13" fmla="*/ 0 h 141"/>
                <a:gd name="T14" fmla="*/ 1235 w 85"/>
                <a:gd name="T15" fmla="*/ 380 h 141"/>
                <a:gd name="T16" fmla="*/ 1167 w 85"/>
                <a:gd name="T17" fmla="*/ 496 h 141"/>
                <a:gd name="T18" fmla="*/ 1117 w 85"/>
                <a:gd name="T19" fmla="*/ 632 h 141"/>
                <a:gd name="T20" fmla="*/ 869 w 85"/>
                <a:gd name="T21" fmla="*/ 964 h 141"/>
                <a:gd name="T22" fmla="*/ 707 w 85"/>
                <a:gd name="T23" fmla="*/ 941 h 141"/>
                <a:gd name="T24" fmla="*/ 615 w 85"/>
                <a:gd name="T25" fmla="*/ 913 h 141"/>
                <a:gd name="T26" fmla="*/ 691 w 85"/>
                <a:gd name="T27" fmla="*/ 1141 h 141"/>
                <a:gd name="T28" fmla="*/ 615 w 85"/>
                <a:gd name="T29" fmla="*/ 1206 h 141"/>
                <a:gd name="T30" fmla="*/ 460 w 85"/>
                <a:gd name="T31" fmla="*/ 1185 h 141"/>
                <a:gd name="T32" fmla="*/ 268 w 85"/>
                <a:gd name="T33" fmla="*/ 1141 h 141"/>
                <a:gd name="T34" fmla="*/ 139 w 85"/>
                <a:gd name="T35" fmla="*/ 1100 h 141"/>
                <a:gd name="T36" fmla="*/ 37 w 85"/>
                <a:gd name="T37" fmla="*/ 892 h 141"/>
                <a:gd name="T38" fmla="*/ 0 w 85"/>
                <a:gd name="T39" fmla="*/ 876 h 141"/>
                <a:gd name="T40" fmla="*/ 117 w 85"/>
                <a:gd name="T41" fmla="*/ 1257 h 141"/>
                <a:gd name="T42" fmla="*/ 247 w 85"/>
                <a:gd name="T43" fmla="*/ 1282 h 141"/>
                <a:gd name="T44" fmla="*/ 297 w 85"/>
                <a:gd name="T45" fmla="*/ 1372 h 141"/>
                <a:gd name="T46" fmla="*/ 410 w 85"/>
                <a:gd name="T47" fmla="*/ 1475 h 141"/>
                <a:gd name="T48" fmla="*/ 410 w 85"/>
                <a:gd name="T49" fmla="*/ 1653 h 141"/>
                <a:gd name="T50" fmla="*/ 744 w 85"/>
                <a:gd name="T51" fmla="*/ 2059 h 141"/>
                <a:gd name="T52" fmla="*/ 1077 w 85"/>
                <a:gd name="T53" fmla="*/ 2423 h 1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5" h="141">
                  <a:moveTo>
                    <a:pt x="61" y="141"/>
                  </a:moveTo>
                  <a:cubicBezTo>
                    <a:pt x="67" y="136"/>
                    <a:pt x="75" y="132"/>
                    <a:pt x="84" y="130"/>
                  </a:cubicBezTo>
                  <a:cubicBezTo>
                    <a:pt x="84" y="130"/>
                    <a:pt x="85" y="129"/>
                    <a:pt x="85" y="129"/>
                  </a:cubicBezTo>
                  <a:cubicBezTo>
                    <a:pt x="85" y="122"/>
                    <a:pt x="67" y="70"/>
                    <a:pt x="64" y="64"/>
                  </a:cubicBezTo>
                  <a:cubicBezTo>
                    <a:pt x="63" y="62"/>
                    <a:pt x="61" y="60"/>
                    <a:pt x="60" y="58"/>
                  </a:cubicBezTo>
                  <a:cubicBezTo>
                    <a:pt x="58" y="55"/>
                    <a:pt x="60" y="54"/>
                    <a:pt x="62" y="51"/>
                  </a:cubicBezTo>
                  <a:cubicBezTo>
                    <a:pt x="70" y="36"/>
                    <a:pt x="77" y="17"/>
                    <a:pt x="67" y="0"/>
                  </a:cubicBezTo>
                  <a:cubicBezTo>
                    <a:pt x="69" y="6"/>
                    <a:pt x="71" y="16"/>
                    <a:pt x="70" y="22"/>
                  </a:cubicBezTo>
                  <a:cubicBezTo>
                    <a:pt x="69" y="25"/>
                    <a:pt x="67" y="27"/>
                    <a:pt x="66" y="29"/>
                  </a:cubicBezTo>
                  <a:cubicBezTo>
                    <a:pt x="64" y="32"/>
                    <a:pt x="64" y="34"/>
                    <a:pt x="63" y="37"/>
                  </a:cubicBezTo>
                  <a:cubicBezTo>
                    <a:pt x="62" y="43"/>
                    <a:pt x="54" y="52"/>
                    <a:pt x="49" y="56"/>
                  </a:cubicBezTo>
                  <a:cubicBezTo>
                    <a:pt x="46" y="59"/>
                    <a:pt x="44" y="58"/>
                    <a:pt x="40" y="55"/>
                  </a:cubicBezTo>
                  <a:cubicBezTo>
                    <a:pt x="38" y="54"/>
                    <a:pt x="37" y="50"/>
                    <a:pt x="35" y="53"/>
                  </a:cubicBezTo>
                  <a:cubicBezTo>
                    <a:pt x="38" y="58"/>
                    <a:pt x="42" y="60"/>
                    <a:pt x="39" y="66"/>
                  </a:cubicBezTo>
                  <a:cubicBezTo>
                    <a:pt x="37" y="70"/>
                    <a:pt x="38" y="69"/>
                    <a:pt x="35" y="70"/>
                  </a:cubicBezTo>
                  <a:cubicBezTo>
                    <a:pt x="30" y="71"/>
                    <a:pt x="30" y="71"/>
                    <a:pt x="26" y="69"/>
                  </a:cubicBezTo>
                  <a:cubicBezTo>
                    <a:pt x="23" y="67"/>
                    <a:pt x="18" y="66"/>
                    <a:pt x="15" y="66"/>
                  </a:cubicBezTo>
                  <a:cubicBezTo>
                    <a:pt x="12" y="65"/>
                    <a:pt x="10" y="67"/>
                    <a:pt x="8" y="64"/>
                  </a:cubicBezTo>
                  <a:cubicBezTo>
                    <a:pt x="5" y="62"/>
                    <a:pt x="3" y="57"/>
                    <a:pt x="2" y="52"/>
                  </a:cubicBezTo>
                  <a:cubicBezTo>
                    <a:pt x="1" y="50"/>
                    <a:pt x="0" y="49"/>
                    <a:pt x="0" y="51"/>
                  </a:cubicBezTo>
                  <a:cubicBezTo>
                    <a:pt x="1" y="59"/>
                    <a:pt x="3" y="71"/>
                    <a:pt x="7" y="73"/>
                  </a:cubicBezTo>
                  <a:cubicBezTo>
                    <a:pt x="9" y="74"/>
                    <a:pt x="12" y="74"/>
                    <a:pt x="14" y="75"/>
                  </a:cubicBezTo>
                  <a:cubicBezTo>
                    <a:pt x="15" y="77"/>
                    <a:pt x="15" y="79"/>
                    <a:pt x="17" y="80"/>
                  </a:cubicBezTo>
                  <a:cubicBezTo>
                    <a:pt x="19" y="83"/>
                    <a:pt x="21" y="82"/>
                    <a:pt x="23" y="86"/>
                  </a:cubicBezTo>
                  <a:cubicBezTo>
                    <a:pt x="24" y="89"/>
                    <a:pt x="22" y="93"/>
                    <a:pt x="23" y="96"/>
                  </a:cubicBezTo>
                  <a:cubicBezTo>
                    <a:pt x="25" y="101"/>
                    <a:pt x="40" y="115"/>
                    <a:pt x="42" y="120"/>
                  </a:cubicBezTo>
                  <a:cubicBezTo>
                    <a:pt x="44" y="123"/>
                    <a:pt x="54" y="134"/>
                    <a:pt x="61" y="14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Freeform 1086">
              <a:extLst>
                <a:ext uri="{FF2B5EF4-FFF2-40B4-BE49-F238E27FC236}">
                  <a16:creationId xmlns:a16="http://schemas.microsoft.com/office/drawing/2014/main" id="{BEA8B954-0945-49AA-8797-90B7C2A24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940"/>
              <a:ext cx="186" cy="248"/>
            </a:xfrm>
            <a:custGeom>
              <a:avLst/>
              <a:gdLst>
                <a:gd name="T0" fmla="*/ 1399 w 105"/>
                <a:gd name="T1" fmla="*/ 315 h 141"/>
                <a:gd name="T2" fmla="*/ 1201 w 105"/>
                <a:gd name="T3" fmla="*/ 489 h 141"/>
                <a:gd name="T4" fmla="*/ 928 w 105"/>
                <a:gd name="T5" fmla="*/ 623 h 141"/>
                <a:gd name="T6" fmla="*/ 817 w 105"/>
                <a:gd name="T7" fmla="*/ 795 h 141"/>
                <a:gd name="T8" fmla="*/ 678 w 105"/>
                <a:gd name="T9" fmla="*/ 937 h 141"/>
                <a:gd name="T10" fmla="*/ 570 w 105"/>
                <a:gd name="T11" fmla="*/ 996 h 141"/>
                <a:gd name="T12" fmla="*/ 496 w 105"/>
                <a:gd name="T13" fmla="*/ 823 h 141"/>
                <a:gd name="T14" fmla="*/ 496 w 105"/>
                <a:gd name="T15" fmla="*/ 575 h 141"/>
                <a:gd name="T16" fmla="*/ 406 w 105"/>
                <a:gd name="T17" fmla="*/ 216 h 141"/>
                <a:gd name="T18" fmla="*/ 432 w 105"/>
                <a:gd name="T19" fmla="*/ 575 h 141"/>
                <a:gd name="T20" fmla="*/ 432 w 105"/>
                <a:gd name="T21" fmla="*/ 774 h 141"/>
                <a:gd name="T22" fmla="*/ 406 w 105"/>
                <a:gd name="T23" fmla="*/ 930 h 141"/>
                <a:gd name="T24" fmla="*/ 367 w 105"/>
                <a:gd name="T25" fmla="*/ 1083 h 141"/>
                <a:gd name="T26" fmla="*/ 244 w 105"/>
                <a:gd name="T27" fmla="*/ 1149 h 141"/>
                <a:gd name="T28" fmla="*/ 50 w 105"/>
                <a:gd name="T29" fmla="*/ 1011 h 141"/>
                <a:gd name="T30" fmla="*/ 188 w 105"/>
                <a:gd name="T31" fmla="*/ 1247 h 141"/>
                <a:gd name="T32" fmla="*/ 179 w 105"/>
                <a:gd name="T33" fmla="*/ 1550 h 141"/>
                <a:gd name="T34" fmla="*/ 179 w 105"/>
                <a:gd name="T35" fmla="*/ 1843 h 141"/>
                <a:gd name="T36" fmla="*/ 179 w 105"/>
                <a:gd name="T37" fmla="*/ 2357 h 141"/>
                <a:gd name="T38" fmla="*/ 570 w 105"/>
                <a:gd name="T39" fmla="*/ 2373 h 141"/>
                <a:gd name="T40" fmla="*/ 663 w 105"/>
                <a:gd name="T41" fmla="*/ 2058 h 141"/>
                <a:gd name="T42" fmla="*/ 790 w 105"/>
                <a:gd name="T43" fmla="*/ 1704 h 141"/>
                <a:gd name="T44" fmla="*/ 838 w 105"/>
                <a:gd name="T45" fmla="*/ 1414 h 141"/>
                <a:gd name="T46" fmla="*/ 857 w 105"/>
                <a:gd name="T47" fmla="*/ 1083 h 141"/>
                <a:gd name="T48" fmla="*/ 1010 w 105"/>
                <a:gd name="T49" fmla="*/ 755 h 141"/>
                <a:gd name="T50" fmla="*/ 1274 w 105"/>
                <a:gd name="T51" fmla="*/ 533 h 141"/>
                <a:gd name="T52" fmla="*/ 1497 w 105"/>
                <a:gd name="T53" fmla="*/ 303 h 141"/>
                <a:gd name="T54" fmla="*/ 1745 w 105"/>
                <a:gd name="T55" fmla="*/ 151 h 141"/>
                <a:gd name="T56" fmla="*/ 1830 w 105"/>
                <a:gd name="T57" fmla="*/ 0 h 141"/>
                <a:gd name="T58" fmla="*/ 1399 w 105"/>
                <a:gd name="T59" fmla="*/ 315 h 14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5" h="141">
                  <a:moveTo>
                    <a:pt x="80" y="19"/>
                  </a:moveTo>
                  <a:cubicBezTo>
                    <a:pt x="76" y="23"/>
                    <a:pt x="74" y="26"/>
                    <a:pt x="69" y="29"/>
                  </a:cubicBezTo>
                  <a:cubicBezTo>
                    <a:pt x="64" y="32"/>
                    <a:pt x="57" y="33"/>
                    <a:pt x="53" y="37"/>
                  </a:cubicBezTo>
                  <a:cubicBezTo>
                    <a:pt x="50" y="40"/>
                    <a:pt x="49" y="44"/>
                    <a:pt x="47" y="47"/>
                  </a:cubicBezTo>
                  <a:cubicBezTo>
                    <a:pt x="45" y="51"/>
                    <a:pt x="42" y="53"/>
                    <a:pt x="39" y="56"/>
                  </a:cubicBezTo>
                  <a:cubicBezTo>
                    <a:pt x="37" y="57"/>
                    <a:pt x="35" y="60"/>
                    <a:pt x="33" y="59"/>
                  </a:cubicBezTo>
                  <a:cubicBezTo>
                    <a:pt x="29" y="59"/>
                    <a:pt x="28" y="51"/>
                    <a:pt x="28" y="49"/>
                  </a:cubicBezTo>
                  <a:cubicBezTo>
                    <a:pt x="28" y="42"/>
                    <a:pt x="30" y="40"/>
                    <a:pt x="28" y="34"/>
                  </a:cubicBezTo>
                  <a:cubicBezTo>
                    <a:pt x="25" y="28"/>
                    <a:pt x="28" y="18"/>
                    <a:pt x="23" y="13"/>
                  </a:cubicBezTo>
                  <a:cubicBezTo>
                    <a:pt x="27" y="19"/>
                    <a:pt x="24" y="27"/>
                    <a:pt x="25" y="34"/>
                  </a:cubicBezTo>
                  <a:cubicBezTo>
                    <a:pt x="26" y="37"/>
                    <a:pt x="26" y="42"/>
                    <a:pt x="25" y="46"/>
                  </a:cubicBezTo>
                  <a:cubicBezTo>
                    <a:pt x="23" y="50"/>
                    <a:pt x="22" y="49"/>
                    <a:pt x="23" y="55"/>
                  </a:cubicBezTo>
                  <a:cubicBezTo>
                    <a:pt x="24" y="60"/>
                    <a:pt x="26" y="60"/>
                    <a:pt x="21" y="64"/>
                  </a:cubicBezTo>
                  <a:cubicBezTo>
                    <a:pt x="19" y="65"/>
                    <a:pt x="17" y="67"/>
                    <a:pt x="14" y="68"/>
                  </a:cubicBezTo>
                  <a:cubicBezTo>
                    <a:pt x="8" y="70"/>
                    <a:pt x="7" y="63"/>
                    <a:pt x="3" y="60"/>
                  </a:cubicBezTo>
                  <a:cubicBezTo>
                    <a:pt x="0" y="58"/>
                    <a:pt x="8" y="71"/>
                    <a:pt x="11" y="74"/>
                  </a:cubicBezTo>
                  <a:cubicBezTo>
                    <a:pt x="16" y="82"/>
                    <a:pt x="12" y="84"/>
                    <a:pt x="10" y="92"/>
                  </a:cubicBezTo>
                  <a:cubicBezTo>
                    <a:pt x="9" y="98"/>
                    <a:pt x="10" y="105"/>
                    <a:pt x="10" y="110"/>
                  </a:cubicBezTo>
                  <a:cubicBezTo>
                    <a:pt x="10" y="115"/>
                    <a:pt x="10" y="131"/>
                    <a:pt x="10" y="140"/>
                  </a:cubicBezTo>
                  <a:cubicBezTo>
                    <a:pt x="19" y="139"/>
                    <a:pt x="26" y="140"/>
                    <a:pt x="33" y="141"/>
                  </a:cubicBezTo>
                  <a:cubicBezTo>
                    <a:pt x="34" y="134"/>
                    <a:pt x="37" y="128"/>
                    <a:pt x="38" y="122"/>
                  </a:cubicBezTo>
                  <a:cubicBezTo>
                    <a:pt x="39" y="114"/>
                    <a:pt x="43" y="108"/>
                    <a:pt x="45" y="101"/>
                  </a:cubicBezTo>
                  <a:cubicBezTo>
                    <a:pt x="46" y="95"/>
                    <a:pt x="49" y="90"/>
                    <a:pt x="48" y="84"/>
                  </a:cubicBezTo>
                  <a:cubicBezTo>
                    <a:pt x="47" y="76"/>
                    <a:pt x="46" y="71"/>
                    <a:pt x="49" y="64"/>
                  </a:cubicBezTo>
                  <a:cubicBezTo>
                    <a:pt x="53" y="56"/>
                    <a:pt x="58" y="54"/>
                    <a:pt x="58" y="45"/>
                  </a:cubicBezTo>
                  <a:cubicBezTo>
                    <a:pt x="58" y="34"/>
                    <a:pt x="65" y="35"/>
                    <a:pt x="73" y="32"/>
                  </a:cubicBezTo>
                  <a:cubicBezTo>
                    <a:pt x="82" y="29"/>
                    <a:pt x="80" y="23"/>
                    <a:pt x="86" y="18"/>
                  </a:cubicBezTo>
                  <a:cubicBezTo>
                    <a:pt x="90" y="15"/>
                    <a:pt x="96" y="12"/>
                    <a:pt x="100" y="9"/>
                  </a:cubicBezTo>
                  <a:cubicBezTo>
                    <a:pt x="104" y="6"/>
                    <a:pt x="104" y="4"/>
                    <a:pt x="105" y="0"/>
                  </a:cubicBezTo>
                  <a:cubicBezTo>
                    <a:pt x="102" y="10"/>
                    <a:pt x="87" y="12"/>
                    <a:pt x="80" y="1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Freeform 1087">
              <a:extLst>
                <a:ext uri="{FF2B5EF4-FFF2-40B4-BE49-F238E27FC236}">
                  <a16:creationId xmlns:a16="http://schemas.microsoft.com/office/drawing/2014/main" id="{9AF75C23-B9E7-48D7-887F-8CB22C5A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060"/>
              <a:ext cx="186" cy="204"/>
            </a:xfrm>
            <a:custGeom>
              <a:avLst/>
              <a:gdLst>
                <a:gd name="T0" fmla="*/ 1695 w 105"/>
                <a:gd name="T1" fmla="*/ 958 h 116"/>
                <a:gd name="T2" fmla="*/ 1469 w 105"/>
                <a:gd name="T3" fmla="*/ 1089 h 116"/>
                <a:gd name="T4" fmla="*/ 1290 w 105"/>
                <a:gd name="T5" fmla="*/ 958 h 116"/>
                <a:gd name="T6" fmla="*/ 1102 w 105"/>
                <a:gd name="T7" fmla="*/ 909 h 116"/>
                <a:gd name="T8" fmla="*/ 1010 w 105"/>
                <a:gd name="T9" fmla="*/ 733 h 116"/>
                <a:gd name="T10" fmla="*/ 1010 w 105"/>
                <a:gd name="T11" fmla="*/ 644 h 116"/>
                <a:gd name="T12" fmla="*/ 957 w 105"/>
                <a:gd name="T13" fmla="*/ 554 h 116"/>
                <a:gd name="T14" fmla="*/ 1151 w 105"/>
                <a:gd name="T15" fmla="*/ 237 h 116"/>
                <a:gd name="T16" fmla="*/ 1339 w 105"/>
                <a:gd name="T17" fmla="*/ 200 h 116"/>
                <a:gd name="T18" fmla="*/ 1447 w 105"/>
                <a:gd name="T19" fmla="*/ 102 h 116"/>
                <a:gd name="T20" fmla="*/ 1518 w 105"/>
                <a:gd name="T21" fmla="*/ 0 h 116"/>
                <a:gd name="T22" fmla="*/ 1428 w 105"/>
                <a:gd name="T23" fmla="*/ 86 h 116"/>
                <a:gd name="T24" fmla="*/ 1240 w 105"/>
                <a:gd name="T25" fmla="*/ 114 h 116"/>
                <a:gd name="T26" fmla="*/ 928 w 105"/>
                <a:gd name="T27" fmla="*/ 352 h 116"/>
                <a:gd name="T28" fmla="*/ 790 w 105"/>
                <a:gd name="T29" fmla="*/ 619 h 116"/>
                <a:gd name="T30" fmla="*/ 650 w 105"/>
                <a:gd name="T31" fmla="*/ 468 h 116"/>
                <a:gd name="T32" fmla="*/ 611 w 105"/>
                <a:gd name="T33" fmla="*/ 659 h 116"/>
                <a:gd name="T34" fmla="*/ 496 w 105"/>
                <a:gd name="T35" fmla="*/ 603 h 116"/>
                <a:gd name="T36" fmla="*/ 473 w 105"/>
                <a:gd name="T37" fmla="*/ 644 h 116"/>
                <a:gd name="T38" fmla="*/ 406 w 105"/>
                <a:gd name="T39" fmla="*/ 1110 h 116"/>
                <a:gd name="T40" fmla="*/ 106 w 105"/>
                <a:gd name="T41" fmla="*/ 1361 h 116"/>
                <a:gd name="T42" fmla="*/ 0 w 105"/>
                <a:gd name="T43" fmla="*/ 1463 h 116"/>
                <a:gd name="T44" fmla="*/ 229 w 105"/>
                <a:gd name="T45" fmla="*/ 1952 h 116"/>
                <a:gd name="T46" fmla="*/ 749 w 105"/>
                <a:gd name="T47" fmla="*/ 1577 h 116"/>
                <a:gd name="T48" fmla="*/ 907 w 105"/>
                <a:gd name="T49" fmla="*/ 1398 h 116"/>
                <a:gd name="T50" fmla="*/ 1132 w 105"/>
                <a:gd name="T51" fmla="*/ 1133 h 116"/>
                <a:gd name="T52" fmla="*/ 1378 w 105"/>
                <a:gd name="T53" fmla="*/ 1159 h 116"/>
                <a:gd name="T54" fmla="*/ 1557 w 105"/>
                <a:gd name="T55" fmla="*/ 1224 h 116"/>
                <a:gd name="T56" fmla="*/ 1672 w 105"/>
                <a:gd name="T57" fmla="*/ 1089 h 116"/>
                <a:gd name="T58" fmla="*/ 1830 w 105"/>
                <a:gd name="T59" fmla="*/ 890 h 116"/>
                <a:gd name="T60" fmla="*/ 1695 w 105"/>
                <a:gd name="T61" fmla="*/ 958 h 11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5" h="116">
                  <a:moveTo>
                    <a:pt x="97" y="57"/>
                  </a:moveTo>
                  <a:cubicBezTo>
                    <a:pt x="94" y="60"/>
                    <a:pt x="91" y="68"/>
                    <a:pt x="84" y="65"/>
                  </a:cubicBezTo>
                  <a:cubicBezTo>
                    <a:pt x="79" y="64"/>
                    <a:pt x="80" y="58"/>
                    <a:pt x="74" y="57"/>
                  </a:cubicBezTo>
                  <a:cubicBezTo>
                    <a:pt x="69" y="57"/>
                    <a:pt x="67" y="59"/>
                    <a:pt x="63" y="54"/>
                  </a:cubicBezTo>
                  <a:cubicBezTo>
                    <a:pt x="62" y="51"/>
                    <a:pt x="59" y="47"/>
                    <a:pt x="58" y="44"/>
                  </a:cubicBezTo>
                  <a:cubicBezTo>
                    <a:pt x="58" y="42"/>
                    <a:pt x="58" y="40"/>
                    <a:pt x="58" y="38"/>
                  </a:cubicBezTo>
                  <a:cubicBezTo>
                    <a:pt x="57" y="36"/>
                    <a:pt x="55" y="36"/>
                    <a:pt x="55" y="33"/>
                  </a:cubicBezTo>
                  <a:cubicBezTo>
                    <a:pt x="55" y="28"/>
                    <a:pt x="62" y="17"/>
                    <a:pt x="66" y="14"/>
                  </a:cubicBezTo>
                  <a:cubicBezTo>
                    <a:pt x="70" y="11"/>
                    <a:pt x="72" y="13"/>
                    <a:pt x="77" y="12"/>
                  </a:cubicBezTo>
                  <a:cubicBezTo>
                    <a:pt x="80" y="11"/>
                    <a:pt x="80" y="9"/>
                    <a:pt x="83" y="6"/>
                  </a:cubicBezTo>
                  <a:cubicBezTo>
                    <a:pt x="84" y="5"/>
                    <a:pt x="87" y="0"/>
                    <a:pt x="87" y="0"/>
                  </a:cubicBezTo>
                  <a:cubicBezTo>
                    <a:pt x="87" y="0"/>
                    <a:pt x="83" y="4"/>
                    <a:pt x="82" y="5"/>
                  </a:cubicBezTo>
                  <a:cubicBezTo>
                    <a:pt x="79" y="9"/>
                    <a:pt x="75" y="6"/>
                    <a:pt x="71" y="7"/>
                  </a:cubicBezTo>
                  <a:cubicBezTo>
                    <a:pt x="62" y="8"/>
                    <a:pt x="57" y="14"/>
                    <a:pt x="53" y="21"/>
                  </a:cubicBezTo>
                  <a:cubicBezTo>
                    <a:pt x="50" y="27"/>
                    <a:pt x="50" y="35"/>
                    <a:pt x="45" y="37"/>
                  </a:cubicBezTo>
                  <a:cubicBezTo>
                    <a:pt x="40" y="39"/>
                    <a:pt x="37" y="28"/>
                    <a:pt x="37" y="28"/>
                  </a:cubicBezTo>
                  <a:cubicBezTo>
                    <a:pt x="35" y="27"/>
                    <a:pt x="38" y="40"/>
                    <a:pt x="35" y="39"/>
                  </a:cubicBezTo>
                  <a:cubicBezTo>
                    <a:pt x="34" y="38"/>
                    <a:pt x="30" y="37"/>
                    <a:pt x="28" y="36"/>
                  </a:cubicBezTo>
                  <a:cubicBezTo>
                    <a:pt x="26" y="34"/>
                    <a:pt x="26" y="36"/>
                    <a:pt x="27" y="38"/>
                  </a:cubicBezTo>
                  <a:cubicBezTo>
                    <a:pt x="30" y="46"/>
                    <a:pt x="30" y="56"/>
                    <a:pt x="23" y="66"/>
                  </a:cubicBezTo>
                  <a:cubicBezTo>
                    <a:pt x="19" y="72"/>
                    <a:pt x="11" y="75"/>
                    <a:pt x="6" y="81"/>
                  </a:cubicBezTo>
                  <a:cubicBezTo>
                    <a:pt x="4" y="83"/>
                    <a:pt x="2" y="85"/>
                    <a:pt x="0" y="87"/>
                  </a:cubicBezTo>
                  <a:cubicBezTo>
                    <a:pt x="8" y="94"/>
                    <a:pt x="11" y="105"/>
                    <a:pt x="13" y="116"/>
                  </a:cubicBezTo>
                  <a:cubicBezTo>
                    <a:pt x="21" y="111"/>
                    <a:pt x="35" y="99"/>
                    <a:pt x="43" y="94"/>
                  </a:cubicBezTo>
                  <a:cubicBezTo>
                    <a:pt x="47" y="91"/>
                    <a:pt x="49" y="87"/>
                    <a:pt x="52" y="83"/>
                  </a:cubicBezTo>
                  <a:cubicBezTo>
                    <a:pt x="56" y="79"/>
                    <a:pt x="61" y="69"/>
                    <a:pt x="65" y="67"/>
                  </a:cubicBezTo>
                  <a:cubicBezTo>
                    <a:pt x="68" y="66"/>
                    <a:pt x="76" y="68"/>
                    <a:pt x="79" y="69"/>
                  </a:cubicBezTo>
                  <a:cubicBezTo>
                    <a:pt x="82" y="70"/>
                    <a:pt x="85" y="74"/>
                    <a:pt x="89" y="73"/>
                  </a:cubicBezTo>
                  <a:cubicBezTo>
                    <a:pt x="93" y="72"/>
                    <a:pt x="95" y="68"/>
                    <a:pt x="96" y="65"/>
                  </a:cubicBezTo>
                  <a:cubicBezTo>
                    <a:pt x="98" y="61"/>
                    <a:pt x="101" y="54"/>
                    <a:pt x="105" y="53"/>
                  </a:cubicBezTo>
                  <a:cubicBezTo>
                    <a:pt x="104" y="48"/>
                    <a:pt x="101" y="53"/>
                    <a:pt x="97" y="5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Freeform 1088">
              <a:extLst>
                <a:ext uri="{FF2B5EF4-FFF2-40B4-BE49-F238E27FC236}">
                  <a16:creationId xmlns:a16="http://schemas.microsoft.com/office/drawing/2014/main" id="{75F337C2-7A54-448D-A3C8-B9704ABB2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59"/>
              <a:ext cx="218" cy="168"/>
            </a:xfrm>
            <a:custGeom>
              <a:avLst/>
              <a:gdLst>
                <a:gd name="T0" fmla="*/ 2104 w 123"/>
                <a:gd name="T1" fmla="*/ 447 h 95"/>
                <a:gd name="T2" fmla="*/ 1994 w 123"/>
                <a:gd name="T3" fmla="*/ 317 h 95"/>
                <a:gd name="T4" fmla="*/ 1875 w 123"/>
                <a:gd name="T5" fmla="*/ 244 h 95"/>
                <a:gd name="T6" fmla="*/ 1904 w 123"/>
                <a:gd name="T7" fmla="*/ 0 h 95"/>
                <a:gd name="T8" fmla="*/ 1765 w 123"/>
                <a:gd name="T9" fmla="*/ 179 h 95"/>
                <a:gd name="T10" fmla="*/ 1579 w 123"/>
                <a:gd name="T11" fmla="*/ 244 h 95"/>
                <a:gd name="T12" fmla="*/ 1404 w 123"/>
                <a:gd name="T13" fmla="*/ 331 h 95"/>
                <a:gd name="T14" fmla="*/ 996 w 123"/>
                <a:gd name="T15" fmla="*/ 403 h 95"/>
                <a:gd name="T16" fmla="*/ 613 w 123"/>
                <a:gd name="T17" fmla="*/ 561 h 95"/>
                <a:gd name="T18" fmla="*/ 89 w 123"/>
                <a:gd name="T19" fmla="*/ 538 h 95"/>
                <a:gd name="T20" fmla="*/ 0 w 123"/>
                <a:gd name="T21" fmla="*/ 1172 h 95"/>
                <a:gd name="T22" fmla="*/ 50 w 123"/>
                <a:gd name="T23" fmla="*/ 1195 h 95"/>
                <a:gd name="T24" fmla="*/ 367 w 123"/>
                <a:gd name="T25" fmla="*/ 1172 h 95"/>
                <a:gd name="T26" fmla="*/ 728 w 123"/>
                <a:gd name="T27" fmla="*/ 1172 h 95"/>
                <a:gd name="T28" fmla="*/ 945 w 123"/>
                <a:gd name="T29" fmla="*/ 1348 h 95"/>
                <a:gd name="T30" fmla="*/ 959 w 123"/>
                <a:gd name="T31" fmla="*/ 1466 h 95"/>
                <a:gd name="T32" fmla="*/ 1037 w 123"/>
                <a:gd name="T33" fmla="*/ 1641 h 95"/>
                <a:gd name="T34" fmla="*/ 1046 w 123"/>
                <a:gd name="T35" fmla="*/ 1332 h 95"/>
                <a:gd name="T36" fmla="*/ 1363 w 123"/>
                <a:gd name="T37" fmla="*/ 1282 h 95"/>
                <a:gd name="T38" fmla="*/ 1037 w 123"/>
                <a:gd name="T39" fmla="*/ 1233 h 95"/>
                <a:gd name="T40" fmla="*/ 907 w 123"/>
                <a:gd name="T41" fmla="*/ 1058 h 95"/>
                <a:gd name="T42" fmla="*/ 930 w 123"/>
                <a:gd name="T43" fmla="*/ 813 h 95"/>
                <a:gd name="T44" fmla="*/ 907 w 123"/>
                <a:gd name="T45" fmla="*/ 697 h 95"/>
                <a:gd name="T46" fmla="*/ 1382 w 123"/>
                <a:gd name="T47" fmla="*/ 469 h 95"/>
                <a:gd name="T48" fmla="*/ 1700 w 123"/>
                <a:gd name="T49" fmla="*/ 345 h 95"/>
                <a:gd name="T50" fmla="*/ 1875 w 123"/>
                <a:gd name="T51" fmla="*/ 317 h 95"/>
                <a:gd name="T52" fmla="*/ 1969 w 123"/>
                <a:gd name="T53" fmla="*/ 403 h 95"/>
                <a:gd name="T54" fmla="*/ 2111 w 123"/>
                <a:gd name="T55" fmla="*/ 538 h 95"/>
                <a:gd name="T56" fmla="*/ 2104 w 123"/>
                <a:gd name="T57" fmla="*/ 447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3" h="95">
                  <a:moveTo>
                    <a:pt x="120" y="26"/>
                  </a:moveTo>
                  <a:cubicBezTo>
                    <a:pt x="118" y="23"/>
                    <a:pt x="116" y="21"/>
                    <a:pt x="114" y="18"/>
                  </a:cubicBezTo>
                  <a:cubicBezTo>
                    <a:pt x="112" y="16"/>
                    <a:pt x="109" y="15"/>
                    <a:pt x="107" y="14"/>
                  </a:cubicBezTo>
                  <a:cubicBezTo>
                    <a:pt x="102" y="9"/>
                    <a:pt x="109" y="5"/>
                    <a:pt x="109" y="0"/>
                  </a:cubicBezTo>
                  <a:cubicBezTo>
                    <a:pt x="103" y="1"/>
                    <a:pt x="103" y="7"/>
                    <a:pt x="101" y="10"/>
                  </a:cubicBezTo>
                  <a:cubicBezTo>
                    <a:pt x="98" y="15"/>
                    <a:pt x="95" y="14"/>
                    <a:pt x="90" y="14"/>
                  </a:cubicBezTo>
                  <a:cubicBezTo>
                    <a:pt x="85" y="13"/>
                    <a:pt x="85" y="18"/>
                    <a:pt x="80" y="19"/>
                  </a:cubicBezTo>
                  <a:cubicBezTo>
                    <a:pt x="75" y="19"/>
                    <a:pt x="64" y="23"/>
                    <a:pt x="57" y="23"/>
                  </a:cubicBezTo>
                  <a:cubicBezTo>
                    <a:pt x="51" y="23"/>
                    <a:pt x="46" y="32"/>
                    <a:pt x="35" y="32"/>
                  </a:cubicBezTo>
                  <a:cubicBezTo>
                    <a:pt x="30" y="32"/>
                    <a:pt x="17" y="31"/>
                    <a:pt x="5" y="31"/>
                  </a:cubicBezTo>
                  <a:cubicBezTo>
                    <a:pt x="4" y="43"/>
                    <a:pt x="2" y="56"/>
                    <a:pt x="0" y="68"/>
                  </a:cubicBezTo>
                  <a:cubicBezTo>
                    <a:pt x="1" y="68"/>
                    <a:pt x="2" y="69"/>
                    <a:pt x="3" y="69"/>
                  </a:cubicBezTo>
                  <a:cubicBezTo>
                    <a:pt x="9" y="70"/>
                    <a:pt x="15" y="69"/>
                    <a:pt x="21" y="68"/>
                  </a:cubicBezTo>
                  <a:cubicBezTo>
                    <a:pt x="29" y="67"/>
                    <a:pt x="35" y="69"/>
                    <a:pt x="42" y="68"/>
                  </a:cubicBezTo>
                  <a:cubicBezTo>
                    <a:pt x="47" y="69"/>
                    <a:pt x="51" y="73"/>
                    <a:pt x="54" y="78"/>
                  </a:cubicBezTo>
                  <a:cubicBezTo>
                    <a:pt x="55" y="81"/>
                    <a:pt x="54" y="83"/>
                    <a:pt x="55" y="85"/>
                  </a:cubicBezTo>
                  <a:cubicBezTo>
                    <a:pt x="56" y="88"/>
                    <a:pt x="57" y="94"/>
                    <a:pt x="59" y="95"/>
                  </a:cubicBezTo>
                  <a:cubicBezTo>
                    <a:pt x="57" y="91"/>
                    <a:pt x="57" y="80"/>
                    <a:pt x="60" y="77"/>
                  </a:cubicBezTo>
                  <a:cubicBezTo>
                    <a:pt x="63" y="74"/>
                    <a:pt x="70" y="72"/>
                    <a:pt x="78" y="74"/>
                  </a:cubicBezTo>
                  <a:cubicBezTo>
                    <a:pt x="68" y="69"/>
                    <a:pt x="65" y="73"/>
                    <a:pt x="59" y="71"/>
                  </a:cubicBezTo>
                  <a:cubicBezTo>
                    <a:pt x="55" y="70"/>
                    <a:pt x="53" y="65"/>
                    <a:pt x="52" y="61"/>
                  </a:cubicBezTo>
                  <a:cubicBezTo>
                    <a:pt x="51" y="56"/>
                    <a:pt x="54" y="51"/>
                    <a:pt x="53" y="47"/>
                  </a:cubicBezTo>
                  <a:cubicBezTo>
                    <a:pt x="51" y="43"/>
                    <a:pt x="48" y="44"/>
                    <a:pt x="52" y="40"/>
                  </a:cubicBezTo>
                  <a:cubicBezTo>
                    <a:pt x="58" y="31"/>
                    <a:pt x="68" y="28"/>
                    <a:pt x="79" y="27"/>
                  </a:cubicBezTo>
                  <a:cubicBezTo>
                    <a:pt x="85" y="27"/>
                    <a:pt x="91" y="23"/>
                    <a:pt x="97" y="20"/>
                  </a:cubicBezTo>
                  <a:cubicBezTo>
                    <a:pt x="101" y="18"/>
                    <a:pt x="103" y="16"/>
                    <a:pt x="107" y="18"/>
                  </a:cubicBezTo>
                  <a:cubicBezTo>
                    <a:pt x="109" y="18"/>
                    <a:pt x="112" y="22"/>
                    <a:pt x="113" y="23"/>
                  </a:cubicBezTo>
                  <a:cubicBezTo>
                    <a:pt x="115" y="25"/>
                    <a:pt x="118" y="32"/>
                    <a:pt x="121" y="31"/>
                  </a:cubicBezTo>
                  <a:cubicBezTo>
                    <a:pt x="123" y="30"/>
                    <a:pt x="121" y="28"/>
                    <a:pt x="120" y="2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D524EBD7-BA3A-4682-B8E6-7F66910457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Nail</a:t>
            </a:r>
          </a:p>
        </p:txBody>
      </p:sp>
      <p:sp>
        <p:nvSpPr>
          <p:cNvPr id="18435" name="Oval 3">
            <a:extLst>
              <a:ext uri="{FF2B5EF4-FFF2-40B4-BE49-F238E27FC236}">
                <a16:creationId xmlns:a16="http://schemas.microsoft.com/office/drawing/2014/main" id="{927656E8-A33B-427A-BACC-F33CE59EDE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111375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36" name="Oval 4">
            <a:extLst>
              <a:ext uri="{FF2B5EF4-FFF2-40B4-BE49-F238E27FC236}">
                <a16:creationId xmlns:a16="http://schemas.microsoft.com/office/drawing/2014/main" id="{75A10BB5-4AC6-410B-BFDD-242B41E23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6188" y="2882900"/>
            <a:ext cx="1111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37" name="Oval 5">
            <a:extLst>
              <a:ext uri="{FF2B5EF4-FFF2-40B4-BE49-F238E27FC236}">
                <a16:creationId xmlns:a16="http://schemas.microsoft.com/office/drawing/2014/main" id="{997A3C3A-33B7-4A2F-A3E1-FE1D18190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2763" y="1370013"/>
            <a:ext cx="7937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38" name="Oval 6">
            <a:extLst>
              <a:ext uri="{FF2B5EF4-FFF2-40B4-BE49-F238E27FC236}">
                <a16:creationId xmlns:a16="http://schemas.microsoft.com/office/drawing/2014/main" id="{0E66FF4F-066B-426F-A777-44BCB82E5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1370013"/>
            <a:ext cx="7938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39" name="Oval 7">
            <a:extLst>
              <a:ext uri="{FF2B5EF4-FFF2-40B4-BE49-F238E27FC236}">
                <a16:creationId xmlns:a16="http://schemas.microsoft.com/office/drawing/2014/main" id="{BA47D824-9541-4C5B-8396-248818037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238" y="1377950"/>
            <a:ext cx="1111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0" name="Oval 8">
            <a:extLst>
              <a:ext uri="{FF2B5EF4-FFF2-40B4-BE49-F238E27FC236}">
                <a16:creationId xmlns:a16="http://schemas.microsoft.com/office/drawing/2014/main" id="{2E185775-E5C2-46E1-9D7F-AD83D8C553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0938" y="1377950"/>
            <a:ext cx="7937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1" name="Oval 9">
            <a:extLst>
              <a:ext uri="{FF2B5EF4-FFF2-40B4-BE49-F238E27FC236}">
                <a16:creationId xmlns:a16="http://schemas.microsoft.com/office/drawing/2014/main" id="{FD9D1936-5EA0-432D-BDB5-0882869CC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6175" y="1306513"/>
            <a:ext cx="4763" cy="3175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2" name="Oval 10">
            <a:extLst>
              <a:ext uri="{FF2B5EF4-FFF2-40B4-BE49-F238E27FC236}">
                <a16:creationId xmlns:a16="http://schemas.microsoft.com/office/drawing/2014/main" id="{64D7FA8B-7C6E-48FF-9F76-7624BE689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1417638"/>
            <a:ext cx="9525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3" name="Oval 11">
            <a:extLst>
              <a:ext uri="{FF2B5EF4-FFF2-40B4-BE49-F238E27FC236}">
                <a16:creationId xmlns:a16="http://schemas.microsoft.com/office/drawing/2014/main" id="{E3822C1E-924B-4867-A951-74482C36C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4275" y="1417638"/>
            <a:ext cx="7938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4" name="Oval 12">
            <a:extLst>
              <a:ext uri="{FF2B5EF4-FFF2-40B4-BE49-F238E27FC236}">
                <a16:creationId xmlns:a16="http://schemas.microsoft.com/office/drawing/2014/main" id="{F1CD7E9C-9284-4294-9EE6-E4631C56A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1400" y="1516063"/>
            <a:ext cx="6350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5" name="Oval 13">
            <a:extLst>
              <a:ext uri="{FF2B5EF4-FFF2-40B4-BE49-F238E27FC236}">
                <a16:creationId xmlns:a16="http://schemas.microsoft.com/office/drawing/2014/main" id="{A4329AF9-9341-45CC-B7C8-5D9DAEE5B9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2600" y="1482725"/>
            <a:ext cx="7938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6" name="Oval 14">
            <a:extLst>
              <a:ext uri="{FF2B5EF4-FFF2-40B4-BE49-F238E27FC236}">
                <a16:creationId xmlns:a16="http://schemas.microsoft.com/office/drawing/2014/main" id="{AC1F3D07-EF4D-40AB-8E9C-78EB9497D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1738" y="1479550"/>
            <a:ext cx="476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18447" name="Fingertip-and-nail-cross-section">
            <a:extLst>
              <a:ext uri="{FF2B5EF4-FFF2-40B4-BE49-F238E27FC236}">
                <a16:creationId xmlns:a16="http://schemas.microsoft.com/office/drawing/2014/main" id="{D405E8D2-9538-423B-99B9-6191F790C7E1}"/>
              </a:ext>
            </a:extLst>
          </p:cNvPr>
          <p:cNvGrpSpPr>
            <a:grpSpLocks/>
          </p:cNvGrpSpPr>
          <p:nvPr/>
        </p:nvGrpSpPr>
        <p:grpSpPr bwMode="auto">
          <a:xfrm>
            <a:off x="3943350" y="1911350"/>
            <a:ext cx="4378325" cy="3081338"/>
            <a:chOff x="1524" y="1204"/>
            <a:chExt cx="2758" cy="1941"/>
          </a:xfrm>
        </p:grpSpPr>
        <p:sp>
          <p:nvSpPr>
            <p:cNvPr id="18448" name="Freeform 16">
              <a:extLst>
                <a:ext uri="{FF2B5EF4-FFF2-40B4-BE49-F238E27FC236}">
                  <a16:creationId xmlns:a16="http://schemas.microsoft.com/office/drawing/2014/main" id="{EE3BD0EE-6D7A-4175-B5C5-A2B1D5E60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380"/>
              <a:ext cx="2591" cy="1765"/>
            </a:xfrm>
            <a:custGeom>
              <a:avLst/>
              <a:gdLst>
                <a:gd name="T0" fmla="*/ 0 w 1036"/>
                <a:gd name="T1" fmla="*/ 79486 h 662"/>
                <a:gd name="T2" fmla="*/ 13998 w 1036"/>
                <a:gd name="T3" fmla="*/ 82571 h 662"/>
                <a:gd name="T4" fmla="*/ 62712 w 1036"/>
                <a:gd name="T5" fmla="*/ 87562 h 662"/>
                <a:gd name="T6" fmla="*/ 62837 w 1036"/>
                <a:gd name="T7" fmla="*/ 87562 h 662"/>
                <a:gd name="T8" fmla="*/ 94904 w 1036"/>
                <a:gd name="T9" fmla="*/ 63321 h 662"/>
                <a:gd name="T10" fmla="*/ 93153 w 1036"/>
                <a:gd name="T11" fmla="*/ 31383 h 662"/>
                <a:gd name="T12" fmla="*/ 77310 w 1036"/>
                <a:gd name="T13" fmla="*/ 26115 h 662"/>
                <a:gd name="T14" fmla="*/ 34538 w 1036"/>
                <a:gd name="T15" fmla="*/ 19407 h 662"/>
                <a:gd name="T16" fmla="*/ 19165 w 1036"/>
                <a:gd name="T17" fmla="*/ 16584 h 662"/>
                <a:gd name="T18" fmla="*/ 19082 w 1036"/>
                <a:gd name="T19" fmla="*/ 15525 h 662"/>
                <a:gd name="T20" fmla="*/ 22416 w 1036"/>
                <a:gd name="T21" fmla="*/ 14557 h 662"/>
                <a:gd name="T22" fmla="*/ 34821 w 1036"/>
                <a:gd name="T23" fmla="*/ 15218 h 662"/>
                <a:gd name="T24" fmla="*/ 34821 w 1036"/>
                <a:gd name="T25" fmla="*/ 15218 h 662"/>
                <a:gd name="T26" fmla="*/ 34038 w 1036"/>
                <a:gd name="T27" fmla="*/ 11728 h 662"/>
                <a:gd name="T28" fmla="*/ 30317 w 1036"/>
                <a:gd name="T29" fmla="*/ 10521 h 662"/>
                <a:gd name="T30" fmla="*/ 24845 w 1036"/>
                <a:gd name="T31" fmla="*/ 7825 h 662"/>
                <a:gd name="T32" fmla="*/ 18382 w 1036"/>
                <a:gd name="T33" fmla="*/ 4301 h 662"/>
                <a:gd name="T34" fmla="*/ 9514 w 1036"/>
                <a:gd name="T35" fmla="*/ 1762 h 662"/>
                <a:gd name="T36" fmla="*/ 0 w 1036"/>
                <a:gd name="T37" fmla="*/ 149 h 6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36" h="662">
                  <a:moveTo>
                    <a:pt x="0" y="590"/>
                  </a:moveTo>
                  <a:cubicBezTo>
                    <a:pt x="14" y="593"/>
                    <a:pt x="91" y="608"/>
                    <a:pt x="143" y="613"/>
                  </a:cubicBezTo>
                  <a:cubicBezTo>
                    <a:pt x="143" y="613"/>
                    <a:pt x="447" y="662"/>
                    <a:pt x="641" y="650"/>
                  </a:cubicBezTo>
                  <a:cubicBezTo>
                    <a:pt x="642" y="650"/>
                    <a:pt x="642" y="650"/>
                    <a:pt x="642" y="650"/>
                  </a:cubicBezTo>
                  <a:cubicBezTo>
                    <a:pt x="748" y="645"/>
                    <a:pt x="904" y="595"/>
                    <a:pt x="970" y="470"/>
                  </a:cubicBezTo>
                  <a:cubicBezTo>
                    <a:pt x="1036" y="345"/>
                    <a:pt x="984" y="249"/>
                    <a:pt x="952" y="233"/>
                  </a:cubicBezTo>
                  <a:cubicBezTo>
                    <a:pt x="928" y="230"/>
                    <a:pt x="916" y="206"/>
                    <a:pt x="790" y="194"/>
                  </a:cubicBezTo>
                  <a:cubicBezTo>
                    <a:pt x="664" y="181"/>
                    <a:pt x="429" y="152"/>
                    <a:pt x="353" y="144"/>
                  </a:cubicBezTo>
                  <a:cubicBezTo>
                    <a:pt x="308" y="138"/>
                    <a:pt x="231" y="128"/>
                    <a:pt x="196" y="123"/>
                  </a:cubicBezTo>
                  <a:cubicBezTo>
                    <a:pt x="188" y="122"/>
                    <a:pt x="189" y="118"/>
                    <a:pt x="195" y="115"/>
                  </a:cubicBezTo>
                  <a:cubicBezTo>
                    <a:pt x="204" y="112"/>
                    <a:pt x="215" y="108"/>
                    <a:pt x="229" y="108"/>
                  </a:cubicBezTo>
                  <a:cubicBezTo>
                    <a:pt x="275" y="108"/>
                    <a:pt x="338" y="117"/>
                    <a:pt x="356" y="113"/>
                  </a:cubicBezTo>
                  <a:cubicBezTo>
                    <a:pt x="356" y="113"/>
                    <a:pt x="356" y="113"/>
                    <a:pt x="356" y="113"/>
                  </a:cubicBezTo>
                  <a:cubicBezTo>
                    <a:pt x="357" y="111"/>
                    <a:pt x="358" y="95"/>
                    <a:pt x="348" y="87"/>
                  </a:cubicBezTo>
                  <a:cubicBezTo>
                    <a:pt x="340" y="82"/>
                    <a:pt x="324" y="85"/>
                    <a:pt x="310" y="78"/>
                  </a:cubicBezTo>
                  <a:cubicBezTo>
                    <a:pt x="300" y="72"/>
                    <a:pt x="283" y="67"/>
                    <a:pt x="254" y="58"/>
                  </a:cubicBezTo>
                  <a:cubicBezTo>
                    <a:pt x="217" y="46"/>
                    <a:pt x="222" y="51"/>
                    <a:pt x="188" y="32"/>
                  </a:cubicBezTo>
                  <a:cubicBezTo>
                    <a:pt x="154" y="13"/>
                    <a:pt x="146" y="24"/>
                    <a:pt x="97" y="13"/>
                  </a:cubicBezTo>
                  <a:cubicBezTo>
                    <a:pt x="62" y="11"/>
                    <a:pt x="15" y="0"/>
                    <a:pt x="0" y="1"/>
                  </a:cubicBezTo>
                </a:path>
              </a:pathLst>
            </a:custGeom>
            <a:solidFill>
              <a:srgbClr val="F2C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17">
              <a:extLst>
                <a:ext uri="{FF2B5EF4-FFF2-40B4-BE49-F238E27FC236}">
                  <a16:creationId xmlns:a16="http://schemas.microsoft.com/office/drawing/2014/main" id="{5A2705E5-D6E7-467F-BBC0-EC88005E2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420"/>
              <a:ext cx="2493" cy="1683"/>
            </a:xfrm>
            <a:custGeom>
              <a:avLst/>
              <a:gdLst>
                <a:gd name="T0" fmla="*/ 0 w 997"/>
                <a:gd name="T1" fmla="*/ 75194 h 631"/>
                <a:gd name="T2" fmla="*/ 8334 w 997"/>
                <a:gd name="T3" fmla="*/ 77322 h 631"/>
                <a:gd name="T4" fmla="*/ 14193 w 997"/>
                <a:gd name="T5" fmla="*/ 78688 h 631"/>
                <a:gd name="T6" fmla="*/ 62663 w 997"/>
                <a:gd name="T7" fmla="*/ 83718 h 631"/>
                <a:gd name="T8" fmla="*/ 93556 w 997"/>
                <a:gd name="T9" fmla="*/ 60468 h 631"/>
                <a:gd name="T10" fmla="*/ 95702 w 997"/>
                <a:gd name="T11" fmla="*/ 38216 h 631"/>
                <a:gd name="T12" fmla="*/ 93349 w 997"/>
                <a:gd name="T13" fmla="*/ 32638 h 631"/>
                <a:gd name="T14" fmla="*/ 87493 w 997"/>
                <a:gd name="T15" fmla="*/ 28990 h 631"/>
                <a:gd name="T16" fmla="*/ 77013 w 997"/>
                <a:gd name="T17" fmla="*/ 26984 h 631"/>
                <a:gd name="T18" fmla="*/ 42228 w 997"/>
                <a:gd name="T19" fmla="*/ 21612 h 631"/>
                <a:gd name="T20" fmla="*/ 34394 w 997"/>
                <a:gd name="T21" fmla="*/ 20247 h 631"/>
                <a:gd name="T22" fmla="*/ 18106 w 997"/>
                <a:gd name="T23" fmla="*/ 16603 h 631"/>
                <a:gd name="T24" fmla="*/ 18181 w 997"/>
                <a:gd name="T25" fmla="*/ 16753 h 631"/>
                <a:gd name="T26" fmla="*/ 16731 w 997"/>
                <a:gd name="T27" fmla="*/ 15238 h 631"/>
                <a:gd name="T28" fmla="*/ 18181 w 997"/>
                <a:gd name="T29" fmla="*/ 11746 h 631"/>
                <a:gd name="T30" fmla="*/ 18294 w 997"/>
                <a:gd name="T31" fmla="*/ 11746 h 631"/>
                <a:gd name="T32" fmla="*/ 21809 w 997"/>
                <a:gd name="T33" fmla="*/ 10266 h 631"/>
                <a:gd name="T34" fmla="*/ 28143 w 997"/>
                <a:gd name="T35" fmla="*/ 10927 h 631"/>
                <a:gd name="T36" fmla="*/ 30486 w 997"/>
                <a:gd name="T37" fmla="*/ 11746 h 631"/>
                <a:gd name="T38" fmla="*/ 30406 w 997"/>
                <a:gd name="T39" fmla="*/ 11325 h 631"/>
                <a:gd name="T40" fmla="*/ 28061 w 997"/>
                <a:gd name="T41" fmla="*/ 9162 h 631"/>
                <a:gd name="T42" fmla="*/ 24435 w 997"/>
                <a:gd name="T43" fmla="*/ 7684 h 631"/>
                <a:gd name="T44" fmla="*/ 24360 w 997"/>
                <a:gd name="T45" fmla="*/ 7684 h 631"/>
                <a:gd name="T46" fmla="*/ 22202 w 997"/>
                <a:gd name="T47" fmla="*/ 6737 h 631"/>
                <a:gd name="T48" fmla="*/ 17901 w 997"/>
                <a:gd name="T49" fmla="*/ 4190 h 631"/>
                <a:gd name="T50" fmla="*/ 13493 w 997"/>
                <a:gd name="T51" fmla="*/ 2582 h 631"/>
                <a:gd name="T52" fmla="*/ 9304 w 997"/>
                <a:gd name="T53" fmla="*/ 1763 h 631"/>
                <a:gd name="T54" fmla="*/ 3833 w 997"/>
                <a:gd name="T55" fmla="*/ 819 h 631"/>
                <a:gd name="T56" fmla="*/ 0 w 997"/>
                <a:gd name="T57" fmla="*/ 149 h 63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97" h="631">
                  <a:moveTo>
                    <a:pt x="0" y="557"/>
                  </a:moveTo>
                  <a:cubicBezTo>
                    <a:pt x="15" y="563"/>
                    <a:pt x="50" y="568"/>
                    <a:pt x="85" y="573"/>
                  </a:cubicBezTo>
                  <a:cubicBezTo>
                    <a:pt x="108" y="577"/>
                    <a:pt x="129" y="580"/>
                    <a:pt x="145" y="583"/>
                  </a:cubicBezTo>
                  <a:cubicBezTo>
                    <a:pt x="148" y="584"/>
                    <a:pt x="451" y="631"/>
                    <a:pt x="641" y="620"/>
                  </a:cubicBezTo>
                  <a:cubicBezTo>
                    <a:pt x="756" y="615"/>
                    <a:pt x="898" y="559"/>
                    <a:pt x="957" y="448"/>
                  </a:cubicBezTo>
                  <a:cubicBezTo>
                    <a:pt x="997" y="371"/>
                    <a:pt x="988" y="312"/>
                    <a:pt x="979" y="283"/>
                  </a:cubicBezTo>
                  <a:cubicBezTo>
                    <a:pt x="973" y="267"/>
                    <a:pt x="966" y="253"/>
                    <a:pt x="955" y="242"/>
                  </a:cubicBezTo>
                  <a:cubicBezTo>
                    <a:pt x="950" y="236"/>
                    <a:pt x="930" y="224"/>
                    <a:pt x="895" y="215"/>
                  </a:cubicBezTo>
                  <a:cubicBezTo>
                    <a:pt x="882" y="210"/>
                    <a:pt x="821" y="203"/>
                    <a:pt x="788" y="200"/>
                  </a:cubicBezTo>
                  <a:cubicBezTo>
                    <a:pt x="693" y="190"/>
                    <a:pt x="536" y="172"/>
                    <a:pt x="432" y="160"/>
                  </a:cubicBezTo>
                  <a:cubicBezTo>
                    <a:pt x="352" y="150"/>
                    <a:pt x="352" y="150"/>
                    <a:pt x="352" y="150"/>
                  </a:cubicBezTo>
                  <a:cubicBezTo>
                    <a:pt x="310" y="146"/>
                    <a:pt x="185" y="123"/>
                    <a:pt x="185" y="123"/>
                  </a:cubicBezTo>
                  <a:cubicBezTo>
                    <a:pt x="186" y="124"/>
                    <a:pt x="186" y="124"/>
                    <a:pt x="186" y="124"/>
                  </a:cubicBezTo>
                  <a:cubicBezTo>
                    <a:pt x="176" y="122"/>
                    <a:pt x="171" y="118"/>
                    <a:pt x="171" y="113"/>
                  </a:cubicBezTo>
                  <a:cubicBezTo>
                    <a:pt x="171" y="107"/>
                    <a:pt x="180" y="90"/>
                    <a:pt x="186" y="87"/>
                  </a:cubicBezTo>
                  <a:cubicBezTo>
                    <a:pt x="187" y="87"/>
                    <a:pt x="187" y="87"/>
                    <a:pt x="187" y="87"/>
                  </a:cubicBezTo>
                  <a:cubicBezTo>
                    <a:pt x="196" y="84"/>
                    <a:pt x="208" y="76"/>
                    <a:pt x="223" y="76"/>
                  </a:cubicBezTo>
                  <a:cubicBezTo>
                    <a:pt x="243" y="76"/>
                    <a:pt x="267" y="79"/>
                    <a:pt x="288" y="81"/>
                  </a:cubicBezTo>
                  <a:cubicBezTo>
                    <a:pt x="297" y="81"/>
                    <a:pt x="303" y="85"/>
                    <a:pt x="312" y="87"/>
                  </a:cubicBezTo>
                  <a:cubicBezTo>
                    <a:pt x="315" y="87"/>
                    <a:pt x="313" y="86"/>
                    <a:pt x="311" y="84"/>
                  </a:cubicBezTo>
                  <a:cubicBezTo>
                    <a:pt x="309" y="81"/>
                    <a:pt x="303" y="74"/>
                    <a:pt x="287" y="68"/>
                  </a:cubicBezTo>
                  <a:cubicBezTo>
                    <a:pt x="277" y="64"/>
                    <a:pt x="264" y="61"/>
                    <a:pt x="250" y="57"/>
                  </a:cubicBezTo>
                  <a:cubicBezTo>
                    <a:pt x="249" y="57"/>
                    <a:pt x="249" y="57"/>
                    <a:pt x="249" y="57"/>
                  </a:cubicBezTo>
                  <a:cubicBezTo>
                    <a:pt x="227" y="50"/>
                    <a:pt x="227" y="50"/>
                    <a:pt x="227" y="50"/>
                  </a:cubicBezTo>
                  <a:cubicBezTo>
                    <a:pt x="212" y="46"/>
                    <a:pt x="209" y="46"/>
                    <a:pt x="183" y="31"/>
                  </a:cubicBezTo>
                  <a:cubicBezTo>
                    <a:pt x="164" y="21"/>
                    <a:pt x="154" y="20"/>
                    <a:pt x="138" y="19"/>
                  </a:cubicBezTo>
                  <a:cubicBezTo>
                    <a:pt x="127" y="18"/>
                    <a:pt x="114" y="17"/>
                    <a:pt x="95" y="13"/>
                  </a:cubicBezTo>
                  <a:cubicBezTo>
                    <a:pt x="77" y="12"/>
                    <a:pt x="57" y="9"/>
                    <a:pt x="39" y="6"/>
                  </a:cubicBezTo>
                  <a:cubicBezTo>
                    <a:pt x="24" y="3"/>
                    <a:pt x="7" y="0"/>
                    <a:pt x="0" y="1"/>
                  </a:cubicBezTo>
                </a:path>
              </a:pathLst>
            </a:custGeom>
            <a:solidFill>
              <a:srgbClr val="E7C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18">
              <a:extLst>
                <a:ext uri="{FF2B5EF4-FFF2-40B4-BE49-F238E27FC236}">
                  <a16:creationId xmlns:a16="http://schemas.microsoft.com/office/drawing/2014/main" id="{09C16366-11FE-48A8-99FE-EB0673690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471"/>
              <a:ext cx="2393" cy="1538"/>
            </a:xfrm>
            <a:custGeom>
              <a:avLst/>
              <a:gdLst>
                <a:gd name="T0" fmla="*/ 0 w 957"/>
                <a:gd name="T1" fmla="*/ 68746 h 577"/>
                <a:gd name="T2" fmla="*/ 6459 w 957"/>
                <a:gd name="T3" fmla="*/ 70375 h 577"/>
                <a:gd name="T4" fmla="*/ 13600 w 957"/>
                <a:gd name="T5" fmla="*/ 71830 h 577"/>
                <a:gd name="T6" fmla="*/ 21234 w 957"/>
                <a:gd name="T7" fmla="*/ 73592 h 577"/>
                <a:gd name="T8" fmla="*/ 31081 w 957"/>
                <a:gd name="T9" fmla="*/ 74653 h 577"/>
                <a:gd name="T10" fmla="*/ 44494 w 957"/>
                <a:gd name="T11" fmla="*/ 77494 h 577"/>
                <a:gd name="T12" fmla="*/ 55129 w 957"/>
                <a:gd name="T13" fmla="*/ 77494 h 577"/>
                <a:gd name="T14" fmla="*/ 63726 w 957"/>
                <a:gd name="T15" fmla="*/ 76983 h 577"/>
                <a:gd name="T16" fmla="*/ 76238 w 957"/>
                <a:gd name="T17" fmla="*/ 73592 h 577"/>
                <a:gd name="T18" fmla="*/ 83472 w 957"/>
                <a:gd name="T19" fmla="*/ 68200 h 577"/>
                <a:gd name="T20" fmla="*/ 89336 w 957"/>
                <a:gd name="T21" fmla="*/ 59617 h 577"/>
                <a:gd name="T22" fmla="*/ 92464 w 957"/>
                <a:gd name="T23" fmla="*/ 50338 h 577"/>
                <a:gd name="T24" fmla="*/ 92577 w 957"/>
                <a:gd name="T25" fmla="*/ 35944 h 577"/>
                <a:gd name="T26" fmla="*/ 83973 w 957"/>
                <a:gd name="T27" fmla="*/ 29883 h 577"/>
                <a:gd name="T28" fmla="*/ 77144 w 957"/>
                <a:gd name="T29" fmla="*/ 28518 h 577"/>
                <a:gd name="T30" fmla="*/ 70560 w 957"/>
                <a:gd name="T31" fmla="*/ 27311 h 577"/>
                <a:gd name="T32" fmla="*/ 62276 w 957"/>
                <a:gd name="T33" fmla="*/ 26095 h 577"/>
                <a:gd name="T34" fmla="*/ 52191 w 957"/>
                <a:gd name="T35" fmla="*/ 23672 h 577"/>
                <a:gd name="T36" fmla="*/ 39991 w 957"/>
                <a:gd name="T37" fmla="*/ 21911 h 577"/>
                <a:gd name="T38" fmla="*/ 29519 w 957"/>
                <a:gd name="T39" fmla="*/ 20186 h 577"/>
                <a:gd name="T40" fmla="*/ 24435 w 957"/>
                <a:gd name="T41" fmla="*/ 18331 h 577"/>
                <a:gd name="T42" fmla="*/ 19277 w 957"/>
                <a:gd name="T43" fmla="*/ 17520 h 577"/>
                <a:gd name="T44" fmla="*/ 13213 w 957"/>
                <a:gd name="T45" fmla="*/ 13336 h 577"/>
                <a:gd name="T46" fmla="*/ 14068 w 957"/>
                <a:gd name="T47" fmla="*/ 9940 h 577"/>
                <a:gd name="T48" fmla="*/ 16806 w 957"/>
                <a:gd name="T49" fmla="*/ 6722 h 577"/>
                <a:gd name="T50" fmla="*/ 18296 w 957"/>
                <a:gd name="T51" fmla="*/ 6309 h 577"/>
                <a:gd name="T52" fmla="*/ 18109 w 957"/>
                <a:gd name="T53" fmla="*/ 4603 h 577"/>
                <a:gd name="T54" fmla="*/ 14588 w 957"/>
                <a:gd name="T55" fmla="*/ 3084 h 577"/>
                <a:gd name="T56" fmla="*/ 8022 w 957"/>
                <a:gd name="T57" fmla="*/ 1215 h 577"/>
                <a:gd name="T58" fmla="*/ 3438 w 957"/>
                <a:gd name="T59" fmla="*/ 661 h 577"/>
                <a:gd name="T60" fmla="*/ 0 w 957"/>
                <a:gd name="T61" fmla="*/ 0 h 57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57" h="577">
                  <a:moveTo>
                    <a:pt x="0" y="511"/>
                  </a:moveTo>
                  <a:cubicBezTo>
                    <a:pt x="12" y="515"/>
                    <a:pt x="47" y="525"/>
                    <a:pt x="66" y="523"/>
                  </a:cubicBezTo>
                  <a:cubicBezTo>
                    <a:pt x="88" y="520"/>
                    <a:pt x="111" y="533"/>
                    <a:pt x="139" y="534"/>
                  </a:cubicBezTo>
                  <a:cubicBezTo>
                    <a:pt x="144" y="533"/>
                    <a:pt x="187" y="542"/>
                    <a:pt x="217" y="547"/>
                  </a:cubicBezTo>
                  <a:cubicBezTo>
                    <a:pt x="247" y="552"/>
                    <a:pt x="289" y="555"/>
                    <a:pt x="318" y="555"/>
                  </a:cubicBezTo>
                  <a:cubicBezTo>
                    <a:pt x="347" y="555"/>
                    <a:pt x="423" y="576"/>
                    <a:pt x="455" y="576"/>
                  </a:cubicBezTo>
                  <a:cubicBezTo>
                    <a:pt x="486" y="576"/>
                    <a:pt x="540" y="574"/>
                    <a:pt x="564" y="576"/>
                  </a:cubicBezTo>
                  <a:cubicBezTo>
                    <a:pt x="588" y="577"/>
                    <a:pt x="626" y="571"/>
                    <a:pt x="652" y="572"/>
                  </a:cubicBezTo>
                  <a:cubicBezTo>
                    <a:pt x="700" y="575"/>
                    <a:pt x="761" y="561"/>
                    <a:pt x="780" y="547"/>
                  </a:cubicBezTo>
                  <a:cubicBezTo>
                    <a:pt x="799" y="533"/>
                    <a:pt x="840" y="517"/>
                    <a:pt x="854" y="507"/>
                  </a:cubicBezTo>
                  <a:cubicBezTo>
                    <a:pt x="877" y="490"/>
                    <a:pt x="896" y="463"/>
                    <a:pt x="914" y="443"/>
                  </a:cubicBezTo>
                  <a:cubicBezTo>
                    <a:pt x="933" y="422"/>
                    <a:pt x="936" y="403"/>
                    <a:pt x="946" y="374"/>
                  </a:cubicBezTo>
                  <a:cubicBezTo>
                    <a:pt x="957" y="345"/>
                    <a:pt x="955" y="295"/>
                    <a:pt x="947" y="267"/>
                  </a:cubicBezTo>
                  <a:cubicBezTo>
                    <a:pt x="940" y="240"/>
                    <a:pt x="898" y="236"/>
                    <a:pt x="859" y="222"/>
                  </a:cubicBezTo>
                  <a:cubicBezTo>
                    <a:pt x="820" y="208"/>
                    <a:pt x="818" y="213"/>
                    <a:pt x="789" y="212"/>
                  </a:cubicBezTo>
                  <a:cubicBezTo>
                    <a:pt x="760" y="211"/>
                    <a:pt x="758" y="206"/>
                    <a:pt x="722" y="203"/>
                  </a:cubicBezTo>
                  <a:cubicBezTo>
                    <a:pt x="687" y="201"/>
                    <a:pt x="671" y="199"/>
                    <a:pt x="637" y="194"/>
                  </a:cubicBezTo>
                  <a:cubicBezTo>
                    <a:pt x="602" y="189"/>
                    <a:pt x="576" y="185"/>
                    <a:pt x="534" y="176"/>
                  </a:cubicBezTo>
                  <a:cubicBezTo>
                    <a:pt x="491" y="166"/>
                    <a:pt x="463" y="171"/>
                    <a:pt x="409" y="163"/>
                  </a:cubicBezTo>
                  <a:cubicBezTo>
                    <a:pt x="355" y="154"/>
                    <a:pt x="343" y="156"/>
                    <a:pt x="302" y="150"/>
                  </a:cubicBezTo>
                  <a:cubicBezTo>
                    <a:pt x="279" y="147"/>
                    <a:pt x="267" y="139"/>
                    <a:pt x="250" y="136"/>
                  </a:cubicBezTo>
                  <a:cubicBezTo>
                    <a:pt x="236" y="134"/>
                    <a:pt x="219" y="136"/>
                    <a:pt x="197" y="130"/>
                  </a:cubicBezTo>
                  <a:cubicBezTo>
                    <a:pt x="173" y="124"/>
                    <a:pt x="140" y="113"/>
                    <a:pt x="135" y="99"/>
                  </a:cubicBezTo>
                  <a:cubicBezTo>
                    <a:pt x="130" y="85"/>
                    <a:pt x="136" y="84"/>
                    <a:pt x="144" y="74"/>
                  </a:cubicBezTo>
                  <a:cubicBezTo>
                    <a:pt x="151" y="64"/>
                    <a:pt x="159" y="53"/>
                    <a:pt x="172" y="50"/>
                  </a:cubicBezTo>
                  <a:cubicBezTo>
                    <a:pt x="177" y="49"/>
                    <a:pt x="182" y="48"/>
                    <a:pt x="187" y="47"/>
                  </a:cubicBezTo>
                  <a:cubicBezTo>
                    <a:pt x="193" y="46"/>
                    <a:pt x="190" y="36"/>
                    <a:pt x="185" y="34"/>
                  </a:cubicBezTo>
                  <a:cubicBezTo>
                    <a:pt x="173" y="29"/>
                    <a:pt x="156" y="25"/>
                    <a:pt x="149" y="23"/>
                  </a:cubicBezTo>
                  <a:cubicBezTo>
                    <a:pt x="131" y="20"/>
                    <a:pt x="106" y="13"/>
                    <a:pt x="82" y="9"/>
                  </a:cubicBezTo>
                  <a:cubicBezTo>
                    <a:pt x="63" y="6"/>
                    <a:pt x="45" y="6"/>
                    <a:pt x="35" y="5"/>
                  </a:cubicBezTo>
                  <a:cubicBezTo>
                    <a:pt x="17" y="1"/>
                    <a:pt x="6" y="0"/>
                    <a:pt x="0" y="0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19">
              <a:extLst>
                <a:ext uri="{FF2B5EF4-FFF2-40B4-BE49-F238E27FC236}">
                  <a16:creationId xmlns:a16="http://schemas.microsoft.com/office/drawing/2014/main" id="{A53611FE-9D22-4EDD-BECF-480988CA9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471"/>
              <a:ext cx="2393" cy="1538"/>
            </a:xfrm>
            <a:custGeom>
              <a:avLst/>
              <a:gdLst>
                <a:gd name="T0" fmla="*/ 5084 w 957"/>
                <a:gd name="T1" fmla="*/ 1613 h 577"/>
                <a:gd name="T2" fmla="*/ 12118 w 957"/>
                <a:gd name="T3" fmla="*/ 3239 h 577"/>
                <a:gd name="T4" fmla="*/ 17794 w 957"/>
                <a:gd name="T5" fmla="*/ 5400 h 577"/>
                <a:gd name="T6" fmla="*/ 17201 w 957"/>
                <a:gd name="T7" fmla="*/ 5811 h 577"/>
                <a:gd name="T8" fmla="*/ 13805 w 957"/>
                <a:gd name="T9" fmla="*/ 9129 h 577"/>
                <a:gd name="T10" fmla="*/ 13100 w 957"/>
                <a:gd name="T11" fmla="*/ 10246 h 577"/>
                <a:gd name="T12" fmla="*/ 12630 w 957"/>
                <a:gd name="T13" fmla="*/ 13578 h 577"/>
                <a:gd name="T14" fmla="*/ 22672 w 957"/>
                <a:gd name="T15" fmla="*/ 18978 h 577"/>
                <a:gd name="T16" fmla="*/ 26310 w 957"/>
                <a:gd name="T17" fmla="*/ 19887 h 577"/>
                <a:gd name="T18" fmla="*/ 33820 w 957"/>
                <a:gd name="T19" fmla="*/ 21663 h 577"/>
                <a:gd name="T20" fmla="*/ 46137 w 957"/>
                <a:gd name="T21" fmla="*/ 23526 h 577"/>
                <a:gd name="T22" fmla="*/ 61775 w 957"/>
                <a:gd name="T23" fmla="*/ 26914 h 577"/>
                <a:gd name="T24" fmla="*/ 70560 w 957"/>
                <a:gd name="T25" fmla="*/ 28121 h 577"/>
                <a:gd name="T26" fmla="*/ 77144 w 957"/>
                <a:gd name="T27" fmla="*/ 29337 h 577"/>
                <a:gd name="T28" fmla="*/ 83785 w 957"/>
                <a:gd name="T29" fmla="*/ 30701 h 577"/>
                <a:gd name="T30" fmla="*/ 92077 w 957"/>
                <a:gd name="T31" fmla="*/ 36192 h 577"/>
                <a:gd name="T32" fmla="*/ 91402 w 957"/>
                <a:gd name="T33" fmla="*/ 52343 h 577"/>
                <a:gd name="T34" fmla="*/ 87181 w 957"/>
                <a:gd name="T35" fmla="*/ 61891 h 577"/>
                <a:gd name="T36" fmla="*/ 80147 w 957"/>
                <a:gd name="T37" fmla="*/ 69714 h 577"/>
                <a:gd name="T38" fmla="*/ 63726 w 957"/>
                <a:gd name="T39" fmla="*/ 76172 h 577"/>
                <a:gd name="T40" fmla="*/ 55129 w 957"/>
                <a:gd name="T41" fmla="*/ 76684 h 577"/>
                <a:gd name="T42" fmla="*/ 44494 w 957"/>
                <a:gd name="T43" fmla="*/ 76684 h 577"/>
                <a:gd name="T44" fmla="*/ 31081 w 957"/>
                <a:gd name="T45" fmla="*/ 73856 h 577"/>
                <a:gd name="T46" fmla="*/ 18296 w 957"/>
                <a:gd name="T47" fmla="*/ 71987 h 577"/>
                <a:gd name="T48" fmla="*/ 10285 w 957"/>
                <a:gd name="T49" fmla="*/ 70226 h 577"/>
                <a:gd name="T50" fmla="*/ 125 w 957"/>
                <a:gd name="T51" fmla="*/ 68101 h 577"/>
                <a:gd name="T52" fmla="*/ 6459 w 957"/>
                <a:gd name="T53" fmla="*/ 70375 h 577"/>
                <a:gd name="T54" fmla="*/ 21234 w 957"/>
                <a:gd name="T55" fmla="*/ 73592 h 577"/>
                <a:gd name="T56" fmla="*/ 44494 w 957"/>
                <a:gd name="T57" fmla="*/ 77494 h 577"/>
                <a:gd name="T58" fmla="*/ 63726 w 957"/>
                <a:gd name="T59" fmla="*/ 76983 h 577"/>
                <a:gd name="T60" fmla="*/ 83472 w 957"/>
                <a:gd name="T61" fmla="*/ 68200 h 577"/>
                <a:gd name="T62" fmla="*/ 92464 w 957"/>
                <a:gd name="T63" fmla="*/ 50338 h 577"/>
                <a:gd name="T64" fmla="*/ 83973 w 957"/>
                <a:gd name="T65" fmla="*/ 29883 h 577"/>
                <a:gd name="T66" fmla="*/ 70560 w 957"/>
                <a:gd name="T67" fmla="*/ 27311 h 577"/>
                <a:gd name="T68" fmla="*/ 52191 w 957"/>
                <a:gd name="T69" fmla="*/ 23672 h 577"/>
                <a:gd name="T70" fmla="*/ 29519 w 957"/>
                <a:gd name="T71" fmla="*/ 20186 h 577"/>
                <a:gd name="T72" fmla="*/ 19277 w 957"/>
                <a:gd name="T73" fmla="*/ 17520 h 577"/>
                <a:gd name="T74" fmla="*/ 14068 w 957"/>
                <a:gd name="T75" fmla="*/ 9940 h 577"/>
                <a:gd name="T76" fmla="*/ 18296 w 957"/>
                <a:gd name="T77" fmla="*/ 6309 h 577"/>
                <a:gd name="T78" fmla="*/ 14588 w 957"/>
                <a:gd name="T79" fmla="*/ 3084 h 577"/>
                <a:gd name="T80" fmla="*/ 3438 w 957"/>
                <a:gd name="T81" fmla="*/ 661 h 577"/>
                <a:gd name="T82" fmla="*/ 0 w 957"/>
                <a:gd name="T83" fmla="*/ 818 h 57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57" h="577">
                  <a:moveTo>
                    <a:pt x="34" y="11"/>
                  </a:moveTo>
                  <a:cubicBezTo>
                    <a:pt x="39" y="11"/>
                    <a:pt x="45" y="12"/>
                    <a:pt x="52" y="12"/>
                  </a:cubicBezTo>
                  <a:cubicBezTo>
                    <a:pt x="61" y="13"/>
                    <a:pt x="71" y="13"/>
                    <a:pt x="82" y="15"/>
                  </a:cubicBezTo>
                  <a:cubicBezTo>
                    <a:pt x="96" y="17"/>
                    <a:pt x="111" y="21"/>
                    <a:pt x="124" y="24"/>
                  </a:cubicBezTo>
                  <a:cubicBezTo>
                    <a:pt x="148" y="29"/>
                    <a:pt x="148" y="29"/>
                    <a:pt x="148" y="29"/>
                  </a:cubicBezTo>
                  <a:cubicBezTo>
                    <a:pt x="155" y="31"/>
                    <a:pt x="172" y="35"/>
                    <a:pt x="182" y="40"/>
                  </a:cubicBezTo>
                  <a:cubicBezTo>
                    <a:pt x="183" y="40"/>
                    <a:pt x="184" y="41"/>
                    <a:pt x="184" y="42"/>
                  </a:cubicBezTo>
                  <a:cubicBezTo>
                    <a:pt x="182" y="42"/>
                    <a:pt x="176" y="43"/>
                    <a:pt x="176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57" y="47"/>
                    <a:pt x="148" y="58"/>
                    <a:pt x="141" y="68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34" y="76"/>
                    <a:pt x="134" y="76"/>
                    <a:pt x="134" y="76"/>
                  </a:cubicBezTo>
                  <a:cubicBezTo>
                    <a:pt x="130" y="81"/>
                    <a:pt x="127" y="84"/>
                    <a:pt x="127" y="91"/>
                  </a:cubicBezTo>
                  <a:cubicBezTo>
                    <a:pt x="127" y="94"/>
                    <a:pt x="128" y="97"/>
                    <a:pt x="129" y="101"/>
                  </a:cubicBezTo>
                  <a:cubicBezTo>
                    <a:pt x="134" y="114"/>
                    <a:pt x="154" y="125"/>
                    <a:pt x="195" y="136"/>
                  </a:cubicBezTo>
                  <a:cubicBezTo>
                    <a:pt x="209" y="140"/>
                    <a:pt x="221" y="140"/>
                    <a:pt x="232" y="141"/>
                  </a:cubicBezTo>
                  <a:cubicBezTo>
                    <a:pt x="238" y="141"/>
                    <a:pt x="244" y="141"/>
                    <a:pt x="249" y="142"/>
                  </a:cubicBezTo>
                  <a:cubicBezTo>
                    <a:pt x="256" y="143"/>
                    <a:pt x="262" y="145"/>
                    <a:pt x="269" y="148"/>
                  </a:cubicBezTo>
                  <a:cubicBezTo>
                    <a:pt x="278" y="151"/>
                    <a:pt x="288" y="154"/>
                    <a:pt x="301" y="156"/>
                  </a:cubicBezTo>
                  <a:cubicBezTo>
                    <a:pt x="320" y="159"/>
                    <a:pt x="332" y="160"/>
                    <a:pt x="346" y="161"/>
                  </a:cubicBezTo>
                  <a:cubicBezTo>
                    <a:pt x="362" y="162"/>
                    <a:pt x="378" y="164"/>
                    <a:pt x="408" y="169"/>
                  </a:cubicBezTo>
                  <a:cubicBezTo>
                    <a:pt x="434" y="173"/>
                    <a:pt x="454" y="174"/>
                    <a:pt x="472" y="175"/>
                  </a:cubicBezTo>
                  <a:cubicBezTo>
                    <a:pt x="493" y="176"/>
                    <a:pt x="510" y="176"/>
                    <a:pt x="532" y="182"/>
                  </a:cubicBezTo>
                  <a:cubicBezTo>
                    <a:pt x="573" y="191"/>
                    <a:pt x="599" y="195"/>
                    <a:pt x="632" y="200"/>
                  </a:cubicBezTo>
                  <a:cubicBezTo>
                    <a:pt x="636" y="200"/>
                    <a:pt x="636" y="200"/>
                    <a:pt x="636" y="200"/>
                  </a:cubicBezTo>
                  <a:cubicBezTo>
                    <a:pt x="670" y="205"/>
                    <a:pt x="686" y="206"/>
                    <a:pt x="722" y="209"/>
                  </a:cubicBezTo>
                  <a:cubicBezTo>
                    <a:pt x="739" y="210"/>
                    <a:pt x="748" y="212"/>
                    <a:pt x="757" y="214"/>
                  </a:cubicBezTo>
                  <a:cubicBezTo>
                    <a:pt x="766" y="216"/>
                    <a:pt x="774" y="217"/>
                    <a:pt x="789" y="218"/>
                  </a:cubicBezTo>
                  <a:cubicBezTo>
                    <a:pt x="808" y="218"/>
                    <a:pt x="808" y="218"/>
                    <a:pt x="808" y="218"/>
                  </a:cubicBezTo>
                  <a:cubicBezTo>
                    <a:pt x="821" y="218"/>
                    <a:pt x="829" y="218"/>
                    <a:pt x="857" y="228"/>
                  </a:cubicBezTo>
                  <a:cubicBezTo>
                    <a:pt x="867" y="231"/>
                    <a:pt x="876" y="234"/>
                    <a:pt x="886" y="237"/>
                  </a:cubicBezTo>
                  <a:cubicBezTo>
                    <a:pt x="913" y="244"/>
                    <a:pt x="937" y="251"/>
                    <a:pt x="942" y="269"/>
                  </a:cubicBezTo>
                  <a:cubicBezTo>
                    <a:pt x="949" y="296"/>
                    <a:pt x="950" y="344"/>
                    <a:pt x="941" y="372"/>
                  </a:cubicBezTo>
                  <a:cubicBezTo>
                    <a:pt x="935" y="389"/>
                    <a:pt x="935" y="389"/>
                    <a:pt x="935" y="389"/>
                  </a:cubicBezTo>
                  <a:cubicBezTo>
                    <a:pt x="929" y="409"/>
                    <a:pt x="924" y="424"/>
                    <a:pt x="910" y="439"/>
                  </a:cubicBezTo>
                  <a:cubicBezTo>
                    <a:pt x="892" y="460"/>
                    <a:pt x="892" y="460"/>
                    <a:pt x="892" y="460"/>
                  </a:cubicBezTo>
                  <a:cubicBezTo>
                    <a:pt x="879" y="475"/>
                    <a:pt x="866" y="491"/>
                    <a:pt x="850" y="502"/>
                  </a:cubicBezTo>
                  <a:cubicBezTo>
                    <a:pt x="844" y="506"/>
                    <a:pt x="832" y="512"/>
                    <a:pt x="820" y="518"/>
                  </a:cubicBezTo>
                  <a:cubicBezTo>
                    <a:pt x="804" y="526"/>
                    <a:pt x="787" y="534"/>
                    <a:pt x="776" y="542"/>
                  </a:cubicBezTo>
                  <a:cubicBezTo>
                    <a:pt x="759" y="555"/>
                    <a:pt x="699" y="569"/>
                    <a:pt x="652" y="566"/>
                  </a:cubicBezTo>
                  <a:cubicBezTo>
                    <a:pt x="639" y="566"/>
                    <a:pt x="623" y="567"/>
                    <a:pt x="607" y="568"/>
                  </a:cubicBezTo>
                  <a:cubicBezTo>
                    <a:pt x="592" y="569"/>
                    <a:pt x="576" y="570"/>
                    <a:pt x="564" y="570"/>
                  </a:cubicBezTo>
                  <a:cubicBezTo>
                    <a:pt x="548" y="569"/>
                    <a:pt x="517" y="569"/>
                    <a:pt x="490" y="569"/>
                  </a:cubicBezTo>
                  <a:cubicBezTo>
                    <a:pt x="455" y="570"/>
                    <a:pt x="455" y="570"/>
                    <a:pt x="455" y="570"/>
                  </a:cubicBezTo>
                  <a:cubicBezTo>
                    <a:pt x="439" y="570"/>
                    <a:pt x="412" y="564"/>
                    <a:pt x="385" y="559"/>
                  </a:cubicBezTo>
                  <a:cubicBezTo>
                    <a:pt x="358" y="554"/>
                    <a:pt x="333" y="549"/>
                    <a:pt x="318" y="549"/>
                  </a:cubicBezTo>
                  <a:cubicBezTo>
                    <a:pt x="290" y="549"/>
                    <a:pt x="249" y="546"/>
                    <a:pt x="218" y="541"/>
                  </a:cubicBezTo>
                  <a:cubicBezTo>
                    <a:pt x="187" y="535"/>
                    <a:pt x="187" y="535"/>
                    <a:pt x="187" y="535"/>
                  </a:cubicBezTo>
                  <a:cubicBezTo>
                    <a:pt x="155" y="529"/>
                    <a:pt x="144" y="528"/>
                    <a:pt x="139" y="528"/>
                  </a:cubicBezTo>
                  <a:cubicBezTo>
                    <a:pt x="127" y="527"/>
                    <a:pt x="116" y="525"/>
                    <a:pt x="105" y="522"/>
                  </a:cubicBezTo>
                  <a:cubicBezTo>
                    <a:pt x="91" y="518"/>
                    <a:pt x="78" y="515"/>
                    <a:pt x="65" y="517"/>
                  </a:cubicBezTo>
                  <a:cubicBezTo>
                    <a:pt x="47" y="519"/>
                    <a:pt x="12" y="509"/>
                    <a:pt x="1" y="506"/>
                  </a:cubicBezTo>
                  <a:cubicBezTo>
                    <a:pt x="0" y="511"/>
                    <a:pt x="0" y="511"/>
                    <a:pt x="0" y="511"/>
                  </a:cubicBezTo>
                  <a:cubicBezTo>
                    <a:pt x="12" y="515"/>
                    <a:pt x="47" y="525"/>
                    <a:pt x="66" y="523"/>
                  </a:cubicBezTo>
                  <a:cubicBezTo>
                    <a:pt x="88" y="520"/>
                    <a:pt x="111" y="533"/>
                    <a:pt x="139" y="534"/>
                  </a:cubicBezTo>
                  <a:cubicBezTo>
                    <a:pt x="144" y="533"/>
                    <a:pt x="187" y="542"/>
                    <a:pt x="217" y="547"/>
                  </a:cubicBezTo>
                  <a:cubicBezTo>
                    <a:pt x="247" y="552"/>
                    <a:pt x="289" y="555"/>
                    <a:pt x="318" y="555"/>
                  </a:cubicBezTo>
                  <a:cubicBezTo>
                    <a:pt x="347" y="555"/>
                    <a:pt x="423" y="576"/>
                    <a:pt x="455" y="576"/>
                  </a:cubicBezTo>
                  <a:cubicBezTo>
                    <a:pt x="486" y="576"/>
                    <a:pt x="540" y="574"/>
                    <a:pt x="564" y="576"/>
                  </a:cubicBezTo>
                  <a:cubicBezTo>
                    <a:pt x="588" y="577"/>
                    <a:pt x="626" y="571"/>
                    <a:pt x="652" y="572"/>
                  </a:cubicBezTo>
                  <a:cubicBezTo>
                    <a:pt x="700" y="575"/>
                    <a:pt x="761" y="561"/>
                    <a:pt x="780" y="547"/>
                  </a:cubicBezTo>
                  <a:cubicBezTo>
                    <a:pt x="799" y="533"/>
                    <a:pt x="840" y="517"/>
                    <a:pt x="854" y="507"/>
                  </a:cubicBezTo>
                  <a:cubicBezTo>
                    <a:pt x="877" y="490"/>
                    <a:pt x="896" y="463"/>
                    <a:pt x="914" y="443"/>
                  </a:cubicBezTo>
                  <a:cubicBezTo>
                    <a:pt x="933" y="422"/>
                    <a:pt x="936" y="403"/>
                    <a:pt x="946" y="374"/>
                  </a:cubicBezTo>
                  <a:cubicBezTo>
                    <a:pt x="957" y="345"/>
                    <a:pt x="955" y="295"/>
                    <a:pt x="947" y="267"/>
                  </a:cubicBezTo>
                  <a:cubicBezTo>
                    <a:pt x="940" y="240"/>
                    <a:pt x="898" y="236"/>
                    <a:pt x="859" y="222"/>
                  </a:cubicBezTo>
                  <a:cubicBezTo>
                    <a:pt x="820" y="208"/>
                    <a:pt x="818" y="213"/>
                    <a:pt x="789" y="212"/>
                  </a:cubicBezTo>
                  <a:cubicBezTo>
                    <a:pt x="760" y="211"/>
                    <a:pt x="758" y="206"/>
                    <a:pt x="722" y="203"/>
                  </a:cubicBezTo>
                  <a:cubicBezTo>
                    <a:pt x="687" y="201"/>
                    <a:pt x="671" y="199"/>
                    <a:pt x="637" y="194"/>
                  </a:cubicBezTo>
                  <a:cubicBezTo>
                    <a:pt x="602" y="189"/>
                    <a:pt x="576" y="185"/>
                    <a:pt x="534" y="176"/>
                  </a:cubicBezTo>
                  <a:cubicBezTo>
                    <a:pt x="491" y="166"/>
                    <a:pt x="463" y="171"/>
                    <a:pt x="409" y="163"/>
                  </a:cubicBezTo>
                  <a:cubicBezTo>
                    <a:pt x="355" y="154"/>
                    <a:pt x="343" y="156"/>
                    <a:pt x="302" y="150"/>
                  </a:cubicBezTo>
                  <a:cubicBezTo>
                    <a:pt x="279" y="147"/>
                    <a:pt x="267" y="139"/>
                    <a:pt x="250" y="136"/>
                  </a:cubicBezTo>
                  <a:cubicBezTo>
                    <a:pt x="236" y="134"/>
                    <a:pt x="219" y="136"/>
                    <a:pt x="197" y="130"/>
                  </a:cubicBezTo>
                  <a:cubicBezTo>
                    <a:pt x="173" y="124"/>
                    <a:pt x="140" y="113"/>
                    <a:pt x="135" y="99"/>
                  </a:cubicBezTo>
                  <a:cubicBezTo>
                    <a:pt x="130" y="85"/>
                    <a:pt x="136" y="84"/>
                    <a:pt x="144" y="74"/>
                  </a:cubicBezTo>
                  <a:cubicBezTo>
                    <a:pt x="151" y="64"/>
                    <a:pt x="159" y="53"/>
                    <a:pt x="172" y="50"/>
                  </a:cubicBezTo>
                  <a:cubicBezTo>
                    <a:pt x="177" y="49"/>
                    <a:pt x="182" y="48"/>
                    <a:pt x="187" y="47"/>
                  </a:cubicBezTo>
                  <a:cubicBezTo>
                    <a:pt x="193" y="46"/>
                    <a:pt x="190" y="36"/>
                    <a:pt x="185" y="34"/>
                  </a:cubicBezTo>
                  <a:cubicBezTo>
                    <a:pt x="173" y="29"/>
                    <a:pt x="156" y="25"/>
                    <a:pt x="149" y="23"/>
                  </a:cubicBezTo>
                  <a:cubicBezTo>
                    <a:pt x="131" y="20"/>
                    <a:pt x="106" y="13"/>
                    <a:pt x="82" y="9"/>
                  </a:cubicBezTo>
                  <a:cubicBezTo>
                    <a:pt x="63" y="6"/>
                    <a:pt x="45" y="6"/>
                    <a:pt x="35" y="5"/>
                  </a:cubicBezTo>
                  <a:cubicBezTo>
                    <a:pt x="17" y="1"/>
                    <a:pt x="6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5" y="6"/>
                    <a:pt x="16" y="7"/>
                    <a:pt x="34" y="11"/>
                  </a:cubicBezTo>
                  <a:close/>
                </a:path>
              </a:pathLst>
            </a:custGeom>
            <a:solidFill>
              <a:srgbClr val="FFF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20">
              <a:extLst>
                <a:ext uri="{FF2B5EF4-FFF2-40B4-BE49-F238E27FC236}">
                  <a16:creationId xmlns:a16="http://schemas.microsoft.com/office/drawing/2014/main" id="{59D5A83E-0AB9-4634-BCBD-8C84FD165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697"/>
              <a:ext cx="2188" cy="1083"/>
            </a:xfrm>
            <a:custGeom>
              <a:avLst/>
              <a:gdLst>
                <a:gd name="T0" fmla="*/ 79368 w 875"/>
                <a:gd name="T1" fmla="*/ 27694 h 406"/>
                <a:gd name="T2" fmla="*/ 63917 w 875"/>
                <a:gd name="T3" fmla="*/ 25112 h 406"/>
                <a:gd name="T4" fmla="*/ 45158 w 875"/>
                <a:gd name="T5" fmla="*/ 20918 h 406"/>
                <a:gd name="T6" fmla="*/ 25331 w 875"/>
                <a:gd name="T7" fmla="*/ 16210 h 406"/>
                <a:gd name="T8" fmla="*/ 13413 w 875"/>
                <a:gd name="T9" fmla="*/ 8653 h 406"/>
                <a:gd name="T10" fmla="*/ 0 w 875"/>
                <a:gd name="T11" fmla="*/ 1366 h 406"/>
                <a:gd name="T12" fmla="*/ 12505 w 875"/>
                <a:gd name="T13" fmla="*/ 11086 h 406"/>
                <a:gd name="T14" fmla="*/ 17714 w 875"/>
                <a:gd name="T15" fmla="*/ 14730 h 406"/>
                <a:gd name="T16" fmla="*/ 13025 w 875"/>
                <a:gd name="T17" fmla="*/ 13932 h 406"/>
                <a:gd name="T18" fmla="*/ 8597 w 875"/>
                <a:gd name="T19" fmla="*/ 13113 h 406"/>
                <a:gd name="T20" fmla="*/ 6379 w 875"/>
                <a:gd name="T21" fmla="*/ 11500 h 406"/>
                <a:gd name="T22" fmla="*/ 0 w 875"/>
                <a:gd name="T23" fmla="*/ 9320 h 406"/>
                <a:gd name="T24" fmla="*/ 520 w 875"/>
                <a:gd name="T25" fmla="*/ 11996 h 406"/>
                <a:gd name="T26" fmla="*/ 5209 w 875"/>
                <a:gd name="T27" fmla="*/ 13783 h 406"/>
                <a:gd name="T28" fmla="*/ 8409 w 875"/>
                <a:gd name="T29" fmla="*/ 15789 h 406"/>
                <a:gd name="T30" fmla="*/ 12713 w 875"/>
                <a:gd name="T31" fmla="*/ 16608 h 406"/>
                <a:gd name="T32" fmla="*/ 15556 w 875"/>
                <a:gd name="T33" fmla="*/ 17155 h 406"/>
                <a:gd name="T34" fmla="*/ 16339 w 875"/>
                <a:gd name="T35" fmla="*/ 17269 h 406"/>
                <a:gd name="T36" fmla="*/ 30802 w 875"/>
                <a:gd name="T37" fmla="*/ 20252 h 406"/>
                <a:gd name="T38" fmla="*/ 53675 w 875"/>
                <a:gd name="T39" fmla="*/ 25509 h 406"/>
                <a:gd name="T40" fmla="*/ 78005 w 875"/>
                <a:gd name="T41" fmla="*/ 30276 h 406"/>
                <a:gd name="T42" fmla="*/ 82889 w 875"/>
                <a:gd name="T43" fmla="*/ 31188 h 406"/>
                <a:gd name="T44" fmla="*/ 83089 w 875"/>
                <a:gd name="T45" fmla="*/ 32554 h 406"/>
                <a:gd name="T46" fmla="*/ 83089 w 875"/>
                <a:gd name="T47" fmla="*/ 32703 h 406"/>
                <a:gd name="T48" fmla="*/ 73897 w 875"/>
                <a:gd name="T49" fmla="*/ 38892 h 406"/>
                <a:gd name="T50" fmla="*/ 63655 w 875"/>
                <a:gd name="T51" fmla="*/ 47281 h 406"/>
                <a:gd name="T52" fmla="*/ 51142 w 875"/>
                <a:gd name="T53" fmla="*/ 41205 h 406"/>
                <a:gd name="T54" fmla="*/ 26894 w 875"/>
                <a:gd name="T55" fmla="*/ 41319 h 406"/>
                <a:gd name="T56" fmla="*/ 20640 w 875"/>
                <a:gd name="T57" fmla="*/ 42843 h 406"/>
                <a:gd name="T58" fmla="*/ 13213 w 875"/>
                <a:gd name="T59" fmla="*/ 45270 h 406"/>
                <a:gd name="T60" fmla="*/ 5084 w 875"/>
                <a:gd name="T61" fmla="*/ 46065 h 406"/>
                <a:gd name="T62" fmla="*/ 4301 w 875"/>
                <a:gd name="T63" fmla="*/ 45761 h 406"/>
                <a:gd name="T64" fmla="*/ 988 w 875"/>
                <a:gd name="T65" fmla="*/ 40807 h 406"/>
                <a:gd name="T66" fmla="*/ 0 w 875"/>
                <a:gd name="T67" fmla="*/ 45667 h 406"/>
                <a:gd name="T68" fmla="*/ 4221 w 875"/>
                <a:gd name="T69" fmla="*/ 48492 h 406"/>
                <a:gd name="T70" fmla="*/ 14076 w 875"/>
                <a:gd name="T71" fmla="*/ 47796 h 406"/>
                <a:gd name="T72" fmla="*/ 18684 w 875"/>
                <a:gd name="T73" fmla="*/ 45915 h 406"/>
                <a:gd name="T74" fmla="*/ 0 w 875"/>
                <a:gd name="T75" fmla="*/ 52157 h 406"/>
                <a:gd name="T76" fmla="*/ 0 w 875"/>
                <a:gd name="T77" fmla="*/ 54833 h 406"/>
                <a:gd name="T78" fmla="*/ 50754 w 875"/>
                <a:gd name="T79" fmla="*/ 43902 h 406"/>
                <a:gd name="T80" fmla="*/ 63655 w 875"/>
                <a:gd name="T81" fmla="*/ 49973 h 406"/>
                <a:gd name="T82" fmla="*/ 74677 w 875"/>
                <a:gd name="T83" fmla="*/ 41319 h 406"/>
                <a:gd name="T84" fmla="*/ 85044 w 875"/>
                <a:gd name="T85" fmla="*/ 33216 h 40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75" h="406">
                  <a:moveTo>
                    <a:pt x="856" y="213"/>
                  </a:moveTo>
                  <a:cubicBezTo>
                    <a:pt x="844" y="208"/>
                    <a:pt x="826" y="206"/>
                    <a:pt x="812" y="205"/>
                  </a:cubicBezTo>
                  <a:cubicBezTo>
                    <a:pt x="800" y="204"/>
                    <a:pt x="800" y="204"/>
                    <a:pt x="800" y="204"/>
                  </a:cubicBezTo>
                  <a:cubicBezTo>
                    <a:pt x="654" y="186"/>
                    <a:pt x="654" y="186"/>
                    <a:pt x="654" y="186"/>
                  </a:cubicBezTo>
                  <a:cubicBezTo>
                    <a:pt x="619" y="181"/>
                    <a:pt x="585" y="175"/>
                    <a:pt x="552" y="169"/>
                  </a:cubicBezTo>
                  <a:cubicBezTo>
                    <a:pt x="523" y="164"/>
                    <a:pt x="492" y="159"/>
                    <a:pt x="462" y="155"/>
                  </a:cubicBezTo>
                  <a:cubicBezTo>
                    <a:pt x="426" y="150"/>
                    <a:pt x="376" y="141"/>
                    <a:pt x="319" y="130"/>
                  </a:cubicBezTo>
                  <a:cubicBezTo>
                    <a:pt x="301" y="127"/>
                    <a:pt x="281" y="123"/>
                    <a:pt x="259" y="120"/>
                  </a:cubicBezTo>
                  <a:cubicBezTo>
                    <a:pt x="248" y="116"/>
                    <a:pt x="213" y="103"/>
                    <a:pt x="175" y="84"/>
                  </a:cubicBezTo>
                  <a:cubicBezTo>
                    <a:pt x="137" y="64"/>
                    <a:pt x="137" y="64"/>
                    <a:pt x="137" y="64"/>
                  </a:cubicBezTo>
                  <a:cubicBezTo>
                    <a:pt x="87" y="38"/>
                    <a:pt x="25" y="5"/>
                    <a:pt x="2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2" y="26"/>
                    <a:pt x="83" y="58"/>
                    <a:pt x="128" y="82"/>
                  </a:cubicBezTo>
                  <a:cubicBezTo>
                    <a:pt x="166" y="102"/>
                    <a:pt x="166" y="102"/>
                    <a:pt x="166" y="102"/>
                  </a:cubicBezTo>
                  <a:cubicBezTo>
                    <a:pt x="171" y="105"/>
                    <a:pt x="176" y="107"/>
                    <a:pt x="181" y="109"/>
                  </a:cubicBezTo>
                  <a:cubicBezTo>
                    <a:pt x="165" y="107"/>
                    <a:pt x="150" y="105"/>
                    <a:pt x="137" y="104"/>
                  </a:cubicBezTo>
                  <a:cubicBezTo>
                    <a:pt x="136" y="103"/>
                    <a:pt x="134" y="103"/>
                    <a:pt x="133" y="103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3" y="96"/>
                    <a:pt x="78" y="94"/>
                    <a:pt x="74" y="91"/>
                  </a:cubicBezTo>
                  <a:cubicBezTo>
                    <a:pt x="71" y="90"/>
                    <a:pt x="68" y="87"/>
                    <a:pt x="65" y="85"/>
                  </a:cubicBezTo>
                  <a:cubicBezTo>
                    <a:pt x="52" y="76"/>
                    <a:pt x="35" y="64"/>
                    <a:pt x="7" y="67"/>
                  </a:cubicBezTo>
                  <a:cubicBezTo>
                    <a:pt x="4" y="68"/>
                    <a:pt x="2" y="68"/>
                    <a:pt x="0" y="6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6" y="88"/>
                    <a:pt x="8" y="87"/>
                    <a:pt x="9" y="87"/>
                  </a:cubicBezTo>
                  <a:cubicBezTo>
                    <a:pt x="30" y="84"/>
                    <a:pt x="41" y="92"/>
                    <a:pt x="53" y="102"/>
                  </a:cubicBezTo>
                  <a:cubicBezTo>
                    <a:pt x="63" y="108"/>
                    <a:pt x="72" y="115"/>
                    <a:pt x="85" y="117"/>
                  </a:cubicBezTo>
                  <a:cubicBezTo>
                    <a:pt x="85" y="117"/>
                    <a:pt x="86" y="117"/>
                    <a:pt x="86" y="117"/>
                  </a:cubicBezTo>
                  <a:cubicBezTo>
                    <a:pt x="87" y="117"/>
                    <a:pt x="87" y="117"/>
                    <a:pt x="87" y="117"/>
                  </a:cubicBezTo>
                  <a:cubicBezTo>
                    <a:pt x="96" y="119"/>
                    <a:pt x="130" y="123"/>
                    <a:pt x="130" y="123"/>
                  </a:cubicBezTo>
                  <a:cubicBezTo>
                    <a:pt x="139" y="124"/>
                    <a:pt x="148" y="125"/>
                    <a:pt x="158" y="126"/>
                  </a:cubicBezTo>
                  <a:cubicBezTo>
                    <a:pt x="158" y="127"/>
                    <a:pt x="158" y="127"/>
                    <a:pt x="159" y="127"/>
                  </a:cubicBezTo>
                  <a:cubicBezTo>
                    <a:pt x="161" y="127"/>
                    <a:pt x="163" y="127"/>
                    <a:pt x="166" y="128"/>
                  </a:cubicBezTo>
                  <a:cubicBezTo>
                    <a:pt x="166" y="128"/>
                    <a:pt x="166" y="128"/>
                    <a:pt x="167" y="128"/>
                  </a:cubicBezTo>
                  <a:cubicBezTo>
                    <a:pt x="194" y="131"/>
                    <a:pt x="226" y="135"/>
                    <a:pt x="255" y="140"/>
                  </a:cubicBezTo>
                  <a:cubicBezTo>
                    <a:pt x="277" y="143"/>
                    <a:pt x="298" y="146"/>
                    <a:pt x="315" y="150"/>
                  </a:cubicBezTo>
                  <a:cubicBezTo>
                    <a:pt x="373" y="161"/>
                    <a:pt x="423" y="169"/>
                    <a:pt x="459" y="174"/>
                  </a:cubicBezTo>
                  <a:cubicBezTo>
                    <a:pt x="489" y="178"/>
                    <a:pt x="518" y="184"/>
                    <a:pt x="549" y="189"/>
                  </a:cubicBezTo>
                  <a:cubicBezTo>
                    <a:pt x="582" y="195"/>
                    <a:pt x="616" y="201"/>
                    <a:pt x="651" y="206"/>
                  </a:cubicBezTo>
                  <a:cubicBezTo>
                    <a:pt x="651" y="206"/>
                    <a:pt x="798" y="224"/>
                    <a:pt x="798" y="224"/>
                  </a:cubicBezTo>
                  <a:cubicBezTo>
                    <a:pt x="798" y="224"/>
                    <a:pt x="811" y="225"/>
                    <a:pt x="811" y="225"/>
                  </a:cubicBezTo>
                  <a:cubicBezTo>
                    <a:pt x="823" y="226"/>
                    <a:pt x="839" y="227"/>
                    <a:pt x="848" y="231"/>
                  </a:cubicBezTo>
                  <a:cubicBezTo>
                    <a:pt x="850" y="232"/>
                    <a:pt x="851" y="234"/>
                    <a:pt x="851" y="237"/>
                  </a:cubicBezTo>
                  <a:cubicBezTo>
                    <a:pt x="851" y="238"/>
                    <a:pt x="851" y="239"/>
                    <a:pt x="850" y="241"/>
                  </a:cubicBezTo>
                  <a:cubicBezTo>
                    <a:pt x="850" y="241"/>
                    <a:pt x="850" y="241"/>
                    <a:pt x="850" y="241"/>
                  </a:cubicBezTo>
                  <a:cubicBezTo>
                    <a:pt x="850" y="241"/>
                    <a:pt x="850" y="242"/>
                    <a:pt x="850" y="242"/>
                  </a:cubicBezTo>
                  <a:cubicBezTo>
                    <a:pt x="846" y="250"/>
                    <a:pt x="805" y="267"/>
                    <a:pt x="786" y="275"/>
                  </a:cubicBezTo>
                  <a:cubicBezTo>
                    <a:pt x="775" y="280"/>
                    <a:pt x="764" y="284"/>
                    <a:pt x="756" y="288"/>
                  </a:cubicBezTo>
                  <a:cubicBezTo>
                    <a:pt x="744" y="294"/>
                    <a:pt x="730" y="304"/>
                    <a:pt x="716" y="314"/>
                  </a:cubicBezTo>
                  <a:cubicBezTo>
                    <a:pt x="693" y="331"/>
                    <a:pt x="668" y="350"/>
                    <a:pt x="651" y="350"/>
                  </a:cubicBezTo>
                  <a:cubicBezTo>
                    <a:pt x="646" y="350"/>
                    <a:pt x="627" y="342"/>
                    <a:pt x="611" y="336"/>
                  </a:cubicBezTo>
                  <a:cubicBezTo>
                    <a:pt x="584" y="325"/>
                    <a:pt x="550" y="311"/>
                    <a:pt x="523" y="305"/>
                  </a:cubicBezTo>
                  <a:cubicBezTo>
                    <a:pt x="441" y="287"/>
                    <a:pt x="344" y="296"/>
                    <a:pt x="274" y="306"/>
                  </a:cubicBezTo>
                  <a:cubicBezTo>
                    <a:pt x="275" y="306"/>
                    <a:pt x="275" y="306"/>
                    <a:pt x="275" y="306"/>
                  </a:cubicBezTo>
                  <a:cubicBezTo>
                    <a:pt x="248" y="310"/>
                    <a:pt x="248" y="310"/>
                    <a:pt x="248" y="310"/>
                  </a:cubicBezTo>
                  <a:cubicBezTo>
                    <a:pt x="234" y="313"/>
                    <a:pt x="221" y="315"/>
                    <a:pt x="211" y="317"/>
                  </a:cubicBezTo>
                  <a:cubicBezTo>
                    <a:pt x="188" y="320"/>
                    <a:pt x="188" y="320"/>
                    <a:pt x="188" y="320"/>
                  </a:cubicBezTo>
                  <a:cubicBezTo>
                    <a:pt x="161" y="323"/>
                    <a:pt x="147" y="330"/>
                    <a:pt x="135" y="335"/>
                  </a:cubicBezTo>
                  <a:cubicBezTo>
                    <a:pt x="127" y="339"/>
                    <a:pt x="120" y="342"/>
                    <a:pt x="110" y="344"/>
                  </a:cubicBezTo>
                  <a:cubicBezTo>
                    <a:pt x="82" y="348"/>
                    <a:pt x="58" y="347"/>
                    <a:pt x="52" y="341"/>
                  </a:cubicBezTo>
                  <a:cubicBezTo>
                    <a:pt x="48" y="338"/>
                    <a:pt x="48" y="338"/>
                    <a:pt x="48" y="338"/>
                  </a:cubicBezTo>
                  <a:cubicBezTo>
                    <a:pt x="44" y="339"/>
                    <a:pt x="44" y="339"/>
                    <a:pt x="44" y="339"/>
                  </a:cubicBezTo>
                  <a:cubicBezTo>
                    <a:pt x="35" y="341"/>
                    <a:pt x="29" y="340"/>
                    <a:pt x="24" y="337"/>
                  </a:cubicBezTo>
                  <a:cubicBezTo>
                    <a:pt x="17" y="332"/>
                    <a:pt x="13" y="321"/>
                    <a:pt x="10" y="302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38"/>
                    <a:pt x="0" y="338"/>
                    <a:pt x="0" y="338"/>
                  </a:cubicBezTo>
                  <a:cubicBezTo>
                    <a:pt x="3" y="344"/>
                    <a:pt x="7" y="349"/>
                    <a:pt x="13" y="353"/>
                  </a:cubicBezTo>
                  <a:cubicBezTo>
                    <a:pt x="21" y="359"/>
                    <a:pt x="31" y="361"/>
                    <a:pt x="43" y="359"/>
                  </a:cubicBezTo>
                  <a:cubicBezTo>
                    <a:pt x="60" y="369"/>
                    <a:pt x="93" y="366"/>
                    <a:pt x="112" y="364"/>
                  </a:cubicBezTo>
                  <a:cubicBezTo>
                    <a:pt x="126" y="362"/>
                    <a:pt x="135" y="358"/>
                    <a:pt x="144" y="354"/>
                  </a:cubicBezTo>
                  <a:cubicBezTo>
                    <a:pt x="155" y="348"/>
                    <a:pt x="167" y="343"/>
                    <a:pt x="190" y="340"/>
                  </a:cubicBezTo>
                  <a:cubicBezTo>
                    <a:pt x="191" y="340"/>
                    <a:pt x="191" y="340"/>
                    <a:pt x="191" y="340"/>
                  </a:cubicBezTo>
                  <a:cubicBezTo>
                    <a:pt x="192" y="340"/>
                    <a:pt x="197" y="339"/>
                    <a:pt x="202" y="338"/>
                  </a:cubicBezTo>
                  <a:cubicBezTo>
                    <a:pt x="156" y="361"/>
                    <a:pt x="78" y="385"/>
                    <a:pt x="0" y="386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0" y="406"/>
                    <a:pt x="0" y="406"/>
                    <a:pt x="0" y="406"/>
                  </a:cubicBezTo>
                  <a:cubicBezTo>
                    <a:pt x="111" y="405"/>
                    <a:pt x="225" y="357"/>
                    <a:pt x="253" y="330"/>
                  </a:cubicBezTo>
                  <a:cubicBezTo>
                    <a:pt x="322" y="319"/>
                    <a:pt x="431" y="306"/>
                    <a:pt x="519" y="325"/>
                  </a:cubicBezTo>
                  <a:cubicBezTo>
                    <a:pt x="544" y="330"/>
                    <a:pt x="577" y="344"/>
                    <a:pt x="604" y="355"/>
                  </a:cubicBezTo>
                  <a:cubicBezTo>
                    <a:pt x="631" y="366"/>
                    <a:pt x="644" y="371"/>
                    <a:pt x="651" y="370"/>
                  </a:cubicBezTo>
                  <a:cubicBezTo>
                    <a:pt x="675" y="370"/>
                    <a:pt x="702" y="350"/>
                    <a:pt x="728" y="331"/>
                  </a:cubicBezTo>
                  <a:cubicBezTo>
                    <a:pt x="741" y="320"/>
                    <a:pt x="754" y="311"/>
                    <a:pt x="764" y="306"/>
                  </a:cubicBezTo>
                  <a:cubicBezTo>
                    <a:pt x="772" y="302"/>
                    <a:pt x="782" y="298"/>
                    <a:pt x="793" y="293"/>
                  </a:cubicBezTo>
                  <a:cubicBezTo>
                    <a:pt x="843" y="273"/>
                    <a:pt x="867" y="262"/>
                    <a:pt x="870" y="246"/>
                  </a:cubicBezTo>
                  <a:cubicBezTo>
                    <a:pt x="875" y="229"/>
                    <a:pt x="866" y="217"/>
                    <a:pt x="856" y="213"/>
                  </a:cubicBezTo>
                  <a:close/>
                </a:path>
              </a:pathLst>
            </a:custGeom>
            <a:solidFill>
              <a:srgbClr val="FFF2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Freeform 21">
              <a:extLst>
                <a:ext uri="{FF2B5EF4-FFF2-40B4-BE49-F238E27FC236}">
                  <a16:creationId xmlns:a16="http://schemas.microsoft.com/office/drawing/2014/main" id="{19BF74D9-9FA8-4D39-B06E-11879F39F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724"/>
              <a:ext cx="641" cy="320"/>
            </a:xfrm>
            <a:custGeom>
              <a:avLst/>
              <a:gdLst>
                <a:gd name="T0" fmla="*/ 0 w 256"/>
                <a:gd name="T1" fmla="*/ 9464 h 120"/>
                <a:gd name="T2" fmla="*/ 784 w 256"/>
                <a:gd name="T3" fmla="*/ 9045 h 120"/>
                <a:gd name="T4" fmla="*/ 8571 w 256"/>
                <a:gd name="T5" fmla="*/ 13107 h 120"/>
                <a:gd name="T6" fmla="*/ 25197 w 256"/>
                <a:gd name="T7" fmla="*/ 16179 h 120"/>
                <a:gd name="T8" fmla="*/ 16826 w 256"/>
                <a:gd name="T9" fmla="*/ 11171 h 120"/>
                <a:gd name="T10" fmla="*/ 0 w 256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6" h="120">
                  <a:moveTo>
                    <a:pt x="0" y="70"/>
                  </a:moveTo>
                  <a:cubicBezTo>
                    <a:pt x="2" y="69"/>
                    <a:pt x="5" y="68"/>
                    <a:pt x="8" y="67"/>
                  </a:cubicBezTo>
                  <a:cubicBezTo>
                    <a:pt x="49" y="62"/>
                    <a:pt x="60" y="93"/>
                    <a:pt x="87" y="97"/>
                  </a:cubicBezTo>
                  <a:cubicBezTo>
                    <a:pt x="107" y="100"/>
                    <a:pt x="187" y="110"/>
                    <a:pt x="256" y="120"/>
                  </a:cubicBezTo>
                  <a:cubicBezTo>
                    <a:pt x="245" y="116"/>
                    <a:pt x="209" y="103"/>
                    <a:pt x="171" y="83"/>
                  </a:cubicBezTo>
                  <a:cubicBezTo>
                    <a:pt x="125" y="60"/>
                    <a:pt x="28" y="6"/>
                    <a:pt x="0" y="0"/>
                  </a:cubicBezTo>
                </a:path>
              </a:pathLst>
            </a:custGeom>
            <a:solidFill>
              <a:srgbClr val="E7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22">
              <a:extLst>
                <a:ext uri="{FF2B5EF4-FFF2-40B4-BE49-F238E27FC236}">
                  <a16:creationId xmlns:a16="http://schemas.microsoft.com/office/drawing/2014/main" id="{AECD67D0-A1DF-427D-AD4F-48A1FD0A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505"/>
              <a:ext cx="623" cy="248"/>
            </a:xfrm>
            <a:custGeom>
              <a:avLst/>
              <a:gdLst>
                <a:gd name="T0" fmla="*/ 0 w 249"/>
                <a:gd name="T1" fmla="*/ 12536 h 93"/>
                <a:gd name="T2" fmla="*/ 24420 w 249"/>
                <a:gd name="T3" fmla="*/ 2275 h 93"/>
                <a:gd name="T4" fmla="*/ 18530 w 249"/>
                <a:gd name="T5" fmla="*/ 3640 h 93"/>
                <a:gd name="T6" fmla="*/ 10899 w 249"/>
                <a:gd name="T7" fmla="*/ 6883 h 93"/>
                <a:gd name="T8" fmla="*/ 4514 w 249"/>
                <a:gd name="T9" fmla="*/ 6221 h 93"/>
                <a:gd name="T10" fmla="*/ 0 w 249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9" h="93">
                  <a:moveTo>
                    <a:pt x="0" y="93"/>
                  </a:moveTo>
                  <a:cubicBezTo>
                    <a:pt x="110" y="92"/>
                    <a:pt x="226" y="43"/>
                    <a:pt x="249" y="17"/>
                  </a:cubicBezTo>
                  <a:cubicBezTo>
                    <a:pt x="219" y="22"/>
                    <a:pt x="197" y="27"/>
                    <a:pt x="189" y="27"/>
                  </a:cubicBezTo>
                  <a:cubicBezTo>
                    <a:pt x="145" y="32"/>
                    <a:pt x="139" y="47"/>
                    <a:pt x="111" y="51"/>
                  </a:cubicBezTo>
                  <a:cubicBezTo>
                    <a:pt x="97" y="53"/>
                    <a:pt x="58" y="57"/>
                    <a:pt x="46" y="46"/>
                  </a:cubicBezTo>
                  <a:cubicBezTo>
                    <a:pt x="15" y="51"/>
                    <a:pt x="5" y="31"/>
                    <a:pt x="0" y="0"/>
                  </a:cubicBezTo>
                </a:path>
              </a:pathLst>
            </a:custGeom>
            <a:solidFill>
              <a:srgbClr val="E7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23">
              <a:extLst>
                <a:ext uri="{FF2B5EF4-FFF2-40B4-BE49-F238E27FC236}">
                  <a16:creationId xmlns:a16="http://schemas.microsoft.com/office/drawing/2014/main" id="{C13680DC-4CCD-4B08-98F2-286F9F468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889"/>
              <a:ext cx="2161" cy="771"/>
            </a:xfrm>
            <a:custGeom>
              <a:avLst/>
              <a:gdLst>
                <a:gd name="T0" fmla="*/ 0 w 864"/>
                <a:gd name="T1" fmla="*/ 31195 h 289"/>
                <a:gd name="T2" fmla="*/ 4505 w 864"/>
                <a:gd name="T3" fmla="*/ 37443 h 289"/>
                <a:gd name="T4" fmla="*/ 10873 w 864"/>
                <a:gd name="T5" fmla="*/ 38091 h 289"/>
                <a:gd name="T6" fmla="*/ 18511 w 864"/>
                <a:gd name="T7" fmla="*/ 34839 h 289"/>
                <a:gd name="T8" fmla="*/ 50991 w 864"/>
                <a:gd name="T9" fmla="*/ 32833 h 289"/>
                <a:gd name="T10" fmla="*/ 63714 w 864"/>
                <a:gd name="T11" fmla="*/ 38902 h 289"/>
                <a:gd name="T12" fmla="*/ 74399 w 864"/>
                <a:gd name="T13" fmla="*/ 30397 h 289"/>
                <a:gd name="T14" fmla="*/ 84179 w 864"/>
                <a:gd name="T15" fmla="*/ 23258 h 289"/>
                <a:gd name="T16" fmla="*/ 83396 w 864"/>
                <a:gd name="T17" fmla="*/ 20262 h 289"/>
                <a:gd name="T18" fmla="*/ 78184 w 864"/>
                <a:gd name="T19" fmla="*/ 19195 h 289"/>
                <a:gd name="T20" fmla="*/ 63822 w 864"/>
                <a:gd name="T21" fmla="*/ 16767 h 289"/>
                <a:gd name="T22" fmla="*/ 45048 w 864"/>
                <a:gd name="T23" fmla="*/ 12419 h 289"/>
                <a:gd name="T24" fmla="*/ 31029 w 864"/>
                <a:gd name="T25" fmla="*/ 9175 h 289"/>
                <a:gd name="T26" fmla="*/ 8526 w 864"/>
                <a:gd name="T27" fmla="*/ 4711 h 289"/>
                <a:gd name="T28" fmla="*/ 783 w 864"/>
                <a:gd name="T29" fmla="*/ 662 h 289"/>
                <a:gd name="T30" fmla="*/ 0 w 864"/>
                <a:gd name="T31" fmla="*/ 1062 h 2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4" h="289">
                  <a:moveTo>
                    <a:pt x="0" y="231"/>
                  </a:moveTo>
                  <a:cubicBezTo>
                    <a:pt x="5" y="262"/>
                    <a:pt x="15" y="282"/>
                    <a:pt x="46" y="277"/>
                  </a:cubicBezTo>
                  <a:cubicBezTo>
                    <a:pt x="58" y="288"/>
                    <a:pt x="97" y="284"/>
                    <a:pt x="111" y="282"/>
                  </a:cubicBezTo>
                  <a:cubicBezTo>
                    <a:pt x="139" y="278"/>
                    <a:pt x="145" y="263"/>
                    <a:pt x="189" y="258"/>
                  </a:cubicBezTo>
                  <a:cubicBezTo>
                    <a:pt x="216" y="255"/>
                    <a:pt x="390" y="215"/>
                    <a:pt x="521" y="243"/>
                  </a:cubicBezTo>
                  <a:cubicBezTo>
                    <a:pt x="568" y="253"/>
                    <a:pt x="639" y="289"/>
                    <a:pt x="651" y="288"/>
                  </a:cubicBezTo>
                  <a:cubicBezTo>
                    <a:pt x="683" y="288"/>
                    <a:pt x="730" y="239"/>
                    <a:pt x="760" y="225"/>
                  </a:cubicBezTo>
                  <a:cubicBezTo>
                    <a:pt x="789" y="211"/>
                    <a:pt x="858" y="188"/>
                    <a:pt x="860" y="172"/>
                  </a:cubicBezTo>
                  <a:cubicBezTo>
                    <a:pt x="864" y="158"/>
                    <a:pt x="856" y="152"/>
                    <a:pt x="852" y="150"/>
                  </a:cubicBezTo>
                  <a:cubicBezTo>
                    <a:pt x="837" y="144"/>
                    <a:pt x="813" y="144"/>
                    <a:pt x="799" y="142"/>
                  </a:cubicBezTo>
                  <a:cubicBezTo>
                    <a:pt x="792" y="141"/>
                    <a:pt x="730" y="133"/>
                    <a:pt x="652" y="124"/>
                  </a:cubicBezTo>
                  <a:cubicBezTo>
                    <a:pt x="585" y="115"/>
                    <a:pt x="524" y="101"/>
                    <a:pt x="460" y="92"/>
                  </a:cubicBezTo>
                  <a:cubicBezTo>
                    <a:pt x="405" y="85"/>
                    <a:pt x="334" y="71"/>
                    <a:pt x="317" y="68"/>
                  </a:cubicBezTo>
                  <a:cubicBezTo>
                    <a:pt x="245" y="54"/>
                    <a:pt x="114" y="39"/>
                    <a:pt x="87" y="35"/>
                  </a:cubicBezTo>
                  <a:cubicBezTo>
                    <a:pt x="60" y="31"/>
                    <a:pt x="49" y="0"/>
                    <a:pt x="8" y="5"/>
                  </a:cubicBezTo>
                  <a:cubicBezTo>
                    <a:pt x="5" y="6"/>
                    <a:pt x="2" y="7"/>
                    <a:pt x="0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24">
              <a:extLst>
                <a:ext uri="{FF2B5EF4-FFF2-40B4-BE49-F238E27FC236}">
                  <a16:creationId xmlns:a16="http://schemas.microsoft.com/office/drawing/2014/main" id="{B7834837-420C-4C4D-8401-2AC4396E7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900"/>
              <a:ext cx="113" cy="731"/>
            </a:xfrm>
            <a:custGeom>
              <a:avLst/>
              <a:gdLst>
                <a:gd name="T0" fmla="*/ 794 w 45"/>
                <a:gd name="T1" fmla="*/ 149 h 274"/>
                <a:gd name="T2" fmla="*/ 0 w 45"/>
                <a:gd name="T3" fmla="*/ 547 h 274"/>
                <a:gd name="T4" fmla="*/ 0 w 45"/>
                <a:gd name="T5" fmla="*/ 30705 h 274"/>
                <a:gd name="T6" fmla="*/ 3372 w 45"/>
                <a:gd name="T7" fmla="*/ 37025 h 274"/>
                <a:gd name="T8" fmla="*/ 3372 w 45"/>
                <a:gd name="T9" fmla="*/ 30798 h 274"/>
                <a:gd name="T10" fmla="*/ 2187 w 45"/>
                <a:gd name="T11" fmla="*/ 12568 h 274"/>
                <a:gd name="T12" fmla="*/ 3897 w 45"/>
                <a:gd name="T13" fmla="*/ 1062 h 274"/>
                <a:gd name="T14" fmla="*/ 3973 w 45"/>
                <a:gd name="T15" fmla="*/ 819 h 274"/>
                <a:gd name="T16" fmla="*/ 794 w 45"/>
                <a:gd name="T17" fmla="*/ 149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74">
                  <a:moveTo>
                    <a:pt x="8" y="1"/>
                  </a:moveTo>
                  <a:cubicBezTo>
                    <a:pt x="5" y="2"/>
                    <a:pt x="2" y="3"/>
                    <a:pt x="0" y="4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4" y="254"/>
                    <a:pt x="12" y="273"/>
                    <a:pt x="34" y="274"/>
                  </a:cubicBezTo>
                  <a:cubicBezTo>
                    <a:pt x="45" y="272"/>
                    <a:pt x="41" y="251"/>
                    <a:pt x="34" y="228"/>
                  </a:cubicBezTo>
                  <a:cubicBezTo>
                    <a:pt x="26" y="202"/>
                    <a:pt x="25" y="139"/>
                    <a:pt x="22" y="93"/>
                  </a:cubicBezTo>
                  <a:cubicBezTo>
                    <a:pt x="20" y="47"/>
                    <a:pt x="16" y="12"/>
                    <a:pt x="39" y="8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2" y="2"/>
                    <a:pt x="21" y="0"/>
                    <a:pt x="8" y="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25">
              <a:extLst>
                <a:ext uri="{FF2B5EF4-FFF2-40B4-BE49-F238E27FC236}">
                  <a16:creationId xmlns:a16="http://schemas.microsoft.com/office/drawing/2014/main" id="{F7BB36A7-41DD-42B9-89B4-55EFED73C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713"/>
              <a:ext cx="152" cy="198"/>
            </a:xfrm>
            <a:custGeom>
              <a:avLst/>
              <a:gdLst>
                <a:gd name="T0" fmla="*/ 5664 w 61"/>
                <a:gd name="T1" fmla="*/ 0 h 74"/>
                <a:gd name="T2" fmla="*/ 0 w 61"/>
                <a:gd name="T3" fmla="*/ 10152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74">
                  <a:moveTo>
                    <a:pt x="59" y="0"/>
                  </a:moveTo>
                  <a:cubicBezTo>
                    <a:pt x="61" y="28"/>
                    <a:pt x="14" y="67"/>
                    <a:pt x="0" y="74"/>
                  </a:cubicBezTo>
                </a:path>
              </a:pathLst>
            </a:custGeom>
            <a:solidFill>
              <a:srgbClr val="FEF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26">
              <a:extLst>
                <a:ext uri="{FF2B5EF4-FFF2-40B4-BE49-F238E27FC236}">
                  <a16:creationId xmlns:a16="http://schemas.microsoft.com/office/drawing/2014/main" id="{B35FB769-ECE7-4FE8-944C-A9578DFC3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519"/>
              <a:ext cx="65" cy="194"/>
            </a:xfrm>
            <a:custGeom>
              <a:avLst/>
              <a:gdLst>
                <a:gd name="T0" fmla="*/ 908 w 26"/>
                <a:gd name="T1" fmla="*/ 0 h 73"/>
                <a:gd name="T2" fmla="*/ 0 w 26"/>
                <a:gd name="T3" fmla="*/ 968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3">
                  <a:moveTo>
                    <a:pt x="9" y="0"/>
                  </a:moveTo>
                  <a:cubicBezTo>
                    <a:pt x="26" y="27"/>
                    <a:pt x="6" y="58"/>
                    <a:pt x="0" y="73"/>
                  </a:cubicBezTo>
                </a:path>
              </a:pathLst>
            </a:custGeom>
            <a:solidFill>
              <a:srgbClr val="FEF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27">
              <a:extLst>
                <a:ext uri="{FF2B5EF4-FFF2-40B4-BE49-F238E27FC236}">
                  <a16:creationId xmlns:a16="http://schemas.microsoft.com/office/drawing/2014/main" id="{736F87B6-0615-4BAF-9C74-F9EA3437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452"/>
              <a:ext cx="135" cy="157"/>
            </a:xfrm>
            <a:custGeom>
              <a:avLst/>
              <a:gdLst>
                <a:gd name="T0" fmla="*/ 5283 w 54"/>
                <a:gd name="T1" fmla="*/ 0 h 59"/>
                <a:gd name="T2" fmla="*/ 0 w 54"/>
                <a:gd name="T3" fmla="*/ 7874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59">
                  <a:moveTo>
                    <a:pt x="54" y="0"/>
                  </a:moveTo>
                  <a:cubicBezTo>
                    <a:pt x="22" y="21"/>
                    <a:pt x="8" y="42"/>
                    <a:pt x="0" y="59"/>
                  </a:cubicBezTo>
                </a:path>
              </a:pathLst>
            </a:custGeom>
            <a:solidFill>
              <a:srgbClr val="FEF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28">
              <a:extLst>
                <a:ext uri="{FF2B5EF4-FFF2-40B4-BE49-F238E27FC236}">
                  <a16:creationId xmlns:a16="http://schemas.microsoft.com/office/drawing/2014/main" id="{BE2E0509-7C96-44F3-B15B-A9AD33E31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444"/>
              <a:ext cx="122" cy="109"/>
            </a:xfrm>
            <a:custGeom>
              <a:avLst/>
              <a:gdLst>
                <a:gd name="T0" fmla="*/ 4693 w 49"/>
                <a:gd name="T1" fmla="*/ 0 h 41"/>
                <a:gd name="T2" fmla="*/ 0 w 49"/>
                <a:gd name="T3" fmla="*/ 545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41">
                  <a:moveTo>
                    <a:pt x="49" y="0"/>
                  </a:moveTo>
                  <a:cubicBezTo>
                    <a:pt x="16" y="16"/>
                    <a:pt x="3" y="35"/>
                    <a:pt x="0" y="41"/>
                  </a:cubicBezTo>
                </a:path>
              </a:pathLst>
            </a:custGeom>
            <a:solidFill>
              <a:srgbClr val="FEF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29">
              <a:extLst>
                <a:ext uri="{FF2B5EF4-FFF2-40B4-BE49-F238E27FC236}">
                  <a16:creationId xmlns:a16="http://schemas.microsoft.com/office/drawing/2014/main" id="{4F62488B-DC7D-4250-B6A8-FFCFF6DBC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719"/>
              <a:ext cx="1" cy="66"/>
            </a:xfrm>
            <a:custGeom>
              <a:avLst/>
              <a:gdLst>
                <a:gd name="T0" fmla="*/ 0 w 1"/>
                <a:gd name="T1" fmla="*/ 0 h 66"/>
                <a:gd name="T2" fmla="*/ 0 w 1"/>
                <a:gd name="T3" fmla="*/ 66 h 66"/>
                <a:gd name="T4" fmla="*/ 0 w 1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66">
                  <a:moveTo>
                    <a:pt x="0" y="0"/>
                  </a:moveTo>
                  <a:lnTo>
                    <a:pt x="0" y="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Line 30">
              <a:extLst>
                <a:ext uri="{FF2B5EF4-FFF2-40B4-BE49-F238E27FC236}">
                  <a16:creationId xmlns:a16="http://schemas.microsoft.com/office/drawing/2014/main" id="{8918EB89-C54A-4262-8698-7E75C74650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2" y="1719"/>
              <a:ext cx="1" cy="66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31">
              <a:extLst>
                <a:ext uri="{FF2B5EF4-FFF2-40B4-BE49-F238E27FC236}">
                  <a16:creationId xmlns:a16="http://schemas.microsoft.com/office/drawing/2014/main" id="{A37343A5-9262-44FE-AF25-4B737854F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668"/>
              <a:ext cx="1941" cy="333"/>
            </a:xfrm>
            <a:custGeom>
              <a:avLst/>
              <a:gdLst>
                <a:gd name="T0" fmla="*/ 59606 w 776"/>
                <a:gd name="T1" fmla="*/ 7510 h 125"/>
                <a:gd name="T2" fmla="*/ 16448 w 776"/>
                <a:gd name="T3" fmla="*/ 661 h 125"/>
                <a:gd name="T4" fmla="*/ 16448 w 776"/>
                <a:gd name="T5" fmla="*/ 661 h 125"/>
                <a:gd name="T6" fmla="*/ 4035 w 776"/>
                <a:gd name="T7" fmla="*/ 0 h 125"/>
                <a:gd name="T8" fmla="*/ 708 w 776"/>
                <a:gd name="T9" fmla="*/ 964 h 125"/>
                <a:gd name="T10" fmla="*/ 783 w 776"/>
                <a:gd name="T11" fmla="*/ 2022 h 125"/>
                <a:gd name="T12" fmla="*/ 16166 w 776"/>
                <a:gd name="T13" fmla="*/ 4840 h 125"/>
                <a:gd name="T14" fmla="*/ 58948 w 776"/>
                <a:gd name="T15" fmla="*/ 11532 h 125"/>
                <a:gd name="T16" fmla="*/ 74801 w 776"/>
                <a:gd name="T17" fmla="*/ 16770 h 125"/>
                <a:gd name="T18" fmla="*/ 74989 w 776"/>
                <a:gd name="T19" fmla="*/ 16770 h 125"/>
                <a:gd name="T20" fmla="*/ 75459 w 776"/>
                <a:gd name="T21" fmla="*/ 12747 h 125"/>
                <a:gd name="T22" fmla="*/ 59606 w 776"/>
                <a:gd name="T23" fmla="*/ 7510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6" h="125">
                  <a:moveTo>
                    <a:pt x="609" y="56"/>
                  </a:moveTo>
                  <a:cubicBezTo>
                    <a:pt x="483" y="43"/>
                    <a:pt x="245" y="14"/>
                    <a:pt x="168" y="5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50" y="9"/>
                    <a:pt x="87" y="0"/>
                    <a:pt x="41" y="0"/>
                  </a:cubicBezTo>
                  <a:cubicBezTo>
                    <a:pt x="27" y="0"/>
                    <a:pt x="16" y="4"/>
                    <a:pt x="7" y="7"/>
                  </a:cubicBezTo>
                  <a:cubicBezTo>
                    <a:pt x="1" y="10"/>
                    <a:pt x="0" y="14"/>
                    <a:pt x="8" y="15"/>
                  </a:cubicBezTo>
                  <a:cubicBezTo>
                    <a:pt x="43" y="20"/>
                    <a:pt x="120" y="30"/>
                    <a:pt x="165" y="36"/>
                  </a:cubicBezTo>
                  <a:cubicBezTo>
                    <a:pt x="241" y="44"/>
                    <a:pt x="476" y="73"/>
                    <a:pt x="602" y="86"/>
                  </a:cubicBezTo>
                  <a:cubicBezTo>
                    <a:pt x="728" y="98"/>
                    <a:pt x="740" y="122"/>
                    <a:pt x="764" y="125"/>
                  </a:cubicBezTo>
                  <a:cubicBezTo>
                    <a:pt x="765" y="125"/>
                    <a:pt x="765" y="125"/>
                    <a:pt x="766" y="125"/>
                  </a:cubicBezTo>
                  <a:cubicBezTo>
                    <a:pt x="776" y="110"/>
                    <a:pt x="771" y="95"/>
                    <a:pt x="771" y="95"/>
                  </a:cubicBezTo>
                  <a:cubicBezTo>
                    <a:pt x="752" y="82"/>
                    <a:pt x="734" y="68"/>
                    <a:pt x="609" y="56"/>
                  </a:cubicBezTo>
                  <a:close/>
                </a:path>
              </a:pathLst>
            </a:custGeom>
            <a:solidFill>
              <a:srgbClr val="FEF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32">
              <a:extLst>
                <a:ext uri="{FF2B5EF4-FFF2-40B4-BE49-F238E27FC236}">
                  <a16:creationId xmlns:a16="http://schemas.microsoft.com/office/drawing/2014/main" id="{EA3D9014-C045-4147-946A-CC28D029A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204"/>
              <a:ext cx="2753" cy="1896"/>
            </a:xfrm>
            <a:custGeom>
              <a:avLst/>
              <a:gdLst>
                <a:gd name="T0" fmla="*/ 0 w 1101"/>
                <a:gd name="T1" fmla="*/ 9045 h 711"/>
                <a:gd name="T2" fmla="*/ 9504 w 1101"/>
                <a:gd name="T3" fmla="*/ 10675 h 711"/>
                <a:gd name="T4" fmla="*/ 18368 w 1101"/>
                <a:gd name="T5" fmla="*/ 13197 h 711"/>
                <a:gd name="T6" fmla="*/ 24827 w 1101"/>
                <a:gd name="T7" fmla="*/ 16747 h 711"/>
                <a:gd name="T8" fmla="*/ 30298 w 1101"/>
                <a:gd name="T9" fmla="*/ 19421 h 711"/>
                <a:gd name="T10" fmla="*/ 33999 w 1101"/>
                <a:gd name="T11" fmla="*/ 20629 h 711"/>
                <a:gd name="T12" fmla="*/ 34789 w 1101"/>
                <a:gd name="T13" fmla="*/ 24120 h 711"/>
                <a:gd name="T14" fmla="*/ 34789 w 1101"/>
                <a:gd name="T15" fmla="*/ 24120 h 711"/>
                <a:gd name="T16" fmla="*/ 22402 w 1101"/>
                <a:gd name="T17" fmla="*/ 23459 h 711"/>
                <a:gd name="T18" fmla="*/ 19076 w 1101"/>
                <a:gd name="T19" fmla="*/ 24427 h 711"/>
                <a:gd name="T20" fmla="*/ 19151 w 1101"/>
                <a:gd name="T21" fmla="*/ 25485 h 711"/>
                <a:gd name="T22" fmla="*/ 34519 w 1101"/>
                <a:gd name="T23" fmla="*/ 28309 h 711"/>
                <a:gd name="T24" fmla="*/ 77197 w 1101"/>
                <a:gd name="T25" fmla="*/ 35043 h 711"/>
                <a:gd name="T26" fmla="*/ 93034 w 1101"/>
                <a:gd name="T27" fmla="*/ 40299 h 711"/>
                <a:gd name="T28" fmla="*/ 94802 w 1101"/>
                <a:gd name="T29" fmla="*/ 72269 h 711"/>
                <a:gd name="T30" fmla="*/ 67817 w 1101"/>
                <a:gd name="T31" fmla="*/ 95723 h 711"/>
                <a:gd name="T32" fmla="*/ 67942 w 1101"/>
                <a:gd name="T33" fmla="*/ 95880 h 711"/>
                <a:gd name="T34" fmla="*/ 102724 w 1101"/>
                <a:gd name="T35" fmla="*/ 70635 h 711"/>
                <a:gd name="T36" fmla="*/ 98898 w 1101"/>
                <a:gd name="T37" fmla="*/ 24427 h 711"/>
                <a:gd name="T38" fmla="*/ 56295 w 1101"/>
                <a:gd name="T39" fmla="*/ 12800 h 711"/>
                <a:gd name="T40" fmla="*/ 43510 w 1101"/>
                <a:gd name="T41" fmla="*/ 10773 h 711"/>
                <a:gd name="T42" fmla="*/ 39007 w 1101"/>
                <a:gd name="T43" fmla="*/ 9955 h 711"/>
                <a:gd name="T44" fmla="*/ 22672 w 1101"/>
                <a:gd name="T45" fmla="*/ 4459 h 711"/>
                <a:gd name="T46" fmla="*/ 0 w 1101"/>
                <a:gd name="T47" fmla="*/ 0 h 7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01" h="711">
                  <a:moveTo>
                    <a:pt x="0" y="67"/>
                  </a:moveTo>
                  <a:cubicBezTo>
                    <a:pt x="15" y="66"/>
                    <a:pt x="62" y="77"/>
                    <a:pt x="97" y="79"/>
                  </a:cubicBezTo>
                  <a:cubicBezTo>
                    <a:pt x="146" y="90"/>
                    <a:pt x="154" y="79"/>
                    <a:pt x="188" y="98"/>
                  </a:cubicBezTo>
                  <a:cubicBezTo>
                    <a:pt x="222" y="117"/>
                    <a:pt x="217" y="112"/>
                    <a:pt x="254" y="124"/>
                  </a:cubicBezTo>
                  <a:cubicBezTo>
                    <a:pt x="283" y="133"/>
                    <a:pt x="300" y="138"/>
                    <a:pt x="310" y="144"/>
                  </a:cubicBezTo>
                  <a:cubicBezTo>
                    <a:pt x="324" y="151"/>
                    <a:pt x="340" y="148"/>
                    <a:pt x="348" y="153"/>
                  </a:cubicBezTo>
                  <a:cubicBezTo>
                    <a:pt x="358" y="161"/>
                    <a:pt x="357" y="177"/>
                    <a:pt x="356" y="179"/>
                  </a:cubicBezTo>
                  <a:cubicBezTo>
                    <a:pt x="356" y="179"/>
                    <a:pt x="356" y="179"/>
                    <a:pt x="356" y="179"/>
                  </a:cubicBezTo>
                  <a:cubicBezTo>
                    <a:pt x="338" y="183"/>
                    <a:pt x="275" y="174"/>
                    <a:pt x="229" y="174"/>
                  </a:cubicBezTo>
                  <a:cubicBezTo>
                    <a:pt x="215" y="174"/>
                    <a:pt x="204" y="178"/>
                    <a:pt x="195" y="181"/>
                  </a:cubicBezTo>
                  <a:cubicBezTo>
                    <a:pt x="189" y="184"/>
                    <a:pt x="188" y="188"/>
                    <a:pt x="196" y="189"/>
                  </a:cubicBezTo>
                  <a:cubicBezTo>
                    <a:pt x="231" y="194"/>
                    <a:pt x="308" y="204"/>
                    <a:pt x="353" y="210"/>
                  </a:cubicBezTo>
                  <a:cubicBezTo>
                    <a:pt x="429" y="218"/>
                    <a:pt x="664" y="247"/>
                    <a:pt x="790" y="260"/>
                  </a:cubicBezTo>
                  <a:cubicBezTo>
                    <a:pt x="916" y="272"/>
                    <a:pt x="928" y="296"/>
                    <a:pt x="952" y="299"/>
                  </a:cubicBezTo>
                  <a:cubicBezTo>
                    <a:pt x="984" y="315"/>
                    <a:pt x="1036" y="411"/>
                    <a:pt x="970" y="536"/>
                  </a:cubicBezTo>
                  <a:cubicBezTo>
                    <a:pt x="914" y="641"/>
                    <a:pt x="794" y="694"/>
                    <a:pt x="694" y="710"/>
                  </a:cubicBezTo>
                  <a:cubicBezTo>
                    <a:pt x="695" y="711"/>
                    <a:pt x="695" y="711"/>
                    <a:pt x="695" y="711"/>
                  </a:cubicBezTo>
                  <a:cubicBezTo>
                    <a:pt x="880" y="684"/>
                    <a:pt x="1000" y="653"/>
                    <a:pt x="1051" y="524"/>
                  </a:cubicBezTo>
                  <a:cubicBezTo>
                    <a:pt x="1101" y="396"/>
                    <a:pt x="1093" y="232"/>
                    <a:pt x="1012" y="181"/>
                  </a:cubicBezTo>
                  <a:cubicBezTo>
                    <a:pt x="930" y="131"/>
                    <a:pt x="672" y="106"/>
                    <a:pt x="576" y="95"/>
                  </a:cubicBezTo>
                  <a:cubicBezTo>
                    <a:pt x="495" y="85"/>
                    <a:pt x="470" y="94"/>
                    <a:pt x="445" y="80"/>
                  </a:cubicBezTo>
                  <a:cubicBezTo>
                    <a:pt x="428" y="71"/>
                    <a:pt x="418" y="80"/>
                    <a:pt x="399" y="74"/>
                  </a:cubicBezTo>
                  <a:cubicBezTo>
                    <a:pt x="380" y="68"/>
                    <a:pt x="279" y="42"/>
                    <a:pt x="232" y="33"/>
                  </a:cubicBezTo>
                  <a:cubicBezTo>
                    <a:pt x="187" y="24"/>
                    <a:pt x="52" y="5"/>
                    <a:pt x="0" y="0"/>
                  </a:cubicBezTo>
                </a:path>
              </a:pathLst>
            </a:custGeom>
            <a:solidFill>
              <a:srgbClr val="FEF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33">
              <a:extLst>
                <a:ext uri="{FF2B5EF4-FFF2-40B4-BE49-F238E27FC236}">
                  <a16:creationId xmlns:a16="http://schemas.microsoft.com/office/drawing/2014/main" id="{CD4C7754-5972-4C6B-A042-E7CAADD45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415"/>
              <a:ext cx="770" cy="266"/>
            </a:xfrm>
            <a:custGeom>
              <a:avLst/>
              <a:gdLst>
                <a:gd name="T0" fmla="*/ 6845 w 308"/>
                <a:gd name="T1" fmla="*/ 806 h 100"/>
                <a:gd name="T2" fmla="*/ 2083 w 308"/>
                <a:gd name="T3" fmla="*/ 5307 h 100"/>
                <a:gd name="T4" fmla="*/ 0 w 308"/>
                <a:gd name="T5" fmla="*/ 9714 h 100"/>
                <a:gd name="T6" fmla="*/ 520 w 308"/>
                <a:gd name="T7" fmla="*/ 11462 h 100"/>
                <a:gd name="T8" fmla="*/ 595 w 308"/>
                <a:gd name="T9" fmla="*/ 13324 h 100"/>
                <a:gd name="T10" fmla="*/ 2270 w 308"/>
                <a:gd name="T11" fmla="*/ 11066 h 100"/>
                <a:gd name="T12" fmla="*/ 5470 w 308"/>
                <a:gd name="T13" fmla="*/ 7451 h 100"/>
                <a:gd name="T14" fmla="*/ 9583 w 308"/>
                <a:gd name="T15" fmla="*/ 4011 h 100"/>
                <a:gd name="T16" fmla="*/ 30083 w 308"/>
                <a:gd name="T17" fmla="*/ 5067 h 100"/>
                <a:gd name="T18" fmla="*/ 15050 w 308"/>
                <a:gd name="T19" fmla="*/ 2144 h 100"/>
                <a:gd name="T20" fmla="*/ 10938 w 308"/>
                <a:gd name="T21" fmla="*/ 1599 h 100"/>
                <a:gd name="T22" fmla="*/ 6958 w 308"/>
                <a:gd name="T23" fmla="*/ 806 h 1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8" h="100">
                  <a:moveTo>
                    <a:pt x="70" y="6"/>
                  </a:moveTo>
                  <a:cubicBezTo>
                    <a:pt x="50" y="12"/>
                    <a:pt x="33" y="25"/>
                    <a:pt x="21" y="40"/>
                  </a:cubicBezTo>
                  <a:cubicBezTo>
                    <a:pt x="12" y="51"/>
                    <a:pt x="2" y="62"/>
                    <a:pt x="0" y="73"/>
                  </a:cubicBezTo>
                  <a:cubicBezTo>
                    <a:pt x="0" y="78"/>
                    <a:pt x="4" y="81"/>
                    <a:pt x="5" y="86"/>
                  </a:cubicBezTo>
                  <a:cubicBezTo>
                    <a:pt x="6" y="90"/>
                    <a:pt x="4" y="96"/>
                    <a:pt x="6" y="100"/>
                  </a:cubicBezTo>
                  <a:cubicBezTo>
                    <a:pt x="13" y="99"/>
                    <a:pt x="18" y="88"/>
                    <a:pt x="23" y="83"/>
                  </a:cubicBezTo>
                  <a:cubicBezTo>
                    <a:pt x="33" y="72"/>
                    <a:pt x="46" y="65"/>
                    <a:pt x="56" y="56"/>
                  </a:cubicBezTo>
                  <a:cubicBezTo>
                    <a:pt x="72" y="41"/>
                    <a:pt x="74" y="34"/>
                    <a:pt x="98" y="30"/>
                  </a:cubicBezTo>
                  <a:cubicBezTo>
                    <a:pt x="149" y="21"/>
                    <a:pt x="257" y="38"/>
                    <a:pt x="308" y="38"/>
                  </a:cubicBezTo>
                  <a:cubicBezTo>
                    <a:pt x="282" y="23"/>
                    <a:pt x="184" y="16"/>
                    <a:pt x="154" y="16"/>
                  </a:cubicBezTo>
                  <a:cubicBezTo>
                    <a:pt x="140" y="16"/>
                    <a:pt x="126" y="13"/>
                    <a:pt x="112" y="12"/>
                  </a:cubicBezTo>
                  <a:cubicBezTo>
                    <a:pt x="99" y="11"/>
                    <a:pt x="84" y="0"/>
                    <a:pt x="71" y="6"/>
                  </a:cubicBezTo>
                </a:path>
              </a:pathLst>
            </a:custGeom>
            <a:solidFill>
              <a:srgbClr val="FDE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34">
              <a:extLst>
                <a:ext uri="{FF2B5EF4-FFF2-40B4-BE49-F238E27FC236}">
                  <a16:creationId xmlns:a16="http://schemas.microsoft.com/office/drawing/2014/main" id="{64E5A142-DE37-4276-8733-16A321F6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623"/>
              <a:ext cx="1963" cy="394"/>
            </a:xfrm>
            <a:custGeom>
              <a:avLst/>
              <a:gdLst>
                <a:gd name="T0" fmla="*/ 2346 w 785"/>
                <a:gd name="T1" fmla="*/ 3211 h 148"/>
                <a:gd name="T2" fmla="*/ 5679 w 785"/>
                <a:gd name="T3" fmla="*/ 2260 h 148"/>
                <a:gd name="T4" fmla="*/ 18110 w 785"/>
                <a:gd name="T5" fmla="*/ 2963 h 148"/>
                <a:gd name="T6" fmla="*/ 13889 w 785"/>
                <a:gd name="T7" fmla="*/ 1454 h 148"/>
                <a:gd name="T8" fmla="*/ 13806 w 785"/>
                <a:gd name="T9" fmla="*/ 1454 h 148"/>
                <a:gd name="T10" fmla="*/ 11463 w 785"/>
                <a:gd name="T11" fmla="*/ 660 h 148"/>
                <a:gd name="T12" fmla="*/ 5084 w 785"/>
                <a:gd name="T13" fmla="*/ 0 h 148"/>
                <a:gd name="T14" fmla="*/ 1563 w 785"/>
                <a:gd name="T15" fmla="*/ 1454 h 148"/>
                <a:gd name="T16" fmla="*/ 1488 w 785"/>
                <a:gd name="T17" fmla="*/ 1454 h 148"/>
                <a:gd name="T18" fmla="*/ 0 w 785"/>
                <a:gd name="T19" fmla="*/ 4984 h 148"/>
                <a:gd name="T20" fmla="*/ 1488 w 785"/>
                <a:gd name="T21" fmla="*/ 6434 h 148"/>
                <a:gd name="T22" fmla="*/ 1375 w 785"/>
                <a:gd name="T23" fmla="*/ 6285 h 148"/>
                <a:gd name="T24" fmla="*/ 17715 w 785"/>
                <a:gd name="T25" fmla="*/ 9887 h 148"/>
                <a:gd name="T26" fmla="*/ 25539 w 785"/>
                <a:gd name="T27" fmla="*/ 11248 h 148"/>
                <a:gd name="T28" fmla="*/ 60325 w 785"/>
                <a:gd name="T29" fmla="*/ 16583 h 148"/>
                <a:gd name="T30" fmla="*/ 70773 w 785"/>
                <a:gd name="T31" fmla="*/ 18582 h 148"/>
                <a:gd name="T32" fmla="*/ 71681 w 785"/>
                <a:gd name="T33" fmla="*/ 18829 h 148"/>
                <a:gd name="T34" fmla="*/ 76765 w 785"/>
                <a:gd name="T35" fmla="*/ 19397 h 148"/>
                <a:gd name="T36" fmla="*/ 76369 w 785"/>
                <a:gd name="T37" fmla="*/ 18979 h 148"/>
                <a:gd name="T38" fmla="*/ 60530 w 785"/>
                <a:gd name="T39" fmla="*/ 13755 h 148"/>
                <a:gd name="T40" fmla="*/ 17797 w 785"/>
                <a:gd name="T41" fmla="*/ 7073 h 148"/>
                <a:gd name="T42" fmla="*/ 2471 w 785"/>
                <a:gd name="T43" fmla="*/ 4267 h 148"/>
                <a:gd name="T44" fmla="*/ 2346 w 785"/>
                <a:gd name="T45" fmla="*/ 3211 h 1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85" h="148">
                  <a:moveTo>
                    <a:pt x="24" y="24"/>
                  </a:moveTo>
                  <a:cubicBezTo>
                    <a:pt x="33" y="21"/>
                    <a:pt x="44" y="17"/>
                    <a:pt x="58" y="17"/>
                  </a:cubicBezTo>
                  <a:cubicBezTo>
                    <a:pt x="104" y="17"/>
                    <a:pt x="167" y="26"/>
                    <a:pt x="185" y="22"/>
                  </a:cubicBezTo>
                  <a:cubicBezTo>
                    <a:pt x="184" y="22"/>
                    <a:pt x="157" y="12"/>
                    <a:pt x="142" y="11"/>
                  </a:cubicBezTo>
                  <a:cubicBezTo>
                    <a:pt x="142" y="11"/>
                    <a:pt x="141" y="11"/>
                    <a:pt x="141" y="11"/>
                  </a:cubicBezTo>
                  <a:cubicBezTo>
                    <a:pt x="132" y="9"/>
                    <a:pt x="126" y="5"/>
                    <a:pt x="117" y="5"/>
                  </a:cubicBezTo>
                  <a:cubicBezTo>
                    <a:pt x="96" y="3"/>
                    <a:pt x="72" y="0"/>
                    <a:pt x="52" y="0"/>
                  </a:cubicBezTo>
                  <a:cubicBezTo>
                    <a:pt x="37" y="0"/>
                    <a:pt x="25" y="8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9" y="14"/>
                    <a:pt x="0" y="31"/>
                    <a:pt x="0" y="37"/>
                  </a:cubicBezTo>
                  <a:cubicBezTo>
                    <a:pt x="0" y="42"/>
                    <a:pt x="5" y="46"/>
                    <a:pt x="15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39" y="70"/>
                    <a:pt x="181" y="74"/>
                  </a:cubicBezTo>
                  <a:cubicBezTo>
                    <a:pt x="261" y="84"/>
                    <a:pt x="261" y="84"/>
                    <a:pt x="261" y="84"/>
                  </a:cubicBezTo>
                  <a:cubicBezTo>
                    <a:pt x="365" y="96"/>
                    <a:pt x="522" y="114"/>
                    <a:pt x="617" y="124"/>
                  </a:cubicBezTo>
                  <a:cubicBezTo>
                    <a:pt x="650" y="127"/>
                    <a:pt x="711" y="134"/>
                    <a:pt x="724" y="139"/>
                  </a:cubicBezTo>
                  <a:cubicBezTo>
                    <a:pt x="727" y="139"/>
                    <a:pt x="730" y="140"/>
                    <a:pt x="733" y="141"/>
                  </a:cubicBezTo>
                  <a:cubicBezTo>
                    <a:pt x="760" y="148"/>
                    <a:pt x="781" y="146"/>
                    <a:pt x="785" y="145"/>
                  </a:cubicBezTo>
                  <a:cubicBezTo>
                    <a:pt x="784" y="144"/>
                    <a:pt x="782" y="143"/>
                    <a:pt x="781" y="142"/>
                  </a:cubicBezTo>
                  <a:cubicBezTo>
                    <a:pt x="757" y="139"/>
                    <a:pt x="745" y="115"/>
                    <a:pt x="619" y="103"/>
                  </a:cubicBezTo>
                  <a:cubicBezTo>
                    <a:pt x="493" y="90"/>
                    <a:pt x="258" y="61"/>
                    <a:pt x="182" y="53"/>
                  </a:cubicBezTo>
                  <a:cubicBezTo>
                    <a:pt x="137" y="47"/>
                    <a:pt x="60" y="37"/>
                    <a:pt x="25" y="32"/>
                  </a:cubicBezTo>
                  <a:cubicBezTo>
                    <a:pt x="17" y="31"/>
                    <a:pt x="18" y="27"/>
                    <a:pt x="24" y="24"/>
                  </a:cubicBezTo>
                  <a:close/>
                </a:path>
              </a:pathLst>
            </a:custGeom>
            <a:solidFill>
              <a:srgbClr val="E9A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35">
              <a:extLst>
                <a:ext uri="{FF2B5EF4-FFF2-40B4-BE49-F238E27FC236}">
                  <a16:creationId xmlns:a16="http://schemas.microsoft.com/office/drawing/2014/main" id="{9782EDC4-7153-49C8-B3BA-D67D385F0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431"/>
              <a:ext cx="497" cy="202"/>
            </a:xfrm>
            <a:custGeom>
              <a:avLst/>
              <a:gdLst>
                <a:gd name="T0" fmla="*/ 0 w 199"/>
                <a:gd name="T1" fmla="*/ 6647 h 76"/>
                <a:gd name="T2" fmla="*/ 5327 w 199"/>
                <a:gd name="T3" fmla="*/ 9933 h 76"/>
                <a:gd name="T4" fmla="*/ 9718 w 199"/>
                <a:gd name="T5" fmla="*/ 7192 h 76"/>
                <a:gd name="T6" fmla="*/ 14083 w 199"/>
                <a:gd name="T7" fmla="*/ 3192 h 76"/>
                <a:gd name="T8" fmla="*/ 16603 w 199"/>
                <a:gd name="T9" fmla="*/ 1350 h 76"/>
                <a:gd name="T10" fmla="*/ 19331 w 199"/>
                <a:gd name="T11" fmla="*/ 149 h 76"/>
                <a:gd name="T12" fmla="*/ 15175 w 199"/>
                <a:gd name="T13" fmla="*/ 657 h 76"/>
                <a:gd name="T14" fmla="*/ 11171 w 199"/>
                <a:gd name="T15" fmla="*/ 3851 h 76"/>
                <a:gd name="T16" fmla="*/ 6031 w 199"/>
                <a:gd name="T17" fmla="*/ 7588 h 76"/>
                <a:gd name="T18" fmla="*/ 187 w 199"/>
                <a:gd name="T19" fmla="*/ 6647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9" h="76">
                  <a:moveTo>
                    <a:pt x="0" y="50"/>
                  </a:moveTo>
                  <a:cubicBezTo>
                    <a:pt x="17" y="59"/>
                    <a:pt x="36" y="73"/>
                    <a:pt x="55" y="75"/>
                  </a:cubicBezTo>
                  <a:cubicBezTo>
                    <a:pt x="74" y="76"/>
                    <a:pt x="86" y="65"/>
                    <a:pt x="100" y="54"/>
                  </a:cubicBezTo>
                  <a:cubicBezTo>
                    <a:pt x="114" y="43"/>
                    <a:pt x="131" y="34"/>
                    <a:pt x="145" y="24"/>
                  </a:cubicBezTo>
                  <a:cubicBezTo>
                    <a:pt x="153" y="19"/>
                    <a:pt x="162" y="13"/>
                    <a:pt x="171" y="10"/>
                  </a:cubicBezTo>
                  <a:cubicBezTo>
                    <a:pt x="180" y="6"/>
                    <a:pt x="191" y="7"/>
                    <a:pt x="199" y="1"/>
                  </a:cubicBezTo>
                  <a:cubicBezTo>
                    <a:pt x="185" y="0"/>
                    <a:pt x="170" y="4"/>
                    <a:pt x="156" y="5"/>
                  </a:cubicBezTo>
                  <a:cubicBezTo>
                    <a:pt x="137" y="6"/>
                    <a:pt x="131" y="18"/>
                    <a:pt x="115" y="29"/>
                  </a:cubicBezTo>
                  <a:cubicBezTo>
                    <a:pt x="100" y="39"/>
                    <a:pt x="79" y="49"/>
                    <a:pt x="62" y="57"/>
                  </a:cubicBezTo>
                  <a:cubicBezTo>
                    <a:pt x="41" y="66"/>
                    <a:pt x="22" y="59"/>
                    <a:pt x="2" y="50"/>
                  </a:cubicBezTo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36">
              <a:extLst>
                <a:ext uri="{FF2B5EF4-FFF2-40B4-BE49-F238E27FC236}">
                  <a16:creationId xmlns:a16="http://schemas.microsoft.com/office/drawing/2014/main" id="{9EDD587D-3450-493E-AF75-D9F792758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2201"/>
              <a:ext cx="42" cy="384"/>
            </a:xfrm>
            <a:custGeom>
              <a:avLst/>
              <a:gdLst>
                <a:gd name="T0" fmla="*/ 635 w 17"/>
                <a:gd name="T1" fmla="*/ 8499 h 144"/>
                <a:gd name="T2" fmla="*/ 813 w 17"/>
                <a:gd name="T3" fmla="*/ 14315 h 144"/>
                <a:gd name="T4" fmla="*/ 1117 w 17"/>
                <a:gd name="T5" fmla="*/ 19421 h 144"/>
                <a:gd name="T6" fmla="*/ 74 w 17"/>
                <a:gd name="T7" fmla="*/ 16328 h 144"/>
                <a:gd name="T8" fmla="*/ 74 w 17"/>
                <a:gd name="T9" fmla="*/ 10923 h 144"/>
                <a:gd name="T10" fmla="*/ 556 w 17"/>
                <a:gd name="T11" fmla="*/ 0 h 1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44">
                  <a:moveTo>
                    <a:pt x="7" y="63"/>
                  </a:moveTo>
                  <a:cubicBezTo>
                    <a:pt x="7" y="77"/>
                    <a:pt x="7" y="92"/>
                    <a:pt x="9" y="106"/>
                  </a:cubicBezTo>
                  <a:cubicBezTo>
                    <a:pt x="11" y="117"/>
                    <a:pt x="17" y="133"/>
                    <a:pt x="12" y="144"/>
                  </a:cubicBezTo>
                  <a:cubicBezTo>
                    <a:pt x="2" y="136"/>
                    <a:pt x="2" y="133"/>
                    <a:pt x="1" y="121"/>
                  </a:cubicBezTo>
                  <a:cubicBezTo>
                    <a:pt x="0" y="108"/>
                    <a:pt x="1" y="94"/>
                    <a:pt x="1" y="81"/>
                  </a:cubicBezTo>
                  <a:cubicBezTo>
                    <a:pt x="1" y="54"/>
                    <a:pt x="4" y="27"/>
                    <a:pt x="6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37">
              <a:extLst>
                <a:ext uri="{FF2B5EF4-FFF2-40B4-BE49-F238E27FC236}">
                  <a16:creationId xmlns:a16="http://schemas.microsoft.com/office/drawing/2014/main" id="{56E428AD-C0F9-45FB-B732-21EBA0830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937"/>
              <a:ext cx="395" cy="392"/>
            </a:xfrm>
            <a:custGeom>
              <a:avLst/>
              <a:gdLst>
                <a:gd name="T0" fmla="*/ 7625 w 158"/>
                <a:gd name="T1" fmla="*/ 3640 h 147"/>
                <a:gd name="T2" fmla="*/ 4113 w 158"/>
                <a:gd name="T3" fmla="*/ 2184 h 147"/>
                <a:gd name="T4" fmla="*/ 2738 w 158"/>
                <a:gd name="T5" fmla="*/ 819 h 147"/>
                <a:gd name="T6" fmla="*/ 1175 w 158"/>
                <a:gd name="T7" fmla="*/ 1059 h 147"/>
                <a:gd name="T8" fmla="*/ 988 w 158"/>
                <a:gd name="T9" fmla="*/ 14165 h 147"/>
                <a:gd name="T10" fmla="*/ 1770 w 158"/>
                <a:gd name="T11" fmla="*/ 19819 h 147"/>
                <a:gd name="T12" fmla="*/ 1488 w 158"/>
                <a:gd name="T13" fmla="*/ 11320 h 147"/>
                <a:gd name="T14" fmla="*/ 4688 w 158"/>
                <a:gd name="T15" fmla="*/ 4856 h 147"/>
                <a:gd name="T16" fmla="*/ 15438 w 158"/>
                <a:gd name="T17" fmla="*/ 5005 h 147"/>
                <a:gd name="T18" fmla="*/ 7625 w 158"/>
                <a:gd name="T19" fmla="*/ 364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8" h="147">
                  <a:moveTo>
                    <a:pt x="78" y="27"/>
                  </a:moveTo>
                  <a:cubicBezTo>
                    <a:pt x="65" y="24"/>
                    <a:pt x="49" y="21"/>
                    <a:pt x="42" y="16"/>
                  </a:cubicBezTo>
                  <a:cubicBezTo>
                    <a:pt x="36" y="11"/>
                    <a:pt x="28" y="6"/>
                    <a:pt x="28" y="6"/>
                  </a:cubicBezTo>
                  <a:cubicBezTo>
                    <a:pt x="19" y="0"/>
                    <a:pt x="16" y="2"/>
                    <a:pt x="12" y="8"/>
                  </a:cubicBezTo>
                  <a:cubicBezTo>
                    <a:pt x="0" y="27"/>
                    <a:pt x="9" y="95"/>
                    <a:pt x="10" y="105"/>
                  </a:cubicBezTo>
                  <a:cubicBezTo>
                    <a:pt x="11" y="120"/>
                    <a:pt x="13" y="135"/>
                    <a:pt x="18" y="147"/>
                  </a:cubicBezTo>
                  <a:cubicBezTo>
                    <a:pt x="19" y="127"/>
                    <a:pt x="13" y="105"/>
                    <a:pt x="15" y="84"/>
                  </a:cubicBezTo>
                  <a:cubicBezTo>
                    <a:pt x="12" y="46"/>
                    <a:pt x="33" y="35"/>
                    <a:pt x="48" y="36"/>
                  </a:cubicBezTo>
                  <a:cubicBezTo>
                    <a:pt x="70" y="37"/>
                    <a:pt x="137" y="41"/>
                    <a:pt x="158" y="37"/>
                  </a:cubicBezTo>
                  <a:cubicBezTo>
                    <a:pt x="143" y="34"/>
                    <a:pt x="92" y="30"/>
                    <a:pt x="78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38">
              <a:extLst>
                <a:ext uri="{FF2B5EF4-FFF2-40B4-BE49-F238E27FC236}">
                  <a16:creationId xmlns:a16="http://schemas.microsoft.com/office/drawing/2014/main" id="{9934D40B-BF4F-419B-B945-0E7867B3B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548"/>
              <a:ext cx="192" cy="392"/>
            </a:xfrm>
            <a:custGeom>
              <a:avLst/>
              <a:gdLst>
                <a:gd name="T0" fmla="*/ 262 w 77"/>
                <a:gd name="T1" fmla="*/ 819 h 147"/>
                <a:gd name="T2" fmla="*/ 3675 w 77"/>
                <a:gd name="T3" fmla="*/ 149 h 147"/>
                <a:gd name="T4" fmla="*/ 7348 w 77"/>
                <a:gd name="T5" fmla="*/ 2581 h 147"/>
                <a:gd name="T6" fmla="*/ 5800 w 77"/>
                <a:gd name="T7" fmla="*/ 7829 h 147"/>
                <a:gd name="T8" fmla="*/ 4638 w 77"/>
                <a:gd name="T9" fmla="*/ 14016 h 147"/>
                <a:gd name="T10" fmla="*/ 3364 w 77"/>
                <a:gd name="T11" fmla="*/ 18355 h 147"/>
                <a:gd name="T12" fmla="*/ 466 w 77"/>
                <a:gd name="T13" fmla="*/ 15779 h 147"/>
                <a:gd name="T14" fmla="*/ 75 w 77"/>
                <a:gd name="T15" fmla="*/ 1763 h 1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147">
                  <a:moveTo>
                    <a:pt x="3" y="6"/>
                  </a:moveTo>
                  <a:cubicBezTo>
                    <a:pt x="12" y="0"/>
                    <a:pt x="24" y="2"/>
                    <a:pt x="38" y="1"/>
                  </a:cubicBezTo>
                  <a:cubicBezTo>
                    <a:pt x="55" y="1"/>
                    <a:pt x="74" y="1"/>
                    <a:pt x="76" y="19"/>
                  </a:cubicBezTo>
                  <a:cubicBezTo>
                    <a:pt x="77" y="36"/>
                    <a:pt x="67" y="44"/>
                    <a:pt x="60" y="58"/>
                  </a:cubicBezTo>
                  <a:cubicBezTo>
                    <a:pt x="52" y="72"/>
                    <a:pt x="51" y="89"/>
                    <a:pt x="48" y="104"/>
                  </a:cubicBezTo>
                  <a:cubicBezTo>
                    <a:pt x="45" y="116"/>
                    <a:pt x="46" y="130"/>
                    <a:pt x="35" y="136"/>
                  </a:cubicBezTo>
                  <a:cubicBezTo>
                    <a:pt x="17" y="147"/>
                    <a:pt x="6" y="131"/>
                    <a:pt x="5" y="117"/>
                  </a:cubicBezTo>
                  <a:cubicBezTo>
                    <a:pt x="2" y="84"/>
                    <a:pt x="0" y="46"/>
                    <a:pt x="1" y="13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39">
              <a:extLst>
                <a:ext uri="{FF2B5EF4-FFF2-40B4-BE49-F238E27FC236}">
                  <a16:creationId xmlns:a16="http://schemas.microsoft.com/office/drawing/2014/main" id="{6C925EEA-6BC8-4E75-B00F-D83914767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43"/>
              <a:ext cx="195" cy="434"/>
            </a:xfrm>
            <a:custGeom>
              <a:avLst/>
              <a:gdLst>
                <a:gd name="T0" fmla="*/ 125 w 78"/>
                <a:gd name="T1" fmla="*/ 397 h 163"/>
                <a:gd name="T2" fmla="*/ 3520 w 78"/>
                <a:gd name="T3" fmla="*/ 660 h 163"/>
                <a:gd name="T4" fmla="*/ 7550 w 78"/>
                <a:gd name="T5" fmla="*/ 4170 h 163"/>
                <a:gd name="T6" fmla="*/ 6563 w 78"/>
                <a:gd name="T7" fmla="*/ 9910 h 163"/>
                <a:gd name="T8" fmla="*/ 5988 w 78"/>
                <a:gd name="T9" fmla="*/ 16838 h 163"/>
                <a:gd name="T10" fmla="*/ 4220 w 78"/>
                <a:gd name="T11" fmla="*/ 20856 h 163"/>
                <a:gd name="T12" fmla="*/ 2470 w 78"/>
                <a:gd name="T13" fmla="*/ 13781 h 163"/>
                <a:gd name="T14" fmla="*/ 0 w 78"/>
                <a:gd name="T15" fmla="*/ 660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163">
                  <a:moveTo>
                    <a:pt x="1" y="3"/>
                  </a:moveTo>
                  <a:cubicBezTo>
                    <a:pt x="8" y="0"/>
                    <a:pt x="23" y="3"/>
                    <a:pt x="36" y="5"/>
                  </a:cubicBezTo>
                  <a:cubicBezTo>
                    <a:pt x="57" y="8"/>
                    <a:pt x="76" y="14"/>
                    <a:pt x="77" y="31"/>
                  </a:cubicBezTo>
                  <a:cubicBezTo>
                    <a:pt x="78" y="43"/>
                    <a:pt x="69" y="61"/>
                    <a:pt x="67" y="74"/>
                  </a:cubicBezTo>
                  <a:cubicBezTo>
                    <a:pt x="64" y="91"/>
                    <a:pt x="62" y="108"/>
                    <a:pt x="61" y="126"/>
                  </a:cubicBezTo>
                  <a:cubicBezTo>
                    <a:pt x="60" y="135"/>
                    <a:pt x="61" y="163"/>
                    <a:pt x="43" y="156"/>
                  </a:cubicBezTo>
                  <a:cubicBezTo>
                    <a:pt x="34" y="152"/>
                    <a:pt x="28" y="112"/>
                    <a:pt x="25" y="103"/>
                  </a:cubicBezTo>
                  <a:cubicBezTo>
                    <a:pt x="15" y="72"/>
                    <a:pt x="0" y="37"/>
                    <a:pt x="0" y="5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40">
              <a:extLst>
                <a:ext uri="{FF2B5EF4-FFF2-40B4-BE49-F238E27FC236}">
                  <a16:creationId xmlns:a16="http://schemas.microsoft.com/office/drawing/2014/main" id="{CF911CFB-DF4E-4C49-AE9D-EBFEFCEAD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697"/>
              <a:ext cx="187" cy="259"/>
            </a:xfrm>
            <a:custGeom>
              <a:avLst/>
              <a:gdLst>
                <a:gd name="T0" fmla="*/ 4525 w 75"/>
                <a:gd name="T1" fmla="*/ 0 h 97"/>
                <a:gd name="T2" fmla="*/ 3675 w 75"/>
                <a:gd name="T3" fmla="*/ 13019 h 97"/>
                <a:gd name="T4" fmla="*/ 6839 w 75"/>
                <a:gd name="T5" fmla="*/ 9097 h 97"/>
                <a:gd name="T6" fmla="*/ 5099 w 75"/>
                <a:gd name="T7" fmla="*/ 1469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97">
                  <a:moveTo>
                    <a:pt x="47" y="0"/>
                  </a:moveTo>
                  <a:cubicBezTo>
                    <a:pt x="39" y="21"/>
                    <a:pt x="0" y="94"/>
                    <a:pt x="38" y="96"/>
                  </a:cubicBezTo>
                  <a:cubicBezTo>
                    <a:pt x="61" y="97"/>
                    <a:pt x="75" y="89"/>
                    <a:pt x="71" y="67"/>
                  </a:cubicBezTo>
                  <a:cubicBezTo>
                    <a:pt x="68" y="50"/>
                    <a:pt x="51" y="26"/>
                    <a:pt x="53" y="11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41">
              <a:extLst>
                <a:ext uri="{FF2B5EF4-FFF2-40B4-BE49-F238E27FC236}">
                  <a16:creationId xmlns:a16="http://schemas.microsoft.com/office/drawing/2014/main" id="{23E1B539-9B51-49AF-82F5-01263063B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607"/>
              <a:ext cx="233" cy="346"/>
            </a:xfrm>
            <a:custGeom>
              <a:avLst/>
              <a:gdLst>
                <a:gd name="T0" fmla="*/ 3069 w 93"/>
                <a:gd name="T1" fmla="*/ 0 h 130"/>
                <a:gd name="T2" fmla="*/ 9057 w 93"/>
                <a:gd name="T3" fmla="*/ 4016 h 130"/>
                <a:gd name="T4" fmla="*/ 7013 w 93"/>
                <a:gd name="T5" fmla="*/ 9329 h 130"/>
                <a:gd name="T6" fmla="*/ 5046 w 93"/>
                <a:gd name="T7" fmla="*/ 14556 h 130"/>
                <a:gd name="T8" fmla="*/ 1701 w 93"/>
                <a:gd name="T9" fmla="*/ 16555 h 130"/>
                <a:gd name="T10" fmla="*/ 992 w 93"/>
                <a:gd name="T11" fmla="*/ 11745 h 130"/>
                <a:gd name="T12" fmla="*/ 2956 w 93"/>
                <a:gd name="T13" fmla="*/ 1203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30">
                  <a:moveTo>
                    <a:pt x="31" y="0"/>
                  </a:moveTo>
                  <a:cubicBezTo>
                    <a:pt x="50" y="4"/>
                    <a:pt x="84" y="9"/>
                    <a:pt x="92" y="30"/>
                  </a:cubicBezTo>
                  <a:cubicBezTo>
                    <a:pt x="93" y="33"/>
                    <a:pt x="80" y="59"/>
                    <a:pt x="71" y="70"/>
                  </a:cubicBezTo>
                  <a:cubicBezTo>
                    <a:pt x="61" y="81"/>
                    <a:pt x="59" y="97"/>
                    <a:pt x="51" y="109"/>
                  </a:cubicBezTo>
                  <a:cubicBezTo>
                    <a:pt x="43" y="121"/>
                    <a:pt x="33" y="130"/>
                    <a:pt x="17" y="124"/>
                  </a:cubicBezTo>
                  <a:cubicBezTo>
                    <a:pt x="0" y="117"/>
                    <a:pt x="6" y="103"/>
                    <a:pt x="10" y="88"/>
                  </a:cubicBezTo>
                  <a:cubicBezTo>
                    <a:pt x="17" y="63"/>
                    <a:pt x="21" y="33"/>
                    <a:pt x="30" y="9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42">
              <a:extLst>
                <a:ext uri="{FF2B5EF4-FFF2-40B4-BE49-F238E27FC236}">
                  <a16:creationId xmlns:a16="http://schemas.microsoft.com/office/drawing/2014/main" id="{EE0B68C8-08FC-4ACD-858C-013DE61B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671"/>
              <a:ext cx="283" cy="274"/>
            </a:xfrm>
            <a:custGeom>
              <a:avLst/>
              <a:gdLst>
                <a:gd name="T0" fmla="*/ 1305 w 113"/>
                <a:gd name="T1" fmla="*/ 9864 h 103"/>
                <a:gd name="T2" fmla="*/ 1776 w 113"/>
                <a:gd name="T3" fmla="*/ 13482 h 103"/>
                <a:gd name="T4" fmla="*/ 5828 w 113"/>
                <a:gd name="T5" fmla="*/ 12519 h 103"/>
                <a:gd name="T6" fmla="*/ 9439 w 113"/>
                <a:gd name="T7" fmla="*/ 12370 h 103"/>
                <a:gd name="T8" fmla="*/ 6800 w 113"/>
                <a:gd name="T9" fmla="*/ 3615 h 103"/>
                <a:gd name="T10" fmla="*/ 5437 w 113"/>
                <a:gd name="T11" fmla="*/ 545 h 103"/>
                <a:gd name="T12" fmla="*/ 1305 w 113"/>
                <a:gd name="T13" fmla="*/ 9864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03">
                  <a:moveTo>
                    <a:pt x="13" y="74"/>
                  </a:moveTo>
                  <a:cubicBezTo>
                    <a:pt x="7" y="89"/>
                    <a:pt x="0" y="98"/>
                    <a:pt x="18" y="101"/>
                  </a:cubicBezTo>
                  <a:cubicBezTo>
                    <a:pt x="30" y="103"/>
                    <a:pt x="46" y="95"/>
                    <a:pt x="59" y="94"/>
                  </a:cubicBezTo>
                  <a:cubicBezTo>
                    <a:pt x="68" y="93"/>
                    <a:pt x="89" y="99"/>
                    <a:pt x="96" y="93"/>
                  </a:cubicBezTo>
                  <a:cubicBezTo>
                    <a:pt x="113" y="79"/>
                    <a:pt x="77" y="40"/>
                    <a:pt x="69" y="27"/>
                  </a:cubicBezTo>
                  <a:cubicBezTo>
                    <a:pt x="67" y="22"/>
                    <a:pt x="61" y="11"/>
                    <a:pt x="55" y="4"/>
                  </a:cubicBezTo>
                  <a:cubicBezTo>
                    <a:pt x="51" y="0"/>
                    <a:pt x="19" y="62"/>
                    <a:pt x="13" y="74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43">
              <a:extLst>
                <a:ext uri="{FF2B5EF4-FFF2-40B4-BE49-F238E27FC236}">
                  <a16:creationId xmlns:a16="http://schemas.microsoft.com/office/drawing/2014/main" id="{179F76B1-4228-4E9A-92D6-759E47F4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561"/>
              <a:ext cx="228" cy="371"/>
            </a:xfrm>
            <a:custGeom>
              <a:avLst/>
              <a:gdLst>
                <a:gd name="T0" fmla="*/ 596 w 91"/>
                <a:gd name="T1" fmla="*/ 8271 h 139"/>
                <a:gd name="T2" fmla="*/ 909 w 91"/>
                <a:gd name="T3" fmla="*/ 12587 h 139"/>
                <a:gd name="T4" fmla="*/ 3270 w 91"/>
                <a:gd name="T5" fmla="*/ 18579 h 139"/>
                <a:gd name="T6" fmla="*/ 6888 w 91"/>
                <a:gd name="T7" fmla="*/ 17610 h 139"/>
                <a:gd name="T8" fmla="*/ 7614 w 91"/>
                <a:gd name="T9" fmla="*/ 12497 h 139"/>
                <a:gd name="T10" fmla="*/ 7218 w 91"/>
                <a:gd name="T11" fmla="*/ 1767 h 139"/>
                <a:gd name="T12" fmla="*/ 1305 w 91"/>
                <a:gd name="T13" fmla="*/ 5685 h 139"/>
                <a:gd name="T14" fmla="*/ 596 w 91"/>
                <a:gd name="T15" fmla="*/ 8271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39">
                  <a:moveTo>
                    <a:pt x="6" y="61"/>
                  </a:moveTo>
                  <a:cubicBezTo>
                    <a:pt x="8" y="72"/>
                    <a:pt x="6" y="82"/>
                    <a:pt x="9" y="93"/>
                  </a:cubicBezTo>
                  <a:cubicBezTo>
                    <a:pt x="11" y="102"/>
                    <a:pt x="24" y="133"/>
                    <a:pt x="33" y="137"/>
                  </a:cubicBezTo>
                  <a:cubicBezTo>
                    <a:pt x="39" y="139"/>
                    <a:pt x="64" y="133"/>
                    <a:pt x="70" y="130"/>
                  </a:cubicBezTo>
                  <a:cubicBezTo>
                    <a:pt x="83" y="121"/>
                    <a:pt x="76" y="108"/>
                    <a:pt x="77" y="92"/>
                  </a:cubicBezTo>
                  <a:cubicBezTo>
                    <a:pt x="78" y="74"/>
                    <a:pt x="91" y="25"/>
                    <a:pt x="73" y="13"/>
                  </a:cubicBezTo>
                  <a:cubicBezTo>
                    <a:pt x="55" y="0"/>
                    <a:pt x="32" y="30"/>
                    <a:pt x="13" y="42"/>
                  </a:cubicBezTo>
                  <a:cubicBezTo>
                    <a:pt x="0" y="47"/>
                    <a:pt x="5" y="59"/>
                    <a:pt x="6" y="61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44">
              <a:extLst>
                <a:ext uri="{FF2B5EF4-FFF2-40B4-BE49-F238E27FC236}">
                  <a16:creationId xmlns:a16="http://schemas.microsoft.com/office/drawing/2014/main" id="{461F6015-E300-4BFA-B8A5-C95A7777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465"/>
              <a:ext cx="302" cy="355"/>
            </a:xfrm>
            <a:custGeom>
              <a:avLst/>
              <a:gdLst>
                <a:gd name="T0" fmla="*/ 1632 w 121"/>
                <a:gd name="T1" fmla="*/ 3918 h 133"/>
                <a:gd name="T2" fmla="*/ 6871 w 121"/>
                <a:gd name="T3" fmla="*/ 248 h 133"/>
                <a:gd name="T4" fmla="*/ 8741 w 121"/>
                <a:gd name="T5" fmla="*/ 5288 h 133"/>
                <a:gd name="T6" fmla="*/ 10166 w 121"/>
                <a:gd name="T7" fmla="*/ 15994 h 133"/>
                <a:gd name="T8" fmla="*/ 5813 w 121"/>
                <a:gd name="T9" fmla="*/ 10039 h 133"/>
                <a:gd name="T10" fmla="*/ 1632 w 121"/>
                <a:gd name="T11" fmla="*/ 3918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33">
                  <a:moveTo>
                    <a:pt x="17" y="29"/>
                  </a:moveTo>
                  <a:cubicBezTo>
                    <a:pt x="35" y="8"/>
                    <a:pt x="51" y="4"/>
                    <a:pt x="71" y="2"/>
                  </a:cubicBezTo>
                  <a:cubicBezTo>
                    <a:pt x="91" y="0"/>
                    <a:pt x="85" y="18"/>
                    <a:pt x="90" y="39"/>
                  </a:cubicBezTo>
                  <a:cubicBezTo>
                    <a:pt x="95" y="61"/>
                    <a:pt x="121" y="104"/>
                    <a:pt x="105" y="118"/>
                  </a:cubicBezTo>
                  <a:cubicBezTo>
                    <a:pt x="88" y="133"/>
                    <a:pt x="76" y="92"/>
                    <a:pt x="60" y="74"/>
                  </a:cubicBezTo>
                  <a:cubicBezTo>
                    <a:pt x="44" y="57"/>
                    <a:pt x="0" y="51"/>
                    <a:pt x="17" y="29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45">
              <a:extLst>
                <a:ext uri="{FF2B5EF4-FFF2-40B4-BE49-F238E27FC236}">
                  <a16:creationId xmlns:a16="http://schemas.microsoft.com/office/drawing/2014/main" id="{DEAF614F-37CC-40AC-994D-56BE96FE4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631"/>
              <a:ext cx="155" cy="274"/>
            </a:xfrm>
            <a:custGeom>
              <a:avLst/>
              <a:gdLst>
                <a:gd name="T0" fmla="*/ 908 w 62"/>
                <a:gd name="T1" fmla="*/ 1053 h 103"/>
                <a:gd name="T2" fmla="*/ 313 w 62"/>
                <a:gd name="T3" fmla="*/ 8265 h 103"/>
                <a:gd name="T4" fmla="*/ 2270 w 62"/>
                <a:gd name="T5" fmla="*/ 12123 h 103"/>
                <a:gd name="T6" fmla="*/ 5863 w 62"/>
                <a:gd name="T7" fmla="*/ 8811 h 103"/>
                <a:gd name="T8" fmla="*/ 3720 w 62"/>
                <a:gd name="T9" fmla="*/ 3461 h 103"/>
                <a:gd name="T10" fmla="*/ 908 w 62"/>
                <a:gd name="T11" fmla="*/ 1053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03">
                  <a:moveTo>
                    <a:pt x="9" y="8"/>
                  </a:moveTo>
                  <a:cubicBezTo>
                    <a:pt x="7" y="24"/>
                    <a:pt x="0" y="43"/>
                    <a:pt x="3" y="62"/>
                  </a:cubicBezTo>
                  <a:cubicBezTo>
                    <a:pt x="5" y="82"/>
                    <a:pt x="7" y="103"/>
                    <a:pt x="23" y="91"/>
                  </a:cubicBezTo>
                  <a:cubicBezTo>
                    <a:pt x="39" y="80"/>
                    <a:pt x="59" y="82"/>
                    <a:pt x="60" y="66"/>
                  </a:cubicBezTo>
                  <a:cubicBezTo>
                    <a:pt x="62" y="50"/>
                    <a:pt x="47" y="37"/>
                    <a:pt x="38" y="26"/>
                  </a:cubicBezTo>
                  <a:cubicBezTo>
                    <a:pt x="30" y="14"/>
                    <a:pt x="11" y="0"/>
                    <a:pt x="9" y="8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46">
              <a:extLst>
                <a:ext uri="{FF2B5EF4-FFF2-40B4-BE49-F238E27FC236}">
                  <a16:creationId xmlns:a16="http://schemas.microsoft.com/office/drawing/2014/main" id="{0DC55843-9BE6-405D-A227-998FD4F03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375"/>
              <a:ext cx="253" cy="218"/>
            </a:xfrm>
            <a:custGeom>
              <a:avLst/>
              <a:gdLst>
                <a:gd name="T0" fmla="*/ 992 w 101"/>
                <a:gd name="T1" fmla="*/ 3286 h 82"/>
                <a:gd name="T2" fmla="*/ 3740 w 101"/>
                <a:gd name="T3" fmla="*/ 247 h 82"/>
                <a:gd name="T4" fmla="*/ 9965 w 101"/>
                <a:gd name="T5" fmla="*/ 6899 h 82"/>
                <a:gd name="T6" fmla="*/ 8785 w 101"/>
                <a:gd name="T7" fmla="*/ 10483 h 82"/>
                <a:gd name="T8" fmla="*/ 909 w 101"/>
                <a:gd name="T9" fmla="*/ 8497 h 82"/>
                <a:gd name="T10" fmla="*/ 992 w 101"/>
                <a:gd name="T11" fmla="*/ 3286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2">
                  <a:moveTo>
                    <a:pt x="10" y="25"/>
                  </a:moveTo>
                  <a:cubicBezTo>
                    <a:pt x="27" y="8"/>
                    <a:pt x="27" y="5"/>
                    <a:pt x="38" y="2"/>
                  </a:cubicBezTo>
                  <a:cubicBezTo>
                    <a:pt x="49" y="0"/>
                    <a:pt x="101" y="42"/>
                    <a:pt x="101" y="52"/>
                  </a:cubicBezTo>
                  <a:cubicBezTo>
                    <a:pt x="100" y="62"/>
                    <a:pt x="95" y="77"/>
                    <a:pt x="89" y="79"/>
                  </a:cubicBezTo>
                  <a:cubicBezTo>
                    <a:pt x="82" y="82"/>
                    <a:pt x="15" y="78"/>
                    <a:pt x="9" y="64"/>
                  </a:cubicBezTo>
                  <a:cubicBezTo>
                    <a:pt x="3" y="50"/>
                    <a:pt x="0" y="35"/>
                    <a:pt x="10" y="25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47">
              <a:extLst>
                <a:ext uri="{FF2B5EF4-FFF2-40B4-BE49-F238E27FC236}">
                  <a16:creationId xmlns:a16="http://schemas.microsoft.com/office/drawing/2014/main" id="{24E90FED-AB21-418D-89FD-C6657E600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585"/>
              <a:ext cx="150" cy="155"/>
            </a:xfrm>
            <a:custGeom>
              <a:avLst/>
              <a:gdLst>
                <a:gd name="T0" fmla="*/ 208 w 60"/>
                <a:gd name="T1" fmla="*/ 970 h 58"/>
                <a:gd name="T2" fmla="*/ 1300 w 60"/>
                <a:gd name="T3" fmla="*/ 5706 h 58"/>
                <a:gd name="T4" fmla="*/ 2550 w 60"/>
                <a:gd name="T5" fmla="*/ 7077 h 58"/>
                <a:gd name="T6" fmla="*/ 3720 w 60"/>
                <a:gd name="T7" fmla="*/ 5307 h 58"/>
                <a:gd name="T8" fmla="*/ 5283 w 60"/>
                <a:gd name="T9" fmla="*/ 1892 h 58"/>
                <a:gd name="T10" fmla="*/ 208 w 60"/>
                <a:gd name="T11" fmla="*/ 97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8">
                  <a:moveTo>
                    <a:pt x="2" y="7"/>
                  </a:moveTo>
                  <a:cubicBezTo>
                    <a:pt x="0" y="12"/>
                    <a:pt x="8" y="29"/>
                    <a:pt x="13" y="42"/>
                  </a:cubicBezTo>
                  <a:cubicBezTo>
                    <a:pt x="14" y="47"/>
                    <a:pt x="20" y="58"/>
                    <a:pt x="26" y="52"/>
                  </a:cubicBezTo>
                  <a:cubicBezTo>
                    <a:pt x="30" y="48"/>
                    <a:pt x="34" y="43"/>
                    <a:pt x="38" y="39"/>
                  </a:cubicBezTo>
                  <a:cubicBezTo>
                    <a:pt x="50" y="29"/>
                    <a:pt x="60" y="21"/>
                    <a:pt x="54" y="14"/>
                  </a:cubicBezTo>
                  <a:cubicBezTo>
                    <a:pt x="47" y="8"/>
                    <a:pt x="9" y="0"/>
                    <a:pt x="2" y="7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48">
              <a:extLst>
                <a:ext uri="{FF2B5EF4-FFF2-40B4-BE49-F238E27FC236}">
                  <a16:creationId xmlns:a16="http://schemas.microsoft.com/office/drawing/2014/main" id="{C9A640C5-3DA7-4608-9C01-DC99A7E0A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183"/>
              <a:ext cx="187" cy="266"/>
            </a:xfrm>
            <a:custGeom>
              <a:avLst/>
              <a:gdLst>
                <a:gd name="T0" fmla="*/ 75 w 75"/>
                <a:gd name="T1" fmla="*/ 6905 h 100"/>
                <a:gd name="T2" fmla="*/ 1548 w 75"/>
                <a:gd name="T3" fmla="*/ 9049 h 100"/>
                <a:gd name="T4" fmla="*/ 5612 w 75"/>
                <a:gd name="T5" fmla="*/ 12757 h 100"/>
                <a:gd name="T6" fmla="*/ 6839 w 75"/>
                <a:gd name="T7" fmla="*/ 8414 h 100"/>
                <a:gd name="T8" fmla="*/ 6448 w 75"/>
                <a:gd name="T9" fmla="*/ 545 h 100"/>
                <a:gd name="T10" fmla="*/ 3164 w 75"/>
                <a:gd name="T11" fmla="*/ 2405 h 100"/>
                <a:gd name="T12" fmla="*/ 75 w 75"/>
                <a:gd name="T13" fmla="*/ 6905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0">
                  <a:moveTo>
                    <a:pt x="1" y="52"/>
                  </a:moveTo>
                  <a:cubicBezTo>
                    <a:pt x="0" y="65"/>
                    <a:pt x="2" y="62"/>
                    <a:pt x="16" y="68"/>
                  </a:cubicBezTo>
                  <a:cubicBezTo>
                    <a:pt x="30" y="74"/>
                    <a:pt x="46" y="100"/>
                    <a:pt x="58" y="96"/>
                  </a:cubicBezTo>
                  <a:cubicBezTo>
                    <a:pt x="69" y="92"/>
                    <a:pt x="68" y="87"/>
                    <a:pt x="71" y="63"/>
                  </a:cubicBezTo>
                  <a:cubicBezTo>
                    <a:pt x="74" y="39"/>
                    <a:pt x="75" y="7"/>
                    <a:pt x="67" y="4"/>
                  </a:cubicBezTo>
                  <a:cubicBezTo>
                    <a:pt x="58" y="0"/>
                    <a:pt x="46" y="14"/>
                    <a:pt x="33" y="18"/>
                  </a:cubicBezTo>
                  <a:cubicBezTo>
                    <a:pt x="20" y="23"/>
                    <a:pt x="2" y="37"/>
                    <a:pt x="1" y="52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49">
              <a:extLst>
                <a:ext uri="{FF2B5EF4-FFF2-40B4-BE49-F238E27FC236}">
                  <a16:creationId xmlns:a16="http://schemas.microsoft.com/office/drawing/2014/main" id="{AAE6625A-213E-49D9-B8AD-AC4A731F6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087"/>
              <a:ext cx="185" cy="197"/>
            </a:xfrm>
            <a:custGeom>
              <a:avLst/>
              <a:gdLst>
                <a:gd name="T0" fmla="*/ 1958 w 74"/>
                <a:gd name="T1" fmla="*/ 9240 h 74"/>
                <a:gd name="T2" fmla="*/ 5208 w 74"/>
                <a:gd name="T3" fmla="*/ 4417 h 74"/>
                <a:gd name="T4" fmla="*/ 5595 w 74"/>
                <a:gd name="T5" fmla="*/ 1603 h 74"/>
                <a:gd name="T6" fmla="*/ 1688 w 74"/>
                <a:gd name="T7" fmla="*/ 248 h 74"/>
                <a:gd name="T8" fmla="*/ 783 w 74"/>
                <a:gd name="T9" fmla="*/ 4267 h 74"/>
                <a:gd name="T10" fmla="*/ 1958 w 74"/>
                <a:gd name="T11" fmla="*/ 924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4">
                  <a:moveTo>
                    <a:pt x="20" y="69"/>
                  </a:moveTo>
                  <a:cubicBezTo>
                    <a:pt x="29" y="74"/>
                    <a:pt x="39" y="50"/>
                    <a:pt x="53" y="33"/>
                  </a:cubicBezTo>
                  <a:cubicBezTo>
                    <a:pt x="67" y="16"/>
                    <a:pt x="74" y="20"/>
                    <a:pt x="57" y="12"/>
                  </a:cubicBezTo>
                  <a:cubicBezTo>
                    <a:pt x="39" y="4"/>
                    <a:pt x="24" y="3"/>
                    <a:pt x="17" y="2"/>
                  </a:cubicBezTo>
                  <a:cubicBezTo>
                    <a:pt x="9" y="0"/>
                    <a:pt x="12" y="18"/>
                    <a:pt x="8" y="32"/>
                  </a:cubicBezTo>
                  <a:cubicBezTo>
                    <a:pt x="4" y="46"/>
                    <a:pt x="0" y="65"/>
                    <a:pt x="20" y="69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50">
              <a:extLst>
                <a:ext uri="{FF2B5EF4-FFF2-40B4-BE49-F238E27FC236}">
                  <a16:creationId xmlns:a16="http://schemas.microsoft.com/office/drawing/2014/main" id="{3A78E75C-1089-43A2-A58E-B5BA8BE62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924"/>
              <a:ext cx="220" cy="157"/>
            </a:xfrm>
            <a:custGeom>
              <a:avLst/>
              <a:gdLst>
                <a:gd name="T0" fmla="*/ 0 w 88"/>
                <a:gd name="T1" fmla="*/ 6011 h 59"/>
                <a:gd name="T2" fmla="*/ 2550 w 88"/>
                <a:gd name="T3" fmla="*/ 6671 h 59"/>
                <a:gd name="T4" fmla="*/ 5675 w 88"/>
                <a:gd name="T5" fmla="*/ 7328 h 59"/>
                <a:gd name="T6" fmla="*/ 8208 w 88"/>
                <a:gd name="T7" fmla="*/ 6671 h 59"/>
                <a:gd name="T8" fmla="*/ 7158 w 88"/>
                <a:gd name="T9" fmla="*/ 3052 h 59"/>
                <a:gd name="T10" fmla="*/ 3520 w 88"/>
                <a:gd name="T11" fmla="*/ 247 h 59"/>
                <a:gd name="T12" fmla="*/ 395 w 88"/>
                <a:gd name="T13" fmla="*/ 5311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59">
                  <a:moveTo>
                    <a:pt x="0" y="45"/>
                  </a:moveTo>
                  <a:cubicBezTo>
                    <a:pt x="6" y="51"/>
                    <a:pt x="19" y="49"/>
                    <a:pt x="26" y="50"/>
                  </a:cubicBezTo>
                  <a:cubicBezTo>
                    <a:pt x="37" y="52"/>
                    <a:pt x="47" y="54"/>
                    <a:pt x="58" y="55"/>
                  </a:cubicBezTo>
                  <a:cubicBezTo>
                    <a:pt x="66" y="55"/>
                    <a:pt x="79" y="59"/>
                    <a:pt x="84" y="50"/>
                  </a:cubicBezTo>
                  <a:cubicBezTo>
                    <a:pt x="88" y="42"/>
                    <a:pt x="79" y="29"/>
                    <a:pt x="73" y="23"/>
                  </a:cubicBezTo>
                  <a:cubicBezTo>
                    <a:pt x="64" y="14"/>
                    <a:pt x="50" y="0"/>
                    <a:pt x="36" y="2"/>
                  </a:cubicBezTo>
                  <a:cubicBezTo>
                    <a:pt x="20" y="5"/>
                    <a:pt x="7" y="25"/>
                    <a:pt x="4" y="40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51">
              <a:extLst>
                <a:ext uri="{FF2B5EF4-FFF2-40B4-BE49-F238E27FC236}">
                  <a16:creationId xmlns:a16="http://schemas.microsoft.com/office/drawing/2014/main" id="{EAC0C146-D557-4CAF-A82A-A83CDE585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51"/>
              <a:ext cx="350" cy="186"/>
            </a:xfrm>
            <a:custGeom>
              <a:avLst/>
              <a:gdLst>
                <a:gd name="T0" fmla="*/ 2345 w 140"/>
                <a:gd name="T1" fmla="*/ 247 h 70"/>
                <a:gd name="T2" fmla="*/ 8720 w 140"/>
                <a:gd name="T3" fmla="*/ 3037 h 70"/>
                <a:gd name="T4" fmla="*/ 12813 w 140"/>
                <a:gd name="T5" fmla="*/ 4483 h 70"/>
                <a:gd name="T6" fmla="*/ 12033 w 140"/>
                <a:gd name="T7" fmla="*/ 9114 h 70"/>
                <a:gd name="T8" fmla="*/ 9770 w 140"/>
                <a:gd name="T9" fmla="*/ 8628 h 70"/>
                <a:gd name="T10" fmla="*/ 6250 w 140"/>
                <a:gd name="T11" fmla="*/ 8070 h 70"/>
                <a:gd name="T12" fmla="*/ 1175 w 140"/>
                <a:gd name="T13" fmla="*/ 7281 h 70"/>
                <a:gd name="T14" fmla="*/ 313 w 140"/>
                <a:gd name="T15" fmla="*/ 2888 h 70"/>
                <a:gd name="T16" fmla="*/ 1875 w 140"/>
                <a:gd name="T17" fmla="*/ 396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70">
                  <a:moveTo>
                    <a:pt x="24" y="2"/>
                  </a:moveTo>
                  <a:cubicBezTo>
                    <a:pt x="51" y="0"/>
                    <a:pt x="64" y="18"/>
                    <a:pt x="89" y="23"/>
                  </a:cubicBezTo>
                  <a:cubicBezTo>
                    <a:pt x="101" y="25"/>
                    <a:pt x="123" y="23"/>
                    <a:pt x="131" y="34"/>
                  </a:cubicBezTo>
                  <a:cubicBezTo>
                    <a:pt x="140" y="44"/>
                    <a:pt x="138" y="67"/>
                    <a:pt x="123" y="69"/>
                  </a:cubicBezTo>
                  <a:cubicBezTo>
                    <a:pt x="116" y="70"/>
                    <a:pt x="107" y="66"/>
                    <a:pt x="100" y="65"/>
                  </a:cubicBezTo>
                  <a:cubicBezTo>
                    <a:pt x="88" y="63"/>
                    <a:pt x="76" y="63"/>
                    <a:pt x="64" y="61"/>
                  </a:cubicBezTo>
                  <a:cubicBezTo>
                    <a:pt x="48" y="58"/>
                    <a:pt x="27" y="62"/>
                    <a:pt x="12" y="55"/>
                  </a:cubicBezTo>
                  <a:cubicBezTo>
                    <a:pt x="0" y="51"/>
                    <a:pt x="1" y="33"/>
                    <a:pt x="3" y="22"/>
                  </a:cubicBezTo>
                  <a:cubicBezTo>
                    <a:pt x="4" y="10"/>
                    <a:pt x="10" y="9"/>
                    <a:pt x="19" y="3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52">
              <a:extLst>
                <a:ext uri="{FF2B5EF4-FFF2-40B4-BE49-F238E27FC236}">
                  <a16:creationId xmlns:a16="http://schemas.microsoft.com/office/drawing/2014/main" id="{643D8558-27CD-49BE-B913-50357C5B4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020"/>
              <a:ext cx="85" cy="133"/>
            </a:xfrm>
            <a:custGeom>
              <a:avLst/>
              <a:gdLst>
                <a:gd name="T0" fmla="*/ 1300 w 34"/>
                <a:gd name="T1" fmla="*/ 545 h 50"/>
                <a:gd name="T2" fmla="*/ 208 w 34"/>
                <a:gd name="T3" fmla="*/ 3461 h 50"/>
                <a:gd name="T4" fmla="*/ 595 w 34"/>
                <a:gd name="T5" fmla="*/ 5610 h 50"/>
                <a:gd name="T6" fmla="*/ 1875 w 34"/>
                <a:gd name="T7" fmla="*/ 5852 h 50"/>
                <a:gd name="T8" fmla="*/ 3250 w 34"/>
                <a:gd name="T9" fmla="*/ 1599 h 50"/>
                <a:gd name="T10" fmla="*/ 1958 w 34"/>
                <a:gd name="T11" fmla="*/ 149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13" y="4"/>
                  </a:moveTo>
                  <a:cubicBezTo>
                    <a:pt x="2" y="5"/>
                    <a:pt x="0" y="17"/>
                    <a:pt x="2" y="26"/>
                  </a:cubicBezTo>
                  <a:cubicBezTo>
                    <a:pt x="3" y="29"/>
                    <a:pt x="5" y="39"/>
                    <a:pt x="6" y="42"/>
                  </a:cubicBezTo>
                  <a:cubicBezTo>
                    <a:pt x="10" y="50"/>
                    <a:pt x="11" y="50"/>
                    <a:pt x="19" y="44"/>
                  </a:cubicBezTo>
                  <a:cubicBezTo>
                    <a:pt x="26" y="38"/>
                    <a:pt x="32" y="21"/>
                    <a:pt x="33" y="12"/>
                  </a:cubicBezTo>
                  <a:cubicBezTo>
                    <a:pt x="34" y="2"/>
                    <a:pt x="28" y="0"/>
                    <a:pt x="20" y="1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53">
              <a:extLst>
                <a:ext uri="{FF2B5EF4-FFF2-40B4-BE49-F238E27FC236}">
                  <a16:creationId xmlns:a16="http://schemas.microsoft.com/office/drawing/2014/main" id="{2B739E72-7572-4283-9CE9-5EEE3067F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23"/>
              <a:ext cx="160" cy="162"/>
            </a:xfrm>
            <a:custGeom>
              <a:avLst/>
              <a:gdLst>
                <a:gd name="T0" fmla="*/ 2738 w 64"/>
                <a:gd name="T1" fmla="*/ 789 h 61"/>
                <a:gd name="T2" fmla="*/ 6175 w 64"/>
                <a:gd name="T3" fmla="*/ 3033 h 61"/>
                <a:gd name="T4" fmla="*/ 3833 w 64"/>
                <a:gd name="T5" fmla="*/ 7003 h 61"/>
                <a:gd name="T6" fmla="*/ 1770 w 64"/>
                <a:gd name="T7" fmla="*/ 7510 h 61"/>
                <a:gd name="T8" fmla="*/ 520 w 64"/>
                <a:gd name="T9" fmla="*/ 4085 h 61"/>
                <a:gd name="T10" fmla="*/ 595 w 64"/>
                <a:gd name="T11" fmla="*/ 656 h 61"/>
                <a:gd name="T12" fmla="*/ 2550 w 64"/>
                <a:gd name="T13" fmla="*/ 656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61">
                  <a:moveTo>
                    <a:pt x="28" y="6"/>
                  </a:moveTo>
                  <a:cubicBezTo>
                    <a:pt x="44" y="6"/>
                    <a:pt x="64" y="2"/>
                    <a:pt x="63" y="23"/>
                  </a:cubicBezTo>
                  <a:cubicBezTo>
                    <a:pt x="62" y="37"/>
                    <a:pt x="48" y="45"/>
                    <a:pt x="39" y="53"/>
                  </a:cubicBezTo>
                  <a:cubicBezTo>
                    <a:pt x="31" y="60"/>
                    <a:pt x="27" y="61"/>
                    <a:pt x="18" y="57"/>
                  </a:cubicBezTo>
                  <a:cubicBezTo>
                    <a:pt x="3" y="51"/>
                    <a:pt x="5" y="45"/>
                    <a:pt x="5" y="31"/>
                  </a:cubicBezTo>
                  <a:cubicBezTo>
                    <a:pt x="5" y="24"/>
                    <a:pt x="0" y="10"/>
                    <a:pt x="6" y="5"/>
                  </a:cubicBezTo>
                  <a:cubicBezTo>
                    <a:pt x="11" y="0"/>
                    <a:pt x="21" y="4"/>
                    <a:pt x="26" y="5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54">
              <a:extLst>
                <a:ext uri="{FF2B5EF4-FFF2-40B4-BE49-F238E27FC236}">
                  <a16:creationId xmlns:a16="http://schemas.microsoft.com/office/drawing/2014/main" id="{76B1FD38-D599-4F13-85CB-E07178BB8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073"/>
              <a:ext cx="155" cy="134"/>
            </a:xfrm>
            <a:custGeom>
              <a:avLst/>
              <a:gdLst>
                <a:gd name="T0" fmla="*/ 1770 w 62"/>
                <a:gd name="T1" fmla="*/ 1962 h 50"/>
                <a:gd name="T2" fmla="*/ 1563 w 62"/>
                <a:gd name="T3" fmla="*/ 6084 h 50"/>
                <a:gd name="T4" fmla="*/ 3333 w 62"/>
                <a:gd name="T5" fmla="*/ 6349 h 50"/>
                <a:gd name="T6" fmla="*/ 5395 w 62"/>
                <a:gd name="T7" fmla="*/ 6507 h 50"/>
                <a:gd name="T8" fmla="*/ 5595 w 62"/>
                <a:gd name="T9" fmla="*/ 4023 h 50"/>
                <a:gd name="T10" fmla="*/ 4220 w 62"/>
                <a:gd name="T11" fmla="*/ 2061 h 50"/>
                <a:gd name="T12" fmla="*/ 3125 w 62"/>
                <a:gd name="T13" fmla="*/ 150 h 50"/>
                <a:gd name="T14" fmla="*/ 2083 w 62"/>
                <a:gd name="T15" fmla="*/ 123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50">
                  <a:moveTo>
                    <a:pt x="18" y="14"/>
                  </a:moveTo>
                  <a:cubicBezTo>
                    <a:pt x="14" y="25"/>
                    <a:pt x="0" y="36"/>
                    <a:pt x="16" y="44"/>
                  </a:cubicBezTo>
                  <a:cubicBezTo>
                    <a:pt x="22" y="47"/>
                    <a:pt x="29" y="45"/>
                    <a:pt x="34" y="46"/>
                  </a:cubicBezTo>
                  <a:cubicBezTo>
                    <a:pt x="40" y="46"/>
                    <a:pt x="50" y="50"/>
                    <a:pt x="55" y="47"/>
                  </a:cubicBezTo>
                  <a:cubicBezTo>
                    <a:pt x="62" y="43"/>
                    <a:pt x="59" y="34"/>
                    <a:pt x="57" y="29"/>
                  </a:cubicBezTo>
                  <a:cubicBezTo>
                    <a:pt x="54" y="21"/>
                    <a:pt x="49" y="21"/>
                    <a:pt x="43" y="15"/>
                  </a:cubicBezTo>
                  <a:cubicBezTo>
                    <a:pt x="40" y="11"/>
                    <a:pt x="38" y="2"/>
                    <a:pt x="32" y="1"/>
                  </a:cubicBezTo>
                  <a:cubicBezTo>
                    <a:pt x="26" y="0"/>
                    <a:pt x="25" y="6"/>
                    <a:pt x="21" y="9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55">
              <a:extLst>
                <a:ext uri="{FF2B5EF4-FFF2-40B4-BE49-F238E27FC236}">
                  <a16:creationId xmlns:a16="http://schemas.microsoft.com/office/drawing/2014/main" id="{8E3AF3E2-67A1-4469-B126-1935D8843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060"/>
              <a:ext cx="160" cy="144"/>
            </a:xfrm>
            <a:custGeom>
              <a:avLst/>
              <a:gdLst>
                <a:gd name="T0" fmla="*/ 313 w 64"/>
                <a:gd name="T1" fmla="*/ 248 h 54"/>
                <a:gd name="T2" fmla="*/ 4895 w 64"/>
                <a:gd name="T3" fmla="*/ 1059 h 54"/>
                <a:gd name="T4" fmla="*/ 4688 w 64"/>
                <a:gd name="T5" fmla="*/ 5667 h 54"/>
                <a:gd name="T6" fmla="*/ 2158 w 64"/>
                <a:gd name="T7" fmla="*/ 4701 h 54"/>
                <a:gd name="T8" fmla="*/ 395 w 64"/>
                <a:gd name="T9" fmla="*/ 96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4">
                  <a:moveTo>
                    <a:pt x="3" y="2"/>
                  </a:moveTo>
                  <a:cubicBezTo>
                    <a:pt x="17" y="6"/>
                    <a:pt x="36" y="0"/>
                    <a:pt x="50" y="8"/>
                  </a:cubicBezTo>
                  <a:cubicBezTo>
                    <a:pt x="64" y="15"/>
                    <a:pt x="56" y="32"/>
                    <a:pt x="48" y="42"/>
                  </a:cubicBezTo>
                  <a:cubicBezTo>
                    <a:pt x="38" y="54"/>
                    <a:pt x="31" y="43"/>
                    <a:pt x="22" y="35"/>
                  </a:cubicBezTo>
                  <a:cubicBezTo>
                    <a:pt x="16" y="29"/>
                    <a:pt x="0" y="18"/>
                    <a:pt x="4" y="7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56">
              <a:extLst>
                <a:ext uri="{FF2B5EF4-FFF2-40B4-BE49-F238E27FC236}">
                  <a16:creationId xmlns:a16="http://schemas.microsoft.com/office/drawing/2014/main" id="{6AD010A9-EC61-4260-8BEF-ACD076334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897"/>
              <a:ext cx="158" cy="120"/>
            </a:xfrm>
            <a:custGeom>
              <a:avLst/>
              <a:gdLst>
                <a:gd name="T0" fmla="*/ 3484 w 63"/>
                <a:gd name="T1" fmla="*/ 248 h 45"/>
                <a:gd name="T2" fmla="*/ 522 w 63"/>
                <a:gd name="T3" fmla="*/ 819 h 45"/>
                <a:gd name="T4" fmla="*/ 2290 w 63"/>
                <a:gd name="T5" fmla="*/ 3491 h 45"/>
                <a:gd name="T6" fmla="*/ 5347 w 63"/>
                <a:gd name="T7" fmla="*/ 4459 h 45"/>
                <a:gd name="T8" fmla="*/ 6057 w 63"/>
                <a:gd name="T9" fmla="*/ 145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5">
                  <a:moveTo>
                    <a:pt x="35" y="2"/>
                  </a:moveTo>
                  <a:cubicBezTo>
                    <a:pt x="29" y="2"/>
                    <a:pt x="9" y="0"/>
                    <a:pt x="5" y="6"/>
                  </a:cubicBezTo>
                  <a:cubicBezTo>
                    <a:pt x="0" y="13"/>
                    <a:pt x="18" y="22"/>
                    <a:pt x="23" y="26"/>
                  </a:cubicBezTo>
                  <a:cubicBezTo>
                    <a:pt x="32" y="34"/>
                    <a:pt x="44" y="45"/>
                    <a:pt x="54" y="33"/>
                  </a:cubicBezTo>
                  <a:cubicBezTo>
                    <a:pt x="57" y="29"/>
                    <a:pt x="63" y="16"/>
                    <a:pt x="61" y="11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57">
              <a:extLst>
                <a:ext uri="{FF2B5EF4-FFF2-40B4-BE49-F238E27FC236}">
                  <a16:creationId xmlns:a16="http://schemas.microsoft.com/office/drawing/2014/main" id="{0BE14EA9-33FF-4ED2-908C-95674A315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583"/>
              <a:ext cx="346" cy="266"/>
            </a:xfrm>
            <a:custGeom>
              <a:avLst/>
              <a:gdLst>
                <a:gd name="T0" fmla="*/ 10989 w 138"/>
                <a:gd name="T1" fmla="*/ 806 h 100"/>
                <a:gd name="T2" fmla="*/ 8134 w 138"/>
                <a:gd name="T3" fmla="*/ 4402 h 100"/>
                <a:gd name="T4" fmla="*/ 3282 w 138"/>
                <a:gd name="T5" fmla="*/ 8108 h 100"/>
                <a:gd name="T6" fmla="*/ 1309 w 138"/>
                <a:gd name="T7" fmla="*/ 11555 h 100"/>
                <a:gd name="T8" fmla="*/ 3671 w 138"/>
                <a:gd name="T9" fmla="*/ 12122 h 100"/>
                <a:gd name="T10" fmla="*/ 7341 w 138"/>
                <a:gd name="T11" fmla="*/ 12664 h 100"/>
                <a:gd name="T12" fmla="*/ 12296 w 138"/>
                <a:gd name="T13" fmla="*/ 11973 h 100"/>
                <a:gd name="T14" fmla="*/ 13479 w 138"/>
                <a:gd name="T15" fmla="*/ 5456 h 100"/>
                <a:gd name="T16" fmla="*/ 11378 w 138"/>
                <a:gd name="T17" fmla="*/ 657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00">
                  <a:moveTo>
                    <a:pt x="111" y="6"/>
                  </a:moveTo>
                  <a:cubicBezTo>
                    <a:pt x="106" y="18"/>
                    <a:pt x="93" y="26"/>
                    <a:pt x="82" y="33"/>
                  </a:cubicBezTo>
                  <a:cubicBezTo>
                    <a:pt x="66" y="44"/>
                    <a:pt x="51" y="53"/>
                    <a:pt x="33" y="61"/>
                  </a:cubicBezTo>
                  <a:cubicBezTo>
                    <a:pt x="24" y="65"/>
                    <a:pt x="0" y="75"/>
                    <a:pt x="13" y="87"/>
                  </a:cubicBezTo>
                  <a:cubicBezTo>
                    <a:pt x="20" y="93"/>
                    <a:pt x="29" y="91"/>
                    <a:pt x="37" y="91"/>
                  </a:cubicBezTo>
                  <a:cubicBezTo>
                    <a:pt x="50" y="90"/>
                    <a:pt x="61" y="93"/>
                    <a:pt x="74" y="95"/>
                  </a:cubicBezTo>
                  <a:cubicBezTo>
                    <a:pt x="89" y="97"/>
                    <a:pt x="111" y="100"/>
                    <a:pt x="124" y="90"/>
                  </a:cubicBezTo>
                  <a:cubicBezTo>
                    <a:pt x="136" y="81"/>
                    <a:pt x="138" y="55"/>
                    <a:pt x="136" y="41"/>
                  </a:cubicBezTo>
                  <a:cubicBezTo>
                    <a:pt x="135" y="33"/>
                    <a:pt x="128" y="0"/>
                    <a:pt x="115" y="5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58">
              <a:extLst>
                <a:ext uri="{FF2B5EF4-FFF2-40B4-BE49-F238E27FC236}">
                  <a16:creationId xmlns:a16="http://schemas.microsoft.com/office/drawing/2014/main" id="{935184DE-314A-4768-87B3-A0487F64F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575"/>
              <a:ext cx="115" cy="330"/>
            </a:xfrm>
            <a:custGeom>
              <a:avLst/>
              <a:gdLst>
                <a:gd name="T0" fmla="*/ 3333 w 46"/>
                <a:gd name="T1" fmla="*/ 0 h 124"/>
                <a:gd name="T2" fmla="*/ 313 w 46"/>
                <a:gd name="T3" fmla="*/ 5615 h 124"/>
                <a:gd name="T4" fmla="*/ 520 w 46"/>
                <a:gd name="T5" fmla="*/ 11630 h 124"/>
                <a:gd name="T6" fmla="*/ 0 w 46"/>
                <a:gd name="T7" fmla="*/ 15907 h 124"/>
                <a:gd name="T8" fmla="*/ 2658 w 46"/>
                <a:gd name="T9" fmla="*/ 16303 h 124"/>
                <a:gd name="T10" fmla="*/ 3720 w 46"/>
                <a:gd name="T11" fmla="*/ 12048 h 124"/>
                <a:gd name="T12" fmla="*/ 4220 w 46"/>
                <a:gd name="T13" fmla="*/ 4412 h 124"/>
                <a:gd name="T14" fmla="*/ 4113 w 46"/>
                <a:gd name="T15" fmla="*/ 149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24">
                  <a:moveTo>
                    <a:pt x="34" y="0"/>
                  </a:moveTo>
                  <a:cubicBezTo>
                    <a:pt x="5" y="2"/>
                    <a:pt x="0" y="14"/>
                    <a:pt x="3" y="42"/>
                  </a:cubicBezTo>
                  <a:cubicBezTo>
                    <a:pt x="5" y="58"/>
                    <a:pt x="8" y="71"/>
                    <a:pt x="5" y="87"/>
                  </a:cubicBezTo>
                  <a:cubicBezTo>
                    <a:pt x="3" y="98"/>
                    <a:pt x="1" y="108"/>
                    <a:pt x="0" y="119"/>
                  </a:cubicBezTo>
                  <a:cubicBezTo>
                    <a:pt x="7" y="121"/>
                    <a:pt x="19" y="124"/>
                    <a:pt x="27" y="122"/>
                  </a:cubicBezTo>
                  <a:cubicBezTo>
                    <a:pt x="42" y="118"/>
                    <a:pt x="37" y="102"/>
                    <a:pt x="38" y="90"/>
                  </a:cubicBezTo>
                  <a:cubicBezTo>
                    <a:pt x="39" y="71"/>
                    <a:pt x="43" y="52"/>
                    <a:pt x="43" y="33"/>
                  </a:cubicBezTo>
                  <a:cubicBezTo>
                    <a:pt x="43" y="24"/>
                    <a:pt x="46" y="9"/>
                    <a:pt x="42" y="1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59">
              <a:extLst>
                <a:ext uri="{FF2B5EF4-FFF2-40B4-BE49-F238E27FC236}">
                  <a16:creationId xmlns:a16="http://schemas.microsoft.com/office/drawing/2014/main" id="{263DB337-480B-4757-9D4B-79D76217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460"/>
              <a:ext cx="2171" cy="549"/>
            </a:xfrm>
            <a:custGeom>
              <a:avLst/>
              <a:gdLst>
                <a:gd name="T0" fmla="*/ 4034 w 868"/>
                <a:gd name="T1" fmla="*/ 10484 h 206"/>
                <a:gd name="T2" fmla="*/ 708 w 868"/>
                <a:gd name="T3" fmla="*/ 11449 h 206"/>
                <a:gd name="T4" fmla="*/ 783 w 868"/>
                <a:gd name="T5" fmla="*/ 12515 h 206"/>
                <a:gd name="T6" fmla="*/ 16165 w 868"/>
                <a:gd name="T7" fmla="*/ 15335 h 206"/>
                <a:gd name="T8" fmla="*/ 58942 w 868"/>
                <a:gd name="T9" fmla="*/ 22053 h 206"/>
                <a:gd name="T10" fmla="*/ 74794 w 868"/>
                <a:gd name="T11" fmla="*/ 27295 h 206"/>
                <a:gd name="T12" fmla="*/ 82413 w 868"/>
                <a:gd name="T13" fmla="*/ 21392 h 206"/>
                <a:gd name="T14" fmla="*/ 84959 w 868"/>
                <a:gd name="T15" fmla="*/ 14119 h 206"/>
                <a:gd name="T16" fmla="*/ 83196 w 868"/>
                <a:gd name="T17" fmla="*/ 10242 h 206"/>
                <a:gd name="T18" fmla="*/ 55421 w 868"/>
                <a:gd name="T19" fmla="*/ 2969 h 206"/>
                <a:gd name="T20" fmla="*/ 24849 w 868"/>
                <a:gd name="T21" fmla="*/ 965 h 206"/>
                <a:gd name="T22" fmla="*/ 16948 w 868"/>
                <a:gd name="T23" fmla="*/ 10753 h 206"/>
                <a:gd name="T24" fmla="*/ 4034 w 868"/>
                <a:gd name="T25" fmla="*/ 10484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8" h="206">
                  <a:moveTo>
                    <a:pt x="41" y="78"/>
                  </a:moveTo>
                  <a:cubicBezTo>
                    <a:pt x="27" y="78"/>
                    <a:pt x="16" y="82"/>
                    <a:pt x="7" y="85"/>
                  </a:cubicBezTo>
                  <a:cubicBezTo>
                    <a:pt x="1" y="88"/>
                    <a:pt x="0" y="92"/>
                    <a:pt x="8" y="93"/>
                  </a:cubicBezTo>
                  <a:cubicBezTo>
                    <a:pt x="43" y="98"/>
                    <a:pt x="120" y="108"/>
                    <a:pt x="165" y="114"/>
                  </a:cubicBezTo>
                  <a:cubicBezTo>
                    <a:pt x="241" y="122"/>
                    <a:pt x="476" y="151"/>
                    <a:pt x="602" y="164"/>
                  </a:cubicBezTo>
                  <a:cubicBezTo>
                    <a:pt x="728" y="176"/>
                    <a:pt x="740" y="200"/>
                    <a:pt x="764" y="203"/>
                  </a:cubicBezTo>
                  <a:cubicBezTo>
                    <a:pt x="787" y="206"/>
                    <a:pt x="809" y="194"/>
                    <a:pt x="842" y="159"/>
                  </a:cubicBezTo>
                  <a:cubicBezTo>
                    <a:pt x="860" y="141"/>
                    <a:pt x="868" y="121"/>
                    <a:pt x="868" y="105"/>
                  </a:cubicBezTo>
                  <a:cubicBezTo>
                    <a:pt x="868" y="91"/>
                    <a:pt x="862" y="80"/>
                    <a:pt x="850" y="76"/>
                  </a:cubicBezTo>
                  <a:cubicBezTo>
                    <a:pt x="806" y="58"/>
                    <a:pt x="638" y="30"/>
                    <a:pt x="566" y="22"/>
                  </a:cubicBezTo>
                  <a:cubicBezTo>
                    <a:pt x="493" y="14"/>
                    <a:pt x="284" y="0"/>
                    <a:pt x="254" y="7"/>
                  </a:cubicBezTo>
                  <a:cubicBezTo>
                    <a:pt x="229" y="12"/>
                    <a:pt x="190" y="42"/>
                    <a:pt x="173" y="80"/>
                  </a:cubicBezTo>
                  <a:cubicBezTo>
                    <a:pt x="168" y="90"/>
                    <a:pt x="94" y="78"/>
                    <a:pt x="41" y="78"/>
                  </a:cubicBezTo>
                  <a:close/>
                </a:path>
              </a:pathLst>
            </a:custGeom>
            <a:solidFill>
              <a:srgbClr val="F6F4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60">
              <a:extLst>
                <a:ext uri="{FF2B5EF4-FFF2-40B4-BE49-F238E27FC236}">
                  <a16:creationId xmlns:a16="http://schemas.microsoft.com/office/drawing/2014/main" id="{A12C7EE1-78CA-4B7B-8864-6D6F55184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668"/>
              <a:ext cx="1941" cy="333"/>
            </a:xfrm>
            <a:custGeom>
              <a:avLst/>
              <a:gdLst>
                <a:gd name="T0" fmla="*/ 59606 w 776"/>
                <a:gd name="T1" fmla="*/ 7510 h 125"/>
                <a:gd name="T2" fmla="*/ 16448 w 776"/>
                <a:gd name="T3" fmla="*/ 661 h 125"/>
                <a:gd name="T4" fmla="*/ 16448 w 776"/>
                <a:gd name="T5" fmla="*/ 661 h 125"/>
                <a:gd name="T6" fmla="*/ 4035 w 776"/>
                <a:gd name="T7" fmla="*/ 0 h 125"/>
                <a:gd name="T8" fmla="*/ 708 w 776"/>
                <a:gd name="T9" fmla="*/ 964 h 125"/>
                <a:gd name="T10" fmla="*/ 783 w 776"/>
                <a:gd name="T11" fmla="*/ 2022 h 125"/>
                <a:gd name="T12" fmla="*/ 16166 w 776"/>
                <a:gd name="T13" fmla="*/ 4840 h 125"/>
                <a:gd name="T14" fmla="*/ 58948 w 776"/>
                <a:gd name="T15" fmla="*/ 11532 h 125"/>
                <a:gd name="T16" fmla="*/ 74801 w 776"/>
                <a:gd name="T17" fmla="*/ 16770 h 125"/>
                <a:gd name="T18" fmla="*/ 74989 w 776"/>
                <a:gd name="T19" fmla="*/ 16770 h 125"/>
                <a:gd name="T20" fmla="*/ 75459 w 776"/>
                <a:gd name="T21" fmla="*/ 12747 h 125"/>
                <a:gd name="T22" fmla="*/ 59606 w 776"/>
                <a:gd name="T23" fmla="*/ 7510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6" h="125">
                  <a:moveTo>
                    <a:pt x="609" y="56"/>
                  </a:moveTo>
                  <a:cubicBezTo>
                    <a:pt x="483" y="43"/>
                    <a:pt x="245" y="14"/>
                    <a:pt x="168" y="5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50" y="9"/>
                    <a:pt x="87" y="0"/>
                    <a:pt x="41" y="0"/>
                  </a:cubicBezTo>
                  <a:cubicBezTo>
                    <a:pt x="27" y="0"/>
                    <a:pt x="16" y="4"/>
                    <a:pt x="7" y="7"/>
                  </a:cubicBezTo>
                  <a:cubicBezTo>
                    <a:pt x="1" y="10"/>
                    <a:pt x="0" y="14"/>
                    <a:pt x="8" y="15"/>
                  </a:cubicBezTo>
                  <a:cubicBezTo>
                    <a:pt x="43" y="20"/>
                    <a:pt x="120" y="30"/>
                    <a:pt x="165" y="36"/>
                  </a:cubicBezTo>
                  <a:cubicBezTo>
                    <a:pt x="241" y="44"/>
                    <a:pt x="476" y="73"/>
                    <a:pt x="602" y="86"/>
                  </a:cubicBezTo>
                  <a:cubicBezTo>
                    <a:pt x="728" y="98"/>
                    <a:pt x="740" y="122"/>
                    <a:pt x="764" y="125"/>
                  </a:cubicBezTo>
                  <a:cubicBezTo>
                    <a:pt x="765" y="125"/>
                    <a:pt x="765" y="125"/>
                    <a:pt x="766" y="125"/>
                  </a:cubicBezTo>
                  <a:cubicBezTo>
                    <a:pt x="776" y="110"/>
                    <a:pt x="771" y="95"/>
                    <a:pt x="771" y="95"/>
                  </a:cubicBezTo>
                  <a:cubicBezTo>
                    <a:pt x="752" y="82"/>
                    <a:pt x="734" y="68"/>
                    <a:pt x="609" y="56"/>
                  </a:cubicBezTo>
                  <a:close/>
                </a:path>
              </a:pathLst>
            </a:custGeom>
            <a:solidFill>
              <a:srgbClr val="E3D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61">
              <a:extLst>
                <a:ext uri="{FF2B5EF4-FFF2-40B4-BE49-F238E27FC236}">
                  <a16:creationId xmlns:a16="http://schemas.microsoft.com/office/drawing/2014/main" id="{7E5E9159-C160-42A9-B9C5-79A2C041C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479"/>
              <a:ext cx="347" cy="234"/>
            </a:xfrm>
            <a:custGeom>
              <a:avLst/>
              <a:gdLst>
                <a:gd name="T0" fmla="*/ 9399 w 139"/>
                <a:gd name="T1" fmla="*/ 0 h 88"/>
                <a:gd name="T2" fmla="*/ 1633 w 139"/>
                <a:gd name="T3" fmla="*/ 9700 h 88"/>
                <a:gd name="T4" fmla="*/ 0 w 139"/>
                <a:gd name="T5" fmla="*/ 10245 h 88"/>
                <a:gd name="T6" fmla="*/ 779 w 139"/>
                <a:gd name="T7" fmla="*/ 11447 h 88"/>
                <a:gd name="T8" fmla="*/ 9212 w 139"/>
                <a:gd name="T9" fmla="*/ 11695 h 88"/>
                <a:gd name="T10" fmla="*/ 9399 w 139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88">
                  <a:moveTo>
                    <a:pt x="97" y="0"/>
                  </a:moveTo>
                  <a:cubicBezTo>
                    <a:pt x="72" y="6"/>
                    <a:pt x="34" y="36"/>
                    <a:pt x="17" y="73"/>
                  </a:cubicBezTo>
                  <a:cubicBezTo>
                    <a:pt x="16" y="76"/>
                    <a:pt x="9" y="77"/>
                    <a:pt x="0" y="77"/>
                  </a:cubicBezTo>
                  <a:cubicBezTo>
                    <a:pt x="4" y="82"/>
                    <a:pt x="8" y="86"/>
                    <a:pt x="8" y="86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139" y="20"/>
                    <a:pt x="97" y="0"/>
                  </a:cubicBezTo>
                  <a:close/>
                </a:path>
              </a:pathLst>
            </a:custGeom>
            <a:solidFill>
              <a:srgbClr val="F9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62">
              <a:extLst>
                <a:ext uri="{FF2B5EF4-FFF2-40B4-BE49-F238E27FC236}">
                  <a16:creationId xmlns:a16="http://schemas.microsoft.com/office/drawing/2014/main" id="{2916577E-77F6-4D3B-9F56-C67273696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668"/>
              <a:ext cx="630" cy="117"/>
            </a:xfrm>
            <a:custGeom>
              <a:avLst/>
              <a:gdLst>
                <a:gd name="T0" fmla="*/ 24613 w 252"/>
                <a:gd name="T1" fmla="*/ 1994 h 44"/>
                <a:gd name="T2" fmla="*/ 16333 w 252"/>
                <a:gd name="T3" fmla="*/ 657 h 44"/>
                <a:gd name="T4" fmla="*/ 16333 w 252"/>
                <a:gd name="T5" fmla="*/ 657 h 44"/>
                <a:gd name="T6" fmla="*/ 3908 w 252"/>
                <a:gd name="T7" fmla="*/ 0 h 44"/>
                <a:gd name="T8" fmla="*/ 595 w 252"/>
                <a:gd name="T9" fmla="*/ 963 h 44"/>
                <a:gd name="T10" fmla="*/ 208 w 252"/>
                <a:gd name="T11" fmla="*/ 1747 h 44"/>
                <a:gd name="T12" fmla="*/ 24613 w 252"/>
                <a:gd name="T13" fmla="*/ 5847 h 44"/>
                <a:gd name="T14" fmla="*/ 24613 w 252"/>
                <a:gd name="T15" fmla="*/ 1994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2" h="44">
                  <a:moveTo>
                    <a:pt x="252" y="15"/>
                  </a:moveTo>
                  <a:cubicBezTo>
                    <a:pt x="216" y="11"/>
                    <a:pt x="187" y="7"/>
                    <a:pt x="167" y="5"/>
                  </a:cubicBezTo>
                  <a:cubicBezTo>
                    <a:pt x="167" y="5"/>
                    <a:pt x="167" y="5"/>
                    <a:pt x="167" y="5"/>
                  </a:cubicBezTo>
                  <a:cubicBezTo>
                    <a:pt x="149" y="9"/>
                    <a:pt x="86" y="0"/>
                    <a:pt x="40" y="0"/>
                  </a:cubicBezTo>
                  <a:cubicBezTo>
                    <a:pt x="26" y="0"/>
                    <a:pt x="15" y="4"/>
                    <a:pt x="6" y="7"/>
                  </a:cubicBezTo>
                  <a:cubicBezTo>
                    <a:pt x="2" y="9"/>
                    <a:pt x="0" y="12"/>
                    <a:pt x="2" y="13"/>
                  </a:cubicBezTo>
                  <a:cubicBezTo>
                    <a:pt x="252" y="44"/>
                    <a:pt x="252" y="44"/>
                    <a:pt x="252" y="44"/>
                  </a:cubicBezTo>
                  <a:lnTo>
                    <a:pt x="252" y="15"/>
                  </a:lnTo>
                  <a:close/>
                </a:path>
              </a:pathLst>
            </a:custGeom>
            <a:solidFill>
              <a:srgbClr val="F2F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63">
              <a:extLst>
                <a:ext uri="{FF2B5EF4-FFF2-40B4-BE49-F238E27FC236}">
                  <a16:creationId xmlns:a16="http://schemas.microsoft.com/office/drawing/2014/main" id="{66046A4A-870C-4422-8CAB-2B4B7EAB6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815"/>
              <a:ext cx="685" cy="1197"/>
            </a:xfrm>
            <a:custGeom>
              <a:avLst/>
              <a:gdLst>
                <a:gd name="T0" fmla="*/ 14658 w 274"/>
                <a:gd name="T1" fmla="*/ 10099 h 449"/>
                <a:gd name="T2" fmla="*/ 17783 w 274"/>
                <a:gd name="T3" fmla="*/ 33537 h 449"/>
                <a:gd name="T4" fmla="*/ 0 w 274"/>
                <a:gd name="T5" fmla="*/ 60460 h 449"/>
                <a:gd name="T6" fmla="*/ 20438 w 274"/>
                <a:gd name="T7" fmla="*/ 42026 h 449"/>
                <a:gd name="T8" fmla="*/ 22395 w 274"/>
                <a:gd name="T9" fmla="*/ 2026 h 449"/>
                <a:gd name="T10" fmla="*/ 14658 w 274"/>
                <a:gd name="T11" fmla="*/ 10099 h 4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449">
                  <a:moveTo>
                    <a:pt x="150" y="75"/>
                  </a:moveTo>
                  <a:cubicBezTo>
                    <a:pt x="150" y="75"/>
                    <a:pt x="211" y="150"/>
                    <a:pt x="182" y="249"/>
                  </a:cubicBezTo>
                  <a:cubicBezTo>
                    <a:pt x="153" y="347"/>
                    <a:pt x="123" y="396"/>
                    <a:pt x="0" y="449"/>
                  </a:cubicBezTo>
                  <a:cubicBezTo>
                    <a:pt x="79" y="414"/>
                    <a:pt x="144" y="424"/>
                    <a:pt x="209" y="312"/>
                  </a:cubicBezTo>
                  <a:cubicBezTo>
                    <a:pt x="274" y="200"/>
                    <a:pt x="252" y="48"/>
                    <a:pt x="229" y="15"/>
                  </a:cubicBezTo>
                  <a:cubicBezTo>
                    <a:pt x="222" y="0"/>
                    <a:pt x="209" y="63"/>
                    <a:pt x="150" y="75"/>
                  </a:cubicBezTo>
                  <a:close/>
                </a:path>
              </a:pathLst>
            </a:custGeom>
            <a:solidFill>
              <a:srgbClr val="FDE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64">
              <a:extLst>
                <a:ext uri="{FF2B5EF4-FFF2-40B4-BE49-F238E27FC236}">
                  <a16:creationId xmlns:a16="http://schemas.microsoft.com/office/drawing/2014/main" id="{2A48FC95-D853-4407-BE85-AECFD8A1D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948"/>
              <a:ext cx="338" cy="944"/>
            </a:xfrm>
            <a:custGeom>
              <a:avLst/>
              <a:gdLst>
                <a:gd name="T0" fmla="*/ 9226 w 135"/>
                <a:gd name="T1" fmla="*/ 29277 h 354"/>
                <a:gd name="T2" fmla="*/ 0 w 135"/>
                <a:gd name="T3" fmla="*/ 47731 h 354"/>
                <a:gd name="T4" fmla="*/ 11710 w 135"/>
                <a:gd name="T5" fmla="*/ 23459 h 354"/>
                <a:gd name="T6" fmla="*/ 11710 w 135"/>
                <a:gd name="T7" fmla="*/ 0 h 354"/>
                <a:gd name="T8" fmla="*/ 9226 w 135"/>
                <a:gd name="T9" fmla="*/ 29277 h 3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354">
                  <a:moveTo>
                    <a:pt x="94" y="217"/>
                  </a:moveTo>
                  <a:cubicBezTo>
                    <a:pt x="76" y="268"/>
                    <a:pt x="47" y="303"/>
                    <a:pt x="0" y="354"/>
                  </a:cubicBezTo>
                  <a:cubicBezTo>
                    <a:pt x="77" y="301"/>
                    <a:pt x="106" y="238"/>
                    <a:pt x="119" y="174"/>
                  </a:cubicBezTo>
                  <a:cubicBezTo>
                    <a:pt x="135" y="97"/>
                    <a:pt x="126" y="22"/>
                    <a:pt x="119" y="0"/>
                  </a:cubicBezTo>
                  <a:cubicBezTo>
                    <a:pt x="122" y="26"/>
                    <a:pt x="126" y="126"/>
                    <a:pt x="94" y="217"/>
                  </a:cubicBezTo>
                  <a:close/>
                </a:path>
              </a:pathLst>
            </a:custGeom>
            <a:solidFill>
              <a:srgbClr val="FBD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65">
              <a:extLst>
                <a:ext uri="{FF2B5EF4-FFF2-40B4-BE49-F238E27FC236}">
                  <a16:creationId xmlns:a16="http://schemas.microsoft.com/office/drawing/2014/main" id="{35000D62-06FF-4524-ACC3-862FF532F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428"/>
              <a:ext cx="215" cy="176"/>
            </a:xfrm>
            <a:custGeom>
              <a:avLst/>
              <a:gdLst>
                <a:gd name="T0" fmla="*/ 988 w 86"/>
                <a:gd name="T1" fmla="*/ 5517 h 66"/>
                <a:gd name="T2" fmla="*/ 1958 w 86"/>
                <a:gd name="T3" fmla="*/ 8499 h 66"/>
                <a:gd name="T4" fmla="*/ 3833 w 86"/>
                <a:gd name="T5" fmla="*/ 6067 h 66"/>
                <a:gd name="T6" fmla="*/ 5783 w 86"/>
                <a:gd name="T7" fmla="*/ 2675 h 66"/>
                <a:gd name="T8" fmla="*/ 8408 w 86"/>
                <a:gd name="T9" fmla="*/ 0 h 66"/>
                <a:gd name="T10" fmla="*/ 3250 w 86"/>
                <a:gd name="T11" fmla="*/ 2675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66">
                  <a:moveTo>
                    <a:pt x="10" y="41"/>
                  </a:moveTo>
                  <a:cubicBezTo>
                    <a:pt x="0" y="51"/>
                    <a:pt x="10" y="60"/>
                    <a:pt x="20" y="63"/>
                  </a:cubicBezTo>
                  <a:cubicBezTo>
                    <a:pt x="35" y="66"/>
                    <a:pt x="33" y="56"/>
                    <a:pt x="39" y="45"/>
                  </a:cubicBezTo>
                  <a:cubicBezTo>
                    <a:pt x="44" y="36"/>
                    <a:pt x="52" y="28"/>
                    <a:pt x="59" y="20"/>
                  </a:cubicBezTo>
                  <a:cubicBezTo>
                    <a:pt x="67" y="12"/>
                    <a:pt x="78" y="8"/>
                    <a:pt x="86" y="0"/>
                  </a:cubicBezTo>
                  <a:cubicBezTo>
                    <a:pt x="68" y="0"/>
                    <a:pt x="47" y="8"/>
                    <a:pt x="33" y="20"/>
                  </a:cubicBezTo>
                </a:path>
              </a:pathLst>
            </a:custGeom>
            <a:solidFill>
              <a:srgbClr val="FDE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66">
              <a:extLst>
                <a:ext uri="{FF2B5EF4-FFF2-40B4-BE49-F238E27FC236}">
                  <a16:creationId xmlns:a16="http://schemas.microsoft.com/office/drawing/2014/main" id="{9D7DF99C-4512-452C-95F6-2C64B8EAF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452"/>
              <a:ext cx="105" cy="133"/>
            </a:xfrm>
            <a:custGeom>
              <a:avLst/>
              <a:gdLst>
                <a:gd name="T0" fmla="*/ 4113 w 42"/>
                <a:gd name="T1" fmla="*/ 0 h 50"/>
                <a:gd name="T2" fmla="*/ 0 w 42"/>
                <a:gd name="T3" fmla="*/ 6666 h 50"/>
                <a:gd name="T4" fmla="*/ 4113 w 42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0">
                  <a:moveTo>
                    <a:pt x="42" y="0"/>
                  </a:moveTo>
                  <a:cubicBezTo>
                    <a:pt x="22" y="9"/>
                    <a:pt x="4" y="29"/>
                    <a:pt x="0" y="50"/>
                  </a:cubicBezTo>
                  <a:cubicBezTo>
                    <a:pt x="11" y="31"/>
                    <a:pt x="32" y="4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67">
              <a:extLst>
                <a:ext uri="{FF2B5EF4-FFF2-40B4-BE49-F238E27FC236}">
                  <a16:creationId xmlns:a16="http://schemas.microsoft.com/office/drawing/2014/main" id="{7D492471-B09E-4070-8CD8-17A6AA0F0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233"/>
              <a:ext cx="813" cy="147"/>
            </a:xfrm>
            <a:custGeom>
              <a:avLst/>
              <a:gdLst>
                <a:gd name="T0" fmla="*/ 0 w 325"/>
                <a:gd name="T1" fmla="*/ 251 h 55"/>
                <a:gd name="T2" fmla="*/ 31840 w 325"/>
                <a:gd name="T3" fmla="*/ 750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5" h="55">
                  <a:moveTo>
                    <a:pt x="0" y="2"/>
                  </a:moveTo>
                  <a:cubicBezTo>
                    <a:pt x="33" y="0"/>
                    <a:pt x="235" y="24"/>
                    <a:pt x="325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68">
              <a:extLst>
                <a:ext uri="{FF2B5EF4-FFF2-40B4-BE49-F238E27FC236}">
                  <a16:creationId xmlns:a16="http://schemas.microsoft.com/office/drawing/2014/main" id="{EC450D34-87DD-4611-A108-91D14D3E9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457"/>
              <a:ext cx="125" cy="142"/>
            </a:xfrm>
            <a:custGeom>
              <a:avLst/>
              <a:gdLst>
                <a:gd name="T0" fmla="*/ 4895 w 50"/>
                <a:gd name="T1" fmla="*/ 0 h 53"/>
                <a:gd name="T2" fmla="*/ 2083 w 50"/>
                <a:gd name="T3" fmla="*/ 2886 h 53"/>
                <a:gd name="T4" fmla="*/ 1300 w 50"/>
                <a:gd name="T5" fmla="*/ 6344 h 53"/>
                <a:gd name="T6" fmla="*/ 2550 w 50"/>
                <a:gd name="T7" fmla="*/ 4421 h 53"/>
                <a:gd name="T8" fmla="*/ 4425 w 50"/>
                <a:gd name="T9" fmla="*/ 98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50" y="0"/>
                  </a:moveTo>
                  <a:cubicBezTo>
                    <a:pt x="39" y="5"/>
                    <a:pt x="29" y="12"/>
                    <a:pt x="21" y="21"/>
                  </a:cubicBezTo>
                  <a:cubicBezTo>
                    <a:pt x="13" y="30"/>
                    <a:pt x="0" y="39"/>
                    <a:pt x="13" y="46"/>
                  </a:cubicBezTo>
                  <a:cubicBezTo>
                    <a:pt x="26" y="53"/>
                    <a:pt x="21" y="41"/>
                    <a:pt x="26" y="32"/>
                  </a:cubicBezTo>
                  <a:cubicBezTo>
                    <a:pt x="30" y="22"/>
                    <a:pt x="40" y="16"/>
                    <a:pt x="45" y="7"/>
                  </a:cubicBezTo>
                </a:path>
              </a:pathLst>
            </a:custGeom>
            <a:solidFill>
              <a:srgbClr val="EFD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69">
              <a:extLst>
                <a:ext uri="{FF2B5EF4-FFF2-40B4-BE49-F238E27FC236}">
                  <a16:creationId xmlns:a16="http://schemas.microsoft.com/office/drawing/2014/main" id="{2BD2B942-A337-466F-AEF1-E5B4B95D6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487"/>
              <a:ext cx="198" cy="192"/>
            </a:xfrm>
            <a:custGeom>
              <a:avLst/>
              <a:gdLst>
                <a:gd name="T0" fmla="*/ 7807 w 79"/>
                <a:gd name="T1" fmla="*/ 0 h 72"/>
                <a:gd name="T2" fmla="*/ 2173 w 79"/>
                <a:gd name="T3" fmla="*/ 4301 h 72"/>
                <a:gd name="T4" fmla="*/ 521 w 79"/>
                <a:gd name="T5" fmla="*/ 7032 h 72"/>
                <a:gd name="T6" fmla="*/ 396 w 79"/>
                <a:gd name="T7" fmla="*/ 9309 h 72"/>
                <a:gd name="T8" fmla="*/ 1777 w 79"/>
                <a:gd name="T9" fmla="*/ 7032 h 72"/>
                <a:gd name="T10" fmla="*/ 6313 w 79"/>
                <a:gd name="T11" fmla="*/ 1059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72">
                  <a:moveTo>
                    <a:pt x="79" y="0"/>
                  </a:moveTo>
                  <a:cubicBezTo>
                    <a:pt x="65" y="1"/>
                    <a:pt x="44" y="8"/>
                    <a:pt x="22" y="32"/>
                  </a:cubicBezTo>
                  <a:cubicBezTo>
                    <a:pt x="17" y="37"/>
                    <a:pt x="8" y="47"/>
                    <a:pt x="5" y="52"/>
                  </a:cubicBezTo>
                  <a:cubicBezTo>
                    <a:pt x="3" y="55"/>
                    <a:pt x="0" y="67"/>
                    <a:pt x="4" y="69"/>
                  </a:cubicBezTo>
                  <a:cubicBezTo>
                    <a:pt x="10" y="72"/>
                    <a:pt x="16" y="56"/>
                    <a:pt x="18" y="52"/>
                  </a:cubicBezTo>
                  <a:cubicBezTo>
                    <a:pt x="27" y="40"/>
                    <a:pt x="49" y="14"/>
                    <a:pt x="64" y="8"/>
                  </a:cubicBezTo>
                </a:path>
              </a:pathLst>
            </a:custGeom>
            <a:solidFill>
              <a:srgbClr val="EFD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70">
              <a:extLst>
                <a:ext uri="{FF2B5EF4-FFF2-40B4-BE49-F238E27FC236}">
                  <a16:creationId xmlns:a16="http://schemas.microsoft.com/office/drawing/2014/main" id="{E444D8B3-1E78-43E4-896D-213F98233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329"/>
              <a:ext cx="223" cy="200"/>
            </a:xfrm>
            <a:custGeom>
              <a:avLst/>
              <a:gdLst>
                <a:gd name="T0" fmla="*/ 125 w 89"/>
                <a:gd name="T1" fmla="*/ 5517 h 75"/>
                <a:gd name="T2" fmla="*/ 3460 w 89"/>
                <a:gd name="T3" fmla="*/ 7531 h 75"/>
                <a:gd name="T4" fmla="*/ 8795 w 89"/>
                <a:gd name="T5" fmla="*/ 10104 h 75"/>
                <a:gd name="T6" fmla="*/ 6309 w 89"/>
                <a:gd name="T7" fmla="*/ 7829 h 75"/>
                <a:gd name="T8" fmla="*/ 5713 w 89"/>
                <a:gd name="T9" fmla="*/ 5256 h 75"/>
                <a:gd name="T10" fmla="*/ 5913 w 89"/>
                <a:gd name="T11" fmla="*/ 3093 h 75"/>
                <a:gd name="T12" fmla="*/ 0 w 89"/>
                <a:gd name="T13" fmla="*/ 509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75">
                  <a:moveTo>
                    <a:pt x="1" y="41"/>
                  </a:moveTo>
                  <a:cubicBezTo>
                    <a:pt x="14" y="47"/>
                    <a:pt x="23" y="48"/>
                    <a:pt x="35" y="56"/>
                  </a:cubicBezTo>
                  <a:cubicBezTo>
                    <a:pt x="50" y="65"/>
                    <a:pt x="72" y="71"/>
                    <a:pt x="89" y="75"/>
                  </a:cubicBezTo>
                  <a:cubicBezTo>
                    <a:pt x="82" y="67"/>
                    <a:pt x="71" y="68"/>
                    <a:pt x="64" y="58"/>
                  </a:cubicBezTo>
                  <a:cubicBezTo>
                    <a:pt x="61" y="53"/>
                    <a:pt x="59" y="45"/>
                    <a:pt x="58" y="39"/>
                  </a:cubicBezTo>
                  <a:cubicBezTo>
                    <a:pt x="58" y="34"/>
                    <a:pt x="62" y="27"/>
                    <a:pt x="60" y="23"/>
                  </a:cubicBezTo>
                  <a:cubicBezTo>
                    <a:pt x="51" y="0"/>
                    <a:pt x="11" y="32"/>
                    <a:pt x="0" y="38"/>
                  </a:cubicBezTo>
                </a:path>
              </a:pathLst>
            </a:custGeom>
            <a:solidFill>
              <a:srgbClr val="FDE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71">
              <a:extLst>
                <a:ext uri="{FF2B5EF4-FFF2-40B4-BE49-F238E27FC236}">
                  <a16:creationId xmlns:a16="http://schemas.microsoft.com/office/drawing/2014/main" id="{787B0D07-6732-442D-8E38-3F1B69F04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548"/>
              <a:ext cx="132" cy="144"/>
            </a:xfrm>
            <a:custGeom>
              <a:avLst/>
              <a:gdLst>
                <a:gd name="T0" fmla="*/ 2114 w 53"/>
                <a:gd name="T1" fmla="*/ 248 h 54"/>
                <a:gd name="T2" fmla="*/ 775 w 53"/>
                <a:gd name="T3" fmla="*/ 2424 h 54"/>
                <a:gd name="T4" fmla="*/ 3537 w 53"/>
                <a:gd name="T5" fmla="*/ 5405 h 54"/>
                <a:gd name="T6" fmla="*/ 4882 w 53"/>
                <a:gd name="T7" fmla="*/ 2027 h 54"/>
                <a:gd name="T8" fmla="*/ 2892 w 53"/>
                <a:gd name="T9" fmla="*/ 39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22" y="2"/>
                  </a:moveTo>
                  <a:cubicBezTo>
                    <a:pt x="5" y="2"/>
                    <a:pt x="0" y="1"/>
                    <a:pt x="8" y="18"/>
                  </a:cubicBezTo>
                  <a:cubicBezTo>
                    <a:pt x="15" y="32"/>
                    <a:pt x="20" y="54"/>
                    <a:pt x="37" y="40"/>
                  </a:cubicBezTo>
                  <a:cubicBezTo>
                    <a:pt x="43" y="35"/>
                    <a:pt x="53" y="23"/>
                    <a:pt x="51" y="15"/>
                  </a:cubicBezTo>
                  <a:cubicBezTo>
                    <a:pt x="49" y="6"/>
                    <a:pt x="38" y="0"/>
                    <a:pt x="30" y="3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Freeform 72">
              <a:extLst>
                <a:ext uri="{FF2B5EF4-FFF2-40B4-BE49-F238E27FC236}">
                  <a16:creationId xmlns:a16="http://schemas.microsoft.com/office/drawing/2014/main" id="{F947BEBF-B58A-478F-BCCC-C9AAC08A6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489"/>
              <a:ext cx="135" cy="227"/>
            </a:xfrm>
            <a:custGeom>
              <a:avLst/>
              <a:gdLst>
                <a:gd name="T0" fmla="*/ 125 w 54"/>
                <a:gd name="T1" fmla="*/ 1370 h 85"/>
                <a:gd name="T2" fmla="*/ 125 w 54"/>
                <a:gd name="T3" fmla="*/ 8551 h 85"/>
                <a:gd name="T4" fmla="*/ 1095 w 54"/>
                <a:gd name="T5" fmla="*/ 10477 h 85"/>
                <a:gd name="T6" fmla="*/ 3050 w 54"/>
                <a:gd name="T7" fmla="*/ 10477 h 85"/>
                <a:gd name="T8" fmla="*/ 3438 w 54"/>
                <a:gd name="T9" fmla="*/ 8129 h 85"/>
                <a:gd name="T10" fmla="*/ 4220 w 54"/>
                <a:gd name="T11" fmla="*/ 6097 h 85"/>
                <a:gd name="T12" fmla="*/ 4813 w 54"/>
                <a:gd name="T13" fmla="*/ 2860 h 85"/>
                <a:gd name="T14" fmla="*/ 708 w 54"/>
                <a:gd name="T15" fmla="*/ 122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85">
                  <a:moveTo>
                    <a:pt x="1" y="10"/>
                  </a:moveTo>
                  <a:cubicBezTo>
                    <a:pt x="1" y="27"/>
                    <a:pt x="1" y="45"/>
                    <a:pt x="1" y="63"/>
                  </a:cubicBezTo>
                  <a:cubicBezTo>
                    <a:pt x="0" y="73"/>
                    <a:pt x="1" y="72"/>
                    <a:pt x="11" y="77"/>
                  </a:cubicBezTo>
                  <a:cubicBezTo>
                    <a:pt x="18" y="81"/>
                    <a:pt x="25" y="85"/>
                    <a:pt x="31" y="77"/>
                  </a:cubicBezTo>
                  <a:cubicBezTo>
                    <a:pt x="35" y="73"/>
                    <a:pt x="34" y="65"/>
                    <a:pt x="35" y="60"/>
                  </a:cubicBezTo>
                  <a:cubicBezTo>
                    <a:pt x="37" y="54"/>
                    <a:pt x="40" y="50"/>
                    <a:pt x="43" y="45"/>
                  </a:cubicBezTo>
                  <a:cubicBezTo>
                    <a:pt x="48" y="38"/>
                    <a:pt x="54" y="30"/>
                    <a:pt x="49" y="21"/>
                  </a:cubicBezTo>
                  <a:cubicBezTo>
                    <a:pt x="44" y="11"/>
                    <a:pt x="16" y="0"/>
                    <a:pt x="7" y="9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Freeform 73">
              <a:extLst>
                <a:ext uri="{FF2B5EF4-FFF2-40B4-BE49-F238E27FC236}">
                  <a16:creationId xmlns:a16="http://schemas.microsoft.com/office/drawing/2014/main" id="{0FDB0312-7F3F-4A88-9702-22B08B67A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625"/>
              <a:ext cx="117" cy="150"/>
            </a:xfrm>
            <a:custGeom>
              <a:avLst/>
              <a:gdLst>
                <a:gd name="T0" fmla="*/ 1344 w 47"/>
                <a:gd name="T1" fmla="*/ 0 h 56"/>
                <a:gd name="T2" fmla="*/ 261 w 47"/>
                <a:gd name="T3" fmla="*/ 4420 h 56"/>
                <a:gd name="T4" fmla="*/ 2962 w 47"/>
                <a:gd name="T5" fmla="*/ 7053 h 56"/>
                <a:gd name="T6" fmla="*/ 4411 w 47"/>
                <a:gd name="T7" fmla="*/ 3616 h 56"/>
                <a:gd name="T8" fmla="*/ 2579 w 47"/>
                <a:gd name="T9" fmla="*/ 40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6">
                  <a:moveTo>
                    <a:pt x="14" y="0"/>
                  </a:moveTo>
                  <a:cubicBezTo>
                    <a:pt x="10" y="7"/>
                    <a:pt x="0" y="23"/>
                    <a:pt x="3" y="32"/>
                  </a:cubicBezTo>
                  <a:cubicBezTo>
                    <a:pt x="5" y="42"/>
                    <a:pt x="21" y="56"/>
                    <a:pt x="31" y="51"/>
                  </a:cubicBezTo>
                  <a:cubicBezTo>
                    <a:pt x="36" y="48"/>
                    <a:pt x="47" y="32"/>
                    <a:pt x="46" y="26"/>
                  </a:cubicBezTo>
                  <a:cubicBezTo>
                    <a:pt x="45" y="17"/>
                    <a:pt x="30" y="11"/>
                    <a:pt x="27" y="3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Freeform 74">
              <a:extLst>
                <a:ext uri="{FF2B5EF4-FFF2-40B4-BE49-F238E27FC236}">
                  <a16:creationId xmlns:a16="http://schemas.microsoft.com/office/drawing/2014/main" id="{12C61B05-0837-419B-9982-E0D527B3C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780"/>
              <a:ext cx="85" cy="88"/>
            </a:xfrm>
            <a:custGeom>
              <a:avLst/>
              <a:gdLst>
                <a:gd name="T0" fmla="*/ 988 w 34"/>
                <a:gd name="T1" fmla="*/ 0 h 33"/>
                <a:gd name="T2" fmla="*/ 520 w 34"/>
                <a:gd name="T3" fmla="*/ 2184 h 33"/>
                <a:gd name="T4" fmla="*/ 2470 w 34"/>
                <a:gd name="T5" fmla="*/ 4189 h 33"/>
                <a:gd name="T6" fmla="*/ 2863 w 34"/>
                <a:gd name="T7" fmla="*/ 1763 h 33"/>
                <a:gd name="T8" fmla="*/ 1770 w 34"/>
                <a:gd name="T9" fmla="*/ 24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3">
                  <a:moveTo>
                    <a:pt x="10" y="0"/>
                  </a:moveTo>
                  <a:cubicBezTo>
                    <a:pt x="4" y="5"/>
                    <a:pt x="0" y="9"/>
                    <a:pt x="5" y="16"/>
                  </a:cubicBezTo>
                  <a:cubicBezTo>
                    <a:pt x="6" y="17"/>
                    <a:pt x="24" y="31"/>
                    <a:pt x="25" y="31"/>
                  </a:cubicBezTo>
                  <a:cubicBezTo>
                    <a:pt x="34" y="33"/>
                    <a:pt x="33" y="19"/>
                    <a:pt x="29" y="13"/>
                  </a:cubicBezTo>
                  <a:cubicBezTo>
                    <a:pt x="26" y="8"/>
                    <a:pt x="20" y="7"/>
                    <a:pt x="18" y="2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Freeform 75">
              <a:extLst>
                <a:ext uri="{FF2B5EF4-FFF2-40B4-BE49-F238E27FC236}">
                  <a16:creationId xmlns:a16="http://schemas.microsoft.com/office/drawing/2014/main" id="{D43A8482-2AC2-42D3-82CF-CDE60B3AA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831"/>
              <a:ext cx="175" cy="138"/>
            </a:xfrm>
            <a:custGeom>
              <a:avLst/>
              <a:gdLst>
                <a:gd name="T0" fmla="*/ 2938 w 70"/>
                <a:gd name="T1" fmla="*/ 783 h 52"/>
                <a:gd name="T2" fmla="*/ 5675 w 70"/>
                <a:gd name="T3" fmla="*/ 5255 h 52"/>
                <a:gd name="T4" fmla="*/ 6375 w 70"/>
                <a:gd name="T5" fmla="*/ 2635 h 52"/>
                <a:gd name="T6" fmla="*/ 6250 w 70"/>
                <a:gd name="T7" fmla="*/ 1197 h 52"/>
                <a:gd name="T8" fmla="*/ 3333 w 70"/>
                <a:gd name="T9" fmla="*/ 54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2">
                  <a:moveTo>
                    <a:pt x="30" y="6"/>
                  </a:moveTo>
                  <a:cubicBezTo>
                    <a:pt x="0" y="17"/>
                    <a:pt x="44" y="52"/>
                    <a:pt x="58" y="40"/>
                  </a:cubicBezTo>
                  <a:cubicBezTo>
                    <a:pt x="61" y="38"/>
                    <a:pt x="64" y="24"/>
                    <a:pt x="65" y="20"/>
                  </a:cubicBezTo>
                  <a:cubicBezTo>
                    <a:pt x="68" y="12"/>
                    <a:pt x="70" y="15"/>
                    <a:pt x="64" y="9"/>
                  </a:cubicBezTo>
                  <a:cubicBezTo>
                    <a:pt x="58" y="4"/>
                    <a:pt x="41" y="0"/>
                    <a:pt x="34" y="4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Freeform 76">
              <a:extLst>
                <a:ext uri="{FF2B5EF4-FFF2-40B4-BE49-F238E27FC236}">
                  <a16:creationId xmlns:a16="http://schemas.microsoft.com/office/drawing/2014/main" id="{8DE8940B-B1BD-4073-83E2-E6DE44C31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559"/>
              <a:ext cx="600" cy="64"/>
            </a:xfrm>
            <a:custGeom>
              <a:avLst/>
              <a:gdLst>
                <a:gd name="T0" fmla="*/ 0 w 240"/>
                <a:gd name="T1" fmla="*/ 0 h 24"/>
                <a:gd name="T2" fmla="*/ 9300 w 240"/>
                <a:gd name="T3" fmla="*/ 661 h 24"/>
                <a:gd name="T4" fmla="*/ 23438 w 240"/>
                <a:gd name="T5" fmla="*/ 324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24">
                  <a:moveTo>
                    <a:pt x="0" y="0"/>
                  </a:moveTo>
                  <a:cubicBezTo>
                    <a:pt x="31" y="5"/>
                    <a:pt x="63" y="3"/>
                    <a:pt x="95" y="5"/>
                  </a:cubicBezTo>
                  <a:cubicBezTo>
                    <a:pt x="144" y="9"/>
                    <a:pt x="192" y="15"/>
                    <a:pt x="240" y="24"/>
                  </a:cubicBezTo>
                </a:path>
              </a:pathLst>
            </a:custGeom>
            <a:solidFill>
              <a:srgbClr val="FD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Freeform 77">
              <a:extLst>
                <a:ext uri="{FF2B5EF4-FFF2-40B4-BE49-F238E27FC236}">
                  <a16:creationId xmlns:a16="http://schemas.microsoft.com/office/drawing/2014/main" id="{FA80EF08-A758-4800-9210-30B32A7F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607"/>
              <a:ext cx="265" cy="18"/>
            </a:xfrm>
            <a:custGeom>
              <a:avLst/>
              <a:gdLst>
                <a:gd name="T0" fmla="*/ 0 w 106"/>
                <a:gd name="T1" fmla="*/ 0 h 7"/>
                <a:gd name="T2" fmla="*/ 4113 w 106"/>
                <a:gd name="T3" fmla="*/ 219 h 7"/>
                <a:gd name="T4" fmla="*/ 10363 w 106"/>
                <a:gd name="T5" fmla="*/ 77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7">
                  <a:moveTo>
                    <a:pt x="0" y="0"/>
                  </a:moveTo>
                  <a:cubicBezTo>
                    <a:pt x="13" y="4"/>
                    <a:pt x="28" y="1"/>
                    <a:pt x="42" y="2"/>
                  </a:cubicBezTo>
                  <a:cubicBezTo>
                    <a:pt x="63" y="3"/>
                    <a:pt x="85" y="6"/>
                    <a:pt x="106" y="7"/>
                  </a:cubicBezTo>
                </a:path>
              </a:pathLst>
            </a:custGeom>
            <a:solidFill>
              <a:srgbClr val="FD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Freeform 78">
              <a:extLst>
                <a:ext uri="{FF2B5EF4-FFF2-40B4-BE49-F238E27FC236}">
                  <a16:creationId xmlns:a16="http://schemas.microsoft.com/office/drawing/2014/main" id="{66515094-2BA2-485B-BCFF-60430E8C6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641"/>
              <a:ext cx="675" cy="59"/>
            </a:xfrm>
            <a:custGeom>
              <a:avLst/>
              <a:gdLst>
                <a:gd name="T0" fmla="*/ 0 w 270"/>
                <a:gd name="T1" fmla="*/ 0 h 22"/>
                <a:gd name="T2" fmla="*/ 26375 w 270"/>
                <a:gd name="T3" fmla="*/ 304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0" h="22">
                  <a:moveTo>
                    <a:pt x="0" y="0"/>
                  </a:moveTo>
                  <a:cubicBezTo>
                    <a:pt x="91" y="0"/>
                    <a:pt x="180" y="5"/>
                    <a:pt x="270" y="22"/>
                  </a:cubicBezTo>
                </a:path>
              </a:pathLst>
            </a:custGeom>
            <a:solidFill>
              <a:srgbClr val="FD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Freeform 79">
              <a:extLst>
                <a:ext uri="{FF2B5EF4-FFF2-40B4-BE49-F238E27FC236}">
                  <a16:creationId xmlns:a16="http://schemas.microsoft.com/office/drawing/2014/main" id="{6EC503C7-8B68-42EC-ADDD-4025D6996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695"/>
              <a:ext cx="380" cy="26"/>
            </a:xfrm>
            <a:custGeom>
              <a:avLst/>
              <a:gdLst>
                <a:gd name="T0" fmla="*/ 0 w 152"/>
                <a:gd name="T1" fmla="*/ 0 h 10"/>
                <a:gd name="T2" fmla="*/ 14845 w 152"/>
                <a:gd name="T3" fmla="*/ 119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0">
                  <a:moveTo>
                    <a:pt x="0" y="0"/>
                  </a:moveTo>
                  <a:cubicBezTo>
                    <a:pt x="51" y="0"/>
                    <a:pt x="102" y="6"/>
                    <a:pt x="152" y="10"/>
                  </a:cubicBezTo>
                </a:path>
              </a:pathLst>
            </a:custGeom>
            <a:solidFill>
              <a:srgbClr val="FD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Freeform 80">
              <a:extLst>
                <a:ext uri="{FF2B5EF4-FFF2-40B4-BE49-F238E27FC236}">
                  <a16:creationId xmlns:a16="http://schemas.microsoft.com/office/drawing/2014/main" id="{56D17AA3-0C1B-403A-A05D-6CA95375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511"/>
              <a:ext cx="367" cy="18"/>
            </a:xfrm>
            <a:custGeom>
              <a:avLst/>
              <a:gdLst>
                <a:gd name="T0" fmla="*/ 0 w 147"/>
                <a:gd name="T1" fmla="*/ 219 h 7"/>
                <a:gd name="T2" fmla="*/ 3111 w 147"/>
                <a:gd name="T3" fmla="*/ 139 h 7"/>
                <a:gd name="T4" fmla="*/ 14256 w 147"/>
                <a:gd name="T5" fmla="*/ 77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7">
                  <a:moveTo>
                    <a:pt x="0" y="2"/>
                  </a:moveTo>
                  <a:cubicBezTo>
                    <a:pt x="7" y="6"/>
                    <a:pt x="25" y="2"/>
                    <a:pt x="32" y="1"/>
                  </a:cubicBezTo>
                  <a:cubicBezTo>
                    <a:pt x="70" y="0"/>
                    <a:pt x="109" y="3"/>
                    <a:pt x="147" y="7"/>
                  </a:cubicBezTo>
                </a:path>
              </a:pathLst>
            </a:custGeom>
            <a:solidFill>
              <a:srgbClr val="FD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Freeform 81">
              <a:extLst>
                <a:ext uri="{FF2B5EF4-FFF2-40B4-BE49-F238E27FC236}">
                  <a16:creationId xmlns:a16="http://schemas.microsoft.com/office/drawing/2014/main" id="{BAE54B61-6D0D-4EA9-BB39-2D7197F7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527"/>
              <a:ext cx="45" cy="152"/>
            </a:xfrm>
            <a:custGeom>
              <a:avLst/>
              <a:gdLst>
                <a:gd name="T0" fmla="*/ 1300 w 18"/>
                <a:gd name="T1" fmla="*/ 0 h 57"/>
                <a:gd name="T2" fmla="*/ 0 w 18"/>
                <a:gd name="T3" fmla="*/ 76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3" y="0"/>
                  </a:moveTo>
                  <a:cubicBezTo>
                    <a:pt x="18" y="18"/>
                    <a:pt x="8" y="41"/>
                    <a:pt x="0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Freeform 82">
              <a:extLst>
                <a:ext uri="{FF2B5EF4-FFF2-40B4-BE49-F238E27FC236}">
                  <a16:creationId xmlns:a16="http://schemas.microsoft.com/office/drawing/2014/main" id="{9E41B8D8-E45C-4891-8BCF-C9BCBB9CE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543"/>
              <a:ext cx="22" cy="80"/>
            </a:xfrm>
            <a:custGeom>
              <a:avLst/>
              <a:gdLst>
                <a:gd name="T0" fmla="*/ 616 w 9"/>
                <a:gd name="T1" fmla="*/ 0 h 30"/>
                <a:gd name="T2" fmla="*/ 0 w 9"/>
                <a:gd name="T3" fmla="*/ 404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7" y="0"/>
                  </a:moveTo>
                  <a:cubicBezTo>
                    <a:pt x="9" y="10"/>
                    <a:pt x="4" y="21"/>
                    <a:pt x="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Freeform 83">
              <a:extLst>
                <a:ext uri="{FF2B5EF4-FFF2-40B4-BE49-F238E27FC236}">
                  <a16:creationId xmlns:a16="http://schemas.microsoft.com/office/drawing/2014/main" id="{75689024-E185-4C59-A5F2-0F8CA17E6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679"/>
              <a:ext cx="290" cy="317"/>
            </a:xfrm>
            <a:custGeom>
              <a:avLst/>
              <a:gdLst>
                <a:gd name="T0" fmla="*/ 8720 w 116"/>
                <a:gd name="T1" fmla="*/ 1058 h 119"/>
                <a:gd name="T2" fmla="*/ 7238 w 116"/>
                <a:gd name="T3" fmla="*/ 4577 h 119"/>
                <a:gd name="T4" fmla="*/ 5283 w 116"/>
                <a:gd name="T5" fmla="*/ 8053 h 119"/>
                <a:gd name="T6" fmla="*/ 2158 w 116"/>
                <a:gd name="T7" fmla="*/ 14611 h 119"/>
                <a:gd name="T8" fmla="*/ 8988 w 116"/>
                <a:gd name="T9" fmla="*/ 8053 h 119"/>
                <a:gd name="T10" fmla="*/ 9300 w 116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19">
                  <a:moveTo>
                    <a:pt x="89" y="8"/>
                  </a:moveTo>
                  <a:cubicBezTo>
                    <a:pt x="83" y="13"/>
                    <a:pt x="80" y="26"/>
                    <a:pt x="74" y="34"/>
                  </a:cubicBezTo>
                  <a:cubicBezTo>
                    <a:pt x="68" y="43"/>
                    <a:pt x="61" y="53"/>
                    <a:pt x="54" y="60"/>
                  </a:cubicBezTo>
                  <a:cubicBezTo>
                    <a:pt x="47" y="67"/>
                    <a:pt x="0" y="93"/>
                    <a:pt x="22" y="109"/>
                  </a:cubicBezTo>
                  <a:cubicBezTo>
                    <a:pt x="38" y="119"/>
                    <a:pt x="85" y="70"/>
                    <a:pt x="92" y="60"/>
                  </a:cubicBezTo>
                  <a:cubicBezTo>
                    <a:pt x="100" y="48"/>
                    <a:pt x="116" y="12"/>
                    <a:pt x="95" y="0"/>
                  </a:cubicBezTo>
                </a:path>
              </a:pathLst>
            </a:custGeom>
            <a:solidFill>
              <a:srgbClr val="F1E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Freeform 84">
              <a:extLst>
                <a:ext uri="{FF2B5EF4-FFF2-40B4-BE49-F238E27FC236}">
                  <a16:creationId xmlns:a16="http://schemas.microsoft.com/office/drawing/2014/main" id="{A109D525-2DAF-4BF1-B79B-9D07ADF2F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316"/>
              <a:ext cx="7" cy="8"/>
            </a:xfrm>
            <a:custGeom>
              <a:avLst/>
              <a:gdLst>
                <a:gd name="T0" fmla="*/ 201 w 3"/>
                <a:gd name="T1" fmla="*/ 397 h 3"/>
                <a:gd name="T2" fmla="*/ 0 w 3"/>
                <a:gd name="T3" fmla="*/ 149 h 3"/>
                <a:gd name="T4" fmla="*/ 152 w 3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3" y="0"/>
                    <a:pt x="0" y="1"/>
                  </a:cubicBezTo>
                  <a:cubicBezTo>
                    <a:pt x="1" y="3"/>
                    <a:pt x="2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7" name="Freeform 85">
              <a:extLst>
                <a:ext uri="{FF2B5EF4-FFF2-40B4-BE49-F238E27FC236}">
                  <a16:creationId xmlns:a16="http://schemas.microsoft.com/office/drawing/2014/main" id="{AC297984-8B7E-4326-8F73-A6D17D6A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439"/>
              <a:ext cx="5" cy="5"/>
            </a:xfrm>
            <a:custGeom>
              <a:avLst/>
              <a:gdLst>
                <a:gd name="T0" fmla="*/ 208 w 2"/>
                <a:gd name="T1" fmla="*/ 208 h 2"/>
                <a:gd name="T2" fmla="*/ 0 w 2"/>
                <a:gd name="T3" fmla="*/ 125 h 2"/>
                <a:gd name="T4" fmla="*/ 125 w 2"/>
                <a:gd name="T5" fmla="*/ 125 h 2"/>
                <a:gd name="T6" fmla="*/ 0 w 2"/>
                <a:gd name="T7" fmla="*/ 125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8" name="Freeform 86">
              <a:extLst>
                <a:ext uri="{FF2B5EF4-FFF2-40B4-BE49-F238E27FC236}">
                  <a16:creationId xmlns:a16="http://schemas.microsoft.com/office/drawing/2014/main" id="{93F79C5A-5238-4BE9-8FC9-F9D37C4C4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319"/>
              <a:ext cx="2" cy="2"/>
            </a:xfrm>
            <a:custGeom>
              <a:avLst/>
              <a:gdLst>
                <a:gd name="T0" fmla="*/ 0 w 1"/>
                <a:gd name="T1" fmla="*/ 0 h 1"/>
                <a:gd name="T2" fmla="*/ 32 w 1"/>
                <a:gd name="T3" fmla="*/ 32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Freeform 87">
              <a:extLst>
                <a:ext uri="{FF2B5EF4-FFF2-40B4-BE49-F238E27FC236}">
                  <a16:creationId xmlns:a16="http://schemas.microsoft.com/office/drawing/2014/main" id="{AA63A6EA-9CF5-46F5-917B-0D0E10416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257"/>
              <a:ext cx="7" cy="8"/>
            </a:xfrm>
            <a:custGeom>
              <a:avLst/>
              <a:gdLst>
                <a:gd name="T0" fmla="*/ 201 w 3"/>
                <a:gd name="T1" fmla="*/ 397 h 3"/>
                <a:gd name="T2" fmla="*/ 0 w 3"/>
                <a:gd name="T3" fmla="*/ 149 h 3"/>
                <a:gd name="T4" fmla="*/ 152 w 3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3" y="0"/>
                    <a:pt x="0" y="1"/>
                  </a:cubicBezTo>
                  <a:cubicBezTo>
                    <a:pt x="0" y="3"/>
                    <a:pt x="2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0" name="Freeform 88">
              <a:extLst>
                <a:ext uri="{FF2B5EF4-FFF2-40B4-BE49-F238E27FC236}">
                  <a16:creationId xmlns:a16="http://schemas.microsoft.com/office/drawing/2014/main" id="{1EFEE10C-0580-48BF-B907-2A6876302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260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8 w 2"/>
                <a:gd name="T3" fmla="*/ 243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1" name="Freeform 89">
              <a:extLst>
                <a:ext uri="{FF2B5EF4-FFF2-40B4-BE49-F238E27FC236}">
                  <a16:creationId xmlns:a16="http://schemas.microsoft.com/office/drawing/2014/main" id="{40847FB0-A74C-43AB-9709-D5DD65A8E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292"/>
              <a:ext cx="7" cy="11"/>
            </a:xfrm>
            <a:custGeom>
              <a:avLst/>
              <a:gdLst>
                <a:gd name="T0" fmla="*/ 201 w 3"/>
                <a:gd name="T1" fmla="*/ 462 h 4"/>
                <a:gd name="T2" fmla="*/ 0 w 3"/>
                <a:gd name="T3" fmla="*/ 168 h 4"/>
                <a:gd name="T4" fmla="*/ 152 w 3"/>
                <a:gd name="T5" fmla="*/ 35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2"/>
                    <a:pt x="3" y="0"/>
                    <a:pt x="0" y="1"/>
                  </a:cubicBezTo>
                  <a:cubicBezTo>
                    <a:pt x="0" y="4"/>
                    <a:pt x="2" y="2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2" name="Freeform 90">
              <a:extLst>
                <a:ext uri="{FF2B5EF4-FFF2-40B4-BE49-F238E27FC236}">
                  <a16:creationId xmlns:a16="http://schemas.microsoft.com/office/drawing/2014/main" id="{B08D3B20-6D83-4557-BFD8-AEABE194C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295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8 w 2"/>
                <a:gd name="T3" fmla="*/ 20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Freeform 91">
              <a:extLst>
                <a:ext uri="{FF2B5EF4-FFF2-40B4-BE49-F238E27FC236}">
                  <a16:creationId xmlns:a16="http://schemas.microsoft.com/office/drawing/2014/main" id="{1FD30E2F-B17A-4553-8FA3-BC48EB1F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335"/>
              <a:ext cx="5" cy="8"/>
            </a:xfrm>
            <a:custGeom>
              <a:avLst/>
              <a:gdLst>
                <a:gd name="T0" fmla="*/ 208 w 2"/>
                <a:gd name="T1" fmla="*/ 397 h 3"/>
                <a:gd name="T2" fmla="*/ 0 w 2"/>
                <a:gd name="T3" fmla="*/ 0 h 3"/>
                <a:gd name="T4" fmla="*/ 125 w 2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1"/>
                    <a:pt x="2" y="0"/>
                    <a:pt x="0" y="0"/>
                  </a:cubicBezTo>
                  <a:cubicBezTo>
                    <a:pt x="0" y="3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Freeform 92">
              <a:extLst>
                <a:ext uri="{FF2B5EF4-FFF2-40B4-BE49-F238E27FC236}">
                  <a16:creationId xmlns:a16="http://schemas.microsoft.com/office/drawing/2014/main" id="{654F234C-35AD-4171-94E2-5024739C4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33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43 w 1"/>
                <a:gd name="T3" fmla="*/ 243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5" name="Freeform 93">
              <a:extLst>
                <a:ext uri="{FF2B5EF4-FFF2-40B4-BE49-F238E27FC236}">
                  <a16:creationId xmlns:a16="http://schemas.microsoft.com/office/drawing/2014/main" id="{906DBD72-9747-42C9-B70F-8213E1267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420"/>
              <a:ext cx="8" cy="8"/>
            </a:xfrm>
            <a:custGeom>
              <a:avLst/>
              <a:gdLst>
                <a:gd name="T0" fmla="*/ 397 w 3"/>
                <a:gd name="T1" fmla="*/ 397 h 3"/>
                <a:gd name="T2" fmla="*/ 0 w 3"/>
                <a:gd name="T3" fmla="*/ 0 h 3"/>
                <a:gd name="T4" fmla="*/ 248 w 3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1"/>
                    <a:pt x="3" y="0"/>
                    <a:pt x="0" y="0"/>
                  </a:cubicBezTo>
                  <a:cubicBezTo>
                    <a:pt x="0" y="3"/>
                    <a:pt x="2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6" name="Freeform 94">
              <a:extLst>
                <a:ext uri="{FF2B5EF4-FFF2-40B4-BE49-F238E27FC236}">
                  <a16:creationId xmlns:a16="http://schemas.microsoft.com/office/drawing/2014/main" id="{03200F49-A1C0-41D0-9A38-EA15E56DC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423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8 w 2"/>
                <a:gd name="T3" fmla="*/ 32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Freeform 95">
              <a:extLst>
                <a:ext uri="{FF2B5EF4-FFF2-40B4-BE49-F238E27FC236}">
                  <a16:creationId xmlns:a16="http://schemas.microsoft.com/office/drawing/2014/main" id="{3DA11158-951E-47B5-9169-D66E6FD66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503"/>
              <a:ext cx="5" cy="8"/>
            </a:xfrm>
            <a:custGeom>
              <a:avLst/>
              <a:gdLst>
                <a:gd name="T0" fmla="*/ 208 w 2"/>
                <a:gd name="T1" fmla="*/ 397 h 3"/>
                <a:gd name="T2" fmla="*/ 0 w 2"/>
                <a:gd name="T3" fmla="*/ 0 h 3"/>
                <a:gd name="T4" fmla="*/ 125 w 2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1"/>
                    <a:pt x="2" y="0"/>
                    <a:pt x="0" y="0"/>
                  </a:cubicBezTo>
                  <a:cubicBezTo>
                    <a:pt x="0" y="3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8" name="Freeform 96">
              <a:extLst>
                <a:ext uri="{FF2B5EF4-FFF2-40B4-BE49-F238E27FC236}">
                  <a16:creationId xmlns:a16="http://schemas.microsoft.com/office/drawing/2014/main" id="{25C894B5-02CD-472D-BBF1-2D994622C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505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8 w 2"/>
                <a:gd name="T3" fmla="*/ 243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Freeform 97">
              <a:extLst>
                <a:ext uri="{FF2B5EF4-FFF2-40B4-BE49-F238E27FC236}">
                  <a16:creationId xmlns:a16="http://schemas.microsoft.com/office/drawing/2014/main" id="{4B688960-0803-4AA2-9986-2AF3CCBAF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439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32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0" name="Freeform 98">
              <a:extLst>
                <a:ext uri="{FF2B5EF4-FFF2-40B4-BE49-F238E27FC236}">
                  <a16:creationId xmlns:a16="http://schemas.microsoft.com/office/drawing/2014/main" id="{E34C7E2C-D2A3-4BDA-9FAF-8006783AB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079"/>
              <a:ext cx="15" cy="26"/>
            </a:xfrm>
            <a:custGeom>
              <a:avLst/>
              <a:gdLst>
                <a:gd name="T0" fmla="*/ 520 w 6"/>
                <a:gd name="T1" fmla="*/ 824 h 10"/>
                <a:gd name="T2" fmla="*/ 0 w 6"/>
                <a:gd name="T3" fmla="*/ 824 h 10"/>
                <a:gd name="T4" fmla="*/ 395 w 6"/>
                <a:gd name="T5" fmla="*/ 0 h 10"/>
                <a:gd name="T6" fmla="*/ 208 w 6"/>
                <a:gd name="T7" fmla="*/ 37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5" y="7"/>
                  </a:moveTo>
                  <a:cubicBezTo>
                    <a:pt x="3" y="5"/>
                    <a:pt x="1" y="5"/>
                    <a:pt x="0" y="7"/>
                  </a:cubicBezTo>
                  <a:cubicBezTo>
                    <a:pt x="4" y="10"/>
                    <a:pt x="6" y="4"/>
                    <a:pt x="4" y="0"/>
                  </a:cubicBezTo>
                  <a:cubicBezTo>
                    <a:pt x="2" y="0"/>
                    <a:pt x="2" y="1"/>
                    <a:pt x="2" y="3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1" name="Freeform 99">
              <a:extLst>
                <a:ext uri="{FF2B5EF4-FFF2-40B4-BE49-F238E27FC236}">
                  <a16:creationId xmlns:a16="http://schemas.microsoft.com/office/drawing/2014/main" id="{FB50A99A-E118-4F16-A493-4B28B954E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079"/>
              <a:ext cx="17" cy="18"/>
            </a:xfrm>
            <a:custGeom>
              <a:avLst/>
              <a:gdLst>
                <a:gd name="T0" fmla="*/ 170 w 7"/>
                <a:gd name="T1" fmla="*/ 357 h 7"/>
                <a:gd name="T2" fmla="*/ 342 w 7"/>
                <a:gd name="T3" fmla="*/ 139 h 7"/>
                <a:gd name="T4" fmla="*/ 0 w 7"/>
                <a:gd name="T5" fmla="*/ 44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3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7" y="4"/>
                    <a:pt x="2" y="7"/>
                    <a:pt x="0" y="4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2" name="Freeform 100">
              <a:extLst>
                <a:ext uri="{FF2B5EF4-FFF2-40B4-BE49-F238E27FC236}">
                  <a16:creationId xmlns:a16="http://schemas.microsoft.com/office/drawing/2014/main" id="{90D783EF-D94B-44BB-8B8F-A62E7761F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089"/>
              <a:ext cx="10" cy="8"/>
            </a:xfrm>
            <a:custGeom>
              <a:avLst/>
              <a:gdLst>
                <a:gd name="T0" fmla="*/ 313 w 4"/>
                <a:gd name="T1" fmla="*/ 0 h 3"/>
                <a:gd name="T2" fmla="*/ 0 w 4"/>
                <a:gd name="T3" fmla="*/ 149 h 3"/>
                <a:gd name="T4" fmla="*/ 395 w 4"/>
                <a:gd name="T5" fmla="*/ 248 h 3"/>
                <a:gd name="T6" fmla="*/ 0 w 4"/>
                <a:gd name="T7" fmla="*/ 14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3"/>
                    <a:pt x="1" y="3"/>
                    <a:pt x="4" y="2"/>
                  </a:cubicBezTo>
                  <a:cubicBezTo>
                    <a:pt x="3" y="0"/>
                    <a:pt x="2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3" name="Freeform 101">
              <a:extLst>
                <a:ext uri="{FF2B5EF4-FFF2-40B4-BE49-F238E27FC236}">
                  <a16:creationId xmlns:a16="http://schemas.microsoft.com/office/drawing/2014/main" id="{012F0563-E09E-4EDE-AE59-D0DDA6BB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159"/>
              <a:ext cx="17" cy="24"/>
            </a:xfrm>
            <a:custGeom>
              <a:avLst/>
              <a:gdLst>
                <a:gd name="T0" fmla="*/ 512 w 7"/>
                <a:gd name="T1" fmla="*/ 819 h 9"/>
                <a:gd name="T2" fmla="*/ 0 w 7"/>
                <a:gd name="T3" fmla="*/ 968 h 9"/>
                <a:gd name="T4" fmla="*/ 413 w 7"/>
                <a:gd name="T5" fmla="*/ 0 h 9"/>
                <a:gd name="T6" fmla="*/ 170 w 7"/>
                <a:gd name="T7" fmla="*/ 2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6" y="6"/>
                  </a:moveTo>
                  <a:cubicBezTo>
                    <a:pt x="4" y="5"/>
                    <a:pt x="2" y="5"/>
                    <a:pt x="0" y="7"/>
                  </a:cubicBezTo>
                  <a:cubicBezTo>
                    <a:pt x="5" y="9"/>
                    <a:pt x="7" y="3"/>
                    <a:pt x="5" y="0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4" name="Freeform 102">
              <a:extLst>
                <a:ext uri="{FF2B5EF4-FFF2-40B4-BE49-F238E27FC236}">
                  <a16:creationId xmlns:a16="http://schemas.microsoft.com/office/drawing/2014/main" id="{8A3558BE-00B7-4D10-8E4B-72E4103BC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159"/>
              <a:ext cx="18" cy="16"/>
            </a:xfrm>
            <a:custGeom>
              <a:avLst/>
              <a:gdLst>
                <a:gd name="T0" fmla="*/ 357 w 7"/>
                <a:gd name="T1" fmla="*/ 248 h 6"/>
                <a:gd name="T2" fmla="*/ 563 w 7"/>
                <a:gd name="T3" fmla="*/ 0 h 6"/>
                <a:gd name="T4" fmla="*/ 0 w 7"/>
                <a:gd name="T5" fmla="*/ 3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2"/>
                  </a:moveTo>
                  <a:cubicBezTo>
                    <a:pt x="3" y="1"/>
                    <a:pt x="3" y="0"/>
                    <a:pt x="5" y="0"/>
                  </a:cubicBezTo>
                  <a:cubicBezTo>
                    <a:pt x="7" y="4"/>
                    <a:pt x="2" y="6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Freeform 103">
              <a:extLst>
                <a:ext uri="{FF2B5EF4-FFF2-40B4-BE49-F238E27FC236}">
                  <a16:creationId xmlns:a16="http://schemas.microsoft.com/office/drawing/2014/main" id="{BF6FF20F-5B2B-4990-9395-921F6FD77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167"/>
              <a:ext cx="10" cy="10"/>
            </a:xfrm>
            <a:custGeom>
              <a:avLst/>
              <a:gdLst>
                <a:gd name="T0" fmla="*/ 395 w 4"/>
                <a:gd name="T1" fmla="*/ 0 h 4"/>
                <a:gd name="T2" fmla="*/ 0 w 4"/>
                <a:gd name="T3" fmla="*/ 125 h 4"/>
                <a:gd name="T4" fmla="*/ 395 w 4"/>
                <a:gd name="T5" fmla="*/ 208 h 4"/>
                <a:gd name="T6" fmla="*/ 125 w 4"/>
                <a:gd name="T7" fmla="*/ 20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2" y="4"/>
                    <a:pt x="2" y="4"/>
                    <a:pt x="4" y="2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" name="Freeform 104">
              <a:extLst>
                <a:ext uri="{FF2B5EF4-FFF2-40B4-BE49-F238E27FC236}">
                  <a16:creationId xmlns:a16="http://schemas.microsoft.com/office/drawing/2014/main" id="{A9183881-89A5-4666-ADDC-9AD5B00B4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407"/>
              <a:ext cx="15" cy="24"/>
            </a:xfrm>
            <a:custGeom>
              <a:avLst/>
              <a:gdLst>
                <a:gd name="T0" fmla="*/ 520 w 6"/>
                <a:gd name="T1" fmla="*/ 819 h 9"/>
                <a:gd name="T2" fmla="*/ 0 w 6"/>
                <a:gd name="T3" fmla="*/ 968 h 9"/>
                <a:gd name="T4" fmla="*/ 395 w 6"/>
                <a:gd name="T5" fmla="*/ 0 h 9"/>
                <a:gd name="T6" fmla="*/ 125 w 6"/>
                <a:gd name="T7" fmla="*/ 2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6"/>
                  </a:moveTo>
                  <a:cubicBezTo>
                    <a:pt x="3" y="4"/>
                    <a:pt x="1" y="4"/>
                    <a:pt x="0" y="7"/>
                  </a:cubicBezTo>
                  <a:cubicBezTo>
                    <a:pt x="4" y="9"/>
                    <a:pt x="6" y="3"/>
                    <a:pt x="4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" name="Freeform 105">
              <a:extLst>
                <a:ext uri="{FF2B5EF4-FFF2-40B4-BE49-F238E27FC236}">
                  <a16:creationId xmlns:a16="http://schemas.microsoft.com/office/drawing/2014/main" id="{DBBE56C7-19D0-4236-AC3E-20563478E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407"/>
              <a:ext cx="17" cy="16"/>
            </a:xfrm>
            <a:custGeom>
              <a:avLst/>
              <a:gdLst>
                <a:gd name="T0" fmla="*/ 170 w 7"/>
                <a:gd name="T1" fmla="*/ 248 h 6"/>
                <a:gd name="T2" fmla="*/ 342 w 7"/>
                <a:gd name="T3" fmla="*/ 0 h 6"/>
                <a:gd name="T4" fmla="*/ 0 w 7"/>
                <a:gd name="T5" fmla="*/ 3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7" y="3"/>
                    <a:pt x="2" y="6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" name="Freeform 106">
              <a:extLst>
                <a:ext uri="{FF2B5EF4-FFF2-40B4-BE49-F238E27FC236}">
                  <a16:creationId xmlns:a16="http://schemas.microsoft.com/office/drawing/2014/main" id="{0073D8F0-6213-4CE8-89FB-389028001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415"/>
              <a:ext cx="7" cy="8"/>
            </a:xfrm>
            <a:custGeom>
              <a:avLst/>
              <a:gdLst>
                <a:gd name="T0" fmla="*/ 201 w 3"/>
                <a:gd name="T1" fmla="*/ 0 h 3"/>
                <a:gd name="T2" fmla="*/ 0 w 3"/>
                <a:gd name="T3" fmla="*/ 149 h 3"/>
                <a:gd name="T4" fmla="*/ 201 w 3"/>
                <a:gd name="T5" fmla="*/ 248 h 3"/>
                <a:gd name="T6" fmla="*/ 0 w 3"/>
                <a:gd name="T7" fmla="*/ 14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3"/>
                    <a:pt x="1" y="3"/>
                    <a:pt x="3" y="2"/>
                  </a:cubicBezTo>
                  <a:cubicBezTo>
                    <a:pt x="2" y="0"/>
                    <a:pt x="2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Freeform 107">
              <a:extLst>
                <a:ext uri="{FF2B5EF4-FFF2-40B4-BE49-F238E27FC236}">
                  <a16:creationId xmlns:a16="http://schemas.microsoft.com/office/drawing/2014/main" id="{ED1F81A7-9FA0-40A3-8059-FCD4B6306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505"/>
              <a:ext cx="15" cy="24"/>
            </a:xfrm>
            <a:custGeom>
              <a:avLst/>
              <a:gdLst>
                <a:gd name="T0" fmla="*/ 520 w 6"/>
                <a:gd name="T1" fmla="*/ 819 h 9"/>
                <a:gd name="T2" fmla="*/ 0 w 6"/>
                <a:gd name="T3" fmla="*/ 968 h 9"/>
                <a:gd name="T4" fmla="*/ 395 w 6"/>
                <a:gd name="T5" fmla="*/ 0 h 9"/>
                <a:gd name="T6" fmla="*/ 125 w 6"/>
                <a:gd name="T7" fmla="*/ 2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6"/>
                  </a:moveTo>
                  <a:cubicBezTo>
                    <a:pt x="3" y="4"/>
                    <a:pt x="1" y="4"/>
                    <a:pt x="0" y="7"/>
                  </a:cubicBezTo>
                  <a:cubicBezTo>
                    <a:pt x="4" y="9"/>
                    <a:pt x="6" y="3"/>
                    <a:pt x="4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" name="Freeform 108">
              <a:extLst>
                <a:ext uri="{FF2B5EF4-FFF2-40B4-BE49-F238E27FC236}">
                  <a16:creationId xmlns:a16="http://schemas.microsoft.com/office/drawing/2014/main" id="{2584CC28-000E-420E-B237-4D28BFC59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505"/>
              <a:ext cx="18" cy="16"/>
            </a:xfrm>
            <a:custGeom>
              <a:avLst/>
              <a:gdLst>
                <a:gd name="T0" fmla="*/ 219 w 7"/>
                <a:gd name="T1" fmla="*/ 248 h 6"/>
                <a:gd name="T2" fmla="*/ 442 w 7"/>
                <a:gd name="T3" fmla="*/ 0 h 6"/>
                <a:gd name="T4" fmla="*/ 0 w 7"/>
                <a:gd name="T5" fmla="*/ 3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7" y="3"/>
                    <a:pt x="2" y="6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109">
              <a:extLst>
                <a:ext uri="{FF2B5EF4-FFF2-40B4-BE49-F238E27FC236}">
                  <a16:creationId xmlns:a16="http://schemas.microsoft.com/office/drawing/2014/main" id="{0004DDF5-5EDF-49B6-A83B-215C98E4C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513"/>
              <a:ext cx="8" cy="8"/>
            </a:xfrm>
            <a:custGeom>
              <a:avLst/>
              <a:gdLst>
                <a:gd name="T0" fmla="*/ 397 w 3"/>
                <a:gd name="T1" fmla="*/ 0 h 3"/>
                <a:gd name="T2" fmla="*/ 0 w 3"/>
                <a:gd name="T3" fmla="*/ 149 h 3"/>
                <a:gd name="T4" fmla="*/ 397 w 3"/>
                <a:gd name="T5" fmla="*/ 248 h 3"/>
                <a:gd name="T6" fmla="*/ 0 w 3"/>
                <a:gd name="T7" fmla="*/ 14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3"/>
                    <a:pt x="1" y="3"/>
                    <a:pt x="3" y="2"/>
                  </a:cubicBezTo>
                  <a:cubicBezTo>
                    <a:pt x="3" y="1"/>
                    <a:pt x="2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110">
              <a:extLst>
                <a:ext uri="{FF2B5EF4-FFF2-40B4-BE49-F238E27FC236}">
                  <a16:creationId xmlns:a16="http://schemas.microsoft.com/office/drawing/2014/main" id="{F197AABA-3E8D-404C-BC9E-217019B78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505"/>
              <a:ext cx="15" cy="27"/>
            </a:xfrm>
            <a:custGeom>
              <a:avLst/>
              <a:gdLst>
                <a:gd name="T0" fmla="*/ 520 w 6"/>
                <a:gd name="T1" fmla="*/ 1007 h 10"/>
                <a:gd name="T2" fmla="*/ 0 w 6"/>
                <a:gd name="T3" fmla="*/ 1007 h 10"/>
                <a:gd name="T4" fmla="*/ 520 w 6"/>
                <a:gd name="T5" fmla="*/ 0 h 10"/>
                <a:gd name="T6" fmla="*/ 208 w 6"/>
                <a:gd name="T7" fmla="*/ 4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5" y="7"/>
                  </a:moveTo>
                  <a:cubicBezTo>
                    <a:pt x="4" y="5"/>
                    <a:pt x="2" y="5"/>
                    <a:pt x="0" y="7"/>
                  </a:cubicBezTo>
                  <a:cubicBezTo>
                    <a:pt x="5" y="10"/>
                    <a:pt x="6" y="4"/>
                    <a:pt x="5" y="0"/>
                  </a:cubicBezTo>
                  <a:cubicBezTo>
                    <a:pt x="3" y="0"/>
                    <a:pt x="3" y="1"/>
                    <a:pt x="2" y="3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111">
              <a:extLst>
                <a:ext uri="{FF2B5EF4-FFF2-40B4-BE49-F238E27FC236}">
                  <a16:creationId xmlns:a16="http://schemas.microsoft.com/office/drawing/2014/main" id="{EFAD3C4B-F1AD-47AC-9FFC-6FA23665C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505"/>
              <a:ext cx="18" cy="19"/>
            </a:xfrm>
            <a:custGeom>
              <a:avLst/>
              <a:gdLst>
                <a:gd name="T0" fmla="*/ 357 w 7"/>
                <a:gd name="T1" fmla="*/ 442 h 7"/>
                <a:gd name="T2" fmla="*/ 563 w 7"/>
                <a:gd name="T3" fmla="*/ 163 h 7"/>
                <a:gd name="T4" fmla="*/ 0 w 7"/>
                <a:gd name="T5" fmla="*/ 59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3"/>
                  </a:moveTo>
                  <a:cubicBezTo>
                    <a:pt x="3" y="1"/>
                    <a:pt x="3" y="0"/>
                    <a:pt x="5" y="1"/>
                  </a:cubicBezTo>
                  <a:cubicBezTo>
                    <a:pt x="7" y="4"/>
                    <a:pt x="2" y="7"/>
                    <a:pt x="0" y="4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112">
              <a:extLst>
                <a:ext uri="{FF2B5EF4-FFF2-40B4-BE49-F238E27FC236}">
                  <a16:creationId xmlns:a16="http://schemas.microsoft.com/office/drawing/2014/main" id="{44F4462C-47DF-4F8F-8C5E-BDC27E2A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516"/>
              <a:ext cx="10" cy="8"/>
            </a:xfrm>
            <a:custGeom>
              <a:avLst/>
              <a:gdLst>
                <a:gd name="T0" fmla="*/ 313 w 4"/>
                <a:gd name="T1" fmla="*/ 0 h 3"/>
                <a:gd name="T2" fmla="*/ 0 w 4"/>
                <a:gd name="T3" fmla="*/ 149 h 3"/>
                <a:gd name="T4" fmla="*/ 395 w 4"/>
                <a:gd name="T5" fmla="*/ 248 h 3"/>
                <a:gd name="T6" fmla="*/ 125 w 4"/>
                <a:gd name="T7" fmla="*/ 14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2" y="3"/>
                    <a:pt x="2" y="3"/>
                    <a:pt x="4" y="2"/>
                  </a:cubicBezTo>
                  <a:cubicBezTo>
                    <a:pt x="3" y="0"/>
                    <a:pt x="2" y="2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113">
              <a:extLst>
                <a:ext uri="{FF2B5EF4-FFF2-40B4-BE49-F238E27FC236}">
                  <a16:creationId xmlns:a16="http://schemas.microsoft.com/office/drawing/2014/main" id="{95508023-37B9-4AD8-8ECB-3F61DEE6E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452"/>
              <a:ext cx="15" cy="27"/>
            </a:xfrm>
            <a:custGeom>
              <a:avLst/>
              <a:gdLst>
                <a:gd name="T0" fmla="*/ 520 w 6"/>
                <a:gd name="T1" fmla="*/ 1007 h 10"/>
                <a:gd name="T2" fmla="*/ 0 w 6"/>
                <a:gd name="T3" fmla="*/ 1007 h 10"/>
                <a:gd name="T4" fmla="*/ 395 w 6"/>
                <a:gd name="T5" fmla="*/ 0 h 10"/>
                <a:gd name="T6" fmla="*/ 125 w 6"/>
                <a:gd name="T7" fmla="*/ 4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5" y="7"/>
                  </a:moveTo>
                  <a:cubicBezTo>
                    <a:pt x="3" y="5"/>
                    <a:pt x="1" y="5"/>
                    <a:pt x="0" y="7"/>
                  </a:cubicBezTo>
                  <a:cubicBezTo>
                    <a:pt x="4" y="10"/>
                    <a:pt x="6" y="4"/>
                    <a:pt x="4" y="0"/>
                  </a:cubicBezTo>
                  <a:cubicBezTo>
                    <a:pt x="2" y="0"/>
                    <a:pt x="2" y="1"/>
                    <a:pt x="1" y="3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Freeform 114">
              <a:extLst>
                <a:ext uri="{FF2B5EF4-FFF2-40B4-BE49-F238E27FC236}">
                  <a16:creationId xmlns:a16="http://schemas.microsoft.com/office/drawing/2014/main" id="{499F09C9-0626-4736-A087-6B755EED8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452"/>
              <a:ext cx="15" cy="19"/>
            </a:xfrm>
            <a:custGeom>
              <a:avLst/>
              <a:gdLst>
                <a:gd name="T0" fmla="*/ 208 w 6"/>
                <a:gd name="T1" fmla="*/ 280 h 7"/>
                <a:gd name="T2" fmla="*/ 395 w 6"/>
                <a:gd name="T3" fmla="*/ 0 h 7"/>
                <a:gd name="T4" fmla="*/ 0 w 6"/>
                <a:gd name="T5" fmla="*/ 44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2" y="1"/>
                    <a:pt x="2" y="0"/>
                    <a:pt x="4" y="0"/>
                  </a:cubicBezTo>
                  <a:cubicBezTo>
                    <a:pt x="6" y="4"/>
                    <a:pt x="1" y="7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7" name="Freeform 115">
              <a:extLst>
                <a:ext uri="{FF2B5EF4-FFF2-40B4-BE49-F238E27FC236}">
                  <a16:creationId xmlns:a16="http://schemas.microsoft.com/office/drawing/2014/main" id="{205E8DBA-5D91-4FD2-9A37-FA4A2D5A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463"/>
              <a:ext cx="8" cy="8"/>
            </a:xfrm>
            <a:custGeom>
              <a:avLst/>
              <a:gdLst>
                <a:gd name="T0" fmla="*/ 397 w 3"/>
                <a:gd name="T1" fmla="*/ 0 h 3"/>
                <a:gd name="T2" fmla="*/ 0 w 3"/>
                <a:gd name="T3" fmla="*/ 149 h 3"/>
                <a:gd name="T4" fmla="*/ 397 w 3"/>
                <a:gd name="T5" fmla="*/ 248 h 3"/>
                <a:gd name="T6" fmla="*/ 0 w 3"/>
                <a:gd name="T7" fmla="*/ 14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1" y="3"/>
                    <a:pt x="1" y="3"/>
                    <a:pt x="3" y="2"/>
                  </a:cubicBezTo>
                  <a:cubicBezTo>
                    <a:pt x="2" y="0"/>
                    <a:pt x="2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Freeform 116">
              <a:extLst>
                <a:ext uri="{FF2B5EF4-FFF2-40B4-BE49-F238E27FC236}">
                  <a16:creationId xmlns:a16="http://schemas.microsoft.com/office/drawing/2014/main" id="{03249CE7-2C0E-4156-A158-7EB7BFC4D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388"/>
              <a:ext cx="15" cy="24"/>
            </a:xfrm>
            <a:custGeom>
              <a:avLst/>
              <a:gdLst>
                <a:gd name="T0" fmla="*/ 520 w 6"/>
                <a:gd name="T1" fmla="*/ 819 h 9"/>
                <a:gd name="T2" fmla="*/ 0 w 6"/>
                <a:gd name="T3" fmla="*/ 968 h 9"/>
                <a:gd name="T4" fmla="*/ 520 w 6"/>
                <a:gd name="T5" fmla="*/ 0 h 9"/>
                <a:gd name="T6" fmla="*/ 208 w 6"/>
                <a:gd name="T7" fmla="*/ 2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6"/>
                  </a:moveTo>
                  <a:cubicBezTo>
                    <a:pt x="4" y="4"/>
                    <a:pt x="2" y="5"/>
                    <a:pt x="0" y="7"/>
                  </a:cubicBezTo>
                  <a:cubicBezTo>
                    <a:pt x="5" y="9"/>
                    <a:pt x="6" y="3"/>
                    <a:pt x="5" y="0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117">
              <a:extLst>
                <a:ext uri="{FF2B5EF4-FFF2-40B4-BE49-F238E27FC236}">
                  <a16:creationId xmlns:a16="http://schemas.microsoft.com/office/drawing/2014/main" id="{F92EE48C-6A3B-4E46-9141-B8C06B557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388"/>
              <a:ext cx="18" cy="16"/>
            </a:xfrm>
            <a:custGeom>
              <a:avLst/>
              <a:gdLst>
                <a:gd name="T0" fmla="*/ 357 w 7"/>
                <a:gd name="T1" fmla="*/ 248 h 6"/>
                <a:gd name="T2" fmla="*/ 563 w 7"/>
                <a:gd name="T3" fmla="*/ 0 h 6"/>
                <a:gd name="T4" fmla="*/ 0 w 7"/>
                <a:gd name="T5" fmla="*/ 3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2"/>
                  </a:moveTo>
                  <a:cubicBezTo>
                    <a:pt x="3" y="1"/>
                    <a:pt x="3" y="0"/>
                    <a:pt x="5" y="0"/>
                  </a:cubicBezTo>
                  <a:cubicBezTo>
                    <a:pt x="7" y="3"/>
                    <a:pt x="2" y="6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118">
              <a:extLst>
                <a:ext uri="{FF2B5EF4-FFF2-40B4-BE49-F238E27FC236}">
                  <a16:creationId xmlns:a16="http://schemas.microsoft.com/office/drawing/2014/main" id="{B212D831-7BFC-46A9-AA3A-8388CE9E3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396"/>
              <a:ext cx="10" cy="11"/>
            </a:xfrm>
            <a:custGeom>
              <a:avLst/>
              <a:gdLst>
                <a:gd name="T0" fmla="*/ 313 w 4"/>
                <a:gd name="T1" fmla="*/ 0 h 4"/>
                <a:gd name="T2" fmla="*/ 0 w 4"/>
                <a:gd name="T3" fmla="*/ 168 h 4"/>
                <a:gd name="T4" fmla="*/ 395 w 4"/>
                <a:gd name="T5" fmla="*/ 355 h 4"/>
                <a:gd name="T6" fmla="*/ 125 w 4"/>
                <a:gd name="T7" fmla="*/ 35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2" y="4"/>
                    <a:pt x="2" y="3"/>
                    <a:pt x="4" y="2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119">
              <a:extLst>
                <a:ext uri="{FF2B5EF4-FFF2-40B4-BE49-F238E27FC236}">
                  <a16:creationId xmlns:a16="http://schemas.microsoft.com/office/drawing/2014/main" id="{614B4911-E839-4CA8-A408-570E006F1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332"/>
              <a:ext cx="15" cy="24"/>
            </a:xfrm>
            <a:custGeom>
              <a:avLst/>
              <a:gdLst>
                <a:gd name="T0" fmla="*/ 520 w 6"/>
                <a:gd name="T1" fmla="*/ 819 h 9"/>
                <a:gd name="T2" fmla="*/ 0 w 6"/>
                <a:gd name="T3" fmla="*/ 968 h 9"/>
                <a:gd name="T4" fmla="*/ 395 w 6"/>
                <a:gd name="T5" fmla="*/ 0 h 9"/>
                <a:gd name="T6" fmla="*/ 208 w 6"/>
                <a:gd name="T7" fmla="*/ 2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6"/>
                  </a:moveTo>
                  <a:cubicBezTo>
                    <a:pt x="3" y="4"/>
                    <a:pt x="1" y="5"/>
                    <a:pt x="0" y="7"/>
                  </a:cubicBezTo>
                  <a:cubicBezTo>
                    <a:pt x="4" y="9"/>
                    <a:pt x="6" y="3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120">
              <a:extLst>
                <a:ext uri="{FF2B5EF4-FFF2-40B4-BE49-F238E27FC236}">
                  <a16:creationId xmlns:a16="http://schemas.microsoft.com/office/drawing/2014/main" id="{9B26CE93-DA6B-460B-9775-0E7063BD3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332"/>
              <a:ext cx="18" cy="16"/>
            </a:xfrm>
            <a:custGeom>
              <a:avLst/>
              <a:gdLst>
                <a:gd name="T0" fmla="*/ 219 w 7"/>
                <a:gd name="T1" fmla="*/ 248 h 6"/>
                <a:gd name="T2" fmla="*/ 563 w 7"/>
                <a:gd name="T3" fmla="*/ 0 h 6"/>
                <a:gd name="T4" fmla="*/ 0 w 7"/>
                <a:gd name="T5" fmla="*/ 3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7" y="3"/>
                    <a:pt x="2" y="6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121">
              <a:extLst>
                <a:ext uri="{FF2B5EF4-FFF2-40B4-BE49-F238E27FC236}">
                  <a16:creationId xmlns:a16="http://schemas.microsoft.com/office/drawing/2014/main" id="{1A772E6C-75D9-4BAB-9235-78D9B400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340"/>
              <a:ext cx="10" cy="11"/>
            </a:xfrm>
            <a:custGeom>
              <a:avLst/>
              <a:gdLst>
                <a:gd name="T0" fmla="*/ 313 w 4"/>
                <a:gd name="T1" fmla="*/ 0 h 4"/>
                <a:gd name="T2" fmla="*/ 0 w 4"/>
                <a:gd name="T3" fmla="*/ 168 h 4"/>
                <a:gd name="T4" fmla="*/ 395 w 4"/>
                <a:gd name="T5" fmla="*/ 355 h 4"/>
                <a:gd name="T6" fmla="*/ 0 w 4"/>
                <a:gd name="T7" fmla="*/ 35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4"/>
                    <a:pt x="1" y="3"/>
                    <a:pt x="4" y="2"/>
                  </a:cubicBez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Freeform 122">
              <a:extLst>
                <a:ext uri="{FF2B5EF4-FFF2-40B4-BE49-F238E27FC236}">
                  <a16:creationId xmlns:a16="http://schemas.microsoft.com/office/drawing/2014/main" id="{BD12E8EA-AC21-4894-B0D0-9C802B073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292"/>
              <a:ext cx="15" cy="27"/>
            </a:xfrm>
            <a:custGeom>
              <a:avLst/>
              <a:gdLst>
                <a:gd name="T0" fmla="*/ 520 w 6"/>
                <a:gd name="T1" fmla="*/ 1007 h 10"/>
                <a:gd name="T2" fmla="*/ 0 w 6"/>
                <a:gd name="T3" fmla="*/ 1007 h 10"/>
                <a:gd name="T4" fmla="*/ 395 w 6"/>
                <a:gd name="T5" fmla="*/ 0 h 10"/>
                <a:gd name="T6" fmla="*/ 208 w 6"/>
                <a:gd name="T7" fmla="*/ 4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5" y="7"/>
                  </a:moveTo>
                  <a:cubicBezTo>
                    <a:pt x="3" y="5"/>
                    <a:pt x="1" y="5"/>
                    <a:pt x="0" y="7"/>
                  </a:cubicBezTo>
                  <a:cubicBezTo>
                    <a:pt x="5" y="10"/>
                    <a:pt x="6" y="4"/>
                    <a:pt x="4" y="0"/>
                  </a:cubicBezTo>
                  <a:cubicBezTo>
                    <a:pt x="3" y="0"/>
                    <a:pt x="2" y="1"/>
                    <a:pt x="2" y="3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" name="Freeform 123">
              <a:extLst>
                <a:ext uri="{FF2B5EF4-FFF2-40B4-BE49-F238E27FC236}">
                  <a16:creationId xmlns:a16="http://schemas.microsoft.com/office/drawing/2014/main" id="{B463C067-DB37-42DB-874D-FABED1459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292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413 w 7"/>
                <a:gd name="T3" fmla="*/ 163 h 7"/>
                <a:gd name="T4" fmla="*/ 0 w 7"/>
                <a:gd name="T5" fmla="*/ 59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3"/>
                  </a:moveTo>
                  <a:cubicBezTo>
                    <a:pt x="3" y="1"/>
                    <a:pt x="3" y="0"/>
                    <a:pt x="5" y="1"/>
                  </a:cubicBezTo>
                  <a:cubicBezTo>
                    <a:pt x="7" y="4"/>
                    <a:pt x="2" y="7"/>
                    <a:pt x="0" y="4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Freeform 124">
              <a:extLst>
                <a:ext uri="{FF2B5EF4-FFF2-40B4-BE49-F238E27FC236}">
                  <a16:creationId xmlns:a16="http://schemas.microsoft.com/office/drawing/2014/main" id="{B8DD498A-F930-46AD-A184-E865B11CF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303"/>
              <a:ext cx="10" cy="8"/>
            </a:xfrm>
            <a:custGeom>
              <a:avLst/>
              <a:gdLst>
                <a:gd name="T0" fmla="*/ 313 w 4"/>
                <a:gd name="T1" fmla="*/ 0 h 3"/>
                <a:gd name="T2" fmla="*/ 0 w 4"/>
                <a:gd name="T3" fmla="*/ 149 h 3"/>
                <a:gd name="T4" fmla="*/ 395 w 4"/>
                <a:gd name="T5" fmla="*/ 248 h 3"/>
                <a:gd name="T6" fmla="*/ 0 w 4"/>
                <a:gd name="T7" fmla="*/ 14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3"/>
                    <a:pt x="1" y="3"/>
                    <a:pt x="4" y="2"/>
                  </a:cubicBezTo>
                  <a:cubicBezTo>
                    <a:pt x="3" y="0"/>
                    <a:pt x="2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Freeform 125">
              <a:extLst>
                <a:ext uri="{FF2B5EF4-FFF2-40B4-BE49-F238E27FC236}">
                  <a16:creationId xmlns:a16="http://schemas.microsoft.com/office/drawing/2014/main" id="{7F55DE6B-8C6C-4681-8113-7B9AAD343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305"/>
              <a:ext cx="15" cy="24"/>
            </a:xfrm>
            <a:custGeom>
              <a:avLst/>
              <a:gdLst>
                <a:gd name="T0" fmla="*/ 520 w 6"/>
                <a:gd name="T1" fmla="*/ 819 h 9"/>
                <a:gd name="T2" fmla="*/ 0 w 6"/>
                <a:gd name="T3" fmla="*/ 968 h 9"/>
                <a:gd name="T4" fmla="*/ 395 w 6"/>
                <a:gd name="T5" fmla="*/ 0 h 9"/>
                <a:gd name="T6" fmla="*/ 208 w 6"/>
                <a:gd name="T7" fmla="*/ 2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6"/>
                  </a:moveTo>
                  <a:cubicBezTo>
                    <a:pt x="3" y="4"/>
                    <a:pt x="1" y="4"/>
                    <a:pt x="0" y="7"/>
                  </a:cubicBezTo>
                  <a:cubicBezTo>
                    <a:pt x="4" y="9"/>
                    <a:pt x="6" y="3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8" name="Freeform 126">
              <a:extLst>
                <a:ext uri="{FF2B5EF4-FFF2-40B4-BE49-F238E27FC236}">
                  <a16:creationId xmlns:a16="http://schemas.microsoft.com/office/drawing/2014/main" id="{8B96A64B-4C60-41D6-8315-67D8D1532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305"/>
              <a:ext cx="18" cy="16"/>
            </a:xfrm>
            <a:custGeom>
              <a:avLst/>
              <a:gdLst>
                <a:gd name="T0" fmla="*/ 219 w 7"/>
                <a:gd name="T1" fmla="*/ 248 h 6"/>
                <a:gd name="T2" fmla="*/ 563 w 7"/>
                <a:gd name="T3" fmla="*/ 0 h 6"/>
                <a:gd name="T4" fmla="*/ 0 w 7"/>
                <a:gd name="T5" fmla="*/ 3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7" y="3"/>
                    <a:pt x="2" y="6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Freeform 127">
              <a:extLst>
                <a:ext uri="{FF2B5EF4-FFF2-40B4-BE49-F238E27FC236}">
                  <a16:creationId xmlns:a16="http://schemas.microsoft.com/office/drawing/2014/main" id="{F8925B28-322F-40DF-BC76-73010704E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313"/>
              <a:ext cx="10" cy="11"/>
            </a:xfrm>
            <a:custGeom>
              <a:avLst/>
              <a:gdLst>
                <a:gd name="T0" fmla="*/ 313 w 4"/>
                <a:gd name="T1" fmla="*/ 0 h 4"/>
                <a:gd name="T2" fmla="*/ 0 w 4"/>
                <a:gd name="T3" fmla="*/ 168 h 4"/>
                <a:gd name="T4" fmla="*/ 395 w 4"/>
                <a:gd name="T5" fmla="*/ 355 h 4"/>
                <a:gd name="T6" fmla="*/ 0 w 4"/>
                <a:gd name="T7" fmla="*/ 35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4"/>
                    <a:pt x="1" y="3"/>
                    <a:pt x="4" y="2"/>
                  </a:cubicBez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128">
              <a:extLst>
                <a:ext uri="{FF2B5EF4-FFF2-40B4-BE49-F238E27FC236}">
                  <a16:creationId xmlns:a16="http://schemas.microsoft.com/office/drawing/2014/main" id="{A4302C18-02EA-4A9D-963D-3D31F3975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252"/>
              <a:ext cx="15" cy="27"/>
            </a:xfrm>
            <a:custGeom>
              <a:avLst/>
              <a:gdLst>
                <a:gd name="T0" fmla="*/ 520 w 6"/>
                <a:gd name="T1" fmla="*/ 1007 h 10"/>
                <a:gd name="T2" fmla="*/ 0 w 6"/>
                <a:gd name="T3" fmla="*/ 1007 h 10"/>
                <a:gd name="T4" fmla="*/ 520 w 6"/>
                <a:gd name="T5" fmla="*/ 0 h 10"/>
                <a:gd name="T6" fmla="*/ 208 w 6"/>
                <a:gd name="T7" fmla="*/ 4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5" y="7"/>
                  </a:moveTo>
                  <a:cubicBezTo>
                    <a:pt x="4" y="5"/>
                    <a:pt x="2" y="5"/>
                    <a:pt x="0" y="7"/>
                  </a:cubicBezTo>
                  <a:cubicBezTo>
                    <a:pt x="5" y="10"/>
                    <a:pt x="6" y="4"/>
                    <a:pt x="5" y="0"/>
                  </a:cubicBezTo>
                  <a:cubicBezTo>
                    <a:pt x="3" y="0"/>
                    <a:pt x="3" y="1"/>
                    <a:pt x="2" y="3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Freeform 129">
              <a:extLst>
                <a:ext uri="{FF2B5EF4-FFF2-40B4-BE49-F238E27FC236}">
                  <a16:creationId xmlns:a16="http://schemas.microsoft.com/office/drawing/2014/main" id="{FA92F722-DFBD-47E4-ABC8-44038D526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252"/>
              <a:ext cx="17" cy="19"/>
            </a:xfrm>
            <a:custGeom>
              <a:avLst/>
              <a:gdLst>
                <a:gd name="T0" fmla="*/ 243 w 7"/>
                <a:gd name="T1" fmla="*/ 280 h 7"/>
                <a:gd name="T2" fmla="*/ 413 w 7"/>
                <a:gd name="T3" fmla="*/ 0 h 7"/>
                <a:gd name="T4" fmla="*/ 0 w 7"/>
                <a:gd name="T5" fmla="*/ 44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2"/>
                  </a:moveTo>
                  <a:cubicBezTo>
                    <a:pt x="3" y="1"/>
                    <a:pt x="3" y="0"/>
                    <a:pt x="5" y="0"/>
                  </a:cubicBezTo>
                  <a:cubicBezTo>
                    <a:pt x="7" y="4"/>
                    <a:pt x="2" y="7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2" name="Freeform 130">
              <a:extLst>
                <a:ext uri="{FF2B5EF4-FFF2-40B4-BE49-F238E27FC236}">
                  <a16:creationId xmlns:a16="http://schemas.microsoft.com/office/drawing/2014/main" id="{5D979C7C-4B5F-452C-9F1C-4EA171479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263"/>
              <a:ext cx="10" cy="8"/>
            </a:xfrm>
            <a:custGeom>
              <a:avLst/>
              <a:gdLst>
                <a:gd name="T0" fmla="*/ 313 w 4"/>
                <a:gd name="T1" fmla="*/ 0 h 3"/>
                <a:gd name="T2" fmla="*/ 0 w 4"/>
                <a:gd name="T3" fmla="*/ 149 h 3"/>
                <a:gd name="T4" fmla="*/ 395 w 4"/>
                <a:gd name="T5" fmla="*/ 248 h 3"/>
                <a:gd name="T6" fmla="*/ 125 w 4"/>
                <a:gd name="T7" fmla="*/ 14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2" y="3"/>
                    <a:pt x="2" y="3"/>
                    <a:pt x="4" y="2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Freeform 131">
              <a:extLst>
                <a:ext uri="{FF2B5EF4-FFF2-40B4-BE49-F238E27FC236}">
                  <a16:creationId xmlns:a16="http://schemas.microsoft.com/office/drawing/2014/main" id="{60AD5748-17E2-48E1-82A0-23D0D2B99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495"/>
              <a:ext cx="15" cy="24"/>
            </a:xfrm>
            <a:custGeom>
              <a:avLst/>
              <a:gdLst>
                <a:gd name="T0" fmla="*/ 520 w 6"/>
                <a:gd name="T1" fmla="*/ 819 h 9"/>
                <a:gd name="T2" fmla="*/ 0 w 6"/>
                <a:gd name="T3" fmla="*/ 968 h 9"/>
                <a:gd name="T4" fmla="*/ 395 w 6"/>
                <a:gd name="T5" fmla="*/ 0 h 9"/>
                <a:gd name="T6" fmla="*/ 208 w 6"/>
                <a:gd name="T7" fmla="*/ 2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6"/>
                  </a:moveTo>
                  <a:cubicBezTo>
                    <a:pt x="3" y="4"/>
                    <a:pt x="1" y="4"/>
                    <a:pt x="0" y="7"/>
                  </a:cubicBezTo>
                  <a:cubicBezTo>
                    <a:pt x="4" y="9"/>
                    <a:pt x="6" y="3"/>
                    <a:pt x="4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Freeform 132">
              <a:extLst>
                <a:ext uri="{FF2B5EF4-FFF2-40B4-BE49-F238E27FC236}">
                  <a16:creationId xmlns:a16="http://schemas.microsoft.com/office/drawing/2014/main" id="{1DB7D6EA-4516-4A86-843A-1F86D6427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495"/>
              <a:ext cx="17" cy="16"/>
            </a:xfrm>
            <a:custGeom>
              <a:avLst/>
              <a:gdLst>
                <a:gd name="T0" fmla="*/ 170 w 7"/>
                <a:gd name="T1" fmla="*/ 248 h 6"/>
                <a:gd name="T2" fmla="*/ 342 w 7"/>
                <a:gd name="T3" fmla="*/ 0 h 6"/>
                <a:gd name="T4" fmla="*/ 0 w 7"/>
                <a:gd name="T5" fmla="*/ 3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7" y="3"/>
                    <a:pt x="2" y="6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133">
              <a:extLst>
                <a:ext uri="{FF2B5EF4-FFF2-40B4-BE49-F238E27FC236}">
                  <a16:creationId xmlns:a16="http://schemas.microsoft.com/office/drawing/2014/main" id="{AA6DA499-B0DF-4189-9C14-ED6CA4291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503"/>
              <a:ext cx="10" cy="8"/>
            </a:xfrm>
            <a:custGeom>
              <a:avLst/>
              <a:gdLst>
                <a:gd name="T0" fmla="*/ 313 w 4"/>
                <a:gd name="T1" fmla="*/ 0 h 3"/>
                <a:gd name="T2" fmla="*/ 0 w 4"/>
                <a:gd name="T3" fmla="*/ 149 h 3"/>
                <a:gd name="T4" fmla="*/ 395 w 4"/>
                <a:gd name="T5" fmla="*/ 248 h 3"/>
                <a:gd name="T6" fmla="*/ 0 w 4"/>
                <a:gd name="T7" fmla="*/ 14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3"/>
                    <a:pt x="1" y="3"/>
                    <a:pt x="4" y="2"/>
                  </a:cubicBezTo>
                  <a:cubicBezTo>
                    <a:pt x="3" y="1"/>
                    <a:pt x="2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134">
              <a:extLst>
                <a:ext uri="{FF2B5EF4-FFF2-40B4-BE49-F238E27FC236}">
                  <a16:creationId xmlns:a16="http://schemas.microsoft.com/office/drawing/2014/main" id="{1D74F57C-0466-4F6C-8188-68AAEF7B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415"/>
              <a:ext cx="17" cy="26"/>
            </a:xfrm>
            <a:custGeom>
              <a:avLst/>
              <a:gdLst>
                <a:gd name="T0" fmla="*/ 512 w 7"/>
                <a:gd name="T1" fmla="*/ 824 h 10"/>
                <a:gd name="T2" fmla="*/ 0 w 7"/>
                <a:gd name="T3" fmla="*/ 824 h 10"/>
                <a:gd name="T4" fmla="*/ 413 w 7"/>
                <a:gd name="T5" fmla="*/ 0 h 10"/>
                <a:gd name="T6" fmla="*/ 170 w 7"/>
                <a:gd name="T7" fmla="*/ 2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6" y="7"/>
                  </a:moveTo>
                  <a:cubicBezTo>
                    <a:pt x="4" y="5"/>
                    <a:pt x="2" y="5"/>
                    <a:pt x="0" y="7"/>
                  </a:cubicBezTo>
                  <a:cubicBezTo>
                    <a:pt x="5" y="10"/>
                    <a:pt x="7" y="3"/>
                    <a:pt x="5" y="0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135">
              <a:extLst>
                <a:ext uri="{FF2B5EF4-FFF2-40B4-BE49-F238E27FC236}">
                  <a16:creationId xmlns:a16="http://schemas.microsoft.com/office/drawing/2014/main" id="{3F31A57C-9B4C-4615-96E0-115F1273C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415"/>
              <a:ext cx="18" cy="16"/>
            </a:xfrm>
            <a:custGeom>
              <a:avLst/>
              <a:gdLst>
                <a:gd name="T0" fmla="*/ 357 w 7"/>
                <a:gd name="T1" fmla="*/ 248 h 6"/>
                <a:gd name="T2" fmla="*/ 563 w 7"/>
                <a:gd name="T3" fmla="*/ 0 h 6"/>
                <a:gd name="T4" fmla="*/ 0 w 7"/>
                <a:gd name="T5" fmla="*/ 3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2"/>
                  </a:moveTo>
                  <a:cubicBezTo>
                    <a:pt x="3" y="1"/>
                    <a:pt x="3" y="0"/>
                    <a:pt x="5" y="0"/>
                  </a:cubicBezTo>
                  <a:cubicBezTo>
                    <a:pt x="7" y="4"/>
                    <a:pt x="2" y="6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136">
              <a:extLst>
                <a:ext uri="{FF2B5EF4-FFF2-40B4-BE49-F238E27FC236}">
                  <a16:creationId xmlns:a16="http://schemas.microsoft.com/office/drawing/2014/main" id="{86227A72-C703-4721-A664-0AA3E343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423"/>
              <a:ext cx="10" cy="10"/>
            </a:xfrm>
            <a:custGeom>
              <a:avLst/>
              <a:gdLst>
                <a:gd name="T0" fmla="*/ 395 w 4"/>
                <a:gd name="T1" fmla="*/ 0 h 4"/>
                <a:gd name="T2" fmla="*/ 0 w 4"/>
                <a:gd name="T3" fmla="*/ 208 h 4"/>
                <a:gd name="T4" fmla="*/ 395 w 4"/>
                <a:gd name="T5" fmla="*/ 313 h 4"/>
                <a:gd name="T6" fmla="*/ 125 w 4"/>
                <a:gd name="T7" fmla="*/ 20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2" y="4"/>
                    <a:pt x="2" y="4"/>
                    <a:pt x="4" y="3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137">
              <a:extLst>
                <a:ext uri="{FF2B5EF4-FFF2-40B4-BE49-F238E27FC236}">
                  <a16:creationId xmlns:a16="http://schemas.microsoft.com/office/drawing/2014/main" id="{2B3520FE-A6E5-411B-A6D9-A7B81783C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089"/>
              <a:ext cx="15" cy="24"/>
            </a:xfrm>
            <a:custGeom>
              <a:avLst/>
              <a:gdLst>
                <a:gd name="T0" fmla="*/ 520 w 6"/>
                <a:gd name="T1" fmla="*/ 968 h 9"/>
                <a:gd name="T2" fmla="*/ 0 w 6"/>
                <a:gd name="T3" fmla="*/ 968 h 9"/>
                <a:gd name="T4" fmla="*/ 395 w 6"/>
                <a:gd name="T5" fmla="*/ 0 h 9"/>
                <a:gd name="T6" fmla="*/ 208 w 6"/>
                <a:gd name="T7" fmla="*/ 2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7"/>
                  </a:moveTo>
                  <a:cubicBezTo>
                    <a:pt x="3" y="5"/>
                    <a:pt x="2" y="5"/>
                    <a:pt x="0" y="7"/>
                  </a:cubicBezTo>
                  <a:cubicBezTo>
                    <a:pt x="5" y="9"/>
                    <a:pt x="6" y="3"/>
                    <a:pt x="4" y="0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138">
              <a:extLst>
                <a:ext uri="{FF2B5EF4-FFF2-40B4-BE49-F238E27FC236}">
                  <a16:creationId xmlns:a16="http://schemas.microsoft.com/office/drawing/2014/main" id="{556C9741-FD44-42F4-ACF9-74842E640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089"/>
              <a:ext cx="18" cy="16"/>
            </a:xfrm>
            <a:custGeom>
              <a:avLst/>
              <a:gdLst>
                <a:gd name="T0" fmla="*/ 357 w 7"/>
                <a:gd name="T1" fmla="*/ 248 h 6"/>
                <a:gd name="T2" fmla="*/ 563 w 7"/>
                <a:gd name="T3" fmla="*/ 0 h 6"/>
                <a:gd name="T4" fmla="*/ 0 w 7"/>
                <a:gd name="T5" fmla="*/ 3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2"/>
                  </a:moveTo>
                  <a:cubicBezTo>
                    <a:pt x="3" y="1"/>
                    <a:pt x="3" y="0"/>
                    <a:pt x="5" y="0"/>
                  </a:cubicBezTo>
                  <a:cubicBezTo>
                    <a:pt x="7" y="4"/>
                    <a:pt x="2" y="6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139">
              <a:extLst>
                <a:ext uri="{FF2B5EF4-FFF2-40B4-BE49-F238E27FC236}">
                  <a16:creationId xmlns:a16="http://schemas.microsoft.com/office/drawing/2014/main" id="{CAC6E28D-9C22-442C-857F-D94D914B5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097"/>
              <a:ext cx="10" cy="11"/>
            </a:xfrm>
            <a:custGeom>
              <a:avLst/>
              <a:gdLst>
                <a:gd name="T0" fmla="*/ 313 w 4"/>
                <a:gd name="T1" fmla="*/ 0 h 4"/>
                <a:gd name="T2" fmla="*/ 0 w 4"/>
                <a:gd name="T3" fmla="*/ 168 h 4"/>
                <a:gd name="T4" fmla="*/ 395 w 4"/>
                <a:gd name="T5" fmla="*/ 462 h 4"/>
                <a:gd name="T6" fmla="*/ 125 w 4"/>
                <a:gd name="T7" fmla="*/ 35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4"/>
                    <a:pt x="2" y="4"/>
                    <a:pt x="4" y="3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140">
              <a:extLst>
                <a:ext uri="{FF2B5EF4-FFF2-40B4-BE49-F238E27FC236}">
                  <a16:creationId xmlns:a16="http://schemas.microsoft.com/office/drawing/2014/main" id="{4A1C5B9E-9848-4742-B9B2-01CCA43FC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220"/>
              <a:ext cx="7" cy="11"/>
            </a:xfrm>
            <a:custGeom>
              <a:avLst/>
              <a:gdLst>
                <a:gd name="T0" fmla="*/ 201 w 3"/>
                <a:gd name="T1" fmla="*/ 462 h 4"/>
                <a:gd name="T2" fmla="*/ 0 w 3"/>
                <a:gd name="T3" fmla="*/ 168 h 4"/>
                <a:gd name="T4" fmla="*/ 152 w 3"/>
                <a:gd name="T5" fmla="*/ 35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1" y="2"/>
                    <a:pt x="2" y="0"/>
                    <a:pt x="0" y="1"/>
                  </a:cubicBezTo>
                  <a:cubicBezTo>
                    <a:pt x="0" y="4"/>
                    <a:pt x="1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141">
              <a:extLst>
                <a:ext uri="{FF2B5EF4-FFF2-40B4-BE49-F238E27FC236}">
                  <a16:creationId xmlns:a16="http://schemas.microsoft.com/office/drawing/2014/main" id="{B37673A7-427A-47D6-A41A-777528888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223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8 w 2"/>
                <a:gd name="T3" fmla="*/ 32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142">
              <a:extLst>
                <a:ext uri="{FF2B5EF4-FFF2-40B4-BE49-F238E27FC236}">
                  <a16:creationId xmlns:a16="http://schemas.microsoft.com/office/drawing/2014/main" id="{CE00D992-5A99-4968-A6B1-6774D745B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255"/>
              <a:ext cx="10" cy="13"/>
            </a:xfrm>
            <a:custGeom>
              <a:avLst/>
              <a:gdLst>
                <a:gd name="T0" fmla="*/ 125 w 4"/>
                <a:gd name="T1" fmla="*/ 0 h 5"/>
                <a:gd name="T2" fmla="*/ 0 w 4"/>
                <a:gd name="T3" fmla="*/ 595 h 5"/>
                <a:gd name="T4" fmla="*/ 395 w 4"/>
                <a:gd name="T5" fmla="*/ 143 h 5"/>
                <a:gd name="T6" fmla="*/ 208 w 4"/>
                <a:gd name="T7" fmla="*/ 2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4" y="4"/>
                    <a:pt x="4" y="1"/>
                  </a:cubicBezTo>
                  <a:cubicBezTo>
                    <a:pt x="3" y="1"/>
                    <a:pt x="3" y="1"/>
                    <a:pt x="2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143">
              <a:extLst>
                <a:ext uri="{FF2B5EF4-FFF2-40B4-BE49-F238E27FC236}">
                  <a16:creationId xmlns:a16="http://schemas.microsoft.com/office/drawing/2014/main" id="{773175A3-DED7-4D63-8350-A2798DBF2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268"/>
              <a:ext cx="23" cy="21"/>
            </a:xfrm>
            <a:custGeom>
              <a:avLst/>
              <a:gdLst>
                <a:gd name="T0" fmla="*/ 432 w 9"/>
                <a:gd name="T1" fmla="*/ 992 h 8"/>
                <a:gd name="T2" fmla="*/ 772 w 9"/>
                <a:gd name="T3" fmla="*/ 378 h 8"/>
                <a:gd name="T4" fmla="*/ 0 w 9"/>
                <a:gd name="T5" fmla="*/ 6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8"/>
                  </a:moveTo>
                  <a:cubicBezTo>
                    <a:pt x="0" y="4"/>
                    <a:pt x="6" y="0"/>
                    <a:pt x="7" y="3"/>
                  </a:cubicBezTo>
                  <a:cubicBezTo>
                    <a:pt x="9" y="8"/>
                    <a:pt x="0" y="8"/>
                    <a:pt x="0" y="5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144">
              <a:extLst>
                <a:ext uri="{FF2B5EF4-FFF2-40B4-BE49-F238E27FC236}">
                  <a16:creationId xmlns:a16="http://schemas.microsoft.com/office/drawing/2014/main" id="{CBCCEB2D-682E-46DB-ABD3-9FB99EF7B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367"/>
              <a:ext cx="62" cy="53"/>
            </a:xfrm>
            <a:custGeom>
              <a:avLst/>
              <a:gdLst>
                <a:gd name="T0" fmla="*/ 2349 w 25"/>
                <a:gd name="T1" fmla="*/ 1195 h 20"/>
                <a:gd name="T2" fmla="*/ 2277 w 25"/>
                <a:gd name="T3" fmla="*/ 1039 h 20"/>
                <a:gd name="T4" fmla="*/ 1783 w 25"/>
                <a:gd name="T5" fmla="*/ 1677 h 20"/>
                <a:gd name="T6" fmla="*/ 2277 w 25"/>
                <a:gd name="T7" fmla="*/ 1195 h 20"/>
                <a:gd name="T8" fmla="*/ 1587 w 25"/>
                <a:gd name="T9" fmla="*/ 1974 h 20"/>
                <a:gd name="T10" fmla="*/ 2153 w 25"/>
                <a:gd name="T11" fmla="*/ 1341 h 20"/>
                <a:gd name="T12" fmla="*/ 456 w 25"/>
                <a:gd name="T13" fmla="*/ 1579 h 20"/>
                <a:gd name="T14" fmla="*/ 1587 w 25"/>
                <a:gd name="T15" fmla="*/ 933 h 20"/>
                <a:gd name="T16" fmla="*/ 1587 w 25"/>
                <a:gd name="T17" fmla="*/ 1195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0">
                  <a:moveTo>
                    <a:pt x="25" y="9"/>
                  </a:moveTo>
                  <a:cubicBezTo>
                    <a:pt x="25" y="9"/>
                    <a:pt x="24" y="8"/>
                    <a:pt x="24" y="8"/>
                  </a:cubicBezTo>
                  <a:cubicBezTo>
                    <a:pt x="21" y="8"/>
                    <a:pt x="19" y="10"/>
                    <a:pt x="19" y="13"/>
                  </a:cubicBezTo>
                  <a:cubicBezTo>
                    <a:pt x="22" y="14"/>
                    <a:pt x="24" y="12"/>
                    <a:pt x="24" y="9"/>
                  </a:cubicBezTo>
                  <a:cubicBezTo>
                    <a:pt x="20" y="8"/>
                    <a:pt x="15" y="11"/>
                    <a:pt x="17" y="15"/>
                  </a:cubicBezTo>
                  <a:cubicBezTo>
                    <a:pt x="20" y="20"/>
                    <a:pt x="25" y="16"/>
                    <a:pt x="23" y="10"/>
                  </a:cubicBezTo>
                  <a:cubicBezTo>
                    <a:pt x="20" y="0"/>
                    <a:pt x="0" y="3"/>
                    <a:pt x="5" y="12"/>
                  </a:cubicBezTo>
                  <a:cubicBezTo>
                    <a:pt x="8" y="19"/>
                    <a:pt x="18" y="14"/>
                    <a:pt x="17" y="7"/>
                  </a:cubicBezTo>
                  <a:cubicBezTo>
                    <a:pt x="17" y="8"/>
                    <a:pt x="17" y="9"/>
                    <a:pt x="17" y="9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Freeform 145">
              <a:extLst>
                <a:ext uri="{FF2B5EF4-FFF2-40B4-BE49-F238E27FC236}">
                  <a16:creationId xmlns:a16="http://schemas.microsoft.com/office/drawing/2014/main" id="{DB89B937-D30F-4F13-BADA-4AB6D638D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388"/>
              <a:ext cx="10" cy="8"/>
            </a:xfrm>
            <a:custGeom>
              <a:avLst/>
              <a:gdLst>
                <a:gd name="T0" fmla="*/ 395 w 4"/>
                <a:gd name="T1" fmla="*/ 248 h 3"/>
                <a:gd name="T2" fmla="*/ 125 w 4"/>
                <a:gd name="T3" fmla="*/ 397 h 3"/>
                <a:gd name="T4" fmla="*/ 313 w 4"/>
                <a:gd name="T5" fmla="*/ 248 h 3"/>
                <a:gd name="T6" fmla="*/ 0 w 4"/>
                <a:gd name="T7" fmla="*/ 24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2"/>
                    <a:pt x="2" y="0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8" name="Freeform 146">
              <a:extLst>
                <a:ext uri="{FF2B5EF4-FFF2-40B4-BE49-F238E27FC236}">
                  <a16:creationId xmlns:a16="http://schemas.microsoft.com/office/drawing/2014/main" id="{2094922B-AF62-4D67-8A4C-E6F70E646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425"/>
              <a:ext cx="43" cy="32"/>
            </a:xfrm>
            <a:custGeom>
              <a:avLst/>
              <a:gdLst>
                <a:gd name="T0" fmla="*/ 1343 w 17"/>
                <a:gd name="T1" fmla="*/ 397 h 12"/>
                <a:gd name="T2" fmla="*/ 941 w 17"/>
                <a:gd name="T3" fmla="*/ 1613 h 12"/>
                <a:gd name="T4" fmla="*/ 1017 w 17"/>
                <a:gd name="T5" fmla="*/ 96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13" y="3"/>
                  </a:moveTo>
                  <a:cubicBezTo>
                    <a:pt x="6" y="0"/>
                    <a:pt x="0" y="12"/>
                    <a:pt x="9" y="12"/>
                  </a:cubicBezTo>
                  <a:cubicBezTo>
                    <a:pt x="17" y="11"/>
                    <a:pt x="12" y="1"/>
                    <a:pt x="10" y="7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9" name="Freeform 147">
              <a:extLst>
                <a:ext uri="{FF2B5EF4-FFF2-40B4-BE49-F238E27FC236}">
                  <a16:creationId xmlns:a16="http://schemas.microsoft.com/office/drawing/2014/main" id="{0EFD7D15-122C-4E0A-95D5-3E088C3FB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396"/>
              <a:ext cx="15" cy="16"/>
            </a:xfrm>
            <a:custGeom>
              <a:avLst/>
              <a:gdLst>
                <a:gd name="T0" fmla="*/ 313 w 6"/>
                <a:gd name="T1" fmla="*/ 248 h 6"/>
                <a:gd name="T2" fmla="*/ 125 w 6"/>
                <a:gd name="T3" fmla="*/ 819 h 6"/>
                <a:gd name="T4" fmla="*/ 595 w 6"/>
                <a:gd name="T5" fmla="*/ 0 h 6"/>
                <a:gd name="T6" fmla="*/ 0 w 6"/>
                <a:gd name="T7" fmla="*/ 24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2" y="3"/>
                    <a:pt x="1" y="4"/>
                    <a:pt x="1" y="6"/>
                  </a:cubicBezTo>
                  <a:cubicBezTo>
                    <a:pt x="4" y="5"/>
                    <a:pt x="6" y="3"/>
                    <a:pt x="6" y="0"/>
                  </a:cubicBez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0" name="Freeform 148">
              <a:extLst>
                <a:ext uri="{FF2B5EF4-FFF2-40B4-BE49-F238E27FC236}">
                  <a16:creationId xmlns:a16="http://schemas.microsoft.com/office/drawing/2014/main" id="{727508AC-29A9-42E0-9E58-7BAE2B6FB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361"/>
              <a:ext cx="93" cy="48"/>
            </a:xfrm>
            <a:custGeom>
              <a:avLst/>
              <a:gdLst>
                <a:gd name="T0" fmla="*/ 3001 w 37"/>
                <a:gd name="T1" fmla="*/ 1877 h 18"/>
                <a:gd name="T2" fmla="*/ 2508 w 37"/>
                <a:gd name="T3" fmla="*/ 2275 h 18"/>
                <a:gd name="T4" fmla="*/ 1712 w 37"/>
                <a:gd name="T5" fmla="*/ 1216 h 18"/>
                <a:gd name="T6" fmla="*/ 797 w 37"/>
                <a:gd name="T7" fmla="*/ 149 h 18"/>
                <a:gd name="T8" fmla="*/ 714 w 37"/>
                <a:gd name="T9" fmla="*/ 136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8">
                  <a:moveTo>
                    <a:pt x="30" y="14"/>
                  </a:moveTo>
                  <a:cubicBezTo>
                    <a:pt x="27" y="4"/>
                    <a:pt x="17" y="18"/>
                    <a:pt x="25" y="17"/>
                  </a:cubicBezTo>
                  <a:cubicBezTo>
                    <a:pt x="37" y="16"/>
                    <a:pt x="17" y="9"/>
                    <a:pt x="17" y="9"/>
                  </a:cubicBezTo>
                  <a:cubicBezTo>
                    <a:pt x="13" y="7"/>
                    <a:pt x="15" y="0"/>
                    <a:pt x="8" y="1"/>
                  </a:cubicBezTo>
                  <a:cubicBezTo>
                    <a:pt x="2" y="2"/>
                    <a:pt x="0" y="10"/>
                    <a:pt x="7" y="10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1" name="Freeform 149">
              <a:extLst>
                <a:ext uri="{FF2B5EF4-FFF2-40B4-BE49-F238E27FC236}">
                  <a16:creationId xmlns:a16="http://schemas.microsoft.com/office/drawing/2014/main" id="{31C65317-3803-48EC-9323-3D428E168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265"/>
              <a:ext cx="32" cy="32"/>
            </a:xfrm>
            <a:custGeom>
              <a:avLst/>
              <a:gdLst>
                <a:gd name="T0" fmla="*/ 734 w 13"/>
                <a:gd name="T1" fmla="*/ 661 h 12"/>
                <a:gd name="T2" fmla="*/ 982 w 13"/>
                <a:gd name="T3" fmla="*/ 397 h 12"/>
                <a:gd name="T4" fmla="*/ 377 w 13"/>
                <a:gd name="T5" fmla="*/ 1059 h 12"/>
                <a:gd name="T6" fmla="*/ 734 w 13"/>
                <a:gd name="T7" fmla="*/ 54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8" y="5"/>
                  </a:moveTo>
                  <a:cubicBezTo>
                    <a:pt x="10" y="5"/>
                    <a:pt x="11" y="5"/>
                    <a:pt x="11" y="3"/>
                  </a:cubicBezTo>
                  <a:cubicBezTo>
                    <a:pt x="7" y="0"/>
                    <a:pt x="0" y="3"/>
                    <a:pt x="4" y="8"/>
                  </a:cubicBezTo>
                  <a:cubicBezTo>
                    <a:pt x="7" y="12"/>
                    <a:pt x="13" y="7"/>
                    <a:pt x="8" y="4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2" name="Freeform 150">
              <a:extLst>
                <a:ext uri="{FF2B5EF4-FFF2-40B4-BE49-F238E27FC236}">
                  <a16:creationId xmlns:a16="http://schemas.microsoft.com/office/drawing/2014/main" id="{598EEA16-278C-4AEB-91C9-F716E3F2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239"/>
              <a:ext cx="25" cy="45"/>
            </a:xfrm>
            <a:custGeom>
              <a:avLst/>
              <a:gdLst>
                <a:gd name="T0" fmla="*/ 313 w 10"/>
                <a:gd name="T1" fmla="*/ 1038 h 17"/>
                <a:gd name="T2" fmla="*/ 0 w 10"/>
                <a:gd name="T3" fmla="*/ 1578 h 17"/>
                <a:gd name="T4" fmla="*/ 0 w 10"/>
                <a:gd name="T5" fmla="*/ 92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3" y="8"/>
                  </a:moveTo>
                  <a:cubicBezTo>
                    <a:pt x="1" y="8"/>
                    <a:pt x="0" y="9"/>
                    <a:pt x="0" y="12"/>
                  </a:cubicBezTo>
                  <a:cubicBezTo>
                    <a:pt x="7" y="17"/>
                    <a:pt x="10" y="0"/>
                    <a:pt x="0" y="7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3" name="Freeform 151">
              <a:extLst>
                <a:ext uri="{FF2B5EF4-FFF2-40B4-BE49-F238E27FC236}">
                  <a16:creationId xmlns:a16="http://schemas.microsoft.com/office/drawing/2014/main" id="{4F3C7A97-0FDE-42EA-ABEC-6802D414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383"/>
              <a:ext cx="28" cy="32"/>
            </a:xfrm>
            <a:custGeom>
              <a:avLst/>
              <a:gdLst>
                <a:gd name="T0" fmla="*/ 1056 w 11"/>
                <a:gd name="T1" fmla="*/ 661 h 12"/>
                <a:gd name="T2" fmla="*/ 629 w 11"/>
                <a:gd name="T3" fmla="*/ 819 h 12"/>
                <a:gd name="T4" fmla="*/ 1173 w 11"/>
                <a:gd name="T5" fmla="*/ 661 h 12"/>
                <a:gd name="T6" fmla="*/ 972 w 11"/>
                <a:gd name="T7" fmla="*/ 1613 h 12"/>
                <a:gd name="T8" fmla="*/ 1173 w 11"/>
                <a:gd name="T9" fmla="*/ 10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10" y="5"/>
                  </a:moveTo>
                  <a:cubicBezTo>
                    <a:pt x="8" y="4"/>
                    <a:pt x="7" y="5"/>
                    <a:pt x="6" y="6"/>
                  </a:cubicBezTo>
                  <a:cubicBezTo>
                    <a:pt x="8" y="8"/>
                    <a:pt x="10" y="7"/>
                    <a:pt x="11" y="5"/>
                  </a:cubicBezTo>
                  <a:cubicBezTo>
                    <a:pt x="5" y="0"/>
                    <a:pt x="0" y="11"/>
                    <a:pt x="9" y="12"/>
                  </a:cubicBezTo>
                  <a:cubicBezTo>
                    <a:pt x="10" y="11"/>
                    <a:pt x="11" y="9"/>
                    <a:pt x="11" y="8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152">
              <a:extLst>
                <a:ext uri="{FF2B5EF4-FFF2-40B4-BE49-F238E27FC236}">
                  <a16:creationId xmlns:a16="http://schemas.microsoft.com/office/drawing/2014/main" id="{CDA53D95-4255-4363-8379-5E48E397B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399"/>
              <a:ext cx="10" cy="8"/>
            </a:xfrm>
            <a:custGeom>
              <a:avLst/>
              <a:gdLst>
                <a:gd name="T0" fmla="*/ 208 w 4"/>
                <a:gd name="T1" fmla="*/ 397 h 3"/>
                <a:gd name="T2" fmla="*/ 125 w 4"/>
                <a:gd name="T3" fmla="*/ 149 h 3"/>
                <a:gd name="T4" fmla="*/ 395 w 4"/>
                <a:gd name="T5" fmla="*/ 39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3"/>
                    <a:pt x="1" y="1"/>
                  </a:cubicBezTo>
                  <a:cubicBezTo>
                    <a:pt x="3" y="0"/>
                    <a:pt x="3" y="2"/>
                    <a:pt x="4" y="3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153">
              <a:extLst>
                <a:ext uri="{FF2B5EF4-FFF2-40B4-BE49-F238E27FC236}">
                  <a16:creationId xmlns:a16="http://schemas.microsoft.com/office/drawing/2014/main" id="{C862FC17-831B-41C1-B081-B7B2B24AB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351"/>
              <a:ext cx="23" cy="24"/>
            </a:xfrm>
            <a:custGeom>
              <a:avLst/>
              <a:gdLst>
                <a:gd name="T0" fmla="*/ 215 w 9"/>
                <a:gd name="T1" fmla="*/ 1059 h 9"/>
                <a:gd name="T2" fmla="*/ 848 w 9"/>
                <a:gd name="T3" fmla="*/ 0 h 9"/>
                <a:gd name="T4" fmla="*/ 772 w 9"/>
                <a:gd name="T5" fmla="*/ 1216 h 9"/>
                <a:gd name="T6" fmla="*/ 432 w 9"/>
                <a:gd name="T7" fmla="*/ 66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8"/>
                  </a:moveTo>
                  <a:cubicBezTo>
                    <a:pt x="0" y="4"/>
                    <a:pt x="4" y="0"/>
                    <a:pt x="8" y="0"/>
                  </a:cubicBezTo>
                  <a:cubicBezTo>
                    <a:pt x="9" y="3"/>
                    <a:pt x="8" y="6"/>
                    <a:pt x="7" y="9"/>
                  </a:cubicBezTo>
                  <a:cubicBezTo>
                    <a:pt x="5" y="9"/>
                    <a:pt x="4" y="7"/>
                    <a:pt x="4" y="5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154">
              <a:extLst>
                <a:ext uri="{FF2B5EF4-FFF2-40B4-BE49-F238E27FC236}">
                  <a16:creationId xmlns:a16="http://schemas.microsoft.com/office/drawing/2014/main" id="{35E23FCB-F078-48F0-879A-0DC94992D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348"/>
              <a:ext cx="12" cy="8"/>
            </a:xfrm>
            <a:custGeom>
              <a:avLst/>
              <a:gdLst>
                <a:gd name="T0" fmla="*/ 0 w 5"/>
                <a:gd name="T1" fmla="*/ 397 h 3"/>
                <a:gd name="T2" fmla="*/ 403 w 5"/>
                <a:gd name="T3" fmla="*/ 39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0"/>
                    <a:pt x="4" y="1"/>
                    <a:pt x="5" y="3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155">
              <a:extLst>
                <a:ext uri="{FF2B5EF4-FFF2-40B4-BE49-F238E27FC236}">
                  <a16:creationId xmlns:a16="http://schemas.microsoft.com/office/drawing/2014/main" id="{0DE14DA6-B648-410A-BA37-117D3652A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276"/>
              <a:ext cx="38" cy="29"/>
            </a:xfrm>
            <a:custGeom>
              <a:avLst/>
              <a:gdLst>
                <a:gd name="T0" fmla="*/ 540 w 15"/>
                <a:gd name="T1" fmla="*/ 237 h 11"/>
                <a:gd name="T2" fmla="*/ 616 w 15"/>
                <a:gd name="T3" fmla="*/ 1155 h 11"/>
                <a:gd name="T4" fmla="*/ 1444 w 15"/>
                <a:gd name="T5" fmla="*/ 145 h 11"/>
                <a:gd name="T6" fmla="*/ 942 w 15"/>
                <a:gd name="T7" fmla="*/ 23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5" y="2"/>
                  </a:moveTo>
                  <a:cubicBezTo>
                    <a:pt x="0" y="0"/>
                    <a:pt x="3" y="7"/>
                    <a:pt x="6" y="9"/>
                  </a:cubicBezTo>
                  <a:cubicBezTo>
                    <a:pt x="12" y="11"/>
                    <a:pt x="15" y="6"/>
                    <a:pt x="14" y="1"/>
                  </a:cubicBezTo>
                  <a:cubicBezTo>
                    <a:pt x="12" y="0"/>
                    <a:pt x="11" y="1"/>
                    <a:pt x="9" y="2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156">
              <a:extLst>
                <a:ext uri="{FF2B5EF4-FFF2-40B4-BE49-F238E27FC236}">
                  <a16:creationId xmlns:a16="http://schemas.microsoft.com/office/drawing/2014/main" id="{FC8E014F-3864-43A6-84BF-0FA4685CF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289"/>
              <a:ext cx="25" cy="19"/>
            </a:xfrm>
            <a:custGeom>
              <a:avLst/>
              <a:gdLst>
                <a:gd name="T0" fmla="*/ 708 w 10"/>
                <a:gd name="T1" fmla="*/ 163 h 7"/>
                <a:gd name="T2" fmla="*/ 395 w 10"/>
                <a:gd name="T3" fmla="*/ 0 h 7"/>
                <a:gd name="T4" fmla="*/ 988 w 10"/>
                <a:gd name="T5" fmla="*/ 1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6"/>
                    <a:pt x="9" y="7"/>
                    <a:pt x="10" y="1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Freeform 157">
              <a:extLst>
                <a:ext uri="{FF2B5EF4-FFF2-40B4-BE49-F238E27FC236}">
                  <a16:creationId xmlns:a16="http://schemas.microsoft.com/office/drawing/2014/main" id="{79A086CD-EEFA-4E35-B0EB-BFEC8BC4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383"/>
              <a:ext cx="50" cy="58"/>
            </a:xfrm>
            <a:custGeom>
              <a:avLst/>
              <a:gdLst>
                <a:gd name="T0" fmla="*/ 1095 w 20"/>
                <a:gd name="T1" fmla="*/ 1265 h 22"/>
                <a:gd name="T2" fmla="*/ 520 w 20"/>
                <a:gd name="T3" fmla="*/ 625 h 22"/>
                <a:gd name="T4" fmla="*/ 708 w 20"/>
                <a:gd name="T5" fmla="*/ 2418 h 22"/>
                <a:gd name="T6" fmla="*/ 783 w 2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11" y="10"/>
                  </a:moveTo>
                  <a:cubicBezTo>
                    <a:pt x="13" y="6"/>
                    <a:pt x="9" y="3"/>
                    <a:pt x="5" y="5"/>
                  </a:cubicBezTo>
                  <a:cubicBezTo>
                    <a:pt x="0" y="8"/>
                    <a:pt x="2" y="18"/>
                    <a:pt x="7" y="19"/>
                  </a:cubicBezTo>
                  <a:cubicBezTo>
                    <a:pt x="20" y="22"/>
                    <a:pt x="8" y="4"/>
                    <a:pt x="8" y="0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158">
              <a:extLst>
                <a:ext uri="{FF2B5EF4-FFF2-40B4-BE49-F238E27FC236}">
                  <a16:creationId xmlns:a16="http://schemas.microsoft.com/office/drawing/2014/main" id="{6FF89A51-45A5-4B60-BFAF-13BA48064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289"/>
              <a:ext cx="35" cy="30"/>
            </a:xfrm>
            <a:custGeom>
              <a:avLst/>
              <a:gdLst>
                <a:gd name="T0" fmla="*/ 1375 w 14"/>
                <a:gd name="T1" fmla="*/ 892 h 11"/>
                <a:gd name="T2" fmla="*/ 0 w 14"/>
                <a:gd name="T3" fmla="*/ 892 h 11"/>
                <a:gd name="T4" fmla="*/ 908 w 14"/>
                <a:gd name="T5" fmla="*/ 284 h 11"/>
                <a:gd name="T6" fmla="*/ 783 w 14"/>
                <a:gd name="T7" fmla="*/ 44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6"/>
                  </a:moveTo>
                  <a:cubicBezTo>
                    <a:pt x="11" y="4"/>
                    <a:pt x="1" y="0"/>
                    <a:pt x="0" y="6"/>
                  </a:cubicBezTo>
                  <a:cubicBezTo>
                    <a:pt x="0" y="11"/>
                    <a:pt x="11" y="11"/>
                    <a:pt x="9" y="2"/>
                  </a:cubicBezTo>
                  <a:cubicBezTo>
                    <a:pt x="8" y="1"/>
                    <a:pt x="8" y="2"/>
                    <a:pt x="8" y="3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Freeform 159">
              <a:extLst>
                <a:ext uri="{FF2B5EF4-FFF2-40B4-BE49-F238E27FC236}">
                  <a16:creationId xmlns:a16="http://schemas.microsoft.com/office/drawing/2014/main" id="{EAE4CD47-6BE6-4251-88E3-77E500257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441"/>
              <a:ext cx="47" cy="35"/>
            </a:xfrm>
            <a:custGeom>
              <a:avLst/>
              <a:gdLst>
                <a:gd name="T0" fmla="*/ 1499 w 19"/>
                <a:gd name="T1" fmla="*/ 253 h 13"/>
                <a:gd name="T2" fmla="*/ 1756 w 19"/>
                <a:gd name="T3" fmla="*/ 1427 h 13"/>
                <a:gd name="T4" fmla="*/ 636 w 19"/>
                <a:gd name="T5" fmla="*/ 142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16" y="2"/>
                  </a:moveTo>
                  <a:cubicBezTo>
                    <a:pt x="9" y="5"/>
                    <a:pt x="12" y="13"/>
                    <a:pt x="19" y="10"/>
                  </a:cubicBezTo>
                  <a:cubicBezTo>
                    <a:pt x="17" y="0"/>
                    <a:pt x="0" y="3"/>
                    <a:pt x="7" y="10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160">
              <a:extLst>
                <a:ext uri="{FF2B5EF4-FFF2-40B4-BE49-F238E27FC236}">
                  <a16:creationId xmlns:a16="http://schemas.microsoft.com/office/drawing/2014/main" id="{D7045DB2-33A0-4EA2-8156-80C25CFE0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281"/>
              <a:ext cx="110" cy="78"/>
            </a:xfrm>
            <a:custGeom>
              <a:avLst/>
              <a:gdLst>
                <a:gd name="T0" fmla="*/ 2270 w 44"/>
                <a:gd name="T1" fmla="*/ 2821 h 29"/>
                <a:gd name="T2" fmla="*/ 2158 w 44"/>
                <a:gd name="T3" fmla="*/ 3502 h 29"/>
                <a:gd name="T4" fmla="*/ 1688 w 44"/>
                <a:gd name="T5" fmla="*/ 167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9">
                  <a:moveTo>
                    <a:pt x="23" y="20"/>
                  </a:moveTo>
                  <a:cubicBezTo>
                    <a:pt x="30" y="1"/>
                    <a:pt x="0" y="21"/>
                    <a:pt x="22" y="25"/>
                  </a:cubicBezTo>
                  <a:cubicBezTo>
                    <a:pt x="44" y="29"/>
                    <a:pt x="24" y="0"/>
                    <a:pt x="17" y="12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3" name="Freeform 161">
              <a:extLst>
                <a:ext uri="{FF2B5EF4-FFF2-40B4-BE49-F238E27FC236}">
                  <a16:creationId xmlns:a16="http://schemas.microsoft.com/office/drawing/2014/main" id="{70B4171A-2466-4AE2-B192-A46FB18D2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265"/>
              <a:ext cx="20" cy="32"/>
            </a:xfrm>
            <a:custGeom>
              <a:avLst/>
              <a:gdLst>
                <a:gd name="T0" fmla="*/ 520 w 8"/>
                <a:gd name="T1" fmla="*/ 968 h 12"/>
                <a:gd name="T2" fmla="*/ 313 w 8"/>
                <a:gd name="T3" fmla="*/ 661 h 12"/>
                <a:gd name="T4" fmla="*/ 125 w 8"/>
                <a:gd name="T5" fmla="*/ 968 h 12"/>
                <a:gd name="T6" fmla="*/ 0 w 8"/>
                <a:gd name="T7" fmla="*/ 24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5" y="7"/>
                  </a:moveTo>
                  <a:cubicBezTo>
                    <a:pt x="5" y="6"/>
                    <a:pt x="4" y="5"/>
                    <a:pt x="3" y="5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7" y="12"/>
                    <a:pt x="8" y="0"/>
                    <a:pt x="0" y="2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4" name="Freeform 162">
              <a:extLst>
                <a:ext uri="{FF2B5EF4-FFF2-40B4-BE49-F238E27FC236}">
                  <a16:creationId xmlns:a16="http://schemas.microsoft.com/office/drawing/2014/main" id="{DBFB2694-4741-4D1E-9FF6-B10BA7556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241"/>
              <a:ext cx="42" cy="54"/>
            </a:xfrm>
            <a:custGeom>
              <a:avLst/>
              <a:gdLst>
                <a:gd name="T0" fmla="*/ 183 w 17"/>
                <a:gd name="T1" fmla="*/ 429 h 20"/>
                <a:gd name="T2" fmla="*/ 378 w 17"/>
                <a:gd name="T3" fmla="*/ 59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2" y="3"/>
                  </a:moveTo>
                  <a:cubicBezTo>
                    <a:pt x="0" y="20"/>
                    <a:pt x="17" y="0"/>
                    <a:pt x="4" y="4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5" name="Freeform 163">
              <a:extLst>
                <a:ext uri="{FF2B5EF4-FFF2-40B4-BE49-F238E27FC236}">
                  <a16:creationId xmlns:a16="http://schemas.microsoft.com/office/drawing/2014/main" id="{1BB24ECD-876E-4C9F-9CB0-0B3A91321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321"/>
              <a:ext cx="55" cy="46"/>
            </a:xfrm>
            <a:custGeom>
              <a:avLst/>
              <a:gdLst>
                <a:gd name="T0" fmla="*/ 1375 w 22"/>
                <a:gd name="T1" fmla="*/ 0 h 17"/>
                <a:gd name="T2" fmla="*/ 988 w 22"/>
                <a:gd name="T3" fmla="*/ 1881 h 17"/>
                <a:gd name="T4" fmla="*/ 908 w 22"/>
                <a:gd name="T5" fmla="*/ 279 h 17"/>
                <a:gd name="T6" fmla="*/ 1095 w 22"/>
                <a:gd name="T7" fmla="*/ 59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14" y="0"/>
                  </a:moveTo>
                  <a:cubicBezTo>
                    <a:pt x="7" y="1"/>
                    <a:pt x="0" y="10"/>
                    <a:pt x="10" y="13"/>
                  </a:cubicBezTo>
                  <a:cubicBezTo>
                    <a:pt x="22" y="17"/>
                    <a:pt x="19" y="0"/>
                    <a:pt x="9" y="2"/>
                  </a:cubicBezTo>
                  <a:cubicBezTo>
                    <a:pt x="9" y="3"/>
                    <a:pt x="10" y="4"/>
                    <a:pt x="11" y="4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6" name="Freeform 164">
              <a:extLst>
                <a:ext uri="{FF2B5EF4-FFF2-40B4-BE49-F238E27FC236}">
                  <a16:creationId xmlns:a16="http://schemas.microsoft.com/office/drawing/2014/main" id="{3A4481F8-9AF6-40F8-82D9-AB21566C3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316"/>
              <a:ext cx="22" cy="16"/>
            </a:xfrm>
            <a:custGeom>
              <a:avLst/>
              <a:gdLst>
                <a:gd name="T0" fmla="*/ 716 w 9"/>
                <a:gd name="T1" fmla="*/ 0 h 6"/>
                <a:gd name="T2" fmla="*/ 0 w 9"/>
                <a:gd name="T3" fmla="*/ 397 h 6"/>
                <a:gd name="T4" fmla="*/ 790 w 9"/>
                <a:gd name="T5" fmla="*/ 3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8" y="0"/>
                  </a:moveTo>
                  <a:cubicBezTo>
                    <a:pt x="4" y="0"/>
                    <a:pt x="1" y="1"/>
                    <a:pt x="0" y="3"/>
                  </a:cubicBezTo>
                  <a:cubicBezTo>
                    <a:pt x="3" y="5"/>
                    <a:pt x="8" y="6"/>
                    <a:pt x="9" y="3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7" name="Freeform 165">
              <a:extLst>
                <a:ext uri="{FF2B5EF4-FFF2-40B4-BE49-F238E27FC236}">
                  <a16:creationId xmlns:a16="http://schemas.microsoft.com/office/drawing/2014/main" id="{AC134873-E248-4899-8B56-68D848A78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196"/>
              <a:ext cx="148" cy="147"/>
            </a:xfrm>
            <a:custGeom>
              <a:avLst/>
              <a:gdLst>
                <a:gd name="T0" fmla="*/ 2386 w 59"/>
                <a:gd name="T1" fmla="*/ 2593 h 55"/>
                <a:gd name="T2" fmla="*/ 993 w 59"/>
                <a:gd name="T3" fmla="*/ 4485 h 55"/>
                <a:gd name="T4" fmla="*/ 2574 w 59"/>
                <a:gd name="T5" fmla="*/ 970 h 55"/>
                <a:gd name="T6" fmla="*/ 3675 w 59"/>
                <a:gd name="T7" fmla="*/ 5864 h 55"/>
                <a:gd name="T8" fmla="*/ 2970 w 59"/>
                <a:gd name="T9" fmla="*/ 311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5">
                  <a:moveTo>
                    <a:pt x="24" y="19"/>
                  </a:moveTo>
                  <a:cubicBezTo>
                    <a:pt x="19" y="8"/>
                    <a:pt x="0" y="25"/>
                    <a:pt x="10" y="33"/>
                  </a:cubicBezTo>
                  <a:cubicBezTo>
                    <a:pt x="26" y="47"/>
                    <a:pt x="46" y="12"/>
                    <a:pt x="26" y="7"/>
                  </a:cubicBezTo>
                  <a:cubicBezTo>
                    <a:pt x="4" y="0"/>
                    <a:pt x="8" y="55"/>
                    <a:pt x="37" y="43"/>
                  </a:cubicBezTo>
                  <a:cubicBezTo>
                    <a:pt x="59" y="33"/>
                    <a:pt x="36" y="9"/>
                    <a:pt x="30" y="23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8" name="Freeform 166">
              <a:extLst>
                <a:ext uri="{FF2B5EF4-FFF2-40B4-BE49-F238E27FC236}">
                  <a16:creationId xmlns:a16="http://schemas.microsoft.com/office/drawing/2014/main" id="{EA3521F7-BFD9-4C8D-A145-3312011D2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316"/>
              <a:ext cx="33" cy="24"/>
            </a:xfrm>
            <a:custGeom>
              <a:avLst/>
              <a:gdLst>
                <a:gd name="T0" fmla="*/ 129 w 13"/>
                <a:gd name="T1" fmla="*/ 1216 h 9"/>
                <a:gd name="T2" fmla="*/ 406 w 13"/>
                <a:gd name="T3" fmla="*/ 0 h 9"/>
                <a:gd name="T4" fmla="*/ 1373 w 13"/>
                <a:gd name="T5" fmla="*/ 661 h 9"/>
                <a:gd name="T6" fmla="*/ 213 w 13"/>
                <a:gd name="T7" fmla="*/ 1059 h 9"/>
                <a:gd name="T8" fmla="*/ 541 w 13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" y="9"/>
                  </a:moveTo>
                  <a:cubicBezTo>
                    <a:pt x="0" y="5"/>
                    <a:pt x="1" y="2"/>
                    <a:pt x="4" y="0"/>
                  </a:cubicBezTo>
                  <a:cubicBezTo>
                    <a:pt x="9" y="1"/>
                    <a:pt x="10" y="2"/>
                    <a:pt x="13" y="5"/>
                  </a:cubicBezTo>
                  <a:cubicBezTo>
                    <a:pt x="8" y="9"/>
                    <a:pt x="8" y="9"/>
                    <a:pt x="2" y="8"/>
                  </a:cubicBezTo>
                  <a:cubicBezTo>
                    <a:pt x="2" y="6"/>
                    <a:pt x="3" y="4"/>
                    <a:pt x="5" y="3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9" name="Freeform 167">
              <a:extLst>
                <a:ext uri="{FF2B5EF4-FFF2-40B4-BE49-F238E27FC236}">
                  <a16:creationId xmlns:a16="http://schemas.microsoft.com/office/drawing/2014/main" id="{208ABF6E-D0B0-4403-8999-5F907052E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372"/>
              <a:ext cx="153" cy="155"/>
            </a:xfrm>
            <a:custGeom>
              <a:avLst/>
              <a:gdLst>
                <a:gd name="T0" fmla="*/ 3283 w 61"/>
                <a:gd name="T1" fmla="*/ 4086 h 58"/>
                <a:gd name="T2" fmla="*/ 3358 w 61"/>
                <a:gd name="T3" fmla="*/ 3113 h 58"/>
                <a:gd name="T4" fmla="*/ 4956 w 61"/>
                <a:gd name="T5" fmla="*/ 4393 h 58"/>
                <a:gd name="T6" fmla="*/ 2970 w 61"/>
                <a:gd name="T7" fmla="*/ 5307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8">
                  <a:moveTo>
                    <a:pt x="33" y="30"/>
                  </a:moveTo>
                  <a:cubicBezTo>
                    <a:pt x="35" y="28"/>
                    <a:pt x="36" y="25"/>
                    <a:pt x="34" y="23"/>
                  </a:cubicBezTo>
                  <a:cubicBezTo>
                    <a:pt x="0" y="30"/>
                    <a:pt x="41" y="58"/>
                    <a:pt x="50" y="32"/>
                  </a:cubicBezTo>
                  <a:cubicBezTo>
                    <a:pt x="61" y="0"/>
                    <a:pt x="8" y="29"/>
                    <a:pt x="30" y="39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0" name="Freeform 168">
              <a:extLst>
                <a:ext uri="{FF2B5EF4-FFF2-40B4-BE49-F238E27FC236}">
                  <a16:creationId xmlns:a16="http://schemas.microsoft.com/office/drawing/2014/main" id="{0E1180D9-0D03-4E63-9B85-D1276F251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393"/>
              <a:ext cx="42" cy="43"/>
            </a:xfrm>
            <a:custGeom>
              <a:avLst/>
              <a:gdLst>
                <a:gd name="T0" fmla="*/ 257 w 17"/>
                <a:gd name="T1" fmla="*/ 1828 h 16"/>
                <a:gd name="T2" fmla="*/ 74 w 17"/>
                <a:gd name="T3" fmla="*/ 1828 h 16"/>
                <a:gd name="T4" fmla="*/ 1013 w 17"/>
                <a:gd name="T5" fmla="*/ 0 h 16"/>
                <a:gd name="T6" fmla="*/ 378 w 17"/>
                <a:gd name="T7" fmla="*/ 197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3" y="13"/>
                  </a:moveTo>
                  <a:cubicBezTo>
                    <a:pt x="3" y="16"/>
                    <a:pt x="3" y="16"/>
                    <a:pt x="1" y="13"/>
                  </a:cubicBezTo>
                  <a:cubicBezTo>
                    <a:pt x="0" y="6"/>
                    <a:pt x="4" y="2"/>
                    <a:pt x="11" y="0"/>
                  </a:cubicBezTo>
                  <a:cubicBezTo>
                    <a:pt x="17" y="6"/>
                    <a:pt x="13" y="13"/>
                    <a:pt x="4" y="14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1" name="Freeform 169">
              <a:extLst>
                <a:ext uri="{FF2B5EF4-FFF2-40B4-BE49-F238E27FC236}">
                  <a16:creationId xmlns:a16="http://schemas.microsoft.com/office/drawing/2014/main" id="{627E0030-ED43-4F27-AE00-B32DF69D1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308"/>
              <a:ext cx="85" cy="133"/>
            </a:xfrm>
            <a:custGeom>
              <a:avLst/>
              <a:gdLst>
                <a:gd name="T0" fmla="*/ 2550 w 34"/>
                <a:gd name="T1" fmla="*/ 3857 h 50"/>
                <a:gd name="T2" fmla="*/ 595 w 34"/>
                <a:gd name="T3" fmla="*/ 4402 h 50"/>
                <a:gd name="T4" fmla="*/ 2938 w 34"/>
                <a:gd name="T5" fmla="*/ 3048 h 50"/>
                <a:gd name="T6" fmla="*/ 1375 w 34"/>
                <a:gd name="T7" fmla="*/ 5610 h 50"/>
                <a:gd name="T8" fmla="*/ 2938 w 34"/>
                <a:gd name="T9" fmla="*/ 334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0">
                  <a:moveTo>
                    <a:pt x="26" y="29"/>
                  </a:moveTo>
                  <a:cubicBezTo>
                    <a:pt x="22" y="13"/>
                    <a:pt x="0" y="20"/>
                    <a:pt x="6" y="33"/>
                  </a:cubicBezTo>
                  <a:cubicBezTo>
                    <a:pt x="12" y="46"/>
                    <a:pt x="34" y="38"/>
                    <a:pt x="30" y="23"/>
                  </a:cubicBezTo>
                  <a:cubicBezTo>
                    <a:pt x="23" y="0"/>
                    <a:pt x="0" y="33"/>
                    <a:pt x="14" y="42"/>
                  </a:cubicBezTo>
                  <a:cubicBezTo>
                    <a:pt x="26" y="50"/>
                    <a:pt x="34" y="35"/>
                    <a:pt x="30" y="25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2" name="Freeform 170">
              <a:extLst>
                <a:ext uri="{FF2B5EF4-FFF2-40B4-BE49-F238E27FC236}">
                  <a16:creationId xmlns:a16="http://schemas.microsoft.com/office/drawing/2014/main" id="{2756F78A-110D-4EEA-9C0C-5C7914A59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335"/>
              <a:ext cx="28" cy="34"/>
            </a:xfrm>
            <a:custGeom>
              <a:avLst/>
              <a:gdLst>
                <a:gd name="T0" fmla="*/ 415 w 11"/>
                <a:gd name="T1" fmla="*/ 842 h 13"/>
                <a:gd name="T2" fmla="*/ 331 w 11"/>
                <a:gd name="T3" fmla="*/ 233 h 13"/>
                <a:gd name="T4" fmla="*/ 1056 w 11"/>
                <a:gd name="T5" fmla="*/ 0 h 13"/>
                <a:gd name="T6" fmla="*/ 0 w 11"/>
                <a:gd name="T7" fmla="*/ 842 h 13"/>
                <a:gd name="T8" fmla="*/ 545 w 11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4" y="7"/>
                  </a:moveTo>
                  <a:cubicBezTo>
                    <a:pt x="2" y="6"/>
                    <a:pt x="1" y="4"/>
                    <a:pt x="3" y="2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1" y="8"/>
                    <a:pt x="6" y="13"/>
                    <a:pt x="0" y="7"/>
                  </a:cubicBezTo>
                  <a:cubicBezTo>
                    <a:pt x="1" y="5"/>
                    <a:pt x="3" y="3"/>
                    <a:pt x="5" y="2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3" name="Freeform 171">
              <a:extLst>
                <a:ext uri="{FF2B5EF4-FFF2-40B4-BE49-F238E27FC236}">
                  <a16:creationId xmlns:a16="http://schemas.microsoft.com/office/drawing/2014/main" id="{2CED8A2B-B02D-440B-9064-8EF360AF6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303"/>
              <a:ext cx="17" cy="21"/>
            </a:xfrm>
            <a:custGeom>
              <a:avLst/>
              <a:gdLst>
                <a:gd name="T0" fmla="*/ 243 w 7"/>
                <a:gd name="T1" fmla="*/ 378 h 8"/>
                <a:gd name="T2" fmla="*/ 0 w 7"/>
                <a:gd name="T3" fmla="*/ 614 h 8"/>
                <a:gd name="T4" fmla="*/ 590 w 7"/>
                <a:gd name="T5" fmla="*/ 848 h 8"/>
                <a:gd name="T6" fmla="*/ 170 w 7"/>
                <a:gd name="T7" fmla="*/ 52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3" y="6"/>
                    <a:pt x="1" y="8"/>
                    <a:pt x="7" y="7"/>
                  </a:cubicBezTo>
                  <a:cubicBezTo>
                    <a:pt x="6" y="0"/>
                    <a:pt x="3" y="4"/>
                    <a:pt x="2" y="4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4" name="Freeform 172">
              <a:extLst>
                <a:ext uri="{FF2B5EF4-FFF2-40B4-BE49-F238E27FC236}">
                  <a16:creationId xmlns:a16="http://schemas.microsoft.com/office/drawing/2014/main" id="{BB85F546-5B29-47EC-A1ED-96078CCB7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172"/>
              <a:ext cx="40" cy="77"/>
            </a:xfrm>
            <a:custGeom>
              <a:avLst/>
              <a:gdLst>
                <a:gd name="T0" fmla="*/ 1563 w 16"/>
                <a:gd name="T1" fmla="*/ 1346 h 29"/>
                <a:gd name="T2" fmla="*/ 1563 w 16"/>
                <a:gd name="T3" fmla="*/ 2791 h 29"/>
                <a:gd name="T4" fmla="*/ 1095 w 16"/>
                <a:gd name="T5" fmla="*/ 183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6" y="10"/>
                  </a:moveTo>
                  <a:cubicBezTo>
                    <a:pt x="1" y="0"/>
                    <a:pt x="0" y="29"/>
                    <a:pt x="16" y="21"/>
                  </a:cubicBezTo>
                  <a:cubicBezTo>
                    <a:pt x="14" y="15"/>
                    <a:pt x="10" y="14"/>
                    <a:pt x="11" y="14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Freeform 173">
              <a:extLst>
                <a:ext uri="{FF2B5EF4-FFF2-40B4-BE49-F238E27FC236}">
                  <a16:creationId xmlns:a16="http://schemas.microsoft.com/office/drawing/2014/main" id="{00D64594-5F21-4278-8EC0-11D7AB5E1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233"/>
              <a:ext cx="13" cy="24"/>
            </a:xfrm>
            <a:custGeom>
              <a:avLst/>
              <a:gdLst>
                <a:gd name="T0" fmla="*/ 595 w 5"/>
                <a:gd name="T1" fmla="*/ 661 h 9"/>
                <a:gd name="T2" fmla="*/ 372 w 5"/>
                <a:gd name="T3" fmla="*/ 0 h 9"/>
                <a:gd name="T4" fmla="*/ 0 w 5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5"/>
                  </a:moveTo>
                  <a:cubicBezTo>
                    <a:pt x="3" y="4"/>
                    <a:pt x="2" y="2"/>
                    <a:pt x="3" y="0"/>
                  </a:cubicBezTo>
                  <a:cubicBezTo>
                    <a:pt x="3" y="9"/>
                    <a:pt x="0" y="1"/>
                    <a:pt x="0" y="1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174">
              <a:extLst>
                <a:ext uri="{FF2B5EF4-FFF2-40B4-BE49-F238E27FC236}">
                  <a16:creationId xmlns:a16="http://schemas.microsoft.com/office/drawing/2014/main" id="{F3796F2F-BAFD-476B-A481-53CCC175E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327"/>
              <a:ext cx="38" cy="24"/>
            </a:xfrm>
            <a:custGeom>
              <a:avLst/>
              <a:gdLst>
                <a:gd name="T0" fmla="*/ 129 w 15"/>
                <a:gd name="T1" fmla="*/ 547 h 9"/>
                <a:gd name="T2" fmla="*/ 327 w 15"/>
                <a:gd name="T3" fmla="*/ 0 h 9"/>
                <a:gd name="T4" fmla="*/ 1155 w 15"/>
                <a:gd name="T5" fmla="*/ 1059 h 9"/>
                <a:gd name="T6" fmla="*/ 213 w 15"/>
                <a:gd name="T7" fmla="*/ 66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" y="4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11" y="1"/>
                    <a:pt x="15" y="4"/>
                    <a:pt x="11" y="8"/>
                  </a:cubicBezTo>
                  <a:cubicBezTo>
                    <a:pt x="4" y="9"/>
                    <a:pt x="3" y="7"/>
                    <a:pt x="2" y="5"/>
                  </a:cubicBezTo>
                </a:path>
              </a:pathLst>
            </a:custGeom>
            <a:noFill/>
            <a:ln w="714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175">
              <a:extLst>
                <a:ext uri="{FF2B5EF4-FFF2-40B4-BE49-F238E27FC236}">
                  <a16:creationId xmlns:a16="http://schemas.microsoft.com/office/drawing/2014/main" id="{459559DE-7235-450B-B621-48A18A360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401"/>
              <a:ext cx="5" cy="11"/>
            </a:xfrm>
            <a:custGeom>
              <a:avLst/>
              <a:gdLst>
                <a:gd name="T0" fmla="*/ 0 w 2"/>
                <a:gd name="T1" fmla="*/ 0 h 4"/>
                <a:gd name="T2" fmla="*/ 125 w 2"/>
                <a:gd name="T3" fmla="*/ 62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2"/>
                    <a:pt x="2" y="3"/>
                    <a:pt x="1" y="4"/>
                  </a:cubicBezTo>
                </a:path>
              </a:pathLst>
            </a:custGeom>
            <a:noFill/>
            <a:ln w="714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8" name="Freeform 176">
              <a:extLst>
                <a:ext uri="{FF2B5EF4-FFF2-40B4-BE49-F238E27FC236}">
                  <a16:creationId xmlns:a16="http://schemas.microsoft.com/office/drawing/2014/main" id="{FC048732-6071-48D5-AED6-04672D775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164"/>
              <a:ext cx="50" cy="77"/>
            </a:xfrm>
            <a:custGeom>
              <a:avLst/>
              <a:gdLst>
                <a:gd name="T0" fmla="*/ 1375 w 20"/>
                <a:gd name="T1" fmla="*/ 1346 h 29"/>
                <a:gd name="T2" fmla="*/ 0 w 20"/>
                <a:gd name="T3" fmla="*/ 2376 h 29"/>
                <a:gd name="T4" fmla="*/ 395 w 20"/>
                <a:gd name="T5" fmla="*/ 789 h 29"/>
                <a:gd name="T6" fmla="*/ 595 w 20"/>
                <a:gd name="T7" fmla="*/ 143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9">
                  <a:moveTo>
                    <a:pt x="14" y="10"/>
                  </a:moveTo>
                  <a:cubicBezTo>
                    <a:pt x="8" y="10"/>
                    <a:pt x="2" y="13"/>
                    <a:pt x="0" y="18"/>
                  </a:cubicBezTo>
                  <a:cubicBezTo>
                    <a:pt x="16" y="29"/>
                    <a:pt x="20" y="0"/>
                    <a:pt x="4" y="6"/>
                  </a:cubicBezTo>
                  <a:cubicBezTo>
                    <a:pt x="1" y="10"/>
                    <a:pt x="5" y="9"/>
                    <a:pt x="6" y="11"/>
                  </a:cubicBezTo>
                </a:path>
              </a:pathLst>
            </a:custGeom>
            <a:noFill/>
            <a:ln w="714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9" name="Freeform 177">
              <a:extLst>
                <a:ext uri="{FF2B5EF4-FFF2-40B4-BE49-F238E27FC236}">
                  <a16:creationId xmlns:a16="http://schemas.microsoft.com/office/drawing/2014/main" id="{535CE69B-8E74-4E9B-AEEF-81D3EC23C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185"/>
              <a:ext cx="27" cy="19"/>
            </a:xfrm>
            <a:custGeom>
              <a:avLst/>
              <a:gdLst>
                <a:gd name="T0" fmla="*/ 0 w 11"/>
                <a:gd name="T1" fmla="*/ 1040 h 7"/>
                <a:gd name="T2" fmla="*/ 724 w 11"/>
                <a:gd name="T3" fmla="*/ 0 h 7"/>
                <a:gd name="T4" fmla="*/ 977 w 11"/>
                <a:gd name="T5" fmla="*/ 28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3" y="5"/>
                    <a:pt x="5" y="2"/>
                    <a:pt x="8" y="0"/>
                  </a:cubicBezTo>
                  <a:cubicBezTo>
                    <a:pt x="10" y="0"/>
                    <a:pt x="11" y="0"/>
                    <a:pt x="11" y="2"/>
                  </a:cubicBezTo>
                </a:path>
              </a:pathLst>
            </a:custGeom>
            <a:noFill/>
            <a:ln w="714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0" name="Freeform 178">
              <a:extLst>
                <a:ext uri="{FF2B5EF4-FFF2-40B4-BE49-F238E27FC236}">
                  <a16:creationId xmlns:a16="http://schemas.microsoft.com/office/drawing/2014/main" id="{00AD1FC9-7EF0-463A-8FF3-8201D7558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407"/>
              <a:ext cx="12" cy="32"/>
            </a:xfrm>
            <a:custGeom>
              <a:avLst/>
              <a:gdLst>
                <a:gd name="T0" fmla="*/ 70 w 5"/>
                <a:gd name="T1" fmla="*/ 1216 h 12"/>
                <a:gd name="T2" fmla="*/ 70 w 5"/>
                <a:gd name="T3" fmla="*/ 1613 h 12"/>
                <a:gd name="T4" fmla="*/ 70 w 5"/>
                <a:gd name="T5" fmla="*/ 0 h 12"/>
                <a:gd name="T6" fmla="*/ 70 w 5"/>
                <a:gd name="T7" fmla="*/ 39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2">
                  <a:moveTo>
                    <a:pt x="1" y="9"/>
                  </a:moveTo>
                  <a:cubicBezTo>
                    <a:pt x="0" y="10"/>
                    <a:pt x="1" y="11"/>
                    <a:pt x="1" y="12"/>
                  </a:cubicBezTo>
                  <a:cubicBezTo>
                    <a:pt x="5" y="9"/>
                    <a:pt x="5" y="4"/>
                    <a:pt x="1" y="0"/>
                  </a:cubicBezTo>
                  <a:cubicBezTo>
                    <a:pt x="1" y="1"/>
                    <a:pt x="0" y="2"/>
                    <a:pt x="1" y="3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1" name="Freeform 179">
              <a:extLst>
                <a:ext uri="{FF2B5EF4-FFF2-40B4-BE49-F238E27FC236}">
                  <a16:creationId xmlns:a16="http://schemas.microsoft.com/office/drawing/2014/main" id="{5980DB89-C437-49C9-B337-7B852A1B4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353"/>
              <a:ext cx="20" cy="11"/>
            </a:xfrm>
            <a:custGeom>
              <a:avLst/>
              <a:gdLst>
                <a:gd name="T0" fmla="*/ 0 w 8"/>
                <a:gd name="T1" fmla="*/ 627 h 4"/>
                <a:gd name="T2" fmla="*/ 783 w 8"/>
                <a:gd name="T3" fmla="*/ 16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1"/>
                    <a:pt x="5" y="0"/>
                    <a:pt x="8" y="1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2" name="Freeform 180">
              <a:extLst>
                <a:ext uri="{FF2B5EF4-FFF2-40B4-BE49-F238E27FC236}">
                  <a16:creationId xmlns:a16="http://schemas.microsoft.com/office/drawing/2014/main" id="{F811110B-5634-4234-8270-768D71705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276"/>
              <a:ext cx="33" cy="21"/>
            </a:xfrm>
            <a:custGeom>
              <a:avLst/>
              <a:gdLst>
                <a:gd name="T0" fmla="*/ 947 w 13"/>
                <a:gd name="T1" fmla="*/ 614 h 8"/>
                <a:gd name="T2" fmla="*/ 1244 w 13"/>
                <a:gd name="T3" fmla="*/ 759 h 8"/>
                <a:gd name="T4" fmla="*/ 1160 w 13"/>
                <a:gd name="T5" fmla="*/ 0 h 8"/>
                <a:gd name="T6" fmla="*/ 0 w 13"/>
                <a:gd name="T7" fmla="*/ 99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9" y="5"/>
                  </a:moveTo>
                  <a:cubicBezTo>
                    <a:pt x="10" y="7"/>
                    <a:pt x="11" y="7"/>
                    <a:pt x="12" y="6"/>
                  </a:cubicBezTo>
                  <a:cubicBezTo>
                    <a:pt x="13" y="2"/>
                    <a:pt x="13" y="3"/>
                    <a:pt x="11" y="0"/>
                  </a:cubicBezTo>
                  <a:cubicBezTo>
                    <a:pt x="6" y="0"/>
                    <a:pt x="2" y="3"/>
                    <a:pt x="0" y="8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3" name="Freeform 181">
              <a:extLst>
                <a:ext uri="{FF2B5EF4-FFF2-40B4-BE49-F238E27FC236}">
                  <a16:creationId xmlns:a16="http://schemas.microsoft.com/office/drawing/2014/main" id="{08308B5C-7588-4E94-AF91-08C43AC4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303"/>
              <a:ext cx="45" cy="37"/>
            </a:xfrm>
            <a:custGeom>
              <a:avLst/>
              <a:gdLst>
                <a:gd name="T0" fmla="*/ 1563 w 18"/>
                <a:gd name="T1" fmla="*/ 539 h 14"/>
                <a:gd name="T2" fmla="*/ 988 w 18"/>
                <a:gd name="T3" fmla="*/ 1810 h 14"/>
                <a:gd name="T4" fmla="*/ 1375 w 18"/>
                <a:gd name="T5" fmla="*/ 77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6" y="4"/>
                  </a:moveTo>
                  <a:cubicBezTo>
                    <a:pt x="7" y="0"/>
                    <a:pt x="0" y="13"/>
                    <a:pt x="10" y="14"/>
                  </a:cubicBezTo>
                  <a:cubicBezTo>
                    <a:pt x="18" y="14"/>
                    <a:pt x="18" y="9"/>
                    <a:pt x="14" y="6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4" name="Freeform 182">
              <a:extLst>
                <a:ext uri="{FF2B5EF4-FFF2-40B4-BE49-F238E27FC236}">
                  <a16:creationId xmlns:a16="http://schemas.microsoft.com/office/drawing/2014/main" id="{05539841-E2BF-42D5-813F-5091AD29C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295"/>
              <a:ext cx="8" cy="1"/>
            </a:xfrm>
            <a:custGeom>
              <a:avLst/>
              <a:gdLst>
                <a:gd name="T0" fmla="*/ 0 w 3"/>
                <a:gd name="T1" fmla="*/ 0 h 1"/>
                <a:gd name="T2" fmla="*/ 39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5" name="Freeform 183">
              <a:extLst>
                <a:ext uri="{FF2B5EF4-FFF2-40B4-BE49-F238E27FC236}">
                  <a16:creationId xmlns:a16="http://schemas.microsoft.com/office/drawing/2014/main" id="{EEBE5CEA-A14A-4B10-8599-FB5AC6135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412"/>
              <a:ext cx="20" cy="11"/>
            </a:xfrm>
            <a:custGeom>
              <a:avLst/>
              <a:gdLst>
                <a:gd name="T0" fmla="*/ 0 w 8"/>
                <a:gd name="T1" fmla="*/ 627 h 4"/>
                <a:gd name="T2" fmla="*/ 78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2"/>
                    <a:pt x="5" y="1"/>
                    <a:pt x="8" y="0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6" name="Freeform 184">
              <a:extLst>
                <a:ext uri="{FF2B5EF4-FFF2-40B4-BE49-F238E27FC236}">
                  <a16:creationId xmlns:a16="http://schemas.microsoft.com/office/drawing/2014/main" id="{BFD59318-8E7F-453F-A74B-B671D007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388"/>
              <a:ext cx="13" cy="8"/>
            </a:xfrm>
            <a:custGeom>
              <a:avLst/>
              <a:gdLst>
                <a:gd name="T0" fmla="*/ 0 w 5"/>
                <a:gd name="T1" fmla="*/ 0 h 3"/>
                <a:gd name="T2" fmla="*/ 595 w 5"/>
                <a:gd name="T3" fmla="*/ 39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0"/>
                    <a:pt x="4" y="1"/>
                    <a:pt x="5" y="3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7" name="Freeform 185">
              <a:extLst>
                <a:ext uri="{FF2B5EF4-FFF2-40B4-BE49-F238E27FC236}">
                  <a16:creationId xmlns:a16="http://schemas.microsoft.com/office/drawing/2014/main" id="{74BDD3D2-D3A5-43C3-9310-00E9D42F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268"/>
              <a:ext cx="10" cy="8"/>
            </a:xfrm>
            <a:custGeom>
              <a:avLst/>
              <a:gdLst>
                <a:gd name="T0" fmla="*/ 0 w 4"/>
                <a:gd name="T1" fmla="*/ 397 h 3"/>
                <a:gd name="T2" fmla="*/ 395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8" name="Freeform 186">
              <a:extLst>
                <a:ext uri="{FF2B5EF4-FFF2-40B4-BE49-F238E27FC236}">
                  <a16:creationId xmlns:a16="http://schemas.microsoft.com/office/drawing/2014/main" id="{7EA27A2F-98A1-4276-AF19-FDC8622F1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452"/>
              <a:ext cx="18" cy="5"/>
            </a:xfrm>
            <a:custGeom>
              <a:avLst/>
              <a:gdLst>
                <a:gd name="T0" fmla="*/ 0 w 7"/>
                <a:gd name="T1" fmla="*/ 208 h 2"/>
                <a:gd name="T2" fmla="*/ 779 w 7"/>
                <a:gd name="T3" fmla="*/ 12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1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9" name="Freeform 187">
              <a:extLst>
                <a:ext uri="{FF2B5EF4-FFF2-40B4-BE49-F238E27FC236}">
                  <a16:creationId xmlns:a16="http://schemas.microsoft.com/office/drawing/2014/main" id="{AAB9E54D-4997-47F4-88C7-87073F503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415"/>
              <a:ext cx="27" cy="24"/>
            </a:xfrm>
            <a:custGeom>
              <a:avLst/>
              <a:gdLst>
                <a:gd name="T0" fmla="*/ 0 w 11"/>
                <a:gd name="T1" fmla="*/ 968 h 9"/>
                <a:gd name="T2" fmla="*/ 977 w 11"/>
                <a:gd name="T3" fmla="*/ 149 h 9"/>
                <a:gd name="T4" fmla="*/ 621 w 11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6" y="9"/>
                    <a:pt x="11" y="6"/>
                    <a:pt x="11" y="1"/>
                  </a:cubicBezTo>
                  <a:cubicBezTo>
                    <a:pt x="10" y="0"/>
                    <a:pt x="8" y="0"/>
                    <a:pt x="7" y="1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0" name="Freeform 188">
              <a:extLst>
                <a:ext uri="{FF2B5EF4-FFF2-40B4-BE49-F238E27FC236}">
                  <a16:creationId xmlns:a16="http://schemas.microsoft.com/office/drawing/2014/main" id="{D2EE8C7D-EDB8-4E04-903C-EC11682DF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455"/>
              <a:ext cx="15" cy="21"/>
            </a:xfrm>
            <a:custGeom>
              <a:avLst/>
              <a:gdLst>
                <a:gd name="T0" fmla="*/ 125 w 6"/>
                <a:gd name="T1" fmla="*/ 0 h 8"/>
                <a:gd name="T2" fmla="*/ 595 w 6"/>
                <a:gd name="T3" fmla="*/ 9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0" y="5"/>
                    <a:pt x="1" y="8"/>
                    <a:pt x="6" y="8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1" name="Freeform 189">
              <a:extLst>
                <a:ext uri="{FF2B5EF4-FFF2-40B4-BE49-F238E27FC236}">
                  <a16:creationId xmlns:a16="http://schemas.microsoft.com/office/drawing/2014/main" id="{B2F8C9E4-607B-4B9E-B201-65E02F4A2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09"/>
              <a:ext cx="51" cy="91"/>
            </a:xfrm>
            <a:custGeom>
              <a:avLst/>
              <a:gdLst>
                <a:gd name="T0" fmla="*/ 1178 w 20"/>
                <a:gd name="T1" fmla="*/ 2047 h 34"/>
                <a:gd name="T2" fmla="*/ 0 w 20"/>
                <a:gd name="T3" fmla="*/ 2872 h 34"/>
                <a:gd name="T4" fmla="*/ 428 w 20"/>
                <a:gd name="T5" fmla="*/ 149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4">
                  <a:moveTo>
                    <a:pt x="11" y="15"/>
                  </a:moveTo>
                  <a:cubicBezTo>
                    <a:pt x="5" y="13"/>
                    <a:pt x="1" y="15"/>
                    <a:pt x="0" y="21"/>
                  </a:cubicBezTo>
                  <a:cubicBezTo>
                    <a:pt x="18" y="34"/>
                    <a:pt x="20" y="0"/>
                    <a:pt x="4" y="11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2" name="Freeform 190">
              <a:extLst>
                <a:ext uri="{FF2B5EF4-FFF2-40B4-BE49-F238E27FC236}">
                  <a16:creationId xmlns:a16="http://schemas.microsoft.com/office/drawing/2014/main" id="{11A3ED6C-7A05-4FE1-9C27-2AE368879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297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72 w 5"/>
                <a:gd name="T3" fmla="*/ 168 h 4"/>
                <a:gd name="T4" fmla="*/ 372 w 5"/>
                <a:gd name="T5" fmla="*/ 62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5" y="2"/>
                    <a:pt x="5" y="3"/>
                    <a:pt x="3" y="4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3" name="Freeform 191">
              <a:extLst>
                <a:ext uri="{FF2B5EF4-FFF2-40B4-BE49-F238E27FC236}">
                  <a16:creationId xmlns:a16="http://schemas.microsoft.com/office/drawing/2014/main" id="{DD07719B-5C3B-4113-B3A0-3217F8BC9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204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779 w 7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4"/>
                    <a:pt x="3" y="5"/>
                    <a:pt x="7" y="2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4" name="Freeform 192">
              <a:extLst>
                <a:ext uri="{FF2B5EF4-FFF2-40B4-BE49-F238E27FC236}">
                  <a16:creationId xmlns:a16="http://schemas.microsoft.com/office/drawing/2014/main" id="{2F096496-BFC4-4E98-8565-C68783A21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321"/>
              <a:ext cx="25" cy="19"/>
            </a:xfrm>
            <a:custGeom>
              <a:avLst/>
              <a:gdLst>
                <a:gd name="T0" fmla="*/ 988 w 10"/>
                <a:gd name="T1" fmla="*/ 163 h 7"/>
                <a:gd name="T2" fmla="*/ 0 w 10"/>
                <a:gd name="T3" fmla="*/ 442 h 7"/>
                <a:gd name="T4" fmla="*/ 708 w 10"/>
                <a:gd name="T5" fmla="*/ 8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6" y="0"/>
                    <a:pt x="3" y="0"/>
                    <a:pt x="0" y="3"/>
                  </a:cubicBezTo>
                  <a:cubicBezTo>
                    <a:pt x="2" y="7"/>
                    <a:pt x="4" y="6"/>
                    <a:pt x="7" y="6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5" name="Freeform 193">
              <a:extLst>
                <a:ext uri="{FF2B5EF4-FFF2-40B4-BE49-F238E27FC236}">
                  <a16:creationId xmlns:a16="http://schemas.microsoft.com/office/drawing/2014/main" id="{2762B5CC-72EA-4722-92CE-F92D40F5A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19"/>
              <a:ext cx="10" cy="13"/>
            </a:xfrm>
            <a:custGeom>
              <a:avLst/>
              <a:gdLst>
                <a:gd name="T0" fmla="*/ 0 w 4"/>
                <a:gd name="T1" fmla="*/ 595 h 5"/>
                <a:gd name="T2" fmla="*/ 0 w 4"/>
                <a:gd name="T3" fmla="*/ 143 h 5"/>
                <a:gd name="T4" fmla="*/ 395 w 4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2" y="0"/>
                    <a:pt x="4" y="2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6" name="Freeform 194">
              <a:extLst>
                <a:ext uri="{FF2B5EF4-FFF2-40B4-BE49-F238E27FC236}">
                  <a16:creationId xmlns:a16="http://schemas.microsoft.com/office/drawing/2014/main" id="{1279E778-E407-4317-B879-BBA5F40B7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372"/>
              <a:ext cx="20" cy="19"/>
            </a:xfrm>
            <a:custGeom>
              <a:avLst/>
              <a:gdLst>
                <a:gd name="T0" fmla="*/ 595 w 8"/>
                <a:gd name="T1" fmla="*/ 0 h 7"/>
                <a:gd name="T2" fmla="*/ 0 w 8"/>
                <a:gd name="T3" fmla="*/ 1040 h 7"/>
                <a:gd name="T4" fmla="*/ 708 w 8"/>
                <a:gd name="T5" fmla="*/ 0 h 7"/>
                <a:gd name="T6" fmla="*/ 313 w 8"/>
                <a:gd name="T7" fmla="*/ 59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3" y="2"/>
                    <a:pt x="0" y="3"/>
                    <a:pt x="0" y="7"/>
                  </a:cubicBezTo>
                  <a:cubicBezTo>
                    <a:pt x="5" y="7"/>
                    <a:pt x="8" y="5"/>
                    <a:pt x="7" y="0"/>
                  </a:cubicBezTo>
                  <a:cubicBezTo>
                    <a:pt x="3" y="0"/>
                    <a:pt x="4" y="2"/>
                    <a:pt x="3" y="4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7" name="Freeform 195">
              <a:extLst>
                <a:ext uri="{FF2B5EF4-FFF2-40B4-BE49-F238E27FC236}">
                  <a16:creationId xmlns:a16="http://schemas.microsoft.com/office/drawing/2014/main" id="{D5B86883-2E94-422A-975F-9A553510B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332"/>
              <a:ext cx="47" cy="27"/>
            </a:xfrm>
            <a:custGeom>
              <a:avLst/>
              <a:gdLst>
                <a:gd name="T0" fmla="*/ 453 w 19"/>
                <a:gd name="T1" fmla="*/ 751 h 10"/>
                <a:gd name="T2" fmla="*/ 935 w 19"/>
                <a:gd name="T3" fmla="*/ 0 h 10"/>
                <a:gd name="T4" fmla="*/ 0 w 19"/>
                <a:gd name="T5" fmla="*/ 429 h 10"/>
                <a:gd name="T6" fmla="*/ 183 w 19"/>
                <a:gd name="T7" fmla="*/ 27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5" y="5"/>
                  </a:moveTo>
                  <a:cubicBezTo>
                    <a:pt x="7" y="3"/>
                    <a:pt x="9" y="2"/>
                    <a:pt x="10" y="0"/>
                  </a:cubicBezTo>
                  <a:cubicBezTo>
                    <a:pt x="19" y="4"/>
                    <a:pt x="3" y="10"/>
                    <a:pt x="0" y="3"/>
                  </a:cubicBezTo>
                  <a:cubicBezTo>
                    <a:pt x="0" y="2"/>
                    <a:pt x="1" y="2"/>
                    <a:pt x="2" y="2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8" name="Freeform 196">
              <a:extLst>
                <a:ext uri="{FF2B5EF4-FFF2-40B4-BE49-F238E27FC236}">
                  <a16:creationId xmlns:a16="http://schemas.microsoft.com/office/drawing/2014/main" id="{00A7B34A-AE0C-44D8-AB6F-712328467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183"/>
              <a:ext cx="25" cy="34"/>
            </a:xfrm>
            <a:custGeom>
              <a:avLst/>
              <a:gdLst>
                <a:gd name="T0" fmla="*/ 313 w 10"/>
                <a:gd name="T1" fmla="*/ 842 h 13"/>
                <a:gd name="T2" fmla="*/ 125 w 10"/>
                <a:gd name="T3" fmla="*/ 1593 h 13"/>
                <a:gd name="T4" fmla="*/ 783 w 10"/>
                <a:gd name="T5" fmla="*/ 0 h 13"/>
                <a:gd name="T6" fmla="*/ 313 w 10"/>
                <a:gd name="T7" fmla="*/ 84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3" y="7"/>
                  </a:moveTo>
                  <a:cubicBezTo>
                    <a:pt x="1" y="9"/>
                    <a:pt x="0" y="11"/>
                    <a:pt x="1" y="13"/>
                  </a:cubicBezTo>
                  <a:cubicBezTo>
                    <a:pt x="8" y="12"/>
                    <a:pt x="10" y="6"/>
                    <a:pt x="8" y="0"/>
                  </a:cubicBezTo>
                  <a:cubicBezTo>
                    <a:pt x="4" y="1"/>
                    <a:pt x="5" y="3"/>
                    <a:pt x="3" y="7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9" name="Freeform 197">
              <a:extLst>
                <a:ext uri="{FF2B5EF4-FFF2-40B4-BE49-F238E27FC236}">
                  <a16:creationId xmlns:a16="http://schemas.microsoft.com/office/drawing/2014/main" id="{EE5F11AF-7B2A-4323-9280-A03F0F1A8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188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0" name="Freeform 198">
              <a:extLst>
                <a:ext uri="{FF2B5EF4-FFF2-40B4-BE49-F238E27FC236}">
                  <a16:creationId xmlns:a16="http://schemas.microsoft.com/office/drawing/2014/main" id="{F38B80AB-54D1-4F66-BC7C-4AF112976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415"/>
              <a:ext cx="10" cy="5"/>
            </a:xfrm>
            <a:custGeom>
              <a:avLst/>
              <a:gdLst>
                <a:gd name="T0" fmla="*/ 0 w 4"/>
                <a:gd name="T1" fmla="*/ 208 h 2"/>
                <a:gd name="T2" fmla="*/ 395 w 4"/>
                <a:gd name="T3" fmla="*/ 12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1" name="Freeform 199">
              <a:extLst>
                <a:ext uri="{FF2B5EF4-FFF2-40B4-BE49-F238E27FC236}">
                  <a16:creationId xmlns:a16="http://schemas.microsoft.com/office/drawing/2014/main" id="{E778553C-FDC8-4093-9F9E-AFE7998E3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361"/>
              <a:ext cx="28" cy="40"/>
            </a:xfrm>
            <a:custGeom>
              <a:avLst/>
              <a:gdLst>
                <a:gd name="T0" fmla="*/ 415 w 11"/>
                <a:gd name="T1" fmla="*/ 1613 h 15"/>
                <a:gd name="T2" fmla="*/ 0 w 11"/>
                <a:gd name="T3" fmla="*/ 1059 h 15"/>
                <a:gd name="T4" fmla="*/ 130 w 11"/>
                <a:gd name="T5" fmla="*/ 6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4" y="12"/>
                  </a:moveTo>
                  <a:cubicBezTo>
                    <a:pt x="4" y="9"/>
                    <a:pt x="2" y="8"/>
                    <a:pt x="0" y="8"/>
                  </a:cubicBezTo>
                  <a:cubicBezTo>
                    <a:pt x="8" y="15"/>
                    <a:pt x="11" y="0"/>
                    <a:pt x="1" y="5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2" name="Freeform 200">
              <a:extLst>
                <a:ext uri="{FF2B5EF4-FFF2-40B4-BE49-F238E27FC236}">
                  <a16:creationId xmlns:a16="http://schemas.microsoft.com/office/drawing/2014/main" id="{FFFF288C-5BF1-4855-A526-97DEE0611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220"/>
              <a:ext cx="17" cy="13"/>
            </a:xfrm>
            <a:custGeom>
              <a:avLst/>
              <a:gdLst>
                <a:gd name="T0" fmla="*/ 70 w 7"/>
                <a:gd name="T1" fmla="*/ 0 h 5"/>
                <a:gd name="T2" fmla="*/ 0 w 7"/>
                <a:gd name="T3" fmla="*/ 372 h 5"/>
                <a:gd name="T4" fmla="*/ 590 w 7"/>
                <a:gd name="T5" fmla="*/ 14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5"/>
                    <a:pt x="4" y="3"/>
                    <a:pt x="7" y="1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3" name="Freeform 201">
              <a:extLst>
                <a:ext uri="{FF2B5EF4-FFF2-40B4-BE49-F238E27FC236}">
                  <a16:creationId xmlns:a16="http://schemas.microsoft.com/office/drawing/2014/main" id="{755EDE86-11A8-4634-8FFE-E8BC617E3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239"/>
              <a:ext cx="15" cy="16"/>
            </a:xfrm>
            <a:custGeom>
              <a:avLst/>
              <a:gdLst>
                <a:gd name="T0" fmla="*/ 313 w 6"/>
                <a:gd name="T1" fmla="*/ 0 h 6"/>
                <a:gd name="T2" fmla="*/ 0 w 6"/>
                <a:gd name="T3" fmla="*/ 547 h 6"/>
                <a:gd name="T4" fmla="*/ 595 w 6"/>
                <a:gd name="T5" fmla="*/ 14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4" y="6"/>
                    <a:pt x="4" y="3"/>
                    <a:pt x="6" y="1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4" name="Freeform 202">
              <a:extLst>
                <a:ext uri="{FF2B5EF4-FFF2-40B4-BE49-F238E27FC236}">
                  <a16:creationId xmlns:a16="http://schemas.microsoft.com/office/drawing/2014/main" id="{4B813713-81C7-4BAA-A043-BB62A2E83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196"/>
              <a:ext cx="12" cy="5"/>
            </a:xfrm>
            <a:custGeom>
              <a:avLst/>
              <a:gdLst>
                <a:gd name="T0" fmla="*/ 168 w 5"/>
                <a:gd name="T1" fmla="*/ 125 h 2"/>
                <a:gd name="T2" fmla="*/ 70 w 5"/>
                <a:gd name="T3" fmla="*/ 208 h 2"/>
                <a:gd name="T4" fmla="*/ 235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5" y="2"/>
                    <a:pt x="3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5" name="Freeform 203">
              <a:extLst>
                <a:ext uri="{FF2B5EF4-FFF2-40B4-BE49-F238E27FC236}">
                  <a16:creationId xmlns:a16="http://schemas.microsoft.com/office/drawing/2014/main" id="{62A9A651-C49F-4033-B0F7-6579F503E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231"/>
              <a:ext cx="15" cy="8"/>
            </a:xfrm>
            <a:custGeom>
              <a:avLst/>
              <a:gdLst>
                <a:gd name="T0" fmla="*/ 313 w 6"/>
                <a:gd name="T1" fmla="*/ 149 h 3"/>
                <a:gd name="T2" fmla="*/ 208 w 6"/>
                <a:gd name="T3" fmla="*/ 397 h 3"/>
                <a:gd name="T4" fmla="*/ 395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1" y="2"/>
                    <a:pt x="0" y="2"/>
                    <a:pt x="2" y="3"/>
                  </a:cubicBezTo>
                  <a:cubicBezTo>
                    <a:pt x="6" y="3"/>
                    <a:pt x="3" y="2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6" name="Freeform 204">
              <a:extLst>
                <a:ext uri="{FF2B5EF4-FFF2-40B4-BE49-F238E27FC236}">
                  <a16:creationId xmlns:a16="http://schemas.microsoft.com/office/drawing/2014/main" id="{D00C34B5-7C64-4ABF-9786-44C65C938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513"/>
              <a:ext cx="13" cy="8"/>
            </a:xfrm>
            <a:custGeom>
              <a:avLst/>
              <a:gdLst>
                <a:gd name="T0" fmla="*/ 229 w 5"/>
                <a:gd name="T1" fmla="*/ 149 h 3"/>
                <a:gd name="T2" fmla="*/ 143 w 5"/>
                <a:gd name="T3" fmla="*/ 248 h 3"/>
                <a:gd name="T4" fmla="*/ 372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5" y="3"/>
                    <a:pt x="3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" name="Freeform 205">
              <a:extLst>
                <a:ext uri="{FF2B5EF4-FFF2-40B4-BE49-F238E27FC236}">
                  <a16:creationId xmlns:a16="http://schemas.microsoft.com/office/drawing/2014/main" id="{28104CA4-1205-455E-A0ED-0FA1B708C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223"/>
              <a:ext cx="12" cy="10"/>
            </a:xfrm>
            <a:custGeom>
              <a:avLst/>
              <a:gdLst>
                <a:gd name="T0" fmla="*/ 334 w 5"/>
                <a:gd name="T1" fmla="*/ 0 h 4"/>
                <a:gd name="T2" fmla="*/ 334 w 5"/>
                <a:gd name="T3" fmla="*/ 395 h 4"/>
                <a:gd name="T4" fmla="*/ 235 w 5"/>
                <a:gd name="T5" fmla="*/ 20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4" y="2"/>
                    <a:pt x="0" y="3"/>
                    <a:pt x="4" y="4"/>
                  </a:cubicBezTo>
                  <a:cubicBezTo>
                    <a:pt x="5" y="2"/>
                    <a:pt x="3" y="2"/>
                    <a:pt x="3" y="2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" name="Freeform 206">
              <a:extLst>
                <a:ext uri="{FF2B5EF4-FFF2-40B4-BE49-F238E27FC236}">
                  <a16:creationId xmlns:a16="http://schemas.microsoft.com/office/drawing/2014/main" id="{E1BC9A3D-6BD7-4638-A02F-79FE72754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175"/>
              <a:ext cx="5" cy="1"/>
            </a:xfrm>
            <a:custGeom>
              <a:avLst/>
              <a:gdLst>
                <a:gd name="T0" fmla="*/ 0 w 2"/>
                <a:gd name="T1" fmla="*/ 0 h 1"/>
                <a:gd name="T2" fmla="*/ 125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" name="Freeform 207">
              <a:extLst>
                <a:ext uri="{FF2B5EF4-FFF2-40B4-BE49-F238E27FC236}">
                  <a16:creationId xmlns:a16="http://schemas.microsoft.com/office/drawing/2014/main" id="{790A3CBC-74DE-442B-9033-4B4F69971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121"/>
              <a:ext cx="5" cy="8"/>
            </a:xfrm>
            <a:custGeom>
              <a:avLst/>
              <a:gdLst>
                <a:gd name="T0" fmla="*/ 125 w 2"/>
                <a:gd name="T1" fmla="*/ 397 h 3"/>
                <a:gd name="T2" fmla="*/ 20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" name="Freeform 208">
              <a:extLst>
                <a:ext uri="{FF2B5EF4-FFF2-40B4-BE49-F238E27FC236}">
                  <a16:creationId xmlns:a16="http://schemas.microsoft.com/office/drawing/2014/main" id="{A632CCF7-033A-4AE9-A076-A79AF0AFF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57"/>
              <a:ext cx="7" cy="1"/>
            </a:xfrm>
            <a:custGeom>
              <a:avLst/>
              <a:gdLst>
                <a:gd name="T0" fmla="*/ 0 w 3"/>
                <a:gd name="T1" fmla="*/ 0 h 1"/>
                <a:gd name="T2" fmla="*/ 201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1" name="Freeform 209">
              <a:extLst>
                <a:ext uri="{FF2B5EF4-FFF2-40B4-BE49-F238E27FC236}">
                  <a16:creationId xmlns:a16="http://schemas.microsoft.com/office/drawing/2014/main" id="{6B50490D-8A8B-49F3-92CA-F1AC6EE2C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284"/>
              <a:ext cx="12" cy="5"/>
            </a:xfrm>
            <a:custGeom>
              <a:avLst/>
              <a:gdLst>
                <a:gd name="T0" fmla="*/ 0 w 5"/>
                <a:gd name="T1" fmla="*/ 208 h 2"/>
                <a:gd name="T2" fmla="*/ 403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2" name="Freeform 210">
              <a:extLst>
                <a:ext uri="{FF2B5EF4-FFF2-40B4-BE49-F238E27FC236}">
                  <a16:creationId xmlns:a16="http://schemas.microsoft.com/office/drawing/2014/main" id="{0AB92E4C-C2A5-4449-8177-B81FFF3C6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388"/>
              <a:ext cx="28" cy="35"/>
            </a:xfrm>
            <a:custGeom>
              <a:avLst/>
              <a:gdLst>
                <a:gd name="T0" fmla="*/ 214 w 11"/>
                <a:gd name="T1" fmla="*/ 1833 h 13"/>
                <a:gd name="T2" fmla="*/ 415 w 11"/>
                <a:gd name="T3" fmla="*/ 253 h 13"/>
                <a:gd name="T4" fmla="*/ 1173 w 11"/>
                <a:gd name="T5" fmla="*/ 993 h 13"/>
                <a:gd name="T6" fmla="*/ 331 w 11"/>
                <a:gd name="T7" fmla="*/ 99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2" y="13"/>
                  </a:moveTo>
                  <a:cubicBezTo>
                    <a:pt x="2" y="10"/>
                    <a:pt x="0" y="3"/>
                    <a:pt x="4" y="2"/>
                  </a:cubicBezTo>
                  <a:cubicBezTo>
                    <a:pt x="8" y="0"/>
                    <a:pt x="11" y="4"/>
                    <a:pt x="11" y="7"/>
                  </a:cubicBezTo>
                  <a:cubicBezTo>
                    <a:pt x="8" y="9"/>
                    <a:pt x="6" y="8"/>
                    <a:pt x="3" y="7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3" name="Freeform 211">
              <a:extLst>
                <a:ext uri="{FF2B5EF4-FFF2-40B4-BE49-F238E27FC236}">
                  <a16:creationId xmlns:a16="http://schemas.microsoft.com/office/drawing/2014/main" id="{5C8E4956-DE76-4AFA-A32B-F134E015A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404"/>
              <a:ext cx="13" cy="1"/>
            </a:xfrm>
            <a:custGeom>
              <a:avLst/>
              <a:gdLst>
                <a:gd name="T0" fmla="*/ 0 w 5"/>
                <a:gd name="T1" fmla="*/ 0 h 1"/>
                <a:gd name="T2" fmla="*/ 595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4" name="Freeform 212">
              <a:extLst>
                <a:ext uri="{FF2B5EF4-FFF2-40B4-BE49-F238E27FC236}">
                  <a16:creationId xmlns:a16="http://schemas.microsoft.com/office/drawing/2014/main" id="{724B5A07-A049-496E-A96E-87081AE92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37"/>
              <a:ext cx="38" cy="32"/>
            </a:xfrm>
            <a:custGeom>
              <a:avLst/>
              <a:gdLst>
                <a:gd name="T0" fmla="*/ 1155 w 15"/>
                <a:gd name="T1" fmla="*/ 248 h 12"/>
                <a:gd name="T2" fmla="*/ 0 w 15"/>
                <a:gd name="T3" fmla="*/ 819 h 12"/>
                <a:gd name="T4" fmla="*/ 1561 w 15"/>
                <a:gd name="T5" fmla="*/ 661 h 12"/>
                <a:gd name="T6" fmla="*/ 750 w 15"/>
                <a:gd name="T7" fmla="*/ 24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11" y="2"/>
                  </a:moveTo>
                  <a:cubicBezTo>
                    <a:pt x="6" y="0"/>
                    <a:pt x="2" y="2"/>
                    <a:pt x="0" y="6"/>
                  </a:cubicBezTo>
                  <a:cubicBezTo>
                    <a:pt x="4" y="12"/>
                    <a:pt x="13" y="12"/>
                    <a:pt x="15" y="5"/>
                  </a:cubicBezTo>
                  <a:cubicBezTo>
                    <a:pt x="13" y="2"/>
                    <a:pt x="11" y="1"/>
                    <a:pt x="7" y="2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5" name="Freeform 213">
              <a:extLst>
                <a:ext uri="{FF2B5EF4-FFF2-40B4-BE49-F238E27FC236}">
                  <a16:creationId xmlns:a16="http://schemas.microsoft.com/office/drawing/2014/main" id="{D2279EE8-E303-460C-84BA-453373316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40"/>
              <a:ext cx="20" cy="3"/>
            </a:xfrm>
            <a:custGeom>
              <a:avLst/>
              <a:gdLst>
                <a:gd name="T0" fmla="*/ 0 w 8"/>
                <a:gd name="T1" fmla="*/ 0 h 1"/>
                <a:gd name="T2" fmla="*/ 783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6" y="1"/>
                    <a:pt x="8" y="0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6" name="Freeform 214">
              <a:extLst>
                <a:ext uri="{FF2B5EF4-FFF2-40B4-BE49-F238E27FC236}">
                  <a16:creationId xmlns:a16="http://schemas.microsoft.com/office/drawing/2014/main" id="{BA1581E4-129A-4252-89D9-5123413C8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265"/>
              <a:ext cx="20" cy="24"/>
            </a:xfrm>
            <a:custGeom>
              <a:avLst/>
              <a:gdLst>
                <a:gd name="T0" fmla="*/ 208 w 8"/>
                <a:gd name="T1" fmla="*/ 547 h 9"/>
                <a:gd name="T2" fmla="*/ 125 w 8"/>
                <a:gd name="T3" fmla="*/ 1216 h 9"/>
                <a:gd name="T4" fmla="*/ 520 w 8"/>
                <a:gd name="T5" fmla="*/ 0 h 9"/>
                <a:gd name="T6" fmla="*/ 125 w 8"/>
                <a:gd name="T7" fmla="*/ 397 h 9"/>
                <a:gd name="T8" fmla="*/ 208 w 8"/>
                <a:gd name="T9" fmla="*/ 96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2" y="4"/>
                  </a:moveTo>
                  <a:cubicBezTo>
                    <a:pt x="0" y="6"/>
                    <a:pt x="0" y="8"/>
                    <a:pt x="1" y="9"/>
                  </a:cubicBezTo>
                  <a:cubicBezTo>
                    <a:pt x="7" y="8"/>
                    <a:pt x="8" y="5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1" y="6"/>
                    <a:pt x="2" y="7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7" name="Freeform 215">
              <a:extLst>
                <a:ext uri="{FF2B5EF4-FFF2-40B4-BE49-F238E27FC236}">
                  <a16:creationId xmlns:a16="http://schemas.microsoft.com/office/drawing/2014/main" id="{667526DB-39D1-4BEB-85F8-4C2FE7E6C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327"/>
              <a:ext cx="33" cy="24"/>
            </a:xfrm>
            <a:custGeom>
              <a:avLst/>
              <a:gdLst>
                <a:gd name="T0" fmla="*/ 947 w 13"/>
                <a:gd name="T1" fmla="*/ 661 h 9"/>
                <a:gd name="T2" fmla="*/ 1160 w 13"/>
                <a:gd name="T3" fmla="*/ 0 h 9"/>
                <a:gd name="T4" fmla="*/ 1244 w 13"/>
                <a:gd name="T5" fmla="*/ 968 h 9"/>
                <a:gd name="T6" fmla="*/ 0 w 13"/>
                <a:gd name="T7" fmla="*/ 149 h 9"/>
                <a:gd name="T8" fmla="*/ 1373 w 13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9" y="5"/>
                  </a:moveTo>
                  <a:cubicBezTo>
                    <a:pt x="8" y="3"/>
                    <a:pt x="9" y="1"/>
                    <a:pt x="11" y="0"/>
                  </a:cubicBezTo>
                  <a:cubicBezTo>
                    <a:pt x="13" y="4"/>
                    <a:pt x="12" y="4"/>
                    <a:pt x="12" y="7"/>
                  </a:cubicBezTo>
                  <a:cubicBezTo>
                    <a:pt x="7" y="9"/>
                    <a:pt x="2" y="6"/>
                    <a:pt x="0" y="1"/>
                  </a:cubicBezTo>
                  <a:cubicBezTo>
                    <a:pt x="4" y="0"/>
                    <a:pt x="9" y="0"/>
                    <a:pt x="13" y="1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8" name="Freeform 216">
              <a:extLst>
                <a:ext uri="{FF2B5EF4-FFF2-40B4-BE49-F238E27FC236}">
                  <a16:creationId xmlns:a16="http://schemas.microsoft.com/office/drawing/2014/main" id="{58DCC767-6339-4E5B-B3FD-F52862973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284"/>
              <a:ext cx="7" cy="11"/>
            </a:xfrm>
            <a:custGeom>
              <a:avLst/>
              <a:gdLst>
                <a:gd name="T0" fmla="*/ 0 w 3"/>
                <a:gd name="T1" fmla="*/ 627 h 4"/>
                <a:gd name="T2" fmla="*/ 201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9" name="Freeform 217">
              <a:extLst>
                <a:ext uri="{FF2B5EF4-FFF2-40B4-BE49-F238E27FC236}">
                  <a16:creationId xmlns:a16="http://schemas.microsoft.com/office/drawing/2014/main" id="{CED3EF14-7ADB-4678-A1E3-E708AE0C8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428"/>
              <a:ext cx="23" cy="3"/>
            </a:xfrm>
            <a:custGeom>
              <a:avLst/>
              <a:gdLst>
                <a:gd name="T0" fmla="*/ 0 w 9"/>
                <a:gd name="T1" fmla="*/ 243 h 1"/>
                <a:gd name="T2" fmla="*/ 986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1"/>
                    <a:pt x="6" y="1"/>
                    <a:pt x="9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0" name="Freeform 218">
              <a:extLst>
                <a:ext uri="{FF2B5EF4-FFF2-40B4-BE49-F238E27FC236}">
                  <a16:creationId xmlns:a16="http://schemas.microsoft.com/office/drawing/2014/main" id="{A936E83E-C49C-4D4B-9523-616EF4221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399"/>
              <a:ext cx="20" cy="13"/>
            </a:xfrm>
            <a:custGeom>
              <a:avLst/>
              <a:gdLst>
                <a:gd name="T0" fmla="*/ 395 w 8"/>
                <a:gd name="T1" fmla="*/ 372 h 5"/>
                <a:gd name="T2" fmla="*/ 595 w 8"/>
                <a:gd name="T3" fmla="*/ 0 h 5"/>
                <a:gd name="T4" fmla="*/ 783 w 8"/>
                <a:gd name="T5" fmla="*/ 460 h 5"/>
                <a:gd name="T6" fmla="*/ 313 w 8"/>
                <a:gd name="T7" fmla="*/ 460 h 5"/>
                <a:gd name="T8" fmla="*/ 395 w 8"/>
                <a:gd name="T9" fmla="*/ 2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4" y="3"/>
                  </a:moveTo>
                  <a:cubicBezTo>
                    <a:pt x="4" y="1"/>
                    <a:pt x="4" y="0"/>
                    <a:pt x="6" y="0"/>
                  </a:cubicBezTo>
                  <a:cubicBezTo>
                    <a:pt x="8" y="1"/>
                    <a:pt x="8" y="2"/>
                    <a:pt x="8" y="4"/>
                  </a:cubicBezTo>
                  <a:cubicBezTo>
                    <a:pt x="7" y="5"/>
                    <a:pt x="5" y="5"/>
                    <a:pt x="3" y="4"/>
                  </a:cubicBezTo>
                  <a:cubicBezTo>
                    <a:pt x="0" y="1"/>
                    <a:pt x="5" y="3"/>
                    <a:pt x="4" y="2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1" name="Freeform 219">
              <a:extLst>
                <a:ext uri="{FF2B5EF4-FFF2-40B4-BE49-F238E27FC236}">
                  <a16:creationId xmlns:a16="http://schemas.microsoft.com/office/drawing/2014/main" id="{B655F2E7-5E85-4BE1-9079-774B6D9D3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356"/>
              <a:ext cx="18" cy="19"/>
            </a:xfrm>
            <a:custGeom>
              <a:avLst/>
              <a:gdLst>
                <a:gd name="T0" fmla="*/ 0 w 7"/>
                <a:gd name="T1" fmla="*/ 1040 h 7"/>
                <a:gd name="T2" fmla="*/ 779 w 7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2"/>
                    <a:pt x="3" y="0"/>
                    <a:pt x="7" y="1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2" name="Freeform 220">
              <a:extLst>
                <a:ext uri="{FF2B5EF4-FFF2-40B4-BE49-F238E27FC236}">
                  <a16:creationId xmlns:a16="http://schemas.microsoft.com/office/drawing/2014/main" id="{CF1F155A-DC40-44A6-A363-A6139A134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391"/>
              <a:ext cx="8" cy="2"/>
            </a:xfrm>
            <a:custGeom>
              <a:avLst/>
              <a:gdLst>
                <a:gd name="T0" fmla="*/ 0 w 3"/>
                <a:gd name="T1" fmla="*/ 32 h 1"/>
                <a:gd name="T2" fmla="*/ 39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3" name="Freeform 221">
              <a:extLst>
                <a:ext uri="{FF2B5EF4-FFF2-40B4-BE49-F238E27FC236}">
                  <a16:creationId xmlns:a16="http://schemas.microsoft.com/office/drawing/2014/main" id="{C5D81F06-5ED2-40E7-BF7A-BA137A398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260"/>
              <a:ext cx="15" cy="13"/>
            </a:xfrm>
            <a:custGeom>
              <a:avLst/>
              <a:gdLst>
                <a:gd name="T0" fmla="*/ 395 w 6"/>
                <a:gd name="T1" fmla="*/ 0 h 5"/>
                <a:gd name="T2" fmla="*/ 0 w 6"/>
                <a:gd name="T3" fmla="*/ 460 h 5"/>
                <a:gd name="T4" fmla="*/ 395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6" y="5"/>
                    <a:pt x="3" y="2"/>
                    <a:pt x="4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4" name="Freeform 222">
              <a:extLst>
                <a:ext uri="{FF2B5EF4-FFF2-40B4-BE49-F238E27FC236}">
                  <a16:creationId xmlns:a16="http://schemas.microsoft.com/office/drawing/2014/main" id="{E9655F21-FA30-4C1D-B349-F870BB29F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436"/>
              <a:ext cx="15" cy="19"/>
            </a:xfrm>
            <a:custGeom>
              <a:avLst/>
              <a:gdLst>
                <a:gd name="T0" fmla="*/ 520 w 6"/>
                <a:gd name="T1" fmla="*/ 280 h 7"/>
                <a:gd name="T2" fmla="*/ 0 w 6"/>
                <a:gd name="T3" fmla="*/ 597 h 7"/>
                <a:gd name="T4" fmla="*/ 395 w 6"/>
                <a:gd name="T5" fmla="*/ 1040 h 7"/>
                <a:gd name="T6" fmla="*/ 395 w 6"/>
                <a:gd name="T7" fmla="*/ 16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5" y="2"/>
                  </a:moveTo>
                  <a:cubicBezTo>
                    <a:pt x="2" y="3"/>
                    <a:pt x="1" y="0"/>
                    <a:pt x="0" y="4"/>
                  </a:cubicBezTo>
                  <a:cubicBezTo>
                    <a:pt x="1" y="6"/>
                    <a:pt x="2" y="7"/>
                    <a:pt x="4" y="7"/>
                  </a:cubicBezTo>
                  <a:cubicBezTo>
                    <a:pt x="6" y="5"/>
                    <a:pt x="4" y="4"/>
                    <a:pt x="4" y="1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5" name="Freeform 223">
              <a:extLst>
                <a:ext uri="{FF2B5EF4-FFF2-40B4-BE49-F238E27FC236}">
                  <a16:creationId xmlns:a16="http://schemas.microsoft.com/office/drawing/2014/main" id="{C2AD53A7-DE92-466D-8C05-F6D5DA76E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383"/>
              <a:ext cx="27" cy="34"/>
            </a:xfrm>
            <a:custGeom>
              <a:avLst/>
              <a:gdLst>
                <a:gd name="T0" fmla="*/ 427 w 11"/>
                <a:gd name="T1" fmla="*/ 1593 h 13"/>
                <a:gd name="T2" fmla="*/ 547 w 11"/>
                <a:gd name="T3" fmla="*/ 0 h 13"/>
                <a:gd name="T4" fmla="*/ 903 w 11"/>
                <a:gd name="T5" fmla="*/ 1360 h 13"/>
                <a:gd name="T6" fmla="*/ 0 w 11"/>
                <a:gd name="T7" fmla="*/ 60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5" y="13"/>
                  </a:moveTo>
                  <a:cubicBezTo>
                    <a:pt x="4" y="8"/>
                    <a:pt x="4" y="4"/>
                    <a:pt x="6" y="0"/>
                  </a:cubicBezTo>
                  <a:cubicBezTo>
                    <a:pt x="10" y="3"/>
                    <a:pt x="11" y="7"/>
                    <a:pt x="10" y="11"/>
                  </a:cubicBezTo>
                  <a:cubicBezTo>
                    <a:pt x="5" y="12"/>
                    <a:pt x="1" y="10"/>
                    <a:pt x="0" y="5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6" name="Freeform 224">
              <a:extLst>
                <a:ext uri="{FF2B5EF4-FFF2-40B4-BE49-F238E27FC236}">
                  <a16:creationId xmlns:a16="http://schemas.microsoft.com/office/drawing/2014/main" id="{F3CE0BA4-D6AE-4D8D-BB99-6DED7FA4D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361"/>
              <a:ext cx="18" cy="19"/>
            </a:xfrm>
            <a:custGeom>
              <a:avLst/>
              <a:gdLst>
                <a:gd name="T0" fmla="*/ 563 w 7"/>
                <a:gd name="T1" fmla="*/ 1040 h 7"/>
                <a:gd name="T2" fmla="*/ 139 w 7"/>
                <a:gd name="T3" fmla="*/ 0 h 7"/>
                <a:gd name="T4" fmla="*/ 139 w 7"/>
                <a:gd name="T5" fmla="*/ 8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5" y="7"/>
                  </a:moveTo>
                  <a:cubicBezTo>
                    <a:pt x="6" y="3"/>
                    <a:pt x="7" y="0"/>
                    <a:pt x="1" y="0"/>
                  </a:cubicBez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7" name="Freeform 225">
              <a:extLst>
                <a:ext uri="{FF2B5EF4-FFF2-40B4-BE49-F238E27FC236}">
                  <a16:creationId xmlns:a16="http://schemas.microsoft.com/office/drawing/2014/main" id="{31CF212E-B414-4099-95F5-A707E651C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465"/>
              <a:ext cx="7" cy="6"/>
            </a:xfrm>
            <a:custGeom>
              <a:avLst/>
              <a:gdLst>
                <a:gd name="T0" fmla="*/ 0 w 3"/>
                <a:gd name="T1" fmla="*/ 0 h 2"/>
                <a:gd name="T2" fmla="*/ 201 w 3"/>
                <a:gd name="T3" fmla="*/ 48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60325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8" name="Freeform 226">
              <a:extLst>
                <a:ext uri="{FF2B5EF4-FFF2-40B4-BE49-F238E27FC236}">
                  <a16:creationId xmlns:a16="http://schemas.microsoft.com/office/drawing/2014/main" id="{9D139D11-D650-4BC8-8795-FB6DEB48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345"/>
              <a:ext cx="12" cy="6"/>
            </a:xfrm>
            <a:custGeom>
              <a:avLst/>
              <a:gdLst>
                <a:gd name="T0" fmla="*/ 0 w 5"/>
                <a:gd name="T1" fmla="*/ 486 h 2"/>
                <a:gd name="T2" fmla="*/ 403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60325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9" name="Freeform 227">
              <a:extLst>
                <a:ext uri="{FF2B5EF4-FFF2-40B4-BE49-F238E27FC236}">
                  <a16:creationId xmlns:a16="http://schemas.microsoft.com/office/drawing/2014/main" id="{782A0428-F8BB-472A-97E9-59A5D8019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399"/>
              <a:ext cx="15" cy="1"/>
            </a:xfrm>
            <a:custGeom>
              <a:avLst/>
              <a:gdLst>
                <a:gd name="T0" fmla="*/ 0 w 6"/>
                <a:gd name="T1" fmla="*/ 0 h 1"/>
                <a:gd name="T2" fmla="*/ 5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60325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0" name="Freeform 228">
              <a:extLst>
                <a:ext uri="{FF2B5EF4-FFF2-40B4-BE49-F238E27FC236}">
                  <a16:creationId xmlns:a16="http://schemas.microsoft.com/office/drawing/2014/main" id="{2E205BB9-5DCC-41D1-BB7F-33B085E92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159"/>
              <a:ext cx="45" cy="40"/>
            </a:xfrm>
            <a:custGeom>
              <a:avLst/>
              <a:gdLst>
                <a:gd name="T0" fmla="*/ 988 w 18"/>
                <a:gd name="T1" fmla="*/ 1459 h 15"/>
                <a:gd name="T2" fmla="*/ 595 w 18"/>
                <a:gd name="T3" fmla="*/ 1216 h 15"/>
                <a:gd name="T4" fmla="*/ 595 w 18"/>
                <a:gd name="T5" fmla="*/ 2027 h 15"/>
                <a:gd name="T6" fmla="*/ 125 w 18"/>
                <a:gd name="T7" fmla="*/ 187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10" y="11"/>
                  </a:moveTo>
                  <a:cubicBezTo>
                    <a:pt x="9" y="9"/>
                    <a:pt x="8" y="8"/>
                    <a:pt x="6" y="9"/>
                  </a:cubicBezTo>
                  <a:cubicBezTo>
                    <a:pt x="5" y="12"/>
                    <a:pt x="5" y="12"/>
                    <a:pt x="6" y="15"/>
                  </a:cubicBezTo>
                  <a:cubicBezTo>
                    <a:pt x="18" y="9"/>
                    <a:pt x="0" y="0"/>
                    <a:pt x="1" y="14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1" name="Freeform 229">
              <a:extLst>
                <a:ext uri="{FF2B5EF4-FFF2-40B4-BE49-F238E27FC236}">
                  <a16:creationId xmlns:a16="http://schemas.microsoft.com/office/drawing/2014/main" id="{1DC63B3A-7870-4769-93C8-86FDC5C6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180"/>
              <a:ext cx="10" cy="21"/>
            </a:xfrm>
            <a:custGeom>
              <a:avLst/>
              <a:gdLst>
                <a:gd name="T0" fmla="*/ 125 w 4"/>
                <a:gd name="T1" fmla="*/ 992 h 8"/>
                <a:gd name="T2" fmla="*/ 125 w 4"/>
                <a:gd name="T3" fmla="*/ 0 h 8"/>
                <a:gd name="T4" fmla="*/ 395 w 4"/>
                <a:gd name="T5" fmla="*/ 2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8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2" name="Freeform 230">
              <a:extLst>
                <a:ext uri="{FF2B5EF4-FFF2-40B4-BE49-F238E27FC236}">
                  <a16:creationId xmlns:a16="http://schemas.microsoft.com/office/drawing/2014/main" id="{F072F34F-3AC6-4B6E-98A0-6EC9A575B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412"/>
              <a:ext cx="15" cy="19"/>
            </a:xfrm>
            <a:custGeom>
              <a:avLst/>
              <a:gdLst>
                <a:gd name="T0" fmla="*/ 313 w 6"/>
                <a:gd name="T1" fmla="*/ 0 h 7"/>
                <a:gd name="T2" fmla="*/ 208 w 6"/>
                <a:gd name="T3" fmla="*/ 863 h 7"/>
                <a:gd name="T4" fmla="*/ 595 w 6"/>
                <a:gd name="T5" fmla="*/ 8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4" y="7"/>
                    <a:pt x="5" y="7"/>
                    <a:pt x="6" y="6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3" name="Freeform 231">
              <a:extLst>
                <a:ext uri="{FF2B5EF4-FFF2-40B4-BE49-F238E27FC236}">
                  <a16:creationId xmlns:a16="http://schemas.microsoft.com/office/drawing/2014/main" id="{C6989717-AA47-438F-ABEE-032B2F378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324"/>
              <a:ext cx="20" cy="21"/>
            </a:xfrm>
            <a:custGeom>
              <a:avLst/>
              <a:gdLst>
                <a:gd name="T0" fmla="*/ 395 w 8"/>
                <a:gd name="T1" fmla="*/ 234 h 8"/>
                <a:gd name="T2" fmla="*/ 0 w 8"/>
                <a:gd name="T3" fmla="*/ 614 h 8"/>
                <a:gd name="T4" fmla="*/ 783 w 8"/>
                <a:gd name="T5" fmla="*/ 759 h 8"/>
                <a:gd name="T6" fmla="*/ 0 w 8"/>
                <a:gd name="T7" fmla="*/ 37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cubicBezTo>
                    <a:pt x="6" y="0"/>
                    <a:pt x="1" y="5"/>
                    <a:pt x="0" y="5"/>
                  </a:cubicBezTo>
                  <a:cubicBezTo>
                    <a:pt x="5" y="8"/>
                    <a:pt x="4" y="8"/>
                    <a:pt x="8" y="6"/>
                  </a:cubicBezTo>
                  <a:cubicBezTo>
                    <a:pt x="6" y="1"/>
                    <a:pt x="4" y="3"/>
                    <a:pt x="0" y="3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4" name="Freeform 232">
              <a:extLst>
                <a:ext uri="{FF2B5EF4-FFF2-40B4-BE49-F238E27FC236}">
                  <a16:creationId xmlns:a16="http://schemas.microsoft.com/office/drawing/2014/main" id="{32A55A0A-EB55-4877-B02A-3BCB07376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09"/>
              <a:ext cx="10" cy="8"/>
            </a:xfrm>
            <a:custGeom>
              <a:avLst/>
              <a:gdLst>
                <a:gd name="T0" fmla="*/ 125 w 4"/>
                <a:gd name="T1" fmla="*/ 248 h 3"/>
                <a:gd name="T2" fmla="*/ 20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0" y="2"/>
                    <a:pt x="4" y="3"/>
                    <a:pt x="2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5" name="Freeform 233">
              <a:extLst>
                <a:ext uri="{FF2B5EF4-FFF2-40B4-BE49-F238E27FC236}">
                  <a16:creationId xmlns:a16="http://schemas.microsoft.com/office/drawing/2014/main" id="{6F50E1E6-AC4F-459A-9330-53B77F84C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324"/>
              <a:ext cx="17" cy="11"/>
            </a:xfrm>
            <a:custGeom>
              <a:avLst/>
              <a:gdLst>
                <a:gd name="T0" fmla="*/ 0 w 7"/>
                <a:gd name="T1" fmla="*/ 627 h 4"/>
                <a:gd name="T2" fmla="*/ 59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1"/>
                    <a:pt x="7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6" name="Freeform 234">
              <a:extLst>
                <a:ext uri="{FF2B5EF4-FFF2-40B4-BE49-F238E27FC236}">
                  <a16:creationId xmlns:a16="http://schemas.microsoft.com/office/drawing/2014/main" id="{9F7CFC29-C864-40C5-AC8A-03B39E6E7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388"/>
              <a:ext cx="18" cy="21"/>
            </a:xfrm>
            <a:custGeom>
              <a:avLst/>
              <a:gdLst>
                <a:gd name="T0" fmla="*/ 442 w 7"/>
                <a:gd name="T1" fmla="*/ 378 h 8"/>
                <a:gd name="T2" fmla="*/ 0 w 7"/>
                <a:gd name="T3" fmla="*/ 614 h 8"/>
                <a:gd name="T4" fmla="*/ 779 w 7"/>
                <a:gd name="T5" fmla="*/ 848 h 8"/>
                <a:gd name="T6" fmla="*/ 219 w 7"/>
                <a:gd name="T7" fmla="*/ 52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3"/>
                  </a:moveTo>
                  <a:cubicBezTo>
                    <a:pt x="3" y="3"/>
                    <a:pt x="1" y="4"/>
                    <a:pt x="0" y="5"/>
                  </a:cubicBezTo>
                  <a:cubicBezTo>
                    <a:pt x="3" y="6"/>
                    <a:pt x="2" y="8"/>
                    <a:pt x="7" y="7"/>
                  </a:cubicBezTo>
                  <a:cubicBezTo>
                    <a:pt x="6" y="0"/>
                    <a:pt x="3" y="4"/>
                    <a:pt x="2" y="4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7" name="Freeform 235">
              <a:extLst>
                <a:ext uri="{FF2B5EF4-FFF2-40B4-BE49-F238E27FC236}">
                  <a16:creationId xmlns:a16="http://schemas.microsoft.com/office/drawing/2014/main" id="{CDC10C64-3A4D-4A45-B45C-C7D4DEEBC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404"/>
              <a:ext cx="10" cy="13"/>
            </a:xfrm>
            <a:custGeom>
              <a:avLst/>
              <a:gdLst>
                <a:gd name="T0" fmla="*/ 125 w 4"/>
                <a:gd name="T1" fmla="*/ 595 h 5"/>
                <a:gd name="T2" fmla="*/ 0 w 4"/>
                <a:gd name="T3" fmla="*/ 143 h 5"/>
                <a:gd name="T4" fmla="*/ 395 w 4"/>
                <a:gd name="T5" fmla="*/ 14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8" name="Freeform 236">
              <a:extLst>
                <a:ext uri="{FF2B5EF4-FFF2-40B4-BE49-F238E27FC236}">
                  <a16:creationId xmlns:a16="http://schemas.microsoft.com/office/drawing/2014/main" id="{A62E9DAC-D17B-41CA-99C0-DD4AD533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409"/>
              <a:ext cx="15" cy="11"/>
            </a:xfrm>
            <a:custGeom>
              <a:avLst/>
              <a:gdLst>
                <a:gd name="T0" fmla="*/ 0 w 6"/>
                <a:gd name="T1" fmla="*/ 627 h 4"/>
                <a:gd name="T2" fmla="*/ 5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9" name="Freeform 237">
              <a:extLst>
                <a:ext uri="{FF2B5EF4-FFF2-40B4-BE49-F238E27FC236}">
                  <a16:creationId xmlns:a16="http://schemas.microsoft.com/office/drawing/2014/main" id="{9A24F568-D4B9-4CB9-B98A-59D216AA1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32"/>
              <a:ext cx="13" cy="11"/>
            </a:xfrm>
            <a:custGeom>
              <a:avLst/>
              <a:gdLst>
                <a:gd name="T0" fmla="*/ 372 w 5"/>
                <a:gd name="T1" fmla="*/ 462 h 4"/>
                <a:gd name="T2" fmla="*/ 595 w 5"/>
                <a:gd name="T3" fmla="*/ 627 h 4"/>
                <a:gd name="T4" fmla="*/ 0 w 5"/>
                <a:gd name="T5" fmla="*/ 168 h 4"/>
                <a:gd name="T6" fmla="*/ 595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3"/>
                  </a:moveTo>
                  <a:cubicBezTo>
                    <a:pt x="3" y="0"/>
                    <a:pt x="5" y="4"/>
                    <a:pt x="5" y="4"/>
                  </a:cubicBezTo>
                  <a:cubicBezTo>
                    <a:pt x="3" y="3"/>
                    <a:pt x="2" y="2"/>
                    <a:pt x="0" y="1"/>
                  </a:cubicBezTo>
                  <a:cubicBezTo>
                    <a:pt x="2" y="0"/>
                    <a:pt x="4" y="1"/>
                    <a:pt x="5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0" name="Freeform 238">
              <a:extLst>
                <a:ext uri="{FF2B5EF4-FFF2-40B4-BE49-F238E27FC236}">
                  <a16:creationId xmlns:a16="http://schemas.microsoft.com/office/drawing/2014/main" id="{A084E402-53A4-461A-80BC-9E4A5CD50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236"/>
              <a:ext cx="7" cy="11"/>
            </a:xfrm>
            <a:custGeom>
              <a:avLst/>
              <a:gdLst>
                <a:gd name="T0" fmla="*/ 201 w 3"/>
                <a:gd name="T1" fmla="*/ 355 h 4"/>
                <a:gd name="T2" fmla="*/ 201 w 3"/>
                <a:gd name="T3" fmla="*/ 62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0" y="0"/>
                    <a:pt x="2" y="2"/>
                    <a:pt x="3" y="4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1" name="Freeform 239">
              <a:extLst>
                <a:ext uri="{FF2B5EF4-FFF2-40B4-BE49-F238E27FC236}">
                  <a16:creationId xmlns:a16="http://schemas.microsoft.com/office/drawing/2014/main" id="{117CD9BC-6F8F-49A3-9909-C0E78BF0E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484"/>
              <a:ext cx="52" cy="80"/>
            </a:xfrm>
            <a:custGeom>
              <a:avLst/>
              <a:gdLst>
                <a:gd name="T0" fmla="*/ 1761 w 21"/>
                <a:gd name="T1" fmla="*/ 2027 h 30"/>
                <a:gd name="T2" fmla="*/ 381 w 21"/>
                <a:gd name="T3" fmla="*/ 2581 h 30"/>
                <a:gd name="T4" fmla="*/ 1761 w 21"/>
                <a:gd name="T5" fmla="*/ 161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0">
                  <a:moveTo>
                    <a:pt x="19" y="15"/>
                  </a:moveTo>
                  <a:cubicBezTo>
                    <a:pt x="21" y="0"/>
                    <a:pt x="0" y="9"/>
                    <a:pt x="4" y="19"/>
                  </a:cubicBezTo>
                  <a:cubicBezTo>
                    <a:pt x="9" y="30"/>
                    <a:pt x="19" y="19"/>
                    <a:pt x="19" y="12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2" name="Freeform 240">
              <a:extLst>
                <a:ext uri="{FF2B5EF4-FFF2-40B4-BE49-F238E27FC236}">
                  <a16:creationId xmlns:a16="http://schemas.microsoft.com/office/drawing/2014/main" id="{C95F2BFA-129D-4F4D-9AB8-3788EF17B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417"/>
              <a:ext cx="85" cy="46"/>
            </a:xfrm>
            <a:custGeom>
              <a:avLst/>
              <a:gdLst>
                <a:gd name="T0" fmla="*/ 1300 w 34"/>
                <a:gd name="T1" fmla="*/ 279 h 17"/>
                <a:gd name="T2" fmla="*/ 1175 w 34"/>
                <a:gd name="T3" fmla="*/ 0 h 17"/>
                <a:gd name="T4" fmla="*/ 2470 w 34"/>
                <a:gd name="T5" fmla="*/ 850 h 17"/>
                <a:gd name="T6" fmla="*/ 3333 w 34"/>
                <a:gd name="T7" fmla="*/ 219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7">
                  <a:moveTo>
                    <a:pt x="13" y="2"/>
                  </a:moveTo>
                  <a:cubicBezTo>
                    <a:pt x="13" y="1"/>
                    <a:pt x="12" y="1"/>
                    <a:pt x="12" y="0"/>
                  </a:cubicBezTo>
                  <a:cubicBezTo>
                    <a:pt x="0" y="4"/>
                    <a:pt x="19" y="17"/>
                    <a:pt x="25" y="6"/>
                  </a:cubicBezTo>
                  <a:cubicBezTo>
                    <a:pt x="25" y="11"/>
                    <a:pt x="29" y="14"/>
                    <a:pt x="34" y="15"/>
                  </a:cubicBezTo>
                </a:path>
              </a:pathLst>
            </a:custGeom>
            <a:noFill/>
            <a:ln w="60325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3" name="Freeform 241">
              <a:extLst>
                <a:ext uri="{FF2B5EF4-FFF2-40B4-BE49-F238E27FC236}">
                  <a16:creationId xmlns:a16="http://schemas.microsoft.com/office/drawing/2014/main" id="{AA9F04C9-57ED-4D7E-A58A-2A94397B5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19"/>
              <a:ext cx="23" cy="29"/>
            </a:xfrm>
            <a:custGeom>
              <a:avLst/>
              <a:gdLst>
                <a:gd name="T0" fmla="*/ 215 w 9"/>
                <a:gd name="T1" fmla="*/ 382 h 11"/>
                <a:gd name="T2" fmla="*/ 0 w 9"/>
                <a:gd name="T3" fmla="*/ 1007 h 11"/>
                <a:gd name="T4" fmla="*/ 848 w 9"/>
                <a:gd name="T5" fmla="*/ 145 h 11"/>
                <a:gd name="T6" fmla="*/ 332 w 9"/>
                <a:gd name="T7" fmla="*/ 5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2" y="3"/>
                  </a:moveTo>
                  <a:cubicBezTo>
                    <a:pt x="1" y="5"/>
                    <a:pt x="0" y="6"/>
                    <a:pt x="0" y="8"/>
                  </a:cubicBezTo>
                  <a:cubicBezTo>
                    <a:pt x="6" y="11"/>
                    <a:pt x="9" y="6"/>
                    <a:pt x="8" y="1"/>
                  </a:cubicBezTo>
                  <a:cubicBezTo>
                    <a:pt x="4" y="0"/>
                    <a:pt x="5" y="2"/>
                    <a:pt x="3" y="4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4" name="Freeform 242">
              <a:extLst>
                <a:ext uri="{FF2B5EF4-FFF2-40B4-BE49-F238E27FC236}">
                  <a16:creationId xmlns:a16="http://schemas.microsoft.com/office/drawing/2014/main" id="{A7CDFA0D-D415-43F9-8A9B-1B4D57AC2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431"/>
              <a:ext cx="17" cy="16"/>
            </a:xfrm>
            <a:custGeom>
              <a:avLst/>
              <a:gdLst>
                <a:gd name="T0" fmla="*/ 0 w 7"/>
                <a:gd name="T1" fmla="*/ 149 h 6"/>
                <a:gd name="T2" fmla="*/ 512 w 7"/>
                <a:gd name="T3" fmla="*/ 149 h 6"/>
                <a:gd name="T4" fmla="*/ 590 w 7"/>
                <a:gd name="T5" fmla="*/ 81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6" y="2"/>
                    <a:pt x="7" y="4"/>
                    <a:pt x="7" y="6"/>
                  </a:cubicBezTo>
                </a:path>
              </a:pathLst>
            </a:custGeom>
            <a:noFill/>
            <a:ln w="60325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5" name="Freeform 243">
              <a:extLst>
                <a:ext uri="{FF2B5EF4-FFF2-40B4-BE49-F238E27FC236}">
                  <a16:creationId xmlns:a16="http://schemas.microsoft.com/office/drawing/2014/main" id="{FC299868-B12E-4B8B-983F-C9E9A8CF7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508"/>
              <a:ext cx="10" cy="11"/>
            </a:xfrm>
            <a:custGeom>
              <a:avLst/>
              <a:gdLst>
                <a:gd name="T0" fmla="*/ 313 w 4"/>
                <a:gd name="T1" fmla="*/ 168 h 4"/>
                <a:gd name="T2" fmla="*/ 0 w 4"/>
                <a:gd name="T3" fmla="*/ 627 h 4"/>
                <a:gd name="T4" fmla="*/ 395 w 4"/>
                <a:gd name="T5" fmla="*/ 462 h 4"/>
                <a:gd name="T6" fmla="*/ 208 w 4"/>
                <a:gd name="T7" fmla="*/ 35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2"/>
                    <a:pt x="0" y="1"/>
                    <a:pt x="0" y="4"/>
                  </a:cubicBezTo>
                  <a:cubicBezTo>
                    <a:pt x="2" y="4"/>
                    <a:pt x="2" y="4"/>
                    <a:pt x="4" y="3"/>
                  </a:cubicBezTo>
                  <a:cubicBezTo>
                    <a:pt x="3" y="0"/>
                    <a:pt x="2" y="3"/>
                    <a:pt x="2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6" name="Freeform 244">
              <a:extLst>
                <a:ext uri="{FF2B5EF4-FFF2-40B4-BE49-F238E27FC236}">
                  <a16:creationId xmlns:a16="http://schemas.microsoft.com/office/drawing/2014/main" id="{D02670EF-B463-4C63-8B07-0989F0E27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420"/>
              <a:ext cx="15" cy="21"/>
            </a:xfrm>
            <a:custGeom>
              <a:avLst/>
              <a:gdLst>
                <a:gd name="T0" fmla="*/ 208 w 6"/>
                <a:gd name="T1" fmla="*/ 0 h 8"/>
                <a:gd name="T2" fmla="*/ 395 w 6"/>
                <a:gd name="T3" fmla="*/ 992 h 8"/>
                <a:gd name="T4" fmla="*/ 595 w 6"/>
                <a:gd name="T5" fmla="*/ 378 h 8"/>
                <a:gd name="T6" fmla="*/ 313 w 6"/>
                <a:gd name="T7" fmla="*/ 2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0" y="4"/>
                    <a:pt x="0" y="7"/>
                    <a:pt x="4" y="8"/>
                  </a:cubicBezTo>
                  <a:cubicBezTo>
                    <a:pt x="6" y="7"/>
                    <a:pt x="6" y="6"/>
                    <a:pt x="6" y="3"/>
                  </a:cubicBezTo>
                  <a:cubicBezTo>
                    <a:pt x="5" y="2"/>
                    <a:pt x="4" y="2"/>
                    <a:pt x="3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7" name="Freeform 245">
              <a:extLst>
                <a:ext uri="{FF2B5EF4-FFF2-40B4-BE49-F238E27FC236}">
                  <a16:creationId xmlns:a16="http://schemas.microsoft.com/office/drawing/2014/main" id="{F47FFEBB-8993-4660-BE6E-A75ED362E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225"/>
              <a:ext cx="20" cy="27"/>
            </a:xfrm>
            <a:custGeom>
              <a:avLst/>
              <a:gdLst>
                <a:gd name="T0" fmla="*/ 395 w 8"/>
                <a:gd name="T1" fmla="*/ 429 h 10"/>
                <a:gd name="T2" fmla="*/ 0 w 8"/>
                <a:gd name="T3" fmla="*/ 429 h 10"/>
                <a:gd name="T4" fmla="*/ 595 w 8"/>
                <a:gd name="T5" fmla="*/ 159 h 10"/>
                <a:gd name="T6" fmla="*/ 125 w 8"/>
                <a:gd name="T7" fmla="*/ 27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4" y="3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0" y="10"/>
                    <a:pt x="8" y="8"/>
                    <a:pt x="6" y="1"/>
                  </a:cubicBezTo>
                  <a:cubicBezTo>
                    <a:pt x="4" y="0"/>
                    <a:pt x="3" y="1"/>
                    <a:pt x="1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8" name="Freeform 246">
              <a:extLst>
                <a:ext uri="{FF2B5EF4-FFF2-40B4-BE49-F238E27FC236}">
                  <a16:creationId xmlns:a16="http://schemas.microsoft.com/office/drawing/2014/main" id="{F0EBAA14-BD36-47AF-8DDE-CCED71694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233"/>
              <a:ext cx="10" cy="8"/>
            </a:xfrm>
            <a:custGeom>
              <a:avLst/>
              <a:gdLst>
                <a:gd name="T0" fmla="*/ 313 w 4"/>
                <a:gd name="T1" fmla="*/ 0 h 3"/>
                <a:gd name="T2" fmla="*/ 395 w 4"/>
                <a:gd name="T3" fmla="*/ 149 h 3"/>
                <a:gd name="T4" fmla="*/ 0 w 4"/>
                <a:gd name="T5" fmla="*/ 39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3" y="0"/>
                    <a:pt x="3" y="2"/>
                    <a:pt x="4" y="1"/>
                  </a:cubicBezTo>
                  <a:cubicBezTo>
                    <a:pt x="1" y="0"/>
                    <a:pt x="2" y="2"/>
                    <a:pt x="0" y="3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9" name="Freeform 247">
              <a:extLst>
                <a:ext uri="{FF2B5EF4-FFF2-40B4-BE49-F238E27FC236}">
                  <a16:creationId xmlns:a16="http://schemas.microsoft.com/office/drawing/2014/main" id="{C73E1E7C-69AC-49F1-A16E-3D7626313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511"/>
              <a:ext cx="10" cy="5"/>
            </a:xfrm>
            <a:custGeom>
              <a:avLst/>
              <a:gdLst>
                <a:gd name="T0" fmla="*/ 0 w 4"/>
                <a:gd name="T1" fmla="*/ 208 h 2"/>
                <a:gd name="T2" fmla="*/ 395 w 4"/>
                <a:gd name="T3" fmla="*/ 12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0" name="Freeform 248">
              <a:extLst>
                <a:ext uri="{FF2B5EF4-FFF2-40B4-BE49-F238E27FC236}">
                  <a16:creationId xmlns:a16="http://schemas.microsoft.com/office/drawing/2014/main" id="{875A8D65-260F-410C-95A0-6D689A963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433"/>
              <a:ext cx="12" cy="8"/>
            </a:xfrm>
            <a:custGeom>
              <a:avLst/>
              <a:gdLst>
                <a:gd name="T0" fmla="*/ 168 w 5"/>
                <a:gd name="T1" fmla="*/ 397 h 3"/>
                <a:gd name="T2" fmla="*/ 70 w 5"/>
                <a:gd name="T3" fmla="*/ 248 h 3"/>
                <a:gd name="T4" fmla="*/ 403 w 5"/>
                <a:gd name="T5" fmla="*/ 24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3"/>
                  </a:moveTo>
                  <a:cubicBezTo>
                    <a:pt x="0" y="3"/>
                    <a:pt x="0" y="3"/>
                    <a:pt x="1" y="2"/>
                  </a:cubicBezTo>
                  <a:cubicBezTo>
                    <a:pt x="3" y="0"/>
                    <a:pt x="3" y="2"/>
                    <a:pt x="5" y="2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1" name="Freeform 249">
              <a:extLst>
                <a:ext uri="{FF2B5EF4-FFF2-40B4-BE49-F238E27FC236}">
                  <a16:creationId xmlns:a16="http://schemas.microsoft.com/office/drawing/2014/main" id="{3A29E419-703E-4762-B9C7-5973A66EA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239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20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1"/>
                    <a:pt x="0" y="0"/>
                    <a:pt x="2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2" name="Freeform 250">
              <a:extLst>
                <a:ext uri="{FF2B5EF4-FFF2-40B4-BE49-F238E27FC236}">
                  <a16:creationId xmlns:a16="http://schemas.microsoft.com/office/drawing/2014/main" id="{3AA71AA3-9E10-4320-B8C5-3E3078204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143"/>
              <a:ext cx="15" cy="5"/>
            </a:xfrm>
            <a:custGeom>
              <a:avLst/>
              <a:gdLst>
                <a:gd name="T0" fmla="*/ 208 w 6"/>
                <a:gd name="T1" fmla="*/ 125 h 2"/>
                <a:gd name="T2" fmla="*/ 125 w 6"/>
                <a:gd name="T3" fmla="*/ 208 h 2"/>
                <a:gd name="T4" fmla="*/ 395 w 6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2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6" y="2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3" name="Freeform 251">
              <a:extLst>
                <a:ext uri="{FF2B5EF4-FFF2-40B4-BE49-F238E27FC236}">
                  <a16:creationId xmlns:a16="http://schemas.microsoft.com/office/drawing/2014/main" id="{AF23E749-03BD-4278-B136-1DD230265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135"/>
              <a:ext cx="20" cy="26"/>
            </a:xfrm>
            <a:custGeom>
              <a:avLst/>
              <a:gdLst>
                <a:gd name="T0" fmla="*/ 395 w 8"/>
                <a:gd name="T1" fmla="*/ 372 h 10"/>
                <a:gd name="T2" fmla="*/ 0 w 8"/>
                <a:gd name="T3" fmla="*/ 372 h 10"/>
                <a:gd name="T4" fmla="*/ 708 w 8"/>
                <a:gd name="T5" fmla="*/ 229 h 10"/>
                <a:gd name="T6" fmla="*/ 208 w 8"/>
                <a:gd name="T7" fmla="*/ 37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4" y="3"/>
                  </a:moveTo>
                  <a:cubicBezTo>
                    <a:pt x="3" y="2"/>
                    <a:pt x="2" y="2"/>
                    <a:pt x="0" y="3"/>
                  </a:cubicBezTo>
                  <a:cubicBezTo>
                    <a:pt x="1" y="10"/>
                    <a:pt x="8" y="8"/>
                    <a:pt x="7" y="2"/>
                  </a:cubicBezTo>
                  <a:cubicBezTo>
                    <a:pt x="5" y="0"/>
                    <a:pt x="4" y="1"/>
                    <a:pt x="2" y="3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4" name="Freeform 252">
              <a:extLst>
                <a:ext uri="{FF2B5EF4-FFF2-40B4-BE49-F238E27FC236}">
                  <a16:creationId xmlns:a16="http://schemas.microsoft.com/office/drawing/2014/main" id="{C4746537-1BED-4666-86D8-1B5931CF3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143"/>
              <a:ext cx="10" cy="8"/>
            </a:xfrm>
            <a:custGeom>
              <a:avLst/>
              <a:gdLst>
                <a:gd name="T0" fmla="*/ 313 w 4"/>
                <a:gd name="T1" fmla="*/ 149 h 3"/>
                <a:gd name="T2" fmla="*/ 395 w 4"/>
                <a:gd name="T3" fmla="*/ 149 h 3"/>
                <a:gd name="T4" fmla="*/ 0 w 4"/>
                <a:gd name="T5" fmla="*/ 39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3" y="1"/>
                    <a:pt x="3" y="3"/>
                    <a:pt x="4" y="1"/>
                  </a:cubicBezTo>
                  <a:cubicBezTo>
                    <a:pt x="1" y="0"/>
                    <a:pt x="2" y="2"/>
                    <a:pt x="0" y="3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5" name="Freeform 253">
              <a:extLst>
                <a:ext uri="{FF2B5EF4-FFF2-40B4-BE49-F238E27FC236}">
                  <a16:creationId xmlns:a16="http://schemas.microsoft.com/office/drawing/2014/main" id="{D7E97184-2EF4-413D-88BD-AE36FA9D7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151"/>
              <a:ext cx="3" cy="5"/>
            </a:xfrm>
            <a:custGeom>
              <a:avLst/>
              <a:gdLst>
                <a:gd name="T0" fmla="*/ 0 w 1"/>
                <a:gd name="T1" fmla="*/ 208 h 2"/>
                <a:gd name="T2" fmla="*/ 243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6" name="Freeform 254">
              <a:extLst>
                <a:ext uri="{FF2B5EF4-FFF2-40B4-BE49-F238E27FC236}">
                  <a16:creationId xmlns:a16="http://schemas.microsoft.com/office/drawing/2014/main" id="{80530E5E-4D21-474E-8421-7E8EC4D9D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129"/>
              <a:ext cx="12" cy="8"/>
            </a:xfrm>
            <a:custGeom>
              <a:avLst/>
              <a:gdLst>
                <a:gd name="T0" fmla="*/ 168 w 5"/>
                <a:gd name="T1" fmla="*/ 149 h 3"/>
                <a:gd name="T2" fmla="*/ 70 w 5"/>
                <a:gd name="T3" fmla="*/ 397 h 3"/>
                <a:gd name="T4" fmla="*/ 235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5" y="3"/>
                    <a:pt x="2" y="2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7" name="Freeform 255">
              <a:extLst>
                <a:ext uri="{FF2B5EF4-FFF2-40B4-BE49-F238E27FC236}">
                  <a16:creationId xmlns:a16="http://schemas.microsoft.com/office/drawing/2014/main" id="{1BCDDD1B-9C71-4B54-BBF3-66000BBA6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124"/>
              <a:ext cx="20" cy="27"/>
            </a:xfrm>
            <a:custGeom>
              <a:avLst/>
              <a:gdLst>
                <a:gd name="T0" fmla="*/ 395 w 8"/>
                <a:gd name="T1" fmla="*/ 429 h 10"/>
                <a:gd name="T2" fmla="*/ 0 w 8"/>
                <a:gd name="T3" fmla="*/ 429 h 10"/>
                <a:gd name="T4" fmla="*/ 708 w 8"/>
                <a:gd name="T5" fmla="*/ 159 h 10"/>
                <a:gd name="T6" fmla="*/ 125 w 8"/>
                <a:gd name="T7" fmla="*/ 27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4" y="3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0" y="10"/>
                    <a:pt x="8" y="8"/>
                    <a:pt x="7" y="1"/>
                  </a:cubicBezTo>
                  <a:cubicBezTo>
                    <a:pt x="4" y="0"/>
                    <a:pt x="3" y="1"/>
                    <a:pt x="1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8" name="Freeform 256">
              <a:extLst>
                <a:ext uri="{FF2B5EF4-FFF2-40B4-BE49-F238E27FC236}">
                  <a16:creationId xmlns:a16="http://schemas.microsoft.com/office/drawing/2014/main" id="{200E2AAB-7D2D-4048-AEE6-8F90C051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132"/>
              <a:ext cx="10" cy="8"/>
            </a:xfrm>
            <a:custGeom>
              <a:avLst/>
              <a:gdLst>
                <a:gd name="T0" fmla="*/ 313 w 4"/>
                <a:gd name="T1" fmla="*/ 0 h 3"/>
                <a:gd name="T2" fmla="*/ 395 w 4"/>
                <a:gd name="T3" fmla="*/ 149 h 3"/>
                <a:gd name="T4" fmla="*/ 0 w 4"/>
                <a:gd name="T5" fmla="*/ 39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3" y="0"/>
                    <a:pt x="4" y="2"/>
                    <a:pt x="4" y="1"/>
                  </a:cubicBezTo>
                  <a:cubicBezTo>
                    <a:pt x="1" y="0"/>
                    <a:pt x="2" y="2"/>
                    <a:pt x="0" y="3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9" name="Freeform 257">
              <a:extLst>
                <a:ext uri="{FF2B5EF4-FFF2-40B4-BE49-F238E27FC236}">
                  <a16:creationId xmlns:a16="http://schemas.microsoft.com/office/drawing/2014/main" id="{BAEFA4A1-18DD-4FE5-8F05-409F736DE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137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20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1"/>
                    <a:pt x="0" y="1"/>
                    <a:pt x="2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0" name="Freeform 258">
              <a:extLst>
                <a:ext uri="{FF2B5EF4-FFF2-40B4-BE49-F238E27FC236}">
                  <a16:creationId xmlns:a16="http://schemas.microsoft.com/office/drawing/2014/main" id="{9CE97F5A-D4C7-493F-98C9-FAC669AF9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428"/>
              <a:ext cx="13" cy="5"/>
            </a:xfrm>
            <a:custGeom>
              <a:avLst/>
              <a:gdLst>
                <a:gd name="T0" fmla="*/ 229 w 5"/>
                <a:gd name="T1" fmla="*/ 125 h 2"/>
                <a:gd name="T2" fmla="*/ 143 w 5"/>
                <a:gd name="T3" fmla="*/ 208 h 2"/>
                <a:gd name="T4" fmla="*/ 372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5" y="2"/>
                    <a:pt x="3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1" name="Freeform 259">
              <a:extLst>
                <a:ext uri="{FF2B5EF4-FFF2-40B4-BE49-F238E27FC236}">
                  <a16:creationId xmlns:a16="http://schemas.microsoft.com/office/drawing/2014/main" id="{3FF1BD00-CA70-4698-BFC4-C4C5DCF2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420"/>
              <a:ext cx="20" cy="27"/>
            </a:xfrm>
            <a:custGeom>
              <a:avLst/>
              <a:gdLst>
                <a:gd name="T0" fmla="*/ 395 w 8"/>
                <a:gd name="T1" fmla="*/ 429 h 10"/>
                <a:gd name="T2" fmla="*/ 0 w 8"/>
                <a:gd name="T3" fmla="*/ 429 h 10"/>
                <a:gd name="T4" fmla="*/ 708 w 8"/>
                <a:gd name="T5" fmla="*/ 278 h 10"/>
                <a:gd name="T6" fmla="*/ 125 w 8"/>
                <a:gd name="T7" fmla="*/ 4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4" y="3"/>
                  </a:moveTo>
                  <a:cubicBezTo>
                    <a:pt x="3" y="2"/>
                    <a:pt x="1" y="2"/>
                    <a:pt x="0" y="3"/>
                  </a:cubicBezTo>
                  <a:cubicBezTo>
                    <a:pt x="1" y="10"/>
                    <a:pt x="8" y="8"/>
                    <a:pt x="7" y="2"/>
                  </a:cubicBezTo>
                  <a:cubicBezTo>
                    <a:pt x="4" y="0"/>
                    <a:pt x="3" y="1"/>
                    <a:pt x="1" y="3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2" name="Freeform 260">
              <a:extLst>
                <a:ext uri="{FF2B5EF4-FFF2-40B4-BE49-F238E27FC236}">
                  <a16:creationId xmlns:a16="http://schemas.microsoft.com/office/drawing/2014/main" id="{FD7C9215-B9A9-4EA0-8D15-FF105ED55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428"/>
              <a:ext cx="7" cy="8"/>
            </a:xfrm>
            <a:custGeom>
              <a:avLst/>
              <a:gdLst>
                <a:gd name="T0" fmla="*/ 201 w 3"/>
                <a:gd name="T1" fmla="*/ 149 h 3"/>
                <a:gd name="T2" fmla="*/ 201 w 3"/>
                <a:gd name="T3" fmla="*/ 149 h 3"/>
                <a:gd name="T4" fmla="*/ 0 w 3"/>
                <a:gd name="T5" fmla="*/ 39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3"/>
                    <a:pt x="3" y="1"/>
                  </a:cubicBezTo>
                  <a:cubicBezTo>
                    <a:pt x="0" y="0"/>
                    <a:pt x="1" y="2"/>
                    <a:pt x="0" y="3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3" name="Freeform 261">
              <a:extLst>
                <a:ext uri="{FF2B5EF4-FFF2-40B4-BE49-F238E27FC236}">
                  <a16:creationId xmlns:a16="http://schemas.microsoft.com/office/drawing/2014/main" id="{99F27313-F7D5-4FFB-863D-73B202AE5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436"/>
              <a:ext cx="5" cy="5"/>
            </a:xfrm>
            <a:custGeom>
              <a:avLst/>
              <a:gdLst>
                <a:gd name="T0" fmla="*/ 0 w 2"/>
                <a:gd name="T1" fmla="*/ 208 h 2"/>
                <a:gd name="T2" fmla="*/ 20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4" name="Freeform 262">
              <a:extLst>
                <a:ext uri="{FF2B5EF4-FFF2-40B4-BE49-F238E27FC236}">
                  <a16:creationId xmlns:a16="http://schemas.microsoft.com/office/drawing/2014/main" id="{CF34ED03-B9D4-4E25-AECB-2DBF09DB1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431"/>
              <a:ext cx="13" cy="8"/>
            </a:xfrm>
            <a:custGeom>
              <a:avLst/>
              <a:gdLst>
                <a:gd name="T0" fmla="*/ 229 w 5"/>
                <a:gd name="T1" fmla="*/ 149 h 3"/>
                <a:gd name="T2" fmla="*/ 143 w 5"/>
                <a:gd name="T3" fmla="*/ 397 h 3"/>
                <a:gd name="T4" fmla="*/ 46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5" y="3"/>
                    <a:pt x="3" y="2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5" name="Freeform 263">
              <a:extLst>
                <a:ext uri="{FF2B5EF4-FFF2-40B4-BE49-F238E27FC236}">
                  <a16:creationId xmlns:a16="http://schemas.microsoft.com/office/drawing/2014/main" id="{290C8324-28B2-4EBA-A5A7-F2CEFD193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425"/>
              <a:ext cx="20" cy="24"/>
            </a:xfrm>
            <a:custGeom>
              <a:avLst/>
              <a:gdLst>
                <a:gd name="T0" fmla="*/ 395 w 8"/>
                <a:gd name="T1" fmla="*/ 397 h 9"/>
                <a:gd name="T2" fmla="*/ 0 w 8"/>
                <a:gd name="T3" fmla="*/ 397 h 9"/>
                <a:gd name="T4" fmla="*/ 708 w 8"/>
                <a:gd name="T5" fmla="*/ 149 h 9"/>
                <a:gd name="T6" fmla="*/ 208 w 8"/>
                <a:gd name="T7" fmla="*/ 2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3"/>
                  </a:moveTo>
                  <a:cubicBezTo>
                    <a:pt x="3" y="2"/>
                    <a:pt x="1" y="2"/>
                    <a:pt x="0" y="3"/>
                  </a:cubicBezTo>
                  <a:cubicBezTo>
                    <a:pt x="1" y="9"/>
                    <a:pt x="8" y="8"/>
                    <a:pt x="7" y="1"/>
                  </a:cubicBezTo>
                  <a:cubicBezTo>
                    <a:pt x="5" y="0"/>
                    <a:pt x="4" y="1"/>
                    <a:pt x="2" y="2"/>
                  </a:cubicBezTo>
                </a:path>
              </a:pathLst>
            </a:custGeom>
            <a:noFill/>
            <a:ln w="23813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6" name="Freeform 264">
              <a:extLst>
                <a:ext uri="{FF2B5EF4-FFF2-40B4-BE49-F238E27FC236}">
                  <a16:creationId xmlns:a16="http://schemas.microsoft.com/office/drawing/2014/main" id="{73415218-EC2F-438E-9269-DDA079F8D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431"/>
              <a:ext cx="10" cy="10"/>
            </a:xfrm>
            <a:custGeom>
              <a:avLst/>
              <a:gdLst>
                <a:gd name="T0" fmla="*/ 313 w 4"/>
                <a:gd name="T1" fmla="*/ 125 h 4"/>
                <a:gd name="T2" fmla="*/ 395 w 4"/>
                <a:gd name="T3" fmla="*/ 208 h 4"/>
                <a:gd name="T4" fmla="*/ 0 w 4"/>
                <a:gd name="T5" fmla="*/ 39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1"/>
                    <a:pt x="3" y="3"/>
                    <a:pt x="4" y="2"/>
                  </a:cubicBezTo>
                  <a:cubicBezTo>
                    <a:pt x="0" y="0"/>
                    <a:pt x="1" y="3"/>
                    <a:pt x="0" y="4"/>
                  </a:cubicBezTo>
                </a:path>
              </a:pathLst>
            </a:custGeom>
            <a:noFill/>
            <a:ln w="23813" cap="rnd">
              <a:solidFill>
                <a:srgbClr val="AB90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7" name="Freeform 265">
              <a:extLst>
                <a:ext uri="{FF2B5EF4-FFF2-40B4-BE49-F238E27FC236}">
                  <a16:creationId xmlns:a16="http://schemas.microsoft.com/office/drawing/2014/main" id="{F91A276F-8901-4C40-AB53-28748F8FB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439"/>
              <a:ext cx="5" cy="8"/>
            </a:xfrm>
            <a:custGeom>
              <a:avLst/>
              <a:gdLst>
                <a:gd name="T0" fmla="*/ 125 w 2"/>
                <a:gd name="T1" fmla="*/ 397 h 3"/>
                <a:gd name="T2" fmla="*/ 20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8" name="Freeform 266">
              <a:extLst>
                <a:ext uri="{FF2B5EF4-FFF2-40B4-BE49-F238E27FC236}">
                  <a16:creationId xmlns:a16="http://schemas.microsoft.com/office/drawing/2014/main" id="{A57899E3-0574-4B5C-A011-BEC366C84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436"/>
              <a:ext cx="27" cy="19"/>
            </a:xfrm>
            <a:custGeom>
              <a:avLst/>
              <a:gdLst>
                <a:gd name="T0" fmla="*/ 368 w 11"/>
                <a:gd name="T1" fmla="*/ 442 h 7"/>
                <a:gd name="T2" fmla="*/ 368 w 11"/>
                <a:gd name="T3" fmla="*/ 0 h 7"/>
                <a:gd name="T4" fmla="*/ 0 w 11"/>
                <a:gd name="T5" fmla="*/ 442 h 7"/>
                <a:gd name="T6" fmla="*/ 174 w 1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4" y="3"/>
                  </a:moveTo>
                  <a:cubicBezTo>
                    <a:pt x="3" y="2"/>
                    <a:pt x="3" y="1"/>
                    <a:pt x="4" y="0"/>
                  </a:cubicBezTo>
                  <a:cubicBezTo>
                    <a:pt x="11" y="3"/>
                    <a:pt x="5" y="7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9" name="Freeform 267">
              <a:extLst>
                <a:ext uri="{FF2B5EF4-FFF2-40B4-BE49-F238E27FC236}">
                  <a16:creationId xmlns:a16="http://schemas.microsoft.com/office/drawing/2014/main" id="{3DC04F74-2B58-4068-A696-8569430F6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497"/>
              <a:ext cx="30" cy="35"/>
            </a:xfrm>
            <a:custGeom>
              <a:avLst/>
              <a:gdLst>
                <a:gd name="T0" fmla="*/ 1175 w 12"/>
                <a:gd name="T1" fmla="*/ 587 h 13"/>
                <a:gd name="T2" fmla="*/ 395 w 12"/>
                <a:gd name="T3" fmla="*/ 1268 h 13"/>
                <a:gd name="T4" fmla="*/ 988 w 12"/>
                <a:gd name="T5" fmla="*/ 253 h 13"/>
                <a:gd name="T6" fmla="*/ 313 w 12"/>
                <a:gd name="T7" fmla="*/ 68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12" y="4"/>
                  </a:moveTo>
                  <a:cubicBezTo>
                    <a:pt x="8" y="0"/>
                    <a:pt x="0" y="6"/>
                    <a:pt x="4" y="9"/>
                  </a:cubicBezTo>
                  <a:cubicBezTo>
                    <a:pt x="9" y="13"/>
                    <a:pt x="12" y="6"/>
                    <a:pt x="10" y="2"/>
                  </a:cubicBezTo>
                  <a:cubicBezTo>
                    <a:pt x="7" y="2"/>
                    <a:pt x="5" y="3"/>
                    <a:pt x="3" y="5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0" name="Freeform 268">
              <a:extLst>
                <a:ext uri="{FF2B5EF4-FFF2-40B4-BE49-F238E27FC236}">
                  <a16:creationId xmlns:a16="http://schemas.microsoft.com/office/drawing/2014/main" id="{3D9A61DA-EAA8-4B7F-BB65-E5CFFD80D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492"/>
              <a:ext cx="90" cy="40"/>
            </a:xfrm>
            <a:custGeom>
              <a:avLst/>
              <a:gdLst>
                <a:gd name="T0" fmla="*/ 0 w 36"/>
                <a:gd name="T1" fmla="*/ 0 h 15"/>
                <a:gd name="T2" fmla="*/ 3520 w 36"/>
                <a:gd name="T3" fmla="*/ 105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5">
                  <a:moveTo>
                    <a:pt x="0" y="0"/>
                  </a:moveTo>
                  <a:cubicBezTo>
                    <a:pt x="5" y="11"/>
                    <a:pt x="27" y="15"/>
                    <a:pt x="36" y="8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1" name="Freeform 269">
              <a:extLst>
                <a:ext uri="{FF2B5EF4-FFF2-40B4-BE49-F238E27FC236}">
                  <a16:creationId xmlns:a16="http://schemas.microsoft.com/office/drawing/2014/main" id="{EC38F827-4525-4D47-9141-BE8DA65F4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433"/>
              <a:ext cx="75" cy="32"/>
            </a:xfrm>
            <a:custGeom>
              <a:avLst/>
              <a:gdLst>
                <a:gd name="T0" fmla="*/ 0 w 30"/>
                <a:gd name="T1" fmla="*/ 0 h 12"/>
                <a:gd name="T2" fmla="*/ 2938 w 30"/>
                <a:gd name="T3" fmla="*/ 145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2">
                  <a:moveTo>
                    <a:pt x="0" y="0"/>
                  </a:moveTo>
                  <a:cubicBezTo>
                    <a:pt x="4" y="12"/>
                    <a:pt x="19" y="12"/>
                    <a:pt x="30" y="11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2" name="Freeform 270">
              <a:extLst>
                <a:ext uri="{FF2B5EF4-FFF2-40B4-BE49-F238E27FC236}">
                  <a16:creationId xmlns:a16="http://schemas.microsoft.com/office/drawing/2014/main" id="{22A17241-590D-4A71-A6F2-51F6D03B6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340"/>
              <a:ext cx="73" cy="35"/>
            </a:xfrm>
            <a:custGeom>
              <a:avLst/>
              <a:gdLst>
                <a:gd name="T0" fmla="*/ 2933 w 29"/>
                <a:gd name="T1" fmla="*/ 0 h 13"/>
                <a:gd name="T2" fmla="*/ 1115 w 29"/>
                <a:gd name="T3" fmla="*/ 681 h 13"/>
                <a:gd name="T4" fmla="*/ 0 w 29"/>
                <a:gd name="T5" fmla="*/ 18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3">
                  <a:moveTo>
                    <a:pt x="29" y="0"/>
                  </a:moveTo>
                  <a:cubicBezTo>
                    <a:pt x="23" y="4"/>
                    <a:pt x="16" y="2"/>
                    <a:pt x="11" y="5"/>
                  </a:cubicBezTo>
                  <a:cubicBezTo>
                    <a:pt x="6" y="7"/>
                    <a:pt x="4" y="11"/>
                    <a:pt x="0" y="13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3" name="Freeform 271">
              <a:extLst>
                <a:ext uri="{FF2B5EF4-FFF2-40B4-BE49-F238E27FC236}">
                  <a16:creationId xmlns:a16="http://schemas.microsoft.com/office/drawing/2014/main" id="{ECB4F3D3-6E5E-461C-B145-0142F72ED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369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1958 w 20"/>
                <a:gd name="T3" fmla="*/ 81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6" y="5"/>
                    <a:pt x="13" y="6"/>
                    <a:pt x="20" y="6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4" name="Freeform 272">
              <a:extLst>
                <a:ext uri="{FF2B5EF4-FFF2-40B4-BE49-F238E27FC236}">
                  <a16:creationId xmlns:a16="http://schemas.microsoft.com/office/drawing/2014/main" id="{BFC1617D-AAC7-4F23-9DB4-1764D1BF2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348"/>
              <a:ext cx="88" cy="48"/>
            </a:xfrm>
            <a:custGeom>
              <a:avLst/>
              <a:gdLst>
                <a:gd name="T0" fmla="*/ 0 w 35"/>
                <a:gd name="T1" fmla="*/ 0 h 18"/>
                <a:gd name="T2" fmla="*/ 3515 w 35"/>
                <a:gd name="T3" fmla="*/ 145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0"/>
                  </a:moveTo>
                  <a:cubicBezTo>
                    <a:pt x="8" y="9"/>
                    <a:pt x="24" y="18"/>
                    <a:pt x="35" y="11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5" name="Freeform 273">
              <a:extLst>
                <a:ext uri="{FF2B5EF4-FFF2-40B4-BE49-F238E27FC236}">
                  <a16:creationId xmlns:a16="http://schemas.microsoft.com/office/drawing/2014/main" id="{159F9142-D2F4-4C0D-BAD7-FEC3EF245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287"/>
              <a:ext cx="45" cy="24"/>
            </a:xfrm>
            <a:custGeom>
              <a:avLst/>
              <a:gdLst>
                <a:gd name="T0" fmla="*/ 0 w 18"/>
                <a:gd name="T1" fmla="*/ 0 h 9"/>
                <a:gd name="T2" fmla="*/ 1770 w 18"/>
                <a:gd name="T3" fmla="*/ 12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6" y="3"/>
                    <a:pt x="11" y="8"/>
                    <a:pt x="18" y="9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6" name="Freeform 274">
              <a:extLst>
                <a:ext uri="{FF2B5EF4-FFF2-40B4-BE49-F238E27FC236}">
                  <a16:creationId xmlns:a16="http://schemas.microsoft.com/office/drawing/2014/main" id="{CD76EE96-7A69-4243-AA0A-54254BCEF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244"/>
              <a:ext cx="72" cy="27"/>
            </a:xfrm>
            <a:custGeom>
              <a:avLst/>
              <a:gdLst>
                <a:gd name="T0" fmla="*/ 2736 w 29"/>
                <a:gd name="T1" fmla="*/ 0 h 10"/>
                <a:gd name="T2" fmla="*/ 0 w 29"/>
                <a:gd name="T3" fmla="*/ 100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29" y="0"/>
                  </a:moveTo>
                  <a:cubicBezTo>
                    <a:pt x="21" y="8"/>
                    <a:pt x="11" y="10"/>
                    <a:pt x="0" y="7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7" name="Freeform 275">
              <a:extLst>
                <a:ext uri="{FF2B5EF4-FFF2-40B4-BE49-F238E27FC236}">
                  <a16:creationId xmlns:a16="http://schemas.microsoft.com/office/drawing/2014/main" id="{7A5D1360-FA6B-4EAB-BE4D-8FC71363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444"/>
              <a:ext cx="58" cy="56"/>
            </a:xfrm>
            <a:custGeom>
              <a:avLst/>
              <a:gdLst>
                <a:gd name="T0" fmla="*/ 0 w 23"/>
                <a:gd name="T1" fmla="*/ 0 h 21"/>
                <a:gd name="T2" fmla="*/ 610 w 23"/>
                <a:gd name="T3" fmla="*/ 1877 h 21"/>
                <a:gd name="T4" fmla="*/ 2340 w 23"/>
                <a:gd name="T5" fmla="*/ 227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1" y="5"/>
                    <a:pt x="1" y="9"/>
                    <a:pt x="6" y="14"/>
                  </a:cubicBezTo>
                  <a:cubicBezTo>
                    <a:pt x="10" y="17"/>
                    <a:pt x="19" y="21"/>
                    <a:pt x="23" y="17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8" name="Freeform 276">
              <a:extLst>
                <a:ext uri="{FF2B5EF4-FFF2-40B4-BE49-F238E27FC236}">
                  <a16:creationId xmlns:a16="http://schemas.microsoft.com/office/drawing/2014/main" id="{4FBE033A-67BA-4A58-8ADC-CFB0231FA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324"/>
              <a:ext cx="65" cy="13"/>
            </a:xfrm>
            <a:custGeom>
              <a:avLst/>
              <a:gdLst>
                <a:gd name="T0" fmla="*/ 0 w 26"/>
                <a:gd name="T1" fmla="*/ 0 h 5"/>
                <a:gd name="T2" fmla="*/ 1175 w 26"/>
                <a:gd name="T3" fmla="*/ 143 h 5"/>
                <a:gd name="T4" fmla="*/ 2550 w 26"/>
                <a:gd name="T5" fmla="*/ 46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4" y="3"/>
                    <a:pt x="7" y="1"/>
                    <a:pt x="12" y="1"/>
                  </a:cubicBezTo>
                  <a:cubicBezTo>
                    <a:pt x="16" y="1"/>
                    <a:pt x="20" y="5"/>
                    <a:pt x="26" y="4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9" name="Freeform 277">
              <a:extLst>
                <a:ext uri="{FF2B5EF4-FFF2-40B4-BE49-F238E27FC236}">
                  <a16:creationId xmlns:a16="http://schemas.microsoft.com/office/drawing/2014/main" id="{863181C2-B5D1-4413-8493-D894EBE1D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46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2158 w 22"/>
                <a:gd name="T3" fmla="*/ 199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4" y="8"/>
                    <a:pt x="13" y="16"/>
                    <a:pt x="22" y="16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0" name="Freeform 278">
              <a:extLst>
                <a:ext uri="{FF2B5EF4-FFF2-40B4-BE49-F238E27FC236}">
                  <a16:creationId xmlns:a16="http://schemas.microsoft.com/office/drawing/2014/main" id="{047796E5-F526-4953-ADB3-3E1183A22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220"/>
              <a:ext cx="35" cy="67"/>
            </a:xfrm>
            <a:custGeom>
              <a:avLst/>
              <a:gdLst>
                <a:gd name="T0" fmla="*/ 208 w 14"/>
                <a:gd name="T1" fmla="*/ 1962 h 25"/>
                <a:gd name="T2" fmla="*/ 0 w 14"/>
                <a:gd name="T3" fmla="*/ 2637 h 25"/>
                <a:gd name="T4" fmla="*/ 395 w 14"/>
                <a:gd name="T5" fmla="*/ 150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2" y="14"/>
                  </a:moveTo>
                  <a:cubicBezTo>
                    <a:pt x="1" y="15"/>
                    <a:pt x="0" y="17"/>
                    <a:pt x="0" y="19"/>
                  </a:cubicBezTo>
                  <a:cubicBezTo>
                    <a:pt x="14" y="25"/>
                    <a:pt x="6" y="0"/>
                    <a:pt x="4" y="11"/>
                  </a:cubicBezTo>
                </a:path>
              </a:pathLst>
            </a:custGeom>
            <a:noFill/>
            <a:ln w="60325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1" name="Freeform 279">
              <a:extLst>
                <a:ext uri="{FF2B5EF4-FFF2-40B4-BE49-F238E27FC236}">
                  <a16:creationId xmlns:a16="http://schemas.microsoft.com/office/drawing/2014/main" id="{5E05952B-118A-4A25-8F29-316E36624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311"/>
              <a:ext cx="10" cy="5"/>
            </a:xfrm>
            <a:custGeom>
              <a:avLst/>
              <a:gdLst>
                <a:gd name="T0" fmla="*/ 0 w 4"/>
                <a:gd name="T1" fmla="*/ 208 h 2"/>
                <a:gd name="T2" fmla="*/ 395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60325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2" name="Freeform 280">
              <a:extLst>
                <a:ext uri="{FF2B5EF4-FFF2-40B4-BE49-F238E27FC236}">
                  <a16:creationId xmlns:a16="http://schemas.microsoft.com/office/drawing/2014/main" id="{7D49D905-2132-4FC0-8E6F-389CB2E5C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412"/>
              <a:ext cx="5" cy="5"/>
            </a:xfrm>
            <a:custGeom>
              <a:avLst/>
              <a:gdLst>
                <a:gd name="T0" fmla="*/ 208 w 2"/>
                <a:gd name="T1" fmla="*/ 125 h 2"/>
                <a:gd name="T2" fmla="*/ 0 w 2"/>
                <a:gd name="T3" fmla="*/ 125 h 2"/>
                <a:gd name="T4" fmla="*/ 125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60325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3" name="Freeform 281">
              <a:extLst>
                <a:ext uri="{FF2B5EF4-FFF2-40B4-BE49-F238E27FC236}">
                  <a16:creationId xmlns:a16="http://schemas.microsoft.com/office/drawing/2014/main" id="{C073C662-353E-4E38-AE04-E63F311D5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241"/>
              <a:ext cx="70" cy="38"/>
            </a:xfrm>
            <a:custGeom>
              <a:avLst/>
              <a:gdLst>
                <a:gd name="T0" fmla="*/ 0 w 28"/>
                <a:gd name="T1" fmla="*/ 760 h 14"/>
                <a:gd name="T2" fmla="*/ 2738 w 2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5"/>
                  </a:moveTo>
                  <a:cubicBezTo>
                    <a:pt x="4" y="14"/>
                    <a:pt x="25" y="8"/>
                    <a:pt x="2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4" name="Freeform 282">
              <a:extLst>
                <a:ext uri="{FF2B5EF4-FFF2-40B4-BE49-F238E27FC236}">
                  <a16:creationId xmlns:a16="http://schemas.microsoft.com/office/drawing/2014/main" id="{445942B2-12B8-4159-992B-5D18E8C6C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40"/>
              <a:ext cx="62" cy="19"/>
            </a:xfrm>
            <a:custGeom>
              <a:avLst/>
              <a:gdLst>
                <a:gd name="T0" fmla="*/ 0 w 25"/>
                <a:gd name="T1" fmla="*/ 442 h 7"/>
                <a:gd name="T2" fmla="*/ 2349 w 2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">
                  <a:moveTo>
                    <a:pt x="0" y="3"/>
                  </a:moveTo>
                  <a:cubicBezTo>
                    <a:pt x="6" y="7"/>
                    <a:pt x="18" y="1"/>
                    <a:pt x="25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5" name="Freeform 283">
              <a:extLst>
                <a:ext uri="{FF2B5EF4-FFF2-40B4-BE49-F238E27FC236}">
                  <a16:creationId xmlns:a16="http://schemas.microsoft.com/office/drawing/2014/main" id="{5A2D1E92-E739-4B27-A563-EF29307A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428"/>
              <a:ext cx="75" cy="37"/>
            </a:xfrm>
            <a:custGeom>
              <a:avLst/>
              <a:gdLst>
                <a:gd name="T0" fmla="*/ 0 w 30"/>
                <a:gd name="T1" fmla="*/ 391 h 14"/>
                <a:gd name="T2" fmla="*/ 2938 w 3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4">
                  <a:moveTo>
                    <a:pt x="0" y="3"/>
                  </a:moveTo>
                  <a:cubicBezTo>
                    <a:pt x="12" y="4"/>
                    <a:pt x="21" y="14"/>
                    <a:pt x="30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6" name="Freeform 284">
              <a:extLst>
                <a:ext uri="{FF2B5EF4-FFF2-40B4-BE49-F238E27FC236}">
                  <a16:creationId xmlns:a16="http://schemas.microsoft.com/office/drawing/2014/main" id="{D02BDAED-4763-4578-9374-1254917B7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452"/>
              <a:ext cx="58" cy="29"/>
            </a:xfrm>
            <a:custGeom>
              <a:avLst/>
              <a:gdLst>
                <a:gd name="T0" fmla="*/ 0 w 23"/>
                <a:gd name="T1" fmla="*/ 862 h 11"/>
                <a:gd name="T2" fmla="*/ 2340 w 2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0" y="7"/>
                  </a:moveTo>
                  <a:cubicBezTo>
                    <a:pt x="8" y="11"/>
                    <a:pt x="18" y="6"/>
                    <a:pt x="23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7" name="Freeform 285">
              <a:extLst>
                <a:ext uri="{FF2B5EF4-FFF2-40B4-BE49-F238E27FC236}">
                  <a16:creationId xmlns:a16="http://schemas.microsoft.com/office/drawing/2014/main" id="{17B03F83-14D6-429D-AF76-9B45BBF0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391"/>
              <a:ext cx="25" cy="48"/>
            </a:xfrm>
            <a:custGeom>
              <a:avLst/>
              <a:gdLst>
                <a:gd name="T0" fmla="*/ 908 w 10"/>
                <a:gd name="T1" fmla="*/ 0 h 18"/>
                <a:gd name="T2" fmla="*/ 0 w 10"/>
                <a:gd name="T3" fmla="*/ 242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9" y="0"/>
                  </a:moveTo>
                  <a:cubicBezTo>
                    <a:pt x="10" y="7"/>
                    <a:pt x="8" y="16"/>
                    <a:pt x="0" y="18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8" name="Freeform 286">
              <a:extLst>
                <a:ext uri="{FF2B5EF4-FFF2-40B4-BE49-F238E27FC236}">
                  <a16:creationId xmlns:a16="http://schemas.microsoft.com/office/drawing/2014/main" id="{6D76EA03-9C7B-4328-8487-9C0CF82C8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407"/>
              <a:ext cx="30" cy="24"/>
            </a:xfrm>
            <a:custGeom>
              <a:avLst/>
              <a:gdLst>
                <a:gd name="T0" fmla="*/ 1175 w 12"/>
                <a:gd name="T1" fmla="*/ 0 h 9"/>
                <a:gd name="T2" fmla="*/ 0 w 12"/>
                <a:gd name="T3" fmla="*/ 12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9" y="4"/>
                    <a:pt x="6" y="9"/>
                    <a:pt x="0" y="9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9" name="Freeform 287">
              <a:extLst>
                <a:ext uri="{FF2B5EF4-FFF2-40B4-BE49-F238E27FC236}">
                  <a16:creationId xmlns:a16="http://schemas.microsoft.com/office/drawing/2014/main" id="{B4EF8917-EBD7-4BC2-BEA3-E9A19962E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175"/>
              <a:ext cx="105" cy="45"/>
            </a:xfrm>
            <a:custGeom>
              <a:avLst/>
              <a:gdLst>
                <a:gd name="T0" fmla="*/ 0 w 42"/>
                <a:gd name="T1" fmla="*/ 392 h 17"/>
                <a:gd name="T2" fmla="*/ 4113 w 4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7">
                  <a:moveTo>
                    <a:pt x="0" y="3"/>
                  </a:moveTo>
                  <a:cubicBezTo>
                    <a:pt x="10" y="17"/>
                    <a:pt x="34" y="15"/>
                    <a:pt x="42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0" name="Freeform 288">
              <a:extLst>
                <a:ext uri="{FF2B5EF4-FFF2-40B4-BE49-F238E27FC236}">
                  <a16:creationId xmlns:a16="http://schemas.microsoft.com/office/drawing/2014/main" id="{C86B1E88-CEFD-448A-A7D9-BFF9BAB55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24"/>
              <a:ext cx="65" cy="59"/>
            </a:xfrm>
            <a:custGeom>
              <a:avLst/>
              <a:gdLst>
                <a:gd name="T0" fmla="*/ 0 w 26"/>
                <a:gd name="T1" fmla="*/ 3049 h 22"/>
                <a:gd name="T2" fmla="*/ 2550 w 2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2">
                  <a:moveTo>
                    <a:pt x="0" y="22"/>
                  </a:moveTo>
                  <a:cubicBezTo>
                    <a:pt x="11" y="22"/>
                    <a:pt x="26" y="13"/>
                    <a:pt x="26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1" name="Freeform 289">
              <a:extLst>
                <a:ext uri="{FF2B5EF4-FFF2-40B4-BE49-F238E27FC236}">
                  <a16:creationId xmlns:a16="http://schemas.microsoft.com/office/drawing/2014/main" id="{0E31DFB7-B3F9-4CD7-9AD4-195EFB169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476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175 w 12"/>
                <a:gd name="T3" fmla="*/ 46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3" y="4"/>
                    <a:pt x="8" y="1"/>
                    <a:pt x="12" y="3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2" name="Freeform 290">
              <a:extLst>
                <a:ext uri="{FF2B5EF4-FFF2-40B4-BE49-F238E27FC236}">
                  <a16:creationId xmlns:a16="http://schemas.microsoft.com/office/drawing/2014/main" id="{2F321426-331A-41A3-8542-5D577D8C9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369"/>
              <a:ext cx="73" cy="38"/>
            </a:xfrm>
            <a:custGeom>
              <a:avLst/>
              <a:gdLst>
                <a:gd name="T0" fmla="*/ 0 w 29"/>
                <a:gd name="T1" fmla="*/ 863 h 14"/>
                <a:gd name="T2" fmla="*/ 2933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6"/>
                  </a:moveTo>
                  <a:cubicBezTo>
                    <a:pt x="8" y="14"/>
                    <a:pt x="22" y="5"/>
                    <a:pt x="29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3" name="Freeform 291">
              <a:extLst>
                <a:ext uri="{FF2B5EF4-FFF2-40B4-BE49-F238E27FC236}">
                  <a16:creationId xmlns:a16="http://schemas.microsoft.com/office/drawing/2014/main" id="{A9E4C078-4606-4C20-B72A-A533A6D6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423"/>
              <a:ext cx="48" cy="40"/>
            </a:xfrm>
            <a:custGeom>
              <a:avLst/>
              <a:gdLst>
                <a:gd name="T0" fmla="*/ 0 w 19"/>
                <a:gd name="T1" fmla="*/ 1059 h 15"/>
                <a:gd name="T2" fmla="*/ 1953 w 1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0" y="8"/>
                  </a:moveTo>
                  <a:cubicBezTo>
                    <a:pt x="5" y="15"/>
                    <a:pt x="15" y="6"/>
                    <a:pt x="19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4" name="Freeform 292">
              <a:extLst>
                <a:ext uri="{FF2B5EF4-FFF2-40B4-BE49-F238E27FC236}">
                  <a16:creationId xmlns:a16="http://schemas.microsoft.com/office/drawing/2014/main" id="{7DD2777C-A295-4832-A087-C12DD3AF0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447"/>
              <a:ext cx="33" cy="18"/>
            </a:xfrm>
            <a:custGeom>
              <a:avLst/>
              <a:gdLst>
                <a:gd name="T0" fmla="*/ 0 w 13"/>
                <a:gd name="T1" fmla="*/ 442 h 7"/>
                <a:gd name="T2" fmla="*/ 1373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5" y="7"/>
                    <a:pt x="9" y="3"/>
                    <a:pt x="13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5" name="Freeform 293">
              <a:extLst>
                <a:ext uri="{FF2B5EF4-FFF2-40B4-BE49-F238E27FC236}">
                  <a16:creationId xmlns:a16="http://schemas.microsoft.com/office/drawing/2014/main" id="{D17DF96B-80FA-4054-B927-C40099EB0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281"/>
              <a:ext cx="8" cy="11"/>
            </a:xfrm>
            <a:custGeom>
              <a:avLst/>
              <a:gdLst>
                <a:gd name="T0" fmla="*/ 397 w 3"/>
                <a:gd name="T1" fmla="*/ 627 h 4"/>
                <a:gd name="T2" fmla="*/ 0 w 3"/>
                <a:gd name="T3" fmla="*/ 355 h 4"/>
                <a:gd name="T4" fmla="*/ 149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4"/>
                    <a:pt x="1" y="3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6" name="Freeform 294">
              <a:extLst>
                <a:ext uri="{FF2B5EF4-FFF2-40B4-BE49-F238E27FC236}">
                  <a16:creationId xmlns:a16="http://schemas.microsoft.com/office/drawing/2014/main" id="{B3DE9AEE-FBF0-4642-8681-B505D48D0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332"/>
              <a:ext cx="25" cy="27"/>
            </a:xfrm>
            <a:custGeom>
              <a:avLst/>
              <a:gdLst>
                <a:gd name="T0" fmla="*/ 208 w 10"/>
                <a:gd name="T1" fmla="*/ 845 h 10"/>
                <a:gd name="T2" fmla="*/ 0 w 10"/>
                <a:gd name="T3" fmla="*/ 1158 h 10"/>
                <a:gd name="T4" fmla="*/ 783 w 10"/>
                <a:gd name="T5" fmla="*/ 591 h 10"/>
                <a:gd name="T6" fmla="*/ 208 w 10"/>
                <a:gd name="T7" fmla="*/ 128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6"/>
                  </a:moveTo>
                  <a:cubicBezTo>
                    <a:pt x="1" y="6"/>
                    <a:pt x="0" y="7"/>
                    <a:pt x="0" y="8"/>
                  </a:cubicBezTo>
                  <a:cubicBezTo>
                    <a:pt x="3" y="10"/>
                    <a:pt x="10" y="8"/>
                    <a:pt x="8" y="4"/>
                  </a:cubicBezTo>
                  <a:cubicBezTo>
                    <a:pt x="6" y="0"/>
                    <a:pt x="0" y="5"/>
                    <a:pt x="2" y="9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7" name="Freeform 295">
              <a:extLst>
                <a:ext uri="{FF2B5EF4-FFF2-40B4-BE49-F238E27FC236}">
                  <a16:creationId xmlns:a16="http://schemas.microsoft.com/office/drawing/2014/main" id="{8D7982A4-B710-4FC1-8622-D83A5B49C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185"/>
              <a:ext cx="18" cy="19"/>
            </a:xfrm>
            <a:custGeom>
              <a:avLst/>
              <a:gdLst>
                <a:gd name="T0" fmla="*/ 139 w 7"/>
                <a:gd name="T1" fmla="*/ 1040 h 7"/>
                <a:gd name="T2" fmla="*/ 139 w 7"/>
                <a:gd name="T3" fmla="*/ 863 h 7"/>
                <a:gd name="T4" fmla="*/ 661 w 7"/>
                <a:gd name="T5" fmla="*/ 863 h 7"/>
                <a:gd name="T6" fmla="*/ 0 w 7"/>
                <a:gd name="T7" fmla="*/ 7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1" y="7"/>
                  </a:moveTo>
                  <a:cubicBezTo>
                    <a:pt x="1" y="7"/>
                    <a:pt x="1" y="6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2"/>
                    <a:pt x="0" y="0"/>
                    <a:pt x="0" y="5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8" name="Freeform 296">
              <a:extLst>
                <a:ext uri="{FF2B5EF4-FFF2-40B4-BE49-F238E27FC236}">
                  <a16:creationId xmlns:a16="http://schemas.microsoft.com/office/drawing/2014/main" id="{9D646790-CF04-4190-B017-393F20D59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255"/>
              <a:ext cx="10" cy="10"/>
            </a:xfrm>
            <a:custGeom>
              <a:avLst/>
              <a:gdLst>
                <a:gd name="T0" fmla="*/ 208 w 4"/>
                <a:gd name="T1" fmla="*/ 208 h 4"/>
                <a:gd name="T2" fmla="*/ 0 w 4"/>
                <a:gd name="T3" fmla="*/ 395 h 4"/>
                <a:gd name="T4" fmla="*/ 395 w 4"/>
                <a:gd name="T5" fmla="*/ 208 h 4"/>
                <a:gd name="T6" fmla="*/ 125 w 4"/>
                <a:gd name="T7" fmla="*/ 3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4"/>
                    <a:pt x="3" y="4"/>
                    <a:pt x="4" y="2"/>
                  </a:cubicBezTo>
                  <a:cubicBezTo>
                    <a:pt x="2" y="0"/>
                    <a:pt x="2" y="1"/>
                    <a:pt x="1" y="3"/>
                  </a:cubicBezTo>
                </a:path>
              </a:pathLst>
            </a:custGeom>
            <a:noFill/>
            <a:ln w="2381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9" name="Freeform 297">
              <a:extLst>
                <a:ext uri="{FF2B5EF4-FFF2-40B4-BE49-F238E27FC236}">
                  <a16:creationId xmlns:a16="http://schemas.microsoft.com/office/drawing/2014/main" id="{551E24F7-239B-485D-8B88-68F920309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887"/>
              <a:ext cx="105" cy="34"/>
            </a:xfrm>
            <a:custGeom>
              <a:avLst/>
              <a:gdLst>
                <a:gd name="T0" fmla="*/ 0 w 42"/>
                <a:gd name="T1" fmla="*/ 0 h 13"/>
                <a:gd name="T2" fmla="*/ 1770 w 42"/>
                <a:gd name="T3" fmla="*/ 1449 h 13"/>
                <a:gd name="T4" fmla="*/ 4113 w 42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3">
                  <a:moveTo>
                    <a:pt x="0" y="0"/>
                  </a:moveTo>
                  <a:cubicBezTo>
                    <a:pt x="7" y="3"/>
                    <a:pt x="11" y="11"/>
                    <a:pt x="18" y="12"/>
                  </a:cubicBezTo>
                  <a:cubicBezTo>
                    <a:pt x="26" y="13"/>
                    <a:pt x="35" y="6"/>
                    <a:pt x="42" y="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0" name="Freeform 298">
              <a:extLst>
                <a:ext uri="{FF2B5EF4-FFF2-40B4-BE49-F238E27FC236}">
                  <a16:creationId xmlns:a16="http://schemas.microsoft.com/office/drawing/2014/main" id="{3442E204-521B-4AD6-ABF9-F1553BB79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801"/>
              <a:ext cx="58" cy="64"/>
            </a:xfrm>
            <a:custGeom>
              <a:avLst/>
              <a:gdLst>
                <a:gd name="T0" fmla="*/ 0 w 23"/>
                <a:gd name="T1" fmla="*/ 248 h 24"/>
                <a:gd name="T2" fmla="*/ 2340 w 23"/>
                <a:gd name="T3" fmla="*/ 32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4">
                  <a:moveTo>
                    <a:pt x="0" y="2"/>
                  </a:moveTo>
                  <a:cubicBezTo>
                    <a:pt x="12" y="0"/>
                    <a:pt x="21" y="13"/>
                    <a:pt x="23" y="2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1" name="Freeform 299">
              <a:extLst>
                <a:ext uri="{FF2B5EF4-FFF2-40B4-BE49-F238E27FC236}">
                  <a16:creationId xmlns:a16="http://schemas.microsoft.com/office/drawing/2014/main" id="{A461EE85-7974-4323-A6EB-F81D82D27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783"/>
              <a:ext cx="20" cy="37"/>
            </a:xfrm>
            <a:custGeom>
              <a:avLst/>
              <a:gdLst>
                <a:gd name="T0" fmla="*/ 520 w 8"/>
                <a:gd name="T1" fmla="*/ 1810 h 14"/>
                <a:gd name="T2" fmla="*/ 783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5" y="14"/>
                  </a:moveTo>
                  <a:cubicBezTo>
                    <a:pt x="0" y="9"/>
                    <a:pt x="2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2" name="Freeform 300">
              <a:extLst>
                <a:ext uri="{FF2B5EF4-FFF2-40B4-BE49-F238E27FC236}">
                  <a16:creationId xmlns:a16="http://schemas.microsoft.com/office/drawing/2014/main" id="{B3919064-966E-42B3-A226-832DD5C41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844"/>
              <a:ext cx="38" cy="85"/>
            </a:xfrm>
            <a:custGeom>
              <a:avLst/>
              <a:gdLst>
                <a:gd name="T0" fmla="*/ 1368 w 15"/>
                <a:gd name="T1" fmla="*/ 0 h 32"/>
                <a:gd name="T2" fmla="*/ 1561 w 15"/>
                <a:gd name="T3" fmla="*/ 4234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13" y="0"/>
                  </a:moveTo>
                  <a:cubicBezTo>
                    <a:pt x="1" y="7"/>
                    <a:pt x="0" y="27"/>
                    <a:pt x="15" y="3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3" name="Freeform 301">
              <a:extLst>
                <a:ext uri="{FF2B5EF4-FFF2-40B4-BE49-F238E27FC236}">
                  <a16:creationId xmlns:a16="http://schemas.microsoft.com/office/drawing/2014/main" id="{E58701A1-37C9-410B-A487-1606C308B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788"/>
              <a:ext cx="30" cy="93"/>
            </a:xfrm>
            <a:custGeom>
              <a:avLst/>
              <a:gdLst>
                <a:gd name="T0" fmla="*/ 1175 w 12"/>
                <a:gd name="T1" fmla="*/ 0 h 35"/>
                <a:gd name="T2" fmla="*/ 708 w 12"/>
                <a:gd name="T3" fmla="*/ 4631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12" y="0"/>
                  </a:moveTo>
                  <a:cubicBezTo>
                    <a:pt x="4" y="8"/>
                    <a:pt x="0" y="25"/>
                    <a:pt x="7" y="3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4" name="Freeform 302">
              <a:extLst>
                <a:ext uri="{FF2B5EF4-FFF2-40B4-BE49-F238E27FC236}">
                  <a16:creationId xmlns:a16="http://schemas.microsoft.com/office/drawing/2014/main" id="{96E3C405-013C-49EB-8161-BD12A04CE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689"/>
              <a:ext cx="27" cy="94"/>
            </a:xfrm>
            <a:custGeom>
              <a:avLst/>
              <a:gdLst>
                <a:gd name="T0" fmla="*/ 977 w 11"/>
                <a:gd name="T1" fmla="*/ 0 h 35"/>
                <a:gd name="T2" fmla="*/ 724 w 11"/>
                <a:gd name="T3" fmla="*/ 4883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11" y="0"/>
                  </a:moveTo>
                  <a:cubicBezTo>
                    <a:pt x="0" y="6"/>
                    <a:pt x="2" y="26"/>
                    <a:pt x="8" y="3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5" name="Freeform 303">
              <a:extLst>
                <a:ext uri="{FF2B5EF4-FFF2-40B4-BE49-F238E27FC236}">
                  <a16:creationId xmlns:a16="http://schemas.microsoft.com/office/drawing/2014/main" id="{3FCC88A2-D271-4863-8531-F84568927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753"/>
              <a:ext cx="35" cy="102"/>
            </a:xfrm>
            <a:custGeom>
              <a:avLst/>
              <a:gdLst>
                <a:gd name="T0" fmla="*/ 1175 w 14"/>
                <a:gd name="T1" fmla="*/ 0 h 38"/>
                <a:gd name="T2" fmla="*/ 1375 w 14"/>
                <a:gd name="T3" fmla="*/ 529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8">
                  <a:moveTo>
                    <a:pt x="12" y="0"/>
                  </a:moveTo>
                  <a:cubicBezTo>
                    <a:pt x="0" y="12"/>
                    <a:pt x="1" y="28"/>
                    <a:pt x="14" y="38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6" name="Freeform 304">
              <a:extLst>
                <a:ext uri="{FF2B5EF4-FFF2-40B4-BE49-F238E27FC236}">
                  <a16:creationId xmlns:a16="http://schemas.microsoft.com/office/drawing/2014/main" id="{3C618820-3F74-42FE-8942-4BD9C9742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623"/>
              <a:ext cx="80" cy="32"/>
            </a:xfrm>
            <a:custGeom>
              <a:avLst/>
              <a:gdLst>
                <a:gd name="T0" fmla="*/ 0 w 32"/>
                <a:gd name="T1" fmla="*/ 1613 h 12"/>
                <a:gd name="T2" fmla="*/ 3125 w 32"/>
                <a:gd name="T3" fmla="*/ 14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2">
                  <a:moveTo>
                    <a:pt x="0" y="12"/>
                  </a:moveTo>
                  <a:cubicBezTo>
                    <a:pt x="7" y="2"/>
                    <a:pt x="20" y="0"/>
                    <a:pt x="32" y="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7" name="Freeform 305">
              <a:extLst>
                <a:ext uri="{FF2B5EF4-FFF2-40B4-BE49-F238E27FC236}">
                  <a16:creationId xmlns:a16="http://schemas.microsoft.com/office/drawing/2014/main" id="{58AF73F7-5C7A-4957-880C-6C1654116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711"/>
              <a:ext cx="25" cy="72"/>
            </a:xfrm>
            <a:custGeom>
              <a:avLst/>
              <a:gdLst>
                <a:gd name="T0" fmla="*/ 0 w 10"/>
                <a:gd name="T1" fmla="*/ 0 h 27"/>
                <a:gd name="T2" fmla="*/ 313 w 10"/>
                <a:gd name="T3" fmla="*/ 364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0"/>
                  </a:moveTo>
                  <a:cubicBezTo>
                    <a:pt x="6" y="7"/>
                    <a:pt x="10" y="20"/>
                    <a:pt x="3" y="2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8" name="Freeform 306">
              <a:extLst>
                <a:ext uri="{FF2B5EF4-FFF2-40B4-BE49-F238E27FC236}">
                  <a16:creationId xmlns:a16="http://schemas.microsoft.com/office/drawing/2014/main" id="{4AE61262-0F0B-4927-AF2D-1A2178192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735"/>
              <a:ext cx="33" cy="8"/>
            </a:xfrm>
            <a:custGeom>
              <a:avLst/>
              <a:gdLst>
                <a:gd name="T0" fmla="*/ 0 w 13"/>
                <a:gd name="T1" fmla="*/ 397 h 3"/>
                <a:gd name="T2" fmla="*/ 1373 w 13"/>
                <a:gd name="T3" fmla="*/ 149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3"/>
                  </a:moveTo>
                  <a:cubicBezTo>
                    <a:pt x="4" y="1"/>
                    <a:pt x="9" y="0"/>
                    <a:pt x="13" y="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9" name="Freeform 307">
              <a:extLst>
                <a:ext uri="{FF2B5EF4-FFF2-40B4-BE49-F238E27FC236}">
                  <a16:creationId xmlns:a16="http://schemas.microsoft.com/office/drawing/2014/main" id="{C8447452-2AFE-41C4-8D95-E8E35A5D4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620"/>
              <a:ext cx="38" cy="29"/>
            </a:xfrm>
            <a:custGeom>
              <a:avLst/>
              <a:gdLst>
                <a:gd name="T0" fmla="*/ 0 w 15"/>
                <a:gd name="T1" fmla="*/ 1389 h 11"/>
                <a:gd name="T2" fmla="*/ 1561 w 15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2" y="3"/>
                    <a:pt x="8" y="0"/>
                    <a:pt x="15" y="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" name="Freeform 308">
              <a:extLst>
                <a:ext uri="{FF2B5EF4-FFF2-40B4-BE49-F238E27FC236}">
                  <a16:creationId xmlns:a16="http://schemas.microsoft.com/office/drawing/2014/main" id="{B2210477-280B-430E-AF96-E374D4FE4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700"/>
              <a:ext cx="45" cy="123"/>
            </a:xfrm>
            <a:custGeom>
              <a:avLst/>
              <a:gdLst>
                <a:gd name="T0" fmla="*/ 708 w 18"/>
                <a:gd name="T1" fmla="*/ 0 h 46"/>
                <a:gd name="T2" fmla="*/ 0 w 18"/>
                <a:gd name="T3" fmla="*/ 6292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6">
                  <a:moveTo>
                    <a:pt x="7" y="0"/>
                  </a:moveTo>
                  <a:cubicBezTo>
                    <a:pt x="18" y="13"/>
                    <a:pt x="7" y="34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" name="Freeform 309">
              <a:extLst>
                <a:ext uri="{FF2B5EF4-FFF2-40B4-BE49-F238E27FC236}">
                  <a16:creationId xmlns:a16="http://schemas.microsoft.com/office/drawing/2014/main" id="{70C2D883-7A3D-4A7F-8AF2-0CB5CECF2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809"/>
              <a:ext cx="65" cy="120"/>
            </a:xfrm>
            <a:custGeom>
              <a:avLst/>
              <a:gdLst>
                <a:gd name="T0" fmla="*/ 1095 w 26"/>
                <a:gd name="T1" fmla="*/ 0 h 45"/>
                <a:gd name="T2" fmla="*/ 0 w 26"/>
                <a:gd name="T3" fmla="*/ 566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11" y="0"/>
                  </a:moveTo>
                  <a:cubicBezTo>
                    <a:pt x="25" y="14"/>
                    <a:pt x="26" y="45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" name="Freeform 310">
              <a:extLst>
                <a:ext uri="{FF2B5EF4-FFF2-40B4-BE49-F238E27FC236}">
                  <a16:creationId xmlns:a16="http://schemas.microsoft.com/office/drawing/2014/main" id="{A3ABDC49-37C0-45BB-BEEC-DFEAE5720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27"/>
              <a:ext cx="28" cy="82"/>
            </a:xfrm>
            <a:custGeom>
              <a:avLst/>
              <a:gdLst>
                <a:gd name="T0" fmla="*/ 1173 w 11"/>
                <a:gd name="T1" fmla="*/ 0 h 31"/>
                <a:gd name="T2" fmla="*/ 1173 w 11"/>
                <a:gd name="T3" fmla="*/ 40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3" y="7"/>
                    <a:pt x="0" y="25"/>
                    <a:pt x="11" y="3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" name="Freeform 311">
              <a:extLst>
                <a:ext uri="{FF2B5EF4-FFF2-40B4-BE49-F238E27FC236}">
                  <a16:creationId xmlns:a16="http://schemas.microsoft.com/office/drawing/2014/main" id="{3AD971A3-E05B-4E61-A4B2-77E226F25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777"/>
              <a:ext cx="85" cy="91"/>
            </a:xfrm>
            <a:custGeom>
              <a:avLst/>
              <a:gdLst>
                <a:gd name="T0" fmla="*/ 595 w 34"/>
                <a:gd name="T1" fmla="*/ 0 h 34"/>
                <a:gd name="T2" fmla="*/ 708 w 34"/>
                <a:gd name="T3" fmla="*/ 3704 h 34"/>
                <a:gd name="T4" fmla="*/ 3333 w 34"/>
                <a:gd name="T5" fmla="*/ 318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4">
                  <a:moveTo>
                    <a:pt x="6" y="0"/>
                  </a:moveTo>
                  <a:cubicBezTo>
                    <a:pt x="5" y="8"/>
                    <a:pt x="0" y="20"/>
                    <a:pt x="7" y="27"/>
                  </a:cubicBezTo>
                  <a:cubicBezTo>
                    <a:pt x="14" y="34"/>
                    <a:pt x="31" y="31"/>
                    <a:pt x="34" y="23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" name="Freeform 312">
              <a:extLst>
                <a:ext uri="{FF2B5EF4-FFF2-40B4-BE49-F238E27FC236}">
                  <a16:creationId xmlns:a16="http://schemas.microsoft.com/office/drawing/2014/main" id="{67554AEE-712D-491C-8437-574436C15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743"/>
              <a:ext cx="27" cy="58"/>
            </a:xfrm>
            <a:custGeom>
              <a:avLst/>
              <a:gdLst>
                <a:gd name="T0" fmla="*/ 0 w 11"/>
                <a:gd name="T1" fmla="*/ 0 h 22"/>
                <a:gd name="T2" fmla="*/ 903 w 11"/>
                <a:gd name="T3" fmla="*/ 280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7" y="5"/>
                    <a:pt x="11" y="13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" name="Freeform 313">
              <a:extLst>
                <a:ext uri="{FF2B5EF4-FFF2-40B4-BE49-F238E27FC236}">
                  <a16:creationId xmlns:a16="http://schemas.microsoft.com/office/drawing/2014/main" id="{C8E1E3E5-067B-42FA-9EB0-2D1317DC3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759"/>
              <a:ext cx="12" cy="16"/>
            </a:xfrm>
            <a:custGeom>
              <a:avLst/>
              <a:gdLst>
                <a:gd name="T0" fmla="*/ 0 w 5"/>
                <a:gd name="T1" fmla="*/ 819 h 6"/>
                <a:gd name="T2" fmla="*/ 403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0" y="3"/>
                    <a:pt x="2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" name="Freeform 314">
              <a:extLst>
                <a:ext uri="{FF2B5EF4-FFF2-40B4-BE49-F238E27FC236}">
                  <a16:creationId xmlns:a16="http://schemas.microsoft.com/office/drawing/2014/main" id="{A582309E-49B1-40EE-A9DB-4912D0100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657"/>
              <a:ext cx="70" cy="56"/>
            </a:xfrm>
            <a:custGeom>
              <a:avLst/>
              <a:gdLst>
                <a:gd name="T0" fmla="*/ 0 w 28"/>
                <a:gd name="T1" fmla="*/ 1059 h 21"/>
                <a:gd name="T2" fmla="*/ 2738 w 28"/>
                <a:gd name="T3" fmla="*/ 282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0" y="8"/>
                  </a:moveTo>
                  <a:cubicBezTo>
                    <a:pt x="14" y="0"/>
                    <a:pt x="21" y="11"/>
                    <a:pt x="28" y="2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" name="Freeform 315">
              <a:extLst>
                <a:ext uri="{FF2B5EF4-FFF2-40B4-BE49-F238E27FC236}">
                  <a16:creationId xmlns:a16="http://schemas.microsoft.com/office/drawing/2014/main" id="{9182B0E4-FE0F-45FE-AEB8-6E6CB7042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540"/>
              <a:ext cx="85" cy="88"/>
            </a:xfrm>
            <a:custGeom>
              <a:avLst/>
              <a:gdLst>
                <a:gd name="T0" fmla="*/ 988 w 34"/>
                <a:gd name="T1" fmla="*/ 0 h 33"/>
                <a:gd name="T2" fmla="*/ 3333 w 34"/>
                <a:gd name="T3" fmla="*/ 364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3">
                  <a:moveTo>
                    <a:pt x="10" y="0"/>
                  </a:moveTo>
                  <a:cubicBezTo>
                    <a:pt x="0" y="16"/>
                    <a:pt x="19" y="33"/>
                    <a:pt x="34" y="2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" name="Freeform 316">
              <a:extLst>
                <a:ext uri="{FF2B5EF4-FFF2-40B4-BE49-F238E27FC236}">
                  <a16:creationId xmlns:a16="http://schemas.microsoft.com/office/drawing/2014/main" id="{363D2457-49BA-4420-8CD5-5DFF4C6C6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588"/>
              <a:ext cx="38" cy="88"/>
            </a:xfrm>
            <a:custGeom>
              <a:avLst/>
              <a:gdLst>
                <a:gd name="T0" fmla="*/ 0 w 15"/>
                <a:gd name="T1" fmla="*/ 0 h 33"/>
                <a:gd name="T2" fmla="*/ 1561 w 15"/>
                <a:gd name="T3" fmla="*/ 404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0" y="0"/>
                  </a:moveTo>
                  <a:cubicBezTo>
                    <a:pt x="0" y="10"/>
                    <a:pt x="0" y="33"/>
                    <a:pt x="15" y="3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" name="Freeform 317">
              <a:extLst>
                <a:ext uri="{FF2B5EF4-FFF2-40B4-BE49-F238E27FC236}">
                  <a16:creationId xmlns:a16="http://schemas.microsoft.com/office/drawing/2014/main" id="{CCB1E7FC-C050-4C5D-A8C7-BDB5A87F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473"/>
              <a:ext cx="70" cy="30"/>
            </a:xfrm>
            <a:custGeom>
              <a:avLst/>
              <a:gdLst>
                <a:gd name="T0" fmla="*/ 0 w 28"/>
                <a:gd name="T1" fmla="*/ 1666 h 11"/>
                <a:gd name="T2" fmla="*/ 2738 w 28"/>
                <a:gd name="T3" fmla="*/ 89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1">
                  <a:moveTo>
                    <a:pt x="0" y="11"/>
                  </a:moveTo>
                  <a:cubicBezTo>
                    <a:pt x="5" y="0"/>
                    <a:pt x="19" y="2"/>
                    <a:pt x="28" y="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0" name="Freeform 318">
              <a:extLst>
                <a:ext uri="{FF2B5EF4-FFF2-40B4-BE49-F238E27FC236}">
                  <a16:creationId xmlns:a16="http://schemas.microsoft.com/office/drawing/2014/main" id="{D8A3581A-8980-42D1-90CA-F02C2F5EA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489"/>
              <a:ext cx="45" cy="19"/>
            </a:xfrm>
            <a:custGeom>
              <a:avLst/>
              <a:gdLst>
                <a:gd name="T0" fmla="*/ 0 w 18"/>
                <a:gd name="T1" fmla="*/ 1040 h 7"/>
                <a:gd name="T2" fmla="*/ 1770 w 18"/>
                <a:gd name="T3" fmla="*/ 59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cubicBezTo>
                    <a:pt x="4" y="1"/>
                    <a:pt x="12" y="0"/>
                    <a:pt x="18" y="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1" name="Freeform 319">
              <a:extLst>
                <a:ext uri="{FF2B5EF4-FFF2-40B4-BE49-F238E27FC236}">
                  <a16:creationId xmlns:a16="http://schemas.microsoft.com/office/drawing/2014/main" id="{B93593FD-19FC-4483-B0A1-2B85BA0FF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548"/>
              <a:ext cx="13" cy="64"/>
            </a:xfrm>
            <a:custGeom>
              <a:avLst/>
              <a:gdLst>
                <a:gd name="T0" fmla="*/ 229 w 5"/>
                <a:gd name="T1" fmla="*/ 0 h 24"/>
                <a:gd name="T2" fmla="*/ 0 w 5"/>
                <a:gd name="T3" fmla="*/ 32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2" y="0"/>
                  </a:moveTo>
                  <a:cubicBezTo>
                    <a:pt x="5" y="8"/>
                    <a:pt x="5" y="17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2" name="Freeform 320">
              <a:extLst>
                <a:ext uri="{FF2B5EF4-FFF2-40B4-BE49-F238E27FC236}">
                  <a16:creationId xmlns:a16="http://schemas.microsoft.com/office/drawing/2014/main" id="{EA9633F4-E896-454C-818B-37D412ADB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585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595 w 6"/>
                <a:gd name="T3" fmla="*/ 81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3" name="Freeform 321">
              <a:extLst>
                <a:ext uri="{FF2B5EF4-FFF2-40B4-BE49-F238E27FC236}">
                  <a16:creationId xmlns:a16="http://schemas.microsoft.com/office/drawing/2014/main" id="{DAB43C72-B52B-4742-A343-44B49FDBA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692"/>
              <a:ext cx="63" cy="67"/>
            </a:xfrm>
            <a:custGeom>
              <a:avLst/>
              <a:gdLst>
                <a:gd name="T0" fmla="*/ 318 w 25"/>
                <a:gd name="T1" fmla="*/ 0 h 25"/>
                <a:gd name="T2" fmla="*/ 2548 w 25"/>
                <a:gd name="T3" fmla="*/ 27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5">
                  <a:moveTo>
                    <a:pt x="3" y="0"/>
                  </a:moveTo>
                  <a:cubicBezTo>
                    <a:pt x="0" y="13"/>
                    <a:pt x="12" y="25"/>
                    <a:pt x="25" y="2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4" name="Freeform 322">
              <a:extLst>
                <a:ext uri="{FF2B5EF4-FFF2-40B4-BE49-F238E27FC236}">
                  <a16:creationId xmlns:a16="http://schemas.microsoft.com/office/drawing/2014/main" id="{2192DF28-A59A-438F-945F-055B0D34E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732"/>
              <a:ext cx="25" cy="24"/>
            </a:xfrm>
            <a:custGeom>
              <a:avLst/>
              <a:gdLst>
                <a:gd name="T0" fmla="*/ 0 w 10"/>
                <a:gd name="T1" fmla="*/ 0 h 9"/>
                <a:gd name="T2" fmla="*/ 988 w 10"/>
                <a:gd name="T3" fmla="*/ 105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6"/>
                    <a:pt x="4" y="9"/>
                    <a:pt x="10" y="8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5" name="Freeform 323">
              <a:extLst>
                <a:ext uri="{FF2B5EF4-FFF2-40B4-BE49-F238E27FC236}">
                  <a16:creationId xmlns:a16="http://schemas.microsoft.com/office/drawing/2014/main" id="{DC6796F5-2A7B-4B9C-8AB5-718E7585E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631"/>
              <a:ext cx="42" cy="58"/>
            </a:xfrm>
            <a:custGeom>
              <a:avLst/>
              <a:gdLst>
                <a:gd name="T0" fmla="*/ 378 w 17"/>
                <a:gd name="T1" fmla="*/ 0 h 22"/>
                <a:gd name="T2" fmla="*/ 1569 w 17"/>
                <a:gd name="T3" fmla="*/ 280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4" y="0"/>
                  </a:moveTo>
                  <a:cubicBezTo>
                    <a:pt x="0" y="11"/>
                    <a:pt x="8" y="18"/>
                    <a:pt x="17" y="2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6" name="Freeform 324">
              <a:extLst>
                <a:ext uri="{FF2B5EF4-FFF2-40B4-BE49-F238E27FC236}">
                  <a16:creationId xmlns:a16="http://schemas.microsoft.com/office/drawing/2014/main" id="{F30CE661-1305-46C5-9080-381603F9F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663"/>
              <a:ext cx="27" cy="32"/>
            </a:xfrm>
            <a:custGeom>
              <a:avLst/>
              <a:gdLst>
                <a:gd name="T0" fmla="*/ 174 w 11"/>
                <a:gd name="T1" fmla="*/ 0 h 12"/>
                <a:gd name="T2" fmla="*/ 977 w 11"/>
                <a:gd name="T3" fmla="*/ 161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2" y="0"/>
                  </a:moveTo>
                  <a:cubicBezTo>
                    <a:pt x="0" y="6"/>
                    <a:pt x="4" y="12"/>
                    <a:pt x="11" y="1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7" name="Freeform 325">
              <a:extLst>
                <a:ext uri="{FF2B5EF4-FFF2-40B4-BE49-F238E27FC236}">
                  <a16:creationId xmlns:a16="http://schemas.microsoft.com/office/drawing/2014/main" id="{CA690768-5DD6-4647-A7DC-740FB3E8C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625"/>
              <a:ext cx="45" cy="35"/>
            </a:xfrm>
            <a:custGeom>
              <a:avLst/>
              <a:gdLst>
                <a:gd name="T0" fmla="*/ 0 w 18"/>
                <a:gd name="T1" fmla="*/ 159 h 13"/>
                <a:gd name="T2" fmla="*/ 1770 w 18"/>
                <a:gd name="T3" fmla="*/ 18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1"/>
                  </a:moveTo>
                  <a:cubicBezTo>
                    <a:pt x="9" y="0"/>
                    <a:pt x="18" y="2"/>
                    <a:pt x="18" y="13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8" name="Freeform 326">
              <a:extLst>
                <a:ext uri="{FF2B5EF4-FFF2-40B4-BE49-F238E27FC236}">
                  <a16:creationId xmlns:a16="http://schemas.microsoft.com/office/drawing/2014/main" id="{519481B3-AE0E-43E3-A243-36CEE829B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633"/>
              <a:ext cx="18" cy="6"/>
            </a:xfrm>
            <a:custGeom>
              <a:avLst/>
              <a:gdLst>
                <a:gd name="T0" fmla="*/ 0 w 7"/>
                <a:gd name="T1" fmla="*/ 486 h 2"/>
                <a:gd name="T2" fmla="*/ 779 w 7"/>
                <a:gd name="T3" fmla="*/ 24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9" name="Freeform 327">
              <a:extLst>
                <a:ext uri="{FF2B5EF4-FFF2-40B4-BE49-F238E27FC236}">
                  <a16:creationId xmlns:a16="http://schemas.microsoft.com/office/drawing/2014/main" id="{6E26FFC0-2F6A-4536-9B6D-EF19D2B1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612"/>
              <a:ext cx="63" cy="93"/>
            </a:xfrm>
            <a:custGeom>
              <a:avLst/>
              <a:gdLst>
                <a:gd name="T0" fmla="*/ 2548 w 25"/>
                <a:gd name="T1" fmla="*/ 656 h 35"/>
                <a:gd name="T2" fmla="*/ 927 w 25"/>
                <a:gd name="T3" fmla="*/ 4631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5" y="5"/>
                  </a:moveTo>
                  <a:cubicBezTo>
                    <a:pt x="11" y="0"/>
                    <a:pt x="0" y="26"/>
                    <a:pt x="9" y="3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0" name="Freeform 328">
              <a:extLst>
                <a:ext uri="{FF2B5EF4-FFF2-40B4-BE49-F238E27FC236}">
                  <a16:creationId xmlns:a16="http://schemas.microsoft.com/office/drawing/2014/main" id="{96144708-6665-49E6-AB86-7694942C4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692"/>
              <a:ext cx="45" cy="96"/>
            </a:xfrm>
            <a:custGeom>
              <a:avLst/>
              <a:gdLst>
                <a:gd name="T0" fmla="*/ 1770 w 18"/>
                <a:gd name="T1" fmla="*/ 0 h 36"/>
                <a:gd name="T2" fmla="*/ 395 w 18"/>
                <a:gd name="T3" fmla="*/ 485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6">
                  <a:moveTo>
                    <a:pt x="18" y="0"/>
                  </a:moveTo>
                  <a:cubicBezTo>
                    <a:pt x="6" y="4"/>
                    <a:pt x="0" y="24"/>
                    <a:pt x="4" y="3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1" name="Freeform 329">
              <a:extLst>
                <a:ext uri="{FF2B5EF4-FFF2-40B4-BE49-F238E27FC236}">
                  <a16:creationId xmlns:a16="http://schemas.microsoft.com/office/drawing/2014/main" id="{B17EE3A0-D4D4-457A-AD48-A6FEDD412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636"/>
              <a:ext cx="68" cy="75"/>
            </a:xfrm>
            <a:custGeom>
              <a:avLst/>
              <a:gdLst>
                <a:gd name="T0" fmla="*/ 0 w 27"/>
                <a:gd name="T1" fmla="*/ 252 h 28"/>
                <a:gd name="T2" fmla="*/ 2219 w 27"/>
                <a:gd name="T3" fmla="*/ 386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8">
                  <a:moveTo>
                    <a:pt x="0" y="2"/>
                  </a:moveTo>
                  <a:cubicBezTo>
                    <a:pt x="14" y="0"/>
                    <a:pt x="27" y="14"/>
                    <a:pt x="22" y="28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2" name="Freeform 330">
              <a:extLst>
                <a:ext uri="{FF2B5EF4-FFF2-40B4-BE49-F238E27FC236}">
                  <a16:creationId xmlns:a16="http://schemas.microsoft.com/office/drawing/2014/main" id="{058902A5-5F68-490E-A9B1-A264D0392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692"/>
              <a:ext cx="30" cy="40"/>
            </a:xfrm>
            <a:custGeom>
              <a:avLst/>
              <a:gdLst>
                <a:gd name="T0" fmla="*/ 0 w 12"/>
                <a:gd name="T1" fmla="*/ 0 h 15"/>
                <a:gd name="T2" fmla="*/ 783 w 12"/>
                <a:gd name="T3" fmla="*/ 20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7" y="2"/>
                    <a:pt x="12" y="8"/>
                    <a:pt x="8" y="1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3" name="Freeform 331">
              <a:extLst>
                <a:ext uri="{FF2B5EF4-FFF2-40B4-BE49-F238E27FC236}">
                  <a16:creationId xmlns:a16="http://schemas.microsoft.com/office/drawing/2014/main" id="{DB8DBC3B-D0E0-4583-A1EE-BCF766CE8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729"/>
              <a:ext cx="22" cy="59"/>
            </a:xfrm>
            <a:custGeom>
              <a:avLst/>
              <a:gdLst>
                <a:gd name="T0" fmla="*/ 425 w 9"/>
                <a:gd name="T1" fmla="*/ 0 h 22"/>
                <a:gd name="T2" fmla="*/ 790 w 9"/>
                <a:gd name="T3" fmla="*/ 304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5" y="0"/>
                  </a:moveTo>
                  <a:cubicBezTo>
                    <a:pt x="2" y="8"/>
                    <a:pt x="0" y="18"/>
                    <a:pt x="9" y="2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4" name="Freeform 332">
              <a:extLst>
                <a:ext uri="{FF2B5EF4-FFF2-40B4-BE49-F238E27FC236}">
                  <a16:creationId xmlns:a16="http://schemas.microsoft.com/office/drawing/2014/main" id="{9C62A03B-D8DE-4E9F-80AC-BBC09C8E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769"/>
              <a:ext cx="28" cy="24"/>
            </a:xfrm>
            <a:custGeom>
              <a:avLst/>
              <a:gdLst>
                <a:gd name="T0" fmla="*/ 1173 w 11"/>
                <a:gd name="T1" fmla="*/ 0 h 9"/>
                <a:gd name="T2" fmla="*/ 0 w 11"/>
                <a:gd name="T3" fmla="*/ 12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7" y="3"/>
                    <a:pt x="3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5" name="Freeform 333">
              <a:extLst>
                <a:ext uri="{FF2B5EF4-FFF2-40B4-BE49-F238E27FC236}">
                  <a16:creationId xmlns:a16="http://schemas.microsoft.com/office/drawing/2014/main" id="{48EA619E-FE01-4700-91F4-638A46ABB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65"/>
              <a:ext cx="58" cy="72"/>
            </a:xfrm>
            <a:custGeom>
              <a:avLst/>
              <a:gdLst>
                <a:gd name="T0" fmla="*/ 1011 w 23"/>
                <a:gd name="T1" fmla="*/ 0 h 27"/>
                <a:gd name="T2" fmla="*/ 2340 w 23"/>
                <a:gd name="T3" fmla="*/ 339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7">
                  <a:moveTo>
                    <a:pt x="10" y="0"/>
                  </a:moveTo>
                  <a:cubicBezTo>
                    <a:pt x="0" y="9"/>
                    <a:pt x="10" y="27"/>
                    <a:pt x="23" y="2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6" name="Freeform 334">
              <a:extLst>
                <a:ext uri="{FF2B5EF4-FFF2-40B4-BE49-F238E27FC236}">
                  <a16:creationId xmlns:a16="http://schemas.microsoft.com/office/drawing/2014/main" id="{6CE71150-453E-4E51-A985-9A3C8A7BD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823"/>
              <a:ext cx="30" cy="80"/>
            </a:xfrm>
            <a:custGeom>
              <a:avLst/>
              <a:gdLst>
                <a:gd name="T0" fmla="*/ 708 w 12"/>
                <a:gd name="T1" fmla="*/ 0 h 30"/>
                <a:gd name="T2" fmla="*/ 1175 w 12"/>
                <a:gd name="T3" fmla="*/ 404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0">
                  <a:moveTo>
                    <a:pt x="7" y="0"/>
                  </a:moveTo>
                  <a:cubicBezTo>
                    <a:pt x="0" y="10"/>
                    <a:pt x="2" y="24"/>
                    <a:pt x="12" y="3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7" name="Freeform 335">
              <a:extLst>
                <a:ext uri="{FF2B5EF4-FFF2-40B4-BE49-F238E27FC236}">
                  <a16:creationId xmlns:a16="http://schemas.microsoft.com/office/drawing/2014/main" id="{A8E762D3-80A2-4DF6-8DDC-BB7E291C8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575"/>
              <a:ext cx="48" cy="112"/>
            </a:xfrm>
            <a:custGeom>
              <a:avLst/>
              <a:gdLst>
                <a:gd name="T0" fmla="*/ 1142 w 19"/>
                <a:gd name="T1" fmla="*/ 0 h 42"/>
                <a:gd name="T2" fmla="*/ 1953 w 19"/>
                <a:gd name="T3" fmla="*/ 566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2">
                  <a:moveTo>
                    <a:pt x="11" y="0"/>
                  </a:moveTo>
                  <a:cubicBezTo>
                    <a:pt x="0" y="12"/>
                    <a:pt x="0" y="37"/>
                    <a:pt x="19" y="4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8" name="Freeform 336">
              <a:extLst>
                <a:ext uri="{FF2B5EF4-FFF2-40B4-BE49-F238E27FC236}">
                  <a16:creationId xmlns:a16="http://schemas.microsoft.com/office/drawing/2014/main" id="{BB154240-8D6C-45F8-904C-7E07C5B87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663"/>
              <a:ext cx="17" cy="101"/>
            </a:xfrm>
            <a:custGeom>
              <a:avLst/>
              <a:gdLst>
                <a:gd name="T0" fmla="*/ 590 w 7"/>
                <a:gd name="T1" fmla="*/ 0 h 38"/>
                <a:gd name="T2" fmla="*/ 512 w 7"/>
                <a:gd name="T3" fmla="*/ 502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8">
                  <a:moveTo>
                    <a:pt x="7" y="0"/>
                  </a:moveTo>
                  <a:cubicBezTo>
                    <a:pt x="0" y="11"/>
                    <a:pt x="0" y="26"/>
                    <a:pt x="6" y="38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9" name="Freeform 337">
              <a:extLst>
                <a:ext uri="{FF2B5EF4-FFF2-40B4-BE49-F238E27FC236}">
                  <a16:creationId xmlns:a16="http://schemas.microsoft.com/office/drawing/2014/main" id="{A4BEC898-D9B0-4CAB-887A-03CC0CC4C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612"/>
              <a:ext cx="27" cy="107"/>
            </a:xfrm>
            <a:custGeom>
              <a:avLst/>
              <a:gdLst>
                <a:gd name="T0" fmla="*/ 0 w 11"/>
                <a:gd name="T1" fmla="*/ 0 h 40"/>
                <a:gd name="T2" fmla="*/ 0 w 11"/>
                <a:gd name="T3" fmla="*/ 547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0">
                  <a:moveTo>
                    <a:pt x="0" y="0"/>
                  </a:moveTo>
                  <a:cubicBezTo>
                    <a:pt x="11" y="12"/>
                    <a:pt x="10" y="28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0" name="Freeform 338">
              <a:extLst>
                <a:ext uri="{FF2B5EF4-FFF2-40B4-BE49-F238E27FC236}">
                  <a16:creationId xmlns:a16="http://schemas.microsoft.com/office/drawing/2014/main" id="{E4630848-3629-48CC-AB67-742B6ECF7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700"/>
              <a:ext cx="30" cy="59"/>
            </a:xfrm>
            <a:custGeom>
              <a:avLst/>
              <a:gdLst>
                <a:gd name="T0" fmla="*/ 0 w 12"/>
                <a:gd name="T1" fmla="*/ 0 h 22"/>
                <a:gd name="T2" fmla="*/ 908 w 12"/>
                <a:gd name="T3" fmla="*/ 304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9" y="4"/>
                    <a:pt x="12" y="14"/>
                    <a:pt x="9" y="2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1" name="Freeform 339">
              <a:extLst>
                <a:ext uri="{FF2B5EF4-FFF2-40B4-BE49-F238E27FC236}">
                  <a16:creationId xmlns:a16="http://schemas.microsoft.com/office/drawing/2014/main" id="{B17EE5A8-C635-4399-A1BF-0548D3C16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823"/>
              <a:ext cx="37" cy="40"/>
            </a:xfrm>
            <a:custGeom>
              <a:avLst/>
              <a:gdLst>
                <a:gd name="T0" fmla="*/ 0 w 15"/>
                <a:gd name="T1" fmla="*/ 0 h 15"/>
                <a:gd name="T2" fmla="*/ 1364 w 15"/>
                <a:gd name="T3" fmla="*/ 187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0" y="9"/>
                    <a:pt x="8" y="15"/>
                    <a:pt x="15" y="1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2" name="Freeform 340">
              <a:extLst>
                <a:ext uri="{FF2B5EF4-FFF2-40B4-BE49-F238E27FC236}">
                  <a16:creationId xmlns:a16="http://schemas.microsoft.com/office/drawing/2014/main" id="{68C52362-2752-4854-A7DD-705CE5798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852"/>
              <a:ext cx="10" cy="35"/>
            </a:xfrm>
            <a:custGeom>
              <a:avLst/>
              <a:gdLst>
                <a:gd name="T0" fmla="*/ 395 w 4"/>
                <a:gd name="T1" fmla="*/ 0 h 13"/>
                <a:gd name="T2" fmla="*/ 0 w 4"/>
                <a:gd name="T3" fmla="*/ 18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1" y="4"/>
                    <a:pt x="0" y="9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3" name="Freeform 341">
              <a:extLst>
                <a:ext uri="{FF2B5EF4-FFF2-40B4-BE49-F238E27FC236}">
                  <a16:creationId xmlns:a16="http://schemas.microsoft.com/office/drawing/2014/main" id="{37A2573B-68F6-42EF-B6CD-A2F2A582E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791"/>
              <a:ext cx="37" cy="96"/>
            </a:xfrm>
            <a:custGeom>
              <a:avLst/>
              <a:gdLst>
                <a:gd name="T0" fmla="*/ 1364 w 15"/>
                <a:gd name="T1" fmla="*/ 0 h 36"/>
                <a:gd name="T2" fmla="*/ 1004 w 15"/>
                <a:gd name="T3" fmla="*/ 485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0"/>
                  </a:moveTo>
                  <a:cubicBezTo>
                    <a:pt x="8" y="9"/>
                    <a:pt x="0" y="28"/>
                    <a:pt x="11" y="3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4" name="Freeform 342">
              <a:extLst>
                <a:ext uri="{FF2B5EF4-FFF2-40B4-BE49-F238E27FC236}">
                  <a16:creationId xmlns:a16="http://schemas.microsoft.com/office/drawing/2014/main" id="{42685F84-D4C5-489C-86D6-96325EFEE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865"/>
              <a:ext cx="50" cy="91"/>
            </a:xfrm>
            <a:custGeom>
              <a:avLst/>
              <a:gdLst>
                <a:gd name="T0" fmla="*/ 520 w 20"/>
                <a:gd name="T1" fmla="*/ 0 h 34"/>
                <a:gd name="T2" fmla="*/ 1958 w 20"/>
                <a:gd name="T3" fmla="*/ 370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4">
                  <a:moveTo>
                    <a:pt x="5" y="0"/>
                  </a:moveTo>
                  <a:cubicBezTo>
                    <a:pt x="0" y="11"/>
                    <a:pt x="2" y="34"/>
                    <a:pt x="20" y="2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5" name="Freeform 343">
              <a:extLst>
                <a:ext uri="{FF2B5EF4-FFF2-40B4-BE49-F238E27FC236}">
                  <a16:creationId xmlns:a16="http://schemas.microsoft.com/office/drawing/2014/main" id="{C286CAF5-CDB9-4451-BCCC-43EF7A3BC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833"/>
              <a:ext cx="27" cy="59"/>
            </a:xfrm>
            <a:custGeom>
              <a:avLst/>
              <a:gdLst>
                <a:gd name="T0" fmla="*/ 0 w 11"/>
                <a:gd name="T1" fmla="*/ 0 h 22"/>
                <a:gd name="T2" fmla="*/ 800 w 11"/>
                <a:gd name="T3" fmla="*/ 304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8" y="5"/>
                    <a:pt x="11" y="13"/>
                    <a:pt x="9" y="2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6" name="Freeform 344">
              <a:extLst>
                <a:ext uri="{FF2B5EF4-FFF2-40B4-BE49-F238E27FC236}">
                  <a16:creationId xmlns:a16="http://schemas.microsoft.com/office/drawing/2014/main" id="{526F0D8C-9436-46C7-B212-86B07C595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860"/>
              <a:ext cx="18" cy="5"/>
            </a:xfrm>
            <a:custGeom>
              <a:avLst/>
              <a:gdLst>
                <a:gd name="T0" fmla="*/ 0 w 7"/>
                <a:gd name="T1" fmla="*/ 208 h 2"/>
                <a:gd name="T2" fmla="*/ 779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0"/>
                    <a:pt x="5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7" name="Freeform 345">
              <a:extLst>
                <a:ext uri="{FF2B5EF4-FFF2-40B4-BE49-F238E27FC236}">
                  <a16:creationId xmlns:a16="http://schemas.microsoft.com/office/drawing/2014/main" id="{66C517DB-EC9E-4A3A-9CAC-2028E8564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887"/>
              <a:ext cx="42" cy="88"/>
            </a:xfrm>
            <a:custGeom>
              <a:avLst/>
              <a:gdLst>
                <a:gd name="T0" fmla="*/ 0 w 17"/>
                <a:gd name="T1" fmla="*/ 3093 h 33"/>
                <a:gd name="T2" fmla="*/ 1569 w 17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0" y="23"/>
                  </a:moveTo>
                  <a:cubicBezTo>
                    <a:pt x="13" y="33"/>
                    <a:pt x="17" y="9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8" name="Freeform 346">
              <a:extLst>
                <a:ext uri="{FF2B5EF4-FFF2-40B4-BE49-F238E27FC236}">
                  <a16:creationId xmlns:a16="http://schemas.microsoft.com/office/drawing/2014/main" id="{BF8A1B5D-94BE-4699-BEB1-FFFC5E132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599"/>
              <a:ext cx="35" cy="104"/>
            </a:xfrm>
            <a:custGeom>
              <a:avLst/>
              <a:gdLst>
                <a:gd name="T0" fmla="*/ 1300 w 14"/>
                <a:gd name="T1" fmla="*/ 0 h 39"/>
                <a:gd name="T2" fmla="*/ 1375 w 14"/>
                <a:gd name="T3" fmla="*/ 5256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13" y="0"/>
                  </a:moveTo>
                  <a:cubicBezTo>
                    <a:pt x="7" y="14"/>
                    <a:pt x="0" y="27"/>
                    <a:pt x="14" y="39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9" name="Freeform 347">
              <a:extLst>
                <a:ext uri="{FF2B5EF4-FFF2-40B4-BE49-F238E27FC236}">
                  <a16:creationId xmlns:a16="http://schemas.microsoft.com/office/drawing/2014/main" id="{80461A29-AC73-4882-9A02-22EFA088D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681"/>
              <a:ext cx="37" cy="112"/>
            </a:xfrm>
            <a:custGeom>
              <a:avLst/>
              <a:gdLst>
                <a:gd name="T0" fmla="*/ 1364 w 15"/>
                <a:gd name="T1" fmla="*/ 0 h 42"/>
                <a:gd name="T2" fmla="*/ 809 w 15"/>
                <a:gd name="T3" fmla="*/ 566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15" y="0"/>
                  </a:moveTo>
                  <a:cubicBezTo>
                    <a:pt x="6" y="12"/>
                    <a:pt x="0" y="29"/>
                    <a:pt x="9" y="4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0" name="Freeform 348">
              <a:extLst>
                <a:ext uri="{FF2B5EF4-FFF2-40B4-BE49-F238E27FC236}">
                  <a16:creationId xmlns:a16="http://schemas.microsoft.com/office/drawing/2014/main" id="{659D1BBC-5B78-4AC2-BCF9-8552323F6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623"/>
              <a:ext cx="20" cy="88"/>
            </a:xfrm>
            <a:custGeom>
              <a:avLst/>
              <a:gdLst>
                <a:gd name="T0" fmla="*/ 0 w 8"/>
                <a:gd name="T1" fmla="*/ 0 h 33"/>
                <a:gd name="T2" fmla="*/ 520 w 8"/>
                <a:gd name="T3" fmla="*/ 44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3">
                  <a:moveTo>
                    <a:pt x="0" y="0"/>
                  </a:moveTo>
                  <a:cubicBezTo>
                    <a:pt x="8" y="9"/>
                    <a:pt x="8" y="21"/>
                    <a:pt x="5" y="33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1" name="Freeform 349">
              <a:extLst>
                <a:ext uri="{FF2B5EF4-FFF2-40B4-BE49-F238E27FC236}">
                  <a16:creationId xmlns:a16="http://schemas.microsoft.com/office/drawing/2014/main" id="{972C0A72-A0EF-4FC3-ABD2-C50659F5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660"/>
              <a:ext cx="18" cy="5"/>
            </a:xfrm>
            <a:custGeom>
              <a:avLst/>
              <a:gdLst>
                <a:gd name="T0" fmla="*/ 0 w 7"/>
                <a:gd name="T1" fmla="*/ 208 h 2"/>
                <a:gd name="T2" fmla="*/ 779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2" name="Freeform 350">
              <a:extLst>
                <a:ext uri="{FF2B5EF4-FFF2-40B4-BE49-F238E27FC236}">
                  <a16:creationId xmlns:a16="http://schemas.microsoft.com/office/drawing/2014/main" id="{00DDA1B9-1F0F-44B2-8177-186510225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545"/>
              <a:ext cx="88" cy="43"/>
            </a:xfrm>
            <a:custGeom>
              <a:avLst/>
              <a:gdLst>
                <a:gd name="T0" fmla="*/ 0 w 35"/>
                <a:gd name="T1" fmla="*/ 1575 h 16"/>
                <a:gd name="T2" fmla="*/ 3515 w 35"/>
                <a:gd name="T3" fmla="*/ 225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0" y="11"/>
                  </a:moveTo>
                  <a:cubicBezTo>
                    <a:pt x="12" y="0"/>
                    <a:pt x="25" y="7"/>
                    <a:pt x="35" y="1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3" name="Freeform 351">
              <a:extLst>
                <a:ext uri="{FF2B5EF4-FFF2-40B4-BE49-F238E27FC236}">
                  <a16:creationId xmlns:a16="http://schemas.microsoft.com/office/drawing/2014/main" id="{6AB00924-CC1F-49F3-A4B5-1C757F794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577"/>
              <a:ext cx="57" cy="38"/>
            </a:xfrm>
            <a:custGeom>
              <a:avLst/>
              <a:gdLst>
                <a:gd name="T0" fmla="*/ 0 w 23"/>
                <a:gd name="T1" fmla="*/ 1297 h 14"/>
                <a:gd name="T2" fmla="*/ 2144 w 23"/>
                <a:gd name="T3" fmla="*/ 206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4">
                  <a:moveTo>
                    <a:pt x="0" y="9"/>
                  </a:moveTo>
                  <a:cubicBezTo>
                    <a:pt x="8" y="0"/>
                    <a:pt x="19" y="4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4" name="Freeform 352">
              <a:extLst>
                <a:ext uri="{FF2B5EF4-FFF2-40B4-BE49-F238E27FC236}">
                  <a16:creationId xmlns:a16="http://schemas.microsoft.com/office/drawing/2014/main" id="{FDE4E286-CA9E-4C32-8C4E-53B617B76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860"/>
              <a:ext cx="70" cy="48"/>
            </a:xfrm>
            <a:custGeom>
              <a:avLst/>
              <a:gdLst>
                <a:gd name="T0" fmla="*/ 208 w 28"/>
                <a:gd name="T1" fmla="*/ 0 h 18"/>
                <a:gd name="T2" fmla="*/ 2738 w 28"/>
                <a:gd name="T3" fmla="*/ 121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8">
                  <a:moveTo>
                    <a:pt x="2" y="0"/>
                  </a:moveTo>
                  <a:cubicBezTo>
                    <a:pt x="0" y="17"/>
                    <a:pt x="18" y="18"/>
                    <a:pt x="28" y="9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5" name="Freeform 353">
              <a:extLst>
                <a:ext uri="{FF2B5EF4-FFF2-40B4-BE49-F238E27FC236}">
                  <a16:creationId xmlns:a16="http://schemas.microsoft.com/office/drawing/2014/main" id="{1D2EB67C-2C22-47D3-95E4-D41B3EB03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852"/>
              <a:ext cx="25" cy="40"/>
            </a:xfrm>
            <a:custGeom>
              <a:avLst/>
              <a:gdLst>
                <a:gd name="T0" fmla="*/ 0 w 10"/>
                <a:gd name="T1" fmla="*/ 0 h 15"/>
                <a:gd name="T2" fmla="*/ 988 w 10"/>
                <a:gd name="T3" fmla="*/ 20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3" y="6"/>
                    <a:pt x="2" y="15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6" name="Freeform 354">
              <a:extLst>
                <a:ext uri="{FF2B5EF4-FFF2-40B4-BE49-F238E27FC236}">
                  <a16:creationId xmlns:a16="http://schemas.microsoft.com/office/drawing/2014/main" id="{4474E739-8AF7-48E6-A27D-60DED4056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764"/>
              <a:ext cx="25" cy="29"/>
            </a:xfrm>
            <a:custGeom>
              <a:avLst/>
              <a:gdLst>
                <a:gd name="T0" fmla="*/ 0 w 10"/>
                <a:gd name="T1" fmla="*/ 0 h 11"/>
                <a:gd name="T2" fmla="*/ 988 w 10"/>
                <a:gd name="T3" fmla="*/ 138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0" y="6"/>
                    <a:pt x="5" y="10"/>
                    <a:pt x="10" y="1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7" name="Freeform 355">
              <a:extLst>
                <a:ext uri="{FF2B5EF4-FFF2-40B4-BE49-F238E27FC236}">
                  <a16:creationId xmlns:a16="http://schemas.microsoft.com/office/drawing/2014/main" id="{65FB31BF-B121-4CB2-BCAA-04091925A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783"/>
              <a:ext cx="15" cy="24"/>
            </a:xfrm>
            <a:custGeom>
              <a:avLst/>
              <a:gdLst>
                <a:gd name="T0" fmla="*/ 595 w 6"/>
                <a:gd name="T1" fmla="*/ 0 h 9"/>
                <a:gd name="T2" fmla="*/ 0 w 6"/>
                <a:gd name="T3" fmla="*/ 12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3" y="3"/>
                    <a:pt x="1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8" name="Freeform 356">
              <a:extLst>
                <a:ext uri="{FF2B5EF4-FFF2-40B4-BE49-F238E27FC236}">
                  <a16:creationId xmlns:a16="http://schemas.microsoft.com/office/drawing/2014/main" id="{2328BC76-CDB0-45C7-85FB-A3D4603D7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596"/>
              <a:ext cx="33" cy="91"/>
            </a:xfrm>
            <a:custGeom>
              <a:avLst/>
              <a:gdLst>
                <a:gd name="T0" fmla="*/ 1373 w 13"/>
                <a:gd name="T1" fmla="*/ 0 h 34"/>
                <a:gd name="T2" fmla="*/ 1160 w 13"/>
                <a:gd name="T3" fmla="*/ 467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13" y="0"/>
                  </a:moveTo>
                  <a:cubicBezTo>
                    <a:pt x="0" y="4"/>
                    <a:pt x="2" y="26"/>
                    <a:pt x="11" y="3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9" name="Freeform 357">
              <a:extLst>
                <a:ext uri="{FF2B5EF4-FFF2-40B4-BE49-F238E27FC236}">
                  <a16:creationId xmlns:a16="http://schemas.microsoft.com/office/drawing/2014/main" id="{41230BDC-D9D9-4437-ACFE-3AA7F982B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665"/>
              <a:ext cx="35" cy="99"/>
            </a:xfrm>
            <a:custGeom>
              <a:avLst/>
              <a:gdLst>
                <a:gd name="T0" fmla="*/ 1175 w 14"/>
                <a:gd name="T1" fmla="*/ 0 h 37"/>
                <a:gd name="T2" fmla="*/ 1375 w 14"/>
                <a:gd name="T3" fmla="*/ 507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12" y="0"/>
                  </a:moveTo>
                  <a:cubicBezTo>
                    <a:pt x="5" y="11"/>
                    <a:pt x="0" y="27"/>
                    <a:pt x="14" y="3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0" name="Freeform 358">
              <a:extLst>
                <a:ext uri="{FF2B5EF4-FFF2-40B4-BE49-F238E27FC236}">
                  <a16:creationId xmlns:a16="http://schemas.microsoft.com/office/drawing/2014/main" id="{0A2907E4-2614-42B2-884D-55F81E095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609"/>
              <a:ext cx="28" cy="86"/>
            </a:xfrm>
            <a:custGeom>
              <a:avLst/>
              <a:gdLst>
                <a:gd name="T0" fmla="*/ 0 w 11"/>
                <a:gd name="T1" fmla="*/ 0 h 32"/>
                <a:gd name="T2" fmla="*/ 545 w 11"/>
                <a:gd name="T3" fmla="*/ 448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11" y="9"/>
                    <a:pt x="11" y="19"/>
                    <a:pt x="5" y="3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1" name="Freeform 359">
              <a:extLst>
                <a:ext uri="{FF2B5EF4-FFF2-40B4-BE49-F238E27FC236}">
                  <a16:creationId xmlns:a16="http://schemas.microsoft.com/office/drawing/2014/main" id="{36D6F460-A1C5-4B28-B1B8-80C4DCF1A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804"/>
              <a:ext cx="70" cy="112"/>
            </a:xfrm>
            <a:custGeom>
              <a:avLst/>
              <a:gdLst>
                <a:gd name="T0" fmla="*/ 783 w 28"/>
                <a:gd name="T1" fmla="*/ 0 h 42"/>
                <a:gd name="T2" fmla="*/ 2738 w 28"/>
                <a:gd name="T3" fmla="*/ 418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2">
                  <a:moveTo>
                    <a:pt x="8" y="0"/>
                  </a:moveTo>
                  <a:cubicBezTo>
                    <a:pt x="0" y="14"/>
                    <a:pt x="8" y="42"/>
                    <a:pt x="28" y="3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2" name="Freeform 360">
              <a:extLst>
                <a:ext uri="{FF2B5EF4-FFF2-40B4-BE49-F238E27FC236}">
                  <a16:creationId xmlns:a16="http://schemas.microsoft.com/office/drawing/2014/main" id="{203500BE-881A-480B-AE76-73A7727E8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804"/>
              <a:ext cx="17" cy="56"/>
            </a:xfrm>
            <a:custGeom>
              <a:avLst/>
              <a:gdLst>
                <a:gd name="T0" fmla="*/ 0 w 7"/>
                <a:gd name="T1" fmla="*/ 0 h 21"/>
                <a:gd name="T2" fmla="*/ 512 w 7"/>
                <a:gd name="T3" fmla="*/ 282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6" y="6"/>
                    <a:pt x="7" y="14"/>
                    <a:pt x="6" y="2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3" name="Freeform 361">
              <a:extLst>
                <a:ext uri="{FF2B5EF4-FFF2-40B4-BE49-F238E27FC236}">
                  <a16:creationId xmlns:a16="http://schemas.microsoft.com/office/drawing/2014/main" id="{1707E219-69B7-4B5D-9452-60DED4CB7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801"/>
              <a:ext cx="20" cy="27"/>
            </a:xfrm>
            <a:custGeom>
              <a:avLst/>
              <a:gdLst>
                <a:gd name="T0" fmla="*/ 125 w 8"/>
                <a:gd name="T1" fmla="*/ 1436 h 10"/>
                <a:gd name="T2" fmla="*/ 783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4"/>
                    <a:pt x="3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4" name="Freeform 362">
              <a:extLst>
                <a:ext uri="{FF2B5EF4-FFF2-40B4-BE49-F238E27FC236}">
                  <a16:creationId xmlns:a16="http://schemas.microsoft.com/office/drawing/2014/main" id="{D265E8AC-AF43-47E4-B661-368088667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796"/>
              <a:ext cx="90" cy="43"/>
            </a:xfrm>
            <a:custGeom>
              <a:avLst/>
              <a:gdLst>
                <a:gd name="T0" fmla="*/ 0 w 36"/>
                <a:gd name="T1" fmla="*/ 0 h 16"/>
                <a:gd name="T2" fmla="*/ 3520 w 3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6">
                  <a:moveTo>
                    <a:pt x="0" y="0"/>
                  </a:moveTo>
                  <a:cubicBezTo>
                    <a:pt x="2" y="16"/>
                    <a:pt x="30" y="7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5" name="Freeform 363">
              <a:extLst>
                <a:ext uri="{FF2B5EF4-FFF2-40B4-BE49-F238E27FC236}">
                  <a16:creationId xmlns:a16="http://schemas.microsoft.com/office/drawing/2014/main" id="{5F1AA395-612C-461C-8406-22FE6552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780"/>
              <a:ext cx="57" cy="53"/>
            </a:xfrm>
            <a:custGeom>
              <a:avLst/>
              <a:gdLst>
                <a:gd name="T0" fmla="*/ 74 w 23"/>
                <a:gd name="T1" fmla="*/ 0 h 20"/>
                <a:gd name="T2" fmla="*/ 2144 w 23"/>
                <a:gd name="T3" fmla="*/ 247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1" y="0"/>
                  </a:moveTo>
                  <a:cubicBezTo>
                    <a:pt x="0" y="12"/>
                    <a:pt x="13" y="20"/>
                    <a:pt x="23" y="19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6" name="Freeform 364">
              <a:extLst>
                <a:ext uri="{FF2B5EF4-FFF2-40B4-BE49-F238E27FC236}">
                  <a16:creationId xmlns:a16="http://schemas.microsoft.com/office/drawing/2014/main" id="{2D701950-8074-468D-8A69-5C2AAC681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724"/>
              <a:ext cx="75" cy="37"/>
            </a:xfrm>
            <a:custGeom>
              <a:avLst/>
              <a:gdLst>
                <a:gd name="T0" fmla="*/ 0 w 30"/>
                <a:gd name="T1" fmla="*/ 1810 h 14"/>
                <a:gd name="T2" fmla="*/ 2938 w 3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cubicBezTo>
                    <a:pt x="3" y="3"/>
                    <a:pt x="20" y="1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7" name="Freeform 365">
              <a:extLst>
                <a:ext uri="{FF2B5EF4-FFF2-40B4-BE49-F238E27FC236}">
                  <a16:creationId xmlns:a16="http://schemas.microsoft.com/office/drawing/2014/main" id="{B33EEECD-16FE-460B-82B8-AC9029F36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687"/>
              <a:ext cx="53" cy="66"/>
            </a:xfrm>
            <a:custGeom>
              <a:avLst/>
              <a:gdLst>
                <a:gd name="T0" fmla="*/ 0 w 21"/>
                <a:gd name="T1" fmla="*/ 3200 h 25"/>
                <a:gd name="T2" fmla="*/ 2153 w 21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5">
                  <a:moveTo>
                    <a:pt x="0" y="25"/>
                  </a:moveTo>
                  <a:cubicBezTo>
                    <a:pt x="0" y="13"/>
                    <a:pt x="10" y="1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8" name="Freeform 366">
              <a:extLst>
                <a:ext uri="{FF2B5EF4-FFF2-40B4-BE49-F238E27FC236}">
                  <a16:creationId xmlns:a16="http://schemas.microsoft.com/office/drawing/2014/main" id="{D407A62E-9C99-4861-8243-7137995A9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753"/>
              <a:ext cx="20" cy="38"/>
            </a:xfrm>
            <a:custGeom>
              <a:avLst/>
              <a:gdLst>
                <a:gd name="T0" fmla="*/ 0 w 8"/>
                <a:gd name="T1" fmla="*/ 0 h 14"/>
                <a:gd name="T2" fmla="*/ 708 w 8"/>
                <a:gd name="T3" fmla="*/ 206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6" y="2"/>
                    <a:pt x="8" y="9"/>
                    <a:pt x="7" y="1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9" name="Freeform 367">
              <a:extLst>
                <a:ext uri="{FF2B5EF4-FFF2-40B4-BE49-F238E27FC236}">
                  <a16:creationId xmlns:a16="http://schemas.microsoft.com/office/drawing/2014/main" id="{DAE53850-C3D0-474A-838A-84A1E715A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756"/>
              <a:ext cx="21" cy="11"/>
            </a:xfrm>
            <a:custGeom>
              <a:avLst/>
              <a:gdLst>
                <a:gd name="T0" fmla="*/ 0 w 8"/>
                <a:gd name="T1" fmla="*/ 627 h 4"/>
                <a:gd name="T2" fmla="*/ 992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0" name="Freeform 368">
              <a:extLst>
                <a:ext uri="{FF2B5EF4-FFF2-40B4-BE49-F238E27FC236}">
                  <a16:creationId xmlns:a16="http://schemas.microsoft.com/office/drawing/2014/main" id="{57358817-24EA-4C63-A849-8D0C759D2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788"/>
              <a:ext cx="82" cy="69"/>
            </a:xfrm>
            <a:custGeom>
              <a:avLst/>
              <a:gdLst>
                <a:gd name="T0" fmla="*/ 0 w 33"/>
                <a:gd name="T1" fmla="*/ 1980 h 26"/>
                <a:gd name="T2" fmla="*/ 3131 w 3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6">
                  <a:moveTo>
                    <a:pt x="0" y="15"/>
                  </a:moveTo>
                  <a:cubicBezTo>
                    <a:pt x="11" y="26"/>
                    <a:pt x="31" y="12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1" name="Freeform 369">
              <a:extLst>
                <a:ext uri="{FF2B5EF4-FFF2-40B4-BE49-F238E27FC236}">
                  <a16:creationId xmlns:a16="http://schemas.microsoft.com/office/drawing/2014/main" id="{BF086F5B-BA5A-4010-A8A5-8E86EF0E4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769"/>
              <a:ext cx="57" cy="24"/>
            </a:xfrm>
            <a:custGeom>
              <a:avLst/>
              <a:gdLst>
                <a:gd name="T0" fmla="*/ 0 w 23"/>
                <a:gd name="T1" fmla="*/ 248 h 9"/>
                <a:gd name="T2" fmla="*/ 2144 w 2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2"/>
                  </a:moveTo>
                  <a:cubicBezTo>
                    <a:pt x="8" y="9"/>
                    <a:pt x="16" y="9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2" name="Freeform 370">
              <a:extLst>
                <a:ext uri="{FF2B5EF4-FFF2-40B4-BE49-F238E27FC236}">
                  <a16:creationId xmlns:a16="http://schemas.microsoft.com/office/drawing/2014/main" id="{39D6EBDB-710C-4A87-BA5E-9323FC421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593"/>
              <a:ext cx="60" cy="59"/>
            </a:xfrm>
            <a:custGeom>
              <a:avLst/>
              <a:gdLst>
                <a:gd name="T0" fmla="*/ 0 w 24"/>
                <a:gd name="T1" fmla="*/ 3049 h 22"/>
                <a:gd name="T2" fmla="*/ 2345 w 24"/>
                <a:gd name="T3" fmla="*/ 40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0" y="22"/>
                  </a:moveTo>
                  <a:cubicBezTo>
                    <a:pt x="0" y="11"/>
                    <a:pt x="13" y="0"/>
                    <a:pt x="24" y="3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3" name="Freeform 371">
              <a:extLst>
                <a:ext uri="{FF2B5EF4-FFF2-40B4-BE49-F238E27FC236}">
                  <a16:creationId xmlns:a16="http://schemas.microsoft.com/office/drawing/2014/main" id="{11874B0B-3F0C-46EE-9883-A89580693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668"/>
              <a:ext cx="15" cy="75"/>
            </a:xfrm>
            <a:custGeom>
              <a:avLst/>
              <a:gdLst>
                <a:gd name="T0" fmla="*/ 0 w 6"/>
                <a:gd name="T1" fmla="*/ 0 h 28"/>
                <a:gd name="T2" fmla="*/ 313 w 6"/>
                <a:gd name="T3" fmla="*/ 386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8">
                  <a:moveTo>
                    <a:pt x="0" y="0"/>
                  </a:moveTo>
                  <a:cubicBezTo>
                    <a:pt x="6" y="8"/>
                    <a:pt x="5" y="19"/>
                    <a:pt x="3" y="28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4" name="Freeform 372">
              <a:extLst>
                <a:ext uri="{FF2B5EF4-FFF2-40B4-BE49-F238E27FC236}">
                  <a16:creationId xmlns:a16="http://schemas.microsoft.com/office/drawing/2014/main" id="{A6683E1E-E4F0-415B-9EA7-0BD2384C1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700"/>
              <a:ext cx="20" cy="8"/>
            </a:xfrm>
            <a:custGeom>
              <a:avLst/>
              <a:gdLst>
                <a:gd name="T0" fmla="*/ 0 w 8"/>
                <a:gd name="T1" fmla="*/ 397 h 3"/>
                <a:gd name="T2" fmla="*/ 783 w 8"/>
                <a:gd name="T3" fmla="*/ 149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1"/>
                    <a:pt x="5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5" name="Freeform 373">
              <a:extLst>
                <a:ext uri="{FF2B5EF4-FFF2-40B4-BE49-F238E27FC236}">
                  <a16:creationId xmlns:a16="http://schemas.microsoft.com/office/drawing/2014/main" id="{C73CC5B4-D88A-4E19-83DE-B49F66D34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449"/>
              <a:ext cx="48" cy="80"/>
            </a:xfrm>
            <a:custGeom>
              <a:avLst/>
              <a:gdLst>
                <a:gd name="T0" fmla="*/ 1341 w 19"/>
                <a:gd name="T1" fmla="*/ 0 h 30"/>
                <a:gd name="T2" fmla="*/ 1953 w 19"/>
                <a:gd name="T3" fmla="*/ 404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0">
                  <a:moveTo>
                    <a:pt x="13" y="0"/>
                  </a:moveTo>
                  <a:cubicBezTo>
                    <a:pt x="0" y="11"/>
                    <a:pt x="4" y="23"/>
                    <a:pt x="19" y="3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6" name="Freeform 374">
              <a:extLst>
                <a:ext uri="{FF2B5EF4-FFF2-40B4-BE49-F238E27FC236}">
                  <a16:creationId xmlns:a16="http://schemas.microsoft.com/office/drawing/2014/main" id="{CD64C8BA-584F-4AB4-8D94-A0559FE34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500"/>
              <a:ext cx="30" cy="53"/>
            </a:xfrm>
            <a:custGeom>
              <a:avLst/>
              <a:gdLst>
                <a:gd name="T0" fmla="*/ 313 w 12"/>
                <a:gd name="T1" fmla="*/ 0 h 20"/>
                <a:gd name="T2" fmla="*/ 1175 w 12"/>
                <a:gd name="T3" fmla="*/ 260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3" y="0"/>
                  </a:moveTo>
                  <a:cubicBezTo>
                    <a:pt x="0" y="9"/>
                    <a:pt x="2" y="18"/>
                    <a:pt x="12" y="2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7" name="Freeform 375">
              <a:extLst>
                <a:ext uri="{FF2B5EF4-FFF2-40B4-BE49-F238E27FC236}">
                  <a16:creationId xmlns:a16="http://schemas.microsoft.com/office/drawing/2014/main" id="{BF766F64-3FA2-4B2F-A501-0340E7781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93"/>
              <a:ext cx="85" cy="30"/>
            </a:xfrm>
            <a:custGeom>
              <a:avLst/>
              <a:gdLst>
                <a:gd name="T0" fmla="*/ 0 w 34"/>
                <a:gd name="T1" fmla="*/ 1055 h 11"/>
                <a:gd name="T2" fmla="*/ 1875 w 34"/>
                <a:gd name="T3" fmla="*/ 164 h 11"/>
                <a:gd name="T4" fmla="*/ 3333 w 34"/>
                <a:gd name="T5" fmla="*/ 16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1">
                  <a:moveTo>
                    <a:pt x="0" y="7"/>
                  </a:moveTo>
                  <a:cubicBezTo>
                    <a:pt x="4" y="2"/>
                    <a:pt x="13" y="0"/>
                    <a:pt x="19" y="1"/>
                  </a:cubicBezTo>
                  <a:cubicBezTo>
                    <a:pt x="26" y="2"/>
                    <a:pt x="29" y="7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8" name="Freeform 376">
              <a:extLst>
                <a:ext uri="{FF2B5EF4-FFF2-40B4-BE49-F238E27FC236}">
                  <a16:creationId xmlns:a16="http://schemas.microsoft.com/office/drawing/2014/main" id="{FAD259B0-A499-486C-8A5A-28A14DCC7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444"/>
              <a:ext cx="25" cy="48"/>
            </a:xfrm>
            <a:custGeom>
              <a:avLst/>
              <a:gdLst>
                <a:gd name="T0" fmla="*/ 0 w 10"/>
                <a:gd name="T1" fmla="*/ 0 h 18"/>
                <a:gd name="T2" fmla="*/ 520 w 10"/>
                <a:gd name="T3" fmla="*/ 242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5" y="5"/>
                    <a:pt x="10" y="12"/>
                    <a:pt x="5" y="18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9" name="Freeform 377">
              <a:extLst>
                <a:ext uri="{FF2B5EF4-FFF2-40B4-BE49-F238E27FC236}">
                  <a16:creationId xmlns:a16="http://schemas.microsoft.com/office/drawing/2014/main" id="{E0DED164-A3A4-4FCB-93E7-9194DDA77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471"/>
              <a:ext cx="23" cy="2"/>
            </a:xfrm>
            <a:custGeom>
              <a:avLst/>
              <a:gdLst>
                <a:gd name="T0" fmla="*/ 0 w 9"/>
                <a:gd name="T1" fmla="*/ 0 h 1"/>
                <a:gd name="T2" fmla="*/ 986 w 9"/>
                <a:gd name="T3" fmla="*/ 32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0"/>
                    <a:pt x="7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0" name="Freeform 378">
              <a:extLst>
                <a:ext uri="{FF2B5EF4-FFF2-40B4-BE49-F238E27FC236}">
                  <a16:creationId xmlns:a16="http://schemas.microsoft.com/office/drawing/2014/main" id="{8ADB4074-F78F-4922-B25B-9A667AD0C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543"/>
              <a:ext cx="78" cy="45"/>
            </a:xfrm>
            <a:custGeom>
              <a:avLst/>
              <a:gdLst>
                <a:gd name="T0" fmla="*/ 0 w 31"/>
                <a:gd name="T1" fmla="*/ 540 h 17"/>
                <a:gd name="T2" fmla="*/ 3120 w 3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7">
                  <a:moveTo>
                    <a:pt x="0" y="4"/>
                  </a:moveTo>
                  <a:cubicBezTo>
                    <a:pt x="5" y="17"/>
                    <a:pt x="26" y="11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1" name="Freeform 379">
              <a:extLst>
                <a:ext uri="{FF2B5EF4-FFF2-40B4-BE49-F238E27FC236}">
                  <a16:creationId xmlns:a16="http://schemas.microsoft.com/office/drawing/2014/main" id="{0F18BA9B-5701-488A-AC4F-735148F6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529"/>
              <a:ext cx="52" cy="32"/>
            </a:xfrm>
            <a:custGeom>
              <a:avLst/>
              <a:gdLst>
                <a:gd name="T0" fmla="*/ 0 w 21"/>
                <a:gd name="T1" fmla="*/ 0 h 12"/>
                <a:gd name="T2" fmla="*/ 1956 w 21"/>
                <a:gd name="T3" fmla="*/ 121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2" y="9"/>
                    <a:pt x="13" y="12"/>
                    <a:pt x="21" y="9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2" name="Freeform 380">
              <a:extLst>
                <a:ext uri="{FF2B5EF4-FFF2-40B4-BE49-F238E27FC236}">
                  <a16:creationId xmlns:a16="http://schemas.microsoft.com/office/drawing/2014/main" id="{02ADE37E-BF26-4423-B5CE-B3290382B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321"/>
              <a:ext cx="87" cy="40"/>
            </a:xfrm>
            <a:custGeom>
              <a:avLst/>
              <a:gdLst>
                <a:gd name="T0" fmla="*/ 644 w 35"/>
                <a:gd name="T1" fmla="*/ 0 h 15"/>
                <a:gd name="T2" fmla="*/ 3318 w 35"/>
                <a:gd name="T3" fmla="*/ 145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7" y="0"/>
                  </a:moveTo>
                  <a:cubicBezTo>
                    <a:pt x="0" y="15"/>
                    <a:pt x="27" y="15"/>
                    <a:pt x="35" y="1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3" name="Freeform 381">
              <a:extLst>
                <a:ext uri="{FF2B5EF4-FFF2-40B4-BE49-F238E27FC236}">
                  <a16:creationId xmlns:a16="http://schemas.microsoft.com/office/drawing/2014/main" id="{2AA260A4-FAC9-4DB6-855A-FCD50FF8A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324"/>
              <a:ext cx="28" cy="67"/>
            </a:xfrm>
            <a:custGeom>
              <a:avLst/>
              <a:gdLst>
                <a:gd name="T0" fmla="*/ 130 w 11"/>
                <a:gd name="T1" fmla="*/ 0 h 25"/>
                <a:gd name="T2" fmla="*/ 1173 w 11"/>
                <a:gd name="T3" fmla="*/ 346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1" y="0"/>
                  </a:moveTo>
                  <a:cubicBezTo>
                    <a:pt x="1" y="8"/>
                    <a:pt x="0" y="22"/>
                    <a:pt x="11" y="2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4" name="Freeform 382">
              <a:extLst>
                <a:ext uri="{FF2B5EF4-FFF2-40B4-BE49-F238E27FC236}">
                  <a16:creationId xmlns:a16="http://schemas.microsoft.com/office/drawing/2014/main" id="{40CBAA7B-49CE-4EC8-A2E5-A64ECCA4A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236"/>
              <a:ext cx="70" cy="32"/>
            </a:xfrm>
            <a:custGeom>
              <a:avLst/>
              <a:gdLst>
                <a:gd name="T0" fmla="*/ 0 w 28"/>
                <a:gd name="T1" fmla="*/ 1613 h 12"/>
                <a:gd name="T2" fmla="*/ 2738 w 28"/>
                <a:gd name="T3" fmla="*/ 96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cubicBezTo>
                    <a:pt x="5" y="2"/>
                    <a:pt x="19" y="0"/>
                    <a:pt x="28" y="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5" name="Freeform 383">
              <a:extLst>
                <a:ext uri="{FF2B5EF4-FFF2-40B4-BE49-F238E27FC236}">
                  <a16:creationId xmlns:a16="http://schemas.microsoft.com/office/drawing/2014/main" id="{D8504E85-A68B-4055-939F-3EA5EB8ED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241"/>
              <a:ext cx="43" cy="27"/>
            </a:xfrm>
            <a:custGeom>
              <a:avLst/>
              <a:gdLst>
                <a:gd name="T0" fmla="*/ 0 w 17"/>
                <a:gd name="T1" fmla="*/ 1436 h 10"/>
                <a:gd name="T2" fmla="*/ 1766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2" y="3"/>
                    <a:pt x="10" y="0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6" name="Freeform 384">
              <a:extLst>
                <a:ext uri="{FF2B5EF4-FFF2-40B4-BE49-F238E27FC236}">
                  <a16:creationId xmlns:a16="http://schemas.microsoft.com/office/drawing/2014/main" id="{8CF331EE-A70A-45D5-8DF7-0DC25998F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311"/>
              <a:ext cx="12" cy="48"/>
            </a:xfrm>
            <a:custGeom>
              <a:avLst/>
              <a:gdLst>
                <a:gd name="T0" fmla="*/ 0 w 5"/>
                <a:gd name="T1" fmla="*/ 0 h 18"/>
                <a:gd name="T2" fmla="*/ 235 w 5"/>
                <a:gd name="T3" fmla="*/ 242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0"/>
                  </a:moveTo>
                  <a:cubicBezTo>
                    <a:pt x="5" y="5"/>
                    <a:pt x="5" y="12"/>
                    <a:pt x="3" y="18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7" name="Freeform 385">
              <a:extLst>
                <a:ext uri="{FF2B5EF4-FFF2-40B4-BE49-F238E27FC236}">
                  <a16:creationId xmlns:a16="http://schemas.microsoft.com/office/drawing/2014/main" id="{183C5525-F713-4B24-AA03-F92CA82E5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321"/>
              <a:ext cx="27" cy="8"/>
            </a:xfrm>
            <a:custGeom>
              <a:avLst/>
              <a:gdLst>
                <a:gd name="T0" fmla="*/ 0 w 11"/>
                <a:gd name="T1" fmla="*/ 397 h 3"/>
                <a:gd name="T2" fmla="*/ 977 w 11"/>
                <a:gd name="T3" fmla="*/ 24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3" y="0"/>
                    <a:pt x="7" y="0"/>
                    <a:pt x="11" y="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8" name="Freeform 386">
              <a:extLst>
                <a:ext uri="{FF2B5EF4-FFF2-40B4-BE49-F238E27FC236}">
                  <a16:creationId xmlns:a16="http://schemas.microsoft.com/office/drawing/2014/main" id="{E4E4153E-08D4-437A-8E4D-AEAB79A7F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385"/>
              <a:ext cx="52" cy="56"/>
            </a:xfrm>
            <a:custGeom>
              <a:avLst/>
              <a:gdLst>
                <a:gd name="T0" fmla="*/ 0 w 21"/>
                <a:gd name="T1" fmla="*/ 1877 h 21"/>
                <a:gd name="T2" fmla="*/ 1956 w 21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1">
                  <a:moveTo>
                    <a:pt x="0" y="14"/>
                  </a:moveTo>
                  <a:cubicBezTo>
                    <a:pt x="12" y="21"/>
                    <a:pt x="21" y="12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9" name="Freeform 387">
              <a:extLst>
                <a:ext uri="{FF2B5EF4-FFF2-40B4-BE49-F238E27FC236}">
                  <a16:creationId xmlns:a16="http://schemas.microsoft.com/office/drawing/2014/main" id="{E651CBC9-90DB-4688-9CA5-36473075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137"/>
              <a:ext cx="33" cy="64"/>
            </a:xfrm>
            <a:custGeom>
              <a:avLst/>
              <a:gdLst>
                <a:gd name="T0" fmla="*/ 1373 w 13"/>
                <a:gd name="T1" fmla="*/ 0 h 24"/>
                <a:gd name="T2" fmla="*/ 830 w 13"/>
                <a:gd name="T3" fmla="*/ 32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">
                  <a:moveTo>
                    <a:pt x="13" y="0"/>
                  </a:moveTo>
                  <a:cubicBezTo>
                    <a:pt x="6" y="3"/>
                    <a:pt x="0" y="19"/>
                    <a:pt x="8" y="2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0" name="Freeform 388">
              <a:extLst>
                <a:ext uri="{FF2B5EF4-FFF2-40B4-BE49-F238E27FC236}">
                  <a16:creationId xmlns:a16="http://schemas.microsoft.com/office/drawing/2014/main" id="{AC4129AD-7345-49C3-8D29-0ACF1BC00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191"/>
              <a:ext cx="22" cy="53"/>
            </a:xfrm>
            <a:custGeom>
              <a:avLst/>
              <a:gdLst>
                <a:gd name="T0" fmla="*/ 790 w 9"/>
                <a:gd name="T1" fmla="*/ 0 h 20"/>
                <a:gd name="T2" fmla="*/ 616 w 9"/>
                <a:gd name="T3" fmla="*/ 260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3" y="5"/>
                    <a:pt x="0" y="15"/>
                    <a:pt x="7" y="2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1" name="Freeform 389">
              <a:extLst>
                <a:ext uri="{FF2B5EF4-FFF2-40B4-BE49-F238E27FC236}">
                  <a16:creationId xmlns:a16="http://schemas.microsoft.com/office/drawing/2014/main" id="{0FFDEA6E-2408-4441-B6BE-DE605D16A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113"/>
              <a:ext cx="40" cy="59"/>
            </a:xfrm>
            <a:custGeom>
              <a:avLst/>
              <a:gdLst>
                <a:gd name="T0" fmla="*/ 0 w 16"/>
                <a:gd name="T1" fmla="*/ 0 h 22"/>
                <a:gd name="T2" fmla="*/ 1095 w 16"/>
                <a:gd name="T3" fmla="*/ 304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0"/>
                  </a:moveTo>
                  <a:cubicBezTo>
                    <a:pt x="12" y="2"/>
                    <a:pt x="16" y="11"/>
                    <a:pt x="11" y="2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2" name="Freeform 390">
              <a:extLst>
                <a:ext uri="{FF2B5EF4-FFF2-40B4-BE49-F238E27FC236}">
                  <a16:creationId xmlns:a16="http://schemas.microsoft.com/office/drawing/2014/main" id="{2428417E-0B8D-4B18-BC80-A86E06622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85"/>
              <a:ext cx="32" cy="62"/>
            </a:xfrm>
            <a:custGeom>
              <a:avLst/>
              <a:gdLst>
                <a:gd name="T0" fmla="*/ 1103 w 13"/>
                <a:gd name="T1" fmla="*/ 0 h 23"/>
                <a:gd name="T2" fmla="*/ 0 w 13"/>
                <a:gd name="T3" fmla="*/ 30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2" y="0"/>
                  </a:moveTo>
                  <a:cubicBezTo>
                    <a:pt x="13" y="8"/>
                    <a:pt x="11" y="23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3" name="Freeform 391">
              <a:extLst>
                <a:ext uri="{FF2B5EF4-FFF2-40B4-BE49-F238E27FC236}">
                  <a16:creationId xmlns:a16="http://schemas.microsoft.com/office/drawing/2014/main" id="{1AD36DF9-BC78-4106-8043-88CFB8F77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161"/>
              <a:ext cx="27" cy="30"/>
            </a:xfrm>
            <a:custGeom>
              <a:avLst/>
              <a:gdLst>
                <a:gd name="T0" fmla="*/ 0 w 11"/>
                <a:gd name="T1" fmla="*/ 1055 h 11"/>
                <a:gd name="T2" fmla="*/ 71 w 11"/>
                <a:gd name="T3" fmla="*/ 1503 h 11"/>
                <a:gd name="T4" fmla="*/ 977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7"/>
                  </a:moveTo>
                  <a:cubicBezTo>
                    <a:pt x="0" y="8"/>
                    <a:pt x="0" y="9"/>
                    <a:pt x="1" y="10"/>
                  </a:cubicBezTo>
                  <a:cubicBezTo>
                    <a:pt x="6" y="11"/>
                    <a:pt x="10" y="5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4" name="Freeform 392">
              <a:extLst>
                <a:ext uri="{FF2B5EF4-FFF2-40B4-BE49-F238E27FC236}">
                  <a16:creationId xmlns:a16="http://schemas.microsoft.com/office/drawing/2014/main" id="{122C0251-110F-471A-BE52-4FF2A9207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065"/>
              <a:ext cx="37" cy="62"/>
            </a:xfrm>
            <a:custGeom>
              <a:avLst/>
              <a:gdLst>
                <a:gd name="T0" fmla="*/ 1186 w 15"/>
                <a:gd name="T1" fmla="*/ 253 h 23"/>
                <a:gd name="T2" fmla="*/ 377 w 15"/>
                <a:gd name="T3" fmla="*/ 844 h 23"/>
                <a:gd name="T4" fmla="*/ 1364 w 15"/>
                <a:gd name="T5" fmla="*/ 327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13" y="2"/>
                  </a:moveTo>
                  <a:cubicBezTo>
                    <a:pt x="11" y="0"/>
                    <a:pt x="6" y="2"/>
                    <a:pt x="4" y="6"/>
                  </a:cubicBezTo>
                  <a:cubicBezTo>
                    <a:pt x="0" y="13"/>
                    <a:pt x="11" y="19"/>
                    <a:pt x="15" y="23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5" name="Freeform 393">
              <a:extLst>
                <a:ext uri="{FF2B5EF4-FFF2-40B4-BE49-F238E27FC236}">
                  <a16:creationId xmlns:a16="http://schemas.microsoft.com/office/drawing/2014/main" id="{321AED5F-4421-493A-A6FD-D81D01B7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111"/>
              <a:ext cx="45" cy="45"/>
            </a:xfrm>
            <a:custGeom>
              <a:avLst/>
              <a:gdLst>
                <a:gd name="T0" fmla="*/ 595 w 18"/>
                <a:gd name="T1" fmla="*/ 0 h 17"/>
                <a:gd name="T2" fmla="*/ 1770 w 18"/>
                <a:gd name="T3" fmla="*/ 220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cubicBezTo>
                    <a:pt x="0" y="8"/>
                    <a:pt x="11" y="16"/>
                    <a:pt x="18" y="1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6" name="Freeform 394">
              <a:extLst>
                <a:ext uri="{FF2B5EF4-FFF2-40B4-BE49-F238E27FC236}">
                  <a16:creationId xmlns:a16="http://schemas.microsoft.com/office/drawing/2014/main" id="{02E1819F-0D26-4D59-85D8-02C072BFD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095"/>
              <a:ext cx="33" cy="64"/>
            </a:xfrm>
            <a:custGeom>
              <a:avLst/>
              <a:gdLst>
                <a:gd name="T0" fmla="*/ 0 w 13"/>
                <a:gd name="T1" fmla="*/ 0 h 24"/>
                <a:gd name="T2" fmla="*/ 541 w 13"/>
                <a:gd name="T3" fmla="*/ 32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12" y="4"/>
                    <a:pt x="13" y="15"/>
                    <a:pt x="5" y="2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7" name="Freeform 395">
              <a:extLst>
                <a:ext uri="{FF2B5EF4-FFF2-40B4-BE49-F238E27FC236}">
                  <a16:creationId xmlns:a16="http://schemas.microsoft.com/office/drawing/2014/main" id="{9F83F035-DD3F-41A5-94BA-2BCFA7376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116"/>
              <a:ext cx="15" cy="5"/>
            </a:xfrm>
            <a:custGeom>
              <a:avLst/>
              <a:gdLst>
                <a:gd name="T0" fmla="*/ 0 w 6"/>
                <a:gd name="T1" fmla="*/ 208 h 2"/>
                <a:gd name="T2" fmla="*/ 5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8" name="Freeform 396">
              <a:extLst>
                <a:ext uri="{FF2B5EF4-FFF2-40B4-BE49-F238E27FC236}">
                  <a16:creationId xmlns:a16="http://schemas.microsoft.com/office/drawing/2014/main" id="{993C7280-3E95-4B65-90DB-5A149EFDA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116"/>
              <a:ext cx="35" cy="53"/>
            </a:xfrm>
            <a:custGeom>
              <a:avLst/>
              <a:gdLst>
                <a:gd name="T0" fmla="*/ 1375 w 14"/>
                <a:gd name="T1" fmla="*/ 0 h 20"/>
                <a:gd name="T2" fmla="*/ 595 w 14"/>
                <a:gd name="T3" fmla="*/ 260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14" y="0"/>
                  </a:moveTo>
                  <a:cubicBezTo>
                    <a:pt x="4" y="1"/>
                    <a:pt x="0" y="11"/>
                    <a:pt x="6" y="2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9" name="Freeform 397">
              <a:extLst>
                <a:ext uri="{FF2B5EF4-FFF2-40B4-BE49-F238E27FC236}">
                  <a16:creationId xmlns:a16="http://schemas.microsoft.com/office/drawing/2014/main" id="{252D5ECA-725C-40E5-B955-E7E2B4D95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148"/>
              <a:ext cx="45" cy="51"/>
            </a:xfrm>
            <a:custGeom>
              <a:avLst/>
              <a:gdLst>
                <a:gd name="T0" fmla="*/ 908 w 18"/>
                <a:gd name="T1" fmla="*/ 0 h 19"/>
                <a:gd name="T2" fmla="*/ 1770 w 18"/>
                <a:gd name="T3" fmla="*/ 222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9" y="0"/>
                  </a:moveTo>
                  <a:cubicBezTo>
                    <a:pt x="0" y="8"/>
                    <a:pt x="6" y="19"/>
                    <a:pt x="18" y="1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0" name="Freeform 398">
              <a:extLst>
                <a:ext uri="{FF2B5EF4-FFF2-40B4-BE49-F238E27FC236}">
                  <a16:creationId xmlns:a16="http://schemas.microsoft.com/office/drawing/2014/main" id="{67A17424-6510-410F-ACFB-0507C95A9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132"/>
              <a:ext cx="10" cy="48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242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3" y="5"/>
                    <a:pt x="4" y="13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1" name="Freeform 399">
              <a:extLst>
                <a:ext uri="{FF2B5EF4-FFF2-40B4-BE49-F238E27FC236}">
                  <a16:creationId xmlns:a16="http://schemas.microsoft.com/office/drawing/2014/main" id="{A049345E-6CD5-4CE7-9DC7-99D6EA26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159"/>
              <a:ext cx="25" cy="10"/>
            </a:xfrm>
            <a:custGeom>
              <a:avLst/>
              <a:gdLst>
                <a:gd name="T0" fmla="*/ 0 w 10"/>
                <a:gd name="T1" fmla="*/ 125 h 4"/>
                <a:gd name="T2" fmla="*/ 988 w 10"/>
                <a:gd name="T3" fmla="*/ 39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4" y="0"/>
                    <a:pt x="8" y="1"/>
                    <a:pt x="10" y="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2" name="Freeform 400">
              <a:extLst>
                <a:ext uri="{FF2B5EF4-FFF2-40B4-BE49-F238E27FC236}">
                  <a16:creationId xmlns:a16="http://schemas.microsoft.com/office/drawing/2014/main" id="{4ABE96C4-53A5-4935-8DF7-B8F6BC2F3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044"/>
              <a:ext cx="30" cy="69"/>
            </a:xfrm>
            <a:custGeom>
              <a:avLst/>
              <a:gdLst>
                <a:gd name="T0" fmla="*/ 783 w 12"/>
                <a:gd name="T1" fmla="*/ 0 h 26"/>
                <a:gd name="T2" fmla="*/ 1175 w 12"/>
                <a:gd name="T3" fmla="*/ 342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8" y="0"/>
                  </a:moveTo>
                  <a:cubicBezTo>
                    <a:pt x="0" y="7"/>
                    <a:pt x="1" y="23"/>
                    <a:pt x="12" y="2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3" name="Freeform 401">
              <a:extLst>
                <a:ext uri="{FF2B5EF4-FFF2-40B4-BE49-F238E27FC236}">
                  <a16:creationId xmlns:a16="http://schemas.microsoft.com/office/drawing/2014/main" id="{66287D38-A635-4DC6-AAA7-116DADFEE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097"/>
              <a:ext cx="30" cy="72"/>
            </a:xfrm>
            <a:custGeom>
              <a:avLst/>
              <a:gdLst>
                <a:gd name="T0" fmla="*/ 1095 w 12"/>
                <a:gd name="T1" fmla="*/ 0 h 27"/>
                <a:gd name="T2" fmla="*/ 1175 w 12"/>
                <a:gd name="T3" fmla="*/ 364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11" y="0"/>
                  </a:moveTo>
                  <a:cubicBezTo>
                    <a:pt x="4" y="7"/>
                    <a:pt x="0" y="22"/>
                    <a:pt x="12" y="2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4" name="Freeform 402">
              <a:extLst>
                <a:ext uri="{FF2B5EF4-FFF2-40B4-BE49-F238E27FC236}">
                  <a16:creationId xmlns:a16="http://schemas.microsoft.com/office/drawing/2014/main" id="{5D7CB319-E093-45DC-81E3-ECF911B6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073"/>
              <a:ext cx="20" cy="51"/>
            </a:xfrm>
            <a:custGeom>
              <a:avLst/>
              <a:gdLst>
                <a:gd name="T0" fmla="*/ 0 w 8"/>
                <a:gd name="T1" fmla="*/ 0 h 19"/>
                <a:gd name="T2" fmla="*/ 520 w 8"/>
                <a:gd name="T3" fmla="*/ 26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8" y="2"/>
                    <a:pt x="8" y="13"/>
                    <a:pt x="5" y="19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5" name="Freeform 403">
              <a:extLst>
                <a:ext uri="{FF2B5EF4-FFF2-40B4-BE49-F238E27FC236}">
                  <a16:creationId xmlns:a16="http://schemas.microsoft.com/office/drawing/2014/main" id="{8FB55239-ACBE-4F4D-866B-CE2EA5BA8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97"/>
              <a:ext cx="18" cy="6"/>
            </a:xfrm>
            <a:custGeom>
              <a:avLst/>
              <a:gdLst>
                <a:gd name="T0" fmla="*/ 0 w 7"/>
                <a:gd name="T1" fmla="*/ 486 h 2"/>
                <a:gd name="T2" fmla="*/ 779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6" name="Freeform 404">
              <a:extLst>
                <a:ext uri="{FF2B5EF4-FFF2-40B4-BE49-F238E27FC236}">
                  <a16:creationId xmlns:a16="http://schemas.microsoft.com/office/drawing/2014/main" id="{6FF58EC6-1E7F-4AC6-8634-074CCB210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039"/>
              <a:ext cx="42" cy="58"/>
            </a:xfrm>
            <a:custGeom>
              <a:avLst/>
              <a:gdLst>
                <a:gd name="T0" fmla="*/ 0 w 17"/>
                <a:gd name="T1" fmla="*/ 625 h 22"/>
                <a:gd name="T2" fmla="*/ 1495 w 17"/>
                <a:gd name="T3" fmla="*/ 280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5"/>
                  </a:moveTo>
                  <a:cubicBezTo>
                    <a:pt x="12" y="0"/>
                    <a:pt x="17" y="13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7" name="Freeform 405">
              <a:extLst>
                <a:ext uri="{FF2B5EF4-FFF2-40B4-BE49-F238E27FC236}">
                  <a16:creationId xmlns:a16="http://schemas.microsoft.com/office/drawing/2014/main" id="{9EC34656-4505-408D-97A5-F26932A71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015"/>
              <a:ext cx="47" cy="58"/>
            </a:xfrm>
            <a:custGeom>
              <a:avLst/>
              <a:gdLst>
                <a:gd name="T0" fmla="*/ 1756 w 19"/>
                <a:gd name="T1" fmla="*/ 862 h 22"/>
                <a:gd name="T2" fmla="*/ 257 w 19"/>
                <a:gd name="T3" fmla="*/ 280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19" y="7"/>
                  </a:moveTo>
                  <a:cubicBezTo>
                    <a:pt x="11" y="0"/>
                    <a:pt x="0" y="14"/>
                    <a:pt x="3" y="2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8" name="Freeform 406">
              <a:extLst>
                <a:ext uri="{FF2B5EF4-FFF2-40B4-BE49-F238E27FC236}">
                  <a16:creationId xmlns:a16="http://schemas.microsoft.com/office/drawing/2014/main" id="{2D6B51E5-D489-47CB-907A-659783683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28"/>
              <a:ext cx="30" cy="21"/>
            </a:xfrm>
            <a:custGeom>
              <a:avLst/>
              <a:gdLst>
                <a:gd name="T0" fmla="*/ 125 w 12"/>
                <a:gd name="T1" fmla="*/ 992 h 8"/>
                <a:gd name="T2" fmla="*/ 1175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" y="8"/>
                  </a:moveTo>
                  <a:cubicBezTo>
                    <a:pt x="0" y="2"/>
                    <a:pt x="7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9" name="Freeform 407">
              <a:extLst>
                <a:ext uri="{FF2B5EF4-FFF2-40B4-BE49-F238E27FC236}">
                  <a16:creationId xmlns:a16="http://schemas.microsoft.com/office/drawing/2014/main" id="{1CF0A293-002C-4281-A637-E284236DF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079"/>
              <a:ext cx="17" cy="45"/>
            </a:xfrm>
            <a:custGeom>
              <a:avLst/>
              <a:gdLst>
                <a:gd name="T0" fmla="*/ 0 w 7"/>
                <a:gd name="T1" fmla="*/ 0 h 17"/>
                <a:gd name="T2" fmla="*/ 0 w 7"/>
                <a:gd name="T3" fmla="*/ 220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7" y="3"/>
                    <a:pt x="5" y="1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0" name="Freeform 408">
              <a:extLst>
                <a:ext uri="{FF2B5EF4-FFF2-40B4-BE49-F238E27FC236}">
                  <a16:creationId xmlns:a16="http://schemas.microsoft.com/office/drawing/2014/main" id="{1BF0422A-CD67-4094-85E0-09CEC70BF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092"/>
              <a:ext cx="15" cy="5"/>
            </a:xfrm>
            <a:custGeom>
              <a:avLst/>
              <a:gdLst>
                <a:gd name="T0" fmla="*/ 0 w 6"/>
                <a:gd name="T1" fmla="*/ 208 h 2"/>
                <a:gd name="T2" fmla="*/ 5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1" name="Freeform 409">
              <a:extLst>
                <a:ext uri="{FF2B5EF4-FFF2-40B4-BE49-F238E27FC236}">
                  <a16:creationId xmlns:a16="http://schemas.microsoft.com/office/drawing/2014/main" id="{7CD4A889-0495-4CB5-AF97-1A9B6D44A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999"/>
              <a:ext cx="45" cy="88"/>
            </a:xfrm>
            <a:custGeom>
              <a:avLst/>
              <a:gdLst>
                <a:gd name="T0" fmla="*/ 595 w 18"/>
                <a:gd name="T1" fmla="*/ 0 h 33"/>
                <a:gd name="T2" fmla="*/ 1770 w 18"/>
                <a:gd name="T3" fmla="*/ 43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3">
                  <a:moveTo>
                    <a:pt x="6" y="0"/>
                  </a:moveTo>
                  <a:cubicBezTo>
                    <a:pt x="2" y="12"/>
                    <a:pt x="0" y="33"/>
                    <a:pt x="18" y="3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2" name="Freeform 410">
              <a:extLst>
                <a:ext uri="{FF2B5EF4-FFF2-40B4-BE49-F238E27FC236}">
                  <a16:creationId xmlns:a16="http://schemas.microsoft.com/office/drawing/2014/main" id="{9F401DBD-6563-4D6D-A9AC-96F23540F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057"/>
              <a:ext cx="37" cy="56"/>
            </a:xfrm>
            <a:custGeom>
              <a:avLst/>
              <a:gdLst>
                <a:gd name="T0" fmla="*/ 0 w 15"/>
                <a:gd name="T1" fmla="*/ 0 h 21"/>
                <a:gd name="T2" fmla="*/ 1364 w 15"/>
                <a:gd name="T3" fmla="*/ 227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1" y="9"/>
                    <a:pt x="3" y="21"/>
                    <a:pt x="15" y="1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" name="Freeform 411">
              <a:extLst>
                <a:ext uri="{FF2B5EF4-FFF2-40B4-BE49-F238E27FC236}">
                  <a16:creationId xmlns:a16="http://schemas.microsoft.com/office/drawing/2014/main" id="{F47528DB-4A8B-42D1-9AB6-BBA1B23A5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001"/>
              <a:ext cx="42" cy="70"/>
            </a:xfrm>
            <a:custGeom>
              <a:avLst/>
              <a:gdLst>
                <a:gd name="T0" fmla="*/ 0 w 17"/>
                <a:gd name="T1" fmla="*/ 0 h 26"/>
                <a:gd name="T2" fmla="*/ 1191 w 17"/>
                <a:gd name="T3" fmla="*/ 3667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11" y="3"/>
                    <a:pt x="17" y="16"/>
                    <a:pt x="13" y="2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4" name="Freeform 412">
              <a:extLst>
                <a:ext uri="{FF2B5EF4-FFF2-40B4-BE49-F238E27FC236}">
                  <a16:creationId xmlns:a16="http://schemas.microsoft.com/office/drawing/2014/main" id="{8ACEFF8A-25FF-4FDE-BAB9-3CE7238A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036"/>
              <a:ext cx="17" cy="8"/>
            </a:xfrm>
            <a:custGeom>
              <a:avLst/>
              <a:gdLst>
                <a:gd name="T0" fmla="*/ 0 w 7"/>
                <a:gd name="T1" fmla="*/ 248 h 3"/>
                <a:gd name="T2" fmla="*/ 590 w 7"/>
                <a:gd name="T3" fmla="*/ 39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3" y="0"/>
                    <a:pt x="5" y="1"/>
                    <a:pt x="7" y="3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5" name="Freeform 413">
              <a:extLst>
                <a:ext uri="{FF2B5EF4-FFF2-40B4-BE49-F238E27FC236}">
                  <a16:creationId xmlns:a16="http://schemas.microsoft.com/office/drawing/2014/main" id="{0539B1A7-BDD4-4139-A9DE-CD5EE1C80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007"/>
              <a:ext cx="80" cy="34"/>
            </a:xfrm>
            <a:custGeom>
              <a:avLst/>
              <a:gdLst>
                <a:gd name="T0" fmla="*/ 0 w 32"/>
                <a:gd name="T1" fmla="*/ 753 h 13"/>
                <a:gd name="T2" fmla="*/ 3125 w 32"/>
                <a:gd name="T3" fmla="*/ 159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0" y="6"/>
                  </a:moveTo>
                  <a:cubicBezTo>
                    <a:pt x="12" y="0"/>
                    <a:pt x="22" y="5"/>
                    <a:pt x="32" y="13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6" name="Freeform 414">
              <a:extLst>
                <a:ext uri="{FF2B5EF4-FFF2-40B4-BE49-F238E27FC236}">
                  <a16:creationId xmlns:a16="http://schemas.microsoft.com/office/drawing/2014/main" id="{8E558F62-043F-4722-B378-60FCF7DF0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028"/>
              <a:ext cx="53" cy="24"/>
            </a:xfrm>
            <a:custGeom>
              <a:avLst/>
              <a:gdLst>
                <a:gd name="T0" fmla="*/ 0 w 21"/>
                <a:gd name="T1" fmla="*/ 1216 h 9"/>
                <a:gd name="T2" fmla="*/ 2153 w 21"/>
                <a:gd name="T3" fmla="*/ 39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1"/>
                    <a:pt x="14" y="0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" name="Freeform 415">
              <a:extLst>
                <a:ext uri="{FF2B5EF4-FFF2-40B4-BE49-F238E27FC236}">
                  <a16:creationId xmlns:a16="http://schemas.microsoft.com/office/drawing/2014/main" id="{D157B131-7AE7-4124-9BCE-F1229084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092"/>
              <a:ext cx="70" cy="27"/>
            </a:xfrm>
            <a:custGeom>
              <a:avLst/>
              <a:gdLst>
                <a:gd name="T0" fmla="*/ 0 w 28"/>
                <a:gd name="T1" fmla="*/ 0 h 10"/>
                <a:gd name="T2" fmla="*/ 2738 w 28"/>
                <a:gd name="T3" fmla="*/ 59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0"/>
                  </a:moveTo>
                  <a:cubicBezTo>
                    <a:pt x="4" y="10"/>
                    <a:pt x="21" y="8"/>
                    <a:pt x="28" y="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8" name="Freeform 416">
              <a:extLst>
                <a:ext uri="{FF2B5EF4-FFF2-40B4-BE49-F238E27FC236}">
                  <a16:creationId xmlns:a16="http://schemas.microsoft.com/office/drawing/2014/main" id="{A4315ECF-78BB-4D1E-9DD2-F78F81126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087"/>
              <a:ext cx="47" cy="40"/>
            </a:xfrm>
            <a:custGeom>
              <a:avLst/>
              <a:gdLst>
                <a:gd name="T0" fmla="*/ 74 w 19"/>
                <a:gd name="T1" fmla="*/ 0 h 15"/>
                <a:gd name="T2" fmla="*/ 1756 w 19"/>
                <a:gd name="T3" fmla="*/ 187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1" y="0"/>
                  </a:moveTo>
                  <a:cubicBezTo>
                    <a:pt x="0" y="9"/>
                    <a:pt x="12" y="15"/>
                    <a:pt x="19" y="1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9" name="Freeform 417">
              <a:extLst>
                <a:ext uri="{FF2B5EF4-FFF2-40B4-BE49-F238E27FC236}">
                  <a16:creationId xmlns:a16="http://schemas.microsoft.com/office/drawing/2014/main" id="{58FC341C-4D3E-48B7-BB95-DEC452377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71"/>
              <a:ext cx="12" cy="32"/>
            </a:xfrm>
            <a:custGeom>
              <a:avLst/>
              <a:gdLst>
                <a:gd name="T0" fmla="*/ 0 w 5"/>
                <a:gd name="T1" fmla="*/ 0 h 12"/>
                <a:gd name="T2" fmla="*/ 403 w 5"/>
                <a:gd name="T3" fmla="*/ 161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3" y="4"/>
                    <a:pt x="5" y="8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0" name="Freeform 418">
              <a:extLst>
                <a:ext uri="{FF2B5EF4-FFF2-40B4-BE49-F238E27FC236}">
                  <a16:creationId xmlns:a16="http://schemas.microsoft.com/office/drawing/2014/main" id="{205FA5C7-E9C9-474B-A620-96D884BAA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079"/>
              <a:ext cx="15" cy="8"/>
            </a:xfrm>
            <a:custGeom>
              <a:avLst/>
              <a:gdLst>
                <a:gd name="T0" fmla="*/ 0 w 6"/>
                <a:gd name="T1" fmla="*/ 397 h 3"/>
                <a:gd name="T2" fmla="*/ 5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1" name="Freeform 419">
              <a:extLst>
                <a:ext uri="{FF2B5EF4-FFF2-40B4-BE49-F238E27FC236}">
                  <a16:creationId xmlns:a16="http://schemas.microsoft.com/office/drawing/2014/main" id="{C0F1E4DE-EEE4-4806-95CB-86F7378ED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009"/>
              <a:ext cx="80" cy="43"/>
            </a:xfrm>
            <a:custGeom>
              <a:avLst/>
              <a:gdLst>
                <a:gd name="T0" fmla="*/ 988 w 32"/>
                <a:gd name="T1" fmla="*/ 0 h 16"/>
                <a:gd name="T2" fmla="*/ 3125 w 32"/>
                <a:gd name="T3" fmla="*/ 197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6">
                  <a:moveTo>
                    <a:pt x="10" y="0"/>
                  </a:moveTo>
                  <a:cubicBezTo>
                    <a:pt x="0" y="13"/>
                    <a:pt x="25" y="16"/>
                    <a:pt x="32" y="1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2" name="Freeform 420">
              <a:extLst>
                <a:ext uri="{FF2B5EF4-FFF2-40B4-BE49-F238E27FC236}">
                  <a16:creationId xmlns:a16="http://schemas.microsoft.com/office/drawing/2014/main" id="{3ACF560E-13FD-42DA-AE82-507D9C22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020"/>
              <a:ext cx="62" cy="43"/>
            </a:xfrm>
            <a:custGeom>
              <a:avLst/>
              <a:gdLst>
                <a:gd name="T0" fmla="*/ 184 w 25"/>
                <a:gd name="T1" fmla="*/ 0 h 16"/>
                <a:gd name="T2" fmla="*/ 2349 w 25"/>
                <a:gd name="T3" fmla="*/ 18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2" y="0"/>
                  </a:moveTo>
                  <a:cubicBezTo>
                    <a:pt x="0" y="13"/>
                    <a:pt x="16" y="16"/>
                    <a:pt x="25" y="13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3" name="Freeform 421">
              <a:extLst>
                <a:ext uri="{FF2B5EF4-FFF2-40B4-BE49-F238E27FC236}">
                  <a16:creationId xmlns:a16="http://schemas.microsoft.com/office/drawing/2014/main" id="{745BFBB7-A718-4AC3-9F7B-A2C44B6B1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961"/>
              <a:ext cx="40" cy="62"/>
            </a:xfrm>
            <a:custGeom>
              <a:avLst/>
              <a:gdLst>
                <a:gd name="T0" fmla="*/ 0 w 16"/>
                <a:gd name="T1" fmla="*/ 0 h 23"/>
                <a:gd name="T2" fmla="*/ 1563 w 16"/>
                <a:gd name="T3" fmla="*/ 327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cubicBezTo>
                    <a:pt x="13" y="4"/>
                    <a:pt x="14" y="10"/>
                    <a:pt x="16" y="23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4" name="Freeform 422">
              <a:extLst>
                <a:ext uri="{FF2B5EF4-FFF2-40B4-BE49-F238E27FC236}">
                  <a16:creationId xmlns:a16="http://schemas.microsoft.com/office/drawing/2014/main" id="{63EB39FA-89CE-4FD9-B52C-D723E988A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983"/>
              <a:ext cx="32" cy="10"/>
            </a:xfrm>
            <a:custGeom>
              <a:avLst/>
              <a:gdLst>
                <a:gd name="T0" fmla="*/ 0 w 13"/>
                <a:gd name="T1" fmla="*/ 395 h 4"/>
                <a:gd name="T2" fmla="*/ 1177 w 13"/>
                <a:gd name="T3" fmla="*/ 1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4" y="1"/>
                    <a:pt x="8" y="0"/>
                    <a:pt x="13" y="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5" name="Freeform 423">
              <a:extLst>
                <a:ext uri="{FF2B5EF4-FFF2-40B4-BE49-F238E27FC236}">
                  <a16:creationId xmlns:a16="http://schemas.microsoft.com/office/drawing/2014/main" id="{5845700F-FC06-47EE-88CC-6C96FC05E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007"/>
              <a:ext cx="32" cy="64"/>
            </a:xfrm>
            <a:custGeom>
              <a:avLst/>
              <a:gdLst>
                <a:gd name="T0" fmla="*/ 734 w 13"/>
                <a:gd name="T1" fmla="*/ 0 h 24"/>
                <a:gd name="T2" fmla="*/ 0 w 13"/>
                <a:gd name="T3" fmla="*/ 32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">
                  <a:moveTo>
                    <a:pt x="8" y="0"/>
                  </a:moveTo>
                  <a:cubicBezTo>
                    <a:pt x="12" y="9"/>
                    <a:pt x="13" y="22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6" name="Freeform 424">
              <a:extLst>
                <a:ext uri="{FF2B5EF4-FFF2-40B4-BE49-F238E27FC236}">
                  <a16:creationId xmlns:a16="http://schemas.microsoft.com/office/drawing/2014/main" id="{84C1671F-8E5A-465E-8FE4-7CDC5EB24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921"/>
              <a:ext cx="58" cy="46"/>
            </a:xfrm>
            <a:custGeom>
              <a:avLst/>
              <a:gdLst>
                <a:gd name="T0" fmla="*/ 209 w 23"/>
                <a:gd name="T1" fmla="*/ 0 h 17"/>
                <a:gd name="T2" fmla="*/ 2340 w 23"/>
                <a:gd name="T3" fmla="*/ 246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2" y="0"/>
                  </a:moveTo>
                  <a:cubicBezTo>
                    <a:pt x="0" y="12"/>
                    <a:pt x="13" y="17"/>
                    <a:pt x="23" y="1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7" name="Freeform 425">
              <a:extLst>
                <a:ext uri="{FF2B5EF4-FFF2-40B4-BE49-F238E27FC236}">
                  <a16:creationId xmlns:a16="http://schemas.microsoft.com/office/drawing/2014/main" id="{A0ABEC19-2F37-4D47-A9A8-E07670F6B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948"/>
              <a:ext cx="38" cy="51"/>
            </a:xfrm>
            <a:custGeom>
              <a:avLst/>
              <a:gdLst>
                <a:gd name="T0" fmla="*/ 405 w 15"/>
                <a:gd name="T1" fmla="*/ 0 h 19"/>
                <a:gd name="T2" fmla="*/ 1561 w 15"/>
                <a:gd name="T3" fmla="*/ 249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4" y="0"/>
                  </a:moveTo>
                  <a:cubicBezTo>
                    <a:pt x="0" y="8"/>
                    <a:pt x="6" y="19"/>
                    <a:pt x="15" y="18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8" name="Freeform 426">
              <a:extLst>
                <a:ext uri="{FF2B5EF4-FFF2-40B4-BE49-F238E27FC236}">
                  <a16:creationId xmlns:a16="http://schemas.microsoft.com/office/drawing/2014/main" id="{519C41A9-5734-45F1-BB77-A8888F5E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927"/>
              <a:ext cx="35" cy="42"/>
            </a:xfrm>
            <a:custGeom>
              <a:avLst/>
              <a:gdLst>
                <a:gd name="T0" fmla="*/ 0 w 14"/>
                <a:gd name="T1" fmla="*/ 0 h 16"/>
                <a:gd name="T2" fmla="*/ 1300 w 14"/>
                <a:gd name="T3" fmla="*/ 199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10" y="1"/>
                    <a:pt x="14" y="7"/>
                    <a:pt x="13" y="1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9" name="Freeform 427">
              <a:extLst>
                <a:ext uri="{FF2B5EF4-FFF2-40B4-BE49-F238E27FC236}">
                  <a16:creationId xmlns:a16="http://schemas.microsoft.com/office/drawing/2014/main" id="{11DDBE6D-51D5-4731-99F2-BFA028D81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937"/>
              <a:ext cx="22" cy="8"/>
            </a:xfrm>
            <a:custGeom>
              <a:avLst/>
              <a:gdLst>
                <a:gd name="T0" fmla="*/ 0 w 9"/>
                <a:gd name="T1" fmla="*/ 397 h 3"/>
                <a:gd name="T2" fmla="*/ 79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0" name="Freeform 428">
              <a:extLst>
                <a:ext uri="{FF2B5EF4-FFF2-40B4-BE49-F238E27FC236}">
                  <a16:creationId xmlns:a16="http://schemas.microsoft.com/office/drawing/2014/main" id="{A8D5E703-3A34-4642-B729-17777932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665"/>
              <a:ext cx="37" cy="19"/>
            </a:xfrm>
            <a:custGeom>
              <a:avLst/>
              <a:gdLst>
                <a:gd name="T0" fmla="*/ 0 w 15"/>
                <a:gd name="T1" fmla="*/ 1040 h 7"/>
                <a:gd name="T2" fmla="*/ 1364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5" y="7"/>
                    <a:pt x="10" y="2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1" name="Freeform 429">
              <a:extLst>
                <a:ext uri="{FF2B5EF4-FFF2-40B4-BE49-F238E27FC236}">
                  <a16:creationId xmlns:a16="http://schemas.microsoft.com/office/drawing/2014/main" id="{A7B14587-20C9-4210-8234-9DE1179D3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743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395 w 4"/>
                <a:gd name="T3" fmla="*/ 161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0" y="4"/>
                    <a:pt x="1" y="9"/>
                    <a:pt x="4" y="12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2" name="Freeform 430">
              <a:extLst>
                <a:ext uri="{FF2B5EF4-FFF2-40B4-BE49-F238E27FC236}">
                  <a16:creationId xmlns:a16="http://schemas.microsoft.com/office/drawing/2014/main" id="{354A12A2-F20F-4CA6-8ED1-09271F760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772"/>
              <a:ext cx="15" cy="19"/>
            </a:xfrm>
            <a:custGeom>
              <a:avLst/>
              <a:gdLst>
                <a:gd name="T0" fmla="*/ 0 w 6"/>
                <a:gd name="T1" fmla="*/ 1040 h 7"/>
                <a:gd name="T2" fmla="*/ 5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5"/>
                    <a:pt x="4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3" name="Freeform 431">
              <a:extLst>
                <a:ext uri="{FF2B5EF4-FFF2-40B4-BE49-F238E27FC236}">
                  <a16:creationId xmlns:a16="http://schemas.microsoft.com/office/drawing/2014/main" id="{B2368975-8626-4620-AE26-D3F74B3CF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748"/>
              <a:ext cx="13" cy="11"/>
            </a:xfrm>
            <a:custGeom>
              <a:avLst/>
              <a:gdLst>
                <a:gd name="T0" fmla="*/ 0 w 5"/>
                <a:gd name="T1" fmla="*/ 627 h 4"/>
                <a:gd name="T2" fmla="*/ 595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4" name="Freeform 432">
              <a:extLst>
                <a:ext uri="{FF2B5EF4-FFF2-40B4-BE49-F238E27FC236}">
                  <a16:creationId xmlns:a16="http://schemas.microsoft.com/office/drawing/2014/main" id="{52184B37-F97B-4122-A52F-04C62657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612"/>
              <a:ext cx="15" cy="24"/>
            </a:xfrm>
            <a:custGeom>
              <a:avLst/>
              <a:gdLst>
                <a:gd name="T0" fmla="*/ 595 w 6"/>
                <a:gd name="T1" fmla="*/ 0 h 9"/>
                <a:gd name="T2" fmla="*/ 0 w 6"/>
                <a:gd name="T3" fmla="*/ 12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3"/>
                    <a:pt x="2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5" name="Freeform 433">
              <a:extLst>
                <a:ext uri="{FF2B5EF4-FFF2-40B4-BE49-F238E27FC236}">
                  <a16:creationId xmlns:a16="http://schemas.microsoft.com/office/drawing/2014/main" id="{556F698C-1C21-462A-9998-6A061AC47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599"/>
              <a:ext cx="30" cy="18"/>
            </a:xfrm>
            <a:custGeom>
              <a:avLst/>
              <a:gdLst>
                <a:gd name="T0" fmla="*/ 0 w 12"/>
                <a:gd name="T1" fmla="*/ 0 h 7"/>
                <a:gd name="T2" fmla="*/ 1175 w 12"/>
                <a:gd name="T3" fmla="*/ 77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3" y="4"/>
                    <a:pt x="7" y="6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6" name="Freeform 434">
              <a:extLst>
                <a:ext uri="{FF2B5EF4-FFF2-40B4-BE49-F238E27FC236}">
                  <a16:creationId xmlns:a16="http://schemas.microsoft.com/office/drawing/2014/main" id="{ED3E63CF-FF31-465A-BA3A-F64F960BE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564"/>
              <a:ext cx="18" cy="16"/>
            </a:xfrm>
            <a:custGeom>
              <a:avLst/>
              <a:gdLst>
                <a:gd name="T0" fmla="*/ 0 w 7"/>
                <a:gd name="T1" fmla="*/ 0 h 6"/>
                <a:gd name="T2" fmla="*/ 779 w 7"/>
                <a:gd name="T3" fmla="*/ 81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1"/>
                    <a:pt x="5" y="4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7" name="Freeform 435">
              <a:extLst>
                <a:ext uri="{FF2B5EF4-FFF2-40B4-BE49-F238E27FC236}">
                  <a16:creationId xmlns:a16="http://schemas.microsoft.com/office/drawing/2014/main" id="{A9992CC1-625F-4D40-82D1-39BCA9356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687"/>
              <a:ext cx="25" cy="5"/>
            </a:xfrm>
            <a:custGeom>
              <a:avLst/>
              <a:gdLst>
                <a:gd name="T0" fmla="*/ 0 w 10"/>
                <a:gd name="T1" fmla="*/ 0 h 2"/>
                <a:gd name="T2" fmla="*/ 988 w 10"/>
                <a:gd name="T3" fmla="*/ 12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1"/>
                    <a:pt x="7" y="2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8" name="Freeform 436">
              <a:extLst>
                <a:ext uri="{FF2B5EF4-FFF2-40B4-BE49-F238E27FC236}">
                  <a16:creationId xmlns:a16="http://schemas.microsoft.com/office/drawing/2014/main" id="{B799C386-E4A1-4432-9699-A5D73A390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833"/>
              <a:ext cx="30" cy="22"/>
            </a:xfrm>
            <a:custGeom>
              <a:avLst/>
              <a:gdLst>
                <a:gd name="T0" fmla="*/ 0 w 12"/>
                <a:gd name="T1" fmla="*/ 1271 h 8"/>
                <a:gd name="T2" fmla="*/ 1175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4" y="7"/>
                    <a:pt x="10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9" name="Freeform 437">
              <a:extLst>
                <a:ext uri="{FF2B5EF4-FFF2-40B4-BE49-F238E27FC236}">
                  <a16:creationId xmlns:a16="http://schemas.microsoft.com/office/drawing/2014/main" id="{B9C78D87-4C96-4BB6-82E5-0F8904090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617"/>
              <a:ext cx="42" cy="56"/>
            </a:xfrm>
            <a:custGeom>
              <a:avLst/>
              <a:gdLst>
                <a:gd name="T0" fmla="*/ 1295 w 17"/>
                <a:gd name="T1" fmla="*/ 0 h 21"/>
                <a:gd name="T2" fmla="*/ 1569 w 17"/>
                <a:gd name="T3" fmla="*/ 17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14" y="0"/>
                  </a:moveTo>
                  <a:cubicBezTo>
                    <a:pt x="0" y="3"/>
                    <a:pt x="3" y="21"/>
                    <a:pt x="17" y="13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0" name="Freeform 438">
              <a:extLst>
                <a:ext uri="{FF2B5EF4-FFF2-40B4-BE49-F238E27FC236}">
                  <a16:creationId xmlns:a16="http://schemas.microsoft.com/office/drawing/2014/main" id="{4A8DC6B9-E3B1-4344-97A3-17DB70D7A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740"/>
              <a:ext cx="37" cy="3"/>
            </a:xfrm>
            <a:custGeom>
              <a:avLst/>
              <a:gdLst>
                <a:gd name="T0" fmla="*/ 0 w 15"/>
                <a:gd name="T1" fmla="*/ 0 h 1"/>
                <a:gd name="T2" fmla="*/ 1364 w 15"/>
                <a:gd name="T3" fmla="*/ 243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1"/>
                    <a:pt x="10" y="1"/>
                    <a:pt x="15" y="1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1" name="Freeform 439">
              <a:extLst>
                <a:ext uri="{FF2B5EF4-FFF2-40B4-BE49-F238E27FC236}">
                  <a16:creationId xmlns:a16="http://schemas.microsoft.com/office/drawing/2014/main" id="{8ED70183-DDAD-4920-A29B-03AECF9B7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791"/>
              <a:ext cx="5" cy="34"/>
            </a:xfrm>
            <a:custGeom>
              <a:avLst/>
              <a:gdLst>
                <a:gd name="T0" fmla="*/ 125 w 2"/>
                <a:gd name="T1" fmla="*/ 0 h 13"/>
                <a:gd name="T2" fmla="*/ 208 w 2"/>
                <a:gd name="T3" fmla="*/ 159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1" y="0"/>
                  </a:moveTo>
                  <a:cubicBezTo>
                    <a:pt x="0" y="4"/>
                    <a:pt x="0" y="10"/>
                    <a:pt x="2" y="13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2" name="Freeform 440">
              <a:extLst>
                <a:ext uri="{FF2B5EF4-FFF2-40B4-BE49-F238E27FC236}">
                  <a16:creationId xmlns:a16="http://schemas.microsoft.com/office/drawing/2014/main" id="{BFEBF73E-651D-4EA6-9802-CD7696041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889"/>
              <a:ext cx="10" cy="22"/>
            </a:xfrm>
            <a:custGeom>
              <a:avLst/>
              <a:gdLst>
                <a:gd name="T0" fmla="*/ 395 w 4"/>
                <a:gd name="T1" fmla="*/ 1271 h 8"/>
                <a:gd name="T2" fmla="*/ 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1" y="6"/>
                    <a:pt x="0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3" name="Freeform 441">
              <a:extLst>
                <a:ext uri="{FF2B5EF4-FFF2-40B4-BE49-F238E27FC236}">
                  <a16:creationId xmlns:a16="http://schemas.microsoft.com/office/drawing/2014/main" id="{7F6731D8-A4A4-4066-84E1-F71285D31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716"/>
              <a:ext cx="33" cy="11"/>
            </a:xfrm>
            <a:custGeom>
              <a:avLst/>
              <a:gdLst>
                <a:gd name="T0" fmla="*/ 0 w 13"/>
                <a:gd name="T1" fmla="*/ 627 h 4"/>
                <a:gd name="T2" fmla="*/ 1373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5" y="3"/>
                    <a:pt x="9" y="1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4" name="Freeform 442">
              <a:extLst>
                <a:ext uri="{FF2B5EF4-FFF2-40B4-BE49-F238E27FC236}">
                  <a16:creationId xmlns:a16="http://schemas.microsoft.com/office/drawing/2014/main" id="{C7B00756-0DD9-4254-A22D-F19A4702B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745"/>
              <a:ext cx="15" cy="32"/>
            </a:xfrm>
            <a:custGeom>
              <a:avLst/>
              <a:gdLst>
                <a:gd name="T0" fmla="*/ 595 w 6"/>
                <a:gd name="T1" fmla="*/ 0 h 12"/>
                <a:gd name="T2" fmla="*/ 0 w 6"/>
                <a:gd name="T3" fmla="*/ 161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2" y="3"/>
                    <a:pt x="1" y="8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5" name="Freeform 443">
              <a:extLst>
                <a:ext uri="{FF2B5EF4-FFF2-40B4-BE49-F238E27FC236}">
                  <a16:creationId xmlns:a16="http://schemas.microsoft.com/office/drawing/2014/main" id="{4F27E5BE-EF1F-4DF3-873B-9E85C79C3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551"/>
              <a:ext cx="35" cy="16"/>
            </a:xfrm>
            <a:custGeom>
              <a:avLst/>
              <a:gdLst>
                <a:gd name="T0" fmla="*/ 0 w 14"/>
                <a:gd name="T1" fmla="*/ 0 h 6"/>
                <a:gd name="T2" fmla="*/ 1375 w 14"/>
                <a:gd name="T3" fmla="*/ 81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3" y="5"/>
                    <a:pt x="9" y="5"/>
                    <a:pt x="14" y="6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6" name="Freeform 444">
              <a:extLst>
                <a:ext uri="{FF2B5EF4-FFF2-40B4-BE49-F238E27FC236}">
                  <a16:creationId xmlns:a16="http://schemas.microsoft.com/office/drawing/2014/main" id="{063327F4-2795-4906-8B2E-7897439FC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559"/>
              <a:ext cx="37" cy="8"/>
            </a:xfrm>
            <a:custGeom>
              <a:avLst/>
              <a:gdLst>
                <a:gd name="T0" fmla="*/ 0 w 15"/>
                <a:gd name="T1" fmla="*/ 0 h 3"/>
                <a:gd name="T2" fmla="*/ 1364 w 15"/>
                <a:gd name="T3" fmla="*/ 39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0"/>
                  </a:moveTo>
                  <a:cubicBezTo>
                    <a:pt x="5" y="1"/>
                    <a:pt x="10" y="3"/>
                    <a:pt x="15" y="3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7" name="Freeform 445">
              <a:extLst>
                <a:ext uri="{FF2B5EF4-FFF2-40B4-BE49-F238E27FC236}">
                  <a16:creationId xmlns:a16="http://schemas.microsoft.com/office/drawing/2014/main" id="{079BA073-36D5-4E2D-ABC1-EB39BF14F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537"/>
              <a:ext cx="15" cy="19"/>
            </a:xfrm>
            <a:custGeom>
              <a:avLst/>
              <a:gdLst>
                <a:gd name="T0" fmla="*/ 125 w 6"/>
                <a:gd name="T1" fmla="*/ 1040 h 7"/>
                <a:gd name="T2" fmla="*/ 5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0" y="3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8" name="Freeform 446">
              <a:extLst>
                <a:ext uri="{FF2B5EF4-FFF2-40B4-BE49-F238E27FC236}">
                  <a16:creationId xmlns:a16="http://schemas.microsoft.com/office/drawing/2014/main" id="{C55552D1-B88A-4647-9CE8-1E4EC8CDC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449"/>
              <a:ext cx="28" cy="19"/>
            </a:xfrm>
            <a:custGeom>
              <a:avLst/>
              <a:gdLst>
                <a:gd name="T0" fmla="*/ 1173 w 11"/>
                <a:gd name="T1" fmla="*/ 0 h 7"/>
                <a:gd name="T2" fmla="*/ 0 w 11"/>
                <a:gd name="T3" fmla="*/ 104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7" y="2"/>
                    <a:pt x="3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9" name="Freeform 447">
              <a:extLst>
                <a:ext uri="{FF2B5EF4-FFF2-40B4-BE49-F238E27FC236}">
                  <a16:creationId xmlns:a16="http://schemas.microsoft.com/office/drawing/2014/main" id="{9B09D6BE-D953-4F1E-9BCA-4C3ED3ED6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548"/>
              <a:ext cx="12" cy="27"/>
            </a:xfrm>
            <a:custGeom>
              <a:avLst/>
              <a:gdLst>
                <a:gd name="T0" fmla="*/ 403 w 5"/>
                <a:gd name="T1" fmla="*/ 0 h 10"/>
                <a:gd name="T2" fmla="*/ 0 w 5"/>
                <a:gd name="T3" fmla="*/ 143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2" y="3"/>
                    <a:pt x="1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0" name="Freeform 448">
              <a:extLst>
                <a:ext uri="{FF2B5EF4-FFF2-40B4-BE49-F238E27FC236}">
                  <a16:creationId xmlns:a16="http://schemas.microsoft.com/office/drawing/2014/main" id="{2C223B0C-C3EC-4B02-AADB-57D0780D2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620"/>
              <a:ext cx="7" cy="32"/>
            </a:xfrm>
            <a:custGeom>
              <a:avLst/>
              <a:gdLst>
                <a:gd name="T0" fmla="*/ 0 w 3"/>
                <a:gd name="T1" fmla="*/ 1613 h 12"/>
                <a:gd name="T2" fmla="*/ 201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2" y="8"/>
                    <a:pt x="2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1" name="Freeform 449">
              <a:extLst>
                <a:ext uri="{FF2B5EF4-FFF2-40B4-BE49-F238E27FC236}">
                  <a16:creationId xmlns:a16="http://schemas.microsoft.com/office/drawing/2014/main" id="{419EFC8D-0E22-4947-A1A0-E951AD5B5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927"/>
              <a:ext cx="5" cy="10"/>
            </a:xfrm>
            <a:custGeom>
              <a:avLst/>
              <a:gdLst>
                <a:gd name="T0" fmla="*/ 208 w 2"/>
                <a:gd name="T1" fmla="*/ 125 h 4"/>
                <a:gd name="T2" fmla="*/ 0 w 2"/>
                <a:gd name="T3" fmla="*/ 39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1"/>
                  </a:moveTo>
                  <a:cubicBezTo>
                    <a:pt x="0" y="0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2" name="Freeform 450">
              <a:extLst>
                <a:ext uri="{FF2B5EF4-FFF2-40B4-BE49-F238E27FC236}">
                  <a16:creationId xmlns:a16="http://schemas.microsoft.com/office/drawing/2014/main" id="{B59EEAA4-2333-4B42-BA67-F8D184179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959"/>
              <a:ext cx="15" cy="26"/>
            </a:xfrm>
            <a:custGeom>
              <a:avLst/>
              <a:gdLst>
                <a:gd name="T0" fmla="*/ 595 w 6"/>
                <a:gd name="T1" fmla="*/ 0 h 10"/>
                <a:gd name="T2" fmla="*/ 0 w 6"/>
                <a:gd name="T3" fmla="*/ 119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3" y="3"/>
                    <a:pt x="1" y="6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3" name="Freeform 451">
              <a:extLst>
                <a:ext uri="{FF2B5EF4-FFF2-40B4-BE49-F238E27FC236}">
                  <a16:creationId xmlns:a16="http://schemas.microsoft.com/office/drawing/2014/main" id="{AEDD0A64-867A-4D2E-9CB5-5D752CBF5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967"/>
              <a:ext cx="13" cy="34"/>
            </a:xfrm>
            <a:custGeom>
              <a:avLst/>
              <a:gdLst>
                <a:gd name="T0" fmla="*/ 0 w 5"/>
                <a:gd name="T1" fmla="*/ 0 h 13"/>
                <a:gd name="T2" fmla="*/ 595 w 5"/>
                <a:gd name="T3" fmla="*/ 159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1" y="5"/>
                    <a:pt x="1" y="10"/>
                    <a:pt x="5" y="13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4" name="Freeform 452">
              <a:extLst>
                <a:ext uri="{FF2B5EF4-FFF2-40B4-BE49-F238E27FC236}">
                  <a16:creationId xmlns:a16="http://schemas.microsoft.com/office/drawing/2014/main" id="{5983E2DF-EB28-4486-B459-1DF8CCD77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025"/>
              <a:ext cx="35" cy="14"/>
            </a:xfrm>
            <a:custGeom>
              <a:avLst/>
              <a:gdLst>
                <a:gd name="T0" fmla="*/ 0 w 14"/>
                <a:gd name="T1" fmla="*/ 0 h 5"/>
                <a:gd name="T2" fmla="*/ 1375 w 14"/>
                <a:gd name="T3" fmla="*/ 37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3" y="5"/>
                    <a:pt x="10" y="3"/>
                    <a:pt x="14" y="2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5" name="Freeform 453">
              <a:extLst>
                <a:ext uri="{FF2B5EF4-FFF2-40B4-BE49-F238E27FC236}">
                  <a16:creationId xmlns:a16="http://schemas.microsoft.com/office/drawing/2014/main" id="{0DCEE4E7-CF08-411F-A851-B1D160B17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001"/>
              <a:ext cx="45" cy="30"/>
            </a:xfrm>
            <a:custGeom>
              <a:avLst/>
              <a:gdLst>
                <a:gd name="T0" fmla="*/ 595 w 18"/>
                <a:gd name="T1" fmla="*/ 0 h 11"/>
                <a:gd name="T2" fmla="*/ 208 w 18"/>
                <a:gd name="T3" fmla="*/ 1666 h 11"/>
                <a:gd name="T4" fmla="*/ 1770 w 18"/>
                <a:gd name="T5" fmla="*/ 6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6" y="0"/>
                  </a:moveTo>
                  <a:cubicBezTo>
                    <a:pt x="3" y="3"/>
                    <a:pt x="0" y="7"/>
                    <a:pt x="2" y="11"/>
                  </a:cubicBezTo>
                  <a:cubicBezTo>
                    <a:pt x="8" y="11"/>
                    <a:pt x="14" y="8"/>
                    <a:pt x="18" y="4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6" name="Freeform 454">
              <a:extLst>
                <a:ext uri="{FF2B5EF4-FFF2-40B4-BE49-F238E27FC236}">
                  <a16:creationId xmlns:a16="http://schemas.microsoft.com/office/drawing/2014/main" id="{1A6E39B5-CAF3-4789-B4D1-8211B617B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012"/>
              <a:ext cx="18" cy="21"/>
            </a:xfrm>
            <a:custGeom>
              <a:avLst/>
              <a:gdLst>
                <a:gd name="T0" fmla="*/ 0 w 7"/>
                <a:gd name="T1" fmla="*/ 0 h 8"/>
                <a:gd name="T2" fmla="*/ 779 w 7"/>
                <a:gd name="T3" fmla="*/ 9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2" y="4"/>
                    <a:pt x="5" y="5"/>
                    <a:pt x="7" y="8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7" name="Freeform 455">
              <a:extLst>
                <a:ext uri="{FF2B5EF4-FFF2-40B4-BE49-F238E27FC236}">
                  <a16:creationId xmlns:a16="http://schemas.microsoft.com/office/drawing/2014/main" id="{4D58A204-75E6-4A75-8993-5594D6F6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065"/>
              <a:ext cx="20" cy="8"/>
            </a:xfrm>
            <a:custGeom>
              <a:avLst/>
              <a:gdLst>
                <a:gd name="T0" fmla="*/ 0 w 8"/>
                <a:gd name="T1" fmla="*/ 0 h 3"/>
                <a:gd name="T2" fmla="*/ 783 w 8"/>
                <a:gd name="T3" fmla="*/ 39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8" name="Freeform 456">
              <a:extLst>
                <a:ext uri="{FF2B5EF4-FFF2-40B4-BE49-F238E27FC236}">
                  <a16:creationId xmlns:a16="http://schemas.microsoft.com/office/drawing/2014/main" id="{75F59044-E0E4-46E5-8217-52A6B476B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071"/>
              <a:ext cx="27" cy="18"/>
            </a:xfrm>
            <a:custGeom>
              <a:avLst/>
              <a:gdLst>
                <a:gd name="T0" fmla="*/ 0 w 11"/>
                <a:gd name="T1" fmla="*/ 779 h 7"/>
                <a:gd name="T2" fmla="*/ 977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5"/>
                    <a:pt x="7" y="3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9" name="Freeform 457">
              <a:extLst>
                <a:ext uri="{FF2B5EF4-FFF2-40B4-BE49-F238E27FC236}">
                  <a16:creationId xmlns:a16="http://schemas.microsoft.com/office/drawing/2014/main" id="{A877A396-98AF-479D-8D61-A7B53A88F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100"/>
              <a:ext cx="18" cy="13"/>
            </a:xfrm>
            <a:custGeom>
              <a:avLst/>
              <a:gdLst>
                <a:gd name="T0" fmla="*/ 0 w 7"/>
                <a:gd name="T1" fmla="*/ 595 h 5"/>
                <a:gd name="T2" fmla="*/ 779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0" name="Freeform 458">
              <a:extLst>
                <a:ext uri="{FF2B5EF4-FFF2-40B4-BE49-F238E27FC236}">
                  <a16:creationId xmlns:a16="http://schemas.microsoft.com/office/drawing/2014/main" id="{802149F6-A294-4977-8D35-A3396E7EB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233"/>
              <a:ext cx="15" cy="40"/>
            </a:xfrm>
            <a:custGeom>
              <a:avLst/>
              <a:gdLst>
                <a:gd name="T0" fmla="*/ 0 w 6"/>
                <a:gd name="T1" fmla="*/ 0 h 15"/>
                <a:gd name="T2" fmla="*/ 595 w 6"/>
                <a:gd name="T3" fmla="*/ 20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5"/>
                    <a:pt x="4" y="10"/>
                    <a:pt x="6" y="15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1" name="Freeform 459">
              <a:extLst>
                <a:ext uri="{FF2B5EF4-FFF2-40B4-BE49-F238E27FC236}">
                  <a16:creationId xmlns:a16="http://schemas.microsoft.com/office/drawing/2014/main" id="{D5923D27-A33E-46DA-8E36-11D7C97A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332"/>
              <a:ext cx="33" cy="11"/>
            </a:xfrm>
            <a:custGeom>
              <a:avLst/>
              <a:gdLst>
                <a:gd name="T0" fmla="*/ 0 w 13"/>
                <a:gd name="T1" fmla="*/ 0 h 4"/>
                <a:gd name="T2" fmla="*/ 1373 w 13"/>
                <a:gd name="T3" fmla="*/ 46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2" y="4"/>
                    <a:pt x="8" y="3"/>
                    <a:pt x="13" y="3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2" name="Freeform 460">
              <a:extLst>
                <a:ext uri="{FF2B5EF4-FFF2-40B4-BE49-F238E27FC236}">
                  <a16:creationId xmlns:a16="http://schemas.microsoft.com/office/drawing/2014/main" id="{A3B96DA8-3965-40F3-BB8E-2E71E5EA7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145"/>
              <a:ext cx="10" cy="8"/>
            </a:xfrm>
            <a:custGeom>
              <a:avLst/>
              <a:gdLst>
                <a:gd name="T0" fmla="*/ 0 w 4"/>
                <a:gd name="T1" fmla="*/ 0 h 3"/>
                <a:gd name="T2" fmla="*/ 395 w 4"/>
                <a:gd name="T3" fmla="*/ 39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3" y="2"/>
                    <a:pt x="4" y="3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3" name="Freeform 461">
              <a:extLst>
                <a:ext uri="{FF2B5EF4-FFF2-40B4-BE49-F238E27FC236}">
                  <a16:creationId xmlns:a16="http://schemas.microsoft.com/office/drawing/2014/main" id="{89E4ADFF-8430-40B8-9DD0-198805A05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148"/>
              <a:ext cx="20" cy="5"/>
            </a:xfrm>
            <a:custGeom>
              <a:avLst/>
              <a:gdLst>
                <a:gd name="T0" fmla="*/ 0 w 8"/>
                <a:gd name="T1" fmla="*/ 125 h 2"/>
                <a:gd name="T2" fmla="*/ 783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3" y="2"/>
                    <a:pt x="6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4" name="Freeform 462">
              <a:extLst>
                <a:ext uri="{FF2B5EF4-FFF2-40B4-BE49-F238E27FC236}">
                  <a16:creationId xmlns:a16="http://schemas.microsoft.com/office/drawing/2014/main" id="{BB563775-28B3-4393-B21C-C817EA8A1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407"/>
              <a:ext cx="15" cy="21"/>
            </a:xfrm>
            <a:custGeom>
              <a:avLst/>
              <a:gdLst>
                <a:gd name="T0" fmla="*/ 595 w 6"/>
                <a:gd name="T1" fmla="*/ 0 h 8"/>
                <a:gd name="T2" fmla="*/ 0 w 6"/>
                <a:gd name="T3" fmla="*/ 9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2"/>
                    <a:pt x="2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5" name="Freeform 463">
              <a:extLst>
                <a:ext uri="{FF2B5EF4-FFF2-40B4-BE49-F238E27FC236}">
                  <a16:creationId xmlns:a16="http://schemas.microsoft.com/office/drawing/2014/main" id="{3A7D481B-5813-402D-A864-D4B3BFDA5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836"/>
              <a:ext cx="17" cy="16"/>
            </a:xfrm>
            <a:custGeom>
              <a:avLst/>
              <a:gdLst>
                <a:gd name="T0" fmla="*/ 0 w 7"/>
                <a:gd name="T1" fmla="*/ 819 h 6"/>
                <a:gd name="T2" fmla="*/ 59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3" y="4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6" name="Freeform 464">
              <a:extLst>
                <a:ext uri="{FF2B5EF4-FFF2-40B4-BE49-F238E27FC236}">
                  <a16:creationId xmlns:a16="http://schemas.microsoft.com/office/drawing/2014/main" id="{A50B8BFC-7530-469F-A702-585607F0D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673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988 w 10"/>
                <a:gd name="T3" fmla="*/ 143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0" y="6"/>
                    <a:pt x="5" y="9"/>
                    <a:pt x="10" y="1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7" name="Freeform 465">
              <a:extLst>
                <a:ext uri="{FF2B5EF4-FFF2-40B4-BE49-F238E27FC236}">
                  <a16:creationId xmlns:a16="http://schemas.microsoft.com/office/drawing/2014/main" id="{53609D7D-235C-406A-B2FF-844C00CA0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769"/>
              <a:ext cx="12" cy="38"/>
            </a:xfrm>
            <a:custGeom>
              <a:avLst/>
              <a:gdLst>
                <a:gd name="T0" fmla="*/ 0 w 5"/>
                <a:gd name="T1" fmla="*/ 2063 h 14"/>
                <a:gd name="T2" fmla="*/ 403 w 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14"/>
                  </a:moveTo>
                  <a:cubicBezTo>
                    <a:pt x="0" y="9"/>
                    <a:pt x="0" y="4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8" name="Freeform 466">
              <a:extLst>
                <a:ext uri="{FF2B5EF4-FFF2-40B4-BE49-F238E27FC236}">
                  <a16:creationId xmlns:a16="http://schemas.microsoft.com/office/drawing/2014/main" id="{DD173385-BC60-4DF2-AC57-17C9F82F9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863"/>
              <a:ext cx="25" cy="8"/>
            </a:xfrm>
            <a:custGeom>
              <a:avLst/>
              <a:gdLst>
                <a:gd name="T0" fmla="*/ 0 w 10"/>
                <a:gd name="T1" fmla="*/ 149 h 3"/>
                <a:gd name="T2" fmla="*/ 98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3" y="3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9" name="Freeform 467">
              <a:extLst>
                <a:ext uri="{FF2B5EF4-FFF2-40B4-BE49-F238E27FC236}">
                  <a16:creationId xmlns:a16="http://schemas.microsoft.com/office/drawing/2014/main" id="{504427CE-4DB9-4974-A661-F050DEAE8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841"/>
              <a:ext cx="20" cy="6"/>
            </a:xfrm>
            <a:custGeom>
              <a:avLst/>
              <a:gdLst>
                <a:gd name="T0" fmla="*/ 0 w 8"/>
                <a:gd name="T1" fmla="*/ 0 h 2"/>
                <a:gd name="T2" fmla="*/ 783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0" name="Freeform 468">
              <a:extLst>
                <a:ext uri="{FF2B5EF4-FFF2-40B4-BE49-F238E27FC236}">
                  <a16:creationId xmlns:a16="http://schemas.microsoft.com/office/drawing/2014/main" id="{F06D5763-0DCA-4649-BB26-1FBE77BA8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889"/>
              <a:ext cx="50" cy="24"/>
            </a:xfrm>
            <a:custGeom>
              <a:avLst/>
              <a:gdLst>
                <a:gd name="T0" fmla="*/ 0 w 20"/>
                <a:gd name="T1" fmla="*/ 0 h 9"/>
                <a:gd name="T2" fmla="*/ 1958 w 20"/>
                <a:gd name="T3" fmla="*/ 81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cubicBezTo>
                    <a:pt x="3" y="9"/>
                    <a:pt x="12" y="9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1" name="Freeform 469">
              <a:extLst>
                <a:ext uri="{FF2B5EF4-FFF2-40B4-BE49-F238E27FC236}">
                  <a16:creationId xmlns:a16="http://schemas.microsoft.com/office/drawing/2014/main" id="{E6A28713-EBA6-4EC1-992E-DBB7E4736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873"/>
              <a:ext cx="23" cy="43"/>
            </a:xfrm>
            <a:custGeom>
              <a:avLst/>
              <a:gdLst>
                <a:gd name="T0" fmla="*/ 130 w 9"/>
                <a:gd name="T1" fmla="*/ 0 h 16"/>
                <a:gd name="T2" fmla="*/ 986 w 9"/>
                <a:gd name="T3" fmla="*/ 225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1" y="0"/>
                  </a:moveTo>
                  <a:cubicBezTo>
                    <a:pt x="0" y="7"/>
                    <a:pt x="2" y="15"/>
                    <a:pt x="9" y="1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2" name="Freeform 470">
              <a:extLst>
                <a:ext uri="{FF2B5EF4-FFF2-40B4-BE49-F238E27FC236}">
                  <a16:creationId xmlns:a16="http://schemas.microsoft.com/office/drawing/2014/main" id="{4CB4F6DE-4539-4DE6-B510-A2CA59B1F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39"/>
              <a:ext cx="57" cy="13"/>
            </a:xfrm>
            <a:custGeom>
              <a:avLst/>
              <a:gdLst>
                <a:gd name="T0" fmla="*/ 0 w 23"/>
                <a:gd name="T1" fmla="*/ 595 h 5"/>
                <a:gd name="T2" fmla="*/ 2144 w 23"/>
                <a:gd name="T3" fmla="*/ 59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6" y="2"/>
                    <a:pt x="18" y="0"/>
                    <a:pt x="23" y="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3" name="Freeform 471">
              <a:extLst>
                <a:ext uri="{FF2B5EF4-FFF2-40B4-BE49-F238E27FC236}">
                  <a16:creationId xmlns:a16="http://schemas.microsoft.com/office/drawing/2014/main" id="{FA4754EE-F5AF-42F6-BF7A-BD8A8CC9E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791"/>
              <a:ext cx="27" cy="32"/>
            </a:xfrm>
            <a:custGeom>
              <a:avLst/>
              <a:gdLst>
                <a:gd name="T0" fmla="*/ 174 w 11"/>
                <a:gd name="T1" fmla="*/ 0 h 12"/>
                <a:gd name="T2" fmla="*/ 977 w 11"/>
                <a:gd name="T3" fmla="*/ 145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2" y="0"/>
                  </a:moveTo>
                  <a:cubicBezTo>
                    <a:pt x="0" y="6"/>
                    <a:pt x="4" y="12"/>
                    <a:pt x="11" y="1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4" name="Freeform 472">
              <a:extLst>
                <a:ext uri="{FF2B5EF4-FFF2-40B4-BE49-F238E27FC236}">
                  <a16:creationId xmlns:a16="http://schemas.microsoft.com/office/drawing/2014/main" id="{DF23164A-4009-4678-A270-567160449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817"/>
              <a:ext cx="8" cy="27"/>
            </a:xfrm>
            <a:custGeom>
              <a:avLst/>
              <a:gdLst>
                <a:gd name="T0" fmla="*/ 397 w 3"/>
                <a:gd name="T1" fmla="*/ 0 h 10"/>
                <a:gd name="T2" fmla="*/ 397 w 3"/>
                <a:gd name="T3" fmla="*/ 143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3"/>
                    <a:pt x="0" y="6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5" name="Freeform 473">
              <a:extLst>
                <a:ext uri="{FF2B5EF4-FFF2-40B4-BE49-F238E27FC236}">
                  <a16:creationId xmlns:a16="http://schemas.microsoft.com/office/drawing/2014/main" id="{79E5B8B8-781C-4958-8955-FCFA18D0A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91"/>
              <a:ext cx="40" cy="42"/>
            </a:xfrm>
            <a:custGeom>
              <a:avLst/>
              <a:gdLst>
                <a:gd name="T0" fmla="*/ 395 w 16"/>
                <a:gd name="T1" fmla="*/ 0 h 16"/>
                <a:gd name="T2" fmla="*/ 1563 w 16"/>
                <a:gd name="T3" fmla="*/ 199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4" y="0"/>
                  </a:moveTo>
                  <a:cubicBezTo>
                    <a:pt x="0" y="8"/>
                    <a:pt x="8" y="16"/>
                    <a:pt x="16" y="1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6" name="Freeform 474">
              <a:extLst>
                <a:ext uri="{FF2B5EF4-FFF2-40B4-BE49-F238E27FC236}">
                  <a16:creationId xmlns:a16="http://schemas.microsoft.com/office/drawing/2014/main" id="{2809B7B6-2236-4A8B-A2B5-433E9C6FE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607"/>
              <a:ext cx="28" cy="45"/>
            </a:xfrm>
            <a:custGeom>
              <a:avLst/>
              <a:gdLst>
                <a:gd name="T0" fmla="*/ 214 w 11"/>
                <a:gd name="T1" fmla="*/ 0 h 17"/>
                <a:gd name="T2" fmla="*/ 1173 w 11"/>
                <a:gd name="T3" fmla="*/ 220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2" y="0"/>
                  </a:moveTo>
                  <a:cubicBezTo>
                    <a:pt x="0" y="8"/>
                    <a:pt x="1" y="16"/>
                    <a:pt x="11" y="1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7" name="Freeform 475">
              <a:extLst>
                <a:ext uri="{FF2B5EF4-FFF2-40B4-BE49-F238E27FC236}">
                  <a16:creationId xmlns:a16="http://schemas.microsoft.com/office/drawing/2014/main" id="{0B391B9E-C789-482A-823A-0E20202A6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69"/>
              <a:ext cx="43" cy="40"/>
            </a:xfrm>
            <a:custGeom>
              <a:avLst/>
              <a:gdLst>
                <a:gd name="T0" fmla="*/ 0 w 17"/>
                <a:gd name="T1" fmla="*/ 248 h 15"/>
                <a:gd name="T2" fmla="*/ 1766 w 17"/>
                <a:gd name="T3" fmla="*/ 20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2"/>
                  </a:moveTo>
                  <a:cubicBezTo>
                    <a:pt x="9" y="0"/>
                    <a:pt x="17" y="5"/>
                    <a:pt x="17" y="1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8" name="Freeform 476">
              <a:extLst>
                <a:ext uri="{FF2B5EF4-FFF2-40B4-BE49-F238E27FC236}">
                  <a16:creationId xmlns:a16="http://schemas.microsoft.com/office/drawing/2014/main" id="{2EBCAF85-EC70-434A-AEF5-6A74E5DF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660"/>
              <a:ext cx="30" cy="64"/>
            </a:xfrm>
            <a:custGeom>
              <a:avLst/>
              <a:gdLst>
                <a:gd name="T0" fmla="*/ 1175 w 12"/>
                <a:gd name="T1" fmla="*/ 149 h 24"/>
                <a:gd name="T2" fmla="*/ 988 w 12"/>
                <a:gd name="T3" fmla="*/ 32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1"/>
                  </a:moveTo>
                  <a:cubicBezTo>
                    <a:pt x="0" y="0"/>
                    <a:pt x="3" y="18"/>
                    <a:pt x="10" y="2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9" name="Freeform 477">
              <a:extLst>
                <a:ext uri="{FF2B5EF4-FFF2-40B4-BE49-F238E27FC236}">
                  <a16:creationId xmlns:a16="http://schemas.microsoft.com/office/drawing/2014/main" id="{3EEFD471-7DF9-4F28-A933-153233E18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708"/>
              <a:ext cx="7" cy="29"/>
            </a:xfrm>
            <a:custGeom>
              <a:avLst/>
              <a:gdLst>
                <a:gd name="T0" fmla="*/ 201 w 3"/>
                <a:gd name="T1" fmla="*/ 0 h 11"/>
                <a:gd name="T2" fmla="*/ 201 w 3"/>
                <a:gd name="T3" fmla="*/ 138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0" y="3"/>
                    <a:pt x="0" y="8"/>
                    <a:pt x="3" y="1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0" name="Freeform 478">
              <a:extLst>
                <a:ext uri="{FF2B5EF4-FFF2-40B4-BE49-F238E27FC236}">
                  <a16:creationId xmlns:a16="http://schemas.microsoft.com/office/drawing/2014/main" id="{A949FF0A-B2A4-43C2-8672-C8CA1BDD0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660"/>
              <a:ext cx="37" cy="67"/>
            </a:xfrm>
            <a:custGeom>
              <a:avLst/>
              <a:gdLst>
                <a:gd name="T0" fmla="*/ 0 w 15"/>
                <a:gd name="T1" fmla="*/ 0 h 25"/>
                <a:gd name="T2" fmla="*/ 634 w 15"/>
                <a:gd name="T3" fmla="*/ 346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10" y="5"/>
                    <a:pt x="15" y="16"/>
                    <a:pt x="7" y="2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1" name="Freeform 479">
              <a:extLst>
                <a:ext uri="{FF2B5EF4-FFF2-40B4-BE49-F238E27FC236}">
                  <a16:creationId xmlns:a16="http://schemas.microsoft.com/office/drawing/2014/main" id="{4EC58D25-7528-495E-A5A2-B325644C2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521"/>
              <a:ext cx="42" cy="70"/>
            </a:xfrm>
            <a:custGeom>
              <a:avLst/>
              <a:gdLst>
                <a:gd name="T0" fmla="*/ 1569 w 17"/>
                <a:gd name="T1" fmla="*/ 159 h 26"/>
                <a:gd name="T2" fmla="*/ 739 w 17"/>
                <a:gd name="T3" fmla="*/ 3667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1"/>
                  </a:moveTo>
                  <a:cubicBezTo>
                    <a:pt x="5" y="0"/>
                    <a:pt x="0" y="18"/>
                    <a:pt x="8" y="2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2" name="Freeform 480">
              <a:extLst>
                <a:ext uri="{FF2B5EF4-FFF2-40B4-BE49-F238E27FC236}">
                  <a16:creationId xmlns:a16="http://schemas.microsoft.com/office/drawing/2014/main" id="{60CF99A7-AA27-4C50-8DCD-7194A2E2E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572"/>
              <a:ext cx="40" cy="69"/>
            </a:xfrm>
            <a:custGeom>
              <a:avLst/>
              <a:gdLst>
                <a:gd name="T0" fmla="*/ 1563 w 16"/>
                <a:gd name="T1" fmla="*/ 0 h 26"/>
                <a:gd name="T2" fmla="*/ 595 w 16"/>
                <a:gd name="T3" fmla="*/ 342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8" y="3"/>
                    <a:pt x="0" y="17"/>
                    <a:pt x="6" y="2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3" name="Freeform 481">
              <a:extLst>
                <a:ext uri="{FF2B5EF4-FFF2-40B4-BE49-F238E27FC236}">
                  <a16:creationId xmlns:a16="http://schemas.microsoft.com/office/drawing/2014/main" id="{92824670-5A46-4729-A5C1-43022C69C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45"/>
              <a:ext cx="22" cy="86"/>
            </a:xfrm>
            <a:custGeom>
              <a:avLst/>
              <a:gdLst>
                <a:gd name="T0" fmla="*/ 71 w 9"/>
                <a:gd name="T1" fmla="*/ 0 h 32"/>
                <a:gd name="T2" fmla="*/ 0 w 9"/>
                <a:gd name="T3" fmla="*/ 448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2">
                  <a:moveTo>
                    <a:pt x="1" y="0"/>
                  </a:moveTo>
                  <a:cubicBezTo>
                    <a:pt x="8" y="13"/>
                    <a:pt x="9" y="20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4" name="Freeform 482">
              <a:extLst>
                <a:ext uri="{FF2B5EF4-FFF2-40B4-BE49-F238E27FC236}">
                  <a16:creationId xmlns:a16="http://schemas.microsoft.com/office/drawing/2014/main" id="{5A77304F-669F-4C0C-B667-78B19C97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649"/>
              <a:ext cx="47" cy="46"/>
            </a:xfrm>
            <a:custGeom>
              <a:avLst/>
              <a:gdLst>
                <a:gd name="T0" fmla="*/ 0 w 19"/>
                <a:gd name="T1" fmla="*/ 1009 h 17"/>
                <a:gd name="T2" fmla="*/ 1756 w 1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7"/>
                  </a:moveTo>
                  <a:cubicBezTo>
                    <a:pt x="6" y="17"/>
                    <a:pt x="17" y="7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5" name="Freeform 483">
              <a:extLst>
                <a:ext uri="{FF2B5EF4-FFF2-40B4-BE49-F238E27FC236}">
                  <a16:creationId xmlns:a16="http://schemas.microsoft.com/office/drawing/2014/main" id="{D0B193CF-ECA9-4578-9C92-819A26759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553"/>
              <a:ext cx="28" cy="11"/>
            </a:xfrm>
            <a:custGeom>
              <a:avLst/>
              <a:gdLst>
                <a:gd name="T0" fmla="*/ 0 w 11"/>
                <a:gd name="T1" fmla="*/ 627 h 4"/>
                <a:gd name="T2" fmla="*/ 1173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3" y="2"/>
                    <a:pt x="7" y="0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6" name="Freeform 484">
              <a:extLst>
                <a:ext uri="{FF2B5EF4-FFF2-40B4-BE49-F238E27FC236}">
                  <a16:creationId xmlns:a16="http://schemas.microsoft.com/office/drawing/2014/main" id="{A5557DFD-2C46-44D7-B4FE-04732BC3B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564"/>
              <a:ext cx="10" cy="24"/>
            </a:xfrm>
            <a:custGeom>
              <a:avLst/>
              <a:gdLst>
                <a:gd name="T0" fmla="*/ 208 w 4"/>
                <a:gd name="T1" fmla="*/ 1216 h 9"/>
                <a:gd name="T2" fmla="*/ 395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2" y="9"/>
                  </a:moveTo>
                  <a:cubicBezTo>
                    <a:pt x="0" y="5"/>
                    <a:pt x="1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7" name="Freeform 485">
              <a:extLst>
                <a:ext uri="{FF2B5EF4-FFF2-40B4-BE49-F238E27FC236}">
                  <a16:creationId xmlns:a16="http://schemas.microsoft.com/office/drawing/2014/main" id="{EBF47B2C-1F88-408B-A774-DC8B29206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663"/>
              <a:ext cx="17" cy="10"/>
            </a:xfrm>
            <a:custGeom>
              <a:avLst/>
              <a:gdLst>
                <a:gd name="T0" fmla="*/ 0 w 7"/>
                <a:gd name="T1" fmla="*/ 395 h 4"/>
                <a:gd name="T2" fmla="*/ 59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8" name="Freeform 486">
              <a:extLst>
                <a:ext uri="{FF2B5EF4-FFF2-40B4-BE49-F238E27FC236}">
                  <a16:creationId xmlns:a16="http://schemas.microsoft.com/office/drawing/2014/main" id="{2B0B3487-A5B7-49CD-98B2-813D251E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815"/>
              <a:ext cx="82" cy="32"/>
            </a:xfrm>
            <a:custGeom>
              <a:avLst/>
              <a:gdLst>
                <a:gd name="T0" fmla="*/ 0 w 33"/>
                <a:gd name="T1" fmla="*/ 0 h 12"/>
                <a:gd name="T2" fmla="*/ 3131 w 33"/>
                <a:gd name="T3" fmla="*/ 105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0" y="0"/>
                  </a:moveTo>
                  <a:cubicBezTo>
                    <a:pt x="7" y="12"/>
                    <a:pt x="22" y="12"/>
                    <a:pt x="33" y="8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9" name="Freeform 487">
              <a:extLst>
                <a:ext uri="{FF2B5EF4-FFF2-40B4-BE49-F238E27FC236}">
                  <a16:creationId xmlns:a16="http://schemas.microsoft.com/office/drawing/2014/main" id="{4F575A18-B0E4-4697-8A92-EDD85D994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812"/>
              <a:ext cx="57" cy="61"/>
            </a:xfrm>
            <a:custGeom>
              <a:avLst/>
              <a:gdLst>
                <a:gd name="T0" fmla="*/ 0 w 23"/>
                <a:gd name="T1" fmla="*/ 0 h 23"/>
                <a:gd name="T2" fmla="*/ 2144 w 23"/>
                <a:gd name="T3" fmla="*/ 237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3">
                  <a:moveTo>
                    <a:pt x="0" y="0"/>
                  </a:moveTo>
                  <a:cubicBezTo>
                    <a:pt x="4" y="11"/>
                    <a:pt x="10" y="23"/>
                    <a:pt x="23" y="18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0" name="Freeform 488">
              <a:extLst>
                <a:ext uri="{FF2B5EF4-FFF2-40B4-BE49-F238E27FC236}">
                  <a16:creationId xmlns:a16="http://schemas.microsoft.com/office/drawing/2014/main" id="{BBD43B6F-B2EF-4277-AEEC-0136C104C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780"/>
              <a:ext cx="53" cy="48"/>
            </a:xfrm>
            <a:custGeom>
              <a:avLst/>
              <a:gdLst>
                <a:gd name="T0" fmla="*/ 0 w 21"/>
                <a:gd name="T1" fmla="*/ 0 h 18"/>
                <a:gd name="T2" fmla="*/ 1835 w 21"/>
                <a:gd name="T3" fmla="*/ 242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8">
                  <a:moveTo>
                    <a:pt x="0" y="0"/>
                  </a:moveTo>
                  <a:cubicBezTo>
                    <a:pt x="6" y="6"/>
                    <a:pt x="21" y="7"/>
                    <a:pt x="18" y="18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1" name="Freeform 489">
              <a:extLst>
                <a:ext uri="{FF2B5EF4-FFF2-40B4-BE49-F238E27FC236}">
                  <a16:creationId xmlns:a16="http://schemas.microsoft.com/office/drawing/2014/main" id="{E4BF50B4-4F66-4DDF-A634-01F35015A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775"/>
              <a:ext cx="28" cy="29"/>
            </a:xfrm>
            <a:custGeom>
              <a:avLst/>
              <a:gdLst>
                <a:gd name="T0" fmla="*/ 0 w 11"/>
                <a:gd name="T1" fmla="*/ 1389 h 11"/>
                <a:gd name="T2" fmla="*/ 1173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2" y="6"/>
                    <a:pt x="6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2" name="Freeform 490">
              <a:extLst>
                <a:ext uri="{FF2B5EF4-FFF2-40B4-BE49-F238E27FC236}">
                  <a16:creationId xmlns:a16="http://schemas.microsoft.com/office/drawing/2014/main" id="{E65E3B4B-39BC-4CB4-A865-565B2CDD0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897"/>
              <a:ext cx="98" cy="46"/>
            </a:xfrm>
            <a:custGeom>
              <a:avLst/>
              <a:gdLst>
                <a:gd name="T0" fmla="*/ 0 w 39"/>
                <a:gd name="T1" fmla="*/ 0 h 17"/>
                <a:gd name="T2" fmla="*/ 3902 w 39"/>
                <a:gd name="T3" fmla="*/ 85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7">
                  <a:moveTo>
                    <a:pt x="0" y="0"/>
                  </a:moveTo>
                  <a:cubicBezTo>
                    <a:pt x="8" y="9"/>
                    <a:pt x="30" y="17"/>
                    <a:pt x="39" y="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3" name="Freeform 491">
              <a:extLst>
                <a:ext uri="{FF2B5EF4-FFF2-40B4-BE49-F238E27FC236}">
                  <a16:creationId xmlns:a16="http://schemas.microsoft.com/office/drawing/2014/main" id="{FECE5F01-2AF4-4183-84C3-E4A352505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892"/>
              <a:ext cx="37" cy="48"/>
            </a:xfrm>
            <a:custGeom>
              <a:avLst/>
              <a:gdLst>
                <a:gd name="T0" fmla="*/ 0 w 15"/>
                <a:gd name="T1" fmla="*/ 0 h 18"/>
                <a:gd name="T2" fmla="*/ 1364 w 15"/>
                <a:gd name="T3" fmla="*/ 227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1" y="8"/>
                    <a:pt x="5" y="18"/>
                    <a:pt x="15" y="1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4" name="Freeform 492">
              <a:extLst>
                <a:ext uri="{FF2B5EF4-FFF2-40B4-BE49-F238E27FC236}">
                  <a16:creationId xmlns:a16="http://schemas.microsoft.com/office/drawing/2014/main" id="{14696175-CDC8-4210-8BC6-8298BBBF8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953"/>
              <a:ext cx="57" cy="27"/>
            </a:xfrm>
            <a:custGeom>
              <a:avLst/>
              <a:gdLst>
                <a:gd name="T0" fmla="*/ 0 w 23"/>
                <a:gd name="T1" fmla="*/ 0 h 10"/>
                <a:gd name="T2" fmla="*/ 2144 w 23"/>
                <a:gd name="T3" fmla="*/ 84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5" y="7"/>
                    <a:pt x="15" y="10"/>
                    <a:pt x="23" y="6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5" name="Freeform 493">
              <a:extLst>
                <a:ext uri="{FF2B5EF4-FFF2-40B4-BE49-F238E27FC236}">
                  <a16:creationId xmlns:a16="http://schemas.microsoft.com/office/drawing/2014/main" id="{DB759B7B-F3B5-44FD-BDA2-FF6EAA9FF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956"/>
              <a:ext cx="27" cy="29"/>
            </a:xfrm>
            <a:custGeom>
              <a:avLst/>
              <a:gdLst>
                <a:gd name="T0" fmla="*/ 0 w 11"/>
                <a:gd name="T1" fmla="*/ 0 h 11"/>
                <a:gd name="T2" fmla="*/ 977 w 11"/>
                <a:gd name="T3" fmla="*/ 138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1" y="6"/>
                    <a:pt x="5" y="11"/>
                    <a:pt x="11" y="1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6" name="Freeform 494">
              <a:extLst>
                <a:ext uri="{FF2B5EF4-FFF2-40B4-BE49-F238E27FC236}">
                  <a16:creationId xmlns:a16="http://schemas.microsoft.com/office/drawing/2014/main" id="{64D03901-BF33-4F78-B824-89136F2EC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959"/>
              <a:ext cx="65" cy="34"/>
            </a:xfrm>
            <a:custGeom>
              <a:avLst/>
              <a:gdLst>
                <a:gd name="T0" fmla="*/ 0 w 26"/>
                <a:gd name="T1" fmla="*/ 1360 h 13"/>
                <a:gd name="T2" fmla="*/ 2550 w 2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0" y="11"/>
                  </a:moveTo>
                  <a:cubicBezTo>
                    <a:pt x="9" y="12"/>
                    <a:pt x="24" y="13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7" name="Freeform 495">
              <a:extLst>
                <a:ext uri="{FF2B5EF4-FFF2-40B4-BE49-F238E27FC236}">
                  <a16:creationId xmlns:a16="http://schemas.microsoft.com/office/drawing/2014/main" id="{ED802CA8-8B8A-45D9-8591-0D4ECF2AB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948"/>
              <a:ext cx="72" cy="37"/>
            </a:xfrm>
            <a:custGeom>
              <a:avLst/>
              <a:gdLst>
                <a:gd name="T0" fmla="*/ 0 w 29"/>
                <a:gd name="T1" fmla="*/ 0 h 14"/>
                <a:gd name="T2" fmla="*/ 2736 w 29"/>
                <a:gd name="T3" fmla="*/ 142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0"/>
                  </a:moveTo>
                  <a:cubicBezTo>
                    <a:pt x="3" y="14"/>
                    <a:pt x="19" y="12"/>
                    <a:pt x="29" y="1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8" name="Freeform 496">
              <a:extLst>
                <a:ext uri="{FF2B5EF4-FFF2-40B4-BE49-F238E27FC236}">
                  <a16:creationId xmlns:a16="http://schemas.microsoft.com/office/drawing/2014/main" id="{830227E6-437A-4DB9-A78C-D502A826E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953"/>
              <a:ext cx="87" cy="32"/>
            </a:xfrm>
            <a:custGeom>
              <a:avLst/>
              <a:gdLst>
                <a:gd name="T0" fmla="*/ 0 w 35"/>
                <a:gd name="T1" fmla="*/ 661 h 12"/>
                <a:gd name="T2" fmla="*/ 3318 w 3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2">
                  <a:moveTo>
                    <a:pt x="0" y="5"/>
                  </a:moveTo>
                  <a:cubicBezTo>
                    <a:pt x="9" y="12"/>
                    <a:pt x="27" y="8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9" name="Freeform 497">
              <a:extLst>
                <a:ext uri="{FF2B5EF4-FFF2-40B4-BE49-F238E27FC236}">
                  <a16:creationId xmlns:a16="http://schemas.microsoft.com/office/drawing/2014/main" id="{EAC52A65-6DFF-47B9-9F0B-34A34DA55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937"/>
              <a:ext cx="33" cy="27"/>
            </a:xfrm>
            <a:custGeom>
              <a:avLst/>
              <a:gdLst>
                <a:gd name="T0" fmla="*/ 0 w 13"/>
                <a:gd name="T1" fmla="*/ 0 h 10"/>
                <a:gd name="T2" fmla="*/ 1373 w 13"/>
                <a:gd name="T3" fmla="*/ 128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2" y="7"/>
                    <a:pt x="7" y="10"/>
                    <a:pt x="13" y="9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0" name="Freeform 498">
              <a:extLst>
                <a:ext uri="{FF2B5EF4-FFF2-40B4-BE49-F238E27FC236}">
                  <a16:creationId xmlns:a16="http://schemas.microsoft.com/office/drawing/2014/main" id="{0C115605-ADE5-4E07-8713-D7EBB4A94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689"/>
              <a:ext cx="35" cy="40"/>
            </a:xfrm>
            <a:custGeom>
              <a:avLst/>
              <a:gdLst>
                <a:gd name="T0" fmla="*/ 0 w 14"/>
                <a:gd name="T1" fmla="*/ 0 h 15"/>
                <a:gd name="T2" fmla="*/ 1300 w 14"/>
                <a:gd name="T3" fmla="*/ 20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6" y="4"/>
                    <a:pt x="14" y="8"/>
                    <a:pt x="13" y="1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1" name="Freeform 499">
              <a:extLst>
                <a:ext uri="{FF2B5EF4-FFF2-40B4-BE49-F238E27FC236}">
                  <a16:creationId xmlns:a16="http://schemas.microsoft.com/office/drawing/2014/main" id="{213F1950-93A1-47B4-A0AC-4F2D86585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687"/>
              <a:ext cx="15" cy="26"/>
            </a:xfrm>
            <a:custGeom>
              <a:avLst/>
              <a:gdLst>
                <a:gd name="T0" fmla="*/ 125 w 6"/>
                <a:gd name="T1" fmla="*/ 1196 h 10"/>
                <a:gd name="T2" fmla="*/ 595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1" y="10"/>
                  </a:moveTo>
                  <a:cubicBezTo>
                    <a:pt x="0" y="6"/>
                    <a:pt x="2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2" name="Freeform 500">
              <a:extLst>
                <a:ext uri="{FF2B5EF4-FFF2-40B4-BE49-F238E27FC236}">
                  <a16:creationId xmlns:a16="http://schemas.microsoft.com/office/drawing/2014/main" id="{0F10CC59-9F97-4790-95FB-C5758780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684"/>
              <a:ext cx="80" cy="37"/>
            </a:xfrm>
            <a:custGeom>
              <a:avLst/>
              <a:gdLst>
                <a:gd name="T0" fmla="*/ 0 w 32"/>
                <a:gd name="T1" fmla="*/ 1033 h 14"/>
                <a:gd name="T2" fmla="*/ 3125 w 32"/>
                <a:gd name="T3" fmla="*/ 181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4">
                  <a:moveTo>
                    <a:pt x="0" y="8"/>
                  </a:moveTo>
                  <a:cubicBezTo>
                    <a:pt x="11" y="0"/>
                    <a:pt x="23" y="8"/>
                    <a:pt x="32" y="14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3" name="Freeform 501">
              <a:extLst>
                <a:ext uri="{FF2B5EF4-FFF2-40B4-BE49-F238E27FC236}">
                  <a16:creationId xmlns:a16="http://schemas.microsoft.com/office/drawing/2014/main" id="{E4ECC5E3-AA17-4689-AEB5-FC2FD6BCB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700"/>
              <a:ext cx="30" cy="40"/>
            </a:xfrm>
            <a:custGeom>
              <a:avLst/>
              <a:gdLst>
                <a:gd name="T0" fmla="*/ 0 w 12"/>
                <a:gd name="T1" fmla="*/ 2027 h 15"/>
                <a:gd name="T2" fmla="*/ 1175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1" y="8"/>
                    <a:pt x="5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4" name="Freeform 502">
              <a:extLst>
                <a:ext uri="{FF2B5EF4-FFF2-40B4-BE49-F238E27FC236}">
                  <a16:creationId xmlns:a16="http://schemas.microsoft.com/office/drawing/2014/main" id="{544FFDC6-DA68-4FF6-B7BF-E9D5D1340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807"/>
              <a:ext cx="70" cy="48"/>
            </a:xfrm>
            <a:custGeom>
              <a:avLst/>
              <a:gdLst>
                <a:gd name="T0" fmla="*/ 0 w 28"/>
                <a:gd name="T1" fmla="*/ 1216 h 18"/>
                <a:gd name="T2" fmla="*/ 2738 w 2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8">
                  <a:moveTo>
                    <a:pt x="0" y="9"/>
                  </a:moveTo>
                  <a:cubicBezTo>
                    <a:pt x="8" y="18"/>
                    <a:pt x="23" y="8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5" name="Freeform 503">
              <a:extLst>
                <a:ext uri="{FF2B5EF4-FFF2-40B4-BE49-F238E27FC236}">
                  <a16:creationId xmlns:a16="http://schemas.microsoft.com/office/drawing/2014/main" id="{08961DBC-6AFB-45AA-B1F4-5E94A7FBC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788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988 w 10"/>
                <a:gd name="T3" fmla="*/ 104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2" y="5"/>
                    <a:pt x="5" y="7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6" name="Freeform 504">
              <a:extLst>
                <a:ext uri="{FF2B5EF4-FFF2-40B4-BE49-F238E27FC236}">
                  <a16:creationId xmlns:a16="http://schemas.microsoft.com/office/drawing/2014/main" id="{7E2B4C7C-5141-46CE-812F-DEEC5BEB7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132"/>
              <a:ext cx="53" cy="45"/>
            </a:xfrm>
            <a:custGeom>
              <a:avLst/>
              <a:gdLst>
                <a:gd name="T0" fmla="*/ 0 w 21"/>
                <a:gd name="T1" fmla="*/ 540 h 17"/>
                <a:gd name="T2" fmla="*/ 2153 w 21"/>
                <a:gd name="T3" fmla="*/ 220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0" y="4"/>
                  </a:moveTo>
                  <a:cubicBezTo>
                    <a:pt x="11" y="0"/>
                    <a:pt x="18" y="9"/>
                    <a:pt x="21" y="1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7" name="Freeform 505">
              <a:extLst>
                <a:ext uri="{FF2B5EF4-FFF2-40B4-BE49-F238E27FC236}">
                  <a16:creationId xmlns:a16="http://schemas.microsoft.com/office/drawing/2014/main" id="{609A1FB8-8CF0-412A-92AA-485C6FE44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77"/>
              <a:ext cx="33" cy="14"/>
            </a:xfrm>
            <a:custGeom>
              <a:avLst/>
              <a:gdLst>
                <a:gd name="T0" fmla="*/ 0 w 13"/>
                <a:gd name="T1" fmla="*/ 854 h 5"/>
                <a:gd name="T2" fmla="*/ 1373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4" y="3"/>
                    <a:pt x="8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8" name="Freeform 506">
              <a:extLst>
                <a:ext uri="{FF2B5EF4-FFF2-40B4-BE49-F238E27FC236}">
                  <a16:creationId xmlns:a16="http://schemas.microsoft.com/office/drawing/2014/main" id="{A10AA632-9E83-4628-B7C7-F65042A38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225"/>
              <a:ext cx="47" cy="16"/>
            </a:xfrm>
            <a:custGeom>
              <a:avLst/>
              <a:gdLst>
                <a:gd name="T0" fmla="*/ 0 w 19"/>
                <a:gd name="T1" fmla="*/ 0 h 6"/>
                <a:gd name="T2" fmla="*/ 1756 w 19"/>
                <a:gd name="T3" fmla="*/ 14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6" y="6"/>
                    <a:pt x="13" y="4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9" name="Freeform 507">
              <a:extLst>
                <a:ext uri="{FF2B5EF4-FFF2-40B4-BE49-F238E27FC236}">
                  <a16:creationId xmlns:a16="http://schemas.microsoft.com/office/drawing/2014/main" id="{5125DA5E-C4B5-40C3-8E71-AF3104DD9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207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783 w 8"/>
                <a:gd name="T3" fmla="*/ 138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0"/>
                  </a:moveTo>
                  <a:cubicBezTo>
                    <a:pt x="0" y="6"/>
                    <a:pt x="3" y="10"/>
                    <a:pt x="8" y="11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0" name="Freeform 508">
              <a:extLst>
                <a:ext uri="{FF2B5EF4-FFF2-40B4-BE49-F238E27FC236}">
                  <a16:creationId xmlns:a16="http://schemas.microsoft.com/office/drawing/2014/main" id="{2D81301F-FCE5-43E1-A650-8F41194CB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945"/>
              <a:ext cx="57" cy="32"/>
            </a:xfrm>
            <a:custGeom>
              <a:avLst/>
              <a:gdLst>
                <a:gd name="T0" fmla="*/ 0 w 23"/>
                <a:gd name="T1" fmla="*/ 0 h 12"/>
                <a:gd name="T2" fmla="*/ 2144 w 23"/>
                <a:gd name="T3" fmla="*/ 66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6" y="10"/>
                    <a:pt x="13" y="12"/>
                    <a:pt x="23" y="5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1" name="Freeform 509">
              <a:extLst>
                <a:ext uri="{FF2B5EF4-FFF2-40B4-BE49-F238E27FC236}">
                  <a16:creationId xmlns:a16="http://schemas.microsoft.com/office/drawing/2014/main" id="{9FA2F35C-BA21-4A87-A81A-C8C3113E2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940"/>
              <a:ext cx="23" cy="45"/>
            </a:xfrm>
            <a:custGeom>
              <a:avLst/>
              <a:gdLst>
                <a:gd name="T0" fmla="*/ 130 w 9"/>
                <a:gd name="T1" fmla="*/ 0 h 17"/>
                <a:gd name="T2" fmla="*/ 986 w 9"/>
                <a:gd name="T3" fmla="*/ 220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1" y="0"/>
                  </a:moveTo>
                  <a:cubicBezTo>
                    <a:pt x="0" y="7"/>
                    <a:pt x="2" y="15"/>
                    <a:pt x="9" y="17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2" name="Freeform 510">
              <a:extLst>
                <a:ext uri="{FF2B5EF4-FFF2-40B4-BE49-F238E27FC236}">
                  <a16:creationId xmlns:a16="http://schemas.microsoft.com/office/drawing/2014/main" id="{60433C40-E11C-4B27-9707-7DD3F4FBE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185"/>
              <a:ext cx="52" cy="22"/>
            </a:xfrm>
            <a:custGeom>
              <a:avLst/>
              <a:gdLst>
                <a:gd name="T0" fmla="*/ 0 w 21"/>
                <a:gd name="T1" fmla="*/ 355 h 8"/>
                <a:gd name="T2" fmla="*/ 1956 w 2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2"/>
                  </a:moveTo>
                  <a:cubicBezTo>
                    <a:pt x="6" y="8"/>
                    <a:pt x="16" y="6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3" name="Freeform 511">
              <a:extLst>
                <a:ext uri="{FF2B5EF4-FFF2-40B4-BE49-F238E27FC236}">
                  <a16:creationId xmlns:a16="http://schemas.microsoft.com/office/drawing/2014/main" id="{BDBA33AA-C564-4BB1-874C-5017C398C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169"/>
              <a:ext cx="22" cy="32"/>
            </a:xfrm>
            <a:custGeom>
              <a:avLst/>
              <a:gdLst>
                <a:gd name="T0" fmla="*/ 0 w 9"/>
                <a:gd name="T1" fmla="*/ 0 h 12"/>
                <a:gd name="T2" fmla="*/ 790 w 9"/>
                <a:gd name="T3" fmla="*/ 161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0" y="6"/>
                    <a:pt x="4" y="10"/>
                    <a:pt x="9" y="12"/>
                  </a:cubicBezTo>
                </a:path>
              </a:pathLst>
            </a:custGeom>
            <a:noFill/>
            <a:ln w="7938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4" name="Freeform 512">
              <a:extLst>
                <a:ext uri="{FF2B5EF4-FFF2-40B4-BE49-F238E27FC236}">
                  <a16:creationId xmlns:a16="http://schemas.microsoft.com/office/drawing/2014/main" id="{29C6C829-368C-46CC-AD83-FD7033334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633"/>
              <a:ext cx="5" cy="19"/>
            </a:xfrm>
            <a:custGeom>
              <a:avLst/>
              <a:gdLst>
                <a:gd name="T0" fmla="*/ 0 w 2"/>
                <a:gd name="T1" fmla="*/ 0 h 7"/>
                <a:gd name="T2" fmla="*/ 208 w 2"/>
                <a:gd name="T3" fmla="*/ 104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3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" name="Freeform 513">
              <a:extLst>
                <a:ext uri="{FF2B5EF4-FFF2-40B4-BE49-F238E27FC236}">
                  <a16:creationId xmlns:a16="http://schemas.microsoft.com/office/drawing/2014/main" id="{0EE07C7D-E758-413D-ACDB-5ADC7C6EB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703"/>
              <a:ext cx="35" cy="18"/>
            </a:xfrm>
            <a:custGeom>
              <a:avLst/>
              <a:gdLst>
                <a:gd name="T0" fmla="*/ 0 w 14"/>
                <a:gd name="T1" fmla="*/ 779 h 7"/>
                <a:gd name="T2" fmla="*/ 1375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3" y="3"/>
                    <a:pt x="9" y="1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" name="Freeform 514">
              <a:extLst>
                <a:ext uri="{FF2B5EF4-FFF2-40B4-BE49-F238E27FC236}">
                  <a16:creationId xmlns:a16="http://schemas.microsoft.com/office/drawing/2014/main" id="{AEE9C37F-C875-4E96-8084-EA141915E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655"/>
              <a:ext cx="30" cy="53"/>
            </a:xfrm>
            <a:custGeom>
              <a:avLst/>
              <a:gdLst>
                <a:gd name="T0" fmla="*/ 125 w 12"/>
                <a:gd name="T1" fmla="*/ 2605 h 20"/>
                <a:gd name="T2" fmla="*/ 125 w 12"/>
                <a:gd name="T3" fmla="*/ 0 h 20"/>
                <a:gd name="T4" fmla="*/ 1175 w 12"/>
                <a:gd name="T5" fmla="*/ 236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1" y="20"/>
                  </a:moveTo>
                  <a:cubicBezTo>
                    <a:pt x="1" y="14"/>
                    <a:pt x="0" y="7"/>
                    <a:pt x="1" y="0"/>
                  </a:cubicBezTo>
                  <a:cubicBezTo>
                    <a:pt x="8" y="0"/>
                    <a:pt x="10" y="12"/>
                    <a:pt x="12" y="18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7" name="Freeform 515">
              <a:extLst>
                <a:ext uri="{FF2B5EF4-FFF2-40B4-BE49-F238E27FC236}">
                  <a16:creationId xmlns:a16="http://schemas.microsoft.com/office/drawing/2014/main" id="{21A421E8-778B-4E67-AD42-EF4DABA1B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905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595 w 5"/>
                <a:gd name="T3" fmla="*/ 12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4"/>
                    <a:pt x="2" y="7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8" name="Freeform 516">
              <a:extLst>
                <a:ext uri="{FF2B5EF4-FFF2-40B4-BE49-F238E27FC236}">
                  <a16:creationId xmlns:a16="http://schemas.microsoft.com/office/drawing/2014/main" id="{4579AFB7-D61D-4839-A7A3-2624F5F73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945"/>
              <a:ext cx="30" cy="22"/>
            </a:xfrm>
            <a:custGeom>
              <a:avLst/>
              <a:gdLst>
                <a:gd name="T0" fmla="*/ 0 w 12"/>
                <a:gd name="T1" fmla="*/ 1271 h 8"/>
                <a:gd name="T2" fmla="*/ 1175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4" y="5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" name="Freeform 517">
              <a:extLst>
                <a:ext uri="{FF2B5EF4-FFF2-40B4-BE49-F238E27FC236}">
                  <a16:creationId xmlns:a16="http://schemas.microsoft.com/office/drawing/2014/main" id="{F9A69D71-6051-48AB-8648-C95C81AA4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639"/>
              <a:ext cx="5" cy="21"/>
            </a:xfrm>
            <a:custGeom>
              <a:avLst/>
              <a:gdLst>
                <a:gd name="T0" fmla="*/ 208 w 2"/>
                <a:gd name="T1" fmla="*/ 992 h 8"/>
                <a:gd name="T2" fmla="*/ 20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5"/>
                    <a:pt x="0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" name="Freeform 518">
              <a:extLst>
                <a:ext uri="{FF2B5EF4-FFF2-40B4-BE49-F238E27FC236}">
                  <a16:creationId xmlns:a16="http://schemas.microsoft.com/office/drawing/2014/main" id="{CEBEC8A7-F566-4C51-9570-A79A1E381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599"/>
              <a:ext cx="60" cy="48"/>
            </a:xfrm>
            <a:custGeom>
              <a:avLst/>
              <a:gdLst>
                <a:gd name="T0" fmla="*/ 2083 w 24"/>
                <a:gd name="T1" fmla="*/ 2424 h 18"/>
                <a:gd name="T2" fmla="*/ 1488 w 24"/>
                <a:gd name="T3" fmla="*/ 242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21" y="18"/>
                  </a:moveTo>
                  <a:cubicBezTo>
                    <a:pt x="24" y="0"/>
                    <a:pt x="0" y="11"/>
                    <a:pt x="15" y="18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" name="Freeform 519">
              <a:extLst>
                <a:ext uri="{FF2B5EF4-FFF2-40B4-BE49-F238E27FC236}">
                  <a16:creationId xmlns:a16="http://schemas.microsoft.com/office/drawing/2014/main" id="{370F2713-F033-4BD2-865C-2552456C5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591"/>
              <a:ext cx="20" cy="24"/>
            </a:xfrm>
            <a:custGeom>
              <a:avLst/>
              <a:gdLst>
                <a:gd name="T0" fmla="*/ 0 w 8"/>
                <a:gd name="T1" fmla="*/ 1216 h 9"/>
                <a:gd name="T2" fmla="*/ 783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2" y="6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" name="Freeform 520">
              <a:extLst>
                <a:ext uri="{FF2B5EF4-FFF2-40B4-BE49-F238E27FC236}">
                  <a16:creationId xmlns:a16="http://schemas.microsoft.com/office/drawing/2014/main" id="{360E0CC7-8E1A-4CB0-B3AF-EE1CCFFFF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564"/>
              <a:ext cx="55" cy="56"/>
            </a:xfrm>
            <a:custGeom>
              <a:avLst/>
              <a:gdLst>
                <a:gd name="T0" fmla="*/ 2083 w 22"/>
                <a:gd name="T1" fmla="*/ 1459 h 21"/>
                <a:gd name="T2" fmla="*/ 2158 w 22"/>
                <a:gd name="T3" fmla="*/ 282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21" y="11"/>
                  </a:moveTo>
                  <a:cubicBezTo>
                    <a:pt x="15" y="0"/>
                    <a:pt x="0" y="21"/>
                    <a:pt x="22" y="21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3" name="Freeform 521">
              <a:extLst>
                <a:ext uri="{FF2B5EF4-FFF2-40B4-BE49-F238E27FC236}">
                  <a16:creationId xmlns:a16="http://schemas.microsoft.com/office/drawing/2014/main" id="{54AF38FE-DE68-4504-9BB9-A42C7906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812"/>
              <a:ext cx="25" cy="19"/>
            </a:xfrm>
            <a:custGeom>
              <a:avLst/>
              <a:gdLst>
                <a:gd name="T0" fmla="*/ 0 w 10"/>
                <a:gd name="T1" fmla="*/ 1040 h 7"/>
                <a:gd name="T2" fmla="*/ 988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3" y="5"/>
                    <a:pt x="7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4" name="Freeform 522">
              <a:extLst>
                <a:ext uri="{FF2B5EF4-FFF2-40B4-BE49-F238E27FC236}">
                  <a16:creationId xmlns:a16="http://schemas.microsoft.com/office/drawing/2014/main" id="{00FA65A6-03B3-421E-A4E7-B66FE03C5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764"/>
              <a:ext cx="37" cy="45"/>
            </a:xfrm>
            <a:custGeom>
              <a:avLst/>
              <a:gdLst>
                <a:gd name="T0" fmla="*/ 0 w 15"/>
                <a:gd name="T1" fmla="*/ 2208 h 17"/>
                <a:gd name="T2" fmla="*/ 1364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4" y="11"/>
                    <a:pt x="9" y="6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5" name="Freeform 523">
              <a:extLst>
                <a:ext uri="{FF2B5EF4-FFF2-40B4-BE49-F238E27FC236}">
                  <a16:creationId xmlns:a16="http://schemas.microsoft.com/office/drawing/2014/main" id="{0BB4BFED-5D35-4779-9832-1CB168ECF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732"/>
              <a:ext cx="40" cy="29"/>
            </a:xfrm>
            <a:custGeom>
              <a:avLst/>
              <a:gdLst>
                <a:gd name="T0" fmla="*/ 708 w 16"/>
                <a:gd name="T1" fmla="*/ 1389 h 11"/>
                <a:gd name="T2" fmla="*/ 125 w 16"/>
                <a:gd name="T3" fmla="*/ 0 h 11"/>
                <a:gd name="T4" fmla="*/ 1563 w 16"/>
                <a:gd name="T5" fmla="*/ 8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7" y="11"/>
                  </a:moveTo>
                  <a:cubicBezTo>
                    <a:pt x="3" y="9"/>
                    <a:pt x="0" y="5"/>
                    <a:pt x="1" y="0"/>
                  </a:cubicBezTo>
                  <a:cubicBezTo>
                    <a:pt x="6" y="0"/>
                    <a:pt x="11" y="4"/>
                    <a:pt x="16" y="7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6" name="Freeform 524">
              <a:extLst>
                <a:ext uri="{FF2B5EF4-FFF2-40B4-BE49-F238E27FC236}">
                  <a16:creationId xmlns:a16="http://schemas.microsoft.com/office/drawing/2014/main" id="{32BDFCBC-B9A5-44E9-A879-9C1DBA4A8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788"/>
              <a:ext cx="77" cy="75"/>
            </a:xfrm>
            <a:custGeom>
              <a:avLst/>
              <a:gdLst>
                <a:gd name="T0" fmla="*/ 1148 w 31"/>
                <a:gd name="T1" fmla="*/ 150 h 28"/>
                <a:gd name="T2" fmla="*/ 1413 w 31"/>
                <a:gd name="T3" fmla="*/ 1650 h 28"/>
                <a:gd name="T4" fmla="*/ 2099 w 31"/>
                <a:gd name="T5" fmla="*/ 560 h 28"/>
                <a:gd name="T6" fmla="*/ 2469 w 31"/>
                <a:gd name="T7" fmla="*/ 2783 h 28"/>
                <a:gd name="T8" fmla="*/ 2851 w 3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12" y="1"/>
                  </a:moveTo>
                  <a:cubicBezTo>
                    <a:pt x="0" y="8"/>
                    <a:pt x="3" y="28"/>
                    <a:pt x="15" y="12"/>
                  </a:cubicBezTo>
                  <a:cubicBezTo>
                    <a:pt x="17" y="10"/>
                    <a:pt x="17" y="2"/>
                    <a:pt x="22" y="4"/>
                  </a:cubicBezTo>
                  <a:cubicBezTo>
                    <a:pt x="26" y="5"/>
                    <a:pt x="24" y="16"/>
                    <a:pt x="26" y="20"/>
                  </a:cubicBezTo>
                  <a:cubicBezTo>
                    <a:pt x="31" y="15"/>
                    <a:pt x="30" y="7"/>
                    <a:pt x="30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7" name="Freeform 525">
              <a:extLst>
                <a:ext uri="{FF2B5EF4-FFF2-40B4-BE49-F238E27FC236}">
                  <a16:creationId xmlns:a16="http://schemas.microsoft.com/office/drawing/2014/main" id="{9A4B5752-F963-435B-997B-D2A852FF5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807"/>
              <a:ext cx="10" cy="45"/>
            </a:xfrm>
            <a:custGeom>
              <a:avLst/>
              <a:gdLst>
                <a:gd name="T0" fmla="*/ 395 w 4"/>
                <a:gd name="T1" fmla="*/ 0 h 17"/>
                <a:gd name="T2" fmla="*/ 0 w 4"/>
                <a:gd name="T3" fmla="*/ 220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0"/>
                  </a:moveTo>
                  <a:cubicBezTo>
                    <a:pt x="1" y="6"/>
                    <a:pt x="0" y="11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8" name="Freeform 526">
              <a:extLst>
                <a:ext uri="{FF2B5EF4-FFF2-40B4-BE49-F238E27FC236}">
                  <a16:creationId xmlns:a16="http://schemas.microsoft.com/office/drawing/2014/main" id="{EEB3B336-AA8B-4F30-9828-B9FB9087D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817"/>
              <a:ext cx="2" cy="38"/>
            </a:xfrm>
            <a:custGeom>
              <a:avLst/>
              <a:gdLst>
                <a:gd name="T0" fmla="*/ 32 w 1"/>
                <a:gd name="T1" fmla="*/ 0 h 14"/>
                <a:gd name="T2" fmla="*/ 0 w 1"/>
                <a:gd name="T3" fmla="*/ 206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1" y="0"/>
                  </a:moveTo>
                  <a:cubicBezTo>
                    <a:pt x="0" y="5"/>
                    <a:pt x="0" y="10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9" name="Freeform 527">
              <a:extLst>
                <a:ext uri="{FF2B5EF4-FFF2-40B4-BE49-F238E27FC236}">
                  <a16:creationId xmlns:a16="http://schemas.microsoft.com/office/drawing/2014/main" id="{157192E6-5FCF-4CE0-BB13-82DA568DE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060"/>
              <a:ext cx="37" cy="29"/>
            </a:xfrm>
            <a:custGeom>
              <a:avLst/>
              <a:gdLst>
                <a:gd name="T0" fmla="*/ 183 w 15"/>
                <a:gd name="T1" fmla="*/ 1389 h 11"/>
                <a:gd name="T2" fmla="*/ 1364 w 15"/>
                <a:gd name="T3" fmla="*/ 527 h 11"/>
                <a:gd name="T4" fmla="*/ 0 w 15"/>
                <a:gd name="T5" fmla="*/ 5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2" y="11"/>
                  </a:moveTo>
                  <a:cubicBezTo>
                    <a:pt x="6" y="9"/>
                    <a:pt x="11" y="7"/>
                    <a:pt x="15" y="4"/>
                  </a:cubicBezTo>
                  <a:cubicBezTo>
                    <a:pt x="11" y="0"/>
                    <a:pt x="5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0" name="Freeform 528">
              <a:extLst>
                <a:ext uri="{FF2B5EF4-FFF2-40B4-BE49-F238E27FC236}">
                  <a16:creationId xmlns:a16="http://schemas.microsoft.com/office/drawing/2014/main" id="{BD2CBF08-B29F-414B-B1F2-ABC5574B6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148"/>
              <a:ext cx="10" cy="13"/>
            </a:xfrm>
            <a:custGeom>
              <a:avLst/>
              <a:gdLst>
                <a:gd name="T0" fmla="*/ 395 w 4"/>
                <a:gd name="T1" fmla="*/ 0 h 5"/>
                <a:gd name="T2" fmla="*/ 0 w 4"/>
                <a:gd name="T3" fmla="*/ 59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2"/>
                    <a:pt x="2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1" name="Freeform 529">
              <a:extLst>
                <a:ext uri="{FF2B5EF4-FFF2-40B4-BE49-F238E27FC236}">
                  <a16:creationId xmlns:a16="http://schemas.microsoft.com/office/drawing/2014/main" id="{F993D022-5AFD-433F-B368-E3E365921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063"/>
              <a:ext cx="22" cy="16"/>
            </a:xfrm>
            <a:custGeom>
              <a:avLst/>
              <a:gdLst>
                <a:gd name="T0" fmla="*/ 790 w 9"/>
                <a:gd name="T1" fmla="*/ 819 h 6"/>
                <a:gd name="T2" fmla="*/ 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2" name="Freeform 530">
              <a:extLst>
                <a:ext uri="{FF2B5EF4-FFF2-40B4-BE49-F238E27FC236}">
                  <a16:creationId xmlns:a16="http://schemas.microsoft.com/office/drawing/2014/main" id="{B76D1E91-4858-48B3-A649-60307AD09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537"/>
              <a:ext cx="12" cy="32"/>
            </a:xfrm>
            <a:custGeom>
              <a:avLst/>
              <a:gdLst>
                <a:gd name="T0" fmla="*/ 403 w 5"/>
                <a:gd name="T1" fmla="*/ 0 h 12"/>
                <a:gd name="T2" fmla="*/ 0 w 5"/>
                <a:gd name="T3" fmla="*/ 161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4" y="5"/>
                    <a:pt x="2" y="9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3" name="Freeform 531">
              <a:extLst>
                <a:ext uri="{FF2B5EF4-FFF2-40B4-BE49-F238E27FC236}">
                  <a16:creationId xmlns:a16="http://schemas.microsoft.com/office/drawing/2014/main" id="{2D9ADE68-34BE-4FF2-84FD-E6EF6472D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80"/>
              <a:ext cx="48" cy="83"/>
            </a:xfrm>
            <a:custGeom>
              <a:avLst/>
              <a:gdLst>
                <a:gd name="T0" fmla="*/ 210 w 19"/>
                <a:gd name="T1" fmla="*/ 825 h 31"/>
                <a:gd name="T2" fmla="*/ 0 w 19"/>
                <a:gd name="T3" fmla="*/ 1076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2" y="6"/>
                  </a:moveTo>
                  <a:cubicBezTo>
                    <a:pt x="19" y="0"/>
                    <a:pt x="1" y="31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4" name="Freeform 532">
              <a:extLst>
                <a:ext uri="{FF2B5EF4-FFF2-40B4-BE49-F238E27FC236}">
                  <a16:creationId xmlns:a16="http://schemas.microsoft.com/office/drawing/2014/main" id="{2515654E-0414-42CD-8A79-C81F625D3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308"/>
              <a:ext cx="10" cy="35"/>
            </a:xfrm>
            <a:custGeom>
              <a:avLst/>
              <a:gdLst>
                <a:gd name="T0" fmla="*/ 395 w 4"/>
                <a:gd name="T1" fmla="*/ 0 h 13"/>
                <a:gd name="T2" fmla="*/ 125 w 4"/>
                <a:gd name="T3" fmla="*/ 18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1" y="4"/>
                    <a:pt x="0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5" name="Freeform 533">
              <a:extLst>
                <a:ext uri="{FF2B5EF4-FFF2-40B4-BE49-F238E27FC236}">
                  <a16:creationId xmlns:a16="http://schemas.microsoft.com/office/drawing/2014/main" id="{391974D4-E241-4381-A0E0-4C11D20A8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241"/>
              <a:ext cx="17" cy="38"/>
            </a:xfrm>
            <a:custGeom>
              <a:avLst/>
              <a:gdLst>
                <a:gd name="T0" fmla="*/ 243 w 7"/>
                <a:gd name="T1" fmla="*/ 0 h 14"/>
                <a:gd name="T2" fmla="*/ 590 w 7"/>
                <a:gd name="T3" fmla="*/ 206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0" y="5"/>
                    <a:pt x="5" y="10"/>
                    <a:pt x="7" y="14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6" name="Freeform 534">
              <a:extLst>
                <a:ext uri="{FF2B5EF4-FFF2-40B4-BE49-F238E27FC236}">
                  <a16:creationId xmlns:a16="http://schemas.microsoft.com/office/drawing/2014/main" id="{A1B4227F-18F5-4219-9692-1AA1B502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033"/>
              <a:ext cx="40" cy="43"/>
            </a:xfrm>
            <a:custGeom>
              <a:avLst/>
              <a:gdLst>
                <a:gd name="T0" fmla="*/ 0 w 16"/>
                <a:gd name="T1" fmla="*/ 989 h 16"/>
                <a:gd name="T2" fmla="*/ 1375 w 16"/>
                <a:gd name="T3" fmla="*/ 2094 h 16"/>
                <a:gd name="T4" fmla="*/ 125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7"/>
                  </a:moveTo>
                  <a:cubicBezTo>
                    <a:pt x="4" y="12"/>
                    <a:pt x="8" y="16"/>
                    <a:pt x="14" y="15"/>
                  </a:cubicBezTo>
                  <a:cubicBezTo>
                    <a:pt x="16" y="7"/>
                    <a:pt x="8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7" name="Freeform 535">
              <a:extLst>
                <a:ext uri="{FF2B5EF4-FFF2-40B4-BE49-F238E27FC236}">
                  <a16:creationId xmlns:a16="http://schemas.microsoft.com/office/drawing/2014/main" id="{941470B3-55D6-4585-9F46-56DD81D3B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015"/>
              <a:ext cx="28" cy="2"/>
            </a:xfrm>
            <a:custGeom>
              <a:avLst/>
              <a:gdLst>
                <a:gd name="T0" fmla="*/ 1173 w 11"/>
                <a:gd name="T1" fmla="*/ 32 h 1"/>
                <a:gd name="T2" fmla="*/ 0 w 11"/>
                <a:gd name="T3" fmla="*/ 32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7" y="1"/>
                    <a:pt x="4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8" name="Freeform 536">
              <a:extLst>
                <a:ext uri="{FF2B5EF4-FFF2-40B4-BE49-F238E27FC236}">
                  <a16:creationId xmlns:a16="http://schemas.microsoft.com/office/drawing/2014/main" id="{1DA8D9F2-F51E-4A23-815F-03646CF59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604"/>
              <a:ext cx="35" cy="40"/>
            </a:xfrm>
            <a:custGeom>
              <a:avLst/>
              <a:gdLst>
                <a:gd name="T0" fmla="*/ 1095 w 14"/>
                <a:gd name="T1" fmla="*/ 2027 h 15"/>
                <a:gd name="T2" fmla="*/ 0 w 14"/>
                <a:gd name="T3" fmla="*/ 149 h 15"/>
                <a:gd name="T4" fmla="*/ 1375 w 14"/>
                <a:gd name="T5" fmla="*/ 121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1" y="15"/>
                  </a:moveTo>
                  <a:cubicBezTo>
                    <a:pt x="6" y="12"/>
                    <a:pt x="3" y="7"/>
                    <a:pt x="0" y="1"/>
                  </a:cubicBezTo>
                  <a:cubicBezTo>
                    <a:pt x="6" y="0"/>
                    <a:pt x="10" y="6"/>
                    <a:pt x="14" y="9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9" name="Freeform 537">
              <a:extLst>
                <a:ext uri="{FF2B5EF4-FFF2-40B4-BE49-F238E27FC236}">
                  <a16:creationId xmlns:a16="http://schemas.microsoft.com/office/drawing/2014/main" id="{41334434-A15A-44E9-BCE6-653CC88BA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895"/>
              <a:ext cx="15" cy="18"/>
            </a:xfrm>
            <a:custGeom>
              <a:avLst/>
              <a:gdLst>
                <a:gd name="T0" fmla="*/ 0 w 6"/>
                <a:gd name="T1" fmla="*/ 779 h 7"/>
                <a:gd name="T2" fmla="*/ 5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6"/>
                    <a:pt x="5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0" name="Freeform 538">
              <a:extLst>
                <a:ext uri="{FF2B5EF4-FFF2-40B4-BE49-F238E27FC236}">
                  <a16:creationId xmlns:a16="http://schemas.microsoft.com/office/drawing/2014/main" id="{40F8B944-6B6E-4F68-92C7-D5097E08D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860"/>
              <a:ext cx="53" cy="61"/>
            </a:xfrm>
            <a:custGeom>
              <a:avLst/>
              <a:gdLst>
                <a:gd name="T0" fmla="*/ 1943 w 21"/>
                <a:gd name="T1" fmla="*/ 634 h 23"/>
                <a:gd name="T2" fmla="*/ 1330 w 21"/>
                <a:gd name="T3" fmla="*/ 2870 h 23"/>
                <a:gd name="T4" fmla="*/ 1413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19" y="5"/>
                  </a:moveTo>
                  <a:cubicBezTo>
                    <a:pt x="18" y="11"/>
                    <a:pt x="21" y="21"/>
                    <a:pt x="13" y="22"/>
                  </a:cubicBezTo>
                  <a:cubicBezTo>
                    <a:pt x="0" y="23"/>
                    <a:pt x="13" y="5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1" name="Freeform 539">
              <a:extLst>
                <a:ext uri="{FF2B5EF4-FFF2-40B4-BE49-F238E27FC236}">
                  <a16:creationId xmlns:a16="http://schemas.microsoft.com/office/drawing/2014/main" id="{C618F85F-1CFC-4E4F-A9F6-808944D31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679"/>
              <a:ext cx="30" cy="5"/>
            </a:xfrm>
            <a:custGeom>
              <a:avLst/>
              <a:gdLst>
                <a:gd name="T0" fmla="*/ 0 w 12"/>
                <a:gd name="T1" fmla="*/ 0 h 2"/>
                <a:gd name="T2" fmla="*/ 1175 w 12"/>
                <a:gd name="T3" fmla="*/ 12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1"/>
                    <a:pt x="8" y="2"/>
                    <a:pt x="12" y="1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2" name="Freeform 540">
              <a:extLst>
                <a:ext uri="{FF2B5EF4-FFF2-40B4-BE49-F238E27FC236}">
                  <a16:creationId xmlns:a16="http://schemas.microsoft.com/office/drawing/2014/main" id="{BEB466F0-2395-4C3E-A428-FA19B1645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940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595 w 5"/>
                <a:gd name="T3" fmla="*/ 12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4"/>
                    <a:pt x="2" y="8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3" name="Freeform 541">
              <a:extLst>
                <a:ext uri="{FF2B5EF4-FFF2-40B4-BE49-F238E27FC236}">
                  <a16:creationId xmlns:a16="http://schemas.microsoft.com/office/drawing/2014/main" id="{F36C0B54-3145-4278-AB12-F452BAE3C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844"/>
              <a:ext cx="8" cy="29"/>
            </a:xfrm>
            <a:custGeom>
              <a:avLst/>
              <a:gdLst>
                <a:gd name="T0" fmla="*/ 149 w 3"/>
                <a:gd name="T1" fmla="*/ 1389 h 11"/>
                <a:gd name="T2" fmla="*/ 397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1" y="11"/>
                  </a:moveTo>
                  <a:cubicBezTo>
                    <a:pt x="0" y="8"/>
                    <a:pt x="1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4" name="Freeform 542">
              <a:extLst>
                <a:ext uri="{FF2B5EF4-FFF2-40B4-BE49-F238E27FC236}">
                  <a16:creationId xmlns:a16="http://schemas.microsoft.com/office/drawing/2014/main" id="{3427F4E0-F349-4E67-A4DD-CE28A8566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737"/>
              <a:ext cx="40" cy="11"/>
            </a:xfrm>
            <a:custGeom>
              <a:avLst/>
              <a:gdLst>
                <a:gd name="T0" fmla="*/ 0 w 16"/>
                <a:gd name="T1" fmla="*/ 462 h 4"/>
                <a:gd name="T2" fmla="*/ 1563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3"/>
                  </a:moveTo>
                  <a:cubicBezTo>
                    <a:pt x="6" y="4"/>
                    <a:pt x="11" y="2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5" name="Freeform 543">
              <a:extLst>
                <a:ext uri="{FF2B5EF4-FFF2-40B4-BE49-F238E27FC236}">
                  <a16:creationId xmlns:a16="http://schemas.microsoft.com/office/drawing/2014/main" id="{A607576D-75C0-4B10-B75F-1AE077FCD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705"/>
              <a:ext cx="40" cy="48"/>
            </a:xfrm>
            <a:custGeom>
              <a:avLst/>
              <a:gdLst>
                <a:gd name="T0" fmla="*/ 0 w 16"/>
                <a:gd name="T1" fmla="*/ 2424 h 18"/>
                <a:gd name="T2" fmla="*/ 1563 w 16"/>
                <a:gd name="T3" fmla="*/ 248 h 18"/>
                <a:gd name="T4" fmla="*/ 0 w 16"/>
                <a:gd name="T5" fmla="*/ 66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7" y="16"/>
                    <a:pt x="15" y="10"/>
                    <a:pt x="16" y="2"/>
                  </a:cubicBezTo>
                  <a:cubicBezTo>
                    <a:pt x="11" y="0"/>
                    <a:pt x="4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6" name="Freeform 544">
              <a:extLst>
                <a:ext uri="{FF2B5EF4-FFF2-40B4-BE49-F238E27FC236}">
                  <a16:creationId xmlns:a16="http://schemas.microsoft.com/office/drawing/2014/main" id="{009436F4-D0FF-47A4-A0B0-FDF0252B3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881"/>
              <a:ext cx="47" cy="43"/>
            </a:xfrm>
            <a:custGeom>
              <a:avLst/>
              <a:gdLst>
                <a:gd name="T0" fmla="*/ 819 w 19"/>
                <a:gd name="T1" fmla="*/ 0 h 16"/>
                <a:gd name="T2" fmla="*/ 257 w 19"/>
                <a:gd name="T3" fmla="*/ 2255 h 16"/>
                <a:gd name="T4" fmla="*/ 1756 w 19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9" y="0"/>
                  </a:moveTo>
                  <a:cubicBezTo>
                    <a:pt x="4" y="4"/>
                    <a:pt x="0" y="10"/>
                    <a:pt x="3" y="16"/>
                  </a:cubicBezTo>
                  <a:cubicBezTo>
                    <a:pt x="11" y="16"/>
                    <a:pt x="15" y="7"/>
                    <a:pt x="19" y="1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7" name="Freeform 545">
              <a:extLst>
                <a:ext uri="{FF2B5EF4-FFF2-40B4-BE49-F238E27FC236}">
                  <a16:creationId xmlns:a16="http://schemas.microsoft.com/office/drawing/2014/main" id="{E0FE51BE-0109-4C45-8614-AEDA429A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687"/>
              <a:ext cx="22" cy="26"/>
            </a:xfrm>
            <a:custGeom>
              <a:avLst/>
              <a:gdLst>
                <a:gd name="T0" fmla="*/ 0 w 9"/>
                <a:gd name="T1" fmla="*/ 0 h 10"/>
                <a:gd name="T2" fmla="*/ 790 w 9"/>
                <a:gd name="T3" fmla="*/ 119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2" y="5"/>
                    <a:pt x="6" y="7"/>
                    <a:pt x="9" y="1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8" name="Freeform 546">
              <a:extLst>
                <a:ext uri="{FF2B5EF4-FFF2-40B4-BE49-F238E27FC236}">
                  <a16:creationId xmlns:a16="http://schemas.microsoft.com/office/drawing/2014/main" id="{597E2CCC-4247-4480-8DBE-11D9B541F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695"/>
              <a:ext cx="38" cy="8"/>
            </a:xfrm>
            <a:custGeom>
              <a:avLst/>
              <a:gdLst>
                <a:gd name="T0" fmla="*/ 0 w 15"/>
                <a:gd name="T1" fmla="*/ 0 h 3"/>
                <a:gd name="T2" fmla="*/ 1561 w 15"/>
                <a:gd name="T3" fmla="*/ 39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0"/>
                  </a:moveTo>
                  <a:cubicBezTo>
                    <a:pt x="5" y="0"/>
                    <a:pt x="11" y="0"/>
                    <a:pt x="15" y="3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9" name="Freeform 547">
              <a:extLst>
                <a:ext uri="{FF2B5EF4-FFF2-40B4-BE49-F238E27FC236}">
                  <a16:creationId xmlns:a16="http://schemas.microsoft.com/office/drawing/2014/main" id="{D1A5B82F-8499-4807-A468-7ABA5BC5A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641"/>
              <a:ext cx="15" cy="40"/>
            </a:xfrm>
            <a:custGeom>
              <a:avLst/>
              <a:gdLst>
                <a:gd name="T0" fmla="*/ 0 w 6"/>
                <a:gd name="T1" fmla="*/ 2027 h 15"/>
                <a:gd name="T2" fmla="*/ 595 w 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15"/>
                  </a:moveTo>
                  <a:cubicBezTo>
                    <a:pt x="1" y="10"/>
                    <a:pt x="3" y="5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FE5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0" name="Freeform 548">
              <a:extLst>
                <a:ext uri="{FF2B5EF4-FFF2-40B4-BE49-F238E27FC236}">
                  <a16:creationId xmlns:a16="http://schemas.microsoft.com/office/drawing/2014/main" id="{6B8F05AB-6C36-48FE-B97D-01F0EF946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569"/>
              <a:ext cx="528" cy="155"/>
            </a:xfrm>
            <a:custGeom>
              <a:avLst/>
              <a:gdLst>
                <a:gd name="T0" fmla="*/ 0 w 211"/>
                <a:gd name="T1" fmla="*/ 7900 h 58"/>
                <a:gd name="T2" fmla="*/ 20702 w 211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58">
                  <a:moveTo>
                    <a:pt x="0" y="58"/>
                  </a:moveTo>
                  <a:cubicBezTo>
                    <a:pt x="22" y="58"/>
                    <a:pt x="159" y="41"/>
                    <a:pt x="2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1" name="Freeform 549">
              <a:extLst>
                <a:ext uri="{FF2B5EF4-FFF2-40B4-BE49-F238E27FC236}">
                  <a16:creationId xmlns:a16="http://schemas.microsoft.com/office/drawing/2014/main" id="{39FD87DB-3901-42E5-8A5A-0F17098A6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647"/>
              <a:ext cx="253" cy="40"/>
            </a:xfrm>
            <a:custGeom>
              <a:avLst/>
              <a:gdLst>
                <a:gd name="T0" fmla="*/ 0 w 101"/>
                <a:gd name="T1" fmla="*/ 2027 h 15"/>
                <a:gd name="T2" fmla="*/ 9965 w 10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5">
                  <a:moveTo>
                    <a:pt x="0" y="15"/>
                  </a:moveTo>
                  <a:cubicBezTo>
                    <a:pt x="20" y="15"/>
                    <a:pt x="77" y="8"/>
                    <a:pt x="10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2" name="Freeform 550">
              <a:extLst>
                <a:ext uri="{FF2B5EF4-FFF2-40B4-BE49-F238E27FC236}">
                  <a16:creationId xmlns:a16="http://schemas.microsoft.com/office/drawing/2014/main" id="{D03A5732-E79C-43AF-956D-362BC3FD7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631"/>
              <a:ext cx="85" cy="8"/>
            </a:xfrm>
            <a:custGeom>
              <a:avLst/>
              <a:gdLst>
                <a:gd name="T0" fmla="*/ 0 w 34"/>
                <a:gd name="T1" fmla="*/ 397 h 3"/>
                <a:gd name="T2" fmla="*/ 3333 w 3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0" y="3"/>
                  </a:moveTo>
                  <a:cubicBezTo>
                    <a:pt x="13" y="3"/>
                    <a:pt x="27" y="2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3" name="Freeform 551">
              <a:extLst>
                <a:ext uri="{FF2B5EF4-FFF2-40B4-BE49-F238E27FC236}">
                  <a16:creationId xmlns:a16="http://schemas.microsoft.com/office/drawing/2014/main" id="{ACC312A7-EB9D-41C8-BB15-BC73D5BE6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767"/>
              <a:ext cx="508" cy="256"/>
            </a:xfrm>
            <a:custGeom>
              <a:avLst/>
              <a:gdLst>
                <a:gd name="T0" fmla="*/ 0 w 203"/>
                <a:gd name="T1" fmla="*/ 0 h 96"/>
                <a:gd name="T2" fmla="*/ 19920 w 203"/>
                <a:gd name="T3" fmla="*/ 12949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3" h="96">
                  <a:moveTo>
                    <a:pt x="0" y="0"/>
                  </a:moveTo>
                  <a:cubicBezTo>
                    <a:pt x="31" y="4"/>
                    <a:pt x="163" y="86"/>
                    <a:pt x="203" y="9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4" name="Freeform 552">
              <a:extLst>
                <a:ext uri="{FF2B5EF4-FFF2-40B4-BE49-F238E27FC236}">
                  <a16:creationId xmlns:a16="http://schemas.microsoft.com/office/drawing/2014/main" id="{3BF5CA44-94B0-44CB-A9D1-0961FC5B2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815"/>
              <a:ext cx="402" cy="194"/>
            </a:xfrm>
            <a:custGeom>
              <a:avLst/>
              <a:gdLst>
                <a:gd name="T0" fmla="*/ 0 w 161"/>
                <a:gd name="T1" fmla="*/ 0 h 73"/>
                <a:gd name="T2" fmla="*/ 15631 w 161"/>
                <a:gd name="T3" fmla="*/ 968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1" h="73">
                  <a:moveTo>
                    <a:pt x="0" y="0"/>
                  </a:moveTo>
                  <a:cubicBezTo>
                    <a:pt x="27" y="6"/>
                    <a:pt x="128" y="64"/>
                    <a:pt x="161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5" name="Freeform 553">
              <a:extLst>
                <a:ext uri="{FF2B5EF4-FFF2-40B4-BE49-F238E27FC236}">
                  <a16:creationId xmlns:a16="http://schemas.microsoft.com/office/drawing/2014/main" id="{4D9166B1-4462-4FD5-B125-6C00BC516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871"/>
              <a:ext cx="295" cy="125"/>
            </a:xfrm>
            <a:custGeom>
              <a:avLst/>
              <a:gdLst>
                <a:gd name="T0" fmla="*/ 0 w 118"/>
                <a:gd name="T1" fmla="*/ 0 h 47"/>
                <a:gd name="T2" fmla="*/ 11533 w 118"/>
                <a:gd name="T3" fmla="*/ 624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8" h="47">
                  <a:moveTo>
                    <a:pt x="0" y="0"/>
                  </a:moveTo>
                  <a:cubicBezTo>
                    <a:pt x="27" y="2"/>
                    <a:pt x="61" y="24"/>
                    <a:pt x="118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6" name="Freeform 554">
              <a:extLst>
                <a:ext uri="{FF2B5EF4-FFF2-40B4-BE49-F238E27FC236}">
                  <a16:creationId xmlns:a16="http://schemas.microsoft.com/office/drawing/2014/main" id="{57894410-273A-4EB5-9ECE-BD36DC959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612"/>
              <a:ext cx="262" cy="165"/>
            </a:xfrm>
            <a:custGeom>
              <a:avLst/>
              <a:gdLst>
                <a:gd name="T0" fmla="*/ 10161 w 105"/>
                <a:gd name="T1" fmla="*/ 8271 h 62"/>
                <a:gd name="T2" fmla="*/ 6787 w 105"/>
                <a:gd name="T3" fmla="*/ 3768 h 62"/>
                <a:gd name="T4" fmla="*/ 0 w 105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62">
                  <a:moveTo>
                    <a:pt x="105" y="62"/>
                  </a:moveTo>
                  <a:cubicBezTo>
                    <a:pt x="95" y="48"/>
                    <a:pt x="83" y="37"/>
                    <a:pt x="70" y="28"/>
                  </a:cubicBezTo>
                  <a:cubicBezTo>
                    <a:pt x="53" y="18"/>
                    <a:pt x="29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ECFD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7" name="Freeform 555">
              <a:extLst>
                <a:ext uri="{FF2B5EF4-FFF2-40B4-BE49-F238E27FC236}">
                  <a16:creationId xmlns:a16="http://schemas.microsoft.com/office/drawing/2014/main" id="{1ADC77CD-1423-48C6-BB92-4D6A419C5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612"/>
              <a:ext cx="50" cy="37"/>
            </a:xfrm>
            <a:custGeom>
              <a:avLst/>
              <a:gdLst>
                <a:gd name="T0" fmla="*/ 988 w 20"/>
                <a:gd name="T1" fmla="*/ 0 h 14"/>
                <a:gd name="T2" fmla="*/ 1958 w 20"/>
                <a:gd name="T3" fmla="*/ 53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10" y="0"/>
                  </a:moveTo>
                  <a:cubicBezTo>
                    <a:pt x="0" y="9"/>
                    <a:pt x="12" y="14"/>
                    <a:pt x="20" y="4"/>
                  </a:cubicBezTo>
                </a:path>
              </a:pathLst>
            </a:custGeom>
            <a:noFill/>
            <a:ln w="7938" cap="rnd">
              <a:solidFill>
                <a:srgbClr val="F6F4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8" name="Freeform 556">
              <a:extLst>
                <a:ext uri="{FF2B5EF4-FFF2-40B4-BE49-F238E27FC236}">
                  <a16:creationId xmlns:a16="http://schemas.microsoft.com/office/drawing/2014/main" id="{D27CC2CE-21B5-4F26-8112-37769F169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889"/>
              <a:ext cx="2161" cy="771"/>
            </a:xfrm>
            <a:custGeom>
              <a:avLst/>
              <a:gdLst>
                <a:gd name="T0" fmla="*/ 0 w 864"/>
                <a:gd name="T1" fmla="*/ 31195 h 289"/>
                <a:gd name="T2" fmla="*/ 4505 w 864"/>
                <a:gd name="T3" fmla="*/ 37443 h 289"/>
                <a:gd name="T4" fmla="*/ 10873 w 864"/>
                <a:gd name="T5" fmla="*/ 38091 h 289"/>
                <a:gd name="T6" fmla="*/ 18511 w 864"/>
                <a:gd name="T7" fmla="*/ 34839 h 289"/>
                <a:gd name="T8" fmla="*/ 50991 w 864"/>
                <a:gd name="T9" fmla="*/ 32833 h 289"/>
                <a:gd name="T10" fmla="*/ 63714 w 864"/>
                <a:gd name="T11" fmla="*/ 38902 h 289"/>
                <a:gd name="T12" fmla="*/ 74399 w 864"/>
                <a:gd name="T13" fmla="*/ 30397 h 289"/>
                <a:gd name="T14" fmla="*/ 84179 w 864"/>
                <a:gd name="T15" fmla="*/ 23258 h 289"/>
                <a:gd name="T16" fmla="*/ 83396 w 864"/>
                <a:gd name="T17" fmla="*/ 20262 h 289"/>
                <a:gd name="T18" fmla="*/ 78184 w 864"/>
                <a:gd name="T19" fmla="*/ 19195 h 289"/>
                <a:gd name="T20" fmla="*/ 63822 w 864"/>
                <a:gd name="T21" fmla="*/ 16767 h 289"/>
                <a:gd name="T22" fmla="*/ 45048 w 864"/>
                <a:gd name="T23" fmla="*/ 12419 h 289"/>
                <a:gd name="T24" fmla="*/ 31029 w 864"/>
                <a:gd name="T25" fmla="*/ 9175 h 289"/>
                <a:gd name="T26" fmla="*/ 8526 w 864"/>
                <a:gd name="T27" fmla="*/ 4711 h 289"/>
                <a:gd name="T28" fmla="*/ 783 w 864"/>
                <a:gd name="T29" fmla="*/ 662 h 289"/>
                <a:gd name="T30" fmla="*/ 0 w 864"/>
                <a:gd name="T31" fmla="*/ 1062 h 2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4" h="289">
                  <a:moveTo>
                    <a:pt x="0" y="231"/>
                  </a:moveTo>
                  <a:cubicBezTo>
                    <a:pt x="5" y="262"/>
                    <a:pt x="15" y="282"/>
                    <a:pt x="46" y="277"/>
                  </a:cubicBezTo>
                  <a:cubicBezTo>
                    <a:pt x="58" y="288"/>
                    <a:pt x="97" y="284"/>
                    <a:pt x="111" y="282"/>
                  </a:cubicBezTo>
                  <a:cubicBezTo>
                    <a:pt x="139" y="278"/>
                    <a:pt x="145" y="263"/>
                    <a:pt x="189" y="258"/>
                  </a:cubicBezTo>
                  <a:cubicBezTo>
                    <a:pt x="216" y="255"/>
                    <a:pt x="390" y="215"/>
                    <a:pt x="521" y="243"/>
                  </a:cubicBezTo>
                  <a:cubicBezTo>
                    <a:pt x="568" y="253"/>
                    <a:pt x="639" y="289"/>
                    <a:pt x="651" y="288"/>
                  </a:cubicBezTo>
                  <a:cubicBezTo>
                    <a:pt x="683" y="288"/>
                    <a:pt x="730" y="239"/>
                    <a:pt x="760" y="225"/>
                  </a:cubicBezTo>
                  <a:cubicBezTo>
                    <a:pt x="789" y="211"/>
                    <a:pt x="858" y="188"/>
                    <a:pt x="860" y="172"/>
                  </a:cubicBezTo>
                  <a:cubicBezTo>
                    <a:pt x="864" y="158"/>
                    <a:pt x="856" y="152"/>
                    <a:pt x="852" y="150"/>
                  </a:cubicBezTo>
                  <a:cubicBezTo>
                    <a:pt x="837" y="144"/>
                    <a:pt x="813" y="144"/>
                    <a:pt x="799" y="142"/>
                  </a:cubicBezTo>
                  <a:cubicBezTo>
                    <a:pt x="792" y="141"/>
                    <a:pt x="730" y="133"/>
                    <a:pt x="652" y="124"/>
                  </a:cubicBezTo>
                  <a:cubicBezTo>
                    <a:pt x="585" y="115"/>
                    <a:pt x="524" y="101"/>
                    <a:pt x="460" y="92"/>
                  </a:cubicBezTo>
                  <a:cubicBezTo>
                    <a:pt x="405" y="85"/>
                    <a:pt x="334" y="71"/>
                    <a:pt x="317" y="68"/>
                  </a:cubicBezTo>
                  <a:cubicBezTo>
                    <a:pt x="245" y="54"/>
                    <a:pt x="114" y="39"/>
                    <a:pt x="87" y="35"/>
                  </a:cubicBezTo>
                  <a:cubicBezTo>
                    <a:pt x="60" y="31"/>
                    <a:pt x="49" y="0"/>
                    <a:pt x="8" y="5"/>
                  </a:cubicBezTo>
                  <a:cubicBezTo>
                    <a:pt x="5" y="6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9" name="Freeform 557">
              <a:extLst>
                <a:ext uri="{FF2B5EF4-FFF2-40B4-BE49-F238E27FC236}">
                  <a16:creationId xmlns:a16="http://schemas.microsoft.com/office/drawing/2014/main" id="{BB0D5339-689A-48C2-999B-C19FB228A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460"/>
              <a:ext cx="1738" cy="549"/>
            </a:xfrm>
            <a:custGeom>
              <a:avLst/>
              <a:gdLst>
                <a:gd name="T0" fmla="*/ 57802 w 695"/>
                <a:gd name="T1" fmla="*/ 27295 h 206"/>
                <a:gd name="T2" fmla="*/ 65431 w 695"/>
                <a:gd name="T3" fmla="*/ 21392 h 206"/>
                <a:gd name="T4" fmla="*/ 67965 w 695"/>
                <a:gd name="T5" fmla="*/ 14119 h 206"/>
                <a:gd name="T6" fmla="*/ 66214 w 695"/>
                <a:gd name="T7" fmla="*/ 10242 h 206"/>
                <a:gd name="T8" fmla="*/ 38441 w 695"/>
                <a:gd name="T9" fmla="*/ 2969 h 206"/>
                <a:gd name="T10" fmla="*/ 7942 w 695"/>
                <a:gd name="T11" fmla="*/ 965 h 206"/>
                <a:gd name="T12" fmla="*/ 0 w 695"/>
                <a:gd name="T13" fmla="*/ 10753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5" h="206">
                  <a:moveTo>
                    <a:pt x="591" y="203"/>
                  </a:moveTo>
                  <a:cubicBezTo>
                    <a:pt x="614" y="206"/>
                    <a:pt x="636" y="194"/>
                    <a:pt x="669" y="159"/>
                  </a:cubicBezTo>
                  <a:cubicBezTo>
                    <a:pt x="687" y="141"/>
                    <a:pt x="695" y="121"/>
                    <a:pt x="695" y="105"/>
                  </a:cubicBezTo>
                  <a:cubicBezTo>
                    <a:pt x="695" y="91"/>
                    <a:pt x="689" y="80"/>
                    <a:pt x="677" y="76"/>
                  </a:cubicBezTo>
                  <a:cubicBezTo>
                    <a:pt x="633" y="58"/>
                    <a:pt x="465" y="30"/>
                    <a:pt x="393" y="22"/>
                  </a:cubicBezTo>
                  <a:cubicBezTo>
                    <a:pt x="320" y="14"/>
                    <a:pt x="111" y="0"/>
                    <a:pt x="81" y="7"/>
                  </a:cubicBezTo>
                  <a:cubicBezTo>
                    <a:pt x="56" y="12"/>
                    <a:pt x="17" y="42"/>
                    <a:pt x="0" y="8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0" name="Freeform 558">
              <a:extLst>
                <a:ext uri="{FF2B5EF4-FFF2-40B4-BE49-F238E27FC236}">
                  <a16:creationId xmlns:a16="http://schemas.microsoft.com/office/drawing/2014/main" id="{77F92E47-9AE8-4E01-81B9-43B1F19B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687"/>
              <a:ext cx="413" cy="77"/>
            </a:xfrm>
            <a:custGeom>
              <a:avLst/>
              <a:gdLst>
                <a:gd name="T0" fmla="*/ 708 w 165"/>
                <a:gd name="T1" fmla="*/ 0 h 29"/>
                <a:gd name="T2" fmla="*/ 783 w 165"/>
                <a:gd name="T3" fmla="*/ 1051 h 29"/>
                <a:gd name="T4" fmla="*/ 16215 w 165"/>
                <a:gd name="T5" fmla="*/ 382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29">
                  <a:moveTo>
                    <a:pt x="7" y="0"/>
                  </a:moveTo>
                  <a:cubicBezTo>
                    <a:pt x="1" y="3"/>
                    <a:pt x="0" y="7"/>
                    <a:pt x="8" y="8"/>
                  </a:cubicBezTo>
                  <a:cubicBezTo>
                    <a:pt x="43" y="13"/>
                    <a:pt x="120" y="23"/>
                    <a:pt x="165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1" name="Freeform 559">
              <a:extLst>
                <a:ext uri="{FF2B5EF4-FFF2-40B4-BE49-F238E27FC236}">
                  <a16:creationId xmlns:a16="http://schemas.microsoft.com/office/drawing/2014/main" id="{DD57E07F-51E2-4E3C-B525-710FF53B1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713"/>
              <a:ext cx="152" cy="198"/>
            </a:xfrm>
            <a:custGeom>
              <a:avLst/>
              <a:gdLst>
                <a:gd name="T0" fmla="*/ 5664 w 61"/>
                <a:gd name="T1" fmla="*/ 0 h 74"/>
                <a:gd name="T2" fmla="*/ 0 w 61"/>
                <a:gd name="T3" fmla="*/ 10152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74">
                  <a:moveTo>
                    <a:pt x="59" y="0"/>
                  </a:moveTo>
                  <a:cubicBezTo>
                    <a:pt x="61" y="28"/>
                    <a:pt x="14" y="67"/>
                    <a:pt x="0" y="74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2" name="Freeform 560">
              <a:extLst>
                <a:ext uri="{FF2B5EF4-FFF2-40B4-BE49-F238E27FC236}">
                  <a16:creationId xmlns:a16="http://schemas.microsoft.com/office/drawing/2014/main" id="{C457112F-860A-4CE5-A749-5D907046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505"/>
              <a:ext cx="67" cy="195"/>
            </a:xfrm>
            <a:custGeom>
              <a:avLst/>
              <a:gdLst>
                <a:gd name="T0" fmla="*/ 836 w 27"/>
                <a:gd name="T1" fmla="*/ 0 h 73"/>
                <a:gd name="T2" fmla="*/ 0 w 27"/>
                <a:gd name="T3" fmla="*/ 9932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3">
                  <a:moveTo>
                    <a:pt x="9" y="0"/>
                  </a:moveTo>
                  <a:cubicBezTo>
                    <a:pt x="27" y="27"/>
                    <a:pt x="7" y="58"/>
                    <a:pt x="0" y="73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3" name="Freeform 561">
              <a:extLst>
                <a:ext uri="{FF2B5EF4-FFF2-40B4-BE49-F238E27FC236}">
                  <a16:creationId xmlns:a16="http://schemas.microsoft.com/office/drawing/2014/main" id="{E028913F-23C3-463F-8DD3-D84FCF75D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452"/>
              <a:ext cx="135" cy="157"/>
            </a:xfrm>
            <a:custGeom>
              <a:avLst/>
              <a:gdLst>
                <a:gd name="T0" fmla="*/ 5283 w 54"/>
                <a:gd name="T1" fmla="*/ 0 h 59"/>
                <a:gd name="T2" fmla="*/ 0 w 54"/>
                <a:gd name="T3" fmla="*/ 7874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59">
                  <a:moveTo>
                    <a:pt x="54" y="0"/>
                  </a:moveTo>
                  <a:cubicBezTo>
                    <a:pt x="22" y="21"/>
                    <a:pt x="8" y="42"/>
                    <a:pt x="0" y="59"/>
                  </a:cubicBezTo>
                </a:path>
              </a:pathLst>
            </a:custGeom>
            <a:noFill/>
            <a:ln w="7938" cap="rnd">
              <a:solidFill>
                <a:srgbClr val="90633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4" name="Freeform 562">
              <a:extLst>
                <a:ext uri="{FF2B5EF4-FFF2-40B4-BE49-F238E27FC236}">
                  <a16:creationId xmlns:a16="http://schemas.microsoft.com/office/drawing/2014/main" id="{CCB50417-A3ED-400F-B49B-3D6DDFA0A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444"/>
              <a:ext cx="122" cy="109"/>
            </a:xfrm>
            <a:custGeom>
              <a:avLst/>
              <a:gdLst>
                <a:gd name="T0" fmla="*/ 4693 w 49"/>
                <a:gd name="T1" fmla="*/ 0 h 41"/>
                <a:gd name="T2" fmla="*/ 0 w 49"/>
                <a:gd name="T3" fmla="*/ 545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41">
                  <a:moveTo>
                    <a:pt x="49" y="0"/>
                  </a:moveTo>
                  <a:cubicBezTo>
                    <a:pt x="16" y="16"/>
                    <a:pt x="3" y="35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90633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5" name="Line 563">
              <a:extLst>
                <a:ext uri="{FF2B5EF4-FFF2-40B4-BE49-F238E27FC236}">
                  <a16:creationId xmlns:a16="http://schemas.microsoft.com/office/drawing/2014/main" id="{59685D33-E6F8-42D6-AE80-4D478B6FF0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2" y="1719"/>
              <a:ext cx="1" cy="66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6" name="Freeform 564">
              <a:extLst>
                <a:ext uri="{FF2B5EF4-FFF2-40B4-BE49-F238E27FC236}">
                  <a16:creationId xmlns:a16="http://schemas.microsoft.com/office/drawing/2014/main" id="{D0AA8DDC-A1DA-4D08-9CF4-44129A595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471"/>
              <a:ext cx="2393" cy="1538"/>
            </a:xfrm>
            <a:custGeom>
              <a:avLst/>
              <a:gdLst>
                <a:gd name="T0" fmla="*/ 0 w 957"/>
                <a:gd name="T1" fmla="*/ 68746 h 577"/>
                <a:gd name="T2" fmla="*/ 6459 w 957"/>
                <a:gd name="T3" fmla="*/ 70375 h 577"/>
                <a:gd name="T4" fmla="*/ 13600 w 957"/>
                <a:gd name="T5" fmla="*/ 71830 h 577"/>
                <a:gd name="T6" fmla="*/ 21234 w 957"/>
                <a:gd name="T7" fmla="*/ 73592 h 577"/>
                <a:gd name="T8" fmla="*/ 31081 w 957"/>
                <a:gd name="T9" fmla="*/ 74653 h 577"/>
                <a:gd name="T10" fmla="*/ 44494 w 957"/>
                <a:gd name="T11" fmla="*/ 77494 h 577"/>
                <a:gd name="T12" fmla="*/ 55129 w 957"/>
                <a:gd name="T13" fmla="*/ 77494 h 577"/>
                <a:gd name="T14" fmla="*/ 63726 w 957"/>
                <a:gd name="T15" fmla="*/ 76983 h 577"/>
                <a:gd name="T16" fmla="*/ 76238 w 957"/>
                <a:gd name="T17" fmla="*/ 73592 h 577"/>
                <a:gd name="T18" fmla="*/ 83472 w 957"/>
                <a:gd name="T19" fmla="*/ 68200 h 577"/>
                <a:gd name="T20" fmla="*/ 89336 w 957"/>
                <a:gd name="T21" fmla="*/ 59617 h 577"/>
                <a:gd name="T22" fmla="*/ 92464 w 957"/>
                <a:gd name="T23" fmla="*/ 50338 h 577"/>
                <a:gd name="T24" fmla="*/ 92577 w 957"/>
                <a:gd name="T25" fmla="*/ 35944 h 577"/>
                <a:gd name="T26" fmla="*/ 83973 w 957"/>
                <a:gd name="T27" fmla="*/ 29883 h 577"/>
                <a:gd name="T28" fmla="*/ 77144 w 957"/>
                <a:gd name="T29" fmla="*/ 28518 h 577"/>
                <a:gd name="T30" fmla="*/ 70560 w 957"/>
                <a:gd name="T31" fmla="*/ 27311 h 577"/>
                <a:gd name="T32" fmla="*/ 62276 w 957"/>
                <a:gd name="T33" fmla="*/ 26095 h 577"/>
                <a:gd name="T34" fmla="*/ 52191 w 957"/>
                <a:gd name="T35" fmla="*/ 23672 h 577"/>
                <a:gd name="T36" fmla="*/ 39991 w 957"/>
                <a:gd name="T37" fmla="*/ 21911 h 577"/>
                <a:gd name="T38" fmla="*/ 29519 w 957"/>
                <a:gd name="T39" fmla="*/ 20186 h 577"/>
                <a:gd name="T40" fmla="*/ 24435 w 957"/>
                <a:gd name="T41" fmla="*/ 18331 h 577"/>
                <a:gd name="T42" fmla="*/ 19277 w 957"/>
                <a:gd name="T43" fmla="*/ 17520 h 577"/>
                <a:gd name="T44" fmla="*/ 13213 w 957"/>
                <a:gd name="T45" fmla="*/ 13336 h 577"/>
                <a:gd name="T46" fmla="*/ 14068 w 957"/>
                <a:gd name="T47" fmla="*/ 9940 h 577"/>
                <a:gd name="T48" fmla="*/ 16806 w 957"/>
                <a:gd name="T49" fmla="*/ 6722 h 577"/>
                <a:gd name="T50" fmla="*/ 18296 w 957"/>
                <a:gd name="T51" fmla="*/ 6309 h 577"/>
                <a:gd name="T52" fmla="*/ 18109 w 957"/>
                <a:gd name="T53" fmla="*/ 4603 h 577"/>
                <a:gd name="T54" fmla="*/ 14588 w 957"/>
                <a:gd name="T55" fmla="*/ 3084 h 577"/>
                <a:gd name="T56" fmla="*/ 8022 w 957"/>
                <a:gd name="T57" fmla="*/ 1215 h 577"/>
                <a:gd name="T58" fmla="*/ 3438 w 957"/>
                <a:gd name="T59" fmla="*/ 661 h 577"/>
                <a:gd name="T60" fmla="*/ 0 w 957"/>
                <a:gd name="T61" fmla="*/ 0 h 57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57" h="577">
                  <a:moveTo>
                    <a:pt x="0" y="511"/>
                  </a:moveTo>
                  <a:cubicBezTo>
                    <a:pt x="12" y="515"/>
                    <a:pt x="47" y="525"/>
                    <a:pt x="66" y="523"/>
                  </a:cubicBezTo>
                  <a:cubicBezTo>
                    <a:pt x="88" y="520"/>
                    <a:pt x="111" y="533"/>
                    <a:pt x="139" y="534"/>
                  </a:cubicBezTo>
                  <a:cubicBezTo>
                    <a:pt x="144" y="533"/>
                    <a:pt x="187" y="542"/>
                    <a:pt x="217" y="547"/>
                  </a:cubicBezTo>
                  <a:cubicBezTo>
                    <a:pt x="247" y="552"/>
                    <a:pt x="289" y="555"/>
                    <a:pt x="318" y="555"/>
                  </a:cubicBezTo>
                  <a:cubicBezTo>
                    <a:pt x="347" y="555"/>
                    <a:pt x="423" y="576"/>
                    <a:pt x="455" y="576"/>
                  </a:cubicBezTo>
                  <a:cubicBezTo>
                    <a:pt x="486" y="576"/>
                    <a:pt x="540" y="574"/>
                    <a:pt x="564" y="576"/>
                  </a:cubicBezTo>
                  <a:cubicBezTo>
                    <a:pt x="588" y="577"/>
                    <a:pt x="626" y="571"/>
                    <a:pt x="652" y="572"/>
                  </a:cubicBezTo>
                  <a:cubicBezTo>
                    <a:pt x="700" y="575"/>
                    <a:pt x="761" y="561"/>
                    <a:pt x="780" y="547"/>
                  </a:cubicBezTo>
                  <a:cubicBezTo>
                    <a:pt x="799" y="533"/>
                    <a:pt x="840" y="517"/>
                    <a:pt x="854" y="507"/>
                  </a:cubicBezTo>
                  <a:cubicBezTo>
                    <a:pt x="877" y="490"/>
                    <a:pt x="896" y="463"/>
                    <a:pt x="914" y="443"/>
                  </a:cubicBezTo>
                  <a:cubicBezTo>
                    <a:pt x="933" y="422"/>
                    <a:pt x="936" y="403"/>
                    <a:pt x="946" y="374"/>
                  </a:cubicBezTo>
                  <a:cubicBezTo>
                    <a:pt x="957" y="345"/>
                    <a:pt x="955" y="295"/>
                    <a:pt x="947" y="267"/>
                  </a:cubicBezTo>
                  <a:cubicBezTo>
                    <a:pt x="940" y="240"/>
                    <a:pt x="898" y="236"/>
                    <a:pt x="859" y="222"/>
                  </a:cubicBezTo>
                  <a:cubicBezTo>
                    <a:pt x="820" y="208"/>
                    <a:pt x="818" y="213"/>
                    <a:pt x="789" y="212"/>
                  </a:cubicBezTo>
                  <a:cubicBezTo>
                    <a:pt x="760" y="211"/>
                    <a:pt x="758" y="206"/>
                    <a:pt x="722" y="203"/>
                  </a:cubicBezTo>
                  <a:cubicBezTo>
                    <a:pt x="687" y="201"/>
                    <a:pt x="671" y="199"/>
                    <a:pt x="637" y="194"/>
                  </a:cubicBezTo>
                  <a:cubicBezTo>
                    <a:pt x="602" y="189"/>
                    <a:pt x="576" y="185"/>
                    <a:pt x="534" y="176"/>
                  </a:cubicBezTo>
                  <a:cubicBezTo>
                    <a:pt x="491" y="166"/>
                    <a:pt x="463" y="171"/>
                    <a:pt x="409" y="163"/>
                  </a:cubicBezTo>
                  <a:cubicBezTo>
                    <a:pt x="355" y="154"/>
                    <a:pt x="343" y="156"/>
                    <a:pt x="302" y="150"/>
                  </a:cubicBezTo>
                  <a:cubicBezTo>
                    <a:pt x="279" y="147"/>
                    <a:pt x="267" y="139"/>
                    <a:pt x="250" y="136"/>
                  </a:cubicBezTo>
                  <a:cubicBezTo>
                    <a:pt x="236" y="134"/>
                    <a:pt x="219" y="136"/>
                    <a:pt x="197" y="130"/>
                  </a:cubicBezTo>
                  <a:cubicBezTo>
                    <a:pt x="173" y="124"/>
                    <a:pt x="140" y="113"/>
                    <a:pt x="135" y="99"/>
                  </a:cubicBezTo>
                  <a:cubicBezTo>
                    <a:pt x="130" y="85"/>
                    <a:pt x="136" y="84"/>
                    <a:pt x="144" y="74"/>
                  </a:cubicBezTo>
                  <a:cubicBezTo>
                    <a:pt x="151" y="64"/>
                    <a:pt x="159" y="53"/>
                    <a:pt x="172" y="50"/>
                  </a:cubicBezTo>
                  <a:cubicBezTo>
                    <a:pt x="177" y="49"/>
                    <a:pt x="182" y="48"/>
                    <a:pt x="187" y="47"/>
                  </a:cubicBezTo>
                  <a:cubicBezTo>
                    <a:pt x="193" y="46"/>
                    <a:pt x="190" y="36"/>
                    <a:pt x="185" y="34"/>
                  </a:cubicBezTo>
                  <a:cubicBezTo>
                    <a:pt x="173" y="29"/>
                    <a:pt x="156" y="25"/>
                    <a:pt x="149" y="23"/>
                  </a:cubicBezTo>
                  <a:cubicBezTo>
                    <a:pt x="131" y="20"/>
                    <a:pt x="106" y="13"/>
                    <a:pt x="82" y="9"/>
                  </a:cubicBezTo>
                  <a:cubicBezTo>
                    <a:pt x="63" y="6"/>
                    <a:pt x="45" y="6"/>
                    <a:pt x="35" y="5"/>
                  </a:cubicBezTo>
                  <a:cubicBezTo>
                    <a:pt x="17" y="1"/>
                    <a:pt x="6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7" name="Freeform 565">
              <a:extLst>
                <a:ext uri="{FF2B5EF4-FFF2-40B4-BE49-F238E27FC236}">
                  <a16:creationId xmlns:a16="http://schemas.microsoft.com/office/drawing/2014/main" id="{B9D2462A-41DB-4D8C-8621-ADFC5BFA7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420"/>
              <a:ext cx="2493" cy="1683"/>
            </a:xfrm>
            <a:custGeom>
              <a:avLst/>
              <a:gdLst>
                <a:gd name="T0" fmla="*/ 0 w 997"/>
                <a:gd name="T1" fmla="*/ 75194 h 631"/>
                <a:gd name="T2" fmla="*/ 8334 w 997"/>
                <a:gd name="T3" fmla="*/ 77322 h 631"/>
                <a:gd name="T4" fmla="*/ 14193 w 997"/>
                <a:gd name="T5" fmla="*/ 78688 h 631"/>
                <a:gd name="T6" fmla="*/ 62663 w 997"/>
                <a:gd name="T7" fmla="*/ 83718 h 631"/>
                <a:gd name="T8" fmla="*/ 93556 w 997"/>
                <a:gd name="T9" fmla="*/ 60468 h 631"/>
                <a:gd name="T10" fmla="*/ 95702 w 997"/>
                <a:gd name="T11" fmla="*/ 38216 h 631"/>
                <a:gd name="T12" fmla="*/ 93349 w 997"/>
                <a:gd name="T13" fmla="*/ 32638 h 631"/>
                <a:gd name="T14" fmla="*/ 87493 w 997"/>
                <a:gd name="T15" fmla="*/ 28990 h 631"/>
                <a:gd name="T16" fmla="*/ 77013 w 997"/>
                <a:gd name="T17" fmla="*/ 26984 h 631"/>
                <a:gd name="T18" fmla="*/ 42228 w 997"/>
                <a:gd name="T19" fmla="*/ 21612 h 631"/>
                <a:gd name="T20" fmla="*/ 34394 w 997"/>
                <a:gd name="T21" fmla="*/ 20247 h 631"/>
                <a:gd name="T22" fmla="*/ 18106 w 997"/>
                <a:gd name="T23" fmla="*/ 16603 h 631"/>
                <a:gd name="T24" fmla="*/ 18181 w 997"/>
                <a:gd name="T25" fmla="*/ 16753 h 631"/>
                <a:gd name="T26" fmla="*/ 16731 w 997"/>
                <a:gd name="T27" fmla="*/ 15238 h 631"/>
                <a:gd name="T28" fmla="*/ 18181 w 997"/>
                <a:gd name="T29" fmla="*/ 11746 h 631"/>
                <a:gd name="T30" fmla="*/ 18294 w 997"/>
                <a:gd name="T31" fmla="*/ 11746 h 631"/>
                <a:gd name="T32" fmla="*/ 21809 w 997"/>
                <a:gd name="T33" fmla="*/ 10266 h 631"/>
                <a:gd name="T34" fmla="*/ 28143 w 997"/>
                <a:gd name="T35" fmla="*/ 10927 h 631"/>
                <a:gd name="T36" fmla="*/ 30486 w 997"/>
                <a:gd name="T37" fmla="*/ 11746 h 631"/>
                <a:gd name="T38" fmla="*/ 30406 w 997"/>
                <a:gd name="T39" fmla="*/ 11325 h 631"/>
                <a:gd name="T40" fmla="*/ 28061 w 997"/>
                <a:gd name="T41" fmla="*/ 9162 h 631"/>
                <a:gd name="T42" fmla="*/ 24435 w 997"/>
                <a:gd name="T43" fmla="*/ 7684 h 631"/>
                <a:gd name="T44" fmla="*/ 24360 w 997"/>
                <a:gd name="T45" fmla="*/ 7684 h 631"/>
                <a:gd name="T46" fmla="*/ 22202 w 997"/>
                <a:gd name="T47" fmla="*/ 6737 h 631"/>
                <a:gd name="T48" fmla="*/ 17901 w 997"/>
                <a:gd name="T49" fmla="*/ 4190 h 631"/>
                <a:gd name="T50" fmla="*/ 13493 w 997"/>
                <a:gd name="T51" fmla="*/ 2582 h 631"/>
                <a:gd name="T52" fmla="*/ 9304 w 997"/>
                <a:gd name="T53" fmla="*/ 1763 h 631"/>
                <a:gd name="T54" fmla="*/ 3833 w 997"/>
                <a:gd name="T55" fmla="*/ 819 h 631"/>
                <a:gd name="T56" fmla="*/ 0 w 997"/>
                <a:gd name="T57" fmla="*/ 149 h 63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97" h="631">
                  <a:moveTo>
                    <a:pt x="0" y="557"/>
                  </a:moveTo>
                  <a:cubicBezTo>
                    <a:pt x="15" y="563"/>
                    <a:pt x="50" y="568"/>
                    <a:pt x="85" y="573"/>
                  </a:cubicBezTo>
                  <a:cubicBezTo>
                    <a:pt x="108" y="577"/>
                    <a:pt x="129" y="580"/>
                    <a:pt x="145" y="583"/>
                  </a:cubicBezTo>
                  <a:cubicBezTo>
                    <a:pt x="148" y="584"/>
                    <a:pt x="451" y="631"/>
                    <a:pt x="641" y="620"/>
                  </a:cubicBezTo>
                  <a:cubicBezTo>
                    <a:pt x="756" y="615"/>
                    <a:pt x="898" y="559"/>
                    <a:pt x="957" y="448"/>
                  </a:cubicBezTo>
                  <a:cubicBezTo>
                    <a:pt x="997" y="371"/>
                    <a:pt x="988" y="312"/>
                    <a:pt x="979" y="283"/>
                  </a:cubicBezTo>
                  <a:cubicBezTo>
                    <a:pt x="973" y="267"/>
                    <a:pt x="966" y="253"/>
                    <a:pt x="955" y="242"/>
                  </a:cubicBezTo>
                  <a:cubicBezTo>
                    <a:pt x="950" y="236"/>
                    <a:pt x="930" y="224"/>
                    <a:pt x="895" y="215"/>
                  </a:cubicBezTo>
                  <a:cubicBezTo>
                    <a:pt x="882" y="210"/>
                    <a:pt x="821" y="203"/>
                    <a:pt x="788" y="200"/>
                  </a:cubicBezTo>
                  <a:cubicBezTo>
                    <a:pt x="693" y="190"/>
                    <a:pt x="536" y="172"/>
                    <a:pt x="432" y="160"/>
                  </a:cubicBezTo>
                  <a:cubicBezTo>
                    <a:pt x="352" y="150"/>
                    <a:pt x="352" y="150"/>
                    <a:pt x="352" y="150"/>
                  </a:cubicBezTo>
                  <a:cubicBezTo>
                    <a:pt x="310" y="146"/>
                    <a:pt x="185" y="123"/>
                    <a:pt x="185" y="123"/>
                  </a:cubicBezTo>
                  <a:cubicBezTo>
                    <a:pt x="186" y="124"/>
                    <a:pt x="186" y="124"/>
                    <a:pt x="186" y="124"/>
                  </a:cubicBezTo>
                  <a:cubicBezTo>
                    <a:pt x="176" y="122"/>
                    <a:pt x="171" y="118"/>
                    <a:pt x="171" y="113"/>
                  </a:cubicBezTo>
                  <a:cubicBezTo>
                    <a:pt x="171" y="107"/>
                    <a:pt x="180" y="90"/>
                    <a:pt x="186" y="87"/>
                  </a:cubicBezTo>
                  <a:cubicBezTo>
                    <a:pt x="187" y="87"/>
                    <a:pt x="187" y="87"/>
                    <a:pt x="187" y="87"/>
                  </a:cubicBezTo>
                  <a:cubicBezTo>
                    <a:pt x="196" y="84"/>
                    <a:pt x="208" y="76"/>
                    <a:pt x="223" y="76"/>
                  </a:cubicBezTo>
                  <a:cubicBezTo>
                    <a:pt x="243" y="76"/>
                    <a:pt x="267" y="79"/>
                    <a:pt x="288" y="81"/>
                  </a:cubicBezTo>
                  <a:cubicBezTo>
                    <a:pt x="297" y="81"/>
                    <a:pt x="303" y="85"/>
                    <a:pt x="312" y="87"/>
                  </a:cubicBezTo>
                  <a:cubicBezTo>
                    <a:pt x="315" y="87"/>
                    <a:pt x="313" y="86"/>
                    <a:pt x="311" y="84"/>
                  </a:cubicBezTo>
                  <a:cubicBezTo>
                    <a:pt x="309" y="81"/>
                    <a:pt x="303" y="74"/>
                    <a:pt x="287" y="68"/>
                  </a:cubicBezTo>
                  <a:cubicBezTo>
                    <a:pt x="277" y="64"/>
                    <a:pt x="264" y="61"/>
                    <a:pt x="250" y="57"/>
                  </a:cubicBezTo>
                  <a:cubicBezTo>
                    <a:pt x="249" y="57"/>
                    <a:pt x="249" y="57"/>
                    <a:pt x="249" y="57"/>
                  </a:cubicBezTo>
                  <a:cubicBezTo>
                    <a:pt x="227" y="50"/>
                    <a:pt x="227" y="50"/>
                    <a:pt x="227" y="50"/>
                  </a:cubicBezTo>
                  <a:cubicBezTo>
                    <a:pt x="212" y="46"/>
                    <a:pt x="209" y="46"/>
                    <a:pt x="183" y="31"/>
                  </a:cubicBezTo>
                  <a:cubicBezTo>
                    <a:pt x="164" y="21"/>
                    <a:pt x="154" y="20"/>
                    <a:pt x="138" y="19"/>
                  </a:cubicBezTo>
                  <a:cubicBezTo>
                    <a:pt x="127" y="18"/>
                    <a:pt x="114" y="17"/>
                    <a:pt x="95" y="13"/>
                  </a:cubicBezTo>
                  <a:cubicBezTo>
                    <a:pt x="77" y="12"/>
                    <a:pt x="57" y="9"/>
                    <a:pt x="39" y="6"/>
                  </a:cubicBezTo>
                  <a:cubicBezTo>
                    <a:pt x="24" y="3"/>
                    <a:pt x="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8" name="Freeform 566">
              <a:extLst>
                <a:ext uri="{FF2B5EF4-FFF2-40B4-BE49-F238E27FC236}">
                  <a16:creationId xmlns:a16="http://schemas.microsoft.com/office/drawing/2014/main" id="{24EFFC22-3C4B-4C93-AA09-3E4F6FDD3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668"/>
              <a:ext cx="1928" cy="333"/>
            </a:xfrm>
            <a:custGeom>
              <a:avLst/>
              <a:gdLst>
                <a:gd name="T0" fmla="*/ 75390 w 771"/>
                <a:gd name="T1" fmla="*/ 12747 h 125"/>
                <a:gd name="T2" fmla="*/ 59543 w 771"/>
                <a:gd name="T3" fmla="*/ 7510 h 125"/>
                <a:gd name="T4" fmla="*/ 16422 w 771"/>
                <a:gd name="T5" fmla="*/ 661 h 125"/>
                <a:gd name="T6" fmla="*/ 16422 w 771"/>
                <a:gd name="T7" fmla="*/ 661 h 125"/>
                <a:gd name="T8" fmla="*/ 4034 w 771"/>
                <a:gd name="T9" fmla="*/ 0 h 125"/>
                <a:gd name="T10" fmla="*/ 708 w 771"/>
                <a:gd name="T11" fmla="*/ 964 h 125"/>
                <a:gd name="T12" fmla="*/ 783 w 771"/>
                <a:gd name="T13" fmla="*/ 2022 h 125"/>
                <a:gd name="T14" fmla="*/ 16152 w 771"/>
                <a:gd name="T15" fmla="*/ 4840 h 125"/>
                <a:gd name="T16" fmla="*/ 58843 w 771"/>
                <a:gd name="T17" fmla="*/ 11532 h 125"/>
                <a:gd name="T18" fmla="*/ 74682 w 771"/>
                <a:gd name="T19" fmla="*/ 16770 h 125"/>
                <a:gd name="T20" fmla="*/ 74889 w 771"/>
                <a:gd name="T21" fmla="*/ 16770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1" h="125">
                  <a:moveTo>
                    <a:pt x="771" y="95"/>
                  </a:moveTo>
                  <a:cubicBezTo>
                    <a:pt x="752" y="82"/>
                    <a:pt x="734" y="68"/>
                    <a:pt x="609" y="56"/>
                  </a:cubicBezTo>
                  <a:cubicBezTo>
                    <a:pt x="483" y="43"/>
                    <a:pt x="245" y="14"/>
                    <a:pt x="168" y="5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50" y="9"/>
                    <a:pt x="87" y="0"/>
                    <a:pt x="41" y="0"/>
                  </a:cubicBezTo>
                  <a:cubicBezTo>
                    <a:pt x="27" y="0"/>
                    <a:pt x="16" y="4"/>
                    <a:pt x="7" y="7"/>
                  </a:cubicBezTo>
                  <a:cubicBezTo>
                    <a:pt x="1" y="10"/>
                    <a:pt x="0" y="14"/>
                    <a:pt x="8" y="15"/>
                  </a:cubicBezTo>
                  <a:cubicBezTo>
                    <a:pt x="43" y="20"/>
                    <a:pt x="120" y="30"/>
                    <a:pt x="165" y="36"/>
                  </a:cubicBezTo>
                  <a:cubicBezTo>
                    <a:pt x="241" y="44"/>
                    <a:pt x="476" y="73"/>
                    <a:pt x="602" y="86"/>
                  </a:cubicBezTo>
                  <a:cubicBezTo>
                    <a:pt x="728" y="98"/>
                    <a:pt x="740" y="122"/>
                    <a:pt x="764" y="125"/>
                  </a:cubicBezTo>
                  <a:cubicBezTo>
                    <a:pt x="765" y="125"/>
                    <a:pt x="765" y="125"/>
                    <a:pt x="766" y="1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9" name="Freeform 567">
              <a:extLst>
                <a:ext uri="{FF2B5EF4-FFF2-40B4-BE49-F238E27FC236}">
                  <a16:creationId xmlns:a16="http://schemas.microsoft.com/office/drawing/2014/main" id="{458B0A02-7578-4771-B81A-6B09126DE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204"/>
              <a:ext cx="2066" cy="341"/>
            </a:xfrm>
            <a:custGeom>
              <a:avLst/>
              <a:gdLst>
                <a:gd name="T0" fmla="*/ 80867 w 826"/>
                <a:gd name="T1" fmla="*/ 17167 h 128"/>
                <a:gd name="T2" fmla="*/ 56392 w 826"/>
                <a:gd name="T3" fmla="*/ 12748 h 128"/>
                <a:gd name="T4" fmla="*/ 43561 w 826"/>
                <a:gd name="T5" fmla="*/ 10723 h 128"/>
                <a:gd name="T6" fmla="*/ 39056 w 826"/>
                <a:gd name="T7" fmla="*/ 9929 h 128"/>
                <a:gd name="T8" fmla="*/ 22703 w 826"/>
                <a:gd name="T9" fmla="*/ 4422 h 128"/>
                <a:gd name="T10" fmla="*/ 0 w 826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6" h="128">
                  <a:moveTo>
                    <a:pt x="826" y="128"/>
                  </a:moveTo>
                  <a:cubicBezTo>
                    <a:pt x="731" y="112"/>
                    <a:pt x="629" y="101"/>
                    <a:pt x="576" y="95"/>
                  </a:cubicBezTo>
                  <a:cubicBezTo>
                    <a:pt x="495" y="85"/>
                    <a:pt x="470" y="94"/>
                    <a:pt x="445" y="80"/>
                  </a:cubicBezTo>
                  <a:cubicBezTo>
                    <a:pt x="428" y="71"/>
                    <a:pt x="418" y="80"/>
                    <a:pt x="399" y="74"/>
                  </a:cubicBezTo>
                  <a:cubicBezTo>
                    <a:pt x="380" y="68"/>
                    <a:pt x="279" y="42"/>
                    <a:pt x="232" y="33"/>
                  </a:cubicBezTo>
                  <a:cubicBezTo>
                    <a:pt x="187" y="24"/>
                    <a:pt x="5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0" name="Freeform 568">
              <a:extLst>
                <a:ext uri="{FF2B5EF4-FFF2-40B4-BE49-F238E27FC236}">
                  <a16:creationId xmlns:a16="http://schemas.microsoft.com/office/drawing/2014/main" id="{CFEAFB5D-A32D-4566-A582-B00F2766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807"/>
              <a:ext cx="1000" cy="1293"/>
            </a:xfrm>
            <a:custGeom>
              <a:avLst/>
              <a:gdLst>
                <a:gd name="T0" fmla="*/ 25208 w 400"/>
                <a:gd name="T1" fmla="*/ 9851 h 485"/>
                <a:gd name="T2" fmla="*/ 26958 w 400"/>
                <a:gd name="T3" fmla="*/ 41720 h 485"/>
                <a:gd name="T4" fmla="*/ 0 w 400"/>
                <a:gd name="T5" fmla="*/ 65162 h 485"/>
                <a:gd name="T6" fmla="*/ 125 w 400"/>
                <a:gd name="T7" fmla="*/ 65316 h 485"/>
                <a:gd name="T8" fmla="*/ 34895 w 400"/>
                <a:gd name="T9" fmla="*/ 40115 h 485"/>
                <a:gd name="T10" fmla="*/ 35083 w 400"/>
                <a:gd name="T11" fmla="*/ 0 h 4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0" h="485">
                  <a:moveTo>
                    <a:pt x="258" y="73"/>
                  </a:moveTo>
                  <a:cubicBezTo>
                    <a:pt x="290" y="89"/>
                    <a:pt x="342" y="185"/>
                    <a:pt x="276" y="310"/>
                  </a:cubicBezTo>
                  <a:cubicBezTo>
                    <a:pt x="220" y="415"/>
                    <a:pt x="100" y="468"/>
                    <a:pt x="0" y="484"/>
                  </a:cubicBezTo>
                  <a:cubicBezTo>
                    <a:pt x="1" y="485"/>
                    <a:pt x="1" y="485"/>
                    <a:pt x="1" y="485"/>
                  </a:cubicBezTo>
                  <a:cubicBezTo>
                    <a:pt x="186" y="458"/>
                    <a:pt x="306" y="427"/>
                    <a:pt x="357" y="298"/>
                  </a:cubicBezTo>
                  <a:cubicBezTo>
                    <a:pt x="396" y="196"/>
                    <a:pt x="400" y="72"/>
                    <a:pt x="35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1" name="Freeform 569">
              <a:extLst>
                <a:ext uri="{FF2B5EF4-FFF2-40B4-BE49-F238E27FC236}">
                  <a16:creationId xmlns:a16="http://schemas.microsoft.com/office/drawing/2014/main" id="{B60228CC-72D6-41F7-A4C2-3032C3CD1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380"/>
              <a:ext cx="896" cy="301"/>
            </a:xfrm>
            <a:custGeom>
              <a:avLst/>
              <a:gdLst>
                <a:gd name="T0" fmla="*/ 0 w 358"/>
                <a:gd name="T1" fmla="*/ 149 h 113"/>
                <a:gd name="T2" fmla="*/ 9533 w 358"/>
                <a:gd name="T3" fmla="*/ 1761 h 113"/>
                <a:gd name="T4" fmla="*/ 18486 w 358"/>
                <a:gd name="T5" fmla="*/ 4273 h 113"/>
                <a:gd name="T6" fmla="*/ 24955 w 358"/>
                <a:gd name="T7" fmla="*/ 7749 h 113"/>
                <a:gd name="T8" fmla="*/ 30444 w 358"/>
                <a:gd name="T9" fmla="*/ 10474 h 113"/>
                <a:gd name="T10" fmla="*/ 34176 w 358"/>
                <a:gd name="T11" fmla="*/ 11678 h 113"/>
                <a:gd name="T12" fmla="*/ 34959 w 358"/>
                <a:gd name="T13" fmla="*/ 15157 h 113"/>
                <a:gd name="T14" fmla="*/ 34959 w 358"/>
                <a:gd name="T15" fmla="*/ 15157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8" h="113">
                  <a:moveTo>
                    <a:pt x="0" y="1"/>
                  </a:moveTo>
                  <a:cubicBezTo>
                    <a:pt x="15" y="0"/>
                    <a:pt x="62" y="11"/>
                    <a:pt x="97" y="13"/>
                  </a:cubicBezTo>
                  <a:cubicBezTo>
                    <a:pt x="146" y="24"/>
                    <a:pt x="154" y="13"/>
                    <a:pt x="188" y="32"/>
                  </a:cubicBezTo>
                  <a:cubicBezTo>
                    <a:pt x="222" y="51"/>
                    <a:pt x="217" y="46"/>
                    <a:pt x="254" y="58"/>
                  </a:cubicBezTo>
                  <a:cubicBezTo>
                    <a:pt x="283" y="67"/>
                    <a:pt x="300" y="72"/>
                    <a:pt x="310" y="78"/>
                  </a:cubicBezTo>
                  <a:cubicBezTo>
                    <a:pt x="324" y="85"/>
                    <a:pt x="340" y="82"/>
                    <a:pt x="348" y="87"/>
                  </a:cubicBezTo>
                  <a:cubicBezTo>
                    <a:pt x="358" y="95"/>
                    <a:pt x="357" y="111"/>
                    <a:pt x="356" y="113"/>
                  </a:cubicBezTo>
                  <a:cubicBezTo>
                    <a:pt x="356" y="113"/>
                    <a:pt x="356" y="113"/>
                    <a:pt x="356" y="11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2" name="Freeform 570">
              <a:extLst>
                <a:ext uri="{FF2B5EF4-FFF2-40B4-BE49-F238E27FC236}">
                  <a16:creationId xmlns:a16="http://schemas.microsoft.com/office/drawing/2014/main" id="{74359974-0EFE-4DB1-A052-1446DAA86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623"/>
              <a:ext cx="1963" cy="394"/>
            </a:xfrm>
            <a:custGeom>
              <a:avLst/>
              <a:gdLst>
                <a:gd name="T0" fmla="*/ 2346 w 785"/>
                <a:gd name="T1" fmla="*/ 3211 h 148"/>
                <a:gd name="T2" fmla="*/ 5679 w 785"/>
                <a:gd name="T3" fmla="*/ 2260 h 148"/>
                <a:gd name="T4" fmla="*/ 18110 w 785"/>
                <a:gd name="T5" fmla="*/ 2963 h 148"/>
                <a:gd name="T6" fmla="*/ 13889 w 785"/>
                <a:gd name="T7" fmla="*/ 1454 h 148"/>
                <a:gd name="T8" fmla="*/ 13806 w 785"/>
                <a:gd name="T9" fmla="*/ 1454 h 148"/>
                <a:gd name="T10" fmla="*/ 11463 w 785"/>
                <a:gd name="T11" fmla="*/ 660 h 148"/>
                <a:gd name="T12" fmla="*/ 5084 w 785"/>
                <a:gd name="T13" fmla="*/ 0 h 148"/>
                <a:gd name="T14" fmla="*/ 1563 w 785"/>
                <a:gd name="T15" fmla="*/ 1454 h 148"/>
                <a:gd name="T16" fmla="*/ 1488 w 785"/>
                <a:gd name="T17" fmla="*/ 1454 h 148"/>
                <a:gd name="T18" fmla="*/ 0 w 785"/>
                <a:gd name="T19" fmla="*/ 4984 h 148"/>
                <a:gd name="T20" fmla="*/ 1488 w 785"/>
                <a:gd name="T21" fmla="*/ 6434 h 148"/>
                <a:gd name="T22" fmla="*/ 1375 w 785"/>
                <a:gd name="T23" fmla="*/ 6285 h 148"/>
                <a:gd name="T24" fmla="*/ 17715 w 785"/>
                <a:gd name="T25" fmla="*/ 9887 h 148"/>
                <a:gd name="T26" fmla="*/ 25539 w 785"/>
                <a:gd name="T27" fmla="*/ 11248 h 148"/>
                <a:gd name="T28" fmla="*/ 60325 w 785"/>
                <a:gd name="T29" fmla="*/ 16583 h 148"/>
                <a:gd name="T30" fmla="*/ 70773 w 785"/>
                <a:gd name="T31" fmla="*/ 18582 h 148"/>
                <a:gd name="T32" fmla="*/ 71681 w 785"/>
                <a:gd name="T33" fmla="*/ 18829 h 148"/>
                <a:gd name="T34" fmla="*/ 76765 w 785"/>
                <a:gd name="T35" fmla="*/ 19397 h 148"/>
                <a:gd name="T36" fmla="*/ 76369 w 785"/>
                <a:gd name="T37" fmla="*/ 18979 h 148"/>
                <a:gd name="T38" fmla="*/ 60530 w 785"/>
                <a:gd name="T39" fmla="*/ 13755 h 148"/>
                <a:gd name="T40" fmla="*/ 17797 w 785"/>
                <a:gd name="T41" fmla="*/ 7073 h 148"/>
                <a:gd name="T42" fmla="*/ 2471 w 785"/>
                <a:gd name="T43" fmla="*/ 4267 h 148"/>
                <a:gd name="T44" fmla="*/ 2346 w 785"/>
                <a:gd name="T45" fmla="*/ 3211 h 1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85" h="148">
                  <a:moveTo>
                    <a:pt x="24" y="24"/>
                  </a:moveTo>
                  <a:cubicBezTo>
                    <a:pt x="33" y="21"/>
                    <a:pt x="44" y="17"/>
                    <a:pt x="58" y="17"/>
                  </a:cubicBezTo>
                  <a:cubicBezTo>
                    <a:pt x="104" y="17"/>
                    <a:pt x="167" y="26"/>
                    <a:pt x="185" y="22"/>
                  </a:cubicBezTo>
                  <a:cubicBezTo>
                    <a:pt x="184" y="22"/>
                    <a:pt x="157" y="12"/>
                    <a:pt x="142" y="11"/>
                  </a:cubicBezTo>
                  <a:cubicBezTo>
                    <a:pt x="142" y="11"/>
                    <a:pt x="141" y="11"/>
                    <a:pt x="141" y="11"/>
                  </a:cubicBezTo>
                  <a:cubicBezTo>
                    <a:pt x="132" y="9"/>
                    <a:pt x="126" y="5"/>
                    <a:pt x="117" y="5"/>
                  </a:cubicBezTo>
                  <a:cubicBezTo>
                    <a:pt x="96" y="3"/>
                    <a:pt x="72" y="0"/>
                    <a:pt x="52" y="0"/>
                  </a:cubicBezTo>
                  <a:cubicBezTo>
                    <a:pt x="37" y="0"/>
                    <a:pt x="25" y="8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9" y="14"/>
                    <a:pt x="0" y="31"/>
                    <a:pt x="0" y="37"/>
                  </a:cubicBezTo>
                  <a:cubicBezTo>
                    <a:pt x="0" y="42"/>
                    <a:pt x="5" y="46"/>
                    <a:pt x="15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39" y="70"/>
                    <a:pt x="181" y="74"/>
                  </a:cubicBezTo>
                  <a:cubicBezTo>
                    <a:pt x="261" y="84"/>
                    <a:pt x="261" y="84"/>
                    <a:pt x="261" y="84"/>
                  </a:cubicBezTo>
                  <a:cubicBezTo>
                    <a:pt x="365" y="96"/>
                    <a:pt x="522" y="114"/>
                    <a:pt x="617" y="124"/>
                  </a:cubicBezTo>
                  <a:cubicBezTo>
                    <a:pt x="650" y="127"/>
                    <a:pt x="711" y="134"/>
                    <a:pt x="724" y="139"/>
                  </a:cubicBezTo>
                  <a:cubicBezTo>
                    <a:pt x="727" y="139"/>
                    <a:pt x="730" y="140"/>
                    <a:pt x="733" y="141"/>
                  </a:cubicBezTo>
                  <a:cubicBezTo>
                    <a:pt x="760" y="148"/>
                    <a:pt x="781" y="146"/>
                    <a:pt x="785" y="145"/>
                  </a:cubicBezTo>
                  <a:cubicBezTo>
                    <a:pt x="784" y="144"/>
                    <a:pt x="782" y="143"/>
                    <a:pt x="781" y="142"/>
                  </a:cubicBezTo>
                  <a:cubicBezTo>
                    <a:pt x="757" y="139"/>
                    <a:pt x="745" y="115"/>
                    <a:pt x="619" y="103"/>
                  </a:cubicBezTo>
                  <a:cubicBezTo>
                    <a:pt x="493" y="90"/>
                    <a:pt x="258" y="61"/>
                    <a:pt x="182" y="53"/>
                  </a:cubicBezTo>
                  <a:cubicBezTo>
                    <a:pt x="137" y="47"/>
                    <a:pt x="60" y="37"/>
                    <a:pt x="25" y="32"/>
                  </a:cubicBezTo>
                  <a:cubicBezTo>
                    <a:pt x="17" y="31"/>
                    <a:pt x="18" y="27"/>
                    <a:pt x="24" y="2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3" name="Freeform 571">
              <a:extLst>
                <a:ext uri="{FF2B5EF4-FFF2-40B4-BE49-F238E27FC236}">
                  <a16:creationId xmlns:a16="http://schemas.microsoft.com/office/drawing/2014/main" id="{BE84AC5A-D003-4C92-819C-7667C3BD5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724"/>
              <a:ext cx="641" cy="320"/>
            </a:xfrm>
            <a:custGeom>
              <a:avLst/>
              <a:gdLst>
                <a:gd name="T0" fmla="*/ 0 w 256"/>
                <a:gd name="T1" fmla="*/ 9464 h 120"/>
                <a:gd name="T2" fmla="*/ 784 w 256"/>
                <a:gd name="T3" fmla="*/ 9045 h 120"/>
                <a:gd name="T4" fmla="*/ 8571 w 256"/>
                <a:gd name="T5" fmla="*/ 13107 h 120"/>
                <a:gd name="T6" fmla="*/ 25197 w 256"/>
                <a:gd name="T7" fmla="*/ 16179 h 120"/>
                <a:gd name="T8" fmla="*/ 16826 w 256"/>
                <a:gd name="T9" fmla="*/ 11171 h 120"/>
                <a:gd name="T10" fmla="*/ 0 w 256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6" h="120">
                  <a:moveTo>
                    <a:pt x="0" y="70"/>
                  </a:moveTo>
                  <a:cubicBezTo>
                    <a:pt x="2" y="69"/>
                    <a:pt x="5" y="68"/>
                    <a:pt x="8" y="67"/>
                  </a:cubicBezTo>
                  <a:cubicBezTo>
                    <a:pt x="49" y="62"/>
                    <a:pt x="60" y="93"/>
                    <a:pt x="87" y="97"/>
                  </a:cubicBezTo>
                  <a:cubicBezTo>
                    <a:pt x="107" y="100"/>
                    <a:pt x="187" y="110"/>
                    <a:pt x="256" y="120"/>
                  </a:cubicBezTo>
                  <a:cubicBezTo>
                    <a:pt x="245" y="116"/>
                    <a:pt x="209" y="103"/>
                    <a:pt x="171" y="83"/>
                  </a:cubicBezTo>
                  <a:cubicBezTo>
                    <a:pt x="125" y="60"/>
                    <a:pt x="28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4" name="Freeform 572">
              <a:extLst>
                <a:ext uri="{FF2B5EF4-FFF2-40B4-BE49-F238E27FC236}">
                  <a16:creationId xmlns:a16="http://schemas.microsoft.com/office/drawing/2014/main" id="{1A077C23-0566-44A5-86D8-FAA3384DE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505"/>
              <a:ext cx="623" cy="248"/>
            </a:xfrm>
            <a:custGeom>
              <a:avLst/>
              <a:gdLst>
                <a:gd name="T0" fmla="*/ 0 w 249"/>
                <a:gd name="T1" fmla="*/ 12536 h 93"/>
                <a:gd name="T2" fmla="*/ 24420 w 249"/>
                <a:gd name="T3" fmla="*/ 2275 h 93"/>
                <a:gd name="T4" fmla="*/ 18530 w 249"/>
                <a:gd name="T5" fmla="*/ 3640 h 93"/>
                <a:gd name="T6" fmla="*/ 10899 w 249"/>
                <a:gd name="T7" fmla="*/ 6883 h 93"/>
                <a:gd name="T8" fmla="*/ 4514 w 249"/>
                <a:gd name="T9" fmla="*/ 6221 h 93"/>
                <a:gd name="T10" fmla="*/ 0 w 249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9" h="93">
                  <a:moveTo>
                    <a:pt x="0" y="93"/>
                  </a:moveTo>
                  <a:cubicBezTo>
                    <a:pt x="110" y="92"/>
                    <a:pt x="226" y="43"/>
                    <a:pt x="249" y="17"/>
                  </a:cubicBezTo>
                  <a:cubicBezTo>
                    <a:pt x="219" y="22"/>
                    <a:pt x="197" y="27"/>
                    <a:pt x="189" y="27"/>
                  </a:cubicBezTo>
                  <a:cubicBezTo>
                    <a:pt x="145" y="32"/>
                    <a:pt x="139" y="47"/>
                    <a:pt x="111" y="51"/>
                  </a:cubicBezTo>
                  <a:cubicBezTo>
                    <a:pt x="97" y="53"/>
                    <a:pt x="58" y="57"/>
                    <a:pt x="46" y="46"/>
                  </a:cubicBezTo>
                  <a:cubicBezTo>
                    <a:pt x="15" y="51"/>
                    <a:pt x="5" y="3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5" name="Freeform 573">
              <a:extLst>
                <a:ext uri="{FF2B5EF4-FFF2-40B4-BE49-F238E27FC236}">
                  <a16:creationId xmlns:a16="http://schemas.microsoft.com/office/drawing/2014/main" id="{4C69E007-E769-438B-A7F3-A68E2B142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380"/>
              <a:ext cx="2591" cy="1765"/>
            </a:xfrm>
            <a:custGeom>
              <a:avLst/>
              <a:gdLst>
                <a:gd name="T0" fmla="*/ 0 w 1036"/>
                <a:gd name="T1" fmla="*/ 79486 h 662"/>
                <a:gd name="T2" fmla="*/ 13998 w 1036"/>
                <a:gd name="T3" fmla="*/ 82571 h 662"/>
                <a:gd name="T4" fmla="*/ 62712 w 1036"/>
                <a:gd name="T5" fmla="*/ 87562 h 662"/>
                <a:gd name="T6" fmla="*/ 62837 w 1036"/>
                <a:gd name="T7" fmla="*/ 87562 h 662"/>
                <a:gd name="T8" fmla="*/ 94904 w 1036"/>
                <a:gd name="T9" fmla="*/ 63321 h 662"/>
                <a:gd name="T10" fmla="*/ 93153 w 1036"/>
                <a:gd name="T11" fmla="*/ 31383 h 662"/>
                <a:gd name="T12" fmla="*/ 77310 w 1036"/>
                <a:gd name="T13" fmla="*/ 26115 h 662"/>
                <a:gd name="T14" fmla="*/ 34538 w 1036"/>
                <a:gd name="T15" fmla="*/ 19407 h 662"/>
                <a:gd name="T16" fmla="*/ 19165 w 1036"/>
                <a:gd name="T17" fmla="*/ 16584 h 662"/>
                <a:gd name="T18" fmla="*/ 19082 w 1036"/>
                <a:gd name="T19" fmla="*/ 15525 h 662"/>
                <a:gd name="T20" fmla="*/ 22416 w 1036"/>
                <a:gd name="T21" fmla="*/ 14557 h 662"/>
                <a:gd name="T22" fmla="*/ 34821 w 1036"/>
                <a:gd name="T23" fmla="*/ 15218 h 662"/>
                <a:gd name="T24" fmla="*/ 34821 w 1036"/>
                <a:gd name="T25" fmla="*/ 15218 h 662"/>
                <a:gd name="T26" fmla="*/ 34038 w 1036"/>
                <a:gd name="T27" fmla="*/ 11728 h 662"/>
                <a:gd name="T28" fmla="*/ 30317 w 1036"/>
                <a:gd name="T29" fmla="*/ 10521 h 662"/>
                <a:gd name="T30" fmla="*/ 24845 w 1036"/>
                <a:gd name="T31" fmla="*/ 7825 h 662"/>
                <a:gd name="T32" fmla="*/ 18382 w 1036"/>
                <a:gd name="T33" fmla="*/ 4301 h 662"/>
                <a:gd name="T34" fmla="*/ 9514 w 1036"/>
                <a:gd name="T35" fmla="*/ 1762 h 662"/>
                <a:gd name="T36" fmla="*/ 0 w 1036"/>
                <a:gd name="T37" fmla="*/ 149 h 6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36" h="662">
                  <a:moveTo>
                    <a:pt x="0" y="590"/>
                  </a:moveTo>
                  <a:cubicBezTo>
                    <a:pt x="14" y="593"/>
                    <a:pt x="91" y="608"/>
                    <a:pt x="143" y="613"/>
                  </a:cubicBezTo>
                  <a:cubicBezTo>
                    <a:pt x="143" y="613"/>
                    <a:pt x="447" y="662"/>
                    <a:pt x="641" y="650"/>
                  </a:cubicBezTo>
                  <a:cubicBezTo>
                    <a:pt x="642" y="650"/>
                    <a:pt x="642" y="650"/>
                    <a:pt x="642" y="650"/>
                  </a:cubicBezTo>
                  <a:cubicBezTo>
                    <a:pt x="748" y="645"/>
                    <a:pt x="904" y="595"/>
                    <a:pt x="970" y="470"/>
                  </a:cubicBezTo>
                  <a:cubicBezTo>
                    <a:pt x="1036" y="345"/>
                    <a:pt x="984" y="249"/>
                    <a:pt x="952" y="233"/>
                  </a:cubicBezTo>
                  <a:cubicBezTo>
                    <a:pt x="928" y="230"/>
                    <a:pt x="916" y="206"/>
                    <a:pt x="790" y="194"/>
                  </a:cubicBezTo>
                  <a:cubicBezTo>
                    <a:pt x="664" y="181"/>
                    <a:pt x="429" y="152"/>
                    <a:pt x="353" y="144"/>
                  </a:cubicBezTo>
                  <a:cubicBezTo>
                    <a:pt x="308" y="138"/>
                    <a:pt x="231" y="128"/>
                    <a:pt x="196" y="123"/>
                  </a:cubicBezTo>
                  <a:cubicBezTo>
                    <a:pt x="188" y="122"/>
                    <a:pt x="189" y="118"/>
                    <a:pt x="195" y="115"/>
                  </a:cubicBezTo>
                  <a:cubicBezTo>
                    <a:pt x="204" y="112"/>
                    <a:pt x="215" y="108"/>
                    <a:pt x="229" y="108"/>
                  </a:cubicBezTo>
                  <a:cubicBezTo>
                    <a:pt x="275" y="108"/>
                    <a:pt x="338" y="117"/>
                    <a:pt x="356" y="113"/>
                  </a:cubicBezTo>
                  <a:cubicBezTo>
                    <a:pt x="356" y="113"/>
                    <a:pt x="356" y="113"/>
                    <a:pt x="356" y="113"/>
                  </a:cubicBezTo>
                  <a:cubicBezTo>
                    <a:pt x="357" y="111"/>
                    <a:pt x="358" y="95"/>
                    <a:pt x="348" y="87"/>
                  </a:cubicBezTo>
                  <a:cubicBezTo>
                    <a:pt x="340" y="82"/>
                    <a:pt x="324" y="85"/>
                    <a:pt x="310" y="78"/>
                  </a:cubicBezTo>
                  <a:cubicBezTo>
                    <a:pt x="300" y="72"/>
                    <a:pt x="283" y="67"/>
                    <a:pt x="254" y="58"/>
                  </a:cubicBezTo>
                  <a:cubicBezTo>
                    <a:pt x="217" y="46"/>
                    <a:pt x="222" y="51"/>
                    <a:pt x="188" y="32"/>
                  </a:cubicBezTo>
                  <a:cubicBezTo>
                    <a:pt x="154" y="13"/>
                    <a:pt x="146" y="24"/>
                    <a:pt x="97" y="13"/>
                  </a:cubicBezTo>
                  <a:cubicBezTo>
                    <a:pt x="62" y="11"/>
                    <a:pt x="1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6" name="Freeform 574">
              <a:extLst>
                <a:ext uri="{FF2B5EF4-FFF2-40B4-BE49-F238E27FC236}">
                  <a16:creationId xmlns:a16="http://schemas.microsoft.com/office/drawing/2014/main" id="{967E40B9-529B-44A3-A8C0-28DB0DCDD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729"/>
              <a:ext cx="38" cy="51"/>
            </a:xfrm>
            <a:custGeom>
              <a:avLst/>
              <a:gdLst>
                <a:gd name="T0" fmla="*/ 942 w 15"/>
                <a:gd name="T1" fmla="*/ 2652 h 19"/>
                <a:gd name="T2" fmla="*/ 1444 w 15"/>
                <a:gd name="T3" fmla="*/ 988 h 19"/>
                <a:gd name="T4" fmla="*/ 540 w 15"/>
                <a:gd name="T5" fmla="*/ 1815 h 19"/>
                <a:gd name="T6" fmla="*/ 828 w 15"/>
                <a:gd name="T7" fmla="*/ 0 h 19"/>
                <a:gd name="T8" fmla="*/ 0 w 15"/>
                <a:gd name="T9" fmla="*/ 124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9" y="19"/>
                  </a:moveTo>
                  <a:cubicBezTo>
                    <a:pt x="12" y="16"/>
                    <a:pt x="15" y="11"/>
                    <a:pt x="14" y="7"/>
                  </a:cubicBezTo>
                  <a:cubicBezTo>
                    <a:pt x="10" y="7"/>
                    <a:pt x="7" y="10"/>
                    <a:pt x="5" y="13"/>
                  </a:cubicBezTo>
                  <a:cubicBezTo>
                    <a:pt x="7" y="9"/>
                    <a:pt x="10" y="4"/>
                    <a:pt x="8" y="0"/>
                  </a:cubicBezTo>
                  <a:cubicBezTo>
                    <a:pt x="4" y="2"/>
                    <a:pt x="2" y="5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1EE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7" name="Freeform 575">
              <a:extLst>
                <a:ext uri="{FF2B5EF4-FFF2-40B4-BE49-F238E27FC236}">
                  <a16:creationId xmlns:a16="http://schemas.microsoft.com/office/drawing/2014/main" id="{5F302EC1-41F2-47B8-9090-FDBE5C0C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609"/>
              <a:ext cx="13" cy="6"/>
            </a:xfrm>
            <a:custGeom>
              <a:avLst/>
              <a:gdLst>
                <a:gd name="T0" fmla="*/ 0 w 5"/>
                <a:gd name="T1" fmla="*/ 0 h 2"/>
                <a:gd name="T2" fmla="*/ 595 w 5"/>
                <a:gd name="T3" fmla="*/ 48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5" y="2"/>
                    <a:pt x="5" y="2"/>
                  </a:cubicBezTo>
                </a:path>
              </a:pathLst>
            </a:custGeom>
            <a:noFill/>
            <a:ln w="7938" cap="rnd">
              <a:solidFill>
                <a:srgbClr val="F6F4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8" name="Freeform 576">
              <a:extLst>
                <a:ext uri="{FF2B5EF4-FFF2-40B4-BE49-F238E27FC236}">
                  <a16:creationId xmlns:a16="http://schemas.microsoft.com/office/drawing/2014/main" id="{6743A286-57EC-48B9-BAFD-679B7F410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628"/>
              <a:ext cx="95" cy="61"/>
            </a:xfrm>
            <a:custGeom>
              <a:avLst/>
              <a:gdLst>
                <a:gd name="T0" fmla="*/ 313 w 38"/>
                <a:gd name="T1" fmla="*/ 0 h 23"/>
                <a:gd name="T2" fmla="*/ 125 w 38"/>
                <a:gd name="T3" fmla="*/ 780 h 23"/>
                <a:gd name="T4" fmla="*/ 1300 w 38"/>
                <a:gd name="T5" fmla="*/ 149 h 23"/>
                <a:gd name="T6" fmla="*/ 1770 w 38"/>
                <a:gd name="T7" fmla="*/ 1976 h 23"/>
                <a:gd name="T8" fmla="*/ 2345 w 38"/>
                <a:gd name="T9" fmla="*/ 2870 h 23"/>
                <a:gd name="T10" fmla="*/ 3720 w 38"/>
                <a:gd name="T11" fmla="*/ 158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3">
                  <a:moveTo>
                    <a:pt x="3" y="0"/>
                  </a:moveTo>
                  <a:cubicBezTo>
                    <a:pt x="1" y="2"/>
                    <a:pt x="0" y="3"/>
                    <a:pt x="1" y="6"/>
                  </a:cubicBezTo>
                  <a:cubicBezTo>
                    <a:pt x="6" y="6"/>
                    <a:pt x="9" y="0"/>
                    <a:pt x="13" y="1"/>
                  </a:cubicBezTo>
                  <a:cubicBezTo>
                    <a:pt x="21" y="4"/>
                    <a:pt x="16" y="10"/>
                    <a:pt x="18" y="15"/>
                  </a:cubicBezTo>
                  <a:cubicBezTo>
                    <a:pt x="19" y="20"/>
                    <a:pt x="17" y="22"/>
                    <a:pt x="24" y="22"/>
                  </a:cubicBezTo>
                  <a:cubicBezTo>
                    <a:pt x="30" y="23"/>
                    <a:pt x="36" y="17"/>
                    <a:pt x="38" y="12"/>
                  </a:cubicBezTo>
                </a:path>
              </a:pathLst>
            </a:custGeom>
            <a:noFill/>
            <a:ln w="7938" cap="rnd">
              <a:solidFill>
                <a:srgbClr val="F6F4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9" name="Freeform 577">
              <a:extLst>
                <a:ext uri="{FF2B5EF4-FFF2-40B4-BE49-F238E27FC236}">
                  <a16:creationId xmlns:a16="http://schemas.microsoft.com/office/drawing/2014/main" id="{2D591B7E-750E-46B8-89CD-6FF119E8C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895"/>
              <a:ext cx="27" cy="24"/>
            </a:xfrm>
            <a:custGeom>
              <a:avLst/>
              <a:gdLst>
                <a:gd name="T0" fmla="*/ 547 w 11"/>
                <a:gd name="T1" fmla="*/ 1216 h 9"/>
                <a:gd name="T2" fmla="*/ 547 w 11"/>
                <a:gd name="T3" fmla="*/ 149 h 9"/>
                <a:gd name="T4" fmla="*/ 0 w 11"/>
                <a:gd name="T5" fmla="*/ 66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9"/>
                  </a:moveTo>
                  <a:cubicBezTo>
                    <a:pt x="7" y="7"/>
                    <a:pt x="11" y="0"/>
                    <a:pt x="6" y="1"/>
                  </a:cubicBezTo>
                  <a:cubicBezTo>
                    <a:pt x="3" y="1"/>
                    <a:pt x="2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6F4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0" name="Freeform 578">
              <a:extLst>
                <a:ext uri="{FF2B5EF4-FFF2-40B4-BE49-F238E27FC236}">
                  <a16:creationId xmlns:a16="http://schemas.microsoft.com/office/drawing/2014/main" id="{70B9834D-CCC1-4FC2-9FDB-48B2A73B5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513"/>
              <a:ext cx="38" cy="8"/>
            </a:xfrm>
            <a:custGeom>
              <a:avLst/>
              <a:gdLst>
                <a:gd name="T0" fmla="*/ 0 w 15"/>
                <a:gd name="T1" fmla="*/ 397 h 3"/>
                <a:gd name="T2" fmla="*/ 1561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2"/>
                    <a:pt x="10" y="1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6F4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1" name="Freeform 579">
              <a:extLst>
                <a:ext uri="{FF2B5EF4-FFF2-40B4-BE49-F238E27FC236}">
                  <a16:creationId xmlns:a16="http://schemas.microsoft.com/office/drawing/2014/main" id="{BF06FBAB-6E50-485C-9A96-8D2056375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447"/>
              <a:ext cx="25" cy="24"/>
            </a:xfrm>
            <a:custGeom>
              <a:avLst/>
              <a:gdLst>
                <a:gd name="T0" fmla="*/ 988 w 10"/>
                <a:gd name="T1" fmla="*/ 661 h 9"/>
                <a:gd name="T2" fmla="*/ 313 w 10"/>
                <a:gd name="T3" fmla="*/ 248 h 9"/>
                <a:gd name="T4" fmla="*/ 395 w 10"/>
                <a:gd name="T5" fmla="*/ 12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9" y="4"/>
                    <a:pt x="5" y="0"/>
                    <a:pt x="3" y="2"/>
                  </a:cubicBezTo>
                  <a:cubicBezTo>
                    <a:pt x="0" y="4"/>
                    <a:pt x="3" y="8"/>
                    <a:pt x="4" y="9"/>
                  </a:cubicBezTo>
                </a:path>
              </a:pathLst>
            </a:custGeom>
            <a:noFill/>
            <a:ln w="7938" cap="flat">
              <a:solidFill>
                <a:srgbClr val="FEF2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2" name="Freeform 580">
              <a:extLst>
                <a:ext uri="{FF2B5EF4-FFF2-40B4-BE49-F238E27FC236}">
                  <a16:creationId xmlns:a16="http://schemas.microsoft.com/office/drawing/2014/main" id="{3E98A207-B226-4206-B319-7DD679206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428"/>
              <a:ext cx="22" cy="32"/>
            </a:xfrm>
            <a:custGeom>
              <a:avLst/>
              <a:gdLst>
                <a:gd name="T0" fmla="*/ 790 w 9"/>
                <a:gd name="T1" fmla="*/ 1216 h 12"/>
                <a:gd name="T2" fmla="*/ 0 w 9"/>
                <a:gd name="T3" fmla="*/ 661 h 12"/>
                <a:gd name="T4" fmla="*/ 174 w 9"/>
                <a:gd name="T5" fmla="*/ 16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9" y="9"/>
                  </a:moveTo>
                  <a:cubicBezTo>
                    <a:pt x="8" y="7"/>
                    <a:pt x="2" y="0"/>
                    <a:pt x="0" y="5"/>
                  </a:cubicBezTo>
                  <a:cubicBezTo>
                    <a:pt x="0" y="7"/>
                    <a:pt x="2" y="10"/>
                    <a:pt x="2" y="12"/>
                  </a:cubicBezTo>
                </a:path>
              </a:pathLst>
            </a:custGeom>
            <a:noFill/>
            <a:ln w="7938" cap="flat">
              <a:solidFill>
                <a:srgbClr val="FEF2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3" name="Freeform 581">
              <a:extLst>
                <a:ext uri="{FF2B5EF4-FFF2-40B4-BE49-F238E27FC236}">
                  <a16:creationId xmlns:a16="http://schemas.microsoft.com/office/drawing/2014/main" id="{A48D4A49-2160-40BB-9514-6D062481B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535"/>
              <a:ext cx="12" cy="10"/>
            </a:xfrm>
            <a:custGeom>
              <a:avLst/>
              <a:gdLst>
                <a:gd name="T0" fmla="*/ 403 w 5"/>
                <a:gd name="T1" fmla="*/ 395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4" y="3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2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4" name="Freeform 582">
              <a:extLst>
                <a:ext uri="{FF2B5EF4-FFF2-40B4-BE49-F238E27FC236}">
                  <a16:creationId xmlns:a16="http://schemas.microsoft.com/office/drawing/2014/main" id="{602FD343-1518-4E69-ABB9-7FB53397F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204"/>
              <a:ext cx="2736" cy="1941"/>
            </a:xfrm>
            <a:custGeom>
              <a:avLst/>
              <a:gdLst>
                <a:gd name="T0" fmla="*/ 0 w 1094"/>
                <a:gd name="T1" fmla="*/ 88382 h 728"/>
                <a:gd name="T2" fmla="*/ 13998 w 1094"/>
                <a:gd name="T3" fmla="*/ 91467 h 728"/>
                <a:gd name="T4" fmla="*/ 62708 w 1094"/>
                <a:gd name="T5" fmla="*/ 96471 h 728"/>
                <a:gd name="T6" fmla="*/ 62820 w 1094"/>
                <a:gd name="T7" fmla="*/ 96471 h 728"/>
                <a:gd name="T8" fmla="*/ 67917 w 1094"/>
                <a:gd name="T9" fmla="*/ 95656 h 728"/>
                <a:gd name="T10" fmla="*/ 67917 w 1094"/>
                <a:gd name="T11" fmla="*/ 95656 h 728"/>
                <a:gd name="T12" fmla="*/ 67992 w 1094"/>
                <a:gd name="T13" fmla="*/ 95810 h 728"/>
                <a:gd name="T14" fmla="*/ 102800 w 1094"/>
                <a:gd name="T15" fmla="*/ 70604 h 728"/>
                <a:gd name="T16" fmla="*/ 102925 w 1094"/>
                <a:gd name="T17" fmla="*/ 30062 h 728"/>
                <a:gd name="T18" fmla="*/ 103320 w 1094"/>
                <a:gd name="T19" fmla="*/ 27083 h 728"/>
                <a:gd name="T20" fmla="*/ 101550 w 1094"/>
                <a:gd name="T21" fmla="*/ 23196 h 728"/>
                <a:gd name="T22" fmla="*/ 81402 w 1094"/>
                <a:gd name="T23" fmla="*/ 17381 h 728"/>
                <a:gd name="T24" fmla="*/ 56373 w 1094"/>
                <a:gd name="T25" fmla="*/ 12795 h 728"/>
                <a:gd name="T26" fmla="*/ 43551 w 1094"/>
                <a:gd name="T27" fmla="*/ 10763 h 728"/>
                <a:gd name="T28" fmla="*/ 39042 w 1094"/>
                <a:gd name="T29" fmla="*/ 9953 h 728"/>
                <a:gd name="T30" fmla="*/ 22698 w 1094"/>
                <a:gd name="T31" fmla="*/ 4458 h 728"/>
                <a:gd name="T32" fmla="*/ 0 w 1094"/>
                <a:gd name="T33" fmla="*/ 0 h 7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4" h="728">
                  <a:moveTo>
                    <a:pt x="0" y="656"/>
                  </a:moveTo>
                  <a:cubicBezTo>
                    <a:pt x="14" y="659"/>
                    <a:pt x="91" y="674"/>
                    <a:pt x="143" y="679"/>
                  </a:cubicBezTo>
                  <a:cubicBezTo>
                    <a:pt x="143" y="679"/>
                    <a:pt x="447" y="728"/>
                    <a:pt x="641" y="716"/>
                  </a:cubicBezTo>
                  <a:cubicBezTo>
                    <a:pt x="642" y="716"/>
                    <a:pt x="642" y="716"/>
                    <a:pt x="642" y="716"/>
                  </a:cubicBezTo>
                  <a:cubicBezTo>
                    <a:pt x="658" y="715"/>
                    <a:pt x="675" y="713"/>
                    <a:pt x="694" y="710"/>
                  </a:cubicBezTo>
                  <a:cubicBezTo>
                    <a:pt x="694" y="710"/>
                    <a:pt x="694" y="710"/>
                    <a:pt x="694" y="710"/>
                  </a:cubicBezTo>
                  <a:cubicBezTo>
                    <a:pt x="695" y="711"/>
                    <a:pt x="695" y="711"/>
                    <a:pt x="695" y="711"/>
                  </a:cubicBezTo>
                  <a:cubicBezTo>
                    <a:pt x="880" y="684"/>
                    <a:pt x="1000" y="653"/>
                    <a:pt x="1051" y="524"/>
                  </a:cubicBezTo>
                  <a:cubicBezTo>
                    <a:pt x="1091" y="421"/>
                    <a:pt x="1094" y="295"/>
                    <a:pt x="1052" y="223"/>
                  </a:cubicBezTo>
                  <a:cubicBezTo>
                    <a:pt x="1055" y="215"/>
                    <a:pt x="1056" y="208"/>
                    <a:pt x="1056" y="201"/>
                  </a:cubicBezTo>
                  <a:cubicBezTo>
                    <a:pt x="1056" y="187"/>
                    <a:pt x="1050" y="176"/>
                    <a:pt x="1038" y="172"/>
                  </a:cubicBezTo>
                  <a:cubicBezTo>
                    <a:pt x="1007" y="159"/>
                    <a:pt x="910" y="141"/>
                    <a:pt x="832" y="129"/>
                  </a:cubicBezTo>
                  <a:cubicBezTo>
                    <a:pt x="735" y="112"/>
                    <a:pt x="630" y="101"/>
                    <a:pt x="576" y="95"/>
                  </a:cubicBezTo>
                  <a:cubicBezTo>
                    <a:pt x="495" y="85"/>
                    <a:pt x="470" y="94"/>
                    <a:pt x="445" y="80"/>
                  </a:cubicBezTo>
                  <a:cubicBezTo>
                    <a:pt x="428" y="71"/>
                    <a:pt x="418" y="80"/>
                    <a:pt x="399" y="74"/>
                  </a:cubicBezTo>
                  <a:cubicBezTo>
                    <a:pt x="380" y="68"/>
                    <a:pt x="279" y="42"/>
                    <a:pt x="232" y="33"/>
                  </a:cubicBezTo>
                  <a:cubicBezTo>
                    <a:pt x="187" y="24"/>
                    <a:pt x="52" y="5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5" name="Freeform 583">
              <a:extLst>
                <a:ext uri="{FF2B5EF4-FFF2-40B4-BE49-F238E27FC236}">
                  <a16:creationId xmlns:a16="http://schemas.microsoft.com/office/drawing/2014/main" id="{2402E645-0E86-452E-9A85-197DD72C8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895"/>
              <a:ext cx="75" cy="69"/>
            </a:xfrm>
            <a:custGeom>
              <a:avLst/>
              <a:gdLst>
                <a:gd name="T0" fmla="*/ 208 w 30"/>
                <a:gd name="T1" fmla="*/ 2227 h 26"/>
                <a:gd name="T2" fmla="*/ 1958 w 30"/>
                <a:gd name="T3" fmla="*/ 2781 h 26"/>
                <a:gd name="T4" fmla="*/ 2550 w 30"/>
                <a:gd name="T5" fmla="*/ 783 h 26"/>
                <a:gd name="T6" fmla="*/ 208 w 30"/>
                <a:gd name="T7" fmla="*/ 222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6">
                  <a:moveTo>
                    <a:pt x="2" y="17"/>
                  </a:moveTo>
                  <a:cubicBezTo>
                    <a:pt x="4" y="24"/>
                    <a:pt x="12" y="26"/>
                    <a:pt x="20" y="21"/>
                  </a:cubicBezTo>
                  <a:cubicBezTo>
                    <a:pt x="28" y="17"/>
                    <a:pt x="30" y="11"/>
                    <a:pt x="26" y="6"/>
                  </a:cubicBezTo>
                  <a:cubicBezTo>
                    <a:pt x="23" y="0"/>
                    <a:pt x="0" y="4"/>
                    <a:pt x="2" y="17"/>
                  </a:cubicBezTo>
                  <a:close/>
                </a:path>
              </a:pathLst>
            </a:custGeom>
            <a:solidFill>
              <a:srgbClr val="5A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6" name="Freeform 584">
              <a:extLst>
                <a:ext uri="{FF2B5EF4-FFF2-40B4-BE49-F238E27FC236}">
                  <a16:creationId xmlns:a16="http://schemas.microsoft.com/office/drawing/2014/main" id="{494AD430-350E-41DC-9BB0-1CCF8B20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932"/>
              <a:ext cx="80" cy="75"/>
            </a:xfrm>
            <a:custGeom>
              <a:avLst/>
              <a:gdLst>
                <a:gd name="T0" fmla="*/ 908 w 32"/>
                <a:gd name="T1" fmla="*/ 983 h 28"/>
                <a:gd name="T2" fmla="*/ 1958 w 32"/>
                <a:gd name="T3" fmla="*/ 2783 h 28"/>
                <a:gd name="T4" fmla="*/ 908 w 32"/>
                <a:gd name="T5" fmla="*/ 98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">
                  <a:moveTo>
                    <a:pt x="9" y="7"/>
                  </a:moveTo>
                  <a:cubicBezTo>
                    <a:pt x="0" y="14"/>
                    <a:pt x="9" y="28"/>
                    <a:pt x="20" y="20"/>
                  </a:cubicBezTo>
                  <a:cubicBezTo>
                    <a:pt x="32" y="12"/>
                    <a:pt x="20" y="0"/>
                    <a:pt x="9" y="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7" name="Freeform 585">
              <a:extLst>
                <a:ext uri="{FF2B5EF4-FFF2-40B4-BE49-F238E27FC236}">
                  <a16:creationId xmlns:a16="http://schemas.microsoft.com/office/drawing/2014/main" id="{1667C251-CEDE-4680-B0BC-495D1DBDD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129"/>
              <a:ext cx="50" cy="40"/>
            </a:xfrm>
            <a:custGeom>
              <a:avLst/>
              <a:gdLst>
                <a:gd name="T0" fmla="*/ 1095 w 20"/>
                <a:gd name="T1" fmla="*/ 2027 h 15"/>
                <a:gd name="T2" fmla="*/ 1095 w 20"/>
                <a:gd name="T3" fmla="*/ 149 h 15"/>
                <a:gd name="T4" fmla="*/ 1095 w 20"/>
                <a:gd name="T5" fmla="*/ 20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1" y="15"/>
                  </a:moveTo>
                  <a:cubicBezTo>
                    <a:pt x="20" y="15"/>
                    <a:pt x="18" y="2"/>
                    <a:pt x="11" y="1"/>
                  </a:cubicBezTo>
                  <a:cubicBezTo>
                    <a:pt x="4" y="0"/>
                    <a:pt x="0" y="13"/>
                    <a:pt x="11" y="15"/>
                  </a:cubicBezTo>
                  <a:close/>
                </a:path>
              </a:pathLst>
            </a:custGeom>
            <a:solidFill>
              <a:srgbClr val="5A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8" name="Freeform 586">
              <a:extLst>
                <a:ext uri="{FF2B5EF4-FFF2-40B4-BE49-F238E27FC236}">
                  <a16:creationId xmlns:a16="http://schemas.microsoft.com/office/drawing/2014/main" id="{67F7B655-D771-45CB-821D-A35D3E9C2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183"/>
              <a:ext cx="92" cy="69"/>
            </a:xfrm>
            <a:custGeom>
              <a:avLst/>
              <a:gdLst>
                <a:gd name="T0" fmla="*/ 1149 w 37"/>
                <a:gd name="T1" fmla="*/ 541 h 26"/>
                <a:gd name="T2" fmla="*/ 2109 w 37"/>
                <a:gd name="T3" fmla="*/ 2487 h 26"/>
                <a:gd name="T4" fmla="*/ 1149 w 37"/>
                <a:gd name="T5" fmla="*/ 54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6">
                  <a:moveTo>
                    <a:pt x="12" y="4"/>
                  </a:moveTo>
                  <a:cubicBezTo>
                    <a:pt x="0" y="11"/>
                    <a:pt x="7" y="26"/>
                    <a:pt x="22" y="19"/>
                  </a:cubicBezTo>
                  <a:cubicBezTo>
                    <a:pt x="37" y="12"/>
                    <a:pt x="26" y="0"/>
                    <a:pt x="12" y="4"/>
                  </a:cubicBezTo>
                  <a:close/>
                </a:path>
              </a:pathLst>
            </a:custGeom>
            <a:solidFill>
              <a:srgbClr val="5A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9" name="Freeform 587">
              <a:extLst>
                <a:ext uri="{FF2B5EF4-FFF2-40B4-BE49-F238E27FC236}">
                  <a16:creationId xmlns:a16="http://schemas.microsoft.com/office/drawing/2014/main" id="{867A2297-7EF5-425F-B781-00F061DE1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969"/>
              <a:ext cx="45" cy="59"/>
            </a:xfrm>
            <a:custGeom>
              <a:avLst/>
              <a:gdLst>
                <a:gd name="T0" fmla="*/ 395 w 18"/>
                <a:gd name="T1" fmla="*/ 1078 h 22"/>
                <a:gd name="T2" fmla="*/ 1488 w 18"/>
                <a:gd name="T3" fmla="*/ 1971 h 22"/>
                <a:gd name="T4" fmla="*/ 395 w 18"/>
                <a:gd name="T5" fmla="*/ 107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4" y="8"/>
                  </a:moveTo>
                  <a:cubicBezTo>
                    <a:pt x="0" y="15"/>
                    <a:pt x="12" y="22"/>
                    <a:pt x="15" y="14"/>
                  </a:cubicBezTo>
                  <a:cubicBezTo>
                    <a:pt x="18" y="6"/>
                    <a:pt x="7" y="0"/>
                    <a:pt x="4" y="8"/>
                  </a:cubicBezTo>
                  <a:close/>
                </a:path>
              </a:pathLst>
            </a:custGeom>
            <a:solidFill>
              <a:srgbClr val="5A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0" name="Freeform 588">
              <a:extLst>
                <a:ext uri="{FF2B5EF4-FFF2-40B4-BE49-F238E27FC236}">
                  <a16:creationId xmlns:a16="http://schemas.microsoft.com/office/drawing/2014/main" id="{83991574-126B-4B1D-BECE-5D499E7B8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844"/>
              <a:ext cx="58" cy="45"/>
            </a:xfrm>
            <a:custGeom>
              <a:avLst/>
              <a:gdLst>
                <a:gd name="T0" fmla="*/ 0 w 23"/>
                <a:gd name="T1" fmla="*/ 1281 h 17"/>
                <a:gd name="T2" fmla="*/ 2340 w 23"/>
                <a:gd name="T3" fmla="*/ 1038 h 17"/>
                <a:gd name="T4" fmla="*/ 0 w 23"/>
                <a:gd name="T5" fmla="*/ 128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0" y="10"/>
                  </a:moveTo>
                  <a:cubicBezTo>
                    <a:pt x="0" y="17"/>
                    <a:pt x="23" y="17"/>
                    <a:pt x="23" y="8"/>
                  </a:cubicBezTo>
                  <a:cubicBezTo>
                    <a:pt x="23" y="0"/>
                    <a:pt x="0" y="2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1" name="Freeform 589">
              <a:extLst>
                <a:ext uri="{FF2B5EF4-FFF2-40B4-BE49-F238E27FC236}">
                  <a16:creationId xmlns:a16="http://schemas.microsoft.com/office/drawing/2014/main" id="{768BB28C-CDAA-4C89-9A20-6BA8ADA43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703"/>
              <a:ext cx="58" cy="58"/>
            </a:xfrm>
            <a:custGeom>
              <a:avLst/>
              <a:gdLst>
                <a:gd name="T0" fmla="*/ 610 w 23"/>
                <a:gd name="T1" fmla="*/ 625 h 22"/>
                <a:gd name="T2" fmla="*/ 1412 w 23"/>
                <a:gd name="T3" fmla="*/ 2183 h 22"/>
                <a:gd name="T4" fmla="*/ 610 w 23"/>
                <a:gd name="T5" fmla="*/ 62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6" y="5"/>
                  </a:moveTo>
                  <a:cubicBezTo>
                    <a:pt x="0" y="13"/>
                    <a:pt x="6" y="22"/>
                    <a:pt x="14" y="17"/>
                  </a:cubicBezTo>
                  <a:cubicBezTo>
                    <a:pt x="23" y="11"/>
                    <a:pt x="13" y="0"/>
                    <a:pt x="6" y="5"/>
                  </a:cubicBezTo>
                  <a:close/>
                </a:path>
              </a:pathLst>
            </a:custGeom>
            <a:solidFill>
              <a:srgbClr val="5A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2" name="Freeform 590">
              <a:extLst>
                <a:ext uri="{FF2B5EF4-FFF2-40B4-BE49-F238E27FC236}">
                  <a16:creationId xmlns:a16="http://schemas.microsoft.com/office/drawing/2014/main" id="{F4976740-8DE1-43D4-8FDA-7F00D3DFB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561"/>
              <a:ext cx="60" cy="59"/>
            </a:xfrm>
            <a:custGeom>
              <a:avLst/>
              <a:gdLst>
                <a:gd name="T0" fmla="*/ 708 w 24"/>
                <a:gd name="T1" fmla="*/ 577 h 22"/>
                <a:gd name="T2" fmla="*/ 1563 w 24"/>
                <a:gd name="T3" fmla="*/ 2373 h 22"/>
                <a:gd name="T4" fmla="*/ 708 w 24"/>
                <a:gd name="T5" fmla="*/ 57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7" y="4"/>
                  </a:moveTo>
                  <a:cubicBezTo>
                    <a:pt x="0" y="9"/>
                    <a:pt x="9" y="22"/>
                    <a:pt x="16" y="17"/>
                  </a:cubicBezTo>
                  <a:cubicBezTo>
                    <a:pt x="24" y="13"/>
                    <a:pt x="17" y="0"/>
                    <a:pt x="7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3" name="Freeform 591">
              <a:extLst>
                <a:ext uri="{FF2B5EF4-FFF2-40B4-BE49-F238E27FC236}">
                  <a16:creationId xmlns:a16="http://schemas.microsoft.com/office/drawing/2014/main" id="{C99DDD9C-D521-40B6-B587-C09AFD8D9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121"/>
              <a:ext cx="58" cy="46"/>
            </a:xfrm>
            <a:custGeom>
              <a:avLst/>
              <a:gdLst>
                <a:gd name="T0" fmla="*/ 1137 w 23"/>
                <a:gd name="T1" fmla="*/ 0 h 17"/>
                <a:gd name="T2" fmla="*/ 1221 w 23"/>
                <a:gd name="T3" fmla="*/ 2300 h 17"/>
                <a:gd name="T4" fmla="*/ 1137 w 2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11" y="0"/>
                  </a:moveTo>
                  <a:cubicBezTo>
                    <a:pt x="3" y="0"/>
                    <a:pt x="0" y="15"/>
                    <a:pt x="12" y="16"/>
                  </a:cubicBezTo>
                  <a:cubicBezTo>
                    <a:pt x="23" y="17"/>
                    <a:pt x="19" y="0"/>
                    <a:pt x="1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4" name="Freeform 592">
              <a:extLst>
                <a:ext uri="{FF2B5EF4-FFF2-40B4-BE49-F238E27FC236}">
                  <a16:creationId xmlns:a16="http://schemas.microsoft.com/office/drawing/2014/main" id="{688AFDDF-3CCA-4A85-83D6-66B0E90B3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11"/>
              <a:ext cx="40" cy="37"/>
            </a:xfrm>
            <a:custGeom>
              <a:avLst/>
              <a:gdLst>
                <a:gd name="T0" fmla="*/ 125 w 16"/>
                <a:gd name="T1" fmla="*/ 1271 h 14"/>
                <a:gd name="T2" fmla="*/ 1095 w 16"/>
                <a:gd name="T3" fmla="*/ 1573 h 14"/>
                <a:gd name="T4" fmla="*/ 1375 w 16"/>
                <a:gd name="T5" fmla="*/ 391 h 14"/>
                <a:gd name="T6" fmla="*/ 125 w 16"/>
                <a:gd name="T7" fmla="*/ 127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" y="10"/>
                  </a:moveTo>
                  <a:cubicBezTo>
                    <a:pt x="2" y="14"/>
                    <a:pt x="6" y="14"/>
                    <a:pt x="11" y="12"/>
                  </a:cubicBezTo>
                  <a:cubicBezTo>
                    <a:pt x="15" y="9"/>
                    <a:pt x="16" y="7"/>
                    <a:pt x="14" y="3"/>
                  </a:cubicBezTo>
                  <a:cubicBezTo>
                    <a:pt x="12" y="0"/>
                    <a:pt x="0" y="2"/>
                    <a:pt x="1" y="10"/>
                  </a:cubicBezTo>
                  <a:close/>
                </a:path>
              </a:pathLst>
            </a:custGeom>
            <a:solidFill>
              <a:srgbClr val="006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5" name="Freeform 593">
              <a:extLst>
                <a:ext uri="{FF2B5EF4-FFF2-40B4-BE49-F238E27FC236}">
                  <a16:creationId xmlns:a16="http://schemas.microsoft.com/office/drawing/2014/main" id="{647E2FBB-148F-4293-A78E-F08ED39DF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948"/>
              <a:ext cx="43" cy="40"/>
            </a:xfrm>
            <a:custGeom>
              <a:avLst/>
              <a:gdLst>
                <a:gd name="T0" fmla="*/ 531 w 17"/>
                <a:gd name="T1" fmla="*/ 547 h 15"/>
                <a:gd name="T2" fmla="*/ 1151 w 17"/>
                <a:gd name="T3" fmla="*/ 1459 h 15"/>
                <a:gd name="T4" fmla="*/ 531 w 17"/>
                <a:gd name="T5" fmla="*/ 54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5" y="4"/>
                  </a:moveTo>
                  <a:cubicBezTo>
                    <a:pt x="0" y="8"/>
                    <a:pt x="5" y="15"/>
                    <a:pt x="11" y="11"/>
                  </a:cubicBezTo>
                  <a:cubicBezTo>
                    <a:pt x="17" y="7"/>
                    <a:pt x="11" y="0"/>
                    <a:pt x="5" y="4"/>
                  </a:cubicBezTo>
                  <a:close/>
                </a:path>
              </a:pathLst>
            </a:custGeom>
            <a:solidFill>
              <a:srgbClr val="B40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6" name="Freeform 594">
              <a:extLst>
                <a:ext uri="{FF2B5EF4-FFF2-40B4-BE49-F238E27FC236}">
                  <a16:creationId xmlns:a16="http://schemas.microsoft.com/office/drawing/2014/main" id="{2C409358-1B00-4DDB-84E4-2AEBE74CE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140"/>
              <a:ext cx="27" cy="21"/>
            </a:xfrm>
            <a:custGeom>
              <a:avLst/>
              <a:gdLst>
                <a:gd name="T0" fmla="*/ 547 w 11"/>
                <a:gd name="T1" fmla="*/ 992 h 8"/>
                <a:gd name="T2" fmla="*/ 547 w 11"/>
                <a:gd name="T3" fmla="*/ 144 h 8"/>
                <a:gd name="T4" fmla="*/ 547 w 11"/>
                <a:gd name="T5" fmla="*/ 9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6" y="8"/>
                  </a:moveTo>
                  <a:cubicBezTo>
                    <a:pt x="11" y="8"/>
                    <a:pt x="9" y="1"/>
                    <a:pt x="6" y="1"/>
                  </a:cubicBezTo>
                  <a:cubicBezTo>
                    <a:pt x="3" y="0"/>
                    <a:pt x="0" y="7"/>
                    <a:pt x="6" y="8"/>
                  </a:cubicBezTo>
                  <a:close/>
                </a:path>
              </a:pathLst>
            </a:custGeom>
            <a:solidFill>
              <a:srgbClr val="006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7" name="Freeform 595">
              <a:extLst>
                <a:ext uri="{FF2B5EF4-FFF2-40B4-BE49-F238E27FC236}">
                  <a16:creationId xmlns:a16="http://schemas.microsoft.com/office/drawing/2014/main" id="{804C7AE4-9F98-4333-8AC0-157CC95D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196"/>
              <a:ext cx="50" cy="37"/>
            </a:xfrm>
            <a:custGeom>
              <a:avLst/>
              <a:gdLst>
                <a:gd name="T0" fmla="*/ 595 w 20"/>
                <a:gd name="T1" fmla="*/ 391 h 14"/>
                <a:gd name="T2" fmla="*/ 1175 w 20"/>
                <a:gd name="T3" fmla="*/ 1425 h 14"/>
                <a:gd name="T4" fmla="*/ 595 w 20"/>
                <a:gd name="T5" fmla="*/ 39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6" y="3"/>
                  </a:moveTo>
                  <a:cubicBezTo>
                    <a:pt x="0" y="6"/>
                    <a:pt x="4" y="14"/>
                    <a:pt x="12" y="11"/>
                  </a:cubicBezTo>
                  <a:cubicBezTo>
                    <a:pt x="20" y="7"/>
                    <a:pt x="14" y="0"/>
                    <a:pt x="6" y="3"/>
                  </a:cubicBezTo>
                  <a:close/>
                </a:path>
              </a:pathLst>
            </a:custGeom>
            <a:solidFill>
              <a:srgbClr val="006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8" name="Freeform 596">
              <a:extLst>
                <a:ext uri="{FF2B5EF4-FFF2-40B4-BE49-F238E27FC236}">
                  <a16:creationId xmlns:a16="http://schemas.microsoft.com/office/drawing/2014/main" id="{8B85075A-990F-46B3-8B83-32D1C6737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83"/>
              <a:ext cx="27" cy="32"/>
            </a:xfrm>
            <a:custGeom>
              <a:avLst/>
              <a:gdLst>
                <a:gd name="T0" fmla="*/ 174 w 11"/>
                <a:gd name="T1" fmla="*/ 547 h 12"/>
                <a:gd name="T2" fmla="*/ 800 w 11"/>
                <a:gd name="T3" fmla="*/ 1059 h 12"/>
                <a:gd name="T4" fmla="*/ 174 w 11"/>
                <a:gd name="T5" fmla="*/ 54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2" y="4"/>
                  </a:moveTo>
                  <a:cubicBezTo>
                    <a:pt x="0" y="8"/>
                    <a:pt x="7" y="12"/>
                    <a:pt x="9" y="8"/>
                  </a:cubicBezTo>
                  <a:cubicBezTo>
                    <a:pt x="11" y="3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006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9" name="Freeform 597">
              <a:extLst>
                <a:ext uri="{FF2B5EF4-FFF2-40B4-BE49-F238E27FC236}">
                  <a16:creationId xmlns:a16="http://schemas.microsoft.com/office/drawing/2014/main" id="{F286F099-E065-4AA4-9101-8D301826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857"/>
              <a:ext cx="28" cy="22"/>
            </a:xfrm>
            <a:custGeom>
              <a:avLst/>
              <a:gdLst>
                <a:gd name="T0" fmla="*/ 0 w 11"/>
                <a:gd name="T1" fmla="*/ 809 h 8"/>
                <a:gd name="T2" fmla="*/ 1173 w 11"/>
                <a:gd name="T3" fmla="*/ 627 h 8"/>
                <a:gd name="T4" fmla="*/ 0 w 11"/>
                <a:gd name="T5" fmla="*/ 80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0" y="8"/>
                    <a:pt x="11" y="8"/>
                    <a:pt x="11" y="4"/>
                  </a:cubicBezTo>
                  <a:cubicBezTo>
                    <a:pt x="11" y="0"/>
                    <a:pt x="0" y="1"/>
                    <a:pt x="0" y="5"/>
                  </a:cubicBezTo>
                  <a:close/>
                </a:path>
              </a:pathLst>
            </a:custGeom>
            <a:solidFill>
              <a:srgbClr val="B40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0" name="Freeform 598">
              <a:extLst>
                <a:ext uri="{FF2B5EF4-FFF2-40B4-BE49-F238E27FC236}">
                  <a16:creationId xmlns:a16="http://schemas.microsoft.com/office/drawing/2014/main" id="{76411960-3EA4-46CB-A025-CAA288D42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719"/>
              <a:ext cx="25" cy="26"/>
            </a:xfrm>
            <a:custGeom>
              <a:avLst/>
              <a:gdLst>
                <a:gd name="T0" fmla="*/ 208 w 10"/>
                <a:gd name="T1" fmla="*/ 229 h 10"/>
                <a:gd name="T2" fmla="*/ 595 w 10"/>
                <a:gd name="T3" fmla="*/ 967 h 10"/>
                <a:gd name="T4" fmla="*/ 208 w 10"/>
                <a:gd name="T5" fmla="*/ 2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2"/>
                  </a:moveTo>
                  <a:cubicBezTo>
                    <a:pt x="0" y="6"/>
                    <a:pt x="2" y="10"/>
                    <a:pt x="6" y="8"/>
                  </a:cubicBezTo>
                  <a:cubicBezTo>
                    <a:pt x="10" y="5"/>
                    <a:pt x="6" y="0"/>
                    <a:pt x="2" y="2"/>
                  </a:cubicBezTo>
                  <a:close/>
                </a:path>
              </a:pathLst>
            </a:custGeom>
            <a:solidFill>
              <a:srgbClr val="006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1" name="Freeform 599">
              <a:extLst>
                <a:ext uri="{FF2B5EF4-FFF2-40B4-BE49-F238E27FC236}">
                  <a16:creationId xmlns:a16="http://schemas.microsoft.com/office/drawing/2014/main" id="{D6583E11-46DF-4AE0-9C9E-0B64C84E7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575"/>
              <a:ext cx="32" cy="32"/>
            </a:xfrm>
            <a:custGeom>
              <a:avLst/>
              <a:gdLst>
                <a:gd name="T0" fmla="*/ 377 w 13"/>
                <a:gd name="T1" fmla="*/ 248 h 12"/>
                <a:gd name="T2" fmla="*/ 805 w 13"/>
                <a:gd name="T3" fmla="*/ 1216 h 12"/>
                <a:gd name="T4" fmla="*/ 377 w 13"/>
                <a:gd name="T5" fmla="*/ 24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4" y="2"/>
                  </a:moveTo>
                  <a:cubicBezTo>
                    <a:pt x="0" y="5"/>
                    <a:pt x="5" y="12"/>
                    <a:pt x="9" y="9"/>
                  </a:cubicBezTo>
                  <a:cubicBezTo>
                    <a:pt x="13" y="7"/>
                    <a:pt x="9" y="0"/>
                    <a:pt x="4" y="2"/>
                  </a:cubicBezTo>
                  <a:close/>
                </a:path>
              </a:pathLst>
            </a:custGeom>
            <a:solidFill>
              <a:srgbClr val="B40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2" name="Freeform 600">
              <a:extLst>
                <a:ext uri="{FF2B5EF4-FFF2-40B4-BE49-F238E27FC236}">
                  <a16:creationId xmlns:a16="http://schemas.microsoft.com/office/drawing/2014/main" id="{CE3C566F-412D-4619-86C2-85C269715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132"/>
              <a:ext cx="28" cy="21"/>
            </a:xfrm>
            <a:custGeom>
              <a:avLst/>
              <a:gdLst>
                <a:gd name="T0" fmla="*/ 545 w 11"/>
                <a:gd name="T1" fmla="*/ 0 h 8"/>
                <a:gd name="T2" fmla="*/ 545 w 11"/>
                <a:gd name="T3" fmla="*/ 992 h 8"/>
                <a:gd name="T4" fmla="*/ 545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5" y="0"/>
                  </a:moveTo>
                  <a:cubicBezTo>
                    <a:pt x="1" y="0"/>
                    <a:pt x="0" y="8"/>
                    <a:pt x="5" y="8"/>
                  </a:cubicBezTo>
                  <a:cubicBezTo>
                    <a:pt x="11" y="8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B40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AAC886CF-50B0-417D-8828-6EC1FCBB61F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Melanoma (1)</a:t>
            </a:r>
          </a:p>
        </p:txBody>
      </p:sp>
      <p:sp>
        <p:nvSpPr>
          <p:cNvPr id="19459" name="Oval 3">
            <a:extLst>
              <a:ext uri="{FF2B5EF4-FFF2-40B4-BE49-F238E27FC236}">
                <a16:creationId xmlns:a16="http://schemas.microsoft.com/office/drawing/2014/main" id="{C7E8AD71-460F-4C65-B5B4-C934EC371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505618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60" name="Oval 4">
            <a:extLst>
              <a:ext uri="{FF2B5EF4-FFF2-40B4-BE49-F238E27FC236}">
                <a16:creationId xmlns:a16="http://schemas.microsoft.com/office/drawing/2014/main" id="{F0E7F537-DC5A-49E9-92C8-332D21B37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50815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61" name="Oval 5">
            <a:extLst>
              <a:ext uri="{FF2B5EF4-FFF2-40B4-BE49-F238E27FC236}">
                <a16:creationId xmlns:a16="http://schemas.microsoft.com/office/drawing/2014/main" id="{87F32627-CCB6-4ED6-B884-08F006FB4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9863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62" name="Oval 6">
            <a:extLst>
              <a:ext uri="{FF2B5EF4-FFF2-40B4-BE49-F238E27FC236}">
                <a16:creationId xmlns:a16="http://schemas.microsoft.com/office/drawing/2014/main" id="{F2216D57-7F3E-49EA-AEAC-E29143E39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9990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63" name="Oval 7">
            <a:extLst>
              <a:ext uri="{FF2B5EF4-FFF2-40B4-BE49-F238E27FC236}">
                <a16:creationId xmlns:a16="http://schemas.microsoft.com/office/drawing/2014/main" id="{C342A637-8FDE-4ABB-978E-C10C15DC4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50403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64" name="Oval 8">
            <a:extLst>
              <a:ext uri="{FF2B5EF4-FFF2-40B4-BE49-F238E27FC236}">
                <a16:creationId xmlns:a16="http://schemas.microsoft.com/office/drawing/2014/main" id="{6BA69C98-083A-4F3A-BAD7-6FB82E894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50974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65" name="Oval 9">
            <a:extLst>
              <a:ext uri="{FF2B5EF4-FFF2-40B4-BE49-F238E27FC236}">
                <a16:creationId xmlns:a16="http://schemas.microsoft.com/office/drawing/2014/main" id="{EB112366-BB9B-410B-8E10-7E484C5D3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50942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66" name="Oval 10">
            <a:extLst>
              <a:ext uri="{FF2B5EF4-FFF2-40B4-BE49-F238E27FC236}">
                <a16:creationId xmlns:a16="http://schemas.microsoft.com/office/drawing/2014/main" id="{AFC63D1D-D61D-44E0-A5B5-16C8FF3A6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503713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67" name="Oval 11">
            <a:extLst>
              <a:ext uri="{FF2B5EF4-FFF2-40B4-BE49-F238E27FC236}">
                <a16:creationId xmlns:a16="http://schemas.microsoft.com/office/drawing/2014/main" id="{2F10C7B3-0821-4DC0-9945-AE54FB099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50117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68" name="Oval 12">
            <a:extLst>
              <a:ext uri="{FF2B5EF4-FFF2-40B4-BE49-F238E27FC236}">
                <a16:creationId xmlns:a16="http://schemas.microsoft.com/office/drawing/2014/main" id="{AA479DEE-FD7B-4DD7-B22A-D85B8CDAC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7998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69" name="Oval 13">
            <a:extLst>
              <a:ext uri="{FF2B5EF4-FFF2-40B4-BE49-F238E27FC236}">
                <a16:creationId xmlns:a16="http://schemas.microsoft.com/office/drawing/2014/main" id="{90329D05-4569-49F3-BC8B-037FC2BCA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50149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70" name="Oval 14">
            <a:extLst>
              <a:ext uri="{FF2B5EF4-FFF2-40B4-BE49-F238E27FC236}">
                <a16:creationId xmlns:a16="http://schemas.microsoft.com/office/drawing/2014/main" id="{D4806B4E-FF6D-49FB-ABDE-21700A495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50657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71" name="Oval 15">
            <a:extLst>
              <a:ext uri="{FF2B5EF4-FFF2-40B4-BE49-F238E27FC236}">
                <a16:creationId xmlns:a16="http://schemas.microsoft.com/office/drawing/2014/main" id="{973567C7-84A6-45B7-9968-7A1841715D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50657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72" name="Oval 16">
            <a:extLst>
              <a:ext uri="{FF2B5EF4-FFF2-40B4-BE49-F238E27FC236}">
                <a16:creationId xmlns:a16="http://schemas.microsoft.com/office/drawing/2014/main" id="{E10EAA4A-7206-4E58-968E-AAE5D9289A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502443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73" name="Oval 17">
            <a:extLst>
              <a:ext uri="{FF2B5EF4-FFF2-40B4-BE49-F238E27FC236}">
                <a16:creationId xmlns:a16="http://schemas.microsoft.com/office/drawing/2014/main" id="{7B357423-8E51-4C11-BC6D-66E87823B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502126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74" name="Oval 18">
            <a:extLst>
              <a:ext uri="{FF2B5EF4-FFF2-40B4-BE49-F238E27FC236}">
                <a16:creationId xmlns:a16="http://schemas.microsoft.com/office/drawing/2014/main" id="{BD0D0CF4-1C53-4D7E-99A2-0216C1D87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9958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75" name="Oval 19">
            <a:extLst>
              <a:ext uri="{FF2B5EF4-FFF2-40B4-BE49-F238E27FC236}">
                <a16:creationId xmlns:a16="http://schemas.microsoft.com/office/drawing/2014/main" id="{2202BD61-CEB5-4ADB-86D7-4A50CCDA8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503078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76" name="Oval 20">
            <a:extLst>
              <a:ext uri="{FF2B5EF4-FFF2-40B4-BE49-F238E27FC236}">
                <a16:creationId xmlns:a16="http://schemas.microsoft.com/office/drawing/2014/main" id="{28DB71C4-7057-486C-B1BC-DE537EFA4D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50212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77" name="Oval 21">
            <a:extLst>
              <a:ext uri="{FF2B5EF4-FFF2-40B4-BE49-F238E27FC236}">
                <a16:creationId xmlns:a16="http://schemas.microsoft.com/office/drawing/2014/main" id="{61B18B60-9300-42FC-8AB8-151D418D0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50625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78" name="Oval 22">
            <a:extLst>
              <a:ext uri="{FF2B5EF4-FFF2-40B4-BE49-F238E27FC236}">
                <a16:creationId xmlns:a16="http://schemas.microsoft.com/office/drawing/2014/main" id="{03293C7F-8B4E-4E3D-89A0-5233F386A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50879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79" name="Oval 23">
            <a:extLst>
              <a:ext uri="{FF2B5EF4-FFF2-40B4-BE49-F238E27FC236}">
                <a16:creationId xmlns:a16="http://schemas.microsoft.com/office/drawing/2014/main" id="{D115EF18-F0C5-4F0A-9315-934EF6881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50974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80" name="Oval 24">
            <a:extLst>
              <a:ext uri="{FF2B5EF4-FFF2-40B4-BE49-F238E27FC236}">
                <a16:creationId xmlns:a16="http://schemas.microsoft.com/office/drawing/2014/main" id="{658E1D77-FF51-4645-8D94-BFBB558CB9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50911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9481" name="Oval 25">
            <a:extLst>
              <a:ext uri="{FF2B5EF4-FFF2-40B4-BE49-F238E27FC236}">
                <a16:creationId xmlns:a16="http://schemas.microsoft.com/office/drawing/2014/main" id="{019153CE-FA45-4DD6-9353-6F7D9DB24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50466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19482" name="Symmetrical-brown-skin-lesion">
            <a:extLst>
              <a:ext uri="{FF2B5EF4-FFF2-40B4-BE49-F238E27FC236}">
                <a16:creationId xmlns:a16="http://schemas.microsoft.com/office/drawing/2014/main" id="{55D6A1A3-4E96-4AB5-BEE4-F906ED8EF732}"/>
              </a:ext>
            </a:extLst>
          </p:cNvPr>
          <p:cNvGrpSpPr>
            <a:grpSpLocks/>
          </p:cNvGrpSpPr>
          <p:nvPr/>
        </p:nvGrpSpPr>
        <p:grpSpPr bwMode="auto">
          <a:xfrm>
            <a:off x="3005138" y="1693863"/>
            <a:ext cx="1144587" cy="1222375"/>
            <a:chOff x="741" y="823"/>
            <a:chExt cx="1021" cy="1090"/>
          </a:xfrm>
        </p:grpSpPr>
        <p:sp>
          <p:nvSpPr>
            <p:cNvPr id="19541" name="Rectangle 47">
              <a:extLst>
                <a:ext uri="{FF2B5EF4-FFF2-40B4-BE49-F238E27FC236}">
                  <a16:creationId xmlns:a16="http://schemas.microsoft.com/office/drawing/2014/main" id="{449A9158-693E-40B9-B7E9-42F5D057D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823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2" name="Oval 48">
              <a:extLst>
                <a:ext uri="{FF2B5EF4-FFF2-40B4-BE49-F238E27FC236}">
                  <a16:creationId xmlns:a16="http://schemas.microsoft.com/office/drawing/2014/main" id="{BE49882C-2ACA-49E6-9441-2E2B3F217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150"/>
              <a:ext cx="485" cy="421"/>
            </a:xfrm>
            <a:prstGeom prst="ellipse">
              <a:avLst/>
            </a:pr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9483" name="melanoma-skin-lesion-illustration">
            <a:extLst>
              <a:ext uri="{FF2B5EF4-FFF2-40B4-BE49-F238E27FC236}">
                <a16:creationId xmlns:a16="http://schemas.microsoft.com/office/drawing/2014/main" id="{E8856C39-5F82-4C21-AA49-EF3FCFCE2F77}"/>
              </a:ext>
            </a:extLst>
          </p:cNvPr>
          <p:cNvGrpSpPr>
            <a:grpSpLocks/>
          </p:cNvGrpSpPr>
          <p:nvPr/>
        </p:nvGrpSpPr>
        <p:grpSpPr bwMode="auto">
          <a:xfrm>
            <a:off x="5522913" y="1693863"/>
            <a:ext cx="1144587" cy="1222375"/>
            <a:chOff x="2369" y="825"/>
            <a:chExt cx="1021" cy="1090"/>
          </a:xfrm>
        </p:grpSpPr>
        <p:sp>
          <p:nvSpPr>
            <p:cNvPr id="19536" name="Rectangle 50">
              <a:extLst>
                <a:ext uri="{FF2B5EF4-FFF2-40B4-BE49-F238E27FC236}">
                  <a16:creationId xmlns:a16="http://schemas.microsoft.com/office/drawing/2014/main" id="{B86D9479-4BE6-4ADA-9E9F-FBB60E975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825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37" name="Freeform 51">
              <a:extLst>
                <a:ext uri="{FF2B5EF4-FFF2-40B4-BE49-F238E27FC236}">
                  <a16:creationId xmlns:a16="http://schemas.microsoft.com/office/drawing/2014/main" id="{FDD0D040-0ED2-4063-B0C0-FAB6224B6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066"/>
              <a:ext cx="655" cy="524"/>
            </a:xfrm>
            <a:custGeom>
              <a:avLst/>
              <a:gdLst>
                <a:gd name="T0" fmla="*/ 1821 w 331"/>
                <a:gd name="T1" fmla="*/ 1697 h 248"/>
                <a:gd name="T2" fmla="*/ 125 w 331"/>
                <a:gd name="T3" fmla="*/ 3406 h 248"/>
                <a:gd name="T4" fmla="*/ 489 w 331"/>
                <a:gd name="T5" fmla="*/ 7340 h 248"/>
                <a:gd name="T6" fmla="*/ 2068 w 331"/>
                <a:gd name="T7" fmla="*/ 9223 h 248"/>
                <a:gd name="T8" fmla="*/ 4276 w 331"/>
                <a:gd name="T9" fmla="*/ 10188 h 248"/>
                <a:gd name="T10" fmla="*/ 8281 w 331"/>
                <a:gd name="T11" fmla="*/ 9941 h 248"/>
                <a:gd name="T12" fmla="*/ 9324 w 331"/>
                <a:gd name="T13" fmla="*/ 7000 h 248"/>
                <a:gd name="T14" fmla="*/ 6912 w 331"/>
                <a:gd name="T15" fmla="*/ 2111 h 248"/>
                <a:gd name="T16" fmla="*/ 4092 w 331"/>
                <a:gd name="T17" fmla="*/ 465 h 248"/>
                <a:gd name="T18" fmla="*/ 1821 w 331"/>
                <a:gd name="T19" fmla="*/ 1697 h 2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1" h="248">
                  <a:moveTo>
                    <a:pt x="60" y="40"/>
                  </a:moveTo>
                  <a:cubicBezTo>
                    <a:pt x="40" y="50"/>
                    <a:pt x="8" y="39"/>
                    <a:pt x="4" y="81"/>
                  </a:cubicBezTo>
                  <a:cubicBezTo>
                    <a:pt x="0" y="123"/>
                    <a:pt x="1" y="160"/>
                    <a:pt x="16" y="174"/>
                  </a:cubicBezTo>
                  <a:cubicBezTo>
                    <a:pt x="31" y="188"/>
                    <a:pt x="53" y="202"/>
                    <a:pt x="68" y="219"/>
                  </a:cubicBezTo>
                  <a:cubicBezTo>
                    <a:pt x="84" y="235"/>
                    <a:pt x="114" y="247"/>
                    <a:pt x="141" y="242"/>
                  </a:cubicBezTo>
                  <a:cubicBezTo>
                    <a:pt x="169" y="238"/>
                    <a:pt x="251" y="248"/>
                    <a:pt x="273" y="236"/>
                  </a:cubicBezTo>
                  <a:cubicBezTo>
                    <a:pt x="296" y="224"/>
                    <a:pt x="331" y="228"/>
                    <a:pt x="307" y="166"/>
                  </a:cubicBezTo>
                  <a:cubicBezTo>
                    <a:pt x="283" y="103"/>
                    <a:pt x="248" y="66"/>
                    <a:pt x="228" y="50"/>
                  </a:cubicBezTo>
                  <a:cubicBezTo>
                    <a:pt x="207" y="33"/>
                    <a:pt x="169" y="0"/>
                    <a:pt x="135" y="11"/>
                  </a:cubicBezTo>
                  <a:cubicBezTo>
                    <a:pt x="101" y="22"/>
                    <a:pt x="60" y="40"/>
                    <a:pt x="60" y="40"/>
                  </a:cubicBezTo>
                  <a:close/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52">
              <a:extLst>
                <a:ext uri="{FF2B5EF4-FFF2-40B4-BE49-F238E27FC236}">
                  <a16:creationId xmlns:a16="http://schemas.microsoft.com/office/drawing/2014/main" id="{8D99B768-6D30-46D2-944E-6EE3966D9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098"/>
              <a:ext cx="655" cy="454"/>
            </a:xfrm>
            <a:custGeom>
              <a:avLst/>
              <a:gdLst>
                <a:gd name="T0" fmla="*/ 1821 w 331"/>
                <a:gd name="T1" fmla="*/ 1468 h 215"/>
                <a:gd name="T2" fmla="*/ 125 w 331"/>
                <a:gd name="T3" fmla="*/ 2948 h 215"/>
                <a:gd name="T4" fmla="*/ 489 w 331"/>
                <a:gd name="T5" fmla="*/ 6386 h 215"/>
                <a:gd name="T6" fmla="*/ 2068 w 331"/>
                <a:gd name="T7" fmla="*/ 7978 h 215"/>
                <a:gd name="T8" fmla="*/ 4276 w 331"/>
                <a:gd name="T9" fmla="*/ 8869 h 215"/>
                <a:gd name="T10" fmla="*/ 8281 w 331"/>
                <a:gd name="T11" fmla="*/ 8605 h 215"/>
                <a:gd name="T12" fmla="*/ 9324 w 331"/>
                <a:gd name="T13" fmla="*/ 6046 h 215"/>
                <a:gd name="T14" fmla="*/ 6888 w 331"/>
                <a:gd name="T15" fmla="*/ 1805 h 215"/>
                <a:gd name="T16" fmla="*/ 4061 w 331"/>
                <a:gd name="T17" fmla="*/ 374 h 215"/>
                <a:gd name="T18" fmla="*/ 1821 w 331"/>
                <a:gd name="T19" fmla="*/ 1468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1" h="215">
                  <a:moveTo>
                    <a:pt x="60" y="35"/>
                  </a:moveTo>
                  <a:cubicBezTo>
                    <a:pt x="40" y="43"/>
                    <a:pt x="7" y="34"/>
                    <a:pt x="4" y="70"/>
                  </a:cubicBezTo>
                  <a:cubicBezTo>
                    <a:pt x="0" y="107"/>
                    <a:pt x="1" y="139"/>
                    <a:pt x="16" y="152"/>
                  </a:cubicBezTo>
                  <a:cubicBezTo>
                    <a:pt x="31" y="164"/>
                    <a:pt x="52" y="176"/>
                    <a:pt x="68" y="190"/>
                  </a:cubicBezTo>
                  <a:cubicBezTo>
                    <a:pt x="84" y="204"/>
                    <a:pt x="114" y="214"/>
                    <a:pt x="141" y="211"/>
                  </a:cubicBezTo>
                  <a:cubicBezTo>
                    <a:pt x="168" y="207"/>
                    <a:pt x="251" y="215"/>
                    <a:pt x="273" y="205"/>
                  </a:cubicBezTo>
                  <a:cubicBezTo>
                    <a:pt x="295" y="195"/>
                    <a:pt x="331" y="198"/>
                    <a:pt x="307" y="144"/>
                  </a:cubicBezTo>
                  <a:cubicBezTo>
                    <a:pt x="282" y="90"/>
                    <a:pt x="248" y="57"/>
                    <a:pt x="227" y="43"/>
                  </a:cubicBezTo>
                  <a:cubicBezTo>
                    <a:pt x="207" y="29"/>
                    <a:pt x="168" y="0"/>
                    <a:pt x="134" y="9"/>
                  </a:cubicBezTo>
                  <a:cubicBezTo>
                    <a:pt x="101" y="19"/>
                    <a:pt x="60" y="35"/>
                    <a:pt x="60" y="35"/>
                  </a:cubicBezTo>
                  <a:close/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53">
              <a:extLst>
                <a:ext uri="{FF2B5EF4-FFF2-40B4-BE49-F238E27FC236}">
                  <a16:creationId xmlns:a16="http://schemas.microsoft.com/office/drawing/2014/main" id="{6B77BCE3-1DAC-43C6-B6A7-746D38A3F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193"/>
              <a:ext cx="233" cy="348"/>
            </a:xfrm>
            <a:custGeom>
              <a:avLst/>
              <a:gdLst>
                <a:gd name="T0" fmla="*/ 2828 w 118"/>
                <a:gd name="T1" fmla="*/ 4136 h 165"/>
                <a:gd name="T2" fmla="*/ 515 w 118"/>
                <a:gd name="T3" fmla="*/ 0 h 165"/>
                <a:gd name="T4" fmla="*/ 2249 w 118"/>
                <a:gd name="T5" fmla="*/ 3545 h 165"/>
                <a:gd name="T6" fmla="*/ 1477 w 118"/>
                <a:gd name="T7" fmla="*/ 6673 h 165"/>
                <a:gd name="T8" fmla="*/ 0 w 118"/>
                <a:gd name="T9" fmla="*/ 6886 h 165"/>
                <a:gd name="T10" fmla="*/ 1793 w 118"/>
                <a:gd name="T11" fmla="*/ 6673 h 165"/>
                <a:gd name="T12" fmla="*/ 2828 w 118"/>
                <a:gd name="T13" fmla="*/ 4136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65">
                  <a:moveTo>
                    <a:pt x="94" y="99"/>
                  </a:moveTo>
                  <a:cubicBezTo>
                    <a:pt x="71" y="48"/>
                    <a:pt x="38" y="16"/>
                    <a:pt x="17" y="0"/>
                  </a:cubicBezTo>
                  <a:cubicBezTo>
                    <a:pt x="38" y="19"/>
                    <a:pt x="48" y="44"/>
                    <a:pt x="75" y="85"/>
                  </a:cubicBezTo>
                  <a:cubicBezTo>
                    <a:pt x="112" y="142"/>
                    <a:pt x="73" y="149"/>
                    <a:pt x="49" y="160"/>
                  </a:cubicBezTo>
                  <a:cubicBezTo>
                    <a:pt x="40" y="164"/>
                    <a:pt x="21" y="165"/>
                    <a:pt x="0" y="165"/>
                  </a:cubicBezTo>
                  <a:cubicBezTo>
                    <a:pt x="25" y="165"/>
                    <a:pt x="49" y="165"/>
                    <a:pt x="60" y="160"/>
                  </a:cubicBezTo>
                  <a:cubicBezTo>
                    <a:pt x="82" y="150"/>
                    <a:pt x="118" y="153"/>
                    <a:pt x="94" y="99"/>
                  </a:cubicBezTo>
                  <a:close/>
                </a:path>
              </a:pathLst>
            </a:custGeom>
            <a:solidFill>
              <a:srgbClr val="8738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54">
              <a:extLst>
                <a:ext uri="{FF2B5EF4-FFF2-40B4-BE49-F238E27FC236}">
                  <a16:creationId xmlns:a16="http://schemas.microsoft.com/office/drawing/2014/main" id="{AAECF92D-B4E2-4BF0-A5CF-A48178737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110"/>
              <a:ext cx="346" cy="433"/>
            </a:xfrm>
            <a:custGeom>
              <a:avLst/>
              <a:gdLst>
                <a:gd name="T0" fmla="*/ 2475 w 175"/>
                <a:gd name="T1" fmla="*/ 7946 h 205"/>
                <a:gd name="T2" fmla="*/ 1204 w 175"/>
                <a:gd name="T3" fmla="*/ 6353 h 205"/>
                <a:gd name="T4" fmla="*/ 641 w 175"/>
                <a:gd name="T5" fmla="*/ 2989 h 205"/>
                <a:gd name="T6" fmla="*/ 2412 w 175"/>
                <a:gd name="T7" fmla="*/ 1288 h 205"/>
                <a:gd name="T8" fmla="*/ 4769 w 175"/>
                <a:gd name="T9" fmla="*/ 374 h 205"/>
                <a:gd name="T10" fmla="*/ 5285 w 175"/>
                <a:gd name="T11" fmla="*/ 304 h 205"/>
                <a:gd name="T12" fmla="*/ 4049 w 175"/>
                <a:gd name="T13" fmla="*/ 161 h 205"/>
                <a:gd name="T14" fmla="*/ 1787 w 175"/>
                <a:gd name="T15" fmla="*/ 1215 h 205"/>
                <a:gd name="T16" fmla="*/ 93 w 175"/>
                <a:gd name="T17" fmla="*/ 2687 h 205"/>
                <a:gd name="T18" fmla="*/ 488 w 175"/>
                <a:gd name="T19" fmla="*/ 6134 h 205"/>
                <a:gd name="T20" fmla="*/ 2048 w 175"/>
                <a:gd name="T21" fmla="*/ 7745 h 205"/>
                <a:gd name="T22" fmla="*/ 3624 w 175"/>
                <a:gd name="T23" fmla="*/ 8624 h 205"/>
                <a:gd name="T24" fmla="*/ 2475 w 175"/>
                <a:gd name="T25" fmla="*/ 7946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205">
                  <a:moveTo>
                    <a:pt x="82" y="189"/>
                  </a:moveTo>
                  <a:cubicBezTo>
                    <a:pt x="56" y="174"/>
                    <a:pt x="54" y="163"/>
                    <a:pt x="40" y="151"/>
                  </a:cubicBezTo>
                  <a:cubicBezTo>
                    <a:pt x="25" y="139"/>
                    <a:pt x="0" y="101"/>
                    <a:pt x="21" y="71"/>
                  </a:cubicBezTo>
                  <a:cubicBezTo>
                    <a:pt x="44" y="39"/>
                    <a:pt x="60" y="40"/>
                    <a:pt x="80" y="31"/>
                  </a:cubicBezTo>
                  <a:cubicBezTo>
                    <a:pt x="80" y="31"/>
                    <a:pt x="108" y="10"/>
                    <a:pt x="158" y="9"/>
                  </a:cubicBezTo>
                  <a:cubicBezTo>
                    <a:pt x="164" y="9"/>
                    <a:pt x="169" y="7"/>
                    <a:pt x="175" y="7"/>
                  </a:cubicBezTo>
                  <a:cubicBezTo>
                    <a:pt x="162" y="2"/>
                    <a:pt x="148" y="0"/>
                    <a:pt x="134" y="4"/>
                  </a:cubicBezTo>
                  <a:cubicBezTo>
                    <a:pt x="101" y="13"/>
                    <a:pt x="59" y="29"/>
                    <a:pt x="59" y="29"/>
                  </a:cubicBezTo>
                  <a:cubicBezTo>
                    <a:pt x="40" y="37"/>
                    <a:pt x="7" y="28"/>
                    <a:pt x="3" y="64"/>
                  </a:cubicBezTo>
                  <a:cubicBezTo>
                    <a:pt x="0" y="101"/>
                    <a:pt x="1" y="134"/>
                    <a:pt x="16" y="146"/>
                  </a:cubicBezTo>
                  <a:cubicBezTo>
                    <a:pt x="30" y="158"/>
                    <a:pt x="52" y="170"/>
                    <a:pt x="68" y="184"/>
                  </a:cubicBezTo>
                  <a:cubicBezTo>
                    <a:pt x="80" y="195"/>
                    <a:pt x="99" y="203"/>
                    <a:pt x="120" y="205"/>
                  </a:cubicBezTo>
                  <a:cubicBezTo>
                    <a:pt x="109" y="201"/>
                    <a:pt x="90" y="194"/>
                    <a:pt x="82" y="189"/>
                  </a:cubicBezTo>
                  <a:close/>
                </a:path>
              </a:pathLst>
            </a:custGeom>
            <a:solidFill>
              <a:srgbClr val="702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84" name="melanoma-skin-lesion-illustration">
            <a:extLst>
              <a:ext uri="{FF2B5EF4-FFF2-40B4-BE49-F238E27FC236}">
                <a16:creationId xmlns:a16="http://schemas.microsoft.com/office/drawing/2014/main" id="{FFDA579F-6F1A-4E39-8266-335FC2E4150D}"/>
              </a:ext>
            </a:extLst>
          </p:cNvPr>
          <p:cNvGrpSpPr>
            <a:grpSpLocks/>
          </p:cNvGrpSpPr>
          <p:nvPr/>
        </p:nvGrpSpPr>
        <p:grpSpPr bwMode="auto">
          <a:xfrm>
            <a:off x="8012113" y="1693863"/>
            <a:ext cx="1146175" cy="1222375"/>
            <a:chOff x="4015" y="821"/>
            <a:chExt cx="1022" cy="1090"/>
          </a:xfrm>
        </p:grpSpPr>
        <p:sp>
          <p:nvSpPr>
            <p:cNvPr id="19533" name="Rectangle 56">
              <a:extLst>
                <a:ext uri="{FF2B5EF4-FFF2-40B4-BE49-F238E27FC236}">
                  <a16:creationId xmlns:a16="http://schemas.microsoft.com/office/drawing/2014/main" id="{8AB5D321-2693-4B9D-8AB6-7C97022A8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821"/>
              <a:ext cx="1022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34" name="Freeform 57">
              <a:extLst>
                <a:ext uri="{FF2B5EF4-FFF2-40B4-BE49-F238E27FC236}">
                  <a16:creationId xmlns:a16="http://schemas.microsoft.com/office/drawing/2014/main" id="{2087DB2E-F86D-4D33-9FD3-7215C1DED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982"/>
              <a:ext cx="638" cy="811"/>
            </a:xfrm>
            <a:custGeom>
              <a:avLst/>
              <a:gdLst>
                <a:gd name="T0" fmla="*/ 1524 w 322"/>
                <a:gd name="T1" fmla="*/ 6262 h 384"/>
                <a:gd name="T2" fmla="*/ 311 w 322"/>
                <a:gd name="T3" fmla="*/ 5924 h 384"/>
                <a:gd name="T4" fmla="*/ 248 w 322"/>
                <a:gd name="T5" fmla="*/ 8395 h 384"/>
                <a:gd name="T6" fmla="*/ 880 w 322"/>
                <a:gd name="T7" fmla="*/ 9371 h 384"/>
                <a:gd name="T8" fmla="*/ 616 w 322"/>
                <a:gd name="T9" fmla="*/ 11183 h 384"/>
                <a:gd name="T10" fmla="*/ 1617 w 322"/>
                <a:gd name="T11" fmla="*/ 11143 h 384"/>
                <a:gd name="T12" fmla="*/ 848 w 322"/>
                <a:gd name="T13" fmla="*/ 12275 h 384"/>
                <a:gd name="T14" fmla="*/ 460 w 322"/>
                <a:gd name="T15" fmla="*/ 13369 h 384"/>
                <a:gd name="T16" fmla="*/ 737 w 322"/>
                <a:gd name="T17" fmla="*/ 15158 h 384"/>
                <a:gd name="T18" fmla="*/ 2053 w 322"/>
                <a:gd name="T19" fmla="*/ 15977 h 384"/>
                <a:gd name="T20" fmla="*/ 3172 w 322"/>
                <a:gd name="T21" fmla="*/ 14885 h 384"/>
                <a:gd name="T22" fmla="*/ 3820 w 322"/>
                <a:gd name="T23" fmla="*/ 13310 h 384"/>
                <a:gd name="T24" fmla="*/ 4488 w 322"/>
                <a:gd name="T25" fmla="*/ 11379 h 384"/>
                <a:gd name="T26" fmla="*/ 5072 w 322"/>
                <a:gd name="T27" fmla="*/ 11485 h 384"/>
                <a:gd name="T28" fmla="*/ 6168 w 322"/>
                <a:gd name="T29" fmla="*/ 12471 h 384"/>
                <a:gd name="T30" fmla="*/ 6968 w 322"/>
                <a:gd name="T31" fmla="*/ 10803 h 384"/>
                <a:gd name="T32" fmla="*/ 6848 w 322"/>
                <a:gd name="T33" fmla="*/ 9109 h 384"/>
                <a:gd name="T34" fmla="*/ 6253 w 322"/>
                <a:gd name="T35" fmla="*/ 8015 h 384"/>
                <a:gd name="T36" fmla="*/ 6564 w 322"/>
                <a:gd name="T37" fmla="*/ 7778 h 384"/>
                <a:gd name="T38" fmla="*/ 8092 w 322"/>
                <a:gd name="T39" fmla="*/ 7778 h 384"/>
                <a:gd name="T40" fmla="*/ 8954 w 322"/>
                <a:gd name="T41" fmla="*/ 7141 h 384"/>
                <a:gd name="T42" fmla="*/ 9645 w 322"/>
                <a:gd name="T43" fmla="*/ 6049 h 384"/>
                <a:gd name="T44" fmla="*/ 9772 w 322"/>
                <a:gd name="T45" fmla="*/ 4617 h 384"/>
                <a:gd name="T46" fmla="*/ 9029 w 322"/>
                <a:gd name="T47" fmla="*/ 2560 h 384"/>
                <a:gd name="T48" fmla="*/ 7537 w 322"/>
                <a:gd name="T49" fmla="*/ 1468 h 384"/>
                <a:gd name="T50" fmla="*/ 6380 w 322"/>
                <a:gd name="T51" fmla="*/ 460 h 384"/>
                <a:gd name="T52" fmla="*/ 5405 w 322"/>
                <a:gd name="T53" fmla="*/ 1288 h 384"/>
                <a:gd name="T54" fmla="*/ 4488 w 322"/>
                <a:gd name="T55" fmla="*/ 1628 h 384"/>
                <a:gd name="T56" fmla="*/ 3788 w 322"/>
                <a:gd name="T57" fmla="*/ 3278 h 384"/>
                <a:gd name="T58" fmla="*/ 4272 w 322"/>
                <a:gd name="T59" fmla="*/ 4152 h 384"/>
                <a:gd name="T60" fmla="*/ 4365 w 322"/>
                <a:gd name="T61" fmla="*/ 4492 h 384"/>
                <a:gd name="T62" fmla="*/ 3788 w 322"/>
                <a:gd name="T63" fmla="*/ 3899 h 384"/>
                <a:gd name="T64" fmla="*/ 3392 w 322"/>
                <a:gd name="T65" fmla="*/ 2984 h 384"/>
                <a:gd name="T66" fmla="*/ 2893 w 322"/>
                <a:gd name="T67" fmla="*/ 2984 h 384"/>
                <a:gd name="T68" fmla="*/ 2924 w 322"/>
                <a:gd name="T69" fmla="*/ 4380 h 384"/>
                <a:gd name="T70" fmla="*/ 2419 w 322"/>
                <a:gd name="T71" fmla="*/ 4718 h 384"/>
                <a:gd name="T72" fmla="*/ 1896 w 322"/>
                <a:gd name="T73" fmla="*/ 5031 h 384"/>
                <a:gd name="T74" fmla="*/ 2140 w 322"/>
                <a:gd name="T75" fmla="*/ 6423 h 384"/>
                <a:gd name="T76" fmla="*/ 2712 w 322"/>
                <a:gd name="T77" fmla="*/ 6226 h 384"/>
                <a:gd name="T78" fmla="*/ 2956 w 322"/>
                <a:gd name="T79" fmla="*/ 6302 h 384"/>
                <a:gd name="T80" fmla="*/ 2712 w 322"/>
                <a:gd name="T81" fmla="*/ 6803 h 384"/>
                <a:gd name="T82" fmla="*/ 2172 w 322"/>
                <a:gd name="T83" fmla="*/ 6980 h 384"/>
                <a:gd name="T84" fmla="*/ 1837 w 322"/>
                <a:gd name="T85" fmla="*/ 6763 h 384"/>
                <a:gd name="T86" fmla="*/ 1524 w 322"/>
                <a:gd name="T87" fmla="*/ 6262 h 38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22" h="384">
                  <a:moveTo>
                    <a:pt x="50" y="149"/>
                  </a:moveTo>
                  <a:cubicBezTo>
                    <a:pt x="33" y="144"/>
                    <a:pt x="16" y="117"/>
                    <a:pt x="10" y="141"/>
                  </a:cubicBezTo>
                  <a:cubicBezTo>
                    <a:pt x="5" y="165"/>
                    <a:pt x="3" y="193"/>
                    <a:pt x="8" y="200"/>
                  </a:cubicBezTo>
                  <a:cubicBezTo>
                    <a:pt x="14" y="206"/>
                    <a:pt x="34" y="212"/>
                    <a:pt x="29" y="223"/>
                  </a:cubicBezTo>
                  <a:cubicBezTo>
                    <a:pt x="24" y="235"/>
                    <a:pt x="10" y="258"/>
                    <a:pt x="20" y="266"/>
                  </a:cubicBezTo>
                  <a:cubicBezTo>
                    <a:pt x="31" y="274"/>
                    <a:pt x="45" y="256"/>
                    <a:pt x="53" y="265"/>
                  </a:cubicBezTo>
                  <a:cubicBezTo>
                    <a:pt x="60" y="274"/>
                    <a:pt x="36" y="285"/>
                    <a:pt x="28" y="292"/>
                  </a:cubicBezTo>
                  <a:cubicBezTo>
                    <a:pt x="20" y="300"/>
                    <a:pt x="18" y="304"/>
                    <a:pt x="15" y="318"/>
                  </a:cubicBezTo>
                  <a:cubicBezTo>
                    <a:pt x="12" y="331"/>
                    <a:pt x="0" y="343"/>
                    <a:pt x="24" y="361"/>
                  </a:cubicBezTo>
                  <a:cubicBezTo>
                    <a:pt x="47" y="378"/>
                    <a:pt x="43" y="384"/>
                    <a:pt x="67" y="380"/>
                  </a:cubicBezTo>
                  <a:cubicBezTo>
                    <a:pt x="91" y="376"/>
                    <a:pt x="93" y="371"/>
                    <a:pt x="104" y="354"/>
                  </a:cubicBezTo>
                  <a:cubicBezTo>
                    <a:pt x="115" y="338"/>
                    <a:pt x="111" y="327"/>
                    <a:pt x="125" y="317"/>
                  </a:cubicBezTo>
                  <a:cubicBezTo>
                    <a:pt x="138" y="306"/>
                    <a:pt x="142" y="276"/>
                    <a:pt x="147" y="271"/>
                  </a:cubicBezTo>
                  <a:cubicBezTo>
                    <a:pt x="152" y="266"/>
                    <a:pt x="151" y="263"/>
                    <a:pt x="166" y="273"/>
                  </a:cubicBezTo>
                  <a:cubicBezTo>
                    <a:pt x="180" y="282"/>
                    <a:pt x="185" y="298"/>
                    <a:pt x="202" y="297"/>
                  </a:cubicBezTo>
                  <a:cubicBezTo>
                    <a:pt x="218" y="296"/>
                    <a:pt x="224" y="271"/>
                    <a:pt x="228" y="257"/>
                  </a:cubicBezTo>
                  <a:cubicBezTo>
                    <a:pt x="233" y="242"/>
                    <a:pt x="228" y="221"/>
                    <a:pt x="224" y="217"/>
                  </a:cubicBezTo>
                  <a:cubicBezTo>
                    <a:pt x="220" y="213"/>
                    <a:pt x="203" y="203"/>
                    <a:pt x="205" y="191"/>
                  </a:cubicBezTo>
                  <a:cubicBezTo>
                    <a:pt x="207" y="180"/>
                    <a:pt x="200" y="173"/>
                    <a:pt x="215" y="185"/>
                  </a:cubicBezTo>
                  <a:cubicBezTo>
                    <a:pt x="229" y="198"/>
                    <a:pt x="247" y="186"/>
                    <a:pt x="265" y="185"/>
                  </a:cubicBezTo>
                  <a:cubicBezTo>
                    <a:pt x="282" y="184"/>
                    <a:pt x="286" y="174"/>
                    <a:pt x="293" y="170"/>
                  </a:cubicBezTo>
                  <a:cubicBezTo>
                    <a:pt x="300" y="166"/>
                    <a:pt x="311" y="159"/>
                    <a:pt x="316" y="144"/>
                  </a:cubicBezTo>
                  <a:cubicBezTo>
                    <a:pt x="321" y="130"/>
                    <a:pt x="322" y="117"/>
                    <a:pt x="320" y="110"/>
                  </a:cubicBezTo>
                  <a:cubicBezTo>
                    <a:pt x="318" y="103"/>
                    <a:pt x="302" y="69"/>
                    <a:pt x="296" y="61"/>
                  </a:cubicBezTo>
                  <a:cubicBezTo>
                    <a:pt x="290" y="53"/>
                    <a:pt x="265" y="46"/>
                    <a:pt x="247" y="35"/>
                  </a:cubicBezTo>
                  <a:cubicBezTo>
                    <a:pt x="228" y="23"/>
                    <a:pt x="224" y="0"/>
                    <a:pt x="209" y="11"/>
                  </a:cubicBezTo>
                  <a:cubicBezTo>
                    <a:pt x="193" y="23"/>
                    <a:pt x="191" y="23"/>
                    <a:pt x="177" y="31"/>
                  </a:cubicBezTo>
                  <a:cubicBezTo>
                    <a:pt x="163" y="39"/>
                    <a:pt x="165" y="29"/>
                    <a:pt x="147" y="39"/>
                  </a:cubicBezTo>
                  <a:cubicBezTo>
                    <a:pt x="130" y="50"/>
                    <a:pt x="116" y="66"/>
                    <a:pt x="124" y="78"/>
                  </a:cubicBezTo>
                  <a:cubicBezTo>
                    <a:pt x="132" y="91"/>
                    <a:pt x="142" y="92"/>
                    <a:pt x="140" y="99"/>
                  </a:cubicBezTo>
                  <a:cubicBezTo>
                    <a:pt x="138" y="106"/>
                    <a:pt x="149" y="107"/>
                    <a:pt x="143" y="107"/>
                  </a:cubicBezTo>
                  <a:cubicBezTo>
                    <a:pt x="137" y="107"/>
                    <a:pt x="127" y="103"/>
                    <a:pt x="124" y="93"/>
                  </a:cubicBezTo>
                  <a:cubicBezTo>
                    <a:pt x="120" y="84"/>
                    <a:pt x="118" y="74"/>
                    <a:pt x="111" y="71"/>
                  </a:cubicBezTo>
                  <a:cubicBezTo>
                    <a:pt x="104" y="67"/>
                    <a:pt x="95" y="56"/>
                    <a:pt x="95" y="71"/>
                  </a:cubicBezTo>
                  <a:cubicBezTo>
                    <a:pt x="95" y="85"/>
                    <a:pt x="105" y="98"/>
                    <a:pt x="96" y="104"/>
                  </a:cubicBezTo>
                  <a:cubicBezTo>
                    <a:pt x="87" y="110"/>
                    <a:pt x="90" y="107"/>
                    <a:pt x="79" y="112"/>
                  </a:cubicBezTo>
                  <a:cubicBezTo>
                    <a:pt x="69" y="117"/>
                    <a:pt x="64" y="111"/>
                    <a:pt x="62" y="120"/>
                  </a:cubicBezTo>
                  <a:cubicBezTo>
                    <a:pt x="60" y="130"/>
                    <a:pt x="60" y="154"/>
                    <a:pt x="70" y="153"/>
                  </a:cubicBezTo>
                  <a:cubicBezTo>
                    <a:pt x="79" y="152"/>
                    <a:pt x="81" y="144"/>
                    <a:pt x="89" y="148"/>
                  </a:cubicBezTo>
                  <a:cubicBezTo>
                    <a:pt x="97" y="152"/>
                    <a:pt x="101" y="140"/>
                    <a:pt x="97" y="150"/>
                  </a:cubicBezTo>
                  <a:cubicBezTo>
                    <a:pt x="93" y="161"/>
                    <a:pt x="96" y="159"/>
                    <a:pt x="89" y="162"/>
                  </a:cubicBezTo>
                  <a:cubicBezTo>
                    <a:pt x="81" y="165"/>
                    <a:pt x="75" y="164"/>
                    <a:pt x="71" y="166"/>
                  </a:cubicBezTo>
                  <a:cubicBezTo>
                    <a:pt x="67" y="168"/>
                    <a:pt x="60" y="161"/>
                    <a:pt x="60" y="161"/>
                  </a:cubicBezTo>
                  <a:lnTo>
                    <a:pt x="50" y="149"/>
                  </a:lnTo>
                  <a:close/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58">
              <a:extLst>
                <a:ext uri="{FF2B5EF4-FFF2-40B4-BE49-F238E27FC236}">
                  <a16:creationId xmlns:a16="http://schemas.microsoft.com/office/drawing/2014/main" id="{320E33B4-19A0-408D-9952-C6201D533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022"/>
              <a:ext cx="598" cy="752"/>
            </a:xfrm>
            <a:custGeom>
              <a:avLst/>
              <a:gdLst>
                <a:gd name="T0" fmla="*/ 1396 w 302"/>
                <a:gd name="T1" fmla="*/ 5853 h 356"/>
                <a:gd name="T2" fmla="*/ 309 w 302"/>
                <a:gd name="T3" fmla="*/ 5515 h 356"/>
                <a:gd name="T4" fmla="*/ 491 w 302"/>
                <a:gd name="T5" fmla="*/ 7482 h 356"/>
                <a:gd name="T6" fmla="*/ 816 w 302"/>
                <a:gd name="T7" fmla="*/ 8701 h 356"/>
                <a:gd name="T8" fmla="*/ 675 w 302"/>
                <a:gd name="T9" fmla="*/ 9795 h 356"/>
                <a:gd name="T10" fmla="*/ 1489 w 302"/>
                <a:gd name="T11" fmla="*/ 10348 h 356"/>
                <a:gd name="T12" fmla="*/ 1093 w 302"/>
                <a:gd name="T13" fmla="*/ 11650 h 356"/>
                <a:gd name="T14" fmla="*/ 428 w 302"/>
                <a:gd name="T15" fmla="*/ 12404 h 356"/>
                <a:gd name="T16" fmla="*/ 675 w 302"/>
                <a:gd name="T17" fmla="*/ 14056 h 356"/>
                <a:gd name="T18" fmla="*/ 1925 w 302"/>
                <a:gd name="T19" fmla="*/ 14854 h 356"/>
                <a:gd name="T20" fmla="*/ 2980 w 302"/>
                <a:gd name="T21" fmla="*/ 13796 h 356"/>
                <a:gd name="T22" fmla="*/ 3564 w 302"/>
                <a:gd name="T23" fmla="*/ 12364 h 356"/>
                <a:gd name="T24" fmla="*/ 4200 w 302"/>
                <a:gd name="T25" fmla="*/ 10558 h 356"/>
                <a:gd name="T26" fmla="*/ 4845 w 302"/>
                <a:gd name="T27" fmla="*/ 10133 h 356"/>
                <a:gd name="T28" fmla="*/ 5721 w 302"/>
                <a:gd name="T29" fmla="*/ 10887 h 356"/>
                <a:gd name="T30" fmla="*/ 6521 w 302"/>
                <a:gd name="T31" fmla="*/ 10017 h 356"/>
                <a:gd name="T32" fmla="*/ 6400 w 302"/>
                <a:gd name="T33" fmla="*/ 8464 h 356"/>
                <a:gd name="T34" fmla="*/ 5837 w 302"/>
                <a:gd name="T35" fmla="*/ 7448 h 356"/>
                <a:gd name="T36" fmla="*/ 6212 w 302"/>
                <a:gd name="T37" fmla="*/ 6654 h 356"/>
                <a:gd name="T38" fmla="*/ 7548 w 302"/>
                <a:gd name="T39" fmla="*/ 6694 h 356"/>
                <a:gd name="T40" fmla="*/ 8380 w 302"/>
                <a:gd name="T41" fmla="*/ 6654 h 356"/>
                <a:gd name="T42" fmla="*/ 9006 w 302"/>
                <a:gd name="T43" fmla="*/ 5636 h 356"/>
                <a:gd name="T44" fmla="*/ 9132 w 302"/>
                <a:gd name="T45" fmla="*/ 4280 h 356"/>
                <a:gd name="T46" fmla="*/ 8453 w 302"/>
                <a:gd name="T47" fmla="*/ 2383 h 356"/>
                <a:gd name="T48" fmla="*/ 7360 w 302"/>
                <a:gd name="T49" fmla="*/ 982 h 356"/>
                <a:gd name="T50" fmla="*/ 5964 w 302"/>
                <a:gd name="T51" fmla="*/ 414 h 356"/>
                <a:gd name="T52" fmla="*/ 5053 w 302"/>
                <a:gd name="T53" fmla="*/ 1215 h 356"/>
                <a:gd name="T54" fmla="*/ 4200 w 302"/>
                <a:gd name="T55" fmla="*/ 1517 h 356"/>
                <a:gd name="T56" fmla="*/ 3717 w 302"/>
                <a:gd name="T57" fmla="*/ 2383 h 356"/>
                <a:gd name="T58" fmla="*/ 4412 w 302"/>
                <a:gd name="T59" fmla="*/ 3667 h 356"/>
                <a:gd name="T60" fmla="*/ 4077 w 302"/>
                <a:gd name="T61" fmla="*/ 4159 h 356"/>
                <a:gd name="T62" fmla="*/ 3533 w 302"/>
                <a:gd name="T63" fmla="*/ 3667 h 356"/>
                <a:gd name="T64" fmla="*/ 3168 w 302"/>
                <a:gd name="T65" fmla="*/ 2723 h 356"/>
                <a:gd name="T66" fmla="*/ 2709 w 302"/>
                <a:gd name="T67" fmla="*/ 2723 h 356"/>
                <a:gd name="T68" fmla="*/ 2733 w 302"/>
                <a:gd name="T69" fmla="*/ 4043 h 356"/>
                <a:gd name="T70" fmla="*/ 2259 w 302"/>
                <a:gd name="T71" fmla="*/ 4381 h 356"/>
                <a:gd name="T72" fmla="*/ 1768 w 302"/>
                <a:gd name="T73" fmla="*/ 4721 h 356"/>
                <a:gd name="T74" fmla="*/ 2043 w 302"/>
                <a:gd name="T75" fmla="*/ 5372 h 356"/>
                <a:gd name="T76" fmla="*/ 2647 w 302"/>
                <a:gd name="T77" fmla="*/ 5296 h 356"/>
                <a:gd name="T78" fmla="*/ 2921 w 302"/>
                <a:gd name="T79" fmla="*/ 5712 h 356"/>
                <a:gd name="T80" fmla="*/ 2525 w 302"/>
                <a:gd name="T81" fmla="*/ 6314 h 356"/>
                <a:gd name="T82" fmla="*/ 2043 w 302"/>
                <a:gd name="T83" fmla="*/ 6474 h 356"/>
                <a:gd name="T84" fmla="*/ 1709 w 302"/>
                <a:gd name="T85" fmla="*/ 6269 h 356"/>
                <a:gd name="T86" fmla="*/ 1396 w 302"/>
                <a:gd name="T87" fmla="*/ 5853 h 3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02" h="356">
                  <a:moveTo>
                    <a:pt x="46" y="139"/>
                  </a:moveTo>
                  <a:cubicBezTo>
                    <a:pt x="31" y="134"/>
                    <a:pt x="15" y="109"/>
                    <a:pt x="10" y="131"/>
                  </a:cubicBezTo>
                  <a:cubicBezTo>
                    <a:pt x="5" y="153"/>
                    <a:pt x="11" y="172"/>
                    <a:pt x="16" y="178"/>
                  </a:cubicBezTo>
                  <a:cubicBezTo>
                    <a:pt x="20" y="184"/>
                    <a:pt x="32" y="196"/>
                    <a:pt x="27" y="207"/>
                  </a:cubicBezTo>
                  <a:cubicBezTo>
                    <a:pt x="22" y="218"/>
                    <a:pt x="13" y="225"/>
                    <a:pt x="22" y="233"/>
                  </a:cubicBezTo>
                  <a:cubicBezTo>
                    <a:pt x="32" y="241"/>
                    <a:pt x="43" y="237"/>
                    <a:pt x="49" y="246"/>
                  </a:cubicBezTo>
                  <a:cubicBezTo>
                    <a:pt x="56" y="254"/>
                    <a:pt x="44" y="271"/>
                    <a:pt x="36" y="277"/>
                  </a:cubicBezTo>
                  <a:cubicBezTo>
                    <a:pt x="28" y="284"/>
                    <a:pt x="17" y="282"/>
                    <a:pt x="14" y="295"/>
                  </a:cubicBezTo>
                  <a:cubicBezTo>
                    <a:pt x="11" y="307"/>
                    <a:pt x="0" y="318"/>
                    <a:pt x="22" y="334"/>
                  </a:cubicBezTo>
                  <a:cubicBezTo>
                    <a:pt x="45" y="351"/>
                    <a:pt x="41" y="356"/>
                    <a:pt x="63" y="353"/>
                  </a:cubicBezTo>
                  <a:cubicBezTo>
                    <a:pt x="85" y="349"/>
                    <a:pt x="87" y="344"/>
                    <a:pt x="98" y="328"/>
                  </a:cubicBezTo>
                  <a:cubicBezTo>
                    <a:pt x="108" y="313"/>
                    <a:pt x="104" y="303"/>
                    <a:pt x="117" y="294"/>
                  </a:cubicBezTo>
                  <a:cubicBezTo>
                    <a:pt x="129" y="284"/>
                    <a:pt x="133" y="256"/>
                    <a:pt x="138" y="251"/>
                  </a:cubicBezTo>
                  <a:cubicBezTo>
                    <a:pt x="143" y="247"/>
                    <a:pt x="146" y="232"/>
                    <a:pt x="159" y="241"/>
                  </a:cubicBezTo>
                  <a:cubicBezTo>
                    <a:pt x="173" y="249"/>
                    <a:pt x="173" y="260"/>
                    <a:pt x="188" y="259"/>
                  </a:cubicBezTo>
                  <a:cubicBezTo>
                    <a:pt x="204" y="258"/>
                    <a:pt x="210" y="251"/>
                    <a:pt x="214" y="238"/>
                  </a:cubicBezTo>
                  <a:cubicBezTo>
                    <a:pt x="218" y="224"/>
                    <a:pt x="214" y="205"/>
                    <a:pt x="210" y="201"/>
                  </a:cubicBezTo>
                  <a:cubicBezTo>
                    <a:pt x="206" y="197"/>
                    <a:pt x="190" y="188"/>
                    <a:pt x="192" y="177"/>
                  </a:cubicBezTo>
                  <a:cubicBezTo>
                    <a:pt x="194" y="167"/>
                    <a:pt x="190" y="146"/>
                    <a:pt x="204" y="158"/>
                  </a:cubicBezTo>
                  <a:cubicBezTo>
                    <a:pt x="217" y="169"/>
                    <a:pt x="231" y="160"/>
                    <a:pt x="248" y="159"/>
                  </a:cubicBezTo>
                  <a:cubicBezTo>
                    <a:pt x="264" y="158"/>
                    <a:pt x="268" y="162"/>
                    <a:pt x="275" y="158"/>
                  </a:cubicBezTo>
                  <a:cubicBezTo>
                    <a:pt x="282" y="154"/>
                    <a:pt x="291" y="147"/>
                    <a:pt x="296" y="134"/>
                  </a:cubicBezTo>
                  <a:cubicBezTo>
                    <a:pt x="301" y="120"/>
                    <a:pt x="302" y="109"/>
                    <a:pt x="300" y="102"/>
                  </a:cubicBezTo>
                  <a:cubicBezTo>
                    <a:pt x="298" y="95"/>
                    <a:pt x="284" y="64"/>
                    <a:pt x="278" y="57"/>
                  </a:cubicBezTo>
                  <a:cubicBezTo>
                    <a:pt x="272" y="49"/>
                    <a:pt x="259" y="34"/>
                    <a:pt x="242" y="23"/>
                  </a:cubicBezTo>
                  <a:cubicBezTo>
                    <a:pt x="225" y="12"/>
                    <a:pt x="210" y="0"/>
                    <a:pt x="196" y="10"/>
                  </a:cubicBezTo>
                  <a:cubicBezTo>
                    <a:pt x="181" y="21"/>
                    <a:pt x="179" y="21"/>
                    <a:pt x="166" y="29"/>
                  </a:cubicBezTo>
                  <a:cubicBezTo>
                    <a:pt x="152" y="36"/>
                    <a:pt x="154" y="27"/>
                    <a:pt x="138" y="36"/>
                  </a:cubicBezTo>
                  <a:cubicBezTo>
                    <a:pt x="122" y="46"/>
                    <a:pt x="114" y="45"/>
                    <a:pt x="122" y="57"/>
                  </a:cubicBezTo>
                  <a:cubicBezTo>
                    <a:pt x="129" y="68"/>
                    <a:pt x="147" y="80"/>
                    <a:pt x="145" y="87"/>
                  </a:cubicBezTo>
                  <a:cubicBezTo>
                    <a:pt x="143" y="93"/>
                    <a:pt x="140" y="99"/>
                    <a:pt x="134" y="99"/>
                  </a:cubicBezTo>
                  <a:cubicBezTo>
                    <a:pt x="128" y="99"/>
                    <a:pt x="119" y="95"/>
                    <a:pt x="116" y="87"/>
                  </a:cubicBezTo>
                  <a:cubicBezTo>
                    <a:pt x="113" y="78"/>
                    <a:pt x="111" y="68"/>
                    <a:pt x="104" y="65"/>
                  </a:cubicBezTo>
                  <a:cubicBezTo>
                    <a:pt x="98" y="62"/>
                    <a:pt x="89" y="52"/>
                    <a:pt x="89" y="65"/>
                  </a:cubicBezTo>
                  <a:cubicBezTo>
                    <a:pt x="89" y="79"/>
                    <a:pt x="98" y="90"/>
                    <a:pt x="90" y="96"/>
                  </a:cubicBezTo>
                  <a:cubicBezTo>
                    <a:pt x="81" y="102"/>
                    <a:pt x="84" y="99"/>
                    <a:pt x="74" y="104"/>
                  </a:cubicBezTo>
                  <a:cubicBezTo>
                    <a:pt x="65" y="109"/>
                    <a:pt x="60" y="103"/>
                    <a:pt x="58" y="112"/>
                  </a:cubicBezTo>
                  <a:cubicBezTo>
                    <a:pt x="56" y="120"/>
                    <a:pt x="58" y="129"/>
                    <a:pt x="67" y="128"/>
                  </a:cubicBezTo>
                  <a:cubicBezTo>
                    <a:pt x="75" y="127"/>
                    <a:pt x="79" y="122"/>
                    <a:pt x="87" y="126"/>
                  </a:cubicBezTo>
                  <a:cubicBezTo>
                    <a:pt x="95" y="130"/>
                    <a:pt x="99" y="126"/>
                    <a:pt x="96" y="136"/>
                  </a:cubicBezTo>
                  <a:cubicBezTo>
                    <a:pt x="92" y="145"/>
                    <a:pt x="90" y="147"/>
                    <a:pt x="83" y="150"/>
                  </a:cubicBezTo>
                  <a:cubicBezTo>
                    <a:pt x="76" y="153"/>
                    <a:pt x="71" y="152"/>
                    <a:pt x="67" y="154"/>
                  </a:cubicBezTo>
                  <a:cubicBezTo>
                    <a:pt x="63" y="156"/>
                    <a:pt x="56" y="149"/>
                    <a:pt x="56" y="149"/>
                  </a:cubicBezTo>
                  <a:lnTo>
                    <a:pt x="46" y="139"/>
                  </a:lnTo>
                  <a:close/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85" name="asymmetric-melanoma-skin-lesion">
            <a:extLst>
              <a:ext uri="{FF2B5EF4-FFF2-40B4-BE49-F238E27FC236}">
                <a16:creationId xmlns:a16="http://schemas.microsoft.com/office/drawing/2014/main" id="{52B52AEC-D25F-4C22-A0FB-C118F614248D}"/>
              </a:ext>
            </a:extLst>
          </p:cNvPr>
          <p:cNvGrpSpPr>
            <a:grpSpLocks/>
          </p:cNvGrpSpPr>
          <p:nvPr/>
        </p:nvGrpSpPr>
        <p:grpSpPr bwMode="auto">
          <a:xfrm>
            <a:off x="3043238" y="4246563"/>
            <a:ext cx="1144587" cy="1222375"/>
            <a:chOff x="741" y="2297"/>
            <a:chExt cx="1021" cy="1090"/>
          </a:xfrm>
        </p:grpSpPr>
        <p:sp>
          <p:nvSpPr>
            <p:cNvPr id="19509" name="Rectangle 60">
              <a:extLst>
                <a:ext uri="{FF2B5EF4-FFF2-40B4-BE49-F238E27FC236}">
                  <a16:creationId xmlns:a16="http://schemas.microsoft.com/office/drawing/2014/main" id="{D5EEE1C9-D5F8-4053-8C45-E81FC57D1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2297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0" name="Freeform 61">
              <a:extLst>
                <a:ext uri="{FF2B5EF4-FFF2-40B4-BE49-F238E27FC236}">
                  <a16:creationId xmlns:a16="http://schemas.microsoft.com/office/drawing/2014/main" id="{D1EB31C4-7AD3-404F-805B-C7CA4D55E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555"/>
              <a:ext cx="679" cy="680"/>
            </a:xfrm>
            <a:custGeom>
              <a:avLst/>
              <a:gdLst>
                <a:gd name="T0" fmla="*/ 7414 w 343"/>
                <a:gd name="T1" fmla="*/ 2146 h 322"/>
                <a:gd name="T2" fmla="*/ 7022 w 343"/>
                <a:gd name="T3" fmla="*/ 1432 h 322"/>
                <a:gd name="T4" fmla="*/ 6269 w 343"/>
                <a:gd name="T5" fmla="*/ 120 h 322"/>
                <a:gd name="T6" fmla="*/ 4989 w 343"/>
                <a:gd name="T7" fmla="*/ 1288 h 322"/>
                <a:gd name="T8" fmla="*/ 4717 w 343"/>
                <a:gd name="T9" fmla="*/ 2110 h 322"/>
                <a:gd name="T10" fmla="*/ 4252 w 343"/>
                <a:gd name="T11" fmla="*/ 2110 h 322"/>
                <a:gd name="T12" fmla="*/ 2948 w 343"/>
                <a:gd name="T13" fmla="*/ 2110 h 322"/>
                <a:gd name="T14" fmla="*/ 2336 w 343"/>
                <a:gd name="T15" fmla="*/ 2769 h 322"/>
                <a:gd name="T16" fmla="*/ 1124 w 343"/>
                <a:gd name="T17" fmla="*/ 2110 h 322"/>
                <a:gd name="T18" fmla="*/ 279 w 343"/>
                <a:gd name="T19" fmla="*/ 4380 h 322"/>
                <a:gd name="T20" fmla="*/ 736 w 343"/>
                <a:gd name="T21" fmla="*/ 5744 h 322"/>
                <a:gd name="T22" fmla="*/ 489 w 343"/>
                <a:gd name="T23" fmla="*/ 6462 h 322"/>
                <a:gd name="T24" fmla="*/ 428 w 343"/>
                <a:gd name="T25" fmla="*/ 8054 h 322"/>
                <a:gd name="T26" fmla="*/ 940 w 343"/>
                <a:gd name="T27" fmla="*/ 8656 h 322"/>
                <a:gd name="T28" fmla="*/ 1457 w 343"/>
                <a:gd name="T29" fmla="*/ 8496 h 322"/>
                <a:gd name="T30" fmla="*/ 1552 w 343"/>
                <a:gd name="T31" fmla="*/ 8428 h 322"/>
                <a:gd name="T32" fmla="*/ 1489 w 343"/>
                <a:gd name="T33" fmla="*/ 9106 h 322"/>
                <a:gd name="T34" fmla="*/ 1885 w 343"/>
                <a:gd name="T35" fmla="*/ 10040 h 322"/>
                <a:gd name="T36" fmla="*/ 2668 w 343"/>
                <a:gd name="T37" fmla="*/ 10249 h 322"/>
                <a:gd name="T38" fmla="*/ 3256 w 343"/>
                <a:gd name="T39" fmla="*/ 9909 h 322"/>
                <a:gd name="T40" fmla="*/ 3532 w 343"/>
                <a:gd name="T41" fmla="*/ 9623 h 322"/>
                <a:gd name="T42" fmla="*/ 4009 w 343"/>
                <a:gd name="T43" fmla="*/ 10662 h 322"/>
                <a:gd name="T44" fmla="*/ 4436 w 343"/>
                <a:gd name="T45" fmla="*/ 12808 h 322"/>
                <a:gd name="T46" fmla="*/ 6446 w 343"/>
                <a:gd name="T47" fmla="*/ 12470 h 322"/>
                <a:gd name="T48" fmla="*/ 6834 w 343"/>
                <a:gd name="T49" fmla="*/ 10962 h 322"/>
                <a:gd name="T50" fmla="*/ 7022 w 343"/>
                <a:gd name="T51" fmla="*/ 10341 h 322"/>
                <a:gd name="T52" fmla="*/ 9029 w 343"/>
                <a:gd name="T53" fmla="*/ 10662 h 322"/>
                <a:gd name="T54" fmla="*/ 8570 w 343"/>
                <a:gd name="T55" fmla="*/ 8870 h 322"/>
                <a:gd name="T56" fmla="*/ 9092 w 343"/>
                <a:gd name="T57" fmla="*/ 8532 h 322"/>
                <a:gd name="T58" fmla="*/ 9581 w 343"/>
                <a:gd name="T59" fmla="*/ 7438 h 322"/>
                <a:gd name="T60" fmla="*/ 10240 w 343"/>
                <a:gd name="T61" fmla="*/ 6686 h 322"/>
                <a:gd name="T62" fmla="*/ 9280 w 343"/>
                <a:gd name="T63" fmla="*/ 3991 h 322"/>
                <a:gd name="T64" fmla="*/ 8688 w 343"/>
                <a:gd name="T65" fmla="*/ 3322 h 322"/>
                <a:gd name="T66" fmla="*/ 8156 w 343"/>
                <a:gd name="T67" fmla="*/ 3577 h 322"/>
                <a:gd name="T68" fmla="*/ 7790 w 343"/>
                <a:gd name="T69" fmla="*/ 2644 h 322"/>
                <a:gd name="T70" fmla="*/ 7414 w 343"/>
                <a:gd name="T71" fmla="*/ 2146 h 3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3" h="322">
                  <a:moveTo>
                    <a:pt x="244" y="51"/>
                  </a:moveTo>
                  <a:cubicBezTo>
                    <a:pt x="239" y="47"/>
                    <a:pt x="236" y="39"/>
                    <a:pt x="231" y="34"/>
                  </a:cubicBezTo>
                  <a:cubicBezTo>
                    <a:pt x="224" y="26"/>
                    <a:pt x="216" y="5"/>
                    <a:pt x="206" y="3"/>
                  </a:cubicBezTo>
                  <a:cubicBezTo>
                    <a:pt x="193" y="0"/>
                    <a:pt x="173" y="21"/>
                    <a:pt x="164" y="31"/>
                  </a:cubicBezTo>
                  <a:cubicBezTo>
                    <a:pt x="159" y="36"/>
                    <a:pt x="159" y="45"/>
                    <a:pt x="155" y="50"/>
                  </a:cubicBezTo>
                  <a:cubicBezTo>
                    <a:pt x="151" y="55"/>
                    <a:pt x="146" y="52"/>
                    <a:pt x="140" y="50"/>
                  </a:cubicBezTo>
                  <a:cubicBezTo>
                    <a:pt x="122" y="45"/>
                    <a:pt x="113" y="39"/>
                    <a:pt x="97" y="50"/>
                  </a:cubicBezTo>
                  <a:cubicBezTo>
                    <a:pt x="90" y="54"/>
                    <a:pt x="84" y="63"/>
                    <a:pt x="77" y="66"/>
                  </a:cubicBezTo>
                  <a:cubicBezTo>
                    <a:pt x="68" y="69"/>
                    <a:pt x="46" y="51"/>
                    <a:pt x="37" y="50"/>
                  </a:cubicBezTo>
                  <a:cubicBezTo>
                    <a:pt x="10" y="47"/>
                    <a:pt x="0" y="77"/>
                    <a:pt x="9" y="104"/>
                  </a:cubicBezTo>
                  <a:cubicBezTo>
                    <a:pt x="13" y="116"/>
                    <a:pt x="22" y="126"/>
                    <a:pt x="24" y="137"/>
                  </a:cubicBezTo>
                  <a:cubicBezTo>
                    <a:pt x="26" y="146"/>
                    <a:pt x="21" y="147"/>
                    <a:pt x="16" y="154"/>
                  </a:cubicBezTo>
                  <a:cubicBezTo>
                    <a:pt x="9" y="166"/>
                    <a:pt x="7" y="181"/>
                    <a:pt x="14" y="192"/>
                  </a:cubicBezTo>
                  <a:cubicBezTo>
                    <a:pt x="18" y="199"/>
                    <a:pt x="24" y="204"/>
                    <a:pt x="31" y="206"/>
                  </a:cubicBezTo>
                  <a:cubicBezTo>
                    <a:pt x="37" y="207"/>
                    <a:pt x="43" y="201"/>
                    <a:pt x="48" y="202"/>
                  </a:cubicBezTo>
                  <a:cubicBezTo>
                    <a:pt x="48" y="202"/>
                    <a:pt x="50" y="201"/>
                    <a:pt x="51" y="201"/>
                  </a:cubicBezTo>
                  <a:cubicBezTo>
                    <a:pt x="54" y="206"/>
                    <a:pt x="50" y="211"/>
                    <a:pt x="49" y="217"/>
                  </a:cubicBezTo>
                  <a:cubicBezTo>
                    <a:pt x="48" y="228"/>
                    <a:pt x="52" y="234"/>
                    <a:pt x="62" y="239"/>
                  </a:cubicBezTo>
                  <a:cubicBezTo>
                    <a:pt x="70" y="243"/>
                    <a:pt x="79" y="245"/>
                    <a:pt x="88" y="244"/>
                  </a:cubicBezTo>
                  <a:cubicBezTo>
                    <a:pt x="95" y="243"/>
                    <a:pt x="101" y="239"/>
                    <a:pt x="107" y="236"/>
                  </a:cubicBezTo>
                  <a:cubicBezTo>
                    <a:pt x="109" y="234"/>
                    <a:pt x="114" y="229"/>
                    <a:pt x="116" y="229"/>
                  </a:cubicBezTo>
                  <a:cubicBezTo>
                    <a:pt x="125" y="228"/>
                    <a:pt x="130" y="248"/>
                    <a:pt x="132" y="254"/>
                  </a:cubicBezTo>
                  <a:cubicBezTo>
                    <a:pt x="136" y="266"/>
                    <a:pt x="137" y="295"/>
                    <a:pt x="146" y="305"/>
                  </a:cubicBezTo>
                  <a:cubicBezTo>
                    <a:pt x="161" y="322"/>
                    <a:pt x="194" y="317"/>
                    <a:pt x="212" y="297"/>
                  </a:cubicBezTo>
                  <a:cubicBezTo>
                    <a:pt x="222" y="287"/>
                    <a:pt x="225" y="275"/>
                    <a:pt x="225" y="261"/>
                  </a:cubicBezTo>
                  <a:cubicBezTo>
                    <a:pt x="225" y="252"/>
                    <a:pt x="223" y="249"/>
                    <a:pt x="231" y="246"/>
                  </a:cubicBezTo>
                  <a:cubicBezTo>
                    <a:pt x="246" y="240"/>
                    <a:pt x="284" y="273"/>
                    <a:pt x="297" y="254"/>
                  </a:cubicBezTo>
                  <a:cubicBezTo>
                    <a:pt x="303" y="244"/>
                    <a:pt x="277" y="219"/>
                    <a:pt x="282" y="211"/>
                  </a:cubicBezTo>
                  <a:cubicBezTo>
                    <a:pt x="284" y="207"/>
                    <a:pt x="295" y="205"/>
                    <a:pt x="299" y="203"/>
                  </a:cubicBezTo>
                  <a:cubicBezTo>
                    <a:pt x="308" y="197"/>
                    <a:pt x="310" y="187"/>
                    <a:pt x="315" y="177"/>
                  </a:cubicBezTo>
                  <a:cubicBezTo>
                    <a:pt x="318" y="172"/>
                    <a:pt x="335" y="166"/>
                    <a:pt x="337" y="159"/>
                  </a:cubicBezTo>
                  <a:cubicBezTo>
                    <a:pt x="343" y="138"/>
                    <a:pt x="315" y="113"/>
                    <a:pt x="305" y="95"/>
                  </a:cubicBezTo>
                  <a:cubicBezTo>
                    <a:pt x="301" y="87"/>
                    <a:pt x="296" y="80"/>
                    <a:pt x="286" y="79"/>
                  </a:cubicBezTo>
                  <a:cubicBezTo>
                    <a:pt x="280" y="79"/>
                    <a:pt x="272" y="87"/>
                    <a:pt x="268" y="85"/>
                  </a:cubicBezTo>
                  <a:cubicBezTo>
                    <a:pt x="262" y="83"/>
                    <a:pt x="261" y="67"/>
                    <a:pt x="256" y="63"/>
                  </a:cubicBezTo>
                  <a:cubicBezTo>
                    <a:pt x="251" y="59"/>
                    <a:pt x="246" y="59"/>
                    <a:pt x="244" y="51"/>
                  </a:cubicBezTo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62">
              <a:extLst>
                <a:ext uri="{FF2B5EF4-FFF2-40B4-BE49-F238E27FC236}">
                  <a16:creationId xmlns:a16="http://schemas.microsoft.com/office/drawing/2014/main" id="{7048C227-EADC-4BEF-A02F-BCFB1E37D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601"/>
              <a:ext cx="617" cy="604"/>
            </a:xfrm>
            <a:custGeom>
              <a:avLst/>
              <a:gdLst>
                <a:gd name="T0" fmla="*/ 6961 w 312"/>
                <a:gd name="T1" fmla="*/ 1468 h 286"/>
                <a:gd name="T2" fmla="*/ 6589 w 312"/>
                <a:gd name="T3" fmla="*/ 754 h 286"/>
                <a:gd name="T4" fmla="*/ 5808 w 312"/>
                <a:gd name="T5" fmla="*/ 120 h 286"/>
                <a:gd name="T6" fmla="*/ 4661 w 312"/>
                <a:gd name="T7" fmla="*/ 678 h 286"/>
                <a:gd name="T8" fmla="*/ 4424 w 312"/>
                <a:gd name="T9" fmla="*/ 1432 h 286"/>
                <a:gd name="T10" fmla="*/ 3961 w 312"/>
                <a:gd name="T11" fmla="*/ 1432 h 286"/>
                <a:gd name="T12" fmla="*/ 2753 w 312"/>
                <a:gd name="T13" fmla="*/ 1432 h 286"/>
                <a:gd name="T14" fmla="*/ 2175 w 312"/>
                <a:gd name="T15" fmla="*/ 2051 h 286"/>
                <a:gd name="T16" fmla="*/ 1268 w 312"/>
                <a:gd name="T17" fmla="*/ 1890 h 286"/>
                <a:gd name="T18" fmla="*/ 247 w 312"/>
                <a:gd name="T19" fmla="*/ 3582 h 286"/>
                <a:gd name="T20" fmla="*/ 672 w 312"/>
                <a:gd name="T21" fmla="*/ 4870 h 286"/>
                <a:gd name="T22" fmla="*/ 427 w 312"/>
                <a:gd name="T23" fmla="*/ 5548 h 286"/>
                <a:gd name="T24" fmla="*/ 396 w 312"/>
                <a:gd name="T25" fmla="*/ 7100 h 286"/>
                <a:gd name="T26" fmla="*/ 844 w 312"/>
                <a:gd name="T27" fmla="*/ 7601 h 286"/>
                <a:gd name="T28" fmla="*/ 1329 w 312"/>
                <a:gd name="T29" fmla="*/ 7440 h 286"/>
                <a:gd name="T30" fmla="*/ 1455 w 312"/>
                <a:gd name="T31" fmla="*/ 7404 h 286"/>
                <a:gd name="T32" fmla="*/ 1392 w 312"/>
                <a:gd name="T33" fmla="*/ 8055 h 286"/>
                <a:gd name="T34" fmla="*/ 1756 w 312"/>
                <a:gd name="T35" fmla="*/ 8912 h 286"/>
                <a:gd name="T36" fmla="*/ 2476 w 312"/>
                <a:gd name="T37" fmla="*/ 9106 h 286"/>
                <a:gd name="T38" fmla="*/ 3032 w 312"/>
                <a:gd name="T39" fmla="*/ 8769 h 286"/>
                <a:gd name="T40" fmla="*/ 3301 w 312"/>
                <a:gd name="T41" fmla="*/ 8532 h 286"/>
                <a:gd name="T42" fmla="*/ 3749 w 312"/>
                <a:gd name="T43" fmla="*/ 9531 h 286"/>
                <a:gd name="T44" fmla="*/ 4208 w 312"/>
                <a:gd name="T45" fmla="*/ 10878 h 286"/>
                <a:gd name="T46" fmla="*/ 6026 w 312"/>
                <a:gd name="T47" fmla="*/ 11256 h 286"/>
                <a:gd name="T48" fmla="*/ 6409 w 312"/>
                <a:gd name="T49" fmla="*/ 9784 h 286"/>
                <a:gd name="T50" fmla="*/ 6589 w 312"/>
                <a:gd name="T51" fmla="*/ 9210 h 286"/>
                <a:gd name="T52" fmla="*/ 7981 w 312"/>
                <a:gd name="T53" fmla="*/ 9073 h 286"/>
                <a:gd name="T54" fmla="*/ 8045 w 312"/>
                <a:gd name="T55" fmla="*/ 7818 h 286"/>
                <a:gd name="T56" fmla="*/ 8529 w 312"/>
                <a:gd name="T57" fmla="*/ 7480 h 286"/>
                <a:gd name="T58" fmla="*/ 8978 w 312"/>
                <a:gd name="T59" fmla="*/ 6462 h 286"/>
                <a:gd name="T60" fmla="*/ 9249 w 312"/>
                <a:gd name="T61" fmla="*/ 5744 h 286"/>
                <a:gd name="T62" fmla="*/ 8717 w 312"/>
                <a:gd name="T63" fmla="*/ 3238 h 286"/>
                <a:gd name="T64" fmla="*/ 8134 w 312"/>
                <a:gd name="T65" fmla="*/ 2608 h 286"/>
                <a:gd name="T66" fmla="*/ 7618 w 312"/>
                <a:gd name="T67" fmla="*/ 2805 h 286"/>
                <a:gd name="T68" fmla="*/ 7293 w 312"/>
                <a:gd name="T69" fmla="*/ 1930 h 286"/>
                <a:gd name="T70" fmla="*/ 6961 w 312"/>
                <a:gd name="T71" fmla="*/ 1468 h 2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2" h="286">
                  <a:moveTo>
                    <a:pt x="230" y="35"/>
                  </a:moveTo>
                  <a:cubicBezTo>
                    <a:pt x="225" y="31"/>
                    <a:pt x="222" y="23"/>
                    <a:pt x="218" y="18"/>
                  </a:cubicBezTo>
                  <a:cubicBezTo>
                    <a:pt x="211" y="11"/>
                    <a:pt x="201" y="5"/>
                    <a:pt x="192" y="3"/>
                  </a:cubicBezTo>
                  <a:cubicBezTo>
                    <a:pt x="179" y="0"/>
                    <a:pt x="162" y="6"/>
                    <a:pt x="154" y="16"/>
                  </a:cubicBezTo>
                  <a:cubicBezTo>
                    <a:pt x="150" y="21"/>
                    <a:pt x="150" y="29"/>
                    <a:pt x="146" y="34"/>
                  </a:cubicBezTo>
                  <a:cubicBezTo>
                    <a:pt x="142" y="38"/>
                    <a:pt x="137" y="36"/>
                    <a:pt x="131" y="34"/>
                  </a:cubicBezTo>
                  <a:cubicBezTo>
                    <a:pt x="115" y="29"/>
                    <a:pt x="107" y="24"/>
                    <a:pt x="91" y="34"/>
                  </a:cubicBezTo>
                  <a:cubicBezTo>
                    <a:pt x="85" y="38"/>
                    <a:pt x="79" y="47"/>
                    <a:pt x="72" y="49"/>
                  </a:cubicBezTo>
                  <a:cubicBezTo>
                    <a:pt x="64" y="52"/>
                    <a:pt x="51" y="46"/>
                    <a:pt x="42" y="45"/>
                  </a:cubicBezTo>
                  <a:cubicBezTo>
                    <a:pt x="16" y="42"/>
                    <a:pt x="0" y="59"/>
                    <a:pt x="8" y="85"/>
                  </a:cubicBezTo>
                  <a:cubicBezTo>
                    <a:pt x="12" y="96"/>
                    <a:pt x="20" y="106"/>
                    <a:pt x="22" y="116"/>
                  </a:cubicBezTo>
                  <a:cubicBezTo>
                    <a:pt x="23" y="125"/>
                    <a:pt x="19" y="126"/>
                    <a:pt x="14" y="132"/>
                  </a:cubicBezTo>
                  <a:cubicBezTo>
                    <a:pt x="8" y="143"/>
                    <a:pt x="6" y="158"/>
                    <a:pt x="13" y="169"/>
                  </a:cubicBezTo>
                  <a:cubicBezTo>
                    <a:pt x="16" y="174"/>
                    <a:pt x="22" y="180"/>
                    <a:pt x="28" y="181"/>
                  </a:cubicBezTo>
                  <a:cubicBezTo>
                    <a:pt x="34" y="182"/>
                    <a:pt x="40" y="177"/>
                    <a:pt x="44" y="177"/>
                  </a:cubicBezTo>
                  <a:cubicBezTo>
                    <a:pt x="45" y="177"/>
                    <a:pt x="47" y="176"/>
                    <a:pt x="48" y="176"/>
                  </a:cubicBezTo>
                  <a:cubicBezTo>
                    <a:pt x="51" y="181"/>
                    <a:pt x="47" y="186"/>
                    <a:pt x="46" y="192"/>
                  </a:cubicBezTo>
                  <a:cubicBezTo>
                    <a:pt x="44" y="203"/>
                    <a:pt x="49" y="208"/>
                    <a:pt x="58" y="212"/>
                  </a:cubicBezTo>
                  <a:cubicBezTo>
                    <a:pt x="65" y="216"/>
                    <a:pt x="74" y="218"/>
                    <a:pt x="82" y="217"/>
                  </a:cubicBezTo>
                  <a:cubicBezTo>
                    <a:pt x="89" y="216"/>
                    <a:pt x="95" y="213"/>
                    <a:pt x="100" y="209"/>
                  </a:cubicBezTo>
                  <a:cubicBezTo>
                    <a:pt x="102" y="208"/>
                    <a:pt x="107" y="203"/>
                    <a:pt x="109" y="203"/>
                  </a:cubicBezTo>
                  <a:cubicBezTo>
                    <a:pt x="118" y="202"/>
                    <a:pt x="122" y="221"/>
                    <a:pt x="124" y="227"/>
                  </a:cubicBezTo>
                  <a:cubicBezTo>
                    <a:pt x="128" y="238"/>
                    <a:pt x="131" y="250"/>
                    <a:pt x="139" y="259"/>
                  </a:cubicBezTo>
                  <a:cubicBezTo>
                    <a:pt x="153" y="276"/>
                    <a:pt x="183" y="286"/>
                    <a:pt x="199" y="268"/>
                  </a:cubicBezTo>
                  <a:cubicBezTo>
                    <a:pt x="209" y="257"/>
                    <a:pt x="212" y="246"/>
                    <a:pt x="212" y="233"/>
                  </a:cubicBezTo>
                  <a:cubicBezTo>
                    <a:pt x="212" y="225"/>
                    <a:pt x="210" y="222"/>
                    <a:pt x="218" y="219"/>
                  </a:cubicBezTo>
                  <a:cubicBezTo>
                    <a:pt x="232" y="214"/>
                    <a:pt x="252" y="234"/>
                    <a:pt x="264" y="216"/>
                  </a:cubicBezTo>
                  <a:cubicBezTo>
                    <a:pt x="269" y="207"/>
                    <a:pt x="261" y="193"/>
                    <a:pt x="266" y="186"/>
                  </a:cubicBezTo>
                  <a:cubicBezTo>
                    <a:pt x="268" y="182"/>
                    <a:pt x="278" y="181"/>
                    <a:pt x="282" y="178"/>
                  </a:cubicBezTo>
                  <a:cubicBezTo>
                    <a:pt x="290" y="173"/>
                    <a:pt x="293" y="163"/>
                    <a:pt x="297" y="154"/>
                  </a:cubicBezTo>
                  <a:cubicBezTo>
                    <a:pt x="300" y="149"/>
                    <a:pt x="305" y="143"/>
                    <a:pt x="306" y="137"/>
                  </a:cubicBezTo>
                  <a:cubicBezTo>
                    <a:pt x="312" y="117"/>
                    <a:pt x="297" y="93"/>
                    <a:pt x="288" y="77"/>
                  </a:cubicBezTo>
                  <a:cubicBezTo>
                    <a:pt x="283" y="69"/>
                    <a:pt x="279" y="62"/>
                    <a:pt x="269" y="62"/>
                  </a:cubicBezTo>
                  <a:cubicBezTo>
                    <a:pt x="264" y="61"/>
                    <a:pt x="257" y="69"/>
                    <a:pt x="252" y="67"/>
                  </a:cubicBezTo>
                  <a:cubicBezTo>
                    <a:pt x="247" y="65"/>
                    <a:pt x="246" y="50"/>
                    <a:pt x="241" y="46"/>
                  </a:cubicBezTo>
                  <a:cubicBezTo>
                    <a:pt x="236" y="42"/>
                    <a:pt x="231" y="43"/>
                    <a:pt x="230" y="35"/>
                  </a:cubicBezTo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63">
              <a:extLst>
                <a:ext uri="{FF2B5EF4-FFF2-40B4-BE49-F238E27FC236}">
                  <a16:creationId xmlns:a16="http://schemas.microsoft.com/office/drawing/2014/main" id="{2CB8F6D5-24AC-48C1-A080-3E51A935C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597"/>
              <a:ext cx="142" cy="215"/>
            </a:xfrm>
            <a:custGeom>
              <a:avLst/>
              <a:gdLst>
                <a:gd name="T0" fmla="*/ 1197 w 72"/>
                <a:gd name="T1" fmla="*/ 497 h 102"/>
                <a:gd name="T2" fmla="*/ 32 w 72"/>
                <a:gd name="T3" fmla="*/ 1537 h 102"/>
                <a:gd name="T4" fmla="*/ 1404 w 72"/>
                <a:gd name="T5" fmla="*/ 3830 h 102"/>
                <a:gd name="T6" fmla="*/ 2116 w 72"/>
                <a:gd name="T7" fmla="*/ 2867 h 102"/>
                <a:gd name="T8" fmla="*/ 1933 w 72"/>
                <a:gd name="T9" fmla="*/ 1621 h 102"/>
                <a:gd name="T10" fmla="*/ 1319 w 72"/>
                <a:gd name="T11" fmla="*/ 497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02">
                  <a:moveTo>
                    <a:pt x="40" y="12"/>
                  </a:moveTo>
                  <a:cubicBezTo>
                    <a:pt x="23" y="0"/>
                    <a:pt x="2" y="20"/>
                    <a:pt x="1" y="37"/>
                  </a:cubicBezTo>
                  <a:cubicBezTo>
                    <a:pt x="0" y="64"/>
                    <a:pt x="13" y="102"/>
                    <a:pt x="47" y="92"/>
                  </a:cubicBezTo>
                  <a:cubicBezTo>
                    <a:pt x="60" y="88"/>
                    <a:pt x="70" y="83"/>
                    <a:pt x="71" y="69"/>
                  </a:cubicBezTo>
                  <a:cubicBezTo>
                    <a:pt x="72" y="58"/>
                    <a:pt x="69" y="49"/>
                    <a:pt x="65" y="39"/>
                  </a:cubicBezTo>
                  <a:cubicBezTo>
                    <a:pt x="61" y="30"/>
                    <a:pt x="53" y="15"/>
                    <a:pt x="44" y="12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64">
              <a:extLst>
                <a:ext uri="{FF2B5EF4-FFF2-40B4-BE49-F238E27FC236}">
                  <a16:creationId xmlns:a16="http://schemas.microsoft.com/office/drawing/2014/main" id="{7C2527F3-8F50-456D-972C-7D9AEDE5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671"/>
              <a:ext cx="151" cy="158"/>
            </a:xfrm>
            <a:custGeom>
              <a:avLst/>
              <a:gdLst>
                <a:gd name="T0" fmla="*/ 1788 w 76"/>
                <a:gd name="T1" fmla="*/ 573 h 75"/>
                <a:gd name="T2" fmla="*/ 596 w 76"/>
                <a:gd name="T3" fmla="*/ 413 h 75"/>
                <a:gd name="T4" fmla="*/ 840 w 76"/>
                <a:gd name="T5" fmla="*/ 2815 h 75"/>
                <a:gd name="T6" fmla="*/ 2164 w 76"/>
                <a:gd name="T7" fmla="*/ 1793 h 75"/>
                <a:gd name="T8" fmla="*/ 1701 w 76"/>
                <a:gd name="T9" fmla="*/ 57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5">
                  <a:moveTo>
                    <a:pt x="58" y="14"/>
                  </a:moveTo>
                  <a:cubicBezTo>
                    <a:pt x="46" y="7"/>
                    <a:pt x="33" y="0"/>
                    <a:pt x="19" y="10"/>
                  </a:cubicBezTo>
                  <a:cubicBezTo>
                    <a:pt x="0" y="24"/>
                    <a:pt x="4" y="59"/>
                    <a:pt x="27" y="68"/>
                  </a:cubicBezTo>
                  <a:cubicBezTo>
                    <a:pt x="45" y="75"/>
                    <a:pt x="63" y="60"/>
                    <a:pt x="70" y="43"/>
                  </a:cubicBezTo>
                  <a:cubicBezTo>
                    <a:pt x="76" y="28"/>
                    <a:pt x="64" y="23"/>
                    <a:pt x="55" y="14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65">
              <a:extLst>
                <a:ext uri="{FF2B5EF4-FFF2-40B4-BE49-F238E27FC236}">
                  <a16:creationId xmlns:a16="http://schemas.microsoft.com/office/drawing/2014/main" id="{9EDA948B-7CF5-456B-811D-047E289B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698"/>
              <a:ext cx="166" cy="212"/>
            </a:xfrm>
            <a:custGeom>
              <a:avLst/>
              <a:gdLst>
                <a:gd name="T0" fmla="*/ 1512 w 84"/>
                <a:gd name="T1" fmla="*/ 466 h 100"/>
                <a:gd name="T2" fmla="*/ 247 w 84"/>
                <a:gd name="T3" fmla="*/ 903 h 100"/>
                <a:gd name="T4" fmla="*/ 1204 w 84"/>
                <a:gd name="T5" fmla="*/ 3591 h 100"/>
                <a:gd name="T6" fmla="*/ 1512 w 84"/>
                <a:gd name="T7" fmla="*/ 466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00">
                  <a:moveTo>
                    <a:pt x="50" y="11"/>
                  </a:moveTo>
                  <a:cubicBezTo>
                    <a:pt x="36" y="3"/>
                    <a:pt x="16" y="0"/>
                    <a:pt x="8" y="21"/>
                  </a:cubicBezTo>
                  <a:cubicBezTo>
                    <a:pt x="0" y="42"/>
                    <a:pt x="20" y="76"/>
                    <a:pt x="40" y="84"/>
                  </a:cubicBezTo>
                  <a:cubicBezTo>
                    <a:pt x="84" y="100"/>
                    <a:pt x="80" y="19"/>
                    <a:pt x="50" y="11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66">
              <a:extLst>
                <a:ext uri="{FF2B5EF4-FFF2-40B4-BE49-F238E27FC236}">
                  <a16:creationId xmlns:a16="http://schemas.microsoft.com/office/drawing/2014/main" id="{CABC7F6C-759A-4B1D-B295-1D9E4F99E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943"/>
              <a:ext cx="168" cy="226"/>
            </a:xfrm>
            <a:custGeom>
              <a:avLst/>
              <a:gdLst>
                <a:gd name="T0" fmla="*/ 903 w 85"/>
                <a:gd name="T1" fmla="*/ 304 h 107"/>
                <a:gd name="T2" fmla="*/ 516 w 85"/>
                <a:gd name="T3" fmla="*/ 2864 h 107"/>
                <a:gd name="T4" fmla="*/ 1605 w 85"/>
                <a:gd name="T5" fmla="*/ 4493 h 107"/>
                <a:gd name="T6" fmla="*/ 2500 w 85"/>
                <a:gd name="T7" fmla="*/ 1933 h 107"/>
                <a:gd name="T8" fmla="*/ 2016 w 85"/>
                <a:gd name="T9" fmla="*/ 534 h 107"/>
                <a:gd name="T10" fmla="*/ 812 w 85"/>
                <a:gd name="T11" fmla="*/ 304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07">
                  <a:moveTo>
                    <a:pt x="30" y="7"/>
                  </a:moveTo>
                  <a:cubicBezTo>
                    <a:pt x="0" y="9"/>
                    <a:pt x="11" y="50"/>
                    <a:pt x="17" y="68"/>
                  </a:cubicBezTo>
                  <a:cubicBezTo>
                    <a:pt x="21" y="81"/>
                    <a:pt x="37" y="106"/>
                    <a:pt x="53" y="107"/>
                  </a:cubicBezTo>
                  <a:cubicBezTo>
                    <a:pt x="74" y="107"/>
                    <a:pt x="85" y="61"/>
                    <a:pt x="83" y="46"/>
                  </a:cubicBezTo>
                  <a:cubicBezTo>
                    <a:pt x="82" y="34"/>
                    <a:pt x="77" y="20"/>
                    <a:pt x="67" y="13"/>
                  </a:cubicBezTo>
                  <a:cubicBezTo>
                    <a:pt x="58" y="7"/>
                    <a:pt x="37" y="0"/>
                    <a:pt x="27" y="7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67">
              <a:extLst>
                <a:ext uri="{FF2B5EF4-FFF2-40B4-BE49-F238E27FC236}">
                  <a16:creationId xmlns:a16="http://schemas.microsoft.com/office/drawing/2014/main" id="{6376D8F6-81FC-40C1-B799-B8F4AA2BA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732"/>
              <a:ext cx="202" cy="199"/>
            </a:xfrm>
            <a:custGeom>
              <a:avLst/>
              <a:gdLst>
                <a:gd name="T0" fmla="*/ 2584 w 102"/>
                <a:gd name="T1" fmla="*/ 646 h 94"/>
                <a:gd name="T2" fmla="*/ 1521 w 102"/>
                <a:gd name="T3" fmla="*/ 561 h 94"/>
                <a:gd name="T4" fmla="*/ 428 w 102"/>
                <a:gd name="T5" fmla="*/ 2712 h 94"/>
                <a:gd name="T6" fmla="*/ 2796 w 102"/>
                <a:gd name="T7" fmla="*/ 2769 h 94"/>
                <a:gd name="T8" fmla="*/ 2432 w 102"/>
                <a:gd name="T9" fmla="*/ 46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94">
                  <a:moveTo>
                    <a:pt x="85" y="15"/>
                  </a:moveTo>
                  <a:cubicBezTo>
                    <a:pt x="81" y="0"/>
                    <a:pt x="59" y="12"/>
                    <a:pt x="50" y="13"/>
                  </a:cubicBezTo>
                  <a:cubicBezTo>
                    <a:pt x="30" y="16"/>
                    <a:pt x="0" y="43"/>
                    <a:pt x="14" y="64"/>
                  </a:cubicBezTo>
                  <a:cubicBezTo>
                    <a:pt x="33" y="94"/>
                    <a:pt x="73" y="94"/>
                    <a:pt x="92" y="65"/>
                  </a:cubicBezTo>
                  <a:cubicBezTo>
                    <a:pt x="102" y="48"/>
                    <a:pt x="95" y="22"/>
                    <a:pt x="80" y="11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68">
              <a:extLst>
                <a:ext uri="{FF2B5EF4-FFF2-40B4-BE49-F238E27FC236}">
                  <a16:creationId xmlns:a16="http://schemas.microsoft.com/office/drawing/2014/main" id="{225DAC7F-3531-4895-863B-FFB65B3B0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882"/>
              <a:ext cx="150" cy="184"/>
            </a:xfrm>
            <a:custGeom>
              <a:avLst/>
              <a:gdLst>
                <a:gd name="T0" fmla="*/ 2124 w 76"/>
                <a:gd name="T1" fmla="*/ 2544 h 87"/>
                <a:gd name="T2" fmla="*/ 1792 w 76"/>
                <a:gd name="T3" fmla="*/ 1180 h 87"/>
                <a:gd name="T4" fmla="*/ 985 w 76"/>
                <a:gd name="T5" fmla="*/ 341 h 87"/>
                <a:gd name="T6" fmla="*/ 393 w 76"/>
                <a:gd name="T7" fmla="*/ 2460 h 87"/>
                <a:gd name="T8" fmla="*/ 1532 w 76"/>
                <a:gd name="T9" fmla="*/ 3682 h 87"/>
                <a:gd name="T10" fmla="*/ 2124 w 76"/>
                <a:gd name="T11" fmla="*/ 2544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87">
                  <a:moveTo>
                    <a:pt x="71" y="60"/>
                  </a:moveTo>
                  <a:cubicBezTo>
                    <a:pt x="72" y="46"/>
                    <a:pt x="66" y="34"/>
                    <a:pt x="60" y="28"/>
                  </a:cubicBezTo>
                  <a:cubicBezTo>
                    <a:pt x="53" y="20"/>
                    <a:pt x="43" y="11"/>
                    <a:pt x="33" y="8"/>
                  </a:cubicBezTo>
                  <a:cubicBezTo>
                    <a:pt x="0" y="0"/>
                    <a:pt x="0" y="41"/>
                    <a:pt x="13" y="58"/>
                  </a:cubicBezTo>
                  <a:cubicBezTo>
                    <a:pt x="21" y="70"/>
                    <a:pt x="36" y="87"/>
                    <a:pt x="51" y="87"/>
                  </a:cubicBezTo>
                  <a:cubicBezTo>
                    <a:pt x="62" y="87"/>
                    <a:pt x="76" y="71"/>
                    <a:pt x="71" y="60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69">
              <a:extLst>
                <a:ext uri="{FF2B5EF4-FFF2-40B4-BE49-F238E27FC236}">
                  <a16:creationId xmlns:a16="http://schemas.microsoft.com/office/drawing/2014/main" id="{91996296-57A8-4902-9853-883F4FE8A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844"/>
              <a:ext cx="180" cy="211"/>
            </a:xfrm>
            <a:custGeom>
              <a:avLst/>
              <a:gdLst>
                <a:gd name="T0" fmla="*/ 396 w 91"/>
                <a:gd name="T1" fmla="*/ 3766 h 100"/>
                <a:gd name="T2" fmla="*/ 720 w 91"/>
                <a:gd name="T3" fmla="*/ 1127 h 100"/>
                <a:gd name="T4" fmla="*/ 2633 w 91"/>
                <a:gd name="T5" fmla="*/ 1167 h 100"/>
                <a:gd name="T6" fmla="*/ 1972 w 91"/>
                <a:gd name="T7" fmla="*/ 3053 h 100"/>
                <a:gd name="T8" fmla="*/ 489 w 91"/>
                <a:gd name="T9" fmla="*/ 3842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00">
                  <a:moveTo>
                    <a:pt x="13" y="90"/>
                  </a:moveTo>
                  <a:cubicBezTo>
                    <a:pt x="0" y="72"/>
                    <a:pt x="9" y="42"/>
                    <a:pt x="24" y="27"/>
                  </a:cubicBezTo>
                  <a:cubicBezTo>
                    <a:pt x="37" y="13"/>
                    <a:pt x="80" y="0"/>
                    <a:pt x="87" y="28"/>
                  </a:cubicBezTo>
                  <a:cubicBezTo>
                    <a:pt x="91" y="45"/>
                    <a:pt x="78" y="63"/>
                    <a:pt x="65" y="73"/>
                  </a:cubicBezTo>
                  <a:cubicBezTo>
                    <a:pt x="53" y="83"/>
                    <a:pt x="31" y="100"/>
                    <a:pt x="16" y="92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Freeform 70">
              <a:extLst>
                <a:ext uri="{FF2B5EF4-FFF2-40B4-BE49-F238E27FC236}">
                  <a16:creationId xmlns:a16="http://schemas.microsoft.com/office/drawing/2014/main" id="{48CC23F5-21D7-4C14-A74D-B64940CA1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869"/>
              <a:ext cx="93" cy="117"/>
            </a:xfrm>
            <a:custGeom>
              <a:avLst/>
              <a:gdLst>
                <a:gd name="T0" fmla="*/ 1332 w 47"/>
                <a:gd name="T1" fmla="*/ 655 h 55"/>
                <a:gd name="T2" fmla="*/ 1241 w 47"/>
                <a:gd name="T3" fmla="*/ 1512 h 55"/>
                <a:gd name="T4" fmla="*/ 156 w 47"/>
                <a:gd name="T5" fmla="*/ 1819 h 55"/>
                <a:gd name="T6" fmla="*/ 309 w 47"/>
                <a:gd name="T7" fmla="*/ 308 h 55"/>
                <a:gd name="T8" fmla="*/ 1148 w 47"/>
                <a:gd name="T9" fmla="*/ 349 h 55"/>
                <a:gd name="T10" fmla="*/ 1332 w 47"/>
                <a:gd name="T11" fmla="*/ 65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55">
                  <a:moveTo>
                    <a:pt x="44" y="15"/>
                  </a:moveTo>
                  <a:cubicBezTo>
                    <a:pt x="47" y="21"/>
                    <a:pt x="45" y="30"/>
                    <a:pt x="41" y="35"/>
                  </a:cubicBezTo>
                  <a:cubicBezTo>
                    <a:pt x="34" y="45"/>
                    <a:pt x="14" y="55"/>
                    <a:pt x="5" y="42"/>
                  </a:cubicBezTo>
                  <a:cubicBezTo>
                    <a:pt x="0" y="33"/>
                    <a:pt x="3" y="14"/>
                    <a:pt x="10" y="7"/>
                  </a:cubicBezTo>
                  <a:cubicBezTo>
                    <a:pt x="17" y="0"/>
                    <a:pt x="30" y="4"/>
                    <a:pt x="38" y="8"/>
                  </a:cubicBezTo>
                  <a:cubicBezTo>
                    <a:pt x="38" y="8"/>
                    <a:pt x="43" y="11"/>
                    <a:pt x="44" y="15"/>
                  </a:cubicBezTo>
                  <a:close/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71">
              <a:extLst>
                <a:ext uri="{FF2B5EF4-FFF2-40B4-BE49-F238E27FC236}">
                  <a16:creationId xmlns:a16="http://schemas.microsoft.com/office/drawing/2014/main" id="{6C31D228-8677-4565-B0E0-77F92F32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762"/>
              <a:ext cx="184" cy="198"/>
            </a:xfrm>
            <a:custGeom>
              <a:avLst/>
              <a:gdLst>
                <a:gd name="T0" fmla="*/ 1913 w 93"/>
                <a:gd name="T1" fmla="*/ 413 h 94"/>
                <a:gd name="T2" fmla="*/ 704 w 93"/>
                <a:gd name="T3" fmla="*/ 253 h 94"/>
                <a:gd name="T4" fmla="*/ 63 w 93"/>
                <a:gd name="T5" fmla="*/ 2102 h 94"/>
                <a:gd name="T6" fmla="*/ 1116 w 93"/>
                <a:gd name="T7" fmla="*/ 3777 h 94"/>
                <a:gd name="T8" fmla="*/ 1913 w 93"/>
                <a:gd name="T9" fmla="*/ 3741 h 94"/>
                <a:gd name="T10" fmla="*/ 2455 w 93"/>
                <a:gd name="T11" fmla="*/ 3364 h 94"/>
                <a:gd name="T12" fmla="*/ 2572 w 93"/>
                <a:gd name="T13" fmla="*/ 1123 h 94"/>
                <a:gd name="T14" fmla="*/ 2271 w 93"/>
                <a:gd name="T15" fmla="*/ 533 h 94"/>
                <a:gd name="T16" fmla="*/ 1820 w 93"/>
                <a:gd name="T17" fmla="*/ 373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94">
                  <a:moveTo>
                    <a:pt x="63" y="10"/>
                  </a:moveTo>
                  <a:cubicBezTo>
                    <a:pt x="53" y="3"/>
                    <a:pt x="34" y="0"/>
                    <a:pt x="23" y="6"/>
                  </a:cubicBezTo>
                  <a:cubicBezTo>
                    <a:pt x="7" y="13"/>
                    <a:pt x="0" y="35"/>
                    <a:pt x="2" y="51"/>
                  </a:cubicBezTo>
                  <a:cubicBezTo>
                    <a:pt x="4" y="69"/>
                    <a:pt x="19" y="86"/>
                    <a:pt x="37" y="91"/>
                  </a:cubicBezTo>
                  <a:cubicBezTo>
                    <a:pt x="46" y="94"/>
                    <a:pt x="54" y="92"/>
                    <a:pt x="63" y="90"/>
                  </a:cubicBezTo>
                  <a:cubicBezTo>
                    <a:pt x="71" y="88"/>
                    <a:pt x="76" y="88"/>
                    <a:pt x="81" y="81"/>
                  </a:cubicBezTo>
                  <a:cubicBezTo>
                    <a:pt x="93" y="63"/>
                    <a:pt x="93" y="46"/>
                    <a:pt x="85" y="27"/>
                  </a:cubicBezTo>
                  <a:cubicBezTo>
                    <a:pt x="83" y="21"/>
                    <a:pt x="80" y="16"/>
                    <a:pt x="75" y="13"/>
                  </a:cubicBezTo>
                  <a:cubicBezTo>
                    <a:pt x="70" y="10"/>
                    <a:pt x="65" y="11"/>
                    <a:pt x="60" y="9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Freeform 72">
              <a:extLst>
                <a:ext uri="{FF2B5EF4-FFF2-40B4-BE49-F238E27FC236}">
                  <a16:creationId xmlns:a16="http://schemas.microsoft.com/office/drawing/2014/main" id="{6F2298E9-EC5E-47AB-9119-C5EF1A27E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853"/>
              <a:ext cx="125" cy="135"/>
            </a:xfrm>
            <a:custGeom>
              <a:avLst/>
              <a:gdLst>
                <a:gd name="T0" fmla="*/ 468 w 63"/>
                <a:gd name="T1" fmla="*/ 2074 h 64"/>
                <a:gd name="T2" fmla="*/ 1351 w 63"/>
                <a:gd name="T3" fmla="*/ 1766 h 64"/>
                <a:gd name="T4" fmla="*/ 1351 w 63"/>
                <a:gd name="T5" fmla="*/ 36 h 64"/>
                <a:gd name="T6" fmla="*/ 897 w 63"/>
                <a:gd name="T7" fmla="*/ 160 h 64"/>
                <a:gd name="T8" fmla="*/ 405 w 63"/>
                <a:gd name="T9" fmla="*/ 338 h 64"/>
                <a:gd name="T10" fmla="*/ 0 w 63"/>
                <a:gd name="T11" fmla="*/ 787 h 64"/>
                <a:gd name="T12" fmla="*/ 468 w 63"/>
                <a:gd name="T13" fmla="*/ 2074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64">
                  <a:moveTo>
                    <a:pt x="15" y="50"/>
                  </a:moveTo>
                  <a:cubicBezTo>
                    <a:pt x="21" y="64"/>
                    <a:pt x="39" y="48"/>
                    <a:pt x="44" y="42"/>
                  </a:cubicBezTo>
                  <a:cubicBezTo>
                    <a:pt x="51" y="33"/>
                    <a:pt x="63" y="4"/>
                    <a:pt x="44" y="1"/>
                  </a:cubicBezTo>
                  <a:cubicBezTo>
                    <a:pt x="39" y="0"/>
                    <a:pt x="34" y="3"/>
                    <a:pt x="29" y="4"/>
                  </a:cubicBezTo>
                  <a:cubicBezTo>
                    <a:pt x="24" y="5"/>
                    <a:pt x="18" y="6"/>
                    <a:pt x="13" y="8"/>
                  </a:cubicBezTo>
                  <a:cubicBezTo>
                    <a:pt x="7" y="10"/>
                    <a:pt x="0" y="12"/>
                    <a:pt x="0" y="19"/>
                  </a:cubicBezTo>
                  <a:cubicBezTo>
                    <a:pt x="0" y="30"/>
                    <a:pt x="7" y="43"/>
                    <a:pt x="15" y="50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73">
              <a:extLst>
                <a:ext uri="{FF2B5EF4-FFF2-40B4-BE49-F238E27FC236}">
                  <a16:creationId xmlns:a16="http://schemas.microsoft.com/office/drawing/2014/main" id="{5EA45082-A194-4F48-B0F6-C74AA20D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819"/>
              <a:ext cx="70" cy="55"/>
            </a:xfrm>
            <a:custGeom>
              <a:avLst/>
              <a:gdLst>
                <a:gd name="T0" fmla="*/ 832 w 35"/>
                <a:gd name="T1" fmla="*/ 220 h 26"/>
                <a:gd name="T2" fmla="*/ 256 w 35"/>
                <a:gd name="T3" fmla="*/ 76 h 26"/>
                <a:gd name="T4" fmla="*/ 320 w 35"/>
                <a:gd name="T5" fmla="*/ 1020 h 26"/>
                <a:gd name="T6" fmla="*/ 992 w 35"/>
                <a:gd name="T7" fmla="*/ 465 h 26"/>
                <a:gd name="T8" fmla="*/ 576 w 35"/>
                <a:gd name="T9" fmla="*/ 12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6">
                  <a:moveTo>
                    <a:pt x="26" y="5"/>
                  </a:moveTo>
                  <a:cubicBezTo>
                    <a:pt x="25" y="1"/>
                    <a:pt x="11" y="0"/>
                    <a:pt x="8" y="2"/>
                  </a:cubicBezTo>
                  <a:cubicBezTo>
                    <a:pt x="0" y="7"/>
                    <a:pt x="0" y="21"/>
                    <a:pt x="10" y="24"/>
                  </a:cubicBezTo>
                  <a:cubicBezTo>
                    <a:pt x="17" y="26"/>
                    <a:pt x="29" y="19"/>
                    <a:pt x="31" y="11"/>
                  </a:cubicBezTo>
                  <a:cubicBezTo>
                    <a:pt x="35" y="1"/>
                    <a:pt x="23" y="6"/>
                    <a:pt x="18" y="3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74">
              <a:extLst>
                <a:ext uri="{FF2B5EF4-FFF2-40B4-BE49-F238E27FC236}">
                  <a16:creationId xmlns:a16="http://schemas.microsoft.com/office/drawing/2014/main" id="{77D58CDF-5932-464C-B6DE-ECA1A3ACA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711"/>
              <a:ext cx="97" cy="175"/>
            </a:xfrm>
            <a:custGeom>
              <a:avLst/>
              <a:gdLst>
                <a:gd name="T0" fmla="*/ 705 w 49"/>
                <a:gd name="T1" fmla="*/ 297 h 83"/>
                <a:gd name="T2" fmla="*/ 125 w 49"/>
                <a:gd name="T3" fmla="*/ 1583 h 83"/>
                <a:gd name="T4" fmla="*/ 1332 w 49"/>
                <a:gd name="T5" fmla="*/ 2334 h 83"/>
                <a:gd name="T6" fmla="*/ 1124 w 49"/>
                <a:gd name="T7" fmla="*/ 626 h 83"/>
                <a:gd name="T8" fmla="*/ 705 w 49"/>
                <a:gd name="T9" fmla="*/ 29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3">
                  <a:moveTo>
                    <a:pt x="23" y="7"/>
                  </a:moveTo>
                  <a:cubicBezTo>
                    <a:pt x="4" y="0"/>
                    <a:pt x="0" y="25"/>
                    <a:pt x="4" y="38"/>
                  </a:cubicBezTo>
                  <a:cubicBezTo>
                    <a:pt x="9" y="53"/>
                    <a:pt x="35" y="83"/>
                    <a:pt x="44" y="56"/>
                  </a:cubicBezTo>
                  <a:cubicBezTo>
                    <a:pt x="49" y="42"/>
                    <a:pt x="45" y="27"/>
                    <a:pt x="37" y="15"/>
                  </a:cubicBezTo>
                  <a:cubicBezTo>
                    <a:pt x="34" y="11"/>
                    <a:pt x="29" y="7"/>
                    <a:pt x="23" y="7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75">
              <a:extLst>
                <a:ext uri="{FF2B5EF4-FFF2-40B4-BE49-F238E27FC236}">
                  <a16:creationId xmlns:a16="http://schemas.microsoft.com/office/drawing/2014/main" id="{14421BA7-1326-4971-848A-72D3F377B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692"/>
              <a:ext cx="67" cy="106"/>
            </a:xfrm>
            <a:custGeom>
              <a:avLst/>
              <a:gdLst>
                <a:gd name="T0" fmla="*/ 560 w 34"/>
                <a:gd name="T1" fmla="*/ 125 h 50"/>
                <a:gd name="T2" fmla="*/ 32 w 34"/>
                <a:gd name="T3" fmla="*/ 1115 h 50"/>
                <a:gd name="T4" fmla="*/ 392 w 34"/>
                <a:gd name="T5" fmla="*/ 2143 h 50"/>
                <a:gd name="T6" fmla="*/ 828 w 34"/>
                <a:gd name="T7" fmla="*/ 1155 h 50"/>
                <a:gd name="T8" fmla="*/ 621 w 34"/>
                <a:gd name="T9" fmla="*/ 3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0">
                  <a:moveTo>
                    <a:pt x="19" y="3"/>
                  </a:moveTo>
                  <a:cubicBezTo>
                    <a:pt x="7" y="3"/>
                    <a:pt x="0" y="16"/>
                    <a:pt x="1" y="26"/>
                  </a:cubicBezTo>
                  <a:cubicBezTo>
                    <a:pt x="1" y="36"/>
                    <a:pt x="1" y="50"/>
                    <a:pt x="13" y="50"/>
                  </a:cubicBezTo>
                  <a:cubicBezTo>
                    <a:pt x="26" y="50"/>
                    <a:pt x="26" y="37"/>
                    <a:pt x="28" y="27"/>
                  </a:cubicBezTo>
                  <a:cubicBezTo>
                    <a:pt x="30" y="20"/>
                    <a:pt x="34" y="0"/>
                    <a:pt x="21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76">
              <a:extLst>
                <a:ext uri="{FF2B5EF4-FFF2-40B4-BE49-F238E27FC236}">
                  <a16:creationId xmlns:a16="http://schemas.microsoft.com/office/drawing/2014/main" id="{ECB6F7EF-73F3-4D98-A880-23C862E8C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627"/>
              <a:ext cx="99" cy="137"/>
            </a:xfrm>
            <a:custGeom>
              <a:avLst/>
              <a:gdLst>
                <a:gd name="T0" fmla="*/ 552 w 50"/>
                <a:gd name="T1" fmla="*/ 76 h 65"/>
                <a:gd name="T2" fmla="*/ 63 w 50"/>
                <a:gd name="T3" fmla="*/ 1387 h 65"/>
                <a:gd name="T4" fmla="*/ 248 w 50"/>
                <a:gd name="T5" fmla="*/ 2443 h 65"/>
                <a:gd name="T6" fmla="*/ 737 w 50"/>
                <a:gd name="T7" fmla="*/ 2283 h 65"/>
                <a:gd name="T8" fmla="*/ 612 w 50"/>
                <a:gd name="T9" fmla="*/ 3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5">
                  <a:moveTo>
                    <a:pt x="18" y="2"/>
                  </a:moveTo>
                  <a:cubicBezTo>
                    <a:pt x="0" y="0"/>
                    <a:pt x="1" y="22"/>
                    <a:pt x="2" y="33"/>
                  </a:cubicBezTo>
                  <a:cubicBezTo>
                    <a:pt x="3" y="40"/>
                    <a:pt x="3" y="53"/>
                    <a:pt x="8" y="59"/>
                  </a:cubicBezTo>
                  <a:cubicBezTo>
                    <a:pt x="14" y="65"/>
                    <a:pt x="20" y="61"/>
                    <a:pt x="24" y="55"/>
                  </a:cubicBezTo>
                  <a:cubicBezTo>
                    <a:pt x="32" y="41"/>
                    <a:pt x="50" y="3"/>
                    <a:pt x="20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77">
              <a:extLst>
                <a:ext uri="{FF2B5EF4-FFF2-40B4-BE49-F238E27FC236}">
                  <a16:creationId xmlns:a16="http://schemas.microsoft.com/office/drawing/2014/main" id="{FC8B308C-8509-4B04-BB2B-50C54EB7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770"/>
              <a:ext cx="97" cy="165"/>
            </a:xfrm>
            <a:custGeom>
              <a:avLst/>
              <a:gdLst>
                <a:gd name="T0" fmla="*/ 1061 w 49"/>
                <a:gd name="T1" fmla="*/ 76 h 78"/>
                <a:gd name="T2" fmla="*/ 372 w 49"/>
                <a:gd name="T3" fmla="*/ 305 h 78"/>
                <a:gd name="T4" fmla="*/ 125 w 49"/>
                <a:gd name="T5" fmla="*/ 1096 h 78"/>
                <a:gd name="T6" fmla="*/ 216 w 49"/>
                <a:gd name="T7" fmla="*/ 2801 h 78"/>
                <a:gd name="T8" fmla="*/ 847 w 49"/>
                <a:gd name="T9" fmla="*/ 3141 h 78"/>
                <a:gd name="T10" fmla="*/ 1093 w 49"/>
                <a:gd name="T11" fmla="*/ 2587 h 78"/>
                <a:gd name="T12" fmla="*/ 1243 w 49"/>
                <a:gd name="T13" fmla="*/ 1978 h 78"/>
                <a:gd name="T14" fmla="*/ 1364 w 49"/>
                <a:gd name="T15" fmla="*/ 645 h 78"/>
                <a:gd name="T16" fmla="*/ 1061 w 49"/>
                <a:gd name="T17" fmla="*/ 76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78">
                  <a:moveTo>
                    <a:pt x="35" y="2"/>
                  </a:moveTo>
                  <a:cubicBezTo>
                    <a:pt x="27" y="0"/>
                    <a:pt x="19" y="3"/>
                    <a:pt x="12" y="7"/>
                  </a:cubicBezTo>
                  <a:cubicBezTo>
                    <a:pt x="6" y="11"/>
                    <a:pt x="4" y="19"/>
                    <a:pt x="4" y="26"/>
                  </a:cubicBezTo>
                  <a:cubicBezTo>
                    <a:pt x="3" y="39"/>
                    <a:pt x="0" y="54"/>
                    <a:pt x="7" y="66"/>
                  </a:cubicBezTo>
                  <a:cubicBezTo>
                    <a:pt x="10" y="71"/>
                    <a:pt x="22" y="78"/>
                    <a:pt x="28" y="74"/>
                  </a:cubicBezTo>
                  <a:cubicBezTo>
                    <a:pt x="32" y="72"/>
                    <a:pt x="34" y="65"/>
                    <a:pt x="36" y="61"/>
                  </a:cubicBezTo>
                  <a:cubicBezTo>
                    <a:pt x="38" y="57"/>
                    <a:pt x="40" y="52"/>
                    <a:pt x="41" y="47"/>
                  </a:cubicBezTo>
                  <a:cubicBezTo>
                    <a:pt x="44" y="37"/>
                    <a:pt x="49" y="26"/>
                    <a:pt x="45" y="15"/>
                  </a:cubicBezTo>
                  <a:cubicBezTo>
                    <a:pt x="44" y="11"/>
                    <a:pt x="40" y="3"/>
                    <a:pt x="35" y="2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78">
              <a:extLst>
                <a:ext uri="{FF2B5EF4-FFF2-40B4-BE49-F238E27FC236}">
                  <a16:creationId xmlns:a16="http://schemas.microsoft.com/office/drawing/2014/main" id="{753D52FD-4F12-4169-87F3-26012C5A3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956"/>
              <a:ext cx="93" cy="182"/>
            </a:xfrm>
            <a:custGeom>
              <a:avLst/>
              <a:gdLst>
                <a:gd name="T0" fmla="*/ 1332 w 47"/>
                <a:gd name="T1" fmla="*/ 161 h 86"/>
                <a:gd name="T2" fmla="*/ 364 w 47"/>
                <a:gd name="T3" fmla="*/ 502 h 86"/>
                <a:gd name="T4" fmla="*/ 752 w 47"/>
                <a:gd name="T5" fmla="*/ 3234 h 86"/>
                <a:gd name="T6" fmla="*/ 1300 w 47"/>
                <a:gd name="T7" fmla="*/ 3430 h 86"/>
                <a:gd name="T8" fmla="*/ 1332 w 47"/>
                <a:gd name="T9" fmla="*/ 2664 h 86"/>
                <a:gd name="T10" fmla="*/ 1209 w 47"/>
                <a:gd name="T11" fmla="*/ 1826 h 86"/>
                <a:gd name="T12" fmla="*/ 1332 w 47"/>
                <a:gd name="T13" fmla="*/ 502 h 86"/>
                <a:gd name="T14" fmla="*/ 1300 w 47"/>
                <a:gd name="T15" fmla="*/ 12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6">
                  <a:moveTo>
                    <a:pt x="44" y="4"/>
                  </a:moveTo>
                  <a:cubicBezTo>
                    <a:pt x="32" y="1"/>
                    <a:pt x="20" y="0"/>
                    <a:pt x="12" y="12"/>
                  </a:cubicBezTo>
                  <a:cubicBezTo>
                    <a:pt x="0" y="29"/>
                    <a:pt x="11" y="61"/>
                    <a:pt x="25" y="76"/>
                  </a:cubicBezTo>
                  <a:cubicBezTo>
                    <a:pt x="28" y="79"/>
                    <a:pt x="39" y="86"/>
                    <a:pt x="43" y="81"/>
                  </a:cubicBezTo>
                  <a:cubicBezTo>
                    <a:pt x="47" y="78"/>
                    <a:pt x="44" y="67"/>
                    <a:pt x="44" y="63"/>
                  </a:cubicBezTo>
                  <a:cubicBezTo>
                    <a:pt x="43" y="56"/>
                    <a:pt x="41" y="50"/>
                    <a:pt x="40" y="43"/>
                  </a:cubicBezTo>
                  <a:cubicBezTo>
                    <a:pt x="39" y="32"/>
                    <a:pt x="43" y="23"/>
                    <a:pt x="44" y="12"/>
                  </a:cubicBezTo>
                  <a:cubicBezTo>
                    <a:pt x="44" y="9"/>
                    <a:pt x="45" y="5"/>
                    <a:pt x="43" y="3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79">
              <a:extLst>
                <a:ext uri="{FF2B5EF4-FFF2-40B4-BE49-F238E27FC236}">
                  <a16:creationId xmlns:a16="http://schemas.microsoft.com/office/drawing/2014/main" id="{6DB1D362-6832-43F9-B14B-45B9CC8F8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876"/>
              <a:ext cx="140" cy="126"/>
            </a:xfrm>
            <a:custGeom>
              <a:avLst/>
              <a:gdLst>
                <a:gd name="T0" fmla="*/ 2053 w 71"/>
                <a:gd name="T1" fmla="*/ 76 h 60"/>
                <a:gd name="T2" fmla="*/ 1341 w 71"/>
                <a:gd name="T3" fmla="*/ 36 h 60"/>
                <a:gd name="T4" fmla="*/ 653 w 71"/>
                <a:gd name="T5" fmla="*/ 445 h 60"/>
                <a:gd name="T6" fmla="*/ 63 w 71"/>
                <a:gd name="T7" fmla="*/ 1380 h 60"/>
                <a:gd name="T8" fmla="*/ 300 w 71"/>
                <a:gd name="T9" fmla="*/ 2409 h 60"/>
                <a:gd name="T10" fmla="*/ 712 w 71"/>
                <a:gd name="T11" fmla="*/ 2045 h 60"/>
                <a:gd name="T12" fmla="*/ 1256 w 71"/>
                <a:gd name="T13" fmla="*/ 1271 h 60"/>
                <a:gd name="T14" fmla="*/ 1848 w 71"/>
                <a:gd name="T15" fmla="*/ 777 h 60"/>
                <a:gd name="T16" fmla="*/ 2053 w 71"/>
                <a:gd name="T17" fmla="*/ 12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60">
                  <a:moveTo>
                    <a:pt x="69" y="2"/>
                  </a:moveTo>
                  <a:cubicBezTo>
                    <a:pt x="61" y="2"/>
                    <a:pt x="53" y="0"/>
                    <a:pt x="45" y="1"/>
                  </a:cubicBezTo>
                  <a:cubicBezTo>
                    <a:pt x="37" y="3"/>
                    <a:pt x="29" y="7"/>
                    <a:pt x="22" y="11"/>
                  </a:cubicBezTo>
                  <a:cubicBezTo>
                    <a:pt x="15" y="16"/>
                    <a:pt x="5" y="25"/>
                    <a:pt x="2" y="34"/>
                  </a:cubicBezTo>
                  <a:cubicBezTo>
                    <a:pt x="0" y="41"/>
                    <a:pt x="1" y="58"/>
                    <a:pt x="10" y="59"/>
                  </a:cubicBezTo>
                  <a:cubicBezTo>
                    <a:pt x="16" y="60"/>
                    <a:pt x="20" y="54"/>
                    <a:pt x="24" y="50"/>
                  </a:cubicBezTo>
                  <a:cubicBezTo>
                    <a:pt x="29" y="43"/>
                    <a:pt x="35" y="36"/>
                    <a:pt x="42" y="31"/>
                  </a:cubicBezTo>
                  <a:cubicBezTo>
                    <a:pt x="49" y="26"/>
                    <a:pt x="56" y="24"/>
                    <a:pt x="62" y="19"/>
                  </a:cubicBezTo>
                  <a:cubicBezTo>
                    <a:pt x="69" y="14"/>
                    <a:pt x="71" y="10"/>
                    <a:pt x="69" y="3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80">
              <a:extLst>
                <a:ext uri="{FF2B5EF4-FFF2-40B4-BE49-F238E27FC236}">
                  <a16:creationId xmlns:a16="http://schemas.microsoft.com/office/drawing/2014/main" id="{1812F89F-22D3-451E-9104-A7A362AF9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762"/>
              <a:ext cx="114" cy="135"/>
            </a:xfrm>
            <a:custGeom>
              <a:avLst/>
              <a:gdLst>
                <a:gd name="T0" fmla="*/ 1032 w 58"/>
                <a:gd name="T1" fmla="*/ 160 h 64"/>
                <a:gd name="T2" fmla="*/ 267 w 58"/>
                <a:gd name="T3" fmla="*/ 713 h 64"/>
                <a:gd name="T4" fmla="*/ 31 w 58"/>
                <a:gd name="T5" fmla="*/ 1584 h 64"/>
                <a:gd name="T6" fmla="*/ 525 w 58"/>
                <a:gd name="T7" fmla="*/ 2460 h 64"/>
                <a:gd name="T8" fmla="*/ 1268 w 58"/>
                <a:gd name="T9" fmla="*/ 2514 h 64"/>
                <a:gd name="T10" fmla="*/ 1549 w 58"/>
                <a:gd name="T11" fmla="*/ 1837 h 64"/>
                <a:gd name="T12" fmla="*/ 1612 w 58"/>
                <a:gd name="T13" fmla="*/ 1050 h 64"/>
                <a:gd name="T14" fmla="*/ 973 w 58"/>
                <a:gd name="T15" fmla="*/ 12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4">
                  <a:moveTo>
                    <a:pt x="35" y="4"/>
                  </a:moveTo>
                  <a:cubicBezTo>
                    <a:pt x="29" y="0"/>
                    <a:pt x="14" y="12"/>
                    <a:pt x="9" y="17"/>
                  </a:cubicBezTo>
                  <a:cubicBezTo>
                    <a:pt x="3" y="22"/>
                    <a:pt x="0" y="30"/>
                    <a:pt x="1" y="38"/>
                  </a:cubicBezTo>
                  <a:cubicBezTo>
                    <a:pt x="2" y="47"/>
                    <a:pt x="9" y="57"/>
                    <a:pt x="18" y="59"/>
                  </a:cubicBezTo>
                  <a:cubicBezTo>
                    <a:pt x="25" y="61"/>
                    <a:pt x="36" y="64"/>
                    <a:pt x="43" y="60"/>
                  </a:cubicBezTo>
                  <a:cubicBezTo>
                    <a:pt x="49" y="56"/>
                    <a:pt x="50" y="49"/>
                    <a:pt x="53" y="44"/>
                  </a:cubicBezTo>
                  <a:cubicBezTo>
                    <a:pt x="56" y="37"/>
                    <a:pt x="58" y="32"/>
                    <a:pt x="55" y="25"/>
                  </a:cubicBezTo>
                  <a:cubicBezTo>
                    <a:pt x="50" y="14"/>
                    <a:pt x="42" y="10"/>
                    <a:pt x="33" y="3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81">
              <a:extLst>
                <a:ext uri="{FF2B5EF4-FFF2-40B4-BE49-F238E27FC236}">
                  <a16:creationId xmlns:a16="http://schemas.microsoft.com/office/drawing/2014/main" id="{28F19C65-FF11-4D0D-B8F7-2D5948558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903"/>
              <a:ext cx="85" cy="135"/>
            </a:xfrm>
            <a:custGeom>
              <a:avLst/>
              <a:gdLst>
                <a:gd name="T0" fmla="*/ 457 w 43"/>
                <a:gd name="T1" fmla="*/ 36 h 64"/>
                <a:gd name="T2" fmla="*/ 277 w 43"/>
                <a:gd name="T3" fmla="*/ 1624 h 64"/>
                <a:gd name="T4" fmla="*/ 720 w 43"/>
                <a:gd name="T5" fmla="*/ 2411 h 64"/>
                <a:gd name="T6" fmla="*/ 1083 w 43"/>
                <a:gd name="T7" fmla="*/ 2411 h 64"/>
                <a:gd name="T8" fmla="*/ 1235 w 43"/>
                <a:gd name="T9" fmla="*/ 1548 h 64"/>
                <a:gd name="T10" fmla="*/ 1172 w 43"/>
                <a:gd name="T11" fmla="*/ 637 h 64"/>
                <a:gd name="T12" fmla="*/ 812 w 43"/>
                <a:gd name="T13" fmla="*/ 76 h 64"/>
                <a:gd name="T14" fmla="*/ 457 w 43"/>
                <a:gd name="T15" fmla="*/ 36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4">
                  <a:moveTo>
                    <a:pt x="15" y="1"/>
                  </a:moveTo>
                  <a:cubicBezTo>
                    <a:pt x="0" y="2"/>
                    <a:pt x="6" y="30"/>
                    <a:pt x="9" y="39"/>
                  </a:cubicBezTo>
                  <a:cubicBezTo>
                    <a:pt x="12" y="48"/>
                    <a:pt x="17" y="53"/>
                    <a:pt x="24" y="58"/>
                  </a:cubicBezTo>
                  <a:cubicBezTo>
                    <a:pt x="30" y="62"/>
                    <a:pt x="33" y="64"/>
                    <a:pt x="36" y="58"/>
                  </a:cubicBezTo>
                  <a:cubicBezTo>
                    <a:pt x="40" y="52"/>
                    <a:pt x="40" y="44"/>
                    <a:pt x="41" y="37"/>
                  </a:cubicBezTo>
                  <a:cubicBezTo>
                    <a:pt x="43" y="29"/>
                    <a:pt x="43" y="22"/>
                    <a:pt x="39" y="15"/>
                  </a:cubicBezTo>
                  <a:cubicBezTo>
                    <a:pt x="36" y="11"/>
                    <a:pt x="31" y="5"/>
                    <a:pt x="27" y="2"/>
                  </a:cubicBezTo>
                  <a:cubicBezTo>
                    <a:pt x="23" y="0"/>
                    <a:pt x="20" y="1"/>
                    <a:pt x="15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82">
              <a:extLst>
                <a:ext uri="{FF2B5EF4-FFF2-40B4-BE49-F238E27FC236}">
                  <a16:creationId xmlns:a16="http://schemas.microsoft.com/office/drawing/2014/main" id="{0202F9E9-09DC-46C8-9336-B99DC24D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857"/>
              <a:ext cx="77" cy="101"/>
            </a:xfrm>
            <a:custGeom>
              <a:avLst/>
              <a:gdLst>
                <a:gd name="T0" fmla="*/ 124 w 39"/>
                <a:gd name="T1" fmla="*/ 120 h 48"/>
                <a:gd name="T2" fmla="*/ 515 w 39"/>
                <a:gd name="T3" fmla="*/ 1761 h 48"/>
                <a:gd name="T4" fmla="*/ 1048 w 39"/>
                <a:gd name="T5" fmla="*/ 1191 h 48"/>
                <a:gd name="T6" fmla="*/ 717 w 39"/>
                <a:gd name="T7" fmla="*/ 337 h 48"/>
                <a:gd name="T8" fmla="*/ 215 w 39"/>
                <a:gd name="T9" fmla="*/ 0 h 48"/>
                <a:gd name="T10" fmla="*/ 215 w 39"/>
                <a:gd name="T11" fmla="*/ 7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8">
                  <a:moveTo>
                    <a:pt x="4" y="3"/>
                  </a:moveTo>
                  <a:cubicBezTo>
                    <a:pt x="0" y="14"/>
                    <a:pt x="6" y="36"/>
                    <a:pt x="17" y="43"/>
                  </a:cubicBezTo>
                  <a:cubicBezTo>
                    <a:pt x="27" y="48"/>
                    <a:pt x="32" y="36"/>
                    <a:pt x="35" y="29"/>
                  </a:cubicBezTo>
                  <a:cubicBezTo>
                    <a:pt x="39" y="19"/>
                    <a:pt x="33" y="12"/>
                    <a:pt x="24" y="8"/>
                  </a:cubicBezTo>
                  <a:cubicBezTo>
                    <a:pt x="19" y="6"/>
                    <a:pt x="13" y="1"/>
                    <a:pt x="7" y="0"/>
                  </a:cubicBezTo>
                  <a:cubicBezTo>
                    <a:pt x="6" y="1"/>
                    <a:pt x="7" y="1"/>
                    <a:pt x="7" y="2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83">
              <a:extLst>
                <a:ext uri="{FF2B5EF4-FFF2-40B4-BE49-F238E27FC236}">
                  <a16:creationId xmlns:a16="http://schemas.microsoft.com/office/drawing/2014/main" id="{093742AB-4578-489F-92A4-A9D251CC6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95"/>
              <a:ext cx="97" cy="67"/>
            </a:xfrm>
            <a:custGeom>
              <a:avLst/>
              <a:gdLst>
                <a:gd name="T0" fmla="*/ 309 w 49"/>
                <a:gd name="T1" fmla="*/ 0 h 32"/>
                <a:gd name="T2" fmla="*/ 279 w 49"/>
                <a:gd name="T3" fmla="*/ 1039 h 32"/>
                <a:gd name="T4" fmla="*/ 784 w 49"/>
                <a:gd name="T5" fmla="*/ 1091 h 32"/>
                <a:gd name="T6" fmla="*/ 1332 w 49"/>
                <a:gd name="T7" fmla="*/ 1175 h 32"/>
                <a:gd name="T8" fmla="*/ 1364 w 49"/>
                <a:gd name="T9" fmla="*/ 773 h 32"/>
                <a:gd name="T10" fmla="*/ 877 w 49"/>
                <a:gd name="T11" fmla="*/ 653 h 32"/>
                <a:gd name="T12" fmla="*/ 521 w 49"/>
                <a:gd name="T13" fmla="*/ 369 h 32"/>
                <a:gd name="T14" fmla="*/ 340 w 49"/>
                <a:gd name="T15" fmla="*/ 36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32">
                  <a:moveTo>
                    <a:pt x="10" y="0"/>
                  </a:moveTo>
                  <a:cubicBezTo>
                    <a:pt x="0" y="1"/>
                    <a:pt x="1" y="23"/>
                    <a:pt x="9" y="26"/>
                  </a:cubicBezTo>
                  <a:cubicBezTo>
                    <a:pt x="14" y="28"/>
                    <a:pt x="21" y="26"/>
                    <a:pt x="26" y="27"/>
                  </a:cubicBezTo>
                  <a:cubicBezTo>
                    <a:pt x="32" y="28"/>
                    <a:pt x="39" y="32"/>
                    <a:pt x="44" y="29"/>
                  </a:cubicBezTo>
                  <a:cubicBezTo>
                    <a:pt x="48" y="27"/>
                    <a:pt x="49" y="22"/>
                    <a:pt x="45" y="19"/>
                  </a:cubicBezTo>
                  <a:cubicBezTo>
                    <a:pt x="41" y="16"/>
                    <a:pt x="33" y="17"/>
                    <a:pt x="29" y="16"/>
                  </a:cubicBezTo>
                  <a:cubicBezTo>
                    <a:pt x="24" y="15"/>
                    <a:pt x="20" y="13"/>
                    <a:pt x="17" y="9"/>
                  </a:cubicBezTo>
                  <a:cubicBezTo>
                    <a:pt x="15" y="7"/>
                    <a:pt x="15" y="3"/>
                    <a:pt x="11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86" name="melanoma-skin-lesion-illustration">
            <a:extLst>
              <a:ext uri="{FF2B5EF4-FFF2-40B4-BE49-F238E27FC236}">
                <a16:creationId xmlns:a16="http://schemas.microsoft.com/office/drawing/2014/main" id="{F758B7C3-1865-40EE-83EF-14F7432E5965}"/>
              </a:ext>
            </a:extLst>
          </p:cNvPr>
          <p:cNvGrpSpPr>
            <a:grpSpLocks/>
          </p:cNvGrpSpPr>
          <p:nvPr/>
        </p:nvGrpSpPr>
        <p:grpSpPr bwMode="auto">
          <a:xfrm>
            <a:off x="5522913" y="4246563"/>
            <a:ext cx="1144587" cy="1222375"/>
            <a:chOff x="2369" y="2299"/>
            <a:chExt cx="1021" cy="1090"/>
          </a:xfrm>
        </p:grpSpPr>
        <p:sp>
          <p:nvSpPr>
            <p:cNvPr id="19497" name="Freeform 85">
              <a:extLst>
                <a:ext uri="{FF2B5EF4-FFF2-40B4-BE49-F238E27FC236}">
                  <a16:creationId xmlns:a16="http://schemas.microsoft.com/office/drawing/2014/main" id="{AB91228A-340B-4EC1-858E-0C1D7DCB6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565"/>
              <a:ext cx="528" cy="406"/>
            </a:xfrm>
            <a:custGeom>
              <a:avLst/>
              <a:gdLst>
                <a:gd name="T0" fmla="*/ 0 w 267"/>
                <a:gd name="T1" fmla="*/ 4181 h 192"/>
                <a:gd name="T2" fmla="*/ 548 w 267"/>
                <a:gd name="T3" fmla="*/ 2239 h 192"/>
                <a:gd name="T4" fmla="*/ 1177 w 267"/>
                <a:gd name="T5" fmla="*/ 719 h 192"/>
                <a:gd name="T6" fmla="*/ 2753 w 267"/>
                <a:gd name="T7" fmla="*/ 220 h 192"/>
                <a:gd name="T8" fmla="*/ 4572 w 267"/>
                <a:gd name="T9" fmla="*/ 161 h 192"/>
                <a:gd name="T10" fmla="*/ 6164 w 267"/>
                <a:gd name="T11" fmla="*/ 842 h 192"/>
                <a:gd name="T12" fmla="*/ 7712 w 267"/>
                <a:gd name="T13" fmla="*/ 4320 h 192"/>
                <a:gd name="T14" fmla="*/ 7918 w 267"/>
                <a:gd name="T15" fmla="*/ 5420 h 192"/>
                <a:gd name="T16" fmla="*/ 7744 w 267"/>
                <a:gd name="T17" fmla="*/ 6636 h 192"/>
                <a:gd name="T18" fmla="*/ 6898 w 267"/>
                <a:gd name="T19" fmla="*/ 7959 h 192"/>
                <a:gd name="T20" fmla="*/ 5017 w 267"/>
                <a:gd name="T21" fmla="*/ 6636 h 192"/>
                <a:gd name="T22" fmla="*/ 4269 w 267"/>
                <a:gd name="T23" fmla="*/ 5456 h 192"/>
                <a:gd name="T24" fmla="*/ 3180 w 267"/>
                <a:gd name="T25" fmla="*/ 4895 h 192"/>
                <a:gd name="T26" fmla="*/ 1576 w 267"/>
                <a:gd name="T27" fmla="*/ 4436 h 192"/>
                <a:gd name="T28" fmla="*/ 672 w 267"/>
                <a:gd name="T29" fmla="*/ 4895 h 192"/>
                <a:gd name="T30" fmla="*/ 32 w 267"/>
                <a:gd name="T31" fmla="*/ 4481 h 1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7" h="192">
                  <a:moveTo>
                    <a:pt x="0" y="99"/>
                  </a:moveTo>
                  <a:cubicBezTo>
                    <a:pt x="27" y="106"/>
                    <a:pt x="16" y="68"/>
                    <a:pt x="18" y="53"/>
                  </a:cubicBezTo>
                  <a:cubicBezTo>
                    <a:pt x="20" y="41"/>
                    <a:pt x="32" y="27"/>
                    <a:pt x="39" y="17"/>
                  </a:cubicBezTo>
                  <a:cubicBezTo>
                    <a:pt x="51" y="1"/>
                    <a:pt x="74" y="0"/>
                    <a:pt x="91" y="5"/>
                  </a:cubicBezTo>
                  <a:cubicBezTo>
                    <a:pt x="112" y="11"/>
                    <a:pt x="131" y="5"/>
                    <a:pt x="151" y="4"/>
                  </a:cubicBezTo>
                  <a:cubicBezTo>
                    <a:pt x="171" y="4"/>
                    <a:pt x="188" y="9"/>
                    <a:pt x="204" y="20"/>
                  </a:cubicBezTo>
                  <a:cubicBezTo>
                    <a:pt x="232" y="38"/>
                    <a:pt x="248" y="70"/>
                    <a:pt x="255" y="102"/>
                  </a:cubicBezTo>
                  <a:cubicBezTo>
                    <a:pt x="257" y="111"/>
                    <a:pt x="258" y="119"/>
                    <a:pt x="262" y="128"/>
                  </a:cubicBezTo>
                  <a:cubicBezTo>
                    <a:pt x="267" y="140"/>
                    <a:pt x="263" y="147"/>
                    <a:pt x="256" y="157"/>
                  </a:cubicBezTo>
                  <a:cubicBezTo>
                    <a:pt x="249" y="166"/>
                    <a:pt x="240" y="185"/>
                    <a:pt x="228" y="188"/>
                  </a:cubicBezTo>
                  <a:cubicBezTo>
                    <a:pt x="205" y="192"/>
                    <a:pt x="181" y="171"/>
                    <a:pt x="166" y="157"/>
                  </a:cubicBezTo>
                  <a:cubicBezTo>
                    <a:pt x="156" y="149"/>
                    <a:pt x="149" y="139"/>
                    <a:pt x="141" y="129"/>
                  </a:cubicBezTo>
                  <a:cubicBezTo>
                    <a:pt x="132" y="119"/>
                    <a:pt x="118" y="118"/>
                    <a:pt x="105" y="116"/>
                  </a:cubicBezTo>
                  <a:cubicBezTo>
                    <a:pt x="88" y="113"/>
                    <a:pt x="69" y="103"/>
                    <a:pt x="52" y="105"/>
                  </a:cubicBezTo>
                  <a:cubicBezTo>
                    <a:pt x="42" y="107"/>
                    <a:pt x="32" y="113"/>
                    <a:pt x="22" y="116"/>
                  </a:cubicBezTo>
                  <a:cubicBezTo>
                    <a:pt x="11" y="118"/>
                    <a:pt x="8" y="113"/>
                    <a:pt x="1" y="106"/>
                  </a:cubicBezTo>
                </a:path>
              </a:pathLst>
            </a:custGeom>
            <a:solidFill>
              <a:srgbClr val="AF5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Rectangle 86">
              <a:extLst>
                <a:ext uri="{FF2B5EF4-FFF2-40B4-BE49-F238E27FC236}">
                  <a16:creationId xmlns:a16="http://schemas.microsoft.com/office/drawing/2014/main" id="{A4BF9370-6030-41C4-922E-1353D7852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2299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9" name="Freeform 87">
              <a:extLst>
                <a:ext uri="{FF2B5EF4-FFF2-40B4-BE49-F238E27FC236}">
                  <a16:creationId xmlns:a16="http://schemas.microsoft.com/office/drawing/2014/main" id="{4803B72E-AD9F-4CC6-8E4A-FCCFF8B6B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576"/>
              <a:ext cx="609" cy="562"/>
            </a:xfrm>
            <a:custGeom>
              <a:avLst/>
              <a:gdLst>
                <a:gd name="T0" fmla="*/ 2143 w 308"/>
                <a:gd name="T1" fmla="*/ 1813 h 266"/>
                <a:gd name="T2" fmla="*/ 1455 w 308"/>
                <a:gd name="T3" fmla="*/ 2575 h 266"/>
                <a:gd name="T4" fmla="*/ 1267 w 308"/>
                <a:gd name="T5" fmla="*/ 4044 h 266"/>
                <a:gd name="T6" fmla="*/ 641 w 308"/>
                <a:gd name="T7" fmla="*/ 3907 h 266"/>
                <a:gd name="T8" fmla="*/ 427 w 308"/>
                <a:gd name="T9" fmla="*/ 4883 h 266"/>
                <a:gd name="T10" fmla="*/ 93 w 308"/>
                <a:gd name="T11" fmla="*/ 5603 h 266"/>
                <a:gd name="T12" fmla="*/ 751 w 308"/>
                <a:gd name="T13" fmla="*/ 7236 h 266"/>
                <a:gd name="T14" fmla="*/ 813 w 308"/>
                <a:gd name="T15" fmla="*/ 9603 h 266"/>
                <a:gd name="T16" fmla="*/ 2357 w 308"/>
                <a:gd name="T17" fmla="*/ 10317 h 266"/>
                <a:gd name="T18" fmla="*/ 5228 w 308"/>
                <a:gd name="T19" fmla="*/ 10976 h 266"/>
                <a:gd name="T20" fmla="*/ 6313 w 308"/>
                <a:gd name="T21" fmla="*/ 9723 h 266"/>
                <a:gd name="T22" fmla="*/ 7792 w 308"/>
                <a:gd name="T23" fmla="*/ 9763 h 266"/>
                <a:gd name="T24" fmla="*/ 8882 w 308"/>
                <a:gd name="T25" fmla="*/ 8808 h 266"/>
                <a:gd name="T26" fmla="*/ 9184 w 308"/>
                <a:gd name="T27" fmla="*/ 5981 h 266"/>
                <a:gd name="T28" fmla="*/ 8821 w 308"/>
                <a:gd name="T29" fmla="*/ 4621 h 266"/>
                <a:gd name="T30" fmla="*/ 8069 w 308"/>
                <a:gd name="T31" fmla="*/ 3907 h 266"/>
                <a:gd name="T32" fmla="*/ 7949 w 308"/>
                <a:gd name="T33" fmla="*/ 2772 h 266"/>
                <a:gd name="T34" fmla="*/ 7490 w 308"/>
                <a:gd name="T35" fmla="*/ 2527 h 266"/>
                <a:gd name="T36" fmla="*/ 6928 w 308"/>
                <a:gd name="T37" fmla="*/ 1557 h 266"/>
                <a:gd name="T38" fmla="*/ 6400 w 308"/>
                <a:gd name="T39" fmla="*/ 465 h 266"/>
                <a:gd name="T40" fmla="*/ 5165 w 308"/>
                <a:gd name="T41" fmla="*/ 1135 h 266"/>
                <a:gd name="T42" fmla="*/ 3836 w 308"/>
                <a:gd name="T43" fmla="*/ 594 h 266"/>
                <a:gd name="T44" fmla="*/ 3409 w 308"/>
                <a:gd name="T45" fmla="*/ 1737 h 266"/>
                <a:gd name="T46" fmla="*/ 2845 w 308"/>
                <a:gd name="T47" fmla="*/ 1432 h 266"/>
                <a:gd name="T48" fmla="*/ 2143 w 308"/>
                <a:gd name="T49" fmla="*/ 1813 h 2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08" h="266">
                  <a:moveTo>
                    <a:pt x="71" y="43"/>
                  </a:moveTo>
                  <a:cubicBezTo>
                    <a:pt x="58" y="43"/>
                    <a:pt x="49" y="48"/>
                    <a:pt x="48" y="61"/>
                  </a:cubicBezTo>
                  <a:cubicBezTo>
                    <a:pt x="46" y="73"/>
                    <a:pt x="53" y="94"/>
                    <a:pt x="42" y="96"/>
                  </a:cubicBezTo>
                  <a:cubicBezTo>
                    <a:pt x="32" y="98"/>
                    <a:pt x="25" y="86"/>
                    <a:pt x="21" y="93"/>
                  </a:cubicBezTo>
                  <a:cubicBezTo>
                    <a:pt x="18" y="100"/>
                    <a:pt x="10" y="105"/>
                    <a:pt x="14" y="116"/>
                  </a:cubicBezTo>
                  <a:cubicBezTo>
                    <a:pt x="18" y="126"/>
                    <a:pt x="7" y="124"/>
                    <a:pt x="3" y="133"/>
                  </a:cubicBezTo>
                  <a:cubicBezTo>
                    <a:pt x="0" y="142"/>
                    <a:pt x="11" y="160"/>
                    <a:pt x="25" y="172"/>
                  </a:cubicBezTo>
                  <a:cubicBezTo>
                    <a:pt x="39" y="184"/>
                    <a:pt x="15" y="214"/>
                    <a:pt x="27" y="228"/>
                  </a:cubicBezTo>
                  <a:cubicBezTo>
                    <a:pt x="40" y="243"/>
                    <a:pt x="56" y="232"/>
                    <a:pt x="78" y="245"/>
                  </a:cubicBezTo>
                  <a:cubicBezTo>
                    <a:pt x="99" y="257"/>
                    <a:pt x="159" y="266"/>
                    <a:pt x="173" y="261"/>
                  </a:cubicBezTo>
                  <a:cubicBezTo>
                    <a:pt x="187" y="255"/>
                    <a:pt x="189" y="231"/>
                    <a:pt x="209" y="231"/>
                  </a:cubicBezTo>
                  <a:cubicBezTo>
                    <a:pt x="228" y="231"/>
                    <a:pt x="242" y="239"/>
                    <a:pt x="258" y="232"/>
                  </a:cubicBezTo>
                  <a:cubicBezTo>
                    <a:pt x="274" y="225"/>
                    <a:pt x="282" y="225"/>
                    <a:pt x="294" y="209"/>
                  </a:cubicBezTo>
                  <a:cubicBezTo>
                    <a:pt x="307" y="194"/>
                    <a:pt x="308" y="153"/>
                    <a:pt x="304" y="142"/>
                  </a:cubicBezTo>
                  <a:cubicBezTo>
                    <a:pt x="301" y="132"/>
                    <a:pt x="301" y="114"/>
                    <a:pt x="292" y="110"/>
                  </a:cubicBezTo>
                  <a:cubicBezTo>
                    <a:pt x="283" y="107"/>
                    <a:pt x="269" y="109"/>
                    <a:pt x="267" y="93"/>
                  </a:cubicBezTo>
                  <a:cubicBezTo>
                    <a:pt x="265" y="77"/>
                    <a:pt x="274" y="71"/>
                    <a:pt x="263" y="66"/>
                  </a:cubicBezTo>
                  <a:cubicBezTo>
                    <a:pt x="253" y="61"/>
                    <a:pt x="261" y="64"/>
                    <a:pt x="248" y="60"/>
                  </a:cubicBezTo>
                  <a:cubicBezTo>
                    <a:pt x="236" y="57"/>
                    <a:pt x="228" y="44"/>
                    <a:pt x="229" y="37"/>
                  </a:cubicBezTo>
                  <a:cubicBezTo>
                    <a:pt x="231" y="30"/>
                    <a:pt x="232" y="6"/>
                    <a:pt x="212" y="11"/>
                  </a:cubicBezTo>
                  <a:cubicBezTo>
                    <a:pt x="193" y="17"/>
                    <a:pt x="186" y="38"/>
                    <a:pt x="171" y="27"/>
                  </a:cubicBezTo>
                  <a:cubicBezTo>
                    <a:pt x="157" y="17"/>
                    <a:pt x="137" y="0"/>
                    <a:pt x="127" y="14"/>
                  </a:cubicBezTo>
                  <a:cubicBezTo>
                    <a:pt x="116" y="29"/>
                    <a:pt x="122" y="43"/>
                    <a:pt x="113" y="41"/>
                  </a:cubicBezTo>
                  <a:cubicBezTo>
                    <a:pt x="104" y="40"/>
                    <a:pt x="102" y="34"/>
                    <a:pt x="94" y="34"/>
                  </a:cubicBezTo>
                  <a:cubicBezTo>
                    <a:pt x="85" y="34"/>
                    <a:pt x="71" y="43"/>
                    <a:pt x="71" y="43"/>
                  </a:cubicBezTo>
                  <a:close/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88">
              <a:extLst>
                <a:ext uri="{FF2B5EF4-FFF2-40B4-BE49-F238E27FC236}">
                  <a16:creationId xmlns:a16="http://schemas.microsoft.com/office/drawing/2014/main" id="{55CAF5B9-8DB7-4D10-A549-A7EF4E100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591"/>
              <a:ext cx="550" cy="515"/>
            </a:xfrm>
            <a:custGeom>
              <a:avLst/>
              <a:gdLst>
                <a:gd name="T0" fmla="*/ 1945 w 278"/>
                <a:gd name="T1" fmla="*/ 1805 h 244"/>
                <a:gd name="T2" fmla="*/ 1300 w 278"/>
                <a:gd name="T3" fmla="*/ 2482 h 244"/>
                <a:gd name="T4" fmla="*/ 1147 w 278"/>
                <a:gd name="T5" fmla="*/ 3810 h 244"/>
                <a:gd name="T6" fmla="*/ 580 w 278"/>
                <a:gd name="T7" fmla="*/ 3694 h 244"/>
                <a:gd name="T8" fmla="*/ 396 w 278"/>
                <a:gd name="T9" fmla="*/ 4521 h 244"/>
                <a:gd name="T10" fmla="*/ 93 w 278"/>
                <a:gd name="T11" fmla="*/ 5199 h 244"/>
                <a:gd name="T12" fmla="*/ 396 w 278"/>
                <a:gd name="T13" fmla="*/ 6750 h 244"/>
                <a:gd name="T14" fmla="*/ 1060 w 278"/>
                <a:gd name="T15" fmla="*/ 8331 h 244"/>
                <a:gd name="T16" fmla="*/ 2113 w 278"/>
                <a:gd name="T17" fmla="*/ 9430 h 244"/>
                <a:gd name="T18" fmla="*/ 4732 w 278"/>
                <a:gd name="T19" fmla="*/ 10007 h 244"/>
                <a:gd name="T20" fmla="*/ 5917 w 278"/>
                <a:gd name="T21" fmla="*/ 9205 h 244"/>
                <a:gd name="T22" fmla="*/ 7061 w 278"/>
                <a:gd name="T23" fmla="*/ 8972 h 244"/>
                <a:gd name="T24" fmla="*/ 7781 w 278"/>
                <a:gd name="T25" fmla="*/ 7841 h 244"/>
                <a:gd name="T26" fmla="*/ 8333 w 278"/>
                <a:gd name="T27" fmla="*/ 5538 h 244"/>
                <a:gd name="T28" fmla="*/ 7969 w 278"/>
                <a:gd name="T29" fmla="*/ 4361 h 244"/>
                <a:gd name="T30" fmla="*/ 7312 w 278"/>
                <a:gd name="T31" fmla="*/ 3694 h 244"/>
                <a:gd name="T32" fmla="*/ 7217 w 278"/>
                <a:gd name="T33" fmla="*/ 2683 h 244"/>
                <a:gd name="T34" fmla="*/ 6388 w 278"/>
                <a:gd name="T35" fmla="*/ 2041 h 244"/>
                <a:gd name="T36" fmla="*/ 5945 w 278"/>
                <a:gd name="T37" fmla="*/ 1212 h 244"/>
                <a:gd name="T38" fmla="*/ 5824 w 278"/>
                <a:gd name="T39" fmla="*/ 593 h 244"/>
                <a:gd name="T40" fmla="*/ 4701 w 278"/>
                <a:gd name="T41" fmla="*/ 1212 h 244"/>
                <a:gd name="T42" fmla="*/ 3816 w 278"/>
                <a:gd name="T43" fmla="*/ 534 h 244"/>
                <a:gd name="T44" fmla="*/ 3096 w 278"/>
                <a:gd name="T45" fmla="*/ 1729 h 244"/>
                <a:gd name="T46" fmla="*/ 2572 w 278"/>
                <a:gd name="T47" fmla="*/ 1465 h 244"/>
                <a:gd name="T48" fmla="*/ 1945 w 278"/>
                <a:gd name="T49" fmla="*/ 1805 h 2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78" h="244">
                  <a:moveTo>
                    <a:pt x="64" y="43"/>
                  </a:moveTo>
                  <a:cubicBezTo>
                    <a:pt x="53" y="43"/>
                    <a:pt x="45" y="48"/>
                    <a:pt x="43" y="59"/>
                  </a:cubicBezTo>
                  <a:cubicBezTo>
                    <a:pt x="41" y="70"/>
                    <a:pt x="48" y="89"/>
                    <a:pt x="38" y="91"/>
                  </a:cubicBezTo>
                  <a:cubicBezTo>
                    <a:pt x="29" y="92"/>
                    <a:pt x="22" y="81"/>
                    <a:pt x="19" y="88"/>
                  </a:cubicBezTo>
                  <a:cubicBezTo>
                    <a:pt x="16" y="94"/>
                    <a:pt x="10" y="99"/>
                    <a:pt x="13" y="108"/>
                  </a:cubicBezTo>
                  <a:cubicBezTo>
                    <a:pt x="16" y="118"/>
                    <a:pt x="6" y="116"/>
                    <a:pt x="3" y="124"/>
                  </a:cubicBezTo>
                  <a:cubicBezTo>
                    <a:pt x="0" y="132"/>
                    <a:pt x="0" y="150"/>
                    <a:pt x="13" y="161"/>
                  </a:cubicBezTo>
                  <a:cubicBezTo>
                    <a:pt x="26" y="172"/>
                    <a:pt x="24" y="187"/>
                    <a:pt x="35" y="199"/>
                  </a:cubicBezTo>
                  <a:cubicBezTo>
                    <a:pt x="46" y="212"/>
                    <a:pt x="51" y="214"/>
                    <a:pt x="70" y="225"/>
                  </a:cubicBezTo>
                  <a:cubicBezTo>
                    <a:pt x="89" y="236"/>
                    <a:pt x="144" y="244"/>
                    <a:pt x="156" y="239"/>
                  </a:cubicBezTo>
                  <a:cubicBezTo>
                    <a:pt x="169" y="235"/>
                    <a:pt x="177" y="220"/>
                    <a:pt x="195" y="220"/>
                  </a:cubicBezTo>
                  <a:cubicBezTo>
                    <a:pt x="212" y="220"/>
                    <a:pt x="219" y="220"/>
                    <a:pt x="233" y="214"/>
                  </a:cubicBezTo>
                  <a:cubicBezTo>
                    <a:pt x="247" y="207"/>
                    <a:pt x="246" y="201"/>
                    <a:pt x="257" y="187"/>
                  </a:cubicBezTo>
                  <a:cubicBezTo>
                    <a:pt x="268" y="172"/>
                    <a:pt x="278" y="142"/>
                    <a:pt x="275" y="132"/>
                  </a:cubicBezTo>
                  <a:cubicBezTo>
                    <a:pt x="271" y="123"/>
                    <a:pt x="271" y="107"/>
                    <a:pt x="263" y="104"/>
                  </a:cubicBezTo>
                  <a:cubicBezTo>
                    <a:pt x="255" y="100"/>
                    <a:pt x="243" y="102"/>
                    <a:pt x="241" y="88"/>
                  </a:cubicBezTo>
                  <a:cubicBezTo>
                    <a:pt x="239" y="73"/>
                    <a:pt x="247" y="68"/>
                    <a:pt x="238" y="64"/>
                  </a:cubicBezTo>
                  <a:cubicBezTo>
                    <a:pt x="228" y="59"/>
                    <a:pt x="222" y="53"/>
                    <a:pt x="211" y="49"/>
                  </a:cubicBezTo>
                  <a:cubicBezTo>
                    <a:pt x="200" y="46"/>
                    <a:pt x="195" y="35"/>
                    <a:pt x="196" y="29"/>
                  </a:cubicBezTo>
                  <a:cubicBezTo>
                    <a:pt x="198" y="22"/>
                    <a:pt x="209" y="9"/>
                    <a:pt x="192" y="14"/>
                  </a:cubicBezTo>
                  <a:cubicBezTo>
                    <a:pt x="174" y="19"/>
                    <a:pt x="168" y="38"/>
                    <a:pt x="155" y="29"/>
                  </a:cubicBezTo>
                  <a:cubicBezTo>
                    <a:pt x="142" y="19"/>
                    <a:pt x="136" y="0"/>
                    <a:pt x="126" y="13"/>
                  </a:cubicBezTo>
                  <a:cubicBezTo>
                    <a:pt x="117" y="25"/>
                    <a:pt x="110" y="43"/>
                    <a:pt x="102" y="41"/>
                  </a:cubicBezTo>
                  <a:cubicBezTo>
                    <a:pt x="94" y="40"/>
                    <a:pt x="93" y="35"/>
                    <a:pt x="85" y="35"/>
                  </a:cubicBezTo>
                  <a:cubicBezTo>
                    <a:pt x="77" y="35"/>
                    <a:pt x="64" y="43"/>
                    <a:pt x="64" y="43"/>
                  </a:cubicBezTo>
                  <a:close/>
                </a:path>
              </a:pathLst>
            </a:custGeom>
            <a:solidFill>
              <a:srgbClr val="6C2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89">
              <a:extLst>
                <a:ext uri="{FF2B5EF4-FFF2-40B4-BE49-F238E27FC236}">
                  <a16:creationId xmlns:a16="http://schemas.microsoft.com/office/drawing/2014/main" id="{D5868D68-250D-4194-9A09-13970FA5E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726"/>
              <a:ext cx="509" cy="276"/>
            </a:xfrm>
            <a:custGeom>
              <a:avLst/>
              <a:gdLst>
                <a:gd name="T0" fmla="*/ 5033 w 257"/>
                <a:gd name="T1" fmla="*/ 4199 h 131"/>
                <a:gd name="T2" fmla="*/ 4444 w 257"/>
                <a:gd name="T3" fmla="*/ 3742 h 131"/>
                <a:gd name="T4" fmla="*/ 3723 w 257"/>
                <a:gd name="T5" fmla="*/ 4949 h 131"/>
                <a:gd name="T6" fmla="*/ 1864 w 257"/>
                <a:gd name="T7" fmla="*/ 4612 h 131"/>
                <a:gd name="T8" fmla="*/ 909 w 257"/>
                <a:gd name="T9" fmla="*/ 4612 h 131"/>
                <a:gd name="T10" fmla="*/ 279 w 257"/>
                <a:gd name="T11" fmla="*/ 3702 h 131"/>
                <a:gd name="T12" fmla="*/ 95 w 257"/>
                <a:gd name="T13" fmla="*/ 2739 h 131"/>
                <a:gd name="T14" fmla="*/ 248 w 257"/>
                <a:gd name="T15" fmla="*/ 2206 h 131"/>
                <a:gd name="T16" fmla="*/ 279 w 257"/>
                <a:gd name="T17" fmla="*/ 1580 h 131"/>
                <a:gd name="T18" fmla="*/ 1616 w 257"/>
                <a:gd name="T19" fmla="*/ 750 h 131"/>
                <a:gd name="T20" fmla="*/ 1460 w 257"/>
                <a:gd name="T21" fmla="*/ 449 h 131"/>
                <a:gd name="T22" fmla="*/ 2923 w 257"/>
                <a:gd name="T23" fmla="*/ 1536 h 131"/>
                <a:gd name="T24" fmla="*/ 3597 w 257"/>
                <a:gd name="T25" fmla="*/ 1993 h 131"/>
                <a:gd name="T26" fmla="*/ 4476 w 257"/>
                <a:gd name="T27" fmla="*/ 2366 h 131"/>
                <a:gd name="T28" fmla="*/ 5181 w 257"/>
                <a:gd name="T29" fmla="*/ 2402 h 131"/>
                <a:gd name="T30" fmla="*/ 5696 w 257"/>
                <a:gd name="T31" fmla="*/ 1580 h 131"/>
                <a:gd name="T32" fmla="*/ 6308 w 257"/>
                <a:gd name="T33" fmla="*/ 870 h 131"/>
                <a:gd name="T34" fmla="*/ 6736 w 257"/>
                <a:gd name="T35" fmla="*/ 449 h 131"/>
                <a:gd name="T36" fmla="*/ 6829 w 257"/>
                <a:gd name="T37" fmla="*/ 1496 h 131"/>
                <a:gd name="T38" fmla="*/ 7401 w 257"/>
                <a:gd name="T39" fmla="*/ 1797 h 131"/>
                <a:gd name="T40" fmla="*/ 7645 w 257"/>
                <a:gd name="T41" fmla="*/ 3565 h 131"/>
                <a:gd name="T42" fmla="*/ 6213 w 257"/>
                <a:gd name="T43" fmla="*/ 4909 h 131"/>
                <a:gd name="T44" fmla="*/ 5033 w 257"/>
                <a:gd name="T45" fmla="*/ 4359 h 1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7" h="131">
                  <a:moveTo>
                    <a:pt x="165" y="101"/>
                  </a:moveTo>
                  <a:cubicBezTo>
                    <a:pt x="160" y="100"/>
                    <a:pt x="152" y="89"/>
                    <a:pt x="146" y="90"/>
                  </a:cubicBezTo>
                  <a:cubicBezTo>
                    <a:pt x="139" y="92"/>
                    <a:pt x="129" y="114"/>
                    <a:pt x="122" y="119"/>
                  </a:cubicBezTo>
                  <a:cubicBezTo>
                    <a:pt x="103" y="131"/>
                    <a:pt x="81" y="112"/>
                    <a:pt x="61" y="111"/>
                  </a:cubicBezTo>
                  <a:cubicBezTo>
                    <a:pt x="46" y="111"/>
                    <a:pt x="42" y="120"/>
                    <a:pt x="30" y="111"/>
                  </a:cubicBezTo>
                  <a:cubicBezTo>
                    <a:pt x="22" y="104"/>
                    <a:pt x="16" y="96"/>
                    <a:pt x="9" y="89"/>
                  </a:cubicBezTo>
                  <a:cubicBezTo>
                    <a:pt x="2" y="81"/>
                    <a:pt x="0" y="77"/>
                    <a:pt x="3" y="66"/>
                  </a:cubicBezTo>
                  <a:cubicBezTo>
                    <a:pt x="5" y="61"/>
                    <a:pt x="7" y="59"/>
                    <a:pt x="8" y="53"/>
                  </a:cubicBezTo>
                  <a:cubicBezTo>
                    <a:pt x="9" y="49"/>
                    <a:pt x="6" y="42"/>
                    <a:pt x="9" y="38"/>
                  </a:cubicBezTo>
                  <a:cubicBezTo>
                    <a:pt x="22" y="20"/>
                    <a:pt x="55" y="55"/>
                    <a:pt x="53" y="18"/>
                  </a:cubicBezTo>
                  <a:cubicBezTo>
                    <a:pt x="53" y="16"/>
                    <a:pt x="49" y="12"/>
                    <a:pt x="48" y="11"/>
                  </a:cubicBezTo>
                  <a:cubicBezTo>
                    <a:pt x="58" y="0"/>
                    <a:pt x="89" y="30"/>
                    <a:pt x="96" y="37"/>
                  </a:cubicBezTo>
                  <a:cubicBezTo>
                    <a:pt x="106" y="47"/>
                    <a:pt x="106" y="46"/>
                    <a:pt x="118" y="48"/>
                  </a:cubicBezTo>
                  <a:cubicBezTo>
                    <a:pt x="128" y="50"/>
                    <a:pt x="139" y="53"/>
                    <a:pt x="147" y="57"/>
                  </a:cubicBezTo>
                  <a:cubicBezTo>
                    <a:pt x="156" y="61"/>
                    <a:pt x="161" y="65"/>
                    <a:pt x="170" y="58"/>
                  </a:cubicBezTo>
                  <a:cubicBezTo>
                    <a:pt x="177" y="53"/>
                    <a:pt x="181" y="44"/>
                    <a:pt x="187" y="38"/>
                  </a:cubicBezTo>
                  <a:cubicBezTo>
                    <a:pt x="193" y="31"/>
                    <a:pt x="201" y="28"/>
                    <a:pt x="207" y="21"/>
                  </a:cubicBezTo>
                  <a:cubicBezTo>
                    <a:pt x="212" y="16"/>
                    <a:pt x="212" y="9"/>
                    <a:pt x="221" y="11"/>
                  </a:cubicBezTo>
                  <a:cubicBezTo>
                    <a:pt x="225" y="20"/>
                    <a:pt x="217" y="28"/>
                    <a:pt x="224" y="36"/>
                  </a:cubicBezTo>
                  <a:cubicBezTo>
                    <a:pt x="230" y="42"/>
                    <a:pt x="237" y="39"/>
                    <a:pt x="243" y="43"/>
                  </a:cubicBezTo>
                  <a:cubicBezTo>
                    <a:pt x="253" y="50"/>
                    <a:pt x="257" y="75"/>
                    <a:pt x="251" y="86"/>
                  </a:cubicBezTo>
                  <a:cubicBezTo>
                    <a:pt x="245" y="98"/>
                    <a:pt x="217" y="114"/>
                    <a:pt x="204" y="118"/>
                  </a:cubicBezTo>
                  <a:cubicBezTo>
                    <a:pt x="188" y="123"/>
                    <a:pt x="176" y="117"/>
                    <a:pt x="165" y="105"/>
                  </a:cubicBezTo>
                </a:path>
              </a:pathLst>
            </a:custGeom>
            <a:solidFill>
              <a:srgbClr val="5B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90">
              <a:extLst>
                <a:ext uri="{FF2B5EF4-FFF2-40B4-BE49-F238E27FC236}">
                  <a16:creationId xmlns:a16="http://schemas.microsoft.com/office/drawing/2014/main" id="{EA3261EF-1BB0-4EB5-990E-14A2569AD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783"/>
              <a:ext cx="341" cy="266"/>
            </a:xfrm>
            <a:custGeom>
              <a:avLst/>
              <a:gdLst>
                <a:gd name="T0" fmla="*/ 1316 w 172"/>
                <a:gd name="T1" fmla="*/ 414 h 126"/>
                <a:gd name="T2" fmla="*/ 585 w 172"/>
                <a:gd name="T3" fmla="*/ 76 h 126"/>
                <a:gd name="T4" fmla="*/ 436 w 172"/>
                <a:gd name="T5" fmla="*/ 967 h 126"/>
                <a:gd name="T6" fmla="*/ 0 w 172"/>
                <a:gd name="T7" fmla="*/ 1769 h 126"/>
                <a:gd name="T8" fmla="*/ 373 w 172"/>
                <a:gd name="T9" fmla="*/ 2683 h 126"/>
                <a:gd name="T10" fmla="*/ 739 w 172"/>
                <a:gd name="T11" fmla="*/ 3614 h 126"/>
                <a:gd name="T12" fmla="*/ 1069 w 172"/>
                <a:gd name="T13" fmla="*/ 4573 h 126"/>
                <a:gd name="T14" fmla="*/ 2688 w 172"/>
                <a:gd name="T15" fmla="*/ 4412 h 126"/>
                <a:gd name="T16" fmla="*/ 3180 w 172"/>
                <a:gd name="T17" fmla="*/ 3473 h 126"/>
                <a:gd name="T18" fmla="*/ 4324 w 172"/>
                <a:gd name="T19" fmla="*/ 2896 h 126"/>
                <a:gd name="T20" fmla="*/ 4076 w 172"/>
                <a:gd name="T21" fmla="*/ 1252 h 126"/>
                <a:gd name="T22" fmla="*/ 3273 w 172"/>
                <a:gd name="T23" fmla="*/ 1015 h 126"/>
                <a:gd name="T24" fmla="*/ 2688 w 172"/>
                <a:gd name="T25" fmla="*/ 253 h 126"/>
                <a:gd name="T26" fmla="*/ 2056 w 172"/>
                <a:gd name="T27" fmla="*/ 414 h 126"/>
                <a:gd name="T28" fmla="*/ 1340 w 172"/>
                <a:gd name="T29" fmla="*/ 414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126">
                  <a:moveTo>
                    <a:pt x="43" y="10"/>
                  </a:moveTo>
                  <a:cubicBezTo>
                    <a:pt x="34" y="11"/>
                    <a:pt x="26" y="0"/>
                    <a:pt x="19" y="2"/>
                  </a:cubicBezTo>
                  <a:cubicBezTo>
                    <a:pt x="11" y="5"/>
                    <a:pt x="17" y="17"/>
                    <a:pt x="14" y="23"/>
                  </a:cubicBezTo>
                  <a:cubicBezTo>
                    <a:pt x="10" y="32"/>
                    <a:pt x="0" y="31"/>
                    <a:pt x="0" y="42"/>
                  </a:cubicBezTo>
                  <a:cubicBezTo>
                    <a:pt x="0" y="50"/>
                    <a:pt x="7" y="59"/>
                    <a:pt x="12" y="64"/>
                  </a:cubicBezTo>
                  <a:cubicBezTo>
                    <a:pt x="18" y="72"/>
                    <a:pt x="20" y="75"/>
                    <a:pt x="24" y="86"/>
                  </a:cubicBezTo>
                  <a:cubicBezTo>
                    <a:pt x="26" y="92"/>
                    <a:pt x="30" y="104"/>
                    <a:pt x="35" y="109"/>
                  </a:cubicBezTo>
                  <a:cubicBezTo>
                    <a:pt x="49" y="124"/>
                    <a:pt x="79" y="126"/>
                    <a:pt x="88" y="105"/>
                  </a:cubicBezTo>
                  <a:cubicBezTo>
                    <a:pt x="94" y="92"/>
                    <a:pt x="89" y="89"/>
                    <a:pt x="104" y="83"/>
                  </a:cubicBezTo>
                  <a:cubicBezTo>
                    <a:pt x="117" y="78"/>
                    <a:pt x="128" y="73"/>
                    <a:pt x="141" y="69"/>
                  </a:cubicBezTo>
                  <a:cubicBezTo>
                    <a:pt x="172" y="59"/>
                    <a:pt x="157" y="35"/>
                    <a:pt x="133" y="30"/>
                  </a:cubicBezTo>
                  <a:cubicBezTo>
                    <a:pt x="124" y="28"/>
                    <a:pt x="116" y="27"/>
                    <a:pt x="107" y="24"/>
                  </a:cubicBezTo>
                  <a:cubicBezTo>
                    <a:pt x="96" y="20"/>
                    <a:pt x="96" y="12"/>
                    <a:pt x="88" y="6"/>
                  </a:cubicBezTo>
                  <a:cubicBezTo>
                    <a:pt x="80" y="0"/>
                    <a:pt x="76" y="6"/>
                    <a:pt x="67" y="10"/>
                  </a:cubicBezTo>
                  <a:cubicBezTo>
                    <a:pt x="56" y="15"/>
                    <a:pt x="54" y="13"/>
                    <a:pt x="44" y="10"/>
                  </a:cubicBezTo>
                </a:path>
              </a:pathLst>
            </a:custGeom>
            <a:solidFill>
              <a:srgbClr val="42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Freeform 91">
              <a:extLst>
                <a:ext uri="{FF2B5EF4-FFF2-40B4-BE49-F238E27FC236}">
                  <a16:creationId xmlns:a16="http://schemas.microsoft.com/office/drawing/2014/main" id="{6512575A-9EBC-4761-9A61-76A4BB57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798"/>
              <a:ext cx="152" cy="107"/>
            </a:xfrm>
            <a:custGeom>
              <a:avLst/>
              <a:gdLst>
                <a:gd name="T0" fmla="*/ 2217 w 77"/>
                <a:gd name="T1" fmla="*/ 657 h 51"/>
                <a:gd name="T2" fmla="*/ 1715 w 77"/>
                <a:gd name="T3" fmla="*/ 159 h 51"/>
                <a:gd name="T4" fmla="*/ 1415 w 77"/>
                <a:gd name="T5" fmla="*/ 193 h 51"/>
                <a:gd name="T6" fmla="*/ 1137 w 77"/>
                <a:gd name="T7" fmla="*/ 36 h 51"/>
                <a:gd name="T8" fmla="*/ 124 w 77"/>
                <a:gd name="T9" fmla="*/ 1412 h 51"/>
                <a:gd name="T10" fmla="*/ 1076 w 77"/>
                <a:gd name="T11" fmla="*/ 1960 h 51"/>
                <a:gd name="T12" fmla="*/ 1445 w 77"/>
                <a:gd name="T13" fmla="*/ 1884 h 51"/>
                <a:gd name="T14" fmla="*/ 1729 w 77"/>
                <a:gd name="T15" fmla="*/ 2033 h 51"/>
                <a:gd name="T16" fmla="*/ 2156 w 77"/>
                <a:gd name="T17" fmla="*/ 701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1">
                  <a:moveTo>
                    <a:pt x="74" y="16"/>
                  </a:moveTo>
                  <a:cubicBezTo>
                    <a:pt x="73" y="7"/>
                    <a:pt x="65" y="5"/>
                    <a:pt x="57" y="4"/>
                  </a:cubicBezTo>
                  <a:cubicBezTo>
                    <a:pt x="53" y="4"/>
                    <a:pt x="50" y="6"/>
                    <a:pt x="47" y="5"/>
                  </a:cubicBezTo>
                  <a:cubicBezTo>
                    <a:pt x="44" y="5"/>
                    <a:pt x="41" y="1"/>
                    <a:pt x="38" y="1"/>
                  </a:cubicBezTo>
                  <a:cubicBezTo>
                    <a:pt x="30" y="0"/>
                    <a:pt x="0" y="25"/>
                    <a:pt x="4" y="35"/>
                  </a:cubicBezTo>
                  <a:cubicBezTo>
                    <a:pt x="5" y="38"/>
                    <a:pt x="32" y="48"/>
                    <a:pt x="36" y="48"/>
                  </a:cubicBezTo>
                  <a:cubicBezTo>
                    <a:pt x="40" y="49"/>
                    <a:pt x="44" y="46"/>
                    <a:pt x="48" y="46"/>
                  </a:cubicBezTo>
                  <a:cubicBezTo>
                    <a:pt x="52" y="47"/>
                    <a:pt x="55" y="50"/>
                    <a:pt x="58" y="50"/>
                  </a:cubicBezTo>
                  <a:cubicBezTo>
                    <a:pt x="74" y="51"/>
                    <a:pt x="77" y="30"/>
                    <a:pt x="72" y="17"/>
                  </a:cubicBezTo>
                </a:path>
              </a:pathLst>
            </a:custGeom>
            <a:solidFill>
              <a:srgbClr val="42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92">
              <a:extLst>
                <a:ext uri="{FF2B5EF4-FFF2-40B4-BE49-F238E27FC236}">
                  <a16:creationId xmlns:a16="http://schemas.microsoft.com/office/drawing/2014/main" id="{E14D7024-BBA9-42EB-BF69-67BBBFFBB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922"/>
              <a:ext cx="295" cy="171"/>
            </a:xfrm>
            <a:custGeom>
              <a:avLst/>
              <a:gdLst>
                <a:gd name="T0" fmla="*/ 63 w 149"/>
                <a:gd name="T1" fmla="*/ 2523 h 81"/>
                <a:gd name="T2" fmla="*/ 816 w 149"/>
                <a:gd name="T3" fmla="*/ 1391 h 81"/>
                <a:gd name="T4" fmla="*/ 1893 w 149"/>
                <a:gd name="T5" fmla="*/ 790 h 81"/>
                <a:gd name="T6" fmla="*/ 2764 w 149"/>
                <a:gd name="T7" fmla="*/ 76 h 81"/>
                <a:gd name="T8" fmla="*/ 3780 w 149"/>
                <a:gd name="T9" fmla="*/ 304 h 81"/>
                <a:gd name="T10" fmla="*/ 4409 w 149"/>
                <a:gd name="T11" fmla="*/ 914 h 81"/>
                <a:gd name="T12" fmla="*/ 3857 w 149"/>
                <a:gd name="T13" fmla="*/ 2006 h 81"/>
                <a:gd name="T14" fmla="*/ 2669 w 149"/>
                <a:gd name="T15" fmla="*/ 2343 h 81"/>
                <a:gd name="T16" fmla="*/ 1677 w 149"/>
                <a:gd name="T17" fmla="*/ 3057 h 81"/>
                <a:gd name="T18" fmla="*/ 0 w 149"/>
                <a:gd name="T19" fmla="*/ 2719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81">
                  <a:moveTo>
                    <a:pt x="2" y="60"/>
                  </a:moveTo>
                  <a:cubicBezTo>
                    <a:pt x="13" y="59"/>
                    <a:pt x="20" y="40"/>
                    <a:pt x="27" y="33"/>
                  </a:cubicBezTo>
                  <a:cubicBezTo>
                    <a:pt x="38" y="23"/>
                    <a:pt x="49" y="24"/>
                    <a:pt x="62" y="19"/>
                  </a:cubicBezTo>
                  <a:cubicBezTo>
                    <a:pt x="73" y="15"/>
                    <a:pt x="80" y="4"/>
                    <a:pt x="91" y="2"/>
                  </a:cubicBezTo>
                  <a:cubicBezTo>
                    <a:pt x="103" y="0"/>
                    <a:pt x="113" y="5"/>
                    <a:pt x="124" y="7"/>
                  </a:cubicBezTo>
                  <a:cubicBezTo>
                    <a:pt x="135" y="9"/>
                    <a:pt x="142" y="10"/>
                    <a:pt x="145" y="22"/>
                  </a:cubicBezTo>
                  <a:cubicBezTo>
                    <a:pt x="149" y="37"/>
                    <a:pt x="141" y="45"/>
                    <a:pt x="127" y="48"/>
                  </a:cubicBezTo>
                  <a:cubicBezTo>
                    <a:pt x="114" y="51"/>
                    <a:pt x="100" y="50"/>
                    <a:pt x="88" y="56"/>
                  </a:cubicBezTo>
                  <a:cubicBezTo>
                    <a:pt x="77" y="61"/>
                    <a:pt x="67" y="69"/>
                    <a:pt x="55" y="73"/>
                  </a:cubicBezTo>
                  <a:cubicBezTo>
                    <a:pt x="46" y="77"/>
                    <a:pt x="0" y="81"/>
                    <a:pt x="0" y="65"/>
                  </a:cubicBezTo>
                </a:path>
              </a:pathLst>
            </a:custGeom>
            <a:solidFill>
              <a:srgbClr val="5B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93">
              <a:extLst>
                <a:ext uri="{FF2B5EF4-FFF2-40B4-BE49-F238E27FC236}">
                  <a16:creationId xmlns:a16="http://schemas.microsoft.com/office/drawing/2014/main" id="{EEC71002-49A2-4BA7-98A8-4EF286332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798"/>
              <a:ext cx="204" cy="232"/>
            </a:xfrm>
            <a:custGeom>
              <a:avLst/>
              <a:gdLst>
                <a:gd name="T0" fmla="*/ 1832 w 103"/>
                <a:gd name="T1" fmla="*/ 498 h 110"/>
                <a:gd name="T2" fmla="*/ 1157 w 103"/>
                <a:gd name="T3" fmla="*/ 297 h 110"/>
                <a:gd name="T4" fmla="*/ 707 w 103"/>
                <a:gd name="T5" fmla="*/ 36 h 110"/>
                <a:gd name="T6" fmla="*/ 396 w 103"/>
                <a:gd name="T7" fmla="*/ 966 h 110"/>
                <a:gd name="T8" fmla="*/ 95 w 103"/>
                <a:gd name="T9" fmla="*/ 1837 h 110"/>
                <a:gd name="T10" fmla="*/ 396 w 103"/>
                <a:gd name="T11" fmla="*/ 2375 h 110"/>
                <a:gd name="T12" fmla="*/ 675 w 103"/>
                <a:gd name="T13" fmla="*/ 3012 h 110"/>
                <a:gd name="T14" fmla="*/ 1064 w 103"/>
                <a:gd name="T15" fmla="*/ 3995 h 110"/>
                <a:gd name="T16" fmla="*/ 2292 w 103"/>
                <a:gd name="T17" fmla="*/ 3874 h 110"/>
                <a:gd name="T18" fmla="*/ 2892 w 103"/>
                <a:gd name="T19" fmla="*/ 2892 h 110"/>
                <a:gd name="T20" fmla="*/ 3076 w 103"/>
                <a:gd name="T21" fmla="*/ 1765 h 110"/>
                <a:gd name="T22" fmla="*/ 2557 w 103"/>
                <a:gd name="T23" fmla="*/ 413 h 110"/>
                <a:gd name="T24" fmla="*/ 1773 w 103"/>
                <a:gd name="T25" fmla="*/ 498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110">
                  <a:moveTo>
                    <a:pt x="60" y="12"/>
                  </a:moveTo>
                  <a:cubicBezTo>
                    <a:pt x="54" y="13"/>
                    <a:pt x="44" y="9"/>
                    <a:pt x="38" y="7"/>
                  </a:cubicBezTo>
                  <a:cubicBezTo>
                    <a:pt x="33" y="6"/>
                    <a:pt x="28" y="0"/>
                    <a:pt x="23" y="1"/>
                  </a:cubicBezTo>
                  <a:cubicBezTo>
                    <a:pt x="20" y="10"/>
                    <a:pt x="20" y="17"/>
                    <a:pt x="13" y="23"/>
                  </a:cubicBezTo>
                  <a:cubicBezTo>
                    <a:pt x="8" y="29"/>
                    <a:pt x="0" y="35"/>
                    <a:pt x="3" y="44"/>
                  </a:cubicBezTo>
                  <a:cubicBezTo>
                    <a:pt x="4" y="48"/>
                    <a:pt x="10" y="54"/>
                    <a:pt x="13" y="57"/>
                  </a:cubicBezTo>
                  <a:cubicBezTo>
                    <a:pt x="16" y="62"/>
                    <a:pt x="19" y="67"/>
                    <a:pt x="22" y="72"/>
                  </a:cubicBezTo>
                  <a:cubicBezTo>
                    <a:pt x="26" y="80"/>
                    <a:pt x="29" y="89"/>
                    <a:pt x="35" y="96"/>
                  </a:cubicBezTo>
                  <a:cubicBezTo>
                    <a:pt x="47" y="110"/>
                    <a:pt x="65" y="108"/>
                    <a:pt x="75" y="93"/>
                  </a:cubicBezTo>
                  <a:cubicBezTo>
                    <a:pt x="81" y="84"/>
                    <a:pt x="87" y="77"/>
                    <a:pt x="95" y="69"/>
                  </a:cubicBezTo>
                  <a:cubicBezTo>
                    <a:pt x="102" y="61"/>
                    <a:pt x="103" y="52"/>
                    <a:pt x="101" y="42"/>
                  </a:cubicBezTo>
                  <a:cubicBezTo>
                    <a:pt x="99" y="31"/>
                    <a:pt x="94" y="16"/>
                    <a:pt x="84" y="10"/>
                  </a:cubicBezTo>
                  <a:cubicBezTo>
                    <a:pt x="77" y="7"/>
                    <a:pt x="64" y="6"/>
                    <a:pt x="58" y="12"/>
                  </a:cubicBezTo>
                </a:path>
              </a:pathLst>
            </a:custGeom>
            <a:solidFill>
              <a:srgbClr val="2D1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94">
              <a:extLst>
                <a:ext uri="{FF2B5EF4-FFF2-40B4-BE49-F238E27FC236}">
                  <a16:creationId xmlns:a16="http://schemas.microsoft.com/office/drawing/2014/main" id="{9072BFD9-848D-4DBC-BD06-813AD1B95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941"/>
              <a:ext cx="257" cy="142"/>
            </a:xfrm>
            <a:custGeom>
              <a:avLst/>
              <a:gdLst>
                <a:gd name="T0" fmla="*/ 2904 w 130"/>
                <a:gd name="T1" fmla="*/ 466 h 67"/>
                <a:gd name="T2" fmla="*/ 2317 w 130"/>
                <a:gd name="T3" fmla="*/ 125 h 67"/>
                <a:gd name="T4" fmla="*/ 1756 w 130"/>
                <a:gd name="T5" fmla="*/ 161 h 67"/>
                <a:gd name="T6" fmla="*/ 813 w 130"/>
                <a:gd name="T7" fmla="*/ 850 h 67"/>
                <a:gd name="T8" fmla="*/ 579 w 130"/>
                <a:gd name="T9" fmla="*/ 1496 h 67"/>
                <a:gd name="T10" fmla="*/ 184 w 130"/>
                <a:gd name="T11" fmla="*/ 2058 h 67"/>
                <a:gd name="T12" fmla="*/ 965 w 130"/>
                <a:gd name="T13" fmla="*/ 2865 h 67"/>
                <a:gd name="T14" fmla="*/ 1817 w 130"/>
                <a:gd name="T15" fmla="*/ 2704 h 67"/>
                <a:gd name="T16" fmla="*/ 2872 w 130"/>
                <a:gd name="T17" fmla="*/ 1963 h 67"/>
                <a:gd name="T18" fmla="*/ 3677 w 130"/>
                <a:gd name="T19" fmla="*/ 1064 h 67"/>
                <a:gd name="T20" fmla="*/ 2936 w 130"/>
                <a:gd name="T21" fmla="*/ 466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67">
                  <a:moveTo>
                    <a:pt x="96" y="11"/>
                  </a:moveTo>
                  <a:cubicBezTo>
                    <a:pt x="88" y="12"/>
                    <a:pt x="83" y="5"/>
                    <a:pt x="77" y="3"/>
                  </a:cubicBezTo>
                  <a:cubicBezTo>
                    <a:pt x="70" y="0"/>
                    <a:pt x="65" y="1"/>
                    <a:pt x="58" y="4"/>
                  </a:cubicBezTo>
                  <a:cubicBezTo>
                    <a:pt x="48" y="7"/>
                    <a:pt x="32" y="10"/>
                    <a:pt x="27" y="20"/>
                  </a:cubicBezTo>
                  <a:cubicBezTo>
                    <a:pt x="24" y="25"/>
                    <a:pt x="23" y="30"/>
                    <a:pt x="19" y="35"/>
                  </a:cubicBezTo>
                  <a:cubicBezTo>
                    <a:pt x="16" y="39"/>
                    <a:pt x="8" y="43"/>
                    <a:pt x="6" y="48"/>
                  </a:cubicBezTo>
                  <a:cubicBezTo>
                    <a:pt x="0" y="62"/>
                    <a:pt x="22" y="67"/>
                    <a:pt x="32" y="67"/>
                  </a:cubicBezTo>
                  <a:cubicBezTo>
                    <a:pt x="41" y="66"/>
                    <a:pt x="51" y="65"/>
                    <a:pt x="60" y="63"/>
                  </a:cubicBezTo>
                  <a:cubicBezTo>
                    <a:pt x="72" y="60"/>
                    <a:pt x="83" y="51"/>
                    <a:pt x="95" y="46"/>
                  </a:cubicBezTo>
                  <a:cubicBezTo>
                    <a:pt x="102" y="42"/>
                    <a:pt x="130" y="37"/>
                    <a:pt x="122" y="25"/>
                  </a:cubicBezTo>
                  <a:cubicBezTo>
                    <a:pt x="118" y="19"/>
                    <a:pt x="103" y="13"/>
                    <a:pt x="97" y="11"/>
                  </a:cubicBezTo>
                </a:path>
              </a:pathLst>
            </a:custGeom>
            <a:solidFill>
              <a:srgbClr val="42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95">
              <a:extLst>
                <a:ext uri="{FF2B5EF4-FFF2-40B4-BE49-F238E27FC236}">
                  <a16:creationId xmlns:a16="http://schemas.microsoft.com/office/drawing/2014/main" id="{DA1A9FEC-0E82-440F-AD40-86173CB7B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855"/>
              <a:ext cx="81" cy="80"/>
            </a:xfrm>
            <a:custGeom>
              <a:avLst/>
              <a:gdLst>
                <a:gd name="T0" fmla="*/ 456 w 41"/>
                <a:gd name="T1" fmla="*/ 160 h 38"/>
                <a:gd name="T2" fmla="*/ 93 w 41"/>
                <a:gd name="T3" fmla="*/ 785 h 38"/>
                <a:gd name="T4" fmla="*/ 871 w 41"/>
                <a:gd name="T5" fmla="*/ 1240 h 38"/>
                <a:gd name="T6" fmla="*/ 484 w 41"/>
                <a:gd name="T7" fmla="*/ 7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15" y="4"/>
                  </a:moveTo>
                  <a:cubicBezTo>
                    <a:pt x="6" y="1"/>
                    <a:pt x="0" y="11"/>
                    <a:pt x="3" y="19"/>
                  </a:cubicBezTo>
                  <a:cubicBezTo>
                    <a:pt x="8" y="27"/>
                    <a:pt x="20" y="38"/>
                    <a:pt x="29" y="30"/>
                  </a:cubicBezTo>
                  <a:cubicBezTo>
                    <a:pt x="41" y="19"/>
                    <a:pt x="33" y="0"/>
                    <a:pt x="16" y="2"/>
                  </a:cubicBezTo>
                </a:path>
              </a:pathLst>
            </a:custGeom>
            <a:solidFill>
              <a:srgbClr val="0905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96">
              <a:extLst>
                <a:ext uri="{FF2B5EF4-FFF2-40B4-BE49-F238E27FC236}">
                  <a16:creationId xmlns:a16="http://schemas.microsoft.com/office/drawing/2014/main" id="{9B14CBD9-8212-4270-8C2A-36B15B7F7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977"/>
              <a:ext cx="64" cy="59"/>
            </a:xfrm>
            <a:custGeom>
              <a:avLst/>
              <a:gdLst>
                <a:gd name="T0" fmla="*/ 768 w 32"/>
                <a:gd name="T1" fmla="*/ 0 h 28"/>
                <a:gd name="T2" fmla="*/ 352 w 32"/>
                <a:gd name="T3" fmla="*/ 253 h 28"/>
                <a:gd name="T4" fmla="*/ 192 w 32"/>
                <a:gd name="T5" fmla="*/ 1123 h 28"/>
                <a:gd name="T6" fmla="*/ 864 w 32"/>
                <a:gd name="T7" fmla="*/ 674 h 28"/>
                <a:gd name="T8" fmla="*/ 864 w 32"/>
                <a:gd name="T9" fmla="*/ 3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24" y="0"/>
                  </a:moveTo>
                  <a:cubicBezTo>
                    <a:pt x="17" y="0"/>
                    <a:pt x="15" y="0"/>
                    <a:pt x="11" y="6"/>
                  </a:cubicBezTo>
                  <a:cubicBezTo>
                    <a:pt x="8" y="10"/>
                    <a:pt x="0" y="24"/>
                    <a:pt x="6" y="27"/>
                  </a:cubicBezTo>
                  <a:cubicBezTo>
                    <a:pt x="9" y="28"/>
                    <a:pt x="24" y="18"/>
                    <a:pt x="27" y="16"/>
                  </a:cubicBezTo>
                  <a:cubicBezTo>
                    <a:pt x="32" y="11"/>
                    <a:pt x="32" y="6"/>
                    <a:pt x="27" y="1"/>
                  </a:cubicBezTo>
                </a:path>
              </a:pathLst>
            </a:custGeom>
            <a:solidFill>
              <a:srgbClr val="2D1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87" name="asymmetrical-melanoma-skin-mole">
            <a:extLst>
              <a:ext uri="{FF2B5EF4-FFF2-40B4-BE49-F238E27FC236}">
                <a16:creationId xmlns:a16="http://schemas.microsoft.com/office/drawing/2014/main" id="{9C1875C1-0F55-4A8E-A8F1-A961074840B2}"/>
              </a:ext>
            </a:extLst>
          </p:cNvPr>
          <p:cNvGrpSpPr>
            <a:grpSpLocks/>
          </p:cNvGrpSpPr>
          <p:nvPr/>
        </p:nvGrpSpPr>
        <p:grpSpPr bwMode="auto">
          <a:xfrm>
            <a:off x="8012113" y="4246563"/>
            <a:ext cx="1146175" cy="1222375"/>
            <a:chOff x="4015" y="2297"/>
            <a:chExt cx="1022" cy="1090"/>
          </a:xfrm>
        </p:grpSpPr>
        <p:sp>
          <p:nvSpPr>
            <p:cNvPr id="19494" name="Rectangle 98">
              <a:extLst>
                <a:ext uri="{FF2B5EF4-FFF2-40B4-BE49-F238E27FC236}">
                  <a16:creationId xmlns:a16="http://schemas.microsoft.com/office/drawing/2014/main" id="{FAF7C8F6-B356-4D3E-AA45-A525D1C55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297"/>
              <a:ext cx="1022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5" name="Freeform 99">
              <a:extLst>
                <a:ext uri="{FF2B5EF4-FFF2-40B4-BE49-F238E27FC236}">
                  <a16:creationId xmlns:a16="http://schemas.microsoft.com/office/drawing/2014/main" id="{D12DA333-BD18-4232-86F2-348422735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363"/>
              <a:ext cx="990" cy="1024"/>
            </a:xfrm>
            <a:custGeom>
              <a:avLst/>
              <a:gdLst>
                <a:gd name="T0" fmla="*/ 8253 w 500"/>
                <a:gd name="T1" fmla="*/ 120 h 485"/>
                <a:gd name="T2" fmla="*/ 7241 w 500"/>
                <a:gd name="T3" fmla="*/ 160 h 485"/>
                <a:gd name="T4" fmla="*/ 5597 w 500"/>
                <a:gd name="T5" fmla="*/ 338 h 485"/>
                <a:gd name="T6" fmla="*/ 4285 w 500"/>
                <a:gd name="T7" fmla="*/ 874 h 485"/>
                <a:gd name="T8" fmla="*/ 2827 w 500"/>
                <a:gd name="T9" fmla="*/ 1507 h 485"/>
                <a:gd name="T10" fmla="*/ 1489 w 500"/>
                <a:gd name="T11" fmla="*/ 5506 h 485"/>
                <a:gd name="T12" fmla="*/ 612 w 500"/>
                <a:gd name="T13" fmla="*/ 10280 h 485"/>
                <a:gd name="T14" fmla="*/ 3564 w 500"/>
                <a:gd name="T15" fmla="*/ 17590 h 485"/>
                <a:gd name="T16" fmla="*/ 9773 w 500"/>
                <a:gd name="T17" fmla="*/ 18759 h 485"/>
                <a:gd name="T18" fmla="*/ 13506 w 500"/>
                <a:gd name="T19" fmla="*/ 14946 h 485"/>
                <a:gd name="T20" fmla="*/ 14509 w 500"/>
                <a:gd name="T21" fmla="*/ 12459 h 485"/>
                <a:gd name="T22" fmla="*/ 13910 w 500"/>
                <a:gd name="T23" fmla="*/ 5063 h 485"/>
                <a:gd name="T24" fmla="*/ 11464 w 500"/>
                <a:gd name="T25" fmla="*/ 1288 h 485"/>
                <a:gd name="T26" fmla="*/ 8849 w 500"/>
                <a:gd name="T27" fmla="*/ 160 h 485"/>
                <a:gd name="T28" fmla="*/ 8253 w 500"/>
                <a:gd name="T29" fmla="*/ 120 h 4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0" h="485">
                  <a:moveTo>
                    <a:pt x="271" y="3"/>
                  </a:moveTo>
                  <a:cubicBezTo>
                    <a:pt x="265" y="0"/>
                    <a:pt x="248" y="5"/>
                    <a:pt x="238" y="4"/>
                  </a:cubicBezTo>
                  <a:cubicBezTo>
                    <a:pt x="217" y="3"/>
                    <a:pt x="204" y="1"/>
                    <a:pt x="184" y="8"/>
                  </a:cubicBezTo>
                  <a:cubicBezTo>
                    <a:pt x="169" y="14"/>
                    <a:pt x="156" y="20"/>
                    <a:pt x="141" y="21"/>
                  </a:cubicBezTo>
                  <a:cubicBezTo>
                    <a:pt x="121" y="24"/>
                    <a:pt x="109" y="22"/>
                    <a:pt x="93" y="36"/>
                  </a:cubicBezTo>
                  <a:cubicBezTo>
                    <a:pt x="64" y="63"/>
                    <a:pt x="57" y="94"/>
                    <a:pt x="49" y="131"/>
                  </a:cubicBezTo>
                  <a:cubicBezTo>
                    <a:pt x="40" y="173"/>
                    <a:pt x="0" y="126"/>
                    <a:pt x="20" y="245"/>
                  </a:cubicBezTo>
                  <a:cubicBezTo>
                    <a:pt x="32" y="315"/>
                    <a:pt x="62" y="379"/>
                    <a:pt x="117" y="419"/>
                  </a:cubicBezTo>
                  <a:cubicBezTo>
                    <a:pt x="210" y="485"/>
                    <a:pt x="246" y="460"/>
                    <a:pt x="321" y="447"/>
                  </a:cubicBezTo>
                  <a:cubicBezTo>
                    <a:pt x="359" y="441"/>
                    <a:pt x="429" y="393"/>
                    <a:pt x="444" y="356"/>
                  </a:cubicBezTo>
                  <a:cubicBezTo>
                    <a:pt x="458" y="324"/>
                    <a:pt x="464" y="329"/>
                    <a:pt x="477" y="297"/>
                  </a:cubicBezTo>
                  <a:cubicBezTo>
                    <a:pt x="500" y="244"/>
                    <a:pt x="482" y="181"/>
                    <a:pt x="457" y="121"/>
                  </a:cubicBezTo>
                  <a:cubicBezTo>
                    <a:pt x="442" y="84"/>
                    <a:pt x="407" y="57"/>
                    <a:pt x="377" y="31"/>
                  </a:cubicBezTo>
                  <a:cubicBezTo>
                    <a:pt x="354" y="10"/>
                    <a:pt x="321" y="6"/>
                    <a:pt x="291" y="4"/>
                  </a:cubicBezTo>
                  <a:cubicBezTo>
                    <a:pt x="284" y="4"/>
                    <a:pt x="278" y="5"/>
                    <a:pt x="271" y="3"/>
                  </a:cubicBezTo>
                  <a:close/>
                </a:path>
              </a:pathLst>
            </a:custGeom>
            <a:solidFill>
              <a:srgbClr val="AF5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100">
              <a:extLst>
                <a:ext uri="{FF2B5EF4-FFF2-40B4-BE49-F238E27FC236}">
                  <a16:creationId xmlns:a16="http://schemas.microsoft.com/office/drawing/2014/main" id="{BDAB6083-DE21-43E8-BA59-E6CCAD7C4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384"/>
              <a:ext cx="937" cy="971"/>
            </a:xfrm>
            <a:custGeom>
              <a:avLst/>
              <a:gdLst>
                <a:gd name="T0" fmla="*/ 3421 w 473"/>
                <a:gd name="T1" fmla="*/ 2107 h 460"/>
                <a:gd name="T2" fmla="*/ 2680 w 473"/>
                <a:gd name="T3" fmla="*/ 3021 h 460"/>
                <a:gd name="T4" fmla="*/ 1616 w 473"/>
                <a:gd name="T5" fmla="*/ 4524 h 460"/>
                <a:gd name="T6" fmla="*/ 911 w 473"/>
                <a:gd name="T7" fmla="*/ 6037 h 460"/>
                <a:gd name="T8" fmla="*/ 156 w 473"/>
                <a:gd name="T9" fmla="*/ 7705 h 460"/>
                <a:gd name="T10" fmla="*/ 1212 w 473"/>
                <a:gd name="T11" fmla="*/ 12066 h 460"/>
                <a:gd name="T12" fmla="*/ 2653 w 473"/>
                <a:gd name="T13" fmla="*/ 15800 h 460"/>
                <a:gd name="T14" fmla="*/ 7868 w 473"/>
                <a:gd name="T15" fmla="*/ 18603 h 460"/>
                <a:gd name="T16" fmla="*/ 13280 w 473"/>
                <a:gd name="T17" fmla="*/ 13497 h 460"/>
                <a:gd name="T18" fmla="*/ 14097 w 473"/>
                <a:gd name="T19" fmla="*/ 9058 h 460"/>
                <a:gd name="T20" fmla="*/ 13122 w 473"/>
                <a:gd name="T21" fmla="*/ 5125 h 460"/>
                <a:gd name="T22" fmla="*/ 9637 w 473"/>
                <a:gd name="T23" fmla="*/ 304 h 460"/>
                <a:gd name="T24" fmla="*/ 6252 w 473"/>
                <a:gd name="T25" fmla="*/ 217 h 460"/>
                <a:gd name="T26" fmla="*/ 3881 w 473"/>
                <a:gd name="T27" fmla="*/ 1625 h 460"/>
                <a:gd name="T28" fmla="*/ 3421 w 473"/>
                <a:gd name="T29" fmla="*/ 2107 h 4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3" h="460">
                  <a:moveTo>
                    <a:pt x="112" y="50"/>
                  </a:moveTo>
                  <a:cubicBezTo>
                    <a:pt x="106" y="52"/>
                    <a:pt x="96" y="66"/>
                    <a:pt x="88" y="72"/>
                  </a:cubicBezTo>
                  <a:cubicBezTo>
                    <a:pt x="73" y="84"/>
                    <a:pt x="62" y="90"/>
                    <a:pt x="53" y="108"/>
                  </a:cubicBezTo>
                  <a:cubicBezTo>
                    <a:pt x="46" y="121"/>
                    <a:pt x="40" y="133"/>
                    <a:pt x="30" y="144"/>
                  </a:cubicBezTo>
                  <a:cubicBezTo>
                    <a:pt x="17" y="158"/>
                    <a:pt x="7" y="164"/>
                    <a:pt x="5" y="184"/>
                  </a:cubicBezTo>
                  <a:cubicBezTo>
                    <a:pt x="0" y="221"/>
                    <a:pt x="23" y="257"/>
                    <a:pt x="40" y="288"/>
                  </a:cubicBezTo>
                  <a:cubicBezTo>
                    <a:pt x="57" y="318"/>
                    <a:pt x="72" y="347"/>
                    <a:pt x="87" y="377"/>
                  </a:cubicBezTo>
                  <a:cubicBezTo>
                    <a:pt x="119" y="436"/>
                    <a:pt x="196" y="460"/>
                    <a:pt x="258" y="444"/>
                  </a:cubicBezTo>
                  <a:cubicBezTo>
                    <a:pt x="329" y="424"/>
                    <a:pt x="389" y="378"/>
                    <a:pt x="435" y="322"/>
                  </a:cubicBezTo>
                  <a:cubicBezTo>
                    <a:pt x="459" y="294"/>
                    <a:pt x="473" y="252"/>
                    <a:pt x="462" y="216"/>
                  </a:cubicBezTo>
                  <a:cubicBezTo>
                    <a:pt x="452" y="185"/>
                    <a:pt x="440" y="154"/>
                    <a:pt x="430" y="122"/>
                  </a:cubicBezTo>
                  <a:cubicBezTo>
                    <a:pt x="413" y="71"/>
                    <a:pt x="371" y="17"/>
                    <a:pt x="316" y="7"/>
                  </a:cubicBezTo>
                  <a:cubicBezTo>
                    <a:pt x="279" y="0"/>
                    <a:pt x="243" y="5"/>
                    <a:pt x="205" y="5"/>
                  </a:cubicBezTo>
                  <a:cubicBezTo>
                    <a:pt x="175" y="4"/>
                    <a:pt x="149" y="21"/>
                    <a:pt x="127" y="39"/>
                  </a:cubicBezTo>
                  <a:cubicBezTo>
                    <a:pt x="122" y="43"/>
                    <a:pt x="118" y="48"/>
                    <a:pt x="112" y="50"/>
                  </a:cubicBezTo>
                  <a:close/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88" name="Text Box 101">
            <a:extLst>
              <a:ext uri="{FF2B5EF4-FFF2-40B4-BE49-F238E27FC236}">
                <a16:creationId xmlns:a16="http://schemas.microsoft.com/office/drawing/2014/main" id="{C36DC6BD-D1F5-4485-83E1-AFA36705FD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9700" y="3182938"/>
            <a:ext cx="1730375" cy="314325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Normal beauty spot</a:t>
            </a:r>
          </a:p>
        </p:txBody>
      </p:sp>
      <p:sp>
        <p:nvSpPr>
          <p:cNvPr id="19489" name="Text Box 102">
            <a:extLst>
              <a:ext uri="{FF2B5EF4-FFF2-40B4-BE49-F238E27FC236}">
                <a16:creationId xmlns:a16="http://schemas.microsoft.com/office/drawing/2014/main" id="{D0EECD52-685C-4AFE-BB04-53B596405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64175" y="3182938"/>
            <a:ext cx="12493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Asymmetrical</a:t>
            </a:r>
          </a:p>
        </p:txBody>
      </p:sp>
      <p:sp>
        <p:nvSpPr>
          <p:cNvPr id="19490" name="Text Box 103">
            <a:extLst>
              <a:ext uri="{FF2B5EF4-FFF2-40B4-BE49-F238E27FC236}">
                <a16:creationId xmlns:a16="http://schemas.microsoft.com/office/drawing/2014/main" id="{FD533938-BAD9-45EE-8DE7-C97D439492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1300" y="3182938"/>
            <a:ext cx="15033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Irregular outlines</a:t>
            </a:r>
          </a:p>
        </p:txBody>
      </p:sp>
      <p:sp>
        <p:nvSpPr>
          <p:cNvPr id="19491" name="Text Box 104">
            <a:extLst>
              <a:ext uri="{FF2B5EF4-FFF2-40B4-BE49-F238E27FC236}">
                <a16:creationId xmlns:a16="http://schemas.microsoft.com/office/drawing/2014/main" id="{47E2534D-2BCE-4F53-98B5-B074DAAA58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1150" y="5716588"/>
            <a:ext cx="15033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Irregular outlines</a:t>
            </a:r>
          </a:p>
        </p:txBody>
      </p:sp>
      <p:sp>
        <p:nvSpPr>
          <p:cNvPr id="19492" name="Text Box 105">
            <a:extLst>
              <a:ext uri="{FF2B5EF4-FFF2-40B4-BE49-F238E27FC236}">
                <a16:creationId xmlns:a16="http://schemas.microsoft.com/office/drawing/2014/main" id="{45C7897F-9DE3-470D-AB0A-D016B37301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0350" y="5716588"/>
            <a:ext cx="14065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Several colours</a:t>
            </a:r>
          </a:p>
        </p:txBody>
      </p:sp>
      <p:sp>
        <p:nvSpPr>
          <p:cNvPr id="19493" name="Text Box 106">
            <a:extLst>
              <a:ext uri="{FF2B5EF4-FFF2-40B4-BE49-F238E27FC236}">
                <a16:creationId xmlns:a16="http://schemas.microsoft.com/office/drawing/2014/main" id="{0261544A-7E5A-4DD1-9D9B-008EDF0391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0350" y="5716588"/>
            <a:ext cx="13747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Large diameter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FCDD286F-749B-4473-B83B-6ADFAF97F5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Melanoma (2)</a:t>
            </a:r>
          </a:p>
        </p:txBody>
      </p:sp>
      <p:sp>
        <p:nvSpPr>
          <p:cNvPr id="20483" name="Oval 3">
            <a:extLst>
              <a:ext uri="{FF2B5EF4-FFF2-40B4-BE49-F238E27FC236}">
                <a16:creationId xmlns:a16="http://schemas.microsoft.com/office/drawing/2014/main" id="{D27EEEB8-C83D-4985-A099-A9BEC9BE4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5046663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84" name="Oval 4">
            <a:extLst>
              <a:ext uri="{FF2B5EF4-FFF2-40B4-BE49-F238E27FC236}">
                <a16:creationId xmlns:a16="http://schemas.microsoft.com/office/drawing/2014/main" id="{A60C0BE3-690C-494F-8E34-4EC2A39CB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50720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85" name="Oval 5">
            <a:extLst>
              <a:ext uri="{FF2B5EF4-FFF2-40B4-BE49-F238E27FC236}">
                <a16:creationId xmlns:a16="http://schemas.microsoft.com/office/drawing/2014/main" id="{E50FDA09-AFA1-4E0F-AC3C-D7438FC2F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9768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86" name="Oval 6">
            <a:extLst>
              <a:ext uri="{FF2B5EF4-FFF2-40B4-BE49-F238E27FC236}">
                <a16:creationId xmlns:a16="http://schemas.microsoft.com/office/drawing/2014/main" id="{28A2EFD5-634C-4BCA-B737-E534F36FD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989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87" name="Oval 7">
            <a:extLst>
              <a:ext uri="{FF2B5EF4-FFF2-40B4-BE49-F238E27FC236}">
                <a16:creationId xmlns:a16="http://schemas.microsoft.com/office/drawing/2014/main" id="{CEBE9385-3654-460F-8F56-758B1146E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503078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88" name="Oval 8">
            <a:extLst>
              <a:ext uri="{FF2B5EF4-FFF2-40B4-BE49-F238E27FC236}">
                <a16:creationId xmlns:a16="http://schemas.microsoft.com/office/drawing/2014/main" id="{F708AAD2-073B-45FF-B3A7-D8156E305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508793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89" name="Oval 9">
            <a:extLst>
              <a:ext uri="{FF2B5EF4-FFF2-40B4-BE49-F238E27FC236}">
                <a16:creationId xmlns:a16="http://schemas.microsoft.com/office/drawing/2014/main" id="{56441F79-06DA-41EF-BF45-5AA368D45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50847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90" name="Oval 10">
            <a:extLst>
              <a:ext uri="{FF2B5EF4-FFF2-40B4-BE49-F238E27FC236}">
                <a16:creationId xmlns:a16="http://schemas.microsoft.com/office/drawing/2014/main" id="{16576EC8-1CD0-47A7-9DC0-F997B2FA2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5027613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91" name="Oval 11">
            <a:extLst>
              <a:ext uri="{FF2B5EF4-FFF2-40B4-BE49-F238E27FC236}">
                <a16:creationId xmlns:a16="http://schemas.microsoft.com/office/drawing/2014/main" id="{ACE8A827-3F74-4343-84DD-CE5ACF272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50022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92" name="Oval 12">
            <a:extLst>
              <a:ext uri="{FF2B5EF4-FFF2-40B4-BE49-F238E27FC236}">
                <a16:creationId xmlns:a16="http://schemas.microsoft.com/office/drawing/2014/main" id="{A10EF8C6-98EB-43F5-8DAA-B6B27A1F2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7046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93" name="Oval 13">
            <a:extLst>
              <a:ext uri="{FF2B5EF4-FFF2-40B4-BE49-F238E27FC236}">
                <a16:creationId xmlns:a16="http://schemas.microsoft.com/office/drawing/2014/main" id="{22D788C7-9E65-467E-877B-5C4EDE4C1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50053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94" name="Oval 14">
            <a:extLst>
              <a:ext uri="{FF2B5EF4-FFF2-40B4-BE49-F238E27FC236}">
                <a16:creationId xmlns:a16="http://schemas.microsoft.com/office/drawing/2014/main" id="{FC635530-5E25-4866-A1E5-117E7A246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50561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95" name="Oval 15">
            <a:extLst>
              <a:ext uri="{FF2B5EF4-FFF2-40B4-BE49-F238E27FC236}">
                <a16:creationId xmlns:a16="http://schemas.microsoft.com/office/drawing/2014/main" id="{657110B3-AC6F-4B13-A9DC-78E320B5A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50561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96" name="Oval 16">
            <a:extLst>
              <a:ext uri="{FF2B5EF4-FFF2-40B4-BE49-F238E27FC236}">
                <a16:creationId xmlns:a16="http://schemas.microsoft.com/office/drawing/2014/main" id="{F3B1EDA1-1713-405C-ADB1-CF543D74C8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501491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97" name="Oval 17">
            <a:extLst>
              <a:ext uri="{FF2B5EF4-FFF2-40B4-BE49-F238E27FC236}">
                <a16:creationId xmlns:a16="http://schemas.microsoft.com/office/drawing/2014/main" id="{A8966B93-E110-4352-B3F0-119C6CA4C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5011738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98" name="Oval 18">
            <a:extLst>
              <a:ext uri="{FF2B5EF4-FFF2-40B4-BE49-F238E27FC236}">
                <a16:creationId xmlns:a16="http://schemas.microsoft.com/office/drawing/2014/main" id="{D7B37991-F09B-4F21-A47B-9F696368C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9863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499" name="Oval 19">
            <a:extLst>
              <a:ext uri="{FF2B5EF4-FFF2-40B4-BE49-F238E27FC236}">
                <a16:creationId xmlns:a16="http://schemas.microsoft.com/office/drawing/2014/main" id="{4E898EA4-CE01-42D9-97A7-95B98EDBD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5021263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500" name="Oval 20">
            <a:extLst>
              <a:ext uri="{FF2B5EF4-FFF2-40B4-BE49-F238E27FC236}">
                <a16:creationId xmlns:a16="http://schemas.microsoft.com/office/drawing/2014/main" id="{BEE11F2C-2F8C-4E9C-949E-A37B007A2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501173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501" name="Oval 21">
            <a:extLst>
              <a:ext uri="{FF2B5EF4-FFF2-40B4-BE49-F238E27FC236}">
                <a16:creationId xmlns:a16="http://schemas.microsoft.com/office/drawing/2014/main" id="{CF10BFC2-D40C-4A11-93E5-EFBDDEA558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50530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502" name="Oval 22">
            <a:extLst>
              <a:ext uri="{FF2B5EF4-FFF2-40B4-BE49-F238E27FC236}">
                <a16:creationId xmlns:a16="http://schemas.microsoft.com/office/drawing/2014/main" id="{0DDDEA0B-A5F9-4F68-B0EC-E1D938B629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50784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503" name="Oval 23">
            <a:extLst>
              <a:ext uri="{FF2B5EF4-FFF2-40B4-BE49-F238E27FC236}">
                <a16:creationId xmlns:a16="http://schemas.microsoft.com/office/drawing/2014/main" id="{4222920D-6CBC-4881-A4DD-E0FD6DB4E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508793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504" name="Oval 24">
            <a:extLst>
              <a:ext uri="{FF2B5EF4-FFF2-40B4-BE49-F238E27FC236}">
                <a16:creationId xmlns:a16="http://schemas.microsoft.com/office/drawing/2014/main" id="{533D98CC-B2A4-4FE5-BF95-14E0540DB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50815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0505" name="Oval 25">
            <a:extLst>
              <a:ext uri="{FF2B5EF4-FFF2-40B4-BE49-F238E27FC236}">
                <a16:creationId xmlns:a16="http://schemas.microsoft.com/office/drawing/2014/main" id="{E6203E84-E8AA-40D3-AA53-67E369CD6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50371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20506" name="melanoma-skin-cross-section-diagram">
            <a:extLst>
              <a:ext uri="{FF2B5EF4-FFF2-40B4-BE49-F238E27FC236}">
                <a16:creationId xmlns:a16="http://schemas.microsoft.com/office/drawing/2014/main" id="{CADBFC8D-E6E2-403B-A5E5-CB1C3C028046}"/>
              </a:ext>
            </a:extLst>
          </p:cNvPr>
          <p:cNvGrpSpPr>
            <a:grpSpLocks/>
          </p:cNvGrpSpPr>
          <p:nvPr/>
        </p:nvGrpSpPr>
        <p:grpSpPr bwMode="auto">
          <a:xfrm>
            <a:off x="2165350" y="2073275"/>
            <a:ext cx="2371725" cy="3365500"/>
            <a:chOff x="404" y="1104"/>
            <a:chExt cx="1494" cy="2120"/>
          </a:xfrm>
        </p:grpSpPr>
        <p:grpSp>
          <p:nvGrpSpPr>
            <p:cNvPr id="20990" name="Group 47">
              <a:extLst>
                <a:ext uri="{FF2B5EF4-FFF2-40B4-BE49-F238E27FC236}">
                  <a16:creationId xmlns:a16="http://schemas.microsoft.com/office/drawing/2014/main" id="{777F3206-9FB6-4D1A-820B-26ACD8B108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" y="1104"/>
              <a:ext cx="1494" cy="2120"/>
              <a:chOff x="404" y="1104"/>
              <a:chExt cx="1494" cy="2120"/>
            </a:xfrm>
          </p:grpSpPr>
          <p:sp>
            <p:nvSpPr>
              <p:cNvPr id="21039" name="Freeform 48">
                <a:extLst>
                  <a:ext uri="{FF2B5EF4-FFF2-40B4-BE49-F238E27FC236}">
                    <a16:creationId xmlns:a16="http://schemas.microsoft.com/office/drawing/2014/main" id="{E132C8F4-5834-4C16-A6E0-7D6A2B497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104"/>
                <a:ext cx="1494" cy="782"/>
              </a:xfrm>
              <a:custGeom>
                <a:avLst/>
                <a:gdLst>
                  <a:gd name="T0" fmla="*/ 17552 w 807"/>
                  <a:gd name="T1" fmla="*/ 11890 h 396"/>
                  <a:gd name="T2" fmla="*/ 0 w 807"/>
                  <a:gd name="T3" fmla="*/ 11890 h 396"/>
                  <a:gd name="T4" fmla="*/ 6237 w 807"/>
                  <a:gd name="T5" fmla="*/ 0 h 396"/>
                  <a:gd name="T6" fmla="*/ 11313 w 807"/>
                  <a:gd name="T7" fmla="*/ 0 h 396"/>
                  <a:gd name="T8" fmla="*/ 17552 w 807"/>
                  <a:gd name="T9" fmla="*/ 11890 h 3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7" h="396">
                    <a:moveTo>
                      <a:pt x="807" y="396"/>
                    </a:moveTo>
                    <a:cubicBezTo>
                      <a:pt x="0" y="396"/>
                      <a:pt x="0" y="396"/>
                      <a:pt x="0" y="396"/>
                    </a:cubicBezTo>
                    <a:cubicBezTo>
                      <a:pt x="0" y="396"/>
                      <a:pt x="236" y="151"/>
                      <a:pt x="287" y="0"/>
                    </a:cubicBezTo>
                    <a:cubicBezTo>
                      <a:pt x="520" y="0"/>
                      <a:pt x="520" y="0"/>
                      <a:pt x="520" y="0"/>
                    </a:cubicBezTo>
                    <a:cubicBezTo>
                      <a:pt x="560" y="159"/>
                      <a:pt x="807" y="396"/>
                      <a:pt x="807" y="396"/>
                    </a:cubicBezTo>
                    <a:close/>
                  </a:path>
                </a:pathLst>
              </a:custGeom>
              <a:solidFill>
                <a:srgbClr val="F9D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0" name="Freeform 49">
                <a:extLst>
                  <a:ext uri="{FF2B5EF4-FFF2-40B4-BE49-F238E27FC236}">
                    <a16:creationId xmlns:a16="http://schemas.microsoft.com/office/drawing/2014/main" id="{D94CDA1F-51FE-400D-9190-9C788503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104"/>
                <a:ext cx="1494" cy="782"/>
              </a:xfrm>
              <a:custGeom>
                <a:avLst/>
                <a:gdLst>
                  <a:gd name="T0" fmla="*/ 17552 w 807"/>
                  <a:gd name="T1" fmla="*/ 11890 h 396"/>
                  <a:gd name="T2" fmla="*/ 0 w 807"/>
                  <a:gd name="T3" fmla="*/ 11890 h 396"/>
                  <a:gd name="T4" fmla="*/ 6237 w 807"/>
                  <a:gd name="T5" fmla="*/ 0 h 396"/>
                  <a:gd name="T6" fmla="*/ 11313 w 807"/>
                  <a:gd name="T7" fmla="*/ 0 h 396"/>
                  <a:gd name="T8" fmla="*/ 17552 w 807"/>
                  <a:gd name="T9" fmla="*/ 11890 h 3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7" h="396">
                    <a:moveTo>
                      <a:pt x="807" y="396"/>
                    </a:moveTo>
                    <a:cubicBezTo>
                      <a:pt x="0" y="396"/>
                      <a:pt x="0" y="396"/>
                      <a:pt x="0" y="396"/>
                    </a:cubicBezTo>
                    <a:cubicBezTo>
                      <a:pt x="0" y="396"/>
                      <a:pt x="236" y="151"/>
                      <a:pt x="287" y="0"/>
                    </a:cubicBezTo>
                    <a:cubicBezTo>
                      <a:pt x="520" y="0"/>
                      <a:pt x="520" y="0"/>
                      <a:pt x="520" y="0"/>
                    </a:cubicBezTo>
                    <a:cubicBezTo>
                      <a:pt x="560" y="159"/>
                      <a:pt x="807" y="396"/>
                      <a:pt x="807" y="3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1" name="Freeform 50">
                <a:extLst>
                  <a:ext uri="{FF2B5EF4-FFF2-40B4-BE49-F238E27FC236}">
                    <a16:creationId xmlns:a16="http://schemas.microsoft.com/office/drawing/2014/main" id="{107426C0-1499-488F-9746-5BE9F0AFE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1446"/>
                <a:ext cx="1242" cy="429"/>
              </a:xfrm>
              <a:custGeom>
                <a:avLst/>
                <a:gdLst>
                  <a:gd name="T0" fmla="*/ 13906 w 671"/>
                  <a:gd name="T1" fmla="*/ 6492 h 217"/>
                  <a:gd name="T2" fmla="*/ 14578 w 671"/>
                  <a:gd name="T3" fmla="*/ 6550 h 217"/>
                  <a:gd name="T4" fmla="*/ 13255 w 671"/>
                  <a:gd name="T5" fmla="*/ 5409 h 217"/>
                  <a:gd name="T6" fmla="*/ 11865 w 671"/>
                  <a:gd name="T7" fmla="*/ 4861 h 217"/>
                  <a:gd name="T8" fmla="*/ 11467 w 671"/>
                  <a:gd name="T9" fmla="*/ 3740 h 217"/>
                  <a:gd name="T10" fmla="*/ 11128 w 671"/>
                  <a:gd name="T11" fmla="*/ 2845 h 217"/>
                  <a:gd name="T12" fmla="*/ 10673 w 671"/>
                  <a:gd name="T13" fmla="*/ 2293 h 217"/>
                  <a:gd name="T14" fmla="*/ 9956 w 671"/>
                  <a:gd name="T15" fmla="*/ 1724 h 217"/>
                  <a:gd name="T16" fmla="*/ 9240 w 671"/>
                  <a:gd name="T17" fmla="*/ 548 h 217"/>
                  <a:gd name="T18" fmla="*/ 7935 w 671"/>
                  <a:gd name="T19" fmla="*/ 93 h 217"/>
                  <a:gd name="T20" fmla="*/ 6538 w 671"/>
                  <a:gd name="T21" fmla="*/ 125 h 217"/>
                  <a:gd name="T22" fmla="*/ 5516 w 671"/>
                  <a:gd name="T23" fmla="*/ 1204 h 217"/>
                  <a:gd name="T24" fmla="*/ 3628 w 671"/>
                  <a:gd name="T25" fmla="*/ 2444 h 217"/>
                  <a:gd name="T26" fmla="*/ 2936 w 671"/>
                  <a:gd name="T27" fmla="*/ 4201 h 217"/>
                  <a:gd name="T28" fmla="*/ 1409 w 671"/>
                  <a:gd name="T29" fmla="*/ 5193 h 217"/>
                  <a:gd name="T30" fmla="*/ 0 w 671"/>
                  <a:gd name="T31" fmla="*/ 6492 h 217"/>
                  <a:gd name="T32" fmla="*/ 565 w 671"/>
                  <a:gd name="T33" fmla="*/ 6492 h 217"/>
                  <a:gd name="T34" fmla="*/ 13906 w 671"/>
                  <a:gd name="T35" fmla="*/ 6492 h 2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71" h="217">
                    <a:moveTo>
                      <a:pt x="640" y="215"/>
                    </a:moveTo>
                    <a:cubicBezTo>
                      <a:pt x="650" y="212"/>
                      <a:pt x="671" y="217"/>
                      <a:pt x="671" y="217"/>
                    </a:cubicBezTo>
                    <a:cubicBezTo>
                      <a:pt x="666" y="196"/>
                      <a:pt x="624" y="190"/>
                      <a:pt x="610" y="179"/>
                    </a:cubicBezTo>
                    <a:cubicBezTo>
                      <a:pt x="594" y="167"/>
                      <a:pt x="574" y="172"/>
                      <a:pt x="546" y="161"/>
                    </a:cubicBezTo>
                    <a:cubicBezTo>
                      <a:pt x="519" y="149"/>
                      <a:pt x="526" y="138"/>
                      <a:pt x="528" y="124"/>
                    </a:cubicBezTo>
                    <a:cubicBezTo>
                      <a:pt x="529" y="109"/>
                      <a:pt x="529" y="100"/>
                      <a:pt x="512" y="94"/>
                    </a:cubicBezTo>
                    <a:cubicBezTo>
                      <a:pt x="496" y="89"/>
                      <a:pt x="499" y="88"/>
                      <a:pt x="491" y="76"/>
                    </a:cubicBezTo>
                    <a:cubicBezTo>
                      <a:pt x="483" y="64"/>
                      <a:pt x="476" y="71"/>
                      <a:pt x="458" y="57"/>
                    </a:cubicBezTo>
                    <a:cubicBezTo>
                      <a:pt x="439" y="44"/>
                      <a:pt x="443" y="33"/>
                      <a:pt x="425" y="18"/>
                    </a:cubicBezTo>
                    <a:cubicBezTo>
                      <a:pt x="407" y="4"/>
                      <a:pt x="387" y="6"/>
                      <a:pt x="365" y="3"/>
                    </a:cubicBezTo>
                    <a:cubicBezTo>
                      <a:pt x="343" y="0"/>
                      <a:pt x="325" y="2"/>
                      <a:pt x="301" y="4"/>
                    </a:cubicBezTo>
                    <a:cubicBezTo>
                      <a:pt x="277" y="5"/>
                      <a:pt x="265" y="19"/>
                      <a:pt x="254" y="40"/>
                    </a:cubicBezTo>
                    <a:cubicBezTo>
                      <a:pt x="244" y="61"/>
                      <a:pt x="194" y="75"/>
                      <a:pt x="167" y="81"/>
                    </a:cubicBezTo>
                    <a:cubicBezTo>
                      <a:pt x="128" y="91"/>
                      <a:pt x="124" y="118"/>
                      <a:pt x="135" y="139"/>
                    </a:cubicBezTo>
                    <a:cubicBezTo>
                      <a:pt x="147" y="160"/>
                      <a:pt x="95" y="169"/>
                      <a:pt x="65" y="172"/>
                    </a:cubicBezTo>
                    <a:cubicBezTo>
                      <a:pt x="35" y="175"/>
                      <a:pt x="0" y="215"/>
                      <a:pt x="0" y="215"/>
                    </a:cubicBezTo>
                    <a:cubicBezTo>
                      <a:pt x="0" y="215"/>
                      <a:pt x="20" y="210"/>
                      <a:pt x="26" y="215"/>
                    </a:cubicBezTo>
                    <a:cubicBezTo>
                      <a:pt x="280" y="204"/>
                      <a:pt x="499" y="208"/>
                      <a:pt x="640" y="215"/>
                    </a:cubicBezTo>
                    <a:close/>
                  </a:path>
                </a:pathLst>
              </a:custGeom>
              <a:solidFill>
                <a:srgbClr val="F4C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2" name="Freeform 51">
                <a:extLst>
                  <a:ext uri="{FF2B5EF4-FFF2-40B4-BE49-F238E27FC236}">
                    <a16:creationId xmlns:a16="http://schemas.microsoft.com/office/drawing/2014/main" id="{4E3D25ED-BFA9-4CB4-960A-962340B25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468"/>
                <a:ext cx="1113" cy="403"/>
              </a:xfrm>
              <a:custGeom>
                <a:avLst/>
                <a:gdLst>
                  <a:gd name="T0" fmla="*/ 12219 w 601"/>
                  <a:gd name="T1" fmla="*/ 6134 h 204"/>
                  <a:gd name="T2" fmla="*/ 13091 w 601"/>
                  <a:gd name="T3" fmla="*/ 6134 h 204"/>
                  <a:gd name="T4" fmla="*/ 11719 w 601"/>
                  <a:gd name="T5" fmla="*/ 5120 h 204"/>
                  <a:gd name="T6" fmla="*/ 10587 w 601"/>
                  <a:gd name="T7" fmla="*/ 4449 h 204"/>
                  <a:gd name="T8" fmla="*/ 10065 w 601"/>
                  <a:gd name="T9" fmla="*/ 3548 h 204"/>
                  <a:gd name="T10" fmla="*/ 9871 w 601"/>
                  <a:gd name="T11" fmla="*/ 2744 h 204"/>
                  <a:gd name="T12" fmla="*/ 9363 w 601"/>
                  <a:gd name="T13" fmla="*/ 2189 h 204"/>
                  <a:gd name="T14" fmla="*/ 8739 w 601"/>
                  <a:gd name="T15" fmla="*/ 1689 h 204"/>
                  <a:gd name="T16" fmla="*/ 8104 w 601"/>
                  <a:gd name="T17" fmla="*/ 577 h 204"/>
                  <a:gd name="T18" fmla="*/ 6948 w 601"/>
                  <a:gd name="T19" fmla="*/ 124 h 204"/>
                  <a:gd name="T20" fmla="*/ 5756 w 601"/>
                  <a:gd name="T21" fmla="*/ 156 h 204"/>
                  <a:gd name="T22" fmla="*/ 4859 w 601"/>
                  <a:gd name="T23" fmla="*/ 1171 h 204"/>
                  <a:gd name="T24" fmla="*/ 3176 w 601"/>
                  <a:gd name="T25" fmla="*/ 2345 h 204"/>
                  <a:gd name="T26" fmla="*/ 2483 w 601"/>
                  <a:gd name="T27" fmla="*/ 4386 h 204"/>
                  <a:gd name="T28" fmla="*/ 1022 w 601"/>
                  <a:gd name="T29" fmla="*/ 5120 h 204"/>
                  <a:gd name="T30" fmla="*/ 0 w 601"/>
                  <a:gd name="T31" fmla="*/ 6134 h 204"/>
                  <a:gd name="T32" fmla="*/ 507 w 601"/>
                  <a:gd name="T33" fmla="*/ 6134 h 204"/>
                  <a:gd name="T34" fmla="*/ 12219 w 601"/>
                  <a:gd name="T35" fmla="*/ 6134 h 20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01" h="204">
                    <a:moveTo>
                      <a:pt x="561" y="204"/>
                    </a:moveTo>
                    <a:cubicBezTo>
                      <a:pt x="570" y="202"/>
                      <a:pt x="601" y="204"/>
                      <a:pt x="601" y="204"/>
                    </a:cubicBezTo>
                    <a:cubicBezTo>
                      <a:pt x="597" y="184"/>
                      <a:pt x="547" y="183"/>
                      <a:pt x="538" y="170"/>
                    </a:cubicBezTo>
                    <a:cubicBezTo>
                      <a:pt x="529" y="157"/>
                      <a:pt x="510" y="159"/>
                      <a:pt x="486" y="148"/>
                    </a:cubicBezTo>
                    <a:cubicBezTo>
                      <a:pt x="462" y="138"/>
                      <a:pt x="461" y="132"/>
                      <a:pt x="462" y="118"/>
                    </a:cubicBezTo>
                    <a:cubicBezTo>
                      <a:pt x="464" y="105"/>
                      <a:pt x="467" y="96"/>
                      <a:pt x="453" y="91"/>
                    </a:cubicBezTo>
                    <a:cubicBezTo>
                      <a:pt x="438" y="86"/>
                      <a:pt x="437" y="84"/>
                      <a:pt x="430" y="73"/>
                    </a:cubicBezTo>
                    <a:cubicBezTo>
                      <a:pt x="423" y="62"/>
                      <a:pt x="417" y="68"/>
                      <a:pt x="401" y="56"/>
                    </a:cubicBezTo>
                    <a:cubicBezTo>
                      <a:pt x="385" y="43"/>
                      <a:pt x="388" y="32"/>
                      <a:pt x="372" y="19"/>
                    </a:cubicBezTo>
                    <a:cubicBezTo>
                      <a:pt x="357" y="5"/>
                      <a:pt x="338" y="7"/>
                      <a:pt x="319" y="4"/>
                    </a:cubicBezTo>
                    <a:cubicBezTo>
                      <a:pt x="300" y="0"/>
                      <a:pt x="285" y="3"/>
                      <a:pt x="264" y="5"/>
                    </a:cubicBezTo>
                    <a:cubicBezTo>
                      <a:pt x="243" y="6"/>
                      <a:pt x="232" y="19"/>
                      <a:pt x="223" y="39"/>
                    </a:cubicBezTo>
                    <a:cubicBezTo>
                      <a:pt x="213" y="59"/>
                      <a:pt x="170" y="72"/>
                      <a:pt x="146" y="78"/>
                    </a:cubicBezTo>
                    <a:cubicBezTo>
                      <a:pt x="108" y="87"/>
                      <a:pt x="104" y="127"/>
                      <a:pt x="114" y="146"/>
                    </a:cubicBezTo>
                    <a:cubicBezTo>
                      <a:pt x="125" y="166"/>
                      <a:pt x="73" y="167"/>
                      <a:pt x="47" y="170"/>
                    </a:cubicBezTo>
                    <a:cubicBezTo>
                      <a:pt x="21" y="173"/>
                      <a:pt x="0" y="204"/>
                      <a:pt x="0" y="204"/>
                    </a:cubicBezTo>
                    <a:cubicBezTo>
                      <a:pt x="0" y="204"/>
                      <a:pt x="17" y="200"/>
                      <a:pt x="23" y="204"/>
                    </a:cubicBezTo>
                    <a:cubicBezTo>
                      <a:pt x="245" y="193"/>
                      <a:pt x="437" y="198"/>
                      <a:pt x="561" y="204"/>
                    </a:cubicBezTo>
                    <a:close/>
                  </a:path>
                </a:pathLst>
              </a:custGeom>
              <a:solidFill>
                <a:srgbClr val="EFA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3" name="Freeform 52">
                <a:extLst>
                  <a:ext uri="{FF2B5EF4-FFF2-40B4-BE49-F238E27FC236}">
                    <a16:creationId xmlns:a16="http://schemas.microsoft.com/office/drawing/2014/main" id="{1A8FFFB1-A430-40AD-A346-A4964B147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503"/>
                <a:ext cx="992" cy="368"/>
              </a:xfrm>
              <a:custGeom>
                <a:avLst/>
                <a:gdLst>
                  <a:gd name="T0" fmla="*/ 11282 w 536"/>
                  <a:gd name="T1" fmla="*/ 5605 h 186"/>
                  <a:gd name="T2" fmla="*/ 11639 w 536"/>
                  <a:gd name="T3" fmla="*/ 5605 h 186"/>
                  <a:gd name="T4" fmla="*/ 10745 w 536"/>
                  <a:gd name="T5" fmla="*/ 4669 h 186"/>
                  <a:gd name="T6" fmla="*/ 9598 w 536"/>
                  <a:gd name="T7" fmla="*/ 4181 h 186"/>
                  <a:gd name="T8" fmla="*/ 9269 w 536"/>
                  <a:gd name="T9" fmla="*/ 3213 h 186"/>
                  <a:gd name="T10" fmla="*/ 8854 w 536"/>
                  <a:gd name="T11" fmla="*/ 2540 h 186"/>
                  <a:gd name="T12" fmla="*/ 8621 w 536"/>
                  <a:gd name="T13" fmla="*/ 1945 h 186"/>
                  <a:gd name="T14" fmla="*/ 8012 w 536"/>
                  <a:gd name="T15" fmla="*/ 1456 h 186"/>
                  <a:gd name="T16" fmla="*/ 7429 w 536"/>
                  <a:gd name="T17" fmla="*/ 427 h 186"/>
                  <a:gd name="T18" fmla="*/ 6302 w 536"/>
                  <a:gd name="T19" fmla="*/ 125 h 186"/>
                  <a:gd name="T20" fmla="*/ 5186 w 536"/>
                  <a:gd name="T21" fmla="*/ 63 h 186"/>
                  <a:gd name="T22" fmla="*/ 4344 w 536"/>
                  <a:gd name="T23" fmla="*/ 999 h 186"/>
                  <a:gd name="T24" fmla="*/ 2758 w 536"/>
                  <a:gd name="T25" fmla="*/ 2097 h 186"/>
                  <a:gd name="T26" fmla="*/ 2399 w 536"/>
                  <a:gd name="T27" fmla="*/ 3369 h 186"/>
                  <a:gd name="T28" fmla="*/ 2275 w 536"/>
                  <a:gd name="T29" fmla="*/ 4060 h 186"/>
                  <a:gd name="T30" fmla="*/ 914 w 536"/>
                  <a:gd name="T31" fmla="*/ 4764 h 186"/>
                  <a:gd name="T32" fmla="*/ 0 w 536"/>
                  <a:gd name="T33" fmla="*/ 5637 h 186"/>
                  <a:gd name="T34" fmla="*/ 222 w 536"/>
                  <a:gd name="T35" fmla="*/ 5605 h 186"/>
                  <a:gd name="T36" fmla="*/ 11282 w 536"/>
                  <a:gd name="T37" fmla="*/ 5605 h 1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36" h="186">
                    <a:moveTo>
                      <a:pt x="520" y="185"/>
                    </a:moveTo>
                    <a:cubicBezTo>
                      <a:pt x="528" y="184"/>
                      <a:pt x="536" y="185"/>
                      <a:pt x="536" y="185"/>
                    </a:cubicBezTo>
                    <a:cubicBezTo>
                      <a:pt x="532" y="167"/>
                      <a:pt x="504" y="166"/>
                      <a:pt x="495" y="154"/>
                    </a:cubicBezTo>
                    <a:cubicBezTo>
                      <a:pt x="486" y="142"/>
                      <a:pt x="465" y="148"/>
                      <a:pt x="442" y="138"/>
                    </a:cubicBezTo>
                    <a:cubicBezTo>
                      <a:pt x="419" y="128"/>
                      <a:pt x="425" y="119"/>
                      <a:pt x="427" y="106"/>
                    </a:cubicBezTo>
                    <a:cubicBezTo>
                      <a:pt x="428" y="94"/>
                      <a:pt x="422" y="89"/>
                      <a:pt x="408" y="84"/>
                    </a:cubicBezTo>
                    <a:cubicBezTo>
                      <a:pt x="394" y="79"/>
                      <a:pt x="403" y="75"/>
                      <a:pt x="397" y="64"/>
                    </a:cubicBezTo>
                    <a:cubicBezTo>
                      <a:pt x="390" y="54"/>
                      <a:pt x="384" y="60"/>
                      <a:pt x="369" y="48"/>
                    </a:cubicBezTo>
                    <a:cubicBezTo>
                      <a:pt x="353" y="37"/>
                      <a:pt x="356" y="27"/>
                      <a:pt x="342" y="14"/>
                    </a:cubicBezTo>
                    <a:cubicBezTo>
                      <a:pt x="327" y="2"/>
                      <a:pt x="308" y="7"/>
                      <a:pt x="290" y="4"/>
                    </a:cubicBezTo>
                    <a:cubicBezTo>
                      <a:pt x="271" y="1"/>
                      <a:pt x="259" y="0"/>
                      <a:pt x="239" y="2"/>
                    </a:cubicBezTo>
                    <a:cubicBezTo>
                      <a:pt x="219" y="3"/>
                      <a:pt x="209" y="15"/>
                      <a:pt x="200" y="33"/>
                    </a:cubicBezTo>
                    <a:cubicBezTo>
                      <a:pt x="191" y="51"/>
                      <a:pt x="149" y="63"/>
                      <a:pt x="127" y="69"/>
                    </a:cubicBezTo>
                    <a:cubicBezTo>
                      <a:pt x="105" y="76"/>
                      <a:pt x="102" y="98"/>
                      <a:pt x="110" y="111"/>
                    </a:cubicBezTo>
                    <a:cubicBezTo>
                      <a:pt x="118" y="124"/>
                      <a:pt x="96" y="116"/>
                      <a:pt x="105" y="134"/>
                    </a:cubicBezTo>
                    <a:cubicBezTo>
                      <a:pt x="115" y="152"/>
                      <a:pt x="67" y="154"/>
                      <a:pt x="42" y="157"/>
                    </a:cubicBezTo>
                    <a:cubicBezTo>
                      <a:pt x="17" y="160"/>
                      <a:pt x="0" y="186"/>
                      <a:pt x="0" y="186"/>
                    </a:cubicBezTo>
                    <a:cubicBezTo>
                      <a:pt x="0" y="186"/>
                      <a:pt x="5" y="181"/>
                      <a:pt x="10" y="185"/>
                    </a:cubicBezTo>
                    <a:cubicBezTo>
                      <a:pt x="221" y="175"/>
                      <a:pt x="403" y="180"/>
                      <a:pt x="520" y="185"/>
                    </a:cubicBezTo>
                    <a:close/>
                  </a:path>
                </a:pathLst>
              </a:custGeom>
              <a:solidFill>
                <a:srgbClr val="DD93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4" name="Freeform 53">
                <a:extLst>
                  <a:ext uri="{FF2B5EF4-FFF2-40B4-BE49-F238E27FC236}">
                    <a16:creationId xmlns:a16="http://schemas.microsoft.com/office/drawing/2014/main" id="{CA06CFDF-E39C-4D3B-8C8B-362147A79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1527"/>
                <a:ext cx="906" cy="484"/>
              </a:xfrm>
              <a:custGeom>
                <a:avLst/>
                <a:gdLst>
                  <a:gd name="T0" fmla="*/ 0 w 489"/>
                  <a:gd name="T1" fmla="*/ 5209 h 245"/>
                  <a:gd name="T2" fmla="*/ 813 w 489"/>
                  <a:gd name="T3" fmla="*/ 4569 h 245"/>
                  <a:gd name="T4" fmla="*/ 2073 w 489"/>
                  <a:gd name="T5" fmla="*/ 3888 h 245"/>
                  <a:gd name="T6" fmla="*/ 2157 w 489"/>
                  <a:gd name="T7" fmla="*/ 3216 h 245"/>
                  <a:gd name="T8" fmla="*/ 2512 w 489"/>
                  <a:gd name="T9" fmla="*/ 2013 h 245"/>
                  <a:gd name="T10" fmla="*/ 3969 w 489"/>
                  <a:gd name="T11" fmla="*/ 956 h 245"/>
                  <a:gd name="T12" fmla="*/ 4738 w 489"/>
                  <a:gd name="T13" fmla="*/ 32 h 245"/>
                  <a:gd name="T14" fmla="*/ 5764 w 489"/>
                  <a:gd name="T15" fmla="*/ 363 h 245"/>
                  <a:gd name="T16" fmla="*/ 6811 w 489"/>
                  <a:gd name="T17" fmla="*/ 395 h 245"/>
                  <a:gd name="T18" fmla="*/ 7354 w 489"/>
                  <a:gd name="T19" fmla="*/ 1389 h 245"/>
                  <a:gd name="T20" fmla="*/ 7930 w 489"/>
                  <a:gd name="T21" fmla="*/ 1857 h 245"/>
                  <a:gd name="T22" fmla="*/ 8143 w 489"/>
                  <a:gd name="T23" fmla="*/ 2436 h 245"/>
                  <a:gd name="T24" fmla="*/ 8523 w 489"/>
                  <a:gd name="T25" fmla="*/ 3076 h 245"/>
                  <a:gd name="T26" fmla="*/ 8828 w 489"/>
                  <a:gd name="T27" fmla="*/ 4008 h 245"/>
                  <a:gd name="T28" fmla="*/ 9883 w 489"/>
                  <a:gd name="T29" fmla="*/ 4480 h 245"/>
                  <a:gd name="T30" fmla="*/ 10679 w 489"/>
                  <a:gd name="T31" fmla="*/ 5182 h 245"/>
                  <a:gd name="T32" fmla="*/ 10216 w 489"/>
                  <a:gd name="T33" fmla="*/ 5557 h 245"/>
                  <a:gd name="T34" fmla="*/ 8912 w 489"/>
                  <a:gd name="T35" fmla="*/ 5776 h 245"/>
                  <a:gd name="T36" fmla="*/ 8191 w 489"/>
                  <a:gd name="T37" fmla="*/ 6292 h 245"/>
                  <a:gd name="T38" fmla="*/ 7682 w 489"/>
                  <a:gd name="T39" fmla="*/ 5808 h 245"/>
                  <a:gd name="T40" fmla="*/ 6457 w 489"/>
                  <a:gd name="T41" fmla="*/ 5808 h 245"/>
                  <a:gd name="T42" fmla="*/ 5375 w 489"/>
                  <a:gd name="T43" fmla="*/ 5776 h 245"/>
                  <a:gd name="T44" fmla="*/ 4686 w 489"/>
                  <a:gd name="T45" fmla="*/ 6197 h 245"/>
                  <a:gd name="T46" fmla="*/ 3996 w 489"/>
                  <a:gd name="T47" fmla="*/ 6260 h 245"/>
                  <a:gd name="T48" fmla="*/ 3429 w 489"/>
                  <a:gd name="T49" fmla="*/ 6853 h 245"/>
                  <a:gd name="T50" fmla="*/ 2737 w 489"/>
                  <a:gd name="T51" fmla="*/ 5952 h 245"/>
                  <a:gd name="T52" fmla="*/ 1743 w 489"/>
                  <a:gd name="T53" fmla="*/ 6138 h 245"/>
                  <a:gd name="T54" fmla="*/ 828 w 489"/>
                  <a:gd name="T55" fmla="*/ 5865 h 245"/>
                  <a:gd name="T56" fmla="*/ 0 w 489"/>
                  <a:gd name="T57" fmla="*/ 5209 h 24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89" h="245">
                    <a:moveTo>
                      <a:pt x="0" y="173"/>
                    </a:moveTo>
                    <a:cubicBezTo>
                      <a:pt x="0" y="173"/>
                      <a:pt x="14" y="154"/>
                      <a:pt x="37" y="152"/>
                    </a:cubicBezTo>
                    <a:cubicBezTo>
                      <a:pt x="60" y="149"/>
                      <a:pt x="103" y="147"/>
                      <a:pt x="95" y="129"/>
                    </a:cubicBezTo>
                    <a:cubicBezTo>
                      <a:pt x="86" y="112"/>
                      <a:pt x="107" y="119"/>
                      <a:pt x="99" y="107"/>
                    </a:cubicBezTo>
                    <a:cubicBezTo>
                      <a:pt x="92" y="95"/>
                      <a:pt x="95" y="73"/>
                      <a:pt x="115" y="67"/>
                    </a:cubicBezTo>
                    <a:cubicBezTo>
                      <a:pt x="135" y="61"/>
                      <a:pt x="174" y="49"/>
                      <a:pt x="182" y="32"/>
                    </a:cubicBezTo>
                    <a:cubicBezTo>
                      <a:pt x="190" y="14"/>
                      <a:pt x="199" y="3"/>
                      <a:pt x="217" y="1"/>
                    </a:cubicBezTo>
                    <a:cubicBezTo>
                      <a:pt x="236" y="0"/>
                      <a:pt x="247" y="9"/>
                      <a:pt x="264" y="12"/>
                    </a:cubicBezTo>
                    <a:cubicBezTo>
                      <a:pt x="281" y="15"/>
                      <a:pt x="298" y="1"/>
                      <a:pt x="312" y="13"/>
                    </a:cubicBezTo>
                    <a:cubicBezTo>
                      <a:pt x="325" y="26"/>
                      <a:pt x="323" y="35"/>
                      <a:pt x="337" y="46"/>
                    </a:cubicBezTo>
                    <a:cubicBezTo>
                      <a:pt x="351" y="58"/>
                      <a:pt x="356" y="52"/>
                      <a:pt x="363" y="62"/>
                    </a:cubicBezTo>
                    <a:cubicBezTo>
                      <a:pt x="369" y="72"/>
                      <a:pt x="360" y="76"/>
                      <a:pt x="373" y="81"/>
                    </a:cubicBezTo>
                    <a:cubicBezTo>
                      <a:pt x="385" y="86"/>
                      <a:pt x="392" y="90"/>
                      <a:pt x="390" y="102"/>
                    </a:cubicBezTo>
                    <a:cubicBezTo>
                      <a:pt x="389" y="115"/>
                      <a:pt x="383" y="124"/>
                      <a:pt x="404" y="133"/>
                    </a:cubicBezTo>
                    <a:cubicBezTo>
                      <a:pt x="425" y="143"/>
                      <a:pt x="445" y="138"/>
                      <a:pt x="453" y="149"/>
                    </a:cubicBezTo>
                    <a:cubicBezTo>
                      <a:pt x="461" y="160"/>
                      <a:pt x="485" y="154"/>
                      <a:pt x="489" y="172"/>
                    </a:cubicBezTo>
                    <a:cubicBezTo>
                      <a:pt x="489" y="172"/>
                      <a:pt x="478" y="177"/>
                      <a:pt x="468" y="185"/>
                    </a:cubicBezTo>
                    <a:cubicBezTo>
                      <a:pt x="459" y="193"/>
                      <a:pt x="423" y="189"/>
                      <a:pt x="408" y="192"/>
                    </a:cubicBezTo>
                    <a:cubicBezTo>
                      <a:pt x="394" y="194"/>
                      <a:pt x="392" y="207"/>
                      <a:pt x="375" y="209"/>
                    </a:cubicBezTo>
                    <a:cubicBezTo>
                      <a:pt x="358" y="211"/>
                      <a:pt x="363" y="189"/>
                      <a:pt x="352" y="193"/>
                    </a:cubicBezTo>
                    <a:cubicBezTo>
                      <a:pt x="341" y="196"/>
                      <a:pt x="311" y="202"/>
                      <a:pt x="296" y="193"/>
                    </a:cubicBezTo>
                    <a:cubicBezTo>
                      <a:pt x="280" y="184"/>
                      <a:pt x="259" y="181"/>
                      <a:pt x="246" y="192"/>
                    </a:cubicBezTo>
                    <a:cubicBezTo>
                      <a:pt x="232" y="204"/>
                      <a:pt x="223" y="211"/>
                      <a:pt x="215" y="206"/>
                    </a:cubicBezTo>
                    <a:cubicBezTo>
                      <a:pt x="207" y="202"/>
                      <a:pt x="189" y="198"/>
                      <a:pt x="183" y="208"/>
                    </a:cubicBezTo>
                    <a:cubicBezTo>
                      <a:pt x="177" y="219"/>
                      <a:pt x="172" y="245"/>
                      <a:pt x="157" y="228"/>
                    </a:cubicBezTo>
                    <a:cubicBezTo>
                      <a:pt x="142" y="211"/>
                      <a:pt x="143" y="192"/>
                      <a:pt x="125" y="198"/>
                    </a:cubicBezTo>
                    <a:cubicBezTo>
                      <a:pt x="107" y="203"/>
                      <a:pt x="91" y="216"/>
                      <a:pt x="80" y="204"/>
                    </a:cubicBezTo>
                    <a:cubicBezTo>
                      <a:pt x="70" y="193"/>
                      <a:pt x="49" y="194"/>
                      <a:pt x="38" y="195"/>
                    </a:cubicBezTo>
                    <a:cubicBezTo>
                      <a:pt x="27" y="196"/>
                      <a:pt x="0" y="173"/>
                      <a:pt x="0" y="173"/>
                    </a:cubicBezTo>
                    <a:close/>
                  </a:path>
                </a:pathLst>
              </a:custGeom>
              <a:solidFill>
                <a:srgbClr val="8B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5" name="Rectangle 54">
                <a:extLst>
                  <a:ext uri="{FF2B5EF4-FFF2-40B4-BE49-F238E27FC236}">
                    <a16:creationId xmlns:a16="http://schemas.microsoft.com/office/drawing/2014/main" id="{227CACCA-372A-47BF-B872-49248AD45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" y="1906"/>
                <a:ext cx="1490" cy="1318"/>
              </a:xfrm>
              <a:prstGeom prst="rect">
                <a:avLst/>
              </a:prstGeom>
              <a:solidFill>
                <a:srgbClr val="F9D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46" name="Freeform 55">
                <a:extLst>
                  <a:ext uri="{FF2B5EF4-FFF2-40B4-BE49-F238E27FC236}">
                    <a16:creationId xmlns:a16="http://schemas.microsoft.com/office/drawing/2014/main" id="{DA75CE26-5066-4363-830D-AAA61D8E6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819"/>
                <a:ext cx="1490" cy="664"/>
              </a:xfrm>
              <a:custGeom>
                <a:avLst/>
                <a:gdLst>
                  <a:gd name="T0" fmla="*/ 17489 w 805"/>
                  <a:gd name="T1" fmla="*/ 6025 h 336"/>
                  <a:gd name="T2" fmla="*/ 17489 w 805"/>
                  <a:gd name="T3" fmla="*/ 1020 h 336"/>
                  <a:gd name="T4" fmla="*/ 0 w 805"/>
                  <a:gd name="T5" fmla="*/ 1020 h 336"/>
                  <a:gd name="T6" fmla="*/ 0 w 805"/>
                  <a:gd name="T7" fmla="*/ 7409 h 336"/>
                  <a:gd name="T8" fmla="*/ 1325 w 805"/>
                  <a:gd name="T9" fmla="*/ 7170 h 336"/>
                  <a:gd name="T10" fmla="*/ 2549 w 805"/>
                  <a:gd name="T11" fmla="*/ 5717 h 336"/>
                  <a:gd name="T12" fmla="*/ 5338 w 805"/>
                  <a:gd name="T13" fmla="*/ 9938 h 336"/>
                  <a:gd name="T14" fmla="*/ 8065 w 805"/>
                  <a:gd name="T15" fmla="*/ 4940 h 336"/>
                  <a:gd name="T16" fmla="*/ 9956 w 805"/>
                  <a:gd name="T17" fmla="*/ 6640 h 336"/>
                  <a:gd name="T18" fmla="*/ 11929 w 805"/>
                  <a:gd name="T19" fmla="*/ 4640 h 336"/>
                  <a:gd name="T20" fmla="*/ 14659 w 805"/>
                  <a:gd name="T21" fmla="*/ 9045 h 336"/>
                  <a:gd name="T22" fmla="*/ 17489 w 805"/>
                  <a:gd name="T23" fmla="*/ 6025 h 3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5" h="336">
                    <a:moveTo>
                      <a:pt x="805" y="200"/>
                    </a:moveTo>
                    <a:cubicBezTo>
                      <a:pt x="805" y="34"/>
                      <a:pt x="805" y="34"/>
                      <a:pt x="805" y="34"/>
                    </a:cubicBezTo>
                    <a:cubicBezTo>
                      <a:pt x="805" y="34"/>
                      <a:pt x="446" y="0"/>
                      <a:pt x="0" y="34"/>
                    </a:cubicBezTo>
                    <a:cubicBezTo>
                      <a:pt x="0" y="246"/>
                      <a:pt x="0" y="246"/>
                      <a:pt x="0" y="246"/>
                    </a:cubicBezTo>
                    <a:cubicBezTo>
                      <a:pt x="0" y="246"/>
                      <a:pt x="44" y="261"/>
                      <a:pt x="61" y="238"/>
                    </a:cubicBezTo>
                    <a:cubicBezTo>
                      <a:pt x="79" y="214"/>
                      <a:pt x="86" y="189"/>
                      <a:pt x="117" y="190"/>
                    </a:cubicBezTo>
                    <a:cubicBezTo>
                      <a:pt x="176" y="193"/>
                      <a:pt x="166" y="323"/>
                      <a:pt x="246" y="330"/>
                    </a:cubicBezTo>
                    <a:cubicBezTo>
                      <a:pt x="326" y="336"/>
                      <a:pt x="306" y="167"/>
                      <a:pt x="371" y="164"/>
                    </a:cubicBezTo>
                    <a:cubicBezTo>
                      <a:pt x="426" y="162"/>
                      <a:pt x="398" y="224"/>
                      <a:pt x="458" y="220"/>
                    </a:cubicBezTo>
                    <a:cubicBezTo>
                      <a:pt x="505" y="216"/>
                      <a:pt x="484" y="143"/>
                      <a:pt x="549" y="154"/>
                    </a:cubicBezTo>
                    <a:cubicBezTo>
                      <a:pt x="620" y="165"/>
                      <a:pt x="589" y="292"/>
                      <a:pt x="675" y="300"/>
                    </a:cubicBezTo>
                    <a:cubicBezTo>
                      <a:pt x="761" y="309"/>
                      <a:pt x="715" y="195"/>
                      <a:pt x="805" y="20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7" name="Freeform 56">
                <a:extLst>
                  <a:ext uri="{FF2B5EF4-FFF2-40B4-BE49-F238E27FC236}">
                    <a16:creationId xmlns:a16="http://schemas.microsoft.com/office/drawing/2014/main" id="{A1A6B085-9B82-445C-8668-E46C90BBC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1527"/>
                <a:ext cx="906" cy="484"/>
              </a:xfrm>
              <a:custGeom>
                <a:avLst/>
                <a:gdLst>
                  <a:gd name="T0" fmla="*/ 0 w 489"/>
                  <a:gd name="T1" fmla="*/ 5209 h 245"/>
                  <a:gd name="T2" fmla="*/ 813 w 489"/>
                  <a:gd name="T3" fmla="*/ 4569 h 245"/>
                  <a:gd name="T4" fmla="*/ 2073 w 489"/>
                  <a:gd name="T5" fmla="*/ 3888 h 245"/>
                  <a:gd name="T6" fmla="*/ 2157 w 489"/>
                  <a:gd name="T7" fmla="*/ 3216 h 245"/>
                  <a:gd name="T8" fmla="*/ 2512 w 489"/>
                  <a:gd name="T9" fmla="*/ 2013 h 245"/>
                  <a:gd name="T10" fmla="*/ 3969 w 489"/>
                  <a:gd name="T11" fmla="*/ 956 h 245"/>
                  <a:gd name="T12" fmla="*/ 4738 w 489"/>
                  <a:gd name="T13" fmla="*/ 32 h 245"/>
                  <a:gd name="T14" fmla="*/ 5764 w 489"/>
                  <a:gd name="T15" fmla="*/ 363 h 245"/>
                  <a:gd name="T16" fmla="*/ 6811 w 489"/>
                  <a:gd name="T17" fmla="*/ 395 h 245"/>
                  <a:gd name="T18" fmla="*/ 7354 w 489"/>
                  <a:gd name="T19" fmla="*/ 1389 h 245"/>
                  <a:gd name="T20" fmla="*/ 7930 w 489"/>
                  <a:gd name="T21" fmla="*/ 1857 h 245"/>
                  <a:gd name="T22" fmla="*/ 8143 w 489"/>
                  <a:gd name="T23" fmla="*/ 2436 h 245"/>
                  <a:gd name="T24" fmla="*/ 8523 w 489"/>
                  <a:gd name="T25" fmla="*/ 3076 h 245"/>
                  <a:gd name="T26" fmla="*/ 8828 w 489"/>
                  <a:gd name="T27" fmla="*/ 4008 h 245"/>
                  <a:gd name="T28" fmla="*/ 9883 w 489"/>
                  <a:gd name="T29" fmla="*/ 4480 h 245"/>
                  <a:gd name="T30" fmla="*/ 10679 w 489"/>
                  <a:gd name="T31" fmla="*/ 5182 h 245"/>
                  <a:gd name="T32" fmla="*/ 10216 w 489"/>
                  <a:gd name="T33" fmla="*/ 5557 h 245"/>
                  <a:gd name="T34" fmla="*/ 8912 w 489"/>
                  <a:gd name="T35" fmla="*/ 5776 h 245"/>
                  <a:gd name="T36" fmla="*/ 8191 w 489"/>
                  <a:gd name="T37" fmla="*/ 6292 h 245"/>
                  <a:gd name="T38" fmla="*/ 7682 w 489"/>
                  <a:gd name="T39" fmla="*/ 5808 h 245"/>
                  <a:gd name="T40" fmla="*/ 6457 w 489"/>
                  <a:gd name="T41" fmla="*/ 5808 h 245"/>
                  <a:gd name="T42" fmla="*/ 5375 w 489"/>
                  <a:gd name="T43" fmla="*/ 5776 h 245"/>
                  <a:gd name="T44" fmla="*/ 4686 w 489"/>
                  <a:gd name="T45" fmla="*/ 6197 h 245"/>
                  <a:gd name="T46" fmla="*/ 3996 w 489"/>
                  <a:gd name="T47" fmla="*/ 6260 h 245"/>
                  <a:gd name="T48" fmla="*/ 3429 w 489"/>
                  <a:gd name="T49" fmla="*/ 6853 h 245"/>
                  <a:gd name="T50" fmla="*/ 2737 w 489"/>
                  <a:gd name="T51" fmla="*/ 5952 h 245"/>
                  <a:gd name="T52" fmla="*/ 1743 w 489"/>
                  <a:gd name="T53" fmla="*/ 6138 h 245"/>
                  <a:gd name="T54" fmla="*/ 828 w 489"/>
                  <a:gd name="T55" fmla="*/ 5865 h 245"/>
                  <a:gd name="T56" fmla="*/ 0 w 489"/>
                  <a:gd name="T57" fmla="*/ 5209 h 24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89" h="245">
                    <a:moveTo>
                      <a:pt x="0" y="173"/>
                    </a:moveTo>
                    <a:cubicBezTo>
                      <a:pt x="0" y="173"/>
                      <a:pt x="14" y="154"/>
                      <a:pt x="37" y="152"/>
                    </a:cubicBezTo>
                    <a:cubicBezTo>
                      <a:pt x="60" y="149"/>
                      <a:pt x="103" y="147"/>
                      <a:pt x="95" y="129"/>
                    </a:cubicBezTo>
                    <a:cubicBezTo>
                      <a:pt x="86" y="112"/>
                      <a:pt x="107" y="119"/>
                      <a:pt x="99" y="107"/>
                    </a:cubicBezTo>
                    <a:cubicBezTo>
                      <a:pt x="92" y="95"/>
                      <a:pt x="95" y="73"/>
                      <a:pt x="115" y="67"/>
                    </a:cubicBezTo>
                    <a:cubicBezTo>
                      <a:pt x="135" y="61"/>
                      <a:pt x="174" y="49"/>
                      <a:pt x="182" y="32"/>
                    </a:cubicBezTo>
                    <a:cubicBezTo>
                      <a:pt x="190" y="14"/>
                      <a:pt x="199" y="3"/>
                      <a:pt x="217" y="1"/>
                    </a:cubicBezTo>
                    <a:cubicBezTo>
                      <a:pt x="236" y="0"/>
                      <a:pt x="247" y="9"/>
                      <a:pt x="264" y="12"/>
                    </a:cubicBezTo>
                    <a:cubicBezTo>
                      <a:pt x="281" y="15"/>
                      <a:pt x="298" y="1"/>
                      <a:pt x="312" y="13"/>
                    </a:cubicBezTo>
                    <a:cubicBezTo>
                      <a:pt x="325" y="26"/>
                      <a:pt x="323" y="35"/>
                      <a:pt x="337" y="46"/>
                    </a:cubicBezTo>
                    <a:cubicBezTo>
                      <a:pt x="351" y="58"/>
                      <a:pt x="356" y="52"/>
                      <a:pt x="363" y="62"/>
                    </a:cubicBezTo>
                    <a:cubicBezTo>
                      <a:pt x="369" y="72"/>
                      <a:pt x="360" y="76"/>
                      <a:pt x="373" y="81"/>
                    </a:cubicBezTo>
                    <a:cubicBezTo>
                      <a:pt x="385" y="86"/>
                      <a:pt x="392" y="90"/>
                      <a:pt x="390" y="102"/>
                    </a:cubicBezTo>
                    <a:cubicBezTo>
                      <a:pt x="389" y="115"/>
                      <a:pt x="383" y="124"/>
                      <a:pt x="404" y="133"/>
                    </a:cubicBezTo>
                    <a:cubicBezTo>
                      <a:pt x="425" y="143"/>
                      <a:pt x="445" y="138"/>
                      <a:pt x="453" y="149"/>
                    </a:cubicBezTo>
                    <a:cubicBezTo>
                      <a:pt x="461" y="160"/>
                      <a:pt x="485" y="154"/>
                      <a:pt x="489" y="172"/>
                    </a:cubicBezTo>
                    <a:cubicBezTo>
                      <a:pt x="489" y="172"/>
                      <a:pt x="478" y="177"/>
                      <a:pt x="468" y="185"/>
                    </a:cubicBezTo>
                    <a:cubicBezTo>
                      <a:pt x="459" y="193"/>
                      <a:pt x="423" y="189"/>
                      <a:pt x="408" y="192"/>
                    </a:cubicBezTo>
                    <a:cubicBezTo>
                      <a:pt x="394" y="194"/>
                      <a:pt x="392" y="207"/>
                      <a:pt x="375" y="209"/>
                    </a:cubicBezTo>
                    <a:cubicBezTo>
                      <a:pt x="358" y="211"/>
                      <a:pt x="363" y="189"/>
                      <a:pt x="352" y="193"/>
                    </a:cubicBezTo>
                    <a:cubicBezTo>
                      <a:pt x="341" y="196"/>
                      <a:pt x="311" y="202"/>
                      <a:pt x="296" y="193"/>
                    </a:cubicBezTo>
                    <a:cubicBezTo>
                      <a:pt x="280" y="184"/>
                      <a:pt x="259" y="181"/>
                      <a:pt x="246" y="192"/>
                    </a:cubicBezTo>
                    <a:cubicBezTo>
                      <a:pt x="232" y="204"/>
                      <a:pt x="223" y="211"/>
                      <a:pt x="215" y="206"/>
                    </a:cubicBezTo>
                    <a:cubicBezTo>
                      <a:pt x="207" y="202"/>
                      <a:pt x="189" y="198"/>
                      <a:pt x="183" y="208"/>
                    </a:cubicBezTo>
                    <a:cubicBezTo>
                      <a:pt x="177" y="219"/>
                      <a:pt x="172" y="245"/>
                      <a:pt x="157" y="228"/>
                    </a:cubicBezTo>
                    <a:cubicBezTo>
                      <a:pt x="142" y="211"/>
                      <a:pt x="143" y="192"/>
                      <a:pt x="125" y="198"/>
                    </a:cubicBezTo>
                    <a:cubicBezTo>
                      <a:pt x="107" y="203"/>
                      <a:pt x="91" y="216"/>
                      <a:pt x="80" y="204"/>
                    </a:cubicBezTo>
                    <a:cubicBezTo>
                      <a:pt x="70" y="193"/>
                      <a:pt x="49" y="194"/>
                      <a:pt x="38" y="195"/>
                    </a:cubicBezTo>
                    <a:cubicBezTo>
                      <a:pt x="27" y="196"/>
                      <a:pt x="0" y="173"/>
                      <a:pt x="0" y="17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8" name="Freeform 57">
                <a:extLst>
                  <a:ext uri="{FF2B5EF4-FFF2-40B4-BE49-F238E27FC236}">
                    <a16:creationId xmlns:a16="http://schemas.microsoft.com/office/drawing/2014/main" id="{71D61E9A-129A-4526-AC8C-6826E4897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855"/>
                <a:ext cx="1490" cy="156"/>
              </a:xfrm>
              <a:custGeom>
                <a:avLst/>
                <a:gdLst>
                  <a:gd name="T0" fmla="*/ 17489 w 805"/>
                  <a:gd name="T1" fmla="*/ 484 h 79"/>
                  <a:gd name="T2" fmla="*/ 14211 w 805"/>
                  <a:gd name="T3" fmla="*/ 184 h 79"/>
                  <a:gd name="T4" fmla="*/ 14211 w 805"/>
                  <a:gd name="T5" fmla="*/ 184 h 79"/>
                  <a:gd name="T6" fmla="*/ 13754 w 805"/>
                  <a:gd name="T7" fmla="*/ 124 h 79"/>
                  <a:gd name="T8" fmla="*/ 12429 w 805"/>
                  <a:gd name="T9" fmla="*/ 332 h 79"/>
                  <a:gd name="T10" fmla="*/ 11713 w 805"/>
                  <a:gd name="T11" fmla="*/ 839 h 79"/>
                  <a:gd name="T12" fmla="*/ 11209 w 805"/>
                  <a:gd name="T13" fmla="*/ 363 h 79"/>
                  <a:gd name="T14" fmla="*/ 9986 w 805"/>
                  <a:gd name="T15" fmla="*/ 363 h 79"/>
                  <a:gd name="T16" fmla="*/ 8910 w 805"/>
                  <a:gd name="T17" fmla="*/ 332 h 79"/>
                  <a:gd name="T18" fmla="*/ 8237 w 805"/>
                  <a:gd name="T19" fmla="*/ 748 h 79"/>
                  <a:gd name="T20" fmla="*/ 7533 w 805"/>
                  <a:gd name="T21" fmla="*/ 808 h 79"/>
                  <a:gd name="T22" fmla="*/ 6969 w 805"/>
                  <a:gd name="T23" fmla="*/ 1416 h 79"/>
                  <a:gd name="T24" fmla="*/ 6277 w 805"/>
                  <a:gd name="T25" fmla="*/ 515 h 79"/>
                  <a:gd name="T26" fmla="*/ 5314 w 805"/>
                  <a:gd name="T27" fmla="*/ 687 h 79"/>
                  <a:gd name="T28" fmla="*/ 4389 w 805"/>
                  <a:gd name="T29" fmla="*/ 425 h 79"/>
                  <a:gd name="T30" fmla="*/ 3933 w 805"/>
                  <a:gd name="T31" fmla="*/ 152 h 79"/>
                  <a:gd name="T32" fmla="*/ 3780 w 805"/>
                  <a:gd name="T33" fmla="*/ 184 h 79"/>
                  <a:gd name="T34" fmla="*/ 3756 w 805"/>
                  <a:gd name="T35" fmla="*/ 152 h 79"/>
                  <a:gd name="T36" fmla="*/ 0 w 805"/>
                  <a:gd name="T37" fmla="*/ 484 h 79"/>
                  <a:gd name="T38" fmla="*/ 0 w 805"/>
                  <a:gd name="T39" fmla="*/ 839 h 79"/>
                  <a:gd name="T40" fmla="*/ 3889 w 805"/>
                  <a:gd name="T41" fmla="*/ 545 h 79"/>
                  <a:gd name="T42" fmla="*/ 4413 w 805"/>
                  <a:gd name="T43" fmla="*/ 869 h 79"/>
                  <a:gd name="T44" fmla="*/ 5314 w 805"/>
                  <a:gd name="T45" fmla="*/ 1139 h 79"/>
                  <a:gd name="T46" fmla="*/ 6304 w 805"/>
                  <a:gd name="T47" fmla="*/ 956 h 79"/>
                  <a:gd name="T48" fmla="*/ 6997 w 805"/>
                  <a:gd name="T49" fmla="*/ 1856 h 79"/>
                  <a:gd name="T50" fmla="*/ 7557 w 805"/>
                  <a:gd name="T51" fmla="*/ 1264 h 79"/>
                  <a:gd name="T52" fmla="*/ 8250 w 805"/>
                  <a:gd name="T53" fmla="*/ 1201 h 79"/>
                  <a:gd name="T54" fmla="*/ 8934 w 805"/>
                  <a:gd name="T55" fmla="*/ 776 h 79"/>
                  <a:gd name="T56" fmla="*/ 10014 w 805"/>
                  <a:gd name="T57" fmla="*/ 808 h 79"/>
                  <a:gd name="T58" fmla="*/ 11230 w 805"/>
                  <a:gd name="T59" fmla="*/ 808 h 79"/>
                  <a:gd name="T60" fmla="*/ 11737 w 805"/>
                  <a:gd name="T61" fmla="*/ 1295 h 79"/>
                  <a:gd name="T62" fmla="*/ 12453 w 805"/>
                  <a:gd name="T63" fmla="*/ 776 h 79"/>
                  <a:gd name="T64" fmla="*/ 13754 w 805"/>
                  <a:gd name="T65" fmla="*/ 577 h 79"/>
                  <a:gd name="T66" fmla="*/ 13765 w 805"/>
                  <a:gd name="T67" fmla="*/ 545 h 79"/>
                  <a:gd name="T68" fmla="*/ 17489 w 805"/>
                  <a:gd name="T69" fmla="*/ 839 h 79"/>
                  <a:gd name="T70" fmla="*/ 17489 w 805"/>
                  <a:gd name="T71" fmla="*/ 484 h 7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5" h="79">
                    <a:moveTo>
                      <a:pt x="805" y="16"/>
                    </a:moveTo>
                    <a:cubicBezTo>
                      <a:pt x="805" y="16"/>
                      <a:pt x="749" y="10"/>
                      <a:pt x="654" y="6"/>
                    </a:cubicBezTo>
                    <a:cubicBezTo>
                      <a:pt x="654" y="6"/>
                      <a:pt x="654" y="6"/>
                      <a:pt x="654" y="6"/>
                    </a:cubicBezTo>
                    <a:cubicBezTo>
                      <a:pt x="633" y="4"/>
                      <a:pt x="633" y="4"/>
                      <a:pt x="633" y="4"/>
                    </a:cubicBezTo>
                    <a:cubicBezTo>
                      <a:pt x="623" y="12"/>
                      <a:pt x="587" y="8"/>
                      <a:pt x="572" y="11"/>
                    </a:cubicBezTo>
                    <a:cubicBezTo>
                      <a:pt x="558" y="13"/>
                      <a:pt x="556" y="26"/>
                      <a:pt x="539" y="28"/>
                    </a:cubicBezTo>
                    <a:cubicBezTo>
                      <a:pt x="523" y="30"/>
                      <a:pt x="527" y="9"/>
                      <a:pt x="516" y="12"/>
                    </a:cubicBezTo>
                    <a:cubicBezTo>
                      <a:pt x="505" y="15"/>
                      <a:pt x="475" y="21"/>
                      <a:pt x="460" y="12"/>
                    </a:cubicBezTo>
                    <a:cubicBezTo>
                      <a:pt x="444" y="3"/>
                      <a:pt x="423" y="0"/>
                      <a:pt x="410" y="11"/>
                    </a:cubicBezTo>
                    <a:cubicBezTo>
                      <a:pt x="396" y="23"/>
                      <a:pt x="387" y="30"/>
                      <a:pt x="379" y="25"/>
                    </a:cubicBezTo>
                    <a:cubicBezTo>
                      <a:pt x="371" y="21"/>
                      <a:pt x="353" y="17"/>
                      <a:pt x="347" y="27"/>
                    </a:cubicBezTo>
                    <a:cubicBezTo>
                      <a:pt x="341" y="38"/>
                      <a:pt x="336" y="64"/>
                      <a:pt x="321" y="47"/>
                    </a:cubicBezTo>
                    <a:cubicBezTo>
                      <a:pt x="306" y="30"/>
                      <a:pt x="307" y="11"/>
                      <a:pt x="289" y="17"/>
                    </a:cubicBezTo>
                    <a:cubicBezTo>
                      <a:pt x="272" y="22"/>
                      <a:pt x="255" y="35"/>
                      <a:pt x="245" y="23"/>
                    </a:cubicBezTo>
                    <a:cubicBezTo>
                      <a:pt x="234" y="12"/>
                      <a:pt x="213" y="13"/>
                      <a:pt x="202" y="14"/>
                    </a:cubicBezTo>
                    <a:cubicBezTo>
                      <a:pt x="197" y="15"/>
                      <a:pt x="188" y="10"/>
                      <a:pt x="181" y="5"/>
                    </a:cubicBezTo>
                    <a:cubicBezTo>
                      <a:pt x="174" y="6"/>
                      <a:pt x="174" y="6"/>
                      <a:pt x="174" y="6"/>
                    </a:cubicBezTo>
                    <a:cubicBezTo>
                      <a:pt x="173" y="5"/>
                      <a:pt x="173" y="5"/>
                      <a:pt x="173" y="5"/>
                    </a:cubicBezTo>
                    <a:cubicBezTo>
                      <a:pt x="118" y="8"/>
                      <a:pt x="60" y="11"/>
                      <a:pt x="0" y="1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62" y="24"/>
                      <a:pt x="122" y="20"/>
                      <a:pt x="179" y="18"/>
                    </a:cubicBezTo>
                    <a:cubicBezTo>
                      <a:pt x="187" y="24"/>
                      <a:pt x="197" y="30"/>
                      <a:pt x="203" y="29"/>
                    </a:cubicBezTo>
                    <a:cubicBezTo>
                      <a:pt x="214" y="28"/>
                      <a:pt x="235" y="27"/>
                      <a:pt x="245" y="38"/>
                    </a:cubicBezTo>
                    <a:cubicBezTo>
                      <a:pt x="256" y="50"/>
                      <a:pt x="272" y="37"/>
                      <a:pt x="290" y="32"/>
                    </a:cubicBezTo>
                    <a:cubicBezTo>
                      <a:pt x="308" y="26"/>
                      <a:pt x="307" y="45"/>
                      <a:pt x="322" y="62"/>
                    </a:cubicBezTo>
                    <a:cubicBezTo>
                      <a:pt x="337" y="79"/>
                      <a:pt x="342" y="53"/>
                      <a:pt x="348" y="42"/>
                    </a:cubicBezTo>
                    <a:cubicBezTo>
                      <a:pt x="354" y="32"/>
                      <a:pt x="372" y="36"/>
                      <a:pt x="380" y="40"/>
                    </a:cubicBezTo>
                    <a:cubicBezTo>
                      <a:pt x="388" y="45"/>
                      <a:pt x="397" y="38"/>
                      <a:pt x="411" y="26"/>
                    </a:cubicBezTo>
                    <a:cubicBezTo>
                      <a:pt x="424" y="15"/>
                      <a:pt x="445" y="18"/>
                      <a:pt x="461" y="27"/>
                    </a:cubicBezTo>
                    <a:cubicBezTo>
                      <a:pt x="476" y="36"/>
                      <a:pt x="506" y="30"/>
                      <a:pt x="517" y="27"/>
                    </a:cubicBezTo>
                    <a:cubicBezTo>
                      <a:pt x="528" y="23"/>
                      <a:pt x="523" y="45"/>
                      <a:pt x="540" y="43"/>
                    </a:cubicBezTo>
                    <a:cubicBezTo>
                      <a:pt x="557" y="41"/>
                      <a:pt x="559" y="28"/>
                      <a:pt x="573" y="26"/>
                    </a:cubicBezTo>
                    <a:cubicBezTo>
                      <a:pt x="588" y="23"/>
                      <a:pt x="624" y="27"/>
                      <a:pt x="633" y="19"/>
                    </a:cubicBezTo>
                    <a:cubicBezTo>
                      <a:pt x="634" y="18"/>
                      <a:pt x="634" y="18"/>
                      <a:pt x="634" y="18"/>
                    </a:cubicBezTo>
                    <a:cubicBezTo>
                      <a:pt x="741" y="22"/>
                      <a:pt x="805" y="28"/>
                      <a:pt x="805" y="28"/>
                    </a:cubicBezTo>
                    <a:lnTo>
                      <a:pt x="805" y="16"/>
                    </a:lnTo>
                    <a:close/>
                  </a:path>
                </a:pathLst>
              </a:custGeom>
              <a:solidFill>
                <a:srgbClr val="F7C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9" name="Freeform 58">
                <a:extLst>
                  <a:ext uri="{FF2B5EF4-FFF2-40B4-BE49-F238E27FC236}">
                    <a16:creationId xmlns:a16="http://schemas.microsoft.com/office/drawing/2014/main" id="{D45DEC78-D575-49C1-A422-3AEBD2450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1849"/>
                <a:ext cx="902" cy="261"/>
              </a:xfrm>
              <a:custGeom>
                <a:avLst/>
                <a:gdLst>
                  <a:gd name="T0" fmla="*/ 10133 w 487"/>
                  <a:gd name="T1" fmla="*/ 216 h 132"/>
                  <a:gd name="T2" fmla="*/ 8851 w 487"/>
                  <a:gd name="T3" fmla="*/ 427 h 132"/>
                  <a:gd name="T4" fmla="*/ 8133 w 487"/>
                  <a:gd name="T5" fmla="*/ 1084 h 132"/>
                  <a:gd name="T6" fmla="*/ 7625 w 487"/>
                  <a:gd name="T7" fmla="*/ 457 h 132"/>
                  <a:gd name="T8" fmla="*/ 6412 w 487"/>
                  <a:gd name="T9" fmla="*/ 457 h 132"/>
                  <a:gd name="T10" fmla="*/ 5318 w 487"/>
                  <a:gd name="T11" fmla="*/ 457 h 132"/>
                  <a:gd name="T12" fmla="*/ 4653 w 487"/>
                  <a:gd name="T13" fmla="*/ 965 h 132"/>
                  <a:gd name="T14" fmla="*/ 3938 w 487"/>
                  <a:gd name="T15" fmla="*/ 1052 h 132"/>
                  <a:gd name="T16" fmla="*/ 3378 w 487"/>
                  <a:gd name="T17" fmla="*/ 1787 h 132"/>
                  <a:gd name="T18" fmla="*/ 2682 w 487"/>
                  <a:gd name="T19" fmla="*/ 641 h 132"/>
                  <a:gd name="T20" fmla="*/ 1715 w 487"/>
                  <a:gd name="T21" fmla="*/ 904 h 132"/>
                  <a:gd name="T22" fmla="*/ 789 w 487"/>
                  <a:gd name="T23" fmla="*/ 548 h 132"/>
                  <a:gd name="T24" fmla="*/ 357 w 487"/>
                  <a:gd name="T25" fmla="*/ 247 h 132"/>
                  <a:gd name="T26" fmla="*/ 0 w 487"/>
                  <a:gd name="T27" fmla="*/ 277 h 132"/>
                  <a:gd name="T28" fmla="*/ 196 w 487"/>
                  <a:gd name="T29" fmla="*/ 997 h 132"/>
                  <a:gd name="T30" fmla="*/ 661 w 487"/>
                  <a:gd name="T31" fmla="*/ 1756 h 132"/>
                  <a:gd name="T32" fmla="*/ 1917 w 487"/>
                  <a:gd name="T33" fmla="*/ 3116 h 132"/>
                  <a:gd name="T34" fmla="*/ 4532 w 487"/>
                  <a:gd name="T35" fmla="*/ 3565 h 132"/>
                  <a:gd name="T36" fmla="*/ 7112 w 487"/>
                  <a:gd name="T37" fmla="*/ 3656 h 132"/>
                  <a:gd name="T38" fmla="*/ 9061 w 487"/>
                  <a:gd name="T39" fmla="*/ 2689 h 132"/>
                  <a:gd name="T40" fmla="*/ 9828 w 487"/>
                  <a:gd name="T41" fmla="*/ 2001 h 132"/>
                  <a:gd name="T42" fmla="*/ 10289 w 487"/>
                  <a:gd name="T43" fmla="*/ 844 h 132"/>
                  <a:gd name="T44" fmla="*/ 10617 w 487"/>
                  <a:gd name="T45" fmla="*/ 156 h 132"/>
                  <a:gd name="T46" fmla="*/ 10133 w 487"/>
                  <a:gd name="T47" fmla="*/ 216 h 1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87" h="132">
                    <a:moveTo>
                      <a:pt x="465" y="7"/>
                    </a:moveTo>
                    <a:cubicBezTo>
                      <a:pt x="453" y="15"/>
                      <a:pt x="420" y="10"/>
                      <a:pt x="406" y="14"/>
                    </a:cubicBezTo>
                    <a:cubicBezTo>
                      <a:pt x="392" y="17"/>
                      <a:pt x="390" y="33"/>
                      <a:pt x="373" y="36"/>
                    </a:cubicBezTo>
                    <a:cubicBezTo>
                      <a:pt x="357" y="38"/>
                      <a:pt x="361" y="11"/>
                      <a:pt x="350" y="15"/>
                    </a:cubicBezTo>
                    <a:cubicBezTo>
                      <a:pt x="339" y="20"/>
                      <a:pt x="309" y="26"/>
                      <a:pt x="294" y="15"/>
                    </a:cubicBezTo>
                    <a:cubicBezTo>
                      <a:pt x="278" y="4"/>
                      <a:pt x="257" y="0"/>
                      <a:pt x="244" y="15"/>
                    </a:cubicBezTo>
                    <a:cubicBezTo>
                      <a:pt x="230" y="29"/>
                      <a:pt x="221" y="38"/>
                      <a:pt x="213" y="32"/>
                    </a:cubicBezTo>
                    <a:cubicBezTo>
                      <a:pt x="205" y="26"/>
                      <a:pt x="187" y="22"/>
                      <a:pt x="181" y="35"/>
                    </a:cubicBezTo>
                    <a:cubicBezTo>
                      <a:pt x="175" y="48"/>
                      <a:pt x="170" y="81"/>
                      <a:pt x="155" y="59"/>
                    </a:cubicBezTo>
                    <a:cubicBezTo>
                      <a:pt x="140" y="38"/>
                      <a:pt x="141" y="15"/>
                      <a:pt x="123" y="21"/>
                    </a:cubicBezTo>
                    <a:cubicBezTo>
                      <a:pt x="106" y="28"/>
                      <a:pt x="89" y="44"/>
                      <a:pt x="79" y="30"/>
                    </a:cubicBezTo>
                    <a:cubicBezTo>
                      <a:pt x="68" y="15"/>
                      <a:pt x="47" y="16"/>
                      <a:pt x="36" y="18"/>
                    </a:cubicBezTo>
                    <a:cubicBezTo>
                      <a:pt x="31" y="19"/>
                      <a:pt x="24" y="14"/>
                      <a:pt x="16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7"/>
                      <a:pt x="6" y="25"/>
                      <a:pt x="9" y="33"/>
                    </a:cubicBezTo>
                    <a:cubicBezTo>
                      <a:pt x="13" y="43"/>
                      <a:pt x="24" y="50"/>
                      <a:pt x="30" y="58"/>
                    </a:cubicBezTo>
                    <a:cubicBezTo>
                      <a:pt x="46" y="80"/>
                      <a:pt x="65" y="95"/>
                      <a:pt x="88" y="103"/>
                    </a:cubicBezTo>
                    <a:cubicBezTo>
                      <a:pt x="127" y="117"/>
                      <a:pt x="168" y="113"/>
                      <a:pt x="208" y="118"/>
                    </a:cubicBezTo>
                    <a:cubicBezTo>
                      <a:pt x="246" y="123"/>
                      <a:pt x="288" y="132"/>
                      <a:pt x="326" y="121"/>
                    </a:cubicBezTo>
                    <a:cubicBezTo>
                      <a:pt x="356" y="113"/>
                      <a:pt x="385" y="98"/>
                      <a:pt x="416" y="89"/>
                    </a:cubicBezTo>
                    <a:cubicBezTo>
                      <a:pt x="430" y="85"/>
                      <a:pt x="440" y="78"/>
                      <a:pt x="451" y="66"/>
                    </a:cubicBezTo>
                    <a:cubicBezTo>
                      <a:pt x="462" y="55"/>
                      <a:pt x="463" y="39"/>
                      <a:pt x="472" y="28"/>
                    </a:cubicBezTo>
                    <a:cubicBezTo>
                      <a:pt x="481" y="18"/>
                      <a:pt x="487" y="22"/>
                      <a:pt x="487" y="5"/>
                    </a:cubicBezTo>
                    <a:lnTo>
                      <a:pt x="465" y="7"/>
                    </a:lnTo>
                    <a:close/>
                  </a:path>
                </a:pathLst>
              </a:custGeom>
              <a:solidFill>
                <a:srgbClr val="EF8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0" name="Freeform 59">
                <a:extLst>
                  <a:ext uri="{FF2B5EF4-FFF2-40B4-BE49-F238E27FC236}">
                    <a16:creationId xmlns:a16="http://schemas.microsoft.com/office/drawing/2014/main" id="{73004D54-8A73-4F16-85B4-034DE4EBF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1853"/>
                <a:ext cx="902" cy="229"/>
              </a:xfrm>
              <a:custGeom>
                <a:avLst/>
                <a:gdLst>
                  <a:gd name="T0" fmla="*/ 10133 w 487"/>
                  <a:gd name="T1" fmla="*/ 184 h 116"/>
                  <a:gd name="T2" fmla="*/ 8851 w 487"/>
                  <a:gd name="T3" fmla="*/ 363 h 116"/>
                  <a:gd name="T4" fmla="*/ 8133 w 487"/>
                  <a:gd name="T5" fmla="*/ 924 h 116"/>
                  <a:gd name="T6" fmla="*/ 7625 w 487"/>
                  <a:gd name="T7" fmla="*/ 393 h 116"/>
                  <a:gd name="T8" fmla="*/ 6412 w 487"/>
                  <a:gd name="T9" fmla="*/ 393 h 116"/>
                  <a:gd name="T10" fmla="*/ 5318 w 487"/>
                  <a:gd name="T11" fmla="*/ 393 h 116"/>
                  <a:gd name="T12" fmla="*/ 4653 w 487"/>
                  <a:gd name="T13" fmla="*/ 837 h 116"/>
                  <a:gd name="T14" fmla="*/ 3938 w 487"/>
                  <a:gd name="T15" fmla="*/ 892 h 116"/>
                  <a:gd name="T16" fmla="*/ 3378 w 487"/>
                  <a:gd name="T17" fmla="*/ 1564 h 116"/>
                  <a:gd name="T18" fmla="*/ 2682 w 487"/>
                  <a:gd name="T19" fmla="*/ 545 h 116"/>
                  <a:gd name="T20" fmla="*/ 1715 w 487"/>
                  <a:gd name="T21" fmla="*/ 776 h 116"/>
                  <a:gd name="T22" fmla="*/ 789 w 487"/>
                  <a:gd name="T23" fmla="*/ 452 h 116"/>
                  <a:gd name="T24" fmla="*/ 357 w 487"/>
                  <a:gd name="T25" fmla="*/ 215 h 116"/>
                  <a:gd name="T26" fmla="*/ 0 w 487"/>
                  <a:gd name="T27" fmla="*/ 245 h 116"/>
                  <a:gd name="T28" fmla="*/ 196 w 487"/>
                  <a:gd name="T29" fmla="*/ 869 h 116"/>
                  <a:gd name="T30" fmla="*/ 661 w 487"/>
                  <a:gd name="T31" fmla="*/ 1532 h 116"/>
                  <a:gd name="T32" fmla="*/ 1917 w 487"/>
                  <a:gd name="T33" fmla="*/ 2732 h 116"/>
                  <a:gd name="T34" fmla="*/ 4532 w 487"/>
                  <a:gd name="T35" fmla="*/ 3117 h 116"/>
                  <a:gd name="T36" fmla="*/ 7112 w 487"/>
                  <a:gd name="T37" fmla="*/ 3176 h 116"/>
                  <a:gd name="T38" fmla="*/ 9061 w 487"/>
                  <a:gd name="T39" fmla="*/ 2337 h 116"/>
                  <a:gd name="T40" fmla="*/ 9828 w 487"/>
                  <a:gd name="T41" fmla="*/ 1745 h 116"/>
                  <a:gd name="T42" fmla="*/ 10289 w 487"/>
                  <a:gd name="T43" fmla="*/ 744 h 116"/>
                  <a:gd name="T44" fmla="*/ 10617 w 487"/>
                  <a:gd name="T45" fmla="*/ 124 h 116"/>
                  <a:gd name="T46" fmla="*/ 10133 w 487"/>
                  <a:gd name="T47" fmla="*/ 184 h 1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87" h="116">
                    <a:moveTo>
                      <a:pt x="465" y="6"/>
                    </a:moveTo>
                    <a:cubicBezTo>
                      <a:pt x="453" y="13"/>
                      <a:pt x="420" y="9"/>
                      <a:pt x="406" y="12"/>
                    </a:cubicBezTo>
                    <a:cubicBezTo>
                      <a:pt x="392" y="15"/>
                      <a:pt x="390" y="29"/>
                      <a:pt x="373" y="31"/>
                    </a:cubicBezTo>
                    <a:cubicBezTo>
                      <a:pt x="357" y="33"/>
                      <a:pt x="361" y="10"/>
                      <a:pt x="350" y="13"/>
                    </a:cubicBezTo>
                    <a:cubicBezTo>
                      <a:pt x="339" y="17"/>
                      <a:pt x="309" y="23"/>
                      <a:pt x="294" y="13"/>
                    </a:cubicBezTo>
                    <a:cubicBezTo>
                      <a:pt x="278" y="4"/>
                      <a:pt x="257" y="0"/>
                      <a:pt x="244" y="13"/>
                    </a:cubicBezTo>
                    <a:cubicBezTo>
                      <a:pt x="230" y="25"/>
                      <a:pt x="221" y="33"/>
                      <a:pt x="213" y="28"/>
                    </a:cubicBezTo>
                    <a:cubicBezTo>
                      <a:pt x="205" y="23"/>
                      <a:pt x="187" y="19"/>
                      <a:pt x="181" y="30"/>
                    </a:cubicBezTo>
                    <a:cubicBezTo>
                      <a:pt x="175" y="42"/>
                      <a:pt x="170" y="71"/>
                      <a:pt x="155" y="52"/>
                    </a:cubicBezTo>
                    <a:cubicBezTo>
                      <a:pt x="140" y="33"/>
                      <a:pt x="141" y="13"/>
                      <a:pt x="123" y="18"/>
                    </a:cubicBezTo>
                    <a:cubicBezTo>
                      <a:pt x="106" y="24"/>
                      <a:pt x="89" y="39"/>
                      <a:pt x="79" y="26"/>
                    </a:cubicBezTo>
                    <a:cubicBezTo>
                      <a:pt x="68" y="13"/>
                      <a:pt x="47" y="14"/>
                      <a:pt x="36" y="15"/>
                    </a:cubicBezTo>
                    <a:cubicBezTo>
                      <a:pt x="31" y="16"/>
                      <a:pt x="24" y="12"/>
                      <a:pt x="16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5"/>
                      <a:pt x="6" y="22"/>
                      <a:pt x="9" y="29"/>
                    </a:cubicBezTo>
                    <a:cubicBezTo>
                      <a:pt x="13" y="38"/>
                      <a:pt x="24" y="43"/>
                      <a:pt x="30" y="51"/>
                    </a:cubicBezTo>
                    <a:cubicBezTo>
                      <a:pt x="46" y="70"/>
                      <a:pt x="65" y="84"/>
                      <a:pt x="88" y="91"/>
                    </a:cubicBezTo>
                    <a:cubicBezTo>
                      <a:pt x="127" y="102"/>
                      <a:pt x="168" y="99"/>
                      <a:pt x="208" y="104"/>
                    </a:cubicBezTo>
                    <a:cubicBezTo>
                      <a:pt x="246" y="108"/>
                      <a:pt x="288" y="116"/>
                      <a:pt x="326" y="106"/>
                    </a:cubicBezTo>
                    <a:cubicBezTo>
                      <a:pt x="356" y="99"/>
                      <a:pt x="385" y="86"/>
                      <a:pt x="416" y="78"/>
                    </a:cubicBezTo>
                    <a:cubicBezTo>
                      <a:pt x="430" y="75"/>
                      <a:pt x="440" y="68"/>
                      <a:pt x="451" y="58"/>
                    </a:cubicBezTo>
                    <a:cubicBezTo>
                      <a:pt x="462" y="48"/>
                      <a:pt x="463" y="34"/>
                      <a:pt x="472" y="25"/>
                    </a:cubicBezTo>
                    <a:cubicBezTo>
                      <a:pt x="481" y="15"/>
                      <a:pt x="487" y="19"/>
                      <a:pt x="487" y="4"/>
                    </a:cubicBezTo>
                    <a:lnTo>
                      <a:pt x="465" y="6"/>
                    </a:lnTo>
                    <a:close/>
                  </a:path>
                </a:pathLst>
              </a:custGeom>
              <a:solidFill>
                <a:srgbClr val="E57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1" name="Freeform 60">
                <a:extLst>
                  <a:ext uri="{FF2B5EF4-FFF2-40B4-BE49-F238E27FC236}">
                    <a16:creationId xmlns:a16="http://schemas.microsoft.com/office/drawing/2014/main" id="{31BFF55E-9210-4A6E-B720-81C9AD885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1855"/>
                <a:ext cx="902" cy="207"/>
              </a:xfrm>
              <a:custGeom>
                <a:avLst/>
                <a:gdLst>
                  <a:gd name="T0" fmla="*/ 10133 w 487"/>
                  <a:gd name="T1" fmla="*/ 152 h 105"/>
                  <a:gd name="T2" fmla="*/ 8851 w 487"/>
                  <a:gd name="T3" fmla="*/ 331 h 105"/>
                  <a:gd name="T4" fmla="*/ 8133 w 487"/>
                  <a:gd name="T5" fmla="*/ 828 h 105"/>
                  <a:gd name="T6" fmla="*/ 7625 w 487"/>
                  <a:gd name="T7" fmla="*/ 361 h 105"/>
                  <a:gd name="T8" fmla="*/ 6412 w 487"/>
                  <a:gd name="T9" fmla="*/ 361 h 105"/>
                  <a:gd name="T10" fmla="*/ 5318 w 487"/>
                  <a:gd name="T11" fmla="*/ 331 h 105"/>
                  <a:gd name="T12" fmla="*/ 4653 w 487"/>
                  <a:gd name="T13" fmla="*/ 743 h 105"/>
                  <a:gd name="T14" fmla="*/ 3938 w 487"/>
                  <a:gd name="T15" fmla="*/ 796 h 105"/>
                  <a:gd name="T16" fmla="*/ 3378 w 487"/>
                  <a:gd name="T17" fmla="*/ 1404 h 105"/>
                  <a:gd name="T18" fmla="*/ 2682 w 487"/>
                  <a:gd name="T19" fmla="*/ 513 h 105"/>
                  <a:gd name="T20" fmla="*/ 1715 w 487"/>
                  <a:gd name="T21" fmla="*/ 680 h 105"/>
                  <a:gd name="T22" fmla="*/ 789 w 487"/>
                  <a:gd name="T23" fmla="*/ 420 h 105"/>
                  <a:gd name="T24" fmla="*/ 357 w 487"/>
                  <a:gd name="T25" fmla="*/ 183 h 105"/>
                  <a:gd name="T26" fmla="*/ 0 w 487"/>
                  <a:gd name="T27" fmla="*/ 213 h 105"/>
                  <a:gd name="T28" fmla="*/ 196 w 487"/>
                  <a:gd name="T29" fmla="*/ 773 h 105"/>
                  <a:gd name="T30" fmla="*/ 661 w 487"/>
                  <a:gd name="T31" fmla="*/ 1372 h 105"/>
                  <a:gd name="T32" fmla="*/ 1917 w 487"/>
                  <a:gd name="T33" fmla="*/ 2445 h 105"/>
                  <a:gd name="T34" fmla="*/ 4532 w 487"/>
                  <a:gd name="T35" fmla="*/ 2797 h 105"/>
                  <a:gd name="T36" fmla="*/ 7112 w 487"/>
                  <a:gd name="T37" fmla="*/ 2857 h 105"/>
                  <a:gd name="T38" fmla="*/ 9061 w 487"/>
                  <a:gd name="T39" fmla="*/ 2113 h 105"/>
                  <a:gd name="T40" fmla="*/ 9828 w 487"/>
                  <a:gd name="T41" fmla="*/ 1555 h 105"/>
                  <a:gd name="T42" fmla="*/ 10289 w 487"/>
                  <a:gd name="T43" fmla="*/ 653 h 105"/>
                  <a:gd name="T44" fmla="*/ 10617 w 487"/>
                  <a:gd name="T45" fmla="*/ 124 h 105"/>
                  <a:gd name="T46" fmla="*/ 10133 w 487"/>
                  <a:gd name="T47" fmla="*/ 152 h 10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87" h="105">
                    <a:moveTo>
                      <a:pt x="465" y="5"/>
                    </a:moveTo>
                    <a:cubicBezTo>
                      <a:pt x="453" y="12"/>
                      <a:pt x="420" y="8"/>
                      <a:pt x="406" y="11"/>
                    </a:cubicBezTo>
                    <a:cubicBezTo>
                      <a:pt x="392" y="13"/>
                      <a:pt x="390" y="26"/>
                      <a:pt x="373" y="28"/>
                    </a:cubicBezTo>
                    <a:cubicBezTo>
                      <a:pt x="357" y="30"/>
                      <a:pt x="361" y="9"/>
                      <a:pt x="350" y="12"/>
                    </a:cubicBezTo>
                    <a:cubicBezTo>
                      <a:pt x="339" y="15"/>
                      <a:pt x="309" y="21"/>
                      <a:pt x="294" y="12"/>
                    </a:cubicBezTo>
                    <a:cubicBezTo>
                      <a:pt x="278" y="3"/>
                      <a:pt x="257" y="0"/>
                      <a:pt x="244" y="11"/>
                    </a:cubicBezTo>
                    <a:cubicBezTo>
                      <a:pt x="230" y="23"/>
                      <a:pt x="221" y="30"/>
                      <a:pt x="213" y="25"/>
                    </a:cubicBezTo>
                    <a:cubicBezTo>
                      <a:pt x="205" y="21"/>
                      <a:pt x="187" y="17"/>
                      <a:pt x="181" y="27"/>
                    </a:cubicBezTo>
                    <a:cubicBezTo>
                      <a:pt x="175" y="38"/>
                      <a:pt x="170" y="64"/>
                      <a:pt x="155" y="47"/>
                    </a:cubicBezTo>
                    <a:cubicBezTo>
                      <a:pt x="140" y="30"/>
                      <a:pt x="141" y="11"/>
                      <a:pt x="123" y="17"/>
                    </a:cubicBezTo>
                    <a:cubicBezTo>
                      <a:pt x="106" y="22"/>
                      <a:pt x="89" y="35"/>
                      <a:pt x="79" y="23"/>
                    </a:cubicBezTo>
                    <a:cubicBezTo>
                      <a:pt x="68" y="12"/>
                      <a:pt x="47" y="13"/>
                      <a:pt x="36" y="14"/>
                    </a:cubicBezTo>
                    <a:cubicBezTo>
                      <a:pt x="31" y="15"/>
                      <a:pt x="24" y="11"/>
                      <a:pt x="16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13"/>
                      <a:pt x="6" y="20"/>
                      <a:pt x="9" y="26"/>
                    </a:cubicBezTo>
                    <a:cubicBezTo>
                      <a:pt x="13" y="34"/>
                      <a:pt x="24" y="39"/>
                      <a:pt x="30" y="46"/>
                    </a:cubicBezTo>
                    <a:cubicBezTo>
                      <a:pt x="46" y="64"/>
                      <a:pt x="65" y="76"/>
                      <a:pt x="88" y="82"/>
                    </a:cubicBezTo>
                    <a:cubicBezTo>
                      <a:pt x="127" y="93"/>
                      <a:pt x="168" y="90"/>
                      <a:pt x="208" y="94"/>
                    </a:cubicBezTo>
                    <a:cubicBezTo>
                      <a:pt x="246" y="98"/>
                      <a:pt x="288" y="105"/>
                      <a:pt x="326" y="96"/>
                    </a:cubicBezTo>
                    <a:cubicBezTo>
                      <a:pt x="356" y="89"/>
                      <a:pt x="385" y="77"/>
                      <a:pt x="416" y="71"/>
                    </a:cubicBezTo>
                    <a:cubicBezTo>
                      <a:pt x="430" y="68"/>
                      <a:pt x="440" y="62"/>
                      <a:pt x="451" y="52"/>
                    </a:cubicBezTo>
                    <a:cubicBezTo>
                      <a:pt x="462" y="44"/>
                      <a:pt x="463" y="30"/>
                      <a:pt x="472" y="22"/>
                    </a:cubicBezTo>
                    <a:cubicBezTo>
                      <a:pt x="481" y="14"/>
                      <a:pt x="487" y="18"/>
                      <a:pt x="487" y="4"/>
                    </a:cubicBezTo>
                    <a:lnTo>
                      <a:pt x="465" y="5"/>
                    </a:lnTo>
                    <a:close/>
                  </a:path>
                </a:pathLst>
              </a:custGeom>
              <a:solidFill>
                <a:srgbClr val="D961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2" name="Freeform 61">
                <a:extLst>
                  <a:ext uri="{FF2B5EF4-FFF2-40B4-BE49-F238E27FC236}">
                    <a16:creationId xmlns:a16="http://schemas.microsoft.com/office/drawing/2014/main" id="{B236113E-CD1E-4C3E-980D-B50738C88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1857"/>
                <a:ext cx="902" cy="160"/>
              </a:xfrm>
              <a:custGeom>
                <a:avLst/>
                <a:gdLst>
                  <a:gd name="T0" fmla="*/ 10133 w 487"/>
                  <a:gd name="T1" fmla="*/ 124 h 81"/>
                  <a:gd name="T2" fmla="*/ 8851 w 487"/>
                  <a:gd name="T3" fmla="*/ 245 h 81"/>
                  <a:gd name="T4" fmla="*/ 8133 w 487"/>
                  <a:gd name="T5" fmla="*/ 656 h 81"/>
                  <a:gd name="T6" fmla="*/ 7625 w 487"/>
                  <a:gd name="T7" fmla="*/ 277 h 81"/>
                  <a:gd name="T8" fmla="*/ 6412 w 487"/>
                  <a:gd name="T9" fmla="*/ 277 h 81"/>
                  <a:gd name="T10" fmla="*/ 5318 w 487"/>
                  <a:gd name="T11" fmla="*/ 277 h 81"/>
                  <a:gd name="T12" fmla="*/ 4653 w 487"/>
                  <a:gd name="T13" fmla="*/ 608 h 81"/>
                  <a:gd name="T14" fmla="*/ 3938 w 487"/>
                  <a:gd name="T15" fmla="*/ 624 h 81"/>
                  <a:gd name="T16" fmla="*/ 3378 w 487"/>
                  <a:gd name="T17" fmla="*/ 1080 h 81"/>
                  <a:gd name="T18" fmla="*/ 2682 w 487"/>
                  <a:gd name="T19" fmla="*/ 395 h 81"/>
                  <a:gd name="T20" fmla="*/ 1715 w 487"/>
                  <a:gd name="T21" fmla="*/ 547 h 81"/>
                  <a:gd name="T22" fmla="*/ 789 w 487"/>
                  <a:gd name="T23" fmla="*/ 332 h 81"/>
                  <a:gd name="T24" fmla="*/ 357 w 487"/>
                  <a:gd name="T25" fmla="*/ 124 h 81"/>
                  <a:gd name="T26" fmla="*/ 0 w 487"/>
                  <a:gd name="T27" fmla="*/ 156 h 81"/>
                  <a:gd name="T28" fmla="*/ 196 w 487"/>
                  <a:gd name="T29" fmla="*/ 608 h 81"/>
                  <a:gd name="T30" fmla="*/ 661 w 487"/>
                  <a:gd name="T31" fmla="*/ 1080 h 81"/>
                  <a:gd name="T32" fmla="*/ 1917 w 487"/>
                  <a:gd name="T33" fmla="*/ 1888 h 81"/>
                  <a:gd name="T34" fmla="*/ 4532 w 487"/>
                  <a:gd name="T35" fmla="*/ 2157 h 81"/>
                  <a:gd name="T36" fmla="*/ 7112 w 487"/>
                  <a:gd name="T37" fmla="*/ 2220 h 81"/>
                  <a:gd name="T38" fmla="*/ 9061 w 487"/>
                  <a:gd name="T39" fmla="*/ 1659 h 81"/>
                  <a:gd name="T40" fmla="*/ 9828 w 487"/>
                  <a:gd name="T41" fmla="*/ 1201 h 81"/>
                  <a:gd name="T42" fmla="*/ 10289 w 487"/>
                  <a:gd name="T43" fmla="*/ 516 h 81"/>
                  <a:gd name="T44" fmla="*/ 10617 w 487"/>
                  <a:gd name="T45" fmla="*/ 93 h 81"/>
                  <a:gd name="T46" fmla="*/ 10133 w 487"/>
                  <a:gd name="T47" fmla="*/ 124 h 8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87" h="81">
                    <a:moveTo>
                      <a:pt x="465" y="4"/>
                    </a:moveTo>
                    <a:cubicBezTo>
                      <a:pt x="453" y="9"/>
                      <a:pt x="420" y="6"/>
                      <a:pt x="406" y="8"/>
                    </a:cubicBezTo>
                    <a:cubicBezTo>
                      <a:pt x="392" y="10"/>
                      <a:pt x="390" y="20"/>
                      <a:pt x="373" y="22"/>
                    </a:cubicBezTo>
                    <a:cubicBezTo>
                      <a:pt x="357" y="23"/>
                      <a:pt x="361" y="6"/>
                      <a:pt x="350" y="9"/>
                    </a:cubicBezTo>
                    <a:cubicBezTo>
                      <a:pt x="339" y="12"/>
                      <a:pt x="309" y="16"/>
                      <a:pt x="294" y="9"/>
                    </a:cubicBezTo>
                    <a:cubicBezTo>
                      <a:pt x="278" y="2"/>
                      <a:pt x="257" y="0"/>
                      <a:pt x="244" y="9"/>
                    </a:cubicBezTo>
                    <a:cubicBezTo>
                      <a:pt x="230" y="17"/>
                      <a:pt x="221" y="23"/>
                      <a:pt x="213" y="20"/>
                    </a:cubicBezTo>
                    <a:cubicBezTo>
                      <a:pt x="205" y="16"/>
                      <a:pt x="187" y="13"/>
                      <a:pt x="181" y="21"/>
                    </a:cubicBezTo>
                    <a:cubicBezTo>
                      <a:pt x="175" y="29"/>
                      <a:pt x="170" y="49"/>
                      <a:pt x="155" y="36"/>
                    </a:cubicBezTo>
                    <a:cubicBezTo>
                      <a:pt x="140" y="23"/>
                      <a:pt x="141" y="9"/>
                      <a:pt x="123" y="13"/>
                    </a:cubicBezTo>
                    <a:cubicBezTo>
                      <a:pt x="106" y="17"/>
                      <a:pt x="89" y="27"/>
                      <a:pt x="79" y="18"/>
                    </a:cubicBezTo>
                    <a:cubicBezTo>
                      <a:pt x="68" y="9"/>
                      <a:pt x="47" y="10"/>
                      <a:pt x="36" y="11"/>
                    </a:cubicBezTo>
                    <a:cubicBezTo>
                      <a:pt x="31" y="11"/>
                      <a:pt x="24" y="8"/>
                      <a:pt x="16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10"/>
                      <a:pt x="6" y="15"/>
                      <a:pt x="9" y="20"/>
                    </a:cubicBezTo>
                    <a:cubicBezTo>
                      <a:pt x="13" y="26"/>
                      <a:pt x="24" y="30"/>
                      <a:pt x="30" y="36"/>
                    </a:cubicBezTo>
                    <a:cubicBezTo>
                      <a:pt x="46" y="49"/>
                      <a:pt x="65" y="58"/>
                      <a:pt x="88" y="63"/>
                    </a:cubicBezTo>
                    <a:cubicBezTo>
                      <a:pt x="127" y="71"/>
                      <a:pt x="168" y="69"/>
                      <a:pt x="208" y="72"/>
                    </a:cubicBezTo>
                    <a:cubicBezTo>
                      <a:pt x="246" y="75"/>
                      <a:pt x="288" y="81"/>
                      <a:pt x="326" y="74"/>
                    </a:cubicBezTo>
                    <a:cubicBezTo>
                      <a:pt x="356" y="69"/>
                      <a:pt x="385" y="60"/>
                      <a:pt x="416" y="55"/>
                    </a:cubicBezTo>
                    <a:cubicBezTo>
                      <a:pt x="430" y="52"/>
                      <a:pt x="440" y="47"/>
                      <a:pt x="451" y="40"/>
                    </a:cubicBezTo>
                    <a:cubicBezTo>
                      <a:pt x="462" y="34"/>
                      <a:pt x="463" y="23"/>
                      <a:pt x="472" y="17"/>
                    </a:cubicBezTo>
                    <a:cubicBezTo>
                      <a:pt x="481" y="11"/>
                      <a:pt x="487" y="13"/>
                      <a:pt x="487" y="3"/>
                    </a:cubicBezTo>
                    <a:lnTo>
                      <a:pt x="465" y="4"/>
                    </a:lnTo>
                    <a:close/>
                  </a:path>
                </a:pathLst>
              </a:custGeom>
              <a:solidFill>
                <a:srgbClr val="C9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3" name="Freeform 62">
                <a:extLst>
                  <a:ext uri="{FF2B5EF4-FFF2-40B4-BE49-F238E27FC236}">
                    <a16:creationId xmlns:a16="http://schemas.microsoft.com/office/drawing/2014/main" id="{9635CEDB-8C93-48E1-B46A-A5F6A5425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" y="2074"/>
                <a:ext cx="1485" cy="451"/>
              </a:xfrm>
              <a:custGeom>
                <a:avLst/>
                <a:gdLst>
                  <a:gd name="T0" fmla="*/ 14646 w 802"/>
                  <a:gd name="T1" fmla="*/ 4761 h 228"/>
                  <a:gd name="T2" fmla="*/ 11911 w 802"/>
                  <a:gd name="T3" fmla="*/ 340 h 228"/>
                  <a:gd name="T4" fmla="*/ 9923 w 802"/>
                  <a:gd name="T5" fmla="*/ 2328 h 228"/>
                  <a:gd name="T6" fmla="*/ 8006 w 802"/>
                  <a:gd name="T7" fmla="*/ 673 h 228"/>
                  <a:gd name="T8" fmla="*/ 5286 w 802"/>
                  <a:gd name="T9" fmla="*/ 5665 h 228"/>
                  <a:gd name="T10" fmla="*/ 2483 w 802"/>
                  <a:gd name="T11" fmla="*/ 1424 h 228"/>
                  <a:gd name="T12" fmla="*/ 1283 w 802"/>
                  <a:gd name="T13" fmla="*/ 2880 h 228"/>
                  <a:gd name="T14" fmla="*/ 0 w 802"/>
                  <a:gd name="T15" fmla="*/ 3149 h 228"/>
                  <a:gd name="T16" fmla="*/ 0 w 802"/>
                  <a:gd name="T17" fmla="*/ 4209 h 228"/>
                  <a:gd name="T18" fmla="*/ 1283 w 802"/>
                  <a:gd name="T19" fmla="*/ 3901 h 228"/>
                  <a:gd name="T20" fmla="*/ 2483 w 802"/>
                  <a:gd name="T21" fmla="*/ 2477 h 228"/>
                  <a:gd name="T22" fmla="*/ 5286 w 802"/>
                  <a:gd name="T23" fmla="*/ 6688 h 228"/>
                  <a:gd name="T24" fmla="*/ 8006 w 802"/>
                  <a:gd name="T25" fmla="*/ 1701 h 228"/>
                  <a:gd name="T26" fmla="*/ 9923 w 802"/>
                  <a:gd name="T27" fmla="*/ 3365 h 228"/>
                  <a:gd name="T28" fmla="*/ 11911 w 802"/>
                  <a:gd name="T29" fmla="*/ 1361 h 228"/>
                  <a:gd name="T30" fmla="*/ 14646 w 802"/>
                  <a:gd name="T31" fmla="*/ 5821 h 228"/>
                  <a:gd name="T32" fmla="*/ 17457 w 802"/>
                  <a:gd name="T33" fmla="*/ 2785 h 228"/>
                  <a:gd name="T34" fmla="*/ 17457 w 802"/>
                  <a:gd name="T35" fmla="*/ 1733 h 228"/>
                  <a:gd name="T36" fmla="*/ 14646 w 802"/>
                  <a:gd name="T37" fmla="*/ 4761 h 2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2" h="228">
                    <a:moveTo>
                      <a:pt x="673" y="157"/>
                    </a:moveTo>
                    <a:cubicBezTo>
                      <a:pt x="587" y="149"/>
                      <a:pt x="618" y="22"/>
                      <a:pt x="547" y="11"/>
                    </a:cubicBezTo>
                    <a:cubicBezTo>
                      <a:pt x="482" y="0"/>
                      <a:pt x="502" y="74"/>
                      <a:pt x="456" y="77"/>
                    </a:cubicBezTo>
                    <a:cubicBezTo>
                      <a:pt x="396" y="81"/>
                      <a:pt x="424" y="19"/>
                      <a:pt x="368" y="22"/>
                    </a:cubicBezTo>
                    <a:cubicBezTo>
                      <a:pt x="304" y="24"/>
                      <a:pt x="323" y="193"/>
                      <a:pt x="243" y="187"/>
                    </a:cubicBezTo>
                    <a:cubicBezTo>
                      <a:pt x="163" y="180"/>
                      <a:pt x="174" y="50"/>
                      <a:pt x="114" y="47"/>
                    </a:cubicBezTo>
                    <a:cubicBezTo>
                      <a:pt x="83" y="46"/>
                      <a:pt x="76" y="71"/>
                      <a:pt x="59" y="95"/>
                    </a:cubicBezTo>
                    <a:cubicBezTo>
                      <a:pt x="44" y="115"/>
                      <a:pt x="9" y="107"/>
                      <a:pt x="0" y="104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9" y="141"/>
                      <a:pt x="44" y="150"/>
                      <a:pt x="59" y="129"/>
                    </a:cubicBezTo>
                    <a:cubicBezTo>
                      <a:pt x="76" y="106"/>
                      <a:pt x="83" y="81"/>
                      <a:pt x="114" y="82"/>
                    </a:cubicBezTo>
                    <a:cubicBezTo>
                      <a:pt x="174" y="84"/>
                      <a:pt x="163" y="215"/>
                      <a:pt x="243" y="221"/>
                    </a:cubicBezTo>
                    <a:cubicBezTo>
                      <a:pt x="323" y="228"/>
                      <a:pt x="304" y="59"/>
                      <a:pt x="368" y="56"/>
                    </a:cubicBezTo>
                    <a:cubicBezTo>
                      <a:pt x="424" y="54"/>
                      <a:pt x="396" y="116"/>
                      <a:pt x="456" y="111"/>
                    </a:cubicBezTo>
                    <a:cubicBezTo>
                      <a:pt x="502" y="108"/>
                      <a:pt x="482" y="35"/>
                      <a:pt x="547" y="45"/>
                    </a:cubicBezTo>
                    <a:cubicBezTo>
                      <a:pt x="618" y="57"/>
                      <a:pt x="587" y="183"/>
                      <a:pt x="673" y="192"/>
                    </a:cubicBezTo>
                    <a:cubicBezTo>
                      <a:pt x="759" y="200"/>
                      <a:pt x="713" y="87"/>
                      <a:pt x="802" y="92"/>
                    </a:cubicBezTo>
                    <a:cubicBezTo>
                      <a:pt x="802" y="57"/>
                      <a:pt x="802" y="57"/>
                      <a:pt x="802" y="57"/>
                    </a:cubicBezTo>
                    <a:cubicBezTo>
                      <a:pt x="713" y="52"/>
                      <a:pt x="759" y="166"/>
                      <a:pt x="673" y="157"/>
                    </a:cubicBezTo>
                    <a:close/>
                  </a:path>
                </a:pathLst>
              </a:custGeom>
              <a:solidFill>
                <a:srgbClr val="F3C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4" name="Freeform 63">
                <a:extLst>
                  <a:ext uri="{FF2B5EF4-FFF2-40B4-BE49-F238E27FC236}">
                    <a16:creationId xmlns:a16="http://schemas.microsoft.com/office/drawing/2014/main" id="{A837CD9F-A49D-4585-80C8-05B4E6320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2042"/>
                <a:ext cx="1490" cy="441"/>
              </a:xfrm>
              <a:custGeom>
                <a:avLst/>
                <a:gdLst>
                  <a:gd name="T0" fmla="*/ 14659 w 805"/>
                  <a:gd name="T1" fmla="*/ 4572 h 223"/>
                  <a:gd name="T2" fmla="*/ 11929 w 805"/>
                  <a:gd name="T3" fmla="*/ 156 h 223"/>
                  <a:gd name="T4" fmla="*/ 9956 w 805"/>
                  <a:gd name="T5" fmla="*/ 2144 h 223"/>
                  <a:gd name="T6" fmla="*/ 8065 w 805"/>
                  <a:gd name="T7" fmla="*/ 457 h 223"/>
                  <a:gd name="T8" fmla="*/ 5338 w 805"/>
                  <a:gd name="T9" fmla="*/ 5476 h 223"/>
                  <a:gd name="T10" fmla="*/ 2549 w 805"/>
                  <a:gd name="T11" fmla="*/ 1236 h 223"/>
                  <a:gd name="T12" fmla="*/ 1325 w 805"/>
                  <a:gd name="T13" fmla="*/ 2691 h 223"/>
                  <a:gd name="T14" fmla="*/ 0 w 805"/>
                  <a:gd name="T15" fmla="*/ 2937 h 223"/>
                  <a:gd name="T16" fmla="*/ 0 w 805"/>
                  <a:gd name="T17" fmla="*/ 4020 h 223"/>
                  <a:gd name="T18" fmla="*/ 1325 w 805"/>
                  <a:gd name="T19" fmla="*/ 3773 h 223"/>
                  <a:gd name="T20" fmla="*/ 2549 w 805"/>
                  <a:gd name="T21" fmla="*/ 2328 h 223"/>
                  <a:gd name="T22" fmla="*/ 5338 w 805"/>
                  <a:gd name="T23" fmla="*/ 6558 h 223"/>
                  <a:gd name="T24" fmla="*/ 8065 w 805"/>
                  <a:gd name="T25" fmla="*/ 1548 h 223"/>
                  <a:gd name="T26" fmla="*/ 9956 w 805"/>
                  <a:gd name="T27" fmla="*/ 3241 h 223"/>
                  <a:gd name="T28" fmla="*/ 11929 w 805"/>
                  <a:gd name="T29" fmla="*/ 1236 h 223"/>
                  <a:gd name="T30" fmla="*/ 14659 w 805"/>
                  <a:gd name="T31" fmla="*/ 5664 h 223"/>
                  <a:gd name="T32" fmla="*/ 17489 w 805"/>
                  <a:gd name="T33" fmla="*/ 2628 h 223"/>
                  <a:gd name="T34" fmla="*/ 17489 w 805"/>
                  <a:gd name="T35" fmla="*/ 1548 h 223"/>
                  <a:gd name="T36" fmla="*/ 14659 w 805"/>
                  <a:gd name="T37" fmla="*/ 4572 h 2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5" h="223">
                    <a:moveTo>
                      <a:pt x="675" y="151"/>
                    </a:moveTo>
                    <a:cubicBezTo>
                      <a:pt x="616" y="147"/>
                      <a:pt x="630" y="10"/>
                      <a:pt x="549" y="5"/>
                    </a:cubicBezTo>
                    <a:cubicBezTo>
                      <a:pt x="483" y="0"/>
                      <a:pt x="492" y="66"/>
                      <a:pt x="458" y="71"/>
                    </a:cubicBezTo>
                    <a:cubicBezTo>
                      <a:pt x="408" y="78"/>
                      <a:pt x="426" y="18"/>
                      <a:pt x="371" y="15"/>
                    </a:cubicBezTo>
                    <a:cubicBezTo>
                      <a:pt x="288" y="12"/>
                      <a:pt x="326" y="184"/>
                      <a:pt x="246" y="181"/>
                    </a:cubicBezTo>
                    <a:cubicBezTo>
                      <a:pt x="186" y="178"/>
                      <a:pt x="194" y="44"/>
                      <a:pt x="117" y="41"/>
                    </a:cubicBezTo>
                    <a:cubicBezTo>
                      <a:pt x="86" y="40"/>
                      <a:pt x="79" y="65"/>
                      <a:pt x="61" y="89"/>
                    </a:cubicBezTo>
                    <a:cubicBezTo>
                      <a:pt x="44" y="112"/>
                      <a:pt x="0" y="97"/>
                      <a:pt x="0" y="97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33"/>
                      <a:pt x="44" y="148"/>
                      <a:pt x="61" y="125"/>
                    </a:cubicBezTo>
                    <a:cubicBezTo>
                      <a:pt x="79" y="101"/>
                      <a:pt x="86" y="76"/>
                      <a:pt x="117" y="77"/>
                    </a:cubicBezTo>
                    <a:cubicBezTo>
                      <a:pt x="176" y="80"/>
                      <a:pt x="166" y="210"/>
                      <a:pt x="246" y="217"/>
                    </a:cubicBezTo>
                    <a:cubicBezTo>
                      <a:pt x="326" y="223"/>
                      <a:pt x="306" y="54"/>
                      <a:pt x="371" y="51"/>
                    </a:cubicBezTo>
                    <a:cubicBezTo>
                      <a:pt x="426" y="49"/>
                      <a:pt x="398" y="111"/>
                      <a:pt x="458" y="107"/>
                    </a:cubicBezTo>
                    <a:cubicBezTo>
                      <a:pt x="505" y="103"/>
                      <a:pt x="484" y="30"/>
                      <a:pt x="549" y="41"/>
                    </a:cubicBezTo>
                    <a:cubicBezTo>
                      <a:pt x="620" y="52"/>
                      <a:pt x="589" y="179"/>
                      <a:pt x="675" y="187"/>
                    </a:cubicBezTo>
                    <a:cubicBezTo>
                      <a:pt x="761" y="196"/>
                      <a:pt x="715" y="82"/>
                      <a:pt x="805" y="87"/>
                    </a:cubicBezTo>
                    <a:cubicBezTo>
                      <a:pt x="805" y="51"/>
                      <a:pt x="805" y="51"/>
                      <a:pt x="805" y="51"/>
                    </a:cubicBezTo>
                    <a:cubicBezTo>
                      <a:pt x="700" y="50"/>
                      <a:pt x="738" y="156"/>
                      <a:pt x="675" y="151"/>
                    </a:cubicBezTo>
                    <a:close/>
                  </a:path>
                </a:pathLst>
              </a:custGeom>
              <a:solidFill>
                <a:srgbClr val="EE9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5" name="Freeform 64">
                <a:extLst>
                  <a:ext uri="{FF2B5EF4-FFF2-40B4-BE49-F238E27FC236}">
                    <a16:creationId xmlns:a16="http://schemas.microsoft.com/office/drawing/2014/main" id="{A87BC41E-AC0F-4242-9F6F-1E17553D8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2042"/>
                <a:ext cx="1490" cy="380"/>
              </a:xfrm>
              <a:custGeom>
                <a:avLst/>
                <a:gdLst>
                  <a:gd name="T0" fmla="*/ 14659 w 805"/>
                  <a:gd name="T1" fmla="*/ 4592 h 192"/>
                  <a:gd name="T2" fmla="*/ 11929 w 805"/>
                  <a:gd name="T3" fmla="*/ 156 h 192"/>
                  <a:gd name="T4" fmla="*/ 9956 w 805"/>
                  <a:gd name="T5" fmla="*/ 2163 h 192"/>
                  <a:gd name="T6" fmla="*/ 8065 w 805"/>
                  <a:gd name="T7" fmla="*/ 459 h 192"/>
                  <a:gd name="T8" fmla="*/ 5338 w 805"/>
                  <a:gd name="T9" fmla="*/ 5496 h 192"/>
                  <a:gd name="T10" fmla="*/ 2549 w 805"/>
                  <a:gd name="T11" fmla="*/ 1241 h 192"/>
                  <a:gd name="T12" fmla="*/ 1325 w 805"/>
                  <a:gd name="T13" fmla="*/ 2700 h 192"/>
                  <a:gd name="T14" fmla="*/ 0 w 805"/>
                  <a:gd name="T15" fmla="*/ 2945 h 192"/>
                  <a:gd name="T16" fmla="*/ 0 w 805"/>
                  <a:gd name="T17" fmla="*/ 3192 h 192"/>
                  <a:gd name="T18" fmla="*/ 1325 w 805"/>
                  <a:gd name="T19" fmla="*/ 2945 h 192"/>
                  <a:gd name="T20" fmla="*/ 2549 w 805"/>
                  <a:gd name="T21" fmla="*/ 1488 h 192"/>
                  <a:gd name="T22" fmla="*/ 5338 w 805"/>
                  <a:gd name="T23" fmla="*/ 5708 h 192"/>
                  <a:gd name="T24" fmla="*/ 8065 w 805"/>
                  <a:gd name="T25" fmla="*/ 705 h 192"/>
                  <a:gd name="T26" fmla="*/ 9956 w 805"/>
                  <a:gd name="T27" fmla="*/ 2397 h 192"/>
                  <a:gd name="T28" fmla="*/ 11929 w 805"/>
                  <a:gd name="T29" fmla="*/ 372 h 192"/>
                  <a:gd name="T30" fmla="*/ 14659 w 805"/>
                  <a:gd name="T31" fmla="*/ 4829 h 192"/>
                  <a:gd name="T32" fmla="*/ 17489 w 805"/>
                  <a:gd name="T33" fmla="*/ 1797 h 192"/>
                  <a:gd name="T34" fmla="*/ 17489 w 805"/>
                  <a:gd name="T35" fmla="*/ 1552 h 192"/>
                  <a:gd name="T36" fmla="*/ 14659 w 805"/>
                  <a:gd name="T37" fmla="*/ 4592 h 19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5" h="192">
                    <a:moveTo>
                      <a:pt x="675" y="151"/>
                    </a:moveTo>
                    <a:cubicBezTo>
                      <a:pt x="616" y="147"/>
                      <a:pt x="630" y="10"/>
                      <a:pt x="549" y="5"/>
                    </a:cubicBezTo>
                    <a:cubicBezTo>
                      <a:pt x="483" y="0"/>
                      <a:pt x="492" y="66"/>
                      <a:pt x="458" y="71"/>
                    </a:cubicBezTo>
                    <a:cubicBezTo>
                      <a:pt x="408" y="78"/>
                      <a:pt x="426" y="18"/>
                      <a:pt x="371" y="15"/>
                    </a:cubicBezTo>
                    <a:cubicBezTo>
                      <a:pt x="288" y="12"/>
                      <a:pt x="326" y="184"/>
                      <a:pt x="246" y="181"/>
                    </a:cubicBezTo>
                    <a:cubicBezTo>
                      <a:pt x="186" y="178"/>
                      <a:pt x="194" y="44"/>
                      <a:pt x="117" y="41"/>
                    </a:cubicBezTo>
                    <a:cubicBezTo>
                      <a:pt x="86" y="40"/>
                      <a:pt x="79" y="65"/>
                      <a:pt x="61" y="89"/>
                    </a:cubicBezTo>
                    <a:cubicBezTo>
                      <a:pt x="44" y="112"/>
                      <a:pt x="0" y="97"/>
                      <a:pt x="0" y="97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0" y="105"/>
                      <a:pt x="44" y="120"/>
                      <a:pt x="61" y="97"/>
                    </a:cubicBezTo>
                    <a:cubicBezTo>
                      <a:pt x="79" y="73"/>
                      <a:pt x="86" y="48"/>
                      <a:pt x="117" y="49"/>
                    </a:cubicBezTo>
                    <a:cubicBezTo>
                      <a:pt x="194" y="52"/>
                      <a:pt x="186" y="186"/>
                      <a:pt x="246" y="188"/>
                    </a:cubicBezTo>
                    <a:cubicBezTo>
                      <a:pt x="326" y="192"/>
                      <a:pt x="288" y="20"/>
                      <a:pt x="371" y="23"/>
                    </a:cubicBezTo>
                    <a:cubicBezTo>
                      <a:pt x="426" y="26"/>
                      <a:pt x="408" y="86"/>
                      <a:pt x="458" y="79"/>
                    </a:cubicBezTo>
                    <a:cubicBezTo>
                      <a:pt x="492" y="74"/>
                      <a:pt x="483" y="8"/>
                      <a:pt x="549" y="12"/>
                    </a:cubicBezTo>
                    <a:cubicBezTo>
                      <a:pt x="630" y="18"/>
                      <a:pt x="616" y="155"/>
                      <a:pt x="675" y="159"/>
                    </a:cubicBezTo>
                    <a:cubicBezTo>
                      <a:pt x="738" y="164"/>
                      <a:pt x="700" y="58"/>
                      <a:pt x="805" y="59"/>
                    </a:cubicBezTo>
                    <a:cubicBezTo>
                      <a:pt x="805" y="51"/>
                      <a:pt x="805" y="51"/>
                      <a:pt x="805" y="51"/>
                    </a:cubicBezTo>
                    <a:cubicBezTo>
                      <a:pt x="700" y="50"/>
                      <a:pt x="738" y="156"/>
                      <a:pt x="675" y="151"/>
                    </a:cubicBezTo>
                    <a:close/>
                  </a:path>
                </a:pathLst>
              </a:custGeom>
              <a:solidFill>
                <a:srgbClr val="F8C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6" name="Freeform 65">
                <a:extLst>
                  <a:ext uri="{FF2B5EF4-FFF2-40B4-BE49-F238E27FC236}">
                    <a16:creationId xmlns:a16="http://schemas.microsoft.com/office/drawing/2014/main" id="{D3310670-B1F9-48E5-87B8-65EE5523F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" y="2886"/>
                <a:ext cx="1482" cy="291"/>
              </a:xfrm>
              <a:custGeom>
                <a:avLst/>
                <a:gdLst>
                  <a:gd name="T0" fmla="*/ 17451 w 800"/>
                  <a:gd name="T1" fmla="*/ 1093 h 147"/>
                  <a:gd name="T2" fmla="*/ 17451 w 800"/>
                  <a:gd name="T3" fmla="*/ 4468 h 147"/>
                  <a:gd name="T4" fmla="*/ 0 w 800"/>
                  <a:gd name="T5" fmla="*/ 4468 h 147"/>
                  <a:gd name="T6" fmla="*/ 0 w 800"/>
                  <a:gd name="T7" fmla="*/ 1364 h 147"/>
                  <a:gd name="T8" fmla="*/ 789 w 800"/>
                  <a:gd name="T9" fmla="*/ 612 h 147"/>
                  <a:gd name="T10" fmla="*/ 1482 w 800"/>
                  <a:gd name="T11" fmla="*/ 1031 h 147"/>
                  <a:gd name="T12" fmla="*/ 1849 w 800"/>
                  <a:gd name="T13" fmla="*/ 521 h 147"/>
                  <a:gd name="T14" fmla="*/ 2899 w 800"/>
                  <a:gd name="T15" fmla="*/ 1124 h 147"/>
                  <a:gd name="T16" fmla="*/ 3638 w 800"/>
                  <a:gd name="T17" fmla="*/ 612 h 147"/>
                  <a:gd name="T18" fmla="*/ 4296 w 800"/>
                  <a:gd name="T19" fmla="*/ 1180 h 147"/>
                  <a:gd name="T20" fmla="*/ 5237 w 800"/>
                  <a:gd name="T21" fmla="*/ 580 h 147"/>
                  <a:gd name="T22" fmla="*/ 6147 w 800"/>
                  <a:gd name="T23" fmla="*/ 1124 h 147"/>
                  <a:gd name="T24" fmla="*/ 6502 w 800"/>
                  <a:gd name="T25" fmla="*/ 552 h 147"/>
                  <a:gd name="T26" fmla="*/ 7032 w 800"/>
                  <a:gd name="T27" fmla="*/ 847 h 147"/>
                  <a:gd name="T28" fmla="*/ 7571 w 800"/>
                  <a:gd name="T29" fmla="*/ 580 h 147"/>
                  <a:gd name="T30" fmla="*/ 7653 w 800"/>
                  <a:gd name="T31" fmla="*/ 1427 h 147"/>
                  <a:gd name="T32" fmla="*/ 8164 w 800"/>
                  <a:gd name="T33" fmla="*/ 1212 h 147"/>
                  <a:gd name="T34" fmla="*/ 8620 w 800"/>
                  <a:gd name="T35" fmla="*/ 1615 h 147"/>
                  <a:gd name="T36" fmla="*/ 9033 w 800"/>
                  <a:gd name="T37" fmla="*/ 940 h 147"/>
                  <a:gd name="T38" fmla="*/ 9879 w 800"/>
                  <a:gd name="T39" fmla="*/ 1243 h 147"/>
                  <a:gd name="T40" fmla="*/ 10365 w 800"/>
                  <a:gd name="T41" fmla="*/ 580 h 147"/>
                  <a:gd name="T42" fmla="*/ 10954 w 800"/>
                  <a:gd name="T43" fmla="*/ 1148 h 147"/>
                  <a:gd name="T44" fmla="*/ 11437 w 800"/>
                  <a:gd name="T45" fmla="*/ 521 h 147"/>
                  <a:gd name="T46" fmla="*/ 12045 w 800"/>
                  <a:gd name="T47" fmla="*/ 940 h 147"/>
                  <a:gd name="T48" fmla="*/ 12790 w 800"/>
                  <a:gd name="T49" fmla="*/ 396 h 147"/>
                  <a:gd name="T50" fmla="*/ 13332 w 800"/>
                  <a:gd name="T51" fmla="*/ 1000 h 147"/>
                  <a:gd name="T52" fmla="*/ 14025 w 800"/>
                  <a:gd name="T53" fmla="*/ 489 h 147"/>
                  <a:gd name="T54" fmla="*/ 14424 w 800"/>
                  <a:gd name="T55" fmla="*/ 1273 h 147"/>
                  <a:gd name="T56" fmla="*/ 15018 w 800"/>
                  <a:gd name="T57" fmla="*/ 968 h 147"/>
                  <a:gd name="T58" fmla="*/ 15450 w 800"/>
                  <a:gd name="T59" fmla="*/ 1677 h 147"/>
                  <a:gd name="T60" fmla="*/ 15926 w 800"/>
                  <a:gd name="T61" fmla="*/ 1000 h 147"/>
                  <a:gd name="T62" fmla="*/ 16534 w 800"/>
                  <a:gd name="T63" fmla="*/ 1061 h 147"/>
                  <a:gd name="T64" fmla="*/ 17451 w 800"/>
                  <a:gd name="T65" fmla="*/ 1093 h 1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00" h="147">
                    <a:moveTo>
                      <a:pt x="800" y="36"/>
                    </a:moveTo>
                    <a:cubicBezTo>
                      <a:pt x="800" y="147"/>
                      <a:pt x="800" y="147"/>
                      <a:pt x="800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19" y="20"/>
                      <a:pt x="36" y="20"/>
                    </a:cubicBezTo>
                    <a:cubicBezTo>
                      <a:pt x="52" y="20"/>
                      <a:pt x="68" y="34"/>
                      <a:pt x="68" y="34"/>
                    </a:cubicBezTo>
                    <a:cubicBezTo>
                      <a:pt x="68" y="34"/>
                      <a:pt x="63" y="20"/>
                      <a:pt x="85" y="17"/>
                    </a:cubicBezTo>
                    <a:cubicBezTo>
                      <a:pt x="107" y="14"/>
                      <a:pt x="133" y="37"/>
                      <a:pt x="133" y="37"/>
                    </a:cubicBezTo>
                    <a:cubicBezTo>
                      <a:pt x="133" y="37"/>
                      <a:pt x="148" y="19"/>
                      <a:pt x="167" y="20"/>
                    </a:cubicBezTo>
                    <a:cubicBezTo>
                      <a:pt x="186" y="21"/>
                      <a:pt x="197" y="39"/>
                      <a:pt x="197" y="39"/>
                    </a:cubicBezTo>
                    <a:cubicBezTo>
                      <a:pt x="197" y="39"/>
                      <a:pt x="218" y="20"/>
                      <a:pt x="240" y="19"/>
                    </a:cubicBezTo>
                    <a:cubicBezTo>
                      <a:pt x="261" y="18"/>
                      <a:pt x="282" y="37"/>
                      <a:pt x="282" y="37"/>
                    </a:cubicBezTo>
                    <a:cubicBezTo>
                      <a:pt x="282" y="37"/>
                      <a:pt x="283" y="18"/>
                      <a:pt x="298" y="18"/>
                    </a:cubicBezTo>
                    <a:cubicBezTo>
                      <a:pt x="313" y="18"/>
                      <a:pt x="322" y="28"/>
                      <a:pt x="322" y="28"/>
                    </a:cubicBezTo>
                    <a:cubicBezTo>
                      <a:pt x="322" y="28"/>
                      <a:pt x="335" y="6"/>
                      <a:pt x="347" y="19"/>
                    </a:cubicBezTo>
                    <a:cubicBezTo>
                      <a:pt x="359" y="32"/>
                      <a:pt x="351" y="47"/>
                      <a:pt x="351" y="47"/>
                    </a:cubicBezTo>
                    <a:cubicBezTo>
                      <a:pt x="351" y="47"/>
                      <a:pt x="364" y="36"/>
                      <a:pt x="374" y="40"/>
                    </a:cubicBezTo>
                    <a:cubicBezTo>
                      <a:pt x="384" y="44"/>
                      <a:pt x="395" y="53"/>
                      <a:pt x="395" y="53"/>
                    </a:cubicBezTo>
                    <a:cubicBezTo>
                      <a:pt x="395" y="53"/>
                      <a:pt x="397" y="33"/>
                      <a:pt x="414" y="31"/>
                    </a:cubicBezTo>
                    <a:cubicBezTo>
                      <a:pt x="431" y="29"/>
                      <a:pt x="453" y="41"/>
                      <a:pt x="453" y="41"/>
                    </a:cubicBezTo>
                    <a:cubicBezTo>
                      <a:pt x="453" y="41"/>
                      <a:pt x="462" y="17"/>
                      <a:pt x="475" y="19"/>
                    </a:cubicBezTo>
                    <a:cubicBezTo>
                      <a:pt x="489" y="21"/>
                      <a:pt x="502" y="38"/>
                      <a:pt x="502" y="38"/>
                    </a:cubicBezTo>
                    <a:cubicBezTo>
                      <a:pt x="502" y="38"/>
                      <a:pt x="505" y="16"/>
                      <a:pt x="524" y="17"/>
                    </a:cubicBezTo>
                    <a:cubicBezTo>
                      <a:pt x="543" y="18"/>
                      <a:pt x="552" y="31"/>
                      <a:pt x="552" y="31"/>
                    </a:cubicBezTo>
                    <a:cubicBezTo>
                      <a:pt x="552" y="31"/>
                      <a:pt x="567" y="11"/>
                      <a:pt x="586" y="13"/>
                    </a:cubicBezTo>
                    <a:cubicBezTo>
                      <a:pt x="605" y="15"/>
                      <a:pt x="611" y="33"/>
                      <a:pt x="611" y="33"/>
                    </a:cubicBezTo>
                    <a:cubicBezTo>
                      <a:pt x="611" y="33"/>
                      <a:pt x="625" y="10"/>
                      <a:pt x="643" y="16"/>
                    </a:cubicBezTo>
                    <a:cubicBezTo>
                      <a:pt x="661" y="22"/>
                      <a:pt x="661" y="42"/>
                      <a:pt x="661" y="42"/>
                    </a:cubicBezTo>
                    <a:cubicBezTo>
                      <a:pt x="661" y="42"/>
                      <a:pt x="678" y="30"/>
                      <a:pt x="688" y="32"/>
                    </a:cubicBezTo>
                    <a:cubicBezTo>
                      <a:pt x="697" y="34"/>
                      <a:pt x="708" y="55"/>
                      <a:pt x="708" y="55"/>
                    </a:cubicBezTo>
                    <a:cubicBezTo>
                      <a:pt x="708" y="55"/>
                      <a:pt x="720" y="36"/>
                      <a:pt x="730" y="33"/>
                    </a:cubicBezTo>
                    <a:cubicBezTo>
                      <a:pt x="740" y="30"/>
                      <a:pt x="758" y="35"/>
                      <a:pt x="758" y="35"/>
                    </a:cubicBezTo>
                    <a:cubicBezTo>
                      <a:pt x="758" y="35"/>
                      <a:pt x="792" y="0"/>
                      <a:pt x="800" y="36"/>
                    </a:cubicBezTo>
                    <a:close/>
                  </a:path>
                </a:pathLst>
              </a:custGeom>
              <a:solidFill>
                <a:srgbClr val="F3C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7" name="Freeform 66">
                <a:extLst>
                  <a:ext uri="{FF2B5EF4-FFF2-40B4-BE49-F238E27FC236}">
                    <a16:creationId xmlns:a16="http://schemas.microsoft.com/office/drawing/2014/main" id="{3262F0A8-4312-4EBD-84E7-4BC42762E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2932"/>
                <a:ext cx="1489" cy="290"/>
              </a:xfrm>
              <a:custGeom>
                <a:avLst/>
                <a:gdLst>
                  <a:gd name="T0" fmla="*/ 17520 w 804"/>
                  <a:gd name="T1" fmla="*/ 1073 h 147"/>
                  <a:gd name="T2" fmla="*/ 17520 w 804"/>
                  <a:gd name="T3" fmla="*/ 4389 h 147"/>
                  <a:gd name="T4" fmla="*/ 0 w 804"/>
                  <a:gd name="T5" fmla="*/ 4389 h 147"/>
                  <a:gd name="T6" fmla="*/ 0 w 804"/>
                  <a:gd name="T7" fmla="*/ 1351 h 147"/>
                  <a:gd name="T8" fmla="*/ 789 w 804"/>
                  <a:gd name="T9" fmla="*/ 592 h 147"/>
                  <a:gd name="T10" fmla="*/ 1506 w 804"/>
                  <a:gd name="T11" fmla="*/ 1012 h 147"/>
                  <a:gd name="T12" fmla="*/ 1865 w 804"/>
                  <a:gd name="T13" fmla="*/ 513 h 147"/>
                  <a:gd name="T14" fmla="*/ 2915 w 804"/>
                  <a:gd name="T15" fmla="*/ 1105 h 147"/>
                  <a:gd name="T16" fmla="*/ 3660 w 804"/>
                  <a:gd name="T17" fmla="*/ 592 h 147"/>
                  <a:gd name="T18" fmla="*/ 4319 w 804"/>
                  <a:gd name="T19" fmla="*/ 1168 h 147"/>
                  <a:gd name="T20" fmla="*/ 5249 w 804"/>
                  <a:gd name="T21" fmla="*/ 560 h 147"/>
                  <a:gd name="T22" fmla="*/ 6187 w 804"/>
                  <a:gd name="T23" fmla="*/ 1105 h 147"/>
                  <a:gd name="T24" fmla="*/ 6545 w 804"/>
                  <a:gd name="T25" fmla="*/ 544 h 147"/>
                  <a:gd name="T26" fmla="*/ 7058 w 804"/>
                  <a:gd name="T27" fmla="*/ 836 h 147"/>
                  <a:gd name="T28" fmla="*/ 7597 w 804"/>
                  <a:gd name="T29" fmla="*/ 560 h 147"/>
                  <a:gd name="T30" fmla="*/ 7693 w 804"/>
                  <a:gd name="T31" fmla="*/ 1405 h 147"/>
                  <a:gd name="T32" fmla="*/ 8188 w 804"/>
                  <a:gd name="T33" fmla="*/ 1199 h 147"/>
                  <a:gd name="T34" fmla="*/ 8647 w 804"/>
                  <a:gd name="T35" fmla="*/ 1588 h 147"/>
                  <a:gd name="T36" fmla="*/ 9058 w 804"/>
                  <a:gd name="T37" fmla="*/ 923 h 147"/>
                  <a:gd name="T38" fmla="*/ 9916 w 804"/>
                  <a:gd name="T39" fmla="*/ 1229 h 147"/>
                  <a:gd name="T40" fmla="*/ 10410 w 804"/>
                  <a:gd name="T41" fmla="*/ 560 h 147"/>
                  <a:gd name="T42" fmla="*/ 11003 w 804"/>
                  <a:gd name="T43" fmla="*/ 1136 h 147"/>
                  <a:gd name="T44" fmla="*/ 11482 w 804"/>
                  <a:gd name="T45" fmla="*/ 513 h 147"/>
                  <a:gd name="T46" fmla="*/ 12093 w 804"/>
                  <a:gd name="T47" fmla="*/ 923 h 147"/>
                  <a:gd name="T48" fmla="*/ 12838 w 804"/>
                  <a:gd name="T49" fmla="*/ 393 h 147"/>
                  <a:gd name="T50" fmla="*/ 13377 w 804"/>
                  <a:gd name="T51" fmla="*/ 984 h 147"/>
                  <a:gd name="T52" fmla="*/ 14070 w 804"/>
                  <a:gd name="T53" fmla="*/ 483 h 147"/>
                  <a:gd name="T54" fmla="*/ 14471 w 804"/>
                  <a:gd name="T55" fmla="*/ 1261 h 147"/>
                  <a:gd name="T56" fmla="*/ 15060 w 804"/>
                  <a:gd name="T57" fmla="*/ 953 h 147"/>
                  <a:gd name="T58" fmla="*/ 15516 w 804"/>
                  <a:gd name="T59" fmla="*/ 1649 h 147"/>
                  <a:gd name="T60" fmla="*/ 15986 w 804"/>
                  <a:gd name="T61" fmla="*/ 984 h 147"/>
                  <a:gd name="T62" fmla="*/ 16598 w 804"/>
                  <a:gd name="T63" fmla="*/ 1044 h 147"/>
                  <a:gd name="T64" fmla="*/ 17520 w 804"/>
                  <a:gd name="T65" fmla="*/ 1073 h 1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04" h="147">
                    <a:moveTo>
                      <a:pt x="804" y="36"/>
                    </a:moveTo>
                    <a:cubicBezTo>
                      <a:pt x="804" y="147"/>
                      <a:pt x="804" y="147"/>
                      <a:pt x="804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19" y="20"/>
                      <a:pt x="36" y="20"/>
                    </a:cubicBezTo>
                    <a:cubicBezTo>
                      <a:pt x="53" y="20"/>
                      <a:pt x="69" y="34"/>
                      <a:pt x="69" y="34"/>
                    </a:cubicBezTo>
                    <a:cubicBezTo>
                      <a:pt x="69" y="34"/>
                      <a:pt x="64" y="20"/>
                      <a:pt x="86" y="17"/>
                    </a:cubicBezTo>
                    <a:cubicBezTo>
                      <a:pt x="108" y="14"/>
                      <a:pt x="134" y="37"/>
                      <a:pt x="134" y="37"/>
                    </a:cubicBezTo>
                    <a:cubicBezTo>
                      <a:pt x="134" y="37"/>
                      <a:pt x="149" y="19"/>
                      <a:pt x="168" y="20"/>
                    </a:cubicBezTo>
                    <a:cubicBezTo>
                      <a:pt x="187" y="21"/>
                      <a:pt x="198" y="39"/>
                      <a:pt x="198" y="39"/>
                    </a:cubicBezTo>
                    <a:cubicBezTo>
                      <a:pt x="198" y="39"/>
                      <a:pt x="219" y="20"/>
                      <a:pt x="241" y="19"/>
                    </a:cubicBezTo>
                    <a:cubicBezTo>
                      <a:pt x="263" y="18"/>
                      <a:pt x="284" y="37"/>
                      <a:pt x="284" y="37"/>
                    </a:cubicBezTo>
                    <a:cubicBezTo>
                      <a:pt x="284" y="37"/>
                      <a:pt x="285" y="18"/>
                      <a:pt x="300" y="18"/>
                    </a:cubicBezTo>
                    <a:cubicBezTo>
                      <a:pt x="315" y="18"/>
                      <a:pt x="324" y="28"/>
                      <a:pt x="324" y="28"/>
                    </a:cubicBezTo>
                    <a:cubicBezTo>
                      <a:pt x="324" y="28"/>
                      <a:pt x="337" y="6"/>
                      <a:pt x="349" y="19"/>
                    </a:cubicBezTo>
                    <a:cubicBezTo>
                      <a:pt x="361" y="32"/>
                      <a:pt x="353" y="47"/>
                      <a:pt x="353" y="47"/>
                    </a:cubicBezTo>
                    <a:cubicBezTo>
                      <a:pt x="353" y="47"/>
                      <a:pt x="366" y="36"/>
                      <a:pt x="376" y="40"/>
                    </a:cubicBezTo>
                    <a:cubicBezTo>
                      <a:pt x="386" y="44"/>
                      <a:pt x="397" y="53"/>
                      <a:pt x="397" y="53"/>
                    </a:cubicBezTo>
                    <a:cubicBezTo>
                      <a:pt x="397" y="53"/>
                      <a:pt x="399" y="33"/>
                      <a:pt x="416" y="31"/>
                    </a:cubicBezTo>
                    <a:cubicBezTo>
                      <a:pt x="433" y="29"/>
                      <a:pt x="455" y="41"/>
                      <a:pt x="455" y="41"/>
                    </a:cubicBezTo>
                    <a:cubicBezTo>
                      <a:pt x="455" y="41"/>
                      <a:pt x="464" y="17"/>
                      <a:pt x="478" y="19"/>
                    </a:cubicBezTo>
                    <a:cubicBezTo>
                      <a:pt x="492" y="21"/>
                      <a:pt x="505" y="38"/>
                      <a:pt x="505" y="38"/>
                    </a:cubicBezTo>
                    <a:cubicBezTo>
                      <a:pt x="505" y="38"/>
                      <a:pt x="508" y="16"/>
                      <a:pt x="527" y="17"/>
                    </a:cubicBezTo>
                    <a:cubicBezTo>
                      <a:pt x="546" y="18"/>
                      <a:pt x="555" y="31"/>
                      <a:pt x="555" y="31"/>
                    </a:cubicBezTo>
                    <a:cubicBezTo>
                      <a:pt x="555" y="31"/>
                      <a:pt x="570" y="11"/>
                      <a:pt x="589" y="13"/>
                    </a:cubicBezTo>
                    <a:cubicBezTo>
                      <a:pt x="608" y="15"/>
                      <a:pt x="614" y="33"/>
                      <a:pt x="614" y="33"/>
                    </a:cubicBezTo>
                    <a:cubicBezTo>
                      <a:pt x="614" y="33"/>
                      <a:pt x="628" y="10"/>
                      <a:pt x="646" y="16"/>
                    </a:cubicBezTo>
                    <a:cubicBezTo>
                      <a:pt x="664" y="22"/>
                      <a:pt x="664" y="42"/>
                      <a:pt x="664" y="42"/>
                    </a:cubicBezTo>
                    <a:cubicBezTo>
                      <a:pt x="664" y="42"/>
                      <a:pt x="681" y="30"/>
                      <a:pt x="691" y="32"/>
                    </a:cubicBezTo>
                    <a:cubicBezTo>
                      <a:pt x="701" y="34"/>
                      <a:pt x="712" y="55"/>
                      <a:pt x="712" y="55"/>
                    </a:cubicBezTo>
                    <a:cubicBezTo>
                      <a:pt x="712" y="55"/>
                      <a:pt x="724" y="36"/>
                      <a:pt x="734" y="33"/>
                    </a:cubicBezTo>
                    <a:cubicBezTo>
                      <a:pt x="744" y="30"/>
                      <a:pt x="762" y="35"/>
                      <a:pt x="762" y="35"/>
                    </a:cubicBezTo>
                    <a:cubicBezTo>
                      <a:pt x="762" y="35"/>
                      <a:pt x="796" y="0"/>
                      <a:pt x="804" y="36"/>
                    </a:cubicBezTo>
                    <a:close/>
                  </a:path>
                </a:pathLst>
              </a:custGeom>
              <a:solidFill>
                <a:srgbClr val="FCD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8" name="Freeform 67">
                <a:extLst>
                  <a:ext uri="{FF2B5EF4-FFF2-40B4-BE49-F238E27FC236}">
                    <a16:creationId xmlns:a16="http://schemas.microsoft.com/office/drawing/2014/main" id="{97B25886-1191-4479-98FE-2515342A3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2932"/>
                <a:ext cx="1489" cy="290"/>
              </a:xfrm>
              <a:custGeom>
                <a:avLst/>
                <a:gdLst>
                  <a:gd name="T0" fmla="*/ 17520 w 804"/>
                  <a:gd name="T1" fmla="*/ 1073 h 147"/>
                  <a:gd name="T2" fmla="*/ 17520 w 804"/>
                  <a:gd name="T3" fmla="*/ 4389 h 147"/>
                  <a:gd name="T4" fmla="*/ 0 w 804"/>
                  <a:gd name="T5" fmla="*/ 4389 h 147"/>
                  <a:gd name="T6" fmla="*/ 0 w 804"/>
                  <a:gd name="T7" fmla="*/ 1351 h 147"/>
                  <a:gd name="T8" fmla="*/ 789 w 804"/>
                  <a:gd name="T9" fmla="*/ 592 h 147"/>
                  <a:gd name="T10" fmla="*/ 1506 w 804"/>
                  <a:gd name="T11" fmla="*/ 1012 h 147"/>
                  <a:gd name="T12" fmla="*/ 1865 w 804"/>
                  <a:gd name="T13" fmla="*/ 513 h 147"/>
                  <a:gd name="T14" fmla="*/ 2915 w 804"/>
                  <a:gd name="T15" fmla="*/ 1105 h 147"/>
                  <a:gd name="T16" fmla="*/ 3660 w 804"/>
                  <a:gd name="T17" fmla="*/ 592 h 147"/>
                  <a:gd name="T18" fmla="*/ 4319 w 804"/>
                  <a:gd name="T19" fmla="*/ 1168 h 147"/>
                  <a:gd name="T20" fmla="*/ 5249 w 804"/>
                  <a:gd name="T21" fmla="*/ 560 h 147"/>
                  <a:gd name="T22" fmla="*/ 6187 w 804"/>
                  <a:gd name="T23" fmla="*/ 1105 h 147"/>
                  <a:gd name="T24" fmla="*/ 6545 w 804"/>
                  <a:gd name="T25" fmla="*/ 544 h 147"/>
                  <a:gd name="T26" fmla="*/ 7058 w 804"/>
                  <a:gd name="T27" fmla="*/ 836 h 147"/>
                  <a:gd name="T28" fmla="*/ 7597 w 804"/>
                  <a:gd name="T29" fmla="*/ 560 h 147"/>
                  <a:gd name="T30" fmla="*/ 7693 w 804"/>
                  <a:gd name="T31" fmla="*/ 1405 h 147"/>
                  <a:gd name="T32" fmla="*/ 8188 w 804"/>
                  <a:gd name="T33" fmla="*/ 1199 h 147"/>
                  <a:gd name="T34" fmla="*/ 8647 w 804"/>
                  <a:gd name="T35" fmla="*/ 1588 h 147"/>
                  <a:gd name="T36" fmla="*/ 9058 w 804"/>
                  <a:gd name="T37" fmla="*/ 923 h 147"/>
                  <a:gd name="T38" fmla="*/ 9916 w 804"/>
                  <a:gd name="T39" fmla="*/ 1229 h 147"/>
                  <a:gd name="T40" fmla="*/ 10410 w 804"/>
                  <a:gd name="T41" fmla="*/ 560 h 147"/>
                  <a:gd name="T42" fmla="*/ 11003 w 804"/>
                  <a:gd name="T43" fmla="*/ 1136 h 147"/>
                  <a:gd name="T44" fmla="*/ 11482 w 804"/>
                  <a:gd name="T45" fmla="*/ 513 h 147"/>
                  <a:gd name="T46" fmla="*/ 12093 w 804"/>
                  <a:gd name="T47" fmla="*/ 923 h 147"/>
                  <a:gd name="T48" fmla="*/ 12838 w 804"/>
                  <a:gd name="T49" fmla="*/ 393 h 147"/>
                  <a:gd name="T50" fmla="*/ 13377 w 804"/>
                  <a:gd name="T51" fmla="*/ 984 h 147"/>
                  <a:gd name="T52" fmla="*/ 14070 w 804"/>
                  <a:gd name="T53" fmla="*/ 483 h 147"/>
                  <a:gd name="T54" fmla="*/ 14471 w 804"/>
                  <a:gd name="T55" fmla="*/ 1261 h 147"/>
                  <a:gd name="T56" fmla="*/ 15060 w 804"/>
                  <a:gd name="T57" fmla="*/ 953 h 147"/>
                  <a:gd name="T58" fmla="*/ 15516 w 804"/>
                  <a:gd name="T59" fmla="*/ 1649 h 147"/>
                  <a:gd name="T60" fmla="*/ 15986 w 804"/>
                  <a:gd name="T61" fmla="*/ 984 h 147"/>
                  <a:gd name="T62" fmla="*/ 16598 w 804"/>
                  <a:gd name="T63" fmla="*/ 1044 h 147"/>
                  <a:gd name="T64" fmla="*/ 17520 w 804"/>
                  <a:gd name="T65" fmla="*/ 1073 h 1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04" h="147">
                    <a:moveTo>
                      <a:pt x="804" y="36"/>
                    </a:moveTo>
                    <a:cubicBezTo>
                      <a:pt x="804" y="147"/>
                      <a:pt x="804" y="147"/>
                      <a:pt x="804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19" y="20"/>
                      <a:pt x="36" y="20"/>
                    </a:cubicBezTo>
                    <a:cubicBezTo>
                      <a:pt x="53" y="20"/>
                      <a:pt x="69" y="34"/>
                      <a:pt x="69" y="34"/>
                    </a:cubicBezTo>
                    <a:cubicBezTo>
                      <a:pt x="69" y="34"/>
                      <a:pt x="64" y="20"/>
                      <a:pt x="86" y="17"/>
                    </a:cubicBezTo>
                    <a:cubicBezTo>
                      <a:pt x="108" y="14"/>
                      <a:pt x="134" y="37"/>
                      <a:pt x="134" y="37"/>
                    </a:cubicBezTo>
                    <a:cubicBezTo>
                      <a:pt x="134" y="37"/>
                      <a:pt x="149" y="19"/>
                      <a:pt x="168" y="20"/>
                    </a:cubicBezTo>
                    <a:cubicBezTo>
                      <a:pt x="187" y="21"/>
                      <a:pt x="198" y="39"/>
                      <a:pt x="198" y="39"/>
                    </a:cubicBezTo>
                    <a:cubicBezTo>
                      <a:pt x="198" y="39"/>
                      <a:pt x="219" y="20"/>
                      <a:pt x="241" y="19"/>
                    </a:cubicBezTo>
                    <a:cubicBezTo>
                      <a:pt x="263" y="18"/>
                      <a:pt x="284" y="37"/>
                      <a:pt x="284" y="37"/>
                    </a:cubicBezTo>
                    <a:cubicBezTo>
                      <a:pt x="284" y="37"/>
                      <a:pt x="285" y="18"/>
                      <a:pt x="300" y="18"/>
                    </a:cubicBezTo>
                    <a:cubicBezTo>
                      <a:pt x="315" y="18"/>
                      <a:pt x="324" y="28"/>
                      <a:pt x="324" y="28"/>
                    </a:cubicBezTo>
                    <a:cubicBezTo>
                      <a:pt x="324" y="28"/>
                      <a:pt x="337" y="6"/>
                      <a:pt x="349" y="19"/>
                    </a:cubicBezTo>
                    <a:cubicBezTo>
                      <a:pt x="361" y="32"/>
                      <a:pt x="353" y="47"/>
                      <a:pt x="353" y="47"/>
                    </a:cubicBezTo>
                    <a:cubicBezTo>
                      <a:pt x="353" y="47"/>
                      <a:pt x="366" y="36"/>
                      <a:pt x="376" y="40"/>
                    </a:cubicBezTo>
                    <a:cubicBezTo>
                      <a:pt x="386" y="44"/>
                      <a:pt x="397" y="53"/>
                      <a:pt x="397" y="53"/>
                    </a:cubicBezTo>
                    <a:cubicBezTo>
                      <a:pt x="397" y="53"/>
                      <a:pt x="399" y="33"/>
                      <a:pt x="416" y="31"/>
                    </a:cubicBezTo>
                    <a:cubicBezTo>
                      <a:pt x="433" y="29"/>
                      <a:pt x="455" y="41"/>
                      <a:pt x="455" y="41"/>
                    </a:cubicBezTo>
                    <a:cubicBezTo>
                      <a:pt x="455" y="41"/>
                      <a:pt x="464" y="17"/>
                      <a:pt x="478" y="19"/>
                    </a:cubicBezTo>
                    <a:cubicBezTo>
                      <a:pt x="492" y="21"/>
                      <a:pt x="505" y="38"/>
                      <a:pt x="505" y="38"/>
                    </a:cubicBezTo>
                    <a:cubicBezTo>
                      <a:pt x="505" y="38"/>
                      <a:pt x="508" y="16"/>
                      <a:pt x="527" y="17"/>
                    </a:cubicBezTo>
                    <a:cubicBezTo>
                      <a:pt x="546" y="18"/>
                      <a:pt x="555" y="31"/>
                      <a:pt x="555" y="31"/>
                    </a:cubicBezTo>
                    <a:cubicBezTo>
                      <a:pt x="555" y="31"/>
                      <a:pt x="570" y="11"/>
                      <a:pt x="589" y="13"/>
                    </a:cubicBezTo>
                    <a:cubicBezTo>
                      <a:pt x="608" y="15"/>
                      <a:pt x="614" y="33"/>
                      <a:pt x="614" y="33"/>
                    </a:cubicBezTo>
                    <a:cubicBezTo>
                      <a:pt x="614" y="33"/>
                      <a:pt x="628" y="10"/>
                      <a:pt x="646" y="16"/>
                    </a:cubicBezTo>
                    <a:cubicBezTo>
                      <a:pt x="664" y="22"/>
                      <a:pt x="664" y="42"/>
                      <a:pt x="664" y="42"/>
                    </a:cubicBezTo>
                    <a:cubicBezTo>
                      <a:pt x="664" y="42"/>
                      <a:pt x="681" y="30"/>
                      <a:pt x="691" y="32"/>
                    </a:cubicBezTo>
                    <a:cubicBezTo>
                      <a:pt x="701" y="34"/>
                      <a:pt x="712" y="55"/>
                      <a:pt x="712" y="55"/>
                    </a:cubicBezTo>
                    <a:cubicBezTo>
                      <a:pt x="712" y="55"/>
                      <a:pt x="724" y="36"/>
                      <a:pt x="734" y="33"/>
                    </a:cubicBezTo>
                    <a:cubicBezTo>
                      <a:pt x="744" y="30"/>
                      <a:pt x="762" y="35"/>
                      <a:pt x="762" y="35"/>
                    </a:cubicBezTo>
                    <a:cubicBezTo>
                      <a:pt x="762" y="35"/>
                      <a:pt x="796" y="0"/>
                      <a:pt x="804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9" name="Freeform 68">
                <a:extLst>
                  <a:ext uri="{FF2B5EF4-FFF2-40B4-BE49-F238E27FC236}">
                    <a16:creationId xmlns:a16="http://schemas.microsoft.com/office/drawing/2014/main" id="{326DC941-339A-445C-85EC-9567D47C9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2042"/>
                <a:ext cx="1490" cy="441"/>
              </a:xfrm>
              <a:custGeom>
                <a:avLst/>
                <a:gdLst>
                  <a:gd name="T0" fmla="*/ 14659 w 805"/>
                  <a:gd name="T1" fmla="*/ 4572 h 223"/>
                  <a:gd name="T2" fmla="*/ 11929 w 805"/>
                  <a:gd name="T3" fmla="*/ 156 h 223"/>
                  <a:gd name="T4" fmla="*/ 9956 w 805"/>
                  <a:gd name="T5" fmla="*/ 2144 h 223"/>
                  <a:gd name="T6" fmla="*/ 8065 w 805"/>
                  <a:gd name="T7" fmla="*/ 457 h 223"/>
                  <a:gd name="T8" fmla="*/ 5338 w 805"/>
                  <a:gd name="T9" fmla="*/ 5476 h 223"/>
                  <a:gd name="T10" fmla="*/ 2549 w 805"/>
                  <a:gd name="T11" fmla="*/ 1236 h 223"/>
                  <a:gd name="T12" fmla="*/ 1325 w 805"/>
                  <a:gd name="T13" fmla="*/ 2691 h 223"/>
                  <a:gd name="T14" fmla="*/ 0 w 805"/>
                  <a:gd name="T15" fmla="*/ 2937 h 223"/>
                  <a:gd name="T16" fmla="*/ 0 w 805"/>
                  <a:gd name="T17" fmla="*/ 4020 h 223"/>
                  <a:gd name="T18" fmla="*/ 1325 w 805"/>
                  <a:gd name="T19" fmla="*/ 3773 h 223"/>
                  <a:gd name="T20" fmla="*/ 2549 w 805"/>
                  <a:gd name="T21" fmla="*/ 2328 h 223"/>
                  <a:gd name="T22" fmla="*/ 5338 w 805"/>
                  <a:gd name="T23" fmla="*/ 6558 h 223"/>
                  <a:gd name="T24" fmla="*/ 8065 w 805"/>
                  <a:gd name="T25" fmla="*/ 1548 h 223"/>
                  <a:gd name="T26" fmla="*/ 9956 w 805"/>
                  <a:gd name="T27" fmla="*/ 3241 h 223"/>
                  <a:gd name="T28" fmla="*/ 11929 w 805"/>
                  <a:gd name="T29" fmla="*/ 1236 h 223"/>
                  <a:gd name="T30" fmla="*/ 14659 w 805"/>
                  <a:gd name="T31" fmla="*/ 5664 h 223"/>
                  <a:gd name="T32" fmla="*/ 17489 w 805"/>
                  <a:gd name="T33" fmla="*/ 2628 h 223"/>
                  <a:gd name="T34" fmla="*/ 17489 w 805"/>
                  <a:gd name="T35" fmla="*/ 1548 h 223"/>
                  <a:gd name="T36" fmla="*/ 14659 w 805"/>
                  <a:gd name="T37" fmla="*/ 4572 h 2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5" h="223">
                    <a:moveTo>
                      <a:pt x="675" y="151"/>
                    </a:moveTo>
                    <a:cubicBezTo>
                      <a:pt x="616" y="147"/>
                      <a:pt x="630" y="10"/>
                      <a:pt x="549" y="5"/>
                    </a:cubicBezTo>
                    <a:cubicBezTo>
                      <a:pt x="483" y="0"/>
                      <a:pt x="492" y="66"/>
                      <a:pt x="458" y="71"/>
                    </a:cubicBezTo>
                    <a:cubicBezTo>
                      <a:pt x="408" y="78"/>
                      <a:pt x="426" y="18"/>
                      <a:pt x="371" y="15"/>
                    </a:cubicBezTo>
                    <a:cubicBezTo>
                      <a:pt x="288" y="12"/>
                      <a:pt x="326" y="184"/>
                      <a:pt x="246" y="181"/>
                    </a:cubicBezTo>
                    <a:cubicBezTo>
                      <a:pt x="186" y="178"/>
                      <a:pt x="194" y="44"/>
                      <a:pt x="117" y="41"/>
                    </a:cubicBezTo>
                    <a:cubicBezTo>
                      <a:pt x="86" y="40"/>
                      <a:pt x="79" y="65"/>
                      <a:pt x="61" y="89"/>
                    </a:cubicBezTo>
                    <a:cubicBezTo>
                      <a:pt x="44" y="112"/>
                      <a:pt x="0" y="97"/>
                      <a:pt x="0" y="97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33"/>
                      <a:pt x="44" y="148"/>
                      <a:pt x="61" y="125"/>
                    </a:cubicBezTo>
                    <a:cubicBezTo>
                      <a:pt x="79" y="101"/>
                      <a:pt x="86" y="76"/>
                      <a:pt x="117" y="77"/>
                    </a:cubicBezTo>
                    <a:cubicBezTo>
                      <a:pt x="176" y="80"/>
                      <a:pt x="166" y="210"/>
                      <a:pt x="246" y="217"/>
                    </a:cubicBezTo>
                    <a:cubicBezTo>
                      <a:pt x="326" y="223"/>
                      <a:pt x="306" y="54"/>
                      <a:pt x="371" y="51"/>
                    </a:cubicBezTo>
                    <a:cubicBezTo>
                      <a:pt x="426" y="49"/>
                      <a:pt x="398" y="111"/>
                      <a:pt x="458" y="107"/>
                    </a:cubicBezTo>
                    <a:cubicBezTo>
                      <a:pt x="505" y="103"/>
                      <a:pt x="484" y="30"/>
                      <a:pt x="549" y="41"/>
                    </a:cubicBezTo>
                    <a:cubicBezTo>
                      <a:pt x="620" y="52"/>
                      <a:pt x="589" y="179"/>
                      <a:pt x="675" y="187"/>
                    </a:cubicBezTo>
                    <a:cubicBezTo>
                      <a:pt x="761" y="196"/>
                      <a:pt x="715" y="82"/>
                      <a:pt x="805" y="87"/>
                    </a:cubicBezTo>
                    <a:cubicBezTo>
                      <a:pt x="805" y="51"/>
                      <a:pt x="805" y="51"/>
                      <a:pt x="805" y="51"/>
                    </a:cubicBezTo>
                    <a:cubicBezTo>
                      <a:pt x="700" y="50"/>
                      <a:pt x="738" y="156"/>
                      <a:pt x="675" y="15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0" name="Freeform 69">
                <a:extLst>
                  <a:ext uri="{FF2B5EF4-FFF2-40B4-BE49-F238E27FC236}">
                    <a16:creationId xmlns:a16="http://schemas.microsoft.com/office/drawing/2014/main" id="{6C5D04C1-46DB-458C-9110-B65BC9E1BC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0" y="1529"/>
                <a:ext cx="585" cy="454"/>
              </a:xfrm>
              <a:custGeom>
                <a:avLst/>
                <a:gdLst>
                  <a:gd name="T0" fmla="*/ 6083 w 316"/>
                  <a:gd name="T1" fmla="*/ 4461 h 230"/>
                  <a:gd name="T2" fmla="*/ 5037 w 316"/>
                  <a:gd name="T3" fmla="*/ 3989 h 230"/>
                  <a:gd name="T4" fmla="*/ 4747 w 316"/>
                  <a:gd name="T5" fmla="*/ 3056 h 230"/>
                  <a:gd name="T6" fmla="*/ 4345 w 316"/>
                  <a:gd name="T7" fmla="*/ 2432 h 230"/>
                  <a:gd name="T8" fmla="*/ 4136 w 316"/>
                  <a:gd name="T9" fmla="*/ 1855 h 230"/>
                  <a:gd name="T10" fmla="*/ 3571 w 316"/>
                  <a:gd name="T11" fmla="*/ 1384 h 230"/>
                  <a:gd name="T12" fmla="*/ 3019 w 316"/>
                  <a:gd name="T13" fmla="*/ 393 h 230"/>
                  <a:gd name="T14" fmla="*/ 1973 w 316"/>
                  <a:gd name="T15" fmla="*/ 363 h 230"/>
                  <a:gd name="T16" fmla="*/ 977 w 316"/>
                  <a:gd name="T17" fmla="*/ 32 h 230"/>
                  <a:gd name="T18" fmla="*/ 222 w 316"/>
                  <a:gd name="T19" fmla="*/ 892 h 230"/>
                  <a:gd name="T20" fmla="*/ 998 w 316"/>
                  <a:gd name="T21" fmla="*/ 152 h 230"/>
                  <a:gd name="T22" fmla="*/ 1848 w 316"/>
                  <a:gd name="T23" fmla="*/ 685 h 230"/>
                  <a:gd name="T24" fmla="*/ 2982 w 316"/>
                  <a:gd name="T25" fmla="*/ 515 h 230"/>
                  <a:gd name="T26" fmla="*/ 3438 w 316"/>
                  <a:gd name="T27" fmla="*/ 1715 h 230"/>
                  <a:gd name="T28" fmla="*/ 4067 w 316"/>
                  <a:gd name="T29" fmla="*/ 2061 h 230"/>
                  <a:gd name="T30" fmla="*/ 4219 w 316"/>
                  <a:gd name="T31" fmla="*/ 2763 h 230"/>
                  <a:gd name="T32" fmla="*/ 4593 w 316"/>
                  <a:gd name="T33" fmla="*/ 3385 h 230"/>
                  <a:gd name="T34" fmla="*/ 4911 w 316"/>
                  <a:gd name="T35" fmla="*/ 4037 h 230"/>
                  <a:gd name="T36" fmla="*/ 5957 w 316"/>
                  <a:gd name="T37" fmla="*/ 4801 h 230"/>
                  <a:gd name="T38" fmla="*/ 6461 w 316"/>
                  <a:gd name="T39" fmla="*/ 5101 h 230"/>
                  <a:gd name="T40" fmla="*/ 6872 w 316"/>
                  <a:gd name="T41" fmla="*/ 5158 h 230"/>
                  <a:gd name="T42" fmla="*/ 6083 w 316"/>
                  <a:gd name="T43" fmla="*/ 4461 h 230"/>
                  <a:gd name="T44" fmla="*/ 0 w 316"/>
                  <a:gd name="T45" fmla="*/ 6893 h 230"/>
                  <a:gd name="T46" fmla="*/ 126 w 316"/>
                  <a:gd name="T47" fmla="*/ 6498 h 230"/>
                  <a:gd name="T48" fmla="*/ 81 w 316"/>
                  <a:gd name="T49" fmla="*/ 6561 h 230"/>
                  <a:gd name="T50" fmla="*/ 0 w 316"/>
                  <a:gd name="T51" fmla="*/ 6893 h 2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16" h="230">
                    <a:moveTo>
                      <a:pt x="280" y="149"/>
                    </a:moveTo>
                    <a:cubicBezTo>
                      <a:pt x="272" y="138"/>
                      <a:pt x="253" y="143"/>
                      <a:pt x="232" y="133"/>
                    </a:cubicBezTo>
                    <a:cubicBezTo>
                      <a:pt x="211" y="124"/>
                      <a:pt x="216" y="115"/>
                      <a:pt x="218" y="102"/>
                    </a:cubicBezTo>
                    <a:cubicBezTo>
                      <a:pt x="219" y="90"/>
                      <a:pt x="213" y="86"/>
                      <a:pt x="200" y="81"/>
                    </a:cubicBezTo>
                    <a:cubicBezTo>
                      <a:pt x="187" y="76"/>
                      <a:pt x="196" y="72"/>
                      <a:pt x="190" y="62"/>
                    </a:cubicBezTo>
                    <a:cubicBezTo>
                      <a:pt x="184" y="52"/>
                      <a:pt x="178" y="58"/>
                      <a:pt x="164" y="46"/>
                    </a:cubicBezTo>
                    <a:cubicBezTo>
                      <a:pt x="150" y="35"/>
                      <a:pt x="153" y="26"/>
                      <a:pt x="139" y="13"/>
                    </a:cubicBezTo>
                    <a:cubicBezTo>
                      <a:pt x="126" y="1"/>
                      <a:pt x="108" y="15"/>
                      <a:pt x="91" y="12"/>
                    </a:cubicBezTo>
                    <a:cubicBezTo>
                      <a:pt x="74" y="9"/>
                      <a:pt x="63" y="0"/>
                      <a:pt x="45" y="1"/>
                    </a:cubicBezTo>
                    <a:cubicBezTo>
                      <a:pt x="27" y="3"/>
                      <a:pt x="18" y="14"/>
                      <a:pt x="10" y="30"/>
                    </a:cubicBezTo>
                    <a:cubicBezTo>
                      <a:pt x="17" y="20"/>
                      <a:pt x="32" y="6"/>
                      <a:pt x="46" y="5"/>
                    </a:cubicBezTo>
                    <a:cubicBezTo>
                      <a:pt x="64" y="4"/>
                      <a:pt x="68" y="20"/>
                      <a:pt x="85" y="23"/>
                    </a:cubicBezTo>
                    <a:cubicBezTo>
                      <a:pt x="102" y="26"/>
                      <a:pt x="123" y="4"/>
                      <a:pt x="137" y="17"/>
                    </a:cubicBezTo>
                    <a:cubicBezTo>
                      <a:pt x="147" y="25"/>
                      <a:pt x="138" y="41"/>
                      <a:pt x="158" y="57"/>
                    </a:cubicBezTo>
                    <a:cubicBezTo>
                      <a:pt x="172" y="69"/>
                      <a:pt x="180" y="59"/>
                      <a:pt x="187" y="69"/>
                    </a:cubicBezTo>
                    <a:cubicBezTo>
                      <a:pt x="193" y="79"/>
                      <a:pt x="181" y="87"/>
                      <a:pt x="194" y="92"/>
                    </a:cubicBezTo>
                    <a:cubicBezTo>
                      <a:pt x="207" y="97"/>
                      <a:pt x="213" y="101"/>
                      <a:pt x="211" y="113"/>
                    </a:cubicBezTo>
                    <a:cubicBezTo>
                      <a:pt x="210" y="126"/>
                      <a:pt x="205" y="125"/>
                      <a:pt x="226" y="135"/>
                    </a:cubicBezTo>
                    <a:cubicBezTo>
                      <a:pt x="247" y="144"/>
                      <a:pt x="266" y="148"/>
                      <a:pt x="274" y="160"/>
                    </a:cubicBezTo>
                    <a:cubicBezTo>
                      <a:pt x="281" y="170"/>
                      <a:pt x="290" y="160"/>
                      <a:pt x="297" y="170"/>
                    </a:cubicBezTo>
                    <a:cubicBezTo>
                      <a:pt x="303" y="169"/>
                      <a:pt x="316" y="172"/>
                      <a:pt x="316" y="172"/>
                    </a:cubicBezTo>
                    <a:cubicBezTo>
                      <a:pt x="313" y="154"/>
                      <a:pt x="288" y="160"/>
                      <a:pt x="280" y="149"/>
                    </a:cubicBezTo>
                    <a:close/>
                    <a:moveTo>
                      <a:pt x="0" y="230"/>
                    </a:moveTo>
                    <a:cubicBezTo>
                      <a:pt x="2" y="226"/>
                      <a:pt x="4" y="222"/>
                      <a:pt x="6" y="217"/>
                    </a:cubicBezTo>
                    <a:cubicBezTo>
                      <a:pt x="6" y="218"/>
                      <a:pt x="5" y="218"/>
                      <a:pt x="4" y="219"/>
                    </a:cubicBezTo>
                    <a:cubicBezTo>
                      <a:pt x="3" y="222"/>
                      <a:pt x="1" y="226"/>
                      <a:pt x="0" y="230"/>
                    </a:cubicBezTo>
                    <a:close/>
                  </a:path>
                </a:pathLst>
              </a:custGeom>
              <a:solidFill>
                <a:srgbClr val="76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1" name="Freeform 70">
                <a:extLst>
                  <a:ext uri="{FF2B5EF4-FFF2-40B4-BE49-F238E27FC236}">
                    <a16:creationId xmlns:a16="http://schemas.microsoft.com/office/drawing/2014/main" id="{1A8F8C76-60BC-4172-B7B2-A483ED838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711"/>
                <a:ext cx="837" cy="270"/>
              </a:xfrm>
              <a:custGeom>
                <a:avLst/>
                <a:gdLst>
                  <a:gd name="T0" fmla="*/ 9842 w 452"/>
                  <a:gd name="T1" fmla="*/ 2296 h 137"/>
                  <a:gd name="T2" fmla="*/ 8514 w 452"/>
                  <a:gd name="T3" fmla="*/ 2501 h 137"/>
                  <a:gd name="T4" fmla="*/ 7798 w 452"/>
                  <a:gd name="T5" fmla="*/ 3002 h 137"/>
                  <a:gd name="T6" fmla="*/ 7290 w 452"/>
                  <a:gd name="T7" fmla="*/ 2532 h 137"/>
                  <a:gd name="T8" fmla="*/ 6076 w 452"/>
                  <a:gd name="T9" fmla="*/ 2532 h 137"/>
                  <a:gd name="T10" fmla="*/ 4985 w 452"/>
                  <a:gd name="T11" fmla="*/ 2501 h 137"/>
                  <a:gd name="T12" fmla="*/ 4316 w 452"/>
                  <a:gd name="T13" fmla="*/ 2909 h 137"/>
                  <a:gd name="T14" fmla="*/ 3607 w 452"/>
                  <a:gd name="T15" fmla="*/ 2972 h 137"/>
                  <a:gd name="T16" fmla="*/ 3048 w 452"/>
                  <a:gd name="T17" fmla="*/ 3557 h 137"/>
                  <a:gd name="T18" fmla="*/ 2348 w 452"/>
                  <a:gd name="T19" fmla="*/ 2672 h 137"/>
                  <a:gd name="T20" fmla="*/ 1396 w 452"/>
                  <a:gd name="T21" fmla="*/ 2848 h 137"/>
                  <a:gd name="T22" fmla="*/ 456 w 452"/>
                  <a:gd name="T23" fmla="*/ 2580 h 137"/>
                  <a:gd name="T24" fmla="*/ 0 w 452"/>
                  <a:gd name="T25" fmla="*/ 2328 h 137"/>
                  <a:gd name="T26" fmla="*/ 939 w 452"/>
                  <a:gd name="T27" fmla="*/ 2113 h 137"/>
                  <a:gd name="T28" fmla="*/ 2070 w 452"/>
                  <a:gd name="T29" fmla="*/ 1492 h 137"/>
                  <a:gd name="T30" fmla="*/ 2870 w 452"/>
                  <a:gd name="T31" fmla="*/ 889 h 137"/>
                  <a:gd name="T32" fmla="*/ 3600 w 452"/>
                  <a:gd name="T33" fmla="*/ 361 h 137"/>
                  <a:gd name="T34" fmla="*/ 4653 w 452"/>
                  <a:gd name="T35" fmla="*/ 93 h 137"/>
                  <a:gd name="T36" fmla="*/ 5291 w 452"/>
                  <a:gd name="T37" fmla="*/ 213 h 137"/>
                  <a:gd name="T38" fmla="*/ 5853 w 452"/>
                  <a:gd name="T39" fmla="*/ 420 h 137"/>
                  <a:gd name="T40" fmla="*/ 6389 w 452"/>
                  <a:gd name="T41" fmla="*/ 560 h 137"/>
                  <a:gd name="T42" fmla="*/ 7440 w 452"/>
                  <a:gd name="T43" fmla="*/ 948 h 137"/>
                  <a:gd name="T44" fmla="*/ 8103 w 452"/>
                  <a:gd name="T45" fmla="*/ 1433 h 137"/>
                  <a:gd name="T46" fmla="*/ 9842 w 452"/>
                  <a:gd name="T47" fmla="*/ 2296 h 13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52" h="137">
                    <a:moveTo>
                      <a:pt x="452" y="77"/>
                    </a:moveTo>
                    <a:cubicBezTo>
                      <a:pt x="442" y="85"/>
                      <a:pt x="406" y="81"/>
                      <a:pt x="391" y="84"/>
                    </a:cubicBezTo>
                    <a:cubicBezTo>
                      <a:pt x="377" y="86"/>
                      <a:pt x="375" y="99"/>
                      <a:pt x="358" y="101"/>
                    </a:cubicBezTo>
                    <a:cubicBezTo>
                      <a:pt x="342" y="103"/>
                      <a:pt x="346" y="82"/>
                      <a:pt x="335" y="85"/>
                    </a:cubicBezTo>
                    <a:cubicBezTo>
                      <a:pt x="324" y="88"/>
                      <a:pt x="294" y="94"/>
                      <a:pt x="279" y="85"/>
                    </a:cubicBezTo>
                    <a:cubicBezTo>
                      <a:pt x="263" y="76"/>
                      <a:pt x="242" y="73"/>
                      <a:pt x="229" y="84"/>
                    </a:cubicBezTo>
                    <a:cubicBezTo>
                      <a:pt x="215" y="96"/>
                      <a:pt x="206" y="103"/>
                      <a:pt x="198" y="98"/>
                    </a:cubicBezTo>
                    <a:cubicBezTo>
                      <a:pt x="190" y="94"/>
                      <a:pt x="172" y="90"/>
                      <a:pt x="166" y="100"/>
                    </a:cubicBezTo>
                    <a:cubicBezTo>
                      <a:pt x="160" y="111"/>
                      <a:pt x="155" y="137"/>
                      <a:pt x="140" y="120"/>
                    </a:cubicBezTo>
                    <a:cubicBezTo>
                      <a:pt x="125" y="103"/>
                      <a:pt x="126" y="84"/>
                      <a:pt x="108" y="90"/>
                    </a:cubicBezTo>
                    <a:cubicBezTo>
                      <a:pt x="91" y="95"/>
                      <a:pt x="74" y="108"/>
                      <a:pt x="64" y="96"/>
                    </a:cubicBezTo>
                    <a:cubicBezTo>
                      <a:pt x="53" y="85"/>
                      <a:pt x="32" y="86"/>
                      <a:pt x="21" y="87"/>
                    </a:cubicBezTo>
                    <a:cubicBezTo>
                      <a:pt x="16" y="88"/>
                      <a:pt x="7" y="83"/>
                      <a:pt x="0" y="78"/>
                    </a:cubicBezTo>
                    <a:cubicBezTo>
                      <a:pt x="0" y="78"/>
                      <a:pt x="30" y="76"/>
                      <a:pt x="43" y="71"/>
                    </a:cubicBezTo>
                    <a:cubicBezTo>
                      <a:pt x="55" y="66"/>
                      <a:pt x="84" y="60"/>
                      <a:pt x="95" y="50"/>
                    </a:cubicBezTo>
                    <a:cubicBezTo>
                      <a:pt x="106" y="40"/>
                      <a:pt x="127" y="36"/>
                      <a:pt x="132" y="30"/>
                    </a:cubicBezTo>
                    <a:cubicBezTo>
                      <a:pt x="137" y="23"/>
                      <a:pt x="146" y="13"/>
                      <a:pt x="165" y="12"/>
                    </a:cubicBezTo>
                    <a:cubicBezTo>
                      <a:pt x="184" y="11"/>
                      <a:pt x="210" y="6"/>
                      <a:pt x="214" y="3"/>
                    </a:cubicBezTo>
                    <a:cubicBezTo>
                      <a:pt x="218" y="0"/>
                      <a:pt x="229" y="8"/>
                      <a:pt x="243" y="7"/>
                    </a:cubicBezTo>
                    <a:cubicBezTo>
                      <a:pt x="257" y="7"/>
                      <a:pt x="260" y="14"/>
                      <a:pt x="269" y="14"/>
                    </a:cubicBezTo>
                    <a:cubicBezTo>
                      <a:pt x="278" y="14"/>
                      <a:pt x="283" y="20"/>
                      <a:pt x="293" y="19"/>
                    </a:cubicBezTo>
                    <a:cubicBezTo>
                      <a:pt x="303" y="19"/>
                      <a:pt x="334" y="21"/>
                      <a:pt x="342" y="32"/>
                    </a:cubicBezTo>
                    <a:cubicBezTo>
                      <a:pt x="350" y="43"/>
                      <a:pt x="358" y="35"/>
                      <a:pt x="372" y="48"/>
                    </a:cubicBezTo>
                    <a:cubicBezTo>
                      <a:pt x="386" y="62"/>
                      <a:pt x="416" y="80"/>
                      <a:pt x="452" y="77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2" name="Freeform 71">
                <a:extLst>
                  <a:ext uri="{FF2B5EF4-FFF2-40B4-BE49-F238E27FC236}">
                    <a16:creationId xmlns:a16="http://schemas.microsoft.com/office/drawing/2014/main" id="{C86D5D33-5DF6-4454-B0EA-F52214671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752"/>
                <a:ext cx="550" cy="154"/>
              </a:xfrm>
              <a:custGeom>
                <a:avLst/>
                <a:gdLst>
                  <a:gd name="T0" fmla="*/ 6470 w 297"/>
                  <a:gd name="T1" fmla="*/ 1325 h 78"/>
                  <a:gd name="T2" fmla="*/ 5620 w 297"/>
                  <a:gd name="T3" fmla="*/ 1445 h 78"/>
                  <a:gd name="T4" fmla="*/ 5137 w 297"/>
                  <a:gd name="T5" fmla="*/ 1716 h 78"/>
                  <a:gd name="T6" fmla="*/ 4787 w 297"/>
                  <a:gd name="T7" fmla="*/ 1445 h 78"/>
                  <a:gd name="T8" fmla="*/ 3989 w 297"/>
                  <a:gd name="T9" fmla="*/ 1445 h 78"/>
                  <a:gd name="T10" fmla="*/ 3296 w 297"/>
                  <a:gd name="T11" fmla="*/ 1445 h 78"/>
                  <a:gd name="T12" fmla="*/ 2833 w 297"/>
                  <a:gd name="T13" fmla="*/ 1684 h 78"/>
                  <a:gd name="T14" fmla="*/ 2376 w 297"/>
                  <a:gd name="T15" fmla="*/ 1716 h 78"/>
                  <a:gd name="T16" fmla="*/ 2000 w 297"/>
                  <a:gd name="T17" fmla="*/ 2040 h 78"/>
                  <a:gd name="T18" fmla="*/ 1543 w 297"/>
                  <a:gd name="T19" fmla="*/ 1532 h 78"/>
                  <a:gd name="T20" fmla="*/ 915 w 297"/>
                  <a:gd name="T21" fmla="*/ 1653 h 78"/>
                  <a:gd name="T22" fmla="*/ 306 w 297"/>
                  <a:gd name="T23" fmla="*/ 1477 h 78"/>
                  <a:gd name="T24" fmla="*/ 0 w 297"/>
                  <a:gd name="T25" fmla="*/ 1325 h 78"/>
                  <a:gd name="T26" fmla="*/ 611 w 297"/>
                  <a:gd name="T27" fmla="*/ 1200 h 78"/>
                  <a:gd name="T28" fmla="*/ 1352 w 297"/>
                  <a:gd name="T29" fmla="*/ 869 h 78"/>
                  <a:gd name="T30" fmla="*/ 1893 w 297"/>
                  <a:gd name="T31" fmla="*/ 515 h 78"/>
                  <a:gd name="T32" fmla="*/ 2350 w 297"/>
                  <a:gd name="T33" fmla="*/ 215 h 78"/>
                  <a:gd name="T34" fmla="*/ 3067 w 297"/>
                  <a:gd name="T35" fmla="*/ 63 h 78"/>
                  <a:gd name="T36" fmla="*/ 3481 w 297"/>
                  <a:gd name="T37" fmla="*/ 124 h 78"/>
                  <a:gd name="T38" fmla="*/ 3854 w 297"/>
                  <a:gd name="T39" fmla="*/ 245 h 78"/>
                  <a:gd name="T40" fmla="*/ 4198 w 297"/>
                  <a:gd name="T41" fmla="*/ 332 h 78"/>
                  <a:gd name="T42" fmla="*/ 4904 w 297"/>
                  <a:gd name="T43" fmla="*/ 545 h 78"/>
                  <a:gd name="T44" fmla="*/ 5339 w 297"/>
                  <a:gd name="T45" fmla="*/ 808 h 78"/>
                  <a:gd name="T46" fmla="*/ 6470 w 297"/>
                  <a:gd name="T47" fmla="*/ 1325 h 7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97" h="78">
                    <a:moveTo>
                      <a:pt x="297" y="44"/>
                    </a:moveTo>
                    <a:cubicBezTo>
                      <a:pt x="291" y="48"/>
                      <a:pt x="267" y="46"/>
                      <a:pt x="258" y="48"/>
                    </a:cubicBezTo>
                    <a:cubicBezTo>
                      <a:pt x="248" y="49"/>
                      <a:pt x="247" y="56"/>
                      <a:pt x="236" y="57"/>
                    </a:cubicBezTo>
                    <a:cubicBezTo>
                      <a:pt x="225" y="59"/>
                      <a:pt x="227" y="46"/>
                      <a:pt x="220" y="48"/>
                    </a:cubicBezTo>
                    <a:cubicBezTo>
                      <a:pt x="213" y="50"/>
                      <a:pt x="194" y="53"/>
                      <a:pt x="183" y="48"/>
                    </a:cubicBezTo>
                    <a:cubicBezTo>
                      <a:pt x="173" y="43"/>
                      <a:pt x="159" y="41"/>
                      <a:pt x="151" y="48"/>
                    </a:cubicBezTo>
                    <a:cubicBezTo>
                      <a:pt x="142" y="54"/>
                      <a:pt x="136" y="59"/>
                      <a:pt x="130" y="56"/>
                    </a:cubicBezTo>
                    <a:cubicBezTo>
                      <a:pt x="125" y="53"/>
                      <a:pt x="113" y="51"/>
                      <a:pt x="109" y="57"/>
                    </a:cubicBezTo>
                    <a:cubicBezTo>
                      <a:pt x="105" y="63"/>
                      <a:pt x="102" y="78"/>
                      <a:pt x="92" y="68"/>
                    </a:cubicBezTo>
                    <a:cubicBezTo>
                      <a:pt x="82" y="59"/>
                      <a:pt x="83" y="48"/>
                      <a:pt x="71" y="51"/>
                    </a:cubicBezTo>
                    <a:cubicBezTo>
                      <a:pt x="60" y="54"/>
                      <a:pt x="49" y="61"/>
                      <a:pt x="42" y="55"/>
                    </a:cubicBezTo>
                    <a:cubicBezTo>
                      <a:pt x="35" y="48"/>
                      <a:pt x="21" y="49"/>
                      <a:pt x="14" y="49"/>
                    </a:cubicBezTo>
                    <a:cubicBezTo>
                      <a:pt x="10" y="50"/>
                      <a:pt x="5" y="47"/>
                      <a:pt x="0" y="44"/>
                    </a:cubicBezTo>
                    <a:cubicBezTo>
                      <a:pt x="0" y="44"/>
                      <a:pt x="20" y="43"/>
                      <a:pt x="28" y="40"/>
                    </a:cubicBezTo>
                    <a:cubicBezTo>
                      <a:pt x="36" y="37"/>
                      <a:pt x="55" y="34"/>
                      <a:pt x="62" y="29"/>
                    </a:cubicBezTo>
                    <a:cubicBezTo>
                      <a:pt x="69" y="23"/>
                      <a:pt x="84" y="21"/>
                      <a:pt x="87" y="17"/>
                    </a:cubicBezTo>
                    <a:cubicBezTo>
                      <a:pt x="90" y="14"/>
                      <a:pt x="96" y="8"/>
                      <a:pt x="108" y="7"/>
                    </a:cubicBezTo>
                    <a:cubicBezTo>
                      <a:pt x="121" y="7"/>
                      <a:pt x="138" y="4"/>
                      <a:pt x="141" y="2"/>
                    </a:cubicBezTo>
                    <a:cubicBezTo>
                      <a:pt x="144" y="0"/>
                      <a:pt x="151" y="5"/>
                      <a:pt x="160" y="4"/>
                    </a:cubicBezTo>
                    <a:cubicBezTo>
                      <a:pt x="169" y="4"/>
                      <a:pt x="171" y="8"/>
                      <a:pt x="177" y="8"/>
                    </a:cubicBezTo>
                    <a:cubicBezTo>
                      <a:pt x="183" y="8"/>
                      <a:pt x="187" y="12"/>
                      <a:pt x="193" y="11"/>
                    </a:cubicBezTo>
                    <a:cubicBezTo>
                      <a:pt x="200" y="11"/>
                      <a:pt x="220" y="12"/>
                      <a:pt x="225" y="18"/>
                    </a:cubicBezTo>
                    <a:cubicBezTo>
                      <a:pt x="230" y="25"/>
                      <a:pt x="236" y="20"/>
                      <a:pt x="245" y="27"/>
                    </a:cubicBezTo>
                    <a:cubicBezTo>
                      <a:pt x="254" y="35"/>
                      <a:pt x="274" y="46"/>
                      <a:pt x="297" y="44"/>
                    </a:cubicBezTo>
                    <a:close/>
                  </a:path>
                </a:pathLst>
              </a:custGeom>
              <a:solidFill>
                <a:srgbClr val="B248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3" name="Freeform 72">
                <a:extLst>
                  <a:ext uri="{FF2B5EF4-FFF2-40B4-BE49-F238E27FC236}">
                    <a16:creationId xmlns:a16="http://schemas.microsoft.com/office/drawing/2014/main" id="{5607D617-D29B-4FDA-8CA4-5698881AC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1778"/>
                <a:ext cx="285" cy="79"/>
              </a:xfrm>
              <a:custGeom>
                <a:avLst/>
                <a:gdLst>
                  <a:gd name="T0" fmla="*/ 3339 w 154"/>
                  <a:gd name="T1" fmla="*/ 687 h 40"/>
                  <a:gd name="T2" fmla="*/ 2883 w 154"/>
                  <a:gd name="T3" fmla="*/ 749 h 40"/>
                  <a:gd name="T4" fmla="*/ 2650 w 154"/>
                  <a:gd name="T5" fmla="*/ 901 h 40"/>
                  <a:gd name="T6" fmla="*/ 2472 w 154"/>
                  <a:gd name="T7" fmla="*/ 749 h 40"/>
                  <a:gd name="T8" fmla="*/ 2065 w 154"/>
                  <a:gd name="T9" fmla="*/ 749 h 40"/>
                  <a:gd name="T10" fmla="*/ 1686 w 154"/>
                  <a:gd name="T11" fmla="*/ 749 h 40"/>
                  <a:gd name="T12" fmla="*/ 1453 w 154"/>
                  <a:gd name="T13" fmla="*/ 869 h 40"/>
                  <a:gd name="T14" fmla="*/ 1229 w 154"/>
                  <a:gd name="T15" fmla="*/ 901 h 40"/>
                  <a:gd name="T16" fmla="*/ 1044 w 154"/>
                  <a:gd name="T17" fmla="*/ 1049 h 40"/>
                  <a:gd name="T18" fmla="*/ 798 w 154"/>
                  <a:gd name="T19" fmla="*/ 776 h 40"/>
                  <a:gd name="T20" fmla="*/ 455 w 154"/>
                  <a:gd name="T21" fmla="*/ 839 h 40"/>
                  <a:gd name="T22" fmla="*/ 150 w 154"/>
                  <a:gd name="T23" fmla="*/ 776 h 40"/>
                  <a:gd name="T24" fmla="*/ 0 w 154"/>
                  <a:gd name="T25" fmla="*/ 687 h 40"/>
                  <a:gd name="T26" fmla="*/ 305 w 154"/>
                  <a:gd name="T27" fmla="*/ 624 h 40"/>
                  <a:gd name="T28" fmla="*/ 692 w 154"/>
                  <a:gd name="T29" fmla="*/ 456 h 40"/>
                  <a:gd name="T30" fmla="*/ 975 w 154"/>
                  <a:gd name="T31" fmla="*/ 277 h 40"/>
                  <a:gd name="T32" fmla="*/ 1216 w 154"/>
                  <a:gd name="T33" fmla="*/ 124 h 40"/>
                  <a:gd name="T34" fmla="*/ 1586 w 154"/>
                  <a:gd name="T35" fmla="*/ 32 h 40"/>
                  <a:gd name="T36" fmla="*/ 1804 w 154"/>
                  <a:gd name="T37" fmla="*/ 63 h 40"/>
                  <a:gd name="T38" fmla="*/ 1997 w 154"/>
                  <a:gd name="T39" fmla="*/ 124 h 40"/>
                  <a:gd name="T40" fmla="*/ 2167 w 154"/>
                  <a:gd name="T41" fmla="*/ 184 h 40"/>
                  <a:gd name="T42" fmla="*/ 2548 w 154"/>
                  <a:gd name="T43" fmla="*/ 277 h 40"/>
                  <a:gd name="T44" fmla="*/ 2757 w 154"/>
                  <a:gd name="T45" fmla="*/ 425 h 40"/>
                  <a:gd name="T46" fmla="*/ 3339 w 154"/>
                  <a:gd name="T47" fmla="*/ 687 h 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4" h="40">
                    <a:moveTo>
                      <a:pt x="154" y="23"/>
                    </a:moveTo>
                    <a:cubicBezTo>
                      <a:pt x="151" y="25"/>
                      <a:pt x="138" y="24"/>
                      <a:pt x="133" y="25"/>
                    </a:cubicBezTo>
                    <a:cubicBezTo>
                      <a:pt x="129" y="25"/>
                      <a:pt x="128" y="29"/>
                      <a:pt x="122" y="30"/>
                    </a:cubicBezTo>
                    <a:cubicBezTo>
                      <a:pt x="116" y="30"/>
                      <a:pt x="118" y="24"/>
                      <a:pt x="114" y="25"/>
                    </a:cubicBezTo>
                    <a:cubicBezTo>
                      <a:pt x="110" y="26"/>
                      <a:pt x="100" y="28"/>
                      <a:pt x="95" y="25"/>
                    </a:cubicBezTo>
                    <a:cubicBezTo>
                      <a:pt x="90" y="22"/>
                      <a:pt x="83" y="21"/>
                      <a:pt x="78" y="25"/>
                    </a:cubicBezTo>
                    <a:cubicBezTo>
                      <a:pt x="73" y="28"/>
                      <a:pt x="70" y="30"/>
                      <a:pt x="67" y="29"/>
                    </a:cubicBezTo>
                    <a:cubicBezTo>
                      <a:pt x="65" y="28"/>
                      <a:pt x="59" y="27"/>
                      <a:pt x="57" y="30"/>
                    </a:cubicBezTo>
                    <a:cubicBezTo>
                      <a:pt x="54" y="32"/>
                      <a:pt x="53" y="40"/>
                      <a:pt x="48" y="35"/>
                    </a:cubicBezTo>
                    <a:cubicBezTo>
                      <a:pt x="42" y="30"/>
                      <a:pt x="43" y="25"/>
                      <a:pt x="37" y="26"/>
                    </a:cubicBezTo>
                    <a:cubicBezTo>
                      <a:pt x="31" y="28"/>
                      <a:pt x="25" y="32"/>
                      <a:pt x="21" y="28"/>
                    </a:cubicBezTo>
                    <a:cubicBezTo>
                      <a:pt x="18" y="25"/>
                      <a:pt x="11" y="25"/>
                      <a:pt x="7" y="26"/>
                    </a:cubicBezTo>
                    <a:cubicBezTo>
                      <a:pt x="5" y="26"/>
                      <a:pt x="2" y="24"/>
                      <a:pt x="0" y="23"/>
                    </a:cubicBezTo>
                    <a:cubicBezTo>
                      <a:pt x="0" y="23"/>
                      <a:pt x="10" y="22"/>
                      <a:pt x="14" y="21"/>
                    </a:cubicBezTo>
                    <a:cubicBezTo>
                      <a:pt x="19" y="19"/>
                      <a:pt x="29" y="18"/>
                      <a:pt x="32" y="15"/>
                    </a:cubicBezTo>
                    <a:cubicBezTo>
                      <a:pt x="36" y="12"/>
                      <a:pt x="43" y="11"/>
                      <a:pt x="45" y="9"/>
                    </a:cubicBezTo>
                    <a:cubicBezTo>
                      <a:pt x="47" y="7"/>
                      <a:pt x="50" y="4"/>
                      <a:pt x="56" y="4"/>
                    </a:cubicBezTo>
                    <a:cubicBezTo>
                      <a:pt x="63" y="3"/>
                      <a:pt x="71" y="2"/>
                      <a:pt x="73" y="1"/>
                    </a:cubicBezTo>
                    <a:cubicBezTo>
                      <a:pt x="74" y="0"/>
                      <a:pt x="78" y="2"/>
                      <a:pt x="83" y="2"/>
                    </a:cubicBezTo>
                    <a:cubicBezTo>
                      <a:pt x="88" y="2"/>
                      <a:pt x="89" y="4"/>
                      <a:pt x="92" y="4"/>
                    </a:cubicBezTo>
                    <a:cubicBezTo>
                      <a:pt x="95" y="4"/>
                      <a:pt x="97" y="6"/>
                      <a:pt x="100" y="6"/>
                    </a:cubicBezTo>
                    <a:cubicBezTo>
                      <a:pt x="103" y="6"/>
                      <a:pt x="114" y="6"/>
                      <a:pt x="117" y="9"/>
                    </a:cubicBezTo>
                    <a:cubicBezTo>
                      <a:pt x="119" y="13"/>
                      <a:pt x="122" y="10"/>
                      <a:pt x="127" y="14"/>
                    </a:cubicBezTo>
                    <a:cubicBezTo>
                      <a:pt x="132" y="18"/>
                      <a:pt x="142" y="24"/>
                      <a:pt x="154" y="23"/>
                    </a:cubicBezTo>
                    <a:close/>
                  </a:path>
                </a:pathLst>
              </a:custGeom>
              <a:solidFill>
                <a:srgbClr val="C45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4" name="Freeform 73">
                <a:extLst>
                  <a:ext uri="{FF2B5EF4-FFF2-40B4-BE49-F238E27FC236}">
                    <a16:creationId xmlns:a16="http://schemas.microsoft.com/office/drawing/2014/main" id="{F3AB070C-B830-4202-8AD3-393265C43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711"/>
                <a:ext cx="837" cy="270"/>
              </a:xfrm>
              <a:custGeom>
                <a:avLst/>
                <a:gdLst>
                  <a:gd name="T0" fmla="*/ 9842 w 452"/>
                  <a:gd name="T1" fmla="*/ 2296 h 137"/>
                  <a:gd name="T2" fmla="*/ 8514 w 452"/>
                  <a:gd name="T3" fmla="*/ 2501 h 137"/>
                  <a:gd name="T4" fmla="*/ 7798 w 452"/>
                  <a:gd name="T5" fmla="*/ 3002 h 137"/>
                  <a:gd name="T6" fmla="*/ 7290 w 452"/>
                  <a:gd name="T7" fmla="*/ 2532 h 137"/>
                  <a:gd name="T8" fmla="*/ 6076 w 452"/>
                  <a:gd name="T9" fmla="*/ 2532 h 137"/>
                  <a:gd name="T10" fmla="*/ 4985 w 452"/>
                  <a:gd name="T11" fmla="*/ 2501 h 137"/>
                  <a:gd name="T12" fmla="*/ 4316 w 452"/>
                  <a:gd name="T13" fmla="*/ 2909 h 137"/>
                  <a:gd name="T14" fmla="*/ 3607 w 452"/>
                  <a:gd name="T15" fmla="*/ 2972 h 137"/>
                  <a:gd name="T16" fmla="*/ 3048 w 452"/>
                  <a:gd name="T17" fmla="*/ 3557 h 137"/>
                  <a:gd name="T18" fmla="*/ 2348 w 452"/>
                  <a:gd name="T19" fmla="*/ 2672 h 137"/>
                  <a:gd name="T20" fmla="*/ 1396 w 452"/>
                  <a:gd name="T21" fmla="*/ 2848 h 137"/>
                  <a:gd name="T22" fmla="*/ 456 w 452"/>
                  <a:gd name="T23" fmla="*/ 2580 h 137"/>
                  <a:gd name="T24" fmla="*/ 0 w 452"/>
                  <a:gd name="T25" fmla="*/ 2328 h 137"/>
                  <a:gd name="T26" fmla="*/ 939 w 452"/>
                  <a:gd name="T27" fmla="*/ 2113 h 137"/>
                  <a:gd name="T28" fmla="*/ 2070 w 452"/>
                  <a:gd name="T29" fmla="*/ 1492 h 137"/>
                  <a:gd name="T30" fmla="*/ 2870 w 452"/>
                  <a:gd name="T31" fmla="*/ 889 h 137"/>
                  <a:gd name="T32" fmla="*/ 3600 w 452"/>
                  <a:gd name="T33" fmla="*/ 361 h 137"/>
                  <a:gd name="T34" fmla="*/ 4653 w 452"/>
                  <a:gd name="T35" fmla="*/ 93 h 137"/>
                  <a:gd name="T36" fmla="*/ 5291 w 452"/>
                  <a:gd name="T37" fmla="*/ 213 h 137"/>
                  <a:gd name="T38" fmla="*/ 5853 w 452"/>
                  <a:gd name="T39" fmla="*/ 420 h 137"/>
                  <a:gd name="T40" fmla="*/ 6389 w 452"/>
                  <a:gd name="T41" fmla="*/ 560 h 137"/>
                  <a:gd name="T42" fmla="*/ 7440 w 452"/>
                  <a:gd name="T43" fmla="*/ 948 h 137"/>
                  <a:gd name="T44" fmla="*/ 8103 w 452"/>
                  <a:gd name="T45" fmla="*/ 1433 h 137"/>
                  <a:gd name="T46" fmla="*/ 9842 w 452"/>
                  <a:gd name="T47" fmla="*/ 2296 h 13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52" h="137">
                    <a:moveTo>
                      <a:pt x="452" y="77"/>
                    </a:moveTo>
                    <a:cubicBezTo>
                      <a:pt x="442" y="85"/>
                      <a:pt x="406" y="81"/>
                      <a:pt x="391" y="84"/>
                    </a:cubicBezTo>
                    <a:cubicBezTo>
                      <a:pt x="377" y="86"/>
                      <a:pt x="375" y="99"/>
                      <a:pt x="358" y="101"/>
                    </a:cubicBezTo>
                    <a:cubicBezTo>
                      <a:pt x="342" y="103"/>
                      <a:pt x="346" y="82"/>
                      <a:pt x="335" y="85"/>
                    </a:cubicBezTo>
                    <a:cubicBezTo>
                      <a:pt x="324" y="88"/>
                      <a:pt x="294" y="94"/>
                      <a:pt x="279" y="85"/>
                    </a:cubicBezTo>
                    <a:cubicBezTo>
                      <a:pt x="263" y="76"/>
                      <a:pt x="242" y="73"/>
                      <a:pt x="229" y="84"/>
                    </a:cubicBezTo>
                    <a:cubicBezTo>
                      <a:pt x="215" y="96"/>
                      <a:pt x="206" y="103"/>
                      <a:pt x="198" y="98"/>
                    </a:cubicBezTo>
                    <a:cubicBezTo>
                      <a:pt x="190" y="94"/>
                      <a:pt x="172" y="90"/>
                      <a:pt x="166" y="100"/>
                    </a:cubicBezTo>
                    <a:cubicBezTo>
                      <a:pt x="160" y="111"/>
                      <a:pt x="155" y="137"/>
                      <a:pt x="140" y="120"/>
                    </a:cubicBezTo>
                    <a:cubicBezTo>
                      <a:pt x="125" y="103"/>
                      <a:pt x="126" y="84"/>
                      <a:pt x="108" y="90"/>
                    </a:cubicBezTo>
                    <a:cubicBezTo>
                      <a:pt x="91" y="95"/>
                      <a:pt x="74" y="108"/>
                      <a:pt x="64" y="96"/>
                    </a:cubicBezTo>
                    <a:cubicBezTo>
                      <a:pt x="53" y="85"/>
                      <a:pt x="32" y="86"/>
                      <a:pt x="21" y="87"/>
                    </a:cubicBezTo>
                    <a:cubicBezTo>
                      <a:pt x="16" y="88"/>
                      <a:pt x="7" y="83"/>
                      <a:pt x="0" y="78"/>
                    </a:cubicBezTo>
                    <a:cubicBezTo>
                      <a:pt x="0" y="78"/>
                      <a:pt x="30" y="76"/>
                      <a:pt x="43" y="71"/>
                    </a:cubicBezTo>
                    <a:cubicBezTo>
                      <a:pt x="55" y="66"/>
                      <a:pt x="84" y="60"/>
                      <a:pt x="95" y="50"/>
                    </a:cubicBezTo>
                    <a:cubicBezTo>
                      <a:pt x="106" y="40"/>
                      <a:pt x="127" y="36"/>
                      <a:pt x="132" y="30"/>
                    </a:cubicBezTo>
                    <a:cubicBezTo>
                      <a:pt x="137" y="23"/>
                      <a:pt x="146" y="13"/>
                      <a:pt x="165" y="12"/>
                    </a:cubicBezTo>
                    <a:cubicBezTo>
                      <a:pt x="184" y="11"/>
                      <a:pt x="210" y="6"/>
                      <a:pt x="214" y="3"/>
                    </a:cubicBezTo>
                    <a:cubicBezTo>
                      <a:pt x="218" y="0"/>
                      <a:pt x="229" y="8"/>
                      <a:pt x="243" y="7"/>
                    </a:cubicBezTo>
                    <a:cubicBezTo>
                      <a:pt x="257" y="7"/>
                      <a:pt x="260" y="14"/>
                      <a:pt x="269" y="14"/>
                    </a:cubicBezTo>
                    <a:cubicBezTo>
                      <a:pt x="278" y="14"/>
                      <a:pt x="283" y="20"/>
                      <a:pt x="293" y="19"/>
                    </a:cubicBezTo>
                    <a:cubicBezTo>
                      <a:pt x="303" y="19"/>
                      <a:pt x="334" y="21"/>
                      <a:pt x="342" y="32"/>
                    </a:cubicBezTo>
                    <a:cubicBezTo>
                      <a:pt x="350" y="43"/>
                      <a:pt x="358" y="35"/>
                      <a:pt x="372" y="48"/>
                    </a:cubicBezTo>
                    <a:cubicBezTo>
                      <a:pt x="386" y="62"/>
                      <a:pt x="416" y="80"/>
                      <a:pt x="452" y="7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5" name="Freeform 74">
                <a:extLst>
                  <a:ext uri="{FF2B5EF4-FFF2-40B4-BE49-F238E27FC236}">
                    <a16:creationId xmlns:a16="http://schemas.microsoft.com/office/drawing/2014/main" id="{B91016AB-1C07-481E-ABAD-55FE74BCE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005"/>
                <a:ext cx="78" cy="39"/>
              </a:xfrm>
              <a:custGeom>
                <a:avLst/>
                <a:gdLst>
                  <a:gd name="T0" fmla="*/ 0 w 42"/>
                  <a:gd name="T1" fmla="*/ 201 h 20"/>
                  <a:gd name="T2" fmla="*/ 929 w 42"/>
                  <a:gd name="T3" fmla="*/ 56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0">
                    <a:moveTo>
                      <a:pt x="0" y="7"/>
                    </a:moveTo>
                    <a:cubicBezTo>
                      <a:pt x="15" y="1"/>
                      <a:pt x="34" y="0"/>
                      <a:pt x="42" y="2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6" name="Freeform 75">
                <a:extLst>
                  <a:ext uri="{FF2B5EF4-FFF2-40B4-BE49-F238E27FC236}">
                    <a16:creationId xmlns:a16="http://schemas.microsoft.com/office/drawing/2014/main" id="{0C623E3E-CEAC-4A54-9979-51CFE00C1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3052"/>
                <a:ext cx="94" cy="117"/>
              </a:xfrm>
              <a:custGeom>
                <a:avLst/>
                <a:gdLst>
                  <a:gd name="T0" fmla="*/ 1084 w 51"/>
                  <a:gd name="T1" fmla="*/ 524 h 59"/>
                  <a:gd name="T2" fmla="*/ 380 w 51"/>
                  <a:gd name="T3" fmla="*/ 1809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59">
                    <a:moveTo>
                      <a:pt x="51" y="17"/>
                    </a:moveTo>
                    <a:cubicBezTo>
                      <a:pt x="29" y="0"/>
                      <a:pt x="0" y="44"/>
                      <a:pt x="18" y="59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7" name="Freeform 76">
                <a:extLst>
                  <a:ext uri="{FF2B5EF4-FFF2-40B4-BE49-F238E27FC236}">
                    <a16:creationId xmlns:a16="http://schemas.microsoft.com/office/drawing/2014/main" id="{DF120FEE-C2BB-4300-982C-777E87FC5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3062"/>
                <a:ext cx="85" cy="103"/>
              </a:xfrm>
              <a:custGeom>
                <a:avLst/>
                <a:gdLst>
                  <a:gd name="T0" fmla="*/ 0 w 46"/>
                  <a:gd name="T1" fmla="*/ 521 h 52"/>
                  <a:gd name="T2" fmla="*/ 990 w 46"/>
                  <a:gd name="T3" fmla="*/ 1585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2">
                    <a:moveTo>
                      <a:pt x="0" y="17"/>
                    </a:moveTo>
                    <a:cubicBezTo>
                      <a:pt x="19" y="0"/>
                      <a:pt x="46" y="35"/>
                      <a:pt x="46" y="52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8" name="Freeform 77">
                <a:extLst>
                  <a:ext uri="{FF2B5EF4-FFF2-40B4-BE49-F238E27FC236}">
                    <a16:creationId xmlns:a16="http://schemas.microsoft.com/office/drawing/2014/main" id="{7BC3E5B8-C253-4656-ACC4-456D314F4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3068"/>
                <a:ext cx="76" cy="47"/>
              </a:xfrm>
              <a:custGeom>
                <a:avLst/>
                <a:gdLst>
                  <a:gd name="T0" fmla="*/ 897 w 41"/>
                  <a:gd name="T1" fmla="*/ 691 h 24"/>
                  <a:gd name="T2" fmla="*/ 0 w 41"/>
                  <a:gd name="T3" fmla="*/ 368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4">
                    <a:moveTo>
                      <a:pt x="41" y="24"/>
                    </a:moveTo>
                    <a:cubicBezTo>
                      <a:pt x="37" y="7"/>
                      <a:pt x="12" y="0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9" name="Freeform 78">
                <a:extLst>
                  <a:ext uri="{FF2B5EF4-FFF2-40B4-BE49-F238E27FC236}">
                    <a16:creationId xmlns:a16="http://schemas.microsoft.com/office/drawing/2014/main" id="{106B8732-E9C1-4C1E-BC6C-36E7B4317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066"/>
                <a:ext cx="78" cy="49"/>
              </a:xfrm>
              <a:custGeom>
                <a:avLst/>
                <a:gdLst>
                  <a:gd name="T0" fmla="*/ 0 w 42"/>
                  <a:gd name="T1" fmla="*/ 721 h 25"/>
                  <a:gd name="T2" fmla="*/ 929 w 42"/>
                  <a:gd name="T3" fmla="*/ 235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5">
                    <a:moveTo>
                      <a:pt x="0" y="25"/>
                    </a:moveTo>
                    <a:cubicBezTo>
                      <a:pt x="6" y="8"/>
                      <a:pt x="26" y="0"/>
                      <a:pt x="42" y="8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0" name="Freeform 79">
                <a:extLst>
                  <a:ext uri="{FF2B5EF4-FFF2-40B4-BE49-F238E27FC236}">
                    <a16:creationId xmlns:a16="http://schemas.microsoft.com/office/drawing/2014/main" id="{06BF938B-D8B7-4ED0-A4D2-E1C440C35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3141"/>
                <a:ext cx="86" cy="42"/>
              </a:xfrm>
              <a:custGeom>
                <a:avLst/>
                <a:gdLst>
                  <a:gd name="T0" fmla="*/ 0 w 46"/>
                  <a:gd name="T1" fmla="*/ 0 h 21"/>
                  <a:gd name="T2" fmla="*/ 419 w 46"/>
                  <a:gd name="T3" fmla="*/ 576 h 21"/>
                  <a:gd name="T4" fmla="*/ 1053 w 46"/>
                  <a:gd name="T5" fmla="*/ 44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1">
                    <a:moveTo>
                      <a:pt x="0" y="0"/>
                    </a:moveTo>
                    <a:cubicBezTo>
                      <a:pt x="5" y="4"/>
                      <a:pt x="8" y="15"/>
                      <a:pt x="18" y="18"/>
                    </a:cubicBezTo>
                    <a:cubicBezTo>
                      <a:pt x="26" y="21"/>
                      <a:pt x="39" y="19"/>
                      <a:pt x="46" y="14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1" name="Freeform 80">
                <a:extLst>
                  <a:ext uri="{FF2B5EF4-FFF2-40B4-BE49-F238E27FC236}">
                    <a16:creationId xmlns:a16="http://schemas.microsoft.com/office/drawing/2014/main" id="{A2696D14-3379-4594-ADEB-B167EFA27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3003"/>
                <a:ext cx="78" cy="27"/>
              </a:xfrm>
              <a:custGeom>
                <a:avLst/>
                <a:gdLst>
                  <a:gd name="T0" fmla="*/ 929 w 42"/>
                  <a:gd name="T1" fmla="*/ 237 h 14"/>
                  <a:gd name="T2" fmla="*/ 462 w 42"/>
                  <a:gd name="T3" fmla="*/ 29 h 14"/>
                  <a:gd name="T4" fmla="*/ 0 w 42"/>
                  <a:gd name="T5" fmla="*/ 37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42" y="9"/>
                    </a:moveTo>
                    <a:cubicBezTo>
                      <a:pt x="41" y="5"/>
                      <a:pt x="26" y="0"/>
                      <a:pt x="21" y="1"/>
                    </a:cubicBezTo>
                    <a:cubicBezTo>
                      <a:pt x="14" y="1"/>
                      <a:pt x="2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2" name="Freeform 81">
                <a:extLst>
                  <a:ext uri="{FF2B5EF4-FFF2-40B4-BE49-F238E27FC236}">
                    <a16:creationId xmlns:a16="http://schemas.microsoft.com/office/drawing/2014/main" id="{C15FB7F7-A841-47C8-93E4-DD8108BB8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3056"/>
                <a:ext cx="84" cy="81"/>
              </a:xfrm>
              <a:custGeom>
                <a:avLst/>
                <a:gdLst>
                  <a:gd name="T0" fmla="*/ 0 w 45"/>
                  <a:gd name="T1" fmla="*/ 308 h 41"/>
                  <a:gd name="T2" fmla="*/ 631 w 45"/>
                  <a:gd name="T3" fmla="*/ 332 h 41"/>
                  <a:gd name="T4" fmla="*/ 1021 w 45"/>
                  <a:gd name="T5" fmla="*/ 1233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1">
                    <a:moveTo>
                      <a:pt x="0" y="10"/>
                    </a:moveTo>
                    <a:cubicBezTo>
                      <a:pt x="7" y="0"/>
                      <a:pt x="20" y="5"/>
                      <a:pt x="28" y="11"/>
                    </a:cubicBezTo>
                    <a:cubicBezTo>
                      <a:pt x="39" y="18"/>
                      <a:pt x="42" y="29"/>
                      <a:pt x="45" y="41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3" name="Freeform 82">
                <a:extLst>
                  <a:ext uri="{FF2B5EF4-FFF2-40B4-BE49-F238E27FC236}">
                    <a16:creationId xmlns:a16="http://schemas.microsoft.com/office/drawing/2014/main" id="{6AC3762A-A4F4-4A7E-8130-47BDC4284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107"/>
                <a:ext cx="67" cy="62"/>
              </a:xfrm>
              <a:custGeom>
                <a:avLst/>
                <a:gdLst>
                  <a:gd name="T0" fmla="*/ 808 w 36"/>
                  <a:gd name="T1" fmla="*/ 288 h 31"/>
                  <a:gd name="T2" fmla="*/ 208 w 36"/>
                  <a:gd name="T3" fmla="*/ 352 h 31"/>
                  <a:gd name="T4" fmla="*/ 0 w 36"/>
                  <a:gd name="T5" fmla="*/ 99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36" y="9"/>
                    </a:moveTo>
                    <a:cubicBezTo>
                      <a:pt x="31" y="0"/>
                      <a:pt x="15" y="7"/>
                      <a:pt x="9" y="11"/>
                    </a:cubicBezTo>
                    <a:cubicBezTo>
                      <a:pt x="1" y="17"/>
                      <a:pt x="0" y="22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4" name="Freeform 83">
                <a:extLst>
                  <a:ext uri="{FF2B5EF4-FFF2-40B4-BE49-F238E27FC236}">
                    <a16:creationId xmlns:a16="http://schemas.microsoft.com/office/drawing/2014/main" id="{FBE48F2C-2B24-41FF-9E6B-212630D12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030"/>
                <a:ext cx="42" cy="46"/>
              </a:xfrm>
              <a:custGeom>
                <a:avLst/>
                <a:gdLst>
                  <a:gd name="T0" fmla="*/ 80 w 23"/>
                  <a:gd name="T1" fmla="*/ 736 h 23"/>
                  <a:gd name="T2" fmla="*/ 469 w 23"/>
                  <a:gd name="T3" fmla="*/ 12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3">
                    <a:moveTo>
                      <a:pt x="4" y="23"/>
                    </a:moveTo>
                    <a:cubicBezTo>
                      <a:pt x="0" y="13"/>
                      <a:pt x="12" y="0"/>
                      <a:pt x="23" y="4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5" name="Freeform 84">
                <a:extLst>
                  <a:ext uri="{FF2B5EF4-FFF2-40B4-BE49-F238E27FC236}">
                    <a16:creationId xmlns:a16="http://schemas.microsoft.com/office/drawing/2014/main" id="{5EE012BA-B458-4254-9494-3B050227E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3042"/>
                <a:ext cx="72" cy="24"/>
              </a:xfrm>
              <a:custGeom>
                <a:avLst/>
                <a:gdLst>
                  <a:gd name="T0" fmla="*/ 838 w 39"/>
                  <a:gd name="T1" fmla="*/ 288 h 12"/>
                  <a:gd name="T2" fmla="*/ 430 w 39"/>
                  <a:gd name="T3" fmla="*/ 0 h 12"/>
                  <a:gd name="T4" fmla="*/ 0 w 39"/>
                  <a:gd name="T5" fmla="*/ 3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2">
                    <a:moveTo>
                      <a:pt x="39" y="9"/>
                    </a:moveTo>
                    <a:cubicBezTo>
                      <a:pt x="38" y="1"/>
                      <a:pt x="27" y="0"/>
                      <a:pt x="20" y="0"/>
                    </a:cubicBezTo>
                    <a:cubicBezTo>
                      <a:pt x="11" y="0"/>
                      <a:pt x="5" y="4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6" name="Freeform 85">
                <a:extLst>
                  <a:ext uri="{FF2B5EF4-FFF2-40B4-BE49-F238E27FC236}">
                    <a16:creationId xmlns:a16="http://schemas.microsoft.com/office/drawing/2014/main" id="{F2E92A34-B2CD-4820-9101-22D59928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015"/>
                <a:ext cx="42" cy="33"/>
              </a:xfrm>
              <a:custGeom>
                <a:avLst/>
                <a:gdLst>
                  <a:gd name="T0" fmla="*/ 0 w 23"/>
                  <a:gd name="T1" fmla="*/ 0 h 17"/>
                  <a:gd name="T2" fmla="*/ 469 w 23"/>
                  <a:gd name="T3" fmla="*/ 46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0" y="0"/>
                    </a:moveTo>
                    <a:cubicBezTo>
                      <a:pt x="12" y="0"/>
                      <a:pt x="22" y="7"/>
                      <a:pt x="23" y="17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7" name="Freeform 86">
                <a:extLst>
                  <a:ext uri="{FF2B5EF4-FFF2-40B4-BE49-F238E27FC236}">
                    <a16:creationId xmlns:a16="http://schemas.microsoft.com/office/drawing/2014/main" id="{05ED56A0-A204-400E-BA2A-649C603BB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3105"/>
                <a:ext cx="82" cy="79"/>
              </a:xfrm>
              <a:custGeom>
                <a:avLst/>
                <a:gdLst>
                  <a:gd name="T0" fmla="*/ 990 w 44"/>
                  <a:gd name="T1" fmla="*/ 308 h 40"/>
                  <a:gd name="T2" fmla="*/ 45 w 44"/>
                  <a:gd name="T3" fmla="*/ 1201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40">
                    <a:moveTo>
                      <a:pt x="44" y="10"/>
                    </a:moveTo>
                    <a:cubicBezTo>
                      <a:pt x="24" y="0"/>
                      <a:pt x="0" y="17"/>
                      <a:pt x="2" y="4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8" name="Freeform 87">
                <a:extLst>
                  <a:ext uri="{FF2B5EF4-FFF2-40B4-BE49-F238E27FC236}">
                    <a16:creationId xmlns:a16="http://schemas.microsoft.com/office/drawing/2014/main" id="{B2D77794-80C8-481D-BA2B-47300D3D1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3125"/>
                <a:ext cx="76" cy="42"/>
              </a:xfrm>
              <a:custGeom>
                <a:avLst/>
                <a:gdLst>
                  <a:gd name="T0" fmla="*/ 178 w 41"/>
                  <a:gd name="T1" fmla="*/ 672 h 21"/>
                  <a:gd name="T2" fmla="*/ 897 w 4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8" y="21"/>
                    </a:moveTo>
                    <a:cubicBezTo>
                      <a:pt x="0" y="4"/>
                      <a:pt x="32" y="0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9" name="Freeform 88">
                <a:extLst>
                  <a:ext uri="{FF2B5EF4-FFF2-40B4-BE49-F238E27FC236}">
                    <a16:creationId xmlns:a16="http://schemas.microsoft.com/office/drawing/2014/main" id="{FD52A192-F0D4-464F-99DC-4384FC0A4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3107"/>
                <a:ext cx="67" cy="34"/>
              </a:xfrm>
              <a:custGeom>
                <a:avLst/>
                <a:gdLst>
                  <a:gd name="T0" fmla="*/ 808 w 36"/>
                  <a:gd name="T1" fmla="*/ 544 h 17"/>
                  <a:gd name="T2" fmla="*/ 0 w 36"/>
                  <a:gd name="T3" fmla="*/ 3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36" y="17"/>
                    </a:moveTo>
                    <a:cubicBezTo>
                      <a:pt x="29" y="9"/>
                      <a:pt x="9" y="0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0" name="Freeform 89">
                <a:extLst>
                  <a:ext uri="{FF2B5EF4-FFF2-40B4-BE49-F238E27FC236}">
                    <a16:creationId xmlns:a16="http://schemas.microsoft.com/office/drawing/2014/main" id="{81B5567D-95FA-4ECF-801E-AA7761D5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133"/>
                <a:ext cx="32" cy="63"/>
              </a:xfrm>
              <a:custGeom>
                <a:avLst/>
                <a:gdLst>
                  <a:gd name="T0" fmla="*/ 265 w 17"/>
                  <a:gd name="T1" fmla="*/ 0 h 32"/>
                  <a:gd name="T2" fmla="*/ 401 w 17"/>
                  <a:gd name="T3" fmla="*/ 945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2">
                    <a:moveTo>
                      <a:pt x="11" y="0"/>
                    </a:moveTo>
                    <a:cubicBezTo>
                      <a:pt x="0" y="8"/>
                      <a:pt x="9" y="26"/>
                      <a:pt x="17" y="32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1" name="Freeform 90">
                <a:extLst>
                  <a:ext uri="{FF2B5EF4-FFF2-40B4-BE49-F238E27FC236}">
                    <a16:creationId xmlns:a16="http://schemas.microsoft.com/office/drawing/2014/main" id="{85333DE5-85E1-488D-8471-CEEA48E56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" y="3137"/>
                <a:ext cx="50" cy="53"/>
              </a:xfrm>
              <a:custGeom>
                <a:avLst/>
                <a:gdLst>
                  <a:gd name="T0" fmla="*/ 591 w 27"/>
                  <a:gd name="T1" fmla="*/ 31 h 27"/>
                  <a:gd name="T2" fmla="*/ 363 w 27"/>
                  <a:gd name="T3" fmla="*/ 78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27" y="1"/>
                    </a:moveTo>
                    <a:cubicBezTo>
                      <a:pt x="11" y="0"/>
                      <a:pt x="0" y="20"/>
                      <a:pt x="17" y="27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2" name="Freeform 91">
                <a:extLst>
                  <a:ext uri="{FF2B5EF4-FFF2-40B4-BE49-F238E27FC236}">
                    <a16:creationId xmlns:a16="http://schemas.microsoft.com/office/drawing/2014/main" id="{42969F8C-FEB3-437C-88A1-867EA785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040"/>
                <a:ext cx="81" cy="36"/>
              </a:xfrm>
              <a:custGeom>
                <a:avLst/>
                <a:gdLst>
                  <a:gd name="T0" fmla="*/ 24 w 44"/>
                  <a:gd name="T1" fmla="*/ 576 h 18"/>
                  <a:gd name="T2" fmla="*/ 379 w 44"/>
                  <a:gd name="T3" fmla="*/ 64 h 18"/>
                  <a:gd name="T4" fmla="*/ 928 w 44"/>
                  <a:gd name="T5" fmla="*/ 54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8">
                    <a:moveTo>
                      <a:pt x="1" y="18"/>
                    </a:moveTo>
                    <a:cubicBezTo>
                      <a:pt x="0" y="9"/>
                      <a:pt x="10" y="3"/>
                      <a:pt x="18" y="2"/>
                    </a:cubicBezTo>
                    <a:cubicBezTo>
                      <a:pt x="30" y="0"/>
                      <a:pt x="39" y="6"/>
                      <a:pt x="44" y="17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3" name="Freeform 92">
                <a:extLst>
                  <a:ext uri="{FF2B5EF4-FFF2-40B4-BE49-F238E27FC236}">
                    <a16:creationId xmlns:a16="http://schemas.microsoft.com/office/drawing/2014/main" id="{EF3ECF43-0611-4785-91A5-A26BE5E2C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3011"/>
                <a:ext cx="58" cy="47"/>
              </a:xfrm>
              <a:custGeom>
                <a:avLst/>
                <a:gdLst>
                  <a:gd name="T0" fmla="*/ 715 w 31"/>
                  <a:gd name="T1" fmla="*/ 264 h 24"/>
                  <a:gd name="T2" fmla="*/ 137 w 31"/>
                  <a:gd name="T3" fmla="*/ 69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4">
                    <a:moveTo>
                      <a:pt x="31" y="9"/>
                    </a:moveTo>
                    <a:cubicBezTo>
                      <a:pt x="30" y="0"/>
                      <a:pt x="0" y="7"/>
                      <a:pt x="6" y="24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4" name="Freeform 93">
                <a:extLst>
                  <a:ext uri="{FF2B5EF4-FFF2-40B4-BE49-F238E27FC236}">
                    <a16:creationId xmlns:a16="http://schemas.microsoft.com/office/drawing/2014/main" id="{E360A703-116A-41F5-A477-BB4F76CE0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3119"/>
                <a:ext cx="97" cy="71"/>
              </a:xfrm>
              <a:custGeom>
                <a:avLst/>
                <a:gdLst>
                  <a:gd name="T0" fmla="*/ 0 w 52"/>
                  <a:gd name="T1" fmla="*/ 623 h 36"/>
                  <a:gd name="T2" fmla="*/ 1177 w 52"/>
                  <a:gd name="T3" fmla="*/ 107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6">
                    <a:moveTo>
                      <a:pt x="0" y="21"/>
                    </a:moveTo>
                    <a:cubicBezTo>
                      <a:pt x="18" y="0"/>
                      <a:pt x="38" y="21"/>
                      <a:pt x="52" y="36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5" name="Freeform 94">
                <a:extLst>
                  <a:ext uri="{FF2B5EF4-FFF2-40B4-BE49-F238E27FC236}">
                    <a16:creationId xmlns:a16="http://schemas.microsoft.com/office/drawing/2014/main" id="{EC4906E1-C7AF-4184-8F7B-E6FD3C449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3086"/>
                <a:ext cx="30" cy="75"/>
              </a:xfrm>
              <a:custGeom>
                <a:avLst/>
                <a:gdLst>
                  <a:gd name="T0" fmla="*/ 369 w 16"/>
                  <a:gd name="T1" fmla="*/ 0 h 38"/>
                  <a:gd name="T2" fmla="*/ 186 w 16"/>
                  <a:gd name="T3" fmla="*/ 113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8">
                    <a:moveTo>
                      <a:pt x="16" y="0"/>
                    </a:moveTo>
                    <a:cubicBezTo>
                      <a:pt x="0" y="4"/>
                      <a:pt x="3" y="28"/>
                      <a:pt x="8" y="38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6" name="Freeform 95">
                <a:extLst>
                  <a:ext uri="{FF2B5EF4-FFF2-40B4-BE49-F238E27FC236}">
                    <a16:creationId xmlns:a16="http://schemas.microsoft.com/office/drawing/2014/main" id="{958BE40C-6AFD-4945-A075-E89C746CA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3100"/>
                <a:ext cx="87" cy="100"/>
              </a:xfrm>
              <a:custGeom>
                <a:avLst/>
                <a:gdLst>
                  <a:gd name="T0" fmla="*/ 914 w 47"/>
                  <a:gd name="T1" fmla="*/ 369 h 51"/>
                  <a:gd name="T2" fmla="*/ 278 w 47"/>
                  <a:gd name="T3" fmla="*/ 92 h 51"/>
                  <a:gd name="T4" fmla="*/ 0 w 47"/>
                  <a:gd name="T5" fmla="*/ 573 h 51"/>
                  <a:gd name="T6" fmla="*/ 387 w 47"/>
                  <a:gd name="T7" fmla="*/ 1124 h 51"/>
                  <a:gd name="T8" fmla="*/ 798 w 47"/>
                  <a:gd name="T9" fmla="*/ 1388 h 51"/>
                  <a:gd name="T10" fmla="*/ 998 w 47"/>
                  <a:gd name="T11" fmla="*/ 988 h 51"/>
                  <a:gd name="T12" fmla="*/ 914 w 47"/>
                  <a:gd name="T13" fmla="*/ 3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1">
                    <a:moveTo>
                      <a:pt x="42" y="13"/>
                    </a:moveTo>
                    <a:cubicBezTo>
                      <a:pt x="41" y="2"/>
                      <a:pt x="21" y="0"/>
                      <a:pt x="13" y="3"/>
                    </a:cubicBezTo>
                    <a:cubicBezTo>
                      <a:pt x="8" y="6"/>
                      <a:pt x="0" y="14"/>
                      <a:pt x="0" y="20"/>
                    </a:cubicBezTo>
                    <a:cubicBezTo>
                      <a:pt x="0" y="29"/>
                      <a:pt x="12" y="34"/>
                      <a:pt x="18" y="39"/>
                    </a:cubicBezTo>
                    <a:cubicBezTo>
                      <a:pt x="24" y="45"/>
                      <a:pt x="28" y="51"/>
                      <a:pt x="37" y="48"/>
                    </a:cubicBezTo>
                    <a:cubicBezTo>
                      <a:pt x="44" y="46"/>
                      <a:pt x="46" y="41"/>
                      <a:pt x="46" y="34"/>
                    </a:cubicBezTo>
                    <a:cubicBezTo>
                      <a:pt x="47" y="25"/>
                      <a:pt x="44" y="20"/>
                      <a:pt x="42" y="1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7" name="Freeform 96">
                <a:extLst>
                  <a:ext uri="{FF2B5EF4-FFF2-40B4-BE49-F238E27FC236}">
                    <a16:creationId xmlns:a16="http://schemas.microsoft.com/office/drawing/2014/main" id="{C6493445-A1C8-4D7B-846F-047687EAE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3086"/>
                <a:ext cx="83" cy="87"/>
              </a:xfrm>
              <a:custGeom>
                <a:avLst/>
                <a:gdLst>
                  <a:gd name="T0" fmla="*/ 660 w 45"/>
                  <a:gd name="T1" fmla="*/ 216 h 44"/>
                  <a:gd name="T2" fmla="*/ 68 w 45"/>
                  <a:gd name="T3" fmla="*/ 364 h 44"/>
                  <a:gd name="T4" fmla="*/ 105 w 45"/>
                  <a:gd name="T5" fmla="*/ 781 h 44"/>
                  <a:gd name="T6" fmla="*/ 275 w 45"/>
                  <a:gd name="T7" fmla="*/ 1297 h 44"/>
                  <a:gd name="T8" fmla="*/ 878 w 45"/>
                  <a:gd name="T9" fmla="*/ 781 h 44"/>
                  <a:gd name="T10" fmla="*/ 729 w 45"/>
                  <a:gd name="T11" fmla="*/ 247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4">
                    <a:moveTo>
                      <a:pt x="31" y="7"/>
                    </a:moveTo>
                    <a:cubicBezTo>
                      <a:pt x="25" y="0"/>
                      <a:pt x="8" y="4"/>
                      <a:pt x="3" y="12"/>
                    </a:cubicBezTo>
                    <a:cubicBezTo>
                      <a:pt x="0" y="17"/>
                      <a:pt x="3" y="21"/>
                      <a:pt x="5" y="26"/>
                    </a:cubicBezTo>
                    <a:cubicBezTo>
                      <a:pt x="7" y="31"/>
                      <a:pt x="7" y="42"/>
                      <a:pt x="13" y="43"/>
                    </a:cubicBezTo>
                    <a:cubicBezTo>
                      <a:pt x="18" y="44"/>
                      <a:pt x="38" y="31"/>
                      <a:pt x="41" y="26"/>
                    </a:cubicBezTo>
                    <a:cubicBezTo>
                      <a:pt x="45" y="19"/>
                      <a:pt x="39" y="12"/>
                      <a:pt x="34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8" name="Freeform 97">
                <a:extLst>
                  <a:ext uri="{FF2B5EF4-FFF2-40B4-BE49-F238E27FC236}">
                    <a16:creationId xmlns:a16="http://schemas.microsoft.com/office/drawing/2014/main" id="{AEAF4658-07C8-4011-873D-9667B38F8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3056"/>
                <a:ext cx="69" cy="73"/>
              </a:xfrm>
              <a:custGeom>
                <a:avLst/>
                <a:gdLst>
                  <a:gd name="T0" fmla="*/ 699 w 37"/>
                  <a:gd name="T1" fmla="*/ 331 h 37"/>
                  <a:gd name="T2" fmla="*/ 338 w 37"/>
                  <a:gd name="T3" fmla="*/ 32 h 37"/>
                  <a:gd name="T4" fmla="*/ 45 w 37"/>
                  <a:gd name="T5" fmla="*/ 712 h 37"/>
                  <a:gd name="T6" fmla="*/ 630 w 37"/>
                  <a:gd name="T7" fmla="*/ 805 h 37"/>
                  <a:gd name="T8" fmla="*/ 759 w 37"/>
                  <a:gd name="T9" fmla="*/ 30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7">
                    <a:moveTo>
                      <a:pt x="31" y="11"/>
                    </a:moveTo>
                    <a:cubicBezTo>
                      <a:pt x="32" y="3"/>
                      <a:pt x="21" y="0"/>
                      <a:pt x="15" y="1"/>
                    </a:cubicBezTo>
                    <a:cubicBezTo>
                      <a:pt x="6" y="3"/>
                      <a:pt x="0" y="15"/>
                      <a:pt x="2" y="24"/>
                    </a:cubicBezTo>
                    <a:cubicBezTo>
                      <a:pt x="4" y="37"/>
                      <a:pt x="20" y="32"/>
                      <a:pt x="28" y="27"/>
                    </a:cubicBezTo>
                    <a:cubicBezTo>
                      <a:pt x="37" y="22"/>
                      <a:pt x="34" y="18"/>
                      <a:pt x="34" y="1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9" name="Freeform 98">
                <a:extLst>
                  <a:ext uri="{FF2B5EF4-FFF2-40B4-BE49-F238E27FC236}">
                    <a16:creationId xmlns:a16="http://schemas.microsoft.com/office/drawing/2014/main" id="{3EC664D4-D731-4BB4-A6F6-D4C095C9A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2973"/>
                <a:ext cx="160" cy="93"/>
              </a:xfrm>
              <a:custGeom>
                <a:avLst/>
                <a:gdLst>
                  <a:gd name="T0" fmla="*/ 1918 w 86"/>
                  <a:gd name="T1" fmla="*/ 247 h 47"/>
                  <a:gd name="T2" fmla="*/ 1475 w 86"/>
                  <a:gd name="T3" fmla="*/ 184 h 47"/>
                  <a:gd name="T4" fmla="*/ 1340 w 86"/>
                  <a:gd name="T5" fmla="*/ 845 h 47"/>
                  <a:gd name="T6" fmla="*/ 780 w 86"/>
                  <a:gd name="T7" fmla="*/ 277 h 47"/>
                  <a:gd name="T8" fmla="*/ 0 w 86"/>
                  <a:gd name="T9" fmla="*/ 364 h 47"/>
                  <a:gd name="T10" fmla="*/ 889 w 86"/>
                  <a:gd name="T11" fmla="*/ 720 h 47"/>
                  <a:gd name="T12" fmla="*/ 1319 w 86"/>
                  <a:gd name="T13" fmla="*/ 1061 h 47"/>
                  <a:gd name="T14" fmla="*/ 1520 w 86"/>
                  <a:gd name="T15" fmla="*/ 1425 h 47"/>
                  <a:gd name="T16" fmla="*/ 1533 w 86"/>
                  <a:gd name="T17" fmla="*/ 673 h 47"/>
                  <a:gd name="T18" fmla="*/ 1894 w 86"/>
                  <a:gd name="T19" fmla="*/ 277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47">
                    <a:moveTo>
                      <a:pt x="86" y="8"/>
                    </a:moveTo>
                    <a:cubicBezTo>
                      <a:pt x="83" y="1"/>
                      <a:pt x="71" y="0"/>
                      <a:pt x="66" y="6"/>
                    </a:cubicBezTo>
                    <a:cubicBezTo>
                      <a:pt x="61" y="11"/>
                      <a:pt x="60" y="22"/>
                      <a:pt x="60" y="28"/>
                    </a:cubicBezTo>
                    <a:cubicBezTo>
                      <a:pt x="57" y="21"/>
                      <a:pt x="42" y="13"/>
                      <a:pt x="35" y="9"/>
                    </a:cubicBezTo>
                    <a:cubicBezTo>
                      <a:pt x="25" y="2"/>
                      <a:pt x="9" y="1"/>
                      <a:pt x="0" y="12"/>
                    </a:cubicBezTo>
                    <a:cubicBezTo>
                      <a:pt x="15" y="9"/>
                      <a:pt x="28" y="18"/>
                      <a:pt x="40" y="24"/>
                    </a:cubicBezTo>
                    <a:cubicBezTo>
                      <a:pt x="47" y="27"/>
                      <a:pt x="53" y="29"/>
                      <a:pt x="59" y="35"/>
                    </a:cubicBezTo>
                    <a:cubicBezTo>
                      <a:pt x="62" y="38"/>
                      <a:pt x="65" y="43"/>
                      <a:pt x="68" y="47"/>
                    </a:cubicBezTo>
                    <a:cubicBezTo>
                      <a:pt x="69" y="38"/>
                      <a:pt x="67" y="30"/>
                      <a:pt x="69" y="22"/>
                    </a:cubicBezTo>
                    <a:cubicBezTo>
                      <a:pt x="71" y="16"/>
                      <a:pt x="77" y="3"/>
                      <a:pt x="85" y="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0" name="Freeform 99">
                <a:extLst>
                  <a:ext uri="{FF2B5EF4-FFF2-40B4-BE49-F238E27FC236}">
                    <a16:creationId xmlns:a16="http://schemas.microsoft.com/office/drawing/2014/main" id="{F7F730A5-9EA8-4597-A463-6A5A3CF04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" y="3088"/>
                <a:ext cx="72" cy="69"/>
              </a:xfrm>
              <a:custGeom>
                <a:avLst/>
                <a:gdLst>
                  <a:gd name="T0" fmla="*/ 810 w 39"/>
                  <a:gd name="T1" fmla="*/ 331 h 35"/>
                  <a:gd name="T2" fmla="*/ 327 w 39"/>
                  <a:gd name="T3" fmla="*/ 124 h 35"/>
                  <a:gd name="T4" fmla="*/ 68 w 39"/>
                  <a:gd name="T5" fmla="*/ 773 h 35"/>
                  <a:gd name="T6" fmla="*/ 327 w 39"/>
                  <a:gd name="T7" fmla="*/ 1011 h 35"/>
                  <a:gd name="T8" fmla="*/ 535 w 39"/>
                  <a:gd name="T9" fmla="*/ 712 h 35"/>
                  <a:gd name="T10" fmla="*/ 810 w 39"/>
                  <a:gd name="T11" fmla="*/ 39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5">
                    <a:moveTo>
                      <a:pt x="38" y="11"/>
                    </a:moveTo>
                    <a:cubicBezTo>
                      <a:pt x="30" y="8"/>
                      <a:pt x="25" y="0"/>
                      <a:pt x="15" y="4"/>
                    </a:cubicBezTo>
                    <a:cubicBezTo>
                      <a:pt x="8" y="7"/>
                      <a:pt x="0" y="18"/>
                      <a:pt x="3" y="26"/>
                    </a:cubicBezTo>
                    <a:cubicBezTo>
                      <a:pt x="5" y="29"/>
                      <a:pt x="11" y="35"/>
                      <a:pt x="15" y="34"/>
                    </a:cubicBezTo>
                    <a:cubicBezTo>
                      <a:pt x="20" y="34"/>
                      <a:pt x="21" y="26"/>
                      <a:pt x="25" y="24"/>
                    </a:cubicBezTo>
                    <a:cubicBezTo>
                      <a:pt x="31" y="20"/>
                      <a:pt x="39" y="24"/>
                      <a:pt x="38" y="1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1" name="Freeform 100">
                <a:extLst>
                  <a:ext uri="{FF2B5EF4-FFF2-40B4-BE49-F238E27FC236}">
                    <a16:creationId xmlns:a16="http://schemas.microsoft.com/office/drawing/2014/main" id="{3E61767A-DDC4-4A1B-A2AB-321B544D7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024"/>
                <a:ext cx="69" cy="60"/>
              </a:xfrm>
              <a:custGeom>
                <a:avLst/>
                <a:gdLst>
                  <a:gd name="T0" fmla="*/ 0 w 37"/>
                  <a:gd name="T1" fmla="*/ 320 h 30"/>
                  <a:gd name="T2" fmla="*/ 630 w 37"/>
                  <a:gd name="T3" fmla="*/ 128 h 30"/>
                  <a:gd name="T4" fmla="*/ 837 w 37"/>
                  <a:gd name="T5" fmla="*/ 544 h 30"/>
                  <a:gd name="T6" fmla="*/ 699 w 37"/>
                  <a:gd name="T7" fmla="*/ 896 h 30"/>
                  <a:gd name="T8" fmla="*/ 546 w 37"/>
                  <a:gd name="T9" fmla="*/ 512 h 30"/>
                  <a:gd name="T10" fmla="*/ 293 w 37"/>
                  <a:gd name="T11" fmla="*/ 512 h 30"/>
                  <a:gd name="T12" fmla="*/ 0 w 37"/>
                  <a:gd name="T13" fmla="*/ 25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0">
                    <a:moveTo>
                      <a:pt x="0" y="10"/>
                    </a:moveTo>
                    <a:cubicBezTo>
                      <a:pt x="2" y="0"/>
                      <a:pt x="22" y="1"/>
                      <a:pt x="28" y="4"/>
                    </a:cubicBezTo>
                    <a:cubicBezTo>
                      <a:pt x="32" y="7"/>
                      <a:pt x="36" y="12"/>
                      <a:pt x="37" y="17"/>
                    </a:cubicBezTo>
                    <a:cubicBezTo>
                      <a:pt x="37" y="21"/>
                      <a:pt x="35" y="30"/>
                      <a:pt x="31" y="28"/>
                    </a:cubicBezTo>
                    <a:cubicBezTo>
                      <a:pt x="27" y="26"/>
                      <a:pt x="27" y="18"/>
                      <a:pt x="24" y="16"/>
                    </a:cubicBezTo>
                    <a:cubicBezTo>
                      <a:pt x="20" y="13"/>
                      <a:pt x="17" y="15"/>
                      <a:pt x="13" y="16"/>
                    </a:cubicBezTo>
                    <a:cubicBezTo>
                      <a:pt x="6" y="16"/>
                      <a:pt x="2" y="14"/>
                      <a:pt x="0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2" name="Freeform 101">
                <a:extLst>
                  <a:ext uri="{FF2B5EF4-FFF2-40B4-BE49-F238E27FC236}">
                    <a16:creationId xmlns:a16="http://schemas.microsoft.com/office/drawing/2014/main" id="{D611486A-8856-4DA7-A852-578FD9993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3088"/>
                <a:ext cx="69" cy="51"/>
              </a:xfrm>
              <a:custGeom>
                <a:avLst/>
                <a:gdLst>
                  <a:gd name="T0" fmla="*/ 24 w 37"/>
                  <a:gd name="T1" fmla="*/ 432 h 26"/>
                  <a:gd name="T2" fmla="*/ 518 w 37"/>
                  <a:gd name="T3" fmla="*/ 61 h 26"/>
                  <a:gd name="T4" fmla="*/ 699 w 37"/>
                  <a:gd name="T5" fmla="*/ 581 h 26"/>
                  <a:gd name="T6" fmla="*/ 362 w 37"/>
                  <a:gd name="T7" fmla="*/ 551 h 26"/>
                  <a:gd name="T8" fmla="*/ 0 w 37"/>
                  <a:gd name="T9" fmla="*/ 55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6">
                    <a:moveTo>
                      <a:pt x="1" y="15"/>
                    </a:moveTo>
                    <a:cubicBezTo>
                      <a:pt x="7" y="10"/>
                      <a:pt x="14" y="0"/>
                      <a:pt x="23" y="2"/>
                    </a:cubicBezTo>
                    <a:cubicBezTo>
                      <a:pt x="29" y="3"/>
                      <a:pt x="37" y="15"/>
                      <a:pt x="31" y="20"/>
                    </a:cubicBezTo>
                    <a:cubicBezTo>
                      <a:pt x="27" y="24"/>
                      <a:pt x="21" y="18"/>
                      <a:pt x="16" y="19"/>
                    </a:cubicBezTo>
                    <a:cubicBezTo>
                      <a:pt x="9" y="21"/>
                      <a:pt x="7" y="26"/>
                      <a:pt x="0" y="1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3" name="Freeform 102">
                <a:extLst>
                  <a:ext uri="{FF2B5EF4-FFF2-40B4-BE49-F238E27FC236}">
                    <a16:creationId xmlns:a16="http://schemas.microsoft.com/office/drawing/2014/main" id="{3A2F42DD-7CC8-4D5B-A360-C54172DC6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3032"/>
                <a:ext cx="56" cy="75"/>
              </a:xfrm>
              <a:custGeom>
                <a:avLst/>
                <a:gdLst>
                  <a:gd name="T0" fmla="*/ 592 w 30"/>
                  <a:gd name="T1" fmla="*/ 152 h 38"/>
                  <a:gd name="T2" fmla="*/ 226 w 30"/>
                  <a:gd name="T3" fmla="*/ 32 h 38"/>
                  <a:gd name="T4" fmla="*/ 24 w 30"/>
                  <a:gd name="T5" fmla="*/ 576 h 38"/>
                  <a:gd name="T6" fmla="*/ 607 w 30"/>
                  <a:gd name="T7" fmla="*/ 21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8">
                    <a:moveTo>
                      <a:pt x="26" y="5"/>
                    </a:moveTo>
                    <a:cubicBezTo>
                      <a:pt x="21" y="5"/>
                      <a:pt x="16" y="0"/>
                      <a:pt x="10" y="1"/>
                    </a:cubicBezTo>
                    <a:cubicBezTo>
                      <a:pt x="4" y="3"/>
                      <a:pt x="0" y="13"/>
                      <a:pt x="1" y="19"/>
                    </a:cubicBezTo>
                    <a:cubicBezTo>
                      <a:pt x="5" y="38"/>
                      <a:pt x="30" y="12"/>
                      <a:pt x="27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4" name="Freeform 103">
                <a:extLst>
                  <a:ext uri="{FF2B5EF4-FFF2-40B4-BE49-F238E27FC236}">
                    <a16:creationId xmlns:a16="http://schemas.microsoft.com/office/drawing/2014/main" id="{93D0BCDA-6BBC-4841-9888-CC304ACBC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2975"/>
                <a:ext cx="76" cy="49"/>
              </a:xfrm>
              <a:custGeom>
                <a:avLst/>
                <a:gdLst>
                  <a:gd name="T0" fmla="*/ 24 w 41"/>
                  <a:gd name="T1" fmla="*/ 549 h 25"/>
                  <a:gd name="T2" fmla="*/ 330 w 41"/>
                  <a:gd name="T3" fmla="*/ 31 h 25"/>
                  <a:gd name="T4" fmla="*/ 849 w 41"/>
                  <a:gd name="T5" fmla="*/ 461 h 25"/>
                  <a:gd name="T6" fmla="*/ 412 w 41"/>
                  <a:gd name="T7" fmla="*/ 368 h 25"/>
                  <a:gd name="T8" fmla="*/ 82 w 41"/>
                  <a:gd name="T9" fmla="*/ 51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1" y="19"/>
                    </a:moveTo>
                    <a:cubicBezTo>
                      <a:pt x="1" y="8"/>
                      <a:pt x="0" y="0"/>
                      <a:pt x="15" y="1"/>
                    </a:cubicBezTo>
                    <a:cubicBezTo>
                      <a:pt x="21" y="2"/>
                      <a:pt x="41" y="8"/>
                      <a:pt x="39" y="16"/>
                    </a:cubicBezTo>
                    <a:cubicBezTo>
                      <a:pt x="37" y="25"/>
                      <a:pt x="25" y="13"/>
                      <a:pt x="19" y="13"/>
                    </a:cubicBezTo>
                    <a:cubicBezTo>
                      <a:pt x="14" y="13"/>
                      <a:pt x="7" y="20"/>
                      <a:pt x="4" y="1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5" name="Freeform 104">
                <a:extLst>
                  <a:ext uri="{FF2B5EF4-FFF2-40B4-BE49-F238E27FC236}">
                    <a16:creationId xmlns:a16="http://schemas.microsoft.com/office/drawing/2014/main" id="{C1B4563E-F47C-4723-88D3-2BB310A00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131"/>
                <a:ext cx="66" cy="65"/>
              </a:xfrm>
              <a:custGeom>
                <a:avLst/>
                <a:gdLst>
                  <a:gd name="T0" fmla="*/ 598 w 36"/>
                  <a:gd name="T1" fmla="*/ 268 h 33"/>
                  <a:gd name="T2" fmla="*/ 149 w 36"/>
                  <a:gd name="T3" fmla="*/ 709 h 33"/>
                  <a:gd name="T4" fmla="*/ 598 w 36"/>
                  <a:gd name="T5" fmla="*/ 26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3">
                    <a:moveTo>
                      <a:pt x="29" y="9"/>
                    </a:moveTo>
                    <a:cubicBezTo>
                      <a:pt x="23" y="0"/>
                      <a:pt x="0" y="13"/>
                      <a:pt x="7" y="24"/>
                    </a:cubicBezTo>
                    <a:cubicBezTo>
                      <a:pt x="13" y="33"/>
                      <a:pt x="36" y="20"/>
                      <a:pt x="29" y="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6" name="Freeform 105">
                <a:extLst>
                  <a:ext uri="{FF2B5EF4-FFF2-40B4-BE49-F238E27FC236}">
                    <a16:creationId xmlns:a16="http://schemas.microsoft.com/office/drawing/2014/main" id="{198CEFC7-2D9D-493F-AC51-88865C0E8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3013"/>
                <a:ext cx="67" cy="49"/>
              </a:xfrm>
              <a:custGeom>
                <a:avLst/>
                <a:gdLst>
                  <a:gd name="T0" fmla="*/ 672 w 36"/>
                  <a:gd name="T1" fmla="*/ 353 h 25"/>
                  <a:gd name="T2" fmla="*/ 128 w 36"/>
                  <a:gd name="T3" fmla="*/ 461 h 25"/>
                  <a:gd name="T4" fmla="*/ 780 w 36"/>
                  <a:gd name="T5" fmla="*/ 549 h 25"/>
                  <a:gd name="T6" fmla="*/ 672 w 36"/>
                  <a:gd name="T7" fmla="*/ 29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5">
                    <a:moveTo>
                      <a:pt x="30" y="12"/>
                    </a:moveTo>
                    <a:cubicBezTo>
                      <a:pt x="31" y="0"/>
                      <a:pt x="0" y="2"/>
                      <a:pt x="6" y="16"/>
                    </a:cubicBezTo>
                    <a:cubicBezTo>
                      <a:pt x="9" y="25"/>
                      <a:pt x="27" y="19"/>
                      <a:pt x="35" y="19"/>
                    </a:cubicBezTo>
                    <a:cubicBezTo>
                      <a:pt x="36" y="15"/>
                      <a:pt x="33" y="12"/>
                      <a:pt x="30" y="1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7" name="Freeform 106">
                <a:extLst>
                  <a:ext uri="{FF2B5EF4-FFF2-40B4-BE49-F238E27FC236}">
                    <a16:creationId xmlns:a16="http://schemas.microsoft.com/office/drawing/2014/main" id="{F299DF3B-3A49-4708-B76D-DB19A8F9B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3036"/>
                <a:ext cx="80" cy="73"/>
              </a:xfrm>
              <a:custGeom>
                <a:avLst/>
                <a:gdLst>
                  <a:gd name="T0" fmla="*/ 0 w 43"/>
                  <a:gd name="T1" fmla="*/ 923 h 37"/>
                  <a:gd name="T2" fmla="*/ 419 w 43"/>
                  <a:gd name="T3" fmla="*/ 63 h 37"/>
                  <a:gd name="T4" fmla="*/ 727 w 43"/>
                  <a:gd name="T5" fmla="*/ 452 h 37"/>
                  <a:gd name="T6" fmla="*/ 560 w 43"/>
                  <a:gd name="T7" fmla="*/ 513 h 37"/>
                  <a:gd name="T8" fmla="*/ 419 w 43"/>
                  <a:gd name="T9" fmla="*/ 805 h 37"/>
                  <a:gd name="T10" fmla="*/ 24 w 43"/>
                  <a:gd name="T11" fmla="*/ 953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7">
                    <a:moveTo>
                      <a:pt x="0" y="31"/>
                    </a:moveTo>
                    <a:cubicBezTo>
                      <a:pt x="0" y="20"/>
                      <a:pt x="6" y="5"/>
                      <a:pt x="19" y="2"/>
                    </a:cubicBezTo>
                    <a:cubicBezTo>
                      <a:pt x="26" y="0"/>
                      <a:pt x="43" y="7"/>
                      <a:pt x="33" y="15"/>
                    </a:cubicBezTo>
                    <a:cubicBezTo>
                      <a:pt x="31" y="16"/>
                      <a:pt x="27" y="15"/>
                      <a:pt x="25" y="17"/>
                    </a:cubicBezTo>
                    <a:cubicBezTo>
                      <a:pt x="21" y="20"/>
                      <a:pt x="21" y="24"/>
                      <a:pt x="19" y="27"/>
                    </a:cubicBezTo>
                    <a:cubicBezTo>
                      <a:pt x="15" y="33"/>
                      <a:pt x="8" y="37"/>
                      <a:pt x="1" y="3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8" name="Freeform 107">
                <a:extLst>
                  <a:ext uri="{FF2B5EF4-FFF2-40B4-BE49-F238E27FC236}">
                    <a16:creationId xmlns:a16="http://schemas.microsoft.com/office/drawing/2014/main" id="{C523DEBA-6D80-47A4-B885-F048E6E1B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127"/>
                <a:ext cx="51" cy="81"/>
              </a:xfrm>
              <a:custGeom>
                <a:avLst/>
                <a:gdLst>
                  <a:gd name="T0" fmla="*/ 441 w 28"/>
                  <a:gd name="T1" fmla="*/ 93 h 41"/>
                  <a:gd name="T2" fmla="*/ 53 w 28"/>
                  <a:gd name="T3" fmla="*/ 425 h 41"/>
                  <a:gd name="T4" fmla="*/ 44 w 28"/>
                  <a:gd name="T5" fmla="*/ 840 h 41"/>
                  <a:gd name="T6" fmla="*/ 295 w 28"/>
                  <a:gd name="T7" fmla="*/ 1081 h 41"/>
                  <a:gd name="T8" fmla="*/ 322 w 28"/>
                  <a:gd name="T9" fmla="*/ 780 h 41"/>
                  <a:gd name="T10" fmla="*/ 441 w 28"/>
                  <a:gd name="T11" fmla="*/ 608 h 41"/>
                  <a:gd name="T12" fmla="*/ 419 w 28"/>
                  <a:gd name="T13" fmla="*/ 15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1">
                    <a:moveTo>
                      <a:pt x="22" y="3"/>
                    </a:moveTo>
                    <a:cubicBezTo>
                      <a:pt x="13" y="0"/>
                      <a:pt x="6" y="5"/>
                      <a:pt x="3" y="14"/>
                    </a:cubicBezTo>
                    <a:cubicBezTo>
                      <a:pt x="1" y="18"/>
                      <a:pt x="0" y="23"/>
                      <a:pt x="2" y="28"/>
                    </a:cubicBezTo>
                    <a:cubicBezTo>
                      <a:pt x="3" y="32"/>
                      <a:pt x="10" y="41"/>
                      <a:pt x="15" y="36"/>
                    </a:cubicBezTo>
                    <a:cubicBezTo>
                      <a:pt x="19" y="34"/>
                      <a:pt x="15" y="29"/>
                      <a:pt x="16" y="26"/>
                    </a:cubicBezTo>
                    <a:cubicBezTo>
                      <a:pt x="17" y="21"/>
                      <a:pt x="19" y="22"/>
                      <a:pt x="22" y="20"/>
                    </a:cubicBezTo>
                    <a:cubicBezTo>
                      <a:pt x="26" y="15"/>
                      <a:pt x="28" y="9"/>
                      <a:pt x="21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9" name="Freeform 108">
                <a:extLst>
                  <a:ext uri="{FF2B5EF4-FFF2-40B4-BE49-F238E27FC236}">
                    <a16:creationId xmlns:a16="http://schemas.microsoft.com/office/drawing/2014/main" id="{11117798-9F44-4126-BA30-6F042CAAE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020"/>
                <a:ext cx="105" cy="62"/>
              </a:xfrm>
              <a:custGeom>
                <a:avLst/>
                <a:gdLst>
                  <a:gd name="T0" fmla="*/ 81 w 57"/>
                  <a:gd name="T1" fmla="*/ 448 h 31"/>
                  <a:gd name="T2" fmla="*/ 613 w 57"/>
                  <a:gd name="T3" fmla="*/ 32 h 31"/>
                  <a:gd name="T4" fmla="*/ 980 w 57"/>
                  <a:gd name="T5" fmla="*/ 640 h 31"/>
                  <a:gd name="T6" fmla="*/ 573 w 57"/>
                  <a:gd name="T7" fmla="*/ 512 h 31"/>
                  <a:gd name="T8" fmla="*/ 105 w 57"/>
                  <a:gd name="T9" fmla="*/ 54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1">
                    <a:moveTo>
                      <a:pt x="4" y="14"/>
                    </a:moveTo>
                    <a:cubicBezTo>
                      <a:pt x="0" y="4"/>
                      <a:pt x="22" y="0"/>
                      <a:pt x="29" y="1"/>
                    </a:cubicBezTo>
                    <a:cubicBezTo>
                      <a:pt x="35" y="1"/>
                      <a:pt x="57" y="11"/>
                      <a:pt x="46" y="20"/>
                    </a:cubicBezTo>
                    <a:cubicBezTo>
                      <a:pt x="39" y="26"/>
                      <a:pt x="35" y="11"/>
                      <a:pt x="27" y="16"/>
                    </a:cubicBezTo>
                    <a:cubicBezTo>
                      <a:pt x="20" y="19"/>
                      <a:pt x="11" y="31"/>
                      <a:pt x="5" y="1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0" name="Freeform 109">
                <a:extLst>
                  <a:ext uri="{FF2B5EF4-FFF2-40B4-BE49-F238E27FC236}">
                    <a16:creationId xmlns:a16="http://schemas.microsoft.com/office/drawing/2014/main" id="{AFA79EC6-78CE-40C0-838E-016A3E16F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973"/>
                <a:ext cx="65" cy="40"/>
              </a:xfrm>
              <a:custGeom>
                <a:avLst/>
                <a:gdLst>
                  <a:gd name="T0" fmla="*/ 0 w 35"/>
                  <a:gd name="T1" fmla="*/ 192 h 20"/>
                  <a:gd name="T2" fmla="*/ 514 w 35"/>
                  <a:gd name="T3" fmla="*/ 224 h 20"/>
                  <a:gd name="T4" fmla="*/ 544 w 35"/>
                  <a:gd name="T5" fmla="*/ 608 h 20"/>
                  <a:gd name="T6" fmla="*/ 334 w 35"/>
                  <a:gd name="T7" fmla="*/ 416 h 20"/>
                  <a:gd name="T8" fmla="*/ 45 w 35"/>
                  <a:gd name="T9" fmla="*/ 28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6"/>
                    </a:moveTo>
                    <a:cubicBezTo>
                      <a:pt x="8" y="0"/>
                      <a:pt x="15" y="2"/>
                      <a:pt x="23" y="7"/>
                    </a:cubicBezTo>
                    <a:cubicBezTo>
                      <a:pt x="26" y="9"/>
                      <a:pt x="35" y="18"/>
                      <a:pt x="25" y="19"/>
                    </a:cubicBezTo>
                    <a:cubicBezTo>
                      <a:pt x="22" y="20"/>
                      <a:pt x="19" y="14"/>
                      <a:pt x="15" y="13"/>
                    </a:cubicBezTo>
                    <a:cubicBezTo>
                      <a:pt x="10" y="13"/>
                      <a:pt x="2" y="18"/>
                      <a:pt x="2" y="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1" name="Freeform 110">
                <a:extLst>
                  <a:ext uri="{FF2B5EF4-FFF2-40B4-BE49-F238E27FC236}">
                    <a16:creationId xmlns:a16="http://schemas.microsoft.com/office/drawing/2014/main" id="{124373C2-8128-4DA1-AC34-CB53984C6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969"/>
                <a:ext cx="84" cy="59"/>
              </a:xfrm>
              <a:custGeom>
                <a:avLst/>
                <a:gdLst>
                  <a:gd name="T0" fmla="*/ 24 w 45"/>
                  <a:gd name="T1" fmla="*/ 496 h 30"/>
                  <a:gd name="T2" fmla="*/ 631 w 45"/>
                  <a:gd name="T3" fmla="*/ 120 h 30"/>
                  <a:gd name="T4" fmla="*/ 840 w 45"/>
                  <a:gd name="T5" fmla="*/ 525 h 30"/>
                  <a:gd name="T6" fmla="*/ 390 w 45"/>
                  <a:gd name="T7" fmla="*/ 584 h 30"/>
                  <a:gd name="T8" fmla="*/ 24 w 45"/>
                  <a:gd name="T9" fmla="*/ 55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0">
                    <a:moveTo>
                      <a:pt x="1" y="17"/>
                    </a:moveTo>
                    <a:cubicBezTo>
                      <a:pt x="6" y="6"/>
                      <a:pt x="16" y="0"/>
                      <a:pt x="28" y="4"/>
                    </a:cubicBezTo>
                    <a:cubicBezTo>
                      <a:pt x="33" y="6"/>
                      <a:pt x="45" y="14"/>
                      <a:pt x="37" y="18"/>
                    </a:cubicBezTo>
                    <a:cubicBezTo>
                      <a:pt x="30" y="21"/>
                      <a:pt x="25" y="15"/>
                      <a:pt x="17" y="20"/>
                    </a:cubicBezTo>
                    <a:cubicBezTo>
                      <a:pt x="14" y="23"/>
                      <a:pt x="0" y="30"/>
                      <a:pt x="1" y="1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2" name="Freeform 111">
                <a:extLst>
                  <a:ext uri="{FF2B5EF4-FFF2-40B4-BE49-F238E27FC236}">
                    <a16:creationId xmlns:a16="http://schemas.microsoft.com/office/drawing/2014/main" id="{821346D4-E210-4B33-A09F-31988D751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953"/>
                <a:ext cx="72" cy="91"/>
              </a:xfrm>
              <a:custGeom>
                <a:avLst/>
                <a:gdLst>
                  <a:gd name="T0" fmla="*/ 0 w 39"/>
                  <a:gd name="T1" fmla="*/ 813 h 46"/>
                  <a:gd name="T2" fmla="*/ 604 w 39"/>
                  <a:gd name="T3" fmla="*/ 1147 h 46"/>
                  <a:gd name="T4" fmla="*/ 347 w 39"/>
                  <a:gd name="T5" fmla="*/ 1084 h 46"/>
                  <a:gd name="T6" fmla="*/ 44 w 39"/>
                  <a:gd name="T7" fmla="*/ 87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6">
                    <a:moveTo>
                      <a:pt x="0" y="27"/>
                    </a:moveTo>
                    <a:cubicBezTo>
                      <a:pt x="3" y="0"/>
                      <a:pt x="39" y="20"/>
                      <a:pt x="28" y="38"/>
                    </a:cubicBezTo>
                    <a:cubicBezTo>
                      <a:pt x="23" y="46"/>
                      <a:pt x="20" y="40"/>
                      <a:pt x="16" y="36"/>
                    </a:cubicBezTo>
                    <a:cubicBezTo>
                      <a:pt x="12" y="32"/>
                      <a:pt x="5" y="35"/>
                      <a:pt x="2" y="2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3" name="Freeform 112">
                <a:extLst>
                  <a:ext uri="{FF2B5EF4-FFF2-40B4-BE49-F238E27FC236}">
                    <a16:creationId xmlns:a16="http://schemas.microsoft.com/office/drawing/2014/main" id="{EC99F1DA-61A6-46F6-863D-8DA165D6E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54"/>
                <a:ext cx="98" cy="97"/>
              </a:xfrm>
              <a:custGeom>
                <a:avLst/>
                <a:gdLst>
                  <a:gd name="T0" fmla="*/ 24 w 53"/>
                  <a:gd name="T1" fmla="*/ 968 h 49"/>
                  <a:gd name="T2" fmla="*/ 937 w 53"/>
                  <a:gd name="T3" fmla="*/ 1093 h 49"/>
                  <a:gd name="T4" fmla="*/ 455 w 53"/>
                  <a:gd name="T5" fmla="*/ 1000 h 49"/>
                  <a:gd name="T6" fmla="*/ 24 w 53"/>
                  <a:gd name="T7" fmla="*/ 968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9">
                    <a:moveTo>
                      <a:pt x="1" y="32"/>
                    </a:moveTo>
                    <a:cubicBezTo>
                      <a:pt x="0" y="0"/>
                      <a:pt x="53" y="11"/>
                      <a:pt x="43" y="36"/>
                    </a:cubicBezTo>
                    <a:cubicBezTo>
                      <a:pt x="38" y="49"/>
                      <a:pt x="28" y="32"/>
                      <a:pt x="21" y="33"/>
                    </a:cubicBezTo>
                    <a:cubicBezTo>
                      <a:pt x="15" y="34"/>
                      <a:pt x="2" y="48"/>
                      <a:pt x="1" y="3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4" name="Freeform 113">
                <a:extLst>
                  <a:ext uri="{FF2B5EF4-FFF2-40B4-BE49-F238E27FC236}">
                    <a16:creationId xmlns:a16="http://schemas.microsoft.com/office/drawing/2014/main" id="{039C415F-2169-4B6F-9C52-F1CB7D073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3046"/>
                <a:ext cx="65" cy="73"/>
              </a:xfrm>
              <a:custGeom>
                <a:avLst/>
                <a:gdLst>
                  <a:gd name="T0" fmla="*/ 776 w 35"/>
                  <a:gd name="T1" fmla="*/ 215 h 37"/>
                  <a:gd name="T2" fmla="*/ 262 w 35"/>
                  <a:gd name="T3" fmla="*/ 32 h 37"/>
                  <a:gd name="T4" fmla="*/ 128 w 35"/>
                  <a:gd name="T5" fmla="*/ 592 h 37"/>
                  <a:gd name="T6" fmla="*/ 568 w 35"/>
                  <a:gd name="T7" fmla="*/ 775 h 37"/>
                  <a:gd name="T8" fmla="*/ 620 w 35"/>
                  <a:gd name="T9" fmla="*/ 424 h 37"/>
                  <a:gd name="T10" fmla="*/ 776 w 35"/>
                  <a:gd name="T11" fmla="*/ 24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7">
                    <a:moveTo>
                      <a:pt x="35" y="7"/>
                    </a:moveTo>
                    <a:cubicBezTo>
                      <a:pt x="28" y="3"/>
                      <a:pt x="19" y="0"/>
                      <a:pt x="12" y="1"/>
                    </a:cubicBezTo>
                    <a:cubicBezTo>
                      <a:pt x="1" y="2"/>
                      <a:pt x="0" y="13"/>
                      <a:pt x="6" y="20"/>
                    </a:cubicBezTo>
                    <a:cubicBezTo>
                      <a:pt x="11" y="25"/>
                      <a:pt x="20" y="37"/>
                      <a:pt x="26" y="26"/>
                    </a:cubicBezTo>
                    <a:cubicBezTo>
                      <a:pt x="28" y="21"/>
                      <a:pt x="24" y="18"/>
                      <a:pt x="28" y="14"/>
                    </a:cubicBezTo>
                    <a:cubicBezTo>
                      <a:pt x="31" y="11"/>
                      <a:pt x="35" y="13"/>
                      <a:pt x="35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5" name="Freeform 114">
                <a:extLst>
                  <a:ext uri="{FF2B5EF4-FFF2-40B4-BE49-F238E27FC236}">
                    <a16:creationId xmlns:a16="http://schemas.microsoft.com/office/drawing/2014/main" id="{453ACFF2-5D93-4063-A5C3-F77EFAFE5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3139"/>
                <a:ext cx="89" cy="71"/>
              </a:xfrm>
              <a:custGeom>
                <a:avLst/>
                <a:gdLst>
                  <a:gd name="T0" fmla="*/ 873 w 48"/>
                  <a:gd name="T1" fmla="*/ 213 h 36"/>
                  <a:gd name="T2" fmla="*/ 237 w 48"/>
                  <a:gd name="T3" fmla="*/ 152 h 36"/>
                  <a:gd name="T4" fmla="*/ 154 w 48"/>
                  <a:gd name="T5" fmla="*/ 921 h 36"/>
                  <a:gd name="T6" fmla="*/ 415 w 48"/>
                  <a:gd name="T7" fmla="*/ 891 h 36"/>
                  <a:gd name="T8" fmla="*/ 745 w 48"/>
                  <a:gd name="T9" fmla="*/ 773 h 36"/>
                  <a:gd name="T10" fmla="*/ 829 w 48"/>
                  <a:gd name="T11" fmla="*/ 18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0" y="7"/>
                    </a:moveTo>
                    <a:cubicBezTo>
                      <a:pt x="34" y="0"/>
                      <a:pt x="19" y="2"/>
                      <a:pt x="11" y="5"/>
                    </a:cubicBezTo>
                    <a:cubicBezTo>
                      <a:pt x="3" y="9"/>
                      <a:pt x="0" y="24"/>
                      <a:pt x="7" y="31"/>
                    </a:cubicBezTo>
                    <a:cubicBezTo>
                      <a:pt x="12" y="36"/>
                      <a:pt x="15" y="33"/>
                      <a:pt x="19" y="30"/>
                    </a:cubicBezTo>
                    <a:cubicBezTo>
                      <a:pt x="25" y="26"/>
                      <a:pt x="27" y="27"/>
                      <a:pt x="34" y="26"/>
                    </a:cubicBezTo>
                    <a:cubicBezTo>
                      <a:pt x="41" y="24"/>
                      <a:pt x="48" y="8"/>
                      <a:pt x="38" y="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6" name="Freeform 115">
                <a:extLst>
                  <a:ext uri="{FF2B5EF4-FFF2-40B4-BE49-F238E27FC236}">
                    <a16:creationId xmlns:a16="http://schemas.microsoft.com/office/drawing/2014/main" id="{02B0D4C3-64CE-4D0E-A6B4-FC5462FF8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3070"/>
                <a:ext cx="107" cy="79"/>
              </a:xfrm>
              <a:custGeom>
                <a:avLst/>
                <a:gdLst>
                  <a:gd name="T0" fmla="*/ 358 w 58"/>
                  <a:gd name="T1" fmla="*/ 215 h 40"/>
                  <a:gd name="T2" fmla="*/ 105 w 58"/>
                  <a:gd name="T3" fmla="*/ 924 h 40"/>
                  <a:gd name="T4" fmla="*/ 810 w 58"/>
                  <a:gd name="T5" fmla="*/ 988 h 40"/>
                  <a:gd name="T6" fmla="*/ 327 w 58"/>
                  <a:gd name="T7" fmla="*/ 277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40">
                    <a:moveTo>
                      <a:pt x="17" y="7"/>
                    </a:moveTo>
                    <a:cubicBezTo>
                      <a:pt x="9" y="10"/>
                      <a:pt x="0" y="23"/>
                      <a:pt x="5" y="31"/>
                    </a:cubicBezTo>
                    <a:cubicBezTo>
                      <a:pt x="11" y="40"/>
                      <a:pt x="30" y="35"/>
                      <a:pt x="38" y="33"/>
                    </a:cubicBezTo>
                    <a:cubicBezTo>
                      <a:pt x="58" y="27"/>
                      <a:pt x="32" y="0"/>
                      <a:pt x="15" y="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7" name="Freeform 116">
                <a:extLst>
                  <a:ext uri="{FF2B5EF4-FFF2-40B4-BE49-F238E27FC236}">
                    <a16:creationId xmlns:a16="http://schemas.microsoft.com/office/drawing/2014/main" id="{8747E4A0-F92F-439F-BF69-07C846FDF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121"/>
                <a:ext cx="98" cy="81"/>
              </a:xfrm>
              <a:custGeom>
                <a:avLst/>
                <a:gdLst>
                  <a:gd name="T0" fmla="*/ 910 w 53"/>
                  <a:gd name="T1" fmla="*/ 364 h 41"/>
                  <a:gd name="T2" fmla="*/ 455 w 53"/>
                  <a:gd name="T3" fmla="*/ 1172 h 41"/>
                  <a:gd name="T4" fmla="*/ 841 w 53"/>
                  <a:gd name="T5" fmla="*/ 36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1">
                    <a:moveTo>
                      <a:pt x="42" y="12"/>
                    </a:moveTo>
                    <a:cubicBezTo>
                      <a:pt x="22" y="0"/>
                      <a:pt x="0" y="34"/>
                      <a:pt x="21" y="39"/>
                    </a:cubicBezTo>
                    <a:cubicBezTo>
                      <a:pt x="35" y="41"/>
                      <a:pt x="53" y="23"/>
                      <a:pt x="39" y="1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8" name="Freeform 117">
                <a:extLst>
                  <a:ext uri="{FF2B5EF4-FFF2-40B4-BE49-F238E27FC236}">
                    <a16:creationId xmlns:a16="http://schemas.microsoft.com/office/drawing/2014/main" id="{2412DDF0-E2B3-48EE-8714-489AC04ED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054"/>
                <a:ext cx="68" cy="67"/>
              </a:xfrm>
              <a:custGeom>
                <a:avLst/>
                <a:gdLst>
                  <a:gd name="T0" fmla="*/ 709 w 37"/>
                  <a:gd name="T1" fmla="*/ 183 h 34"/>
                  <a:gd name="T2" fmla="*/ 504 w 37"/>
                  <a:gd name="T3" fmla="*/ 0 h 34"/>
                  <a:gd name="T4" fmla="*/ 125 w 37"/>
                  <a:gd name="T5" fmla="*/ 451 h 34"/>
                  <a:gd name="T6" fmla="*/ 733 w 37"/>
                  <a:gd name="T7" fmla="*/ 21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4">
                    <a:moveTo>
                      <a:pt x="34" y="6"/>
                    </a:moveTo>
                    <a:cubicBezTo>
                      <a:pt x="34" y="2"/>
                      <a:pt x="27" y="0"/>
                      <a:pt x="24" y="0"/>
                    </a:cubicBezTo>
                    <a:cubicBezTo>
                      <a:pt x="16" y="0"/>
                      <a:pt x="9" y="8"/>
                      <a:pt x="6" y="15"/>
                    </a:cubicBezTo>
                    <a:cubicBezTo>
                      <a:pt x="0" y="34"/>
                      <a:pt x="37" y="26"/>
                      <a:pt x="35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9" name="Freeform 118">
                <a:extLst>
                  <a:ext uri="{FF2B5EF4-FFF2-40B4-BE49-F238E27FC236}">
                    <a16:creationId xmlns:a16="http://schemas.microsoft.com/office/drawing/2014/main" id="{6BE840DA-9DBD-479A-81D4-225893A2C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011"/>
                <a:ext cx="76" cy="43"/>
              </a:xfrm>
              <a:custGeom>
                <a:avLst/>
                <a:gdLst>
                  <a:gd name="T0" fmla="*/ 0 w 41"/>
                  <a:gd name="T1" fmla="*/ 291 h 22"/>
                  <a:gd name="T2" fmla="*/ 523 w 41"/>
                  <a:gd name="T3" fmla="*/ 61 h 22"/>
                  <a:gd name="T4" fmla="*/ 717 w 41"/>
                  <a:gd name="T5" fmla="*/ 539 h 22"/>
                  <a:gd name="T6" fmla="*/ 412 w 41"/>
                  <a:gd name="T7" fmla="*/ 397 h 22"/>
                  <a:gd name="T8" fmla="*/ 44 w 4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2">
                    <a:moveTo>
                      <a:pt x="0" y="10"/>
                    </a:moveTo>
                    <a:cubicBezTo>
                      <a:pt x="0" y="1"/>
                      <a:pt x="18" y="0"/>
                      <a:pt x="24" y="2"/>
                    </a:cubicBezTo>
                    <a:cubicBezTo>
                      <a:pt x="28" y="3"/>
                      <a:pt x="41" y="14"/>
                      <a:pt x="33" y="19"/>
                    </a:cubicBezTo>
                    <a:cubicBezTo>
                      <a:pt x="28" y="22"/>
                      <a:pt x="24" y="14"/>
                      <a:pt x="19" y="14"/>
                    </a:cubicBezTo>
                    <a:cubicBezTo>
                      <a:pt x="13" y="14"/>
                      <a:pt x="6" y="21"/>
                      <a:pt x="2" y="1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0" name="Freeform 119">
                <a:extLst>
                  <a:ext uri="{FF2B5EF4-FFF2-40B4-BE49-F238E27FC236}">
                    <a16:creationId xmlns:a16="http://schemas.microsoft.com/office/drawing/2014/main" id="{DC39719A-0C97-4FB8-9241-13A3BABD3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981"/>
                <a:ext cx="50" cy="69"/>
              </a:xfrm>
              <a:custGeom>
                <a:avLst/>
                <a:gdLst>
                  <a:gd name="T0" fmla="*/ 0 w 27"/>
                  <a:gd name="T1" fmla="*/ 361 h 35"/>
                  <a:gd name="T2" fmla="*/ 483 w 27"/>
                  <a:gd name="T3" fmla="*/ 361 h 35"/>
                  <a:gd name="T4" fmla="*/ 357 w 27"/>
                  <a:gd name="T5" fmla="*/ 1011 h 35"/>
                  <a:gd name="T6" fmla="*/ 278 w 27"/>
                  <a:gd name="T7" fmla="*/ 560 h 35"/>
                  <a:gd name="T8" fmla="*/ 0 w 27"/>
                  <a:gd name="T9" fmla="*/ 45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5">
                    <a:moveTo>
                      <a:pt x="0" y="12"/>
                    </a:moveTo>
                    <a:cubicBezTo>
                      <a:pt x="4" y="0"/>
                      <a:pt x="17" y="2"/>
                      <a:pt x="22" y="12"/>
                    </a:cubicBezTo>
                    <a:cubicBezTo>
                      <a:pt x="24" y="17"/>
                      <a:pt x="27" y="35"/>
                      <a:pt x="16" y="34"/>
                    </a:cubicBezTo>
                    <a:cubicBezTo>
                      <a:pt x="8" y="33"/>
                      <a:pt x="16" y="23"/>
                      <a:pt x="13" y="19"/>
                    </a:cubicBezTo>
                    <a:cubicBezTo>
                      <a:pt x="10" y="15"/>
                      <a:pt x="1" y="21"/>
                      <a:pt x="0" y="1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1" name="Freeform 120">
                <a:extLst>
                  <a:ext uri="{FF2B5EF4-FFF2-40B4-BE49-F238E27FC236}">
                    <a16:creationId xmlns:a16="http://schemas.microsoft.com/office/drawing/2014/main" id="{1AD0E087-DCC5-4298-A41F-7FAE0201D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3131"/>
                <a:ext cx="78" cy="57"/>
              </a:xfrm>
              <a:custGeom>
                <a:avLst/>
                <a:gdLst>
                  <a:gd name="T0" fmla="*/ 845 w 42"/>
                  <a:gd name="T1" fmla="*/ 92 h 29"/>
                  <a:gd name="T2" fmla="*/ 358 w 42"/>
                  <a:gd name="T3" fmla="*/ 120 h 29"/>
                  <a:gd name="T4" fmla="*/ 238 w 42"/>
                  <a:gd name="T5" fmla="*/ 788 h 29"/>
                  <a:gd name="T6" fmla="*/ 442 w 42"/>
                  <a:gd name="T7" fmla="*/ 668 h 29"/>
                  <a:gd name="T8" fmla="*/ 704 w 42"/>
                  <a:gd name="T9" fmla="*/ 432 h 29"/>
                  <a:gd name="T10" fmla="*/ 904 w 42"/>
                  <a:gd name="T11" fmla="*/ 267 h 29"/>
                  <a:gd name="T12" fmla="*/ 845 w 42"/>
                  <a:gd name="T13" fmla="*/ 3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9">
                    <a:moveTo>
                      <a:pt x="38" y="3"/>
                    </a:moveTo>
                    <a:cubicBezTo>
                      <a:pt x="32" y="0"/>
                      <a:pt x="21" y="1"/>
                      <a:pt x="16" y="4"/>
                    </a:cubicBezTo>
                    <a:cubicBezTo>
                      <a:pt x="10" y="8"/>
                      <a:pt x="0" y="22"/>
                      <a:pt x="11" y="27"/>
                    </a:cubicBezTo>
                    <a:cubicBezTo>
                      <a:pt x="16" y="29"/>
                      <a:pt x="17" y="26"/>
                      <a:pt x="20" y="23"/>
                    </a:cubicBezTo>
                    <a:cubicBezTo>
                      <a:pt x="25" y="19"/>
                      <a:pt x="26" y="17"/>
                      <a:pt x="32" y="15"/>
                    </a:cubicBezTo>
                    <a:cubicBezTo>
                      <a:pt x="37" y="14"/>
                      <a:pt x="40" y="14"/>
                      <a:pt x="41" y="9"/>
                    </a:cubicBezTo>
                    <a:cubicBezTo>
                      <a:pt x="42" y="6"/>
                      <a:pt x="41" y="2"/>
                      <a:pt x="38" y="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2" name="Freeform 121">
                <a:extLst>
                  <a:ext uri="{FF2B5EF4-FFF2-40B4-BE49-F238E27FC236}">
                    <a16:creationId xmlns:a16="http://schemas.microsoft.com/office/drawing/2014/main" id="{79AFD61D-6569-48B7-BCA5-057D04BDD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159"/>
                <a:ext cx="78" cy="39"/>
              </a:xfrm>
              <a:custGeom>
                <a:avLst/>
                <a:gdLst>
                  <a:gd name="T0" fmla="*/ 665 w 42"/>
                  <a:gd name="T1" fmla="*/ 88 h 20"/>
                  <a:gd name="T2" fmla="*/ 225 w 42"/>
                  <a:gd name="T3" fmla="*/ 117 h 20"/>
                  <a:gd name="T4" fmla="*/ 358 w 42"/>
                  <a:gd name="T5" fmla="*/ 445 h 20"/>
                  <a:gd name="T6" fmla="*/ 877 w 42"/>
                  <a:gd name="T7" fmla="*/ 365 h 20"/>
                  <a:gd name="T8" fmla="*/ 704 w 42"/>
                  <a:gd name="T9" fmla="*/ 6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0">
                    <a:moveTo>
                      <a:pt x="30" y="3"/>
                    </a:moveTo>
                    <a:cubicBezTo>
                      <a:pt x="23" y="2"/>
                      <a:pt x="16" y="0"/>
                      <a:pt x="10" y="4"/>
                    </a:cubicBezTo>
                    <a:cubicBezTo>
                      <a:pt x="0" y="12"/>
                      <a:pt x="9" y="15"/>
                      <a:pt x="16" y="16"/>
                    </a:cubicBezTo>
                    <a:cubicBezTo>
                      <a:pt x="22" y="16"/>
                      <a:pt x="37" y="20"/>
                      <a:pt x="40" y="13"/>
                    </a:cubicBezTo>
                    <a:cubicBezTo>
                      <a:pt x="42" y="7"/>
                      <a:pt x="36" y="3"/>
                      <a:pt x="32" y="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3" name="Freeform 122">
                <a:extLst>
                  <a:ext uri="{FF2B5EF4-FFF2-40B4-BE49-F238E27FC236}">
                    <a16:creationId xmlns:a16="http://schemas.microsoft.com/office/drawing/2014/main" id="{B2304044-C9DF-4A7A-8193-F11A79C53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048"/>
                <a:ext cx="31" cy="32"/>
              </a:xfrm>
              <a:custGeom>
                <a:avLst/>
                <a:gdLst>
                  <a:gd name="T0" fmla="*/ 346 w 17"/>
                  <a:gd name="T1" fmla="*/ 512 h 16"/>
                  <a:gd name="T2" fmla="*/ 0 w 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17" y="16"/>
                    </a:moveTo>
                    <a:cubicBezTo>
                      <a:pt x="7" y="16"/>
                      <a:pt x="2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4" name="Freeform 123">
                <a:extLst>
                  <a:ext uri="{FF2B5EF4-FFF2-40B4-BE49-F238E27FC236}">
                    <a16:creationId xmlns:a16="http://schemas.microsoft.com/office/drawing/2014/main" id="{FC1DB453-538F-4EB1-BE2C-5672B841A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102"/>
                <a:ext cx="58" cy="61"/>
              </a:xfrm>
              <a:custGeom>
                <a:avLst/>
                <a:gdLst>
                  <a:gd name="T0" fmla="*/ 84 w 31"/>
                  <a:gd name="T1" fmla="*/ 31 h 31"/>
                  <a:gd name="T2" fmla="*/ 210 w 31"/>
                  <a:gd name="T3" fmla="*/ 527 h 31"/>
                  <a:gd name="T4" fmla="*/ 715 w 31"/>
                  <a:gd name="T5" fmla="*/ 88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4" y="1"/>
                    </a:moveTo>
                    <a:cubicBezTo>
                      <a:pt x="0" y="0"/>
                      <a:pt x="7" y="15"/>
                      <a:pt x="9" y="18"/>
                    </a:cubicBezTo>
                    <a:cubicBezTo>
                      <a:pt x="14" y="26"/>
                      <a:pt x="21" y="31"/>
                      <a:pt x="31" y="3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5" name="Freeform 124">
                <a:extLst>
                  <a:ext uri="{FF2B5EF4-FFF2-40B4-BE49-F238E27FC236}">
                    <a16:creationId xmlns:a16="http://schemas.microsoft.com/office/drawing/2014/main" id="{0E2AFC53-4392-41FA-9BD5-807CA5165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3102"/>
                <a:ext cx="62" cy="29"/>
              </a:xfrm>
              <a:custGeom>
                <a:avLst/>
                <a:gdLst>
                  <a:gd name="T0" fmla="*/ 770 w 33"/>
                  <a:gd name="T1" fmla="*/ 404 h 15"/>
                  <a:gd name="T2" fmla="*/ 0 w 33"/>
                  <a:gd name="T3" fmla="*/ 2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33" y="15"/>
                    </a:moveTo>
                    <a:cubicBezTo>
                      <a:pt x="31" y="0"/>
                      <a:pt x="11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6" name="Freeform 125">
                <a:extLst>
                  <a:ext uri="{FF2B5EF4-FFF2-40B4-BE49-F238E27FC236}">
                    <a16:creationId xmlns:a16="http://schemas.microsoft.com/office/drawing/2014/main" id="{B98990DB-8D90-4687-B09C-321C12133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3159"/>
                <a:ext cx="74" cy="43"/>
              </a:xfrm>
              <a:custGeom>
                <a:avLst/>
                <a:gdLst>
                  <a:gd name="T0" fmla="*/ 68 w 40"/>
                  <a:gd name="T1" fmla="*/ 627 h 22"/>
                  <a:gd name="T2" fmla="*/ 866 w 40"/>
                  <a:gd name="T3" fmla="*/ 149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2">
                    <a:moveTo>
                      <a:pt x="3" y="22"/>
                    </a:moveTo>
                    <a:cubicBezTo>
                      <a:pt x="0" y="3"/>
                      <a:pt x="29" y="0"/>
                      <a:pt x="40" y="5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7" name="Freeform 126">
                <a:extLst>
                  <a:ext uri="{FF2B5EF4-FFF2-40B4-BE49-F238E27FC236}">
                    <a16:creationId xmlns:a16="http://schemas.microsoft.com/office/drawing/2014/main" id="{FD65D3B0-7C6B-41F4-97DB-5B790516E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3115"/>
                <a:ext cx="58" cy="60"/>
              </a:xfrm>
              <a:custGeom>
                <a:avLst/>
                <a:gdLst>
                  <a:gd name="T0" fmla="*/ 715 w 31"/>
                  <a:gd name="T1" fmla="*/ 224 h 30"/>
                  <a:gd name="T2" fmla="*/ 210 w 31"/>
                  <a:gd name="T3" fmla="*/ 96 h 30"/>
                  <a:gd name="T4" fmla="*/ 210 w 31"/>
                  <a:gd name="T5" fmla="*/ 608 h 30"/>
                  <a:gd name="T6" fmla="*/ 662 w 31"/>
                  <a:gd name="T7" fmla="*/ 22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31" y="7"/>
                    </a:moveTo>
                    <a:cubicBezTo>
                      <a:pt x="26" y="5"/>
                      <a:pt x="15" y="0"/>
                      <a:pt x="9" y="3"/>
                    </a:cubicBezTo>
                    <a:cubicBezTo>
                      <a:pt x="0" y="6"/>
                      <a:pt x="4" y="14"/>
                      <a:pt x="9" y="19"/>
                    </a:cubicBezTo>
                    <a:cubicBezTo>
                      <a:pt x="21" y="30"/>
                      <a:pt x="30" y="21"/>
                      <a:pt x="29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8" name="Freeform 127">
                <a:extLst>
                  <a:ext uri="{FF2B5EF4-FFF2-40B4-BE49-F238E27FC236}">
                    <a16:creationId xmlns:a16="http://schemas.microsoft.com/office/drawing/2014/main" id="{B09D96FC-496A-460B-9E78-9D317A666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3147"/>
                <a:ext cx="78" cy="63"/>
              </a:xfrm>
              <a:custGeom>
                <a:avLst/>
                <a:gdLst>
                  <a:gd name="T0" fmla="*/ 821 w 42"/>
                  <a:gd name="T1" fmla="*/ 528 h 32"/>
                  <a:gd name="T2" fmla="*/ 462 w 42"/>
                  <a:gd name="T3" fmla="*/ 63 h 32"/>
                  <a:gd name="T4" fmla="*/ 0 w 42"/>
                  <a:gd name="T5" fmla="*/ 496 h 32"/>
                  <a:gd name="T6" fmla="*/ 704 w 42"/>
                  <a:gd name="T7" fmla="*/ 559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2">
                    <a:moveTo>
                      <a:pt x="37" y="18"/>
                    </a:moveTo>
                    <a:cubicBezTo>
                      <a:pt x="32" y="14"/>
                      <a:pt x="27" y="3"/>
                      <a:pt x="21" y="2"/>
                    </a:cubicBezTo>
                    <a:cubicBezTo>
                      <a:pt x="14" y="0"/>
                      <a:pt x="0" y="10"/>
                      <a:pt x="0" y="17"/>
                    </a:cubicBezTo>
                    <a:cubicBezTo>
                      <a:pt x="1" y="29"/>
                      <a:pt x="42" y="32"/>
                      <a:pt x="32" y="1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9" name="Freeform 128">
                <a:extLst>
                  <a:ext uri="{FF2B5EF4-FFF2-40B4-BE49-F238E27FC236}">
                    <a16:creationId xmlns:a16="http://schemas.microsoft.com/office/drawing/2014/main" id="{3F029280-C4BA-4D2F-A5AE-3471B5ACE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3070"/>
                <a:ext cx="100" cy="67"/>
              </a:xfrm>
              <a:custGeom>
                <a:avLst/>
                <a:gdLst>
                  <a:gd name="T0" fmla="*/ 954 w 54"/>
                  <a:gd name="T1" fmla="*/ 213 h 34"/>
                  <a:gd name="T2" fmla="*/ 789 w 54"/>
                  <a:gd name="T3" fmla="*/ 772 h 34"/>
                  <a:gd name="T4" fmla="*/ 1148 w 54"/>
                  <a:gd name="T5" fmla="*/ 512 h 34"/>
                  <a:gd name="T6" fmla="*/ 978 w 54"/>
                  <a:gd name="T7" fmla="*/ 24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4">
                    <a:moveTo>
                      <a:pt x="44" y="7"/>
                    </a:moveTo>
                    <a:cubicBezTo>
                      <a:pt x="30" y="0"/>
                      <a:pt x="0" y="34"/>
                      <a:pt x="36" y="26"/>
                    </a:cubicBezTo>
                    <a:cubicBezTo>
                      <a:pt x="42" y="25"/>
                      <a:pt x="53" y="26"/>
                      <a:pt x="53" y="17"/>
                    </a:cubicBezTo>
                    <a:cubicBezTo>
                      <a:pt x="54" y="12"/>
                      <a:pt x="49" y="10"/>
                      <a:pt x="45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0" name="Freeform 129">
                <a:extLst>
                  <a:ext uri="{FF2B5EF4-FFF2-40B4-BE49-F238E27FC236}">
                    <a16:creationId xmlns:a16="http://schemas.microsoft.com/office/drawing/2014/main" id="{F14C16C9-85A5-48E5-992D-CE5CF1740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" y="2971"/>
                <a:ext cx="67" cy="109"/>
              </a:xfrm>
              <a:custGeom>
                <a:avLst/>
                <a:gdLst>
                  <a:gd name="T0" fmla="*/ 0 w 36"/>
                  <a:gd name="T1" fmla="*/ 1128 h 55"/>
                  <a:gd name="T2" fmla="*/ 672 w 36"/>
                  <a:gd name="T3" fmla="*/ 1371 h 55"/>
                  <a:gd name="T4" fmla="*/ 756 w 36"/>
                  <a:gd name="T5" fmla="*/ 739 h 55"/>
                  <a:gd name="T6" fmla="*/ 84 w 36"/>
                  <a:gd name="T7" fmla="*/ 1221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55">
                    <a:moveTo>
                      <a:pt x="0" y="37"/>
                    </a:moveTo>
                    <a:cubicBezTo>
                      <a:pt x="7" y="43"/>
                      <a:pt x="20" y="55"/>
                      <a:pt x="30" y="45"/>
                    </a:cubicBezTo>
                    <a:cubicBezTo>
                      <a:pt x="33" y="41"/>
                      <a:pt x="34" y="29"/>
                      <a:pt x="34" y="24"/>
                    </a:cubicBezTo>
                    <a:cubicBezTo>
                      <a:pt x="36" y="0"/>
                      <a:pt x="6" y="29"/>
                      <a:pt x="4" y="4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1" name="Freeform 130">
                <a:extLst>
                  <a:ext uri="{FF2B5EF4-FFF2-40B4-BE49-F238E27FC236}">
                    <a16:creationId xmlns:a16="http://schemas.microsoft.com/office/drawing/2014/main" id="{C3FF87A5-C9CC-4BF6-BC4C-F11DDEA0E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1713"/>
                <a:ext cx="52" cy="90"/>
              </a:xfrm>
              <a:custGeom>
                <a:avLst/>
                <a:gdLst>
                  <a:gd name="T0" fmla="*/ 0 w 28"/>
                  <a:gd name="T1" fmla="*/ 1289 h 46"/>
                  <a:gd name="T2" fmla="*/ 306 w 28"/>
                  <a:gd name="T3" fmla="*/ 749 h 46"/>
                  <a:gd name="T4" fmla="*/ 620 w 28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6">
                    <a:moveTo>
                      <a:pt x="0" y="45"/>
                    </a:moveTo>
                    <a:cubicBezTo>
                      <a:pt x="6" y="46"/>
                      <a:pt x="12" y="31"/>
                      <a:pt x="14" y="26"/>
                    </a:cubicBezTo>
                    <a:cubicBezTo>
                      <a:pt x="17" y="16"/>
                      <a:pt x="14" y="3"/>
                      <a:pt x="28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2" name="Freeform 131">
                <a:extLst>
                  <a:ext uri="{FF2B5EF4-FFF2-40B4-BE49-F238E27FC236}">
                    <a16:creationId xmlns:a16="http://schemas.microsoft.com/office/drawing/2014/main" id="{B95039AD-260C-46F3-A795-EB4F02659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608"/>
                <a:ext cx="9" cy="6"/>
              </a:xfrm>
              <a:custGeom>
                <a:avLst/>
                <a:gdLst>
                  <a:gd name="T0" fmla="*/ 0 w 5"/>
                  <a:gd name="T1" fmla="*/ 0 h 3"/>
                  <a:gd name="T2" fmla="*/ 94 w 5"/>
                  <a:gd name="T3" fmla="*/ 9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3" name="Freeform 132">
                <a:extLst>
                  <a:ext uri="{FF2B5EF4-FFF2-40B4-BE49-F238E27FC236}">
                    <a16:creationId xmlns:a16="http://schemas.microsoft.com/office/drawing/2014/main" id="{82DEA0CC-56D9-4091-A53E-38AE49D05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592"/>
                <a:ext cx="78" cy="40"/>
              </a:xfrm>
              <a:custGeom>
                <a:avLst/>
                <a:gdLst>
                  <a:gd name="T0" fmla="*/ 0 w 42"/>
                  <a:gd name="T1" fmla="*/ 640 h 20"/>
                  <a:gd name="T2" fmla="*/ 204 w 42"/>
                  <a:gd name="T3" fmla="*/ 256 h 20"/>
                  <a:gd name="T4" fmla="*/ 929 w 42"/>
                  <a:gd name="T5" fmla="*/ 19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0">
                    <a:moveTo>
                      <a:pt x="0" y="20"/>
                    </a:moveTo>
                    <a:cubicBezTo>
                      <a:pt x="2" y="16"/>
                      <a:pt x="5" y="12"/>
                      <a:pt x="9" y="8"/>
                    </a:cubicBezTo>
                    <a:cubicBezTo>
                      <a:pt x="18" y="0"/>
                      <a:pt x="31" y="1"/>
                      <a:pt x="42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4" name="Freeform 133">
                <a:extLst>
                  <a:ext uri="{FF2B5EF4-FFF2-40B4-BE49-F238E27FC236}">
                    <a16:creationId xmlns:a16="http://schemas.microsoft.com/office/drawing/2014/main" id="{D3E163D4-AE0C-46E9-B9DB-095161534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1637"/>
                <a:ext cx="6" cy="8"/>
              </a:xfrm>
              <a:custGeom>
                <a:avLst/>
                <a:gdLst>
                  <a:gd name="T0" fmla="*/ 0 w 3"/>
                  <a:gd name="T1" fmla="*/ 128 h 4"/>
                  <a:gd name="T2" fmla="*/ 96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5" name="Freeform 134">
                <a:extLst>
                  <a:ext uri="{FF2B5EF4-FFF2-40B4-BE49-F238E27FC236}">
                    <a16:creationId xmlns:a16="http://schemas.microsoft.com/office/drawing/2014/main" id="{D6ECE8BC-FA80-41F5-A56E-7B28DB81B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655"/>
                <a:ext cx="9" cy="8"/>
              </a:xfrm>
              <a:custGeom>
                <a:avLst/>
                <a:gdLst>
                  <a:gd name="T0" fmla="*/ 0 w 5"/>
                  <a:gd name="T1" fmla="*/ 128 h 4"/>
                  <a:gd name="T2" fmla="*/ 94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3" y="2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6" name="Freeform 135">
                <a:extLst>
                  <a:ext uri="{FF2B5EF4-FFF2-40B4-BE49-F238E27FC236}">
                    <a16:creationId xmlns:a16="http://schemas.microsoft.com/office/drawing/2014/main" id="{D241DED0-9D46-4670-93C7-EF6502ED2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752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96 w 3"/>
                  <a:gd name="T3" fmla="*/ 6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7" name="Freeform 136">
                <a:extLst>
                  <a:ext uri="{FF2B5EF4-FFF2-40B4-BE49-F238E27FC236}">
                    <a16:creationId xmlns:a16="http://schemas.microsoft.com/office/drawing/2014/main" id="{60C791C7-78A3-48AC-8DCB-6A6F84B90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1695"/>
                <a:ext cx="95" cy="51"/>
              </a:xfrm>
              <a:custGeom>
                <a:avLst/>
                <a:gdLst>
                  <a:gd name="T0" fmla="*/ 0 w 51"/>
                  <a:gd name="T1" fmla="*/ 265 h 26"/>
                  <a:gd name="T2" fmla="*/ 112 w 51"/>
                  <a:gd name="T3" fmla="*/ 235 h 26"/>
                  <a:gd name="T4" fmla="*/ 725 w 51"/>
                  <a:gd name="T5" fmla="*/ 61 h 26"/>
                  <a:gd name="T6" fmla="*/ 1146 w 51"/>
                  <a:gd name="T7" fmla="*/ 75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26">
                    <a:moveTo>
                      <a:pt x="0" y="9"/>
                    </a:moveTo>
                    <a:cubicBezTo>
                      <a:pt x="2" y="9"/>
                      <a:pt x="4" y="8"/>
                      <a:pt x="5" y="8"/>
                    </a:cubicBezTo>
                    <a:cubicBezTo>
                      <a:pt x="14" y="5"/>
                      <a:pt x="22" y="0"/>
                      <a:pt x="32" y="2"/>
                    </a:cubicBezTo>
                    <a:cubicBezTo>
                      <a:pt x="44" y="4"/>
                      <a:pt x="44" y="19"/>
                      <a:pt x="51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8" name="Freeform 137">
                <a:extLst>
                  <a:ext uri="{FF2B5EF4-FFF2-40B4-BE49-F238E27FC236}">
                    <a16:creationId xmlns:a16="http://schemas.microsoft.com/office/drawing/2014/main" id="{EC00E052-026E-4BD5-87EF-5406A36B9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713"/>
                <a:ext cx="8" cy="1"/>
              </a:xfrm>
              <a:custGeom>
                <a:avLst/>
                <a:gdLst>
                  <a:gd name="T0" fmla="*/ 0 w 4"/>
                  <a:gd name="T1" fmla="*/ 0 h 1"/>
                  <a:gd name="T2" fmla="*/ 12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9" name="Freeform 138">
                <a:extLst>
                  <a:ext uri="{FF2B5EF4-FFF2-40B4-BE49-F238E27FC236}">
                    <a16:creationId xmlns:a16="http://schemas.microsoft.com/office/drawing/2014/main" id="{1DA00999-21DA-4899-8A38-9FDFB62EE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711"/>
                <a:ext cx="6" cy="1"/>
              </a:xfrm>
              <a:custGeom>
                <a:avLst/>
                <a:gdLst>
                  <a:gd name="T0" fmla="*/ 0 w 3"/>
                  <a:gd name="T1" fmla="*/ 0 h 1"/>
                  <a:gd name="T2" fmla="*/ 9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0" name="Freeform 139">
                <a:extLst>
                  <a:ext uri="{FF2B5EF4-FFF2-40B4-BE49-F238E27FC236}">
                    <a16:creationId xmlns:a16="http://schemas.microsoft.com/office/drawing/2014/main" id="{A14DD39D-A78A-44B2-B9C2-9399D82C5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705"/>
                <a:ext cx="15" cy="4"/>
              </a:xfrm>
              <a:custGeom>
                <a:avLst/>
                <a:gdLst>
                  <a:gd name="T0" fmla="*/ 0 w 8"/>
                  <a:gd name="T1" fmla="*/ 0 h 2"/>
                  <a:gd name="T2" fmla="*/ 186 w 8"/>
                  <a:gd name="T3" fmla="*/ 6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1"/>
                      <a:pt x="8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1" name="Freeform 140">
                <a:extLst>
                  <a:ext uri="{FF2B5EF4-FFF2-40B4-BE49-F238E27FC236}">
                    <a16:creationId xmlns:a16="http://schemas.microsoft.com/office/drawing/2014/main" id="{38D96824-314C-4A6C-8171-FEAF5D74D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651"/>
                <a:ext cx="12" cy="8"/>
              </a:xfrm>
              <a:custGeom>
                <a:avLst/>
                <a:gdLst>
                  <a:gd name="T0" fmla="*/ 192 w 6"/>
                  <a:gd name="T1" fmla="*/ 0 h 4"/>
                  <a:gd name="T2" fmla="*/ 0 w 6"/>
                  <a:gd name="T3" fmla="*/ 12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2"/>
                      <a:pt x="2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2" name="Freeform 141">
                <a:extLst>
                  <a:ext uri="{FF2B5EF4-FFF2-40B4-BE49-F238E27FC236}">
                    <a16:creationId xmlns:a16="http://schemas.microsoft.com/office/drawing/2014/main" id="{6E4F1CE7-43BA-4054-9DA6-8F8073607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620"/>
                <a:ext cx="98" cy="25"/>
              </a:xfrm>
              <a:custGeom>
                <a:avLst/>
                <a:gdLst>
                  <a:gd name="T0" fmla="*/ 1145 w 53"/>
                  <a:gd name="T1" fmla="*/ 0 h 13"/>
                  <a:gd name="T2" fmla="*/ 664 w 53"/>
                  <a:gd name="T3" fmla="*/ 108 h 13"/>
                  <a:gd name="T4" fmla="*/ 209 w 53"/>
                  <a:gd name="T5" fmla="*/ 177 h 13"/>
                  <a:gd name="T6" fmla="*/ 0 w 53"/>
                  <a:gd name="T7" fmla="*/ 34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3">
                    <a:moveTo>
                      <a:pt x="53" y="0"/>
                    </a:moveTo>
                    <a:cubicBezTo>
                      <a:pt x="47" y="4"/>
                      <a:pt x="39" y="4"/>
                      <a:pt x="31" y="4"/>
                    </a:cubicBezTo>
                    <a:cubicBezTo>
                      <a:pt x="24" y="4"/>
                      <a:pt x="17" y="5"/>
                      <a:pt x="10" y="7"/>
                    </a:cubicBezTo>
                    <a:cubicBezTo>
                      <a:pt x="6" y="8"/>
                      <a:pt x="3" y="10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3" name="Freeform 142">
                <a:extLst>
                  <a:ext uri="{FF2B5EF4-FFF2-40B4-BE49-F238E27FC236}">
                    <a16:creationId xmlns:a16="http://schemas.microsoft.com/office/drawing/2014/main" id="{7EB21253-3D32-457B-9A89-625898343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602"/>
                <a:ext cx="10" cy="14"/>
              </a:xfrm>
              <a:custGeom>
                <a:avLst/>
                <a:gdLst>
                  <a:gd name="T0" fmla="*/ 160 w 5"/>
                  <a:gd name="T1" fmla="*/ 0 h 7"/>
                  <a:gd name="T2" fmla="*/ 0 w 5"/>
                  <a:gd name="T3" fmla="*/ 22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3"/>
                      <a:pt x="2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4" name="Freeform 143">
                <a:extLst>
                  <a:ext uri="{FF2B5EF4-FFF2-40B4-BE49-F238E27FC236}">
                    <a16:creationId xmlns:a16="http://schemas.microsoft.com/office/drawing/2014/main" id="{7779E42F-407F-48C1-A8E0-321712464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598"/>
                <a:ext cx="121" cy="81"/>
              </a:xfrm>
              <a:custGeom>
                <a:avLst/>
                <a:gdLst>
                  <a:gd name="T0" fmla="*/ 1340 w 65"/>
                  <a:gd name="T1" fmla="*/ 332 h 41"/>
                  <a:gd name="T2" fmla="*/ 672 w 65"/>
                  <a:gd name="T3" fmla="*/ 124 h 41"/>
                  <a:gd name="T4" fmla="*/ 208 w 65"/>
                  <a:gd name="T5" fmla="*/ 808 h 41"/>
                  <a:gd name="T6" fmla="*/ 156 w 65"/>
                  <a:gd name="T7" fmla="*/ 1140 h 41"/>
                  <a:gd name="T8" fmla="*/ 488 w 65"/>
                  <a:gd name="T9" fmla="*/ 932 h 41"/>
                  <a:gd name="T10" fmla="*/ 890 w 65"/>
                  <a:gd name="T11" fmla="*/ 932 h 41"/>
                  <a:gd name="T12" fmla="*/ 1251 w 65"/>
                  <a:gd name="T13" fmla="*/ 719 h 41"/>
                  <a:gd name="T14" fmla="*/ 1452 w 65"/>
                  <a:gd name="T15" fmla="*/ 516 h 41"/>
                  <a:gd name="T16" fmla="*/ 1296 w 65"/>
                  <a:gd name="T17" fmla="*/ 332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41">
                    <a:moveTo>
                      <a:pt x="60" y="11"/>
                    </a:moveTo>
                    <a:cubicBezTo>
                      <a:pt x="55" y="7"/>
                      <a:pt x="37" y="0"/>
                      <a:pt x="30" y="4"/>
                    </a:cubicBezTo>
                    <a:cubicBezTo>
                      <a:pt x="21" y="8"/>
                      <a:pt x="16" y="20"/>
                      <a:pt x="9" y="27"/>
                    </a:cubicBezTo>
                    <a:cubicBezTo>
                      <a:pt x="5" y="30"/>
                      <a:pt x="0" y="35"/>
                      <a:pt x="7" y="38"/>
                    </a:cubicBezTo>
                    <a:cubicBezTo>
                      <a:pt x="13" y="41"/>
                      <a:pt x="18" y="35"/>
                      <a:pt x="22" y="31"/>
                    </a:cubicBezTo>
                    <a:cubicBezTo>
                      <a:pt x="31" y="25"/>
                      <a:pt x="31" y="32"/>
                      <a:pt x="40" y="31"/>
                    </a:cubicBezTo>
                    <a:cubicBezTo>
                      <a:pt x="45" y="31"/>
                      <a:pt x="51" y="26"/>
                      <a:pt x="56" y="24"/>
                    </a:cubicBezTo>
                    <a:cubicBezTo>
                      <a:pt x="59" y="22"/>
                      <a:pt x="64" y="22"/>
                      <a:pt x="65" y="17"/>
                    </a:cubicBezTo>
                    <a:cubicBezTo>
                      <a:pt x="65" y="13"/>
                      <a:pt x="62" y="11"/>
                      <a:pt x="58" y="11"/>
                    </a:cubicBezTo>
                  </a:path>
                </a:pathLst>
              </a:custGeom>
              <a:solidFill>
                <a:srgbClr val="963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5" name="Freeform 144">
                <a:extLst>
                  <a:ext uri="{FF2B5EF4-FFF2-40B4-BE49-F238E27FC236}">
                    <a16:creationId xmlns:a16="http://schemas.microsoft.com/office/drawing/2014/main" id="{9AE165BF-C7F8-4D0B-B253-114AB7019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610"/>
                <a:ext cx="145" cy="79"/>
              </a:xfrm>
              <a:custGeom>
                <a:avLst/>
                <a:gdLst>
                  <a:gd name="T0" fmla="*/ 1601 w 78"/>
                  <a:gd name="T1" fmla="*/ 0 h 40"/>
                  <a:gd name="T2" fmla="*/ 777 w 78"/>
                  <a:gd name="T3" fmla="*/ 363 h 40"/>
                  <a:gd name="T4" fmla="*/ 359 w 78"/>
                  <a:gd name="T5" fmla="*/ 547 h 40"/>
                  <a:gd name="T6" fmla="*/ 24 w 78"/>
                  <a:gd name="T7" fmla="*/ 956 h 40"/>
                  <a:gd name="T8" fmla="*/ 290 w 78"/>
                  <a:gd name="T9" fmla="*/ 901 h 40"/>
                  <a:gd name="T10" fmla="*/ 335 w 78"/>
                  <a:gd name="T11" fmla="*/ 1049 h 40"/>
                  <a:gd name="T12" fmla="*/ 442 w 78"/>
                  <a:gd name="T13" fmla="*/ 1108 h 40"/>
                  <a:gd name="T14" fmla="*/ 725 w 78"/>
                  <a:gd name="T15" fmla="*/ 988 h 40"/>
                  <a:gd name="T16" fmla="*/ 978 w 78"/>
                  <a:gd name="T17" fmla="*/ 956 h 40"/>
                  <a:gd name="T18" fmla="*/ 1292 w 78"/>
                  <a:gd name="T19" fmla="*/ 776 h 40"/>
                  <a:gd name="T20" fmla="*/ 1337 w 78"/>
                  <a:gd name="T21" fmla="*/ 624 h 40"/>
                  <a:gd name="T22" fmla="*/ 1444 w 78"/>
                  <a:gd name="T23" fmla="*/ 515 h 40"/>
                  <a:gd name="T24" fmla="*/ 1601 w 78"/>
                  <a:gd name="T25" fmla="*/ 32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8" h="40">
                    <a:moveTo>
                      <a:pt x="72" y="0"/>
                    </a:moveTo>
                    <a:cubicBezTo>
                      <a:pt x="61" y="10"/>
                      <a:pt x="49" y="12"/>
                      <a:pt x="35" y="12"/>
                    </a:cubicBezTo>
                    <a:cubicBezTo>
                      <a:pt x="27" y="12"/>
                      <a:pt x="23" y="14"/>
                      <a:pt x="16" y="18"/>
                    </a:cubicBezTo>
                    <a:cubicBezTo>
                      <a:pt x="12" y="20"/>
                      <a:pt x="0" y="25"/>
                      <a:pt x="1" y="32"/>
                    </a:cubicBezTo>
                    <a:cubicBezTo>
                      <a:pt x="5" y="31"/>
                      <a:pt x="10" y="27"/>
                      <a:pt x="13" y="30"/>
                    </a:cubicBezTo>
                    <a:cubicBezTo>
                      <a:pt x="15" y="31"/>
                      <a:pt x="14" y="34"/>
                      <a:pt x="15" y="35"/>
                    </a:cubicBezTo>
                    <a:cubicBezTo>
                      <a:pt x="17" y="36"/>
                      <a:pt x="19" y="36"/>
                      <a:pt x="20" y="37"/>
                    </a:cubicBezTo>
                    <a:cubicBezTo>
                      <a:pt x="27" y="40"/>
                      <a:pt x="27" y="37"/>
                      <a:pt x="33" y="33"/>
                    </a:cubicBezTo>
                    <a:cubicBezTo>
                      <a:pt x="37" y="31"/>
                      <a:pt x="40" y="33"/>
                      <a:pt x="44" y="32"/>
                    </a:cubicBezTo>
                    <a:cubicBezTo>
                      <a:pt x="48" y="31"/>
                      <a:pt x="55" y="29"/>
                      <a:pt x="58" y="26"/>
                    </a:cubicBezTo>
                    <a:cubicBezTo>
                      <a:pt x="59" y="24"/>
                      <a:pt x="59" y="22"/>
                      <a:pt x="60" y="21"/>
                    </a:cubicBezTo>
                    <a:cubicBezTo>
                      <a:pt x="61" y="19"/>
                      <a:pt x="63" y="18"/>
                      <a:pt x="65" y="17"/>
                    </a:cubicBezTo>
                    <a:cubicBezTo>
                      <a:pt x="71" y="13"/>
                      <a:pt x="78" y="8"/>
                      <a:pt x="72" y="1"/>
                    </a:cubicBezTo>
                  </a:path>
                </a:pathLst>
              </a:custGeom>
              <a:solidFill>
                <a:srgbClr val="963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6" name="Freeform 145">
                <a:extLst>
                  <a:ext uri="{FF2B5EF4-FFF2-40B4-BE49-F238E27FC236}">
                    <a16:creationId xmlns:a16="http://schemas.microsoft.com/office/drawing/2014/main" id="{36AC8859-9BFE-480B-992E-2794CADB7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709"/>
                <a:ext cx="63" cy="73"/>
              </a:xfrm>
              <a:custGeom>
                <a:avLst/>
                <a:gdLst>
                  <a:gd name="T0" fmla="*/ 745 w 34"/>
                  <a:gd name="T1" fmla="*/ 0 h 37"/>
                  <a:gd name="T2" fmla="*/ 152 w 34"/>
                  <a:gd name="T3" fmla="*/ 300 h 37"/>
                  <a:gd name="T4" fmla="*/ 44 w 34"/>
                  <a:gd name="T5" fmla="*/ 653 h 37"/>
                  <a:gd name="T6" fmla="*/ 0 w 34"/>
                  <a:gd name="T7" fmla="*/ 1044 h 37"/>
                  <a:gd name="T8" fmla="*/ 456 w 34"/>
                  <a:gd name="T9" fmla="*/ 623 h 37"/>
                  <a:gd name="T10" fmla="*/ 567 w 34"/>
                  <a:gd name="T11" fmla="*/ 276 h 37"/>
                  <a:gd name="T12" fmla="*/ 693 w 34"/>
                  <a:gd name="T13" fmla="*/ 183 h 37"/>
                  <a:gd name="T14" fmla="*/ 717 w 34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25" y="3"/>
                      <a:pt x="12" y="2"/>
                      <a:pt x="7" y="10"/>
                    </a:cubicBezTo>
                    <a:cubicBezTo>
                      <a:pt x="5" y="13"/>
                      <a:pt x="2" y="18"/>
                      <a:pt x="2" y="22"/>
                    </a:cubicBezTo>
                    <a:cubicBezTo>
                      <a:pt x="2" y="27"/>
                      <a:pt x="3" y="30"/>
                      <a:pt x="0" y="35"/>
                    </a:cubicBezTo>
                    <a:cubicBezTo>
                      <a:pt x="7" y="37"/>
                      <a:pt x="19" y="26"/>
                      <a:pt x="21" y="21"/>
                    </a:cubicBezTo>
                    <a:cubicBezTo>
                      <a:pt x="23" y="17"/>
                      <a:pt x="22" y="13"/>
                      <a:pt x="26" y="9"/>
                    </a:cubicBezTo>
                    <a:cubicBezTo>
                      <a:pt x="28" y="8"/>
                      <a:pt x="30" y="7"/>
                      <a:pt x="32" y="6"/>
                    </a:cubicBezTo>
                    <a:cubicBezTo>
                      <a:pt x="33" y="4"/>
                      <a:pt x="30" y="2"/>
                      <a:pt x="33" y="0"/>
                    </a:cubicBezTo>
                  </a:path>
                </a:pathLst>
              </a:custGeom>
              <a:solidFill>
                <a:srgbClr val="963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7" name="Freeform 146">
                <a:extLst>
                  <a:ext uri="{FF2B5EF4-FFF2-40B4-BE49-F238E27FC236}">
                    <a16:creationId xmlns:a16="http://schemas.microsoft.com/office/drawing/2014/main" id="{3D9632D4-9603-46E7-8802-22227538B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1697"/>
                <a:ext cx="167" cy="75"/>
              </a:xfrm>
              <a:custGeom>
                <a:avLst/>
                <a:gdLst>
                  <a:gd name="T0" fmla="*/ 1622 w 90"/>
                  <a:gd name="T1" fmla="*/ 393 h 38"/>
                  <a:gd name="T2" fmla="*/ 857 w 90"/>
                  <a:gd name="T3" fmla="*/ 245 h 38"/>
                  <a:gd name="T4" fmla="*/ 442 w 90"/>
                  <a:gd name="T5" fmla="*/ 276 h 38"/>
                  <a:gd name="T6" fmla="*/ 24 w 90"/>
                  <a:gd name="T7" fmla="*/ 184 h 38"/>
                  <a:gd name="T8" fmla="*/ 84 w 90"/>
                  <a:gd name="T9" fmla="*/ 393 h 38"/>
                  <a:gd name="T10" fmla="*/ 510 w 90"/>
                  <a:gd name="T11" fmla="*/ 592 h 38"/>
                  <a:gd name="T12" fmla="*/ 1009 w 90"/>
                  <a:gd name="T13" fmla="*/ 655 h 38"/>
                  <a:gd name="T14" fmla="*/ 1566 w 90"/>
                  <a:gd name="T15" fmla="*/ 807 h 38"/>
                  <a:gd name="T16" fmla="*/ 1911 w 90"/>
                  <a:gd name="T17" fmla="*/ 1137 h 38"/>
                  <a:gd name="T18" fmla="*/ 1605 w 90"/>
                  <a:gd name="T19" fmla="*/ 363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38">
                    <a:moveTo>
                      <a:pt x="74" y="13"/>
                    </a:moveTo>
                    <a:cubicBezTo>
                      <a:pt x="69" y="0"/>
                      <a:pt x="48" y="7"/>
                      <a:pt x="39" y="8"/>
                    </a:cubicBezTo>
                    <a:cubicBezTo>
                      <a:pt x="32" y="9"/>
                      <a:pt x="27" y="10"/>
                      <a:pt x="20" y="9"/>
                    </a:cubicBezTo>
                    <a:cubicBezTo>
                      <a:pt x="13" y="9"/>
                      <a:pt x="7" y="7"/>
                      <a:pt x="1" y="6"/>
                    </a:cubicBezTo>
                    <a:cubicBezTo>
                      <a:pt x="0" y="10"/>
                      <a:pt x="5" y="9"/>
                      <a:pt x="4" y="13"/>
                    </a:cubicBezTo>
                    <a:cubicBezTo>
                      <a:pt x="10" y="15"/>
                      <a:pt x="16" y="17"/>
                      <a:pt x="23" y="20"/>
                    </a:cubicBezTo>
                    <a:cubicBezTo>
                      <a:pt x="29" y="23"/>
                      <a:pt x="38" y="21"/>
                      <a:pt x="46" y="22"/>
                    </a:cubicBezTo>
                    <a:cubicBezTo>
                      <a:pt x="53" y="23"/>
                      <a:pt x="63" y="24"/>
                      <a:pt x="71" y="27"/>
                    </a:cubicBezTo>
                    <a:cubicBezTo>
                      <a:pt x="76" y="29"/>
                      <a:pt x="83" y="38"/>
                      <a:pt x="87" y="38"/>
                    </a:cubicBezTo>
                    <a:cubicBezTo>
                      <a:pt x="90" y="30"/>
                      <a:pt x="72" y="23"/>
                      <a:pt x="73" y="12"/>
                    </a:cubicBezTo>
                  </a:path>
                </a:pathLst>
              </a:custGeom>
              <a:solidFill>
                <a:srgbClr val="963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8" name="Freeform 147">
                <a:extLst>
                  <a:ext uri="{FF2B5EF4-FFF2-40B4-BE49-F238E27FC236}">
                    <a16:creationId xmlns:a16="http://schemas.microsoft.com/office/drawing/2014/main" id="{1A9011DD-70A0-46B2-A43C-5DB8DC77A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855"/>
                <a:ext cx="1490" cy="156"/>
              </a:xfrm>
              <a:custGeom>
                <a:avLst/>
                <a:gdLst>
                  <a:gd name="T0" fmla="*/ 17489 w 805"/>
                  <a:gd name="T1" fmla="*/ 484 h 79"/>
                  <a:gd name="T2" fmla="*/ 14211 w 805"/>
                  <a:gd name="T3" fmla="*/ 184 h 79"/>
                  <a:gd name="T4" fmla="*/ 14211 w 805"/>
                  <a:gd name="T5" fmla="*/ 184 h 79"/>
                  <a:gd name="T6" fmla="*/ 13754 w 805"/>
                  <a:gd name="T7" fmla="*/ 124 h 79"/>
                  <a:gd name="T8" fmla="*/ 12429 w 805"/>
                  <a:gd name="T9" fmla="*/ 332 h 79"/>
                  <a:gd name="T10" fmla="*/ 11713 w 805"/>
                  <a:gd name="T11" fmla="*/ 839 h 79"/>
                  <a:gd name="T12" fmla="*/ 11209 w 805"/>
                  <a:gd name="T13" fmla="*/ 363 h 79"/>
                  <a:gd name="T14" fmla="*/ 9986 w 805"/>
                  <a:gd name="T15" fmla="*/ 363 h 79"/>
                  <a:gd name="T16" fmla="*/ 8910 w 805"/>
                  <a:gd name="T17" fmla="*/ 332 h 79"/>
                  <a:gd name="T18" fmla="*/ 8237 w 805"/>
                  <a:gd name="T19" fmla="*/ 748 h 79"/>
                  <a:gd name="T20" fmla="*/ 7533 w 805"/>
                  <a:gd name="T21" fmla="*/ 808 h 79"/>
                  <a:gd name="T22" fmla="*/ 6969 w 805"/>
                  <a:gd name="T23" fmla="*/ 1416 h 79"/>
                  <a:gd name="T24" fmla="*/ 6277 w 805"/>
                  <a:gd name="T25" fmla="*/ 515 h 79"/>
                  <a:gd name="T26" fmla="*/ 5314 w 805"/>
                  <a:gd name="T27" fmla="*/ 687 h 79"/>
                  <a:gd name="T28" fmla="*/ 4389 w 805"/>
                  <a:gd name="T29" fmla="*/ 425 h 79"/>
                  <a:gd name="T30" fmla="*/ 3933 w 805"/>
                  <a:gd name="T31" fmla="*/ 152 h 79"/>
                  <a:gd name="T32" fmla="*/ 3780 w 805"/>
                  <a:gd name="T33" fmla="*/ 184 h 79"/>
                  <a:gd name="T34" fmla="*/ 3756 w 805"/>
                  <a:gd name="T35" fmla="*/ 152 h 79"/>
                  <a:gd name="T36" fmla="*/ 0 w 805"/>
                  <a:gd name="T37" fmla="*/ 484 h 79"/>
                  <a:gd name="T38" fmla="*/ 0 w 805"/>
                  <a:gd name="T39" fmla="*/ 839 h 79"/>
                  <a:gd name="T40" fmla="*/ 3889 w 805"/>
                  <a:gd name="T41" fmla="*/ 545 h 79"/>
                  <a:gd name="T42" fmla="*/ 4413 w 805"/>
                  <a:gd name="T43" fmla="*/ 869 h 79"/>
                  <a:gd name="T44" fmla="*/ 5314 w 805"/>
                  <a:gd name="T45" fmla="*/ 1139 h 79"/>
                  <a:gd name="T46" fmla="*/ 6304 w 805"/>
                  <a:gd name="T47" fmla="*/ 956 h 79"/>
                  <a:gd name="T48" fmla="*/ 6997 w 805"/>
                  <a:gd name="T49" fmla="*/ 1856 h 79"/>
                  <a:gd name="T50" fmla="*/ 7557 w 805"/>
                  <a:gd name="T51" fmla="*/ 1264 h 79"/>
                  <a:gd name="T52" fmla="*/ 8250 w 805"/>
                  <a:gd name="T53" fmla="*/ 1201 h 79"/>
                  <a:gd name="T54" fmla="*/ 8934 w 805"/>
                  <a:gd name="T55" fmla="*/ 776 h 79"/>
                  <a:gd name="T56" fmla="*/ 10014 w 805"/>
                  <a:gd name="T57" fmla="*/ 808 h 79"/>
                  <a:gd name="T58" fmla="*/ 11230 w 805"/>
                  <a:gd name="T59" fmla="*/ 808 h 79"/>
                  <a:gd name="T60" fmla="*/ 11737 w 805"/>
                  <a:gd name="T61" fmla="*/ 1295 h 79"/>
                  <a:gd name="T62" fmla="*/ 12453 w 805"/>
                  <a:gd name="T63" fmla="*/ 776 h 79"/>
                  <a:gd name="T64" fmla="*/ 13754 w 805"/>
                  <a:gd name="T65" fmla="*/ 577 h 79"/>
                  <a:gd name="T66" fmla="*/ 13765 w 805"/>
                  <a:gd name="T67" fmla="*/ 545 h 79"/>
                  <a:gd name="T68" fmla="*/ 17489 w 805"/>
                  <a:gd name="T69" fmla="*/ 839 h 79"/>
                  <a:gd name="T70" fmla="*/ 17489 w 805"/>
                  <a:gd name="T71" fmla="*/ 484 h 7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5" h="79">
                    <a:moveTo>
                      <a:pt x="805" y="16"/>
                    </a:moveTo>
                    <a:cubicBezTo>
                      <a:pt x="805" y="16"/>
                      <a:pt x="749" y="10"/>
                      <a:pt x="654" y="6"/>
                    </a:cubicBezTo>
                    <a:cubicBezTo>
                      <a:pt x="654" y="6"/>
                      <a:pt x="654" y="6"/>
                      <a:pt x="654" y="6"/>
                    </a:cubicBezTo>
                    <a:cubicBezTo>
                      <a:pt x="633" y="4"/>
                      <a:pt x="633" y="4"/>
                      <a:pt x="633" y="4"/>
                    </a:cubicBezTo>
                    <a:cubicBezTo>
                      <a:pt x="623" y="12"/>
                      <a:pt x="587" y="8"/>
                      <a:pt x="572" y="11"/>
                    </a:cubicBezTo>
                    <a:cubicBezTo>
                      <a:pt x="558" y="13"/>
                      <a:pt x="556" y="26"/>
                      <a:pt x="539" y="28"/>
                    </a:cubicBezTo>
                    <a:cubicBezTo>
                      <a:pt x="523" y="30"/>
                      <a:pt x="527" y="9"/>
                      <a:pt x="516" y="12"/>
                    </a:cubicBezTo>
                    <a:cubicBezTo>
                      <a:pt x="505" y="15"/>
                      <a:pt x="475" y="21"/>
                      <a:pt x="460" y="12"/>
                    </a:cubicBezTo>
                    <a:cubicBezTo>
                      <a:pt x="444" y="3"/>
                      <a:pt x="423" y="0"/>
                      <a:pt x="410" y="11"/>
                    </a:cubicBezTo>
                    <a:cubicBezTo>
                      <a:pt x="396" y="23"/>
                      <a:pt x="387" y="30"/>
                      <a:pt x="379" y="25"/>
                    </a:cubicBezTo>
                    <a:cubicBezTo>
                      <a:pt x="371" y="21"/>
                      <a:pt x="353" y="17"/>
                      <a:pt x="347" y="27"/>
                    </a:cubicBezTo>
                    <a:cubicBezTo>
                      <a:pt x="341" y="38"/>
                      <a:pt x="336" y="64"/>
                      <a:pt x="321" y="47"/>
                    </a:cubicBezTo>
                    <a:cubicBezTo>
                      <a:pt x="306" y="30"/>
                      <a:pt x="307" y="11"/>
                      <a:pt x="289" y="17"/>
                    </a:cubicBezTo>
                    <a:cubicBezTo>
                      <a:pt x="272" y="22"/>
                      <a:pt x="255" y="35"/>
                      <a:pt x="245" y="23"/>
                    </a:cubicBezTo>
                    <a:cubicBezTo>
                      <a:pt x="234" y="12"/>
                      <a:pt x="213" y="13"/>
                      <a:pt x="202" y="14"/>
                    </a:cubicBezTo>
                    <a:cubicBezTo>
                      <a:pt x="197" y="15"/>
                      <a:pt x="188" y="10"/>
                      <a:pt x="181" y="5"/>
                    </a:cubicBezTo>
                    <a:cubicBezTo>
                      <a:pt x="174" y="6"/>
                      <a:pt x="174" y="6"/>
                      <a:pt x="174" y="6"/>
                    </a:cubicBezTo>
                    <a:cubicBezTo>
                      <a:pt x="173" y="5"/>
                      <a:pt x="173" y="5"/>
                      <a:pt x="173" y="5"/>
                    </a:cubicBezTo>
                    <a:cubicBezTo>
                      <a:pt x="118" y="8"/>
                      <a:pt x="60" y="11"/>
                      <a:pt x="0" y="1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62" y="24"/>
                      <a:pt x="122" y="20"/>
                      <a:pt x="179" y="18"/>
                    </a:cubicBezTo>
                    <a:cubicBezTo>
                      <a:pt x="187" y="24"/>
                      <a:pt x="197" y="30"/>
                      <a:pt x="203" y="29"/>
                    </a:cubicBezTo>
                    <a:cubicBezTo>
                      <a:pt x="214" y="28"/>
                      <a:pt x="235" y="27"/>
                      <a:pt x="245" y="38"/>
                    </a:cubicBezTo>
                    <a:cubicBezTo>
                      <a:pt x="256" y="50"/>
                      <a:pt x="272" y="37"/>
                      <a:pt x="290" y="32"/>
                    </a:cubicBezTo>
                    <a:cubicBezTo>
                      <a:pt x="308" y="26"/>
                      <a:pt x="307" y="45"/>
                      <a:pt x="322" y="62"/>
                    </a:cubicBezTo>
                    <a:cubicBezTo>
                      <a:pt x="337" y="79"/>
                      <a:pt x="342" y="53"/>
                      <a:pt x="348" y="42"/>
                    </a:cubicBezTo>
                    <a:cubicBezTo>
                      <a:pt x="354" y="32"/>
                      <a:pt x="372" y="36"/>
                      <a:pt x="380" y="40"/>
                    </a:cubicBezTo>
                    <a:cubicBezTo>
                      <a:pt x="388" y="45"/>
                      <a:pt x="397" y="38"/>
                      <a:pt x="411" y="26"/>
                    </a:cubicBezTo>
                    <a:cubicBezTo>
                      <a:pt x="424" y="15"/>
                      <a:pt x="445" y="18"/>
                      <a:pt x="461" y="27"/>
                    </a:cubicBezTo>
                    <a:cubicBezTo>
                      <a:pt x="476" y="36"/>
                      <a:pt x="506" y="30"/>
                      <a:pt x="517" y="27"/>
                    </a:cubicBezTo>
                    <a:cubicBezTo>
                      <a:pt x="528" y="23"/>
                      <a:pt x="523" y="45"/>
                      <a:pt x="540" y="43"/>
                    </a:cubicBezTo>
                    <a:cubicBezTo>
                      <a:pt x="557" y="41"/>
                      <a:pt x="559" y="28"/>
                      <a:pt x="573" y="26"/>
                    </a:cubicBezTo>
                    <a:cubicBezTo>
                      <a:pt x="588" y="23"/>
                      <a:pt x="624" y="27"/>
                      <a:pt x="633" y="19"/>
                    </a:cubicBezTo>
                    <a:cubicBezTo>
                      <a:pt x="634" y="18"/>
                      <a:pt x="634" y="18"/>
                      <a:pt x="634" y="18"/>
                    </a:cubicBezTo>
                    <a:cubicBezTo>
                      <a:pt x="741" y="22"/>
                      <a:pt x="805" y="28"/>
                      <a:pt x="805" y="28"/>
                    </a:cubicBezTo>
                    <a:lnTo>
                      <a:pt x="805" y="1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9" name="Freeform 148">
                <a:extLst>
                  <a:ext uri="{FF2B5EF4-FFF2-40B4-BE49-F238E27FC236}">
                    <a16:creationId xmlns:a16="http://schemas.microsoft.com/office/drawing/2014/main" id="{E378E62E-219E-4BE2-9022-4A5E65D99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" y="1114"/>
                <a:ext cx="607" cy="745"/>
              </a:xfrm>
              <a:custGeom>
                <a:avLst/>
                <a:gdLst>
                  <a:gd name="T0" fmla="*/ 7018 w 328"/>
                  <a:gd name="T1" fmla="*/ 277 h 377"/>
                  <a:gd name="T2" fmla="*/ 5692 w 328"/>
                  <a:gd name="T3" fmla="*/ 184 h 377"/>
                  <a:gd name="T4" fmla="*/ 3120 w 328"/>
                  <a:gd name="T5" fmla="*/ 6420 h 377"/>
                  <a:gd name="T6" fmla="*/ 1381 w 328"/>
                  <a:gd name="T7" fmla="*/ 9013 h 377"/>
                  <a:gd name="T8" fmla="*/ 539 w 328"/>
                  <a:gd name="T9" fmla="*/ 10062 h 377"/>
                  <a:gd name="T10" fmla="*/ 24 w 328"/>
                  <a:gd name="T11" fmla="*/ 10934 h 377"/>
                  <a:gd name="T12" fmla="*/ 2452 w 328"/>
                  <a:gd name="T13" fmla="*/ 9377 h 377"/>
                  <a:gd name="T14" fmla="*/ 3240 w 328"/>
                  <a:gd name="T15" fmla="*/ 8373 h 377"/>
                  <a:gd name="T16" fmla="*/ 4127 w 328"/>
                  <a:gd name="T17" fmla="*/ 6784 h 377"/>
                  <a:gd name="T18" fmla="*/ 6385 w 328"/>
                  <a:gd name="T19" fmla="*/ 3952 h 377"/>
                  <a:gd name="T20" fmla="*/ 7073 w 328"/>
                  <a:gd name="T21" fmla="*/ 781 h 377"/>
                  <a:gd name="T22" fmla="*/ 7117 w 328"/>
                  <a:gd name="T23" fmla="*/ 156 h 3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8" h="377">
                    <a:moveTo>
                      <a:pt x="323" y="9"/>
                    </a:moveTo>
                    <a:cubicBezTo>
                      <a:pt x="316" y="0"/>
                      <a:pt x="276" y="5"/>
                      <a:pt x="262" y="6"/>
                    </a:cubicBezTo>
                    <a:cubicBezTo>
                      <a:pt x="232" y="80"/>
                      <a:pt x="193" y="149"/>
                      <a:pt x="144" y="213"/>
                    </a:cubicBezTo>
                    <a:cubicBezTo>
                      <a:pt x="120" y="244"/>
                      <a:pt x="92" y="272"/>
                      <a:pt x="64" y="299"/>
                    </a:cubicBezTo>
                    <a:cubicBezTo>
                      <a:pt x="50" y="311"/>
                      <a:pt x="39" y="323"/>
                      <a:pt x="25" y="334"/>
                    </a:cubicBezTo>
                    <a:cubicBezTo>
                      <a:pt x="16" y="342"/>
                      <a:pt x="0" y="348"/>
                      <a:pt x="1" y="363"/>
                    </a:cubicBezTo>
                    <a:cubicBezTo>
                      <a:pt x="31" y="377"/>
                      <a:pt x="82" y="316"/>
                      <a:pt x="113" y="311"/>
                    </a:cubicBezTo>
                    <a:cubicBezTo>
                      <a:pt x="137" y="306"/>
                      <a:pt x="138" y="300"/>
                      <a:pt x="149" y="278"/>
                    </a:cubicBezTo>
                    <a:cubicBezTo>
                      <a:pt x="159" y="257"/>
                      <a:pt x="169" y="238"/>
                      <a:pt x="190" y="225"/>
                    </a:cubicBezTo>
                    <a:cubicBezTo>
                      <a:pt x="230" y="199"/>
                      <a:pt x="283" y="184"/>
                      <a:pt x="294" y="131"/>
                    </a:cubicBezTo>
                    <a:cubicBezTo>
                      <a:pt x="303" y="94"/>
                      <a:pt x="316" y="61"/>
                      <a:pt x="326" y="26"/>
                    </a:cubicBezTo>
                    <a:cubicBezTo>
                      <a:pt x="328" y="19"/>
                      <a:pt x="328" y="13"/>
                      <a:pt x="328" y="5"/>
                    </a:cubicBezTo>
                  </a:path>
                </a:pathLst>
              </a:custGeom>
              <a:solidFill>
                <a:srgbClr val="F9DE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0" name="Freeform 149">
                <a:extLst>
                  <a:ext uri="{FF2B5EF4-FFF2-40B4-BE49-F238E27FC236}">
                    <a16:creationId xmlns:a16="http://schemas.microsoft.com/office/drawing/2014/main" id="{EA7A64A5-CC1A-427B-AC76-40DE9EE2F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1610"/>
                <a:ext cx="53" cy="45"/>
              </a:xfrm>
              <a:custGeom>
                <a:avLst/>
                <a:gdLst>
                  <a:gd name="T0" fmla="*/ 537 w 29"/>
                  <a:gd name="T1" fmla="*/ 0 h 23"/>
                  <a:gd name="T2" fmla="*/ 267 w 29"/>
                  <a:gd name="T3" fmla="*/ 61 h 23"/>
                  <a:gd name="T4" fmla="*/ 146 w 29"/>
                  <a:gd name="T5" fmla="*/ 337 h 23"/>
                  <a:gd name="T6" fmla="*/ 0 w 29"/>
                  <a:gd name="T7" fmla="*/ 601 h 23"/>
                  <a:gd name="T8" fmla="*/ 347 w 29"/>
                  <a:gd name="T9" fmla="*/ 233 h 23"/>
                  <a:gd name="T10" fmla="*/ 537 w 29"/>
                  <a:gd name="T11" fmla="*/ 172 h 23"/>
                  <a:gd name="T12" fmla="*/ 488 w 29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3">
                    <a:moveTo>
                      <a:pt x="26" y="0"/>
                    </a:moveTo>
                    <a:cubicBezTo>
                      <a:pt x="21" y="0"/>
                      <a:pt x="17" y="0"/>
                      <a:pt x="13" y="2"/>
                    </a:cubicBezTo>
                    <a:cubicBezTo>
                      <a:pt x="12" y="5"/>
                      <a:pt x="9" y="9"/>
                      <a:pt x="7" y="12"/>
                    </a:cubicBezTo>
                    <a:cubicBezTo>
                      <a:pt x="5" y="15"/>
                      <a:pt x="0" y="17"/>
                      <a:pt x="0" y="21"/>
                    </a:cubicBezTo>
                    <a:cubicBezTo>
                      <a:pt x="7" y="23"/>
                      <a:pt x="11" y="11"/>
                      <a:pt x="17" y="8"/>
                    </a:cubicBezTo>
                    <a:cubicBezTo>
                      <a:pt x="20" y="7"/>
                      <a:pt x="23" y="9"/>
                      <a:pt x="26" y="6"/>
                    </a:cubicBezTo>
                    <a:cubicBezTo>
                      <a:pt x="28" y="3"/>
                      <a:pt x="29" y="0"/>
                      <a:pt x="24" y="0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1" name="Freeform 150">
                <a:extLst>
                  <a:ext uri="{FF2B5EF4-FFF2-40B4-BE49-F238E27FC236}">
                    <a16:creationId xmlns:a16="http://schemas.microsoft.com/office/drawing/2014/main" id="{4768266A-5AAA-41B5-9224-A4F9A2896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635"/>
                <a:ext cx="63" cy="36"/>
              </a:xfrm>
              <a:custGeom>
                <a:avLst/>
                <a:gdLst>
                  <a:gd name="T0" fmla="*/ 636 w 34"/>
                  <a:gd name="T1" fmla="*/ 0 h 18"/>
                  <a:gd name="T2" fmla="*/ 202 w 34"/>
                  <a:gd name="T3" fmla="*/ 288 h 18"/>
                  <a:gd name="T4" fmla="*/ 24 w 34"/>
                  <a:gd name="T5" fmla="*/ 384 h 18"/>
                  <a:gd name="T6" fmla="*/ 128 w 34"/>
                  <a:gd name="T7" fmla="*/ 480 h 18"/>
                  <a:gd name="T8" fmla="*/ 411 w 34"/>
                  <a:gd name="T9" fmla="*/ 384 h 18"/>
                  <a:gd name="T10" fmla="*/ 591 w 34"/>
                  <a:gd name="T11" fmla="*/ 288 h 18"/>
                  <a:gd name="T12" fmla="*/ 717 w 34"/>
                  <a:gd name="T13" fmla="*/ 160 h 18"/>
                  <a:gd name="T14" fmla="*/ 611 w 34"/>
                  <a:gd name="T15" fmla="*/ 32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8">
                    <a:moveTo>
                      <a:pt x="29" y="0"/>
                    </a:moveTo>
                    <a:cubicBezTo>
                      <a:pt x="18" y="0"/>
                      <a:pt x="17" y="5"/>
                      <a:pt x="9" y="9"/>
                    </a:cubicBezTo>
                    <a:cubicBezTo>
                      <a:pt x="7" y="10"/>
                      <a:pt x="3" y="9"/>
                      <a:pt x="1" y="12"/>
                    </a:cubicBezTo>
                    <a:cubicBezTo>
                      <a:pt x="0" y="18"/>
                      <a:pt x="4" y="16"/>
                      <a:pt x="6" y="15"/>
                    </a:cubicBezTo>
                    <a:cubicBezTo>
                      <a:pt x="10" y="15"/>
                      <a:pt x="15" y="13"/>
                      <a:pt x="19" y="12"/>
                    </a:cubicBezTo>
                    <a:cubicBezTo>
                      <a:pt x="23" y="12"/>
                      <a:pt x="23" y="11"/>
                      <a:pt x="27" y="9"/>
                    </a:cubicBezTo>
                    <a:cubicBezTo>
                      <a:pt x="30" y="8"/>
                      <a:pt x="34" y="10"/>
                      <a:pt x="33" y="5"/>
                    </a:cubicBezTo>
                    <a:cubicBezTo>
                      <a:pt x="33" y="2"/>
                      <a:pt x="31" y="0"/>
                      <a:pt x="28" y="1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2" name="Freeform 151">
                <a:extLst>
                  <a:ext uri="{FF2B5EF4-FFF2-40B4-BE49-F238E27FC236}">
                    <a16:creationId xmlns:a16="http://schemas.microsoft.com/office/drawing/2014/main" id="{ACBC075C-572F-47E9-803B-14BDF44D5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620"/>
                <a:ext cx="37" cy="35"/>
              </a:xfrm>
              <a:custGeom>
                <a:avLst/>
                <a:gdLst>
                  <a:gd name="T0" fmla="*/ 68 w 20"/>
                  <a:gd name="T1" fmla="*/ 303 h 18"/>
                  <a:gd name="T2" fmla="*/ 359 w 20"/>
                  <a:gd name="T3" fmla="*/ 0 h 18"/>
                  <a:gd name="T4" fmla="*/ 0 w 20"/>
                  <a:gd name="T5" fmla="*/ 500 h 18"/>
                  <a:gd name="T6" fmla="*/ 44 w 20"/>
                  <a:gd name="T7" fmla="*/ 33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3" y="11"/>
                    </a:moveTo>
                    <a:cubicBezTo>
                      <a:pt x="7" y="6"/>
                      <a:pt x="10" y="1"/>
                      <a:pt x="17" y="0"/>
                    </a:cubicBezTo>
                    <a:cubicBezTo>
                      <a:pt x="20" y="6"/>
                      <a:pt x="6" y="18"/>
                      <a:pt x="0" y="18"/>
                    </a:cubicBezTo>
                    <a:cubicBezTo>
                      <a:pt x="0" y="16"/>
                      <a:pt x="0" y="13"/>
                      <a:pt x="2" y="12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3" name="Freeform 152">
                <a:extLst>
                  <a:ext uri="{FF2B5EF4-FFF2-40B4-BE49-F238E27FC236}">
                    <a16:creationId xmlns:a16="http://schemas.microsoft.com/office/drawing/2014/main" id="{0E468C64-62B3-4E36-90B3-1A87B7BD0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1714"/>
                <a:ext cx="36" cy="68"/>
              </a:xfrm>
              <a:custGeom>
                <a:avLst/>
                <a:gdLst>
                  <a:gd name="T0" fmla="*/ 462 w 19"/>
                  <a:gd name="T1" fmla="*/ 0 h 34"/>
                  <a:gd name="T2" fmla="*/ 116 w 19"/>
                  <a:gd name="T3" fmla="*/ 224 h 34"/>
                  <a:gd name="T4" fmla="*/ 53 w 19"/>
                  <a:gd name="T5" fmla="*/ 480 h 34"/>
                  <a:gd name="T6" fmla="*/ 28 w 19"/>
                  <a:gd name="T7" fmla="*/ 736 h 34"/>
                  <a:gd name="T8" fmla="*/ 169 w 19"/>
                  <a:gd name="T9" fmla="*/ 384 h 34"/>
                  <a:gd name="T10" fmla="*/ 358 w 19"/>
                  <a:gd name="T11" fmla="*/ 32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4">
                    <a:moveTo>
                      <a:pt x="19" y="0"/>
                    </a:moveTo>
                    <a:cubicBezTo>
                      <a:pt x="15" y="3"/>
                      <a:pt x="8" y="2"/>
                      <a:pt x="5" y="7"/>
                    </a:cubicBezTo>
                    <a:cubicBezTo>
                      <a:pt x="2" y="10"/>
                      <a:pt x="3" y="12"/>
                      <a:pt x="2" y="15"/>
                    </a:cubicBezTo>
                    <a:cubicBezTo>
                      <a:pt x="2" y="16"/>
                      <a:pt x="0" y="22"/>
                      <a:pt x="1" y="23"/>
                    </a:cubicBezTo>
                    <a:cubicBezTo>
                      <a:pt x="3" y="34"/>
                      <a:pt x="6" y="14"/>
                      <a:pt x="7" y="12"/>
                    </a:cubicBezTo>
                    <a:cubicBezTo>
                      <a:pt x="10" y="7"/>
                      <a:pt x="16" y="6"/>
                      <a:pt x="15" y="1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4" name="Freeform 153">
                <a:extLst>
                  <a:ext uri="{FF2B5EF4-FFF2-40B4-BE49-F238E27FC236}">
                    <a16:creationId xmlns:a16="http://schemas.microsoft.com/office/drawing/2014/main" id="{74A0D878-3DE8-4C0C-A9EB-A3BC3B8D5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699"/>
                <a:ext cx="100" cy="37"/>
              </a:xfrm>
              <a:custGeom>
                <a:avLst/>
                <a:gdLst>
                  <a:gd name="T0" fmla="*/ 0 w 54"/>
                  <a:gd name="T1" fmla="*/ 304 h 19"/>
                  <a:gd name="T2" fmla="*/ 693 w 54"/>
                  <a:gd name="T3" fmla="*/ 117 h 19"/>
                  <a:gd name="T4" fmla="*/ 1148 w 54"/>
                  <a:gd name="T5" fmla="*/ 500 h 19"/>
                  <a:gd name="T6" fmla="*/ 870 w 54"/>
                  <a:gd name="T7" fmla="*/ 333 h 19"/>
                  <a:gd name="T8" fmla="*/ 744 w 54"/>
                  <a:gd name="T9" fmla="*/ 444 h 19"/>
                  <a:gd name="T10" fmla="*/ 591 w 54"/>
                  <a:gd name="T11" fmla="*/ 413 h 19"/>
                  <a:gd name="T12" fmla="*/ 306 w 54"/>
                  <a:gd name="T13" fmla="*/ 473 h 19"/>
                  <a:gd name="T14" fmla="*/ 44 w 54"/>
                  <a:gd name="T15" fmla="*/ 333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19">
                    <a:moveTo>
                      <a:pt x="0" y="11"/>
                    </a:moveTo>
                    <a:cubicBezTo>
                      <a:pt x="13" y="11"/>
                      <a:pt x="21" y="9"/>
                      <a:pt x="32" y="4"/>
                    </a:cubicBezTo>
                    <a:cubicBezTo>
                      <a:pt x="42" y="0"/>
                      <a:pt x="54" y="6"/>
                      <a:pt x="53" y="18"/>
                    </a:cubicBezTo>
                    <a:cubicBezTo>
                      <a:pt x="48" y="19"/>
                      <a:pt x="46" y="12"/>
                      <a:pt x="40" y="12"/>
                    </a:cubicBezTo>
                    <a:cubicBezTo>
                      <a:pt x="37" y="12"/>
                      <a:pt x="37" y="15"/>
                      <a:pt x="34" y="16"/>
                    </a:cubicBezTo>
                    <a:cubicBezTo>
                      <a:pt x="31" y="17"/>
                      <a:pt x="29" y="15"/>
                      <a:pt x="27" y="15"/>
                    </a:cubicBezTo>
                    <a:cubicBezTo>
                      <a:pt x="22" y="15"/>
                      <a:pt x="19" y="18"/>
                      <a:pt x="14" y="17"/>
                    </a:cubicBezTo>
                    <a:cubicBezTo>
                      <a:pt x="9" y="16"/>
                      <a:pt x="6" y="13"/>
                      <a:pt x="2" y="12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5" name="Freeform 154">
                <a:extLst>
                  <a:ext uri="{FF2B5EF4-FFF2-40B4-BE49-F238E27FC236}">
                    <a16:creationId xmlns:a16="http://schemas.microsoft.com/office/drawing/2014/main" id="{AE502727-C801-480F-A4A9-106DA2D74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554"/>
                <a:ext cx="63" cy="64"/>
              </a:xfrm>
              <a:custGeom>
                <a:avLst/>
                <a:gdLst>
                  <a:gd name="T0" fmla="*/ 0 w 34"/>
                  <a:gd name="T1" fmla="*/ 256 h 32"/>
                  <a:gd name="T2" fmla="*/ 222 w 34"/>
                  <a:gd name="T3" fmla="*/ 128 h 32"/>
                  <a:gd name="T4" fmla="*/ 543 w 34"/>
                  <a:gd name="T5" fmla="*/ 64 h 32"/>
                  <a:gd name="T6" fmla="*/ 717 w 34"/>
                  <a:gd name="T7" fmla="*/ 1024 h 32"/>
                  <a:gd name="T8" fmla="*/ 439 w 34"/>
                  <a:gd name="T9" fmla="*/ 288 h 32"/>
                  <a:gd name="T10" fmla="*/ 44 w 34"/>
                  <a:gd name="T11" fmla="*/ 25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2">
                    <a:moveTo>
                      <a:pt x="0" y="8"/>
                    </a:moveTo>
                    <a:cubicBezTo>
                      <a:pt x="1" y="7"/>
                      <a:pt x="8" y="5"/>
                      <a:pt x="10" y="4"/>
                    </a:cubicBezTo>
                    <a:cubicBezTo>
                      <a:pt x="14" y="3"/>
                      <a:pt x="21" y="0"/>
                      <a:pt x="25" y="2"/>
                    </a:cubicBezTo>
                    <a:cubicBezTo>
                      <a:pt x="30" y="5"/>
                      <a:pt x="34" y="27"/>
                      <a:pt x="33" y="32"/>
                    </a:cubicBezTo>
                    <a:cubicBezTo>
                      <a:pt x="26" y="27"/>
                      <a:pt x="27" y="13"/>
                      <a:pt x="20" y="9"/>
                    </a:cubicBezTo>
                    <a:cubicBezTo>
                      <a:pt x="15" y="5"/>
                      <a:pt x="6" y="12"/>
                      <a:pt x="2" y="8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6" name="Freeform 155">
                <a:extLst>
                  <a:ext uri="{FF2B5EF4-FFF2-40B4-BE49-F238E27FC236}">
                    <a16:creationId xmlns:a16="http://schemas.microsoft.com/office/drawing/2014/main" id="{9CDD9E43-49E5-4D19-A969-3E523CA72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667"/>
                <a:ext cx="48" cy="121"/>
              </a:xfrm>
              <a:custGeom>
                <a:avLst/>
                <a:gdLst>
                  <a:gd name="T0" fmla="*/ 559 w 26"/>
                  <a:gd name="T1" fmla="*/ 63 h 61"/>
                  <a:gd name="T2" fmla="*/ 258 w 26"/>
                  <a:gd name="T3" fmla="*/ 468 h 61"/>
                  <a:gd name="T4" fmla="*/ 358 w 26"/>
                  <a:gd name="T5" fmla="*/ 1008 h 61"/>
                  <a:gd name="T6" fmla="*/ 209 w 26"/>
                  <a:gd name="T7" fmla="*/ 1873 h 61"/>
                  <a:gd name="T8" fmla="*/ 347 w 26"/>
                  <a:gd name="T9" fmla="*/ 1468 h 61"/>
                  <a:gd name="T10" fmla="*/ 358 w 26"/>
                  <a:gd name="T11" fmla="*/ 976 h 61"/>
                  <a:gd name="T12" fmla="*/ 386 w 26"/>
                  <a:gd name="T13" fmla="*/ 587 h 61"/>
                  <a:gd name="T14" fmla="*/ 535 w 26"/>
                  <a:gd name="T15" fmla="*/ 125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61">
                    <a:moveTo>
                      <a:pt x="26" y="2"/>
                    </a:moveTo>
                    <a:cubicBezTo>
                      <a:pt x="19" y="0"/>
                      <a:pt x="13" y="9"/>
                      <a:pt x="12" y="15"/>
                    </a:cubicBezTo>
                    <a:cubicBezTo>
                      <a:pt x="11" y="23"/>
                      <a:pt x="16" y="27"/>
                      <a:pt x="17" y="33"/>
                    </a:cubicBezTo>
                    <a:cubicBezTo>
                      <a:pt x="17" y="41"/>
                      <a:pt x="0" y="56"/>
                      <a:pt x="10" y="61"/>
                    </a:cubicBezTo>
                    <a:cubicBezTo>
                      <a:pt x="8" y="54"/>
                      <a:pt x="13" y="52"/>
                      <a:pt x="16" y="48"/>
                    </a:cubicBezTo>
                    <a:cubicBezTo>
                      <a:pt x="19" y="42"/>
                      <a:pt x="17" y="38"/>
                      <a:pt x="17" y="32"/>
                    </a:cubicBezTo>
                    <a:cubicBezTo>
                      <a:pt x="17" y="27"/>
                      <a:pt x="19" y="24"/>
                      <a:pt x="18" y="19"/>
                    </a:cubicBezTo>
                    <a:cubicBezTo>
                      <a:pt x="16" y="11"/>
                      <a:pt x="16" y="7"/>
                      <a:pt x="25" y="4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7" name="Freeform 156">
                <a:extLst>
                  <a:ext uri="{FF2B5EF4-FFF2-40B4-BE49-F238E27FC236}">
                    <a16:creationId xmlns:a16="http://schemas.microsoft.com/office/drawing/2014/main" id="{777229F8-B5CC-49CC-9490-05A393304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701"/>
                <a:ext cx="124" cy="43"/>
              </a:xfrm>
              <a:custGeom>
                <a:avLst/>
                <a:gdLst>
                  <a:gd name="T0" fmla="*/ 0 w 67"/>
                  <a:gd name="T1" fmla="*/ 627 h 22"/>
                  <a:gd name="T2" fmla="*/ 664 w 67"/>
                  <a:gd name="T3" fmla="*/ 291 h 22"/>
                  <a:gd name="T4" fmla="*/ 1453 w 67"/>
                  <a:gd name="T5" fmla="*/ 31 h 22"/>
                  <a:gd name="T6" fmla="*/ 633 w 67"/>
                  <a:gd name="T7" fmla="*/ 149 h 22"/>
                  <a:gd name="T8" fmla="*/ 24 w 67"/>
                  <a:gd name="T9" fmla="*/ 62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22">
                    <a:moveTo>
                      <a:pt x="0" y="22"/>
                    </a:moveTo>
                    <a:cubicBezTo>
                      <a:pt x="10" y="13"/>
                      <a:pt x="18" y="10"/>
                      <a:pt x="31" y="10"/>
                    </a:cubicBezTo>
                    <a:cubicBezTo>
                      <a:pt x="44" y="10"/>
                      <a:pt x="56" y="8"/>
                      <a:pt x="67" y="1"/>
                    </a:cubicBezTo>
                    <a:cubicBezTo>
                      <a:pt x="53" y="0"/>
                      <a:pt x="42" y="6"/>
                      <a:pt x="29" y="5"/>
                    </a:cubicBezTo>
                    <a:cubicBezTo>
                      <a:pt x="17" y="5"/>
                      <a:pt x="5" y="10"/>
                      <a:pt x="1" y="22"/>
                    </a:cubicBezTo>
                  </a:path>
                </a:pathLst>
              </a:custGeom>
              <a:solidFill>
                <a:srgbClr val="76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8" name="Freeform 157">
                <a:extLst>
                  <a:ext uri="{FF2B5EF4-FFF2-40B4-BE49-F238E27FC236}">
                    <a16:creationId xmlns:a16="http://schemas.microsoft.com/office/drawing/2014/main" id="{DC6F4195-B69E-4117-AF99-73210E2A6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632"/>
                <a:ext cx="74" cy="45"/>
              </a:xfrm>
              <a:custGeom>
                <a:avLst/>
                <a:gdLst>
                  <a:gd name="T0" fmla="*/ 866 w 40"/>
                  <a:gd name="T1" fmla="*/ 0 h 23"/>
                  <a:gd name="T2" fmla="*/ 507 w 40"/>
                  <a:gd name="T3" fmla="*/ 485 h 23"/>
                  <a:gd name="T4" fmla="*/ 0 w 40"/>
                  <a:gd name="T5" fmla="*/ 659 h 23"/>
                  <a:gd name="T6" fmla="*/ 233 w 40"/>
                  <a:gd name="T7" fmla="*/ 485 h 23"/>
                  <a:gd name="T8" fmla="*/ 483 w 40"/>
                  <a:gd name="T9" fmla="*/ 428 h 23"/>
                  <a:gd name="T10" fmla="*/ 657 w 40"/>
                  <a:gd name="T11" fmla="*/ 203 h 23"/>
                  <a:gd name="T12" fmla="*/ 866 w 40"/>
                  <a:gd name="T13" fmla="*/ 3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3">
                    <a:moveTo>
                      <a:pt x="40" y="0"/>
                    </a:moveTo>
                    <a:cubicBezTo>
                      <a:pt x="39" y="7"/>
                      <a:pt x="28" y="14"/>
                      <a:pt x="23" y="17"/>
                    </a:cubicBezTo>
                    <a:cubicBezTo>
                      <a:pt x="15" y="23"/>
                      <a:pt x="8" y="17"/>
                      <a:pt x="0" y="23"/>
                    </a:cubicBezTo>
                    <a:cubicBezTo>
                      <a:pt x="3" y="21"/>
                      <a:pt x="7" y="18"/>
                      <a:pt x="11" y="17"/>
                    </a:cubicBezTo>
                    <a:cubicBezTo>
                      <a:pt x="14" y="15"/>
                      <a:pt x="19" y="17"/>
                      <a:pt x="22" y="15"/>
                    </a:cubicBezTo>
                    <a:cubicBezTo>
                      <a:pt x="25" y="14"/>
                      <a:pt x="27" y="9"/>
                      <a:pt x="30" y="7"/>
                    </a:cubicBezTo>
                    <a:cubicBezTo>
                      <a:pt x="33" y="5"/>
                      <a:pt x="36" y="4"/>
                      <a:pt x="40" y="1"/>
                    </a:cubicBezTo>
                  </a:path>
                </a:pathLst>
              </a:custGeom>
              <a:solidFill>
                <a:srgbClr val="76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9" name="Freeform 158">
                <a:extLst>
                  <a:ext uri="{FF2B5EF4-FFF2-40B4-BE49-F238E27FC236}">
                    <a16:creationId xmlns:a16="http://schemas.microsoft.com/office/drawing/2014/main" id="{59C1E1D2-05FA-4328-8C43-24AE877C1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683"/>
                <a:ext cx="117" cy="20"/>
              </a:xfrm>
              <a:custGeom>
                <a:avLst/>
                <a:gdLst>
                  <a:gd name="T0" fmla="*/ 0 w 63"/>
                  <a:gd name="T1" fmla="*/ 288 h 10"/>
                  <a:gd name="T2" fmla="*/ 390 w 63"/>
                  <a:gd name="T3" fmla="*/ 128 h 10"/>
                  <a:gd name="T4" fmla="*/ 704 w 63"/>
                  <a:gd name="T5" fmla="*/ 128 h 10"/>
                  <a:gd name="T6" fmla="*/ 1001 w 63"/>
                  <a:gd name="T7" fmla="*/ 256 h 10"/>
                  <a:gd name="T8" fmla="*/ 1389 w 63"/>
                  <a:gd name="T9" fmla="*/ 192 h 10"/>
                  <a:gd name="T10" fmla="*/ 1001 w 63"/>
                  <a:gd name="T11" fmla="*/ 128 h 10"/>
                  <a:gd name="T12" fmla="*/ 641 w 63"/>
                  <a:gd name="T13" fmla="*/ 32 h 10"/>
                  <a:gd name="T14" fmla="*/ 45 w 63"/>
                  <a:gd name="T15" fmla="*/ 256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10">
                    <a:moveTo>
                      <a:pt x="0" y="9"/>
                    </a:moveTo>
                    <a:cubicBezTo>
                      <a:pt x="6" y="10"/>
                      <a:pt x="12" y="6"/>
                      <a:pt x="18" y="4"/>
                    </a:cubicBezTo>
                    <a:cubicBezTo>
                      <a:pt x="23" y="3"/>
                      <a:pt x="27" y="3"/>
                      <a:pt x="32" y="4"/>
                    </a:cubicBezTo>
                    <a:cubicBezTo>
                      <a:pt x="36" y="5"/>
                      <a:pt x="40" y="7"/>
                      <a:pt x="45" y="8"/>
                    </a:cubicBezTo>
                    <a:cubicBezTo>
                      <a:pt x="52" y="9"/>
                      <a:pt x="57" y="6"/>
                      <a:pt x="63" y="6"/>
                    </a:cubicBezTo>
                    <a:cubicBezTo>
                      <a:pt x="56" y="6"/>
                      <a:pt x="51" y="6"/>
                      <a:pt x="45" y="4"/>
                    </a:cubicBezTo>
                    <a:cubicBezTo>
                      <a:pt x="39" y="2"/>
                      <a:pt x="35" y="0"/>
                      <a:pt x="29" y="1"/>
                    </a:cubicBezTo>
                    <a:cubicBezTo>
                      <a:pt x="20" y="2"/>
                      <a:pt x="11" y="7"/>
                      <a:pt x="2" y="8"/>
                    </a:cubicBezTo>
                  </a:path>
                </a:pathLst>
              </a:custGeom>
              <a:solidFill>
                <a:srgbClr val="76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0" name="Freeform 159">
                <a:extLst>
                  <a:ext uri="{FF2B5EF4-FFF2-40B4-BE49-F238E27FC236}">
                    <a16:creationId xmlns:a16="http://schemas.microsoft.com/office/drawing/2014/main" id="{9BB2AC55-FFC8-4E6D-BD28-87FAE16A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2244"/>
                <a:ext cx="15" cy="69"/>
              </a:xfrm>
              <a:custGeom>
                <a:avLst/>
                <a:gdLst>
                  <a:gd name="T0" fmla="*/ 0 w 8"/>
                  <a:gd name="T1" fmla="*/ 0 h 35"/>
                  <a:gd name="T2" fmla="*/ 158 w 8"/>
                  <a:gd name="T3" fmla="*/ 1041 h 35"/>
                  <a:gd name="T4" fmla="*/ 158 w 8"/>
                  <a:gd name="T5" fmla="*/ 513 h 35"/>
                  <a:gd name="T6" fmla="*/ 158 w 8"/>
                  <a:gd name="T7" fmla="*/ 32 h 35"/>
                  <a:gd name="T8" fmla="*/ 53 w 8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5">
                    <a:moveTo>
                      <a:pt x="0" y="0"/>
                    </a:moveTo>
                    <a:cubicBezTo>
                      <a:pt x="8" y="7"/>
                      <a:pt x="1" y="26"/>
                      <a:pt x="7" y="35"/>
                    </a:cubicBezTo>
                    <a:cubicBezTo>
                      <a:pt x="8" y="29"/>
                      <a:pt x="8" y="23"/>
                      <a:pt x="7" y="17"/>
                    </a:cubicBezTo>
                    <a:cubicBezTo>
                      <a:pt x="7" y="12"/>
                      <a:pt x="5" y="6"/>
                      <a:pt x="7" y="1"/>
                    </a:cubicBezTo>
                    <a:cubicBezTo>
                      <a:pt x="5" y="0"/>
                      <a:pt x="4" y="0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1" name="Freeform 160">
                <a:extLst>
                  <a:ext uri="{FF2B5EF4-FFF2-40B4-BE49-F238E27FC236}">
                    <a16:creationId xmlns:a16="http://schemas.microsoft.com/office/drawing/2014/main" id="{87F07D59-8B96-495C-9779-2C0917B99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230"/>
                <a:ext cx="28" cy="46"/>
              </a:xfrm>
              <a:custGeom>
                <a:avLst/>
                <a:gdLst>
                  <a:gd name="T0" fmla="*/ 0 w 15"/>
                  <a:gd name="T1" fmla="*/ 64 h 23"/>
                  <a:gd name="T2" fmla="*/ 112 w 15"/>
                  <a:gd name="T3" fmla="*/ 160 h 23"/>
                  <a:gd name="T4" fmla="*/ 209 w 15"/>
                  <a:gd name="T5" fmla="*/ 416 h 23"/>
                  <a:gd name="T6" fmla="*/ 338 w 15"/>
                  <a:gd name="T7" fmla="*/ 736 h 23"/>
                  <a:gd name="T8" fmla="*/ 136 w 15"/>
                  <a:gd name="T9" fmla="*/ 0 h 23"/>
                  <a:gd name="T10" fmla="*/ 45 w 15"/>
                  <a:gd name="T11" fmla="*/ 64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3">
                    <a:moveTo>
                      <a:pt x="0" y="2"/>
                    </a:moveTo>
                    <a:cubicBezTo>
                      <a:pt x="1" y="3"/>
                      <a:pt x="3" y="4"/>
                      <a:pt x="5" y="5"/>
                    </a:cubicBezTo>
                    <a:cubicBezTo>
                      <a:pt x="6" y="7"/>
                      <a:pt x="7" y="10"/>
                      <a:pt x="9" y="13"/>
                    </a:cubicBezTo>
                    <a:cubicBezTo>
                      <a:pt x="10" y="16"/>
                      <a:pt x="12" y="20"/>
                      <a:pt x="15" y="23"/>
                    </a:cubicBezTo>
                    <a:cubicBezTo>
                      <a:pt x="15" y="15"/>
                      <a:pt x="8" y="8"/>
                      <a:pt x="6" y="0"/>
                    </a:cubicBezTo>
                    <a:cubicBezTo>
                      <a:pt x="5" y="0"/>
                      <a:pt x="3" y="1"/>
                      <a:pt x="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2" name="Freeform 161">
                <a:extLst>
                  <a:ext uri="{FF2B5EF4-FFF2-40B4-BE49-F238E27FC236}">
                    <a16:creationId xmlns:a16="http://schemas.microsoft.com/office/drawing/2014/main" id="{B679201B-6A9E-4208-88B5-4FB2372DE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2185"/>
                <a:ext cx="29" cy="37"/>
              </a:xfrm>
              <a:custGeom>
                <a:avLst/>
                <a:gdLst>
                  <a:gd name="T0" fmla="*/ 0 w 16"/>
                  <a:gd name="T1" fmla="*/ 257 h 19"/>
                  <a:gd name="T2" fmla="*/ 315 w 16"/>
                  <a:gd name="T3" fmla="*/ 532 h 19"/>
                  <a:gd name="T4" fmla="*/ 96 w 16"/>
                  <a:gd name="T5" fmla="*/ 0 h 19"/>
                  <a:gd name="T6" fmla="*/ 44 w 16"/>
                  <a:gd name="T7" fmla="*/ 20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cubicBezTo>
                      <a:pt x="4" y="3"/>
                      <a:pt x="13" y="17"/>
                      <a:pt x="16" y="19"/>
                    </a:cubicBezTo>
                    <a:cubicBezTo>
                      <a:pt x="11" y="13"/>
                      <a:pt x="8" y="7"/>
                      <a:pt x="5" y="0"/>
                    </a:cubicBezTo>
                    <a:cubicBezTo>
                      <a:pt x="3" y="2"/>
                      <a:pt x="3" y="4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3" name="Freeform 162">
                <a:extLst>
                  <a:ext uri="{FF2B5EF4-FFF2-40B4-BE49-F238E27FC236}">
                    <a16:creationId xmlns:a16="http://schemas.microsoft.com/office/drawing/2014/main" id="{D4BCA4C5-CF7A-4004-AB93-08578B7D9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2135"/>
                <a:ext cx="30" cy="62"/>
              </a:xfrm>
              <a:custGeom>
                <a:avLst/>
                <a:gdLst>
                  <a:gd name="T0" fmla="*/ 0 w 16"/>
                  <a:gd name="T1" fmla="*/ 224 h 31"/>
                  <a:gd name="T2" fmla="*/ 369 w 16"/>
                  <a:gd name="T3" fmla="*/ 992 h 31"/>
                  <a:gd name="T4" fmla="*/ 257 w 16"/>
                  <a:gd name="T5" fmla="*/ 448 h 31"/>
                  <a:gd name="T6" fmla="*/ 137 w 16"/>
                  <a:gd name="T7" fmla="*/ 0 h 31"/>
                  <a:gd name="T8" fmla="*/ 53 w 16"/>
                  <a:gd name="T9" fmla="*/ 9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1">
                    <a:moveTo>
                      <a:pt x="0" y="7"/>
                    </a:moveTo>
                    <a:cubicBezTo>
                      <a:pt x="4" y="4"/>
                      <a:pt x="13" y="27"/>
                      <a:pt x="16" y="31"/>
                    </a:cubicBezTo>
                    <a:cubicBezTo>
                      <a:pt x="16" y="26"/>
                      <a:pt x="13" y="19"/>
                      <a:pt x="11" y="14"/>
                    </a:cubicBezTo>
                    <a:cubicBezTo>
                      <a:pt x="9" y="10"/>
                      <a:pt x="8" y="5"/>
                      <a:pt x="6" y="0"/>
                    </a:cubicBezTo>
                    <a:cubicBezTo>
                      <a:pt x="5" y="1"/>
                      <a:pt x="3" y="2"/>
                      <a:pt x="2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4" name="Freeform 163">
                <a:extLst>
                  <a:ext uri="{FF2B5EF4-FFF2-40B4-BE49-F238E27FC236}">
                    <a16:creationId xmlns:a16="http://schemas.microsoft.com/office/drawing/2014/main" id="{F7692012-CFAE-4C3B-A9F7-E7A3145F2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2123"/>
                <a:ext cx="24" cy="70"/>
              </a:xfrm>
              <a:custGeom>
                <a:avLst/>
                <a:gdLst>
                  <a:gd name="T0" fmla="*/ 0 w 13"/>
                  <a:gd name="T1" fmla="*/ 32 h 35"/>
                  <a:gd name="T2" fmla="*/ 68 w 13"/>
                  <a:gd name="T3" fmla="*/ 1120 h 35"/>
                  <a:gd name="T4" fmla="*/ 194 w 13"/>
                  <a:gd name="T5" fmla="*/ 448 h 35"/>
                  <a:gd name="T6" fmla="*/ 277 w 13"/>
                  <a:gd name="T7" fmla="*/ 64 h 35"/>
                  <a:gd name="T8" fmla="*/ 81 w 13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5">
                    <a:moveTo>
                      <a:pt x="0" y="1"/>
                    </a:moveTo>
                    <a:cubicBezTo>
                      <a:pt x="11" y="4"/>
                      <a:pt x="4" y="27"/>
                      <a:pt x="3" y="35"/>
                    </a:cubicBezTo>
                    <a:cubicBezTo>
                      <a:pt x="7" y="29"/>
                      <a:pt x="8" y="21"/>
                      <a:pt x="9" y="14"/>
                    </a:cubicBezTo>
                    <a:cubicBezTo>
                      <a:pt x="10" y="10"/>
                      <a:pt x="13" y="6"/>
                      <a:pt x="13" y="2"/>
                    </a:cubicBezTo>
                    <a:cubicBezTo>
                      <a:pt x="10" y="0"/>
                      <a:pt x="7" y="1"/>
                      <a:pt x="4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5" name="Freeform 164">
                <a:extLst>
                  <a:ext uri="{FF2B5EF4-FFF2-40B4-BE49-F238E27FC236}">
                    <a16:creationId xmlns:a16="http://schemas.microsoft.com/office/drawing/2014/main" id="{872A76F1-D26D-4EFD-8D80-374CD9410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2153"/>
                <a:ext cx="39" cy="59"/>
              </a:xfrm>
              <a:custGeom>
                <a:avLst/>
                <a:gdLst>
                  <a:gd name="T0" fmla="*/ 262 w 21"/>
                  <a:gd name="T1" fmla="*/ 0 h 30"/>
                  <a:gd name="T2" fmla="*/ 0 w 21"/>
                  <a:gd name="T3" fmla="*/ 881 h 30"/>
                  <a:gd name="T4" fmla="*/ 462 w 21"/>
                  <a:gd name="T5" fmla="*/ 267 h 30"/>
                  <a:gd name="T6" fmla="*/ 306 w 21"/>
                  <a:gd name="T7" fmla="*/ 3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12" y="0"/>
                    </a:moveTo>
                    <a:cubicBezTo>
                      <a:pt x="14" y="12"/>
                      <a:pt x="2" y="19"/>
                      <a:pt x="0" y="30"/>
                    </a:cubicBezTo>
                    <a:cubicBezTo>
                      <a:pt x="7" y="24"/>
                      <a:pt x="12" y="11"/>
                      <a:pt x="21" y="9"/>
                    </a:cubicBezTo>
                    <a:cubicBezTo>
                      <a:pt x="19" y="6"/>
                      <a:pt x="17" y="3"/>
                      <a:pt x="1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6" name="Freeform 165">
                <a:extLst>
                  <a:ext uri="{FF2B5EF4-FFF2-40B4-BE49-F238E27FC236}">
                    <a16:creationId xmlns:a16="http://schemas.microsoft.com/office/drawing/2014/main" id="{5A73679B-3035-4198-ACDE-477F94663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2214"/>
                <a:ext cx="45" cy="44"/>
              </a:xfrm>
              <a:custGeom>
                <a:avLst/>
                <a:gdLst>
                  <a:gd name="T0" fmla="*/ 398 w 24"/>
                  <a:gd name="T1" fmla="*/ 0 h 22"/>
                  <a:gd name="T2" fmla="*/ 0 w 24"/>
                  <a:gd name="T3" fmla="*/ 704 h 22"/>
                  <a:gd name="T4" fmla="*/ 555 w 24"/>
                  <a:gd name="T5" fmla="*/ 416 h 22"/>
                  <a:gd name="T6" fmla="*/ 467 w 24"/>
                  <a:gd name="T7" fmla="*/ 9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2">
                    <a:moveTo>
                      <a:pt x="17" y="0"/>
                    </a:moveTo>
                    <a:cubicBezTo>
                      <a:pt x="21" y="6"/>
                      <a:pt x="5" y="18"/>
                      <a:pt x="0" y="22"/>
                    </a:cubicBezTo>
                    <a:cubicBezTo>
                      <a:pt x="8" y="21"/>
                      <a:pt x="17" y="3"/>
                      <a:pt x="24" y="13"/>
                    </a:cubicBezTo>
                    <a:cubicBezTo>
                      <a:pt x="23" y="9"/>
                      <a:pt x="20" y="6"/>
                      <a:pt x="2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7" name="Freeform 166">
                <a:extLst>
                  <a:ext uri="{FF2B5EF4-FFF2-40B4-BE49-F238E27FC236}">
                    <a16:creationId xmlns:a16="http://schemas.microsoft.com/office/drawing/2014/main" id="{191EBFA8-D36A-4194-B9F5-749D964F2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2272"/>
                <a:ext cx="46" cy="41"/>
              </a:xfrm>
              <a:custGeom>
                <a:avLst/>
                <a:gdLst>
                  <a:gd name="T0" fmla="*/ 423 w 25"/>
                  <a:gd name="T1" fmla="*/ 0 h 21"/>
                  <a:gd name="T2" fmla="*/ 0 w 25"/>
                  <a:gd name="T3" fmla="*/ 595 h 21"/>
                  <a:gd name="T4" fmla="*/ 528 w 25"/>
                  <a:gd name="T5" fmla="*/ 336 h 21"/>
                  <a:gd name="T6" fmla="*/ 460 w 25"/>
                  <a:gd name="T7" fmla="*/ 8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1">
                    <a:moveTo>
                      <a:pt x="20" y="0"/>
                    </a:moveTo>
                    <a:cubicBezTo>
                      <a:pt x="21" y="10"/>
                      <a:pt x="6" y="16"/>
                      <a:pt x="0" y="21"/>
                    </a:cubicBezTo>
                    <a:cubicBezTo>
                      <a:pt x="7" y="21"/>
                      <a:pt x="19" y="9"/>
                      <a:pt x="25" y="12"/>
                    </a:cubicBezTo>
                    <a:cubicBezTo>
                      <a:pt x="25" y="9"/>
                      <a:pt x="23" y="5"/>
                      <a:pt x="22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8" name="Freeform 167">
                <a:extLst>
                  <a:ext uri="{FF2B5EF4-FFF2-40B4-BE49-F238E27FC236}">
                    <a16:creationId xmlns:a16="http://schemas.microsoft.com/office/drawing/2014/main" id="{6939454A-E47D-4C42-9F37-2CC9B968A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325"/>
                <a:ext cx="50" cy="51"/>
              </a:xfrm>
              <a:custGeom>
                <a:avLst/>
                <a:gdLst>
                  <a:gd name="T0" fmla="*/ 387 w 27"/>
                  <a:gd name="T1" fmla="*/ 0 h 26"/>
                  <a:gd name="T2" fmla="*/ 0 w 27"/>
                  <a:gd name="T3" fmla="*/ 753 h 26"/>
                  <a:gd name="T4" fmla="*/ 591 w 27"/>
                  <a:gd name="T5" fmla="*/ 400 h 26"/>
                  <a:gd name="T6" fmla="*/ 456 w 27"/>
                  <a:gd name="T7" fmla="*/ 9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6">
                    <a:moveTo>
                      <a:pt x="18" y="0"/>
                    </a:moveTo>
                    <a:cubicBezTo>
                      <a:pt x="24" y="7"/>
                      <a:pt x="4" y="22"/>
                      <a:pt x="0" y="26"/>
                    </a:cubicBezTo>
                    <a:cubicBezTo>
                      <a:pt x="10" y="24"/>
                      <a:pt x="15" y="13"/>
                      <a:pt x="27" y="14"/>
                    </a:cubicBezTo>
                    <a:cubicBezTo>
                      <a:pt x="25" y="10"/>
                      <a:pt x="22" y="7"/>
                      <a:pt x="21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9" name="Freeform 168">
                <a:extLst>
                  <a:ext uri="{FF2B5EF4-FFF2-40B4-BE49-F238E27FC236}">
                    <a16:creationId xmlns:a16="http://schemas.microsoft.com/office/drawing/2014/main" id="{C22029FC-8834-4D07-9290-FC81901B8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370"/>
                <a:ext cx="38" cy="62"/>
              </a:xfrm>
              <a:custGeom>
                <a:avLst/>
                <a:gdLst>
                  <a:gd name="T0" fmla="*/ 235 w 21"/>
                  <a:gd name="T1" fmla="*/ 0 h 31"/>
                  <a:gd name="T2" fmla="*/ 0 w 21"/>
                  <a:gd name="T3" fmla="*/ 992 h 31"/>
                  <a:gd name="T4" fmla="*/ 409 w 21"/>
                  <a:gd name="T5" fmla="*/ 192 h 31"/>
                  <a:gd name="T6" fmla="*/ 291 w 21"/>
                  <a:gd name="T7" fmla="*/ 3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12" y="0"/>
                    </a:moveTo>
                    <a:cubicBezTo>
                      <a:pt x="17" y="8"/>
                      <a:pt x="1" y="23"/>
                      <a:pt x="0" y="31"/>
                    </a:cubicBezTo>
                    <a:cubicBezTo>
                      <a:pt x="9" y="27"/>
                      <a:pt x="10" y="6"/>
                      <a:pt x="21" y="6"/>
                    </a:cubicBezTo>
                    <a:cubicBezTo>
                      <a:pt x="19" y="4"/>
                      <a:pt x="17" y="2"/>
                      <a:pt x="15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0" name="Freeform 169">
                <a:extLst>
                  <a:ext uri="{FF2B5EF4-FFF2-40B4-BE49-F238E27FC236}">
                    <a16:creationId xmlns:a16="http://schemas.microsoft.com/office/drawing/2014/main" id="{87A64046-210B-45D2-BAD9-33B330AC3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392"/>
                <a:ext cx="22" cy="71"/>
              </a:xfrm>
              <a:custGeom>
                <a:avLst/>
                <a:gdLst>
                  <a:gd name="T0" fmla="*/ 0 w 12"/>
                  <a:gd name="T1" fmla="*/ 63 h 36"/>
                  <a:gd name="T2" fmla="*/ 0 w 12"/>
                  <a:gd name="T3" fmla="*/ 1073 h 36"/>
                  <a:gd name="T4" fmla="*/ 81 w 12"/>
                  <a:gd name="T5" fmla="*/ 483 h 36"/>
                  <a:gd name="T6" fmla="*/ 68 w 12"/>
                  <a:gd name="T7" fmla="*/ 6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6">
                    <a:moveTo>
                      <a:pt x="0" y="2"/>
                    </a:moveTo>
                    <a:cubicBezTo>
                      <a:pt x="6" y="5"/>
                      <a:pt x="0" y="30"/>
                      <a:pt x="0" y="36"/>
                    </a:cubicBezTo>
                    <a:cubicBezTo>
                      <a:pt x="4" y="32"/>
                      <a:pt x="3" y="21"/>
                      <a:pt x="4" y="16"/>
                    </a:cubicBezTo>
                    <a:cubicBezTo>
                      <a:pt x="5" y="12"/>
                      <a:pt x="12" y="0"/>
                      <a:pt x="3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1" name="Freeform 170">
                <a:extLst>
                  <a:ext uri="{FF2B5EF4-FFF2-40B4-BE49-F238E27FC236}">
                    <a16:creationId xmlns:a16="http://schemas.microsoft.com/office/drawing/2014/main" id="{52AA197B-7E7A-47FE-A295-38831E7CF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396"/>
                <a:ext cx="33" cy="63"/>
              </a:xfrm>
              <a:custGeom>
                <a:avLst/>
                <a:gdLst>
                  <a:gd name="T0" fmla="*/ 0 w 18"/>
                  <a:gd name="T1" fmla="*/ 63 h 32"/>
                  <a:gd name="T2" fmla="*/ 193 w 18"/>
                  <a:gd name="T3" fmla="*/ 496 h 32"/>
                  <a:gd name="T4" fmla="*/ 354 w 18"/>
                  <a:gd name="T5" fmla="*/ 945 h 32"/>
                  <a:gd name="T6" fmla="*/ 149 w 18"/>
                  <a:gd name="T7" fmla="*/ 0 h 32"/>
                  <a:gd name="T8" fmla="*/ 44 w 18"/>
                  <a:gd name="T9" fmla="*/ 6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2">
                    <a:moveTo>
                      <a:pt x="0" y="2"/>
                    </a:moveTo>
                    <a:cubicBezTo>
                      <a:pt x="4" y="4"/>
                      <a:pt x="7" y="13"/>
                      <a:pt x="9" y="17"/>
                    </a:cubicBezTo>
                    <a:cubicBezTo>
                      <a:pt x="12" y="21"/>
                      <a:pt x="13" y="28"/>
                      <a:pt x="17" y="32"/>
                    </a:cubicBezTo>
                    <a:cubicBezTo>
                      <a:pt x="18" y="21"/>
                      <a:pt x="8" y="10"/>
                      <a:pt x="7" y="0"/>
                    </a:cubicBezTo>
                    <a:cubicBezTo>
                      <a:pt x="5" y="0"/>
                      <a:pt x="4" y="1"/>
                      <a:pt x="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2" name="Freeform 171">
                <a:extLst>
                  <a:ext uri="{FF2B5EF4-FFF2-40B4-BE49-F238E27FC236}">
                    <a16:creationId xmlns:a16="http://schemas.microsoft.com/office/drawing/2014/main" id="{7FEC280E-5E56-478E-A67B-DEC725138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2372"/>
                <a:ext cx="37" cy="42"/>
              </a:xfrm>
              <a:custGeom>
                <a:avLst/>
                <a:gdLst>
                  <a:gd name="T0" fmla="*/ 0 w 20"/>
                  <a:gd name="T1" fmla="*/ 160 h 21"/>
                  <a:gd name="T2" fmla="*/ 431 w 20"/>
                  <a:gd name="T3" fmla="*/ 672 h 21"/>
                  <a:gd name="T4" fmla="*/ 105 w 20"/>
                  <a:gd name="T5" fmla="*/ 0 h 21"/>
                  <a:gd name="T6" fmla="*/ 44 w 20"/>
                  <a:gd name="T7" fmla="*/ 12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0" y="5"/>
                    </a:moveTo>
                    <a:cubicBezTo>
                      <a:pt x="6" y="4"/>
                      <a:pt x="14" y="17"/>
                      <a:pt x="20" y="21"/>
                    </a:cubicBezTo>
                    <a:cubicBezTo>
                      <a:pt x="14" y="14"/>
                      <a:pt x="10" y="6"/>
                      <a:pt x="5" y="0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3" name="Freeform 172">
                <a:extLst>
                  <a:ext uri="{FF2B5EF4-FFF2-40B4-BE49-F238E27FC236}">
                    <a16:creationId xmlns:a16="http://schemas.microsoft.com/office/drawing/2014/main" id="{1D24A701-B100-4F1A-B8B0-460ABF327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331"/>
                <a:ext cx="33" cy="18"/>
              </a:xfrm>
              <a:custGeom>
                <a:avLst/>
                <a:gdLst>
                  <a:gd name="T0" fmla="*/ 24 w 18"/>
                  <a:gd name="T1" fmla="*/ 192 h 9"/>
                  <a:gd name="T2" fmla="*/ 376 w 18"/>
                  <a:gd name="T3" fmla="*/ 288 h 9"/>
                  <a:gd name="T4" fmla="*/ 44 w 18"/>
                  <a:gd name="T5" fmla="*/ 0 h 9"/>
                  <a:gd name="T6" fmla="*/ 0 w 18"/>
                  <a:gd name="T7" fmla="*/ 9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1" y="6"/>
                    </a:moveTo>
                    <a:cubicBezTo>
                      <a:pt x="4" y="2"/>
                      <a:pt x="14" y="8"/>
                      <a:pt x="18" y="9"/>
                    </a:cubicBezTo>
                    <a:cubicBezTo>
                      <a:pt x="12" y="6"/>
                      <a:pt x="6" y="4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4" name="Freeform 173">
                <a:extLst>
                  <a:ext uri="{FF2B5EF4-FFF2-40B4-BE49-F238E27FC236}">
                    <a16:creationId xmlns:a16="http://schemas.microsoft.com/office/drawing/2014/main" id="{B01B0E25-03F2-46CF-B2CE-4E6FB2B1E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2272"/>
                <a:ext cx="32" cy="19"/>
              </a:xfrm>
              <a:custGeom>
                <a:avLst/>
                <a:gdLst>
                  <a:gd name="T0" fmla="*/ 0 w 17"/>
                  <a:gd name="T1" fmla="*/ 173 h 10"/>
                  <a:gd name="T2" fmla="*/ 401 w 17"/>
                  <a:gd name="T3" fmla="*/ 245 h 10"/>
                  <a:gd name="T4" fmla="*/ 28 w 17"/>
                  <a:gd name="T5" fmla="*/ 0 h 10"/>
                  <a:gd name="T6" fmla="*/ 28 w 17"/>
                  <a:gd name="T7" fmla="*/ 14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0" y="7"/>
                    </a:moveTo>
                    <a:cubicBezTo>
                      <a:pt x="5" y="7"/>
                      <a:pt x="11" y="10"/>
                      <a:pt x="17" y="10"/>
                    </a:cubicBezTo>
                    <a:cubicBezTo>
                      <a:pt x="12" y="7"/>
                      <a:pt x="4" y="5"/>
                      <a:pt x="1" y="0"/>
                    </a:cubicBezTo>
                    <a:cubicBezTo>
                      <a:pt x="1" y="2"/>
                      <a:pt x="1" y="4"/>
                      <a:pt x="1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5" name="Freeform 174">
                <a:extLst>
                  <a:ext uri="{FF2B5EF4-FFF2-40B4-BE49-F238E27FC236}">
                    <a16:creationId xmlns:a16="http://schemas.microsoft.com/office/drawing/2014/main" id="{9DDA8F00-6868-4451-9DC3-B3D23B538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210"/>
                <a:ext cx="37" cy="24"/>
              </a:xfrm>
              <a:custGeom>
                <a:avLst/>
                <a:gdLst>
                  <a:gd name="T0" fmla="*/ 0 w 20"/>
                  <a:gd name="T1" fmla="*/ 352 h 12"/>
                  <a:gd name="T2" fmla="*/ 431 w 20"/>
                  <a:gd name="T3" fmla="*/ 384 h 12"/>
                  <a:gd name="T4" fmla="*/ 68 w 20"/>
                  <a:gd name="T5" fmla="*/ 0 h 12"/>
                  <a:gd name="T6" fmla="*/ 44 w 20"/>
                  <a:gd name="T7" fmla="*/ 2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0" y="11"/>
                    </a:moveTo>
                    <a:cubicBezTo>
                      <a:pt x="2" y="4"/>
                      <a:pt x="16" y="11"/>
                      <a:pt x="20" y="12"/>
                    </a:cubicBezTo>
                    <a:cubicBezTo>
                      <a:pt x="16" y="11"/>
                      <a:pt x="6" y="5"/>
                      <a:pt x="3" y="0"/>
                    </a:cubicBezTo>
                    <a:cubicBezTo>
                      <a:pt x="4" y="2"/>
                      <a:pt x="3" y="4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6" name="Freeform 175">
                <a:extLst>
                  <a:ext uri="{FF2B5EF4-FFF2-40B4-BE49-F238E27FC236}">
                    <a16:creationId xmlns:a16="http://schemas.microsoft.com/office/drawing/2014/main" id="{04399D22-7556-4D85-8A5F-375F7ED12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153"/>
                <a:ext cx="41" cy="30"/>
              </a:xfrm>
              <a:custGeom>
                <a:avLst/>
                <a:gdLst>
                  <a:gd name="T0" fmla="*/ 0 w 22"/>
                  <a:gd name="T1" fmla="*/ 352 h 15"/>
                  <a:gd name="T2" fmla="*/ 494 w 22"/>
                  <a:gd name="T3" fmla="*/ 480 h 15"/>
                  <a:gd name="T4" fmla="*/ 73 w 22"/>
                  <a:gd name="T5" fmla="*/ 0 h 15"/>
                  <a:gd name="T6" fmla="*/ 45 w 22"/>
                  <a:gd name="T7" fmla="*/ 16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">
                    <a:moveTo>
                      <a:pt x="0" y="11"/>
                    </a:moveTo>
                    <a:cubicBezTo>
                      <a:pt x="0" y="3"/>
                      <a:pt x="18" y="14"/>
                      <a:pt x="22" y="15"/>
                    </a:cubicBezTo>
                    <a:cubicBezTo>
                      <a:pt x="16" y="9"/>
                      <a:pt x="8" y="6"/>
                      <a:pt x="3" y="0"/>
                    </a:cubicBezTo>
                    <a:cubicBezTo>
                      <a:pt x="3" y="1"/>
                      <a:pt x="2" y="3"/>
                      <a:pt x="2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7" name="Freeform 176">
                <a:extLst>
                  <a:ext uri="{FF2B5EF4-FFF2-40B4-BE49-F238E27FC236}">
                    <a16:creationId xmlns:a16="http://schemas.microsoft.com/office/drawing/2014/main" id="{6BF958EE-A735-4556-9F27-65C77DD0B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094"/>
                <a:ext cx="42" cy="57"/>
              </a:xfrm>
              <a:custGeom>
                <a:avLst/>
                <a:gdLst>
                  <a:gd name="T0" fmla="*/ 0 w 23"/>
                  <a:gd name="T1" fmla="*/ 267 h 29"/>
                  <a:gd name="T2" fmla="*/ 469 w 23"/>
                  <a:gd name="T3" fmla="*/ 849 h 29"/>
                  <a:gd name="T4" fmla="*/ 163 w 23"/>
                  <a:gd name="T5" fmla="*/ 0 h 29"/>
                  <a:gd name="T6" fmla="*/ 24 w 23"/>
                  <a:gd name="T7" fmla="*/ 18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0" y="9"/>
                    </a:moveTo>
                    <a:cubicBezTo>
                      <a:pt x="6" y="3"/>
                      <a:pt x="17" y="25"/>
                      <a:pt x="23" y="29"/>
                    </a:cubicBezTo>
                    <a:cubicBezTo>
                      <a:pt x="20" y="18"/>
                      <a:pt x="7" y="13"/>
                      <a:pt x="8" y="0"/>
                    </a:cubicBezTo>
                    <a:cubicBezTo>
                      <a:pt x="6" y="2"/>
                      <a:pt x="3" y="4"/>
                      <a:pt x="1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8" name="Freeform 177">
                <a:extLst>
                  <a:ext uri="{FF2B5EF4-FFF2-40B4-BE49-F238E27FC236}">
                    <a16:creationId xmlns:a16="http://schemas.microsoft.com/office/drawing/2014/main" id="{4B3D04DE-54D9-4D4C-ACB4-5B8180359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072"/>
                <a:ext cx="30" cy="69"/>
              </a:xfrm>
              <a:custGeom>
                <a:avLst/>
                <a:gdLst>
                  <a:gd name="T0" fmla="*/ 0 w 16"/>
                  <a:gd name="T1" fmla="*/ 32 h 35"/>
                  <a:gd name="T2" fmla="*/ 285 w 16"/>
                  <a:gd name="T3" fmla="*/ 1041 h 35"/>
                  <a:gd name="T4" fmla="*/ 257 w 16"/>
                  <a:gd name="T5" fmla="*/ 0 h 35"/>
                  <a:gd name="T6" fmla="*/ 73 w 1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5">
                    <a:moveTo>
                      <a:pt x="0" y="1"/>
                    </a:moveTo>
                    <a:cubicBezTo>
                      <a:pt x="11" y="0"/>
                      <a:pt x="8" y="28"/>
                      <a:pt x="12" y="35"/>
                    </a:cubicBezTo>
                    <a:cubicBezTo>
                      <a:pt x="16" y="26"/>
                      <a:pt x="8" y="10"/>
                      <a:pt x="11" y="0"/>
                    </a:cubicBezTo>
                    <a:cubicBezTo>
                      <a:pt x="9" y="0"/>
                      <a:pt x="6" y="0"/>
                      <a:pt x="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9" name="Freeform 178">
                <a:extLst>
                  <a:ext uri="{FF2B5EF4-FFF2-40B4-BE49-F238E27FC236}">
                    <a16:creationId xmlns:a16="http://schemas.microsoft.com/office/drawing/2014/main" id="{2A3688C4-B45A-4CAF-93E7-B331BB992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108"/>
                <a:ext cx="35" cy="47"/>
              </a:xfrm>
              <a:custGeom>
                <a:avLst/>
                <a:gdLst>
                  <a:gd name="T0" fmla="*/ 230 w 19"/>
                  <a:gd name="T1" fmla="*/ 0 h 24"/>
                  <a:gd name="T2" fmla="*/ 230 w 19"/>
                  <a:gd name="T3" fmla="*/ 180 h 24"/>
                  <a:gd name="T4" fmla="*/ 125 w 19"/>
                  <a:gd name="T5" fmla="*/ 429 h 24"/>
                  <a:gd name="T6" fmla="*/ 0 w 19"/>
                  <a:gd name="T7" fmla="*/ 691 h 24"/>
                  <a:gd name="T8" fmla="*/ 230 w 19"/>
                  <a:gd name="T9" fmla="*/ 429 h 24"/>
                  <a:gd name="T10" fmla="*/ 400 w 19"/>
                  <a:gd name="T11" fmla="*/ 368 h 24"/>
                  <a:gd name="T12" fmla="*/ 274 w 19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4">
                    <a:moveTo>
                      <a:pt x="11" y="0"/>
                    </a:moveTo>
                    <a:cubicBezTo>
                      <a:pt x="11" y="2"/>
                      <a:pt x="12" y="4"/>
                      <a:pt x="11" y="6"/>
                    </a:cubicBezTo>
                    <a:cubicBezTo>
                      <a:pt x="10" y="10"/>
                      <a:pt x="8" y="12"/>
                      <a:pt x="6" y="15"/>
                    </a:cubicBezTo>
                    <a:cubicBezTo>
                      <a:pt x="4" y="18"/>
                      <a:pt x="2" y="21"/>
                      <a:pt x="0" y="24"/>
                    </a:cubicBezTo>
                    <a:cubicBezTo>
                      <a:pt x="4" y="23"/>
                      <a:pt x="8" y="18"/>
                      <a:pt x="11" y="15"/>
                    </a:cubicBezTo>
                    <a:cubicBezTo>
                      <a:pt x="13" y="13"/>
                      <a:pt x="15" y="13"/>
                      <a:pt x="19" y="13"/>
                    </a:cubicBezTo>
                    <a:cubicBezTo>
                      <a:pt x="18" y="9"/>
                      <a:pt x="15" y="4"/>
                      <a:pt x="1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0" name="Freeform 179">
                <a:extLst>
                  <a:ext uri="{FF2B5EF4-FFF2-40B4-BE49-F238E27FC236}">
                    <a16:creationId xmlns:a16="http://schemas.microsoft.com/office/drawing/2014/main" id="{E3546E6F-9523-45AF-BEF8-DB3B7CB13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157"/>
                <a:ext cx="34" cy="46"/>
              </a:xfrm>
              <a:custGeom>
                <a:avLst/>
                <a:gdLst>
                  <a:gd name="T0" fmla="*/ 272 w 18"/>
                  <a:gd name="T1" fmla="*/ 0 h 23"/>
                  <a:gd name="T2" fmla="*/ 0 w 18"/>
                  <a:gd name="T3" fmla="*/ 736 h 23"/>
                  <a:gd name="T4" fmla="*/ 213 w 18"/>
                  <a:gd name="T5" fmla="*/ 416 h 23"/>
                  <a:gd name="T6" fmla="*/ 433 w 18"/>
                  <a:gd name="T7" fmla="*/ 256 h 23"/>
                  <a:gd name="T8" fmla="*/ 317 w 18"/>
                  <a:gd name="T9" fmla="*/ 9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1" y="0"/>
                    </a:moveTo>
                    <a:cubicBezTo>
                      <a:pt x="15" y="8"/>
                      <a:pt x="3" y="16"/>
                      <a:pt x="0" y="23"/>
                    </a:cubicBezTo>
                    <a:cubicBezTo>
                      <a:pt x="3" y="20"/>
                      <a:pt x="6" y="16"/>
                      <a:pt x="9" y="13"/>
                    </a:cubicBezTo>
                    <a:cubicBezTo>
                      <a:pt x="11" y="10"/>
                      <a:pt x="14" y="7"/>
                      <a:pt x="18" y="8"/>
                    </a:cubicBezTo>
                    <a:cubicBezTo>
                      <a:pt x="17" y="6"/>
                      <a:pt x="14" y="4"/>
                      <a:pt x="13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1" name="Freeform 180">
                <a:extLst>
                  <a:ext uri="{FF2B5EF4-FFF2-40B4-BE49-F238E27FC236}">
                    <a16:creationId xmlns:a16="http://schemas.microsoft.com/office/drawing/2014/main" id="{070C42B9-A806-41C7-B019-E26726798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181"/>
                <a:ext cx="21" cy="71"/>
              </a:xfrm>
              <a:custGeom>
                <a:avLst/>
                <a:gdLst>
                  <a:gd name="T0" fmla="*/ 0 w 11"/>
                  <a:gd name="T1" fmla="*/ 63 h 36"/>
                  <a:gd name="T2" fmla="*/ 105 w 11"/>
                  <a:gd name="T3" fmla="*/ 245 h 36"/>
                  <a:gd name="T4" fmla="*/ 132 w 11"/>
                  <a:gd name="T5" fmla="*/ 684 h 36"/>
                  <a:gd name="T6" fmla="*/ 176 w 11"/>
                  <a:gd name="T7" fmla="*/ 1073 h 36"/>
                  <a:gd name="T8" fmla="*/ 176 w 11"/>
                  <a:gd name="T9" fmla="*/ 744 h 36"/>
                  <a:gd name="T10" fmla="*/ 200 w 11"/>
                  <a:gd name="T11" fmla="*/ 300 h 36"/>
                  <a:gd name="T12" fmla="*/ 252 w 11"/>
                  <a:gd name="T13" fmla="*/ 63 h 36"/>
                  <a:gd name="T14" fmla="*/ 55 w 11"/>
                  <a:gd name="T15" fmla="*/ 63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36">
                    <a:moveTo>
                      <a:pt x="0" y="2"/>
                    </a:moveTo>
                    <a:cubicBezTo>
                      <a:pt x="3" y="4"/>
                      <a:pt x="4" y="4"/>
                      <a:pt x="4" y="8"/>
                    </a:cubicBezTo>
                    <a:cubicBezTo>
                      <a:pt x="4" y="13"/>
                      <a:pt x="5" y="18"/>
                      <a:pt x="5" y="23"/>
                    </a:cubicBezTo>
                    <a:cubicBezTo>
                      <a:pt x="5" y="26"/>
                      <a:pt x="4" y="34"/>
                      <a:pt x="7" y="36"/>
                    </a:cubicBezTo>
                    <a:cubicBezTo>
                      <a:pt x="7" y="33"/>
                      <a:pt x="6" y="29"/>
                      <a:pt x="7" y="25"/>
                    </a:cubicBezTo>
                    <a:cubicBezTo>
                      <a:pt x="8" y="20"/>
                      <a:pt x="8" y="15"/>
                      <a:pt x="8" y="10"/>
                    </a:cubicBezTo>
                    <a:cubicBezTo>
                      <a:pt x="9" y="8"/>
                      <a:pt x="11" y="3"/>
                      <a:pt x="10" y="2"/>
                    </a:cubicBezTo>
                    <a:cubicBezTo>
                      <a:pt x="8" y="0"/>
                      <a:pt x="3" y="2"/>
                      <a:pt x="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2" name="Freeform 181">
                <a:extLst>
                  <a:ext uri="{FF2B5EF4-FFF2-40B4-BE49-F238E27FC236}">
                    <a16:creationId xmlns:a16="http://schemas.microsoft.com/office/drawing/2014/main" id="{FD300858-5DC6-40A2-9193-0C6BE00FA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167"/>
                <a:ext cx="37" cy="51"/>
              </a:xfrm>
              <a:custGeom>
                <a:avLst/>
                <a:gdLst>
                  <a:gd name="T0" fmla="*/ 0 w 20"/>
                  <a:gd name="T1" fmla="*/ 180 h 26"/>
                  <a:gd name="T2" fmla="*/ 278 w 20"/>
                  <a:gd name="T3" fmla="*/ 520 h 26"/>
                  <a:gd name="T4" fmla="*/ 431 w 20"/>
                  <a:gd name="T5" fmla="*/ 753 h 26"/>
                  <a:gd name="T6" fmla="*/ 329 w 20"/>
                  <a:gd name="T7" fmla="*/ 492 h 26"/>
                  <a:gd name="T8" fmla="*/ 222 w 20"/>
                  <a:gd name="T9" fmla="*/ 235 h 26"/>
                  <a:gd name="T10" fmla="*/ 44 w 20"/>
                  <a:gd name="T11" fmla="*/ 18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0" y="6"/>
                    </a:moveTo>
                    <a:cubicBezTo>
                      <a:pt x="6" y="6"/>
                      <a:pt x="10" y="13"/>
                      <a:pt x="13" y="18"/>
                    </a:cubicBezTo>
                    <a:cubicBezTo>
                      <a:pt x="15" y="21"/>
                      <a:pt x="17" y="25"/>
                      <a:pt x="20" y="26"/>
                    </a:cubicBezTo>
                    <a:cubicBezTo>
                      <a:pt x="20" y="23"/>
                      <a:pt x="17" y="20"/>
                      <a:pt x="15" y="17"/>
                    </a:cubicBezTo>
                    <a:cubicBezTo>
                      <a:pt x="14" y="14"/>
                      <a:pt x="12" y="11"/>
                      <a:pt x="10" y="8"/>
                    </a:cubicBezTo>
                    <a:cubicBezTo>
                      <a:pt x="8" y="4"/>
                      <a:pt x="5" y="0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3" name="Freeform 182">
                <a:extLst>
                  <a:ext uri="{FF2B5EF4-FFF2-40B4-BE49-F238E27FC236}">
                    <a16:creationId xmlns:a16="http://schemas.microsoft.com/office/drawing/2014/main" id="{7D36E5CF-4167-4E5E-BEF2-758858608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125"/>
                <a:ext cx="37" cy="32"/>
              </a:xfrm>
              <a:custGeom>
                <a:avLst/>
                <a:gdLst>
                  <a:gd name="T0" fmla="*/ 0 w 20"/>
                  <a:gd name="T1" fmla="*/ 320 h 16"/>
                  <a:gd name="T2" fmla="*/ 81 w 20"/>
                  <a:gd name="T3" fmla="*/ 224 h 16"/>
                  <a:gd name="T4" fmla="*/ 261 w 20"/>
                  <a:gd name="T5" fmla="*/ 352 h 16"/>
                  <a:gd name="T6" fmla="*/ 431 w 20"/>
                  <a:gd name="T7" fmla="*/ 512 h 16"/>
                  <a:gd name="T8" fmla="*/ 105 w 20"/>
                  <a:gd name="T9" fmla="*/ 0 h 16"/>
                  <a:gd name="T10" fmla="*/ 0 w 20"/>
                  <a:gd name="T11" fmla="*/ 22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10"/>
                    </a:moveTo>
                    <a:cubicBezTo>
                      <a:pt x="1" y="9"/>
                      <a:pt x="2" y="7"/>
                      <a:pt x="4" y="7"/>
                    </a:cubicBezTo>
                    <a:cubicBezTo>
                      <a:pt x="6" y="7"/>
                      <a:pt x="10" y="10"/>
                      <a:pt x="12" y="11"/>
                    </a:cubicBezTo>
                    <a:cubicBezTo>
                      <a:pt x="15" y="13"/>
                      <a:pt x="17" y="15"/>
                      <a:pt x="20" y="16"/>
                    </a:cubicBezTo>
                    <a:cubicBezTo>
                      <a:pt x="15" y="11"/>
                      <a:pt x="9" y="6"/>
                      <a:pt x="5" y="0"/>
                    </a:cubicBez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4" name="Freeform 183">
                <a:extLst>
                  <a:ext uri="{FF2B5EF4-FFF2-40B4-BE49-F238E27FC236}">
                    <a16:creationId xmlns:a16="http://schemas.microsoft.com/office/drawing/2014/main" id="{94B2AF29-510C-4CE2-97A7-1816178C8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76"/>
                <a:ext cx="41" cy="49"/>
              </a:xfrm>
              <a:custGeom>
                <a:avLst/>
                <a:gdLst>
                  <a:gd name="T0" fmla="*/ 0 w 22"/>
                  <a:gd name="T1" fmla="*/ 235 h 25"/>
                  <a:gd name="T2" fmla="*/ 136 w 22"/>
                  <a:gd name="T3" fmla="*/ 235 h 25"/>
                  <a:gd name="T4" fmla="*/ 309 w 22"/>
                  <a:gd name="T5" fmla="*/ 488 h 25"/>
                  <a:gd name="T6" fmla="*/ 494 w 22"/>
                  <a:gd name="T7" fmla="*/ 721 h 25"/>
                  <a:gd name="T8" fmla="*/ 265 w 22"/>
                  <a:gd name="T9" fmla="*/ 323 h 25"/>
                  <a:gd name="T10" fmla="*/ 157 w 22"/>
                  <a:gd name="T11" fmla="*/ 0 h 25"/>
                  <a:gd name="T12" fmla="*/ 45 w 22"/>
                  <a:gd name="T13" fmla="*/ 18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5">
                    <a:moveTo>
                      <a:pt x="0" y="8"/>
                    </a:moveTo>
                    <a:cubicBezTo>
                      <a:pt x="3" y="6"/>
                      <a:pt x="4" y="6"/>
                      <a:pt x="6" y="8"/>
                    </a:cubicBezTo>
                    <a:cubicBezTo>
                      <a:pt x="9" y="11"/>
                      <a:pt x="11" y="14"/>
                      <a:pt x="14" y="17"/>
                    </a:cubicBezTo>
                    <a:cubicBezTo>
                      <a:pt x="17" y="19"/>
                      <a:pt x="19" y="23"/>
                      <a:pt x="22" y="25"/>
                    </a:cubicBezTo>
                    <a:cubicBezTo>
                      <a:pt x="19" y="20"/>
                      <a:pt x="15" y="16"/>
                      <a:pt x="12" y="11"/>
                    </a:cubicBezTo>
                    <a:cubicBezTo>
                      <a:pt x="9" y="8"/>
                      <a:pt x="7" y="4"/>
                      <a:pt x="7" y="0"/>
                    </a:cubicBezTo>
                    <a:cubicBezTo>
                      <a:pt x="5" y="1"/>
                      <a:pt x="4" y="4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5" name="Freeform 184">
                <a:extLst>
                  <a:ext uri="{FF2B5EF4-FFF2-40B4-BE49-F238E27FC236}">
                    <a16:creationId xmlns:a16="http://schemas.microsoft.com/office/drawing/2014/main" id="{CDDFA6D6-389A-4F03-B631-BC72A1513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048"/>
                <a:ext cx="35" cy="72"/>
              </a:xfrm>
              <a:custGeom>
                <a:avLst/>
                <a:gdLst>
                  <a:gd name="T0" fmla="*/ 0 w 19"/>
                  <a:gd name="T1" fmla="*/ 96 h 36"/>
                  <a:gd name="T2" fmla="*/ 258 w 19"/>
                  <a:gd name="T3" fmla="*/ 640 h 36"/>
                  <a:gd name="T4" fmla="*/ 326 w 19"/>
                  <a:gd name="T5" fmla="*/ 1152 h 36"/>
                  <a:gd name="T6" fmla="*/ 298 w 19"/>
                  <a:gd name="T7" fmla="*/ 448 h 36"/>
                  <a:gd name="T8" fmla="*/ 400 w 19"/>
                  <a:gd name="T9" fmla="*/ 64 h 36"/>
                  <a:gd name="T10" fmla="*/ 230 w 19"/>
                  <a:gd name="T11" fmla="*/ 32 h 36"/>
                  <a:gd name="T12" fmla="*/ 68 w 19"/>
                  <a:gd name="T13" fmla="*/ 9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6">
                    <a:moveTo>
                      <a:pt x="0" y="3"/>
                    </a:moveTo>
                    <a:cubicBezTo>
                      <a:pt x="9" y="0"/>
                      <a:pt x="11" y="15"/>
                      <a:pt x="12" y="20"/>
                    </a:cubicBezTo>
                    <a:cubicBezTo>
                      <a:pt x="12" y="24"/>
                      <a:pt x="12" y="33"/>
                      <a:pt x="15" y="36"/>
                    </a:cubicBezTo>
                    <a:cubicBezTo>
                      <a:pt x="16" y="29"/>
                      <a:pt x="14" y="22"/>
                      <a:pt x="14" y="14"/>
                    </a:cubicBezTo>
                    <a:cubicBezTo>
                      <a:pt x="14" y="10"/>
                      <a:pt x="14" y="4"/>
                      <a:pt x="19" y="2"/>
                    </a:cubicBezTo>
                    <a:cubicBezTo>
                      <a:pt x="16" y="1"/>
                      <a:pt x="14" y="1"/>
                      <a:pt x="11" y="1"/>
                    </a:cubicBezTo>
                    <a:cubicBezTo>
                      <a:pt x="8" y="1"/>
                      <a:pt x="6" y="3"/>
                      <a:pt x="3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6" name="Freeform 185">
                <a:extLst>
                  <a:ext uri="{FF2B5EF4-FFF2-40B4-BE49-F238E27FC236}">
                    <a16:creationId xmlns:a16="http://schemas.microsoft.com/office/drawing/2014/main" id="{E4E05278-47CD-46C8-9A13-BE19CDBB5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60"/>
                <a:ext cx="42" cy="69"/>
              </a:xfrm>
              <a:custGeom>
                <a:avLst/>
                <a:gdLst>
                  <a:gd name="T0" fmla="*/ 124 w 23"/>
                  <a:gd name="T1" fmla="*/ 0 h 35"/>
                  <a:gd name="T2" fmla="*/ 24 w 23"/>
                  <a:gd name="T3" fmla="*/ 1041 h 35"/>
                  <a:gd name="T4" fmla="*/ 124 w 23"/>
                  <a:gd name="T5" fmla="*/ 796 h 35"/>
                  <a:gd name="T6" fmla="*/ 243 w 23"/>
                  <a:gd name="T7" fmla="*/ 481 h 35"/>
                  <a:gd name="T8" fmla="*/ 469 w 23"/>
                  <a:gd name="T9" fmla="*/ 268 h 35"/>
                  <a:gd name="T10" fmla="*/ 298 w 23"/>
                  <a:gd name="T11" fmla="*/ 124 h 35"/>
                  <a:gd name="T12" fmla="*/ 146 w 2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5">
                    <a:moveTo>
                      <a:pt x="6" y="0"/>
                    </a:moveTo>
                    <a:cubicBezTo>
                      <a:pt x="19" y="3"/>
                      <a:pt x="0" y="28"/>
                      <a:pt x="1" y="35"/>
                    </a:cubicBezTo>
                    <a:cubicBezTo>
                      <a:pt x="3" y="33"/>
                      <a:pt x="5" y="30"/>
                      <a:pt x="6" y="27"/>
                    </a:cubicBezTo>
                    <a:cubicBezTo>
                      <a:pt x="8" y="24"/>
                      <a:pt x="10" y="20"/>
                      <a:pt x="12" y="16"/>
                    </a:cubicBezTo>
                    <a:cubicBezTo>
                      <a:pt x="13" y="13"/>
                      <a:pt x="18" y="6"/>
                      <a:pt x="23" y="9"/>
                    </a:cubicBezTo>
                    <a:cubicBezTo>
                      <a:pt x="21" y="7"/>
                      <a:pt x="17" y="5"/>
                      <a:pt x="15" y="4"/>
                    </a:cubicBezTo>
                    <a:cubicBezTo>
                      <a:pt x="13" y="3"/>
                      <a:pt x="9" y="0"/>
                      <a:pt x="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7" name="Freeform 186">
                <a:extLst>
                  <a:ext uri="{FF2B5EF4-FFF2-40B4-BE49-F238E27FC236}">
                    <a16:creationId xmlns:a16="http://schemas.microsoft.com/office/drawing/2014/main" id="{183B6E18-1875-450A-8D06-CB57970E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118"/>
                <a:ext cx="50" cy="45"/>
              </a:xfrm>
              <a:custGeom>
                <a:avLst/>
                <a:gdLst>
                  <a:gd name="T0" fmla="*/ 363 w 27"/>
                  <a:gd name="T1" fmla="*/ 0 h 23"/>
                  <a:gd name="T2" fmla="*/ 222 w 27"/>
                  <a:gd name="T3" fmla="*/ 428 h 23"/>
                  <a:gd name="T4" fmla="*/ 0 w 27"/>
                  <a:gd name="T5" fmla="*/ 628 h 23"/>
                  <a:gd name="T6" fmla="*/ 178 w 27"/>
                  <a:gd name="T7" fmla="*/ 509 h 23"/>
                  <a:gd name="T8" fmla="*/ 330 w 27"/>
                  <a:gd name="T9" fmla="*/ 397 h 23"/>
                  <a:gd name="T10" fmla="*/ 456 w 27"/>
                  <a:gd name="T11" fmla="*/ 368 h 23"/>
                  <a:gd name="T12" fmla="*/ 591 w 27"/>
                  <a:gd name="T13" fmla="*/ 456 h 23"/>
                  <a:gd name="T14" fmla="*/ 483 w 27"/>
                  <a:gd name="T15" fmla="*/ 260 h 23"/>
                  <a:gd name="T16" fmla="*/ 387 w 27"/>
                  <a:gd name="T17" fmla="*/ 6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3">
                    <a:moveTo>
                      <a:pt x="17" y="0"/>
                    </a:moveTo>
                    <a:cubicBezTo>
                      <a:pt x="21" y="6"/>
                      <a:pt x="14" y="12"/>
                      <a:pt x="10" y="15"/>
                    </a:cubicBezTo>
                    <a:cubicBezTo>
                      <a:pt x="8" y="16"/>
                      <a:pt x="0" y="20"/>
                      <a:pt x="0" y="22"/>
                    </a:cubicBezTo>
                    <a:cubicBezTo>
                      <a:pt x="2" y="23"/>
                      <a:pt x="6" y="19"/>
                      <a:pt x="8" y="18"/>
                    </a:cubicBezTo>
                    <a:cubicBezTo>
                      <a:pt x="10" y="17"/>
                      <a:pt x="12" y="15"/>
                      <a:pt x="15" y="14"/>
                    </a:cubicBezTo>
                    <a:cubicBezTo>
                      <a:pt x="17" y="13"/>
                      <a:pt x="19" y="12"/>
                      <a:pt x="21" y="13"/>
                    </a:cubicBezTo>
                    <a:cubicBezTo>
                      <a:pt x="24" y="13"/>
                      <a:pt x="25" y="15"/>
                      <a:pt x="27" y="16"/>
                    </a:cubicBezTo>
                    <a:cubicBezTo>
                      <a:pt x="26" y="14"/>
                      <a:pt x="24" y="11"/>
                      <a:pt x="22" y="9"/>
                    </a:cubicBezTo>
                    <a:cubicBezTo>
                      <a:pt x="21" y="7"/>
                      <a:pt x="20" y="3"/>
                      <a:pt x="18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8" name="Freeform 187">
                <a:extLst>
                  <a:ext uri="{FF2B5EF4-FFF2-40B4-BE49-F238E27FC236}">
                    <a16:creationId xmlns:a16="http://schemas.microsoft.com/office/drawing/2014/main" id="{A67C3C59-01A4-4241-9C6E-CFCEBB700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191"/>
                <a:ext cx="48" cy="35"/>
              </a:xfrm>
              <a:custGeom>
                <a:avLst/>
                <a:gdLst>
                  <a:gd name="T0" fmla="*/ 454 w 26"/>
                  <a:gd name="T1" fmla="*/ 0 h 18"/>
                  <a:gd name="T2" fmla="*/ 277 w 26"/>
                  <a:gd name="T3" fmla="*/ 272 h 18"/>
                  <a:gd name="T4" fmla="*/ 0 w 26"/>
                  <a:gd name="T5" fmla="*/ 412 h 18"/>
                  <a:gd name="T6" fmla="*/ 347 w 26"/>
                  <a:gd name="T7" fmla="*/ 303 h 18"/>
                  <a:gd name="T8" fmla="*/ 559 w 26"/>
                  <a:gd name="T9" fmla="*/ 389 h 18"/>
                  <a:gd name="T10" fmla="*/ 511 w 26"/>
                  <a:gd name="T11" fmla="*/ 200 h 18"/>
                  <a:gd name="T12" fmla="*/ 476 w 26"/>
                  <a:gd name="T13" fmla="*/ 3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21" y="0"/>
                    </a:moveTo>
                    <a:cubicBezTo>
                      <a:pt x="21" y="6"/>
                      <a:pt x="17" y="7"/>
                      <a:pt x="13" y="10"/>
                    </a:cubicBezTo>
                    <a:cubicBezTo>
                      <a:pt x="9" y="12"/>
                      <a:pt x="4" y="13"/>
                      <a:pt x="0" y="15"/>
                    </a:cubicBezTo>
                    <a:cubicBezTo>
                      <a:pt x="4" y="18"/>
                      <a:pt x="12" y="12"/>
                      <a:pt x="16" y="11"/>
                    </a:cubicBezTo>
                    <a:cubicBezTo>
                      <a:pt x="21" y="9"/>
                      <a:pt x="23" y="11"/>
                      <a:pt x="26" y="14"/>
                    </a:cubicBezTo>
                    <a:cubicBezTo>
                      <a:pt x="25" y="12"/>
                      <a:pt x="25" y="10"/>
                      <a:pt x="24" y="7"/>
                    </a:cubicBezTo>
                    <a:cubicBezTo>
                      <a:pt x="24" y="5"/>
                      <a:pt x="22" y="3"/>
                      <a:pt x="22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9" name="Freeform 188">
                <a:extLst>
                  <a:ext uri="{FF2B5EF4-FFF2-40B4-BE49-F238E27FC236}">
                    <a16:creationId xmlns:a16="http://schemas.microsoft.com/office/drawing/2014/main" id="{4A0AA9F8-98A9-414B-B272-0E40FCA42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242"/>
                <a:ext cx="47" cy="45"/>
              </a:xfrm>
              <a:custGeom>
                <a:avLst/>
                <a:gdLst>
                  <a:gd name="T0" fmla="*/ 453 w 25"/>
                  <a:gd name="T1" fmla="*/ 0 h 23"/>
                  <a:gd name="T2" fmla="*/ 0 w 25"/>
                  <a:gd name="T3" fmla="*/ 659 h 23"/>
                  <a:gd name="T4" fmla="*/ 583 w 25"/>
                  <a:gd name="T5" fmla="*/ 428 h 23"/>
                  <a:gd name="T6" fmla="*/ 470 w 25"/>
                  <a:gd name="T7" fmla="*/ 6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3">
                    <a:moveTo>
                      <a:pt x="19" y="0"/>
                    </a:moveTo>
                    <a:cubicBezTo>
                      <a:pt x="25" y="10"/>
                      <a:pt x="4" y="17"/>
                      <a:pt x="0" y="23"/>
                    </a:cubicBezTo>
                    <a:cubicBezTo>
                      <a:pt x="8" y="18"/>
                      <a:pt x="15" y="10"/>
                      <a:pt x="25" y="15"/>
                    </a:cubicBezTo>
                    <a:cubicBezTo>
                      <a:pt x="22" y="11"/>
                      <a:pt x="22" y="6"/>
                      <a:pt x="2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0" name="Freeform 189">
                <a:extLst>
                  <a:ext uri="{FF2B5EF4-FFF2-40B4-BE49-F238E27FC236}">
                    <a16:creationId xmlns:a16="http://schemas.microsoft.com/office/drawing/2014/main" id="{8CAD1E4E-FFE8-4459-95F4-AF88D5FAF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293"/>
                <a:ext cx="45" cy="62"/>
              </a:xfrm>
              <a:custGeom>
                <a:avLst/>
                <a:gdLst>
                  <a:gd name="T0" fmla="*/ 398 w 24"/>
                  <a:gd name="T1" fmla="*/ 0 h 31"/>
                  <a:gd name="T2" fmla="*/ 398 w 24"/>
                  <a:gd name="T3" fmla="*/ 224 h 31"/>
                  <a:gd name="T4" fmla="*/ 257 w 24"/>
                  <a:gd name="T5" fmla="*/ 544 h 31"/>
                  <a:gd name="T6" fmla="*/ 0 w 24"/>
                  <a:gd name="T7" fmla="*/ 992 h 31"/>
                  <a:gd name="T8" fmla="*/ 285 w 24"/>
                  <a:gd name="T9" fmla="*/ 576 h 31"/>
                  <a:gd name="T10" fmla="*/ 555 w 24"/>
                  <a:gd name="T11" fmla="*/ 320 h 31"/>
                  <a:gd name="T12" fmla="*/ 422 w 24"/>
                  <a:gd name="T13" fmla="*/ 3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1">
                    <a:moveTo>
                      <a:pt x="17" y="0"/>
                    </a:moveTo>
                    <a:cubicBezTo>
                      <a:pt x="18" y="3"/>
                      <a:pt x="18" y="4"/>
                      <a:pt x="17" y="7"/>
                    </a:cubicBezTo>
                    <a:cubicBezTo>
                      <a:pt x="15" y="11"/>
                      <a:pt x="13" y="14"/>
                      <a:pt x="11" y="17"/>
                    </a:cubicBezTo>
                    <a:cubicBezTo>
                      <a:pt x="7" y="21"/>
                      <a:pt x="3" y="26"/>
                      <a:pt x="0" y="31"/>
                    </a:cubicBezTo>
                    <a:cubicBezTo>
                      <a:pt x="4" y="26"/>
                      <a:pt x="9" y="22"/>
                      <a:pt x="12" y="18"/>
                    </a:cubicBezTo>
                    <a:cubicBezTo>
                      <a:pt x="15" y="14"/>
                      <a:pt x="18" y="10"/>
                      <a:pt x="24" y="10"/>
                    </a:cubicBezTo>
                    <a:cubicBezTo>
                      <a:pt x="23" y="7"/>
                      <a:pt x="20" y="3"/>
                      <a:pt x="18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1" name="Freeform 190">
                <a:extLst>
                  <a:ext uri="{FF2B5EF4-FFF2-40B4-BE49-F238E27FC236}">
                    <a16:creationId xmlns:a16="http://schemas.microsoft.com/office/drawing/2014/main" id="{312442CE-3728-4795-809D-1469A4A49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331"/>
                <a:ext cx="20" cy="71"/>
              </a:xfrm>
              <a:custGeom>
                <a:avLst/>
                <a:gdLst>
                  <a:gd name="T0" fmla="*/ 44 w 11"/>
                  <a:gd name="T1" fmla="*/ 0 h 36"/>
                  <a:gd name="T2" fmla="*/ 44 w 11"/>
                  <a:gd name="T3" fmla="*/ 623 h 36"/>
                  <a:gd name="T4" fmla="*/ 24 w 11"/>
                  <a:gd name="T5" fmla="*/ 1073 h 36"/>
                  <a:gd name="T6" fmla="*/ 96 w 11"/>
                  <a:gd name="T7" fmla="*/ 744 h 36"/>
                  <a:gd name="T8" fmla="*/ 162 w 11"/>
                  <a:gd name="T9" fmla="*/ 331 h 36"/>
                  <a:gd name="T10" fmla="*/ 215 w 11"/>
                  <a:gd name="T11" fmla="*/ 124 h 36"/>
                  <a:gd name="T12" fmla="*/ 96 w 1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6">
                    <a:moveTo>
                      <a:pt x="2" y="0"/>
                    </a:moveTo>
                    <a:cubicBezTo>
                      <a:pt x="8" y="4"/>
                      <a:pt x="4" y="15"/>
                      <a:pt x="2" y="21"/>
                    </a:cubicBezTo>
                    <a:cubicBezTo>
                      <a:pt x="1" y="26"/>
                      <a:pt x="0" y="31"/>
                      <a:pt x="1" y="36"/>
                    </a:cubicBezTo>
                    <a:cubicBezTo>
                      <a:pt x="2" y="32"/>
                      <a:pt x="4" y="29"/>
                      <a:pt x="5" y="25"/>
                    </a:cubicBezTo>
                    <a:cubicBezTo>
                      <a:pt x="6" y="20"/>
                      <a:pt x="6" y="16"/>
                      <a:pt x="8" y="11"/>
                    </a:cubicBezTo>
                    <a:cubicBezTo>
                      <a:pt x="8" y="9"/>
                      <a:pt x="11" y="7"/>
                      <a:pt x="11" y="4"/>
                    </a:cubicBezTo>
                    <a:cubicBezTo>
                      <a:pt x="10" y="2"/>
                      <a:pt x="6" y="1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2" name="Freeform 191">
                <a:extLst>
                  <a:ext uri="{FF2B5EF4-FFF2-40B4-BE49-F238E27FC236}">
                    <a16:creationId xmlns:a16="http://schemas.microsoft.com/office/drawing/2014/main" id="{83166D26-22E5-4A23-B79F-873E48EE0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335"/>
                <a:ext cx="32" cy="75"/>
              </a:xfrm>
              <a:custGeom>
                <a:avLst/>
                <a:gdLst>
                  <a:gd name="T0" fmla="*/ 0 w 17"/>
                  <a:gd name="T1" fmla="*/ 124 h 38"/>
                  <a:gd name="T2" fmla="*/ 75 w 17"/>
                  <a:gd name="T3" fmla="*/ 152 h 38"/>
                  <a:gd name="T4" fmla="*/ 141 w 17"/>
                  <a:gd name="T5" fmla="*/ 300 h 38"/>
                  <a:gd name="T6" fmla="*/ 241 w 17"/>
                  <a:gd name="T7" fmla="*/ 716 h 38"/>
                  <a:gd name="T8" fmla="*/ 373 w 17"/>
                  <a:gd name="T9" fmla="*/ 1137 h 38"/>
                  <a:gd name="T10" fmla="*/ 241 w 17"/>
                  <a:gd name="T11" fmla="*/ 0 h 38"/>
                  <a:gd name="T12" fmla="*/ 53 w 17"/>
                  <a:gd name="T13" fmla="*/ 9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8">
                    <a:moveTo>
                      <a:pt x="0" y="4"/>
                    </a:moveTo>
                    <a:cubicBezTo>
                      <a:pt x="1" y="5"/>
                      <a:pt x="2" y="4"/>
                      <a:pt x="3" y="5"/>
                    </a:cubicBezTo>
                    <a:cubicBezTo>
                      <a:pt x="5" y="7"/>
                      <a:pt x="5" y="9"/>
                      <a:pt x="6" y="10"/>
                    </a:cubicBezTo>
                    <a:cubicBezTo>
                      <a:pt x="7" y="15"/>
                      <a:pt x="9" y="19"/>
                      <a:pt x="10" y="24"/>
                    </a:cubicBezTo>
                    <a:cubicBezTo>
                      <a:pt x="12" y="28"/>
                      <a:pt x="13" y="34"/>
                      <a:pt x="16" y="38"/>
                    </a:cubicBezTo>
                    <a:cubicBezTo>
                      <a:pt x="17" y="25"/>
                      <a:pt x="7" y="13"/>
                      <a:pt x="10" y="0"/>
                    </a:cubicBezTo>
                    <a:cubicBezTo>
                      <a:pt x="8" y="0"/>
                      <a:pt x="4" y="3"/>
                      <a:pt x="2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3" name="Freeform 192">
                <a:extLst>
                  <a:ext uri="{FF2B5EF4-FFF2-40B4-BE49-F238E27FC236}">
                    <a16:creationId xmlns:a16="http://schemas.microsoft.com/office/drawing/2014/main" id="{B0519F63-A5E9-494D-BE87-92FFBFD24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291"/>
                <a:ext cx="46" cy="42"/>
              </a:xfrm>
              <a:custGeom>
                <a:avLst/>
                <a:gdLst>
                  <a:gd name="T0" fmla="*/ 0 w 25"/>
                  <a:gd name="T1" fmla="*/ 352 h 21"/>
                  <a:gd name="T2" fmla="*/ 528 w 25"/>
                  <a:gd name="T3" fmla="*/ 672 h 21"/>
                  <a:gd name="T4" fmla="*/ 250 w 25"/>
                  <a:gd name="T5" fmla="*/ 288 h 21"/>
                  <a:gd name="T6" fmla="*/ 105 w 25"/>
                  <a:gd name="T7" fmla="*/ 0 h 21"/>
                  <a:gd name="T8" fmla="*/ 24 w 25"/>
                  <a:gd name="T9" fmla="*/ 22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0" y="11"/>
                    </a:moveTo>
                    <a:cubicBezTo>
                      <a:pt x="4" y="5"/>
                      <a:pt x="21" y="20"/>
                      <a:pt x="25" y="21"/>
                    </a:cubicBezTo>
                    <a:cubicBezTo>
                      <a:pt x="22" y="17"/>
                      <a:pt x="16" y="13"/>
                      <a:pt x="12" y="9"/>
                    </a:cubicBezTo>
                    <a:cubicBezTo>
                      <a:pt x="9" y="6"/>
                      <a:pt x="6" y="4"/>
                      <a:pt x="5" y="0"/>
                    </a:cubicBezTo>
                    <a:cubicBezTo>
                      <a:pt x="3" y="1"/>
                      <a:pt x="2" y="5"/>
                      <a:pt x="1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4" name="Freeform 193">
                <a:extLst>
                  <a:ext uri="{FF2B5EF4-FFF2-40B4-BE49-F238E27FC236}">
                    <a16:creationId xmlns:a16="http://schemas.microsoft.com/office/drawing/2014/main" id="{F557AA62-05B5-4CD1-9F88-F8BBAB11C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230"/>
                <a:ext cx="48" cy="40"/>
              </a:xfrm>
              <a:custGeom>
                <a:avLst/>
                <a:gdLst>
                  <a:gd name="T0" fmla="*/ 0 w 26"/>
                  <a:gd name="T1" fmla="*/ 384 h 20"/>
                  <a:gd name="T2" fmla="*/ 126 w 26"/>
                  <a:gd name="T3" fmla="*/ 320 h 20"/>
                  <a:gd name="T4" fmla="*/ 347 w 26"/>
                  <a:gd name="T5" fmla="*/ 480 h 20"/>
                  <a:gd name="T6" fmla="*/ 559 w 26"/>
                  <a:gd name="T7" fmla="*/ 640 h 20"/>
                  <a:gd name="T8" fmla="*/ 454 w 26"/>
                  <a:gd name="T9" fmla="*/ 480 h 20"/>
                  <a:gd name="T10" fmla="*/ 277 w 26"/>
                  <a:gd name="T11" fmla="*/ 288 h 20"/>
                  <a:gd name="T12" fmla="*/ 105 w 26"/>
                  <a:gd name="T13" fmla="*/ 0 h 20"/>
                  <a:gd name="T14" fmla="*/ 24 w 26"/>
                  <a:gd name="T15" fmla="*/ 28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0">
                    <a:moveTo>
                      <a:pt x="0" y="12"/>
                    </a:moveTo>
                    <a:cubicBezTo>
                      <a:pt x="2" y="11"/>
                      <a:pt x="2" y="9"/>
                      <a:pt x="6" y="10"/>
                    </a:cubicBezTo>
                    <a:cubicBezTo>
                      <a:pt x="9" y="11"/>
                      <a:pt x="12" y="14"/>
                      <a:pt x="16" y="15"/>
                    </a:cubicBezTo>
                    <a:cubicBezTo>
                      <a:pt x="19" y="17"/>
                      <a:pt x="23" y="19"/>
                      <a:pt x="26" y="20"/>
                    </a:cubicBezTo>
                    <a:cubicBezTo>
                      <a:pt x="25" y="19"/>
                      <a:pt x="23" y="16"/>
                      <a:pt x="21" y="15"/>
                    </a:cubicBezTo>
                    <a:cubicBezTo>
                      <a:pt x="18" y="12"/>
                      <a:pt x="15" y="11"/>
                      <a:pt x="13" y="9"/>
                    </a:cubicBezTo>
                    <a:cubicBezTo>
                      <a:pt x="10" y="6"/>
                      <a:pt x="8" y="3"/>
                      <a:pt x="5" y="0"/>
                    </a:cubicBezTo>
                    <a:cubicBezTo>
                      <a:pt x="3" y="3"/>
                      <a:pt x="3" y="6"/>
                      <a:pt x="1" y="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5" name="Freeform 194">
                <a:extLst>
                  <a:ext uri="{FF2B5EF4-FFF2-40B4-BE49-F238E27FC236}">
                    <a16:creationId xmlns:a16="http://schemas.microsoft.com/office/drawing/2014/main" id="{DF1DB8B4-43D9-4177-8782-FE66C667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73"/>
                <a:ext cx="46" cy="55"/>
              </a:xfrm>
              <a:custGeom>
                <a:avLst/>
                <a:gdLst>
                  <a:gd name="T0" fmla="*/ 0 w 25"/>
                  <a:gd name="T1" fmla="*/ 236 h 28"/>
                  <a:gd name="T2" fmla="*/ 149 w 25"/>
                  <a:gd name="T3" fmla="*/ 212 h 28"/>
                  <a:gd name="T4" fmla="*/ 331 w 25"/>
                  <a:gd name="T5" fmla="*/ 524 h 28"/>
                  <a:gd name="T6" fmla="*/ 528 w 25"/>
                  <a:gd name="T7" fmla="*/ 817 h 28"/>
                  <a:gd name="T8" fmla="*/ 326 w 25"/>
                  <a:gd name="T9" fmla="*/ 385 h 28"/>
                  <a:gd name="T10" fmla="*/ 177 w 25"/>
                  <a:gd name="T11" fmla="*/ 0 h 28"/>
                  <a:gd name="T12" fmla="*/ 44 w 25"/>
                  <a:gd name="T13" fmla="*/ 15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0" y="8"/>
                    </a:moveTo>
                    <a:cubicBezTo>
                      <a:pt x="3" y="7"/>
                      <a:pt x="4" y="5"/>
                      <a:pt x="7" y="7"/>
                    </a:cubicBezTo>
                    <a:cubicBezTo>
                      <a:pt x="10" y="10"/>
                      <a:pt x="13" y="14"/>
                      <a:pt x="16" y="18"/>
                    </a:cubicBezTo>
                    <a:cubicBezTo>
                      <a:pt x="18" y="21"/>
                      <a:pt x="21" y="27"/>
                      <a:pt x="25" y="28"/>
                    </a:cubicBezTo>
                    <a:cubicBezTo>
                      <a:pt x="23" y="23"/>
                      <a:pt x="19" y="18"/>
                      <a:pt x="15" y="13"/>
                    </a:cubicBezTo>
                    <a:cubicBezTo>
                      <a:pt x="13" y="9"/>
                      <a:pt x="9" y="5"/>
                      <a:pt x="8" y="0"/>
                    </a:cubicBezTo>
                    <a:cubicBezTo>
                      <a:pt x="5" y="1"/>
                      <a:pt x="4" y="4"/>
                      <a:pt x="2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6" name="Freeform 195">
                <a:extLst>
                  <a:ext uri="{FF2B5EF4-FFF2-40B4-BE49-F238E27FC236}">
                    <a16:creationId xmlns:a16="http://schemas.microsoft.com/office/drawing/2014/main" id="{37D653F4-A2C4-4349-9744-FDDB754D8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143"/>
                <a:ext cx="35" cy="69"/>
              </a:xfrm>
              <a:custGeom>
                <a:avLst/>
                <a:gdLst>
                  <a:gd name="T0" fmla="*/ 0 w 19"/>
                  <a:gd name="T1" fmla="*/ 93 h 35"/>
                  <a:gd name="T2" fmla="*/ 274 w 19"/>
                  <a:gd name="T3" fmla="*/ 621 h 35"/>
                  <a:gd name="T4" fmla="*/ 400 w 19"/>
                  <a:gd name="T5" fmla="*/ 1041 h 35"/>
                  <a:gd name="T6" fmla="*/ 298 w 19"/>
                  <a:gd name="T7" fmla="*/ 451 h 35"/>
                  <a:gd name="T8" fmla="*/ 230 w 19"/>
                  <a:gd name="T9" fmla="*/ 32 h 35"/>
                  <a:gd name="T10" fmla="*/ 24 w 19"/>
                  <a:gd name="T11" fmla="*/ 93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5">
                    <a:moveTo>
                      <a:pt x="0" y="3"/>
                    </a:moveTo>
                    <a:cubicBezTo>
                      <a:pt x="8" y="4"/>
                      <a:pt x="10" y="15"/>
                      <a:pt x="13" y="21"/>
                    </a:cubicBezTo>
                    <a:cubicBezTo>
                      <a:pt x="14" y="25"/>
                      <a:pt x="16" y="32"/>
                      <a:pt x="19" y="35"/>
                    </a:cubicBezTo>
                    <a:cubicBezTo>
                      <a:pt x="17" y="28"/>
                      <a:pt x="16" y="21"/>
                      <a:pt x="14" y="15"/>
                    </a:cubicBezTo>
                    <a:cubicBezTo>
                      <a:pt x="12" y="10"/>
                      <a:pt x="11" y="6"/>
                      <a:pt x="11" y="1"/>
                    </a:cubicBezTo>
                    <a:cubicBezTo>
                      <a:pt x="8" y="0"/>
                      <a:pt x="3" y="1"/>
                      <a:pt x="1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7" name="Oval 196">
                <a:extLst>
                  <a:ext uri="{FF2B5EF4-FFF2-40B4-BE49-F238E27FC236}">
                    <a16:creationId xmlns:a16="http://schemas.microsoft.com/office/drawing/2014/main" id="{80DAB731-CA1D-4584-869E-EDBC27787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" y="2258"/>
                <a:ext cx="26" cy="33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8" name="Freeform 197">
                <a:extLst>
                  <a:ext uri="{FF2B5EF4-FFF2-40B4-BE49-F238E27FC236}">
                    <a16:creationId xmlns:a16="http://schemas.microsoft.com/office/drawing/2014/main" id="{A583C717-CB59-46B9-90F8-3924B5F23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2264"/>
                <a:ext cx="30" cy="23"/>
              </a:xfrm>
              <a:custGeom>
                <a:avLst/>
                <a:gdLst>
                  <a:gd name="T0" fmla="*/ 324 w 16"/>
                  <a:gd name="T1" fmla="*/ 56 h 12"/>
                  <a:gd name="T2" fmla="*/ 240 w 16"/>
                  <a:gd name="T3" fmla="*/ 253 h 12"/>
                  <a:gd name="T4" fmla="*/ 53 w 16"/>
                  <a:gd name="T5" fmla="*/ 253 h 12"/>
                  <a:gd name="T6" fmla="*/ 137 w 16"/>
                  <a:gd name="T7" fmla="*/ 56 h 12"/>
                  <a:gd name="T8" fmla="*/ 324 w 16"/>
                  <a:gd name="T9" fmla="*/ 5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4" y="2"/>
                    </a:moveTo>
                    <a:cubicBezTo>
                      <a:pt x="16" y="4"/>
                      <a:pt x="14" y="8"/>
                      <a:pt x="10" y="10"/>
                    </a:cubicBezTo>
                    <a:cubicBezTo>
                      <a:pt x="7" y="12"/>
                      <a:pt x="3" y="12"/>
                      <a:pt x="2" y="10"/>
                    </a:cubicBezTo>
                    <a:cubicBezTo>
                      <a:pt x="0" y="8"/>
                      <a:pt x="2" y="4"/>
                      <a:pt x="6" y="2"/>
                    </a:cubicBezTo>
                    <a:cubicBezTo>
                      <a:pt x="9" y="0"/>
                      <a:pt x="13" y="0"/>
                      <a:pt x="14" y="2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9" name="Oval 198">
                <a:extLst>
                  <a:ext uri="{FF2B5EF4-FFF2-40B4-BE49-F238E27FC236}">
                    <a16:creationId xmlns:a16="http://schemas.microsoft.com/office/drawing/2014/main" id="{797814D9-F6A7-4F5D-A08A-EF90126DA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" y="2224"/>
                <a:ext cx="17" cy="16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0" name="Freeform 199">
                <a:extLst>
                  <a:ext uri="{FF2B5EF4-FFF2-40B4-BE49-F238E27FC236}">
                    <a16:creationId xmlns:a16="http://schemas.microsoft.com/office/drawing/2014/main" id="{780652D5-2D80-4A55-A959-44856BB06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2151"/>
                <a:ext cx="28" cy="28"/>
              </a:xfrm>
              <a:custGeom>
                <a:avLst/>
                <a:gdLst>
                  <a:gd name="T0" fmla="*/ 112 w 15"/>
                  <a:gd name="T1" fmla="*/ 320 h 14"/>
                  <a:gd name="T2" fmla="*/ 45 w 15"/>
                  <a:gd name="T3" fmla="*/ 64 h 14"/>
                  <a:gd name="T4" fmla="*/ 226 w 15"/>
                  <a:gd name="T5" fmla="*/ 128 h 14"/>
                  <a:gd name="T6" fmla="*/ 317 w 15"/>
                  <a:gd name="T7" fmla="*/ 384 h 14"/>
                  <a:gd name="T8" fmla="*/ 112 w 15"/>
                  <a:gd name="T9" fmla="*/ 3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5" y="10"/>
                    </a:moveTo>
                    <a:cubicBezTo>
                      <a:pt x="2" y="7"/>
                      <a:pt x="0" y="3"/>
                      <a:pt x="2" y="2"/>
                    </a:cubicBezTo>
                    <a:cubicBezTo>
                      <a:pt x="3" y="0"/>
                      <a:pt x="7" y="1"/>
                      <a:pt x="10" y="4"/>
                    </a:cubicBezTo>
                    <a:cubicBezTo>
                      <a:pt x="14" y="6"/>
                      <a:pt x="15" y="10"/>
                      <a:pt x="14" y="12"/>
                    </a:cubicBezTo>
                    <a:cubicBezTo>
                      <a:pt x="12" y="14"/>
                      <a:pt x="8" y="13"/>
                      <a:pt x="5" y="10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1" name="Oval 200">
                <a:extLst>
                  <a:ext uri="{FF2B5EF4-FFF2-40B4-BE49-F238E27FC236}">
                    <a16:creationId xmlns:a16="http://schemas.microsoft.com/office/drawing/2014/main" id="{B860F10A-93D2-419D-81B2-550CDB11A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" y="2151"/>
                <a:ext cx="26" cy="24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2" name="Oval 201">
                <a:extLst>
                  <a:ext uri="{FF2B5EF4-FFF2-40B4-BE49-F238E27FC236}">
                    <a16:creationId xmlns:a16="http://schemas.microsoft.com/office/drawing/2014/main" id="{189D9589-EB3A-4C63-B9B0-0C98F52BC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" y="2201"/>
                <a:ext cx="18" cy="27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3" name="Freeform 202">
                <a:extLst>
                  <a:ext uri="{FF2B5EF4-FFF2-40B4-BE49-F238E27FC236}">
                    <a16:creationId xmlns:a16="http://schemas.microsoft.com/office/drawing/2014/main" id="{E3D08879-2B7E-4D23-853D-4B76669AF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2307"/>
                <a:ext cx="30" cy="36"/>
              </a:xfrm>
              <a:custGeom>
                <a:avLst/>
                <a:gdLst>
                  <a:gd name="T0" fmla="*/ 296 w 16"/>
                  <a:gd name="T1" fmla="*/ 192 h 18"/>
                  <a:gd name="T2" fmla="*/ 296 w 16"/>
                  <a:gd name="T3" fmla="*/ 512 h 18"/>
                  <a:gd name="T4" fmla="*/ 53 w 16"/>
                  <a:gd name="T5" fmla="*/ 416 h 18"/>
                  <a:gd name="T6" fmla="*/ 73 w 16"/>
                  <a:gd name="T7" fmla="*/ 64 h 18"/>
                  <a:gd name="T8" fmla="*/ 296 w 16"/>
                  <a:gd name="T9" fmla="*/ 19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3" y="6"/>
                    </a:moveTo>
                    <a:cubicBezTo>
                      <a:pt x="16" y="9"/>
                      <a:pt x="16" y="14"/>
                      <a:pt x="13" y="16"/>
                    </a:cubicBezTo>
                    <a:cubicBezTo>
                      <a:pt x="10" y="18"/>
                      <a:pt x="5" y="17"/>
                      <a:pt x="2" y="13"/>
                    </a:cubicBezTo>
                    <a:cubicBezTo>
                      <a:pt x="0" y="9"/>
                      <a:pt x="0" y="4"/>
                      <a:pt x="3" y="2"/>
                    </a:cubicBezTo>
                    <a:cubicBezTo>
                      <a:pt x="6" y="0"/>
                      <a:pt x="10" y="2"/>
                      <a:pt x="13" y="6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4" name="Oval 203">
                <a:extLst>
                  <a:ext uri="{FF2B5EF4-FFF2-40B4-BE49-F238E27FC236}">
                    <a16:creationId xmlns:a16="http://schemas.microsoft.com/office/drawing/2014/main" id="{D28614AB-1AD2-48DC-8C95-2C73C5EB0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" y="2400"/>
                <a:ext cx="26" cy="32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5" name="Oval 204">
                <a:extLst>
                  <a:ext uri="{FF2B5EF4-FFF2-40B4-BE49-F238E27FC236}">
                    <a16:creationId xmlns:a16="http://schemas.microsoft.com/office/drawing/2014/main" id="{2075CCB2-4E41-4A4C-8A13-5190AC791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" y="2424"/>
                <a:ext cx="33" cy="22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6" name="Oval 205">
                <a:extLst>
                  <a:ext uri="{FF2B5EF4-FFF2-40B4-BE49-F238E27FC236}">
                    <a16:creationId xmlns:a16="http://schemas.microsoft.com/office/drawing/2014/main" id="{4B1BA447-784A-4670-B27E-9E6A9A116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7" y="2400"/>
                <a:ext cx="19" cy="20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7" name="Freeform 206">
                <a:extLst>
                  <a:ext uri="{FF2B5EF4-FFF2-40B4-BE49-F238E27FC236}">
                    <a16:creationId xmlns:a16="http://schemas.microsoft.com/office/drawing/2014/main" id="{73ECAC1A-DDB3-4F49-A299-4FA37B4AC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357"/>
                <a:ext cx="16" cy="21"/>
              </a:xfrm>
              <a:custGeom>
                <a:avLst/>
                <a:gdLst>
                  <a:gd name="T0" fmla="*/ 117 w 9"/>
                  <a:gd name="T1" fmla="*/ 29 h 11"/>
                  <a:gd name="T2" fmla="*/ 117 w 9"/>
                  <a:gd name="T3" fmla="*/ 200 h 11"/>
                  <a:gd name="T4" fmla="*/ 21 w 9"/>
                  <a:gd name="T5" fmla="*/ 252 h 11"/>
                  <a:gd name="T6" fmla="*/ 21 w 9"/>
                  <a:gd name="T7" fmla="*/ 76 h 11"/>
                  <a:gd name="T8" fmla="*/ 117 w 9"/>
                  <a:gd name="T9" fmla="*/ 2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7" y="1"/>
                    </a:moveTo>
                    <a:cubicBezTo>
                      <a:pt x="9" y="2"/>
                      <a:pt x="9" y="5"/>
                      <a:pt x="7" y="8"/>
                    </a:cubicBezTo>
                    <a:cubicBezTo>
                      <a:pt x="5" y="10"/>
                      <a:pt x="3" y="11"/>
                      <a:pt x="1" y="10"/>
                    </a:cubicBezTo>
                    <a:cubicBezTo>
                      <a:pt x="0" y="8"/>
                      <a:pt x="0" y="6"/>
                      <a:pt x="1" y="3"/>
                    </a:cubicBezTo>
                    <a:cubicBezTo>
                      <a:pt x="3" y="1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8" name="Freeform 207">
                <a:extLst>
                  <a:ext uri="{FF2B5EF4-FFF2-40B4-BE49-F238E27FC236}">
                    <a16:creationId xmlns:a16="http://schemas.microsoft.com/office/drawing/2014/main" id="{6BEDAC9A-37BB-42F4-8802-6876300FA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305"/>
                <a:ext cx="15" cy="16"/>
              </a:xfrm>
              <a:custGeom>
                <a:avLst/>
                <a:gdLst>
                  <a:gd name="T0" fmla="*/ 137 w 8"/>
                  <a:gd name="T1" fmla="*/ 32 h 8"/>
                  <a:gd name="T2" fmla="*/ 137 w 8"/>
                  <a:gd name="T3" fmla="*/ 192 h 8"/>
                  <a:gd name="T4" fmla="*/ 28 w 8"/>
                  <a:gd name="T5" fmla="*/ 224 h 8"/>
                  <a:gd name="T6" fmla="*/ 53 w 8"/>
                  <a:gd name="T7" fmla="*/ 64 h 8"/>
                  <a:gd name="T8" fmla="*/ 137 w 8"/>
                  <a:gd name="T9" fmla="*/ 3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8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9" name="Freeform 208">
                <a:extLst>
                  <a:ext uri="{FF2B5EF4-FFF2-40B4-BE49-F238E27FC236}">
                    <a16:creationId xmlns:a16="http://schemas.microsoft.com/office/drawing/2014/main" id="{FB68EA3D-B779-4F73-8EDF-63718F7F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187"/>
                <a:ext cx="18" cy="27"/>
              </a:xfrm>
              <a:custGeom>
                <a:avLst/>
                <a:gdLst>
                  <a:gd name="T0" fmla="*/ 117 w 10"/>
                  <a:gd name="T1" fmla="*/ 372 h 14"/>
                  <a:gd name="T2" fmla="*/ 23 w 10"/>
                  <a:gd name="T3" fmla="*/ 208 h 14"/>
                  <a:gd name="T4" fmla="*/ 74 w 10"/>
                  <a:gd name="T5" fmla="*/ 29 h 14"/>
                  <a:gd name="T6" fmla="*/ 169 w 10"/>
                  <a:gd name="T7" fmla="*/ 164 h 14"/>
                  <a:gd name="T8" fmla="*/ 117 w 10"/>
                  <a:gd name="T9" fmla="*/ 3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6" y="14"/>
                    </a:moveTo>
                    <a:cubicBezTo>
                      <a:pt x="4" y="14"/>
                      <a:pt x="2" y="11"/>
                      <a:pt x="1" y="8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6" y="0"/>
                      <a:pt x="9" y="3"/>
                      <a:pt x="9" y="6"/>
                    </a:cubicBezTo>
                    <a:cubicBezTo>
                      <a:pt x="10" y="10"/>
                      <a:pt x="9" y="13"/>
                      <a:pt x="6" y="14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" name="Freeform 209">
                <a:extLst>
                  <a:ext uri="{FF2B5EF4-FFF2-40B4-BE49-F238E27FC236}">
                    <a16:creationId xmlns:a16="http://schemas.microsoft.com/office/drawing/2014/main" id="{80E1D776-5D54-47B9-A5A9-2D241F5BB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123"/>
                <a:ext cx="32" cy="34"/>
              </a:xfrm>
              <a:custGeom>
                <a:avLst/>
                <a:gdLst>
                  <a:gd name="T0" fmla="*/ 301 w 17"/>
                  <a:gd name="T1" fmla="*/ 128 h 17"/>
                  <a:gd name="T2" fmla="*/ 326 w 17"/>
                  <a:gd name="T3" fmla="*/ 448 h 17"/>
                  <a:gd name="T4" fmla="*/ 75 w 17"/>
                  <a:gd name="T5" fmla="*/ 416 h 17"/>
                  <a:gd name="T6" fmla="*/ 75 w 17"/>
                  <a:gd name="T7" fmla="*/ 96 h 17"/>
                  <a:gd name="T8" fmla="*/ 301 w 17"/>
                  <a:gd name="T9" fmla="*/ 12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3" y="4"/>
                    </a:moveTo>
                    <a:cubicBezTo>
                      <a:pt x="16" y="7"/>
                      <a:pt x="17" y="11"/>
                      <a:pt x="14" y="14"/>
                    </a:cubicBezTo>
                    <a:cubicBezTo>
                      <a:pt x="11" y="17"/>
                      <a:pt x="7" y="16"/>
                      <a:pt x="3" y="13"/>
                    </a:cubicBezTo>
                    <a:cubicBezTo>
                      <a:pt x="0" y="10"/>
                      <a:pt x="0" y="5"/>
                      <a:pt x="3" y="3"/>
                    </a:cubicBezTo>
                    <a:cubicBezTo>
                      <a:pt x="5" y="0"/>
                      <a:pt x="10" y="0"/>
                      <a:pt x="13" y="4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1" name="Freeform 210">
                <a:extLst>
                  <a:ext uri="{FF2B5EF4-FFF2-40B4-BE49-F238E27FC236}">
                    <a16:creationId xmlns:a16="http://schemas.microsoft.com/office/drawing/2014/main" id="{2ECDE980-A48C-4507-B85E-855DC2221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94"/>
                <a:ext cx="24" cy="31"/>
              </a:xfrm>
              <a:custGeom>
                <a:avLst/>
                <a:gdLst>
                  <a:gd name="T0" fmla="*/ 233 w 13"/>
                  <a:gd name="T1" fmla="*/ 380 h 16"/>
                  <a:gd name="T2" fmla="*/ 44 w 13"/>
                  <a:gd name="T3" fmla="*/ 296 h 16"/>
                  <a:gd name="T4" fmla="*/ 44 w 13"/>
                  <a:gd name="T5" fmla="*/ 31 h 16"/>
                  <a:gd name="T6" fmla="*/ 233 w 13"/>
                  <a:gd name="T7" fmla="*/ 140 h 16"/>
                  <a:gd name="T8" fmla="*/ 233 w 13"/>
                  <a:gd name="T9" fmla="*/ 38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6">
                    <a:moveTo>
                      <a:pt x="11" y="14"/>
                    </a:moveTo>
                    <a:cubicBezTo>
                      <a:pt x="8" y="16"/>
                      <a:pt x="4" y="14"/>
                      <a:pt x="2" y="11"/>
                    </a:cubicBezTo>
                    <a:cubicBezTo>
                      <a:pt x="0" y="7"/>
                      <a:pt x="0" y="3"/>
                      <a:pt x="2" y="1"/>
                    </a:cubicBezTo>
                    <a:cubicBezTo>
                      <a:pt x="4" y="0"/>
                      <a:pt x="8" y="1"/>
                      <a:pt x="11" y="5"/>
                    </a:cubicBezTo>
                    <a:cubicBezTo>
                      <a:pt x="13" y="8"/>
                      <a:pt x="13" y="13"/>
                      <a:pt x="11" y="14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2" name="Freeform 211">
                <a:extLst>
                  <a:ext uri="{FF2B5EF4-FFF2-40B4-BE49-F238E27FC236}">
                    <a16:creationId xmlns:a16="http://schemas.microsoft.com/office/drawing/2014/main" id="{F6DB1C49-3BBA-4982-AE98-CD85AD654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096"/>
                <a:ext cx="44" cy="37"/>
              </a:xfrm>
              <a:custGeom>
                <a:avLst/>
                <a:gdLst>
                  <a:gd name="T0" fmla="*/ 326 w 24"/>
                  <a:gd name="T1" fmla="*/ 117 h 19"/>
                  <a:gd name="T2" fmla="*/ 451 w 24"/>
                  <a:gd name="T3" fmla="*/ 444 h 19"/>
                  <a:gd name="T4" fmla="*/ 193 w 24"/>
                  <a:gd name="T5" fmla="*/ 413 h 19"/>
                  <a:gd name="T6" fmla="*/ 44 w 24"/>
                  <a:gd name="T7" fmla="*/ 88 h 19"/>
                  <a:gd name="T8" fmla="*/ 326 w 24"/>
                  <a:gd name="T9" fmla="*/ 11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16" y="4"/>
                    </a:moveTo>
                    <a:cubicBezTo>
                      <a:pt x="22" y="8"/>
                      <a:pt x="24" y="13"/>
                      <a:pt x="22" y="16"/>
                    </a:cubicBezTo>
                    <a:cubicBezTo>
                      <a:pt x="20" y="19"/>
                      <a:pt x="14" y="19"/>
                      <a:pt x="9" y="15"/>
                    </a:cubicBezTo>
                    <a:cubicBezTo>
                      <a:pt x="3" y="11"/>
                      <a:pt x="0" y="6"/>
                      <a:pt x="2" y="3"/>
                    </a:cubicBezTo>
                    <a:cubicBezTo>
                      <a:pt x="5" y="0"/>
                      <a:pt x="11" y="0"/>
                      <a:pt x="16" y="4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3" name="Freeform 212">
                <a:extLst>
                  <a:ext uri="{FF2B5EF4-FFF2-40B4-BE49-F238E27FC236}">
                    <a16:creationId xmlns:a16="http://schemas.microsoft.com/office/drawing/2014/main" id="{EE50F99C-379D-4EC6-8CD9-C535BD89E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197"/>
                <a:ext cx="22" cy="25"/>
              </a:xfrm>
              <a:custGeom>
                <a:avLst/>
                <a:gdLst>
                  <a:gd name="T0" fmla="*/ 205 w 12"/>
                  <a:gd name="T1" fmla="*/ 313 h 13"/>
                  <a:gd name="T2" fmla="*/ 68 w 12"/>
                  <a:gd name="T3" fmla="*/ 233 h 13"/>
                  <a:gd name="T4" fmla="*/ 44 w 12"/>
                  <a:gd name="T5" fmla="*/ 29 h 13"/>
                  <a:gd name="T6" fmla="*/ 205 w 12"/>
                  <a:gd name="T7" fmla="*/ 108 h 13"/>
                  <a:gd name="T8" fmla="*/ 205 w 12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0" y="12"/>
                    </a:moveTo>
                    <a:cubicBezTo>
                      <a:pt x="8" y="13"/>
                      <a:pt x="5" y="12"/>
                      <a:pt x="3" y="9"/>
                    </a:cubicBezTo>
                    <a:cubicBezTo>
                      <a:pt x="0" y="6"/>
                      <a:pt x="0" y="2"/>
                      <a:pt x="2" y="1"/>
                    </a:cubicBezTo>
                    <a:cubicBezTo>
                      <a:pt x="4" y="0"/>
                      <a:pt x="8" y="1"/>
                      <a:pt x="10" y="4"/>
                    </a:cubicBezTo>
                    <a:cubicBezTo>
                      <a:pt x="12" y="7"/>
                      <a:pt x="12" y="11"/>
                      <a:pt x="10" y="12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4" name="Freeform 213">
                <a:extLst>
                  <a:ext uri="{FF2B5EF4-FFF2-40B4-BE49-F238E27FC236}">
                    <a16:creationId xmlns:a16="http://schemas.microsoft.com/office/drawing/2014/main" id="{ED66562E-3580-46B6-AED0-5C8D8CF26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197"/>
                <a:ext cx="41" cy="35"/>
              </a:xfrm>
              <a:custGeom>
                <a:avLst/>
                <a:gdLst>
                  <a:gd name="T0" fmla="*/ 309 w 22"/>
                  <a:gd name="T1" fmla="*/ 412 h 18"/>
                  <a:gd name="T2" fmla="*/ 45 w 22"/>
                  <a:gd name="T3" fmla="*/ 389 h 18"/>
                  <a:gd name="T4" fmla="*/ 181 w 22"/>
                  <a:gd name="T5" fmla="*/ 60 h 18"/>
                  <a:gd name="T6" fmla="*/ 447 w 22"/>
                  <a:gd name="T7" fmla="*/ 117 h 18"/>
                  <a:gd name="T8" fmla="*/ 309 w 22"/>
                  <a:gd name="T9" fmla="*/ 41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4" y="15"/>
                    </a:moveTo>
                    <a:cubicBezTo>
                      <a:pt x="10" y="18"/>
                      <a:pt x="4" y="17"/>
                      <a:pt x="2" y="14"/>
                    </a:cubicBezTo>
                    <a:cubicBezTo>
                      <a:pt x="0" y="10"/>
                      <a:pt x="3" y="5"/>
                      <a:pt x="8" y="2"/>
                    </a:cubicBezTo>
                    <a:cubicBezTo>
                      <a:pt x="13" y="0"/>
                      <a:pt x="18" y="1"/>
                      <a:pt x="20" y="4"/>
                    </a:cubicBezTo>
                    <a:cubicBezTo>
                      <a:pt x="22" y="8"/>
                      <a:pt x="19" y="13"/>
                      <a:pt x="14" y="15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5" name="Freeform 214">
                <a:extLst>
                  <a:ext uri="{FF2B5EF4-FFF2-40B4-BE49-F238E27FC236}">
                    <a16:creationId xmlns:a16="http://schemas.microsoft.com/office/drawing/2014/main" id="{6C4FF3BB-78C1-4B0B-82F6-4AAD2B5F3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076"/>
                <a:ext cx="35" cy="32"/>
              </a:xfrm>
              <a:custGeom>
                <a:avLst/>
                <a:gdLst>
                  <a:gd name="T0" fmla="*/ 356 w 19"/>
                  <a:gd name="T1" fmla="*/ 96 h 16"/>
                  <a:gd name="T2" fmla="*/ 274 w 19"/>
                  <a:gd name="T3" fmla="*/ 416 h 16"/>
                  <a:gd name="T4" fmla="*/ 44 w 19"/>
                  <a:gd name="T5" fmla="*/ 448 h 16"/>
                  <a:gd name="T6" fmla="*/ 125 w 19"/>
                  <a:gd name="T7" fmla="*/ 96 h 16"/>
                  <a:gd name="T8" fmla="*/ 356 w 19"/>
                  <a:gd name="T9" fmla="*/ 9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7" y="3"/>
                    </a:moveTo>
                    <a:cubicBezTo>
                      <a:pt x="19" y="6"/>
                      <a:pt x="17" y="10"/>
                      <a:pt x="13" y="13"/>
                    </a:cubicBezTo>
                    <a:cubicBezTo>
                      <a:pt x="9" y="16"/>
                      <a:pt x="4" y="16"/>
                      <a:pt x="2" y="14"/>
                    </a:cubicBezTo>
                    <a:cubicBezTo>
                      <a:pt x="0" y="11"/>
                      <a:pt x="2" y="6"/>
                      <a:pt x="6" y="3"/>
                    </a:cubicBezTo>
                    <a:cubicBezTo>
                      <a:pt x="10" y="0"/>
                      <a:pt x="15" y="0"/>
                      <a:pt x="17" y="3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6" name="Freeform 215">
                <a:extLst>
                  <a:ext uri="{FF2B5EF4-FFF2-40B4-BE49-F238E27FC236}">
                    <a16:creationId xmlns:a16="http://schemas.microsoft.com/office/drawing/2014/main" id="{787E31BE-37D3-4006-A414-4897C482C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108"/>
                <a:ext cx="33" cy="31"/>
              </a:xfrm>
              <a:custGeom>
                <a:avLst/>
                <a:gdLst>
                  <a:gd name="T0" fmla="*/ 273 w 18"/>
                  <a:gd name="T1" fmla="*/ 87 h 16"/>
                  <a:gd name="T2" fmla="*/ 315 w 18"/>
                  <a:gd name="T3" fmla="*/ 349 h 16"/>
                  <a:gd name="T4" fmla="*/ 105 w 18"/>
                  <a:gd name="T5" fmla="*/ 349 h 16"/>
                  <a:gd name="T6" fmla="*/ 44 w 18"/>
                  <a:gd name="T7" fmla="*/ 87 h 16"/>
                  <a:gd name="T8" fmla="*/ 273 w 18"/>
                  <a:gd name="T9" fmla="*/ 8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3" y="3"/>
                    </a:moveTo>
                    <a:cubicBezTo>
                      <a:pt x="17" y="6"/>
                      <a:pt x="18" y="10"/>
                      <a:pt x="15" y="13"/>
                    </a:cubicBezTo>
                    <a:cubicBezTo>
                      <a:pt x="13" y="16"/>
                      <a:pt x="9" y="16"/>
                      <a:pt x="5" y="13"/>
                    </a:cubicBezTo>
                    <a:cubicBezTo>
                      <a:pt x="1" y="10"/>
                      <a:pt x="0" y="5"/>
                      <a:pt x="2" y="3"/>
                    </a:cubicBezTo>
                    <a:cubicBezTo>
                      <a:pt x="4" y="0"/>
                      <a:pt x="9" y="0"/>
                      <a:pt x="13" y="3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7" name="Oval 216">
                <a:extLst>
                  <a:ext uri="{FF2B5EF4-FFF2-40B4-BE49-F238E27FC236}">
                    <a16:creationId xmlns:a16="http://schemas.microsoft.com/office/drawing/2014/main" id="{83C9C43C-A129-4038-AA35-559A0774B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161"/>
                <a:ext cx="28" cy="28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08" name="Freeform 217">
                <a:extLst>
                  <a:ext uri="{FF2B5EF4-FFF2-40B4-BE49-F238E27FC236}">
                    <a16:creationId xmlns:a16="http://schemas.microsoft.com/office/drawing/2014/main" id="{C98194FD-2209-4EB8-BAEE-63EAB0A1F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232"/>
                <a:ext cx="24" cy="26"/>
              </a:xfrm>
              <a:custGeom>
                <a:avLst/>
                <a:gdLst>
                  <a:gd name="T0" fmla="*/ 233 w 13"/>
                  <a:gd name="T1" fmla="*/ 352 h 13"/>
                  <a:gd name="T2" fmla="*/ 68 w 13"/>
                  <a:gd name="T3" fmla="*/ 320 h 13"/>
                  <a:gd name="T4" fmla="*/ 68 w 13"/>
                  <a:gd name="T5" fmla="*/ 64 h 13"/>
                  <a:gd name="T6" fmla="*/ 233 w 13"/>
                  <a:gd name="T7" fmla="*/ 96 h 13"/>
                  <a:gd name="T8" fmla="*/ 233 w 13"/>
                  <a:gd name="T9" fmla="*/ 35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1"/>
                    </a:moveTo>
                    <a:cubicBezTo>
                      <a:pt x="8" y="13"/>
                      <a:pt x="5" y="12"/>
                      <a:pt x="3" y="10"/>
                    </a:cubicBezTo>
                    <a:cubicBezTo>
                      <a:pt x="0" y="7"/>
                      <a:pt x="0" y="4"/>
                      <a:pt x="3" y="2"/>
                    </a:cubicBezTo>
                    <a:cubicBezTo>
                      <a:pt x="5" y="0"/>
                      <a:pt x="8" y="0"/>
                      <a:pt x="11" y="3"/>
                    </a:cubicBezTo>
                    <a:cubicBezTo>
                      <a:pt x="13" y="5"/>
                      <a:pt x="13" y="9"/>
                      <a:pt x="11" y="11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9" name="Freeform 218">
                <a:extLst>
                  <a:ext uri="{FF2B5EF4-FFF2-40B4-BE49-F238E27FC236}">
                    <a16:creationId xmlns:a16="http://schemas.microsoft.com/office/drawing/2014/main" id="{D61961B7-D2C8-4E2D-87BB-6D7401E49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33"/>
                <a:ext cx="37" cy="39"/>
              </a:xfrm>
              <a:custGeom>
                <a:avLst/>
                <a:gdLst>
                  <a:gd name="T0" fmla="*/ 387 w 20"/>
                  <a:gd name="T1" fmla="*/ 476 h 20"/>
                  <a:gd name="T2" fmla="*/ 105 w 20"/>
                  <a:gd name="T3" fmla="*/ 445 h 20"/>
                  <a:gd name="T4" fmla="*/ 68 w 20"/>
                  <a:gd name="T5" fmla="*/ 88 h 20"/>
                  <a:gd name="T6" fmla="*/ 329 w 20"/>
                  <a:gd name="T7" fmla="*/ 117 h 20"/>
                  <a:gd name="T8" fmla="*/ 387 w 20"/>
                  <a:gd name="T9" fmla="*/ 47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8" y="17"/>
                    </a:moveTo>
                    <a:cubicBezTo>
                      <a:pt x="15" y="20"/>
                      <a:pt x="9" y="19"/>
                      <a:pt x="5" y="16"/>
                    </a:cubicBezTo>
                    <a:cubicBezTo>
                      <a:pt x="1" y="12"/>
                      <a:pt x="0" y="6"/>
                      <a:pt x="3" y="3"/>
                    </a:cubicBezTo>
                    <a:cubicBezTo>
                      <a:pt x="5" y="0"/>
                      <a:pt x="11" y="0"/>
                      <a:pt x="15" y="4"/>
                    </a:cubicBezTo>
                    <a:cubicBezTo>
                      <a:pt x="19" y="8"/>
                      <a:pt x="20" y="13"/>
                      <a:pt x="18" y="17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0" name="Oval 219">
                <a:extLst>
                  <a:ext uri="{FF2B5EF4-FFF2-40B4-BE49-F238E27FC236}">
                    <a16:creationId xmlns:a16="http://schemas.microsoft.com/office/drawing/2014/main" id="{ABDBB80F-D61B-4974-BC5B-95D6DA2B8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2372"/>
                <a:ext cx="33" cy="28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11" name="Freeform 220">
                <a:extLst>
                  <a:ext uri="{FF2B5EF4-FFF2-40B4-BE49-F238E27FC236}">
                    <a16:creationId xmlns:a16="http://schemas.microsoft.com/office/drawing/2014/main" id="{9986F8F9-D413-46AB-9CCF-16E88A583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347"/>
                <a:ext cx="32" cy="33"/>
              </a:xfrm>
              <a:custGeom>
                <a:avLst/>
                <a:gdLst>
                  <a:gd name="T0" fmla="*/ 301 w 17"/>
                  <a:gd name="T1" fmla="*/ 328 h 17"/>
                  <a:gd name="T2" fmla="*/ 75 w 17"/>
                  <a:gd name="T3" fmla="*/ 380 h 17"/>
                  <a:gd name="T4" fmla="*/ 100 w 17"/>
                  <a:gd name="T5" fmla="*/ 116 h 17"/>
                  <a:gd name="T6" fmla="*/ 354 w 17"/>
                  <a:gd name="T7" fmla="*/ 60 h 17"/>
                  <a:gd name="T8" fmla="*/ 301 w 17"/>
                  <a:gd name="T9" fmla="*/ 32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3" y="12"/>
                    </a:moveTo>
                    <a:cubicBezTo>
                      <a:pt x="10" y="16"/>
                      <a:pt x="5" y="17"/>
                      <a:pt x="3" y="14"/>
                    </a:cubicBezTo>
                    <a:cubicBezTo>
                      <a:pt x="0" y="12"/>
                      <a:pt x="1" y="7"/>
                      <a:pt x="4" y="4"/>
                    </a:cubicBezTo>
                    <a:cubicBezTo>
                      <a:pt x="8" y="0"/>
                      <a:pt x="12" y="0"/>
                      <a:pt x="15" y="2"/>
                    </a:cubicBezTo>
                    <a:cubicBezTo>
                      <a:pt x="17" y="4"/>
                      <a:pt x="17" y="9"/>
                      <a:pt x="13" y="12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2" name="Oval 221">
                <a:extLst>
                  <a:ext uri="{FF2B5EF4-FFF2-40B4-BE49-F238E27FC236}">
                    <a16:creationId xmlns:a16="http://schemas.microsoft.com/office/drawing/2014/main" id="{AA187229-7305-49C3-BEF3-7A762D33E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274"/>
                <a:ext cx="24" cy="25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13" name="Freeform 222">
                <a:extLst>
                  <a:ext uri="{FF2B5EF4-FFF2-40B4-BE49-F238E27FC236}">
                    <a16:creationId xmlns:a16="http://schemas.microsoft.com/office/drawing/2014/main" id="{39E70A19-DF0A-4EA7-BD81-3E5811072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210"/>
                <a:ext cx="24" cy="34"/>
              </a:xfrm>
              <a:custGeom>
                <a:avLst/>
                <a:gdLst>
                  <a:gd name="T0" fmla="*/ 233 w 13"/>
                  <a:gd name="T1" fmla="*/ 64 h 17"/>
                  <a:gd name="T2" fmla="*/ 209 w 13"/>
                  <a:gd name="T3" fmla="*/ 352 h 17"/>
                  <a:gd name="T4" fmla="*/ 24 w 13"/>
                  <a:gd name="T5" fmla="*/ 512 h 17"/>
                  <a:gd name="T6" fmla="*/ 68 w 13"/>
                  <a:gd name="T7" fmla="*/ 192 h 17"/>
                  <a:gd name="T8" fmla="*/ 233 w 13"/>
                  <a:gd name="T9" fmla="*/ 6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11" y="2"/>
                    </a:moveTo>
                    <a:cubicBezTo>
                      <a:pt x="13" y="3"/>
                      <a:pt x="12" y="7"/>
                      <a:pt x="10" y="11"/>
                    </a:cubicBezTo>
                    <a:cubicBezTo>
                      <a:pt x="7" y="15"/>
                      <a:pt x="3" y="17"/>
                      <a:pt x="1" y="16"/>
                    </a:cubicBezTo>
                    <a:cubicBezTo>
                      <a:pt x="0" y="14"/>
                      <a:pt x="0" y="10"/>
                      <a:pt x="3" y="6"/>
                    </a:cubicBezTo>
                    <a:cubicBezTo>
                      <a:pt x="6" y="2"/>
                      <a:pt x="10" y="0"/>
                      <a:pt x="11" y="2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4" name="Oval 223">
                <a:extLst>
                  <a:ext uri="{FF2B5EF4-FFF2-40B4-BE49-F238E27FC236}">
                    <a16:creationId xmlns:a16="http://schemas.microsoft.com/office/drawing/2014/main" id="{6B40CCA2-3CB1-4752-87D8-4C5FF9F36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9" y="2169"/>
                <a:ext cx="22" cy="34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15" name="Freeform 224">
                <a:extLst>
                  <a:ext uri="{FF2B5EF4-FFF2-40B4-BE49-F238E27FC236}">
                    <a16:creationId xmlns:a16="http://schemas.microsoft.com/office/drawing/2014/main" id="{1163EDCA-D3BC-4B83-AB93-F4AD40FD3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2191"/>
                <a:ext cx="129" cy="25"/>
              </a:xfrm>
              <a:custGeom>
                <a:avLst/>
                <a:gdLst>
                  <a:gd name="T0" fmla="*/ 1491 w 70"/>
                  <a:gd name="T1" fmla="*/ 0 h 13"/>
                  <a:gd name="T2" fmla="*/ 1063 w 70"/>
                  <a:gd name="T3" fmla="*/ 313 h 13"/>
                  <a:gd name="T4" fmla="*/ 632 w 70"/>
                  <a:gd name="T5" fmla="*/ 177 h 13"/>
                  <a:gd name="T6" fmla="*/ 0 w 70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3">
                    <a:moveTo>
                      <a:pt x="70" y="0"/>
                    </a:moveTo>
                    <a:cubicBezTo>
                      <a:pt x="66" y="7"/>
                      <a:pt x="58" y="10"/>
                      <a:pt x="50" y="12"/>
                    </a:cubicBezTo>
                    <a:cubicBezTo>
                      <a:pt x="43" y="13"/>
                      <a:pt x="37" y="10"/>
                      <a:pt x="30" y="7"/>
                    </a:cubicBezTo>
                    <a:cubicBezTo>
                      <a:pt x="21" y="4"/>
                      <a:pt x="1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6" name="Freeform 225">
                <a:extLst>
                  <a:ext uri="{FF2B5EF4-FFF2-40B4-BE49-F238E27FC236}">
                    <a16:creationId xmlns:a16="http://schemas.microsoft.com/office/drawing/2014/main" id="{FBB9C59B-593A-44D3-A86A-568A187EB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272"/>
                <a:ext cx="176" cy="108"/>
              </a:xfrm>
              <a:custGeom>
                <a:avLst/>
                <a:gdLst>
                  <a:gd name="T0" fmla="*/ 0 w 95"/>
                  <a:gd name="T1" fmla="*/ 999 h 55"/>
                  <a:gd name="T2" fmla="*/ 1247 w 95"/>
                  <a:gd name="T3" fmla="*/ 1219 h 55"/>
                  <a:gd name="T4" fmla="*/ 1767 w 95"/>
                  <a:gd name="T5" fmla="*/ 493 h 55"/>
                  <a:gd name="T6" fmla="*/ 2073 w 9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55">
                    <a:moveTo>
                      <a:pt x="0" y="34"/>
                    </a:moveTo>
                    <a:cubicBezTo>
                      <a:pt x="17" y="46"/>
                      <a:pt x="39" y="55"/>
                      <a:pt x="57" y="42"/>
                    </a:cubicBezTo>
                    <a:cubicBezTo>
                      <a:pt x="67" y="35"/>
                      <a:pt x="75" y="27"/>
                      <a:pt x="81" y="17"/>
                    </a:cubicBezTo>
                    <a:cubicBezTo>
                      <a:pt x="86" y="11"/>
                      <a:pt x="91" y="6"/>
                      <a:pt x="9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7" name="Freeform 226">
                <a:extLst>
                  <a:ext uri="{FF2B5EF4-FFF2-40B4-BE49-F238E27FC236}">
                    <a16:creationId xmlns:a16="http://schemas.microsoft.com/office/drawing/2014/main" id="{6DA2E18F-7A67-451B-A3E4-48EDA95C4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110"/>
                <a:ext cx="142" cy="43"/>
              </a:xfrm>
              <a:custGeom>
                <a:avLst/>
                <a:gdLst>
                  <a:gd name="T0" fmla="*/ 0 w 77"/>
                  <a:gd name="T1" fmla="*/ 0 h 22"/>
                  <a:gd name="T2" fmla="*/ 426 w 77"/>
                  <a:gd name="T3" fmla="*/ 424 h 22"/>
                  <a:gd name="T4" fmla="*/ 915 w 77"/>
                  <a:gd name="T5" fmla="*/ 596 h 22"/>
                  <a:gd name="T6" fmla="*/ 1387 w 77"/>
                  <a:gd name="T7" fmla="*/ 485 h 22"/>
                  <a:gd name="T8" fmla="*/ 1643 w 77"/>
                  <a:gd name="T9" fmla="*/ 17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22">
                    <a:moveTo>
                      <a:pt x="0" y="0"/>
                    </a:moveTo>
                    <a:cubicBezTo>
                      <a:pt x="6" y="5"/>
                      <a:pt x="13" y="11"/>
                      <a:pt x="20" y="15"/>
                    </a:cubicBezTo>
                    <a:cubicBezTo>
                      <a:pt x="26" y="20"/>
                      <a:pt x="35" y="21"/>
                      <a:pt x="43" y="21"/>
                    </a:cubicBezTo>
                    <a:cubicBezTo>
                      <a:pt x="51" y="22"/>
                      <a:pt x="58" y="22"/>
                      <a:pt x="65" y="17"/>
                    </a:cubicBezTo>
                    <a:cubicBezTo>
                      <a:pt x="69" y="14"/>
                      <a:pt x="72" y="8"/>
                      <a:pt x="77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" name="Freeform 227">
                <a:extLst>
                  <a:ext uri="{FF2B5EF4-FFF2-40B4-BE49-F238E27FC236}">
                    <a16:creationId xmlns:a16="http://schemas.microsoft.com/office/drawing/2014/main" id="{E6358631-D75C-4D05-BE12-6FBBBC9E1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282"/>
                <a:ext cx="139" cy="35"/>
              </a:xfrm>
              <a:custGeom>
                <a:avLst/>
                <a:gdLst>
                  <a:gd name="T0" fmla="*/ 0 w 75"/>
                  <a:gd name="T1" fmla="*/ 88 h 18"/>
                  <a:gd name="T2" fmla="*/ 202 w 75"/>
                  <a:gd name="T3" fmla="*/ 171 h 18"/>
                  <a:gd name="T4" fmla="*/ 456 w 75"/>
                  <a:gd name="T5" fmla="*/ 333 h 18"/>
                  <a:gd name="T6" fmla="*/ 925 w 75"/>
                  <a:gd name="T7" fmla="*/ 500 h 18"/>
                  <a:gd name="T8" fmla="*/ 1642 w 7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8">
                    <a:moveTo>
                      <a:pt x="0" y="3"/>
                    </a:moveTo>
                    <a:cubicBezTo>
                      <a:pt x="3" y="3"/>
                      <a:pt x="7" y="5"/>
                      <a:pt x="9" y="6"/>
                    </a:cubicBezTo>
                    <a:cubicBezTo>
                      <a:pt x="13" y="8"/>
                      <a:pt x="17" y="10"/>
                      <a:pt x="21" y="12"/>
                    </a:cubicBezTo>
                    <a:cubicBezTo>
                      <a:pt x="28" y="15"/>
                      <a:pt x="34" y="18"/>
                      <a:pt x="42" y="18"/>
                    </a:cubicBezTo>
                    <a:cubicBezTo>
                      <a:pt x="54" y="17"/>
                      <a:pt x="68" y="10"/>
                      <a:pt x="7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9" name="Freeform 228">
                <a:extLst>
                  <a:ext uri="{FF2B5EF4-FFF2-40B4-BE49-F238E27FC236}">
                    <a16:creationId xmlns:a16="http://schemas.microsoft.com/office/drawing/2014/main" id="{7DBAA79D-A35A-4058-A537-EBA08D287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054"/>
                <a:ext cx="142" cy="97"/>
              </a:xfrm>
              <a:custGeom>
                <a:avLst/>
                <a:gdLst>
                  <a:gd name="T0" fmla="*/ 1643 w 77"/>
                  <a:gd name="T1" fmla="*/ 0 h 49"/>
                  <a:gd name="T2" fmla="*/ 1367 w 77"/>
                  <a:gd name="T3" fmla="*/ 125 h 49"/>
                  <a:gd name="T4" fmla="*/ 1108 w 77"/>
                  <a:gd name="T5" fmla="*/ 340 h 49"/>
                  <a:gd name="T6" fmla="*/ 684 w 77"/>
                  <a:gd name="T7" fmla="*/ 847 h 49"/>
                  <a:gd name="T8" fmla="*/ 0 w 77"/>
                  <a:gd name="T9" fmla="*/ 148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49">
                    <a:moveTo>
                      <a:pt x="77" y="0"/>
                    </a:moveTo>
                    <a:cubicBezTo>
                      <a:pt x="72" y="1"/>
                      <a:pt x="68" y="2"/>
                      <a:pt x="64" y="4"/>
                    </a:cubicBezTo>
                    <a:cubicBezTo>
                      <a:pt x="60" y="6"/>
                      <a:pt x="56" y="9"/>
                      <a:pt x="52" y="11"/>
                    </a:cubicBezTo>
                    <a:cubicBezTo>
                      <a:pt x="45" y="16"/>
                      <a:pt x="39" y="23"/>
                      <a:pt x="32" y="28"/>
                    </a:cubicBezTo>
                    <a:cubicBezTo>
                      <a:pt x="22" y="36"/>
                      <a:pt x="13" y="46"/>
                      <a:pt x="0" y="4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0" name="Freeform 229">
                <a:extLst>
                  <a:ext uri="{FF2B5EF4-FFF2-40B4-BE49-F238E27FC236}">
                    <a16:creationId xmlns:a16="http://schemas.microsoft.com/office/drawing/2014/main" id="{DE46A2EC-C127-47A7-A3DC-FF24F6C39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195"/>
                <a:ext cx="115" cy="120"/>
              </a:xfrm>
              <a:custGeom>
                <a:avLst/>
                <a:gdLst>
                  <a:gd name="T0" fmla="*/ 1360 w 62"/>
                  <a:gd name="T1" fmla="*/ 0 h 61"/>
                  <a:gd name="T2" fmla="*/ 1122 w 62"/>
                  <a:gd name="T3" fmla="*/ 297 h 61"/>
                  <a:gd name="T4" fmla="*/ 926 w 62"/>
                  <a:gd name="T5" fmla="*/ 677 h 61"/>
                  <a:gd name="T6" fmla="*/ 664 w 62"/>
                  <a:gd name="T7" fmla="*/ 1212 h 61"/>
                  <a:gd name="T8" fmla="*/ 0 w 62"/>
                  <a:gd name="T9" fmla="*/ 179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1">
                    <a:moveTo>
                      <a:pt x="62" y="0"/>
                    </a:moveTo>
                    <a:cubicBezTo>
                      <a:pt x="60" y="4"/>
                      <a:pt x="54" y="7"/>
                      <a:pt x="51" y="10"/>
                    </a:cubicBezTo>
                    <a:cubicBezTo>
                      <a:pt x="48" y="14"/>
                      <a:pt x="45" y="19"/>
                      <a:pt x="42" y="23"/>
                    </a:cubicBezTo>
                    <a:cubicBezTo>
                      <a:pt x="38" y="29"/>
                      <a:pt x="34" y="35"/>
                      <a:pt x="30" y="41"/>
                    </a:cubicBezTo>
                    <a:cubicBezTo>
                      <a:pt x="23" y="51"/>
                      <a:pt x="13" y="61"/>
                      <a:pt x="0" y="6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1" name="Freeform 230">
                <a:extLst>
                  <a:ext uri="{FF2B5EF4-FFF2-40B4-BE49-F238E27FC236}">
                    <a16:creationId xmlns:a16="http://schemas.microsoft.com/office/drawing/2014/main" id="{48C68718-9F2E-42D6-B36D-C91255361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086"/>
                <a:ext cx="146" cy="45"/>
              </a:xfrm>
              <a:custGeom>
                <a:avLst/>
                <a:gdLst>
                  <a:gd name="T0" fmla="*/ 1704 w 79"/>
                  <a:gd name="T1" fmla="*/ 397 h 23"/>
                  <a:gd name="T2" fmla="*/ 1144 w 79"/>
                  <a:gd name="T3" fmla="*/ 628 h 23"/>
                  <a:gd name="T4" fmla="*/ 686 w 79"/>
                  <a:gd name="T5" fmla="*/ 456 h 23"/>
                  <a:gd name="T6" fmla="*/ 303 w 79"/>
                  <a:gd name="T7" fmla="*/ 233 h 23"/>
                  <a:gd name="T8" fmla="*/ 0 w 79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3">
                    <a:moveTo>
                      <a:pt x="79" y="14"/>
                    </a:moveTo>
                    <a:cubicBezTo>
                      <a:pt x="72" y="18"/>
                      <a:pt x="62" y="23"/>
                      <a:pt x="53" y="22"/>
                    </a:cubicBezTo>
                    <a:cubicBezTo>
                      <a:pt x="45" y="22"/>
                      <a:pt x="39" y="19"/>
                      <a:pt x="32" y="16"/>
                    </a:cubicBezTo>
                    <a:cubicBezTo>
                      <a:pt x="26" y="14"/>
                      <a:pt x="20" y="11"/>
                      <a:pt x="14" y="8"/>
                    </a:cubicBezTo>
                    <a:cubicBezTo>
                      <a:pt x="10" y="5"/>
                      <a:pt x="4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2" name="Freeform 231">
                <a:extLst>
                  <a:ext uri="{FF2B5EF4-FFF2-40B4-BE49-F238E27FC236}">
                    <a16:creationId xmlns:a16="http://schemas.microsoft.com/office/drawing/2014/main" id="{B692C1A6-77FD-46A3-8803-64E7164DA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185"/>
                <a:ext cx="120" cy="182"/>
              </a:xfrm>
              <a:custGeom>
                <a:avLst/>
                <a:gdLst>
                  <a:gd name="T0" fmla="*/ 1398 w 65"/>
                  <a:gd name="T1" fmla="*/ 0 h 92"/>
                  <a:gd name="T2" fmla="*/ 1196 w 65"/>
                  <a:gd name="T3" fmla="*/ 580 h 92"/>
                  <a:gd name="T4" fmla="*/ 988 w 65"/>
                  <a:gd name="T5" fmla="*/ 1060 h 92"/>
                  <a:gd name="T6" fmla="*/ 604 w 65"/>
                  <a:gd name="T7" fmla="*/ 1788 h 92"/>
                  <a:gd name="T8" fmla="*/ 0 w 65"/>
                  <a:gd name="T9" fmla="*/ 2787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92">
                    <a:moveTo>
                      <a:pt x="65" y="0"/>
                    </a:moveTo>
                    <a:cubicBezTo>
                      <a:pt x="61" y="5"/>
                      <a:pt x="58" y="13"/>
                      <a:pt x="56" y="19"/>
                    </a:cubicBezTo>
                    <a:cubicBezTo>
                      <a:pt x="53" y="25"/>
                      <a:pt x="49" y="30"/>
                      <a:pt x="46" y="35"/>
                    </a:cubicBezTo>
                    <a:cubicBezTo>
                      <a:pt x="40" y="44"/>
                      <a:pt x="34" y="51"/>
                      <a:pt x="28" y="59"/>
                    </a:cubicBezTo>
                    <a:cubicBezTo>
                      <a:pt x="20" y="70"/>
                      <a:pt x="13" y="88"/>
                      <a:pt x="0" y="9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3" name="Freeform 232">
                <a:extLst>
                  <a:ext uri="{FF2B5EF4-FFF2-40B4-BE49-F238E27FC236}">
                    <a16:creationId xmlns:a16="http://schemas.microsoft.com/office/drawing/2014/main" id="{C7789731-C483-44A3-AB12-BB532766E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226"/>
                <a:ext cx="156" cy="67"/>
              </a:xfrm>
              <a:custGeom>
                <a:avLst/>
                <a:gdLst>
                  <a:gd name="T0" fmla="*/ 0 w 84"/>
                  <a:gd name="T1" fmla="*/ 0 h 34"/>
                  <a:gd name="T2" fmla="*/ 1010 w 84"/>
                  <a:gd name="T3" fmla="*/ 948 h 34"/>
                  <a:gd name="T4" fmla="*/ 1859 w 84"/>
                  <a:gd name="T5" fmla="*/ 52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34">
                    <a:moveTo>
                      <a:pt x="0" y="0"/>
                    </a:moveTo>
                    <a:cubicBezTo>
                      <a:pt x="5" y="17"/>
                      <a:pt x="27" y="34"/>
                      <a:pt x="46" y="32"/>
                    </a:cubicBezTo>
                    <a:cubicBezTo>
                      <a:pt x="58" y="31"/>
                      <a:pt x="74" y="25"/>
                      <a:pt x="84" y="1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4" name="Freeform 233">
                <a:extLst>
                  <a:ext uri="{FF2B5EF4-FFF2-40B4-BE49-F238E27FC236}">
                    <a16:creationId xmlns:a16="http://schemas.microsoft.com/office/drawing/2014/main" id="{BB395633-5D6A-44C3-824C-47EFF78B3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175"/>
                <a:ext cx="163" cy="120"/>
              </a:xfrm>
              <a:custGeom>
                <a:avLst/>
                <a:gdLst>
                  <a:gd name="T0" fmla="*/ 0 w 88"/>
                  <a:gd name="T1" fmla="*/ 1645 h 61"/>
                  <a:gd name="T2" fmla="*/ 522 w 88"/>
                  <a:gd name="T3" fmla="*/ 1409 h 61"/>
                  <a:gd name="T4" fmla="*/ 978 w 88"/>
                  <a:gd name="T5" fmla="*/ 852 h 61"/>
                  <a:gd name="T6" fmla="*/ 1506 w 88"/>
                  <a:gd name="T7" fmla="*/ 268 h 61"/>
                  <a:gd name="T8" fmla="*/ 1917 w 88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61">
                    <a:moveTo>
                      <a:pt x="0" y="56"/>
                    </a:moveTo>
                    <a:cubicBezTo>
                      <a:pt x="3" y="61"/>
                      <a:pt x="20" y="51"/>
                      <a:pt x="24" y="48"/>
                    </a:cubicBezTo>
                    <a:cubicBezTo>
                      <a:pt x="32" y="43"/>
                      <a:pt x="39" y="36"/>
                      <a:pt x="45" y="29"/>
                    </a:cubicBezTo>
                    <a:cubicBezTo>
                      <a:pt x="51" y="22"/>
                      <a:pt x="61" y="14"/>
                      <a:pt x="69" y="9"/>
                    </a:cubicBezTo>
                    <a:cubicBezTo>
                      <a:pt x="75" y="6"/>
                      <a:pt x="82" y="2"/>
                      <a:pt x="88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5" name="Freeform 234">
                <a:extLst>
                  <a:ext uri="{FF2B5EF4-FFF2-40B4-BE49-F238E27FC236}">
                    <a16:creationId xmlns:a16="http://schemas.microsoft.com/office/drawing/2014/main" id="{1A81FFB6-128A-4F92-A962-F29B7D19F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2118"/>
                <a:ext cx="191" cy="122"/>
              </a:xfrm>
              <a:custGeom>
                <a:avLst/>
                <a:gdLst>
                  <a:gd name="T0" fmla="*/ 0 w 103"/>
                  <a:gd name="T1" fmla="*/ 1828 h 62"/>
                  <a:gd name="T2" fmla="*/ 1122 w 103"/>
                  <a:gd name="T3" fmla="*/ 329 h 62"/>
                  <a:gd name="T4" fmla="*/ 2255 w 103"/>
                  <a:gd name="T5" fmla="*/ 213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2">
                    <a:moveTo>
                      <a:pt x="0" y="62"/>
                    </a:moveTo>
                    <a:cubicBezTo>
                      <a:pt x="10" y="41"/>
                      <a:pt x="28" y="20"/>
                      <a:pt x="51" y="11"/>
                    </a:cubicBezTo>
                    <a:cubicBezTo>
                      <a:pt x="67" y="5"/>
                      <a:pt x="87" y="0"/>
                      <a:pt x="103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6" name="Freeform 235">
                <a:extLst>
                  <a:ext uri="{FF2B5EF4-FFF2-40B4-BE49-F238E27FC236}">
                    <a16:creationId xmlns:a16="http://schemas.microsoft.com/office/drawing/2014/main" id="{AE360064-E1CF-4747-80B4-7A1289535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058"/>
                <a:ext cx="230" cy="58"/>
              </a:xfrm>
              <a:custGeom>
                <a:avLst/>
                <a:gdLst>
                  <a:gd name="T0" fmla="*/ 2725 w 124"/>
                  <a:gd name="T1" fmla="*/ 64 h 29"/>
                  <a:gd name="T2" fmla="*/ 2081 w 124"/>
                  <a:gd name="T3" fmla="*/ 384 h 29"/>
                  <a:gd name="T4" fmla="*/ 1538 w 124"/>
                  <a:gd name="T5" fmla="*/ 736 h 29"/>
                  <a:gd name="T6" fmla="*/ 440 w 124"/>
                  <a:gd name="T7" fmla="*/ 384 h 29"/>
                  <a:gd name="T8" fmla="*/ 0 w 124"/>
                  <a:gd name="T9" fmla="*/ 28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29">
                    <a:moveTo>
                      <a:pt x="124" y="2"/>
                    </a:moveTo>
                    <a:cubicBezTo>
                      <a:pt x="114" y="0"/>
                      <a:pt x="103" y="8"/>
                      <a:pt x="95" y="12"/>
                    </a:cubicBezTo>
                    <a:cubicBezTo>
                      <a:pt x="87" y="16"/>
                      <a:pt x="79" y="21"/>
                      <a:pt x="70" y="23"/>
                    </a:cubicBezTo>
                    <a:cubicBezTo>
                      <a:pt x="51" y="29"/>
                      <a:pt x="38" y="15"/>
                      <a:pt x="20" y="12"/>
                    </a:cubicBezTo>
                    <a:cubicBezTo>
                      <a:pt x="14" y="11"/>
                      <a:pt x="5" y="11"/>
                      <a:pt x="0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7" name="Freeform 236">
                <a:extLst>
                  <a:ext uri="{FF2B5EF4-FFF2-40B4-BE49-F238E27FC236}">
                    <a16:creationId xmlns:a16="http://schemas.microsoft.com/office/drawing/2014/main" id="{857E2DE7-031C-4F11-BE84-DB9361278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2224"/>
                <a:ext cx="157" cy="144"/>
              </a:xfrm>
              <a:custGeom>
                <a:avLst/>
                <a:gdLst>
                  <a:gd name="T0" fmla="*/ 1829 w 85"/>
                  <a:gd name="T1" fmla="*/ 1620 h 73"/>
                  <a:gd name="T2" fmla="*/ 604 w 85"/>
                  <a:gd name="T3" fmla="*/ 1381 h 73"/>
                  <a:gd name="T4" fmla="*/ 277 w 85"/>
                  <a:gd name="T5" fmla="*/ 684 h 73"/>
                  <a:gd name="T6" fmla="*/ 24 w 85"/>
                  <a:gd name="T7" fmla="*/ 63 h 73"/>
                  <a:gd name="T8" fmla="*/ 0 w 85"/>
                  <a:gd name="T9" fmla="*/ 3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73">
                    <a:moveTo>
                      <a:pt x="85" y="54"/>
                    </a:moveTo>
                    <a:cubicBezTo>
                      <a:pt x="75" y="73"/>
                      <a:pt x="38" y="57"/>
                      <a:pt x="28" y="46"/>
                    </a:cubicBezTo>
                    <a:cubicBezTo>
                      <a:pt x="22" y="39"/>
                      <a:pt x="17" y="31"/>
                      <a:pt x="13" y="23"/>
                    </a:cubicBezTo>
                    <a:cubicBezTo>
                      <a:pt x="9" y="16"/>
                      <a:pt x="4" y="9"/>
                      <a:pt x="1" y="2"/>
                    </a:cubicBezTo>
                    <a:cubicBezTo>
                      <a:pt x="0" y="1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8" name="Freeform 237">
                <a:extLst>
                  <a:ext uri="{FF2B5EF4-FFF2-40B4-BE49-F238E27FC236}">
                    <a16:creationId xmlns:a16="http://schemas.microsoft.com/office/drawing/2014/main" id="{CCB11196-F2A1-4D31-9A1B-637CB0241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062"/>
                <a:ext cx="169" cy="192"/>
              </a:xfrm>
              <a:custGeom>
                <a:avLst/>
                <a:gdLst>
                  <a:gd name="T0" fmla="*/ 2011 w 91"/>
                  <a:gd name="T1" fmla="*/ 188 h 97"/>
                  <a:gd name="T2" fmla="*/ 1166 w 91"/>
                  <a:gd name="T3" fmla="*/ 125 h 97"/>
                  <a:gd name="T4" fmla="*/ 462 w 91"/>
                  <a:gd name="T5" fmla="*/ 877 h 97"/>
                  <a:gd name="T6" fmla="*/ 45 w 91"/>
                  <a:gd name="T7" fmla="*/ 2793 h 97"/>
                  <a:gd name="T8" fmla="*/ 0 w 91"/>
                  <a:gd name="T9" fmla="*/ 2945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7">
                    <a:moveTo>
                      <a:pt x="91" y="6"/>
                    </a:moveTo>
                    <a:cubicBezTo>
                      <a:pt x="78" y="3"/>
                      <a:pt x="67" y="0"/>
                      <a:pt x="53" y="4"/>
                    </a:cubicBezTo>
                    <a:cubicBezTo>
                      <a:pt x="40" y="7"/>
                      <a:pt x="29" y="18"/>
                      <a:pt x="21" y="29"/>
                    </a:cubicBezTo>
                    <a:cubicBezTo>
                      <a:pt x="8" y="47"/>
                      <a:pt x="8" y="71"/>
                      <a:pt x="2" y="92"/>
                    </a:cubicBezTo>
                    <a:cubicBezTo>
                      <a:pt x="1" y="94"/>
                      <a:pt x="1" y="95"/>
                      <a:pt x="0" y="9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9" name="Freeform 238">
                <a:extLst>
                  <a:ext uri="{FF2B5EF4-FFF2-40B4-BE49-F238E27FC236}">
                    <a16:creationId xmlns:a16="http://schemas.microsoft.com/office/drawing/2014/main" id="{9B68E54D-5C94-43E1-A3F3-A8F492DE5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157"/>
                <a:ext cx="156" cy="190"/>
              </a:xfrm>
              <a:custGeom>
                <a:avLst/>
                <a:gdLst>
                  <a:gd name="T0" fmla="*/ 0 w 84"/>
                  <a:gd name="T1" fmla="*/ 2668 h 96"/>
                  <a:gd name="T2" fmla="*/ 1235 w 84"/>
                  <a:gd name="T3" fmla="*/ 1613 h 96"/>
                  <a:gd name="T4" fmla="*/ 1621 w 84"/>
                  <a:gd name="T5" fmla="*/ 643 h 96"/>
                  <a:gd name="T6" fmla="*/ 1859 w 84"/>
                  <a:gd name="T7" fmla="*/ 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96">
                    <a:moveTo>
                      <a:pt x="0" y="88"/>
                    </a:moveTo>
                    <a:cubicBezTo>
                      <a:pt x="21" y="96"/>
                      <a:pt x="47" y="68"/>
                      <a:pt x="56" y="53"/>
                    </a:cubicBezTo>
                    <a:cubicBezTo>
                      <a:pt x="62" y="42"/>
                      <a:pt x="68" y="31"/>
                      <a:pt x="73" y="21"/>
                    </a:cubicBezTo>
                    <a:cubicBezTo>
                      <a:pt x="77" y="14"/>
                      <a:pt x="82" y="7"/>
                      <a:pt x="8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0" name="Freeform 239">
                <a:extLst>
                  <a:ext uri="{FF2B5EF4-FFF2-40B4-BE49-F238E27FC236}">
                    <a16:creationId xmlns:a16="http://schemas.microsoft.com/office/drawing/2014/main" id="{DD608310-0BC9-4359-8258-CAE277535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112"/>
                <a:ext cx="159" cy="164"/>
              </a:xfrm>
              <a:custGeom>
                <a:avLst/>
                <a:gdLst>
                  <a:gd name="T0" fmla="*/ 0 w 86"/>
                  <a:gd name="T1" fmla="*/ 0 h 83"/>
                  <a:gd name="T2" fmla="*/ 455 w 86"/>
                  <a:gd name="T3" fmla="*/ 808 h 83"/>
                  <a:gd name="T4" fmla="*/ 841 w 86"/>
                  <a:gd name="T5" fmla="*/ 1780 h 83"/>
                  <a:gd name="T6" fmla="*/ 1732 w 86"/>
                  <a:gd name="T7" fmla="*/ 2377 h 83"/>
                  <a:gd name="T8" fmla="*/ 1860 w 86"/>
                  <a:gd name="T9" fmla="*/ 237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3">
                    <a:moveTo>
                      <a:pt x="0" y="0"/>
                    </a:moveTo>
                    <a:cubicBezTo>
                      <a:pt x="9" y="6"/>
                      <a:pt x="15" y="18"/>
                      <a:pt x="21" y="27"/>
                    </a:cubicBezTo>
                    <a:cubicBezTo>
                      <a:pt x="28" y="37"/>
                      <a:pt x="33" y="49"/>
                      <a:pt x="39" y="59"/>
                    </a:cubicBezTo>
                    <a:cubicBezTo>
                      <a:pt x="50" y="74"/>
                      <a:pt x="62" y="83"/>
                      <a:pt x="80" y="79"/>
                    </a:cubicBezTo>
                    <a:cubicBezTo>
                      <a:pt x="82" y="79"/>
                      <a:pt x="84" y="79"/>
                      <a:pt x="86" y="7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1" name="Freeform 240">
                <a:extLst>
                  <a:ext uri="{FF2B5EF4-FFF2-40B4-BE49-F238E27FC236}">
                    <a16:creationId xmlns:a16="http://schemas.microsoft.com/office/drawing/2014/main" id="{F258EE69-3D37-4739-9CD1-2CAE15E0F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153"/>
                <a:ext cx="185" cy="91"/>
              </a:xfrm>
              <a:custGeom>
                <a:avLst/>
                <a:gdLst>
                  <a:gd name="T0" fmla="*/ 2166 w 100"/>
                  <a:gd name="T1" fmla="*/ 0 h 46"/>
                  <a:gd name="T2" fmla="*/ 1837 w 100"/>
                  <a:gd name="T3" fmla="*/ 125 h 46"/>
                  <a:gd name="T4" fmla="*/ 1499 w 100"/>
                  <a:gd name="T5" fmla="*/ 396 h 46"/>
                  <a:gd name="T6" fmla="*/ 951 w 100"/>
                  <a:gd name="T7" fmla="*/ 1084 h 46"/>
                  <a:gd name="T8" fmla="*/ 507 w 100"/>
                  <a:gd name="T9" fmla="*/ 1393 h 46"/>
                  <a:gd name="T10" fmla="*/ 81 w 100"/>
                  <a:gd name="T11" fmla="*/ 1209 h 46"/>
                  <a:gd name="T12" fmla="*/ 0 w 100"/>
                  <a:gd name="T13" fmla="*/ 106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46">
                    <a:moveTo>
                      <a:pt x="100" y="0"/>
                    </a:moveTo>
                    <a:cubicBezTo>
                      <a:pt x="96" y="0"/>
                      <a:pt x="89" y="3"/>
                      <a:pt x="85" y="4"/>
                    </a:cubicBezTo>
                    <a:cubicBezTo>
                      <a:pt x="79" y="6"/>
                      <a:pt x="73" y="9"/>
                      <a:pt x="69" y="13"/>
                    </a:cubicBezTo>
                    <a:cubicBezTo>
                      <a:pt x="60" y="20"/>
                      <a:pt x="53" y="29"/>
                      <a:pt x="44" y="36"/>
                    </a:cubicBezTo>
                    <a:cubicBezTo>
                      <a:pt x="37" y="42"/>
                      <a:pt x="32" y="46"/>
                      <a:pt x="23" y="46"/>
                    </a:cubicBezTo>
                    <a:cubicBezTo>
                      <a:pt x="17" y="46"/>
                      <a:pt x="9" y="43"/>
                      <a:pt x="4" y="40"/>
                    </a:cubicBezTo>
                    <a:cubicBezTo>
                      <a:pt x="2" y="39"/>
                      <a:pt x="1" y="37"/>
                      <a:pt x="0" y="3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2" name="Freeform 241">
                <a:extLst>
                  <a:ext uri="{FF2B5EF4-FFF2-40B4-BE49-F238E27FC236}">
                    <a16:creationId xmlns:a16="http://schemas.microsoft.com/office/drawing/2014/main" id="{51204426-7CA0-47AF-85DE-77CD3DDAA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084"/>
                <a:ext cx="154" cy="81"/>
              </a:xfrm>
              <a:custGeom>
                <a:avLst/>
                <a:gdLst>
                  <a:gd name="T0" fmla="*/ 1828 w 83"/>
                  <a:gd name="T1" fmla="*/ 0 h 41"/>
                  <a:gd name="T2" fmla="*/ 1566 w 83"/>
                  <a:gd name="T3" fmla="*/ 32 h 41"/>
                  <a:gd name="T4" fmla="*/ 1187 w 83"/>
                  <a:gd name="T5" fmla="*/ 93 h 41"/>
                  <a:gd name="T6" fmla="*/ 544 w 83"/>
                  <a:gd name="T7" fmla="*/ 577 h 41"/>
                  <a:gd name="T8" fmla="*/ 178 w 83"/>
                  <a:gd name="T9" fmla="*/ 1019 h 41"/>
                  <a:gd name="T10" fmla="*/ 0 w 83"/>
                  <a:gd name="T11" fmla="*/ 123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1">
                    <a:moveTo>
                      <a:pt x="83" y="0"/>
                    </a:moveTo>
                    <a:cubicBezTo>
                      <a:pt x="80" y="2"/>
                      <a:pt x="75" y="1"/>
                      <a:pt x="71" y="1"/>
                    </a:cubicBezTo>
                    <a:cubicBezTo>
                      <a:pt x="65" y="1"/>
                      <a:pt x="59" y="2"/>
                      <a:pt x="54" y="3"/>
                    </a:cubicBezTo>
                    <a:cubicBezTo>
                      <a:pt x="43" y="6"/>
                      <a:pt x="34" y="12"/>
                      <a:pt x="25" y="19"/>
                    </a:cubicBezTo>
                    <a:cubicBezTo>
                      <a:pt x="19" y="24"/>
                      <a:pt x="13" y="29"/>
                      <a:pt x="8" y="34"/>
                    </a:cubicBezTo>
                    <a:cubicBezTo>
                      <a:pt x="5" y="36"/>
                      <a:pt x="1" y="38"/>
                      <a:pt x="0" y="4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3" name="Freeform 242">
                <a:extLst>
                  <a:ext uri="{FF2B5EF4-FFF2-40B4-BE49-F238E27FC236}">
                    <a16:creationId xmlns:a16="http://schemas.microsoft.com/office/drawing/2014/main" id="{0254C78F-607E-4744-BCB8-F3214FEBC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153"/>
                <a:ext cx="154" cy="57"/>
              </a:xfrm>
              <a:custGeom>
                <a:avLst/>
                <a:gdLst>
                  <a:gd name="T0" fmla="*/ 0 w 83"/>
                  <a:gd name="T1" fmla="*/ 0 h 29"/>
                  <a:gd name="T2" fmla="*/ 178 w 83"/>
                  <a:gd name="T3" fmla="*/ 212 h 29"/>
                  <a:gd name="T4" fmla="*/ 390 w 83"/>
                  <a:gd name="T5" fmla="*/ 464 h 29"/>
                  <a:gd name="T6" fmla="*/ 985 w 83"/>
                  <a:gd name="T7" fmla="*/ 820 h 29"/>
                  <a:gd name="T8" fmla="*/ 1514 w 83"/>
                  <a:gd name="T9" fmla="*/ 700 h 29"/>
                  <a:gd name="T10" fmla="*/ 1828 w 83"/>
                  <a:gd name="T11" fmla="*/ 525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29">
                    <a:moveTo>
                      <a:pt x="0" y="0"/>
                    </a:moveTo>
                    <a:cubicBezTo>
                      <a:pt x="1" y="3"/>
                      <a:pt x="5" y="5"/>
                      <a:pt x="8" y="7"/>
                    </a:cubicBezTo>
                    <a:cubicBezTo>
                      <a:pt x="11" y="10"/>
                      <a:pt x="14" y="14"/>
                      <a:pt x="18" y="16"/>
                    </a:cubicBezTo>
                    <a:cubicBezTo>
                      <a:pt x="25" y="22"/>
                      <a:pt x="35" y="27"/>
                      <a:pt x="45" y="28"/>
                    </a:cubicBezTo>
                    <a:cubicBezTo>
                      <a:pt x="53" y="29"/>
                      <a:pt x="62" y="27"/>
                      <a:pt x="69" y="24"/>
                    </a:cubicBezTo>
                    <a:cubicBezTo>
                      <a:pt x="74" y="23"/>
                      <a:pt x="79" y="19"/>
                      <a:pt x="83" y="1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4" name="Freeform 243">
                <a:extLst>
                  <a:ext uri="{FF2B5EF4-FFF2-40B4-BE49-F238E27FC236}">
                    <a16:creationId xmlns:a16="http://schemas.microsoft.com/office/drawing/2014/main" id="{D49EE45D-8D92-452B-B490-8F91A2BA6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104"/>
                <a:ext cx="200" cy="100"/>
              </a:xfrm>
              <a:custGeom>
                <a:avLst/>
                <a:gdLst>
                  <a:gd name="T0" fmla="*/ 0 w 108"/>
                  <a:gd name="T1" fmla="*/ 1388 h 51"/>
                  <a:gd name="T2" fmla="*/ 1478 w 108"/>
                  <a:gd name="T3" fmla="*/ 604 h 51"/>
                  <a:gd name="T4" fmla="*/ 1989 w 108"/>
                  <a:gd name="T5" fmla="*/ 149 h 51"/>
                  <a:gd name="T6" fmla="*/ 2350 w 108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51">
                    <a:moveTo>
                      <a:pt x="0" y="48"/>
                    </a:moveTo>
                    <a:cubicBezTo>
                      <a:pt x="25" y="51"/>
                      <a:pt x="49" y="35"/>
                      <a:pt x="68" y="21"/>
                    </a:cubicBezTo>
                    <a:cubicBezTo>
                      <a:pt x="75" y="15"/>
                      <a:pt x="82" y="9"/>
                      <a:pt x="91" y="5"/>
                    </a:cubicBezTo>
                    <a:cubicBezTo>
                      <a:pt x="96" y="3"/>
                      <a:pt x="102" y="2"/>
                      <a:pt x="108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5" name="Freeform 244">
                <a:extLst>
                  <a:ext uri="{FF2B5EF4-FFF2-40B4-BE49-F238E27FC236}">
                    <a16:creationId xmlns:a16="http://schemas.microsoft.com/office/drawing/2014/main" id="{D45905B3-872D-4F25-A203-5DBF22EFC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092"/>
                <a:ext cx="230" cy="75"/>
              </a:xfrm>
              <a:custGeom>
                <a:avLst/>
                <a:gdLst>
                  <a:gd name="T0" fmla="*/ 2725 w 124"/>
                  <a:gd name="T1" fmla="*/ 776 h 38"/>
                  <a:gd name="T2" fmla="*/ 2573 w 124"/>
                  <a:gd name="T3" fmla="*/ 837 h 38"/>
                  <a:gd name="T4" fmla="*/ 2330 w 124"/>
                  <a:gd name="T5" fmla="*/ 892 h 38"/>
                  <a:gd name="T6" fmla="*/ 1844 w 124"/>
                  <a:gd name="T7" fmla="*/ 1044 h 38"/>
                  <a:gd name="T8" fmla="*/ 901 w 124"/>
                  <a:gd name="T9" fmla="*/ 924 h 38"/>
                  <a:gd name="T10" fmla="*/ 543 w 124"/>
                  <a:gd name="T11" fmla="*/ 624 h 38"/>
                  <a:gd name="T12" fmla="*/ 358 w 124"/>
                  <a:gd name="T13" fmla="*/ 363 h 38"/>
                  <a:gd name="T14" fmla="*/ 0 w 12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38">
                    <a:moveTo>
                      <a:pt x="124" y="26"/>
                    </a:moveTo>
                    <a:cubicBezTo>
                      <a:pt x="122" y="27"/>
                      <a:pt x="120" y="28"/>
                      <a:pt x="117" y="28"/>
                    </a:cubicBezTo>
                    <a:cubicBezTo>
                      <a:pt x="113" y="30"/>
                      <a:pt x="110" y="30"/>
                      <a:pt x="106" y="30"/>
                    </a:cubicBezTo>
                    <a:cubicBezTo>
                      <a:pt x="99" y="31"/>
                      <a:pt x="91" y="33"/>
                      <a:pt x="84" y="35"/>
                    </a:cubicBezTo>
                    <a:cubicBezTo>
                      <a:pt x="69" y="38"/>
                      <a:pt x="55" y="38"/>
                      <a:pt x="41" y="31"/>
                    </a:cubicBezTo>
                    <a:cubicBezTo>
                      <a:pt x="34" y="28"/>
                      <a:pt x="30" y="25"/>
                      <a:pt x="25" y="21"/>
                    </a:cubicBezTo>
                    <a:cubicBezTo>
                      <a:pt x="22" y="18"/>
                      <a:pt x="19" y="15"/>
                      <a:pt x="16" y="12"/>
                    </a:cubicBezTo>
                    <a:cubicBezTo>
                      <a:pt x="11" y="7"/>
                      <a:pt x="6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6" name="Freeform 245">
                <a:extLst>
                  <a:ext uri="{FF2B5EF4-FFF2-40B4-BE49-F238E27FC236}">
                    <a16:creationId xmlns:a16="http://schemas.microsoft.com/office/drawing/2014/main" id="{33BB40ED-2F7A-4B77-BFA0-B8C7A0E1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082"/>
                <a:ext cx="241" cy="83"/>
              </a:xfrm>
              <a:custGeom>
                <a:avLst/>
                <a:gdLst>
                  <a:gd name="T0" fmla="*/ 0 w 130"/>
                  <a:gd name="T1" fmla="*/ 1233 h 42"/>
                  <a:gd name="T2" fmla="*/ 814 w 130"/>
                  <a:gd name="T3" fmla="*/ 812 h 42"/>
                  <a:gd name="T4" fmla="*/ 1618 w 130"/>
                  <a:gd name="T5" fmla="*/ 215 h 42"/>
                  <a:gd name="T6" fmla="*/ 2382 w 130"/>
                  <a:gd name="T7" fmla="*/ 0 h 42"/>
                  <a:gd name="T8" fmla="*/ 2849 w 130"/>
                  <a:gd name="T9" fmla="*/ 9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42">
                    <a:moveTo>
                      <a:pt x="0" y="41"/>
                    </a:moveTo>
                    <a:cubicBezTo>
                      <a:pt x="13" y="42"/>
                      <a:pt x="27" y="34"/>
                      <a:pt x="37" y="27"/>
                    </a:cubicBezTo>
                    <a:cubicBezTo>
                      <a:pt x="49" y="20"/>
                      <a:pt x="60" y="12"/>
                      <a:pt x="74" y="7"/>
                    </a:cubicBezTo>
                    <a:cubicBezTo>
                      <a:pt x="86" y="3"/>
                      <a:pt x="97" y="0"/>
                      <a:pt x="109" y="0"/>
                    </a:cubicBezTo>
                    <a:cubicBezTo>
                      <a:pt x="116" y="0"/>
                      <a:pt x="125" y="0"/>
                      <a:pt x="130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7" name="Freeform 246">
                <a:extLst>
                  <a:ext uri="{FF2B5EF4-FFF2-40B4-BE49-F238E27FC236}">
                    <a16:creationId xmlns:a16="http://schemas.microsoft.com/office/drawing/2014/main" id="{188A5EAC-19E9-4F96-8551-D7E5D66F9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046"/>
                <a:ext cx="152" cy="54"/>
              </a:xfrm>
              <a:custGeom>
                <a:avLst/>
                <a:gdLst>
                  <a:gd name="T0" fmla="*/ 1796 w 82"/>
                  <a:gd name="T1" fmla="*/ 0 h 27"/>
                  <a:gd name="T2" fmla="*/ 1329 w 82"/>
                  <a:gd name="T3" fmla="*/ 160 h 27"/>
                  <a:gd name="T4" fmla="*/ 636 w 82"/>
                  <a:gd name="T5" fmla="*/ 288 h 27"/>
                  <a:gd name="T6" fmla="*/ 202 w 82"/>
                  <a:gd name="T7" fmla="*/ 608 h 27"/>
                  <a:gd name="T8" fmla="*/ 0 w 82"/>
                  <a:gd name="T9" fmla="*/ 86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27">
                    <a:moveTo>
                      <a:pt x="82" y="0"/>
                    </a:moveTo>
                    <a:cubicBezTo>
                      <a:pt x="78" y="5"/>
                      <a:pt x="67" y="4"/>
                      <a:pt x="61" y="5"/>
                    </a:cubicBezTo>
                    <a:cubicBezTo>
                      <a:pt x="50" y="5"/>
                      <a:pt x="40" y="6"/>
                      <a:pt x="29" y="9"/>
                    </a:cubicBezTo>
                    <a:cubicBezTo>
                      <a:pt x="22" y="12"/>
                      <a:pt x="15" y="15"/>
                      <a:pt x="9" y="19"/>
                    </a:cubicBezTo>
                    <a:cubicBezTo>
                      <a:pt x="5" y="21"/>
                      <a:pt x="3" y="24"/>
                      <a:pt x="0" y="2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8" name="Freeform 247">
                <a:extLst>
                  <a:ext uri="{FF2B5EF4-FFF2-40B4-BE49-F238E27FC236}">
                    <a16:creationId xmlns:a16="http://schemas.microsoft.com/office/drawing/2014/main" id="{4BA51976-6C3E-48A9-AB67-ACAB2AB1E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110"/>
                <a:ext cx="187" cy="25"/>
              </a:xfrm>
              <a:custGeom>
                <a:avLst/>
                <a:gdLst>
                  <a:gd name="T0" fmla="*/ 0 w 101"/>
                  <a:gd name="T1" fmla="*/ 0 h 13"/>
                  <a:gd name="T2" fmla="*/ 261 w 101"/>
                  <a:gd name="T3" fmla="*/ 85 h 13"/>
                  <a:gd name="T4" fmla="*/ 611 w 101"/>
                  <a:gd name="T5" fmla="*/ 208 h 13"/>
                  <a:gd name="T6" fmla="*/ 1224 w 101"/>
                  <a:gd name="T7" fmla="*/ 340 h 13"/>
                  <a:gd name="T8" fmla="*/ 1811 w 101"/>
                  <a:gd name="T9" fmla="*/ 137 h 13"/>
                  <a:gd name="T10" fmla="*/ 2198 w 101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" h="13">
                    <a:moveTo>
                      <a:pt x="0" y="0"/>
                    </a:moveTo>
                    <a:cubicBezTo>
                      <a:pt x="1" y="3"/>
                      <a:pt x="9" y="2"/>
                      <a:pt x="12" y="3"/>
                    </a:cubicBezTo>
                    <a:cubicBezTo>
                      <a:pt x="18" y="4"/>
                      <a:pt x="23" y="6"/>
                      <a:pt x="28" y="8"/>
                    </a:cubicBezTo>
                    <a:cubicBezTo>
                      <a:pt x="37" y="11"/>
                      <a:pt x="47" y="13"/>
                      <a:pt x="56" y="13"/>
                    </a:cubicBezTo>
                    <a:cubicBezTo>
                      <a:pt x="66" y="12"/>
                      <a:pt x="74" y="8"/>
                      <a:pt x="83" y="5"/>
                    </a:cubicBezTo>
                    <a:cubicBezTo>
                      <a:pt x="88" y="3"/>
                      <a:pt x="96" y="2"/>
                      <a:pt x="101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0991" name="Freeform 248">
              <a:extLst>
                <a:ext uri="{FF2B5EF4-FFF2-40B4-BE49-F238E27FC236}">
                  <a16:creationId xmlns:a16="http://schemas.microsoft.com/office/drawing/2014/main" id="{B08CDB82-A2BA-4006-BD42-B5CF34BD6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062"/>
              <a:ext cx="197" cy="69"/>
            </a:xfrm>
            <a:custGeom>
              <a:avLst/>
              <a:gdLst>
                <a:gd name="T0" fmla="*/ 2349 w 106"/>
                <a:gd name="T1" fmla="*/ 0 h 35"/>
                <a:gd name="T2" fmla="*/ 1989 w 106"/>
                <a:gd name="T3" fmla="*/ 32 h 35"/>
                <a:gd name="T4" fmla="*/ 1622 w 106"/>
                <a:gd name="T5" fmla="*/ 124 h 35"/>
                <a:gd name="T6" fmla="*/ 821 w 106"/>
                <a:gd name="T7" fmla="*/ 560 h 35"/>
                <a:gd name="T8" fmla="*/ 0 w 106"/>
                <a:gd name="T9" fmla="*/ 10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5">
                  <a:moveTo>
                    <a:pt x="106" y="0"/>
                  </a:moveTo>
                  <a:cubicBezTo>
                    <a:pt x="103" y="1"/>
                    <a:pt x="94" y="0"/>
                    <a:pt x="90" y="1"/>
                  </a:cubicBezTo>
                  <a:cubicBezTo>
                    <a:pt x="84" y="2"/>
                    <a:pt x="79" y="2"/>
                    <a:pt x="73" y="4"/>
                  </a:cubicBezTo>
                  <a:cubicBezTo>
                    <a:pt x="60" y="8"/>
                    <a:pt x="49" y="13"/>
                    <a:pt x="37" y="19"/>
                  </a:cubicBezTo>
                  <a:cubicBezTo>
                    <a:pt x="25" y="25"/>
                    <a:pt x="12" y="33"/>
                    <a:pt x="0" y="3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2" name="Freeform 249">
              <a:extLst>
                <a:ext uri="{FF2B5EF4-FFF2-40B4-BE49-F238E27FC236}">
                  <a16:creationId xmlns:a16="http://schemas.microsoft.com/office/drawing/2014/main" id="{EF9C4DF9-10B9-4C96-857C-4F62F2730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062"/>
              <a:ext cx="241" cy="38"/>
            </a:xfrm>
            <a:custGeom>
              <a:avLst/>
              <a:gdLst>
                <a:gd name="T0" fmla="*/ 2849 w 130"/>
                <a:gd name="T1" fmla="*/ 384 h 19"/>
                <a:gd name="T2" fmla="*/ 2058 w 130"/>
                <a:gd name="T3" fmla="*/ 544 h 19"/>
                <a:gd name="T4" fmla="*/ 1492 w 130"/>
                <a:gd name="T5" fmla="*/ 576 h 19"/>
                <a:gd name="T6" fmla="*/ 979 w 130"/>
                <a:gd name="T7" fmla="*/ 416 h 19"/>
                <a:gd name="T8" fmla="*/ 0 w 13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9">
                  <a:moveTo>
                    <a:pt x="130" y="12"/>
                  </a:moveTo>
                  <a:cubicBezTo>
                    <a:pt x="117" y="12"/>
                    <a:pt x="106" y="16"/>
                    <a:pt x="94" y="17"/>
                  </a:cubicBezTo>
                  <a:cubicBezTo>
                    <a:pt x="85" y="18"/>
                    <a:pt x="76" y="19"/>
                    <a:pt x="68" y="18"/>
                  </a:cubicBezTo>
                  <a:cubicBezTo>
                    <a:pt x="60" y="17"/>
                    <a:pt x="53" y="15"/>
                    <a:pt x="45" y="13"/>
                  </a:cubicBezTo>
                  <a:cubicBezTo>
                    <a:pt x="30" y="9"/>
                    <a:pt x="14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" name="Freeform 250">
              <a:extLst>
                <a:ext uri="{FF2B5EF4-FFF2-40B4-BE49-F238E27FC236}">
                  <a16:creationId xmlns:a16="http://schemas.microsoft.com/office/drawing/2014/main" id="{3FF00C3C-E654-48AD-B1C9-F71176FDC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031"/>
              <a:ext cx="134" cy="37"/>
            </a:xfrm>
            <a:custGeom>
              <a:avLst/>
              <a:gdLst>
                <a:gd name="T0" fmla="*/ 1604 w 72"/>
                <a:gd name="T1" fmla="*/ 31 h 19"/>
                <a:gd name="T2" fmla="*/ 1586 w 72"/>
                <a:gd name="T3" fmla="*/ 0 h 19"/>
                <a:gd name="T4" fmla="*/ 1115 w 72"/>
                <a:gd name="T5" fmla="*/ 60 h 19"/>
                <a:gd name="T6" fmla="*/ 516 w 72"/>
                <a:gd name="T7" fmla="*/ 171 h 19"/>
                <a:gd name="T8" fmla="*/ 0 w 72"/>
                <a:gd name="T9" fmla="*/ 500 h 19"/>
                <a:gd name="T10" fmla="*/ 0 w 72"/>
                <a:gd name="T11" fmla="*/ 50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9">
                  <a:moveTo>
                    <a:pt x="72" y="1"/>
                  </a:moveTo>
                  <a:cubicBezTo>
                    <a:pt x="71" y="1"/>
                    <a:pt x="72" y="0"/>
                    <a:pt x="71" y="0"/>
                  </a:cubicBezTo>
                  <a:cubicBezTo>
                    <a:pt x="65" y="3"/>
                    <a:pt x="56" y="2"/>
                    <a:pt x="50" y="2"/>
                  </a:cubicBezTo>
                  <a:cubicBezTo>
                    <a:pt x="41" y="2"/>
                    <a:pt x="32" y="3"/>
                    <a:pt x="23" y="6"/>
                  </a:cubicBezTo>
                  <a:cubicBezTo>
                    <a:pt x="16" y="8"/>
                    <a:pt x="5" y="12"/>
                    <a:pt x="0" y="18"/>
                  </a:cubicBezTo>
                  <a:cubicBezTo>
                    <a:pt x="0" y="19"/>
                    <a:pt x="0" y="18"/>
                    <a:pt x="0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4" name="Freeform 251">
              <a:extLst>
                <a:ext uri="{FF2B5EF4-FFF2-40B4-BE49-F238E27FC236}">
                  <a16:creationId xmlns:a16="http://schemas.microsoft.com/office/drawing/2014/main" id="{077E4CF0-1D41-48B1-9150-95DD9909F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040"/>
              <a:ext cx="215" cy="58"/>
            </a:xfrm>
            <a:custGeom>
              <a:avLst/>
              <a:gdLst>
                <a:gd name="T0" fmla="*/ 0 w 116"/>
                <a:gd name="T1" fmla="*/ 160 h 29"/>
                <a:gd name="T2" fmla="*/ 261 w 116"/>
                <a:gd name="T3" fmla="*/ 64 h 29"/>
                <a:gd name="T4" fmla="*/ 693 w 116"/>
                <a:gd name="T5" fmla="*/ 0 h 29"/>
                <a:gd name="T6" fmla="*/ 1618 w 116"/>
                <a:gd name="T7" fmla="*/ 352 h 29"/>
                <a:gd name="T8" fmla="*/ 2230 w 116"/>
                <a:gd name="T9" fmla="*/ 768 h 29"/>
                <a:gd name="T10" fmla="*/ 2536 w 116"/>
                <a:gd name="T11" fmla="*/ 92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29">
                  <a:moveTo>
                    <a:pt x="0" y="5"/>
                  </a:moveTo>
                  <a:cubicBezTo>
                    <a:pt x="4" y="5"/>
                    <a:pt x="8" y="3"/>
                    <a:pt x="12" y="2"/>
                  </a:cubicBezTo>
                  <a:cubicBezTo>
                    <a:pt x="18" y="0"/>
                    <a:pt x="25" y="0"/>
                    <a:pt x="32" y="0"/>
                  </a:cubicBezTo>
                  <a:cubicBezTo>
                    <a:pt x="47" y="1"/>
                    <a:pt x="60" y="7"/>
                    <a:pt x="74" y="11"/>
                  </a:cubicBezTo>
                  <a:cubicBezTo>
                    <a:pt x="84" y="14"/>
                    <a:pt x="93" y="19"/>
                    <a:pt x="102" y="24"/>
                  </a:cubicBezTo>
                  <a:cubicBezTo>
                    <a:pt x="106" y="26"/>
                    <a:pt x="112" y="26"/>
                    <a:pt x="116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5" name="Freeform 252">
              <a:extLst>
                <a:ext uri="{FF2B5EF4-FFF2-40B4-BE49-F238E27FC236}">
                  <a16:creationId xmlns:a16="http://schemas.microsoft.com/office/drawing/2014/main" id="{208DBF7F-9A92-4F93-A048-0020027E7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044"/>
              <a:ext cx="226" cy="32"/>
            </a:xfrm>
            <a:custGeom>
              <a:avLst/>
              <a:gdLst>
                <a:gd name="T0" fmla="*/ 0 w 122"/>
                <a:gd name="T1" fmla="*/ 352 h 16"/>
                <a:gd name="T2" fmla="*/ 895 w 122"/>
                <a:gd name="T3" fmla="*/ 448 h 16"/>
                <a:gd name="T4" fmla="*/ 1812 w 122"/>
                <a:gd name="T5" fmla="*/ 352 h 16"/>
                <a:gd name="T6" fmla="*/ 2351 w 122"/>
                <a:gd name="T7" fmla="*/ 96 h 16"/>
                <a:gd name="T8" fmla="*/ 2664 w 12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6">
                  <a:moveTo>
                    <a:pt x="0" y="11"/>
                  </a:moveTo>
                  <a:cubicBezTo>
                    <a:pt x="14" y="11"/>
                    <a:pt x="27" y="11"/>
                    <a:pt x="41" y="14"/>
                  </a:cubicBezTo>
                  <a:cubicBezTo>
                    <a:pt x="55" y="16"/>
                    <a:pt x="70" y="16"/>
                    <a:pt x="83" y="11"/>
                  </a:cubicBezTo>
                  <a:cubicBezTo>
                    <a:pt x="92" y="8"/>
                    <a:pt x="99" y="5"/>
                    <a:pt x="108" y="3"/>
                  </a:cubicBezTo>
                  <a:cubicBezTo>
                    <a:pt x="112" y="2"/>
                    <a:pt x="119" y="0"/>
                    <a:pt x="12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6" name="Freeform 253">
              <a:extLst>
                <a:ext uri="{FF2B5EF4-FFF2-40B4-BE49-F238E27FC236}">
                  <a16:creationId xmlns:a16="http://schemas.microsoft.com/office/drawing/2014/main" id="{EDC32DBE-85EF-451B-8811-3A62F52A0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997"/>
              <a:ext cx="195" cy="75"/>
            </a:xfrm>
            <a:custGeom>
              <a:avLst/>
              <a:gdLst>
                <a:gd name="T0" fmla="*/ 0 w 105"/>
                <a:gd name="T1" fmla="*/ 1137 h 38"/>
                <a:gd name="T2" fmla="*/ 693 w 105"/>
                <a:gd name="T3" fmla="*/ 685 h 38"/>
                <a:gd name="T4" fmla="*/ 1413 w 105"/>
                <a:gd name="T5" fmla="*/ 245 h 38"/>
                <a:gd name="T6" fmla="*/ 2318 w 105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38">
                  <a:moveTo>
                    <a:pt x="0" y="38"/>
                  </a:moveTo>
                  <a:cubicBezTo>
                    <a:pt x="10" y="33"/>
                    <a:pt x="21" y="30"/>
                    <a:pt x="31" y="23"/>
                  </a:cubicBezTo>
                  <a:cubicBezTo>
                    <a:pt x="41" y="16"/>
                    <a:pt x="52" y="12"/>
                    <a:pt x="64" y="8"/>
                  </a:cubicBezTo>
                  <a:cubicBezTo>
                    <a:pt x="77" y="3"/>
                    <a:pt x="92" y="4"/>
                    <a:pt x="10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7" name="Freeform 254">
              <a:extLst>
                <a:ext uri="{FF2B5EF4-FFF2-40B4-BE49-F238E27FC236}">
                  <a16:creationId xmlns:a16="http://schemas.microsoft.com/office/drawing/2014/main" id="{2B26F80D-2B68-4D79-9FCA-B24EA61DA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005"/>
              <a:ext cx="322" cy="47"/>
            </a:xfrm>
            <a:custGeom>
              <a:avLst/>
              <a:gdLst>
                <a:gd name="T0" fmla="*/ 3777 w 174"/>
                <a:gd name="T1" fmla="*/ 31 h 24"/>
                <a:gd name="T2" fmla="*/ 3322 w 174"/>
                <a:gd name="T3" fmla="*/ 31 h 24"/>
                <a:gd name="T4" fmla="*/ 2578 w 174"/>
                <a:gd name="T5" fmla="*/ 264 h 24"/>
                <a:gd name="T6" fmla="*/ 1432 w 174"/>
                <a:gd name="T7" fmla="*/ 601 h 24"/>
                <a:gd name="T8" fmla="*/ 81 w 174"/>
                <a:gd name="T9" fmla="*/ 660 h 24"/>
                <a:gd name="T10" fmla="*/ 0 w 174"/>
                <a:gd name="T11" fmla="*/ 66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24">
                  <a:moveTo>
                    <a:pt x="174" y="1"/>
                  </a:moveTo>
                  <a:cubicBezTo>
                    <a:pt x="167" y="1"/>
                    <a:pt x="160" y="0"/>
                    <a:pt x="153" y="1"/>
                  </a:cubicBezTo>
                  <a:cubicBezTo>
                    <a:pt x="142" y="2"/>
                    <a:pt x="130" y="5"/>
                    <a:pt x="119" y="9"/>
                  </a:cubicBezTo>
                  <a:cubicBezTo>
                    <a:pt x="102" y="15"/>
                    <a:pt x="84" y="19"/>
                    <a:pt x="66" y="21"/>
                  </a:cubicBezTo>
                  <a:cubicBezTo>
                    <a:pt x="45" y="24"/>
                    <a:pt x="25" y="24"/>
                    <a:pt x="4" y="23"/>
                  </a:cubicBezTo>
                  <a:cubicBezTo>
                    <a:pt x="2" y="23"/>
                    <a:pt x="1" y="24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8" name="Freeform 255">
              <a:extLst>
                <a:ext uri="{FF2B5EF4-FFF2-40B4-BE49-F238E27FC236}">
                  <a16:creationId xmlns:a16="http://schemas.microsoft.com/office/drawing/2014/main" id="{3FDBABEF-9759-4590-9E31-81AF33E7F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023"/>
              <a:ext cx="305" cy="61"/>
            </a:xfrm>
            <a:custGeom>
              <a:avLst/>
              <a:gdLst>
                <a:gd name="T0" fmla="*/ 0 w 165"/>
                <a:gd name="T1" fmla="*/ 913 h 31"/>
                <a:gd name="T2" fmla="*/ 349 w 165"/>
                <a:gd name="T3" fmla="*/ 527 h 31"/>
                <a:gd name="T4" fmla="*/ 797 w 165"/>
                <a:gd name="T5" fmla="*/ 213 h 31"/>
                <a:gd name="T6" fmla="*/ 1884 w 165"/>
                <a:gd name="T7" fmla="*/ 61 h 31"/>
                <a:gd name="T8" fmla="*/ 3386 w 165"/>
                <a:gd name="T9" fmla="*/ 356 h 31"/>
                <a:gd name="T10" fmla="*/ 3564 w 165"/>
                <a:gd name="T11" fmla="*/ 41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31">
                  <a:moveTo>
                    <a:pt x="0" y="31"/>
                  </a:moveTo>
                  <a:cubicBezTo>
                    <a:pt x="4" y="31"/>
                    <a:pt x="11" y="21"/>
                    <a:pt x="16" y="18"/>
                  </a:cubicBezTo>
                  <a:cubicBezTo>
                    <a:pt x="22" y="14"/>
                    <a:pt x="29" y="10"/>
                    <a:pt x="37" y="7"/>
                  </a:cubicBezTo>
                  <a:cubicBezTo>
                    <a:pt x="53" y="1"/>
                    <a:pt x="70" y="0"/>
                    <a:pt x="87" y="2"/>
                  </a:cubicBezTo>
                  <a:cubicBezTo>
                    <a:pt x="110" y="4"/>
                    <a:pt x="134" y="7"/>
                    <a:pt x="157" y="12"/>
                  </a:cubicBezTo>
                  <a:cubicBezTo>
                    <a:pt x="159" y="12"/>
                    <a:pt x="163" y="13"/>
                    <a:pt x="16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9" name="Freeform 256">
              <a:extLst>
                <a:ext uri="{FF2B5EF4-FFF2-40B4-BE49-F238E27FC236}">
                  <a16:creationId xmlns:a16="http://schemas.microsoft.com/office/drawing/2014/main" id="{24941014-35C4-47DD-868D-6287CB6DD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015"/>
              <a:ext cx="311" cy="10"/>
            </a:xfrm>
            <a:custGeom>
              <a:avLst/>
              <a:gdLst>
                <a:gd name="T0" fmla="*/ 0 w 168"/>
                <a:gd name="T1" fmla="*/ 160 h 5"/>
                <a:gd name="T2" fmla="*/ 507 w 168"/>
                <a:gd name="T3" fmla="*/ 96 h 5"/>
                <a:gd name="T4" fmla="*/ 1200 w 168"/>
                <a:gd name="T5" fmla="*/ 32 h 5"/>
                <a:gd name="T6" fmla="*/ 2407 w 168"/>
                <a:gd name="T7" fmla="*/ 64 h 5"/>
                <a:gd name="T8" fmla="*/ 3652 w 16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5">
                  <a:moveTo>
                    <a:pt x="0" y="5"/>
                  </a:moveTo>
                  <a:cubicBezTo>
                    <a:pt x="7" y="2"/>
                    <a:pt x="16" y="3"/>
                    <a:pt x="23" y="3"/>
                  </a:cubicBezTo>
                  <a:cubicBezTo>
                    <a:pt x="34" y="2"/>
                    <a:pt x="44" y="2"/>
                    <a:pt x="55" y="1"/>
                  </a:cubicBezTo>
                  <a:cubicBezTo>
                    <a:pt x="73" y="1"/>
                    <a:pt x="92" y="0"/>
                    <a:pt x="111" y="2"/>
                  </a:cubicBezTo>
                  <a:cubicBezTo>
                    <a:pt x="130" y="3"/>
                    <a:pt x="149" y="0"/>
                    <a:pt x="168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0" name="Freeform 257">
              <a:extLst>
                <a:ext uri="{FF2B5EF4-FFF2-40B4-BE49-F238E27FC236}">
                  <a16:creationId xmlns:a16="http://schemas.microsoft.com/office/drawing/2014/main" id="{FC0B4FCE-C9A9-46C8-AE84-96B167263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963"/>
              <a:ext cx="309" cy="52"/>
            </a:xfrm>
            <a:custGeom>
              <a:avLst/>
              <a:gdLst>
                <a:gd name="T0" fmla="*/ 0 w 167"/>
                <a:gd name="T1" fmla="*/ 832 h 26"/>
                <a:gd name="T2" fmla="*/ 178 w 167"/>
                <a:gd name="T3" fmla="*/ 768 h 26"/>
                <a:gd name="T4" fmla="*/ 507 w 167"/>
                <a:gd name="T5" fmla="*/ 640 h 26"/>
                <a:gd name="T6" fmla="*/ 1297 w 167"/>
                <a:gd name="T7" fmla="*/ 512 h 26"/>
                <a:gd name="T8" fmla="*/ 2602 w 167"/>
                <a:gd name="T9" fmla="*/ 352 h 26"/>
                <a:gd name="T10" fmla="*/ 3294 w 167"/>
                <a:gd name="T11" fmla="*/ 128 h 26"/>
                <a:gd name="T12" fmla="*/ 3623 w 167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26">
                  <a:moveTo>
                    <a:pt x="0" y="26"/>
                  </a:moveTo>
                  <a:cubicBezTo>
                    <a:pt x="2" y="25"/>
                    <a:pt x="6" y="24"/>
                    <a:pt x="8" y="24"/>
                  </a:cubicBezTo>
                  <a:cubicBezTo>
                    <a:pt x="13" y="23"/>
                    <a:pt x="18" y="21"/>
                    <a:pt x="23" y="20"/>
                  </a:cubicBezTo>
                  <a:cubicBezTo>
                    <a:pt x="35" y="18"/>
                    <a:pt x="48" y="17"/>
                    <a:pt x="60" y="16"/>
                  </a:cubicBezTo>
                  <a:cubicBezTo>
                    <a:pt x="80" y="15"/>
                    <a:pt x="100" y="14"/>
                    <a:pt x="120" y="11"/>
                  </a:cubicBezTo>
                  <a:cubicBezTo>
                    <a:pt x="131" y="10"/>
                    <a:pt x="142" y="7"/>
                    <a:pt x="152" y="4"/>
                  </a:cubicBezTo>
                  <a:cubicBezTo>
                    <a:pt x="157" y="2"/>
                    <a:pt x="162" y="2"/>
                    <a:pt x="16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1" name="Freeform 258">
              <a:extLst>
                <a:ext uri="{FF2B5EF4-FFF2-40B4-BE49-F238E27FC236}">
                  <a16:creationId xmlns:a16="http://schemas.microsoft.com/office/drawing/2014/main" id="{51A11013-9AF1-421E-B815-CB6F88B35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116"/>
              <a:ext cx="178" cy="90"/>
            </a:xfrm>
            <a:custGeom>
              <a:avLst/>
              <a:gdLst>
                <a:gd name="T0" fmla="*/ 2104 w 96"/>
                <a:gd name="T1" fmla="*/ 88 h 46"/>
                <a:gd name="T2" fmla="*/ 1687 w 96"/>
                <a:gd name="T3" fmla="*/ 61 h 46"/>
                <a:gd name="T4" fmla="*/ 1357 w 96"/>
                <a:gd name="T5" fmla="*/ 260 h 46"/>
                <a:gd name="T6" fmla="*/ 1051 w 96"/>
                <a:gd name="T7" fmla="*/ 601 h 46"/>
                <a:gd name="T8" fmla="*/ 814 w 96"/>
                <a:gd name="T9" fmla="*/ 892 h 46"/>
                <a:gd name="T10" fmla="*/ 0 w 96"/>
                <a:gd name="T11" fmla="*/ 114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46">
                  <a:moveTo>
                    <a:pt x="96" y="3"/>
                  </a:moveTo>
                  <a:cubicBezTo>
                    <a:pt x="92" y="0"/>
                    <a:pt x="82" y="2"/>
                    <a:pt x="77" y="2"/>
                  </a:cubicBezTo>
                  <a:cubicBezTo>
                    <a:pt x="71" y="3"/>
                    <a:pt x="66" y="5"/>
                    <a:pt x="62" y="9"/>
                  </a:cubicBezTo>
                  <a:cubicBezTo>
                    <a:pt x="56" y="13"/>
                    <a:pt x="53" y="17"/>
                    <a:pt x="48" y="21"/>
                  </a:cubicBezTo>
                  <a:cubicBezTo>
                    <a:pt x="45" y="25"/>
                    <a:pt x="40" y="28"/>
                    <a:pt x="37" y="31"/>
                  </a:cubicBezTo>
                  <a:cubicBezTo>
                    <a:pt x="27" y="39"/>
                    <a:pt x="12" y="46"/>
                    <a:pt x="0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2" name="Freeform 259">
              <a:extLst>
                <a:ext uri="{FF2B5EF4-FFF2-40B4-BE49-F238E27FC236}">
                  <a16:creationId xmlns:a16="http://schemas.microsoft.com/office/drawing/2014/main" id="{C95510C9-7395-4DA8-B591-64B8D1AB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2129"/>
              <a:ext cx="142" cy="42"/>
            </a:xfrm>
            <a:custGeom>
              <a:avLst/>
              <a:gdLst>
                <a:gd name="T0" fmla="*/ 1643 w 77"/>
                <a:gd name="T1" fmla="*/ 32 h 21"/>
                <a:gd name="T2" fmla="*/ 1189 w 77"/>
                <a:gd name="T3" fmla="*/ 320 h 21"/>
                <a:gd name="T4" fmla="*/ 616 w 77"/>
                <a:gd name="T5" fmla="*/ 608 h 21"/>
                <a:gd name="T6" fmla="*/ 0 w 77"/>
                <a:gd name="T7" fmla="*/ 60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21">
                  <a:moveTo>
                    <a:pt x="77" y="1"/>
                  </a:moveTo>
                  <a:cubicBezTo>
                    <a:pt x="70" y="0"/>
                    <a:pt x="62" y="7"/>
                    <a:pt x="56" y="10"/>
                  </a:cubicBezTo>
                  <a:cubicBezTo>
                    <a:pt x="47" y="14"/>
                    <a:pt x="39" y="18"/>
                    <a:pt x="29" y="19"/>
                  </a:cubicBezTo>
                  <a:cubicBezTo>
                    <a:pt x="19" y="21"/>
                    <a:pt x="10" y="19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3" name="Freeform 260">
              <a:extLst>
                <a:ext uri="{FF2B5EF4-FFF2-40B4-BE49-F238E27FC236}">
                  <a16:creationId xmlns:a16="http://schemas.microsoft.com/office/drawing/2014/main" id="{332FE77A-E3A2-477E-B6FA-E507C7028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2102"/>
              <a:ext cx="202" cy="25"/>
            </a:xfrm>
            <a:custGeom>
              <a:avLst/>
              <a:gdLst>
                <a:gd name="T0" fmla="*/ 2380 w 109"/>
                <a:gd name="T1" fmla="*/ 208 h 13"/>
                <a:gd name="T2" fmla="*/ 2102 w 109"/>
                <a:gd name="T3" fmla="*/ 85 h 13"/>
                <a:gd name="T4" fmla="*/ 1744 w 109"/>
                <a:gd name="T5" fmla="*/ 29 h 13"/>
                <a:gd name="T6" fmla="*/ 925 w 109"/>
                <a:gd name="T7" fmla="*/ 208 h 13"/>
                <a:gd name="T8" fmla="*/ 0 w 109"/>
                <a:gd name="T9" fmla="*/ 34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3">
                  <a:moveTo>
                    <a:pt x="109" y="8"/>
                  </a:moveTo>
                  <a:cubicBezTo>
                    <a:pt x="105" y="8"/>
                    <a:pt x="100" y="4"/>
                    <a:pt x="96" y="3"/>
                  </a:cubicBezTo>
                  <a:cubicBezTo>
                    <a:pt x="91" y="2"/>
                    <a:pt x="85" y="1"/>
                    <a:pt x="80" y="1"/>
                  </a:cubicBezTo>
                  <a:cubicBezTo>
                    <a:pt x="67" y="0"/>
                    <a:pt x="54" y="5"/>
                    <a:pt x="42" y="8"/>
                  </a:cubicBezTo>
                  <a:cubicBezTo>
                    <a:pt x="29" y="12"/>
                    <a:pt x="14" y="13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4" name="Freeform 261">
              <a:extLst>
                <a:ext uri="{FF2B5EF4-FFF2-40B4-BE49-F238E27FC236}">
                  <a16:creationId xmlns:a16="http://schemas.microsoft.com/office/drawing/2014/main" id="{DB6CB273-F73B-4BF8-9F5F-D2EA987BB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195"/>
              <a:ext cx="194" cy="87"/>
            </a:xfrm>
            <a:custGeom>
              <a:avLst/>
              <a:gdLst>
                <a:gd name="T0" fmla="*/ 2256 w 105"/>
                <a:gd name="T1" fmla="*/ 0 h 44"/>
                <a:gd name="T2" fmla="*/ 1803 w 105"/>
                <a:gd name="T3" fmla="*/ 844 h 44"/>
                <a:gd name="T4" fmla="*/ 1072 w 105"/>
                <a:gd name="T5" fmla="*/ 1297 h 44"/>
                <a:gd name="T6" fmla="*/ 358 w 105"/>
                <a:gd name="T7" fmla="*/ 1020 h 44"/>
                <a:gd name="T8" fmla="*/ 0 w 105"/>
                <a:gd name="T9" fmla="*/ 81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44">
                  <a:moveTo>
                    <a:pt x="105" y="0"/>
                  </a:moveTo>
                  <a:cubicBezTo>
                    <a:pt x="99" y="9"/>
                    <a:pt x="91" y="19"/>
                    <a:pt x="84" y="28"/>
                  </a:cubicBezTo>
                  <a:cubicBezTo>
                    <a:pt x="75" y="38"/>
                    <a:pt x="64" y="44"/>
                    <a:pt x="50" y="43"/>
                  </a:cubicBezTo>
                  <a:cubicBezTo>
                    <a:pt x="39" y="43"/>
                    <a:pt x="28" y="37"/>
                    <a:pt x="17" y="34"/>
                  </a:cubicBezTo>
                  <a:cubicBezTo>
                    <a:pt x="12" y="33"/>
                    <a:pt x="4" y="30"/>
                    <a:pt x="0" y="2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5" name="Freeform 262">
              <a:extLst>
                <a:ext uri="{FF2B5EF4-FFF2-40B4-BE49-F238E27FC236}">
                  <a16:creationId xmlns:a16="http://schemas.microsoft.com/office/drawing/2014/main" id="{8B7771AB-AB2D-451D-98AC-AD10B5BB2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106"/>
              <a:ext cx="228" cy="158"/>
            </a:xfrm>
            <a:custGeom>
              <a:avLst/>
              <a:gdLst>
                <a:gd name="T0" fmla="*/ 2693 w 123"/>
                <a:gd name="T1" fmla="*/ 0 h 80"/>
                <a:gd name="T2" fmla="*/ 1159 w 123"/>
                <a:gd name="T3" fmla="*/ 1857 h 80"/>
                <a:gd name="T4" fmla="*/ 0 w 123"/>
                <a:gd name="T5" fmla="*/ 2252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80">
                  <a:moveTo>
                    <a:pt x="123" y="0"/>
                  </a:moveTo>
                  <a:cubicBezTo>
                    <a:pt x="102" y="23"/>
                    <a:pt x="79" y="46"/>
                    <a:pt x="53" y="62"/>
                  </a:cubicBezTo>
                  <a:cubicBezTo>
                    <a:pt x="36" y="72"/>
                    <a:pt x="18" y="80"/>
                    <a:pt x="0" y="7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6" name="Freeform 263">
              <a:extLst>
                <a:ext uri="{FF2B5EF4-FFF2-40B4-BE49-F238E27FC236}">
                  <a16:creationId xmlns:a16="http://schemas.microsoft.com/office/drawing/2014/main" id="{8026B30D-38BE-4B4E-AD67-B8AACAC5E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143"/>
              <a:ext cx="231" cy="71"/>
            </a:xfrm>
            <a:custGeom>
              <a:avLst/>
              <a:gdLst>
                <a:gd name="T0" fmla="*/ 2694 w 125"/>
                <a:gd name="T1" fmla="*/ 744 h 36"/>
                <a:gd name="T2" fmla="*/ 1807 w 125"/>
                <a:gd name="T3" fmla="*/ 1073 h 36"/>
                <a:gd name="T4" fmla="*/ 946 w 125"/>
                <a:gd name="T5" fmla="*/ 712 h 36"/>
                <a:gd name="T6" fmla="*/ 0 w 125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36">
                  <a:moveTo>
                    <a:pt x="125" y="25"/>
                  </a:moveTo>
                  <a:cubicBezTo>
                    <a:pt x="113" y="31"/>
                    <a:pt x="97" y="36"/>
                    <a:pt x="84" y="36"/>
                  </a:cubicBezTo>
                  <a:cubicBezTo>
                    <a:pt x="70" y="36"/>
                    <a:pt x="56" y="29"/>
                    <a:pt x="44" y="24"/>
                  </a:cubicBezTo>
                  <a:cubicBezTo>
                    <a:pt x="29" y="17"/>
                    <a:pt x="15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7" name="Freeform 264">
              <a:extLst>
                <a:ext uri="{FF2B5EF4-FFF2-40B4-BE49-F238E27FC236}">
                  <a16:creationId xmlns:a16="http://schemas.microsoft.com/office/drawing/2014/main" id="{E91D6784-437E-4FD7-97B0-D270BA7C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084"/>
              <a:ext cx="308" cy="93"/>
            </a:xfrm>
            <a:custGeom>
              <a:avLst/>
              <a:gdLst>
                <a:gd name="T0" fmla="*/ 3646 w 166"/>
                <a:gd name="T1" fmla="*/ 0 h 47"/>
                <a:gd name="T2" fmla="*/ 1343 w 166"/>
                <a:gd name="T3" fmla="*/ 1393 h 47"/>
                <a:gd name="T4" fmla="*/ 0 w 166"/>
                <a:gd name="T5" fmla="*/ 117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47">
                  <a:moveTo>
                    <a:pt x="166" y="0"/>
                  </a:moveTo>
                  <a:cubicBezTo>
                    <a:pt x="127" y="8"/>
                    <a:pt x="102" y="44"/>
                    <a:pt x="61" y="46"/>
                  </a:cubicBezTo>
                  <a:cubicBezTo>
                    <a:pt x="39" y="47"/>
                    <a:pt x="19" y="46"/>
                    <a:pt x="0" y="3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8" name="Freeform 265">
              <a:extLst>
                <a:ext uri="{FF2B5EF4-FFF2-40B4-BE49-F238E27FC236}">
                  <a16:creationId xmlns:a16="http://schemas.microsoft.com/office/drawing/2014/main" id="{2EB1F7FE-6850-4A3C-B0D3-CC2966E8F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110"/>
              <a:ext cx="328" cy="35"/>
            </a:xfrm>
            <a:custGeom>
              <a:avLst/>
              <a:gdLst>
                <a:gd name="T0" fmla="*/ 3869 w 177"/>
                <a:gd name="T1" fmla="*/ 0 h 18"/>
                <a:gd name="T2" fmla="*/ 3304 w 177"/>
                <a:gd name="T3" fmla="*/ 140 h 18"/>
                <a:gd name="T4" fmla="*/ 2448 w 177"/>
                <a:gd name="T5" fmla="*/ 360 h 18"/>
                <a:gd name="T6" fmla="*/ 1229 w 177"/>
                <a:gd name="T7" fmla="*/ 389 h 18"/>
                <a:gd name="T8" fmla="*/ 0 w 177"/>
                <a:gd name="T9" fmla="*/ 20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8">
                  <a:moveTo>
                    <a:pt x="177" y="0"/>
                  </a:moveTo>
                  <a:cubicBezTo>
                    <a:pt x="169" y="3"/>
                    <a:pt x="159" y="4"/>
                    <a:pt x="151" y="5"/>
                  </a:cubicBezTo>
                  <a:cubicBezTo>
                    <a:pt x="138" y="8"/>
                    <a:pt x="125" y="11"/>
                    <a:pt x="112" y="13"/>
                  </a:cubicBezTo>
                  <a:cubicBezTo>
                    <a:pt x="94" y="16"/>
                    <a:pt x="74" y="18"/>
                    <a:pt x="56" y="14"/>
                  </a:cubicBezTo>
                  <a:cubicBezTo>
                    <a:pt x="40" y="11"/>
                    <a:pt x="15" y="0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9" name="Freeform 266">
              <a:extLst>
                <a:ext uri="{FF2B5EF4-FFF2-40B4-BE49-F238E27FC236}">
                  <a16:creationId xmlns:a16="http://schemas.microsoft.com/office/drawing/2014/main" id="{64D179CE-4635-40C0-B6D5-03AD9BB5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2080"/>
              <a:ext cx="311" cy="51"/>
            </a:xfrm>
            <a:custGeom>
              <a:avLst/>
              <a:gdLst>
                <a:gd name="T0" fmla="*/ 0 w 168"/>
                <a:gd name="T1" fmla="*/ 353 h 26"/>
                <a:gd name="T2" fmla="*/ 3652 w 168"/>
                <a:gd name="T3" fmla="*/ 7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26">
                  <a:moveTo>
                    <a:pt x="0" y="12"/>
                  </a:moveTo>
                  <a:cubicBezTo>
                    <a:pt x="56" y="0"/>
                    <a:pt x="114" y="26"/>
                    <a:pt x="168" y="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0" name="Freeform 267">
              <a:extLst>
                <a:ext uri="{FF2B5EF4-FFF2-40B4-BE49-F238E27FC236}">
                  <a16:creationId xmlns:a16="http://schemas.microsoft.com/office/drawing/2014/main" id="{1B7B8486-56DB-4612-8120-045357D19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058"/>
              <a:ext cx="371" cy="58"/>
            </a:xfrm>
            <a:custGeom>
              <a:avLst/>
              <a:gdLst>
                <a:gd name="T0" fmla="*/ 4391 w 200"/>
                <a:gd name="T1" fmla="*/ 96 h 29"/>
                <a:gd name="T2" fmla="*/ 3710 w 200"/>
                <a:gd name="T3" fmla="*/ 0 h 29"/>
                <a:gd name="T4" fmla="*/ 2962 w 200"/>
                <a:gd name="T5" fmla="*/ 0 h 29"/>
                <a:gd name="T6" fmla="*/ 1341 w 200"/>
                <a:gd name="T7" fmla="*/ 416 h 29"/>
                <a:gd name="T8" fmla="*/ 510 w 200"/>
                <a:gd name="T9" fmla="*/ 736 h 29"/>
                <a:gd name="T10" fmla="*/ 0 w 200"/>
                <a:gd name="T11" fmla="*/ 83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0" h="29">
                  <a:moveTo>
                    <a:pt x="200" y="3"/>
                  </a:moveTo>
                  <a:cubicBezTo>
                    <a:pt x="190" y="3"/>
                    <a:pt x="179" y="1"/>
                    <a:pt x="169" y="0"/>
                  </a:cubicBezTo>
                  <a:cubicBezTo>
                    <a:pt x="158" y="0"/>
                    <a:pt x="146" y="0"/>
                    <a:pt x="135" y="0"/>
                  </a:cubicBezTo>
                  <a:cubicBezTo>
                    <a:pt x="110" y="2"/>
                    <a:pt x="85" y="7"/>
                    <a:pt x="61" y="13"/>
                  </a:cubicBezTo>
                  <a:cubicBezTo>
                    <a:pt x="48" y="16"/>
                    <a:pt x="36" y="21"/>
                    <a:pt x="23" y="23"/>
                  </a:cubicBezTo>
                  <a:cubicBezTo>
                    <a:pt x="17" y="24"/>
                    <a:pt x="6" y="29"/>
                    <a:pt x="0" y="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1" name="Freeform 268">
              <a:extLst>
                <a:ext uri="{FF2B5EF4-FFF2-40B4-BE49-F238E27FC236}">
                  <a16:creationId xmlns:a16="http://schemas.microsoft.com/office/drawing/2014/main" id="{195E7DEA-FE2B-4DCA-8DD1-4464E0635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025"/>
              <a:ext cx="345" cy="39"/>
            </a:xfrm>
            <a:custGeom>
              <a:avLst/>
              <a:gdLst>
                <a:gd name="T0" fmla="*/ 4084 w 186"/>
                <a:gd name="T1" fmla="*/ 0 h 20"/>
                <a:gd name="T2" fmla="*/ 2547 w 186"/>
                <a:gd name="T3" fmla="*/ 228 h 20"/>
                <a:gd name="T4" fmla="*/ 1291 w 186"/>
                <a:gd name="T5" fmla="*/ 532 h 20"/>
                <a:gd name="T6" fmla="*/ 543 w 186"/>
                <a:gd name="T7" fmla="*/ 532 h 20"/>
                <a:gd name="T8" fmla="*/ 0 w 186"/>
                <a:gd name="T9" fmla="*/ 5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20">
                  <a:moveTo>
                    <a:pt x="186" y="0"/>
                  </a:moveTo>
                  <a:cubicBezTo>
                    <a:pt x="162" y="0"/>
                    <a:pt x="138" y="0"/>
                    <a:pt x="116" y="8"/>
                  </a:cubicBezTo>
                  <a:cubicBezTo>
                    <a:pt x="97" y="14"/>
                    <a:pt x="78" y="19"/>
                    <a:pt x="59" y="19"/>
                  </a:cubicBezTo>
                  <a:cubicBezTo>
                    <a:pt x="48" y="20"/>
                    <a:pt x="37" y="19"/>
                    <a:pt x="25" y="19"/>
                  </a:cubicBezTo>
                  <a:cubicBezTo>
                    <a:pt x="18" y="19"/>
                    <a:pt x="7" y="17"/>
                    <a:pt x="0" y="2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2" name="Freeform 269">
              <a:extLst>
                <a:ext uri="{FF2B5EF4-FFF2-40B4-BE49-F238E27FC236}">
                  <a16:creationId xmlns:a16="http://schemas.microsoft.com/office/drawing/2014/main" id="{46919492-00B2-4284-B94B-38F2BC776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052"/>
              <a:ext cx="318" cy="44"/>
            </a:xfrm>
            <a:custGeom>
              <a:avLst/>
              <a:gdLst>
                <a:gd name="T0" fmla="*/ 3716 w 172"/>
                <a:gd name="T1" fmla="*/ 128 h 22"/>
                <a:gd name="T2" fmla="*/ 3052 w 172"/>
                <a:gd name="T3" fmla="*/ 96 h 22"/>
                <a:gd name="T4" fmla="*/ 2270 w 172"/>
                <a:gd name="T5" fmla="*/ 32 h 22"/>
                <a:gd name="T6" fmla="*/ 1043 w 172"/>
                <a:gd name="T7" fmla="*/ 320 h 22"/>
                <a:gd name="T8" fmla="*/ 0 w 172"/>
                <a:gd name="T9" fmla="*/ 70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22">
                  <a:moveTo>
                    <a:pt x="172" y="4"/>
                  </a:moveTo>
                  <a:cubicBezTo>
                    <a:pt x="164" y="7"/>
                    <a:pt x="150" y="4"/>
                    <a:pt x="141" y="3"/>
                  </a:cubicBezTo>
                  <a:cubicBezTo>
                    <a:pt x="129" y="3"/>
                    <a:pt x="117" y="2"/>
                    <a:pt x="105" y="1"/>
                  </a:cubicBezTo>
                  <a:cubicBezTo>
                    <a:pt x="86" y="0"/>
                    <a:pt x="67" y="5"/>
                    <a:pt x="48" y="10"/>
                  </a:cubicBezTo>
                  <a:cubicBezTo>
                    <a:pt x="32" y="14"/>
                    <a:pt x="15" y="18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3" name="Freeform 270">
              <a:extLst>
                <a:ext uri="{FF2B5EF4-FFF2-40B4-BE49-F238E27FC236}">
                  <a16:creationId xmlns:a16="http://schemas.microsoft.com/office/drawing/2014/main" id="{4907EDB3-9ABC-44DD-9AE5-C6E5AF0B0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2062"/>
              <a:ext cx="290" cy="18"/>
            </a:xfrm>
            <a:custGeom>
              <a:avLst/>
              <a:gdLst>
                <a:gd name="T0" fmla="*/ 3378 w 157"/>
                <a:gd name="T1" fmla="*/ 128 h 9"/>
                <a:gd name="T2" fmla="*/ 1071 w 157"/>
                <a:gd name="T3" fmla="*/ 160 h 9"/>
                <a:gd name="T4" fmla="*/ 0 w 157"/>
                <a:gd name="T5" fmla="*/ 28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9">
                  <a:moveTo>
                    <a:pt x="157" y="4"/>
                  </a:moveTo>
                  <a:cubicBezTo>
                    <a:pt x="122" y="5"/>
                    <a:pt x="86" y="0"/>
                    <a:pt x="50" y="5"/>
                  </a:cubicBezTo>
                  <a:cubicBezTo>
                    <a:pt x="33" y="7"/>
                    <a:pt x="16" y="5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4" name="Freeform 271">
              <a:extLst>
                <a:ext uri="{FF2B5EF4-FFF2-40B4-BE49-F238E27FC236}">
                  <a16:creationId xmlns:a16="http://schemas.microsoft.com/office/drawing/2014/main" id="{F9B69D38-898C-4658-AFB9-31C2B1D80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027"/>
              <a:ext cx="414" cy="31"/>
            </a:xfrm>
            <a:custGeom>
              <a:avLst/>
              <a:gdLst>
                <a:gd name="T0" fmla="*/ 4829 w 224"/>
                <a:gd name="T1" fmla="*/ 140 h 16"/>
                <a:gd name="T2" fmla="*/ 4728 w 224"/>
                <a:gd name="T3" fmla="*/ 116 h 16"/>
                <a:gd name="T4" fmla="*/ 4221 w 224"/>
                <a:gd name="T5" fmla="*/ 60 h 16"/>
                <a:gd name="T6" fmla="*/ 3258 w 224"/>
                <a:gd name="T7" fmla="*/ 0 h 16"/>
                <a:gd name="T8" fmla="*/ 1294 w 224"/>
                <a:gd name="T9" fmla="*/ 87 h 16"/>
                <a:gd name="T10" fmla="*/ 0 w 224"/>
                <a:gd name="T11" fmla="*/ 43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16">
                  <a:moveTo>
                    <a:pt x="224" y="5"/>
                  </a:moveTo>
                  <a:cubicBezTo>
                    <a:pt x="223" y="4"/>
                    <a:pt x="221" y="4"/>
                    <a:pt x="219" y="4"/>
                  </a:cubicBezTo>
                  <a:cubicBezTo>
                    <a:pt x="211" y="4"/>
                    <a:pt x="204" y="3"/>
                    <a:pt x="196" y="2"/>
                  </a:cubicBezTo>
                  <a:cubicBezTo>
                    <a:pt x="181" y="1"/>
                    <a:pt x="166" y="0"/>
                    <a:pt x="151" y="0"/>
                  </a:cubicBezTo>
                  <a:cubicBezTo>
                    <a:pt x="120" y="0"/>
                    <a:pt x="90" y="0"/>
                    <a:pt x="60" y="3"/>
                  </a:cubicBezTo>
                  <a:cubicBezTo>
                    <a:pt x="39" y="5"/>
                    <a:pt x="20" y="14"/>
                    <a:pt x="0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5" name="Freeform 272">
              <a:extLst>
                <a:ext uri="{FF2B5EF4-FFF2-40B4-BE49-F238E27FC236}">
                  <a16:creationId xmlns:a16="http://schemas.microsoft.com/office/drawing/2014/main" id="{51E01091-87C5-4483-878D-D39D3E9CB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015"/>
              <a:ext cx="474" cy="55"/>
            </a:xfrm>
            <a:custGeom>
              <a:avLst/>
              <a:gdLst>
                <a:gd name="T0" fmla="*/ 5575 w 256"/>
                <a:gd name="T1" fmla="*/ 212 h 28"/>
                <a:gd name="T2" fmla="*/ 4831 w 256"/>
                <a:gd name="T3" fmla="*/ 92 h 28"/>
                <a:gd name="T4" fmla="*/ 4005 w 256"/>
                <a:gd name="T5" fmla="*/ 31 h 28"/>
                <a:gd name="T6" fmla="*/ 1715 w 256"/>
                <a:gd name="T7" fmla="*/ 212 h 28"/>
                <a:gd name="T8" fmla="*/ 507 w 256"/>
                <a:gd name="T9" fmla="*/ 583 h 28"/>
                <a:gd name="T10" fmla="*/ 0 w 256"/>
                <a:gd name="T11" fmla="*/ 817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6" h="28">
                  <a:moveTo>
                    <a:pt x="256" y="7"/>
                  </a:moveTo>
                  <a:cubicBezTo>
                    <a:pt x="246" y="8"/>
                    <a:pt x="232" y="4"/>
                    <a:pt x="222" y="3"/>
                  </a:cubicBezTo>
                  <a:cubicBezTo>
                    <a:pt x="210" y="0"/>
                    <a:pt x="197" y="1"/>
                    <a:pt x="184" y="1"/>
                  </a:cubicBezTo>
                  <a:cubicBezTo>
                    <a:pt x="149" y="0"/>
                    <a:pt x="114" y="2"/>
                    <a:pt x="79" y="7"/>
                  </a:cubicBezTo>
                  <a:cubicBezTo>
                    <a:pt x="60" y="10"/>
                    <a:pt x="41" y="15"/>
                    <a:pt x="23" y="20"/>
                  </a:cubicBezTo>
                  <a:cubicBezTo>
                    <a:pt x="15" y="22"/>
                    <a:pt x="8" y="27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6" name="Freeform 273">
              <a:extLst>
                <a:ext uri="{FF2B5EF4-FFF2-40B4-BE49-F238E27FC236}">
                  <a16:creationId xmlns:a16="http://schemas.microsoft.com/office/drawing/2014/main" id="{766EABF9-AD06-4CFD-97D4-DFDD7D882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2013"/>
              <a:ext cx="327" cy="12"/>
            </a:xfrm>
            <a:custGeom>
              <a:avLst/>
              <a:gdLst>
                <a:gd name="T0" fmla="*/ 3809 w 177"/>
                <a:gd name="T1" fmla="*/ 160 h 6"/>
                <a:gd name="T2" fmla="*/ 3549 w 177"/>
                <a:gd name="T3" fmla="*/ 128 h 6"/>
                <a:gd name="T4" fmla="*/ 2969 w 177"/>
                <a:gd name="T5" fmla="*/ 64 h 6"/>
                <a:gd name="T6" fmla="*/ 2339 w 177"/>
                <a:gd name="T7" fmla="*/ 32 h 6"/>
                <a:gd name="T8" fmla="*/ 1443 w 177"/>
                <a:gd name="T9" fmla="*/ 128 h 6"/>
                <a:gd name="T10" fmla="*/ 303 w 177"/>
                <a:gd name="T11" fmla="*/ 128 h 6"/>
                <a:gd name="T12" fmla="*/ 0 w 177"/>
                <a:gd name="T13" fmla="*/ 9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6">
                  <a:moveTo>
                    <a:pt x="177" y="5"/>
                  </a:moveTo>
                  <a:cubicBezTo>
                    <a:pt x="173" y="6"/>
                    <a:pt x="168" y="4"/>
                    <a:pt x="165" y="4"/>
                  </a:cubicBezTo>
                  <a:cubicBezTo>
                    <a:pt x="156" y="3"/>
                    <a:pt x="147" y="2"/>
                    <a:pt x="138" y="2"/>
                  </a:cubicBezTo>
                  <a:cubicBezTo>
                    <a:pt x="128" y="2"/>
                    <a:pt x="118" y="0"/>
                    <a:pt x="109" y="1"/>
                  </a:cubicBezTo>
                  <a:cubicBezTo>
                    <a:pt x="95" y="3"/>
                    <a:pt x="81" y="3"/>
                    <a:pt x="67" y="4"/>
                  </a:cubicBezTo>
                  <a:cubicBezTo>
                    <a:pt x="49" y="4"/>
                    <a:pt x="32" y="5"/>
                    <a:pt x="14" y="4"/>
                  </a:cubicBezTo>
                  <a:cubicBezTo>
                    <a:pt x="10" y="4"/>
                    <a:pt x="5" y="3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7" name="Freeform 274">
              <a:extLst>
                <a:ext uri="{FF2B5EF4-FFF2-40B4-BE49-F238E27FC236}">
                  <a16:creationId xmlns:a16="http://schemas.microsoft.com/office/drawing/2014/main" id="{9FCE92C0-1C62-4A67-91EF-EC23DFE8E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1958"/>
              <a:ext cx="502" cy="63"/>
            </a:xfrm>
            <a:custGeom>
              <a:avLst/>
              <a:gdLst>
                <a:gd name="T0" fmla="*/ 5913 w 271"/>
                <a:gd name="T1" fmla="*/ 884 h 32"/>
                <a:gd name="T2" fmla="*/ 1245 w 271"/>
                <a:gd name="T3" fmla="*/ 496 h 32"/>
                <a:gd name="T4" fmla="*/ 0 w 271"/>
                <a:gd name="T5" fmla="*/ 94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32">
                  <a:moveTo>
                    <a:pt x="271" y="30"/>
                  </a:moveTo>
                  <a:cubicBezTo>
                    <a:pt x="203" y="0"/>
                    <a:pt x="129" y="2"/>
                    <a:pt x="57" y="17"/>
                  </a:cubicBezTo>
                  <a:cubicBezTo>
                    <a:pt x="38" y="21"/>
                    <a:pt x="17" y="26"/>
                    <a:pt x="0" y="3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8" name="Freeform 275">
              <a:extLst>
                <a:ext uri="{FF2B5EF4-FFF2-40B4-BE49-F238E27FC236}">
                  <a16:creationId xmlns:a16="http://schemas.microsoft.com/office/drawing/2014/main" id="{8D336E3A-C05C-409E-BA92-F93C711C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1961"/>
              <a:ext cx="303" cy="8"/>
            </a:xfrm>
            <a:custGeom>
              <a:avLst/>
              <a:gdLst>
                <a:gd name="T0" fmla="*/ 3533 w 164"/>
                <a:gd name="T1" fmla="*/ 128 h 4"/>
                <a:gd name="T2" fmla="*/ 3206 w 164"/>
                <a:gd name="T3" fmla="*/ 64 h 4"/>
                <a:gd name="T4" fmla="*/ 2409 w 164"/>
                <a:gd name="T5" fmla="*/ 0 h 4"/>
                <a:gd name="T6" fmla="*/ 907 w 164"/>
                <a:gd name="T7" fmla="*/ 32 h 4"/>
                <a:gd name="T8" fmla="*/ 303 w 164"/>
                <a:gd name="T9" fmla="*/ 64 h 4"/>
                <a:gd name="T10" fmla="*/ 0 w 164"/>
                <a:gd name="T11" fmla="*/ 12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4">
                  <a:moveTo>
                    <a:pt x="164" y="4"/>
                  </a:moveTo>
                  <a:cubicBezTo>
                    <a:pt x="162" y="2"/>
                    <a:pt x="153" y="2"/>
                    <a:pt x="149" y="2"/>
                  </a:cubicBezTo>
                  <a:cubicBezTo>
                    <a:pt x="137" y="1"/>
                    <a:pt x="125" y="0"/>
                    <a:pt x="112" y="0"/>
                  </a:cubicBezTo>
                  <a:cubicBezTo>
                    <a:pt x="89" y="0"/>
                    <a:pt x="66" y="0"/>
                    <a:pt x="42" y="1"/>
                  </a:cubicBezTo>
                  <a:cubicBezTo>
                    <a:pt x="33" y="2"/>
                    <a:pt x="23" y="2"/>
                    <a:pt x="14" y="2"/>
                  </a:cubicBezTo>
                  <a:cubicBezTo>
                    <a:pt x="10" y="2"/>
                    <a:pt x="4" y="2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9" name="Freeform 276">
              <a:extLst>
                <a:ext uri="{FF2B5EF4-FFF2-40B4-BE49-F238E27FC236}">
                  <a16:creationId xmlns:a16="http://schemas.microsoft.com/office/drawing/2014/main" id="{FC6E0801-55D1-4E9B-AFA1-6CE343D22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969"/>
              <a:ext cx="276" cy="58"/>
            </a:xfrm>
            <a:custGeom>
              <a:avLst/>
              <a:gdLst>
                <a:gd name="T0" fmla="*/ 3249 w 149"/>
                <a:gd name="T1" fmla="*/ 928 h 29"/>
                <a:gd name="T2" fmla="*/ 2734 w 149"/>
                <a:gd name="T3" fmla="*/ 800 h 29"/>
                <a:gd name="T4" fmla="*/ 2154 w 149"/>
                <a:gd name="T5" fmla="*/ 608 h 29"/>
                <a:gd name="T6" fmla="*/ 1699 w 149"/>
                <a:gd name="T7" fmla="*/ 576 h 29"/>
                <a:gd name="T8" fmla="*/ 1311 w 149"/>
                <a:gd name="T9" fmla="*/ 288 h 29"/>
                <a:gd name="T10" fmla="*/ 967 w 149"/>
                <a:gd name="T11" fmla="*/ 32 h 29"/>
                <a:gd name="T12" fmla="*/ 635 w 149"/>
                <a:gd name="T13" fmla="*/ 224 h 29"/>
                <a:gd name="T14" fmla="*/ 82 w 149"/>
                <a:gd name="T15" fmla="*/ 288 h 29"/>
                <a:gd name="T16" fmla="*/ 0 w 149"/>
                <a:gd name="T17" fmla="*/ 288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29">
                  <a:moveTo>
                    <a:pt x="149" y="29"/>
                  </a:moveTo>
                  <a:cubicBezTo>
                    <a:pt x="142" y="27"/>
                    <a:pt x="133" y="27"/>
                    <a:pt x="125" y="25"/>
                  </a:cubicBezTo>
                  <a:cubicBezTo>
                    <a:pt x="117" y="23"/>
                    <a:pt x="108" y="19"/>
                    <a:pt x="99" y="19"/>
                  </a:cubicBezTo>
                  <a:cubicBezTo>
                    <a:pt x="92" y="18"/>
                    <a:pt x="85" y="19"/>
                    <a:pt x="78" y="18"/>
                  </a:cubicBezTo>
                  <a:cubicBezTo>
                    <a:pt x="71" y="16"/>
                    <a:pt x="66" y="13"/>
                    <a:pt x="60" y="9"/>
                  </a:cubicBezTo>
                  <a:cubicBezTo>
                    <a:pt x="56" y="5"/>
                    <a:pt x="51" y="0"/>
                    <a:pt x="44" y="1"/>
                  </a:cubicBezTo>
                  <a:cubicBezTo>
                    <a:pt x="39" y="1"/>
                    <a:pt x="34" y="5"/>
                    <a:pt x="29" y="7"/>
                  </a:cubicBezTo>
                  <a:cubicBezTo>
                    <a:pt x="20" y="10"/>
                    <a:pt x="12" y="11"/>
                    <a:pt x="4" y="9"/>
                  </a:cubicBezTo>
                  <a:cubicBezTo>
                    <a:pt x="3" y="8"/>
                    <a:pt x="0" y="9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0" name="Freeform 277">
              <a:extLst>
                <a:ext uri="{FF2B5EF4-FFF2-40B4-BE49-F238E27FC236}">
                  <a16:creationId xmlns:a16="http://schemas.microsoft.com/office/drawing/2014/main" id="{03A0D1FE-50F5-4ED0-AC7D-D4FC9CEEB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926"/>
              <a:ext cx="330" cy="61"/>
            </a:xfrm>
            <a:custGeom>
              <a:avLst/>
              <a:gdLst>
                <a:gd name="T0" fmla="*/ 3901 w 178"/>
                <a:gd name="T1" fmla="*/ 884 h 31"/>
                <a:gd name="T2" fmla="*/ 3517 w 178"/>
                <a:gd name="T3" fmla="*/ 356 h 31"/>
                <a:gd name="T4" fmla="*/ 3027 w 178"/>
                <a:gd name="T5" fmla="*/ 236 h 31"/>
                <a:gd name="T6" fmla="*/ 1948 w 178"/>
                <a:gd name="T7" fmla="*/ 268 h 31"/>
                <a:gd name="T8" fmla="*/ 1409 w 178"/>
                <a:gd name="T9" fmla="*/ 31 h 31"/>
                <a:gd name="T10" fmla="*/ 970 w 178"/>
                <a:gd name="T11" fmla="*/ 152 h 31"/>
                <a:gd name="T12" fmla="*/ 237 w 178"/>
                <a:gd name="T13" fmla="*/ 464 h 31"/>
                <a:gd name="T14" fmla="*/ 0 w 178"/>
                <a:gd name="T15" fmla="*/ 527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8" h="31">
                  <a:moveTo>
                    <a:pt x="178" y="30"/>
                  </a:moveTo>
                  <a:cubicBezTo>
                    <a:pt x="173" y="31"/>
                    <a:pt x="164" y="15"/>
                    <a:pt x="161" y="12"/>
                  </a:cubicBezTo>
                  <a:cubicBezTo>
                    <a:pt x="154" y="6"/>
                    <a:pt x="146" y="7"/>
                    <a:pt x="138" y="8"/>
                  </a:cubicBezTo>
                  <a:cubicBezTo>
                    <a:pt x="122" y="11"/>
                    <a:pt x="105" y="15"/>
                    <a:pt x="89" y="9"/>
                  </a:cubicBezTo>
                  <a:cubicBezTo>
                    <a:pt x="80" y="6"/>
                    <a:pt x="73" y="0"/>
                    <a:pt x="64" y="1"/>
                  </a:cubicBezTo>
                  <a:cubicBezTo>
                    <a:pt x="57" y="1"/>
                    <a:pt x="50" y="3"/>
                    <a:pt x="44" y="5"/>
                  </a:cubicBezTo>
                  <a:cubicBezTo>
                    <a:pt x="32" y="9"/>
                    <a:pt x="22" y="14"/>
                    <a:pt x="11" y="16"/>
                  </a:cubicBezTo>
                  <a:cubicBezTo>
                    <a:pt x="8" y="17"/>
                    <a:pt x="4" y="17"/>
                    <a:pt x="0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1" name="Freeform 278">
              <a:extLst>
                <a:ext uri="{FF2B5EF4-FFF2-40B4-BE49-F238E27FC236}">
                  <a16:creationId xmlns:a16="http://schemas.microsoft.com/office/drawing/2014/main" id="{0E64B9D3-B511-4403-91F7-5DE78510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1910"/>
              <a:ext cx="342" cy="22"/>
            </a:xfrm>
            <a:custGeom>
              <a:avLst/>
              <a:gdLst>
                <a:gd name="T0" fmla="*/ 3991 w 185"/>
                <a:gd name="T1" fmla="*/ 320 h 11"/>
                <a:gd name="T2" fmla="*/ 3633 w 185"/>
                <a:gd name="T3" fmla="*/ 352 h 11"/>
                <a:gd name="T4" fmla="*/ 3109 w 185"/>
                <a:gd name="T5" fmla="*/ 224 h 11"/>
                <a:gd name="T6" fmla="*/ 1599 w 185"/>
                <a:gd name="T7" fmla="*/ 0 h 11"/>
                <a:gd name="T8" fmla="*/ 359 w 185"/>
                <a:gd name="T9" fmla="*/ 192 h 11"/>
                <a:gd name="T10" fmla="*/ 0 w 185"/>
                <a:gd name="T11" fmla="*/ 28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11">
                  <a:moveTo>
                    <a:pt x="185" y="10"/>
                  </a:moveTo>
                  <a:cubicBezTo>
                    <a:pt x="178" y="11"/>
                    <a:pt x="172" y="11"/>
                    <a:pt x="168" y="11"/>
                  </a:cubicBezTo>
                  <a:cubicBezTo>
                    <a:pt x="160" y="10"/>
                    <a:pt x="152" y="9"/>
                    <a:pt x="144" y="7"/>
                  </a:cubicBezTo>
                  <a:cubicBezTo>
                    <a:pt x="121" y="3"/>
                    <a:pt x="98" y="0"/>
                    <a:pt x="74" y="0"/>
                  </a:cubicBezTo>
                  <a:cubicBezTo>
                    <a:pt x="55" y="0"/>
                    <a:pt x="35" y="2"/>
                    <a:pt x="17" y="6"/>
                  </a:cubicBezTo>
                  <a:cubicBezTo>
                    <a:pt x="12" y="7"/>
                    <a:pt x="5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2" name="Freeform 279">
              <a:extLst>
                <a:ext uri="{FF2B5EF4-FFF2-40B4-BE49-F238E27FC236}">
                  <a16:creationId xmlns:a16="http://schemas.microsoft.com/office/drawing/2014/main" id="{9348B301-C7D3-445D-B586-83F785ADA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999"/>
              <a:ext cx="318" cy="30"/>
            </a:xfrm>
            <a:custGeom>
              <a:avLst/>
              <a:gdLst>
                <a:gd name="T0" fmla="*/ 3716 w 172"/>
                <a:gd name="T1" fmla="*/ 288 h 15"/>
                <a:gd name="T2" fmla="*/ 1193 w 172"/>
                <a:gd name="T3" fmla="*/ 192 h 15"/>
                <a:gd name="T4" fmla="*/ 305 w 172"/>
                <a:gd name="T5" fmla="*/ 384 h 15"/>
                <a:gd name="T6" fmla="*/ 0 w 172"/>
                <a:gd name="T7" fmla="*/ 48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15">
                  <a:moveTo>
                    <a:pt x="172" y="9"/>
                  </a:moveTo>
                  <a:cubicBezTo>
                    <a:pt x="134" y="0"/>
                    <a:pt x="93" y="2"/>
                    <a:pt x="55" y="6"/>
                  </a:cubicBezTo>
                  <a:cubicBezTo>
                    <a:pt x="41" y="8"/>
                    <a:pt x="28" y="10"/>
                    <a:pt x="14" y="12"/>
                  </a:cubicBezTo>
                  <a:cubicBezTo>
                    <a:pt x="11" y="12"/>
                    <a:pt x="2" y="13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3" name="Freeform 280">
              <a:extLst>
                <a:ext uri="{FF2B5EF4-FFF2-40B4-BE49-F238E27FC236}">
                  <a16:creationId xmlns:a16="http://schemas.microsoft.com/office/drawing/2014/main" id="{D36813E3-120D-4734-BC26-40C108383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987"/>
              <a:ext cx="381" cy="20"/>
            </a:xfrm>
            <a:custGeom>
              <a:avLst/>
              <a:gdLst>
                <a:gd name="T0" fmla="*/ 4461 w 206"/>
                <a:gd name="T1" fmla="*/ 224 h 10"/>
                <a:gd name="T2" fmla="*/ 3978 w 206"/>
                <a:gd name="T3" fmla="*/ 128 h 10"/>
                <a:gd name="T4" fmla="*/ 3089 w 206"/>
                <a:gd name="T5" fmla="*/ 0 h 10"/>
                <a:gd name="T6" fmla="*/ 1280 w 206"/>
                <a:gd name="T7" fmla="*/ 64 h 10"/>
                <a:gd name="T8" fmla="*/ 411 w 206"/>
                <a:gd name="T9" fmla="*/ 192 h 10"/>
                <a:gd name="T10" fmla="*/ 0 w 206"/>
                <a:gd name="T11" fmla="*/ 28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0">
                  <a:moveTo>
                    <a:pt x="206" y="7"/>
                  </a:moveTo>
                  <a:cubicBezTo>
                    <a:pt x="200" y="8"/>
                    <a:pt x="190" y="5"/>
                    <a:pt x="184" y="4"/>
                  </a:cubicBezTo>
                  <a:cubicBezTo>
                    <a:pt x="170" y="1"/>
                    <a:pt x="157" y="0"/>
                    <a:pt x="143" y="0"/>
                  </a:cubicBezTo>
                  <a:cubicBezTo>
                    <a:pt x="115" y="0"/>
                    <a:pt x="87" y="1"/>
                    <a:pt x="59" y="2"/>
                  </a:cubicBezTo>
                  <a:cubicBezTo>
                    <a:pt x="45" y="3"/>
                    <a:pt x="32" y="3"/>
                    <a:pt x="19" y="6"/>
                  </a:cubicBezTo>
                  <a:cubicBezTo>
                    <a:pt x="13" y="7"/>
                    <a:pt x="6" y="10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4" name="Freeform 281">
              <a:extLst>
                <a:ext uri="{FF2B5EF4-FFF2-40B4-BE49-F238E27FC236}">
                  <a16:creationId xmlns:a16="http://schemas.microsoft.com/office/drawing/2014/main" id="{35A7269E-71E0-452A-9A56-9252E6309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977"/>
              <a:ext cx="411" cy="12"/>
            </a:xfrm>
            <a:custGeom>
              <a:avLst/>
              <a:gdLst>
                <a:gd name="T0" fmla="*/ 4830 w 222"/>
                <a:gd name="T1" fmla="*/ 192 h 6"/>
                <a:gd name="T2" fmla="*/ 3369 w 222"/>
                <a:gd name="T3" fmla="*/ 32 h 6"/>
                <a:gd name="T4" fmla="*/ 1631 w 222"/>
                <a:gd name="T5" fmla="*/ 64 h 6"/>
                <a:gd name="T6" fmla="*/ 0 w 222"/>
                <a:gd name="T7" fmla="*/ 19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2" h="6">
                  <a:moveTo>
                    <a:pt x="222" y="6"/>
                  </a:moveTo>
                  <a:cubicBezTo>
                    <a:pt x="200" y="6"/>
                    <a:pt x="177" y="1"/>
                    <a:pt x="155" y="1"/>
                  </a:cubicBezTo>
                  <a:cubicBezTo>
                    <a:pt x="128" y="0"/>
                    <a:pt x="102" y="1"/>
                    <a:pt x="75" y="2"/>
                  </a:cubicBezTo>
                  <a:cubicBezTo>
                    <a:pt x="50" y="3"/>
                    <a:pt x="24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5" name="Freeform 282">
              <a:extLst>
                <a:ext uri="{FF2B5EF4-FFF2-40B4-BE49-F238E27FC236}">
                  <a16:creationId xmlns:a16="http://schemas.microsoft.com/office/drawing/2014/main" id="{4D36D8B9-466A-4C7D-8D8E-8EA3520C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959"/>
              <a:ext cx="337" cy="30"/>
            </a:xfrm>
            <a:custGeom>
              <a:avLst/>
              <a:gdLst>
                <a:gd name="T0" fmla="*/ 3961 w 182"/>
                <a:gd name="T1" fmla="*/ 288 h 15"/>
                <a:gd name="T2" fmla="*/ 3503 w 182"/>
                <a:gd name="T3" fmla="*/ 160 h 15"/>
                <a:gd name="T4" fmla="*/ 2831 w 182"/>
                <a:gd name="T5" fmla="*/ 32 h 15"/>
                <a:gd name="T6" fmla="*/ 1433 w 182"/>
                <a:gd name="T7" fmla="*/ 192 h 15"/>
                <a:gd name="T8" fmla="*/ 0 w 182"/>
                <a:gd name="T9" fmla="*/ 48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15">
                  <a:moveTo>
                    <a:pt x="182" y="9"/>
                  </a:moveTo>
                  <a:cubicBezTo>
                    <a:pt x="173" y="8"/>
                    <a:pt x="167" y="7"/>
                    <a:pt x="161" y="5"/>
                  </a:cubicBezTo>
                  <a:cubicBezTo>
                    <a:pt x="151" y="3"/>
                    <a:pt x="140" y="1"/>
                    <a:pt x="130" y="1"/>
                  </a:cubicBezTo>
                  <a:cubicBezTo>
                    <a:pt x="108" y="0"/>
                    <a:pt x="87" y="4"/>
                    <a:pt x="66" y="6"/>
                  </a:cubicBezTo>
                  <a:cubicBezTo>
                    <a:pt x="44" y="7"/>
                    <a:pt x="20" y="9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6" name="Freeform 283">
              <a:extLst>
                <a:ext uri="{FF2B5EF4-FFF2-40B4-BE49-F238E27FC236}">
                  <a16:creationId xmlns:a16="http://schemas.microsoft.com/office/drawing/2014/main" id="{46636848-C0AC-4C34-AE7F-AD1351BE0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948"/>
              <a:ext cx="357" cy="57"/>
            </a:xfrm>
            <a:custGeom>
              <a:avLst/>
              <a:gdLst>
                <a:gd name="T0" fmla="*/ 4179 w 193"/>
                <a:gd name="T1" fmla="*/ 236 h 29"/>
                <a:gd name="T2" fmla="*/ 3596 w 193"/>
                <a:gd name="T3" fmla="*/ 151 h 29"/>
                <a:gd name="T4" fmla="*/ 2799 w 193"/>
                <a:gd name="T5" fmla="*/ 92 h 29"/>
                <a:gd name="T6" fmla="*/ 2122 w 193"/>
                <a:gd name="T7" fmla="*/ 120 h 29"/>
                <a:gd name="T8" fmla="*/ 1602 w 193"/>
                <a:gd name="T9" fmla="*/ 417 h 29"/>
                <a:gd name="T10" fmla="*/ 536 w 193"/>
                <a:gd name="T11" fmla="*/ 495 h 29"/>
                <a:gd name="T12" fmla="*/ 0 w 193"/>
                <a:gd name="T13" fmla="*/ 849 h 29"/>
                <a:gd name="T14" fmla="*/ 0 w 193"/>
                <a:gd name="T15" fmla="*/ 849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3" h="29">
                  <a:moveTo>
                    <a:pt x="193" y="8"/>
                  </a:moveTo>
                  <a:cubicBezTo>
                    <a:pt x="185" y="6"/>
                    <a:pt x="174" y="7"/>
                    <a:pt x="166" y="5"/>
                  </a:cubicBezTo>
                  <a:cubicBezTo>
                    <a:pt x="154" y="3"/>
                    <a:pt x="141" y="3"/>
                    <a:pt x="129" y="3"/>
                  </a:cubicBezTo>
                  <a:cubicBezTo>
                    <a:pt x="118" y="2"/>
                    <a:pt x="108" y="0"/>
                    <a:pt x="98" y="4"/>
                  </a:cubicBezTo>
                  <a:cubicBezTo>
                    <a:pt x="90" y="7"/>
                    <a:pt x="83" y="12"/>
                    <a:pt x="74" y="14"/>
                  </a:cubicBezTo>
                  <a:cubicBezTo>
                    <a:pt x="59" y="17"/>
                    <a:pt x="39" y="9"/>
                    <a:pt x="25" y="17"/>
                  </a:cubicBezTo>
                  <a:cubicBezTo>
                    <a:pt x="17" y="22"/>
                    <a:pt x="10" y="27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7" name="Freeform 284">
              <a:extLst>
                <a:ext uri="{FF2B5EF4-FFF2-40B4-BE49-F238E27FC236}">
                  <a16:creationId xmlns:a16="http://schemas.microsoft.com/office/drawing/2014/main" id="{0DE74316-DBAA-4895-B9F4-BA719D245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908"/>
              <a:ext cx="275" cy="73"/>
            </a:xfrm>
            <a:custGeom>
              <a:avLst/>
              <a:gdLst>
                <a:gd name="T0" fmla="*/ 0 w 148"/>
                <a:gd name="T1" fmla="*/ 1105 h 37"/>
                <a:gd name="T2" fmla="*/ 262 w 148"/>
                <a:gd name="T3" fmla="*/ 623 h 37"/>
                <a:gd name="T4" fmla="*/ 725 w 148"/>
                <a:gd name="T5" fmla="*/ 623 h 37"/>
                <a:gd name="T6" fmla="*/ 1195 w 148"/>
                <a:gd name="T7" fmla="*/ 545 h 37"/>
                <a:gd name="T8" fmla="*/ 1598 w 148"/>
                <a:gd name="T9" fmla="*/ 245 h 37"/>
                <a:gd name="T10" fmla="*/ 2835 w 148"/>
                <a:gd name="T11" fmla="*/ 452 h 37"/>
                <a:gd name="T12" fmla="*/ 3276 w 148"/>
                <a:gd name="T13" fmla="*/ 74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37">
                  <a:moveTo>
                    <a:pt x="0" y="37"/>
                  </a:moveTo>
                  <a:cubicBezTo>
                    <a:pt x="3" y="33"/>
                    <a:pt x="7" y="23"/>
                    <a:pt x="12" y="21"/>
                  </a:cubicBezTo>
                  <a:cubicBezTo>
                    <a:pt x="17" y="18"/>
                    <a:pt x="28" y="20"/>
                    <a:pt x="33" y="21"/>
                  </a:cubicBezTo>
                  <a:cubicBezTo>
                    <a:pt x="41" y="22"/>
                    <a:pt x="47" y="22"/>
                    <a:pt x="54" y="18"/>
                  </a:cubicBezTo>
                  <a:cubicBezTo>
                    <a:pt x="60" y="15"/>
                    <a:pt x="66" y="10"/>
                    <a:pt x="72" y="8"/>
                  </a:cubicBezTo>
                  <a:cubicBezTo>
                    <a:pt x="90" y="0"/>
                    <a:pt x="111" y="8"/>
                    <a:pt x="128" y="15"/>
                  </a:cubicBezTo>
                  <a:cubicBezTo>
                    <a:pt x="135" y="18"/>
                    <a:pt x="141" y="23"/>
                    <a:pt x="148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8" name="Freeform 285">
              <a:extLst>
                <a:ext uri="{FF2B5EF4-FFF2-40B4-BE49-F238E27FC236}">
                  <a16:creationId xmlns:a16="http://schemas.microsoft.com/office/drawing/2014/main" id="{9A01A1CF-F248-4507-8207-A2128D7F6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928"/>
              <a:ext cx="368" cy="51"/>
            </a:xfrm>
            <a:custGeom>
              <a:avLst/>
              <a:gdLst>
                <a:gd name="T0" fmla="*/ 0 w 199"/>
                <a:gd name="T1" fmla="*/ 92 h 26"/>
                <a:gd name="T2" fmla="*/ 455 w 199"/>
                <a:gd name="T3" fmla="*/ 120 h 26"/>
                <a:gd name="T4" fmla="*/ 817 w 199"/>
                <a:gd name="T5" fmla="*/ 180 h 26"/>
                <a:gd name="T6" fmla="*/ 1474 w 199"/>
                <a:gd name="T7" fmla="*/ 296 h 26"/>
                <a:gd name="T8" fmla="*/ 1942 w 199"/>
                <a:gd name="T9" fmla="*/ 92 h 26"/>
                <a:gd name="T10" fmla="*/ 2643 w 199"/>
                <a:gd name="T11" fmla="*/ 180 h 26"/>
                <a:gd name="T12" fmla="*/ 3673 w 199"/>
                <a:gd name="T13" fmla="*/ 551 h 26"/>
                <a:gd name="T14" fmla="*/ 4305 w 199"/>
                <a:gd name="T15" fmla="*/ 753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26">
                  <a:moveTo>
                    <a:pt x="0" y="3"/>
                  </a:moveTo>
                  <a:cubicBezTo>
                    <a:pt x="6" y="7"/>
                    <a:pt x="15" y="6"/>
                    <a:pt x="21" y="4"/>
                  </a:cubicBezTo>
                  <a:cubicBezTo>
                    <a:pt x="28" y="3"/>
                    <a:pt x="31" y="4"/>
                    <a:pt x="38" y="6"/>
                  </a:cubicBezTo>
                  <a:cubicBezTo>
                    <a:pt x="48" y="10"/>
                    <a:pt x="57" y="13"/>
                    <a:pt x="68" y="10"/>
                  </a:cubicBezTo>
                  <a:cubicBezTo>
                    <a:pt x="76" y="9"/>
                    <a:pt x="83" y="5"/>
                    <a:pt x="90" y="3"/>
                  </a:cubicBezTo>
                  <a:cubicBezTo>
                    <a:pt x="100" y="0"/>
                    <a:pt x="112" y="2"/>
                    <a:pt x="122" y="6"/>
                  </a:cubicBezTo>
                  <a:cubicBezTo>
                    <a:pt x="138" y="12"/>
                    <a:pt x="154" y="16"/>
                    <a:pt x="170" y="19"/>
                  </a:cubicBezTo>
                  <a:cubicBezTo>
                    <a:pt x="180" y="21"/>
                    <a:pt x="190" y="22"/>
                    <a:pt x="199" y="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9" name="Freeform 286">
              <a:extLst>
                <a:ext uri="{FF2B5EF4-FFF2-40B4-BE49-F238E27FC236}">
                  <a16:creationId xmlns:a16="http://schemas.microsoft.com/office/drawing/2014/main" id="{042F0125-A555-4EFF-AD2D-9A732A998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926"/>
              <a:ext cx="378" cy="18"/>
            </a:xfrm>
            <a:custGeom>
              <a:avLst/>
              <a:gdLst>
                <a:gd name="T0" fmla="*/ 0 w 204"/>
                <a:gd name="T1" fmla="*/ 192 h 9"/>
                <a:gd name="T2" fmla="*/ 456 w 204"/>
                <a:gd name="T3" fmla="*/ 128 h 9"/>
                <a:gd name="T4" fmla="*/ 1247 w 204"/>
                <a:gd name="T5" fmla="*/ 64 h 9"/>
                <a:gd name="T6" fmla="*/ 2448 w 204"/>
                <a:gd name="T7" fmla="*/ 160 h 9"/>
                <a:gd name="T8" fmla="*/ 3348 w 204"/>
                <a:gd name="T9" fmla="*/ 64 h 9"/>
                <a:gd name="T10" fmla="*/ 4453 w 204"/>
                <a:gd name="T11" fmla="*/ 12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9">
                  <a:moveTo>
                    <a:pt x="0" y="6"/>
                  </a:moveTo>
                  <a:cubicBezTo>
                    <a:pt x="4" y="9"/>
                    <a:pt x="16" y="5"/>
                    <a:pt x="21" y="4"/>
                  </a:cubicBezTo>
                  <a:cubicBezTo>
                    <a:pt x="33" y="2"/>
                    <a:pt x="45" y="0"/>
                    <a:pt x="57" y="2"/>
                  </a:cubicBezTo>
                  <a:cubicBezTo>
                    <a:pt x="76" y="6"/>
                    <a:pt x="94" y="7"/>
                    <a:pt x="112" y="5"/>
                  </a:cubicBezTo>
                  <a:cubicBezTo>
                    <a:pt x="126" y="4"/>
                    <a:pt x="140" y="2"/>
                    <a:pt x="153" y="2"/>
                  </a:cubicBezTo>
                  <a:cubicBezTo>
                    <a:pt x="170" y="1"/>
                    <a:pt x="187" y="4"/>
                    <a:pt x="204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0" name="Freeform 287">
              <a:extLst>
                <a:ext uri="{FF2B5EF4-FFF2-40B4-BE49-F238E27FC236}">
                  <a16:creationId xmlns:a16="http://schemas.microsoft.com/office/drawing/2014/main" id="{E801021E-BE95-419D-AC37-CB52B8E3B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896"/>
              <a:ext cx="196" cy="36"/>
            </a:xfrm>
            <a:custGeom>
              <a:avLst/>
              <a:gdLst>
                <a:gd name="T0" fmla="*/ 0 w 106"/>
                <a:gd name="T1" fmla="*/ 544 h 18"/>
                <a:gd name="T2" fmla="*/ 386 w 106"/>
                <a:gd name="T3" fmla="*/ 416 h 18"/>
                <a:gd name="T4" fmla="*/ 841 w 106"/>
                <a:gd name="T5" fmla="*/ 320 h 18"/>
                <a:gd name="T6" fmla="*/ 1529 w 106"/>
                <a:gd name="T7" fmla="*/ 64 h 18"/>
                <a:gd name="T8" fmla="*/ 2287 w 106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8">
                  <a:moveTo>
                    <a:pt x="0" y="17"/>
                  </a:moveTo>
                  <a:cubicBezTo>
                    <a:pt x="6" y="18"/>
                    <a:pt x="12" y="14"/>
                    <a:pt x="18" y="13"/>
                  </a:cubicBezTo>
                  <a:cubicBezTo>
                    <a:pt x="25" y="12"/>
                    <a:pt x="32" y="12"/>
                    <a:pt x="39" y="10"/>
                  </a:cubicBezTo>
                  <a:cubicBezTo>
                    <a:pt x="50" y="7"/>
                    <a:pt x="60" y="4"/>
                    <a:pt x="71" y="2"/>
                  </a:cubicBezTo>
                  <a:cubicBezTo>
                    <a:pt x="81" y="1"/>
                    <a:pt x="96" y="3"/>
                    <a:pt x="10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1" name="Freeform 288">
              <a:extLst>
                <a:ext uri="{FF2B5EF4-FFF2-40B4-BE49-F238E27FC236}">
                  <a16:creationId xmlns:a16="http://schemas.microsoft.com/office/drawing/2014/main" id="{E232AC48-F717-49D9-804C-36CDBA18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04"/>
              <a:ext cx="85" cy="16"/>
            </a:xfrm>
            <a:custGeom>
              <a:avLst/>
              <a:gdLst>
                <a:gd name="T0" fmla="*/ 990 w 46"/>
                <a:gd name="T1" fmla="*/ 256 h 8"/>
                <a:gd name="T2" fmla="*/ 386 w 46"/>
                <a:gd name="T3" fmla="*/ 32 h 8"/>
                <a:gd name="T4" fmla="*/ 0 w 46"/>
                <a:gd name="T5" fmla="*/ 1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">
                  <a:moveTo>
                    <a:pt x="46" y="8"/>
                  </a:moveTo>
                  <a:cubicBezTo>
                    <a:pt x="42" y="1"/>
                    <a:pt x="25" y="0"/>
                    <a:pt x="18" y="1"/>
                  </a:cubicBezTo>
                  <a:cubicBezTo>
                    <a:pt x="12" y="2"/>
                    <a:pt x="5" y="2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2" name="Freeform 289">
              <a:extLst>
                <a:ext uri="{FF2B5EF4-FFF2-40B4-BE49-F238E27FC236}">
                  <a16:creationId xmlns:a16="http://schemas.microsoft.com/office/drawing/2014/main" id="{2162ED68-EAF9-47CF-AFF8-A2F368212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910"/>
              <a:ext cx="76" cy="42"/>
            </a:xfrm>
            <a:custGeom>
              <a:avLst/>
              <a:gdLst>
                <a:gd name="T0" fmla="*/ 0 w 41"/>
                <a:gd name="T1" fmla="*/ 0 h 21"/>
                <a:gd name="T2" fmla="*/ 484 w 41"/>
                <a:gd name="T3" fmla="*/ 224 h 21"/>
                <a:gd name="T4" fmla="*/ 897 w 41"/>
                <a:gd name="T5" fmla="*/ 67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">
                  <a:moveTo>
                    <a:pt x="0" y="0"/>
                  </a:moveTo>
                  <a:cubicBezTo>
                    <a:pt x="6" y="4"/>
                    <a:pt x="16" y="3"/>
                    <a:pt x="22" y="7"/>
                  </a:cubicBezTo>
                  <a:cubicBezTo>
                    <a:pt x="29" y="10"/>
                    <a:pt x="35" y="17"/>
                    <a:pt x="41" y="2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3" name="Freeform 290">
              <a:extLst>
                <a:ext uri="{FF2B5EF4-FFF2-40B4-BE49-F238E27FC236}">
                  <a16:creationId xmlns:a16="http://schemas.microsoft.com/office/drawing/2014/main" id="{480A708B-66C9-4F4D-8DF8-E21409416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2809"/>
              <a:ext cx="1481" cy="87"/>
            </a:xfrm>
            <a:custGeom>
              <a:avLst/>
              <a:gdLst>
                <a:gd name="T0" fmla="*/ 0 w 800"/>
                <a:gd name="T1" fmla="*/ 308 h 44"/>
                <a:gd name="T2" fmla="*/ 1916 w 800"/>
                <a:gd name="T3" fmla="*/ 781 h 44"/>
                <a:gd name="T4" fmla="*/ 4852 w 800"/>
                <a:gd name="T5" fmla="*/ 364 h 44"/>
                <a:gd name="T6" fmla="*/ 11546 w 800"/>
                <a:gd name="T7" fmla="*/ 1176 h 44"/>
                <a:gd name="T8" fmla="*/ 14638 w 800"/>
                <a:gd name="T9" fmla="*/ 1204 h 44"/>
                <a:gd name="T10" fmla="*/ 15987 w 800"/>
                <a:gd name="T11" fmla="*/ 1020 h 44"/>
                <a:gd name="T12" fmla="*/ 17396 w 800"/>
                <a:gd name="T13" fmla="*/ 51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0" h="44">
                  <a:moveTo>
                    <a:pt x="0" y="10"/>
                  </a:moveTo>
                  <a:cubicBezTo>
                    <a:pt x="25" y="27"/>
                    <a:pt x="58" y="24"/>
                    <a:pt x="88" y="26"/>
                  </a:cubicBezTo>
                  <a:cubicBezTo>
                    <a:pt x="134" y="28"/>
                    <a:pt x="177" y="17"/>
                    <a:pt x="223" y="12"/>
                  </a:cubicBezTo>
                  <a:cubicBezTo>
                    <a:pt x="329" y="0"/>
                    <a:pt x="425" y="44"/>
                    <a:pt x="531" y="39"/>
                  </a:cubicBezTo>
                  <a:cubicBezTo>
                    <a:pt x="578" y="38"/>
                    <a:pt x="626" y="34"/>
                    <a:pt x="673" y="40"/>
                  </a:cubicBezTo>
                  <a:cubicBezTo>
                    <a:pt x="697" y="43"/>
                    <a:pt x="712" y="43"/>
                    <a:pt x="735" y="34"/>
                  </a:cubicBezTo>
                  <a:cubicBezTo>
                    <a:pt x="755" y="26"/>
                    <a:pt x="783" y="15"/>
                    <a:pt x="800" y="1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4" name="Freeform 291">
              <a:extLst>
                <a:ext uri="{FF2B5EF4-FFF2-40B4-BE49-F238E27FC236}">
                  <a16:creationId xmlns:a16="http://schemas.microsoft.com/office/drawing/2014/main" id="{80EC5D28-8DA3-4D9C-86F0-B5499792F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2517"/>
              <a:ext cx="1485" cy="199"/>
            </a:xfrm>
            <a:custGeom>
              <a:avLst/>
              <a:gdLst>
                <a:gd name="T0" fmla="*/ 17457 w 802"/>
                <a:gd name="T1" fmla="*/ 2144 h 101"/>
                <a:gd name="T2" fmla="*/ 11965 w 802"/>
                <a:gd name="T3" fmla="*/ 1537 h 101"/>
                <a:gd name="T4" fmla="*/ 5286 w 802"/>
                <a:gd name="T5" fmla="*/ 1661 h 101"/>
                <a:gd name="T6" fmla="*/ 2887 w 802"/>
                <a:gd name="T7" fmla="*/ 764 h 101"/>
                <a:gd name="T8" fmla="*/ 1587 w 802"/>
                <a:gd name="T9" fmla="*/ 497 h 101"/>
                <a:gd name="T10" fmla="*/ 0 w 802"/>
                <a:gd name="T11" fmla="*/ 45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2" h="101">
                  <a:moveTo>
                    <a:pt x="802" y="72"/>
                  </a:moveTo>
                  <a:cubicBezTo>
                    <a:pt x="717" y="101"/>
                    <a:pt x="635" y="62"/>
                    <a:pt x="550" y="52"/>
                  </a:cubicBezTo>
                  <a:cubicBezTo>
                    <a:pt x="449" y="40"/>
                    <a:pt x="345" y="67"/>
                    <a:pt x="243" y="56"/>
                  </a:cubicBezTo>
                  <a:cubicBezTo>
                    <a:pt x="205" y="52"/>
                    <a:pt x="170" y="35"/>
                    <a:pt x="133" y="26"/>
                  </a:cubicBezTo>
                  <a:cubicBezTo>
                    <a:pt x="113" y="22"/>
                    <a:pt x="93" y="21"/>
                    <a:pt x="73" y="17"/>
                  </a:cubicBezTo>
                  <a:cubicBezTo>
                    <a:pt x="48" y="12"/>
                    <a:pt x="26" y="0"/>
                    <a:pt x="0" y="1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5" name="Freeform 292">
              <a:extLst>
                <a:ext uri="{FF2B5EF4-FFF2-40B4-BE49-F238E27FC236}">
                  <a16:creationId xmlns:a16="http://schemas.microsoft.com/office/drawing/2014/main" id="{7CE14FAD-8109-4D6F-A057-979C682FB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2639"/>
              <a:ext cx="1096" cy="221"/>
            </a:xfrm>
            <a:custGeom>
              <a:avLst/>
              <a:gdLst>
                <a:gd name="T0" fmla="*/ 0 w 592"/>
                <a:gd name="T1" fmla="*/ 3349 h 112"/>
                <a:gd name="T2" fmla="*/ 2094 w 592"/>
                <a:gd name="T3" fmla="*/ 2989 h 112"/>
                <a:gd name="T4" fmla="*/ 4702 w 592"/>
                <a:gd name="T5" fmla="*/ 1944 h 112"/>
                <a:gd name="T6" fmla="*/ 9353 w 592"/>
                <a:gd name="T7" fmla="*/ 953 h 112"/>
                <a:gd name="T8" fmla="*/ 11164 w 592"/>
                <a:gd name="T9" fmla="*/ 0 h 112"/>
                <a:gd name="T10" fmla="*/ 12874 w 592"/>
                <a:gd name="T11" fmla="*/ 245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2" h="112">
                  <a:moveTo>
                    <a:pt x="0" y="112"/>
                  </a:moveTo>
                  <a:cubicBezTo>
                    <a:pt x="31" y="104"/>
                    <a:pt x="64" y="106"/>
                    <a:pt x="96" y="100"/>
                  </a:cubicBezTo>
                  <a:cubicBezTo>
                    <a:pt x="136" y="91"/>
                    <a:pt x="175" y="76"/>
                    <a:pt x="216" y="65"/>
                  </a:cubicBezTo>
                  <a:cubicBezTo>
                    <a:pt x="285" y="47"/>
                    <a:pt x="363" y="63"/>
                    <a:pt x="430" y="32"/>
                  </a:cubicBezTo>
                  <a:cubicBezTo>
                    <a:pt x="457" y="19"/>
                    <a:pt x="483" y="1"/>
                    <a:pt x="513" y="0"/>
                  </a:cubicBezTo>
                  <a:cubicBezTo>
                    <a:pt x="541" y="0"/>
                    <a:pt x="565" y="8"/>
                    <a:pt x="592" y="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6" name="Freeform 293">
              <a:extLst>
                <a:ext uri="{FF2B5EF4-FFF2-40B4-BE49-F238E27FC236}">
                  <a16:creationId xmlns:a16="http://schemas.microsoft.com/office/drawing/2014/main" id="{C21D65AE-1696-478D-BB9D-C612A924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414"/>
              <a:ext cx="961" cy="217"/>
            </a:xfrm>
            <a:custGeom>
              <a:avLst/>
              <a:gdLst>
                <a:gd name="T0" fmla="*/ 11293 w 519"/>
                <a:gd name="T1" fmla="*/ 245 h 110"/>
                <a:gd name="T2" fmla="*/ 10251 w 519"/>
                <a:gd name="T3" fmla="*/ 183 h 110"/>
                <a:gd name="T4" fmla="*/ 8877 w 519"/>
                <a:gd name="T5" fmla="*/ 984 h 110"/>
                <a:gd name="T6" fmla="*/ 7097 w 519"/>
                <a:gd name="T7" fmla="*/ 712 h 110"/>
                <a:gd name="T8" fmla="*/ 5136 w 519"/>
                <a:gd name="T9" fmla="*/ 623 h 110"/>
                <a:gd name="T10" fmla="*/ 2279 w 519"/>
                <a:gd name="T11" fmla="*/ 2211 h 110"/>
                <a:gd name="T12" fmla="*/ 357 w 519"/>
                <a:gd name="T13" fmla="*/ 3225 h 110"/>
                <a:gd name="T14" fmla="*/ 0 w 519"/>
                <a:gd name="T15" fmla="*/ 3285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9" h="110">
                  <a:moveTo>
                    <a:pt x="519" y="8"/>
                  </a:moveTo>
                  <a:cubicBezTo>
                    <a:pt x="502" y="5"/>
                    <a:pt x="490" y="0"/>
                    <a:pt x="471" y="6"/>
                  </a:cubicBezTo>
                  <a:cubicBezTo>
                    <a:pt x="449" y="12"/>
                    <a:pt x="432" y="28"/>
                    <a:pt x="408" y="33"/>
                  </a:cubicBezTo>
                  <a:cubicBezTo>
                    <a:pt x="377" y="40"/>
                    <a:pt x="356" y="32"/>
                    <a:pt x="326" y="24"/>
                  </a:cubicBezTo>
                  <a:cubicBezTo>
                    <a:pt x="299" y="18"/>
                    <a:pt x="264" y="19"/>
                    <a:pt x="236" y="21"/>
                  </a:cubicBezTo>
                  <a:cubicBezTo>
                    <a:pt x="189" y="25"/>
                    <a:pt x="143" y="50"/>
                    <a:pt x="105" y="74"/>
                  </a:cubicBezTo>
                  <a:cubicBezTo>
                    <a:pt x="76" y="93"/>
                    <a:pt x="50" y="103"/>
                    <a:pt x="16" y="108"/>
                  </a:cubicBezTo>
                  <a:cubicBezTo>
                    <a:pt x="10" y="109"/>
                    <a:pt x="5" y="110"/>
                    <a:pt x="0" y="11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7" name="Freeform 294">
              <a:extLst>
                <a:ext uri="{FF2B5EF4-FFF2-40B4-BE49-F238E27FC236}">
                  <a16:creationId xmlns:a16="http://schemas.microsoft.com/office/drawing/2014/main" id="{78CFF05A-429A-41B3-9A27-7B262E834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2264"/>
              <a:ext cx="1148" cy="276"/>
            </a:xfrm>
            <a:custGeom>
              <a:avLst/>
              <a:gdLst>
                <a:gd name="T0" fmla="*/ 13498 w 620"/>
                <a:gd name="T1" fmla="*/ 3125 h 140"/>
                <a:gd name="T2" fmla="*/ 10793 w 620"/>
                <a:gd name="T3" fmla="*/ 743 h 140"/>
                <a:gd name="T4" fmla="*/ 9147 w 620"/>
                <a:gd name="T5" fmla="*/ 1433 h 140"/>
                <a:gd name="T6" fmla="*/ 7642 w 620"/>
                <a:gd name="T7" fmla="*/ 1816 h 140"/>
                <a:gd name="T8" fmla="*/ 5009 w 620"/>
                <a:gd name="T9" fmla="*/ 3872 h 140"/>
                <a:gd name="T10" fmla="*/ 2044 w 620"/>
                <a:gd name="T11" fmla="*/ 2052 h 140"/>
                <a:gd name="T12" fmla="*/ 0 w 620"/>
                <a:gd name="T13" fmla="*/ 2413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0" h="140">
                  <a:moveTo>
                    <a:pt x="620" y="105"/>
                  </a:moveTo>
                  <a:cubicBezTo>
                    <a:pt x="576" y="79"/>
                    <a:pt x="559" y="0"/>
                    <a:pt x="496" y="25"/>
                  </a:cubicBezTo>
                  <a:cubicBezTo>
                    <a:pt x="470" y="36"/>
                    <a:pt x="449" y="52"/>
                    <a:pt x="420" y="48"/>
                  </a:cubicBezTo>
                  <a:cubicBezTo>
                    <a:pt x="384" y="42"/>
                    <a:pt x="379" y="37"/>
                    <a:pt x="351" y="61"/>
                  </a:cubicBezTo>
                  <a:cubicBezTo>
                    <a:pt x="313" y="92"/>
                    <a:pt x="285" y="140"/>
                    <a:pt x="230" y="130"/>
                  </a:cubicBezTo>
                  <a:cubicBezTo>
                    <a:pt x="179" y="121"/>
                    <a:pt x="146" y="66"/>
                    <a:pt x="94" y="69"/>
                  </a:cubicBezTo>
                  <a:cubicBezTo>
                    <a:pt x="61" y="71"/>
                    <a:pt x="32" y="93"/>
                    <a:pt x="0" y="8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8" name="Freeform 295">
              <a:extLst>
                <a:ext uri="{FF2B5EF4-FFF2-40B4-BE49-F238E27FC236}">
                  <a16:creationId xmlns:a16="http://schemas.microsoft.com/office/drawing/2014/main" id="{5F197DC0-F55E-4A12-9094-3F1F996C1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1886"/>
              <a:ext cx="1490" cy="1336"/>
            </a:xfrm>
            <a:custGeom>
              <a:avLst/>
              <a:gdLst>
                <a:gd name="T0" fmla="*/ 1490 w 1490"/>
                <a:gd name="T1" fmla="*/ 0 h 1336"/>
                <a:gd name="T2" fmla="*/ 1490 w 1490"/>
                <a:gd name="T3" fmla="*/ 1336 h 1336"/>
                <a:gd name="T4" fmla="*/ 0 w 1490"/>
                <a:gd name="T5" fmla="*/ 1336 h 1336"/>
                <a:gd name="T6" fmla="*/ 0 w 1490"/>
                <a:gd name="T7" fmla="*/ 0 h 1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0" h="1336">
                  <a:moveTo>
                    <a:pt x="1490" y="0"/>
                  </a:moveTo>
                  <a:lnTo>
                    <a:pt x="1490" y="1336"/>
                  </a:lnTo>
                  <a:lnTo>
                    <a:pt x="0" y="1336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507" name="Invasive-melanoma-skin-cross-section">
            <a:extLst>
              <a:ext uri="{FF2B5EF4-FFF2-40B4-BE49-F238E27FC236}">
                <a16:creationId xmlns:a16="http://schemas.microsoft.com/office/drawing/2014/main" id="{C56B7F08-56A6-42AC-8FCF-B819791BE0AD}"/>
              </a:ext>
            </a:extLst>
          </p:cNvPr>
          <p:cNvGrpSpPr>
            <a:grpSpLocks/>
          </p:cNvGrpSpPr>
          <p:nvPr/>
        </p:nvGrpSpPr>
        <p:grpSpPr bwMode="auto">
          <a:xfrm>
            <a:off x="4914900" y="2081213"/>
            <a:ext cx="2444750" cy="3363912"/>
            <a:chOff x="2136" y="1109"/>
            <a:chExt cx="1540" cy="2119"/>
          </a:xfrm>
        </p:grpSpPr>
        <p:grpSp>
          <p:nvGrpSpPr>
            <p:cNvPr id="20748" name="Group 297">
              <a:extLst>
                <a:ext uri="{FF2B5EF4-FFF2-40B4-BE49-F238E27FC236}">
                  <a16:creationId xmlns:a16="http://schemas.microsoft.com/office/drawing/2014/main" id="{E8DE85E3-E904-4634-95A8-5E8C91D7A4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36" y="1109"/>
              <a:ext cx="1540" cy="2119"/>
              <a:chOff x="2136" y="1109"/>
              <a:chExt cx="1540" cy="2119"/>
            </a:xfrm>
          </p:grpSpPr>
          <p:sp>
            <p:nvSpPr>
              <p:cNvPr id="20790" name="Freeform 298">
                <a:extLst>
                  <a:ext uri="{FF2B5EF4-FFF2-40B4-BE49-F238E27FC236}">
                    <a16:creationId xmlns:a16="http://schemas.microsoft.com/office/drawing/2014/main" id="{1E0670A0-CB35-4A28-8FBA-2CA2909BD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109"/>
                <a:ext cx="1494" cy="782"/>
              </a:xfrm>
              <a:custGeom>
                <a:avLst/>
                <a:gdLst>
                  <a:gd name="T0" fmla="*/ 17552 w 807"/>
                  <a:gd name="T1" fmla="*/ 11890 h 396"/>
                  <a:gd name="T2" fmla="*/ 0 w 807"/>
                  <a:gd name="T3" fmla="*/ 11890 h 396"/>
                  <a:gd name="T4" fmla="*/ 6237 w 807"/>
                  <a:gd name="T5" fmla="*/ 0 h 396"/>
                  <a:gd name="T6" fmla="*/ 11313 w 807"/>
                  <a:gd name="T7" fmla="*/ 0 h 396"/>
                  <a:gd name="T8" fmla="*/ 17552 w 807"/>
                  <a:gd name="T9" fmla="*/ 11890 h 3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7" h="396">
                    <a:moveTo>
                      <a:pt x="807" y="396"/>
                    </a:moveTo>
                    <a:cubicBezTo>
                      <a:pt x="0" y="396"/>
                      <a:pt x="0" y="396"/>
                      <a:pt x="0" y="396"/>
                    </a:cubicBezTo>
                    <a:cubicBezTo>
                      <a:pt x="0" y="396"/>
                      <a:pt x="236" y="151"/>
                      <a:pt x="287" y="0"/>
                    </a:cubicBezTo>
                    <a:cubicBezTo>
                      <a:pt x="520" y="0"/>
                      <a:pt x="520" y="0"/>
                      <a:pt x="520" y="0"/>
                    </a:cubicBezTo>
                    <a:cubicBezTo>
                      <a:pt x="560" y="159"/>
                      <a:pt x="807" y="396"/>
                      <a:pt x="807" y="396"/>
                    </a:cubicBezTo>
                    <a:close/>
                  </a:path>
                </a:pathLst>
              </a:custGeom>
              <a:solidFill>
                <a:srgbClr val="F9D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1" name="Freeform 299">
                <a:extLst>
                  <a:ext uri="{FF2B5EF4-FFF2-40B4-BE49-F238E27FC236}">
                    <a16:creationId xmlns:a16="http://schemas.microsoft.com/office/drawing/2014/main" id="{5C092771-969A-4C0E-B075-66CBAC6C8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109"/>
                <a:ext cx="1494" cy="782"/>
              </a:xfrm>
              <a:custGeom>
                <a:avLst/>
                <a:gdLst>
                  <a:gd name="T0" fmla="*/ 17552 w 807"/>
                  <a:gd name="T1" fmla="*/ 11890 h 396"/>
                  <a:gd name="T2" fmla="*/ 0 w 807"/>
                  <a:gd name="T3" fmla="*/ 11890 h 396"/>
                  <a:gd name="T4" fmla="*/ 6237 w 807"/>
                  <a:gd name="T5" fmla="*/ 0 h 396"/>
                  <a:gd name="T6" fmla="*/ 11313 w 807"/>
                  <a:gd name="T7" fmla="*/ 0 h 396"/>
                  <a:gd name="T8" fmla="*/ 17552 w 807"/>
                  <a:gd name="T9" fmla="*/ 11890 h 3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7" h="396">
                    <a:moveTo>
                      <a:pt x="807" y="396"/>
                    </a:moveTo>
                    <a:cubicBezTo>
                      <a:pt x="0" y="396"/>
                      <a:pt x="0" y="396"/>
                      <a:pt x="0" y="396"/>
                    </a:cubicBezTo>
                    <a:cubicBezTo>
                      <a:pt x="0" y="396"/>
                      <a:pt x="236" y="151"/>
                      <a:pt x="287" y="0"/>
                    </a:cubicBezTo>
                    <a:cubicBezTo>
                      <a:pt x="520" y="0"/>
                      <a:pt x="520" y="0"/>
                      <a:pt x="520" y="0"/>
                    </a:cubicBezTo>
                    <a:cubicBezTo>
                      <a:pt x="560" y="159"/>
                      <a:pt x="807" y="396"/>
                      <a:pt x="807" y="39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2" name="Rectangle 300">
                <a:extLst>
                  <a:ext uri="{FF2B5EF4-FFF2-40B4-BE49-F238E27FC236}">
                    <a16:creationId xmlns:a16="http://schemas.microsoft.com/office/drawing/2014/main" id="{594B4D73-1696-475F-A827-B71A52D41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8" y="1911"/>
                <a:ext cx="1490" cy="1317"/>
              </a:xfrm>
              <a:prstGeom prst="rect">
                <a:avLst/>
              </a:prstGeom>
              <a:solidFill>
                <a:srgbClr val="F9D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3" name="Freeform 301">
                <a:extLst>
                  <a:ext uri="{FF2B5EF4-FFF2-40B4-BE49-F238E27FC236}">
                    <a16:creationId xmlns:a16="http://schemas.microsoft.com/office/drawing/2014/main" id="{8048BB5D-7392-40F9-A583-9C322462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824"/>
                <a:ext cx="1488" cy="663"/>
              </a:xfrm>
              <a:custGeom>
                <a:avLst/>
                <a:gdLst>
                  <a:gd name="T0" fmla="*/ 17458 w 804"/>
                  <a:gd name="T1" fmla="*/ 5985 h 336"/>
                  <a:gd name="T2" fmla="*/ 17458 w 804"/>
                  <a:gd name="T3" fmla="*/ 1012 h 336"/>
                  <a:gd name="T4" fmla="*/ 0 w 804"/>
                  <a:gd name="T5" fmla="*/ 1012 h 336"/>
                  <a:gd name="T6" fmla="*/ 0 w 804"/>
                  <a:gd name="T7" fmla="*/ 7350 h 336"/>
                  <a:gd name="T8" fmla="*/ 1325 w 804"/>
                  <a:gd name="T9" fmla="*/ 7121 h 336"/>
                  <a:gd name="T10" fmla="*/ 2524 w 804"/>
                  <a:gd name="T11" fmla="*/ 5685 h 336"/>
                  <a:gd name="T12" fmla="*/ 5336 w 804"/>
                  <a:gd name="T13" fmla="*/ 9874 h 336"/>
                  <a:gd name="T14" fmla="*/ 8040 w 804"/>
                  <a:gd name="T15" fmla="*/ 4909 h 336"/>
                  <a:gd name="T16" fmla="*/ 9948 w 804"/>
                  <a:gd name="T17" fmla="*/ 6577 h 336"/>
                  <a:gd name="T18" fmla="*/ 11917 w 804"/>
                  <a:gd name="T19" fmla="*/ 4609 h 336"/>
                  <a:gd name="T20" fmla="*/ 14656 w 804"/>
                  <a:gd name="T21" fmla="*/ 8974 h 336"/>
                  <a:gd name="T22" fmla="*/ 17458 w 804"/>
                  <a:gd name="T23" fmla="*/ 5985 h 3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4" h="336">
                    <a:moveTo>
                      <a:pt x="804" y="200"/>
                    </a:moveTo>
                    <a:cubicBezTo>
                      <a:pt x="804" y="34"/>
                      <a:pt x="804" y="34"/>
                      <a:pt x="804" y="34"/>
                    </a:cubicBezTo>
                    <a:cubicBezTo>
                      <a:pt x="804" y="34"/>
                      <a:pt x="446" y="0"/>
                      <a:pt x="0" y="34"/>
                    </a:cubicBezTo>
                    <a:cubicBezTo>
                      <a:pt x="0" y="246"/>
                      <a:pt x="0" y="246"/>
                      <a:pt x="0" y="246"/>
                    </a:cubicBezTo>
                    <a:cubicBezTo>
                      <a:pt x="0" y="246"/>
                      <a:pt x="44" y="261"/>
                      <a:pt x="61" y="238"/>
                    </a:cubicBezTo>
                    <a:cubicBezTo>
                      <a:pt x="79" y="214"/>
                      <a:pt x="86" y="189"/>
                      <a:pt x="116" y="190"/>
                    </a:cubicBezTo>
                    <a:cubicBezTo>
                      <a:pt x="176" y="193"/>
                      <a:pt x="166" y="323"/>
                      <a:pt x="246" y="330"/>
                    </a:cubicBezTo>
                    <a:cubicBezTo>
                      <a:pt x="325" y="336"/>
                      <a:pt x="306" y="167"/>
                      <a:pt x="370" y="164"/>
                    </a:cubicBezTo>
                    <a:cubicBezTo>
                      <a:pt x="426" y="162"/>
                      <a:pt x="398" y="224"/>
                      <a:pt x="458" y="220"/>
                    </a:cubicBezTo>
                    <a:cubicBezTo>
                      <a:pt x="504" y="216"/>
                      <a:pt x="484" y="143"/>
                      <a:pt x="549" y="154"/>
                    </a:cubicBezTo>
                    <a:cubicBezTo>
                      <a:pt x="620" y="165"/>
                      <a:pt x="589" y="292"/>
                      <a:pt x="675" y="300"/>
                    </a:cubicBezTo>
                    <a:cubicBezTo>
                      <a:pt x="761" y="309"/>
                      <a:pt x="715" y="195"/>
                      <a:pt x="804" y="20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4" name="Freeform 302">
                <a:extLst>
                  <a:ext uri="{FF2B5EF4-FFF2-40B4-BE49-F238E27FC236}">
                    <a16:creationId xmlns:a16="http://schemas.microsoft.com/office/drawing/2014/main" id="{67EF5E45-2886-4D89-9E3A-FBC390C8D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2079"/>
                <a:ext cx="1485" cy="450"/>
              </a:xfrm>
              <a:custGeom>
                <a:avLst/>
                <a:gdLst>
                  <a:gd name="T0" fmla="*/ 14619 w 802"/>
                  <a:gd name="T1" fmla="*/ 4705 h 228"/>
                  <a:gd name="T2" fmla="*/ 11884 w 802"/>
                  <a:gd name="T3" fmla="*/ 332 h 228"/>
                  <a:gd name="T4" fmla="*/ 9899 w 802"/>
                  <a:gd name="T5" fmla="*/ 2305 h 228"/>
                  <a:gd name="T6" fmla="*/ 8006 w 802"/>
                  <a:gd name="T7" fmla="*/ 655 h 228"/>
                  <a:gd name="T8" fmla="*/ 5286 w 802"/>
                  <a:gd name="T9" fmla="*/ 5597 h 228"/>
                  <a:gd name="T10" fmla="*/ 2483 w 802"/>
                  <a:gd name="T11" fmla="*/ 1413 h 228"/>
                  <a:gd name="T12" fmla="*/ 1259 w 802"/>
                  <a:gd name="T13" fmla="*/ 2852 h 228"/>
                  <a:gd name="T14" fmla="*/ 0 w 802"/>
                  <a:gd name="T15" fmla="*/ 3113 h 228"/>
                  <a:gd name="T16" fmla="*/ 0 w 802"/>
                  <a:gd name="T17" fmla="*/ 4161 h 228"/>
                  <a:gd name="T18" fmla="*/ 1259 w 802"/>
                  <a:gd name="T19" fmla="*/ 3868 h 228"/>
                  <a:gd name="T20" fmla="*/ 2483 w 802"/>
                  <a:gd name="T21" fmla="*/ 2461 h 228"/>
                  <a:gd name="T22" fmla="*/ 5286 w 802"/>
                  <a:gd name="T23" fmla="*/ 6618 h 228"/>
                  <a:gd name="T24" fmla="*/ 8006 w 802"/>
                  <a:gd name="T25" fmla="*/ 1684 h 228"/>
                  <a:gd name="T26" fmla="*/ 9899 w 802"/>
                  <a:gd name="T27" fmla="*/ 3324 h 228"/>
                  <a:gd name="T28" fmla="*/ 11884 w 802"/>
                  <a:gd name="T29" fmla="*/ 1352 h 228"/>
                  <a:gd name="T30" fmla="*/ 14619 w 802"/>
                  <a:gd name="T31" fmla="*/ 5749 h 228"/>
                  <a:gd name="T32" fmla="*/ 17457 w 802"/>
                  <a:gd name="T33" fmla="*/ 2761 h 228"/>
                  <a:gd name="T34" fmla="*/ 17457 w 802"/>
                  <a:gd name="T35" fmla="*/ 1713 h 228"/>
                  <a:gd name="T36" fmla="*/ 14619 w 802"/>
                  <a:gd name="T37" fmla="*/ 4705 h 2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2" h="228">
                    <a:moveTo>
                      <a:pt x="672" y="157"/>
                    </a:moveTo>
                    <a:cubicBezTo>
                      <a:pt x="586" y="149"/>
                      <a:pt x="617" y="22"/>
                      <a:pt x="546" y="11"/>
                    </a:cubicBezTo>
                    <a:cubicBezTo>
                      <a:pt x="481" y="0"/>
                      <a:pt x="501" y="74"/>
                      <a:pt x="455" y="77"/>
                    </a:cubicBezTo>
                    <a:cubicBezTo>
                      <a:pt x="395" y="81"/>
                      <a:pt x="423" y="19"/>
                      <a:pt x="368" y="22"/>
                    </a:cubicBezTo>
                    <a:cubicBezTo>
                      <a:pt x="303" y="24"/>
                      <a:pt x="323" y="193"/>
                      <a:pt x="243" y="187"/>
                    </a:cubicBezTo>
                    <a:cubicBezTo>
                      <a:pt x="163" y="180"/>
                      <a:pt x="173" y="50"/>
                      <a:pt x="114" y="47"/>
                    </a:cubicBezTo>
                    <a:cubicBezTo>
                      <a:pt x="83" y="46"/>
                      <a:pt x="76" y="71"/>
                      <a:pt x="58" y="95"/>
                    </a:cubicBezTo>
                    <a:cubicBezTo>
                      <a:pt x="43" y="115"/>
                      <a:pt x="9" y="107"/>
                      <a:pt x="0" y="104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9" y="141"/>
                      <a:pt x="43" y="150"/>
                      <a:pt x="58" y="129"/>
                    </a:cubicBezTo>
                    <a:cubicBezTo>
                      <a:pt x="76" y="106"/>
                      <a:pt x="83" y="81"/>
                      <a:pt x="114" y="82"/>
                    </a:cubicBezTo>
                    <a:cubicBezTo>
                      <a:pt x="173" y="84"/>
                      <a:pt x="163" y="215"/>
                      <a:pt x="243" y="221"/>
                    </a:cubicBezTo>
                    <a:cubicBezTo>
                      <a:pt x="323" y="228"/>
                      <a:pt x="303" y="59"/>
                      <a:pt x="368" y="56"/>
                    </a:cubicBezTo>
                    <a:cubicBezTo>
                      <a:pt x="423" y="54"/>
                      <a:pt x="395" y="116"/>
                      <a:pt x="455" y="111"/>
                    </a:cubicBezTo>
                    <a:cubicBezTo>
                      <a:pt x="501" y="108"/>
                      <a:pt x="481" y="35"/>
                      <a:pt x="546" y="45"/>
                    </a:cubicBezTo>
                    <a:cubicBezTo>
                      <a:pt x="617" y="57"/>
                      <a:pt x="586" y="184"/>
                      <a:pt x="672" y="192"/>
                    </a:cubicBezTo>
                    <a:cubicBezTo>
                      <a:pt x="758" y="200"/>
                      <a:pt x="712" y="87"/>
                      <a:pt x="802" y="92"/>
                    </a:cubicBezTo>
                    <a:cubicBezTo>
                      <a:pt x="802" y="57"/>
                      <a:pt x="802" y="57"/>
                      <a:pt x="802" y="57"/>
                    </a:cubicBezTo>
                    <a:cubicBezTo>
                      <a:pt x="712" y="52"/>
                      <a:pt x="758" y="166"/>
                      <a:pt x="672" y="157"/>
                    </a:cubicBezTo>
                    <a:close/>
                  </a:path>
                </a:pathLst>
              </a:custGeom>
              <a:solidFill>
                <a:srgbClr val="F3C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5" name="Freeform 303">
                <a:extLst>
                  <a:ext uri="{FF2B5EF4-FFF2-40B4-BE49-F238E27FC236}">
                    <a16:creationId xmlns:a16="http://schemas.microsoft.com/office/drawing/2014/main" id="{9E2F068A-8673-4B86-8428-34C3CABAC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049"/>
                <a:ext cx="1488" cy="438"/>
              </a:xfrm>
              <a:custGeom>
                <a:avLst/>
                <a:gdLst>
                  <a:gd name="T0" fmla="*/ 14656 w 804"/>
                  <a:gd name="T1" fmla="*/ 4485 h 222"/>
                  <a:gd name="T2" fmla="*/ 11917 w 804"/>
                  <a:gd name="T3" fmla="*/ 124 h 222"/>
                  <a:gd name="T4" fmla="*/ 9948 w 804"/>
                  <a:gd name="T5" fmla="*/ 2089 h 222"/>
                  <a:gd name="T6" fmla="*/ 8040 w 804"/>
                  <a:gd name="T7" fmla="*/ 424 h 222"/>
                  <a:gd name="T8" fmla="*/ 5336 w 804"/>
                  <a:gd name="T9" fmla="*/ 5376 h 222"/>
                  <a:gd name="T10" fmla="*/ 2524 w 804"/>
                  <a:gd name="T11" fmla="*/ 1200 h 222"/>
                  <a:gd name="T12" fmla="*/ 1325 w 804"/>
                  <a:gd name="T13" fmla="*/ 2636 h 222"/>
                  <a:gd name="T14" fmla="*/ 0 w 804"/>
                  <a:gd name="T15" fmla="*/ 2865 h 222"/>
                  <a:gd name="T16" fmla="*/ 0 w 804"/>
                  <a:gd name="T17" fmla="*/ 3940 h 222"/>
                  <a:gd name="T18" fmla="*/ 1325 w 804"/>
                  <a:gd name="T19" fmla="*/ 3709 h 222"/>
                  <a:gd name="T20" fmla="*/ 2524 w 804"/>
                  <a:gd name="T21" fmla="*/ 2273 h 222"/>
                  <a:gd name="T22" fmla="*/ 5336 w 804"/>
                  <a:gd name="T23" fmla="*/ 6450 h 222"/>
                  <a:gd name="T24" fmla="*/ 8040 w 804"/>
                  <a:gd name="T25" fmla="*/ 1499 h 222"/>
                  <a:gd name="T26" fmla="*/ 9948 w 804"/>
                  <a:gd name="T27" fmla="*/ 3165 h 222"/>
                  <a:gd name="T28" fmla="*/ 11917 w 804"/>
                  <a:gd name="T29" fmla="*/ 1200 h 222"/>
                  <a:gd name="T30" fmla="*/ 14656 w 804"/>
                  <a:gd name="T31" fmla="*/ 5558 h 222"/>
                  <a:gd name="T32" fmla="*/ 17458 w 804"/>
                  <a:gd name="T33" fmla="*/ 2573 h 222"/>
                  <a:gd name="T34" fmla="*/ 17458 w 804"/>
                  <a:gd name="T35" fmla="*/ 1499 h 222"/>
                  <a:gd name="T36" fmla="*/ 14656 w 804"/>
                  <a:gd name="T37" fmla="*/ 4485 h 2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4" h="222">
                    <a:moveTo>
                      <a:pt x="675" y="150"/>
                    </a:moveTo>
                    <a:cubicBezTo>
                      <a:pt x="616" y="146"/>
                      <a:pt x="630" y="9"/>
                      <a:pt x="549" y="4"/>
                    </a:cubicBezTo>
                    <a:cubicBezTo>
                      <a:pt x="483" y="0"/>
                      <a:pt x="492" y="65"/>
                      <a:pt x="458" y="70"/>
                    </a:cubicBezTo>
                    <a:cubicBezTo>
                      <a:pt x="408" y="77"/>
                      <a:pt x="426" y="17"/>
                      <a:pt x="370" y="14"/>
                    </a:cubicBezTo>
                    <a:cubicBezTo>
                      <a:pt x="288" y="11"/>
                      <a:pt x="326" y="184"/>
                      <a:pt x="246" y="180"/>
                    </a:cubicBezTo>
                    <a:cubicBezTo>
                      <a:pt x="186" y="177"/>
                      <a:pt x="194" y="43"/>
                      <a:pt x="116" y="40"/>
                    </a:cubicBezTo>
                    <a:cubicBezTo>
                      <a:pt x="86" y="39"/>
                      <a:pt x="79" y="64"/>
                      <a:pt x="61" y="88"/>
                    </a:cubicBezTo>
                    <a:cubicBezTo>
                      <a:pt x="44" y="111"/>
                      <a:pt x="0" y="96"/>
                      <a:pt x="0" y="96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44" y="147"/>
                      <a:pt x="61" y="124"/>
                    </a:cubicBezTo>
                    <a:cubicBezTo>
                      <a:pt x="79" y="100"/>
                      <a:pt x="86" y="75"/>
                      <a:pt x="116" y="76"/>
                    </a:cubicBezTo>
                    <a:cubicBezTo>
                      <a:pt x="176" y="79"/>
                      <a:pt x="166" y="209"/>
                      <a:pt x="246" y="216"/>
                    </a:cubicBezTo>
                    <a:cubicBezTo>
                      <a:pt x="325" y="222"/>
                      <a:pt x="306" y="53"/>
                      <a:pt x="370" y="50"/>
                    </a:cubicBezTo>
                    <a:cubicBezTo>
                      <a:pt x="426" y="48"/>
                      <a:pt x="398" y="110"/>
                      <a:pt x="458" y="106"/>
                    </a:cubicBezTo>
                    <a:cubicBezTo>
                      <a:pt x="504" y="102"/>
                      <a:pt x="484" y="29"/>
                      <a:pt x="549" y="40"/>
                    </a:cubicBezTo>
                    <a:cubicBezTo>
                      <a:pt x="620" y="51"/>
                      <a:pt x="589" y="178"/>
                      <a:pt x="675" y="186"/>
                    </a:cubicBezTo>
                    <a:cubicBezTo>
                      <a:pt x="761" y="195"/>
                      <a:pt x="715" y="81"/>
                      <a:pt x="804" y="86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700" y="49"/>
                      <a:pt x="738" y="155"/>
                      <a:pt x="675" y="150"/>
                    </a:cubicBezTo>
                    <a:close/>
                  </a:path>
                </a:pathLst>
              </a:custGeom>
              <a:solidFill>
                <a:srgbClr val="EE9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6" name="Freeform 304">
                <a:extLst>
                  <a:ext uri="{FF2B5EF4-FFF2-40B4-BE49-F238E27FC236}">
                    <a16:creationId xmlns:a16="http://schemas.microsoft.com/office/drawing/2014/main" id="{F7CB875F-0573-45D9-85CF-0BD21D497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049"/>
                <a:ext cx="1488" cy="377"/>
              </a:xfrm>
              <a:custGeom>
                <a:avLst/>
                <a:gdLst>
                  <a:gd name="T0" fmla="*/ 14656 w 804"/>
                  <a:gd name="T1" fmla="*/ 4492 h 191"/>
                  <a:gd name="T2" fmla="*/ 11917 w 804"/>
                  <a:gd name="T3" fmla="*/ 124 h 191"/>
                  <a:gd name="T4" fmla="*/ 9948 w 804"/>
                  <a:gd name="T5" fmla="*/ 2092 h 191"/>
                  <a:gd name="T6" fmla="*/ 8040 w 804"/>
                  <a:gd name="T7" fmla="*/ 424 h 191"/>
                  <a:gd name="T8" fmla="*/ 5336 w 804"/>
                  <a:gd name="T9" fmla="*/ 5392 h 191"/>
                  <a:gd name="T10" fmla="*/ 2524 w 804"/>
                  <a:gd name="T11" fmla="*/ 1200 h 191"/>
                  <a:gd name="T12" fmla="*/ 1325 w 804"/>
                  <a:gd name="T13" fmla="*/ 2637 h 191"/>
                  <a:gd name="T14" fmla="*/ 0 w 804"/>
                  <a:gd name="T15" fmla="*/ 2868 h 191"/>
                  <a:gd name="T16" fmla="*/ 0 w 804"/>
                  <a:gd name="T17" fmla="*/ 3113 h 191"/>
                  <a:gd name="T18" fmla="*/ 1325 w 804"/>
                  <a:gd name="T19" fmla="*/ 2868 h 191"/>
                  <a:gd name="T20" fmla="*/ 2524 w 804"/>
                  <a:gd name="T21" fmla="*/ 1445 h 191"/>
                  <a:gd name="T22" fmla="*/ 5336 w 804"/>
                  <a:gd name="T23" fmla="*/ 5629 h 191"/>
                  <a:gd name="T24" fmla="*/ 8040 w 804"/>
                  <a:gd name="T25" fmla="*/ 655 h 191"/>
                  <a:gd name="T26" fmla="*/ 9948 w 804"/>
                  <a:gd name="T27" fmla="*/ 2337 h 191"/>
                  <a:gd name="T28" fmla="*/ 11917 w 804"/>
                  <a:gd name="T29" fmla="*/ 363 h 191"/>
                  <a:gd name="T30" fmla="*/ 14656 w 804"/>
                  <a:gd name="T31" fmla="*/ 4737 h 191"/>
                  <a:gd name="T32" fmla="*/ 17458 w 804"/>
                  <a:gd name="T33" fmla="*/ 1729 h 191"/>
                  <a:gd name="T34" fmla="*/ 17458 w 804"/>
                  <a:gd name="T35" fmla="*/ 1500 h 191"/>
                  <a:gd name="T36" fmla="*/ 14656 w 804"/>
                  <a:gd name="T37" fmla="*/ 4492 h 19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4" h="191">
                    <a:moveTo>
                      <a:pt x="675" y="150"/>
                    </a:moveTo>
                    <a:cubicBezTo>
                      <a:pt x="616" y="146"/>
                      <a:pt x="630" y="9"/>
                      <a:pt x="549" y="4"/>
                    </a:cubicBezTo>
                    <a:cubicBezTo>
                      <a:pt x="483" y="0"/>
                      <a:pt x="492" y="65"/>
                      <a:pt x="458" y="70"/>
                    </a:cubicBezTo>
                    <a:cubicBezTo>
                      <a:pt x="408" y="77"/>
                      <a:pt x="426" y="17"/>
                      <a:pt x="370" y="14"/>
                    </a:cubicBezTo>
                    <a:cubicBezTo>
                      <a:pt x="288" y="11"/>
                      <a:pt x="326" y="184"/>
                      <a:pt x="246" y="180"/>
                    </a:cubicBezTo>
                    <a:cubicBezTo>
                      <a:pt x="186" y="177"/>
                      <a:pt x="194" y="43"/>
                      <a:pt x="116" y="40"/>
                    </a:cubicBezTo>
                    <a:cubicBezTo>
                      <a:pt x="86" y="39"/>
                      <a:pt x="79" y="64"/>
                      <a:pt x="61" y="88"/>
                    </a:cubicBezTo>
                    <a:cubicBezTo>
                      <a:pt x="44" y="111"/>
                      <a:pt x="0" y="96"/>
                      <a:pt x="0" y="96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04"/>
                      <a:pt x="44" y="119"/>
                      <a:pt x="61" y="96"/>
                    </a:cubicBezTo>
                    <a:cubicBezTo>
                      <a:pt x="79" y="72"/>
                      <a:pt x="86" y="47"/>
                      <a:pt x="116" y="48"/>
                    </a:cubicBezTo>
                    <a:cubicBezTo>
                      <a:pt x="194" y="51"/>
                      <a:pt x="186" y="185"/>
                      <a:pt x="246" y="188"/>
                    </a:cubicBezTo>
                    <a:cubicBezTo>
                      <a:pt x="326" y="191"/>
                      <a:pt x="288" y="19"/>
                      <a:pt x="370" y="22"/>
                    </a:cubicBezTo>
                    <a:cubicBezTo>
                      <a:pt x="426" y="25"/>
                      <a:pt x="408" y="85"/>
                      <a:pt x="458" y="78"/>
                    </a:cubicBezTo>
                    <a:cubicBezTo>
                      <a:pt x="492" y="73"/>
                      <a:pt x="483" y="7"/>
                      <a:pt x="549" y="12"/>
                    </a:cubicBezTo>
                    <a:cubicBezTo>
                      <a:pt x="630" y="17"/>
                      <a:pt x="616" y="154"/>
                      <a:pt x="675" y="158"/>
                    </a:cubicBezTo>
                    <a:cubicBezTo>
                      <a:pt x="738" y="163"/>
                      <a:pt x="700" y="57"/>
                      <a:pt x="804" y="58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700" y="49"/>
                      <a:pt x="738" y="155"/>
                      <a:pt x="675" y="150"/>
                    </a:cubicBezTo>
                    <a:close/>
                  </a:path>
                </a:pathLst>
              </a:custGeom>
              <a:solidFill>
                <a:srgbClr val="F8C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7" name="Freeform 305">
                <a:extLst>
                  <a:ext uri="{FF2B5EF4-FFF2-40B4-BE49-F238E27FC236}">
                    <a16:creationId xmlns:a16="http://schemas.microsoft.com/office/drawing/2014/main" id="{74AC30D2-6E0C-4A4A-88F6-BFF4A0C6F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888"/>
                <a:ext cx="1480" cy="293"/>
              </a:xfrm>
              <a:custGeom>
                <a:avLst/>
                <a:gdLst>
                  <a:gd name="T0" fmla="*/ 17419 w 799"/>
                  <a:gd name="T1" fmla="*/ 1093 h 148"/>
                  <a:gd name="T2" fmla="*/ 17419 w 799"/>
                  <a:gd name="T3" fmla="*/ 4500 h 148"/>
                  <a:gd name="T4" fmla="*/ 0 w 799"/>
                  <a:gd name="T5" fmla="*/ 4500 h 148"/>
                  <a:gd name="T6" fmla="*/ 0 w 799"/>
                  <a:gd name="T7" fmla="*/ 1364 h 148"/>
                  <a:gd name="T8" fmla="*/ 761 w 799"/>
                  <a:gd name="T9" fmla="*/ 612 h 148"/>
                  <a:gd name="T10" fmla="*/ 1482 w 799"/>
                  <a:gd name="T11" fmla="*/ 1031 h 148"/>
                  <a:gd name="T12" fmla="*/ 1849 w 799"/>
                  <a:gd name="T13" fmla="*/ 521 h 148"/>
                  <a:gd name="T14" fmla="*/ 2899 w 799"/>
                  <a:gd name="T15" fmla="*/ 1124 h 148"/>
                  <a:gd name="T16" fmla="*/ 3616 w 799"/>
                  <a:gd name="T17" fmla="*/ 612 h 148"/>
                  <a:gd name="T18" fmla="*/ 4271 w 799"/>
                  <a:gd name="T19" fmla="*/ 1180 h 148"/>
                  <a:gd name="T20" fmla="*/ 5218 w 799"/>
                  <a:gd name="T21" fmla="*/ 580 h 148"/>
                  <a:gd name="T22" fmla="*/ 6144 w 799"/>
                  <a:gd name="T23" fmla="*/ 1124 h 148"/>
                  <a:gd name="T24" fmla="*/ 6494 w 799"/>
                  <a:gd name="T25" fmla="*/ 552 h 148"/>
                  <a:gd name="T26" fmla="*/ 7017 w 799"/>
                  <a:gd name="T27" fmla="*/ 847 h 148"/>
                  <a:gd name="T28" fmla="*/ 7544 w 799"/>
                  <a:gd name="T29" fmla="*/ 580 h 148"/>
                  <a:gd name="T30" fmla="*/ 7628 w 799"/>
                  <a:gd name="T31" fmla="*/ 1427 h 148"/>
                  <a:gd name="T32" fmla="*/ 8135 w 799"/>
                  <a:gd name="T33" fmla="*/ 1212 h 148"/>
                  <a:gd name="T34" fmla="*/ 8591 w 799"/>
                  <a:gd name="T35" fmla="*/ 1615 h 148"/>
                  <a:gd name="T36" fmla="*/ 9006 w 799"/>
                  <a:gd name="T37" fmla="*/ 940 h 148"/>
                  <a:gd name="T38" fmla="*/ 9851 w 799"/>
                  <a:gd name="T39" fmla="*/ 1243 h 148"/>
                  <a:gd name="T40" fmla="*/ 10358 w 799"/>
                  <a:gd name="T41" fmla="*/ 580 h 148"/>
                  <a:gd name="T42" fmla="*/ 10925 w 799"/>
                  <a:gd name="T43" fmla="*/ 1148 h 148"/>
                  <a:gd name="T44" fmla="*/ 11408 w 799"/>
                  <a:gd name="T45" fmla="*/ 521 h 148"/>
                  <a:gd name="T46" fmla="*/ 12020 w 799"/>
                  <a:gd name="T47" fmla="*/ 940 h 148"/>
                  <a:gd name="T48" fmla="*/ 12761 w 799"/>
                  <a:gd name="T49" fmla="*/ 396 h 148"/>
                  <a:gd name="T50" fmla="*/ 13301 w 799"/>
                  <a:gd name="T51" fmla="*/ 1000 h 148"/>
                  <a:gd name="T52" fmla="*/ 13996 w 799"/>
                  <a:gd name="T53" fmla="*/ 489 h 148"/>
                  <a:gd name="T54" fmla="*/ 14376 w 799"/>
                  <a:gd name="T55" fmla="*/ 1273 h 148"/>
                  <a:gd name="T56" fmla="*/ 14959 w 799"/>
                  <a:gd name="T57" fmla="*/ 968 h 148"/>
                  <a:gd name="T58" fmla="*/ 15426 w 799"/>
                  <a:gd name="T59" fmla="*/ 1677 h 148"/>
                  <a:gd name="T60" fmla="*/ 15897 w 799"/>
                  <a:gd name="T61" fmla="*/ 1000 h 148"/>
                  <a:gd name="T62" fmla="*/ 16504 w 799"/>
                  <a:gd name="T63" fmla="*/ 1063 h 148"/>
                  <a:gd name="T64" fmla="*/ 17419 w 799"/>
                  <a:gd name="T65" fmla="*/ 1093 h 14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99" h="148">
                    <a:moveTo>
                      <a:pt x="799" y="36"/>
                    </a:moveTo>
                    <a:cubicBezTo>
                      <a:pt x="799" y="148"/>
                      <a:pt x="799" y="148"/>
                      <a:pt x="799" y="1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18" y="20"/>
                      <a:pt x="35" y="20"/>
                    </a:cubicBezTo>
                    <a:cubicBezTo>
                      <a:pt x="52" y="20"/>
                      <a:pt x="68" y="34"/>
                      <a:pt x="68" y="34"/>
                    </a:cubicBezTo>
                    <a:cubicBezTo>
                      <a:pt x="68" y="34"/>
                      <a:pt x="63" y="20"/>
                      <a:pt x="85" y="17"/>
                    </a:cubicBezTo>
                    <a:cubicBezTo>
                      <a:pt x="107" y="14"/>
                      <a:pt x="133" y="37"/>
                      <a:pt x="133" y="37"/>
                    </a:cubicBezTo>
                    <a:cubicBezTo>
                      <a:pt x="133" y="37"/>
                      <a:pt x="148" y="19"/>
                      <a:pt x="166" y="20"/>
                    </a:cubicBezTo>
                    <a:cubicBezTo>
                      <a:pt x="185" y="21"/>
                      <a:pt x="196" y="39"/>
                      <a:pt x="196" y="39"/>
                    </a:cubicBezTo>
                    <a:cubicBezTo>
                      <a:pt x="196" y="39"/>
                      <a:pt x="217" y="20"/>
                      <a:pt x="239" y="19"/>
                    </a:cubicBezTo>
                    <a:cubicBezTo>
                      <a:pt x="261" y="18"/>
                      <a:pt x="282" y="37"/>
                      <a:pt x="282" y="37"/>
                    </a:cubicBezTo>
                    <a:cubicBezTo>
                      <a:pt x="282" y="37"/>
                      <a:pt x="283" y="18"/>
                      <a:pt x="298" y="18"/>
                    </a:cubicBezTo>
                    <a:cubicBezTo>
                      <a:pt x="313" y="18"/>
                      <a:pt x="322" y="28"/>
                      <a:pt x="322" y="28"/>
                    </a:cubicBezTo>
                    <a:cubicBezTo>
                      <a:pt x="322" y="28"/>
                      <a:pt x="334" y="6"/>
                      <a:pt x="346" y="19"/>
                    </a:cubicBezTo>
                    <a:cubicBezTo>
                      <a:pt x="358" y="32"/>
                      <a:pt x="350" y="47"/>
                      <a:pt x="350" y="47"/>
                    </a:cubicBezTo>
                    <a:cubicBezTo>
                      <a:pt x="350" y="47"/>
                      <a:pt x="363" y="36"/>
                      <a:pt x="373" y="40"/>
                    </a:cubicBezTo>
                    <a:cubicBezTo>
                      <a:pt x="383" y="44"/>
                      <a:pt x="394" y="53"/>
                      <a:pt x="394" y="53"/>
                    </a:cubicBezTo>
                    <a:cubicBezTo>
                      <a:pt x="394" y="53"/>
                      <a:pt x="396" y="33"/>
                      <a:pt x="413" y="31"/>
                    </a:cubicBezTo>
                    <a:cubicBezTo>
                      <a:pt x="430" y="29"/>
                      <a:pt x="452" y="41"/>
                      <a:pt x="452" y="41"/>
                    </a:cubicBezTo>
                    <a:cubicBezTo>
                      <a:pt x="452" y="41"/>
                      <a:pt x="461" y="17"/>
                      <a:pt x="475" y="19"/>
                    </a:cubicBezTo>
                    <a:cubicBezTo>
                      <a:pt x="489" y="21"/>
                      <a:pt x="501" y="38"/>
                      <a:pt x="501" y="38"/>
                    </a:cubicBezTo>
                    <a:cubicBezTo>
                      <a:pt x="501" y="38"/>
                      <a:pt x="504" y="16"/>
                      <a:pt x="523" y="17"/>
                    </a:cubicBezTo>
                    <a:cubicBezTo>
                      <a:pt x="542" y="18"/>
                      <a:pt x="551" y="31"/>
                      <a:pt x="551" y="31"/>
                    </a:cubicBezTo>
                    <a:cubicBezTo>
                      <a:pt x="551" y="31"/>
                      <a:pt x="566" y="11"/>
                      <a:pt x="585" y="13"/>
                    </a:cubicBezTo>
                    <a:cubicBezTo>
                      <a:pt x="604" y="15"/>
                      <a:pt x="610" y="33"/>
                      <a:pt x="610" y="33"/>
                    </a:cubicBezTo>
                    <a:cubicBezTo>
                      <a:pt x="610" y="33"/>
                      <a:pt x="624" y="10"/>
                      <a:pt x="642" y="16"/>
                    </a:cubicBezTo>
                    <a:cubicBezTo>
                      <a:pt x="659" y="22"/>
                      <a:pt x="659" y="42"/>
                      <a:pt x="659" y="42"/>
                    </a:cubicBezTo>
                    <a:cubicBezTo>
                      <a:pt x="659" y="42"/>
                      <a:pt x="676" y="30"/>
                      <a:pt x="686" y="32"/>
                    </a:cubicBezTo>
                    <a:cubicBezTo>
                      <a:pt x="696" y="34"/>
                      <a:pt x="707" y="55"/>
                      <a:pt x="707" y="55"/>
                    </a:cubicBezTo>
                    <a:cubicBezTo>
                      <a:pt x="707" y="55"/>
                      <a:pt x="719" y="36"/>
                      <a:pt x="729" y="33"/>
                    </a:cubicBezTo>
                    <a:cubicBezTo>
                      <a:pt x="739" y="30"/>
                      <a:pt x="757" y="35"/>
                      <a:pt x="757" y="35"/>
                    </a:cubicBezTo>
                    <a:cubicBezTo>
                      <a:pt x="757" y="35"/>
                      <a:pt x="790" y="0"/>
                      <a:pt x="799" y="36"/>
                    </a:cubicBezTo>
                    <a:close/>
                  </a:path>
                </a:pathLst>
              </a:custGeom>
              <a:solidFill>
                <a:srgbClr val="F3C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8" name="Freeform 306">
                <a:extLst>
                  <a:ext uri="{FF2B5EF4-FFF2-40B4-BE49-F238E27FC236}">
                    <a16:creationId xmlns:a16="http://schemas.microsoft.com/office/drawing/2014/main" id="{63EED60B-1CD0-4851-8B17-D9329FD98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936"/>
                <a:ext cx="1488" cy="290"/>
              </a:xfrm>
              <a:custGeom>
                <a:avLst/>
                <a:gdLst>
                  <a:gd name="T0" fmla="*/ 17458 w 804"/>
                  <a:gd name="T1" fmla="*/ 1073 h 147"/>
                  <a:gd name="T2" fmla="*/ 17458 w 804"/>
                  <a:gd name="T3" fmla="*/ 4389 h 147"/>
                  <a:gd name="T4" fmla="*/ 0 w 804"/>
                  <a:gd name="T5" fmla="*/ 4389 h 147"/>
                  <a:gd name="T6" fmla="*/ 0 w 804"/>
                  <a:gd name="T7" fmla="*/ 1351 h 147"/>
                  <a:gd name="T8" fmla="*/ 785 w 804"/>
                  <a:gd name="T9" fmla="*/ 592 h 147"/>
                  <a:gd name="T10" fmla="*/ 1503 w 804"/>
                  <a:gd name="T11" fmla="*/ 1012 h 147"/>
                  <a:gd name="T12" fmla="*/ 1864 w 804"/>
                  <a:gd name="T13" fmla="*/ 513 h 147"/>
                  <a:gd name="T14" fmla="*/ 2908 w 804"/>
                  <a:gd name="T15" fmla="*/ 1105 h 147"/>
                  <a:gd name="T16" fmla="*/ 3652 w 804"/>
                  <a:gd name="T17" fmla="*/ 592 h 147"/>
                  <a:gd name="T18" fmla="*/ 4292 w 804"/>
                  <a:gd name="T19" fmla="*/ 1168 h 147"/>
                  <a:gd name="T20" fmla="*/ 5230 w 804"/>
                  <a:gd name="T21" fmla="*/ 560 h 147"/>
                  <a:gd name="T22" fmla="*/ 6169 w 804"/>
                  <a:gd name="T23" fmla="*/ 1105 h 147"/>
                  <a:gd name="T24" fmla="*/ 6511 w 804"/>
                  <a:gd name="T25" fmla="*/ 544 h 147"/>
                  <a:gd name="T26" fmla="*/ 7035 w 804"/>
                  <a:gd name="T27" fmla="*/ 836 h 147"/>
                  <a:gd name="T28" fmla="*/ 7581 w 804"/>
                  <a:gd name="T29" fmla="*/ 560 h 147"/>
                  <a:gd name="T30" fmla="*/ 7666 w 804"/>
                  <a:gd name="T31" fmla="*/ 1405 h 147"/>
                  <a:gd name="T32" fmla="*/ 8165 w 804"/>
                  <a:gd name="T33" fmla="*/ 1199 h 147"/>
                  <a:gd name="T34" fmla="*/ 8621 w 804"/>
                  <a:gd name="T35" fmla="*/ 1588 h 147"/>
                  <a:gd name="T36" fmla="*/ 9032 w 804"/>
                  <a:gd name="T37" fmla="*/ 923 h 147"/>
                  <a:gd name="T38" fmla="*/ 9876 w 804"/>
                  <a:gd name="T39" fmla="*/ 1229 h 147"/>
                  <a:gd name="T40" fmla="*/ 10385 w 804"/>
                  <a:gd name="T41" fmla="*/ 560 h 147"/>
                  <a:gd name="T42" fmla="*/ 10968 w 804"/>
                  <a:gd name="T43" fmla="*/ 1136 h 147"/>
                  <a:gd name="T44" fmla="*/ 11438 w 804"/>
                  <a:gd name="T45" fmla="*/ 513 h 147"/>
                  <a:gd name="T46" fmla="*/ 12050 w 804"/>
                  <a:gd name="T47" fmla="*/ 923 h 147"/>
                  <a:gd name="T48" fmla="*/ 12787 w 804"/>
                  <a:gd name="T49" fmla="*/ 393 h 147"/>
                  <a:gd name="T50" fmla="*/ 13324 w 804"/>
                  <a:gd name="T51" fmla="*/ 984 h 147"/>
                  <a:gd name="T52" fmla="*/ 14031 w 804"/>
                  <a:gd name="T53" fmla="*/ 483 h 147"/>
                  <a:gd name="T54" fmla="*/ 14421 w 804"/>
                  <a:gd name="T55" fmla="*/ 1261 h 147"/>
                  <a:gd name="T56" fmla="*/ 15006 w 804"/>
                  <a:gd name="T57" fmla="*/ 953 h 147"/>
                  <a:gd name="T58" fmla="*/ 15461 w 804"/>
                  <a:gd name="T59" fmla="*/ 1649 h 147"/>
                  <a:gd name="T60" fmla="*/ 15931 w 804"/>
                  <a:gd name="T61" fmla="*/ 984 h 147"/>
                  <a:gd name="T62" fmla="*/ 16544 w 804"/>
                  <a:gd name="T63" fmla="*/ 1044 h 147"/>
                  <a:gd name="T64" fmla="*/ 17458 w 804"/>
                  <a:gd name="T65" fmla="*/ 1073 h 1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04" h="147">
                    <a:moveTo>
                      <a:pt x="804" y="36"/>
                    </a:moveTo>
                    <a:cubicBezTo>
                      <a:pt x="804" y="147"/>
                      <a:pt x="804" y="147"/>
                      <a:pt x="804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19" y="20"/>
                      <a:pt x="36" y="20"/>
                    </a:cubicBezTo>
                    <a:cubicBezTo>
                      <a:pt x="53" y="20"/>
                      <a:pt x="69" y="34"/>
                      <a:pt x="69" y="34"/>
                    </a:cubicBezTo>
                    <a:cubicBezTo>
                      <a:pt x="69" y="34"/>
                      <a:pt x="64" y="20"/>
                      <a:pt x="86" y="17"/>
                    </a:cubicBezTo>
                    <a:cubicBezTo>
                      <a:pt x="108" y="14"/>
                      <a:pt x="134" y="37"/>
                      <a:pt x="134" y="37"/>
                    </a:cubicBezTo>
                    <a:cubicBezTo>
                      <a:pt x="134" y="37"/>
                      <a:pt x="149" y="19"/>
                      <a:pt x="168" y="20"/>
                    </a:cubicBezTo>
                    <a:cubicBezTo>
                      <a:pt x="187" y="21"/>
                      <a:pt x="198" y="39"/>
                      <a:pt x="198" y="39"/>
                    </a:cubicBezTo>
                    <a:cubicBezTo>
                      <a:pt x="198" y="39"/>
                      <a:pt x="219" y="20"/>
                      <a:pt x="241" y="19"/>
                    </a:cubicBezTo>
                    <a:cubicBezTo>
                      <a:pt x="263" y="18"/>
                      <a:pt x="284" y="37"/>
                      <a:pt x="284" y="37"/>
                    </a:cubicBezTo>
                    <a:cubicBezTo>
                      <a:pt x="284" y="37"/>
                      <a:pt x="285" y="18"/>
                      <a:pt x="300" y="18"/>
                    </a:cubicBezTo>
                    <a:cubicBezTo>
                      <a:pt x="315" y="18"/>
                      <a:pt x="324" y="28"/>
                      <a:pt x="324" y="28"/>
                    </a:cubicBezTo>
                    <a:cubicBezTo>
                      <a:pt x="324" y="28"/>
                      <a:pt x="337" y="6"/>
                      <a:pt x="349" y="19"/>
                    </a:cubicBezTo>
                    <a:cubicBezTo>
                      <a:pt x="361" y="32"/>
                      <a:pt x="353" y="47"/>
                      <a:pt x="353" y="47"/>
                    </a:cubicBezTo>
                    <a:cubicBezTo>
                      <a:pt x="353" y="47"/>
                      <a:pt x="366" y="36"/>
                      <a:pt x="376" y="40"/>
                    </a:cubicBezTo>
                    <a:cubicBezTo>
                      <a:pt x="386" y="44"/>
                      <a:pt x="397" y="53"/>
                      <a:pt x="397" y="53"/>
                    </a:cubicBezTo>
                    <a:cubicBezTo>
                      <a:pt x="397" y="53"/>
                      <a:pt x="399" y="33"/>
                      <a:pt x="416" y="31"/>
                    </a:cubicBezTo>
                    <a:cubicBezTo>
                      <a:pt x="433" y="29"/>
                      <a:pt x="455" y="41"/>
                      <a:pt x="455" y="41"/>
                    </a:cubicBezTo>
                    <a:cubicBezTo>
                      <a:pt x="455" y="41"/>
                      <a:pt x="464" y="17"/>
                      <a:pt x="478" y="19"/>
                    </a:cubicBezTo>
                    <a:cubicBezTo>
                      <a:pt x="492" y="21"/>
                      <a:pt x="505" y="38"/>
                      <a:pt x="505" y="38"/>
                    </a:cubicBezTo>
                    <a:cubicBezTo>
                      <a:pt x="505" y="38"/>
                      <a:pt x="508" y="16"/>
                      <a:pt x="527" y="17"/>
                    </a:cubicBezTo>
                    <a:cubicBezTo>
                      <a:pt x="546" y="18"/>
                      <a:pt x="555" y="31"/>
                      <a:pt x="555" y="31"/>
                    </a:cubicBezTo>
                    <a:cubicBezTo>
                      <a:pt x="555" y="31"/>
                      <a:pt x="570" y="11"/>
                      <a:pt x="589" y="13"/>
                    </a:cubicBezTo>
                    <a:cubicBezTo>
                      <a:pt x="608" y="15"/>
                      <a:pt x="614" y="33"/>
                      <a:pt x="614" y="33"/>
                    </a:cubicBezTo>
                    <a:cubicBezTo>
                      <a:pt x="614" y="33"/>
                      <a:pt x="628" y="10"/>
                      <a:pt x="646" y="16"/>
                    </a:cubicBezTo>
                    <a:cubicBezTo>
                      <a:pt x="664" y="22"/>
                      <a:pt x="664" y="42"/>
                      <a:pt x="664" y="42"/>
                    </a:cubicBezTo>
                    <a:cubicBezTo>
                      <a:pt x="664" y="42"/>
                      <a:pt x="681" y="30"/>
                      <a:pt x="691" y="32"/>
                    </a:cubicBezTo>
                    <a:cubicBezTo>
                      <a:pt x="701" y="34"/>
                      <a:pt x="712" y="55"/>
                      <a:pt x="712" y="55"/>
                    </a:cubicBezTo>
                    <a:cubicBezTo>
                      <a:pt x="712" y="55"/>
                      <a:pt x="724" y="36"/>
                      <a:pt x="734" y="33"/>
                    </a:cubicBezTo>
                    <a:cubicBezTo>
                      <a:pt x="744" y="30"/>
                      <a:pt x="762" y="35"/>
                      <a:pt x="762" y="35"/>
                    </a:cubicBezTo>
                    <a:cubicBezTo>
                      <a:pt x="762" y="35"/>
                      <a:pt x="796" y="0"/>
                      <a:pt x="804" y="36"/>
                    </a:cubicBezTo>
                    <a:close/>
                  </a:path>
                </a:pathLst>
              </a:custGeom>
              <a:solidFill>
                <a:srgbClr val="FCD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9" name="Freeform 307">
                <a:extLst>
                  <a:ext uri="{FF2B5EF4-FFF2-40B4-BE49-F238E27FC236}">
                    <a16:creationId xmlns:a16="http://schemas.microsoft.com/office/drawing/2014/main" id="{24E4C9F3-D1F0-4606-9968-3C17A56A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936"/>
                <a:ext cx="1488" cy="290"/>
              </a:xfrm>
              <a:custGeom>
                <a:avLst/>
                <a:gdLst>
                  <a:gd name="T0" fmla="*/ 17458 w 804"/>
                  <a:gd name="T1" fmla="*/ 1073 h 147"/>
                  <a:gd name="T2" fmla="*/ 17458 w 804"/>
                  <a:gd name="T3" fmla="*/ 4389 h 147"/>
                  <a:gd name="T4" fmla="*/ 0 w 804"/>
                  <a:gd name="T5" fmla="*/ 4389 h 147"/>
                  <a:gd name="T6" fmla="*/ 0 w 804"/>
                  <a:gd name="T7" fmla="*/ 1351 h 147"/>
                  <a:gd name="T8" fmla="*/ 785 w 804"/>
                  <a:gd name="T9" fmla="*/ 592 h 147"/>
                  <a:gd name="T10" fmla="*/ 1503 w 804"/>
                  <a:gd name="T11" fmla="*/ 1012 h 147"/>
                  <a:gd name="T12" fmla="*/ 1864 w 804"/>
                  <a:gd name="T13" fmla="*/ 513 h 147"/>
                  <a:gd name="T14" fmla="*/ 2908 w 804"/>
                  <a:gd name="T15" fmla="*/ 1105 h 147"/>
                  <a:gd name="T16" fmla="*/ 3652 w 804"/>
                  <a:gd name="T17" fmla="*/ 592 h 147"/>
                  <a:gd name="T18" fmla="*/ 4292 w 804"/>
                  <a:gd name="T19" fmla="*/ 1168 h 147"/>
                  <a:gd name="T20" fmla="*/ 5230 w 804"/>
                  <a:gd name="T21" fmla="*/ 560 h 147"/>
                  <a:gd name="T22" fmla="*/ 6169 w 804"/>
                  <a:gd name="T23" fmla="*/ 1105 h 147"/>
                  <a:gd name="T24" fmla="*/ 6511 w 804"/>
                  <a:gd name="T25" fmla="*/ 544 h 147"/>
                  <a:gd name="T26" fmla="*/ 7035 w 804"/>
                  <a:gd name="T27" fmla="*/ 836 h 147"/>
                  <a:gd name="T28" fmla="*/ 7581 w 804"/>
                  <a:gd name="T29" fmla="*/ 560 h 147"/>
                  <a:gd name="T30" fmla="*/ 7666 w 804"/>
                  <a:gd name="T31" fmla="*/ 1405 h 147"/>
                  <a:gd name="T32" fmla="*/ 8165 w 804"/>
                  <a:gd name="T33" fmla="*/ 1199 h 147"/>
                  <a:gd name="T34" fmla="*/ 8621 w 804"/>
                  <a:gd name="T35" fmla="*/ 1588 h 147"/>
                  <a:gd name="T36" fmla="*/ 9032 w 804"/>
                  <a:gd name="T37" fmla="*/ 923 h 147"/>
                  <a:gd name="T38" fmla="*/ 9876 w 804"/>
                  <a:gd name="T39" fmla="*/ 1229 h 147"/>
                  <a:gd name="T40" fmla="*/ 10385 w 804"/>
                  <a:gd name="T41" fmla="*/ 560 h 147"/>
                  <a:gd name="T42" fmla="*/ 10968 w 804"/>
                  <a:gd name="T43" fmla="*/ 1136 h 147"/>
                  <a:gd name="T44" fmla="*/ 11438 w 804"/>
                  <a:gd name="T45" fmla="*/ 513 h 147"/>
                  <a:gd name="T46" fmla="*/ 12050 w 804"/>
                  <a:gd name="T47" fmla="*/ 923 h 147"/>
                  <a:gd name="T48" fmla="*/ 12787 w 804"/>
                  <a:gd name="T49" fmla="*/ 393 h 147"/>
                  <a:gd name="T50" fmla="*/ 13324 w 804"/>
                  <a:gd name="T51" fmla="*/ 984 h 147"/>
                  <a:gd name="T52" fmla="*/ 14031 w 804"/>
                  <a:gd name="T53" fmla="*/ 483 h 147"/>
                  <a:gd name="T54" fmla="*/ 14421 w 804"/>
                  <a:gd name="T55" fmla="*/ 1261 h 147"/>
                  <a:gd name="T56" fmla="*/ 15006 w 804"/>
                  <a:gd name="T57" fmla="*/ 953 h 147"/>
                  <a:gd name="T58" fmla="*/ 15461 w 804"/>
                  <a:gd name="T59" fmla="*/ 1649 h 147"/>
                  <a:gd name="T60" fmla="*/ 15931 w 804"/>
                  <a:gd name="T61" fmla="*/ 984 h 147"/>
                  <a:gd name="T62" fmla="*/ 16544 w 804"/>
                  <a:gd name="T63" fmla="*/ 1044 h 147"/>
                  <a:gd name="T64" fmla="*/ 17458 w 804"/>
                  <a:gd name="T65" fmla="*/ 1073 h 1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04" h="147">
                    <a:moveTo>
                      <a:pt x="804" y="36"/>
                    </a:moveTo>
                    <a:cubicBezTo>
                      <a:pt x="804" y="147"/>
                      <a:pt x="804" y="147"/>
                      <a:pt x="804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19" y="20"/>
                      <a:pt x="36" y="20"/>
                    </a:cubicBezTo>
                    <a:cubicBezTo>
                      <a:pt x="53" y="20"/>
                      <a:pt x="69" y="34"/>
                      <a:pt x="69" y="34"/>
                    </a:cubicBezTo>
                    <a:cubicBezTo>
                      <a:pt x="69" y="34"/>
                      <a:pt x="64" y="20"/>
                      <a:pt x="86" y="17"/>
                    </a:cubicBezTo>
                    <a:cubicBezTo>
                      <a:pt x="108" y="14"/>
                      <a:pt x="134" y="37"/>
                      <a:pt x="134" y="37"/>
                    </a:cubicBezTo>
                    <a:cubicBezTo>
                      <a:pt x="134" y="37"/>
                      <a:pt x="149" y="19"/>
                      <a:pt x="168" y="20"/>
                    </a:cubicBezTo>
                    <a:cubicBezTo>
                      <a:pt x="187" y="21"/>
                      <a:pt x="198" y="39"/>
                      <a:pt x="198" y="39"/>
                    </a:cubicBezTo>
                    <a:cubicBezTo>
                      <a:pt x="198" y="39"/>
                      <a:pt x="219" y="20"/>
                      <a:pt x="241" y="19"/>
                    </a:cubicBezTo>
                    <a:cubicBezTo>
                      <a:pt x="263" y="18"/>
                      <a:pt x="284" y="37"/>
                      <a:pt x="284" y="37"/>
                    </a:cubicBezTo>
                    <a:cubicBezTo>
                      <a:pt x="284" y="37"/>
                      <a:pt x="285" y="18"/>
                      <a:pt x="300" y="18"/>
                    </a:cubicBezTo>
                    <a:cubicBezTo>
                      <a:pt x="315" y="18"/>
                      <a:pt x="324" y="28"/>
                      <a:pt x="324" y="28"/>
                    </a:cubicBezTo>
                    <a:cubicBezTo>
                      <a:pt x="324" y="28"/>
                      <a:pt x="337" y="6"/>
                      <a:pt x="349" y="19"/>
                    </a:cubicBezTo>
                    <a:cubicBezTo>
                      <a:pt x="361" y="32"/>
                      <a:pt x="353" y="47"/>
                      <a:pt x="353" y="47"/>
                    </a:cubicBezTo>
                    <a:cubicBezTo>
                      <a:pt x="353" y="47"/>
                      <a:pt x="366" y="36"/>
                      <a:pt x="376" y="40"/>
                    </a:cubicBezTo>
                    <a:cubicBezTo>
                      <a:pt x="386" y="44"/>
                      <a:pt x="397" y="53"/>
                      <a:pt x="397" y="53"/>
                    </a:cubicBezTo>
                    <a:cubicBezTo>
                      <a:pt x="397" y="53"/>
                      <a:pt x="399" y="33"/>
                      <a:pt x="416" y="31"/>
                    </a:cubicBezTo>
                    <a:cubicBezTo>
                      <a:pt x="433" y="29"/>
                      <a:pt x="455" y="41"/>
                      <a:pt x="455" y="41"/>
                    </a:cubicBezTo>
                    <a:cubicBezTo>
                      <a:pt x="455" y="41"/>
                      <a:pt x="464" y="17"/>
                      <a:pt x="478" y="19"/>
                    </a:cubicBezTo>
                    <a:cubicBezTo>
                      <a:pt x="492" y="21"/>
                      <a:pt x="505" y="38"/>
                      <a:pt x="505" y="38"/>
                    </a:cubicBezTo>
                    <a:cubicBezTo>
                      <a:pt x="505" y="38"/>
                      <a:pt x="508" y="16"/>
                      <a:pt x="527" y="17"/>
                    </a:cubicBezTo>
                    <a:cubicBezTo>
                      <a:pt x="546" y="18"/>
                      <a:pt x="555" y="31"/>
                      <a:pt x="555" y="31"/>
                    </a:cubicBezTo>
                    <a:cubicBezTo>
                      <a:pt x="555" y="31"/>
                      <a:pt x="570" y="11"/>
                      <a:pt x="589" y="13"/>
                    </a:cubicBezTo>
                    <a:cubicBezTo>
                      <a:pt x="608" y="15"/>
                      <a:pt x="614" y="33"/>
                      <a:pt x="614" y="33"/>
                    </a:cubicBezTo>
                    <a:cubicBezTo>
                      <a:pt x="614" y="33"/>
                      <a:pt x="628" y="10"/>
                      <a:pt x="646" y="16"/>
                    </a:cubicBezTo>
                    <a:cubicBezTo>
                      <a:pt x="664" y="22"/>
                      <a:pt x="664" y="42"/>
                      <a:pt x="664" y="42"/>
                    </a:cubicBezTo>
                    <a:cubicBezTo>
                      <a:pt x="664" y="42"/>
                      <a:pt x="681" y="30"/>
                      <a:pt x="691" y="32"/>
                    </a:cubicBezTo>
                    <a:cubicBezTo>
                      <a:pt x="701" y="34"/>
                      <a:pt x="712" y="55"/>
                      <a:pt x="712" y="55"/>
                    </a:cubicBezTo>
                    <a:cubicBezTo>
                      <a:pt x="712" y="55"/>
                      <a:pt x="724" y="36"/>
                      <a:pt x="734" y="33"/>
                    </a:cubicBezTo>
                    <a:cubicBezTo>
                      <a:pt x="744" y="30"/>
                      <a:pt x="762" y="35"/>
                      <a:pt x="762" y="35"/>
                    </a:cubicBezTo>
                    <a:cubicBezTo>
                      <a:pt x="762" y="35"/>
                      <a:pt x="796" y="0"/>
                      <a:pt x="804" y="3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0" name="Freeform 308">
                <a:extLst>
                  <a:ext uri="{FF2B5EF4-FFF2-40B4-BE49-F238E27FC236}">
                    <a16:creationId xmlns:a16="http://schemas.microsoft.com/office/drawing/2014/main" id="{B5B8E0E8-49B2-47C7-A983-84432AAA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009"/>
                <a:ext cx="78" cy="39"/>
              </a:xfrm>
              <a:custGeom>
                <a:avLst/>
                <a:gdLst>
                  <a:gd name="T0" fmla="*/ 0 w 42"/>
                  <a:gd name="T1" fmla="*/ 201 h 20"/>
                  <a:gd name="T2" fmla="*/ 929 w 42"/>
                  <a:gd name="T3" fmla="*/ 56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0">
                    <a:moveTo>
                      <a:pt x="0" y="7"/>
                    </a:moveTo>
                    <a:cubicBezTo>
                      <a:pt x="14" y="1"/>
                      <a:pt x="34" y="0"/>
                      <a:pt x="42" y="2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1" name="Freeform 309">
                <a:extLst>
                  <a:ext uri="{FF2B5EF4-FFF2-40B4-BE49-F238E27FC236}">
                    <a16:creationId xmlns:a16="http://schemas.microsoft.com/office/drawing/2014/main" id="{4DADBFD4-FE3E-4604-9C1E-1CE72409F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056"/>
                <a:ext cx="92" cy="119"/>
              </a:xfrm>
              <a:custGeom>
                <a:avLst/>
                <a:gdLst>
                  <a:gd name="T0" fmla="*/ 1052 w 50"/>
                  <a:gd name="T1" fmla="*/ 524 h 60"/>
                  <a:gd name="T2" fmla="*/ 379 w 50"/>
                  <a:gd name="T3" fmla="*/ 1841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60">
                    <a:moveTo>
                      <a:pt x="50" y="17"/>
                    </a:moveTo>
                    <a:cubicBezTo>
                      <a:pt x="28" y="0"/>
                      <a:pt x="0" y="44"/>
                      <a:pt x="18" y="6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2" name="Freeform 310">
                <a:extLst>
                  <a:ext uri="{FF2B5EF4-FFF2-40B4-BE49-F238E27FC236}">
                    <a16:creationId xmlns:a16="http://schemas.microsoft.com/office/drawing/2014/main" id="{4F6A9DC5-14F0-4F0F-83BF-FA1934AFA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3066"/>
                <a:ext cx="86" cy="103"/>
              </a:xfrm>
              <a:custGeom>
                <a:avLst/>
                <a:gdLst>
                  <a:gd name="T0" fmla="*/ 0 w 46"/>
                  <a:gd name="T1" fmla="*/ 521 h 52"/>
                  <a:gd name="T2" fmla="*/ 1053 w 46"/>
                  <a:gd name="T3" fmla="*/ 1585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2">
                    <a:moveTo>
                      <a:pt x="0" y="17"/>
                    </a:moveTo>
                    <a:cubicBezTo>
                      <a:pt x="18" y="0"/>
                      <a:pt x="46" y="35"/>
                      <a:pt x="46" y="52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3" name="Freeform 311">
                <a:extLst>
                  <a:ext uri="{FF2B5EF4-FFF2-40B4-BE49-F238E27FC236}">
                    <a16:creationId xmlns:a16="http://schemas.microsoft.com/office/drawing/2014/main" id="{D8292E1A-8B52-44AE-B3C2-B8D54F278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3072"/>
                <a:ext cx="74" cy="47"/>
              </a:xfrm>
              <a:custGeom>
                <a:avLst/>
                <a:gdLst>
                  <a:gd name="T0" fmla="*/ 866 w 40"/>
                  <a:gd name="T1" fmla="*/ 691 h 24"/>
                  <a:gd name="T2" fmla="*/ 0 w 40"/>
                  <a:gd name="T3" fmla="*/ 368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4">
                    <a:moveTo>
                      <a:pt x="40" y="24"/>
                    </a:moveTo>
                    <a:cubicBezTo>
                      <a:pt x="37" y="7"/>
                      <a:pt x="12" y="0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4" name="Freeform 312">
                <a:extLst>
                  <a:ext uri="{FF2B5EF4-FFF2-40B4-BE49-F238E27FC236}">
                    <a16:creationId xmlns:a16="http://schemas.microsoft.com/office/drawing/2014/main" id="{252A9474-EF69-4A11-8EFA-12FFE5B04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072"/>
                <a:ext cx="76" cy="47"/>
              </a:xfrm>
              <a:custGeom>
                <a:avLst/>
                <a:gdLst>
                  <a:gd name="T0" fmla="*/ 0 w 41"/>
                  <a:gd name="T1" fmla="*/ 691 h 24"/>
                  <a:gd name="T2" fmla="*/ 897 w 41"/>
                  <a:gd name="T3" fmla="*/ 20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4">
                    <a:moveTo>
                      <a:pt x="0" y="24"/>
                    </a:moveTo>
                    <a:cubicBezTo>
                      <a:pt x="5" y="7"/>
                      <a:pt x="26" y="0"/>
                      <a:pt x="41" y="7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5" name="Freeform 313">
                <a:extLst>
                  <a:ext uri="{FF2B5EF4-FFF2-40B4-BE49-F238E27FC236}">
                    <a16:creationId xmlns:a16="http://schemas.microsoft.com/office/drawing/2014/main" id="{67E2FA17-415F-4183-B2B9-000D039F7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3145"/>
                <a:ext cx="85" cy="42"/>
              </a:xfrm>
              <a:custGeom>
                <a:avLst/>
                <a:gdLst>
                  <a:gd name="T0" fmla="*/ 0 w 46"/>
                  <a:gd name="T1" fmla="*/ 0 h 21"/>
                  <a:gd name="T2" fmla="*/ 386 w 46"/>
                  <a:gd name="T3" fmla="*/ 576 h 21"/>
                  <a:gd name="T4" fmla="*/ 990 w 46"/>
                  <a:gd name="T5" fmla="*/ 48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1">
                    <a:moveTo>
                      <a:pt x="0" y="0"/>
                    </a:moveTo>
                    <a:cubicBezTo>
                      <a:pt x="5" y="5"/>
                      <a:pt x="8" y="15"/>
                      <a:pt x="18" y="18"/>
                    </a:cubicBezTo>
                    <a:cubicBezTo>
                      <a:pt x="26" y="21"/>
                      <a:pt x="39" y="19"/>
                      <a:pt x="46" y="15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6" name="Freeform 314">
                <a:extLst>
                  <a:ext uri="{FF2B5EF4-FFF2-40B4-BE49-F238E27FC236}">
                    <a16:creationId xmlns:a16="http://schemas.microsoft.com/office/drawing/2014/main" id="{971CA0F0-C5AF-4CBA-B5DA-B5EB8DAEE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007"/>
                <a:ext cx="78" cy="28"/>
              </a:xfrm>
              <a:custGeom>
                <a:avLst/>
                <a:gdLst>
                  <a:gd name="T0" fmla="*/ 929 w 42"/>
                  <a:gd name="T1" fmla="*/ 288 h 14"/>
                  <a:gd name="T2" fmla="*/ 462 w 42"/>
                  <a:gd name="T3" fmla="*/ 32 h 14"/>
                  <a:gd name="T4" fmla="*/ 0 w 42"/>
                  <a:gd name="T5" fmla="*/ 44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42" y="9"/>
                    </a:moveTo>
                    <a:cubicBezTo>
                      <a:pt x="40" y="5"/>
                      <a:pt x="26" y="0"/>
                      <a:pt x="21" y="1"/>
                    </a:cubicBezTo>
                    <a:cubicBezTo>
                      <a:pt x="14" y="1"/>
                      <a:pt x="2" y="9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7" name="Freeform 315">
                <a:extLst>
                  <a:ext uri="{FF2B5EF4-FFF2-40B4-BE49-F238E27FC236}">
                    <a16:creationId xmlns:a16="http://schemas.microsoft.com/office/drawing/2014/main" id="{8FE720CB-C8B2-4503-870C-E9434FC67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3060"/>
                <a:ext cx="84" cy="81"/>
              </a:xfrm>
              <a:custGeom>
                <a:avLst/>
                <a:gdLst>
                  <a:gd name="T0" fmla="*/ 0 w 45"/>
                  <a:gd name="T1" fmla="*/ 308 h 41"/>
                  <a:gd name="T2" fmla="*/ 659 w 45"/>
                  <a:gd name="T3" fmla="*/ 332 h 41"/>
                  <a:gd name="T4" fmla="*/ 1021 w 45"/>
                  <a:gd name="T5" fmla="*/ 1233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1">
                    <a:moveTo>
                      <a:pt x="0" y="10"/>
                    </a:moveTo>
                    <a:cubicBezTo>
                      <a:pt x="7" y="0"/>
                      <a:pt x="21" y="5"/>
                      <a:pt x="29" y="11"/>
                    </a:cubicBezTo>
                    <a:cubicBezTo>
                      <a:pt x="40" y="19"/>
                      <a:pt x="42" y="29"/>
                      <a:pt x="45" y="41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8" name="Freeform 316">
                <a:extLst>
                  <a:ext uri="{FF2B5EF4-FFF2-40B4-BE49-F238E27FC236}">
                    <a16:creationId xmlns:a16="http://schemas.microsoft.com/office/drawing/2014/main" id="{5B2DA7E6-EBF7-432F-AEB9-A7CA607E8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112"/>
                <a:ext cx="67" cy="63"/>
              </a:xfrm>
              <a:custGeom>
                <a:avLst/>
                <a:gdLst>
                  <a:gd name="T0" fmla="*/ 808 w 36"/>
                  <a:gd name="T1" fmla="*/ 268 h 32"/>
                  <a:gd name="T2" fmla="*/ 225 w 36"/>
                  <a:gd name="T3" fmla="*/ 329 h 32"/>
                  <a:gd name="T4" fmla="*/ 24 w 36"/>
                  <a:gd name="T5" fmla="*/ 94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2">
                    <a:moveTo>
                      <a:pt x="36" y="9"/>
                    </a:moveTo>
                    <a:cubicBezTo>
                      <a:pt x="32" y="0"/>
                      <a:pt x="16" y="7"/>
                      <a:pt x="10" y="11"/>
                    </a:cubicBezTo>
                    <a:cubicBezTo>
                      <a:pt x="2" y="17"/>
                      <a:pt x="0" y="22"/>
                      <a:pt x="1" y="32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9" name="Freeform 317">
                <a:extLst>
                  <a:ext uri="{FF2B5EF4-FFF2-40B4-BE49-F238E27FC236}">
                    <a16:creationId xmlns:a16="http://schemas.microsoft.com/office/drawing/2014/main" id="{4AF1EBF9-8218-448B-AEC9-B6F0E96F9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3035"/>
                <a:ext cx="40" cy="47"/>
              </a:xfrm>
              <a:custGeom>
                <a:avLst/>
                <a:gdLst>
                  <a:gd name="T0" fmla="*/ 80 w 22"/>
                  <a:gd name="T1" fmla="*/ 691 h 24"/>
                  <a:gd name="T2" fmla="*/ 440 w 22"/>
                  <a:gd name="T3" fmla="*/ 11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4">
                    <a:moveTo>
                      <a:pt x="4" y="24"/>
                    </a:moveTo>
                    <a:cubicBezTo>
                      <a:pt x="0" y="13"/>
                      <a:pt x="11" y="0"/>
                      <a:pt x="22" y="4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0" name="Freeform 318">
                <a:extLst>
                  <a:ext uri="{FF2B5EF4-FFF2-40B4-BE49-F238E27FC236}">
                    <a16:creationId xmlns:a16="http://schemas.microsoft.com/office/drawing/2014/main" id="{A1C40DE1-0B45-46D8-BFDC-7A9659978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046"/>
                <a:ext cx="72" cy="24"/>
              </a:xfrm>
              <a:custGeom>
                <a:avLst/>
                <a:gdLst>
                  <a:gd name="T0" fmla="*/ 838 w 39"/>
                  <a:gd name="T1" fmla="*/ 288 h 12"/>
                  <a:gd name="T2" fmla="*/ 430 w 39"/>
                  <a:gd name="T3" fmla="*/ 0 h 12"/>
                  <a:gd name="T4" fmla="*/ 0 w 39"/>
                  <a:gd name="T5" fmla="*/ 3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2">
                    <a:moveTo>
                      <a:pt x="39" y="9"/>
                    </a:moveTo>
                    <a:cubicBezTo>
                      <a:pt x="37" y="1"/>
                      <a:pt x="26" y="0"/>
                      <a:pt x="20" y="0"/>
                    </a:cubicBezTo>
                    <a:cubicBezTo>
                      <a:pt x="10" y="0"/>
                      <a:pt x="5" y="4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1" name="Freeform 319">
                <a:extLst>
                  <a:ext uri="{FF2B5EF4-FFF2-40B4-BE49-F238E27FC236}">
                    <a16:creationId xmlns:a16="http://schemas.microsoft.com/office/drawing/2014/main" id="{0BAE93FD-0878-48A1-A5FC-87F28E7F1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019"/>
                <a:ext cx="42" cy="33"/>
              </a:xfrm>
              <a:custGeom>
                <a:avLst/>
                <a:gdLst>
                  <a:gd name="T0" fmla="*/ 0 w 23"/>
                  <a:gd name="T1" fmla="*/ 0 h 17"/>
                  <a:gd name="T2" fmla="*/ 469 w 23"/>
                  <a:gd name="T3" fmla="*/ 46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0" y="0"/>
                    </a:moveTo>
                    <a:cubicBezTo>
                      <a:pt x="12" y="0"/>
                      <a:pt x="22" y="7"/>
                      <a:pt x="23" y="17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2" name="Freeform 320">
                <a:extLst>
                  <a:ext uri="{FF2B5EF4-FFF2-40B4-BE49-F238E27FC236}">
                    <a16:creationId xmlns:a16="http://schemas.microsoft.com/office/drawing/2014/main" id="{80EDB416-3292-41AB-89E5-0B552FC50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110"/>
                <a:ext cx="84" cy="79"/>
              </a:xfrm>
              <a:custGeom>
                <a:avLst/>
                <a:gdLst>
                  <a:gd name="T0" fmla="*/ 1021 w 45"/>
                  <a:gd name="T1" fmla="*/ 308 h 40"/>
                  <a:gd name="T2" fmla="*/ 73 w 45"/>
                  <a:gd name="T3" fmla="*/ 1201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0">
                    <a:moveTo>
                      <a:pt x="45" y="10"/>
                    </a:moveTo>
                    <a:cubicBezTo>
                      <a:pt x="24" y="0"/>
                      <a:pt x="0" y="17"/>
                      <a:pt x="3" y="4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3" name="Freeform 321">
                <a:extLst>
                  <a:ext uri="{FF2B5EF4-FFF2-40B4-BE49-F238E27FC236}">
                    <a16:creationId xmlns:a16="http://schemas.microsoft.com/office/drawing/2014/main" id="{0347713F-EFA3-4494-A685-174E76231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129"/>
                <a:ext cx="76" cy="44"/>
              </a:xfrm>
              <a:custGeom>
                <a:avLst/>
                <a:gdLst>
                  <a:gd name="T0" fmla="*/ 178 w 41"/>
                  <a:gd name="T1" fmla="*/ 704 h 22"/>
                  <a:gd name="T2" fmla="*/ 897 w 4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2">
                    <a:moveTo>
                      <a:pt x="8" y="22"/>
                    </a:moveTo>
                    <a:cubicBezTo>
                      <a:pt x="0" y="4"/>
                      <a:pt x="31" y="0"/>
                      <a:pt x="41" y="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4" name="Freeform 322">
                <a:extLst>
                  <a:ext uri="{FF2B5EF4-FFF2-40B4-BE49-F238E27FC236}">
                    <a16:creationId xmlns:a16="http://schemas.microsoft.com/office/drawing/2014/main" id="{8FEF3255-4AF2-44F1-8568-B43BCB508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112"/>
                <a:ext cx="67" cy="33"/>
              </a:xfrm>
              <a:custGeom>
                <a:avLst/>
                <a:gdLst>
                  <a:gd name="T0" fmla="*/ 808 w 36"/>
                  <a:gd name="T1" fmla="*/ 468 h 17"/>
                  <a:gd name="T2" fmla="*/ 0 w 36"/>
                  <a:gd name="T3" fmla="*/ 27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36" y="17"/>
                    </a:moveTo>
                    <a:cubicBezTo>
                      <a:pt x="29" y="10"/>
                      <a:pt x="10" y="0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5" name="Freeform 323">
                <a:extLst>
                  <a:ext uri="{FF2B5EF4-FFF2-40B4-BE49-F238E27FC236}">
                    <a16:creationId xmlns:a16="http://schemas.microsoft.com/office/drawing/2014/main" id="{1399E556-81AB-4A39-BA0A-90004DA16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3137"/>
                <a:ext cx="34" cy="63"/>
              </a:xfrm>
              <a:custGeom>
                <a:avLst/>
                <a:gdLst>
                  <a:gd name="T0" fmla="*/ 289 w 18"/>
                  <a:gd name="T1" fmla="*/ 0 h 32"/>
                  <a:gd name="T2" fmla="*/ 433 w 18"/>
                  <a:gd name="T3" fmla="*/ 945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12" y="0"/>
                    </a:moveTo>
                    <a:cubicBezTo>
                      <a:pt x="0" y="8"/>
                      <a:pt x="9" y="26"/>
                      <a:pt x="18" y="32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6" name="Freeform 324">
                <a:extLst>
                  <a:ext uri="{FF2B5EF4-FFF2-40B4-BE49-F238E27FC236}">
                    <a16:creationId xmlns:a16="http://schemas.microsoft.com/office/drawing/2014/main" id="{A4B9EBDE-492E-43E1-83CB-12ABE1727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141"/>
                <a:ext cx="48" cy="54"/>
              </a:xfrm>
              <a:custGeom>
                <a:avLst/>
                <a:gdLst>
                  <a:gd name="T0" fmla="*/ 559 w 26"/>
                  <a:gd name="T1" fmla="*/ 32 h 27"/>
                  <a:gd name="T2" fmla="*/ 358 w 26"/>
                  <a:gd name="T3" fmla="*/ 86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26" y="1"/>
                    </a:moveTo>
                    <a:cubicBezTo>
                      <a:pt x="11" y="0"/>
                      <a:pt x="0" y="20"/>
                      <a:pt x="17" y="27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7" name="Freeform 325">
                <a:extLst>
                  <a:ext uri="{FF2B5EF4-FFF2-40B4-BE49-F238E27FC236}">
                    <a16:creationId xmlns:a16="http://schemas.microsoft.com/office/drawing/2014/main" id="{D174DAB1-B5D5-4E30-8327-7656AC610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044"/>
                <a:ext cx="81" cy="36"/>
              </a:xfrm>
              <a:custGeom>
                <a:avLst/>
                <a:gdLst>
                  <a:gd name="T0" fmla="*/ 0 w 44"/>
                  <a:gd name="T1" fmla="*/ 576 h 18"/>
                  <a:gd name="T2" fmla="*/ 355 w 44"/>
                  <a:gd name="T3" fmla="*/ 64 h 18"/>
                  <a:gd name="T4" fmla="*/ 928 w 44"/>
                  <a:gd name="T5" fmla="*/ 54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8">
                    <a:moveTo>
                      <a:pt x="0" y="18"/>
                    </a:moveTo>
                    <a:cubicBezTo>
                      <a:pt x="0" y="9"/>
                      <a:pt x="10" y="4"/>
                      <a:pt x="17" y="2"/>
                    </a:cubicBezTo>
                    <a:cubicBezTo>
                      <a:pt x="29" y="0"/>
                      <a:pt x="39" y="6"/>
                      <a:pt x="44" y="17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8" name="Freeform 326">
                <a:extLst>
                  <a:ext uri="{FF2B5EF4-FFF2-40B4-BE49-F238E27FC236}">
                    <a16:creationId xmlns:a16="http://schemas.microsoft.com/office/drawing/2014/main" id="{102E1589-14DB-495B-A44A-8942F39EC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015"/>
                <a:ext cx="58" cy="47"/>
              </a:xfrm>
              <a:custGeom>
                <a:avLst/>
                <a:gdLst>
                  <a:gd name="T0" fmla="*/ 715 w 31"/>
                  <a:gd name="T1" fmla="*/ 264 h 24"/>
                  <a:gd name="T2" fmla="*/ 137 w 31"/>
                  <a:gd name="T3" fmla="*/ 69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4">
                    <a:moveTo>
                      <a:pt x="31" y="9"/>
                    </a:moveTo>
                    <a:cubicBezTo>
                      <a:pt x="30" y="0"/>
                      <a:pt x="0" y="7"/>
                      <a:pt x="6" y="24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9" name="Freeform 327">
                <a:extLst>
                  <a:ext uri="{FF2B5EF4-FFF2-40B4-BE49-F238E27FC236}">
                    <a16:creationId xmlns:a16="http://schemas.microsoft.com/office/drawing/2014/main" id="{DA77EEA0-16A9-43F9-A40B-51B19BD48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3123"/>
                <a:ext cx="95" cy="72"/>
              </a:xfrm>
              <a:custGeom>
                <a:avLst/>
                <a:gdLst>
                  <a:gd name="T0" fmla="*/ 0 w 51"/>
                  <a:gd name="T1" fmla="*/ 672 h 36"/>
                  <a:gd name="T2" fmla="*/ 1146 w 51"/>
                  <a:gd name="T3" fmla="*/ 1152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6">
                    <a:moveTo>
                      <a:pt x="0" y="21"/>
                    </a:moveTo>
                    <a:cubicBezTo>
                      <a:pt x="17" y="0"/>
                      <a:pt x="38" y="22"/>
                      <a:pt x="51" y="36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0" name="Freeform 328">
                <a:extLst>
                  <a:ext uri="{FF2B5EF4-FFF2-40B4-BE49-F238E27FC236}">
                    <a16:creationId xmlns:a16="http://schemas.microsoft.com/office/drawing/2014/main" id="{88399A92-144C-4086-8C32-E4A118D2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090"/>
                <a:ext cx="28" cy="75"/>
              </a:xfrm>
              <a:custGeom>
                <a:avLst/>
                <a:gdLst>
                  <a:gd name="T0" fmla="*/ 338 w 15"/>
                  <a:gd name="T1" fmla="*/ 0 h 38"/>
                  <a:gd name="T2" fmla="*/ 181 w 15"/>
                  <a:gd name="T3" fmla="*/ 113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8">
                    <a:moveTo>
                      <a:pt x="15" y="0"/>
                    </a:moveTo>
                    <a:cubicBezTo>
                      <a:pt x="0" y="4"/>
                      <a:pt x="3" y="28"/>
                      <a:pt x="8" y="38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1" name="Freeform 329">
                <a:extLst>
                  <a:ext uri="{FF2B5EF4-FFF2-40B4-BE49-F238E27FC236}">
                    <a16:creationId xmlns:a16="http://schemas.microsoft.com/office/drawing/2014/main" id="{1F4900A3-7333-4FE1-9D1B-A160595E5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3104"/>
                <a:ext cx="87" cy="100"/>
              </a:xfrm>
              <a:custGeom>
                <a:avLst/>
                <a:gdLst>
                  <a:gd name="T0" fmla="*/ 914 w 47"/>
                  <a:gd name="T1" fmla="*/ 369 h 51"/>
                  <a:gd name="T2" fmla="*/ 305 w 47"/>
                  <a:gd name="T3" fmla="*/ 120 h 51"/>
                  <a:gd name="T4" fmla="*/ 24 w 47"/>
                  <a:gd name="T5" fmla="*/ 604 h 51"/>
                  <a:gd name="T6" fmla="*/ 387 w 47"/>
                  <a:gd name="T7" fmla="*/ 1124 h 51"/>
                  <a:gd name="T8" fmla="*/ 826 w 47"/>
                  <a:gd name="T9" fmla="*/ 1420 h 51"/>
                  <a:gd name="T10" fmla="*/ 1022 w 47"/>
                  <a:gd name="T11" fmla="*/ 1020 h 51"/>
                  <a:gd name="T12" fmla="*/ 938 w 47"/>
                  <a:gd name="T13" fmla="*/ 3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1">
                    <a:moveTo>
                      <a:pt x="42" y="13"/>
                    </a:moveTo>
                    <a:cubicBezTo>
                      <a:pt x="42" y="2"/>
                      <a:pt x="21" y="0"/>
                      <a:pt x="14" y="4"/>
                    </a:cubicBezTo>
                    <a:cubicBezTo>
                      <a:pt x="9" y="6"/>
                      <a:pt x="0" y="14"/>
                      <a:pt x="1" y="21"/>
                    </a:cubicBezTo>
                    <a:cubicBezTo>
                      <a:pt x="1" y="29"/>
                      <a:pt x="13" y="34"/>
                      <a:pt x="18" y="39"/>
                    </a:cubicBezTo>
                    <a:cubicBezTo>
                      <a:pt x="24" y="45"/>
                      <a:pt x="28" y="51"/>
                      <a:pt x="38" y="49"/>
                    </a:cubicBezTo>
                    <a:cubicBezTo>
                      <a:pt x="45" y="46"/>
                      <a:pt x="47" y="42"/>
                      <a:pt x="47" y="35"/>
                    </a:cubicBezTo>
                    <a:cubicBezTo>
                      <a:pt x="47" y="25"/>
                      <a:pt x="45" y="20"/>
                      <a:pt x="43" y="1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2" name="Freeform 330">
                <a:extLst>
                  <a:ext uri="{FF2B5EF4-FFF2-40B4-BE49-F238E27FC236}">
                    <a16:creationId xmlns:a16="http://schemas.microsoft.com/office/drawing/2014/main" id="{66C0E2CA-77DE-4607-A9C8-337C23ADA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090"/>
                <a:ext cx="81" cy="87"/>
              </a:xfrm>
              <a:custGeom>
                <a:avLst/>
                <a:gdLst>
                  <a:gd name="T0" fmla="*/ 654 w 44"/>
                  <a:gd name="T1" fmla="*/ 216 h 44"/>
                  <a:gd name="T2" fmla="*/ 68 w 44"/>
                  <a:gd name="T3" fmla="*/ 364 h 44"/>
                  <a:gd name="T4" fmla="*/ 81 w 44"/>
                  <a:gd name="T5" fmla="*/ 781 h 44"/>
                  <a:gd name="T6" fmla="*/ 274 w 44"/>
                  <a:gd name="T7" fmla="*/ 1297 h 44"/>
                  <a:gd name="T8" fmla="*/ 862 w 44"/>
                  <a:gd name="T9" fmla="*/ 781 h 44"/>
                  <a:gd name="T10" fmla="*/ 698 w 44"/>
                  <a:gd name="T11" fmla="*/ 277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4">
                    <a:moveTo>
                      <a:pt x="31" y="7"/>
                    </a:moveTo>
                    <a:cubicBezTo>
                      <a:pt x="25" y="0"/>
                      <a:pt x="7" y="4"/>
                      <a:pt x="3" y="12"/>
                    </a:cubicBezTo>
                    <a:cubicBezTo>
                      <a:pt x="0" y="17"/>
                      <a:pt x="2" y="21"/>
                      <a:pt x="4" y="26"/>
                    </a:cubicBezTo>
                    <a:cubicBezTo>
                      <a:pt x="6" y="31"/>
                      <a:pt x="7" y="42"/>
                      <a:pt x="13" y="43"/>
                    </a:cubicBezTo>
                    <a:cubicBezTo>
                      <a:pt x="18" y="44"/>
                      <a:pt x="38" y="31"/>
                      <a:pt x="41" y="26"/>
                    </a:cubicBezTo>
                    <a:cubicBezTo>
                      <a:pt x="44" y="19"/>
                      <a:pt x="39" y="12"/>
                      <a:pt x="33" y="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3" name="Freeform 331">
                <a:extLst>
                  <a:ext uri="{FF2B5EF4-FFF2-40B4-BE49-F238E27FC236}">
                    <a16:creationId xmlns:a16="http://schemas.microsoft.com/office/drawing/2014/main" id="{45A71174-9F97-4944-8F84-DE858E302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060"/>
                <a:ext cx="69" cy="73"/>
              </a:xfrm>
              <a:custGeom>
                <a:avLst/>
                <a:gdLst>
                  <a:gd name="T0" fmla="*/ 727 w 37"/>
                  <a:gd name="T1" fmla="*/ 331 h 37"/>
                  <a:gd name="T2" fmla="*/ 338 w 37"/>
                  <a:gd name="T3" fmla="*/ 32 h 37"/>
                  <a:gd name="T4" fmla="*/ 45 w 37"/>
                  <a:gd name="T5" fmla="*/ 712 h 37"/>
                  <a:gd name="T6" fmla="*/ 655 w 37"/>
                  <a:gd name="T7" fmla="*/ 805 h 37"/>
                  <a:gd name="T8" fmla="*/ 785 w 37"/>
                  <a:gd name="T9" fmla="*/ 30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7">
                    <a:moveTo>
                      <a:pt x="32" y="11"/>
                    </a:moveTo>
                    <a:cubicBezTo>
                      <a:pt x="33" y="3"/>
                      <a:pt x="21" y="0"/>
                      <a:pt x="15" y="1"/>
                    </a:cubicBezTo>
                    <a:cubicBezTo>
                      <a:pt x="6" y="3"/>
                      <a:pt x="0" y="15"/>
                      <a:pt x="2" y="24"/>
                    </a:cubicBezTo>
                    <a:cubicBezTo>
                      <a:pt x="5" y="37"/>
                      <a:pt x="20" y="32"/>
                      <a:pt x="29" y="27"/>
                    </a:cubicBezTo>
                    <a:cubicBezTo>
                      <a:pt x="37" y="22"/>
                      <a:pt x="35" y="18"/>
                      <a:pt x="35" y="1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4" name="Freeform 332">
                <a:extLst>
                  <a:ext uri="{FF2B5EF4-FFF2-40B4-BE49-F238E27FC236}">
                    <a16:creationId xmlns:a16="http://schemas.microsoft.com/office/drawing/2014/main" id="{109C3C3D-0553-4CAB-B5FB-A9BF077D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977"/>
                <a:ext cx="159" cy="93"/>
              </a:xfrm>
              <a:custGeom>
                <a:avLst/>
                <a:gdLst>
                  <a:gd name="T0" fmla="*/ 1860 w 86"/>
                  <a:gd name="T1" fmla="*/ 247 h 47"/>
                  <a:gd name="T2" fmla="*/ 1429 w 86"/>
                  <a:gd name="T3" fmla="*/ 184 h 47"/>
                  <a:gd name="T4" fmla="*/ 1296 w 86"/>
                  <a:gd name="T5" fmla="*/ 845 h 47"/>
                  <a:gd name="T6" fmla="*/ 758 w 86"/>
                  <a:gd name="T7" fmla="*/ 277 h 47"/>
                  <a:gd name="T8" fmla="*/ 0 w 86"/>
                  <a:gd name="T9" fmla="*/ 364 h 47"/>
                  <a:gd name="T10" fmla="*/ 865 w 86"/>
                  <a:gd name="T11" fmla="*/ 720 h 47"/>
                  <a:gd name="T12" fmla="*/ 1252 w 86"/>
                  <a:gd name="T13" fmla="*/ 1061 h 47"/>
                  <a:gd name="T14" fmla="*/ 1474 w 86"/>
                  <a:gd name="T15" fmla="*/ 1425 h 47"/>
                  <a:gd name="T16" fmla="*/ 1498 w 86"/>
                  <a:gd name="T17" fmla="*/ 673 h 47"/>
                  <a:gd name="T18" fmla="*/ 1832 w 86"/>
                  <a:gd name="T19" fmla="*/ 277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47">
                    <a:moveTo>
                      <a:pt x="86" y="8"/>
                    </a:moveTo>
                    <a:cubicBezTo>
                      <a:pt x="82" y="1"/>
                      <a:pt x="71" y="0"/>
                      <a:pt x="66" y="6"/>
                    </a:cubicBezTo>
                    <a:cubicBezTo>
                      <a:pt x="60" y="11"/>
                      <a:pt x="60" y="22"/>
                      <a:pt x="60" y="28"/>
                    </a:cubicBezTo>
                    <a:cubicBezTo>
                      <a:pt x="56" y="21"/>
                      <a:pt x="42" y="13"/>
                      <a:pt x="35" y="9"/>
                    </a:cubicBezTo>
                    <a:cubicBezTo>
                      <a:pt x="25" y="2"/>
                      <a:pt x="9" y="2"/>
                      <a:pt x="0" y="12"/>
                    </a:cubicBezTo>
                    <a:cubicBezTo>
                      <a:pt x="15" y="9"/>
                      <a:pt x="28" y="18"/>
                      <a:pt x="40" y="24"/>
                    </a:cubicBezTo>
                    <a:cubicBezTo>
                      <a:pt x="47" y="27"/>
                      <a:pt x="53" y="29"/>
                      <a:pt x="58" y="35"/>
                    </a:cubicBezTo>
                    <a:cubicBezTo>
                      <a:pt x="62" y="38"/>
                      <a:pt x="64" y="43"/>
                      <a:pt x="68" y="47"/>
                    </a:cubicBezTo>
                    <a:cubicBezTo>
                      <a:pt x="69" y="38"/>
                      <a:pt x="66" y="31"/>
                      <a:pt x="69" y="22"/>
                    </a:cubicBezTo>
                    <a:cubicBezTo>
                      <a:pt x="71" y="16"/>
                      <a:pt x="76" y="3"/>
                      <a:pt x="85" y="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5" name="Freeform 333">
                <a:extLst>
                  <a:ext uri="{FF2B5EF4-FFF2-40B4-BE49-F238E27FC236}">
                    <a16:creationId xmlns:a16="http://schemas.microsoft.com/office/drawing/2014/main" id="{987E3355-50BB-4A68-86A7-4ED561B30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3092"/>
                <a:ext cx="72" cy="69"/>
              </a:xfrm>
              <a:custGeom>
                <a:avLst/>
                <a:gdLst>
                  <a:gd name="T0" fmla="*/ 794 w 39"/>
                  <a:gd name="T1" fmla="*/ 361 h 35"/>
                  <a:gd name="T2" fmla="*/ 327 w 39"/>
                  <a:gd name="T3" fmla="*/ 124 h 35"/>
                  <a:gd name="T4" fmla="*/ 68 w 39"/>
                  <a:gd name="T5" fmla="*/ 773 h 35"/>
                  <a:gd name="T6" fmla="*/ 327 w 39"/>
                  <a:gd name="T7" fmla="*/ 1041 h 35"/>
                  <a:gd name="T8" fmla="*/ 535 w 39"/>
                  <a:gd name="T9" fmla="*/ 712 h 35"/>
                  <a:gd name="T10" fmla="*/ 810 w 39"/>
                  <a:gd name="T11" fmla="*/ 42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5">
                    <a:moveTo>
                      <a:pt x="37" y="12"/>
                    </a:moveTo>
                    <a:cubicBezTo>
                      <a:pt x="30" y="8"/>
                      <a:pt x="24" y="0"/>
                      <a:pt x="15" y="4"/>
                    </a:cubicBezTo>
                    <a:cubicBezTo>
                      <a:pt x="7" y="7"/>
                      <a:pt x="0" y="18"/>
                      <a:pt x="3" y="26"/>
                    </a:cubicBezTo>
                    <a:cubicBezTo>
                      <a:pt x="4" y="29"/>
                      <a:pt x="11" y="35"/>
                      <a:pt x="15" y="35"/>
                    </a:cubicBezTo>
                    <a:cubicBezTo>
                      <a:pt x="20" y="34"/>
                      <a:pt x="21" y="26"/>
                      <a:pt x="25" y="24"/>
                    </a:cubicBezTo>
                    <a:cubicBezTo>
                      <a:pt x="31" y="21"/>
                      <a:pt x="39" y="24"/>
                      <a:pt x="38" y="1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6" name="Freeform 334">
                <a:extLst>
                  <a:ext uri="{FF2B5EF4-FFF2-40B4-BE49-F238E27FC236}">
                    <a16:creationId xmlns:a16="http://schemas.microsoft.com/office/drawing/2014/main" id="{D485FF8B-C06B-49F4-A522-4ED3AE0F1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3029"/>
                <a:ext cx="71" cy="59"/>
              </a:xfrm>
              <a:custGeom>
                <a:avLst/>
                <a:gdLst>
                  <a:gd name="T0" fmla="*/ 0 w 38"/>
                  <a:gd name="T1" fmla="*/ 297 h 30"/>
                  <a:gd name="T2" fmla="*/ 660 w 38"/>
                  <a:gd name="T3" fmla="*/ 120 h 30"/>
                  <a:gd name="T4" fmla="*/ 841 w 38"/>
                  <a:gd name="T5" fmla="*/ 525 h 30"/>
                  <a:gd name="T6" fmla="*/ 704 w 38"/>
                  <a:gd name="T7" fmla="*/ 820 h 30"/>
                  <a:gd name="T8" fmla="*/ 572 w 38"/>
                  <a:gd name="T9" fmla="*/ 464 h 30"/>
                  <a:gd name="T10" fmla="*/ 321 w 38"/>
                  <a:gd name="T11" fmla="*/ 464 h 30"/>
                  <a:gd name="T12" fmla="*/ 24 w 38"/>
                  <a:gd name="T13" fmla="*/ 23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0">
                    <a:moveTo>
                      <a:pt x="0" y="10"/>
                    </a:moveTo>
                    <a:cubicBezTo>
                      <a:pt x="2" y="0"/>
                      <a:pt x="22" y="1"/>
                      <a:pt x="29" y="4"/>
                    </a:cubicBezTo>
                    <a:cubicBezTo>
                      <a:pt x="33" y="7"/>
                      <a:pt x="37" y="12"/>
                      <a:pt x="37" y="18"/>
                    </a:cubicBezTo>
                    <a:cubicBezTo>
                      <a:pt x="38" y="21"/>
                      <a:pt x="36" y="30"/>
                      <a:pt x="31" y="28"/>
                    </a:cubicBezTo>
                    <a:cubicBezTo>
                      <a:pt x="28" y="26"/>
                      <a:pt x="28" y="18"/>
                      <a:pt x="25" y="16"/>
                    </a:cubicBezTo>
                    <a:cubicBezTo>
                      <a:pt x="21" y="13"/>
                      <a:pt x="17" y="15"/>
                      <a:pt x="14" y="16"/>
                    </a:cubicBezTo>
                    <a:cubicBezTo>
                      <a:pt x="7" y="16"/>
                      <a:pt x="3" y="15"/>
                      <a:pt x="1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7" name="Freeform 335">
                <a:extLst>
                  <a:ext uri="{FF2B5EF4-FFF2-40B4-BE49-F238E27FC236}">
                    <a16:creationId xmlns:a16="http://schemas.microsoft.com/office/drawing/2014/main" id="{360A79B2-59CA-486B-AA3D-61998CEDB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092"/>
                <a:ext cx="69" cy="51"/>
              </a:xfrm>
              <a:custGeom>
                <a:avLst/>
                <a:gdLst>
                  <a:gd name="T0" fmla="*/ 24 w 37"/>
                  <a:gd name="T1" fmla="*/ 461 h 26"/>
                  <a:gd name="T2" fmla="*/ 518 w 37"/>
                  <a:gd name="T3" fmla="*/ 61 h 26"/>
                  <a:gd name="T4" fmla="*/ 699 w 37"/>
                  <a:gd name="T5" fmla="*/ 604 h 26"/>
                  <a:gd name="T6" fmla="*/ 362 w 37"/>
                  <a:gd name="T7" fmla="*/ 551 h 26"/>
                  <a:gd name="T8" fmla="*/ 0 w 37"/>
                  <a:gd name="T9" fmla="*/ 55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6">
                    <a:moveTo>
                      <a:pt x="1" y="16"/>
                    </a:moveTo>
                    <a:cubicBezTo>
                      <a:pt x="6" y="10"/>
                      <a:pt x="14" y="0"/>
                      <a:pt x="23" y="2"/>
                    </a:cubicBezTo>
                    <a:cubicBezTo>
                      <a:pt x="29" y="3"/>
                      <a:pt x="37" y="15"/>
                      <a:pt x="31" y="21"/>
                    </a:cubicBezTo>
                    <a:cubicBezTo>
                      <a:pt x="27" y="24"/>
                      <a:pt x="20" y="18"/>
                      <a:pt x="16" y="19"/>
                    </a:cubicBezTo>
                    <a:cubicBezTo>
                      <a:pt x="9" y="21"/>
                      <a:pt x="6" y="26"/>
                      <a:pt x="0" y="1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8" name="Freeform 336">
                <a:extLst>
                  <a:ext uri="{FF2B5EF4-FFF2-40B4-BE49-F238E27FC236}">
                    <a16:creationId xmlns:a16="http://schemas.microsoft.com/office/drawing/2014/main" id="{A4DE1008-24C9-488B-9F26-060D57AA7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3037"/>
                <a:ext cx="58" cy="75"/>
              </a:xfrm>
              <a:custGeom>
                <a:avLst/>
                <a:gdLst>
                  <a:gd name="T0" fmla="*/ 623 w 31"/>
                  <a:gd name="T1" fmla="*/ 152 h 38"/>
                  <a:gd name="T2" fmla="*/ 256 w 31"/>
                  <a:gd name="T3" fmla="*/ 32 h 38"/>
                  <a:gd name="T4" fmla="*/ 45 w 31"/>
                  <a:gd name="T5" fmla="*/ 576 h 38"/>
                  <a:gd name="T6" fmla="*/ 634 w 31"/>
                  <a:gd name="T7" fmla="*/ 21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27" y="5"/>
                    </a:moveTo>
                    <a:cubicBezTo>
                      <a:pt x="22" y="5"/>
                      <a:pt x="16" y="0"/>
                      <a:pt x="11" y="1"/>
                    </a:cubicBezTo>
                    <a:cubicBezTo>
                      <a:pt x="5" y="3"/>
                      <a:pt x="0" y="13"/>
                      <a:pt x="2" y="19"/>
                    </a:cubicBezTo>
                    <a:cubicBezTo>
                      <a:pt x="6" y="38"/>
                      <a:pt x="31" y="13"/>
                      <a:pt x="28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9" name="Freeform 337">
                <a:extLst>
                  <a:ext uri="{FF2B5EF4-FFF2-40B4-BE49-F238E27FC236}">
                    <a16:creationId xmlns:a16="http://schemas.microsoft.com/office/drawing/2014/main" id="{1D621CCC-D7BC-4096-A80D-FBDA6BC42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979"/>
                <a:ext cx="74" cy="50"/>
              </a:xfrm>
              <a:custGeom>
                <a:avLst/>
                <a:gdLst>
                  <a:gd name="T0" fmla="*/ 0 w 40"/>
                  <a:gd name="T1" fmla="*/ 608 h 25"/>
                  <a:gd name="T2" fmla="*/ 305 w 40"/>
                  <a:gd name="T3" fmla="*/ 32 h 25"/>
                  <a:gd name="T4" fmla="*/ 842 w 40"/>
                  <a:gd name="T5" fmla="*/ 544 h 25"/>
                  <a:gd name="T6" fmla="*/ 411 w 40"/>
                  <a:gd name="T7" fmla="*/ 416 h 25"/>
                  <a:gd name="T8" fmla="*/ 81 w 40"/>
                  <a:gd name="T9" fmla="*/ 57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9"/>
                    </a:moveTo>
                    <a:cubicBezTo>
                      <a:pt x="0" y="8"/>
                      <a:pt x="0" y="0"/>
                      <a:pt x="14" y="1"/>
                    </a:cubicBezTo>
                    <a:cubicBezTo>
                      <a:pt x="20" y="2"/>
                      <a:pt x="40" y="8"/>
                      <a:pt x="39" y="17"/>
                    </a:cubicBezTo>
                    <a:cubicBezTo>
                      <a:pt x="37" y="25"/>
                      <a:pt x="25" y="13"/>
                      <a:pt x="19" y="13"/>
                    </a:cubicBezTo>
                    <a:cubicBezTo>
                      <a:pt x="14" y="13"/>
                      <a:pt x="6" y="21"/>
                      <a:pt x="4" y="1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0" name="Freeform 338">
                <a:extLst>
                  <a:ext uri="{FF2B5EF4-FFF2-40B4-BE49-F238E27FC236}">
                    <a16:creationId xmlns:a16="http://schemas.microsoft.com/office/drawing/2014/main" id="{9F475F43-F991-49EC-B174-C3AB582B6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3137"/>
                <a:ext cx="68" cy="63"/>
              </a:xfrm>
              <a:custGeom>
                <a:avLst/>
                <a:gdLst>
                  <a:gd name="T0" fmla="*/ 601 w 37"/>
                  <a:gd name="T1" fmla="*/ 244 h 32"/>
                  <a:gd name="T2" fmla="*/ 149 w 37"/>
                  <a:gd name="T3" fmla="*/ 679 h 32"/>
                  <a:gd name="T4" fmla="*/ 629 w 37"/>
                  <a:gd name="T5" fmla="*/ 24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2">
                    <a:moveTo>
                      <a:pt x="29" y="8"/>
                    </a:moveTo>
                    <a:cubicBezTo>
                      <a:pt x="24" y="0"/>
                      <a:pt x="0" y="12"/>
                      <a:pt x="7" y="23"/>
                    </a:cubicBezTo>
                    <a:cubicBezTo>
                      <a:pt x="14" y="32"/>
                      <a:pt x="37" y="19"/>
                      <a:pt x="30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1" name="Freeform 339">
                <a:extLst>
                  <a:ext uri="{FF2B5EF4-FFF2-40B4-BE49-F238E27FC236}">
                    <a16:creationId xmlns:a16="http://schemas.microsoft.com/office/drawing/2014/main" id="{8F59B356-A218-472C-B09A-C07DB8153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017"/>
                <a:ext cx="65" cy="49"/>
              </a:xfrm>
              <a:custGeom>
                <a:avLst/>
                <a:gdLst>
                  <a:gd name="T0" fmla="*/ 665 w 35"/>
                  <a:gd name="T1" fmla="*/ 353 h 25"/>
                  <a:gd name="T2" fmla="*/ 128 w 35"/>
                  <a:gd name="T3" fmla="*/ 488 h 25"/>
                  <a:gd name="T4" fmla="*/ 776 w 35"/>
                  <a:gd name="T5" fmla="*/ 549 h 25"/>
                  <a:gd name="T6" fmla="*/ 641 w 35"/>
                  <a:gd name="T7" fmla="*/ 32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30" y="12"/>
                    </a:moveTo>
                    <a:cubicBezTo>
                      <a:pt x="30" y="0"/>
                      <a:pt x="0" y="2"/>
                      <a:pt x="6" y="17"/>
                    </a:cubicBezTo>
                    <a:cubicBezTo>
                      <a:pt x="9" y="25"/>
                      <a:pt x="27" y="19"/>
                      <a:pt x="35" y="19"/>
                    </a:cubicBezTo>
                    <a:cubicBezTo>
                      <a:pt x="35" y="15"/>
                      <a:pt x="32" y="12"/>
                      <a:pt x="29" y="1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2" name="Freeform 340">
                <a:extLst>
                  <a:ext uri="{FF2B5EF4-FFF2-40B4-BE49-F238E27FC236}">
                    <a16:creationId xmlns:a16="http://schemas.microsoft.com/office/drawing/2014/main" id="{24FF78EF-B857-4720-AB16-8FD51EFB6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3040"/>
                <a:ext cx="80" cy="76"/>
              </a:xfrm>
              <a:custGeom>
                <a:avLst/>
                <a:gdLst>
                  <a:gd name="T0" fmla="*/ 0 w 43"/>
                  <a:gd name="T1" fmla="*/ 1024 h 38"/>
                  <a:gd name="T2" fmla="*/ 391 w 43"/>
                  <a:gd name="T3" fmla="*/ 64 h 38"/>
                  <a:gd name="T4" fmla="*/ 727 w 43"/>
                  <a:gd name="T5" fmla="*/ 480 h 38"/>
                  <a:gd name="T6" fmla="*/ 540 w 43"/>
                  <a:gd name="T7" fmla="*/ 544 h 38"/>
                  <a:gd name="T8" fmla="*/ 419 w 43"/>
                  <a:gd name="T9" fmla="*/ 864 h 38"/>
                  <a:gd name="T10" fmla="*/ 24 w 43"/>
                  <a:gd name="T11" fmla="*/ 1024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8">
                    <a:moveTo>
                      <a:pt x="0" y="32"/>
                    </a:moveTo>
                    <a:cubicBezTo>
                      <a:pt x="0" y="20"/>
                      <a:pt x="6" y="5"/>
                      <a:pt x="18" y="2"/>
                    </a:cubicBezTo>
                    <a:cubicBezTo>
                      <a:pt x="26" y="0"/>
                      <a:pt x="43" y="7"/>
                      <a:pt x="33" y="15"/>
                    </a:cubicBezTo>
                    <a:cubicBezTo>
                      <a:pt x="31" y="16"/>
                      <a:pt x="27" y="15"/>
                      <a:pt x="24" y="17"/>
                    </a:cubicBezTo>
                    <a:cubicBezTo>
                      <a:pt x="21" y="20"/>
                      <a:pt x="21" y="24"/>
                      <a:pt x="19" y="27"/>
                    </a:cubicBezTo>
                    <a:cubicBezTo>
                      <a:pt x="15" y="33"/>
                      <a:pt x="7" y="38"/>
                      <a:pt x="1" y="3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3" name="Freeform 341">
                <a:extLst>
                  <a:ext uri="{FF2B5EF4-FFF2-40B4-BE49-F238E27FC236}">
                    <a16:creationId xmlns:a16="http://schemas.microsoft.com/office/drawing/2014/main" id="{EBEDD77A-27BC-4A82-A154-20415127B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131"/>
                <a:ext cx="52" cy="81"/>
              </a:xfrm>
              <a:custGeom>
                <a:avLst/>
                <a:gdLst>
                  <a:gd name="T0" fmla="*/ 487 w 28"/>
                  <a:gd name="T1" fmla="*/ 93 h 41"/>
                  <a:gd name="T2" fmla="*/ 69 w 28"/>
                  <a:gd name="T3" fmla="*/ 425 h 41"/>
                  <a:gd name="T4" fmla="*/ 24 w 28"/>
                  <a:gd name="T5" fmla="*/ 840 h 41"/>
                  <a:gd name="T6" fmla="*/ 334 w 28"/>
                  <a:gd name="T7" fmla="*/ 1108 h 41"/>
                  <a:gd name="T8" fmla="*/ 358 w 28"/>
                  <a:gd name="T9" fmla="*/ 780 h 41"/>
                  <a:gd name="T10" fmla="*/ 462 w 28"/>
                  <a:gd name="T11" fmla="*/ 608 h 41"/>
                  <a:gd name="T12" fmla="*/ 442 w 28"/>
                  <a:gd name="T13" fmla="*/ 15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1">
                    <a:moveTo>
                      <a:pt x="22" y="3"/>
                    </a:moveTo>
                    <a:cubicBezTo>
                      <a:pt x="13" y="0"/>
                      <a:pt x="6" y="6"/>
                      <a:pt x="3" y="14"/>
                    </a:cubicBezTo>
                    <a:cubicBezTo>
                      <a:pt x="1" y="18"/>
                      <a:pt x="0" y="23"/>
                      <a:pt x="1" y="28"/>
                    </a:cubicBezTo>
                    <a:cubicBezTo>
                      <a:pt x="2" y="32"/>
                      <a:pt x="10" y="41"/>
                      <a:pt x="15" y="37"/>
                    </a:cubicBezTo>
                    <a:cubicBezTo>
                      <a:pt x="18" y="34"/>
                      <a:pt x="15" y="29"/>
                      <a:pt x="16" y="26"/>
                    </a:cubicBezTo>
                    <a:cubicBezTo>
                      <a:pt x="17" y="22"/>
                      <a:pt x="19" y="22"/>
                      <a:pt x="21" y="20"/>
                    </a:cubicBezTo>
                    <a:cubicBezTo>
                      <a:pt x="26" y="15"/>
                      <a:pt x="28" y="9"/>
                      <a:pt x="20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4" name="Freeform 342">
                <a:extLst>
                  <a:ext uri="{FF2B5EF4-FFF2-40B4-BE49-F238E27FC236}">
                    <a16:creationId xmlns:a16="http://schemas.microsoft.com/office/drawing/2014/main" id="{CF8FC015-D3BB-42DC-A38D-A8CA884B6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025"/>
                <a:ext cx="103" cy="61"/>
              </a:xfrm>
              <a:custGeom>
                <a:avLst/>
                <a:gdLst>
                  <a:gd name="T0" fmla="*/ 68 w 56"/>
                  <a:gd name="T1" fmla="*/ 449 h 31"/>
                  <a:gd name="T2" fmla="*/ 600 w 56"/>
                  <a:gd name="T3" fmla="*/ 31 h 31"/>
                  <a:gd name="T4" fmla="*/ 971 w 56"/>
                  <a:gd name="T5" fmla="*/ 588 h 31"/>
                  <a:gd name="T6" fmla="*/ 548 w 56"/>
                  <a:gd name="T7" fmla="*/ 464 h 31"/>
                  <a:gd name="T8" fmla="*/ 105 w 56"/>
                  <a:gd name="T9" fmla="*/ 49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1">
                    <a:moveTo>
                      <a:pt x="3" y="15"/>
                    </a:moveTo>
                    <a:cubicBezTo>
                      <a:pt x="0" y="4"/>
                      <a:pt x="21" y="0"/>
                      <a:pt x="28" y="1"/>
                    </a:cubicBezTo>
                    <a:cubicBezTo>
                      <a:pt x="35" y="1"/>
                      <a:pt x="56" y="11"/>
                      <a:pt x="46" y="20"/>
                    </a:cubicBezTo>
                    <a:cubicBezTo>
                      <a:pt x="39" y="26"/>
                      <a:pt x="35" y="11"/>
                      <a:pt x="26" y="16"/>
                    </a:cubicBezTo>
                    <a:cubicBezTo>
                      <a:pt x="20" y="19"/>
                      <a:pt x="10" y="31"/>
                      <a:pt x="5" y="1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5" name="Freeform 343">
                <a:extLst>
                  <a:ext uri="{FF2B5EF4-FFF2-40B4-BE49-F238E27FC236}">
                    <a16:creationId xmlns:a16="http://schemas.microsoft.com/office/drawing/2014/main" id="{C367345F-0C5C-4DDA-B642-9576E37EA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979"/>
                <a:ext cx="64" cy="38"/>
              </a:xfrm>
              <a:custGeom>
                <a:avLst/>
                <a:gdLst>
                  <a:gd name="T0" fmla="*/ 0 w 35"/>
                  <a:gd name="T1" fmla="*/ 160 h 19"/>
                  <a:gd name="T2" fmla="*/ 444 w 35"/>
                  <a:gd name="T3" fmla="*/ 192 h 19"/>
                  <a:gd name="T4" fmla="*/ 516 w 35"/>
                  <a:gd name="T5" fmla="*/ 608 h 19"/>
                  <a:gd name="T6" fmla="*/ 302 w 35"/>
                  <a:gd name="T7" fmla="*/ 416 h 19"/>
                  <a:gd name="T8" fmla="*/ 24 w 35"/>
                  <a:gd name="T9" fmla="*/ 2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9">
                    <a:moveTo>
                      <a:pt x="0" y="5"/>
                    </a:moveTo>
                    <a:cubicBezTo>
                      <a:pt x="8" y="0"/>
                      <a:pt x="15" y="1"/>
                      <a:pt x="22" y="6"/>
                    </a:cubicBezTo>
                    <a:cubicBezTo>
                      <a:pt x="26" y="8"/>
                      <a:pt x="35" y="17"/>
                      <a:pt x="25" y="19"/>
                    </a:cubicBezTo>
                    <a:cubicBezTo>
                      <a:pt x="22" y="19"/>
                      <a:pt x="19" y="13"/>
                      <a:pt x="15" y="13"/>
                    </a:cubicBezTo>
                    <a:cubicBezTo>
                      <a:pt x="10" y="12"/>
                      <a:pt x="2" y="17"/>
                      <a:pt x="1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6" name="Freeform 344">
                <a:extLst>
                  <a:ext uri="{FF2B5EF4-FFF2-40B4-BE49-F238E27FC236}">
                    <a16:creationId xmlns:a16="http://schemas.microsoft.com/office/drawing/2014/main" id="{734E3EDC-CAE4-4858-BC58-B859EC021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973"/>
                <a:ext cx="84" cy="62"/>
              </a:xfrm>
              <a:custGeom>
                <a:avLst/>
                <a:gdLst>
                  <a:gd name="T0" fmla="*/ 24 w 45"/>
                  <a:gd name="T1" fmla="*/ 544 h 31"/>
                  <a:gd name="T2" fmla="*/ 631 w 45"/>
                  <a:gd name="T3" fmla="*/ 128 h 31"/>
                  <a:gd name="T4" fmla="*/ 812 w 45"/>
                  <a:gd name="T5" fmla="*/ 576 h 31"/>
                  <a:gd name="T6" fmla="*/ 390 w 45"/>
                  <a:gd name="T7" fmla="*/ 640 h 31"/>
                  <a:gd name="T8" fmla="*/ 24 w 45"/>
                  <a:gd name="T9" fmla="*/ 60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1">
                    <a:moveTo>
                      <a:pt x="1" y="17"/>
                    </a:moveTo>
                    <a:cubicBezTo>
                      <a:pt x="6" y="6"/>
                      <a:pt x="16" y="0"/>
                      <a:pt x="28" y="4"/>
                    </a:cubicBezTo>
                    <a:cubicBezTo>
                      <a:pt x="33" y="6"/>
                      <a:pt x="45" y="14"/>
                      <a:pt x="36" y="18"/>
                    </a:cubicBezTo>
                    <a:cubicBezTo>
                      <a:pt x="30" y="22"/>
                      <a:pt x="24" y="15"/>
                      <a:pt x="17" y="20"/>
                    </a:cubicBezTo>
                    <a:cubicBezTo>
                      <a:pt x="14" y="23"/>
                      <a:pt x="0" y="31"/>
                      <a:pt x="1" y="1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7" name="Freeform 345">
                <a:extLst>
                  <a:ext uri="{FF2B5EF4-FFF2-40B4-BE49-F238E27FC236}">
                    <a16:creationId xmlns:a16="http://schemas.microsoft.com/office/drawing/2014/main" id="{BE87ACB7-78F5-4997-BF9D-588454211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958"/>
                <a:ext cx="70" cy="92"/>
              </a:xfrm>
              <a:custGeom>
                <a:avLst/>
                <a:gdLst>
                  <a:gd name="T0" fmla="*/ 0 w 38"/>
                  <a:gd name="T1" fmla="*/ 781 h 47"/>
                  <a:gd name="T2" fmla="*/ 573 w 38"/>
                  <a:gd name="T3" fmla="*/ 1088 h 47"/>
                  <a:gd name="T4" fmla="*/ 333 w 38"/>
                  <a:gd name="T5" fmla="*/ 1028 h 47"/>
                  <a:gd name="T6" fmla="*/ 44 w 38"/>
                  <a:gd name="T7" fmla="*/ 84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7">
                    <a:moveTo>
                      <a:pt x="0" y="27"/>
                    </a:moveTo>
                    <a:cubicBezTo>
                      <a:pt x="2" y="0"/>
                      <a:pt x="38" y="20"/>
                      <a:pt x="27" y="38"/>
                    </a:cubicBezTo>
                    <a:cubicBezTo>
                      <a:pt x="22" y="47"/>
                      <a:pt x="20" y="40"/>
                      <a:pt x="16" y="36"/>
                    </a:cubicBezTo>
                    <a:cubicBezTo>
                      <a:pt x="12" y="32"/>
                      <a:pt x="4" y="35"/>
                      <a:pt x="2" y="2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8" name="Freeform 346">
                <a:extLst>
                  <a:ext uri="{FF2B5EF4-FFF2-40B4-BE49-F238E27FC236}">
                    <a16:creationId xmlns:a16="http://schemas.microsoft.com/office/drawing/2014/main" id="{EF60362A-32CD-484C-9C5E-5EE85FB37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3058"/>
                <a:ext cx="99" cy="99"/>
              </a:xfrm>
              <a:custGeom>
                <a:avLst/>
                <a:gdLst>
                  <a:gd name="T0" fmla="*/ 24 w 53"/>
                  <a:gd name="T1" fmla="*/ 972 h 50"/>
                  <a:gd name="T2" fmla="*/ 969 w 53"/>
                  <a:gd name="T3" fmla="*/ 1093 h 50"/>
                  <a:gd name="T4" fmla="*/ 474 w 53"/>
                  <a:gd name="T5" fmla="*/ 1000 h 50"/>
                  <a:gd name="T6" fmla="*/ 0 w 53"/>
                  <a:gd name="T7" fmla="*/ 97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50">
                    <a:moveTo>
                      <a:pt x="1" y="32"/>
                    </a:moveTo>
                    <a:cubicBezTo>
                      <a:pt x="0" y="0"/>
                      <a:pt x="53" y="11"/>
                      <a:pt x="43" y="36"/>
                    </a:cubicBezTo>
                    <a:cubicBezTo>
                      <a:pt x="38" y="50"/>
                      <a:pt x="28" y="32"/>
                      <a:pt x="21" y="33"/>
                    </a:cubicBezTo>
                    <a:cubicBezTo>
                      <a:pt x="15" y="34"/>
                      <a:pt x="2" y="48"/>
                      <a:pt x="0" y="3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9" name="Freeform 347">
                <a:extLst>
                  <a:ext uri="{FF2B5EF4-FFF2-40B4-BE49-F238E27FC236}">
                    <a16:creationId xmlns:a16="http://schemas.microsoft.com/office/drawing/2014/main" id="{01A795DD-6DDE-4D98-BE17-E7CDC50E0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3050"/>
                <a:ext cx="67" cy="73"/>
              </a:xfrm>
              <a:custGeom>
                <a:avLst/>
                <a:gdLst>
                  <a:gd name="T0" fmla="*/ 808 w 36"/>
                  <a:gd name="T1" fmla="*/ 215 h 37"/>
                  <a:gd name="T2" fmla="*/ 262 w 36"/>
                  <a:gd name="T3" fmla="*/ 32 h 37"/>
                  <a:gd name="T4" fmla="*/ 156 w 36"/>
                  <a:gd name="T5" fmla="*/ 592 h 37"/>
                  <a:gd name="T6" fmla="*/ 575 w 36"/>
                  <a:gd name="T7" fmla="*/ 775 h 37"/>
                  <a:gd name="T8" fmla="*/ 651 w 36"/>
                  <a:gd name="T9" fmla="*/ 424 h 37"/>
                  <a:gd name="T10" fmla="*/ 808 w 36"/>
                  <a:gd name="T11" fmla="*/ 24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7">
                    <a:moveTo>
                      <a:pt x="36" y="7"/>
                    </a:moveTo>
                    <a:cubicBezTo>
                      <a:pt x="29" y="3"/>
                      <a:pt x="20" y="0"/>
                      <a:pt x="12" y="1"/>
                    </a:cubicBezTo>
                    <a:cubicBezTo>
                      <a:pt x="1" y="2"/>
                      <a:pt x="0" y="13"/>
                      <a:pt x="7" y="20"/>
                    </a:cubicBezTo>
                    <a:cubicBezTo>
                      <a:pt x="11" y="25"/>
                      <a:pt x="21" y="37"/>
                      <a:pt x="26" y="26"/>
                    </a:cubicBezTo>
                    <a:cubicBezTo>
                      <a:pt x="28" y="21"/>
                      <a:pt x="25" y="18"/>
                      <a:pt x="29" y="14"/>
                    </a:cubicBezTo>
                    <a:cubicBezTo>
                      <a:pt x="32" y="11"/>
                      <a:pt x="36" y="13"/>
                      <a:pt x="36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0" name="Freeform 348">
                <a:extLst>
                  <a:ext uri="{FF2B5EF4-FFF2-40B4-BE49-F238E27FC236}">
                    <a16:creationId xmlns:a16="http://schemas.microsoft.com/office/drawing/2014/main" id="{47F691A0-C835-41AA-A9BC-F532A71C5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145"/>
                <a:ext cx="87" cy="69"/>
              </a:xfrm>
              <a:custGeom>
                <a:avLst/>
                <a:gdLst>
                  <a:gd name="T0" fmla="*/ 842 w 47"/>
                  <a:gd name="T1" fmla="*/ 183 h 35"/>
                  <a:gd name="T2" fmla="*/ 233 w 47"/>
                  <a:gd name="T3" fmla="*/ 124 h 35"/>
                  <a:gd name="T4" fmla="*/ 150 w 47"/>
                  <a:gd name="T5" fmla="*/ 889 h 35"/>
                  <a:gd name="T6" fmla="*/ 411 w 47"/>
                  <a:gd name="T7" fmla="*/ 860 h 35"/>
                  <a:gd name="T8" fmla="*/ 716 w 47"/>
                  <a:gd name="T9" fmla="*/ 743 h 35"/>
                  <a:gd name="T10" fmla="*/ 798 w 47"/>
                  <a:gd name="T11" fmla="*/ 15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5">
                    <a:moveTo>
                      <a:pt x="39" y="6"/>
                    </a:moveTo>
                    <a:cubicBezTo>
                      <a:pt x="33" y="0"/>
                      <a:pt x="19" y="1"/>
                      <a:pt x="11" y="4"/>
                    </a:cubicBezTo>
                    <a:cubicBezTo>
                      <a:pt x="3" y="8"/>
                      <a:pt x="0" y="23"/>
                      <a:pt x="7" y="30"/>
                    </a:cubicBezTo>
                    <a:cubicBezTo>
                      <a:pt x="12" y="35"/>
                      <a:pt x="14" y="32"/>
                      <a:pt x="19" y="29"/>
                    </a:cubicBezTo>
                    <a:cubicBezTo>
                      <a:pt x="24" y="25"/>
                      <a:pt x="27" y="26"/>
                      <a:pt x="33" y="25"/>
                    </a:cubicBezTo>
                    <a:cubicBezTo>
                      <a:pt x="41" y="23"/>
                      <a:pt x="47" y="7"/>
                      <a:pt x="37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1" name="Freeform 349">
                <a:extLst>
                  <a:ext uri="{FF2B5EF4-FFF2-40B4-BE49-F238E27FC236}">
                    <a16:creationId xmlns:a16="http://schemas.microsoft.com/office/drawing/2014/main" id="{89D6B145-D4C5-499B-A04F-34F61C6C1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3074"/>
                <a:ext cx="107" cy="79"/>
              </a:xfrm>
              <a:custGeom>
                <a:avLst/>
                <a:gdLst>
                  <a:gd name="T0" fmla="*/ 384 w 58"/>
                  <a:gd name="T1" fmla="*/ 215 h 40"/>
                  <a:gd name="T2" fmla="*/ 125 w 58"/>
                  <a:gd name="T3" fmla="*/ 924 h 40"/>
                  <a:gd name="T4" fmla="*/ 810 w 58"/>
                  <a:gd name="T5" fmla="*/ 988 h 40"/>
                  <a:gd name="T6" fmla="*/ 327 w 58"/>
                  <a:gd name="T7" fmla="*/ 277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40">
                    <a:moveTo>
                      <a:pt x="18" y="7"/>
                    </a:moveTo>
                    <a:cubicBezTo>
                      <a:pt x="10" y="10"/>
                      <a:pt x="0" y="23"/>
                      <a:pt x="6" y="31"/>
                    </a:cubicBezTo>
                    <a:cubicBezTo>
                      <a:pt x="11" y="40"/>
                      <a:pt x="30" y="35"/>
                      <a:pt x="38" y="33"/>
                    </a:cubicBezTo>
                    <a:cubicBezTo>
                      <a:pt x="58" y="27"/>
                      <a:pt x="33" y="0"/>
                      <a:pt x="15" y="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2" name="Freeform 350">
                <a:extLst>
                  <a:ext uri="{FF2B5EF4-FFF2-40B4-BE49-F238E27FC236}">
                    <a16:creationId xmlns:a16="http://schemas.microsoft.com/office/drawing/2014/main" id="{47241B8D-0A34-48EA-A8B9-FCC435A49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3125"/>
                <a:ext cx="98" cy="83"/>
              </a:xfrm>
              <a:custGeom>
                <a:avLst/>
                <a:gdLst>
                  <a:gd name="T0" fmla="*/ 910 w 53"/>
                  <a:gd name="T1" fmla="*/ 364 h 42"/>
                  <a:gd name="T2" fmla="*/ 431 w 53"/>
                  <a:gd name="T3" fmla="*/ 1172 h 42"/>
                  <a:gd name="T4" fmla="*/ 817 w 53"/>
                  <a:gd name="T5" fmla="*/ 36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2">
                    <a:moveTo>
                      <a:pt x="42" y="12"/>
                    </a:moveTo>
                    <a:cubicBezTo>
                      <a:pt x="22" y="0"/>
                      <a:pt x="0" y="34"/>
                      <a:pt x="20" y="39"/>
                    </a:cubicBezTo>
                    <a:cubicBezTo>
                      <a:pt x="35" y="42"/>
                      <a:pt x="53" y="23"/>
                      <a:pt x="38" y="1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3" name="Freeform 351">
                <a:extLst>
                  <a:ext uri="{FF2B5EF4-FFF2-40B4-BE49-F238E27FC236}">
                    <a16:creationId xmlns:a16="http://schemas.microsoft.com/office/drawing/2014/main" id="{DC04521C-3EC1-49FD-BE17-A0CD27DC6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3058"/>
                <a:ext cx="69" cy="67"/>
              </a:xfrm>
              <a:custGeom>
                <a:avLst/>
                <a:gdLst>
                  <a:gd name="T0" fmla="*/ 759 w 37"/>
                  <a:gd name="T1" fmla="*/ 183 h 34"/>
                  <a:gd name="T2" fmla="*/ 518 w 37"/>
                  <a:gd name="T3" fmla="*/ 0 h 34"/>
                  <a:gd name="T4" fmla="*/ 136 w 37"/>
                  <a:gd name="T5" fmla="*/ 451 h 34"/>
                  <a:gd name="T6" fmla="*/ 785 w 37"/>
                  <a:gd name="T7" fmla="*/ 21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4">
                    <a:moveTo>
                      <a:pt x="34" y="6"/>
                    </a:moveTo>
                    <a:cubicBezTo>
                      <a:pt x="33" y="2"/>
                      <a:pt x="27" y="0"/>
                      <a:pt x="23" y="0"/>
                    </a:cubicBezTo>
                    <a:cubicBezTo>
                      <a:pt x="16" y="0"/>
                      <a:pt x="8" y="8"/>
                      <a:pt x="6" y="15"/>
                    </a:cubicBezTo>
                    <a:cubicBezTo>
                      <a:pt x="0" y="34"/>
                      <a:pt x="37" y="26"/>
                      <a:pt x="35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4" name="Freeform 352">
                <a:extLst>
                  <a:ext uri="{FF2B5EF4-FFF2-40B4-BE49-F238E27FC236}">
                    <a16:creationId xmlns:a16="http://schemas.microsoft.com/office/drawing/2014/main" id="{E092526B-6BA5-470B-B516-43EE30C4E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015"/>
                <a:ext cx="74" cy="45"/>
              </a:xfrm>
              <a:custGeom>
                <a:avLst/>
                <a:gdLst>
                  <a:gd name="T0" fmla="*/ 0 w 40"/>
                  <a:gd name="T1" fmla="*/ 292 h 23"/>
                  <a:gd name="T2" fmla="*/ 507 w 40"/>
                  <a:gd name="T3" fmla="*/ 61 h 23"/>
                  <a:gd name="T4" fmla="*/ 716 w 40"/>
                  <a:gd name="T5" fmla="*/ 540 h 23"/>
                  <a:gd name="T6" fmla="*/ 411 w 40"/>
                  <a:gd name="T7" fmla="*/ 397 h 23"/>
                  <a:gd name="T8" fmla="*/ 24 w 40"/>
                  <a:gd name="T9" fmla="*/ 36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3">
                    <a:moveTo>
                      <a:pt x="0" y="10"/>
                    </a:moveTo>
                    <a:cubicBezTo>
                      <a:pt x="0" y="2"/>
                      <a:pt x="18" y="0"/>
                      <a:pt x="23" y="2"/>
                    </a:cubicBezTo>
                    <a:cubicBezTo>
                      <a:pt x="28" y="3"/>
                      <a:pt x="40" y="14"/>
                      <a:pt x="33" y="19"/>
                    </a:cubicBezTo>
                    <a:cubicBezTo>
                      <a:pt x="28" y="23"/>
                      <a:pt x="24" y="14"/>
                      <a:pt x="19" y="14"/>
                    </a:cubicBezTo>
                    <a:cubicBezTo>
                      <a:pt x="13" y="14"/>
                      <a:pt x="6" y="22"/>
                      <a:pt x="1" y="1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5" name="Freeform 353">
                <a:extLst>
                  <a:ext uri="{FF2B5EF4-FFF2-40B4-BE49-F238E27FC236}">
                    <a16:creationId xmlns:a16="http://schemas.microsoft.com/office/drawing/2014/main" id="{22022A1A-A58B-4447-AE45-3C23739E5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985"/>
                <a:ext cx="50" cy="71"/>
              </a:xfrm>
              <a:custGeom>
                <a:avLst/>
                <a:gdLst>
                  <a:gd name="T0" fmla="*/ 0 w 27"/>
                  <a:gd name="T1" fmla="*/ 361 h 36"/>
                  <a:gd name="T2" fmla="*/ 456 w 27"/>
                  <a:gd name="T3" fmla="*/ 361 h 36"/>
                  <a:gd name="T4" fmla="*/ 357 w 27"/>
                  <a:gd name="T5" fmla="*/ 1012 h 36"/>
                  <a:gd name="T6" fmla="*/ 261 w 27"/>
                  <a:gd name="T7" fmla="*/ 560 h 36"/>
                  <a:gd name="T8" fmla="*/ 0 w 27"/>
                  <a:gd name="T9" fmla="*/ 45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12"/>
                    </a:moveTo>
                    <a:cubicBezTo>
                      <a:pt x="4" y="0"/>
                      <a:pt x="16" y="2"/>
                      <a:pt x="21" y="12"/>
                    </a:cubicBezTo>
                    <a:cubicBezTo>
                      <a:pt x="23" y="17"/>
                      <a:pt x="27" y="36"/>
                      <a:pt x="16" y="34"/>
                    </a:cubicBezTo>
                    <a:cubicBezTo>
                      <a:pt x="8" y="33"/>
                      <a:pt x="15" y="23"/>
                      <a:pt x="12" y="19"/>
                    </a:cubicBezTo>
                    <a:cubicBezTo>
                      <a:pt x="9" y="15"/>
                      <a:pt x="0" y="21"/>
                      <a:pt x="0" y="1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6" name="Freeform 354">
                <a:extLst>
                  <a:ext uri="{FF2B5EF4-FFF2-40B4-BE49-F238E27FC236}">
                    <a16:creationId xmlns:a16="http://schemas.microsoft.com/office/drawing/2014/main" id="{DB89EFD1-6E6C-4197-8CCD-E8B8F98EE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3135"/>
                <a:ext cx="76" cy="58"/>
              </a:xfrm>
              <a:custGeom>
                <a:avLst/>
                <a:gdLst>
                  <a:gd name="T0" fmla="*/ 814 w 41"/>
                  <a:gd name="T1" fmla="*/ 96 h 29"/>
                  <a:gd name="T2" fmla="*/ 358 w 41"/>
                  <a:gd name="T3" fmla="*/ 160 h 29"/>
                  <a:gd name="T4" fmla="*/ 237 w 41"/>
                  <a:gd name="T5" fmla="*/ 864 h 29"/>
                  <a:gd name="T6" fmla="*/ 439 w 41"/>
                  <a:gd name="T7" fmla="*/ 736 h 29"/>
                  <a:gd name="T8" fmla="*/ 693 w 41"/>
                  <a:gd name="T9" fmla="*/ 480 h 29"/>
                  <a:gd name="T10" fmla="*/ 897 w 41"/>
                  <a:gd name="T11" fmla="*/ 288 h 29"/>
                  <a:gd name="T12" fmla="*/ 814 w 41"/>
                  <a:gd name="T13" fmla="*/ 3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9">
                    <a:moveTo>
                      <a:pt x="37" y="3"/>
                    </a:moveTo>
                    <a:cubicBezTo>
                      <a:pt x="32" y="0"/>
                      <a:pt x="21" y="2"/>
                      <a:pt x="16" y="5"/>
                    </a:cubicBezTo>
                    <a:cubicBezTo>
                      <a:pt x="9" y="8"/>
                      <a:pt x="0" y="22"/>
                      <a:pt x="11" y="27"/>
                    </a:cubicBezTo>
                    <a:cubicBezTo>
                      <a:pt x="16" y="29"/>
                      <a:pt x="17" y="26"/>
                      <a:pt x="20" y="23"/>
                    </a:cubicBezTo>
                    <a:cubicBezTo>
                      <a:pt x="24" y="19"/>
                      <a:pt x="26" y="17"/>
                      <a:pt x="32" y="15"/>
                    </a:cubicBezTo>
                    <a:cubicBezTo>
                      <a:pt x="37" y="14"/>
                      <a:pt x="40" y="14"/>
                      <a:pt x="41" y="9"/>
                    </a:cubicBezTo>
                    <a:cubicBezTo>
                      <a:pt x="41" y="6"/>
                      <a:pt x="40" y="2"/>
                      <a:pt x="37" y="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7" name="Freeform 355">
                <a:extLst>
                  <a:ext uri="{FF2B5EF4-FFF2-40B4-BE49-F238E27FC236}">
                    <a16:creationId xmlns:a16="http://schemas.microsoft.com/office/drawing/2014/main" id="{B8340C6C-DF7A-431B-A51A-00CC96643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3163"/>
                <a:ext cx="78" cy="39"/>
              </a:xfrm>
              <a:custGeom>
                <a:avLst/>
                <a:gdLst>
                  <a:gd name="T0" fmla="*/ 641 w 42"/>
                  <a:gd name="T1" fmla="*/ 88 h 20"/>
                  <a:gd name="T2" fmla="*/ 225 w 42"/>
                  <a:gd name="T3" fmla="*/ 117 h 20"/>
                  <a:gd name="T4" fmla="*/ 358 w 42"/>
                  <a:gd name="T5" fmla="*/ 445 h 20"/>
                  <a:gd name="T6" fmla="*/ 858 w 42"/>
                  <a:gd name="T7" fmla="*/ 365 h 20"/>
                  <a:gd name="T8" fmla="*/ 693 w 42"/>
                  <a:gd name="T9" fmla="*/ 6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0">
                    <a:moveTo>
                      <a:pt x="29" y="3"/>
                    </a:moveTo>
                    <a:cubicBezTo>
                      <a:pt x="23" y="2"/>
                      <a:pt x="15" y="0"/>
                      <a:pt x="10" y="4"/>
                    </a:cubicBezTo>
                    <a:cubicBezTo>
                      <a:pt x="0" y="12"/>
                      <a:pt x="9" y="15"/>
                      <a:pt x="16" y="16"/>
                    </a:cubicBezTo>
                    <a:cubicBezTo>
                      <a:pt x="22" y="16"/>
                      <a:pt x="36" y="20"/>
                      <a:pt x="39" y="13"/>
                    </a:cubicBezTo>
                    <a:cubicBezTo>
                      <a:pt x="42" y="7"/>
                      <a:pt x="36" y="3"/>
                      <a:pt x="31" y="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8" name="Freeform 356">
                <a:extLst>
                  <a:ext uri="{FF2B5EF4-FFF2-40B4-BE49-F238E27FC236}">
                    <a16:creationId xmlns:a16="http://schemas.microsoft.com/office/drawing/2014/main" id="{F1E220C0-6DAC-45B4-889E-892BB707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3052"/>
                <a:ext cx="33" cy="32"/>
              </a:xfrm>
              <a:custGeom>
                <a:avLst/>
                <a:gdLst>
                  <a:gd name="T0" fmla="*/ 376 w 18"/>
                  <a:gd name="T1" fmla="*/ 512 h 16"/>
                  <a:gd name="T2" fmla="*/ 0 w 1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18" y="16"/>
                    </a:moveTo>
                    <a:cubicBezTo>
                      <a:pt x="8" y="16"/>
                      <a:pt x="2" y="8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9" name="Freeform 357">
                <a:extLst>
                  <a:ext uri="{FF2B5EF4-FFF2-40B4-BE49-F238E27FC236}">
                    <a16:creationId xmlns:a16="http://schemas.microsoft.com/office/drawing/2014/main" id="{E1267D89-2457-45D6-AC7D-CBBE0A1F0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106"/>
                <a:ext cx="58" cy="61"/>
              </a:xfrm>
              <a:custGeom>
                <a:avLst/>
                <a:gdLst>
                  <a:gd name="T0" fmla="*/ 84 w 31"/>
                  <a:gd name="T1" fmla="*/ 61 h 31"/>
                  <a:gd name="T2" fmla="*/ 210 w 31"/>
                  <a:gd name="T3" fmla="*/ 527 h 31"/>
                  <a:gd name="T4" fmla="*/ 715 w 31"/>
                  <a:gd name="T5" fmla="*/ 88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4" y="2"/>
                    </a:moveTo>
                    <a:cubicBezTo>
                      <a:pt x="0" y="0"/>
                      <a:pt x="7" y="15"/>
                      <a:pt x="9" y="18"/>
                    </a:cubicBezTo>
                    <a:cubicBezTo>
                      <a:pt x="14" y="27"/>
                      <a:pt x="20" y="31"/>
                      <a:pt x="31" y="3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0" name="Freeform 358">
                <a:extLst>
                  <a:ext uri="{FF2B5EF4-FFF2-40B4-BE49-F238E27FC236}">
                    <a16:creationId xmlns:a16="http://schemas.microsoft.com/office/drawing/2014/main" id="{AF33ABCD-C5A0-4DEA-A568-4C9CB8DBD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3106"/>
                <a:ext cx="61" cy="29"/>
              </a:xfrm>
              <a:custGeom>
                <a:avLst/>
                <a:gdLst>
                  <a:gd name="T0" fmla="*/ 714 w 33"/>
                  <a:gd name="T1" fmla="*/ 404 h 15"/>
                  <a:gd name="T2" fmla="*/ 0 w 33"/>
                  <a:gd name="T3" fmla="*/ 5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33" y="15"/>
                    </a:moveTo>
                    <a:cubicBezTo>
                      <a:pt x="31" y="0"/>
                      <a:pt x="11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1" name="Freeform 359">
                <a:extLst>
                  <a:ext uri="{FF2B5EF4-FFF2-40B4-BE49-F238E27FC236}">
                    <a16:creationId xmlns:a16="http://schemas.microsoft.com/office/drawing/2014/main" id="{CA59305F-11E4-48C5-B897-E0431309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3163"/>
                <a:ext cx="74" cy="43"/>
              </a:xfrm>
              <a:custGeom>
                <a:avLst/>
                <a:gdLst>
                  <a:gd name="T0" fmla="*/ 68 w 40"/>
                  <a:gd name="T1" fmla="*/ 627 h 22"/>
                  <a:gd name="T2" fmla="*/ 866 w 40"/>
                  <a:gd name="T3" fmla="*/ 149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2">
                    <a:moveTo>
                      <a:pt x="3" y="22"/>
                    </a:moveTo>
                    <a:cubicBezTo>
                      <a:pt x="0" y="3"/>
                      <a:pt x="28" y="0"/>
                      <a:pt x="40" y="5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2" name="Freeform 360">
                <a:extLst>
                  <a:ext uri="{FF2B5EF4-FFF2-40B4-BE49-F238E27FC236}">
                    <a16:creationId xmlns:a16="http://schemas.microsoft.com/office/drawing/2014/main" id="{14F13885-BFFA-4B72-A6DD-95EB68516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119"/>
                <a:ext cx="57" cy="60"/>
              </a:xfrm>
              <a:custGeom>
                <a:avLst/>
                <a:gdLst>
                  <a:gd name="T0" fmla="*/ 653 w 31"/>
                  <a:gd name="T1" fmla="*/ 224 h 30"/>
                  <a:gd name="T2" fmla="*/ 173 w 31"/>
                  <a:gd name="T3" fmla="*/ 96 h 30"/>
                  <a:gd name="T4" fmla="*/ 193 w 31"/>
                  <a:gd name="T5" fmla="*/ 608 h 30"/>
                  <a:gd name="T6" fmla="*/ 601 w 31"/>
                  <a:gd name="T7" fmla="*/ 22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31" y="7"/>
                    </a:moveTo>
                    <a:cubicBezTo>
                      <a:pt x="26" y="5"/>
                      <a:pt x="14" y="0"/>
                      <a:pt x="8" y="3"/>
                    </a:cubicBezTo>
                    <a:cubicBezTo>
                      <a:pt x="0" y="6"/>
                      <a:pt x="4" y="14"/>
                      <a:pt x="9" y="19"/>
                    </a:cubicBezTo>
                    <a:cubicBezTo>
                      <a:pt x="21" y="30"/>
                      <a:pt x="30" y="21"/>
                      <a:pt x="29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3" name="Freeform 361">
                <a:extLst>
                  <a:ext uri="{FF2B5EF4-FFF2-40B4-BE49-F238E27FC236}">
                    <a16:creationId xmlns:a16="http://schemas.microsoft.com/office/drawing/2014/main" id="{63E4BFA2-24ED-4E01-8DE1-FC6E6FAA5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151"/>
                <a:ext cx="80" cy="65"/>
              </a:xfrm>
              <a:custGeom>
                <a:avLst/>
                <a:gdLst>
                  <a:gd name="T0" fmla="*/ 824 w 43"/>
                  <a:gd name="T1" fmla="*/ 528 h 33"/>
                  <a:gd name="T2" fmla="*/ 471 w 43"/>
                  <a:gd name="T3" fmla="*/ 63 h 33"/>
                  <a:gd name="T4" fmla="*/ 24 w 43"/>
                  <a:gd name="T5" fmla="*/ 496 h 33"/>
                  <a:gd name="T6" fmla="*/ 720 w 43"/>
                  <a:gd name="T7" fmla="*/ 55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3">
                    <a:moveTo>
                      <a:pt x="37" y="18"/>
                    </a:moveTo>
                    <a:cubicBezTo>
                      <a:pt x="32" y="14"/>
                      <a:pt x="28" y="3"/>
                      <a:pt x="21" y="2"/>
                    </a:cubicBezTo>
                    <a:cubicBezTo>
                      <a:pt x="14" y="0"/>
                      <a:pt x="0" y="10"/>
                      <a:pt x="1" y="17"/>
                    </a:cubicBezTo>
                    <a:cubicBezTo>
                      <a:pt x="2" y="29"/>
                      <a:pt x="43" y="33"/>
                      <a:pt x="32" y="1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4" name="Freeform 362">
                <a:extLst>
                  <a:ext uri="{FF2B5EF4-FFF2-40B4-BE49-F238E27FC236}">
                    <a16:creationId xmlns:a16="http://schemas.microsoft.com/office/drawing/2014/main" id="{35FC7A8C-EED6-4B32-BB00-C72D126AF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074"/>
                <a:ext cx="98" cy="67"/>
              </a:xfrm>
              <a:custGeom>
                <a:avLst/>
                <a:gdLst>
                  <a:gd name="T0" fmla="*/ 947 w 53"/>
                  <a:gd name="T1" fmla="*/ 213 h 34"/>
                  <a:gd name="T2" fmla="*/ 782 w 53"/>
                  <a:gd name="T3" fmla="*/ 772 h 34"/>
                  <a:gd name="T4" fmla="*/ 1145 w 53"/>
                  <a:gd name="T5" fmla="*/ 512 h 34"/>
                  <a:gd name="T6" fmla="*/ 967 w 53"/>
                  <a:gd name="T7" fmla="*/ 24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4">
                    <a:moveTo>
                      <a:pt x="44" y="7"/>
                    </a:moveTo>
                    <a:cubicBezTo>
                      <a:pt x="30" y="0"/>
                      <a:pt x="0" y="34"/>
                      <a:pt x="36" y="26"/>
                    </a:cubicBezTo>
                    <a:cubicBezTo>
                      <a:pt x="42" y="25"/>
                      <a:pt x="52" y="26"/>
                      <a:pt x="53" y="17"/>
                    </a:cubicBezTo>
                    <a:cubicBezTo>
                      <a:pt x="53" y="12"/>
                      <a:pt x="49" y="10"/>
                      <a:pt x="45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5" name="Freeform 363">
                <a:extLst>
                  <a:ext uri="{FF2B5EF4-FFF2-40B4-BE49-F238E27FC236}">
                    <a16:creationId xmlns:a16="http://schemas.microsoft.com/office/drawing/2014/main" id="{D96AC27A-46CE-47D9-A699-21F650925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977"/>
                <a:ext cx="69" cy="107"/>
              </a:xfrm>
              <a:custGeom>
                <a:avLst/>
                <a:gdLst>
                  <a:gd name="T0" fmla="*/ 0 w 37"/>
                  <a:gd name="T1" fmla="*/ 1096 h 54"/>
                  <a:gd name="T2" fmla="*/ 675 w 37"/>
                  <a:gd name="T3" fmla="*/ 1339 h 54"/>
                  <a:gd name="T4" fmla="*/ 785 w 37"/>
                  <a:gd name="T5" fmla="*/ 707 h 54"/>
                  <a:gd name="T6" fmla="*/ 112 w 37"/>
                  <a:gd name="T7" fmla="*/ 1189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4">
                    <a:moveTo>
                      <a:pt x="0" y="36"/>
                    </a:moveTo>
                    <a:cubicBezTo>
                      <a:pt x="8" y="42"/>
                      <a:pt x="21" y="54"/>
                      <a:pt x="30" y="44"/>
                    </a:cubicBezTo>
                    <a:cubicBezTo>
                      <a:pt x="34" y="41"/>
                      <a:pt x="35" y="28"/>
                      <a:pt x="35" y="23"/>
                    </a:cubicBezTo>
                    <a:cubicBezTo>
                      <a:pt x="37" y="0"/>
                      <a:pt x="7" y="28"/>
                      <a:pt x="5" y="3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6" name="Freeform 364">
                <a:extLst>
                  <a:ext uri="{FF2B5EF4-FFF2-40B4-BE49-F238E27FC236}">
                    <a16:creationId xmlns:a16="http://schemas.microsoft.com/office/drawing/2014/main" id="{3F4E6517-BECA-483D-87B1-C8DADBC40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225"/>
                <a:ext cx="1472" cy="660"/>
              </a:xfrm>
              <a:custGeom>
                <a:avLst/>
                <a:gdLst>
                  <a:gd name="T0" fmla="*/ 16973 w 795"/>
                  <a:gd name="T1" fmla="*/ 10001 h 334"/>
                  <a:gd name="T2" fmla="*/ 17303 w 795"/>
                  <a:gd name="T3" fmla="*/ 10030 h 334"/>
                  <a:gd name="T4" fmla="*/ 16042 w 795"/>
                  <a:gd name="T5" fmla="*/ 8434 h 334"/>
                  <a:gd name="T6" fmla="*/ 14537 w 795"/>
                  <a:gd name="T7" fmla="*/ 7469 h 334"/>
                  <a:gd name="T8" fmla="*/ 13820 w 795"/>
                  <a:gd name="T9" fmla="*/ 5748 h 334"/>
                  <a:gd name="T10" fmla="*/ 13342 w 795"/>
                  <a:gd name="T11" fmla="*/ 4420 h 334"/>
                  <a:gd name="T12" fmla="*/ 13059 w 795"/>
                  <a:gd name="T13" fmla="*/ 3517 h 334"/>
                  <a:gd name="T14" fmla="*/ 12163 w 795"/>
                  <a:gd name="T15" fmla="*/ 2687 h 334"/>
                  <a:gd name="T16" fmla="*/ 11272 w 795"/>
                  <a:gd name="T17" fmla="*/ 840 h 334"/>
                  <a:gd name="T18" fmla="*/ 9662 w 795"/>
                  <a:gd name="T19" fmla="*/ 156 h 334"/>
                  <a:gd name="T20" fmla="*/ 7947 w 795"/>
                  <a:gd name="T21" fmla="*/ 184 h 334"/>
                  <a:gd name="T22" fmla="*/ 6664 w 795"/>
                  <a:gd name="T23" fmla="*/ 1844 h 334"/>
                  <a:gd name="T24" fmla="*/ 4316 w 795"/>
                  <a:gd name="T25" fmla="*/ 3796 h 334"/>
                  <a:gd name="T26" fmla="*/ 3446 w 795"/>
                  <a:gd name="T27" fmla="*/ 6481 h 334"/>
                  <a:gd name="T28" fmla="*/ 1848 w 795"/>
                  <a:gd name="T29" fmla="*/ 8110 h 334"/>
                  <a:gd name="T30" fmla="*/ 0 w 795"/>
                  <a:gd name="T31" fmla="*/ 10062 h 334"/>
                  <a:gd name="T32" fmla="*/ 507 w 795"/>
                  <a:gd name="T33" fmla="*/ 10001 h 334"/>
                  <a:gd name="T34" fmla="*/ 16973 w 795"/>
                  <a:gd name="T35" fmla="*/ 10001 h 3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95" h="334">
                    <a:moveTo>
                      <a:pt x="780" y="332"/>
                    </a:moveTo>
                    <a:cubicBezTo>
                      <a:pt x="784" y="332"/>
                      <a:pt x="795" y="333"/>
                      <a:pt x="795" y="333"/>
                    </a:cubicBezTo>
                    <a:cubicBezTo>
                      <a:pt x="769" y="300"/>
                      <a:pt x="754" y="296"/>
                      <a:pt x="737" y="280"/>
                    </a:cubicBezTo>
                    <a:cubicBezTo>
                      <a:pt x="717" y="261"/>
                      <a:pt x="702" y="265"/>
                      <a:pt x="668" y="248"/>
                    </a:cubicBezTo>
                    <a:cubicBezTo>
                      <a:pt x="634" y="231"/>
                      <a:pt x="633" y="214"/>
                      <a:pt x="635" y="191"/>
                    </a:cubicBezTo>
                    <a:cubicBezTo>
                      <a:pt x="638" y="169"/>
                      <a:pt x="634" y="156"/>
                      <a:pt x="613" y="147"/>
                    </a:cubicBezTo>
                    <a:cubicBezTo>
                      <a:pt x="593" y="139"/>
                      <a:pt x="610" y="135"/>
                      <a:pt x="600" y="117"/>
                    </a:cubicBezTo>
                    <a:cubicBezTo>
                      <a:pt x="590" y="98"/>
                      <a:pt x="582" y="110"/>
                      <a:pt x="559" y="89"/>
                    </a:cubicBezTo>
                    <a:cubicBezTo>
                      <a:pt x="536" y="68"/>
                      <a:pt x="540" y="50"/>
                      <a:pt x="518" y="28"/>
                    </a:cubicBezTo>
                    <a:cubicBezTo>
                      <a:pt x="496" y="6"/>
                      <a:pt x="471" y="9"/>
                      <a:pt x="444" y="5"/>
                    </a:cubicBezTo>
                    <a:cubicBezTo>
                      <a:pt x="416" y="0"/>
                      <a:pt x="394" y="3"/>
                      <a:pt x="365" y="6"/>
                    </a:cubicBezTo>
                    <a:cubicBezTo>
                      <a:pt x="335" y="8"/>
                      <a:pt x="320" y="29"/>
                      <a:pt x="306" y="61"/>
                    </a:cubicBezTo>
                    <a:cubicBezTo>
                      <a:pt x="293" y="93"/>
                      <a:pt x="231" y="115"/>
                      <a:pt x="198" y="126"/>
                    </a:cubicBezTo>
                    <a:cubicBezTo>
                      <a:pt x="150" y="141"/>
                      <a:pt x="144" y="182"/>
                      <a:pt x="158" y="215"/>
                    </a:cubicBezTo>
                    <a:cubicBezTo>
                      <a:pt x="173" y="247"/>
                      <a:pt x="122" y="264"/>
                      <a:pt x="85" y="269"/>
                    </a:cubicBezTo>
                    <a:cubicBezTo>
                      <a:pt x="58" y="273"/>
                      <a:pt x="0" y="334"/>
                      <a:pt x="0" y="334"/>
                    </a:cubicBezTo>
                    <a:cubicBezTo>
                      <a:pt x="0" y="334"/>
                      <a:pt x="12" y="333"/>
                      <a:pt x="23" y="332"/>
                    </a:cubicBezTo>
                    <a:cubicBezTo>
                      <a:pt x="338" y="315"/>
                      <a:pt x="605" y="322"/>
                      <a:pt x="780" y="332"/>
                    </a:cubicBezTo>
                    <a:close/>
                  </a:path>
                </a:pathLst>
              </a:custGeom>
              <a:solidFill>
                <a:srgbClr val="F4C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7" name="Freeform 365">
                <a:extLst>
                  <a:ext uri="{FF2B5EF4-FFF2-40B4-BE49-F238E27FC236}">
                    <a16:creationId xmlns:a16="http://schemas.microsoft.com/office/drawing/2014/main" id="{E7326F66-066B-4370-9687-3F1F9E90F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261"/>
                <a:ext cx="1361" cy="620"/>
              </a:xfrm>
              <a:custGeom>
                <a:avLst/>
                <a:gdLst>
                  <a:gd name="T0" fmla="*/ 15156 w 735"/>
                  <a:gd name="T1" fmla="*/ 9393 h 314"/>
                  <a:gd name="T2" fmla="*/ 15999 w 735"/>
                  <a:gd name="T3" fmla="*/ 9422 h 314"/>
                  <a:gd name="T4" fmla="*/ 14545 w 735"/>
                  <a:gd name="T5" fmla="*/ 7829 h 314"/>
                  <a:gd name="T6" fmla="*/ 13129 w 735"/>
                  <a:gd name="T7" fmla="*/ 6842 h 314"/>
                  <a:gd name="T8" fmla="*/ 12477 w 735"/>
                  <a:gd name="T9" fmla="*/ 5428 h 314"/>
                  <a:gd name="T10" fmla="*/ 12218 w 735"/>
                  <a:gd name="T11" fmla="*/ 4164 h 314"/>
                  <a:gd name="T12" fmla="*/ 11623 w 735"/>
                  <a:gd name="T13" fmla="*/ 3325 h 314"/>
                  <a:gd name="T14" fmla="*/ 10818 w 735"/>
                  <a:gd name="T15" fmla="*/ 2557 h 314"/>
                  <a:gd name="T16" fmla="*/ 10049 w 735"/>
                  <a:gd name="T17" fmla="*/ 839 h 314"/>
                  <a:gd name="T18" fmla="*/ 8616 w 735"/>
                  <a:gd name="T19" fmla="*/ 124 h 314"/>
                  <a:gd name="T20" fmla="*/ 7125 w 735"/>
                  <a:gd name="T21" fmla="*/ 215 h 314"/>
                  <a:gd name="T22" fmla="*/ 6007 w 735"/>
                  <a:gd name="T23" fmla="*/ 1761 h 314"/>
                  <a:gd name="T24" fmla="*/ 3937 w 735"/>
                  <a:gd name="T25" fmla="*/ 3602 h 314"/>
                  <a:gd name="T26" fmla="*/ 3092 w 735"/>
                  <a:gd name="T27" fmla="*/ 6753 h 314"/>
                  <a:gd name="T28" fmla="*/ 1259 w 735"/>
                  <a:gd name="T29" fmla="*/ 7829 h 314"/>
                  <a:gd name="T30" fmla="*/ 0 w 735"/>
                  <a:gd name="T31" fmla="*/ 9422 h 314"/>
                  <a:gd name="T32" fmla="*/ 611 w 735"/>
                  <a:gd name="T33" fmla="*/ 9393 h 314"/>
                  <a:gd name="T34" fmla="*/ 15156 w 735"/>
                  <a:gd name="T35" fmla="*/ 9393 h 31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35" h="314">
                    <a:moveTo>
                      <a:pt x="696" y="313"/>
                    </a:moveTo>
                    <a:cubicBezTo>
                      <a:pt x="707" y="310"/>
                      <a:pt x="735" y="314"/>
                      <a:pt x="735" y="314"/>
                    </a:cubicBezTo>
                    <a:cubicBezTo>
                      <a:pt x="730" y="284"/>
                      <a:pt x="679" y="281"/>
                      <a:pt x="668" y="261"/>
                    </a:cubicBezTo>
                    <a:cubicBezTo>
                      <a:pt x="656" y="242"/>
                      <a:pt x="633" y="244"/>
                      <a:pt x="603" y="228"/>
                    </a:cubicBezTo>
                    <a:cubicBezTo>
                      <a:pt x="574" y="212"/>
                      <a:pt x="571" y="202"/>
                      <a:pt x="573" y="181"/>
                    </a:cubicBezTo>
                    <a:cubicBezTo>
                      <a:pt x="575" y="160"/>
                      <a:pt x="580" y="148"/>
                      <a:pt x="561" y="139"/>
                    </a:cubicBezTo>
                    <a:cubicBezTo>
                      <a:pt x="543" y="131"/>
                      <a:pt x="543" y="129"/>
                      <a:pt x="534" y="111"/>
                    </a:cubicBezTo>
                    <a:cubicBezTo>
                      <a:pt x="525" y="94"/>
                      <a:pt x="518" y="104"/>
                      <a:pt x="497" y="85"/>
                    </a:cubicBezTo>
                    <a:cubicBezTo>
                      <a:pt x="477" y="65"/>
                      <a:pt x="481" y="48"/>
                      <a:pt x="462" y="28"/>
                    </a:cubicBezTo>
                    <a:cubicBezTo>
                      <a:pt x="443" y="7"/>
                      <a:pt x="420" y="9"/>
                      <a:pt x="396" y="4"/>
                    </a:cubicBezTo>
                    <a:cubicBezTo>
                      <a:pt x="372" y="0"/>
                      <a:pt x="353" y="4"/>
                      <a:pt x="327" y="7"/>
                    </a:cubicBezTo>
                    <a:cubicBezTo>
                      <a:pt x="301" y="9"/>
                      <a:pt x="288" y="29"/>
                      <a:pt x="276" y="59"/>
                    </a:cubicBezTo>
                    <a:cubicBezTo>
                      <a:pt x="265" y="89"/>
                      <a:pt x="210" y="111"/>
                      <a:pt x="181" y="120"/>
                    </a:cubicBezTo>
                    <a:cubicBezTo>
                      <a:pt x="135" y="134"/>
                      <a:pt x="130" y="195"/>
                      <a:pt x="142" y="225"/>
                    </a:cubicBezTo>
                    <a:cubicBezTo>
                      <a:pt x="155" y="255"/>
                      <a:pt x="91" y="257"/>
                      <a:pt x="58" y="261"/>
                    </a:cubicBezTo>
                    <a:cubicBezTo>
                      <a:pt x="26" y="266"/>
                      <a:pt x="0" y="314"/>
                      <a:pt x="0" y="314"/>
                    </a:cubicBezTo>
                    <a:cubicBezTo>
                      <a:pt x="0" y="314"/>
                      <a:pt x="22" y="307"/>
                      <a:pt x="28" y="313"/>
                    </a:cubicBezTo>
                    <a:cubicBezTo>
                      <a:pt x="304" y="297"/>
                      <a:pt x="542" y="304"/>
                      <a:pt x="696" y="313"/>
                    </a:cubicBezTo>
                    <a:close/>
                  </a:path>
                </a:pathLst>
              </a:custGeom>
              <a:solidFill>
                <a:srgbClr val="EFA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8" name="Freeform 366">
                <a:extLst>
                  <a:ext uri="{FF2B5EF4-FFF2-40B4-BE49-F238E27FC236}">
                    <a16:creationId xmlns:a16="http://schemas.microsoft.com/office/drawing/2014/main" id="{BAE2185A-7273-4955-AA44-0BC5ABD4F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314"/>
                <a:ext cx="1229" cy="567"/>
              </a:xfrm>
              <a:custGeom>
                <a:avLst/>
                <a:gdLst>
                  <a:gd name="T0" fmla="*/ 14011 w 664"/>
                  <a:gd name="T1" fmla="*/ 8574 h 287"/>
                  <a:gd name="T2" fmla="*/ 14426 w 664"/>
                  <a:gd name="T3" fmla="*/ 8606 h 287"/>
                  <a:gd name="T4" fmla="*/ 13334 w 664"/>
                  <a:gd name="T5" fmla="*/ 7162 h 287"/>
                  <a:gd name="T6" fmla="*/ 11901 w 664"/>
                  <a:gd name="T7" fmla="*/ 6417 h 287"/>
                  <a:gd name="T8" fmla="*/ 11490 w 664"/>
                  <a:gd name="T9" fmla="*/ 4933 h 287"/>
                  <a:gd name="T10" fmla="*/ 10994 w 664"/>
                  <a:gd name="T11" fmla="*/ 3888 h 287"/>
                  <a:gd name="T12" fmla="*/ 10693 w 664"/>
                  <a:gd name="T13" fmla="*/ 2985 h 287"/>
                  <a:gd name="T14" fmla="*/ 9932 w 664"/>
                  <a:gd name="T15" fmla="*/ 2221 h 287"/>
                  <a:gd name="T16" fmla="*/ 9212 w 664"/>
                  <a:gd name="T17" fmla="*/ 656 h 287"/>
                  <a:gd name="T18" fmla="*/ 7794 w 664"/>
                  <a:gd name="T19" fmla="*/ 184 h 287"/>
                  <a:gd name="T20" fmla="*/ 6430 w 664"/>
                  <a:gd name="T21" fmla="*/ 93 h 287"/>
                  <a:gd name="T22" fmla="*/ 5388 w 664"/>
                  <a:gd name="T23" fmla="*/ 1541 h 287"/>
                  <a:gd name="T24" fmla="*/ 3422 w 664"/>
                  <a:gd name="T25" fmla="*/ 3216 h 287"/>
                  <a:gd name="T26" fmla="*/ 2980 w 664"/>
                  <a:gd name="T27" fmla="*/ 5152 h 287"/>
                  <a:gd name="T28" fmla="*/ 2839 w 664"/>
                  <a:gd name="T29" fmla="*/ 6197 h 287"/>
                  <a:gd name="T30" fmla="*/ 1127 w 664"/>
                  <a:gd name="T31" fmla="*/ 7280 h 287"/>
                  <a:gd name="T32" fmla="*/ 0 w 664"/>
                  <a:gd name="T33" fmla="*/ 8637 h 287"/>
                  <a:gd name="T34" fmla="*/ 278 w 664"/>
                  <a:gd name="T35" fmla="*/ 8574 h 287"/>
                  <a:gd name="T36" fmla="*/ 14011 w 664"/>
                  <a:gd name="T37" fmla="*/ 8574 h 2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4" h="287">
                    <a:moveTo>
                      <a:pt x="645" y="285"/>
                    </a:moveTo>
                    <a:cubicBezTo>
                      <a:pt x="654" y="283"/>
                      <a:pt x="664" y="286"/>
                      <a:pt x="664" y="286"/>
                    </a:cubicBezTo>
                    <a:cubicBezTo>
                      <a:pt x="660" y="258"/>
                      <a:pt x="625" y="256"/>
                      <a:pt x="614" y="238"/>
                    </a:cubicBezTo>
                    <a:cubicBezTo>
                      <a:pt x="603" y="219"/>
                      <a:pt x="577" y="228"/>
                      <a:pt x="548" y="213"/>
                    </a:cubicBezTo>
                    <a:cubicBezTo>
                      <a:pt x="520" y="198"/>
                      <a:pt x="527" y="183"/>
                      <a:pt x="529" y="164"/>
                    </a:cubicBezTo>
                    <a:cubicBezTo>
                      <a:pt x="531" y="144"/>
                      <a:pt x="523" y="137"/>
                      <a:pt x="506" y="129"/>
                    </a:cubicBezTo>
                    <a:cubicBezTo>
                      <a:pt x="488" y="122"/>
                      <a:pt x="500" y="115"/>
                      <a:pt x="492" y="99"/>
                    </a:cubicBezTo>
                    <a:cubicBezTo>
                      <a:pt x="484" y="83"/>
                      <a:pt x="476" y="93"/>
                      <a:pt x="457" y="74"/>
                    </a:cubicBezTo>
                    <a:cubicBezTo>
                      <a:pt x="438" y="56"/>
                      <a:pt x="442" y="41"/>
                      <a:pt x="424" y="22"/>
                    </a:cubicBezTo>
                    <a:cubicBezTo>
                      <a:pt x="405" y="3"/>
                      <a:pt x="382" y="10"/>
                      <a:pt x="359" y="6"/>
                    </a:cubicBezTo>
                    <a:cubicBezTo>
                      <a:pt x="336" y="1"/>
                      <a:pt x="321" y="0"/>
                      <a:pt x="296" y="3"/>
                    </a:cubicBezTo>
                    <a:cubicBezTo>
                      <a:pt x="272" y="5"/>
                      <a:pt x="259" y="23"/>
                      <a:pt x="248" y="51"/>
                    </a:cubicBezTo>
                    <a:cubicBezTo>
                      <a:pt x="237" y="79"/>
                      <a:pt x="185" y="97"/>
                      <a:pt x="158" y="107"/>
                    </a:cubicBezTo>
                    <a:cubicBezTo>
                      <a:pt x="131" y="116"/>
                      <a:pt x="127" y="152"/>
                      <a:pt x="137" y="171"/>
                    </a:cubicBezTo>
                    <a:cubicBezTo>
                      <a:pt x="147" y="190"/>
                      <a:pt x="119" y="179"/>
                      <a:pt x="131" y="206"/>
                    </a:cubicBezTo>
                    <a:cubicBezTo>
                      <a:pt x="142" y="234"/>
                      <a:pt x="83" y="238"/>
                      <a:pt x="52" y="242"/>
                    </a:cubicBezTo>
                    <a:cubicBezTo>
                      <a:pt x="21" y="246"/>
                      <a:pt x="0" y="287"/>
                      <a:pt x="0" y="287"/>
                    </a:cubicBezTo>
                    <a:cubicBezTo>
                      <a:pt x="0" y="287"/>
                      <a:pt x="6" y="280"/>
                      <a:pt x="13" y="285"/>
                    </a:cubicBezTo>
                    <a:cubicBezTo>
                      <a:pt x="275" y="270"/>
                      <a:pt x="499" y="277"/>
                      <a:pt x="645" y="285"/>
                    </a:cubicBezTo>
                    <a:close/>
                  </a:path>
                </a:pathLst>
              </a:custGeom>
              <a:solidFill>
                <a:srgbClr val="DD93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9" name="Freeform 367">
                <a:extLst>
                  <a:ext uri="{FF2B5EF4-FFF2-40B4-BE49-F238E27FC236}">
                    <a16:creationId xmlns:a16="http://schemas.microsoft.com/office/drawing/2014/main" id="{D8914B5E-E586-421D-9C95-C44BCDAAA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350"/>
                <a:ext cx="1124" cy="746"/>
              </a:xfrm>
              <a:custGeom>
                <a:avLst/>
                <a:gdLst>
                  <a:gd name="T0" fmla="*/ 0 w 607"/>
                  <a:gd name="T1" fmla="*/ 7993 h 378"/>
                  <a:gd name="T2" fmla="*/ 998 w 607"/>
                  <a:gd name="T3" fmla="*/ 7010 h 378"/>
                  <a:gd name="T4" fmla="*/ 2579 w 607"/>
                  <a:gd name="T5" fmla="*/ 5994 h 378"/>
                  <a:gd name="T6" fmla="*/ 2705 w 607"/>
                  <a:gd name="T7" fmla="*/ 4973 h 378"/>
                  <a:gd name="T8" fmla="*/ 3116 w 607"/>
                  <a:gd name="T9" fmla="*/ 3081 h 378"/>
                  <a:gd name="T10" fmla="*/ 4914 w 607"/>
                  <a:gd name="T11" fmla="*/ 1468 h 378"/>
                  <a:gd name="T12" fmla="*/ 5881 w 607"/>
                  <a:gd name="T13" fmla="*/ 63 h 378"/>
                  <a:gd name="T14" fmla="*/ 7135 w 607"/>
                  <a:gd name="T15" fmla="*/ 560 h 378"/>
                  <a:gd name="T16" fmla="*/ 8431 w 607"/>
                  <a:gd name="T17" fmla="*/ 624 h 378"/>
                  <a:gd name="T18" fmla="*/ 9099 w 607"/>
                  <a:gd name="T19" fmla="*/ 2153 h 378"/>
                  <a:gd name="T20" fmla="*/ 9790 w 607"/>
                  <a:gd name="T21" fmla="*/ 2868 h 378"/>
                  <a:gd name="T22" fmla="*/ 10077 w 607"/>
                  <a:gd name="T23" fmla="*/ 3744 h 378"/>
                  <a:gd name="T24" fmla="*/ 10534 w 607"/>
                  <a:gd name="T25" fmla="*/ 4737 h 378"/>
                  <a:gd name="T26" fmla="*/ 10934 w 607"/>
                  <a:gd name="T27" fmla="*/ 6173 h 378"/>
                  <a:gd name="T28" fmla="*/ 12242 w 607"/>
                  <a:gd name="T29" fmla="*/ 6886 h 378"/>
                  <a:gd name="T30" fmla="*/ 13212 w 607"/>
                  <a:gd name="T31" fmla="*/ 7965 h 378"/>
                  <a:gd name="T32" fmla="*/ 12649 w 607"/>
                  <a:gd name="T33" fmla="*/ 8526 h 378"/>
                  <a:gd name="T34" fmla="*/ 11042 w 607"/>
                  <a:gd name="T35" fmla="*/ 8861 h 378"/>
                  <a:gd name="T36" fmla="*/ 10146 w 607"/>
                  <a:gd name="T37" fmla="*/ 9662 h 378"/>
                  <a:gd name="T38" fmla="*/ 9512 w 607"/>
                  <a:gd name="T39" fmla="*/ 8915 h 378"/>
                  <a:gd name="T40" fmla="*/ 7992 w 607"/>
                  <a:gd name="T41" fmla="*/ 8915 h 378"/>
                  <a:gd name="T42" fmla="*/ 6642 w 607"/>
                  <a:gd name="T43" fmla="*/ 8885 h 378"/>
                  <a:gd name="T44" fmla="*/ 5809 w 607"/>
                  <a:gd name="T45" fmla="*/ 9554 h 378"/>
                  <a:gd name="T46" fmla="*/ 4940 w 607"/>
                  <a:gd name="T47" fmla="*/ 9633 h 378"/>
                  <a:gd name="T48" fmla="*/ 4242 w 607"/>
                  <a:gd name="T49" fmla="*/ 10547 h 378"/>
                  <a:gd name="T50" fmla="*/ 3398 w 607"/>
                  <a:gd name="T51" fmla="*/ 9134 h 378"/>
                  <a:gd name="T52" fmla="*/ 2178 w 607"/>
                  <a:gd name="T53" fmla="*/ 9461 h 378"/>
                  <a:gd name="T54" fmla="*/ 1050 w 607"/>
                  <a:gd name="T55" fmla="*/ 9009 h 378"/>
                  <a:gd name="T56" fmla="*/ 0 w 607"/>
                  <a:gd name="T57" fmla="*/ 7993 h 37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07" h="378">
                    <a:moveTo>
                      <a:pt x="0" y="267"/>
                    </a:moveTo>
                    <a:cubicBezTo>
                      <a:pt x="0" y="267"/>
                      <a:pt x="17" y="239"/>
                      <a:pt x="46" y="234"/>
                    </a:cubicBezTo>
                    <a:cubicBezTo>
                      <a:pt x="74" y="230"/>
                      <a:pt x="129" y="227"/>
                      <a:pt x="118" y="200"/>
                    </a:cubicBezTo>
                    <a:cubicBezTo>
                      <a:pt x="107" y="173"/>
                      <a:pt x="133" y="184"/>
                      <a:pt x="124" y="166"/>
                    </a:cubicBezTo>
                    <a:cubicBezTo>
                      <a:pt x="115" y="147"/>
                      <a:pt x="118" y="113"/>
                      <a:pt x="143" y="103"/>
                    </a:cubicBezTo>
                    <a:cubicBezTo>
                      <a:pt x="168" y="94"/>
                      <a:pt x="216" y="76"/>
                      <a:pt x="226" y="49"/>
                    </a:cubicBezTo>
                    <a:cubicBezTo>
                      <a:pt x="236" y="22"/>
                      <a:pt x="248" y="4"/>
                      <a:pt x="270" y="2"/>
                    </a:cubicBezTo>
                    <a:cubicBezTo>
                      <a:pt x="293" y="0"/>
                      <a:pt x="307" y="15"/>
                      <a:pt x="328" y="19"/>
                    </a:cubicBezTo>
                    <a:cubicBezTo>
                      <a:pt x="349" y="23"/>
                      <a:pt x="371" y="2"/>
                      <a:pt x="387" y="21"/>
                    </a:cubicBezTo>
                    <a:cubicBezTo>
                      <a:pt x="404" y="40"/>
                      <a:pt x="401" y="54"/>
                      <a:pt x="418" y="72"/>
                    </a:cubicBezTo>
                    <a:cubicBezTo>
                      <a:pt x="436" y="90"/>
                      <a:pt x="443" y="80"/>
                      <a:pt x="450" y="96"/>
                    </a:cubicBezTo>
                    <a:cubicBezTo>
                      <a:pt x="458" y="111"/>
                      <a:pt x="447" y="118"/>
                      <a:pt x="463" y="125"/>
                    </a:cubicBezTo>
                    <a:cubicBezTo>
                      <a:pt x="479" y="132"/>
                      <a:pt x="486" y="140"/>
                      <a:pt x="484" y="158"/>
                    </a:cubicBezTo>
                    <a:cubicBezTo>
                      <a:pt x="483" y="177"/>
                      <a:pt x="476" y="192"/>
                      <a:pt x="502" y="206"/>
                    </a:cubicBezTo>
                    <a:cubicBezTo>
                      <a:pt x="528" y="221"/>
                      <a:pt x="552" y="213"/>
                      <a:pt x="562" y="230"/>
                    </a:cubicBezTo>
                    <a:cubicBezTo>
                      <a:pt x="572" y="248"/>
                      <a:pt x="602" y="239"/>
                      <a:pt x="607" y="266"/>
                    </a:cubicBezTo>
                    <a:cubicBezTo>
                      <a:pt x="607" y="266"/>
                      <a:pt x="593" y="273"/>
                      <a:pt x="581" y="285"/>
                    </a:cubicBezTo>
                    <a:cubicBezTo>
                      <a:pt x="570" y="298"/>
                      <a:pt x="525" y="292"/>
                      <a:pt x="507" y="296"/>
                    </a:cubicBezTo>
                    <a:cubicBezTo>
                      <a:pt x="489" y="300"/>
                      <a:pt x="487" y="320"/>
                      <a:pt x="466" y="323"/>
                    </a:cubicBezTo>
                    <a:cubicBezTo>
                      <a:pt x="445" y="326"/>
                      <a:pt x="450" y="293"/>
                      <a:pt x="437" y="298"/>
                    </a:cubicBezTo>
                    <a:cubicBezTo>
                      <a:pt x="423" y="303"/>
                      <a:pt x="386" y="311"/>
                      <a:pt x="367" y="298"/>
                    </a:cubicBezTo>
                    <a:cubicBezTo>
                      <a:pt x="348" y="284"/>
                      <a:pt x="322" y="279"/>
                      <a:pt x="305" y="297"/>
                    </a:cubicBezTo>
                    <a:cubicBezTo>
                      <a:pt x="289" y="315"/>
                      <a:pt x="277" y="326"/>
                      <a:pt x="267" y="319"/>
                    </a:cubicBezTo>
                    <a:cubicBezTo>
                      <a:pt x="257" y="311"/>
                      <a:pt x="235" y="306"/>
                      <a:pt x="227" y="322"/>
                    </a:cubicBezTo>
                    <a:cubicBezTo>
                      <a:pt x="220" y="338"/>
                      <a:pt x="213" y="378"/>
                      <a:pt x="195" y="352"/>
                    </a:cubicBezTo>
                    <a:cubicBezTo>
                      <a:pt x="176" y="326"/>
                      <a:pt x="177" y="297"/>
                      <a:pt x="156" y="305"/>
                    </a:cubicBezTo>
                    <a:cubicBezTo>
                      <a:pt x="134" y="314"/>
                      <a:pt x="114" y="333"/>
                      <a:pt x="100" y="316"/>
                    </a:cubicBezTo>
                    <a:cubicBezTo>
                      <a:pt x="87" y="298"/>
                      <a:pt x="62" y="299"/>
                      <a:pt x="48" y="301"/>
                    </a:cubicBezTo>
                    <a:cubicBezTo>
                      <a:pt x="33" y="303"/>
                      <a:pt x="0" y="267"/>
                      <a:pt x="0" y="267"/>
                    </a:cubicBezTo>
                    <a:close/>
                  </a:path>
                </a:pathLst>
              </a:custGeom>
              <a:solidFill>
                <a:srgbClr val="8B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0" name="Freeform 368">
                <a:extLst>
                  <a:ext uri="{FF2B5EF4-FFF2-40B4-BE49-F238E27FC236}">
                    <a16:creationId xmlns:a16="http://schemas.microsoft.com/office/drawing/2014/main" id="{CAD38CFD-EDA4-4197-B3D6-567979263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350"/>
                <a:ext cx="1124" cy="746"/>
              </a:xfrm>
              <a:custGeom>
                <a:avLst/>
                <a:gdLst>
                  <a:gd name="T0" fmla="*/ 0 w 607"/>
                  <a:gd name="T1" fmla="*/ 7993 h 378"/>
                  <a:gd name="T2" fmla="*/ 998 w 607"/>
                  <a:gd name="T3" fmla="*/ 7010 h 378"/>
                  <a:gd name="T4" fmla="*/ 2579 w 607"/>
                  <a:gd name="T5" fmla="*/ 5994 h 378"/>
                  <a:gd name="T6" fmla="*/ 2705 w 607"/>
                  <a:gd name="T7" fmla="*/ 4973 h 378"/>
                  <a:gd name="T8" fmla="*/ 3116 w 607"/>
                  <a:gd name="T9" fmla="*/ 3081 h 378"/>
                  <a:gd name="T10" fmla="*/ 4914 w 607"/>
                  <a:gd name="T11" fmla="*/ 1468 h 378"/>
                  <a:gd name="T12" fmla="*/ 5881 w 607"/>
                  <a:gd name="T13" fmla="*/ 63 h 378"/>
                  <a:gd name="T14" fmla="*/ 7135 w 607"/>
                  <a:gd name="T15" fmla="*/ 560 h 378"/>
                  <a:gd name="T16" fmla="*/ 8431 w 607"/>
                  <a:gd name="T17" fmla="*/ 624 h 378"/>
                  <a:gd name="T18" fmla="*/ 9099 w 607"/>
                  <a:gd name="T19" fmla="*/ 2153 h 378"/>
                  <a:gd name="T20" fmla="*/ 9790 w 607"/>
                  <a:gd name="T21" fmla="*/ 2868 h 378"/>
                  <a:gd name="T22" fmla="*/ 10077 w 607"/>
                  <a:gd name="T23" fmla="*/ 3744 h 378"/>
                  <a:gd name="T24" fmla="*/ 10534 w 607"/>
                  <a:gd name="T25" fmla="*/ 4737 h 378"/>
                  <a:gd name="T26" fmla="*/ 10934 w 607"/>
                  <a:gd name="T27" fmla="*/ 6173 h 378"/>
                  <a:gd name="T28" fmla="*/ 12242 w 607"/>
                  <a:gd name="T29" fmla="*/ 6886 h 378"/>
                  <a:gd name="T30" fmla="*/ 13212 w 607"/>
                  <a:gd name="T31" fmla="*/ 7965 h 378"/>
                  <a:gd name="T32" fmla="*/ 12649 w 607"/>
                  <a:gd name="T33" fmla="*/ 8526 h 378"/>
                  <a:gd name="T34" fmla="*/ 11042 w 607"/>
                  <a:gd name="T35" fmla="*/ 8861 h 378"/>
                  <a:gd name="T36" fmla="*/ 10146 w 607"/>
                  <a:gd name="T37" fmla="*/ 9662 h 378"/>
                  <a:gd name="T38" fmla="*/ 9512 w 607"/>
                  <a:gd name="T39" fmla="*/ 8915 h 378"/>
                  <a:gd name="T40" fmla="*/ 7992 w 607"/>
                  <a:gd name="T41" fmla="*/ 8915 h 378"/>
                  <a:gd name="T42" fmla="*/ 6642 w 607"/>
                  <a:gd name="T43" fmla="*/ 8885 h 378"/>
                  <a:gd name="T44" fmla="*/ 5809 w 607"/>
                  <a:gd name="T45" fmla="*/ 9554 h 378"/>
                  <a:gd name="T46" fmla="*/ 4940 w 607"/>
                  <a:gd name="T47" fmla="*/ 9633 h 378"/>
                  <a:gd name="T48" fmla="*/ 4242 w 607"/>
                  <a:gd name="T49" fmla="*/ 10547 h 378"/>
                  <a:gd name="T50" fmla="*/ 3398 w 607"/>
                  <a:gd name="T51" fmla="*/ 9134 h 378"/>
                  <a:gd name="T52" fmla="*/ 2178 w 607"/>
                  <a:gd name="T53" fmla="*/ 9461 h 378"/>
                  <a:gd name="T54" fmla="*/ 1050 w 607"/>
                  <a:gd name="T55" fmla="*/ 9009 h 378"/>
                  <a:gd name="T56" fmla="*/ 0 w 607"/>
                  <a:gd name="T57" fmla="*/ 7993 h 37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07" h="378">
                    <a:moveTo>
                      <a:pt x="0" y="267"/>
                    </a:moveTo>
                    <a:cubicBezTo>
                      <a:pt x="0" y="267"/>
                      <a:pt x="17" y="239"/>
                      <a:pt x="46" y="234"/>
                    </a:cubicBezTo>
                    <a:cubicBezTo>
                      <a:pt x="74" y="230"/>
                      <a:pt x="129" y="227"/>
                      <a:pt x="118" y="200"/>
                    </a:cubicBezTo>
                    <a:cubicBezTo>
                      <a:pt x="107" y="173"/>
                      <a:pt x="133" y="184"/>
                      <a:pt x="124" y="166"/>
                    </a:cubicBezTo>
                    <a:cubicBezTo>
                      <a:pt x="115" y="147"/>
                      <a:pt x="118" y="113"/>
                      <a:pt x="143" y="103"/>
                    </a:cubicBezTo>
                    <a:cubicBezTo>
                      <a:pt x="168" y="94"/>
                      <a:pt x="216" y="76"/>
                      <a:pt x="226" y="49"/>
                    </a:cubicBezTo>
                    <a:cubicBezTo>
                      <a:pt x="236" y="22"/>
                      <a:pt x="248" y="4"/>
                      <a:pt x="270" y="2"/>
                    </a:cubicBezTo>
                    <a:cubicBezTo>
                      <a:pt x="293" y="0"/>
                      <a:pt x="307" y="15"/>
                      <a:pt x="328" y="19"/>
                    </a:cubicBezTo>
                    <a:cubicBezTo>
                      <a:pt x="349" y="23"/>
                      <a:pt x="371" y="2"/>
                      <a:pt x="387" y="21"/>
                    </a:cubicBezTo>
                    <a:cubicBezTo>
                      <a:pt x="404" y="40"/>
                      <a:pt x="401" y="54"/>
                      <a:pt x="418" y="72"/>
                    </a:cubicBezTo>
                    <a:cubicBezTo>
                      <a:pt x="436" y="90"/>
                      <a:pt x="443" y="80"/>
                      <a:pt x="450" y="96"/>
                    </a:cubicBezTo>
                    <a:cubicBezTo>
                      <a:pt x="458" y="111"/>
                      <a:pt x="447" y="118"/>
                      <a:pt x="463" y="125"/>
                    </a:cubicBezTo>
                    <a:cubicBezTo>
                      <a:pt x="479" y="132"/>
                      <a:pt x="486" y="140"/>
                      <a:pt x="484" y="158"/>
                    </a:cubicBezTo>
                    <a:cubicBezTo>
                      <a:pt x="483" y="177"/>
                      <a:pt x="476" y="192"/>
                      <a:pt x="502" y="206"/>
                    </a:cubicBezTo>
                    <a:cubicBezTo>
                      <a:pt x="528" y="221"/>
                      <a:pt x="552" y="213"/>
                      <a:pt x="562" y="230"/>
                    </a:cubicBezTo>
                    <a:cubicBezTo>
                      <a:pt x="572" y="248"/>
                      <a:pt x="602" y="239"/>
                      <a:pt x="607" y="266"/>
                    </a:cubicBezTo>
                    <a:cubicBezTo>
                      <a:pt x="607" y="266"/>
                      <a:pt x="593" y="273"/>
                      <a:pt x="581" y="285"/>
                    </a:cubicBezTo>
                    <a:cubicBezTo>
                      <a:pt x="570" y="298"/>
                      <a:pt x="525" y="292"/>
                      <a:pt x="507" y="296"/>
                    </a:cubicBezTo>
                    <a:cubicBezTo>
                      <a:pt x="489" y="300"/>
                      <a:pt x="487" y="320"/>
                      <a:pt x="466" y="323"/>
                    </a:cubicBezTo>
                    <a:cubicBezTo>
                      <a:pt x="445" y="326"/>
                      <a:pt x="450" y="293"/>
                      <a:pt x="437" y="298"/>
                    </a:cubicBezTo>
                    <a:cubicBezTo>
                      <a:pt x="423" y="303"/>
                      <a:pt x="386" y="311"/>
                      <a:pt x="367" y="298"/>
                    </a:cubicBezTo>
                    <a:cubicBezTo>
                      <a:pt x="348" y="284"/>
                      <a:pt x="322" y="279"/>
                      <a:pt x="305" y="297"/>
                    </a:cubicBezTo>
                    <a:cubicBezTo>
                      <a:pt x="289" y="315"/>
                      <a:pt x="277" y="326"/>
                      <a:pt x="267" y="319"/>
                    </a:cubicBezTo>
                    <a:cubicBezTo>
                      <a:pt x="257" y="311"/>
                      <a:pt x="235" y="306"/>
                      <a:pt x="227" y="322"/>
                    </a:cubicBezTo>
                    <a:cubicBezTo>
                      <a:pt x="220" y="338"/>
                      <a:pt x="213" y="378"/>
                      <a:pt x="195" y="352"/>
                    </a:cubicBezTo>
                    <a:cubicBezTo>
                      <a:pt x="176" y="326"/>
                      <a:pt x="177" y="297"/>
                      <a:pt x="156" y="305"/>
                    </a:cubicBezTo>
                    <a:cubicBezTo>
                      <a:pt x="134" y="314"/>
                      <a:pt x="114" y="333"/>
                      <a:pt x="100" y="316"/>
                    </a:cubicBezTo>
                    <a:cubicBezTo>
                      <a:pt x="87" y="298"/>
                      <a:pt x="62" y="299"/>
                      <a:pt x="48" y="301"/>
                    </a:cubicBezTo>
                    <a:cubicBezTo>
                      <a:pt x="33" y="303"/>
                      <a:pt x="0" y="267"/>
                      <a:pt x="0" y="26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1" name="Freeform 369">
                <a:extLst>
                  <a:ext uri="{FF2B5EF4-FFF2-40B4-BE49-F238E27FC236}">
                    <a16:creationId xmlns:a16="http://schemas.microsoft.com/office/drawing/2014/main" id="{3DB2BF9F-DDE9-4D9C-ABA1-3D652F03A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855"/>
                <a:ext cx="1540" cy="241"/>
              </a:xfrm>
              <a:custGeom>
                <a:avLst/>
                <a:gdLst>
                  <a:gd name="T0" fmla="*/ 17466 w 832"/>
                  <a:gd name="T1" fmla="*/ 456 h 122"/>
                  <a:gd name="T2" fmla="*/ 15517 w 832"/>
                  <a:gd name="T3" fmla="*/ 308 h 122"/>
                  <a:gd name="T4" fmla="*/ 15530 w 832"/>
                  <a:gd name="T5" fmla="*/ 308 h 122"/>
                  <a:gd name="T6" fmla="*/ 14941 w 832"/>
                  <a:gd name="T7" fmla="*/ 184 h 122"/>
                  <a:gd name="T8" fmla="*/ 13338 w 832"/>
                  <a:gd name="T9" fmla="*/ 516 h 122"/>
                  <a:gd name="T10" fmla="*/ 12453 w 832"/>
                  <a:gd name="T11" fmla="*/ 1327 h 122"/>
                  <a:gd name="T12" fmla="*/ 11796 w 832"/>
                  <a:gd name="T13" fmla="*/ 577 h 122"/>
                  <a:gd name="T14" fmla="*/ 10291 w 832"/>
                  <a:gd name="T15" fmla="*/ 577 h 122"/>
                  <a:gd name="T16" fmla="*/ 8955 w 832"/>
                  <a:gd name="T17" fmla="*/ 547 h 122"/>
                  <a:gd name="T18" fmla="*/ 8124 w 832"/>
                  <a:gd name="T19" fmla="*/ 1201 h 122"/>
                  <a:gd name="T20" fmla="*/ 7256 w 832"/>
                  <a:gd name="T21" fmla="*/ 1296 h 122"/>
                  <a:gd name="T22" fmla="*/ 6564 w 832"/>
                  <a:gd name="T23" fmla="*/ 2189 h 122"/>
                  <a:gd name="T24" fmla="*/ 5694 w 832"/>
                  <a:gd name="T25" fmla="*/ 780 h 122"/>
                  <a:gd name="T26" fmla="*/ 4494 w 832"/>
                  <a:gd name="T27" fmla="*/ 1108 h 122"/>
                  <a:gd name="T28" fmla="*/ 3347 w 832"/>
                  <a:gd name="T29" fmla="*/ 656 h 122"/>
                  <a:gd name="T30" fmla="*/ 2786 w 832"/>
                  <a:gd name="T31" fmla="*/ 245 h 122"/>
                  <a:gd name="T32" fmla="*/ 2580 w 832"/>
                  <a:gd name="T33" fmla="*/ 277 h 122"/>
                  <a:gd name="T34" fmla="*/ 2580 w 832"/>
                  <a:gd name="T35" fmla="*/ 277 h 122"/>
                  <a:gd name="T36" fmla="*/ 0 w 832"/>
                  <a:gd name="T37" fmla="*/ 516 h 122"/>
                  <a:gd name="T38" fmla="*/ 0 w 832"/>
                  <a:gd name="T39" fmla="*/ 1108 h 122"/>
                  <a:gd name="T40" fmla="*/ 2734 w 832"/>
                  <a:gd name="T41" fmla="*/ 840 h 122"/>
                  <a:gd name="T42" fmla="*/ 3391 w 832"/>
                  <a:gd name="T43" fmla="*/ 1357 h 122"/>
                  <a:gd name="T44" fmla="*/ 4522 w 832"/>
                  <a:gd name="T45" fmla="*/ 1811 h 122"/>
                  <a:gd name="T46" fmla="*/ 5738 w 832"/>
                  <a:gd name="T47" fmla="*/ 1480 h 122"/>
                  <a:gd name="T48" fmla="*/ 6582 w 832"/>
                  <a:gd name="T49" fmla="*/ 2892 h 122"/>
                  <a:gd name="T50" fmla="*/ 7280 w 832"/>
                  <a:gd name="T51" fmla="*/ 1983 h 122"/>
                  <a:gd name="T52" fmla="*/ 8148 w 832"/>
                  <a:gd name="T53" fmla="*/ 1888 h 122"/>
                  <a:gd name="T54" fmla="*/ 8966 w 832"/>
                  <a:gd name="T55" fmla="*/ 1233 h 122"/>
                  <a:gd name="T56" fmla="*/ 10319 w 832"/>
                  <a:gd name="T57" fmla="*/ 1264 h 122"/>
                  <a:gd name="T58" fmla="*/ 11848 w 832"/>
                  <a:gd name="T59" fmla="*/ 1264 h 122"/>
                  <a:gd name="T60" fmla="*/ 12468 w 832"/>
                  <a:gd name="T61" fmla="*/ 2013 h 122"/>
                  <a:gd name="T62" fmla="*/ 13355 w 832"/>
                  <a:gd name="T63" fmla="*/ 1201 h 122"/>
                  <a:gd name="T64" fmla="*/ 14965 w 832"/>
                  <a:gd name="T65" fmla="*/ 871 h 122"/>
                  <a:gd name="T66" fmla="*/ 15009 w 832"/>
                  <a:gd name="T67" fmla="*/ 840 h 122"/>
                  <a:gd name="T68" fmla="*/ 17466 w 832"/>
                  <a:gd name="T69" fmla="*/ 1019 h 122"/>
                  <a:gd name="T70" fmla="*/ 17466 w 832"/>
                  <a:gd name="T71" fmla="*/ 456 h 12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32" h="122">
                    <a:moveTo>
                      <a:pt x="804" y="15"/>
                    </a:moveTo>
                    <a:cubicBezTo>
                      <a:pt x="804" y="15"/>
                      <a:pt x="832" y="16"/>
                      <a:pt x="714" y="10"/>
                    </a:cubicBezTo>
                    <a:cubicBezTo>
                      <a:pt x="714" y="10"/>
                      <a:pt x="715" y="10"/>
                      <a:pt x="715" y="10"/>
                    </a:cubicBezTo>
                    <a:cubicBezTo>
                      <a:pt x="688" y="6"/>
                      <a:pt x="688" y="6"/>
                      <a:pt x="688" y="6"/>
                    </a:cubicBezTo>
                    <a:cubicBezTo>
                      <a:pt x="677" y="19"/>
                      <a:pt x="631" y="13"/>
                      <a:pt x="614" y="17"/>
                    </a:cubicBezTo>
                    <a:cubicBezTo>
                      <a:pt x="596" y="21"/>
                      <a:pt x="594" y="41"/>
                      <a:pt x="573" y="44"/>
                    </a:cubicBezTo>
                    <a:cubicBezTo>
                      <a:pt x="552" y="47"/>
                      <a:pt x="557" y="14"/>
                      <a:pt x="543" y="19"/>
                    </a:cubicBezTo>
                    <a:cubicBezTo>
                      <a:pt x="530" y="24"/>
                      <a:pt x="493" y="32"/>
                      <a:pt x="474" y="19"/>
                    </a:cubicBezTo>
                    <a:cubicBezTo>
                      <a:pt x="455" y="5"/>
                      <a:pt x="429" y="0"/>
                      <a:pt x="412" y="18"/>
                    </a:cubicBezTo>
                    <a:cubicBezTo>
                      <a:pt x="395" y="36"/>
                      <a:pt x="384" y="47"/>
                      <a:pt x="374" y="40"/>
                    </a:cubicBezTo>
                    <a:cubicBezTo>
                      <a:pt x="364" y="32"/>
                      <a:pt x="342" y="27"/>
                      <a:pt x="334" y="43"/>
                    </a:cubicBezTo>
                    <a:cubicBezTo>
                      <a:pt x="327" y="59"/>
                      <a:pt x="320" y="99"/>
                      <a:pt x="302" y="73"/>
                    </a:cubicBezTo>
                    <a:cubicBezTo>
                      <a:pt x="283" y="47"/>
                      <a:pt x="284" y="18"/>
                      <a:pt x="262" y="26"/>
                    </a:cubicBezTo>
                    <a:cubicBezTo>
                      <a:pt x="241" y="35"/>
                      <a:pt x="220" y="54"/>
                      <a:pt x="207" y="37"/>
                    </a:cubicBezTo>
                    <a:cubicBezTo>
                      <a:pt x="194" y="19"/>
                      <a:pt x="169" y="20"/>
                      <a:pt x="154" y="22"/>
                    </a:cubicBezTo>
                    <a:cubicBezTo>
                      <a:pt x="148" y="23"/>
                      <a:pt x="137" y="16"/>
                      <a:pt x="128" y="8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50" y="12"/>
                      <a:pt x="74" y="10"/>
                      <a:pt x="0" y="1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76" y="29"/>
                      <a:pt x="55" y="32"/>
                      <a:pt x="126" y="28"/>
                    </a:cubicBezTo>
                    <a:cubicBezTo>
                      <a:pt x="136" y="37"/>
                      <a:pt x="148" y="46"/>
                      <a:pt x="156" y="45"/>
                    </a:cubicBezTo>
                    <a:cubicBezTo>
                      <a:pt x="170" y="43"/>
                      <a:pt x="195" y="42"/>
                      <a:pt x="208" y="60"/>
                    </a:cubicBezTo>
                    <a:cubicBezTo>
                      <a:pt x="222" y="77"/>
                      <a:pt x="242" y="58"/>
                      <a:pt x="264" y="49"/>
                    </a:cubicBezTo>
                    <a:cubicBezTo>
                      <a:pt x="285" y="41"/>
                      <a:pt x="284" y="70"/>
                      <a:pt x="303" y="96"/>
                    </a:cubicBezTo>
                    <a:cubicBezTo>
                      <a:pt x="321" y="122"/>
                      <a:pt x="328" y="82"/>
                      <a:pt x="335" y="66"/>
                    </a:cubicBezTo>
                    <a:cubicBezTo>
                      <a:pt x="343" y="50"/>
                      <a:pt x="365" y="55"/>
                      <a:pt x="375" y="63"/>
                    </a:cubicBezTo>
                    <a:cubicBezTo>
                      <a:pt x="385" y="70"/>
                      <a:pt x="397" y="59"/>
                      <a:pt x="413" y="41"/>
                    </a:cubicBezTo>
                    <a:cubicBezTo>
                      <a:pt x="430" y="23"/>
                      <a:pt x="456" y="28"/>
                      <a:pt x="475" y="42"/>
                    </a:cubicBezTo>
                    <a:cubicBezTo>
                      <a:pt x="494" y="55"/>
                      <a:pt x="531" y="47"/>
                      <a:pt x="545" y="42"/>
                    </a:cubicBezTo>
                    <a:cubicBezTo>
                      <a:pt x="558" y="37"/>
                      <a:pt x="553" y="70"/>
                      <a:pt x="574" y="67"/>
                    </a:cubicBezTo>
                    <a:cubicBezTo>
                      <a:pt x="595" y="64"/>
                      <a:pt x="597" y="44"/>
                      <a:pt x="615" y="40"/>
                    </a:cubicBezTo>
                    <a:cubicBezTo>
                      <a:pt x="633" y="36"/>
                      <a:pt x="678" y="42"/>
                      <a:pt x="689" y="29"/>
                    </a:cubicBezTo>
                    <a:cubicBezTo>
                      <a:pt x="690" y="29"/>
                      <a:pt x="690" y="29"/>
                      <a:pt x="691" y="28"/>
                    </a:cubicBezTo>
                    <a:cubicBezTo>
                      <a:pt x="823" y="35"/>
                      <a:pt x="804" y="34"/>
                      <a:pt x="804" y="34"/>
                    </a:cubicBezTo>
                    <a:lnTo>
                      <a:pt x="804" y="15"/>
                    </a:lnTo>
                    <a:close/>
                  </a:path>
                </a:pathLst>
              </a:custGeom>
              <a:solidFill>
                <a:srgbClr val="F7C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2" name="Freeform 370">
                <a:extLst>
                  <a:ext uri="{FF2B5EF4-FFF2-40B4-BE49-F238E27FC236}">
                    <a16:creationId xmlns:a16="http://schemas.microsoft.com/office/drawing/2014/main" id="{0EFC82A3-4C64-4E5B-816D-C25A07B8B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848"/>
                <a:ext cx="1119" cy="744"/>
              </a:xfrm>
              <a:custGeom>
                <a:avLst/>
                <a:gdLst>
                  <a:gd name="T0" fmla="*/ 12572 w 604"/>
                  <a:gd name="T1" fmla="*/ 300 h 377"/>
                  <a:gd name="T2" fmla="*/ 11001 w 604"/>
                  <a:gd name="T3" fmla="*/ 624 h 377"/>
                  <a:gd name="T4" fmla="*/ 10112 w 604"/>
                  <a:gd name="T5" fmla="*/ 1652 h 377"/>
                  <a:gd name="T6" fmla="*/ 9449 w 604"/>
                  <a:gd name="T7" fmla="*/ 716 h 377"/>
                  <a:gd name="T8" fmla="*/ 7942 w 604"/>
                  <a:gd name="T9" fmla="*/ 716 h 377"/>
                  <a:gd name="T10" fmla="*/ 6594 w 604"/>
                  <a:gd name="T11" fmla="*/ 655 h 377"/>
                  <a:gd name="T12" fmla="*/ 5764 w 604"/>
                  <a:gd name="T13" fmla="*/ 1500 h 377"/>
                  <a:gd name="T14" fmla="*/ 4891 w 604"/>
                  <a:gd name="T15" fmla="*/ 1620 h 377"/>
                  <a:gd name="T16" fmla="*/ 4198 w 604"/>
                  <a:gd name="T17" fmla="*/ 2757 h 377"/>
                  <a:gd name="T18" fmla="*/ 3320 w 604"/>
                  <a:gd name="T19" fmla="*/ 985 h 377"/>
                  <a:gd name="T20" fmla="*/ 2118 w 604"/>
                  <a:gd name="T21" fmla="*/ 1383 h 377"/>
                  <a:gd name="T22" fmla="*/ 967 w 604"/>
                  <a:gd name="T23" fmla="*/ 807 h 377"/>
                  <a:gd name="T24" fmla="*/ 439 w 604"/>
                  <a:gd name="T25" fmla="*/ 363 h 377"/>
                  <a:gd name="T26" fmla="*/ 0 w 604"/>
                  <a:gd name="T27" fmla="*/ 424 h 377"/>
                  <a:gd name="T28" fmla="*/ 237 w 604"/>
                  <a:gd name="T29" fmla="*/ 1531 h 377"/>
                  <a:gd name="T30" fmla="*/ 813 w 604"/>
                  <a:gd name="T31" fmla="*/ 2700 h 377"/>
                  <a:gd name="T32" fmla="*/ 1836 w 604"/>
                  <a:gd name="T33" fmla="*/ 6141 h 377"/>
                  <a:gd name="T34" fmla="*/ 5632 w 604"/>
                  <a:gd name="T35" fmla="*/ 10738 h 377"/>
                  <a:gd name="T36" fmla="*/ 9576 w 604"/>
                  <a:gd name="T37" fmla="*/ 10082 h 377"/>
                  <a:gd name="T38" fmla="*/ 12051 w 604"/>
                  <a:gd name="T39" fmla="*/ 5993 h 377"/>
                  <a:gd name="T40" fmla="*/ 12216 w 604"/>
                  <a:gd name="T41" fmla="*/ 3021 h 377"/>
                  <a:gd name="T42" fmla="*/ 12768 w 604"/>
                  <a:gd name="T43" fmla="*/ 1293 h 377"/>
                  <a:gd name="T44" fmla="*/ 13156 w 604"/>
                  <a:gd name="T45" fmla="*/ 245 h 377"/>
                  <a:gd name="T46" fmla="*/ 12572 w 604"/>
                  <a:gd name="T47" fmla="*/ 300 h 37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04" h="377">
                    <a:moveTo>
                      <a:pt x="576" y="10"/>
                    </a:moveTo>
                    <a:cubicBezTo>
                      <a:pt x="562" y="23"/>
                      <a:pt x="520" y="16"/>
                      <a:pt x="504" y="21"/>
                    </a:cubicBezTo>
                    <a:cubicBezTo>
                      <a:pt x="486" y="26"/>
                      <a:pt x="484" y="51"/>
                      <a:pt x="463" y="55"/>
                    </a:cubicBezTo>
                    <a:cubicBezTo>
                      <a:pt x="442" y="59"/>
                      <a:pt x="447" y="17"/>
                      <a:pt x="433" y="24"/>
                    </a:cubicBezTo>
                    <a:cubicBezTo>
                      <a:pt x="420" y="30"/>
                      <a:pt x="383" y="41"/>
                      <a:pt x="364" y="24"/>
                    </a:cubicBezTo>
                    <a:cubicBezTo>
                      <a:pt x="345" y="7"/>
                      <a:pt x="319" y="0"/>
                      <a:pt x="302" y="22"/>
                    </a:cubicBezTo>
                    <a:cubicBezTo>
                      <a:pt x="285" y="44"/>
                      <a:pt x="274" y="59"/>
                      <a:pt x="264" y="50"/>
                    </a:cubicBezTo>
                    <a:cubicBezTo>
                      <a:pt x="254" y="41"/>
                      <a:pt x="232" y="34"/>
                      <a:pt x="224" y="54"/>
                    </a:cubicBezTo>
                    <a:cubicBezTo>
                      <a:pt x="217" y="73"/>
                      <a:pt x="210" y="124"/>
                      <a:pt x="192" y="92"/>
                    </a:cubicBezTo>
                    <a:cubicBezTo>
                      <a:pt x="173" y="59"/>
                      <a:pt x="174" y="22"/>
                      <a:pt x="152" y="33"/>
                    </a:cubicBezTo>
                    <a:cubicBezTo>
                      <a:pt x="131" y="43"/>
                      <a:pt x="110" y="68"/>
                      <a:pt x="97" y="46"/>
                    </a:cubicBezTo>
                    <a:cubicBezTo>
                      <a:pt x="84" y="24"/>
                      <a:pt x="59" y="25"/>
                      <a:pt x="44" y="27"/>
                    </a:cubicBezTo>
                    <a:cubicBezTo>
                      <a:pt x="38" y="29"/>
                      <a:pt x="29" y="21"/>
                      <a:pt x="20" y="1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26"/>
                      <a:pt x="7" y="39"/>
                      <a:pt x="11" y="51"/>
                    </a:cubicBezTo>
                    <a:cubicBezTo>
                      <a:pt x="16" y="66"/>
                      <a:pt x="29" y="77"/>
                      <a:pt x="37" y="90"/>
                    </a:cubicBezTo>
                    <a:cubicBezTo>
                      <a:pt x="57" y="124"/>
                      <a:pt x="67" y="180"/>
                      <a:pt x="84" y="205"/>
                    </a:cubicBezTo>
                    <a:cubicBezTo>
                      <a:pt x="105" y="235"/>
                      <a:pt x="93" y="292"/>
                      <a:pt x="258" y="359"/>
                    </a:cubicBezTo>
                    <a:cubicBezTo>
                      <a:pt x="302" y="377"/>
                      <a:pt x="396" y="360"/>
                      <a:pt x="439" y="337"/>
                    </a:cubicBezTo>
                    <a:cubicBezTo>
                      <a:pt x="512" y="299"/>
                      <a:pt x="536" y="237"/>
                      <a:pt x="552" y="200"/>
                    </a:cubicBezTo>
                    <a:cubicBezTo>
                      <a:pt x="564" y="173"/>
                      <a:pt x="545" y="120"/>
                      <a:pt x="560" y="101"/>
                    </a:cubicBezTo>
                    <a:cubicBezTo>
                      <a:pt x="572" y="85"/>
                      <a:pt x="574" y="59"/>
                      <a:pt x="585" y="43"/>
                    </a:cubicBezTo>
                    <a:cubicBezTo>
                      <a:pt x="596" y="27"/>
                      <a:pt x="604" y="34"/>
                      <a:pt x="603" y="8"/>
                    </a:cubicBezTo>
                    <a:lnTo>
                      <a:pt x="576" y="10"/>
                    </a:lnTo>
                    <a:close/>
                  </a:path>
                </a:pathLst>
              </a:custGeom>
              <a:solidFill>
                <a:srgbClr val="EF8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3" name="Freeform 371">
                <a:extLst>
                  <a:ext uri="{FF2B5EF4-FFF2-40B4-BE49-F238E27FC236}">
                    <a16:creationId xmlns:a16="http://schemas.microsoft.com/office/drawing/2014/main" id="{8037ED19-5448-4088-B272-F9EAD14D2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854"/>
                <a:ext cx="1119" cy="683"/>
              </a:xfrm>
              <a:custGeom>
                <a:avLst/>
                <a:gdLst>
                  <a:gd name="T0" fmla="*/ 12572 w 604"/>
                  <a:gd name="T1" fmla="*/ 276 h 346"/>
                  <a:gd name="T2" fmla="*/ 11001 w 604"/>
                  <a:gd name="T3" fmla="*/ 545 h 346"/>
                  <a:gd name="T4" fmla="*/ 10112 w 604"/>
                  <a:gd name="T5" fmla="*/ 1445 h 346"/>
                  <a:gd name="T6" fmla="*/ 9449 w 604"/>
                  <a:gd name="T7" fmla="*/ 592 h 346"/>
                  <a:gd name="T8" fmla="*/ 7942 w 604"/>
                  <a:gd name="T9" fmla="*/ 592 h 346"/>
                  <a:gd name="T10" fmla="*/ 6594 w 604"/>
                  <a:gd name="T11" fmla="*/ 576 h 346"/>
                  <a:gd name="T12" fmla="*/ 5764 w 604"/>
                  <a:gd name="T13" fmla="*/ 1293 h 346"/>
                  <a:gd name="T14" fmla="*/ 4891 w 604"/>
                  <a:gd name="T15" fmla="*/ 1415 h 346"/>
                  <a:gd name="T16" fmla="*/ 4198 w 604"/>
                  <a:gd name="T17" fmla="*/ 2400 h 346"/>
                  <a:gd name="T18" fmla="*/ 3320 w 604"/>
                  <a:gd name="T19" fmla="*/ 837 h 346"/>
                  <a:gd name="T20" fmla="*/ 2118 w 604"/>
                  <a:gd name="T21" fmla="*/ 1200 h 346"/>
                  <a:gd name="T22" fmla="*/ 967 w 604"/>
                  <a:gd name="T23" fmla="*/ 717 h 346"/>
                  <a:gd name="T24" fmla="*/ 439 w 604"/>
                  <a:gd name="T25" fmla="*/ 300 h 346"/>
                  <a:gd name="T26" fmla="*/ 0 w 604"/>
                  <a:gd name="T27" fmla="*/ 363 h 346"/>
                  <a:gd name="T28" fmla="*/ 237 w 604"/>
                  <a:gd name="T29" fmla="*/ 1325 h 346"/>
                  <a:gd name="T30" fmla="*/ 813 w 604"/>
                  <a:gd name="T31" fmla="*/ 2369 h 346"/>
                  <a:gd name="T32" fmla="*/ 3690 w 604"/>
                  <a:gd name="T33" fmla="*/ 8745 h 346"/>
                  <a:gd name="T34" fmla="*/ 6192 w 604"/>
                  <a:gd name="T35" fmla="*/ 10194 h 346"/>
                  <a:gd name="T36" fmla="*/ 9673 w 604"/>
                  <a:gd name="T37" fmla="*/ 9321 h 346"/>
                  <a:gd name="T38" fmla="*/ 11590 w 604"/>
                  <a:gd name="T39" fmla="*/ 6177 h 346"/>
                  <a:gd name="T40" fmla="*/ 12216 w 604"/>
                  <a:gd name="T41" fmla="*/ 2669 h 346"/>
                  <a:gd name="T42" fmla="*/ 12768 w 604"/>
                  <a:gd name="T43" fmla="*/ 1137 h 346"/>
                  <a:gd name="T44" fmla="*/ 13156 w 604"/>
                  <a:gd name="T45" fmla="*/ 184 h 346"/>
                  <a:gd name="T46" fmla="*/ 12572 w 604"/>
                  <a:gd name="T47" fmla="*/ 276 h 3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04" h="346">
                    <a:moveTo>
                      <a:pt x="576" y="9"/>
                    </a:moveTo>
                    <a:cubicBezTo>
                      <a:pt x="562" y="20"/>
                      <a:pt x="520" y="14"/>
                      <a:pt x="504" y="18"/>
                    </a:cubicBezTo>
                    <a:cubicBezTo>
                      <a:pt x="486" y="23"/>
                      <a:pt x="484" y="45"/>
                      <a:pt x="463" y="48"/>
                    </a:cubicBezTo>
                    <a:cubicBezTo>
                      <a:pt x="442" y="51"/>
                      <a:pt x="447" y="15"/>
                      <a:pt x="433" y="20"/>
                    </a:cubicBezTo>
                    <a:cubicBezTo>
                      <a:pt x="420" y="26"/>
                      <a:pt x="383" y="35"/>
                      <a:pt x="364" y="20"/>
                    </a:cubicBezTo>
                    <a:cubicBezTo>
                      <a:pt x="345" y="5"/>
                      <a:pt x="319" y="0"/>
                      <a:pt x="302" y="19"/>
                    </a:cubicBezTo>
                    <a:cubicBezTo>
                      <a:pt x="285" y="39"/>
                      <a:pt x="274" y="51"/>
                      <a:pt x="264" y="43"/>
                    </a:cubicBezTo>
                    <a:cubicBezTo>
                      <a:pt x="254" y="35"/>
                      <a:pt x="232" y="30"/>
                      <a:pt x="224" y="47"/>
                    </a:cubicBezTo>
                    <a:cubicBezTo>
                      <a:pt x="217" y="64"/>
                      <a:pt x="210" y="109"/>
                      <a:pt x="192" y="80"/>
                    </a:cubicBezTo>
                    <a:cubicBezTo>
                      <a:pt x="173" y="51"/>
                      <a:pt x="174" y="19"/>
                      <a:pt x="152" y="28"/>
                    </a:cubicBezTo>
                    <a:cubicBezTo>
                      <a:pt x="131" y="38"/>
                      <a:pt x="110" y="59"/>
                      <a:pt x="97" y="40"/>
                    </a:cubicBezTo>
                    <a:cubicBezTo>
                      <a:pt x="84" y="20"/>
                      <a:pt x="59" y="22"/>
                      <a:pt x="44" y="24"/>
                    </a:cubicBezTo>
                    <a:cubicBezTo>
                      <a:pt x="38" y="25"/>
                      <a:pt x="29" y="18"/>
                      <a:pt x="20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22"/>
                      <a:pt x="7" y="34"/>
                      <a:pt x="11" y="44"/>
                    </a:cubicBezTo>
                    <a:cubicBezTo>
                      <a:pt x="16" y="58"/>
                      <a:pt x="32" y="66"/>
                      <a:pt x="37" y="79"/>
                    </a:cubicBezTo>
                    <a:cubicBezTo>
                      <a:pt x="80" y="180"/>
                      <a:pt x="143" y="270"/>
                      <a:pt x="169" y="292"/>
                    </a:cubicBezTo>
                    <a:cubicBezTo>
                      <a:pt x="204" y="320"/>
                      <a:pt x="235" y="333"/>
                      <a:pt x="284" y="340"/>
                    </a:cubicBezTo>
                    <a:cubicBezTo>
                      <a:pt x="331" y="346"/>
                      <a:pt x="397" y="325"/>
                      <a:pt x="443" y="311"/>
                    </a:cubicBezTo>
                    <a:cubicBezTo>
                      <a:pt x="481" y="299"/>
                      <a:pt x="514" y="242"/>
                      <a:pt x="531" y="206"/>
                    </a:cubicBezTo>
                    <a:cubicBezTo>
                      <a:pt x="543" y="180"/>
                      <a:pt x="545" y="105"/>
                      <a:pt x="560" y="89"/>
                    </a:cubicBezTo>
                    <a:cubicBezTo>
                      <a:pt x="572" y="75"/>
                      <a:pt x="574" y="52"/>
                      <a:pt x="585" y="38"/>
                    </a:cubicBezTo>
                    <a:cubicBezTo>
                      <a:pt x="596" y="24"/>
                      <a:pt x="604" y="30"/>
                      <a:pt x="603" y="6"/>
                    </a:cubicBezTo>
                    <a:lnTo>
                      <a:pt x="576" y="9"/>
                    </a:lnTo>
                    <a:close/>
                  </a:path>
                </a:pathLst>
              </a:custGeom>
              <a:solidFill>
                <a:srgbClr val="E57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4" name="Freeform 372">
                <a:extLst>
                  <a:ext uri="{FF2B5EF4-FFF2-40B4-BE49-F238E27FC236}">
                    <a16:creationId xmlns:a16="http://schemas.microsoft.com/office/drawing/2014/main" id="{85590E44-CF09-4D72-A939-05A978B5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855"/>
                <a:ext cx="1119" cy="640"/>
              </a:xfrm>
              <a:custGeom>
                <a:avLst/>
                <a:gdLst>
                  <a:gd name="T0" fmla="*/ 12572 w 604"/>
                  <a:gd name="T1" fmla="*/ 245 h 324"/>
                  <a:gd name="T2" fmla="*/ 11001 w 604"/>
                  <a:gd name="T3" fmla="*/ 516 h 324"/>
                  <a:gd name="T4" fmla="*/ 10112 w 604"/>
                  <a:gd name="T5" fmla="*/ 1327 h 324"/>
                  <a:gd name="T6" fmla="*/ 9449 w 604"/>
                  <a:gd name="T7" fmla="*/ 577 h 324"/>
                  <a:gd name="T8" fmla="*/ 7942 w 604"/>
                  <a:gd name="T9" fmla="*/ 577 h 324"/>
                  <a:gd name="T10" fmla="*/ 6594 w 604"/>
                  <a:gd name="T11" fmla="*/ 547 h 324"/>
                  <a:gd name="T12" fmla="*/ 5764 w 604"/>
                  <a:gd name="T13" fmla="*/ 1201 h 324"/>
                  <a:gd name="T14" fmla="*/ 4891 w 604"/>
                  <a:gd name="T15" fmla="*/ 1296 h 324"/>
                  <a:gd name="T16" fmla="*/ 4198 w 604"/>
                  <a:gd name="T17" fmla="*/ 2189 h 324"/>
                  <a:gd name="T18" fmla="*/ 3320 w 604"/>
                  <a:gd name="T19" fmla="*/ 780 h 324"/>
                  <a:gd name="T20" fmla="*/ 2118 w 604"/>
                  <a:gd name="T21" fmla="*/ 1108 h 324"/>
                  <a:gd name="T22" fmla="*/ 967 w 604"/>
                  <a:gd name="T23" fmla="*/ 656 h 324"/>
                  <a:gd name="T24" fmla="*/ 439 w 604"/>
                  <a:gd name="T25" fmla="*/ 308 h 324"/>
                  <a:gd name="T26" fmla="*/ 0 w 604"/>
                  <a:gd name="T27" fmla="*/ 332 h 324"/>
                  <a:gd name="T28" fmla="*/ 237 w 604"/>
                  <a:gd name="T29" fmla="*/ 1233 h 324"/>
                  <a:gd name="T30" fmla="*/ 813 w 604"/>
                  <a:gd name="T31" fmla="*/ 2157 h 324"/>
                  <a:gd name="T32" fmla="*/ 2225 w 604"/>
                  <a:gd name="T33" fmla="*/ 5240 h 324"/>
                  <a:gd name="T34" fmla="*/ 6758 w 604"/>
                  <a:gd name="T35" fmla="*/ 9713 h 324"/>
                  <a:gd name="T36" fmla="*/ 9730 w 604"/>
                  <a:gd name="T37" fmla="*/ 8630 h 324"/>
                  <a:gd name="T38" fmla="*/ 11440 w 604"/>
                  <a:gd name="T39" fmla="*/ 5209 h 324"/>
                  <a:gd name="T40" fmla="*/ 12216 w 604"/>
                  <a:gd name="T41" fmla="*/ 2436 h 324"/>
                  <a:gd name="T42" fmla="*/ 12768 w 604"/>
                  <a:gd name="T43" fmla="*/ 1049 h 324"/>
                  <a:gd name="T44" fmla="*/ 13156 w 604"/>
                  <a:gd name="T45" fmla="*/ 184 h 324"/>
                  <a:gd name="T46" fmla="*/ 12572 w 604"/>
                  <a:gd name="T47" fmla="*/ 245 h 32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04" h="324">
                    <a:moveTo>
                      <a:pt x="576" y="8"/>
                    </a:moveTo>
                    <a:cubicBezTo>
                      <a:pt x="562" y="18"/>
                      <a:pt x="520" y="13"/>
                      <a:pt x="504" y="17"/>
                    </a:cubicBezTo>
                    <a:cubicBezTo>
                      <a:pt x="486" y="21"/>
                      <a:pt x="484" y="41"/>
                      <a:pt x="463" y="44"/>
                    </a:cubicBezTo>
                    <a:cubicBezTo>
                      <a:pt x="442" y="47"/>
                      <a:pt x="447" y="14"/>
                      <a:pt x="433" y="19"/>
                    </a:cubicBezTo>
                    <a:cubicBezTo>
                      <a:pt x="420" y="24"/>
                      <a:pt x="383" y="32"/>
                      <a:pt x="364" y="19"/>
                    </a:cubicBezTo>
                    <a:cubicBezTo>
                      <a:pt x="345" y="5"/>
                      <a:pt x="319" y="0"/>
                      <a:pt x="302" y="18"/>
                    </a:cubicBezTo>
                    <a:cubicBezTo>
                      <a:pt x="285" y="36"/>
                      <a:pt x="274" y="47"/>
                      <a:pt x="264" y="40"/>
                    </a:cubicBezTo>
                    <a:cubicBezTo>
                      <a:pt x="254" y="32"/>
                      <a:pt x="232" y="27"/>
                      <a:pt x="224" y="43"/>
                    </a:cubicBezTo>
                    <a:cubicBezTo>
                      <a:pt x="217" y="59"/>
                      <a:pt x="210" y="99"/>
                      <a:pt x="192" y="73"/>
                    </a:cubicBezTo>
                    <a:cubicBezTo>
                      <a:pt x="173" y="47"/>
                      <a:pt x="174" y="18"/>
                      <a:pt x="152" y="26"/>
                    </a:cubicBezTo>
                    <a:cubicBezTo>
                      <a:pt x="131" y="35"/>
                      <a:pt x="110" y="54"/>
                      <a:pt x="97" y="37"/>
                    </a:cubicBezTo>
                    <a:cubicBezTo>
                      <a:pt x="84" y="19"/>
                      <a:pt x="59" y="20"/>
                      <a:pt x="44" y="22"/>
                    </a:cubicBezTo>
                    <a:cubicBezTo>
                      <a:pt x="38" y="23"/>
                      <a:pt x="29" y="17"/>
                      <a:pt x="2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21"/>
                      <a:pt x="7" y="31"/>
                      <a:pt x="11" y="41"/>
                    </a:cubicBezTo>
                    <a:cubicBezTo>
                      <a:pt x="16" y="53"/>
                      <a:pt x="29" y="61"/>
                      <a:pt x="37" y="72"/>
                    </a:cubicBezTo>
                    <a:cubicBezTo>
                      <a:pt x="57" y="99"/>
                      <a:pt x="84" y="150"/>
                      <a:pt x="102" y="174"/>
                    </a:cubicBezTo>
                    <a:cubicBezTo>
                      <a:pt x="141" y="224"/>
                      <a:pt x="183" y="321"/>
                      <a:pt x="310" y="323"/>
                    </a:cubicBezTo>
                    <a:cubicBezTo>
                      <a:pt x="357" y="324"/>
                      <a:pt x="400" y="300"/>
                      <a:pt x="446" y="287"/>
                    </a:cubicBezTo>
                    <a:cubicBezTo>
                      <a:pt x="483" y="276"/>
                      <a:pt x="514" y="211"/>
                      <a:pt x="524" y="173"/>
                    </a:cubicBezTo>
                    <a:cubicBezTo>
                      <a:pt x="532" y="142"/>
                      <a:pt x="545" y="96"/>
                      <a:pt x="560" y="81"/>
                    </a:cubicBezTo>
                    <a:cubicBezTo>
                      <a:pt x="572" y="68"/>
                      <a:pt x="574" y="47"/>
                      <a:pt x="585" y="35"/>
                    </a:cubicBezTo>
                    <a:cubicBezTo>
                      <a:pt x="596" y="22"/>
                      <a:pt x="604" y="28"/>
                      <a:pt x="603" y="6"/>
                    </a:cubicBezTo>
                    <a:lnTo>
                      <a:pt x="576" y="8"/>
                    </a:lnTo>
                    <a:close/>
                  </a:path>
                </a:pathLst>
              </a:custGeom>
              <a:solidFill>
                <a:srgbClr val="D961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5" name="Freeform 373">
                <a:extLst>
                  <a:ext uri="{FF2B5EF4-FFF2-40B4-BE49-F238E27FC236}">
                    <a16:creationId xmlns:a16="http://schemas.microsoft.com/office/drawing/2014/main" id="{7CCF32CD-0B9C-4F92-BA77-C81E0555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859"/>
                <a:ext cx="1119" cy="591"/>
              </a:xfrm>
              <a:custGeom>
                <a:avLst/>
                <a:gdLst>
                  <a:gd name="T0" fmla="*/ 12572 w 604"/>
                  <a:gd name="T1" fmla="*/ 184 h 299"/>
                  <a:gd name="T2" fmla="*/ 11001 w 604"/>
                  <a:gd name="T3" fmla="*/ 364 h 299"/>
                  <a:gd name="T4" fmla="*/ 10112 w 604"/>
                  <a:gd name="T5" fmla="*/ 988 h 299"/>
                  <a:gd name="T6" fmla="*/ 9449 w 604"/>
                  <a:gd name="T7" fmla="*/ 425 h 299"/>
                  <a:gd name="T8" fmla="*/ 7942 w 604"/>
                  <a:gd name="T9" fmla="*/ 425 h 299"/>
                  <a:gd name="T10" fmla="*/ 6594 w 604"/>
                  <a:gd name="T11" fmla="*/ 395 h 299"/>
                  <a:gd name="T12" fmla="*/ 5764 w 604"/>
                  <a:gd name="T13" fmla="*/ 903 h 299"/>
                  <a:gd name="T14" fmla="*/ 4891 w 604"/>
                  <a:gd name="T15" fmla="*/ 988 h 299"/>
                  <a:gd name="T16" fmla="*/ 4198 w 604"/>
                  <a:gd name="T17" fmla="*/ 1692 h 299"/>
                  <a:gd name="T18" fmla="*/ 3320 w 604"/>
                  <a:gd name="T19" fmla="*/ 609 h 299"/>
                  <a:gd name="T20" fmla="*/ 2118 w 604"/>
                  <a:gd name="T21" fmla="*/ 840 h 299"/>
                  <a:gd name="T22" fmla="*/ 967 w 604"/>
                  <a:gd name="T23" fmla="*/ 488 h 299"/>
                  <a:gd name="T24" fmla="*/ 439 w 604"/>
                  <a:gd name="T25" fmla="*/ 215 h 299"/>
                  <a:gd name="T26" fmla="*/ 0 w 604"/>
                  <a:gd name="T27" fmla="*/ 247 h 299"/>
                  <a:gd name="T28" fmla="*/ 237 w 604"/>
                  <a:gd name="T29" fmla="*/ 933 h 299"/>
                  <a:gd name="T30" fmla="*/ 813 w 604"/>
                  <a:gd name="T31" fmla="*/ 1660 h 299"/>
                  <a:gd name="T32" fmla="*/ 2310 w 604"/>
                  <a:gd name="T33" fmla="*/ 4412 h 299"/>
                  <a:gd name="T34" fmla="*/ 6525 w 604"/>
                  <a:gd name="T35" fmla="*/ 8802 h 299"/>
                  <a:gd name="T36" fmla="*/ 9037 w 604"/>
                  <a:gd name="T37" fmla="*/ 8270 h 299"/>
                  <a:gd name="T38" fmla="*/ 11262 w 604"/>
                  <a:gd name="T39" fmla="*/ 4412 h 299"/>
                  <a:gd name="T40" fmla="*/ 12216 w 604"/>
                  <a:gd name="T41" fmla="*/ 1876 h 299"/>
                  <a:gd name="T42" fmla="*/ 12768 w 604"/>
                  <a:gd name="T43" fmla="*/ 781 h 299"/>
                  <a:gd name="T44" fmla="*/ 13156 w 604"/>
                  <a:gd name="T45" fmla="*/ 125 h 299"/>
                  <a:gd name="T46" fmla="*/ 12572 w 604"/>
                  <a:gd name="T47" fmla="*/ 184 h 29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04" h="299">
                    <a:moveTo>
                      <a:pt x="576" y="6"/>
                    </a:moveTo>
                    <a:cubicBezTo>
                      <a:pt x="562" y="14"/>
                      <a:pt x="520" y="9"/>
                      <a:pt x="504" y="12"/>
                    </a:cubicBezTo>
                    <a:cubicBezTo>
                      <a:pt x="486" y="16"/>
                      <a:pt x="484" y="31"/>
                      <a:pt x="463" y="33"/>
                    </a:cubicBezTo>
                    <a:cubicBezTo>
                      <a:pt x="442" y="36"/>
                      <a:pt x="447" y="10"/>
                      <a:pt x="433" y="14"/>
                    </a:cubicBezTo>
                    <a:cubicBezTo>
                      <a:pt x="420" y="18"/>
                      <a:pt x="383" y="24"/>
                      <a:pt x="364" y="14"/>
                    </a:cubicBezTo>
                    <a:cubicBezTo>
                      <a:pt x="345" y="4"/>
                      <a:pt x="319" y="0"/>
                      <a:pt x="302" y="13"/>
                    </a:cubicBezTo>
                    <a:cubicBezTo>
                      <a:pt x="285" y="27"/>
                      <a:pt x="274" y="36"/>
                      <a:pt x="264" y="30"/>
                    </a:cubicBezTo>
                    <a:cubicBezTo>
                      <a:pt x="254" y="24"/>
                      <a:pt x="232" y="20"/>
                      <a:pt x="224" y="33"/>
                    </a:cubicBezTo>
                    <a:cubicBezTo>
                      <a:pt x="217" y="45"/>
                      <a:pt x="210" y="76"/>
                      <a:pt x="192" y="56"/>
                    </a:cubicBezTo>
                    <a:cubicBezTo>
                      <a:pt x="173" y="36"/>
                      <a:pt x="174" y="13"/>
                      <a:pt x="152" y="20"/>
                    </a:cubicBezTo>
                    <a:cubicBezTo>
                      <a:pt x="131" y="26"/>
                      <a:pt x="110" y="41"/>
                      <a:pt x="97" y="28"/>
                    </a:cubicBezTo>
                    <a:cubicBezTo>
                      <a:pt x="84" y="14"/>
                      <a:pt x="59" y="15"/>
                      <a:pt x="44" y="16"/>
                    </a:cubicBezTo>
                    <a:cubicBezTo>
                      <a:pt x="38" y="17"/>
                      <a:pt x="29" y="12"/>
                      <a:pt x="2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6"/>
                      <a:pt x="7" y="23"/>
                      <a:pt x="11" y="31"/>
                    </a:cubicBezTo>
                    <a:cubicBezTo>
                      <a:pt x="16" y="40"/>
                      <a:pt x="29" y="47"/>
                      <a:pt x="37" y="55"/>
                    </a:cubicBezTo>
                    <a:cubicBezTo>
                      <a:pt x="57" y="75"/>
                      <a:pt x="95" y="119"/>
                      <a:pt x="106" y="146"/>
                    </a:cubicBezTo>
                    <a:cubicBezTo>
                      <a:pt x="132" y="212"/>
                      <a:pt x="208" y="299"/>
                      <a:pt x="299" y="292"/>
                    </a:cubicBezTo>
                    <a:cubicBezTo>
                      <a:pt x="346" y="288"/>
                      <a:pt x="368" y="285"/>
                      <a:pt x="414" y="274"/>
                    </a:cubicBezTo>
                    <a:cubicBezTo>
                      <a:pt x="486" y="259"/>
                      <a:pt x="497" y="180"/>
                      <a:pt x="516" y="146"/>
                    </a:cubicBezTo>
                    <a:cubicBezTo>
                      <a:pt x="529" y="122"/>
                      <a:pt x="545" y="73"/>
                      <a:pt x="560" y="62"/>
                    </a:cubicBezTo>
                    <a:cubicBezTo>
                      <a:pt x="572" y="52"/>
                      <a:pt x="574" y="36"/>
                      <a:pt x="585" y="26"/>
                    </a:cubicBezTo>
                    <a:cubicBezTo>
                      <a:pt x="596" y="16"/>
                      <a:pt x="604" y="21"/>
                      <a:pt x="603" y="4"/>
                    </a:cubicBezTo>
                    <a:lnTo>
                      <a:pt x="576" y="6"/>
                    </a:lnTo>
                    <a:close/>
                  </a:path>
                </a:pathLst>
              </a:custGeom>
              <a:solidFill>
                <a:srgbClr val="C9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6" name="Freeform 374">
                <a:extLst>
                  <a:ext uri="{FF2B5EF4-FFF2-40B4-BE49-F238E27FC236}">
                    <a16:creationId xmlns:a16="http://schemas.microsoft.com/office/drawing/2014/main" id="{6B7A5801-9E0C-4085-94FF-20A14DA9AE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2" y="1354"/>
                <a:ext cx="728" cy="699"/>
              </a:xfrm>
              <a:custGeom>
                <a:avLst/>
                <a:gdLst>
                  <a:gd name="T0" fmla="*/ 7608 w 393"/>
                  <a:gd name="T1" fmla="*/ 6897 h 354"/>
                  <a:gd name="T2" fmla="*/ 6272 w 393"/>
                  <a:gd name="T3" fmla="*/ 6192 h 354"/>
                  <a:gd name="T4" fmla="*/ 5913 w 393"/>
                  <a:gd name="T5" fmla="*/ 4741 h 354"/>
                  <a:gd name="T6" fmla="*/ 5429 w 393"/>
                  <a:gd name="T7" fmla="*/ 3758 h 354"/>
                  <a:gd name="T8" fmla="*/ 5148 w 393"/>
                  <a:gd name="T9" fmla="*/ 2857 h 354"/>
                  <a:gd name="T10" fmla="*/ 4475 w 393"/>
                  <a:gd name="T11" fmla="*/ 2125 h 354"/>
                  <a:gd name="T12" fmla="*/ 3788 w 393"/>
                  <a:gd name="T13" fmla="*/ 592 h 354"/>
                  <a:gd name="T14" fmla="*/ 2484 w 393"/>
                  <a:gd name="T15" fmla="*/ 545 h 354"/>
                  <a:gd name="T16" fmla="*/ 1245 w 393"/>
                  <a:gd name="T17" fmla="*/ 63 h 354"/>
                  <a:gd name="T18" fmla="*/ 282 w 393"/>
                  <a:gd name="T19" fmla="*/ 1416 h 354"/>
                  <a:gd name="T20" fmla="*/ 1260 w 393"/>
                  <a:gd name="T21" fmla="*/ 245 h 354"/>
                  <a:gd name="T22" fmla="*/ 2334 w 393"/>
                  <a:gd name="T23" fmla="*/ 1049 h 354"/>
                  <a:gd name="T24" fmla="*/ 3731 w 393"/>
                  <a:gd name="T25" fmla="*/ 748 h 354"/>
                  <a:gd name="T26" fmla="*/ 4296 w 393"/>
                  <a:gd name="T27" fmla="*/ 2648 h 354"/>
                  <a:gd name="T28" fmla="*/ 5065 w 393"/>
                  <a:gd name="T29" fmla="*/ 3181 h 354"/>
                  <a:gd name="T30" fmla="*/ 5278 w 393"/>
                  <a:gd name="T31" fmla="*/ 4226 h 354"/>
                  <a:gd name="T32" fmla="*/ 5733 w 393"/>
                  <a:gd name="T33" fmla="*/ 5260 h 354"/>
                  <a:gd name="T34" fmla="*/ 6135 w 393"/>
                  <a:gd name="T35" fmla="*/ 6250 h 354"/>
                  <a:gd name="T36" fmla="*/ 7443 w 393"/>
                  <a:gd name="T37" fmla="*/ 7420 h 354"/>
                  <a:gd name="T38" fmla="*/ 8054 w 393"/>
                  <a:gd name="T39" fmla="*/ 7861 h 354"/>
                  <a:gd name="T40" fmla="*/ 8575 w 393"/>
                  <a:gd name="T41" fmla="*/ 7954 h 354"/>
                  <a:gd name="T42" fmla="*/ 7608 w 393"/>
                  <a:gd name="T43" fmla="*/ 6897 h 354"/>
                  <a:gd name="T44" fmla="*/ 0 w 393"/>
                  <a:gd name="T45" fmla="*/ 10625 h 354"/>
                  <a:gd name="T46" fmla="*/ 196 w 393"/>
                  <a:gd name="T47" fmla="*/ 10047 h 354"/>
                  <a:gd name="T48" fmla="*/ 128 w 393"/>
                  <a:gd name="T49" fmla="*/ 10141 h 354"/>
                  <a:gd name="T50" fmla="*/ 0 w 393"/>
                  <a:gd name="T51" fmla="*/ 10625 h 35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93" h="354">
                    <a:moveTo>
                      <a:pt x="349" y="230"/>
                    </a:moveTo>
                    <a:cubicBezTo>
                      <a:pt x="339" y="212"/>
                      <a:pt x="314" y="220"/>
                      <a:pt x="288" y="206"/>
                    </a:cubicBezTo>
                    <a:cubicBezTo>
                      <a:pt x="262" y="191"/>
                      <a:pt x="269" y="177"/>
                      <a:pt x="271" y="158"/>
                    </a:cubicBezTo>
                    <a:cubicBezTo>
                      <a:pt x="272" y="139"/>
                      <a:pt x="265" y="132"/>
                      <a:pt x="249" y="125"/>
                    </a:cubicBezTo>
                    <a:cubicBezTo>
                      <a:pt x="233" y="117"/>
                      <a:pt x="244" y="111"/>
                      <a:pt x="236" y="95"/>
                    </a:cubicBezTo>
                    <a:cubicBezTo>
                      <a:pt x="229" y="80"/>
                      <a:pt x="222" y="89"/>
                      <a:pt x="205" y="71"/>
                    </a:cubicBezTo>
                    <a:cubicBezTo>
                      <a:pt x="187" y="54"/>
                      <a:pt x="190" y="39"/>
                      <a:pt x="174" y="20"/>
                    </a:cubicBezTo>
                    <a:cubicBezTo>
                      <a:pt x="157" y="2"/>
                      <a:pt x="135" y="23"/>
                      <a:pt x="114" y="18"/>
                    </a:cubicBezTo>
                    <a:cubicBezTo>
                      <a:pt x="93" y="14"/>
                      <a:pt x="79" y="0"/>
                      <a:pt x="57" y="2"/>
                    </a:cubicBezTo>
                    <a:cubicBezTo>
                      <a:pt x="35" y="4"/>
                      <a:pt x="23" y="21"/>
                      <a:pt x="13" y="47"/>
                    </a:cubicBezTo>
                    <a:cubicBezTo>
                      <a:pt x="22" y="30"/>
                      <a:pt x="41" y="9"/>
                      <a:pt x="58" y="8"/>
                    </a:cubicBezTo>
                    <a:cubicBezTo>
                      <a:pt x="80" y="6"/>
                      <a:pt x="86" y="31"/>
                      <a:pt x="107" y="35"/>
                    </a:cubicBezTo>
                    <a:cubicBezTo>
                      <a:pt x="128" y="39"/>
                      <a:pt x="154" y="7"/>
                      <a:pt x="171" y="25"/>
                    </a:cubicBezTo>
                    <a:cubicBezTo>
                      <a:pt x="183" y="39"/>
                      <a:pt x="172" y="63"/>
                      <a:pt x="197" y="88"/>
                    </a:cubicBezTo>
                    <a:cubicBezTo>
                      <a:pt x="215" y="106"/>
                      <a:pt x="225" y="90"/>
                      <a:pt x="232" y="106"/>
                    </a:cubicBezTo>
                    <a:cubicBezTo>
                      <a:pt x="240" y="122"/>
                      <a:pt x="226" y="134"/>
                      <a:pt x="242" y="141"/>
                    </a:cubicBezTo>
                    <a:cubicBezTo>
                      <a:pt x="257" y="149"/>
                      <a:pt x="265" y="156"/>
                      <a:pt x="263" y="175"/>
                    </a:cubicBezTo>
                    <a:cubicBezTo>
                      <a:pt x="262" y="194"/>
                      <a:pt x="255" y="193"/>
                      <a:pt x="281" y="208"/>
                    </a:cubicBezTo>
                    <a:cubicBezTo>
                      <a:pt x="307" y="222"/>
                      <a:pt x="331" y="229"/>
                      <a:pt x="341" y="247"/>
                    </a:cubicBezTo>
                    <a:cubicBezTo>
                      <a:pt x="350" y="262"/>
                      <a:pt x="360" y="247"/>
                      <a:pt x="369" y="262"/>
                    </a:cubicBezTo>
                    <a:cubicBezTo>
                      <a:pt x="377" y="261"/>
                      <a:pt x="393" y="265"/>
                      <a:pt x="393" y="265"/>
                    </a:cubicBezTo>
                    <a:cubicBezTo>
                      <a:pt x="389" y="238"/>
                      <a:pt x="359" y="247"/>
                      <a:pt x="349" y="230"/>
                    </a:cubicBezTo>
                    <a:close/>
                    <a:moveTo>
                      <a:pt x="0" y="354"/>
                    </a:moveTo>
                    <a:cubicBezTo>
                      <a:pt x="4" y="349"/>
                      <a:pt x="6" y="342"/>
                      <a:pt x="9" y="335"/>
                    </a:cubicBezTo>
                    <a:cubicBezTo>
                      <a:pt x="8" y="336"/>
                      <a:pt x="7" y="337"/>
                      <a:pt x="6" y="338"/>
                    </a:cubicBezTo>
                    <a:cubicBezTo>
                      <a:pt x="4" y="342"/>
                      <a:pt x="3" y="348"/>
                      <a:pt x="0" y="354"/>
                    </a:cubicBezTo>
                    <a:close/>
                  </a:path>
                </a:pathLst>
              </a:custGeom>
              <a:solidFill>
                <a:srgbClr val="76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7" name="Freeform 375">
                <a:extLst>
                  <a:ext uri="{FF2B5EF4-FFF2-40B4-BE49-F238E27FC236}">
                    <a16:creationId xmlns:a16="http://schemas.microsoft.com/office/drawing/2014/main" id="{C44AD43C-1AD6-4E3D-A583-9CFC210A2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634"/>
                <a:ext cx="1037" cy="417"/>
              </a:xfrm>
              <a:custGeom>
                <a:avLst/>
                <a:gdLst>
                  <a:gd name="T0" fmla="*/ 12190 w 560"/>
                  <a:gd name="T1" fmla="*/ 3549 h 211"/>
                  <a:gd name="T2" fmla="*/ 10585 w 560"/>
                  <a:gd name="T3" fmla="*/ 3889 h 211"/>
                  <a:gd name="T4" fmla="*/ 9690 w 560"/>
                  <a:gd name="T5" fmla="*/ 4702 h 211"/>
                  <a:gd name="T6" fmla="*/ 9029 w 560"/>
                  <a:gd name="T7" fmla="*/ 3953 h 211"/>
                  <a:gd name="T8" fmla="*/ 7537 w 560"/>
                  <a:gd name="T9" fmla="*/ 3953 h 211"/>
                  <a:gd name="T10" fmla="*/ 6187 w 560"/>
                  <a:gd name="T11" fmla="*/ 3921 h 211"/>
                  <a:gd name="T12" fmla="*/ 5359 w 560"/>
                  <a:gd name="T13" fmla="*/ 4577 h 211"/>
                  <a:gd name="T14" fmla="*/ 4481 w 560"/>
                  <a:gd name="T15" fmla="*/ 4672 h 211"/>
                  <a:gd name="T16" fmla="*/ 3785 w 560"/>
                  <a:gd name="T17" fmla="*/ 5581 h 211"/>
                  <a:gd name="T18" fmla="*/ 2915 w 560"/>
                  <a:gd name="T19" fmla="*/ 4168 h 211"/>
                  <a:gd name="T20" fmla="*/ 1715 w 560"/>
                  <a:gd name="T21" fmla="*/ 4484 h 211"/>
                  <a:gd name="T22" fmla="*/ 567 w 560"/>
                  <a:gd name="T23" fmla="*/ 4045 h 211"/>
                  <a:gd name="T24" fmla="*/ 0 w 560"/>
                  <a:gd name="T25" fmla="*/ 3613 h 211"/>
                  <a:gd name="T26" fmla="*/ 1148 w 560"/>
                  <a:gd name="T27" fmla="*/ 3281 h 211"/>
                  <a:gd name="T28" fmla="*/ 2580 w 560"/>
                  <a:gd name="T29" fmla="*/ 2316 h 211"/>
                  <a:gd name="T30" fmla="*/ 3576 w 560"/>
                  <a:gd name="T31" fmla="*/ 1391 h 211"/>
                  <a:gd name="T32" fmla="*/ 4472 w 560"/>
                  <a:gd name="T33" fmla="*/ 577 h 211"/>
                  <a:gd name="T34" fmla="*/ 5798 w 560"/>
                  <a:gd name="T35" fmla="*/ 125 h 211"/>
                  <a:gd name="T36" fmla="*/ 6574 w 560"/>
                  <a:gd name="T37" fmla="*/ 332 h 211"/>
                  <a:gd name="T38" fmla="*/ 7263 w 560"/>
                  <a:gd name="T39" fmla="*/ 656 h 211"/>
                  <a:gd name="T40" fmla="*/ 7924 w 560"/>
                  <a:gd name="T41" fmla="*/ 872 h 211"/>
                  <a:gd name="T42" fmla="*/ 9231 w 560"/>
                  <a:gd name="T43" fmla="*/ 1480 h 211"/>
                  <a:gd name="T44" fmla="*/ 10064 w 560"/>
                  <a:gd name="T45" fmla="*/ 2229 h 211"/>
                  <a:gd name="T46" fmla="*/ 12190 w 560"/>
                  <a:gd name="T47" fmla="*/ 3549 h 2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0" h="211">
                    <a:moveTo>
                      <a:pt x="560" y="118"/>
                    </a:moveTo>
                    <a:cubicBezTo>
                      <a:pt x="549" y="131"/>
                      <a:pt x="503" y="125"/>
                      <a:pt x="486" y="129"/>
                    </a:cubicBezTo>
                    <a:cubicBezTo>
                      <a:pt x="468" y="133"/>
                      <a:pt x="466" y="153"/>
                      <a:pt x="445" y="156"/>
                    </a:cubicBezTo>
                    <a:cubicBezTo>
                      <a:pt x="424" y="159"/>
                      <a:pt x="429" y="126"/>
                      <a:pt x="415" y="131"/>
                    </a:cubicBezTo>
                    <a:cubicBezTo>
                      <a:pt x="402" y="136"/>
                      <a:pt x="365" y="144"/>
                      <a:pt x="346" y="131"/>
                    </a:cubicBezTo>
                    <a:cubicBezTo>
                      <a:pt x="327" y="117"/>
                      <a:pt x="301" y="112"/>
                      <a:pt x="284" y="130"/>
                    </a:cubicBezTo>
                    <a:cubicBezTo>
                      <a:pt x="267" y="148"/>
                      <a:pt x="256" y="159"/>
                      <a:pt x="246" y="152"/>
                    </a:cubicBezTo>
                    <a:cubicBezTo>
                      <a:pt x="236" y="144"/>
                      <a:pt x="214" y="139"/>
                      <a:pt x="206" y="155"/>
                    </a:cubicBezTo>
                    <a:cubicBezTo>
                      <a:pt x="199" y="171"/>
                      <a:pt x="192" y="211"/>
                      <a:pt x="174" y="185"/>
                    </a:cubicBezTo>
                    <a:cubicBezTo>
                      <a:pt x="155" y="159"/>
                      <a:pt x="156" y="130"/>
                      <a:pt x="134" y="138"/>
                    </a:cubicBezTo>
                    <a:cubicBezTo>
                      <a:pt x="113" y="147"/>
                      <a:pt x="92" y="166"/>
                      <a:pt x="79" y="149"/>
                    </a:cubicBezTo>
                    <a:cubicBezTo>
                      <a:pt x="66" y="131"/>
                      <a:pt x="41" y="132"/>
                      <a:pt x="26" y="134"/>
                    </a:cubicBezTo>
                    <a:cubicBezTo>
                      <a:pt x="20" y="135"/>
                      <a:pt x="9" y="128"/>
                      <a:pt x="0" y="120"/>
                    </a:cubicBezTo>
                    <a:cubicBezTo>
                      <a:pt x="0" y="120"/>
                      <a:pt x="38" y="117"/>
                      <a:pt x="53" y="109"/>
                    </a:cubicBezTo>
                    <a:cubicBezTo>
                      <a:pt x="69" y="101"/>
                      <a:pt x="105" y="93"/>
                      <a:pt x="118" y="77"/>
                    </a:cubicBezTo>
                    <a:cubicBezTo>
                      <a:pt x="131" y="62"/>
                      <a:pt x="158" y="56"/>
                      <a:pt x="164" y="46"/>
                    </a:cubicBezTo>
                    <a:cubicBezTo>
                      <a:pt x="171" y="36"/>
                      <a:pt x="181" y="20"/>
                      <a:pt x="205" y="19"/>
                    </a:cubicBezTo>
                    <a:cubicBezTo>
                      <a:pt x="228" y="17"/>
                      <a:pt x="261" y="9"/>
                      <a:pt x="266" y="4"/>
                    </a:cubicBezTo>
                    <a:cubicBezTo>
                      <a:pt x="271" y="0"/>
                      <a:pt x="284" y="12"/>
                      <a:pt x="302" y="11"/>
                    </a:cubicBezTo>
                    <a:cubicBezTo>
                      <a:pt x="319" y="10"/>
                      <a:pt x="323" y="22"/>
                      <a:pt x="334" y="22"/>
                    </a:cubicBezTo>
                    <a:cubicBezTo>
                      <a:pt x="346" y="22"/>
                      <a:pt x="352" y="31"/>
                      <a:pt x="364" y="29"/>
                    </a:cubicBezTo>
                    <a:cubicBezTo>
                      <a:pt x="376" y="28"/>
                      <a:pt x="415" y="32"/>
                      <a:pt x="424" y="49"/>
                    </a:cubicBezTo>
                    <a:cubicBezTo>
                      <a:pt x="434" y="66"/>
                      <a:pt x="445" y="53"/>
                      <a:pt x="462" y="74"/>
                    </a:cubicBezTo>
                    <a:cubicBezTo>
                      <a:pt x="480" y="95"/>
                      <a:pt x="517" y="124"/>
                      <a:pt x="560" y="118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8" name="Freeform 376">
                <a:extLst>
                  <a:ext uri="{FF2B5EF4-FFF2-40B4-BE49-F238E27FC236}">
                    <a16:creationId xmlns:a16="http://schemas.microsoft.com/office/drawing/2014/main" id="{42AAD31D-511E-40AA-9970-B4A6C49EC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699"/>
                <a:ext cx="683" cy="235"/>
              </a:xfrm>
              <a:custGeom>
                <a:avLst/>
                <a:gdLst>
                  <a:gd name="T0" fmla="*/ 8016 w 369"/>
                  <a:gd name="T1" fmla="*/ 2008 h 119"/>
                  <a:gd name="T2" fmla="*/ 6952 w 369"/>
                  <a:gd name="T3" fmla="*/ 2188 h 119"/>
                  <a:gd name="T4" fmla="*/ 6362 w 369"/>
                  <a:gd name="T5" fmla="*/ 2648 h 119"/>
                  <a:gd name="T6" fmla="*/ 5947 w 369"/>
                  <a:gd name="T7" fmla="*/ 2220 h 119"/>
                  <a:gd name="T8" fmla="*/ 4953 w 369"/>
                  <a:gd name="T9" fmla="*/ 2220 h 119"/>
                  <a:gd name="T10" fmla="*/ 4059 w 369"/>
                  <a:gd name="T11" fmla="*/ 2188 h 119"/>
                  <a:gd name="T12" fmla="*/ 3519 w 369"/>
                  <a:gd name="T13" fmla="*/ 2557 h 119"/>
                  <a:gd name="T14" fmla="*/ 2956 w 369"/>
                  <a:gd name="T15" fmla="*/ 2617 h 119"/>
                  <a:gd name="T16" fmla="*/ 2497 w 369"/>
                  <a:gd name="T17" fmla="*/ 3120 h 119"/>
                  <a:gd name="T18" fmla="*/ 1936 w 369"/>
                  <a:gd name="T19" fmla="*/ 2340 h 119"/>
                  <a:gd name="T20" fmla="*/ 1127 w 369"/>
                  <a:gd name="T21" fmla="*/ 2528 h 119"/>
                  <a:gd name="T22" fmla="*/ 387 w 369"/>
                  <a:gd name="T23" fmla="*/ 2249 h 119"/>
                  <a:gd name="T24" fmla="*/ 0 w 369"/>
                  <a:gd name="T25" fmla="*/ 2040 h 119"/>
                  <a:gd name="T26" fmla="*/ 761 w 369"/>
                  <a:gd name="T27" fmla="*/ 1825 h 119"/>
                  <a:gd name="T28" fmla="*/ 1692 w 369"/>
                  <a:gd name="T29" fmla="*/ 1295 h 119"/>
                  <a:gd name="T30" fmla="*/ 2371 w 369"/>
                  <a:gd name="T31" fmla="*/ 776 h 119"/>
                  <a:gd name="T32" fmla="*/ 2936 w 369"/>
                  <a:gd name="T33" fmla="*/ 300 h 119"/>
                  <a:gd name="T34" fmla="*/ 3806 w 369"/>
                  <a:gd name="T35" fmla="*/ 63 h 119"/>
                  <a:gd name="T36" fmla="*/ 4316 w 369"/>
                  <a:gd name="T37" fmla="*/ 184 h 119"/>
                  <a:gd name="T38" fmla="*/ 4775 w 369"/>
                  <a:gd name="T39" fmla="*/ 363 h 119"/>
                  <a:gd name="T40" fmla="*/ 5210 w 369"/>
                  <a:gd name="T41" fmla="*/ 484 h 119"/>
                  <a:gd name="T42" fmla="*/ 6080 w 369"/>
                  <a:gd name="T43" fmla="*/ 808 h 119"/>
                  <a:gd name="T44" fmla="*/ 6608 w 369"/>
                  <a:gd name="T45" fmla="*/ 1264 h 119"/>
                  <a:gd name="T46" fmla="*/ 8016 w 369"/>
                  <a:gd name="T47" fmla="*/ 2008 h 1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69" h="119">
                    <a:moveTo>
                      <a:pt x="369" y="67"/>
                    </a:moveTo>
                    <a:cubicBezTo>
                      <a:pt x="361" y="74"/>
                      <a:pt x="332" y="70"/>
                      <a:pt x="320" y="73"/>
                    </a:cubicBezTo>
                    <a:cubicBezTo>
                      <a:pt x="309" y="75"/>
                      <a:pt x="307" y="86"/>
                      <a:pt x="293" y="88"/>
                    </a:cubicBezTo>
                    <a:cubicBezTo>
                      <a:pt x="279" y="90"/>
                      <a:pt x="283" y="71"/>
                      <a:pt x="274" y="74"/>
                    </a:cubicBezTo>
                    <a:cubicBezTo>
                      <a:pt x="265" y="77"/>
                      <a:pt x="241" y="81"/>
                      <a:pt x="228" y="74"/>
                    </a:cubicBezTo>
                    <a:cubicBezTo>
                      <a:pt x="215" y="66"/>
                      <a:pt x="198" y="63"/>
                      <a:pt x="187" y="73"/>
                    </a:cubicBezTo>
                    <a:cubicBezTo>
                      <a:pt x="176" y="83"/>
                      <a:pt x="169" y="90"/>
                      <a:pt x="162" y="85"/>
                    </a:cubicBezTo>
                    <a:cubicBezTo>
                      <a:pt x="155" y="81"/>
                      <a:pt x="141" y="78"/>
                      <a:pt x="136" y="87"/>
                    </a:cubicBezTo>
                    <a:cubicBezTo>
                      <a:pt x="131" y="96"/>
                      <a:pt x="127" y="119"/>
                      <a:pt x="115" y="104"/>
                    </a:cubicBezTo>
                    <a:cubicBezTo>
                      <a:pt x="102" y="90"/>
                      <a:pt x="103" y="73"/>
                      <a:pt x="89" y="78"/>
                    </a:cubicBezTo>
                    <a:cubicBezTo>
                      <a:pt x="74" y="83"/>
                      <a:pt x="61" y="94"/>
                      <a:pt x="52" y="84"/>
                    </a:cubicBezTo>
                    <a:cubicBezTo>
                      <a:pt x="43" y="74"/>
                      <a:pt x="27" y="74"/>
                      <a:pt x="18" y="75"/>
                    </a:cubicBezTo>
                    <a:cubicBezTo>
                      <a:pt x="13" y="76"/>
                      <a:pt x="6" y="72"/>
                      <a:pt x="0" y="68"/>
                    </a:cubicBezTo>
                    <a:cubicBezTo>
                      <a:pt x="0" y="68"/>
                      <a:pt x="25" y="66"/>
                      <a:pt x="35" y="61"/>
                    </a:cubicBezTo>
                    <a:cubicBezTo>
                      <a:pt x="46" y="57"/>
                      <a:pt x="69" y="52"/>
                      <a:pt x="78" y="43"/>
                    </a:cubicBezTo>
                    <a:cubicBezTo>
                      <a:pt x="87" y="35"/>
                      <a:pt x="104" y="31"/>
                      <a:pt x="109" y="26"/>
                    </a:cubicBezTo>
                    <a:cubicBezTo>
                      <a:pt x="113" y="20"/>
                      <a:pt x="119" y="11"/>
                      <a:pt x="135" y="10"/>
                    </a:cubicBezTo>
                    <a:cubicBezTo>
                      <a:pt x="151" y="10"/>
                      <a:pt x="172" y="5"/>
                      <a:pt x="175" y="2"/>
                    </a:cubicBezTo>
                    <a:cubicBezTo>
                      <a:pt x="179" y="0"/>
                      <a:pt x="187" y="7"/>
                      <a:pt x="199" y="6"/>
                    </a:cubicBezTo>
                    <a:cubicBezTo>
                      <a:pt x="211" y="5"/>
                      <a:pt x="213" y="12"/>
                      <a:pt x="220" y="12"/>
                    </a:cubicBezTo>
                    <a:cubicBezTo>
                      <a:pt x="228" y="12"/>
                      <a:pt x="232" y="17"/>
                      <a:pt x="240" y="16"/>
                    </a:cubicBezTo>
                    <a:cubicBezTo>
                      <a:pt x="248" y="16"/>
                      <a:pt x="273" y="18"/>
                      <a:pt x="280" y="27"/>
                    </a:cubicBezTo>
                    <a:cubicBezTo>
                      <a:pt x="286" y="37"/>
                      <a:pt x="293" y="30"/>
                      <a:pt x="304" y="42"/>
                    </a:cubicBezTo>
                    <a:cubicBezTo>
                      <a:pt x="316" y="53"/>
                      <a:pt x="341" y="70"/>
                      <a:pt x="369" y="67"/>
                    </a:cubicBezTo>
                    <a:close/>
                  </a:path>
                </a:pathLst>
              </a:custGeom>
              <a:solidFill>
                <a:srgbClr val="B248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9" name="Freeform 377">
                <a:extLst>
                  <a:ext uri="{FF2B5EF4-FFF2-40B4-BE49-F238E27FC236}">
                    <a16:creationId xmlns:a16="http://schemas.microsoft.com/office/drawing/2014/main" id="{4A28B062-3878-4B9D-B4F5-24297CB9A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39"/>
                <a:ext cx="355" cy="120"/>
              </a:xfrm>
              <a:custGeom>
                <a:avLst/>
                <a:gdLst>
                  <a:gd name="T0" fmla="*/ 4147 w 192"/>
                  <a:gd name="T1" fmla="*/ 1005 h 61"/>
                  <a:gd name="T2" fmla="*/ 3589 w 192"/>
                  <a:gd name="T3" fmla="*/ 1096 h 61"/>
                  <a:gd name="T4" fmla="*/ 3286 w 192"/>
                  <a:gd name="T5" fmla="*/ 1332 h 61"/>
                  <a:gd name="T6" fmla="*/ 3073 w 192"/>
                  <a:gd name="T7" fmla="*/ 1125 h 61"/>
                  <a:gd name="T8" fmla="*/ 2574 w 192"/>
                  <a:gd name="T9" fmla="*/ 1125 h 61"/>
                  <a:gd name="T10" fmla="*/ 2117 w 192"/>
                  <a:gd name="T11" fmla="*/ 1125 h 61"/>
                  <a:gd name="T12" fmla="*/ 1816 w 192"/>
                  <a:gd name="T13" fmla="*/ 1300 h 61"/>
                  <a:gd name="T14" fmla="*/ 1527 w 192"/>
                  <a:gd name="T15" fmla="*/ 1332 h 61"/>
                  <a:gd name="T16" fmla="*/ 1296 w 192"/>
                  <a:gd name="T17" fmla="*/ 1591 h 61"/>
                  <a:gd name="T18" fmla="*/ 991 w 192"/>
                  <a:gd name="T19" fmla="*/ 1180 h 61"/>
                  <a:gd name="T20" fmla="*/ 608 w 192"/>
                  <a:gd name="T21" fmla="*/ 1273 h 61"/>
                  <a:gd name="T22" fmla="*/ 209 w 192"/>
                  <a:gd name="T23" fmla="*/ 1149 h 61"/>
                  <a:gd name="T24" fmla="*/ 0 w 192"/>
                  <a:gd name="T25" fmla="*/ 1037 h 61"/>
                  <a:gd name="T26" fmla="*/ 410 w 192"/>
                  <a:gd name="T27" fmla="*/ 913 h 61"/>
                  <a:gd name="T28" fmla="*/ 893 w 192"/>
                  <a:gd name="T29" fmla="*/ 647 h 61"/>
                  <a:gd name="T30" fmla="*/ 1228 w 192"/>
                  <a:gd name="T31" fmla="*/ 388 h 61"/>
                  <a:gd name="T32" fmla="*/ 1511 w 192"/>
                  <a:gd name="T33" fmla="*/ 151 h 61"/>
                  <a:gd name="T34" fmla="*/ 1965 w 192"/>
                  <a:gd name="T35" fmla="*/ 31 h 61"/>
                  <a:gd name="T36" fmla="*/ 2243 w 192"/>
                  <a:gd name="T37" fmla="*/ 92 h 61"/>
                  <a:gd name="T38" fmla="*/ 2489 w 192"/>
                  <a:gd name="T39" fmla="*/ 181 h 61"/>
                  <a:gd name="T40" fmla="*/ 2701 w 192"/>
                  <a:gd name="T41" fmla="*/ 236 h 61"/>
                  <a:gd name="T42" fmla="*/ 3134 w 192"/>
                  <a:gd name="T43" fmla="*/ 417 h 61"/>
                  <a:gd name="T44" fmla="*/ 3411 w 192"/>
                  <a:gd name="T45" fmla="*/ 616 h 61"/>
                  <a:gd name="T46" fmla="*/ 4147 w 192"/>
                  <a:gd name="T47" fmla="*/ 1005 h 6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2" h="61">
                    <a:moveTo>
                      <a:pt x="192" y="34"/>
                    </a:moveTo>
                    <a:cubicBezTo>
                      <a:pt x="188" y="38"/>
                      <a:pt x="172" y="36"/>
                      <a:pt x="166" y="37"/>
                    </a:cubicBezTo>
                    <a:cubicBezTo>
                      <a:pt x="160" y="38"/>
                      <a:pt x="159" y="44"/>
                      <a:pt x="152" y="45"/>
                    </a:cubicBezTo>
                    <a:cubicBezTo>
                      <a:pt x="145" y="46"/>
                      <a:pt x="147" y="36"/>
                      <a:pt x="142" y="38"/>
                    </a:cubicBezTo>
                    <a:cubicBezTo>
                      <a:pt x="138" y="39"/>
                      <a:pt x="125" y="42"/>
                      <a:pt x="119" y="38"/>
                    </a:cubicBezTo>
                    <a:cubicBezTo>
                      <a:pt x="112" y="34"/>
                      <a:pt x="103" y="32"/>
                      <a:pt x="98" y="38"/>
                    </a:cubicBezTo>
                    <a:cubicBezTo>
                      <a:pt x="92" y="43"/>
                      <a:pt x="88" y="46"/>
                      <a:pt x="84" y="44"/>
                    </a:cubicBezTo>
                    <a:cubicBezTo>
                      <a:pt x="81" y="42"/>
                      <a:pt x="74" y="40"/>
                      <a:pt x="71" y="45"/>
                    </a:cubicBezTo>
                    <a:cubicBezTo>
                      <a:pt x="68" y="49"/>
                      <a:pt x="66" y="61"/>
                      <a:pt x="60" y="54"/>
                    </a:cubicBezTo>
                    <a:cubicBezTo>
                      <a:pt x="54" y="46"/>
                      <a:pt x="54" y="38"/>
                      <a:pt x="46" y="40"/>
                    </a:cubicBezTo>
                    <a:cubicBezTo>
                      <a:pt x="39" y="42"/>
                      <a:pt x="32" y="48"/>
                      <a:pt x="28" y="43"/>
                    </a:cubicBezTo>
                    <a:cubicBezTo>
                      <a:pt x="23" y="38"/>
                      <a:pt x="14" y="38"/>
                      <a:pt x="10" y="39"/>
                    </a:cubicBezTo>
                    <a:cubicBezTo>
                      <a:pt x="7" y="39"/>
                      <a:pt x="4" y="37"/>
                      <a:pt x="0" y="35"/>
                    </a:cubicBezTo>
                    <a:cubicBezTo>
                      <a:pt x="0" y="35"/>
                      <a:pt x="13" y="34"/>
                      <a:pt x="19" y="31"/>
                    </a:cubicBezTo>
                    <a:cubicBezTo>
                      <a:pt x="24" y="29"/>
                      <a:pt x="36" y="27"/>
                      <a:pt x="41" y="22"/>
                    </a:cubicBezTo>
                    <a:cubicBezTo>
                      <a:pt x="45" y="18"/>
                      <a:pt x="55" y="16"/>
                      <a:pt x="57" y="13"/>
                    </a:cubicBezTo>
                    <a:cubicBezTo>
                      <a:pt x="59" y="10"/>
                      <a:pt x="62" y="5"/>
                      <a:pt x="70" y="5"/>
                    </a:cubicBezTo>
                    <a:cubicBezTo>
                      <a:pt x="78" y="5"/>
                      <a:pt x="90" y="2"/>
                      <a:pt x="91" y="1"/>
                    </a:cubicBezTo>
                    <a:cubicBezTo>
                      <a:pt x="93" y="0"/>
                      <a:pt x="98" y="3"/>
                      <a:pt x="104" y="3"/>
                    </a:cubicBezTo>
                    <a:cubicBezTo>
                      <a:pt x="110" y="2"/>
                      <a:pt x="111" y="6"/>
                      <a:pt x="115" y="6"/>
                    </a:cubicBezTo>
                    <a:cubicBezTo>
                      <a:pt x="119" y="6"/>
                      <a:pt x="121" y="8"/>
                      <a:pt x="125" y="8"/>
                    </a:cubicBezTo>
                    <a:cubicBezTo>
                      <a:pt x="129" y="8"/>
                      <a:pt x="142" y="9"/>
                      <a:pt x="145" y="14"/>
                    </a:cubicBezTo>
                    <a:cubicBezTo>
                      <a:pt x="149" y="19"/>
                      <a:pt x="152" y="15"/>
                      <a:pt x="158" y="21"/>
                    </a:cubicBezTo>
                    <a:cubicBezTo>
                      <a:pt x="164" y="27"/>
                      <a:pt x="177" y="36"/>
                      <a:pt x="192" y="34"/>
                    </a:cubicBezTo>
                    <a:close/>
                  </a:path>
                </a:pathLst>
              </a:custGeom>
              <a:solidFill>
                <a:srgbClr val="C45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0" name="Freeform 378">
                <a:extLst>
                  <a:ext uri="{FF2B5EF4-FFF2-40B4-BE49-F238E27FC236}">
                    <a16:creationId xmlns:a16="http://schemas.microsoft.com/office/drawing/2014/main" id="{DFC812C0-C729-4545-99EB-111B919D5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634"/>
                <a:ext cx="1037" cy="417"/>
              </a:xfrm>
              <a:custGeom>
                <a:avLst/>
                <a:gdLst>
                  <a:gd name="T0" fmla="*/ 12190 w 560"/>
                  <a:gd name="T1" fmla="*/ 3549 h 211"/>
                  <a:gd name="T2" fmla="*/ 10585 w 560"/>
                  <a:gd name="T3" fmla="*/ 3889 h 211"/>
                  <a:gd name="T4" fmla="*/ 9690 w 560"/>
                  <a:gd name="T5" fmla="*/ 4702 h 211"/>
                  <a:gd name="T6" fmla="*/ 9029 w 560"/>
                  <a:gd name="T7" fmla="*/ 3953 h 211"/>
                  <a:gd name="T8" fmla="*/ 7537 w 560"/>
                  <a:gd name="T9" fmla="*/ 3953 h 211"/>
                  <a:gd name="T10" fmla="*/ 6187 w 560"/>
                  <a:gd name="T11" fmla="*/ 3921 h 211"/>
                  <a:gd name="T12" fmla="*/ 5359 w 560"/>
                  <a:gd name="T13" fmla="*/ 4577 h 211"/>
                  <a:gd name="T14" fmla="*/ 4481 w 560"/>
                  <a:gd name="T15" fmla="*/ 4672 h 211"/>
                  <a:gd name="T16" fmla="*/ 3785 w 560"/>
                  <a:gd name="T17" fmla="*/ 5581 h 211"/>
                  <a:gd name="T18" fmla="*/ 2915 w 560"/>
                  <a:gd name="T19" fmla="*/ 4168 h 211"/>
                  <a:gd name="T20" fmla="*/ 1715 w 560"/>
                  <a:gd name="T21" fmla="*/ 4484 h 211"/>
                  <a:gd name="T22" fmla="*/ 567 w 560"/>
                  <a:gd name="T23" fmla="*/ 4045 h 211"/>
                  <a:gd name="T24" fmla="*/ 0 w 560"/>
                  <a:gd name="T25" fmla="*/ 3613 h 211"/>
                  <a:gd name="T26" fmla="*/ 1148 w 560"/>
                  <a:gd name="T27" fmla="*/ 3281 h 211"/>
                  <a:gd name="T28" fmla="*/ 2580 w 560"/>
                  <a:gd name="T29" fmla="*/ 2316 h 211"/>
                  <a:gd name="T30" fmla="*/ 3576 w 560"/>
                  <a:gd name="T31" fmla="*/ 1391 h 211"/>
                  <a:gd name="T32" fmla="*/ 4472 w 560"/>
                  <a:gd name="T33" fmla="*/ 577 h 211"/>
                  <a:gd name="T34" fmla="*/ 5798 w 560"/>
                  <a:gd name="T35" fmla="*/ 125 h 211"/>
                  <a:gd name="T36" fmla="*/ 6574 w 560"/>
                  <a:gd name="T37" fmla="*/ 332 h 211"/>
                  <a:gd name="T38" fmla="*/ 7263 w 560"/>
                  <a:gd name="T39" fmla="*/ 656 h 211"/>
                  <a:gd name="T40" fmla="*/ 7924 w 560"/>
                  <a:gd name="T41" fmla="*/ 872 h 211"/>
                  <a:gd name="T42" fmla="*/ 9231 w 560"/>
                  <a:gd name="T43" fmla="*/ 1480 h 211"/>
                  <a:gd name="T44" fmla="*/ 10064 w 560"/>
                  <a:gd name="T45" fmla="*/ 2229 h 211"/>
                  <a:gd name="T46" fmla="*/ 12190 w 560"/>
                  <a:gd name="T47" fmla="*/ 3549 h 2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0" h="211">
                    <a:moveTo>
                      <a:pt x="560" y="118"/>
                    </a:moveTo>
                    <a:cubicBezTo>
                      <a:pt x="549" y="131"/>
                      <a:pt x="503" y="125"/>
                      <a:pt x="486" y="129"/>
                    </a:cubicBezTo>
                    <a:cubicBezTo>
                      <a:pt x="468" y="133"/>
                      <a:pt x="466" y="153"/>
                      <a:pt x="445" y="156"/>
                    </a:cubicBezTo>
                    <a:cubicBezTo>
                      <a:pt x="424" y="159"/>
                      <a:pt x="429" y="126"/>
                      <a:pt x="415" y="131"/>
                    </a:cubicBezTo>
                    <a:cubicBezTo>
                      <a:pt x="402" y="136"/>
                      <a:pt x="365" y="144"/>
                      <a:pt x="346" y="131"/>
                    </a:cubicBezTo>
                    <a:cubicBezTo>
                      <a:pt x="327" y="117"/>
                      <a:pt x="301" y="112"/>
                      <a:pt x="284" y="130"/>
                    </a:cubicBezTo>
                    <a:cubicBezTo>
                      <a:pt x="267" y="148"/>
                      <a:pt x="256" y="159"/>
                      <a:pt x="246" y="152"/>
                    </a:cubicBezTo>
                    <a:cubicBezTo>
                      <a:pt x="236" y="144"/>
                      <a:pt x="214" y="139"/>
                      <a:pt x="206" y="155"/>
                    </a:cubicBezTo>
                    <a:cubicBezTo>
                      <a:pt x="199" y="171"/>
                      <a:pt x="192" y="211"/>
                      <a:pt x="174" y="185"/>
                    </a:cubicBezTo>
                    <a:cubicBezTo>
                      <a:pt x="155" y="159"/>
                      <a:pt x="156" y="130"/>
                      <a:pt x="134" y="138"/>
                    </a:cubicBezTo>
                    <a:cubicBezTo>
                      <a:pt x="113" y="147"/>
                      <a:pt x="92" y="166"/>
                      <a:pt x="79" y="149"/>
                    </a:cubicBezTo>
                    <a:cubicBezTo>
                      <a:pt x="66" y="131"/>
                      <a:pt x="41" y="132"/>
                      <a:pt x="26" y="134"/>
                    </a:cubicBezTo>
                    <a:cubicBezTo>
                      <a:pt x="20" y="135"/>
                      <a:pt x="9" y="128"/>
                      <a:pt x="0" y="120"/>
                    </a:cubicBezTo>
                    <a:cubicBezTo>
                      <a:pt x="0" y="120"/>
                      <a:pt x="38" y="117"/>
                      <a:pt x="53" y="109"/>
                    </a:cubicBezTo>
                    <a:cubicBezTo>
                      <a:pt x="69" y="101"/>
                      <a:pt x="105" y="93"/>
                      <a:pt x="118" y="77"/>
                    </a:cubicBezTo>
                    <a:cubicBezTo>
                      <a:pt x="131" y="62"/>
                      <a:pt x="158" y="56"/>
                      <a:pt x="164" y="46"/>
                    </a:cubicBezTo>
                    <a:cubicBezTo>
                      <a:pt x="171" y="36"/>
                      <a:pt x="181" y="20"/>
                      <a:pt x="205" y="19"/>
                    </a:cubicBezTo>
                    <a:cubicBezTo>
                      <a:pt x="228" y="17"/>
                      <a:pt x="261" y="9"/>
                      <a:pt x="266" y="4"/>
                    </a:cubicBezTo>
                    <a:cubicBezTo>
                      <a:pt x="271" y="0"/>
                      <a:pt x="284" y="12"/>
                      <a:pt x="302" y="11"/>
                    </a:cubicBezTo>
                    <a:cubicBezTo>
                      <a:pt x="319" y="10"/>
                      <a:pt x="323" y="22"/>
                      <a:pt x="334" y="22"/>
                    </a:cubicBezTo>
                    <a:cubicBezTo>
                      <a:pt x="346" y="22"/>
                      <a:pt x="352" y="31"/>
                      <a:pt x="364" y="29"/>
                    </a:cubicBezTo>
                    <a:cubicBezTo>
                      <a:pt x="376" y="28"/>
                      <a:pt x="415" y="32"/>
                      <a:pt x="424" y="49"/>
                    </a:cubicBezTo>
                    <a:cubicBezTo>
                      <a:pt x="434" y="66"/>
                      <a:pt x="445" y="53"/>
                      <a:pt x="462" y="74"/>
                    </a:cubicBezTo>
                    <a:cubicBezTo>
                      <a:pt x="480" y="95"/>
                      <a:pt x="517" y="124"/>
                      <a:pt x="560" y="1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1" name="Freeform 379">
                <a:extLst>
                  <a:ext uri="{FF2B5EF4-FFF2-40B4-BE49-F238E27FC236}">
                    <a16:creationId xmlns:a16="http://schemas.microsoft.com/office/drawing/2014/main" id="{CAF7C596-158F-4FFC-BB2F-597D458DF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638"/>
                <a:ext cx="63" cy="139"/>
              </a:xfrm>
              <a:custGeom>
                <a:avLst/>
                <a:gdLst>
                  <a:gd name="T0" fmla="*/ 0 w 34"/>
                  <a:gd name="T1" fmla="*/ 2129 h 70"/>
                  <a:gd name="T2" fmla="*/ 374 w 34"/>
                  <a:gd name="T3" fmla="*/ 1199 h 70"/>
                  <a:gd name="T4" fmla="*/ 745 w 34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0">
                    <a:moveTo>
                      <a:pt x="0" y="69"/>
                    </a:moveTo>
                    <a:cubicBezTo>
                      <a:pt x="8" y="70"/>
                      <a:pt x="15" y="47"/>
                      <a:pt x="17" y="39"/>
                    </a:cubicBezTo>
                    <a:cubicBezTo>
                      <a:pt x="20" y="24"/>
                      <a:pt x="17" y="3"/>
                      <a:pt x="34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2" name="Freeform 380">
                <a:extLst>
                  <a:ext uri="{FF2B5EF4-FFF2-40B4-BE49-F238E27FC236}">
                    <a16:creationId xmlns:a16="http://schemas.microsoft.com/office/drawing/2014/main" id="{F21E18EE-774E-4C85-A272-BDDC65A83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476"/>
                <a:ext cx="11" cy="10"/>
              </a:xfrm>
              <a:custGeom>
                <a:avLst/>
                <a:gdLst>
                  <a:gd name="T0" fmla="*/ 0 w 6"/>
                  <a:gd name="T1" fmla="*/ 0 h 5"/>
                  <a:gd name="T2" fmla="*/ 125 w 6"/>
                  <a:gd name="T3" fmla="*/ 16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1"/>
                      <a:pt x="4" y="3"/>
                      <a:pt x="6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3" name="Freeform 381">
                <a:extLst>
                  <a:ext uri="{FF2B5EF4-FFF2-40B4-BE49-F238E27FC236}">
                    <a16:creationId xmlns:a16="http://schemas.microsoft.com/office/drawing/2014/main" id="{68582A16-52AC-44A0-AEA2-168B15142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451"/>
                <a:ext cx="96" cy="61"/>
              </a:xfrm>
              <a:custGeom>
                <a:avLst/>
                <a:gdLst>
                  <a:gd name="T0" fmla="*/ 0 w 52"/>
                  <a:gd name="T1" fmla="*/ 913 h 31"/>
                  <a:gd name="T2" fmla="*/ 233 w 52"/>
                  <a:gd name="T3" fmla="*/ 388 h 31"/>
                  <a:gd name="T4" fmla="*/ 1115 w 52"/>
                  <a:gd name="T5" fmla="*/ 29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1">
                    <a:moveTo>
                      <a:pt x="0" y="31"/>
                    </a:moveTo>
                    <a:cubicBezTo>
                      <a:pt x="3" y="25"/>
                      <a:pt x="7" y="19"/>
                      <a:pt x="11" y="13"/>
                    </a:cubicBezTo>
                    <a:cubicBezTo>
                      <a:pt x="22" y="0"/>
                      <a:pt x="39" y="2"/>
                      <a:pt x="52" y="1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4" name="Freeform 382">
                <a:extLst>
                  <a:ext uri="{FF2B5EF4-FFF2-40B4-BE49-F238E27FC236}">
                    <a16:creationId xmlns:a16="http://schemas.microsoft.com/office/drawing/2014/main" id="{1D30BEE9-DD4D-4DDB-BA51-97006DC23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522"/>
                <a:ext cx="5" cy="12"/>
              </a:xfrm>
              <a:custGeom>
                <a:avLst/>
                <a:gdLst>
                  <a:gd name="T0" fmla="*/ 0 w 3"/>
                  <a:gd name="T1" fmla="*/ 192 h 6"/>
                  <a:gd name="T2" fmla="*/ 37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5" name="Freeform 383">
                <a:extLst>
                  <a:ext uri="{FF2B5EF4-FFF2-40B4-BE49-F238E27FC236}">
                    <a16:creationId xmlns:a16="http://schemas.microsoft.com/office/drawing/2014/main" id="{2FF5610C-ECA1-4EAA-A07F-64B134C9D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549"/>
                <a:ext cx="12" cy="12"/>
              </a:xfrm>
              <a:custGeom>
                <a:avLst/>
                <a:gdLst>
                  <a:gd name="T0" fmla="*/ 0 w 7"/>
                  <a:gd name="T1" fmla="*/ 192 h 6"/>
                  <a:gd name="T2" fmla="*/ 106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3" y="4"/>
                      <a:pt x="5" y="2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6" name="Freeform 384">
                <a:extLst>
                  <a:ext uri="{FF2B5EF4-FFF2-40B4-BE49-F238E27FC236}">
                    <a16:creationId xmlns:a16="http://schemas.microsoft.com/office/drawing/2014/main" id="{708A27DF-E114-4A00-A714-8DF45D6D8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699"/>
                <a:ext cx="8" cy="4"/>
              </a:xfrm>
              <a:custGeom>
                <a:avLst/>
                <a:gdLst>
                  <a:gd name="T0" fmla="*/ 0 w 4"/>
                  <a:gd name="T1" fmla="*/ 0 h 2"/>
                  <a:gd name="T2" fmla="*/ 128 w 4"/>
                  <a:gd name="T3" fmla="*/ 6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1"/>
                      <a:pt x="4" y="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7" name="Freeform 385">
                <a:extLst>
                  <a:ext uri="{FF2B5EF4-FFF2-40B4-BE49-F238E27FC236}">
                    <a16:creationId xmlns:a16="http://schemas.microsoft.com/office/drawing/2014/main" id="{38FBA727-0B6B-417D-93B9-F5AE9052B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609"/>
                <a:ext cx="116" cy="81"/>
              </a:xfrm>
              <a:custGeom>
                <a:avLst/>
                <a:gdLst>
                  <a:gd name="T0" fmla="*/ 0 w 63"/>
                  <a:gd name="T1" fmla="*/ 425 h 41"/>
                  <a:gd name="T2" fmla="*/ 149 w 63"/>
                  <a:gd name="T3" fmla="*/ 364 h 41"/>
                  <a:gd name="T4" fmla="*/ 830 w 63"/>
                  <a:gd name="T5" fmla="*/ 93 h 41"/>
                  <a:gd name="T6" fmla="*/ 1335 w 63"/>
                  <a:gd name="T7" fmla="*/ 123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41">
                    <a:moveTo>
                      <a:pt x="0" y="14"/>
                    </a:moveTo>
                    <a:cubicBezTo>
                      <a:pt x="2" y="14"/>
                      <a:pt x="4" y="13"/>
                      <a:pt x="7" y="12"/>
                    </a:cubicBezTo>
                    <a:cubicBezTo>
                      <a:pt x="17" y="9"/>
                      <a:pt x="27" y="0"/>
                      <a:pt x="39" y="3"/>
                    </a:cubicBezTo>
                    <a:cubicBezTo>
                      <a:pt x="55" y="7"/>
                      <a:pt x="55" y="29"/>
                      <a:pt x="63" y="4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8" name="Freeform 386">
                <a:extLst>
                  <a:ext uri="{FF2B5EF4-FFF2-40B4-BE49-F238E27FC236}">
                    <a16:creationId xmlns:a16="http://schemas.microsoft.com/office/drawing/2014/main" id="{4EE18F02-BC5F-4D57-B7C1-DFB1C184F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636"/>
                <a:ext cx="9" cy="1"/>
              </a:xfrm>
              <a:custGeom>
                <a:avLst/>
                <a:gdLst>
                  <a:gd name="T0" fmla="*/ 0 w 5"/>
                  <a:gd name="T1" fmla="*/ 0 h 1"/>
                  <a:gd name="T2" fmla="*/ 94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9" name="Freeform 387">
                <a:extLst>
                  <a:ext uri="{FF2B5EF4-FFF2-40B4-BE49-F238E27FC236}">
                    <a16:creationId xmlns:a16="http://schemas.microsoft.com/office/drawing/2014/main" id="{C141C28E-D56F-4BC5-9715-5C4BF224D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634"/>
                <a:ext cx="6" cy="1"/>
              </a:xfrm>
              <a:custGeom>
                <a:avLst/>
                <a:gdLst>
                  <a:gd name="T0" fmla="*/ 0 w 3"/>
                  <a:gd name="T1" fmla="*/ 0 h 1"/>
                  <a:gd name="T2" fmla="*/ 9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0" name="Freeform 388">
                <a:extLst>
                  <a:ext uri="{FF2B5EF4-FFF2-40B4-BE49-F238E27FC236}">
                    <a16:creationId xmlns:a16="http://schemas.microsoft.com/office/drawing/2014/main" id="{3DC17334-1504-4AA9-BCEE-99E1E0587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24"/>
                <a:ext cx="19" cy="6"/>
              </a:xfrm>
              <a:custGeom>
                <a:avLst/>
                <a:gdLst>
                  <a:gd name="T0" fmla="*/ 0 w 10"/>
                  <a:gd name="T1" fmla="*/ 0 h 3"/>
                  <a:gd name="T2" fmla="*/ 245 w 10"/>
                  <a:gd name="T3" fmla="*/ 9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3" y="1"/>
                      <a:pt x="7" y="2"/>
                      <a:pt x="10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1" name="Freeform 389">
                <a:extLst>
                  <a:ext uri="{FF2B5EF4-FFF2-40B4-BE49-F238E27FC236}">
                    <a16:creationId xmlns:a16="http://schemas.microsoft.com/office/drawing/2014/main" id="{CEC2EB44-B9DE-47F0-9081-1C1E58E1B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543"/>
                <a:ext cx="13" cy="12"/>
              </a:xfrm>
              <a:custGeom>
                <a:avLst/>
                <a:gdLst>
                  <a:gd name="T0" fmla="*/ 156 w 7"/>
                  <a:gd name="T1" fmla="*/ 0 h 6"/>
                  <a:gd name="T2" fmla="*/ 0 w 7"/>
                  <a:gd name="T3" fmla="*/ 19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5" y="2"/>
                      <a:pt x="2" y="4"/>
                      <a:pt x="0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2" name="Freeform 390">
                <a:extLst>
                  <a:ext uri="{FF2B5EF4-FFF2-40B4-BE49-F238E27FC236}">
                    <a16:creationId xmlns:a16="http://schemas.microsoft.com/office/drawing/2014/main" id="{6C8C685E-46FE-4574-9FC3-B3BD1B004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94"/>
                <a:ext cx="121" cy="38"/>
              </a:xfrm>
              <a:custGeom>
                <a:avLst/>
                <a:gdLst>
                  <a:gd name="T0" fmla="*/ 1452 w 65"/>
                  <a:gd name="T1" fmla="*/ 0 h 19"/>
                  <a:gd name="T2" fmla="*/ 825 w 65"/>
                  <a:gd name="T3" fmla="*/ 192 h 19"/>
                  <a:gd name="T4" fmla="*/ 262 w 65"/>
                  <a:gd name="T5" fmla="*/ 352 h 19"/>
                  <a:gd name="T6" fmla="*/ 0 w 65"/>
                  <a:gd name="T7" fmla="*/ 60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9">
                    <a:moveTo>
                      <a:pt x="65" y="0"/>
                    </a:moveTo>
                    <a:cubicBezTo>
                      <a:pt x="58" y="6"/>
                      <a:pt x="48" y="6"/>
                      <a:pt x="37" y="6"/>
                    </a:cubicBezTo>
                    <a:cubicBezTo>
                      <a:pt x="29" y="5"/>
                      <a:pt x="20" y="7"/>
                      <a:pt x="12" y="11"/>
                    </a:cubicBezTo>
                    <a:cubicBezTo>
                      <a:pt x="7" y="13"/>
                      <a:pt x="4" y="16"/>
                      <a:pt x="0" y="1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3" name="Freeform 391">
                <a:extLst>
                  <a:ext uri="{FF2B5EF4-FFF2-40B4-BE49-F238E27FC236}">
                    <a16:creationId xmlns:a16="http://schemas.microsoft.com/office/drawing/2014/main" id="{67AE4BA9-348D-4155-9C3F-8838E0FBA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468"/>
                <a:ext cx="11" cy="18"/>
              </a:xfrm>
              <a:custGeom>
                <a:avLst/>
                <a:gdLst>
                  <a:gd name="T0" fmla="*/ 125 w 6"/>
                  <a:gd name="T1" fmla="*/ 0 h 9"/>
                  <a:gd name="T2" fmla="*/ 0 w 6"/>
                  <a:gd name="T3" fmla="*/ 28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4" y="4"/>
                      <a:pt x="2" y="7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4" name="Freeform 392">
                <a:extLst>
                  <a:ext uri="{FF2B5EF4-FFF2-40B4-BE49-F238E27FC236}">
                    <a16:creationId xmlns:a16="http://schemas.microsoft.com/office/drawing/2014/main" id="{2A1E94BB-DD32-49A2-86DE-EB6848A41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462"/>
                <a:ext cx="150" cy="123"/>
              </a:xfrm>
              <a:custGeom>
                <a:avLst/>
                <a:gdLst>
                  <a:gd name="T0" fmla="*/ 1631 w 81"/>
                  <a:gd name="T1" fmla="*/ 492 h 62"/>
                  <a:gd name="T2" fmla="*/ 826 w 81"/>
                  <a:gd name="T3" fmla="*/ 125 h 62"/>
                  <a:gd name="T4" fmla="*/ 237 w 81"/>
                  <a:gd name="T5" fmla="*/ 1224 h 62"/>
                  <a:gd name="T6" fmla="*/ 196 w 81"/>
                  <a:gd name="T7" fmla="*/ 1780 h 62"/>
                  <a:gd name="T8" fmla="*/ 611 w 81"/>
                  <a:gd name="T9" fmla="*/ 1444 h 62"/>
                  <a:gd name="T10" fmla="*/ 1074 w 81"/>
                  <a:gd name="T11" fmla="*/ 1444 h 62"/>
                  <a:gd name="T12" fmla="*/ 1506 w 81"/>
                  <a:gd name="T13" fmla="*/ 1101 h 62"/>
                  <a:gd name="T14" fmla="*/ 1767 w 81"/>
                  <a:gd name="T15" fmla="*/ 772 h 62"/>
                  <a:gd name="T16" fmla="*/ 1587 w 81"/>
                  <a:gd name="T17" fmla="*/ 468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62">
                    <a:moveTo>
                      <a:pt x="75" y="16"/>
                    </a:moveTo>
                    <a:cubicBezTo>
                      <a:pt x="68" y="9"/>
                      <a:pt x="46" y="0"/>
                      <a:pt x="38" y="4"/>
                    </a:cubicBezTo>
                    <a:cubicBezTo>
                      <a:pt x="26" y="11"/>
                      <a:pt x="20" y="30"/>
                      <a:pt x="11" y="40"/>
                    </a:cubicBezTo>
                    <a:cubicBezTo>
                      <a:pt x="7" y="46"/>
                      <a:pt x="0" y="53"/>
                      <a:pt x="9" y="58"/>
                    </a:cubicBezTo>
                    <a:cubicBezTo>
                      <a:pt x="16" y="62"/>
                      <a:pt x="22" y="52"/>
                      <a:pt x="28" y="47"/>
                    </a:cubicBezTo>
                    <a:cubicBezTo>
                      <a:pt x="38" y="38"/>
                      <a:pt x="38" y="47"/>
                      <a:pt x="49" y="47"/>
                    </a:cubicBezTo>
                    <a:cubicBezTo>
                      <a:pt x="56" y="46"/>
                      <a:pt x="64" y="39"/>
                      <a:pt x="69" y="36"/>
                    </a:cubicBezTo>
                    <a:cubicBezTo>
                      <a:pt x="73" y="33"/>
                      <a:pt x="80" y="33"/>
                      <a:pt x="81" y="25"/>
                    </a:cubicBezTo>
                    <a:cubicBezTo>
                      <a:pt x="81" y="19"/>
                      <a:pt x="77" y="16"/>
                      <a:pt x="73" y="15"/>
                    </a:cubicBezTo>
                  </a:path>
                </a:pathLst>
              </a:custGeom>
              <a:solidFill>
                <a:srgbClr val="963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5" name="Freeform 393">
                <a:extLst>
                  <a:ext uri="{FF2B5EF4-FFF2-40B4-BE49-F238E27FC236}">
                    <a16:creationId xmlns:a16="http://schemas.microsoft.com/office/drawing/2014/main" id="{E8D7E24F-B399-4678-82AD-B0C065C69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478"/>
                <a:ext cx="178" cy="121"/>
              </a:xfrm>
              <a:custGeom>
                <a:avLst/>
                <a:gdLst>
                  <a:gd name="T0" fmla="*/ 1977 w 96"/>
                  <a:gd name="T1" fmla="*/ 0 h 61"/>
                  <a:gd name="T2" fmla="*/ 942 w 96"/>
                  <a:gd name="T3" fmla="*/ 587 h 61"/>
                  <a:gd name="T4" fmla="*/ 439 w 96"/>
                  <a:gd name="T5" fmla="*/ 865 h 61"/>
                  <a:gd name="T6" fmla="*/ 45 w 96"/>
                  <a:gd name="T7" fmla="*/ 1500 h 61"/>
                  <a:gd name="T8" fmla="*/ 358 w 96"/>
                  <a:gd name="T9" fmla="*/ 1412 h 61"/>
                  <a:gd name="T10" fmla="*/ 415 w 96"/>
                  <a:gd name="T11" fmla="*/ 1656 h 61"/>
                  <a:gd name="T12" fmla="*/ 543 w 96"/>
                  <a:gd name="T13" fmla="*/ 1748 h 61"/>
                  <a:gd name="T14" fmla="*/ 897 w 96"/>
                  <a:gd name="T15" fmla="*/ 1561 h 61"/>
                  <a:gd name="T16" fmla="*/ 1203 w 96"/>
                  <a:gd name="T17" fmla="*/ 1531 h 61"/>
                  <a:gd name="T18" fmla="*/ 1561 w 96"/>
                  <a:gd name="T19" fmla="*/ 1224 h 61"/>
                  <a:gd name="T20" fmla="*/ 1619 w 96"/>
                  <a:gd name="T21" fmla="*/ 976 h 61"/>
                  <a:gd name="T22" fmla="*/ 1747 w 96"/>
                  <a:gd name="T23" fmla="*/ 835 h 61"/>
                  <a:gd name="T24" fmla="*/ 1977 w 96"/>
                  <a:gd name="T25" fmla="*/ 32 h 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6" h="61">
                    <a:moveTo>
                      <a:pt x="90" y="0"/>
                    </a:moveTo>
                    <a:cubicBezTo>
                      <a:pt x="76" y="15"/>
                      <a:pt x="61" y="19"/>
                      <a:pt x="43" y="19"/>
                    </a:cubicBezTo>
                    <a:cubicBezTo>
                      <a:pt x="33" y="19"/>
                      <a:pt x="28" y="21"/>
                      <a:pt x="20" y="28"/>
                    </a:cubicBezTo>
                    <a:cubicBezTo>
                      <a:pt x="14" y="31"/>
                      <a:pt x="0" y="39"/>
                      <a:pt x="2" y="49"/>
                    </a:cubicBezTo>
                    <a:cubicBezTo>
                      <a:pt x="6" y="48"/>
                      <a:pt x="12" y="42"/>
                      <a:pt x="16" y="46"/>
                    </a:cubicBezTo>
                    <a:cubicBezTo>
                      <a:pt x="18" y="48"/>
                      <a:pt x="18" y="52"/>
                      <a:pt x="19" y="54"/>
                    </a:cubicBezTo>
                    <a:cubicBezTo>
                      <a:pt x="21" y="55"/>
                      <a:pt x="23" y="56"/>
                      <a:pt x="25" y="57"/>
                    </a:cubicBezTo>
                    <a:cubicBezTo>
                      <a:pt x="34" y="61"/>
                      <a:pt x="34" y="57"/>
                      <a:pt x="41" y="51"/>
                    </a:cubicBezTo>
                    <a:cubicBezTo>
                      <a:pt x="46" y="49"/>
                      <a:pt x="50" y="51"/>
                      <a:pt x="55" y="50"/>
                    </a:cubicBezTo>
                    <a:cubicBezTo>
                      <a:pt x="60" y="48"/>
                      <a:pt x="68" y="44"/>
                      <a:pt x="71" y="40"/>
                    </a:cubicBezTo>
                    <a:cubicBezTo>
                      <a:pt x="73" y="38"/>
                      <a:pt x="73" y="34"/>
                      <a:pt x="74" y="32"/>
                    </a:cubicBezTo>
                    <a:cubicBezTo>
                      <a:pt x="76" y="30"/>
                      <a:pt x="78" y="29"/>
                      <a:pt x="80" y="27"/>
                    </a:cubicBezTo>
                    <a:cubicBezTo>
                      <a:pt x="88" y="20"/>
                      <a:pt x="96" y="13"/>
                      <a:pt x="90" y="1"/>
                    </a:cubicBezTo>
                  </a:path>
                </a:pathLst>
              </a:custGeom>
              <a:solidFill>
                <a:srgbClr val="963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6" name="Freeform 394">
                <a:extLst>
                  <a:ext uri="{FF2B5EF4-FFF2-40B4-BE49-F238E27FC236}">
                    <a16:creationId xmlns:a16="http://schemas.microsoft.com/office/drawing/2014/main" id="{449C80D7-C89F-4376-862E-0C8B3B38B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630"/>
                <a:ext cx="76" cy="113"/>
              </a:xfrm>
              <a:custGeom>
                <a:avLst/>
                <a:gdLst>
                  <a:gd name="T0" fmla="*/ 897 w 41"/>
                  <a:gd name="T1" fmla="*/ 0 h 57"/>
                  <a:gd name="T2" fmla="*/ 178 w 41"/>
                  <a:gd name="T3" fmla="*/ 492 h 57"/>
                  <a:gd name="T4" fmla="*/ 44 w 41"/>
                  <a:gd name="T5" fmla="*/ 1037 h 57"/>
                  <a:gd name="T6" fmla="*/ 0 w 41"/>
                  <a:gd name="T7" fmla="*/ 1651 h 57"/>
                  <a:gd name="T8" fmla="*/ 567 w 41"/>
                  <a:gd name="T9" fmla="*/ 1007 h 57"/>
                  <a:gd name="T10" fmla="*/ 673 w 41"/>
                  <a:gd name="T11" fmla="*/ 460 h 57"/>
                  <a:gd name="T12" fmla="*/ 829 w 41"/>
                  <a:gd name="T13" fmla="*/ 280 h 57"/>
                  <a:gd name="T14" fmla="*/ 873 w 41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57">
                    <a:moveTo>
                      <a:pt x="41" y="0"/>
                    </a:moveTo>
                    <a:cubicBezTo>
                      <a:pt x="31" y="5"/>
                      <a:pt x="14" y="3"/>
                      <a:pt x="8" y="16"/>
                    </a:cubicBezTo>
                    <a:cubicBezTo>
                      <a:pt x="5" y="21"/>
                      <a:pt x="2" y="29"/>
                      <a:pt x="2" y="34"/>
                    </a:cubicBezTo>
                    <a:cubicBezTo>
                      <a:pt x="1" y="42"/>
                      <a:pt x="3" y="47"/>
                      <a:pt x="0" y="54"/>
                    </a:cubicBezTo>
                    <a:cubicBezTo>
                      <a:pt x="7" y="57"/>
                      <a:pt x="22" y="41"/>
                      <a:pt x="26" y="33"/>
                    </a:cubicBezTo>
                    <a:cubicBezTo>
                      <a:pt x="28" y="26"/>
                      <a:pt x="27" y="20"/>
                      <a:pt x="31" y="15"/>
                    </a:cubicBezTo>
                    <a:cubicBezTo>
                      <a:pt x="33" y="13"/>
                      <a:pt x="37" y="11"/>
                      <a:pt x="38" y="9"/>
                    </a:cubicBezTo>
                    <a:cubicBezTo>
                      <a:pt x="40" y="7"/>
                      <a:pt x="37" y="3"/>
                      <a:pt x="40" y="0"/>
                    </a:cubicBezTo>
                  </a:path>
                </a:pathLst>
              </a:custGeom>
              <a:solidFill>
                <a:srgbClr val="963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7" name="Freeform 395">
                <a:extLst>
                  <a:ext uri="{FF2B5EF4-FFF2-40B4-BE49-F238E27FC236}">
                    <a16:creationId xmlns:a16="http://schemas.microsoft.com/office/drawing/2014/main" id="{4B8DE509-3181-44DA-AED4-3BBE13134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613"/>
                <a:ext cx="205" cy="116"/>
              </a:xfrm>
              <a:custGeom>
                <a:avLst/>
                <a:gdLst>
                  <a:gd name="T0" fmla="*/ 1978 w 111"/>
                  <a:gd name="T1" fmla="*/ 584 h 59"/>
                  <a:gd name="T2" fmla="*/ 1034 w 111"/>
                  <a:gd name="T3" fmla="*/ 387 h 59"/>
                  <a:gd name="T4" fmla="*/ 512 w 111"/>
                  <a:gd name="T5" fmla="*/ 433 h 59"/>
                  <a:gd name="T6" fmla="*/ 24 w 111"/>
                  <a:gd name="T7" fmla="*/ 297 h 59"/>
                  <a:gd name="T8" fmla="*/ 81 w 111"/>
                  <a:gd name="T9" fmla="*/ 615 h 59"/>
                  <a:gd name="T10" fmla="*/ 604 w 111"/>
                  <a:gd name="T11" fmla="*/ 912 h 59"/>
                  <a:gd name="T12" fmla="*/ 1197 w 111"/>
                  <a:gd name="T13" fmla="*/ 1005 h 59"/>
                  <a:gd name="T14" fmla="*/ 1897 w 111"/>
                  <a:gd name="T15" fmla="*/ 1237 h 59"/>
                  <a:gd name="T16" fmla="*/ 2336 w 111"/>
                  <a:gd name="T17" fmla="*/ 1701 h 59"/>
                  <a:gd name="T18" fmla="*/ 1934 w 111"/>
                  <a:gd name="T19" fmla="*/ 556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1" h="59">
                    <a:moveTo>
                      <a:pt x="92" y="20"/>
                    </a:moveTo>
                    <a:cubicBezTo>
                      <a:pt x="85" y="0"/>
                      <a:pt x="60" y="11"/>
                      <a:pt x="48" y="13"/>
                    </a:cubicBezTo>
                    <a:cubicBezTo>
                      <a:pt x="40" y="14"/>
                      <a:pt x="33" y="15"/>
                      <a:pt x="24" y="15"/>
                    </a:cubicBezTo>
                    <a:cubicBezTo>
                      <a:pt x="16" y="14"/>
                      <a:pt x="9" y="10"/>
                      <a:pt x="1" y="10"/>
                    </a:cubicBezTo>
                    <a:cubicBezTo>
                      <a:pt x="0" y="16"/>
                      <a:pt x="7" y="14"/>
                      <a:pt x="4" y="21"/>
                    </a:cubicBezTo>
                    <a:cubicBezTo>
                      <a:pt x="13" y="24"/>
                      <a:pt x="20" y="26"/>
                      <a:pt x="28" y="31"/>
                    </a:cubicBezTo>
                    <a:cubicBezTo>
                      <a:pt x="37" y="35"/>
                      <a:pt x="47" y="33"/>
                      <a:pt x="56" y="34"/>
                    </a:cubicBezTo>
                    <a:cubicBezTo>
                      <a:pt x="66" y="35"/>
                      <a:pt x="79" y="38"/>
                      <a:pt x="88" y="42"/>
                    </a:cubicBezTo>
                    <a:cubicBezTo>
                      <a:pt x="94" y="45"/>
                      <a:pt x="103" y="59"/>
                      <a:pt x="109" y="58"/>
                    </a:cubicBezTo>
                    <a:cubicBezTo>
                      <a:pt x="111" y="46"/>
                      <a:pt x="89" y="35"/>
                      <a:pt x="90" y="19"/>
                    </a:cubicBezTo>
                  </a:path>
                </a:pathLst>
              </a:custGeom>
              <a:solidFill>
                <a:srgbClr val="963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8" name="Freeform 396">
                <a:extLst>
                  <a:ext uri="{FF2B5EF4-FFF2-40B4-BE49-F238E27FC236}">
                    <a16:creationId xmlns:a16="http://schemas.microsoft.com/office/drawing/2014/main" id="{D24469AB-09BB-4A87-B777-585A0324E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855"/>
                <a:ext cx="1488" cy="241"/>
              </a:xfrm>
              <a:custGeom>
                <a:avLst/>
                <a:gdLst>
                  <a:gd name="T0" fmla="*/ 17458 w 804"/>
                  <a:gd name="T1" fmla="*/ 456 h 122"/>
                  <a:gd name="T2" fmla="*/ 15500 w 804"/>
                  <a:gd name="T3" fmla="*/ 308 h 122"/>
                  <a:gd name="T4" fmla="*/ 15524 w 804"/>
                  <a:gd name="T5" fmla="*/ 308 h 122"/>
                  <a:gd name="T6" fmla="*/ 14934 w 804"/>
                  <a:gd name="T7" fmla="*/ 184 h 122"/>
                  <a:gd name="T8" fmla="*/ 13324 w 804"/>
                  <a:gd name="T9" fmla="*/ 516 h 122"/>
                  <a:gd name="T10" fmla="*/ 12437 w 804"/>
                  <a:gd name="T11" fmla="*/ 1327 h 122"/>
                  <a:gd name="T12" fmla="*/ 11789 w 804"/>
                  <a:gd name="T13" fmla="*/ 577 h 122"/>
                  <a:gd name="T14" fmla="*/ 10290 w 804"/>
                  <a:gd name="T15" fmla="*/ 577 h 122"/>
                  <a:gd name="T16" fmla="*/ 8950 w 804"/>
                  <a:gd name="T17" fmla="*/ 547 h 122"/>
                  <a:gd name="T18" fmla="*/ 8121 w 804"/>
                  <a:gd name="T19" fmla="*/ 1201 h 122"/>
                  <a:gd name="T20" fmla="*/ 7251 w 804"/>
                  <a:gd name="T21" fmla="*/ 1296 h 122"/>
                  <a:gd name="T22" fmla="*/ 6563 w 804"/>
                  <a:gd name="T23" fmla="*/ 2189 h 122"/>
                  <a:gd name="T24" fmla="*/ 5693 w 804"/>
                  <a:gd name="T25" fmla="*/ 780 h 122"/>
                  <a:gd name="T26" fmla="*/ 4494 w 804"/>
                  <a:gd name="T27" fmla="*/ 1108 h 122"/>
                  <a:gd name="T28" fmla="*/ 3339 w 804"/>
                  <a:gd name="T29" fmla="*/ 656 h 122"/>
                  <a:gd name="T30" fmla="*/ 2782 w 804"/>
                  <a:gd name="T31" fmla="*/ 245 h 122"/>
                  <a:gd name="T32" fmla="*/ 2580 w 804"/>
                  <a:gd name="T33" fmla="*/ 277 h 122"/>
                  <a:gd name="T34" fmla="*/ 2580 w 804"/>
                  <a:gd name="T35" fmla="*/ 277 h 122"/>
                  <a:gd name="T36" fmla="*/ 0 w 804"/>
                  <a:gd name="T37" fmla="*/ 516 h 122"/>
                  <a:gd name="T38" fmla="*/ 0 w 804"/>
                  <a:gd name="T39" fmla="*/ 1108 h 122"/>
                  <a:gd name="T40" fmla="*/ 2734 w 804"/>
                  <a:gd name="T41" fmla="*/ 840 h 122"/>
                  <a:gd name="T42" fmla="*/ 3391 w 804"/>
                  <a:gd name="T43" fmla="*/ 1357 h 122"/>
                  <a:gd name="T44" fmla="*/ 4521 w 804"/>
                  <a:gd name="T45" fmla="*/ 1811 h 122"/>
                  <a:gd name="T46" fmla="*/ 5737 w 804"/>
                  <a:gd name="T47" fmla="*/ 1480 h 122"/>
                  <a:gd name="T48" fmla="*/ 6579 w 804"/>
                  <a:gd name="T49" fmla="*/ 2892 h 122"/>
                  <a:gd name="T50" fmla="*/ 7272 w 804"/>
                  <a:gd name="T51" fmla="*/ 1983 h 122"/>
                  <a:gd name="T52" fmla="*/ 8138 w 804"/>
                  <a:gd name="T53" fmla="*/ 1888 h 122"/>
                  <a:gd name="T54" fmla="*/ 8963 w 804"/>
                  <a:gd name="T55" fmla="*/ 1233 h 122"/>
                  <a:gd name="T56" fmla="*/ 10314 w 804"/>
                  <a:gd name="T57" fmla="*/ 1264 h 122"/>
                  <a:gd name="T58" fmla="*/ 11834 w 804"/>
                  <a:gd name="T59" fmla="*/ 1264 h 122"/>
                  <a:gd name="T60" fmla="*/ 12457 w 804"/>
                  <a:gd name="T61" fmla="*/ 2013 h 122"/>
                  <a:gd name="T62" fmla="*/ 13351 w 804"/>
                  <a:gd name="T63" fmla="*/ 1201 h 122"/>
                  <a:gd name="T64" fmla="*/ 14961 w 804"/>
                  <a:gd name="T65" fmla="*/ 871 h 122"/>
                  <a:gd name="T66" fmla="*/ 15006 w 804"/>
                  <a:gd name="T67" fmla="*/ 840 h 122"/>
                  <a:gd name="T68" fmla="*/ 17458 w 804"/>
                  <a:gd name="T69" fmla="*/ 1019 h 122"/>
                  <a:gd name="T70" fmla="*/ 17458 w 804"/>
                  <a:gd name="T71" fmla="*/ 456 h 12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4" h="122">
                    <a:moveTo>
                      <a:pt x="804" y="15"/>
                    </a:moveTo>
                    <a:cubicBezTo>
                      <a:pt x="804" y="15"/>
                      <a:pt x="761" y="13"/>
                      <a:pt x="714" y="10"/>
                    </a:cubicBezTo>
                    <a:cubicBezTo>
                      <a:pt x="714" y="10"/>
                      <a:pt x="715" y="10"/>
                      <a:pt x="715" y="10"/>
                    </a:cubicBezTo>
                    <a:cubicBezTo>
                      <a:pt x="688" y="6"/>
                      <a:pt x="688" y="6"/>
                      <a:pt x="688" y="6"/>
                    </a:cubicBezTo>
                    <a:cubicBezTo>
                      <a:pt x="677" y="19"/>
                      <a:pt x="631" y="13"/>
                      <a:pt x="614" y="17"/>
                    </a:cubicBezTo>
                    <a:cubicBezTo>
                      <a:pt x="596" y="21"/>
                      <a:pt x="594" y="41"/>
                      <a:pt x="573" y="44"/>
                    </a:cubicBezTo>
                    <a:cubicBezTo>
                      <a:pt x="552" y="47"/>
                      <a:pt x="557" y="14"/>
                      <a:pt x="543" y="19"/>
                    </a:cubicBezTo>
                    <a:cubicBezTo>
                      <a:pt x="530" y="24"/>
                      <a:pt x="493" y="32"/>
                      <a:pt x="474" y="19"/>
                    </a:cubicBezTo>
                    <a:cubicBezTo>
                      <a:pt x="455" y="5"/>
                      <a:pt x="429" y="0"/>
                      <a:pt x="412" y="18"/>
                    </a:cubicBezTo>
                    <a:cubicBezTo>
                      <a:pt x="395" y="36"/>
                      <a:pt x="384" y="47"/>
                      <a:pt x="374" y="40"/>
                    </a:cubicBezTo>
                    <a:cubicBezTo>
                      <a:pt x="364" y="32"/>
                      <a:pt x="342" y="27"/>
                      <a:pt x="334" y="43"/>
                    </a:cubicBezTo>
                    <a:cubicBezTo>
                      <a:pt x="327" y="59"/>
                      <a:pt x="320" y="99"/>
                      <a:pt x="302" y="73"/>
                    </a:cubicBezTo>
                    <a:cubicBezTo>
                      <a:pt x="283" y="47"/>
                      <a:pt x="284" y="18"/>
                      <a:pt x="262" y="26"/>
                    </a:cubicBezTo>
                    <a:cubicBezTo>
                      <a:pt x="241" y="35"/>
                      <a:pt x="220" y="54"/>
                      <a:pt x="207" y="37"/>
                    </a:cubicBezTo>
                    <a:cubicBezTo>
                      <a:pt x="194" y="19"/>
                      <a:pt x="169" y="20"/>
                      <a:pt x="154" y="22"/>
                    </a:cubicBezTo>
                    <a:cubicBezTo>
                      <a:pt x="148" y="23"/>
                      <a:pt x="137" y="16"/>
                      <a:pt x="128" y="8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50" y="12"/>
                      <a:pt x="74" y="10"/>
                      <a:pt x="0" y="1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76" y="29"/>
                      <a:pt x="55" y="32"/>
                      <a:pt x="126" y="28"/>
                    </a:cubicBezTo>
                    <a:cubicBezTo>
                      <a:pt x="136" y="37"/>
                      <a:pt x="148" y="46"/>
                      <a:pt x="156" y="45"/>
                    </a:cubicBezTo>
                    <a:cubicBezTo>
                      <a:pt x="170" y="43"/>
                      <a:pt x="195" y="42"/>
                      <a:pt x="208" y="60"/>
                    </a:cubicBezTo>
                    <a:cubicBezTo>
                      <a:pt x="222" y="77"/>
                      <a:pt x="242" y="58"/>
                      <a:pt x="264" y="49"/>
                    </a:cubicBezTo>
                    <a:cubicBezTo>
                      <a:pt x="285" y="41"/>
                      <a:pt x="284" y="70"/>
                      <a:pt x="303" y="96"/>
                    </a:cubicBezTo>
                    <a:cubicBezTo>
                      <a:pt x="321" y="122"/>
                      <a:pt x="328" y="82"/>
                      <a:pt x="335" y="66"/>
                    </a:cubicBezTo>
                    <a:cubicBezTo>
                      <a:pt x="343" y="50"/>
                      <a:pt x="365" y="55"/>
                      <a:pt x="375" y="63"/>
                    </a:cubicBezTo>
                    <a:cubicBezTo>
                      <a:pt x="385" y="70"/>
                      <a:pt x="397" y="59"/>
                      <a:pt x="413" y="41"/>
                    </a:cubicBezTo>
                    <a:cubicBezTo>
                      <a:pt x="430" y="23"/>
                      <a:pt x="456" y="28"/>
                      <a:pt x="475" y="42"/>
                    </a:cubicBezTo>
                    <a:cubicBezTo>
                      <a:pt x="494" y="55"/>
                      <a:pt x="531" y="47"/>
                      <a:pt x="545" y="42"/>
                    </a:cubicBezTo>
                    <a:cubicBezTo>
                      <a:pt x="558" y="37"/>
                      <a:pt x="553" y="70"/>
                      <a:pt x="574" y="67"/>
                    </a:cubicBezTo>
                    <a:cubicBezTo>
                      <a:pt x="595" y="64"/>
                      <a:pt x="597" y="44"/>
                      <a:pt x="615" y="40"/>
                    </a:cubicBezTo>
                    <a:cubicBezTo>
                      <a:pt x="633" y="36"/>
                      <a:pt x="678" y="42"/>
                      <a:pt x="689" y="29"/>
                    </a:cubicBezTo>
                    <a:cubicBezTo>
                      <a:pt x="690" y="29"/>
                      <a:pt x="690" y="29"/>
                      <a:pt x="691" y="28"/>
                    </a:cubicBezTo>
                    <a:cubicBezTo>
                      <a:pt x="744" y="30"/>
                      <a:pt x="804" y="34"/>
                      <a:pt x="804" y="34"/>
                    </a:cubicBezTo>
                    <a:lnTo>
                      <a:pt x="804" y="1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9" name="Freeform 397">
                <a:extLst>
                  <a:ext uri="{FF2B5EF4-FFF2-40B4-BE49-F238E27FC236}">
                    <a16:creationId xmlns:a16="http://schemas.microsoft.com/office/drawing/2014/main" id="{8619EEE3-A0AF-4D2C-A730-71D4945CD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476"/>
                <a:ext cx="67" cy="73"/>
              </a:xfrm>
              <a:custGeom>
                <a:avLst/>
                <a:gdLst>
                  <a:gd name="T0" fmla="*/ 720 w 36"/>
                  <a:gd name="T1" fmla="*/ 63 h 37"/>
                  <a:gd name="T2" fmla="*/ 387 w 36"/>
                  <a:gd name="T3" fmla="*/ 124 h 37"/>
                  <a:gd name="T4" fmla="*/ 208 w 36"/>
                  <a:gd name="T5" fmla="*/ 592 h 37"/>
                  <a:gd name="T6" fmla="*/ 24 w 36"/>
                  <a:gd name="T7" fmla="*/ 1012 h 37"/>
                  <a:gd name="T8" fmla="*/ 471 w 36"/>
                  <a:gd name="T9" fmla="*/ 424 h 37"/>
                  <a:gd name="T10" fmla="*/ 735 w 36"/>
                  <a:gd name="T11" fmla="*/ 300 h 37"/>
                  <a:gd name="T12" fmla="*/ 672 w 36"/>
                  <a:gd name="T13" fmla="*/ 3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7">
                    <a:moveTo>
                      <a:pt x="32" y="2"/>
                    </a:moveTo>
                    <a:cubicBezTo>
                      <a:pt x="27" y="2"/>
                      <a:pt x="22" y="1"/>
                      <a:pt x="17" y="4"/>
                    </a:cubicBezTo>
                    <a:cubicBezTo>
                      <a:pt x="15" y="9"/>
                      <a:pt x="12" y="16"/>
                      <a:pt x="9" y="20"/>
                    </a:cubicBezTo>
                    <a:cubicBezTo>
                      <a:pt x="6" y="25"/>
                      <a:pt x="0" y="27"/>
                      <a:pt x="1" y="34"/>
                    </a:cubicBezTo>
                    <a:cubicBezTo>
                      <a:pt x="10" y="37"/>
                      <a:pt x="14" y="17"/>
                      <a:pt x="21" y="14"/>
                    </a:cubicBezTo>
                    <a:cubicBezTo>
                      <a:pt x="25" y="12"/>
                      <a:pt x="29" y="15"/>
                      <a:pt x="33" y="10"/>
                    </a:cubicBezTo>
                    <a:cubicBezTo>
                      <a:pt x="36" y="6"/>
                      <a:pt x="36" y="0"/>
                      <a:pt x="30" y="1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0" name="Freeform 398">
                <a:extLst>
                  <a:ext uri="{FF2B5EF4-FFF2-40B4-BE49-F238E27FC236}">
                    <a16:creationId xmlns:a16="http://schemas.microsoft.com/office/drawing/2014/main" id="{7590780B-78BB-4934-82A7-F2D17BF3C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518"/>
                <a:ext cx="78" cy="53"/>
              </a:xfrm>
              <a:custGeom>
                <a:avLst/>
                <a:gdLst>
                  <a:gd name="T0" fmla="*/ 793 w 42"/>
                  <a:gd name="T1" fmla="*/ 0 h 27"/>
                  <a:gd name="T2" fmla="*/ 238 w 42"/>
                  <a:gd name="T3" fmla="*/ 400 h 27"/>
                  <a:gd name="T4" fmla="*/ 45 w 42"/>
                  <a:gd name="T5" fmla="*/ 552 h 27"/>
                  <a:gd name="T6" fmla="*/ 180 w 42"/>
                  <a:gd name="T7" fmla="*/ 697 h 27"/>
                  <a:gd name="T8" fmla="*/ 514 w 42"/>
                  <a:gd name="T9" fmla="*/ 552 h 27"/>
                  <a:gd name="T10" fmla="*/ 748 w 42"/>
                  <a:gd name="T11" fmla="*/ 400 h 27"/>
                  <a:gd name="T12" fmla="*/ 929 w 42"/>
                  <a:gd name="T13" fmla="*/ 204 h 27"/>
                  <a:gd name="T14" fmla="*/ 776 w 42"/>
                  <a:gd name="T15" fmla="*/ 31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27">
                    <a:moveTo>
                      <a:pt x="36" y="0"/>
                    </a:moveTo>
                    <a:cubicBezTo>
                      <a:pt x="23" y="0"/>
                      <a:pt x="21" y="8"/>
                      <a:pt x="11" y="14"/>
                    </a:cubicBezTo>
                    <a:cubicBezTo>
                      <a:pt x="8" y="16"/>
                      <a:pt x="3" y="14"/>
                      <a:pt x="2" y="19"/>
                    </a:cubicBezTo>
                    <a:cubicBezTo>
                      <a:pt x="0" y="27"/>
                      <a:pt x="5" y="24"/>
                      <a:pt x="8" y="24"/>
                    </a:cubicBezTo>
                    <a:cubicBezTo>
                      <a:pt x="13" y="23"/>
                      <a:pt x="18" y="20"/>
                      <a:pt x="23" y="19"/>
                    </a:cubicBezTo>
                    <a:cubicBezTo>
                      <a:pt x="29" y="18"/>
                      <a:pt x="29" y="17"/>
                      <a:pt x="34" y="14"/>
                    </a:cubicBezTo>
                    <a:cubicBezTo>
                      <a:pt x="37" y="12"/>
                      <a:pt x="42" y="16"/>
                      <a:pt x="42" y="7"/>
                    </a:cubicBezTo>
                    <a:cubicBezTo>
                      <a:pt x="41" y="3"/>
                      <a:pt x="38" y="1"/>
                      <a:pt x="35" y="1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" name="Freeform 399">
                <a:extLst>
                  <a:ext uri="{FF2B5EF4-FFF2-40B4-BE49-F238E27FC236}">
                    <a16:creationId xmlns:a16="http://schemas.microsoft.com/office/drawing/2014/main" id="{39846695-D46C-4C8D-AA1A-A5C210CD3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494"/>
                <a:ext cx="45" cy="55"/>
              </a:xfrm>
              <a:custGeom>
                <a:avLst/>
                <a:gdLst>
                  <a:gd name="T0" fmla="*/ 99 w 24"/>
                  <a:gd name="T1" fmla="*/ 464 h 28"/>
                  <a:gd name="T2" fmla="*/ 482 w 24"/>
                  <a:gd name="T3" fmla="*/ 0 h 28"/>
                  <a:gd name="T4" fmla="*/ 0 w 24"/>
                  <a:gd name="T5" fmla="*/ 788 h 28"/>
                  <a:gd name="T6" fmla="*/ 53 w 24"/>
                  <a:gd name="T7" fmla="*/ 52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8">
                    <a:moveTo>
                      <a:pt x="4" y="16"/>
                    </a:moveTo>
                    <a:cubicBezTo>
                      <a:pt x="9" y="10"/>
                      <a:pt x="13" y="2"/>
                      <a:pt x="21" y="0"/>
                    </a:cubicBezTo>
                    <a:cubicBezTo>
                      <a:pt x="24" y="10"/>
                      <a:pt x="8" y="28"/>
                      <a:pt x="0" y="27"/>
                    </a:cubicBezTo>
                    <a:cubicBezTo>
                      <a:pt x="0" y="24"/>
                      <a:pt x="0" y="20"/>
                      <a:pt x="2" y="18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2" name="Freeform 400">
                <a:extLst>
                  <a:ext uri="{FF2B5EF4-FFF2-40B4-BE49-F238E27FC236}">
                    <a16:creationId xmlns:a16="http://schemas.microsoft.com/office/drawing/2014/main" id="{7CD7F10C-6A6B-482C-A4B5-A9DDB4ACD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640"/>
                <a:ext cx="42" cy="103"/>
              </a:xfrm>
              <a:custGeom>
                <a:avLst/>
                <a:gdLst>
                  <a:gd name="T0" fmla="*/ 469 w 23"/>
                  <a:gd name="T1" fmla="*/ 0 h 52"/>
                  <a:gd name="T2" fmla="*/ 97 w 23"/>
                  <a:gd name="T3" fmla="*/ 309 h 52"/>
                  <a:gd name="T4" fmla="*/ 53 w 23"/>
                  <a:gd name="T5" fmla="*/ 707 h 52"/>
                  <a:gd name="T6" fmla="*/ 0 w 23"/>
                  <a:gd name="T7" fmla="*/ 1064 h 52"/>
                  <a:gd name="T8" fmla="*/ 177 w 23"/>
                  <a:gd name="T9" fmla="*/ 553 h 52"/>
                  <a:gd name="T10" fmla="*/ 367 w 23"/>
                  <a:gd name="T11" fmla="*/ 3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2">
                    <a:moveTo>
                      <a:pt x="23" y="0"/>
                    </a:moveTo>
                    <a:cubicBezTo>
                      <a:pt x="18" y="5"/>
                      <a:pt x="10" y="3"/>
                      <a:pt x="5" y="10"/>
                    </a:cubicBezTo>
                    <a:cubicBezTo>
                      <a:pt x="2" y="15"/>
                      <a:pt x="3" y="18"/>
                      <a:pt x="3" y="23"/>
                    </a:cubicBezTo>
                    <a:cubicBezTo>
                      <a:pt x="3" y="25"/>
                      <a:pt x="0" y="35"/>
                      <a:pt x="0" y="35"/>
                    </a:cubicBezTo>
                    <a:cubicBezTo>
                      <a:pt x="4" y="52"/>
                      <a:pt x="7" y="21"/>
                      <a:pt x="9" y="18"/>
                    </a:cubicBezTo>
                    <a:cubicBezTo>
                      <a:pt x="11" y="11"/>
                      <a:pt x="20" y="10"/>
                      <a:pt x="18" y="1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3" name="Freeform 401">
                <a:extLst>
                  <a:ext uri="{FF2B5EF4-FFF2-40B4-BE49-F238E27FC236}">
                    <a16:creationId xmlns:a16="http://schemas.microsoft.com/office/drawing/2014/main" id="{5B06CB68-9BEA-402A-B241-F4A0AD029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617"/>
                <a:ext cx="125" cy="57"/>
              </a:xfrm>
              <a:custGeom>
                <a:avLst/>
                <a:gdLst>
                  <a:gd name="T0" fmla="*/ 0 w 68"/>
                  <a:gd name="T1" fmla="*/ 464 h 29"/>
                  <a:gd name="T2" fmla="*/ 846 w 68"/>
                  <a:gd name="T3" fmla="*/ 181 h 29"/>
                  <a:gd name="T4" fmla="*/ 1379 w 68"/>
                  <a:gd name="T5" fmla="*/ 820 h 29"/>
                  <a:gd name="T6" fmla="*/ 1051 w 68"/>
                  <a:gd name="T7" fmla="*/ 525 h 29"/>
                  <a:gd name="T8" fmla="*/ 882 w 68"/>
                  <a:gd name="T9" fmla="*/ 700 h 29"/>
                  <a:gd name="T10" fmla="*/ 697 w 68"/>
                  <a:gd name="T11" fmla="*/ 645 h 29"/>
                  <a:gd name="T12" fmla="*/ 379 w 68"/>
                  <a:gd name="T13" fmla="*/ 729 h 29"/>
                  <a:gd name="T14" fmla="*/ 44 w 68"/>
                  <a:gd name="T15" fmla="*/ 525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29">
                    <a:moveTo>
                      <a:pt x="0" y="16"/>
                    </a:moveTo>
                    <a:cubicBezTo>
                      <a:pt x="16" y="16"/>
                      <a:pt x="27" y="13"/>
                      <a:pt x="40" y="6"/>
                    </a:cubicBezTo>
                    <a:cubicBezTo>
                      <a:pt x="52" y="0"/>
                      <a:pt x="68" y="9"/>
                      <a:pt x="66" y="28"/>
                    </a:cubicBezTo>
                    <a:cubicBezTo>
                      <a:pt x="60" y="29"/>
                      <a:pt x="57" y="18"/>
                      <a:pt x="50" y="18"/>
                    </a:cubicBezTo>
                    <a:cubicBezTo>
                      <a:pt x="46" y="18"/>
                      <a:pt x="45" y="23"/>
                      <a:pt x="42" y="24"/>
                    </a:cubicBezTo>
                    <a:cubicBezTo>
                      <a:pt x="38" y="25"/>
                      <a:pt x="36" y="22"/>
                      <a:pt x="33" y="22"/>
                    </a:cubicBezTo>
                    <a:cubicBezTo>
                      <a:pt x="28" y="22"/>
                      <a:pt x="24" y="27"/>
                      <a:pt x="18" y="25"/>
                    </a:cubicBezTo>
                    <a:cubicBezTo>
                      <a:pt x="12" y="24"/>
                      <a:pt x="7" y="19"/>
                      <a:pt x="2" y="18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4" name="Freeform 402">
                <a:extLst>
                  <a:ext uri="{FF2B5EF4-FFF2-40B4-BE49-F238E27FC236}">
                    <a16:creationId xmlns:a16="http://schemas.microsoft.com/office/drawing/2014/main" id="{A97FE53D-6C7B-40E5-91F4-95C55C3DD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391"/>
                <a:ext cx="78" cy="101"/>
              </a:xfrm>
              <a:custGeom>
                <a:avLst/>
                <a:gdLst>
                  <a:gd name="T0" fmla="*/ 0 w 42"/>
                  <a:gd name="T1" fmla="*/ 396 h 51"/>
                  <a:gd name="T2" fmla="*/ 262 w 42"/>
                  <a:gd name="T3" fmla="*/ 216 h 51"/>
                  <a:gd name="T4" fmla="*/ 693 w 42"/>
                  <a:gd name="T5" fmla="*/ 125 h 51"/>
                  <a:gd name="T6" fmla="*/ 904 w 42"/>
                  <a:gd name="T7" fmla="*/ 1553 h 51"/>
                  <a:gd name="T8" fmla="*/ 544 w 42"/>
                  <a:gd name="T9" fmla="*/ 428 h 51"/>
                  <a:gd name="T10" fmla="*/ 69 w 42"/>
                  <a:gd name="T11" fmla="*/ 39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1">
                    <a:moveTo>
                      <a:pt x="0" y="13"/>
                    </a:moveTo>
                    <a:cubicBezTo>
                      <a:pt x="1" y="11"/>
                      <a:pt x="9" y="8"/>
                      <a:pt x="12" y="7"/>
                    </a:cubicBezTo>
                    <a:cubicBezTo>
                      <a:pt x="17" y="5"/>
                      <a:pt x="26" y="0"/>
                      <a:pt x="31" y="4"/>
                    </a:cubicBezTo>
                    <a:cubicBezTo>
                      <a:pt x="37" y="9"/>
                      <a:pt x="42" y="42"/>
                      <a:pt x="41" y="51"/>
                    </a:cubicBezTo>
                    <a:cubicBezTo>
                      <a:pt x="32" y="43"/>
                      <a:pt x="33" y="21"/>
                      <a:pt x="25" y="14"/>
                    </a:cubicBezTo>
                    <a:cubicBezTo>
                      <a:pt x="18" y="8"/>
                      <a:pt x="8" y="20"/>
                      <a:pt x="3" y="13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5" name="Freeform 403">
                <a:extLst>
                  <a:ext uri="{FF2B5EF4-FFF2-40B4-BE49-F238E27FC236}">
                    <a16:creationId xmlns:a16="http://schemas.microsoft.com/office/drawing/2014/main" id="{B302B491-AA44-4B38-A419-6F598EC75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567"/>
                <a:ext cx="62" cy="184"/>
              </a:xfrm>
              <a:custGeom>
                <a:avLst/>
                <a:gdLst>
                  <a:gd name="T0" fmla="*/ 770 w 33"/>
                  <a:gd name="T1" fmla="*/ 125 h 93"/>
                  <a:gd name="T2" fmla="*/ 353 w 33"/>
                  <a:gd name="T3" fmla="*/ 720 h 93"/>
                  <a:gd name="T4" fmla="*/ 470 w 33"/>
                  <a:gd name="T5" fmla="*/ 1549 h 93"/>
                  <a:gd name="T6" fmla="*/ 286 w 33"/>
                  <a:gd name="T7" fmla="*/ 2819 h 93"/>
                  <a:gd name="T8" fmla="*/ 470 w 33"/>
                  <a:gd name="T9" fmla="*/ 2240 h 93"/>
                  <a:gd name="T10" fmla="*/ 483 w 33"/>
                  <a:gd name="T11" fmla="*/ 1488 h 93"/>
                  <a:gd name="T12" fmla="*/ 511 w 33"/>
                  <a:gd name="T13" fmla="*/ 876 h 93"/>
                  <a:gd name="T14" fmla="*/ 723 w 33"/>
                  <a:gd name="T15" fmla="*/ 184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93">
                    <a:moveTo>
                      <a:pt x="33" y="4"/>
                    </a:moveTo>
                    <a:cubicBezTo>
                      <a:pt x="24" y="0"/>
                      <a:pt x="16" y="14"/>
                      <a:pt x="15" y="24"/>
                    </a:cubicBezTo>
                    <a:cubicBezTo>
                      <a:pt x="13" y="35"/>
                      <a:pt x="20" y="41"/>
                      <a:pt x="20" y="51"/>
                    </a:cubicBezTo>
                    <a:cubicBezTo>
                      <a:pt x="21" y="64"/>
                      <a:pt x="0" y="86"/>
                      <a:pt x="12" y="93"/>
                    </a:cubicBezTo>
                    <a:cubicBezTo>
                      <a:pt x="10" y="84"/>
                      <a:pt x="16" y="81"/>
                      <a:pt x="20" y="74"/>
                    </a:cubicBezTo>
                    <a:cubicBezTo>
                      <a:pt x="24" y="65"/>
                      <a:pt x="21" y="58"/>
                      <a:pt x="21" y="49"/>
                    </a:cubicBezTo>
                    <a:cubicBezTo>
                      <a:pt x="21" y="42"/>
                      <a:pt x="23" y="37"/>
                      <a:pt x="22" y="29"/>
                    </a:cubicBezTo>
                    <a:cubicBezTo>
                      <a:pt x="20" y="16"/>
                      <a:pt x="20" y="11"/>
                      <a:pt x="31" y="6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6" name="Freeform 404">
                <a:extLst>
                  <a:ext uri="{FF2B5EF4-FFF2-40B4-BE49-F238E27FC236}">
                    <a16:creationId xmlns:a16="http://schemas.microsoft.com/office/drawing/2014/main" id="{65E44842-2EE5-492F-9682-D2C755006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19"/>
                <a:ext cx="152" cy="67"/>
              </a:xfrm>
              <a:custGeom>
                <a:avLst/>
                <a:gdLst>
                  <a:gd name="T0" fmla="*/ 0 w 82"/>
                  <a:gd name="T1" fmla="*/ 1009 h 34"/>
                  <a:gd name="T2" fmla="*/ 849 w 82"/>
                  <a:gd name="T3" fmla="*/ 481 h 34"/>
                  <a:gd name="T4" fmla="*/ 1796 w 82"/>
                  <a:gd name="T5" fmla="*/ 32 h 34"/>
                  <a:gd name="T6" fmla="*/ 790 w 82"/>
                  <a:gd name="T7" fmla="*/ 244 h 34"/>
                  <a:gd name="T8" fmla="*/ 24 w 82"/>
                  <a:gd name="T9" fmla="*/ 100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34">
                    <a:moveTo>
                      <a:pt x="0" y="34"/>
                    </a:moveTo>
                    <a:cubicBezTo>
                      <a:pt x="12" y="20"/>
                      <a:pt x="23" y="16"/>
                      <a:pt x="39" y="16"/>
                    </a:cubicBezTo>
                    <a:cubicBezTo>
                      <a:pt x="54" y="16"/>
                      <a:pt x="69" y="13"/>
                      <a:pt x="82" y="1"/>
                    </a:cubicBezTo>
                    <a:cubicBezTo>
                      <a:pt x="66" y="0"/>
                      <a:pt x="52" y="9"/>
                      <a:pt x="36" y="8"/>
                    </a:cubicBezTo>
                    <a:cubicBezTo>
                      <a:pt x="20" y="8"/>
                      <a:pt x="6" y="15"/>
                      <a:pt x="1" y="34"/>
                    </a:cubicBezTo>
                  </a:path>
                </a:pathLst>
              </a:custGeom>
              <a:solidFill>
                <a:srgbClr val="76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7" name="Freeform 405">
                <a:extLst>
                  <a:ext uri="{FF2B5EF4-FFF2-40B4-BE49-F238E27FC236}">
                    <a16:creationId xmlns:a16="http://schemas.microsoft.com/office/drawing/2014/main" id="{DACC844C-C59B-4622-9451-C2A6E73A6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512"/>
                <a:ext cx="93" cy="69"/>
              </a:xfrm>
              <a:custGeom>
                <a:avLst/>
                <a:gdLst>
                  <a:gd name="T0" fmla="*/ 1114 w 50"/>
                  <a:gd name="T1" fmla="*/ 0 h 35"/>
                  <a:gd name="T2" fmla="*/ 644 w 50"/>
                  <a:gd name="T3" fmla="*/ 796 h 35"/>
                  <a:gd name="T4" fmla="*/ 0 w 50"/>
                  <a:gd name="T5" fmla="*/ 1041 h 35"/>
                  <a:gd name="T6" fmla="*/ 309 w 50"/>
                  <a:gd name="T7" fmla="*/ 773 h 35"/>
                  <a:gd name="T8" fmla="*/ 599 w 50"/>
                  <a:gd name="T9" fmla="*/ 712 h 35"/>
                  <a:gd name="T10" fmla="*/ 824 w 50"/>
                  <a:gd name="T11" fmla="*/ 331 h 35"/>
                  <a:gd name="T12" fmla="*/ 1114 w 50"/>
                  <a:gd name="T13" fmla="*/ 63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5">
                    <a:moveTo>
                      <a:pt x="50" y="0"/>
                    </a:moveTo>
                    <a:cubicBezTo>
                      <a:pt x="49" y="11"/>
                      <a:pt x="36" y="21"/>
                      <a:pt x="29" y="27"/>
                    </a:cubicBezTo>
                    <a:cubicBezTo>
                      <a:pt x="19" y="35"/>
                      <a:pt x="10" y="26"/>
                      <a:pt x="0" y="35"/>
                    </a:cubicBezTo>
                    <a:cubicBezTo>
                      <a:pt x="5" y="33"/>
                      <a:pt x="9" y="28"/>
                      <a:pt x="14" y="26"/>
                    </a:cubicBezTo>
                    <a:cubicBezTo>
                      <a:pt x="18" y="24"/>
                      <a:pt x="24" y="26"/>
                      <a:pt x="27" y="24"/>
                    </a:cubicBezTo>
                    <a:cubicBezTo>
                      <a:pt x="31" y="22"/>
                      <a:pt x="34" y="14"/>
                      <a:pt x="37" y="11"/>
                    </a:cubicBezTo>
                    <a:cubicBezTo>
                      <a:pt x="41" y="8"/>
                      <a:pt x="45" y="6"/>
                      <a:pt x="50" y="2"/>
                    </a:cubicBezTo>
                  </a:path>
                </a:pathLst>
              </a:custGeom>
              <a:solidFill>
                <a:srgbClr val="76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8" name="Freeform 406">
                <a:extLst>
                  <a:ext uri="{FF2B5EF4-FFF2-40B4-BE49-F238E27FC236}">
                    <a16:creationId xmlns:a16="http://schemas.microsoft.com/office/drawing/2014/main" id="{1D7B1533-206F-48EB-A09D-FDE03255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591"/>
                <a:ext cx="145" cy="29"/>
              </a:xfrm>
              <a:custGeom>
                <a:avLst/>
                <a:gdLst>
                  <a:gd name="T0" fmla="*/ 0 w 78"/>
                  <a:gd name="T1" fmla="*/ 377 h 15"/>
                  <a:gd name="T2" fmla="*/ 487 w 78"/>
                  <a:gd name="T3" fmla="*/ 195 h 15"/>
                  <a:gd name="T4" fmla="*/ 874 w 78"/>
                  <a:gd name="T5" fmla="*/ 195 h 15"/>
                  <a:gd name="T6" fmla="*/ 1240 w 78"/>
                  <a:gd name="T7" fmla="*/ 317 h 15"/>
                  <a:gd name="T8" fmla="*/ 1734 w 78"/>
                  <a:gd name="T9" fmla="*/ 240 h 15"/>
                  <a:gd name="T10" fmla="*/ 1219 w 78"/>
                  <a:gd name="T11" fmla="*/ 164 h 15"/>
                  <a:gd name="T12" fmla="*/ 801 w 78"/>
                  <a:gd name="T13" fmla="*/ 29 h 15"/>
                  <a:gd name="T14" fmla="*/ 45 w 78"/>
                  <a:gd name="T15" fmla="*/ 348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15">
                    <a:moveTo>
                      <a:pt x="0" y="14"/>
                    </a:moveTo>
                    <a:cubicBezTo>
                      <a:pt x="8" y="15"/>
                      <a:pt x="15" y="9"/>
                      <a:pt x="22" y="7"/>
                    </a:cubicBezTo>
                    <a:cubicBezTo>
                      <a:pt x="29" y="5"/>
                      <a:pt x="33" y="5"/>
                      <a:pt x="39" y="7"/>
                    </a:cubicBezTo>
                    <a:cubicBezTo>
                      <a:pt x="45" y="8"/>
                      <a:pt x="50" y="11"/>
                      <a:pt x="56" y="12"/>
                    </a:cubicBezTo>
                    <a:cubicBezTo>
                      <a:pt x="64" y="14"/>
                      <a:pt x="71" y="10"/>
                      <a:pt x="78" y="9"/>
                    </a:cubicBezTo>
                    <a:cubicBezTo>
                      <a:pt x="70" y="9"/>
                      <a:pt x="63" y="10"/>
                      <a:pt x="55" y="6"/>
                    </a:cubicBezTo>
                    <a:cubicBezTo>
                      <a:pt x="49" y="3"/>
                      <a:pt x="43" y="0"/>
                      <a:pt x="36" y="1"/>
                    </a:cubicBezTo>
                    <a:cubicBezTo>
                      <a:pt x="24" y="3"/>
                      <a:pt x="14" y="12"/>
                      <a:pt x="2" y="13"/>
                    </a:cubicBezTo>
                  </a:path>
                </a:pathLst>
              </a:custGeom>
              <a:solidFill>
                <a:srgbClr val="76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9" name="Freeform 407">
                <a:extLst>
                  <a:ext uri="{FF2B5EF4-FFF2-40B4-BE49-F238E27FC236}">
                    <a16:creationId xmlns:a16="http://schemas.microsoft.com/office/drawing/2014/main" id="{79BABC5E-4547-4856-8BD7-5AEFA6F81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2249"/>
                <a:ext cx="17" cy="69"/>
              </a:xfrm>
              <a:custGeom>
                <a:avLst/>
                <a:gdLst>
                  <a:gd name="T0" fmla="*/ 0 w 9"/>
                  <a:gd name="T1" fmla="*/ 0 h 35"/>
                  <a:gd name="T2" fmla="*/ 189 w 9"/>
                  <a:gd name="T3" fmla="*/ 1041 h 35"/>
                  <a:gd name="T4" fmla="*/ 189 w 9"/>
                  <a:gd name="T5" fmla="*/ 513 h 35"/>
                  <a:gd name="T6" fmla="*/ 168 w 9"/>
                  <a:gd name="T7" fmla="*/ 32 h 35"/>
                  <a:gd name="T8" fmla="*/ 76 w 9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5">
                    <a:moveTo>
                      <a:pt x="0" y="0"/>
                    </a:moveTo>
                    <a:cubicBezTo>
                      <a:pt x="9" y="7"/>
                      <a:pt x="2" y="26"/>
                      <a:pt x="8" y="35"/>
                    </a:cubicBezTo>
                    <a:cubicBezTo>
                      <a:pt x="8" y="29"/>
                      <a:pt x="9" y="24"/>
                      <a:pt x="8" y="17"/>
                    </a:cubicBezTo>
                    <a:cubicBezTo>
                      <a:pt x="8" y="12"/>
                      <a:pt x="6" y="6"/>
                      <a:pt x="7" y="1"/>
                    </a:cubicBezTo>
                    <a:cubicBezTo>
                      <a:pt x="6" y="0"/>
                      <a:pt x="4" y="0"/>
                      <a:pt x="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0" name="Freeform 408">
                <a:extLst>
                  <a:ext uri="{FF2B5EF4-FFF2-40B4-BE49-F238E27FC236}">
                    <a16:creationId xmlns:a16="http://schemas.microsoft.com/office/drawing/2014/main" id="{781EF242-618B-4C67-9AE5-9F2B9DC3A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37"/>
                <a:ext cx="26" cy="43"/>
              </a:xfrm>
              <a:custGeom>
                <a:avLst/>
                <a:gdLst>
                  <a:gd name="T0" fmla="*/ 0 w 14"/>
                  <a:gd name="T1" fmla="*/ 31 h 22"/>
                  <a:gd name="T2" fmla="*/ 84 w 14"/>
                  <a:gd name="T3" fmla="*/ 119 h 22"/>
                  <a:gd name="T4" fmla="*/ 180 w 14"/>
                  <a:gd name="T5" fmla="*/ 336 h 22"/>
                  <a:gd name="T6" fmla="*/ 306 w 14"/>
                  <a:gd name="T7" fmla="*/ 627 h 22"/>
                  <a:gd name="T8" fmla="*/ 128 w 14"/>
                  <a:gd name="T9" fmla="*/ 0 h 22"/>
                  <a:gd name="T10" fmla="*/ 45 w 14"/>
                  <a:gd name="T11" fmla="*/ 61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2">
                    <a:moveTo>
                      <a:pt x="0" y="1"/>
                    </a:moveTo>
                    <a:cubicBezTo>
                      <a:pt x="1" y="2"/>
                      <a:pt x="3" y="3"/>
                      <a:pt x="4" y="4"/>
                    </a:cubicBezTo>
                    <a:cubicBezTo>
                      <a:pt x="6" y="6"/>
                      <a:pt x="7" y="10"/>
                      <a:pt x="8" y="12"/>
                    </a:cubicBezTo>
                    <a:cubicBezTo>
                      <a:pt x="10" y="15"/>
                      <a:pt x="12" y="20"/>
                      <a:pt x="14" y="22"/>
                    </a:cubicBezTo>
                    <a:cubicBezTo>
                      <a:pt x="14" y="14"/>
                      <a:pt x="8" y="7"/>
                      <a:pt x="6" y="0"/>
                    </a:cubicBezTo>
                    <a:cubicBezTo>
                      <a:pt x="4" y="0"/>
                      <a:pt x="3" y="0"/>
                      <a:pt x="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1" name="Freeform 409">
                <a:extLst>
                  <a:ext uri="{FF2B5EF4-FFF2-40B4-BE49-F238E27FC236}">
                    <a16:creationId xmlns:a16="http://schemas.microsoft.com/office/drawing/2014/main" id="{A022451B-DDC3-4F00-92BA-E5F64D9C4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189"/>
                <a:ext cx="29" cy="38"/>
              </a:xfrm>
              <a:custGeom>
                <a:avLst/>
                <a:gdLst>
                  <a:gd name="T0" fmla="*/ 0 w 16"/>
                  <a:gd name="T1" fmla="*/ 288 h 19"/>
                  <a:gd name="T2" fmla="*/ 315 w 16"/>
                  <a:gd name="T3" fmla="*/ 608 h 19"/>
                  <a:gd name="T4" fmla="*/ 80 w 16"/>
                  <a:gd name="T5" fmla="*/ 0 h 19"/>
                  <a:gd name="T6" fmla="*/ 44 w 16"/>
                  <a:gd name="T7" fmla="*/ 22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cubicBezTo>
                      <a:pt x="4" y="3"/>
                      <a:pt x="12" y="17"/>
                      <a:pt x="16" y="19"/>
                    </a:cubicBezTo>
                    <a:cubicBezTo>
                      <a:pt x="10" y="13"/>
                      <a:pt x="8" y="7"/>
                      <a:pt x="4" y="0"/>
                    </a:cubicBezTo>
                    <a:cubicBezTo>
                      <a:pt x="3" y="2"/>
                      <a:pt x="3" y="4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2" name="Freeform 410">
                <a:extLst>
                  <a:ext uri="{FF2B5EF4-FFF2-40B4-BE49-F238E27FC236}">
                    <a16:creationId xmlns:a16="http://schemas.microsoft.com/office/drawing/2014/main" id="{8A1178E2-D55A-43E9-8C10-8B8B611AB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140"/>
                <a:ext cx="30" cy="61"/>
              </a:xfrm>
              <a:custGeom>
                <a:avLst/>
                <a:gdLst>
                  <a:gd name="T0" fmla="*/ 0 w 16"/>
                  <a:gd name="T1" fmla="*/ 213 h 31"/>
                  <a:gd name="T2" fmla="*/ 369 w 16"/>
                  <a:gd name="T3" fmla="*/ 913 h 31"/>
                  <a:gd name="T4" fmla="*/ 240 w 16"/>
                  <a:gd name="T5" fmla="*/ 449 h 31"/>
                  <a:gd name="T6" fmla="*/ 137 w 16"/>
                  <a:gd name="T7" fmla="*/ 0 h 31"/>
                  <a:gd name="T8" fmla="*/ 53 w 16"/>
                  <a:gd name="T9" fmla="*/ 1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1">
                    <a:moveTo>
                      <a:pt x="0" y="7"/>
                    </a:moveTo>
                    <a:cubicBezTo>
                      <a:pt x="4" y="4"/>
                      <a:pt x="13" y="27"/>
                      <a:pt x="16" y="31"/>
                    </a:cubicBezTo>
                    <a:cubicBezTo>
                      <a:pt x="16" y="26"/>
                      <a:pt x="12" y="19"/>
                      <a:pt x="10" y="15"/>
                    </a:cubicBezTo>
                    <a:cubicBezTo>
                      <a:pt x="8" y="10"/>
                      <a:pt x="8" y="5"/>
                      <a:pt x="6" y="0"/>
                    </a:cubicBezTo>
                    <a:cubicBezTo>
                      <a:pt x="5" y="1"/>
                      <a:pt x="3" y="2"/>
                      <a:pt x="2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3" name="Freeform 411">
                <a:extLst>
                  <a:ext uri="{FF2B5EF4-FFF2-40B4-BE49-F238E27FC236}">
                    <a16:creationId xmlns:a16="http://schemas.microsoft.com/office/drawing/2014/main" id="{41C1E070-06AA-4697-9464-E75AAD3FE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128"/>
                <a:ext cx="24" cy="69"/>
              </a:xfrm>
              <a:custGeom>
                <a:avLst/>
                <a:gdLst>
                  <a:gd name="T0" fmla="*/ 0 w 13"/>
                  <a:gd name="T1" fmla="*/ 32 h 35"/>
                  <a:gd name="T2" fmla="*/ 68 w 13"/>
                  <a:gd name="T3" fmla="*/ 1041 h 35"/>
                  <a:gd name="T4" fmla="*/ 194 w 13"/>
                  <a:gd name="T5" fmla="*/ 420 h 35"/>
                  <a:gd name="T6" fmla="*/ 277 w 13"/>
                  <a:gd name="T7" fmla="*/ 63 h 35"/>
                  <a:gd name="T8" fmla="*/ 81 w 13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5">
                    <a:moveTo>
                      <a:pt x="0" y="1"/>
                    </a:moveTo>
                    <a:cubicBezTo>
                      <a:pt x="11" y="4"/>
                      <a:pt x="3" y="27"/>
                      <a:pt x="3" y="35"/>
                    </a:cubicBezTo>
                    <a:cubicBezTo>
                      <a:pt x="7" y="29"/>
                      <a:pt x="7" y="21"/>
                      <a:pt x="9" y="14"/>
                    </a:cubicBezTo>
                    <a:cubicBezTo>
                      <a:pt x="10" y="10"/>
                      <a:pt x="13" y="6"/>
                      <a:pt x="13" y="2"/>
                    </a:cubicBezTo>
                    <a:cubicBezTo>
                      <a:pt x="10" y="0"/>
                      <a:pt x="7" y="1"/>
                      <a:pt x="4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4" name="Freeform 412">
                <a:extLst>
                  <a:ext uri="{FF2B5EF4-FFF2-40B4-BE49-F238E27FC236}">
                    <a16:creationId xmlns:a16="http://schemas.microsoft.com/office/drawing/2014/main" id="{8FA42BD3-23D0-4B30-8656-B0372797F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158"/>
                <a:ext cx="37" cy="59"/>
              </a:xfrm>
              <a:custGeom>
                <a:avLst/>
                <a:gdLst>
                  <a:gd name="T0" fmla="*/ 233 w 20"/>
                  <a:gd name="T1" fmla="*/ 0 h 30"/>
                  <a:gd name="T2" fmla="*/ 0 w 20"/>
                  <a:gd name="T3" fmla="*/ 881 h 30"/>
                  <a:gd name="T4" fmla="*/ 431 w 20"/>
                  <a:gd name="T5" fmla="*/ 267 h 30"/>
                  <a:gd name="T6" fmla="*/ 305 w 20"/>
                  <a:gd name="T7" fmla="*/ 3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0">
                    <a:moveTo>
                      <a:pt x="11" y="0"/>
                    </a:moveTo>
                    <a:cubicBezTo>
                      <a:pt x="13" y="12"/>
                      <a:pt x="2" y="19"/>
                      <a:pt x="0" y="30"/>
                    </a:cubicBezTo>
                    <a:cubicBezTo>
                      <a:pt x="7" y="24"/>
                      <a:pt x="12" y="11"/>
                      <a:pt x="20" y="9"/>
                    </a:cubicBezTo>
                    <a:cubicBezTo>
                      <a:pt x="19" y="6"/>
                      <a:pt x="17" y="3"/>
                      <a:pt x="1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5" name="Freeform 413">
                <a:extLst>
                  <a:ext uri="{FF2B5EF4-FFF2-40B4-BE49-F238E27FC236}">
                    <a16:creationId xmlns:a16="http://schemas.microsoft.com/office/drawing/2014/main" id="{A6D286B2-FFF3-4207-BBF2-58ECD8504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219"/>
                <a:ext cx="45" cy="43"/>
              </a:xfrm>
              <a:custGeom>
                <a:avLst/>
                <a:gdLst>
                  <a:gd name="T0" fmla="*/ 398 w 24"/>
                  <a:gd name="T1" fmla="*/ 0 h 22"/>
                  <a:gd name="T2" fmla="*/ 0 w 24"/>
                  <a:gd name="T3" fmla="*/ 627 h 22"/>
                  <a:gd name="T4" fmla="*/ 555 w 24"/>
                  <a:gd name="T5" fmla="*/ 367 h 22"/>
                  <a:gd name="T6" fmla="*/ 450 w 24"/>
                  <a:gd name="T7" fmla="*/ 11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2">
                    <a:moveTo>
                      <a:pt x="17" y="0"/>
                    </a:moveTo>
                    <a:cubicBezTo>
                      <a:pt x="20" y="6"/>
                      <a:pt x="5" y="18"/>
                      <a:pt x="0" y="22"/>
                    </a:cubicBezTo>
                    <a:cubicBezTo>
                      <a:pt x="7" y="21"/>
                      <a:pt x="17" y="3"/>
                      <a:pt x="24" y="13"/>
                    </a:cubicBezTo>
                    <a:cubicBezTo>
                      <a:pt x="23" y="10"/>
                      <a:pt x="20" y="6"/>
                      <a:pt x="19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6" name="Freeform 414">
                <a:extLst>
                  <a:ext uri="{FF2B5EF4-FFF2-40B4-BE49-F238E27FC236}">
                    <a16:creationId xmlns:a16="http://schemas.microsoft.com/office/drawing/2014/main" id="{C8613CAD-985E-473C-8904-05937472B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278"/>
                <a:ext cx="47" cy="40"/>
              </a:xfrm>
              <a:custGeom>
                <a:avLst/>
                <a:gdLst>
                  <a:gd name="T0" fmla="*/ 470 w 25"/>
                  <a:gd name="T1" fmla="*/ 0 h 20"/>
                  <a:gd name="T2" fmla="*/ 0 w 25"/>
                  <a:gd name="T3" fmla="*/ 640 h 20"/>
                  <a:gd name="T4" fmla="*/ 583 w 25"/>
                  <a:gd name="T5" fmla="*/ 352 h 20"/>
                  <a:gd name="T6" fmla="*/ 513 w 25"/>
                  <a:gd name="T7" fmla="*/ 6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20" y="0"/>
                    </a:moveTo>
                    <a:cubicBezTo>
                      <a:pt x="20" y="9"/>
                      <a:pt x="5" y="15"/>
                      <a:pt x="0" y="20"/>
                    </a:cubicBezTo>
                    <a:cubicBezTo>
                      <a:pt x="7" y="20"/>
                      <a:pt x="18" y="8"/>
                      <a:pt x="25" y="11"/>
                    </a:cubicBezTo>
                    <a:cubicBezTo>
                      <a:pt x="25" y="8"/>
                      <a:pt x="23" y="5"/>
                      <a:pt x="2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7" name="Freeform 415">
                <a:extLst>
                  <a:ext uri="{FF2B5EF4-FFF2-40B4-BE49-F238E27FC236}">
                    <a16:creationId xmlns:a16="http://schemas.microsoft.com/office/drawing/2014/main" id="{A275DF12-480C-4D51-8526-6A97F81AE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329"/>
                <a:ext cx="51" cy="52"/>
              </a:xfrm>
              <a:custGeom>
                <a:avLst/>
                <a:gdLst>
                  <a:gd name="T0" fmla="*/ 388 w 28"/>
                  <a:gd name="T1" fmla="*/ 0 h 26"/>
                  <a:gd name="T2" fmla="*/ 0 w 28"/>
                  <a:gd name="T3" fmla="*/ 832 h 26"/>
                  <a:gd name="T4" fmla="*/ 561 w 28"/>
                  <a:gd name="T5" fmla="*/ 448 h 26"/>
                  <a:gd name="T6" fmla="*/ 419 w 28"/>
                  <a:gd name="T7" fmla="*/ 9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6">
                    <a:moveTo>
                      <a:pt x="19" y="0"/>
                    </a:moveTo>
                    <a:cubicBezTo>
                      <a:pt x="24" y="7"/>
                      <a:pt x="5" y="22"/>
                      <a:pt x="0" y="26"/>
                    </a:cubicBezTo>
                    <a:cubicBezTo>
                      <a:pt x="11" y="24"/>
                      <a:pt x="15" y="13"/>
                      <a:pt x="28" y="14"/>
                    </a:cubicBezTo>
                    <a:cubicBezTo>
                      <a:pt x="26" y="10"/>
                      <a:pt x="23" y="7"/>
                      <a:pt x="21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8" name="Freeform 416">
                <a:extLst>
                  <a:ext uri="{FF2B5EF4-FFF2-40B4-BE49-F238E27FC236}">
                    <a16:creationId xmlns:a16="http://schemas.microsoft.com/office/drawing/2014/main" id="{AA003477-6A8C-4115-A68C-9DA794BCC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375"/>
                <a:ext cx="38" cy="61"/>
              </a:xfrm>
              <a:custGeom>
                <a:avLst/>
                <a:gdLst>
                  <a:gd name="T0" fmla="*/ 255 w 21"/>
                  <a:gd name="T1" fmla="*/ 0 h 31"/>
                  <a:gd name="T2" fmla="*/ 0 w 21"/>
                  <a:gd name="T3" fmla="*/ 913 h 31"/>
                  <a:gd name="T4" fmla="*/ 409 w 21"/>
                  <a:gd name="T5" fmla="*/ 181 h 31"/>
                  <a:gd name="T6" fmla="*/ 308 w 21"/>
                  <a:gd name="T7" fmla="*/ 3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13" y="0"/>
                    </a:moveTo>
                    <a:cubicBezTo>
                      <a:pt x="18" y="8"/>
                      <a:pt x="1" y="23"/>
                      <a:pt x="0" y="31"/>
                    </a:cubicBezTo>
                    <a:cubicBezTo>
                      <a:pt x="10" y="28"/>
                      <a:pt x="11" y="6"/>
                      <a:pt x="21" y="6"/>
                    </a:cubicBezTo>
                    <a:cubicBezTo>
                      <a:pt x="20" y="4"/>
                      <a:pt x="18" y="2"/>
                      <a:pt x="16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9" name="Freeform 417">
                <a:extLst>
                  <a:ext uri="{FF2B5EF4-FFF2-40B4-BE49-F238E27FC236}">
                    <a16:creationId xmlns:a16="http://schemas.microsoft.com/office/drawing/2014/main" id="{CBAA480E-E3E2-416A-A55F-A4B4E4708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397"/>
                <a:ext cx="20" cy="71"/>
              </a:xfrm>
              <a:custGeom>
                <a:avLst/>
                <a:gdLst>
                  <a:gd name="T0" fmla="*/ 0 w 11"/>
                  <a:gd name="T1" fmla="*/ 63 h 36"/>
                  <a:gd name="T2" fmla="*/ 0 w 11"/>
                  <a:gd name="T3" fmla="*/ 1073 h 36"/>
                  <a:gd name="T4" fmla="*/ 80 w 11"/>
                  <a:gd name="T5" fmla="*/ 483 h 36"/>
                  <a:gd name="T6" fmla="*/ 53 w 11"/>
                  <a:gd name="T7" fmla="*/ 6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6">
                    <a:moveTo>
                      <a:pt x="0" y="2"/>
                    </a:moveTo>
                    <a:cubicBezTo>
                      <a:pt x="6" y="5"/>
                      <a:pt x="0" y="30"/>
                      <a:pt x="0" y="36"/>
                    </a:cubicBezTo>
                    <a:cubicBezTo>
                      <a:pt x="4" y="32"/>
                      <a:pt x="3" y="21"/>
                      <a:pt x="4" y="16"/>
                    </a:cubicBezTo>
                    <a:cubicBezTo>
                      <a:pt x="4" y="12"/>
                      <a:pt x="11" y="0"/>
                      <a:pt x="3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0" name="Freeform 418">
                <a:extLst>
                  <a:ext uri="{FF2B5EF4-FFF2-40B4-BE49-F238E27FC236}">
                    <a16:creationId xmlns:a16="http://schemas.microsoft.com/office/drawing/2014/main" id="{4580B1B6-A835-466E-AFFB-D3592DD04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401"/>
                <a:ext cx="35" cy="63"/>
              </a:xfrm>
              <a:custGeom>
                <a:avLst/>
                <a:gdLst>
                  <a:gd name="T0" fmla="*/ 0 w 19"/>
                  <a:gd name="T1" fmla="*/ 63 h 32"/>
                  <a:gd name="T2" fmla="*/ 206 w 19"/>
                  <a:gd name="T3" fmla="*/ 496 h 32"/>
                  <a:gd name="T4" fmla="*/ 379 w 19"/>
                  <a:gd name="T5" fmla="*/ 945 h 32"/>
                  <a:gd name="T6" fmla="*/ 177 w 19"/>
                  <a:gd name="T7" fmla="*/ 0 h 32"/>
                  <a:gd name="T8" fmla="*/ 68 w 19"/>
                  <a:gd name="T9" fmla="*/ 6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0" y="2"/>
                    </a:moveTo>
                    <a:cubicBezTo>
                      <a:pt x="5" y="4"/>
                      <a:pt x="8" y="13"/>
                      <a:pt x="10" y="17"/>
                    </a:cubicBezTo>
                    <a:cubicBezTo>
                      <a:pt x="13" y="22"/>
                      <a:pt x="14" y="28"/>
                      <a:pt x="18" y="32"/>
                    </a:cubicBezTo>
                    <a:cubicBezTo>
                      <a:pt x="19" y="21"/>
                      <a:pt x="9" y="10"/>
                      <a:pt x="8" y="0"/>
                    </a:cubicBezTo>
                    <a:cubicBezTo>
                      <a:pt x="6" y="0"/>
                      <a:pt x="4" y="1"/>
                      <a:pt x="3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1" name="Freeform 419">
                <a:extLst>
                  <a:ext uri="{FF2B5EF4-FFF2-40B4-BE49-F238E27FC236}">
                    <a16:creationId xmlns:a16="http://schemas.microsoft.com/office/drawing/2014/main" id="{FAAECFE8-ADF9-494E-BA3E-6CD2D86DC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77"/>
                <a:ext cx="37" cy="41"/>
              </a:xfrm>
              <a:custGeom>
                <a:avLst/>
                <a:gdLst>
                  <a:gd name="T0" fmla="*/ 0 w 20"/>
                  <a:gd name="T1" fmla="*/ 148 h 21"/>
                  <a:gd name="T2" fmla="*/ 431 w 20"/>
                  <a:gd name="T3" fmla="*/ 595 h 21"/>
                  <a:gd name="T4" fmla="*/ 105 w 20"/>
                  <a:gd name="T5" fmla="*/ 0 h 21"/>
                  <a:gd name="T6" fmla="*/ 44 w 20"/>
                  <a:gd name="T7" fmla="*/ 11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0" y="5"/>
                    </a:moveTo>
                    <a:cubicBezTo>
                      <a:pt x="6" y="5"/>
                      <a:pt x="14" y="17"/>
                      <a:pt x="20" y="21"/>
                    </a:cubicBezTo>
                    <a:cubicBezTo>
                      <a:pt x="14" y="14"/>
                      <a:pt x="10" y="6"/>
                      <a:pt x="5" y="0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2" name="Freeform 420">
                <a:extLst>
                  <a:ext uri="{FF2B5EF4-FFF2-40B4-BE49-F238E27FC236}">
                    <a16:creationId xmlns:a16="http://schemas.microsoft.com/office/drawing/2014/main" id="{4842422E-5996-4B11-9A81-EC3C3148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335"/>
                <a:ext cx="31" cy="18"/>
              </a:xfrm>
              <a:custGeom>
                <a:avLst/>
                <a:gdLst>
                  <a:gd name="T0" fmla="*/ 24 w 17"/>
                  <a:gd name="T1" fmla="*/ 192 h 9"/>
                  <a:gd name="T2" fmla="*/ 346 w 17"/>
                  <a:gd name="T3" fmla="*/ 288 h 9"/>
                  <a:gd name="T4" fmla="*/ 44 w 17"/>
                  <a:gd name="T5" fmla="*/ 0 h 9"/>
                  <a:gd name="T6" fmla="*/ 0 w 17"/>
                  <a:gd name="T7" fmla="*/ 9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1" y="6"/>
                    </a:moveTo>
                    <a:cubicBezTo>
                      <a:pt x="4" y="2"/>
                      <a:pt x="13" y="8"/>
                      <a:pt x="17" y="9"/>
                    </a:cubicBezTo>
                    <a:cubicBezTo>
                      <a:pt x="12" y="6"/>
                      <a:pt x="6" y="4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3" name="Freeform 421">
                <a:extLst>
                  <a:ext uri="{FF2B5EF4-FFF2-40B4-BE49-F238E27FC236}">
                    <a16:creationId xmlns:a16="http://schemas.microsoft.com/office/drawing/2014/main" id="{4840EC31-3A0A-4EB3-82DB-08D360C4D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276"/>
                <a:ext cx="32" cy="20"/>
              </a:xfrm>
              <a:custGeom>
                <a:avLst/>
                <a:gdLst>
                  <a:gd name="T0" fmla="*/ 0 w 17"/>
                  <a:gd name="T1" fmla="*/ 224 h 10"/>
                  <a:gd name="T2" fmla="*/ 401 w 17"/>
                  <a:gd name="T3" fmla="*/ 320 h 10"/>
                  <a:gd name="T4" fmla="*/ 53 w 17"/>
                  <a:gd name="T5" fmla="*/ 0 h 10"/>
                  <a:gd name="T6" fmla="*/ 53 w 17"/>
                  <a:gd name="T7" fmla="*/ 19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0" y="7"/>
                    </a:moveTo>
                    <a:cubicBezTo>
                      <a:pt x="6" y="7"/>
                      <a:pt x="12" y="10"/>
                      <a:pt x="17" y="10"/>
                    </a:cubicBezTo>
                    <a:cubicBezTo>
                      <a:pt x="13" y="7"/>
                      <a:pt x="5" y="5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4" name="Freeform 422">
                <a:extLst>
                  <a:ext uri="{FF2B5EF4-FFF2-40B4-BE49-F238E27FC236}">
                    <a16:creationId xmlns:a16="http://schemas.microsoft.com/office/drawing/2014/main" id="{15461083-3F35-4695-9384-684DC9A58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215"/>
                <a:ext cx="37" cy="24"/>
              </a:xfrm>
              <a:custGeom>
                <a:avLst/>
                <a:gdLst>
                  <a:gd name="T0" fmla="*/ 0 w 20"/>
                  <a:gd name="T1" fmla="*/ 384 h 12"/>
                  <a:gd name="T2" fmla="*/ 431 w 20"/>
                  <a:gd name="T3" fmla="*/ 384 h 12"/>
                  <a:gd name="T4" fmla="*/ 68 w 20"/>
                  <a:gd name="T5" fmla="*/ 0 h 12"/>
                  <a:gd name="T6" fmla="*/ 44 w 20"/>
                  <a:gd name="T7" fmla="*/ 2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0" y="12"/>
                    </a:moveTo>
                    <a:cubicBezTo>
                      <a:pt x="1" y="4"/>
                      <a:pt x="16" y="11"/>
                      <a:pt x="20" y="12"/>
                    </a:cubicBezTo>
                    <a:cubicBezTo>
                      <a:pt x="15" y="11"/>
                      <a:pt x="5" y="5"/>
                      <a:pt x="3" y="0"/>
                    </a:cubicBezTo>
                    <a:cubicBezTo>
                      <a:pt x="3" y="2"/>
                      <a:pt x="2" y="4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5" name="Freeform 423">
                <a:extLst>
                  <a:ext uri="{FF2B5EF4-FFF2-40B4-BE49-F238E27FC236}">
                    <a16:creationId xmlns:a16="http://schemas.microsoft.com/office/drawing/2014/main" id="{5A8224DE-5E37-4561-8E93-0A49F5942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158"/>
                <a:ext cx="39" cy="29"/>
              </a:xfrm>
              <a:custGeom>
                <a:avLst/>
                <a:gdLst>
                  <a:gd name="T0" fmla="*/ 0 w 21"/>
                  <a:gd name="T1" fmla="*/ 296 h 15"/>
                  <a:gd name="T2" fmla="*/ 462 w 21"/>
                  <a:gd name="T3" fmla="*/ 404 h 15"/>
                  <a:gd name="T4" fmla="*/ 69 w 21"/>
                  <a:gd name="T5" fmla="*/ 0 h 15"/>
                  <a:gd name="T6" fmla="*/ 24 w 21"/>
                  <a:gd name="T7" fmla="*/ 139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5">
                    <a:moveTo>
                      <a:pt x="0" y="11"/>
                    </a:moveTo>
                    <a:cubicBezTo>
                      <a:pt x="0" y="3"/>
                      <a:pt x="18" y="14"/>
                      <a:pt x="21" y="15"/>
                    </a:cubicBezTo>
                    <a:cubicBezTo>
                      <a:pt x="16" y="9"/>
                      <a:pt x="8" y="6"/>
                      <a:pt x="3" y="0"/>
                    </a:cubicBezTo>
                    <a:cubicBezTo>
                      <a:pt x="3" y="1"/>
                      <a:pt x="2" y="3"/>
                      <a:pt x="1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6" name="Freeform 424">
                <a:extLst>
                  <a:ext uri="{FF2B5EF4-FFF2-40B4-BE49-F238E27FC236}">
                    <a16:creationId xmlns:a16="http://schemas.microsoft.com/office/drawing/2014/main" id="{EA2172C1-1189-46AD-B162-9877FDE6A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098"/>
                <a:ext cx="44" cy="58"/>
              </a:xfrm>
              <a:custGeom>
                <a:avLst/>
                <a:gdLst>
                  <a:gd name="T0" fmla="*/ 0 w 24"/>
                  <a:gd name="T1" fmla="*/ 288 h 29"/>
                  <a:gd name="T2" fmla="*/ 501 w 24"/>
                  <a:gd name="T3" fmla="*/ 928 h 29"/>
                  <a:gd name="T4" fmla="*/ 193 w 24"/>
                  <a:gd name="T5" fmla="*/ 0 h 29"/>
                  <a:gd name="T6" fmla="*/ 44 w 24"/>
                  <a:gd name="T7" fmla="*/ 19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">
                    <a:moveTo>
                      <a:pt x="0" y="9"/>
                    </a:moveTo>
                    <a:cubicBezTo>
                      <a:pt x="6" y="3"/>
                      <a:pt x="18" y="25"/>
                      <a:pt x="24" y="29"/>
                    </a:cubicBezTo>
                    <a:cubicBezTo>
                      <a:pt x="21" y="18"/>
                      <a:pt x="8" y="13"/>
                      <a:pt x="9" y="0"/>
                    </a:cubicBezTo>
                    <a:cubicBezTo>
                      <a:pt x="7" y="2"/>
                      <a:pt x="4" y="4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7" name="Freeform 425">
                <a:extLst>
                  <a:ext uri="{FF2B5EF4-FFF2-40B4-BE49-F238E27FC236}">
                    <a16:creationId xmlns:a16="http://schemas.microsoft.com/office/drawing/2014/main" id="{94FE681C-3377-46CA-9C64-EC0784A9C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077"/>
                <a:ext cx="30" cy="69"/>
              </a:xfrm>
              <a:custGeom>
                <a:avLst/>
                <a:gdLst>
                  <a:gd name="T0" fmla="*/ 0 w 16"/>
                  <a:gd name="T1" fmla="*/ 32 h 35"/>
                  <a:gd name="T2" fmla="*/ 285 w 16"/>
                  <a:gd name="T3" fmla="*/ 1041 h 35"/>
                  <a:gd name="T4" fmla="*/ 257 w 16"/>
                  <a:gd name="T5" fmla="*/ 0 h 35"/>
                  <a:gd name="T6" fmla="*/ 73 w 1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5">
                    <a:moveTo>
                      <a:pt x="0" y="1"/>
                    </a:moveTo>
                    <a:cubicBezTo>
                      <a:pt x="11" y="0"/>
                      <a:pt x="8" y="28"/>
                      <a:pt x="12" y="35"/>
                    </a:cubicBezTo>
                    <a:cubicBezTo>
                      <a:pt x="16" y="26"/>
                      <a:pt x="8" y="10"/>
                      <a:pt x="11" y="0"/>
                    </a:cubicBezTo>
                    <a:cubicBezTo>
                      <a:pt x="8" y="1"/>
                      <a:pt x="6" y="0"/>
                      <a:pt x="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8" name="Freeform 426">
                <a:extLst>
                  <a:ext uri="{FF2B5EF4-FFF2-40B4-BE49-F238E27FC236}">
                    <a16:creationId xmlns:a16="http://schemas.microsoft.com/office/drawing/2014/main" id="{DCC0E2AE-4B21-4490-A1CE-A55027B4E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112"/>
                <a:ext cx="33" cy="48"/>
              </a:xfrm>
              <a:custGeom>
                <a:avLst/>
                <a:gdLst>
                  <a:gd name="T0" fmla="*/ 229 w 18"/>
                  <a:gd name="T1" fmla="*/ 0 h 24"/>
                  <a:gd name="T2" fmla="*/ 229 w 18"/>
                  <a:gd name="T3" fmla="*/ 224 h 24"/>
                  <a:gd name="T4" fmla="*/ 125 w 18"/>
                  <a:gd name="T5" fmla="*/ 480 h 24"/>
                  <a:gd name="T6" fmla="*/ 0 w 18"/>
                  <a:gd name="T7" fmla="*/ 768 h 24"/>
                  <a:gd name="T8" fmla="*/ 205 w 18"/>
                  <a:gd name="T9" fmla="*/ 480 h 24"/>
                  <a:gd name="T10" fmla="*/ 376 w 18"/>
                  <a:gd name="T11" fmla="*/ 416 h 24"/>
                  <a:gd name="T12" fmla="*/ 273 w 18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1" y="0"/>
                    </a:moveTo>
                    <a:cubicBezTo>
                      <a:pt x="11" y="2"/>
                      <a:pt x="12" y="4"/>
                      <a:pt x="11" y="7"/>
                    </a:cubicBezTo>
                    <a:cubicBezTo>
                      <a:pt x="10" y="10"/>
                      <a:pt x="8" y="12"/>
                      <a:pt x="6" y="15"/>
                    </a:cubicBezTo>
                    <a:cubicBezTo>
                      <a:pt x="4" y="18"/>
                      <a:pt x="2" y="21"/>
                      <a:pt x="0" y="24"/>
                    </a:cubicBezTo>
                    <a:cubicBezTo>
                      <a:pt x="4" y="23"/>
                      <a:pt x="7" y="18"/>
                      <a:pt x="10" y="15"/>
                    </a:cubicBezTo>
                    <a:cubicBezTo>
                      <a:pt x="13" y="13"/>
                      <a:pt x="15" y="13"/>
                      <a:pt x="18" y="13"/>
                    </a:cubicBezTo>
                    <a:cubicBezTo>
                      <a:pt x="18" y="9"/>
                      <a:pt x="15" y="4"/>
                      <a:pt x="1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9" name="Freeform 427">
                <a:extLst>
                  <a:ext uri="{FF2B5EF4-FFF2-40B4-BE49-F238E27FC236}">
                    <a16:creationId xmlns:a16="http://schemas.microsoft.com/office/drawing/2014/main" id="{B7C2A745-70D5-4E4F-AEAF-79A0B3D6D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162"/>
                <a:ext cx="36" cy="45"/>
              </a:xfrm>
              <a:custGeom>
                <a:avLst/>
                <a:gdLst>
                  <a:gd name="T0" fmla="*/ 273 w 19"/>
                  <a:gd name="T1" fmla="*/ 0 h 23"/>
                  <a:gd name="T2" fmla="*/ 0 w 19"/>
                  <a:gd name="T3" fmla="*/ 659 h 23"/>
                  <a:gd name="T4" fmla="*/ 244 w 19"/>
                  <a:gd name="T5" fmla="*/ 368 h 23"/>
                  <a:gd name="T6" fmla="*/ 462 w 19"/>
                  <a:gd name="T7" fmla="*/ 233 h 23"/>
                  <a:gd name="T8" fmla="*/ 320 w 19"/>
                  <a:gd name="T9" fmla="*/ 8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11" y="0"/>
                    </a:moveTo>
                    <a:cubicBezTo>
                      <a:pt x="16" y="8"/>
                      <a:pt x="3" y="17"/>
                      <a:pt x="0" y="23"/>
                    </a:cubicBezTo>
                    <a:cubicBezTo>
                      <a:pt x="4" y="20"/>
                      <a:pt x="7" y="17"/>
                      <a:pt x="10" y="13"/>
                    </a:cubicBezTo>
                    <a:cubicBezTo>
                      <a:pt x="12" y="10"/>
                      <a:pt x="15" y="7"/>
                      <a:pt x="19" y="8"/>
                    </a:cubicBezTo>
                    <a:cubicBezTo>
                      <a:pt x="18" y="6"/>
                      <a:pt x="15" y="4"/>
                      <a:pt x="13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0" name="Freeform 428">
                <a:extLst>
                  <a:ext uri="{FF2B5EF4-FFF2-40B4-BE49-F238E27FC236}">
                    <a16:creationId xmlns:a16="http://schemas.microsoft.com/office/drawing/2014/main" id="{CF308654-8FE7-4639-BB9E-42D8D94E4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85"/>
                <a:ext cx="19" cy="73"/>
              </a:xfrm>
              <a:custGeom>
                <a:avLst/>
                <a:gdLst>
                  <a:gd name="T0" fmla="*/ 0 w 10"/>
                  <a:gd name="T1" fmla="*/ 63 h 37"/>
                  <a:gd name="T2" fmla="*/ 105 w 10"/>
                  <a:gd name="T3" fmla="*/ 276 h 37"/>
                  <a:gd name="T4" fmla="*/ 129 w 10"/>
                  <a:gd name="T5" fmla="*/ 685 h 37"/>
                  <a:gd name="T6" fmla="*/ 173 w 10"/>
                  <a:gd name="T7" fmla="*/ 1105 h 37"/>
                  <a:gd name="T8" fmla="*/ 173 w 10"/>
                  <a:gd name="T9" fmla="*/ 744 h 37"/>
                  <a:gd name="T10" fmla="*/ 200 w 10"/>
                  <a:gd name="T11" fmla="*/ 300 h 37"/>
                  <a:gd name="T12" fmla="*/ 220 w 10"/>
                  <a:gd name="T13" fmla="*/ 63 h 37"/>
                  <a:gd name="T14" fmla="*/ 29 w 10"/>
                  <a:gd name="T15" fmla="*/ 6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37">
                    <a:moveTo>
                      <a:pt x="0" y="2"/>
                    </a:moveTo>
                    <a:cubicBezTo>
                      <a:pt x="3" y="4"/>
                      <a:pt x="4" y="4"/>
                      <a:pt x="4" y="9"/>
                    </a:cubicBezTo>
                    <a:cubicBezTo>
                      <a:pt x="4" y="13"/>
                      <a:pt x="4" y="18"/>
                      <a:pt x="5" y="23"/>
                    </a:cubicBezTo>
                    <a:cubicBezTo>
                      <a:pt x="5" y="26"/>
                      <a:pt x="4" y="35"/>
                      <a:pt x="7" y="37"/>
                    </a:cubicBezTo>
                    <a:cubicBezTo>
                      <a:pt x="7" y="33"/>
                      <a:pt x="6" y="29"/>
                      <a:pt x="7" y="25"/>
                    </a:cubicBezTo>
                    <a:cubicBezTo>
                      <a:pt x="7" y="20"/>
                      <a:pt x="7" y="15"/>
                      <a:pt x="8" y="10"/>
                    </a:cubicBezTo>
                    <a:cubicBezTo>
                      <a:pt x="8" y="8"/>
                      <a:pt x="10" y="3"/>
                      <a:pt x="9" y="2"/>
                    </a:cubicBezTo>
                    <a:cubicBezTo>
                      <a:pt x="8" y="0"/>
                      <a:pt x="3" y="3"/>
                      <a:pt x="1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1" name="Freeform 429">
                <a:extLst>
                  <a:ext uri="{FF2B5EF4-FFF2-40B4-BE49-F238E27FC236}">
                    <a16:creationId xmlns:a16="http://schemas.microsoft.com/office/drawing/2014/main" id="{DD048981-1015-4059-BA28-A5BA8EA0D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171"/>
                <a:ext cx="37" cy="52"/>
              </a:xfrm>
              <a:custGeom>
                <a:avLst/>
                <a:gdLst>
                  <a:gd name="T0" fmla="*/ 0 w 20"/>
                  <a:gd name="T1" fmla="*/ 192 h 26"/>
                  <a:gd name="T2" fmla="*/ 261 w 20"/>
                  <a:gd name="T3" fmla="*/ 576 h 26"/>
                  <a:gd name="T4" fmla="*/ 431 w 20"/>
                  <a:gd name="T5" fmla="*/ 832 h 26"/>
                  <a:gd name="T6" fmla="*/ 329 w 20"/>
                  <a:gd name="T7" fmla="*/ 544 h 26"/>
                  <a:gd name="T8" fmla="*/ 194 w 20"/>
                  <a:gd name="T9" fmla="*/ 256 h 26"/>
                  <a:gd name="T10" fmla="*/ 24 w 20"/>
                  <a:gd name="T11" fmla="*/ 19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0" y="6"/>
                    </a:moveTo>
                    <a:cubicBezTo>
                      <a:pt x="5" y="6"/>
                      <a:pt x="9" y="13"/>
                      <a:pt x="12" y="18"/>
                    </a:cubicBezTo>
                    <a:cubicBezTo>
                      <a:pt x="15" y="21"/>
                      <a:pt x="16" y="25"/>
                      <a:pt x="20" y="26"/>
                    </a:cubicBezTo>
                    <a:cubicBezTo>
                      <a:pt x="20" y="23"/>
                      <a:pt x="17" y="20"/>
                      <a:pt x="15" y="17"/>
                    </a:cubicBezTo>
                    <a:cubicBezTo>
                      <a:pt x="13" y="14"/>
                      <a:pt x="11" y="11"/>
                      <a:pt x="9" y="8"/>
                    </a:cubicBezTo>
                    <a:cubicBezTo>
                      <a:pt x="7" y="4"/>
                      <a:pt x="4" y="0"/>
                      <a:pt x="1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2" name="Freeform 430">
                <a:extLst>
                  <a:ext uri="{FF2B5EF4-FFF2-40B4-BE49-F238E27FC236}">
                    <a16:creationId xmlns:a16="http://schemas.microsoft.com/office/drawing/2014/main" id="{AE283693-5C3C-4E9C-87B9-120434CBF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130"/>
                <a:ext cx="37" cy="34"/>
              </a:xfrm>
              <a:custGeom>
                <a:avLst/>
                <a:gdLst>
                  <a:gd name="T0" fmla="*/ 0 w 20"/>
                  <a:gd name="T1" fmla="*/ 320 h 17"/>
                  <a:gd name="T2" fmla="*/ 81 w 20"/>
                  <a:gd name="T3" fmla="*/ 224 h 17"/>
                  <a:gd name="T4" fmla="*/ 233 w 20"/>
                  <a:gd name="T5" fmla="*/ 352 h 17"/>
                  <a:gd name="T6" fmla="*/ 431 w 20"/>
                  <a:gd name="T7" fmla="*/ 544 h 17"/>
                  <a:gd name="T8" fmla="*/ 81 w 20"/>
                  <a:gd name="T9" fmla="*/ 0 h 17"/>
                  <a:gd name="T10" fmla="*/ 0 w 20"/>
                  <a:gd name="T11" fmla="*/ 22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7">
                    <a:moveTo>
                      <a:pt x="0" y="10"/>
                    </a:moveTo>
                    <a:cubicBezTo>
                      <a:pt x="1" y="9"/>
                      <a:pt x="2" y="7"/>
                      <a:pt x="4" y="7"/>
                    </a:cubicBezTo>
                    <a:cubicBezTo>
                      <a:pt x="6" y="7"/>
                      <a:pt x="10" y="10"/>
                      <a:pt x="11" y="11"/>
                    </a:cubicBezTo>
                    <a:cubicBezTo>
                      <a:pt x="14" y="13"/>
                      <a:pt x="17" y="15"/>
                      <a:pt x="20" y="17"/>
                    </a:cubicBezTo>
                    <a:cubicBezTo>
                      <a:pt x="15" y="11"/>
                      <a:pt x="9" y="6"/>
                      <a:pt x="4" y="0"/>
                    </a:cubicBez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3" name="Freeform 431">
                <a:extLst>
                  <a:ext uri="{FF2B5EF4-FFF2-40B4-BE49-F238E27FC236}">
                    <a16:creationId xmlns:a16="http://schemas.microsoft.com/office/drawing/2014/main" id="{B9F5E457-DEF4-4FAD-B12B-15A37DA81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081"/>
                <a:ext cx="40" cy="49"/>
              </a:xfrm>
              <a:custGeom>
                <a:avLst/>
                <a:gdLst>
                  <a:gd name="T0" fmla="*/ 0 w 22"/>
                  <a:gd name="T1" fmla="*/ 235 h 25"/>
                  <a:gd name="T2" fmla="*/ 118 w 22"/>
                  <a:gd name="T3" fmla="*/ 235 h 25"/>
                  <a:gd name="T4" fmla="*/ 271 w 22"/>
                  <a:gd name="T5" fmla="*/ 488 h 25"/>
                  <a:gd name="T6" fmla="*/ 440 w 22"/>
                  <a:gd name="T7" fmla="*/ 721 h 25"/>
                  <a:gd name="T8" fmla="*/ 215 w 22"/>
                  <a:gd name="T9" fmla="*/ 323 h 25"/>
                  <a:gd name="T10" fmla="*/ 118 w 22"/>
                  <a:gd name="T11" fmla="*/ 0 h 25"/>
                  <a:gd name="T12" fmla="*/ 44 w 22"/>
                  <a:gd name="T13" fmla="*/ 18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5">
                    <a:moveTo>
                      <a:pt x="0" y="8"/>
                    </a:moveTo>
                    <a:cubicBezTo>
                      <a:pt x="2" y="6"/>
                      <a:pt x="3" y="6"/>
                      <a:pt x="6" y="8"/>
                    </a:cubicBezTo>
                    <a:cubicBezTo>
                      <a:pt x="9" y="11"/>
                      <a:pt x="11" y="14"/>
                      <a:pt x="14" y="17"/>
                    </a:cubicBezTo>
                    <a:cubicBezTo>
                      <a:pt x="16" y="20"/>
                      <a:pt x="19" y="23"/>
                      <a:pt x="22" y="25"/>
                    </a:cubicBezTo>
                    <a:cubicBezTo>
                      <a:pt x="19" y="20"/>
                      <a:pt x="15" y="16"/>
                      <a:pt x="11" y="11"/>
                    </a:cubicBezTo>
                    <a:cubicBezTo>
                      <a:pt x="9" y="8"/>
                      <a:pt x="6" y="4"/>
                      <a:pt x="6" y="0"/>
                    </a:cubicBezTo>
                    <a:cubicBezTo>
                      <a:pt x="5" y="2"/>
                      <a:pt x="3" y="4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4" name="Freeform 432">
                <a:extLst>
                  <a:ext uri="{FF2B5EF4-FFF2-40B4-BE49-F238E27FC236}">
                    <a16:creationId xmlns:a16="http://schemas.microsoft.com/office/drawing/2014/main" id="{0E80C416-CE19-4681-B39A-51A96AFDD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055"/>
                <a:ext cx="33" cy="71"/>
              </a:xfrm>
              <a:custGeom>
                <a:avLst/>
                <a:gdLst>
                  <a:gd name="T0" fmla="*/ 0 w 18"/>
                  <a:gd name="T1" fmla="*/ 93 h 36"/>
                  <a:gd name="T2" fmla="*/ 229 w 18"/>
                  <a:gd name="T3" fmla="*/ 560 h 36"/>
                  <a:gd name="T4" fmla="*/ 315 w 18"/>
                  <a:gd name="T5" fmla="*/ 1073 h 36"/>
                  <a:gd name="T6" fmla="*/ 295 w 18"/>
                  <a:gd name="T7" fmla="*/ 420 h 36"/>
                  <a:gd name="T8" fmla="*/ 376 w 18"/>
                  <a:gd name="T9" fmla="*/ 32 h 36"/>
                  <a:gd name="T10" fmla="*/ 229 w 18"/>
                  <a:gd name="T11" fmla="*/ 0 h 36"/>
                  <a:gd name="T12" fmla="*/ 68 w 18"/>
                  <a:gd name="T13" fmla="*/ 63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6">
                    <a:moveTo>
                      <a:pt x="0" y="3"/>
                    </a:moveTo>
                    <a:cubicBezTo>
                      <a:pt x="8" y="0"/>
                      <a:pt x="11" y="14"/>
                      <a:pt x="11" y="19"/>
                    </a:cubicBezTo>
                    <a:cubicBezTo>
                      <a:pt x="12" y="23"/>
                      <a:pt x="12" y="33"/>
                      <a:pt x="15" y="36"/>
                    </a:cubicBezTo>
                    <a:cubicBezTo>
                      <a:pt x="15" y="28"/>
                      <a:pt x="14" y="21"/>
                      <a:pt x="14" y="14"/>
                    </a:cubicBezTo>
                    <a:cubicBezTo>
                      <a:pt x="14" y="9"/>
                      <a:pt x="14" y="4"/>
                      <a:pt x="18" y="1"/>
                    </a:cubicBezTo>
                    <a:cubicBezTo>
                      <a:pt x="16" y="0"/>
                      <a:pt x="13" y="0"/>
                      <a:pt x="11" y="0"/>
                    </a:cubicBezTo>
                    <a:cubicBezTo>
                      <a:pt x="8" y="1"/>
                      <a:pt x="5" y="2"/>
                      <a:pt x="3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5" name="Freeform 433">
                <a:extLst>
                  <a:ext uri="{FF2B5EF4-FFF2-40B4-BE49-F238E27FC236}">
                    <a16:creationId xmlns:a16="http://schemas.microsoft.com/office/drawing/2014/main" id="{08F76010-C418-4753-B86B-48973F078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65"/>
                <a:ext cx="41" cy="69"/>
              </a:xfrm>
              <a:custGeom>
                <a:avLst/>
                <a:gdLst>
                  <a:gd name="T0" fmla="*/ 136 w 22"/>
                  <a:gd name="T1" fmla="*/ 0 h 35"/>
                  <a:gd name="T2" fmla="*/ 24 w 22"/>
                  <a:gd name="T3" fmla="*/ 1041 h 35"/>
                  <a:gd name="T4" fmla="*/ 136 w 22"/>
                  <a:gd name="T5" fmla="*/ 828 h 35"/>
                  <a:gd name="T6" fmla="*/ 253 w 22"/>
                  <a:gd name="T7" fmla="*/ 481 h 35"/>
                  <a:gd name="T8" fmla="*/ 494 w 22"/>
                  <a:gd name="T9" fmla="*/ 268 h 35"/>
                  <a:gd name="T10" fmla="*/ 309 w 22"/>
                  <a:gd name="T11" fmla="*/ 124 h 35"/>
                  <a:gd name="T12" fmla="*/ 157 w 22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5">
                    <a:moveTo>
                      <a:pt x="6" y="0"/>
                    </a:moveTo>
                    <a:cubicBezTo>
                      <a:pt x="19" y="3"/>
                      <a:pt x="0" y="28"/>
                      <a:pt x="1" y="35"/>
                    </a:cubicBezTo>
                    <a:cubicBezTo>
                      <a:pt x="3" y="33"/>
                      <a:pt x="4" y="30"/>
                      <a:pt x="6" y="28"/>
                    </a:cubicBezTo>
                    <a:cubicBezTo>
                      <a:pt x="8" y="24"/>
                      <a:pt x="10" y="20"/>
                      <a:pt x="11" y="16"/>
                    </a:cubicBezTo>
                    <a:cubicBezTo>
                      <a:pt x="13" y="13"/>
                      <a:pt x="18" y="6"/>
                      <a:pt x="22" y="9"/>
                    </a:cubicBezTo>
                    <a:cubicBezTo>
                      <a:pt x="21" y="7"/>
                      <a:pt x="17" y="5"/>
                      <a:pt x="14" y="4"/>
                    </a:cubicBezTo>
                    <a:cubicBezTo>
                      <a:pt x="12" y="3"/>
                      <a:pt x="9" y="0"/>
                      <a:pt x="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6" name="Freeform 434">
                <a:extLst>
                  <a:ext uri="{FF2B5EF4-FFF2-40B4-BE49-F238E27FC236}">
                    <a16:creationId xmlns:a16="http://schemas.microsoft.com/office/drawing/2014/main" id="{058E75A0-0F18-4B7F-A74A-81A89165D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122"/>
                <a:ext cx="48" cy="46"/>
              </a:xfrm>
              <a:custGeom>
                <a:avLst/>
                <a:gdLst>
                  <a:gd name="T0" fmla="*/ 358 w 26"/>
                  <a:gd name="T1" fmla="*/ 0 h 23"/>
                  <a:gd name="T2" fmla="*/ 209 w 26"/>
                  <a:gd name="T3" fmla="*/ 480 h 23"/>
                  <a:gd name="T4" fmla="*/ 0 w 26"/>
                  <a:gd name="T5" fmla="*/ 704 h 23"/>
                  <a:gd name="T6" fmla="*/ 150 w 26"/>
                  <a:gd name="T7" fmla="*/ 576 h 23"/>
                  <a:gd name="T8" fmla="*/ 327 w 26"/>
                  <a:gd name="T9" fmla="*/ 448 h 23"/>
                  <a:gd name="T10" fmla="*/ 454 w 26"/>
                  <a:gd name="T11" fmla="*/ 416 h 23"/>
                  <a:gd name="T12" fmla="*/ 559 w 26"/>
                  <a:gd name="T13" fmla="*/ 512 h 23"/>
                  <a:gd name="T14" fmla="*/ 476 w 26"/>
                  <a:gd name="T15" fmla="*/ 288 h 23"/>
                  <a:gd name="T16" fmla="*/ 386 w 26"/>
                  <a:gd name="T17" fmla="*/ 6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3">
                    <a:moveTo>
                      <a:pt x="17" y="0"/>
                    </a:moveTo>
                    <a:cubicBezTo>
                      <a:pt x="20" y="6"/>
                      <a:pt x="14" y="12"/>
                      <a:pt x="10" y="15"/>
                    </a:cubicBezTo>
                    <a:cubicBezTo>
                      <a:pt x="8" y="16"/>
                      <a:pt x="0" y="20"/>
                      <a:pt x="0" y="22"/>
                    </a:cubicBezTo>
                    <a:cubicBezTo>
                      <a:pt x="2" y="23"/>
                      <a:pt x="5" y="19"/>
                      <a:pt x="7" y="18"/>
                    </a:cubicBezTo>
                    <a:cubicBezTo>
                      <a:pt x="10" y="17"/>
                      <a:pt x="12" y="15"/>
                      <a:pt x="15" y="14"/>
                    </a:cubicBezTo>
                    <a:cubicBezTo>
                      <a:pt x="17" y="13"/>
                      <a:pt x="19" y="12"/>
                      <a:pt x="21" y="13"/>
                    </a:cubicBezTo>
                    <a:cubicBezTo>
                      <a:pt x="23" y="13"/>
                      <a:pt x="25" y="15"/>
                      <a:pt x="26" y="16"/>
                    </a:cubicBezTo>
                    <a:cubicBezTo>
                      <a:pt x="25" y="14"/>
                      <a:pt x="24" y="11"/>
                      <a:pt x="22" y="9"/>
                    </a:cubicBezTo>
                    <a:cubicBezTo>
                      <a:pt x="21" y="7"/>
                      <a:pt x="20" y="3"/>
                      <a:pt x="18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7" name="Freeform 435">
                <a:extLst>
                  <a:ext uri="{FF2B5EF4-FFF2-40B4-BE49-F238E27FC236}">
                    <a16:creationId xmlns:a16="http://schemas.microsoft.com/office/drawing/2014/main" id="{55607960-6563-49C0-A59D-A5C3B274C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195"/>
                <a:ext cx="48" cy="36"/>
              </a:xfrm>
              <a:custGeom>
                <a:avLst/>
                <a:gdLst>
                  <a:gd name="T0" fmla="*/ 430 w 26"/>
                  <a:gd name="T1" fmla="*/ 0 h 18"/>
                  <a:gd name="T2" fmla="*/ 258 w 26"/>
                  <a:gd name="T3" fmla="*/ 320 h 18"/>
                  <a:gd name="T4" fmla="*/ 0 w 26"/>
                  <a:gd name="T5" fmla="*/ 480 h 18"/>
                  <a:gd name="T6" fmla="*/ 347 w 26"/>
                  <a:gd name="T7" fmla="*/ 352 h 18"/>
                  <a:gd name="T8" fmla="*/ 559 w 26"/>
                  <a:gd name="T9" fmla="*/ 448 h 18"/>
                  <a:gd name="T10" fmla="*/ 511 w 26"/>
                  <a:gd name="T11" fmla="*/ 256 h 18"/>
                  <a:gd name="T12" fmla="*/ 454 w 26"/>
                  <a:gd name="T13" fmla="*/ 3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20" y="0"/>
                    </a:moveTo>
                    <a:cubicBezTo>
                      <a:pt x="20" y="6"/>
                      <a:pt x="17" y="7"/>
                      <a:pt x="12" y="10"/>
                    </a:cubicBezTo>
                    <a:cubicBezTo>
                      <a:pt x="8" y="12"/>
                      <a:pt x="4" y="13"/>
                      <a:pt x="0" y="15"/>
                    </a:cubicBezTo>
                    <a:cubicBezTo>
                      <a:pt x="4" y="18"/>
                      <a:pt x="12" y="12"/>
                      <a:pt x="16" y="11"/>
                    </a:cubicBezTo>
                    <a:cubicBezTo>
                      <a:pt x="21" y="9"/>
                      <a:pt x="22" y="11"/>
                      <a:pt x="26" y="14"/>
                    </a:cubicBezTo>
                    <a:cubicBezTo>
                      <a:pt x="25" y="12"/>
                      <a:pt x="25" y="10"/>
                      <a:pt x="24" y="8"/>
                    </a:cubicBezTo>
                    <a:cubicBezTo>
                      <a:pt x="23" y="5"/>
                      <a:pt x="22" y="3"/>
                      <a:pt x="2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8" name="Freeform 436">
                <a:extLst>
                  <a:ext uri="{FF2B5EF4-FFF2-40B4-BE49-F238E27FC236}">
                    <a16:creationId xmlns:a16="http://schemas.microsoft.com/office/drawing/2014/main" id="{56AB00E0-1032-4F84-AD3F-3F52218B4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2247"/>
                <a:ext cx="45" cy="45"/>
              </a:xfrm>
              <a:custGeom>
                <a:avLst/>
                <a:gdLst>
                  <a:gd name="T0" fmla="*/ 422 w 24"/>
                  <a:gd name="T1" fmla="*/ 0 h 23"/>
                  <a:gd name="T2" fmla="*/ 0 w 24"/>
                  <a:gd name="T3" fmla="*/ 659 h 23"/>
                  <a:gd name="T4" fmla="*/ 555 w 24"/>
                  <a:gd name="T5" fmla="*/ 428 h 23"/>
                  <a:gd name="T6" fmla="*/ 450 w 24"/>
                  <a:gd name="T7" fmla="*/ 6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18" y="0"/>
                    </a:moveTo>
                    <a:cubicBezTo>
                      <a:pt x="24" y="10"/>
                      <a:pt x="4" y="17"/>
                      <a:pt x="0" y="23"/>
                    </a:cubicBezTo>
                    <a:cubicBezTo>
                      <a:pt x="8" y="18"/>
                      <a:pt x="15" y="10"/>
                      <a:pt x="24" y="15"/>
                    </a:cubicBezTo>
                    <a:cubicBezTo>
                      <a:pt x="22" y="11"/>
                      <a:pt x="21" y="6"/>
                      <a:pt x="19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9" name="Freeform 437">
                <a:extLst>
                  <a:ext uri="{FF2B5EF4-FFF2-40B4-BE49-F238E27FC236}">
                    <a16:creationId xmlns:a16="http://schemas.microsoft.com/office/drawing/2014/main" id="{8E4DF586-AB08-49F8-91B1-2B2ADFB1B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300"/>
                <a:ext cx="43" cy="59"/>
              </a:xfrm>
              <a:custGeom>
                <a:avLst/>
                <a:gdLst>
                  <a:gd name="T0" fmla="*/ 391 w 23"/>
                  <a:gd name="T1" fmla="*/ 0 h 30"/>
                  <a:gd name="T2" fmla="*/ 366 w 23"/>
                  <a:gd name="T3" fmla="*/ 212 h 30"/>
                  <a:gd name="T4" fmla="*/ 234 w 23"/>
                  <a:gd name="T5" fmla="*/ 464 h 30"/>
                  <a:gd name="T6" fmla="*/ 0 w 23"/>
                  <a:gd name="T7" fmla="*/ 881 h 30"/>
                  <a:gd name="T8" fmla="*/ 269 w 23"/>
                  <a:gd name="T9" fmla="*/ 496 h 30"/>
                  <a:gd name="T10" fmla="*/ 523 w 23"/>
                  <a:gd name="T11" fmla="*/ 297 h 30"/>
                  <a:gd name="T12" fmla="*/ 391 w 23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0">
                    <a:moveTo>
                      <a:pt x="17" y="0"/>
                    </a:moveTo>
                    <a:cubicBezTo>
                      <a:pt x="18" y="3"/>
                      <a:pt x="18" y="4"/>
                      <a:pt x="16" y="7"/>
                    </a:cubicBezTo>
                    <a:cubicBezTo>
                      <a:pt x="14" y="10"/>
                      <a:pt x="12" y="13"/>
                      <a:pt x="10" y="16"/>
                    </a:cubicBezTo>
                    <a:cubicBezTo>
                      <a:pt x="7" y="20"/>
                      <a:pt x="3" y="25"/>
                      <a:pt x="0" y="30"/>
                    </a:cubicBezTo>
                    <a:cubicBezTo>
                      <a:pt x="4" y="25"/>
                      <a:pt x="8" y="22"/>
                      <a:pt x="12" y="17"/>
                    </a:cubicBezTo>
                    <a:cubicBezTo>
                      <a:pt x="15" y="13"/>
                      <a:pt x="18" y="9"/>
                      <a:pt x="23" y="10"/>
                    </a:cubicBezTo>
                    <a:cubicBezTo>
                      <a:pt x="23" y="6"/>
                      <a:pt x="20" y="2"/>
                      <a:pt x="1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0" name="Freeform 438">
                <a:extLst>
                  <a:ext uri="{FF2B5EF4-FFF2-40B4-BE49-F238E27FC236}">
                    <a16:creationId xmlns:a16="http://schemas.microsoft.com/office/drawing/2014/main" id="{1DC43DDF-3133-4051-8A32-3BA134EDF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335"/>
                <a:ext cx="21" cy="72"/>
              </a:xfrm>
              <a:custGeom>
                <a:avLst/>
                <a:gdLst>
                  <a:gd name="T0" fmla="*/ 55 w 11"/>
                  <a:gd name="T1" fmla="*/ 32 h 36"/>
                  <a:gd name="T2" fmla="*/ 55 w 11"/>
                  <a:gd name="T3" fmla="*/ 672 h 36"/>
                  <a:gd name="T4" fmla="*/ 0 w 11"/>
                  <a:gd name="T5" fmla="*/ 1152 h 36"/>
                  <a:gd name="T6" fmla="*/ 105 w 11"/>
                  <a:gd name="T7" fmla="*/ 800 h 36"/>
                  <a:gd name="T8" fmla="*/ 176 w 11"/>
                  <a:gd name="T9" fmla="*/ 352 h 36"/>
                  <a:gd name="T10" fmla="*/ 252 w 11"/>
                  <a:gd name="T11" fmla="*/ 128 h 36"/>
                  <a:gd name="T12" fmla="*/ 132 w 1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6">
                    <a:moveTo>
                      <a:pt x="2" y="1"/>
                    </a:moveTo>
                    <a:cubicBezTo>
                      <a:pt x="8" y="4"/>
                      <a:pt x="3" y="16"/>
                      <a:pt x="2" y="21"/>
                    </a:cubicBezTo>
                    <a:cubicBezTo>
                      <a:pt x="1" y="26"/>
                      <a:pt x="0" y="31"/>
                      <a:pt x="0" y="36"/>
                    </a:cubicBezTo>
                    <a:cubicBezTo>
                      <a:pt x="2" y="33"/>
                      <a:pt x="3" y="29"/>
                      <a:pt x="4" y="25"/>
                    </a:cubicBezTo>
                    <a:cubicBezTo>
                      <a:pt x="5" y="20"/>
                      <a:pt x="6" y="16"/>
                      <a:pt x="7" y="11"/>
                    </a:cubicBezTo>
                    <a:cubicBezTo>
                      <a:pt x="8" y="9"/>
                      <a:pt x="11" y="7"/>
                      <a:pt x="10" y="4"/>
                    </a:cubicBezTo>
                    <a:cubicBezTo>
                      <a:pt x="10" y="3"/>
                      <a:pt x="6" y="1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1" name="Freeform 439">
                <a:extLst>
                  <a:ext uri="{FF2B5EF4-FFF2-40B4-BE49-F238E27FC236}">
                    <a16:creationId xmlns:a16="http://schemas.microsoft.com/office/drawing/2014/main" id="{F9AA5E19-1827-4DF0-8C8A-0D64C1CAE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339"/>
                <a:ext cx="32" cy="75"/>
              </a:xfrm>
              <a:custGeom>
                <a:avLst/>
                <a:gdLst>
                  <a:gd name="T0" fmla="*/ 0 w 17"/>
                  <a:gd name="T1" fmla="*/ 124 h 38"/>
                  <a:gd name="T2" fmla="*/ 75 w 17"/>
                  <a:gd name="T3" fmla="*/ 152 h 38"/>
                  <a:gd name="T4" fmla="*/ 141 w 17"/>
                  <a:gd name="T5" fmla="*/ 332 h 38"/>
                  <a:gd name="T6" fmla="*/ 241 w 17"/>
                  <a:gd name="T7" fmla="*/ 716 h 38"/>
                  <a:gd name="T8" fmla="*/ 373 w 17"/>
                  <a:gd name="T9" fmla="*/ 1137 h 38"/>
                  <a:gd name="T10" fmla="*/ 241 w 17"/>
                  <a:gd name="T11" fmla="*/ 0 h 38"/>
                  <a:gd name="T12" fmla="*/ 53 w 17"/>
                  <a:gd name="T13" fmla="*/ 12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8">
                    <a:moveTo>
                      <a:pt x="0" y="4"/>
                    </a:moveTo>
                    <a:cubicBezTo>
                      <a:pt x="1" y="5"/>
                      <a:pt x="2" y="5"/>
                      <a:pt x="3" y="5"/>
                    </a:cubicBezTo>
                    <a:cubicBezTo>
                      <a:pt x="4" y="7"/>
                      <a:pt x="5" y="9"/>
                      <a:pt x="6" y="11"/>
                    </a:cubicBezTo>
                    <a:cubicBezTo>
                      <a:pt x="7" y="15"/>
                      <a:pt x="9" y="20"/>
                      <a:pt x="10" y="24"/>
                    </a:cubicBezTo>
                    <a:cubicBezTo>
                      <a:pt x="12" y="28"/>
                      <a:pt x="13" y="34"/>
                      <a:pt x="16" y="38"/>
                    </a:cubicBezTo>
                    <a:cubicBezTo>
                      <a:pt x="17" y="25"/>
                      <a:pt x="7" y="13"/>
                      <a:pt x="10" y="0"/>
                    </a:cubicBezTo>
                    <a:cubicBezTo>
                      <a:pt x="7" y="0"/>
                      <a:pt x="4" y="3"/>
                      <a:pt x="2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2" name="Freeform 440">
                <a:extLst>
                  <a:ext uri="{FF2B5EF4-FFF2-40B4-BE49-F238E27FC236}">
                    <a16:creationId xmlns:a16="http://schemas.microsoft.com/office/drawing/2014/main" id="{77FB6298-49F0-41DD-816C-8B14D075F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296"/>
                <a:ext cx="46" cy="41"/>
              </a:xfrm>
              <a:custGeom>
                <a:avLst/>
                <a:gdLst>
                  <a:gd name="T0" fmla="*/ 0 w 25"/>
                  <a:gd name="T1" fmla="*/ 305 h 21"/>
                  <a:gd name="T2" fmla="*/ 528 w 25"/>
                  <a:gd name="T3" fmla="*/ 595 h 21"/>
                  <a:gd name="T4" fmla="*/ 230 w 25"/>
                  <a:gd name="T5" fmla="*/ 260 h 21"/>
                  <a:gd name="T6" fmla="*/ 81 w 25"/>
                  <a:gd name="T7" fmla="*/ 0 h 21"/>
                  <a:gd name="T8" fmla="*/ 0 w 25"/>
                  <a:gd name="T9" fmla="*/ 20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0" y="11"/>
                    </a:moveTo>
                    <a:cubicBezTo>
                      <a:pt x="3" y="5"/>
                      <a:pt x="20" y="20"/>
                      <a:pt x="25" y="21"/>
                    </a:cubicBezTo>
                    <a:cubicBezTo>
                      <a:pt x="22" y="17"/>
                      <a:pt x="15" y="13"/>
                      <a:pt x="11" y="9"/>
                    </a:cubicBezTo>
                    <a:cubicBezTo>
                      <a:pt x="8" y="6"/>
                      <a:pt x="6" y="4"/>
                      <a:pt x="4" y="0"/>
                    </a:cubicBez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3" name="Freeform 441">
                <a:extLst>
                  <a:ext uri="{FF2B5EF4-FFF2-40B4-BE49-F238E27FC236}">
                    <a16:creationId xmlns:a16="http://schemas.microsoft.com/office/drawing/2014/main" id="{0776328C-03E5-4870-992B-EA83EE72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235"/>
                <a:ext cx="48" cy="41"/>
              </a:xfrm>
              <a:custGeom>
                <a:avLst/>
                <a:gdLst>
                  <a:gd name="T0" fmla="*/ 0 w 26"/>
                  <a:gd name="T1" fmla="*/ 336 h 21"/>
                  <a:gd name="T2" fmla="*/ 105 w 26"/>
                  <a:gd name="T3" fmla="*/ 289 h 21"/>
                  <a:gd name="T4" fmla="*/ 327 w 26"/>
                  <a:gd name="T5" fmla="*/ 424 h 21"/>
                  <a:gd name="T6" fmla="*/ 559 w 26"/>
                  <a:gd name="T7" fmla="*/ 595 h 21"/>
                  <a:gd name="T8" fmla="*/ 430 w 26"/>
                  <a:gd name="T9" fmla="*/ 424 h 21"/>
                  <a:gd name="T10" fmla="*/ 277 w 26"/>
                  <a:gd name="T11" fmla="*/ 260 h 21"/>
                  <a:gd name="T12" fmla="*/ 105 w 26"/>
                  <a:gd name="T13" fmla="*/ 0 h 21"/>
                  <a:gd name="T14" fmla="*/ 24 w 26"/>
                  <a:gd name="T15" fmla="*/ 26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1">
                    <a:moveTo>
                      <a:pt x="0" y="12"/>
                    </a:moveTo>
                    <a:cubicBezTo>
                      <a:pt x="2" y="11"/>
                      <a:pt x="2" y="9"/>
                      <a:pt x="5" y="10"/>
                    </a:cubicBezTo>
                    <a:cubicBezTo>
                      <a:pt x="9" y="11"/>
                      <a:pt x="12" y="14"/>
                      <a:pt x="15" y="15"/>
                    </a:cubicBezTo>
                    <a:cubicBezTo>
                      <a:pt x="19" y="17"/>
                      <a:pt x="23" y="19"/>
                      <a:pt x="26" y="21"/>
                    </a:cubicBezTo>
                    <a:cubicBezTo>
                      <a:pt x="25" y="19"/>
                      <a:pt x="22" y="16"/>
                      <a:pt x="20" y="15"/>
                    </a:cubicBezTo>
                    <a:cubicBezTo>
                      <a:pt x="18" y="13"/>
                      <a:pt x="15" y="11"/>
                      <a:pt x="13" y="9"/>
                    </a:cubicBezTo>
                    <a:cubicBezTo>
                      <a:pt x="9" y="7"/>
                      <a:pt x="8" y="3"/>
                      <a:pt x="5" y="0"/>
                    </a:cubicBezTo>
                    <a:cubicBezTo>
                      <a:pt x="3" y="3"/>
                      <a:pt x="3" y="7"/>
                      <a:pt x="1" y="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4" name="Freeform 442">
                <a:extLst>
                  <a:ext uri="{FF2B5EF4-FFF2-40B4-BE49-F238E27FC236}">
                    <a16:creationId xmlns:a16="http://schemas.microsoft.com/office/drawing/2014/main" id="{EFE59572-5533-4044-9252-67C9DD1B2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179"/>
                <a:ext cx="46" cy="54"/>
              </a:xfrm>
              <a:custGeom>
                <a:avLst/>
                <a:gdLst>
                  <a:gd name="T0" fmla="*/ 0 w 25"/>
                  <a:gd name="T1" fmla="*/ 224 h 27"/>
                  <a:gd name="T2" fmla="*/ 149 w 25"/>
                  <a:gd name="T3" fmla="*/ 192 h 27"/>
                  <a:gd name="T4" fmla="*/ 326 w 25"/>
                  <a:gd name="T5" fmla="*/ 544 h 27"/>
                  <a:gd name="T6" fmla="*/ 528 w 25"/>
                  <a:gd name="T7" fmla="*/ 864 h 27"/>
                  <a:gd name="T8" fmla="*/ 326 w 25"/>
                  <a:gd name="T9" fmla="*/ 384 h 27"/>
                  <a:gd name="T10" fmla="*/ 149 w 25"/>
                  <a:gd name="T11" fmla="*/ 0 h 27"/>
                  <a:gd name="T12" fmla="*/ 44 w 25"/>
                  <a:gd name="T13" fmla="*/ 128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7">
                    <a:moveTo>
                      <a:pt x="0" y="7"/>
                    </a:moveTo>
                    <a:cubicBezTo>
                      <a:pt x="2" y="6"/>
                      <a:pt x="4" y="5"/>
                      <a:pt x="7" y="6"/>
                    </a:cubicBezTo>
                    <a:cubicBezTo>
                      <a:pt x="10" y="9"/>
                      <a:pt x="13" y="13"/>
                      <a:pt x="15" y="17"/>
                    </a:cubicBezTo>
                    <a:cubicBezTo>
                      <a:pt x="18" y="20"/>
                      <a:pt x="21" y="26"/>
                      <a:pt x="25" y="27"/>
                    </a:cubicBezTo>
                    <a:cubicBezTo>
                      <a:pt x="22" y="22"/>
                      <a:pt x="18" y="17"/>
                      <a:pt x="15" y="12"/>
                    </a:cubicBezTo>
                    <a:cubicBezTo>
                      <a:pt x="13" y="8"/>
                      <a:pt x="9" y="4"/>
                      <a:pt x="7" y="0"/>
                    </a:cubicBezTo>
                    <a:cubicBezTo>
                      <a:pt x="5" y="0"/>
                      <a:pt x="4" y="3"/>
                      <a:pt x="2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5" name="Freeform 443">
                <a:extLst>
                  <a:ext uri="{FF2B5EF4-FFF2-40B4-BE49-F238E27FC236}">
                    <a16:creationId xmlns:a16="http://schemas.microsoft.com/office/drawing/2014/main" id="{0A59561F-C34D-47C6-B966-0BA4C8CCF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150"/>
                <a:ext cx="35" cy="67"/>
              </a:xfrm>
              <a:custGeom>
                <a:avLst/>
                <a:gdLst>
                  <a:gd name="T0" fmla="*/ 0 w 19"/>
                  <a:gd name="T1" fmla="*/ 93 h 34"/>
                  <a:gd name="T2" fmla="*/ 274 w 19"/>
                  <a:gd name="T3" fmla="*/ 591 h 34"/>
                  <a:gd name="T4" fmla="*/ 400 w 19"/>
                  <a:gd name="T5" fmla="*/ 1009 h 34"/>
                  <a:gd name="T6" fmla="*/ 298 w 19"/>
                  <a:gd name="T7" fmla="*/ 420 h 34"/>
                  <a:gd name="T8" fmla="*/ 230 w 19"/>
                  <a:gd name="T9" fmla="*/ 0 h 34"/>
                  <a:gd name="T10" fmla="*/ 24 w 19"/>
                  <a:gd name="T11" fmla="*/ 6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4">
                    <a:moveTo>
                      <a:pt x="0" y="3"/>
                    </a:moveTo>
                    <a:cubicBezTo>
                      <a:pt x="8" y="3"/>
                      <a:pt x="10" y="15"/>
                      <a:pt x="13" y="20"/>
                    </a:cubicBezTo>
                    <a:cubicBezTo>
                      <a:pt x="14" y="24"/>
                      <a:pt x="16" y="32"/>
                      <a:pt x="19" y="34"/>
                    </a:cubicBezTo>
                    <a:cubicBezTo>
                      <a:pt x="17" y="27"/>
                      <a:pt x="16" y="21"/>
                      <a:pt x="14" y="14"/>
                    </a:cubicBezTo>
                    <a:cubicBezTo>
                      <a:pt x="12" y="9"/>
                      <a:pt x="11" y="5"/>
                      <a:pt x="11" y="0"/>
                    </a:cubicBezTo>
                    <a:cubicBezTo>
                      <a:pt x="8" y="0"/>
                      <a:pt x="3" y="0"/>
                      <a:pt x="1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6" name="Freeform 444">
                <a:extLst>
                  <a:ext uri="{FF2B5EF4-FFF2-40B4-BE49-F238E27FC236}">
                    <a16:creationId xmlns:a16="http://schemas.microsoft.com/office/drawing/2014/main" id="{9783A8A3-B026-407E-88F5-889A8BE9B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049"/>
                <a:ext cx="1488" cy="438"/>
              </a:xfrm>
              <a:custGeom>
                <a:avLst/>
                <a:gdLst>
                  <a:gd name="T0" fmla="*/ 14656 w 804"/>
                  <a:gd name="T1" fmla="*/ 4485 h 222"/>
                  <a:gd name="T2" fmla="*/ 11917 w 804"/>
                  <a:gd name="T3" fmla="*/ 124 h 222"/>
                  <a:gd name="T4" fmla="*/ 9948 w 804"/>
                  <a:gd name="T5" fmla="*/ 2089 h 222"/>
                  <a:gd name="T6" fmla="*/ 8040 w 804"/>
                  <a:gd name="T7" fmla="*/ 424 h 222"/>
                  <a:gd name="T8" fmla="*/ 5336 w 804"/>
                  <a:gd name="T9" fmla="*/ 5376 h 222"/>
                  <a:gd name="T10" fmla="*/ 2524 w 804"/>
                  <a:gd name="T11" fmla="*/ 1200 h 222"/>
                  <a:gd name="T12" fmla="*/ 1325 w 804"/>
                  <a:gd name="T13" fmla="*/ 2636 h 222"/>
                  <a:gd name="T14" fmla="*/ 0 w 804"/>
                  <a:gd name="T15" fmla="*/ 2865 h 222"/>
                  <a:gd name="T16" fmla="*/ 0 w 804"/>
                  <a:gd name="T17" fmla="*/ 3940 h 222"/>
                  <a:gd name="T18" fmla="*/ 1325 w 804"/>
                  <a:gd name="T19" fmla="*/ 3709 h 222"/>
                  <a:gd name="T20" fmla="*/ 2524 w 804"/>
                  <a:gd name="T21" fmla="*/ 2273 h 222"/>
                  <a:gd name="T22" fmla="*/ 5336 w 804"/>
                  <a:gd name="T23" fmla="*/ 6450 h 222"/>
                  <a:gd name="T24" fmla="*/ 8040 w 804"/>
                  <a:gd name="T25" fmla="*/ 1499 h 222"/>
                  <a:gd name="T26" fmla="*/ 9948 w 804"/>
                  <a:gd name="T27" fmla="*/ 3165 h 222"/>
                  <a:gd name="T28" fmla="*/ 11917 w 804"/>
                  <a:gd name="T29" fmla="*/ 1200 h 222"/>
                  <a:gd name="T30" fmla="*/ 14656 w 804"/>
                  <a:gd name="T31" fmla="*/ 5558 h 222"/>
                  <a:gd name="T32" fmla="*/ 17458 w 804"/>
                  <a:gd name="T33" fmla="*/ 2573 h 222"/>
                  <a:gd name="T34" fmla="*/ 17458 w 804"/>
                  <a:gd name="T35" fmla="*/ 1499 h 222"/>
                  <a:gd name="T36" fmla="*/ 14656 w 804"/>
                  <a:gd name="T37" fmla="*/ 4485 h 2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4" h="222">
                    <a:moveTo>
                      <a:pt x="675" y="150"/>
                    </a:moveTo>
                    <a:cubicBezTo>
                      <a:pt x="616" y="146"/>
                      <a:pt x="630" y="9"/>
                      <a:pt x="549" y="4"/>
                    </a:cubicBezTo>
                    <a:cubicBezTo>
                      <a:pt x="483" y="0"/>
                      <a:pt x="492" y="65"/>
                      <a:pt x="458" y="70"/>
                    </a:cubicBezTo>
                    <a:cubicBezTo>
                      <a:pt x="408" y="77"/>
                      <a:pt x="426" y="17"/>
                      <a:pt x="370" y="14"/>
                    </a:cubicBezTo>
                    <a:cubicBezTo>
                      <a:pt x="288" y="11"/>
                      <a:pt x="326" y="184"/>
                      <a:pt x="246" y="180"/>
                    </a:cubicBezTo>
                    <a:cubicBezTo>
                      <a:pt x="186" y="177"/>
                      <a:pt x="194" y="43"/>
                      <a:pt x="116" y="40"/>
                    </a:cubicBezTo>
                    <a:cubicBezTo>
                      <a:pt x="86" y="39"/>
                      <a:pt x="79" y="64"/>
                      <a:pt x="61" y="88"/>
                    </a:cubicBezTo>
                    <a:cubicBezTo>
                      <a:pt x="44" y="111"/>
                      <a:pt x="0" y="96"/>
                      <a:pt x="0" y="96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44" y="147"/>
                      <a:pt x="61" y="124"/>
                    </a:cubicBezTo>
                    <a:cubicBezTo>
                      <a:pt x="79" y="100"/>
                      <a:pt x="86" y="75"/>
                      <a:pt x="116" y="76"/>
                    </a:cubicBezTo>
                    <a:cubicBezTo>
                      <a:pt x="176" y="79"/>
                      <a:pt x="166" y="209"/>
                      <a:pt x="246" y="216"/>
                    </a:cubicBezTo>
                    <a:cubicBezTo>
                      <a:pt x="325" y="222"/>
                      <a:pt x="306" y="53"/>
                      <a:pt x="370" y="50"/>
                    </a:cubicBezTo>
                    <a:cubicBezTo>
                      <a:pt x="426" y="48"/>
                      <a:pt x="398" y="110"/>
                      <a:pt x="458" y="106"/>
                    </a:cubicBezTo>
                    <a:cubicBezTo>
                      <a:pt x="504" y="102"/>
                      <a:pt x="484" y="29"/>
                      <a:pt x="549" y="40"/>
                    </a:cubicBezTo>
                    <a:cubicBezTo>
                      <a:pt x="620" y="51"/>
                      <a:pt x="589" y="178"/>
                      <a:pt x="675" y="186"/>
                    </a:cubicBezTo>
                    <a:cubicBezTo>
                      <a:pt x="761" y="195"/>
                      <a:pt x="715" y="81"/>
                      <a:pt x="804" y="86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700" y="49"/>
                      <a:pt x="738" y="155"/>
                      <a:pt x="675" y="15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7" name="Oval 445">
                <a:extLst>
                  <a:ext uri="{FF2B5EF4-FFF2-40B4-BE49-F238E27FC236}">
                    <a16:creationId xmlns:a16="http://schemas.microsoft.com/office/drawing/2014/main" id="{F988C155-2571-42E2-9BBB-982506CC1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2262"/>
                <a:ext cx="26" cy="34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8" name="Freeform 446">
                <a:extLst>
                  <a:ext uri="{FF2B5EF4-FFF2-40B4-BE49-F238E27FC236}">
                    <a16:creationId xmlns:a16="http://schemas.microsoft.com/office/drawing/2014/main" id="{E34645C6-962C-4C7C-84A4-C0C4570FF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68"/>
                <a:ext cx="28" cy="24"/>
              </a:xfrm>
              <a:custGeom>
                <a:avLst/>
                <a:gdLst>
                  <a:gd name="T0" fmla="*/ 317 w 15"/>
                  <a:gd name="T1" fmla="*/ 64 h 12"/>
                  <a:gd name="T2" fmla="*/ 226 w 15"/>
                  <a:gd name="T3" fmla="*/ 320 h 12"/>
                  <a:gd name="T4" fmla="*/ 24 w 15"/>
                  <a:gd name="T5" fmla="*/ 320 h 12"/>
                  <a:gd name="T6" fmla="*/ 112 w 15"/>
                  <a:gd name="T7" fmla="*/ 64 h 12"/>
                  <a:gd name="T8" fmla="*/ 317 w 15"/>
                  <a:gd name="T9" fmla="*/ 6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4" y="2"/>
                    </a:moveTo>
                    <a:cubicBezTo>
                      <a:pt x="15" y="5"/>
                      <a:pt x="14" y="8"/>
                      <a:pt x="10" y="10"/>
                    </a:cubicBezTo>
                    <a:cubicBezTo>
                      <a:pt x="7" y="12"/>
                      <a:pt x="3" y="12"/>
                      <a:pt x="1" y="10"/>
                    </a:cubicBezTo>
                    <a:cubicBezTo>
                      <a:pt x="0" y="8"/>
                      <a:pt x="2" y="4"/>
                      <a:pt x="5" y="2"/>
                    </a:cubicBezTo>
                    <a:cubicBezTo>
                      <a:pt x="9" y="0"/>
                      <a:pt x="13" y="0"/>
                      <a:pt x="14" y="2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9" name="Oval 447">
                <a:extLst>
                  <a:ext uri="{FF2B5EF4-FFF2-40B4-BE49-F238E27FC236}">
                    <a16:creationId xmlns:a16="http://schemas.microsoft.com/office/drawing/2014/main" id="{ABCDD172-A793-4811-AAE1-FCE02B8EF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" y="2229"/>
                <a:ext cx="17" cy="16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0" name="Freeform 448">
                <a:extLst>
                  <a:ext uri="{FF2B5EF4-FFF2-40B4-BE49-F238E27FC236}">
                    <a16:creationId xmlns:a16="http://schemas.microsoft.com/office/drawing/2014/main" id="{725C705F-4C1F-4B14-A9CF-AE388D457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156"/>
                <a:ext cx="28" cy="27"/>
              </a:xfrm>
              <a:custGeom>
                <a:avLst/>
                <a:gdLst>
                  <a:gd name="T0" fmla="*/ 112 w 15"/>
                  <a:gd name="T1" fmla="*/ 264 h 14"/>
                  <a:gd name="T2" fmla="*/ 24 w 15"/>
                  <a:gd name="T3" fmla="*/ 56 h 14"/>
                  <a:gd name="T4" fmla="*/ 226 w 15"/>
                  <a:gd name="T5" fmla="*/ 108 h 14"/>
                  <a:gd name="T6" fmla="*/ 293 w 15"/>
                  <a:gd name="T7" fmla="*/ 316 h 14"/>
                  <a:gd name="T8" fmla="*/ 112 w 15"/>
                  <a:gd name="T9" fmla="*/ 26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5" y="10"/>
                    </a:moveTo>
                    <a:cubicBezTo>
                      <a:pt x="1" y="7"/>
                      <a:pt x="0" y="4"/>
                      <a:pt x="1" y="2"/>
                    </a:cubicBezTo>
                    <a:cubicBezTo>
                      <a:pt x="3" y="0"/>
                      <a:pt x="7" y="1"/>
                      <a:pt x="10" y="4"/>
                    </a:cubicBezTo>
                    <a:cubicBezTo>
                      <a:pt x="13" y="6"/>
                      <a:pt x="15" y="10"/>
                      <a:pt x="13" y="12"/>
                    </a:cubicBezTo>
                    <a:cubicBezTo>
                      <a:pt x="12" y="14"/>
                      <a:pt x="8" y="13"/>
                      <a:pt x="5" y="10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1" name="Oval 449">
                <a:extLst>
                  <a:ext uri="{FF2B5EF4-FFF2-40B4-BE49-F238E27FC236}">
                    <a16:creationId xmlns:a16="http://schemas.microsoft.com/office/drawing/2014/main" id="{6F94C2EF-B72D-421C-BCAE-61A2B3CA7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2156"/>
                <a:ext cx="24" cy="23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2" name="Oval 450">
                <a:extLst>
                  <a:ext uri="{FF2B5EF4-FFF2-40B4-BE49-F238E27FC236}">
                    <a16:creationId xmlns:a16="http://schemas.microsoft.com/office/drawing/2014/main" id="{DC2373E0-80FC-447F-A4C8-862779484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1" y="2205"/>
                <a:ext cx="18" cy="28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3" name="Freeform 451">
                <a:extLst>
                  <a:ext uri="{FF2B5EF4-FFF2-40B4-BE49-F238E27FC236}">
                    <a16:creationId xmlns:a16="http://schemas.microsoft.com/office/drawing/2014/main" id="{174C33B6-0D26-475E-BAC7-B16F4EA75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312"/>
                <a:ext cx="30" cy="37"/>
              </a:xfrm>
              <a:custGeom>
                <a:avLst/>
                <a:gdLst>
                  <a:gd name="T0" fmla="*/ 324 w 16"/>
                  <a:gd name="T1" fmla="*/ 171 h 19"/>
                  <a:gd name="T2" fmla="*/ 296 w 16"/>
                  <a:gd name="T3" fmla="*/ 444 h 19"/>
                  <a:gd name="T4" fmla="*/ 73 w 16"/>
                  <a:gd name="T5" fmla="*/ 360 h 19"/>
                  <a:gd name="T6" fmla="*/ 73 w 16"/>
                  <a:gd name="T7" fmla="*/ 60 h 19"/>
                  <a:gd name="T8" fmla="*/ 324 w 16"/>
                  <a:gd name="T9" fmla="*/ 17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4" y="6"/>
                    </a:moveTo>
                    <a:cubicBezTo>
                      <a:pt x="16" y="10"/>
                      <a:pt x="16" y="14"/>
                      <a:pt x="13" y="16"/>
                    </a:cubicBezTo>
                    <a:cubicBezTo>
                      <a:pt x="10" y="19"/>
                      <a:pt x="6" y="17"/>
                      <a:pt x="3" y="13"/>
                    </a:cubicBezTo>
                    <a:cubicBezTo>
                      <a:pt x="0" y="9"/>
                      <a:pt x="0" y="4"/>
                      <a:pt x="3" y="2"/>
                    </a:cubicBezTo>
                    <a:cubicBezTo>
                      <a:pt x="6" y="0"/>
                      <a:pt x="11" y="2"/>
                      <a:pt x="14" y="6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4" name="Oval 452">
                <a:extLst>
                  <a:ext uri="{FF2B5EF4-FFF2-40B4-BE49-F238E27FC236}">
                    <a16:creationId xmlns:a16="http://schemas.microsoft.com/office/drawing/2014/main" id="{37F7FD6A-19B9-444F-B74D-E65067ED8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2405"/>
                <a:ext cx="26" cy="31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5" name="Oval 453">
                <a:extLst>
                  <a:ext uri="{FF2B5EF4-FFF2-40B4-BE49-F238E27FC236}">
                    <a16:creationId xmlns:a16="http://schemas.microsoft.com/office/drawing/2014/main" id="{76E6EBF5-0BE9-447D-8806-DA89BDFD5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2405"/>
                <a:ext cx="21" cy="19"/>
              </a:xfrm>
              <a:prstGeom prst="ellipse">
                <a:avLst/>
              </a:pr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6" name="Freeform 454">
                <a:extLst>
                  <a:ext uri="{FF2B5EF4-FFF2-40B4-BE49-F238E27FC236}">
                    <a16:creationId xmlns:a16="http://schemas.microsoft.com/office/drawing/2014/main" id="{2559DD1D-12D6-4C49-9EE3-347912718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361"/>
                <a:ext cx="18" cy="22"/>
              </a:xfrm>
              <a:custGeom>
                <a:avLst/>
                <a:gdLst>
                  <a:gd name="T0" fmla="*/ 146 w 10"/>
                  <a:gd name="T1" fmla="*/ 32 h 11"/>
                  <a:gd name="T2" fmla="*/ 146 w 10"/>
                  <a:gd name="T3" fmla="*/ 256 h 11"/>
                  <a:gd name="T4" fmla="*/ 41 w 10"/>
                  <a:gd name="T5" fmla="*/ 320 h 11"/>
                  <a:gd name="T6" fmla="*/ 41 w 10"/>
                  <a:gd name="T7" fmla="*/ 96 h 11"/>
                  <a:gd name="T8" fmla="*/ 146 w 10"/>
                  <a:gd name="T9" fmla="*/ 3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8" y="1"/>
                    </a:moveTo>
                    <a:cubicBezTo>
                      <a:pt x="10" y="2"/>
                      <a:pt x="10" y="5"/>
                      <a:pt x="8" y="8"/>
                    </a:cubicBezTo>
                    <a:cubicBezTo>
                      <a:pt x="6" y="10"/>
                      <a:pt x="3" y="11"/>
                      <a:pt x="2" y="10"/>
                    </a:cubicBezTo>
                    <a:cubicBezTo>
                      <a:pt x="0" y="9"/>
                      <a:pt x="0" y="6"/>
                      <a:pt x="2" y="3"/>
                    </a:cubicBezTo>
                    <a:cubicBezTo>
                      <a:pt x="4" y="1"/>
                      <a:pt x="6" y="0"/>
                      <a:pt x="8" y="1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7" name="Freeform 455">
                <a:extLst>
                  <a:ext uri="{FF2B5EF4-FFF2-40B4-BE49-F238E27FC236}">
                    <a16:creationId xmlns:a16="http://schemas.microsoft.com/office/drawing/2014/main" id="{979F5B95-C163-4E48-A1FF-30C2D04A0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310"/>
                <a:ext cx="13" cy="16"/>
              </a:xfrm>
              <a:custGeom>
                <a:avLst/>
                <a:gdLst>
                  <a:gd name="T0" fmla="*/ 128 w 7"/>
                  <a:gd name="T1" fmla="*/ 32 h 8"/>
                  <a:gd name="T2" fmla="*/ 128 w 7"/>
                  <a:gd name="T3" fmla="*/ 192 h 8"/>
                  <a:gd name="T4" fmla="*/ 24 w 7"/>
                  <a:gd name="T5" fmla="*/ 224 h 8"/>
                  <a:gd name="T6" fmla="*/ 24 w 7"/>
                  <a:gd name="T7" fmla="*/ 64 h 8"/>
                  <a:gd name="T8" fmla="*/ 128 w 7"/>
                  <a:gd name="T9" fmla="*/ 3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2"/>
                      <a:pt x="7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8" name="Freeform 456">
                <a:extLst>
                  <a:ext uri="{FF2B5EF4-FFF2-40B4-BE49-F238E27FC236}">
                    <a16:creationId xmlns:a16="http://schemas.microsoft.com/office/drawing/2014/main" id="{5193142E-EEAE-4D63-9FFC-96B1A46E8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91"/>
                <a:ext cx="18" cy="28"/>
              </a:xfrm>
              <a:custGeom>
                <a:avLst/>
                <a:gdLst>
                  <a:gd name="T0" fmla="*/ 117 w 10"/>
                  <a:gd name="T1" fmla="*/ 448 h 14"/>
                  <a:gd name="T2" fmla="*/ 23 w 10"/>
                  <a:gd name="T3" fmla="*/ 256 h 14"/>
                  <a:gd name="T4" fmla="*/ 74 w 10"/>
                  <a:gd name="T5" fmla="*/ 32 h 14"/>
                  <a:gd name="T6" fmla="*/ 169 w 10"/>
                  <a:gd name="T7" fmla="*/ 192 h 14"/>
                  <a:gd name="T8" fmla="*/ 117 w 10"/>
                  <a:gd name="T9" fmla="*/ 44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6" y="14"/>
                    </a:moveTo>
                    <a:cubicBezTo>
                      <a:pt x="4" y="14"/>
                      <a:pt x="1" y="11"/>
                      <a:pt x="1" y="8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8" y="3"/>
                      <a:pt x="9" y="6"/>
                    </a:cubicBezTo>
                    <a:cubicBezTo>
                      <a:pt x="10" y="10"/>
                      <a:pt x="8" y="13"/>
                      <a:pt x="6" y="14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9" name="Freeform 457">
                <a:extLst>
                  <a:ext uri="{FF2B5EF4-FFF2-40B4-BE49-F238E27FC236}">
                    <a16:creationId xmlns:a16="http://schemas.microsoft.com/office/drawing/2014/main" id="{8FF6FCB6-B510-47D6-B3D8-07357404A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128"/>
                <a:ext cx="30" cy="34"/>
              </a:xfrm>
              <a:custGeom>
                <a:avLst/>
                <a:gdLst>
                  <a:gd name="T0" fmla="*/ 296 w 16"/>
                  <a:gd name="T1" fmla="*/ 128 h 17"/>
                  <a:gd name="T2" fmla="*/ 324 w 16"/>
                  <a:gd name="T3" fmla="*/ 448 h 17"/>
                  <a:gd name="T4" fmla="*/ 73 w 16"/>
                  <a:gd name="T5" fmla="*/ 416 h 17"/>
                  <a:gd name="T6" fmla="*/ 53 w 16"/>
                  <a:gd name="T7" fmla="*/ 96 h 17"/>
                  <a:gd name="T8" fmla="*/ 296 w 16"/>
                  <a:gd name="T9" fmla="*/ 12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3" y="4"/>
                    </a:moveTo>
                    <a:cubicBezTo>
                      <a:pt x="16" y="7"/>
                      <a:pt x="16" y="12"/>
                      <a:pt x="14" y="14"/>
                    </a:cubicBezTo>
                    <a:cubicBezTo>
                      <a:pt x="11" y="17"/>
                      <a:pt x="6" y="16"/>
                      <a:pt x="3" y="13"/>
                    </a:cubicBezTo>
                    <a:cubicBezTo>
                      <a:pt x="0" y="10"/>
                      <a:pt x="0" y="6"/>
                      <a:pt x="2" y="3"/>
                    </a:cubicBezTo>
                    <a:cubicBezTo>
                      <a:pt x="5" y="0"/>
                      <a:pt x="10" y="1"/>
                      <a:pt x="13" y="4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0" name="Freeform 458">
                <a:extLst>
                  <a:ext uri="{FF2B5EF4-FFF2-40B4-BE49-F238E27FC236}">
                    <a16:creationId xmlns:a16="http://schemas.microsoft.com/office/drawing/2014/main" id="{CE4BB380-CF07-44AF-A07B-139FC0A52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098"/>
                <a:ext cx="26" cy="32"/>
              </a:xfrm>
              <a:custGeom>
                <a:avLst/>
                <a:gdLst>
                  <a:gd name="T0" fmla="*/ 238 w 14"/>
                  <a:gd name="T1" fmla="*/ 448 h 16"/>
                  <a:gd name="T2" fmla="*/ 69 w 14"/>
                  <a:gd name="T3" fmla="*/ 352 h 16"/>
                  <a:gd name="T4" fmla="*/ 69 w 14"/>
                  <a:gd name="T5" fmla="*/ 64 h 16"/>
                  <a:gd name="T6" fmla="*/ 238 w 14"/>
                  <a:gd name="T7" fmla="*/ 160 h 16"/>
                  <a:gd name="T8" fmla="*/ 238 w 14"/>
                  <a:gd name="T9" fmla="*/ 44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1" y="14"/>
                    </a:moveTo>
                    <a:cubicBezTo>
                      <a:pt x="9" y="16"/>
                      <a:pt x="5" y="14"/>
                      <a:pt x="3" y="11"/>
                    </a:cubicBezTo>
                    <a:cubicBezTo>
                      <a:pt x="0" y="7"/>
                      <a:pt x="0" y="3"/>
                      <a:pt x="3" y="2"/>
                    </a:cubicBezTo>
                    <a:cubicBezTo>
                      <a:pt x="5" y="0"/>
                      <a:pt x="9" y="1"/>
                      <a:pt x="11" y="5"/>
                    </a:cubicBezTo>
                    <a:cubicBezTo>
                      <a:pt x="14" y="9"/>
                      <a:pt x="14" y="13"/>
                      <a:pt x="11" y="14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1" name="Freeform 459">
                <a:extLst>
                  <a:ext uri="{FF2B5EF4-FFF2-40B4-BE49-F238E27FC236}">
                    <a16:creationId xmlns:a16="http://schemas.microsoft.com/office/drawing/2014/main" id="{9CA58FF9-DAF2-410C-BBD6-7ECA9F6A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100"/>
                <a:ext cx="44" cy="40"/>
              </a:xfrm>
              <a:custGeom>
                <a:avLst/>
                <a:gdLst>
                  <a:gd name="T0" fmla="*/ 326 w 24"/>
                  <a:gd name="T1" fmla="*/ 128 h 20"/>
                  <a:gd name="T2" fmla="*/ 451 w 24"/>
                  <a:gd name="T3" fmla="*/ 544 h 20"/>
                  <a:gd name="T4" fmla="*/ 172 w 24"/>
                  <a:gd name="T5" fmla="*/ 480 h 20"/>
                  <a:gd name="T6" fmla="*/ 44 w 24"/>
                  <a:gd name="T7" fmla="*/ 96 h 20"/>
                  <a:gd name="T8" fmla="*/ 326 w 24"/>
                  <a:gd name="T9" fmla="*/ 12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0">
                    <a:moveTo>
                      <a:pt x="16" y="4"/>
                    </a:moveTo>
                    <a:cubicBezTo>
                      <a:pt x="21" y="8"/>
                      <a:pt x="24" y="13"/>
                      <a:pt x="22" y="17"/>
                    </a:cubicBezTo>
                    <a:cubicBezTo>
                      <a:pt x="20" y="20"/>
                      <a:pt x="14" y="19"/>
                      <a:pt x="8" y="15"/>
                    </a:cubicBezTo>
                    <a:cubicBezTo>
                      <a:pt x="3" y="11"/>
                      <a:pt x="0" y="6"/>
                      <a:pt x="2" y="3"/>
                    </a:cubicBezTo>
                    <a:cubicBezTo>
                      <a:pt x="4" y="0"/>
                      <a:pt x="10" y="0"/>
                      <a:pt x="16" y="4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2" name="Freeform 460">
                <a:extLst>
                  <a:ext uri="{FF2B5EF4-FFF2-40B4-BE49-F238E27FC236}">
                    <a16:creationId xmlns:a16="http://schemas.microsoft.com/office/drawing/2014/main" id="{E5EA221E-1696-4788-B846-F4D0B5849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201"/>
                <a:ext cx="22" cy="28"/>
              </a:xfrm>
              <a:custGeom>
                <a:avLst/>
                <a:gdLst>
                  <a:gd name="T0" fmla="*/ 205 w 12"/>
                  <a:gd name="T1" fmla="*/ 384 h 14"/>
                  <a:gd name="T2" fmla="*/ 44 w 12"/>
                  <a:gd name="T3" fmla="*/ 288 h 14"/>
                  <a:gd name="T4" fmla="*/ 44 w 12"/>
                  <a:gd name="T5" fmla="*/ 32 h 14"/>
                  <a:gd name="T6" fmla="*/ 193 w 12"/>
                  <a:gd name="T7" fmla="*/ 128 h 14"/>
                  <a:gd name="T8" fmla="*/ 205 w 12"/>
                  <a:gd name="T9" fmla="*/ 38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10" y="12"/>
                    </a:moveTo>
                    <a:cubicBezTo>
                      <a:pt x="8" y="14"/>
                      <a:pt x="4" y="12"/>
                      <a:pt x="2" y="9"/>
                    </a:cubicBezTo>
                    <a:cubicBezTo>
                      <a:pt x="0" y="6"/>
                      <a:pt x="0" y="2"/>
                      <a:pt x="2" y="1"/>
                    </a:cubicBezTo>
                    <a:cubicBezTo>
                      <a:pt x="4" y="0"/>
                      <a:pt x="7" y="1"/>
                      <a:pt x="9" y="4"/>
                    </a:cubicBezTo>
                    <a:cubicBezTo>
                      <a:pt x="12" y="7"/>
                      <a:pt x="12" y="11"/>
                      <a:pt x="10" y="12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3" name="Freeform 461">
                <a:extLst>
                  <a:ext uri="{FF2B5EF4-FFF2-40B4-BE49-F238E27FC236}">
                    <a16:creationId xmlns:a16="http://schemas.microsoft.com/office/drawing/2014/main" id="{6525DAA1-8669-4B33-B24A-853A3C96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01"/>
                <a:ext cx="40" cy="36"/>
              </a:xfrm>
              <a:custGeom>
                <a:avLst/>
                <a:gdLst>
                  <a:gd name="T0" fmla="*/ 271 w 22"/>
                  <a:gd name="T1" fmla="*/ 480 h 18"/>
                  <a:gd name="T2" fmla="*/ 44 w 22"/>
                  <a:gd name="T3" fmla="*/ 448 h 18"/>
                  <a:gd name="T4" fmla="*/ 145 w 22"/>
                  <a:gd name="T5" fmla="*/ 96 h 18"/>
                  <a:gd name="T6" fmla="*/ 391 w 22"/>
                  <a:gd name="T7" fmla="*/ 128 h 18"/>
                  <a:gd name="T8" fmla="*/ 271 w 22"/>
                  <a:gd name="T9" fmla="*/ 48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4" y="15"/>
                    </a:moveTo>
                    <a:cubicBezTo>
                      <a:pt x="9" y="18"/>
                      <a:pt x="4" y="17"/>
                      <a:pt x="2" y="14"/>
                    </a:cubicBezTo>
                    <a:cubicBezTo>
                      <a:pt x="0" y="10"/>
                      <a:pt x="2" y="5"/>
                      <a:pt x="7" y="3"/>
                    </a:cubicBezTo>
                    <a:cubicBezTo>
                      <a:pt x="12" y="0"/>
                      <a:pt x="18" y="1"/>
                      <a:pt x="20" y="4"/>
                    </a:cubicBezTo>
                    <a:cubicBezTo>
                      <a:pt x="22" y="8"/>
                      <a:pt x="19" y="13"/>
                      <a:pt x="14" y="15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4" name="Freeform 462">
                <a:extLst>
                  <a:ext uri="{FF2B5EF4-FFF2-40B4-BE49-F238E27FC236}">
                    <a16:creationId xmlns:a16="http://schemas.microsoft.com/office/drawing/2014/main" id="{035E4241-0E0E-482B-B568-D96887620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081"/>
                <a:ext cx="35" cy="31"/>
              </a:xfrm>
              <a:custGeom>
                <a:avLst/>
                <a:gdLst>
                  <a:gd name="T0" fmla="*/ 356 w 19"/>
                  <a:gd name="T1" fmla="*/ 87 h 16"/>
                  <a:gd name="T2" fmla="*/ 274 w 19"/>
                  <a:gd name="T3" fmla="*/ 349 h 16"/>
                  <a:gd name="T4" fmla="*/ 44 w 19"/>
                  <a:gd name="T5" fmla="*/ 380 h 16"/>
                  <a:gd name="T6" fmla="*/ 125 w 19"/>
                  <a:gd name="T7" fmla="*/ 116 h 16"/>
                  <a:gd name="T8" fmla="*/ 356 w 19"/>
                  <a:gd name="T9" fmla="*/ 8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7" y="3"/>
                    </a:moveTo>
                    <a:cubicBezTo>
                      <a:pt x="19" y="6"/>
                      <a:pt x="17" y="10"/>
                      <a:pt x="13" y="13"/>
                    </a:cubicBezTo>
                    <a:cubicBezTo>
                      <a:pt x="9" y="16"/>
                      <a:pt x="4" y="16"/>
                      <a:pt x="2" y="14"/>
                    </a:cubicBezTo>
                    <a:cubicBezTo>
                      <a:pt x="0" y="11"/>
                      <a:pt x="2" y="6"/>
                      <a:pt x="6" y="4"/>
                    </a:cubicBezTo>
                    <a:cubicBezTo>
                      <a:pt x="10" y="1"/>
                      <a:pt x="15" y="0"/>
                      <a:pt x="17" y="3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5" name="Freeform 463">
                <a:extLst>
                  <a:ext uri="{FF2B5EF4-FFF2-40B4-BE49-F238E27FC236}">
                    <a16:creationId xmlns:a16="http://schemas.microsoft.com/office/drawing/2014/main" id="{77420FC0-47B1-46E3-8995-E41A0697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112"/>
                <a:ext cx="31" cy="32"/>
              </a:xfrm>
              <a:custGeom>
                <a:avLst/>
                <a:gdLst>
                  <a:gd name="T0" fmla="*/ 266 w 17"/>
                  <a:gd name="T1" fmla="*/ 96 h 16"/>
                  <a:gd name="T2" fmla="*/ 295 w 17"/>
                  <a:gd name="T3" fmla="*/ 416 h 16"/>
                  <a:gd name="T4" fmla="*/ 97 w 17"/>
                  <a:gd name="T5" fmla="*/ 416 h 16"/>
                  <a:gd name="T6" fmla="*/ 44 w 17"/>
                  <a:gd name="T7" fmla="*/ 96 h 16"/>
                  <a:gd name="T8" fmla="*/ 266 w 17"/>
                  <a:gd name="T9" fmla="*/ 9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3" y="3"/>
                    </a:moveTo>
                    <a:cubicBezTo>
                      <a:pt x="16" y="6"/>
                      <a:pt x="17" y="11"/>
                      <a:pt x="15" y="13"/>
                    </a:cubicBezTo>
                    <a:cubicBezTo>
                      <a:pt x="13" y="16"/>
                      <a:pt x="8" y="16"/>
                      <a:pt x="5" y="13"/>
                    </a:cubicBezTo>
                    <a:cubicBezTo>
                      <a:pt x="1" y="10"/>
                      <a:pt x="0" y="5"/>
                      <a:pt x="2" y="3"/>
                    </a:cubicBezTo>
                    <a:cubicBezTo>
                      <a:pt x="4" y="0"/>
                      <a:pt x="9" y="0"/>
                      <a:pt x="13" y="3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6" name="Oval 464">
                <a:extLst>
                  <a:ext uri="{FF2B5EF4-FFF2-40B4-BE49-F238E27FC236}">
                    <a16:creationId xmlns:a16="http://schemas.microsoft.com/office/drawing/2014/main" id="{1C4E702F-A8A2-43DD-8AF4-C87AB0E6C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2168"/>
                <a:ext cx="27" cy="25"/>
              </a:xfrm>
              <a:prstGeom prst="ellipse">
                <a:avLst/>
              </a:pr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7" name="Freeform 465">
                <a:extLst>
                  <a:ext uri="{FF2B5EF4-FFF2-40B4-BE49-F238E27FC236}">
                    <a16:creationId xmlns:a16="http://schemas.microsoft.com/office/drawing/2014/main" id="{E7D49CA4-8EEB-4EC9-8B18-57D4014B9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237"/>
                <a:ext cx="24" cy="25"/>
              </a:xfrm>
              <a:custGeom>
                <a:avLst/>
                <a:gdLst>
                  <a:gd name="T0" fmla="*/ 209 w 13"/>
                  <a:gd name="T1" fmla="*/ 285 h 13"/>
                  <a:gd name="T2" fmla="*/ 44 w 13"/>
                  <a:gd name="T3" fmla="*/ 263 h 13"/>
                  <a:gd name="T4" fmla="*/ 44 w 13"/>
                  <a:gd name="T5" fmla="*/ 56 h 13"/>
                  <a:gd name="T6" fmla="*/ 209 w 13"/>
                  <a:gd name="T7" fmla="*/ 85 h 13"/>
                  <a:gd name="T8" fmla="*/ 209 w 13"/>
                  <a:gd name="T9" fmla="*/ 28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0" y="11"/>
                    </a:moveTo>
                    <a:cubicBezTo>
                      <a:pt x="8" y="13"/>
                      <a:pt x="5" y="12"/>
                      <a:pt x="2" y="10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4" y="0"/>
                      <a:pt x="8" y="0"/>
                      <a:pt x="10" y="3"/>
                    </a:cubicBezTo>
                    <a:cubicBezTo>
                      <a:pt x="12" y="5"/>
                      <a:pt x="13" y="9"/>
                      <a:pt x="10" y="11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8" name="Freeform 466">
                <a:extLst>
                  <a:ext uri="{FF2B5EF4-FFF2-40B4-BE49-F238E27FC236}">
                    <a16:creationId xmlns:a16="http://schemas.microsoft.com/office/drawing/2014/main" id="{F72A9066-1511-4013-B574-D0FA93D98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2337"/>
                <a:ext cx="38" cy="40"/>
              </a:xfrm>
              <a:custGeom>
                <a:avLst/>
                <a:gdLst>
                  <a:gd name="T0" fmla="*/ 356 w 21"/>
                  <a:gd name="T1" fmla="*/ 544 h 20"/>
                  <a:gd name="T2" fmla="*/ 94 w 21"/>
                  <a:gd name="T3" fmla="*/ 512 h 20"/>
                  <a:gd name="T4" fmla="*/ 52 w 21"/>
                  <a:gd name="T5" fmla="*/ 96 h 20"/>
                  <a:gd name="T6" fmla="*/ 308 w 21"/>
                  <a:gd name="T7" fmla="*/ 128 h 20"/>
                  <a:gd name="T8" fmla="*/ 356 w 21"/>
                  <a:gd name="T9" fmla="*/ 54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8" y="17"/>
                    </a:moveTo>
                    <a:cubicBezTo>
                      <a:pt x="15" y="20"/>
                      <a:pt x="10" y="20"/>
                      <a:pt x="5" y="16"/>
                    </a:cubicBezTo>
                    <a:cubicBezTo>
                      <a:pt x="1" y="12"/>
                      <a:pt x="0" y="7"/>
                      <a:pt x="3" y="3"/>
                    </a:cubicBezTo>
                    <a:cubicBezTo>
                      <a:pt x="6" y="0"/>
                      <a:pt x="12" y="0"/>
                      <a:pt x="16" y="4"/>
                    </a:cubicBezTo>
                    <a:cubicBezTo>
                      <a:pt x="20" y="8"/>
                      <a:pt x="21" y="13"/>
                      <a:pt x="18" y="17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9" name="Oval 467">
                <a:extLst>
                  <a:ext uri="{FF2B5EF4-FFF2-40B4-BE49-F238E27FC236}">
                    <a16:creationId xmlns:a16="http://schemas.microsoft.com/office/drawing/2014/main" id="{77DE5C38-0CA6-4998-A243-5DB345E9C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1" y="2377"/>
                <a:ext cx="33" cy="28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0" name="Freeform 468">
                <a:extLst>
                  <a:ext uri="{FF2B5EF4-FFF2-40B4-BE49-F238E27FC236}">
                    <a16:creationId xmlns:a16="http://schemas.microsoft.com/office/drawing/2014/main" id="{2E015421-A51A-430C-911B-7A0E6F79F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351"/>
                <a:ext cx="32" cy="34"/>
              </a:xfrm>
              <a:custGeom>
                <a:avLst/>
                <a:gdLst>
                  <a:gd name="T0" fmla="*/ 301 w 17"/>
                  <a:gd name="T1" fmla="*/ 384 h 17"/>
                  <a:gd name="T2" fmla="*/ 75 w 17"/>
                  <a:gd name="T3" fmla="*/ 480 h 17"/>
                  <a:gd name="T4" fmla="*/ 100 w 17"/>
                  <a:gd name="T5" fmla="*/ 128 h 17"/>
                  <a:gd name="T6" fmla="*/ 354 w 17"/>
                  <a:gd name="T7" fmla="*/ 64 h 17"/>
                  <a:gd name="T8" fmla="*/ 301 w 17"/>
                  <a:gd name="T9" fmla="*/ 38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3" y="12"/>
                    </a:moveTo>
                    <a:cubicBezTo>
                      <a:pt x="10" y="16"/>
                      <a:pt x="5" y="17"/>
                      <a:pt x="3" y="15"/>
                    </a:cubicBezTo>
                    <a:cubicBezTo>
                      <a:pt x="0" y="12"/>
                      <a:pt x="1" y="8"/>
                      <a:pt x="4" y="4"/>
                    </a:cubicBezTo>
                    <a:cubicBezTo>
                      <a:pt x="7" y="1"/>
                      <a:pt x="12" y="0"/>
                      <a:pt x="15" y="2"/>
                    </a:cubicBezTo>
                    <a:cubicBezTo>
                      <a:pt x="17" y="4"/>
                      <a:pt x="16" y="9"/>
                      <a:pt x="13" y="12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1" name="Oval 469">
                <a:extLst>
                  <a:ext uri="{FF2B5EF4-FFF2-40B4-BE49-F238E27FC236}">
                    <a16:creationId xmlns:a16="http://schemas.microsoft.com/office/drawing/2014/main" id="{B73E9787-F2A5-4BFF-A1CA-2C7A61185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3" y="2278"/>
                <a:ext cx="24" cy="26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2" name="Freeform 470">
                <a:extLst>
                  <a:ext uri="{FF2B5EF4-FFF2-40B4-BE49-F238E27FC236}">
                    <a16:creationId xmlns:a16="http://schemas.microsoft.com/office/drawing/2014/main" id="{D864D743-9C3C-4478-8668-BEB23227B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215"/>
                <a:ext cx="26" cy="34"/>
              </a:xfrm>
              <a:custGeom>
                <a:avLst/>
                <a:gdLst>
                  <a:gd name="T0" fmla="*/ 262 w 14"/>
                  <a:gd name="T1" fmla="*/ 64 h 17"/>
                  <a:gd name="T2" fmla="*/ 225 w 14"/>
                  <a:gd name="T3" fmla="*/ 352 h 17"/>
                  <a:gd name="T4" fmla="*/ 45 w 14"/>
                  <a:gd name="T5" fmla="*/ 512 h 17"/>
                  <a:gd name="T6" fmla="*/ 84 w 14"/>
                  <a:gd name="T7" fmla="*/ 192 h 17"/>
                  <a:gd name="T8" fmla="*/ 262 w 14"/>
                  <a:gd name="T9" fmla="*/ 6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7">
                    <a:moveTo>
                      <a:pt x="12" y="2"/>
                    </a:moveTo>
                    <a:cubicBezTo>
                      <a:pt x="14" y="3"/>
                      <a:pt x="13" y="7"/>
                      <a:pt x="10" y="11"/>
                    </a:cubicBezTo>
                    <a:cubicBezTo>
                      <a:pt x="8" y="15"/>
                      <a:pt x="4" y="17"/>
                      <a:pt x="2" y="16"/>
                    </a:cubicBezTo>
                    <a:cubicBezTo>
                      <a:pt x="0" y="15"/>
                      <a:pt x="1" y="10"/>
                      <a:pt x="4" y="6"/>
                    </a:cubicBezTo>
                    <a:cubicBezTo>
                      <a:pt x="7" y="3"/>
                      <a:pt x="10" y="0"/>
                      <a:pt x="12" y="2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3" name="Oval 471">
                <a:extLst>
                  <a:ext uri="{FF2B5EF4-FFF2-40B4-BE49-F238E27FC236}">
                    <a16:creationId xmlns:a16="http://schemas.microsoft.com/office/drawing/2014/main" id="{0E854C46-5A02-498C-A313-662D6959A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173"/>
                <a:ext cx="23" cy="34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4" name="Freeform 472">
                <a:extLst>
                  <a:ext uri="{FF2B5EF4-FFF2-40B4-BE49-F238E27FC236}">
                    <a16:creationId xmlns:a16="http://schemas.microsoft.com/office/drawing/2014/main" id="{5C9C6089-D7E0-48F7-A93D-07FDC6113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195"/>
                <a:ext cx="127" cy="26"/>
              </a:xfrm>
              <a:custGeom>
                <a:avLst/>
                <a:gdLst>
                  <a:gd name="T0" fmla="*/ 1460 w 69"/>
                  <a:gd name="T1" fmla="*/ 0 h 13"/>
                  <a:gd name="T2" fmla="*/ 1053 w 69"/>
                  <a:gd name="T3" fmla="*/ 384 h 13"/>
                  <a:gd name="T4" fmla="*/ 629 w 69"/>
                  <a:gd name="T5" fmla="*/ 224 h 13"/>
                  <a:gd name="T6" fmla="*/ 0 w 69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3">
                    <a:moveTo>
                      <a:pt x="69" y="0"/>
                    </a:moveTo>
                    <a:cubicBezTo>
                      <a:pt x="66" y="7"/>
                      <a:pt x="57" y="11"/>
                      <a:pt x="50" y="12"/>
                    </a:cubicBezTo>
                    <a:cubicBezTo>
                      <a:pt x="43" y="13"/>
                      <a:pt x="37" y="10"/>
                      <a:pt x="30" y="7"/>
                    </a:cubicBezTo>
                    <a:cubicBezTo>
                      <a:pt x="21" y="4"/>
                      <a:pt x="1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5" name="Freeform 473">
                <a:extLst>
                  <a:ext uri="{FF2B5EF4-FFF2-40B4-BE49-F238E27FC236}">
                    <a16:creationId xmlns:a16="http://schemas.microsoft.com/office/drawing/2014/main" id="{9757AC33-D1D6-4866-9E2C-CAEEE15F7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276"/>
                <a:ext cx="176" cy="109"/>
              </a:xfrm>
              <a:custGeom>
                <a:avLst/>
                <a:gdLst>
                  <a:gd name="T0" fmla="*/ 0 w 95"/>
                  <a:gd name="T1" fmla="*/ 1036 h 55"/>
                  <a:gd name="T2" fmla="*/ 1247 w 95"/>
                  <a:gd name="T3" fmla="*/ 1276 h 55"/>
                  <a:gd name="T4" fmla="*/ 1767 w 95"/>
                  <a:gd name="T5" fmla="*/ 523 h 55"/>
                  <a:gd name="T6" fmla="*/ 2073 w 9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55">
                    <a:moveTo>
                      <a:pt x="0" y="34"/>
                    </a:moveTo>
                    <a:cubicBezTo>
                      <a:pt x="17" y="46"/>
                      <a:pt x="38" y="55"/>
                      <a:pt x="57" y="42"/>
                    </a:cubicBezTo>
                    <a:cubicBezTo>
                      <a:pt x="66" y="35"/>
                      <a:pt x="74" y="27"/>
                      <a:pt x="81" y="17"/>
                    </a:cubicBezTo>
                    <a:cubicBezTo>
                      <a:pt x="85" y="11"/>
                      <a:pt x="90" y="6"/>
                      <a:pt x="9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6" name="Freeform 474">
                <a:extLst>
                  <a:ext uri="{FF2B5EF4-FFF2-40B4-BE49-F238E27FC236}">
                    <a16:creationId xmlns:a16="http://schemas.microsoft.com/office/drawing/2014/main" id="{F87E0194-737C-48BA-AD74-40E4CAB95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116"/>
                <a:ext cx="142" cy="42"/>
              </a:xfrm>
              <a:custGeom>
                <a:avLst/>
                <a:gdLst>
                  <a:gd name="T0" fmla="*/ 0 w 77"/>
                  <a:gd name="T1" fmla="*/ 0 h 21"/>
                  <a:gd name="T2" fmla="*/ 426 w 77"/>
                  <a:gd name="T3" fmla="*/ 448 h 21"/>
                  <a:gd name="T4" fmla="*/ 935 w 77"/>
                  <a:gd name="T5" fmla="*/ 640 h 21"/>
                  <a:gd name="T6" fmla="*/ 1411 w 77"/>
                  <a:gd name="T7" fmla="*/ 512 h 21"/>
                  <a:gd name="T8" fmla="*/ 1643 w 77"/>
                  <a:gd name="T9" fmla="*/ 16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21">
                    <a:moveTo>
                      <a:pt x="0" y="0"/>
                    </a:moveTo>
                    <a:cubicBezTo>
                      <a:pt x="7" y="4"/>
                      <a:pt x="14" y="10"/>
                      <a:pt x="20" y="14"/>
                    </a:cubicBezTo>
                    <a:cubicBezTo>
                      <a:pt x="27" y="19"/>
                      <a:pt x="36" y="20"/>
                      <a:pt x="44" y="20"/>
                    </a:cubicBezTo>
                    <a:cubicBezTo>
                      <a:pt x="52" y="21"/>
                      <a:pt x="58" y="21"/>
                      <a:pt x="66" y="16"/>
                    </a:cubicBezTo>
                    <a:cubicBezTo>
                      <a:pt x="70" y="13"/>
                      <a:pt x="73" y="8"/>
                      <a:pt x="77" y="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7" name="Freeform 475">
                <a:extLst>
                  <a:ext uri="{FF2B5EF4-FFF2-40B4-BE49-F238E27FC236}">
                    <a16:creationId xmlns:a16="http://schemas.microsoft.com/office/drawing/2014/main" id="{F3C80432-DF9D-450F-B254-A289A445B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286"/>
                <a:ext cx="137" cy="36"/>
              </a:xfrm>
              <a:custGeom>
                <a:avLst/>
                <a:gdLst>
                  <a:gd name="T0" fmla="*/ 0 w 74"/>
                  <a:gd name="T1" fmla="*/ 96 h 18"/>
                  <a:gd name="T2" fmla="*/ 196 w 74"/>
                  <a:gd name="T3" fmla="*/ 192 h 18"/>
                  <a:gd name="T4" fmla="*/ 455 w 74"/>
                  <a:gd name="T5" fmla="*/ 384 h 18"/>
                  <a:gd name="T6" fmla="*/ 915 w 74"/>
                  <a:gd name="T7" fmla="*/ 576 h 18"/>
                  <a:gd name="T8" fmla="*/ 1611 w 74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8">
                    <a:moveTo>
                      <a:pt x="0" y="3"/>
                    </a:moveTo>
                    <a:cubicBezTo>
                      <a:pt x="3" y="3"/>
                      <a:pt x="6" y="5"/>
                      <a:pt x="9" y="6"/>
                    </a:cubicBezTo>
                    <a:cubicBezTo>
                      <a:pt x="13" y="8"/>
                      <a:pt x="17" y="10"/>
                      <a:pt x="21" y="12"/>
                    </a:cubicBezTo>
                    <a:cubicBezTo>
                      <a:pt x="28" y="15"/>
                      <a:pt x="34" y="18"/>
                      <a:pt x="42" y="18"/>
                    </a:cubicBezTo>
                    <a:cubicBezTo>
                      <a:pt x="54" y="17"/>
                      <a:pt x="67" y="10"/>
                      <a:pt x="7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8" name="Freeform 476">
                <a:extLst>
                  <a:ext uri="{FF2B5EF4-FFF2-40B4-BE49-F238E27FC236}">
                    <a16:creationId xmlns:a16="http://schemas.microsoft.com/office/drawing/2014/main" id="{C89C4072-4756-43E6-8EB1-9DA160A71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059"/>
                <a:ext cx="142" cy="97"/>
              </a:xfrm>
              <a:custGeom>
                <a:avLst/>
                <a:gdLst>
                  <a:gd name="T0" fmla="*/ 1643 w 77"/>
                  <a:gd name="T1" fmla="*/ 0 h 49"/>
                  <a:gd name="T2" fmla="*/ 1387 w 77"/>
                  <a:gd name="T3" fmla="*/ 125 h 49"/>
                  <a:gd name="T4" fmla="*/ 1136 w 77"/>
                  <a:gd name="T5" fmla="*/ 340 h 49"/>
                  <a:gd name="T6" fmla="*/ 704 w 77"/>
                  <a:gd name="T7" fmla="*/ 847 h 49"/>
                  <a:gd name="T8" fmla="*/ 0 w 77"/>
                  <a:gd name="T9" fmla="*/ 148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49">
                    <a:moveTo>
                      <a:pt x="77" y="0"/>
                    </a:moveTo>
                    <a:cubicBezTo>
                      <a:pt x="73" y="1"/>
                      <a:pt x="69" y="2"/>
                      <a:pt x="65" y="4"/>
                    </a:cubicBezTo>
                    <a:cubicBezTo>
                      <a:pt x="60" y="6"/>
                      <a:pt x="57" y="9"/>
                      <a:pt x="53" y="11"/>
                    </a:cubicBezTo>
                    <a:cubicBezTo>
                      <a:pt x="46" y="16"/>
                      <a:pt x="39" y="23"/>
                      <a:pt x="33" y="28"/>
                    </a:cubicBezTo>
                    <a:cubicBezTo>
                      <a:pt x="23" y="36"/>
                      <a:pt x="13" y="47"/>
                      <a:pt x="0" y="4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9" name="Freeform 477">
                <a:extLst>
                  <a:ext uri="{FF2B5EF4-FFF2-40B4-BE49-F238E27FC236}">
                    <a16:creationId xmlns:a16="http://schemas.microsoft.com/office/drawing/2014/main" id="{A1F03177-9C67-4D11-B3D5-97A9E5585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199"/>
                <a:ext cx="114" cy="121"/>
              </a:xfrm>
              <a:custGeom>
                <a:avLst/>
                <a:gdLst>
                  <a:gd name="T0" fmla="*/ 1305 w 62"/>
                  <a:gd name="T1" fmla="*/ 0 h 61"/>
                  <a:gd name="T2" fmla="*/ 1076 w 62"/>
                  <a:gd name="T3" fmla="*/ 311 h 61"/>
                  <a:gd name="T4" fmla="*/ 883 w 62"/>
                  <a:gd name="T5" fmla="*/ 712 h 61"/>
                  <a:gd name="T6" fmla="*/ 601 w 62"/>
                  <a:gd name="T7" fmla="*/ 1256 h 61"/>
                  <a:gd name="T8" fmla="*/ 0 w 62"/>
                  <a:gd name="T9" fmla="*/ 187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1">
                    <a:moveTo>
                      <a:pt x="62" y="0"/>
                    </a:moveTo>
                    <a:cubicBezTo>
                      <a:pt x="60" y="4"/>
                      <a:pt x="54" y="7"/>
                      <a:pt x="51" y="10"/>
                    </a:cubicBezTo>
                    <a:cubicBezTo>
                      <a:pt x="47" y="14"/>
                      <a:pt x="45" y="19"/>
                      <a:pt x="42" y="23"/>
                    </a:cubicBezTo>
                    <a:cubicBezTo>
                      <a:pt x="38" y="29"/>
                      <a:pt x="33" y="35"/>
                      <a:pt x="29" y="41"/>
                    </a:cubicBezTo>
                    <a:cubicBezTo>
                      <a:pt x="23" y="51"/>
                      <a:pt x="12" y="61"/>
                      <a:pt x="0" y="6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0" name="Freeform 478">
                <a:extLst>
                  <a:ext uri="{FF2B5EF4-FFF2-40B4-BE49-F238E27FC236}">
                    <a16:creationId xmlns:a16="http://schemas.microsoft.com/office/drawing/2014/main" id="{5550E079-97E6-484C-9FD7-432DEA071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091"/>
                <a:ext cx="144" cy="45"/>
              </a:xfrm>
              <a:custGeom>
                <a:avLst/>
                <a:gdLst>
                  <a:gd name="T0" fmla="*/ 1673 w 78"/>
                  <a:gd name="T1" fmla="*/ 397 h 23"/>
                  <a:gd name="T2" fmla="*/ 1139 w 78"/>
                  <a:gd name="T3" fmla="*/ 659 h 23"/>
                  <a:gd name="T4" fmla="*/ 685 w 78"/>
                  <a:gd name="T5" fmla="*/ 456 h 23"/>
                  <a:gd name="T6" fmla="*/ 303 w 78"/>
                  <a:gd name="T7" fmla="*/ 233 h 23"/>
                  <a:gd name="T8" fmla="*/ 0 w 78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3">
                    <a:moveTo>
                      <a:pt x="78" y="14"/>
                    </a:moveTo>
                    <a:cubicBezTo>
                      <a:pt x="71" y="18"/>
                      <a:pt x="61" y="23"/>
                      <a:pt x="53" y="23"/>
                    </a:cubicBezTo>
                    <a:cubicBezTo>
                      <a:pt x="45" y="22"/>
                      <a:pt x="39" y="19"/>
                      <a:pt x="32" y="16"/>
                    </a:cubicBezTo>
                    <a:cubicBezTo>
                      <a:pt x="26" y="14"/>
                      <a:pt x="20" y="11"/>
                      <a:pt x="14" y="8"/>
                    </a:cubicBezTo>
                    <a:cubicBezTo>
                      <a:pt x="9" y="5"/>
                      <a:pt x="4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1" name="Freeform 479">
                <a:extLst>
                  <a:ext uri="{FF2B5EF4-FFF2-40B4-BE49-F238E27FC236}">
                    <a16:creationId xmlns:a16="http://schemas.microsoft.com/office/drawing/2014/main" id="{A37468E8-AD45-40D7-A762-79D6005B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189"/>
                <a:ext cx="118" cy="182"/>
              </a:xfrm>
              <a:custGeom>
                <a:avLst/>
                <a:gdLst>
                  <a:gd name="T0" fmla="*/ 1366 w 64"/>
                  <a:gd name="T1" fmla="*/ 0 h 92"/>
                  <a:gd name="T2" fmla="*/ 1165 w 64"/>
                  <a:gd name="T3" fmla="*/ 580 h 92"/>
                  <a:gd name="T4" fmla="*/ 983 w 64"/>
                  <a:gd name="T5" fmla="*/ 1060 h 92"/>
                  <a:gd name="T6" fmla="*/ 601 w 64"/>
                  <a:gd name="T7" fmla="*/ 1788 h 92"/>
                  <a:gd name="T8" fmla="*/ 0 w 64"/>
                  <a:gd name="T9" fmla="*/ 2787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92">
                    <a:moveTo>
                      <a:pt x="64" y="0"/>
                    </a:moveTo>
                    <a:cubicBezTo>
                      <a:pt x="60" y="5"/>
                      <a:pt x="58" y="13"/>
                      <a:pt x="55" y="19"/>
                    </a:cubicBezTo>
                    <a:cubicBezTo>
                      <a:pt x="53" y="25"/>
                      <a:pt x="49" y="30"/>
                      <a:pt x="46" y="35"/>
                    </a:cubicBezTo>
                    <a:cubicBezTo>
                      <a:pt x="40" y="44"/>
                      <a:pt x="34" y="51"/>
                      <a:pt x="28" y="59"/>
                    </a:cubicBezTo>
                    <a:cubicBezTo>
                      <a:pt x="20" y="70"/>
                      <a:pt x="13" y="88"/>
                      <a:pt x="0" y="9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2" name="Freeform 480">
                <a:extLst>
                  <a:ext uri="{FF2B5EF4-FFF2-40B4-BE49-F238E27FC236}">
                    <a16:creationId xmlns:a16="http://schemas.microsoft.com/office/drawing/2014/main" id="{47FA5270-F804-4216-BBF8-8E5EB0E3E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231"/>
                <a:ext cx="154" cy="67"/>
              </a:xfrm>
              <a:custGeom>
                <a:avLst/>
                <a:gdLst>
                  <a:gd name="T0" fmla="*/ 0 w 83"/>
                  <a:gd name="T1" fmla="*/ 0 h 34"/>
                  <a:gd name="T2" fmla="*/ 985 w 83"/>
                  <a:gd name="T3" fmla="*/ 948 h 34"/>
                  <a:gd name="T4" fmla="*/ 1828 w 83"/>
                  <a:gd name="T5" fmla="*/ 52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34">
                    <a:moveTo>
                      <a:pt x="0" y="0"/>
                    </a:moveTo>
                    <a:cubicBezTo>
                      <a:pt x="5" y="17"/>
                      <a:pt x="26" y="34"/>
                      <a:pt x="45" y="32"/>
                    </a:cubicBezTo>
                    <a:cubicBezTo>
                      <a:pt x="58" y="31"/>
                      <a:pt x="74" y="25"/>
                      <a:pt x="83" y="1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3" name="Freeform 481">
                <a:extLst>
                  <a:ext uri="{FF2B5EF4-FFF2-40B4-BE49-F238E27FC236}">
                    <a16:creationId xmlns:a16="http://schemas.microsoft.com/office/drawing/2014/main" id="{B82FBCDA-3DE8-4EE7-8721-F2D4232B3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179"/>
                <a:ext cx="163" cy="121"/>
              </a:xfrm>
              <a:custGeom>
                <a:avLst/>
                <a:gdLst>
                  <a:gd name="T0" fmla="*/ 0 w 88"/>
                  <a:gd name="T1" fmla="*/ 1716 h 61"/>
                  <a:gd name="T2" fmla="*/ 522 w 88"/>
                  <a:gd name="T3" fmla="*/ 1500 h 61"/>
                  <a:gd name="T4" fmla="*/ 978 w 88"/>
                  <a:gd name="T5" fmla="*/ 897 h 61"/>
                  <a:gd name="T6" fmla="*/ 1506 w 88"/>
                  <a:gd name="T7" fmla="*/ 311 h 61"/>
                  <a:gd name="T8" fmla="*/ 1917 w 88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61">
                    <a:moveTo>
                      <a:pt x="0" y="56"/>
                    </a:moveTo>
                    <a:cubicBezTo>
                      <a:pt x="3" y="61"/>
                      <a:pt x="20" y="51"/>
                      <a:pt x="24" y="49"/>
                    </a:cubicBezTo>
                    <a:cubicBezTo>
                      <a:pt x="32" y="44"/>
                      <a:pt x="39" y="36"/>
                      <a:pt x="45" y="29"/>
                    </a:cubicBezTo>
                    <a:cubicBezTo>
                      <a:pt x="51" y="22"/>
                      <a:pt x="61" y="14"/>
                      <a:pt x="69" y="10"/>
                    </a:cubicBezTo>
                    <a:cubicBezTo>
                      <a:pt x="75" y="6"/>
                      <a:pt x="82" y="2"/>
                      <a:pt x="88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4" name="Freeform 482">
                <a:extLst>
                  <a:ext uri="{FF2B5EF4-FFF2-40B4-BE49-F238E27FC236}">
                    <a16:creationId xmlns:a16="http://schemas.microsoft.com/office/drawing/2014/main" id="{FD47EBDD-138D-4DF9-A526-5E2440615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2122"/>
                <a:ext cx="192" cy="123"/>
              </a:xfrm>
              <a:custGeom>
                <a:avLst/>
                <a:gdLst>
                  <a:gd name="T0" fmla="*/ 0 w 104"/>
                  <a:gd name="T1" fmla="*/ 1905 h 62"/>
                  <a:gd name="T2" fmla="*/ 1115 w 104"/>
                  <a:gd name="T3" fmla="*/ 343 h 62"/>
                  <a:gd name="T4" fmla="*/ 2228 w 104"/>
                  <a:gd name="T5" fmla="*/ 22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62">
                    <a:moveTo>
                      <a:pt x="0" y="62"/>
                    </a:moveTo>
                    <a:cubicBezTo>
                      <a:pt x="11" y="41"/>
                      <a:pt x="29" y="21"/>
                      <a:pt x="52" y="11"/>
                    </a:cubicBezTo>
                    <a:cubicBezTo>
                      <a:pt x="68" y="5"/>
                      <a:pt x="88" y="0"/>
                      <a:pt x="104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5" name="Freeform 483">
                <a:extLst>
                  <a:ext uri="{FF2B5EF4-FFF2-40B4-BE49-F238E27FC236}">
                    <a16:creationId xmlns:a16="http://schemas.microsoft.com/office/drawing/2014/main" id="{D480E658-3B7D-4FEE-980B-0AA5AFDC0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063"/>
                <a:ext cx="230" cy="57"/>
              </a:xfrm>
              <a:custGeom>
                <a:avLst/>
                <a:gdLst>
                  <a:gd name="T0" fmla="*/ 2725 w 124"/>
                  <a:gd name="T1" fmla="*/ 61 h 29"/>
                  <a:gd name="T2" fmla="*/ 2081 w 124"/>
                  <a:gd name="T3" fmla="*/ 356 h 29"/>
                  <a:gd name="T4" fmla="*/ 1538 w 124"/>
                  <a:gd name="T5" fmla="*/ 668 h 29"/>
                  <a:gd name="T6" fmla="*/ 415 w 124"/>
                  <a:gd name="T7" fmla="*/ 356 h 29"/>
                  <a:gd name="T8" fmla="*/ 0 w 124"/>
                  <a:gd name="T9" fmla="*/ 267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29">
                    <a:moveTo>
                      <a:pt x="124" y="2"/>
                    </a:moveTo>
                    <a:cubicBezTo>
                      <a:pt x="114" y="0"/>
                      <a:pt x="103" y="8"/>
                      <a:pt x="95" y="12"/>
                    </a:cubicBezTo>
                    <a:cubicBezTo>
                      <a:pt x="87" y="16"/>
                      <a:pt x="79" y="21"/>
                      <a:pt x="70" y="23"/>
                    </a:cubicBezTo>
                    <a:cubicBezTo>
                      <a:pt x="50" y="29"/>
                      <a:pt x="37" y="16"/>
                      <a:pt x="19" y="12"/>
                    </a:cubicBezTo>
                    <a:cubicBezTo>
                      <a:pt x="13" y="11"/>
                      <a:pt x="5" y="11"/>
                      <a:pt x="0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6" name="Freeform 484">
                <a:extLst>
                  <a:ext uri="{FF2B5EF4-FFF2-40B4-BE49-F238E27FC236}">
                    <a16:creationId xmlns:a16="http://schemas.microsoft.com/office/drawing/2014/main" id="{89585121-11E0-40CC-B8BC-788FF4333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229"/>
                <a:ext cx="159" cy="144"/>
              </a:xfrm>
              <a:custGeom>
                <a:avLst/>
                <a:gdLst>
                  <a:gd name="T0" fmla="*/ 1860 w 86"/>
                  <a:gd name="T1" fmla="*/ 1620 h 73"/>
                  <a:gd name="T2" fmla="*/ 632 w 86"/>
                  <a:gd name="T3" fmla="*/ 1381 h 73"/>
                  <a:gd name="T4" fmla="*/ 277 w 86"/>
                  <a:gd name="T5" fmla="*/ 684 h 73"/>
                  <a:gd name="T6" fmla="*/ 24 w 86"/>
                  <a:gd name="T7" fmla="*/ 63 h 73"/>
                  <a:gd name="T8" fmla="*/ 24 w 86"/>
                  <a:gd name="T9" fmla="*/ 3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73">
                    <a:moveTo>
                      <a:pt x="86" y="54"/>
                    </a:moveTo>
                    <a:cubicBezTo>
                      <a:pt x="76" y="73"/>
                      <a:pt x="39" y="57"/>
                      <a:pt x="29" y="46"/>
                    </a:cubicBezTo>
                    <a:cubicBezTo>
                      <a:pt x="23" y="39"/>
                      <a:pt x="18" y="31"/>
                      <a:pt x="13" y="23"/>
                    </a:cubicBezTo>
                    <a:cubicBezTo>
                      <a:pt x="10" y="16"/>
                      <a:pt x="5" y="9"/>
                      <a:pt x="1" y="2"/>
                    </a:cubicBezTo>
                    <a:cubicBezTo>
                      <a:pt x="1" y="1"/>
                      <a:pt x="0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7" name="Freeform 485">
                <a:extLst>
                  <a:ext uri="{FF2B5EF4-FFF2-40B4-BE49-F238E27FC236}">
                    <a16:creationId xmlns:a16="http://schemas.microsoft.com/office/drawing/2014/main" id="{F281C1CF-9F98-48EF-85D3-CD2FFBC8A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067"/>
                <a:ext cx="169" cy="191"/>
              </a:xfrm>
              <a:custGeom>
                <a:avLst/>
                <a:gdLst>
                  <a:gd name="T0" fmla="*/ 2011 w 91"/>
                  <a:gd name="T1" fmla="*/ 183 h 97"/>
                  <a:gd name="T2" fmla="*/ 1166 w 91"/>
                  <a:gd name="T3" fmla="*/ 124 h 97"/>
                  <a:gd name="T4" fmla="*/ 462 w 91"/>
                  <a:gd name="T5" fmla="*/ 857 h 97"/>
                  <a:gd name="T6" fmla="*/ 24 w 91"/>
                  <a:gd name="T7" fmla="*/ 2717 h 97"/>
                  <a:gd name="T8" fmla="*/ 0 w 91"/>
                  <a:gd name="T9" fmla="*/ 2869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7">
                    <a:moveTo>
                      <a:pt x="91" y="6"/>
                    </a:moveTo>
                    <a:cubicBezTo>
                      <a:pt x="78" y="3"/>
                      <a:pt x="66" y="0"/>
                      <a:pt x="53" y="4"/>
                    </a:cubicBezTo>
                    <a:cubicBezTo>
                      <a:pt x="40" y="7"/>
                      <a:pt x="29" y="18"/>
                      <a:pt x="21" y="29"/>
                    </a:cubicBezTo>
                    <a:cubicBezTo>
                      <a:pt x="8" y="47"/>
                      <a:pt x="8" y="72"/>
                      <a:pt x="1" y="92"/>
                    </a:cubicBezTo>
                    <a:cubicBezTo>
                      <a:pt x="1" y="94"/>
                      <a:pt x="0" y="95"/>
                      <a:pt x="0" y="9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8" name="Freeform 486">
                <a:extLst>
                  <a:ext uri="{FF2B5EF4-FFF2-40B4-BE49-F238E27FC236}">
                    <a16:creationId xmlns:a16="http://schemas.microsoft.com/office/drawing/2014/main" id="{D7C77AC4-9426-42C1-A53B-D88158271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162"/>
                <a:ext cx="156" cy="189"/>
              </a:xfrm>
              <a:custGeom>
                <a:avLst/>
                <a:gdLst>
                  <a:gd name="T0" fmla="*/ 0 w 84"/>
                  <a:gd name="T1" fmla="*/ 2601 h 96"/>
                  <a:gd name="T2" fmla="*/ 1235 w 84"/>
                  <a:gd name="T3" fmla="*/ 1565 h 96"/>
                  <a:gd name="T4" fmla="*/ 1621 w 84"/>
                  <a:gd name="T5" fmla="*/ 616 h 96"/>
                  <a:gd name="T6" fmla="*/ 1859 w 84"/>
                  <a:gd name="T7" fmla="*/ 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96">
                    <a:moveTo>
                      <a:pt x="0" y="88"/>
                    </a:moveTo>
                    <a:cubicBezTo>
                      <a:pt x="21" y="96"/>
                      <a:pt x="47" y="69"/>
                      <a:pt x="56" y="53"/>
                    </a:cubicBezTo>
                    <a:cubicBezTo>
                      <a:pt x="62" y="42"/>
                      <a:pt x="67" y="31"/>
                      <a:pt x="73" y="21"/>
                    </a:cubicBezTo>
                    <a:cubicBezTo>
                      <a:pt x="77" y="14"/>
                      <a:pt x="81" y="7"/>
                      <a:pt x="8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9" name="Freeform 487">
                <a:extLst>
                  <a:ext uri="{FF2B5EF4-FFF2-40B4-BE49-F238E27FC236}">
                    <a16:creationId xmlns:a16="http://schemas.microsoft.com/office/drawing/2014/main" id="{C0868EE6-9DA3-4F6F-B39F-3D45809BE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116"/>
                <a:ext cx="159" cy="164"/>
              </a:xfrm>
              <a:custGeom>
                <a:avLst/>
                <a:gdLst>
                  <a:gd name="T0" fmla="*/ 0 w 86"/>
                  <a:gd name="T1" fmla="*/ 0 h 83"/>
                  <a:gd name="T2" fmla="*/ 455 w 86"/>
                  <a:gd name="T3" fmla="*/ 808 h 83"/>
                  <a:gd name="T4" fmla="*/ 841 w 86"/>
                  <a:gd name="T5" fmla="*/ 1780 h 83"/>
                  <a:gd name="T6" fmla="*/ 1732 w 86"/>
                  <a:gd name="T7" fmla="*/ 2405 h 83"/>
                  <a:gd name="T8" fmla="*/ 1860 w 86"/>
                  <a:gd name="T9" fmla="*/ 237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3">
                    <a:moveTo>
                      <a:pt x="0" y="0"/>
                    </a:moveTo>
                    <a:cubicBezTo>
                      <a:pt x="9" y="6"/>
                      <a:pt x="14" y="18"/>
                      <a:pt x="21" y="27"/>
                    </a:cubicBezTo>
                    <a:cubicBezTo>
                      <a:pt x="28" y="37"/>
                      <a:pt x="32" y="49"/>
                      <a:pt x="39" y="59"/>
                    </a:cubicBezTo>
                    <a:cubicBezTo>
                      <a:pt x="50" y="74"/>
                      <a:pt x="62" y="83"/>
                      <a:pt x="80" y="80"/>
                    </a:cubicBezTo>
                    <a:cubicBezTo>
                      <a:pt x="82" y="79"/>
                      <a:pt x="84" y="79"/>
                      <a:pt x="86" y="7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0" name="Freeform 488">
                <a:extLst>
                  <a:ext uri="{FF2B5EF4-FFF2-40B4-BE49-F238E27FC236}">
                    <a16:creationId xmlns:a16="http://schemas.microsoft.com/office/drawing/2014/main" id="{DD8E3943-6543-4F6C-8BF3-01E60B50B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158"/>
                <a:ext cx="185" cy="91"/>
              </a:xfrm>
              <a:custGeom>
                <a:avLst/>
                <a:gdLst>
                  <a:gd name="T0" fmla="*/ 2166 w 100"/>
                  <a:gd name="T1" fmla="*/ 0 h 46"/>
                  <a:gd name="T2" fmla="*/ 1837 w 100"/>
                  <a:gd name="T3" fmla="*/ 125 h 46"/>
                  <a:gd name="T4" fmla="*/ 1499 w 100"/>
                  <a:gd name="T5" fmla="*/ 396 h 46"/>
                  <a:gd name="T6" fmla="*/ 975 w 100"/>
                  <a:gd name="T7" fmla="*/ 1084 h 46"/>
                  <a:gd name="T8" fmla="*/ 507 w 100"/>
                  <a:gd name="T9" fmla="*/ 1393 h 46"/>
                  <a:gd name="T10" fmla="*/ 105 w 100"/>
                  <a:gd name="T11" fmla="*/ 1209 h 46"/>
                  <a:gd name="T12" fmla="*/ 0 w 100"/>
                  <a:gd name="T13" fmla="*/ 106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46">
                    <a:moveTo>
                      <a:pt x="100" y="0"/>
                    </a:moveTo>
                    <a:cubicBezTo>
                      <a:pt x="96" y="0"/>
                      <a:pt x="89" y="3"/>
                      <a:pt x="85" y="4"/>
                    </a:cubicBezTo>
                    <a:cubicBezTo>
                      <a:pt x="80" y="6"/>
                      <a:pt x="74" y="9"/>
                      <a:pt x="69" y="13"/>
                    </a:cubicBezTo>
                    <a:cubicBezTo>
                      <a:pt x="60" y="20"/>
                      <a:pt x="54" y="29"/>
                      <a:pt x="45" y="36"/>
                    </a:cubicBezTo>
                    <a:cubicBezTo>
                      <a:pt x="38" y="42"/>
                      <a:pt x="33" y="46"/>
                      <a:pt x="23" y="46"/>
                    </a:cubicBezTo>
                    <a:cubicBezTo>
                      <a:pt x="17" y="46"/>
                      <a:pt x="9" y="43"/>
                      <a:pt x="5" y="40"/>
                    </a:cubicBezTo>
                    <a:cubicBezTo>
                      <a:pt x="3" y="39"/>
                      <a:pt x="1" y="37"/>
                      <a:pt x="0" y="3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1" name="Freeform 489">
                <a:extLst>
                  <a:ext uri="{FF2B5EF4-FFF2-40B4-BE49-F238E27FC236}">
                    <a16:creationId xmlns:a16="http://schemas.microsoft.com/office/drawing/2014/main" id="{2C9215ED-021F-4DE9-B8B2-019A55BB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091"/>
                <a:ext cx="154" cy="79"/>
              </a:xfrm>
              <a:custGeom>
                <a:avLst/>
                <a:gdLst>
                  <a:gd name="T0" fmla="*/ 1828 w 83"/>
                  <a:gd name="T1" fmla="*/ 0 h 40"/>
                  <a:gd name="T2" fmla="*/ 1566 w 83"/>
                  <a:gd name="T3" fmla="*/ 0 h 40"/>
                  <a:gd name="T4" fmla="*/ 1163 w 83"/>
                  <a:gd name="T5" fmla="*/ 63 h 40"/>
                  <a:gd name="T6" fmla="*/ 544 w 83"/>
                  <a:gd name="T7" fmla="*/ 547 h 40"/>
                  <a:gd name="T8" fmla="*/ 154 w 83"/>
                  <a:gd name="T9" fmla="*/ 988 h 40"/>
                  <a:gd name="T10" fmla="*/ 0 w 83"/>
                  <a:gd name="T11" fmla="*/ 120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0">
                    <a:moveTo>
                      <a:pt x="83" y="0"/>
                    </a:moveTo>
                    <a:cubicBezTo>
                      <a:pt x="80" y="2"/>
                      <a:pt x="74" y="0"/>
                      <a:pt x="71" y="0"/>
                    </a:cubicBezTo>
                    <a:cubicBezTo>
                      <a:pt x="65" y="0"/>
                      <a:pt x="59" y="1"/>
                      <a:pt x="53" y="2"/>
                    </a:cubicBezTo>
                    <a:cubicBezTo>
                      <a:pt x="43" y="6"/>
                      <a:pt x="33" y="11"/>
                      <a:pt x="25" y="18"/>
                    </a:cubicBezTo>
                    <a:cubicBezTo>
                      <a:pt x="19" y="23"/>
                      <a:pt x="13" y="28"/>
                      <a:pt x="7" y="33"/>
                    </a:cubicBezTo>
                    <a:cubicBezTo>
                      <a:pt x="5" y="35"/>
                      <a:pt x="1" y="37"/>
                      <a:pt x="0" y="4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2" name="Freeform 490">
                <a:extLst>
                  <a:ext uri="{FF2B5EF4-FFF2-40B4-BE49-F238E27FC236}">
                    <a16:creationId xmlns:a16="http://schemas.microsoft.com/office/drawing/2014/main" id="{31624B8A-293A-4539-B2A8-19FA14E42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158"/>
                <a:ext cx="156" cy="57"/>
              </a:xfrm>
              <a:custGeom>
                <a:avLst/>
                <a:gdLst>
                  <a:gd name="T0" fmla="*/ 0 w 84"/>
                  <a:gd name="T1" fmla="*/ 0 h 29"/>
                  <a:gd name="T2" fmla="*/ 180 w 84"/>
                  <a:gd name="T3" fmla="*/ 212 h 29"/>
                  <a:gd name="T4" fmla="*/ 418 w 84"/>
                  <a:gd name="T5" fmla="*/ 495 h 29"/>
                  <a:gd name="T6" fmla="*/ 1001 w 84"/>
                  <a:gd name="T7" fmla="*/ 820 h 29"/>
                  <a:gd name="T8" fmla="*/ 1545 w 84"/>
                  <a:gd name="T9" fmla="*/ 729 h 29"/>
                  <a:gd name="T10" fmla="*/ 1859 w 84"/>
                  <a:gd name="T11" fmla="*/ 525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29">
                    <a:moveTo>
                      <a:pt x="0" y="0"/>
                    </a:moveTo>
                    <a:cubicBezTo>
                      <a:pt x="2" y="3"/>
                      <a:pt x="6" y="5"/>
                      <a:pt x="8" y="7"/>
                    </a:cubicBezTo>
                    <a:cubicBezTo>
                      <a:pt x="12" y="10"/>
                      <a:pt x="15" y="14"/>
                      <a:pt x="19" y="17"/>
                    </a:cubicBezTo>
                    <a:cubicBezTo>
                      <a:pt x="26" y="22"/>
                      <a:pt x="36" y="27"/>
                      <a:pt x="45" y="28"/>
                    </a:cubicBezTo>
                    <a:cubicBezTo>
                      <a:pt x="54" y="29"/>
                      <a:pt x="62" y="28"/>
                      <a:pt x="70" y="25"/>
                    </a:cubicBezTo>
                    <a:cubicBezTo>
                      <a:pt x="75" y="23"/>
                      <a:pt x="79" y="19"/>
                      <a:pt x="84" y="1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3" name="Freeform 491">
                <a:extLst>
                  <a:ext uri="{FF2B5EF4-FFF2-40B4-BE49-F238E27FC236}">
                    <a16:creationId xmlns:a16="http://schemas.microsoft.com/office/drawing/2014/main" id="{FCDC9862-A4B2-4EA9-83DB-DF6D0A561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2108"/>
                <a:ext cx="200" cy="103"/>
              </a:xfrm>
              <a:custGeom>
                <a:avLst/>
                <a:gdLst>
                  <a:gd name="T0" fmla="*/ 0 w 108"/>
                  <a:gd name="T1" fmla="*/ 1460 h 52"/>
                  <a:gd name="T2" fmla="*/ 1478 w 108"/>
                  <a:gd name="T3" fmla="*/ 644 h 52"/>
                  <a:gd name="T4" fmla="*/ 1961 w 108"/>
                  <a:gd name="T5" fmla="*/ 156 h 52"/>
                  <a:gd name="T6" fmla="*/ 2350 w 108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52">
                    <a:moveTo>
                      <a:pt x="0" y="48"/>
                    </a:moveTo>
                    <a:cubicBezTo>
                      <a:pt x="24" y="52"/>
                      <a:pt x="49" y="35"/>
                      <a:pt x="68" y="21"/>
                    </a:cubicBezTo>
                    <a:cubicBezTo>
                      <a:pt x="75" y="16"/>
                      <a:pt x="82" y="9"/>
                      <a:pt x="90" y="5"/>
                    </a:cubicBezTo>
                    <a:cubicBezTo>
                      <a:pt x="96" y="3"/>
                      <a:pt x="102" y="2"/>
                      <a:pt x="108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4" name="Freeform 492">
                <a:extLst>
                  <a:ext uri="{FF2B5EF4-FFF2-40B4-BE49-F238E27FC236}">
                    <a16:creationId xmlns:a16="http://schemas.microsoft.com/office/drawing/2014/main" id="{8601C666-7B24-4C10-82EF-9A49F473C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098"/>
                <a:ext cx="231" cy="73"/>
              </a:xfrm>
              <a:custGeom>
                <a:avLst/>
                <a:gdLst>
                  <a:gd name="T0" fmla="*/ 2694 w 125"/>
                  <a:gd name="T1" fmla="*/ 744 h 37"/>
                  <a:gd name="T2" fmla="*/ 2545 w 125"/>
                  <a:gd name="T3" fmla="*/ 837 h 37"/>
                  <a:gd name="T4" fmla="*/ 2308 w 125"/>
                  <a:gd name="T5" fmla="*/ 860 h 37"/>
                  <a:gd name="T6" fmla="*/ 1831 w 125"/>
                  <a:gd name="T7" fmla="*/ 1012 h 37"/>
                  <a:gd name="T8" fmla="*/ 885 w 125"/>
                  <a:gd name="T9" fmla="*/ 892 h 37"/>
                  <a:gd name="T10" fmla="*/ 560 w 125"/>
                  <a:gd name="T11" fmla="*/ 592 h 37"/>
                  <a:gd name="T12" fmla="*/ 359 w 125"/>
                  <a:gd name="T13" fmla="*/ 331 h 37"/>
                  <a:gd name="T14" fmla="*/ 0 w 125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37">
                    <a:moveTo>
                      <a:pt x="125" y="25"/>
                    </a:moveTo>
                    <a:cubicBezTo>
                      <a:pt x="122" y="26"/>
                      <a:pt x="120" y="27"/>
                      <a:pt x="118" y="28"/>
                    </a:cubicBezTo>
                    <a:cubicBezTo>
                      <a:pt x="114" y="29"/>
                      <a:pt x="111" y="29"/>
                      <a:pt x="107" y="29"/>
                    </a:cubicBezTo>
                    <a:cubicBezTo>
                      <a:pt x="99" y="31"/>
                      <a:pt x="92" y="32"/>
                      <a:pt x="85" y="34"/>
                    </a:cubicBezTo>
                    <a:cubicBezTo>
                      <a:pt x="70" y="37"/>
                      <a:pt x="55" y="37"/>
                      <a:pt x="41" y="30"/>
                    </a:cubicBezTo>
                    <a:cubicBezTo>
                      <a:pt x="35" y="27"/>
                      <a:pt x="31" y="25"/>
                      <a:pt x="26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2" y="7"/>
                      <a:pt x="6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5" name="Freeform 493">
                <a:extLst>
                  <a:ext uri="{FF2B5EF4-FFF2-40B4-BE49-F238E27FC236}">
                    <a16:creationId xmlns:a16="http://schemas.microsoft.com/office/drawing/2014/main" id="{8A6E6FD7-EFAA-453E-AB15-E39CF1727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087"/>
                <a:ext cx="241" cy="83"/>
              </a:xfrm>
              <a:custGeom>
                <a:avLst/>
                <a:gdLst>
                  <a:gd name="T0" fmla="*/ 0 w 130"/>
                  <a:gd name="T1" fmla="*/ 1233 h 42"/>
                  <a:gd name="T2" fmla="*/ 814 w 130"/>
                  <a:gd name="T3" fmla="*/ 840 h 42"/>
                  <a:gd name="T4" fmla="*/ 1618 w 130"/>
                  <a:gd name="T5" fmla="*/ 215 h 42"/>
                  <a:gd name="T6" fmla="*/ 2382 w 130"/>
                  <a:gd name="T7" fmla="*/ 0 h 42"/>
                  <a:gd name="T8" fmla="*/ 2849 w 130"/>
                  <a:gd name="T9" fmla="*/ 9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42">
                    <a:moveTo>
                      <a:pt x="0" y="41"/>
                    </a:moveTo>
                    <a:cubicBezTo>
                      <a:pt x="13" y="42"/>
                      <a:pt x="26" y="34"/>
                      <a:pt x="37" y="28"/>
                    </a:cubicBezTo>
                    <a:cubicBezTo>
                      <a:pt x="49" y="20"/>
                      <a:pt x="60" y="12"/>
                      <a:pt x="74" y="7"/>
                    </a:cubicBezTo>
                    <a:cubicBezTo>
                      <a:pt x="85" y="3"/>
                      <a:pt x="97" y="0"/>
                      <a:pt x="109" y="0"/>
                    </a:cubicBezTo>
                    <a:cubicBezTo>
                      <a:pt x="115" y="0"/>
                      <a:pt x="125" y="0"/>
                      <a:pt x="130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6" name="Freeform 494">
                <a:extLst>
                  <a:ext uri="{FF2B5EF4-FFF2-40B4-BE49-F238E27FC236}">
                    <a16:creationId xmlns:a16="http://schemas.microsoft.com/office/drawing/2014/main" id="{2210441B-0F70-45DD-A5AC-B19225374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053"/>
                <a:ext cx="153" cy="51"/>
              </a:xfrm>
              <a:custGeom>
                <a:avLst/>
                <a:gdLst>
                  <a:gd name="T0" fmla="*/ 1768 w 83"/>
                  <a:gd name="T1" fmla="*/ 0 h 26"/>
                  <a:gd name="T2" fmla="*/ 1314 w 83"/>
                  <a:gd name="T3" fmla="*/ 120 h 26"/>
                  <a:gd name="T4" fmla="*/ 632 w 83"/>
                  <a:gd name="T5" fmla="*/ 235 h 26"/>
                  <a:gd name="T6" fmla="*/ 194 w 83"/>
                  <a:gd name="T7" fmla="*/ 520 h 26"/>
                  <a:gd name="T8" fmla="*/ 0 w 83"/>
                  <a:gd name="T9" fmla="*/ 75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26">
                    <a:moveTo>
                      <a:pt x="83" y="0"/>
                    </a:moveTo>
                    <a:cubicBezTo>
                      <a:pt x="79" y="4"/>
                      <a:pt x="67" y="3"/>
                      <a:pt x="62" y="4"/>
                    </a:cubicBezTo>
                    <a:cubicBezTo>
                      <a:pt x="51" y="4"/>
                      <a:pt x="40" y="5"/>
                      <a:pt x="30" y="8"/>
                    </a:cubicBezTo>
                    <a:cubicBezTo>
                      <a:pt x="23" y="11"/>
                      <a:pt x="16" y="14"/>
                      <a:pt x="9" y="18"/>
                    </a:cubicBezTo>
                    <a:cubicBezTo>
                      <a:pt x="6" y="20"/>
                      <a:pt x="4" y="24"/>
                      <a:pt x="0" y="2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7" name="Freeform 495">
                <a:extLst>
                  <a:ext uri="{FF2B5EF4-FFF2-40B4-BE49-F238E27FC236}">
                    <a16:creationId xmlns:a16="http://schemas.microsoft.com/office/drawing/2014/main" id="{EE13E208-998F-4978-96A3-6F2BFDAB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116"/>
                <a:ext cx="189" cy="24"/>
              </a:xfrm>
              <a:custGeom>
                <a:avLst/>
                <a:gdLst>
                  <a:gd name="T0" fmla="*/ 0 w 102"/>
                  <a:gd name="T1" fmla="*/ 0 h 12"/>
                  <a:gd name="T2" fmla="*/ 282 w 102"/>
                  <a:gd name="T3" fmla="*/ 64 h 12"/>
                  <a:gd name="T4" fmla="*/ 636 w 102"/>
                  <a:gd name="T5" fmla="*/ 224 h 12"/>
                  <a:gd name="T6" fmla="*/ 1247 w 102"/>
                  <a:gd name="T7" fmla="*/ 384 h 12"/>
                  <a:gd name="T8" fmla="*/ 1812 w 102"/>
                  <a:gd name="T9" fmla="*/ 128 h 12"/>
                  <a:gd name="T10" fmla="*/ 2229 w 102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2">
                    <a:moveTo>
                      <a:pt x="0" y="0"/>
                    </a:moveTo>
                    <a:cubicBezTo>
                      <a:pt x="2" y="2"/>
                      <a:pt x="10" y="2"/>
                      <a:pt x="13" y="2"/>
                    </a:cubicBezTo>
                    <a:cubicBezTo>
                      <a:pt x="18" y="3"/>
                      <a:pt x="23" y="5"/>
                      <a:pt x="29" y="7"/>
                    </a:cubicBezTo>
                    <a:cubicBezTo>
                      <a:pt x="38" y="10"/>
                      <a:pt x="47" y="12"/>
                      <a:pt x="57" y="12"/>
                    </a:cubicBezTo>
                    <a:cubicBezTo>
                      <a:pt x="66" y="11"/>
                      <a:pt x="75" y="8"/>
                      <a:pt x="83" y="4"/>
                    </a:cubicBezTo>
                    <a:cubicBezTo>
                      <a:pt x="89" y="2"/>
                      <a:pt x="97" y="1"/>
                      <a:pt x="102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8" name="Freeform 496">
                <a:extLst>
                  <a:ext uri="{FF2B5EF4-FFF2-40B4-BE49-F238E27FC236}">
                    <a16:creationId xmlns:a16="http://schemas.microsoft.com/office/drawing/2014/main" id="{708773A3-9C30-4904-B416-CE1712BB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067"/>
                <a:ext cx="197" cy="71"/>
              </a:xfrm>
              <a:custGeom>
                <a:avLst/>
                <a:gdLst>
                  <a:gd name="T0" fmla="*/ 2349 w 106"/>
                  <a:gd name="T1" fmla="*/ 0 h 36"/>
                  <a:gd name="T2" fmla="*/ 1989 w 106"/>
                  <a:gd name="T3" fmla="*/ 32 h 36"/>
                  <a:gd name="T4" fmla="*/ 1598 w 106"/>
                  <a:gd name="T5" fmla="*/ 124 h 36"/>
                  <a:gd name="T6" fmla="*/ 821 w 106"/>
                  <a:gd name="T7" fmla="*/ 560 h 36"/>
                  <a:gd name="T8" fmla="*/ 0 w 106"/>
                  <a:gd name="T9" fmla="*/ 107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36">
                    <a:moveTo>
                      <a:pt x="106" y="0"/>
                    </a:moveTo>
                    <a:cubicBezTo>
                      <a:pt x="102" y="1"/>
                      <a:pt x="94" y="0"/>
                      <a:pt x="90" y="1"/>
                    </a:cubicBezTo>
                    <a:cubicBezTo>
                      <a:pt x="84" y="2"/>
                      <a:pt x="78" y="2"/>
                      <a:pt x="72" y="4"/>
                    </a:cubicBezTo>
                    <a:cubicBezTo>
                      <a:pt x="60" y="8"/>
                      <a:pt x="49" y="13"/>
                      <a:pt x="37" y="19"/>
                    </a:cubicBezTo>
                    <a:cubicBezTo>
                      <a:pt x="25" y="25"/>
                      <a:pt x="12" y="34"/>
                      <a:pt x="0" y="3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9" name="Freeform 497">
                <a:extLst>
                  <a:ext uri="{FF2B5EF4-FFF2-40B4-BE49-F238E27FC236}">
                    <a16:creationId xmlns:a16="http://schemas.microsoft.com/office/drawing/2014/main" id="{A0137FDC-2F3D-4EB7-9AC7-D2EF4B61E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067"/>
                <a:ext cx="241" cy="37"/>
              </a:xfrm>
              <a:custGeom>
                <a:avLst/>
                <a:gdLst>
                  <a:gd name="T0" fmla="*/ 2849 w 130"/>
                  <a:gd name="T1" fmla="*/ 333 h 19"/>
                  <a:gd name="T2" fmla="*/ 2058 w 130"/>
                  <a:gd name="T3" fmla="*/ 473 h 19"/>
                  <a:gd name="T4" fmla="*/ 1509 w 130"/>
                  <a:gd name="T5" fmla="*/ 500 h 19"/>
                  <a:gd name="T6" fmla="*/ 1007 w 130"/>
                  <a:gd name="T7" fmla="*/ 360 h 19"/>
                  <a:gd name="T8" fmla="*/ 0 w 130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19">
                    <a:moveTo>
                      <a:pt x="130" y="12"/>
                    </a:moveTo>
                    <a:cubicBezTo>
                      <a:pt x="118" y="12"/>
                      <a:pt x="107" y="17"/>
                      <a:pt x="94" y="17"/>
                    </a:cubicBezTo>
                    <a:cubicBezTo>
                      <a:pt x="86" y="18"/>
                      <a:pt x="77" y="19"/>
                      <a:pt x="69" y="18"/>
                    </a:cubicBezTo>
                    <a:cubicBezTo>
                      <a:pt x="61" y="17"/>
                      <a:pt x="53" y="15"/>
                      <a:pt x="46" y="13"/>
                    </a:cubicBezTo>
                    <a:cubicBezTo>
                      <a:pt x="30" y="9"/>
                      <a:pt x="15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0749" name="Freeform 498">
              <a:extLst>
                <a:ext uri="{FF2B5EF4-FFF2-40B4-BE49-F238E27FC236}">
                  <a16:creationId xmlns:a16="http://schemas.microsoft.com/office/drawing/2014/main" id="{42709708-D8F0-4AB2-9342-1ED364F62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035"/>
              <a:ext cx="136" cy="38"/>
            </a:xfrm>
            <a:custGeom>
              <a:avLst/>
              <a:gdLst>
                <a:gd name="T0" fmla="*/ 1617 w 73"/>
                <a:gd name="T1" fmla="*/ 32 h 19"/>
                <a:gd name="T2" fmla="*/ 1617 w 73"/>
                <a:gd name="T3" fmla="*/ 0 h 19"/>
                <a:gd name="T4" fmla="*/ 1118 w 73"/>
                <a:gd name="T5" fmla="*/ 64 h 19"/>
                <a:gd name="T6" fmla="*/ 542 w 73"/>
                <a:gd name="T7" fmla="*/ 192 h 19"/>
                <a:gd name="T8" fmla="*/ 24 w 73"/>
                <a:gd name="T9" fmla="*/ 576 h 19"/>
                <a:gd name="T10" fmla="*/ 24 w 73"/>
                <a:gd name="T11" fmla="*/ 57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9">
                  <a:moveTo>
                    <a:pt x="72" y="1"/>
                  </a:moveTo>
                  <a:cubicBezTo>
                    <a:pt x="72" y="1"/>
                    <a:pt x="73" y="1"/>
                    <a:pt x="72" y="0"/>
                  </a:cubicBezTo>
                  <a:cubicBezTo>
                    <a:pt x="65" y="3"/>
                    <a:pt x="57" y="2"/>
                    <a:pt x="50" y="2"/>
                  </a:cubicBezTo>
                  <a:cubicBezTo>
                    <a:pt x="41" y="2"/>
                    <a:pt x="33" y="3"/>
                    <a:pt x="24" y="6"/>
                  </a:cubicBezTo>
                  <a:cubicBezTo>
                    <a:pt x="17" y="8"/>
                    <a:pt x="6" y="13"/>
                    <a:pt x="1" y="18"/>
                  </a:cubicBezTo>
                  <a:cubicBezTo>
                    <a:pt x="0" y="19"/>
                    <a:pt x="1" y="18"/>
                    <a:pt x="1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0" name="Freeform 499">
              <a:extLst>
                <a:ext uri="{FF2B5EF4-FFF2-40B4-BE49-F238E27FC236}">
                  <a16:creationId xmlns:a16="http://schemas.microsoft.com/office/drawing/2014/main" id="{6EFEE937-4665-4EB6-A289-FFFAD588C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045"/>
              <a:ext cx="213" cy="57"/>
            </a:xfrm>
            <a:custGeom>
              <a:avLst/>
              <a:gdLst>
                <a:gd name="T0" fmla="*/ 0 w 115"/>
                <a:gd name="T1" fmla="*/ 151 h 29"/>
                <a:gd name="T2" fmla="*/ 261 w 115"/>
                <a:gd name="T3" fmla="*/ 61 h 29"/>
                <a:gd name="T4" fmla="*/ 693 w 115"/>
                <a:gd name="T5" fmla="*/ 0 h 29"/>
                <a:gd name="T6" fmla="*/ 1613 w 115"/>
                <a:gd name="T7" fmla="*/ 328 h 29"/>
                <a:gd name="T8" fmla="*/ 2223 w 115"/>
                <a:gd name="T9" fmla="*/ 700 h 29"/>
                <a:gd name="T10" fmla="*/ 2512 w 115"/>
                <a:gd name="T11" fmla="*/ 849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29">
                  <a:moveTo>
                    <a:pt x="0" y="5"/>
                  </a:moveTo>
                  <a:cubicBezTo>
                    <a:pt x="4" y="5"/>
                    <a:pt x="8" y="3"/>
                    <a:pt x="12" y="2"/>
                  </a:cubicBezTo>
                  <a:cubicBezTo>
                    <a:pt x="18" y="0"/>
                    <a:pt x="25" y="0"/>
                    <a:pt x="32" y="0"/>
                  </a:cubicBezTo>
                  <a:cubicBezTo>
                    <a:pt x="47" y="1"/>
                    <a:pt x="60" y="7"/>
                    <a:pt x="74" y="11"/>
                  </a:cubicBezTo>
                  <a:cubicBezTo>
                    <a:pt x="84" y="14"/>
                    <a:pt x="93" y="19"/>
                    <a:pt x="102" y="24"/>
                  </a:cubicBezTo>
                  <a:cubicBezTo>
                    <a:pt x="106" y="26"/>
                    <a:pt x="111" y="27"/>
                    <a:pt x="115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500">
              <a:extLst>
                <a:ext uri="{FF2B5EF4-FFF2-40B4-BE49-F238E27FC236}">
                  <a16:creationId xmlns:a16="http://schemas.microsoft.com/office/drawing/2014/main" id="{71DED08A-DCE8-457F-9C61-6946EC0AE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049"/>
              <a:ext cx="226" cy="32"/>
            </a:xfrm>
            <a:custGeom>
              <a:avLst/>
              <a:gdLst>
                <a:gd name="T0" fmla="*/ 0 w 122"/>
                <a:gd name="T1" fmla="*/ 384 h 16"/>
                <a:gd name="T2" fmla="*/ 895 w 122"/>
                <a:gd name="T3" fmla="*/ 448 h 16"/>
                <a:gd name="T4" fmla="*/ 1812 w 122"/>
                <a:gd name="T5" fmla="*/ 352 h 16"/>
                <a:gd name="T6" fmla="*/ 2351 w 122"/>
                <a:gd name="T7" fmla="*/ 96 h 16"/>
                <a:gd name="T8" fmla="*/ 2664 w 122"/>
                <a:gd name="T9" fmla="*/ 3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6">
                  <a:moveTo>
                    <a:pt x="0" y="12"/>
                  </a:moveTo>
                  <a:cubicBezTo>
                    <a:pt x="14" y="12"/>
                    <a:pt x="27" y="12"/>
                    <a:pt x="41" y="14"/>
                  </a:cubicBezTo>
                  <a:cubicBezTo>
                    <a:pt x="55" y="16"/>
                    <a:pt x="70" y="16"/>
                    <a:pt x="83" y="11"/>
                  </a:cubicBezTo>
                  <a:cubicBezTo>
                    <a:pt x="91" y="8"/>
                    <a:pt x="99" y="5"/>
                    <a:pt x="108" y="3"/>
                  </a:cubicBezTo>
                  <a:cubicBezTo>
                    <a:pt x="112" y="2"/>
                    <a:pt x="118" y="0"/>
                    <a:pt x="122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501">
              <a:extLst>
                <a:ext uri="{FF2B5EF4-FFF2-40B4-BE49-F238E27FC236}">
                  <a16:creationId xmlns:a16="http://schemas.microsoft.com/office/drawing/2014/main" id="{0CF4AD5F-479C-430E-A716-983D10C45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002"/>
              <a:ext cx="194" cy="75"/>
            </a:xfrm>
            <a:custGeom>
              <a:avLst/>
              <a:gdLst>
                <a:gd name="T0" fmla="*/ 0 w 105"/>
                <a:gd name="T1" fmla="*/ 1137 h 38"/>
                <a:gd name="T2" fmla="*/ 641 w 105"/>
                <a:gd name="T3" fmla="*/ 685 h 38"/>
                <a:gd name="T4" fmla="*/ 1349 w 105"/>
                <a:gd name="T5" fmla="*/ 245 h 38"/>
                <a:gd name="T6" fmla="*/ 2256 w 105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38">
                  <a:moveTo>
                    <a:pt x="0" y="38"/>
                  </a:moveTo>
                  <a:cubicBezTo>
                    <a:pt x="10" y="33"/>
                    <a:pt x="21" y="30"/>
                    <a:pt x="30" y="23"/>
                  </a:cubicBezTo>
                  <a:cubicBezTo>
                    <a:pt x="40" y="16"/>
                    <a:pt x="52" y="12"/>
                    <a:pt x="63" y="8"/>
                  </a:cubicBezTo>
                  <a:cubicBezTo>
                    <a:pt x="77" y="3"/>
                    <a:pt x="92" y="4"/>
                    <a:pt x="10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502">
              <a:extLst>
                <a:ext uri="{FF2B5EF4-FFF2-40B4-BE49-F238E27FC236}">
                  <a16:creationId xmlns:a16="http://schemas.microsoft.com/office/drawing/2014/main" id="{4AC2994B-0332-4062-AFE0-078400560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010"/>
              <a:ext cx="321" cy="47"/>
            </a:xfrm>
            <a:custGeom>
              <a:avLst/>
              <a:gdLst>
                <a:gd name="T0" fmla="*/ 3807 w 173"/>
                <a:gd name="T1" fmla="*/ 31 h 24"/>
                <a:gd name="T2" fmla="*/ 3368 w 173"/>
                <a:gd name="T3" fmla="*/ 31 h 24"/>
                <a:gd name="T4" fmla="*/ 2620 w 173"/>
                <a:gd name="T5" fmla="*/ 264 h 24"/>
                <a:gd name="T6" fmla="*/ 1436 w 173"/>
                <a:gd name="T7" fmla="*/ 601 h 24"/>
                <a:gd name="T8" fmla="*/ 83 w 173"/>
                <a:gd name="T9" fmla="*/ 660 h 24"/>
                <a:gd name="T10" fmla="*/ 0 w 173"/>
                <a:gd name="T11" fmla="*/ 66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24">
                  <a:moveTo>
                    <a:pt x="173" y="1"/>
                  </a:moveTo>
                  <a:cubicBezTo>
                    <a:pt x="167" y="1"/>
                    <a:pt x="160" y="0"/>
                    <a:pt x="153" y="1"/>
                  </a:cubicBezTo>
                  <a:cubicBezTo>
                    <a:pt x="142" y="2"/>
                    <a:pt x="129" y="5"/>
                    <a:pt x="119" y="9"/>
                  </a:cubicBezTo>
                  <a:cubicBezTo>
                    <a:pt x="102" y="15"/>
                    <a:pt x="83" y="19"/>
                    <a:pt x="65" y="21"/>
                  </a:cubicBezTo>
                  <a:cubicBezTo>
                    <a:pt x="45" y="24"/>
                    <a:pt x="24" y="24"/>
                    <a:pt x="4" y="23"/>
                  </a:cubicBezTo>
                  <a:cubicBezTo>
                    <a:pt x="2" y="23"/>
                    <a:pt x="1" y="24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503">
              <a:extLst>
                <a:ext uri="{FF2B5EF4-FFF2-40B4-BE49-F238E27FC236}">
                  <a16:creationId xmlns:a16="http://schemas.microsoft.com/office/drawing/2014/main" id="{AD71B735-76DE-45BC-A0F9-5BB633E69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027"/>
              <a:ext cx="307" cy="62"/>
            </a:xfrm>
            <a:custGeom>
              <a:avLst/>
              <a:gdLst>
                <a:gd name="T0" fmla="*/ 0 w 166"/>
                <a:gd name="T1" fmla="*/ 992 h 31"/>
                <a:gd name="T2" fmla="*/ 350 w 166"/>
                <a:gd name="T3" fmla="*/ 576 h 31"/>
                <a:gd name="T4" fmla="*/ 797 w 166"/>
                <a:gd name="T5" fmla="*/ 224 h 31"/>
                <a:gd name="T6" fmla="*/ 1885 w 166"/>
                <a:gd name="T7" fmla="*/ 64 h 31"/>
                <a:gd name="T8" fmla="*/ 3390 w 166"/>
                <a:gd name="T9" fmla="*/ 384 h 31"/>
                <a:gd name="T10" fmla="*/ 3592 w 166"/>
                <a:gd name="T11" fmla="*/ 48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31">
                  <a:moveTo>
                    <a:pt x="0" y="31"/>
                  </a:moveTo>
                  <a:cubicBezTo>
                    <a:pt x="5" y="31"/>
                    <a:pt x="12" y="21"/>
                    <a:pt x="16" y="18"/>
                  </a:cubicBezTo>
                  <a:cubicBezTo>
                    <a:pt x="23" y="14"/>
                    <a:pt x="30" y="10"/>
                    <a:pt x="37" y="7"/>
                  </a:cubicBezTo>
                  <a:cubicBezTo>
                    <a:pt x="54" y="1"/>
                    <a:pt x="70" y="0"/>
                    <a:pt x="87" y="2"/>
                  </a:cubicBezTo>
                  <a:cubicBezTo>
                    <a:pt x="111" y="4"/>
                    <a:pt x="135" y="7"/>
                    <a:pt x="157" y="12"/>
                  </a:cubicBezTo>
                  <a:cubicBezTo>
                    <a:pt x="160" y="13"/>
                    <a:pt x="164" y="13"/>
                    <a:pt x="166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504">
              <a:extLst>
                <a:ext uri="{FF2B5EF4-FFF2-40B4-BE49-F238E27FC236}">
                  <a16:creationId xmlns:a16="http://schemas.microsoft.com/office/drawing/2014/main" id="{595B13C2-EBE0-429D-B812-537A4429E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019"/>
              <a:ext cx="311" cy="10"/>
            </a:xfrm>
            <a:custGeom>
              <a:avLst/>
              <a:gdLst>
                <a:gd name="T0" fmla="*/ 0 w 168"/>
                <a:gd name="T1" fmla="*/ 160 h 5"/>
                <a:gd name="T2" fmla="*/ 507 w 168"/>
                <a:gd name="T3" fmla="*/ 96 h 5"/>
                <a:gd name="T4" fmla="*/ 1200 w 168"/>
                <a:gd name="T5" fmla="*/ 64 h 5"/>
                <a:gd name="T6" fmla="*/ 2399 w 168"/>
                <a:gd name="T7" fmla="*/ 64 h 5"/>
                <a:gd name="T8" fmla="*/ 3652 w 16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5">
                  <a:moveTo>
                    <a:pt x="0" y="5"/>
                  </a:moveTo>
                  <a:cubicBezTo>
                    <a:pt x="7" y="3"/>
                    <a:pt x="15" y="3"/>
                    <a:pt x="23" y="3"/>
                  </a:cubicBezTo>
                  <a:cubicBezTo>
                    <a:pt x="34" y="2"/>
                    <a:pt x="44" y="2"/>
                    <a:pt x="55" y="2"/>
                  </a:cubicBezTo>
                  <a:cubicBezTo>
                    <a:pt x="73" y="1"/>
                    <a:pt x="92" y="0"/>
                    <a:pt x="110" y="2"/>
                  </a:cubicBezTo>
                  <a:cubicBezTo>
                    <a:pt x="130" y="3"/>
                    <a:pt x="149" y="0"/>
                    <a:pt x="168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505">
              <a:extLst>
                <a:ext uri="{FF2B5EF4-FFF2-40B4-BE49-F238E27FC236}">
                  <a16:creationId xmlns:a16="http://schemas.microsoft.com/office/drawing/2014/main" id="{9A1903DA-4306-4BBD-A178-3840B2DC8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970"/>
              <a:ext cx="310" cy="51"/>
            </a:xfrm>
            <a:custGeom>
              <a:avLst/>
              <a:gdLst>
                <a:gd name="T0" fmla="*/ 0 w 167"/>
                <a:gd name="T1" fmla="*/ 753 h 26"/>
                <a:gd name="T2" fmla="*/ 180 w 167"/>
                <a:gd name="T3" fmla="*/ 665 h 26"/>
                <a:gd name="T4" fmla="*/ 514 w 167"/>
                <a:gd name="T5" fmla="*/ 551 h 26"/>
                <a:gd name="T6" fmla="*/ 1316 w 167"/>
                <a:gd name="T7" fmla="*/ 432 h 26"/>
                <a:gd name="T8" fmla="*/ 2649 w 167"/>
                <a:gd name="T9" fmla="*/ 296 h 26"/>
                <a:gd name="T10" fmla="*/ 3345 w 167"/>
                <a:gd name="T11" fmla="*/ 92 h 26"/>
                <a:gd name="T12" fmla="*/ 3677 w 167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26">
                  <a:moveTo>
                    <a:pt x="0" y="26"/>
                  </a:moveTo>
                  <a:cubicBezTo>
                    <a:pt x="2" y="24"/>
                    <a:pt x="5" y="23"/>
                    <a:pt x="8" y="23"/>
                  </a:cubicBezTo>
                  <a:cubicBezTo>
                    <a:pt x="13" y="22"/>
                    <a:pt x="18" y="20"/>
                    <a:pt x="23" y="19"/>
                  </a:cubicBezTo>
                  <a:cubicBezTo>
                    <a:pt x="35" y="17"/>
                    <a:pt x="47" y="16"/>
                    <a:pt x="60" y="15"/>
                  </a:cubicBezTo>
                  <a:cubicBezTo>
                    <a:pt x="80" y="14"/>
                    <a:pt x="100" y="13"/>
                    <a:pt x="120" y="10"/>
                  </a:cubicBezTo>
                  <a:cubicBezTo>
                    <a:pt x="131" y="9"/>
                    <a:pt x="141" y="6"/>
                    <a:pt x="152" y="3"/>
                  </a:cubicBezTo>
                  <a:cubicBezTo>
                    <a:pt x="157" y="1"/>
                    <a:pt x="162" y="1"/>
                    <a:pt x="16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506">
              <a:extLst>
                <a:ext uri="{FF2B5EF4-FFF2-40B4-BE49-F238E27FC236}">
                  <a16:creationId xmlns:a16="http://schemas.microsoft.com/office/drawing/2014/main" id="{99FD12F1-0489-4E16-B904-50EBBA724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120"/>
              <a:ext cx="180" cy="91"/>
            </a:xfrm>
            <a:custGeom>
              <a:avLst/>
              <a:gdLst>
                <a:gd name="T0" fmla="*/ 2136 w 97"/>
                <a:gd name="T1" fmla="*/ 93 h 46"/>
                <a:gd name="T2" fmla="*/ 1718 w 97"/>
                <a:gd name="T3" fmla="*/ 63 h 46"/>
                <a:gd name="T4" fmla="*/ 1360 w 97"/>
                <a:gd name="T5" fmla="*/ 277 h 46"/>
                <a:gd name="T6" fmla="*/ 1082 w 97"/>
                <a:gd name="T7" fmla="*/ 673 h 46"/>
                <a:gd name="T8" fmla="*/ 820 w 97"/>
                <a:gd name="T9" fmla="*/ 936 h 46"/>
                <a:gd name="T10" fmla="*/ 0 w 97"/>
                <a:gd name="T11" fmla="*/ 124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46">
                  <a:moveTo>
                    <a:pt x="97" y="3"/>
                  </a:moveTo>
                  <a:cubicBezTo>
                    <a:pt x="92" y="0"/>
                    <a:pt x="83" y="2"/>
                    <a:pt x="78" y="2"/>
                  </a:cubicBezTo>
                  <a:cubicBezTo>
                    <a:pt x="72" y="3"/>
                    <a:pt x="67" y="5"/>
                    <a:pt x="62" y="9"/>
                  </a:cubicBezTo>
                  <a:cubicBezTo>
                    <a:pt x="57" y="13"/>
                    <a:pt x="53" y="17"/>
                    <a:pt x="49" y="22"/>
                  </a:cubicBezTo>
                  <a:cubicBezTo>
                    <a:pt x="45" y="25"/>
                    <a:pt x="41" y="28"/>
                    <a:pt x="37" y="31"/>
                  </a:cubicBezTo>
                  <a:cubicBezTo>
                    <a:pt x="28" y="39"/>
                    <a:pt x="13" y="46"/>
                    <a:pt x="0" y="4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507">
              <a:extLst>
                <a:ext uri="{FF2B5EF4-FFF2-40B4-BE49-F238E27FC236}">
                  <a16:creationId xmlns:a16="http://schemas.microsoft.com/office/drawing/2014/main" id="{C0954747-96F2-4A3F-A2D7-A6A66BA26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134"/>
              <a:ext cx="144" cy="41"/>
            </a:xfrm>
            <a:custGeom>
              <a:avLst/>
              <a:gdLst>
                <a:gd name="T0" fmla="*/ 1673 w 78"/>
                <a:gd name="T1" fmla="*/ 31 h 21"/>
                <a:gd name="T2" fmla="*/ 1220 w 78"/>
                <a:gd name="T3" fmla="*/ 289 h 21"/>
                <a:gd name="T4" fmla="*/ 641 w 78"/>
                <a:gd name="T5" fmla="*/ 537 h 21"/>
                <a:gd name="T6" fmla="*/ 0 w 78"/>
                <a:gd name="T7" fmla="*/ 53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1">
                  <a:moveTo>
                    <a:pt x="78" y="1"/>
                  </a:moveTo>
                  <a:cubicBezTo>
                    <a:pt x="71" y="0"/>
                    <a:pt x="63" y="7"/>
                    <a:pt x="57" y="10"/>
                  </a:cubicBezTo>
                  <a:cubicBezTo>
                    <a:pt x="48" y="15"/>
                    <a:pt x="39" y="18"/>
                    <a:pt x="30" y="19"/>
                  </a:cubicBezTo>
                  <a:cubicBezTo>
                    <a:pt x="20" y="21"/>
                    <a:pt x="10" y="19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508">
              <a:extLst>
                <a:ext uri="{FF2B5EF4-FFF2-40B4-BE49-F238E27FC236}">
                  <a16:creationId xmlns:a16="http://schemas.microsoft.com/office/drawing/2014/main" id="{05549739-F045-4B8E-B07D-2438B732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106"/>
              <a:ext cx="201" cy="26"/>
            </a:xfrm>
            <a:custGeom>
              <a:avLst/>
              <a:gdLst>
                <a:gd name="T0" fmla="*/ 2325 w 109"/>
                <a:gd name="T1" fmla="*/ 256 h 13"/>
                <a:gd name="T2" fmla="*/ 2043 w 109"/>
                <a:gd name="T3" fmla="*/ 128 h 13"/>
                <a:gd name="T4" fmla="*/ 1687 w 109"/>
                <a:gd name="T5" fmla="*/ 32 h 13"/>
                <a:gd name="T6" fmla="*/ 891 w 109"/>
                <a:gd name="T7" fmla="*/ 256 h 13"/>
                <a:gd name="T8" fmla="*/ 0 w 109"/>
                <a:gd name="T9" fmla="*/ 4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3">
                  <a:moveTo>
                    <a:pt x="109" y="8"/>
                  </a:moveTo>
                  <a:cubicBezTo>
                    <a:pt x="105" y="8"/>
                    <a:pt x="100" y="5"/>
                    <a:pt x="96" y="4"/>
                  </a:cubicBezTo>
                  <a:cubicBezTo>
                    <a:pt x="91" y="2"/>
                    <a:pt x="85" y="1"/>
                    <a:pt x="79" y="1"/>
                  </a:cubicBezTo>
                  <a:cubicBezTo>
                    <a:pt x="67" y="0"/>
                    <a:pt x="54" y="5"/>
                    <a:pt x="42" y="8"/>
                  </a:cubicBezTo>
                  <a:cubicBezTo>
                    <a:pt x="28" y="12"/>
                    <a:pt x="14" y="13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509">
              <a:extLst>
                <a:ext uri="{FF2B5EF4-FFF2-40B4-BE49-F238E27FC236}">
                  <a16:creationId xmlns:a16="http://schemas.microsoft.com/office/drawing/2014/main" id="{00E0AA4F-0C74-427D-B0C6-95EC8CE19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201"/>
              <a:ext cx="196" cy="85"/>
            </a:xfrm>
            <a:custGeom>
              <a:avLst/>
              <a:gdLst>
                <a:gd name="T0" fmla="*/ 2287 w 106"/>
                <a:gd name="T1" fmla="*/ 0 h 43"/>
                <a:gd name="T2" fmla="*/ 1816 w 106"/>
                <a:gd name="T3" fmla="*/ 812 h 43"/>
                <a:gd name="T4" fmla="*/ 1100 w 106"/>
                <a:gd name="T5" fmla="*/ 1265 h 43"/>
                <a:gd name="T6" fmla="*/ 386 w 106"/>
                <a:gd name="T7" fmla="*/ 988 h 43"/>
                <a:gd name="T8" fmla="*/ 0 w 106"/>
                <a:gd name="T9" fmla="*/ 78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3">
                  <a:moveTo>
                    <a:pt x="106" y="0"/>
                  </a:moveTo>
                  <a:cubicBezTo>
                    <a:pt x="99" y="9"/>
                    <a:pt x="92" y="18"/>
                    <a:pt x="84" y="27"/>
                  </a:cubicBezTo>
                  <a:cubicBezTo>
                    <a:pt x="76" y="37"/>
                    <a:pt x="64" y="43"/>
                    <a:pt x="51" y="42"/>
                  </a:cubicBezTo>
                  <a:cubicBezTo>
                    <a:pt x="39" y="42"/>
                    <a:pt x="29" y="36"/>
                    <a:pt x="18" y="33"/>
                  </a:cubicBezTo>
                  <a:cubicBezTo>
                    <a:pt x="13" y="32"/>
                    <a:pt x="5" y="29"/>
                    <a:pt x="0" y="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510">
              <a:extLst>
                <a:ext uri="{FF2B5EF4-FFF2-40B4-BE49-F238E27FC236}">
                  <a16:creationId xmlns:a16="http://schemas.microsoft.com/office/drawing/2014/main" id="{8636BB65-C132-4DF7-A83C-18E3135B1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110"/>
              <a:ext cx="228" cy="158"/>
            </a:xfrm>
            <a:custGeom>
              <a:avLst/>
              <a:gdLst>
                <a:gd name="T0" fmla="*/ 2693 w 123"/>
                <a:gd name="T1" fmla="*/ 0 h 80"/>
                <a:gd name="T2" fmla="*/ 1134 w 123"/>
                <a:gd name="T3" fmla="*/ 1857 h 80"/>
                <a:gd name="T4" fmla="*/ 0 w 123"/>
                <a:gd name="T5" fmla="*/ 2252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80">
                  <a:moveTo>
                    <a:pt x="123" y="0"/>
                  </a:moveTo>
                  <a:cubicBezTo>
                    <a:pt x="102" y="23"/>
                    <a:pt x="79" y="46"/>
                    <a:pt x="52" y="62"/>
                  </a:cubicBezTo>
                  <a:cubicBezTo>
                    <a:pt x="35" y="72"/>
                    <a:pt x="18" y="80"/>
                    <a:pt x="0" y="7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511">
              <a:extLst>
                <a:ext uri="{FF2B5EF4-FFF2-40B4-BE49-F238E27FC236}">
                  <a16:creationId xmlns:a16="http://schemas.microsoft.com/office/drawing/2014/main" id="{1C3FB66C-3A01-4999-AF57-A051EDEAF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148"/>
              <a:ext cx="231" cy="71"/>
            </a:xfrm>
            <a:custGeom>
              <a:avLst/>
              <a:gdLst>
                <a:gd name="T0" fmla="*/ 2694 w 125"/>
                <a:gd name="T1" fmla="*/ 744 h 36"/>
                <a:gd name="T2" fmla="*/ 1787 w 125"/>
                <a:gd name="T3" fmla="*/ 1073 h 36"/>
                <a:gd name="T4" fmla="*/ 946 w 125"/>
                <a:gd name="T5" fmla="*/ 712 h 36"/>
                <a:gd name="T6" fmla="*/ 0 w 125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36">
                  <a:moveTo>
                    <a:pt x="125" y="25"/>
                  </a:moveTo>
                  <a:cubicBezTo>
                    <a:pt x="113" y="31"/>
                    <a:pt x="97" y="36"/>
                    <a:pt x="83" y="36"/>
                  </a:cubicBezTo>
                  <a:cubicBezTo>
                    <a:pt x="70" y="36"/>
                    <a:pt x="56" y="30"/>
                    <a:pt x="44" y="24"/>
                  </a:cubicBezTo>
                  <a:cubicBezTo>
                    <a:pt x="29" y="17"/>
                    <a:pt x="15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512">
              <a:extLst>
                <a:ext uri="{FF2B5EF4-FFF2-40B4-BE49-F238E27FC236}">
                  <a16:creationId xmlns:a16="http://schemas.microsoft.com/office/drawing/2014/main" id="{E87EC3FF-2F6C-4CEA-B448-B0001BE39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089"/>
              <a:ext cx="308" cy="92"/>
            </a:xfrm>
            <a:custGeom>
              <a:avLst/>
              <a:gdLst>
                <a:gd name="T0" fmla="*/ 3646 w 166"/>
                <a:gd name="T1" fmla="*/ 0 h 47"/>
                <a:gd name="T2" fmla="*/ 1315 w 166"/>
                <a:gd name="T3" fmla="*/ 1321 h 47"/>
                <a:gd name="T4" fmla="*/ 0 w 166"/>
                <a:gd name="T5" fmla="*/ 112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47">
                  <a:moveTo>
                    <a:pt x="166" y="0"/>
                  </a:moveTo>
                  <a:cubicBezTo>
                    <a:pt x="127" y="8"/>
                    <a:pt x="101" y="44"/>
                    <a:pt x="60" y="46"/>
                  </a:cubicBezTo>
                  <a:cubicBezTo>
                    <a:pt x="39" y="47"/>
                    <a:pt x="19" y="46"/>
                    <a:pt x="0" y="3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513">
              <a:extLst>
                <a:ext uri="{FF2B5EF4-FFF2-40B4-BE49-F238E27FC236}">
                  <a16:creationId xmlns:a16="http://schemas.microsoft.com/office/drawing/2014/main" id="{1A751DA3-364D-414B-9AD9-4696325CF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114"/>
              <a:ext cx="330" cy="36"/>
            </a:xfrm>
            <a:custGeom>
              <a:avLst/>
              <a:gdLst>
                <a:gd name="T0" fmla="*/ 3901 w 178"/>
                <a:gd name="T1" fmla="*/ 0 h 18"/>
                <a:gd name="T2" fmla="*/ 3306 w 178"/>
                <a:gd name="T3" fmla="*/ 192 h 18"/>
                <a:gd name="T4" fmla="*/ 2464 w 178"/>
                <a:gd name="T5" fmla="*/ 416 h 18"/>
                <a:gd name="T6" fmla="*/ 1255 w 178"/>
                <a:gd name="T7" fmla="*/ 448 h 18"/>
                <a:gd name="T8" fmla="*/ 0 w 178"/>
                <a:gd name="T9" fmla="*/ 22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8">
                  <a:moveTo>
                    <a:pt x="178" y="0"/>
                  </a:moveTo>
                  <a:cubicBezTo>
                    <a:pt x="170" y="3"/>
                    <a:pt x="160" y="4"/>
                    <a:pt x="151" y="6"/>
                  </a:cubicBezTo>
                  <a:cubicBezTo>
                    <a:pt x="139" y="8"/>
                    <a:pt x="126" y="11"/>
                    <a:pt x="113" y="13"/>
                  </a:cubicBezTo>
                  <a:cubicBezTo>
                    <a:pt x="95" y="16"/>
                    <a:pt x="75" y="18"/>
                    <a:pt x="57" y="14"/>
                  </a:cubicBezTo>
                  <a:cubicBezTo>
                    <a:pt x="41" y="11"/>
                    <a:pt x="15" y="0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5" name="Freeform 514">
              <a:extLst>
                <a:ext uri="{FF2B5EF4-FFF2-40B4-BE49-F238E27FC236}">
                  <a16:creationId xmlns:a16="http://schemas.microsoft.com/office/drawing/2014/main" id="{B312A5AC-B764-4320-B2E3-9E6F764EF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085"/>
              <a:ext cx="313" cy="51"/>
            </a:xfrm>
            <a:custGeom>
              <a:avLst/>
              <a:gdLst>
                <a:gd name="T0" fmla="*/ 0 w 169"/>
                <a:gd name="T1" fmla="*/ 353 h 26"/>
                <a:gd name="T2" fmla="*/ 3684 w 169"/>
                <a:gd name="T3" fmla="*/ 7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9" h="26">
                  <a:moveTo>
                    <a:pt x="0" y="12"/>
                  </a:moveTo>
                  <a:cubicBezTo>
                    <a:pt x="57" y="0"/>
                    <a:pt x="115" y="26"/>
                    <a:pt x="169" y="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515">
              <a:extLst>
                <a:ext uri="{FF2B5EF4-FFF2-40B4-BE49-F238E27FC236}">
                  <a16:creationId xmlns:a16="http://schemas.microsoft.com/office/drawing/2014/main" id="{C65C06DF-D4BD-4D3C-BC2B-DE6B29E7B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063"/>
              <a:ext cx="269" cy="57"/>
            </a:xfrm>
            <a:custGeom>
              <a:avLst/>
              <a:gdLst>
                <a:gd name="T0" fmla="*/ 3187 w 145"/>
                <a:gd name="T1" fmla="*/ 0 h 29"/>
                <a:gd name="T2" fmla="*/ 2963 w 145"/>
                <a:gd name="T3" fmla="*/ 31 h 29"/>
                <a:gd name="T4" fmla="*/ 1343 w 145"/>
                <a:gd name="T5" fmla="*/ 387 h 29"/>
                <a:gd name="T6" fmla="*/ 510 w 145"/>
                <a:gd name="T7" fmla="*/ 668 h 29"/>
                <a:gd name="T8" fmla="*/ 0 w 145"/>
                <a:gd name="T9" fmla="*/ 76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29">
                  <a:moveTo>
                    <a:pt x="145" y="0"/>
                  </a:moveTo>
                  <a:cubicBezTo>
                    <a:pt x="141" y="0"/>
                    <a:pt x="138" y="0"/>
                    <a:pt x="135" y="1"/>
                  </a:cubicBezTo>
                  <a:cubicBezTo>
                    <a:pt x="110" y="2"/>
                    <a:pt x="84" y="7"/>
                    <a:pt x="61" y="13"/>
                  </a:cubicBezTo>
                  <a:cubicBezTo>
                    <a:pt x="48" y="16"/>
                    <a:pt x="35" y="21"/>
                    <a:pt x="23" y="23"/>
                  </a:cubicBezTo>
                  <a:cubicBezTo>
                    <a:pt x="17" y="24"/>
                    <a:pt x="6" y="29"/>
                    <a:pt x="0" y="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516">
              <a:extLst>
                <a:ext uri="{FF2B5EF4-FFF2-40B4-BE49-F238E27FC236}">
                  <a16:creationId xmlns:a16="http://schemas.microsoft.com/office/drawing/2014/main" id="{F1C62F0A-3A96-467F-8941-0A892F85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063"/>
              <a:ext cx="82" cy="8"/>
            </a:xfrm>
            <a:custGeom>
              <a:avLst/>
              <a:gdLst>
                <a:gd name="T0" fmla="*/ 990 w 44"/>
                <a:gd name="T1" fmla="*/ 96 h 4"/>
                <a:gd name="T2" fmla="*/ 309 w 44"/>
                <a:gd name="T3" fmla="*/ 32 h 4"/>
                <a:gd name="T4" fmla="*/ 0 w 4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">
                  <a:moveTo>
                    <a:pt x="44" y="3"/>
                  </a:moveTo>
                  <a:cubicBezTo>
                    <a:pt x="34" y="4"/>
                    <a:pt x="24" y="1"/>
                    <a:pt x="14" y="1"/>
                  </a:cubicBezTo>
                  <a:cubicBezTo>
                    <a:pt x="10" y="0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517">
              <a:extLst>
                <a:ext uri="{FF2B5EF4-FFF2-40B4-BE49-F238E27FC236}">
                  <a16:creationId xmlns:a16="http://schemas.microsoft.com/office/drawing/2014/main" id="{0B91EC15-BEA8-4A86-A705-E8604983F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029"/>
              <a:ext cx="345" cy="40"/>
            </a:xfrm>
            <a:custGeom>
              <a:avLst/>
              <a:gdLst>
                <a:gd name="T0" fmla="*/ 4084 w 186"/>
                <a:gd name="T1" fmla="*/ 0 h 20"/>
                <a:gd name="T2" fmla="*/ 2547 w 186"/>
                <a:gd name="T3" fmla="*/ 256 h 20"/>
                <a:gd name="T4" fmla="*/ 1315 w 186"/>
                <a:gd name="T5" fmla="*/ 608 h 20"/>
                <a:gd name="T6" fmla="*/ 568 w 186"/>
                <a:gd name="T7" fmla="*/ 608 h 20"/>
                <a:gd name="T8" fmla="*/ 0 w 186"/>
                <a:gd name="T9" fmla="*/ 6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20">
                  <a:moveTo>
                    <a:pt x="186" y="0"/>
                  </a:moveTo>
                  <a:cubicBezTo>
                    <a:pt x="163" y="0"/>
                    <a:pt x="139" y="0"/>
                    <a:pt x="116" y="8"/>
                  </a:cubicBezTo>
                  <a:cubicBezTo>
                    <a:pt x="98" y="14"/>
                    <a:pt x="79" y="19"/>
                    <a:pt x="60" y="19"/>
                  </a:cubicBezTo>
                  <a:cubicBezTo>
                    <a:pt x="49" y="20"/>
                    <a:pt x="37" y="20"/>
                    <a:pt x="26" y="19"/>
                  </a:cubicBezTo>
                  <a:cubicBezTo>
                    <a:pt x="18" y="19"/>
                    <a:pt x="7" y="17"/>
                    <a:pt x="0" y="2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518">
              <a:extLst>
                <a:ext uri="{FF2B5EF4-FFF2-40B4-BE49-F238E27FC236}">
                  <a16:creationId xmlns:a16="http://schemas.microsoft.com/office/drawing/2014/main" id="{B335A8E3-1D5C-47B5-AB3A-4601F2BDE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057"/>
              <a:ext cx="320" cy="45"/>
            </a:xfrm>
            <a:custGeom>
              <a:avLst/>
              <a:gdLst>
                <a:gd name="T0" fmla="*/ 3746 w 173"/>
                <a:gd name="T1" fmla="*/ 119 h 23"/>
                <a:gd name="T2" fmla="*/ 3076 w 173"/>
                <a:gd name="T3" fmla="*/ 88 h 23"/>
                <a:gd name="T4" fmla="*/ 2295 w 173"/>
                <a:gd name="T5" fmla="*/ 31 h 23"/>
                <a:gd name="T6" fmla="*/ 1064 w 173"/>
                <a:gd name="T7" fmla="*/ 292 h 23"/>
                <a:gd name="T8" fmla="*/ 0 w 173"/>
                <a:gd name="T9" fmla="*/ 65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23">
                  <a:moveTo>
                    <a:pt x="173" y="4"/>
                  </a:moveTo>
                  <a:cubicBezTo>
                    <a:pt x="165" y="8"/>
                    <a:pt x="151" y="4"/>
                    <a:pt x="142" y="3"/>
                  </a:cubicBezTo>
                  <a:cubicBezTo>
                    <a:pt x="130" y="3"/>
                    <a:pt x="118" y="2"/>
                    <a:pt x="106" y="1"/>
                  </a:cubicBezTo>
                  <a:cubicBezTo>
                    <a:pt x="87" y="0"/>
                    <a:pt x="68" y="5"/>
                    <a:pt x="49" y="10"/>
                  </a:cubicBezTo>
                  <a:cubicBezTo>
                    <a:pt x="32" y="14"/>
                    <a:pt x="16" y="18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519">
              <a:extLst>
                <a:ext uri="{FF2B5EF4-FFF2-40B4-BE49-F238E27FC236}">
                  <a16:creationId xmlns:a16="http://schemas.microsoft.com/office/drawing/2014/main" id="{B5835AEA-B1FC-4A5C-A2D7-0865FA63B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069"/>
              <a:ext cx="290" cy="18"/>
            </a:xfrm>
            <a:custGeom>
              <a:avLst/>
              <a:gdLst>
                <a:gd name="T0" fmla="*/ 3378 w 157"/>
                <a:gd name="T1" fmla="*/ 96 h 9"/>
                <a:gd name="T2" fmla="*/ 1071 w 157"/>
                <a:gd name="T3" fmla="*/ 128 h 9"/>
                <a:gd name="T4" fmla="*/ 0 w 157"/>
                <a:gd name="T5" fmla="*/ 28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9">
                  <a:moveTo>
                    <a:pt x="157" y="3"/>
                  </a:moveTo>
                  <a:cubicBezTo>
                    <a:pt x="121" y="5"/>
                    <a:pt x="86" y="0"/>
                    <a:pt x="50" y="4"/>
                  </a:cubicBezTo>
                  <a:cubicBezTo>
                    <a:pt x="33" y="6"/>
                    <a:pt x="15" y="4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520">
              <a:extLst>
                <a:ext uri="{FF2B5EF4-FFF2-40B4-BE49-F238E27FC236}">
                  <a16:creationId xmlns:a16="http://schemas.microsoft.com/office/drawing/2014/main" id="{51C4ACF6-8024-434A-AE3F-7CCF3FF1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043"/>
              <a:ext cx="78" cy="20"/>
            </a:xfrm>
            <a:custGeom>
              <a:avLst/>
              <a:gdLst>
                <a:gd name="T0" fmla="*/ 929 w 42"/>
                <a:gd name="T1" fmla="*/ 0 h 10"/>
                <a:gd name="T2" fmla="*/ 0 w 42"/>
                <a:gd name="T3" fmla="*/ 3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0">
                  <a:moveTo>
                    <a:pt x="42" y="0"/>
                  </a:moveTo>
                  <a:cubicBezTo>
                    <a:pt x="28" y="3"/>
                    <a:pt x="14" y="9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521">
              <a:extLst>
                <a:ext uri="{FF2B5EF4-FFF2-40B4-BE49-F238E27FC236}">
                  <a16:creationId xmlns:a16="http://schemas.microsoft.com/office/drawing/2014/main" id="{8298AFDC-1417-4E7E-8461-65757BFA8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031"/>
              <a:ext cx="285" cy="10"/>
            </a:xfrm>
            <a:custGeom>
              <a:avLst/>
              <a:gdLst>
                <a:gd name="T0" fmla="*/ 3339 w 154"/>
                <a:gd name="T1" fmla="*/ 160 h 5"/>
                <a:gd name="T2" fmla="*/ 3240 w 154"/>
                <a:gd name="T3" fmla="*/ 128 h 5"/>
                <a:gd name="T4" fmla="*/ 2733 w 154"/>
                <a:gd name="T5" fmla="*/ 96 h 5"/>
                <a:gd name="T6" fmla="*/ 1736 w 154"/>
                <a:gd name="T7" fmla="*/ 0 h 5"/>
                <a:gd name="T8" fmla="*/ 0 w 154"/>
                <a:gd name="T9" fmla="*/ 6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5">
                  <a:moveTo>
                    <a:pt x="154" y="5"/>
                  </a:moveTo>
                  <a:cubicBezTo>
                    <a:pt x="152" y="4"/>
                    <a:pt x="151" y="4"/>
                    <a:pt x="149" y="4"/>
                  </a:cubicBezTo>
                  <a:cubicBezTo>
                    <a:pt x="141" y="4"/>
                    <a:pt x="134" y="3"/>
                    <a:pt x="126" y="3"/>
                  </a:cubicBezTo>
                  <a:cubicBezTo>
                    <a:pt x="111" y="1"/>
                    <a:pt x="95" y="1"/>
                    <a:pt x="80" y="0"/>
                  </a:cubicBezTo>
                  <a:cubicBezTo>
                    <a:pt x="54" y="0"/>
                    <a:pt x="27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522">
              <a:extLst>
                <a:ext uri="{FF2B5EF4-FFF2-40B4-BE49-F238E27FC236}">
                  <a16:creationId xmlns:a16="http://schemas.microsoft.com/office/drawing/2014/main" id="{A831C720-E7A6-4123-8600-24AF48C6D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019"/>
              <a:ext cx="394" cy="56"/>
            </a:xfrm>
            <a:custGeom>
              <a:avLst/>
              <a:gdLst>
                <a:gd name="T0" fmla="*/ 4611 w 213"/>
                <a:gd name="T1" fmla="*/ 64 h 28"/>
                <a:gd name="T2" fmla="*/ 3983 w 213"/>
                <a:gd name="T3" fmla="*/ 32 h 28"/>
                <a:gd name="T4" fmla="*/ 1683 w 213"/>
                <a:gd name="T5" fmla="*/ 256 h 28"/>
                <a:gd name="T6" fmla="*/ 507 w 213"/>
                <a:gd name="T7" fmla="*/ 640 h 28"/>
                <a:gd name="T8" fmla="*/ 0 w 213"/>
                <a:gd name="T9" fmla="*/ 89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28">
                  <a:moveTo>
                    <a:pt x="213" y="2"/>
                  </a:moveTo>
                  <a:cubicBezTo>
                    <a:pt x="203" y="1"/>
                    <a:pt x="193" y="1"/>
                    <a:pt x="184" y="1"/>
                  </a:cubicBezTo>
                  <a:cubicBezTo>
                    <a:pt x="148" y="0"/>
                    <a:pt x="113" y="2"/>
                    <a:pt x="78" y="8"/>
                  </a:cubicBezTo>
                  <a:cubicBezTo>
                    <a:pt x="60" y="11"/>
                    <a:pt x="41" y="15"/>
                    <a:pt x="23" y="20"/>
                  </a:cubicBezTo>
                  <a:cubicBezTo>
                    <a:pt x="15" y="22"/>
                    <a:pt x="8" y="27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523">
              <a:extLst>
                <a:ext uri="{FF2B5EF4-FFF2-40B4-BE49-F238E27FC236}">
                  <a16:creationId xmlns:a16="http://schemas.microsoft.com/office/drawing/2014/main" id="{FCA80902-850E-4D66-BC2C-3423DD59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019"/>
              <a:ext cx="326" cy="10"/>
            </a:xfrm>
            <a:custGeom>
              <a:avLst/>
              <a:gdLst>
                <a:gd name="T0" fmla="*/ 3840 w 176"/>
                <a:gd name="T1" fmla="*/ 128 h 5"/>
                <a:gd name="T2" fmla="*/ 3579 w 176"/>
                <a:gd name="T3" fmla="*/ 96 h 5"/>
                <a:gd name="T4" fmla="*/ 3012 w 176"/>
                <a:gd name="T5" fmla="*/ 32 h 5"/>
                <a:gd name="T6" fmla="*/ 2351 w 176"/>
                <a:gd name="T7" fmla="*/ 32 h 5"/>
                <a:gd name="T8" fmla="*/ 1437 w 176"/>
                <a:gd name="T9" fmla="*/ 96 h 5"/>
                <a:gd name="T10" fmla="*/ 306 w 176"/>
                <a:gd name="T11" fmla="*/ 96 h 5"/>
                <a:gd name="T12" fmla="*/ 0 w 176"/>
                <a:gd name="T13" fmla="*/ 6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5">
                  <a:moveTo>
                    <a:pt x="176" y="4"/>
                  </a:moveTo>
                  <a:cubicBezTo>
                    <a:pt x="173" y="5"/>
                    <a:pt x="168" y="3"/>
                    <a:pt x="164" y="3"/>
                  </a:cubicBezTo>
                  <a:cubicBezTo>
                    <a:pt x="155" y="2"/>
                    <a:pt x="147" y="1"/>
                    <a:pt x="138" y="1"/>
                  </a:cubicBezTo>
                  <a:cubicBezTo>
                    <a:pt x="128" y="1"/>
                    <a:pt x="118" y="0"/>
                    <a:pt x="108" y="1"/>
                  </a:cubicBezTo>
                  <a:cubicBezTo>
                    <a:pt x="94" y="2"/>
                    <a:pt x="80" y="2"/>
                    <a:pt x="66" y="3"/>
                  </a:cubicBezTo>
                  <a:cubicBezTo>
                    <a:pt x="49" y="3"/>
                    <a:pt x="32" y="4"/>
                    <a:pt x="14" y="3"/>
                  </a:cubicBezTo>
                  <a:cubicBezTo>
                    <a:pt x="10" y="3"/>
                    <a:pt x="4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524">
              <a:extLst>
                <a:ext uri="{FF2B5EF4-FFF2-40B4-BE49-F238E27FC236}">
                  <a16:creationId xmlns:a16="http://schemas.microsoft.com/office/drawing/2014/main" id="{F7E2B737-FDE7-48E0-A317-922E37F10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966"/>
              <a:ext cx="502" cy="59"/>
            </a:xfrm>
            <a:custGeom>
              <a:avLst/>
              <a:gdLst>
                <a:gd name="T0" fmla="*/ 5913 w 271"/>
                <a:gd name="T1" fmla="*/ 820 h 30"/>
                <a:gd name="T2" fmla="*/ 1245 w 271"/>
                <a:gd name="T3" fmla="*/ 448 h 30"/>
                <a:gd name="T4" fmla="*/ 0 w 271"/>
                <a:gd name="T5" fmla="*/ 88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30">
                  <a:moveTo>
                    <a:pt x="271" y="28"/>
                  </a:moveTo>
                  <a:cubicBezTo>
                    <a:pt x="202" y="11"/>
                    <a:pt x="128" y="0"/>
                    <a:pt x="57" y="15"/>
                  </a:cubicBezTo>
                  <a:cubicBezTo>
                    <a:pt x="38" y="20"/>
                    <a:pt x="17" y="24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6" name="Freeform 525">
              <a:extLst>
                <a:ext uri="{FF2B5EF4-FFF2-40B4-BE49-F238E27FC236}">
                  <a16:creationId xmlns:a16="http://schemas.microsoft.com/office/drawing/2014/main" id="{F19ABE5B-F66D-4A39-A109-6FFAF88CC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966"/>
              <a:ext cx="318" cy="16"/>
            </a:xfrm>
            <a:custGeom>
              <a:avLst/>
              <a:gdLst>
                <a:gd name="T0" fmla="*/ 3716 w 172"/>
                <a:gd name="T1" fmla="*/ 256 h 8"/>
                <a:gd name="T2" fmla="*/ 3210 w 172"/>
                <a:gd name="T3" fmla="*/ 64 h 8"/>
                <a:gd name="T4" fmla="*/ 2420 w 172"/>
                <a:gd name="T5" fmla="*/ 0 h 8"/>
                <a:gd name="T6" fmla="*/ 910 w 172"/>
                <a:gd name="T7" fmla="*/ 64 h 8"/>
                <a:gd name="T8" fmla="*/ 305 w 172"/>
                <a:gd name="T9" fmla="*/ 96 h 8"/>
                <a:gd name="T10" fmla="*/ 0 w 172"/>
                <a:gd name="T11" fmla="*/ 1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8">
                  <a:moveTo>
                    <a:pt x="172" y="8"/>
                  </a:moveTo>
                  <a:cubicBezTo>
                    <a:pt x="169" y="6"/>
                    <a:pt x="152" y="2"/>
                    <a:pt x="149" y="2"/>
                  </a:cubicBezTo>
                  <a:cubicBezTo>
                    <a:pt x="137" y="1"/>
                    <a:pt x="125" y="0"/>
                    <a:pt x="112" y="0"/>
                  </a:cubicBezTo>
                  <a:cubicBezTo>
                    <a:pt x="89" y="0"/>
                    <a:pt x="65" y="1"/>
                    <a:pt x="42" y="2"/>
                  </a:cubicBezTo>
                  <a:cubicBezTo>
                    <a:pt x="32" y="2"/>
                    <a:pt x="23" y="2"/>
                    <a:pt x="14" y="3"/>
                  </a:cubicBezTo>
                  <a:cubicBezTo>
                    <a:pt x="9" y="3"/>
                    <a:pt x="4" y="2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7" name="Freeform 526">
              <a:extLst>
                <a:ext uri="{FF2B5EF4-FFF2-40B4-BE49-F238E27FC236}">
                  <a16:creationId xmlns:a16="http://schemas.microsoft.com/office/drawing/2014/main" id="{C5DBDA51-FB26-4954-93FA-FB365ABFE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004"/>
              <a:ext cx="318" cy="31"/>
            </a:xfrm>
            <a:custGeom>
              <a:avLst/>
              <a:gdLst>
                <a:gd name="T0" fmla="*/ 3716 w 172"/>
                <a:gd name="T1" fmla="*/ 271 h 16"/>
                <a:gd name="T2" fmla="*/ 1168 w 172"/>
                <a:gd name="T3" fmla="*/ 196 h 16"/>
                <a:gd name="T4" fmla="*/ 305 w 172"/>
                <a:gd name="T5" fmla="*/ 327 h 16"/>
                <a:gd name="T6" fmla="*/ 0 w 172"/>
                <a:gd name="T7" fmla="*/ 43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16">
                  <a:moveTo>
                    <a:pt x="172" y="10"/>
                  </a:moveTo>
                  <a:cubicBezTo>
                    <a:pt x="134" y="0"/>
                    <a:pt x="93" y="2"/>
                    <a:pt x="54" y="7"/>
                  </a:cubicBezTo>
                  <a:cubicBezTo>
                    <a:pt x="41" y="8"/>
                    <a:pt x="27" y="10"/>
                    <a:pt x="14" y="12"/>
                  </a:cubicBezTo>
                  <a:cubicBezTo>
                    <a:pt x="10" y="13"/>
                    <a:pt x="2" y="13"/>
                    <a:pt x="0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527">
              <a:extLst>
                <a:ext uri="{FF2B5EF4-FFF2-40B4-BE49-F238E27FC236}">
                  <a16:creationId xmlns:a16="http://schemas.microsoft.com/office/drawing/2014/main" id="{BE77E307-67F9-40D2-9899-97978BE5A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992"/>
              <a:ext cx="409" cy="41"/>
            </a:xfrm>
            <a:custGeom>
              <a:avLst/>
              <a:gdLst>
                <a:gd name="T0" fmla="*/ 4799 w 221"/>
                <a:gd name="T1" fmla="*/ 201 h 21"/>
                <a:gd name="T2" fmla="*/ 4344 w 221"/>
                <a:gd name="T3" fmla="*/ 119 h 21"/>
                <a:gd name="T4" fmla="*/ 3450 w 221"/>
                <a:gd name="T5" fmla="*/ 0 h 21"/>
                <a:gd name="T6" fmla="*/ 1630 w 221"/>
                <a:gd name="T7" fmla="*/ 88 h 21"/>
                <a:gd name="T8" fmla="*/ 761 w 221"/>
                <a:gd name="T9" fmla="*/ 172 h 21"/>
                <a:gd name="T10" fmla="*/ 0 w 221"/>
                <a:gd name="T11" fmla="*/ 564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21">
                  <a:moveTo>
                    <a:pt x="221" y="7"/>
                  </a:moveTo>
                  <a:cubicBezTo>
                    <a:pt x="216" y="9"/>
                    <a:pt x="205" y="5"/>
                    <a:pt x="200" y="4"/>
                  </a:cubicBezTo>
                  <a:cubicBezTo>
                    <a:pt x="186" y="1"/>
                    <a:pt x="173" y="0"/>
                    <a:pt x="159" y="0"/>
                  </a:cubicBezTo>
                  <a:cubicBezTo>
                    <a:pt x="131" y="0"/>
                    <a:pt x="103" y="1"/>
                    <a:pt x="75" y="3"/>
                  </a:cubicBezTo>
                  <a:cubicBezTo>
                    <a:pt x="61" y="3"/>
                    <a:pt x="48" y="4"/>
                    <a:pt x="35" y="6"/>
                  </a:cubicBezTo>
                  <a:cubicBezTo>
                    <a:pt x="29" y="7"/>
                    <a:pt x="6" y="21"/>
                    <a:pt x="0" y="2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9" name="Freeform 528">
              <a:extLst>
                <a:ext uri="{FF2B5EF4-FFF2-40B4-BE49-F238E27FC236}">
                  <a16:creationId xmlns:a16="http://schemas.microsoft.com/office/drawing/2014/main" id="{86EEA3FB-CFCE-427D-9B4B-393999226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988"/>
              <a:ext cx="98" cy="6"/>
            </a:xfrm>
            <a:custGeom>
              <a:avLst/>
              <a:gdLst>
                <a:gd name="T0" fmla="*/ 1145 w 53"/>
                <a:gd name="T1" fmla="*/ 0 h 3"/>
                <a:gd name="T2" fmla="*/ 0 w 53"/>
                <a:gd name="T3" fmla="*/ 9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">
                  <a:moveTo>
                    <a:pt x="53" y="0"/>
                  </a:moveTo>
                  <a:cubicBezTo>
                    <a:pt x="35" y="0"/>
                    <a:pt x="17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0" name="Freeform 529">
              <a:extLst>
                <a:ext uri="{FF2B5EF4-FFF2-40B4-BE49-F238E27FC236}">
                  <a16:creationId xmlns:a16="http://schemas.microsoft.com/office/drawing/2014/main" id="{7CF6E2BA-F0CB-4D8D-9D62-6F2CEFF63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984"/>
              <a:ext cx="272" cy="12"/>
            </a:xfrm>
            <a:custGeom>
              <a:avLst/>
              <a:gdLst>
                <a:gd name="T0" fmla="*/ 3188 w 147"/>
                <a:gd name="T1" fmla="*/ 192 h 6"/>
                <a:gd name="T2" fmla="*/ 1736 w 147"/>
                <a:gd name="T3" fmla="*/ 0 h 6"/>
                <a:gd name="T4" fmla="*/ 0 w 147"/>
                <a:gd name="T5" fmla="*/ 3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6">
                  <a:moveTo>
                    <a:pt x="147" y="6"/>
                  </a:moveTo>
                  <a:cubicBezTo>
                    <a:pt x="124" y="5"/>
                    <a:pt x="102" y="0"/>
                    <a:pt x="80" y="0"/>
                  </a:cubicBezTo>
                  <a:cubicBezTo>
                    <a:pt x="53" y="0"/>
                    <a:pt x="26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1" name="Freeform 530">
              <a:extLst>
                <a:ext uri="{FF2B5EF4-FFF2-40B4-BE49-F238E27FC236}">
                  <a16:creationId xmlns:a16="http://schemas.microsoft.com/office/drawing/2014/main" id="{2EE2B827-6C4E-4611-9169-8CDACE4F3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964"/>
              <a:ext cx="233" cy="30"/>
            </a:xfrm>
            <a:custGeom>
              <a:avLst/>
              <a:gdLst>
                <a:gd name="T0" fmla="*/ 2726 w 126"/>
                <a:gd name="T1" fmla="*/ 32 h 15"/>
                <a:gd name="T2" fmla="*/ 1429 w 126"/>
                <a:gd name="T3" fmla="*/ 192 h 15"/>
                <a:gd name="T4" fmla="*/ 0 w 126"/>
                <a:gd name="T5" fmla="*/ 48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5">
                  <a:moveTo>
                    <a:pt x="126" y="1"/>
                  </a:moveTo>
                  <a:cubicBezTo>
                    <a:pt x="105" y="0"/>
                    <a:pt x="86" y="4"/>
                    <a:pt x="66" y="6"/>
                  </a:cubicBezTo>
                  <a:cubicBezTo>
                    <a:pt x="44" y="7"/>
                    <a:pt x="20" y="9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2" name="Freeform 531">
              <a:extLst>
                <a:ext uri="{FF2B5EF4-FFF2-40B4-BE49-F238E27FC236}">
                  <a16:creationId xmlns:a16="http://schemas.microsoft.com/office/drawing/2014/main" id="{B3D40386-3B99-4EB2-930A-2122C9FF3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952"/>
              <a:ext cx="352" cy="61"/>
            </a:xfrm>
            <a:custGeom>
              <a:avLst/>
              <a:gdLst>
                <a:gd name="T0" fmla="*/ 4146 w 190"/>
                <a:gd name="T1" fmla="*/ 236 h 31"/>
                <a:gd name="T2" fmla="*/ 3535 w 190"/>
                <a:gd name="T3" fmla="*/ 181 h 31"/>
                <a:gd name="T4" fmla="*/ 2746 w 190"/>
                <a:gd name="T5" fmla="*/ 92 h 31"/>
                <a:gd name="T6" fmla="*/ 2073 w 190"/>
                <a:gd name="T7" fmla="*/ 120 h 31"/>
                <a:gd name="T8" fmla="*/ 1558 w 190"/>
                <a:gd name="T9" fmla="*/ 588 h 31"/>
                <a:gd name="T10" fmla="*/ 591 w 190"/>
                <a:gd name="T11" fmla="*/ 763 h 31"/>
                <a:gd name="T12" fmla="*/ 0 w 190"/>
                <a:gd name="T13" fmla="*/ 88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31">
                  <a:moveTo>
                    <a:pt x="190" y="8"/>
                  </a:moveTo>
                  <a:cubicBezTo>
                    <a:pt x="182" y="6"/>
                    <a:pt x="171" y="7"/>
                    <a:pt x="162" y="6"/>
                  </a:cubicBezTo>
                  <a:cubicBezTo>
                    <a:pt x="150" y="3"/>
                    <a:pt x="138" y="3"/>
                    <a:pt x="126" y="3"/>
                  </a:cubicBezTo>
                  <a:cubicBezTo>
                    <a:pt x="115" y="2"/>
                    <a:pt x="105" y="0"/>
                    <a:pt x="95" y="4"/>
                  </a:cubicBezTo>
                  <a:cubicBezTo>
                    <a:pt x="87" y="7"/>
                    <a:pt x="79" y="18"/>
                    <a:pt x="71" y="20"/>
                  </a:cubicBezTo>
                  <a:cubicBezTo>
                    <a:pt x="60" y="22"/>
                    <a:pt x="44" y="17"/>
                    <a:pt x="27" y="26"/>
                  </a:cubicBezTo>
                  <a:cubicBezTo>
                    <a:pt x="18" y="31"/>
                    <a:pt x="9" y="27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3" name="Freeform 532">
              <a:extLst>
                <a:ext uri="{FF2B5EF4-FFF2-40B4-BE49-F238E27FC236}">
                  <a16:creationId xmlns:a16="http://schemas.microsoft.com/office/drawing/2014/main" id="{EC448E37-DAE5-48CE-9D73-4D829EFD5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933"/>
              <a:ext cx="372" cy="33"/>
            </a:xfrm>
            <a:custGeom>
              <a:avLst/>
              <a:gdLst>
                <a:gd name="T0" fmla="*/ 0 w 201"/>
                <a:gd name="T1" fmla="*/ 380 h 17"/>
                <a:gd name="T2" fmla="*/ 387 w 201"/>
                <a:gd name="T3" fmla="*/ 241 h 17"/>
                <a:gd name="T4" fmla="*/ 1172 w 201"/>
                <a:gd name="T5" fmla="*/ 357 h 17"/>
                <a:gd name="T6" fmla="*/ 2371 w 201"/>
                <a:gd name="T7" fmla="*/ 116 h 17"/>
                <a:gd name="T8" fmla="*/ 3265 w 201"/>
                <a:gd name="T9" fmla="*/ 31 h 17"/>
                <a:gd name="T10" fmla="*/ 4360 w 201"/>
                <a:gd name="T11" fmla="*/ 8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17">
                  <a:moveTo>
                    <a:pt x="0" y="14"/>
                  </a:moveTo>
                  <a:cubicBezTo>
                    <a:pt x="4" y="16"/>
                    <a:pt x="12" y="10"/>
                    <a:pt x="18" y="9"/>
                  </a:cubicBezTo>
                  <a:cubicBezTo>
                    <a:pt x="29" y="7"/>
                    <a:pt x="42" y="10"/>
                    <a:pt x="54" y="13"/>
                  </a:cubicBezTo>
                  <a:cubicBezTo>
                    <a:pt x="72" y="17"/>
                    <a:pt x="90" y="6"/>
                    <a:pt x="109" y="4"/>
                  </a:cubicBezTo>
                  <a:cubicBezTo>
                    <a:pt x="122" y="3"/>
                    <a:pt x="136" y="1"/>
                    <a:pt x="150" y="1"/>
                  </a:cubicBezTo>
                  <a:cubicBezTo>
                    <a:pt x="167" y="0"/>
                    <a:pt x="184" y="3"/>
                    <a:pt x="201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4" name="Freeform 533">
              <a:extLst>
                <a:ext uri="{FF2B5EF4-FFF2-40B4-BE49-F238E27FC236}">
                  <a16:creationId xmlns:a16="http://schemas.microsoft.com/office/drawing/2014/main" id="{9FC6D341-B463-4E61-B819-B1FC9FE87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815"/>
              <a:ext cx="1478" cy="85"/>
            </a:xfrm>
            <a:custGeom>
              <a:avLst/>
              <a:gdLst>
                <a:gd name="T0" fmla="*/ 0 w 798"/>
                <a:gd name="T1" fmla="*/ 277 h 43"/>
                <a:gd name="T2" fmla="*/ 1848 w 798"/>
                <a:gd name="T3" fmla="*/ 751 h 43"/>
                <a:gd name="T4" fmla="*/ 4816 w 798"/>
                <a:gd name="T5" fmla="*/ 332 h 43"/>
                <a:gd name="T6" fmla="*/ 11505 w 798"/>
                <a:gd name="T7" fmla="*/ 1172 h 43"/>
                <a:gd name="T8" fmla="*/ 14600 w 798"/>
                <a:gd name="T9" fmla="*/ 1172 h 43"/>
                <a:gd name="T10" fmla="*/ 15954 w 798"/>
                <a:gd name="T11" fmla="*/ 988 h 43"/>
                <a:gd name="T12" fmla="*/ 17388 w 798"/>
                <a:gd name="T13" fmla="*/ 51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8" h="43">
                  <a:moveTo>
                    <a:pt x="0" y="9"/>
                  </a:moveTo>
                  <a:cubicBezTo>
                    <a:pt x="25" y="26"/>
                    <a:pt x="56" y="23"/>
                    <a:pt x="85" y="25"/>
                  </a:cubicBezTo>
                  <a:cubicBezTo>
                    <a:pt x="131" y="27"/>
                    <a:pt x="175" y="16"/>
                    <a:pt x="221" y="11"/>
                  </a:cubicBezTo>
                  <a:cubicBezTo>
                    <a:pt x="327" y="0"/>
                    <a:pt x="422" y="43"/>
                    <a:pt x="528" y="39"/>
                  </a:cubicBezTo>
                  <a:cubicBezTo>
                    <a:pt x="575" y="37"/>
                    <a:pt x="623" y="33"/>
                    <a:pt x="670" y="39"/>
                  </a:cubicBezTo>
                  <a:cubicBezTo>
                    <a:pt x="695" y="42"/>
                    <a:pt x="709" y="42"/>
                    <a:pt x="732" y="33"/>
                  </a:cubicBezTo>
                  <a:cubicBezTo>
                    <a:pt x="752" y="25"/>
                    <a:pt x="781" y="14"/>
                    <a:pt x="798" y="1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5" name="Freeform 534">
              <a:extLst>
                <a:ext uri="{FF2B5EF4-FFF2-40B4-BE49-F238E27FC236}">
                  <a16:creationId xmlns:a16="http://schemas.microsoft.com/office/drawing/2014/main" id="{C1588F25-931A-42FB-BA5E-60687E7A0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521"/>
              <a:ext cx="1485" cy="200"/>
            </a:xfrm>
            <a:custGeom>
              <a:avLst/>
              <a:gdLst>
                <a:gd name="T0" fmla="*/ 17457 w 802"/>
                <a:gd name="T1" fmla="*/ 2196 h 101"/>
                <a:gd name="T2" fmla="*/ 11965 w 802"/>
                <a:gd name="T3" fmla="*/ 1584 h 101"/>
                <a:gd name="T4" fmla="*/ 5270 w 802"/>
                <a:gd name="T5" fmla="*/ 1741 h 101"/>
                <a:gd name="T6" fmla="*/ 2887 w 802"/>
                <a:gd name="T7" fmla="*/ 816 h 101"/>
                <a:gd name="T8" fmla="*/ 1587 w 802"/>
                <a:gd name="T9" fmla="*/ 521 h 101"/>
                <a:gd name="T10" fmla="*/ 0 w 802"/>
                <a:gd name="T11" fmla="*/ 459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2" h="101">
                  <a:moveTo>
                    <a:pt x="802" y="72"/>
                  </a:moveTo>
                  <a:cubicBezTo>
                    <a:pt x="716" y="101"/>
                    <a:pt x="635" y="62"/>
                    <a:pt x="550" y="52"/>
                  </a:cubicBezTo>
                  <a:cubicBezTo>
                    <a:pt x="448" y="40"/>
                    <a:pt x="344" y="67"/>
                    <a:pt x="242" y="57"/>
                  </a:cubicBezTo>
                  <a:cubicBezTo>
                    <a:pt x="205" y="53"/>
                    <a:pt x="169" y="35"/>
                    <a:pt x="133" y="27"/>
                  </a:cubicBezTo>
                  <a:cubicBezTo>
                    <a:pt x="113" y="22"/>
                    <a:pt x="93" y="21"/>
                    <a:pt x="73" y="17"/>
                  </a:cubicBezTo>
                  <a:cubicBezTo>
                    <a:pt x="48" y="12"/>
                    <a:pt x="25" y="0"/>
                    <a:pt x="0" y="1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6" name="Freeform 535">
              <a:extLst>
                <a:ext uri="{FF2B5EF4-FFF2-40B4-BE49-F238E27FC236}">
                  <a16:creationId xmlns:a16="http://schemas.microsoft.com/office/drawing/2014/main" id="{3F7CAA49-635E-453C-97F5-7A2DB04DB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644"/>
              <a:ext cx="1098" cy="221"/>
            </a:xfrm>
            <a:custGeom>
              <a:avLst/>
              <a:gdLst>
                <a:gd name="T0" fmla="*/ 0 w 593"/>
                <a:gd name="T1" fmla="*/ 3349 h 112"/>
                <a:gd name="T2" fmla="*/ 2094 w 593"/>
                <a:gd name="T3" fmla="*/ 2989 h 112"/>
                <a:gd name="T4" fmla="*/ 4703 w 593"/>
                <a:gd name="T5" fmla="*/ 1944 h 112"/>
                <a:gd name="T6" fmla="*/ 9356 w 593"/>
                <a:gd name="T7" fmla="*/ 953 h 112"/>
                <a:gd name="T8" fmla="*/ 11191 w 593"/>
                <a:gd name="T9" fmla="*/ 0 h 112"/>
                <a:gd name="T10" fmla="*/ 12904 w 593"/>
                <a:gd name="T11" fmla="*/ 245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3" h="112">
                  <a:moveTo>
                    <a:pt x="0" y="112"/>
                  </a:moveTo>
                  <a:cubicBezTo>
                    <a:pt x="31" y="105"/>
                    <a:pt x="65" y="106"/>
                    <a:pt x="96" y="100"/>
                  </a:cubicBezTo>
                  <a:cubicBezTo>
                    <a:pt x="137" y="91"/>
                    <a:pt x="176" y="76"/>
                    <a:pt x="216" y="65"/>
                  </a:cubicBezTo>
                  <a:cubicBezTo>
                    <a:pt x="286" y="48"/>
                    <a:pt x="364" y="63"/>
                    <a:pt x="430" y="32"/>
                  </a:cubicBezTo>
                  <a:cubicBezTo>
                    <a:pt x="458" y="19"/>
                    <a:pt x="483" y="1"/>
                    <a:pt x="514" y="0"/>
                  </a:cubicBezTo>
                  <a:cubicBezTo>
                    <a:pt x="541" y="0"/>
                    <a:pt x="565" y="8"/>
                    <a:pt x="593" y="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7" name="Freeform 536">
              <a:extLst>
                <a:ext uri="{FF2B5EF4-FFF2-40B4-BE49-F238E27FC236}">
                  <a16:creationId xmlns:a16="http://schemas.microsoft.com/office/drawing/2014/main" id="{7CA84347-C5C9-4313-B687-006C5F5D6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418"/>
              <a:ext cx="961" cy="218"/>
            </a:xfrm>
            <a:custGeom>
              <a:avLst/>
              <a:gdLst>
                <a:gd name="T0" fmla="*/ 11293 w 519"/>
                <a:gd name="T1" fmla="*/ 248 h 110"/>
                <a:gd name="T2" fmla="*/ 10251 w 519"/>
                <a:gd name="T3" fmla="*/ 188 h 110"/>
                <a:gd name="T4" fmla="*/ 8877 w 519"/>
                <a:gd name="T5" fmla="*/ 1005 h 110"/>
                <a:gd name="T6" fmla="*/ 7081 w 519"/>
                <a:gd name="T7" fmla="*/ 769 h 110"/>
                <a:gd name="T8" fmla="*/ 5112 w 519"/>
                <a:gd name="T9" fmla="*/ 644 h 110"/>
                <a:gd name="T10" fmla="*/ 2279 w 519"/>
                <a:gd name="T11" fmla="*/ 2267 h 110"/>
                <a:gd name="T12" fmla="*/ 357 w 519"/>
                <a:gd name="T13" fmla="*/ 3331 h 110"/>
                <a:gd name="T14" fmla="*/ 0 w 519"/>
                <a:gd name="T15" fmla="*/ 3361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9" h="110">
                  <a:moveTo>
                    <a:pt x="519" y="8"/>
                  </a:moveTo>
                  <a:cubicBezTo>
                    <a:pt x="501" y="5"/>
                    <a:pt x="489" y="0"/>
                    <a:pt x="471" y="6"/>
                  </a:cubicBezTo>
                  <a:cubicBezTo>
                    <a:pt x="449" y="12"/>
                    <a:pt x="431" y="28"/>
                    <a:pt x="408" y="33"/>
                  </a:cubicBezTo>
                  <a:cubicBezTo>
                    <a:pt x="377" y="40"/>
                    <a:pt x="355" y="32"/>
                    <a:pt x="325" y="25"/>
                  </a:cubicBezTo>
                  <a:cubicBezTo>
                    <a:pt x="298" y="18"/>
                    <a:pt x="263" y="19"/>
                    <a:pt x="235" y="21"/>
                  </a:cubicBezTo>
                  <a:cubicBezTo>
                    <a:pt x="188" y="25"/>
                    <a:pt x="142" y="50"/>
                    <a:pt x="105" y="74"/>
                  </a:cubicBezTo>
                  <a:cubicBezTo>
                    <a:pt x="76" y="93"/>
                    <a:pt x="50" y="103"/>
                    <a:pt x="16" y="109"/>
                  </a:cubicBezTo>
                  <a:cubicBezTo>
                    <a:pt x="10" y="109"/>
                    <a:pt x="5" y="110"/>
                    <a:pt x="0" y="11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8" name="Freeform 537">
              <a:extLst>
                <a:ext uri="{FF2B5EF4-FFF2-40B4-BE49-F238E27FC236}">
                  <a16:creationId xmlns:a16="http://schemas.microsoft.com/office/drawing/2014/main" id="{1C9D13E1-3B09-492A-B578-4E0DA6A0F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270"/>
              <a:ext cx="1150" cy="275"/>
            </a:xfrm>
            <a:custGeom>
              <a:avLst/>
              <a:gdLst>
                <a:gd name="T0" fmla="*/ 13526 w 621"/>
                <a:gd name="T1" fmla="*/ 3160 h 139"/>
                <a:gd name="T2" fmla="*/ 10822 w 621"/>
                <a:gd name="T3" fmla="*/ 752 h 139"/>
                <a:gd name="T4" fmla="*/ 9170 w 621"/>
                <a:gd name="T5" fmla="*/ 1424 h 139"/>
                <a:gd name="T6" fmla="*/ 7648 w 621"/>
                <a:gd name="T7" fmla="*/ 1820 h 139"/>
                <a:gd name="T8" fmla="*/ 5037 w 621"/>
                <a:gd name="T9" fmla="*/ 3901 h 139"/>
                <a:gd name="T10" fmla="*/ 2072 w 621"/>
                <a:gd name="T11" fmla="*/ 2067 h 139"/>
                <a:gd name="T12" fmla="*/ 0 w 621"/>
                <a:gd name="T13" fmla="*/ 2453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1" h="139">
                  <a:moveTo>
                    <a:pt x="621" y="104"/>
                  </a:moveTo>
                  <a:cubicBezTo>
                    <a:pt x="576" y="78"/>
                    <a:pt x="560" y="0"/>
                    <a:pt x="497" y="25"/>
                  </a:cubicBezTo>
                  <a:cubicBezTo>
                    <a:pt x="471" y="35"/>
                    <a:pt x="450" y="52"/>
                    <a:pt x="421" y="47"/>
                  </a:cubicBezTo>
                  <a:cubicBezTo>
                    <a:pt x="385" y="42"/>
                    <a:pt x="380" y="36"/>
                    <a:pt x="351" y="60"/>
                  </a:cubicBezTo>
                  <a:cubicBezTo>
                    <a:pt x="314" y="91"/>
                    <a:pt x="285" y="139"/>
                    <a:pt x="231" y="129"/>
                  </a:cubicBezTo>
                  <a:cubicBezTo>
                    <a:pt x="180" y="120"/>
                    <a:pt x="147" y="65"/>
                    <a:pt x="95" y="68"/>
                  </a:cubicBezTo>
                  <a:cubicBezTo>
                    <a:pt x="62" y="70"/>
                    <a:pt x="32" y="92"/>
                    <a:pt x="0" y="8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9" name="Freeform 538">
              <a:extLst>
                <a:ext uri="{FF2B5EF4-FFF2-40B4-BE49-F238E27FC236}">
                  <a16:creationId xmlns:a16="http://schemas.microsoft.com/office/drawing/2014/main" id="{C77854AB-9B06-41A3-8910-ED6D832F5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891"/>
              <a:ext cx="1488" cy="1335"/>
            </a:xfrm>
            <a:custGeom>
              <a:avLst/>
              <a:gdLst>
                <a:gd name="T0" fmla="*/ 1488 w 1488"/>
                <a:gd name="T1" fmla="*/ 0 h 1335"/>
                <a:gd name="T2" fmla="*/ 1488 w 1488"/>
                <a:gd name="T3" fmla="*/ 1335 h 1335"/>
                <a:gd name="T4" fmla="*/ 0 w 1488"/>
                <a:gd name="T5" fmla="*/ 1335 h 1335"/>
                <a:gd name="T6" fmla="*/ 0 w 1488"/>
                <a:gd name="T7" fmla="*/ 0 h 1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8" h="1335">
                  <a:moveTo>
                    <a:pt x="1488" y="0"/>
                  </a:moveTo>
                  <a:lnTo>
                    <a:pt x="1488" y="1335"/>
                  </a:lnTo>
                  <a:lnTo>
                    <a:pt x="0" y="1335"/>
                  </a:lnTo>
                  <a:lnTo>
                    <a:pt x="0" y="0"/>
                  </a:ln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508" name="invasive-melanoma-skin-cross-section">
            <a:extLst>
              <a:ext uri="{FF2B5EF4-FFF2-40B4-BE49-F238E27FC236}">
                <a16:creationId xmlns:a16="http://schemas.microsoft.com/office/drawing/2014/main" id="{99753B0A-764B-44EF-9356-734EC3B48C11}"/>
              </a:ext>
            </a:extLst>
          </p:cNvPr>
          <p:cNvGrpSpPr>
            <a:grpSpLocks/>
          </p:cNvGrpSpPr>
          <p:nvPr/>
        </p:nvGrpSpPr>
        <p:grpSpPr bwMode="auto">
          <a:xfrm>
            <a:off x="7648575" y="2073275"/>
            <a:ext cx="2371725" cy="3365500"/>
            <a:chOff x="3858" y="1104"/>
            <a:chExt cx="1494" cy="2120"/>
          </a:xfrm>
        </p:grpSpPr>
        <p:grpSp>
          <p:nvGrpSpPr>
            <p:cNvPr id="20509" name="Group 540">
              <a:extLst>
                <a:ext uri="{FF2B5EF4-FFF2-40B4-BE49-F238E27FC236}">
                  <a16:creationId xmlns:a16="http://schemas.microsoft.com/office/drawing/2014/main" id="{53DF4072-5992-42E0-9FBB-552714E0DC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8" y="1104"/>
              <a:ext cx="1494" cy="2120"/>
              <a:chOff x="3858" y="1104"/>
              <a:chExt cx="1494" cy="2120"/>
            </a:xfrm>
          </p:grpSpPr>
          <p:sp>
            <p:nvSpPr>
              <p:cNvPr id="20548" name="Freeform 541">
                <a:extLst>
                  <a:ext uri="{FF2B5EF4-FFF2-40B4-BE49-F238E27FC236}">
                    <a16:creationId xmlns:a16="http://schemas.microsoft.com/office/drawing/2014/main" id="{952DF80F-2A67-4225-BE30-90EFFFF74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104"/>
                <a:ext cx="1492" cy="782"/>
              </a:xfrm>
              <a:custGeom>
                <a:avLst/>
                <a:gdLst>
                  <a:gd name="T0" fmla="*/ 17521 w 806"/>
                  <a:gd name="T1" fmla="*/ 11890 h 396"/>
                  <a:gd name="T2" fmla="*/ 0 w 806"/>
                  <a:gd name="T3" fmla="*/ 11890 h 396"/>
                  <a:gd name="T4" fmla="*/ 6209 w 806"/>
                  <a:gd name="T5" fmla="*/ 0 h 396"/>
                  <a:gd name="T6" fmla="*/ 11312 w 806"/>
                  <a:gd name="T7" fmla="*/ 0 h 396"/>
                  <a:gd name="T8" fmla="*/ 17521 w 806"/>
                  <a:gd name="T9" fmla="*/ 11890 h 3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6" h="396">
                    <a:moveTo>
                      <a:pt x="806" y="396"/>
                    </a:moveTo>
                    <a:cubicBezTo>
                      <a:pt x="0" y="396"/>
                      <a:pt x="0" y="396"/>
                      <a:pt x="0" y="396"/>
                    </a:cubicBezTo>
                    <a:cubicBezTo>
                      <a:pt x="0" y="396"/>
                      <a:pt x="235" y="151"/>
                      <a:pt x="286" y="0"/>
                    </a:cubicBezTo>
                    <a:cubicBezTo>
                      <a:pt x="520" y="0"/>
                      <a:pt x="520" y="0"/>
                      <a:pt x="520" y="0"/>
                    </a:cubicBezTo>
                    <a:cubicBezTo>
                      <a:pt x="559" y="159"/>
                      <a:pt x="806" y="396"/>
                      <a:pt x="806" y="396"/>
                    </a:cubicBezTo>
                    <a:close/>
                  </a:path>
                </a:pathLst>
              </a:custGeom>
              <a:solidFill>
                <a:srgbClr val="F9D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9" name="Freeform 542">
                <a:extLst>
                  <a:ext uri="{FF2B5EF4-FFF2-40B4-BE49-F238E27FC236}">
                    <a16:creationId xmlns:a16="http://schemas.microsoft.com/office/drawing/2014/main" id="{185464B6-2F4C-4D96-8284-239F42B9C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104"/>
                <a:ext cx="1492" cy="782"/>
              </a:xfrm>
              <a:custGeom>
                <a:avLst/>
                <a:gdLst>
                  <a:gd name="T0" fmla="*/ 17521 w 806"/>
                  <a:gd name="T1" fmla="*/ 11890 h 396"/>
                  <a:gd name="T2" fmla="*/ 0 w 806"/>
                  <a:gd name="T3" fmla="*/ 11890 h 396"/>
                  <a:gd name="T4" fmla="*/ 6209 w 806"/>
                  <a:gd name="T5" fmla="*/ 0 h 396"/>
                  <a:gd name="T6" fmla="*/ 11312 w 806"/>
                  <a:gd name="T7" fmla="*/ 0 h 396"/>
                  <a:gd name="T8" fmla="*/ 17521 w 806"/>
                  <a:gd name="T9" fmla="*/ 11890 h 3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6" h="396">
                    <a:moveTo>
                      <a:pt x="806" y="396"/>
                    </a:moveTo>
                    <a:cubicBezTo>
                      <a:pt x="0" y="396"/>
                      <a:pt x="0" y="396"/>
                      <a:pt x="0" y="396"/>
                    </a:cubicBezTo>
                    <a:cubicBezTo>
                      <a:pt x="0" y="396"/>
                      <a:pt x="235" y="151"/>
                      <a:pt x="286" y="0"/>
                    </a:cubicBezTo>
                    <a:cubicBezTo>
                      <a:pt x="520" y="0"/>
                      <a:pt x="520" y="0"/>
                      <a:pt x="520" y="0"/>
                    </a:cubicBezTo>
                    <a:cubicBezTo>
                      <a:pt x="559" y="159"/>
                      <a:pt x="806" y="396"/>
                      <a:pt x="806" y="3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0" name="Rectangle 543">
                <a:extLst>
                  <a:ext uri="{FF2B5EF4-FFF2-40B4-BE49-F238E27FC236}">
                    <a16:creationId xmlns:a16="http://schemas.microsoft.com/office/drawing/2014/main" id="{F5CE88CB-D2FB-42FB-BEE3-038890E02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2" y="1906"/>
                <a:ext cx="1488" cy="1318"/>
              </a:xfrm>
              <a:prstGeom prst="rect">
                <a:avLst/>
              </a:prstGeom>
              <a:solidFill>
                <a:srgbClr val="F9D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51" name="Freeform 544">
                <a:extLst>
                  <a:ext uri="{FF2B5EF4-FFF2-40B4-BE49-F238E27FC236}">
                    <a16:creationId xmlns:a16="http://schemas.microsoft.com/office/drawing/2014/main" id="{6A6BC93B-81EE-45DB-97C5-2EC98AECB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857"/>
                <a:ext cx="1489" cy="626"/>
              </a:xfrm>
              <a:custGeom>
                <a:avLst/>
                <a:gdLst>
                  <a:gd name="T0" fmla="*/ 17520 w 804"/>
                  <a:gd name="T1" fmla="*/ 5429 h 317"/>
                  <a:gd name="T2" fmla="*/ 17520 w 804"/>
                  <a:gd name="T3" fmla="*/ 484 h 317"/>
                  <a:gd name="T4" fmla="*/ 0 w 804"/>
                  <a:gd name="T5" fmla="*/ 456 h 317"/>
                  <a:gd name="T6" fmla="*/ 0 w 804"/>
                  <a:gd name="T7" fmla="*/ 6817 h 317"/>
                  <a:gd name="T8" fmla="*/ 1328 w 804"/>
                  <a:gd name="T9" fmla="*/ 6568 h 317"/>
                  <a:gd name="T10" fmla="*/ 2528 w 804"/>
                  <a:gd name="T11" fmla="*/ 5136 h 317"/>
                  <a:gd name="T12" fmla="*/ 5343 w 804"/>
                  <a:gd name="T13" fmla="*/ 9341 h 317"/>
                  <a:gd name="T14" fmla="*/ 8060 w 804"/>
                  <a:gd name="T15" fmla="*/ 4352 h 317"/>
                  <a:gd name="T16" fmla="*/ 9975 w 804"/>
                  <a:gd name="T17" fmla="*/ 6037 h 317"/>
                  <a:gd name="T18" fmla="*/ 11943 w 804"/>
                  <a:gd name="T19" fmla="*/ 4060 h 317"/>
                  <a:gd name="T20" fmla="*/ 14703 w 804"/>
                  <a:gd name="T21" fmla="*/ 8438 h 317"/>
                  <a:gd name="T22" fmla="*/ 17520 w 804"/>
                  <a:gd name="T23" fmla="*/ 5429 h 3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4" h="317">
                    <a:moveTo>
                      <a:pt x="804" y="181"/>
                    </a:moveTo>
                    <a:cubicBezTo>
                      <a:pt x="804" y="16"/>
                      <a:pt x="804" y="16"/>
                      <a:pt x="804" y="16"/>
                    </a:cubicBezTo>
                    <a:cubicBezTo>
                      <a:pt x="804" y="16"/>
                      <a:pt x="444" y="0"/>
                      <a:pt x="0" y="15"/>
                    </a:cubicBezTo>
                    <a:cubicBezTo>
                      <a:pt x="0" y="227"/>
                      <a:pt x="0" y="227"/>
                      <a:pt x="0" y="227"/>
                    </a:cubicBezTo>
                    <a:cubicBezTo>
                      <a:pt x="0" y="227"/>
                      <a:pt x="43" y="242"/>
                      <a:pt x="61" y="219"/>
                    </a:cubicBezTo>
                    <a:cubicBezTo>
                      <a:pt x="78" y="195"/>
                      <a:pt x="85" y="170"/>
                      <a:pt x="116" y="171"/>
                    </a:cubicBezTo>
                    <a:cubicBezTo>
                      <a:pt x="175" y="174"/>
                      <a:pt x="165" y="304"/>
                      <a:pt x="245" y="311"/>
                    </a:cubicBezTo>
                    <a:cubicBezTo>
                      <a:pt x="325" y="317"/>
                      <a:pt x="305" y="148"/>
                      <a:pt x="370" y="145"/>
                    </a:cubicBezTo>
                    <a:cubicBezTo>
                      <a:pt x="425" y="143"/>
                      <a:pt x="398" y="205"/>
                      <a:pt x="458" y="201"/>
                    </a:cubicBezTo>
                    <a:cubicBezTo>
                      <a:pt x="504" y="197"/>
                      <a:pt x="484" y="124"/>
                      <a:pt x="548" y="135"/>
                    </a:cubicBezTo>
                    <a:cubicBezTo>
                      <a:pt x="619" y="146"/>
                      <a:pt x="589" y="273"/>
                      <a:pt x="675" y="281"/>
                    </a:cubicBezTo>
                    <a:cubicBezTo>
                      <a:pt x="760" y="290"/>
                      <a:pt x="715" y="176"/>
                      <a:pt x="804" y="181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2" name="Freeform 545">
                <a:extLst>
                  <a:ext uri="{FF2B5EF4-FFF2-40B4-BE49-F238E27FC236}">
                    <a16:creationId xmlns:a16="http://schemas.microsoft.com/office/drawing/2014/main" id="{A32AD7D5-708A-4765-9BDF-4754C61E0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074"/>
                <a:ext cx="1485" cy="451"/>
              </a:xfrm>
              <a:custGeom>
                <a:avLst/>
                <a:gdLst>
                  <a:gd name="T0" fmla="*/ 14646 w 802"/>
                  <a:gd name="T1" fmla="*/ 4761 h 228"/>
                  <a:gd name="T2" fmla="*/ 11911 w 802"/>
                  <a:gd name="T3" fmla="*/ 340 h 228"/>
                  <a:gd name="T4" fmla="*/ 9923 w 802"/>
                  <a:gd name="T5" fmla="*/ 2328 h 228"/>
                  <a:gd name="T6" fmla="*/ 8006 w 802"/>
                  <a:gd name="T7" fmla="*/ 673 h 228"/>
                  <a:gd name="T8" fmla="*/ 5286 w 802"/>
                  <a:gd name="T9" fmla="*/ 5665 h 228"/>
                  <a:gd name="T10" fmla="*/ 2483 w 802"/>
                  <a:gd name="T11" fmla="*/ 1424 h 228"/>
                  <a:gd name="T12" fmla="*/ 1283 w 802"/>
                  <a:gd name="T13" fmla="*/ 2880 h 228"/>
                  <a:gd name="T14" fmla="*/ 0 w 802"/>
                  <a:gd name="T15" fmla="*/ 3149 h 228"/>
                  <a:gd name="T16" fmla="*/ 0 w 802"/>
                  <a:gd name="T17" fmla="*/ 4209 h 228"/>
                  <a:gd name="T18" fmla="*/ 1283 w 802"/>
                  <a:gd name="T19" fmla="*/ 3901 h 228"/>
                  <a:gd name="T20" fmla="*/ 2483 w 802"/>
                  <a:gd name="T21" fmla="*/ 2477 h 228"/>
                  <a:gd name="T22" fmla="*/ 5286 w 802"/>
                  <a:gd name="T23" fmla="*/ 6688 h 228"/>
                  <a:gd name="T24" fmla="*/ 8006 w 802"/>
                  <a:gd name="T25" fmla="*/ 1701 h 228"/>
                  <a:gd name="T26" fmla="*/ 9923 w 802"/>
                  <a:gd name="T27" fmla="*/ 3365 h 228"/>
                  <a:gd name="T28" fmla="*/ 11911 w 802"/>
                  <a:gd name="T29" fmla="*/ 1361 h 228"/>
                  <a:gd name="T30" fmla="*/ 14646 w 802"/>
                  <a:gd name="T31" fmla="*/ 5821 h 228"/>
                  <a:gd name="T32" fmla="*/ 17457 w 802"/>
                  <a:gd name="T33" fmla="*/ 2785 h 228"/>
                  <a:gd name="T34" fmla="*/ 17457 w 802"/>
                  <a:gd name="T35" fmla="*/ 1733 h 228"/>
                  <a:gd name="T36" fmla="*/ 14646 w 802"/>
                  <a:gd name="T37" fmla="*/ 4761 h 2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2" h="228">
                    <a:moveTo>
                      <a:pt x="673" y="157"/>
                    </a:moveTo>
                    <a:cubicBezTo>
                      <a:pt x="587" y="149"/>
                      <a:pt x="618" y="22"/>
                      <a:pt x="547" y="11"/>
                    </a:cubicBezTo>
                    <a:cubicBezTo>
                      <a:pt x="482" y="0"/>
                      <a:pt x="502" y="74"/>
                      <a:pt x="456" y="77"/>
                    </a:cubicBezTo>
                    <a:cubicBezTo>
                      <a:pt x="396" y="81"/>
                      <a:pt x="424" y="19"/>
                      <a:pt x="368" y="22"/>
                    </a:cubicBezTo>
                    <a:cubicBezTo>
                      <a:pt x="304" y="24"/>
                      <a:pt x="323" y="193"/>
                      <a:pt x="243" y="187"/>
                    </a:cubicBezTo>
                    <a:cubicBezTo>
                      <a:pt x="163" y="180"/>
                      <a:pt x="174" y="50"/>
                      <a:pt x="114" y="47"/>
                    </a:cubicBezTo>
                    <a:cubicBezTo>
                      <a:pt x="83" y="46"/>
                      <a:pt x="76" y="71"/>
                      <a:pt x="59" y="95"/>
                    </a:cubicBezTo>
                    <a:cubicBezTo>
                      <a:pt x="44" y="115"/>
                      <a:pt x="9" y="107"/>
                      <a:pt x="0" y="104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9" y="141"/>
                      <a:pt x="44" y="150"/>
                      <a:pt x="59" y="129"/>
                    </a:cubicBezTo>
                    <a:cubicBezTo>
                      <a:pt x="76" y="106"/>
                      <a:pt x="83" y="81"/>
                      <a:pt x="114" y="82"/>
                    </a:cubicBezTo>
                    <a:cubicBezTo>
                      <a:pt x="174" y="84"/>
                      <a:pt x="163" y="215"/>
                      <a:pt x="243" y="221"/>
                    </a:cubicBezTo>
                    <a:cubicBezTo>
                      <a:pt x="323" y="228"/>
                      <a:pt x="304" y="59"/>
                      <a:pt x="368" y="56"/>
                    </a:cubicBezTo>
                    <a:cubicBezTo>
                      <a:pt x="424" y="54"/>
                      <a:pt x="396" y="116"/>
                      <a:pt x="456" y="111"/>
                    </a:cubicBezTo>
                    <a:cubicBezTo>
                      <a:pt x="502" y="108"/>
                      <a:pt x="482" y="35"/>
                      <a:pt x="547" y="45"/>
                    </a:cubicBezTo>
                    <a:cubicBezTo>
                      <a:pt x="618" y="57"/>
                      <a:pt x="587" y="184"/>
                      <a:pt x="673" y="192"/>
                    </a:cubicBezTo>
                    <a:cubicBezTo>
                      <a:pt x="759" y="200"/>
                      <a:pt x="713" y="87"/>
                      <a:pt x="802" y="92"/>
                    </a:cubicBezTo>
                    <a:cubicBezTo>
                      <a:pt x="802" y="57"/>
                      <a:pt x="802" y="57"/>
                      <a:pt x="802" y="57"/>
                    </a:cubicBezTo>
                    <a:cubicBezTo>
                      <a:pt x="713" y="52"/>
                      <a:pt x="759" y="166"/>
                      <a:pt x="673" y="157"/>
                    </a:cubicBezTo>
                    <a:close/>
                  </a:path>
                </a:pathLst>
              </a:custGeom>
              <a:solidFill>
                <a:srgbClr val="F3C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3" name="Freeform 546">
                <a:extLst>
                  <a:ext uri="{FF2B5EF4-FFF2-40B4-BE49-F238E27FC236}">
                    <a16:creationId xmlns:a16="http://schemas.microsoft.com/office/drawing/2014/main" id="{724AD6CB-CF69-4331-A420-31758CE84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044"/>
                <a:ext cx="1489" cy="439"/>
              </a:xfrm>
              <a:custGeom>
                <a:avLst/>
                <a:gdLst>
                  <a:gd name="T0" fmla="*/ 14703 w 804"/>
                  <a:gd name="T1" fmla="*/ 4540 h 222"/>
                  <a:gd name="T2" fmla="*/ 11943 w 804"/>
                  <a:gd name="T3" fmla="*/ 125 h 222"/>
                  <a:gd name="T4" fmla="*/ 9975 w 804"/>
                  <a:gd name="T5" fmla="*/ 2112 h 222"/>
                  <a:gd name="T6" fmla="*/ 8060 w 804"/>
                  <a:gd name="T7" fmla="*/ 427 h 222"/>
                  <a:gd name="T8" fmla="*/ 5343 w 804"/>
                  <a:gd name="T9" fmla="*/ 5444 h 222"/>
                  <a:gd name="T10" fmla="*/ 2528 w 804"/>
                  <a:gd name="T11" fmla="*/ 1204 h 222"/>
                  <a:gd name="T12" fmla="*/ 1328 w 804"/>
                  <a:gd name="T13" fmla="*/ 2660 h 222"/>
                  <a:gd name="T14" fmla="*/ 0 w 804"/>
                  <a:gd name="T15" fmla="*/ 2909 h 222"/>
                  <a:gd name="T16" fmla="*/ 0 w 804"/>
                  <a:gd name="T17" fmla="*/ 3989 h 222"/>
                  <a:gd name="T18" fmla="*/ 1328 w 804"/>
                  <a:gd name="T19" fmla="*/ 3741 h 222"/>
                  <a:gd name="T20" fmla="*/ 2528 w 804"/>
                  <a:gd name="T21" fmla="*/ 2296 h 222"/>
                  <a:gd name="T22" fmla="*/ 5343 w 804"/>
                  <a:gd name="T23" fmla="*/ 6526 h 222"/>
                  <a:gd name="T24" fmla="*/ 8060 w 804"/>
                  <a:gd name="T25" fmla="*/ 1517 h 222"/>
                  <a:gd name="T26" fmla="*/ 9975 w 804"/>
                  <a:gd name="T27" fmla="*/ 3211 h 222"/>
                  <a:gd name="T28" fmla="*/ 11943 w 804"/>
                  <a:gd name="T29" fmla="*/ 1204 h 222"/>
                  <a:gd name="T30" fmla="*/ 14703 w 804"/>
                  <a:gd name="T31" fmla="*/ 5632 h 222"/>
                  <a:gd name="T32" fmla="*/ 17520 w 804"/>
                  <a:gd name="T33" fmla="*/ 2596 h 222"/>
                  <a:gd name="T34" fmla="*/ 17520 w 804"/>
                  <a:gd name="T35" fmla="*/ 1517 h 222"/>
                  <a:gd name="T36" fmla="*/ 14703 w 804"/>
                  <a:gd name="T37" fmla="*/ 4540 h 2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4" h="222">
                    <a:moveTo>
                      <a:pt x="675" y="150"/>
                    </a:moveTo>
                    <a:cubicBezTo>
                      <a:pt x="615" y="146"/>
                      <a:pt x="629" y="9"/>
                      <a:pt x="548" y="4"/>
                    </a:cubicBezTo>
                    <a:cubicBezTo>
                      <a:pt x="483" y="0"/>
                      <a:pt x="491" y="65"/>
                      <a:pt x="458" y="70"/>
                    </a:cubicBezTo>
                    <a:cubicBezTo>
                      <a:pt x="407" y="77"/>
                      <a:pt x="425" y="17"/>
                      <a:pt x="370" y="14"/>
                    </a:cubicBezTo>
                    <a:cubicBezTo>
                      <a:pt x="287" y="11"/>
                      <a:pt x="325" y="184"/>
                      <a:pt x="245" y="180"/>
                    </a:cubicBezTo>
                    <a:cubicBezTo>
                      <a:pt x="185" y="177"/>
                      <a:pt x="193" y="43"/>
                      <a:pt x="116" y="40"/>
                    </a:cubicBezTo>
                    <a:cubicBezTo>
                      <a:pt x="85" y="39"/>
                      <a:pt x="78" y="64"/>
                      <a:pt x="61" y="88"/>
                    </a:cubicBezTo>
                    <a:cubicBezTo>
                      <a:pt x="43" y="111"/>
                      <a:pt x="0" y="96"/>
                      <a:pt x="0" y="96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43" y="147"/>
                      <a:pt x="61" y="124"/>
                    </a:cubicBezTo>
                    <a:cubicBezTo>
                      <a:pt x="78" y="100"/>
                      <a:pt x="85" y="75"/>
                      <a:pt x="116" y="76"/>
                    </a:cubicBezTo>
                    <a:cubicBezTo>
                      <a:pt x="175" y="79"/>
                      <a:pt x="165" y="209"/>
                      <a:pt x="245" y="216"/>
                    </a:cubicBezTo>
                    <a:cubicBezTo>
                      <a:pt x="325" y="222"/>
                      <a:pt x="305" y="53"/>
                      <a:pt x="370" y="50"/>
                    </a:cubicBezTo>
                    <a:cubicBezTo>
                      <a:pt x="425" y="48"/>
                      <a:pt x="398" y="110"/>
                      <a:pt x="458" y="106"/>
                    </a:cubicBezTo>
                    <a:cubicBezTo>
                      <a:pt x="504" y="102"/>
                      <a:pt x="484" y="29"/>
                      <a:pt x="548" y="40"/>
                    </a:cubicBezTo>
                    <a:cubicBezTo>
                      <a:pt x="619" y="51"/>
                      <a:pt x="589" y="178"/>
                      <a:pt x="675" y="186"/>
                    </a:cubicBezTo>
                    <a:cubicBezTo>
                      <a:pt x="760" y="195"/>
                      <a:pt x="715" y="81"/>
                      <a:pt x="804" y="86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699" y="49"/>
                      <a:pt x="737" y="155"/>
                      <a:pt x="675" y="150"/>
                    </a:cubicBezTo>
                    <a:close/>
                  </a:path>
                </a:pathLst>
              </a:custGeom>
              <a:solidFill>
                <a:srgbClr val="EE9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4" name="Freeform 547">
                <a:extLst>
                  <a:ext uri="{FF2B5EF4-FFF2-40B4-BE49-F238E27FC236}">
                    <a16:creationId xmlns:a16="http://schemas.microsoft.com/office/drawing/2014/main" id="{E8669007-C8E8-4987-8BBF-FE45E14E6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044"/>
                <a:ext cx="1489" cy="378"/>
              </a:xfrm>
              <a:custGeom>
                <a:avLst/>
                <a:gdLst>
                  <a:gd name="T0" fmla="*/ 14703 w 804"/>
                  <a:gd name="T1" fmla="*/ 4560 h 191"/>
                  <a:gd name="T2" fmla="*/ 11943 w 804"/>
                  <a:gd name="T3" fmla="*/ 125 h 191"/>
                  <a:gd name="T4" fmla="*/ 9975 w 804"/>
                  <a:gd name="T5" fmla="*/ 2131 h 191"/>
                  <a:gd name="T6" fmla="*/ 8060 w 804"/>
                  <a:gd name="T7" fmla="*/ 427 h 191"/>
                  <a:gd name="T8" fmla="*/ 5343 w 804"/>
                  <a:gd name="T9" fmla="*/ 5464 h 191"/>
                  <a:gd name="T10" fmla="*/ 2528 w 804"/>
                  <a:gd name="T11" fmla="*/ 1211 h 191"/>
                  <a:gd name="T12" fmla="*/ 1328 w 804"/>
                  <a:gd name="T13" fmla="*/ 2668 h 191"/>
                  <a:gd name="T14" fmla="*/ 0 w 804"/>
                  <a:gd name="T15" fmla="*/ 2913 h 191"/>
                  <a:gd name="T16" fmla="*/ 0 w 804"/>
                  <a:gd name="T17" fmla="*/ 3161 h 191"/>
                  <a:gd name="T18" fmla="*/ 1328 w 804"/>
                  <a:gd name="T19" fmla="*/ 2913 h 191"/>
                  <a:gd name="T20" fmla="*/ 2528 w 804"/>
                  <a:gd name="T21" fmla="*/ 1457 h 191"/>
                  <a:gd name="T22" fmla="*/ 5343 w 804"/>
                  <a:gd name="T23" fmla="*/ 5706 h 191"/>
                  <a:gd name="T24" fmla="*/ 8060 w 804"/>
                  <a:gd name="T25" fmla="*/ 673 h 191"/>
                  <a:gd name="T26" fmla="*/ 9975 w 804"/>
                  <a:gd name="T27" fmla="*/ 2365 h 191"/>
                  <a:gd name="T28" fmla="*/ 11943 w 804"/>
                  <a:gd name="T29" fmla="*/ 364 h 191"/>
                  <a:gd name="T30" fmla="*/ 14703 w 804"/>
                  <a:gd name="T31" fmla="*/ 4797 h 191"/>
                  <a:gd name="T32" fmla="*/ 17520 w 804"/>
                  <a:gd name="T33" fmla="*/ 1767 h 191"/>
                  <a:gd name="T34" fmla="*/ 17520 w 804"/>
                  <a:gd name="T35" fmla="*/ 1520 h 191"/>
                  <a:gd name="T36" fmla="*/ 14703 w 804"/>
                  <a:gd name="T37" fmla="*/ 4560 h 19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04" h="191">
                    <a:moveTo>
                      <a:pt x="675" y="150"/>
                    </a:moveTo>
                    <a:cubicBezTo>
                      <a:pt x="615" y="146"/>
                      <a:pt x="629" y="9"/>
                      <a:pt x="548" y="4"/>
                    </a:cubicBezTo>
                    <a:cubicBezTo>
                      <a:pt x="483" y="0"/>
                      <a:pt x="491" y="65"/>
                      <a:pt x="458" y="70"/>
                    </a:cubicBezTo>
                    <a:cubicBezTo>
                      <a:pt x="407" y="77"/>
                      <a:pt x="425" y="17"/>
                      <a:pt x="370" y="14"/>
                    </a:cubicBezTo>
                    <a:cubicBezTo>
                      <a:pt x="287" y="11"/>
                      <a:pt x="325" y="184"/>
                      <a:pt x="245" y="180"/>
                    </a:cubicBezTo>
                    <a:cubicBezTo>
                      <a:pt x="185" y="177"/>
                      <a:pt x="193" y="43"/>
                      <a:pt x="116" y="40"/>
                    </a:cubicBezTo>
                    <a:cubicBezTo>
                      <a:pt x="85" y="39"/>
                      <a:pt x="78" y="64"/>
                      <a:pt x="61" y="88"/>
                    </a:cubicBezTo>
                    <a:cubicBezTo>
                      <a:pt x="43" y="111"/>
                      <a:pt x="0" y="96"/>
                      <a:pt x="0" y="96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04"/>
                      <a:pt x="43" y="119"/>
                      <a:pt x="61" y="96"/>
                    </a:cubicBezTo>
                    <a:cubicBezTo>
                      <a:pt x="78" y="72"/>
                      <a:pt x="85" y="47"/>
                      <a:pt x="116" y="48"/>
                    </a:cubicBezTo>
                    <a:cubicBezTo>
                      <a:pt x="193" y="51"/>
                      <a:pt x="185" y="185"/>
                      <a:pt x="245" y="188"/>
                    </a:cubicBezTo>
                    <a:cubicBezTo>
                      <a:pt x="325" y="191"/>
                      <a:pt x="287" y="19"/>
                      <a:pt x="370" y="22"/>
                    </a:cubicBezTo>
                    <a:cubicBezTo>
                      <a:pt x="425" y="25"/>
                      <a:pt x="407" y="85"/>
                      <a:pt x="458" y="78"/>
                    </a:cubicBezTo>
                    <a:cubicBezTo>
                      <a:pt x="491" y="73"/>
                      <a:pt x="483" y="7"/>
                      <a:pt x="548" y="12"/>
                    </a:cubicBezTo>
                    <a:cubicBezTo>
                      <a:pt x="629" y="17"/>
                      <a:pt x="615" y="154"/>
                      <a:pt x="675" y="158"/>
                    </a:cubicBezTo>
                    <a:cubicBezTo>
                      <a:pt x="737" y="163"/>
                      <a:pt x="699" y="57"/>
                      <a:pt x="804" y="58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699" y="49"/>
                      <a:pt x="737" y="155"/>
                      <a:pt x="675" y="150"/>
                    </a:cubicBezTo>
                    <a:close/>
                  </a:path>
                </a:pathLst>
              </a:custGeom>
              <a:solidFill>
                <a:srgbClr val="F8C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5" name="Freeform 548">
                <a:extLst>
                  <a:ext uri="{FF2B5EF4-FFF2-40B4-BE49-F238E27FC236}">
                    <a16:creationId xmlns:a16="http://schemas.microsoft.com/office/drawing/2014/main" id="{2FE06A68-72BA-4B67-9A51-7DE1610C5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884"/>
                <a:ext cx="1482" cy="293"/>
              </a:xfrm>
              <a:custGeom>
                <a:avLst/>
                <a:gdLst>
                  <a:gd name="T0" fmla="*/ 17451 w 800"/>
                  <a:gd name="T1" fmla="*/ 1093 h 148"/>
                  <a:gd name="T2" fmla="*/ 17451 w 800"/>
                  <a:gd name="T3" fmla="*/ 4500 h 148"/>
                  <a:gd name="T4" fmla="*/ 0 w 800"/>
                  <a:gd name="T5" fmla="*/ 4500 h 148"/>
                  <a:gd name="T6" fmla="*/ 0 w 800"/>
                  <a:gd name="T7" fmla="*/ 1364 h 148"/>
                  <a:gd name="T8" fmla="*/ 789 w 800"/>
                  <a:gd name="T9" fmla="*/ 612 h 148"/>
                  <a:gd name="T10" fmla="*/ 1506 w 800"/>
                  <a:gd name="T11" fmla="*/ 1031 h 148"/>
                  <a:gd name="T12" fmla="*/ 1873 w 800"/>
                  <a:gd name="T13" fmla="*/ 521 h 148"/>
                  <a:gd name="T14" fmla="*/ 2899 w 800"/>
                  <a:gd name="T15" fmla="*/ 1124 h 148"/>
                  <a:gd name="T16" fmla="*/ 3638 w 800"/>
                  <a:gd name="T17" fmla="*/ 612 h 148"/>
                  <a:gd name="T18" fmla="*/ 4296 w 800"/>
                  <a:gd name="T19" fmla="*/ 1180 h 148"/>
                  <a:gd name="T20" fmla="*/ 5237 w 800"/>
                  <a:gd name="T21" fmla="*/ 580 h 148"/>
                  <a:gd name="T22" fmla="*/ 6147 w 800"/>
                  <a:gd name="T23" fmla="*/ 1124 h 148"/>
                  <a:gd name="T24" fmla="*/ 6502 w 800"/>
                  <a:gd name="T25" fmla="*/ 552 h 148"/>
                  <a:gd name="T26" fmla="*/ 7032 w 800"/>
                  <a:gd name="T27" fmla="*/ 847 h 148"/>
                  <a:gd name="T28" fmla="*/ 7571 w 800"/>
                  <a:gd name="T29" fmla="*/ 580 h 148"/>
                  <a:gd name="T30" fmla="*/ 7653 w 800"/>
                  <a:gd name="T31" fmla="*/ 1427 h 148"/>
                  <a:gd name="T32" fmla="*/ 8164 w 800"/>
                  <a:gd name="T33" fmla="*/ 1212 h 148"/>
                  <a:gd name="T34" fmla="*/ 8620 w 800"/>
                  <a:gd name="T35" fmla="*/ 1615 h 148"/>
                  <a:gd name="T36" fmla="*/ 9033 w 800"/>
                  <a:gd name="T37" fmla="*/ 940 h 148"/>
                  <a:gd name="T38" fmla="*/ 9859 w 800"/>
                  <a:gd name="T39" fmla="*/ 1243 h 148"/>
                  <a:gd name="T40" fmla="*/ 10365 w 800"/>
                  <a:gd name="T41" fmla="*/ 580 h 148"/>
                  <a:gd name="T42" fmla="*/ 10954 w 800"/>
                  <a:gd name="T43" fmla="*/ 1148 h 148"/>
                  <a:gd name="T44" fmla="*/ 11437 w 800"/>
                  <a:gd name="T45" fmla="*/ 521 h 148"/>
                  <a:gd name="T46" fmla="*/ 12045 w 800"/>
                  <a:gd name="T47" fmla="*/ 940 h 148"/>
                  <a:gd name="T48" fmla="*/ 12790 w 800"/>
                  <a:gd name="T49" fmla="*/ 396 h 148"/>
                  <a:gd name="T50" fmla="*/ 13305 w 800"/>
                  <a:gd name="T51" fmla="*/ 1000 h 148"/>
                  <a:gd name="T52" fmla="*/ 14005 w 800"/>
                  <a:gd name="T53" fmla="*/ 489 h 148"/>
                  <a:gd name="T54" fmla="*/ 14407 w 800"/>
                  <a:gd name="T55" fmla="*/ 1273 h 148"/>
                  <a:gd name="T56" fmla="*/ 14990 w 800"/>
                  <a:gd name="T57" fmla="*/ 968 h 148"/>
                  <a:gd name="T58" fmla="*/ 15450 w 800"/>
                  <a:gd name="T59" fmla="*/ 1677 h 148"/>
                  <a:gd name="T60" fmla="*/ 15926 w 800"/>
                  <a:gd name="T61" fmla="*/ 1000 h 148"/>
                  <a:gd name="T62" fmla="*/ 16509 w 800"/>
                  <a:gd name="T63" fmla="*/ 1063 h 148"/>
                  <a:gd name="T64" fmla="*/ 17451 w 800"/>
                  <a:gd name="T65" fmla="*/ 1093 h 14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00" h="148">
                    <a:moveTo>
                      <a:pt x="800" y="36"/>
                    </a:moveTo>
                    <a:cubicBezTo>
                      <a:pt x="800" y="148"/>
                      <a:pt x="800" y="148"/>
                      <a:pt x="800" y="1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19" y="20"/>
                      <a:pt x="36" y="20"/>
                    </a:cubicBezTo>
                    <a:cubicBezTo>
                      <a:pt x="53" y="20"/>
                      <a:pt x="69" y="34"/>
                      <a:pt x="69" y="34"/>
                    </a:cubicBezTo>
                    <a:cubicBezTo>
                      <a:pt x="69" y="34"/>
                      <a:pt x="64" y="20"/>
                      <a:pt x="86" y="17"/>
                    </a:cubicBezTo>
                    <a:cubicBezTo>
                      <a:pt x="107" y="14"/>
                      <a:pt x="133" y="37"/>
                      <a:pt x="133" y="37"/>
                    </a:cubicBezTo>
                    <a:cubicBezTo>
                      <a:pt x="133" y="37"/>
                      <a:pt x="148" y="19"/>
                      <a:pt x="167" y="20"/>
                    </a:cubicBezTo>
                    <a:cubicBezTo>
                      <a:pt x="186" y="21"/>
                      <a:pt x="197" y="39"/>
                      <a:pt x="197" y="39"/>
                    </a:cubicBezTo>
                    <a:cubicBezTo>
                      <a:pt x="197" y="39"/>
                      <a:pt x="218" y="20"/>
                      <a:pt x="240" y="19"/>
                    </a:cubicBezTo>
                    <a:cubicBezTo>
                      <a:pt x="261" y="18"/>
                      <a:pt x="282" y="37"/>
                      <a:pt x="282" y="37"/>
                    </a:cubicBezTo>
                    <a:cubicBezTo>
                      <a:pt x="282" y="37"/>
                      <a:pt x="283" y="18"/>
                      <a:pt x="298" y="18"/>
                    </a:cubicBezTo>
                    <a:cubicBezTo>
                      <a:pt x="313" y="18"/>
                      <a:pt x="322" y="28"/>
                      <a:pt x="322" y="28"/>
                    </a:cubicBezTo>
                    <a:cubicBezTo>
                      <a:pt x="322" y="28"/>
                      <a:pt x="335" y="6"/>
                      <a:pt x="347" y="19"/>
                    </a:cubicBezTo>
                    <a:cubicBezTo>
                      <a:pt x="359" y="32"/>
                      <a:pt x="351" y="47"/>
                      <a:pt x="351" y="47"/>
                    </a:cubicBezTo>
                    <a:cubicBezTo>
                      <a:pt x="351" y="47"/>
                      <a:pt x="364" y="36"/>
                      <a:pt x="374" y="40"/>
                    </a:cubicBezTo>
                    <a:cubicBezTo>
                      <a:pt x="384" y="44"/>
                      <a:pt x="395" y="53"/>
                      <a:pt x="395" y="53"/>
                    </a:cubicBezTo>
                    <a:cubicBezTo>
                      <a:pt x="395" y="53"/>
                      <a:pt x="397" y="33"/>
                      <a:pt x="414" y="31"/>
                    </a:cubicBezTo>
                    <a:cubicBezTo>
                      <a:pt x="430" y="29"/>
                      <a:pt x="452" y="41"/>
                      <a:pt x="452" y="41"/>
                    </a:cubicBezTo>
                    <a:cubicBezTo>
                      <a:pt x="452" y="41"/>
                      <a:pt x="461" y="17"/>
                      <a:pt x="475" y="19"/>
                    </a:cubicBezTo>
                    <a:cubicBezTo>
                      <a:pt x="489" y="21"/>
                      <a:pt x="502" y="38"/>
                      <a:pt x="502" y="38"/>
                    </a:cubicBezTo>
                    <a:cubicBezTo>
                      <a:pt x="502" y="38"/>
                      <a:pt x="505" y="16"/>
                      <a:pt x="524" y="17"/>
                    </a:cubicBezTo>
                    <a:cubicBezTo>
                      <a:pt x="543" y="18"/>
                      <a:pt x="552" y="31"/>
                      <a:pt x="552" y="31"/>
                    </a:cubicBezTo>
                    <a:cubicBezTo>
                      <a:pt x="552" y="31"/>
                      <a:pt x="567" y="11"/>
                      <a:pt x="586" y="13"/>
                    </a:cubicBezTo>
                    <a:cubicBezTo>
                      <a:pt x="604" y="15"/>
                      <a:pt x="610" y="33"/>
                      <a:pt x="610" y="33"/>
                    </a:cubicBezTo>
                    <a:cubicBezTo>
                      <a:pt x="610" y="33"/>
                      <a:pt x="624" y="10"/>
                      <a:pt x="642" y="16"/>
                    </a:cubicBezTo>
                    <a:cubicBezTo>
                      <a:pt x="660" y="22"/>
                      <a:pt x="660" y="42"/>
                      <a:pt x="660" y="42"/>
                    </a:cubicBezTo>
                    <a:cubicBezTo>
                      <a:pt x="660" y="42"/>
                      <a:pt x="677" y="30"/>
                      <a:pt x="687" y="32"/>
                    </a:cubicBezTo>
                    <a:cubicBezTo>
                      <a:pt x="697" y="34"/>
                      <a:pt x="708" y="55"/>
                      <a:pt x="708" y="55"/>
                    </a:cubicBezTo>
                    <a:cubicBezTo>
                      <a:pt x="708" y="55"/>
                      <a:pt x="720" y="36"/>
                      <a:pt x="730" y="33"/>
                    </a:cubicBezTo>
                    <a:cubicBezTo>
                      <a:pt x="740" y="30"/>
                      <a:pt x="757" y="35"/>
                      <a:pt x="757" y="35"/>
                    </a:cubicBezTo>
                    <a:cubicBezTo>
                      <a:pt x="757" y="35"/>
                      <a:pt x="791" y="0"/>
                      <a:pt x="800" y="36"/>
                    </a:cubicBezTo>
                    <a:close/>
                  </a:path>
                </a:pathLst>
              </a:custGeom>
              <a:solidFill>
                <a:srgbClr val="F3C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6" name="Freeform 549">
                <a:extLst>
                  <a:ext uri="{FF2B5EF4-FFF2-40B4-BE49-F238E27FC236}">
                    <a16:creationId xmlns:a16="http://schemas.microsoft.com/office/drawing/2014/main" id="{5CE107D5-7664-4FD9-9871-DBE4E1CF6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932"/>
                <a:ext cx="1489" cy="290"/>
              </a:xfrm>
              <a:custGeom>
                <a:avLst/>
                <a:gdLst>
                  <a:gd name="T0" fmla="*/ 17520 w 804"/>
                  <a:gd name="T1" fmla="*/ 1073 h 147"/>
                  <a:gd name="T2" fmla="*/ 17520 w 804"/>
                  <a:gd name="T3" fmla="*/ 4389 h 147"/>
                  <a:gd name="T4" fmla="*/ 0 w 804"/>
                  <a:gd name="T5" fmla="*/ 4389 h 147"/>
                  <a:gd name="T6" fmla="*/ 0 w 804"/>
                  <a:gd name="T7" fmla="*/ 1351 h 147"/>
                  <a:gd name="T8" fmla="*/ 761 w 804"/>
                  <a:gd name="T9" fmla="*/ 592 h 147"/>
                  <a:gd name="T10" fmla="*/ 1482 w 804"/>
                  <a:gd name="T11" fmla="*/ 1012 h 147"/>
                  <a:gd name="T12" fmla="*/ 1848 w 804"/>
                  <a:gd name="T13" fmla="*/ 513 h 147"/>
                  <a:gd name="T14" fmla="*/ 2898 w 804"/>
                  <a:gd name="T15" fmla="*/ 1105 h 147"/>
                  <a:gd name="T16" fmla="*/ 3632 w 804"/>
                  <a:gd name="T17" fmla="*/ 592 h 147"/>
                  <a:gd name="T18" fmla="*/ 4295 w 804"/>
                  <a:gd name="T19" fmla="*/ 1168 h 147"/>
                  <a:gd name="T20" fmla="*/ 5221 w 804"/>
                  <a:gd name="T21" fmla="*/ 560 h 147"/>
                  <a:gd name="T22" fmla="*/ 6160 w 804"/>
                  <a:gd name="T23" fmla="*/ 1105 h 147"/>
                  <a:gd name="T24" fmla="*/ 6517 w 804"/>
                  <a:gd name="T25" fmla="*/ 544 h 147"/>
                  <a:gd name="T26" fmla="*/ 7032 w 804"/>
                  <a:gd name="T27" fmla="*/ 836 h 147"/>
                  <a:gd name="T28" fmla="*/ 7576 w 804"/>
                  <a:gd name="T29" fmla="*/ 560 h 147"/>
                  <a:gd name="T30" fmla="*/ 7665 w 804"/>
                  <a:gd name="T31" fmla="*/ 1405 h 147"/>
                  <a:gd name="T32" fmla="*/ 8164 w 804"/>
                  <a:gd name="T33" fmla="*/ 1199 h 147"/>
                  <a:gd name="T34" fmla="*/ 8627 w 804"/>
                  <a:gd name="T35" fmla="*/ 1588 h 147"/>
                  <a:gd name="T36" fmla="*/ 9045 w 804"/>
                  <a:gd name="T37" fmla="*/ 923 h 147"/>
                  <a:gd name="T38" fmla="*/ 9895 w 804"/>
                  <a:gd name="T39" fmla="*/ 1229 h 147"/>
                  <a:gd name="T40" fmla="*/ 10386 w 804"/>
                  <a:gd name="T41" fmla="*/ 560 h 147"/>
                  <a:gd name="T42" fmla="*/ 10975 w 804"/>
                  <a:gd name="T43" fmla="*/ 1136 h 147"/>
                  <a:gd name="T44" fmla="*/ 11458 w 804"/>
                  <a:gd name="T45" fmla="*/ 513 h 147"/>
                  <a:gd name="T46" fmla="*/ 12069 w 804"/>
                  <a:gd name="T47" fmla="*/ 923 h 147"/>
                  <a:gd name="T48" fmla="*/ 12810 w 804"/>
                  <a:gd name="T49" fmla="*/ 393 h 147"/>
                  <a:gd name="T50" fmla="*/ 13353 w 804"/>
                  <a:gd name="T51" fmla="*/ 984 h 147"/>
                  <a:gd name="T52" fmla="*/ 14055 w 804"/>
                  <a:gd name="T53" fmla="*/ 483 h 147"/>
                  <a:gd name="T54" fmla="*/ 14444 w 804"/>
                  <a:gd name="T55" fmla="*/ 1261 h 147"/>
                  <a:gd name="T56" fmla="*/ 15036 w 804"/>
                  <a:gd name="T57" fmla="*/ 953 h 147"/>
                  <a:gd name="T58" fmla="*/ 15492 w 804"/>
                  <a:gd name="T59" fmla="*/ 1649 h 147"/>
                  <a:gd name="T60" fmla="*/ 15977 w 804"/>
                  <a:gd name="T61" fmla="*/ 984 h 147"/>
                  <a:gd name="T62" fmla="*/ 16573 w 804"/>
                  <a:gd name="T63" fmla="*/ 1044 h 147"/>
                  <a:gd name="T64" fmla="*/ 17520 w 804"/>
                  <a:gd name="T65" fmla="*/ 1073 h 1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04" h="147">
                    <a:moveTo>
                      <a:pt x="804" y="36"/>
                    </a:moveTo>
                    <a:cubicBezTo>
                      <a:pt x="804" y="147"/>
                      <a:pt x="804" y="147"/>
                      <a:pt x="804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18" y="20"/>
                      <a:pt x="35" y="20"/>
                    </a:cubicBezTo>
                    <a:cubicBezTo>
                      <a:pt x="52" y="20"/>
                      <a:pt x="68" y="34"/>
                      <a:pt x="68" y="34"/>
                    </a:cubicBezTo>
                    <a:cubicBezTo>
                      <a:pt x="68" y="34"/>
                      <a:pt x="63" y="20"/>
                      <a:pt x="85" y="17"/>
                    </a:cubicBezTo>
                    <a:cubicBezTo>
                      <a:pt x="107" y="14"/>
                      <a:pt x="133" y="37"/>
                      <a:pt x="133" y="37"/>
                    </a:cubicBezTo>
                    <a:cubicBezTo>
                      <a:pt x="133" y="37"/>
                      <a:pt x="148" y="19"/>
                      <a:pt x="167" y="20"/>
                    </a:cubicBezTo>
                    <a:cubicBezTo>
                      <a:pt x="186" y="21"/>
                      <a:pt x="197" y="39"/>
                      <a:pt x="197" y="39"/>
                    </a:cubicBezTo>
                    <a:cubicBezTo>
                      <a:pt x="197" y="39"/>
                      <a:pt x="218" y="20"/>
                      <a:pt x="240" y="19"/>
                    </a:cubicBezTo>
                    <a:cubicBezTo>
                      <a:pt x="262" y="18"/>
                      <a:pt x="283" y="37"/>
                      <a:pt x="283" y="37"/>
                    </a:cubicBezTo>
                    <a:cubicBezTo>
                      <a:pt x="283" y="37"/>
                      <a:pt x="284" y="18"/>
                      <a:pt x="299" y="18"/>
                    </a:cubicBezTo>
                    <a:cubicBezTo>
                      <a:pt x="314" y="18"/>
                      <a:pt x="323" y="28"/>
                      <a:pt x="323" y="28"/>
                    </a:cubicBezTo>
                    <a:cubicBezTo>
                      <a:pt x="323" y="28"/>
                      <a:pt x="336" y="6"/>
                      <a:pt x="348" y="19"/>
                    </a:cubicBezTo>
                    <a:cubicBezTo>
                      <a:pt x="360" y="32"/>
                      <a:pt x="352" y="47"/>
                      <a:pt x="352" y="47"/>
                    </a:cubicBezTo>
                    <a:cubicBezTo>
                      <a:pt x="352" y="47"/>
                      <a:pt x="365" y="36"/>
                      <a:pt x="375" y="40"/>
                    </a:cubicBezTo>
                    <a:cubicBezTo>
                      <a:pt x="385" y="44"/>
                      <a:pt x="396" y="53"/>
                      <a:pt x="396" y="53"/>
                    </a:cubicBezTo>
                    <a:cubicBezTo>
                      <a:pt x="396" y="53"/>
                      <a:pt x="398" y="33"/>
                      <a:pt x="415" y="31"/>
                    </a:cubicBezTo>
                    <a:cubicBezTo>
                      <a:pt x="432" y="29"/>
                      <a:pt x="454" y="41"/>
                      <a:pt x="454" y="41"/>
                    </a:cubicBezTo>
                    <a:cubicBezTo>
                      <a:pt x="454" y="41"/>
                      <a:pt x="463" y="17"/>
                      <a:pt x="477" y="19"/>
                    </a:cubicBezTo>
                    <a:cubicBezTo>
                      <a:pt x="491" y="21"/>
                      <a:pt x="504" y="38"/>
                      <a:pt x="504" y="38"/>
                    </a:cubicBezTo>
                    <a:cubicBezTo>
                      <a:pt x="504" y="38"/>
                      <a:pt x="507" y="16"/>
                      <a:pt x="526" y="17"/>
                    </a:cubicBezTo>
                    <a:cubicBezTo>
                      <a:pt x="545" y="18"/>
                      <a:pt x="554" y="31"/>
                      <a:pt x="554" y="31"/>
                    </a:cubicBezTo>
                    <a:cubicBezTo>
                      <a:pt x="554" y="31"/>
                      <a:pt x="569" y="11"/>
                      <a:pt x="588" y="13"/>
                    </a:cubicBezTo>
                    <a:cubicBezTo>
                      <a:pt x="607" y="15"/>
                      <a:pt x="613" y="33"/>
                      <a:pt x="613" y="33"/>
                    </a:cubicBezTo>
                    <a:cubicBezTo>
                      <a:pt x="613" y="33"/>
                      <a:pt x="627" y="10"/>
                      <a:pt x="645" y="16"/>
                    </a:cubicBezTo>
                    <a:cubicBezTo>
                      <a:pt x="663" y="22"/>
                      <a:pt x="663" y="42"/>
                      <a:pt x="663" y="42"/>
                    </a:cubicBezTo>
                    <a:cubicBezTo>
                      <a:pt x="663" y="42"/>
                      <a:pt x="680" y="30"/>
                      <a:pt x="690" y="32"/>
                    </a:cubicBezTo>
                    <a:cubicBezTo>
                      <a:pt x="700" y="34"/>
                      <a:pt x="711" y="55"/>
                      <a:pt x="711" y="55"/>
                    </a:cubicBezTo>
                    <a:cubicBezTo>
                      <a:pt x="711" y="55"/>
                      <a:pt x="723" y="36"/>
                      <a:pt x="733" y="33"/>
                    </a:cubicBezTo>
                    <a:cubicBezTo>
                      <a:pt x="743" y="30"/>
                      <a:pt x="761" y="35"/>
                      <a:pt x="761" y="35"/>
                    </a:cubicBezTo>
                    <a:cubicBezTo>
                      <a:pt x="761" y="35"/>
                      <a:pt x="795" y="0"/>
                      <a:pt x="804" y="36"/>
                    </a:cubicBezTo>
                    <a:close/>
                  </a:path>
                </a:pathLst>
              </a:custGeom>
              <a:solidFill>
                <a:srgbClr val="FCD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7" name="Freeform 550">
                <a:extLst>
                  <a:ext uri="{FF2B5EF4-FFF2-40B4-BE49-F238E27FC236}">
                    <a16:creationId xmlns:a16="http://schemas.microsoft.com/office/drawing/2014/main" id="{B1945545-361C-4276-A749-54F210DA3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932"/>
                <a:ext cx="1489" cy="290"/>
              </a:xfrm>
              <a:custGeom>
                <a:avLst/>
                <a:gdLst>
                  <a:gd name="T0" fmla="*/ 17520 w 804"/>
                  <a:gd name="T1" fmla="*/ 1073 h 147"/>
                  <a:gd name="T2" fmla="*/ 17520 w 804"/>
                  <a:gd name="T3" fmla="*/ 4389 h 147"/>
                  <a:gd name="T4" fmla="*/ 0 w 804"/>
                  <a:gd name="T5" fmla="*/ 4389 h 147"/>
                  <a:gd name="T6" fmla="*/ 0 w 804"/>
                  <a:gd name="T7" fmla="*/ 1351 h 147"/>
                  <a:gd name="T8" fmla="*/ 761 w 804"/>
                  <a:gd name="T9" fmla="*/ 592 h 147"/>
                  <a:gd name="T10" fmla="*/ 1482 w 804"/>
                  <a:gd name="T11" fmla="*/ 1012 h 147"/>
                  <a:gd name="T12" fmla="*/ 1848 w 804"/>
                  <a:gd name="T13" fmla="*/ 513 h 147"/>
                  <a:gd name="T14" fmla="*/ 2898 w 804"/>
                  <a:gd name="T15" fmla="*/ 1105 h 147"/>
                  <a:gd name="T16" fmla="*/ 3632 w 804"/>
                  <a:gd name="T17" fmla="*/ 592 h 147"/>
                  <a:gd name="T18" fmla="*/ 4295 w 804"/>
                  <a:gd name="T19" fmla="*/ 1168 h 147"/>
                  <a:gd name="T20" fmla="*/ 5221 w 804"/>
                  <a:gd name="T21" fmla="*/ 560 h 147"/>
                  <a:gd name="T22" fmla="*/ 6160 w 804"/>
                  <a:gd name="T23" fmla="*/ 1105 h 147"/>
                  <a:gd name="T24" fmla="*/ 6517 w 804"/>
                  <a:gd name="T25" fmla="*/ 544 h 147"/>
                  <a:gd name="T26" fmla="*/ 7032 w 804"/>
                  <a:gd name="T27" fmla="*/ 836 h 147"/>
                  <a:gd name="T28" fmla="*/ 7576 w 804"/>
                  <a:gd name="T29" fmla="*/ 560 h 147"/>
                  <a:gd name="T30" fmla="*/ 7665 w 804"/>
                  <a:gd name="T31" fmla="*/ 1405 h 147"/>
                  <a:gd name="T32" fmla="*/ 8164 w 804"/>
                  <a:gd name="T33" fmla="*/ 1199 h 147"/>
                  <a:gd name="T34" fmla="*/ 8627 w 804"/>
                  <a:gd name="T35" fmla="*/ 1588 h 147"/>
                  <a:gd name="T36" fmla="*/ 9045 w 804"/>
                  <a:gd name="T37" fmla="*/ 923 h 147"/>
                  <a:gd name="T38" fmla="*/ 9895 w 804"/>
                  <a:gd name="T39" fmla="*/ 1229 h 147"/>
                  <a:gd name="T40" fmla="*/ 10386 w 804"/>
                  <a:gd name="T41" fmla="*/ 560 h 147"/>
                  <a:gd name="T42" fmla="*/ 10975 w 804"/>
                  <a:gd name="T43" fmla="*/ 1136 h 147"/>
                  <a:gd name="T44" fmla="*/ 11458 w 804"/>
                  <a:gd name="T45" fmla="*/ 513 h 147"/>
                  <a:gd name="T46" fmla="*/ 12069 w 804"/>
                  <a:gd name="T47" fmla="*/ 923 h 147"/>
                  <a:gd name="T48" fmla="*/ 12810 w 804"/>
                  <a:gd name="T49" fmla="*/ 393 h 147"/>
                  <a:gd name="T50" fmla="*/ 13353 w 804"/>
                  <a:gd name="T51" fmla="*/ 984 h 147"/>
                  <a:gd name="T52" fmla="*/ 14055 w 804"/>
                  <a:gd name="T53" fmla="*/ 483 h 147"/>
                  <a:gd name="T54" fmla="*/ 14444 w 804"/>
                  <a:gd name="T55" fmla="*/ 1261 h 147"/>
                  <a:gd name="T56" fmla="*/ 15036 w 804"/>
                  <a:gd name="T57" fmla="*/ 953 h 147"/>
                  <a:gd name="T58" fmla="*/ 15492 w 804"/>
                  <a:gd name="T59" fmla="*/ 1649 h 147"/>
                  <a:gd name="T60" fmla="*/ 15977 w 804"/>
                  <a:gd name="T61" fmla="*/ 984 h 147"/>
                  <a:gd name="T62" fmla="*/ 16573 w 804"/>
                  <a:gd name="T63" fmla="*/ 1044 h 147"/>
                  <a:gd name="T64" fmla="*/ 17520 w 804"/>
                  <a:gd name="T65" fmla="*/ 1073 h 1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04" h="147">
                    <a:moveTo>
                      <a:pt x="804" y="36"/>
                    </a:moveTo>
                    <a:cubicBezTo>
                      <a:pt x="804" y="147"/>
                      <a:pt x="804" y="147"/>
                      <a:pt x="804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18" y="20"/>
                      <a:pt x="35" y="20"/>
                    </a:cubicBezTo>
                    <a:cubicBezTo>
                      <a:pt x="52" y="20"/>
                      <a:pt x="68" y="34"/>
                      <a:pt x="68" y="34"/>
                    </a:cubicBezTo>
                    <a:cubicBezTo>
                      <a:pt x="68" y="34"/>
                      <a:pt x="63" y="20"/>
                      <a:pt x="85" y="17"/>
                    </a:cubicBezTo>
                    <a:cubicBezTo>
                      <a:pt x="107" y="14"/>
                      <a:pt x="133" y="37"/>
                      <a:pt x="133" y="37"/>
                    </a:cubicBezTo>
                    <a:cubicBezTo>
                      <a:pt x="133" y="37"/>
                      <a:pt x="148" y="19"/>
                      <a:pt x="167" y="20"/>
                    </a:cubicBezTo>
                    <a:cubicBezTo>
                      <a:pt x="186" y="21"/>
                      <a:pt x="197" y="39"/>
                      <a:pt x="197" y="39"/>
                    </a:cubicBezTo>
                    <a:cubicBezTo>
                      <a:pt x="197" y="39"/>
                      <a:pt x="218" y="20"/>
                      <a:pt x="240" y="19"/>
                    </a:cubicBezTo>
                    <a:cubicBezTo>
                      <a:pt x="262" y="18"/>
                      <a:pt x="283" y="37"/>
                      <a:pt x="283" y="37"/>
                    </a:cubicBezTo>
                    <a:cubicBezTo>
                      <a:pt x="283" y="37"/>
                      <a:pt x="284" y="18"/>
                      <a:pt x="299" y="18"/>
                    </a:cubicBezTo>
                    <a:cubicBezTo>
                      <a:pt x="314" y="18"/>
                      <a:pt x="323" y="28"/>
                      <a:pt x="323" y="28"/>
                    </a:cubicBezTo>
                    <a:cubicBezTo>
                      <a:pt x="323" y="28"/>
                      <a:pt x="336" y="6"/>
                      <a:pt x="348" y="19"/>
                    </a:cubicBezTo>
                    <a:cubicBezTo>
                      <a:pt x="360" y="32"/>
                      <a:pt x="352" y="47"/>
                      <a:pt x="352" y="47"/>
                    </a:cubicBezTo>
                    <a:cubicBezTo>
                      <a:pt x="352" y="47"/>
                      <a:pt x="365" y="36"/>
                      <a:pt x="375" y="40"/>
                    </a:cubicBezTo>
                    <a:cubicBezTo>
                      <a:pt x="385" y="44"/>
                      <a:pt x="396" y="53"/>
                      <a:pt x="396" y="53"/>
                    </a:cubicBezTo>
                    <a:cubicBezTo>
                      <a:pt x="396" y="53"/>
                      <a:pt x="398" y="33"/>
                      <a:pt x="415" y="31"/>
                    </a:cubicBezTo>
                    <a:cubicBezTo>
                      <a:pt x="432" y="29"/>
                      <a:pt x="454" y="41"/>
                      <a:pt x="454" y="41"/>
                    </a:cubicBezTo>
                    <a:cubicBezTo>
                      <a:pt x="454" y="41"/>
                      <a:pt x="463" y="17"/>
                      <a:pt x="477" y="19"/>
                    </a:cubicBezTo>
                    <a:cubicBezTo>
                      <a:pt x="491" y="21"/>
                      <a:pt x="504" y="38"/>
                      <a:pt x="504" y="38"/>
                    </a:cubicBezTo>
                    <a:cubicBezTo>
                      <a:pt x="504" y="38"/>
                      <a:pt x="507" y="16"/>
                      <a:pt x="526" y="17"/>
                    </a:cubicBezTo>
                    <a:cubicBezTo>
                      <a:pt x="545" y="18"/>
                      <a:pt x="554" y="31"/>
                      <a:pt x="554" y="31"/>
                    </a:cubicBezTo>
                    <a:cubicBezTo>
                      <a:pt x="554" y="31"/>
                      <a:pt x="569" y="11"/>
                      <a:pt x="588" y="13"/>
                    </a:cubicBezTo>
                    <a:cubicBezTo>
                      <a:pt x="607" y="15"/>
                      <a:pt x="613" y="33"/>
                      <a:pt x="613" y="33"/>
                    </a:cubicBezTo>
                    <a:cubicBezTo>
                      <a:pt x="613" y="33"/>
                      <a:pt x="627" y="10"/>
                      <a:pt x="645" y="16"/>
                    </a:cubicBezTo>
                    <a:cubicBezTo>
                      <a:pt x="663" y="22"/>
                      <a:pt x="663" y="42"/>
                      <a:pt x="663" y="42"/>
                    </a:cubicBezTo>
                    <a:cubicBezTo>
                      <a:pt x="663" y="42"/>
                      <a:pt x="680" y="30"/>
                      <a:pt x="690" y="32"/>
                    </a:cubicBezTo>
                    <a:cubicBezTo>
                      <a:pt x="700" y="34"/>
                      <a:pt x="711" y="55"/>
                      <a:pt x="711" y="55"/>
                    </a:cubicBezTo>
                    <a:cubicBezTo>
                      <a:pt x="711" y="55"/>
                      <a:pt x="723" y="36"/>
                      <a:pt x="733" y="33"/>
                    </a:cubicBezTo>
                    <a:cubicBezTo>
                      <a:pt x="743" y="30"/>
                      <a:pt x="761" y="35"/>
                      <a:pt x="761" y="35"/>
                    </a:cubicBezTo>
                    <a:cubicBezTo>
                      <a:pt x="761" y="35"/>
                      <a:pt x="795" y="0"/>
                      <a:pt x="804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8" name="Freeform 551">
                <a:extLst>
                  <a:ext uri="{FF2B5EF4-FFF2-40B4-BE49-F238E27FC236}">
                    <a16:creationId xmlns:a16="http://schemas.microsoft.com/office/drawing/2014/main" id="{6AE423C2-75CA-4C62-A4CB-4471962EF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3005"/>
                <a:ext cx="78" cy="39"/>
              </a:xfrm>
              <a:custGeom>
                <a:avLst/>
                <a:gdLst>
                  <a:gd name="T0" fmla="*/ 0 w 42"/>
                  <a:gd name="T1" fmla="*/ 201 h 20"/>
                  <a:gd name="T2" fmla="*/ 929 w 42"/>
                  <a:gd name="T3" fmla="*/ 56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0">
                    <a:moveTo>
                      <a:pt x="0" y="7"/>
                    </a:moveTo>
                    <a:cubicBezTo>
                      <a:pt x="15" y="1"/>
                      <a:pt x="35" y="0"/>
                      <a:pt x="42" y="2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9" name="Freeform 552">
                <a:extLst>
                  <a:ext uri="{FF2B5EF4-FFF2-40B4-BE49-F238E27FC236}">
                    <a16:creationId xmlns:a16="http://schemas.microsoft.com/office/drawing/2014/main" id="{4BB84392-0A96-4440-9B13-B9429E485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052"/>
                <a:ext cx="94" cy="119"/>
              </a:xfrm>
              <a:custGeom>
                <a:avLst/>
                <a:gdLst>
                  <a:gd name="T0" fmla="*/ 1084 w 51"/>
                  <a:gd name="T1" fmla="*/ 524 h 60"/>
                  <a:gd name="T2" fmla="*/ 407 w 51"/>
                  <a:gd name="T3" fmla="*/ 1841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60">
                    <a:moveTo>
                      <a:pt x="51" y="17"/>
                    </a:moveTo>
                    <a:cubicBezTo>
                      <a:pt x="29" y="0"/>
                      <a:pt x="0" y="44"/>
                      <a:pt x="19" y="6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0" name="Freeform 553">
                <a:extLst>
                  <a:ext uri="{FF2B5EF4-FFF2-40B4-BE49-F238E27FC236}">
                    <a16:creationId xmlns:a16="http://schemas.microsoft.com/office/drawing/2014/main" id="{28D2889A-469B-4F35-8E12-041D1E3EE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062"/>
                <a:ext cx="86" cy="103"/>
              </a:xfrm>
              <a:custGeom>
                <a:avLst/>
                <a:gdLst>
                  <a:gd name="T0" fmla="*/ 0 w 46"/>
                  <a:gd name="T1" fmla="*/ 521 h 52"/>
                  <a:gd name="T2" fmla="*/ 1053 w 46"/>
                  <a:gd name="T3" fmla="*/ 1585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2">
                    <a:moveTo>
                      <a:pt x="0" y="17"/>
                    </a:moveTo>
                    <a:cubicBezTo>
                      <a:pt x="18" y="0"/>
                      <a:pt x="45" y="35"/>
                      <a:pt x="46" y="52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1" name="Freeform 554">
                <a:extLst>
                  <a:ext uri="{FF2B5EF4-FFF2-40B4-BE49-F238E27FC236}">
                    <a16:creationId xmlns:a16="http://schemas.microsoft.com/office/drawing/2014/main" id="{00712DD5-42CC-42D3-9D73-A96F53839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3068"/>
                <a:ext cx="76" cy="47"/>
              </a:xfrm>
              <a:custGeom>
                <a:avLst/>
                <a:gdLst>
                  <a:gd name="T0" fmla="*/ 897 w 41"/>
                  <a:gd name="T1" fmla="*/ 691 h 24"/>
                  <a:gd name="T2" fmla="*/ 0 w 41"/>
                  <a:gd name="T3" fmla="*/ 368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4">
                    <a:moveTo>
                      <a:pt x="41" y="24"/>
                    </a:moveTo>
                    <a:cubicBezTo>
                      <a:pt x="37" y="7"/>
                      <a:pt x="12" y="0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2" name="Freeform 555">
                <a:extLst>
                  <a:ext uri="{FF2B5EF4-FFF2-40B4-BE49-F238E27FC236}">
                    <a16:creationId xmlns:a16="http://schemas.microsoft.com/office/drawing/2014/main" id="{82A9FB48-F7DF-406C-ABC6-3D0A08F00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3068"/>
                <a:ext cx="76" cy="47"/>
              </a:xfrm>
              <a:custGeom>
                <a:avLst/>
                <a:gdLst>
                  <a:gd name="T0" fmla="*/ 0 w 41"/>
                  <a:gd name="T1" fmla="*/ 691 h 24"/>
                  <a:gd name="T2" fmla="*/ 897 w 41"/>
                  <a:gd name="T3" fmla="*/ 20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4">
                    <a:moveTo>
                      <a:pt x="0" y="24"/>
                    </a:moveTo>
                    <a:cubicBezTo>
                      <a:pt x="5" y="7"/>
                      <a:pt x="25" y="0"/>
                      <a:pt x="41" y="7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3" name="Freeform 556">
                <a:extLst>
                  <a:ext uri="{FF2B5EF4-FFF2-40B4-BE49-F238E27FC236}">
                    <a16:creationId xmlns:a16="http://schemas.microsoft.com/office/drawing/2014/main" id="{1E343E73-DC93-4700-9288-CE9287527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141"/>
                <a:ext cx="86" cy="42"/>
              </a:xfrm>
              <a:custGeom>
                <a:avLst/>
                <a:gdLst>
                  <a:gd name="T0" fmla="*/ 0 w 46"/>
                  <a:gd name="T1" fmla="*/ 0 h 21"/>
                  <a:gd name="T2" fmla="*/ 391 w 46"/>
                  <a:gd name="T3" fmla="*/ 576 h 21"/>
                  <a:gd name="T4" fmla="*/ 1053 w 46"/>
                  <a:gd name="T5" fmla="*/ 48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1">
                    <a:moveTo>
                      <a:pt x="0" y="0"/>
                    </a:moveTo>
                    <a:cubicBezTo>
                      <a:pt x="4" y="5"/>
                      <a:pt x="7" y="15"/>
                      <a:pt x="17" y="18"/>
                    </a:cubicBezTo>
                    <a:cubicBezTo>
                      <a:pt x="25" y="21"/>
                      <a:pt x="38" y="19"/>
                      <a:pt x="46" y="15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4" name="Freeform 557">
                <a:extLst>
                  <a:ext uri="{FF2B5EF4-FFF2-40B4-BE49-F238E27FC236}">
                    <a16:creationId xmlns:a16="http://schemas.microsoft.com/office/drawing/2014/main" id="{6B264CA6-703D-4B15-BB9F-AD180EF6D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3003"/>
                <a:ext cx="79" cy="27"/>
              </a:xfrm>
              <a:custGeom>
                <a:avLst/>
                <a:gdLst>
                  <a:gd name="T0" fmla="*/ 898 w 43"/>
                  <a:gd name="T1" fmla="*/ 237 h 14"/>
                  <a:gd name="T2" fmla="*/ 452 w 43"/>
                  <a:gd name="T3" fmla="*/ 29 h 14"/>
                  <a:gd name="T4" fmla="*/ 0 w 43"/>
                  <a:gd name="T5" fmla="*/ 37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4">
                    <a:moveTo>
                      <a:pt x="43" y="9"/>
                    </a:moveTo>
                    <a:cubicBezTo>
                      <a:pt x="41" y="5"/>
                      <a:pt x="27" y="0"/>
                      <a:pt x="22" y="1"/>
                    </a:cubicBezTo>
                    <a:cubicBezTo>
                      <a:pt x="14" y="1"/>
                      <a:pt x="3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5" name="Freeform 558">
                <a:extLst>
                  <a:ext uri="{FF2B5EF4-FFF2-40B4-BE49-F238E27FC236}">
                    <a16:creationId xmlns:a16="http://schemas.microsoft.com/office/drawing/2014/main" id="{288FAC0A-6ADC-44DE-A545-EBABFF979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3056"/>
                <a:ext cx="84" cy="81"/>
              </a:xfrm>
              <a:custGeom>
                <a:avLst/>
                <a:gdLst>
                  <a:gd name="T0" fmla="*/ 0 w 45"/>
                  <a:gd name="T1" fmla="*/ 308 h 41"/>
                  <a:gd name="T2" fmla="*/ 631 w 45"/>
                  <a:gd name="T3" fmla="*/ 332 h 41"/>
                  <a:gd name="T4" fmla="*/ 1021 w 45"/>
                  <a:gd name="T5" fmla="*/ 1233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1">
                    <a:moveTo>
                      <a:pt x="0" y="10"/>
                    </a:moveTo>
                    <a:cubicBezTo>
                      <a:pt x="7" y="0"/>
                      <a:pt x="21" y="5"/>
                      <a:pt x="28" y="11"/>
                    </a:cubicBezTo>
                    <a:cubicBezTo>
                      <a:pt x="40" y="19"/>
                      <a:pt x="42" y="29"/>
                      <a:pt x="45" y="41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6" name="Freeform 559">
                <a:extLst>
                  <a:ext uri="{FF2B5EF4-FFF2-40B4-BE49-F238E27FC236}">
                    <a16:creationId xmlns:a16="http://schemas.microsoft.com/office/drawing/2014/main" id="{8B51DC4F-B981-459B-940D-D468A4749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107"/>
                <a:ext cx="67" cy="64"/>
              </a:xfrm>
              <a:custGeom>
                <a:avLst/>
                <a:gdLst>
                  <a:gd name="T0" fmla="*/ 808 w 36"/>
                  <a:gd name="T1" fmla="*/ 288 h 32"/>
                  <a:gd name="T2" fmla="*/ 208 w 36"/>
                  <a:gd name="T3" fmla="*/ 352 h 32"/>
                  <a:gd name="T4" fmla="*/ 0 w 36"/>
                  <a:gd name="T5" fmla="*/ 102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2">
                    <a:moveTo>
                      <a:pt x="36" y="9"/>
                    </a:moveTo>
                    <a:cubicBezTo>
                      <a:pt x="32" y="0"/>
                      <a:pt x="16" y="7"/>
                      <a:pt x="9" y="11"/>
                    </a:cubicBezTo>
                    <a:cubicBezTo>
                      <a:pt x="2" y="17"/>
                      <a:pt x="0" y="22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7" name="Freeform 560">
                <a:extLst>
                  <a:ext uri="{FF2B5EF4-FFF2-40B4-BE49-F238E27FC236}">
                    <a16:creationId xmlns:a16="http://schemas.microsoft.com/office/drawing/2014/main" id="{9E105A57-7476-4CFC-AA30-145711ED8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3030"/>
                <a:ext cx="42" cy="48"/>
              </a:xfrm>
              <a:custGeom>
                <a:avLst/>
                <a:gdLst>
                  <a:gd name="T0" fmla="*/ 80 w 23"/>
                  <a:gd name="T1" fmla="*/ 768 h 24"/>
                  <a:gd name="T2" fmla="*/ 469 w 23"/>
                  <a:gd name="T3" fmla="*/ 128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4">
                    <a:moveTo>
                      <a:pt x="4" y="24"/>
                    </a:moveTo>
                    <a:cubicBezTo>
                      <a:pt x="0" y="13"/>
                      <a:pt x="12" y="0"/>
                      <a:pt x="23" y="4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8" name="Freeform 561">
                <a:extLst>
                  <a:ext uri="{FF2B5EF4-FFF2-40B4-BE49-F238E27FC236}">
                    <a16:creationId xmlns:a16="http://schemas.microsoft.com/office/drawing/2014/main" id="{5F995645-9CFD-432B-8984-B7F1C432D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3042"/>
                <a:ext cx="74" cy="24"/>
              </a:xfrm>
              <a:custGeom>
                <a:avLst/>
                <a:gdLst>
                  <a:gd name="T0" fmla="*/ 866 w 40"/>
                  <a:gd name="T1" fmla="*/ 288 h 12"/>
                  <a:gd name="T2" fmla="*/ 431 w 40"/>
                  <a:gd name="T3" fmla="*/ 0 h 12"/>
                  <a:gd name="T4" fmla="*/ 0 w 40"/>
                  <a:gd name="T5" fmla="*/ 3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9"/>
                    </a:moveTo>
                    <a:cubicBezTo>
                      <a:pt x="38" y="1"/>
                      <a:pt x="27" y="0"/>
                      <a:pt x="20" y="0"/>
                    </a:cubicBezTo>
                    <a:cubicBezTo>
                      <a:pt x="11" y="0"/>
                      <a:pt x="6" y="4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9" name="Freeform 562">
                <a:extLst>
                  <a:ext uri="{FF2B5EF4-FFF2-40B4-BE49-F238E27FC236}">
                    <a16:creationId xmlns:a16="http://schemas.microsoft.com/office/drawing/2014/main" id="{CAA31EBC-3F96-4D67-8948-A2BE159FF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3015"/>
                <a:ext cx="42" cy="33"/>
              </a:xfrm>
              <a:custGeom>
                <a:avLst/>
                <a:gdLst>
                  <a:gd name="T0" fmla="*/ 0 w 23"/>
                  <a:gd name="T1" fmla="*/ 0 h 17"/>
                  <a:gd name="T2" fmla="*/ 469 w 23"/>
                  <a:gd name="T3" fmla="*/ 46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0" y="0"/>
                    </a:moveTo>
                    <a:cubicBezTo>
                      <a:pt x="11" y="0"/>
                      <a:pt x="22" y="7"/>
                      <a:pt x="23" y="17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0" name="Freeform 563">
                <a:extLst>
                  <a:ext uri="{FF2B5EF4-FFF2-40B4-BE49-F238E27FC236}">
                    <a16:creationId xmlns:a16="http://schemas.microsoft.com/office/drawing/2014/main" id="{495CF973-5F18-4A3D-B9B0-8573DC82E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3105"/>
                <a:ext cx="84" cy="80"/>
              </a:xfrm>
              <a:custGeom>
                <a:avLst/>
                <a:gdLst>
                  <a:gd name="T0" fmla="*/ 1021 w 45"/>
                  <a:gd name="T1" fmla="*/ 320 h 40"/>
                  <a:gd name="T2" fmla="*/ 45 w 45"/>
                  <a:gd name="T3" fmla="*/ 128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0">
                    <a:moveTo>
                      <a:pt x="45" y="10"/>
                    </a:moveTo>
                    <a:cubicBezTo>
                      <a:pt x="24" y="0"/>
                      <a:pt x="0" y="17"/>
                      <a:pt x="2" y="4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1" name="Freeform 564">
                <a:extLst>
                  <a:ext uri="{FF2B5EF4-FFF2-40B4-BE49-F238E27FC236}">
                    <a16:creationId xmlns:a16="http://schemas.microsoft.com/office/drawing/2014/main" id="{FB9CF695-6723-4003-87A7-BB68A8E60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125"/>
                <a:ext cx="78" cy="44"/>
              </a:xfrm>
              <a:custGeom>
                <a:avLst/>
                <a:gdLst>
                  <a:gd name="T0" fmla="*/ 180 w 42"/>
                  <a:gd name="T1" fmla="*/ 704 h 22"/>
                  <a:gd name="T2" fmla="*/ 929 w 42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2">
                    <a:moveTo>
                      <a:pt x="8" y="22"/>
                    </a:moveTo>
                    <a:cubicBezTo>
                      <a:pt x="0" y="4"/>
                      <a:pt x="32" y="0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2" name="Freeform 565">
                <a:extLst>
                  <a:ext uri="{FF2B5EF4-FFF2-40B4-BE49-F238E27FC236}">
                    <a16:creationId xmlns:a16="http://schemas.microsoft.com/office/drawing/2014/main" id="{47F5F56C-59C3-48EA-91AA-5BA9A86AE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3107"/>
                <a:ext cx="67" cy="34"/>
              </a:xfrm>
              <a:custGeom>
                <a:avLst/>
                <a:gdLst>
                  <a:gd name="T0" fmla="*/ 808 w 36"/>
                  <a:gd name="T1" fmla="*/ 544 h 17"/>
                  <a:gd name="T2" fmla="*/ 0 w 36"/>
                  <a:gd name="T3" fmla="*/ 3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36" y="17"/>
                    </a:moveTo>
                    <a:cubicBezTo>
                      <a:pt x="29" y="10"/>
                      <a:pt x="9" y="0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3" name="Freeform 566">
                <a:extLst>
                  <a:ext uri="{FF2B5EF4-FFF2-40B4-BE49-F238E27FC236}">
                    <a16:creationId xmlns:a16="http://schemas.microsoft.com/office/drawing/2014/main" id="{81DE205F-37E7-455A-AB9A-05D362C4C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3133"/>
                <a:ext cx="34" cy="63"/>
              </a:xfrm>
              <a:custGeom>
                <a:avLst/>
                <a:gdLst>
                  <a:gd name="T0" fmla="*/ 272 w 18"/>
                  <a:gd name="T1" fmla="*/ 0 h 32"/>
                  <a:gd name="T2" fmla="*/ 433 w 18"/>
                  <a:gd name="T3" fmla="*/ 945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11" y="0"/>
                    </a:moveTo>
                    <a:cubicBezTo>
                      <a:pt x="0" y="8"/>
                      <a:pt x="9" y="26"/>
                      <a:pt x="18" y="32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4" name="Freeform 567">
                <a:extLst>
                  <a:ext uri="{FF2B5EF4-FFF2-40B4-BE49-F238E27FC236}">
                    <a16:creationId xmlns:a16="http://schemas.microsoft.com/office/drawing/2014/main" id="{19446CFE-D539-40E5-9891-C08C6879E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3137"/>
                <a:ext cx="48" cy="53"/>
              </a:xfrm>
              <a:custGeom>
                <a:avLst/>
                <a:gdLst>
                  <a:gd name="T0" fmla="*/ 559 w 26"/>
                  <a:gd name="T1" fmla="*/ 31 h 27"/>
                  <a:gd name="T2" fmla="*/ 358 w 26"/>
                  <a:gd name="T3" fmla="*/ 78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26" y="1"/>
                    </a:moveTo>
                    <a:cubicBezTo>
                      <a:pt x="11" y="0"/>
                      <a:pt x="0" y="20"/>
                      <a:pt x="17" y="27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5" name="Freeform 568">
                <a:extLst>
                  <a:ext uri="{FF2B5EF4-FFF2-40B4-BE49-F238E27FC236}">
                    <a16:creationId xmlns:a16="http://schemas.microsoft.com/office/drawing/2014/main" id="{6CF5FBC3-D5ED-4DA5-B2E9-776D8142F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3040"/>
                <a:ext cx="81" cy="36"/>
              </a:xfrm>
              <a:custGeom>
                <a:avLst/>
                <a:gdLst>
                  <a:gd name="T0" fmla="*/ 24 w 44"/>
                  <a:gd name="T1" fmla="*/ 576 h 18"/>
                  <a:gd name="T2" fmla="*/ 379 w 44"/>
                  <a:gd name="T3" fmla="*/ 64 h 18"/>
                  <a:gd name="T4" fmla="*/ 928 w 44"/>
                  <a:gd name="T5" fmla="*/ 54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8">
                    <a:moveTo>
                      <a:pt x="1" y="18"/>
                    </a:moveTo>
                    <a:cubicBezTo>
                      <a:pt x="0" y="9"/>
                      <a:pt x="11" y="4"/>
                      <a:pt x="18" y="2"/>
                    </a:cubicBezTo>
                    <a:cubicBezTo>
                      <a:pt x="30" y="0"/>
                      <a:pt x="39" y="6"/>
                      <a:pt x="44" y="17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6" name="Freeform 569">
                <a:extLst>
                  <a:ext uri="{FF2B5EF4-FFF2-40B4-BE49-F238E27FC236}">
                    <a16:creationId xmlns:a16="http://schemas.microsoft.com/office/drawing/2014/main" id="{AA3D3FCC-AD20-43F7-BBEE-934EE9AAF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3011"/>
                <a:ext cx="57" cy="47"/>
              </a:xfrm>
              <a:custGeom>
                <a:avLst/>
                <a:gdLst>
                  <a:gd name="T0" fmla="*/ 653 w 31"/>
                  <a:gd name="T1" fmla="*/ 264 h 24"/>
                  <a:gd name="T2" fmla="*/ 125 w 31"/>
                  <a:gd name="T3" fmla="*/ 69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4">
                    <a:moveTo>
                      <a:pt x="31" y="9"/>
                    </a:moveTo>
                    <a:cubicBezTo>
                      <a:pt x="31" y="0"/>
                      <a:pt x="0" y="7"/>
                      <a:pt x="6" y="24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7" name="Freeform 570">
                <a:extLst>
                  <a:ext uri="{FF2B5EF4-FFF2-40B4-BE49-F238E27FC236}">
                    <a16:creationId xmlns:a16="http://schemas.microsoft.com/office/drawing/2014/main" id="{3C6FBE66-B462-442B-92E4-2865B42CE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3119"/>
                <a:ext cx="97" cy="71"/>
              </a:xfrm>
              <a:custGeom>
                <a:avLst/>
                <a:gdLst>
                  <a:gd name="T0" fmla="*/ 0 w 52"/>
                  <a:gd name="T1" fmla="*/ 623 h 36"/>
                  <a:gd name="T2" fmla="*/ 1177 w 52"/>
                  <a:gd name="T3" fmla="*/ 107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6">
                    <a:moveTo>
                      <a:pt x="0" y="21"/>
                    </a:moveTo>
                    <a:cubicBezTo>
                      <a:pt x="18" y="0"/>
                      <a:pt x="38" y="22"/>
                      <a:pt x="52" y="36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8" name="Freeform 571">
                <a:extLst>
                  <a:ext uri="{FF2B5EF4-FFF2-40B4-BE49-F238E27FC236}">
                    <a16:creationId xmlns:a16="http://schemas.microsoft.com/office/drawing/2014/main" id="{A1E0626F-3758-4B2A-9C20-AC9EE1570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3086"/>
                <a:ext cx="30" cy="75"/>
              </a:xfrm>
              <a:custGeom>
                <a:avLst/>
                <a:gdLst>
                  <a:gd name="T0" fmla="*/ 369 w 16"/>
                  <a:gd name="T1" fmla="*/ 0 h 38"/>
                  <a:gd name="T2" fmla="*/ 212 w 16"/>
                  <a:gd name="T3" fmla="*/ 113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8">
                    <a:moveTo>
                      <a:pt x="16" y="0"/>
                    </a:moveTo>
                    <a:cubicBezTo>
                      <a:pt x="0" y="4"/>
                      <a:pt x="3" y="28"/>
                      <a:pt x="9" y="38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9" name="Freeform 572">
                <a:extLst>
                  <a:ext uri="{FF2B5EF4-FFF2-40B4-BE49-F238E27FC236}">
                    <a16:creationId xmlns:a16="http://schemas.microsoft.com/office/drawing/2014/main" id="{F04663ED-8CB6-4CB3-9B36-F4F44A825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3100"/>
                <a:ext cx="87" cy="100"/>
              </a:xfrm>
              <a:custGeom>
                <a:avLst/>
                <a:gdLst>
                  <a:gd name="T0" fmla="*/ 914 w 47"/>
                  <a:gd name="T1" fmla="*/ 369 h 51"/>
                  <a:gd name="T2" fmla="*/ 278 w 47"/>
                  <a:gd name="T3" fmla="*/ 120 h 51"/>
                  <a:gd name="T4" fmla="*/ 0 w 47"/>
                  <a:gd name="T5" fmla="*/ 604 h 51"/>
                  <a:gd name="T6" fmla="*/ 387 w 47"/>
                  <a:gd name="T7" fmla="*/ 1124 h 51"/>
                  <a:gd name="T8" fmla="*/ 798 w 47"/>
                  <a:gd name="T9" fmla="*/ 1420 h 51"/>
                  <a:gd name="T10" fmla="*/ 998 w 47"/>
                  <a:gd name="T11" fmla="*/ 1020 h 51"/>
                  <a:gd name="T12" fmla="*/ 914 w 47"/>
                  <a:gd name="T13" fmla="*/ 3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1">
                    <a:moveTo>
                      <a:pt x="42" y="13"/>
                    </a:moveTo>
                    <a:cubicBezTo>
                      <a:pt x="41" y="2"/>
                      <a:pt x="21" y="0"/>
                      <a:pt x="13" y="4"/>
                    </a:cubicBezTo>
                    <a:cubicBezTo>
                      <a:pt x="8" y="6"/>
                      <a:pt x="0" y="14"/>
                      <a:pt x="0" y="21"/>
                    </a:cubicBezTo>
                    <a:cubicBezTo>
                      <a:pt x="0" y="29"/>
                      <a:pt x="13" y="34"/>
                      <a:pt x="18" y="39"/>
                    </a:cubicBezTo>
                    <a:cubicBezTo>
                      <a:pt x="24" y="45"/>
                      <a:pt x="28" y="51"/>
                      <a:pt x="37" y="49"/>
                    </a:cubicBezTo>
                    <a:cubicBezTo>
                      <a:pt x="45" y="46"/>
                      <a:pt x="46" y="42"/>
                      <a:pt x="46" y="35"/>
                    </a:cubicBezTo>
                    <a:cubicBezTo>
                      <a:pt x="47" y="25"/>
                      <a:pt x="45" y="20"/>
                      <a:pt x="42" y="1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0" name="Freeform 573">
                <a:extLst>
                  <a:ext uri="{FF2B5EF4-FFF2-40B4-BE49-F238E27FC236}">
                    <a16:creationId xmlns:a16="http://schemas.microsoft.com/office/drawing/2014/main" id="{6440A21E-815C-41EF-BFB2-913D98C63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086"/>
                <a:ext cx="81" cy="87"/>
              </a:xfrm>
              <a:custGeom>
                <a:avLst/>
                <a:gdLst>
                  <a:gd name="T0" fmla="*/ 630 w 44"/>
                  <a:gd name="T1" fmla="*/ 216 h 44"/>
                  <a:gd name="T2" fmla="*/ 44 w 44"/>
                  <a:gd name="T3" fmla="*/ 364 h 44"/>
                  <a:gd name="T4" fmla="*/ 81 w 44"/>
                  <a:gd name="T5" fmla="*/ 781 h 44"/>
                  <a:gd name="T6" fmla="*/ 274 w 44"/>
                  <a:gd name="T7" fmla="*/ 1297 h 44"/>
                  <a:gd name="T8" fmla="*/ 847 w 44"/>
                  <a:gd name="T9" fmla="*/ 781 h 44"/>
                  <a:gd name="T10" fmla="*/ 698 w 44"/>
                  <a:gd name="T11" fmla="*/ 277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4">
                    <a:moveTo>
                      <a:pt x="30" y="7"/>
                    </a:moveTo>
                    <a:cubicBezTo>
                      <a:pt x="24" y="0"/>
                      <a:pt x="7" y="4"/>
                      <a:pt x="2" y="12"/>
                    </a:cubicBezTo>
                    <a:cubicBezTo>
                      <a:pt x="0" y="17"/>
                      <a:pt x="2" y="21"/>
                      <a:pt x="4" y="26"/>
                    </a:cubicBezTo>
                    <a:cubicBezTo>
                      <a:pt x="6" y="31"/>
                      <a:pt x="7" y="42"/>
                      <a:pt x="13" y="43"/>
                    </a:cubicBezTo>
                    <a:cubicBezTo>
                      <a:pt x="17" y="44"/>
                      <a:pt x="38" y="31"/>
                      <a:pt x="40" y="26"/>
                    </a:cubicBezTo>
                    <a:cubicBezTo>
                      <a:pt x="44" y="19"/>
                      <a:pt x="38" y="12"/>
                      <a:pt x="33" y="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1" name="Freeform 574">
                <a:extLst>
                  <a:ext uri="{FF2B5EF4-FFF2-40B4-BE49-F238E27FC236}">
                    <a16:creationId xmlns:a16="http://schemas.microsoft.com/office/drawing/2014/main" id="{441E77FE-77D5-44F7-BF33-39C98BB2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3056"/>
                <a:ext cx="69" cy="73"/>
              </a:xfrm>
              <a:custGeom>
                <a:avLst/>
                <a:gdLst>
                  <a:gd name="T0" fmla="*/ 727 w 37"/>
                  <a:gd name="T1" fmla="*/ 331 h 37"/>
                  <a:gd name="T2" fmla="*/ 338 w 37"/>
                  <a:gd name="T3" fmla="*/ 32 h 37"/>
                  <a:gd name="T4" fmla="*/ 45 w 37"/>
                  <a:gd name="T5" fmla="*/ 712 h 37"/>
                  <a:gd name="T6" fmla="*/ 630 w 37"/>
                  <a:gd name="T7" fmla="*/ 805 h 37"/>
                  <a:gd name="T8" fmla="*/ 759 w 37"/>
                  <a:gd name="T9" fmla="*/ 30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7">
                    <a:moveTo>
                      <a:pt x="32" y="11"/>
                    </a:moveTo>
                    <a:cubicBezTo>
                      <a:pt x="33" y="3"/>
                      <a:pt x="21" y="0"/>
                      <a:pt x="15" y="1"/>
                    </a:cubicBezTo>
                    <a:cubicBezTo>
                      <a:pt x="6" y="3"/>
                      <a:pt x="0" y="15"/>
                      <a:pt x="2" y="24"/>
                    </a:cubicBezTo>
                    <a:cubicBezTo>
                      <a:pt x="5" y="37"/>
                      <a:pt x="20" y="32"/>
                      <a:pt x="28" y="27"/>
                    </a:cubicBezTo>
                    <a:cubicBezTo>
                      <a:pt x="37" y="22"/>
                      <a:pt x="34" y="18"/>
                      <a:pt x="34" y="1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2" name="Freeform 575">
                <a:extLst>
                  <a:ext uri="{FF2B5EF4-FFF2-40B4-BE49-F238E27FC236}">
                    <a16:creationId xmlns:a16="http://schemas.microsoft.com/office/drawing/2014/main" id="{FACF2E94-BC32-4675-BE56-78A423CAA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973"/>
                <a:ext cx="158" cy="93"/>
              </a:xfrm>
              <a:custGeom>
                <a:avLst/>
                <a:gdLst>
                  <a:gd name="T0" fmla="*/ 1887 w 85"/>
                  <a:gd name="T1" fmla="*/ 247 h 47"/>
                  <a:gd name="T2" fmla="*/ 1444 w 85"/>
                  <a:gd name="T3" fmla="*/ 184 h 47"/>
                  <a:gd name="T4" fmla="*/ 1309 w 85"/>
                  <a:gd name="T5" fmla="*/ 845 h 47"/>
                  <a:gd name="T6" fmla="*/ 777 w 85"/>
                  <a:gd name="T7" fmla="*/ 277 h 47"/>
                  <a:gd name="T8" fmla="*/ 0 w 85"/>
                  <a:gd name="T9" fmla="*/ 364 h 47"/>
                  <a:gd name="T10" fmla="*/ 889 w 85"/>
                  <a:gd name="T11" fmla="*/ 720 h 47"/>
                  <a:gd name="T12" fmla="*/ 1292 w 85"/>
                  <a:gd name="T13" fmla="*/ 1061 h 47"/>
                  <a:gd name="T14" fmla="*/ 1489 w 85"/>
                  <a:gd name="T15" fmla="*/ 1425 h 47"/>
                  <a:gd name="T16" fmla="*/ 1528 w 85"/>
                  <a:gd name="T17" fmla="*/ 673 h 47"/>
                  <a:gd name="T18" fmla="*/ 1863 w 85"/>
                  <a:gd name="T19" fmla="*/ 277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47">
                    <a:moveTo>
                      <a:pt x="85" y="8"/>
                    </a:moveTo>
                    <a:cubicBezTo>
                      <a:pt x="82" y="1"/>
                      <a:pt x="70" y="0"/>
                      <a:pt x="65" y="6"/>
                    </a:cubicBezTo>
                    <a:cubicBezTo>
                      <a:pt x="60" y="11"/>
                      <a:pt x="59" y="22"/>
                      <a:pt x="59" y="28"/>
                    </a:cubicBezTo>
                    <a:cubicBezTo>
                      <a:pt x="56" y="21"/>
                      <a:pt x="42" y="13"/>
                      <a:pt x="35" y="9"/>
                    </a:cubicBezTo>
                    <a:cubicBezTo>
                      <a:pt x="24" y="2"/>
                      <a:pt x="8" y="2"/>
                      <a:pt x="0" y="12"/>
                    </a:cubicBezTo>
                    <a:cubicBezTo>
                      <a:pt x="15" y="9"/>
                      <a:pt x="27" y="18"/>
                      <a:pt x="40" y="24"/>
                    </a:cubicBezTo>
                    <a:cubicBezTo>
                      <a:pt x="47" y="27"/>
                      <a:pt x="52" y="29"/>
                      <a:pt x="58" y="35"/>
                    </a:cubicBezTo>
                    <a:cubicBezTo>
                      <a:pt x="62" y="38"/>
                      <a:pt x="64" y="43"/>
                      <a:pt x="67" y="47"/>
                    </a:cubicBezTo>
                    <a:cubicBezTo>
                      <a:pt x="68" y="38"/>
                      <a:pt x="66" y="31"/>
                      <a:pt x="69" y="22"/>
                    </a:cubicBezTo>
                    <a:cubicBezTo>
                      <a:pt x="70" y="16"/>
                      <a:pt x="76" y="3"/>
                      <a:pt x="84" y="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3" name="Freeform 576">
                <a:extLst>
                  <a:ext uri="{FF2B5EF4-FFF2-40B4-BE49-F238E27FC236}">
                    <a16:creationId xmlns:a16="http://schemas.microsoft.com/office/drawing/2014/main" id="{DC0801C6-E020-40A3-9103-A75604BEE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3088"/>
                <a:ext cx="72" cy="69"/>
              </a:xfrm>
              <a:custGeom>
                <a:avLst/>
                <a:gdLst>
                  <a:gd name="T0" fmla="*/ 810 w 39"/>
                  <a:gd name="T1" fmla="*/ 361 h 35"/>
                  <a:gd name="T2" fmla="*/ 327 w 39"/>
                  <a:gd name="T3" fmla="*/ 124 h 35"/>
                  <a:gd name="T4" fmla="*/ 81 w 39"/>
                  <a:gd name="T5" fmla="*/ 773 h 35"/>
                  <a:gd name="T6" fmla="*/ 327 w 39"/>
                  <a:gd name="T7" fmla="*/ 1041 h 35"/>
                  <a:gd name="T8" fmla="*/ 535 w 39"/>
                  <a:gd name="T9" fmla="*/ 712 h 35"/>
                  <a:gd name="T10" fmla="*/ 838 w 39"/>
                  <a:gd name="T11" fmla="*/ 42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5">
                    <a:moveTo>
                      <a:pt x="38" y="12"/>
                    </a:moveTo>
                    <a:cubicBezTo>
                      <a:pt x="30" y="8"/>
                      <a:pt x="25" y="0"/>
                      <a:pt x="15" y="4"/>
                    </a:cubicBezTo>
                    <a:cubicBezTo>
                      <a:pt x="8" y="7"/>
                      <a:pt x="0" y="18"/>
                      <a:pt x="4" y="26"/>
                    </a:cubicBezTo>
                    <a:cubicBezTo>
                      <a:pt x="5" y="29"/>
                      <a:pt x="11" y="35"/>
                      <a:pt x="15" y="35"/>
                    </a:cubicBezTo>
                    <a:cubicBezTo>
                      <a:pt x="20" y="34"/>
                      <a:pt x="21" y="26"/>
                      <a:pt x="25" y="24"/>
                    </a:cubicBezTo>
                    <a:cubicBezTo>
                      <a:pt x="31" y="21"/>
                      <a:pt x="39" y="24"/>
                      <a:pt x="39" y="1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4" name="Freeform 577">
                <a:extLst>
                  <a:ext uri="{FF2B5EF4-FFF2-40B4-BE49-F238E27FC236}">
                    <a16:creationId xmlns:a16="http://schemas.microsoft.com/office/drawing/2014/main" id="{0FAF9622-8BB8-4D15-B42A-133F34629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024"/>
                <a:ext cx="69" cy="60"/>
              </a:xfrm>
              <a:custGeom>
                <a:avLst/>
                <a:gdLst>
                  <a:gd name="T0" fmla="*/ 0 w 37"/>
                  <a:gd name="T1" fmla="*/ 320 h 30"/>
                  <a:gd name="T2" fmla="*/ 630 w 37"/>
                  <a:gd name="T3" fmla="*/ 128 h 30"/>
                  <a:gd name="T4" fmla="*/ 837 w 37"/>
                  <a:gd name="T5" fmla="*/ 576 h 30"/>
                  <a:gd name="T6" fmla="*/ 699 w 37"/>
                  <a:gd name="T7" fmla="*/ 896 h 30"/>
                  <a:gd name="T8" fmla="*/ 546 w 37"/>
                  <a:gd name="T9" fmla="*/ 512 h 30"/>
                  <a:gd name="T10" fmla="*/ 293 w 37"/>
                  <a:gd name="T11" fmla="*/ 512 h 30"/>
                  <a:gd name="T12" fmla="*/ 24 w 37"/>
                  <a:gd name="T13" fmla="*/ 25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0">
                    <a:moveTo>
                      <a:pt x="0" y="10"/>
                    </a:moveTo>
                    <a:cubicBezTo>
                      <a:pt x="2" y="0"/>
                      <a:pt x="22" y="1"/>
                      <a:pt x="28" y="4"/>
                    </a:cubicBezTo>
                    <a:cubicBezTo>
                      <a:pt x="33" y="7"/>
                      <a:pt x="37" y="12"/>
                      <a:pt x="37" y="18"/>
                    </a:cubicBezTo>
                    <a:cubicBezTo>
                      <a:pt x="37" y="21"/>
                      <a:pt x="36" y="30"/>
                      <a:pt x="31" y="28"/>
                    </a:cubicBezTo>
                    <a:cubicBezTo>
                      <a:pt x="28" y="26"/>
                      <a:pt x="27" y="18"/>
                      <a:pt x="24" y="16"/>
                    </a:cubicBezTo>
                    <a:cubicBezTo>
                      <a:pt x="20" y="13"/>
                      <a:pt x="17" y="15"/>
                      <a:pt x="13" y="16"/>
                    </a:cubicBezTo>
                    <a:cubicBezTo>
                      <a:pt x="6" y="16"/>
                      <a:pt x="3" y="15"/>
                      <a:pt x="1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5" name="Freeform 578">
                <a:extLst>
                  <a:ext uri="{FF2B5EF4-FFF2-40B4-BE49-F238E27FC236}">
                    <a16:creationId xmlns:a16="http://schemas.microsoft.com/office/drawing/2014/main" id="{FCB25300-77DC-4BBC-BADC-2ADD710EB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088"/>
                <a:ext cx="69" cy="51"/>
              </a:xfrm>
              <a:custGeom>
                <a:avLst/>
                <a:gdLst>
                  <a:gd name="T0" fmla="*/ 45 w 37"/>
                  <a:gd name="T1" fmla="*/ 461 h 26"/>
                  <a:gd name="T2" fmla="*/ 546 w 37"/>
                  <a:gd name="T3" fmla="*/ 61 h 26"/>
                  <a:gd name="T4" fmla="*/ 699 w 37"/>
                  <a:gd name="T5" fmla="*/ 604 h 26"/>
                  <a:gd name="T6" fmla="*/ 362 w 37"/>
                  <a:gd name="T7" fmla="*/ 551 h 26"/>
                  <a:gd name="T8" fmla="*/ 0 w 37"/>
                  <a:gd name="T9" fmla="*/ 55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6">
                    <a:moveTo>
                      <a:pt x="2" y="16"/>
                    </a:moveTo>
                    <a:cubicBezTo>
                      <a:pt x="7" y="10"/>
                      <a:pt x="14" y="0"/>
                      <a:pt x="24" y="2"/>
                    </a:cubicBezTo>
                    <a:cubicBezTo>
                      <a:pt x="29" y="3"/>
                      <a:pt x="37" y="15"/>
                      <a:pt x="31" y="21"/>
                    </a:cubicBezTo>
                    <a:cubicBezTo>
                      <a:pt x="27" y="24"/>
                      <a:pt x="21" y="18"/>
                      <a:pt x="16" y="19"/>
                    </a:cubicBezTo>
                    <a:cubicBezTo>
                      <a:pt x="10" y="21"/>
                      <a:pt x="7" y="26"/>
                      <a:pt x="0" y="1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" name="Freeform 579">
                <a:extLst>
                  <a:ext uri="{FF2B5EF4-FFF2-40B4-BE49-F238E27FC236}">
                    <a16:creationId xmlns:a16="http://schemas.microsoft.com/office/drawing/2014/main" id="{F0EE3B01-6811-42EF-8637-E96A634EE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3032"/>
                <a:ext cx="58" cy="75"/>
              </a:xfrm>
              <a:custGeom>
                <a:avLst/>
                <a:gdLst>
                  <a:gd name="T0" fmla="*/ 602 w 31"/>
                  <a:gd name="T1" fmla="*/ 152 h 38"/>
                  <a:gd name="T2" fmla="*/ 256 w 31"/>
                  <a:gd name="T3" fmla="*/ 32 h 38"/>
                  <a:gd name="T4" fmla="*/ 24 w 31"/>
                  <a:gd name="T5" fmla="*/ 576 h 38"/>
                  <a:gd name="T6" fmla="*/ 634 w 31"/>
                  <a:gd name="T7" fmla="*/ 21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26" y="5"/>
                    </a:moveTo>
                    <a:cubicBezTo>
                      <a:pt x="21" y="5"/>
                      <a:pt x="16" y="0"/>
                      <a:pt x="11" y="1"/>
                    </a:cubicBezTo>
                    <a:cubicBezTo>
                      <a:pt x="4" y="3"/>
                      <a:pt x="0" y="13"/>
                      <a:pt x="1" y="19"/>
                    </a:cubicBezTo>
                    <a:cubicBezTo>
                      <a:pt x="6" y="38"/>
                      <a:pt x="31" y="13"/>
                      <a:pt x="28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7" name="Freeform 580">
                <a:extLst>
                  <a:ext uri="{FF2B5EF4-FFF2-40B4-BE49-F238E27FC236}">
                    <a16:creationId xmlns:a16="http://schemas.microsoft.com/office/drawing/2014/main" id="{C844F5CF-8D25-4D51-8FBD-B4F07E969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975"/>
                <a:ext cx="76" cy="49"/>
              </a:xfrm>
              <a:custGeom>
                <a:avLst/>
                <a:gdLst>
                  <a:gd name="T0" fmla="*/ 24 w 41"/>
                  <a:gd name="T1" fmla="*/ 549 h 25"/>
                  <a:gd name="T2" fmla="*/ 330 w 41"/>
                  <a:gd name="T3" fmla="*/ 31 h 25"/>
                  <a:gd name="T4" fmla="*/ 849 w 41"/>
                  <a:gd name="T5" fmla="*/ 488 h 25"/>
                  <a:gd name="T6" fmla="*/ 412 w 41"/>
                  <a:gd name="T7" fmla="*/ 368 h 25"/>
                  <a:gd name="T8" fmla="*/ 82 w 41"/>
                  <a:gd name="T9" fmla="*/ 51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1" y="19"/>
                    </a:moveTo>
                    <a:cubicBezTo>
                      <a:pt x="1" y="8"/>
                      <a:pt x="0" y="0"/>
                      <a:pt x="15" y="1"/>
                    </a:cubicBezTo>
                    <a:cubicBezTo>
                      <a:pt x="21" y="2"/>
                      <a:pt x="41" y="8"/>
                      <a:pt x="39" y="17"/>
                    </a:cubicBezTo>
                    <a:cubicBezTo>
                      <a:pt x="37" y="25"/>
                      <a:pt x="25" y="13"/>
                      <a:pt x="19" y="13"/>
                    </a:cubicBezTo>
                    <a:cubicBezTo>
                      <a:pt x="14" y="13"/>
                      <a:pt x="7" y="21"/>
                      <a:pt x="4" y="1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8" name="Freeform 581">
                <a:extLst>
                  <a:ext uri="{FF2B5EF4-FFF2-40B4-BE49-F238E27FC236}">
                    <a16:creationId xmlns:a16="http://schemas.microsoft.com/office/drawing/2014/main" id="{4F4DF21E-C92C-4F01-8350-CAD713439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133"/>
                <a:ext cx="68" cy="63"/>
              </a:xfrm>
              <a:custGeom>
                <a:avLst/>
                <a:gdLst>
                  <a:gd name="T0" fmla="*/ 601 w 37"/>
                  <a:gd name="T1" fmla="*/ 244 h 32"/>
                  <a:gd name="T2" fmla="*/ 149 w 37"/>
                  <a:gd name="T3" fmla="*/ 679 h 32"/>
                  <a:gd name="T4" fmla="*/ 629 w 37"/>
                  <a:gd name="T5" fmla="*/ 24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2">
                    <a:moveTo>
                      <a:pt x="29" y="8"/>
                    </a:moveTo>
                    <a:cubicBezTo>
                      <a:pt x="23" y="0"/>
                      <a:pt x="0" y="12"/>
                      <a:pt x="7" y="23"/>
                    </a:cubicBezTo>
                    <a:cubicBezTo>
                      <a:pt x="13" y="32"/>
                      <a:pt x="37" y="19"/>
                      <a:pt x="30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9" name="Freeform 582">
                <a:extLst>
                  <a:ext uri="{FF2B5EF4-FFF2-40B4-BE49-F238E27FC236}">
                    <a16:creationId xmlns:a16="http://schemas.microsoft.com/office/drawing/2014/main" id="{41CFBDCE-B468-4A14-A259-4BDFE13D9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013"/>
                <a:ext cx="67" cy="49"/>
              </a:xfrm>
              <a:custGeom>
                <a:avLst/>
                <a:gdLst>
                  <a:gd name="T0" fmla="*/ 696 w 36"/>
                  <a:gd name="T1" fmla="*/ 353 h 25"/>
                  <a:gd name="T2" fmla="*/ 128 w 36"/>
                  <a:gd name="T3" fmla="*/ 488 h 25"/>
                  <a:gd name="T4" fmla="*/ 780 w 36"/>
                  <a:gd name="T5" fmla="*/ 549 h 25"/>
                  <a:gd name="T6" fmla="*/ 672 w 36"/>
                  <a:gd name="T7" fmla="*/ 32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5">
                    <a:moveTo>
                      <a:pt x="31" y="12"/>
                    </a:moveTo>
                    <a:cubicBezTo>
                      <a:pt x="31" y="0"/>
                      <a:pt x="0" y="2"/>
                      <a:pt x="6" y="17"/>
                    </a:cubicBezTo>
                    <a:cubicBezTo>
                      <a:pt x="10" y="25"/>
                      <a:pt x="28" y="19"/>
                      <a:pt x="35" y="19"/>
                    </a:cubicBezTo>
                    <a:cubicBezTo>
                      <a:pt x="36" y="15"/>
                      <a:pt x="33" y="12"/>
                      <a:pt x="30" y="1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0" name="Freeform 583">
                <a:extLst>
                  <a:ext uri="{FF2B5EF4-FFF2-40B4-BE49-F238E27FC236}">
                    <a16:creationId xmlns:a16="http://schemas.microsoft.com/office/drawing/2014/main" id="{656A2BF1-A6E2-4013-A5D0-165E0D6F7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3036"/>
                <a:ext cx="82" cy="75"/>
              </a:xfrm>
              <a:custGeom>
                <a:avLst/>
                <a:gdLst>
                  <a:gd name="T0" fmla="*/ 0 w 44"/>
                  <a:gd name="T1" fmla="*/ 955 h 38"/>
                  <a:gd name="T2" fmla="*/ 421 w 44"/>
                  <a:gd name="T3" fmla="*/ 63 h 38"/>
                  <a:gd name="T4" fmla="*/ 751 w 44"/>
                  <a:gd name="T5" fmla="*/ 452 h 38"/>
                  <a:gd name="T6" fmla="*/ 570 w 44"/>
                  <a:gd name="T7" fmla="*/ 515 h 38"/>
                  <a:gd name="T8" fmla="*/ 421 w 44"/>
                  <a:gd name="T9" fmla="*/ 807 h 38"/>
                  <a:gd name="T10" fmla="*/ 24 w 44"/>
                  <a:gd name="T11" fmla="*/ 95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8">
                    <a:moveTo>
                      <a:pt x="0" y="32"/>
                    </a:moveTo>
                    <a:cubicBezTo>
                      <a:pt x="0" y="20"/>
                      <a:pt x="6" y="5"/>
                      <a:pt x="19" y="2"/>
                    </a:cubicBezTo>
                    <a:cubicBezTo>
                      <a:pt x="26" y="0"/>
                      <a:pt x="44" y="7"/>
                      <a:pt x="33" y="15"/>
                    </a:cubicBezTo>
                    <a:cubicBezTo>
                      <a:pt x="31" y="16"/>
                      <a:pt x="28" y="15"/>
                      <a:pt x="25" y="17"/>
                    </a:cubicBezTo>
                    <a:cubicBezTo>
                      <a:pt x="22" y="20"/>
                      <a:pt x="21" y="24"/>
                      <a:pt x="19" y="27"/>
                    </a:cubicBezTo>
                    <a:cubicBezTo>
                      <a:pt x="15" y="33"/>
                      <a:pt x="8" y="38"/>
                      <a:pt x="1" y="3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1" name="Freeform 584">
                <a:extLst>
                  <a:ext uri="{FF2B5EF4-FFF2-40B4-BE49-F238E27FC236}">
                    <a16:creationId xmlns:a16="http://schemas.microsoft.com/office/drawing/2014/main" id="{8D1EC638-61ED-444C-B04B-76E367F2D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3127"/>
                <a:ext cx="52" cy="81"/>
              </a:xfrm>
              <a:custGeom>
                <a:avLst/>
                <a:gdLst>
                  <a:gd name="T0" fmla="*/ 462 w 28"/>
                  <a:gd name="T1" fmla="*/ 93 h 41"/>
                  <a:gd name="T2" fmla="*/ 45 w 28"/>
                  <a:gd name="T3" fmla="*/ 425 h 41"/>
                  <a:gd name="T4" fmla="*/ 24 w 28"/>
                  <a:gd name="T5" fmla="*/ 840 h 41"/>
                  <a:gd name="T6" fmla="*/ 334 w 28"/>
                  <a:gd name="T7" fmla="*/ 1108 h 41"/>
                  <a:gd name="T8" fmla="*/ 358 w 28"/>
                  <a:gd name="T9" fmla="*/ 780 h 41"/>
                  <a:gd name="T10" fmla="*/ 462 w 28"/>
                  <a:gd name="T11" fmla="*/ 608 h 41"/>
                  <a:gd name="T12" fmla="*/ 442 w 28"/>
                  <a:gd name="T13" fmla="*/ 15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1">
                    <a:moveTo>
                      <a:pt x="21" y="3"/>
                    </a:moveTo>
                    <a:cubicBezTo>
                      <a:pt x="12" y="0"/>
                      <a:pt x="5" y="6"/>
                      <a:pt x="2" y="14"/>
                    </a:cubicBezTo>
                    <a:cubicBezTo>
                      <a:pt x="1" y="18"/>
                      <a:pt x="0" y="23"/>
                      <a:pt x="1" y="28"/>
                    </a:cubicBezTo>
                    <a:cubicBezTo>
                      <a:pt x="2" y="32"/>
                      <a:pt x="9" y="41"/>
                      <a:pt x="15" y="37"/>
                    </a:cubicBezTo>
                    <a:cubicBezTo>
                      <a:pt x="18" y="34"/>
                      <a:pt x="15" y="29"/>
                      <a:pt x="16" y="26"/>
                    </a:cubicBezTo>
                    <a:cubicBezTo>
                      <a:pt x="17" y="22"/>
                      <a:pt x="19" y="22"/>
                      <a:pt x="21" y="20"/>
                    </a:cubicBezTo>
                    <a:cubicBezTo>
                      <a:pt x="25" y="15"/>
                      <a:pt x="28" y="9"/>
                      <a:pt x="20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2" name="Freeform 585">
                <a:extLst>
                  <a:ext uri="{FF2B5EF4-FFF2-40B4-BE49-F238E27FC236}">
                    <a16:creationId xmlns:a16="http://schemas.microsoft.com/office/drawing/2014/main" id="{25256204-845C-46D5-9AB3-642B9A5FC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3021"/>
                <a:ext cx="103" cy="61"/>
              </a:xfrm>
              <a:custGeom>
                <a:avLst/>
                <a:gdLst>
                  <a:gd name="T0" fmla="*/ 68 w 56"/>
                  <a:gd name="T1" fmla="*/ 449 h 31"/>
                  <a:gd name="T2" fmla="*/ 600 w 56"/>
                  <a:gd name="T3" fmla="*/ 31 h 31"/>
                  <a:gd name="T4" fmla="*/ 951 w 56"/>
                  <a:gd name="T5" fmla="*/ 588 h 31"/>
                  <a:gd name="T6" fmla="*/ 548 w 56"/>
                  <a:gd name="T7" fmla="*/ 464 h 31"/>
                  <a:gd name="T8" fmla="*/ 81 w 56"/>
                  <a:gd name="T9" fmla="*/ 49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1">
                    <a:moveTo>
                      <a:pt x="3" y="15"/>
                    </a:moveTo>
                    <a:cubicBezTo>
                      <a:pt x="0" y="4"/>
                      <a:pt x="21" y="0"/>
                      <a:pt x="28" y="1"/>
                    </a:cubicBezTo>
                    <a:cubicBezTo>
                      <a:pt x="34" y="1"/>
                      <a:pt x="56" y="11"/>
                      <a:pt x="45" y="20"/>
                    </a:cubicBezTo>
                    <a:cubicBezTo>
                      <a:pt x="39" y="26"/>
                      <a:pt x="35" y="11"/>
                      <a:pt x="26" y="16"/>
                    </a:cubicBezTo>
                    <a:cubicBezTo>
                      <a:pt x="19" y="19"/>
                      <a:pt x="10" y="31"/>
                      <a:pt x="4" y="1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3" name="Freeform 586">
                <a:extLst>
                  <a:ext uri="{FF2B5EF4-FFF2-40B4-BE49-F238E27FC236}">
                    <a16:creationId xmlns:a16="http://schemas.microsoft.com/office/drawing/2014/main" id="{913A46EB-71D9-4A26-B188-0F6E68B7E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975"/>
                <a:ext cx="66" cy="38"/>
              </a:xfrm>
              <a:custGeom>
                <a:avLst/>
                <a:gdLst>
                  <a:gd name="T0" fmla="*/ 0 w 36"/>
                  <a:gd name="T1" fmla="*/ 160 h 19"/>
                  <a:gd name="T2" fmla="*/ 475 w 36"/>
                  <a:gd name="T3" fmla="*/ 192 h 19"/>
                  <a:gd name="T4" fmla="*/ 541 w 36"/>
                  <a:gd name="T5" fmla="*/ 608 h 19"/>
                  <a:gd name="T6" fmla="*/ 315 w 36"/>
                  <a:gd name="T7" fmla="*/ 416 h 19"/>
                  <a:gd name="T8" fmla="*/ 44 w 36"/>
                  <a:gd name="T9" fmla="*/ 2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5"/>
                    </a:moveTo>
                    <a:cubicBezTo>
                      <a:pt x="8" y="0"/>
                      <a:pt x="15" y="1"/>
                      <a:pt x="23" y="6"/>
                    </a:cubicBezTo>
                    <a:cubicBezTo>
                      <a:pt x="26" y="8"/>
                      <a:pt x="36" y="17"/>
                      <a:pt x="26" y="19"/>
                    </a:cubicBezTo>
                    <a:cubicBezTo>
                      <a:pt x="22" y="19"/>
                      <a:pt x="19" y="13"/>
                      <a:pt x="15" y="13"/>
                    </a:cubicBezTo>
                    <a:cubicBezTo>
                      <a:pt x="10" y="12"/>
                      <a:pt x="2" y="17"/>
                      <a:pt x="2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4" name="Freeform 587">
                <a:extLst>
                  <a:ext uri="{FF2B5EF4-FFF2-40B4-BE49-F238E27FC236}">
                    <a16:creationId xmlns:a16="http://schemas.microsoft.com/office/drawing/2014/main" id="{60791F65-E6DE-4EB7-B79C-1BADB7D63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969"/>
                <a:ext cx="84" cy="61"/>
              </a:xfrm>
              <a:custGeom>
                <a:avLst/>
                <a:gdLst>
                  <a:gd name="T0" fmla="*/ 45 w 45"/>
                  <a:gd name="T1" fmla="*/ 496 h 31"/>
                  <a:gd name="T2" fmla="*/ 631 w 45"/>
                  <a:gd name="T3" fmla="*/ 120 h 31"/>
                  <a:gd name="T4" fmla="*/ 840 w 45"/>
                  <a:gd name="T5" fmla="*/ 527 h 31"/>
                  <a:gd name="T6" fmla="*/ 411 w 45"/>
                  <a:gd name="T7" fmla="*/ 588 h 31"/>
                  <a:gd name="T8" fmla="*/ 45 w 45"/>
                  <a:gd name="T9" fmla="*/ 55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1">
                    <a:moveTo>
                      <a:pt x="2" y="17"/>
                    </a:moveTo>
                    <a:cubicBezTo>
                      <a:pt x="6" y="6"/>
                      <a:pt x="17" y="0"/>
                      <a:pt x="28" y="4"/>
                    </a:cubicBezTo>
                    <a:cubicBezTo>
                      <a:pt x="34" y="6"/>
                      <a:pt x="45" y="14"/>
                      <a:pt x="37" y="18"/>
                    </a:cubicBezTo>
                    <a:cubicBezTo>
                      <a:pt x="30" y="22"/>
                      <a:pt x="25" y="15"/>
                      <a:pt x="18" y="20"/>
                    </a:cubicBezTo>
                    <a:cubicBezTo>
                      <a:pt x="14" y="23"/>
                      <a:pt x="0" y="31"/>
                      <a:pt x="2" y="1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5" name="Freeform 588">
                <a:extLst>
                  <a:ext uri="{FF2B5EF4-FFF2-40B4-BE49-F238E27FC236}">
                    <a16:creationId xmlns:a16="http://schemas.microsoft.com/office/drawing/2014/main" id="{12758A31-1F2A-4F8A-BF43-76F8F803F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2953"/>
                <a:ext cx="72" cy="93"/>
              </a:xfrm>
              <a:custGeom>
                <a:avLst/>
                <a:gdLst>
                  <a:gd name="T0" fmla="*/ 0 w 39"/>
                  <a:gd name="T1" fmla="*/ 815 h 47"/>
                  <a:gd name="T2" fmla="*/ 604 w 39"/>
                  <a:gd name="T3" fmla="*/ 1148 h 47"/>
                  <a:gd name="T4" fmla="*/ 358 w 39"/>
                  <a:gd name="T5" fmla="*/ 1084 h 47"/>
                  <a:gd name="T6" fmla="*/ 68 w 39"/>
                  <a:gd name="T7" fmla="*/ 877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7">
                    <a:moveTo>
                      <a:pt x="0" y="27"/>
                    </a:moveTo>
                    <a:cubicBezTo>
                      <a:pt x="3" y="0"/>
                      <a:pt x="39" y="20"/>
                      <a:pt x="28" y="38"/>
                    </a:cubicBezTo>
                    <a:cubicBezTo>
                      <a:pt x="23" y="47"/>
                      <a:pt x="20" y="40"/>
                      <a:pt x="17" y="36"/>
                    </a:cubicBezTo>
                    <a:cubicBezTo>
                      <a:pt x="13" y="32"/>
                      <a:pt x="5" y="35"/>
                      <a:pt x="3" y="2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6" name="Freeform 589">
                <a:extLst>
                  <a:ext uri="{FF2B5EF4-FFF2-40B4-BE49-F238E27FC236}">
                    <a16:creationId xmlns:a16="http://schemas.microsoft.com/office/drawing/2014/main" id="{879AAED7-3D07-47FB-B7B5-DC777AE25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3054"/>
                <a:ext cx="98" cy="99"/>
              </a:xfrm>
              <a:custGeom>
                <a:avLst/>
                <a:gdLst>
                  <a:gd name="T0" fmla="*/ 44 w 53"/>
                  <a:gd name="T1" fmla="*/ 972 h 50"/>
                  <a:gd name="T2" fmla="*/ 947 w 53"/>
                  <a:gd name="T3" fmla="*/ 1093 h 50"/>
                  <a:gd name="T4" fmla="*/ 455 w 53"/>
                  <a:gd name="T5" fmla="*/ 1000 h 50"/>
                  <a:gd name="T6" fmla="*/ 24 w 53"/>
                  <a:gd name="T7" fmla="*/ 97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50">
                    <a:moveTo>
                      <a:pt x="2" y="32"/>
                    </a:moveTo>
                    <a:cubicBezTo>
                      <a:pt x="0" y="0"/>
                      <a:pt x="53" y="11"/>
                      <a:pt x="44" y="36"/>
                    </a:cubicBezTo>
                    <a:cubicBezTo>
                      <a:pt x="38" y="50"/>
                      <a:pt x="29" y="32"/>
                      <a:pt x="21" y="33"/>
                    </a:cubicBezTo>
                    <a:cubicBezTo>
                      <a:pt x="16" y="34"/>
                      <a:pt x="3" y="48"/>
                      <a:pt x="1" y="3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7" name="Freeform 590">
                <a:extLst>
                  <a:ext uri="{FF2B5EF4-FFF2-40B4-BE49-F238E27FC236}">
                    <a16:creationId xmlns:a16="http://schemas.microsoft.com/office/drawing/2014/main" id="{7B34E744-ADD8-474B-B466-11DE6C73D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2" y="3046"/>
                <a:ext cx="65" cy="73"/>
              </a:xfrm>
              <a:custGeom>
                <a:avLst/>
                <a:gdLst>
                  <a:gd name="T0" fmla="*/ 776 w 35"/>
                  <a:gd name="T1" fmla="*/ 215 h 37"/>
                  <a:gd name="T2" fmla="*/ 262 w 35"/>
                  <a:gd name="T3" fmla="*/ 32 h 37"/>
                  <a:gd name="T4" fmla="*/ 156 w 35"/>
                  <a:gd name="T5" fmla="*/ 592 h 37"/>
                  <a:gd name="T6" fmla="*/ 568 w 35"/>
                  <a:gd name="T7" fmla="*/ 775 h 37"/>
                  <a:gd name="T8" fmla="*/ 641 w 35"/>
                  <a:gd name="T9" fmla="*/ 424 h 37"/>
                  <a:gd name="T10" fmla="*/ 776 w 35"/>
                  <a:gd name="T11" fmla="*/ 24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7">
                    <a:moveTo>
                      <a:pt x="35" y="7"/>
                    </a:moveTo>
                    <a:cubicBezTo>
                      <a:pt x="29" y="3"/>
                      <a:pt x="20" y="0"/>
                      <a:pt x="12" y="1"/>
                    </a:cubicBezTo>
                    <a:cubicBezTo>
                      <a:pt x="1" y="2"/>
                      <a:pt x="0" y="13"/>
                      <a:pt x="7" y="20"/>
                    </a:cubicBezTo>
                    <a:cubicBezTo>
                      <a:pt x="11" y="25"/>
                      <a:pt x="21" y="37"/>
                      <a:pt x="26" y="26"/>
                    </a:cubicBezTo>
                    <a:cubicBezTo>
                      <a:pt x="28" y="21"/>
                      <a:pt x="25" y="18"/>
                      <a:pt x="29" y="14"/>
                    </a:cubicBezTo>
                    <a:cubicBezTo>
                      <a:pt x="31" y="11"/>
                      <a:pt x="35" y="13"/>
                      <a:pt x="35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8" name="Freeform 591">
                <a:extLst>
                  <a:ext uri="{FF2B5EF4-FFF2-40B4-BE49-F238E27FC236}">
                    <a16:creationId xmlns:a16="http://schemas.microsoft.com/office/drawing/2014/main" id="{B1B3256E-5B4B-4778-B817-8FE6414F5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3141"/>
                <a:ext cx="88" cy="69"/>
              </a:xfrm>
              <a:custGeom>
                <a:avLst/>
                <a:gdLst>
                  <a:gd name="T0" fmla="*/ 827 w 48"/>
                  <a:gd name="T1" fmla="*/ 183 h 35"/>
                  <a:gd name="T2" fmla="*/ 246 w 48"/>
                  <a:gd name="T3" fmla="*/ 124 h 35"/>
                  <a:gd name="T4" fmla="*/ 149 w 48"/>
                  <a:gd name="T5" fmla="*/ 889 h 35"/>
                  <a:gd name="T6" fmla="*/ 394 w 48"/>
                  <a:gd name="T7" fmla="*/ 860 h 35"/>
                  <a:gd name="T8" fmla="*/ 702 w 48"/>
                  <a:gd name="T9" fmla="*/ 743 h 35"/>
                  <a:gd name="T10" fmla="*/ 790 w 48"/>
                  <a:gd name="T11" fmla="*/ 15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5">
                    <a:moveTo>
                      <a:pt x="40" y="6"/>
                    </a:moveTo>
                    <a:cubicBezTo>
                      <a:pt x="34" y="0"/>
                      <a:pt x="19" y="1"/>
                      <a:pt x="12" y="4"/>
                    </a:cubicBezTo>
                    <a:cubicBezTo>
                      <a:pt x="4" y="8"/>
                      <a:pt x="0" y="23"/>
                      <a:pt x="7" y="30"/>
                    </a:cubicBezTo>
                    <a:cubicBezTo>
                      <a:pt x="13" y="35"/>
                      <a:pt x="15" y="32"/>
                      <a:pt x="19" y="29"/>
                    </a:cubicBezTo>
                    <a:cubicBezTo>
                      <a:pt x="25" y="25"/>
                      <a:pt x="28" y="26"/>
                      <a:pt x="34" y="25"/>
                    </a:cubicBezTo>
                    <a:cubicBezTo>
                      <a:pt x="42" y="23"/>
                      <a:pt x="48" y="7"/>
                      <a:pt x="38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9" name="Freeform 592">
                <a:extLst>
                  <a:ext uri="{FF2B5EF4-FFF2-40B4-BE49-F238E27FC236}">
                    <a16:creationId xmlns:a16="http://schemas.microsoft.com/office/drawing/2014/main" id="{DF417E25-8B55-4641-898F-78FC9223D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3070"/>
                <a:ext cx="107" cy="79"/>
              </a:xfrm>
              <a:custGeom>
                <a:avLst/>
                <a:gdLst>
                  <a:gd name="T0" fmla="*/ 358 w 58"/>
                  <a:gd name="T1" fmla="*/ 215 h 40"/>
                  <a:gd name="T2" fmla="*/ 105 w 58"/>
                  <a:gd name="T3" fmla="*/ 924 h 40"/>
                  <a:gd name="T4" fmla="*/ 810 w 58"/>
                  <a:gd name="T5" fmla="*/ 988 h 40"/>
                  <a:gd name="T6" fmla="*/ 327 w 58"/>
                  <a:gd name="T7" fmla="*/ 277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40">
                    <a:moveTo>
                      <a:pt x="17" y="7"/>
                    </a:moveTo>
                    <a:cubicBezTo>
                      <a:pt x="9" y="10"/>
                      <a:pt x="0" y="23"/>
                      <a:pt x="5" y="31"/>
                    </a:cubicBezTo>
                    <a:cubicBezTo>
                      <a:pt x="11" y="40"/>
                      <a:pt x="30" y="35"/>
                      <a:pt x="38" y="33"/>
                    </a:cubicBezTo>
                    <a:cubicBezTo>
                      <a:pt x="58" y="27"/>
                      <a:pt x="33" y="0"/>
                      <a:pt x="15" y="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0" name="Freeform 593">
                <a:extLst>
                  <a:ext uri="{FF2B5EF4-FFF2-40B4-BE49-F238E27FC236}">
                    <a16:creationId xmlns:a16="http://schemas.microsoft.com/office/drawing/2014/main" id="{B233A2A0-567D-4704-A4E3-8DA569098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1" y="3121"/>
                <a:ext cx="100" cy="83"/>
              </a:xfrm>
              <a:custGeom>
                <a:avLst/>
                <a:gdLst>
                  <a:gd name="T0" fmla="*/ 915 w 54"/>
                  <a:gd name="T1" fmla="*/ 364 h 42"/>
                  <a:gd name="T2" fmla="*/ 456 w 54"/>
                  <a:gd name="T3" fmla="*/ 1172 h 42"/>
                  <a:gd name="T4" fmla="*/ 844 w 54"/>
                  <a:gd name="T5" fmla="*/ 36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2">
                    <a:moveTo>
                      <a:pt x="42" y="12"/>
                    </a:moveTo>
                    <a:cubicBezTo>
                      <a:pt x="22" y="0"/>
                      <a:pt x="0" y="34"/>
                      <a:pt x="21" y="39"/>
                    </a:cubicBezTo>
                    <a:cubicBezTo>
                      <a:pt x="35" y="42"/>
                      <a:pt x="54" y="23"/>
                      <a:pt x="39" y="1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1" name="Freeform 594">
                <a:extLst>
                  <a:ext uri="{FF2B5EF4-FFF2-40B4-BE49-F238E27FC236}">
                    <a16:creationId xmlns:a16="http://schemas.microsoft.com/office/drawing/2014/main" id="{297E322D-0AA6-4DF0-9E7E-109B6005F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3054"/>
                <a:ext cx="68" cy="67"/>
              </a:xfrm>
              <a:custGeom>
                <a:avLst/>
                <a:gdLst>
                  <a:gd name="T0" fmla="*/ 709 w 37"/>
                  <a:gd name="T1" fmla="*/ 183 h 34"/>
                  <a:gd name="T2" fmla="*/ 504 w 37"/>
                  <a:gd name="T3" fmla="*/ 0 h 34"/>
                  <a:gd name="T4" fmla="*/ 149 w 37"/>
                  <a:gd name="T5" fmla="*/ 451 h 34"/>
                  <a:gd name="T6" fmla="*/ 733 w 37"/>
                  <a:gd name="T7" fmla="*/ 21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4">
                    <a:moveTo>
                      <a:pt x="34" y="6"/>
                    </a:moveTo>
                    <a:cubicBezTo>
                      <a:pt x="34" y="2"/>
                      <a:pt x="28" y="0"/>
                      <a:pt x="24" y="0"/>
                    </a:cubicBezTo>
                    <a:cubicBezTo>
                      <a:pt x="16" y="0"/>
                      <a:pt x="9" y="8"/>
                      <a:pt x="7" y="15"/>
                    </a:cubicBezTo>
                    <a:cubicBezTo>
                      <a:pt x="0" y="34"/>
                      <a:pt x="37" y="26"/>
                      <a:pt x="35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2" name="Freeform 595">
                <a:extLst>
                  <a:ext uri="{FF2B5EF4-FFF2-40B4-BE49-F238E27FC236}">
                    <a16:creationId xmlns:a16="http://schemas.microsoft.com/office/drawing/2014/main" id="{03A50CC6-515C-4C2C-9072-9D3EF1055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3011"/>
                <a:ext cx="74" cy="45"/>
              </a:xfrm>
              <a:custGeom>
                <a:avLst/>
                <a:gdLst>
                  <a:gd name="T0" fmla="*/ 0 w 40"/>
                  <a:gd name="T1" fmla="*/ 292 h 23"/>
                  <a:gd name="T2" fmla="*/ 507 w 40"/>
                  <a:gd name="T3" fmla="*/ 61 h 23"/>
                  <a:gd name="T4" fmla="*/ 716 w 40"/>
                  <a:gd name="T5" fmla="*/ 540 h 23"/>
                  <a:gd name="T6" fmla="*/ 387 w 40"/>
                  <a:gd name="T7" fmla="*/ 397 h 23"/>
                  <a:gd name="T8" fmla="*/ 24 w 40"/>
                  <a:gd name="T9" fmla="*/ 36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3">
                    <a:moveTo>
                      <a:pt x="0" y="10"/>
                    </a:moveTo>
                    <a:cubicBezTo>
                      <a:pt x="0" y="2"/>
                      <a:pt x="17" y="0"/>
                      <a:pt x="23" y="2"/>
                    </a:cubicBezTo>
                    <a:cubicBezTo>
                      <a:pt x="27" y="3"/>
                      <a:pt x="40" y="14"/>
                      <a:pt x="33" y="19"/>
                    </a:cubicBezTo>
                    <a:cubicBezTo>
                      <a:pt x="28" y="23"/>
                      <a:pt x="23" y="14"/>
                      <a:pt x="18" y="14"/>
                    </a:cubicBezTo>
                    <a:cubicBezTo>
                      <a:pt x="12" y="14"/>
                      <a:pt x="5" y="22"/>
                      <a:pt x="1" y="1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3" name="Freeform 596">
                <a:extLst>
                  <a:ext uri="{FF2B5EF4-FFF2-40B4-BE49-F238E27FC236}">
                    <a16:creationId xmlns:a16="http://schemas.microsoft.com/office/drawing/2014/main" id="{7E127743-B829-4D53-B8E4-EE61593F1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3" y="2981"/>
                <a:ext cx="50" cy="71"/>
              </a:xfrm>
              <a:custGeom>
                <a:avLst/>
                <a:gdLst>
                  <a:gd name="T0" fmla="*/ 0 w 27"/>
                  <a:gd name="T1" fmla="*/ 361 h 36"/>
                  <a:gd name="T2" fmla="*/ 456 w 27"/>
                  <a:gd name="T3" fmla="*/ 361 h 36"/>
                  <a:gd name="T4" fmla="*/ 357 w 27"/>
                  <a:gd name="T5" fmla="*/ 1012 h 36"/>
                  <a:gd name="T6" fmla="*/ 261 w 27"/>
                  <a:gd name="T7" fmla="*/ 560 h 36"/>
                  <a:gd name="T8" fmla="*/ 0 w 27"/>
                  <a:gd name="T9" fmla="*/ 45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12"/>
                    </a:moveTo>
                    <a:cubicBezTo>
                      <a:pt x="3" y="0"/>
                      <a:pt x="16" y="2"/>
                      <a:pt x="21" y="12"/>
                    </a:cubicBezTo>
                    <a:cubicBezTo>
                      <a:pt x="23" y="17"/>
                      <a:pt x="27" y="36"/>
                      <a:pt x="16" y="34"/>
                    </a:cubicBezTo>
                    <a:cubicBezTo>
                      <a:pt x="7" y="33"/>
                      <a:pt x="15" y="23"/>
                      <a:pt x="12" y="19"/>
                    </a:cubicBezTo>
                    <a:cubicBezTo>
                      <a:pt x="9" y="15"/>
                      <a:pt x="0" y="21"/>
                      <a:pt x="0" y="1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4" name="Freeform 597">
                <a:extLst>
                  <a:ext uri="{FF2B5EF4-FFF2-40B4-BE49-F238E27FC236}">
                    <a16:creationId xmlns:a16="http://schemas.microsoft.com/office/drawing/2014/main" id="{8F2D68E3-3442-4C6B-B548-8D4E60A97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3131"/>
                <a:ext cx="76" cy="57"/>
              </a:xfrm>
              <a:custGeom>
                <a:avLst/>
                <a:gdLst>
                  <a:gd name="T0" fmla="*/ 814 w 41"/>
                  <a:gd name="T1" fmla="*/ 92 h 29"/>
                  <a:gd name="T2" fmla="*/ 330 w 41"/>
                  <a:gd name="T3" fmla="*/ 151 h 29"/>
                  <a:gd name="T4" fmla="*/ 237 w 41"/>
                  <a:gd name="T5" fmla="*/ 788 h 29"/>
                  <a:gd name="T6" fmla="*/ 412 w 41"/>
                  <a:gd name="T7" fmla="*/ 668 h 29"/>
                  <a:gd name="T8" fmla="*/ 693 w 41"/>
                  <a:gd name="T9" fmla="*/ 432 h 29"/>
                  <a:gd name="T10" fmla="*/ 873 w 41"/>
                  <a:gd name="T11" fmla="*/ 267 h 29"/>
                  <a:gd name="T12" fmla="*/ 814 w 41"/>
                  <a:gd name="T13" fmla="*/ 3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9">
                    <a:moveTo>
                      <a:pt x="37" y="3"/>
                    </a:moveTo>
                    <a:cubicBezTo>
                      <a:pt x="31" y="0"/>
                      <a:pt x="21" y="2"/>
                      <a:pt x="15" y="5"/>
                    </a:cubicBezTo>
                    <a:cubicBezTo>
                      <a:pt x="9" y="8"/>
                      <a:pt x="0" y="22"/>
                      <a:pt x="11" y="27"/>
                    </a:cubicBezTo>
                    <a:cubicBezTo>
                      <a:pt x="15" y="29"/>
                      <a:pt x="16" y="26"/>
                      <a:pt x="19" y="23"/>
                    </a:cubicBezTo>
                    <a:cubicBezTo>
                      <a:pt x="24" y="19"/>
                      <a:pt x="26" y="17"/>
                      <a:pt x="32" y="15"/>
                    </a:cubicBezTo>
                    <a:cubicBezTo>
                      <a:pt x="36" y="14"/>
                      <a:pt x="39" y="14"/>
                      <a:pt x="40" y="9"/>
                    </a:cubicBezTo>
                    <a:cubicBezTo>
                      <a:pt x="41" y="6"/>
                      <a:pt x="40" y="2"/>
                      <a:pt x="37" y="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5" name="Freeform 598">
                <a:extLst>
                  <a:ext uri="{FF2B5EF4-FFF2-40B4-BE49-F238E27FC236}">
                    <a16:creationId xmlns:a16="http://schemas.microsoft.com/office/drawing/2014/main" id="{7D634CB6-0E03-421E-A8FE-2DF6DA67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4" y="3159"/>
                <a:ext cx="76" cy="39"/>
              </a:xfrm>
              <a:custGeom>
                <a:avLst/>
                <a:gdLst>
                  <a:gd name="T0" fmla="*/ 636 w 41"/>
                  <a:gd name="T1" fmla="*/ 88 h 20"/>
                  <a:gd name="T2" fmla="*/ 202 w 41"/>
                  <a:gd name="T3" fmla="*/ 117 h 20"/>
                  <a:gd name="T4" fmla="*/ 358 w 41"/>
                  <a:gd name="T5" fmla="*/ 445 h 20"/>
                  <a:gd name="T6" fmla="*/ 849 w 41"/>
                  <a:gd name="T7" fmla="*/ 365 h 20"/>
                  <a:gd name="T8" fmla="*/ 673 w 41"/>
                  <a:gd name="T9" fmla="*/ 6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29" y="3"/>
                    </a:moveTo>
                    <a:cubicBezTo>
                      <a:pt x="22" y="2"/>
                      <a:pt x="15" y="0"/>
                      <a:pt x="9" y="4"/>
                    </a:cubicBezTo>
                    <a:cubicBezTo>
                      <a:pt x="0" y="12"/>
                      <a:pt x="8" y="15"/>
                      <a:pt x="16" y="16"/>
                    </a:cubicBezTo>
                    <a:cubicBezTo>
                      <a:pt x="22" y="16"/>
                      <a:pt x="36" y="20"/>
                      <a:pt x="39" y="13"/>
                    </a:cubicBezTo>
                    <a:cubicBezTo>
                      <a:pt x="41" y="7"/>
                      <a:pt x="36" y="3"/>
                      <a:pt x="31" y="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6" name="Freeform 599">
                <a:extLst>
                  <a:ext uri="{FF2B5EF4-FFF2-40B4-BE49-F238E27FC236}">
                    <a16:creationId xmlns:a16="http://schemas.microsoft.com/office/drawing/2014/main" id="{64AED464-0981-4100-9C12-2F10F3E2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3048"/>
                <a:ext cx="31" cy="32"/>
              </a:xfrm>
              <a:custGeom>
                <a:avLst/>
                <a:gdLst>
                  <a:gd name="T0" fmla="*/ 346 w 17"/>
                  <a:gd name="T1" fmla="*/ 512 h 16"/>
                  <a:gd name="T2" fmla="*/ 0 w 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17" y="16"/>
                    </a:moveTo>
                    <a:cubicBezTo>
                      <a:pt x="7" y="16"/>
                      <a:pt x="2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7" name="Freeform 600">
                <a:extLst>
                  <a:ext uri="{FF2B5EF4-FFF2-40B4-BE49-F238E27FC236}">
                    <a16:creationId xmlns:a16="http://schemas.microsoft.com/office/drawing/2014/main" id="{7CB103F2-0992-47D4-97E2-230E29CF5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3102"/>
                <a:ext cx="57" cy="61"/>
              </a:xfrm>
              <a:custGeom>
                <a:avLst/>
                <a:gdLst>
                  <a:gd name="T0" fmla="*/ 81 w 31"/>
                  <a:gd name="T1" fmla="*/ 61 h 31"/>
                  <a:gd name="T2" fmla="*/ 193 w 31"/>
                  <a:gd name="T3" fmla="*/ 527 h 31"/>
                  <a:gd name="T4" fmla="*/ 653 w 31"/>
                  <a:gd name="T5" fmla="*/ 88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4" y="2"/>
                    </a:moveTo>
                    <a:cubicBezTo>
                      <a:pt x="0" y="0"/>
                      <a:pt x="7" y="15"/>
                      <a:pt x="9" y="18"/>
                    </a:cubicBezTo>
                    <a:cubicBezTo>
                      <a:pt x="14" y="27"/>
                      <a:pt x="21" y="31"/>
                      <a:pt x="31" y="30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8" name="Freeform 601">
                <a:extLst>
                  <a:ext uri="{FF2B5EF4-FFF2-40B4-BE49-F238E27FC236}">
                    <a16:creationId xmlns:a16="http://schemas.microsoft.com/office/drawing/2014/main" id="{77679581-2798-4999-877A-37FCD0AD3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3102"/>
                <a:ext cx="62" cy="29"/>
              </a:xfrm>
              <a:custGeom>
                <a:avLst/>
                <a:gdLst>
                  <a:gd name="T0" fmla="*/ 770 w 33"/>
                  <a:gd name="T1" fmla="*/ 404 h 15"/>
                  <a:gd name="T2" fmla="*/ 0 w 33"/>
                  <a:gd name="T3" fmla="*/ 5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33" y="15"/>
                    </a:moveTo>
                    <a:cubicBezTo>
                      <a:pt x="30" y="0"/>
                      <a:pt x="1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9" name="Freeform 602">
                <a:extLst>
                  <a:ext uri="{FF2B5EF4-FFF2-40B4-BE49-F238E27FC236}">
                    <a16:creationId xmlns:a16="http://schemas.microsoft.com/office/drawing/2014/main" id="{B866B105-8866-41E1-919C-7CB38FE40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159"/>
                <a:ext cx="76" cy="43"/>
              </a:xfrm>
              <a:custGeom>
                <a:avLst/>
                <a:gdLst>
                  <a:gd name="T0" fmla="*/ 82 w 41"/>
                  <a:gd name="T1" fmla="*/ 627 h 22"/>
                  <a:gd name="T2" fmla="*/ 897 w 41"/>
                  <a:gd name="T3" fmla="*/ 149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2">
                    <a:moveTo>
                      <a:pt x="4" y="22"/>
                    </a:moveTo>
                    <a:cubicBezTo>
                      <a:pt x="0" y="3"/>
                      <a:pt x="29" y="0"/>
                      <a:pt x="41" y="5"/>
                    </a:cubicBezTo>
                  </a:path>
                </a:pathLst>
              </a:custGeom>
              <a:noFill/>
              <a:ln w="7938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0" name="Freeform 603">
                <a:extLst>
                  <a:ext uri="{FF2B5EF4-FFF2-40B4-BE49-F238E27FC236}">
                    <a16:creationId xmlns:a16="http://schemas.microsoft.com/office/drawing/2014/main" id="{6A273A6B-C1C9-4758-9ECA-74A76D446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3115"/>
                <a:ext cx="58" cy="60"/>
              </a:xfrm>
              <a:custGeom>
                <a:avLst/>
                <a:gdLst>
                  <a:gd name="T0" fmla="*/ 715 w 31"/>
                  <a:gd name="T1" fmla="*/ 224 h 30"/>
                  <a:gd name="T2" fmla="*/ 210 w 31"/>
                  <a:gd name="T3" fmla="*/ 96 h 30"/>
                  <a:gd name="T4" fmla="*/ 234 w 31"/>
                  <a:gd name="T5" fmla="*/ 608 h 30"/>
                  <a:gd name="T6" fmla="*/ 687 w 31"/>
                  <a:gd name="T7" fmla="*/ 22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31" y="7"/>
                    </a:moveTo>
                    <a:cubicBezTo>
                      <a:pt x="26" y="5"/>
                      <a:pt x="15" y="0"/>
                      <a:pt x="9" y="3"/>
                    </a:cubicBezTo>
                    <a:cubicBezTo>
                      <a:pt x="0" y="6"/>
                      <a:pt x="5" y="14"/>
                      <a:pt x="10" y="19"/>
                    </a:cubicBezTo>
                    <a:cubicBezTo>
                      <a:pt x="21" y="30"/>
                      <a:pt x="30" y="21"/>
                      <a:pt x="30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1" name="Freeform 604">
                <a:extLst>
                  <a:ext uri="{FF2B5EF4-FFF2-40B4-BE49-F238E27FC236}">
                    <a16:creationId xmlns:a16="http://schemas.microsoft.com/office/drawing/2014/main" id="{C5DA79FF-041F-49CE-8DCB-00E6DF559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147"/>
                <a:ext cx="78" cy="65"/>
              </a:xfrm>
              <a:custGeom>
                <a:avLst/>
                <a:gdLst>
                  <a:gd name="T0" fmla="*/ 821 w 42"/>
                  <a:gd name="T1" fmla="*/ 528 h 33"/>
                  <a:gd name="T2" fmla="*/ 462 w 42"/>
                  <a:gd name="T3" fmla="*/ 63 h 33"/>
                  <a:gd name="T4" fmla="*/ 24 w 42"/>
                  <a:gd name="T5" fmla="*/ 496 h 33"/>
                  <a:gd name="T6" fmla="*/ 704 w 42"/>
                  <a:gd name="T7" fmla="*/ 55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3">
                    <a:moveTo>
                      <a:pt x="37" y="18"/>
                    </a:moveTo>
                    <a:cubicBezTo>
                      <a:pt x="32" y="14"/>
                      <a:pt x="28" y="3"/>
                      <a:pt x="21" y="2"/>
                    </a:cubicBezTo>
                    <a:cubicBezTo>
                      <a:pt x="14" y="0"/>
                      <a:pt x="0" y="10"/>
                      <a:pt x="1" y="17"/>
                    </a:cubicBezTo>
                    <a:cubicBezTo>
                      <a:pt x="2" y="29"/>
                      <a:pt x="42" y="33"/>
                      <a:pt x="32" y="1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2" name="Freeform 605">
                <a:extLst>
                  <a:ext uri="{FF2B5EF4-FFF2-40B4-BE49-F238E27FC236}">
                    <a16:creationId xmlns:a16="http://schemas.microsoft.com/office/drawing/2014/main" id="{D6FE6E4A-5414-4D89-8290-6769C2A86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070"/>
                <a:ext cx="100" cy="67"/>
              </a:xfrm>
              <a:custGeom>
                <a:avLst/>
                <a:gdLst>
                  <a:gd name="T0" fmla="*/ 954 w 54"/>
                  <a:gd name="T1" fmla="*/ 213 h 34"/>
                  <a:gd name="T2" fmla="*/ 789 w 54"/>
                  <a:gd name="T3" fmla="*/ 772 h 34"/>
                  <a:gd name="T4" fmla="*/ 1176 w 54"/>
                  <a:gd name="T5" fmla="*/ 512 h 34"/>
                  <a:gd name="T6" fmla="*/ 978 w 54"/>
                  <a:gd name="T7" fmla="*/ 24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4">
                    <a:moveTo>
                      <a:pt x="44" y="7"/>
                    </a:moveTo>
                    <a:cubicBezTo>
                      <a:pt x="31" y="0"/>
                      <a:pt x="0" y="34"/>
                      <a:pt x="36" y="26"/>
                    </a:cubicBezTo>
                    <a:cubicBezTo>
                      <a:pt x="42" y="25"/>
                      <a:pt x="53" y="26"/>
                      <a:pt x="54" y="17"/>
                    </a:cubicBezTo>
                    <a:cubicBezTo>
                      <a:pt x="54" y="12"/>
                      <a:pt x="49" y="10"/>
                      <a:pt x="45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3" name="Freeform 606">
                <a:extLst>
                  <a:ext uri="{FF2B5EF4-FFF2-40B4-BE49-F238E27FC236}">
                    <a16:creationId xmlns:a16="http://schemas.microsoft.com/office/drawing/2014/main" id="{3A76F716-CE24-4744-AE7E-5CFB86291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973"/>
                <a:ext cx="69" cy="107"/>
              </a:xfrm>
              <a:custGeom>
                <a:avLst/>
                <a:gdLst>
                  <a:gd name="T0" fmla="*/ 0 w 37"/>
                  <a:gd name="T1" fmla="*/ 1096 h 54"/>
                  <a:gd name="T2" fmla="*/ 675 w 37"/>
                  <a:gd name="T3" fmla="*/ 1339 h 54"/>
                  <a:gd name="T4" fmla="*/ 785 w 37"/>
                  <a:gd name="T5" fmla="*/ 707 h 54"/>
                  <a:gd name="T6" fmla="*/ 84 w 37"/>
                  <a:gd name="T7" fmla="*/ 1189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4">
                    <a:moveTo>
                      <a:pt x="0" y="36"/>
                    </a:moveTo>
                    <a:cubicBezTo>
                      <a:pt x="7" y="42"/>
                      <a:pt x="21" y="54"/>
                      <a:pt x="30" y="44"/>
                    </a:cubicBezTo>
                    <a:cubicBezTo>
                      <a:pt x="33" y="41"/>
                      <a:pt x="34" y="28"/>
                      <a:pt x="35" y="23"/>
                    </a:cubicBezTo>
                    <a:cubicBezTo>
                      <a:pt x="37" y="0"/>
                      <a:pt x="7" y="28"/>
                      <a:pt x="4" y="3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4" name="Freeform 607">
                <a:extLst>
                  <a:ext uri="{FF2B5EF4-FFF2-40B4-BE49-F238E27FC236}">
                    <a16:creationId xmlns:a16="http://schemas.microsoft.com/office/drawing/2014/main" id="{6ACFDF6C-C2D5-47CC-AB82-0F0CAF8E4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116"/>
                <a:ext cx="1413" cy="772"/>
              </a:xfrm>
              <a:custGeom>
                <a:avLst/>
                <a:gdLst>
                  <a:gd name="T0" fmla="*/ 16232 w 763"/>
                  <a:gd name="T1" fmla="*/ 11730 h 391"/>
                  <a:gd name="T2" fmla="*/ 16619 w 763"/>
                  <a:gd name="T3" fmla="*/ 11667 h 391"/>
                  <a:gd name="T4" fmla="*/ 15806 w 763"/>
                  <a:gd name="T5" fmla="*/ 10261 h 391"/>
                  <a:gd name="T6" fmla="*/ 14576 w 763"/>
                  <a:gd name="T7" fmla="*/ 8498 h 391"/>
                  <a:gd name="T8" fmla="*/ 13599 w 763"/>
                  <a:gd name="T9" fmla="*/ 7361 h 391"/>
                  <a:gd name="T10" fmla="*/ 12854 w 763"/>
                  <a:gd name="T11" fmla="*/ 5365 h 391"/>
                  <a:gd name="T12" fmla="*/ 12398 w 763"/>
                  <a:gd name="T13" fmla="*/ 4288 h 391"/>
                  <a:gd name="T14" fmla="*/ 11558 w 763"/>
                  <a:gd name="T15" fmla="*/ 3208 h 391"/>
                  <a:gd name="T16" fmla="*/ 10824 w 763"/>
                  <a:gd name="T17" fmla="*/ 808 h 391"/>
                  <a:gd name="T18" fmla="*/ 9102 w 763"/>
                  <a:gd name="T19" fmla="*/ 215 h 391"/>
                  <a:gd name="T20" fmla="*/ 7126 w 763"/>
                  <a:gd name="T21" fmla="*/ 332 h 391"/>
                  <a:gd name="T22" fmla="*/ 5926 w 763"/>
                  <a:gd name="T23" fmla="*/ 2008 h 391"/>
                  <a:gd name="T24" fmla="*/ 4598 w 763"/>
                  <a:gd name="T25" fmla="*/ 4496 h 391"/>
                  <a:gd name="T26" fmla="*/ 2706 w 763"/>
                  <a:gd name="T27" fmla="*/ 8612 h 391"/>
                  <a:gd name="T28" fmla="*/ 1259 w 763"/>
                  <a:gd name="T29" fmla="*/ 9906 h 391"/>
                  <a:gd name="T30" fmla="*/ 0 w 763"/>
                  <a:gd name="T31" fmla="*/ 11730 h 391"/>
                  <a:gd name="T32" fmla="*/ 456 w 763"/>
                  <a:gd name="T33" fmla="*/ 11730 h 391"/>
                  <a:gd name="T34" fmla="*/ 16232 w 763"/>
                  <a:gd name="T35" fmla="*/ 11730 h 39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63" h="391">
                    <a:moveTo>
                      <a:pt x="745" y="391"/>
                    </a:moveTo>
                    <a:cubicBezTo>
                      <a:pt x="758" y="387"/>
                      <a:pt x="763" y="389"/>
                      <a:pt x="763" y="389"/>
                    </a:cubicBezTo>
                    <a:cubicBezTo>
                      <a:pt x="745" y="355"/>
                      <a:pt x="740" y="367"/>
                      <a:pt x="726" y="342"/>
                    </a:cubicBezTo>
                    <a:cubicBezTo>
                      <a:pt x="712" y="316"/>
                      <a:pt x="705" y="304"/>
                      <a:pt x="669" y="283"/>
                    </a:cubicBezTo>
                    <a:cubicBezTo>
                      <a:pt x="633" y="262"/>
                      <a:pt x="621" y="271"/>
                      <a:pt x="624" y="245"/>
                    </a:cubicBezTo>
                    <a:cubicBezTo>
                      <a:pt x="626" y="218"/>
                      <a:pt x="612" y="190"/>
                      <a:pt x="590" y="179"/>
                    </a:cubicBezTo>
                    <a:cubicBezTo>
                      <a:pt x="568" y="169"/>
                      <a:pt x="579" y="166"/>
                      <a:pt x="569" y="143"/>
                    </a:cubicBezTo>
                    <a:cubicBezTo>
                      <a:pt x="558" y="121"/>
                      <a:pt x="555" y="132"/>
                      <a:pt x="531" y="107"/>
                    </a:cubicBezTo>
                    <a:cubicBezTo>
                      <a:pt x="506" y="82"/>
                      <a:pt x="520" y="54"/>
                      <a:pt x="497" y="27"/>
                    </a:cubicBezTo>
                    <a:cubicBezTo>
                      <a:pt x="474" y="0"/>
                      <a:pt x="447" y="13"/>
                      <a:pt x="418" y="7"/>
                    </a:cubicBezTo>
                    <a:cubicBezTo>
                      <a:pt x="389" y="1"/>
                      <a:pt x="359" y="8"/>
                      <a:pt x="327" y="11"/>
                    </a:cubicBezTo>
                    <a:cubicBezTo>
                      <a:pt x="296" y="14"/>
                      <a:pt x="286" y="29"/>
                      <a:pt x="272" y="67"/>
                    </a:cubicBezTo>
                    <a:cubicBezTo>
                      <a:pt x="258" y="106"/>
                      <a:pt x="246" y="139"/>
                      <a:pt x="211" y="150"/>
                    </a:cubicBezTo>
                    <a:cubicBezTo>
                      <a:pt x="154" y="169"/>
                      <a:pt x="109" y="248"/>
                      <a:pt x="124" y="287"/>
                    </a:cubicBezTo>
                    <a:cubicBezTo>
                      <a:pt x="139" y="325"/>
                      <a:pt x="98" y="324"/>
                      <a:pt x="58" y="330"/>
                    </a:cubicBezTo>
                    <a:cubicBezTo>
                      <a:pt x="19" y="336"/>
                      <a:pt x="0" y="391"/>
                      <a:pt x="0" y="391"/>
                    </a:cubicBezTo>
                    <a:cubicBezTo>
                      <a:pt x="0" y="391"/>
                      <a:pt x="13" y="383"/>
                      <a:pt x="21" y="391"/>
                    </a:cubicBezTo>
                    <a:cubicBezTo>
                      <a:pt x="287" y="375"/>
                      <a:pt x="488" y="375"/>
                      <a:pt x="745" y="391"/>
                    </a:cubicBezTo>
                    <a:close/>
                  </a:path>
                </a:pathLst>
              </a:custGeom>
              <a:solidFill>
                <a:srgbClr val="F4C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5" name="Freeform 608">
                <a:extLst>
                  <a:ext uri="{FF2B5EF4-FFF2-40B4-BE49-F238E27FC236}">
                    <a16:creationId xmlns:a16="http://schemas.microsoft.com/office/drawing/2014/main" id="{023F0520-1855-4FFD-BD66-CC64046F6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169"/>
                <a:ext cx="1363" cy="723"/>
              </a:xfrm>
              <a:custGeom>
                <a:avLst/>
                <a:gdLst>
                  <a:gd name="T0" fmla="*/ 15365 w 736"/>
                  <a:gd name="T1" fmla="*/ 11009 h 366"/>
                  <a:gd name="T2" fmla="*/ 16030 w 736"/>
                  <a:gd name="T3" fmla="*/ 10883 h 366"/>
                  <a:gd name="T4" fmla="*/ 15210 w 736"/>
                  <a:gd name="T5" fmla="*/ 9318 h 366"/>
                  <a:gd name="T6" fmla="*/ 13749 w 736"/>
                  <a:gd name="T7" fmla="*/ 8149 h 366"/>
                  <a:gd name="T8" fmla="*/ 13047 w 736"/>
                  <a:gd name="T9" fmla="*/ 6685 h 366"/>
                  <a:gd name="T10" fmla="*/ 12608 w 736"/>
                  <a:gd name="T11" fmla="*/ 4964 h 366"/>
                  <a:gd name="T12" fmla="*/ 12069 w 736"/>
                  <a:gd name="T13" fmla="*/ 3977 h 366"/>
                  <a:gd name="T14" fmla="*/ 11128 w 736"/>
                  <a:gd name="T15" fmla="*/ 3013 h 366"/>
                  <a:gd name="T16" fmla="*/ 10454 w 736"/>
                  <a:gd name="T17" fmla="*/ 808 h 366"/>
                  <a:gd name="T18" fmla="*/ 8752 w 736"/>
                  <a:gd name="T19" fmla="*/ 215 h 366"/>
                  <a:gd name="T20" fmla="*/ 7106 w 736"/>
                  <a:gd name="T21" fmla="*/ 93 h 366"/>
                  <a:gd name="T22" fmla="*/ 5809 w 736"/>
                  <a:gd name="T23" fmla="*/ 1952 h 366"/>
                  <a:gd name="T24" fmla="*/ 3965 w 736"/>
                  <a:gd name="T25" fmla="*/ 4188 h 366"/>
                  <a:gd name="T26" fmla="*/ 2870 w 736"/>
                  <a:gd name="T27" fmla="*/ 6560 h 366"/>
                  <a:gd name="T28" fmla="*/ 2720 w 736"/>
                  <a:gd name="T29" fmla="*/ 7917 h 366"/>
                  <a:gd name="T30" fmla="*/ 939 w 736"/>
                  <a:gd name="T31" fmla="*/ 9506 h 366"/>
                  <a:gd name="T32" fmla="*/ 0 w 736"/>
                  <a:gd name="T33" fmla="*/ 10883 h 366"/>
                  <a:gd name="T34" fmla="*/ 15365 w 736"/>
                  <a:gd name="T35" fmla="*/ 11009 h 36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36" h="366">
                    <a:moveTo>
                      <a:pt x="705" y="366"/>
                    </a:moveTo>
                    <a:cubicBezTo>
                      <a:pt x="716" y="363"/>
                      <a:pt x="736" y="362"/>
                      <a:pt x="736" y="362"/>
                    </a:cubicBezTo>
                    <a:cubicBezTo>
                      <a:pt x="730" y="326"/>
                      <a:pt x="711" y="334"/>
                      <a:pt x="698" y="310"/>
                    </a:cubicBezTo>
                    <a:cubicBezTo>
                      <a:pt x="685" y="287"/>
                      <a:pt x="666" y="291"/>
                      <a:pt x="631" y="271"/>
                    </a:cubicBezTo>
                    <a:cubicBezTo>
                      <a:pt x="597" y="252"/>
                      <a:pt x="597" y="247"/>
                      <a:pt x="599" y="222"/>
                    </a:cubicBezTo>
                    <a:cubicBezTo>
                      <a:pt x="601" y="197"/>
                      <a:pt x="600" y="174"/>
                      <a:pt x="579" y="165"/>
                    </a:cubicBezTo>
                    <a:cubicBezTo>
                      <a:pt x="558" y="155"/>
                      <a:pt x="564" y="153"/>
                      <a:pt x="554" y="132"/>
                    </a:cubicBezTo>
                    <a:cubicBezTo>
                      <a:pt x="546" y="116"/>
                      <a:pt x="539" y="129"/>
                      <a:pt x="511" y="100"/>
                    </a:cubicBezTo>
                    <a:cubicBezTo>
                      <a:pt x="487" y="77"/>
                      <a:pt x="502" y="52"/>
                      <a:pt x="480" y="27"/>
                    </a:cubicBezTo>
                    <a:cubicBezTo>
                      <a:pt x="458" y="3"/>
                      <a:pt x="430" y="12"/>
                      <a:pt x="402" y="7"/>
                    </a:cubicBezTo>
                    <a:cubicBezTo>
                      <a:pt x="374" y="1"/>
                      <a:pt x="355" y="0"/>
                      <a:pt x="326" y="3"/>
                    </a:cubicBezTo>
                    <a:cubicBezTo>
                      <a:pt x="296" y="6"/>
                      <a:pt x="280" y="29"/>
                      <a:pt x="267" y="65"/>
                    </a:cubicBezTo>
                    <a:cubicBezTo>
                      <a:pt x="254" y="100"/>
                      <a:pt x="215" y="127"/>
                      <a:pt x="182" y="139"/>
                    </a:cubicBezTo>
                    <a:cubicBezTo>
                      <a:pt x="149" y="152"/>
                      <a:pt x="120" y="193"/>
                      <a:pt x="132" y="218"/>
                    </a:cubicBezTo>
                    <a:cubicBezTo>
                      <a:pt x="145" y="243"/>
                      <a:pt x="110" y="228"/>
                      <a:pt x="125" y="263"/>
                    </a:cubicBezTo>
                    <a:cubicBezTo>
                      <a:pt x="139" y="299"/>
                      <a:pt x="80" y="311"/>
                      <a:pt x="43" y="316"/>
                    </a:cubicBezTo>
                    <a:cubicBezTo>
                      <a:pt x="5" y="322"/>
                      <a:pt x="0" y="362"/>
                      <a:pt x="0" y="362"/>
                    </a:cubicBezTo>
                    <a:cubicBezTo>
                      <a:pt x="0" y="362"/>
                      <a:pt x="528" y="355"/>
                      <a:pt x="705" y="366"/>
                    </a:cubicBezTo>
                    <a:close/>
                  </a:path>
                </a:pathLst>
              </a:custGeom>
              <a:solidFill>
                <a:srgbClr val="EFA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6" name="Freeform 609">
                <a:extLst>
                  <a:ext uri="{FF2B5EF4-FFF2-40B4-BE49-F238E27FC236}">
                    <a16:creationId xmlns:a16="http://schemas.microsoft.com/office/drawing/2014/main" id="{B0CDD2CD-4F64-47A0-97DE-87E82BAC7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215"/>
                <a:ext cx="1363" cy="952"/>
              </a:xfrm>
              <a:custGeom>
                <a:avLst/>
                <a:gdLst>
                  <a:gd name="T0" fmla="*/ 0 w 736"/>
                  <a:gd name="T1" fmla="*/ 10225 h 482"/>
                  <a:gd name="T2" fmla="*/ 1224 w 736"/>
                  <a:gd name="T3" fmla="*/ 8993 h 482"/>
                  <a:gd name="T4" fmla="*/ 3117 w 736"/>
                  <a:gd name="T5" fmla="*/ 7665 h 482"/>
                  <a:gd name="T6" fmla="*/ 3272 w 736"/>
                  <a:gd name="T7" fmla="*/ 6346 h 482"/>
                  <a:gd name="T8" fmla="*/ 3787 w 736"/>
                  <a:gd name="T9" fmla="*/ 3944 h 482"/>
                  <a:gd name="T10" fmla="*/ 5963 w 736"/>
                  <a:gd name="T11" fmla="*/ 1857 h 482"/>
                  <a:gd name="T12" fmla="*/ 7141 w 736"/>
                  <a:gd name="T13" fmla="*/ 63 h 482"/>
                  <a:gd name="T14" fmla="*/ 8671 w 736"/>
                  <a:gd name="T15" fmla="*/ 717 h 482"/>
                  <a:gd name="T16" fmla="*/ 10230 w 736"/>
                  <a:gd name="T17" fmla="*/ 776 h 482"/>
                  <a:gd name="T18" fmla="*/ 11071 w 736"/>
                  <a:gd name="T19" fmla="*/ 2741 h 482"/>
                  <a:gd name="T20" fmla="*/ 11891 w 736"/>
                  <a:gd name="T21" fmla="*/ 3668 h 482"/>
                  <a:gd name="T22" fmla="*/ 12219 w 736"/>
                  <a:gd name="T23" fmla="*/ 4780 h 482"/>
                  <a:gd name="T24" fmla="*/ 12810 w 736"/>
                  <a:gd name="T25" fmla="*/ 6069 h 482"/>
                  <a:gd name="T26" fmla="*/ 13269 w 736"/>
                  <a:gd name="T27" fmla="*/ 7896 h 482"/>
                  <a:gd name="T28" fmla="*/ 14856 w 736"/>
                  <a:gd name="T29" fmla="*/ 8845 h 482"/>
                  <a:gd name="T30" fmla="*/ 16030 w 736"/>
                  <a:gd name="T31" fmla="*/ 10194 h 482"/>
                  <a:gd name="T32" fmla="*/ 15365 w 736"/>
                  <a:gd name="T33" fmla="*/ 10942 h 482"/>
                  <a:gd name="T34" fmla="*/ 13397 w 736"/>
                  <a:gd name="T35" fmla="*/ 11333 h 482"/>
                  <a:gd name="T36" fmla="*/ 12302 w 736"/>
                  <a:gd name="T37" fmla="*/ 12390 h 482"/>
                  <a:gd name="T38" fmla="*/ 11554 w 736"/>
                  <a:gd name="T39" fmla="*/ 11426 h 482"/>
                  <a:gd name="T40" fmla="*/ 9715 w 736"/>
                  <a:gd name="T41" fmla="*/ 11426 h 482"/>
                  <a:gd name="T42" fmla="*/ 8080 w 736"/>
                  <a:gd name="T43" fmla="*/ 11394 h 482"/>
                  <a:gd name="T44" fmla="*/ 7054 w 736"/>
                  <a:gd name="T45" fmla="*/ 12234 h 482"/>
                  <a:gd name="T46" fmla="*/ 6009 w 736"/>
                  <a:gd name="T47" fmla="*/ 12358 h 482"/>
                  <a:gd name="T48" fmla="*/ 5165 w 736"/>
                  <a:gd name="T49" fmla="*/ 13498 h 482"/>
                  <a:gd name="T50" fmla="*/ 4115 w 736"/>
                  <a:gd name="T51" fmla="*/ 11687 h 482"/>
                  <a:gd name="T52" fmla="*/ 2661 w 736"/>
                  <a:gd name="T53" fmla="*/ 12113 h 482"/>
                  <a:gd name="T54" fmla="*/ 1259 w 736"/>
                  <a:gd name="T55" fmla="*/ 11535 h 482"/>
                  <a:gd name="T56" fmla="*/ 0 w 736"/>
                  <a:gd name="T57" fmla="*/ 10225 h 48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36" h="482">
                    <a:moveTo>
                      <a:pt x="0" y="340"/>
                    </a:moveTo>
                    <a:cubicBezTo>
                      <a:pt x="0" y="340"/>
                      <a:pt x="22" y="304"/>
                      <a:pt x="56" y="299"/>
                    </a:cubicBezTo>
                    <a:cubicBezTo>
                      <a:pt x="91" y="294"/>
                      <a:pt x="156" y="290"/>
                      <a:pt x="143" y="255"/>
                    </a:cubicBezTo>
                    <a:cubicBezTo>
                      <a:pt x="130" y="220"/>
                      <a:pt x="162" y="235"/>
                      <a:pt x="150" y="211"/>
                    </a:cubicBezTo>
                    <a:cubicBezTo>
                      <a:pt x="139" y="187"/>
                      <a:pt x="143" y="143"/>
                      <a:pt x="174" y="131"/>
                    </a:cubicBezTo>
                    <a:cubicBezTo>
                      <a:pt x="204" y="119"/>
                      <a:pt x="262" y="97"/>
                      <a:pt x="274" y="62"/>
                    </a:cubicBezTo>
                    <a:cubicBezTo>
                      <a:pt x="286" y="28"/>
                      <a:pt x="301" y="5"/>
                      <a:pt x="328" y="2"/>
                    </a:cubicBezTo>
                    <a:cubicBezTo>
                      <a:pt x="355" y="0"/>
                      <a:pt x="373" y="18"/>
                      <a:pt x="398" y="24"/>
                    </a:cubicBezTo>
                    <a:cubicBezTo>
                      <a:pt x="423" y="29"/>
                      <a:pt x="450" y="2"/>
                      <a:pt x="470" y="26"/>
                    </a:cubicBezTo>
                    <a:cubicBezTo>
                      <a:pt x="490" y="50"/>
                      <a:pt x="486" y="69"/>
                      <a:pt x="508" y="91"/>
                    </a:cubicBezTo>
                    <a:cubicBezTo>
                      <a:pt x="529" y="114"/>
                      <a:pt x="537" y="102"/>
                      <a:pt x="546" y="122"/>
                    </a:cubicBezTo>
                    <a:cubicBezTo>
                      <a:pt x="555" y="142"/>
                      <a:pt x="542" y="150"/>
                      <a:pt x="561" y="159"/>
                    </a:cubicBezTo>
                    <a:cubicBezTo>
                      <a:pt x="581" y="168"/>
                      <a:pt x="590" y="178"/>
                      <a:pt x="588" y="202"/>
                    </a:cubicBezTo>
                    <a:cubicBezTo>
                      <a:pt x="586" y="226"/>
                      <a:pt x="578" y="244"/>
                      <a:pt x="609" y="263"/>
                    </a:cubicBezTo>
                    <a:cubicBezTo>
                      <a:pt x="640" y="282"/>
                      <a:pt x="670" y="271"/>
                      <a:pt x="682" y="294"/>
                    </a:cubicBezTo>
                    <a:cubicBezTo>
                      <a:pt x="694" y="316"/>
                      <a:pt x="731" y="304"/>
                      <a:pt x="736" y="339"/>
                    </a:cubicBezTo>
                    <a:cubicBezTo>
                      <a:pt x="736" y="339"/>
                      <a:pt x="720" y="348"/>
                      <a:pt x="705" y="364"/>
                    </a:cubicBezTo>
                    <a:cubicBezTo>
                      <a:pt x="691" y="380"/>
                      <a:pt x="636" y="372"/>
                      <a:pt x="615" y="377"/>
                    </a:cubicBezTo>
                    <a:cubicBezTo>
                      <a:pt x="594" y="383"/>
                      <a:pt x="591" y="408"/>
                      <a:pt x="565" y="412"/>
                    </a:cubicBezTo>
                    <a:cubicBezTo>
                      <a:pt x="540" y="416"/>
                      <a:pt x="546" y="373"/>
                      <a:pt x="530" y="380"/>
                    </a:cubicBezTo>
                    <a:cubicBezTo>
                      <a:pt x="514" y="387"/>
                      <a:pt x="469" y="397"/>
                      <a:pt x="446" y="380"/>
                    </a:cubicBezTo>
                    <a:cubicBezTo>
                      <a:pt x="422" y="363"/>
                      <a:pt x="391" y="356"/>
                      <a:pt x="371" y="379"/>
                    </a:cubicBezTo>
                    <a:cubicBezTo>
                      <a:pt x="350" y="401"/>
                      <a:pt x="336" y="416"/>
                      <a:pt x="324" y="407"/>
                    </a:cubicBezTo>
                    <a:cubicBezTo>
                      <a:pt x="312" y="397"/>
                      <a:pt x="285" y="391"/>
                      <a:pt x="276" y="411"/>
                    </a:cubicBezTo>
                    <a:cubicBezTo>
                      <a:pt x="267" y="431"/>
                      <a:pt x="259" y="482"/>
                      <a:pt x="237" y="449"/>
                    </a:cubicBezTo>
                    <a:cubicBezTo>
                      <a:pt x="214" y="416"/>
                      <a:pt x="215" y="379"/>
                      <a:pt x="189" y="389"/>
                    </a:cubicBezTo>
                    <a:cubicBezTo>
                      <a:pt x="163" y="400"/>
                      <a:pt x="138" y="425"/>
                      <a:pt x="122" y="403"/>
                    </a:cubicBezTo>
                    <a:cubicBezTo>
                      <a:pt x="106" y="380"/>
                      <a:pt x="75" y="381"/>
                      <a:pt x="58" y="384"/>
                    </a:cubicBezTo>
                    <a:cubicBezTo>
                      <a:pt x="41" y="387"/>
                      <a:pt x="0" y="340"/>
                      <a:pt x="0" y="340"/>
                    </a:cubicBezTo>
                    <a:close/>
                  </a:path>
                </a:pathLst>
              </a:custGeom>
              <a:solidFill>
                <a:srgbClr val="8B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7" name="Freeform 610">
                <a:extLst>
                  <a:ext uri="{FF2B5EF4-FFF2-40B4-BE49-F238E27FC236}">
                    <a16:creationId xmlns:a16="http://schemas.microsoft.com/office/drawing/2014/main" id="{CD6D0AFA-4567-4749-960D-1777411E0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215"/>
                <a:ext cx="1363" cy="952"/>
              </a:xfrm>
              <a:custGeom>
                <a:avLst/>
                <a:gdLst>
                  <a:gd name="T0" fmla="*/ 0 w 736"/>
                  <a:gd name="T1" fmla="*/ 10225 h 482"/>
                  <a:gd name="T2" fmla="*/ 1224 w 736"/>
                  <a:gd name="T3" fmla="*/ 8993 h 482"/>
                  <a:gd name="T4" fmla="*/ 3117 w 736"/>
                  <a:gd name="T5" fmla="*/ 7665 h 482"/>
                  <a:gd name="T6" fmla="*/ 3272 w 736"/>
                  <a:gd name="T7" fmla="*/ 6346 h 482"/>
                  <a:gd name="T8" fmla="*/ 3787 w 736"/>
                  <a:gd name="T9" fmla="*/ 3944 h 482"/>
                  <a:gd name="T10" fmla="*/ 5963 w 736"/>
                  <a:gd name="T11" fmla="*/ 1857 h 482"/>
                  <a:gd name="T12" fmla="*/ 7141 w 736"/>
                  <a:gd name="T13" fmla="*/ 63 h 482"/>
                  <a:gd name="T14" fmla="*/ 8671 w 736"/>
                  <a:gd name="T15" fmla="*/ 717 h 482"/>
                  <a:gd name="T16" fmla="*/ 10230 w 736"/>
                  <a:gd name="T17" fmla="*/ 776 h 482"/>
                  <a:gd name="T18" fmla="*/ 11071 w 736"/>
                  <a:gd name="T19" fmla="*/ 2741 h 482"/>
                  <a:gd name="T20" fmla="*/ 11891 w 736"/>
                  <a:gd name="T21" fmla="*/ 3668 h 482"/>
                  <a:gd name="T22" fmla="*/ 12219 w 736"/>
                  <a:gd name="T23" fmla="*/ 4780 h 482"/>
                  <a:gd name="T24" fmla="*/ 12810 w 736"/>
                  <a:gd name="T25" fmla="*/ 6069 h 482"/>
                  <a:gd name="T26" fmla="*/ 13269 w 736"/>
                  <a:gd name="T27" fmla="*/ 7896 h 482"/>
                  <a:gd name="T28" fmla="*/ 14856 w 736"/>
                  <a:gd name="T29" fmla="*/ 8845 h 482"/>
                  <a:gd name="T30" fmla="*/ 16030 w 736"/>
                  <a:gd name="T31" fmla="*/ 10194 h 482"/>
                  <a:gd name="T32" fmla="*/ 15365 w 736"/>
                  <a:gd name="T33" fmla="*/ 10942 h 482"/>
                  <a:gd name="T34" fmla="*/ 13397 w 736"/>
                  <a:gd name="T35" fmla="*/ 11333 h 482"/>
                  <a:gd name="T36" fmla="*/ 12302 w 736"/>
                  <a:gd name="T37" fmla="*/ 12390 h 482"/>
                  <a:gd name="T38" fmla="*/ 11554 w 736"/>
                  <a:gd name="T39" fmla="*/ 11426 h 482"/>
                  <a:gd name="T40" fmla="*/ 9715 w 736"/>
                  <a:gd name="T41" fmla="*/ 11426 h 482"/>
                  <a:gd name="T42" fmla="*/ 8080 w 736"/>
                  <a:gd name="T43" fmla="*/ 11394 h 482"/>
                  <a:gd name="T44" fmla="*/ 7054 w 736"/>
                  <a:gd name="T45" fmla="*/ 12234 h 482"/>
                  <a:gd name="T46" fmla="*/ 6009 w 736"/>
                  <a:gd name="T47" fmla="*/ 12358 h 482"/>
                  <a:gd name="T48" fmla="*/ 5165 w 736"/>
                  <a:gd name="T49" fmla="*/ 13498 h 482"/>
                  <a:gd name="T50" fmla="*/ 4115 w 736"/>
                  <a:gd name="T51" fmla="*/ 11687 h 482"/>
                  <a:gd name="T52" fmla="*/ 2661 w 736"/>
                  <a:gd name="T53" fmla="*/ 12113 h 482"/>
                  <a:gd name="T54" fmla="*/ 1259 w 736"/>
                  <a:gd name="T55" fmla="*/ 11535 h 482"/>
                  <a:gd name="T56" fmla="*/ 0 w 736"/>
                  <a:gd name="T57" fmla="*/ 10225 h 48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36" h="482">
                    <a:moveTo>
                      <a:pt x="0" y="340"/>
                    </a:moveTo>
                    <a:cubicBezTo>
                      <a:pt x="0" y="340"/>
                      <a:pt x="22" y="304"/>
                      <a:pt x="56" y="299"/>
                    </a:cubicBezTo>
                    <a:cubicBezTo>
                      <a:pt x="91" y="294"/>
                      <a:pt x="156" y="290"/>
                      <a:pt x="143" y="255"/>
                    </a:cubicBezTo>
                    <a:cubicBezTo>
                      <a:pt x="130" y="220"/>
                      <a:pt x="162" y="235"/>
                      <a:pt x="150" y="211"/>
                    </a:cubicBezTo>
                    <a:cubicBezTo>
                      <a:pt x="139" y="187"/>
                      <a:pt x="143" y="143"/>
                      <a:pt x="174" y="131"/>
                    </a:cubicBezTo>
                    <a:cubicBezTo>
                      <a:pt x="204" y="119"/>
                      <a:pt x="262" y="97"/>
                      <a:pt x="274" y="62"/>
                    </a:cubicBezTo>
                    <a:cubicBezTo>
                      <a:pt x="286" y="28"/>
                      <a:pt x="301" y="5"/>
                      <a:pt x="328" y="2"/>
                    </a:cubicBezTo>
                    <a:cubicBezTo>
                      <a:pt x="355" y="0"/>
                      <a:pt x="373" y="18"/>
                      <a:pt x="398" y="24"/>
                    </a:cubicBezTo>
                    <a:cubicBezTo>
                      <a:pt x="423" y="29"/>
                      <a:pt x="450" y="2"/>
                      <a:pt x="470" y="26"/>
                    </a:cubicBezTo>
                    <a:cubicBezTo>
                      <a:pt x="490" y="50"/>
                      <a:pt x="486" y="69"/>
                      <a:pt x="508" y="91"/>
                    </a:cubicBezTo>
                    <a:cubicBezTo>
                      <a:pt x="529" y="114"/>
                      <a:pt x="537" y="102"/>
                      <a:pt x="546" y="122"/>
                    </a:cubicBezTo>
                    <a:cubicBezTo>
                      <a:pt x="555" y="142"/>
                      <a:pt x="542" y="150"/>
                      <a:pt x="561" y="159"/>
                    </a:cubicBezTo>
                    <a:cubicBezTo>
                      <a:pt x="581" y="168"/>
                      <a:pt x="590" y="178"/>
                      <a:pt x="588" y="202"/>
                    </a:cubicBezTo>
                    <a:cubicBezTo>
                      <a:pt x="586" y="226"/>
                      <a:pt x="578" y="244"/>
                      <a:pt x="609" y="263"/>
                    </a:cubicBezTo>
                    <a:cubicBezTo>
                      <a:pt x="640" y="282"/>
                      <a:pt x="670" y="271"/>
                      <a:pt x="682" y="294"/>
                    </a:cubicBezTo>
                    <a:cubicBezTo>
                      <a:pt x="694" y="316"/>
                      <a:pt x="731" y="304"/>
                      <a:pt x="736" y="339"/>
                    </a:cubicBezTo>
                    <a:cubicBezTo>
                      <a:pt x="736" y="339"/>
                      <a:pt x="720" y="348"/>
                      <a:pt x="705" y="364"/>
                    </a:cubicBezTo>
                    <a:cubicBezTo>
                      <a:pt x="691" y="380"/>
                      <a:pt x="636" y="372"/>
                      <a:pt x="615" y="377"/>
                    </a:cubicBezTo>
                    <a:cubicBezTo>
                      <a:pt x="594" y="383"/>
                      <a:pt x="591" y="408"/>
                      <a:pt x="565" y="412"/>
                    </a:cubicBezTo>
                    <a:cubicBezTo>
                      <a:pt x="540" y="416"/>
                      <a:pt x="546" y="373"/>
                      <a:pt x="530" y="380"/>
                    </a:cubicBezTo>
                    <a:cubicBezTo>
                      <a:pt x="514" y="387"/>
                      <a:pt x="469" y="397"/>
                      <a:pt x="446" y="380"/>
                    </a:cubicBezTo>
                    <a:cubicBezTo>
                      <a:pt x="422" y="363"/>
                      <a:pt x="391" y="356"/>
                      <a:pt x="371" y="379"/>
                    </a:cubicBezTo>
                    <a:cubicBezTo>
                      <a:pt x="350" y="401"/>
                      <a:pt x="336" y="416"/>
                      <a:pt x="324" y="407"/>
                    </a:cubicBezTo>
                    <a:cubicBezTo>
                      <a:pt x="312" y="397"/>
                      <a:pt x="285" y="391"/>
                      <a:pt x="276" y="411"/>
                    </a:cubicBezTo>
                    <a:cubicBezTo>
                      <a:pt x="267" y="431"/>
                      <a:pt x="259" y="482"/>
                      <a:pt x="237" y="449"/>
                    </a:cubicBezTo>
                    <a:cubicBezTo>
                      <a:pt x="214" y="416"/>
                      <a:pt x="215" y="379"/>
                      <a:pt x="189" y="389"/>
                    </a:cubicBezTo>
                    <a:cubicBezTo>
                      <a:pt x="163" y="400"/>
                      <a:pt x="138" y="425"/>
                      <a:pt x="122" y="403"/>
                    </a:cubicBezTo>
                    <a:cubicBezTo>
                      <a:pt x="106" y="380"/>
                      <a:pt x="75" y="381"/>
                      <a:pt x="58" y="384"/>
                    </a:cubicBezTo>
                    <a:cubicBezTo>
                      <a:pt x="41" y="387"/>
                      <a:pt x="0" y="340"/>
                      <a:pt x="0" y="3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8" name="Freeform 611">
                <a:extLst>
                  <a:ext uri="{FF2B5EF4-FFF2-40B4-BE49-F238E27FC236}">
                    <a16:creationId xmlns:a16="http://schemas.microsoft.com/office/drawing/2014/main" id="{C7391B03-CF3D-491D-A416-13C0DB8CC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861"/>
                <a:ext cx="1489" cy="306"/>
              </a:xfrm>
              <a:custGeom>
                <a:avLst/>
                <a:gdLst>
                  <a:gd name="T0" fmla="*/ 17520 w 804"/>
                  <a:gd name="T1" fmla="*/ 424 h 155"/>
                  <a:gd name="T2" fmla="*/ 16731 w 804"/>
                  <a:gd name="T3" fmla="*/ 363 h 155"/>
                  <a:gd name="T4" fmla="*/ 16731 w 804"/>
                  <a:gd name="T5" fmla="*/ 363 h 155"/>
                  <a:gd name="T6" fmla="*/ 16031 w 804"/>
                  <a:gd name="T7" fmla="*/ 245 h 155"/>
                  <a:gd name="T8" fmla="*/ 14070 w 804"/>
                  <a:gd name="T9" fmla="*/ 624 h 155"/>
                  <a:gd name="T10" fmla="*/ 12988 w 804"/>
                  <a:gd name="T11" fmla="*/ 1684 h 155"/>
                  <a:gd name="T12" fmla="*/ 12203 w 804"/>
                  <a:gd name="T13" fmla="*/ 717 h 155"/>
                  <a:gd name="T14" fmla="*/ 10371 w 804"/>
                  <a:gd name="T15" fmla="*/ 717 h 155"/>
                  <a:gd name="T16" fmla="*/ 8740 w 804"/>
                  <a:gd name="T17" fmla="*/ 655 h 155"/>
                  <a:gd name="T18" fmla="*/ 7717 w 804"/>
                  <a:gd name="T19" fmla="*/ 1500 h 155"/>
                  <a:gd name="T20" fmla="*/ 6695 w 804"/>
                  <a:gd name="T21" fmla="*/ 1625 h 155"/>
                  <a:gd name="T22" fmla="*/ 5813 w 804"/>
                  <a:gd name="T23" fmla="*/ 2793 h 155"/>
                  <a:gd name="T24" fmla="*/ 4787 w 804"/>
                  <a:gd name="T25" fmla="*/ 985 h 155"/>
                  <a:gd name="T26" fmla="*/ 3326 w 804"/>
                  <a:gd name="T27" fmla="*/ 1384 h 155"/>
                  <a:gd name="T28" fmla="*/ 1945 w 804"/>
                  <a:gd name="T29" fmla="*/ 837 h 155"/>
                  <a:gd name="T30" fmla="*/ 1245 w 804"/>
                  <a:gd name="T31" fmla="*/ 300 h 155"/>
                  <a:gd name="T32" fmla="*/ 998 w 804"/>
                  <a:gd name="T33" fmla="*/ 332 h 155"/>
                  <a:gd name="T34" fmla="*/ 998 w 804"/>
                  <a:gd name="T35" fmla="*/ 332 h 155"/>
                  <a:gd name="T36" fmla="*/ 0 w 804"/>
                  <a:gd name="T37" fmla="*/ 393 h 155"/>
                  <a:gd name="T38" fmla="*/ 0 w 804"/>
                  <a:gd name="T39" fmla="*/ 1137 h 155"/>
                  <a:gd name="T40" fmla="*/ 1176 w 804"/>
                  <a:gd name="T41" fmla="*/ 1044 h 155"/>
                  <a:gd name="T42" fmla="*/ 1961 w 804"/>
                  <a:gd name="T43" fmla="*/ 1716 h 155"/>
                  <a:gd name="T44" fmla="*/ 3354 w 804"/>
                  <a:gd name="T45" fmla="*/ 2276 h 155"/>
                  <a:gd name="T46" fmla="*/ 4808 w 804"/>
                  <a:gd name="T47" fmla="*/ 1856 h 155"/>
                  <a:gd name="T48" fmla="*/ 5858 w 804"/>
                  <a:gd name="T49" fmla="*/ 3664 h 155"/>
                  <a:gd name="T50" fmla="*/ 6708 w 804"/>
                  <a:gd name="T51" fmla="*/ 2525 h 155"/>
                  <a:gd name="T52" fmla="*/ 7749 w 804"/>
                  <a:gd name="T53" fmla="*/ 2401 h 155"/>
                  <a:gd name="T54" fmla="*/ 8777 w 804"/>
                  <a:gd name="T55" fmla="*/ 1564 h 155"/>
                  <a:gd name="T56" fmla="*/ 10410 w 804"/>
                  <a:gd name="T57" fmla="*/ 1593 h 155"/>
                  <a:gd name="T58" fmla="*/ 12247 w 804"/>
                  <a:gd name="T59" fmla="*/ 1593 h 155"/>
                  <a:gd name="T60" fmla="*/ 13010 w 804"/>
                  <a:gd name="T61" fmla="*/ 2553 h 155"/>
                  <a:gd name="T62" fmla="*/ 14097 w 804"/>
                  <a:gd name="T63" fmla="*/ 1500 h 155"/>
                  <a:gd name="T64" fmla="*/ 16059 w 804"/>
                  <a:gd name="T65" fmla="*/ 1108 h 155"/>
                  <a:gd name="T66" fmla="*/ 16103 w 804"/>
                  <a:gd name="T67" fmla="*/ 1044 h 155"/>
                  <a:gd name="T68" fmla="*/ 17520 w 804"/>
                  <a:gd name="T69" fmla="*/ 1169 h 155"/>
                  <a:gd name="T70" fmla="*/ 17520 w 804"/>
                  <a:gd name="T71" fmla="*/ 424 h 15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4" h="155">
                    <a:moveTo>
                      <a:pt x="804" y="14"/>
                    </a:moveTo>
                    <a:cubicBezTo>
                      <a:pt x="804" y="14"/>
                      <a:pt x="777" y="13"/>
                      <a:pt x="768" y="12"/>
                    </a:cubicBezTo>
                    <a:cubicBezTo>
                      <a:pt x="768" y="12"/>
                      <a:pt x="768" y="12"/>
                      <a:pt x="768" y="12"/>
                    </a:cubicBezTo>
                    <a:cubicBezTo>
                      <a:pt x="736" y="8"/>
                      <a:pt x="736" y="8"/>
                      <a:pt x="736" y="8"/>
                    </a:cubicBezTo>
                    <a:cubicBezTo>
                      <a:pt x="722" y="24"/>
                      <a:pt x="667" y="16"/>
                      <a:pt x="646" y="21"/>
                    </a:cubicBezTo>
                    <a:cubicBezTo>
                      <a:pt x="624" y="26"/>
                      <a:pt x="621" y="52"/>
                      <a:pt x="596" y="56"/>
                    </a:cubicBezTo>
                    <a:cubicBezTo>
                      <a:pt x="571" y="60"/>
                      <a:pt x="577" y="17"/>
                      <a:pt x="560" y="24"/>
                    </a:cubicBezTo>
                    <a:cubicBezTo>
                      <a:pt x="544" y="30"/>
                      <a:pt x="500" y="41"/>
                      <a:pt x="476" y="24"/>
                    </a:cubicBezTo>
                    <a:cubicBezTo>
                      <a:pt x="453" y="6"/>
                      <a:pt x="421" y="0"/>
                      <a:pt x="401" y="22"/>
                    </a:cubicBezTo>
                    <a:cubicBezTo>
                      <a:pt x="381" y="45"/>
                      <a:pt x="367" y="60"/>
                      <a:pt x="354" y="50"/>
                    </a:cubicBezTo>
                    <a:cubicBezTo>
                      <a:pt x="342" y="41"/>
                      <a:pt x="316" y="34"/>
                      <a:pt x="307" y="54"/>
                    </a:cubicBezTo>
                    <a:cubicBezTo>
                      <a:pt x="298" y="74"/>
                      <a:pt x="290" y="126"/>
                      <a:pt x="267" y="93"/>
                    </a:cubicBezTo>
                    <a:cubicBezTo>
                      <a:pt x="245" y="60"/>
                      <a:pt x="246" y="22"/>
                      <a:pt x="220" y="33"/>
                    </a:cubicBezTo>
                    <a:cubicBezTo>
                      <a:pt x="193" y="44"/>
                      <a:pt x="169" y="69"/>
                      <a:pt x="153" y="46"/>
                    </a:cubicBezTo>
                    <a:cubicBezTo>
                      <a:pt x="136" y="24"/>
                      <a:pt x="106" y="25"/>
                      <a:pt x="89" y="28"/>
                    </a:cubicBezTo>
                    <a:cubicBezTo>
                      <a:pt x="81" y="29"/>
                      <a:pt x="68" y="20"/>
                      <a:pt x="57" y="10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31" y="13"/>
                      <a:pt x="14" y="11"/>
                      <a:pt x="0" y="13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22" y="36"/>
                      <a:pt x="41" y="37"/>
                      <a:pt x="54" y="35"/>
                    </a:cubicBezTo>
                    <a:cubicBezTo>
                      <a:pt x="67" y="47"/>
                      <a:pt x="81" y="58"/>
                      <a:pt x="90" y="57"/>
                    </a:cubicBezTo>
                    <a:cubicBezTo>
                      <a:pt x="107" y="54"/>
                      <a:pt x="138" y="53"/>
                      <a:pt x="154" y="76"/>
                    </a:cubicBezTo>
                    <a:cubicBezTo>
                      <a:pt x="170" y="98"/>
                      <a:pt x="195" y="73"/>
                      <a:pt x="221" y="62"/>
                    </a:cubicBezTo>
                    <a:cubicBezTo>
                      <a:pt x="247" y="52"/>
                      <a:pt x="246" y="89"/>
                      <a:pt x="269" y="122"/>
                    </a:cubicBezTo>
                    <a:cubicBezTo>
                      <a:pt x="291" y="155"/>
                      <a:pt x="299" y="104"/>
                      <a:pt x="308" y="84"/>
                    </a:cubicBezTo>
                    <a:cubicBezTo>
                      <a:pt x="317" y="64"/>
                      <a:pt x="344" y="70"/>
                      <a:pt x="356" y="80"/>
                    </a:cubicBezTo>
                    <a:cubicBezTo>
                      <a:pt x="368" y="89"/>
                      <a:pt x="382" y="74"/>
                      <a:pt x="403" y="52"/>
                    </a:cubicBezTo>
                    <a:cubicBezTo>
                      <a:pt x="423" y="29"/>
                      <a:pt x="454" y="36"/>
                      <a:pt x="478" y="53"/>
                    </a:cubicBezTo>
                    <a:cubicBezTo>
                      <a:pt x="501" y="70"/>
                      <a:pt x="546" y="60"/>
                      <a:pt x="562" y="53"/>
                    </a:cubicBezTo>
                    <a:cubicBezTo>
                      <a:pt x="578" y="46"/>
                      <a:pt x="572" y="89"/>
                      <a:pt x="597" y="85"/>
                    </a:cubicBezTo>
                    <a:cubicBezTo>
                      <a:pt x="623" y="81"/>
                      <a:pt x="626" y="56"/>
                      <a:pt x="647" y="50"/>
                    </a:cubicBezTo>
                    <a:cubicBezTo>
                      <a:pt x="668" y="45"/>
                      <a:pt x="723" y="53"/>
                      <a:pt x="737" y="37"/>
                    </a:cubicBezTo>
                    <a:cubicBezTo>
                      <a:pt x="738" y="36"/>
                      <a:pt x="738" y="36"/>
                      <a:pt x="739" y="35"/>
                    </a:cubicBezTo>
                    <a:cubicBezTo>
                      <a:pt x="752" y="37"/>
                      <a:pt x="804" y="39"/>
                      <a:pt x="804" y="39"/>
                    </a:cubicBezTo>
                    <a:lnTo>
                      <a:pt x="804" y="14"/>
                    </a:lnTo>
                    <a:close/>
                  </a:path>
                </a:pathLst>
              </a:custGeom>
              <a:solidFill>
                <a:srgbClr val="F7C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9" name="Freeform 612">
                <a:extLst>
                  <a:ext uri="{FF2B5EF4-FFF2-40B4-BE49-F238E27FC236}">
                    <a16:creationId xmlns:a16="http://schemas.microsoft.com/office/drawing/2014/main" id="{379D90DC-8EE1-4974-AC2A-2E07197A7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821"/>
                <a:ext cx="1357" cy="1202"/>
              </a:xfrm>
              <a:custGeom>
                <a:avLst/>
                <a:gdLst>
                  <a:gd name="T0" fmla="*/ 15203 w 733"/>
                  <a:gd name="T1" fmla="*/ 933 h 608"/>
                  <a:gd name="T2" fmla="*/ 13311 w 733"/>
                  <a:gd name="T3" fmla="*/ 1908 h 608"/>
                  <a:gd name="T4" fmla="*/ 12215 w 733"/>
                  <a:gd name="T5" fmla="*/ 4952 h 608"/>
                  <a:gd name="T6" fmla="*/ 11441 w 733"/>
                  <a:gd name="T7" fmla="*/ 2141 h 608"/>
                  <a:gd name="T8" fmla="*/ 9606 w 733"/>
                  <a:gd name="T9" fmla="*/ 2141 h 608"/>
                  <a:gd name="T10" fmla="*/ 7975 w 733"/>
                  <a:gd name="T11" fmla="*/ 2017 h 608"/>
                  <a:gd name="T12" fmla="*/ 6953 w 733"/>
                  <a:gd name="T13" fmla="*/ 4506 h 608"/>
                  <a:gd name="T14" fmla="*/ 5933 w 733"/>
                  <a:gd name="T15" fmla="*/ 4832 h 608"/>
                  <a:gd name="T16" fmla="*/ 5061 w 733"/>
                  <a:gd name="T17" fmla="*/ 8250 h 608"/>
                  <a:gd name="T18" fmla="*/ 4041 w 733"/>
                  <a:gd name="T19" fmla="*/ 2967 h 608"/>
                  <a:gd name="T20" fmla="*/ 2581 w 733"/>
                  <a:gd name="T21" fmla="*/ 4144 h 608"/>
                  <a:gd name="T22" fmla="*/ 1200 w 733"/>
                  <a:gd name="T23" fmla="*/ 2473 h 608"/>
                  <a:gd name="T24" fmla="*/ 539 w 733"/>
                  <a:gd name="T25" fmla="*/ 1083 h 608"/>
                  <a:gd name="T26" fmla="*/ 0 w 733"/>
                  <a:gd name="T27" fmla="*/ 933 h 608"/>
                  <a:gd name="T28" fmla="*/ 305 w 733"/>
                  <a:gd name="T29" fmla="*/ 4596 h 608"/>
                  <a:gd name="T30" fmla="*/ 998 w 733"/>
                  <a:gd name="T31" fmla="*/ 8129 h 608"/>
                  <a:gd name="T32" fmla="*/ 2886 w 733"/>
                  <a:gd name="T33" fmla="*/ 14371 h 608"/>
                  <a:gd name="T34" fmla="*/ 6804 w 733"/>
                  <a:gd name="T35" fmla="*/ 16450 h 608"/>
                  <a:gd name="T36" fmla="*/ 10652 w 733"/>
                  <a:gd name="T37" fmla="*/ 16854 h 608"/>
                  <a:gd name="T38" fmla="*/ 13616 w 733"/>
                  <a:gd name="T39" fmla="*/ 12417 h 608"/>
                  <a:gd name="T40" fmla="*/ 14764 w 733"/>
                  <a:gd name="T41" fmla="*/ 9149 h 608"/>
                  <a:gd name="T42" fmla="*/ 15436 w 733"/>
                  <a:gd name="T43" fmla="*/ 3924 h 608"/>
                  <a:gd name="T44" fmla="*/ 15938 w 733"/>
                  <a:gd name="T45" fmla="*/ 1176 h 608"/>
                  <a:gd name="T46" fmla="*/ 15203 w 733"/>
                  <a:gd name="T47" fmla="*/ 933 h 60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33" h="608">
                    <a:moveTo>
                      <a:pt x="699" y="31"/>
                    </a:moveTo>
                    <a:cubicBezTo>
                      <a:pt x="682" y="68"/>
                      <a:pt x="632" y="48"/>
                      <a:pt x="612" y="63"/>
                    </a:cubicBezTo>
                    <a:cubicBezTo>
                      <a:pt x="590" y="78"/>
                      <a:pt x="587" y="153"/>
                      <a:pt x="562" y="164"/>
                    </a:cubicBezTo>
                    <a:cubicBezTo>
                      <a:pt x="537" y="176"/>
                      <a:pt x="543" y="51"/>
                      <a:pt x="526" y="71"/>
                    </a:cubicBezTo>
                    <a:cubicBezTo>
                      <a:pt x="510" y="90"/>
                      <a:pt x="466" y="121"/>
                      <a:pt x="442" y="71"/>
                    </a:cubicBezTo>
                    <a:cubicBezTo>
                      <a:pt x="419" y="20"/>
                      <a:pt x="387" y="0"/>
                      <a:pt x="367" y="67"/>
                    </a:cubicBezTo>
                    <a:cubicBezTo>
                      <a:pt x="347" y="133"/>
                      <a:pt x="333" y="176"/>
                      <a:pt x="320" y="149"/>
                    </a:cubicBezTo>
                    <a:cubicBezTo>
                      <a:pt x="308" y="121"/>
                      <a:pt x="282" y="102"/>
                      <a:pt x="273" y="160"/>
                    </a:cubicBezTo>
                    <a:cubicBezTo>
                      <a:pt x="264" y="219"/>
                      <a:pt x="256" y="371"/>
                      <a:pt x="233" y="273"/>
                    </a:cubicBezTo>
                    <a:cubicBezTo>
                      <a:pt x="211" y="176"/>
                      <a:pt x="212" y="67"/>
                      <a:pt x="186" y="98"/>
                    </a:cubicBezTo>
                    <a:cubicBezTo>
                      <a:pt x="159" y="129"/>
                      <a:pt x="135" y="203"/>
                      <a:pt x="119" y="137"/>
                    </a:cubicBezTo>
                    <a:cubicBezTo>
                      <a:pt x="102" y="71"/>
                      <a:pt x="72" y="75"/>
                      <a:pt x="55" y="82"/>
                    </a:cubicBezTo>
                    <a:cubicBezTo>
                      <a:pt x="47" y="86"/>
                      <a:pt x="36" y="63"/>
                      <a:pt x="25" y="36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5" y="68"/>
                      <a:pt x="10" y="116"/>
                      <a:pt x="14" y="152"/>
                    </a:cubicBezTo>
                    <a:cubicBezTo>
                      <a:pt x="20" y="199"/>
                      <a:pt x="37" y="229"/>
                      <a:pt x="46" y="269"/>
                    </a:cubicBezTo>
                    <a:cubicBezTo>
                      <a:pt x="70" y="369"/>
                      <a:pt x="99" y="439"/>
                      <a:pt x="133" y="476"/>
                    </a:cubicBezTo>
                    <a:cubicBezTo>
                      <a:pt x="191" y="537"/>
                      <a:pt x="254" y="521"/>
                      <a:pt x="313" y="545"/>
                    </a:cubicBezTo>
                    <a:cubicBezTo>
                      <a:pt x="370" y="567"/>
                      <a:pt x="434" y="608"/>
                      <a:pt x="490" y="558"/>
                    </a:cubicBezTo>
                    <a:cubicBezTo>
                      <a:pt x="536" y="519"/>
                      <a:pt x="580" y="449"/>
                      <a:pt x="626" y="411"/>
                    </a:cubicBezTo>
                    <a:cubicBezTo>
                      <a:pt x="648" y="393"/>
                      <a:pt x="661" y="358"/>
                      <a:pt x="679" y="303"/>
                    </a:cubicBezTo>
                    <a:cubicBezTo>
                      <a:pt x="695" y="255"/>
                      <a:pt x="696" y="178"/>
                      <a:pt x="710" y="130"/>
                    </a:cubicBezTo>
                    <a:cubicBezTo>
                      <a:pt x="724" y="82"/>
                      <a:pt x="733" y="119"/>
                      <a:pt x="733" y="39"/>
                    </a:cubicBezTo>
                    <a:lnTo>
                      <a:pt x="699" y="31"/>
                    </a:lnTo>
                    <a:close/>
                  </a:path>
                </a:pathLst>
              </a:custGeom>
              <a:solidFill>
                <a:srgbClr val="EF8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0" name="Freeform 613">
                <a:extLst>
                  <a:ext uri="{FF2B5EF4-FFF2-40B4-BE49-F238E27FC236}">
                    <a16:creationId xmlns:a16="http://schemas.microsoft.com/office/drawing/2014/main" id="{1E3A7158-33B3-4547-A3B1-E554B262C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831"/>
                <a:ext cx="1357" cy="1132"/>
              </a:xfrm>
              <a:custGeom>
                <a:avLst/>
                <a:gdLst>
                  <a:gd name="T0" fmla="*/ 15203 w 733"/>
                  <a:gd name="T1" fmla="*/ 840 h 573"/>
                  <a:gd name="T2" fmla="*/ 13311 w 733"/>
                  <a:gd name="T3" fmla="*/ 1780 h 573"/>
                  <a:gd name="T4" fmla="*/ 12215 w 733"/>
                  <a:gd name="T5" fmla="*/ 4664 h 573"/>
                  <a:gd name="T6" fmla="*/ 11441 w 733"/>
                  <a:gd name="T7" fmla="*/ 1983 h 573"/>
                  <a:gd name="T8" fmla="*/ 9606 w 733"/>
                  <a:gd name="T9" fmla="*/ 1983 h 573"/>
                  <a:gd name="T10" fmla="*/ 7975 w 733"/>
                  <a:gd name="T11" fmla="*/ 1857 h 573"/>
                  <a:gd name="T12" fmla="*/ 6953 w 733"/>
                  <a:gd name="T13" fmla="*/ 4220 h 573"/>
                  <a:gd name="T14" fmla="*/ 5933 w 733"/>
                  <a:gd name="T15" fmla="*/ 4544 h 573"/>
                  <a:gd name="T16" fmla="*/ 5061 w 733"/>
                  <a:gd name="T17" fmla="*/ 7770 h 573"/>
                  <a:gd name="T18" fmla="*/ 4041 w 733"/>
                  <a:gd name="T19" fmla="*/ 2776 h 573"/>
                  <a:gd name="T20" fmla="*/ 2581 w 733"/>
                  <a:gd name="T21" fmla="*/ 3888 h 573"/>
                  <a:gd name="T22" fmla="*/ 1200 w 733"/>
                  <a:gd name="T23" fmla="*/ 2315 h 573"/>
                  <a:gd name="T24" fmla="*/ 539 w 733"/>
                  <a:gd name="T25" fmla="*/ 988 h 573"/>
                  <a:gd name="T26" fmla="*/ 0 w 733"/>
                  <a:gd name="T27" fmla="*/ 780 h 573"/>
                  <a:gd name="T28" fmla="*/ 305 w 733"/>
                  <a:gd name="T29" fmla="*/ 4309 h 573"/>
                  <a:gd name="T30" fmla="*/ 998 w 733"/>
                  <a:gd name="T31" fmla="*/ 7649 h 573"/>
                  <a:gd name="T32" fmla="*/ 2886 w 733"/>
                  <a:gd name="T33" fmla="*/ 13507 h 573"/>
                  <a:gd name="T34" fmla="*/ 6804 w 733"/>
                  <a:gd name="T35" fmla="*/ 15459 h 573"/>
                  <a:gd name="T36" fmla="*/ 10652 w 733"/>
                  <a:gd name="T37" fmla="*/ 15862 h 573"/>
                  <a:gd name="T38" fmla="*/ 13616 w 733"/>
                  <a:gd name="T39" fmla="*/ 11682 h 573"/>
                  <a:gd name="T40" fmla="*/ 14764 w 733"/>
                  <a:gd name="T41" fmla="*/ 8606 h 573"/>
                  <a:gd name="T42" fmla="*/ 15436 w 733"/>
                  <a:gd name="T43" fmla="*/ 3669 h 573"/>
                  <a:gd name="T44" fmla="*/ 15919 w 733"/>
                  <a:gd name="T45" fmla="*/ 624 h 573"/>
                  <a:gd name="T46" fmla="*/ 15203 w 733"/>
                  <a:gd name="T47" fmla="*/ 840 h 57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33" h="573">
                    <a:moveTo>
                      <a:pt x="699" y="28"/>
                    </a:moveTo>
                    <a:cubicBezTo>
                      <a:pt x="682" y="64"/>
                      <a:pt x="632" y="45"/>
                      <a:pt x="612" y="59"/>
                    </a:cubicBezTo>
                    <a:cubicBezTo>
                      <a:pt x="590" y="73"/>
                      <a:pt x="587" y="143"/>
                      <a:pt x="562" y="155"/>
                    </a:cubicBezTo>
                    <a:cubicBezTo>
                      <a:pt x="537" y="166"/>
                      <a:pt x="543" y="48"/>
                      <a:pt x="526" y="66"/>
                    </a:cubicBezTo>
                    <a:cubicBezTo>
                      <a:pt x="510" y="84"/>
                      <a:pt x="466" y="114"/>
                      <a:pt x="442" y="66"/>
                    </a:cubicBezTo>
                    <a:cubicBezTo>
                      <a:pt x="419" y="18"/>
                      <a:pt x="387" y="0"/>
                      <a:pt x="367" y="62"/>
                    </a:cubicBezTo>
                    <a:cubicBezTo>
                      <a:pt x="347" y="125"/>
                      <a:pt x="333" y="166"/>
                      <a:pt x="320" y="140"/>
                    </a:cubicBezTo>
                    <a:cubicBezTo>
                      <a:pt x="308" y="114"/>
                      <a:pt x="282" y="96"/>
                      <a:pt x="273" y="151"/>
                    </a:cubicBezTo>
                    <a:cubicBezTo>
                      <a:pt x="264" y="206"/>
                      <a:pt x="256" y="350"/>
                      <a:pt x="233" y="258"/>
                    </a:cubicBezTo>
                    <a:cubicBezTo>
                      <a:pt x="211" y="166"/>
                      <a:pt x="212" y="62"/>
                      <a:pt x="186" y="92"/>
                    </a:cubicBezTo>
                    <a:cubicBezTo>
                      <a:pt x="159" y="121"/>
                      <a:pt x="135" y="191"/>
                      <a:pt x="119" y="129"/>
                    </a:cubicBezTo>
                    <a:cubicBezTo>
                      <a:pt x="102" y="66"/>
                      <a:pt x="72" y="70"/>
                      <a:pt x="55" y="77"/>
                    </a:cubicBezTo>
                    <a:cubicBezTo>
                      <a:pt x="47" y="80"/>
                      <a:pt x="36" y="59"/>
                      <a:pt x="25" y="33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5" y="61"/>
                      <a:pt x="10" y="109"/>
                      <a:pt x="14" y="143"/>
                    </a:cubicBezTo>
                    <a:cubicBezTo>
                      <a:pt x="20" y="187"/>
                      <a:pt x="37" y="215"/>
                      <a:pt x="46" y="254"/>
                    </a:cubicBezTo>
                    <a:cubicBezTo>
                      <a:pt x="70" y="348"/>
                      <a:pt x="99" y="415"/>
                      <a:pt x="133" y="449"/>
                    </a:cubicBezTo>
                    <a:cubicBezTo>
                      <a:pt x="191" y="507"/>
                      <a:pt x="254" y="492"/>
                      <a:pt x="313" y="514"/>
                    </a:cubicBezTo>
                    <a:cubicBezTo>
                      <a:pt x="370" y="535"/>
                      <a:pt x="434" y="573"/>
                      <a:pt x="490" y="527"/>
                    </a:cubicBezTo>
                    <a:cubicBezTo>
                      <a:pt x="536" y="489"/>
                      <a:pt x="580" y="424"/>
                      <a:pt x="626" y="388"/>
                    </a:cubicBezTo>
                    <a:cubicBezTo>
                      <a:pt x="648" y="370"/>
                      <a:pt x="661" y="338"/>
                      <a:pt x="679" y="286"/>
                    </a:cubicBezTo>
                    <a:cubicBezTo>
                      <a:pt x="695" y="240"/>
                      <a:pt x="696" y="167"/>
                      <a:pt x="710" y="122"/>
                    </a:cubicBezTo>
                    <a:cubicBezTo>
                      <a:pt x="724" y="77"/>
                      <a:pt x="733" y="97"/>
                      <a:pt x="732" y="21"/>
                    </a:cubicBezTo>
                    <a:lnTo>
                      <a:pt x="699" y="28"/>
                    </a:lnTo>
                    <a:close/>
                  </a:path>
                </a:pathLst>
              </a:custGeom>
              <a:solidFill>
                <a:srgbClr val="E57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1" name="Freeform 614">
                <a:extLst>
                  <a:ext uri="{FF2B5EF4-FFF2-40B4-BE49-F238E27FC236}">
                    <a16:creationId xmlns:a16="http://schemas.microsoft.com/office/drawing/2014/main" id="{1DC79AEC-0EA7-4E6E-A9AC-FF5ADDBB4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835"/>
                <a:ext cx="1357" cy="1059"/>
              </a:xfrm>
              <a:custGeom>
                <a:avLst/>
                <a:gdLst>
                  <a:gd name="T0" fmla="*/ 15203 w 733"/>
                  <a:gd name="T1" fmla="*/ 808 h 536"/>
                  <a:gd name="T2" fmla="*/ 13311 w 733"/>
                  <a:gd name="T3" fmla="*/ 1660 h 536"/>
                  <a:gd name="T4" fmla="*/ 12215 w 733"/>
                  <a:gd name="T5" fmla="*/ 4357 h 536"/>
                  <a:gd name="T6" fmla="*/ 11441 w 733"/>
                  <a:gd name="T7" fmla="*/ 1857 h 536"/>
                  <a:gd name="T8" fmla="*/ 9606 w 733"/>
                  <a:gd name="T9" fmla="*/ 1857 h 536"/>
                  <a:gd name="T10" fmla="*/ 7975 w 733"/>
                  <a:gd name="T11" fmla="*/ 1780 h 536"/>
                  <a:gd name="T12" fmla="*/ 6953 w 733"/>
                  <a:gd name="T13" fmla="*/ 3950 h 536"/>
                  <a:gd name="T14" fmla="*/ 5933 w 733"/>
                  <a:gd name="T15" fmla="*/ 4252 h 536"/>
                  <a:gd name="T16" fmla="*/ 5061 w 733"/>
                  <a:gd name="T17" fmla="*/ 7249 h 536"/>
                  <a:gd name="T18" fmla="*/ 4041 w 733"/>
                  <a:gd name="T19" fmla="*/ 2592 h 536"/>
                  <a:gd name="T20" fmla="*/ 2581 w 733"/>
                  <a:gd name="T21" fmla="*/ 3641 h 536"/>
                  <a:gd name="T22" fmla="*/ 1200 w 733"/>
                  <a:gd name="T23" fmla="*/ 2197 h 536"/>
                  <a:gd name="T24" fmla="*/ 539 w 733"/>
                  <a:gd name="T25" fmla="*/ 956 h 536"/>
                  <a:gd name="T26" fmla="*/ 0 w 733"/>
                  <a:gd name="T27" fmla="*/ 749 h 536"/>
                  <a:gd name="T28" fmla="*/ 305 w 733"/>
                  <a:gd name="T29" fmla="*/ 4040 h 536"/>
                  <a:gd name="T30" fmla="*/ 998 w 733"/>
                  <a:gd name="T31" fmla="*/ 7162 h 536"/>
                  <a:gd name="T32" fmla="*/ 2886 w 733"/>
                  <a:gd name="T33" fmla="*/ 12647 h 536"/>
                  <a:gd name="T34" fmla="*/ 6804 w 733"/>
                  <a:gd name="T35" fmla="*/ 14474 h 536"/>
                  <a:gd name="T36" fmla="*/ 10652 w 733"/>
                  <a:gd name="T37" fmla="*/ 14838 h 536"/>
                  <a:gd name="T38" fmla="*/ 13616 w 733"/>
                  <a:gd name="T39" fmla="*/ 10930 h 536"/>
                  <a:gd name="T40" fmla="*/ 14764 w 733"/>
                  <a:gd name="T41" fmla="*/ 8077 h 536"/>
                  <a:gd name="T42" fmla="*/ 15436 w 733"/>
                  <a:gd name="T43" fmla="*/ 3432 h 536"/>
                  <a:gd name="T44" fmla="*/ 15919 w 733"/>
                  <a:gd name="T45" fmla="*/ 609 h 536"/>
                  <a:gd name="T46" fmla="*/ 15203 w 733"/>
                  <a:gd name="T47" fmla="*/ 808 h 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33" h="536">
                    <a:moveTo>
                      <a:pt x="699" y="27"/>
                    </a:moveTo>
                    <a:cubicBezTo>
                      <a:pt x="682" y="60"/>
                      <a:pt x="632" y="42"/>
                      <a:pt x="612" y="55"/>
                    </a:cubicBezTo>
                    <a:cubicBezTo>
                      <a:pt x="590" y="69"/>
                      <a:pt x="587" y="135"/>
                      <a:pt x="562" y="145"/>
                    </a:cubicBezTo>
                    <a:cubicBezTo>
                      <a:pt x="537" y="155"/>
                      <a:pt x="543" y="45"/>
                      <a:pt x="526" y="62"/>
                    </a:cubicBezTo>
                    <a:cubicBezTo>
                      <a:pt x="510" y="79"/>
                      <a:pt x="466" y="107"/>
                      <a:pt x="442" y="62"/>
                    </a:cubicBezTo>
                    <a:cubicBezTo>
                      <a:pt x="419" y="17"/>
                      <a:pt x="387" y="0"/>
                      <a:pt x="367" y="59"/>
                    </a:cubicBezTo>
                    <a:cubicBezTo>
                      <a:pt x="347" y="117"/>
                      <a:pt x="333" y="155"/>
                      <a:pt x="320" y="131"/>
                    </a:cubicBezTo>
                    <a:cubicBezTo>
                      <a:pt x="308" y="107"/>
                      <a:pt x="282" y="90"/>
                      <a:pt x="273" y="141"/>
                    </a:cubicBezTo>
                    <a:cubicBezTo>
                      <a:pt x="264" y="193"/>
                      <a:pt x="256" y="327"/>
                      <a:pt x="233" y="241"/>
                    </a:cubicBezTo>
                    <a:cubicBezTo>
                      <a:pt x="211" y="155"/>
                      <a:pt x="212" y="59"/>
                      <a:pt x="186" y="86"/>
                    </a:cubicBezTo>
                    <a:cubicBezTo>
                      <a:pt x="159" y="114"/>
                      <a:pt x="135" y="179"/>
                      <a:pt x="119" y="121"/>
                    </a:cubicBezTo>
                    <a:cubicBezTo>
                      <a:pt x="102" y="62"/>
                      <a:pt x="72" y="66"/>
                      <a:pt x="55" y="73"/>
                    </a:cubicBezTo>
                    <a:cubicBezTo>
                      <a:pt x="47" y="75"/>
                      <a:pt x="36" y="55"/>
                      <a:pt x="25" y="32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5" y="57"/>
                      <a:pt x="10" y="102"/>
                      <a:pt x="14" y="134"/>
                    </a:cubicBezTo>
                    <a:cubicBezTo>
                      <a:pt x="20" y="175"/>
                      <a:pt x="37" y="202"/>
                      <a:pt x="46" y="238"/>
                    </a:cubicBezTo>
                    <a:cubicBezTo>
                      <a:pt x="70" y="326"/>
                      <a:pt x="99" y="388"/>
                      <a:pt x="133" y="420"/>
                    </a:cubicBezTo>
                    <a:cubicBezTo>
                      <a:pt x="191" y="474"/>
                      <a:pt x="254" y="460"/>
                      <a:pt x="313" y="481"/>
                    </a:cubicBezTo>
                    <a:cubicBezTo>
                      <a:pt x="370" y="501"/>
                      <a:pt x="434" y="536"/>
                      <a:pt x="490" y="493"/>
                    </a:cubicBezTo>
                    <a:cubicBezTo>
                      <a:pt x="536" y="458"/>
                      <a:pt x="580" y="397"/>
                      <a:pt x="626" y="363"/>
                    </a:cubicBezTo>
                    <a:cubicBezTo>
                      <a:pt x="648" y="346"/>
                      <a:pt x="661" y="316"/>
                      <a:pt x="679" y="268"/>
                    </a:cubicBezTo>
                    <a:cubicBezTo>
                      <a:pt x="695" y="225"/>
                      <a:pt x="696" y="157"/>
                      <a:pt x="710" y="114"/>
                    </a:cubicBezTo>
                    <a:cubicBezTo>
                      <a:pt x="724" y="72"/>
                      <a:pt x="733" y="91"/>
                      <a:pt x="732" y="20"/>
                    </a:cubicBezTo>
                    <a:lnTo>
                      <a:pt x="699" y="27"/>
                    </a:lnTo>
                    <a:close/>
                  </a:path>
                </a:pathLst>
              </a:custGeom>
              <a:solidFill>
                <a:srgbClr val="D961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2" name="Freeform 615">
                <a:extLst>
                  <a:ext uri="{FF2B5EF4-FFF2-40B4-BE49-F238E27FC236}">
                    <a16:creationId xmlns:a16="http://schemas.microsoft.com/office/drawing/2014/main" id="{DFE3F682-F226-4B74-BAF8-AA7DC5150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863"/>
                <a:ext cx="1361" cy="997"/>
              </a:xfrm>
              <a:custGeom>
                <a:avLst/>
                <a:gdLst>
                  <a:gd name="T0" fmla="*/ 15282 w 735"/>
                  <a:gd name="T1" fmla="*/ 215 h 505"/>
                  <a:gd name="T2" fmla="*/ 13293 w 735"/>
                  <a:gd name="T3" fmla="*/ 515 h 505"/>
                  <a:gd name="T4" fmla="*/ 12218 w 735"/>
                  <a:gd name="T5" fmla="*/ 1325 h 505"/>
                  <a:gd name="T6" fmla="*/ 11429 w 735"/>
                  <a:gd name="T7" fmla="*/ 576 h 505"/>
                  <a:gd name="T8" fmla="*/ 9607 w 735"/>
                  <a:gd name="T9" fmla="*/ 576 h 505"/>
                  <a:gd name="T10" fmla="*/ 7968 w 735"/>
                  <a:gd name="T11" fmla="*/ 545 h 505"/>
                  <a:gd name="T12" fmla="*/ 6948 w 735"/>
                  <a:gd name="T13" fmla="*/ 1169 h 505"/>
                  <a:gd name="T14" fmla="*/ 5925 w 735"/>
                  <a:gd name="T15" fmla="*/ 1293 h 505"/>
                  <a:gd name="T16" fmla="*/ 5053 w 735"/>
                  <a:gd name="T17" fmla="*/ 2156 h 505"/>
                  <a:gd name="T18" fmla="*/ 4033 w 735"/>
                  <a:gd name="T19" fmla="*/ 776 h 505"/>
                  <a:gd name="T20" fmla="*/ 2578 w 735"/>
                  <a:gd name="T21" fmla="*/ 1076 h 505"/>
                  <a:gd name="T22" fmla="*/ 1176 w 735"/>
                  <a:gd name="T23" fmla="*/ 655 h 505"/>
                  <a:gd name="T24" fmla="*/ 507 w 735"/>
                  <a:gd name="T25" fmla="*/ 276 h 505"/>
                  <a:gd name="T26" fmla="*/ 0 w 735"/>
                  <a:gd name="T27" fmla="*/ 332 h 505"/>
                  <a:gd name="T28" fmla="*/ 278 w 735"/>
                  <a:gd name="T29" fmla="*/ 1200 h 505"/>
                  <a:gd name="T30" fmla="*/ 567 w 735"/>
                  <a:gd name="T31" fmla="*/ 4053 h 505"/>
                  <a:gd name="T32" fmla="*/ 2044 w 735"/>
                  <a:gd name="T33" fmla="*/ 9950 h 505"/>
                  <a:gd name="T34" fmla="*/ 6901 w 735"/>
                  <a:gd name="T35" fmla="*/ 13382 h 505"/>
                  <a:gd name="T36" fmla="*/ 10190 w 735"/>
                  <a:gd name="T37" fmla="*/ 14098 h 505"/>
                  <a:gd name="T38" fmla="*/ 14743 w 735"/>
                  <a:gd name="T39" fmla="*/ 5488 h 505"/>
                  <a:gd name="T40" fmla="*/ 15132 w 735"/>
                  <a:gd name="T41" fmla="*/ 3088 h 505"/>
                  <a:gd name="T42" fmla="*/ 15721 w 735"/>
                  <a:gd name="T43" fmla="*/ 1352 h 505"/>
                  <a:gd name="T44" fmla="*/ 15917 w 735"/>
                  <a:gd name="T45" fmla="*/ 300 h 505"/>
                  <a:gd name="T46" fmla="*/ 15282 w 735"/>
                  <a:gd name="T47" fmla="*/ 215 h 50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35" h="505">
                    <a:moveTo>
                      <a:pt x="702" y="7"/>
                    </a:moveTo>
                    <a:cubicBezTo>
                      <a:pt x="685" y="17"/>
                      <a:pt x="631" y="13"/>
                      <a:pt x="611" y="17"/>
                    </a:cubicBezTo>
                    <a:cubicBezTo>
                      <a:pt x="589" y="21"/>
                      <a:pt x="586" y="40"/>
                      <a:pt x="561" y="44"/>
                    </a:cubicBezTo>
                    <a:cubicBezTo>
                      <a:pt x="536" y="47"/>
                      <a:pt x="542" y="14"/>
                      <a:pt x="525" y="19"/>
                    </a:cubicBezTo>
                    <a:cubicBezTo>
                      <a:pt x="509" y="24"/>
                      <a:pt x="465" y="32"/>
                      <a:pt x="441" y="19"/>
                    </a:cubicBezTo>
                    <a:cubicBezTo>
                      <a:pt x="418" y="6"/>
                      <a:pt x="386" y="0"/>
                      <a:pt x="366" y="18"/>
                    </a:cubicBezTo>
                    <a:cubicBezTo>
                      <a:pt x="346" y="35"/>
                      <a:pt x="332" y="47"/>
                      <a:pt x="319" y="39"/>
                    </a:cubicBezTo>
                    <a:cubicBezTo>
                      <a:pt x="307" y="32"/>
                      <a:pt x="281" y="27"/>
                      <a:pt x="272" y="43"/>
                    </a:cubicBezTo>
                    <a:cubicBezTo>
                      <a:pt x="263" y="58"/>
                      <a:pt x="255" y="98"/>
                      <a:pt x="232" y="72"/>
                    </a:cubicBezTo>
                    <a:cubicBezTo>
                      <a:pt x="210" y="47"/>
                      <a:pt x="211" y="18"/>
                      <a:pt x="185" y="26"/>
                    </a:cubicBezTo>
                    <a:cubicBezTo>
                      <a:pt x="158" y="34"/>
                      <a:pt x="134" y="54"/>
                      <a:pt x="118" y="36"/>
                    </a:cubicBezTo>
                    <a:cubicBezTo>
                      <a:pt x="101" y="19"/>
                      <a:pt x="71" y="20"/>
                      <a:pt x="54" y="22"/>
                    </a:cubicBezTo>
                    <a:cubicBezTo>
                      <a:pt x="46" y="23"/>
                      <a:pt x="34" y="16"/>
                      <a:pt x="2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21"/>
                      <a:pt x="9" y="31"/>
                      <a:pt x="13" y="40"/>
                    </a:cubicBezTo>
                    <a:cubicBezTo>
                      <a:pt x="19" y="53"/>
                      <a:pt x="20" y="122"/>
                      <a:pt x="26" y="135"/>
                    </a:cubicBezTo>
                    <a:cubicBezTo>
                      <a:pt x="40" y="173"/>
                      <a:pt x="75" y="296"/>
                      <a:pt x="94" y="332"/>
                    </a:cubicBezTo>
                    <a:cubicBezTo>
                      <a:pt x="141" y="422"/>
                      <a:pt x="257" y="440"/>
                      <a:pt x="317" y="446"/>
                    </a:cubicBezTo>
                    <a:cubicBezTo>
                      <a:pt x="373" y="452"/>
                      <a:pt x="422" y="505"/>
                      <a:pt x="468" y="470"/>
                    </a:cubicBezTo>
                    <a:cubicBezTo>
                      <a:pt x="640" y="339"/>
                      <a:pt x="664" y="280"/>
                      <a:pt x="677" y="183"/>
                    </a:cubicBezTo>
                    <a:cubicBezTo>
                      <a:pt x="683" y="145"/>
                      <a:pt x="677" y="118"/>
                      <a:pt x="695" y="103"/>
                    </a:cubicBezTo>
                    <a:cubicBezTo>
                      <a:pt x="711" y="91"/>
                      <a:pt x="708" y="58"/>
                      <a:pt x="722" y="45"/>
                    </a:cubicBezTo>
                    <a:cubicBezTo>
                      <a:pt x="735" y="32"/>
                      <a:pt x="732" y="31"/>
                      <a:pt x="731" y="10"/>
                    </a:cubicBezTo>
                    <a:lnTo>
                      <a:pt x="702" y="7"/>
                    </a:lnTo>
                    <a:close/>
                  </a:path>
                </a:pathLst>
              </a:custGeom>
              <a:solidFill>
                <a:srgbClr val="C94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3" name="Freeform 616">
                <a:extLst>
                  <a:ext uri="{FF2B5EF4-FFF2-40B4-BE49-F238E27FC236}">
                    <a16:creationId xmlns:a16="http://schemas.microsoft.com/office/drawing/2014/main" id="{3A55FEBF-365B-4E7D-A22C-CD9CC55502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00" y="1219"/>
                <a:ext cx="882" cy="893"/>
              </a:xfrm>
              <a:custGeom>
                <a:avLst/>
                <a:gdLst>
                  <a:gd name="T0" fmla="*/ 9242 w 476"/>
                  <a:gd name="T1" fmla="*/ 8853 h 452"/>
                  <a:gd name="T2" fmla="*/ 7629 w 476"/>
                  <a:gd name="T3" fmla="*/ 7920 h 452"/>
                  <a:gd name="T4" fmla="*/ 7169 w 476"/>
                  <a:gd name="T5" fmla="*/ 6077 h 452"/>
                  <a:gd name="T6" fmla="*/ 6602 w 476"/>
                  <a:gd name="T7" fmla="*/ 4781 h 452"/>
                  <a:gd name="T8" fmla="*/ 6272 w 476"/>
                  <a:gd name="T9" fmla="*/ 3669 h 452"/>
                  <a:gd name="T10" fmla="*/ 5422 w 476"/>
                  <a:gd name="T11" fmla="*/ 2744 h 452"/>
                  <a:gd name="T12" fmla="*/ 4588 w 476"/>
                  <a:gd name="T13" fmla="*/ 780 h 452"/>
                  <a:gd name="T14" fmla="*/ 3015 w 476"/>
                  <a:gd name="T15" fmla="*/ 688 h 452"/>
                  <a:gd name="T16" fmla="*/ 1482 w 476"/>
                  <a:gd name="T17" fmla="*/ 63 h 452"/>
                  <a:gd name="T18" fmla="*/ 358 w 476"/>
                  <a:gd name="T19" fmla="*/ 1812 h 452"/>
                  <a:gd name="T20" fmla="*/ 1534 w 476"/>
                  <a:gd name="T21" fmla="*/ 308 h 452"/>
                  <a:gd name="T22" fmla="*/ 2818 w 476"/>
                  <a:gd name="T23" fmla="*/ 1359 h 452"/>
                  <a:gd name="T24" fmla="*/ 4529 w 476"/>
                  <a:gd name="T25" fmla="*/ 956 h 452"/>
                  <a:gd name="T26" fmla="*/ 5222 w 476"/>
                  <a:gd name="T27" fmla="*/ 3400 h 452"/>
                  <a:gd name="T28" fmla="*/ 6167 w 476"/>
                  <a:gd name="T29" fmla="*/ 4094 h 452"/>
                  <a:gd name="T30" fmla="*/ 6400 w 476"/>
                  <a:gd name="T31" fmla="*/ 5453 h 452"/>
                  <a:gd name="T32" fmla="*/ 6967 w 476"/>
                  <a:gd name="T33" fmla="*/ 6717 h 452"/>
                  <a:gd name="T34" fmla="*/ 7451 w 476"/>
                  <a:gd name="T35" fmla="*/ 7982 h 452"/>
                  <a:gd name="T36" fmla="*/ 9020 w 476"/>
                  <a:gd name="T37" fmla="*/ 9477 h 452"/>
                  <a:gd name="T38" fmla="*/ 9702 w 476"/>
                  <a:gd name="T39" fmla="*/ 10025 h 452"/>
                  <a:gd name="T40" fmla="*/ 10397 w 476"/>
                  <a:gd name="T41" fmla="*/ 10117 h 452"/>
                  <a:gd name="T42" fmla="*/ 9242 w 476"/>
                  <a:gd name="T43" fmla="*/ 8853 h 452"/>
                  <a:gd name="T44" fmla="*/ 0 w 476"/>
                  <a:gd name="T45" fmla="*/ 13602 h 452"/>
                  <a:gd name="T46" fmla="*/ 237 w 476"/>
                  <a:gd name="T47" fmla="*/ 12854 h 452"/>
                  <a:gd name="T48" fmla="*/ 178 w 476"/>
                  <a:gd name="T49" fmla="*/ 12994 h 452"/>
                  <a:gd name="T50" fmla="*/ 0 w 476"/>
                  <a:gd name="T51" fmla="*/ 13602 h 45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76" h="452">
                    <a:moveTo>
                      <a:pt x="423" y="294"/>
                    </a:moveTo>
                    <a:cubicBezTo>
                      <a:pt x="410" y="271"/>
                      <a:pt x="381" y="282"/>
                      <a:pt x="349" y="263"/>
                    </a:cubicBezTo>
                    <a:cubicBezTo>
                      <a:pt x="318" y="244"/>
                      <a:pt x="326" y="226"/>
                      <a:pt x="328" y="202"/>
                    </a:cubicBezTo>
                    <a:cubicBezTo>
                      <a:pt x="330" y="178"/>
                      <a:pt x="321" y="168"/>
                      <a:pt x="302" y="159"/>
                    </a:cubicBezTo>
                    <a:cubicBezTo>
                      <a:pt x="283" y="150"/>
                      <a:pt x="296" y="142"/>
                      <a:pt x="287" y="122"/>
                    </a:cubicBezTo>
                    <a:cubicBezTo>
                      <a:pt x="277" y="102"/>
                      <a:pt x="269" y="114"/>
                      <a:pt x="248" y="91"/>
                    </a:cubicBezTo>
                    <a:cubicBezTo>
                      <a:pt x="227" y="69"/>
                      <a:pt x="231" y="50"/>
                      <a:pt x="210" y="26"/>
                    </a:cubicBezTo>
                    <a:cubicBezTo>
                      <a:pt x="190" y="2"/>
                      <a:pt x="164" y="29"/>
                      <a:pt x="138" y="23"/>
                    </a:cubicBezTo>
                    <a:cubicBezTo>
                      <a:pt x="113" y="18"/>
                      <a:pt x="96" y="0"/>
                      <a:pt x="68" y="2"/>
                    </a:cubicBezTo>
                    <a:cubicBezTo>
                      <a:pt x="42" y="5"/>
                      <a:pt x="28" y="26"/>
                      <a:pt x="16" y="60"/>
                    </a:cubicBezTo>
                    <a:cubicBezTo>
                      <a:pt x="26" y="39"/>
                      <a:pt x="49" y="12"/>
                      <a:pt x="70" y="10"/>
                    </a:cubicBezTo>
                    <a:cubicBezTo>
                      <a:pt x="97" y="7"/>
                      <a:pt x="104" y="40"/>
                      <a:pt x="129" y="45"/>
                    </a:cubicBezTo>
                    <a:cubicBezTo>
                      <a:pt x="155" y="50"/>
                      <a:pt x="187" y="9"/>
                      <a:pt x="207" y="32"/>
                    </a:cubicBezTo>
                    <a:cubicBezTo>
                      <a:pt x="222" y="50"/>
                      <a:pt x="208" y="81"/>
                      <a:pt x="239" y="113"/>
                    </a:cubicBezTo>
                    <a:cubicBezTo>
                      <a:pt x="260" y="136"/>
                      <a:pt x="272" y="116"/>
                      <a:pt x="282" y="136"/>
                    </a:cubicBezTo>
                    <a:cubicBezTo>
                      <a:pt x="291" y="156"/>
                      <a:pt x="273" y="171"/>
                      <a:pt x="293" y="181"/>
                    </a:cubicBezTo>
                    <a:cubicBezTo>
                      <a:pt x="312" y="190"/>
                      <a:pt x="321" y="199"/>
                      <a:pt x="319" y="223"/>
                    </a:cubicBezTo>
                    <a:cubicBezTo>
                      <a:pt x="317" y="247"/>
                      <a:pt x="309" y="246"/>
                      <a:pt x="341" y="265"/>
                    </a:cubicBezTo>
                    <a:cubicBezTo>
                      <a:pt x="372" y="284"/>
                      <a:pt x="401" y="292"/>
                      <a:pt x="413" y="315"/>
                    </a:cubicBezTo>
                    <a:cubicBezTo>
                      <a:pt x="424" y="334"/>
                      <a:pt x="433" y="314"/>
                      <a:pt x="444" y="333"/>
                    </a:cubicBezTo>
                    <a:cubicBezTo>
                      <a:pt x="453" y="332"/>
                      <a:pt x="476" y="336"/>
                      <a:pt x="476" y="336"/>
                    </a:cubicBezTo>
                    <a:cubicBezTo>
                      <a:pt x="471" y="302"/>
                      <a:pt x="435" y="316"/>
                      <a:pt x="423" y="294"/>
                    </a:cubicBezTo>
                    <a:close/>
                    <a:moveTo>
                      <a:pt x="0" y="452"/>
                    </a:moveTo>
                    <a:cubicBezTo>
                      <a:pt x="4" y="446"/>
                      <a:pt x="8" y="436"/>
                      <a:pt x="11" y="427"/>
                    </a:cubicBezTo>
                    <a:cubicBezTo>
                      <a:pt x="9" y="429"/>
                      <a:pt x="8" y="430"/>
                      <a:pt x="8" y="432"/>
                    </a:cubicBezTo>
                    <a:cubicBezTo>
                      <a:pt x="5" y="437"/>
                      <a:pt x="3" y="445"/>
                      <a:pt x="0" y="452"/>
                    </a:cubicBezTo>
                    <a:close/>
                  </a:path>
                </a:pathLst>
              </a:custGeom>
              <a:solidFill>
                <a:srgbClr val="76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4" name="Freeform 617">
                <a:extLst>
                  <a:ext uri="{FF2B5EF4-FFF2-40B4-BE49-F238E27FC236}">
                    <a16:creationId xmlns:a16="http://schemas.microsoft.com/office/drawing/2014/main" id="{1B989862-946B-4B04-8DA1-361E19CC2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576"/>
                <a:ext cx="1258" cy="534"/>
              </a:xfrm>
              <a:custGeom>
                <a:avLst/>
                <a:gdLst>
                  <a:gd name="T0" fmla="*/ 14826 w 679"/>
                  <a:gd name="T1" fmla="*/ 4604 h 270"/>
                  <a:gd name="T2" fmla="*/ 12852 w 679"/>
                  <a:gd name="T3" fmla="*/ 4992 h 270"/>
                  <a:gd name="T4" fmla="*/ 11770 w 679"/>
                  <a:gd name="T5" fmla="*/ 6060 h 270"/>
                  <a:gd name="T6" fmla="*/ 10985 w 679"/>
                  <a:gd name="T7" fmla="*/ 5081 h 270"/>
                  <a:gd name="T8" fmla="*/ 9145 w 679"/>
                  <a:gd name="T9" fmla="*/ 5081 h 270"/>
                  <a:gd name="T10" fmla="*/ 7504 w 679"/>
                  <a:gd name="T11" fmla="*/ 5022 h 270"/>
                  <a:gd name="T12" fmla="*/ 6481 w 679"/>
                  <a:gd name="T13" fmla="*/ 5872 h 270"/>
                  <a:gd name="T14" fmla="*/ 5458 w 679"/>
                  <a:gd name="T15" fmla="*/ 5997 h 270"/>
                  <a:gd name="T16" fmla="*/ 4585 w 679"/>
                  <a:gd name="T17" fmla="*/ 7177 h 270"/>
                  <a:gd name="T18" fmla="*/ 3563 w 679"/>
                  <a:gd name="T19" fmla="*/ 5356 h 270"/>
                  <a:gd name="T20" fmla="*/ 2097 w 679"/>
                  <a:gd name="T21" fmla="*/ 5753 h 270"/>
                  <a:gd name="T22" fmla="*/ 693 w 679"/>
                  <a:gd name="T23" fmla="*/ 5198 h 270"/>
                  <a:gd name="T24" fmla="*/ 0 w 679"/>
                  <a:gd name="T25" fmla="*/ 4666 h 270"/>
                  <a:gd name="T26" fmla="*/ 1401 w 679"/>
                  <a:gd name="T27" fmla="*/ 4240 h 270"/>
                  <a:gd name="T28" fmla="*/ 3124 w 679"/>
                  <a:gd name="T29" fmla="*/ 3000 h 270"/>
                  <a:gd name="T30" fmla="*/ 4348 w 679"/>
                  <a:gd name="T31" fmla="*/ 1788 h 270"/>
                  <a:gd name="T32" fmla="*/ 5406 w 679"/>
                  <a:gd name="T33" fmla="*/ 720 h 270"/>
                  <a:gd name="T34" fmla="*/ 7033 w 679"/>
                  <a:gd name="T35" fmla="*/ 184 h 270"/>
                  <a:gd name="T36" fmla="*/ 7987 w 679"/>
                  <a:gd name="T37" fmla="*/ 427 h 270"/>
                  <a:gd name="T38" fmla="*/ 8839 w 679"/>
                  <a:gd name="T39" fmla="*/ 845 h 270"/>
                  <a:gd name="T40" fmla="*/ 9629 w 679"/>
                  <a:gd name="T41" fmla="*/ 1145 h 270"/>
                  <a:gd name="T42" fmla="*/ 11218 w 679"/>
                  <a:gd name="T43" fmla="*/ 1913 h 270"/>
                  <a:gd name="T44" fmla="*/ 12230 w 679"/>
                  <a:gd name="T45" fmla="*/ 2880 h 270"/>
                  <a:gd name="T46" fmla="*/ 14826 w 679"/>
                  <a:gd name="T47" fmla="*/ 4604 h 2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79" h="270">
                    <a:moveTo>
                      <a:pt x="679" y="152"/>
                    </a:moveTo>
                    <a:cubicBezTo>
                      <a:pt x="665" y="168"/>
                      <a:pt x="610" y="160"/>
                      <a:pt x="589" y="165"/>
                    </a:cubicBezTo>
                    <a:cubicBezTo>
                      <a:pt x="567" y="170"/>
                      <a:pt x="564" y="196"/>
                      <a:pt x="539" y="200"/>
                    </a:cubicBezTo>
                    <a:cubicBezTo>
                      <a:pt x="514" y="204"/>
                      <a:pt x="520" y="161"/>
                      <a:pt x="503" y="168"/>
                    </a:cubicBezTo>
                    <a:cubicBezTo>
                      <a:pt x="487" y="174"/>
                      <a:pt x="443" y="185"/>
                      <a:pt x="419" y="168"/>
                    </a:cubicBezTo>
                    <a:cubicBezTo>
                      <a:pt x="396" y="150"/>
                      <a:pt x="364" y="144"/>
                      <a:pt x="344" y="166"/>
                    </a:cubicBezTo>
                    <a:cubicBezTo>
                      <a:pt x="324" y="189"/>
                      <a:pt x="310" y="204"/>
                      <a:pt x="297" y="194"/>
                    </a:cubicBezTo>
                    <a:cubicBezTo>
                      <a:pt x="285" y="185"/>
                      <a:pt x="259" y="178"/>
                      <a:pt x="250" y="198"/>
                    </a:cubicBezTo>
                    <a:cubicBezTo>
                      <a:pt x="241" y="218"/>
                      <a:pt x="233" y="270"/>
                      <a:pt x="210" y="237"/>
                    </a:cubicBezTo>
                    <a:cubicBezTo>
                      <a:pt x="188" y="204"/>
                      <a:pt x="189" y="166"/>
                      <a:pt x="163" y="177"/>
                    </a:cubicBezTo>
                    <a:cubicBezTo>
                      <a:pt x="136" y="188"/>
                      <a:pt x="112" y="213"/>
                      <a:pt x="96" y="190"/>
                    </a:cubicBezTo>
                    <a:cubicBezTo>
                      <a:pt x="79" y="168"/>
                      <a:pt x="49" y="169"/>
                      <a:pt x="32" y="172"/>
                    </a:cubicBezTo>
                    <a:cubicBezTo>
                      <a:pt x="24" y="173"/>
                      <a:pt x="11" y="164"/>
                      <a:pt x="0" y="154"/>
                    </a:cubicBezTo>
                    <a:cubicBezTo>
                      <a:pt x="0" y="154"/>
                      <a:pt x="45" y="149"/>
                      <a:pt x="64" y="140"/>
                    </a:cubicBezTo>
                    <a:cubicBezTo>
                      <a:pt x="83" y="130"/>
                      <a:pt x="127" y="119"/>
                      <a:pt x="143" y="99"/>
                    </a:cubicBezTo>
                    <a:cubicBezTo>
                      <a:pt x="159" y="80"/>
                      <a:pt x="192" y="71"/>
                      <a:pt x="199" y="59"/>
                    </a:cubicBezTo>
                    <a:cubicBezTo>
                      <a:pt x="207" y="46"/>
                      <a:pt x="219" y="25"/>
                      <a:pt x="248" y="24"/>
                    </a:cubicBezTo>
                    <a:cubicBezTo>
                      <a:pt x="277" y="23"/>
                      <a:pt x="316" y="12"/>
                      <a:pt x="322" y="6"/>
                    </a:cubicBezTo>
                    <a:cubicBezTo>
                      <a:pt x="329" y="0"/>
                      <a:pt x="344" y="16"/>
                      <a:pt x="366" y="14"/>
                    </a:cubicBezTo>
                    <a:cubicBezTo>
                      <a:pt x="387" y="13"/>
                      <a:pt x="391" y="28"/>
                      <a:pt x="405" y="28"/>
                    </a:cubicBezTo>
                    <a:cubicBezTo>
                      <a:pt x="419" y="28"/>
                      <a:pt x="426" y="39"/>
                      <a:pt x="441" y="38"/>
                    </a:cubicBezTo>
                    <a:cubicBezTo>
                      <a:pt x="456" y="37"/>
                      <a:pt x="502" y="41"/>
                      <a:pt x="514" y="63"/>
                    </a:cubicBezTo>
                    <a:cubicBezTo>
                      <a:pt x="526" y="85"/>
                      <a:pt x="539" y="69"/>
                      <a:pt x="560" y="95"/>
                    </a:cubicBezTo>
                    <a:cubicBezTo>
                      <a:pt x="581" y="121"/>
                      <a:pt x="626" y="158"/>
                      <a:pt x="679" y="152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5" name="Freeform 618">
                <a:extLst>
                  <a:ext uri="{FF2B5EF4-FFF2-40B4-BE49-F238E27FC236}">
                    <a16:creationId xmlns:a16="http://schemas.microsoft.com/office/drawing/2014/main" id="{015660B8-AAD1-465E-903D-9974BFE20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1659"/>
                <a:ext cx="828" cy="302"/>
              </a:xfrm>
              <a:custGeom>
                <a:avLst/>
                <a:gdLst>
                  <a:gd name="T0" fmla="*/ 9751 w 447"/>
                  <a:gd name="T1" fmla="*/ 2584 h 153"/>
                  <a:gd name="T2" fmla="*/ 8465 w 447"/>
                  <a:gd name="T3" fmla="*/ 2793 h 153"/>
                  <a:gd name="T4" fmla="*/ 7748 w 447"/>
                  <a:gd name="T5" fmla="*/ 3381 h 153"/>
                  <a:gd name="T6" fmla="*/ 7239 w 447"/>
                  <a:gd name="T7" fmla="*/ 2852 h 153"/>
                  <a:gd name="T8" fmla="*/ 6018 w 447"/>
                  <a:gd name="T9" fmla="*/ 2852 h 153"/>
                  <a:gd name="T10" fmla="*/ 4944 w 447"/>
                  <a:gd name="T11" fmla="*/ 2821 h 153"/>
                  <a:gd name="T12" fmla="*/ 4272 w 447"/>
                  <a:gd name="T13" fmla="*/ 3292 h 153"/>
                  <a:gd name="T14" fmla="*/ 3603 w 447"/>
                  <a:gd name="T15" fmla="*/ 3354 h 153"/>
                  <a:gd name="T16" fmla="*/ 3027 w 447"/>
                  <a:gd name="T17" fmla="*/ 4005 h 153"/>
                  <a:gd name="T18" fmla="*/ 2334 w 447"/>
                  <a:gd name="T19" fmla="*/ 2992 h 153"/>
                  <a:gd name="T20" fmla="*/ 1380 w 447"/>
                  <a:gd name="T21" fmla="*/ 3200 h 153"/>
                  <a:gd name="T22" fmla="*/ 456 w 447"/>
                  <a:gd name="T23" fmla="*/ 2900 h 153"/>
                  <a:gd name="T24" fmla="*/ 0 w 447"/>
                  <a:gd name="T25" fmla="*/ 2613 h 153"/>
                  <a:gd name="T26" fmla="*/ 941 w 447"/>
                  <a:gd name="T27" fmla="*/ 2369 h 153"/>
                  <a:gd name="T28" fmla="*/ 2045 w 447"/>
                  <a:gd name="T29" fmla="*/ 1684 h 153"/>
                  <a:gd name="T30" fmla="*/ 2862 w 447"/>
                  <a:gd name="T31" fmla="*/ 985 h 153"/>
                  <a:gd name="T32" fmla="*/ 3551 w 447"/>
                  <a:gd name="T33" fmla="*/ 424 h 153"/>
                  <a:gd name="T34" fmla="*/ 4629 w 447"/>
                  <a:gd name="T35" fmla="*/ 93 h 153"/>
                  <a:gd name="T36" fmla="*/ 5250 w 447"/>
                  <a:gd name="T37" fmla="*/ 245 h 153"/>
                  <a:gd name="T38" fmla="*/ 5829 w 447"/>
                  <a:gd name="T39" fmla="*/ 484 h 153"/>
                  <a:gd name="T40" fmla="*/ 6344 w 447"/>
                  <a:gd name="T41" fmla="*/ 655 h 153"/>
                  <a:gd name="T42" fmla="*/ 7391 w 447"/>
                  <a:gd name="T43" fmla="*/ 1076 h 153"/>
                  <a:gd name="T44" fmla="*/ 8052 w 447"/>
                  <a:gd name="T45" fmla="*/ 1621 h 153"/>
                  <a:gd name="T46" fmla="*/ 9751 w 447"/>
                  <a:gd name="T47" fmla="*/ 2584 h 15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47" h="153">
                    <a:moveTo>
                      <a:pt x="447" y="86"/>
                    </a:moveTo>
                    <a:cubicBezTo>
                      <a:pt x="438" y="95"/>
                      <a:pt x="402" y="90"/>
                      <a:pt x="388" y="93"/>
                    </a:cubicBezTo>
                    <a:cubicBezTo>
                      <a:pt x="374" y="96"/>
                      <a:pt x="372" y="110"/>
                      <a:pt x="355" y="113"/>
                    </a:cubicBezTo>
                    <a:cubicBezTo>
                      <a:pt x="338" y="115"/>
                      <a:pt x="342" y="91"/>
                      <a:pt x="332" y="95"/>
                    </a:cubicBezTo>
                    <a:cubicBezTo>
                      <a:pt x="321" y="98"/>
                      <a:pt x="292" y="104"/>
                      <a:pt x="276" y="95"/>
                    </a:cubicBezTo>
                    <a:cubicBezTo>
                      <a:pt x="261" y="85"/>
                      <a:pt x="240" y="81"/>
                      <a:pt x="227" y="94"/>
                    </a:cubicBezTo>
                    <a:cubicBezTo>
                      <a:pt x="213" y="107"/>
                      <a:pt x="204" y="115"/>
                      <a:pt x="196" y="110"/>
                    </a:cubicBezTo>
                    <a:cubicBezTo>
                      <a:pt x="188" y="104"/>
                      <a:pt x="171" y="101"/>
                      <a:pt x="165" y="112"/>
                    </a:cubicBezTo>
                    <a:cubicBezTo>
                      <a:pt x="159" y="123"/>
                      <a:pt x="153" y="153"/>
                      <a:pt x="139" y="134"/>
                    </a:cubicBezTo>
                    <a:cubicBezTo>
                      <a:pt x="124" y="115"/>
                      <a:pt x="125" y="94"/>
                      <a:pt x="107" y="100"/>
                    </a:cubicBezTo>
                    <a:cubicBezTo>
                      <a:pt x="90" y="106"/>
                      <a:pt x="74" y="120"/>
                      <a:pt x="63" y="107"/>
                    </a:cubicBezTo>
                    <a:cubicBezTo>
                      <a:pt x="52" y="95"/>
                      <a:pt x="32" y="95"/>
                      <a:pt x="21" y="97"/>
                    </a:cubicBezTo>
                    <a:cubicBezTo>
                      <a:pt x="16" y="98"/>
                      <a:pt x="7" y="93"/>
                      <a:pt x="0" y="87"/>
                    </a:cubicBezTo>
                    <a:cubicBezTo>
                      <a:pt x="0" y="87"/>
                      <a:pt x="30" y="84"/>
                      <a:pt x="43" y="79"/>
                    </a:cubicBezTo>
                    <a:cubicBezTo>
                      <a:pt x="55" y="73"/>
                      <a:pt x="84" y="67"/>
                      <a:pt x="94" y="56"/>
                    </a:cubicBezTo>
                    <a:cubicBezTo>
                      <a:pt x="105" y="45"/>
                      <a:pt x="126" y="40"/>
                      <a:pt x="131" y="33"/>
                    </a:cubicBezTo>
                    <a:cubicBezTo>
                      <a:pt x="136" y="26"/>
                      <a:pt x="145" y="14"/>
                      <a:pt x="163" y="14"/>
                    </a:cubicBezTo>
                    <a:cubicBezTo>
                      <a:pt x="182" y="13"/>
                      <a:pt x="208" y="7"/>
                      <a:pt x="212" y="3"/>
                    </a:cubicBezTo>
                    <a:cubicBezTo>
                      <a:pt x="217" y="0"/>
                      <a:pt x="227" y="9"/>
                      <a:pt x="241" y="8"/>
                    </a:cubicBezTo>
                    <a:cubicBezTo>
                      <a:pt x="255" y="7"/>
                      <a:pt x="258" y="16"/>
                      <a:pt x="267" y="16"/>
                    </a:cubicBezTo>
                    <a:cubicBezTo>
                      <a:pt x="276" y="16"/>
                      <a:pt x="281" y="22"/>
                      <a:pt x="291" y="22"/>
                    </a:cubicBezTo>
                    <a:cubicBezTo>
                      <a:pt x="300" y="21"/>
                      <a:pt x="331" y="23"/>
                      <a:pt x="339" y="36"/>
                    </a:cubicBezTo>
                    <a:cubicBezTo>
                      <a:pt x="346" y="48"/>
                      <a:pt x="355" y="39"/>
                      <a:pt x="369" y="54"/>
                    </a:cubicBezTo>
                    <a:cubicBezTo>
                      <a:pt x="383" y="69"/>
                      <a:pt x="413" y="89"/>
                      <a:pt x="447" y="86"/>
                    </a:cubicBezTo>
                    <a:close/>
                  </a:path>
                </a:pathLst>
              </a:custGeom>
              <a:solidFill>
                <a:srgbClr val="B248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6" name="Freeform 619">
                <a:extLst>
                  <a:ext uri="{FF2B5EF4-FFF2-40B4-BE49-F238E27FC236}">
                    <a16:creationId xmlns:a16="http://schemas.microsoft.com/office/drawing/2014/main" id="{895543F6-6B87-44E9-BA97-3146521C4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709"/>
                <a:ext cx="430" cy="156"/>
              </a:xfrm>
              <a:custGeom>
                <a:avLst/>
                <a:gdLst>
                  <a:gd name="T0" fmla="*/ 5075 w 232"/>
                  <a:gd name="T1" fmla="*/ 1357 h 79"/>
                  <a:gd name="T2" fmla="*/ 4400 w 232"/>
                  <a:gd name="T3" fmla="*/ 1477 h 79"/>
                  <a:gd name="T4" fmla="*/ 4022 w 232"/>
                  <a:gd name="T5" fmla="*/ 1777 h 79"/>
                  <a:gd name="T6" fmla="*/ 3763 w 232"/>
                  <a:gd name="T7" fmla="*/ 1477 h 79"/>
                  <a:gd name="T8" fmla="*/ 3127 w 232"/>
                  <a:gd name="T9" fmla="*/ 1477 h 79"/>
                  <a:gd name="T10" fmla="*/ 2587 w 232"/>
                  <a:gd name="T11" fmla="*/ 1477 h 79"/>
                  <a:gd name="T12" fmla="*/ 2230 w 232"/>
                  <a:gd name="T13" fmla="*/ 1716 h 79"/>
                  <a:gd name="T14" fmla="*/ 1879 w 232"/>
                  <a:gd name="T15" fmla="*/ 1748 h 79"/>
                  <a:gd name="T16" fmla="*/ 1574 w 232"/>
                  <a:gd name="T17" fmla="*/ 2101 h 79"/>
                  <a:gd name="T18" fmla="*/ 1231 w 232"/>
                  <a:gd name="T19" fmla="*/ 1564 h 79"/>
                  <a:gd name="T20" fmla="*/ 717 w 232"/>
                  <a:gd name="T21" fmla="*/ 1684 h 79"/>
                  <a:gd name="T22" fmla="*/ 237 w 232"/>
                  <a:gd name="T23" fmla="*/ 1532 h 79"/>
                  <a:gd name="T24" fmla="*/ 0 w 232"/>
                  <a:gd name="T25" fmla="*/ 1357 h 79"/>
                  <a:gd name="T26" fmla="*/ 484 w 232"/>
                  <a:gd name="T27" fmla="*/ 1232 h 79"/>
                  <a:gd name="T28" fmla="*/ 1075 w 232"/>
                  <a:gd name="T29" fmla="*/ 869 h 79"/>
                  <a:gd name="T30" fmla="*/ 1490 w 232"/>
                  <a:gd name="T31" fmla="*/ 545 h 79"/>
                  <a:gd name="T32" fmla="*/ 1865 w 232"/>
                  <a:gd name="T33" fmla="*/ 215 h 79"/>
                  <a:gd name="T34" fmla="*/ 2408 w 232"/>
                  <a:gd name="T35" fmla="*/ 63 h 79"/>
                  <a:gd name="T36" fmla="*/ 2738 w 232"/>
                  <a:gd name="T37" fmla="*/ 152 h 79"/>
                  <a:gd name="T38" fmla="*/ 3019 w 232"/>
                  <a:gd name="T39" fmla="*/ 276 h 79"/>
                  <a:gd name="T40" fmla="*/ 3305 w 232"/>
                  <a:gd name="T41" fmla="*/ 332 h 79"/>
                  <a:gd name="T42" fmla="*/ 3844 w 232"/>
                  <a:gd name="T43" fmla="*/ 577 h 79"/>
                  <a:gd name="T44" fmla="*/ 4178 w 232"/>
                  <a:gd name="T45" fmla="*/ 839 h 79"/>
                  <a:gd name="T46" fmla="*/ 5075 w 232"/>
                  <a:gd name="T47" fmla="*/ 1357 h 7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32" h="79">
                    <a:moveTo>
                      <a:pt x="232" y="45"/>
                    </a:moveTo>
                    <a:cubicBezTo>
                      <a:pt x="227" y="49"/>
                      <a:pt x="208" y="47"/>
                      <a:pt x="201" y="49"/>
                    </a:cubicBezTo>
                    <a:cubicBezTo>
                      <a:pt x="194" y="50"/>
                      <a:pt x="193" y="58"/>
                      <a:pt x="184" y="59"/>
                    </a:cubicBezTo>
                    <a:cubicBezTo>
                      <a:pt x="176" y="60"/>
                      <a:pt x="178" y="47"/>
                      <a:pt x="172" y="49"/>
                    </a:cubicBezTo>
                    <a:cubicBezTo>
                      <a:pt x="167" y="51"/>
                      <a:pt x="151" y="54"/>
                      <a:pt x="143" y="49"/>
                    </a:cubicBezTo>
                    <a:cubicBezTo>
                      <a:pt x="135" y="44"/>
                      <a:pt x="125" y="42"/>
                      <a:pt x="118" y="49"/>
                    </a:cubicBezTo>
                    <a:cubicBezTo>
                      <a:pt x="111" y="56"/>
                      <a:pt x="106" y="60"/>
                      <a:pt x="102" y="57"/>
                    </a:cubicBezTo>
                    <a:cubicBezTo>
                      <a:pt x="98" y="54"/>
                      <a:pt x="89" y="53"/>
                      <a:pt x="86" y="58"/>
                    </a:cubicBezTo>
                    <a:cubicBezTo>
                      <a:pt x="82" y="64"/>
                      <a:pt x="80" y="79"/>
                      <a:pt x="72" y="70"/>
                    </a:cubicBezTo>
                    <a:cubicBezTo>
                      <a:pt x="64" y="60"/>
                      <a:pt x="65" y="49"/>
                      <a:pt x="56" y="52"/>
                    </a:cubicBezTo>
                    <a:cubicBezTo>
                      <a:pt x="47" y="55"/>
                      <a:pt x="38" y="63"/>
                      <a:pt x="33" y="56"/>
                    </a:cubicBezTo>
                    <a:cubicBezTo>
                      <a:pt x="27" y="49"/>
                      <a:pt x="17" y="50"/>
                      <a:pt x="11" y="51"/>
                    </a:cubicBezTo>
                    <a:cubicBezTo>
                      <a:pt x="8" y="51"/>
                      <a:pt x="4" y="48"/>
                      <a:pt x="0" y="45"/>
                    </a:cubicBezTo>
                    <a:cubicBezTo>
                      <a:pt x="0" y="45"/>
                      <a:pt x="16" y="44"/>
                      <a:pt x="22" y="41"/>
                    </a:cubicBezTo>
                    <a:cubicBezTo>
                      <a:pt x="29" y="38"/>
                      <a:pt x="44" y="35"/>
                      <a:pt x="49" y="29"/>
                    </a:cubicBezTo>
                    <a:cubicBezTo>
                      <a:pt x="54" y="24"/>
                      <a:pt x="66" y="21"/>
                      <a:pt x="68" y="18"/>
                    </a:cubicBezTo>
                    <a:cubicBezTo>
                      <a:pt x="71" y="14"/>
                      <a:pt x="75" y="8"/>
                      <a:pt x="85" y="7"/>
                    </a:cubicBezTo>
                    <a:cubicBezTo>
                      <a:pt x="95" y="7"/>
                      <a:pt x="108" y="4"/>
                      <a:pt x="110" y="2"/>
                    </a:cubicBezTo>
                    <a:cubicBezTo>
                      <a:pt x="112" y="0"/>
                      <a:pt x="118" y="5"/>
                      <a:pt x="125" y="5"/>
                    </a:cubicBezTo>
                    <a:cubicBezTo>
                      <a:pt x="132" y="4"/>
                      <a:pt x="134" y="9"/>
                      <a:pt x="138" y="9"/>
                    </a:cubicBezTo>
                    <a:cubicBezTo>
                      <a:pt x="143" y="9"/>
                      <a:pt x="146" y="12"/>
                      <a:pt x="151" y="11"/>
                    </a:cubicBezTo>
                    <a:cubicBezTo>
                      <a:pt x="156" y="11"/>
                      <a:pt x="172" y="12"/>
                      <a:pt x="176" y="19"/>
                    </a:cubicBezTo>
                    <a:cubicBezTo>
                      <a:pt x="180" y="25"/>
                      <a:pt x="184" y="20"/>
                      <a:pt x="191" y="28"/>
                    </a:cubicBezTo>
                    <a:cubicBezTo>
                      <a:pt x="199" y="36"/>
                      <a:pt x="214" y="47"/>
                      <a:pt x="232" y="45"/>
                    </a:cubicBezTo>
                    <a:close/>
                  </a:path>
                </a:pathLst>
              </a:custGeom>
              <a:solidFill>
                <a:srgbClr val="C45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7" name="Freeform 620">
                <a:extLst>
                  <a:ext uri="{FF2B5EF4-FFF2-40B4-BE49-F238E27FC236}">
                    <a16:creationId xmlns:a16="http://schemas.microsoft.com/office/drawing/2014/main" id="{5CA4588A-6E8E-4C73-98B6-B4039539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576"/>
                <a:ext cx="1258" cy="534"/>
              </a:xfrm>
              <a:custGeom>
                <a:avLst/>
                <a:gdLst>
                  <a:gd name="T0" fmla="*/ 14826 w 679"/>
                  <a:gd name="T1" fmla="*/ 4604 h 270"/>
                  <a:gd name="T2" fmla="*/ 12852 w 679"/>
                  <a:gd name="T3" fmla="*/ 4992 h 270"/>
                  <a:gd name="T4" fmla="*/ 11770 w 679"/>
                  <a:gd name="T5" fmla="*/ 6060 h 270"/>
                  <a:gd name="T6" fmla="*/ 10985 w 679"/>
                  <a:gd name="T7" fmla="*/ 5081 h 270"/>
                  <a:gd name="T8" fmla="*/ 9145 w 679"/>
                  <a:gd name="T9" fmla="*/ 5081 h 270"/>
                  <a:gd name="T10" fmla="*/ 7504 w 679"/>
                  <a:gd name="T11" fmla="*/ 5022 h 270"/>
                  <a:gd name="T12" fmla="*/ 6481 w 679"/>
                  <a:gd name="T13" fmla="*/ 5872 h 270"/>
                  <a:gd name="T14" fmla="*/ 5458 w 679"/>
                  <a:gd name="T15" fmla="*/ 5997 h 270"/>
                  <a:gd name="T16" fmla="*/ 4585 w 679"/>
                  <a:gd name="T17" fmla="*/ 7177 h 270"/>
                  <a:gd name="T18" fmla="*/ 3563 w 679"/>
                  <a:gd name="T19" fmla="*/ 5356 h 270"/>
                  <a:gd name="T20" fmla="*/ 2097 w 679"/>
                  <a:gd name="T21" fmla="*/ 5753 h 270"/>
                  <a:gd name="T22" fmla="*/ 693 w 679"/>
                  <a:gd name="T23" fmla="*/ 5198 h 270"/>
                  <a:gd name="T24" fmla="*/ 0 w 679"/>
                  <a:gd name="T25" fmla="*/ 4666 h 270"/>
                  <a:gd name="T26" fmla="*/ 1401 w 679"/>
                  <a:gd name="T27" fmla="*/ 4240 h 270"/>
                  <a:gd name="T28" fmla="*/ 3124 w 679"/>
                  <a:gd name="T29" fmla="*/ 3000 h 270"/>
                  <a:gd name="T30" fmla="*/ 4348 w 679"/>
                  <a:gd name="T31" fmla="*/ 1788 h 270"/>
                  <a:gd name="T32" fmla="*/ 5406 w 679"/>
                  <a:gd name="T33" fmla="*/ 720 h 270"/>
                  <a:gd name="T34" fmla="*/ 7033 w 679"/>
                  <a:gd name="T35" fmla="*/ 184 h 270"/>
                  <a:gd name="T36" fmla="*/ 7987 w 679"/>
                  <a:gd name="T37" fmla="*/ 427 h 270"/>
                  <a:gd name="T38" fmla="*/ 8839 w 679"/>
                  <a:gd name="T39" fmla="*/ 845 h 270"/>
                  <a:gd name="T40" fmla="*/ 9629 w 679"/>
                  <a:gd name="T41" fmla="*/ 1145 h 270"/>
                  <a:gd name="T42" fmla="*/ 11218 w 679"/>
                  <a:gd name="T43" fmla="*/ 1913 h 270"/>
                  <a:gd name="T44" fmla="*/ 12230 w 679"/>
                  <a:gd name="T45" fmla="*/ 2880 h 270"/>
                  <a:gd name="T46" fmla="*/ 14826 w 679"/>
                  <a:gd name="T47" fmla="*/ 4604 h 2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79" h="270">
                    <a:moveTo>
                      <a:pt x="679" y="152"/>
                    </a:moveTo>
                    <a:cubicBezTo>
                      <a:pt x="665" y="168"/>
                      <a:pt x="610" y="160"/>
                      <a:pt x="589" y="165"/>
                    </a:cubicBezTo>
                    <a:cubicBezTo>
                      <a:pt x="567" y="170"/>
                      <a:pt x="564" y="196"/>
                      <a:pt x="539" y="200"/>
                    </a:cubicBezTo>
                    <a:cubicBezTo>
                      <a:pt x="514" y="204"/>
                      <a:pt x="520" y="161"/>
                      <a:pt x="503" y="168"/>
                    </a:cubicBezTo>
                    <a:cubicBezTo>
                      <a:pt x="487" y="174"/>
                      <a:pt x="443" y="185"/>
                      <a:pt x="419" y="168"/>
                    </a:cubicBezTo>
                    <a:cubicBezTo>
                      <a:pt x="396" y="150"/>
                      <a:pt x="364" y="144"/>
                      <a:pt x="344" y="166"/>
                    </a:cubicBezTo>
                    <a:cubicBezTo>
                      <a:pt x="324" y="189"/>
                      <a:pt x="310" y="204"/>
                      <a:pt x="297" y="194"/>
                    </a:cubicBezTo>
                    <a:cubicBezTo>
                      <a:pt x="285" y="185"/>
                      <a:pt x="259" y="178"/>
                      <a:pt x="250" y="198"/>
                    </a:cubicBezTo>
                    <a:cubicBezTo>
                      <a:pt x="241" y="218"/>
                      <a:pt x="233" y="270"/>
                      <a:pt x="210" y="237"/>
                    </a:cubicBezTo>
                    <a:cubicBezTo>
                      <a:pt x="188" y="204"/>
                      <a:pt x="189" y="166"/>
                      <a:pt x="163" y="177"/>
                    </a:cubicBezTo>
                    <a:cubicBezTo>
                      <a:pt x="136" y="188"/>
                      <a:pt x="112" y="213"/>
                      <a:pt x="96" y="190"/>
                    </a:cubicBezTo>
                    <a:cubicBezTo>
                      <a:pt x="79" y="168"/>
                      <a:pt x="49" y="169"/>
                      <a:pt x="32" y="172"/>
                    </a:cubicBezTo>
                    <a:cubicBezTo>
                      <a:pt x="24" y="173"/>
                      <a:pt x="11" y="164"/>
                      <a:pt x="0" y="154"/>
                    </a:cubicBezTo>
                    <a:cubicBezTo>
                      <a:pt x="0" y="154"/>
                      <a:pt x="45" y="149"/>
                      <a:pt x="64" y="140"/>
                    </a:cubicBezTo>
                    <a:cubicBezTo>
                      <a:pt x="83" y="130"/>
                      <a:pt x="127" y="119"/>
                      <a:pt x="143" y="99"/>
                    </a:cubicBezTo>
                    <a:cubicBezTo>
                      <a:pt x="159" y="80"/>
                      <a:pt x="192" y="71"/>
                      <a:pt x="199" y="59"/>
                    </a:cubicBezTo>
                    <a:cubicBezTo>
                      <a:pt x="207" y="46"/>
                      <a:pt x="219" y="25"/>
                      <a:pt x="248" y="24"/>
                    </a:cubicBezTo>
                    <a:cubicBezTo>
                      <a:pt x="277" y="23"/>
                      <a:pt x="316" y="12"/>
                      <a:pt x="322" y="6"/>
                    </a:cubicBezTo>
                    <a:cubicBezTo>
                      <a:pt x="329" y="0"/>
                      <a:pt x="344" y="16"/>
                      <a:pt x="366" y="14"/>
                    </a:cubicBezTo>
                    <a:cubicBezTo>
                      <a:pt x="387" y="13"/>
                      <a:pt x="391" y="28"/>
                      <a:pt x="405" y="28"/>
                    </a:cubicBezTo>
                    <a:cubicBezTo>
                      <a:pt x="419" y="28"/>
                      <a:pt x="426" y="39"/>
                      <a:pt x="441" y="38"/>
                    </a:cubicBezTo>
                    <a:cubicBezTo>
                      <a:pt x="456" y="37"/>
                      <a:pt x="502" y="41"/>
                      <a:pt x="514" y="63"/>
                    </a:cubicBezTo>
                    <a:cubicBezTo>
                      <a:pt x="526" y="85"/>
                      <a:pt x="539" y="69"/>
                      <a:pt x="560" y="95"/>
                    </a:cubicBezTo>
                    <a:cubicBezTo>
                      <a:pt x="581" y="121"/>
                      <a:pt x="626" y="158"/>
                      <a:pt x="679" y="15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8" name="Freeform 621">
                <a:extLst>
                  <a:ext uri="{FF2B5EF4-FFF2-40B4-BE49-F238E27FC236}">
                    <a16:creationId xmlns:a16="http://schemas.microsoft.com/office/drawing/2014/main" id="{6EE0F7C9-06C3-4E76-A37E-6140AA7DE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1582"/>
                <a:ext cx="76" cy="176"/>
              </a:xfrm>
              <a:custGeom>
                <a:avLst/>
                <a:gdLst>
                  <a:gd name="T0" fmla="*/ 0 w 41"/>
                  <a:gd name="T1" fmla="*/ 2660 h 89"/>
                  <a:gd name="T2" fmla="*/ 439 w 41"/>
                  <a:gd name="T3" fmla="*/ 1517 h 89"/>
                  <a:gd name="T4" fmla="*/ 897 w 41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89">
                    <a:moveTo>
                      <a:pt x="0" y="88"/>
                    </a:moveTo>
                    <a:cubicBezTo>
                      <a:pt x="9" y="89"/>
                      <a:pt x="18" y="60"/>
                      <a:pt x="20" y="50"/>
                    </a:cubicBezTo>
                    <a:cubicBezTo>
                      <a:pt x="24" y="31"/>
                      <a:pt x="20" y="4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9" name="Freeform 622">
                <a:extLst>
                  <a:ext uri="{FF2B5EF4-FFF2-40B4-BE49-F238E27FC236}">
                    <a16:creationId xmlns:a16="http://schemas.microsoft.com/office/drawing/2014/main" id="{1528415F-2D0C-447A-9C8B-E87FDB158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375"/>
                <a:ext cx="13" cy="12"/>
              </a:xfrm>
              <a:custGeom>
                <a:avLst/>
                <a:gdLst>
                  <a:gd name="T0" fmla="*/ 0 w 7"/>
                  <a:gd name="T1" fmla="*/ 0 h 6"/>
                  <a:gd name="T2" fmla="*/ 156 w 7"/>
                  <a:gd name="T3" fmla="*/ 19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2"/>
                      <a:pt x="5" y="4"/>
                      <a:pt x="7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0" name="Freeform 623">
                <a:extLst>
                  <a:ext uri="{FF2B5EF4-FFF2-40B4-BE49-F238E27FC236}">
                    <a16:creationId xmlns:a16="http://schemas.microsoft.com/office/drawing/2014/main" id="{0D9A7744-6829-40E7-9605-7AEE196E5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341"/>
                <a:ext cx="117" cy="81"/>
              </a:xfrm>
              <a:custGeom>
                <a:avLst/>
                <a:gdLst>
                  <a:gd name="T0" fmla="*/ 0 w 63"/>
                  <a:gd name="T1" fmla="*/ 1233 h 41"/>
                  <a:gd name="T2" fmla="*/ 306 w 63"/>
                  <a:gd name="T3" fmla="*/ 516 h 41"/>
                  <a:gd name="T4" fmla="*/ 1389 w 63"/>
                  <a:gd name="T5" fmla="*/ 42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41">
                    <a:moveTo>
                      <a:pt x="0" y="41"/>
                    </a:moveTo>
                    <a:cubicBezTo>
                      <a:pt x="4" y="33"/>
                      <a:pt x="8" y="24"/>
                      <a:pt x="14" y="17"/>
                    </a:cubicBezTo>
                    <a:cubicBezTo>
                      <a:pt x="27" y="0"/>
                      <a:pt x="47" y="3"/>
                      <a:pt x="63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1" name="Freeform 624">
                <a:extLst>
                  <a:ext uri="{FF2B5EF4-FFF2-40B4-BE49-F238E27FC236}">
                    <a16:creationId xmlns:a16="http://schemas.microsoft.com/office/drawing/2014/main" id="{3445624E-E3DB-4BC0-9014-E4538E7BD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434"/>
                <a:ext cx="8" cy="14"/>
              </a:xfrm>
              <a:custGeom>
                <a:avLst/>
                <a:gdLst>
                  <a:gd name="T0" fmla="*/ 0 w 4"/>
                  <a:gd name="T1" fmla="*/ 224 h 7"/>
                  <a:gd name="T2" fmla="*/ 128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1" y="5"/>
                      <a:pt x="3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2" name="Freeform 625">
                <a:extLst>
                  <a:ext uri="{FF2B5EF4-FFF2-40B4-BE49-F238E27FC236}">
                    <a16:creationId xmlns:a16="http://schemas.microsoft.com/office/drawing/2014/main" id="{FFFFE01F-A066-46C0-8110-EC3C3C5FA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468"/>
                <a:ext cx="13" cy="15"/>
              </a:xfrm>
              <a:custGeom>
                <a:avLst/>
                <a:gdLst>
                  <a:gd name="T0" fmla="*/ 0 w 7"/>
                  <a:gd name="T1" fmla="*/ 186 h 8"/>
                  <a:gd name="T2" fmla="*/ 156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3" y="6"/>
                      <a:pt x="5" y="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3" name="Freeform 626">
                <a:extLst>
                  <a:ext uri="{FF2B5EF4-FFF2-40B4-BE49-F238E27FC236}">
                    <a16:creationId xmlns:a16="http://schemas.microsoft.com/office/drawing/2014/main" id="{CB844453-E6C8-4955-ACA5-083C401FF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1659"/>
                <a:ext cx="8" cy="6"/>
              </a:xfrm>
              <a:custGeom>
                <a:avLst/>
                <a:gdLst>
                  <a:gd name="T0" fmla="*/ 0 w 4"/>
                  <a:gd name="T1" fmla="*/ 0 h 3"/>
                  <a:gd name="T2" fmla="*/ 128 w 4"/>
                  <a:gd name="T3" fmla="*/ 9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4" name="Freeform 627">
                <a:extLst>
                  <a:ext uri="{FF2B5EF4-FFF2-40B4-BE49-F238E27FC236}">
                    <a16:creationId xmlns:a16="http://schemas.microsoft.com/office/drawing/2014/main" id="{C5C547E6-AB0B-4D03-9F2E-98E6EA90F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545"/>
                <a:ext cx="142" cy="104"/>
              </a:xfrm>
              <a:custGeom>
                <a:avLst/>
                <a:gdLst>
                  <a:gd name="T0" fmla="*/ 0 w 77"/>
                  <a:gd name="T1" fmla="*/ 520 h 53"/>
                  <a:gd name="T2" fmla="*/ 177 w 77"/>
                  <a:gd name="T3" fmla="*/ 461 h 53"/>
                  <a:gd name="T4" fmla="*/ 1027 w 77"/>
                  <a:gd name="T5" fmla="*/ 120 h 53"/>
                  <a:gd name="T6" fmla="*/ 1643 w 77"/>
                  <a:gd name="T7" fmla="*/ 154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53">
                    <a:moveTo>
                      <a:pt x="0" y="18"/>
                    </a:moveTo>
                    <a:cubicBezTo>
                      <a:pt x="3" y="17"/>
                      <a:pt x="6" y="17"/>
                      <a:pt x="8" y="16"/>
                    </a:cubicBezTo>
                    <a:cubicBezTo>
                      <a:pt x="21" y="11"/>
                      <a:pt x="33" y="0"/>
                      <a:pt x="48" y="4"/>
                    </a:cubicBezTo>
                    <a:cubicBezTo>
                      <a:pt x="66" y="9"/>
                      <a:pt x="66" y="37"/>
                      <a:pt x="77" y="5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5" name="Freeform 628">
                <a:extLst>
                  <a:ext uri="{FF2B5EF4-FFF2-40B4-BE49-F238E27FC236}">
                    <a16:creationId xmlns:a16="http://schemas.microsoft.com/office/drawing/2014/main" id="{2CE8D04D-AA94-49F7-9DF8-040B11BDD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580"/>
                <a:ext cx="9" cy="1"/>
              </a:xfrm>
              <a:custGeom>
                <a:avLst/>
                <a:gdLst>
                  <a:gd name="T0" fmla="*/ 0 w 5"/>
                  <a:gd name="T1" fmla="*/ 0 h 1"/>
                  <a:gd name="T2" fmla="*/ 94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6" name="Freeform 629">
                <a:extLst>
                  <a:ext uri="{FF2B5EF4-FFF2-40B4-BE49-F238E27FC236}">
                    <a16:creationId xmlns:a16="http://schemas.microsoft.com/office/drawing/2014/main" id="{2489BC5A-3563-48E8-A15D-F2E6B9A3D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576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32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7" name="Freeform 630">
                <a:extLst>
                  <a:ext uri="{FF2B5EF4-FFF2-40B4-BE49-F238E27FC236}">
                    <a16:creationId xmlns:a16="http://schemas.microsoft.com/office/drawing/2014/main" id="{A53D600A-1B3F-46B4-B69C-2B770F9F2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1564"/>
                <a:ext cx="24" cy="8"/>
              </a:xfrm>
              <a:custGeom>
                <a:avLst/>
                <a:gdLst>
                  <a:gd name="T0" fmla="*/ 0 w 13"/>
                  <a:gd name="T1" fmla="*/ 0 h 4"/>
                  <a:gd name="T2" fmla="*/ 277 w 13"/>
                  <a:gd name="T3" fmla="*/ 12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4" y="1"/>
                      <a:pt x="8" y="3"/>
                      <a:pt x="1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8" name="Freeform 631">
                <a:extLst>
                  <a:ext uri="{FF2B5EF4-FFF2-40B4-BE49-F238E27FC236}">
                    <a16:creationId xmlns:a16="http://schemas.microsoft.com/office/drawing/2014/main" id="{C71CF16E-33B4-42CE-9781-3892EECC1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462"/>
                <a:ext cx="17" cy="13"/>
              </a:xfrm>
              <a:custGeom>
                <a:avLst/>
                <a:gdLst>
                  <a:gd name="T0" fmla="*/ 213 w 9"/>
                  <a:gd name="T1" fmla="*/ 0 h 7"/>
                  <a:gd name="T2" fmla="*/ 0 w 9"/>
                  <a:gd name="T3" fmla="*/ 1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6" y="2"/>
                      <a:pt x="3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9" name="Freeform 632">
                <a:extLst>
                  <a:ext uri="{FF2B5EF4-FFF2-40B4-BE49-F238E27FC236}">
                    <a16:creationId xmlns:a16="http://schemas.microsoft.com/office/drawing/2014/main" id="{5387A36B-A93D-4E92-8AB8-B5DDE4DB3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398"/>
                <a:ext cx="148" cy="48"/>
              </a:xfrm>
              <a:custGeom>
                <a:avLst/>
                <a:gdLst>
                  <a:gd name="T0" fmla="*/ 1735 w 80"/>
                  <a:gd name="T1" fmla="*/ 0 h 24"/>
                  <a:gd name="T2" fmla="*/ 975 w 80"/>
                  <a:gd name="T3" fmla="*/ 224 h 24"/>
                  <a:gd name="T4" fmla="*/ 329 w 80"/>
                  <a:gd name="T5" fmla="*/ 416 h 24"/>
                  <a:gd name="T6" fmla="*/ 0 w 80"/>
                  <a:gd name="T7" fmla="*/ 76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24">
                    <a:moveTo>
                      <a:pt x="80" y="0"/>
                    </a:moveTo>
                    <a:cubicBezTo>
                      <a:pt x="70" y="7"/>
                      <a:pt x="59" y="8"/>
                      <a:pt x="45" y="7"/>
                    </a:cubicBezTo>
                    <a:cubicBezTo>
                      <a:pt x="35" y="6"/>
                      <a:pt x="25" y="9"/>
                      <a:pt x="15" y="13"/>
                    </a:cubicBezTo>
                    <a:cubicBezTo>
                      <a:pt x="9" y="16"/>
                      <a:pt x="5" y="20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0" name="Freeform 633">
                <a:extLst>
                  <a:ext uri="{FF2B5EF4-FFF2-40B4-BE49-F238E27FC236}">
                    <a16:creationId xmlns:a16="http://schemas.microsoft.com/office/drawing/2014/main" id="{5A9BFA5F-C3DE-4756-9918-49238733F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1365"/>
                <a:ext cx="15" cy="24"/>
              </a:xfrm>
              <a:custGeom>
                <a:avLst/>
                <a:gdLst>
                  <a:gd name="T0" fmla="*/ 186 w 8"/>
                  <a:gd name="T1" fmla="*/ 0 h 12"/>
                  <a:gd name="T2" fmla="*/ 0 w 8"/>
                  <a:gd name="T3" fmla="*/ 3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5" y="5"/>
                      <a:pt x="3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1" name="Freeform 634">
                <a:extLst>
                  <a:ext uri="{FF2B5EF4-FFF2-40B4-BE49-F238E27FC236}">
                    <a16:creationId xmlns:a16="http://schemas.microsoft.com/office/drawing/2014/main" id="{41DDE00C-9F2D-4264-AE4B-A7C0EDE3F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357"/>
                <a:ext cx="182" cy="158"/>
              </a:xfrm>
              <a:custGeom>
                <a:avLst/>
                <a:gdLst>
                  <a:gd name="T0" fmla="*/ 1987 w 98"/>
                  <a:gd name="T1" fmla="*/ 624 h 80"/>
                  <a:gd name="T2" fmla="*/ 1001 w 98"/>
                  <a:gd name="T3" fmla="*/ 184 h 80"/>
                  <a:gd name="T4" fmla="*/ 290 w 98"/>
                  <a:gd name="T5" fmla="*/ 1564 h 80"/>
                  <a:gd name="T6" fmla="*/ 225 w 98"/>
                  <a:gd name="T7" fmla="*/ 2252 h 80"/>
                  <a:gd name="T8" fmla="*/ 724 w 98"/>
                  <a:gd name="T9" fmla="*/ 1825 h 80"/>
                  <a:gd name="T10" fmla="*/ 1320 w 98"/>
                  <a:gd name="T11" fmla="*/ 1809 h 80"/>
                  <a:gd name="T12" fmla="*/ 1859 w 98"/>
                  <a:gd name="T13" fmla="*/ 1388 h 80"/>
                  <a:gd name="T14" fmla="*/ 2138 w 98"/>
                  <a:gd name="T15" fmla="*/ 988 h 80"/>
                  <a:gd name="T16" fmla="*/ 1943 w 98"/>
                  <a:gd name="T17" fmla="*/ 608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80">
                    <a:moveTo>
                      <a:pt x="90" y="21"/>
                    </a:moveTo>
                    <a:cubicBezTo>
                      <a:pt x="82" y="12"/>
                      <a:pt x="55" y="0"/>
                      <a:pt x="45" y="6"/>
                    </a:cubicBezTo>
                    <a:cubicBezTo>
                      <a:pt x="31" y="14"/>
                      <a:pt x="24" y="39"/>
                      <a:pt x="13" y="52"/>
                    </a:cubicBezTo>
                    <a:cubicBezTo>
                      <a:pt x="8" y="58"/>
                      <a:pt x="0" y="68"/>
                      <a:pt x="10" y="75"/>
                    </a:cubicBezTo>
                    <a:cubicBezTo>
                      <a:pt x="19" y="80"/>
                      <a:pt x="27" y="67"/>
                      <a:pt x="33" y="61"/>
                    </a:cubicBezTo>
                    <a:cubicBezTo>
                      <a:pt x="46" y="49"/>
                      <a:pt x="46" y="61"/>
                      <a:pt x="60" y="60"/>
                    </a:cubicBezTo>
                    <a:cubicBezTo>
                      <a:pt x="68" y="59"/>
                      <a:pt x="77" y="50"/>
                      <a:pt x="84" y="46"/>
                    </a:cubicBezTo>
                    <a:cubicBezTo>
                      <a:pt x="89" y="42"/>
                      <a:pt x="97" y="43"/>
                      <a:pt x="97" y="33"/>
                    </a:cubicBezTo>
                    <a:cubicBezTo>
                      <a:pt x="98" y="25"/>
                      <a:pt x="93" y="21"/>
                      <a:pt x="88" y="20"/>
                    </a:cubicBezTo>
                  </a:path>
                </a:pathLst>
              </a:custGeom>
              <a:solidFill>
                <a:srgbClr val="963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2" name="Freeform 635">
                <a:extLst>
                  <a:ext uri="{FF2B5EF4-FFF2-40B4-BE49-F238E27FC236}">
                    <a16:creationId xmlns:a16="http://schemas.microsoft.com/office/drawing/2014/main" id="{80532552-1E88-4DB5-B092-D535A0672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377"/>
                <a:ext cx="217" cy="156"/>
              </a:xfrm>
              <a:custGeom>
                <a:avLst/>
                <a:gdLst>
                  <a:gd name="T0" fmla="*/ 2394 w 117"/>
                  <a:gd name="T1" fmla="*/ 0 h 79"/>
                  <a:gd name="T2" fmla="*/ 1135 w 117"/>
                  <a:gd name="T3" fmla="*/ 748 h 79"/>
                  <a:gd name="T4" fmla="*/ 530 w 117"/>
                  <a:gd name="T5" fmla="*/ 1076 h 79"/>
                  <a:gd name="T6" fmla="*/ 69 w 117"/>
                  <a:gd name="T7" fmla="*/ 1919 h 79"/>
                  <a:gd name="T8" fmla="*/ 440 w 117"/>
                  <a:gd name="T9" fmla="*/ 1777 h 79"/>
                  <a:gd name="T10" fmla="*/ 530 w 117"/>
                  <a:gd name="T11" fmla="*/ 2071 h 79"/>
                  <a:gd name="T12" fmla="*/ 677 w 117"/>
                  <a:gd name="T13" fmla="*/ 2188 h 79"/>
                  <a:gd name="T14" fmla="*/ 1122 w 117"/>
                  <a:gd name="T15" fmla="*/ 1977 h 79"/>
                  <a:gd name="T16" fmla="*/ 1469 w 117"/>
                  <a:gd name="T17" fmla="*/ 1919 h 79"/>
                  <a:gd name="T18" fmla="*/ 1908 w 117"/>
                  <a:gd name="T19" fmla="*/ 1532 h 79"/>
                  <a:gd name="T20" fmla="*/ 1999 w 117"/>
                  <a:gd name="T21" fmla="*/ 1232 h 79"/>
                  <a:gd name="T22" fmla="*/ 2157 w 117"/>
                  <a:gd name="T23" fmla="*/ 1049 h 79"/>
                  <a:gd name="T24" fmla="*/ 2394 w 117"/>
                  <a:gd name="T25" fmla="*/ 63 h 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7" h="79">
                    <a:moveTo>
                      <a:pt x="109" y="0"/>
                    </a:moveTo>
                    <a:cubicBezTo>
                      <a:pt x="93" y="19"/>
                      <a:pt x="74" y="25"/>
                      <a:pt x="52" y="25"/>
                    </a:cubicBezTo>
                    <a:cubicBezTo>
                      <a:pt x="41" y="25"/>
                      <a:pt x="35" y="28"/>
                      <a:pt x="24" y="36"/>
                    </a:cubicBezTo>
                    <a:cubicBezTo>
                      <a:pt x="18" y="41"/>
                      <a:pt x="0" y="51"/>
                      <a:pt x="3" y="64"/>
                    </a:cubicBezTo>
                    <a:cubicBezTo>
                      <a:pt x="7" y="62"/>
                      <a:pt x="15" y="55"/>
                      <a:pt x="20" y="59"/>
                    </a:cubicBezTo>
                    <a:cubicBezTo>
                      <a:pt x="23" y="61"/>
                      <a:pt x="22" y="67"/>
                      <a:pt x="24" y="69"/>
                    </a:cubicBezTo>
                    <a:cubicBezTo>
                      <a:pt x="25" y="71"/>
                      <a:pt x="29" y="72"/>
                      <a:pt x="31" y="73"/>
                    </a:cubicBezTo>
                    <a:cubicBezTo>
                      <a:pt x="42" y="79"/>
                      <a:pt x="41" y="73"/>
                      <a:pt x="51" y="66"/>
                    </a:cubicBezTo>
                    <a:cubicBezTo>
                      <a:pt x="56" y="62"/>
                      <a:pt x="61" y="65"/>
                      <a:pt x="67" y="64"/>
                    </a:cubicBezTo>
                    <a:cubicBezTo>
                      <a:pt x="73" y="62"/>
                      <a:pt x="84" y="57"/>
                      <a:pt x="87" y="51"/>
                    </a:cubicBezTo>
                    <a:cubicBezTo>
                      <a:pt x="89" y="49"/>
                      <a:pt x="89" y="44"/>
                      <a:pt x="91" y="41"/>
                    </a:cubicBezTo>
                    <a:cubicBezTo>
                      <a:pt x="92" y="39"/>
                      <a:pt x="96" y="37"/>
                      <a:pt x="98" y="35"/>
                    </a:cubicBezTo>
                    <a:cubicBezTo>
                      <a:pt x="107" y="26"/>
                      <a:pt x="117" y="17"/>
                      <a:pt x="109" y="2"/>
                    </a:cubicBezTo>
                  </a:path>
                </a:pathLst>
              </a:custGeom>
              <a:solidFill>
                <a:srgbClr val="963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3" name="Freeform 636">
                <a:extLst>
                  <a:ext uri="{FF2B5EF4-FFF2-40B4-BE49-F238E27FC236}">
                    <a16:creationId xmlns:a16="http://schemas.microsoft.com/office/drawing/2014/main" id="{84B092FC-75F7-42F8-B943-E4B546B0D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572"/>
                <a:ext cx="93" cy="143"/>
              </a:xfrm>
              <a:custGeom>
                <a:avLst/>
                <a:gdLst>
                  <a:gd name="T0" fmla="*/ 1114 w 50"/>
                  <a:gd name="T1" fmla="*/ 0 h 72"/>
                  <a:gd name="T2" fmla="*/ 225 w 50"/>
                  <a:gd name="T3" fmla="*/ 620 h 72"/>
                  <a:gd name="T4" fmla="*/ 69 w 50"/>
                  <a:gd name="T5" fmla="*/ 1357 h 72"/>
                  <a:gd name="T6" fmla="*/ 0 w 50"/>
                  <a:gd name="T7" fmla="*/ 2131 h 72"/>
                  <a:gd name="T8" fmla="*/ 696 w 50"/>
                  <a:gd name="T9" fmla="*/ 1293 h 72"/>
                  <a:gd name="T10" fmla="*/ 876 w 50"/>
                  <a:gd name="T11" fmla="*/ 588 h 72"/>
                  <a:gd name="T12" fmla="*/ 1042 w 50"/>
                  <a:gd name="T13" fmla="*/ 344 h 72"/>
                  <a:gd name="T14" fmla="*/ 1086 w 50"/>
                  <a:gd name="T15" fmla="*/ 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72">
                    <a:moveTo>
                      <a:pt x="50" y="0"/>
                    </a:moveTo>
                    <a:cubicBezTo>
                      <a:pt x="38" y="6"/>
                      <a:pt x="17" y="4"/>
                      <a:pt x="10" y="20"/>
                    </a:cubicBezTo>
                    <a:cubicBezTo>
                      <a:pt x="7" y="26"/>
                      <a:pt x="3" y="37"/>
                      <a:pt x="3" y="44"/>
                    </a:cubicBezTo>
                    <a:cubicBezTo>
                      <a:pt x="2" y="54"/>
                      <a:pt x="4" y="59"/>
                      <a:pt x="0" y="69"/>
                    </a:cubicBezTo>
                    <a:cubicBezTo>
                      <a:pt x="9" y="72"/>
                      <a:pt x="28" y="52"/>
                      <a:pt x="31" y="42"/>
                    </a:cubicBezTo>
                    <a:cubicBezTo>
                      <a:pt x="34" y="34"/>
                      <a:pt x="33" y="26"/>
                      <a:pt x="39" y="19"/>
                    </a:cubicBezTo>
                    <a:cubicBezTo>
                      <a:pt x="41" y="16"/>
                      <a:pt x="45" y="14"/>
                      <a:pt x="47" y="11"/>
                    </a:cubicBezTo>
                    <a:cubicBezTo>
                      <a:pt x="49" y="8"/>
                      <a:pt x="45" y="4"/>
                      <a:pt x="49" y="0"/>
                    </a:cubicBezTo>
                  </a:path>
                </a:pathLst>
              </a:custGeom>
              <a:solidFill>
                <a:srgbClr val="963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4" name="Freeform 637">
                <a:extLst>
                  <a:ext uri="{FF2B5EF4-FFF2-40B4-BE49-F238E27FC236}">
                    <a16:creationId xmlns:a16="http://schemas.microsoft.com/office/drawing/2014/main" id="{49777B71-74D5-4633-880D-65D27A3E0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1551"/>
                <a:ext cx="250" cy="148"/>
              </a:xfrm>
              <a:custGeom>
                <a:avLst/>
                <a:gdLst>
                  <a:gd name="T0" fmla="*/ 2431 w 135"/>
                  <a:gd name="T1" fmla="*/ 744 h 75"/>
                  <a:gd name="T2" fmla="*/ 1283 w 135"/>
                  <a:gd name="T3" fmla="*/ 483 h 75"/>
                  <a:gd name="T4" fmla="*/ 661 w 135"/>
                  <a:gd name="T5" fmla="*/ 545 h 75"/>
                  <a:gd name="T6" fmla="*/ 44 w 135"/>
                  <a:gd name="T7" fmla="*/ 363 h 75"/>
                  <a:gd name="T8" fmla="*/ 128 w 135"/>
                  <a:gd name="T9" fmla="*/ 776 h 75"/>
                  <a:gd name="T10" fmla="*/ 761 w 135"/>
                  <a:gd name="T11" fmla="*/ 1168 h 75"/>
                  <a:gd name="T12" fmla="*/ 1506 w 135"/>
                  <a:gd name="T13" fmla="*/ 1293 h 75"/>
                  <a:gd name="T14" fmla="*/ 2331 w 135"/>
                  <a:gd name="T15" fmla="*/ 1589 h 75"/>
                  <a:gd name="T16" fmla="*/ 2870 w 135"/>
                  <a:gd name="T17" fmla="*/ 2212 h 75"/>
                  <a:gd name="T18" fmla="*/ 2400 w 135"/>
                  <a:gd name="T19" fmla="*/ 685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75">
                    <a:moveTo>
                      <a:pt x="112" y="25"/>
                    </a:moveTo>
                    <a:cubicBezTo>
                      <a:pt x="104" y="0"/>
                      <a:pt x="73" y="14"/>
                      <a:pt x="59" y="16"/>
                    </a:cubicBezTo>
                    <a:cubicBezTo>
                      <a:pt x="49" y="17"/>
                      <a:pt x="40" y="19"/>
                      <a:pt x="30" y="18"/>
                    </a:cubicBezTo>
                    <a:cubicBezTo>
                      <a:pt x="20" y="17"/>
                      <a:pt x="11" y="13"/>
                      <a:pt x="2" y="12"/>
                    </a:cubicBezTo>
                    <a:cubicBezTo>
                      <a:pt x="0" y="20"/>
                      <a:pt x="9" y="17"/>
                      <a:pt x="6" y="26"/>
                    </a:cubicBezTo>
                    <a:cubicBezTo>
                      <a:pt x="16" y="30"/>
                      <a:pt x="25" y="33"/>
                      <a:pt x="35" y="39"/>
                    </a:cubicBezTo>
                    <a:cubicBezTo>
                      <a:pt x="45" y="45"/>
                      <a:pt x="58" y="41"/>
                      <a:pt x="69" y="43"/>
                    </a:cubicBezTo>
                    <a:cubicBezTo>
                      <a:pt x="81" y="45"/>
                      <a:pt x="96" y="47"/>
                      <a:pt x="107" y="53"/>
                    </a:cubicBezTo>
                    <a:cubicBezTo>
                      <a:pt x="114" y="57"/>
                      <a:pt x="125" y="75"/>
                      <a:pt x="132" y="74"/>
                    </a:cubicBezTo>
                    <a:cubicBezTo>
                      <a:pt x="135" y="58"/>
                      <a:pt x="108" y="44"/>
                      <a:pt x="110" y="23"/>
                    </a:cubicBezTo>
                  </a:path>
                </a:pathLst>
              </a:custGeom>
              <a:solidFill>
                <a:srgbClr val="963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5" name="Freeform 638">
                <a:extLst>
                  <a:ext uri="{FF2B5EF4-FFF2-40B4-BE49-F238E27FC236}">
                    <a16:creationId xmlns:a16="http://schemas.microsoft.com/office/drawing/2014/main" id="{5A617B6B-4E5C-4336-A98A-079DD2D86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861"/>
                <a:ext cx="1490" cy="306"/>
              </a:xfrm>
              <a:custGeom>
                <a:avLst/>
                <a:gdLst>
                  <a:gd name="T0" fmla="*/ 17489 w 805"/>
                  <a:gd name="T1" fmla="*/ 393 h 155"/>
                  <a:gd name="T2" fmla="*/ 15985 w 805"/>
                  <a:gd name="T3" fmla="*/ 245 h 155"/>
                  <a:gd name="T4" fmla="*/ 14039 w 805"/>
                  <a:gd name="T5" fmla="*/ 624 h 155"/>
                  <a:gd name="T6" fmla="*/ 12951 w 805"/>
                  <a:gd name="T7" fmla="*/ 1684 h 155"/>
                  <a:gd name="T8" fmla="*/ 12170 w 805"/>
                  <a:gd name="T9" fmla="*/ 717 h 155"/>
                  <a:gd name="T10" fmla="*/ 10343 w 805"/>
                  <a:gd name="T11" fmla="*/ 717 h 155"/>
                  <a:gd name="T12" fmla="*/ 8705 w 805"/>
                  <a:gd name="T13" fmla="*/ 655 h 155"/>
                  <a:gd name="T14" fmla="*/ 7685 w 805"/>
                  <a:gd name="T15" fmla="*/ 1500 h 155"/>
                  <a:gd name="T16" fmla="*/ 6663 w 805"/>
                  <a:gd name="T17" fmla="*/ 1625 h 155"/>
                  <a:gd name="T18" fmla="*/ 5797 w 805"/>
                  <a:gd name="T19" fmla="*/ 2793 h 155"/>
                  <a:gd name="T20" fmla="*/ 4775 w 805"/>
                  <a:gd name="T21" fmla="*/ 985 h 155"/>
                  <a:gd name="T22" fmla="*/ 3322 w 805"/>
                  <a:gd name="T23" fmla="*/ 1384 h 155"/>
                  <a:gd name="T24" fmla="*/ 1936 w 805"/>
                  <a:gd name="T25" fmla="*/ 837 h 155"/>
                  <a:gd name="T26" fmla="*/ 1244 w 805"/>
                  <a:gd name="T27" fmla="*/ 300 h 155"/>
                  <a:gd name="T28" fmla="*/ 0 w 805"/>
                  <a:gd name="T29" fmla="*/ 393 h 155"/>
                  <a:gd name="T30" fmla="*/ 0 w 805"/>
                  <a:gd name="T31" fmla="*/ 1137 h 155"/>
                  <a:gd name="T32" fmla="*/ 1172 w 805"/>
                  <a:gd name="T33" fmla="*/ 1044 h 155"/>
                  <a:gd name="T34" fmla="*/ 1960 w 805"/>
                  <a:gd name="T35" fmla="*/ 1716 h 155"/>
                  <a:gd name="T36" fmla="*/ 3346 w 805"/>
                  <a:gd name="T37" fmla="*/ 2276 h 155"/>
                  <a:gd name="T38" fmla="*/ 4799 w 805"/>
                  <a:gd name="T39" fmla="*/ 1856 h 155"/>
                  <a:gd name="T40" fmla="*/ 5849 w 805"/>
                  <a:gd name="T41" fmla="*/ 3664 h 155"/>
                  <a:gd name="T42" fmla="*/ 6691 w 805"/>
                  <a:gd name="T43" fmla="*/ 2525 h 155"/>
                  <a:gd name="T44" fmla="*/ 7735 w 805"/>
                  <a:gd name="T45" fmla="*/ 2401 h 155"/>
                  <a:gd name="T46" fmla="*/ 8757 w 805"/>
                  <a:gd name="T47" fmla="*/ 1564 h 155"/>
                  <a:gd name="T48" fmla="*/ 10387 w 805"/>
                  <a:gd name="T49" fmla="*/ 1593 h 155"/>
                  <a:gd name="T50" fmla="*/ 12207 w 805"/>
                  <a:gd name="T51" fmla="*/ 1593 h 155"/>
                  <a:gd name="T52" fmla="*/ 12968 w 805"/>
                  <a:gd name="T53" fmla="*/ 2553 h 155"/>
                  <a:gd name="T54" fmla="*/ 14060 w 805"/>
                  <a:gd name="T55" fmla="*/ 1500 h 155"/>
                  <a:gd name="T56" fmla="*/ 16012 w 805"/>
                  <a:gd name="T57" fmla="*/ 1108 h 155"/>
                  <a:gd name="T58" fmla="*/ 16057 w 805"/>
                  <a:gd name="T59" fmla="*/ 1044 h 155"/>
                  <a:gd name="T60" fmla="*/ 17489 w 805"/>
                  <a:gd name="T61" fmla="*/ 1137 h 155"/>
                  <a:gd name="T62" fmla="*/ 17489 w 805"/>
                  <a:gd name="T63" fmla="*/ 393 h 15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05" h="155">
                    <a:moveTo>
                      <a:pt x="805" y="13"/>
                    </a:moveTo>
                    <a:cubicBezTo>
                      <a:pt x="805" y="13"/>
                      <a:pt x="749" y="11"/>
                      <a:pt x="736" y="8"/>
                    </a:cubicBezTo>
                    <a:cubicBezTo>
                      <a:pt x="729" y="22"/>
                      <a:pt x="667" y="16"/>
                      <a:pt x="646" y="21"/>
                    </a:cubicBezTo>
                    <a:cubicBezTo>
                      <a:pt x="624" y="26"/>
                      <a:pt x="621" y="52"/>
                      <a:pt x="596" y="56"/>
                    </a:cubicBezTo>
                    <a:cubicBezTo>
                      <a:pt x="571" y="60"/>
                      <a:pt x="577" y="17"/>
                      <a:pt x="560" y="24"/>
                    </a:cubicBezTo>
                    <a:cubicBezTo>
                      <a:pt x="544" y="30"/>
                      <a:pt x="500" y="41"/>
                      <a:pt x="476" y="24"/>
                    </a:cubicBezTo>
                    <a:cubicBezTo>
                      <a:pt x="453" y="6"/>
                      <a:pt x="421" y="0"/>
                      <a:pt x="401" y="22"/>
                    </a:cubicBezTo>
                    <a:cubicBezTo>
                      <a:pt x="381" y="45"/>
                      <a:pt x="367" y="60"/>
                      <a:pt x="354" y="50"/>
                    </a:cubicBezTo>
                    <a:cubicBezTo>
                      <a:pt x="342" y="41"/>
                      <a:pt x="316" y="34"/>
                      <a:pt x="307" y="54"/>
                    </a:cubicBezTo>
                    <a:cubicBezTo>
                      <a:pt x="298" y="74"/>
                      <a:pt x="290" y="126"/>
                      <a:pt x="267" y="93"/>
                    </a:cubicBezTo>
                    <a:cubicBezTo>
                      <a:pt x="245" y="60"/>
                      <a:pt x="246" y="22"/>
                      <a:pt x="220" y="33"/>
                    </a:cubicBezTo>
                    <a:cubicBezTo>
                      <a:pt x="193" y="44"/>
                      <a:pt x="169" y="69"/>
                      <a:pt x="153" y="46"/>
                    </a:cubicBezTo>
                    <a:cubicBezTo>
                      <a:pt x="136" y="24"/>
                      <a:pt x="106" y="25"/>
                      <a:pt x="89" y="28"/>
                    </a:cubicBezTo>
                    <a:cubicBezTo>
                      <a:pt x="81" y="29"/>
                      <a:pt x="68" y="20"/>
                      <a:pt x="57" y="10"/>
                    </a:cubicBezTo>
                    <a:cubicBezTo>
                      <a:pt x="57" y="10"/>
                      <a:pt x="9" y="13"/>
                      <a:pt x="0" y="13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9"/>
                      <a:pt x="47" y="35"/>
                      <a:pt x="54" y="35"/>
                    </a:cubicBezTo>
                    <a:cubicBezTo>
                      <a:pt x="67" y="47"/>
                      <a:pt x="81" y="58"/>
                      <a:pt x="90" y="57"/>
                    </a:cubicBezTo>
                    <a:cubicBezTo>
                      <a:pt x="107" y="54"/>
                      <a:pt x="138" y="53"/>
                      <a:pt x="154" y="76"/>
                    </a:cubicBezTo>
                    <a:cubicBezTo>
                      <a:pt x="170" y="98"/>
                      <a:pt x="195" y="73"/>
                      <a:pt x="221" y="62"/>
                    </a:cubicBezTo>
                    <a:cubicBezTo>
                      <a:pt x="247" y="52"/>
                      <a:pt x="246" y="89"/>
                      <a:pt x="269" y="122"/>
                    </a:cubicBezTo>
                    <a:cubicBezTo>
                      <a:pt x="291" y="155"/>
                      <a:pt x="299" y="104"/>
                      <a:pt x="308" y="84"/>
                    </a:cubicBezTo>
                    <a:cubicBezTo>
                      <a:pt x="317" y="64"/>
                      <a:pt x="344" y="70"/>
                      <a:pt x="356" y="80"/>
                    </a:cubicBezTo>
                    <a:cubicBezTo>
                      <a:pt x="368" y="89"/>
                      <a:pt x="382" y="74"/>
                      <a:pt x="403" y="52"/>
                    </a:cubicBezTo>
                    <a:cubicBezTo>
                      <a:pt x="423" y="29"/>
                      <a:pt x="454" y="36"/>
                      <a:pt x="478" y="53"/>
                    </a:cubicBezTo>
                    <a:cubicBezTo>
                      <a:pt x="501" y="70"/>
                      <a:pt x="546" y="60"/>
                      <a:pt x="562" y="53"/>
                    </a:cubicBezTo>
                    <a:cubicBezTo>
                      <a:pt x="578" y="46"/>
                      <a:pt x="572" y="89"/>
                      <a:pt x="597" y="85"/>
                    </a:cubicBezTo>
                    <a:cubicBezTo>
                      <a:pt x="623" y="81"/>
                      <a:pt x="626" y="56"/>
                      <a:pt x="647" y="50"/>
                    </a:cubicBezTo>
                    <a:cubicBezTo>
                      <a:pt x="668" y="45"/>
                      <a:pt x="723" y="53"/>
                      <a:pt x="737" y="37"/>
                    </a:cubicBezTo>
                    <a:cubicBezTo>
                      <a:pt x="738" y="36"/>
                      <a:pt x="738" y="36"/>
                      <a:pt x="739" y="35"/>
                    </a:cubicBezTo>
                    <a:cubicBezTo>
                      <a:pt x="768" y="38"/>
                      <a:pt x="805" y="38"/>
                      <a:pt x="805" y="38"/>
                    </a:cubicBezTo>
                    <a:lnTo>
                      <a:pt x="805" y="1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6" name="Freeform 639">
                <a:extLst>
                  <a:ext uri="{FF2B5EF4-FFF2-40B4-BE49-F238E27FC236}">
                    <a16:creationId xmlns:a16="http://schemas.microsoft.com/office/drawing/2014/main" id="{A46C27F9-FC4A-4918-B6BA-1FDFA2E11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377"/>
                <a:ext cx="80" cy="93"/>
              </a:xfrm>
              <a:custGeom>
                <a:avLst/>
                <a:gdLst>
                  <a:gd name="T0" fmla="*/ 876 w 43"/>
                  <a:gd name="T1" fmla="*/ 63 h 47"/>
                  <a:gd name="T2" fmla="*/ 443 w 43"/>
                  <a:gd name="T3" fmla="*/ 125 h 47"/>
                  <a:gd name="T4" fmla="*/ 225 w 43"/>
                  <a:gd name="T5" fmla="*/ 752 h 47"/>
                  <a:gd name="T6" fmla="*/ 0 w 43"/>
                  <a:gd name="T7" fmla="*/ 1300 h 47"/>
                  <a:gd name="T8" fmla="*/ 560 w 43"/>
                  <a:gd name="T9" fmla="*/ 520 h 47"/>
                  <a:gd name="T10" fmla="*/ 876 w 43"/>
                  <a:gd name="T11" fmla="*/ 364 h 47"/>
                  <a:gd name="T12" fmla="*/ 806 w 43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7">
                    <a:moveTo>
                      <a:pt x="39" y="2"/>
                    </a:moveTo>
                    <a:cubicBezTo>
                      <a:pt x="32" y="2"/>
                      <a:pt x="26" y="1"/>
                      <a:pt x="20" y="4"/>
                    </a:cubicBezTo>
                    <a:cubicBezTo>
                      <a:pt x="17" y="11"/>
                      <a:pt x="13" y="19"/>
                      <a:pt x="10" y="25"/>
                    </a:cubicBezTo>
                    <a:cubicBezTo>
                      <a:pt x="7" y="31"/>
                      <a:pt x="0" y="34"/>
                      <a:pt x="0" y="43"/>
                    </a:cubicBezTo>
                    <a:cubicBezTo>
                      <a:pt x="11" y="47"/>
                      <a:pt x="16" y="21"/>
                      <a:pt x="25" y="17"/>
                    </a:cubicBezTo>
                    <a:cubicBezTo>
                      <a:pt x="30" y="15"/>
                      <a:pt x="35" y="19"/>
                      <a:pt x="39" y="12"/>
                    </a:cubicBezTo>
                    <a:cubicBezTo>
                      <a:pt x="42" y="7"/>
                      <a:pt x="43" y="0"/>
                      <a:pt x="36" y="0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7" name="Freeform 640">
                <a:extLst>
                  <a:ext uri="{FF2B5EF4-FFF2-40B4-BE49-F238E27FC236}">
                    <a16:creationId xmlns:a16="http://schemas.microsoft.com/office/drawing/2014/main" id="{995F7823-C824-4A66-8986-8F14E14D6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428"/>
                <a:ext cx="96" cy="69"/>
              </a:xfrm>
              <a:custGeom>
                <a:avLst/>
                <a:gdLst>
                  <a:gd name="T0" fmla="*/ 943 w 52"/>
                  <a:gd name="T1" fmla="*/ 0 h 35"/>
                  <a:gd name="T2" fmla="*/ 327 w 52"/>
                  <a:gd name="T3" fmla="*/ 528 h 35"/>
                  <a:gd name="T4" fmla="*/ 68 w 52"/>
                  <a:gd name="T5" fmla="*/ 743 h 35"/>
                  <a:gd name="T6" fmla="*/ 233 w 52"/>
                  <a:gd name="T7" fmla="*/ 889 h 35"/>
                  <a:gd name="T8" fmla="*/ 631 w 52"/>
                  <a:gd name="T9" fmla="*/ 743 h 35"/>
                  <a:gd name="T10" fmla="*/ 906 w 52"/>
                  <a:gd name="T11" fmla="*/ 528 h 35"/>
                  <a:gd name="T12" fmla="*/ 1095 w 52"/>
                  <a:gd name="T13" fmla="*/ 300 h 35"/>
                  <a:gd name="T14" fmla="*/ 919 w 52"/>
                  <a:gd name="T15" fmla="*/ 32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44" y="0"/>
                    </a:moveTo>
                    <a:cubicBezTo>
                      <a:pt x="29" y="0"/>
                      <a:pt x="26" y="10"/>
                      <a:pt x="15" y="18"/>
                    </a:cubicBezTo>
                    <a:cubicBezTo>
                      <a:pt x="11" y="21"/>
                      <a:pt x="5" y="18"/>
                      <a:pt x="3" y="25"/>
                    </a:cubicBezTo>
                    <a:cubicBezTo>
                      <a:pt x="0" y="35"/>
                      <a:pt x="7" y="31"/>
                      <a:pt x="11" y="30"/>
                    </a:cubicBezTo>
                    <a:cubicBezTo>
                      <a:pt x="17" y="29"/>
                      <a:pt x="23" y="26"/>
                      <a:pt x="29" y="25"/>
                    </a:cubicBezTo>
                    <a:cubicBezTo>
                      <a:pt x="36" y="23"/>
                      <a:pt x="36" y="22"/>
                      <a:pt x="42" y="18"/>
                    </a:cubicBezTo>
                    <a:cubicBezTo>
                      <a:pt x="46" y="16"/>
                      <a:pt x="52" y="20"/>
                      <a:pt x="51" y="10"/>
                    </a:cubicBezTo>
                    <a:cubicBezTo>
                      <a:pt x="51" y="4"/>
                      <a:pt x="47" y="1"/>
                      <a:pt x="43" y="1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8" name="Freeform 641">
                <a:extLst>
                  <a:ext uri="{FF2B5EF4-FFF2-40B4-BE49-F238E27FC236}">
                    <a16:creationId xmlns:a16="http://schemas.microsoft.com/office/drawing/2014/main" id="{3B08E3D3-6149-47F7-A273-8A780DF5C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1398"/>
                <a:ext cx="55" cy="70"/>
              </a:xfrm>
              <a:custGeom>
                <a:avLst/>
                <a:gdLst>
                  <a:gd name="T0" fmla="*/ 105 w 30"/>
                  <a:gd name="T1" fmla="*/ 640 h 35"/>
                  <a:gd name="T2" fmla="*/ 541 w 30"/>
                  <a:gd name="T3" fmla="*/ 0 h 35"/>
                  <a:gd name="T4" fmla="*/ 24 w 30"/>
                  <a:gd name="T5" fmla="*/ 1088 h 35"/>
                  <a:gd name="T6" fmla="*/ 68 w 30"/>
                  <a:gd name="T7" fmla="*/ 73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5">
                    <a:moveTo>
                      <a:pt x="5" y="20"/>
                    </a:moveTo>
                    <a:cubicBezTo>
                      <a:pt x="12" y="12"/>
                      <a:pt x="16" y="2"/>
                      <a:pt x="26" y="0"/>
                    </a:cubicBezTo>
                    <a:cubicBezTo>
                      <a:pt x="30" y="12"/>
                      <a:pt x="10" y="35"/>
                      <a:pt x="1" y="34"/>
                    </a:cubicBezTo>
                    <a:cubicBezTo>
                      <a:pt x="0" y="30"/>
                      <a:pt x="1" y="26"/>
                      <a:pt x="3" y="23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9" name="Freeform 642">
                <a:extLst>
                  <a:ext uri="{FF2B5EF4-FFF2-40B4-BE49-F238E27FC236}">
                    <a16:creationId xmlns:a16="http://schemas.microsoft.com/office/drawing/2014/main" id="{E931CD45-987C-489C-81FD-BE67062DF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84"/>
                <a:ext cx="52" cy="132"/>
              </a:xfrm>
              <a:custGeom>
                <a:avLst/>
                <a:gdLst>
                  <a:gd name="T0" fmla="*/ 620 w 28"/>
                  <a:gd name="T1" fmla="*/ 0 h 67"/>
                  <a:gd name="T2" fmla="*/ 128 w 28"/>
                  <a:gd name="T3" fmla="*/ 388 h 67"/>
                  <a:gd name="T4" fmla="*/ 69 w 28"/>
                  <a:gd name="T5" fmla="*/ 889 h 67"/>
                  <a:gd name="T6" fmla="*/ 0 w 28"/>
                  <a:gd name="T7" fmla="*/ 1369 h 67"/>
                  <a:gd name="T8" fmla="*/ 225 w 28"/>
                  <a:gd name="T9" fmla="*/ 711 h 67"/>
                  <a:gd name="T10" fmla="*/ 487 w 28"/>
                  <a:gd name="T11" fmla="*/ 63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67">
                    <a:moveTo>
                      <a:pt x="28" y="0"/>
                    </a:moveTo>
                    <a:cubicBezTo>
                      <a:pt x="21" y="6"/>
                      <a:pt x="12" y="4"/>
                      <a:pt x="6" y="13"/>
                    </a:cubicBezTo>
                    <a:cubicBezTo>
                      <a:pt x="3" y="19"/>
                      <a:pt x="4" y="23"/>
                      <a:pt x="3" y="30"/>
                    </a:cubicBezTo>
                    <a:cubicBezTo>
                      <a:pt x="3" y="32"/>
                      <a:pt x="0" y="44"/>
                      <a:pt x="0" y="46"/>
                    </a:cubicBezTo>
                    <a:cubicBezTo>
                      <a:pt x="5" y="67"/>
                      <a:pt x="9" y="27"/>
                      <a:pt x="10" y="24"/>
                    </a:cubicBezTo>
                    <a:cubicBezTo>
                      <a:pt x="14" y="15"/>
                      <a:pt x="24" y="13"/>
                      <a:pt x="22" y="2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0" name="Freeform 643">
                <a:extLst>
                  <a:ext uri="{FF2B5EF4-FFF2-40B4-BE49-F238E27FC236}">
                    <a16:creationId xmlns:a16="http://schemas.microsoft.com/office/drawing/2014/main" id="{245D8ED7-C3DA-4F8C-9F93-616FAA1AA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554"/>
                <a:ext cx="154" cy="74"/>
              </a:xfrm>
              <a:custGeom>
                <a:avLst/>
                <a:gdLst>
                  <a:gd name="T0" fmla="*/ 0 w 83"/>
                  <a:gd name="T1" fmla="*/ 640 h 37"/>
                  <a:gd name="T2" fmla="*/ 1106 w 83"/>
                  <a:gd name="T3" fmla="*/ 256 h 37"/>
                  <a:gd name="T4" fmla="*/ 1776 w 83"/>
                  <a:gd name="T5" fmla="*/ 1152 h 37"/>
                  <a:gd name="T6" fmla="*/ 1360 w 83"/>
                  <a:gd name="T7" fmla="*/ 736 h 37"/>
                  <a:gd name="T8" fmla="*/ 1136 w 83"/>
                  <a:gd name="T9" fmla="*/ 992 h 37"/>
                  <a:gd name="T10" fmla="*/ 902 w 83"/>
                  <a:gd name="T11" fmla="*/ 896 h 37"/>
                  <a:gd name="T12" fmla="*/ 486 w 83"/>
                  <a:gd name="T13" fmla="*/ 1024 h 37"/>
                  <a:gd name="T14" fmla="*/ 69 w 83"/>
                  <a:gd name="T15" fmla="*/ 736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37">
                    <a:moveTo>
                      <a:pt x="0" y="20"/>
                    </a:moveTo>
                    <a:cubicBezTo>
                      <a:pt x="20" y="20"/>
                      <a:pt x="33" y="16"/>
                      <a:pt x="50" y="8"/>
                    </a:cubicBezTo>
                    <a:cubicBezTo>
                      <a:pt x="64" y="0"/>
                      <a:pt x="83" y="11"/>
                      <a:pt x="81" y="36"/>
                    </a:cubicBezTo>
                    <a:cubicBezTo>
                      <a:pt x="74" y="37"/>
                      <a:pt x="70" y="23"/>
                      <a:pt x="62" y="23"/>
                    </a:cubicBezTo>
                    <a:cubicBezTo>
                      <a:pt x="57" y="23"/>
                      <a:pt x="56" y="29"/>
                      <a:pt x="52" y="31"/>
                    </a:cubicBezTo>
                    <a:cubicBezTo>
                      <a:pt x="47" y="32"/>
                      <a:pt x="45" y="28"/>
                      <a:pt x="41" y="28"/>
                    </a:cubicBezTo>
                    <a:cubicBezTo>
                      <a:pt x="35" y="28"/>
                      <a:pt x="29" y="34"/>
                      <a:pt x="22" y="32"/>
                    </a:cubicBezTo>
                    <a:cubicBezTo>
                      <a:pt x="15" y="30"/>
                      <a:pt x="10" y="25"/>
                      <a:pt x="3" y="23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1" name="Freeform 644">
                <a:extLst>
                  <a:ext uri="{FF2B5EF4-FFF2-40B4-BE49-F238E27FC236}">
                    <a16:creationId xmlns:a16="http://schemas.microsoft.com/office/drawing/2014/main" id="{02856EE6-A18E-4CAB-A2B0-0B0C8B9DB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268"/>
                <a:ext cx="93" cy="126"/>
              </a:xfrm>
              <a:custGeom>
                <a:avLst/>
                <a:gdLst>
                  <a:gd name="T0" fmla="*/ 0 w 50"/>
                  <a:gd name="T1" fmla="*/ 480 h 64"/>
                  <a:gd name="T2" fmla="*/ 309 w 50"/>
                  <a:gd name="T3" fmla="*/ 244 h 64"/>
                  <a:gd name="T4" fmla="*/ 824 w 50"/>
                  <a:gd name="T5" fmla="*/ 152 h 64"/>
                  <a:gd name="T6" fmla="*/ 1086 w 50"/>
                  <a:gd name="T7" fmla="*/ 1892 h 64"/>
                  <a:gd name="T8" fmla="*/ 668 w 50"/>
                  <a:gd name="T9" fmla="*/ 496 h 64"/>
                  <a:gd name="T10" fmla="*/ 69 w 50"/>
                  <a:gd name="T11" fmla="*/ 48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64">
                    <a:moveTo>
                      <a:pt x="0" y="16"/>
                    </a:moveTo>
                    <a:cubicBezTo>
                      <a:pt x="0" y="13"/>
                      <a:pt x="11" y="10"/>
                      <a:pt x="14" y="8"/>
                    </a:cubicBezTo>
                    <a:cubicBezTo>
                      <a:pt x="20" y="6"/>
                      <a:pt x="31" y="0"/>
                      <a:pt x="37" y="5"/>
                    </a:cubicBezTo>
                    <a:cubicBezTo>
                      <a:pt x="45" y="10"/>
                      <a:pt x="50" y="53"/>
                      <a:pt x="49" y="64"/>
                    </a:cubicBezTo>
                    <a:cubicBezTo>
                      <a:pt x="39" y="54"/>
                      <a:pt x="39" y="26"/>
                      <a:pt x="30" y="17"/>
                    </a:cubicBezTo>
                    <a:cubicBezTo>
                      <a:pt x="22" y="9"/>
                      <a:pt x="9" y="25"/>
                      <a:pt x="3" y="16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2" name="Freeform 645">
                <a:extLst>
                  <a:ext uri="{FF2B5EF4-FFF2-40B4-BE49-F238E27FC236}">
                    <a16:creationId xmlns:a16="http://schemas.microsoft.com/office/drawing/2014/main" id="{5026609B-86AD-49BB-8FE1-17D722506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493"/>
                <a:ext cx="74" cy="233"/>
              </a:xfrm>
              <a:custGeom>
                <a:avLst/>
                <a:gdLst>
                  <a:gd name="T0" fmla="*/ 866 w 40"/>
                  <a:gd name="T1" fmla="*/ 93 h 118"/>
                  <a:gd name="T2" fmla="*/ 387 w 40"/>
                  <a:gd name="T3" fmla="*/ 869 h 118"/>
                  <a:gd name="T4" fmla="*/ 537 w 40"/>
                  <a:gd name="T5" fmla="*/ 1917 h 118"/>
                  <a:gd name="T6" fmla="*/ 329 w 40"/>
                  <a:gd name="T7" fmla="*/ 3540 h 118"/>
                  <a:gd name="T8" fmla="*/ 514 w 40"/>
                  <a:gd name="T9" fmla="*/ 2796 h 118"/>
                  <a:gd name="T10" fmla="*/ 564 w 40"/>
                  <a:gd name="T11" fmla="*/ 1856 h 118"/>
                  <a:gd name="T12" fmla="*/ 564 w 40"/>
                  <a:gd name="T13" fmla="*/ 1076 h 118"/>
                  <a:gd name="T14" fmla="*/ 825 w 40"/>
                  <a:gd name="T15" fmla="*/ 184 h 1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18">
                    <a:moveTo>
                      <a:pt x="40" y="3"/>
                    </a:moveTo>
                    <a:cubicBezTo>
                      <a:pt x="29" y="0"/>
                      <a:pt x="19" y="17"/>
                      <a:pt x="18" y="29"/>
                    </a:cubicBezTo>
                    <a:cubicBezTo>
                      <a:pt x="16" y="43"/>
                      <a:pt x="24" y="52"/>
                      <a:pt x="25" y="64"/>
                    </a:cubicBezTo>
                    <a:cubicBezTo>
                      <a:pt x="26" y="80"/>
                      <a:pt x="0" y="108"/>
                      <a:pt x="15" y="118"/>
                    </a:cubicBezTo>
                    <a:cubicBezTo>
                      <a:pt x="12" y="106"/>
                      <a:pt x="20" y="102"/>
                      <a:pt x="24" y="93"/>
                    </a:cubicBezTo>
                    <a:cubicBezTo>
                      <a:pt x="29" y="82"/>
                      <a:pt x="25" y="73"/>
                      <a:pt x="26" y="62"/>
                    </a:cubicBezTo>
                    <a:cubicBezTo>
                      <a:pt x="26" y="52"/>
                      <a:pt x="28" y="46"/>
                      <a:pt x="26" y="36"/>
                    </a:cubicBezTo>
                    <a:cubicBezTo>
                      <a:pt x="24" y="20"/>
                      <a:pt x="24" y="13"/>
                      <a:pt x="38" y="6"/>
                    </a:cubicBezTo>
                  </a:path>
                </a:pathLst>
              </a:custGeom>
              <a:solidFill>
                <a:srgbClr val="A53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3" name="Freeform 646">
                <a:extLst>
                  <a:ext uri="{FF2B5EF4-FFF2-40B4-BE49-F238E27FC236}">
                    <a16:creationId xmlns:a16="http://schemas.microsoft.com/office/drawing/2014/main" id="{48280E65-167D-4ED4-A079-7BDD4C388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556"/>
                <a:ext cx="183" cy="87"/>
              </a:xfrm>
              <a:custGeom>
                <a:avLst/>
                <a:gdLst>
                  <a:gd name="T0" fmla="*/ 0 w 99"/>
                  <a:gd name="T1" fmla="*/ 1329 h 44"/>
                  <a:gd name="T2" fmla="*/ 991 w 99"/>
                  <a:gd name="T3" fmla="*/ 609 h 44"/>
                  <a:gd name="T4" fmla="*/ 2135 w 99"/>
                  <a:gd name="T5" fmla="*/ 63 h 44"/>
                  <a:gd name="T6" fmla="*/ 922 w 99"/>
                  <a:gd name="T7" fmla="*/ 340 h 44"/>
                  <a:gd name="T8" fmla="*/ 24 w 99"/>
                  <a:gd name="T9" fmla="*/ 1329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44">
                    <a:moveTo>
                      <a:pt x="0" y="44"/>
                    </a:moveTo>
                    <a:cubicBezTo>
                      <a:pt x="14" y="26"/>
                      <a:pt x="27" y="20"/>
                      <a:pt x="46" y="20"/>
                    </a:cubicBezTo>
                    <a:cubicBezTo>
                      <a:pt x="65" y="20"/>
                      <a:pt x="83" y="17"/>
                      <a:pt x="99" y="2"/>
                    </a:cubicBezTo>
                    <a:cubicBezTo>
                      <a:pt x="79" y="0"/>
                      <a:pt x="62" y="11"/>
                      <a:pt x="43" y="11"/>
                    </a:cubicBezTo>
                    <a:cubicBezTo>
                      <a:pt x="24" y="10"/>
                      <a:pt x="6" y="19"/>
                      <a:pt x="1" y="44"/>
                    </a:cubicBezTo>
                  </a:path>
                </a:pathLst>
              </a:custGeom>
              <a:solidFill>
                <a:srgbClr val="76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4" name="Freeform 647">
                <a:extLst>
                  <a:ext uri="{FF2B5EF4-FFF2-40B4-BE49-F238E27FC236}">
                    <a16:creationId xmlns:a16="http://schemas.microsoft.com/office/drawing/2014/main" id="{80F18EB2-BC98-4610-B045-2228D7BA1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420"/>
                <a:ext cx="113" cy="89"/>
              </a:xfrm>
              <a:custGeom>
                <a:avLst/>
                <a:gdLst>
                  <a:gd name="T0" fmla="*/ 1328 w 61"/>
                  <a:gd name="T1" fmla="*/ 0 h 45"/>
                  <a:gd name="T2" fmla="*/ 761 w 61"/>
                  <a:gd name="T3" fmla="*/ 1052 h 45"/>
                  <a:gd name="T4" fmla="*/ 0 w 61"/>
                  <a:gd name="T5" fmla="*/ 1361 h 45"/>
                  <a:gd name="T6" fmla="*/ 363 w 61"/>
                  <a:gd name="T7" fmla="*/ 1028 h 45"/>
                  <a:gd name="T8" fmla="*/ 717 w 61"/>
                  <a:gd name="T9" fmla="*/ 935 h 45"/>
                  <a:gd name="T10" fmla="*/ 978 w 61"/>
                  <a:gd name="T11" fmla="*/ 427 h 45"/>
                  <a:gd name="T12" fmla="*/ 1312 w 61"/>
                  <a:gd name="T13" fmla="*/ 9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5">
                    <a:moveTo>
                      <a:pt x="61" y="0"/>
                    </a:moveTo>
                    <a:cubicBezTo>
                      <a:pt x="60" y="14"/>
                      <a:pt x="43" y="27"/>
                      <a:pt x="35" y="35"/>
                    </a:cubicBezTo>
                    <a:cubicBezTo>
                      <a:pt x="23" y="45"/>
                      <a:pt x="12" y="34"/>
                      <a:pt x="0" y="45"/>
                    </a:cubicBezTo>
                    <a:cubicBezTo>
                      <a:pt x="6" y="42"/>
                      <a:pt x="11" y="37"/>
                      <a:pt x="17" y="34"/>
                    </a:cubicBezTo>
                    <a:cubicBezTo>
                      <a:pt x="22" y="31"/>
                      <a:pt x="29" y="33"/>
                      <a:pt x="33" y="31"/>
                    </a:cubicBezTo>
                    <a:cubicBezTo>
                      <a:pt x="38" y="28"/>
                      <a:pt x="41" y="18"/>
                      <a:pt x="45" y="14"/>
                    </a:cubicBezTo>
                    <a:cubicBezTo>
                      <a:pt x="50" y="10"/>
                      <a:pt x="55" y="8"/>
                      <a:pt x="60" y="3"/>
                    </a:cubicBezTo>
                  </a:path>
                </a:pathLst>
              </a:custGeom>
              <a:solidFill>
                <a:srgbClr val="76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5" name="Freeform 648">
                <a:extLst>
                  <a:ext uri="{FF2B5EF4-FFF2-40B4-BE49-F238E27FC236}">
                    <a16:creationId xmlns:a16="http://schemas.microsoft.com/office/drawing/2014/main" id="{78E6286B-38BB-42B6-9641-5ADCFC1A9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523"/>
                <a:ext cx="176" cy="35"/>
              </a:xfrm>
              <a:custGeom>
                <a:avLst/>
                <a:gdLst>
                  <a:gd name="T0" fmla="*/ 0 w 95"/>
                  <a:gd name="T1" fmla="*/ 469 h 18"/>
                  <a:gd name="T2" fmla="*/ 591 w 95"/>
                  <a:gd name="T3" fmla="*/ 228 h 18"/>
                  <a:gd name="T4" fmla="*/ 1050 w 95"/>
                  <a:gd name="T5" fmla="*/ 228 h 18"/>
                  <a:gd name="T6" fmla="*/ 1482 w 95"/>
                  <a:gd name="T7" fmla="*/ 412 h 18"/>
                  <a:gd name="T8" fmla="*/ 2073 w 95"/>
                  <a:gd name="T9" fmla="*/ 303 h 18"/>
                  <a:gd name="T10" fmla="*/ 1462 w 95"/>
                  <a:gd name="T11" fmla="*/ 200 h 18"/>
                  <a:gd name="T12" fmla="*/ 967 w 95"/>
                  <a:gd name="T13" fmla="*/ 31 h 18"/>
                  <a:gd name="T14" fmla="*/ 44 w 95"/>
                  <a:gd name="T15" fmla="*/ 443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8">
                    <a:moveTo>
                      <a:pt x="0" y="17"/>
                    </a:moveTo>
                    <a:cubicBezTo>
                      <a:pt x="9" y="18"/>
                      <a:pt x="18" y="11"/>
                      <a:pt x="27" y="8"/>
                    </a:cubicBezTo>
                    <a:cubicBezTo>
                      <a:pt x="35" y="6"/>
                      <a:pt x="40" y="6"/>
                      <a:pt x="48" y="8"/>
                    </a:cubicBezTo>
                    <a:cubicBezTo>
                      <a:pt x="55" y="10"/>
                      <a:pt x="61" y="14"/>
                      <a:pt x="68" y="15"/>
                    </a:cubicBezTo>
                    <a:cubicBezTo>
                      <a:pt x="78" y="17"/>
                      <a:pt x="86" y="12"/>
                      <a:pt x="95" y="11"/>
                    </a:cubicBezTo>
                    <a:cubicBezTo>
                      <a:pt x="85" y="11"/>
                      <a:pt x="76" y="12"/>
                      <a:pt x="67" y="7"/>
                    </a:cubicBezTo>
                    <a:cubicBezTo>
                      <a:pt x="59" y="3"/>
                      <a:pt x="52" y="0"/>
                      <a:pt x="44" y="1"/>
                    </a:cubicBezTo>
                    <a:cubicBezTo>
                      <a:pt x="29" y="3"/>
                      <a:pt x="16" y="14"/>
                      <a:pt x="2" y="16"/>
                    </a:cubicBezTo>
                  </a:path>
                </a:pathLst>
              </a:custGeom>
              <a:solidFill>
                <a:srgbClr val="76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6" name="Freeform 649">
                <a:extLst>
                  <a:ext uri="{FF2B5EF4-FFF2-40B4-BE49-F238E27FC236}">
                    <a16:creationId xmlns:a16="http://schemas.microsoft.com/office/drawing/2014/main" id="{CF0F6C44-8984-42D4-B367-FE51C3410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44"/>
                <a:ext cx="15" cy="69"/>
              </a:xfrm>
              <a:custGeom>
                <a:avLst/>
                <a:gdLst>
                  <a:gd name="T0" fmla="*/ 0 w 8"/>
                  <a:gd name="T1" fmla="*/ 0 h 35"/>
                  <a:gd name="T2" fmla="*/ 158 w 8"/>
                  <a:gd name="T3" fmla="*/ 1041 h 35"/>
                  <a:gd name="T4" fmla="*/ 186 w 8"/>
                  <a:gd name="T5" fmla="*/ 513 h 35"/>
                  <a:gd name="T6" fmla="*/ 158 w 8"/>
                  <a:gd name="T7" fmla="*/ 32 h 35"/>
                  <a:gd name="T8" fmla="*/ 53 w 8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5">
                    <a:moveTo>
                      <a:pt x="0" y="0"/>
                    </a:moveTo>
                    <a:cubicBezTo>
                      <a:pt x="8" y="7"/>
                      <a:pt x="2" y="26"/>
                      <a:pt x="7" y="35"/>
                    </a:cubicBezTo>
                    <a:cubicBezTo>
                      <a:pt x="8" y="29"/>
                      <a:pt x="8" y="24"/>
                      <a:pt x="8" y="17"/>
                    </a:cubicBezTo>
                    <a:cubicBezTo>
                      <a:pt x="7" y="12"/>
                      <a:pt x="6" y="6"/>
                      <a:pt x="7" y="1"/>
                    </a:cubicBezTo>
                    <a:cubicBezTo>
                      <a:pt x="5" y="0"/>
                      <a:pt x="4" y="0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7" name="Freeform 650">
                <a:extLst>
                  <a:ext uri="{FF2B5EF4-FFF2-40B4-BE49-F238E27FC236}">
                    <a16:creationId xmlns:a16="http://schemas.microsoft.com/office/drawing/2014/main" id="{D52AB8BA-81DC-4D99-A4FF-6C58D28D8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232"/>
                <a:ext cx="28" cy="44"/>
              </a:xfrm>
              <a:custGeom>
                <a:avLst/>
                <a:gdLst>
                  <a:gd name="T0" fmla="*/ 0 w 15"/>
                  <a:gd name="T1" fmla="*/ 32 h 22"/>
                  <a:gd name="T2" fmla="*/ 112 w 15"/>
                  <a:gd name="T3" fmla="*/ 128 h 22"/>
                  <a:gd name="T4" fmla="*/ 209 w 15"/>
                  <a:gd name="T5" fmla="*/ 384 h 22"/>
                  <a:gd name="T6" fmla="*/ 338 w 15"/>
                  <a:gd name="T7" fmla="*/ 704 h 22"/>
                  <a:gd name="T8" fmla="*/ 157 w 15"/>
                  <a:gd name="T9" fmla="*/ 0 h 22"/>
                  <a:gd name="T10" fmla="*/ 45 w 15"/>
                  <a:gd name="T11" fmla="*/ 64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2">
                    <a:moveTo>
                      <a:pt x="0" y="1"/>
                    </a:moveTo>
                    <a:cubicBezTo>
                      <a:pt x="1" y="2"/>
                      <a:pt x="4" y="3"/>
                      <a:pt x="5" y="4"/>
                    </a:cubicBezTo>
                    <a:cubicBezTo>
                      <a:pt x="7" y="6"/>
                      <a:pt x="8" y="10"/>
                      <a:pt x="9" y="12"/>
                    </a:cubicBezTo>
                    <a:cubicBezTo>
                      <a:pt x="11" y="15"/>
                      <a:pt x="12" y="20"/>
                      <a:pt x="15" y="22"/>
                    </a:cubicBezTo>
                    <a:cubicBezTo>
                      <a:pt x="15" y="14"/>
                      <a:pt x="8" y="7"/>
                      <a:pt x="7" y="0"/>
                    </a:cubicBezTo>
                    <a:cubicBezTo>
                      <a:pt x="5" y="0"/>
                      <a:pt x="3" y="0"/>
                      <a:pt x="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8" name="Freeform 651">
                <a:extLst>
                  <a:ext uri="{FF2B5EF4-FFF2-40B4-BE49-F238E27FC236}">
                    <a16:creationId xmlns:a16="http://schemas.microsoft.com/office/drawing/2014/main" id="{4353E93C-EB55-4503-944F-5148DBB0B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185"/>
                <a:ext cx="29" cy="37"/>
              </a:xfrm>
              <a:custGeom>
                <a:avLst/>
                <a:gdLst>
                  <a:gd name="T0" fmla="*/ 0 w 16"/>
                  <a:gd name="T1" fmla="*/ 257 h 19"/>
                  <a:gd name="T2" fmla="*/ 315 w 16"/>
                  <a:gd name="T3" fmla="*/ 532 h 19"/>
                  <a:gd name="T4" fmla="*/ 96 w 16"/>
                  <a:gd name="T5" fmla="*/ 0 h 19"/>
                  <a:gd name="T6" fmla="*/ 44 w 16"/>
                  <a:gd name="T7" fmla="*/ 20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cubicBezTo>
                      <a:pt x="5" y="3"/>
                      <a:pt x="13" y="17"/>
                      <a:pt x="16" y="19"/>
                    </a:cubicBezTo>
                    <a:cubicBezTo>
                      <a:pt x="11" y="13"/>
                      <a:pt x="8" y="7"/>
                      <a:pt x="5" y="0"/>
                    </a:cubicBezTo>
                    <a:cubicBezTo>
                      <a:pt x="4" y="2"/>
                      <a:pt x="3" y="4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9" name="Freeform 652">
                <a:extLst>
                  <a:ext uri="{FF2B5EF4-FFF2-40B4-BE49-F238E27FC236}">
                    <a16:creationId xmlns:a16="http://schemas.microsoft.com/office/drawing/2014/main" id="{6A3B8958-13A5-4FE1-9E90-082B14975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135"/>
                <a:ext cx="30" cy="62"/>
              </a:xfrm>
              <a:custGeom>
                <a:avLst/>
                <a:gdLst>
                  <a:gd name="T0" fmla="*/ 0 w 16"/>
                  <a:gd name="T1" fmla="*/ 224 h 31"/>
                  <a:gd name="T2" fmla="*/ 369 w 16"/>
                  <a:gd name="T3" fmla="*/ 992 h 31"/>
                  <a:gd name="T4" fmla="*/ 240 w 16"/>
                  <a:gd name="T5" fmla="*/ 480 h 31"/>
                  <a:gd name="T6" fmla="*/ 113 w 16"/>
                  <a:gd name="T7" fmla="*/ 0 h 31"/>
                  <a:gd name="T8" fmla="*/ 53 w 16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1">
                    <a:moveTo>
                      <a:pt x="0" y="7"/>
                    </a:moveTo>
                    <a:cubicBezTo>
                      <a:pt x="3" y="4"/>
                      <a:pt x="13" y="27"/>
                      <a:pt x="16" y="31"/>
                    </a:cubicBezTo>
                    <a:cubicBezTo>
                      <a:pt x="15" y="26"/>
                      <a:pt x="12" y="19"/>
                      <a:pt x="10" y="15"/>
                    </a:cubicBezTo>
                    <a:cubicBezTo>
                      <a:pt x="8" y="10"/>
                      <a:pt x="7" y="5"/>
                      <a:pt x="5" y="0"/>
                    </a:cubicBezTo>
                    <a:cubicBezTo>
                      <a:pt x="4" y="1"/>
                      <a:pt x="3" y="2"/>
                      <a:pt x="2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0" name="Freeform 653">
                <a:extLst>
                  <a:ext uri="{FF2B5EF4-FFF2-40B4-BE49-F238E27FC236}">
                    <a16:creationId xmlns:a16="http://schemas.microsoft.com/office/drawing/2014/main" id="{2D73B317-396E-4539-8279-FED5F4934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124"/>
                <a:ext cx="24" cy="69"/>
              </a:xfrm>
              <a:custGeom>
                <a:avLst/>
                <a:gdLst>
                  <a:gd name="T0" fmla="*/ 0 w 13"/>
                  <a:gd name="T1" fmla="*/ 32 h 35"/>
                  <a:gd name="T2" fmla="*/ 81 w 13"/>
                  <a:gd name="T3" fmla="*/ 1041 h 35"/>
                  <a:gd name="T4" fmla="*/ 209 w 13"/>
                  <a:gd name="T5" fmla="*/ 420 h 35"/>
                  <a:gd name="T6" fmla="*/ 277 w 13"/>
                  <a:gd name="T7" fmla="*/ 63 h 35"/>
                  <a:gd name="T8" fmla="*/ 81 w 13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5">
                    <a:moveTo>
                      <a:pt x="0" y="1"/>
                    </a:moveTo>
                    <a:cubicBezTo>
                      <a:pt x="11" y="4"/>
                      <a:pt x="4" y="27"/>
                      <a:pt x="4" y="35"/>
                    </a:cubicBezTo>
                    <a:cubicBezTo>
                      <a:pt x="7" y="29"/>
                      <a:pt x="8" y="21"/>
                      <a:pt x="10" y="14"/>
                    </a:cubicBezTo>
                    <a:cubicBezTo>
                      <a:pt x="11" y="10"/>
                      <a:pt x="13" y="6"/>
                      <a:pt x="13" y="2"/>
                    </a:cubicBezTo>
                    <a:cubicBezTo>
                      <a:pt x="10" y="0"/>
                      <a:pt x="7" y="1"/>
                      <a:pt x="4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1" name="Freeform 654">
                <a:extLst>
                  <a:ext uri="{FF2B5EF4-FFF2-40B4-BE49-F238E27FC236}">
                    <a16:creationId xmlns:a16="http://schemas.microsoft.com/office/drawing/2014/main" id="{648C5871-3DB2-4C48-A6D8-16FFA5DB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153"/>
                <a:ext cx="39" cy="59"/>
              </a:xfrm>
              <a:custGeom>
                <a:avLst/>
                <a:gdLst>
                  <a:gd name="T0" fmla="*/ 262 w 21"/>
                  <a:gd name="T1" fmla="*/ 0 h 30"/>
                  <a:gd name="T2" fmla="*/ 0 w 21"/>
                  <a:gd name="T3" fmla="*/ 881 h 30"/>
                  <a:gd name="T4" fmla="*/ 462 w 21"/>
                  <a:gd name="T5" fmla="*/ 267 h 30"/>
                  <a:gd name="T6" fmla="*/ 334 w 21"/>
                  <a:gd name="T7" fmla="*/ 3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12" y="0"/>
                    </a:moveTo>
                    <a:cubicBezTo>
                      <a:pt x="14" y="12"/>
                      <a:pt x="2" y="19"/>
                      <a:pt x="0" y="30"/>
                    </a:cubicBezTo>
                    <a:cubicBezTo>
                      <a:pt x="7" y="24"/>
                      <a:pt x="12" y="11"/>
                      <a:pt x="21" y="9"/>
                    </a:cubicBezTo>
                    <a:cubicBezTo>
                      <a:pt x="20" y="6"/>
                      <a:pt x="17" y="3"/>
                      <a:pt x="15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2" name="Freeform 655">
                <a:extLst>
                  <a:ext uri="{FF2B5EF4-FFF2-40B4-BE49-F238E27FC236}">
                    <a16:creationId xmlns:a16="http://schemas.microsoft.com/office/drawing/2014/main" id="{F7742D61-6FB3-490D-A98E-83CC25740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214"/>
                <a:ext cx="45" cy="44"/>
              </a:xfrm>
              <a:custGeom>
                <a:avLst/>
                <a:gdLst>
                  <a:gd name="T0" fmla="*/ 398 w 24"/>
                  <a:gd name="T1" fmla="*/ 0 h 22"/>
                  <a:gd name="T2" fmla="*/ 0 w 24"/>
                  <a:gd name="T3" fmla="*/ 704 h 22"/>
                  <a:gd name="T4" fmla="*/ 555 w 24"/>
                  <a:gd name="T5" fmla="*/ 416 h 22"/>
                  <a:gd name="T6" fmla="*/ 450 w 24"/>
                  <a:gd name="T7" fmla="*/ 1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2">
                    <a:moveTo>
                      <a:pt x="17" y="0"/>
                    </a:moveTo>
                    <a:cubicBezTo>
                      <a:pt x="20" y="6"/>
                      <a:pt x="5" y="18"/>
                      <a:pt x="0" y="22"/>
                    </a:cubicBezTo>
                    <a:cubicBezTo>
                      <a:pt x="7" y="21"/>
                      <a:pt x="17" y="3"/>
                      <a:pt x="24" y="13"/>
                    </a:cubicBezTo>
                    <a:cubicBezTo>
                      <a:pt x="23" y="10"/>
                      <a:pt x="19" y="6"/>
                      <a:pt x="19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3" name="Freeform 656">
                <a:extLst>
                  <a:ext uri="{FF2B5EF4-FFF2-40B4-BE49-F238E27FC236}">
                    <a16:creationId xmlns:a16="http://schemas.microsoft.com/office/drawing/2014/main" id="{87F1EB7F-F64C-4031-8B8B-E9876253D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274"/>
                <a:ext cx="48" cy="39"/>
              </a:xfrm>
              <a:custGeom>
                <a:avLst/>
                <a:gdLst>
                  <a:gd name="T0" fmla="*/ 430 w 26"/>
                  <a:gd name="T1" fmla="*/ 0 h 20"/>
                  <a:gd name="T2" fmla="*/ 0 w 26"/>
                  <a:gd name="T3" fmla="*/ 564 h 20"/>
                  <a:gd name="T4" fmla="*/ 559 w 26"/>
                  <a:gd name="T5" fmla="*/ 304 h 20"/>
                  <a:gd name="T6" fmla="*/ 476 w 26"/>
                  <a:gd name="T7" fmla="*/ 6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0">
                    <a:moveTo>
                      <a:pt x="20" y="0"/>
                    </a:moveTo>
                    <a:cubicBezTo>
                      <a:pt x="21" y="9"/>
                      <a:pt x="6" y="15"/>
                      <a:pt x="0" y="20"/>
                    </a:cubicBezTo>
                    <a:cubicBezTo>
                      <a:pt x="7" y="20"/>
                      <a:pt x="19" y="8"/>
                      <a:pt x="26" y="11"/>
                    </a:cubicBezTo>
                    <a:cubicBezTo>
                      <a:pt x="26" y="8"/>
                      <a:pt x="24" y="5"/>
                      <a:pt x="2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4" name="Freeform 657">
                <a:extLst>
                  <a:ext uri="{FF2B5EF4-FFF2-40B4-BE49-F238E27FC236}">
                    <a16:creationId xmlns:a16="http://schemas.microsoft.com/office/drawing/2014/main" id="{BF46397E-0C7E-4EFB-B458-7DBEF57C1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325"/>
                <a:ext cx="50" cy="51"/>
              </a:xfrm>
              <a:custGeom>
                <a:avLst/>
                <a:gdLst>
                  <a:gd name="T0" fmla="*/ 387 w 27"/>
                  <a:gd name="T1" fmla="*/ 0 h 26"/>
                  <a:gd name="T2" fmla="*/ 0 w 27"/>
                  <a:gd name="T3" fmla="*/ 753 h 26"/>
                  <a:gd name="T4" fmla="*/ 591 w 27"/>
                  <a:gd name="T5" fmla="*/ 400 h 26"/>
                  <a:gd name="T6" fmla="*/ 456 w 27"/>
                  <a:gd name="T7" fmla="*/ 9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6">
                    <a:moveTo>
                      <a:pt x="18" y="0"/>
                    </a:moveTo>
                    <a:cubicBezTo>
                      <a:pt x="24" y="7"/>
                      <a:pt x="4" y="22"/>
                      <a:pt x="0" y="26"/>
                    </a:cubicBezTo>
                    <a:cubicBezTo>
                      <a:pt x="11" y="24"/>
                      <a:pt x="15" y="13"/>
                      <a:pt x="27" y="14"/>
                    </a:cubicBezTo>
                    <a:cubicBezTo>
                      <a:pt x="26" y="10"/>
                      <a:pt x="22" y="7"/>
                      <a:pt x="21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5" name="Freeform 658">
                <a:extLst>
                  <a:ext uri="{FF2B5EF4-FFF2-40B4-BE49-F238E27FC236}">
                    <a16:creationId xmlns:a16="http://schemas.microsoft.com/office/drawing/2014/main" id="{7487F830-37F0-435F-A502-BC3FDA9CA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370"/>
                <a:ext cx="39" cy="62"/>
              </a:xfrm>
              <a:custGeom>
                <a:avLst/>
                <a:gdLst>
                  <a:gd name="T0" fmla="*/ 290 w 21"/>
                  <a:gd name="T1" fmla="*/ 0 h 31"/>
                  <a:gd name="T2" fmla="*/ 0 w 21"/>
                  <a:gd name="T3" fmla="*/ 992 h 31"/>
                  <a:gd name="T4" fmla="*/ 462 w 21"/>
                  <a:gd name="T5" fmla="*/ 192 h 31"/>
                  <a:gd name="T6" fmla="*/ 334 w 21"/>
                  <a:gd name="T7" fmla="*/ 3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13" y="0"/>
                    </a:moveTo>
                    <a:cubicBezTo>
                      <a:pt x="18" y="8"/>
                      <a:pt x="1" y="23"/>
                      <a:pt x="0" y="31"/>
                    </a:cubicBezTo>
                    <a:cubicBezTo>
                      <a:pt x="9" y="28"/>
                      <a:pt x="11" y="6"/>
                      <a:pt x="21" y="6"/>
                    </a:cubicBezTo>
                    <a:cubicBezTo>
                      <a:pt x="19" y="4"/>
                      <a:pt x="17" y="2"/>
                      <a:pt x="15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6" name="Freeform 659">
                <a:extLst>
                  <a:ext uri="{FF2B5EF4-FFF2-40B4-BE49-F238E27FC236}">
                    <a16:creationId xmlns:a16="http://schemas.microsoft.com/office/drawing/2014/main" id="{2A571271-7289-4782-83A1-BA3E51E1E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392"/>
                <a:ext cx="22" cy="71"/>
              </a:xfrm>
              <a:custGeom>
                <a:avLst/>
                <a:gdLst>
                  <a:gd name="T0" fmla="*/ 24 w 12"/>
                  <a:gd name="T1" fmla="*/ 63 h 36"/>
                  <a:gd name="T2" fmla="*/ 24 w 12"/>
                  <a:gd name="T3" fmla="*/ 1073 h 36"/>
                  <a:gd name="T4" fmla="*/ 81 w 12"/>
                  <a:gd name="T5" fmla="*/ 483 h 36"/>
                  <a:gd name="T6" fmla="*/ 68 w 12"/>
                  <a:gd name="T7" fmla="*/ 6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6">
                    <a:moveTo>
                      <a:pt x="1" y="2"/>
                    </a:moveTo>
                    <a:cubicBezTo>
                      <a:pt x="6" y="5"/>
                      <a:pt x="0" y="30"/>
                      <a:pt x="1" y="36"/>
                    </a:cubicBezTo>
                    <a:cubicBezTo>
                      <a:pt x="5" y="32"/>
                      <a:pt x="3" y="21"/>
                      <a:pt x="4" y="16"/>
                    </a:cubicBezTo>
                    <a:cubicBezTo>
                      <a:pt x="5" y="12"/>
                      <a:pt x="12" y="0"/>
                      <a:pt x="3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7" name="Freeform 660">
                <a:extLst>
                  <a:ext uri="{FF2B5EF4-FFF2-40B4-BE49-F238E27FC236}">
                    <a16:creationId xmlns:a16="http://schemas.microsoft.com/office/drawing/2014/main" id="{B77D5D20-B3EA-4A7A-8ED6-0CA570AC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396"/>
                <a:ext cx="34" cy="63"/>
              </a:xfrm>
              <a:custGeom>
                <a:avLst/>
                <a:gdLst>
                  <a:gd name="T0" fmla="*/ 0 w 18"/>
                  <a:gd name="T1" fmla="*/ 63 h 32"/>
                  <a:gd name="T2" fmla="*/ 242 w 18"/>
                  <a:gd name="T3" fmla="*/ 496 h 32"/>
                  <a:gd name="T4" fmla="*/ 402 w 18"/>
                  <a:gd name="T5" fmla="*/ 945 h 32"/>
                  <a:gd name="T6" fmla="*/ 168 w 18"/>
                  <a:gd name="T7" fmla="*/ 0 h 32"/>
                  <a:gd name="T8" fmla="*/ 76 w 18"/>
                  <a:gd name="T9" fmla="*/ 6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2">
                    <a:moveTo>
                      <a:pt x="0" y="2"/>
                    </a:moveTo>
                    <a:cubicBezTo>
                      <a:pt x="4" y="4"/>
                      <a:pt x="8" y="13"/>
                      <a:pt x="10" y="17"/>
                    </a:cubicBezTo>
                    <a:cubicBezTo>
                      <a:pt x="12" y="22"/>
                      <a:pt x="14" y="28"/>
                      <a:pt x="17" y="32"/>
                    </a:cubicBezTo>
                    <a:cubicBezTo>
                      <a:pt x="18" y="21"/>
                      <a:pt x="8" y="10"/>
                      <a:pt x="7" y="0"/>
                    </a:cubicBezTo>
                    <a:cubicBezTo>
                      <a:pt x="6" y="0"/>
                      <a:pt x="4" y="1"/>
                      <a:pt x="3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8" name="Freeform 661">
                <a:extLst>
                  <a:ext uri="{FF2B5EF4-FFF2-40B4-BE49-F238E27FC236}">
                    <a16:creationId xmlns:a16="http://schemas.microsoft.com/office/drawing/2014/main" id="{E2820118-FF3C-41F2-A43B-BC59BDBD2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372"/>
                <a:ext cx="35" cy="42"/>
              </a:xfrm>
              <a:custGeom>
                <a:avLst/>
                <a:gdLst>
                  <a:gd name="T0" fmla="*/ 0 w 19"/>
                  <a:gd name="T1" fmla="*/ 160 h 21"/>
                  <a:gd name="T2" fmla="*/ 400 w 19"/>
                  <a:gd name="T3" fmla="*/ 672 h 21"/>
                  <a:gd name="T4" fmla="*/ 105 w 19"/>
                  <a:gd name="T5" fmla="*/ 0 h 21"/>
                  <a:gd name="T6" fmla="*/ 24 w 19"/>
                  <a:gd name="T7" fmla="*/ 12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1">
                    <a:moveTo>
                      <a:pt x="0" y="5"/>
                    </a:moveTo>
                    <a:cubicBezTo>
                      <a:pt x="5" y="5"/>
                      <a:pt x="14" y="17"/>
                      <a:pt x="19" y="21"/>
                    </a:cubicBezTo>
                    <a:cubicBezTo>
                      <a:pt x="14" y="14"/>
                      <a:pt x="10" y="6"/>
                      <a:pt x="5" y="0"/>
                    </a:cubicBezTo>
                    <a:cubicBezTo>
                      <a:pt x="4" y="2"/>
                      <a:pt x="2" y="3"/>
                      <a:pt x="1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9" name="Freeform 662">
                <a:extLst>
                  <a:ext uri="{FF2B5EF4-FFF2-40B4-BE49-F238E27FC236}">
                    <a16:creationId xmlns:a16="http://schemas.microsoft.com/office/drawing/2014/main" id="{97ADBC5F-F871-4D1F-AC33-CBEC4BD53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331"/>
                <a:ext cx="31" cy="18"/>
              </a:xfrm>
              <a:custGeom>
                <a:avLst/>
                <a:gdLst>
                  <a:gd name="T0" fmla="*/ 0 w 17"/>
                  <a:gd name="T1" fmla="*/ 192 h 9"/>
                  <a:gd name="T2" fmla="*/ 346 w 17"/>
                  <a:gd name="T3" fmla="*/ 288 h 9"/>
                  <a:gd name="T4" fmla="*/ 24 w 17"/>
                  <a:gd name="T5" fmla="*/ 0 h 9"/>
                  <a:gd name="T6" fmla="*/ 0 w 17"/>
                  <a:gd name="T7" fmla="*/ 9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0" y="6"/>
                    </a:moveTo>
                    <a:cubicBezTo>
                      <a:pt x="4" y="2"/>
                      <a:pt x="13" y="8"/>
                      <a:pt x="17" y="9"/>
                    </a:cubicBezTo>
                    <a:cubicBezTo>
                      <a:pt x="12" y="6"/>
                      <a:pt x="6" y="4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0" name="Freeform 663">
                <a:extLst>
                  <a:ext uri="{FF2B5EF4-FFF2-40B4-BE49-F238E27FC236}">
                    <a16:creationId xmlns:a16="http://schemas.microsoft.com/office/drawing/2014/main" id="{5ACE62DB-0E1B-4056-8A0E-12C7D7320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272"/>
                <a:ext cx="32" cy="19"/>
              </a:xfrm>
              <a:custGeom>
                <a:avLst/>
                <a:gdLst>
                  <a:gd name="T0" fmla="*/ 0 w 17"/>
                  <a:gd name="T1" fmla="*/ 173 h 10"/>
                  <a:gd name="T2" fmla="*/ 401 w 17"/>
                  <a:gd name="T3" fmla="*/ 245 h 10"/>
                  <a:gd name="T4" fmla="*/ 53 w 17"/>
                  <a:gd name="T5" fmla="*/ 0 h 10"/>
                  <a:gd name="T6" fmla="*/ 53 w 17"/>
                  <a:gd name="T7" fmla="*/ 14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0" y="7"/>
                    </a:moveTo>
                    <a:cubicBezTo>
                      <a:pt x="6" y="7"/>
                      <a:pt x="11" y="10"/>
                      <a:pt x="17" y="10"/>
                    </a:cubicBezTo>
                    <a:cubicBezTo>
                      <a:pt x="12" y="7"/>
                      <a:pt x="5" y="5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1" name="Freeform 664">
                <a:extLst>
                  <a:ext uri="{FF2B5EF4-FFF2-40B4-BE49-F238E27FC236}">
                    <a16:creationId xmlns:a16="http://schemas.microsoft.com/office/drawing/2014/main" id="{39F3FCFE-5963-4995-A75C-CB0668711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210"/>
                <a:ext cx="37" cy="24"/>
              </a:xfrm>
              <a:custGeom>
                <a:avLst/>
                <a:gdLst>
                  <a:gd name="T0" fmla="*/ 0 w 20"/>
                  <a:gd name="T1" fmla="*/ 384 h 12"/>
                  <a:gd name="T2" fmla="*/ 431 w 20"/>
                  <a:gd name="T3" fmla="*/ 384 h 12"/>
                  <a:gd name="T4" fmla="*/ 68 w 20"/>
                  <a:gd name="T5" fmla="*/ 0 h 12"/>
                  <a:gd name="T6" fmla="*/ 44 w 20"/>
                  <a:gd name="T7" fmla="*/ 2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0" y="12"/>
                    </a:moveTo>
                    <a:cubicBezTo>
                      <a:pt x="1" y="4"/>
                      <a:pt x="15" y="11"/>
                      <a:pt x="20" y="12"/>
                    </a:cubicBezTo>
                    <a:cubicBezTo>
                      <a:pt x="15" y="11"/>
                      <a:pt x="5" y="5"/>
                      <a:pt x="3" y="0"/>
                    </a:cubicBezTo>
                    <a:cubicBezTo>
                      <a:pt x="3" y="2"/>
                      <a:pt x="2" y="4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2" name="Freeform 665">
                <a:extLst>
                  <a:ext uri="{FF2B5EF4-FFF2-40B4-BE49-F238E27FC236}">
                    <a16:creationId xmlns:a16="http://schemas.microsoft.com/office/drawing/2014/main" id="{BAFEA5E7-A5A8-4D64-B557-963BC659A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153"/>
                <a:ext cx="41" cy="30"/>
              </a:xfrm>
              <a:custGeom>
                <a:avLst/>
                <a:gdLst>
                  <a:gd name="T0" fmla="*/ 0 w 22"/>
                  <a:gd name="T1" fmla="*/ 352 h 15"/>
                  <a:gd name="T2" fmla="*/ 494 w 22"/>
                  <a:gd name="T3" fmla="*/ 480 h 15"/>
                  <a:gd name="T4" fmla="*/ 73 w 22"/>
                  <a:gd name="T5" fmla="*/ 0 h 15"/>
                  <a:gd name="T6" fmla="*/ 45 w 22"/>
                  <a:gd name="T7" fmla="*/ 16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">
                    <a:moveTo>
                      <a:pt x="0" y="11"/>
                    </a:moveTo>
                    <a:cubicBezTo>
                      <a:pt x="0" y="3"/>
                      <a:pt x="18" y="14"/>
                      <a:pt x="22" y="15"/>
                    </a:cubicBezTo>
                    <a:cubicBezTo>
                      <a:pt x="17" y="9"/>
                      <a:pt x="9" y="6"/>
                      <a:pt x="3" y="0"/>
                    </a:cubicBezTo>
                    <a:cubicBezTo>
                      <a:pt x="3" y="1"/>
                      <a:pt x="3" y="3"/>
                      <a:pt x="2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3" name="Freeform 666">
                <a:extLst>
                  <a:ext uri="{FF2B5EF4-FFF2-40B4-BE49-F238E27FC236}">
                    <a16:creationId xmlns:a16="http://schemas.microsoft.com/office/drawing/2014/main" id="{BFFDB4A4-2781-4733-A422-E1F21D858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094"/>
                <a:ext cx="42" cy="57"/>
              </a:xfrm>
              <a:custGeom>
                <a:avLst/>
                <a:gdLst>
                  <a:gd name="T0" fmla="*/ 0 w 23"/>
                  <a:gd name="T1" fmla="*/ 267 h 29"/>
                  <a:gd name="T2" fmla="*/ 469 w 23"/>
                  <a:gd name="T3" fmla="*/ 849 h 29"/>
                  <a:gd name="T4" fmla="*/ 163 w 23"/>
                  <a:gd name="T5" fmla="*/ 0 h 29"/>
                  <a:gd name="T6" fmla="*/ 24 w 23"/>
                  <a:gd name="T7" fmla="*/ 18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0" y="9"/>
                    </a:moveTo>
                    <a:cubicBezTo>
                      <a:pt x="6" y="3"/>
                      <a:pt x="18" y="25"/>
                      <a:pt x="23" y="29"/>
                    </a:cubicBezTo>
                    <a:cubicBezTo>
                      <a:pt x="20" y="18"/>
                      <a:pt x="7" y="13"/>
                      <a:pt x="8" y="0"/>
                    </a:cubicBezTo>
                    <a:cubicBezTo>
                      <a:pt x="6" y="2"/>
                      <a:pt x="4" y="4"/>
                      <a:pt x="1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4" name="Freeform 667">
                <a:extLst>
                  <a:ext uri="{FF2B5EF4-FFF2-40B4-BE49-F238E27FC236}">
                    <a16:creationId xmlns:a16="http://schemas.microsoft.com/office/drawing/2014/main" id="{1FEAAD0E-2120-4034-A06E-6D9B38D8D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072"/>
                <a:ext cx="31" cy="69"/>
              </a:xfrm>
              <a:custGeom>
                <a:avLst/>
                <a:gdLst>
                  <a:gd name="T0" fmla="*/ 0 w 17"/>
                  <a:gd name="T1" fmla="*/ 32 h 35"/>
                  <a:gd name="T2" fmla="*/ 243 w 17"/>
                  <a:gd name="T3" fmla="*/ 1041 h 35"/>
                  <a:gd name="T4" fmla="*/ 243 w 17"/>
                  <a:gd name="T5" fmla="*/ 0 h 35"/>
                  <a:gd name="T6" fmla="*/ 80 w 17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5">
                    <a:moveTo>
                      <a:pt x="0" y="1"/>
                    </a:moveTo>
                    <a:cubicBezTo>
                      <a:pt x="12" y="0"/>
                      <a:pt x="8" y="28"/>
                      <a:pt x="12" y="35"/>
                    </a:cubicBezTo>
                    <a:cubicBezTo>
                      <a:pt x="17" y="26"/>
                      <a:pt x="8" y="10"/>
                      <a:pt x="12" y="0"/>
                    </a:cubicBezTo>
                    <a:cubicBezTo>
                      <a:pt x="9" y="1"/>
                      <a:pt x="6" y="0"/>
                      <a:pt x="4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5" name="Freeform 668">
                <a:extLst>
                  <a:ext uri="{FF2B5EF4-FFF2-40B4-BE49-F238E27FC236}">
                    <a16:creationId xmlns:a16="http://schemas.microsoft.com/office/drawing/2014/main" id="{BFDBD229-1B34-448F-853F-AD18803F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108"/>
                <a:ext cx="33" cy="47"/>
              </a:xfrm>
              <a:custGeom>
                <a:avLst/>
                <a:gdLst>
                  <a:gd name="T0" fmla="*/ 205 w 18"/>
                  <a:gd name="T1" fmla="*/ 0 h 24"/>
                  <a:gd name="T2" fmla="*/ 229 w 18"/>
                  <a:gd name="T3" fmla="*/ 204 h 24"/>
                  <a:gd name="T4" fmla="*/ 125 w 18"/>
                  <a:gd name="T5" fmla="*/ 429 h 24"/>
                  <a:gd name="T6" fmla="*/ 0 w 18"/>
                  <a:gd name="T7" fmla="*/ 691 h 24"/>
                  <a:gd name="T8" fmla="*/ 205 w 18"/>
                  <a:gd name="T9" fmla="*/ 429 h 24"/>
                  <a:gd name="T10" fmla="*/ 376 w 18"/>
                  <a:gd name="T11" fmla="*/ 368 h 24"/>
                  <a:gd name="T12" fmla="*/ 246 w 18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0" y="0"/>
                    </a:moveTo>
                    <a:cubicBezTo>
                      <a:pt x="11" y="2"/>
                      <a:pt x="12" y="4"/>
                      <a:pt x="11" y="7"/>
                    </a:cubicBezTo>
                    <a:cubicBezTo>
                      <a:pt x="10" y="10"/>
                      <a:pt x="7" y="12"/>
                      <a:pt x="6" y="15"/>
                    </a:cubicBezTo>
                    <a:cubicBezTo>
                      <a:pt x="4" y="18"/>
                      <a:pt x="1" y="21"/>
                      <a:pt x="0" y="24"/>
                    </a:cubicBezTo>
                    <a:cubicBezTo>
                      <a:pt x="4" y="23"/>
                      <a:pt x="7" y="18"/>
                      <a:pt x="10" y="15"/>
                    </a:cubicBezTo>
                    <a:cubicBezTo>
                      <a:pt x="13" y="13"/>
                      <a:pt x="14" y="13"/>
                      <a:pt x="18" y="13"/>
                    </a:cubicBezTo>
                    <a:cubicBezTo>
                      <a:pt x="18" y="9"/>
                      <a:pt x="14" y="4"/>
                      <a:pt x="1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6" name="Freeform 669">
                <a:extLst>
                  <a:ext uri="{FF2B5EF4-FFF2-40B4-BE49-F238E27FC236}">
                    <a16:creationId xmlns:a16="http://schemas.microsoft.com/office/drawing/2014/main" id="{BFADAB1D-CE10-45DA-A569-1BB590141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157"/>
                <a:ext cx="34" cy="46"/>
              </a:xfrm>
              <a:custGeom>
                <a:avLst/>
                <a:gdLst>
                  <a:gd name="T0" fmla="*/ 272 w 18"/>
                  <a:gd name="T1" fmla="*/ 0 h 23"/>
                  <a:gd name="T2" fmla="*/ 0 w 18"/>
                  <a:gd name="T3" fmla="*/ 736 h 23"/>
                  <a:gd name="T4" fmla="*/ 242 w 18"/>
                  <a:gd name="T5" fmla="*/ 416 h 23"/>
                  <a:gd name="T6" fmla="*/ 433 w 18"/>
                  <a:gd name="T7" fmla="*/ 256 h 23"/>
                  <a:gd name="T8" fmla="*/ 317 w 18"/>
                  <a:gd name="T9" fmla="*/ 9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1" y="0"/>
                    </a:moveTo>
                    <a:cubicBezTo>
                      <a:pt x="16" y="8"/>
                      <a:pt x="3" y="17"/>
                      <a:pt x="0" y="23"/>
                    </a:cubicBezTo>
                    <a:cubicBezTo>
                      <a:pt x="3" y="20"/>
                      <a:pt x="7" y="17"/>
                      <a:pt x="10" y="13"/>
                    </a:cubicBezTo>
                    <a:cubicBezTo>
                      <a:pt x="12" y="10"/>
                      <a:pt x="14" y="7"/>
                      <a:pt x="18" y="8"/>
                    </a:cubicBezTo>
                    <a:cubicBezTo>
                      <a:pt x="17" y="6"/>
                      <a:pt x="14" y="4"/>
                      <a:pt x="13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7" name="Freeform 670">
                <a:extLst>
                  <a:ext uri="{FF2B5EF4-FFF2-40B4-BE49-F238E27FC236}">
                    <a16:creationId xmlns:a16="http://schemas.microsoft.com/office/drawing/2014/main" id="{BEC303BA-5620-43C8-81BC-93070D489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2181"/>
                <a:ext cx="21" cy="73"/>
              </a:xfrm>
              <a:custGeom>
                <a:avLst/>
                <a:gdLst>
                  <a:gd name="T0" fmla="*/ 0 w 11"/>
                  <a:gd name="T1" fmla="*/ 63 h 37"/>
                  <a:gd name="T2" fmla="*/ 105 w 11"/>
                  <a:gd name="T3" fmla="*/ 276 h 37"/>
                  <a:gd name="T4" fmla="*/ 132 w 11"/>
                  <a:gd name="T5" fmla="*/ 685 h 37"/>
                  <a:gd name="T6" fmla="*/ 176 w 11"/>
                  <a:gd name="T7" fmla="*/ 1105 h 37"/>
                  <a:gd name="T8" fmla="*/ 176 w 11"/>
                  <a:gd name="T9" fmla="*/ 744 h 37"/>
                  <a:gd name="T10" fmla="*/ 221 w 11"/>
                  <a:gd name="T11" fmla="*/ 300 h 37"/>
                  <a:gd name="T12" fmla="*/ 252 w 11"/>
                  <a:gd name="T13" fmla="*/ 63 h 37"/>
                  <a:gd name="T14" fmla="*/ 55 w 11"/>
                  <a:gd name="T15" fmla="*/ 6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37">
                    <a:moveTo>
                      <a:pt x="0" y="2"/>
                    </a:moveTo>
                    <a:cubicBezTo>
                      <a:pt x="3" y="4"/>
                      <a:pt x="4" y="4"/>
                      <a:pt x="4" y="9"/>
                    </a:cubicBezTo>
                    <a:cubicBezTo>
                      <a:pt x="4" y="13"/>
                      <a:pt x="5" y="18"/>
                      <a:pt x="5" y="23"/>
                    </a:cubicBezTo>
                    <a:cubicBezTo>
                      <a:pt x="5" y="26"/>
                      <a:pt x="4" y="35"/>
                      <a:pt x="7" y="37"/>
                    </a:cubicBezTo>
                    <a:cubicBezTo>
                      <a:pt x="8" y="33"/>
                      <a:pt x="7" y="29"/>
                      <a:pt x="7" y="25"/>
                    </a:cubicBezTo>
                    <a:cubicBezTo>
                      <a:pt x="8" y="20"/>
                      <a:pt x="8" y="15"/>
                      <a:pt x="9" y="10"/>
                    </a:cubicBezTo>
                    <a:cubicBezTo>
                      <a:pt x="9" y="8"/>
                      <a:pt x="11" y="3"/>
                      <a:pt x="10" y="2"/>
                    </a:cubicBezTo>
                    <a:cubicBezTo>
                      <a:pt x="8" y="0"/>
                      <a:pt x="4" y="3"/>
                      <a:pt x="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8" name="Freeform 671">
                <a:extLst>
                  <a:ext uri="{FF2B5EF4-FFF2-40B4-BE49-F238E27FC236}">
                    <a16:creationId xmlns:a16="http://schemas.microsoft.com/office/drawing/2014/main" id="{550FC096-35F0-40FF-86C5-071274402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167"/>
                <a:ext cx="39" cy="51"/>
              </a:xfrm>
              <a:custGeom>
                <a:avLst/>
                <a:gdLst>
                  <a:gd name="T0" fmla="*/ 0 w 21"/>
                  <a:gd name="T1" fmla="*/ 180 h 26"/>
                  <a:gd name="T2" fmla="*/ 290 w 21"/>
                  <a:gd name="T3" fmla="*/ 520 h 26"/>
                  <a:gd name="T4" fmla="*/ 462 w 21"/>
                  <a:gd name="T5" fmla="*/ 753 h 26"/>
                  <a:gd name="T6" fmla="*/ 358 w 21"/>
                  <a:gd name="T7" fmla="*/ 492 h 26"/>
                  <a:gd name="T8" fmla="*/ 225 w 21"/>
                  <a:gd name="T9" fmla="*/ 235 h 26"/>
                  <a:gd name="T10" fmla="*/ 45 w 21"/>
                  <a:gd name="T11" fmla="*/ 18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6">
                    <a:moveTo>
                      <a:pt x="0" y="6"/>
                    </a:moveTo>
                    <a:cubicBezTo>
                      <a:pt x="6" y="6"/>
                      <a:pt x="10" y="13"/>
                      <a:pt x="13" y="18"/>
                    </a:cubicBezTo>
                    <a:cubicBezTo>
                      <a:pt x="16" y="21"/>
                      <a:pt x="17" y="25"/>
                      <a:pt x="21" y="26"/>
                    </a:cubicBezTo>
                    <a:cubicBezTo>
                      <a:pt x="21" y="23"/>
                      <a:pt x="18" y="20"/>
                      <a:pt x="16" y="17"/>
                    </a:cubicBezTo>
                    <a:cubicBezTo>
                      <a:pt x="14" y="14"/>
                      <a:pt x="12" y="11"/>
                      <a:pt x="10" y="8"/>
                    </a:cubicBezTo>
                    <a:cubicBezTo>
                      <a:pt x="8" y="4"/>
                      <a:pt x="5" y="0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9" name="Freeform 672">
                <a:extLst>
                  <a:ext uri="{FF2B5EF4-FFF2-40B4-BE49-F238E27FC236}">
                    <a16:creationId xmlns:a16="http://schemas.microsoft.com/office/drawing/2014/main" id="{62F036AF-BB8A-4DCA-BC27-7F3FEF251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125"/>
                <a:ext cx="37" cy="34"/>
              </a:xfrm>
              <a:custGeom>
                <a:avLst/>
                <a:gdLst>
                  <a:gd name="T0" fmla="*/ 0 w 20"/>
                  <a:gd name="T1" fmla="*/ 320 h 17"/>
                  <a:gd name="T2" fmla="*/ 81 w 20"/>
                  <a:gd name="T3" fmla="*/ 224 h 17"/>
                  <a:gd name="T4" fmla="*/ 261 w 20"/>
                  <a:gd name="T5" fmla="*/ 352 h 17"/>
                  <a:gd name="T6" fmla="*/ 431 w 20"/>
                  <a:gd name="T7" fmla="*/ 544 h 17"/>
                  <a:gd name="T8" fmla="*/ 105 w 20"/>
                  <a:gd name="T9" fmla="*/ 0 h 17"/>
                  <a:gd name="T10" fmla="*/ 24 w 20"/>
                  <a:gd name="T11" fmla="*/ 22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7">
                    <a:moveTo>
                      <a:pt x="0" y="10"/>
                    </a:moveTo>
                    <a:cubicBezTo>
                      <a:pt x="2" y="9"/>
                      <a:pt x="2" y="7"/>
                      <a:pt x="4" y="7"/>
                    </a:cubicBezTo>
                    <a:cubicBezTo>
                      <a:pt x="7" y="7"/>
                      <a:pt x="10" y="10"/>
                      <a:pt x="12" y="11"/>
                    </a:cubicBezTo>
                    <a:cubicBezTo>
                      <a:pt x="15" y="13"/>
                      <a:pt x="18" y="15"/>
                      <a:pt x="20" y="17"/>
                    </a:cubicBezTo>
                    <a:cubicBezTo>
                      <a:pt x="15" y="11"/>
                      <a:pt x="9" y="6"/>
                      <a:pt x="5" y="0"/>
                    </a:cubicBezTo>
                    <a:cubicBezTo>
                      <a:pt x="3" y="2"/>
                      <a:pt x="2" y="5"/>
                      <a:pt x="1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0" name="Freeform 673">
                <a:extLst>
                  <a:ext uri="{FF2B5EF4-FFF2-40B4-BE49-F238E27FC236}">
                    <a16:creationId xmlns:a16="http://schemas.microsoft.com/office/drawing/2014/main" id="{1023ED28-7E95-4794-96FF-8BBADB817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076"/>
                <a:ext cx="41" cy="49"/>
              </a:xfrm>
              <a:custGeom>
                <a:avLst/>
                <a:gdLst>
                  <a:gd name="T0" fmla="*/ 0 w 22"/>
                  <a:gd name="T1" fmla="*/ 235 h 25"/>
                  <a:gd name="T2" fmla="*/ 136 w 22"/>
                  <a:gd name="T3" fmla="*/ 235 h 25"/>
                  <a:gd name="T4" fmla="*/ 309 w 22"/>
                  <a:gd name="T5" fmla="*/ 488 h 25"/>
                  <a:gd name="T6" fmla="*/ 494 w 22"/>
                  <a:gd name="T7" fmla="*/ 721 h 25"/>
                  <a:gd name="T8" fmla="*/ 265 w 22"/>
                  <a:gd name="T9" fmla="*/ 323 h 25"/>
                  <a:gd name="T10" fmla="*/ 157 w 22"/>
                  <a:gd name="T11" fmla="*/ 0 h 25"/>
                  <a:gd name="T12" fmla="*/ 45 w 22"/>
                  <a:gd name="T13" fmla="*/ 18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5">
                    <a:moveTo>
                      <a:pt x="0" y="8"/>
                    </a:moveTo>
                    <a:cubicBezTo>
                      <a:pt x="3" y="6"/>
                      <a:pt x="4" y="6"/>
                      <a:pt x="6" y="8"/>
                    </a:cubicBezTo>
                    <a:cubicBezTo>
                      <a:pt x="9" y="11"/>
                      <a:pt x="12" y="14"/>
                      <a:pt x="14" y="17"/>
                    </a:cubicBezTo>
                    <a:cubicBezTo>
                      <a:pt x="17" y="20"/>
                      <a:pt x="19" y="23"/>
                      <a:pt x="22" y="25"/>
                    </a:cubicBezTo>
                    <a:cubicBezTo>
                      <a:pt x="19" y="20"/>
                      <a:pt x="16" y="16"/>
                      <a:pt x="12" y="11"/>
                    </a:cubicBezTo>
                    <a:cubicBezTo>
                      <a:pt x="9" y="8"/>
                      <a:pt x="7" y="4"/>
                      <a:pt x="7" y="0"/>
                    </a:cubicBezTo>
                    <a:cubicBezTo>
                      <a:pt x="5" y="2"/>
                      <a:pt x="4" y="4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1" name="Freeform 674">
                <a:extLst>
                  <a:ext uri="{FF2B5EF4-FFF2-40B4-BE49-F238E27FC236}">
                    <a16:creationId xmlns:a16="http://schemas.microsoft.com/office/drawing/2014/main" id="{22D50381-7C29-4D0F-8D8C-11612D11B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050"/>
                <a:ext cx="35" cy="72"/>
              </a:xfrm>
              <a:custGeom>
                <a:avLst/>
                <a:gdLst>
                  <a:gd name="T0" fmla="*/ 0 w 19"/>
                  <a:gd name="T1" fmla="*/ 96 h 36"/>
                  <a:gd name="T2" fmla="*/ 258 w 19"/>
                  <a:gd name="T3" fmla="*/ 608 h 36"/>
                  <a:gd name="T4" fmla="*/ 326 w 19"/>
                  <a:gd name="T5" fmla="*/ 1152 h 36"/>
                  <a:gd name="T6" fmla="*/ 298 w 19"/>
                  <a:gd name="T7" fmla="*/ 448 h 36"/>
                  <a:gd name="T8" fmla="*/ 400 w 19"/>
                  <a:gd name="T9" fmla="*/ 32 h 36"/>
                  <a:gd name="T10" fmla="*/ 230 w 19"/>
                  <a:gd name="T11" fmla="*/ 0 h 36"/>
                  <a:gd name="T12" fmla="*/ 81 w 19"/>
                  <a:gd name="T13" fmla="*/ 6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6">
                    <a:moveTo>
                      <a:pt x="0" y="3"/>
                    </a:moveTo>
                    <a:cubicBezTo>
                      <a:pt x="9" y="0"/>
                      <a:pt x="11" y="14"/>
                      <a:pt x="12" y="19"/>
                    </a:cubicBezTo>
                    <a:cubicBezTo>
                      <a:pt x="13" y="23"/>
                      <a:pt x="13" y="33"/>
                      <a:pt x="15" y="36"/>
                    </a:cubicBezTo>
                    <a:cubicBezTo>
                      <a:pt x="16" y="28"/>
                      <a:pt x="14" y="21"/>
                      <a:pt x="14" y="14"/>
                    </a:cubicBezTo>
                    <a:cubicBezTo>
                      <a:pt x="15" y="9"/>
                      <a:pt x="15" y="4"/>
                      <a:pt x="19" y="1"/>
                    </a:cubicBezTo>
                    <a:cubicBezTo>
                      <a:pt x="16" y="0"/>
                      <a:pt x="14" y="0"/>
                      <a:pt x="11" y="0"/>
                    </a:cubicBezTo>
                    <a:cubicBezTo>
                      <a:pt x="9" y="1"/>
                      <a:pt x="6" y="2"/>
                      <a:pt x="4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2" name="Freeform 675">
                <a:extLst>
                  <a:ext uri="{FF2B5EF4-FFF2-40B4-BE49-F238E27FC236}">
                    <a16:creationId xmlns:a16="http://schemas.microsoft.com/office/drawing/2014/main" id="{29B006CE-4F5C-4DD9-85D2-414F94497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2060"/>
                <a:ext cx="40" cy="69"/>
              </a:xfrm>
              <a:custGeom>
                <a:avLst/>
                <a:gdLst>
                  <a:gd name="T0" fmla="*/ 118 w 22"/>
                  <a:gd name="T1" fmla="*/ 0 h 35"/>
                  <a:gd name="T2" fmla="*/ 0 w 22"/>
                  <a:gd name="T3" fmla="*/ 1041 h 35"/>
                  <a:gd name="T4" fmla="*/ 96 w 22"/>
                  <a:gd name="T5" fmla="*/ 828 h 35"/>
                  <a:gd name="T6" fmla="*/ 215 w 22"/>
                  <a:gd name="T7" fmla="*/ 481 h 35"/>
                  <a:gd name="T8" fmla="*/ 440 w 22"/>
                  <a:gd name="T9" fmla="*/ 268 h 35"/>
                  <a:gd name="T10" fmla="*/ 271 w 22"/>
                  <a:gd name="T11" fmla="*/ 124 h 35"/>
                  <a:gd name="T12" fmla="*/ 118 w 22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5">
                    <a:moveTo>
                      <a:pt x="6" y="0"/>
                    </a:moveTo>
                    <a:cubicBezTo>
                      <a:pt x="19" y="3"/>
                      <a:pt x="0" y="28"/>
                      <a:pt x="0" y="35"/>
                    </a:cubicBezTo>
                    <a:cubicBezTo>
                      <a:pt x="3" y="33"/>
                      <a:pt x="4" y="30"/>
                      <a:pt x="5" y="28"/>
                    </a:cubicBezTo>
                    <a:cubicBezTo>
                      <a:pt x="8" y="24"/>
                      <a:pt x="9" y="20"/>
                      <a:pt x="11" y="16"/>
                    </a:cubicBezTo>
                    <a:cubicBezTo>
                      <a:pt x="13" y="13"/>
                      <a:pt x="17" y="6"/>
                      <a:pt x="22" y="9"/>
                    </a:cubicBezTo>
                    <a:cubicBezTo>
                      <a:pt x="20" y="7"/>
                      <a:pt x="16" y="5"/>
                      <a:pt x="14" y="4"/>
                    </a:cubicBezTo>
                    <a:cubicBezTo>
                      <a:pt x="12" y="3"/>
                      <a:pt x="8" y="0"/>
                      <a:pt x="6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3" name="Freeform 676">
                <a:extLst>
                  <a:ext uri="{FF2B5EF4-FFF2-40B4-BE49-F238E27FC236}">
                    <a16:creationId xmlns:a16="http://schemas.microsoft.com/office/drawing/2014/main" id="{A9EA49C3-37A1-4D39-BE46-1EC01251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2118"/>
                <a:ext cx="48" cy="45"/>
              </a:xfrm>
              <a:custGeom>
                <a:avLst/>
                <a:gdLst>
                  <a:gd name="T0" fmla="*/ 347 w 26"/>
                  <a:gd name="T1" fmla="*/ 0 h 23"/>
                  <a:gd name="T2" fmla="*/ 194 w 26"/>
                  <a:gd name="T3" fmla="*/ 428 h 23"/>
                  <a:gd name="T4" fmla="*/ 0 w 26"/>
                  <a:gd name="T5" fmla="*/ 628 h 23"/>
                  <a:gd name="T6" fmla="*/ 150 w 26"/>
                  <a:gd name="T7" fmla="*/ 509 h 23"/>
                  <a:gd name="T8" fmla="*/ 303 w 26"/>
                  <a:gd name="T9" fmla="*/ 397 h 23"/>
                  <a:gd name="T10" fmla="*/ 454 w 26"/>
                  <a:gd name="T11" fmla="*/ 368 h 23"/>
                  <a:gd name="T12" fmla="*/ 559 w 26"/>
                  <a:gd name="T13" fmla="*/ 456 h 23"/>
                  <a:gd name="T14" fmla="*/ 476 w 26"/>
                  <a:gd name="T15" fmla="*/ 260 h 23"/>
                  <a:gd name="T16" fmla="*/ 386 w 26"/>
                  <a:gd name="T17" fmla="*/ 6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3">
                    <a:moveTo>
                      <a:pt x="16" y="0"/>
                    </a:moveTo>
                    <a:cubicBezTo>
                      <a:pt x="20" y="6"/>
                      <a:pt x="14" y="12"/>
                      <a:pt x="9" y="15"/>
                    </a:cubicBezTo>
                    <a:cubicBezTo>
                      <a:pt x="7" y="16"/>
                      <a:pt x="0" y="20"/>
                      <a:pt x="0" y="22"/>
                    </a:cubicBezTo>
                    <a:cubicBezTo>
                      <a:pt x="2" y="23"/>
                      <a:pt x="5" y="19"/>
                      <a:pt x="7" y="18"/>
                    </a:cubicBezTo>
                    <a:cubicBezTo>
                      <a:pt x="9" y="17"/>
                      <a:pt x="12" y="15"/>
                      <a:pt x="14" y="14"/>
                    </a:cubicBezTo>
                    <a:cubicBezTo>
                      <a:pt x="16" y="13"/>
                      <a:pt x="18" y="12"/>
                      <a:pt x="21" y="13"/>
                    </a:cubicBezTo>
                    <a:cubicBezTo>
                      <a:pt x="23" y="13"/>
                      <a:pt x="24" y="15"/>
                      <a:pt x="26" y="16"/>
                    </a:cubicBezTo>
                    <a:cubicBezTo>
                      <a:pt x="25" y="14"/>
                      <a:pt x="23" y="11"/>
                      <a:pt x="22" y="9"/>
                    </a:cubicBezTo>
                    <a:cubicBezTo>
                      <a:pt x="20" y="7"/>
                      <a:pt x="19" y="3"/>
                      <a:pt x="18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4" name="Freeform 677">
                <a:extLst>
                  <a:ext uri="{FF2B5EF4-FFF2-40B4-BE49-F238E27FC236}">
                    <a16:creationId xmlns:a16="http://schemas.microsoft.com/office/drawing/2014/main" id="{AAEED5D5-A02C-4AD7-8A02-AF7758051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191"/>
                <a:ext cx="48" cy="35"/>
              </a:xfrm>
              <a:custGeom>
                <a:avLst/>
                <a:gdLst>
                  <a:gd name="T0" fmla="*/ 454 w 26"/>
                  <a:gd name="T1" fmla="*/ 0 h 18"/>
                  <a:gd name="T2" fmla="*/ 277 w 26"/>
                  <a:gd name="T3" fmla="*/ 272 h 18"/>
                  <a:gd name="T4" fmla="*/ 0 w 26"/>
                  <a:gd name="T5" fmla="*/ 412 h 18"/>
                  <a:gd name="T6" fmla="*/ 358 w 26"/>
                  <a:gd name="T7" fmla="*/ 303 h 18"/>
                  <a:gd name="T8" fmla="*/ 559 w 26"/>
                  <a:gd name="T9" fmla="*/ 389 h 18"/>
                  <a:gd name="T10" fmla="*/ 535 w 26"/>
                  <a:gd name="T11" fmla="*/ 228 h 18"/>
                  <a:gd name="T12" fmla="*/ 476 w 26"/>
                  <a:gd name="T13" fmla="*/ 3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21" y="0"/>
                    </a:moveTo>
                    <a:cubicBezTo>
                      <a:pt x="21" y="6"/>
                      <a:pt x="18" y="7"/>
                      <a:pt x="13" y="10"/>
                    </a:cubicBezTo>
                    <a:cubicBezTo>
                      <a:pt x="9" y="12"/>
                      <a:pt x="5" y="13"/>
                      <a:pt x="0" y="15"/>
                    </a:cubicBezTo>
                    <a:cubicBezTo>
                      <a:pt x="4" y="18"/>
                      <a:pt x="13" y="12"/>
                      <a:pt x="17" y="11"/>
                    </a:cubicBezTo>
                    <a:cubicBezTo>
                      <a:pt x="22" y="9"/>
                      <a:pt x="23" y="11"/>
                      <a:pt x="26" y="14"/>
                    </a:cubicBezTo>
                    <a:cubicBezTo>
                      <a:pt x="25" y="12"/>
                      <a:pt x="25" y="10"/>
                      <a:pt x="25" y="8"/>
                    </a:cubicBezTo>
                    <a:cubicBezTo>
                      <a:pt x="24" y="5"/>
                      <a:pt x="22" y="3"/>
                      <a:pt x="22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5" name="Freeform 678">
                <a:extLst>
                  <a:ext uri="{FF2B5EF4-FFF2-40B4-BE49-F238E27FC236}">
                    <a16:creationId xmlns:a16="http://schemas.microsoft.com/office/drawing/2014/main" id="{23CE2C2F-339B-46EE-BB55-B8F6E5BA0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2242"/>
                <a:ext cx="47" cy="45"/>
              </a:xfrm>
              <a:custGeom>
                <a:avLst/>
                <a:gdLst>
                  <a:gd name="T0" fmla="*/ 453 w 25"/>
                  <a:gd name="T1" fmla="*/ 0 h 23"/>
                  <a:gd name="T2" fmla="*/ 0 w 25"/>
                  <a:gd name="T3" fmla="*/ 659 h 23"/>
                  <a:gd name="T4" fmla="*/ 583 w 25"/>
                  <a:gd name="T5" fmla="*/ 428 h 23"/>
                  <a:gd name="T6" fmla="*/ 470 w 25"/>
                  <a:gd name="T7" fmla="*/ 6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3">
                    <a:moveTo>
                      <a:pt x="19" y="0"/>
                    </a:moveTo>
                    <a:cubicBezTo>
                      <a:pt x="25" y="10"/>
                      <a:pt x="4" y="17"/>
                      <a:pt x="0" y="23"/>
                    </a:cubicBezTo>
                    <a:cubicBezTo>
                      <a:pt x="9" y="18"/>
                      <a:pt x="15" y="10"/>
                      <a:pt x="25" y="15"/>
                    </a:cubicBezTo>
                    <a:cubicBezTo>
                      <a:pt x="23" y="11"/>
                      <a:pt x="22" y="6"/>
                      <a:pt x="2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6" name="Freeform 679">
                <a:extLst>
                  <a:ext uri="{FF2B5EF4-FFF2-40B4-BE49-F238E27FC236}">
                    <a16:creationId xmlns:a16="http://schemas.microsoft.com/office/drawing/2014/main" id="{E30D35A4-6982-4FF9-B8D5-8586E9692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2295"/>
                <a:ext cx="43" cy="60"/>
              </a:xfrm>
              <a:custGeom>
                <a:avLst/>
                <a:gdLst>
                  <a:gd name="T0" fmla="*/ 366 w 23"/>
                  <a:gd name="T1" fmla="*/ 0 h 30"/>
                  <a:gd name="T2" fmla="*/ 366 w 23"/>
                  <a:gd name="T3" fmla="*/ 224 h 30"/>
                  <a:gd name="T4" fmla="*/ 234 w 23"/>
                  <a:gd name="T5" fmla="*/ 512 h 30"/>
                  <a:gd name="T6" fmla="*/ 0 w 23"/>
                  <a:gd name="T7" fmla="*/ 960 h 30"/>
                  <a:gd name="T8" fmla="*/ 254 w 23"/>
                  <a:gd name="T9" fmla="*/ 544 h 30"/>
                  <a:gd name="T10" fmla="*/ 523 w 23"/>
                  <a:gd name="T11" fmla="*/ 320 h 30"/>
                  <a:gd name="T12" fmla="*/ 391 w 23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0">
                    <a:moveTo>
                      <a:pt x="16" y="0"/>
                    </a:moveTo>
                    <a:cubicBezTo>
                      <a:pt x="17" y="3"/>
                      <a:pt x="18" y="4"/>
                      <a:pt x="16" y="7"/>
                    </a:cubicBezTo>
                    <a:cubicBezTo>
                      <a:pt x="14" y="10"/>
                      <a:pt x="12" y="13"/>
                      <a:pt x="10" y="16"/>
                    </a:cubicBezTo>
                    <a:cubicBezTo>
                      <a:pt x="7" y="20"/>
                      <a:pt x="2" y="25"/>
                      <a:pt x="0" y="30"/>
                    </a:cubicBezTo>
                    <a:cubicBezTo>
                      <a:pt x="3" y="25"/>
                      <a:pt x="8" y="22"/>
                      <a:pt x="11" y="17"/>
                    </a:cubicBezTo>
                    <a:cubicBezTo>
                      <a:pt x="15" y="13"/>
                      <a:pt x="17" y="9"/>
                      <a:pt x="23" y="10"/>
                    </a:cubicBezTo>
                    <a:cubicBezTo>
                      <a:pt x="22" y="6"/>
                      <a:pt x="19" y="2"/>
                      <a:pt x="1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7" name="Freeform 680">
                <a:extLst>
                  <a:ext uri="{FF2B5EF4-FFF2-40B4-BE49-F238E27FC236}">
                    <a16:creationId xmlns:a16="http://schemas.microsoft.com/office/drawing/2014/main" id="{1C76D23D-58C3-469C-9B7C-A4F40C8F3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2331"/>
                <a:ext cx="20" cy="71"/>
              </a:xfrm>
              <a:custGeom>
                <a:avLst/>
                <a:gdLst>
                  <a:gd name="T0" fmla="*/ 53 w 11"/>
                  <a:gd name="T1" fmla="*/ 32 h 36"/>
                  <a:gd name="T2" fmla="*/ 53 w 11"/>
                  <a:gd name="T3" fmla="*/ 623 h 36"/>
                  <a:gd name="T4" fmla="*/ 24 w 11"/>
                  <a:gd name="T5" fmla="*/ 1073 h 36"/>
                  <a:gd name="T6" fmla="*/ 96 w 11"/>
                  <a:gd name="T7" fmla="*/ 744 h 36"/>
                  <a:gd name="T8" fmla="*/ 162 w 11"/>
                  <a:gd name="T9" fmla="*/ 331 h 36"/>
                  <a:gd name="T10" fmla="*/ 215 w 11"/>
                  <a:gd name="T11" fmla="*/ 124 h 36"/>
                  <a:gd name="T12" fmla="*/ 96 w 1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6">
                    <a:moveTo>
                      <a:pt x="3" y="1"/>
                    </a:moveTo>
                    <a:cubicBezTo>
                      <a:pt x="9" y="4"/>
                      <a:pt x="4" y="16"/>
                      <a:pt x="3" y="21"/>
                    </a:cubicBezTo>
                    <a:cubicBezTo>
                      <a:pt x="2" y="26"/>
                      <a:pt x="0" y="31"/>
                      <a:pt x="1" y="36"/>
                    </a:cubicBezTo>
                    <a:cubicBezTo>
                      <a:pt x="2" y="33"/>
                      <a:pt x="4" y="29"/>
                      <a:pt x="5" y="25"/>
                    </a:cubicBezTo>
                    <a:cubicBezTo>
                      <a:pt x="6" y="20"/>
                      <a:pt x="6" y="16"/>
                      <a:pt x="8" y="11"/>
                    </a:cubicBezTo>
                    <a:cubicBezTo>
                      <a:pt x="9" y="9"/>
                      <a:pt x="11" y="7"/>
                      <a:pt x="11" y="4"/>
                    </a:cubicBezTo>
                    <a:cubicBezTo>
                      <a:pt x="10" y="3"/>
                      <a:pt x="7" y="1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8" name="Freeform 681">
                <a:extLst>
                  <a:ext uri="{FF2B5EF4-FFF2-40B4-BE49-F238E27FC236}">
                    <a16:creationId xmlns:a16="http://schemas.microsoft.com/office/drawing/2014/main" id="{B608E38D-BEED-49B2-A6C1-483A396EA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2335"/>
                <a:ext cx="32" cy="75"/>
              </a:xfrm>
              <a:custGeom>
                <a:avLst/>
                <a:gdLst>
                  <a:gd name="T0" fmla="*/ 0 w 17"/>
                  <a:gd name="T1" fmla="*/ 124 h 38"/>
                  <a:gd name="T2" fmla="*/ 75 w 17"/>
                  <a:gd name="T3" fmla="*/ 152 h 38"/>
                  <a:gd name="T4" fmla="*/ 141 w 17"/>
                  <a:gd name="T5" fmla="*/ 332 h 38"/>
                  <a:gd name="T6" fmla="*/ 265 w 17"/>
                  <a:gd name="T7" fmla="*/ 716 h 38"/>
                  <a:gd name="T8" fmla="*/ 401 w 17"/>
                  <a:gd name="T9" fmla="*/ 1137 h 38"/>
                  <a:gd name="T10" fmla="*/ 241 w 17"/>
                  <a:gd name="T11" fmla="*/ 0 h 38"/>
                  <a:gd name="T12" fmla="*/ 75 w 17"/>
                  <a:gd name="T13" fmla="*/ 12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8">
                    <a:moveTo>
                      <a:pt x="0" y="4"/>
                    </a:moveTo>
                    <a:cubicBezTo>
                      <a:pt x="1" y="5"/>
                      <a:pt x="2" y="5"/>
                      <a:pt x="3" y="5"/>
                    </a:cubicBezTo>
                    <a:cubicBezTo>
                      <a:pt x="5" y="7"/>
                      <a:pt x="5" y="9"/>
                      <a:pt x="6" y="11"/>
                    </a:cubicBezTo>
                    <a:cubicBezTo>
                      <a:pt x="8" y="15"/>
                      <a:pt x="9" y="20"/>
                      <a:pt x="11" y="24"/>
                    </a:cubicBezTo>
                    <a:cubicBezTo>
                      <a:pt x="12" y="28"/>
                      <a:pt x="14" y="34"/>
                      <a:pt x="17" y="38"/>
                    </a:cubicBezTo>
                    <a:cubicBezTo>
                      <a:pt x="17" y="25"/>
                      <a:pt x="7" y="13"/>
                      <a:pt x="10" y="0"/>
                    </a:cubicBezTo>
                    <a:cubicBezTo>
                      <a:pt x="8" y="0"/>
                      <a:pt x="5" y="3"/>
                      <a:pt x="3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9" name="Freeform 682">
                <a:extLst>
                  <a:ext uri="{FF2B5EF4-FFF2-40B4-BE49-F238E27FC236}">
                    <a16:creationId xmlns:a16="http://schemas.microsoft.com/office/drawing/2014/main" id="{782C48B3-EAF8-4F2C-A5B9-77E40794D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291"/>
                <a:ext cx="44" cy="42"/>
              </a:xfrm>
              <a:custGeom>
                <a:avLst/>
                <a:gdLst>
                  <a:gd name="T0" fmla="*/ 0 w 24"/>
                  <a:gd name="T1" fmla="*/ 352 h 21"/>
                  <a:gd name="T2" fmla="*/ 501 w 24"/>
                  <a:gd name="T3" fmla="*/ 672 h 21"/>
                  <a:gd name="T4" fmla="*/ 229 w 24"/>
                  <a:gd name="T5" fmla="*/ 288 h 21"/>
                  <a:gd name="T6" fmla="*/ 81 w 24"/>
                  <a:gd name="T7" fmla="*/ 0 h 21"/>
                  <a:gd name="T8" fmla="*/ 0 w 24"/>
                  <a:gd name="T9" fmla="*/ 22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0" y="11"/>
                    </a:moveTo>
                    <a:cubicBezTo>
                      <a:pt x="3" y="5"/>
                      <a:pt x="20" y="20"/>
                      <a:pt x="24" y="21"/>
                    </a:cubicBezTo>
                    <a:cubicBezTo>
                      <a:pt x="21" y="17"/>
                      <a:pt x="15" y="13"/>
                      <a:pt x="11" y="9"/>
                    </a:cubicBezTo>
                    <a:cubicBezTo>
                      <a:pt x="8" y="6"/>
                      <a:pt x="6" y="4"/>
                      <a:pt x="4" y="0"/>
                    </a:cubicBez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0" name="Freeform 683">
                <a:extLst>
                  <a:ext uri="{FF2B5EF4-FFF2-40B4-BE49-F238E27FC236}">
                    <a16:creationId xmlns:a16="http://schemas.microsoft.com/office/drawing/2014/main" id="{09C7AC2A-C13C-4810-809A-35562B538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2230"/>
                <a:ext cx="48" cy="42"/>
              </a:xfrm>
              <a:custGeom>
                <a:avLst/>
                <a:gdLst>
                  <a:gd name="T0" fmla="*/ 0 w 26"/>
                  <a:gd name="T1" fmla="*/ 384 h 21"/>
                  <a:gd name="T2" fmla="*/ 105 w 26"/>
                  <a:gd name="T3" fmla="*/ 320 h 21"/>
                  <a:gd name="T4" fmla="*/ 327 w 26"/>
                  <a:gd name="T5" fmla="*/ 480 h 21"/>
                  <a:gd name="T6" fmla="*/ 559 w 26"/>
                  <a:gd name="T7" fmla="*/ 672 h 21"/>
                  <a:gd name="T8" fmla="*/ 430 w 26"/>
                  <a:gd name="T9" fmla="*/ 480 h 21"/>
                  <a:gd name="T10" fmla="*/ 258 w 26"/>
                  <a:gd name="T11" fmla="*/ 288 h 21"/>
                  <a:gd name="T12" fmla="*/ 81 w 26"/>
                  <a:gd name="T13" fmla="*/ 0 h 21"/>
                  <a:gd name="T14" fmla="*/ 0 w 26"/>
                  <a:gd name="T15" fmla="*/ 288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1">
                    <a:moveTo>
                      <a:pt x="0" y="12"/>
                    </a:moveTo>
                    <a:cubicBezTo>
                      <a:pt x="2" y="11"/>
                      <a:pt x="2" y="9"/>
                      <a:pt x="5" y="10"/>
                    </a:cubicBezTo>
                    <a:cubicBezTo>
                      <a:pt x="8" y="11"/>
                      <a:pt x="12" y="14"/>
                      <a:pt x="15" y="15"/>
                    </a:cubicBezTo>
                    <a:cubicBezTo>
                      <a:pt x="18" y="17"/>
                      <a:pt x="22" y="19"/>
                      <a:pt x="26" y="21"/>
                    </a:cubicBezTo>
                    <a:cubicBezTo>
                      <a:pt x="24" y="19"/>
                      <a:pt x="22" y="16"/>
                      <a:pt x="20" y="15"/>
                    </a:cubicBezTo>
                    <a:cubicBezTo>
                      <a:pt x="18" y="13"/>
                      <a:pt x="15" y="11"/>
                      <a:pt x="12" y="9"/>
                    </a:cubicBezTo>
                    <a:cubicBezTo>
                      <a:pt x="9" y="7"/>
                      <a:pt x="7" y="3"/>
                      <a:pt x="4" y="0"/>
                    </a:cubicBezTo>
                    <a:cubicBezTo>
                      <a:pt x="3" y="3"/>
                      <a:pt x="2" y="7"/>
                      <a:pt x="0" y="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1" name="Freeform 684">
                <a:extLst>
                  <a:ext uri="{FF2B5EF4-FFF2-40B4-BE49-F238E27FC236}">
                    <a16:creationId xmlns:a16="http://schemas.microsoft.com/office/drawing/2014/main" id="{EE777AF1-9918-47E1-B893-51B345F5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175"/>
                <a:ext cx="46" cy="53"/>
              </a:xfrm>
              <a:custGeom>
                <a:avLst/>
                <a:gdLst>
                  <a:gd name="T0" fmla="*/ 0 w 25"/>
                  <a:gd name="T1" fmla="*/ 204 h 27"/>
                  <a:gd name="T2" fmla="*/ 125 w 25"/>
                  <a:gd name="T3" fmla="*/ 181 h 27"/>
                  <a:gd name="T4" fmla="*/ 326 w 25"/>
                  <a:gd name="T5" fmla="*/ 493 h 27"/>
                  <a:gd name="T6" fmla="*/ 528 w 25"/>
                  <a:gd name="T7" fmla="*/ 785 h 27"/>
                  <a:gd name="T8" fmla="*/ 326 w 25"/>
                  <a:gd name="T9" fmla="*/ 355 h 27"/>
                  <a:gd name="T10" fmla="*/ 149 w 25"/>
                  <a:gd name="T11" fmla="*/ 0 h 27"/>
                  <a:gd name="T12" fmla="*/ 24 w 25"/>
                  <a:gd name="T13" fmla="*/ 1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7">
                    <a:moveTo>
                      <a:pt x="0" y="7"/>
                    </a:moveTo>
                    <a:cubicBezTo>
                      <a:pt x="2" y="6"/>
                      <a:pt x="4" y="5"/>
                      <a:pt x="6" y="6"/>
                    </a:cubicBezTo>
                    <a:cubicBezTo>
                      <a:pt x="10" y="9"/>
                      <a:pt x="12" y="13"/>
                      <a:pt x="15" y="17"/>
                    </a:cubicBezTo>
                    <a:cubicBezTo>
                      <a:pt x="17" y="20"/>
                      <a:pt x="20" y="26"/>
                      <a:pt x="25" y="27"/>
                    </a:cubicBezTo>
                    <a:cubicBezTo>
                      <a:pt x="22" y="22"/>
                      <a:pt x="18" y="17"/>
                      <a:pt x="15" y="12"/>
                    </a:cubicBezTo>
                    <a:cubicBezTo>
                      <a:pt x="12" y="8"/>
                      <a:pt x="8" y="4"/>
                      <a:pt x="7" y="0"/>
                    </a:cubicBezTo>
                    <a:cubicBezTo>
                      <a:pt x="4" y="0"/>
                      <a:pt x="3" y="3"/>
                      <a:pt x="1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2" name="Freeform 685">
                <a:extLst>
                  <a:ext uri="{FF2B5EF4-FFF2-40B4-BE49-F238E27FC236}">
                    <a16:creationId xmlns:a16="http://schemas.microsoft.com/office/drawing/2014/main" id="{6C33427D-CA9A-46C2-A55A-73D544879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3" y="2145"/>
                <a:ext cx="35" cy="67"/>
              </a:xfrm>
              <a:custGeom>
                <a:avLst/>
                <a:gdLst>
                  <a:gd name="T0" fmla="*/ 0 w 19"/>
                  <a:gd name="T1" fmla="*/ 93 h 34"/>
                  <a:gd name="T2" fmla="*/ 274 w 19"/>
                  <a:gd name="T3" fmla="*/ 591 h 34"/>
                  <a:gd name="T4" fmla="*/ 400 w 19"/>
                  <a:gd name="T5" fmla="*/ 1009 h 34"/>
                  <a:gd name="T6" fmla="*/ 298 w 19"/>
                  <a:gd name="T7" fmla="*/ 420 h 34"/>
                  <a:gd name="T8" fmla="*/ 230 w 19"/>
                  <a:gd name="T9" fmla="*/ 0 h 34"/>
                  <a:gd name="T10" fmla="*/ 44 w 19"/>
                  <a:gd name="T11" fmla="*/ 6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4">
                    <a:moveTo>
                      <a:pt x="0" y="3"/>
                    </a:moveTo>
                    <a:cubicBezTo>
                      <a:pt x="8" y="3"/>
                      <a:pt x="10" y="15"/>
                      <a:pt x="13" y="20"/>
                    </a:cubicBezTo>
                    <a:cubicBezTo>
                      <a:pt x="15" y="24"/>
                      <a:pt x="16" y="32"/>
                      <a:pt x="19" y="34"/>
                    </a:cubicBezTo>
                    <a:cubicBezTo>
                      <a:pt x="17" y="27"/>
                      <a:pt x="16" y="21"/>
                      <a:pt x="14" y="14"/>
                    </a:cubicBezTo>
                    <a:cubicBezTo>
                      <a:pt x="12" y="9"/>
                      <a:pt x="11" y="5"/>
                      <a:pt x="11" y="0"/>
                    </a:cubicBezTo>
                    <a:cubicBezTo>
                      <a:pt x="8" y="0"/>
                      <a:pt x="4" y="0"/>
                      <a:pt x="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3" name="Oval 686">
                <a:extLst>
                  <a:ext uri="{FF2B5EF4-FFF2-40B4-BE49-F238E27FC236}">
                    <a16:creationId xmlns:a16="http://schemas.microsoft.com/office/drawing/2014/main" id="{369F8433-36BC-4972-A619-06862371A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5" y="2258"/>
                <a:ext cx="25" cy="33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4" name="Freeform 687">
                <a:extLst>
                  <a:ext uri="{FF2B5EF4-FFF2-40B4-BE49-F238E27FC236}">
                    <a16:creationId xmlns:a16="http://schemas.microsoft.com/office/drawing/2014/main" id="{D7EEED68-EE20-41D8-AB97-239129DB6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264"/>
                <a:ext cx="28" cy="23"/>
              </a:xfrm>
              <a:custGeom>
                <a:avLst/>
                <a:gdLst>
                  <a:gd name="T0" fmla="*/ 293 w 15"/>
                  <a:gd name="T1" fmla="*/ 56 h 12"/>
                  <a:gd name="T2" fmla="*/ 226 w 15"/>
                  <a:gd name="T3" fmla="*/ 253 h 12"/>
                  <a:gd name="T4" fmla="*/ 24 w 15"/>
                  <a:gd name="T5" fmla="*/ 253 h 12"/>
                  <a:gd name="T6" fmla="*/ 112 w 15"/>
                  <a:gd name="T7" fmla="*/ 56 h 12"/>
                  <a:gd name="T8" fmla="*/ 293 w 15"/>
                  <a:gd name="T9" fmla="*/ 5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3" y="2"/>
                    </a:moveTo>
                    <a:cubicBezTo>
                      <a:pt x="15" y="5"/>
                      <a:pt x="13" y="8"/>
                      <a:pt x="10" y="10"/>
                    </a:cubicBezTo>
                    <a:cubicBezTo>
                      <a:pt x="6" y="12"/>
                      <a:pt x="2" y="12"/>
                      <a:pt x="1" y="10"/>
                    </a:cubicBezTo>
                    <a:cubicBezTo>
                      <a:pt x="0" y="8"/>
                      <a:pt x="1" y="4"/>
                      <a:pt x="5" y="2"/>
                    </a:cubicBezTo>
                    <a:cubicBezTo>
                      <a:pt x="8" y="0"/>
                      <a:pt x="12" y="0"/>
                      <a:pt x="13" y="2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5" name="Freeform 688">
                <a:extLst>
                  <a:ext uri="{FF2B5EF4-FFF2-40B4-BE49-F238E27FC236}">
                    <a16:creationId xmlns:a16="http://schemas.microsoft.com/office/drawing/2014/main" id="{316373B6-2388-4C26-BA18-2BE095BF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151"/>
                <a:ext cx="26" cy="28"/>
              </a:xfrm>
              <a:custGeom>
                <a:avLst/>
                <a:gdLst>
                  <a:gd name="T0" fmla="*/ 84 w 14"/>
                  <a:gd name="T1" fmla="*/ 320 h 14"/>
                  <a:gd name="T2" fmla="*/ 24 w 14"/>
                  <a:gd name="T3" fmla="*/ 64 h 14"/>
                  <a:gd name="T4" fmla="*/ 225 w 14"/>
                  <a:gd name="T5" fmla="*/ 128 h 14"/>
                  <a:gd name="T6" fmla="*/ 290 w 14"/>
                  <a:gd name="T7" fmla="*/ 384 h 14"/>
                  <a:gd name="T8" fmla="*/ 84 w 14"/>
                  <a:gd name="T9" fmla="*/ 3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4" y="10"/>
                    </a:move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6" y="1"/>
                      <a:pt x="10" y="4"/>
                    </a:cubicBezTo>
                    <a:cubicBezTo>
                      <a:pt x="13" y="6"/>
                      <a:pt x="14" y="10"/>
                      <a:pt x="13" y="12"/>
                    </a:cubicBezTo>
                    <a:cubicBezTo>
                      <a:pt x="11" y="14"/>
                      <a:pt x="8" y="13"/>
                      <a:pt x="4" y="10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6" name="Oval 689">
                <a:extLst>
                  <a:ext uri="{FF2B5EF4-FFF2-40B4-BE49-F238E27FC236}">
                    <a16:creationId xmlns:a16="http://schemas.microsoft.com/office/drawing/2014/main" id="{C2722FFE-1C7A-487D-A67F-0E55AF69E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151"/>
                <a:ext cx="24" cy="24"/>
              </a:xfrm>
              <a:prstGeom prst="ellipse">
                <a:avLst/>
              </a:pr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7" name="Oval 690">
                <a:extLst>
                  <a:ext uri="{FF2B5EF4-FFF2-40B4-BE49-F238E27FC236}">
                    <a16:creationId xmlns:a16="http://schemas.microsoft.com/office/drawing/2014/main" id="{5F06512E-8CC6-4600-A328-F8FEA8529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201"/>
                <a:ext cx="19" cy="27"/>
              </a:xfrm>
              <a:prstGeom prst="ellipse">
                <a:avLst/>
              </a:pr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8" name="Freeform 691">
                <a:extLst>
                  <a:ext uri="{FF2B5EF4-FFF2-40B4-BE49-F238E27FC236}">
                    <a16:creationId xmlns:a16="http://schemas.microsoft.com/office/drawing/2014/main" id="{309C7BAF-F0F5-45C4-B7A0-D1B1E7E19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307"/>
                <a:ext cx="30" cy="38"/>
              </a:xfrm>
              <a:custGeom>
                <a:avLst/>
                <a:gdLst>
                  <a:gd name="T0" fmla="*/ 296 w 16"/>
                  <a:gd name="T1" fmla="*/ 192 h 19"/>
                  <a:gd name="T2" fmla="*/ 296 w 16"/>
                  <a:gd name="T3" fmla="*/ 512 h 19"/>
                  <a:gd name="T4" fmla="*/ 73 w 16"/>
                  <a:gd name="T5" fmla="*/ 416 h 19"/>
                  <a:gd name="T6" fmla="*/ 73 w 16"/>
                  <a:gd name="T7" fmla="*/ 64 h 19"/>
                  <a:gd name="T8" fmla="*/ 296 w 16"/>
                  <a:gd name="T9" fmla="*/ 19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3" y="6"/>
                    </a:moveTo>
                    <a:cubicBezTo>
                      <a:pt x="16" y="10"/>
                      <a:pt x="16" y="14"/>
                      <a:pt x="13" y="16"/>
                    </a:cubicBezTo>
                    <a:cubicBezTo>
                      <a:pt x="10" y="19"/>
                      <a:pt x="5" y="17"/>
                      <a:pt x="3" y="13"/>
                    </a:cubicBezTo>
                    <a:cubicBezTo>
                      <a:pt x="0" y="9"/>
                      <a:pt x="0" y="4"/>
                      <a:pt x="3" y="2"/>
                    </a:cubicBezTo>
                    <a:cubicBezTo>
                      <a:pt x="6" y="0"/>
                      <a:pt x="11" y="2"/>
                      <a:pt x="13" y="6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9" name="Oval 692">
                <a:extLst>
                  <a:ext uri="{FF2B5EF4-FFF2-40B4-BE49-F238E27FC236}">
                    <a16:creationId xmlns:a16="http://schemas.microsoft.com/office/drawing/2014/main" id="{AE04C03E-1DD0-4849-AB86-06A8CF1A5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2" y="2400"/>
                <a:ext cx="27" cy="32"/>
              </a:xfrm>
              <a:prstGeom prst="ellipse">
                <a:avLst/>
              </a:pr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0" name="Oval 693">
                <a:extLst>
                  <a:ext uri="{FF2B5EF4-FFF2-40B4-BE49-F238E27FC236}">
                    <a16:creationId xmlns:a16="http://schemas.microsoft.com/office/drawing/2014/main" id="{7D57B9B1-7912-42F5-921F-4AC8FF85E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424"/>
                <a:ext cx="31" cy="24"/>
              </a:xfrm>
              <a:prstGeom prst="ellipse">
                <a:avLst/>
              </a:pr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1" name="Oval 694">
                <a:extLst>
                  <a:ext uri="{FF2B5EF4-FFF2-40B4-BE49-F238E27FC236}">
                    <a16:creationId xmlns:a16="http://schemas.microsoft.com/office/drawing/2014/main" id="{34525A9E-97EA-445C-AB03-06C91932C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2400"/>
                <a:ext cx="18" cy="20"/>
              </a:xfrm>
              <a:prstGeom prst="ellipse">
                <a:avLst/>
              </a:pr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2" name="Freeform 695">
                <a:extLst>
                  <a:ext uri="{FF2B5EF4-FFF2-40B4-BE49-F238E27FC236}">
                    <a16:creationId xmlns:a16="http://schemas.microsoft.com/office/drawing/2014/main" id="{6D7197D1-77B2-4E05-9433-0AABCE28B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357"/>
                <a:ext cx="17" cy="21"/>
              </a:xfrm>
              <a:custGeom>
                <a:avLst/>
                <a:gdLst>
                  <a:gd name="T0" fmla="*/ 189 w 9"/>
                  <a:gd name="T1" fmla="*/ 29 h 11"/>
                  <a:gd name="T2" fmla="*/ 168 w 9"/>
                  <a:gd name="T3" fmla="*/ 200 h 11"/>
                  <a:gd name="T4" fmla="*/ 28 w 9"/>
                  <a:gd name="T5" fmla="*/ 252 h 11"/>
                  <a:gd name="T6" fmla="*/ 53 w 9"/>
                  <a:gd name="T7" fmla="*/ 76 h 11"/>
                  <a:gd name="T8" fmla="*/ 189 w 9"/>
                  <a:gd name="T9" fmla="*/ 2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8" y="1"/>
                    </a:moveTo>
                    <a:cubicBezTo>
                      <a:pt x="9" y="2"/>
                      <a:pt x="9" y="5"/>
                      <a:pt x="7" y="8"/>
                    </a:cubicBezTo>
                    <a:cubicBezTo>
                      <a:pt x="6" y="10"/>
                      <a:pt x="3" y="11"/>
                      <a:pt x="1" y="10"/>
                    </a:cubicBezTo>
                    <a:cubicBezTo>
                      <a:pt x="0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8" y="1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3" name="Freeform 696">
                <a:extLst>
                  <a:ext uri="{FF2B5EF4-FFF2-40B4-BE49-F238E27FC236}">
                    <a16:creationId xmlns:a16="http://schemas.microsoft.com/office/drawing/2014/main" id="{9C9C58CD-CA03-44C7-A693-2DC91BEE5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305"/>
                <a:ext cx="15" cy="16"/>
              </a:xfrm>
              <a:custGeom>
                <a:avLst/>
                <a:gdLst>
                  <a:gd name="T0" fmla="*/ 158 w 8"/>
                  <a:gd name="T1" fmla="*/ 32 h 8"/>
                  <a:gd name="T2" fmla="*/ 137 w 8"/>
                  <a:gd name="T3" fmla="*/ 192 h 8"/>
                  <a:gd name="T4" fmla="*/ 53 w 8"/>
                  <a:gd name="T5" fmla="*/ 224 h 8"/>
                  <a:gd name="T6" fmla="*/ 53 w 8"/>
                  <a:gd name="T7" fmla="*/ 64 h 8"/>
                  <a:gd name="T8" fmla="*/ 158 w 8"/>
                  <a:gd name="T9" fmla="*/ 3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1"/>
                    </a:moveTo>
                    <a:cubicBezTo>
                      <a:pt x="8" y="2"/>
                      <a:pt x="8" y="4"/>
                      <a:pt x="6" y="6"/>
                    </a:cubicBezTo>
                    <a:cubicBezTo>
                      <a:pt x="5" y="8"/>
                      <a:pt x="3" y="8"/>
                      <a:pt x="2" y="7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3" y="0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4" name="Freeform 697">
                <a:extLst>
                  <a:ext uri="{FF2B5EF4-FFF2-40B4-BE49-F238E27FC236}">
                    <a16:creationId xmlns:a16="http://schemas.microsoft.com/office/drawing/2014/main" id="{ED7A56BE-8BCD-4A44-806A-A23B77A4E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187"/>
                <a:ext cx="16" cy="27"/>
              </a:xfrm>
              <a:custGeom>
                <a:avLst/>
                <a:gdLst>
                  <a:gd name="T0" fmla="*/ 114 w 9"/>
                  <a:gd name="T1" fmla="*/ 372 h 14"/>
                  <a:gd name="T2" fmla="*/ 0 w 9"/>
                  <a:gd name="T3" fmla="*/ 208 h 14"/>
                  <a:gd name="T4" fmla="*/ 50 w 9"/>
                  <a:gd name="T5" fmla="*/ 29 h 14"/>
                  <a:gd name="T6" fmla="*/ 158 w 9"/>
                  <a:gd name="T7" fmla="*/ 164 h 14"/>
                  <a:gd name="T8" fmla="*/ 114 w 9"/>
                  <a:gd name="T9" fmla="*/ 3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6" y="14"/>
                    </a:moveTo>
                    <a:cubicBezTo>
                      <a:pt x="3" y="14"/>
                      <a:pt x="1" y="11"/>
                      <a:pt x="0" y="8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6" y="0"/>
                      <a:pt x="8" y="3"/>
                      <a:pt x="9" y="6"/>
                    </a:cubicBezTo>
                    <a:cubicBezTo>
                      <a:pt x="9" y="10"/>
                      <a:pt x="8" y="13"/>
                      <a:pt x="6" y="14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5" name="Freeform 698">
                <a:extLst>
                  <a:ext uri="{FF2B5EF4-FFF2-40B4-BE49-F238E27FC236}">
                    <a16:creationId xmlns:a16="http://schemas.microsoft.com/office/drawing/2014/main" id="{910C28DE-0738-4E53-B161-DBB3B1383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124"/>
                <a:ext cx="32" cy="33"/>
              </a:xfrm>
              <a:custGeom>
                <a:avLst/>
                <a:gdLst>
                  <a:gd name="T0" fmla="*/ 301 w 17"/>
                  <a:gd name="T1" fmla="*/ 116 h 17"/>
                  <a:gd name="T2" fmla="*/ 326 w 17"/>
                  <a:gd name="T3" fmla="*/ 380 h 17"/>
                  <a:gd name="T4" fmla="*/ 100 w 17"/>
                  <a:gd name="T5" fmla="*/ 357 h 17"/>
                  <a:gd name="T6" fmla="*/ 75 w 17"/>
                  <a:gd name="T7" fmla="*/ 87 h 17"/>
                  <a:gd name="T8" fmla="*/ 301 w 17"/>
                  <a:gd name="T9" fmla="*/ 1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3" y="4"/>
                    </a:moveTo>
                    <a:cubicBezTo>
                      <a:pt x="16" y="7"/>
                      <a:pt x="17" y="12"/>
                      <a:pt x="14" y="14"/>
                    </a:cubicBezTo>
                    <a:cubicBezTo>
                      <a:pt x="12" y="17"/>
                      <a:pt x="7" y="16"/>
                      <a:pt x="4" y="13"/>
                    </a:cubicBezTo>
                    <a:cubicBezTo>
                      <a:pt x="1" y="10"/>
                      <a:pt x="0" y="6"/>
                      <a:pt x="3" y="3"/>
                    </a:cubicBezTo>
                    <a:cubicBezTo>
                      <a:pt x="5" y="0"/>
                      <a:pt x="10" y="1"/>
                      <a:pt x="13" y="4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6" name="Freeform 699">
                <a:extLst>
                  <a:ext uri="{FF2B5EF4-FFF2-40B4-BE49-F238E27FC236}">
                    <a16:creationId xmlns:a16="http://schemas.microsoft.com/office/drawing/2014/main" id="{BB648BFD-AF3A-477A-B20C-027BFD8CA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094"/>
                <a:ext cx="24" cy="31"/>
              </a:xfrm>
              <a:custGeom>
                <a:avLst/>
                <a:gdLst>
                  <a:gd name="T0" fmla="*/ 233 w 13"/>
                  <a:gd name="T1" fmla="*/ 380 h 16"/>
                  <a:gd name="T2" fmla="*/ 44 w 13"/>
                  <a:gd name="T3" fmla="*/ 296 h 16"/>
                  <a:gd name="T4" fmla="*/ 44 w 13"/>
                  <a:gd name="T5" fmla="*/ 60 h 16"/>
                  <a:gd name="T6" fmla="*/ 233 w 13"/>
                  <a:gd name="T7" fmla="*/ 140 h 16"/>
                  <a:gd name="T8" fmla="*/ 233 w 13"/>
                  <a:gd name="T9" fmla="*/ 38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6">
                    <a:moveTo>
                      <a:pt x="11" y="14"/>
                    </a:moveTo>
                    <a:cubicBezTo>
                      <a:pt x="9" y="16"/>
                      <a:pt x="5" y="14"/>
                      <a:pt x="2" y="11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5" y="0"/>
                      <a:pt x="9" y="1"/>
                      <a:pt x="11" y="5"/>
                    </a:cubicBezTo>
                    <a:cubicBezTo>
                      <a:pt x="13" y="9"/>
                      <a:pt x="13" y="13"/>
                      <a:pt x="11" y="14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7" name="Freeform 700">
                <a:extLst>
                  <a:ext uri="{FF2B5EF4-FFF2-40B4-BE49-F238E27FC236}">
                    <a16:creationId xmlns:a16="http://schemas.microsoft.com/office/drawing/2014/main" id="{3DC5764B-ED22-4E10-ADE1-12974B476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096"/>
                <a:ext cx="44" cy="39"/>
              </a:xfrm>
              <a:custGeom>
                <a:avLst/>
                <a:gdLst>
                  <a:gd name="T0" fmla="*/ 326 w 24"/>
                  <a:gd name="T1" fmla="*/ 117 h 20"/>
                  <a:gd name="T2" fmla="*/ 451 w 24"/>
                  <a:gd name="T3" fmla="*/ 476 h 20"/>
                  <a:gd name="T4" fmla="*/ 172 w 24"/>
                  <a:gd name="T5" fmla="*/ 421 h 20"/>
                  <a:gd name="T6" fmla="*/ 44 w 24"/>
                  <a:gd name="T7" fmla="*/ 88 h 20"/>
                  <a:gd name="T8" fmla="*/ 326 w 24"/>
                  <a:gd name="T9" fmla="*/ 11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0">
                    <a:moveTo>
                      <a:pt x="16" y="4"/>
                    </a:moveTo>
                    <a:cubicBezTo>
                      <a:pt x="21" y="8"/>
                      <a:pt x="24" y="13"/>
                      <a:pt x="22" y="17"/>
                    </a:cubicBezTo>
                    <a:cubicBezTo>
                      <a:pt x="19" y="20"/>
                      <a:pt x="13" y="19"/>
                      <a:pt x="8" y="15"/>
                    </a:cubicBezTo>
                    <a:cubicBezTo>
                      <a:pt x="2" y="11"/>
                      <a:pt x="0" y="6"/>
                      <a:pt x="2" y="3"/>
                    </a:cubicBezTo>
                    <a:cubicBezTo>
                      <a:pt x="4" y="0"/>
                      <a:pt x="10" y="0"/>
                      <a:pt x="16" y="4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8" name="Freeform 701">
                <a:extLst>
                  <a:ext uri="{FF2B5EF4-FFF2-40B4-BE49-F238E27FC236}">
                    <a16:creationId xmlns:a16="http://schemas.microsoft.com/office/drawing/2014/main" id="{189770F4-9683-4DF9-8239-534911F50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197"/>
                <a:ext cx="20" cy="27"/>
              </a:xfrm>
              <a:custGeom>
                <a:avLst/>
                <a:gdLst>
                  <a:gd name="T0" fmla="*/ 175 w 11"/>
                  <a:gd name="T1" fmla="*/ 316 h 14"/>
                  <a:gd name="T2" fmla="*/ 44 w 11"/>
                  <a:gd name="T3" fmla="*/ 237 h 14"/>
                  <a:gd name="T4" fmla="*/ 44 w 11"/>
                  <a:gd name="T5" fmla="*/ 29 h 14"/>
                  <a:gd name="T6" fmla="*/ 175 w 11"/>
                  <a:gd name="T7" fmla="*/ 108 h 14"/>
                  <a:gd name="T8" fmla="*/ 175 w 11"/>
                  <a:gd name="T9" fmla="*/ 31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9" y="12"/>
                    </a:moveTo>
                    <a:cubicBezTo>
                      <a:pt x="7" y="14"/>
                      <a:pt x="4" y="12"/>
                      <a:pt x="2" y="9"/>
                    </a:cubicBezTo>
                    <a:cubicBezTo>
                      <a:pt x="0" y="6"/>
                      <a:pt x="0" y="2"/>
                      <a:pt x="2" y="1"/>
                    </a:cubicBezTo>
                    <a:cubicBezTo>
                      <a:pt x="4" y="0"/>
                      <a:pt x="7" y="1"/>
                      <a:pt x="9" y="4"/>
                    </a:cubicBezTo>
                    <a:cubicBezTo>
                      <a:pt x="11" y="7"/>
                      <a:pt x="11" y="11"/>
                      <a:pt x="9" y="12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9" name="Freeform 702">
                <a:extLst>
                  <a:ext uri="{FF2B5EF4-FFF2-40B4-BE49-F238E27FC236}">
                    <a16:creationId xmlns:a16="http://schemas.microsoft.com/office/drawing/2014/main" id="{4EC7DD26-ADB1-4B3B-90B3-C5C99E432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197"/>
                <a:ext cx="39" cy="35"/>
              </a:xfrm>
              <a:custGeom>
                <a:avLst/>
                <a:gdLst>
                  <a:gd name="T0" fmla="*/ 306 w 21"/>
                  <a:gd name="T1" fmla="*/ 412 h 18"/>
                  <a:gd name="T2" fmla="*/ 24 w 21"/>
                  <a:gd name="T3" fmla="*/ 389 h 18"/>
                  <a:gd name="T4" fmla="*/ 156 w 21"/>
                  <a:gd name="T5" fmla="*/ 88 h 18"/>
                  <a:gd name="T6" fmla="*/ 418 w 21"/>
                  <a:gd name="T7" fmla="*/ 117 h 18"/>
                  <a:gd name="T8" fmla="*/ 306 w 21"/>
                  <a:gd name="T9" fmla="*/ 41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14" y="15"/>
                    </a:moveTo>
                    <a:cubicBezTo>
                      <a:pt x="9" y="18"/>
                      <a:pt x="3" y="17"/>
                      <a:pt x="1" y="14"/>
                    </a:cubicBezTo>
                    <a:cubicBezTo>
                      <a:pt x="0" y="10"/>
                      <a:pt x="2" y="5"/>
                      <a:pt x="7" y="3"/>
                    </a:cubicBezTo>
                    <a:cubicBezTo>
                      <a:pt x="12" y="0"/>
                      <a:pt x="17" y="1"/>
                      <a:pt x="19" y="4"/>
                    </a:cubicBezTo>
                    <a:cubicBezTo>
                      <a:pt x="21" y="8"/>
                      <a:pt x="19" y="13"/>
                      <a:pt x="14" y="15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0" name="Freeform 703">
                <a:extLst>
                  <a:ext uri="{FF2B5EF4-FFF2-40B4-BE49-F238E27FC236}">
                    <a16:creationId xmlns:a16="http://schemas.microsoft.com/office/drawing/2014/main" id="{296DF490-194B-467A-870D-345C3E7ED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076"/>
                <a:ext cx="33" cy="32"/>
              </a:xfrm>
              <a:custGeom>
                <a:avLst/>
                <a:gdLst>
                  <a:gd name="T0" fmla="*/ 326 w 18"/>
                  <a:gd name="T1" fmla="*/ 96 h 16"/>
                  <a:gd name="T2" fmla="*/ 246 w 18"/>
                  <a:gd name="T3" fmla="*/ 416 h 16"/>
                  <a:gd name="T4" fmla="*/ 44 w 18"/>
                  <a:gd name="T5" fmla="*/ 448 h 16"/>
                  <a:gd name="T6" fmla="*/ 105 w 18"/>
                  <a:gd name="T7" fmla="*/ 128 h 16"/>
                  <a:gd name="T8" fmla="*/ 326 w 18"/>
                  <a:gd name="T9" fmla="*/ 9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6" y="3"/>
                    </a:moveTo>
                    <a:cubicBezTo>
                      <a:pt x="18" y="6"/>
                      <a:pt x="17" y="10"/>
                      <a:pt x="12" y="13"/>
                    </a:cubicBezTo>
                    <a:cubicBezTo>
                      <a:pt x="8" y="16"/>
                      <a:pt x="4" y="16"/>
                      <a:pt x="2" y="14"/>
                    </a:cubicBezTo>
                    <a:cubicBezTo>
                      <a:pt x="0" y="11"/>
                      <a:pt x="1" y="6"/>
                      <a:pt x="5" y="4"/>
                    </a:cubicBezTo>
                    <a:cubicBezTo>
                      <a:pt x="9" y="1"/>
                      <a:pt x="14" y="0"/>
                      <a:pt x="16" y="3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1" name="Freeform 704">
                <a:extLst>
                  <a:ext uri="{FF2B5EF4-FFF2-40B4-BE49-F238E27FC236}">
                    <a16:creationId xmlns:a16="http://schemas.microsoft.com/office/drawing/2014/main" id="{E462E618-C4DC-4478-8D61-F98EC0FD4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2108"/>
                <a:ext cx="33" cy="31"/>
              </a:xfrm>
              <a:custGeom>
                <a:avLst/>
                <a:gdLst>
                  <a:gd name="T0" fmla="*/ 273 w 18"/>
                  <a:gd name="T1" fmla="*/ 87 h 16"/>
                  <a:gd name="T2" fmla="*/ 326 w 18"/>
                  <a:gd name="T3" fmla="*/ 349 h 16"/>
                  <a:gd name="T4" fmla="*/ 105 w 18"/>
                  <a:gd name="T5" fmla="*/ 349 h 16"/>
                  <a:gd name="T6" fmla="*/ 44 w 18"/>
                  <a:gd name="T7" fmla="*/ 87 h 16"/>
                  <a:gd name="T8" fmla="*/ 273 w 18"/>
                  <a:gd name="T9" fmla="*/ 8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3" y="3"/>
                    </a:moveTo>
                    <a:cubicBezTo>
                      <a:pt x="17" y="6"/>
                      <a:pt x="18" y="11"/>
                      <a:pt x="16" y="13"/>
                    </a:cubicBezTo>
                    <a:cubicBezTo>
                      <a:pt x="14" y="16"/>
                      <a:pt x="9" y="16"/>
                      <a:pt x="5" y="13"/>
                    </a:cubicBezTo>
                    <a:cubicBezTo>
                      <a:pt x="1" y="10"/>
                      <a:pt x="0" y="5"/>
                      <a:pt x="2" y="3"/>
                    </a:cubicBezTo>
                    <a:cubicBezTo>
                      <a:pt x="5" y="0"/>
                      <a:pt x="9" y="0"/>
                      <a:pt x="13" y="3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2" name="Oval 705">
                <a:extLst>
                  <a:ext uri="{FF2B5EF4-FFF2-40B4-BE49-F238E27FC236}">
                    <a16:creationId xmlns:a16="http://schemas.microsoft.com/office/drawing/2014/main" id="{2D8D4C72-2D15-4824-8F4A-729C05547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2163"/>
                <a:ext cx="28" cy="26"/>
              </a:xfrm>
              <a:prstGeom prst="ellipse">
                <a:avLst/>
              </a:pr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3" name="Freeform 706">
                <a:extLst>
                  <a:ext uri="{FF2B5EF4-FFF2-40B4-BE49-F238E27FC236}">
                    <a16:creationId xmlns:a16="http://schemas.microsoft.com/office/drawing/2014/main" id="{48A736B6-31F2-4661-A809-49155189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232"/>
                <a:ext cx="22" cy="26"/>
              </a:xfrm>
              <a:custGeom>
                <a:avLst/>
                <a:gdLst>
                  <a:gd name="T0" fmla="*/ 205 w 12"/>
                  <a:gd name="T1" fmla="*/ 352 h 13"/>
                  <a:gd name="T2" fmla="*/ 44 w 12"/>
                  <a:gd name="T3" fmla="*/ 320 h 13"/>
                  <a:gd name="T4" fmla="*/ 44 w 12"/>
                  <a:gd name="T5" fmla="*/ 64 h 13"/>
                  <a:gd name="T6" fmla="*/ 205 w 12"/>
                  <a:gd name="T7" fmla="*/ 96 h 13"/>
                  <a:gd name="T8" fmla="*/ 205 w 12"/>
                  <a:gd name="T9" fmla="*/ 35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0" y="11"/>
                    </a:moveTo>
                    <a:cubicBezTo>
                      <a:pt x="8" y="13"/>
                      <a:pt x="4" y="12"/>
                      <a:pt x="2" y="10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4" y="0"/>
                      <a:pt x="8" y="0"/>
                      <a:pt x="10" y="3"/>
                    </a:cubicBezTo>
                    <a:cubicBezTo>
                      <a:pt x="12" y="5"/>
                      <a:pt x="12" y="9"/>
                      <a:pt x="10" y="11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4" name="Freeform 707">
                <a:extLst>
                  <a:ext uri="{FF2B5EF4-FFF2-40B4-BE49-F238E27FC236}">
                    <a16:creationId xmlns:a16="http://schemas.microsoft.com/office/drawing/2014/main" id="{7368F247-80F6-403A-9C72-206143D65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333"/>
                <a:ext cx="38" cy="39"/>
              </a:xfrm>
              <a:custGeom>
                <a:avLst/>
                <a:gdLst>
                  <a:gd name="T0" fmla="*/ 356 w 21"/>
                  <a:gd name="T1" fmla="*/ 476 h 20"/>
                  <a:gd name="T2" fmla="*/ 94 w 21"/>
                  <a:gd name="T3" fmla="*/ 445 h 20"/>
                  <a:gd name="T4" fmla="*/ 52 w 21"/>
                  <a:gd name="T5" fmla="*/ 88 h 20"/>
                  <a:gd name="T6" fmla="*/ 308 w 21"/>
                  <a:gd name="T7" fmla="*/ 117 h 20"/>
                  <a:gd name="T8" fmla="*/ 356 w 21"/>
                  <a:gd name="T9" fmla="*/ 47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8" y="17"/>
                    </a:moveTo>
                    <a:cubicBezTo>
                      <a:pt x="15" y="20"/>
                      <a:pt x="9" y="20"/>
                      <a:pt x="5" y="16"/>
                    </a:cubicBezTo>
                    <a:cubicBezTo>
                      <a:pt x="1" y="12"/>
                      <a:pt x="0" y="7"/>
                      <a:pt x="3" y="3"/>
                    </a:cubicBezTo>
                    <a:cubicBezTo>
                      <a:pt x="6" y="0"/>
                      <a:pt x="11" y="0"/>
                      <a:pt x="16" y="4"/>
                    </a:cubicBezTo>
                    <a:cubicBezTo>
                      <a:pt x="20" y="8"/>
                      <a:pt x="21" y="13"/>
                      <a:pt x="18" y="17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5" name="Oval 708">
                <a:extLst>
                  <a:ext uri="{FF2B5EF4-FFF2-40B4-BE49-F238E27FC236}">
                    <a16:creationId xmlns:a16="http://schemas.microsoft.com/office/drawing/2014/main" id="{803D4C44-E2D8-4B04-8BCB-CE0B453A9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3" y="2372"/>
                <a:ext cx="33" cy="28"/>
              </a:xfrm>
              <a:prstGeom prst="ellipse">
                <a:avLst/>
              </a:pr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6" name="Freeform 709">
                <a:extLst>
                  <a:ext uri="{FF2B5EF4-FFF2-40B4-BE49-F238E27FC236}">
                    <a16:creationId xmlns:a16="http://schemas.microsoft.com/office/drawing/2014/main" id="{091FFF3B-4E5E-4C1F-B1DE-BBCF00050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2347"/>
                <a:ext cx="30" cy="33"/>
              </a:xfrm>
              <a:custGeom>
                <a:avLst/>
                <a:gdLst>
                  <a:gd name="T0" fmla="*/ 285 w 16"/>
                  <a:gd name="T1" fmla="*/ 328 h 17"/>
                  <a:gd name="T2" fmla="*/ 53 w 16"/>
                  <a:gd name="T3" fmla="*/ 412 h 17"/>
                  <a:gd name="T4" fmla="*/ 99 w 16"/>
                  <a:gd name="T5" fmla="*/ 116 h 17"/>
                  <a:gd name="T6" fmla="*/ 324 w 16"/>
                  <a:gd name="T7" fmla="*/ 60 h 17"/>
                  <a:gd name="T8" fmla="*/ 285 w 16"/>
                  <a:gd name="T9" fmla="*/ 32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2" y="12"/>
                    </a:moveTo>
                    <a:cubicBezTo>
                      <a:pt x="9" y="16"/>
                      <a:pt x="5" y="17"/>
                      <a:pt x="2" y="15"/>
                    </a:cubicBezTo>
                    <a:cubicBezTo>
                      <a:pt x="0" y="12"/>
                      <a:pt x="0" y="8"/>
                      <a:pt x="4" y="4"/>
                    </a:cubicBezTo>
                    <a:cubicBezTo>
                      <a:pt x="7" y="1"/>
                      <a:pt x="12" y="0"/>
                      <a:pt x="14" y="2"/>
                    </a:cubicBezTo>
                    <a:cubicBezTo>
                      <a:pt x="16" y="4"/>
                      <a:pt x="16" y="9"/>
                      <a:pt x="12" y="12"/>
                    </a:cubicBezTo>
                    <a:close/>
                  </a:path>
                </a:pathLst>
              </a:custGeom>
              <a:solidFill>
                <a:srgbClr val="A54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7" name="Freeform 710">
                <a:extLst>
                  <a:ext uri="{FF2B5EF4-FFF2-40B4-BE49-F238E27FC236}">
                    <a16:creationId xmlns:a16="http://schemas.microsoft.com/office/drawing/2014/main" id="{DDA1BAD4-76E1-4D8A-B6D6-DD3495DD1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2210"/>
                <a:ext cx="26" cy="34"/>
              </a:xfrm>
              <a:custGeom>
                <a:avLst/>
                <a:gdLst>
                  <a:gd name="T0" fmla="*/ 262 w 14"/>
                  <a:gd name="T1" fmla="*/ 64 h 17"/>
                  <a:gd name="T2" fmla="*/ 225 w 14"/>
                  <a:gd name="T3" fmla="*/ 352 h 17"/>
                  <a:gd name="T4" fmla="*/ 45 w 14"/>
                  <a:gd name="T5" fmla="*/ 512 h 17"/>
                  <a:gd name="T6" fmla="*/ 69 w 14"/>
                  <a:gd name="T7" fmla="*/ 192 h 17"/>
                  <a:gd name="T8" fmla="*/ 262 w 14"/>
                  <a:gd name="T9" fmla="*/ 6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7">
                    <a:moveTo>
                      <a:pt x="12" y="2"/>
                    </a:moveTo>
                    <a:cubicBezTo>
                      <a:pt x="14" y="3"/>
                      <a:pt x="13" y="7"/>
                      <a:pt x="10" y="11"/>
                    </a:cubicBezTo>
                    <a:cubicBezTo>
                      <a:pt x="7" y="15"/>
                      <a:pt x="3" y="17"/>
                      <a:pt x="2" y="16"/>
                    </a:cubicBezTo>
                    <a:cubicBezTo>
                      <a:pt x="0" y="15"/>
                      <a:pt x="1" y="10"/>
                      <a:pt x="3" y="6"/>
                    </a:cubicBezTo>
                    <a:cubicBezTo>
                      <a:pt x="6" y="3"/>
                      <a:pt x="10" y="0"/>
                      <a:pt x="12" y="2"/>
                    </a:cubicBezTo>
                    <a:close/>
                  </a:path>
                </a:pathLst>
              </a:cu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8" name="Oval 711">
                <a:extLst>
                  <a:ext uri="{FF2B5EF4-FFF2-40B4-BE49-F238E27FC236}">
                    <a16:creationId xmlns:a16="http://schemas.microsoft.com/office/drawing/2014/main" id="{B6F32F85-8250-46E6-8208-1E7191023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3" y="2169"/>
                <a:ext cx="22" cy="34"/>
              </a:xfrm>
              <a:prstGeom prst="ellipse">
                <a:avLst/>
              </a:prstGeom>
              <a:solidFill>
                <a:srgbClr val="E3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9" name="Freeform 712">
                <a:extLst>
                  <a:ext uri="{FF2B5EF4-FFF2-40B4-BE49-F238E27FC236}">
                    <a16:creationId xmlns:a16="http://schemas.microsoft.com/office/drawing/2014/main" id="{FE13EDA1-4591-46B3-B4BD-8378F02AF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91"/>
                <a:ext cx="129" cy="25"/>
              </a:xfrm>
              <a:custGeom>
                <a:avLst/>
                <a:gdLst>
                  <a:gd name="T0" fmla="*/ 1491 w 70"/>
                  <a:gd name="T1" fmla="*/ 0 h 13"/>
                  <a:gd name="T2" fmla="*/ 1084 w 70"/>
                  <a:gd name="T3" fmla="*/ 313 h 13"/>
                  <a:gd name="T4" fmla="*/ 660 w 70"/>
                  <a:gd name="T5" fmla="*/ 177 h 13"/>
                  <a:gd name="T6" fmla="*/ 0 w 70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3">
                    <a:moveTo>
                      <a:pt x="70" y="0"/>
                    </a:moveTo>
                    <a:cubicBezTo>
                      <a:pt x="67" y="7"/>
                      <a:pt x="58" y="11"/>
                      <a:pt x="51" y="12"/>
                    </a:cubicBezTo>
                    <a:cubicBezTo>
                      <a:pt x="43" y="13"/>
                      <a:pt x="37" y="10"/>
                      <a:pt x="31" y="7"/>
                    </a:cubicBezTo>
                    <a:cubicBezTo>
                      <a:pt x="21" y="4"/>
                      <a:pt x="10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0" name="Freeform 713">
                <a:extLst>
                  <a:ext uri="{FF2B5EF4-FFF2-40B4-BE49-F238E27FC236}">
                    <a16:creationId xmlns:a16="http://schemas.microsoft.com/office/drawing/2014/main" id="{E9A7A7BD-F93D-4BC7-B365-6CDBD5862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272"/>
                <a:ext cx="176" cy="108"/>
              </a:xfrm>
              <a:custGeom>
                <a:avLst/>
                <a:gdLst>
                  <a:gd name="T0" fmla="*/ 0 w 95"/>
                  <a:gd name="T1" fmla="*/ 999 h 55"/>
                  <a:gd name="T2" fmla="*/ 1247 w 95"/>
                  <a:gd name="T3" fmla="*/ 1219 h 55"/>
                  <a:gd name="T4" fmla="*/ 1767 w 95"/>
                  <a:gd name="T5" fmla="*/ 493 h 55"/>
                  <a:gd name="T6" fmla="*/ 2073 w 9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55">
                    <a:moveTo>
                      <a:pt x="0" y="34"/>
                    </a:moveTo>
                    <a:cubicBezTo>
                      <a:pt x="16" y="46"/>
                      <a:pt x="38" y="55"/>
                      <a:pt x="57" y="42"/>
                    </a:cubicBezTo>
                    <a:cubicBezTo>
                      <a:pt x="66" y="35"/>
                      <a:pt x="74" y="27"/>
                      <a:pt x="81" y="17"/>
                    </a:cubicBezTo>
                    <a:cubicBezTo>
                      <a:pt x="85" y="11"/>
                      <a:pt x="90" y="6"/>
                      <a:pt x="95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1" name="Freeform 714">
                <a:extLst>
                  <a:ext uri="{FF2B5EF4-FFF2-40B4-BE49-F238E27FC236}">
                    <a16:creationId xmlns:a16="http://schemas.microsoft.com/office/drawing/2014/main" id="{457E3CFF-D130-4508-9447-F7220DE87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112"/>
                <a:ext cx="143" cy="41"/>
              </a:xfrm>
              <a:custGeom>
                <a:avLst/>
                <a:gdLst>
                  <a:gd name="T0" fmla="*/ 0 w 77"/>
                  <a:gd name="T1" fmla="*/ 0 h 21"/>
                  <a:gd name="T2" fmla="*/ 442 w 77"/>
                  <a:gd name="T3" fmla="*/ 392 h 21"/>
                  <a:gd name="T4" fmla="*/ 955 w 77"/>
                  <a:gd name="T5" fmla="*/ 564 h 21"/>
                  <a:gd name="T6" fmla="*/ 1441 w 77"/>
                  <a:gd name="T7" fmla="*/ 453 h 21"/>
                  <a:gd name="T8" fmla="*/ 1703 w 77"/>
                  <a:gd name="T9" fmla="*/ 14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21">
                    <a:moveTo>
                      <a:pt x="0" y="0"/>
                    </a:moveTo>
                    <a:cubicBezTo>
                      <a:pt x="7" y="4"/>
                      <a:pt x="13" y="10"/>
                      <a:pt x="20" y="14"/>
                    </a:cubicBezTo>
                    <a:cubicBezTo>
                      <a:pt x="27" y="19"/>
                      <a:pt x="35" y="20"/>
                      <a:pt x="43" y="20"/>
                    </a:cubicBezTo>
                    <a:cubicBezTo>
                      <a:pt x="51" y="21"/>
                      <a:pt x="58" y="21"/>
                      <a:pt x="65" y="16"/>
                    </a:cubicBezTo>
                    <a:cubicBezTo>
                      <a:pt x="70" y="13"/>
                      <a:pt x="72" y="8"/>
                      <a:pt x="77" y="5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2" name="Freeform 715">
                <a:extLst>
                  <a:ext uri="{FF2B5EF4-FFF2-40B4-BE49-F238E27FC236}">
                    <a16:creationId xmlns:a16="http://schemas.microsoft.com/office/drawing/2014/main" id="{77920231-B87E-4F86-86E3-6C7E59BBB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2282"/>
                <a:ext cx="139" cy="35"/>
              </a:xfrm>
              <a:custGeom>
                <a:avLst/>
                <a:gdLst>
                  <a:gd name="T0" fmla="*/ 0 w 75"/>
                  <a:gd name="T1" fmla="*/ 88 h 18"/>
                  <a:gd name="T2" fmla="*/ 202 w 75"/>
                  <a:gd name="T3" fmla="*/ 171 h 18"/>
                  <a:gd name="T4" fmla="*/ 484 w 75"/>
                  <a:gd name="T5" fmla="*/ 333 h 18"/>
                  <a:gd name="T6" fmla="*/ 925 w 75"/>
                  <a:gd name="T7" fmla="*/ 500 h 18"/>
                  <a:gd name="T8" fmla="*/ 1642 w 7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8">
                    <a:moveTo>
                      <a:pt x="0" y="3"/>
                    </a:moveTo>
                    <a:cubicBezTo>
                      <a:pt x="3" y="3"/>
                      <a:pt x="7" y="5"/>
                      <a:pt x="9" y="6"/>
                    </a:cubicBezTo>
                    <a:cubicBezTo>
                      <a:pt x="13" y="8"/>
                      <a:pt x="17" y="10"/>
                      <a:pt x="22" y="12"/>
                    </a:cubicBezTo>
                    <a:cubicBezTo>
                      <a:pt x="28" y="15"/>
                      <a:pt x="34" y="18"/>
                      <a:pt x="42" y="18"/>
                    </a:cubicBezTo>
                    <a:cubicBezTo>
                      <a:pt x="54" y="17"/>
                      <a:pt x="68" y="10"/>
                      <a:pt x="75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3" name="Freeform 716">
                <a:extLst>
                  <a:ext uri="{FF2B5EF4-FFF2-40B4-BE49-F238E27FC236}">
                    <a16:creationId xmlns:a16="http://schemas.microsoft.com/office/drawing/2014/main" id="{D480252F-E77B-4B81-848D-C928ADF9D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54"/>
                <a:ext cx="142" cy="97"/>
              </a:xfrm>
              <a:custGeom>
                <a:avLst/>
                <a:gdLst>
                  <a:gd name="T0" fmla="*/ 1643 w 77"/>
                  <a:gd name="T1" fmla="*/ 0 h 49"/>
                  <a:gd name="T2" fmla="*/ 1367 w 77"/>
                  <a:gd name="T3" fmla="*/ 125 h 49"/>
                  <a:gd name="T4" fmla="*/ 1108 w 77"/>
                  <a:gd name="T5" fmla="*/ 340 h 49"/>
                  <a:gd name="T6" fmla="*/ 684 w 77"/>
                  <a:gd name="T7" fmla="*/ 847 h 49"/>
                  <a:gd name="T8" fmla="*/ 0 w 77"/>
                  <a:gd name="T9" fmla="*/ 148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49">
                    <a:moveTo>
                      <a:pt x="77" y="0"/>
                    </a:moveTo>
                    <a:cubicBezTo>
                      <a:pt x="73" y="1"/>
                      <a:pt x="68" y="2"/>
                      <a:pt x="64" y="4"/>
                    </a:cubicBezTo>
                    <a:cubicBezTo>
                      <a:pt x="60" y="6"/>
                      <a:pt x="56" y="9"/>
                      <a:pt x="52" y="11"/>
                    </a:cubicBezTo>
                    <a:cubicBezTo>
                      <a:pt x="45" y="16"/>
                      <a:pt x="39" y="23"/>
                      <a:pt x="32" y="28"/>
                    </a:cubicBezTo>
                    <a:cubicBezTo>
                      <a:pt x="22" y="36"/>
                      <a:pt x="13" y="47"/>
                      <a:pt x="0" y="49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4" name="Freeform 717">
                <a:extLst>
                  <a:ext uri="{FF2B5EF4-FFF2-40B4-BE49-F238E27FC236}">
                    <a16:creationId xmlns:a16="http://schemas.microsoft.com/office/drawing/2014/main" id="{FDA64B7E-48B2-4F49-9B8D-B154F8DBF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2195"/>
                <a:ext cx="113" cy="120"/>
              </a:xfrm>
              <a:custGeom>
                <a:avLst/>
                <a:gdLst>
                  <a:gd name="T0" fmla="*/ 1328 w 61"/>
                  <a:gd name="T1" fmla="*/ 0 h 61"/>
                  <a:gd name="T2" fmla="*/ 1095 w 61"/>
                  <a:gd name="T3" fmla="*/ 297 h 61"/>
                  <a:gd name="T4" fmla="*/ 917 w 61"/>
                  <a:gd name="T5" fmla="*/ 677 h 61"/>
                  <a:gd name="T6" fmla="*/ 635 w 61"/>
                  <a:gd name="T7" fmla="*/ 1212 h 61"/>
                  <a:gd name="T8" fmla="*/ 0 w 61"/>
                  <a:gd name="T9" fmla="*/ 179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1">
                    <a:moveTo>
                      <a:pt x="61" y="0"/>
                    </a:moveTo>
                    <a:cubicBezTo>
                      <a:pt x="59" y="4"/>
                      <a:pt x="53" y="7"/>
                      <a:pt x="50" y="10"/>
                    </a:cubicBezTo>
                    <a:cubicBezTo>
                      <a:pt x="47" y="14"/>
                      <a:pt x="45" y="19"/>
                      <a:pt x="42" y="23"/>
                    </a:cubicBezTo>
                    <a:cubicBezTo>
                      <a:pt x="37" y="29"/>
                      <a:pt x="33" y="35"/>
                      <a:pt x="29" y="41"/>
                    </a:cubicBezTo>
                    <a:cubicBezTo>
                      <a:pt x="22" y="51"/>
                      <a:pt x="12" y="61"/>
                      <a:pt x="0" y="61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5" name="Freeform 718">
                <a:extLst>
                  <a:ext uri="{FF2B5EF4-FFF2-40B4-BE49-F238E27FC236}">
                    <a16:creationId xmlns:a16="http://schemas.microsoft.com/office/drawing/2014/main" id="{CE497DDF-E1A5-4F76-A328-A425FF1D7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086"/>
                <a:ext cx="146" cy="45"/>
              </a:xfrm>
              <a:custGeom>
                <a:avLst/>
                <a:gdLst>
                  <a:gd name="T0" fmla="*/ 1704 w 79"/>
                  <a:gd name="T1" fmla="*/ 397 h 23"/>
                  <a:gd name="T2" fmla="*/ 1144 w 79"/>
                  <a:gd name="T3" fmla="*/ 659 h 23"/>
                  <a:gd name="T4" fmla="*/ 686 w 79"/>
                  <a:gd name="T5" fmla="*/ 456 h 23"/>
                  <a:gd name="T6" fmla="*/ 327 w 79"/>
                  <a:gd name="T7" fmla="*/ 233 h 23"/>
                  <a:gd name="T8" fmla="*/ 0 w 79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3">
                    <a:moveTo>
                      <a:pt x="79" y="14"/>
                    </a:moveTo>
                    <a:cubicBezTo>
                      <a:pt x="72" y="18"/>
                      <a:pt x="62" y="23"/>
                      <a:pt x="53" y="23"/>
                    </a:cubicBezTo>
                    <a:cubicBezTo>
                      <a:pt x="46" y="22"/>
                      <a:pt x="39" y="19"/>
                      <a:pt x="32" y="16"/>
                    </a:cubicBezTo>
                    <a:cubicBezTo>
                      <a:pt x="26" y="14"/>
                      <a:pt x="20" y="11"/>
                      <a:pt x="15" y="8"/>
                    </a:cubicBezTo>
                    <a:cubicBezTo>
                      <a:pt x="10" y="5"/>
                      <a:pt x="4" y="3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6" name="Freeform 719">
                <a:extLst>
                  <a:ext uri="{FF2B5EF4-FFF2-40B4-BE49-F238E27FC236}">
                    <a16:creationId xmlns:a16="http://schemas.microsoft.com/office/drawing/2014/main" id="{05131E72-9A83-4E11-8B5C-428928B44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185"/>
                <a:ext cx="120" cy="182"/>
              </a:xfrm>
              <a:custGeom>
                <a:avLst/>
                <a:gdLst>
                  <a:gd name="T0" fmla="*/ 1398 w 65"/>
                  <a:gd name="T1" fmla="*/ 0 h 92"/>
                  <a:gd name="T2" fmla="*/ 1196 w 65"/>
                  <a:gd name="T3" fmla="*/ 580 h 92"/>
                  <a:gd name="T4" fmla="*/ 988 w 65"/>
                  <a:gd name="T5" fmla="*/ 1060 h 92"/>
                  <a:gd name="T6" fmla="*/ 631 w 65"/>
                  <a:gd name="T7" fmla="*/ 1788 h 92"/>
                  <a:gd name="T8" fmla="*/ 0 w 65"/>
                  <a:gd name="T9" fmla="*/ 2787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92">
                    <a:moveTo>
                      <a:pt x="65" y="0"/>
                    </a:moveTo>
                    <a:cubicBezTo>
                      <a:pt x="61" y="5"/>
                      <a:pt x="59" y="13"/>
                      <a:pt x="56" y="19"/>
                    </a:cubicBezTo>
                    <a:cubicBezTo>
                      <a:pt x="53" y="25"/>
                      <a:pt x="50" y="30"/>
                      <a:pt x="46" y="35"/>
                    </a:cubicBezTo>
                    <a:cubicBezTo>
                      <a:pt x="41" y="44"/>
                      <a:pt x="35" y="51"/>
                      <a:pt x="29" y="59"/>
                    </a:cubicBezTo>
                    <a:cubicBezTo>
                      <a:pt x="20" y="70"/>
                      <a:pt x="13" y="88"/>
                      <a:pt x="0" y="92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7" name="Freeform 720">
                <a:extLst>
                  <a:ext uri="{FF2B5EF4-FFF2-40B4-BE49-F238E27FC236}">
                    <a16:creationId xmlns:a16="http://schemas.microsoft.com/office/drawing/2014/main" id="{66A7408B-B8F6-4489-9066-F6D2F9D2F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2226"/>
                <a:ext cx="156" cy="67"/>
              </a:xfrm>
              <a:custGeom>
                <a:avLst/>
                <a:gdLst>
                  <a:gd name="T0" fmla="*/ 0 w 84"/>
                  <a:gd name="T1" fmla="*/ 0 h 34"/>
                  <a:gd name="T2" fmla="*/ 1010 w 84"/>
                  <a:gd name="T3" fmla="*/ 948 h 34"/>
                  <a:gd name="T4" fmla="*/ 1859 w 84"/>
                  <a:gd name="T5" fmla="*/ 52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34">
                    <a:moveTo>
                      <a:pt x="0" y="0"/>
                    </a:moveTo>
                    <a:cubicBezTo>
                      <a:pt x="5" y="17"/>
                      <a:pt x="27" y="34"/>
                      <a:pt x="46" y="32"/>
                    </a:cubicBezTo>
                    <a:cubicBezTo>
                      <a:pt x="58" y="31"/>
                      <a:pt x="74" y="25"/>
                      <a:pt x="84" y="18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8" name="Freeform 721">
                <a:extLst>
                  <a:ext uri="{FF2B5EF4-FFF2-40B4-BE49-F238E27FC236}">
                    <a16:creationId xmlns:a16="http://schemas.microsoft.com/office/drawing/2014/main" id="{2F633246-A30D-4FBF-AB07-4636C7CA2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2175"/>
                <a:ext cx="163" cy="120"/>
              </a:xfrm>
              <a:custGeom>
                <a:avLst/>
                <a:gdLst>
                  <a:gd name="T0" fmla="*/ 0 w 88"/>
                  <a:gd name="T1" fmla="*/ 1645 h 61"/>
                  <a:gd name="T2" fmla="*/ 539 w 88"/>
                  <a:gd name="T3" fmla="*/ 1440 h 61"/>
                  <a:gd name="T4" fmla="*/ 978 w 88"/>
                  <a:gd name="T5" fmla="*/ 852 h 61"/>
                  <a:gd name="T6" fmla="*/ 1530 w 88"/>
                  <a:gd name="T7" fmla="*/ 297 h 61"/>
                  <a:gd name="T8" fmla="*/ 1917 w 88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61">
                    <a:moveTo>
                      <a:pt x="0" y="56"/>
                    </a:moveTo>
                    <a:cubicBezTo>
                      <a:pt x="4" y="61"/>
                      <a:pt x="21" y="51"/>
                      <a:pt x="25" y="49"/>
                    </a:cubicBezTo>
                    <a:cubicBezTo>
                      <a:pt x="32" y="44"/>
                      <a:pt x="39" y="36"/>
                      <a:pt x="45" y="29"/>
                    </a:cubicBezTo>
                    <a:cubicBezTo>
                      <a:pt x="52" y="22"/>
                      <a:pt x="61" y="14"/>
                      <a:pt x="70" y="10"/>
                    </a:cubicBezTo>
                    <a:cubicBezTo>
                      <a:pt x="75" y="6"/>
                      <a:pt x="82" y="2"/>
                      <a:pt x="88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9" name="Freeform 722">
                <a:extLst>
                  <a:ext uri="{FF2B5EF4-FFF2-40B4-BE49-F238E27FC236}">
                    <a16:creationId xmlns:a16="http://schemas.microsoft.com/office/drawing/2014/main" id="{3D330A3F-4B79-472D-9FB3-305F2D02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2118"/>
                <a:ext cx="191" cy="122"/>
              </a:xfrm>
              <a:custGeom>
                <a:avLst/>
                <a:gdLst>
                  <a:gd name="T0" fmla="*/ 0 w 103"/>
                  <a:gd name="T1" fmla="*/ 1828 h 62"/>
                  <a:gd name="T2" fmla="*/ 1122 w 103"/>
                  <a:gd name="T3" fmla="*/ 329 h 62"/>
                  <a:gd name="T4" fmla="*/ 2255 w 103"/>
                  <a:gd name="T5" fmla="*/ 213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2">
                    <a:moveTo>
                      <a:pt x="0" y="62"/>
                    </a:moveTo>
                    <a:cubicBezTo>
                      <a:pt x="11" y="41"/>
                      <a:pt x="28" y="21"/>
                      <a:pt x="51" y="11"/>
                    </a:cubicBezTo>
                    <a:cubicBezTo>
                      <a:pt x="67" y="5"/>
                      <a:pt x="87" y="0"/>
                      <a:pt x="103" y="7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0" name="Freeform 723">
                <a:extLst>
                  <a:ext uri="{FF2B5EF4-FFF2-40B4-BE49-F238E27FC236}">
                    <a16:creationId xmlns:a16="http://schemas.microsoft.com/office/drawing/2014/main" id="{556B5AE6-A6CC-40DE-9DDB-0A193C986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058"/>
                <a:ext cx="232" cy="58"/>
              </a:xfrm>
              <a:custGeom>
                <a:avLst/>
                <a:gdLst>
                  <a:gd name="T0" fmla="*/ 2756 w 125"/>
                  <a:gd name="T1" fmla="*/ 64 h 29"/>
                  <a:gd name="T2" fmla="*/ 2092 w 125"/>
                  <a:gd name="T3" fmla="*/ 384 h 29"/>
                  <a:gd name="T4" fmla="*/ 1540 w 125"/>
                  <a:gd name="T5" fmla="*/ 736 h 29"/>
                  <a:gd name="T6" fmla="*/ 442 w 125"/>
                  <a:gd name="T7" fmla="*/ 384 h 29"/>
                  <a:gd name="T8" fmla="*/ 0 w 125"/>
                  <a:gd name="T9" fmla="*/ 28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29">
                    <a:moveTo>
                      <a:pt x="125" y="2"/>
                    </a:moveTo>
                    <a:cubicBezTo>
                      <a:pt x="115" y="0"/>
                      <a:pt x="104" y="8"/>
                      <a:pt x="95" y="12"/>
                    </a:cubicBezTo>
                    <a:cubicBezTo>
                      <a:pt x="87" y="16"/>
                      <a:pt x="79" y="21"/>
                      <a:pt x="70" y="23"/>
                    </a:cubicBezTo>
                    <a:cubicBezTo>
                      <a:pt x="51" y="29"/>
                      <a:pt x="38" y="16"/>
                      <a:pt x="20" y="12"/>
                    </a:cubicBezTo>
                    <a:cubicBezTo>
                      <a:pt x="14" y="11"/>
                      <a:pt x="6" y="11"/>
                      <a:pt x="0" y="9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1" name="Freeform 724">
                <a:extLst>
                  <a:ext uri="{FF2B5EF4-FFF2-40B4-BE49-F238E27FC236}">
                    <a16:creationId xmlns:a16="http://schemas.microsoft.com/office/drawing/2014/main" id="{017B62DA-2B48-47D7-9864-1C0C4A44B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224"/>
                <a:ext cx="157" cy="145"/>
              </a:xfrm>
              <a:custGeom>
                <a:avLst/>
                <a:gdLst>
                  <a:gd name="T0" fmla="*/ 1829 w 85"/>
                  <a:gd name="T1" fmla="*/ 1668 h 73"/>
                  <a:gd name="T2" fmla="*/ 632 w 85"/>
                  <a:gd name="T3" fmla="*/ 1420 h 73"/>
                  <a:gd name="T4" fmla="*/ 277 w 85"/>
                  <a:gd name="T5" fmla="*/ 715 h 73"/>
                  <a:gd name="T6" fmla="*/ 24 w 85"/>
                  <a:gd name="T7" fmla="*/ 64 h 73"/>
                  <a:gd name="T8" fmla="*/ 0 w 85"/>
                  <a:gd name="T9" fmla="*/ 3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73">
                    <a:moveTo>
                      <a:pt x="85" y="54"/>
                    </a:moveTo>
                    <a:cubicBezTo>
                      <a:pt x="75" y="73"/>
                      <a:pt x="38" y="57"/>
                      <a:pt x="29" y="46"/>
                    </a:cubicBezTo>
                    <a:cubicBezTo>
                      <a:pt x="23" y="39"/>
                      <a:pt x="17" y="31"/>
                      <a:pt x="13" y="23"/>
                    </a:cubicBezTo>
                    <a:cubicBezTo>
                      <a:pt x="9" y="16"/>
                      <a:pt x="5" y="9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2" name="Freeform 725">
                <a:extLst>
                  <a:ext uri="{FF2B5EF4-FFF2-40B4-BE49-F238E27FC236}">
                    <a16:creationId xmlns:a16="http://schemas.microsoft.com/office/drawing/2014/main" id="{B265A8AF-E26A-4C1F-8175-D702261BE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62"/>
                <a:ext cx="171" cy="192"/>
              </a:xfrm>
              <a:custGeom>
                <a:avLst/>
                <a:gdLst>
                  <a:gd name="T0" fmla="*/ 2041 w 92"/>
                  <a:gd name="T1" fmla="*/ 188 h 97"/>
                  <a:gd name="T2" fmla="*/ 1195 w 92"/>
                  <a:gd name="T3" fmla="*/ 125 h 97"/>
                  <a:gd name="T4" fmla="*/ 487 w 92"/>
                  <a:gd name="T5" fmla="*/ 877 h 97"/>
                  <a:gd name="T6" fmla="*/ 45 w 92"/>
                  <a:gd name="T7" fmla="*/ 2793 h 97"/>
                  <a:gd name="T8" fmla="*/ 0 w 92"/>
                  <a:gd name="T9" fmla="*/ 2945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97">
                    <a:moveTo>
                      <a:pt x="92" y="6"/>
                    </a:moveTo>
                    <a:cubicBezTo>
                      <a:pt x="79" y="3"/>
                      <a:pt x="67" y="0"/>
                      <a:pt x="54" y="4"/>
                    </a:cubicBezTo>
                    <a:cubicBezTo>
                      <a:pt x="40" y="7"/>
                      <a:pt x="30" y="18"/>
                      <a:pt x="22" y="29"/>
                    </a:cubicBezTo>
                    <a:cubicBezTo>
                      <a:pt x="8" y="47"/>
                      <a:pt x="8" y="72"/>
                      <a:pt x="2" y="92"/>
                    </a:cubicBezTo>
                    <a:cubicBezTo>
                      <a:pt x="1" y="94"/>
                      <a:pt x="1" y="95"/>
                      <a:pt x="0" y="97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3" name="Freeform 726">
                <a:extLst>
                  <a:ext uri="{FF2B5EF4-FFF2-40B4-BE49-F238E27FC236}">
                    <a16:creationId xmlns:a16="http://schemas.microsoft.com/office/drawing/2014/main" id="{A61F9366-3616-4045-960D-479D2F5C3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57"/>
                <a:ext cx="156" cy="190"/>
              </a:xfrm>
              <a:custGeom>
                <a:avLst/>
                <a:gdLst>
                  <a:gd name="T0" fmla="*/ 0 w 84"/>
                  <a:gd name="T1" fmla="*/ 2668 h 96"/>
                  <a:gd name="T2" fmla="*/ 1211 w 84"/>
                  <a:gd name="T3" fmla="*/ 1613 h 96"/>
                  <a:gd name="T4" fmla="*/ 1621 w 84"/>
                  <a:gd name="T5" fmla="*/ 643 h 96"/>
                  <a:gd name="T6" fmla="*/ 1859 w 84"/>
                  <a:gd name="T7" fmla="*/ 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96">
                    <a:moveTo>
                      <a:pt x="0" y="88"/>
                    </a:moveTo>
                    <a:cubicBezTo>
                      <a:pt x="20" y="96"/>
                      <a:pt x="47" y="69"/>
                      <a:pt x="55" y="53"/>
                    </a:cubicBezTo>
                    <a:cubicBezTo>
                      <a:pt x="61" y="42"/>
                      <a:pt x="67" y="31"/>
                      <a:pt x="73" y="21"/>
                    </a:cubicBezTo>
                    <a:cubicBezTo>
                      <a:pt x="76" y="14"/>
                      <a:pt x="81" y="7"/>
                      <a:pt x="84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4" name="Freeform 727">
                <a:extLst>
                  <a:ext uri="{FF2B5EF4-FFF2-40B4-BE49-F238E27FC236}">
                    <a16:creationId xmlns:a16="http://schemas.microsoft.com/office/drawing/2014/main" id="{8D839559-601B-4197-97F8-1D5CCC35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2112"/>
                <a:ext cx="159" cy="164"/>
              </a:xfrm>
              <a:custGeom>
                <a:avLst/>
                <a:gdLst>
                  <a:gd name="T0" fmla="*/ 0 w 86"/>
                  <a:gd name="T1" fmla="*/ 0 h 83"/>
                  <a:gd name="T2" fmla="*/ 455 w 86"/>
                  <a:gd name="T3" fmla="*/ 808 h 83"/>
                  <a:gd name="T4" fmla="*/ 865 w 86"/>
                  <a:gd name="T5" fmla="*/ 1780 h 83"/>
                  <a:gd name="T6" fmla="*/ 1751 w 86"/>
                  <a:gd name="T7" fmla="*/ 2405 h 83"/>
                  <a:gd name="T8" fmla="*/ 1860 w 86"/>
                  <a:gd name="T9" fmla="*/ 237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3">
                    <a:moveTo>
                      <a:pt x="0" y="0"/>
                    </a:moveTo>
                    <a:cubicBezTo>
                      <a:pt x="9" y="6"/>
                      <a:pt x="15" y="18"/>
                      <a:pt x="21" y="27"/>
                    </a:cubicBezTo>
                    <a:cubicBezTo>
                      <a:pt x="29" y="37"/>
                      <a:pt x="33" y="49"/>
                      <a:pt x="40" y="59"/>
                    </a:cubicBezTo>
                    <a:cubicBezTo>
                      <a:pt x="50" y="74"/>
                      <a:pt x="62" y="83"/>
                      <a:pt x="81" y="80"/>
                    </a:cubicBezTo>
                    <a:cubicBezTo>
                      <a:pt x="82" y="79"/>
                      <a:pt x="84" y="79"/>
                      <a:pt x="86" y="79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5" name="Freeform 728">
                <a:extLst>
                  <a:ext uri="{FF2B5EF4-FFF2-40B4-BE49-F238E27FC236}">
                    <a16:creationId xmlns:a16="http://schemas.microsoft.com/office/drawing/2014/main" id="{36F1F2B7-EBD1-47FD-B4C1-8803A6716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2153"/>
                <a:ext cx="185" cy="91"/>
              </a:xfrm>
              <a:custGeom>
                <a:avLst/>
                <a:gdLst>
                  <a:gd name="T0" fmla="*/ 2166 w 100"/>
                  <a:gd name="T1" fmla="*/ 0 h 46"/>
                  <a:gd name="T2" fmla="*/ 1837 w 100"/>
                  <a:gd name="T3" fmla="*/ 125 h 46"/>
                  <a:gd name="T4" fmla="*/ 1499 w 100"/>
                  <a:gd name="T5" fmla="*/ 396 h 46"/>
                  <a:gd name="T6" fmla="*/ 975 w 100"/>
                  <a:gd name="T7" fmla="*/ 1084 h 46"/>
                  <a:gd name="T8" fmla="*/ 507 w 100"/>
                  <a:gd name="T9" fmla="*/ 1393 h 46"/>
                  <a:gd name="T10" fmla="*/ 81 w 100"/>
                  <a:gd name="T11" fmla="*/ 1209 h 46"/>
                  <a:gd name="T12" fmla="*/ 0 w 100"/>
                  <a:gd name="T13" fmla="*/ 106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46">
                    <a:moveTo>
                      <a:pt x="100" y="0"/>
                    </a:moveTo>
                    <a:cubicBezTo>
                      <a:pt x="96" y="0"/>
                      <a:pt x="89" y="3"/>
                      <a:pt x="85" y="4"/>
                    </a:cubicBezTo>
                    <a:cubicBezTo>
                      <a:pt x="80" y="6"/>
                      <a:pt x="74" y="9"/>
                      <a:pt x="69" y="13"/>
                    </a:cubicBezTo>
                    <a:cubicBezTo>
                      <a:pt x="60" y="20"/>
                      <a:pt x="53" y="29"/>
                      <a:pt x="45" y="36"/>
                    </a:cubicBezTo>
                    <a:cubicBezTo>
                      <a:pt x="38" y="42"/>
                      <a:pt x="32" y="46"/>
                      <a:pt x="23" y="46"/>
                    </a:cubicBezTo>
                    <a:cubicBezTo>
                      <a:pt x="17" y="46"/>
                      <a:pt x="9" y="43"/>
                      <a:pt x="4" y="40"/>
                    </a:cubicBezTo>
                    <a:cubicBezTo>
                      <a:pt x="3" y="39"/>
                      <a:pt x="1" y="37"/>
                      <a:pt x="0" y="35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6" name="Freeform 729">
                <a:extLst>
                  <a:ext uri="{FF2B5EF4-FFF2-40B4-BE49-F238E27FC236}">
                    <a16:creationId xmlns:a16="http://schemas.microsoft.com/office/drawing/2014/main" id="{F79033E6-C47C-45FC-90AB-5975E866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2086"/>
                <a:ext cx="154" cy="79"/>
              </a:xfrm>
              <a:custGeom>
                <a:avLst/>
                <a:gdLst>
                  <a:gd name="T0" fmla="*/ 1828 w 83"/>
                  <a:gd name="T1" fmla="*/ 0 h 40"/>
                  <a:gd name="T2" fmla="*/ 1590 w 83"/>
                  <a:gd name="T3" fmla="*/ 0 h 40"/>
                  <a:gd name="T4" fmla="*/ 1187 w 83"/>
                  <a:gd name="T5" fmla="*/ 63 h 40"/>
                  <a:gd name="T6" fmla="*/ 544 w 83"/>
                  <a:gd name="T7" fmla="*/ 547 h 40"/>
                  <a:gd name="T8" fmla="*/ 178 w 83"/>
                  <a:gd name="T9" fmla="*/ 988 h 40"/>
                  <a:gd name="T10" fmla="*/ 0 w 83"/>
                  <a:gd name="T11" fmla="*/ 120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0">
                    <a:moveTo>
                      <a:pt x="83" y="0"/>
                    </a:moveTo>
                    <a:cubicBezTo>
                      <a:pt x="81" y="2"/>
                      <a:pt x="75" y="0"/>
                      <a:pt x="72" y="0"/>
                    </a:cubicBezTo>
                    <a:cubicBezTo>
                      <a:pt x="66" y="0"/>
                      <a:pt x="60" y="1"/>
                      <a:pt x="54" y="2"/>
                    </a:cubicBezTo>
                    <a:cubicBezTo>
                      <a:pt x="43" y="6"/>
                      <a:pt x="34" y="11"/>
                      <a:pt x="25" y="18"/>
                    </a:cubicBezTo>
                    <a:cubicBezTo>
                      <a:pt x="19" y="23"/>
                      <a:pt x="14" y="28"/>
                      <a:pt x="8" y="33"/>
                    </a:cubicBezTo>
                    <a:cubicBezTo>
                      <a:pt x="6" y="35"/>
                      <a:pt x="1" y="37"/>
                      <a:pt x="0" y="4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7" name="Freeform 730">
                <a:extLst>
                  <a:ext uri="{FF2B5EF4-FFF2-40B4-BE49-F238E27FC236}">
                    <a16:creationId xmlns:a16="http://schemas.microsoft.com/office/drawing/2014/main" id="{46F33DA5-4ABE-4438-B8B3-5D30BCF3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153"/>
                <a:ext cx="154" cy="57"/>
              </a:xfrm>
              <a:custGeom>
                <a:avLst/>
                <a:gdLst>
                  <a:gd name="T0" fmla="*/ 0 w 83"/>
                  <a:gd name="T1" fmla="*/ 0 h 29"/>
                  <a:gd name="T2" fmla="*/ 178 w 83"/>
                  <a:gd name="T3" fmla="*/ 212 h 29"/>
                  <a:gd name="T4" fmla="*/ 390 w 83"/>
                  <a:gd name="T5" fmla="*/ 495 h 29"/>
                  <a:gd name="T6" fmla="*/ 985 w 83"/>
                  <a:gd name="T7" fmla="*/ 820 h 29"/>
                  <a:gd name="T8" fmla="*/ 1538 w 83"/>
                  <a:gd name="T9" fmla="*/ 729 h 29"/>
                  <a:gd name="T10" fmla="*/ 1828 w 83"/>
                  <a:gd name="T11" fmla="*/ 525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29">
                    <a:moveTo>
                      <a:pt x="0" y="0"/>
                    </a:moveTo>
                    <a:cubicBezTo>
                      <a:pt x="1" y="3"/>
                      <a:pt x="6" y="5"/>
                      <a:pt x="8" y="7"/>
                    </a:cubicBezTo>
                    <a:cubicBezTo>
                      <a:pt x="11" y="10"/>
                      <a:pt x="15" y="14"/>
                      <a:pt x="18" y="17"/>
                    </a:cubicBezTo>
                    <a:cubicBezTo>
                      <a:pt x="26" y="22"/>
                      <a:pt x="36" y="27"/>
                      <a:pt x="45" y="28"/>
                    </a:cubicBezTo>
                    <a:cubicBezTo>
                      <a:pt x="53" y="29"/>
                      <a:pt x="62" y="28"/>
                      <a:pt x="70" y="25"/>
                    </a:cubicBezTo>
                    <a:cubicBezTo>
                      <a:pt x="74" y="23"/>
                      <a:pt x="79" y="19"/>
                      <a:pt x="83" y="18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8" name="Freeform 731">
                <a:extLst>
                  <a:ext uri="{FF2B5EF4-FFF2-40B4-BE49-F238E27FC236}">
                    <a16:creationId xmlns:a16="http://schemas.microsoft.com/office/drawing/2014/main" id="{A14EB997-2226-447A-BF4E-19A27A0F8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2104"/>
                <a:ext cx="199" cy="102"/>
              </a:xfrm>
              <a:custGeom>
                <a:avLst/>
                <a:gdLst>
                  <a:gd name="T0" fmla="*/ 0 w 108"/>
                  <a:gd name="T1" fmla="*/ 1389 h 52"/>
                  <a:gd name="T2" fmla="*/ 1419 w 108"/>
                  <a:gd name="T3" fmla="*/ 604 h 52"/>
                  <a:gd name="T4" fmla="*/ 1914 w 108"/>
                  <a:gd name="T5" fmla="*/ 151 h 52"/>
                  <a:gd name="T6" fmla="*/ 2296 w 108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52">
                    <a:moveTo>
                      <a:pt x="0" y="48"/>
                    </a:moveTo>
                    <a:cubicBezTo>
                      <a:pt x="24" y="52"/>
                      <a:pt x="48" y="35"/>
                      <a:pt x="67" y="21"/>
                    </a:cubicBezTo>
                    <a:cubicBezTo>
                      <a:pt x="75" y="16"/>
                      <a:pt x="82" y="9"/>
                      <a:pt x="90" y="5"/>
                    </a:cubicBezTo>
                    <a:cubicBezTo>
                      <a:pt x="96" y="3"/>
                      <a:pt x="102" y="2"/>
                      <a:pt x="108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9" name="Freeform 732">
                <a:extLst>
                  <a:ext uri="{FF2B5EF4-FFF2-40B4-BE49-F238E27FC236}">
                    <a16:creationId xmlns:a16="http://schemas.microsoft.com/office/drawing/2014/main" id="{3BBB96B1-264E-4AC8-A1D3-9C22D0D6E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2094"/>
                <a:ext cx="230" cy="73"/>
              </a:xfrm>
              <a:custGeom>
                <a:avLst/>
                <a:gdLst>
                  <a:gd name="T0" fmla="*/ 2725 w 124"/>
                  <a:gd name="T1" fmla="*/ 744 h 37"/>
                  <a:gd name="T2" fmla="*/ 2573 w 124"/>
                  <a:gd name="T3" fmla="*/ 837 h 37"/>
                  <a:gd name="T4" fmla="*/ 2330 w 124"/>
                  <a:gd name="T5" fmla="*/ 860 h 37"/>
                  <a:gd name="T6" fmla="*/ 1844 w 124"/>
                  <a:gd name="T7" fmla="*/ 1012 h 37"/>
                  <a:gd name="T8" fmla="*/ 901 w 124"/>
                  <a:gd name="T9" fmla="*/ 892 h 37"/>
                  <a:gd name="T10" fmla="*/ 543 w 124"/>
                  <a:gd name="T11" fmla="*/ 592 h 37"/>
                  <a:gd name="T12" fmla="*/ 358 w 124"/>
                  <a:gd name="T13" fmla="*/ 331 h 37"/>
                  <a:gd name="T14" fmla="*/ 0 w 124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37">
                    <a:moveTo>
                      <a:pt x="124" y="25"/>
                    </a:moveTo>
                    <a:cubicBezTo>
                      <a:pt x="122" y="26"/>
                      <a:pt x="120" y="27"/>
                      <a:pt x="117" y="28"/>
                    </a:cubicBezTo>
                    <a:cubicBezTo>
                      <a:pt x="114" y="29"/>
                      <a:pt x="110" y="29"/>
                      <a:pt x="106" y="29"/>
                    </a:cubicBezTo>
                    <a:cubicBezTo>
                      <a:pt x="99" y="31"/>
                      <a:pt x="92" y="32"/>
                      <a:pt x="84" y="34"/>
                    </a:cubicBezTo>
                    <a:cubicBezTo>
                      <a:pt x="69" y="37"/>
                      <a:pt x="55" y="37"/>
                      <a:pt x="41" y="30"/>
                    </a:cubicBezTo>
                    <a:cubicBezTo>
                      <a:pt x="35" y="27"/>
                      <a:pt x="30" y="25"/>
                      <a:pt x="25" y="20"/>
                    </a:cubicBezTo>
                    <a:cubicBezTo>
                      <a:pt x="22" y="17"/>
                      <a:pt x="19" y="14"/>
                      <a:pt x="16" y="11"/>
                    </a:cubicBezTo>
                    <a:cubicBezTo>
                      <a:pt x="11" y="7"/>
                      <a:pt x="6" y="2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0" name="Freeform 733">
                <a:extLst>
                  <a:ext uri="{FF2B5EF4-FFF2-40B4-BE49-F238E27FC236}">
                    <a16:creationId xmlns:a16="http://schemas.microsoft.com/office/drawing/2014/main" id="{36B9A7B5-A390-4EF3-8D10-20C742342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7" y="2082"/>
                <a:ext cx="239" cy="83"/>
              </a:xfrm>
              <a:custGeom>
                <a:avLst/>
                <a:gdLst>
                  <a:gd name="T0" fmla="*/ 0 w 129"/>
                  <a:gd name="T1" fmla="*/ 1233 h 42"/>
                  <a:gd name="T2" fmla="*/ 789 w 129"/>
                  <a:gd name="T3" fmla="*/ 840 h 42"/>
                  <a:gd name="T4" fmla="*/ 1590 w 129"/>
                  <a:gd name="T5" fmla="*/ 215 h 42"/>
                  <a:gd name="T6" fmla="*/ 2379 w 129"/>
                  <a:gd name="T7" fmla="*/ 0 h 42"/>
                  <a:gd name="T8" fmla="*/ 2818 w 129"/>
                  <a:gd name="T9" fmla="*/ 9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2">
                    <a:moveTo>
                      <a:pt x="0" y="41"/>
                    </a:moveTo>
                    <a:cubicBezTo>
                      <a:pt x="12" y="42"/>
                      <a:pt x="26" y="34"/>
                      <a:pt x="36" y="28"/>
                    </a:cubicBezTo>
                    <a:cubicBezTo>
                      <a:pt x="48" y="20"/>
                      <a:pt x="59" y="12"/>
                      <a:pt x="73" y="7"/>
                    </a:cubicBezTo>
                    <a:cubicBezTo>
                      <a:pt x="85" y="3"/>
                      <a:pt x="96" y="0"/>
                      <a:pt x="109" y="0"/>
                    </a:cubicBezTo>
                    <a:cubicBezTo>
                      <a:pt x="115" y="0"/>
                      <a:pt x="124" y="0"/>
                      <a:pt x="129" y="3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1" name="Freeform 734">
                <a:extLst>
                  <a:ext uri="{FF2B5EF4-FFF2-40B4-BE49-F238E27FC236}">
                    <a16:creationId xmlns:a16="http://schemas.microsoft.com/office/drawing/2014/main" id="{18AD62DC-5684-4DBD-9855-820CD831F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2048"/>
                <a:ext cx="154" cy="52"/>
              </a:xfrm>
              <a:custGeom>
                <a:avLst/>
                <a:gdLst>
                  <a:gd name="T0" fmla="*/ 1828 w 83"/>
                  <a:gd name="T1" fmla="*/ 0 h 26"/>
                  <a:gd name="T2" fmla="*/ 1343 w 83"/>
                  <a:gd name="T3" fmla="*/ 128 h 26"/>
                  <a:gd name="T4" fmla="*/ 664 w 83"/>
                  <a:gd name="T5" fmla="*/ 256 h 26"/>
                  <a:gd name="T6" fmla="*/ 202 w 83"/>
                  <a:gd name="T7" fmla="*/ 576 h 26"/>
                  <a:gd name="T8" fmla="*/ 0 w 83"/>
                  <a:gd name="T9" fmla="*/ 83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26">
                    <a:moveTo>
                      <a:pt x="83" y="0"/>
                    </a:moveTo>
                    <a:cubicBezTo>
                      <a:pt x="78" y="4"/>
                      <a:pt x="67" y="3"/>
                      <a:pt x="61" y="4"/>
                    </a:cubicBezTo>
                    <a:cubicBezTo>
                      <a:pt x="51" y="4"/>
                      <a:pt x="40" y="5"/>
                      <a:pt x="30" y="8"/>
                    </a:cubicBezTo>
                    <a:cubicBezTo>
                      <a:pt x="22" y="11"/>
                      <a:pt x="16" y="14"/>
                      <a:pt x="9" y="18"/>
                    </a:cubicBezTo>
                    <a:cubicBezTo>
                      <a:pt x="5" y="20"/>
                      <a:pt x="3" y="24"/>
                      <a:pt x="0" y="26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2" name="Freeform 735">
                <a:extLst>
                  <a:ext uri="{FF2B5EF4-FFF2-40B4-BE49-F238E27FC236}">
                    <a16:creationId xmlns:a16="http://schemas.microsoft.com/office/drawing/2014/main" id="{7F72DF2A-26CF-4D14-BDE6-E84D972F1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112"/>
                <a:ext cx="187" cy="23"/>
              </a:xfrm>
              <a:custGeom>
                <a:avLst/>
                <a:gdLst>
                  <a:gd name="T0" fmla="*/ 0 w 101"/>
                  <a:gd name="T1" fmla="*/ 0 h 12"/>
                  <a:gd name="T2" fmla="*/ 261 w 101"/>
                  <a:gd name="T3" fmla="*/ 56 h 12"/>
                  <a:gd name="T4" fmla="*/ 611 w 101"/>
                  <a:gd name="T5" fmla="*/ 176 h 12"/>
                  <a:gd name="T6" fmla="*/ 1244 w 101"/>
                  <a:gd name="T7" fmla="*/ 309 h 12"/>
                  <a:gd name="T8" fmla="*/ 1811 w 101"/>
                  <a:gd name="T9" fmla="*/ 107 h 12"/>
                  <a:gd name="T10" fmla="*/ 2198 w 10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" h="12">
                    <a:moveTo>
                      <a:pt x="0" y="0"/>
                    </a:moveTo>
                    <a:cubicBezTo>
                      <a:pt x="1" y="2"/>
                      <a:pt x="9" y="2"/>
                      <a:pt x="12" y="2"/>
                    </a:cubicBezTo>
                    <a:cubicBezTo>
                      <a:pt x="18" y="3"/>
                      <a:pt x="23" y="5"/>
                      <a:pt x="28" y="7"/>
                    </a:cubicBezTo>
                    <a:cubicBezTo>
                      <a:pt x="37" y="10"/>
                      <a:pt x="47" y="12"/>
                      <a:pt x="57" y="12"/>
                    </a:cubicBezTo>
                    <a:cubicBezTo>
                      <a:pt x="66" y="11"/>
                      <a:pt x="74" y="8"/>
                      <a:pt x="83" y="4"/>
                    </a:cubicBezTo>
                    <a:cubicBezTo>
                      <a:pt x="89" y="2"/>
                      <a:pt x="96" y="1"/>
                      <a:pt x="101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3" name="Freeform 736">
                <a:extLst>
                  <a:ext uri="{FF2B5EF4-FFF2-40B4-BE49-F238E27FC236}">
                    <a16:creationId xmlns:a16="http://schemas.microsoft.com/office/drawing/2014/main" id="{B362C003-EC05-4174-8B1F-85AEEA2E4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2062"/>
                <a:ext cx="196" cy="71"/>
              </a:xfrm>
              <a:custGeom>
                <a:avLst/>
                <a:gdLst>
                  <a:gd name="T0" fmla="*/ 2287 w 106"/>
                  <a:gd name="T1" fmla="*/ 0 h 36"/>
                  <a:gd name="T2" fmla="*/ 1966 w 106"/>
                  <a:gd name="T3" fmla="*/ 32 h 36"/>
                  <a:gd name="T4" fmla="*/ 1579 w 106"/>
                  <a:gd name="T5" fmla="*/ 124 h 36"/>
                  <a:gd name="T6" fmla="*/ 817 w 106"/>
                  <a:gd name="T7" fmla="*/ 560 h 36"/>
                  <a:gd name="T8" fmla="*/ 0 w 106"/>
                  <a:gd name="T9" fmla="*/ 107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36">
                    <a:moveTo>
                      <a:pt x="106" y="0"/>
                    </a:moveTo>
                    <a:cubicBezTo>
                      <a:pt x="103" y="1"/>
                      <a:pt x="95" y="0"/>
                      <a:pt x="91" y="1"/>
                    </a:cubicBezTo>
                    <a:cubicBezTo>
                      <a:pt x="85" y="2"/>
                      <a:pt x="79" y="2"/>
                      <a:pt x="73" y="4"/>
                    </a:cubicBezTo>
                    <a:cubicBezTo>
                      <a:pt x="61" y="8"/>
                      <a:pt x="49" y="13"/>
                      <a:pt x="38" y="19"/>
                    </a:cubicBezTo>
                    <a:cubicBezTo>
                      <a:pt x="26" y="25"/>
                      <a:pt x="12" y="34"/>
                      <a:pt x="0" y="36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4" name="Freeform 737">
                <a:extLst>
                  <a:ext uri="{FF2B5EF4-FFF2-40B4-BE49-F238E27FC236}">
                    <a16:creationId xmlns:a16="http://schemas.microsoft.com/office/drawing/2014/main" id="{A52DE9CA-366C-4B4C-B948-E397E78AE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062"/>
                <a:ext cx="241" cy="38"/>
              </a:xfrm>
              <a:custGeom>
                <a:avLst/>
                <a:gdLst>
                  <a:gd name="T0" fmla="*/ 2849 w 130"/>
                  <a:gd name="T1" fmla="*/ 384 h 19"/>
                  <a:gd name="T2" fmla="*/ 2058 w 130"/>
                  <a:gd name="T3" fmla="*/ 544 h 19"/>
                  <a:gd name="T4" fmla="*/ 1492 w 130"/>
                  <a:gd name="T5" fmla="*/ 576 h 19"/>
                  <a:gd name="T6" fmla="*/ 979 w 130"/>
                  <a:gd name="T7" fmla="*/ 416 h 19"/>
                  <a:gd name="T8" fmla="*/ 0 w 130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19">
                    <a:moveTo>
                      <a:pt x="130" y="12"/>
                    </a:moveTo>
                    <a:cubicBezTo>
                      <a:pt x="117" y="12"/>
                      <a:pt x="106" y="17"/>
                      <a:pt x="94" y="17"/>
                    </a:cubicBezTo>
                    <a:cubicBezTo>
                      <a:pt x="85" y="18"/>
                      <a:pt x="77" y="19"/>
                      <a:pt x="68" y="18"/>
                    </a:cubicBezTo>
                    <a:cubicBezTo>
                      <a:pt x="60" y="17"/>
                      <a:pt x="53" y="15"/>
                      <a:pt x="45" y="13"/>
                    </a:cubicBezTo>
                    <a:cubicBezTo>
                      <a:pt x="30" y="9"/>
                      <a:pt x="14" y="2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5" name="Freeform 738">
                <a:extLst>
                  <a:ext uri="{FF2B5EF4-FFF2-40B4-BE49-F238E27FC236}">
                    <a16:creationId xmlns:a16="http://schemas.microsoft.com/office/drawing/2014/main" id="{39E3BFF7-003B-4FEE-9562-65C75FE66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1" y="2031"/>
                <a:ext cx="134" cy="37"/>
              </a:xfrm>
              <a:custGeom>
                <a:avLst/>
                <a:gdLst>
                  <a:gd name="T0" fmla="*/ 1604 w 72"/>
                  <a:gd name="T1" fmla="*/ 31 h 19"/>
                  <a:gd name="T2" fmla="*/ 1604 w 72"/>
                  <a:gd name="T3" fmla="*/ 0 h 19"/>
                  <a:gd name="T4" fmla="*/ 1115 w 72"/>
                  <a:gd name="T5" fmla="*/ 60 h 19"/>
                  <a:gd name="T6" fmla="*/ 540 w 72"/>
                  <a:gd name="T7" fmla="*/ 171 h 19"/>
                  <a:gd name="T8" fmla="*/ 0 w 72"/>
                  <a:gd name="T9" fmla="*/ 500 h 19"/>
                  <a:gd name="T10" fmla="*/ 24 w 72"/>
                  <a:gd name="T11" fmla="*/ 50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19">
                    <a:moveTo>
                      <a:pt x="72" y="1"/>
                    </a:moveTo>
                    <a:cubicBezTo>
                      <a:pt x="72" y="1"/>
                      <a:pt x="72" y="1"/>
                      <a:pt x="72" y="0"/>
                    </a:cubicBezTo>
                    <a:cubicBezTo>
                      <a:pt x="65" y="3"/>
                      <a:pt x="57" y="2"/>
                      <a:pt x="50" y="2"/>
                    </a:cubicBezTo>
                    <a:cubicBezTo>
                      <a:pt x="41" y="2"/>
                      <a:pt x="32" y="3"/>
                      <a:pt x="24" y="6"/>
                    </a:cubicBezTo>
                    <a:cubicBezTo>
                      <a:pt x="16" y="8"/>
                      <a:pt x="6" y="13"/>
                      <a:pt x="0" y="18"/>
                    </a:cubicBezTo>
                    <a:cubicBezTo>
                      <a:pt x="0" y="19"/>
                      <a:pt x="1" y="18"/>
                      <a:pt x="1" y="18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6" name="Freeform 739">
                <a:extLst>
                  <a:ext uri="{FF2B5EF4-FFF2-40B4-BE49-F238E27FC236}">
                    <a16:creationId xmlns:a16="http://schemas.microsoft.com/office/drawing/2014/main" id="{758C72A8-C9DD-40A2-97D0-3A2EC61D7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041"/>
                <a:ext cx="213" cy="57"/>
              </a:xfrm>
              <a:custGeom>
                <a:avLst/>
                <a:gdLst>
                  <a:gd name="T0" fmla="*/ 0 w 115"/>
                  <a:gd name="T1" fmla="*/ 151 h 29"/>
                  <a:gd name="T2" fmla="*/ 237 w 115"/>
                  <a:gd name="T3" fmla="*/ 61 h 29"/>
                  <a:gd name="T4" fmla="*/ 672 w 115"/>
                  <a:gd name="T5" fmla="*/ 0 h 29"/>
                  <a:gd name="T6" fmla="*/ 1589 w 115"/>
                  <a:gd name="T7" fmla="*/ 328 h 29"/>
                  <a:gd name="T8" fmla="*/ 2199 w 115"/>
                  <a:gd name="T9" fmla="*/ 700 h 29"/>
                  <a:gd name="T10" fmla="*/ 2512 w 115"/>
                  <a:gd name="T11" fmla="*/ 84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29">
                    <a:moveTo>
                      <a:pt x="0" y="5"/>
                    </a:moveTo>
                    <a:cubicBezTo>
                      <a:pt x="4" y="5"/>
                      <a:pt x="8" y="3"/>
                      <a:pt x="11" y="2"/>
                    </a:cubicBezTo>
                    <a:cubicBezTo>
                      <a:pt x="18" y="0"/>
                      <a:pt x="25" y="0"/>
                      <a:pt x="31" y="0"/>
                    </a:cubicBezTo>
                    <a:cubicBezTo>
                      <a:pt x="46" y="1"/>
                      <a:pt x="59" y="7"/>
                      <a:pt x="73" y="11"/>
                    </a:cubicBezTo>
                    <a:cubicBezTo>
                      <a:pt x="83" y="14"/>
                      <a:pt x="92" y="19"/>
                      <a:pt x="101" y="24"/>
                    </a:cubicBezTo>
                    <a:cubicBezTo>
                      <a:pt x="106" y="26"/>
                      <a:pt x="111" y="27"/>
                      <a:pt x="115" y="29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7" name="Freeform 740">
                <a:extLst>
                  <a:ext uri="{FF2B5EF4-FFF2-40B4-BE49-F238E27FC236}">
                    <a16:creationId xmlns:a16="http://schemas.microsoft.com/office/drawing/2014/main" id="{8472406C-3413-45A8-8897-D0300611A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044"/>
                <a:ext cx="224" cy="32"/>
              </a:xfrm>
              <a:custGeom>
                <a:avLst/>
                <a:gdLst>
                  <a:gd name="T0" fmla="*/ 0 w 121"/>
                  <a:gd name="T1" fmla="*/ 384 h 16"/>
                  <a:gd name="T2" fmla="*/ 870 w 121"/>
                  <a:gd name="T3" fmla="*/ 448 h 16"/>
                  <a:gd name="T4" fmla="*/ 1809 w 121"/>
                  <a:gd name="T5" fmla="*/ 352 h 16"/>
                  <a:gd name="T6" fmla="*/ 2327 w 121"/>
                  <a:gd name="T7" fmla="*/ 96 h 16"/>
                  <a:gd name="T8" fmla="*/ 2632 w 121"/>
                  <a:gd name="T9" fmla="*/ 3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16">
                    <a:moveTo>
                      <a:pt x="0" y="12"/>
                    </a:moveTo>
                    <a:cubicBezTo>
                      <a:pt x="14" y="12"/>
                      <a:pt x="27" y="12"/>
                      <a:pt x="40" y="14"/>
                    </a:cubicBezTo>
                    <a:cubicBezTo>
                      <a:pt x="54" y="16"/>
                      <a:pt x="69" y="16"/>
                      <a:pt x="83" y="11"/>
                    </a:cubicBezTo>
                    <a:cubicBezTo>
                      <a:pt x="91" y="8"/>
                      <a:pt x="99" y="5"/>
                      <a:pt x="107" y="3"/>
                    </a:cubicBezTo>
                    <a:cubicBezTo>
                      <a:pt x="111" y="2"/>
                      <a:pt x="118" y="0"/>
                      <a:pt x="121" y="1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0510" name="Freeform 741">
              <a:extLst>
                <a:ext uri="{FF2B5EF4-FFF2-40B4-BE49-F238E27FC236}">
                  <a16:creationId xmlns:a16="http://schemas.microsoft.com/office/drawing/2014/main" id="{3278070D-17BB-41A3-A240-A68E2AF96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1997"/>
              <a:ext cx="193" cy="75"/>
            </a:xfrm>
            <a:custGeom>
              <a:avLst/>
              <a:gdLst>
                <a:gd name="T0" fmla="*/ 0 w 104"/>
                <a:gd name="T1" fmla="*/ 1137 h 38"/>
                <a:gd name="T2" fmla="*/ 664 w 104"/>
                <a:gd name="T3" fmla="*/ 685 h 38"/>
                <a:gd name="T4" fmla="*/ 1388 w 104"/>
                <a:gd name="T5" fmla="*/ 245 h 38"/>
                <a:gd name="T6" fmla="*/ 2286 w 104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38">
                  <a:moveTo>
                    <a:pt x="0" y="38"/>
                  </a:moveTo>
                  <a:cubicBezTo>
                    <a:pt x="9" y="33"/>
                    <a:pt x="20" y="30"/>
                    <a:pt x="30" y="23"/>
                  </a:cubicBezTo>
                  <a:cubicBezTo>
                    <a:pt x="40" y="16"/>
                    <a:pt x="52" y="12"/>
                    <a:pt x="63" y="8"/>
                  </a:cubicBezTo>
                  <a:cubicBezTo>
                    <a:pt x="76" y="3"/>
                    <a:pt x="91" y="4"/>
                    <a:pt x="104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742">
              <a:extLst>
                <a:ext uri="{FF2B5EF4-FFF2-40B4-BE49-F238E27FC236}">
                  <a16:creationId xmlns:a16="http://schemas.microsoft.com/office/drawing/2014/main" id="{21AE7A56-F9BD-48A0-A0BD-5F7C9703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005"/>
              <a:ext cx="322" cy="47"/>
            </a:xfrm>
            <a:custGeom>
              <a:avLst/>
              <a:gdLst>
                <a:gd name="T0" fmla="*/ 3777 w 174"/>
                <a:gd name="T1" fmla="*/ 31 h 24"/>
                <a:gd name="T2" fmla="*/ 3322 w 174"/>
                <a:gd name="T3" fmla="*/ 31 h 24"/>
                <a:gd name="T4" fmla="*/ 2578 w 174"/>
                <a:gd name="T5" fmla="*/ 264 h 24"/>
                <a:gd name="T6" fmla="*/ 1432 w 174"/>
                <a:gd name="T7" fmla="*/ 601 h 24"/>
                <a:gd name="T8" fmla="*/ 81 w 174"/>
                <a:gd name="T9" fmla="*/ 660 h 24"/>
                <a:gd name="T10" fmla="*/ 0 w 174"/>
                <a:gd name="T11" fmla="*/ 66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24">
                  <a:moveTo>
                    <a:pt x="174" y="1"/>
                  </a:moveTo>
                  <a:cubicBezTo>
                    <a:pt x="167" y="1"/>
                    <a:pt x="160" y="0"/>
                    <a:pt x="153" y="1"/>
                  </a:cubicBezTo>
                  <a:cubicBezTo>
                    <a:pt x="142" y="2"/>
                    <a:pt x="130" y="5"/>
                    <a:pt x="119" y="9"/>
                  </a:cubicBezTo>
                  <a:cubicBezTo>
                    <a:pt x="102" y="15"/>
                    <a:pt x="84" y="19"/>
                    <a:pt x="66" y="21"/>
                  </a:cubicBezTo>
                  <a:cubicBezTo>
                    <a:pt x="46" y="24"/>
                    <a:pt x="25" y="24"/>
                    <a:pt x="4" y="23"/>
                  </a:cubicBezTo>
                  <a:cubicBezTo>
                    <a:pt x="3" y="23"/>
                    <a:pt x="1" y="24"/>
                    <a:pt x="0" y="2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743">
              <a:extLst>
                <a:ext uri="{FF2B5EF4-FFF2-40B4-BE49-F238E27FC236}">
                  <a16:creationId xmlns:a16="http://schemas.microsoft.com/office/drawing/2014/main" id="{D023DCF5-0A71-4963-8819-B79E5BC7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2023"/>
              <a:ext cx="305" cy="61"/>
            </a:xfrm>
            <a:custGeom>
              <a:avLst/>
              <a:gdLst>
                <a:gd name="T0" fmla="*/ 0 w 165"/>
                <a:gd name="T1" fmla="*/ 913 h 31"/>
                <a:gd name="T2" fmla="*/ 349 w 165"/>
                <a:gd name="T3" fmla="*/ 527 h 31"/>
                <a:gd name="T4" fmla="*/ 797 w 165"/>
                <a:gd name="T5" fmla="*/ 213 h 31"/>
                <a:gd name="T6" fmla="*/ 1884 w 165"/>
                <a:gd name="T7" fmla="*/ 61 h 31"/>
                <a:gd name="T8" fmla="*/ 3386 w 165"/>
                <a:gd name="T9" fmla="*/ 356 h 31"/>
                <a:gd name="T10" fmla="*/ 3564 w 165"/>
                <a:gd name="T11" fmla="*/ 44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31">
                  <a:moveTo>
                    <a:pt x="0" y="31"/>
                  </a:moveTo>
                  <a:cubicBezTo>
                    <a:pt x="4" y="31"/>
                    <a:pt x="12" y="21"/>
                    <a:pt x="16" y="18"/>
                  </a:cubicBezTo>
                  <a:cubicBezTo>
                    <a:pt x="23" y="14"/>
                    <a:pt x="30" y="10"/>
                    <a:pt x="37" y="7"/>
                  </a:cubicBezTo>
                  <a:cubicBezTo>
                    <a:pt x="53" y="1"/>
                    <a:pt x="70" y="0"/>
                    <a:pt x="87" y="2"/>
                  </a:cubicBezTo>
                  <a:cubicBezTo>
                    <a:pt x="111" y="4"/>
                    <a:pt x="134" y="7"/>
                    <a:pt x="157" y="12"/>
                  </a:cubicBezTo>
                  <a:cubicBezTo>
                    <a:pt x="160" y="13"/>
                    <a:pt x="163" y="13"/>
                    <a:pt x="165" y="1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744">
              <a:extLst>
                <a:ext uri="{FF2B5EF4-FFF2-40B4-BE49-F238E27FC236}">
                  <a16:creationId xmlns:a16="http://schemas.microsoft.com/office/drawing/2014/main" id="{7EC8AD79-DDD7-46D4-94E9-0FAD4AB4A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2015"/>
              <a:ext cx="222" cy="6"/>
            </a:xfrm>
            <a:custGeom>
              <a:avLst/>
              <a:gdLst>
                <a:gd name="T0" fmla="*/ 0 w 120"/>
                <a:gd name="T1" fmla="*/ 64 h 3"/>
                <a:gd name="T2" fmla="*/ 126 w 120"/>
                <a:gd name="T3" fmla="*/ 64 h 3"/>
                <a:gd name="T4" fmla="*/ 1349 w 120"/>
                <a:gd name="T5" fmla="*/ 64 h 3"/>
                <a:gd name="T6" fmla="*/ 2601 w 12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3">
                  <a:moveTo>
                    <a:pt x="0" y="2"/>
                  </a:moveTo>
                  <a:cubicBezTo>
                    <a:pt x="2" y="2"/>
                    <a:pt x="4" y="2"/>
                    <a:pt x="6" y="2"/>
                  </a:cubicBezTo>
                  <a:cubicBezTo>
                    <a:pt x="25" y="1"/>
                    <a:pt x="44" y="0"/>
                    <a:pt x="62" y="2"/>
                  </a:cubicBezTo>
                  <a:cubicBezTo>
                    <a:pt x="81" y="3"/>
                    <a:pt x="101" y="0"/>
                    <a:pt x="12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745">
              <a:extLst>
                <a:ext uri="{FF2B5EF4-FFF2-40B4-BE49-F238E27FC236}">
                  <a16:creationId xmlns:a16="http://schemas.microsoft.com/office/drawing/2014/main" id="{386EB93E-BE70-4657-931F-3C6678CAA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021"/>
              <a:ext cx="39" cy="4"/>
            </a:xfrm>
            <a:custGeom>
              <a:avLst/>
              <a:gdLst>
                <a:gd name="T0" fmla="*/ 0 w 21"/>
                <a:gd name="T1" fmla="*/ 64 h 2"/>
                <a:gd name="T2" fmla="*/ 462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0" y="2"/>
                  </a:moveTo>
                  <a:cubicBezTo>
                    <a:pt x="7" y="0"/>
                    <a:pt x="14" y="0"/>
                    <a:pt x="21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746">
              <a:extLst>
                <a:ext uri="{FF2B5EF4-FFF2-40B4-BE49-F238E27FC236}">
                  <a16:creationId xmlns:a16="http://schemas.microsoft.com/office/drawing/2014/main" id="{1EB8433A-7862-44F7-B9E0-1278DA9F5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1965"/>
              <a:ext cx="310" cy="52"/>
            </a:xfrm>
            <a:custGeom>
              <a:avLst/>
              <a:gdLst>
                <a:gd name="T0" fmla="*/ 0 w 167"/>
                <a:gd name="T1" fmla="*/ 832 h 26"/>
                <a:gd name="T2" fmla="*/ 156 w 167"/>
                <a:gd name="T3" fmla="*/ 736 h 26"/>
                <a:gd name="T4" fmla="*/ 486 w 167"/>
                <a:gd name="T5" fmla="*/ 608 h 26"/>
                <a:gd name="T6" fmla="*/ 1307 w 167"/>
                <a:gd name="T7" fmla="*/ 480 h 26"/>
                <a:gd name="T8" fmla="*/ 2623 w 167"/>
                <a:gd name="T9" fmla="*/ 320 h 26"/>
                <a:gd name="T10" fmla="*/ 3325 w 167"/>
                <a:gd name="T11" fmla="*/ 96 h 26"/>
                <a:gd name="T12" fmla="*/ 3677 w 167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26">
                  <a:moveTo>
                    <a:pt x="0" y="26"/>
                  </a:moveTo>
                  <a:cubicBezTo>
                    <a:pt x="2" y="24"/>
                    <a:pt x="5" y="23"/>
                    <a:pt x="7" y="23"/>
                  </a:cubicBezTo>
                  <a:cubicBezTo>
                    <a:pt x="12" y="22"/>
                    <a:pt x="17" y="20"/>
                    <a:pt x="22" y="19"/>
                  </a:cubicBezTo>
                  <a:cubicBezTo>
                    <a:pt x="35" y="17"/>
                    <a:pt x="47" y="16"/>
                    <a:pt x="59" y="15"/>
                  </a:cubicBezTo>
                  <a:cubicBezTo>
                    <a:pt x="80" y="14"/>
                    <a:pt x="99" y="13"/>
                    <a:pt x="119" y="10"/>
                  </a:cubicBezTo>
                  <a:cubicBezTo>
                    <a:pt x="130" y="9"/>
                    <a:pt x="141" y="6"/>
                    <a:pt x="151" y="3"/>
                  </a:cubicBezTo>
                  <a:cubicBezTo>
                    <a:pt x="157" y="1"/>
                    <a:pt x="162" y="1"/>
                    <a:pt x="167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747">
              <a:extLst>
                <a:ext uri="{FF2B5EF4-FFF2-40B4-BE49-F238E27FC236}">
                  <a16:creationId xmlns:a16="http://schemas.microsoft.com/office/drawing/2014/main" id="{5007F085-0D0A-4702-B920-EE209C376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116"/>
              <a:ext cx="178" cy="90"/>
            </a:xfrm>
            <a:custGeom>
              <a:avLst/>
              <a:gdLst>
                <a:gd name="T0" fmla="*/ 2104 w 96"/>
                <a:gd name="T1" fmla="*/ 88 h 46"/>
                <a:gd name="T2" fmla="*/ 1687 w 96"/>
                <a:gd name="T3" fmla="*/ 61 h 46"/>
                <a:gd name="T4" fmla="*/ 1357 w 96"/>
                <a:gd name="T5" fmla="*/ 260 h 46"/>
                <a:gd name="T6" fmla="*/ 1051 w 96"/>
                <a:gd name="T7" fmla="*/ 628 h 46"/>
                <a:gd name="T8" fmla="*/ 814 w 96"/>
                <a:gd name="T9" fmla="*/ 892 h 46"/>
                <a:gd name="T10" fmla="*/ 0 w 96"/>
                <a:gd name="T11" fmla="*/ 117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46">
                  <a:moveTo>
                    <a:pt x="96" y="3"/>
                  </a:moveTo>
                  <a:cubicBezTo>
                    <a:pt x="92" y="0"/>
                    <a:pt x="82" y="2"/>
                    <a:pt x="77" y="2"/>
                  </a:cubicBezTo>
                  <a:cubicBezTo>
                    <a:pt x="71" y="3"/>
                    <a:pt x="67" y="5"/>
                    <a:pt x="62" y="9"/>
                  </a:cubicBezTo>
                  <a:cubicBezTo>
                    <a:pt x="57" y="13"/>
                    <a:pt x="53" y="17"/>
                    <a:pt x="48" y="22"/>
                  </a:cubicBezTo>
                  <a:cubicBezTo>
                    <a:pt x="45" y="25"/>
                    <a:pt x="41" y="28"/>
                    <a:pt x="37" y="31"/>
                  </a:cubicBezTo>
                  <a:cubicBezTo>
                    <a:pt x="27" y="39"/>
                    <a:pt x="12" y="46"/>
                    <a:pt x="0" y="4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748">
              <a:extLst>
                <a:ext uri="{FF2B5EF4-FFF2-40B4-BE49-F238E27FC236}">
                  <a16:creationId xmlns:a16="http://schemas.microsoft.com/office/drawing/2014/main" id="{40A22EB0-4921-4B5C-BDBF-F3192F77C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129"/>
              <a:ext cx="144" cy="42"/>
            </a:xfrm>
            <a:custGeom>
              <a:avLst/>
              <a:gdLst>
                <a:gd name="T0" fmla="*/ 1673 w 78"/>
                <a:gd name="T1" fmla="*/ 32 h 21"/>
                <a:gd name="T2" fmla="*/ 1196 w 78"/>
                <a:gd name="T3" fmla="*/ 320 h 21"/>
                <a:gd name="T4" fmla="*/ 641 w 78"/>
                <a:gd name="T5" fmla="*/ 608 h 21"/>
                <a:gd name="T6" fmla="*/ 0 w 78"/>
                <a:gd name="T7" fmla="*/ 60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1">
                  <a:moveTo>
                    <a:pt x="78" y="1"/>
                  </a:moveTo>
                  <a:cubicBezTo>
                    <a:pt x="71" y="0"/>
                    <a:pt x="62" y="7"/>
                    <a:pt x="56" y="10"/>
                  </a:cubicBezTo>
                  <a:cubicBezTo>
                    <a:pt x="48" y="15"/>
                    <a:pt x="39" y="18"/>
                    <a:pt x="30" y="19"/>
                  </a:cubicBezTo>
                  <a:cubicBezTo>
                    <a:pt x="19" y="21"/>
                    <a:pt x="10" y="19"/>
                    <a:pt x="0" y="1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749">
              <a:extLst>
                <a:ext uri="{FF2B5EF4-FFF2-40B4-BE49-F238E27FC236}">
                  <a16:creationId xmlns:a16="http://schemas.microsoft.com/office/drawing/2014/main" id="{5FFDEF7A-CCDA-4A4C-BA03-91A49D629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102"/>
              <a:ext cx="202" cy="25"/>
            </a:xfrm>
            <a:custGeom>
              <a:avLst/>
              <a:gdLst>
                <a:gd name="T0" fmla="*/ 2380 w 109"/>
                <a:gd name="T1" fmla="*/ 208 h 13"/>
                <a:gd name="T2" fmla="*/ 2102 w 109"/>
                <a:gd name="T3" fmla="*/ 108 h 13"/>
                <a:gd name="T4" fmla="*/ 1744 w 109"/>
                <a:gd name="T5" fmla="*/ 29 h 13"/>
                <a:gd name="T6" fmla="*/ 941 w 109"/>
                <a:gd name="T7" fmla="*/ 208 h 13"/>
                <a:gd name="T8" fmla="*/ 0 w 109"/>
                <a:gd name="T9" fmla="*/ 34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3">
                  <a:moveTo>
                    <a:pt x="109" y="8"/>
                  </a:moveTo>
                  <a:cubicBezTo>
                    <a:pt x="105" y="8"/>
                    <a:pt x="100" y="5"/>
                    <a:pt x="96" y="4"/>
                  </a:cubicBezTo>
                  <a:cubicBezTo>
                    <a:pt x="91" y="2"/>
                    <a:pt x="85" y="1"/>
                    <a:pt x="80" y="1"/>
                  </a:cubicBezTo>
                  <a:cubicBezTo>
                    <a:pt x="67" y="0"/>
                    <a:pt x="55" y="5"/>
                    <a:pt x="43" y="8"/>
                  </a:cubicBezTo>
                  <a:cubicBezTo>
                    <a:pt x="29" y="12"/>
                    <a:pt x="14" y="13"/>
                    <a:pt x="0" y="1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750">
              <a:extLst>
                <a:ext uri="{FF2B5EF4-FFF2-40B4-BE49-F238E27FC236}">
                  <a16:creationId xmlns:a16="http://schemas.microsoft.com/office/drawing/2014/main" id="{6E77E5FD-9E56-4BD8-B56E-A774A69AE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197"/>
              <a:ext cx="196" cy="85"/>
            </a:xfrm>
            <a:custGeom>
              <a:avLst/>
              <a:gdLst>
                <a:gd name="T0" fmla="*/ 2287 w 106"/>
                <a:gd name="T1" fmla="*/ 0 h 43"/>
                <a:gd name="T2" fmla="*/ 1816 w 106"/>
                <a:gd name="T3" fmla="*/ 812 h 43"/>
                <a:gd name="T4" fmla="*/ 1074 w 106"/>
                <a:gd name="T5" fmla="*/ 1265 h 43"/>
                <a:gd name="T6" fmla="*/ 386 w 106"/>
                <a:gd name="T7" fmla="*/ 988 h 43"/>
                <a:gd name="T8" fmla="*/ 0 w 106"/>
                <a:gd name="T9" fmla="*/ 78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3">
                  <a:moveTo>
                    <a:pt x="106" y="0"/>
                  </a:moveTo>
                  <a:cubicBezTo>
                    <a:pt x="99" y="9"/>
                    <a:pt x="91" y="18"/>
                    <a:pt x="84" y="27"/>
                  </a:cubicBezTo>
                  <a:cubicBezTo>
                    <a:pt x="75" y="37"/>
                    <a:pt x="64" y="43"/>
                    <a:pt x="50" y="42"/>
                  </a:cubicBezTo>
                  <a:cubicBezTo>
                    <a:pt x="39" y="42"/>
                    <a:pt x="28" y="36"/>
                    <a:pt x="18" y="33"/>
                  </a:cubicBezTo>
                  <a:cubicBezTo>
                    <a:pt x="12" y="32"/>
                    <a:pt x="4" y="29"/>
                    <a:pt x="0" y="2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Freeform 751">
              <a:extLst>
                <a:ext uri="{FF2B5EF4-FFF2-40B4-BE49-F238E27FC236}">
                  <a16:creationId xmlns:a16="http://schemas.microsoft.com/office/drawing/2014/main" id="{AAC20BA5-446C-469A-8800-6DDBE6B8D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106"/>
              <a:ext cx="230" cy="158"/>
            </a:xfrm>
            <a:custGeom>
              <a:avLst/>
              <a:gdLst>
                <a:gd name="T0" fmla="*/ 2725 w 124"/>
                <a:gd name="T1" fmla="*/ 0 h 80"/>
                <a:gd name="T2" fmla="*/ 1163 w 124"/>
                <a:gd name="T3" fmla="*/ 1857 h 80"/>
                <a:gd name="T4" fmla="*/ 0 w 124"/>
                <a:gd name="T5" fmla="*/ 2252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80">
                  <a:moveTo>
                    <a:pt x="124" y="0"/>
                  </a:moveTo>
                  <a:cubicBezTo>
                    <a:pt x="102" y="23"/>
                    <a:pt x="79" y="46"/>
                    <a:pt x="53" y="62"/>
                  </a:cubicBezTo>
                  <a:cubicBezTo>
                    <a:pt x="36" y="72"/>
                    <a:pt x="19" y="80"/>
                    <a:pt x="0" y="7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Freeform 752">
              <a:extLst>
                <a:ext uri="{FF2B5EF4-FFF2-40B4-BE49-F238E27FC236}">
                  <a16:creationId xmlns:a16="http://schemas.microsoft.com/office/drawing/2014/main" id="{BA3DD09D-0522-4B56-92C9-E29254F27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143"/>
              <a:ext cx="229" cy="71"/>
            </a:xfrm>
            <a:custGeom>
              <a:avLst/>
              <a:gdLst>
                <a:gd name="T0" fmla="*/ 2663 w 124"/>
                <a:gd name="T1" fmla="*/ 744 h 36"/>
                <a:gd name="T2" fmla="*/ 1784 w 124"/>
                <a:gd name="T3" fmla="*/ 1073 h 36"/>
                <a:gd name="T4" fmla="*/ 946 w 124"/>
                <a:gd name="T5" fmla="*/ 712 h 36"/>
                <a:gd name="T6" fmla="*/ 0 w 12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36">
                  <a:moveTo>
                    <a:pt x="124" y="25"/>
                  </a:moveTo>
                  <a:cubicBezTo>
                    <a:pt x="113" y="31"/>
                    <a:pt x="96" y="36"/>
                    <a:pt x="83" y="36"/>
                  </a:cubicBezTo>
                  <a:cubicBezTo>
                    <a:pt x="69" y="36"/>
                    <a:pt x="56" y="30"/>
                    <a:pt x="44" y="24"/>
                  </a:cubicBezTo>
                  <a:cubicBezTo>
                    <a:pt x="28" y="17"/>
                    <a:pt x="14" y="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753">
              <a:extLst>
                <a:ext uri="{FF2B5EF4-FFF2-40B4-BE49-F238E27FC236}">
                  <a16:creationId xmlns:a16="http://schemas.microsoft.com/office/drawing/2014/main" id="{33CE59F3-E24E-4B9E-968A-6FD740C6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084"/>
              <a:ext cx="308" cy="93"/>
            </a:xfrm>
            <a:custGeom>
              <a:avLst/>
              <a:gdLst>
                <a:gd name="T0" fmla="*/ 3646 w 166"/>
                <a:gd name="T1" fmla="*/ 0 h 47"/>
                <a:gd name="T2" fmla="*/ 1343 w 166"/>
                <a:gd name="T3" fmla="*/ 1393 h 47"/>
                <a:gd name="T4" fmla="*/ 0 w 166"/>
                <a:gd name="T5" fmla="*/ 117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47">
                  <a:moveTo>
                    <a:pt x="166" y="0"/>
                  </a:moveTo>
                  <a:cubicBezTo>
                    <a:pt x="128" y="8"/>
                    <a:pt x="102" y="44"/>
                    <a:pt x="61" y="46"/>
                  </a:cubicBezTo>
                  <a:cubicBezTo>
                    <a:pt x="40" y="47"/>
                    <a:pt x="19" y="46"/>
                    <a:pt x="0" y="3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754">
              <a:extLst>
                <a:ext uri="{FF2B5EF4-FFF2-40B4-BE49-F238E27FC236}">
                  <a16:creationId xmlns:a16="http://schemas.microsoft.com/office/drawing/2014/main" id="{B99E9163-3875-496A-B2BE-C93A214B8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110"/>
              <a:ext cx="287" cy="35"/>
            </a:xfrm>
            <a:custGeom>
              <a:avLst/>
              <a:gdLst>
                <a:gd name="T0" fmla="*/ 3370 w 155"/>
                <a:gd name="T1" fmla="*/ 140 h 18"/>
                <a:gd name="T2" fmla="*/ 3288 w 155"/>
                <a:gd name="T3" fmla="*/ 171 h 18"/>
                <a:gd name="T4" fmla="*/ 2459 w 155"/>
                <a:gd name="T5" fmla="*/ 360 h 18"/>
                <a:gd name="T6" fmla="*/ 1224 w 155"/>
                <a:gd name="T7" fmla="*/ 389 h 18"/>
                <a:gd name="T8" fmla="*/ 0 w 155"/>
                <a:gd name="T9" fmla="*/ 20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18">
                  <a:moveTo>
                    <a:pt x="155" y="5"/>
                  </a:moveTo>
                  <a:cubicBezTo>
                    <a:pt x="154" y="5"/>
                    <a:pt x="152" y="5"/>
                    <a:pt x="151" y="6"/>
                  </a:cubicBezTo>
                  <a:cubicBezTo>
                    <a:pt x="138" y="8"/>
                    <a:pt x="126" y="11"/>
                    <a:pt x="113" y="13"/>
                  </a:cubicBezTo>
                  <a:cubicBezTo>
                    <a:pt x="94" y="16"/>
                    <a:pt x="75" y="18"/>
                    <a:pt x="56" y="14"/>
                  </a:cubicBezTo>
                  <a:cubicBezTo>
                    <a:pt x="41" y="11"/>
                    <a:pt x="15" y="0"/>
                    <a:pt x="0" y="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755">
              <a:extLst>
                <a:ext uri="{FF2B5EF4-FFF2-40B4-BE49-F238E27FC236}">
                  <a16:creationId xmlns:a16="http://schemas.microsoft.com/office/drawing/2014/main" id="{1F0E1FE3-DF46-4762-B67D-1DDD7020E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080"/>
              <a:ext cx="313" cy="51"/>
            </a:xfrm>
            <a:custGeom>
              <a:avLst/>
              <a:gdLst>
                <a:gd name="T0" fmla="*/ 0 w 169"/>
                <a:gd name="T1" fmla="*/ 353 h 26"/>
                <a:gd name="T2" fmla="*/ 3684 w 169"/>
                <a:gd name="T3" fmla="*/ 7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9" h="26">
                  <a:moveTo>
                    <a:pt x="0" y="12"/>
                  </a:moveTo>
                  <a:cubicBezTo>
                    <a:pt x="56" y="0"/>
                    <a:pt x="114" y="26"/>
                    <a:pt x="169" y="2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756">
              <a:extLst>
                <a:ext uri="{FF2B5EF4-FFF2-40B4-BE49-F238E27FC236}">
                  <a16:creationId xmlns:a16="http://schemas.microsoft.com/office/drawing/2014/main" id="{A179CB96-C67E-4DCE-B415-7B8F39666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070"/>
              <a:ext cx="176" cy="46"/>
            </a:xfrm>
            <a:custGeom>
              <a:avLst/>
              <a:gdLst>
                <a:gd name="T0" fmla="*/ 2073 w 95"/>
                <a:gd name="T1" fmla="*/ 0 h 23"/>
                <a:gd name="T2" fmla="*/ 1312 w 95"/>
                <a:gd name="T3" fmla="*/ 224 h 23"/>
                <a:gd name="T4" fmla="*/ 484 w 95"/>
                <a:gd name="T5" fmla="*/ 544 h 23"/>
                <a:gd name="T6" fmla="*/ 0 w 95"/>
                <a:gd name="T7" fmla="*/ 64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3">
                  <a:moveTo>
                    <a:pt x="95" y="0"/>
                  </a:moveTo>
                  <a:cubicBezTo>
                    <a:pt x="83" y="2"/>
                    <a:pt x="71" y="4"/>
                    <a:pt x="60" y="7"/>
                  </a:cubicBezTo>
                  <a:cubicBezTo>
                    <a:pt x="47" y="10"/>
                    <a:pt x="35" y="15"/>
                    <a:pt x="22" y="17"/>
                  </a:cubicBezTo>
                  <a:cubicBezTo>
                    <a:pt x="16" y="18"/>
                    <a:pt x="5" y="23"/>
                    <a:pt x="0" y="2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757">
              <a:extLst>
                <a:ext uri="{FF2B5EF4-FFF2-40B4-BE49-F238E27FC236}">
                  <a16:creationId xmlns:a16="http://schemas.microsoft.com/office/drawing/2014/main" id="{D3DD4446-1AC5-4D7C-B042-0EA931E1E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058"/>
              <a:ext cx="113" cy="8"/>
            </a:xfrm>
            <a:custGeom>
              <a:avLst/>
              <a:gdLst>
                <a:gd name="T0" fmla="*/ 1328 w 61"/>
                <a:gd name="T1" fmla="*/ 96 h 4"/>
                <a:gd name="T2" fmla="*/ 672 w 61"/>
                <a:gd name="T3" fmla="*/ 32 h 4"/>
                <a:gd name="T4" fmla="*/ 0 w 6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">
                  <a:moveTo>
                    <a:pt x="61" y="3"/>
                  </a:moveTo>
                  <a:cubicBezTo>
                    <a:pt x="51" y="4"/>
                    <a:pt x="41" y="1"/>
                    <a:pt x="31" y="1"/>
                  </a:cubicBezTo>
                  <a:cubicBezTo>
                    <a:pt x="21" y="0"/>
                    <a:pt x="10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Freeform 758">
              <a:extLst>
                <a:ext uri="{FF2B5EF4-FFF2-40B4-BE49-F238E27FC236}">
                  <a16:creationId xmlns:a16="http://schemas.microsoft.com/office/drawing/2014/main" id="{291CEA13-A2BE-46F3-9C88-CAB484DA1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025"/>
              <a:ext cx="345" cy="39"/>
            </a:xfrm>
            <a:custGeom>
              <a:avLst/>
              <a:gdLst>
                <a:gd name="T0" fmla="*/ 4084 w 186"/>
                <a:gd name="T1" fmla="*/ 0 h 20"/>
                <a:gd name="T2" fmla="*/ 2547 w 186"/>
                <a:gd name="T3" fmla="*/ 228 h 20"/>
                <a:gd name="T4" fmla="*/ 1291 w 186"/>
                <a:gd name="T5" fmla="*/ 532 h 20"/>
                <a:gd name="T6" fmla="*/ 568 w 186"/>
                <a:gd name="T7" fmla="*/ 532 h 20"/>
                <a:gd name="T8" fmla="*/ 0 w 186"/>
                <a:gd name="T9" fmla="*/ 5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20">
                  <a:moveTo>
                    <a:pt x="186" y="0"/>
                  </a:moveTo>
                  <a:cubicBezTo>
                    <a:pt x="162" y="0"/>
                    <a:pt x="139" y="0"/>
                    <a:pt x="116" y="8"/>
                  </a:cubicBezTo>
                  <a:cubicBezTo>
                    <a:pt x="98" y="14"/>
                    <a:pt x="79" y="19"/>
                    <a:pt x="59" y="19"/>
                  </a:cubicBezTo>
                  <a:cubicBezTo>
                    <a:pt x="48" y="20"/>
                    <a:pt x="37" y="20"/>
                    <a:pt x="26" y="19"/>
                  </a:cubicBezTo>
                  <a:cubicBezTo>
                    <a:pt x="18" y="19"/>
                    <a:pt x="7" y="17"/>
                    <a:pt x="0" y="2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Freeform 759">
              <a:extLst>
                <a:ext uri="{FF2B5EF4-FFF2-40B4-BE49-F238E27FC236}">
                  <a16:creationId xmlns:a16="http://schemas.microsoft.com/office/drawing/2014/main" id="{EBDCB27A-B9F3-4072-B865-B47805F62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052"/>
              <a:ext cx="274" cy="46"/>
            </a:xfrm>
            <a:custGeom>
              <a:avLst/>
              <a:gdLst>
                <a:gd name="T0" fmla="*/ 3218 w 148"/>
                <a:gd name="T1" fmla="*/ 128 h 23"/>
                <a:gd name="T2" fmla="*/ 3092 w 148"/>
                <a:gd name="T3" fmla="*/ 96 h 23"/>
                <a:gd name="T4" fmla="*/ 2303 w 148"/>
                <a:gd name="T5" fmla="*/ 32 h 23"/>
                <a:gd name="T6" fmla="*/ 1066 w 148"/>
                <a:gd name="T7" fmla="*/ 320 h 23"/>
                <a:gd name="T8" fmla="*/ 0 w 148"/>
                <a:gd name="T9" fmla="*/ 73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3">
                  <a:moveTo>
                    <a:pt x="148" y="4"/>
                  </a:moveTo>
                  <a:cubicBezTo>
                    <a:pt x="146" y="4"/>
                    <a:pt x="144" y="3"/>
                    <a:pt x="142" y="3"/>
                  </a:cubicBezTo>
                  <a:cubicBezTo>
                    <a:pt x="130" y="3"/>
                    <a:pt x="118" y="2"/>
                    <a:pt x="106" y="1"/>
                  </a:cubicBezTo>
                  <a:cubicBezTo>
                    <a:pt x="86" y="0"/>
                    <a:pt x="67" y="5"/>
                    <a:pt x="49" y="10"/>
                  </a:cubicBezTo>
                  <a:cubicBezTo>
                    <a:pt x="32" y="14"/>
                    <a:pt x="16" y="18"/>
                    <a:pt x="0" y="2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760">
              <a:extLst>
                <a:ext uri="{FF2B5EF4-FFF2-40B4-BE49-F238E27FC236}">
                  <a16:creationId xmlns:a16="http://schemas.microsoft.com/office/drawing/2014/main" id="{6B5EBDF4-3E19-4EE5-B007-089139EC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064"/>
              <a:ext cx="292" cy="18"/>
            </a:xfrm>
            <a:custGeom>
              <a:avLst/>
              <a:gdLst>
                <a:gd name="T0" fmla="*/ 3408 w 158"/>
                <a:gd name="T1" fmla="*/ 96 h 9"/>
                <a:gd name="T2" fmla="*/ 1072 w 158"/>
                <a:gd name="T3" fmla="*/ 128 h 9"/>
                <a:gd name="T4" fmla="*/ 0 w 158"/>
                <a:gd name="T5" fmla="*/ 28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9">
                  <a:moveTo>
                    <a:pt x="158" y="3"/>
                  </a:moveTo>
                  <a:cubicBezTo>
                    <a:pt x="122" y="5"/>
                    <a:pt x="86" y="0"/>
                    <a:pt x="50" y="4"/>
                  </a:cubicBezTo>
                  <a:cubicBezTo>
                    <a:pt x="34" y="6"/>
                    <a:pt x="16" y="4"/>
                    <a:pt x="0" y="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761">
              <a:extLst>
                <a:ext uri="{FF2B5EF4-FFF2-40B4-BE49-F238E27FC236}">
                  <a16:creationId xmlns:a16="http://schemas.microsoft.com/office/drawing/2014/main" id="{E328E6C7-440F-4292-AAA8-11775B6F3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027"/>
              <a:ext cx="324" cy="10"/>
            </a:xfrm>
            <a:custGeom>
              <a:avLst/>
              <a:gdLst>
                <a:gd name="T0" fmla="*/ 3808 w 175"/>
                <a:gd name="T1" fmla="*/ 160 h 5"/>
                <a:gd name="T2" fmla="*/ 3675 w 175"/>
                <a:gd name="T3" fmla="*/ 128 h 5"/>
                <a:gd name="T4" fmla="*/ 3173 w 175"/>
                <a:gd name="T5" fmla="*/ 96 h 5"/>
                <a:gd name="T6" fmla="*/ 2198 w 175"/>
                <a:gd name="T7" fmla="*/ 0 h 5"/>
                <a:gd name="T8" fmla="*/ 222 w 175"/>
                <a:gd name="T9" fmla="*/ 96 h 5"/>
                <a:gd name="T10" fmla="*/ 0 w 175"/>
                <a:gd name="T11" fmla="*/ 12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5" h="5">
                  <a:moveTo>
                    <a:pt x="175" y="5"/>
                  </a:moveTo>
                  <a:cubicBezTo>
                    <a:pt x="173" y="4"/>
                    <a:pt x="171" y="4"/>
                    <a:pt x="169" y="4"/>
                  </a:cubicBezTo>
                  <a:cubicBezTo>
                    <a:pt x="162" y="4"/>
                    <a:pt x="154" y="3"/>
                    <a:pt x="146" y="3"/>
                  </a:cubicBezTo>
                  <a:cubicBezTo>
                    <a:pt x="131" y="1"/>
                    <a:pt x="116" y="1"/>
                    <a:pt x="101" y="0"/>
                  </a:cubicBezTo>
                  <a:cubicBezTo>
                    <a:pt x="70" y="0"/>
                    <a:pt x="40" y="0"/>
                    <a:pt x="10" y="3"/>
                  </a:cubicBezTo>
                  <a:cubicBezTo>
                    <a:pt x="6" y="3"/>
                    <a:pt x="3" y="4"/>
                    <a:pt x="0" y="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762">
              <a:extLst>
                <a:ext uri="{FF2B5EF4-FFF2-40B4-BE49-F238E27FC236}">
                  <a16:creationId xmlns:a16="http://schemas.microsoft.com/office/drawing/2014/main" id="{6ED47755-4391-4860-9F7A-34103FD9C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017"/>
              <a:ext cx="307" cy="53"/>
            </a:xfrm>
            <a:custGeom>
              <a:avLst/>
              <a:gdLst>
                <a:gd name="T0" fmla="*/ 3592 w 166"/>
                <a:gd name="T1" fmla="*/ 0 h 27"/>
                <a:gd name="T2" fmla="*/ 1683 w 166"/>
                <a:gd name="T3" fmla="*/ 204 h 27"/>
                <a:gd name="T4" fmla="*/ 483 w 166"/>
                <a:gd name="T5" fmla="*/ 552 h 27"/>
                <a:gd name="T6" fmla="*/ 0 w 166"/>
                <a:gd name="T7" fmla="*/ 78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27">
                  <a:moveTo>
                    <a:pt x="166" y="0"/>
                  </a:moveTo>
                  <a:cubicBezTo>
                    <a:pt x="136" y="0"/>
                    <a:pt x="107" y="2"/>
                    <a:pt x="78" y="7"/>
                  </a:cubicBezTo>
                  <a:cubicBezTo>
                    <a:pt x="59" y="10"/>
                    <a:pt x="40" y="14"/>
                    <a:pt x="22" y="19"/>
                  </a:cubicBezTo>
                  <a:cubicBezTo>
                    <a:pt x="15" y="21"/>
                    <a:pt x="7" y="26"/>
                    <a:pt x="0" y="2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763">
              <a:extLst>
                <a:ext uri="{FF2B5EF4-FFF2-40B4-BE49-F238E27FC236}">
                  <a16:creationId xmlns:a16="http://schemas.microsoft.com/office/drawing/2014/main" id="{76DAFFCA-00DB-4D05-A9EA-4BA71BE18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023"/>
              <a:ext cx="50" cy="8"/>
            </a:xfrm>
            <a:custGeom>
              <a:avLst/>
              <a:gdLst>
                <a:gd name="T0" fmla="*/ 591 w 27"/>
                <a:gd name="T1" fmla="*/ 96 h 4"/>
                <a:gd name="T2" fmla="*/ 0 w 2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">
                  <a:moveTo>
                    <a:pt x="27" y="3"/>
                  </a:moveTo>
                  <a:cubicBezTo>
                    <a:pt x="19" y="4"/>
                    <a:pt x="9" y="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764">
              <a:extLst>
                <a:ext uri="{FF2B5EF4-FFF2-40B4-BE49-F238E27FC236}">
                  <a16:creationId xmlns:a16="http://schemas.microsoft.com/office/drawing/2014/main" id="{CA4D2F20-DA36-47E1-9812-2F1DE7462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015"/>
              <a:ext cx="327" cy="16"/>
            </a:xfrm>
            <a:custGeom>
              <a:avLst/>
              <a:gdLst>
                <a:gd name="T0" fmla="*/ 3809 w 177"/>
                <a:gd name="T1" fmla="*/ 192 h 8"/>
                <a:gd name="T2" fmla="*/ 3460 w 177"/>
                <a:gd name="T3" fmla="*/ 224 h 8"/>
                <a:gd name="T4" fmla="*/ 2969 w 177"/>
                <a:gd name="T5" fmla="*/ 32 h 8"/>
                <a:gd name="T6" fmla="*/ 2339 w 177"/>
                <a:gd name="T7" fmla="*/ 32 h 8"/>
                <a:gd name="T8" fmla="*/ 1443 w 177"/>
                <a:gd name="T9" fmla="*/ 96 h 8"/>
                <a:gd name="T10" fmla="*/ 327 w 177"/>
                <a:gd name="T11" fmla="*/ 96 h 8"/>
                <a:gd name="T12" fmla="*/ 0 w 177"/>
                <a:gd name="T13" fmla="*/ 64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8">
                  <a:moveTo>
                    <a:pt x="177" y="6"/>
                  </a:moveTo>
                  <a:cubicBezTo>
                    <a:pt x="173" y="6"/>
                    <a:pt x="165" y="8"/>
                    <a:pt x="161" y="7"/>
                  </a:cubicBezTo>
                  <a:cubicBezTo>
                    <a:pt x="152" y="6"/>
                    <a:pt x="147" y="1"/>
                    <a:pt x="138" y="1"/>
                  </a:cubicBezTo>
                  <a:cubicBezTo>
                    <a:pt x="128" y="1"/>
                    <a:pt x="119" y="0"/>
                    <a:pt x="109" y="1"/>
                  </a:cubicBezTo>
                  <a:cubicBezTo>
                    <a:pt x="95" y="2"/>
                    <a:pt x="81" y="2"/>
                    <a:pt x="67" y="3"/>
                  </a:cubicBezTo>
                  <a:cubicBezTo>
                    <a:pt x="49" y="3"/>
                    <a:pt x="32" y="4"/>
                    <a:pt x="15" y="3"/>
                  </a:cubicBezTo>
                  <a:cubicBezTo>
                    <a:pt x="10" y="3"/>
                    <a:pt x="5" y="2"/>
                    <a:pt x="0" y="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765">
              <a:extLst>
                <a:ext uri="{FF2B5EF4-FFF2-40B4-BE49-F238E27FC236}">
                  <a16:creationId xmlns:a16="http://schemas.microsoft.com/office/drawing/2014/main" id="{979CE681-7D86-4158-9A41-6836C4547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975"/>
              <a:ext cx="200" cy="46"/>
            </a:xfrm>
            <a:custGeom>
              <a:avLst/>
              <a:gdLst>
                <a:gd name="T0" fmla="*/ 2350 w 108"/>
                <a:gd name="T1" fmla="*/ 0 h 23"/>
                <a:gd name="T2" fmla="*/ 1259 w 108"/>
                <a:gd name="T3" fmla="*/ 256 h 23"/>
                <a:gd name="T4" fmla="*/ 0 w 108"/>
                <a:gd name="T5" fmla="*/ 73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3">
                  <a:moveTo>
                    <a:pt x="108" y="0"/>
                  </a:moveTo>
                  <a:cubicBezTo>
                    <a:pt x="91" y="2"/>
                    <a:pt x="74" y="5"/>
                    <a:pt x="58" y="8"/>
                  </a:cubicBezTo>
                  <a:cubicBezTo>
                    <a:pt x="38" y="13"/>
                    <a:pt x="18" y="17"/>
                    <a:pt x="0" y="2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766">
              <a:extLst>
                <a:ext uri="{FF2B5EF4-FFF2-40B4-BE49-F238E27FC236}">
                  <a16:creationId xmlns:a16="http://schemas.microsoft.com/office/drawing/2014/main" id="{4846495F-C22C-49D1-A644-1CE74A45A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961"/>
              <a:ext cx="131" cy="8"/>
            </a:xfrm>
            <a:custGeom>
              <a:avLst/>
              <a:gdLst>
                <a:gd name="T0" fmla="*/ 1522 w 71"/>
                <a:gd name="T1" fmla="*/ 0 h 4"/>
                <a:gd name="T2" fmla="*/ 891 w 71"/>
                <a:gd name="T3" fmla="*/ 64 h 4"/>
                <a:gd name="T4" fmla="*/ 303 w 71"/>
                <a:gd name="T5" fmla="*/ 96 h 4"/>
                <a:gd name="T6" fmla="*/ 0 w 71"/>
                <a:gd name="T7" fmla="*/ 12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4">
                  <a:moveTo>
                    <a:pt x="71" y="0"/>
                  </a:moveTo>
                  <a:cubicBezTo>
                    <a:pt x="61" y="1"/>
                    <a:pt x="52" y="1"/>
                    <a:pt x="42" y="2"/>
                  </a:cubicBezTo>
                  <a:cubicBezTo>
                    <a:pt x="33" y="2"/>
                    <a:pt x="24" y="2"/>
                    <a:pt x="14" y="3"/>
                  </a:cubicBezTo>
                  <a:cubicBezTo>
                    <a:pt x="10" y="3"/>
                    <a:pt x="4" y="2"/>
                    <a:pt x="0" y="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767">
              <a:extLst>
                <a:ext uri="{FF2B5EF4-FFF2-40B4-BE49-F238E27FC236}">
                  <a16:creationId xmlns:a16="http://schemas.microsoft.com/office/drawing/2014/main" id="{08F063F7-1D1A-48B7-AECE-DBCE8205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003"/>
              <a:ext cx="246" cy="28"/>
            </a:xfrm>
            <a:custGeom>
              <a:avLst/>
              <a:gdLst>
                <a:gd name="T0" fmla="*/ 2880 w 133"/>
                <a:gd name="T1" fmla="*/ 32 h 14"/>
                <a:gd name="T2" fmla="*/ 1197 w 133"/>
                <a:gd name="T3" fmla="*/ 160 h 14"/>
                <a:gd name="T4" fmla="*/ 305 w 133"/>
                <a:gd name="T5" fmla="*/ 320 h 14"/>
                <a:gd name="T6" fmla="*/ 0 w 133"/>
                <a:gd name="T7" fmla="*/ 4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4">
                  <a:moveTo>
                    <a:pt x="133" y="1"/>
                  </a:moveTo>
                  <a:cubicBezTo>
                    <a:pt x="107" y="0"/>
                    <a:pt x="81" y="1"/>
                    <a:pt x="55" y="5"/>
                  </a:cubicBezTo>
                  <a:cubicBezTo>
                    <a:pt x="41" y="6"/>
                    <a:pt x="28" y="8"/>
                    <a:pt x="14" y="10"/>
                  </a:cubicBezTo>
                  <a:cubicBezTo>
                    <a:pt x="11" y="11"/>
                    <a:pt x="2" y="11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768">
              <a:extLst>
                <a:ext uri="{FF2B5EF4-FFF2-40B4-BE49-F238E27FC236}">
                  <a16:creationId xmlns:a16="http://schemas.microsoft.com/office/drawing/2014/main" id="{92D60032-B580-47F4-AFA3-988E2126C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987"/>
              <a:ext cx="300" cy="18"/>
            </a:xfrm>
            <a:custGeom>
              <a:avLst/>
              <a:gdLst>
                <a:gd name="T0" fmla="*/ 3531 w 162"/>
                <a:gd name="T1" fmla="*/ 224 h 9"/>
                <a:gd name="T2" fmla="*/ 3048 w 162"/>
                <a:gd name="T3" fmla="*/ 128 h 9"/>
                <a:gd name="T4" fmla="*/ 2154 w 162"/>
                <a:gd name="T5" fmla="*/ 0 h 9"/>
                <a:gd name="T6" fmla="*/ 330 w 162"/>
                <a:gd name="T7" fmla="*/ 96 h 9"/>
                <a:gd name="T8" fmla="*/ 0 w 162"/>
                <a:gd name="T9" fmla="*/ 9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9">
                  <a:moveTo>
                    <a:pt x="162" y="7"/>
                  </a:moveTo>
                  <a:cubicBezTo>
                    <a:pt x="157" y="9"/>
                    <a:pt x="146" y="5"/>
                    <a:pt x="140" y="4"/>
                  </a:cubicBezTo>
                  <a:cubicBezTo>
                    <a:pt x="127" y="1"/>
                    <a:pt x="113" y="0"/>
                    <a:pt x="99" y="0"/>
                  </a:cubicBezTo>
                  <a:cubicBezTo>
                    <a:pt x="71" y="0"/>
                    <a:pt x="43" y="1"/>
                    <a:pt x="15" y="3"/>
                  </a:cubicBezTo>
                  <a:cubicBezTo>
                    <a:pt x="10" y="3"/>
                    <a:pt x="5" y="3"/>
                    <a:pt x="0" y="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769">
              <a:extLst>
                <a:ext uri="{FF2B5EF4-FFF2-40B4-BE49-F238E27FC236}">
                  <a16:creationId xmlns:a16="http://schemas.microsoft.com/office/drawing/2014/main" id="{FC275E0B-C680-4ACA-A798-C412932E1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981"/>
              <a:ext cx="119" cy="8"/>
            </a:xfrm>
            <a:custGeom>
              <a:avLst/>
              <a:gdLst>
                <a:gd name="T0" fmla="*/ 1421 w 64"/>
                <a:gd name="T1" fmla="*/ 0 h 4"/>
                <a:gd name="T2" fmla="*/ 0 w 64"/>
                <a:gd name="T3" fmla="*/ 1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4">
                  <a:moveTo>
                    <a:pt x="64" y="0"/>
                  </a:moveTo>
                  <a:cubicBezTo>
                    <a:pt x="43" y="1"/>
                    <a:pt x="21" y="2"/>
                    <a:pt x="0" y="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770">
              <a:extLst>
                <a:ext uri="{FF2B5EF4-FFF2-40B4-BE49-F238E27FC236}">
                  <a16:creationId xmlns:a16="http://schemas.microsoft.com/office/drawing/2014/main" id="{44B4529C-6FBB-4FBB-B0EA-697C910E8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1979"/>
              <a:ext cx="187" cy="12"/>
            </a:xfrm>
            <a:custGeom>
              <a:avLst/>
              <a:gdLst>
                <a:gd name="T0" fmla="*/ 2198 w 101"/>
                <a:gd name="T1" fmla="*/ 192 h 6"/>
                <a:gd name="T2" fmla="*/ 717 w 101"/>
                <a:gd name="T3" fmla="*/ 0 h 6"/>
                <a:gd name="T4" fmla="*/ 0 w 10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">
                  <a:moveTo>
                    <a:pt x="101" y="6"/>
                  </a:moveTo>
                  <a:cubicBezTo>
                    <a:pt x="78" y="5"/>
                    <a:pt x="56" y="0"/>
                    <a:pt x="33" y="0"/>
                  </a:cubicBezTo>
                  <a:cubicBezTo>
                    <a:pt x="22" y="0"/>
                    <a:pt x="1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771">
              <a:extLst>
                <a:ext uri="{FF2B5EF4-FFF2-40B4-BE49-F238E27FC236}">
                  <a16:creationId xmlns:a16="http://schemas.microsoft.com/office/drawing/2014/main" id="{8D0766A3-6335-4013-B2DD-71C50812F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044"/>
              <a:ext cx="1489" cy="439"/>
            </a:xfrm>
            <a:custGeom>
              <a:avLst/>
              <a:gdLst>
                <a:gd name="T0" fmla="*/ 14703 w 804"/>
                <a:gd name="T1" fmla="*/ 4540 h 222"/>
                <a:gd name="T2" fmla="*/ 11943 w 804"/>
                <a:gd name="T3" fmla="*/ 125 h 222"/>
                <a:gd name="T4" fmla="*/ 9975 w 804"/>
                <a:gd name="T5" fmla="*/ 2112 h 222"/>
                <a:gd name="T6" fmla="*/ 8060 w 804"/>
                <a:gd name="T7" fmla="*/ 427 h 222"/>
                <a:gd name="T8" fmla="*/ 5343 w 804"/>
                <a:gd name="T9" fmla="*/ 5444 h 222"/>
                <a:gd name="T10" fmla="*/ 2528 w 804"/>
                <a:gd name="T11" fmla="*/ 1204 h 222"/>
                <a:gd name="T12" fmla="*/ 1328 w 804"/>
                <a:gd name="T13" fmla="*/ 2660 h 222"/>
                <a:gd name="T14" fmla="*/ 0 w 804"/>
                <a:gd name="T15" fmla="*/ 2909 h 222"/>
                <a:gd name="T16" fmla="*/ 0 w 804"/>
                <a:gd name="T17" fmla="*/ 3989 h 222"/>
                <a:gd name="T18" fmla="*/ 1328 w 804"/>
                <a:gd name="T19" fmla="*/ 3741 h 222"/>
                <a:gd name="T20" fmla="*/ 2528 w 804"/>
                <a:gd name="T21" fmla="*/ 2296 h 222"/>
                <a:gd name="T22" fmla="*/ 5343 w 804"/>
                <a:gd name="T23" fmla="*/ 6526 h 222"/>
                <a:gd name="T24" fmla="*/ 8060 w 804"/>
                <a:gd name="T25" fmla="*/ 1517 h 222"/>
                <a:gd name="T26" fmla="*/ 9975 w 804"/>
                <a:gd name="T27" fmla="*/ 3211 h 222"/>
                <a:gd name="T28" fmla="*/ 11943 w 804"/>
                <a:gd name="T29" fmla="*/ 1204 h 222"/>
                <a:gd name="T30" fmla="*/ 14703 w 804"/>
                <a:gd name="T31" fmla="*/ 5632 h 222"/>
                <a:gd name="T32" fmla="*/ 17520 w 804"/>
                <a:gd name="T33" fmla="*/ 2596 h 222"/>
                <a:gd name="T34" fmla="*/ 17520 w 804"/>
                <a:gd name="T35" fmla="*/ 1517 h 222"/>
                <a:gd name="T36" fmla="*/ 14703 w 804"/>
                <a:gd name="T37" fmla="*/ 4540 h 2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04" h="222">
                  <a:moveTo>
                    <a:pt x="675" y="150"/>
                  </a:moveTo>
                  <a:cubicBezTo>
                    <a:pt x="615" y="146"/>
                    <a:pt x="629" y="9"/>
                    <a:pt x="548" y="4"/>
                  </a:cubicBezTo>
                  <a:cubicBezTo>
                    <a:pt x="483" y="0"/>
                    <a:pt x="491" y="65"/>
                    <a:pt x="458" y="70"/>
                  </a:cubicBezTo>
                  <a:cubicBezTo>
                    <a:pt x="407" y="77"/>
                    <a:pt x="425" y="17"/>
                    <a:pt x="370" y="14"/>
                  </a:cubicBezTo>
                  <a:cubicBezTo>
                    <a:pt x="287" y="11"/>
                    <a:pt x="325" y="184"/>
                    <a:pt x="245" y="180"/>
                  </a:cubicBezTo>
                  <a:cubicBezTo>
                    <a:pt x="185" y="177"/>
                    <a:pt x="193" y="43"/>
                    <a:pt x="116" y="40"/>
                  </a:cubicBezTo>
                  <a:cubicBezTo>
                    <a:pt x="85" y="39"/>
                    <a:pt x="78" y="64"/>
                    <a:pt x="61" y="88"/>
                  </a:cubicBezTo>
                  <a:cubicBezTo>
                    <a:pt x="43" y="111"/>
                    <a:pt x="0" y="96"/>
                    <a:pt x="0" y="9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2"/>
                    <a:pt x="43" y="147"/>
                    <a:pt x="61" y="124"/>
                  </a:cubicBezTo>
                  <a:cubicBezTo>
                    <a:pt x="78" y="100"/>
                    <a:pt x="85" y="75"/>
                    <a:pt x="116" y="76"/>
                  </a:cubicBezTo>
                  <a:cubicBezTo>
                    <a:pt x="175" y="79"/>
                    <a:pt x="165" y="209"/>
                    <a:pt x="245" y="216"/>
                  </a:cubicBezTo>
                  <a:cubicBezTo>
                    <a:pt x="325" y="222"/>
                    <a:pt x="305" y="53"/>
                    <a:pt x="370" y="50"/>
                  </a:cubicBezTo>
                  <a:cubicBezTo>
                    <a:pt x="425" y="48"/>
                    <a:pt x="398" y="110"/>
                    <a:pt x="458" y="106"/>
                  </a:cubicBezTo>
                  <a:cubicBezTo>
                    <a:pt x="504" y="102"/>
                    <a:pt x="484" y="29"/>
                    <a:pt x="548" y="40"/>
                  </a:cubicBezTo>
                  <a:cubicBezTo>
                    <a:pt x="619" y="51"/>
                    <a:pt x="589" y="178"/>
                    <a:pt x="675" y="186"/>
                  </a:cubicBezTo>
                  <a:cubicBezTo>
                    <a:pt x="760" y="195"/>
                    <a:pt x="715" y="81"/>
                    <a:pt x="804" y="86"/>
                  </a:cubicBezTo>
                  <a:cubicBezTo>
                    <a:pt x="804" y="50"/>
                    <a:pt x="804" y="50"/>
                    <a:pt x="804" y="50"/>
                  </a:cubicBezTo>
                  <a:cubicBezTo>
                    <a:pt x="699" y="49"/>
                    <a:pt x="737" y="155"/>
                    <a:pt x="675" y="15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Freeform 772">
              <a:extLst>
                <a:ext uri="{FF2B5EF4-FFF2-40B4-BE49-F238E27FC236}">
                  <a16:creationId xmlns:a16="http://schemas.microsoft.com/office/drawing/2014/main" id="{E9D4AC46-C27A-4DC1-9D0A-1A833D499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958"/>
              <a:ext cx="152" cy="35"/>
            </a:xfrm>
            <a:custGeom>
              <a:avLst/>
              <a:gdLst>
                <a:gd name="T0" fmla="*/ 0 w 82"/>
                <a:gd name="T1" fmla="*/ 500 h 18"/>
                <a:gd name="T2" fmla="*/ 178 w 82"/>
                <a:gd name="T3" fmla="*/ 360 h 18"/>
                <a:gd name="T4" fmla="*/ 523 w 82"/>
                <a:gd name="T5" fmla="*/ 140 h 18"/>
                <a:gd name="T6" fmla="*/ 1179 w 82"/>
                <a:gd name="T7" fmla="*/ 31 h 18"/>
                <a:gd name="T8" fmla="*/ 1574 w 82"/>
                <a:gd name="T9" fmla="*/ 140 h 18"/>
                <a:gd name="T10" fmla="*/ 1796 w 82"/>
                <a:gd name="T11" fmla="*/ 25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8">
                  <a:moveTo>
                    <a:pt x="0" y="18"/>
                  </a:moveTo>
                  <a:cubicBezTo>
                    <a:pt x="1" y="15"/>
                    <a:pt x="6" y="14"/>
                    <a:pt x="8" y="13"/>
                  </a:cubicBezTo>
                  <a:cubicBezTo>
                    <a:pt x="13" y="10"/>
                    <a:pt x="18" y="7"/>
                    <a:pt x="24" y="5"/>
                  </a:cubicBezTo>
                  <a:cubicBezTo>
                    <a:pt x="33" y="2"/>
                    <a:pt x="45" y="0"/>
                    <a:pt x="54" y="1"/>
                  </a:cubicBezTo>
                  <a:cubicBezTo>
                    <a:pt x="60" y="1"/>
                    <a:pt x="66" y="3"/>
                    <a:pt x="72" y="5"/>
                  </a:cubicBezTo>
                  <a:cubicBezTo>
                    <a:pt x="75" y="6"/>
                    <a:pt x="80" y="7"/>
                    <a:pt x="82" y="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Freeform 773">
              <a:extLst>
                <a:ext uri="{FF2B5EF4-FFF2-40B4-BE49-F238E27FC236}">
                  <a16:creationId xmlns:a16="http://schemas.microsoft.com/office/drawing/2014/main" id="{0E99E513-BA39-4D96-92EC-19A4D78C1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811"/>
              <a:ext cx="1476" cy="85"/>
            </a:xfrm>
            <a:custGeom>
              <a:avLst/>
              <a:gdLst>
                <a:gd name="T0" fmla="*/ 0 w 797"/>
                <a:gd name="T1" fmla="*/ 277 h 43"/>
                <a:gd name="T2" fmla="*/ 1848 w 797"/>
                <a:gd name="T3" fmla="*/ 751 h 43"/>
                <a:gd name="T4" fmla="*/ 4787 w 797"/>
                <a:gd name="T5" fmla="*/ 332 h 43"/>
                <a:gd name="T6" fmla="*/ 11502 w 797"/>
                <a:gd name="T7" fmla="*/ 1172 h 43"/>
                <a:gd name="T8" fmla="*/ 14597 w 797"/>
                <a:gd name="T9" fmla="*/ 1172 h 43"/>
                <a:gd name="T10" fmla="*/ 15949 w 797"/>
                <a:gd name="T11" fmla="*/ 988 h 43"/>
                <a:gd name="T12" fmla="*/ 17358 w 797"/>
                <a:gd name="T13" fmla="*/ 51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7" h="43">
                  <a:moveTo>
                    <a:pt x="0" y="9"/>
                  </a:moveTo>
                  <a:cubicBezTo>
                    <a:pt x="24" y="26"/>
                    <a:pt x="56" y="23"/>
                    <a:pt x="85" y="25"/>
                  </a:cubicBezTo>
                  <a:cubicBezTo>
                    <a:pt x="131" y="27"/>
                    <a:pt x="175" y="16"/>
                    <a:pt x="220" y="11"/>
                  </a:cubicBezTo>
                  <a:cubicBezTo>
                    <a:pt x="326" y="0"/>
                    <a:pt x="422" y="43"/>
                    <a:pt x="528" y="39"/>
                  </a:cubicBezTo>
                  <a:cubicBezTo>
                    <a:pt x="575" y="37"/>
                    <a:pt x="623" y="33"/>
                    <a:pt x="670" y="39"/>
                  </a:cubicBezTo>
                  <a:cubicBezTo>
                    <a:pt x="695" y="42"/>
                    <a:pt x="709" y="42"/>
                    <a:pt x="732" y="33"/>
                  </a:cubicBezTo>
                  <a:cubicBezTo>
                    <a:pt x="752" y="25"/>
                    <a:pt x="780" y="14"/>
                    <a:pt x="797" y="1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774">
              <a:extLst>
                <a:ext uri="{FF2B5EF4-FFF2-40B4-BE49-F238E27FC236}">
                  <a16:creationId xmlns:a16="http://schemas.microsoft.com/office/drawing/2014/main" id="{704D617C-6F65-4EF5-9587-38430AA97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517"/>
              <a:ext cx="1485" cy="199"/>
            </a:xfrm>
            <a:custGeom>
              <a:avLst/>
              <a:gdLst>
                <a:gd name="T0" fmla="*/ 17457 w 802"/>
                <a:gd name="T1" fmla="*/ 2144 h 101"/>
                <a:gd name="T2" fmla="*/ 11965 w 802"/>
                <a:gd name="T3" fmla="*/ 1537 h 101"/>
                <a:gd name="T4" fmla="*/ 5286 w 802"/>
                <a:gd name="T5" fmla="*/ 1689 h 101"/>
                <a:gd name="T6" fmla="*/ 2887 w 802"/>
                <a:gd name="T7" fmla="*/ 796 h 101"/>
                <a:gd name="T8" fmla="*/ 1611 w 802"/>
                <a:gd name="T9" fmla="*/ 497 h 101"/>
                <a:gd name="T10" fmla="*/ 0 w 802"/>
                <a:gd name="T11" fmla="*/ 45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2" h="101">
                  <a:moveTo>
                    <a:pt x="802" y="72"/>
                  </a:moveTo>
                  <a:cubicBezTo>
                    <a:pt x="717" y="101"/>
                    <a:pt x="635" y="62"/>
                    <a:pt x="550" y="52"/>
                  </a:cubicBezTo>
                  <a:cubicBezTo>
                    <a:pt x="449" y="40"/>
                    <a:pt x="345" y="67"/>
                    <a:pt x="243" y="57"/>
                  </a:cubicBezTo>
                  <a:cubicBezTo>
                    <a:pt x="205" y="53"/>
                    <a:pt x="170" y="35"/>
                    <a:pt x="133" y="27"/>
                  </a:cubicBezTo>
                  <a:cubicBezTo>
                    <a:pt x="113" y="22"/>
                    <a:pt x="93" y="21"/>
                    <a:pt x="74" y="17"/>
                  </a:cubicBezTo>
                  <a:cubicBezTo>
                    <a:pt x="49" y="12"/>
                    <a:pt x="26" y="0"/>
                    <a:pt x="0" y="1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775">
              <a:extLst>
                <a:ext uri="{FF2B5EF4-FFF2-40B4-BE49-F238E27FC236}">
                  <a16:creationId xmlns:a16="http://schemas.microsoft.com/office/drawing/2014/main" id="{85B2E1D6-B39D-4E56-8419-CEC16BD25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639"/>
              <a:ext cx="1098" cy="221"/>
            </a:xfrm>
            <a:custGeom>
              <a:avLst/>
              <a:gdLst>
                <a:gd name="T0" fmla="*/ 0 w 593"/>
                <a:gd name="T1" fmla="*/ 3349 h 112"/>
                <a:gd name="T2" fmla="*/ 2094 w 593"/>
                <a:gd name="T3" fmla="*/ 2989 h 112"/>
                <a:gd name="T4" fmla="*/ 4703 w 593"/>
                <a:gd name="T5" fmla="*/ 1944 h 112"/>
                <a:gd name="T6" fmla="*/ 9356 w 593"/>
                <a:gd name="T7" fmla="*/ 953 h 112"/>
                <a:gd name="T8" fmla="*/ 11167 w 593"/>
                <a:gd name="T9" fmla="*/ 0 h 112"/>
                <a:gd name="T10" fmla="*/ 12904 w 593"/>
                <a:gd name="T11" fmla="*/ 245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3" h="112">
                  <a:moveTo>
                    <a:pt x="0" y="112"/>
                  </a:moveTo>
                  <a:cubicBezTo>
                    <a:pt x="31" y="105"/>
                    <a:pt x="65" y="106"/>
                    <a:pt x="96" y="100"/>
                  </a:cubicBezTo>
                  <a:cubicBezTo>
                    <a:pt x="136" y="91"/>
                    <a:pt x="175" y="76"/>
                    <a:pt x="216" y="65"/>
                  </a:cubicBezTo>
                  <a:cubicBezTo>
                    <a:pt x="286" y="48"/>
                    <a:pt x="363" y="63"/>
                    <a:pt x="430" y="32"/>
                  </a:cubicBezTo>
                  <a:cubicBezTo>
                    <a:pt x="457" y="19"/>
                    <a:pt x="483" y="1"/>
                    <a:pt x="513" y="0"/>
                  </a:cubicBezTo>
                  <a:cubicBezTo>
                    <a:pt x="541" y="0"/>
                    <a:pt x="565" y="8"/>
                    <a:pt x="593" y="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Freeform 776">
              <a:extLst>
                <a:ext uri="{FF2B5EF4-FFF2-40B4-BE49-F238E27FC236}">
                  <a16:creationId xmlns:a16="http://schemas.microsoft.com/office/drawing/2014/main" id="{04449EC6-916D-487E-9862-85FE087D0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414"/>
              <a:ext cx="963" cy="217"/>
            </a:xfrm>
            <a:custGeom>
              <a:avLst/>
              <a:gdLst>
                <a:gd name="T0" fmla="*/ 11325 w 520"/>
                <a:gd name="T1" fmla="*/ 245 h 110"/>
                <a:gd name="T2" fmla="*/ 10258 w 520"/>
                <a:gd name="T3" fmla="*/ 183 h 110"/>
                <a:gd name="T4" fmla="*/ 8904 w 520"/>
                <a:gd name="T5" fmla="*/ 984 h 110"/>
                <a:gd name="T6" fmla="*/ 7106 w 520"/>
                <a:gd name="T7" fmla="*/ 744 h 110"/>
                <a:gd name="T8" fmla="*/ 5137 w 520"/>
                <a:gd name="T9" fmla="*/ 623 h 110"/>
                <a:gd name="T10" fmla="*/ 2282 w 520"/>
                <a:gd name="T11" fmla="*/ 2211 h 110"/>
                <a:gd name="T12" fmla="*/ 357 w 520"/>
                <a:gd name="T13" fmla="*/ 3253 h 110"/>
                <a:gd name="T14" fmla="*/ 0 w 520"/>
                <a:gd name="T15" fmla="*/ 3285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0" h="110">
                  <a:moveTo>
                    <a:pt x="520" y="8"/>
                  </a:moveTo>
                  <a:cubicBezTo>
                    <a:pt x="502" y="5"/>
                    <a:pt x="490" y="0"/>
                    <a:pt x="471" y="6"/>
                  </a:cubicBezTo>
                  <a:cubicBezTo>
                    <a:pt x="449" y="12"/>
                    <a:pt x="432" y="28"/>
                    <a:pt x="409" y="33"/>
                  </a:cubicBezTo>
                  <a:cubicBezTo>
                    <a:pt x="377" y="40"/>
                    <a:pt x="356" y="32"/>
                    <a:pt x="326" y="25"/>
                  </a:cubicBezTo>
                  <a:cubicBezTo>
                    <a:pt x="299" y="18"/>
                    <a:pt x="264" y="19"/>
                    <a:pt x="236" y="21"/>
                  </a:cubicBezTo>
                  <a:cubicBezTo>
                    <a:pt x="189" y="25"/>
                    <a:pt x="143" y="50"/>
                    <a:pt x="105" y="74"/>
                  </a:cubicBezTo>
                  <a:cubicBezTo>
                    <a:pt x="76" y="93"/>
                    <a:pt x="51" y="103"/>
                    <a:pt x="16" y="109"/>
                  </a:cubicBezTo>
                  <a:cubicBezTo>
                    <a:pt x="11" y="109"/>
                    <a:pt x="6" y="110"/>
                    <a:pt x="0" y="11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Freeform 777">
              <a:extLst>
                <a:ext uri="{FF2B5EF4-FFF2-40B4-BE49-F238E27FC236}">
                  <a16:creationId xmlns:a16="http://schemas.microsoft.com/office/drawing/2014/main" id="{CE911FE1-9F5D-4331-B9B1-40A8EE561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266"/>
              <a:ext cx="1150" cy="274"/>
            </a:xfrm>
            <a:custGeom>
              <a:avLst/>
              <a:gdLst>
                <a:gd name="T0" fmla="*/ 13526 w 621"/>
                <a:gd name="T1" fmla="*/ 3093 h 139"/>
                <a:gd name="T2" fmla="*/ 10809 w 621"/>
                <a:gd name="T3" fmla="*/ 743 h 139"/>
                <a:gd name="T4" fmla="*/ 9154 w 621"/>
                <a:gd name="T5" fmla="*/ 1404 h 139"/>
                <a:gd name="T6" fmla="*/ 7648 w 621"/>
                <a:gd name="T7" fmla="*/ 1784 h 139"/>
                <a:gd name="T8" fmla="*/ 5011 w 621"/>
                <a:gd name="T9" fmla="*/ 3840 h 139"/>
                <a:gd name="T10" fmla="*/ 2044 w 621"/>
                <a:gd name="T11" fmla="*/ 2021 h 139"/>
                <a:gd name="T12" fmla="*/ 0 w 621"/>
                <a:gd name="T13" fmla="*/ 2413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1" h="139">
                  <a:moveTo>
                    <a:pt x="621" y="104"/>
                  </a:moveTo>
                  <a:cubicBezTo>
                    <a:pt x="576" y="78"/>
                    <a:pt x="559" y="0"/>
                    <a:pt x="496" y="25"/>
                  </a:cubicBezTo>
                  <a:cubicBezTo>
                    <a:pt x="470" y="35"/>
                    <a:pt x="449" y="52"/>
                    <a:pt x="420" y="47"/>
                  </a:cubicBezTo>
                  <a:cubicBezTo>
                    <a:pt x="384" y="42"/>
                    <a:pt x="380" y="36"/>
                    <a:pt x="351" y="60"/>
                  </a:cubicBezTo>
                  <a:cubicBezTo>
                    <a:pt x="314" y="91"/>
                    <a:pt x="285" y="139"/>
                    <a:pt x="230" y="129"/>
                  </a:cubicBezTo>
                  <a:cubicBezTo>
                    <a:pt x="179" y="120"/>
                    <a:pt x="147" y="65"/>
                    <a:pt x="94" y="68"/>
                  </a:cubicBezTo>
                  <a:cubicBezTo>
                    <a:pt x="61" y="70"/>
                    <a:pt x="31" y="92"/>
                    <a:pt x="0" y="8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Freeform 778">
              <a:extLst>
                <a:ext uri="{FF2B5EF4-FFF2-40B4-BE49-F238E27FC236}">
                  <a16:creationId xmlns:a16="http://schemas.microsoft.com/office/drawing/2014/main" id="{F10F11CD-8F84-4F97-A809-4B9637384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886"/>
              <a:ext cx="1489" cy="1336"/>
            </a:xfrm>
            <a:custGeom>
              <a:avLst/>
              <a:gdLst>
                <a:gd name="T0" fmla="*/ 1489 w 1489"/>
                <a:gd name="T1" fmla="*/ 0 h 1336"/>
                <a:gd name="T2" fmla="*/ 1489 w 1489"/>
                <a:gd name="T3" fmla="*/ 1336 h 1336"/>
                <a:gd name="T4" fmla="*/ 0 w 1489"/>
                <a:gd name="T5" fmla="*/ 1336 h 1336"/>
                <a:gd name="T6" fmla="*/ 0 w 1489"/>
                <a:gd name="T7" fmla="*/ 0 h 1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9" h="1336">
                  <a:moveTo>
                    <a:pt x="1489" y="0"/>
                  </a:moveTo>
                  <a:lnTo>
                    <a:pt x="1489" y="1336"/>
                  </a:lnTo>
                  <a:lnTo>
                    <a:pt x="0" y="1336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D678A149-75E6-4A9E-AE45-81BE555ACAF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Burns</a:t>
            </a:r>
          </a:p>
        </p:txBody>
      </p:sp>
      <p:sp>
        <p:nvSpPr>
          <p:cNvPr id="21507" name="Oval 3">
            <a:extLst>
              <a:ext uri="{FF2B5EF4-FFF2-40B4-BE49-F238E27FC236}">
                <a16:creationId xmlns:a16="http://schemas.microsoft.com/office/drawing/2014/main" id="{21148000-D0B4-4930-982B-C731141C3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72598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08" name="Oval 4">
            <a:extLst>
              <a:ext uri="{FF2B5EF4-FFF2-40B4-BE49-F238E27FC236}">
                <a16:creationId xmlns:a16="http://schemas.microsoft.com/office/drawing/2014/main" id="{CA5E2476-7DE2-4A1B-8BFB-9ABFFBCE7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7513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09" name="Oval 5">
            <a:extLst>
              <a:ext uri="{FF2B5EF4-FFF2-40B4-BE49-F238E27FC236}">
                <a16:creationId xmlns:a16="http://schemas.microsoft.com/office/drawing/2014/main" id="{6FE95CEE-435F-4CAE-8D71-58F1E7136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561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10" name="Oval 6">
            <a:extLst>
              <a:ext uri="{FF2B5EF4-FFF2-40B4-BE49-F238E27FC236}">
                <a16:creationId xmlns:a16="http://schemas.microsoft.com/office/drawing/2014/main" id="{3097F8DA-877D-40B8-A57F-2A0F33A39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668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11" name="Oval 7">
            <a:extLst>
              <a:ext uri="{FF2B5EF4-FFF2-40B4-BE49-F238E27FC236}">
                <a16:creationId xmlns:a16="http://schemas.microsoft.com/office/drawing/2014/main" id="{BB0D9213-016D-4DFD-9096-2E838D3F8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7101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12" name="Oval 8">
            <a:extLst>
              <a:ext uri="{FF2B5EF4-FFF2-40B4-BE49-F238E27FC236}">
                <a16:creationId xmlns:a16="http://schemas.microsoft.com/office/drawing/2014/main" id="{F202A4A1-D9CE-4BD0-B1D2-09CC8E159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7672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13" name="Oval 9">
            <a:extLst>
              <a:ext uri="{FF2B5EF4-FFF2-40B4-BE49-F238E27FC236}">
                <a16:creationId xmlns:a16="http://schemas.microsoft.com/office/drawing/2014/main" id="{7B73AC63-F6BE-471D-A000-A15BCC2B1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7640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14" name="Oval 10">
            <a:extLst>
              <a:ext uri="{FF2B5EF4-FFF2-40B4-BE49-F238E27FC236}">
                <a16:creationId xmlns:a16="http://schemas.microsoft.com/office/drawing/2014/main" id="{0F407CE7-9085-49BF-B394-8582BD9EC1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70693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15" name="Oval 11">
            <a:extLst>
              <a:ext uri="{FF2B5EF4-FFF2-40B4-BE49-F238E27FC236}">
                <a16:creationId xmlns:a16="http://schemas.microsoft.com/office/drawing/2014/main" id="{D09D46E5-53DA-4728-9AE4-E970484C7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815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16" name="Oval 12">
            <a:extLst>
              <a:ext uri="{FF2B5EF4-FFF2-40B4-BE49-F238E27FC236}">
                <a16:creationId xmlns:a16="http://schemas.microsoft.com/office/drawing/2014/main" id="{2E82E357-7FEA-4C01-A851-E5800A37A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64978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17" name="Oval 13">
            <a:extLst>
              <a:ext uri="{FF2B5EF4-FFF2-40B4-BE49-F238E27FC236}">
                <a16:creationId xmlns:a16="http://schemas.microsoft.com/office/drawing/2014/main" id="{D2C71653-C7B5-498C-A717-80C79FE9B2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6847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18" name="Oval 14">
            <a:extLst>
              <a:ext uri="{FF2B5EF4-FFF2-40B4-BE49-F238E27FC236}">
                <a16:creationId xmlns:a16="http://schemas.microsoft.com/office/drawing/2014/main" id="{183A9327-FC2F-406C-9529-8D717451B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19" name="Oval 15">
            <a:extLst>
              <a:ext uri="{FF2B5EF4-FFF2-40B4-BE49-F238E27FC236}">
                <a16:creationId xmlns:a16="http://schemas.microsoft.com/office/drawing/2014/main" id="{5C25E768-704F-42C0-BD7C-DC727B532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20" name="Oval 16">
            <a:extLst>
              <a:ext uri="{FF2B5EF4-FFF2-40B4-BE49-F238E27FC236}">
                <a16:creationId xmlns:a16="http://schemas.microsoft.com/office/drawing/2014/main" id="{544E20B2-8A17-4E2F-A604-A385E1F1D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69423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21" name="Oval 17">
            <a:extLst>
              <a:ext uri="{FF2B5EF4-FFF2-40B4-BE49-F238E27FC236}">
                <a16:creationId xmlns:a16="http://schemas.microsoft.com/office/drawing/2014/main" id="{EB85E720-B9E3-474B-B680-BC173616C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69106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22" name="Oval 18">
            <a:extLst>
              <a:ext uri="{FF2B5EF4-FFF2-40B4-BE49-F238E27FC236}">
                <a16:creationId xmlns:a16="http://schemas.microsoft.com/office/drawing/2014/main" id="{BD9EE125-2B58-4223-BEC5-65786E965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665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23" name="Oval 19">
            <a:extLst>
              <a:ext uri="{FF2B5EF4-FFF2-40B4-BE49-F238E27FC236}">
                <a16:creationId xmlns:a16="http://schemas.microsoft.com/office/drawing/2014/main" id="{576CA905-7740-4F64-BD7B-45F317E28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0058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24" name="Oval 20">
            <a:extLst>
              <a:ext uri="{FF2B5EF4-FFF2-40B4-BE49-F238E27FC236}">
                <a16:creationId xmlns:a16="http://schemas.microsoft.com/office/drawing/2014/main" id="{3B172AA8-4967-410C-B639-77F3208C3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6910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25" name="Oval 21">
            <a:extLst>
              <a:ext uri="{FF2B5EF4-FFF2-40B4-BE49-F238E27FC236}">
                <a16:creationId xmlns:a16="http://schemas.microsoft.com/office/drawing/2014/main" id="{3678C55F-661A-4C23-9C17-A9B03AE48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323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26" name="Oval 22">
            <a:extLst>
              <a:ext uri="{FF2B5EF4-FFF2-40B4-BE49-F238E27FC236}">
                <a16:creationId xmlns:a16="http://schemas.microsoft.com/office/drawing/2014/main" id="{BC0D5869-FAA9-4E69-9E14-60F30B82E8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7577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27" name="Oval 23">
            <a:extLst>
              <a:ext uri="{FF2B5EF4-FFF2-40B4-BE49-F238E27FC236}">
                <a16:creationId xmlns:a16="http://schemas.microsoft.com/office/drawing/2014/main" id="{91DE468C-8B99-49E6-B0BD-2F7A3B1F9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47672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28" name="Oval 24">
            <a:extLst>
              <a:ext uri="{FF2B5EF4-FFF2-40B4-BE49-F238E27FC236}">
                <a16:creationId xmlns:a16="http://schemas.microsoft.com/office/drawing/2014/main" id="{383200E5-D46B-445A-8FAB-1C1703138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7609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29" name="Oval 25">
            <a:extLst>
              <a:ext uri="{FF2B5EF4-FFF2-40B4-BE49-F238E27FC236}">
                <a16:creationId xmlns:a16="http://schemas.microsoft.com/office/drawing/2014/main" id="{3BFE832D-BC08-4515-9B07-5934ECB26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716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30" name="Oval 26">
            <a:extLst>
              <a:ext uri="{FF2B5EF4-FFF2-40B4-BE49-F238E27FC236}">
                <a16:creationId xmlns:a16="http://schemas.microsoft.com/office/drawing/2014/main" id="{A28C8F7D-44BD-4690-A267-BBCA9511B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63708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31" name="Oval 27">
            <a:extLst>
              <a:ext uri="{FF2B5EF4-FFF2-40B4-BE49-F238E27FC236}">
                <a16:creationId xmlns:a16="http://schemas.microsoft.com/office/drawing/2014/main" id="{E0FE811B-F17E-4710-89D7-A2D74F82E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6720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32" name="Oval 28">
            <a:extLst>
              <a:ext uri="{FF2B5EF4-FFF2-40B4-BE49-F238E27FC236}">
                <a16:creationId xmlns:a16="http://schemas.microsoft.com/office/drawing/2014/main" id="{6D5F8D8C-AEAA-4D5D-A32F-230E4FD329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66566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33" name="Oval 29">
            <a:extLst>
              <a:ext uri="{FF2B5EF4-FFF2-40B4-BE49-F238E27FC236}">
                <a16:creationId xmlns:a16="http://schemas.microsoft.com/office/drawing/2014/main" id="{42F30ADF-6E49-4D00-A2F9-8B798023C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6497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34" name="Oval 30">
            <a:extLst>
              <a:ext uri="{FF2B5EF4-FFF2-40B4-BE49-F238E27FC236}">
                <a16:creationId xmlns:a16="http://schemas.microsoft.com/office/drawing/2014/main" id="{BE238011-F965-4516-8618-9B6337512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62756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35" name="Oval 31">
            <a:extLst>
              <a:ext uri="{FF2B5EF4-FFF2-40B4-BE49-F238E27FC236}">
                <a16:creationId xmlns:a16="http://schemas.microsoft.com/office/drawing/2014/main" id="{00513AB5-41EF-4576-9EDB-A35A159380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6561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36" name="Oval 32">
            <a:extLst>
              <a:ext uri="{FF2B5EF4-FFF2-40B4-BE49-F238E27FC236}">
                <a16:creationId xmlns:a16="http://schemas.microsoft.com/office/drawing/2014/main" id="{B6003325-EF3D-44D0-884A-B4CBD4C13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6212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37" name="Oval 33">
            <a:extLst>
              <a:ext uri="{FF2B5EF4-FFF2-40B4-BE49-F238E27FC236}">
                <a16:creationId xmlns:a16="http://schemas.microsoft.com/office/drawing/2014/main" id="{829A502E-786D-4E1C-9749-583872D3F2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92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38" name="Oval 34">
            <a:extLst>
              <a:ext uri="{FF2B5EF4-FFF2-40B4-BE49-F238E27FC236}">
                <a16:creationId xmlns:a16="http://schemas.microsoft.com/office/drawing/2014/main" id="{9900BA24-BDFE-48E0-B1CF-655C32A3B5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73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39" name="Oval 35">
            <a:extLst>
              <a:ext uri="{FF2B5EF4-FFF2-40B4-BE49-F238E27FC236}">
                <a16:creationId xmlns:a16="http://schemas.microsoft.com/office/drawing/2014/main" id="{71B71349-C1A9-48DF-9844-A2C3C4C9D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180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40" name="Oval 36">
            <a:extLst>
              <a:ext uri="{FF2B5EF4-FFF2-40B4-BE49-F238E27FC236}">
                <a16:creationId xmlns:a16="http://schemas.microsoft.com/office/drawing/2014/main" id="{B9643A7D-450F-48B8-9025-0787EDB5E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13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41" name="Oval 37">
            <a:extLst>
              <a:ext uri="{FF2B5EF4-FFF2-40B4-BE49-F238E27FC236}">
                <a16:creationId xmlns:a16="http://schemas.microsoft.com/office/drawing/2014/main" id="{4A49CFAF-5512-4B31-939C-B8E661F7ED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5672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42" name="Oval 38">
            <a:extLst>
              <a:ext uri="{FF2B5EF4-FFF2-40B4-BE49-F238E27FC236}">
                <a16:creationId xmlns:a16="http://schemas.microsoft.com/office/drawing/2014/main" id="{657EC909-36F0-4C8A-89F6-55CFECF383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83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43" name="Oval 39">
            <a:extLst>
              <a:ext uri="{FF2B5EF4-FFF2-40B4-BE49-F238E27FC236}">
                <a16:creationId xmlns:a16="http://schemas.microsoft.com/office/drawing/2014/main" id="{100C4080-F472-4E80-9493-7BEE55342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021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44" name="Oval 40">
            <a:extLst>
              <a:ext uri="{FF2B5EF4-FFF2-40B4-BE49-F238E27FC236}">
                <a16:creationId xmlns:a16="http://schemas.microsoft.com/office/drawing/2014/main" id="{5A44EB29-A271-4D7D-8EF3-654204384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6116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45" name="Oval 41">
            <a:extLst>
              <a:ext uri="{FF2B5EF4-FFF2-40B4-BE49-F238E27FC236}">
                <a16:creationId xmlns:a16="http://schemas.microsoft.com/office/drawing/2014/main" id="{EF9E59AF-CAE7-4849-90F9-8A17401B9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989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46" name="Oval 42">
            <a:extLst>
              <a:ext uri="{FF2B5EF4-FFF2-40B4-BE49-F238E27FC236}">
                <a16:creationId xmlns:a16="http://schemas.microsoft.com/office/drawing/2014/main" id="{75AB5DD7-C161-49C4-93E2-09CE33902A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5481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47" name="Oval 43">
            <a:extLst>
              <a:ext uri="{FF2B5EF4-FFF2-40B4-BE49-F238E27FC236}">
                <a16:creationId xmlns:a16="http://schemas.microsoft.com/office/drawing/2014/main" id="{EE234C79-74CA-4CF0-873F-C90009AB4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548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48" name="Oval 44">
            <a:extLst>
              <a:ext uri="{FF2B5EF4-FFF2-40B4-BE49-F238E27FC236}">
                <a16:creationId xmlns:a16="http://schemas.microsoft.com/office/drawing/2014/main" id="{5B710DA2-76B7-470E-9B4E-0ED840F71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771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49" name="Oval 45">
            <a:extLst>
              <a:ext uri="{FF2B5EF4-FFF2-40B4-BE49-F238E27FC236}">
                <a16:creationId xmlns:a16="http://schemas.microsoft.com/office/drawing/2014/main" id="{581BF9D7-0625-4E38-B25F-E12EC3A5F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6751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21550" name="cross-section-of-skin-layers">
            <a:extLst>
              <a:ext uri="{FF2B5EF4-FFF2-40B4-BE49-F238E27FC236}">
                <a16:creationId xmlns:a16="http://schemas.microsoft.com/office/drawing/2014/main" id="{49DCC91E-7955-4E51-B894-AEAC81FFD84B}"/>
              </a:ext>
            </a:extLst>
          </p:cNvPr>
          <p:cNvGrpSpPr>
            <a:grpSpLocks/>
          </p:cNvGrpSpPr>
          <p:nvPr/>
        </p:nvGrpSpPr>
        <p:grpSpPr bwMode="auto">
          <a:xfrm>
            <a:off x="3486150" y="1258888"/>
            <a:ext cx="2238375" cy="2266950"/>
            <a:chOff x="1146" y="793"/>
            <a:chExt cx="1410" cy="1428"/>
          </a:xfrm>
        </p:grpSpPr>
        <p:sp>
          <p:nvSpPr>
            <p:cNvPr id="22481" name="Rectangle 47">
              <a:extLst>
                <a:ext uri="{FF2B5EF4-FFF2-40B4-BE49-F238E27FC236}">
                  <a16:creationId xmlns:a16="http://schemas.microsoft.com/office/drawing/2014/main" id="{4B53A78D-144F-46C3-A95B-C9673126A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407"/>
              <a:ext cx="1407" cy="810"/>
            </a:xfrm>
            <a:prstGeom prst="rect">
              <a:avLst/>
            </a:prstGeom>
            <a:solidFill>
              <a:srgbClr val="F9D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482" name="Rectangle 48">
              <a:extLst>
                <a:ext uri="{FF2B5EF4-FFF2-40B4-BE49-F238E27FC236}">
                  <a16:creationId xmlns:a16="http://schemas.microsoft.com/office/drawing/2014/main" id="{13E4D8BF-704A-47C2-8AB9-66EE02ADD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1410"/>
              <a:ext cx="1406" cy="811"/>
            </a:xfrm>
            <a:prstGeom prst="rect">
              <a:avLst/>
            </a:prstGeom>
            <a:noFill/>
            <a:ln w="1111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483" name="Freeform 49">
              <a:extLst>
                <a:ext uri="{FF2B5EF4-FFF2-40B4-BE49-F238E27FC236}">
                  <a16:creationId xmlns:a16="http://schemas.microsoft.com/office/drawing/2014/main" id="{CA9FB56C-00DD-428D-9CE1-E804F9480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793"/>
              <a:ext cx="1406" cy="617"/>
            </a:xfrm>
            <a:custGeom>
              <a:avLst/>
              <a:gdLst>
                <a:gd name="T0" fmla="*/ 450 w 1406"/>
                <a:gd name="T1" fmla="*/ 0 h 617"/>
                <a:gd name="T2" fmla="*/ 954 w 1406"/>
                <a:gd name="T3" fmla="*/ 0 h 617"/>
                <a:gd name="T4" fmla="*/ 1406 w 1406"/>
                <a:gd name="T5" fmla="*/ 617 h 617"/>
                <a:gd name="T6" fmla="*/ 0 w 1406"/>
                <a:gd name="T7" fmla="*/ 617 h 617"/>
                <a:gd name="T8" fmla="*/ 450 w 1406"/>
                <a:gd name="T9" fmla="*/ 0 h 6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6" h="617">
                  <a:moveTo>
                    <a:pt x="450" y="0"/>
                  </a:moveTo>
                  <a:lnTo>
                    <a:pt x="954" y="0"/>
                  </a:lnTo>
                  <a:lnTo>
                    <a:pt x="1406" y="617"/>
                  </a:lnTo>
                  <a:lnTo>
                    <a:pt x="0" y="61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84" name="Freeform 50">
              <a:extLst>
                <a:ext uri="{FF2B5EF4-FFF2-40B4-BE49-F238E27FC236}">
                  <a16:creationId xmlns:a16="http://schemas.microsoft.com/office/drawing/2014/main" id="{64F46ED2-F50D-4CE8-8924-CE14FDAC5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793"/>
              <a:ext cx="1406" cy="617"/>
            </a:xfrm>
            <a:custGeom>
              <a:avLst/>
              <a:gdLst>
                <a:gd name="T0" fmla="*/ 450 w 1406"/>
                <a:gd name="T1" fmla="*/ 0 h 617"/>
                <a:gd name="T2" fmla="*/ 954 w 1406"/>
                <a:gd name="T3" fmla="*/ 0 h 617"/>
                <a:gd name="T4" fmla="*/ 1406 w 1406"/>
                <a:gd name="T5" fmla="*/ 617 h 617"/>
                <a:gd name="T6" fmla="*/ 0 w 1406"/>
                <a:gd name="T7" fmla="*/ 617 h 617"/>
                <a:gd name="T8" fmla="*/ 450 w 1406"/>
                <a:gd name="T9" fmla="*/ 0 h 6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6" h="617">
                  <a:moveTo>
                    <a:pt x="450" y="0"/>
                  </a:moveTo>
                  <a:lnTo>
                    <a:pt x="954" y="0"/>
                  </a:lnTo>
                  <a:lnTo>
                    <a:pt x="1406" y="617"/>
                  </a:lnTo>
                  <a:lnTo>
                    <a:pt x="0" y="617"/>
                  </a:lnTo>
                  <a:lnTo>
                    <a:pt x="450" y="0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85" name="Freeform 51">
              <a:extLst>
                <a:ext uri="{FF2B5EF4-FFF2-40B4-BE49-F238E27FC236}">
                  <a16:creationId xmlns:a16="http://schemas.microsoft.com/office/drawing/2014/main" id="{64EB5108-CF9D-4B41-8102-C8046610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410"/>
              <a:ext cx="1406" cy="393"/>
            </a:xfrm>
            <a:custGeom>
              <a:avLst/>
              <a:gdLst>
                <a:gd name="T0" fmla="*/ 0 w 859"/>
                <a:gd name="T1" fmla="*/ 3139 h 225"/>
                <a:gd name="T2" fmla="*/ 0 w 859"/>
                <a:gd name="T3" fmla="*/ 0 h 225"/>
                <a:gd name="T4" fmla="*/ 10089 w 859"/>
                <a:gd name="T5" fmla="*/ 0 h 225"/>
                <a:gd name="T6" fmla="*/ 10089 w 859"/>
                <a:gd name="T7" fmla="*/ 2133 h 225"/>
                <a:gd name="T8" fmla="*/ 9331 w 859"/>
                <a:gd name="T9" fmla="*/ 3106 h 225"/>
                <a:gd name="T10" fmla="*/ 7837 w 859"/>
                <a:gd name="T11" fmla="*/ 1897 h 225"/>
                <a:gd name="T12" fmla="*/ 6293 w 859"/>
                <a:gd name="T13" fmla="*/ 3354 h 225"/>
                <a:gd name="T14" fmla="*/ 4994 w 859"/>
                <a:gd name="T15" fmla="*/ 1806 h 225"/>
                <a:gd name="T16" fmla="*/ 3711 w 859"/>
                <a:gd name="T17" fmla="*/ 3506 h 225"/>
                <a:gd name="T18" fmla="*/ 2107 w 859"/>
                <a:gd name="T19" fmla="*/ 2533 h 225"/>
                <a:gd name="T20" fmla="*/ 758 w 859"/>
                <a:gd name="T21" fmla="*/ 3612 h 225"/>
                <a:gd name="T22" fmla="*/ 0 w 859"/>
                <a:gd name="T23" fmla="*/ 3139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9" h="225">
                  <a:moveTo>
                    <a:pt x="0" y="19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9" y="131"/>
                    <a:pt x="859" y="131"/>
                    <a:pt x="859" y="131"/>
                  </a:cubicBezTo>
                  <a:cubicBezTo>
                    <a:pt x="859" y="131"/>
                    <a:pt x="829" y="191"/>
                    <a:pt x="794" y="191"/>
                  </a:cubicBezTo>
                  <a:cubicBezTo>
                    <a:pt x="759" y="191"/>
                    <a:pt x="723" y="117"/>
                    <a:pt x="667" y="117"/>
                  </a:cubicBezTo>
                  <a:cubicBezTo>
                    <a:pt x="610" y="117"/>
                    <a:pt x="605" y="206"/>
                    <a:pt x="536" y="206"/>
                  </a:cubicBezTo>
                  <a:cubicBezTo>
                    <a:pt x="467" y="206"/>
                    <a:pt x="483" y="111"/>
                    <a:pt x="425" y="111"/>
                  </a:cubicBezTo>
                  <a:cubicBezTo>
                    <a:pt x="368" y="111"/>
                    <a:pt x="408" y="216"/>
                    <a:pt x="316" y="216"/>
                  </a:cubicBezTo>
                  <a:cubicBezTo>
                    <a:pt x="223" y="216"/>
                    <a:pt x="236" y="153"/>
                    <a:pt x="179" y="156"/>
                  </a:cubicBezTo>
                  <a:cubicBezTo>
                    <a:pt x="137" y="158"/>
                    <a:pt x="145" y="218"/>
                    <a:pt x="65" y="222"/>
                  </a:cubicBezTo>
                  <a:cubicBezTo>
                    <a:pt x="12" y="225"/>
                    <a:pt x="0" y="193"/>
                    <a:pt x="0" y="193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86" name="Freeform 52">
              <a:extLst>
                <a:ext uri="{FF2B5EF4-FFF2-40B4-BE49-F238E27FC236}">
                  <a16:creationId xmlns:a16="http://schemas.microsoft.com/office/drawing/2014/main" id="{04260002-2612-4089-B12E-618421471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553"/>
              <a:ext cx="1406" cy="250"/>
            </a:xfrm>
            <a:custGeom>
              <a:avLst/>
              <a:gdLst>
                <a:gd name="T0" fmla="*/ 9331 w 859"/>
                <a:gd name="T1" fmla="*/ 1336 h 143"/>
                <a:gd name="T2" fmla="*/ 7837 w 859"/>
                <a:gd name="T3" fmla="*/ 114 h 143"/>
                <a:gd name="T4" fmla="*/ 6293 w 859"/>
                <a:gd name="T5" fmla="*/ 1572 h 143"/>
                <a:gd name="T6" fmla="*/ 4994 w 859"/>
                <a:gd name="T7" fmla="*/ 16 h 143"/>
                <a:gd name="T8" fmla="*/ 3711 w 859"/>
                <a:gd name="T9" fmla="*/ 1727 h 143"/>
                <a:gd name="T10" fmla="*/ 2107 w 859"/>
                <a:gd name="T11" fmla="*/ 748 h 143"/>
                <a:gd name="T12" fmla="*/ 758 w 859"/>
                <a:gd name="T13" fmla="*/ 1850 h 143"/>
                <a:gd name="T14" fmla="*/ 0 w 859"/>
                <a:gd name="T15" fmla="*/ 1351 h 143"/>
                <a:gd name="T16" fmla="*/ 0 w 859"/>
                <a:gd name="T17" fmla="*/ 1813 h 143"/>
                <a:gd name="T18" fmla="*/ 758 w 859"/>
                <a:gd name="T19" fmla="*/ 2287 h 143"/>
                <a:gd name="T20" fmla="*/ 2107 w 859"/>
                <a:gd name="T21" fmla="*/ 1208 h 143"/>
                <a:gd name="T22" fmla="*/ 3711 w 859"/>
                <a:gd name="T23" fmla="*/ 2185 h 143"/>
                <a:gd name="T24" fmla="*/ 4994 w 859"/>
                <a:gd name="T25" fmla="*/ 477 h 143"/>
                <a:gd name="T26" fmla="*/ 6293 w 859"/>
                <a:gd name="T27" fmla="*/ 2026 h 143"/>
                <a:gd name="T28" fmla="*/ 7837 w 859"/>
                <a:gd name="T29" fmla="*/ 572 h 143"/>
                <a:gd name="T30" fmla="*/ 9331 w 859"/>
                <a:gd name="T31" fmla="*/ 1785 h 143"/>
                <a:gd name="T32" fmla="*/ 10089 w 859"/>
                <a:gd name="T33" fmla="*/ 801 h 143"/>
                <a:gd name="T34" fmla="*/ 10089 w 859"/>
                <a:gd name="T35" fmla="*/ 348 h 143"/>
                <a:gd name="T36" fmla="*/ 9331 w 859"/>
                <a:gd name="T37" fmla="*/ 1336 h 1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59" h="143">
                  <a:moveTo>
                    <a:pt x="794" y="82"/>
                  </a:moveTo>
                  <a:cubicBezTo>
                    <a:pt x="759" y="82"/>
                    <a:pt x="728" y="4"/>
                    <a:pt x="667" y="7"/>
                  </a:cubicBezTo>
                  <a:cubicBezTo>
                    <a:pt x="596" y="11"/>
                    <a:pt x="605" y="96"/>
                    <a:pt x="536" y="96"/>
                  </a:cubicBezTo>
                  <a:cubicBezTo>
                    <a:pt x="467" y="96"/>
                    <a:pt x="494" y="0"/>
                    <a:pt x="425" y="1"/>
                  </a:cubicBezTo>
                  <a:cubicBezTo>
                    <a:pt x="353" y="2"/>
                    <a:pt x="408" y="106"/>
                    <a:pt x="316" y="106"/>
                  </a:cubicBezTo>
                  <a:cubicBezTo>
                    <a:pt x="223" y="106"/>
                    <a:pt x="236" y="45"/>
                    <a:pt x="179" y="46"/>
                  </a:cubicBezTo>
                  <a:cubicBezTo>
                    <a:pt x="122" y="48"/>
                    <a:pt x="145" y="108"/>
                    <a:pt x="65" y="113"/>
                  </a:cubicBezTo>
                  <a:cubicBezTo>
                    <a:pt x="12" y="116"/>
                    <a:pt x="0" y="83"/>
                    <a:pt x="0" y="8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12" y="143"/>
                    <a:pt x="65" y="140"/>
                  </a:cubicBezTo>
                  <a:cubicBezTo>
                    <a:pt x="145" y="136"/>
                    <a:pt x="137" y="76"/>
                    <a:pt x="179" y="74"/>
                  </a:cubicBezTo>
                  <a:cubicBezTo>
                    <a:pt x="236" y="71"/>
                    <a:pt x="223" y="134"/>
                    <a:pt x="316" y="134"/>
                  </a:cubicBezTo>
                  <a:cubicBezTo>
                    <a:pt x="408" y="134"/>
                    <a:pt x="368" y="29"/>
                    <a:pt x="425" y="29"/>
                  </a:cubicBezTo>
                  <a:cubicBezTo>
                    <a:pt x="483" y="29"/>
                    <a:pt x="467" y="124"/>
                    <a:pt x="536" y="124"/>
                  </a:cubicBezTo>
                  <a:cubicBezTo>
                    <a:pt x="605" y="124"/>
                    <a:pt x="610" y="35"/>
                    <a:pt x="667" y="35"/>
                  </a:cubicBezTo>
                  <a:cubicBezTo>
                    <a:pt x="723" y="35"/>
                    <a:pt x="759" y="109"/>
                    <a:pt x="794" y="109"/>
                  </a:cubicBezTo>
                  <a:cubicBezTo>
                    <a:pt x="829" y="109"/>
                    <a:pt x="859" y="49"/>
                    <a:pt x="859" y="49"/>
                  </a:cubicBezTo>
                  <a:cubicBezTo>
                    <a:pt x="859" y="21"/>
                    <a:pt x="859" y="21"/>
                    <a:pt x="859" y="21"/>
                  </a:cubicBezTo>
                  <a:cubicBezTo>
                    <a:pt x="859" y="21"/>
                    <a:pt x="829" y="82"/>
                    <a:pt x="794" y="82"/>
                  </a:cubicBezTo>
                  <a:close/>
                </a:path>
              </a:pathLst>
            </a:custGeom>
            <a:solidFill>
              <a:srgbClr val="F2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87" name="Freeform 53">
              <a:extLst>
                <a:ext uri="{FF2B5EF4-FFF2-40B4-BE49-F238E27FC236}">
                  <a16:creationId xmlns:a16="http://schemas.microsoft.com/office/drawing/2014/main" id="{4DC12DE9-3BA9-4423-9C9C-05C9BF05E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555"/>
              <a:ext cx="1406" cy="210"/>
            </a:xfrm>
            <a:custGeom>
              <a:avLst/>
              <a:gdLst>
                <a:gd name="T0" fmla="*/ 9331 w 859"/>
                <a:gd name="T1" fmla="*/ 1335 h 120"/>
                <a:gd name="T2" fmla="*/ 7837 w 859"/>
                <a:gd name="T3" fmla="*/ 114 h 120"/>
                <a:gd name="T4" fmla="*/ 6293 w 859"/>
                <a:gd name="T5" fmla="*/ 1577 h 120"/>
                <a:gd name="T6" fmla="*/ 4994 w 859"/>
                <a:gd name="T7" fmla="*/ 21 h 120"/>
                <a:gd name="T8" fmla="*/ 3711 w 859"/>
                <a:gd name="T9" fmla="*/ 1748 h 120"/>
                <a:gd name="T10" fmla="*/ 2107 w 859"/>
                <a:gd name="T11" fmla="*/ 763 h 120"/>
                <a:gd name="T12" fmla="*/ 758 w 859"/>
                <a:gd name="T13" fmla="*/ 1838 h 120"/>
                <a:gd name="T14" fmla="*/ 0 w 859"/>
                <a:gd name="T15" fmla="*/ 1363 h 120"/>
                <a:gd name="T16" fmla="*/ 0 w 859"/>
                <a:gd name="T17" fmla="*/ 1449 h 120"/>
                <a:gd name="T18" fmla="*/ 758 w 859"/>
                <a:gd name="T19" fmla="*/ 1923 h 120"/>
                <a:gd name="T20" fmla="*/ 2107 w 859"/>
                <a:gd name="T21" fmla="*/ 837 h 120"/>
                <a:gd name="T22" fmla="*/ 3711 w 859"/>
                <a:gd name="T23" fmla="*/ 1822 h 120"/>
                <a:gd name="T24" fmla="*/ 4994 w 859"/>
                <a:gd name="T25" fmla="*/ 102 h 120"/>
                <a:gd name="T26" fmla="*/ 6293 w 859"/>
                <a:gd name="T27" fmla="*/ 1663 h 120"/>
                <a:gd name="T28" fmla="*/ 7837 w 859"/>
                <a:gd name="T29" fmla="*/ 200 h 120"/>
                <a:gd name="T30" fmla="*/ 9331 w 859"/>
                <a:gd name="T31" fmla="*/ 1416 h 120"/>
                <a:gd name="T32" fmla="*/ 10089 w 859"/>
                <a:gd name="T33" fmla="*/ 436 h 120"/>
                <a:gd name="T34" fmla="*/ 10089 w 859"/>
                <a:gd name="T35" fmla="*/ 350 h 120"/>
                <a:gd name="T36" fmla="*/ 9331 w 859"/>
                <a:gd name="T37" fmla="*/ 1335 h 1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59" h="120">
                  <a:moveTo>
                    <a:pt x="794" y="81"/>
                  </a:moveTo>
                  <a:cubicBezTo>
                    <a:pt x="759" y="81"/>
                    <a:pt x="728" y="4"/>
                    <a:pt x="667" y="7"/>
                  </a:cubicBezTo>
                  <a:cubicBezTo>
                    <a:pt x="596" y="11"/>
                    <a:pt x="605" y="96"/>
                    <a:pt x="536" y="96"/>
                  </a:cubicBezTo>
                  <a:cubicBezTo>
                    <a:pt x="467" y="96"/>
                    <a:pt x="494" y="0"/>
                    <a:pt x="425" y="1"/>
                  </a:cubicBezTo>
                  <a:cubicBezTo>
                    <a:pt x="353" y="2"/>
                    <a:pt x="408" y="106"/>
                    <a:pt x="316" y="106"/>
                  </a:cubicBezTo>
                  <a:cubicBezTo>
                    <a:pt x="223" y="106"/>
                    <a:pt x="236" y="45"/>
                    <a:pt x="179" y="46"/>
                  </a:cubicBezTo>
                  <a:cubicBezTo>
                    <a:pt x="122" y="48"/>
                    <a:pt x="145" y="108"/>
                    <a:pt x="65" y="112"/>
                  </a:cubicBezTo>
                  <a:cubicBezTo>
                    <a:pt x="12" y="115"/>
                    <a:pt x="0" y="83"/>
                    <a:pt x="0" y="83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2" y="120"/>
                    <a:pt x="65" y="117"/>
                  </a:cubicBezTo>
                  <a:cubicBezTo>
                    <a:pt x="145" y="112"/>
                    <a:pt x="122" y="52"/>
                    <a:pt x="179" y="51"/>
                  </a:cubicBezTo>
                  <a:cubicBezTo>
                    <a:pt x="236" y="49"/>
                    <a:pt x="223" y="111"/>
                    <a:pt x="316" y="111"/>
                  </a:cubicBezTo>
                  <a:cubicBezTo>
                    <a:pt x="408" y="111"/>
                    <a:pt x="353" y="7"/>
                    <a:pt x="425" y="6"/>
                  </a:cubicBezTo>
                  <a:cubicBezTo>
                    <a:pt x="494" y="5"/>
                    <a:pt x="467" y="101"/>
                    <a:pt x="536" y="101"/>
                  </a:cubicBezTo>
                  <a:cubicBezTo>
                    <a:pt x="605" y="101"/>
                    <a:pt x="596" y="15"/>
                    <a:pt x="667" y="12"/>
                  </a:cubicBezTo>
                  <a:cubicBezTo>
                    <a:pt x="728" y="9"/>
                    <a:pt x="759" y="86"/>
                    <a:pt x="794" y="86"/>
                  </a:cubicBezTo>
                  <a:cubicBezTo>
                    <a:pt x="829" y="86"/>
                    <a:pt x="859" y="26"/>
                    <a:pt x="859" y="26"/>
                  </a:cubicBezTo>
                  <a:cubicBezTo>
                    <a:pt x="859" y="21"/>
                    <a:pt x="859" y="21"/>
                    <a:pt x="859" y="21"/>
                  </a:cubicBezTo>
                  <a:cubicBezTo>
                    <a:pt x="859" y="21"/>
                    <a:pt x="829" y="81"/>
                    <a:pt x="794" y="81"/>
                  </a:cubicBezTo>
                  <a:close/>
                </a:path>
              </a:pathLst>
            </a:custGeom>
            <a:solidFill>
              <a:srgbClr val="F6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88" name="Freeform 54">
              <a:extLst>
                <a:ext uri="{FF2B5EF4-FFF2-40B4-BE49-F238E27FC236}">
                  <a16:creationId xmlns:a16="http://schemas.microsoft.com/office/drawing/2014/main" id="{4E4E1C9B-087F-4415-BD39-501091084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553"/>
              <a:ext cx="1406" cy="203"/>
            </a:xfrm>
            <a:custGeom>
              <a:avLst/>
              <a:gdLst>
                <a:gd name="T0" fmla="*/ 10089 w 859"/>
                <a:gd name="T1" fmla="*/ 350 h 116"/>
                <a:gd name="T2" fmla="*/ 9331 w 859"/>
                <a:gd name="T3" fmla="*/ 1351 h 116"/>
                <a:gd name="T4" fmla="*/ 7837 w 859"/>
                <a:gd name="T5" fmla="*/ 114 h 116"/>
                <a:gd name="T6" fmla="*/ 6293 w 859"/>
                <a:gd name="T7" fmla="*/ 1577 h 116"/>
                <a:gd name="T8" fmla="*/ 4994 w 859"/>
                <a:gd name="T9" fmla="*/ 21 h 116"/>
                <a:gd name="T10" fmla="*/ 3711 w 859"/>
                <a:gd name="T11" fmla="*/ 1748 h 116"/>
                <a:gd name="T12" fmla="*/ 2107 w 859"/>
                <a:gd name="T13" fmla="*/ 763 h 116"/>
                <a:gd name="T14" fmla="*/ 758 w 859"/>
                <a:gd name="T15" fmla="*/ 1859 h 116"/>
                <a:gd name="T16" fmla="*/ 0 w 859"/>
                <a:gd name="T17" fmla="*/ 1363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9" h="116">
                  <a:moveTo>
                    <a:pt x="859" y="21"/>
                  </a:moveTo>
                  <a:cubicBezTo>
                    <a:pt x="859" y="21"/>
                    <a:pt x="829" y="82"/>
                    <a:pt x="794" y="82"/>
                  </a:cubicBezTo>
                  <a:cubicBezTo>
                    <a:pt x="759" y="82"/>
                    <a:pt x="728" y="4"/>
                    <a:pt x="667" y="7"/>
                  </a:cubicBezTo>
                  <a:cubicBezTo>
                    <a:pt x="596" y="11"/>
                    <a:pt x="605" y="96"/>
                    <a:pt x="536" y="96"/>
                  </a:cubicBezTo>
                  <a:cubicBezTo>
                    <a:pt x="467" y="96"/>
                    <a:pt x="494" y="0"/>
                    <a:pt x="425" y="1"/>
                  </a:cubicBezTo>
                  <a:cubicBezTo>
                    <a:pt x="353" y="2"/>
                    <a:pt x="408" y="106"/>
                    <a:pt x="316" y="106"/>
                  </a:cubicBezTo>
                  <a:cubicBezTo>
                    <a:pt x="223" y="106"/>
                    <a:pt x="236" y="45"/>
                    <a:pt x="179" y="46"/>
                  </a:cubicBezTo>
                  <a:cubicBezTo>
                    <a:pt x="122" y="48"/>
                    <a:pt x="145" y="108"/>
                    <a:pt x="65" y="113"/>
                  </a:cubicBezTo>
                  <a:cubicBezTo>
                    <a:pt x="12" y="116"/>
                    <a:pt x="0" y="83"/>
                    <a:pt x="0" y="8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89" name="Line 55">
              <a:extLst>
                <a:ext uri="{FF2B5EF4-FFF2-40B4-BE49-F238E27FC236}">
                  <a16:creationId xmlns:a16="http://schemas.microsoft.com/office/drawing/2014/main" id="{2410745F-9B30-48E8-80F8-4C8A57AC73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8" y="1518"/>
              <a:ext cx="1405" cy="1"/>
            </a:xfrm>
            <a:prstGeom prst="line">
              <a:avLst/>
            </a:prstGeom>
            <a:noFill/>
            <a:ln w="1111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90" name="Freeform 56">
              <a:extLst>
                <a:ext uri="{FF2B5EF4-FFF2-40B4-BE49-F238E27FC236}">
                  <a16:creationId xmlns:a16="http://schemas.microsoft.com/office/drawing/2014/main" id="{585E43DC-D96C-491C-849B-4D6879CD1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469"/>
              <a:ext cx="1407" cy="27"/>
            </a:xfrm>
            <a:custGeom>
              <a:avLst/>
              <a:gdLst>
                <a:gd name="T0" fmla="*/ 0 w 859"/>
                <a:gd name="T1" fmla="*/ 169 h 15"/>
                <a:gd name="T2" fmla="*/ 3499 w 859"/>
                <a:gd name="T3" fmla="*/ 263 h 15"/>
                <a:gd name="T4" fmla="*/ 4765 w 859"/>
                <a:gd name="T5" fmla="*/ 234 h 15"/>
                <a:gd name="T6" fmla="*/ 5954 w 859"/>
                <a:gd name="T7" fmla="*/ 263 h 15"/>
                <a:gd name="T8" fmla="*/ 8540 w 859"/>
                <a:gd name="T9" fmla="*/ 74 h 15"/>
                <a:gd name="T10" fmla="*/ 10127 w 859"/>
                <a:gd name="T11" fmla="*/ 2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9" h="15">
                  <a:moveTo>
                    <a:pt x="0" y="9"/>
                  </a:moveTo>
                  <a:cubicBezTo>
                    <a:pt x="99" y="9"/>
                    <a:pt x="198" y="13"/>
                    <a:pt x="297" y="14"/>
                  </a:cubicBezTo>
                  <a:cubicBezTo>
                    <a:pt x="333" y="14"/>
                    <a:pt x="369" y="10"/>
                    <a:pt x="404" y="12"/>
                  </a:cubicBezTo>
                  <a:cubicBezTo>
                    <a:pt x="438" y="13"/>
                    <a:pt x="471" y="15"/>
                    <a:pt x="505" y="14"/>
                  </a:cubicBezTo>
                  <a:cubicBezTo>
                    <a:pt x="578" y="11"/>
                    <a:pt x="651" y="11"/>
                    <a:pt x="724" y="4"/>
                  </a:cubicBezTo>
                  <a:cubicBezTo>
                    <a:pt x="768" y="0"/>
                    <a:pt x="817" y="1"/>
                    <a:pt x="85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91" name="Freeform 57">
              <a:extLst>
                <a:ext uri="{FF2B5EF4-FFF2-40B4-BE49-F238E27FC236}">
                  <a16:creationId xmlns:a16="http://schemas.microsoft.com/office/drawing/2014/main" id="{043DDB14-024F-40AA-AE2F-749C543F7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426"/>
              <a:ext cx="1407" cy="29"/>
            </a:xfrm>
            <a:custGeom>
              <a:avLst/>
              <a:gdLst>
                <a:gd name="T0" fmla="*/ 10127 w 859"/>
                <a:gd name="T1" fmla="*/ 58 h 17"/>
                <a:gd name="T2" fmla="*/ 9761 w 859"/>
                <a:gd name="T3" fmla="*/ 58 h 17"/>
                <a:gd name="T4" fmla="*/ 9135 w 859"/>
                <a:gd name="T5" fmla="*/ 58 h 17"/>
                <a:gd name="T6" fmla="*/ 8065 w 859"/>
                <a:gd name="T7" fmla="*/ 26 h 17"/>
                <a:gd name="T8" fmla="*/ 5656 w 859"/>
                <a:gd name="T9" fmla="*/ 203 h 17"/>
                <a:gd name="T10" fmla="*/ 1220 w 859"/>
                <a:gd name="T11" fmla="*/ 169 h 17"/>
                <a:gd name="T12" fmla="*/ 441 w 859"/>
                <a:gd name="T13" fmla="*/ 203 h 17"/>
                <a:gd name="T14" fmla="*/ 0 w 859"/>
                <a:gd name="T15" fmla="*/ 218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9" h="17">
                  <a:moveTo>
                    <a:pt x="859" y="4"/>
                  </a:moveTo>
                  <a:cubicBezTo>
                    <a:pt x="850" y="7"/>
                    <a:pt x="837" y="5"/>
                    <a:pt x="828" y="4"/>
                  </a:cubicBezTo>
                  <a:cubicBezTo>
                    <a:pt x="810" y="2"/>
                    <a:pt x="793" y="4"/>
                    <a:pt x="775" y="4"/>
                  </a:cubicBezTo>
                  <a:cubicBezTo>
                    <a:pt x="745" y="4"/>
                    <a:pt x="714" y="0"/>
                    <a:pt x="684" y="2"/>
                  </a:cubicBezTo>
                  <a:cubicBezTo>
                    <a:pt x="616" y="5"/>
                    <a:pt x="548" y="13"/>
                    <a:pt x="480" y="14"/>
                  </a:cubicBezTo>
                  <a:cubicBezTo>
                    <a:pt x="354" y="17"/>
                    <a:pt x="230" y="2"/>
                    <a:pt x="104" y="12"/>
                  </a:cubicBezTo>
                  <a:cubicBezTo>
                    <a:pt x="82" y="14"/>
                    <a:pt x="60" y="15"/>
                    <a:pt x="37" y="14"/>
                  </a:cubicBezTo>
                  <a:cubicBezTo>
                    <a:pt x="26" y="14"/>
                    <a:pt x="10" y="12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92" name="Freeform 58">
              <a:extLst>
                <a:ext uri="{FF2B5EF4-FFF2-40B4-BE49-F238E27FC236}">
                  <a16:creationId xmlns:a16="http://schemas.microsoft.com/office/drawing/2014/main" id="{1688AB01-BD6D-480F-BF99-7DC317443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433"/>
              <a:ext cx="1261" cy="52"/>
            </a:xfrm>
            <a:custGeom>
              <a:avLst/>
              <a:gdLst>
                <a:gd name="T0" fmla="*/ 0 w 770"/>
                <a:gd name="T1" fmla="*/ 468 h 30"/>
                <a:gd name="T2" fmla="*/ 1805 w 770"/>
                <a:gd name="T3" fmla="*/ 321 h 30"/>
                <a:gd name="T4" fmla="*/ 4733 w 770"/>
                <a:gd name="T5" fmla="*/ 321 h 30"/>
                <a:gd name="T6" fmla="*/ 9071 w 770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0" h="30">
                  <a:moveTo>
                    <a:pt x="0" y="30"/>
                  </a:moveTo>
                  <a:cubicBezTo>
                    <a:pt x="0" y="30"/>
                    <a:pt x="92" y="21"/>
                    <a:pt x="153" y="21"/>
                  </a:cubicBezTo>
                  <a:cubicBezTo>
                    <a:pt x="214" y="21"/>
                    <a:pt x="335" y="27"/>
                    <a:pt x="402" y="21"/>
                  </a:cubicBezTo>
                  <a:cubicBezTo>
                    <a:pt x="468" y="15"/>
                    <a:pt x="698" y="14"/>
                    <a:pt x="77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93" name="Freeform 59">
              <a:extLst>
                <a:ext uri="{FF2B5EF4-FFF2-40B4-BE49-F238E27FC236}">
                  <a16:creationId xmlns:a16="http://schemas.microsoft.com/office/drawing/2014/main" id="{5CC8911E-7AF0-4684-B3EF-C216205BB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988"/>
              <a:ext cx="1406" cy="233"/>
            </a:xfrm>
            <a:custGeom>
              <a:avLst/>
              <a:gdLst>
                <a:gd name="T0" fmla="*/ 0 w 859"/>
                <a:gd name="T1" fmla="*/ 902 h 133"/>
                <a:gd name="T2" fmla="*/ 0 w 859"/>
                <a:gd name="T3" fmla="*/ 2195 h 133"/>
                <a:gd name="T4" fmla="*/ 10089 w 859"/>
                <a:gd name="T5" fmla="*/ 2195 h 133"/>
                <a:gd name="T6" fmla="*/ 10089 w 859"/>
                <a:gd name="T7" fmla="*/ 510 h 133"/>
                <a:gd name="T8" fmla="*/ 9942 w 859"/>
                <a:gd name="T9" fmla="*/ 629 h 133"/>
                <a:gd name="T10" fmla="*/ 9669 w 859"/>
                <a:gd name="T11" fmla="*/ 377 h 133"/>
                <a:gd name="T12" fmla="*/ 9222 w 859"/>
                <a:gd name="T13" fmla="*/ 699 h 133"/>
                <a:gd name="T14" fmla="*/ 8835 w 859"/>
                <a:gd name="T15" fmla="*/ 501 h 133"/>
                <a:gd name="T16" fmla="*/ 8469 w 859"/>
                <a:gd name="T17" fmla="*/ 773 h 133"/>
                <a:gd name="T18" fmla="*/ 8132 w 859"/>
                <a:gd name="T19" fmla="*/ 501 h 133"/>
                <a:gd name="T20" fmla="*/ 7879 w 859"/>
                <a:gd name="T21" fmla="*/ 792 h 133"/>
                <a:gd name="T22" fmla="*/ 7564 w 859"/>
                <a:gd name="T23" fmla="*/ 415 h 133"/>
                <a:gd name="T24" fmla="*/ 7249 w 859"/>
                <a:gd name="T25" fmla="*/ 764 h 133"/>
                <a:gd name="T26" fmla="*/ 6827 w 859"/>
                <a:gd name="T27" fmla="*/ 399 h 133"/>
                <a:gd name="T28" fmla="*/ 6403 w 859"/>
                <a:gd name="T29" fmla="*/ 638 h 133"/>
                <a:gd name="T30" fmla="*/ 5645 w 859"/>
                <a:gd name="T31" fmla="*/ 613 h 133"/>
                <a:gd name="T32" fmla="*/ 5262 w 859"/>
                <a:gd name="T33" fmla="*/ 364 h 133"/>
                <a:gd name="T34" fmla="*/ 4871 w 859"/>
                <a:gd name="T35" fmla="*/ 564 h 133"/>
                <a:gd name="T36" fmla="*/ 4262 w 859"/>
                <a:gd name="T37" fmla="*/ 415 h 133"/>
                <a:gd name="T38" fmla="*/ 4126 w 859"/>
                <a:gd name="T39" fmla="*/ 893 h 133"/>
                <a:gd name="T40" fmla="*/ 3630 w 859"/>
                <a:gd name="T41" fmla="*/ 613 h 133"/>
                <a:gd name="T42" fmla="*/ 3121 w 859"/>
                <a:gd name="T43" fmla="*/ 1007 h 133"/>
                <a:gd name="T44" fmla="*/ 2843 w 859"/>
                <a:gd name="T45" fmla="*/ 436 h 133"/>
                <a:gd name="T46" fmla="*/ 2583 w 859"/>
                <a:gd name="T47" fmla="*/ 660 h 133"/>
                <a:gd name="T48" fmla="*/ 2342 w 859"/>
                <a:gd name="T49" fmla="*/ 501 h 133"/>
                <a:gd name="T50" fmla="*/ 1915 w 859"/>
                <a:gd name="T51" fmla="*/ 638 h 133"/>
                <a:gd name="T52" fmla="*/ 1329 w 859"/>
                <a:gd name="T53" fmla="*/ 678 h 133"/>
                <a:gd name="T54" fmla="*/ 681 w 859"/>
                <a:gd name="T55" fmla="*/ 678 h 133"/>
                <a:gd name="T56" fmla="*/ 144 w 859"/>
                <a:gd name="T57" fmla="*/ 857 h 133"/>
                <a:gd name="T58" fmla="*/ 0 w 859"/>
                <a:gd name="T59" fmla="*/ 902 h 13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59" h="133">
                  <a:moveTo>
                    <a:pt x="0" y="55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859" y="133"/>
                    <a:pt x="859" y="133"/>
                    <a:pt x="859" y="133"/>
                  </a:cubicBezTo>
                  <a:cubicBezTo>
                    <a:pt x="859" y="31"/>
                    <a:pt x="859" y="31"/>
                    <a:pt x="859" y="31"/>
                  </a:cubicBezTo>
                  <a:cubicBezTo>
                    <a:pt x="859" y="31"/>
                    <a:pt x="850" y="29"/>
                    <a:pt x="846" y="38"/>
                  </a:cubicBezTo>
                  <a:cubicBezTo>
                    <a:pt x="846" y="38"/>
                    <a:pt x="847" y="23"/>
                    <a:pt x="823" y="23"/>
                  </a:cubicBezTo>
                  <a:cubicBezTo>
                    <a:pt x="799" y="23"/>
                    <a:pt x="785" y="42"/>
                    <a:pt x="785" y="42"/>
                  </a:cubicBezTo>
                  <a:cubicBezTo>
                    <a:pt x="785" y="42"/>
                    <a:pt x="776" y="29"/>
                    <a:pt x="752" y="30"/>
                  </a:cubicBezTo>
                  <a:cubicBezTo>
                    <a:pt x="727" y="31"/>
                    <a:pt x="721" y="47"/>
                    <a:pt x="721" y="47"/>
                  </a:cubicBezTo>
                  <a:cubicBezTo>
                    <a:pt x="721" y="47"/>
                    <a:pt x="722" y="27"/>
                    <a:pt x="692" y="30"/>
                  </a:cubicBezTo>
                  <a:cubicBezTo>
                    <a:pt x="662" y="34"/>
                    <a:pt x="671" y="48"/>
                    <a:pt x="671" y="48"/>
                  </a:cubicBezTo>
                  <a:cubicBezTo>
                    <a:pt x="671" y="48"/>
                    <a:pt x="665" y="22"/>
                    <a:pt x="644" y="25"/>
                  </a:cubicBezTo>
                  <a:cubicBezTo>
                    <a:pt x="624" y="27"/>
                    <a:pt x="617" y="46"/>
                    <a:pt x="617" y="46"/>
                  </a:cubicBezTo>
                  <a:cubicBezTo>
                    <a:pt x="617" y="46"/>
                    <a:pt x="612" y="25"/>
                    <a:pt x="581" y="24"/>
                  </a:cubicBezTo>
                  <a:cubicBezTo>
                    <a:pt x="551" y="24"/>
                    <a:pt x="545" y="39"/>
                    <a:pt x="545" y="39"/>
                  </a:cubicBezTo>
                  <a:cubicBezTo>
                    <a:pt x="545" y="39"/>
                    <a:pt x="532" y="0"/>
                    <a:pt x="480" y="37"/>
                  </a:cubicBezTo>
                  <a:cubicBezTo>
                    <a:pt x="480" y="37"/>
                    <a:pt x="472" y="20"/>
                    <a:pt x="448" y="22"/>
                  </a:cubicBezTo>
                  <a:cubicBezTo>
                    <a:pt x="423" y="25"/>
                    <a:pt x="415" y="34"/>
                    <a:pt x="415" y="34"/>
                  </a:cubicBezTo>
                  <a:cubicBezTo>
                    <a:pt x="415" y="34"/>
                    <a:pt x="388" y="8"/>
                    <a:pt x="363" y="25"/>
                  </a:cubicBezTo>
                  <a:cubicBezTo>
                    <a:pt x="338" y="42"/>
                    <a:pt x="351" y="54"/>
                    <a:pt x="351" y="54"/>
                  </a:cubicBezTo>
                  <a:cubicBezTo>
                    <a:pt x="351" y="54"/>
                    <a:pt x="333" y="33"/>
                    <a:pt x="309" y="37"/>
                  </a:cubicBezTo>
                  <a:cubicBezTo>
                    <a:pt x="285" y="41"/>
                    <a:pt x="266" y="61"/>
                    <a:pt x="266" y="61"/>
                  </a:cubicBezTo>
                  <a:cubicBezTo>
                    <a:pt x="266" y="61"/>
                    <a:pt x="270" y="29"/>
                    <a:pt x="242" y="26"/>
                  </a:cubicBezTo>
                  <a:cubicBezTo>
                    <a:pt x="215" y="23"/>
                    <a:pt x="220" y="40"/>
                    <a:pt x="220" y="40"/>
                  </a:cubicBezTo>
                  <a:cubicBezTo>
                    <a:pt x="220" y="40"/>
                    <a:pt x="212" y="24"/>
                    <a:pt x="199" y="30"/>
                  </a:cubicBezTo>
                  <a:cubicBezTo>
                    <a:pt x="186" y="35"/>
                    <a:pt x="177" y="57"/>
                    <a:pt x="163" y="39"/>
                  </a:cubicBezTo>
                  <a:cubicBezTo>
                    <a:pt x="149" y="20"/>
                    <a:pt x="127" y="23"/>
                    <a:pt x="113" y="41"/>
                  </a:cubicBezTo>
                  <a:cubicBezTo>
                    <a:pt x="113" y="41"/>
                    <a:pt x="94" y="13"/>
                    <a:pt x="58" y="41"/>
                  </a:cubicBezTo>
                  <a:cubicBezTo>
                    <a:pt x="58" y="41"/>
                    <a:pt x="24" y="17"/>
                    <a:pt x="12" y="52"/>
                  </a:cubicBezTo>
                  <a:cubicBezTo>
                    <a:pt x="12" y="52"/>
                    <a:pt x="2" y="44"/>
                    <a:pt x="0" y="55"/>
                  </a:cubicBezTo>
                  <a:close/>
                </a:path>
              </a:pathLst>
            </a:custGeom>
            <a:solidFill>
              <a:srgbClr val="FCD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94" name="Freeform 60">
              <a:extLst>
                <a:ext uri="{FF2B5EF4-FFF2-40B4-BE49-F238E27FC236}">
                  <a16:creationId xmlns:a16="http://schemas.microsoft.com/office/drawing/2014/main" id="{3C9052E5-381C-47A7-BB6C-A1930987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137"/>
              <a:ext cx="77" cy="59"/>
            </a:xfrm>
            <a:custGeom>
              <a:avLst/>
              <a:gdLst>
                <a:gd name="T0" fmla="*/ 0 w 47"/>
                <a:gd name="T1" fmla="*/ 28 h 34"/>
                <a:gd name="T2" fmla="*/ 115 w 47"/>
                <a:gd name="T3" fmla="*/ 208 h 34"/>
                <a:gd name="T4" fmla="*/ 426 w 47"/>
                <a:gd name="T5" fmla="*/ 90 h 34"/>
                <a:gd name="T6" fmla="*/ 426 w 47"/>
                <a:gd name="T7" fmla="*/ 5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4">
                  <a:moveTo>
                    <a:pt x="0" y="2"/>
                  </a:moveTo>
                  <a:cubicBezTo>
                    <a:pt x="5" y="0"/>
                    <a:pt x="9" y="8"/>
                    <a:pt x="10" y="13"/>
                  </a:cubicBezTo>
                  <a:cubicBezTo>
                    <a:pt x="9" y="1"/>
                    <a:pt x="30" y="2"/>
                    <a:pt x="36" y="6"/>
                  </a:cubicBezTo>
                  <a:cubicBezTo>
                    <a:pt x="45" y="12"/>
                    <a:pt x="47" y="29"/>
                    <a:pt x="36" y="34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95" name="Freeform 61">
              <a:extLst>
                <a:ext uri="{FF2B5EF4-FFF2-40B4-BE49-F238E27FC236}">
                  <a16:creationId xmlns:a16="http://schemas.microsoft.com/office/drawing/2014/main" id="{D2912DC9-B180-4DA1-95A4-94B8F14A9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058"/>
              <a:ext cx="44" cy="59"/>
            </a:xfrm>
            <a:custGeom>
              <a:avLst/>
              <a:gdLst>
                <a:gd name="T0" fmla="*/ 290 w 27"/>
                <a:gd name="T1" fmla="*/ 0 h 34"/>
                <a:gd name="T2" fmla="*/ 295 w 27"/>
                <a:gd name="T3" fmla="*/ 108 h 34"/>
                <a:gd name="T4" fmla="*/ 275 w 27"/>
                <a:gd name="T5" fmla="*/ 325 h 34"/>
                <a:gd name="T6" fmla="*/ 0 w 27"/>
                <a:gd name="T7" fmla="*/ 5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5" y="0"/>
                  </a:moveTo>
                  <a:cubicBezTo>
                    <a:pt x="24" y="1"/>
                    <a:pt x="26" y="5"/>
                    <a:pt x="26" y="7"/>
                  </a:cubicBezTo>
                  <a:cubicBezTo>
                    <a:pt x="27" y="12"/>
                    <a:pt x="26" y="17"/>
                    <a:pt x="24" y="21"/>
                  </a:cubicBezTo>
                  <a:cubicBezTo>
                    <a:pt x="18" y="30"/>
                    <a:pt x="10" y="32"/>
                    <a:pt x="0" y="34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96" name="Freeform 62">
              <a:extLst>
                <a:ext uri="{FF2B5EF4-FFF2-40B4-BE49-F238E27FC236}">
                  <a16:creationId xmlns:a16="http://schemas.microsoft.com/office/drawing/2014/main" id="{08419D2F-95BA-4852-9C4E-BB630BCF9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145"/>
              <a:ext cx="118" cy="63"/>
            </a:xfrm>
            <a:custGeom>
              <a:avLst/>
              <a:gdLst>
                <a:gd name="T0" fmla="*/ 92 w 72"/>
                <a:gd name="T1" fmla="*/ 572 h 36"/>
                <a:gd name="T2" fmla="*/ 80 w 72"/>
                <a:gd name="T3" fmla="*/ 249 h 36"/>
                <a:gd name="T4" fmla="*/ 316 w 72"/>
                <a:gd name="T5" fmla="*/ 301 h 36"/>
                <a:gd name="T6" fmla="*/ 542 w 72"/>
                <a:gd name="T7" fmla="*/ 0 h 36"/>
                <a:gd name="T8" fmla="*/ 849 w 72"/>
                <a:gd name="T9" fmla="*/ 17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36">
                  <a:moveTo>
                    <a:pt x="8" y="35"/>
                  </a:moveTo>
                  <a:cubicBezTo>
                    <a:pt x="0" y="36"/>
                    <a:pt x="3" y="19"/>
                    <a:pt x="7" y="15"/>
                  </a:cubicBezTo>
                  <a:cubicBezTo>
                    <a:pt x="13" y="11"/>
                    <a:pt x="22" y="15"/>
                    <a:pt x="27" y="18"/>
                  </a:cubicBezTo>
                  <a:cubicBezTo>
                    <a:pt x="23" y="11"/>
                    <a:pt x="40" y="1"/>
                    <a:pt x="46" y="0"/>
                  </a:cubicBezTo>
                  <a:cubicBezTo>
                    <a:pt x="55" y="0"/>
                    <a:pt x="68" y="2"/>
                    <a:pt x="72" y="11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97" name="Freeform 63">
              <a:extLst>
                <a:ext uri="{FF2B5EF4-FFF2-40B4-BE49-F238E27FC236}">
                  <a16:creationId xmlns:a16="http://schemas.microsoft.com/office/drawing/2014/main" id="{E4BAEFA8-2F59-44D6-B303-2FA434A1A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098"/>
              <a:ext cx="79" cy="68"/>
            </a:xfrm>
            <a:custGeom>
              <a:avLst/>
              <a:gdLst>
                <a:gd name="T0" fmla="*/ 156 w 48"/>
                <a:gd name="T1" fmla="*/ 629 h 39"/>
                <a:gd name="T2" fmla="*/ 579 w 48"/>
                <a:gd name="T3" fmla="*/ 23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9">
                  <a:moveTo>
                    <a:pt x="13" y="39"/>
                  </a:moveTo>
                  <a:cubicBezTo>
                    <a:pt x="0" y="22"/>
                    <a:pt x="40" y="0"/>
                    <a:pt x="48" y="15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98" name="Freeform 64">
              <a:extLst>
                <a:ext uri="{FF2B5EF4-FFF2-40B4-BE49-F238E27FC236}">
                  <a16:creationId xmlns:a16="http://schemas.microsoft.com/office/drawing/2014/main" id="{F0737A5C-F36E-4B91-AC3C-57350EDB2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084"/>
              <a:ext cx="46" cy="63"/>
            </a:xfrm>
            <a:custGeom>
              <a:avLst/>
              <a:gdLst>
                <a:gd name="T0" fmla="*/ 117 w 28"/>
                <a:gd name="T1" fmla="*/ 592 h 36"/>
                <a:gd name="T2" fmla="*/ 337 w 28"/>
                <a:gd name="T3" fmla="*/ 15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6">
                  <a:moveTo>
                    <a:pt x="10" y="36"/>
                  </a:moveTo>
                  <a:cubicBezTo>
                    <a:pt x="0" y="36"/>
                    <a:pt x="7" y="0"/>
                    <a:pt x="28" y="9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99" name="Freeform 65">
              <a:extLst>
                <a:ext uri="{FF2B5EF4-FFF2-40B4-BE49-F238E27FC236}">
                  <a16:creationId xmlns:a16="http://schemas.microsoft.com/office/drawing/2014/main" id="{B00E02E1-C84C-4F46-AF0C-BF350663B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095"/>
              <a:ext cx="49" cy="29"/>
            </a:xfrm>
            <a:custGeom>
              <a:avLst/>
              <a:gdLst>
                <a:gd name="T0" fmla="*/ 350 w 30"/>
                <a:gd name="T1" fmla="*/ 244 h 17"/>
                <a:gd name="T2" fmla="*/ 0 w 30"/>
                <a:gd name="T3" fmla="*/ 4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7">
                  <a:moveTo>
                    <a:pt x="30" y="17"/>
                  </a:moveTo>
                  <a:cubicBezTo>
                    <a:pt x="28" y="7"/>
                    <a:pt x="9" y="0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00" name="Freeform 66">
              <a:extLst>
                <a:ext uri="{FF2B5EF4-FFF2-40B4-BE49-F238E27FC236}">
                  <a16:creationId xmlns:a16="http://schemas.microsoft.com/office/drawing/2014/main" id="{CF11B454-413E-4263-A7AC-5E4EAAA7B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177"/>
              <a:ext cx="18" cy="44"/>
            </a:xfrm>
            <a:custGeom>
              <a:avLst/>
              <a:gdLst>
                <a:gd name="T0" fmla="*/ 34 w 11"/>
                <a:gd name="T1" fmla="*/ 380 h 25"/>
                <a:gd name="T2" fmla="*/ 115 w 11"/>
                <a:gd name="T3" fmla="*/ 180 h 25"/>
                <a:gd name="T4" fmla="*/ 0 w 1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3" y="23"/>
                  </a:moveTo>
                  <a:cubicBezTo>
                    <a:pt x="7" y="25"/>
                    <a:pt x="11" y="15"/>
                    <a:pt x="10" y="11"/>
                  </a:cubicBezTo>
                  <a:cubicBezTo>
                    <a:pt x="9" y="6"/>
                    <a:pt x="5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01" name="Freeform 67">
              <a:extLst>
                <a:ext uri="{FF2B5EF4-FFF2-40B4-BE49-F238E27FC236}">
                  <a16:creationId xmlns:a16="http://schemas.microsoft.com/office/drawing/2014/main" id="{85B4C2B1-E420-458D-96EF-631C9A1DC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081"/>
              <a:ext cx="26" cy="33"/>
            </a:xfrm>
            <a:custGeom>
              <a:avLst/>
              <a:gdLst>
                <a:gd name="T0" fmla="*/ 0 w 16"/>
                <a:gd name="T1" fmla="*/ 0 h 19"/>
                <a:gd name="T2" fmla="*/ 180 w 16"/>
                <a:gd name="T3" fmla="*/ 2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0" y="9"/>
                    <a:pt x="6" y="17"/>
                    <a:pt x="16" y="19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02" name="Freeform 68">
              <a:extLst>
                <a:ext uri="{FF2B5EF4-FFF2-40B4-BE49-F238E27FC236}">
                  <a16:creationId xmlns:a16="http://schemas.microsoft.com/office/drawing/2014/main" id="{F033E953-4720-4A94-93B8-882EF465B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49"/>
              <a:ext cx="69" cy="70"/>
            </a:xfrm>
            <a:custGeom>
              <a:avLst/>
              <a:gdLst>
                <a:gd name="T0" fmla="*/ 89 w 42"/>
                <a:gd name="T1" fmla="*/ 658 h 40"/>
                <a:gd name="T2" fmla="*/ 146 w 42"/>
                <a:gd name="T3" fmla="*/ 151 h 40"/>
                <a:gd name="T4" fmla="*/ 503 w 42"/>
                <a:gd name="T5" fmla="*/ 30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0">
                  <a:moveTo>
                    <a:pt x="7" y="40"/>
                  </a:moveTo>
                  <a:cubicBezTo>
                    <a:pt x="0" y="31"/>
                    <a:pt x="3" y="15"/>
                    <a:pt x="12" y="9"/>
                  </a:cubicBezTo>
                  <a:cubicBezTo>
                    <a:pt x="24" y="0"/>
                    <a:pt x="34" y="11"/>
                    <a:pt x="42" y="18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03" name="Freeform 69">
              <a:extLst>
                <a:ext uri="{FF2B5EF4-FFF2-40B4-BE49-F238E27FC236}">
                  <a16:creationId xmlns:a16="http://schemas.microsoft.com/office/drawing/2014/main" id="{25E219E8-9800-43AB-9E8D-41DB9BF4B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088"/>
              <a:ext cx="69" cy="21"/>
            </a:xfrm>
            <a:custGeom>
              <a:avLst/>
              <a:gdLst>
                <a:gd name="T0" fmla="*/ 0 w 42"/>
                <a:gd name="T1" fmla="*/ 0 h 12"/>
                <a:gd name="T2" fmla="*/ 503 w 42"/>
                <a:gd name="T3" fmla="*/ 15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2">
                  <a:moveTo>
                    <a:pt x="0" y="0"/>
                  </a:moveTo>
                  <a:cubicBezTo>
                    <a:pt x="8" y="12"/>
                    <a:pt x="29" y="9"/>
                    <a:pt x="42" y="9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04" name="Freeform 70">
              <a:extLst>
                <a:ext uri="{FF2B5EF4-FFF2-40B4-BE49-F238E27FC236}">
                  <a16:creationId xmlns:a16="http://schemas.microsoft.com/office/drawing/2014/main" id="{9E5C08F8-BEC9-4027-A50B-833F34F63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062"/>
              <a:ext cx="82" cy="50"/>
            </a:xfrm>
            <a:custGeom>
              <a:avLst/>
              <a:gdLst>
                <a:gd name="T0" fmla="*/ 592 w 50"/>
                <a:gd name="T1" fmla="*/ 0 h 29"/>
                <a:gd name="T2" fmla="*/ 349 w 50"/>
                <a:gd name="T3" fmla="*/ 416 h 29"/>
                <a:gd name="T4" fmla="*/ 0 w 50"/>
                <a:gd name="T5" fmla="*/ 30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50" y="0"/>
                  </a:moveTo>
                  <a:cubicBezTo>
                    <a:pt x="50" y="13"/>
                    <a:pt x="43" y="24"/>
                    <a:pt x="29" y="27"/>
                  </a:cubicBezTo>
                  <a:cubicBezTo>
                    <a:pt x="19" y="28"/>
                    <a:pt x="7" y="29"/>
                    <a:pt x="0" y="2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05" name="Freeform 71">
              <a:extLst>
                <a:ext uri="{FF2B5EF4-FFF2-40B4-BE49-F238E27FC236}">
                  <a16:creationId xmlns:a16="http://schemas.microsoft.com/office/drawing/2014/main" id="{B0DCD309-C6A2-4CE4-B97A-916777851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102"/>
              <a:ext cx="46" cy="45"/>
            </a:xfrm>
            <a:custGeom>
              <a:avLst/>
              <a:gdLst>
                <a:gd name="T0" fmla="*/ 337 w 28"/>
                <a:gd name="T1" fmla="*/ 28 h 26"/>
                <a:gd name="T2" fmla="*/ 95 w 28"/>
                <a:gd name="T3" fmla="*/ 87 h 26"/>
                <a:gd name="T4" fmla="*/ 0 w 28"/>
                <a:gd name="T5" fmla="*/ 40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6">
                  <a:moveTo>
                    <a:pt x="28" y="2"/>
                  </a:moveTo>
                  <a:cubicBezTo>
                    <a:pt x="23" y="0"/>
                    <a:pt x="13" y="3"/>
                    <a:pt x="8" y="6"/>
                  </a:cubicBezTo>
                  <a:cubicBezTo>
                    <a:pt x="2" y="11"/>
                    <a:pt x="0" y="19"/>
                    <a:pt x="0" y="26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06" name="Freeform 72">
              <a:extLst>
                <a:ext uri="{FF2B5EF4-FFF2-40B4-BE49-F238E27FC236}">
                  <a16:creationId xmlns:a16="http://schemas.microsoft.com/office/drawing/2014/main" id="{FAEEC177-26D2-40E1-AFCE-58E596AC1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069"/>
              <a:ext cx="71" cy="54"/>
            </a:xfrm>
            <a:custGeom>
              <a:avLst/>
              <a:gdLst>
                <a:gd name="T0" fmla="*/ 35 w 43"/>
                <a:gd name="T1" fmla="*/ 0 h 31"/>
                <a:gd name="T2" fmla="*/ 172 w 43"/>
                <a:gd name="T3" fmla="*/ 385 h 31"/>
                <a:gd name="T4" fmla="*/ 527 w 43"/>
                <a:gd name="T5" fmla="*/ 38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1">
                  <a:moveTo>
                    <a:pt x="3" y="0"/>
                  </a:moveTo>
                  <a:cubicBezTo>
                    <a:pt x="0" y="6"/>
                    <a:pt x="9" y="20"/>
                    <a:pt x="14" y="24"/>
                  </a:cubicBezTo>
                  <a:cubicBezTo>
                    <a:pt x="24" y="31"/>
                    <a:pt x="33" y="26"/>
                    <a:pt x="43" y="24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07" name="Freeform 73">
              <a:extLst>
                <a:ext uri="{FF2B5EF4-FFF2-40B4-BE49-F238E27FC236}">
                  <a16:creationId xmlns:a16="http://schemas.microsoft.com/office/drawing/2014/main" id="{EF9DB468-CE7D-4C03-854B-67778376F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02"/>
              <a:ext cx="44" cy="42"/>
            </a:xfrm>
            <a:custGeom>
              <a:avLst/>
              <a:gdLst>
                <a:gd name="T0" fmla="*/ 0 w 27"/>
                <a:gd name="T1" fmla="*/ 0 h 24"/>
                <a:gd name="T2" fmla="*/ 295 w 27"/>
                <a:gd name="T3" fmla="*/ 39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15" y="0"/>
                    <a:pt x="27" y="7"/>
                    <a:pt x="26" y="24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08" name="Freeform 74">
              <a:extLst>
                <a:ext uri="{FF2B5EF4-FFF2-40B4-BE49-F238E27FC236}">
                  <a16:creationId xmlns:a16="http://schemas.microsoft.com/office/drawing/2014/main" id="{3C6BE7CC-F4AE-4BAB-9C39-550C84396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140"/>
              <a:ext cx="77" cy="47"/>
            </a:xfrm>
            <a:custGeom>
              <a:avLst/>
              <a:gdLst>
                <a:gd name="T0" fmla="*/ 0 w 47"/>
                <a:gd name="T1" fmla="*/ 433 h 27"/>
                <a:gd name="T2" fmla="*/ 226 w 47"/>
                <a:gd name="T3" fmla="*/ 28 h 27"/>
                <a:gd name="T4" fmla="*/ 552 w 47"/>
                <a:gd name="T5" fmla="*/ 2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7">
                  <a:moveTo>
                    <a:pt x="0" y="27"/>
                  </a:moveTo>
                  <a:cubicBezTo>
                    <a:pt x="0" y="14"/>
                    <a:pt x="6" y="4"/>
                    <a:pt x="19" y="2"/>
                  </a:cubicBezTo>
                  <a:cubicBezTo>
                    <a:pt x="30" y="0"/>
                    <a:pt x="40" y="7"/>
                    <a:pt x="47" y="15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09" name="Freeform 75">
              <a:extLst>
                <a:ext uri="{FF2B5EF4-FFF2-40B4-BE49-F238E27FC236}">
                  <a16:creationId xmlns:a16="http://schemas.microsoft.com/office/drawing/2014/main" id="{0424D1A4-EB99-45D0-AC17-6758CDEC6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40"/>
              <a:ext cx="67" cy="39"/>
            </a:xfrm>
            <a:custGeom>
              <a:avLst/>
              <a:gdLst>
                <a:gd name="T0" fmla="*/ 0 w 41"/>
                <a:gd name="T1" fmla="*/ 158 h 22"/>
                <a:gd name="T2" fmla="*/ 270 w 41"/>
                <a:gd name="T3" fmla="*/ 37 h 22"/>
                <a:gd name="T4" fmla="*/ 476 w 41"/>
                <a:gd name="T5" fmla="*/ 38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2">
                  <a:moveTo>
                    <a:pt x="0" y="9"/>
                  </a:moveTo>
                  <a:cubicBezTo>
                    <a:pt x="7" y="5"/>
                    <a:pt x="14" y="0"/>
                    <a:pt x="23" y="2"/>
                  </a:cubicBezTo>
                  <a:cubicBezTo>
                    <a:pt x="30" y="3"/>
                    <a:pt x="39" y="15"/>
                    <a:pt x="41" y="22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10" name="Freeform 76">
              <a:extLst>
                <a:ext uri="{FF2B5EF4-FFF2-40B4-BE49-F238E27FC236}">
                  <a16:creationId xmlns:a16="http://schemas.microsoft.com/office/drawing/2014/main" id="{8A20B841-E461-49A7-8812-5BBEC52BA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083"/>
              <a:ext cx="74" cy="41"/>
            </a:xfrm>
            <a:custGeom>
              <a:avLst/>
              <a:gdLst>
                <a:gd name="T0" fmla="*/ 13 w 45"/>
                <a:gd name="T1" fmla="*/ 0 h 24"/>
                <a:gd name="T2" fmla="*/ 227 w 45"/>
                <a:gd name="T3" fmla="*/ 289 h 24"/>
                <a:gd name="T4" fmla="*/ 544 w 45"/>
                <a:gd name="T5" fmla="*/ 23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4">
                  <a:moveTo>
                    <a:pt x="1" y="0"/>
                  </a:moveTo>
                  <a:cubicBezTo>
                    <a:pt x="0" y="9"/>
                    <a:pt x="12" y="17"/>
                    <a:pt x="19" y="20"/>
                  </a:cubicBezTo>
                  <a:cubicBezTo>
                    <a:pt x="30" y="24"/>
                    <a:pt x="36" y="22"/>
                    <a:pt x="45" y="16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11" name="Freeform 77">
              <a:extLst>
                <a:ext uri="{FF2B5EF4-FFF2-40B4-BE49-F238E27FC236}">
                  <a16:creationId xmlns:a16="http://schemas.microsoft.com/office/drawing/2014/main" id="{D8D08D3E-0E9F-4748-B74E-6E493D54A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131"/>
              <a:ext cx="82" cy="51"/>
            </a:xfrm>
            <a:custGeom>
              <a:avLst/>
              <a:gdLst>
                <a:gd name="T0" fmla="*/ 49 w 50"/>
                <a:gd name="T1" fmla="*/ 489 h 29"/>
                <a:gd name="T2" fmla="*/ 282 w 50"/>
                <a:gd name="T3" fmla="*/ 65 h 29"/>
                <a:gd name="T4" fmla="*/ 592 w 50"/>
                <a:gd name="T5" fmla="*/ 17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4" y="29"/>
                  </a:moveTo>
                  <a:cubicBezTo>
                    <a:pt x="0" y="18"/>
                    <a:pt x="16" y="7"/>
                    <a:pt x="24" y="4"/>
                  </a:cubicBezTo>
                  <a:cubicBezTo>
                    <a:pt x="34" y="0"/>
                    <a:pt x="42" y="4"/>
                    <a:pt x="50" y="1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12" name="Freeform 78">
              <a:extLst>
                <a:ext uri="{FF2B5EF4-FFF2-40B4-BE49-F238E27FC236}">
                  <a16:creationId xmlns:a16="http://schemas.microsoft.com/office/drawing/2014/main" id="{26DCB606-9FC2-496D-80A2-60A350BC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058"/>
              <a:ext cx="70" cy="49"/>
            </a:xfrm>
            <a:custGeom>
              <a:avLst/>
              <a:gdLst>
                <a:gd name="T0" fmla="*/ 493 w 43"/>
                <a:gd name="T1" fmla="*/ 0 h 28"/>
                <a:gd name="T2" fmla="*/ 345 w 43"/>
                <a:gd name="T3" fmla="*/ 350 h 28"/>
                <a:gd name="T4" fmla="*/ 0 w 43"/>
                <a:gd name="T5" fmla="*/ 41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8">
                  <a:moveTo>
                    <a:pt x="43" y="0"/>
                  </a:moveTo>
                  <a:cubicBezTo>
                    <a:pt x="41" y="9"/>
                    <a:pt x="38" y="17"/>
                    <a:pt x="30" y="21"/>
                  </a:cubicBezTo>
                  <a:cubicBezTo>
                    <a:pt x="22" y="24"/>
                    <a:pt x="8" y="28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13" name="Freeform 79">
              <a:extLst>
                <a:ext uri="{FF2B5EF4-FFF2-40B4-BE49-F238E27FC236}">
                  <a16:creationId xmlns:a16="http://schemas.microsoft.com/office/drawing/2014/main" id="{A876C598-5CC2-439F-A98A-D3801636B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17"/>
              <a:ext cx="46" cy="25"/>
            </a:xfrm>
            <a:custGeom>
              <a:avLst/>
              <a:gdLst>
                <a:gd name="T0" fmla="*/ 337 w 28"/>
                <a:gd name="T1" fmla="*/ 255 h 14"/>
                <a:gd name="T2" fmla="*/ 0 w 28"/>
                <a:gd name="T3" fmla="*/ 14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28" y="14"/>
                  </a:moveTo>
                  <a:cubicBezTo>
                    <a:pt x="20" y="10"/>
                    <a:pt x="9" y="0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14" name="Freeform 80">
              <a:extLst>
                <a:ext uri="{FF2B5EF4-FFF2-40B4-BE49-F238E27FC236}">
                  <a16:creationId xmlns:a16="http://schemas.microsoft.com/office/drawing/2014/main" id="{D1DEC6F7-01A1-4738-ABD1-AB3DE4A5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123"/>
              <a:ext cx="58" cy="87"/>
            </a:xfrm>
            <a:custGeom>
              <a:avLst/>
              <a:gdLst>
                <a:gd name="T0" fmla="*/ 0 w 35"/>
                <a:gd name="T1" fmla="*/ 85 h 50"/>
                <a:gd name="T2" fmla="*/ 365 w 35"/>
                <a:gd name="T3" fmla="*/ 285 h 50"/>
                <a:gd name="T4" fmla="*/ 234 w 35"/>
                <a:gd name="T5" fmla="*/ 557 h 50"/>
                <a:gd name="T6" fmla="*/ 436 w 35"/>
                <a:gd name="T7" fmla="*/ 79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0">
                  <a:moveTo>
                    <a:pt x="0" y="5"/>
                  </a:moveTo>
                  <a:cubicBezTo>
                    <a:pt x="9" y="0"/>
                    <a:pt x="26" y="8"/>
                    <a:pt x="29" y="18"/>
                  </a:cubicBezTo>
                  <a:cubicBezTo>
                    <a:pt x="32" y="26"/>
                    <a:pt x="26" y="33"/>
                    <a:pt x="19" y="35"/>
                  </a:cubicBezTo>
                  <a:cubicBezTo>
                    <a:pt x="30" y="34"/>
                    <a:pt x="33" y="41"/>
                    <a:pt x="35" y="5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15" name="Freeform 81">
              <a:extLst>
                <a:ext uri="{FF2B5EF4-FFF2-40B4-BE49-F238E27FC236}">
                  <a16:creationId xmlns:a16="http://schemas.microsoft.com/office/drawing/2014/main" id="{68653A4B-E54E-466D-8359-E7D2385F7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180"/>
              <a:ext cx="77" cy="35"/>
            </a:xfrm>
            <a:custGeom>
              <a:avLst/>
              <a:gdLst>
                <a:gd name="T0" fmla="*/ 0 w 47"/>
                <a:gd name="T1" fmla="*/ 327 h 20"/>
                <a:gd name="T2" fmla="*/ 247 w 47"/>
                <a:gd name="T3" fmla="*/ 0 h 20"/>
                <a:gd name="T4" fmla="*/ 441 w 47"/>
                <a:gd name="T5" fmla="*/ 65 h 20"/>
                <a:gd name="T6" fmla="*/ 552 w 47"/>
                <a:gd name="T7" fmla="*/ 17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0">
                  <a:moveTo>
                    <a:pt x="0" y="20"/>
                  </a:moveTo>
                  <a:cubicBezTo>
                    <a:pt x="1" y="10"/>
                    <a:pt x="11" y="1"/>
                    <a:pt x="21" y="0"/>
                  </a:cubicBezTo>
                  <a:cubicBezTo>
                    <a:pt x="27" y="0"/>
                    <a:pt x="32" y="2"/>
                    <a:pt x="37" y="4"/>
                  </a:cubicBezTo>
                  <a:cubicBezTo>
                    <a:pt x="40" y="6"/>
                    <a:pt x="44" y="9"/>
                    <a:pt x="47" y="1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16" name="Freeform 82">
              <a:extLst>
                <a:ext uri="{FF2B5EF4-FFF2-40B4-BE49-F238E27FC236}">
                  <a16:creationId xmlns:a16="http://schemas.microsoft.com/office/drawing/2014/main" id="{218FD785-57D3-4961-A6E9-FE748144D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145"/>
              <a:ext cx="79" cy="39"/>
            </a:xfrm>
            <a:custGeom>
              <a:avLst/>
              <a:gdLst>
                <a:gd name="T0" fmla="*/ 0 w 48"/>
                <a:gd name="T1" fmla="*/ 207 h 22"/>
                <a:gd name="T2" fmla="*/ 462 w 48"/>
                <a:gd name="T3" fmla="*/ 280 h 22"/>
                <a:gd name="T4" fmla="*/ 566 w 4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12"/>
                  </a:moveTo>
                  <a:cubicBezTo>
                    <a:pt x="5" y="22"/>
                    <a:pt x="30" y="20"/>
                    <a:pt x="38" y="16"/>
                  </a:cubicBezTo>
                  <a:cubicBezTo>
                    <a:pt x="44" y="13"/>
                    <a:pt x="48" y="7"/>
                    <a:pt x="47" y="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17" name="Freeform 83">
              <a:extLst>
                <a:ext uri="{FF2B5EF4-FFF2-40B4-BE49-F238E27FC236}">
                  <a16:creationId xmlns:a16="http://schemas.microsoft.com/office/drawing/2014/main" id="{4EB1A408-DB98-4E97-A237-973E50A8C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177"/>
              <a:ext cx="47" cy="31"/>
            </a:xfrm>
            <a:custGeom>
              <a:avLst/>
              <a:gdLst>
                <a:gd name="T0" fmla="*/ 0 w 29"/>
                <a:gd name="T1" fmla="*/ 16 h 18"/>
                <a:gd name="T2" fmla="*/ 220 w 29"/>
                <a:gd name="T3" fmla="*/ 83 h 18"/>
                <a:gd name="T4" fmla="*/ 310 w 29"/>
                <a:gd name="T5" fmla="*/ 27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0" y="1"/>
                  </a:moveTo>
                  <a:cubicBezTo>
                    <a:pt x="7" y="1"/>
                    <a:pt x="14" y="0"/>
                    <a:pt x="20" y="5"/>
                  </a:cubicBezTo>
                  <a:cubicBezTo>
                    <a:pt x="23" y="7"/>
                    <a:pt x="29" y="15"/>
                    <a:pt x="28" y="18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18" name="Freeform 84">
              <a:extLst>
                <a:ext uri="{FF2B5EF4-FFF2-40B4-BE49-F238E27FC236}">
                  <a16:creationId xmlns:a16="http://schemas.microsoft.com/office/drawing/2014/main" id="{9CF333B9-28B0-4286-AD04-89AEB7719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060"/>
              <a:ext cx="8" cy="33"/>
            </a:xfrm>
            <a:custGeom>
              <a:avLst/>
              <a:gdLst>
                <a:gd name="T0" fmla="*/ 34 w 5"/>
                <a:gd name="T1" fmla="*/ 0 h 19"/>
                <a:gd name="T2" fmla="*/ 0 w 5"/>
                <a:gd name="T3" fmla="*/ 148 h 19"/>
                <a:gd name="T4" fmla="*/ 54 w 5"/>
                <a:gd name="T5" fmla="*/ 29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3" y="0"/>
                  </a:moveTo>
                  <a:cubicBezTo>
                    <a:pt x="1" y="2"/>
                    <a:pt x="0" y="6"/>
                    <a:pt x="0" y="9"/>
                  </a:cubicBezTo>
                  <a:cubicBezTo>
                    <a:pt x="1" y="14"/>
                    <a:pt x="2" y="16"/>
                    <a:pt x="5" y="19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19" name="Freeform 85">
              <a:extLst>
                <a:ext uri="{FF2B5EF4-FFF2-40B4-BE49-F238E27FC236}">
                  <a16:creationId xmlns:a16="http://schemas.microsoft.com/office/drawing/2014/main" id="{97C93C00-4ABB-4EF8-91D5-6425EC238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083"/>
              <a:ext cx="33" cy="26"/>
            </a:xfrm>
            <a:custGeom>
              <a:avLst/>
              <a:gdLst>
                <a:gd name="T0" fmla="*/ 229 w 20"/>
                <a:gd name="T1" fmla="*/ 0 h 15"/>
                <a:gd name="T2" fmla="*/ 185 w 20"/>
                <a:gd name="T3" fmla="*/ 147 h 15"/>
                <a:gd name="T4" fmla="*/ 0 w 20"/>
                <a:gd name="T5" fmla="*/ 2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9" y="0"/>
                  </a:moveTo>
                  <a:cubicBezTo>
                    <a:pt x="20" y="3"/>
                    <a:pt x="17" y="7"/>
                    <a:pt x="15" y="9"/>
                  </a:cubicBezTo>
                  <a:cubicBezTo>
                    <a:pt x="12" y="13"/>
                    <a:pt x="5" y="15"/>
                    <a:pt x="0" y="14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20" name="Freeform 86">
              <a:extLst>
                <a:ext uri="{FF2B5EF4-FFF2-40B4-BE49-F238E27FC236}">
                  <a16:creationId xmlns:a16="http://schemas.microsoft.com/office/drawing/2014/main" id="{DFFD9FC7-0569-4666-B90D-2D804251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988"/>
              <a:ext cx="1406" cy="233"/>
            </a:xfrm>
            <a:custGeom>
              <a:avLst/>
              <a:gdLst>
                <a:gd name="T0" fmla="*/ 0 w 859"/>
                <a:gd name="T1" fmla="*/ 902 h 133"/>
                <a:gd name="T2" fmla="*/ 0 w 859"/>
                <a:gd name="T3" fmla="*/ 2195 h 133"/>
                <a:gd name="T4" fmla="*/ 10089 w 859"/>
                <a:gd name="T5" fmla="*/ 2195 h 133"/>
                <a:gd name="T6" fmla="*/ 10089 w 859"/>
                <a:gd name="T7" fmla="*/ 510 h 133"/>
                <a:gd name="T8" fmla="*/ 9942 w 859"/>
                <a:gd name="T9" fmla="*/ 629 h 133"/>
                <a:gd name="T10" fmla="*/ 9669 w 859"/>
                <a:gd name="T11" fmla="*/ 377 h 133"/>
                <a:gd name="T12" fmla="*/ 9222 w 859"/>
                <a:gd name="T13" fmla="*/ 699 h 133"/>
                <a:gd name="T14" fmla="*/ 8835 w 859"/>
                <a:gd name="T15" fmla="*/ 501 h 133"/>
                <a:gd name="T16" fmla="*/ 8469 w 859"/>
                <a:gd name="T17" fmla="*/ 773 h 133"/>
                <a:gd name="T18" fmla="*/ 8132 w 859"/>
                <a:gd name="T19" fmla="*/ 501 h 133"/>
                <a:gd name="T20" fmla="*/ 7879 w 859"/>
                <a:gd name="T21" fmla="*/ 792 h 133"/>
                <a:gd name="T22" fmla="*/ 7564 w 859"/>
                <a:gd name="T23" fmla="*/ 415 h 133"/>
                <a:gd name="T24" fmla="*/ 7249 w 859"/>
                <a:gd name="T25" fmla="*/ 764 h 133"/>
                <a:gd name="T26" fmla="*/ 6827 w 859"/>
                <a:gd name="T27" fmla="*/ 399 h 133"/>
                <a:gd name="T28" fmla="*/ 6403 w 859"/>
                <a:gd name="T29" fmla="*/ 638 h 133"/>
                <a:gd name="T30" fmla="*/ 5645 w 859"/>
                <a:gd name="T31" fmla="*/ 613 h 133"/>
                <a:gd name="T32" fmla="*/ 5262 w 859"/>
                <a:gd name="T33" fmla="*/ 364 h 133"/>
                <a:gd name="T34" fmla="*/ 4871 w 859"/>
                <a:gd name="T35" fmla="*/ 564 h 133"/>
                <a:gd name="T36" fmla="*/ 4262 w 859"/>
                <a:gd name="T37" fmla="*/ 415 h 133"/>
                <a:gd name="T38" fmla="*/ 4126 w 859"/>
                <a:gd name="T39" fmla="*/ 893 h 133"/>
                <a:gd name="T40" fmla="*/ 3630 w 859"/>
                <a:gd name="T41" fmla="*/ 613 h 133"/>
                <a:gd name="T42" fmla="*/ 3121 w 859"/>
                <a:gd name="T43" fmla="*/ 1007 h 133"/>
                <a:gd name="T44" fmla="*/ 2843 w 859"/>
                <a:gd name="T45" fmla="*/ 436 h 133"/>
                <a:gd name="T46" fmla="*/ 2583 w 859"/>
                <a:gd name="T47" fmla="*/ 660 h 133"/>
                <a:gd name="T48" fmla="*/ 2342 w 859"/>
                <a:gd name="T49" fmla="*/ 501 h 133"/>
                <a:gd name="T50" fmla="*/ 1915 w 859"/>
                <a:gd name="T51" fmla="*/ 638 h 133"/>
                <a:gd name="T52" fmla="*/ 1329 w 859"/>
                <a:gd name="T53" fmla="*/ 678 h 133"/>
                <a:gd name="T54" fmla="*/ 681 w 859"/>
                <a:gd name="T55" fmla="*/ 678 h 133"/>
                <a:gd name="T56" fmla="*/ 144 w 859"/>
                <a:gd name="T57" fmla="*/ 857 h 133"/>
                <a:gd name="T58" fmla="*/ 0 w 859"/>
                <a:gd name="T59" fmla="*/ 902 h 13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59" h="133">
                  <a:moveTo>
                    <a:pt x="0" y="55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859" y="133"/>
                    <a:pt x="859" y="133"/>
                    <a:pt x="859" y="133"/>
                  </a:cubicBezTo>
                  <a:cubicBezTo>
                    <a:pt x="859" y="31"/>
                    <a:pt x="859" y="31"/>
                    <a:pt x="859" y="31"/>
                  </a:cubicBezTo>
                  <a:cubicBezTo>
                    <a:pt x="859" y="31"/>
                    <a:pt x="850" y="29"/>
                    <a:pt x="846" y="38"/>
                  </a:cubicBezTo>
                  <a:cubicBezTo>
                    <a:pt x="846" y="38"/>
                    <a:pt x="847" y="23"/>
                    <a:pt x="823" y="23"/>
                  </a:cubicBezTo>
                  <a:cubicBezTo>
                    <a:pt x="799" y="23"/>
                    <a:pt x="785" y="42"/>
                    <a:pt x="785" y="42"/>
                  </a:cubicBezTo>
                  <a:cubicBezTo>
                    <a:pt x="785" y="42"/>
                    <a:pt x="776" y="29"/>
                    <a:pt x="752" y="30"/>
                  </a:cubicBezTo>
                  <a:cubicBezTo>
                    <a:pt x="727" y="31"/>
                    <a:pt x="721" y="47"/>
                    <a:pt x="721" y="47"/>
                  </a:cubicBezTo>
                  <a:cubicBezTo>
                    <a:pt x="721" y="47"/>
                    <a:pt x="722" y="27"/>
                    <a:pt x="692" y="30"/>
                  </a:cubicBezTo>
                  <a:cubicBezTo>
                    <a:pt x="662" y="34"/>
                    <a:pt x="671" y="48"/>
                    <a:pt x="671" y="48"/>
                  </a:cubicBezTo>
                  <a:cubicBezTo>
                    <a:pt x="671" y="48"/>
                    <a:pt x="665" y="22"/>
                    <a:pt x="644" y="25"/>
                  </a:cubicBezTo>
                  <a:cubicBezTo>
                    <a:pt x="624" y="27"/>
                    <a:pt x="617" y="46"/>
                    <a:pt x="617" y="46"/>
                  </a:cubicBezTo>
                  <a:cubicBezTo>
                    <a:pt x="617" y="46"/>
                    <a:pt x="612" y="25"/>
                    <a:pt x="581" y="24"/>
                  </a:cubicBezTo>
                  <a:cubicBezTo>
                    <a:pt x="551" y="24"/>
                    <a:pt x="545" y="39"/>
                    <a:pt x="545" y="39"/>
                  </a:cubicBezTo>
                  <a:cubicBezTo>
                    <a:pt x="545" y="39"/>
                    <a:pt x="532" y="0"/>
                    <a:pt x="480" y="37"/>
                  </a:cubicBezTo>
                  <a:cubicBezTo>
                    <a:pt x="480" y="37"/>
                    <a:pt x="472" y="20"/>
                    <a:pt x="448" y="22"/>
                  </a:cubicBezTo>
                  <a:cubicBezTo>
                    <a:pt x="423" y="25"/>
                    <a:pt x="415" y="34"/>
                    <a:pt x="415" y="34"/>
                  </a:cubicBezTo>
                  <a:cubicBezTo>
                    <a:pt x="415" y="34"/>
                    <a:pt x="388" y="8"/>
                    <a:pt x="363" y="25"/>
                  </a:cubicBezTo>
                  <a:cubicBezTo>
                    <a:pt x="338" y="42"/>
                    <a:pt x="351" y="54"/>
                    <a:pt x="351" y="54"/>
                  </a:cubicBezTo>
                  <a:cubicBezTo>
                    <a:pt x="351" y="54"/>
                    <a:pt x="333" y="33"/>
                    <a:pt x="309" y="37"/>
                  </a:cubicBezTo>
                  <a:cubicBezTo>
                    <a:pt x="285" y="41"/>
                    <a:pt x="266" y="61"/>
                    <a:pt x="266" y="61"/>
                  </a:cubicBezTo>
                  <a:cubicBezTo>
                    <a:pt x="266" y="61"/>
                    <a:pt x="270" y="29"/>
                    <a:pt x="242" y="26"/>
                  </a:cubicBezTo>
                  <a:cubicBezTo>
                    <a:pt x="215" y="23"/>
                    <a:pt x="220" y="40"/>
                    <a:pt x="220" y="40"/>
                  </a:cubicBezTo>
                  <a:cubicBezTo>
                    <a:pt x="220" y="40"/>
                    <a:pt x="212" y="24"/>
                    <a:pt x="199" y="30"/>
                  </a:cubicBezTo>
                  <a:cubicBezTo>
                    <a:pt x="186" y="35"/>
                    <a:pt x="177" y="57"/>
                    <a:pt x="163" y="39"/>
                  </a:cubicBezTo>
                  <a:cubicBezTo>
                    <a:pt x="149" y="20"/>
                    <a:pt x="127" y="23"/>
                    <a:pt x="113" y="41"/>
                  </a:cubicBezTo>
                  <a:cubicBezTo>
                    <a:pt x="113" y="41"/>
                    <a:pt x="94" y="13"/>
                    <a:pt x="58" y="41"/>
                  </a:cubicBezTo>
                  <a:cubicBezTo>
                    <a:pt x="58" y="41"/>
                    <a:pt x="24" y="17"/>
                    <a:pt x="12" y="52"/>
                  </a:cubicBezTo>
                  <a:cubicBezTo>
                    <a:pt x="12" y="52"/>
                    <a:pt x="2" y="44"/>
                    <a:pt x="0" y="55"/>
                  </a:cubicBezTo>
                  <a:close/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21" name="Freeform 87">
              <a:extLst>
                <a:ext uri="{FF2B5EF4-FFF2-40B4-BE49-F238E27FC236}">
                  <a16:creationId xmlns:a16="http://schemas.microsoft.com/office/drawing/2014/main" id="{5D10491E-8023-43D5-AF0B-BB03CCF53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56"/>
              <a:ext cx="59" cy="65"/>
            </a:xfrm>
            <a:custGeom>
              <a:avLst/>
              <a:gdLst>
                <a:gd name="T0" fmla="*/ 428 w 36"/>
                <a:gd name="T1" fmla="*/ 65 h 37"/>
                <a:gd name="T2" fmla="*/ 110 w 36"/>
                <a:gd name="T3" fmla="*/ 200 h 37"/>
                <a:gd name="T4" fmla="*/ 0 w 36"/>
                <a:gd name="T5" fmla="*/ 61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7">
                  <a:moveTo>
                    <a:pt x="36" y="4"/>
                  </a:moveTo>
                  <a:cubicBezTo>
                    <a:pt x="28" y="0"/>
                    <a:pt x="15" y="7"/>
                    <a:pt x="9" y="12"/>
                  </a:cubicBezTo>
                  <a:cubicBezTo>
                    <a:pt x="1" y="19"/>
                    <a:pt x="0" y="27"/>
                    <a:pt x="0" y="37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22" name="Freeform 88">
              <a:extLst>
                <a:ext uri="{FF2B5EF4-FFF2-40B4-BE49-F238E27FC236}">
                  <a16:creationId xmlns:a16="http://schemas.microsoft.com/office/drawing/2014/main" id="{86705A52-982B-4454-ACF3-3C3FCE42B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156"/>
              <a:ext cx="42" cy="23"/>
            </a:xfrm>
            <a:custGeom>
              <a:avLst/>
              <a:gdLst>
                <a:gd name="T0" fmla="*/ 288 w 26"/>
                <a:gd name="T1" fmla="*/ 228 h 13"/>
                <a:gd name="T2" fmla="*/ 0 w 2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26" y="13"/>
                  </a:moveTo>
                  <a:cubicBezTo>
                    <a:pt x="20" y="2"/>
                    <a:pt x="10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23" name="Freeform 89">
              <a:extLst>
                <a:ext uri="{FF2B5EF4-FFF2-40B4-BE49-F238E27FC236}">
                  <a16:creationId xmlns:a16="http://schemas.microsoft.com/office/drawing/2014/main" id="{88FEFFA3-069E-45A6-8050-6BE2FA9CE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055"/>
              <a:ext cx="17" cy="43"/>
            </a:xfrm>
            <a:custGeom>
              <a:avLst/>
              <a:gdLst>
                <a:gd name="T0" fmla="*/ 58 w 10"/>
                <a:gd name="T1" fmla="*/ 0 h 25"/>
                <a:gd name="T2" fmla="*/ 0 w 10"/>
                <a:gd name="T3" fmla="*/ 37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4" y="0"/>
                  </a:moveTo>
                  <a:cubicBezTo>
                    <a:pt x="6" y="8"/>
                    <a:pt x="10" y="22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24" name="Freeform 90">
              <a:extLst>
                <a:ext uri="{FF2B5EF4-FFF2-40B4-BE49-F238E27FC236}">
                  <a16:creationId xmlns:a16="http://schemas.microsoft.com/office/drawing/2014/main" id="{653F0453-74EF-47DD-B87F-556B3723E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067"/>
              <a:ext cx="9" cy="28"/>
            </a:xfrm>
            <a:custGeom>
              <a:avLst/>
              <a:gdLst>
                <a:gd name="T0" fmla="*/ 48 w 6"/>
                <a:gd name="T1" fmla="*/ 0 h 16"/>
                <a:gd name="T2" fmla="*/ 41 w 6"/>
                <a:gd name="T3" fmla="*/ 151 h 16"/>
                <a:gd name="T4" fmla="*/ 0 w 6"/>
                <a:gd name="T5" fmla="*/ 26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6" y="3"/>
                    <a:pt x="6" y="6"/>
                    <a:pt x="5" y="9"/>
                  </a:cubicBezTo>
                  <a:cubicBezTo>
                    <a:pt x="3" y="12"/>
                    <a:pt x="1" y="13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25" name="Freeform 91">
              <a:extLst>
                <a:ext uri="{FF2B5EF4-FFF2-40B4-BE49-F238E27FC236}">
                  <a16:creationId xmlns:a16="http://schemas.microsoft.com/office/drawing/2014/main" id="{CD78621B-140A-4854-AF26-6361FE59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72"/>
              <a:ext cx="16" cy="16"/>
            </a:xfrm>
            <a:custGeom>
              <a:avLst/>
              <a:gdLst>
                <a:gd name="T0" fmla="*/ 0 w 10"/>
                <a:gd name="T1" fmla="*/ 0 h 9"/>
                <a:gd name="T2" fmla="*/ 42 w 10"/>
                <a:gd name="T3" fmla="*/ 114 h 9"/>
                <a:gd name="T4" fmla="*/ 107 w 10"/>
                <a:gd name="T5" fmla="*/ 15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2" y="1"/>
                    <a:pt x="3" y="4"/>
                    <a:pt x="4" y="6"/>
                  </a:cubicBezTo>
                  <a:cubicBezTo>
                    <a:pt x="6" y="7"/>
                    <a:pt x="8" y="9"/>
                    <a:pt x="10" y="9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26" name="Freeform 92">
              <a:extLst>
                <a:ext uri="{FF2B5EF4-FFF2-40B4-BE49-F238E27FC236}">
                  <a16:creationId xmlns:a16="http://schemas.microsoft.com/office/drawing/2014/main" id="{619A88E8-6962-4A52-B382-FE81E217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410"/>
              <a:ext cx="1406" cy="393"/>
            </a:xfrm>
            <a:custGeom>
              <a:avLst/>
              <a:gdLst>
                <a:gd name="T0" fmla="*/ 0 w 859"/>
                <a:gd name="T1" fmla="*/ 3139 h 225"/>
                <a:gd name="T2" fmla="*/ 0 w 859"/>
                <a:gd name="T3" fmla="*/ 0 h 225"/>
                <a:gd name="T4" fmla="*/ 10089 w 859"/>
                <a:gd name="T5" fmla="*/ 0 h 225"/>
                <a:gd name="T6" fmla="*/ 10089 w 859"/>
                <a:gd name="T7" fmla="*/ 2133 h 225"/>
                <a:gd name="T8" fmla="*/ 9331 w 859"/>
                <a:gd name="T9" fmla="*/ 3106 h 225"/>
                <a:gd name="T10" fmla="*/ 7837 w 859"/>
                <a:gd name="T11" fmla="*/ 1897 h 225"/>
                <a:gd name="T12" fmla="*/ 6293 w 859"/>
                <a:gd name="T13" fmla="*/ 3354 h 225"/>
                <a:gd name="T14" fmla="*/ 4994 w 859"/>
                <a:gd name="T15" fmla="*/ 1806 h 225"/>
                <a:gd name="T16" fmla="*/ 3711 w 859"/>
                <a:gd name="T17" fmla="*/ 3506 h 225"/>
                <a:gd name="T18" fmla="*/ 2107 w 859"/>
                <a:gd name="T19" fmla="*/ 2533 h 225"/>
                <a:gd name="T20" fmla="*/ 758 w 859"/>
                <a:gd name="T21" fmla="*/ 3612 h 225"/>
                <a:gd name="T22" fmla="*/ 0 w 859"/>
                <a:gd name="T23" fmla="*/ 3139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9" h="225">
                  <a:moveTo>
                    <a:pt x="0" y="19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9" y="131"/>
                    <a:pt x="859" y="131"/>
                    <a:pt x="859" y="131"/>
                  </a:cubicBezTo>
                  <a:cubicBezTo>
                    <a:pt x="859" y="131"/>
                    <a:pt x="829" y="191"/>
                    <a:pt x="794" y="191"/>
                  </a:cubicBezTo>
                  <a:cubicBezTo>
                    <a:pt x="759" y="191"/>
                    <a:pt x="723" y="117"/>
                    <a:pt x="667" y="117"/>
                  </a:cubicBezTo>
                  <a:cubicBezTo>
                    <a:pt x="610" y="117"/>
                    <a:pt x="605" y="206"/>
                    <a:pt x="536" y="206"/>
                  </a:cubicBezTo>
                  <a:cubicBezTo>
                    <a:pt x="467" y="206"/>
                    <a:pt x="483" y="111"/>
                    <a:pt x="425" y="111"/>
                  </a:cubicBezTo>
                  <a:cubicBezTo>
                    <a:pt x="368" y="111"/>
                    <a:pt x="408" y="216"/>
                    <a:pt x="316" y="216"/>
                  </a:cubicBezTo>
                  <a:cubicBezTo>
                    <a:pt x="223" y="216"/>
                    <a:pt x="236" y="153"/>
                    <a:pt x="179" y="156"/>
                  </a:cubicBezTo>
                  <a:cubicBezTo>
                    <a:pt x="137" y="158"/>
                    <a:pt x="145" y="218"/>
                    <a:pt x="65" y="222"/>
                  </a:cubicBezTo>
                  <a:cubicBezTo>
                    <a:pt x="12" y="225"/>
                    <a:pt x="0" y="193"/>
                    <a:pt x="0" y="193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27" name="Freeform 93">
              <a:extLst>
                <a:ext uri="{FF2B5EF4-FFF2-40B4-BE49-F238E27FC236}">
                  <a16:creationId xmlns:a16="http://schemas.microsoft.com/office/drawing/2014/main" id="{6DA65197-7856-461E-8E17-D57A9C6DD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157"/>
              <a:ext cx="62" cy="22"/>
            </a:xfrm>
            <a:custGeom>
              <a:avLst/>
              <a:gdLst>
                <a:gd name="T0" fmla="*/ 0 w 38"/>
                <a:gd name="T1" fmla="*/ 58 h 13"/>
                <a:gd name="T2" fmla="*/ 235 w 38"/>
                <a:gd name="T3" fmla="*/ 181 h 13"/>
                <a:gd name="T4" fmla="*/ 439 w 3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0" y="4"/>
                  </a:moveTo>
                  <a:cubicBezTo>
                    <a:pt x="7" y="5"/>
                    <a:pt x="16" y="6"/>
                    <a:pt x="20" y="13"/>
                  </a:cubicBezTo>
                  <a:cubicBezTo>
                    <a:pt x="24" y="4"/>
                    <a:pt x="35" y="5"/>
                    <a:pt x="38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28" name="Freeform 94">
              <a:extLst>
                <a:ext uri="{FF2B5EF4-FFF2-40B4-BE49-F238E27FC236}">
                  <a16:creationId xmlns:a16="http://schemas.microsoft.com/office/drawing/2014/main" id="{BC198E90-4835-4EF2-A55E-C4D3CC657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848"/>
              <a:ext cx="58" cy="19"/>
            </a:xfrm>
            <a:custGeom>
              <a:avLst/>
              <a:gdLst>
                <a:gd name="T0" fmla="*/ 0 w 35"/>
                <a:gd name="T1" fmla="*/ 28 h 11"/>
                <a:gd name="T2" fmla="*/ 234 w 35"/>
                <a:gd name="T3" fmla="*/ 169 h 11"/>
                <a:gd name="T4" fmla="*/ 436 w 3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1">
                  <a:moveTo>
                    <a:pt x="0" y="2"/>
                  </a:moveTo>
                  <a:cubicBezTo>
                    <a:pt x="8" y="4"/>
                    <a:pt x="13" y="4"/>
                    <a:pt x="19" y="11"/>
                  </a:cubicBezTo>
                  <a:cubicBezTo>
                    <a:pt x="23" y="4"/>
                    <a:pt x="27" y="2"/>
                    <a:pt x="35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29" name="Freeform 95">
              <a:extLst>
                <a:ext uri="{FF2B5EF4-FFF2-40B4-BE49-F238E27FC236}">
                  <a16:creationId xmlns:a16="http://schemas.microsoft.com/office/drawing/2014/main" id="{B42AB4BA-8C1D-4D50-A38E-03249883F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973"/>
              <a:ext cx="54" cy="21"/>
            </a:xfrm>
            <a:custGeom>
              <a:avLst/>
              <a:gdLst>
                <a:gd name="T0" fmla="*/ 0 w 33"/>
                <a:gd name="T1" fmla="*/ 21 h 12"/>
                <a:gd name="T2" fmla="*/ 206 w 33"/>
                <a:gd name="T3" fmla="*/ 200 h 12"/>
                <a:gd name="T4" fmla="*/ 386 w 3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1"/>
                  </a:moveTo>
                  <a:cubicBezTo>
                    <a:pt x="2" y="4"/>
                    <a:pt x="13" y="8"/>
                    <a:pt x="18" y="12"/>
                  </a:cubicBezTo>
                  <a:cubicBezTo>
                    <a:pt x="20" y="5"/>
                    <a:pt x="27" y="2"/>
                    <a:pt x="33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" name="Freeform 96">
              <a:extLst>
                <a:ext uri="{FF2B5EF4-FFF2-40B4-BE49-F238E27FC236}">
                  <a16:creationId xmlns:a16="http://schemas.microsoft.com/office/drawing/2014/main" id="{5874195F-461D-42B9-AE6C-D74CF5A7D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277"/>
              <a:ext cx="51" cy="23"/>
            </a:xfrm>
            <a:custGeom>
              <a:avLst/>
              <a:gdLst>
                <a:gd name="T0" fmla="*/ 0 w 31"/>
                <a:gd name="T1" fmla="*/ 37 h 13"/>
                <a:gd name="T2" fmla="*/ 206 w 31"/>
                <a:gd name="T3" fmla="*/ 228 h 13"/>
                <a:gd name="T4" fmla="*/ 373 w 3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3">
                  <a:moveTo>
                    <a:pt x="0" y="2"/>
                  </a:moveTo>
                  <a:cubicBezTo>
                    <a:pt x="3" y="0"/>
                    <a:pt x="13" y="9"/>
                    <a:pt x="17" y="13"/>
                  </a:cubicBezTo>
                  <a:cubicBezTo>
                    <a:pt x="19" y="6"/>
                    <a:pt x="25" y="2"/>
                    <a:pt x="31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1" name="Freeform 97">
              <a:extLst>
                <a:ext uri="{FF2B5EF4-FFF2-40B4-BE49-F238E27FC236}">
                  <a16:creationId xmlns:a16="http://schemas.microsoft.com/office/drawing/2014/main" id="{6D8D67F0-12A3-4CA4-ABD5-212F6DEF9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153"/>
              <a:ext cx="53" cy="19"/>
            </a:xfrm>
            <a:custGeom>
              <a:avLst/>
              <a:gdLst>
                <a:gd name="T0" fmla="*/ 0 w 32"/>
                <a:gd name="T1" fmla="*/ 16 h 11"/>
                <a:gd name="T2" fmla="*/ 230 w 32"/>
                <a:gd name="T3" fmla="*/ 169 h 11"/>
                <a:gd name="T4" fmla="*/ 401 w 32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1">
                  <a:moveTo>
                    <a:pt x="0" y="1"/>
                  </a:moveTo>
                  <a:cubicBezTo>
                    <a:pt x="4" y="0"/>
                    <a:pt x="16" y="6"/>
                    <a:pt x="19" y="11"/>
                  </a:cubicBezTo>
                  <a:cubicBezTo>
                    <a:pt x="21" y="5"/>
                    <a:pt x="27" y="3"/>
                    <a:pt x="32" y="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2" name="Freeform 98">
              <a:extLst>
                <a:ext uri="{FF2B5EF4-FFF2-40B4-BE49-F238E27FC236}">
                  <a16:creationId xmlns:a16="http://schemas.microsoft.com/office/drawing/2014/main" id="{699060C3-4947-4780-B013-2AA2341AC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319"/>
              <a:ext cx="56" cy="18"/>
            </a:xfrm>
            <a:custGeom>
              <a:avLst/>
              <a:gdLst>
                <a:gd name="T0" fmla="*/ 0 w 34"/>
                <a:gd name="T1" fmla="*/ 41 h 10"/>
                <a:gd name="T2" fmla="*/ 193 w 34"/>
                <a:gd name="T3" fmla="*/ 187 h 10"/>
                <a:gd name="T4" fmla="*/ 412 w 3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0">
                  <a:moveTo>
                    <a:pt x="0" y="2"/>
                  </a:moveTo>
                  <a:cubicBezTo>
                    <a:pt x="7" y="1"/>
                    <a:pt x="11" y="6"/>
                    <a:pt x="16" y="10"/>
                  </a:cubicBezTo>
                  <a:cubicBezTo>
                    <a:pt x="19" y="5"/>
                    <a:pt x="30" y="0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3" name="Freeform 99">
              <a:extLst>
                <a:ext uri="{FF2B5EF4-FFF2-40B4-BE49-F238E27FC236}">
                  <a16:creationId xmlns:a16="http://schemas.microsoft.com/office/drawing/2014/main" id="{12480F2F-0241-49F3-BEF4-6635A017E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821"/>
              <a:ext cx="1400" cy="85"/>
            </a:xfrm>
            <a:custGeom>
              <a:avLst/>
              <a:gdLst>
                <a:gd name="T0" fmla="*/ 0 w 855"/>
                <a:gd name="T1" fmla="*/ 220 h 49"/>
                <a:gd name="T2" fmla="*/ 1143 w 855"/>
                <a:gd name="T3" fmla="*/ 255 h 49"/>
                <a:gd name="T4" fmla="*/ 2805 w 855"/>
                <a:gd name="T5" fmla="*/ 147 h 49"/>
                <a:gd name="T6" fmla="*/ 6792 w 855"/>
                <a:gd name="T7" fmla="*/ 454 h 49"/>
                <a:gd name="T8" fmla="*/ 9417 w 855"/>
                <a:gd name="T9" fmla="*/ 581 h 49"/>
                <a:gd name="T10" fmla="*/ 10062 w 855"/>
                <a:gd name="T11" fmla="*/ 618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5" h="49">
                  <a:moveTo>
                    <a:pt x="0" y="14"/>
                  </a:moveTo>
                  <a:cubicBezTo>
                    <a:pt x="31" y="25"/>
                    <a:pt x="65" y="18"/>
                    <a:pt x="97" y="16"/>
                  </a:cubicBezTo>
                  <a:cubicBezTo>
                    <a:pt x="144" y="12"/>
                    <a:pt x="191" y="0"/>
                    <a:pt x="238" y="9"/>
                  </a:cubicBezTo>
                  <a:cubicBezTo>
                    <a:pt x="350" y="28"/>
                    <a:pt x="464" y="49"/>
                    <a:pt x="577" y="29"/>
                  </a:cubicBezTo>
                  <a:cubicBezTo>
                    <a:pt x="653" y="16"/>
                    <a:pt x="726" y="14"/>
                    <a:pt x="800" y="37"/>
                  </a:cubicBezTo>
                  <a:cubicBezTo>
                    <a:pt x="813" y="41"/>
                    <a:pt x="847" y="49"/>
                    <a:pt x="855" y="39"/>
                  </a:cubicBezTo>
                </a:path>
              </a:pathLst>
            </a:custGeom>
            <a:noFill/>
            <a:ln w="11113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4" name="Freeform 100">
              <a:extLst>
                <a:ext uri="{FF2B5EF4-FFF2-40B4-BE49-F238E27FC236}">
                  <a16:creationId xmlns:a16="http://schemas.microsoft.com/office/drawing/2014/main" id="{91EC1E48-FF59-4659-A15F-424FFCFD9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637"/>
              <a:ext cx="871" cy="225"/>
            </a:xfrm>
            <a:custGeom>
              <a:avLst/>
              <a:gdLst>
                <a:gd name="T0" fmla="*/ 0 w 532"/>
                <a:gd name="T1" fmla="*/ 2081 h 129"/>
                <a:gd name="T2" fmla="*/ 517 w 532"/>
                <a:gd name="T3" fmla="*/ 1713 h 129"/>
                <a:gd name="T4" fmla="*/ 938 w 532"/>
                <a:gd name="T5" fmla="*/ 743 h 129"/>
                <a:gd name="T6" fmla="*/ 1991 w 532"/>
                <a:gd name="T7" fmla="*/ 1369 h 129"/>
                <a:gd name="T8" fmla="*/ 2844 w 532"/>
                <a:gd name="T9" fmla="*/ 1647 h 129"/>
                <a:gd name="T10" fmla="*/ 3753 w 532"/>
                <a:gd name="T11" fmla="*/ 998 h 129"/>
                <a:gd name="T12" fmla="*/ 4800 w 532"/>
                <a:gd name="T13" fmla="*/ 1406 h 129"/>
                <a:gd name="T14" fmla="*/ 5516 w 532"/>
                <a:gd name="T15" fmla="*/ 1469 h 129"/>
                <a:gd name="T16" fmla="*/ 6259 w 532"/>
                <a:gd name="T17" fmla="*/ 822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2" h="129">
                  <a:moveTo>
                    <a:pt x="0" y="129"/>
                  </a:moveTo>
                  <a:cubicBezTo>
                    <a:pt x="16" y="127"/>
                    <a:pt x="34" y="114"/>
                    <a:pt x="44" y="106"/>
                  </a:cubicBezTo>
                  <a:cubicBezTo>
                    <a:pt x="62" y="90"/>
                    <a:pt x="67" y="65"/>
                    <a:pt x="80" y="46"/>
                  </a:cubicBezTo>
                  <a:cubicBezTo>
                    <a:pt x="110" y="0"/>
                    <a:pt x="145" y="63"/>
                    <a:pt x="169" y="85"/>
                  </a:cubicBezTo>
                  <a:cubicBezTo>
                    <a:pt x="188" y="103"/>
                    <a:pt x="217" y="109"/>
                    <a:pt x="242" y="102"/>
                  </a:cubicBezTo>
                  <a:cubicBezTo>
                    <a:pt x="270" y="93"/>
                    <a:pt x="289" y="61"/>
                    <a:pt x="319" y="62"/>
                  </a:cubicBezTo>
                  <a:cubicBezTo>
                    <a:pt x="349" y="63"/>
                    <a:pt x="379" y="81"/>
                    <a:pt x="408" y="87"/>
                  </a:cubicBezTo>
                  <a:cubicBezTo>
                    <a:pt x="428" y="90"/>
                    <a:pt x="449" y="92"/>
                    <a:pt x="469" y="91"/>
                  </a:cubicBezTo>
                  <a:cubicBezTo>
                    <a:pt x="490" y="89"/>
                    <a:pt x="531" y="75"/>
                    <a:pt x="532" y="51"/>
                  </a:cubicBezTo>
                </a:path>
              </a:pathLst>
            </a:custGeom>
            <a:noFill/>
            <a:ln w="11113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Freeform 101">
              <a:extLst>
                <a:ext uri="{FF2B5EF4-FFF2-40B4-BE49-F238E27FC236}">
                  <a16:creationId xmlns:a16="http://schemas.microsoft.com/office/drawing/2014/main" id="{D5335EBA-C309-4086-B340-5DC9DE04A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770"/>
              <a:ext cx="426" cy="101"/>
            </a:xfrm>
            <a:custGeom>
              <a:avLst/>
              <a:gdLst>
                <a:gd name="T0" fmla="*/ 3070 w 260"/>
                <a:gd name="T1" fmla="*/ 0 h 58"/>
                <a:gd name="T2" fmla="*/ 2810 w 260"/>
                <a:gd name="T3" fmla="*/ 212 h 58"/>
                <a:gd name="T4" fmla="*/ 2350 w 260"/>
                <a:gd name="T5" fmla="*/ 470 h 58"/>
                <a:gd name="T6" fmla="*/ 1162 w 260"/>
                <a:gd name="T7" fmla="*/ 582 h 58"/>
                <a:gd name="T8" fmla="*/ 0 w 260"/>
                <a:gd name="T9" fmla="*/ 92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0" h="58">
                  <a:moveTo>
                    <a:pt x="260" y="0"/>
                  </a:moveTo>
                  <a:cubicBezTo>
                    <a:pt x="254" y="6"/>
                    <a:pt x="245" y="9"/>
                    <a:pt x="238" y="13"/>
                  </a:cubicBezTo>
                  <a:cubicBezTo>
                    <a:pt x="226" y="21"/>
                    <a:pt x="213" y="26"/>
                    <a:pt x="199" y="29"/>
                  </a:cubicBezTo>
                  <a:cubicBezTo>
                    <a:pt x="167" y="36"/>
                    <a:pt x="131" y="37"/>
                    <a:pt x="98" y="36"/>
                  </a:cubicBezTo>
                  <a:cubicBezTo>
                    <a:pt x="63" y="36"/>
                    <a:pt x="27" y="43"/>
                    <a:pt x="0" y="58"/>
                  </a:cubicBezTo>
                </a:path>
              </a:pathLst>
            </a:custGeom>
            <a:noFill/>
            <a:ln w="11113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102">
              <a:extLst>
                <a:ext uri="{FF2B5EF4-FFF2-40B4-BE49-F238E27FC236}">
                  <a16:creationId xmlns:a16="http://schemas.microsoft.com/office/drawing/2014/main" id="{196EF587-3500-4C34-A86C-17C8F43E6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885"/>
              <a:ext cx="859" cy="115"/>
            </a:xfrm>
            <a:custGeom>
              <a:avLst/>
              <a:gdLst>
                <a:gd name="T0" fmla="*/ 0 w 525"/>
                <a:gd name="T1" fmla="*/ 1056 h 66"/>
                <a:gd name="T2" fmla="*/ 483 w 525"/>
                <a:gd name="T3" fmla="*/ 671 h 66"/>
                <a:gd name="T4" fmla="*/ 1734 w 525"/>
                <a:gd name="T5" fmla="*/ 450 h 66"/>
                <a:gd name="T6" fmla="*/ 3140 w 525"/>
                <a:gd name="T7" fmla="*/ 735 h 66"/>
                <a:gd name="T8" fmla="*/ 4516 w 525"/>
                <a:gd name="T9" fmla="*/ 819 h 66"/>
                <a:gd name="T10" fmla="*/ 5664 w 525"/>
                <a:gd name="T11" fmla="*/ 322 h 66"/>
                <a:gd name="T12" fmla="*/ 6155 w 525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5" h="66">
                  <a:moveTo>
                    <a:pt x="0" y="66"/>
                  </a:moveTo>
                  <a:cubicBezTo>
                    <a:pt x="12" y="64"/>
                    <a:pt x="28" y="47"/>
                    <a:pt x="41" y="42"/>
                  </a:cubicBezTo>
                  <a:cubicBezTo>
                    <a:pt x="74" y="26"/>
                    <a:pt x="112" y="25"/>
                    <a:pt x="148" y="28"/>
                  </a:cubicBezTo>
                  <a:cubicBezTo>
                    <a:pt x="189" y="31"/>
                    <a:pt x="227" y="42"/>
                    <a:pt x="268" y="46"/>
                  </a:cubicBezTo>
                  <a:cubicBezTo>
                    <a:pt x="306" y="50"/>
                    <a:pt x="346" y="53"/>
                    <a:pt x="385" y="51"/>
                  </a:cubicBezTo>
                  <a:cubicBezTo>
                    <a:pt x="421" y="49"/>
                    <a:pt x="451" y="35"/>
                    <a:pt x="483" y="20"/>
                  </a:cubicBezTo>
                  <a:cubicBezTo>
                    <a:pt x="496" y="14"/>
                    <a:pt x="511" y="3"/>
                    <a:pt x="525" y="0"/>
                  </a:cubicBezTo>
                </a:path>
              </a:pathLst>
            </a:custGeom>
            <a:noFill/>
            <a:ln w="11113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103">
              <a:extLst>
                <a:ext uri="{FF2B5EF4-FFF2-40B4-BE49-F238E27FC236}">
                  <a16:creationId xmlns:a16="http://schemas.microsoft.com/office/drawing/2014/main" id="{89B42177-5C20-4030-A969-104CDF86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952"/>
              <a:ext cx="722" cy="40"/>
            </a:xfrm>
            <a:custGeom>
              <a:avLst/>
              <a:gdLst>
                <a:gd name="T0" fmla="*/ 0 w 441"/>
                <a:gd name="T1" fmla="*/ 148 h 23"/>
                <a:gd name="T2" fmla="*/ 1216 w 441"/>
                <a:gd name="T3" fmla="*/ 49 h 23"/>
                <a:gd name="T4" fmla="*/ 2120 w 441"/>
                <a:gd name="T5" fmla="*/ 90 h 23"/>
                <a:gd name="T6" fmla="*/ 3155 w 441"/>
                <a:gd name="T7" fmla="*/ 85 h 23"/>
                <a:gd name="T8" fmla="*/ 4656 w 441"/>
                <a:gd name="T9" fmla="*/ 273 h 23"/>
                <a:gd name="T10" fmla="*/ 5187 w 441"/>
                <a:gd name="T11" fmla="*/ 33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23">
                  <a:moveTo>
                    <a:pt x="0" y="9"/>
                  </a:moveTo>
                  <a:cubicBezTo>
                    <a:pt x="32" y="0"/>
                    <a:pt x="69" y="3"/>
                    <a:pt x="103" y="3"/>
                  </a:cubicBezTo>
                  <a:cubicBezTo>
                    <a:pt x="129" y="3"/>
                    <a:pt x="154" y="5"/>
                    <a:pt x="180" y="6"/>
                  </a:cubicBezTo>
                  <a:cubicBezTo>
                    <a:pt x="209" y="7"/>
                    <a:pt x="238" y="5"/>
                    <a:pt x="268" y="5"/>
                  </a:cubicBezTo>
                  <a:cubicBezTo>
                    <a:pt x="311" y="5"/>
                    <a:pt x="355" y="8"/>
                    <a:pt x="396" y="17"/>
                  </a:cubicBezTo>
                  <a:cubicBezTo>
                    <a:pt x="413" y="21"/>
                    <a:pt x="425" y="23"/>
                    <a:pt x="441" y="21"/>
                  </a:cubicBezTo>
                </a:path>
              </a:pathLst>
            </a:custGeom>
            <a:noFill/>
            <a:ln w="11113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104">
              <a:extLst>
                <a:ext uri="{FF2B5EF4-FFF2-40B4-BE49-F238E27FC236}">
                  <a16:creationId xmlns:a16="http://schemas.microsoft.com/office/drawing/2014/main" id="{F3EF8994-AFBF-4B4F-95EC-F78A98CC1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703"/>
              <a:ext cx="228" cy="142"/>
            </a:xfrm>
            <a:custGeom>
              <a:avLst/>
              <a:gdLst>
                <a:gd name="T0" fmla="*/ 1648 w 139"/>
                <a:gd name="T1" fmla="*/ 1343 h 81"/>
                <a:gd name="T2" fmla="*/ 0 w 139"/>
                <a:gd name="T3" fmla="*/ 76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9" h="81">
                  <a:moveTo>
                    <a:pt x="139" y="81"/>
                  </a:moveTo>
                  <a:cubicBezTo>
                    <a:pt x="95" y="75"/>
                    <a:pt x="43" y="0"/>
                    <a:pt x="0" y="46"/>
                  </a:cubicBezTo>
                </a:path>
              </a:pathLst>
            </a:custGeom>
            <a:noFill/>
            <a:ln w="11113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105">
              <a:extLst>
                <a:ext uri="{FF2B5EF4-FFF2-40B4-BE49-F238E27FC236}">
                  <a16:creationId xmlns:a16="http://schemas.microsoft.com/office/drawing/2014/main" id="{22BF75AF-B8E0-4D97-A407-EF47E83C7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62"/>
              <a:ext cx="234" cy="84"/>
            </a:xfrm>
            <a:custGeom>
              <a:avLst/>
              <a:gdLst>
                <a:gd name="T0" fmla="*/ 1679 w 143"/>
                <a:gd name="T1" fmla="*/ 0 h 48"/>
                <a:gd name="T2" fmla="*/ 645 w 143"/>
                <a:gd name="T3" fmla="*/ 677 h 48"/>
                <a:gd name="T4" fmla="*/ 0 w 143"/>
                <a:gd name="T5" fmla="*/ 26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48">
                  <a:moveTo>
                    <a:pt x="143" y="0"/>
                  </a:moveTo>
                  <a:cubicBezTo>
                    <a:pt x="118" y="20"/>
                    <a:pt x="90" y="48"/>
                    <a:pt x="55" y="41"/>
                  </a:cubicBezTo>
                  <a:cubicBezTo>
                    <a:pt x="35" y="38"/>
                    <a:pt x="21" y="19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106">
              <a:extLst>
                <a:ext uri="{FF2B5EF4-FFF2-40B4-BE49-F238E27FC236}">
                  <a16:creationId xmlns:a16="http://schemas.microsoft.com/office/drawing/2014/main" id="{A1F4528F-2110-4565-BC03-E6E173A32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586"/>
              <a:ext cx="252" cy="109"/>
            </a:xfrm>
            <a:custGeom>
              <a:avLst/>
              <a:gdLst>
                <a:gd name="T0" fmla="*/ 0 w 154"/>
                <a:gd name="T1" fmla="*/ 0 h 62"/>
                <a:gd name="T2" fmla="*/ 1018 w 154"/>
                <a:gd name="T3" fmla="*/ 909 h 62"/>
                <a:gd name="T4" fmla="*/ 1805 w 154"/>
                <a:gd name="T5" fmla="*/ 17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62">
                  <a:moveTo>
                    <a:pt x="0" y="0"/>
                  </a:moveTo>
                  <a:cubicBezTo>
                    <a:pt x="23" y="23"/>
                    <a:pt x="51" y="62"/>
                    <a:pt x="87" y="54"/>
                  </a:cubicBezTo>
                  <a:cubicBezTo>
                    <a:pt x="113" y="48"/>
                    <a:pt x="133" y="24"/>
                    <a:pt x="154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107">
              <a:extLst>
                <a:ext uri="{FF2B5EF4-FFF2-40B4-BE49-F238E27FC236}">
                  <a16:creationId xmlns:a16="http://schemas.microsoft.com/office/drawing/2014/main" id="{5B9F8BC0-8C58-4689-BB7D-C851164A6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609"/>
              <a:ext cx="285" cy="101"/>
            </a:xfrm>
            <a:custGeom>
              <a:avLst/>
              <a:gdLst>
                <a:gd name="T0" fmla="*/ 2052 w 174"/>
                <a:gd name="T1" fmla="*/ 0 h 58"/>
                <a:gd name="T2" fmla="*/ 1900 w 174"/>
                <a:gd name="T3" fmla="*/ 369 h 58"/>
                <a:gd name="T4" fmla="*/ 1569 w 174"/>
                <a:gd name="T5" fmla="*/ 782 h 58"/>
                <a:gd name="T6" fmla="*/ 1014 w 174"/>
                <a:gd name="T7" fmla="*/ 904 h 58"/>
                <a:gd name="T8" fmla="*/ 0 w 174"/>
                <a:gd name="T9" fmla="*/ 34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58">
                  <a:moveTo>
                    <a:pt x="174" y="0"/>
                  </a:moveTo>
                  <a:cubicBezTo>
                    <a:pt x="169" y="2"/>
                    <a:pt x="164" y="17"/>
                    <a:pt x="161" y="23"/>
                  </a:cubicBezTo>
                  <a:cubicBezTo>
                    <a:pt x="153" y="34"/>
                    <a:pt x="145" y="43"/>
                    <a:pt x="133" y="49"/>
                  </a:cubicBezTo>
                  <a:cubicBezTo>
                    <a:pt x="118" y="56"/>
                    <a:pt x="102" y="58"/>
                    <a:pt x="86" y="56"/>
                  </a:cubicBezTo>
                  <a:cubicBezTo>
                    <a:pt x="56" y="51"/>
                    <a:pt x="25" y="36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Freeform 108">
              <a:extLst>
                <a:ext uri="{FF2B5EF4-FFF2-40B4-BE49-F238E27FC236}">
                  <a16:creationId xmlns:a16="http://schemas.microsoft.com/office/drawing/2014/main" id="{A409623A-9957-4AEA-83FB-06C32665D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579"/>
              <a:ext cx="218" cy="98"/>
            </a:xfrm>
            <a:custGeom>
              <a:avLst/>
              <a:gdLst>
                <a:gd name="T0" fmla="*/ 0 w 133"/>
                <a:gd name="T1" fmla="*/ 698 h 56"/>
                <a:gd name="T2" fmla="*/ 849 w 133"/>
                <a:gd name="T3" fmla="*/ 301 h 56"/>
                <a:gd name="T4" fmla="*/ 1572 w 133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56">
                  <a:moveTo>
                    <a:pt x="0" y="42"/>
                  </a:moveTo>
                  <a:cubicBezTo>
                    <a:pt x="24" y="56"/>
                    <a:pt x="52" y="29"/>
                    <a:pt x="72" y="18"/>
                  </a:cubicBezTo>
                  <a:cubicBezTo>
                    <a:pt x="92" y="8"/>
                    <a:pt x="110" y="0"/>
                    <a:pt x="13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Freeform 109">
              <a:extLst>
                <a:ext uri="{FF2B5EF4-FFF2-40B4-BE49-F238E27FC236}">
                  <a16:creationId xmlns:a16="http://schemas.microsoft.com/office/drawing/2014/main" id="{19793A58-F0D5-4DFE-8641-F611D792F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567"/>
              <a:ext cx="188" cy="46"/>
            </a:xfrm>
            <a:custGeom>
              <a:avLst/>
              <a:gdLst>
                <a:gd name="T0" fmla="*/ 0 w 115"/>
                <a:gd name="T1" fmla="*/ 403 h 26"/>
                <a:gd name="T2" fmla="*/ 405 w 115"/>
                <a:gd name="T3" fmla="*/ 276 h 26"/>
                <a:gd name="T4" fmla="*/ 808 w 115"/>
                <a:gd name="T5" fmla="*/ 115 h 26"/>
                <a:gd name="T6" fmla="*/ 1342 w 115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26">
                  <a:moveTo>
                    <a:pt x="0" y="23"/>
                  </a:moveTo>
                  <a:cubicBezTo>
                    <a:pt x="11" y="26"/>
                    <a:pt x="25" y="19"/>
                    <a:pt x="35" y="16"/>
                  </a:cubicBezTo>
                  <a:cubicBezTo>
                    <a:pt x="47" y="13"/>
                    <a:pt x="57" y="9"/>
                    <a:pt x="69" y="7"/>
                  </a:cubicBezTo>
                  <a:cubicBezTo>
                    <a:pt x="75" y="5"/>
                    <a:pt x="114" y="2"/>
                    <a:pt x="11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110">
              <a:extLst>
                <a:ext uri="{FF2B5EF4-FFF2-40B4-BE49-F238E27FC236}">
                  <a16:creationId xmlns:a16="http://schemas.microsoft.com/office/drawing/2014/main" id="{AFAB8419-284D-4171-9DFC-33E57DB4C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571"/>
              <a:ext cx="210" cy="47"/>
            </a:xfrm>
            <a:custGeom>
              <a:avLst/>
              <a:gdLst>
                <a:gd name="T0" fmla="*/ 1524 w 128"/>
                <a:gd name="T1" fmla="*/ 258 h 27"/>
                <a:gd name="T2" fmla="*/ 609 w 128"/>
                <a:gd name="T3" fmla="*/ 193 h 27"/>
                <a:gd name="T4" fmla="*/ 0 w 128"/>
                <a:gd name="T5" fmla="*/ 6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7">
                  <a:moveTo>
                    <a:pt x="128" y="16"/>
                  </a:moveTo>
                  <a:cubicBezTo>
                    <a:pt x="103" y="27"/>
                    <a:pt x="71" y="20"/>
                    <a:pt x="51" y="12"/>
                  </a:cubicBezTo>
                  <a:cubicBezTo>
                    <a:pt x="38" y="6"/>
                    <a:pt x="13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Freeform 111">
              <a:extLst>
                <a:ext uri="{FF2B5EF4-FFF2-40B4-BE49-F238E27FC236}">
                  <a16:creationId xmlns:a16="http://schemas.microsoft.com/office/drawing/2014/main" id="{00BAABFB-BAE1-4940-99B8-8B4BB4FEF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609"/>
              <a:ext cx="216" cy="77"/>
            </a:xfrm>
            <a:custGeom>
              <a:avLst/>
              <a:gdLst>
                <a:gd name="T0" fmla="*/ 1548 w 132"/>
                <a:gd name="T1" fmla="*/ 0 h 44"/>
                <a:gd name="T2" fmla="*/ 1127 w 132"/>
                <a:gd name="T3" fmla="*/ 249 h 44"/>
                <a:gd name="T4" fmla="*/ 718 w 132"/>
                <a:gd name="T5" fmla="*/ 564 h 44"/>
                <a:gd name="T6" fmla="*/ 0 w 132"/>
                <a:gd name="T7" fmla="*/ 69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44">
                  <a:moveTo>
                    <a:pt x="132" y="0"/>
                  </a:moveTo>
                  <a:cubicBezTo>
                    <a:pt x="123" y="8"/>
                    <a:pt x="106" y="9"/>
                    <a:pt x="96" y="15"/>
                  </a:cubicBezTo>
                  <a:cubicBezTo>
                    <a:pt x="84" y="20"/>
                    <a:pt x="73" y="29"/>
                    <a:pt x="61" y="34"/>
                  </a:cubicBezTo>
                  <a:cubicBezTo>
                    <a:pt x="41" y="44"/>
                    <a:pt x="21" y="44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Freeform 112">
              <a:extLst>
                <a:ext uri="{FF2B5EF4-FFF2-40B4-BE49-F238E27FC236}">
                  <a16:creationId xmlns:a16="http://schemas.microsoft.com/office/drawing/2014/main" id="{74F9821B-C3BC-486A-A15C-FFF7BC28F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662"/>
              <a:ext cx="221" cy="64"/>
            </a:xfrm>
            <a:custGeom>
              <a:avLst/>
              <a:gdLst>
                <a:gd name="T0" fmla="*/ 1590 w 135"/>
                <a:gd name="T1" fmla="*/ 0 h 37"/>
                <a:gd name="T2" fmla="*/ 1238 w 135"/>
                <a:gd name="T3" fmla="*/ 278 h 37"/>
                <a:gd name="T4" fmla="*/ 756 w 135"/>
                <a:gd name="T5" fmla="*/ 467 h 37"/>
                <a:gd name="T6" fmla="*/ 0 w 135"/>
                <a:gd name="T7" fmla="*/ 44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37">
                  <a:moveTo>
                    <a:pt x="135" y="0"/>
                  </a:moveTo>
                  <a:cubicBezTo>
                    <a:pt x="124" y="0"/>
                    <a:pt x="115" y="12"/>
                    <a:pt x="105" y="18"/>
                  </a:cubicBezTo>
                  <a:cubicBezTo>
                    <a:pt x="92" y="24"/>
                    <a:pt x="78" y="28"/>
                    <a:pt x="64" y="30"/>
                  </a:cubicBezTo>
                  <a:cubicBezTo>
                    <a:pt x="45" y="32"/>
                    <a:pt x="17" y="37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Freeform 113">
              <a:extLst>
                <a:ext uri="{FF2B5EF4-FFF2-40B4-BE49-F238E27FC236}">
                  <a16:creationId xmlns:a16="http://schemas.microsoft.com/office/drawing/2014/main" id="{9FB3BFCB-F98F-4A1E-9BE7-5DFA4A895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663"/>
              <a:ext cx="183" cy="35"/>
            </a:xfrm>
            <a:custGeom>
              <a:avLst/>
              <a:gdLst>
                <a:gd name="T0" fmla="*/ 1306 w 112"/>
                <a:gd name="T1" fmla="*/ 264 h 20"/>
                <a:gd name="T2" fmla="*/ 956 w 112"/>
                <a:gd name="T3" fmla="*/ 313 h 20"/>
                <a:gd name="T4" fmla="*/ 529 w 112"/>
                <a:gd name="T5" fmla="*/ 172 h 20"/>
                <a:gd name="T6" fmla="*/ 144 w 112"/>
                <a:gd name="T7" fmla="*/ 37 h 20"/>
                <a:gd name="T8" fmla="*/ 0 w 1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20">
                  <a:moveTo>
                    <a:pt x="112" y="16"/>
                  </a:moveTo>
                  <a:cubicBezTo>
                    <a:pt x="102" y="18"/>
                    <a:pt x="92" y="20"/>
                    <a:pt x="82" y="19"/>
                  </a:cubicBezTo>
                  <a:cubicBezTo>
                    <a:pt x="69" y="19"/>
                    <a:pt x="57" y="13"/>
                    <a:pt x="45" y="10"/>
                  </a:cubicBezTo>
                  <a:cubicBezTo>
                    <a:pt x="34" y="7"/>
                    <a:pt x="23" y="3"/>
                    <a:pt x="12" y="2"/>
                  </a:cubicBezTo>
                  <a:cubicBezTo>
                    <a:pt x="9" y="1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114">
              <a:extLst>
                <a:ext uri="{FF2B5EF4-FFF2-40B4-BE49-F238E27FC236}">
                  <a16:creationId xmlns:a16="http://schemas.microsoft.com/office/drawing/2014/main" id="{72B42740-C033-4667-BFB5-B698D3DB2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618"/>
              <a:ext cx="290" cy="23"/>
            </a:xfrm>
            <a:custGeom>
              <a:avLst/>
              <a:gdLst>
                <a:gd name="T0" fmla="*/ 2089 w 177"/>
                <a:gd name="T1" fmla="*/ 115 h 13"/>
                <a:gd name="T2" fmla="*/ 2019 w 177"/>
                <a:gd name="T3" fmla="*/ 106 h 13"/>
                <a:gd name="T4" fmla="*/ 1830 w 177"/>
                <a:gd name="T5" fmla="*/ 65 h 13"/>
                <a:gd name="T6" fmla="*/ 1442 w 177"/>
                <a:gd name="T7" fmla="*/ 138 h 13"/>
                <a:gd name="T8" fmla="*/ 590 w 177"/>
                <a:gd name="T9" fmla="*/ 179 h 13"/>
                <a:gd name="T10" fmla="*/ 0 w 177"/>
                <a:gd name="T11" fmla="*/ 17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13">
                  <a:moveTo>
                    <a:pt x="177" y="7"/>
                  </a:moveTo>
                  <a:cubicBezTo>
                    <a:pt x="175" y="5"/>
                    <a:pt x="173" y="6"/>
                    <a:pt x="171" y="6"/>
                  </a:cubicBezTo>
                  <a:cubicBezTo>
                    <a:pt x="165" y="5"/>
                    <a:pt x="161" y="4"/>
                    <a:pt x="155" y="4"/>
                  </a:cubicBezTo>
                  <a:cubicBezTo>
                    <a:pt x="144" y="4"/>
                    <a:pt x="133" y="6"/>
                    <a:pt x="122" y="8"/>
                  </a:cubicBezTo>
                  <a:cubicBezTo>
                    <a:pt x="98" y="11"/>
                    <a:pt x="74" y="13"/>
                    <a:pt x="50" y="10"/>
                  </a:cubicBezTo>
                  <a:cubicBezTo>
                    <a:pt x="34" y="9"/>
                    <a:pt x="15" y="0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115">
              <a:extLst>
                <a:ext uri="{FF2B5EF4-FFF2-40B4-BE49-F238E27FC236}">
                  <a16:creationId xmlns:a16="http://schemas.microsoft.com/office/drawing/2014/main" id="{D0613F60-5423-46B7-B8B6-33F90E40F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635"/>
              <a:ext cx="251" cy="34"/>
            </a:xfrm>
            <a:custGeom>
              <a:avLst/>
              <a:gdLst>
                <a:gd name="T0" fmla="*/ 1819 w 153"/>
                <a:gd name="T1" fmla="*/ 23 h 19"/>
                <a:gd name="T2" fmla="*/ 1639 w 153"/>
                <a:gd name="T3" fmla="*/ 0 h 19"/>
                <a:gd name="T4" fmla="*/ 1281 w 153"/>
                <a:gd name="T5" fmla="*/ 23 h 19"/>
                <a:gd name="T6" fmla="*/ 984 w 153"/>
                <a:gd name="T7" fmla="*/ 145 h 19"/>
                <a:gd name="T8" fmla="*/ 609 w 153"/>
                <a:gd name="T9" fmla="*/ 297 h 19"/>
                <a:gd name="T10" fmla="*/ 0 w 153"/>
                <a:gd name="T11" fmla="*/ 32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9">
                  <a:moveTo>
                    <a:pt x="153" y="1"/>
                  </a:moveTo>
                  <a:cubicBezTo>
                    <a:pt x="147" y="0"/>
                    <a:pt x="142" y="1"/>
                    <a:pt x="138" y="0"/>
                  </a:cubicBezTo>
                  <a:cubicBezTo>
                    <a:pt x="128" y="0"/>
                    <a:pt x="118" y="0"/>
                    <a:pt x="108" y="1"/>
                  </a:cubicBezTo>
                  <a:cubicBezTo>
                    <a:pt x="100" y="3"/>
                    <a:pt x="91" y="6"/>
                    <a:pt x="83" y="8"/>
                  </a:cubicBezTo>
                  <a:cubicBezTo>
                    <a:pt x="73" y="12"/>
                    <a:pt x="62" y="14"/>
                    <a:pt x="51" y="16"/>
                  </a:cubicBezTo>
                  <a:cubicBezTo>
                    <a:pt x="34" y="19"/>
                    <a:pt x="17" y="18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116">
              <a:extLst>
                <a:ext uri="{FF2B5EF4-FFF2-40B4-BE49-F238E27FC236}">
                  <a16:creationId xmlns:a16="http://schemas.microsoft.com/office/drawing/2014/main" id="{3D7F65ED-1F75-4962-9048-C48695617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541"/>
              <a:ext cx="266" cy="35"/>
            </a:xfrm>
            <a:custGeom>
              <a:avLst/>
              <a:gdLst>
                <a:gd name="T0" fmla="*/ 0 w 162"/>
                <a:gd name="T1" fmla="*/ 249 h 20"/>
                <a:gd name="T2" fmla="*/ 215 w 162"/>
                <a:gd name="T3" fmla="*/ 86 h 20"/>
                <a:gd name="T4" fmla="*/ 599 w 162"/>
                <a:gd name="T5" fmla="*/ 0 h 20"/>
                <a:gd name="T6" fmla="*/ 1412 w 162"/>
                <a:gd name="T7" fmla="*/ 179 h 20"/>
                <a:gd name="T8" fmla="*/ 1936 w 162"/>
                <a:gd name="T9" fmla="*/ 32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20">
                  <a:moveTo>
                    <a:pt x="0" y="15"/>
                  </a:moveTo>
                  <a:cubicBezTo>
                    <a:pt x="6" y="12"/>
                    <a:pt x="11" y="7"/>
                    <a:pt x="18" y="5"/>
                  </a:cubicBezTo>
                  <a:cubicBezTo>
                    <a:pt x="28" y="0"/>
                    <a:pt x="39" y="0"/>
                    <a:pt x="50" y="0"/>
                  </a:cubicBezTo>
                  <a:cubicBezTo>
                    <a:pt x="72" y="0"/>
                    <a:pt x="97" y="5"/>
                    <a:pt x="118" y="11"/>
                  </a:cubicBezTo>
                  <a:cubicBezTo>
                    <a:pt x="133" y="14"/>
                    <a:pt x="148" y="17"/>
                    <a:pt x="162" y="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117">
              <a:extLst>
                <a:ext uri="{FF2B5EF4-FFF2-40B4-BE49-F238E27FC236}">
                  <a16:creationId xmlns:a16="http://schemas.microsoft.com/office/drawing/2014/main" id="{EA074C20-4427-4490-8A0B-BC39A6CE0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565"/>
              <a:ext cx="261" cy="74"/>
            </a:xfrm>
            <a:custGeom>
              <a:avLst/>
              <a:gdLst>
                <a:gd name="T0" fmla="*/ 1894 w 159"/>
                <a:gd name="T1" fmla="*/ 0 h 42"/>
                <a:gd name="T2" fmla="*/ 1786 w 159"/>
                <a:gd name="T3" fmla="*/ 86 h 42"/>
                <a:gd name="T4" fmla="*/ 1469 w 159"/>
                <a:gd name="T5" fmla="*/ 102 h 42"/>
                <a:gd name="T6" fmla="*/ 668 w 159"/>
                <a:gd name="T7" fmla="*/ 180 h 42"/>
                <a:gd name="T8" fmla="*/ 192 w 159"/>
                <a:gd name="T9" fmla="*/ 559 h 42"/>
                <a:gd name="T10" fmla="*/ 0 w 159"/>
                <a:gd name="T11" fmla="*/ 71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42">
                  <a:moveTo>
                    <a:pt x="159" y="0"/>
                  </a:moveTo>
                  <a:cubicBezTo>
                    <a:pt x="156" y="1"/>
                    <a:pt x="153" y="4"/>
                    <a:pt x="150" y="5"/>
                  </a:cubicBezTo>
                  <a:cubicBezTo>
                    <a:pt x="141" y="8"/>
                    <a:pt x="132" y="7"/>
                    <a:pt x="123" y="6"/>
                  </a:cubicBezTo>
                  <a:cubicBezTo>
                    <a:pt x="100" y="4"/>
                    <a:pt x="78" y="3"/>
                    <a:pt x="56" y="11"/>
                  </a:cubicBezTo>
                  <a:cubicBezTo>
                    <a:pt x="42" y="16"/>
                    <a:pt x="29" y="24"/>
                    <a:pt x="16" y="33"/>
                  </a:cubicBezTo>
                  <a:cubicBezTo>
                    <a:pt x="12" y="36"/>
                    <a:pt x="5" y="41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118">
              <a:extLst>
                <a:ext uri="{FF2B5EF4-FFF2-40B4-BE49-F238E27FC236}">
                  <a16:creationId xmlns:a16="http://schemas.microsoft.com/office/drawing/2014/main" id="{761F23D0-0AA6-4160-9006-1EFCECCC8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600"/>
              <a:ext cx="223" cy="35"/>
            </a:xfrm>
            <a:custGeom>
              <a:avLst/>
              <a:gdLst>
                <a:gd name="T0" fmla="*/ 1613 w 136"/>
                <a:gd name="T1" fmla="*/ 327 h 20"/>
                <a:gd name="T2" fmla="*/ 1425 w 136"/>
                <a:gd name="T3" fmla="*/ 301 h 20"/>
                <a:gd name="T4" fmla="*/ 1115 w 136"/>
                <a:gd name="T5" fmla="*/ 200 h 20"/>
                <a:gd name="T6" fmla="*/ 572 w 136"/>
                <a:gd name="T7" fmla="*/ 49 h 20"/>
                <a:gd name="T8" fmla="*/ 167 w 136"/>
                <a:gd name="T9" fmla="*/ 21 h 20"/>
                <a:gd name="T10" fmla="*/ 0 w 136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20">
                  <a:moveTo>
                    <a:pt x="136" y="20"/>
                  </a:moveTo>
                  <a:cubicBezTo>
                    <a:pt x="132" y="18"/>
                    <a:pt x="125" y="19"/>
                    <a:pt x="120" y="18"/>
                  </a:cubicBezTo>
                  <a:cubicBezTo>
                    <a:pt x="112" y="17"/>
                    <a:pt x="102" y="14"/>
                    <a:pt x="94" y="12"/>
                  </a:cubicBezTo>
                  <a:cubicBezTo>
                    <a:pt x="79" y="8"/>
                    <a:pt x="64" y="5"/>
                    <a:pt x="48" y="3"/>
                  </a:cubicBezTo>
                  <a:cubicBezTo>
                    <a:pt x="37" y="1"/>
                    <a:pt x="26" y="2"/>
                    <a:pt x="14" y="1"/>
                  </a:cubicBezTo>
                  <a:cubicBezTo>
                    <a:pt x="10" y="1"/>
                    <a:pt x="5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119">
              <a:extLst>
                <a:ext uri="{FF2B5EF4-FFF2-40B4-BE49-F238E27FC236}">
                  <a16:creationId xmlns:a16="http://schemas.microsoft.com/office/drawing/2014/main" id="{59395AE6-50FF-43F8-895C-8571CCCB2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78"/>
              <a:ext cx="375" cy="33"/>
            </a:xfrm>
            <a:custGeom>
              <a:avLst/>
              <a:gdLst>
                <a:gd name="T0" fmla="*/ 2695 w 229"/>
                <a:gd name="T1" fmla="*/ 63 h 19"/>
                <a:gd name="T2" fmla="*/ 2617 w 229"/>
                <a:gd name="T3" fmla="*/ 90 h 19"/>
                <a:gd name="T4" fmla="*/ 2451 w 229"/>
                <a:gd name="T5" fmla="*/ 109 h 19"/>
                <a:gd name="T6" fmla="*/ 1906 w 229"/>
                <a:gd name="T7" fmla="*/ 63 h 19"/>
                <a:gd name="T8" fmla="*/ 1400 w 229"/>
                <a:gd name="T9" fmla="*/ 16 h 19"/>
                <a:gd name="T10" fmla="*/ 922 w 229"/>
                <a:gd name="T11" fmla="*/ 63 h 19"/>
                <a:gd name="T12" fmla="*/ 151 w 229"/>
                <a:gd name="T13" fmla="*/ 283 h 19"/>
                <a:gd name="T14" fmla="*/ 0 w 229"/>
                <a:gd name="T15" fmla="*/ 299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19">
                  <a:moveTo>
                    <a:pt x="229" y="4"/>
                  </a:moveTo>
                  <a:cubicBezTo>
                    <a:pt x="227" y="4"/>
                    <a:pt x="225" y="5"/>
                    <a:pt x="222" y="6"/>
                  </a:cubicBezTo>
                  <a:cubicBezTo>
                    <a:pt x="217" y="7"/>
                    <a:pt x="212" y="7"/>
                    <a:pt x="208" y="7"/>
                  </a:cubicBezTo>
                  <a:cubicBezTo>
                    <a:pt x="193" y="6"/>
                    <a:pt x="177" y="6"/>
                    <a:pt x="162" y="4"/>
                  </a:cubicBezTo>
                  <a:cubicBezTo>
                    <a:pt x="148" y="1"/>
                    <a:pt x="133" y="1"/>
                    <a:pt x="119" y="1"/>
                  </a:cubicBezTo>
                  <a:cubicBezTo>
                    <a:pt x="106" y="0"/>
                    <a:pt x="91" y="1"/>
                    <a:pt x="78" y="4"/>
                  </a:cubicBezTo>
                  <a:cubicBezTo>
                    <a:pt x="56" y="9"/>
                    <a:pt x="35" y="18"/>
                    <a:pt x="13" y="18"/>
                  </a:cubicBezTo>
                  <a:cubicBezTo>
                    <a:pt x="8" y="19"/>
                    <a:pt x="5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120">
              <a:extLst>
                <a:ext uri="{FF2B5EF4-FFF2-40B4-BE49-F238E27FC236}">
                  <a16:creationId xmlns:a16="http://schemas.microsoft.com/office/drawing/2014/main" id="{92558E21-4823-4FC2-A485-B1236EE50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538"/>
              <a:ext cx="316" cy="41"/>
            </a:xfrm>
            <a:custGeom>
              <a:avLst/>
              <a:gdLst>
                <a:gd name="T0" fmla="*/ 2268 w 193"/>
                <a:gd name="T1" fmla="*/ 44 h 24"/>
                <a:gd name="T2" fmla="*/ 1695 w 193"/>
                <a:gd name="T3" fmla="*/ 15 h 24"/>
                <a:gd name="T4" fmla="*/ 1018 w 193"/>
                <a:gd name="T5" fmla="*/ 190 h 24"/>
                <a:gd name="T6" fmla="*/ 201 w 193"/>
                <a:gd name="T7" fmla="*/ 325 h 24"/>
                <a:gd name="T8" fmla="*/ 0 w 193"/>
                <a:gd name="T9" fmla="*/ 35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24">
                  <a:moveTo>
                    <a:pt x="193" y="3"/>
                  </a:moveTo>
                  <a:cubicBezTo>
                    <a:pt x="177" y="3"/>
                    <a:pt x="161" y="0"/>
                    <a:pt x="144" y="1"/>
                  </a:cubicBezTo>
                  <a:cubicBezTo>
                    <a:pt x="124" y="2"/>
                    <a:pt x="106" y="9"/>
                    <a:pt x="87" y="13"/>
                  </a:cubicBezTo>
                  <a:cubicBezTo>
                    <a:pt x="63" y="18"/>
                    <a:pt x="40" y="20"/>
                    <a:pt x="17" y="22"/>
                  </a:cubicBezTo>
                  <a:cubicBezTo>
                    <a:pt x="12" y="23"/>
                    <a:pt x="5" y="23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121">
              <a:extLst>
                <a:ext uri="{FF2B5EF4-FFF2-40B4-BE49-F238E27FC236}">
                  <a16:creationId xmlns:a16="http://schemas.microsoft.com/office/drawing/2014/main" id="{095F0049-2207-4300-A387-35C90C075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520"/>
              <a:ext cx="208" cy="30"/>
            </a:xfrm>
            <a:custGeom>
              <a:avLst/>
              <a:gdLst>
                <a:gd name="T0" fmla="*/ 0 w 127"/>
                <a:gd name="T1" fmla="*/ 244 h 17"/>
                <a:gd name="T2" fmla="*/ 518 w 127"/>
                <a:gd name="T3" fmla="*/ 152 h 17"/>
                <a:gd name="T4" fmla="*/ 1122 w 127"/>
                <a:gd name="T5" fmla="*/ 21 h 17"/>
                <a:gd name="T6" fmla="*/ 1351 w 127"/>
                <a:gd name="T7" fmla="*/ 37 h 17"/>
                <a:gd name="T8" fmla="*/ 1497 w 127"/>
                <a:gd name="T9" fmla="*/ 4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7">
                  <a:moveTo>
                    <a:pt x="0" y="14"/>
                  </a:moveTo>
                  <a:cubicBezTo>
                    <a:pt x="14" y="17"/>
                    <a:pt x="31" y="12"/>
                    <a:pt x="44" y="9"/>
                  </a:cubicBezTo>
                  <a:cubicBezTo>
                    <a:pt x="61" y="6"/>
                    <a:pt x="78" y="2"/>
                    <a:pt x="95" y="1"/>
                  </a:cubicBezTo>
                  <a:cubicBezTo>
                    <a:pt x="102" y="0"/>
                    <a:pt x="108" y="1"/>
                    <a:pt x="115" y="2"/>
                  </a:cubicBezTo>
                  <a:cubicBezTo>
                    <a:pt x="119" y="2"/>
                    <a:pt x="124" y="2"/>
                    <a:pt x="127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122">
              <a:extLst>
                <a:ext uri="{FF2B5EF4-FFF2-40B4-BE49-F238E27FC236}">
                  <a16:creationId xmlns:a16="http://schemas.microsoft.com/office/drawing/2014/main" id="{BC91A219-40AC-49A0-8FF7-F5FED1EF0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534"/>
              <a:ext cx="345" cy="30"/>
            </a:xfrm>
            <a:custGeom>
              <a:avLst/>
              <a:gdLst>
                <a:gd name="T0" fmla="*/ 2466 w 211"/>
                <a:gd name="T1" fmla="*/ 86 h 17"/>
                <a:gd name="T2" fmla="*/ 2243 w 211"/>
                <a:gd name="T3" fmla="*/ 86 h 17"/>
                <a:gd name="T4" fmla="*/ 1844 w 211"/>
                <a:gd name="T5" fmla="*/ 49 h 17"/>
                <a:gd name="T6" fmla="*/ 1321 w 211"/>
                <a:gd name="T7" fmla="*/ 49 h 17"/>
                <a:gd name="T8" fmla="*/ 773 w 211"/>
                <a:gd name="T9" fmla="*/ 37 h 17"/>
                <a:gd name="T10" fmla="*/ 13 w 211"/>
                <a:gd name="T11" fmla="*/ 268 h 17"/>
                <a:gd name="T12" fmla="*/ 0 w 211"/>
                <a:gd name="T13" fmla="*/ 29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7">
                  <a:moveTo>
                    <a:pt x="211" y="5"/>
                  </a:moveTo>
                  <a:cubicBezTo>
                    <a:pt x="206" y="4"/>
                    <a:pt x="197" y="5"/>
                    <a:pt x="192" y="5"/>
                  </a:cubicBezTo>
                  <a:cubicBezTo>
                    <a:pt x="180" y="6"/>
                    <a:pt x="169" y="3"/>
                    <a:pt x="158" y="3"/>
                  </a:cubicBezTo>
                  <a:cubicBezTo>
                    <a:pt x="143" y="3"/>
                    <a:pt x="128" y="4"/>
                    <a:pt x="113" y="3"/>
                  </a:cubicBezTo>
                  <a:cubicBezTo>
                    <a:pt x="97" y="3"/>
                    <a:pt x="81" y="4"/>
                    <a:pt x="66" y="2"/>
                  </a:cubicBezTo>
                  <a:cubicBezTo>
                    <a:pt x="43" y="0"/>
                    <a:pt x="20" y="0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Freeform 123">
              <a:extLst>
                <a:ext uri="{FF2B5EF4-FFF2-40B4-BE49-F238E27FC236}">
                  <a16:creationId xmlns:a16="http://schemas.microsoft.com/office/drawing/2014/main" id="{AFDDBDDC-9C76-43D6-A3F7-F05957B2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527"/>
              <a:ext cx="280" cy="51"/>
            </a:xfrm>
            <a:custGeom>
              <a:avLst/>
              <a:gdLst>
                <a:gd name="T0" fmla="*/ 2011 w 171"/>
                <a:gd name="T1" fmla="*/ 489 h 29"/>
                <a:gd name="T2" fmla="*/ 1703 w 171"/>
                <a:gd name="T3" fmla="*/ 489 h 29"/>
                <a:gd name="T4" fmla="*/ 1410 w 171"/>
                <a:gd name="T5" fmla="*/ 452 h 29"/>
                <a:gd name="T6" fmla="*/ 904 w 171"/>
                <a:gd name="T7" fmla="*/ 288 h 29"/>
                <a:gd name="T8" fmla="*/ 440 w 171"/>
                <a:gd name="T9" fmla="*/ 114 h 29"/>
                <a:gd name="T10" fmla="*/ 226 w 171"/>
                <a:gd name="T11" fmla="*/ 37 h 29"/>
                <a:gd name="T12" fmla="*/ 13 w 171"/>
                <a:gd name="T13" fmla="*/ 21 h 29"/>
                <a:gd name="T14" fmla="*/ 0 w 171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29">
                  <a:moveTo>
                    <a:pt x="171" y="29"/>
                  </a:moveTo>
                  <a:cubicBezTo>
                    <a:pt x="165" y="25"/>
                    <a:pt x="153" y="29"/>
                    <a:pt x="145" y="29"/>
                  </a:cubicBezTo>
                  <a:cubicBezTo>
                    <a:pt x="137" y="29"/>
                    <a:pt x="128" y="28"/>
                    <a:pt x="120" y="27"/>
                  </a:cubicBezTo>
                  <a:cubicBezTo>
                    <a:pt x="105" y="25"/>
                    <a:pt x="92" y="20"/>
                    <a:pt x="77" y="17"/>
                  </a:cubicBezTo>
                  <a:cubicBezTo>
                    <a:pt x="64" y="14"/>
                    <a:pt x="51" y="9"/>
                    <a:pt x="37" y="7"/>
                  </a:cubicBezTo>
                  <a:cubicBezTo>
                    <a:pt x="31" y="5"/>
                    <a:pt x="25" y="3"/>
                    <a:pt x="19" y="2"/>
                  </a:cubicBezTo>
                  <a:cubicBezTo>
                    <a:pt x="13" y="1"/>
                    <a:pt x="6" y="3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Freeform 124">
              <a:extLst>
                <a:ext uri="{FF2B5EF4-FFF2-40B4-BE49-F238E27FC236}">
                  <a16:creationId xmlns:a16="http://schemas.microsoft.com/office/drawing/2014/main" id="{4DB8A076-E4F5-4DBD-BABE-8414C075A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517"/>
              <a:ext cx="375" cy="62"/>
            </a:xfrm>
            <a:custGeom>
              <a:avLst/>
              <a:gdLst>
                <a:gd name="T0" fmla="*/ 2695 w 229"/>
                <a:gd name="T1" fmla="*/ 169 h 36"/>
                <a:gd name="T2" fmla="*/ 1860 w 229"/>
                <a:gd name="T3" fmla="*/ 83 h 36"/>
                <a:gd name="T4" fmla="*/ 1084 w 229"/>
                <a:gd name="T5" fmla="*/ 48 h 36"/>
                <a:gd name="T6" fmla="*/ 316 w 229"/>
                <a:gd name="T7" fmla="*/ 362 h 36"/>
                <a:gd name="T8" fmla="*/ 0 w 229"/>
                <a:gd name="T9" fmla="*/ 54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36">
                  <a:moveTo>
                    <a:pt x="229" y="11"/>
                  </a:moveTo>
                  <a:cubicBezTo>
                    <a:pt x="206" y="17"/>
                    <a:pt x="181" y="8"/>
                    <a:pt x="158" y="5"/>
                  </a:cubicBezTo>
                  <a:cubicBezTo>
                    <a:pt x="136" y="1"/>
                    <a:pt x="113" y="0"/>
                    <a:pt x="92" y="3"/>
                  </a:cubicBezTo>
                  <a:cubicBezTo>
                    <a:pt x="69" y="7"/>
                    <a:pt x="48" y="15"/>
                    <a:pt x="27" y="24"/>
                  </a:cubicBezTo>
                  <a:cubicBezTo>
                    <a:pt x="17" y="28"/>
                    <a:pt x="9" y="34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Freeform 125">
              <a:extLst>
                <a:ext uri="{FF2B5EF4-FFF2-40B4-BE49-F238E27FC236}">
                  <a16:creationId xmlns:a16="http://schemas.microsoft.com/office/drawing/2014/main" id="{3BAC3BD8-E6DC-4303-A6A2-BAF269F42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527"/>
              <a:ext cx="386" cy="19"/>
            </a:xfrm>
            <a:custGeom>
              <a:avLst/>
              <a:gdLst>
                <a:gd name="T0" fmla="*/ 0 w 236"/>
                <a:gd name="T1" fmla="*/ 123 h 11"/>
                <a:gd name="T2" fmla="*/ 463 w 236"/>
                <a:gd name="T3" fmla="*/ 83 h 11"/>
                <a:gd name="T4" fmla="*/ 944 w 236"/>
                <a:gd name="T5" fmla="*/ 83 h 11"/>
                <a:gd name="T6" fmla="*/ 1894 w 236"/>
                <a:gd name="T7" fmla="*/ 107 h 11"/>
                <a:gd name="T8" fmla="*/ 2455 w 236"/>
                <a:gd name="T9" fmla="*/ 16 h 11"/>
                <a:gd name="T10" fmla="*/ 2761 w 236"/>
                <a:gd name="T11" fmla="*/ 1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6" h="11">
                  <a:moveTo>
                    <a:pt x="0" y="8"/>
                  </a:moveTo>
                  <a:cubicBezTo>
                    <a:pt x="13" y="9"/>
                    <a:pt x="27" y="6"/>
                    <a:pt x="40" y="5"/>
                  </a:cubicBezTo>
                  <a:cubicBezTo>
                    <a:pt x="53" y="4"/>
                    <a:pt x="67" y="3"/>
                    <a:pt x="81" y="5"/>
                  </a:cubicBezTo>
                  <a:cubicBezTo>
                    <a:pt x="109" y="8"/>
                    <a:pt x="134" y="11"/>
                    <a:pt x="162" y="7"/>
                  </a:cubicBezTo>
                  <a:cubicBezTo>
                    <a:pt x="178" y="5"/>
                    <a:pt x="194" y="1"/>
                    <a:pt x="210" y="1"/>
                  </a:cubicBezTo>
                  <a:cubicBezTo>
                    <a:pt x="216" y="1"/>
                    <a:pt x="230" y="0"/>
                    <a:pt x="236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126">
              <a:extLst>
                <a:ext uri="{FF2B5EF4-FFF2-40B4-BE49-F238E27FC236}">
                  <a16:creationId xmlns:a16="http://schemas.microsoft.com/office/drawing/2014/main" id="{0ABA14D6-B8FF-4A54-946C-91FD7F1F7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148"/>
              <a:ext cx="64" cy="21"/>
            </a:xfrm>
            <a:custGeom>
              <a:avLst/>
              <a:gdLst>
                <a:gd name="T0" fmla="*/ 34 w 39"/>
                <a:gd name="T1" fmla="*/ 114 h 12"/>
                <a:gd name="T2" fmla="*/ 274 w 39"/>
                <a:gd name="T3" fmla="*/ 151 h 12"/>
                <a:gd name="T4" fmla="*/ 371 w 39"/>
                <a:gd name="T5" fmla="*/ 172 h 12"/>
                <a:gd name="T6" fmla="*/ 463 w 39"/>
                <a:gd name="T7" fmla="*/ 37 h 12"/>
                <a:gd name="T8" fmla="*/ 353 w 39"/>
                <a:gd name="T9" fmla="*/ 49 h 12"/>
                <a:gd name="T10" fmla="*/ 226 w 39"/>
                <a:gd name="T11" fmla="*/ 21 h 12"/>
                <a:gd name="T12" fmla="*/ 0 w 39"/>
                <a:gd name="T13" fmla="*/ 102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2">
                  <a:moveTo>
                    <a:pt x="3" y="7"/>
                  </a:moveTo>
                  <a:cubicBezTo>
                    <a:pt x="10" y="7"/>
                    <a:pt x="17" y="6"/>
                    <a:pt x="23" y="9"/>
                  </a:cubicBezTo>
                  <a:cubicBezTo>
                    <a:pt x="27" y="11"/>
                    <a:pt x="28" y="12"/>
                    <a:pt x="31" y="10"/>
                  </a:cubicBezTo>
                  <a:cubicBezTo>
                    <a:pt x="33" y="8"/>
                    <a:pt x="39" y="4"/>
                    <a:pt x="39" y="2"/>
                  </a:cubicBezTo>
                  <a:cubicBezTo>
                    <a:pt x="36" y="1"/>
                    <a:pt x="33" y="2"/>
                    <a:pt x="30" y="3"/>
                  </a:cubicBezTo>
                  <a:cubicBezTo>
                    <a:pt x="26" y="3"/>
                    <a:pt x="23" y="2"/>
                    <a:pt x="19" y="1"/>
                  </a:cubicBezTo>
                  <a:cubicBezTo>
                    <a:pt x="14" y="0"/>
                    <a:pt x="1" y="1"/>
                    <a:pt x="0" y="6"/>
                  </a:cubicBezTo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Freeform 127">
              <a:extLst>
                <a:ext uri="{FF2B5EF4-FFF2-40B4-BE49-F238E27FC236}">
                  <a16:creationId xmlns:a16="http://schemas.microsoft.com/office/drawing/2014/main" id="{23C762AE-A669-4822-9072-1E7E38964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954"/>
              <a:ext cx="56" cy="32"/>
            </a:xfrm>
            <a:custGeom>
              <a:avLst/>
              <a:gdLst>
                <a:gd name="T0" fmla="*/ 13 w 34"/>
                <a:gd name="T1" fmla="*/ 139 h 18"/>
                <a:gd name="T2" fmla="*/ 303 w 34"/>
                <a:gd name="T3" fmla="*/ 320 h 18"/>
                <a:gd name="T4" fmla="*/ 412 w 34"/>
                <a:gd name="T5" fmla="*/ 158 h 18"/>
                <a:gd name="T6" fmla="*/ 206 w 34"/>
                <a:gd name="T7" fmla="*/ 66 h 18"/>
                <a:gd name="T8" fmla="*/ 0 w 34"/>
                <a:gd name="T9" fmla="*/ 1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8">
                  <a:moveTo>
                    <a:pt x="1" y="8"/>
                  </a:moveTo>
                  <a:cubicBezTo>
                    <a:pt x="10" y="0"/>
                    <a:pt x="18" y="17"/>
                    <a:pt x="25" y="18"/>
                  </a:cubicBezTo>
                  <a:cubicBezTo>
                    <a:pt x="26" y="14"/>
                    <a:pt x="30" y="11"/>
                    <a:pt x="34" y="9"/>
                  </a:cubicBezTo>
                  <a:cubicBezTo>
                    <a:pt x="26" y="11"/>
                    <a:pt x="23" y="8"/>
                    <a:pt x="17" y="4"/>
                  </a:cubicBezTo>
                  <a:cubicBezTo>
                    <a:pt x="11" y="0"/>
                    <a:pt x="4" y="1"/>
                    <a:pt x="0" y="7"/>
                  </a:cubicBezTo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128">
              <a:extLst>
                <a:ext uri="{FF2B5EF4-FFF2-40B4-BE49-F238E27FC236}">
                  <a16:creationId xmlns:a16="http://schemas.microsoft.com/office/drawing/2014/main" id="{6DA2D8EE-E0E7-4A49-8EE3-BEC6F34BC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262"/>
              <a:ext cx="44" cy="24"/>
            </a:xfrm>
            <a:custGeom>
              <a:avLst/>
              <a:gdLst>
                <a:gd name="T0" fmla="*/ 0 w 27"/>
                <a:gd name="T1" fmla="*/ 120 h 14"/>
                <a:gd name="T2" fmla="*/ 240 w 27"/>
                <a:gd name="T3" fmla="*/ 206 h 14"/>
                <a:gd name="T4" fmla="*/ 295 w 27"/>
                <a:gd name="T5" fmla="*/ 106 h 14"/>
                <a:gd name="T6" fmla="*/ 220 w 27"/>
                <a:gd name="T7" fmla="*/ 62 h 14"/>
                <a:gd name="T8" fmla="*/ 13 w 27"/>
                <a:gd name="T9" fmla="*/ 1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4">
                  <a:moveTo>
                    <a:pt x="0" y="8"/>
                  </a:moveTo>
                  <a:cubicBezTo>
                    <a:pt x="6" y="0"/>
                    <a:pt x="17" y="9"/>
                    <a:pt x="21" y="14"/>
                  </a:cubicBezTo>
                  <a:cubicBezTo>
                    <a:pt x="21" y="13"/>
                    <a:pt x="26" y="8"/>
                    <a:pt x="26" y="7"/>
                  </a:cubicBezTo>
                  <a:cubicBezTo>
                    <a:pt x="27" y="4"/>
                    <a:pt x="22" y="4"/>
                    <a:pt x="19" y="4"/>
                  </a:cubicBezTo>
                  <a:cubicBezTo>
                    <a:pt x="11" y="2"/>
                    <a:pt x="6" y="1"/>
                    <a:pt x="1" y="8"/>
                  </a:cubicBezTo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129">
              <a:extLst>
                <a:ext uri="{FF2B5EF4-FFF2-40B4-BE49-F238E27FC236}">
                  <a16:creationId xmlns:a16="http://schemas.microsoft.com/office/drawing/2014/main" id="{975ED0E9-D466-4EC4-AA87-34E7BB911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828"/>
              <a:ext cx="49" cy="30"/>
            </a:xfrm>
            <a:custGeom>
              <a:avLst/>
              <a:gdLst>
                <a:gd name="T0" fmla="*/ 0 w 30"/>
                <a:gd name="T1" fmla="*/ 187 h 17"/>
                <a:gd name="T2" fmla="*/ 281 w 30"/>
                <a:gd name="T3" fmla="*/ 293 h 17"/>
                <a:gd name="T4" fmla="*/ 350 w 30"/>
                <a:gd name="T5" fmla="*/ 138 h 17"/>
                <a:gd name="T6" fmla="*/ 256 w 30"/>
                <a:gd name="T7" fmla="*/ 115 h 17"/>
                <a:gd name="T8" fmla="*/ 34 w 30"/>
                <a:gd name="T9" fmla="*/ 15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">
                  <a:moveTo>
                    <a:pt x="0" y="11"/>
                  </a:moveTo>
                  <a:cubicBezTo>
                    <a:pt x="6" y="5"/>
                    <a:pt x="20" y="14"/>
                    <a:pt x="24" y="17"/>
                  </a:cubicBezTo>
                  <a:cubicBezTo>
                    <a:pt x="26" y="16"/>
                    <a:pt x="30" y="11"/>
                    <a:pt x="30" y="8"/>
                  </a:cubicBezTo>
                  <a:cubicBezTo>
                    <a:pt x="30" y="3"/>
                    <a:pt x="25" y="7"/>
                    <a:pt x="22" y="7"/>
                  </a:cubicBezTo>
                  <a:cubicBezTo>
                    <a:pt x="14" y="7"/>
                    <a:pt x="9" y="0"/>
                    <a:pt x="3" y="9"/>
                  </a:cubicBezTo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Freeform 130">
              <a:extLst>
                <a:ext uri="{FF2B5EF4-FFF2-40B4-BE49-F238E27FC236}">
                  <a16:creationId xmlns:a16="http://schemas.microsoft.com/office/drawing/2014/main" id="{4534A0ED-7A63-4D28-993B-DDF86F923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127"/>
              <a:ext cx="52" cy="35"/>
            </a:xfrm>
            <a:custGeom>
              <a:avLst/>
              <a:gdLst>
                <a:gd name="T0" fmla="*/ 0 w 32"/>
                <a:gd name="T1" fmla="*/ 200 h 20"/>
                <a:gd name="T2" fmla="*/ 198 w 32"/>
                <a:gd name="T3" fmla="*/ 200 h 20"/>
                <a:gd name="T4" fmla="*/ 364 w 32"/>
                <a:gd name="T5" fmla="*/ 179 h 20"/>
                <a:gd name="T6" fmla="*/ 0 w 32"/>
                <a:gd name="T7" fmla="*/ 17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0" y="12"/>
                  </a:moveTo>
                  <a:cubicBezTo>
                    <a:pt x="5" y="9"/>
                    <a:pt x="11" y="9"/>
                    <a:pt x="17" y="12"/>
                  </a:cubicBezTo>
                  <a:cubicBezTo>
                    <a:pt x="23" y="14"/>
                    <a:pt x="27" y="20"/>
                    <a:pt x="32" y="11"/>
                  </a:cubicBezTo>
                  <a:cubicBezTo>
                    <a:pt x="19" y="10"/>
                    <a:pt x="10" y="0"/>
                    <a:pt x="0" y="11"/>
                  </a:cubicBezTo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Freeform 131">
              <a:extLst>
                <a:ext uri="{FF2B5EF4-FFF2-40B4-BE49-F238E27FC236}">
                  <a16:creationId xmlns:a16="http://schemas.microsoft.com/office/drawing/2014/main" id="{E3A765A7-DEDA-4488-A2B5-AC60B27B2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302"/>
              <a:ext cx="49" cy="26"/>
            </a:xfrm>
            <a:custGeom>
              <a:avLst/>
              <a:gdLst>
                <a:gd name="T0" fmla="*/ 0 w 30"/>
                <a:gd name="T1" fmla="*/ 151 h 15"/>
                <a:gd name="T2" fmla="*/ 185 w 30"/>
                <a:gd name="T3" fmla="*/ 151 h 15"/>
                <a:gd name="T4" fmla="*/ 350 w 30"/>
                <a:gd name="T5" fmla="*/ 87 h 15"/>
                <a:gd name="T6" fmla="*/ 165 w 30"/>
                <a:gd name="T7" fmla="*/ 62 h 15"/>
                <a:gd name="T8" fmla="*/ 13 w 30"/>
                <a:gd name="T9" fmla="*/ 10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5">
                  <a:moveTo>
                    <a:pt x="0" y="10"/>
                  </a:moveTo>
                  <a:cubicBezTo>
                    <a:pt x="4" y="4"/>
                    <a:pt x="12" y="8"/>
                    <a:pt x="16" y="10"/>
                  </a:cubicBezTo>
                  <a:cubicBezTo>
                    <a:pt x="24" y="15"/>
                    <a:pt x="22" y="10"/>
                    <a:pt x="30" y="6"/>
                  </a:cubicBezTo>
                  <a:cubicBezTo>
                    <a:pt x="25" y="5"/>
                    <a:pt x="19" y="5"/>
                    <a:pt x="14" y="4"/>
                  </a:cubicBezTo>
                  <a:cubicBezTo>
                    <a:pt x="9" y="3"/>
                    <a:pt x="4" y="0"/>
                    <a:pt x="1" y="7"/>
                  </a:cubicBezTo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Freeform 132">
              <a:extLst>
                <a:ext uri="{FF2B5EF4-FFF2-40B4-BE49-F238E27FC236}">
                  <a16:creationId xmlns:a16="http://schemas.microsoft.com/office/drawing/2014/main" id="{AF22D711-D6D6-44E7-BFF1-C5C6BB5B2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863"/>
              <a:ext cx="34" cy="26"/>
            </a:xfrm>
            <a:custGeom>
              <a:avLst/>
              <a:gdLst>
                <a:gd name="T0" fmla="*/ 0 w 21"/>
                <a:gd name="T1" fmla="*/ 16 h 15"/>
                <a:gd name="T2" fmla="*/ 123 w 21"/>
                <a:gd name="T3" fmla="*/ 85 h 15"/>
                <a:gd name="T4" fmla="*/ 191 w 21"/>
                <a:gd name="T5" fmla="*/ 0 h 15"/>
                <a:gd name="T6" fmla="*/ 13 w 21"/>
                <a:gd name="T7" fmla="*/ 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0" y="1"/>
                  </a:moveTo>
                  <a:cubicBezTo>
                    <a:pt x="4" y="3"/>
                    <a:pt x="6" y="6"/>
                    <a:pt x="11" y="5"/>
                  </a:cubicBezTo>
                  <a:cubicBezTo>
                    <a:pt x="14" y="5"/>
                    <a:pt x="17" y="3"/>
                    <a:pt x="17" y="0"/>
                  </a:cubicBezTo>
                  <a:cubicBezTo>
                    <a:pt x="21" y="10"/>
                    <a:pt x="1" y="15"/>
                    <a:pt x="1" y="3"/>
                  </a:cubicBezTo>
                </a:path>
              </a:pathLst>
            </a:custGeom>
            <a:solidFill>
              <a:srgbClr val="F9E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Freeform 133">
              <a:extLst>
                <a:ext uri="{FF2B5EF4-FFF2-40B4-BE49-F238E27FC236}">
                  <a16:creationId xmlns:a16="http://schemas.microsoft.com/office/drawing/2014/main" id="{DAF158FD-AC96-4E2F-9666-54C9DB910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989"/>
              <a:ext cx="27" cy="19"/>
            </a:xfrm>
            <a:custGeom>
              <a:avLst/>
              <a:gdLst>
                <a:gd name="T0" fmla="*/ 0 w 16"/>
                <a:gd name="T1" fmla="*/ 28 h 11"/>
                <a:gd name="T2" fmla="*/ 120 w 16"/>
                <a:gd name="T3" fmla="*/ 107 h 11"/>
                <a:gd name="T4" fmla="*/ 223 w 16"/>
                <a:gd name="T5" fmla="*/ 0 h 11"/>
                <a:gd name="T6" fmla="*/ 116 w 16"/>
                <a:gd name="T7" fmla="*/ 169 h 11"/>
                <a:gd name="T8" fmla="*/ 0 w 16"/>
                <a:gd name="T9" fmla="*/ 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2" y="3"/>
                    <a:pt x="4" y="8"/>
                    <a:pt x="9" y="7"/>
                  </a:cubicBezTo>
                  <a:cubicBezTo>
                    <a:pt x="12" y="6"/>
                    <a:pt x="15" y="3"/>
                    <a:pt x="16" y="0"/>
                  </a:cubicBezTo>
                  <a:cubicBezTo>
                    <a:pt x="16" y="5"/>
                    <a:pt x="15" y="10"/>
                    <a:pt x="8" y="11"/>
                  </a:cubicBezTo>
                  <a:cubicBezTo>
                    <a:pt x="4" y="11"/>
                    <a:pt x="1" y="8"/>
                    <a:pt x="0" y="4"/>
                  </a:cubicBezTo>
                </a:path>
              </a:pathLst>
            </a:custGeom>
            <a:solidFill>
              <a:srgbClr val="F9E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134">
              <a:extLst>
                <a:ext uri="{FF2B5EF4-FFF2-40B4-BE49-F238E27FC236}">
                  <a16:creationId xmlns:a16="http://schemas.microsoft.com/office/drawing/2014/main" id="{575FB81F-E630-4C8D-9024-ADAC8D0FF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293"/>
              <a:ext cx="31" cy="23"/>
            </a:xfrm>
            <a:custGeom>
              <a:avLst/>
              <a:gdLst>
                <a:gd name="T0" fmla="*/ 0 w 19"/>
                <a:gd name="T1" fmla="*/ 0 h 13"/>
                <a:gd name="T2" fmla="*/ 184 w 19"/>
                <a:gd name="T3" fmla="*/ 0 h 13"/>
                <a:gd name="T4" fmla="*/ 0 w 19"/>
                <a:gd name="T5" fmla="*/ 8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0"/>
                  </a:moveTo>
                  <a:cubicBezTo>
                    <a:pt x="4" y="6"/>
                    <a:pt x="14" y="8"/>
                    <a:pt x="16" y="0"/>
                  </a:cubicBezTo>
                  <a:cubicBezTo>
                    <a:pt x="19" y="8"/>
                    <a:pt x="4" y="13"/>
                    <a:pt x="0" y="5"/>
                  </a:cubicBezTo>
                </a:path>
              </a:pathLst>
            </a:custGeom>
            <a:solidFill>
              <a:srgbClr val="F9E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135">
              <a:extLst>
                <a:ext uri="{FF2B5EF4-FFF2-40B4-BE49-F238E27FC236}">
                  <a16:creationId xmlns:a16="http://schemas.microsoft.com/office/drawing/2014/main" id="{A7C16EA1-0294-4A96-9B8D-F2DF8A253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176"/>
              <a:ext cx="33" cy="26"/>
            </a:xfrm>
            <a:custGeom>
              <a:avLst/>
              <a:gdLst>
                <a:gd name="T0" fmla="*/ 21 w 20"/>
                <a:gd name="T1" fmla="*/ 0 h 15"/>
                <a:gd name="T2" fmla="*/ 193 w 20"/>
                <a:gd name="T3" fmla="*/ 0 h 15"/>
                <a:gd name="T4" fmla="*/ 13 w 20"/>
                <a:gd name="T5" fmla="*/ 2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2" y="0"/>
                  </a:moveTo>
                  <a:cubicBezTo>
                    <a:pt x="0" y="2"/>
                    <a:pt x="13" y="9"/>
                    <a:pt x="16" y="0"/>
                  </a:cubicBezTo>
                  <a:cubicBezTo>
                    <a:pt x="20" y="7"/>
                    <a:pt x="1" y="15"/>
                    <a:pt x="1" y="2"/>
                  </a:cubicBezTo>
                </a:path>
              </a:pathLst>
            </a:custGeom>
            <a:solidFill>
              <a:srgbClr val="F9E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136">
              <a:extLst>
                <a:ext uri="{FF2B5EF4-FFF2-40B4-BE49-F238E27FC236}">
                  <a16:creationId xmlns:a16="http://schemas.microsoft.com/office/drawing/2014/main" id="{9A68E648-0DC9-4DB3-AA9D-E03396F63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167"/>
              <a:ext cx="40" cy="26"/>
            </a:xfrm>
            <a:custGeom>
              <a:avLst/>
              <a:gdLst>
                <a:gd name="T0" fmla="*/ 0 w 24"/>
                <a:gd name="T1" fmla="*/ 0 h 15"/>
                <a:gd name="T2" fmla="*/ 195 w 24"/>
                <a:gd name="T3" fmla="*/ 0 h 15"/>
                <a:gd name="T4" fmla="*/ 55 w 24"/>
                <a:gd name="T5" fmla="*/ 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3" y="9"/>
                    <a:pt x="14" y="10"/>
                    <a:pt x="15" y="0"/>
                  </a:cubicBezTo>
                  <a:cubicBezTo>
                    <a:pt x="24" y="14"/>
                    <a:pt x="3" y="15"/>
                    <a:pt x="4" y="5"/>
                  </a:cubicBezTo>
                </a:path>
              </a:pathLst>
            </a:custGeom>
            <a:solidFill>
              <a:srgbClr val="F9E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137">
              <a:extLst>
                <a:ext uri="{FF2B5EF4-FFF2-40B4-BE49-F238E27FC236}">
                  <a16:creationId xmlns:a16="http://schemas.microsoft.com/office/drawing/2014/main" id="{B7F45929-2E9A-4AA0-9DED-C98B2CB1E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335"/>
              <a:ext cx="36" cy="31"/>
            </a:xfrm>
            <a:custGeom>
              <a:avLst/>
              <a:gdLst>
                <a:gd name="T0" fmla="*/ 21 w 22"/>
                <a:gd name="T1" fmla="*/ 0 h 18"/>
                <a:gd name="T2" fmla="*/ 206 w 22"/>
                <a:gd name="T3" fmla="*/ 16 h 18"/>
                <a:gd name="T4" fmla="*/ 47 w 22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2" y="0"/>
                  </a:moveTo>
                  <a:cubicBezTo>
                    <a:pt x="6" y="8"/>
                    <a:pt x="14" y="10"/>
                    <a:pt x="18" y="1"/>
                  </a:cubicBezTo>
                  <a:cubicBezTo>
                    <a:pt x="22" y="18"/>
                    <a:pt x="0" y="10"/>
                    <a:pt x="4" y="4"/>
                  </a:cubicBezTo>
                </a:path>
              </a:pathLst>
            </a:custGeom>
            <a:solidFill>
              <a:srgbClr val="F9E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138">
              <a:extLst>
                <a:ext uri="{FF2B5EF4-FFF2-40B4-BE49-F238E27FC236}">
                  <a16:creationId xmlns:a16="http://schemas.microsoft.com/office/drawing/2014/main" id="{C9008958-4AEF-42E2-A296-33728EDFB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740"/>
              <a:ext cx="8" cy="44"/>
            </a:xfrm>
            <a:custGeom>
              <a:avLst/>
              <a:gdLst>
                <a:gd name="T0" fmla="*/ 54 w 5"/>
                <a:gd name="T1" fmla="*/ 0 h 25"/>
                <a:gd name="T2" fmla="*/ 0 w 5"/>
                <a:gd name="T3" fmla="*/ 42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5" y="0"/>
                  </a:moveTo>
                  <a:cubicBezTo>
                    <a:pt x="3" y="8"/>
                    <a:pt x="2" y="17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139">
              <a:extLst>
                <a:ext uri="{FF2B5EF4-FFF2-40B4-BE49-F238E27FC236}">
                  <a16:creationId xmlns:a16="http://schemas.microsoft.com/office/drawing/2014/main" id="{12C3DDCF-A7B0-4CDC-AC0C-EDD9A0DD9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752"/>
              <a:ext cx="5" cy="46"/>
            </a:xfrm>
            <a:custGeom>
              <a:avLst/>
              <a:gdLst>
                <a:gd name="T0" fmla="*/ 37 w 3"/>
                <a:gd name="T1" fmla="*/ 0 h 26"/>
                <a:gd name="T2" fmla="*/ 22 w 3"/>
                <a:gd name="T3" fmla="*/ 44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6">
                  <a:moveTo>
                    <a:pt x="3" y="0"/>
                  </a:moveTo>
                  <a:cubicBezTo>
                    <a:pt x="3" y="8"/>
                    <a:pt x="0" y="18"/>
                    <a:pt x="2" y="2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140">
              <a:extLst>
                <a:ext uri="{FF2B5EF4-FFF2-40B4-BE49-F238E27FC236}">
                  <a16:creationId xmlns:a16="http://schemas.microsoft.com/office/drawing/2014/main" id="{35D79EA8-371A-4EDB-BD69-2128A62F8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751"/>
              <a:ext cx="10" cy="45"/>
            </a:xfrm>
            <a:custGeom>
              <a:avLst/>
              <a:gdLst>
                <a:gd name="T0" fmla="*/ 0 w 6"/>
                <a:gd name="T1" fmla="*/ 0 h 26"/>
                <a:gd name="T2" fmla="*/ 22 w 6"/>
                <a:gd name="T3" fmla="*/ 151 h 26"/>
                <a:gd name="T4" fmla="*/ 55 w 6"/>
                <a:gd name="T5" fmla="*/ 317 h 26"/>
                <a:gd name="T6" fmla="*/ 78 w 6"/>
                <a:gd name="T7" fmla="*/ 40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1" y="3"/>
                    <a:pt x="1" y="7"/>
                    <a:pt x="2" y="10"/>
                  </a:cubicBezTo>
                  <a:cubicBezTo>
                    <a:pt x="3" y="14"/>
                    <a:pt x="4" y="17"/>
                    <a:pt x="4" y="20"/>
                  </a:cubicBezTo>
                  <a:cubicBezTo>
                    <a:pt x="5" y="22"/>
                    <a:pt x="5" y="25"/>
                    <a:pt x="6" y="2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141">
              <a:extLst>
                <a:ext uri="{FF2B5EF4-FFF2-40B4-BE49-F238E27FC236}">
                  <a16:creationId xmlns:a16="http://schemas.microsoft.com/office/drawing/2014/main" id="{877016C5-CC87-4B88-B7F6-AA19570A8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740"/>
              <a:ext cx="20" cy="40"/>
            </a:xfrm>
            <a:custGeom>
              <a:avLst/>
              <a:gdLst>
                <a:gd name="T0" fmla="*/ 0 w 12"/>
                <a:gd name="T1" fmla="*/ 0 h 23"/>
                <a:gd name="T2" fmla="*/ 153 w 12"/>
                <a:gd name="T3" fmla="*/ 36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4" y="6"/>
                    <a:pt x="8" y="16"/>
                    <a:pt x="12" y="2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142">
              <a:extLst>
                <a:ext uri="{FF2B5EF4-FFF2-40B4-BE49-F238E27FC236}">
                  <a16:creationId xmlns:a16="http://schemas.microsoft.com/office/drawing/2014/main" id="{7033F4D5-FB18-4DA2-A67B-B923A81C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719"/>
              <a:ext cx="21" cy="28"/>
            </a:xfrm>
            <a:custGeom>
              <a:avLst/>
              <a:gdLst>
                <a:gd name="T0" fmla="*/ 0 w 13"/>
                <a:gd name="T1" fmla="*/ 0 h 16"/>
                <a:gd name="T2" fmla="*/ 144 w 13"/>
                <a:gd name="T3" fmla="*/ 26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5" y="5"/>
                    <a:pt x="8" y="12"/>
                    <a:pt x="13" y="1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Freeform 143">
              <a:extLst>
                <a:ext uri="{FF2B5EF4-FFF2-40B4-BE49-F238E27FC236}">
                  <a16:creationId xmlns:a16="http://schemas.microsoft.com/office/drawing/2014/main" id="{9382E36E-13E8-4673-A744-17CE39F6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686"/>
              <a:ext cx="24" cy="31"/>
            </a:xfrm>
            <a:custGeom>
              <a:avLst/>
              <a:gdLst>
                <a:gd name="T0" fmla="*/ 0 w 15"/>
                <a:gd name="T1" fmla="*/ 0 h 18"/>
                <a:gd name="T2" fmla="*/ 157 w 15"/>
                <a:gd name="T3" fmla="*/ 27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6" y="5"/>
                    <a:pt x="11" y="13"/>
                    <a:pt x="15" y="1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Freeform 144">
              <a:extLst>
                <a:ext uri="{FF2B5EF4-FFF2-40B4-BE49-F238E27FC236}">
                  <a16:creationId xmlns:a16="http://schemas.microsoft.com/office/drawing/2014/main" id="{9C047B74-EEA6-4A13-9B95-EE7DEEC3B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651"/>
              <a:ext cx="25" cy="37"/>
            </a:xfrm>
            <a:custGeom>
              <a:avLst/>
              <a:gdLst>
                <a:gd name="T0" fmla="*/ 0 w 15"/>
                <a:gd name="T1" fmla="*/ 0 h 21"/>
                <a:gd name="T2" fmla="*/ 195 w 15"/>
                <a:gd name="T3" fmla="*/ 35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8" y="2"/>
                    <a:pt x="9" y="18"/>
                    <a:pt x="15" y="2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145">
              <a:extLst>
                <a:ext uri="{FF2B5EF4-FFF2-40B4-BE49-F238E27FC236}">
                  <a16:creationId xmlns:a16="http://schemas.microsoft.com/office/drawing/2014/main" id="{D9410B2C-0B6B-4622-B4FB-37BD85899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635"/>
              <a:ext cx="6" cy="48"/>
            </a:xfrm>
            <a:custGeom>
              <a:avLst/>
              <a:gdLst>
                <a:gd name="T0" fmla="*/ 0 w 4"/>
                <a:gd name="T1" fmla="*/ 0 h 27"/>
                <a:gd name="T2" fmla="*/ 27 w 4"/>
                <a:gd name="T3" fmla="*/ 320 h 27"/>
                <a:gd name="T4" fmla="*/ 32 w 4"/>
                <a:gd name="T5" fmla="*/ 47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7">
                  <a:moveTo>
                    <a:pt x="0" y="0"/>
                  </a:moveTo>
                  <a:cubicBezTo>
                    <a:pt x="2" y="6"/>
                    <a:pt x="2" y="12"/>
                    <a:pt x="3" y="18"/>
                  </a:cubicBezTo>
                  <a:cubicBezTo>
                    <a:pt x="3" y="21"/>
                    <a:pt x="3" y="25"/>
                    <a:pt x="4" y="2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146">
              <a:extLst>
                <a:ext uri="{FF2B5EF4-FFF2-40B4-BE49-F238E27FC236}">
                  <a16:creationId xmlns:a16="http://schemas.microsoft.com/office/drawing/2014/main" id="{0705B1CF-2DEC-43AC-B2CE-8F41FA5D7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642"/>
              <a:ext cx="11" cy="41"/>
            </a:xfrm>
            <a:custGeom>
              <a:avLst/>
              <a:gdLst>
                <a:gd name="T0" fmla="*/ 49 w 7"/>
                <a:gd name="T1" fmla="*/ 0 h 23"/>
                <a:gd name="T2" fmla="*/ 20 w 7"/>
                <a:gd name="T3" fmla="*/ 273 h 23"/>
                <a:gd name="T4" fmla="*/ 0 w 7"/>
                <a:gd name="T5" fmla="*/ 41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3">
                  <a:moveTo>
                    <a:pt x="5" y="0"/>
                  </a:moveTo>
                  <a:cubicBezTo>
                    <a:pt x="7" y="3"/>
                    <a:pt x="3" y="11"/>
                    <a:pt x="2" y="15"/>
                  </a:cubicBezTo>
                  <a:cubicBezTo>
                    <a:pt x="1" y="18"/>
                    <a:pt x="1" y="21"/>
                    <a:pt x="0" y="2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147">
              <a:extLst>
                <a:ext uri="{FF2B5EF4-FFF2-40B4-BE49-F238E27FC236}">
                  <a16:creationId xmlns:a16="http://schemas.microsoft.com/office/drawing/2014/main" id="{D9EF7DCE-F43E-493D-AA3D-14E53AD73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683"/>
              <a:ext cx="21" cy="24"/>
            </a:xfrm>
            <a:custGeom>
              <a:avLst/>
              <a:gdLst>
                <a:gd name="T0" fmla="*/ 0 w 13"/>
                <a:gd name="T1" fmla="*/ 206 h 14"/>
                <a:gd name="T2" fmla="*/ 144 w 1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14"/>
                  </a:moveTo>
                  <a:cubicBezTo>
                    <a:pt x="5" y="12"/>
                    <a:pt x="10" y="4"/>
                    <a:pt x="13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148">
              <a:extLst>
                <a:ext uri="{FF2B5EF4-FFF2-40B4-BE49-F238E27FC236}">
                  <a16:creationId xmlns:a16="http://schemas.microsoft.com/office/drawing/2014/main" id="{AF127239-8423-4F69-B076-51523E9D4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712"/>
              <a:ext cx="16" cy="32"/>
            </a:xfrm>
            <a:custGeom>
              <a:avLst/>
              <a:gdLst>
                <a:gd name="T0" fmla="*/ 107 w 10"/>
                <a:gd name="T1" fmla="*/ 0 h 18"/>
                <a:gd name="T2" fmla="*/ 0 w 10"/>
                <a:gd name="T3" fmla="*/ 32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7" y="6"/>
                    <a:pt x="2" y="12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Freeform 149">
              <a:extLst>
                <a:ext uri="{FF2B5EF4-FFF2-40B4-BE49-F238E27FC236}">
                  <a16:creationId xmlns:a16="http://schemas.microsoft.com/office/drawing/2014/main" id="{100443BD-D5ED-413B-95E6-A360DE048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730"/>
              <a:ext cx="10" cy="43"/>
            </a:xfrm>
            <a:custGeom>
              <a:avLst/>
              <a:gdLst>
                <a:gd name="T0" fmla="*/ 0 w 6"/>
                <a:gd name="T1" fmla="*/ 375 h 25"/>
                <a:gd name="T2" fmla="*/ 78 w 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1" y="17"/>
                    <a:pt x="3" y="7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Freeform 150">
              <a:extLst>
                <a:ext uri="{FF2B5EF4-FFF2-40B4-BE49-F238E27FC236}">
                  <a16:creationId xmlns:a16="http://schemas.microsoft.com/office/drawing/2014/main" id="{BAF5272B-21CC-460A-BD12-6FF3949E8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738"/>
              <a:ext cx="9" cy="48"/>
            </a:xfrm>
            <a:custGeom>
              <a:avLst/>
              <a:gdLst>
                <a:gd name="T0" fmla="*/ 0 w 6"/>
                <a:gd name="T1" fmla="*/ 0 h 27"/>
                <a:gd name="T2" fmla="*/ 32 w 6"/>
                <a:gd name="T3" fmla="*/ 47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0" y="0"/>
                  </a:moveTo>
                  <a:cubicBezTo>
                    <a:pt x="6" y="6"/>
                    <a:pt x="1" y="19"/>
                    <a:pt x="4" y="2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Freeform 151">
              <a:extLst>
                <a:ext uri="{FF2B5EF4-FFF2-40B4-BE49-F238E27FC236}">
                  <a16:creationId xmlns:a16="http://schemas.microsoft.com/office/drawing/2014/main" id="{7AFA70A7-D6C1-4FD9-890E-7FD41D81E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737"/>
              <a:ext cx="10" cy="49"/>
            </a:xfrm>
            <a:custGeom>
              <a:avLst/>
              <a:gdLst>
                <a:gd name="T0" fmla="*/ 0 w 6"/>
                <a:gd name="T1" fmla="*/ 0 h 28"/>
                <a:gd name="T2" fmla="*/ 37 w 6"/>
                <a:gd name="T3" fmla="*/ 285 h 28"/>
                <a:gd name="T4" fmla="*/ 78 w 6"/>
                <a:gd name="T5" fmla="*/ 46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8">
                  <a:moveTo>
                    <a:pt x="0" y="0"/>
                  </a:moveTo>
                  <a:cubicBezTo>
                    <a:pt x="3" y="3"/>
                    <a:pt x="3" y="13"/>
                    <a:pt x="3" y="17"/>
                  </a:cubicBezTo>
                  <a:cubicBezTo>
                    <a:pt x="4" y="21"/>
                    <a:pt x="5" y="25"/>
                    <a:pt x="6" y="2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Freeform 152">
              <a:extLst>
                <a:ext uri="{FF2B5EF4-FFF2-40B4-BE49-F238E27FC236}">
                  <a16:creationId xmlns:a16="http://schemas.microsoft.com/office/drawing/2014/main" id="{457529AA-755E-4BEF-B589-80873768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714"/>
              <a:ext cx="21" cy="24"/>
            </a:xfrm>
            <a:custGeom>
              <a:avLst/>
              <a:gdLst>
                <a:gd name="T0" fmla="*/ 0 w 13"/>
                <a:gd name="T1" fmla="*/ 0 h 14"/>
                <a:gd name="T2" fmla="*/ 144 w 13"/>
                <a:gd name="T3" fmla="*/ 20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4" y="5"/>
                    <a:pt x="9" y="9"/>
                    <a:pt x="13" y="14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Freeform 153">
              <a:extLst>
                <a:ext uri="{FF2B5EF4-FFF2-40B4-BE49-F238E27FC236}">
                  <a16:creationId xmlns:a16="http://schemas.microsoft.com/office/drawing/2014/main" id="{48B47BA6-8D53-4E5C-B13F-DA3FE3E9F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676"/>
              <a:ext cx="22" cy="8"/>
            </a:xfrm>
            <a:custGeom>
              <a:avLst/>
              <a:gdLst>
                <a:gd name="T0" fmla="*/ 181 w 13"/>
                <a:gd name="T1" fmla="*/ 54 h 5"/>
                <a:gd name="T2" fmla="*/ 0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5"/>
                  </a:moveTo>
                  <a:cubicBezTo>
                    <a:pt x="10" y="2"/>
                    <a:pt x="4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Freeform 154">
              <a:extLst>
                <a:ext uri="{FF2B5EF4-FFF2-40B4-BE49-F238E27FC236}">
                  <a16:creationId xmlns:a16="http://schemas.microsoft.com/office/drawing/2014/main" id="{3371456D-44B3-4514-A42C-62EBA1001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614"/>
              <a:ext cx="23" cy="13"/>
            </a:xfrm>
            <a:custGeom>
              <a:avLst/>
              <a:gdLst>
                <a:gd name="T0" fmla="*/ 168 w 14"/>
                <a:gd name="T1" fmla="*/ 156 h 7"/>
                <a:gd name="T2" fmla="*/ 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14" y="7"/>
                  </a:moveTo>
                  <a:cubicBezTo>
                    <a:pt x="9" y="6"/>
                    <a:pt x="5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Freeform 155">
              <a:extLst>
                <a:ext uri="{FF2B5EF4-FFF2-40B4-BE49-F238E27FC236}">
                  <a16:creationId xmlns:a16="http://schemas.microsoft.com/office/drawing/2014/main" id="{74AC1A8F-9129-4222-99F9-973DF6A8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560"/>
              <a:ext cx="8" cy="44"/>
            </a:xfrm>
            <a:custGeom>
              <a:avLst/>
              <a:gdLst>
                <a:gd name="T0" fmla="*/ 54 w 5"/>
                <a:gd name="T1" fmla="*/ 421 h 25"/>
                <a:gd name="T2" fmla="*/ 0 w 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5" y="25"/>
                  </a:moveTo>
                  <a:cubicBezTo>
                    <a:pt x="0" y="20"/>
                    <a:pt x="0" y="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Freeform 156">
              <a:extLst>
                <a:ext uri="{FF2B5EF4-FFF2-40B4-BE49-F238E27FC236}">
                  <a16:creationId xmlns:a16="http://schemas.microsoft.com/office/drawing/2014/main" id="{F13EC38B-B4B0-4D6E-BE94-F1626BB51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562"/>
              <a:ext cx="12" cy="47"/>
            </a:xfrm>
            <a:custGeom>
              <a:avLst/>
              <a:gdLst>
                <a:gd name="T0" fmla="*/ 77 w 7"/>
                <a:gd name="T1" fmla="*/ 0 h 27"/>
                <a:gd name="T2" fmla="*/ 26 w 7"/>
                <a:gd name="T3" fmla="*/ 299 h 27"/>
                <a:gd name="T4" fmla="*/ 0 w 7"/>
                <a:gd name="T5" fmla="*/ 43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7">
                  <a:moveTo>
                    <a:pt x="5" y="0"/>
                  </a:moveTo>
                  <a:cubicBezTo>
                    <a:pt x="7" y="5"/>
                    <a:pt x="3" y="14"/>
                    <a:pt x="2" y="19"/>
                  </a:cubicBezTo>
                  <a:cubicBezTo>
                    <a:pt x="2" y="22"/>
                    <a:pt x="1" y="25"/>
                    <a:pt x="0" y="2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157">
              <a:extLst>
                <a:ext uri="{FF2B5EF4-FFF2-40B4-BE49-F238E27FC236}">
                  <a16:creationId xmlns:a16="http://schemas.microsoft.com/office/drawing/2014/main" id="{96F9C665-0727-47F7-9D3D-35F5AAA49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620"/>
              <a:ext cx="24" cy="17"/>
            </a:xfrm>
            <a:custGeom>
              <a:avLst/>
              <a:gdLst>
                <a:gd name="T0" fmla="*/ 0 w 15"/>
                <a:gd name="T1" fmla="*/ 141 h 10"/>
                <a:gd name="T2" fmla="*/ 157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6" y="8"/>
                    <a:pt x="10" y="2"/>
                    <a:pt x="15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Freeform 158">
              <a:extLst>
                <a:ext uri="{FF2B5EF4-FFF2-40B4-BE49-F238E27FC236}">
                  <a16:creationId xmlns:a16="http://schemas.microsoft.com/office/drawing/2014/main" id="{75F28244-3C07-4D2B-AAFF-5E83DE80B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662"/>
              <a:ext cx="21" cy="15"/>
            </a:xfrm>
            <a:custGeom>
              <a:avLst/>
              <a:gdLst>
                <a:gd name="T0" fmla="*/ 144 w 13"/>
                <a:gd name="T1" fmla="*/ 0 h 9"/>
                <a:gd name="T2" fmla="*/ 0 w 13"/>
                <a:gd name="T3" fmla="*/ 1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8" y="2"/>
                    <a:pt x="5" y="7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159">
              <a:extLst>
                <a:ext uri="{FF2B5EF4-FFF2-40B4-BE49-F238E27FC236}">
                  <a16:creationId xmlns:a16="http://schemas.microsoft.com/office/drawing/2014/main" id="{C374E8D7-C3D9-4D67-9DFC-789625C75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697"/>
              <a:ext cx="16" cy="33"/>
            </a:xfrm>
            <a:custGeom>
              <a:avLst/>
              <a:gdLst>
                <a:gd name="T0" fmla="*/ 107 w 10"/>
                <a:gd name="T1" fmla="*/ 0 h 19"/>
                <a:gd name="T2" fmla="*/ 0 w 10"/>
                <a:gd name="T3" fmla="*/ 2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6" y="6"/>
                    <a:pt x="2" y="13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Freeform 160">
              <a:extLst>
                <a:ext uri="{FF2B5EF4-FFF2-40B4-BE49-F238E27FC236}">
                  <a16:creationId xmlns:a16="http://schemas.microsoft.com/office/drawing/2014/main" id="{57A1EE3C-1A29-4083-B400-E4936650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721"/>
              <a:ext cx="5" cy="45"/>
            </a:xfrm>
            <a:custGeom>
              <a:avLst/>
              <a:gdLst>
                <a:gd name="T0" fmla="*/ 37 w 3"/>
                <a:gd name="T1" fmla="*/ 0 h 26"/>
                <a:gd name="T2" fmla="*/ 37 w 3"/>
                <a:gd name="T3" fmla="*/ 62 h 26"/>
                <a:gd name="T4" fmla="*/ 13 w 3"/>
                <a:gd name="T5" fmla="*/ 249 h 26"/>
                <a:gd name="T6" fmla="*/ 0 w 3"/>
                <a:gd name="T7" fmla="*/ 40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6">
                  <a:moveTo>
                    <a:pt x="3" y="0"/>
                  </a:moveTo>
                  <a:cubicBezTo>
                    <a:pt x="3" y="1"/>
                    <a:pt x="3" y="3"/>
                    <a:pt x="3" y="4"/>
                  </a:cubicBezTo>
                  <a:cubicBezTo>
                    <a:pt x="2" y="8"/>
                    <a:pt x="2" y="12"/>
                    <a:pt x="1" y="16"/>
                  </a:cubicBezTo>
                  <a:cubicBezTo>
                    <a:pt x="1" y="19"/>
                    <a:pt x="0" y="23"/>
                    <a:pt x="0" y="2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161">
              <a:extLst>
                <a:ext uri="{FF2B5EF4-FFF2-40B4-BE49-F238E27FC236}">
                  <a16:creationId xmlns:a16="http://schemas.microsoft.com/office/drawing/2014/main" id="{A3E9350E-766A-4BE2-8475-68F8E876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719"/>
              <a:ext cx="12" cy="42"/>
            </a:xfrm>
            <a:custGeom>
              <a:avLst/>
              <a:gdLst>
                <a:gd name="T0" fmla="*/ 106 w 7"/>
                <a:gd name="T1" fmla="*/ 399 h 24"/>
                <a:gd name="T2" fmla="*/ 0 w 7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24"/>
                  </a:moveTo>
                  <a:cubicBezTo>
                    <a:pt x="2" y="18"/>
                    <a:pt x="3" y="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Freeform 162">
              <a:extLst>
                <a:ext uri="{FF2B5EF4-FFF2-40B4-BE49-F238E27FC236}">
                  <a16:creationId xmlns:a16="http://schemas.microsoft.com/office/drawing/2014/main" id="{B989DA2D-328D-422B-9CB1-8ED912277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695"/>
              <a:ext cx="21" cy="28"/>
            </a:xfrm>
            <a:custGeom>
              <a:avLst/>
              <a:gdLst>
                <a:gd name="T0" fmla="*/ 0 w 13"/>
                <a:gd name="T1" fmla="*/ 0 h 16"/>
                <a:gd name="T2" fmla="*/ 144 w 13"/>
                <a:gd name="T3" fmla="*/ 26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4" y="6"/>
                    <a:pt x="9" y="11"/>
                    <a:pt x="13" y="1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Freeform 163">
              <a:extLst>
                <a:ext uri="{FF2B5EF4-FFF2-40B4-BE49-F238E27FC236}">
                  <a16:creationId xmlns:a16="http://schemas.microsoft.com/office/drawing/2014/main" id="{8570D7A2-5DA9-42B9-84DC-FCC848429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1648"/>
              <a:ext cx="26" cy="24"/>
            </a:xfrm>
            <a:custGeom>
              <a:avLst/>
              <a:gdLst>
                <a:gd name="T0" fmla="*/ 180 w 16"/>
                <a:gd name="T1" fmla="*/ 206 h 14"/>
                <a:gd name="T2" fmla="*/ 0 w 1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14"/>
                  </a:moveTo>
                  <a:cubicBezTo>
                    <a:pt x="12" y="10"/>
                    <a:pt x="3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164">
              <a:extLst>
                <a:ext uri="{FF2B5EF4-FFF2-40B4-BE49-F238E27FC236}">
                  <a16:creationId xmlns:a16="http://schemas.microsoft.com/office/drawing/2014/main" id="{721926A2-B173-4797-91C5-27237323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595"/>
              <a:ext cx="21" cy="37"/>
            </a:xfrm>
            <a:custGeom>
              <a:avLst/>
              <a:gdLst>
                <a:gd name="T0" fmla="*/ 0 w 13"/>
                <a:gd name="T1" fmla="*/ 0 h 21"/>
                <a:gd name="T2" fmla="*/ 110 w 13"/>
                <a:gd name="T3" fmla="*/ 241 h 21"/>
                <a:gd name="T4" fmla="*/ 144 w 13"/>
                <a:gd name="T5" fmla="*/ 358 h 21"/>
                <a:gd name="T6" fmla="*/ 144 w 13"/>
                <a:gd name="T7" fmla="*/ 35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5"/>
                    <a:pt x="7" y="9"/>
                    <a:pt x="10" y="14"/>
                  </a:cubicBezTo>
                  <a:cubicBezTo>
                    <a:pt x="11" y="17"/>
                    <a:pt x="12" y="19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165">
              <a:extLst>
                <a:ext uri="{FF2B5EF4-FFF2-40B4-BE49-F238E27FC236}">
                  <a16:creationId xmlns:a16="http://schemas.microsoft.com/office/drawing/2014/main" id="{77CFAE9E-D668-42B5-A25A-61305AF21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567"/>
              <a:ext cx="3" cy="47"/>
            </a:xfrm>
            <a:custGeom>
              <a:avLst/>
              <a:gdLst>
                <a:gd name="T0" fmla="*/ 18 w 2"/>
                <a:gd name="T1" fmla="*/ 433 h 27"/>
                <a:gd name="T2" fmla="*/ 18 w 2"/>
                <a:gd name="T3" fmla="*/ 127 h 27"/>
                <a:gd name="T4" fmla="*/ 18 w 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7">
                  <a:moveTo>
                    <a:pt x="2" y="27"/>
                  </a:moveTo>
                  <a:cubicBezTo>
                    <a:pt x="0" y="21"/>
                    <a:pt x="2" y="14"/>
                    <a:pt x="2" y="8"/>
                  </a:cubicBezTo>
                  <a:cubicBezTo>
                    <a:pt x="2" y="5"/>
                    <a:pt x="2" y="3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Freeform 166">
              <a:extLst>
                <a:ext uri="{FF2B5EF4-FFF2-40B4-BE49-F238E27FC236}">
                  <a16:creationId xmlns:a16="http://schemas.microsoft.com/office/drawing/2014/main" id="{E1C6BD56-4C13-4544-849E-52FF65BE7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581"/>
              <a:ext cx="16" cy="44"/>
            </a:xfrm>
            <a:custGeom>
              <a:avLst/>
              <a:gdLst>
                <a:gd name="T0" fmla="*/ 107 w 10"/>
                <a:gd name="T1" fmla="*/ 0 h 25"/>
                <a:gd name="T2" fmla="*/ 34 w 10"/>
                <a:gd name="T3" fmla="*/ 306 h 25"/>
                <a:gd name="T4" fmla="*/ 0 w 10"/>
                <a:gd name="T5" fmla="*/ 4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10" y="0"/>
                  </a:moveTo>
                  <a:cubicBezTo>
                    <a:pt x="10" y="5"/>
                    <a:pt x="5" y="13"/>
                    <a:pt x="3" y="18"/>
                  </a:cubicBezTo>
                  <a:cubicBezTo>
                    <a:pt x="2" y="20"/>
                    <a:pt x="0" y="23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Freeform 167">
              <a:extLst>
                <a:ext uri="{FF2B5EF4-FFF2-40B4-BE49-F238E27FC236}">
                  <a16:creationId xmlns:a16="http://schemas.microsoft.com/office/drawing/2014/main" id="{9B21DB08-4376-4B6C-950A-6FAF29E27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628"/>
              <a:ext cx="24" cy="30"/>
            </a:xfrm>
            <a:custGeom>
              <a:avLst/>
              <a:gdLst>
                <a:gd name="T0" fmla="*/ 0 w 15"/>
                <a:gd name="T1" fmla="*/ 293 h 17"/>
                <a:gd name="T2" fmla="*/ 157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4" y="11"/>
                    <a:pt x="9" y="4"/>
                    <a:pt x="15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Freeform 168">
              <a:extLst>
                <a:ext uri="{FF2B5EF4-FFF2-40B4-BE49-F238E27FC236}">
                  <a16:creationId xmlns:a16="http://schemas.microsoft.com/office/drawing/2014/main" id="{A10F94D3-DAB7-41E2-B0AF-4C60E5735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669"/>
              <a:ext cx="16" cy="33"/>
            </a:xfrm>
            <a:custGeom>
              <a:avLst/>
              <a:gdLst>
                <a:gd name="T0" fmla="*/ 107 w 10"/>
                <a:gd name="T1" fmla="*/ 0 h 19"/>
                <a:gd name="T2" fmla="*/ 34 w 10"/>
                <a:gd name="T3" fmla="*/ 221 h 19"/>
                <a:gd name="T4" fmla="*/ 0 w 10"/>
                <a:gd name="T5" fmla="*/ 29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9" y="4"/>
                    <a:pt x="5" y="9"/>
                    <a:pt x="3" y="14"/>
                  </a:cubicBezTo>
                  <a:cubicBezTo>
                    <a:pt x="2" y="16"/>
                    <a:pt x="1" y="18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Freeform 169">
              <a:extLst>
                <a:ext uri="{FF2B5EF4-FFF2-40B4-BE49-F238E27FC236}">
                  <a16:creationId xmlns:a16="http://schemas.microsoft.com/office/drawing/2014/main" id="{45EE8F27-6239-4694-90D7-8D778A708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695"/>
              <a:ext cx="9" cy="45"/>
            </a:xfrm>
            <a:custGeom>
              <a:avLst/>
              <a:gdLst>
                <a:gd name="T0" fmla="*/ 32 w 6"/>
                <a:gd name="T1" fmla="*/ 0 h 26"/>
                <a:gd name="T2" fmla="*/ 18 w 6"/>
                <a:gd name="T3" fmla="*/ 261 h 26"/>
                <a:gd name="T4" fmla="*/ 0 w 6"/>
                <a:gd name="T5" fmla="*/ 40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6">
                  <a:moveTo>
                    <a:pt x="4" y="0"/>
                  </a:moveTo>
                  <a:cubicBezTo>
                    <a:pt x="6" y="3"/>
                    <a:pt x="3" y="13"/>
                    <a:pt x="2" y="17"/>
                  </a:cubicBezTo>
                  <a:cubicBezTo>
                    <a:pt x="2" y="20"/>
                    <a:pt x="1" y="23"/>
                    <a:pt x="0" y="2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Freeform 170">
              <a:extLst>
                <a:ext uri="{FF2B5EF4-FFF2-40B4-BE49-F238E27FC236}">
                  <a16:creationId xmlns:a16="http://schemas.microsoft.com/office/drawing/2014/main" id="{37597614-0FB5-4C6F-B405-710BA3798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688"/>
              <a:ext cx="20" cy="33"/>
            </a:xfrm>
            <a:custGeom>
              <a:avLst/>
              <a:gdLst>
                <a:gd name="T0" fmla="*/ 153 w 12"/>
                <a:gd name="T1" fmla="*/ 299 h 19"/>
                <a:gd name="T2" fmla="*/ 55 w 12"/>
                <a:gd name="T3" fmla="*/ 90 h 19"/>
                <a:gd name="T4" fmla="*/ 37 w 12"/>
                <a:gd name="T5" fmla="*/ 28 h 19"/>
                <a:gd name="T6" fmla="*/ 22 w 12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12" y="19"/>
                  </a:moveTo>
                  <a:cubicBezTo>
                    <a:pt x="10" y="14"/>
                    <a:pt x="7" y="10"/>
                    <a:pt x="4" y="6"/>
                  </a:cubicBezTo>
                  <a:cubicBezTo>
                    <a:pt x="4" y="5"/>
                    <a:pt x="3" y="3"/>
                    <a:pt x="3" y="2"/>
                  </a:cubicBezTo>
                  <a:cubicBezTo>
                    <a:pt x="2" y="1"/>
                    <a:pt x="0" y="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171">
              <a:extLst>
                <a:ext uri="{FF2B5EF4-FFF2-40B4-BE49-F238E27FC236}">
                  <a16:creationId xmlns:a16="http://schemas.microsoft.com/office/drawing/2014/main" id="{D9C34685-BC33-4D6B-87AD-73BB44043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648"/>
              <a:ext cx="16" cy="21"/>
            </a:xfrm>
            <a:custGeom>
              <a:avLst/>
              <a:gdLst>
                <a:gd name="T0" fmla="*/ 0 w 10"/>
                <a:gd name="T1" fmla="*/ 0 h 12"/>
                <a:gd name="T2" fmla="*/ 107 w 10"/>
                <a:gd name="T3" fmla="*/ 20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2" y="4"/>
                    <a:pt x="10" y="7"/>
                    <a:pt x="10" y="1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172">
              <a:extLst>
                <a:ext uri="{FF2B5EF4-FFF2-40B4-BE49-F238E27FC236}">
                  <a16:creationId xmlns:a16="http://schemas.microsoft.com/office/drawing/2014/main" id="{41EBA1EA-E6EE-4679-B7A6-9B4036F33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737"/>
              <a:ext cx="16" cy="19"/>
            </a:xfrm>
            <a:custGeom>
              <a:avLst/>
              <a:gdLst>
                <a:gd name="T0" fmla="*/ 74 w 10"/>
                <a:gd name="T1" fmla="*/ 62 h 11"/>
                <a:gd name="T2" fmla="*/ 90 w 10"/>
                <a:gd name="T3" fmla="*/ 149 h 11"/>
                <a:gd name="T4" fmla="*/ 34 w 10"/>
                <a:gd name="T5" fmla="*/ 123 h 11"/>
                <a:gd name="T6" fmla="*/ 13 w 10"/>
                <a:gd name="T7" fmla="*/ 16 h 11"/>
                <a:gd name="T8" fmla="*/ 74 w 10"/>
                <a:gd name="T9" fmla="*/ 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7" y="4"/>
                  </a:moveTo>
                  <a:cubicBezTo>
                    <a:pt x="10" y="6"/>
                    <a:pt x="10" y="9"/>
                    <a:pt x="9" y="10"/>
                  </a:cubicBezTo>
                  <a:cubicBezTo>
                    <a:pt x="7" y="11"/>
                    <a:pt x="5" y="10"/>
                    <a:pt x="3" y="8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3" y="0"/>
                    <a:pt x="5" y="1"/>
                    <a:pt x="7" y="4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173">
              <a:extLst>
                <a:ext uri="{FF2B5EF4-FFF2-40B4-BE49-F238E27FC236}">
                  <a16:creationId xmlns:a16="http://schemas.microsoft.com/office/drawing/2014/main" id="{BCED180C-8541-4BAF-AE24-9B111259D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765"/>
              <a:ext cx="19" cy="14"/>
            </a:xfrm>
            <a:custGeom>
              <a:avLst/>
              <a:gdLst>
                <a:gd name="T0" fmla="*/ 52 w 12"/>
                <a:gd name="T1" fmla="*/ 21 h 8"/>
                <a:gd name="T2" fmla="*/ 108 w 12"/>
                <a:gd name="T3" fmla="*/ 49 h 8"/>
                <a:gd name="T4" fmla="*/ 63 w 12"/>
                <a:gd name="T5" fmla="*/ 114 h 8"/>
                <a:gd name="T6" fmla="*/ 0 w 12"/>
                <a:gd name="T7" fmla="*/ 86 h 8"/>
                <a:gd name="T8" fmla="*/ 52 w 12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5" y="1"/>
                  </a:moveTo>
                  <a:cubicBezTo>
                    <a:pt x="8" y="0"/>
                    <a:pt x="11" y="1"/>
                    <a:pt x="11" y="3"/>
                  </a:cubicBezTo>
                  <a:cubicBezTo>
                    <a:pt x="12" y="4"/>
                    <a:pt x="10" y="6"/>
                    <a:pt x="6" y="7"/>
                  </a:cubicBezTo>
                  <a:cubicBezTo>
                    <a:pt x="3" y="8"/>
                    <a:pt x="0" y="7"/>
                    <a:pt x="0" y="5"/>
                  </a:cubicBezTo>
                  <a:cubicBezTo>
                    <a:pt x="0" y="4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174">
              <a:extLst>
                <a:ext uri="{FF2B5EF4-FFF2-40B4-BE49-F238E27FC236}">
                  <a16:creationId xmlns:a16="http://schemas.microsoft.com/office/drawing/2014/main" id="{BE2EEE8F-ED4E-4607-8424-B02BDEBB4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740"/>
              <a:ext cx="20" cy="14"/>
            </a:xfrm>
            <a:custGeom>
              <a:avLst/>
              <a:gdLst>
                <a:gd name="T0" fmla="*/ 92 w 12"/>
                <a:gd name="T1" fmla="*/ 0 h 8"/>
                <a:gd name="T2" fmla="*/ 138 w 12"/>
                <a:gd name="T3" fmla="*/ 86 h 8"/>
                <a:gd name="T4" fmla="*/ 62 w 12"/>
                <a:gd name="T5" fmla="*/ 114 h 8"/>
                <a:gd name="T6" fmla="*/ 0 w 12"/>
                <a:gd name="T7" fmla="*/ 37 h 8"/>
                <a:gd name="T8" fmla="*/ 92 w 1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7" y="0"/>
                  </a:moveTo>
                  <a:cubicBezTo>
                    <a:pt x="10" y="1"/>
                    <a:pt x="12" y="3"/>
                    <a:pt x="11" y="5"/>
                  </a:cubicBezTo>
                  <a:cubicBezTo>
                    <a:pt x="11" y="7"/>
                    <a:pt x="8" y="8"/>
                    <a:pt x="5" y="7"/>
                  </a:cubicBezTo>
                  <a:cubicBezTo>
                    <a:pt x="2" y="6"/>
                    <a:pt x="0" y="4"/>
                    <a:pt x="0" y="2"/>
                  </a:cubicBezTo>
                  <a:cubicBezTo>
                    <a:pt x="1" y="0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175">
              <a:extLst>
                <a:ext uri="{FF2B5EF4-FFF2-40B4-BE49-F238E27FC236}">
                  <a16:creationId xmlns:a16="http://schemas.microsoft.com/office/drawing/2014/main" id="{5EDE77A2-039D-41BE-8FC0-21C6C90E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710"/>
              <a:ext cx="21" cy="21"/>
            </a:xfrm>
            <a:custGeom>
              <a:avLst/>
              <a:gdLst>
                <a:gd name="T0" fmla="*/ 89 w 13"/>
                <a:gd name="T1" fmla="*/ 21 h 12"/>
                <a:gd name="T2" fmla="*/ 131 w 13"/>
                <a:gd name="T3" fmla="*/ 135 h 12"/>
                <a:gd name="T4" fmla="*/ 55 w 13"/>
                <a:gd name="T5" fmla="*/ 179 h 12"/>
                <a:gd name="T6" fmla="*/ 13 w 13"/>
                <a:gd name="T7" fmla="*/ 65 h 12"/>
                <a:gd name="T8" fmla="*/ 89 w 1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8" y="1"/>
                  </a:moveTo>
                  <a:cubicBezTo>
                    <a:pt x="11" y="2"/>
                    <a:pt x="13" y="5"/>
                    <a:pt x="12" y="8"/>
                  </a:cubicBezTo>
                  <a:cubicBezTo>
                    <a:pt x="11" y="10"/>
                    <a:pt x="8" y="12"/>
                    <a:pt x="5" y="11"/>
                  </a:cubicBezTo>
                  <a:cubicBezTo>
                    <a:pt x="2" y="10"/>
                    <a:pt x="0" y="7"/>
                    <a:pt x="1" y="4"/>
                  </a:cubicBezTo>
                  <a:cubicBezTo>
                    <a:pt x="2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176">
              <a:extLst>
                <a:ext uri="{FF2B5EF4-FFF2-40B4-BE49-F238E27FC236}">
                  <a16:creationId xmlns:a16="http://schemas.microsoft.com/office/drawing/2014/main" id="{2240AA42-FAF6-4C03-8702-B11BF343F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649"/>
              <a:ext cx="21" cy="21"/>
            </a:xfrm>
            <a:custGeom>
              <a:avLst/>
              <a:gdLst>
                <a:gd name="T0" fmla="*/ 89 w 13"/>
                <a:gd name="T1" fmla="*/ 21 h 12"/>
                <a:gd name="T2" fmla="*/ 131 w 13"/>
                <a:gd name="T3" fmla="*/ 135 h 12"/>
                <a:gd name="T4" fmla="*/ 55 w 13"/>
                <a:gd name="T5" fmla="*/ 179 h 12"/>
                <a:gd name="T6" fmla="*/ 13 w 13"/>
                <a:gd name="T7" fmla="*/ 65 h 12"/>
                <a:gd name="T8" fmla="*/ 89 w 1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8" y="1"/>
                  </a:moveTo>
                  <a:cubicBezTo>
                    <a:pt x="11" y="2"/>
                    <a:pt x="13" y="5"/>
                    <a:pt x="12" y="8"/>
                  </a:cubicBezTo>
                  <a:cubicBezTo>
                    <a:pt x="11" y="10"/>
                    <a:pt x="8" y="12"/>
                    <a:pt x="5" y="11"/>
                  </a:cubicBezTo>
                  <a:cubicBezTo>
                    <a:pt x="2" y="10"/>
                    <a:pt x="0" y="7"/>
                    <a:pt x="1" y="4"/>
                  </a:cubicBezTo>
                  <a:cubicBezTo>
                    <a:pt x="2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177">
              <a:extLst>
                <a:ext uri="{FF2B5EF4-FFF2-40B4-BE49-F238E27FC236}">
                  <a16:creationId xmlns:a16="http://schemas.microsoft.com/office/drawing/2014/main" id="{78222250-2B57-4933-ACB5-DCBDCF4EA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707"/>
              <a:ext cx="13" cy="19"/>
            </a:xfrm>
            <a:custGeom>
              <a:avLst/>
              <a:gdLst>
                <a:gd name="T0" fmla="*/ 34 w 8"/>
                <a:gd name="T1" fmla="*/ 0 h 11"/>
                <a:gd name="T2" fmla="*/ 89 w 8"/>
                <a:gd name="T3" fmla="*/ 62 h 11"/>
                <a:gd name="T4" fmla="*/ 68 w 8"/>
                <a:gd name="T5" fmla="*/ 149 h 11"/>
                <a:gd name="T6" fmla="*/ 13 w 8"/>
                <a:gd name="T7" fmla="*/ 86 h 11"/>
                <a:gd name="T8" fmla="*/ 34 w 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0"/>
                  </a:moveTo>
                  <a:cubicBezTo>
                    <a:pt x="5" y="0"/>
                    <a:pt x="7" y="1"/>
                    <a:pt x="8" y="4"/>
                  </a:cubicBezTo>
                  <a:cubicBezTo>
                    <a:pt x="8" y="7"/>
                    <a:pt x="8" y="9"/>
                    <a:pt x="6" y="10"/>
                  </a:cubicBezTo>
                  <a:cubicBezTo>
                    <a:pt x="4" y="11"/>
                    <a:pt x="2" y="9"/>
                    <a:pt x="1" y="6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Freeform 178">
              <a:extLst>
                <a:ext uri="{FF2B5EF4-FFF2-40B4-BE49-F238E27FC236}">
                  <a16:creationId xmlns:a16="http://schemas.microsoft.com/office/drawing/2014/main" id="{C51AF2B0-44C4-4168-98BF-2E0927C26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735"/>
              <a:ext cx="18" cy="16"/>
            </a:xfrm>
            <a:custGeom>
              <a:avLst/>
              <a:gdLst>
                <a:gd name="T0" fmla="*/ 13 w 11"/>
                <a:gd name="T1" fmla="*/ 37 h 9"/>
                <a:gd name="T2" fmla="*/ 77 w 11"/>
                <a:gd name="T3" fmla="*/ 37 h 9"/>
                <a:gd name="T4" fmla="*/ 115 w 11"/>
                <a:gd name="T5" fmla="*/ 117 h 9"/>
                <a:gd name="T6" fmla="*/ 47 w 11"/>
                <a:gd name="T7" fmla="*/ 139 h 9"/>
                <a:gd name="T8" fmla="*/ 13 w 11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1" y="2"/>
                  </a:moveTo>
                  <a:cubicBezTo>
                    <a:pt x="2" y="1"/>
                    <a:pt x="4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ubicBezTo>
                    <a:pt x="10" y="8"/>
                    <a:pt x="7" y="9"/>
                    <a:pt x="4" y="8"/>
                  </a:cubicBezTo>
                  <a:cubicBezTo>
                    <a:pt x="2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3" name="Freeform 179">
              <a:extLst>
                <a:ext uri="{FF2B5EF4-FFF2-40B4-BE49-F238E27FC236}">
                  <a16:creationId xmlns:a16="http://schemas.microsoft.com/office/drawing/2014/main" id="{69D0025E-541C-469B-8822-6D76CE1BA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574"/>
              <a:ext cx="18" cy="14"/>
            </a:xfrm>
            <a:custGeom>
              <a:avLst/>
              <a:gdLst>
                <a:gd name="T0" fmla="*/ 13 w 11"/>
                <a:gd name="T1" fmla="*/ 37 h 8"/>
                <a:gd name="T2" fmla="*/ 77 w 11"/>
                <a:gd name="T3" fmla="*/ 21 h 8"/>
                <a:gd name="T4" fmla="*/ 126 w 11"/>
                <a:gd name="T5" fmla="*/ 102 h 8"/>
                <a:gd name="T6" fmla="*/ 47 w 11"/>
                <a:gd name="T7" fmla="*/ 114 h 8"/>
                <a:gd name="T8" fmla="*/ 13 w 11"/>
                <a:gd name="T9" fmla="*/ 3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" y="2"/>
                  </a:moveTo>
                  <a:cubicBezTo>
                    <a:pt x="2" y="0"/>
                    <a:pt x="5" y="0"/>
                    <a:pt x="7" y="1"/>
                  </a:cubicBezTo>
                  <a:cubicBezTo>
                    <a:pt x="10" y="2"/>
                    <a:pt x="11" y="5"/>
                    <a:pt x="11" y="6"/>
                  </a:cubicBezTo>
                  <a:cubicBezTo>
                    <a:pt x="10" y="8"/>
                    <a:pt x="7" y="8"/>
                    <a:pt x="4" y="7"/>
                  </a:cubicBezTo>
                  <a:cubicBezTo>
                    <a:pt x="2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4" name="Freeform 180">
              <a:extLst>
                <a:ext uri="{FF2B5EF4-FFF2-40B4-BE49-F238E27FC236}">
                  <a16:creationId xmlns:a16="http://schemas.microsoft.com/office/drawing/2014/main" id="{EA66A29E-2D3E-4D54-AB30-A251F0D95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590"/>
              <a:ext cx="16" cy="12"/>
            </a:xfrm>
            <a:custGeom>
              <a:avLst/>
              <a:gdLst>
                <a:gd name="T0" fmla="*/ 0 w 10"/>
                <a:gd name="T1" fmla="*/ 45 h 7"/>
                <a:gd name="T2" fmla="*/ 54 w 10"/>
                <a:gd name="T3" fmla="*/ 0 h 7"/>
                <a:gd name="T4" fmla="*/ 107 w 10"/>
                <a:gd name="T5" fmla="*/ 62 h 7"/>
                <a:gd name="T6" fmla="*/ 54 w 10"/>
                <a:gd name="T7" fmla="*/ 106 h 7"/>
                <a:gd name="T8" fmla="*/ 0 w 10"/>
                <a:gd name="T9" fmla="*/ 4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3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8" y="1"/>
                    <a:pt x="10" y="2"/>
                    <a:pt x="10" y="4"/>
                  </a:cubicBezTo>
                  <a:cubicBezTo>
                    <a:pt x="10" y="6"/>
                    <a:pt x="7" y="7"/>
                    <a:pt x="5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Freeform 181">
              <a:extLst>
                <a:ext uri="{FF2B5EF4-FFF2-40B4-BE49-F238E27FC236}">
                  <a16:creationId xmlns:a16="http://schemas.microsoft.com/office/drawing/2014/main" id="{A266A641-6920-4B6D-8033-516C9C8D2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752"/>
              <a:ext cx="23" cy="16"/>
            </a:xfrm>
            <a:custGeom>
              <a:avLst/>
              <a:gdLst>
                <a:gd name="T0" fmla="*/ 0 w 14"/>
                <a:gd name="T1" fmla="*/ 66 h 9"/>
                <a:gd name="T2" fmla="*/ 89 w 14"/>
                <a:gd name="T3" fmla="*/ 0 h 9"/>
                <a:gd name="T4" fmla="*/ 168 w 14"/>
                <a:gd name="T5" fmla="*/ 89 h 9"/>
                <a:gd name="T6" fmla="*/ 71 w 14"/>
                <a:gd name="T7" fmla="*/ 158 h 9"/>
                <a:gd name="T8" fmla="*/ 0 w 14"/>
                <a:gd name="T9" fmla="*/ 6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0" y="1"/>
                    <a:pt x="4" y="0"/>
                    <a:pt x="7" y="0"/>
                  </a:cubicBezTo>
                  <a:cubicBezTo>
                    <a:pt x="11" y="1"/>
                    <a:pt x="14" y="3"/>
                    <a:pt x="14" y="5"/>
                  </a:cubicBezTo>
                  <a:cubicBezTo>
                    <a:pt x="13" y="8"/>
                    <a:pt x="10" y="9"/>
                    <a:pt x="6" y="9"/>
                  </a:cubicBezTo>
                  <a:cubicBezTo>
                    <a:pt x="3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182">
              <a:extLst>
                <a:ext uri="{FF2B5EF4-FFF2-40B4-BE49-F238E27FC236}">
                  <a16:creationId xmlns:a16="http://schemas.microsoft.com/office/drawing/2014/main" id="{AE2DFFB3-4BBF-4CA6-8E77-77419A916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740"/>
              <a:ext cx="23" cy="16"/>
            </a:xfrm>
            <a:custGeom>
              <a:avLst/>
              <a:gdLst>
                <a:gd name="T0" fmla="*/ 0 w 14"/>
                <a:gd name="T1" fmla="*/ 66 h 9"/>
                <a:gd name="T2" fmla="*/ 89 w 14"/>
                <a:gd name="T3" fmla="*/ 0 h 9"/>
                <a:gd name="T4" fmla="*/ 168 w 14"/>
                <a:gd name="T5" fmla="*/ 89 h 9"/>
                <a:gd name="T6" fmla="*/ 71 w 14"/>
                <a:gd name="T7" fmla="*/ 158 h 9"/>
                <a:gd name="T8" fmla="*/ 0 w 14"/>
                <a:gd name="T9" fmla="*/ 6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0" y="1"/>
                    <a:pt x="4" y="0"/>
                    <a:pt x="7" y="0"/>
                  </a:cubicBezTo>
                  <a:cubicBezTo>
                    <a:pt x="11" y="0"/>
                    <a:pt x="14" y="3"/>
                    <a:pt x="14" y="5"/>
                  </a:cubicBezTo>
                  <a:cubicBezTo>
                    <a:pt x="13" y="7"/>
                    <a:pt x="10" y="9"/>
                    <a:pt x="6" y="9"/>
                  </a:cubicBezTo>
                  <a:cubicBezTo>
                    <a:pt x="3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183">
              <a:extLst>
                <a:ext uri="{FF2B5EF4-FFF2-40B4-BE49-F238E27FC236}">
                  <a16:creationId xmlns:a16="http://schemas.microsoft.com/office/drawing/2014/main" id="{5CB5C2CF-2611-4DC6-94E9-DBBDF3868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723"/>
              <a:ext cx="23" cy="19"/>
            </a:xfrm>
            <a:custGeom>
              <a:avLst/>
              <a:gdLst>
                <a:gd name="T0" fmla="*/ 13 w 14"/>
                <a:gd name="T1" fmla="*/ 48 h 11"/>
                <a:gd name="T2" fmla="*/ 110 w 14"/>
                <a:gd name="T3" fmla="*/ 28 h 11"/>
                <a:gd name="T4" fmla="*/ 156 w 14"/>
                <a:gd name="T5" fmla="*/ 143 h 11"/>
                <a:gd name="T6" fmla="*/ 58 w 14"/>
                <a:gd name="T7" fmla="*/ 149 h 11"/>
                <a:gd name="T8" fmla="*/ 13 w 14"/>
                <a:gd name="T9" fmla="*/ 4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1" y="3"/>
                  </a:moveTo>
                  <a:cubicBezTo>
                    <a:pt x="2" y="1"/>
                    <a:pt x="6" y="0"/>
                    <a:pt x="9" y="2"/>
                  </a:cubicBezTo>
                  <a:cubicBezTo>
                    <a:pt x="12" y="4"/>
                    <a:pt x="14" y="7"/>
                    <a:pt x="13" y="9"/>
                  </a:cubicBezTo>
                  <a:cubicBezTo>
                    <a:pt x="12" y="11"/>
                    <a:pt x="8" y="11"/>
                    <a:pt x="5" y="10"/>
                  </a:cubicBezTo>
                  <a:cubicBezTo>
                    <a:pt x="2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184">
              <a:extLst>
                <a:ext uri="{FF2B5EF4-FFF2-40B4-BE49-F238E27FC236}">
                  <a16:creationId xmlns:a16="http://schemas.microsoft.com/office/drawing/2014/main" id="{15E41453-3C15-4095-9E0E-AA343087C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613"/>
              <a:ext cx="23" cy="19"/>
            </a:xfrm>
            <a:custGeom>
              <a:avLst/>
              <a:gdLst>
                <a:gd name="T0" fmla="*/ 13 w 14"/>
                <a:gd name="T1" fmla="*/ 28 h 11"/>
                <a:gd name="T2" fmla="*/ 110 w 14"/>
                <a:gd name="T3" fmla="*/ 28 h 11"/>
                <a:gd name="T4" fmla="*/ 156 w 14"/>
                <a:gd name="T5" fmla="*/ 143 h 11"/>
                <a:gd name="T6" fmla="*/ 58 w 14"/>
                <a:gd name="T7" fmla="*/ 143 h 11"/>
                <a:gd name="T8" fmla="*/ 13 w 14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1" y="2"/>
                  </a:moveTo>
                  <a:cubicBezTo>
                    <a:pt x="2" y="0"/>
                    <a:pt x="6" y="0"/>
                    <a:pt x="9" y="2"/>
                  </a:cubicBezTo>
                  <a:cubicBezTo>
                    <a:pt x="12" y="3"/>
                    <a:pt x="14" y="7"/>
                    <a:pt x="13" y="9"/>
                  </a:cubicBezTo>
                  <a:cubicBezTo>
                    <a:pt x="12" y="11"/>
                    <a:pt x="8" y="11"/>
                    <a:pt x="5" y="9"/>
                  </a:cubicBezTo>
                  <a:cubicBezTo>
                    <a:pt x="1" y="7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185">
              <a:extLst>
                <a:ext uri="{FF2B5EF4-FFF2-40B4-BE49-F238E27FC236}">
                  <a16:creationId xmlns:a16="http://schemas.microsoft.com/office/drawing/2014/main" id="{FE8CE514-F031-4AC7-84D6-66110AFD9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707"/>
              <a:ext cx="24" cy="21"/>
            </a:xfrm>
            <a:custGeom>
              <a:avLst/>
              <a:gdLst>
                <a:gd name="T0" fmla="*/ 13 w 15"/>
                <a:gd name="T1" fmla="*/ 114 h 12"/>
                <a:gd name="T2" fmla="*/ 74 w 15"/>
                <a:gd name="T3" fmla="*/ 21 h 12"/>
                <a:gd name="T4" fmla="*/ 144 w 15"/>
                <a:gd name="T5" fmla="*/ 86 h 12"/>
                <a:gd name="T6" fmla="*/ 90 w 15"/>
                <a:gd name="T7" fmla="*/ 200 h 12"/>
                <a:gd name="T8" fmla="*/ 13 w 15"/>
                <a:gd name="T9" fmla="*/ 11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1" y="7"/>
                  </a:moveTo>
                  <a:cubicBezTo>
                    <a:pt x="0" y="4"/>
                    <a:pt x="3" y="1"/>
                    <a:pt x="7" y="1"/>
                  </a:cubicBezTo>
                  <a:cubicBezTo>
                    <a:pt x="10" y="0"/>
                    <a:pt x="14" y="2"/>
                    <a:pt x="14" y="5"/>
                  </a:cubicBezTo>
                  <a:cubicBezTo>
                    <a:pt x="15" y="8"/>
                    <a:pt x="12" y="11"/>
                    <a:pt x="9" y="12"/>
                  </a:cubicBezTo>
                  <a:cubicBezTo>
                    <a:pt x="5" y="12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186">
              <a:extLst>
                <a:ext uri="{FF2B5EF4-FFF2-40B4-BE49-F238E27FC236}">
                  <a16:creationId xmlns:a16="http://schemas.microsoft.com/office/drawing/2014/main" id="{2F8AA4B4-5FF4-4119-89B6-729363C0F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716"/>
              <a:ext cx="21" cy="21"/>
            </a:xfrm>
            <a:custGeom>
              <a:avLst/>
              <a:gdLst>
                <a:gd name="T0" fmla="*/ 13 w 13"/>
                <a:gd name="T1" fmla="*/ 172 h 12"/>
                <a:gd name="T2" fmla="*/ 42 w 13"/>
                <a:gd name="T3" fmla="*/ 49 h 12"/>
                <a:gd name="T4" fmla="*/ 131 w 13"/>
                <a:gd name="T5" fmla="*/ 37 h 12"/>
                <a:gd name="T6" fmla="*/ 102 w 13"/>
                <a:gd name="T7" fmla="*/ 172 h 12"/>
                <a:gd name="T8" fmla="*/ 13 w 13"/>
                <a:gd name="T9" fmla="*/ 17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" y="10"/>
                  </a:moveTo>
                  <a:cubicBezTo>
                    <a:pt x="0" y="8"/>
                    <a:pt x="1" y="5"/>
                    <a:pt x="4" y="3"/>
                  </a:cubicBezTo>
                  <a:cubicBezTo>
                    <a:pt x="7" y="1"/>
                    <a:pt x="11" y="0"/>
                    <a:pt x="12" y="2"/>
                  </a:cubicBezTo>
                  <a:cubicBezTo>
                    <a:pt x="13" y="4"/>
                    <a:pt x="12" y="7"/>
                    <a:pt x="9" y="10"/>
                  </a:cubicBezTo>
                  <a:cubicBezTo>
                    <a:pt x="6" y="12"/>
                    <a:pt x="3" y="12"/>
                    <a:pt x="1" y="10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187">
              <a:extLst>
                <a:ext uri="{FF2B5EF4-FFF2-40B4-BE49-F238E27FC236}">
                  <a16:creationId xmlns:a16="http://schemas.microsoft.com/office/drawing/2014/main" id="{6A8A6F88-3AF2-44F9-8DEC-022923573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586"/>
              <a:ext cx="24" cy="30"/>
            </a:xfrm>
            <a:custGeom>
              <a:avLst/>
              <a:gdLst>
                <a:gd name="T0" fmla="*/ 21 w 15"/>
                <a:gd name="T1" fmla="*/ 21 h 17"/>
                <a:gd name="T2" fmla="*/ 118 w 15"/>
                <a:gd name="T3" fmla="*/ 106 h 17"/>
                <a:gd name="T4" fmla="*/ 144 w 15"/>
                <a:gd name="T5" fmla="*/ 268 h 17"/>
                <a:gd name="T6" fmla="*/ 54 w 15"/>
                <a:gd name="T7" fmla="*/ 187 h 17"/>
                <a:gd name="T8" fmla="*/ 21 w 15"/>
                <a:gd name="T9" fmla="*/ 2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2" y="1"/>
                  </a:moveTo>
                  <a:cubicBezTo>
                    <a:pt x="4" y="0"/>
                    <a:pt x="8" y="2"/>
                    <a:pt x="11" y="6"/>
                  </a:cubicBezTo>
                  <a:cubicBezTo>
                    <a:pt x="14" y="10"/>
                    <a:pt x="15" y="14"/>
                    <a:pt x="14" y="16"/>
                  </a:cubicBezTo>
                  <a:cubicBezTo>
                    <a:pt x="12" y="17"/>
                    <a:pt x="8" y="15"/>
                    <a:pt x="5" y="11"/>
                  </a:cubicBezTo>
                  <a:cubicBezTo>
                    <a:pt x="1" y="7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188">
              <a:extLst>
                <a:ext uri="{FF2B5EF4-FFF2-40B4-BE49-F238E27FC236}">
                  <a16:creationId xmlns:a16="http://schemas.microsoft.com/office/drawing/2014/main" id="{5E589171-1125-4C85-83A2-9239226EB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583"/>
              <a:ext cx="18" cy="23"/>
            </a:xfrm>
            <a:custGeom>
              <a:avLst/>
              <a:gdLst>
                <a:gd name="T0" fmla="*/ 13 w 11"/>
                <a:gd name="T1" fmla="*/ 37 h 13"/>
                <a:gd name="T2" fmla="*/ 110 w 11"/>
                <a:gd name="T3" fmla="*/ 65 h 13"/>
                <a:gd name="T4" fmla="*/ 110 w 11"/>
                <a:gd name="T5" fmla="*/ 203 h 13"/>
                <a:gd name="T6" fmla="*/ 21 w 11"/>
                <a:gd name="T7" fmla="*/ 156 h 13"/>
                <a:gd name="T8" fmla="*/ 13 w 11"/>
                <a:gd name="T9" fmla="*/ 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1" y="2"/>
                  </a:moveTo>
                  <a:cubicBezTo>
                    <a:pt x="3" y="0"/>
                    <a:pt x="6" y="1"/>
                    <a:pt x="9" y="4"/>
                  </a:cubicBezTo>
                  <a:cubicBezTo>
                    <a:pt x="11" y="7"/>
                    <a:pt x="11" y="10"/>
                    <a:pt x="9" y="12"/>
                  </a:cubicBezTo>
                  <a:cubicBezTo>
                    <a:pt x="7" y="13"/>
                    <a:pt x="4" y="12"/>
                    <a:pt x="2" y="9"/>
                  </a:cubicBezTo>
                  <a:cubicBezTo>
                    <a:pt x="0" y="6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189">
              <a:extLst>
                <a:ext uri="{FF2B5EF4-FFF2-40B4-BE49-F238E27FC236}">
                  <a16:creationId xmlns:a16="http://schemas.microsoft.com/office/drawing/2014/main" id="{50ABF440-A0BD-4C2E-9A30-EB7679AF0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740"/>
              <a:ext cx="22" cy="19"/>
            </a:xfrm>
            <a:custGeom>
              <a:avLst/>
              <a:gdLst>
                <a:gd name="T0" fmla="*/ 0 w 14"/>
                <a:gd name="T1" fmla="*/ 123 h 11"/>
                <a:gd name="T2" fmla="*/ 49 w 14"/>
                <a:gd name="T3" fmla="*/ 28 h 11"/>
                <a:gd name="T4" fmla="*/ 121 w 14"/>
                <a:gd name="T5" fmla="*/ 48 h 11"/>
                <a:gd name="T6" fmla="*/ 77 w 14"/>
                <a:gd name="T7" fmla="*/ 143 h 11"/>
                <a:gd name="T8" fmla="*/ 0 w 14"/>
                <a:gd name="T9" fmla="*/ 12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0" y="8"/>
                  </a:moveTo>
                  <a:cubicBezTo>
                    <a:pt x="0" y="6"/>
                    <a:pt x="2" y="3"/>
                    <a:pt x="5" y="2"/>
                  </a:cubicBezTo>
                  <a:cubicBezTo>
                    <a:pt x="9" y="0"/>
                    <a:pt x="12" y="1"/>
                    <a:pt x="13" y="3"/>
                  </a:cubicBezTo>
                  <a:cubicBezTo>
                    <a:pt x="14" y="5"/>
                    <a:pt x="12" y="8"/>
                    <a:pt x="8" y="9"/>
                  </a:cubicBezTo>
                  <a:cubicBezTo>
                    <a:pt x="5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Freeform 190">
              <a:extLst>
                <a:ext uri="{FF2B5EF4-FFF2-40B4-BE49-F238E27FC236}">
                  <a16:creationId xmlns:a16="http://schemas.microsoft.com/office/drawing/2014/main" id="{BD2BBA6F-0D67-4497-BAC7-8C82B9686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581"/>
              <a:ext cx="23" cy="19"/>
            </a:xfrm>
            <a:custGeom>
              <a:avLst/>
              <a:gdLst>
                <a:gd name="T0" fmla="*/ 13 w 14"/>
                <a:gd name="T1" fmla="*/ 143 h 11"/>
                <a:gd name="T2" fmla="*/ 58 w 14"/>
                <a:gd name="T3" fmla="*/ 28 h 11"/>
                <a:gd name="T4" fmla="*/ 156 w 14"/>
                <a:gd name="T5" fmla="*/ 48 h 11"/>
                <a:gd name="T6" fmla="*/ 110 w 14"/>
                <a:gd name="T7" fmla="*/ 149 h 11"/>
                <a:gd name="T8" fmla="*/ 13 w 14"/>
                <a:gd name="T9" fmla="*/ 14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1" y="9"/>
                  </a:moveTo>
                  <a:cubicBezTo>
                    <a:pt x="0" y="7"/>
                    <a:pt x="1" y="4"/>
                    <a:pt x="5" y="2"/>
                  </a:cubicBezTo>
                  <a:cubicBezTo>
                    <a:pt x="8" y="0"/>
                    <a:pt x="12" y="1"/>
                    <a:pt x="13" y="3"/>
                  </a:cubicBezTo>
                  <a:cubicBezTo>
                    <a:pt x="14" y="5"/>
                    <a:pt x="12" y="8"/>
                    <a:pt x="9" y="10"/>
                  </a:cubicBezTo>
                  <a:cubicBezTo>
                    <a:pt x="5" y="11"/>
                    <a:pt x="2" y="11"/>
                    <a:pt x="1" y="9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191">
              <a:extLst>
                <a:ext uri="{FF2B5EF4-FFF2-40B4-BE49-F238E27FC236}">
                  <a16:creationId xmlns:a16="http://schemas.microsoft.com/office/drawing/2014/main" id="{8BB514DF-7C29-4E0C-B28A-6B91E1F45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761"/>
              <a:ext cx="22" cy="18"/>
            </a:xfrm>
            <a:custGeom>
              <a:avLst/>
              <a:gdLst>
                <a:gd name="T0" fmla="*/ 98 w 13"/>
                <a:gd name="T1" fmla="*/ 23 h 10"/>
                <a:gd name="T2" fmla="*/ 166 w 13"/>
                <a:gd name="T3" fmla="*/ 117 h 10"/>
                <a:gd name="T4" fmla="*/ 83 w 13"/>
                <a:gd name="T5" fmla="*/ 187 h 10"/>
                <a:gd name="T6" fmla="*/ 14 w 13"/>
                <a:gd name="T7" fmla="*/ 74 h 10"/>
                <a:gd name="T8" fmla="*/ 98 w 13"/>
                <a:gd name="T9" fmla="*/ 2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7" y="1"/>
                  </a:moveTo>
                  <a:cubicBezTo>
                    <a:pt x="10" y="1"/>
                    <a:pt x="13" y="4"/>
                    <a:pt x="12" y="6"/>
                  </a:cubicBezTo>
                  <a:cubicBezTo>
                    <a:pt x="12" y="9"/>
                    <a:pt x="9" y="10"/>
                    <a:pt x="6" y="10"/>
                  </a:cubicBezTo>
                  <a:cubicBezTo>
                    <a:pt x="3" y="9"/>
                    <a:pt x="0" y="7"/>
                    <a:pt x="1" y="4"/>
                  </a:cubicBezTo>
                  <a:cubicBezTo>
                    <a:pt x="1" y="2"/>
                    <a:pt x="4" y="0"/>
                    <a:pt x="7" y="1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Freeform 192">
              <a:extLst>
                <a:ext uri="{FF2B5EF4-FFF2-40B4-BE49-F238E27FC236}">
                  <a16:creationId xmlns:a16="http://schemas.microsoft.com/office/drawing/2014/main" id="{A82FC44B-9D32-4C45-AB3A-31E9D8B2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046"/>
              <a:ext cx="53" cy="65"/>
            </a:xfrm>
            <a:custGeom>
              <a:avLst/>
              <a:gdLst>
                <a:gd name="T0" fmla="*/ 272 w 32"/>
                <a:gd name="T1" fmla="*/ 21 h 37"/>
                <a:gd name="T2" fmla="*/ 36 w 32"/>
                <a:gd name="T3" fmla="*/ 237 h 37"/>
                <a:gd name="T4" fmla="*/ 209 w 32"/>
                <a:gd name="T5" fmla="*/ 502 h 37"/>
                <a:gd name="T6" fmla="*/ 230 w 32"/>
                <a:gd name="T7" fmla="*/ 416 h 37"/>
                <a:gd name="T8" fmla="*/ 300 w 32"/>
                <a:gd name="T9" fmla="*/ 374 h 37"/>
                <a:gd name="T10" fmla="*/ 381 w 32"/>
                <a:gd name="T11" fmla="*/ 216 h 37"/>
                <a:gd name="T12" fmla="*/ 310 w 32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7">
                  <a:moveTo>
                    <a:pt x="22" y="1"/>
                  </a:moveTo>
                  <a:cubicBezTo>
                    <a:pt x="15" y="1"/>
                    <a:pt x="5" y="7"/>
                    <a:pt x="3" y="14"/>
                  </a:cubicBezTo>
                  <a:cubicBezTo>
                    <a:pt x="0" y="21"/>
                    <a:pt x="9" y="37"/>
                    <a:pt x="17" y="30"/>
                  </a:cubicBezTo>
                  <a:cubicBezTo>
                    <a:pt x="18" y="30"/>
                    <a:pt x="18" y="26"/>
                    <a:pt x="19" y="25"/>
                  </a:cubicBezTo>
                  <a:cubicBezTo>
                    <a:pt x="21" y="23"/>
                    <a:pt x="23" y="24"/>
                    <a:pt x="24" y="22"/>
                  </a:cubicBezTo>
                  <a:cubicBezTo>
                    <a:pt x="27" y="20"/>
                    <a:pt x="30" y="17"/>
                    <a:pt x="31" y="13"/>
                  </a:cubicBezTo>
                  <a:cubicBezTo>
                    <a:pt x="32" y="8"/>
                    <a:pt x="31" y="0"/>
                    <a:pt x="25" y="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193">
              <a:extLst>
                <a:ext uri="{FF2B5EF4-FFF2-40B4-BE49-F238E27FC236}">
                  <a16:creationId xmlns:a16="http://schemas.microsoft.com/office/drawing/2014/main" id="{58A7A610-1F41-466C-98FB-90B6FDDFC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142"/>
              <a:ext cx="61" cy="44"/>
            </a:xfrm>
            <a:custGeom>
              <a:avLst/>
              <a:gdLst>
                <a:gd name="T0" fmla="*/ 96 w 37"/>
                <a:gd name="T1" fmla="*/ 174 h 25"/>
                <a:gd name="T2" fmla="*/ 297 w 37"/>
                <a:gd name="T3" fmla="*/ 338 h 25"/>
                <a:gd name="T4" fmla="*/ 96 w 37"/>
                <a:gd name="T5" fmla="*/ 17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5">
                  <a:moveTo>
                    <a:pt x="8" y="10"/>
                  </a:moveTo>
                  <a:cubicBezTo>
                    <a:pt x="7" y="0"/>
                    <a:pt x="37" y="9"/>
                    <a:pt x="24" y="20"/>
                  </a:cubicBezTo>
                  <a:cubicBezTo>
                    <a:pt x="17" y="25"/>
                    <a:pt x="0" y="17"/>
                    <a:pt x="8" y="1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194">
              <a:extLst>
                <a:ext uri="{FF2B5EF4-FFF2-40B4-BE49-F238E27FC236}">
                  <a16:creationId xmlns:a16="http://schemas.microsoft.com/office/drawing/2014/main" id="{EABCB4B0-FB9A-4F09-9884-8159727AC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013"/>
              <a:ext cx="61" cy="84"/>
            </a:xfrm>
            <a:custGeom>
              <a:avLst/>
              <a:gdLst>
                <a:gd name="T0" fmla="*/ 399 w 37"/>
                <a:gd name="T1" fmla="*/ 399 h 48"/>
                <a:gd name="T2" fmla="*/ 171 w 37"/>
                <a:gd name="T3" fmla="*/ 788 h 48"/>
                <a:gd name="T4" fmla="*/ 264 w 37"/>
                <a:gd name="T5" fmla="*/ 677 h 48"/>
                <a:gd name="T6" fmla="*/ 353 w 37"/>
                <a:gd name="T7" fmla="*/ 628 h 48"/>
                <a:gd name="T8" fmla="*/ 399 w 37"/>
                <a:gd name="T9" fmla="*/ 39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8">
                  <a:moveTo>
                    <a:pt x="33" y="24"/>
                  </a:moveTo>
                  <a:cubicBezTo>
                    <a:pt x="11" y="0"/>
                    <a:pt x="0" y="48"/>
                    <a:pt x="14" y="48"/>
                  </a:cubicBezTo>
                  <a:cubicBezTo>
                    <a:pt x="18" y="48"/>
                    <a:pt x="19" y="43"/>
                    <a:pt x="22" y="41"/>
                  </a:cubicBezTo>
                  <a:cubicBezTo>
                    <a:pt x="24" y="39"/>
                    <a:pt x="27" y="39"/>
                    <a:pt x="29" y="38"/>
                  </a:cubicBezTo>
                  <a:cubicBezTo>
                    <a:pt x="33" y="35"/>
                    <a:pt x="37" y="27"/>
                    <a:pt x="33" y="2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195">
              <a:extLst>
                <a:ext uri="{FF2B5EF4-FFF2-40B4-BE49-F238E27FC236}">
                  <a16:creationId xmlns:a16="http://schemas.microsoft.com/office/drawing/2014/main" id="{08DEF37F-E881-4ADE-A64E-09E4E652C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046"/>
              <a:ext cx="69" cy="42"/>
            </a:xfrm>
            <a:custGeom>
              <a:avLst/>
              <a:gdLst>
                <a:gd name="T0" fmla="*/ 421 w 42"/>
                <a:gd name="T1" fmla="*/ 86 h 24"/>
                <a:gd name="T2" fmla="*/ 192 w 42"/>
                <a:gd name="T3" fmla="*/ 86 h 24"/>
                <a:gd name="T4" fmla="*/ 71 w 42"/>
                <a:gd name="T5" fmla="*/ 327 h 24"/>
                <a:gd name="T6" fmla="*/ 192 w 42"/>
                <a:gd name="T7" fmla="*/ 301 h 24"/>
                <a:gd name="T8" fmla="*/ 315 w 42"/>
                <a:gd name="T9" fmla="*/ 264 h 24"/>
                <a:gd name="T10" fmla="*/ 453 w 42"/>
                <a:gd name="T11" fmla="*/ 10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4">
                  <a:moveTo>
                    <a:pt x="35" y="5"/>
                  </a:moveTo>
                  <a:cubicBezTo>
                    <a:pt x="29" y="0"/>
                    <a:pt x="22" y="0"/>
                    <a:pt x="16" y="5"/>
                  </a:cubicBezTo>
                  <a:cubicBezTo>
                    <a:pt x="13" y="8"/>
                    <a:pt x="0" y="15"/>
                    <a:pt x="6" y="20"/>
                  </a:cubicBezTo>
                  <a:cubicBezTo>
                    <a:pt x="10" y="24"/>
                    <a:pt x="13" y="20"/>
                    <a:pt x="16" y="18"/>
                  </a:cubicBezTo>
                  <a:cubicBezTo>
                    <a:pt x="21" y="15"/>
                    <a:pt x="21" y="15"/>
                    <a:pt x="26" y="16"/>
                  </a:cubicBezTo>
                  <a:cubicBezTo>
                    <a:pt x="33" y="17"/>
                    <a:pt x="42" y="16"/>
                    <a:pt x="38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Freeform 196">
              <a:extLst>
                <a:ext uri="{FF2B5EF4-FFF2-40B4-BE49-F238E27FC236}">
                  <a16:creationId xmlns:a16="http://schemas.microsoft.com/office/drawing/2014/main" id="{421DFEBD-2965-4D09-AE12-E4E086F8B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035"/>
              <a:ext cx="42" cy="55"/>
            </a:xfrm>
            <a:custGeom>
              <a:avLst/>
              <a:gdLst>
                <a:gd name="T0" fmla="*/ 267 w 26"/>
                <a:gd name="T1" fmla="*/ 158 h 31"/>
                <a:gd name="T2" fmla="*/ 34 w 26"/>
                <a:gd name="T3" fmla="*/ 89 h 31"/>
                <a:gd name="T4" fmla="*/ 21 w 26"/>
                <a:gd name="T5" fmla="*/ 456 h 31"/>
                <a:gd name="T6" fmla="*/ 233 w 26"/>
                <a:gd name="T7" fmla="*/ 426 h 31"/>
                <a:gd name="T8" fmla="*/ 288 w 26"/>
                <a:gd name="T9" fmla="*/ 19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24" y="9"/>
                  </a:moveTo>
                  <a:cubicBezTo>
                    <a:pt x="21" y="5"/>
                    <a:pt x="8" y="0"/>
                    <a:pt x="3" y="5"/>
                  </a:cubicBezTo>
                  <a:cubicBezTo>
                    <a:pt x="1" y="7"/>
                    <a:pt x="0" y="23"/>
                    <a:pt x="2" y="26"/>
                  </a:cubicBezTo>
                  <a:cubicBezTo>
                    <a:pt x="6" y="31"/>
                    <a:pt x="18" y="28"/>
                    <a:pt x="21" y="24"/>
                  </a:cubicBezTo>
                  <a:cubicBezTo>
                    <a:pt x="24" y="21"/>
                    <a:pt x="23" y="13"/>
                    <a:pt x="26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Freeform 197">
              <a:extLst>
                <a:ext uri="{FF2B5EF4-FFF2-40B4-BE49-F238E27FC236}">
                  <a16:creationId xmlns:a16="http://schemas.microsoft.com/office/drawing/2014/main" id="{6FEBF621-A45A-4238-A565-9EB760A20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152"/>
              <a:ext cx="100" cy="67"/>
            </a:xfrm>
            <a:custGeom>
              <a:avLst/>
              <a:gdLst>
                <a:gd name="T0" fmla="*/ 667 w 61"/>
                <a:gd name="T1" fmla="*/ 115 h 38"/>
                <a:gd name="T2" fmla="*/ 407 w 61"/>
                <a:gd name="T3" fmla="*/ 65 h 38"/>
                <a:gd name="T4" fmla="*/ 282 w 61"/>
                <a:gd name="T5" fmla="*/ 379 h 38"/>
                <a:gd name="T6" fmla="*/ 92 w 61"/>
                <a:gd name="T7" fmla="*/ 289 h 38"/>
                <a:gd name="T8" fmla="*/ 21 w 61"/>
                <a:gd name="T9" fmla="*/ 494 h 38"/>
                <a:gd name="T10" fmla="*/ 295 w 61"/>
                <a:gd name="T11" fmla="*/ 428 h 38"/>
                <a:gd name="T12" fmla="*/ 408 w 61"/>
                <a:gd name="T13" fmla="*/ 404 h 38"/>
                <a:gd name="T14" fmla="*/ 484 w 61"/>
                <a:gd name="T15" fmla="*/ 252 h 38"/>
                <a:gd name="T16" fmla="*/ 669 w 61"/>
                <a:gd name="T17" fmla="*/ 115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38">
                  <a:moveTo>
                    <a:pt x="56" y="7"/>
                  </a:moveTo>
                  <a:cubicBezTo>
                    <a:pt x="48" y="4"/>
                    <a:pt x="42" y="0"/>
                    <a:pt x="34" y="4"/>
                  </a:cubicBezTo>
                  <a:cubicBezTo>
                    <a:pt x="27" y="8"/>
                    <a:pt x="24" y="15"/>
                    <a:pt x="24" y="22"/>
                  </a:cubicBezTo>
                  <a:cubicBezTo>
                    <a:pt x="19" y="22"/>
                    <a:pt x="13" y="16"/>
                    <a:pt x="8" y="17"/>
                  </a:cubicBezTo>
                  <a:cubicBezTo>
                    <a:pt x="3" y="18"/>
                    <a:pt x="0" y="25"/>
                    <a:pt x="2" y="29"/>
                  </a:cubicBezTo>
                  <a:cubicBezTo>
                    <a:pt x="7" y="22"/>
                    <a:pt x="23" y="38"/>
                    <a:pt x="25" y="25"/>
                  </a:cubicBezTo>
                  <a:cubicBezTo>
                    <a:pt x="29" y="25"/>
                    <a:pt x="31" y="27"/>
                    <a:pt x="35" y="24"/>
                  </a:cubicBezTo>
                  <a:cubicBezTo>
                    <a:pt x="38" y="21"/>
                    <a:pt x="37" y="17"/>
                    <a:pt x="41" y="15"/>
                  </a:cubicBezTo>
                  <a:cubicBezTo>
                    <a:pt x="45" y="12"/>
                    <a:pt x="61" y="16"/>
                    <a:pt x="57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198">
              <a:extLst>
                <a:ext uri="{FF2B5EF4-FFF2-40B4-BE49-F238E27FC236}">
                  <a16:creationId xmlns:a16="http://schemas.microsoft.com/office/drawing/2014/main" id="{99B45522-F287-4F1D-AA85-3DBA9B41F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126"/>
              <a:ext cx="72" cy="86"/>
            </a:xfrm>
            <a:custGeom>
              <a:avLst/>
              <a:gdLst>
                <a:gd name="T0" fmla="*/ 350 w 44"/>
                <a:gd name="T1" fmla="*/ 65 h 49"/>
                <a:gd name="T2" fmla="*/ 180 w 44"/>
                <a:gd name="T3" fmla="*/ 37 h 49"/>
                <a:gd name="T4" fmla="*/ 47 w 44"/>
                <a:gd name="T5" fmla="*/ 416 h 49"/>
                <a:gd name="T6" fmla="*/ 350 w 44"/>
                <a:gd name="T7" fmla="*/ 6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9">
                  <a:moveTo>
                    <a:pt x="30" y="4"/>
                  </a:moveTo>
                  <a:cubicBezTo>
                    <a:pt x="28" y="0"/>
                    <a:pt x="19" y="1"/>
                    <a:pt x="15" y="2"/>
                  </a:cubicBezTo>
                  <a:cubicBezTo>
                    <a:pt x="5" y="5"/>
                    <a:pt x="0" y="16"/>
                    <a:pt x="4" y="25"/>
                  </a:cubicBezTo>
                  <a:cubicBezTo>
                    <a:pt x="14" y="49"/>
                    <a:pt x="44" y="16"/>
                    <a:pt x="30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199">
              <a:extLst>
                <a:ext uri="{FF2B5EF4-FFF2-40B4-BE49-F238E27FC236}">
                  <a16:creationId xmlns:a16="http://schemas.microsoft.com/office/drawing/2014/main" id="{82681FAF-3D84-46DB-AB07-2C7B166F6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056"/>
              <a:ext cx="98" cy="67"/>
            </a:xfrm>
            <a:custGeom>
              <a:avLst/>
              <a:gdLst>
                <a:gd name="T0" fmla="*/ 69 w 60"/>
                <a:gd name="T1" fmla="*/ 647 h 38"/>
                <a:gd name="T2" fmla="*/ 13 w 60"/>
                <a:gd name="T3" fmla="*/ 465 h 38"/>
                <a:gd name="T4" fmla="*/ 243 w 60"/>
                <a:gd name="T5" fmla="*/ 175 h 38"/>
                <a:gd name="T6" fmla="*/ 675 w 60"/>
                <a:gd name="T7" fmla="*/ 268 h 38"/>
                <a:gd name="T8" fmla="*/ 536 w 60"/>
                <a:gd name="T9" fmla="*/ 330 h 38"/>
                <a:gd name="T10" fmla="*/ 315 w 60"/>
                <a:gd name="T11" fmla="*/ 379 h 38"/>
                <a:gd name="T12" fmla="*/ 69 w 60"/>
                <a:gd name="T13" fmla="*/ 61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8">
                  <a:moveTo>
                    <a:pt x="6" y="38"/>
                  </a:moveTo>
                  <a:cubicBezTo>
                    <a:pt x="3" y="35"/>
                    <a:pt x="0" y="32"/>
                    <a:pt x="1" y="27"/>
                  </a:cubicBezTo>
                  <a:cubicBezTo>
                    <a:pt x="3" y="19"/>
                    <a:pt x="15" y="12"/>
                    <a:pt x="21" y="10"/>
                  </a:cubicBezTo>
                  <a:cubicBezTo>
                    <a:pt x="28" y="7"/>
                    <a:pt x="60" y="0"/>
                    <a:pt x="58" y="16"/>
                  </a:cubicBezTo>
                  <a:cubicBezTo>
                    <a:pt x="58" y="21"/>
                    <a:pt x="51" y="19"/>
                    <a:pt x="46" y="19"/>
                  </a:cubicBezTo>
                  <a:cubicBezTo>
                    <a:pt x="39" y="18"/>
                    <a:pt x="34" y="18"/>
                    <a:pt x="27" y="22"/>
                  </a:cubicBezTo>
                  <a:cubicBezTo>
                    <a:pt x="20" y="26"/>
                    <a:pt x="13" y="32"/>
                    <a:pt x="6" y="3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200">
              <a:extLst>
                <a:ext uri="{FF2B5EF4-FFF2-40B4-BE49-F238E27FC236}">
                  <a16:creationId xmlns:a16="http://schemas.microsoft.com/office/drawing/2014/main" id="{FB916002-9FC2-4D5B-A16E-50F348433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170"/>
              <a:ext cx="41" cy="37"/>
            </a:xfrm>
            <a:custGeom>
              <a:avLst/>
              <a:gdLst>
                <a:gd name="T0" fmla="*/ 295 w 25"/>
                <a:gd name="T1" fmla="*/ 102 h 21"/>
                <a:gd name="T2" fmla="*/ 131 w 25"/>
                <a:gd name="T3" fmla="*/ 21 h 21"/>
                <a:gd name="T4" fmla="*/ 56 w 25"/>
                <a:gd name="T5" fmla="*/ 289 h 21"/>
                <a:gd name="T6" fmla="*/ 180 w 25"/>
                <a:gd name="T7" fmla="*/ 224 h 21"/>
                <a:gd name="T8" fmla="*/ 282 w 25"/>
                <a:gd name="T9" fmla="*/ 11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6"/>
                  </a:moveTo>
                  <a:cubicBezTo>
                    <a:pt x="22" y="3"/>
                    <a:pt x="16" y="0"/>
                    <a:pt x="11" y="1"/>
                  </a:cubicBezTo>
                  <a:cubicBezTo>
                    <a:pt x="6" y="2"/>
                    <a:pt x="0" y="12"/>
                    <a:pt x="5" y="17"/>
                  </a:cubicBezTo>
                  <a:cubicBezTo>
                    <a:pt x="9" y="21"/>
                    <a:pt x="10" y="14"/>
                    <a:pt x="15" y="13"/>
                  </a:cubicBezTo>
                  <a:cubicBezTo>
                    <a:pt x="18" y="12"/>
                    <a:pt x="25" y="15"/>
                    <a:pt x="24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201">
              <a:extLst>
                <a:ext uri="{FF2B5EF4-FFF2-40B4-BE49-F238E27FC236}">
                  <a16:creationId xmlns:a16="http://schemas.microsoft.com/office/drawing/2014/main" id="{380654B5-C91D-4C3B-8E22-EA79F7095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104"/>
              <a:ext cx="48" cy="36"/>
            </a:xfrm>
            <a:custGeom>
              <a:avLst/>
              <a:gdLst>
                <a:gd name="T0" fmla="*/ 323 w 29"/>
                <a:gd name="T1" fmla="*/ 77 h 21"/>
                <a:gd name="T2" fmla="*/ 99 w 29"/>
                <a:gd name="T3" fmla="*/ 26 h 21"/>
                <a:gd name="T4" fmla="*/ 60 w 29"/>
                <a:gd name="T5" fmla="*/ 252 h 21"/>
                <a:gd name="T6" fmla="*/ 151 w 29"/>
                <a:gd name="T7" fmla="*/ 226 h 21"/>
                <a:gd name="T8" fmla="*/ 227 w 29"/>
                <a:gd name="T9" fmla="*/ 206 h 21"/>
                <a:gd name="T10" fmla="*/ 323 w 29"/>
                <a:gd name="T11" fmla="*/ 8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6" y="5"/>
                  </a:moveTo>
                  <a:cubicBezTo>
                    <a:pt x="20" y="4"/>
                    <a:pt x="14" y="0"/>
                    <a:pt x="8" y="2"/>
                  </a:cubicBezTo>
                  <a:cubicBezTo>
                    <a:pt x="3" y="4"/>
                    <a:pt x="0" y="12"/>
                    <a:pt x="5" y="17"/>
                  </a:cubicBezTo>
                  <a:cubicBezTo>
                    <a:pt x="10" y="21"/>
                    <a:pt x="9" y="17"/>
                    <a:pt x="12" y="15"/>
                  </a:cubicBezTo>
                  <a:cubicBezTo>
                    <a:pt x="15" y="13"/>
                    <a:pt x="15" y="14"/>
                    <a:pt x="18" y="14"/>
                  </a:cubicBezTo>
                  <a:cubicBezTo>
                    <a:pt x="24" y="13"/>
                    <a:pt x="29" y="13"/>
                    <a:pt x="26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202">
              <a:extLst>
                <a:ext uri="{FF2B5EF4-FFF2-40B4-BE49-F238E27FC236}">
                  <a16:creationId xmlns:a16="http://schemas.microsoft.com/office/drawing/2014/main" id="{B81DEE7B-56D8-4D1D-989B-44041D4CA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049"/>
              <a:ext cx="51" cy="42"/>
            </a:xfrm>
            <a:custGeom>
              <a:avLst/>
              <a:gdLst>
                <a:gd name="T0" fmla="*/ 298 w 31"/>
                <a:gd name="T1" fmla="*/ 49 h 24"/>
                <a:gd name="T2" fmla="*/ 95 w 31"/>
                <a:gd name="T3" fmla="*/ 102 h 24"/>
                <a:gd name="T4" fmla="*/ 58 w 31"/>
                <a:gd name="T5" fmla="*/ 350 h 24"/>
                <a:gd name="T6" fmla="*/ 133 w 31"/>
                <a:gd name="T7" fmla="*/ 313 h 24"/>
                <a:gd name="T8" fmla="*/ 227 w 31"/>
                <a:gd name="T9" fmla="*/ 236 h 24"/>
                <a:gd name="T10" fmla="*/ 298 w 31"/>
                <a:gd name="T11" fmla="*/ 8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25" y="3"/>
                  </a:moveTo>
                  <a:cubicBezTo>
                    <a:pt x="19" y="1"/>
                    <a:pt x="12" y="0"/>
                    <a:pt x="8" y="6"/>
                  </a:cubicBezTo>
                  <a:cubicBezTo>
                    <a:pt x="5" y="9"/>
                    <a:pt x="0" y="18"/>
                    <a:pt x="5" y="21"/>
                  </a:cubicBezTo>
                  <a:cubicBezTo>
                    <a:pt x="8" y="24"/>
                    <a:pt x="10" y="21"/>
                    <a:pt x="11" y="19"/>
                  </a:cubicBezTo>
                  <a:cubicBezTo>
                    <a:pt x="14" y="15"/>
                    <a:pt x="15" y="15"/>
                    <a:pt x="19" y="14"/>
                  </a:cubicBezTo>
                  <a:cubicBezTo>
                    <a:pt x="22" y="13"/>
                    <a:pt x="31" y="9"/>
                    <a:pt x="25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203">
              <a:extLst>
                <a:ext uri="{FF2B5EF4-FFF2-40B4-BE49-F238E27FC236}">
                  <a16:creationId xmlns:a16="http://schemas.microsoft.com/office/drawing/2014/main" id="{A00F00AF-DBE3-4A7F-8733-CE12CE7AB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123"/>
              <a:ext cx="56" cy="57"/>
            </a:xfrm>
            <a:custGeom>
              <a:avLst/>
              <a:gdLst>
                <a:gd name="T0" fmla="*/ 318 w 34"/>
                <a:gd name="T1" fmla="*/ 48 h 33"/>
                <a:gd name="T2" fmla="*/ 171 w 34"/>
                <a:gd name="T3" fmla="*/ 28 h 33"/>
                <a:gd name="T4" fmla="*/ 21 w 34"/>
                <a:gd name="T5" fmla="*/ 212 h 33"/>
                <a:gd name="T6" fmla="*/ 89 w 34"/>
                <a:gd name="T7" fmla="*/ 489 h 33"/>
                <a:gd name="T8" fmla="*/ 147 w 34"/>
                <a:gd name="T9" fmla="*/ 366 h 33"/>
                <a:gd name="T10" fmla="*/ 260 w 34"/>
                <a:gd name="T11" fmla="*/ 257 h 33"/>
                <a:gd name="T12" fmla="*/ 339 w 34"/>
                <a:gd name="T13" fmla="*/ 6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3">
                  <a:moveTo>
                    <a:pt x="26" y="3"/>
                  </a:moveTo>
                  <a:cubicBezTo>
                    <a:pt x="25" y="0"/>
                    <a:pt x="17" y="1"/>
                    <a:pt x="14" y="2"/>
                  </a:cubicBezTo>
                  <a:cubicBezTo>
                    <a:pt x="7" y="3"/>
                    <a:pt x="3" y="8"/>
                    <a:pt x="2" y="14"/>
                  </a:cubicBezTo>
                  <a:cubicBezTo>
                    <a:pt x="1" y="18"/>
                    <a:pt x="0" y="33"/>
                    <a:pt x="7" y="32"/>
                  </a:cubicBezTo>
                  <a:cubicBezTo>
                    <a:pt x="9" y="31"/>
                    <a:pt x="11" y="26"/>
                    <a:pt x="12" y="24"/>
                  </a:cubicBezTo>
                  <a:cubicBezTo>
                    <a:pt x="14" y="20"/>
                    <a:pt x="17" y="19"/>
                    <a:pt x="21" y="17"/>
                  </a:cubicBezTo>
                  <a:cubicBezTo>
                    <a:pt x="26" y="15"/>
                    <a:pt x="34" y="9"/>
                    <a:pt x="28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204">
              <a:extLst>
                <a:ext uri="{FF2B5EF4-FFF2-40B4-BE49-F238E27FC236}">
                  <a16:creationId xmlns:a16="http://schemas.microsoft.com/office/drawing/2014/main" id="{4240DE2C-E6E0-4F3E-AF0F-5A13938E2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121"/>
              <a:ext cx="57" cy="47"/>
            </a:xfrm>
            <a:custGeom>
              <a:avLst/>
              <a:gdLst>
                <a:gd name="T0" fmla="*/ 34 w 35"/>
                <a:gd name="T1" fmla="*/ 172 h 27"/>
                <a:gd name="T2" fmla="*/ 332 w 35"/>
                <a:gd name="T3" fmla="*/ 127 h 27"/>
                <a:gd name="T4" fmla="*/ 311 w 35"/>
                <a:gd name="T5" fmla="*/ 406 h 27"/>
                <a:gd name="T6" fmla="*/ 239 w 35"/>
                <a:gd name="T7" fmla="*/ 299 h 27"/>
                <a:gd name="T8" fmla="*/ 169 w 35"/>
                <a:gd name="T9" fmla="*/ 285 h 27"/>
                <a:gd name="T10" fmla="*/ 47 w 35"/>
                <a:gd name="T11" fmla="*/ 17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7">
                  <a:moveTo>
                    <a:pt x="3" y="11"/>
                  </a:moveTo>
                  <a:cubicBezTo>
                    <a:pt x="4" y="0"/>
                    <a:pt x="23" y="2"/>
                    <a:pt x="29" y="8"/>
                  </a:cubicBezTo>
                  <a:cubicBezTo>
                    <a:pt x="31" y="11"/>
                    <a:pt x="35" y="27"/>
                    <a:pt x="27" y="25"/>
                  </a:cubicBezTo>
                  <a:cubicBezTo>
                    <a:pt x="24" y="24"/>
                    <a:pt x="23" y="20"/>
                    <a:pt x="21" y="19"/>
                  </a:cubicBezTo>
                  <a:cubicBezTo>
                    <a:pt x="19" y="17"/>
                    <a:pt x="17" y="18"/>
                    <a:pt x="15" y="18"/>
                  </a:cubicBezTo>
                  <a:cubicBezTo>
                    <a:pt x="12" y="17"/>
                    <a:pt x="0" y="14"/>
                    <a:pt x="4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205">
              <a:extLst>
                <a:ext uri="{FF2B5EF4-FFF2-40B4-BE49-F238E27FC236}">
                  <a16:creationId xmlns:a16="http://schemas.microsoft.com/office/drawing/2014/main" id="{59A38AA3-44FE-4B23-81F5-C2ADE7C1A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027"/>
              <a:ext cx="64" cy="61"/>
            </a:xfrm>
            <a:custGeom>
              <a:avLst/>
              <a:gdLst>
                <a:gd name="T0" fmla="*/ 450 w 39"/>
                <a:gd name="T1" fmla="*/ 91 h 35"/>
                <a:gd name="T2" fmla="*/ 167 w 39"/>
                <a:gd name="T3" fmla="*/ 85 h 35"/>
                <a:gd name="T4" fmla="*/ 110 w 39"/>
                <a:gd name="T5" fmla="*/ 471 h 35"/>
                <a:gd name="T6" fmla="*/ 240 w 39"/>
                <a:gd name="T7" fmla="*/ 483 h 35"/>
                <a:gd name="T8" fmla="*/ 282 w 39"/>
                <a:gd name="T9" fmla="*/ 286 h 35"/>
                <a:gd name="T10" fmla="*/ 428 w 39"/>
                <a:gd name="T11" fmla="*/ 213 h 35"/>
                <a:gd name="T12" fmla="*/ 450 w 39"/>
                <a:gd name="T13" fmla="*/ 8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5">
                  <a:moveTo>
                    <a:pt x="38" y="6"/>
                  </a:moveTo>
                  <a:cubicBezTo>
                    <a:pt x="34" y="0"/>
                    <a:pt x="20" y="1"/>
                    <a:pt x="14" y="5"/>
                  </a:cubicBezTo>
                  <a:cubicBezTo>
                    <a:pt x="7" y="10"/>
                    <a:pt x="0" y="20"/>
                    <a:pt x="9" y="29"/>
                  </a:cubicBezTo>
                  <a:cubicBezTo>
                    <a:pt x="12" y="33"/>
                    <a:pt x="18" y="35"/>
                    <a:pt x="20" y="30"/>
                  </a:cubicBezTo>
                  <a:cubicBezTo>
                    <a:pt x="22" y="25"/>
                    <a:pt x="18" y="21"/>
                    <a:pt x="24" y="18"/>
                  </a:cubicBezTo>
                  <a:cubicBezTo>
                    <a:pt x="29" y="17"/>
                    <a:pt x="32" y="18"/>
                    <a:pt x="36" y="13"/>
                  </a:cubicBezTo>
                  <a:cubicBezTo>
                    <a:pt x="38" y="11"/>
                    <a:pt x="39" y="8"/>
                    <a:pt x="38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Freeform 206">
              <a:extLst>
                <a:ext uri="{FF2B5EF4-FFF2-40B4-BE49-F238E27FC236}">
                  <a16:creationId xmlns:a16="http://schemas.microsoft.com/office/drawing/2014/main" id="{AB454ACA-A80E-4B1F-AE95-A2DCB3770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032"/>
              <a:ext cx="80" cy="56"/>
            </a:xfrm>
            <a:custGeom>
              <a:avLst/>
              <a:gdLst>
                <a:gd name="T0" fmla="*/ 113 w 49"/>
                <a:gd name="T1" fmla="*/ 527 h 32"/>
                <a:gd name="T2" fmla="*/ 91 w 49"/>
                <a:gd name="T3" fmla="*/ 151 h 32"/>
                <a:gd name="T4" fmla="*/ 514 w 49"/>
                <a:gd name="T5" fmla="*/ 151 h 32"/>
                <a:gd name="T6" fmla="*/ 426 w 49"/>
                <a:gd name="T7" fmla="*/ 301 h 32"/>
                <a:gd name="T8" fmla="*/ 256 w 49"/>
                <a:gd name="T9" fmla="*/ 285 h 32"/>
                <a:gd name="T10" fmla="*/ 235 w 49"/>
                <a:gd name="T11" fmla="*/ 478 h 32"/>
                <a:gd name="T12" fmla="*/ 126 w 49"/>
                <a:gd name="T13" fmla="*/ 50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2">
                  <a:moveTo>
                    <a:pt x="10" y="32"/>
                  </a:moveTo>
                  <a:cubicBezTo>
                    <a:pt x="2" y="26"/>
                    <a:pt x="0" y="15"/>
                    <a:pt x="8" y="9"/>
                  </a:cubicBezTo>
                  <a:cubicBezTo>
                    <a:pt x="16" y="3"/>
                    <a:pt x="37" y="0"/>
                    <a:pt x="44" y="9"/>
                  </a:cubicBezTo>
                  <a:cubicBezTo>
                    <a:pt x="49" y="15"/>
                    <a:pt x="44" y="20"/>
                    <a:pt x="37" y="18"/>
                  </a:cubicBezTo>
                  <a:cubicBezTo>
                    <a:pt x="32" y="16"/>
                    <a:pt x="26" y="12"/>
                    <a:pt x="22" y="17"/>
                  </a:cubicBezTo>
                  <a:cubicBezTo>
                    <a:pt x="19" y="20"/>
                    <a:pt x="22" y="25"/>
                    <a:pt x="20" y="29"/>
                  </a:cubicBezTo>
                  <a:cubicBezTo>
                    <a:pt x="18" y="31"/>
                    <a:pt x="14" y="31"/>
                    <a:pt x="11" y="3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207">
              <a:extLst>
                <a:ext uri="{FF2B5EF4-FFF2-40B4-BE49-F238E27FC236}">
                  <a16:creationId xmlns:a16="http://schemas.microsoft.com/office/drawing/2014/main" id="{A6708F3F-A58F-44E6-82FB-E62DDFB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114"/>
              <a:ext cx="64" cy="56"/>
            </a:xfrm>
            <a:custGeom>
              <a:avLst/>
              <a:gdLst>
                <a:gd name="T0" fmla="*/ 407 w 39"/>
                <a:gd name="T1" fmla="*/ 86 h 32"/>
                <a:gd name="T2" fmla="*/ 80 w 39"/>
                <a:gd name="T3" fmla="*/ 135 h 32"/>
                <a:gd name="T4" fmla="*/ 151 w 39"/>
                <a:gd name="T5" fmla="*/ 462 h 32"/>
                <a:gd name="T6" fmla="*/ 282 w 39"/>
                <a:gd name="T7" fmla="*/ 376 h 32"/>
                <a:gd name="T8" fmla="*/ 394 w 39"/>
                <a:gd name="T9" fmla="*/ 285 h 32"/>
                <a:gd name="T10" fmla="*/ 428 w 39"/>
                <a:gd name="T11" fmla="*/ 8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2">
                  <a:moveTo>
                    <a:pt x="34" y="5"/>
                  </a:moveTo>
                  <a:cubicBezTo>
                    <a:pt x="27" y="0"/>
                    <a:pt x="14" y="2"/>
                    <a:pt x="7" y="8"/>
                  </a:cubicBezTo>
                  <a:cubicBezTo>
                    <a:pt x="0" y="14"/>
                    <a:pt x="2" y="32"/>
                    <a:pt x="13" y="28"/>
                  </a:cubicBezTo>
                  <a:cubicBezTo>
                    <a:pt x="17" y="27"/>
                    <a:pt x="20" y="24"/>
                    <a:pt x="24" y="23"/>
                  </a:cubicBezTo>
                  <a:cubicBezTo>
                    <a:pt x="28" y="21"/>
                    <a:pt x="30" y="21"/>
                    <a:pt x="33" y="17"/>
                  </a:cubicBezTo>
                  <a:cubicBezTo>
                    <a:pt x="35" y="14"/>
                    <a:pt x="39" y="8"/>
                    <a:pt x="36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Freeform 208">
              <a:extLst>
                <a:ext uri="{FF2B5EF4-FFF2-40B4-BE49-F238E27FC236}">
                  <a16:creationId xmlns:a16="http://schemas.microsoft.com/office/drawing/2014/main" id="{A4B895BB-7CB2-4720-ABE1-F084CA0E9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111"/>
              <a:ext cx="76" cy="31"/>
            </a:xfrm>
            <a:custGeom>
              <a:avLst/>
              <a:gdLst>
                <a:gd name="T0" fmla="*/ 568 w 46"/>
                <a:gd name="T1" fmla="*/ 210 h 18"/>
                <a:gd name="T2" fmla="*/ 306 w 46"/>
                <a:gd name="T3" fmla="*/ 28 h 18"/>
                <a:gd name="T4" fmla="*/ 150 w 46"/>
                <a:gd name="T5" fmla="*/ 83 h 18"/>
                <a:gd name="T6" fmla="*/ 21 w 46"/>
                <a:gd name="T7" fmla="*/ 62 h 18"/>
                <a:gd name="T8" fmla="*/ 76 w 46"/>
                <a:gd name="T9" fmla="*/ 210 h 18"/>
                <a:gd name="T10" fmla="*/ 264 w 46"/>
                <a:gd name="T11" fmla="*/ 210 h 18"/>
                <a:gd name="T12" fmla="*/ 456 w 46"/>
                <a:gd name="T13" fmla="*/ 246 h 18"/>
                <a:gd name="T14" fmla="*/ 568 w 46"/>
                <a:gd name="T15" fmla="*/ 21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8">
                  <a:moveTo>
                    <a:pt x="46" y="14"/>
                  </a:moveTo>
                  <a:cubicBezTo>
                    <a:pt x="46" y="5"/>
                    <a:pt x="32" y="0"/>
                    <a:pt x="25" y="2"/>
                  </a:cubicBezTo>
                  <a:cubicBezTo>
                    <a:pt x="21" y="3"/>
                    <a:pt x="17" y="5"/>
                    <a:pt x="12" y="5"/>
                  </a:cubicBezTo>
                  <a:cubicBezTo>
                    <a:pt x="9" y="5"/>
                    <a:pt x="3" y="1"/>
                    <a:pt x="2" y="4"/>
                  </a:cubicBezTo>
                  <a:cubicBezTo>
                    <a:pt x="0" y="7"/>
                    <a:pt x="4" y="13"/>
                    <a:pt x="6" y="14"/>
                  </a:cubicBezTo>
                  <a:cubicBezTo>
                    <a:pt x="10" y="17"/>
                    <a:pt x="17" y="15"/>
                    <a:pt x="22" y="14"/>
                  </a:cubicBezTo>
                  <a:cubicBezTo>
                    <a:pt x="28" y="14"/>
                    <a:pt x="31" y="14"/>
                    <a:pt x="37" y="16"/>
                  </a:cubicBezTo>
                  <a:cubicBezTo>
                    <a:pt x="41" y="18"/>
                    <a:pt x="42" y="16"/>
                    <a:pt x="46" y="1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3" name="Freeform 209">
              <a:extLst>
                <a:ext uri="{FF2B5EF4-FFF2-40B4-BE49-F238E27FC236}">
                  <a16:creationId xmlns:a16="http://schemas.microsoft.com/office/drawing/2014/main" id="{389445E6-369E-488D-A077-29B3927CC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154"/>
              <a:ext cx="67" cy="49"/>
            </a:xfrm>
            <a:custGeom>
              <a:avLst/>
              <a:gdLst>
                <a:gd name="T0" fmla="*/ 462 w 41"/>
                <a:gd name="T1" fmla="*/ 114 h 28"/>
                <a:gd name="T2" fmla="*/ 185 w 41"/>
                <a:gd name="T3" fmla="*/ 21 h 28"/>
                <a:gd name="T4" fmla="*/ 113 w 41"/>
                <a:gd name="T5" fmla="*/ 65 h 28"/>
                <a:gd name="T6" fmla="*/ 0 w 41"/>
                <a:gd name="T7" fmla="*/ 327 h 28"/>
                <a:gd name="T8" fmla="*/ 113 w 41"/>
                <a:gd name="T9" fmla="*/ 441 h 28"/>
                <a:gd name="T10" fmla="*/ 235 w 41"/>
                <a:gd name="T11" fmla="*/ 313 h 28"/>
                <a:gd name="T12" fmla="*/ 363 w 41"/>
                <a:gd name="T13" fmla="*/ 264 h 28"/>
                <a:gd name="T14" fmla="*/ 459 w 41"/>
                <a:gd name="T15" fmla="*/ 249 h 28"/>
                <a:gd name="T16" fmla="*/ 476 w 41"/>
                <a:gd name="T17" fmla="*/ 15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28">
                  <a:moveTo>
                    <a:pt x="40" y="7"/>
                  </a:moveTo>
                  <a:cubicBezTo>
                    <a:pt x="33" y="3"/>
                    <a:pt x="25" y="0"/>
                    <a:pt x="16" y="1"/>
                  </a:cubicBezTo>
                  <a:cubicBezTo>
                    <a:pt x="14" y="2"/>
                    <a:pt x="12" y="2"/>
                    <a:pt x="10" y="4"/>
                  </a:cubicBezTo>
                  <a:cubicBezTo>
                    <a:pt x="6" y="6"/>
                    <a:pt x="0" y="15"/>
                    <a:pt x="0" y="20"/>
                  </a:cubicBezTo>
                  <a:cubicBezTo>
                    <a:pt x="1" y="24"/>
                    <a:pt x="6" y="28"/>
                    <a:pt x="10" y="27"/>
                  </a:cubicBezTo>
                  <a:cubicBezTo>
                    <a:pt x="14" y="26"/>
                    <a:pt x="16" y="21"/>
                    <a:pt x="20" y="19"/>
                  </a:cubicBezTo>
                  <a:cubicBezTo>
                    <a:pt x="23" y="16"/>
                    <a:pt x="27" y="15"/>
                    <a:pt x="31" y="16"/>
                  </a:cubicBezTo>
                  <a:cubicBezTo>
                    <a:pt x="35" y="17"/>
                    <a:pt x="35" y="18"/>
                    <a:pt x="39" y="15"/>
                  </a:cubicBezTo>
                  <a:cubicBezTo>
                    <a:pt x="41" y="13"/>
                    <a:pt x="41" y="12"/>
                    <a:pt x="41" y="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Freeform 210">
              <a:extLst>
                <a:ext uri="{FF2B5EF4-FFF2-40B4-BE49-F238E27FC236}">
                  <a16:creationId xmlns:a16="http://schemas.microsoft.com/office/drawing/2014/main" id="{89DFB143-2AC4-4F82-AD25-911E8C326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027"/>
              <a:ext cx="79" cy="61"/>
            </a:xfrm>
            <a:custGeom>
              <a:avLst/>
              <a:gdLst>
                <a:gd name="T0" fmla="*/ 117 w 48"/>
                <a:gd name="T1" fmla="*/ 561 h 35"/>
                <a:gd name="T2" fmla="*/ 240 w 48"/>
                <a:gd name="T3" fmla="*/ 91 h 35"/>
                <a:gd name="T4" fmla="*/ 448 w 48"/>
                <a:gd name="T5" fmla="*/ 28 h 35"/>
                <a:gd name="T6" fmla="*/ 566 w 48"/>
                <a:gd name="T7" fmla="*/ 213 h 35"/>
                <a:gd name="T8" fmla="*/ 257 w 48"/>
                <a:gd name="T9" fmla="*/ 322 h 35"/>
                <a:gd name="T10" fmla="*/ 133 w 48"/>
                <a:gd name="T11" fmla="*/ 54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10" y="35"/>
                  </a:moveTo>
                  <a:cubicBezTo>
                    <a:pt x="0" y="26"/>
                    <a:pt x="12" y="11"/>
                    <a:pt x="20" y="6"/>
                  </a:cubicBezTo>
                  <a:cubicBezTo>
                    <a:pt x="25" y="3"/>
                    <a:pt x="31" y="0"/>
                    <a:pt x="37" y="2"/>
                  </a:cubicBezTo>
                  <a:cubicBezTo>
                    <a:pt x="42" y="4"/>
                    <a:pt x="48" y="7"/>
                    <a:pt x="47" y="13"/>
                  </a:cubicBezTo>
                  <a:cubicBezTo>
                    <a:pt x="39" y="15"/>
                    <a:pt x="25" y="10"/>
                    <a:pt x="21" y="20"/>
                  </a:cubicBezTo>
                  <a:cubicBezTo>
                    <a:pt x="18" y="28"/>
                    <a:pt x="21" y="34"/>
                    <a:pt x="11" y="3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Freeform 211">
              <a:extLst>
                <a:ext uri="{FF2B5EF4-FFF2-40B4-BE49-F238E27FC236}">
                  <a16:creationId xmlns:a16="http://schemas.microsoft.com/office/drawing/2014/main" id="{BC196EAB-D40A-43F2-8913-46EA3890B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034"/>
              <a:ext cx="72" cy="70"/>
            </a:xfrm>
            <a:custGeom>
              <a:avLst/>
              <a:gdLst>
                <a:gd name="T0" fmla="*/ 144 w 44"/>
                <a:gd name="T1" fmla="*/ 592 h 40"/>
                <a:gd name="T2" fmla="*/ 70 w 44"/>
                <a:gd name="T3" fmla="*/ 179 h 40"/>
                <a:gd name="T4" fmla="*/ 407 w 44"/>
                <a:gd name="T5" fmla="*/ 114 h 40"/>
                <a:gd name="T6" fmla="*/ 247 w 44"/>
                <a:gd name="T7" fmla="*/ 327 h 40"/>
                <a:gd name="T8" fmla="*/ 144 w 44"/>
                <a:gd name="T9" fmla="*/ 57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0">
                  <a:moveTo>
                    <a:pt x="12" y="36"/>
                  </a:moveTo>
                  <a:cubicBezTo>
                    <a:pt x="1" y="33"/>
                    <a:pt x="0" y="18"/>
                    <a:pt x="6" y="11"/>
                  </a:cubicBezTo>
                  <a:cubicBezTo>
                    <a:pt x="12" y="4"/>
                    <a:pt x="28" y="0"/>
                    <a:pt x="35" y="7"/>
                  </a:cubicBezTo>
                  <a:cubicBezTo>
                    <a:pt x="44" y="16"/>
                    <a:pt x="24" y="15"/>
                    <a:pt x="21" y="20"/>
                  </a:cubicBezTo>
                  <a:cubicBezTo>
                    <a:pt x="20" y="23"/>
                    <a:pt x="21" y="40"/>
                    <a:pt x="12" y="3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212">
              <a:extLst>
                <a:ext uri="{FF2B5EF4-FFF2-40B4-BE49-F238E27FC236}">
                  <a16:creationId xmlns:a16="http://schemas.microsoft.com/office/drawing/2014/main" id="{3B108BFF-9E5C-4DC6-9ED7-4CA379330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039"/>
              <a:ext cx="61" cy="52"/>
            </a:xfrm>
            <a:custGeom>
              <a:avLst/>
              <a:gdLst>
                <a:gd name="T0" fmla="*/ 54 w 37"/>
                <a:gd name="T1" fmla="*/ 454 h 30"/>
                <a:gd name="T2" fmla="*/ 13 w 37"/>
                <a:gd name="T3" fmla="*/ 298 h 30"/>
                <a:gd name="T4" fmla="*/ 147 w 37"/>
                <a:gd name="T5" fmla="*/ 85 h 30"/>
                <a:gd name="T6" fmla="*/ 429 w 37"/>
                <a:gd name="T7" fmla="*/ 172 h 30"/>
                <a:gd name="T8" fmla="*/ 414 w 37"/>
                <a:gd name="T9" fmla="*/ 321 h 30"/>
                <a:gd name="T10" fmla="*/ 305 w 37"/>
                <a:gd name="T11" fmla="*/ 361 h 30"/>
                <a:gd name="T12" fmla="*/ 193 w 37"/>
                <a:gd name="T13" fmla="*/ 454 h 30"/>
                <a:gd name="T14" fmla="*/ 71 w 37"/>
                <a:gd name="T15" fmla="*/ 454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0">
                  <a:moveTo>
                    <a:pt x="4" y="29"/>
                  </a:moveTo>
                  <a:cubicBezTo>
                    <a:pt x="0" y="30"/>
                    <a:pt x="0" y="22"/>
                    <a:pt x="1" y="19"/>
                  </a:cubicBezTo>
                  <a:cubicBezTo>
                    <a:pt x="2" y="14"/>
                    <a:pt x="7" y="8"/>
                    <a:pt x="12" y="5"/>
                  </a:cubicBezTo>
                  <a:cubicBezTo>
                    <a:pt x="20" y="0"/>
                    <a:pt x="31" y="2"/>
                    <a:pt x="35" y="11"/>
                  </a:cubicBezTo>
                  <a:cubicBezTo>
                    <a:pt x="36" y="14"/>
                    <a:pt x="37" y="19"/>
                    <a:pt x="34" y="21"/>
                  </a:cubicBezTo>
                  <a:cubicBezTo>
                    <a:pt x="32" y="23"/>
                    <a:pt x="27" y="21"/>
                    <a:pt x="25" y="23"/>
                  </a:cubicBezTo>
                  <a:cubicBezTo>
                    <a:pt x="21" y="25"/>
                    <a:pt x="20" y="28"/>
                    <a:pt x="16" y="29"/>
                  </a:cubicBezTo>
                  <a:cubicBezTo>
                    <a:pt x="13" y="30"/>
                    <a:pt x="9" y="30"/>
                    <a:pt x="6" y="2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213">
              <a:extLst>
                <a:ext uri="{FF2B5EF4-FFF2-40B4-BE49-F238E27FC236}">
                  <a16:creationId xmlns:a16="http://schemas.microsoft.com/office/drawing/2014/main" id="{C954C42A-0583-4217-8009-2056ADB0A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042"/>
              <a:ext cx="70" cy="34"/>
            </a:xfrm>
            <a:custGeom>
              <a:avLst/>
              <a:gdLst>
                <a:gd name="T0" fmla="*/ 77 w 43"/>
                <a:gd name="T1" fmla="*/ 349 h 19"/>
                <a:gd name="T2" fmla="*/ 21 w 43"/>
                <a:gd name="T3" fmla="*/ 259 h 19"/>
                <a:gd name="T4" fmla="*/ 125 w 43"/>
                <a:gd name="T5" fmla="*/ 93 h 19"/>
                <a:gd name="T6" fmla="*/ 423 w 43"/>
                <a:gd name="T7" fmla="*/ 131 h 19"/>
                <a:gd name="T8" fmla="*/ 273 w 43"/>
                <a:gd name="T9" fmla="*/ 234 h 19"/>
                <a:gd name="T10" fmla="*/ 160 w 43"/>
                <a:gd name="T11" fmla="*/ 276 h 19"/>
                <a:gd name="T12" fmla="*/ 68 w 43"/>
                <a:gd name="T13" fmla="*/ 32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9">
                  <a:moveTo>
                    <a:pt x="7" y="19"/>
                  </a:moveTo>
                  <a:cubicBezTo>
                    <a:pt x="5" y="19"/>
                    <a:pt x="3" y="16"/>
                    <a:pt x="2" y="14"/>
                  </a:cubicBezTo>
                  <a:cubicBezTo>
                    <a:pt x="0" y="8"/>
                    <a:pt x="6" y="6"/>
                    <a:pt x="11" y="5"/>
                  </a:cubicBezTo>
                  <a:cubicBezTo>
                    <a:pt x="18" y="4"/>
                    <a:pt x="33" y="0"/>
                    <a:pt x="37" y="7"/>
                  </a:cubicBezTo>
                  <a:cubicBezTo>
                    <a:pt x="43" y="18"/>
                    <a:pt x="27" y="13"/>
                    <a:pt x="24" y="13"/>
                  </a:cubicBezTo>
                  <a:cubicBezTo>
                    <a:pt x="20" y="12"/>
                    <a:pt x="17" y="13"/>
                    <a:pt x="14" y="15"/>
                  </a:cubicBezTo>
                  <a:cubicBezTo>
                    <a:pt x="11" y="16"/>
                    <a:pt x="9" y="18"/>
                    <a:pt x="6" y="1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214">
              <a:extLst>
                <a:ext uri="{FF2B5EF4-FFF2-40B4-BE49-F238E27FC236}">
                  <a16:creationId xmlns:a16="http://schemas.microsoft.com/office/drawing/2014/main" id="{A5D61602-F6D2-4E92-AEF7-D7B768F05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170"/>
              <a:ext cx="75" cy="42"/>
            </a:xfrm>
            <a:custGeom>
              <a:avLst/>
              <a:gdLst>
                <a:gd name="T0" fmla="*/ 0 w 46"/>
                <a:gd name="T1" fmla="*/ 364 h 24"/>
                <a:gd name="T2" fmla="*/ 181 w 46"/>
                <a:gd name="T3" fmla="*/ 86 h 24"/>
                <a:gd name="T4" fmla="*/ 452 w 46"/>
                <a:gd name="T5" fmla="*/ 102 h 24"/>
                <a:gd name="T6" fmla="*/ 290 w 46"/>
                <a:gd name="T7" fmla="*/ 301 h 24"/>
                <a:gd name="T8" fmla="*/ 165 w 46"/>
                <a:gd name="T9" fmla="*/ 376 h 24"/>
                <a:gd name="T10" fmla="*/ 34 w 46"/>
                <a:gd name="T11" fmla="*/ 36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4">
                  <a:moveTo>
                    <a:pt x="0" y="22"/>
                  </a:moveTo>
                  <a:cubicBezTo>
                    <a:pt x="1" y="16"/>
                    <a:pt x="11" y="8"/>
                    <a:pt x="16" y="5"/>
                  </a:cubicBezTo>
                  <a:cubicBezTo>
                    <a:pt x="22" y="2"/>
                    <a:pt x="34" y="0"/>
                    <a:pt x="39" y="6"/>
                  </a:cubicBezTo>
                  <a:cubicBezTo>
                    <a:pt x="46" y="16"/>
                    <a:pt x="30" y="16"/>
                    <a:pt x="25" y="18"/>
                  </a:cubicBezTo>
                  <a:cubicBezTo>
                    <a:pt x="21" y="19"/>
                    <a:pt x="18" y="22"/>
                    <a:pt x="14" y="23"/>
                  </a:cubicBezTo>
                  <a:cubicBezTo>
                    <a:pt x="10" y="24"/>
                    <a:pt x="7" y="22"/>
                    <a:pt x="3" y="2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Freeform 215">
              <a:extLst>
                <a:ext uri="{FF2B5EF4-FFF2-40B4-BE49-F238E27FC236}">
                  <a16:creationId xmlns:a16="http://schemas.microsoft.com/office/drawing/2014/main" id="{F5A60A8F-9CCD-4301-918E-BEEE4F472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144"/>
              <a:ext cx="72" cy="50"/>
            </a:xfrm>
            <a:custGeom>
              <a:avLst/>
              <a:gdLst>
                <a:gd name="T0" fmla="*/ 460 w 44"/>
                <a:gd name="T1" fmla="*/ 86 h 29"/>
                <a:gd name="T2" fmla="*/ 188 w 44"/>
                <a:gd name="T3" fmla="*/ 83 h 29"/>
                <a:gd name="T4" fmla="*/ 115 w 44"/>
                <a:gd name="T5" fmla="*/ 398 h 29"/>
                <a:gd name="T6" fmla="*/ 260 w 44"/>
                <a:gd name="T7" fmla="*/ 362 h 29"/>
                <a:gd name="T8" fmla="*/ 365 w 44"/>
                <a:gd name="T9" fmla="*/ 271 h 29"/>
                <a:gd name="T10" fmla="*/ 442 w 44"/>
                <a:gd name="T11" fmla="*/ 8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9">
                  <a:moveTo>
                    <a:pt x="39" y="6"/>
                  </a:moveTo>
                  <a:cubicBezTo>
                    <a:pt x="32" y="0"/>
                    <a:pt x="23" y="0"/>
                    <a:pt x="16" y="5"/>
                  </a:cubicBezTo>
                  <a:cubicBezTo>
                    <a:pt x="9" y="9"/>
                    <a:pt x="0" y="19"/>
                    <a:pt x="10" y="26"/>
                  </a:cubicBezTo>
                  <a:cubicBezTo>
                    <a:pt x="14" y="29"/>
                    <a:pt x="19" y="28"/>
                    <a:pt x="22" y="24"/>
                  </a:cubicBezTo>
                  <a:cubicBezTo>
                    <a:pt x="25" y="19"/>
                    <a:pt x="26" y="19"/>
                    <a:pt x="31" y="18"/>
                  </a:cubicBezTo>
                  <a:cubicBezTo>
                    <a:pt x="38" y="17"/>
                    <a:pt x="44" y="12"/>
                    <a:pt x="38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Freeform 216">
              <a:extLst>
                <a:ext uri="{FF2B5EF4-FFF2-40B4-BE49-F238E27FC236}">
                  <a16:creationId xmlns:a16="http://schemas.microsoft.com/office/drawing/2014/main" id="{9332B248-16EF-406F-8052-5AC52FF86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032"/>
              <a:ext cx="89" cy="59"/>
            </a:xfrm>
            <a:custGeom>
              <a:avLst/>
              <a:gdLst>
                <a:gd name="T0" fmla="*/ 582 w 54"/>
                <a:gd name="T1" fmla="*/ 62 h 34"/>
                <a:gd name="T2" fmla="*/ 227 w 54"/>
                <a:gd name="T3" fmla="*/ 127 h 34"/>
                <a:gd name="T4" fmla="*/ 117 w 54"/>
                <a:gd name="T5" fmla="*/ 470 h 34"/>
                <a:gd name="T6" fmla="*/ 297 w 54"/>
                <a:gd name="T7" fmla="*/ 446 h 34"/>
                <a:gd name="T8" fmla="*/ 490 w 54"/>
                <a:gd name="T9" fmla="*/ 298 h 34"/>
                <a:gd name="T10" fmla="*/ 607 w 54"/>
                <a:gd name="T11" fmla="*/ 8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48" y="4"/>
                  </a:moveTo>
                  <a:cubicBezTo>
                    <a:pt x="39" y="0"/>
                    <a:pt x="27" y="3"/>
                    <a:pt x="19" y="8"/>
                  </a:cubicBezTo>
                  <a:cubicBezTo>
                    <a:pt x="12" y="11"/>
                    <a:pt x="0" y="22"/>
                    <a:pt x="10" y="30"/>
                  </a:cubicBezTo>
                  <a:cubicBezTo>
                    <a:pt x="15" y="34"/>
                    <a:pt x="20" y="31"/>
                    <a:pt x="24" y="28"/>
                  </a:cubicBezTo>
                  <a:cubicBezTo>
                    <a:pt x="29" y="25"/>
                    <a:pt x="35" y="23"/>
                    <a:pt x="40" y="19"/>
                  </a:cubicBezTo>
                  <a:cubicBezTo>
                    <a:pt x="43" y="17"/>
                    <a:pt x="54" y="10"/>
                    <a:pt x="50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1" name="Freeform 217">
              <a:extLst>
                <a:ext uri="{FF2B5EF4-FFF2-40B4-BE49-F238E27FC236}">
                  <a16:creationId xmlns:a16="http://schemas.microsoft.com/office/drawing/2014/main" id="{AB685CBE-E50E-4360-BA0F-B4380F7E2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046"/>
              <a:ext cx="64" cy="35"/>
            </a:xfrm>
            <a:custGeom>
              <a:avLst/>
              <a:gdLst>
                <a:gd name="T0" fmla="*/ 450 w 39"/>
                <a:gd name="T1" fmla="*/ 86 h 20"/>
                <a:gd name="T2" fmla="*/ 146 w 39"/>
                <a:gd name="T3" fmla="*/ 102 h 20"/>
                <a:gd name="T4" fmla="*/ 21 w 39"/>
                <a:gd name="T5" fmla="*/ 215 h 20"/>
                <a:gd name="T6" fmla="*/ 80 w 39"/>
                <a:gd name="T7" fmla="*/ 327 h 20"/>
                <a:gd name="T8" fmla="*/ 248 w 39"/>
                <a:gd name="T9" fmla="*/ 301 h 20"/>
                <a:gd name="T10" fmla="*/ 386 w 39"/>
                <a:gd name="T11" fmla="*/ 264 h 20"/>
                <a:gd name="T12" fmla="*/ 441 w 39"/>
                <a:gd name="T13" fmla="*/ 11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0">
                  <a:moveTo>
                    <a:pt x="38" y="5"/>
                  </a:moveTo>
                  <a:cubicBezTo>
                    <a:pt x="33" y="0"/>
                    <a:pt x="18" y="3"/>
                    <a:pt x="12" y="6"/>
                  </a:cubicBezTo>
                  <a:cubicBezTo>
                    <a:pt x="8" y="7"/>
                    <a:pt x="4" y="9"/>
                    <a:pt x="2" y="13"/>
                  </a:cubicBezTo>
                  <a:cubicBezTo>
                    <a:pt x="0" y="18"/>
                    <a:pt x="2" y="20"/>
                    <a:pt x="7" y="20"/>
                  </a:cubicBezTo>
                  <a:cubicBezTo>
                    <a:pt x="12" y="19"/>
                    <a:pt x="16" y="18"/>
                    <a:pt x="21" y="18"/>
                  </a:cubicBezTo>
                  <a:cubicBezTo>
                    <a:pt x="25" y="18"/>
                    <a:pt x="28" y="18"/>
                    <a:pt x="32" y="16"/>
                  </a:cubicBezTo>
                  <a:cubicBezTo>
                    <a:pt x="35" y="14"/>
                    <a:pt x="39" y="10"/>
                    <a:pt x="37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2" name="Freeform 218">
              <a:extLst>
                <a:ext uri="{FF2B5EF4-FFF2-40B4-BE49-F238E27FC236}">
                  <a16:creationId xmlns:a16="http://schemas.microsoft.com/office/drawing/2014/main" id="{4C23DDC0-5690-4199-9D60-03485B497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187"/>
              <a:ext cx="47" cy="27"/>
            </a:xfrm>
            <a:custGeom>
              <a:avLst/>
              <a:gdLst>
                <a:gd name="T0" fmla="*/ 323 w 29"/>
                <a:gd name="T1" fmla="*/ 52 h 15"/>
                <a:gd name="T2" fmla="*/ 165 w 29"/>
                <a:gd name="T3" fmla="*/ 23 h 15"/>
                <a:gd name="T4" fmla="*/ 34 w 29"/>
                <a:gd name="T5" fmla="*/ 234 h 15"/>
                <a:gd name="T6" fmla="*/ 102 w 29"/>
                <a:gd name="T7" fmla="*/ 234 h 15"/>
                <a:gd name="T8" fmla="*/ 191 w 29"/>
                <a:gd name="T9" fmla="*/ 187 h 15"/>
                <a:gd name="T10" fmla="*/ 280 w 29"/>
                <a:gd name="T11" fmla="*/ 52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5">
                  <a:moveTo>
                    <a:pt x="29" y="3"/>
                  </a:moveTo>
                  <a:cubicBezTo>
                    <a:pt x="24" y="3"/>
                    <a:pt x="20" y="0"/>
                    <a:pt x="15" y="1"/>
                  </a:cubicBezTo>
                  <a:cubicBezTo>
                    <a:pt x="10" y="1"/>
                    <a:pt x="0" y="5"/>
                    <a:pt x="3" y="12"/>
                  </a:cubicBezTo>
                  <a:cubicBezTo>
                    <a:pt x="5" y="15"/>
                    <a:pt x="6" y="13"/>
                    <a:pt x="9" y="12"/>
                  </a:cubicBezTo>
                  <a:cubicBezTo>
                    <a:pt x="12" y="11"/>
                    <a:pt x="14" y="11"/>
                    <a:pt x="17" y="10"/>
                  </a:cubicBezTo>
                  <a:cubicBezTo>
                    <a:pt x="22" y="10"/>
                    <a:pt x="24" y="8"/>
                    <a:pt x="25" y="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Freeform 219">
              <a:extLst>
                <a:ext uri="{FF2B5EF4-FFF2-40B4-BE49-F238E27FC236}">
                  <a16:creationId xmlns:a16="http://schemas.microsoft.com/office/drawing/2014/main" id="{71CC7DCC-88A7-49EB-8948-9A8F9C7E1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107"/>
              <a:ext cx="75" cy="65"/>
            </a:xfrm>
            <a:custGeom>
              <a:avLst/>
              <a:gdLst>
                <a:gd name="T0" fmla="*/ 55 w 46"/>
                <a:gd name="T1" fmla="*/ 515 h 37"/>
                <a:gd name="T2" fmla="*/ 55 w 46"/>
                <a:gd name="T3" fmla="*/ 314 h 37"/>
                <a:gd name="T4" fmla="*/ 233 w 46"/>
                <a:gd name="T5" fmla="*/ 49 h 37"/>
                <a:gd name="T6" fmla="*/ 452 w 46"/>
                <a:gd name="T7" fmla="*/ 216 h 37"/>
                <a:gd name="T8" fmla="*/ 346 w 46"/>
                <a:gd name="T9" fmla="*/ 314 h 37"/>
                <a:gd name="T10" fmla="*/ 240 w 46"/>
                <a:gd name="T11" fmla="*/ 450 h 37"/>
                <a:gd name="T12" fmla="*/ 55 w 46"/>
                <a:gd name="T13" fmla="*/ 531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7">
                  <a:moveTo>
                    <a:pt x="5" y="31"/>
                  </a:moveTo>
                  <a:cubicBezTo>
                    <a:pt x="0" y="31"/>
                    <a:pt x="3" y="21"/>
                    <a:pt x="5" y="19"/>
                  </a:cubicBezTo>
                  <a:cubicBezTo>
                    <a:pt x="8" y="13"/>
                    <a:pt x="13" y="6"/>
                    <a:pt x="20" y="3"/>
                  </a:cubicBezTo>
                  <a:cubicBezTo>
                    <a:pt x="27" y="0"/>
                    <a:pt x="46" y="0"/>
                    <a:pt x="39" y="13"/>
                  </a:cubicBezTo>
                  <a:cubicBezTo>
                    <a:pt x="37" y="17"/>
                    <a:pt x="34" y="17"/>
                    <a:pt x="30" y="19"/>
                  </a:cubicBezTo>
                  <a:cubicBezTo>
                    <a:pt x="25" y="20"/>
                    <a:pt x="24" y="23"/>
                    <a:pt x="21" y="27"/>
                  </a:cubicBezTo>
                  <a:cubicBezTo>
                    <a:pt x="19" y="30"/>
                    <a:pt x="8" y="37"/>
                    <a:pt x="5" y="3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Freeform 220">
              <a:extLst>
                <a:ext uri="{FF2B5EF4-FFF2-40B4-BE49-F238E27FC236}">
                  <a16:creationId xmlns:a16="http://schemas.microsoft.com/office/drawing/2014/main" id="{8A0D56A5-2485-4857-BD10-7BA5DC512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131"/>
              <a:ext cx="64" cy="62"/>
            </a:xfrm>
            <a:custGeom>
              <a:avLst/>
              <a:gdLst>
                <a:gd name="T0" fmla="*/ 71 w 39"/>
                <a:gd name="T1" fmla="*/ 473 h 35"/>
                <a:gd name="T2" fmla="*/ 110 w 39"/>
                <a:gd name="T3" fmla="*/ 106 h 35"/>
                <a:gd name="T4" fmla="*/ 371 w 39"/>
                <a:gd name="T5" fmla="*/ 106 h 35"/>
                <a:gd name="T6" fmla="*/ 240 w 39"/>
                <a:gd name="T7" fmla="*/ 317 h 35"/>
                <a:gd name="T8" fmla="*/ 71 w 39"/>
                <a:gd name="T9" fmla="*/ 47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5">
                  <a:moveTo>
                    <a:pt x="6" y="27"/>
                  </a:moveTo>
                  <a:cubicBezTo>
                    <a:pt x="0" y="24"/>
                    <a:pt x="5" y="10"/>
                    <a:pt x="9" y="6"/>
                  </a:cubicBezTo>
                  <a:cubicBezTo>
                    <a:pt x="15" y="2"/>
                    <a:pt x="26" y="0"/>
                    <a:pt x="31" y="6"/>
                  </a:cubicBezTo>
                  <a:cubicBezTo>
                    <a:pt x="39" y="16"/>
                    <a:pt x="25" y="14"/>
                    <a:pt x="20" y="18"/>
                  </a:cubicBezTo>
                  <a:cubicBezTo>
                    <a:pt x="18" y="20"/>
                    <a:pt x="10" y="35"/>
                    <a:pt x="6" y="2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221">
              <a:extLst>
                <a:ext uri="{FF2B5EF4-FFF2-40B4-BE49-F238E27FC236}">
                  <a16:creationId xmlns:a16="http://schemas.microsoft.com/office/drawing/2014/main" id="{DB5BBAFA-ABB2-470E-91F7-1741BF557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144"/>
              <a:ext cx="46" cy="47"/>
            </a:xfrm>
            <a:custGeom>
              <a:avLst/>
              <a:gdLst>
                <a:gd name="T0" fmla="*/ 261 w 28"/>
                <a:gd name="T1" fmla="*/ 28 h 27"/>
                <a:gd name="T2" fmla="*/ 21 w 28"/>
                <a:gd name="T3" fmla="*/ 127 h 27"/>
                <a:gd name="T4" fmla="*/ 21 w 28"/>
                <a:gd name="T5" fmla="*/ 336 h 27"/>
                <a:gd name="T6" fmla="*/ 133 w 28"/>
                <a:gd name="T7" fmla="*/ 369 h 27"/>
                <a:gd name="T8" fmla="*/ 219 w 28"/>
                <a:gd name="T9" fmla="*/ 237 h 27"/>
                <a:gd name="T10" fmla="*/ 297 w 28"/>
                <a:gd name="T11" fmla="*/ 172 h 27"/>
                <a:gd name="T12" fmla="*/ 276 w 28"/>
                <a:gd name="T13" fmla="*/ 2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7">
                  <a:moveTo>
                    <a:pt x="22" y="2"/>
                  </a:moveTo>
                  <a:cubicBezTo>
                    <a:pt x="15" y="0"/>
                    <a:pt x="6" y="0"/>
                    <a:pt x="2" y="8"/>
                  </a:cubicBezTo>
                  <a:cubicBezTo>
                    <a:pt x="0" y="12"/>
                    <a:pt x="0" y="17"/>
                    <a:pt x="2" y="21"/>
                  </a:cubicBezTo>
                  <a:cubicBezTo>
                    <a:pt x="4" y="25"/>
                    <a:pt x="8" y="27"/>
                    <a:pt x="11" y="23"/>
                  </a:cubicBezTo>
                  <a:cubicBezTo>
                    <a:pt x="14" y="21"/>
                    <a:pt x="15" y="17"/>
                    <a:pt x="18" y="15"/>
                  </a:cubicBezTo>
                  <a:cubicBezTo>
                    <a:pt x="21" y="14"/>
                    <a:pt x="23" y="14"/>
                    <a:pt x="25" y="11"/>
                  </a:cubicBezTo>
                  <a:cubicBezTo>
                    <a:pt x="28" y="8"/>
                    <a:pt x="27" y="4"/>
                    <a:pt x="23" y="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6" name="Freeform 222">
              <a:extLst>
                <a:ext uri="{FF2B5EF4-FFF2-40B4-BE49-F238E27FC236}">
                  <a16:creationId xmlns:a16="http://schemas.microsoft.com/office/drawing/2014/main" id="{61CCFCEF-9E54-4570-BBD0-4588FBCDF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180"/>
              <a:ext cx="84" cy="27"/>
            </a:xfrm>
            <a:custGeom>
              <a:avLst/>
              <a:gdLst>
                <a:gd name="T0" fmla="*/ 616 w 51"/>
                <a:gd name="T1" fmla="*/ 234 h 15"/>
                <a:gd name="T2" fmla="*/ 412 w 51"/>
                <a:gd name="T3" fmla="*/ 23 h 15"/>
                <a:gd name="T4" fmla="*/ 112 w 51"/>
                <a:gd name="T5" fmla="*/ 41 h 15"/>
                <a:gd name="T6" fmla="*/ 54 w 51"/>
                <a:gd name="T7" fmla="*/ 234 h 15"/>
                <a:gd name="T8" fmla="*/ 117 w 51"/>
                <a:gd name="T9" fmla="*/ 234 h 15"/>
                <a:gd name="T10" fmla="*/ 264 w 51"/>
                <a:gd name="T11" fmla="*/ 211 h 15"/>
                <a:gd name="T12" fmla="*/ 469 w 51"/>
                <a:gd name="T13" fmla="*/ 234 h 15"/>
                <a:gd name="T14" fmla="*/ 580 w 51"/>
                <a:gd name="T15" fmla="*/ 284 h 15"/>
                <a:gd name="T16" fmla="*/ 616 w 51"/>
                <a:gd name="T17" fmla="*/ 263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15">
                  <a:moveTo>
                    <a:pt x="51" y="12"/>
                  </a:moveTo>
                  <a:cubicBezTo>
                    <a:pt x="49" y="6"/>
                    <a:pt x="41" y="1"/>
                    <a:pt x="34" y="1"/>
                  </a:cubicBezTo>
                  <a:cubicBezTo>
                    <a:pt x="26" y="1"/>
                    <a:pt x="16" y="0"/>
                    <a:pt x="9" y="2"/>
                  </a:cubicBezTo>
                  <a:cubicBezTo>
                    <a:pt x="5" y="3"/>
                    <a:pt x="0" y="9"/>
                    <a:pt x="4" y="12"/>
                  </a:cubicBezTo>
                  <a:cubicBezTo>
                    <a:pt x="6" y="14"/>
                    <a:pt x="8" y="12"/>
                    <a:pt x="10" y="12"/>
                  </a:cubicBezTo>
                  <a:cubicBezTo>
                    <a:pt x="14" y="11"/>
                    <a:pt x="18" y="11"/>
                    <a:pt x="22" y="11"/>
                  </a:cubicBezTo>
                  <a:cubicBezTo>
                    <a:pt x="28" y="10"/>
                    <a:pt x="34" y="10"/>
                    <a:pt x="39" y="12"/>
                  </a:cubicBezTo>
                  <a:cubicBezTo>
                    <a:pt x="42" y="13"/>
                    <a:pt x="45" y="15"/>
                    <a:pt x="48" y="15"/>
                  </a:cubicBezTo>
                  <a:cubicBezTo>
                    <a:pt x="50" y="15"/>
                    <a:pt x="50" y="15"/>
                    <a:pt x="51" y="1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Freeform 223">
              <a:extLst>
                <a:ext uri="{FF2B5EF4-FFF2-40B4-BE49-F238E27FC236}">
                  <a16:creationId xmlns:a16="http://schemas.microsoft.com/office/drawing/2014/main" id="{11F29753-F2BB-4879-BF62-4E0A529ED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124"/>
              <a:ext cx="46" cy="48"/>
            </a:xfrm>
            <a:custGeom>
              <a:avLst/>
              <a:gdLst>
                <a:gd name="T0" fmla="*/ 315 w 28"/>
                <a:gd name="T1" fmla="*/ 89 h 27"/>
                <a:gd name="T2" fmla="*/ 54 w 28"/>
                <a:gd name="T3" fmla="*/ 139 h 27"/>
                <a:gd name="T4" fmla="*/ 13 w 28"/>
                <a:gd name="T5" fmla="*/ 338 h 27"/>
                <a:gd name="T6" fmla="*/ 54 w 28"/>
                <a:gd name="T7" fmla="*/ 439 h 27"/>
                <a:gd name="T8" fmla="*/ 89 w 28"/>
                <a:gd name="T9" fmla="*/ 439 h 27"/>
                <a:gd name="T10" fmla="*/ 110 w 28"/>
                <a:gd name="T11" fmla="*/ 361 h 27"/>
                <a:gd name="T12" fmla="*/ 156 w 28"/>
                <a:gd name="T13" fmla="*/ 297 h 27"/>
                <a:gd name="T14" fmla="*/ 276 w 28"/>
                <a:gd name="T15" fmla="*/ 268 h 27"/>
                <a:gd name="T16" fmla="*/ 319 w 28"/>
                <a:gd name="T17" fmla="*/ 8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7">
                  <a:moveTo>
                    <a:pt x="26" y="5"/>
                  </a:moveTo>
                  <a:cubicBezTo>
                    <a:pt x="19" y="0"/>
                    <a:pt x="10" y="1"/>
                    <a:pt x="4" y="8"/>
                  </a:cubicBezTo>
                  <a:cubicBezTo>
                    <a:pt x="1" y="11"/>
                    <a:pt x="0" y="15"/>
                    <a:pt x="1" y="19"/>
                  </a:cubicBezTo>
                  <a:cubicBezTo>
                    <a:pt x="1" y="21"/>
                    <a:pt x="2" y="24"/>
                    <a:pt x="4" y="25"/>
                  </a:cubicBezTo>
                  <a:cubicBezTo>
                    <a:pt x="6" y="27"/>
                    <a:pt x="6" y="26"/>
                    <a:pt x="7" y="25"/>
                  </a:cubicBezTo>
                  <a:cubicBezTo>
                    <a:pt x="8" y="23"/>
                    <a:pt x="7" y="21"/>
                    <a:pt x="9" y="20"/>
                  </a:cubicBezTo>
                  <a:cubicBezTo>
                    <a:pt x="10" y="19"/>
                    <a:pt x="12" y="18"/>
                    <a:pt x="13" y="17"/>
                  </a:cubicBezTo>
                  <a:cubicBezTo>
                    <a:pt x="16" y="16"/>
                    <a:pt x="20" y="17"/>
                    <a:pt x="23" y="15"/>
                  </a:cubicBezTo>
                  <a:cubicBezTo>
                    <a:pt x="27" y="13"/>
                    <a:pt x="28" y="8"/>
                    <a:pt x="27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51" name="first-degree-skin-burn-diagram">
            <a:extLst>
              <a:ext uri="{FF2B5EF4-FFF2-40B4-BE49-F238E27FC236}">
                <a16:creationId xmlns:a16="http://schemas.microsoft.com/office/drawing/2014/main" id="{04B17E8F-7DA3-44CE-B434-69828B82ADBD}"/>
              </a:ext>
            </a:extLst>
          </p:cNvPr>
          <p:cNvGrpSpPr>
            <a:grpSpLocks/>
          </p:cNvGrpSpPr>
          <p:nvPr/>
        </p:nvGrpSpPr>
        <p:grpSpPr bwMode="auto">
          <a:xfrm>
            <a:off x="6435725" y="1238250"/>
            <a:ext cx="2238375" cy="2265363"/>
            <a:chOff x="3004" y="780"/>
            <a:chExt cx="1410" cy="1427"/>
          </a:xfrm>
        </p:grpSpPr>
        <p:sp>
          <p:nvSpPr>
            <p:cNvPr id="22294" name="Rectangle 225">
              <a:extLst>
                <a:ext uri="{FF2B5EF4-FFF2-40B4-BE49-F238E27FC236}">
                  <a16:creationId xmlns:a16="http://schemas.microsoft.com/office/drawing/2014/main" id="{2CE4974B-80F4-4639-BB1D-267523566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1393"/>
              <a:ext cx="1406" cy="810"/>
            </a:xfrm>
            <a:prstGeom prst="rect">
              <a:avLst/>
            </a:prstGeom>
            <a:solidFill>
              <a:srgbClr val="F9D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295" name="Freeform 226">
              <a:extLst>
                <a:ext uri="{FF2B5EF4-FFF2-40B4-BE49-F238E27FC236}">
                  <a16:creationId xmlns:a16="http://schemas.microsoft.com/office/drawing/2014/main" id="{8CBB8DA8-3109-4E60-AA13-C378334E8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396"/>
              <a:ext cx="1407" cy="393"/>
            </a:xfrm>
            <a:custGeom>
              <a:avLst/>
              <a:gdLst>
                <a:gd name="T0" fmla="*/ 0 w 859"/>
                <a:gd name="T1" fmla="*/ 3139 h 225"/>
                <a:gd name="T2" fmla="*/ 0 w 859"/>
                <a:gd name="T3" fmla="*/ 0 h 225"/>
                <a:gd name="T4" fmla="*/ 10127 w 859"/>
                <a:gd name="T5" fmla="*/ 0 h 225"/>
                <a:gd name="T6" fmla="*/ 10127 w 859"/>
                <a:gd name="T7" fmla="*/ 2133 h 225"/>
                <a:gd name="T8" fmla="*/ 9374 w 859"/>
                <a:gd name="T9" fmla="*/ 3106 h 225"/>
                <a:gd name="T10" fmla="*/ 7865 w 859"/>
                <a:gd name="T11" fmla="*/ 1897 h 225"/>
                <a:gd name="T12" fmla="*/ 6332 w 859"/>
                <a:gd name="T13" fmla="*/ 3354 h 225"/>
                <a:gd name="T14" fmla="*/ 5022 w 859"/>
                <a:gd name="T15" fmla="*/ 1806 h 225"/>
                <a:gd name="T16" fmla="*/ 3726 w 859"/>
                <a:gd name="T17" fmla="*/ 3506 h 225"/>
                <a:gd name="T18" fmla="*/ 2123 w 859"/>
                <a:gd name="T19" fmla="*/ 2533 h 225"/>
                <a:gd name="T20" fmla="*/ 765 w 859"/>
                <a:gd name="T21" fmla="*/ 3612 h 225"/>
                <a:gd name="T22" fmla="*/ 0 w 859"/>
                <a:gd name="T23" fmla="*/ 3139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9" h="225">
                  <a:moveTo>
                    <a:pt x="0" y="19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9" y="131"/>
                    <a:pt x="859" y="131"/>
                    <a:pt x="859" y="131"/>
                  </a:cubicBezTo>
                  <a:cubicBezTo>
                    <a:pt x="859" y="131"/>
                    <a:pt x="830" y="191"/>
                    <a:pt x="795" y="191"/>
                  </a:cubicBezTo>
                  <a:cubicBezTo>
                    <a:pt x="759" y="191"/>
                    <a:pt x="724" y="117"/>
                    <a:pt x="667" y="117"/>
                  </a:cubicBezTo>
                  <a:cubicBezTo>
                    <a:pt x="611" y="117"/>
                    <a:pt x="606" y="206"/>
                    <a:pt x="537" y="206"/>
                  </a:cubicBezTo>
                  <a:cubicBezTo>
                    <a:pt x="468" y="206"/>
                    <a:pt x="483" y="111"/>
                    <a:pt x="426" y="111"/>
                  </a:cubicBezTo>
                  <a:cubicBezTo>
                    <a:pt x="368" y="111"/>
                    <a:pt x="409" y="216"/>
                    <a:pt x="316" y="216"/>
                  </a:cubicBezTo>
                  <a:cubicBezTo>
                    <a:pt x="224" y="216"/>
                    <a:pt x="237" y="153"/>
                    <a:pt x="180" y="156"/>
                  </a:cubicBezTo>
                  <a:cubicBezTo>
                    <a:pt x="138" y="158"/>
                    <a:pt x="145" y="218"/>
                    <a:pt x="65" y="222"/>
                  </a:cubicBezTo>
                  <a:cubicBezTo>
                    <a:pt x="12" y="225"/>
                    <a:pt x="0" y="193"/>
                    <a:pt x="0" y="193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6" name="Freeform 227">
              <a:extLst>
                <a:ext uri="{FF2B5EF4-FFF2-40B4-BE49-F238E27FC236}">
                  <a16:creationId xmlns:a16="http://schemas.microsoft.com/office/drawing/2014/main" id="{D4C09F9D-0560-409C-B1A0-55688F6C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384"/>
              <a:ext cx="1323" cy="362"/>
            </a:xfrm>
            <a:custGeom>
              <a:avLst/>
              <a:gdLst>
                <a:gd name="T0" fmla="*/ 0 w 808"/>
                <a:gd name="T1" fmla="*/ 114 h 207"/>
                <a:gd name="T2" fmla="*/ 9430 w 808"/>
                <a:gd name="T3" fmla="*/ 114 h 207"/>
                <a:gd name="T4" fmla="*/ 8603 w 808"/>
                <a:gd name="T5" fmla="*/ 1663 h 207"/>
                <a:gd name="T6" fmla="*/ 6132 w 808"/>
                <a:gd name="T7" fmla="*/ 2487 h 207"/>
                <a:gd name="T8" fmla="*/ 3989 w 808"/>
                <a:gd name="T9" fmla="*/ 1588 h 207"/>
                <a:gd name="T10" fmla="*/ 922 w 808"/>
                <a:gd name="T11" fmla="*/ 2385 h 207"/>
                <a:gd name="T12" fmla="*/ 0 w 808"/>
                <a:gd name="T13" fmla="*/ 114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8" h="207">
                  <a:moveTo>
                    <a:pt x="0" y="7"/>
                  </a:moveTo>
                  <a:cubicBezTo>
                    <a:pt x="801" y="7"/>
                    <a:pt x="801" y="7"/>
                    <a:pt x="801" y="7"/>
                  </a:cubicBezTo>
                  <a:cubicBezTo>
                    <a:pt x="801" y="7"/>
                    <a:pt x="808" y="135"/>
                    <a:pt x="731" y="102"/>
                  </a:cubicBezTo>
                  <a:cubicBezTo>
                    <a:pt x="620" y="52"/>
                    <a:pt x="542" y="139"/>
                    <a:pt x="521" y="152"/>
                  </a:cubicBezTo>
                  <a:cubicBezTo>
                    <a:pt x="493" y="170"/>
                    <a:pt x="415" y="0"/>
                    <a:pt x="339" y="97"/>
                  </a:cubicBezTo>
                  <a:cubicBezTo>
                    <a:pt x="263" y="195"/>
                    <a:pt x="150" y="85"/>
                    <a:pt x="78" y="146"/>
                  </a:cubicBezTo>
                  <a:cubicBezTo>
                    <a:pt x="6" y="20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3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7" name="Freeform 228">
              <a:extLst>
                <a:ext uri="{FF2B5EF4-FFF2-40B4-BE49-F238E27FC236}">
                  <a16:creationId xmlns:a16="http://schemas.microsoft.com/office/drawing/2014/main" id="{929E29E1-04EA-4B97-9F39-9CCC4877A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381"/>
              <a:ext cx="1254" cy="310"/>
            </a:xfrm>
            <a:custGeom>
              <a:avLst/>
              <a:gdLst>
                <a:gd name="T0" fmla="*/ 0 w 766"/>
                <a:gd name="T1" fmla="*/ 127 h 178"/>
                <a:gd name="T2" fmla="*/ 8898 w 766"/>
                <a:gd name="T3" fmla="*/ 158 h 178"/>
                <a:gd name="T4" fmla="*/ 8141 w 766"/>
                <a:gd name="T5" fmla="*/ 1440 h 178"/>
                <a:gd name="T6" fmla="*/ 5867 w 766"/>
                <a:gd name="T7" fmla="*/ 1938 h 178"/>
                <a:gd name="T8" fmla="*/ 3752 w 766"/>
                <a:gd name="T9" fmla="*/ 1379 h 178"/>
                <a:gd name="T10" fmla="*/ 922 w 766"/>
                <a:gd name="T11" fmla="*/ 1987 h 178"/>
                <a:gd name="T12" fmla="*/ 0 w 766"/>
                <a:gd name="T13" fmla="*/ 127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6" h="178">
                  <a:moveTo>
                    <a:pt x="0" y="8"/>
                  </a:moveTo>
                  <a:cubicBezTo>
                    <a:pt x="757" y="10"/>
                    <a:pt x="757" y="10"/>
                    <a:pt x="757" y="10"/>
                  </a:cubicBezTo>
                  <a:cubicBezTo>
                    <a:pt x="757" y="10"/>
                    <a:pt x="766" y="120"/>
                    <a:pt x="693" y="90"/>
                  </a:cubicBezTo>
                  <a:cubicBezTo>
                    <a:pt x="620" y="61"/>
                    <a:pt x="518" y="97"/>
                    <a:pt x="499" y="121"/>
                  </a:cubicBezTo>
                  <a:cubicBezTo>
                    <a:pt x="481" y="145"/>
                    <a:pt x="392" y="0"/>
                    <a:pt x="319" y="86"/>
                  </a:cubicBezTo>
                  <a:cubicBezTo>
                    <a:pt x="246" y="173"/>
                    <a:pt x="147" y="69"/>
                    <a:pt x="78" y="124"/>
                  </a:cubicBezTo>
                  <a:cubicBezTo>
                    <a:pt x="10" y="178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09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8" name="Freeform 229">
              <a:extLst>
                <a:ext uri="{FF2B5EF4-FFF2-40B4-BE49-F238E27FC236}">
                  <a16:creationId xmlns:a16="http://schemas.microsoft.com/office/drawing/2014/main" id="{C3F9B2C4-D08E-4950-B962-7466E6E12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382"/>
              <a:ext cx="1210" cy="252"/>
            </a:xfrm>
            <a:custGeom>
              <a:avLst/>
              <a:gdLst>
                <a:gd name="T0" fmla="*/ 0 w 739"/>
                <a:gd name="T1" fmla="*/ 86 h 144"/>
                <a:gd name="T2" fmla="*/ 8568 w 739"/>
                <a:gd name="T3" fmla="*/ 86 h 144"/>
                <a:gd name="T4" fmla="*/ 7871 w 739"/>
                <a:gd name="T5" fmla="*/ 1229 h 144"/>
                <a:gd name="T6" fmla="*/ 5649 w 739"/>
                <a:gd name="T7" fmla="*/ 1528 h 144"/>
                <a:gd name="T8" fmla="*/ 3651 w 739"/>
                <a:gd name="T9" fmla="*/ 1185 h 144"/>
                <a:gd name="T10" fmla="*/ 1059 w 739"/>
                <a:gd name="T11" fmla="*/ 1577 h 144"/>
                <a:gd name="T12" fmla="*/ 0 w 739"/>
                <a:gd name="T13" fmla="*/ 86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9" h="144">
                  <a:moveTo>
                    <a:pt x="0" y="5"/>
                  </a:moveTo>
                  <a:cubicBezTo>
                    <a:pt x="728" y="5"/>
                    <a:pt x="728" y="5"/>
                    <a:pt x="728" y="5"/>
                  </a:cubicBezTo>
                  <a:cubicBezTo>
                    <a:pt x="728" y="5"/>
                    <a:pt x="739" y="100"/>
                    <a:pt x="669" y="75"/>
                  </a:cubicBezTo>
                  <a:cubicBezTo>
                    <a:pt x="599" y="51"/>
                    <a:pt x="498" y="73"/>
                    <a:pt x="480" y="93"/>
                  </a:cubicBezTo>
                  <a:cubicBezTo>
                    <a:pt x="462" y="113"/>
                    <a:pt x="380" y="0"/>
                    <a:pt x="310" y="72"/>
                  </a:cubicBezTo>
                  <a:cubicBezTo>
                    <a:pt x="240" y="144"/>
                    <a:pt x="156" y="51"/>
                    <a:pt x="90" y="96"/>
                  </a:cubicBezTo>
                  <a:cubicBezTo>
                    <a:pt x="25" y="141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EE8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9" name="Freeform 230">
              <a:extLst>
                <a:ext uri="{FF2B5EF4-FFF2-40B4-BE49-F238E27FC236}">
                  <a16:creationId xmlns:a16="http://schemas.microsoft.com/office/drawing/2014/main" id="{59F2BAF3-2C2C-437A-979B-D5AEEED82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84"/>
              <a:ext cx="1150" cy="203"/>
            </a:xfrm>
            <a:custGeom>
              <a:avLst/>
              <a:gdLst>
                <a:gd name="T0" fmla="*/ 0 w 702"/>
                <a:gd name="T1" fmla="*/ 135 h 116"/>
                <a:gd name="T2" fmla="*/ 8170 w 702"/>
                <a:gd name="T3" fmla="*/ 65 h 116"/>
                <a:gd name="T4" fmla="*/ 7503 w 702"/>
                <a:gd name="T5" fmla="*/ 1001 h 116"/>
                <a:gd name="T6" fmla="*/ 5381 w 702"/>
                <a:gd name="T7" fmla="*/ 1115 h 116"/>
                <a:gd name="T8" fmla="*/ 3478 w 702"/>
                <a:gd name="T9" fmla="*/ 959 h 116"/>
                <a:gd name="T10" fmla="*/ 1143 w 702"/>
                <a:gd name="T11" fmla="*/ 1164 h 116"/>
                <a:gd name="T12" fmla="*/ 0 w 702"/>
                <a:gd name="T13" fmla="*/ 13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2" h="116">
                  <a:moveTo>
                    <a:pt x="0" y="8"/>
                  </a:moveTo>
                  <a:cubicBezTo>
                    <a:pt x="692" y="4"/>
                    <a:pt x="692" y="4"/>
                    <a:pt x="692" y="4"/>
                  </a:cubicBezTo>
                  <a:cubicBezTo>
                    <a:pt x="692" y="4"/>
                    <a:pt x="702" y="80"/>
                    <a:pt x="636" y="61"/>
                  </a:cubicBezTo>
                  <a:cubicBezTo>
                    <a:pt x="570" y="41"/>
                    <a:pt x="473" y="52"/>
                    <a:pt x="456" y="68"/>
                  </a:cubicBezTo>
                  <a:cubicBezTo>
                    <a:pt x="440" y="84"/>
                    <a:pt x="361" y="0"/>
                    <a:pt x="295" y="58"/>
                  </a:cubicBezTo>
                  <a:cubicBezTo>
                    <a:pt x="229" y="116"/>
                    <a:pt x="160" y="35"/>
                    <a:pt x="97" y="71"/>
                  </a:cubicBezTo>
                  <a:cubicBezTo>
                    <a:pt x="35" y="108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EC77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0" name="Freeform 231">
              <a:extLst>
                <a:ext uri="{FF2B5EF4-FFF2-40B4-BE49-F238E27FC236}">
                  <a16:creationId xmlns:a16="http://schemas.microsoft.com/office/drawing/2014/main" id="{3402D601-B6E2-4D2D-B8C7-53FAB24F6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384"/>
              <a:ext cx="1078" cy="154"/>
            </a:xfrm>
            <a:custGeom>
              <a:avLst/>
              <a:gdLst>
                <a:gd name="T0" fmla="*/ 0 w 658"/>
                <a:gd name="T1" fmla="*/ 114 h 88"/>
                <a:gd name="T2" fmla="*/ 7687 w 658"/>
                <a:gd name="T3" fmla="*/ 102 h 88"/>
                <a:gd name="T4" fmla="*/ 7046 w 658"/>
                <a:gd name="T5" fmla="*/ 763 h 88"/>
                <a:gd name="T6" fmla="*/ 5071 w 658"/>
                <a:gd name="T7" fmla="*/ 837 h 88"/>
                <a:gd name="T8" fmla="*/ 3306 w 658"/>
                <a:gd name="T9" fmla="*/ 723 h 88"/>
                <a:gd name="T10" fmla="*/ 1130 w 658"/>
                <a:gd name="T11" fmla="*/ 891 h 88"/>
                <a:gd name="T12" fmla="*/ 0 w 658"/>
                <a:gd name="T13" fmla="*/ 114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8" h="88">
                  <a:moveTo>
                    <a:pt x="0" y="7"/>
                  </a:moveTo>
                  <a:cubicBezTo>
                    <a:pt x="651" y="6"/>
                    <a:pt x="651" y="6"/>
                    <a:pt x="651" y="6"/>
                  </a:cubicBezTo>
                  <a:cubicBezTo>
                    <a:pt x="651" y="6"/>
                    <a:pt x="658" y="61"/>
                    <a:pt x="597" y="46"/>
                  </a:cubicBezTo>
                  <a:cubicBezTo>
                    <a:pt x="535" y="31"/>
                    <a:pt x="445" y="39"/>
                    <a:pt x="430" y="51"/>
                  </a:cubicBezTo>
                  <a:cubicBezTo>
                    <a:pt x="414" y="63"/>
                    <a:pt x="341" y="0"/>
                    <a:pt x="280" y="44"/>
                  </a:cubicBezTo>
                  <a:cubicBezTo>
                    <a:pt x="218" y="88"/>
                    <a:pt x="154" y="26"/>
                    <a:pt x="96" y="54"/>
                  </a:cubicBezTo>
                  <a:cubicBezTo>
                    <a:pt x="37" y="82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EA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1" name="Freeform 232">
              <a:extLst>
                <a:ext uri="{FF2B5EF4-FFF2-40B4-BE49-F238E27FC236}">
                  <a16:creationId xmlns:a16="http://schemas.microsoft.com/office/drawing/2014/main" id="{6158D4D8-8A17-4CD0-99AD-7706B95A1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780"/>
              <a:ext cx="1407" cy="616"/>
            </a:xfrm>
            <a:custGeom>
              <a:avLst/>
              <a:gdLst>
                <a:gd name="T0" fmla="*/ 452 w 1407"/>
                <a:gd name="T1" fmla="*/ 0 h 616"/>
                <a:gd name="T2" fmla="*/ 957 w 1407"/>
                <a:gd name="T3" fmla="*/ 0 h 616"/>
                <a:gd name="T4" fmla="*/ 1407 w 1407"/>
                <a:gd name="T5" fmla="*/ 616 h 616"/>
                <a:gd name="T6" fmla="*/ 0 w 1407"/>
                <a:gd name="T7" fmla="*/ 616 h 616"/>
                <a:gd name="T8" fmla="*/ 452 w 1407"/>
                <a:gd name="T9" fmla="*/ 0 h 6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7" h="616">
                  <a:moveTo>
                    <a:pt x="452" y="0"/>
                  </a:moveTo>
                  <a:lnTo>
                    <a:pt x="957" y="0"/>
                  </a:lnTo>
                  <a:lnTo>
                    <a:pt x="1407" y="616"/>
                  </a:lnTo>
                  <a:lnTo>
                    <a:pt x="0" y="616"/>
                  </a:lnTo>
                  <a:lnTo>
                    <a:pt x="452" y="0"/>
                  </a:ln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2" name="Freeform 233">
              <a:extLst>
                <a:ext uri="{FF2B5EF4-FFF2-40B4-BE49-F238E27FC236}">
                  <a16:creationId xmlns:a16="http://schemas.microsoft.com/office/drawing/2014/main" id="{FCEA929A-8991-48CB-9361-157387276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781"/>
              <a:ext cx="1311" cy="615"/>
            </a:xfrm>
            <a:custGeom>
              <a:avLst/>
              <a:gdLst>
                <a:gd name="T0" fmla="*/ 0 w 801"/>
                <a:gd name="T1" fmla="*/ 5732 h 352"/>
                <a:gd name="T2" fmla="*/ 9408 w 801"/>
                <a:gd name="T3" fmla="*/ 5732 h 352"/>
                <a:gd name="T4" fmla="*/ 8010 w 801"/>
                <a:gd name="T5" fmla="*/ 2982 h 352"/>
                <a:gd name="T6" fmla="*/ 6753 w 801"/>
                <a:gd name="T7" fmla="*/ 826 h 352"/>
                <a:gd name="T8" fmla="*/ 4498 w 801"/>
                <a:gd name="T9" fmla="*/ 114 h 352"/>
                <a:gd name="T10" fmla="*/ 2246 w 801"/>
                <a:gd name="T11" fmla="*/ 1398 h 352"/>
                <a:gd name="T12" fmla="*/ 1316 w 801"/>
                <a:gd name="T13" fmla="*/ 3227 h 352"/>
                <a:gd name="T14" fmla="*/ 0 w 801"/>
                <a:gd name="T15" fmla="*/ 5732 h 3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1" h="352">
                  <a:moveTo>
                    <a:pt x="0" y="352"/>
                  </a:moveTo>
                  <a:cubicBezTo>
                    <a:pt x="801" y="352"/>
                    <a:pt x="801" y="352"/>
                    <a:pt x="801" y="352"/>
                  </a:cubicBezTo>
                  <a:cubicBezTo>
                    <a:pt x="801" y="352"/>
                    <a:pt x="726" y="214"/>
                    <a:pt x="682" y="183"/>
                  </a:cubicBezTo>
                  <a:cubicBezTo>
                    <a:pt x="638" y="153"/>
                    <a:pt x="605" y="67"/>
                    <a:pt x="575" y="51"/>
                  </a:cubicBezTo>
                  <a:cubicBezTo>
                    <a:pt x="544" y="35"/>
                    <a:pt x="534" y="0"/>
                    <a:pt x="383" y="7"/>
                  </a:cubicBezTo>
                  <a:cubicBezTo>
                    <a:pt x="231" y="14"/>
                    <a:pt x="214" y="48"/>
                    <a:pt x="191" y="86"/>
                  </a:cubicBezTo>
                  <a:cubicBezTo>
                    <a:pt x="167" y="123"/>
                    <a:pt x="144" y="164"/>
                    <a:pt x="112" y="198"/>
                  </a:cubicBezTo>
                  <a:cubicBezTo>
                    <a:pt x="80" y="231"/>
                    <a:pt x="0" y="308"/>
                    <a:pt x="0" y="352"/>
                  </a:cubicBezTo>
                  <a:close/>
                </a:path>
              </a:pathLst>
            </a:custGeom>
            <a:solidFill>
              <a:srgbClr val="E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3" name="Freeform 234">
              <a:extLst>
                <a:ext uri="{FF2B5EF4-FFF2-40B4-BE49-F238E27FC236}">
                  <a16:creationId xmlns:a16="http://schemas.microsoft.com/office/drawing/2014/main" id="{D0A85932-AE53-4DE9-9DC6-FCADFA624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815"/>
              <a:ext cx="1238" cy="579"/>
            </a:xfrm>
            <a:custGeom>
              <a:avLst/>
              <a:gdLst>
                <a:gd name="T0" fmla="*/ 0 w 756"/>
                <a:gd name="T1" fmla="*/ 5356 h 332"/>
                <a:gd name="T2" fmla="*/ 8900 w 756"/>
                <a:gd name="T3" fmla="*/ 5356 h 332"/>
                <a:gd name="T4" fmla="*/ 7588 w 756"/>
                <a:gd name="T5" fmla="*/ 2796 h 332"/>
                <a:gd name="T6" fmla="*/ 6385 w 756"/>
                <a:gd name="T7" fmla="*/ 776 h 332"/>
                <a:gd name="T8" fmla="*/ 4251 w 756"/>
                <a:gd name="T9" fmla="*/ 113 h 332"/>
                <a:gd name="T10" fmla="*/ 2121 w 756"/>
                <a:gd name="T11" fmla="*/ 1304 h 332"/>
                <a:gd name="T12" fmla="*/ 1253 w 756"/>
                <a:gd name="T13" fmla="*/ 3017 h 332"/>
                <a:gd name="T14" fmla="*/ 0 w 756"/>
                <a:gd name="T15" fmla="*/ 5356 h 3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6" h="332">
                  <a:moveTo>
                    <a:pt x="0" y="332"/>
                  </a:moveTo>
                  <a:cubicBezTo>
                    <a:pt x="756" y="332"/>
                    <a:pt x="756" y="332"/>
                    <a:pt x="756" y="332"/>
                  </a:cubicBezTo>
                  <a:cubicBezTo>
                    <a:pt x="756" y="332"/>
                    <a:pt x="685" y="202"/>
                    <a:pt x="644" y="173"/>
                  </a:cubicBezTo>
                  <a:cubicBezTo>
                    <a:pt x="602" y="144"/>
                    <a:pt x="571" y="63"/>
                    <a:pt x="542" y="48"/>
                  </a:cubicBezTo>
                  <a:cubicBezTo>
                    <a:pt x="513" y="33"/>
                    <a:pt x="504" y="0"/>
                    <a:pt x="361" y="7"/>
                  </a:cubicBezTo>
                  <a:cubicBezTo>
                    <a:pt x="218" y="14"/>
                    <a:pt x="202" y="45"/>
                    <a:pt x="180" y="81"/>
                  </a:cubicBezTo>
                  <a:cubicBezTo>
                    <a:pt x="158" y="117"/>
                    <a:pt x="136" y="155"/>
                    <a:pt x="106" y="187"/>
                  </a:cubicBezTo>
                  <a:cubicBezTo>
                    <a:pt x="75" y="218"/>
                    <a:pt x="0" y="291"/>
                    <a:pt x="0" y="332"/>
                  </a:cubicBezTo>
                  <a:close/>
                </a:path>
              </a:pathLst>
            </a:custGeom>
            <a:solidFill>
              <a:srgbClr val="ED7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4" name="Freeform 235">
              <a:extLst>
                <a:ext uri="{FF2B5EF4-FFF2-40B4-BE49-F238E27FC236}">
                  <a16:creationId xmlns:a16="http://schemas.microsoft.com/office/drawing/2014/main" id="{4FB97F5B-4EBA-4F41-A0ED-92060EF7B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835"/>
              <a:ext cx="1191" cy="561"/>
            </a:xfrm>
            <a:custGeom>
              <a:avLst/>
              <a:gdLst>
                <a:gd name="T0" fmla="*/ 0 w 727"/>
                <a:gd name="T1" fmla="*/ 5233 h 321"/>
                <a:gd name="T2" fmla="*/ 8578 w 727"/>
                <a:gd name="T3" fmla="*/ 5233 h 321"/>
                <a:gd name="T4" fmla="*/ 7289 w 727"/>
                <a:gd name="T5" fmla="*/ 2705 h 321"/>
                <a:gd name="T6" fmla="*/ 6152 w 727"/>
                <a:gd name="T7" fmla="*/ 748 h 321"/>
                <a:gd name="T8" fmla="*/ 4092 w 727"/>
                <a:gd name="T9" fmla="*/ 114 h 321"/>
                <a:gd name="T10" fmla="*/ 2031 w 727"/>
                <a:gd name="T11" fmla="*/ 1271 h 321"/>
                <a:gd name="T12" fmla="*/ 1186 w 727"/>
                <a:gd name="T13" fmla="*/ 2920 h 321"/>
                <a:gd name="T14" fmla="*/ 0 w 727"/>
                <a:gd name="T15" fmla="*/ 5233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7" h="321">
                  <a:moveTo>
                    <a:pt x="0" y="321"/>
                  </a:moveTo>
                  <a:cubicBezTo>
                    <a:pt x="727" y="321"/>
                    <a:pt x="727" y="321"/>
                    <a:pt x="727" y="321"/>
                  </a:cubicBezTo>
                  <a:cubicBezTo>
                    <a:pt x="727" y="321"/>
                    <a:pt x="658" y="194"/>
                    <a:pt x="618" y="166"/>
                  </a:cubicBezTo>
                  <a:cubicBezTo>
                    <a:pt x="579" y="139"/>
                    <a:pt x="548" y="61"/>
                    <a:pt x="521" y="46"/>
                  </a:cubicBezTo>
                  <a:cubicBezTo>
                    <a:pt x="493" y="32"/>
                    <a:pt x="484" y="0"/>
                    <a:pt x="347" y="7"/>
                  </a:cubicBezTo>
                  <a:cubicBezTo>
                    <a:pt x="209" y="13"/>
                    <a:pt x="193" y="44"/>
                    <a:pt x="172" y="78"/>
                  </a:cubicBezTo>
                  <a:cubicBezTo>
                    <a:pt x="151" y="112"/>
                    <a:pt x="130" y="149"/>
                    <a:pt x="101" y="179"/>
                  </a:cubicBezTo>
                  <a:cubicBezTo>
                    <a:pt x="72" y="210"/>
                    <a:pt x="0" y="281"/>
                    <a:pt x="0" y="321"/>
                  </a:cubicBezTo>
                  <a:close/>
                </a:path>
              </a:pathLst>
            </a:custGeom>
            <a:solidFill>
              <a:srgbClr val="EB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5" name="Freeform 236">
              <a:extLst>
                <a:ext uri="{FF2B5EF4-FFF2-40B4-BE49-F238E27FC236}">
                  <a16:creationId xmlns:a16="http://schemas.microsoft.com/office/drawing/2014/main" id="{76EDDB1E-1424-49BA-8B9B-257FB5E96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863"/>
              <a:ext cx="1131" cy="531"/>
            </a:xfrm>
            <a:custGeom>
              <a:avLst/>
              <a:gdLst>
                <a:gd name="T0" fmla="*/ 0 w 691"/>
                <a:gd name="T1" fmla="*/ 4945 h 304"/>
                <a:gd name="T2" fmla="*/ 8117 w 691"/>
                <a:gd name="T3" fmla="*/ 4945 h 304"/>
                <a:gd name="T4" fmla="*/ 6907 w 691"/>
                <a:gd name="T5" fmla="*/ 2569 h 304"/>
                <a:gd name="T6" fmla="*/ 5827 w 691"/>
                <a:gd name="T7" fmla="*/ 714 h 304"/>
                <a:gd name="T8" fmla="*/ 3876 w 691"/>
                <a:gd name="T9" fmla="*/ 114 h 304"/>
                <a:gd name="T10" fmla="*/ 1936 w 691"/>
                <a:gd name="T11" fmla="*/ 1198 h 304"/>
                <a:gd name="T12" fmla="*/ 1141 w 691"/>
                <a:gd name="T13" fmla="*/ 2783 h 304"/>
                <a:gd name="T14" fmla="*/ 0 w 691"/>
                <a:gd name="T15" fmla="*/ 4945 h 3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1" h="304">
                  <a:moveTo>
                    <a:pt x="0" y="304"/>
                  </a:moveTo>
                  <a:cubicBezTo>
                    <a:pt x="691" y="304"/>
                    <a:pt x="691" y="304"/>
                    <a:pt x="691" y="304"/>
                  </a:cubicBezTo>
                  <a:cubicBezTo>
                    <a:pt x="691" y="304"/>
                    <a:pt x="626" y="185"/>
                    <a:pt x="588" y="158"/>
                  </a:cubicBezTo>
                  <a:cubicBezTo>
                    <a:pt x="551" y="132"/>
                    <a:pt x="522" y="58"/>
                    <a:pt x="496" y="44"/>
                  </a:cubicBezTo>
                  <a:cubicBezTo>
                    <a:pt x="469" y="30"/>
                    <a:pt x="460" y="0"/>
                    <a:pt x="330" y="7"/>
                  </a:cubicBezTo>
                  <a:cubicBezTo>
                    <a:pt x="200" y="13"/>
                    <a:pt x="185" y="42"/>
                    <a:pt x="165" y="74"/>
                  </a:cubicBezTo>
                  <a:cubicBezTo>
                    <a:pt x="145" y="107"/>
                    <a:pt x="125" y="142"/>
                    <a:pt x="97" y="171"/>
                  </a:cubicBezTo>
                  <a:cubicBezTo>
                    <a:pt x="69" y="200"/>
                    <a:pt x="0" y="266"/>
                    <a:pt x="0" y="304"/>
                  </a:cubicBezTo>
                  <a:close/>
                </a:path>
              </a:pathLst>
            </a:custGeom>
            <a:solidFill>
              <a:srgbClr val="EA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6" name="Freeform 237">
              <a:extLst>
                <a:ext uri="{FF2B5EF4-FFF2-40B4-BE49-F238E27FC236}">
                  <a16:creationId xmlns:a16="http://schemas.microsoft.com/office/drawing/2014/main" id="{EE9F8AD5-9A3D-4B3E-BAEC-769DCE325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893"/>
              <a:ext cx="1067" cy="503"/>
            </a:xfrm>
            <a:custGeom>
              <a:avLst/>
              <a:gdLst>
                <a:gd name="T0" fmla="*/ 0 w 651"/>
                <a:gd name="T1" fmla="*/ 4682 h 288"/>
                <a:gd name="T2" fmla="*/ 7702 w 651"/>
                <a:gd name="T3" fmla="*/ 4682 h 288"/>
                <a:gd name="T4" fmla="*/ 6553 w 651"/>
                <a:gd name="T5" fmla="*/ 2419 h 288"/>
                <a:gd name="T6" fmla="*/ 5512 w 651"/>
                <a:gd name="T7" fmla="*/ 671 h 288"/>
                <a:gd name="T8" fmla="*/ 3666 w 651"/>
                <a:gd name="T9" fmla="*/ 91 h 288"/>
                <a:gd name="T10" fmla="*/ 1819 w 651"/>
                <a:gd name="T11" fmla="*/ 1125 h 288"/>
                <a:gd name="T12" fmla="*/ 1069 w 651"/>
                <a:gd name="T13" fmla="*/ 2595 h 288"/>
                <a:gd name="T14" fmla="*/ 0 w 651"/>
                <a:gd name="T15" fmla="*/ 4682 h 2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1" h="288">
                  <a:moveTo>
                    <a:pt x="0" y="288"/>
                  </a:moveTo>
                  <a:cubicBezTo>
                    <a:pt x="651" y="288"/>
                    <a:pt x="651" y="288"/>
                    <a:pt x="651" y="288"/>
                  </a:cubicBezTo>
                  <a:cubicBezTo>
                    <a:pt x="651" y="288"/>
                    <a:pt x="589" y="173"/>
                    <a:pt x="554" y="149"/>
                  </a:cubicBezTo>
                  <a:cubicBezTo>
                    <a:pt x="518" y="124"/>
                    <a:pt x="491" y="54"/>
                    <a:pt x="466" y="41"/>
                  </a:cubicBezTo>
                  <a:cubicBezTo>
                    <a:pt x="441" y="28"/>
                    <a:pt x="433" y="0"/>
                    <a:pt x="310" y="6"/>
                  </a:cubicBezTo>
                  <a:cubicBezTo>
                    <a:pt x="187" y="12"/>
                    <a:pt x="173" y="39"/>
                    <a:pt x="154" y="69"/>
                  </a:cubicBezTo>
                  <a:cubicBezTo>
                    <a:pt x="135" y="100"/>
                    <a:pt x="116" y="133"/>
                    <a:pt x="90" y="160"/>
                  </a:cubicBezTo>
                  <a:cubicBezTo>
                    <a:pt x="64" y="188"/>
                    <a:pt x="0" y="252"/>
                    <a:pt x="0" y="288"/>
                  </a:cubicBezTo>
                  <a:close/>
                </a:path>
              </a:pathLst>
            </a:custGeom>
            <a:solidFill>
              <a:srgbClr val="E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7" name="Rectangle 238">
              <a:extLst>
                <a:ext uri="{FF2B5EF4-FFF2-40B4-BE49-F238E27FC236}">
                  <a16:creationId xmlns:a16="http://schemas.microsoft.com/office/drawing/2014/main" id="{3375AF76-E336-4A3C-A952-7D8A8F8CD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396"/>
              <a:ext cx="1407" cy="811"/>
            </a:xfrm>
            <a:prstGeom prst="rect">
              <a:avLst/>
            </a:prstGeom>
            <a:noFill/>
            <a:ln w="1111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308" name="Freeform 239">
              <a:extLst>
                <a:ext uri="{FF2B5EF4-FFF2-40B4-BE49-F238E27FC236}">
                  <a16:creationId xmlns:a16="http://schemas.microsoft.com/office/drawing/2014/main" id="{270417C5-DFFD-47F0-B343-E8AB626A6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39"/>
              <a:ext cx="1407" cy="250"/>
            </a:xfrm>
            <a:custGeom>
              <a:avLst/>
              <a:gdLst>
                <a:gd name="T0" fmla="*/ 9374 w 859"/>
                <a:gd name="T1" fmla="*/ 1336 h 143"/>
                <a:gd name="T2" fmla="*/ 7865 w 859"/>
                <a:gd name="T3" fmla="*/ 114 h 143"/>
                <a:gd name="T4" fmla="*/ 6332 w 859"/>
                <a:gd name="T5" fmla="*/ 1572 h 143"/>
                <a:gd name="T6" fmla="*/ 5022 w 859"/>
                <a:gd name="T7" fmla="*/ 16 h 143"/>
                <a:gd name="T8" fmla="*/ 3726 w 859"/>
                <a:gd name="T9" fmla="*/ 1727 h 143"/>
                <a:gd name="T10" fmla="*/ 2123 w 859"/>
                <a:gd name="T11" fmla="*/ 748 h 143"/>
                <a:gd name="T12" fmla="*/ 765 w 859"/>
                <a:gd name="T13" fmla="*/ 1850 h 143"/>
                <a:gd name="T14" fmla="*/ 0 w 859"/>
                <a:gd name="T15" fmla="*/ 1351 h 143"/>
                <a:gd name="T16" fmla="*/ 0 w 859"/>
                <a:gd name="T17" fmla="*/ 1813 h 143"/>
                <a:gd name="T18" fmla="*/ 765 w 859"/>
                <a:gd name="T19" fmla="*/ 2287 h 143"/>
                <a:gd name="T20" fmla="*/ 2123 w 859"/>
                <a:gd name="T21" fmla="*/ 1208 h 143"/>
                <a:gd name="T22" fmla="*/ 3726 w 859"/>
                <a:gd name="T23" fmla="*/ 2185 h 143"/>
                <a:gd name="T24" fmla="*/ 5022 w 859"/>
                <a:gd name="T25" fmla="*/ 477 h 143"/>
                <a:gd name="T26" fmla="*/ 6332 w 859"/>
                <a:gd name="T27" fmla="*/ 2026 h 143"/>
                <a:gd name="T28" fmla="*/ 7865 w 859"/>
                <a:gd name="T29" fmla="*/ 572 h 143"/>
                <a:gd name="T30" fmla="*/ 9374 w 859"/>
                <a:gd name="T31" fmla="*/ 1785 h 143"/>
                <a:gd name="T32" fmla="*/ 10127 w 859"/>
                <a:gd name="T33" fmla="*/ 801 h 143"/>
                <a:gd name="T34" fmla="*/ 10127 w 859"/>
                <a:gd name="T35" fmla="*/ 348 h 143"/>
                <a:gd name="T36" fmla="*/ 9374 w 859"/>
                <a:gd name="T37" fmla="*/ 1336 h 1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59" h="143">
                  <a:moveTo>
                    <a:pt x="795" y="82"/>
                  </a:moveTo>
                  <a:cubicBezTo>
                    <a:pt x="759" y="82"/>
                    <a:pt x="729" y="4"/>
                    <a:pt x="667" y="7"/>
                  </a:cubicBezTo>
                  <a:cubicBezTo>
                    <a:pt x="596" y="11"/>
                    <a:pt x="606" y="96"/>
                    <a:pt x="537" y="96"/>
                  </a:cubicBezTo>
                  <a:cubicBezTo>
                    <a:pt x="468" y="96"/>
                    <a:pt x="495" y="0"/>
                    <a:pt x="426" y="1"/>
                  </a:cubicBezTo>
                  <a:cubicBezTo>
                    <a:pt x="354" y="2"/>
                    <a:pt x="409" y="106"/>
                    <a:pt x="316" y="106"/>
                  </a:cubicBezTo>
                  <a:cubicBezTo>
                    <a:pt x="224" y="106"/>
                    <a:pt x="237" y="45"/>
                    <a:pt x="180" y="46"/>
                  </a:cubicBezTo>
                  <a:cubicBezTo>
                    <a:pt x="123" y="48"/>
                    <a:pt x="145" y="108"/>
                    <a:pt x="65" y="113"/>
                  </a:cubicBezTo>
                  <a:cubicBezTo>
                    <a:pt x="12" y="116"/>
                    <a:pt x="0" y="83"/>
                    <a:pt x="0" y="8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12" y="143"/>
                    <a:pt x="65" y="140"/>
                  </a:cubicBezTo>
                  <a:cubicBezTo>
                    <a:pt x="145" y="136"/>
                    <a:pt x="138" y="76"/>
                    <a:pt x="180" y="74"/>
                  </a:cubicBezTo>
                  <a:cubicBezTo>
                    <a:pt x="237" y="71"/>
                    <a:pt x="224" y="134"/>
                    <a:pt x="316" y="134"/>
                  </a:cubicBezTo>
                  <a:cubicBezTo>
                    <a:pt x="409" y="134"/>
                    <a:pt x="368" y="29"/>
                    <a:pt x="426" y="29"/>
                  </a:cubicBezTo>
                  <a:cubicBezTo>
                    <a:pt x="483" y="29"/>
                    <a:pt x="468" y="124"/>
                    <a:pt x="537" y="124"/>
                  </a:cubicBezTo>
                  <a:cubicBezTo>
                    <a:pt x="606" y="124"/>
                    <a:pt x="611" y="35"/>
                    <a:pt x="667" y="35"/>
                  </a:cubicBezTo>
                  <a:cubicBezTo>
                    <a:pt x="724" y="35"/>
                    <a:pt x="759" y="109"/>
                    <a:pt x="795" y="109"/>
                  </a:cubicBezTo>
                  <a:cubicBezTo>
                    <a:pt x="830" y="109"/>
                    <a:pt x="859" y="49"/>
                    <a:pt x="859" y="49"/>
                  </a:cubicBezTo>
                  <a:cubicBezTo>
                    <a:pt x="859" y="21"/>
                    <a:pt x="859" y="21"/>
                    <a:pt x="859" y="21"/>
                  </a:cubicBezTo>
                  <a:cubicBezTo>
                    <a:pt x="859" y="21"/>
                    <a:pt x="830" y="82"/>
                    <a:pt x="795" y="82"/>
                  </a:cubicBezTo>
                  <a:close/>
                </a:path>
              </a:pathLst>
            </a:custGeom>
            <a:solidFill>
              <a:srgbClr val="F2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9" name="Freeform 240">
              <a:extLst>
                <a:ext uri="{FF2B5EF4-FFF2-40B4-BE49-F238E27FC236}">
                  <a16:creationId xmlns:a16="http://schemas.microsoft.com/office/drawing/2014/main" id="{F0778C6B-77B6-4FE4-819D-EDAAD7652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41"/>
              <a:ext cx="1407" cy="210"/>
            </a:xfrm>
            <a:custGeom>
              <a:avLst/>
              <a:gdLst>
                <a:gd name="T0" fmla="*/ 9374 w 859"/>
                <a:gd name="T1" fmla="*/ 1335 h 120"/>
                <a:gd name="T2" fmla="*/ 7865 w 859"/>
                <a:gd name="T3" fmla="*/ 114 h 120"/>
                <a:gd name="T4" fmla="*/ 6332 w 859"/>
                <a:gd name="T5" fmla="*/ 1577 h 120"/>
                <a:gd name="T6" fmla="*/ 5022 w 859"/>
                <a:gd name="T7" fmla="*/ 21 h 120"/>
                <a:gd name="T8" fmla="*/ 3726 w 859"/>
                <a:gd name="T9" fmla="*/ 1748 h 120"/>
                <a:gd name="T10" fmla="*/ 2123 w 859"/>
                <a:gd name="T11" fmla="*/ 763 h 120"/>
                <a:gd name="T12" fmla="*/ 765 w 859"/>
                <a:gd name="T13" fmla="*/ 1838 h 120"/>
                <a:gd name="T14" fmla="*/ 0 w 859"/>
                <a:gd name="T15" fmla="*/ 1363 h 120"/>
                <a:gd name="T16" fmla="*/ 0 w 859"/>
                <a:gd name="T17" fmla="*/ 1449 h 120"/>
                <a:gd name="T18" fmla="*/ 765 w 859"/>
                <a:gd name="T19" fmla="*/ 1923 h 120"/>
                <a:gd name="T20" fmla="*/ 2123 w 859"/>
                <a:gd name="T21" fmla="*/ 837 h 120"/>
                <a:gd name="T22" fmla="*/ 3726 w 859"/>
                <a:gd name="T23" fmla="*/ 1822 h 120"/>
                <a:gd name="T24" fmla="*/ 5022 w 859"/>
                <a:gd name="T25" fmla="*/ 102 h 120"/>
                <a:gd name="T26" fmla="*/ 6332 w 859"/>
                <a:gd name="T27" fmla="*/ 1663 h 120"/>
                <a:gd name="T28" fmla="*/ 7865 w 859"/>
                <a:gd name="T29" fmla="*/ 200 h 120"/>
                <a:gd name="T30" fmla="*/ 9374 w 859"/>
                <a:gd name="T31" fmla="*/ 1416 h 120"/>
                <a:gd name="T32" fmla="*/ 10127 w 859"/>
                <a:gd name="T33" fmla="*/ 436 h 120"/>
                <a:gd name="T34" fmla="*/ 10127 w 859"/>
                <a:gd name="T35" fmla="*/ 350 h 120"/>
                <a:gd name="T36" fmla="*/ 9374 w 859"/>
                <a:gd name="T37" fmla="*/ 1335 h 1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59" h="120">
                  <a:moveTo>
                    <a:pt x="795" y="81"/>
                  </a:moveTo>
                  <a:cubicBezTo>
                    <a:pt x="759" y="81"/>
                    <a:pt x="729" y="4"/>
                    <a:pt x="667" y="7"/>
                  </a:cubicBezTo>
                  <a:cubicBezTo>
                    <a:pt x="596" y="11"/>
                    <a:pt x="606" y="96"/>
                    <a:pt x="537" y="96"/>
                  </a:cubicBezTo>
                  <a:cubicBezTo>
                    <a:pt x="468" y="96"/>
                    <a:pt x="495" y="0"/>
                    <a:pt x="426" y="1"/>
                  </a:cubicBezTo>
                  <a:cubicBezTo>
                    <a:pt x="354" y="2"/>
                    <a:pt x="409" y="106"/>
                    <a:pt x="316" y="106"/>
                  </a:cubicBezTo>
                  <a:cubicBezTo>
                    <a:pt x="224" y="106"/>
                    <a:pt x="237" y="45"/>
                    <a:pt x="180" y="46"/>
                  </a:cubicBezTo>
                  <a:cubicBezTo>
                    <a:pt x="123" y="48"/>
                    <a:pt x="145" y="108"/>
                    <a:pt x="65" y="112"/>
                  </a:cubicBezTo>
                  <a:cubicBezTo>
                    <a:pt x="13" y="115"/>
                    <a:pt x="0" y="83"/>
                    <a:pt x="0" y="83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3" y="120"/>
                    <a:pt x="65" y="117"/>
                  </a:cubicBezTo>
                  <a:cubicBezTo>
                    <a:pt x="145" y="112"/>
                    <a:pt x="123" y="52"/>
                    <a:pt x="180" y="51"/>
                  </a:cubicBezTo>
                  <a:cubicBezTo>
                    <a:pt x="237" y="49"/>
                    <a:pt x="224" y="111"/>
                    <a:pt x="316" y="111"/>
                  </a:cubicBezTo>
                  <a:cubicBezTo>
                    <a:pt x="409" y="111"/>
                    <a:pt x="354" y="7"/>
                    <a:pt x="426" y="6"/>
                  </a:cubicBezTo>
                  <a:cubicBezTo>
                    <a:pt x="495" y="5"/>
                    <a:pt x="468" y="101"/>
                    <a:pt x="537" y="101"/>
                  </a:cubicBezTo>
                  <a:cubicBezTo>
                    <a:pt x="606" y="101"/>
                    <a:pt x="596" y="15"/>
                    <a:pt x="667" y="12"/>
                  </a:cubicBezTo>
                  <a:cubicBezTo>
                    <a:pt x="729" y="9"/>
                    <a:pt x="759" y="86"/>
                    <a:pt x="795" y="86"/>
                  </a:cubicBezTo>
                  <a:cubicBezTo>
                    <a:pt x="830" y="86"/>
                    <a:pt x="859" y="26"/>
                    <a:pt x="859" y="26"/>
                  </a:cubicBezTo>
                  <a:cubicBezTo>
                    <a:pt x="859" y="21"/>
                    <a:pt x="859" y="21"/>
                    <a:pt x="859" y="21"/>
                  </a:cubicBezTo>
                  <a:cubicBezTo>
                    <a:pt x="859" y="21"/>
                    <a:pt x="830" y="81"/>
                    <a:pt x="795" y="81"/>
                  </a:cubicBezTo>
                  <a:close/>
                </a:path>
              </a:pathLst>
            </a:custGeom>
            <a:solidFill>
              <a:srgbClr val="F6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0" name="Freeform 241">
              <a:extLst>
                <a:ext uri="{FF2B5EF4-FFF2-40B4-BE49-F238E27FC236}">
                  <a16:creationId xmlns:a16="http://schemas.microsoft.com/office/drawing/2014/main" id="{76765167-72C6-4E9A-B264-FF5252240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39"/>
              <a:ext cx="1407" cy="203"/>
            </a:xfrm>
            <a:custGeom>
              <a:avLst/>
              <a:gdLst>
                <a:gd name="T0" fmla="*/ 10127 w 859"/>
                <a:gd name="T1" fmla="*/ 350 h 116"/>
                <a:gd name="T2" fmla="*/ 9374 w 859"/>
                <a:gd name="T3" fmla="*/ 1351 h 116"/>
                <a:gd name="T4" fmla="*/ 7865 w 859"/>
                <a:gd name="T5" fmla="*/ 114 h 116"/>
                <a:gd name="T6" fmla="*/ 6332 w 859"/>
                <a:gd name="T7" fmla="*/ 1577 h 116"/>
                <a:gd name="T8" fmla="*/ 5022 w 859"/>
                <a:gd name="T9" fmla="*/ 21 h 116"/>
                <a:gd name="T10" fmla="*/ 3726 w 859"/>
                <a:gd name="T11" fmla="*/ 1748 h 116"/>
                <a:gd name="T12" fmla="*/ 2123 w 859"/>
                <a:gd name="T13" fmla="*/ 763 h 116"/>
                <a:gd name="T14" fmla="*/ 765 w 859"/>
                <a:gd name="T15" fmla="*/ 1859 h 116"/>
                <a:gd name="T16" fmla="*/ 0 w 859"/>
                <a:gd name="T17" fmla="*/ 1363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9" h="116">
                  <a:moveTo>
                    <a:pt x="859" y="21"/>
                  </a:moveTo>
                  <a:cubicBezTo>
                    <a:pt x="859" y="21"/>
                    <a:pt x="830" y="82"/>
                    <a:pt x="795" y="82"/>
                  </a:cubicBezTo>
                  <a:cubicBezTo>
                    <a:pt x="759" y="82"/>
                    <a:pt x="729" y="4"/>
                    <a:pt x="667" y="7"/>
                  </a:cubicBezTo>
                  <a:cubicBezTo>
                    <a:pt x="596" y="11"/>
                    <a:pt x="606" y="96"/>
                    <a:pt x="537" y="96"/>
                  </a:cubicBezTo>
                  <a:cubicBezTo>
                    <a:pt x="468" y="96"/>
                    <a:pt x="495" y="0"/>
                    <a:pt x="426" y="1"/>
                  </a:cubicBezTo>
                  <a:cubicBezTo>
                    <a:pt x="354" y="2"/>
                    <a:pt x="409" y="106"/>
                    <a:pt x="316" y="106"/>
                  </a:cubicBezTo>
                  <a:cubicBezTo>
                    <a:pt x="224" y="106"/>
                    <a:pt x="237" y="45"/>
                    <a:pt x="180" y="46"/>
                  </a:cubicBezTo>
                  <a:cubicBezTo>
                    <a:pt x="123" y="48"/>
                    <a:pt x="145" y="108"/>
                    <a:pt x="65" y="113"/>
                  </a:cubicBezTo>
                  <a:cubicBezTo>
                    <a:pt x="12" y="116"/>
                    <a:pt x="0" y="83"/>
                    <a:pt x="0" y="8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1" name="Line 242">
              <a:extLst>
                <a:ext uri="{FF2B5EF4-FFF2-40B4-BE49-F238E27FC236}">
                  <a16:creationId xmlns:a16="http://schemas.microsoft.com/office/drawing/2014/main" id="{EB2B9EF1-71AB-4130-BADB-AD1AD3F7AB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6" y="1505"/>
              <a:ext cx="1405" cy="1"/>
            </a:xfrm>
            <a:prstGeom prst="line">
              <a:avLst/>
            </a:prstGeom>
            <a:noFill/>
            <a:ln w="1111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2" name="Freeform 243">
              <a:extLst>
                <a:ext uri="{FF2B5EF4-FFF2-40B4-BE49-F238E27FC236}">
                  <a16:creationId xmlns:a16="http://schemas.microsoft.com/office/drawing/2014/main" id="{0D35FDB0-2CA5-4ADB-B10F-7E0F1A23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456"/>
              <a:ext cx="1407" cy="26"/>
            </a:xfrm>
            <a:custGeom>
              <a:avLst/>
              <a:gdLst>
                <a:gd name="T0" fmla="*/ 0 w 859"/>
                <a:gd name="T1" fmla="*/ 147 h 15"/>
                <a:gd name="T2" fmla="*/ 3499 w 859"/>
                <a:gd name="T3" fmla="*/ 220 h 15"/>
                <a:gd name="T4" fmla="*/ 4765 w 859"/>
                <a:gd name="T5" fmla="*/ 185 h 15"/>
                <a:gd name="T6" fmla="*/ 5954 w 859"/>
                <a:gd name="T7" fmla="*/ 220 h 15"/>
                <a:gd name="T8" fmla="*/ 8540 w 859"/>
                <a:gd name="T9" fmla="*/ 62 h 15"/>
                <a:gd name="T10" fmla="*/ 10127 w 859"/>
                <a:gd name="T11" fmla="*/ 1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9" h="15">
                  <a:moveTo>
                    <a:pt x="0" y="9"/>
                  </a:moveTo>
                  <a:cubicBezTo>
                    <a:pt x="99" y="9"/>
                    <a:pt x="198" y="13"/>
                    <a:pt x="297" y="14"/>
                  </a:cubicBezTo>
                  <a:cubicBezTo>
                    <a:pt x="333" y="14"/>
                    <a:pt x="368" y="10"/>
                    <a:pt x="404" y="12"/>
                  </a:cubicBezTo>
                  <a:cubicBezTo>
                    <a:pt x="438" y="13"/>
                    <a:pt x="471" y="15"/>
                    <a:pt x="505" y="14"/>
                  </a:cubicBezTo>
                  <a:cubicBezTo>
                    <a:pt x="578" y="11"/>
                    <a:pt x="651" y="11"/>
                    <a:pt x="724" y="4"/>
                  </a:cubicBezTo>
                  <a:cubicBezTo>
                    <a:pt x="768" y="0"/>
                    <a:pt x="817" y="1"/>
                    <a:pt x="859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3" name="Freeform 244">
              <a:extLst>
                <a:ext uri="{FF2B5EF4-FFF2-40B4-BE49-F238E27FC236}">
                  <a16:creationId xmlns:a16="http://schemas.microsoft.com/office/drawing/2014/main" id="{3C75FC19-2443-461A-AB04-AA30C946F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412"/>
              <a:ext cx="1407" cy="30"/>
            </a:xfrm>
            <a:custGeom>
              <a:avLst/>
              <a:gdLst>
                <a:gd name="T0" fmla="*/ 10127 w 859"/>
                <a:gd name="T1" fmla="*/ 65 h 17"/>
                <a:gd name="T2" fmla="*/ 9761 w 859"/>
                <a:gd name="T3" fmla="*/ 65 h 17"/>
                <a:gd name="T4" fmla="*/ 9135 w 859"/>
                <a:gd name="T5" fmla="*/ 65 h 17"/>
                <a:gd name="T6" fmla="*/ 8065 w 859"/>
                <a:gd name="T7" fmla="*/ 37 h 17"/>
                <a:gd name="T8" fmla="*/ 5651 w 859"/>
                <a:gd name="T9" fmla="*/ 244 h 17"/>
                <a:gd name="T10" fmla="*/ 1220 w 859"/>
                <a:gd name="T11" fmla="*/ 203 h 17"/>
                <a:gd name="T12" fmla="*/ 441 w 859"/>
                <a:gd name="T13" fmla="*/ 244 h 17"/>
                <a:gd name="T14" fmla="*/ 0 w 859"/>
                <a:gd name="T15" fmla="*/ 25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9" h="17">
                  <a:moveTo>
                    <a:pt x="859" y="4"/>
                  </a:moveTo>
                  <a:cubicBezTo>
                    <a:pt x="850" y="7"/>
                    <a:pt x="837" y="5"/>
                    <a:pt x="828" y="4"/>
                  </a:cubicBezTo>
                  <a:cubicBezTo>
                    <a:pt x="810" y="2"/>
                    <a:pt x="793" y="4"/>
                    <a:pt x="775" y="4"/>
                  </a:cubicBezTo>
                  <a:cubicBezTo>
                    <a:pt x="745" y="4"/>
                    <a:pt x="714" y="0"/>
                    <a:pt x="684" y="2"/>
                  </a:cubicBezTo>
                  <a:cubicBezTo>
                    <a:pt x="616" y="5"/>
                    <a:pt x="548" y="13"/>
                    <a:pt x="479" y="14"/>
                  </a:cubicBezTo>
                  <a:cubicBezTo>
                    <a:pt x="354" y="17"/>
                    <a:pt x="229" y="2"/>
                    <a:pt x="104" y="12"/>
                  </a:cubicBezTo>
                  <a:cubicBezTo>
                    <a:pt x="82" y="14"/>
                    <a:pt x="59" y="15"/>
                    <a:pt x="37" y="14"/>
                  </a:cubicBezTo>
                  <a:cubicBezTo>
                    <a:pt x="26" y="14"/>
                    <a:pt x="10" y="12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4" name="Freeform 245">
              <a:extLst>
                <a:ext uri="{FF2B5EF4-FFF2-40B4-BE49-F238E27FC236}">
                  <a16:creationId xmlns:a16="http://schemas.microsoft.com/office/drawing/2014/main" id="{F8D1A4CB-D09A-400B-86A5-BBAE9C4B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419"/>
              <a:ext cx="1260" cy="52"/>
            </a:xfrm>
            <a:custGeom>
              <a:avLst/>
              <a:gdLst>
                <a:gd name="T0" fmla="*/ 0 w 769"/>
                <a:gd name="T1" fmla="*/ 468 h 30"/>
                <a:gd name="T2" fmla="*/ 1807 w 769"/>
                <a:gd name="T3" fmla="*/ 321 h 30"/>
                <a:gd name="T4" fmla="*/ 4734 w 769"/>
                <a:gd name="T5" fmla="*/ 321 h 30"/>
                <a:gd name="T6" fmla="*/ 9079 w 769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9" h="30">
                  <a:moveTo>
                    <a:pt x="0" y="30"/>
                  </a:moveTo>
                  <a:cubicBezTo>
                    <a:pt x="0" y="30"/>
                    <a:pt x="92" y="21"/>
                    <a:pt x="153" y="21"/>
                  </a:cubicBezTo>
                  <a:cubicBezTo>
                    <a:pt x="214" y="21"/>
                    <a:pt x="335" y="27"/>
                    <a:pt x="401" y="21"/>
                  </a:cubicBezTo>
                  <a:cubicBezTo>
                    <a:pt x="468" y="15"/>
                    <a:pt x="698" y="14"/>
                    <a:pt x="76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5" name="Freeform 246">
              <a:extLst>
                <a:ext uri="{FF2B5EF4-FFF2-40B4-BE49-F238E27FC236}">
                  <a16:creationId xmlns:a16="http://schemas.microsoft.com/office/drawing/2014/main" id="{CCB3AFB4-37A8-45F9-953A-A6BAC0814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974"/>
              <a:ext cx="1407" cy="233"/>
            </a:xfrm>
            <a:custGeom>
              <a:avLst/>
              <a:gdLst>
                <a:gd name="T0" fmla="*/ 0 w 859"/>
                <a:gd name="T1" fmla="*/ 902 h 133"/>
                <a:gd name="T2" fmla="*/ 0 w 859"/>
                <a:gd name="T3" fmla="*/ 2195 h 133"/>
                <a:gd name="T4" fmla="*/ 10127 w 859"/>
                <a:gd name="T5" fmla="*/ 2195 h 133"/>
                <a:gd name="T6" fmla="*/ 10127 w 859"/>
                <a:gd name="T7" fmla="*/ 510 h 133"/>
                <a:gd name="T8" fmla="*/ 9983 w 859"/>
                <a:gd name="T9" fmla="*/ 629 h 133"/>
                <a:gd name="T10" fmla="*/ 9718 w 859"/>
                <a:gd name="T11" fmla="*/ 377 h 133"/>
                <a:gd name="T12" fmla="*/ 9264 w 859"/>
                <a:gd name="T13" fmla="*/ 699 h 133"/>
                <a:gd name="T14" fmla="*/ 8866 w 859"/>
                <a:gd name="T15" fmla="*/ 501 h 133"/>
                <a:gd name="T16" fmla="*/ 8516 w 859"/>
                <a:gd name="T17" fmla="*/ 773 h 133"/>
                <a:gd name="T18" fmla="*/ 8170 w 859"/>
                <a:gd name="T19" fmla="*/ 501 h 133"/>
                <a:gd name="T20" fmla="*/ 7923 w 859"/>
                <a:gd name="T21" fmla="*/ 792 h 133"/>
                <a:gd name="T22" fmla="*/ 7603 w 859"/>
                <a:gd name="T23" fmla="*/ 415 h 133"/>
                <a:gd name="T24" fmla="*/ 7287 w 859"/>
                <a:gd name="T25" fmla="*/ 764 h 133"/>
                <a:gd name="T26" fmla="*/ 6860 w 859"/>
                <a:gd name="T27" fmla="*/ 399 h 133"/>
                <a:gd name="T28" fmla="*/ 6429 w 859"/>
                <a:gd name="T29" fmla="*/ 638 h 133"/>
                <a:gd name="T30" fmla="*/ 5674 w 859"/>
                <a:gd name="T31" fmla="*/ 613 h 133"/>
                <a:gd name="T32" fmla="*/ 5282 w 859"/>
                <a:gd name="T33" fmla="*/ 364 h 133"/>
                <a:gd name="T34" fmla="*/ 4899 w 859"/>
                <a:gd name="T35" fmla="*/ 564 h 133"/>
                <a:gd name="T36" fmla="*/ 4290 w 859"/>
                <a:gd name="T37" fmla="*/ 415 h 133"/>
                <a:gd name="T38" fmla="*/ 4154 w 859"/>
                <a:gd name="T39" fmla="*/ 893 h 133"/>
                <a:gd name="T40" fmla="*/ 3658 w 859"/>
                <a:gd name="T41" fmla="*/ 613 h 133"/>
                <a:gd name="T42" fmla="*/ 3147 w 859"/>
                <a:gd name="T43" fmla="*/ 1007 h 133"/>
                <a:gd name="T44" fmla="*/ 2865 w 859"/>
                <a:gd name="T45" fmla="*/ 436 h 133"/>
                <a:gd name="T46" fmla="*/ 2604 w 859"/>
                <a:gd name="T47" fmla="*/ 660 h 133"/>
                <a:gd name="T48" fmla="*/ 2347 w 859"/>
                <a:gd name="T49" fmla="*/ 501 h 133"/>
                <a:gd name="T50" fmla="*/ 1938 w 859"/>
                <a:gd name="T51" fmla="*/ 638 h 133"/>
                <a:gd name="T52" fmla="*/ 1345 w 859"/>
                <a:gd name="T53" fmla="*/ 678 h 133"/>
                <a:gd name="T54" fmla="*/ 698 w 859"/>
                <a:gd name="T55" fmla="*/ 678 h 133"/>
                <a:gd name="T56" fmla="*/ 151 w 859"/>
                <a:gd name="T57" fmla="*/ 857 h 133"/>
                <a:gd name="T58" fmla="*/ 0 w 859"/>
                <a:gd name="T59" fmla="*/ 902 h 13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59" h="133">
                  <a:moveTo>
                    <a:pt x="0" y="55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859" y="133"/>
                    <a:pt x="859" y="133"/>
                    <a:pt x="859" y="133"/>
                  </a:cubicBezTo>
                  <a:cubicBezTo>
                    <a:pt x="859" y="31"/>
                    <a:pt x="859" y="31"/>
                    <a:pt x="859" y="31"/>
                  </a:cubicBezTo>
                  <a:cubicBezTo>
                    <a:pt x="859" y="31"/>
                    <a:pt x="851" y="29"/>
                    <a:pt x="847" y="38"/>
                  </a:cubicBezTo>
                  <a:cubicBezTo>
                    <a:pt x="847" y="38"/>
                    <a:pt x="848" y="23"/>
                    <a:pt x="824" y="23"/>
                  </a:cubicBezTo>
                  <a:cubicBezTo>
                    <a:pt x="800" y="23"/>
                    <a:pt x="786" y="42"/>
                    <a:pt x="786" y="42"/>
                  </a:cubicBezTo>
                  <a:cubicBezTo>
                    <a:pt x="786" y="42"/>
                    <a:pt x="777" y="29"/>
                    <a:pt x="752" y="30"/>
                  </a:cubicBezTo>
                  <a:cubicBezTo>
                    <a:pt x="728" y="31"/>
                    <a:pt x="722" y="47"/>
                    <a:pt x="722" y="47"/>
                  </a:cubicBezTo>
                  <a:cubicBezTo>
                    <a:pt x="722" y="47"/>
                    <a:pt x="722" y="27"/>
                    <a:pt x="693" y="30"/>
                  </a:cubicBezTo>
                  <a:cubicBezTo>
                    <a:pt x="663" y="34"/>
                    <a:pt x="672" y="48"/>
                    <a:pt x="672" y="48"/>
                  </a:cubicBezTo>
                  <a:cubicBezTo>
                    <a:pt x="672" y="48"/>
                    <a:pt x="666" y="22"/>
                    <a:pt x="645" y="25"/>
                  </a:cubicBezTo>
                  <a:cubicBezTo>
                    <a:pt x="624" y="27"/>
                    <a:pt x="618" y="46"/>
                    <a:pt x="618" y="46"/>
                  </a:cubicBezTo>
                  <a:cubicBezTo>
                    <a:pt x="618" y="46"/>
                    <a:pt x="613" y="25"/>
                    <a:pt x="582" y="24"/>
                  </a:cubicBezTo>
                  <a:cubicBezTo>
                    <a:pt x="551" y="24"/>
                    <a:pt x="545" y="39"/>
                    <a:pt x="545" y="39"/>
                  </a:cubicBezTo>
                  <a:cubicBezTo>
                    <a:pt x="545" y="39"/>
                    <a:pt x="532" y="0"/>
                    <a:pt x="481" y="37"/>
                  </a:cubicBezTo>
                  <a:cubicBezTo>
                    <a:pt x="481" y="37"/>
                    <a:pt x="473" y="20"/>
                    <a:pt x="448" y="22"/>
                  </a:cubicBezTo>
                  <a:cubicBezTo>
                    <a:pt x="424" y="25"/>
                    <a:pt x="416" y="34"/>
                    <a:pt x="416" y="34"/>
                  </a:cubicBezTo>
                  <a:cubicBezTo>
                    <a:pt x="416" y="34"/>
                    <a:pt x="389" y="8"/>
                    <a:pt x="364" y="25"/>
                  </a:cubicBezTo>
                  <a:cubicBezTo>
                    <a:pt x="338" y="42"/>
                    <a:pt x="352" y="54"/>
                    <a:pt x="352" y="54"/>
                  </a:cubicBezTo>
                  <a:cubicBezTo>
                    <a:pt x="352" y="54"/>
                    <a:pt x="334" y="33"/>
                    <a:pt x="310" y="37"/>
                  </a:cubicBezTo>
                  <a:cubicBezTo>
                    <a:pt x="285" y="41"/>
                    <a:pt x="267" y="61"/>
                    <a:pt x="267" y="61"/>
                  </a:cubicBezTo>
                  <a:cubicBezTo>
                    <a:pt x="267" y="61"/>
                    <a:pt x="271" y="29"/>
                    <a:pt x="243" y="26"/>
                  </a:cubicBezTo>
                  <a:cubicBezTo>
                    <a:pt x="216" y="23"/>
                    <a:pt x="221" y="40"/>
                    <a:pt x="221" y="40"/>
                  </a:cubicBezTo>
                  <a:cubicBezTo>
                    <a:pt x="221" y="40"/>
                    <a:pt x="213" y="24"/>
                    <a:pt x="199" y="30"/>
                  </a:cubicBezTo>
                  <a:cubicBezTo>
                    <a:pt x="186" y="35"/>
                    <a:pt x="178" y="57"/>
                    <a:pt x="164" y="39"/>
                  </a:cubicBezTo>
                  <a:cubicBezTo>
                    <a:pt x="150" y="20"/>
                    <a:pt x="128" y="23"/>
                    <a:pt x="114" y="41"/>
                  </a:cubicBezTo>
                  <a:cubicBezTo>
                    <a:pt x="114" y="41"/>
                    <a:pt x="95" y="13"/>
                    <a:pt x="59" y="41"/>
                  </a:cubicBezTo>
                  <a:cubicBezTo>
                    <a:pt x="59" y="41"/>
                    <a:pt x="25" y="17"/>
                    <a:pt x="13" y="52"/>
                  </a:cubicBezTo>
                  <a:cubicBezTo>
                    <a:pt x="13" y="52"/>
                    <a:pt x="3" y="44"/>
                    <a:pt x="0" y="55"/>
                  </a:cubicBezTo>
                  <a:close/>
                </a:path>
              </a:pathLst>
            </a:custGeom>
            <a:solidFill>
              <a:srgbClr val="FCD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6" name="Freeform 247">
              <a:extLst>
                <a:ext uri="{FF2B5EF4-FFF2-40B4-BE49-F238E27FC236}">
                  <a16:creationId xmlns:a16="http://schemas.microsoft.com/office/drawing/2014/main" id="{3F4BF8CE-9345-4ADA-8B77-6C424C290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123"/>
              <a:ext cx="79" cy="59"/>
            </a:xfrm>
            <a:custGeom>
              <a:avLst/>
              <a:gdLst>
                <a:gd name="T0" fmla="*/ 0 w 48"/>
                <a:gd name="T1" fmla="*/ 28 h 34"/>
                <a:gd name="T2" fmla="*/ 133 w 48"/>
                <a:gd name="T3" fmla="*/ 208 h 34"/>
                <a:gd name="T4" fmla="*/ 448 w 48"/>
                <a:gd name="T5" fmla="*/ 90 h 34"/>
                <a:gd name="T6" fmla="*/ 448 w 48"/>
                <a:gd name="T7" fmla="*/ 5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4">
                  <a:moveTo>
                    <a:pt x="0" y="2"/>
                  </a:moveTo>
                  <a:cubicBezTo>
                    <a:pt x="6" y="0"/>
                    <a:pt x="10" y="8"/>
                    <a:pt x="11" y="13"/>
                  </a:cubicBezTo>
                  <a:cubicBezTo>
                    <a:pt x="10" y="1"/>
                    <a:pt x="31" y="2"/>
                    <a:pt x="37" y="6"/>
                  </a:cubicBezTo>
                  <a:cubicBezTo>
                    <a:pt x="45" y="12"/>
                    <a:pt x="48" y="29"/>
                    <a:pt x="37" y="34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7" name="Freeform 248">
              <a:extLst>
                <a:ext uri="{FF2B5EF4-FFF2-40B4-BE49-F238E27FC236}">
                  <a16:creationId xmlns:a16="http://schemas.microsoft.com/office/drawing/2014/main" id="{F1E04653-3EAD-4F1F-8FD6-EAD255848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044"/>
              <a:ext cx="43" cy="60"/>
            </a:xfrm>
            <a:custGeom>
              <a:avLst/>
              <a:gdLst>
                <a:gd name="T0" fmla="*/ 298 w 26"/>
                <a:gd name="T1" fmla="*/ 0 h 34"/>
                <a:gd name="T2" fmla="*/ 321 w 26"/>
                <a:gd name="T3" fmla="*/ 115 h 34"/>
                <a:gd name="T4" fmla="*/ 284 w 26"/>
                <a:gd name="T5" fmla="*/ 358 h 34"/>
                <a:gd name="T6" fmla="*/ 0 w 26"/>
                <a:gd name="T7" fmla="*/ 58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4">
                  <a:moveTo>
                    <a:pt x="24" y="0"/>
                  </a:moveTo>
                  <a:cubicBezTo>
                    <a:pt x="24" y="1"/>
                    <a:pt x="26" y="5"/>
                    <a:pt x="26" y="7"/>
                  </a:cubicBezTo>
                  <a:cubicBezTo>
                    <a:pt x="26" y="12"/>
                    <a:pt x="25" y="17"/>
                    <a:pt x="23" y="21"/>
                  </a:cubicBezTo>
                  <a:cubicBezTo>
                    <a:pt x="18" y="30"/>
                    <a:pt x="9" y="32"/>
                    <a:pt x="0" y="34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8" name="Freeform 249">
              <a:extLst>
                <a:ext uri="{FF2B5EF4-FFF2-40B4-BE49-F238E27FC236}">
                  <a16:creationId xmlns:a16="http://schemas.microsoft.com/office/drawing/2014/main" id="{49D768F4-581D-477E-BF20-F9711759B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132"/>
              <a:ext cx="118" cy="63"/>
            </a:xfrm>
            <a:custGeom>
              <a:avLst/>
              <a:gdLst>
                <a:gd name="T0" fmla="*/ 92 w 72"/>
                <a:gd name="T1" fmla="*/ 572 h 36"/>
                <a:gd name="T2" fmla="*/ 80 w 72"/>
                <a:gd name="T3" fmla="*/ 249 h 36"/>
                <a:gd name="T4" fmla="*/ 308 w 72"/>
                <a:gd name="T5" fmla="*/ 301 h 36"/>
                <a:gd name="T6" fmla="*/ 542 w 72"/>
                <a:gd name="T7" fmla="*/ 0 h 36"/>
                <a:gd name="T8" fmla="*/ 849 w 72"/>
                <a:gd name="T9" fmla="*/ 17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36">
                  <a:moveTo>
                    <a:pt x="8" y="35"/>
                  </a:moveTo>
                  <a:cubicBezTo>
                    <a:pt x="0" y="36"/>
                    <a:pt x="2" y="19"/>
                    <a:pt x="7" y="15"/>
                  </a:cubicBezTo>
                  <a:cubicBezTo>
                    <a:pt x="13" y="11"/>
                    <a:pt x="21" y="15"/>
                    <a:pt x="26" y="18"/>
                  </a:cubicBezTo>
                  <a:cubicBezTo>
                    <a:pt x="23" y="11"/>
                    <a:pt x="40" y="1"/>
                    <a:pt x="46" y="0"/>
                  </a:cubicBezTo>
                  <a:cubicBezTo>
                    <a:pt x="54" y="0"/>
                    <a:pt x="68" y="2"/>
                    <a:pt x="72" y="11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9" name="Freeform 250">
              <a:extLst>
                <a:ext uri="{FF2B5EF4-FFF2-40B4-BE49-F238E27FC236}">
                  <a16:creationId xmlns:a16="http://schemas.microsoft.com/office/drawing/2014/main" id="{E293F3AC-8E62-43D5-9014-70272B9B8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084"/>
              <a:ext cx="78" cy="69"/>
            </a:xfrm>
            <a:custGeom>
              <a:avLst/>
              <a:gdLst>
                <a:gd name="T0" fmla="*/ 143 w 48"/>
                <a:gd name="T1" fmla="*/ 676 h 39"/>
                <a:gd name="T2" fmla="*/ 544 w 48"/>
                <a:gd name="T3" fmla="*/ 265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9">
                  <a:moveTo>
                    <a:pt x="12" y="39"/>
                  </a:moveTo>
                  <a:cubicBezTo>
                    <a:pt x="0" y="22"/>
                    <a:pt x="40" y="0"/>
                    <a:pt x="48" y="15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0" name="Freeform 251">
              <a:extLst>
                <a:ext uri="{FF2B5EF4-FFF2-40B4-BE49-F238E27FC236}">
                  <a16:creationId xmlns:a16="http://schemas.microsoft.com/office/drawing/2014/main" id="{AC99F89A-A72B-4271-8817-0E3F34157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071"/>
              <a:ext cx="45" cy="62"/>
            </a:xfrm>
            <a:custGeom>
              <a:avLst/>
              <a:gdLst>
                <a:gd name="T0" fmla="*/ 109 w 28"/>
                <a:gd name="T1" fmla="*/ 546 h 36"/>
                <a:gd name="T2" fmla="*/ 299 w 28"/>
                <a:gd name="T3" fmla="*/ 14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6">
                  <a:moveTo>
                    <a:pt x="10" y="36"/>
                  </a:moveTo>
                  <a:cubicBezTo>
                    <a:pt x="0" y="36"/>
                    <a:pt x="7" y="0"/>
                    <a:pt x="28" y="9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1" name="Freeform 252">
              <a:extLst>
                <a:ext uri="{FF2B5EF4-FFF2-40B4-BE49-F238E27FC236}">
                  <a16:creationId xmlns:a16="http://schemas.microsoft.com/office/drawing/2014/main" id="{68CAE5E5-FD15-41AA-B987-6CF0809BE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081"/>
              <a:ext cx="47" cy="30"/>
            </a:xfrm>
            <a:custGeom>
              <a:avLst/>
              <a:gdLst>
                <a:gd name="T0" fmla="*/ 323 w 29"/>
                <a:gd name="T1" fmla="*/ 293 h 17"/>
                <a:gd name="T2" fmla="*/ 0 w 29"/>
                <a:gd name="T3" fmla="*/ 4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29" y="17"/>
                  </a:moveTo>
                  <a:cubicBezTo>
                    <a:pt x="27" y="7"/>
                    <a:pt x="9" y="0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2" name="Freeform 253">
              <a:extLst>
                <a:ext uri="{FF2B5EF4-FFF2-40B4-BE49-F238E27FC236}">
                  <a16:creationId xmlns:a16="http://schemas.microsoft.com/office/drawing/2014/main" id="{35BBDB4F-21F3-4D2E-ACF8-7B75E0732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163"/>
              <a:ext cx="17" cy="44"/>
            </a:xfrm>
            <a:custGeom>
              <a:avLst/>
              <a:gdLst>
                <a:gd name="T0" fmla="*/ 44 w 10"/>
                <a:gd name="T1" fmla="*/ 380 h 25"/>
                <a:gd name="T2" fmla="*/ 141 w 10"/>
                <a:gd name="T3" fmla="*/ 180 h 25"/>
                <a:gd name="T4" fmla="*/ 0 w 1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3" y="23"/>
                  </a:moveTo>
                  <a:cubicBezTo>
                    <a:pt x="7" y="25"/>
                    <a:pt x="10" y="15"/>
                    <a:pt x="10" y="11"/>
                  </a:cubicBezTo>
                  <a:cubicBezTo>
                    <a:pt x="9" y="6"/>
                    <a:pt x="4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3" name="Freeform 254">
              <a:extLst>
                <a:ext uri="{FF2B5EF4-FFF2-40B4-BE49-F238E27FC236}">
                  <a16:creationId xmlns:a16="http://schemas.microsoft.com/office/drawing/2014/main" id="{2C0F9ABC-04B6-4BF5-867C-232AABE70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067"/>
              <a:ext cx="26" cy="33"/>
            </a:xfrm>
            <a:custGeom>
              <a:avLst/>
              <a:gdLst>
                <a:gd name="T0" fmla="*/ 13 w 16"/>
                <a:gd name="T1" fmla="*/ 0 h 19"/>
                <a:gd name="T2" fmla="*/ 180 w 16"/>
                <a:gd name="T3" fmla="*/ 2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1" y="0"/>
                  </a:moveTo>
                  <a:cubicBezTo>
                    <a:pt x="0" y="9"/>
                    <a:pt x="7" y="17"/>
                    <a:pt x="16" y="19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4" name="Freeform 255">
              <a:extLst>
                <a:ext uri="{FF2B5EF4-FFF2-40B4-BE49-F238E27FC236}">
                  <a16:creationId xmlns:a16="http://schemas.microsoft.com/office/drawing/2014/main" id="{9FA26BEB-A450-42FF-A4E8-2034713D2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135"/>
              <a:ext cx="67" cy="70"/>
            </a:xfrm>
            <a:custGeom>
              <a:avLst/>
              <a:gdLst>
                <a:gd name="T0" fmla="*/ 69 w 41"/>
                <a:gd name="T1" fmla="*/ 658 h 40"/>
                <a:gd name="T2" fmla="*/ 144 w 41"/>
                <a:gd name="T3" fmla="*/ 151 h 40"/>
                <a:gd name="T4" fmla="*/ 476 w 41"/>
                <a:gd name="T5" fmla="*/ 30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0">
                  <a:moveTo>
                    <a:pt x="6" y="40"/>
                  </a:moveTo>
                  <a:cubicBezTo>
                    <a:pt x="0" y="31"/>
                    <a:pt x="3" y="15"/>
                    <a:pt x="12" y="9"/>
                  </a:cubicBezTo>
                  <a:cubicBezTo>
                    <a:pt x="24" y="0"/>
                    <a:pt x="33" y="11"/>
                    <a:pt x="41" y="18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5" name="Freeform 256">
              <a:extLst>
                <a:ext uri="{FF2B5EF4-FFF2-40B4-BE49-F238E27FC236}">
                  <a16:creationId xmlns:a16="http://schemas.microsoft.com/office/drawing/2014/main" id="{1C2D0F6C-34F4-41FB-AAAD-36B52590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074"/>
              <a:ext cx="70" cy="21"/>
            </a:xfrm>
            <a:custGeom>
              <a:avLst/>
              <a:gdLst>
                <a:gd name="T0" fmla="*/ 0 w 43"/>
                <a:gd name="T1" fmla="*/ 0 h 12"/>
                <a:gd name="T2" fmla="*/ 493 w 43"/>
                <a:gd name="T3" fmla="*/ 15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">
                  <a:moveTo>
                    <a:pt x="0" y="0"/>
                  </a:moveTo>
                  <a:cubicBezTo>
                    <a:pt x="9" y="12"/>
                    <a:pt x="30" y="9"/>
                    <a:pt x="43" y="9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" name="Freeform 257">
              <a:extLst>
                <a:ext uri="{FF2B5EF4-FFF2-40B4-BE49-F238E27FC236}">
                  <a16:creationId xmlns:a16="http://schemas.microsoft.com/office/drawing/2014/main" id="{97DB484B-DA4C-411D-A69E-73B43E94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048"/>
              <a:ext cx="82" cy="50"/>
            </a:xfrm>
            <a:custGeom>
              <a:avLst/>
              <a:gdLst>
                <a:gd name="T0" fmla="*/ 592 w 50"/>
                <a:gd name="T1" fmla="*/ 0 h 29"/>
                <a:gd name="T2" fmla="*/ 349 w 50"/>
                <a:gd name="T3" fmla="*/ 416 h 29"/>
                <a:gd name="T4" fmla="*/ 0 w 50"/>
                <a:gd name="T5" fmla="*/ 30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50" y="0"/>
                  </a:moveTo>
                  <a:cubicBezTo>
                    <a:pt x="50" y="13"/>
                    <a:pt x="43" y="24"/>
                    <a:pt x="29" y="27"/>
                  </a:cubicBezTo>
                  <a:cubicBezTo>
                    <a:pt x="19" y="28"/>
                    <a:pt x="6" y="29"/>
                    <a:pt x="0" y="2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7" name="Freeform 258">
              <a:extLst>
                <a:ext uri="{FF2B5EF4-FFF2-40B4-BE49-F238E27FC236}">
                  <a16:creationId xmlns:a16="http://schemas.microsoft.com/office/drawing/2014/main" id="{5C7E1101-C9C8-44CF-AA65-C885024AB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088"/>
              <a:ext cx="48" cy="45"/>
            </a:xfrm>
            <a:custGeom>
              <a:avLst/>
              <a:gdLst>
                <a:gd name="T0" fmla="*/ 359 w 29"/>
                <a:gd name="T1" fmla="*/ 28 h 26"/>
                <a:gd name="T2" fmla="*/ 113 w 29"/>
                <a:gd name="T3" fmla="*/ 87 h 26"/>
                <a:gd name="T4" fmla="*/ 0 w 29"/>
                <a:gd name="T5" fmla="*/ 40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29" y="2"/>
                  </a:moveTo>
                  <a:cubicBezTo>
                    <a:pt x="23" y="0"/>
                    <a:pt x="14" y="3"/>
                    <a:pt x="9" y="6"/>
                  </a:cubicBezTo>
                  <a:cubicBezTo>
                    <a:pt x="3" y="11"/>
                    <a:pt x="0" y="19"/>
                    <a:pt x="0" y="26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8" name="Freeform 259">
              <a:extLst>
                <a:ext uri="{FF2B5EF4-FFF2-40B4-BE49-F238E27FC236}">
                  <a16:creationId xmlns:a16="http://schemas.microsoft.com/office/drawing/2014/main" id="{71C0F299-7ECC-4A9F-8CFE-2D4CEF19D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055"/>
              <a:ext cx="70" cy="54"/>
            </a:xfrm>
            <a:custGeom>
              <a:avLst/>
              <a:gdLst>
                <a:gd name="T0" fmla="*/ 34 w 43"/>
                <a:gd name="T1" fmla="*/ 0 h 31"/>
                <a:gd name="T2" fmla="*/ 160 w 43"/>
                <a:gd name="T3" fmla="*/ 385 h 31"/>
                <a:gd name="T4" fmla="*/ 493 w 43"/>
                <a:gd name="T5" fmla="*/ 38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1">
                  <a:moveTo>
                    <a:pt x="3" y="0"/>
                  </a:moveTo>
                  <a:cubicBezTo>
                    <a:pt x="0" y="6"/>
                    <a:pt x="8" y="20"/>
                    <a:pt x="14" y="24"/>
                  </a:cubicBezTo>
                  <a:cubicBezTo>
                    <a:pt x="24" y="31"/>
                    <a:pt x="33" y="26"/>
                    <a:pt x="43" y="24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9" name="Freeform 260">
              <a:extLst>
                <a:ext uri="{FF2B5EF4-FFF2-40B4-BE49-F238E27FC236}">
                  <a16:creationId xmlns:a16="http://schemas.microsoft.com/office/drawing/2014/main" id="{62AE4DF1-A800-4AA9-B809-1BF9DFE53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088"/>
              <a:ext cx="44" cy="42"/>
            </a:xfrm>
            <a:custGeom>
              <a:avLst/>
              <a:gdLst>
                <a:gd name="T0" fmla="*/ 0 w 27"/>
                <a:gd name="T1" fmla="*/ 0 h 24"/>
                <a:gd name="T2" fmla="*/ 295 w 27"/>
                <a:gd name="T3" fmla="*/ 39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15" y="0"/>
                    <a:pt x="27" y="7"/>
                    <a:pt x="26" y="24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" name="Freeform 261">
              <a:extLst>
                <a:ext uri="{FF2B5EF4-FFF2-40B4-BE49-F238E27FC236}">
                  <a16:creationId xmlns:a16="http://schemas.microsoft.com/office/drawing/2014/main" id="{2202B64B-07BC-405A-8AF1-89F84A1E9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126"/>
              <a:ext cx="75" cy="48"/>
            </a:xfrm>
            <a:custGeom>
              <a:avLst/>
              <a:gdLst>
                <a:gd name="T0" fmla="*/ 0 w 46"/>
                <a:gd name="T1" fmla="*/ 476 h 27"/>
                <a:gd name="T2" fmla="*/ 205 w 46"/>
                <a:gd name="T3" fmla="*/ 37 h 27"/>
                <a:gd name="T4" fmla="*/ 528 w 46"/>
                <a:gd name="T5" fmla="*/ 26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7">
                  <a:moveTo>
                    <a:pt x="0" y="27"/>
                  </a:moveTo>
                  <a:cubicBezTo>
                    <a:pt x="0" y="14"/>
                    <a:pt x="5" y="4"/>
                    <a:pt x="18" y="2"/>
                  </a:cubicBezTo>
                  <a:cubicBezTo>
                    <a:pt x="29" y="0"/>
                    <a:pt x="40" y="7"/>
                    <a:pt x="46" y="15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" name="Freeform 262">
              <a:extLst>
                <a:ext uri="{FF2B5EF4-FFF2-40B4-BE49-F238E27FC236}">
                  <a16:creationId xmlns:a16="http://schemas.microsoft.com/office/drawing/2014/main" id="{412DF38B-936E-4C7E-92CE-E85B0AFC4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126"/>
              <a:ext cx="67" cy="39"/>
            </a:xfrm>
            <a:custGeom>
              <a:avLst/>
              <a:gdLst>
                <a:gd name="T0" fmla="*/ 0 w 41"/>
                <a:gd name="T1" fmla="*/ 158 h 22"/>
                <a:gd name="T2" fmla="*/ 281 w 41"/>
                <a:gd name="T3" fmla="*/ 37 h 22"/>
                <a:gd name="T4" fmla="*/ 476 w 41"/>
                <a:gd name="T5" fmla="*/ 38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2">
                  <a:moveTo>
                    <a:pt x="0" y="9"/>
                  </a:moveTo>
                  <a:cubicBezTo>
                    <a:pt x="7" y="5"/>
                    <a:pt x="15" y="0"/>
                    <a:pt x="24" y="2"/>
                  </a:cubicBezTo>
                  <a:cubicBezTo>
                    <a:pt x="31" y="3"/>
                    <a:pt x="40" y="15"/>
                    <a:pt x="41" y="22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2" name="Freeform 263">
              <a:extLst>
                <a:ext uri="{FF2B5EF4-FFF2-40B4-BE49-F238E27FC236}">
                  <a16:creationId xmlns:a16="http://schemas.microsoft.com/office/drawing/2014/main" id="{635F9439-2B75-40DF-AF9B-D152C7016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069"/>
              <a:ext cx="73" cy="42"/>
            </a:xfrm>
            <a:custGeom>
              <a:avLst/>
              <a:gdLst>
                <a:gd name="T0" fmla="*/ 13 w 45"/>
                <a:gd name="T1" fmla="*/ 0 h 24"/>
                <a:gd name="T2" fmla="*/ 213 w 45"/>
                <a:gd name="T3" fmla="*/ 327 h 24"/>
                <a:gd name="T4" fmla="*/ 503 w 45"/>
                <a:gd name="T5" fmla="*/ 26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4">
                  <a:moveTo>
                    <a:pt x="1" y="0"/>
                  </a:moveTo>
                  <a:cubicBezTo>
                    <a:pt x="0" y="9"/>
                    <a:pt x="11" y="17"/>
                    <a:pt x="19" y="20"/>
                  </a:cubicBezTo>
                  <a:cubicBezTo>
                    <a:pt x="29" y="24"/>
                    <a:pt x="36" y="22"/>
                    <a:pt x="45" y="16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3" name="Freeform 264">
              <a:extLst>
                <a:ext uri="{FF2B5EF4-FFF2-40B4-BE49-F238E27FC236}">
                  <a16:creationId xmlns:a16="http://schemas.microsoft.com/office/drawing/2014/main" id="{1C186329-480D-44F4-9168-CFB962356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2118"/>
              <a:ext cx="82" cy="50"/>
            </a:xfrm>
            <a:custGeom>
              <a:avLst/>
              <a:gdLst>
                <a:gd name="T0" fmla="*/ 49 w 50"/>
                <a:gd name="T1" fmla="*/ 440 h 29"/>
                <a:gd name="T2" fmla="*/ 274 w 50"/>
                <a:gd name="T3" fmla="*/ 62 h 29"/>
                <a:gd name="T4" fmla="*/ 592 w 50"/>
                <a:gd name="T5" fmla="*/ 14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4" y="29"/>
                  </a:moveTo>
                  <a:cubicBezTo>
                    <a:pt x="0" y="18"/>
                    <a:pt x="15" y="7"/>
                    <a:pt x="23" y="4"/>
                  </a:cubicBezTo>
                  <a:cubicBezTo>
                    <a:pt x="34" y="0"/>
                    <a:pt x="42" y="4"/>
                    <a:pt x="50" y="1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4" name="Freeform 265">
              <a:extLst>
                <a:ext uri="{FF2B5EF4-FFF2-40B4-BE49-F238E27FC236}">
                  <a16:creationId xmlns:a16="http://schemas.microsoft.com/office/drawing/2014/main" id="{EB5DFE09-931C-461D-A86F-72FE6699A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044"/>
              <a:ext cx="70" cy="49"/>
            </a:xfrm>
            <a:custGeom>
              <a:avLst/>
              <a:gdLst>
                <a:gd name="T0" fmla="*/ 493 w 43"/>
                <a:gd name="T1" fmla="*/ 0 h 28"/>
                <a:gd name="T2" fmla="*/ 330 w 43"/>
                <a:gd name="T3" fmla="*/ 350 h 28"/>
                <a:gd name="T4" fmla="*/ 0 w 43"/>
                <a:gd name="T5" fmla="*/ 41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8">
                  <a:moveTo>
                    <a:pt x="43" y="0"/>
                  </a:moveTo>
                  <a:cubicBezTo>
                    <a:pt x="41" y="9"/>
                    <a:pt x="37" y="17"/>
                    <a:pt x="29" y="21"/>
                  </a:cubicBezTo>
                  <a:cubicBezTo>
                    <a:pt x="22" y="24"/>
                    <a:pt x="7" y="28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5" name="Freeform 266">
              <a:extLst>
                <a:ext uri="{FF2B5EF4-FFF2-40B4-BE49-F238E27FC236}">
                  <a16:creationId xmlns:a16="http://schemas.microsoft.com/office/drawing/2014/main" id="{3951C037-9E6E-4EDE-9E9D-4305DDD2B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104"/>
              <a:ext cx="46" cy="24"/>
            </a:xfrm>
            <a:custGeom>
              <a:avLst/>
              <a:gdLst>
                <a:gd name="T0" fmla="*/ 337 w 28"/>
                <a:gd name="T1" fmla="*/ 206 h 14"/>
                <a:gd name="T2" fmla="*/ 0 w 28"/>
                <a:gd name="T3" fmla="*/ 1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28" y="14"/>
                  </a:moveTo>
                  <a:cubicBezTo>
                    <a:pt x="21" y="10"/>
                    <a:pt x="9" y="0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6" name="Freeform 267">
              <a:extLst>
                <a:ext uri="{FF2B5EF4-FFF2-40B4-BE49-F238E27FC236}">
                  <a16:creationId xmlns:a16="http://schemas.microsoft.com/office/drawing/2014/main" id="{21CD5EB6-A91E-4327-AF9F-5ECEEB00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109"/>
              <a:ext cx="57" cy="87"/>
            </a:xfrm>
            <a:custGeom>
              <a:avLst/>
              <a:gdLst>
                <a:gd name="T0" fmla="*/ 0 w 35"/>
                <a:gd name="T1" fmla="*/ 85 h 50"/>
                <a:gd name="T2" fmla="*/ 332 w 35"/>
                <a:gd name="T3" fmla="*/ 285 h 50"/>
                <a:gd name="T4" fmla="*/ 204 w 35"/>
                <a:gd name="T5" fmla="*/ 557 h 50"/>
                <a:gd name="T6" fmla="*/ 401 w 35"/>
                <a:gd name="T7" fmla="*/ 79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0">
                  <a:moveTo>
                    <a:pt x="0" y="5"/>
                  </a:moveTo>
                  <a:cubicBezTo>
                    <a:pt x="9" y="0"/>
                    <a:pt x="25" y="8"/>
                    <a:pt x="29" y="18"/>
                  </a:cubicBezTo>
                  <a:cubicBezTo>
                    <a:pt x="31" y="26"/>
                    <a:pt x="26" y="33"/>
                    <a:pt x="18" y="35"/>
                  </a:cubicBezTo>
                  <a:cubicBezTo>
                    <a:pt x="30" y="34"/>
                    <a:pt x="32" y="41"/>
                    <a:pt x="35" y="5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7" name="Freeform 268">
              <a:extLst>
                <a:ext uri="{FF2B5EF4-FFF2-40B4-BE49-F238E27FC236}">
                  <a16:creationId xmlns:a16="http://schemas.microsoft.com/office/drawing/2014/main" id="{EFFFED47-BD6E-4392-9E28-D8C2DFEA6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167"/>
              <a:ext cx="77" cy="35"/>
            </a:xfrm>
            <a:custGeom>
              <a:avLst/>
              <a:gdLst>
                <a:gd name="T0" fmla="*/ 0 w 47"/>
                <a:gd name="T1" fmla="*/ 327 h 20"/>
                <a:gd name="T2" fmla="*/ 247 w 47"/>
                <a:gd name="T3" fmla="*/ 0 h 20"/>
                <a:gd name="T4" fmla="*/ 426 w 47"/>
                <a:gd name="T5" fmla="*/ 65 h 20"/>
                <a:gd name="T6" fmla="*/ 552 w 47"/>
                <a:gd name="T7" fmla="*/ 17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0">
                  <a:moveTo>
                    <a:pt x="0" y="20"/>
                  </a:moveTo>
                  <a:cubicBezTo>
                    <a:pt x="1" y="10"/>
                    <a:pt x="11" y="1"/>
                    <a:pt x="21" y="0"/>
                  </a:cubicBezTo>
                  <a:cubicBezTo>
                    <a:pt x="26" y="0"/>
                    <a:pt x="31" y="2"/>
                    <a:pt x="36" y="4"/>
                  </a:cubicBezTo>
                  <a:cubicBezTo>
                    <a:pt x="40" y="6"/>
                    <a:pt x="43" y="9"/>
                    <a:pt x="47" y="1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8" name="Freeform 269">
              <a:extLst>
                <a:ext uri="{FF2B5EF4-FFF2-40B4-BE49-F238E27FC236}">
                  <a16:creationId xmlns:a16="http://schemas.microsoft.com/office/drawing/2014/main" id="{CBA84F2B-20E0-49DD-A016-D2589B9F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132"/>
              <a:ext cx="77" cy="38"/>
            </a:xfrm>
            <a:custGeom>
              <a:avLst/>
              <a:gdLst>
                <a:gd name="T0" fmla="*/ 0 w 47"/>
                <a:gd name="T1" fmla="*/ 185 h 22"/>
                <a:gd name="T2" fmla="*/ 449 w 47"/>
                <a:gd name="T3" fmla="*/ 247 h 22"/>
                <a:gd name="T4" fmla="*/ 552 w 4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2">
                  <a:moveTo>
                    <a:pt x="0" y="12"/>
                  </a:moveTo>
                  <a:cubicBezTo>
                    <a:pt x="4" y="22"/>
                    <a:pt x="30" y="20"/>
                    <a:pt x="38" y="16"/>
                  </a:cubicBezTo>
                  <a:cubicBezTo>
                    <a:pt x="44" y="13"/>
                    <a:pt x="47" y="7"/>
                    <a:pt x="47" y="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9" name="Freeform 270">
              <a:extLst>
                <a:ext uri="{FF2B5EF4-FFF2-40B4-BE49-F238E27FC236}">
                  <a16:creationId xmlns:a16="http://schemas.microsoft.com/office/drawing/2014/main" id="{0B10C3D9-BA43-4060-AD93-4CE09080E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163"/>
              <a:ext cx="46" cy="32"/>
            </a:xfrm>
            <a:custGeom>
              <a:avLst/>
              <a:gdLst>
                <a:gd name="T0" fmla="*/ 0 w 28"/>
                <a:gd name="T1" fmla="*/ 21 h 18"/>
                <a:gd name="T2" fmla="*/ 240 w 28"/>
                <a:gd name="T3" fmla="*/ 89 h 18"/>
                <a:gd name="T4" fmla="*/ 337 w 28"/>
                <a:gd name="T5" fmla="*/ 3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1"/>
                  </a:moveTo>
                  <a:cubicBezTo>
                    <a:pt x="7" y="1"/>
                    <a:pt x="14" y="0"/>
                    <a:pt x="20" y="5"/>
                  </a:cubicBezTo>
                  <a:cubicBezTo>
                    <a:pt x="22" y="7"/>
                    <a:pt x="28" y="15"/>
                    <a:pt x="28" y="18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40" name="Freeform 271">
              <a:extLst>
                <a:ext uri="{FF2B5EF4-FFF2-40B4-BE49-F238E27FC236}">
                  <a16:creationId xmlns:a16="http://schemas.microsoft.com/office/drawing/2014/main" id="{9924C037-994D-42B7-8CCF-0C9C583D1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046"/>
              <a:ext cx="8" cy="33"/>
            </a:xfrm>
            <a:custGeom>
              <a:avLst/>
              <a:gdLst>
                <a:gd name="T0" fmla="*/ 21 w 5"/>
                <a:gd name="T1" fmla="*/ 0 h 19"/>
                <a:gd name="T2" fmla="*/ 0 w 5"/>
                <a:gd name="T3" fmla="*/ 148 h 19"/>
                <a:gd name="T4" fmla="*/ 54 w 5"/>
                <a:gd name="T5" fmla="*/ 29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2" y="0"/>
                  </a:moveTo>
                  <a:cubicBezTo>
                    <a:pt x="1" y="2"/>
                    <a:pt x="0" y="6"/>
                    <a:pt x="0" y="9"/>
                  </a:cubicBezTo>
                  <a:cubicBezTo>
                    <a:pt x="0" y="14"/>
                    <a:pt x="2" y="16"/>
                    <a:pt x="5" y="19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41" name="Freeform 272">
              <a:extLst>
                <a:ext uri="{FF2B5EF4-FFF2-40B4-BE49-F238E27FC236}">
                  <a16:creationId xmlns:a16="http://schemas.microsoft.com/office/drawing/2014/main" id="{A19A6B2C-FFA2-4B7A-9BF0-B3083E4DC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069"/>
              <a:ext cx="35" cy="26"/>
            </a:xfrm>
            <a:custGeom>
              <a:avLst/>
              <a:gdLst>
                <a:gd name="T0" fmla="*/ 255 w 21"/>
                <a:gd name="T1" fmla="*/ 0 h 15"/>
                <a:gd name="T2" fmla="*/ 208 w 21"/>
                <a:gd name="T3" fmla="*/ 147 h 15"/>
                <a:gd name="T4" fmla="*/ 0 w 21"/>
                <a:gd name="T5" fmla="*/ 2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20" y="0"/>
                  </a:moveTo>
                  <a:cubicBezTo>
                    <a:pt x="21" y="3"/>
                    <a:pt x="18" y="7"/>
                    <a:pt x="16" y="9"/>
                  </a:cubicBezTo>
                  <a:cubicBezTo>
                    <a:pt x="12" y="13"/>
                    <a:pt x="5" y="15"/>
                    <a:pt x="0" y="14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42" name="Freeform 273">
              <a:extLst>
                <a:ext uri="{FF2B5EF4-FFF2-40B4-BE49-F238E27FC236}">
                  <a16:creationId xmlns:a16="http://schemas.microsoft.com/office/drawing/2014/main" id="{E26EF08E-9578-4C5A-BC61-44E1C2948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974"/>
              <a:ext cx="1407" cy="233"/>
            </a:xfrm>
            <a:custGeom>
              <a:avLst/>
              <a:gdLst>
                <a:gd name="T0" fmla="*/ 0 w 859"/>
                <a:gd name="T1" fmla="*/ 902 h 133"/>
                <a:gd name="T2" fmla="*/ 0 w 859"/>
                <a:gd name="T3" fmla="*/ 2195 h 133"/>
                <a:gd name="T4" fmla="*/ 10127 w 859"/>
                <a:gd name="T5" fmla="*/ 2195 h 133"/>
                <a:gd name="T6" fmla="*/ 10127 w 859"/>
                <a:gd name="T7" fmla="*/ 510 h 133"/>
                <a:gd name="T8" fmla="*/ 9983 w 859"/>
                <a:gd name="T9" fmla="*/ 629 h 133"/>
                <a:gd name="T10" fmla="*/ 9718 w 859"/>
                <a:gd name="T11" fmla="*/ 377 h 133"/>
                <a:gd name="T12" fmla="*/ 9264 w 859"/>
                <a:gd name="T13" fmla="*/ 699 h 133"/>
                <a:gd name="T14" fmla="*/ 8866 w 859"/>
                <a:gd name="T15" fmla="*/ 501 h 133"/>
                <a:gd name="T16" fmla="*/ 8516 w 859"/>
                <a:gd name="T17" fmla="*/ 773 h 133"/>
                <a:gd name="T18" fmla="*/ 8170 w 859"/>
                <a:gd name="T19" fmla="*/ 501 h 133"/>
                <a:gd name="T20" fmla="*/ 7923 w 859"/>
                <a:gd name="T21" fmla="*/ 792 h 133"/>
                <a:gd name="T22" fmla="*/ 7603 w 859"/>
                <a:gd name="T23" fmla="*/ 415 h 133"/>
                <a:gd name="T24" fmla="*/ 7287 w 859"/>
                <a:gd name="T25" fmla="*/ 764 h 133"/>
                <a:gd name="T26" fmla="*/ 6860 w 859"/>
                <a:gd name="T27" fmla="*/ 399 h 133"/>
                <a:gd name="T28" fmla="*/ 6429 w 859"/>
                <a:gd name="T29" fmla="*/ 638 h 133"/>
                <a:gd name="T30" fmla="*/ 5674 w 859"/>
                <a:gd name="T31" fmla="*/ 613 h 133"/>
                <a:gd name="T32" fmla="*/ 5282 w 859"/>
                <a:gd name="T33" fmla="*/ 364 h 133"/>
                <a:gd name="T34" fmla="*/ 4899 w 859"/>
                <a:gd name="T35" fmla="*/ 564 h 133"/>
                <a:gd name="T36" fmla="*/ 4290 w 859"/>
                <a:gd name="T37" fmla="*/ 415 h 133"/>
                <a:gd name="T38" fmla="*/ 4154 w 859"/>
                <a:gd name="T39" fmla="*/ 893 h 133"/>
                <a:gd name="T40" fmla="*/ 3658 w 859"/>
                <a:gd name="T41" fmla="*/ 613 h 133"/>
                <a:gd name="T42" fmla="*/ 3147 w 859"/>
                <a:gd name="T43" fmla="*/ 1007 h 133"/>
                <a:gd name="T44" fmla="*/ 2865 w 859"/>
                <a:gd name="T45" fmla="*/ 436 h 133"/>
                <a:gd name="T46" fmla="*/ 2604 w 859"/>
                <a:gd name="T47" fmla="*/ 660 h 133"/>
                <a:gd name="T48" fmla="*/ 2347 w 859"/>
                <a:gd name="T49" fmla="*/ 501 h 133"/>
                <a:gd name="T50" fmla="*/ 1938 w 859"/>
                <a:gd name="T51" fmla="*/ 638 h 133"/>
                <a:gd name="T52" fmla="*/ 1345 w 859"/>
                <a:gd name="T53" fmla="*/ 678 h 133"/>
                <a:gd name="T54" fmla="*/ 698 w 859"/>
                <a:gd name="T55" fmla="*/ 678 h 133"/>
                <a:gd name="T56" fmla="*/ 151 w 859"/>
                <a:gd name="T57" fmla="*/ 857 h 133"/>
                <a:gd name="T58" fmla="*/ 0 w 859"/>
                <a:gd name="T59" fmla="*/ 902 h 13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59" h="133">
                  <a:moveTo>
                    <a:pt x="0" y="55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859" y="133"/>
                    <a:pt x="859" y="133"/>
                    <a:pt x="859" y="133"/>
                  </a:cubicBezTo>
                  <a:cubicBezTo>
                    <a:pt x="859" y="31"/>
                    <a:pt x="859" y="31"/>
                    <a:pt x="859" y="31"/>
                  </a:cubicBezTo>
                  <a:cubicBezTo>
                    <a:pt x="859" y="31"/>
                    <a:pt x="851" y="29"/>
                    <a:pt x="847" y="38"/>
                  </a:cubicBezTo>
                  <a:cubicBezTo>
                    <a:pt x="847" y="38"/>
                    <a:pt x="848" y="23"/>
                    <a:pt x="824" y="23"/>
                  </a:cubicBezTo>
                  <a:cubicBezTo>
                    <a:pt x="800" y="23"/>
                    <a:pt x="786" y="42"/>
                    <a:pt x="786" y="42"/>
                  </a:cubicBezTo>
                  <a:cubicBezTo>
                    <a:pt x="786" y="42"/>
                    <a:pt x="777" y="29"/>
                    <a:pt x="752" y="30"/>
                  </a:cubicBezTo>
                  <a:cubicBezTo>
                    <a:pt x="728" y="31"/>
                    <a:pt x="722" y="47"/>
                    <a:pt x="722" y="47"/>
                  </a:cubicBezTo>
                  <a:cubicBezTo>
                    <a:pt x="722" y="47"/>
                    <a:pt x="722" y="27"/>
                    <a:pt x="693" y="30"/>
                  </a:cubicBezTo>
                  <a:cubicBezTo>
                    <a:pt x="663" y="34"/>
                    <a:pt x="672" y="48"/>
                    <a:pt x="672" y="48"/>
                  </a:cubicBezTo>
                  <a:cubicBezTo>
                    <a:pt x="672" y="48"/>
                    <a:pt x="666" y="22"/>
                    <a:pt x="645" y="25"/>
                  </a:cubicBezTo>
                  <a:cubicBezTo>
                    <a:pt x="624" y="27"/>
                    <a:pt x="618" y="46"/>
                    <a:pt x="618" y="46"/>
                  </a:cubicBezTo>
                  <a:cubicBezTo>
                    <a:pt x="618" y="46"/>
                    <a:pt x="613" y="25"/>
                    <a:pt x="582" y="24"/>
                  </a:cubicBezTo>
                  <a:cubicBezTo>
                    <a:pt x="551" y="24"/>
                    <a:pt x="545" y="39"/>
                    <a:pt x="545" y="39"/>
                  </a:cubicBezTo>
                  <a:cubicBezTo>
                    <a:pt x="545" y="39"/>
                    <a:pt x="532" y="0"/>
                    <a:pt x="481" y="37"/>
                  </a:cubicBezTo>
                  <a:cubicBezTo>
                    <a:pt x="481" y="37"/>
                    <a:pt x="473" y="20"/>
                    <a:pt x="448" y="22"/>
                  </a:cubicBezTo>
                  <a:cubicBezTo>
                    <a:pt x="424" y="25"/>
                    <a:pt x="416" y="34"/>
                    <a:pt x="416" y="34"/>
                  </a:cubicBezTo>
                  <a:cubicBezTo>
                    <a:pt x="416" y="34"/>
                    <a:pt x="389" y="8"/>
                    <a:pt x="364" y="25"/>
                  </a:cubicBezTo>
                  <a:cubicBezTo>
                    <a:pt x="338" y="42"/>
                    <a:pt x="352" y="54"/>
                    <a:pt x="352" y="54"/>
                  </a:cubicBezTo>
                  <a:cubicBezTo>
                    <a:pt x="352" y="54"/>
                    <a:pt x="334" y="33"/>
                    <a:pt x="310" y="37"/>
                  </a:cubicBezTo>
                  <a:cubicBezTo>
                    <a:pt x="285" y="41"/>
                    <a:pt x="267" y="61"/>
                    <a:pt x="267" y="61"/>
                  </a:cubicBezTo>
                  <a:cubicBezTo>
                    <a:pt x="267" y="61"/>
                    <a:pt x="271" y="29"/>
                    <a:pt x="243" y="26"/>
                  </a:cubicBezTo>
                  <a:cubicBezTo>
                    <a:pt x="216" y="23"/>
                    <a:pt x="221" y="40"/>
                    <a:pt x="221" y="40"/>
                  </a:cubicBezTo>
                  <a:cubicBezTo>
                    <a:pt x="221" y="40"/>
                    <a:pt x="213" y="24"/>
                    <a:pt x="199" y="30"/>
                  </a:cubicBezTo>
                  <a:cubicBezTo>
                    <a:pt x="186" y="35"/>
                    <a:pt x="178" y="57"/>
                    <a:pt x="164" y="39"/>
                  </a:cubicBezTo>
                  <a:cubicBezTo>
                    <a:pt x="150" y="20"/>
                    <a:pt x="128" y="23"/>
                    <a:pt x="114" y="41"/>
                  </a:cubicBezTo>
                  <a:cubicBezTo>
                    <a:pt x="114" y="41"/>
                    <a:pt x="95" y="13"/>
                    <a:pt x="59" y="41"/>
                  </a:cubicBezTo>
                  <a:cubicBezTo>
                    <a:pt x="59" y="41"/>
                    <a:pt x="25" y="17"/>
                    <a:pt x="13" y="52"/>
                  </a:cubicBezTo>
                  <a:cubicBezTo>
                    <a:pt x="13" y="52"/>
                    <a:pt x="3" y="44"/>
                    <a:pt x="0" y="55"/>
                  </a:cubicBezTo>
                  <a:close/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43" name="Freeform 274">
              <a:extLst>
                <a:ext uri="{FF2B5EF4-FFF2-40B4-BE49-F238E27FC236}">
                  <a16:creationId xmlns:a16="http://schemas.microsoft.com/office/drawing/2014/main" id="{2C057EA3-6C78-41FD-9F2E-71D87BF95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142"/>
              <a:ext cx="59" cy="65"/>
            </a:xfrm>
            <a:custGeom>
              <a:avLst/>
              <a:gdLst>
                <a:gd name="T0" fmla="*/ 428 w 36"/>
                <a:gd name="T1" fmla="*/ 65 h 37"/>
                <a:gd name="T2" fmla="*/ 115 w 36"/>
                <a:gd name="T3" fmla="*/ 200 h 37"/>
                <a:gd name="T4" fmla="*/ 0 w 36"/>
                <a:gd name="T5" fmla="*/ 61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7">
                  <a:moveTo>
                    <a:pt x="36" y="4"/>
                  </a:moveTo>
                  <a:cubicBezTo>
                    <a:pt x="28" y="0"/>
                    <a:pt x="15" y="7"/>
                    <a:pt x="10" y="12"/>
                  </a:cubicBezTo>
                  <a:cubicBezTo>
                    <a:pt x="2" y="19"/>
                    <a:pt x="1" y="27"/>
                    <a:pt x="0" y="37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44" name="Freeform 275">
              <a:extLst>
                <a:ext uri="{FF2B5EF4-FFF2-40B4-BE49-F238E27FC236}">
                  <a16:creationId xmlns:a16="http://schemas.microsoft.com/office/drawing/2014/main" id="{C85B062F-1C1B-4049-BD18-82499B97A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142"/>
              <a:ext cx="42" cy="23"/>
            </a:xfrm>
            <a:custGeom>
              <a:avLst/>
              <a:gdLst>
                <a:gd name="T0" fmla="*/ 288 w 26"/>
                <a:gd name="T1" fmla="*/ 228 h 13"/>
                <a:gd name="T2" fmla="*/ 0 w 2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26" y="13"/>
                  </a:moveTo>
                  <a:cubicBezTo>
                    <a:pt x="20" y="2"/>
                    <a:pt x="10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45" name="Freeform 276">
              <a:extLst>
                <a:ext uri="{FF2B5EF4-FFF2-40B4-BE49-F238E27FC236}">
                  <a16:creationId xmlns:a16="http://schemas.microsoft.com/office/drawing/2014/main" id="{B95BBE87-2F3E-40E9-8426-BA608CDE5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041"/>
              <a:ext cx="18" cy="43"/>
            </a:xfrm>
            <a:custGeom>
              <a:avLst/>
              <a:gdLst>
                <a:gd name="T0" fmla="*/ 56 w 11"/>
                <a:gd name="T1" fmla="*/ 0 h 25"/>
                <a:gd name="T2" fmla="*/ 0 w 11"/>
                <a:gd name="T3" fmla="*/ 37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7" y="8"/>
                    <a:pt x="11" y="22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46" name="Freeform 277">
              <a:extLst>
                <a:ext uri="{FF2B5EF4-FFF2-40B4-BE49-F238E27FC236}">
                  <a16:creationId xmlns:a16="http://schemas.microsoft.com/office/drawing/2014/main" id="{EA281807-B5C2-411E-A72D-3B89534F0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053"/>
              <a:ext cx="12" cy="28"/>
            </a:xfrm>
            <a:custGeom>
              <a:avLst/>
              <a:gdLst>
                <a:gd name="T0" fmla="*/ 106 w 7"/>
                <a:gd name="T1" fmla="*/ 0 h 16"/>
                <a:gd name="T2" fmla="*/ 77 w 7"/>
                <a:gd name="T3" fmla="*/ 151 h 16"/>
                <a:gd name="T4" fmla="*/ 0 w 7"/>
                <a:gd name="T5" fmla="*/ 26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7" y="3"/>
                    <a:pt x="7" y="6"/>
                    <a:pt x="5" y="9"/>
                  </a:cubicBezTo>
                  <a:cubicBezTo>
                    <a:pt x="4" y="12"/>
                    <a:pt x="2" y="13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47" name="Freeform 278">
              <a:extLst>
                <a:ext uri="{FF2B5EF4-FFF2-40B4-BE49-F238E27FC236}">
                  <a16:creationId xmlns:a16="http://schemas.microsoft.com/office/drawing/2014/main" id="{9D139443-6D8E-405D-B957-E4C11F977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058"/>
              <a:ext cx="17" cy="16"/>
            </a:xfrm>
            <a:custGeom>
              <a:avLst/>
              <a:gdLst>
                <a:gd name="T0" fmla="*/ 0 w 10"/>
                <a:gd name="T1" fmla="*/ 0 h 9"/>
                <a:gd name="T2" fmla="*/ 58 w 10"/>
                <a:gd name="T3" fmla="*/ 114 h 9"/>
                <a:gd name="T4" fmla="*/ 141 w 10"/>
                <a:gd name="T5" fmla="*/ 15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2" y="1"/>
                    <a:pt x="2" y="4"/>
                    <a:pt x="4" y="6"/>
                  </a:cubicBezTo>
                  <a:cubicBezTo>
                    <a:pt x="5" y="7"/>
                    <a:pt x="8" y="9"/>
                    <a:pt x="10" y="9"/>
                  </a:cubicBezTo>
                </a:path>
              </a:pathLst>
            </a:custGeom>
            <a:noFill/>
            <a:ln w="11113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48" name="Freeform 279">
              <a:extLst>
                <a:ext uri="{FF2B5EF4-FFF2-40B4-BE49-F238E27FC236}">
                  <a16:creationId xmlns:a16="http://schemas.microsoft.com/office/drawing/2014/main" id="{996FA900-30CA-4F5A-9677-625FB361B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396"/>
              <a:ext cx="1407" cy="393"/>
            </a:xfrm>
            <a:custGeom>
              <a:avLst/>
              <a:gdLst>
                <a:gd name="T0" fmla="*/ 0 w 859"/>
                <a:gd name="T1" fmla="*/ 3139 h 225"/>
                <a:gd name="T2" fmla="*/ 0 w 859"/>
                <a:gd name="T3" fmla="*/ 0 h 225"/>
                <a:gd name="T4" fmla="*/ 10127 w 859"/>
                <a:gd name="T5" fmla="*/ 0 h 225"/>
                <a:gd name="T6" fmla="*/ 10127 w 859"/>
                <a:gd name="T7" fmla="*/ 2133 h 225"/>
                <a:gd name="T8" fmla="*/ 9374 w 859"/>
                <a:gd name="T9" fmla="*/ 3106 h 225"/>
                <a:gd name="T10" fmla="*/ 7865 w 859"/>
                <a:gd name="T11" fmla="*/ 1897 h 225"/>
                <a:gd name="T12" fmla="*/ 6332 w 859"/>
                <a:gd name="T13" fmla="*/ 3354 h 225"/>
                <a:gd name="T14" fmla="*/ 5022 w 859"/>
                <a:gd name="T15" fmla="*/ 1806 h 225"/>
                <a:gd name="T16" fmla="*/ 3726 w 859"/>
                <a:gd name="T17" fmla="*/ 3506 h 225"/>
                <a:gd name="T18" fmla="*/ 2123 w 859"/>
                <a:gd name="T19" fmla="*/ 2533 h 225"/>
                <a:gd name="T20" fmla="*/ 765 w 859"/>
                <a:gd name="T21" fmla="*/ 3612 h 225"/>
                <a:gd name="T22" fmla="*/ 0 w 859"/>
                <a:gd name="T23" fmla="*/ 3139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9" h="225">
                  <a:moveTo>
                    <a:pt x="0" y="19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9" y="131"/>
                    <a:pt x="859" y="131"/>
                    <a:pt x="859" y="131"/>
                  </a:cubicBezTo>
                  <a:cubicBezTo>
                    <a:pt x="859" y="131"/>
                    <a:pt x="830" y="191"/>
                    <a:pt x="795" y="191"/>
                  </a:cubicBezTo>
                  <a:cubicBezTo>
                    <a:pt x="759" y="191"/>
                    <a:pt x="724" y="117"/>
                    <a:pt x="667" y="117"/>
                  </a:cubicBezTo>
                  <a:cubicBezTo>
                    <a:pt x="611" y="117"/>
                    <a:pt x="606" y="206"/>
                    <a:pt x="537" y="206"/>
                  </a:cubicBezTo>
                  <a:cubicBezTo>
                    <a:pt x="468" y="206"/>
                    <a:pt x="483" y="111"/>
                    <a:pt x="426" y="111"/>
                  </a:cubicBezTo>
                  <a:cubicBezTo>
                    <a:pt x="368" y="111"/>
                    <a:pt x="409" y="216"/>
                    <a:pt x="316" y="216"/>
                  </a:cubicBezTo>
                  <a:cubicBezTo>
                    <a:pt x="224" y="216"/>
                    <a:pt x="237" y="153"/>
                    <a:pt x="180" y="156"/>
                  </a:cubicBezTo>
                  <a:cubicBezTo>
                    <a:pt x="138" y="158"/>
                    <a:pt x="145" y="218"/>
                    <a:pt x="65" y="222"/>
                  </a:cubicBezTo>
                  <a:cubicBezTo>
                    <a:pt x="12" y="225"/>
                    <a:pt x="0" y="193"/>
                    <a:pt x="0" y="193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49" name="Freeform 280">
              <a:extLst>
                <a:ext uri="{FF2B5EF4-FFF2-40B4-BE49-F238E27FC236}">
                  <a16:creationId xmlns:a16="http://schemas.microsoft.com/office/drawing/2014/main" id="{079EAD9F-441A-42FC-8D31-91CBF96D8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807"/>
              <a:ext cx="1400" cy="85"/>
            </a:xfrm>
            <a:custGeom>
              <a:avLst/>
              <a:gdLst>
                <a:gd name="T0" fmla="*/ 0 w 855"/>
                <a:gd name="T1" fmla="*/ 220 h 49"/>
                <a:gd name="T2" fmla="*/ 1128 w 855"/>
                <a:gd name="T3" fmla="*/ 255 h 49"/>
                <a:gd name="T4" fmla="*/ 2805 w 855"/>
                <a:gd name="T5" fmla="*/ 147 h 49"/>
                <a:gd name="T6" fmla="*/ 6792 w 855"/>
                <a:gd name="T7" fmla="*/ 454 h 49"/>
                <a:gd name="T8" fmla="*/ 9417 w 855"/>
                <a:gd name="T9" fmla="*/ 581 h 49"/>
                <a:gd name="T10" fmla="*/ 10062 w 855"/>
                <a:gd name="T11" fmla="*/ 618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5" h="49">
                  <a:moveTo>
                    <a:pt x="0" y="14"/>
                  </a:moveTo>
                  <a:cubicBezTo>
                    <a:pt x="30" y="25"/>
                    <a:pt x="64" y="18"/>
                    <a:pt x="96" y="16"/>
                  </a:cubicBezTo>
                  <a:cubicBezTo>
                    <a:pt x="144" y="12"/>
                    <a:pt x="190" y="0"/>
                    <a:pt x="238" y="9"/>
                  </a:cubicBezTo>
                  <a:cubicBezTo>
                    <a:pt x="350" y="28"/>
                    <a:pt x="463" y="49"/>
                    <a:pt x="577" y="29"/>
                  </a:cubicBezTo>
                  <a:cubicBezTo>
                    <a:pt x="653" y="16"/>
                    <a:pt x="726" y="14"/>
                    <a:pt x="800" y="37"/>
                  </a:cubicBezTo>
                  <a:cubicBezTo>
                    <a:pt x="813" y="41"/>
                    <a:pt x="847" y="49"/>
                    <a:pt x="855" y="39"/>
                  </a:cubicBezTo>
                </a:path>
              </a:pathLst>
            </a:custGeom>
            <a:noFill/>
            <a:ln w="11113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50" name="Freeform 281">
              <a:extLst>
                <a:ext uri="{FF2B5EF4-FFF2-40B4-BE49-F238E27FC236}">
                  <a16:creationId xmlns:a16="http://schemas.microsoft.com/office/drawing/2014/main" id="{A277E318-F765-4EFB-920A-5C8BA23D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623"/>
              <a:ext cx="872" cy="226"/>
            </a:xfrm>
            <a:custGeom>
              <a:avLst/>
              <a:gdLst>
                <a:gd name="T0" fmla="*/ 0 w 532"/>
                <a:gd name="T1" fmla="*/ 2130 h 129"/>
                <a:gd name="T2" fmla="*/ 518 w 532"/>
                <a:gd name="T3" fmla="*/ 1752 h 129"/>
                <a:gd name="T4" fmla="*/ 946 w 532"/>
                <a:gd name="T5" fmla="*/ 764 h 129"/>
                <a:gd name="T6" fmla="*/ 1998 w 532"/>
                <a:gd name="T7" fmla="*/ 1403 h 129"/>
                <a:gd name="T8" fmla="*/ 2847 w 532"/>
                <a:gd name="T9" fmla="*/ 1689 h 129"/>
                <a:gd name="T10" fmla="*/ 3762 w 532"/>
                <a:gd name="T11" fmla="*/ 1028 h 129"/>
                <a:gd name="T12" fmla="*/ 4830 w 532"/>
                <a:gd name="T13" fmla="*/ 1430 h 129"/>
                <a:gd name="T14" fmla="*/ 5548 w 532"/>
                <a:gd name="T15" fmla="*/ 1501 h 129"/>
                <a:gd name="T16" fmla="*/ 6292 w 532"/>
                <a:gd name="T17" fmla="*/ 837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2" h="129">
                  <a:moveTo>
                    <a:pt x="0" y="129"/>
                  </a:moveTo>
                  <a:cubicBezTo>
                    <a:pt x="16" y="127"/>
                    <a:pt x="34" y="114"/>
                    <a:pt x="44" y="106"/>
                  </a:cubicBezTo>
                  <a:cubicBezTo>
                    <a:pt x="62" y="90"/>
                    <a:pt x="67" y="65"/>
                    <a:pt x="80" y="46"/>
                  </a:cubicBezTo>
                  <a:cubicBezTo>
                    <a:pt x="110" y="0"/>
                    <a:pt x="145" y="63"/>
                    <a:pt x="169" y="85"/>
                  </a:cubicBezTo>
                  <a:cubicBezTo>
                    <a:pt x="187" y="103"/>
                    <a:pt x="217" y="109"/>
                    <a:pt x="241" y="102"/>
                  </a:cubicBezTo>
                  <a:cubicBezTo>
                    <a:pt x="269" y="93"/>
                    <a:pt x="289" y="61"/>
                    <a:pt x="318" y="62"/>
                  </a:cubicBezTo>
                  <a:cubicBezTo>
                    <a:pt x="348" y="63"/>
                    <a:pt x="378" y="81"/>
                    <a:pt x="408" y="87"/>
                  </a:cubicBezTo>
                  <a:cubicBezTo>
                    <a:pt x="428" y="90"/>
                    <a:pt x="449" y="92"/>
                    <a:pt x="469" y="91"/>
                  </a:cubicBezTo>
                  <a:cubicBezTo>
                    <a:pt x="489" y="89"/>
                    <a:pt x="531" y="75"/>
                    <a:pt x="532" y="51"/>
                  </a:cubicBezTo>
                </a:path>
              </a:pathLst>
            </a:custGeom>
            <a:noFill/>
            <a:ln w="11113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51" name="Freeform 282">
              <a:extLst>
                <a:ext uri="{FF2B5EF4-FFF2-40B4-BE49-F238E27FC236}">
                  <a16:creationId xmlns:a16="http://schemas.microsoft.com/office/drawing/2014/main" id="{D60A0798-EEBF-4F46-B164-D3DC1E45E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756"/>
              <a:ext cx="425" cy="101"/>
            </a:xfrm>
            <a:custGeom>
              <a:avLst/>
              <a:gdLst>
                <a:gd name="T0" fmla="*/ 3080 w 259"/>
                <a:gd name="T1" fmla="*/ 0 h 58"/>
                <a:gd name="T2" fmla="*/ 2836 w 259"/>
                <a:gd name="T3" fmla="*/ 212 h 58"/>
                <a:gd name="T4" fmla="*/ 2373 w 259"/>
                <a:gd name="T5" fmla="*/ 470 h 58"/>
                <a:gd name="T6" fmla="*/ 1167 w 259"/>
                <a:gd name="T7" fmla="*/ 582 h 58"/>
                <a:gd name="T8" fmla="*/ 0 w 259"/>
                <a:gd name="T9" fmla="*/ 92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58">
                  <a:moveTo>
                    <a:pt x="259" y="0"/>
                  </a:moveTo>
                  <a:cubicBezTo>
                    <a:pt x="254" y="6"/>
                    <a:pt x="244" y="9"/>
                    <a:pt x="238" y="13"/>
                  </a:cubicBezTo>
                  <a:cubicBezTo>
                    <a:pt x="226" y="21"/>
                    <a:pt x="213" y="26"/>
                    <a:pt x="199" y="29"/>
                  </a:cubicBezTo>
                  <a:cubicBezTo>
                    <a:pt x="166" y="36"/>
                    <a:pt x="131" y="37"/>
                    <a:pt x="98" y="36"/>
                  </a:cubicBezTo>
                  <a:cubicBezTo>
                    <a:pt x="63" y="36"/>
                    <a:pt x="27" y="43"/>
                    <a:pt x="0" y="58"/>
                  </a:cubicBezTo>
                </a:path>
              </a:pathLst>
            </a:custGeom>
            <a:noFill/>
            <a:ln w="11113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52" name="Freeform 283">
              <a:extLst>
                <a:ext uri="{FF2B5EF4-FFF2-40B4-BE49-F238E27FC236}">
                  <a16:creationId xmlns:a16="http://schemas.microsoft.com/office/drawing/2014/main" id="{962A3705-5FAA-44C3-9F13-70713BAD5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871"/>
              <a:ext cx="860" cy="116"/>
            </a:xfrm>
            <a:custGeom>
              <a:avLst/>
              <a:gdLst>
                <a:gd name="T0" fmla="*/ 0 w 525"/>
                <a:gd name="T1" fmla="*/ 1109 h 66"/>
                <a:gd name="T2" fmla="*/ 475 w 525"/>
                <a:gd name="T3" fmla="*/ 705 h 66"/>
                <a:gd name="T4" fmla="*/ 1741 w 525"/>
                <a:gd name="T5" fmla="*/ 466 h 66"/>
                <a:gd name="T6" fmla="*/ 3147 w 525"/>
                <a:gd name="T7" fmla="*/ 772 h 66"/>
                <a:gd name="T8" fmla="*/ 4546 w 525"/>
                <a:gd name="T9" fmla="*/ 859 h 66"/>
                <a:gd name="T10" fmla="*/ 5697 w 525"/>
                <a:gd name="T11" fmla="*/ 337 h 66"/>
                <a:gd name="T12" fmla="*/ 6194 w 525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5" h="66">
                  <a:moveTo>
                    <a:pt x="0" y="66"/>
                  </a:moveTo>
                  <a:cubicBezTo>
                    <a:pt x="12" y="64"/>
                    <a:pt x="28" y="47"/>
                    <a:pt x="40" y="42"/>
                  </a:cubicBezTo>
                  <a:cubicBezTo>
                    <a:pt x="74" y="26"/>
                    <a:pt x="112" y="25"/>
                    <a:pt x="148" y="28"/>
                  </a:cubicBezTo>
                  <a:cubicBezTo>
                    <a:pt x="188" y="31"/>
                    <a:pt x="227" y="42"/>
                    <a:pt x="267" y="46"/>
                  </a:cubicBezTo>
                  <a:cubicBezTo>
                    <a:pt x="306" y="50"/>
                    <a:pt x="346" y="53"/>
                    <a:pt x="385" y="51"/>
                  </a:cubicBezTo>
                  <a:cubicBezTo>
                    <a:pt x="421" y="49"/>
                    <a:pt x="451" y="35"/>
                    <a:pt x="483" y="20"/>
                  </a:cubicBezTo>
                  <a:cubicBezTo>
                    <a:pt x="496" y="14"/>
                    <a:pt x="511" y="3"/>
                    <a:pt x="525" y="0"/>
                  </a:cubicBezTo>
                </a:path>
              </a:pathLst>
            </a:custGeom>
            <a:noFill/>
            <a:ln w="11113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53" name="Freeform 284">
              <a:extLst>
                <a:ext uri="{FF2B5EF4-FFF2-40B4-BE49-F238E27FC236}">
                  <a16:creationId xmlns:a16="http://schemas.microsoft.com/office/drawing/2014/main" id="{51E13495-B57F-4050-BBF1-40B598940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938"/>
              <a:ext cx="722" cy="40"/>
            </a:xfrm>
            <a:custGeom>
              <a:avLst/>
              <a:gdLst>
                <a:gd name="T0" fmla="*/ 0 w 441"/>
                <a:gd name="T1" fmla="*/ 148 h 23"/>
                <a:gd name="T2" fmla="*/ 1216 w 441"/>
                <a:gd name="T3" fmla="*/ 49 h 23"/>
                <a:gd name="T4" fmla="*/ 2107 w 441"/>
                <a:gd name="T5" fmla="*/ 90 h 23"/>
                <a:gd name="T6" fmla="*/ 3155 w 441"/>
                <a:gd name="T7" fmla="*/ 85 h 23"/>
                <a:gd name="T8" fmla="*/ 4656 w 441"/>
                <a:gd name="T9" fmla="*/ 273 h 23"/>
                <a:gd name="T10" fmla="*/ 5187 w 441"/>
                <a:gd name="T11" fmla="*/ 33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23">
                  <a:moveTo>
                    <a:pt x="0" y="9"/>
                  </a:moveTo>
                  <a:cubicBezTo>
                    <a:pt x="32" y="0"/>
                    <a:pt x="69" y="3"/>
                    <a:pt x="103" y="3"/>
                  </a:cubicBezTo>
                  <a:cubicBezTo>
                    <a:pt x="129" y="3"/>
                    <a:pt x="154" y="5"/>
                    <a:pt x="179" y="6"/>
                  </a:cubicBezTo>
                  <a:cubicBezTo>
                    <a:pt x="209" y="7"/>
                    <a:pt x="238" y="5"/>
                    <a:pt x="268" y="5"/>
                  </a:cubicBezTo>
                  <a:cubicBezTo>
                    <a:pt x="310" y="5"/>
                    <a:pt x="355" y="8"/>
                    <a:pt x="396" y="17"/>
                  </a:cubicBezTo>
                  <a:cubicBezTo>
                    <a:pt x="412" y="21"/>
                    <a:pt x="424" y="23"/>
                    <a:pt x="441" y="21"/>
                  </a:cubicBezTo>
                </a:path>
              </a:pathLst>
            </a:custGeom>
            <a:noFill/>
            <a:ln w="11113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54" name="Freeform 285">
              <a:extLst>
                <a:ext uri="{FF2B5EF4-FFF2-40B4-BE49-F238E27FC236}">
                  <a16:creationId xmlns:a16="http://schemas.microsoft.com/office/drawing/2014/main" id="{638615B7-00C3-458C-9634-EBB4D5547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690"/>
              <a:ext cx="227" cy="141"/>
            </a:xfrm>
            <a:custGeom>
              <a:avLst/>
              <a:gdLst>
                <a:gd name="T0" fmla="*/ 1617 w 139"/>
                <a:gd name="T1" fmla="*/ 1292 h 81"/>
                <a:gd name="T2" fmla="*/ 0 w 139"/>
                <a:gd name="T3" fmla="*/ 733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9" h="81">
                  <a:moveTo>
                    <a:pt x="139" y="81"/>
                  </a:moveTo>
                  <a:cubicBezTo>
                    <a:pt x="94" y="75"/>
                    <a:pt x="42" y="0"/>
                    <a:pt x="0" y="46"/>
                  </a:cubicBezTo>
                </a:path>
              </a:pathLst>
            </a:custGeom>
            <a:noFill/>
            <a:ln w="11113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55" name="Freeform 286">
              <a:extLst>
                <a:ext uri="{FF2B5EF4-FFF2-40B4-BE49-F238E27FC236}">
                  <a16:creationId xmlns:a16="http://schemas.microsoft.com/office/drawing/2014/main" id="{2E5A20B7-6208-4D43-A883-389A6CD7A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548"/>
              <a:ext cx="234" cy="84"/>
            </a:xfrm>
            <a:custGeom>
              <a:avLst/>
              <a:gdLst>
                <a:gd name="T0" fmla="*/ 1679 w 143"/>
                <a:gd name="T1" fmla="*/ 0 h 48"/>
                <a:gd name="T2" fmla="*/ 632 w 143"/>
                <a:gd name="T3" fmla="*/ 677 h 48"/>
                <a:gd name="T4" fmla="*/ 0 w 143"/>
                <a:gd name="T5" fmla="*/ 26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48">
                  <a:moveTo>
                    <a:pt x="143" y="0"/>
                  </a:moveTo>
                  <a:cubicBezTo>
                    <a:pt x="117" y="20"/>
                    <a:pt x="90" y="48"/>
                    <a:pt x="54" y="41"/>
                  </a:cubicBezTo>
                  <a:cubicBezTo>
                    <a:pt x="34" y="38"/>
                    <a:pt x="20" y="19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56" name="Freeform 287">
              <a:extLst>
                <a:ext uri="{FF2B5EF4-FFF2-40B4-BE49-F238E27FC236}">
                  <a16:creationId xmlns:a16="http://schemas.microsoft.com/office/drawing/2014/main" id="{C186FFAC-A96E-4F2E-BB26-9E7C50C4F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573"/>
              <a:ext cx="253" cy="108"/>
            </a:xfrm>
            <a:custGeom>
              <a:avLst/>
              <a:gdLst>
                <a:gd name="T0" fmla="*/ 0 w 154"/>
                <a:gd name="T1" fmla="*/ 0 h 62"/>
                <a:gd name="T2" fmla="*/ 1042 w 154"/>
                <a:gd name="T3" fmla="*/ 867 h 62"/>
                <a:gd name="T4" fmla="*/ 1843 w 154"/>
                <a:gd name="T5" fmla="*/ 17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62">
                  <a:moveTo>
                    <a:pt x="0" y="0"/>
                  </a:moveTo>
                  <a:cubicBezTo>
                    <a:pt x="22" y="23"/>
                    <a:pt x="50" y="62"/>
                    <a:pt x="87" y="54"/>
                  </a:cubicBezTo>
                  <a:cubicBezTo>
                    <a:pt x="112" y="48"/>
                    <a:pt x="133" y="24"/>
                    <a:pt x="154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57" name="Freeform 288">
              <a:extLst>
                <a:ext uri="{FF2B5EF4-FFF2-40B4-BE49-F238E27FC236}">
                  <a16:creationId xmlns:a16="http://schemas.microsoft.com/office/drawing/2014/main" id="{899F739F-F503-4B2D-9004-BA5E8E6AE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595"/>
              <a:ext cx="285" cy="102"/>
            </a:xfrm>
            <a:custGeom>
              <a:avLst/>
              <a:gdLst>
                <a:gd name="T0" fmla="*/ 2052 w 174"/>
                <a:gd name="T1" fmla="*/ 0 h 58"/>
                <a:gd name="T2" fmla="*/ 1885 w 174"/>
                <a:gd name="T3" fmla="*/ 380 h 58"/>
                <a:gd name="T4" fmla="*/ 1556 w 174"/>
                <a:gd name="T5" fmla="*/ 823 h 58"/>
                <a:gd name="T6" fmla="*/ 1014 w 174"/>
                <a:gd name="T7" fmla="*/ 934 h 58"/>
                <a:gd name="T8" fmla="*/ 0 w 174"/>
                <a:gd name="T9" fmla="*/ 37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58">
                  <a:moveTo>
                    <a:pt x="174" y="0"/>
                  </a:moveTo>
                  <a:cubicBezTo>
                    <a:pt x="169" y="2"/>
                    <a:pt x="164" y="17"/>
                    <a:pt x="160" y="23"/>
                  </a:cubicBezTo>
                  <a:cubicBezTo>
                    <a:pt x="153" y="34"/>
                    <a:pt x="144" y="43"/>
                    <a:pt x="132" y="49"/>
                  </a:cubicBezTo>
                  <a:cubicBezTo>
                    <a:pt x="118" y="56"/>
                    <a:pt x="102" y="58"/>
                    <a:pt x="86" y="56"/>
                  </a:cubicBezTo>
                  <a:cubicBezTo>
                    <a:pt x="56" y="51"/>
                    <a:pt x="24" y="36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58" name="Freeform 289">
              <a:extLst>
                <a:ext uri="{FF2B5EF4-FFF2-40B4-BE49-F238E27FC236}">
                  <a16:creationId xmlns:a16="http://schemas.microsoft.com/office/drawing/2014/main" id="{3656E6C0-C240-4CC4-8F0F-1092BFC07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566"/>
              <a:ext cx="218" cy="98"/>
            </a:xfrm>
            <a:custGeom>
              <a:avLst/>
              <a:gdLst>
                <a:gd name="T0" fmla="*/ 0 w 133"/>
                <a:gd name="T1" fmla="*/ 698 h 56"/>
                <a:gd name="T2" fmla="*/ 867 w 133"/>
                <a:gd name="T3" fmla="*/ 301 h 56"/>
                <a:gd name="T4" fmla="*/ 1572 w 133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56">
                  <a:moveTo>
                    <a:pt x="0" y="42"/>
                  </a:moveTo>
                  <a:cubicBezTo>
                    <a:pt x="24" y="56"/>
                    <a:pt x="53" y="29"/>
                    <a:pt x="73" y="18"/>
                  </a:cubicBezTo>
                  <a:cubicBezTo>
                    <a:pt x="92" y="8"/>
                    <a:pt x="111" y="0"/>
                    <a:pt x="13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59" name="Freeform 290">
              <a:extLst>
                <a:ext uri="{FF2B5EF4-FFF2-40B4-BE49-F238E27FC236}">
                  <a16:creationId xmlns:a16="http://schemas.microsoft.com/office/drawing/2014/main" id="{A0513C0E-8A49-4384-85CE-BAEB9825B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553"/>
              <a:ext cx="187" cy="46"/>
            </a:xfrm>
            <a:custGeom>
              <a:avLst/>
              <a:gdLst>
                <a:gd name="T0" fmla="*/ 0 w 114"/>
                <a:gd name="T1" fmla="*/ 403 h 26"/>
                <a:gd name="T2" fmla="*/ 415 w 114"/>
                <a:gd name="T3" fmla="*/ 276 h 26"/>
                <a:gd name="T4" fmla="*/ 812 w 114"/>
                <a:gd name="T5" fmla="*/ 115 h 26"/>
                <a:gd name="T6" fmla="*/ 1357 w 11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26">
                  <a:moveTo>
                    <a:pt x="0" y="23"/>
                  </a:moveTo>
                  <a:cubicBezTo>
                    <a:pt x="11" y="26"/>
                    <a:pt x="25" y="19"/>
                    <a:pt x="35" y="16"/>
                  </a:cubicBezTo>
                  <a:cubicBezTo>
                    <a:pt x="46" y="13"/>
                    <a:pt x="57" y="9"/>
                    <a:pt x="68" y="7"/>
                  </a:cubicBezTo>
                  <a:cubicBezTo>
                    <a:pt x="75" y="5"/>
                    <a:pt x="113" y="2"/>
                    <a:pt x="11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60" name="Freeform 291">
              <a:extLst>
                <a:ext uri="{FF2B5EF4-FFF2-40B4-BE49-F238E27FC236}">
                  <a16:creationId xmlns:a16="http://schemas.microsoft.com/office/drawing/2014/main" id="{745FDF34-3F9B-4379-8861-26A963503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1557"/>
              <a:ext cx="209" cy="47"/>
            </a:xfrm>
            <a:custGeom>
              <a:avLst/>
              <a:gdLst>
                <a:gd name="T0" fmla="*/ 1484 w 128"/>
                <a:gd name="T1" fmla="*/ 258 h 27"/>
                <a:gd name="T2" fmla="*/ 591 w 128"/>
                <a:gd name="T3" fmla="*/ 193 h 27"/>
                <a:gd name="T4" fmla="*/ 0 w 128"/>
                <a:gd name="T5" fmla="*/ 6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7">
                  <a:moveTo>
                    <a:pt x="128" y="16"/>
                  </a:moveTo>
                  <a:cubicBezTo>
                    <a:pt x="102" y="27"/>
                    <a:pt x="71" y="20"/>
                    <a:pt x="51" y="12"/>
                  </a:cubicBezTo>
                  <a:cubicBezTo>
                    <a:pt x="38" y="6"/>
                    <a:pt x="12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61" name="Freeform 292">
              <a:extLst>
                <a:ext uri="{FF2B5EF4-FFF2-40B4-BE49-F238E27FC236}">
                  <a16:creationId xmlns:a16="http://schemas.microsoft.com/office/drawing/2014/main" id="{DA0AE9B8-8D6E-4BC0-8865-A224DA18B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595"/>
              <a:ext cx="218" cy="77"/>
            </a:xfrm>
            <a:custGeom>
              <a:avLst/>
              <a:gdLst>
                <a:gd name="T0" fmla="*/ 1572 w 133"/>
                <a:gd name="T1" fmla="*/ 0 h 44"/>
                <a:gd name="T2" fmla="*/ 1131 w 133"/>
                <a:gd name="T3" fmla="*/ 249 h 44"/>
                <a:gd name="T4" fmla="*/ 736 w 133"/>
                <a:gd name="T5" fmla="*/ 564 h 44"/>
                <a:gd name="T6" fmla="*/ 0 w 133"/>
                <a:gd name="T7" fmla="*/ 69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44">
                  <a:moveTo>
                    <a:pt x="133" y="0"/>
                  </a:moveTo>
                  <a:cubicBezTo>
                    <a:pt x="124" y="8"/>
                    <a:pt x="107" y="9"/>
                    <a:pt x="96" y="15"/>
                  </a:cubicBezTo>
                  <a:cubicBezTo>
                    <a:pt x="84" y="20"/>
                    <a:pt x="74" y="29"/>
                    <a:pt x="62" y="34"/>
                  </a:cubicBezTo>
                  <a:cubicBezTo>
                    <a:pt x="42" y="44"/>
                    <a:pt x="22" y="44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62" name="Freeform 293">
              <a:extLst>
                <a:ext uri="{FF2B5EF4-FFF2-40B4-BE49-F238E27FC236}">
                  <a16:creationId xmlns:a16="http://schemas.microsoft.com/office/drawing/2014/main" id="{8AF83C34-23E2-4862-BD8B-3A456271D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648"/>
              <a:ext cx="221" cy="64"/>
            </a:xfrm>
            <a:custGeom>
              <a:avLst/>
              <a:gdLst>
                <a:gd name="T0" fmla="*/ 1590 w 135"/>
                <a:gd name="T1" fmla="*/ 0 h 37"/>
                <a:gd name="T2" fmla="*/ 1220 w 135"/>
                <a:gd name="T3" fmla="*/ 278 h 37"/>
                <a:gd name="T4" fmla="*/ 742 w 135"/>
                <a:gd name="T5" fmla="*/ 467 h 37"/>
                <a:gd name="T6" fmla="*/ 0 w 135"/>
                <a:gd name="T7" fmla="*/ 44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37">
                  <a:moveTo>
                    <a:pt x="135" y="0"/>
                  </a:moveTo>
                  <a:cubicBezTo>
                    <a:pt x="123" y="0"/>
                    <a:pt x="114" y="12"/>
                    <a:pt x="104" y="18"/>
                  </a:cubicBezTo>
                  <a:cubicBezTo>
                    <a:pt x="92" y="24"/>
                    <a:pt x="78" y="28"/>
                    <a:pt x="63" y="30"/>
                  </a:cubicBezTo>
                  <a:cubicBezTo>
                    <a:pt x="44" y="32"/>
                    <a:pt x="17" y="37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63" name="Freeform 294">
              <a:extLst>
                <a:ext uri="{FF2B5EF4-FFF2-40B4-BE49-F238E27FC236}">
                  <a16:creationId xmlns:a16="http://schemas.microsoft.com/office/drawing/2014/main" id="{EE48AE75-FC56-4D96-8ADC-7DA3A65E2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650"/>
              <a:ext cx="184" cy="34"/>
            </a:xfrm>
            <a:custGeom>
              <a:avLst/>
              <a:gdLst>
                <a:gd name="T0" fmla="*/ 1339 w 112"/>
                <a:gd name="T1" fmla="*/ 226 h 20"/>
                <a:gd name="T2" fmla="*/ 986 w 112"/>
                <a:gd name="T3" fmla="*/ 265 h 20"/>
                <a:gd name="T4" fmla="*/ 554 w 112"/>
                <a:gd name="T5" fmla="*/ 141 h 20"/>
                <a:gd name="T6" fmla="*/ 156 w 112"/>
                <a:gd name="T7" fmla="*/ 26 h 20"/>
                <a:gd name="T8" fmla="*/ 0 w 1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20">
                  <a:moveTo>
                    <a:pt x="112" y="16"/>
                  </a:moveTo>
                  <a:cubicBezTo>
                    <a:pt x="102" y="18"/>
                    <a:pt x="93" y="20"/>
                    <a:pt x="82" y="19"/>
                  </a:cubicBezTo>
                  <a:cubicBezTo>
                    <a:pt x="70" y="19"/>
                    <a:pt x="58" y="13"/>
                    <a:pt x="46" y="10"/>
                  </a:cubicBezTo>
                  <a:cubicBezTo>
                    <a:pt x="35" y="7"/>
                    <a:pt x="24" y="3"/>
                    <a:pt x="13" y="2"/>
                  </a:cubicBezTo>
                  <a:cubicBezTo>
                    <a:pt x="9" y="1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64" name="Freeform 295">
              <a:extLst>
                <a:ext uri="{FF2B5EF4-FFF2-40B4-BE49-F238E27FC236}">
                  <a16:creationId xmlns:a16="http://schemas.microsoft.com/office/drawing/2014/main" id="{31C9FCA0-F4EC-4F73-9058-CCBED12C3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604"/>
              <a:ext cx="288" cy="23"/>
            </a:xfrm>
            <a:custGeom>
              <a:avLst/>
              <a:gdLst>
                <a:gd name="T0" fmla="*/ 2065 w 176"/>
                <a:gd name="T1" fmla="*/ 115 h 13"/>
                <a:gd name="T2" fmla="*/ 1995 w 176"/>
                <a:gd name="T3" fmla="*/ 106 h 13"/>
                <a:gd name="T4" fmla="*/ 1823 w 176"/>
                <a:gd name="T5" fmla="*/ 65 h 13"/>
                <a:gd name="T6" fmla="*/ 1432 w 176"/>
                <a:gd name="T7" fmla="*/ 138 h 13"/>
                <a:gd name="T8" fmla="*/ 586 w 176"/>
                <a:gd name="T9" fmla="*/ 179 h 13"/>
                <a:gd name="T10" fmla="*/ 0 w 176"/>
                <a:gd name="T11" fmla="*/ 17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6" h="13">
                  <a:moveTo>
                    <a:pt x="176" y="7"/>
                  </a:moveTo>
                  <a:cubicBezTo>
                    <a:pt x="175" y="5"/>
                    <a:pt x="173" y="6"/>
                    <a:pt x="170" y="6"/>
                  </a:cubicBezTo>
                  <a:cubicBezTo>
                    <a:pt x="165" y="5"/>
                    <a:pt x="160" y="4"/>
                    <a:pt x="155" y="4"/>
                  </a:cubicBezTo>
                  <a:cubicBezTo>
                    <a:pt x="144" y="4"/>
                    <a:pt x="133" y="6"/>
                    <a:pt x="122" y="8"/>
                  </a:cubicBezTo>
                  <a:cubicBezTo>
                    <a:pt x="98" y="11"/>
                    <a:pt x="74" y="13"/>
                    <a:pt x="50" y="10"/>
                  </a:cubicBezTo>
                  <a:cubicBezTo>
                    <a:pt x="34" y="9"/>
                    <a:pt x="14" y="0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65" name="Freeform 296">
              <a:extLst>
                <a:ext uri="{FF2B5EF4-FFF2-40B4-BE49-F238E27FC236}">
                  <a16:creationId xmlns:a16="http://schemas.microsoft.com/office/drawing/2014/main" id="{5C5988D4-408E-4774-997A-AD785A903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622"/>
              <a:ext cx="250" cy="33"/>
            </a:xfrm>
            <a:custGeom>
              <a:avLst/>
              <a:gdLst>
                <a:gd name="T0" fmla="*/ 1781 w 153"/>
                <a:gd name="T1" fmla="*/ 16 h 19"/>
                <a:gd name="T2" fmla="*/ 1596 w 153"/>
                <a:gd name="T3" fmla="*/ 0 h 19"/>
                <a:gd name="T4" fmla="*/ 1258 w 153"/>
                <a:gd name="T5" fmla="*/ 16 h 19"/>
                <a:gd name="T6" fmla="*/ 969 w 153"/>
                <a:gd name="T7" fmla="*/ 127 h 19"/>
                <a:gd name="T8" fmla="*/ 593 w 153"/>
                <a:gd name="T9" fmla="*/ 257 h 19"/>
                <a:gd name="T10" fmla="*/ 0 w 153"/>
                <a:gd name="T11" fmla="*/ 28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9">
                  <a:moveTo>
                    <a:pt x="153" y="1"/>
                  </a:moveTo>
                  <a:cubicBezTo>
                    <a:pt x="147" y="0"/>
                    <a:pt x="142" y="1"/>
                    <a:pt x="137" y="0"/>
                  </a:cubicBezTo>
                  <a:cubicBezTo>
                    <a:pt x="128" y="0"/>
                    <a:pt x="117" y="0"/>
                    <a:pt x="108" y="1"/>
                  </a:cubicBezTo>
                  <a:cubicBezTo>
                    <a:pt x="99" y="3"/>
                    <a:pt x="91" y="6"/>
                    <a:pt x="83" y="8"/>
                  </a:cubicBezTo>
                  <a:cubicBezTo>
                    <a:pt x="72" y="12"/>
                    <a:pt x="62" y="14"/>
                    <a:pt x="51" y="16"/>
                  </a:cubicBezTo>
                  <a:cubicBezTo>
                    <a:pt x="34" y="19"/>
                    <a:pt x="17" y="18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66" name="Freeform 297">
              <a:extLst>
                <a:ext uri="{FF2B5EF4-FFF2-40B4-BE49-F238E27FC236}">
                  <a16:creationId xmlns:a16="http://schemas.microsoft.com/office/drawing/2014/main" id="{BECEB98D-5A14-4374-AE5F-80FF0E219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527"/>
              <a:ext cx="267" cy="35"/>
            </a:xfrm>
            <a:custGeom>
              <a:avLst/>
              <a:gdLst>
                <a:gd name="T0" fmla="*/ 0 w 163"/>
                <a:gd name="T1" fmla="*/ 249 h 20"/>
                <a:gd name="T2" fmla="*/ 211 w 163"/>
                <a:gd name="T3" fmla="*/ 86 h 20"/>
                <a:gd name="T4" fmla="*/ 588 w 163"/>
                <a:gd name="T5" fmla="*/ 0 h 20"/>
                <a:gd name="T6" fmla="*/ 1404 w 163"/>
                <a:gd name="T7" fmla="*/ 179 h 20"/>
                <a:gd name="T8" fmla="*/ 1921 w 163"/>
                <a:gd name="T9" fmla="*/ 32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20">
                  <a:moveTo>
                    <a:pt x="0" y="15"/>
                  </a:moveTo>
                  <a:cubicBezTo>
                    <a:pt x="6" y="12"/>
                    <a:pt x="12" y="7"/>
                    <a:pt x="18" y="5"/>
                  </a:cubicBezTo>
                  <a:cubicBezTo>
                    <a:pt x="28" y="0"/>
                    <a:pt x="40" y="0"/>
                    <a:pt x="50" y="0"/>
                  </a:cubicBezTo>
                  <a:cubicBezTo>
                    <a:pt x="73" y="0"/>
                    <a:pt x="97" y="5"/>
                    <a:pt x="119" y="11"/>
                  </a:cubicBezTo>
                  <a:cubicBezTo>
                    <a:pt x="133" y="14"/>
                    <a:pt x="149" y="17"/>
                    <a:pt x="163" y="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67" name="Freeform 298">
              <a:extLst>
                <a:ext uri="{FF2B5EF4-FFF2-40B4-BE49-F238E27FC236}">
                  <a16:creationId xmlns:a16="http://schemas.microsoft.com/office/drawing/2014/main" id="{3C56617E-F5BC-4DA2-B0C2-E82E5091E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552"/>
              <a:ext cx="262" cy="73"/>
            </a:xfrm>
            <a:custGeom>
              <a:avLst/>
              <a:gdLst>
                <a:gd name="T0" fmla="*/ 1883 w 160"/>
                <a:gd name="T1" fmla="*/ 0 h 42"/>
                <a:gd name="T2" fmla="*/ 1775 w 160"/>
                <a:gd name="T3" fmla="*/ 85 h 42"/>
                <a:gd name="T4" fmla="*/ 1446 w 160"/>
                <a:gd name="T5" fmla="*/ 90 h 42"/>
                <a:gd name="T6" fmla="*/ 668 w 160"/>
                <a:gd name="T7" fmla="*/ 172 h 42"/>
                <a:gd name="T8" fmla="*/ 201 w 160"/>
                <a:gd name="T9" fmla="*/ 520 h 42"/>
                <a:gd name="T10" fmla="*/ 0 w 160"/>
                <a:gd name="T11" fmla="*/ 667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0" h="42">
                  <a:moveTo>
                    <a:pt x="160" y="0"/>
                  </a:moveTo>
                  <a:cubicBezTo>
                    <a:pt x="156" y="1"/>
                    <a:pt x="154" y="4"/>
                    <a:pt x="151" y="5"/>
                  </a:cubicBezTo>
                  <a:cubicBezTo>
                    <a:pt x="142" y="8"/>
                    <a:pt x="133" y="7"/>
                    <a:pt x="123" y="6"/>
                  </a:cubicBezTo>
                  <a:cubicBezTo>
                    <a:pt x="101" y="4"/>
                    <a:pt x="79" y="3"/>
                    <a:pt x="57" y="11"/>
                  </a:cubicBezTo>
                  <a:cubicBezTo>
                    <a:pt x="43" y="16"/>
                    <a:pt x="29" y="24"/>
                    <a:pt x="17" y="33"/>
                  </a:cubicBezTo>
                  <a:cubicBezTo>
                    <a:pt x="13" y="36"/>
                    <a:pt x="6" y="41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68" name="Freeform 299">
              <a:extLst>
                <a:ext uri="{FF2B5EF4-FFF2-40B4-BE49-F238E27FC236}">
                  <a16:creationId xmlns:a16="http://schemas.microsoft.com/office/drawing/2014/main" id="{617BB2D5-CBB7-4E84-81A5-07F341C8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87"/>
              <a:ext cx="221" cy="35"/>
            </a:xfrm>
            <a:custGeom>
              <a:avLst/>
              <a:gdLst>
                <a:gd name="T0" fmla="*/ 1590 w 135"/>
                <a:gd name="T1" fmla="*/ 327 h 20"/>
                <a:gd name="T2" fmla="*/ 1406 w 135"/>
                <a:gd name="T3" fmla="*/ 301 h 20"/>
                <a:gd name="T4" fmla="*/ 1107 w 135"/>
                <a:gd name="T5" fmla="*/ 200 h 20"/>
                <a:gd name="T6" fmla="*/ 565 w 135"/>
                <a:gd name="T7" fmla="*/ 49 h 20"/>
                <a:gd name="T8" fmla="*/ 165 w 135"/>
                <a:gd name="T9" fmla="*/ 21 h 20"/>
                <a:gd name="T10" fmla="*/ 0 w 135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20">
                  <a:moveTo>
                    <a:pt x="135" y="20"/>
                  </a:moveTo>
                  <a:cubicBezTo>
                    <a:pt x="131" y="18"/>
                    <a:pt x="125" y="19"/>
                    <a:pt x="120" y="18"/>
                  </a:cubicBezTo>
                  <a:cubicBezTo>
                    <a:pt x="111" y="17"/>
                    <a:pt x="102" y="14"/>
                    <a:pt x="94" y="12"/>
                  </a:cubicBezTo>
                  <a:cubicBezTo>
                    <a:pt x="79" y="8"/>
                    <a:pt x="63" y="5"/>
                    <a:pt x="48" y="3"/>
                  </a:cubicBezTo>
                  <a:cubicBezTo>
                    <a:pt x="37" y="1"/>
                    <a:pt x="26" y="2"/>
                    <a:pt x="14" y="1"/>
                  </a:cubicBezTo>
                  <a:cubicBezTo>
                    <a:pt x="9" y="1"/>
                    <a:pt x="4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69" name="Freeform 300">
              <a:extLst>
                <a:ext uri="{FF2B5EF4-FFF2-40B4-BE49-F238E27FC236}">
                  <a16:creationId xmlns:a16="http://schemas.microsoft.com/office/drawing/2014/main" id="{53FC37E2-AA48-4425-B420-35048FB2C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564"/>
              <a:ext cx="375" cy="33"/>
            </a:xfrm>
            <a:custGeom>
              <a:avLst/>
              <a:gdLst>
                <a:gd name="T0" fmla="*/ 2695 w 229"/>
                <a:gd name="T1" fmla="*/ 63 h 19"/>
                <a:gd name="T2" fmla="*/ 2617 w 229"/>
                <a:gd name="T3" fmla="*/ 90 h 19"/>
                <a:gd name="T4" fmla="*/ 2438 w 229"/>
                <a:gd name="T5" fmla="*/ 109 h 19"/>
                <a:gd name="T6" fmla="*/ 1906 w 229"/>
                <a:gd name="T7" fmla="*/ 63 h 19"/>
                <a:gd name="T8" fmla="*/ 1400 w 229"/>
                <a:gd name="T9" fmla="*/ 16 h 19"/>
                <a:gd name="T10" fmla="*/ 922 w 229"/>
                <a:gd name="T11" fmla="*/ 63 h 19"/>
                <a:gd name="T12" fmla="*/ 144 w 229"/>
                <a:gd name="T13" fmla="*/ 283 h 19"/>
                <a:gd name="T14" fmla="*/ 0 w 229"/>
                <a:gd name="T15" fmla="*/ 299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19">
                  <a:moveTo>
                    <a:pt x="229" y="4"/>
                  </a:moveTo>
                  <a:cubicBezTo>
                    <a:pt x="226" y="4"/>
                    <a:pt x="224" y="5"/>
                    <a:pt x="222" y="6"/>
                  </a:cubicBezTo>
                  <a:cubicBezTo>
                    <a:pt x="217" y="7"/>
                    <a:pt x="212" y="7"/>
                    <a:pt x="207" y="7"/>
                  </a:cubicBezTo>
                  <a:cubicBezTo>
                    <a:pt x="192" y="6"/>
                    <a:pt x="177" y="6"/>
                    <a:pt x="162" y="4"/>
                  </a:cubicBezTo>
                  <a:cubicBezTo>
                    <a:pt x="148" y="1"/>
                    <a:pt x="133" y="1"/>
                    <a:pt x="119" y="1"/>
                  </a:cubicBezTo>
                  <a:cubicBezTo>
                    <a:pt x="105" y="0"/>
                    <a:pt x="91" y="1"/>
                    <a:pt x="78" y="4"/>
                  </a:cubicBezTo>
                  <a:cubicBezTo>
                    <a:pt x="56" y="9"/>
                    <a:pt x="34" y="18"/>
                    <a:pt x="12" y="18"/>
                  </a:cubicBezTo>
                  <a:cubicBezTo>
                    <a:pt x="8" y="19"/>
                    <a:pt x="4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70" name="Freeform 301">
              <a:extLst>
                <a:ext uri="{FF2B5EF4-FFF2-40B4-BE49-F238E27FC236}">
                  <a16:creationId xmlns:a16="http://schemas.microsoft.com/office/drawing/2014/main" id="{C1916CE1-A8D8-4E09-A037-E0739A2C1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524"/>
              <a:ext cx="316" cy="42"/>
            </a:xfrm>
            <a:custGeom>
              <a:avLst/>
              <a:gdLst>
                <a:gd name="T0" fmla="*/ 2268 w 193"/>
                <a:gd name="T1" fmla="*/ 49 h 24"/>
                <a:gd name="T2" fmla="*/ 1695 w 193"/>
                <a:gd name="T3" fmla="*/ 21 h 24"/>
                <a:gd name="T4" fmla="*/ 1013 w 193"/>
                <a:gd name="T5" fmla="*/ 215 h 24"/>
                <a:gd name="T6" fmla="*/ 188 w 193"/>
                <a:gd name="T7" fmla="*/ 364 h 24"/>
                <a:gd name="T8" fmla="*/ 0 w 193"/>
                <a:gd name="T9" fmla="*/ 39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24">
                  <a:moveTo>
                    <a:pt x="193" y="3"/>
                  </a:moveTo>
                  <a:cubicBezTo>
                    <a:pt x="177" y="3"/>
                    <a:pt x="161" y="0"/>
                    <a:pt x="144" y="1"/>
                  </a:cubicBezTo>
                  <a:cubicBezTo>
                    <a:pt x="124" y="2"/>
                    <a:pt x="106" y="9"/>
                    <a:pt x="86" y="13"/>
                  </a:cubicBezTo>
                  <a:cubicBezTo>
                    <a:pt x="63" y="18"/>
                    <a:pt x="40" y="20"/>
                    <a:pt x="16" y="22"/>
                  </a:cubicBezTo>
                  <a:cubicBezTo>
                    <a:pt x="12" y="23"/>
                    <a:pt x="5" y="23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71" name="Freeform 302">
              <a:extLst>
                <a:ext uri="{FF2B5EF4-FFF2-40B4-BE49-F238E27FC236}">
                  <a16:creationId xmlns:a16="http://schemas.microsoft.com/office/drawing/2014/main" id="{4D8DF760-71E4-4AF2-8122-34B8C3F64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506"/>
              <a:ext cx="208" cy="30"/>
            </a:xfrm>
            <a:custGeom>
              <a:avLst/>
              <a:gdLst>
                <a:gd name="T0" fmla="*/ 0 w 127"/>
                <a:gd name="T1" fmla="*/ 244 h 17"/>
                <a:gd name="T2" fmla="*/ 518 w 127"/>
                <a:gd name="T3" fmla="*/ 152 h 17"/>
                <a:gd name="T4" fmla="*/ 1122 w 127"/>
                <a:gd name="T5" fmla="*/ 21 h 17"/>
                <a:gd name="T6" fmla="*/ 1345 w 127"/>
                <a:gd name="T7" fmla="*/ 37 h 17"/>
                <a:gd name="T8" fmla="*/ 1497 w 127"/>
                <a:gd name="T9" fmla="*/ 4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7">
                  <a:moveTo>
                    <a:pt x="0" y="14"/>
                  </a:moveTo>
                  <a:cubicBezTo>
                    <a:pt x="14" y="17"/>
                    <a:pt x="30" y="12"/>
                    <a:pt x="44" y="9"/>
                  </a:cubicBezTo>
                  <a:cubicBezTo>
                    <a:pt x="60" y="6"/>
                    <a:pt x="78" y="2"/>
                    <a:pt x="95" y="1"/>
                  </a:cubicBezTo>
                  <a:cubicBezTo>
                    <a:pt x="101" y="0"/>
                    <a:pt x="108" y="1"/>
                    <a:pt x="114" y="2"/>
                  </a:cubicBezTo>
                  <a:cubicBezTo>
                    <a:pt x="118" y="2"/>
                    <a:pt x="123" y="2"/>
                    <a:pt x="127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72" name="Freeform 303">
              <a:extLst>
                <a:ext uri="{FF2B5EF4-FFF2-40B4-BE49-F238E27FC236}">
                  <a16:creationId xmlns:a16="http://schemas.microsoft.com/office/drawing/2014/main" id="{4D486AFA-8B8D-4C6A-BE28-7C2CD5C65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520"/>
              <a:ext cx="345" cy="30"/>
            </a:xfrm>
            <a:custGeom>
              <a:avLst/>
              <a:gdLst>
                <a:gd name="T0" fmla="*/ 2466 w 211"/>
                <a:gd name="T1" fmla="*/ 86 h 17"/>
                <a:gd name="T2" fmla="*/ 2230 w 211"/>
                <a:gd name="T3" fmla="*/ 86 h 17"/>
                <a:gd name="T4" fmla="*/ 1844 w 211"/>
                <a:gd name="T5" fmla="*/ 49 h 17"/>
                <a:gd name="T6" fmla="*/ 1308 w 211"/>
                <a:gd name="T7" fmla="*/ 49 h 17"/>
                <a:gd name="T8" fmla="*/ 773 w 211"/>
                <a:gd name="T9" fmla="*/ 37 h 17"/>
                <a:gd name="T10" fmla="*/ 13 w 211"/>
                <a:gd name="T11" fmla="*/ 268 h 17"/>
                <a:gd name="T12" fmla="*/ 0 w 211"/>
                <a:gd name="T13" fmla="*/ 29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7">
                  <a:moveTo>
                    <a:pt x="211" y="5"/>
                  </a:moveTo>
                  <a:cubicBezTo>
                    <a:pt x="205" y="4"/>
                    <a:pt x="197" y="5"/>
                    <a:pt x="191" y="5"/>
                  </a:cubicBezTo>
                  <a:cubicBezTo>
                    <a:pt x="180" y="6"/>
                    <a:pt x="169" y="3"/>
                    <a:pt x="158" y="3"/>
                  </a:cubicBezTo>
                  <a:cubicBezTo>
                    <a:pt x="143" y="3"/>
                    <a:pt x="127" y="4"/>
                    <a:pt x="112" y="3"/>
                  </a:cubicBezTo>
                  <a:cubicBezTo>
                    <a:pt x="97" y="3"/>
                    <a:pt x="81" y="4"/>
                    <a:pt x="66" y="2"/>
                  </a:cubicBezTo>
                  <a:cubicBezTo>
                    <a:pt x="43" y="0"/>
                    <a:pt x="19" y="0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73" name="Freeform 304">
              <a:extLst>
                <a:ext uri="{FF2B5EF4-FFF2-40B4-BE49-F238E27FC236}">
                  <a16:creationId xmlns:a16="http://schemas.microsoft.com/office/drawing/2014/main" id="{E586685C-DD5B-42A4-845B-DB6AAFC0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13"/>
              <a:ext cx="282" cy="51"/>
            </a:xfrm>
            <a:custGeom>
              <a:avLst/>
              <a:gdLst>
                <a:gd name="T0" fmla="*/ 2035 w 172"/>
                <a:gd name="T1" fmla="*/ 489 h 29"/>
                <a:gd name="T2" fmla="*/ 1728 w 172"/>
                <a:gd name="T3" fmla="*/ 489 h 29"/>
                <a:gd name="T4" fmla="*/ 1433 w 172"/>
                <a:gd name="T5" fmla="*/ 452 h 29"/>
                <a:gd name="T6" fmla="*/ 925 w 172"/>
                <a:gd name="T7" fmla="*/ 288 h 29"/>
                <a:gd name="T8" fmla="*/ 449 w 172"/>
                <a:gd name="T9" fmla="*/ 114 h 29"/>
                <a:gd name="T10" fmla="*/ 239 w 172"/>
                <a:gd name="T11" fmla="*/ 37 h 29"/>
                <a:gd name="T12" fmla="*/ 13 w 172"/>
                <a:gd name="T13" fmla="*/ 21 h 29"/>
                <a:gd name="T14" fmla="*/ 0 w 172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29">
                  <a:moveTo>
                    <a:pt x="172" y="29"/>
                  </a:moveTo>
                  <a:cubicBezTo>
                    <a:pt x="166" y="25"/>
                    <a:pt x="153" y="29"/>
                    <a:pt x="146" y="29"/>
                  </a:cubicBezTo>
                  <a:cubicBezTo>
                    <a:pt x="138" y="29"/>
                    <a:pt x="129" y="28"/>
                    <a:pt x="121" y="27"/>
                  </a:cubicBezTo>
                  <a:cubicBezTo>
                    <a:pt x="106" y="25"/>
                    <a:pt x="92" y="20"/>
                    <a:pt x="78" y="17"/>
                  </a:cubicBezTo>
                  <a:cubicBezTo>
                    <a:pt x="64" y="14"/>
                    <a:pt x="52" y="9"/>
                    <a:pt x="38" y="7"/>
                  </a:cubicBezTo>
                  <a:cubicBezTo>
                    <a:pt x="32" y="5"/>
                    <a:pt x="26" y="3"/>
                    <a:pt x="20" y="2"/>
                  </a:cubicBezTo>
                  <a:cubicBezTo>
                    <a:pt x="14" y="1"/>
                    <a:pt x="7" y="3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74" name="Freeform 305">
              <a:extLst>
                <a:ext uri="{FF2B5EF4-FFF2-40B4-BE49-F238E27FC236}">
                  <a16:creationId xmlns:a16="http://schemas.microsoft.com/office/drawing/2014/main" id="{736713E4-1D84-4199-B758-DD5C858B3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503"/>
              <a:ext cx="377" cy="63"/>
            </a:xfrm>
            <a:custGeom>
              <a:avLst/>
              <a:gdLst>
                <a:gd name="T0" fmla="*/ 2721 w 230"/>
                <a:gd name="T1" fmla="*/ 179 h 36"/>
                <a:gd name="T2" fmla="*/ 1872 w 230"/>
                <a:gd name="T3" fmla="*/ 86 h 36"/>
                <a:gd name="T4" fmla="*/ 1093 w 230"/>
                <a:gd name="T5" fmla="*/ 49 h 36"/>
                <a:gd name="T6" fmla="*/ 316 w 230"/>
                <a:gd name="T7" fmla="*/ 399 h 36"/>
                <a:gd name="T8" fmla="*/ 0 w 230"/>
                <a:gd name="T9" fmla="*/ 59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36">
                  <a:moveTo>
                    <a:pt x="230" y="11"/>
                  </a:moveTo>
                  <a:cubicBezTo>
                    <a:pt x="206" y="17"/>
                    <a:pt x="182" y="8"/>
                    <a:pt x="158" y="5"/>
                  </a:cubicBezTo>
                  <a:cubicBezTo>
                    <a:pt x="137" y="1"/>
                    <a:pt x="114" y="0"/>
                    <a:pt x="92" y="3"/>
                  </a:cubicBezTo>
                  <a:cubicBezTo>
                    <a:pt x="69" y="7"/>
                    <a:pt x="49" y="15"/>
                    <a:pt x="27" y="24"/>
                  </a:cubicBezTo>
                  <a:cubicBezTo>
                    <a:pt x="18" y="28"/>
                    <a:pt x="10" y="34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75" name="Freeform 306">
              <a:extLst>
                <a:ext uri="{FF2B5EF4-FFF2-40B4-BE49-F238E27FC236}">
                  <a16:creationId xmlns:a16="http://schemas.microsoft.com/office/drawing/2014/main" id="{41A8D61F-DB00-4D75-A279-E0CCB088B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513"/>
              <a:ext cx="385" cy="19"/>
            </a:xfrm>
            <a:custGeom>
              <a:avLst/>
              <a:gdLst>
                <a:gd name="T0" fmla="*/ 0 w 235"/>
                <a:gd name="T1" fmla="*/ 123 h 11"/>
                <a:gd name="T2" fmla="*/ 475 w 235"/>
                <a:gd name="T3" fmla="*/ 83 h 11"/>
                <a:gd name="T4" fmla="*/ 945 w 235"/>
                <a:gd name="T5" fmla="*/ 83 h 11"/>
                <a:gd name="T6" fmla="*/ 1909 w 235"/>
                <a:gd name="T7" fmla="*/ 107 h 11"/>
                <a:gd name="T8" fmla="*/ 2480 w 235"/>
                <a:gd name="T9" fmla="*/ 16 h 11"/>
                <a:gd name="T10" fmla="*/ 2775 w 235"/>
                <a:gd name="T11" fmla="*/ 1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5" h="11">
                  <a:moveTo>
                    <a:pt x="0" y="8"/>
                  </a:moveTo>
                  <a:cubicBezTo>
                    <a:pt x="12" y="9"/>
                    <a:pt x="27" y="6"/>
                    <a:pt x="40" y="5"/>
                  </a:cubicBezTo>
                  <a:cubicBezTo>
                    <a:pt x="53" y="4"/>
                    <a:pt x="67" y="3"/>
                    <a:pt x="80" y="5"/>
                  </a:cubicBezTo>
                  <a:cubicBezTo>
                    <a:pt x="108" y="8"/>
                    <a:pt x="134" y="11"/>
                    <a:pt x="162" y="7"/>
                  </a:cubicBezTo>
                  <a:cubicBezTo>
                    <a:pt x="178" y="5"/>
                    <a:pt x="194" y="1"/>
                    <a:pt x="210" y="1"/>
                  </a:cubicBezTo>
                  <a:cubicBezTo>
                    <a:pt x="216" y="1"/>
                    <a:pt x="230" y="0"/>
                    <a:pt x="235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76" name="Freeform 307">
              <a:extLst>
                <a:ext uri="{FF2B5EF4-FFF2-40B4-BE49-F238E27FC236}">
                  <a16:creationId xmlns:a16="http://schemas.microsoft.com/office/drawing/2014/main" id="{858EB9ED-B8AE-40E2-978F-5583B8E89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143"/>
              <a:ext cx="64" cy="23"/>
            </a:xfrm>
            <a:custGeom>
              <a:avLst/>
              <a:gdLst>
                <a:gd name="T0" fmla="*/ 0 w 39"/>
                <a:gd name="T1" fmla="*/ 65 h 13"/>
                <a:gd name="T2" fmla="*/ 248 w 39"/>
                <a:gd name="T3" fmla="*/ 228 h 13"/>
                <a:gd name="T4" fmla="*/ 463 w 3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3">
                  <a:moveTo>
                    <a:pt x="0" y="4"/>
                  </a:moveTo>
                  <a:cubicBezTo>
                    <a:pt x="8" y="5"/>
                    <a:pt x="17" y="6"/>
                    <a:pt x="21" y="13"/>
                  </a:cubicBezTo>
                  <a:cubicBezTo>
                    <a:pt x="25" y="4"/>
                    <a:pt x="35" y="5"/>
                    <a:pt x="39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77" name="Freeform 308">
              <a:extLst>
                <a:ext uri="{FF2B5EF4-FFF2-40B4-BE49-F238E27FC236}">
                  <a16:creationId xmlns:a16="http://schemas.microsoft.com/office/drawing/2014/main" id="{C6992492-EFBE-4DAA-8CAB-EF63A9472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834"/>
              <a:ext cx="57" cy="19"/>
            </a:xfrm>
            <a:custGeom>
              <a:avLst/>
              <a:gdLst>
                <a:gd name="T0" fmla="*/ 0 w 35"/>
                <a:gd name="T1" fmla="*/ 28 h 11"/>
                <a:gd name="T2" fmla="*/ 204 w 35"/>
                <a:gd name="T3" fmla="*/ 169 h 11"/>
                <a:gd name="T4" fmla="*/ 401 w 3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1">
                  <a:moveTo>
                    <a:pt x="0" y="2"/>
                  </a:moveTo>
                  <a:cubicBezTo>
                    <a:pt x="8" y="4"/>
                    <a:pt x="13" y="4"/>
                    <a:pt x="18" y="11"/>
                  </a:cubicBezTo>
                  <a:cubicBezTo>
                    <a:pt x="23" y="4"/>
                    <a:pt x="27" y="2"/>
                    <a:pt x="35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78" name="Freeform 309">
              <a:extLst>
                <a:ext uri="{FF2B5EF4-FFF2-40B4-BE49-F238E27FC236}">
                  <a16:creationId xmlns:a16="http://schemas.microsoft.com/office/drawing/2014/main" id="{45A086E7-06FF-4894-BC48-7B89805D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960"/>
              <a:ext cx="54" cy="20"/>
            </a:xfrm>
            <a:custGeom>
              <a:avLst/>
              <a:gdLst>
                <a:gd name="T0" fmla="*/ 0 w 33"/>
                <a:gd name="T1" fmla="*/ 13 h 12"/>
                <a:gd name="T2" fmla="*/ 223 w 33"/>
                <a:gd name="T3" fmla="*/ 153 h 12"/>
                <a:gd name="T4" fmla="*/ 386 w 3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1"/>
                  </a:moveTo>
                  <a:cubicBezTo>
                    <a:pt x="3" y="4"/>
                    <a:pt x="14" y="8"/>
                    <a:pt x="19" y="12"/>
                  </a:cubicBezTo>
                  <a:cubicBezTo>
                    <a:pt x="20" y="5"/>
                    <a:pt x="28" y="2"/>
                    <a:pt x="33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79" name="Freeform 310">
              <a:extLst>
                <a:ext uri="{FF2B5EF4-FFF2-40B4-BE49-F238E27FC236}">
                  <a16:creationId xmlns:a16="http://schemas.microsoft.com/office/drawing/2014/main" id="{140F13BC-6194-4ECB-B694-31F05938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263"/>
              <a:ext cx="50" cy="23"/>
            </a:xfrm>
            <a:custGeom>
              <a:avLst/>
              <a:gdLst>
                <a:gd name="T0" fmla="*/ 0 w 31"/>
                <a:gd name="T1" fmla="*/ 37 h 13"/>
                <a:gd name="T2" fmla="*/ 185 w 31"/>
                <a:gd name="T3" fmla="*/ 228 h 13"/>
                <a:gd name="T4" fmla="*/ 340 w 3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3">
                  <a:moveTo>
                    <a:pt x="0" y="2"/>
                  </a:moveTo>
                  <a:cubicBezTo>
                    <a:pt x="2" y="0"/>
                    <a:pt x="13" y="9"/>
                    <a:pt x="17" y="13"/>
                  </a:cubicBezTo>
                  <a:cubicBezTo>
                    <a:pt x="18" y="6"/>
                    <a:pt x="25" y="2"/>
                    <a:pt x="31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80" name="Freeform 311">
              <a:extLst>
                <a:ext uri="{FF2B5EF4-FFF2-40B4-BE49-F238E27FC236}">
                  <a16:creationId xmlns:a16="http://schemas.microsoft.com/office/drawing/2014/main" id="{DD81333D-D952-4D07-A8AD-6F8DA6112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139"/>
              <a:ext cx="52" cy="20"/>
            </a:xfrm>
            <a:custGeom>
              <a:avLst/>
              <a:gdLst>
                <a:gd name="T0" fmla="*/ 0 w 32"/>
                <a:gd name="T1" fmla="*/ 24 h 11"/>
                <a:gd name="T2" fmla="*/ 215 w 32"/>
                <a:gd name="T3" fmla="*/ 215 h 11"/>
                <a:gd name="T4" fmla="*/ 364 w 32"/>
                <a:gd name="T5" fmla="*/ 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1">
                  <a:moveTo>
                    <a:pt x="0" y="1"/>
                  </a:moveTo>
                  <a:cubicBezTo>
                    <a:pt x="4" y="0"/>
                    <a:pt x="16" y="6"/>
                    <a:pt x="19" y="11"/>
                  </a:cubicBezTo>
                  <a:cubicBezTo>
                    <a:pt x="20" y="5"/>
                    <a:pt x="27" y="3"/>
                    <a:pt x="32" y="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81" name="Freeform 312">
              <a:extLst>
                <a:ext uri="{FF2B5EF4-FFF2-40B4-BE49-F238E27FC236}">
                  <a16:creationId xmlns:a16="http://schemas.microsoft.com/office/drawing/2014/main" id="{51D696DE-5446-4974-8854-8665866DE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1305"/>
              <a:ext cx="55" cy="18"/>
            </a:xfrm>
            <a:custGeom>
              <a:avLst/>
              <a:gdLst>
                <a:gd name="T0" fmla="*/ 0 w 34"/>
                <a:gd name="T1" fmla="*/ 41 h 10"/>
                <a:gd name="T2" fmla="*/ 191 w 34"/>
                <a:gd name="T3" fmla="*/ 187 h 10"/>
                <a:gd name="T4" fmla="*/ 377 w 3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0">
                  <a:moveTo>
                    <a:pt x="0" y="2"/>
                  </a:moveTo>
                  <a:cubicBezTo>
                    <a:pt x="8" y="1"/>
                    <a:pt x="12" y="6"/>
                    <a:pt x="17" y="10"/>
                  </a:cubicBezTo>
                  <a:cubicBezTo>
                    <a:pt x="20" y="5"/>
                    <a:pt x="30" y="0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82" name="Freeform 313">
              <a:extLst>
                <a:ext uri="{FF2B5EF4-FFF2-40B4-BE49-F238E27FC236}">
                  <a16:creationId xmlns:a16="http://schemas.microsoft.com/office/drawing/2014/main" id="{C3CB1C0A-E75B-401C-AF61-00A1BE374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134"/>
              <a:ext cx="64" cy="21"/>
            </a:xfrm>
            <a:custGeom>
              <a:avLst/>
              <a:gdLst>
                <a:gd name="T0" fmla="*/ 34 w 39"/>
                <a:gd name="T1" fmla="*/ 114 h 12"/>
                <a:gd name="T2" fmla="*/ 274 w 39"/>
                <a:gd name="T3" fmla="*/ 151 h 12"/>
                <a:gd name="T4" fmla="*/ 371 w 39"/>
                <a:gd name="T5" fmla="*/ 172 h 12"/>
                <a:gd name="T6" fmla="*/ 450 w 39"/>
                <a:gd name="T7" fmla="*/ 37 h 12"/>
                <a:gd name="T8" fmla="*/ 353 w 39"/>
                <a:gd name="T9" fmla="*/ 49 h 12"/>
                <a:gd name="T10" fmla="*/ 226 w 39"/>
                <a:gd name="T11" fmla="*/ 21 h 12"/>
                <a:gd name="T12" fmla="*/ 0 w 39"/>
                <a:gd name="T13" fmla="*/ 102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2">
                  <a:moveTo>
                    <a:pt x="3" y="7"/>
                  </a:moveTo>
                  <a:cubicBezTo>
                    <a:pt x="10" y="7"/>
                    <a:pt x="16" y="6"/>
                    <a:pt x="23" y="9"/>
                  </a:cubicBezTo>
                  <a:cubicBezTo>
                    <a:pt x="27" y="11"/>
                    <a:pt x="28" y="12"/>
                    <a:pt x="31" y="10"/>
                  </a:cubicBezTo>
                  <a:cubicBezTo>
                    <a:pt x="33" y="8"/>
                    <a:pt x="39" y="4"/>
                    <a:pt x="38" y="2"/>
                  </a:cubicBezTo>
                  <a:cubicBezTo>
                    <a:pt x="35" y="1"/>
                    <a:pt x="33" y="2"/>
                    <a:pt x="30" y="3"/>
                  </a:cubicBezTo>
                  <a:cubicBezTo>
                    <a:pt x="26" y="3"/>
                    <a:pt x="23" y="2"/>
                    <a:pt x="19" y="1"/>
                  </a:cubicBezTo>
                  <a:cubicBezTo>
                    <a:pt x="14" y="0"/>
                    <a:pt x="0" y="1"/>
                    <a:pt x="0" y="6"/>
                  </a:cubicBezTo>
                </a:path>
              </a:pathLst>
            </a:custGeom>
            <a:solidFill>
              <a:srgbClr val="DE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83" name="Freeform 314">
              <a:extLst>
                <a:ext uri="{FF2B5EF4-FFF2-40B4-BE49-F238E27FC236}">
                  <a16:creationId xmlns:a16="http://schemas.microsoft.com/office/drawing/2014/main" id="{19604EE8-7624-49DA-AD03-715B909C7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940"/>
              <a:ext cx="54" cy="32"/>
            </a:xfrm>
            <a:custGeom>
              <a:avLst/>
              <a:gdLst>
                <a:gd name="T0" fmla="*/ 0 w 33"/>
                <a:gd name="T1" fmla="*/ 139 h 18"/>
                <a:gd name="T2" fmla="*/ 295 w 33"/>
                <a:gd name="T3" fmla="*/ 320 h 18"/>
                <a:gd name="T4" fmla="*/ 386 w 33"/>
                <a:gd name="T5" fmla="*/ 158 h 18"/>
                <a:gd name="T6" fmla="*/ 201 w 33"/>
                <a:gd name="T7" fmla="*/ 66 h 18"/>
                <a:gd name="T8" fmla="*/ 0 w 33"/>
                <a:gd name="T9" fmla="*/ 1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8">
                  <a:moveTo>
                    <a:pt x="0" y="8"/>
                  </a:moveTo>
                  <a:cubicBezTo>
                    <a:pt x="10" y="0"/>
                    <a:pt x="17" y="17"/>
                    <a:pt x="25" y="18"/>
                  </a:cubicBezTo>
                  <a:cubicBezTo>
                    <a:pt x="26" y="14"/>
                    <a:pt x="30" y="11"/>
                    <a:pt x="33" y="9"/>
                  </a:cubicBezTo>
                  <a:cubicBezTo>
                    <a:pt x="25" y="11"/>
                    <a:pt x="23" y="8"/>
                    <a:pt x="17" y="4"/>
                  </a:cubicBezTo>
                  <a:cubicBezTo>
                    <a:pt x="10" y="0"/>
                    <a:pt x="3" y="1"/>
                    <a:pt x="0" y="7"/>
                  </a:cubicBezTo>
                </a:path>
              </a:pathLst>
            </a:custGeom>
            <a:solidFill>
              <a:srgbClr val="DE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84" name="Freeform 315">
              <a:extLst>
                <a:ext uri="{FF2B5EF4-FFF2-40B4-BE49-F238E27FC236}">
                  <a16:creationId xmlns:a16="http://schemas.microsoft.com/office/drawing/2014/main" id="{52EF30D9-34D8-4EFF-A0AC-A3E321F9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248"/>
              <a:ext cx="43" cy="24"/>
            </a:xfrm>
            <a:custGeom>
              <a:avLst/>
              <a:gdLst>
                <a:gd name="T0" fmla="*/ 0 w 26"/>
                <a:gd name="T1" fmla="*/ 120 h 14"/>
                <a:gd name="T2" fmla="*/ 250 w 26"/>
                <a:gd name="T3" fmla="*/ 206 h 14"/>
                <a:gd name="T4" fmla="*/ 321 w 26"/>
                <a:gd name="T5" fmla="*/ 106 h 14"/>
                <a:gd name="T6" fmla="*/ 230 w 26"/>
                <a:gd name="T7" fmla="*/ 62 h 14"/>
                <a:gd name="T8" fmla="*/ 13 w 26"/>
                <a:gd name="T9" fmla="*/ 1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">
                  <a:moveTo>
                    <a:pt x="0" y="8"/>
                  </a:moveTo>
                  <a:cubicBezTo>
                    <a:pt x="6" y="0"/>
                    <a:pt x="17" y="9"/>
                    <a:pt x="20" y="14"/>
                  </a:cubicBezTo>
                  <a:cubicBezTo>
                    <a:pt x="21" y="13"/>
                    <a:pt x="26" y="8"/>
                    <a:pt x="26" y="7"/>
                  </a:cubicBezTo>
                  <a:cubicBezTo>
                    <a:pt x="26" y="4"/>
                    <a:pt x="22" y="4"/>
                    <a:pt x="19" y="4"/>
                  </a:cubicBezTo>
                  <a:cubicBezTo>
                    <a:pt x="11" y="2"/>
                    <a:pt x="6" y="1"/>
                    <a:pt x="1" y="8"/>
                  </a:cubicBezTo>
                </a:path>
              </a:pathLst>
            </a:custGeom>
            <a:solidFill>
              <a:srgbClr val="DE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85" name="Freeform 316">
              <a:extLst>
                <a:ext uri="{FF2B5EF4-FFF2-40B4-BE49-F238E27FC236}">
                  <a16:creationId xmlns:a16="http://schemas.microsoft.com/office/drawing/2014/main" id="{ECDA8412-B4BF-42CA-ACA9-EC86FAC45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815"/>
              <a:ext cx="50" cy="29"/>
            </a:xfrm>
            <a:custGeom>
              <a:avLst/>
              <a:gdLst>
                <a:gd name="T0" fmla="*/ 0 w 30"/>
                <a:gd name="T1" fmla="*/ 160 h 17"/>
                <a:gd name="T2" fmla="*/ 312 w 30"/>
                <a:gd name="T3" fmla="*/ 244 h 17"/>
                <a:gd name="T4" fmla="*/ 383 w 30"/>
                <a:gd name="T5" fmla="*/ 119 h 17"/>
                <a:gd name="T6" fmla="*/ 287 w 30"/>
                <a:gd name="T7" fmla="*/ 99 h 17"/>
                <a:gd name="T8" fmla="*/ 37 w 30"/>
                <a:gd name="T9" fmla="*/ 1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">
                  <a:moveTo>
                    <a:pt x="0" y="11"/>
                  </a:moveTo>
                  <a:cubicBezTo>
                    <a:pt x="6" y="5"/>
                    <a:pt x="20" y="14"/>
                    <a:pt x="24" y="17"/>
                  </a:cubicBezTo>
                  <a:cubicBezTo>
                    <a:pt x="25" y="16"/>
                    <a:pt x="30" y="11"/>
                    <a:pt x="30" y="8"/>
                  </a:cubicBezTo>
                  <a:cubicBezTo>
                    <a:pt x="30" y="3"/>
                    <a:pt x="25" y="7"/>
                    <a:pt x="22" y="7"/>
                  </a:cubicBezTo>
                  <a:cubicBezTo>
                    <a:pt x="14" y="7"/>
                    <a:pt x="8" y="0"/>
                    <a:pt x="3" y="9"/>
                  </a:cubicBezTo>
                </a:path>
              </a:pathLst>
            </a:custGeom>
            <a:solidFill>
              <a:srgbClr val="EE8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86" name="Freeform 317">
              <a:extLst>
                <a:ext uri="{FF2B5EF4-FFF2-40B4-BE49-F238E27FC236}">
                  <a16:creationId xmlns:a16="http://schemas.microsoft.com/office/drawing/2014/main" id="{085FDE45-BEDA-488A-871A-BFFEE648A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113"/>
              <a:ext cx="52" cy="35"/>
            </a:xfrm>
            <a:custGeom>
              <a:avLst/>
              <a:gdLst>
                <a:gd name="T0" fmla="*/ 0 w 32"/>
                <a:gd name="T1" fmla="*/ 200 h 20"/>
                <a:gd name="T2" fmla="*/ 180 w 32"/>
                <a:gd name="T3" fmla="*/ 200 h 20"/>
                <a:gd name="T4" fmla="*/ 364 w 32"/>
                <a:gd name="T5" fmla="*/ 179 h 20"/>
                <a:gd name="T6" fmla="*/ 0 w 32"/>
                <a:gd name="T7" fmla="*/ 17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0" y="12"/>
                  </a:moveTo>
                  <a:cubicBezTo>
                    <a:pt x="5" y="9"/>
                    <a:pt x="11" y="9"/>
                    <a:pt x="16" y="12"/>
                  </a:cubicBezTo>
                  <a:cubicBezTo>
                    <a:pt x="23" y="14"/>
                    <a:pt x="27" y="20"/>
                    <a:pt x="32" y="11"/>
                  </a:cubicBezTo>
                  <a:cubicBezTo>
                    <a:pt x="19" y="10"/>
                    <a:pt x="10" y="0"/>
                    <a:pt x="0" y="11"/>
                  </a:cubicBezTo>
                </a:path>
              </a:pathLst>
            </a:custGeom>
            <a:solidFill>
              <a:srgbClr val="DE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87" name="Freeform 318">
              <a:extLst>
                <a:ext uri="{FF2B5EF4-FFF2-40B4-BE49-F238E27FC236}">
                  <a16:creationId xmlns:a16="http://schemas.microsoft.com/office/drawing/2014/main" id="{9AC9FEB1-5525-430A-8748-3D785C79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288"/>
              <a:ext cx="48" cy="26"/>
            </a:xfrm>
            <a:custGeom>
              <a:avLst/>
              <a:gdLst>
                <a:gd name="T0" fmla="*/ 0 w 29"/>
                <a:gd name="T1" fmla="*/ 151 h 15"/>
                <a:gd name="T2" fmla="*/ 195 w 29"/>
                <a:gd name="T3" fmla="*/ 151 h 15"/>
                <a:gd name="T4" fmla="*/ 359 w 29"/>
                <a:gd name="T5" fmla="*/ 87 h 15"/>
                <a:gd name="T6" fmla="*/ 172 w 29"/>
                <a:gd name="T7" fmla="*/ 62 h 15"/>
                <a:gd name="T8" fmla="*/ 13 w 29"/>
                <a:gd name="T9" fmla="*/ 10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5">
                  <a:moveTo>
                    <a:pt x="0" y="10"/>
                  </a:moveTo>
                  <a:cubicBezTo>
                    <a:pt x="3" y="4"/>
                    <a:pt x="12" y="8"/>
                    <a:pt x="16" y="10"/>
                  </a:cubicBezTo>
                  <a:cubicBezTo>
                    <a:pt x="24" y="15"/>
                    <a:pt x="21" y="10"/>
                    <a:pt x="29" y="6"/>
                  </a:cubicBezTo>
                  <a:cubicBezTo>
                    <a:pt x="24" y="5"/>
                    <a:pt x="19" y="5"/>
                    <a:pt x="14" y="4"/>
                  </a:cubicBezTo>
                  <a:cubicBezTo>
                    <a:pt x="9" y="3"/>
                    <a:pt x="4" y="0"/>
                    <a:pt x="1" y="7"/>
                  </a:cubicBezTo>
                </a:path>
              </a:pathLst>
            </a:custGeom>
            <a:solidFill>
              <a:srgbClr val="DE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88" name="Freeform 319">
              <a:extLst>
                <a:ext uri="{FF2B5EF4-FFF2-40B4-BE49-F238E27FC236}">
                  <a16:creationId xmlns:a16="http://schemas.microsoft.com/office/drawing/2014/main" id="{32B38D5F-B8AD-4F04-AACE-9D758F580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849"/>
              <a:ext cx="34" cy="27"/>
            </a:xfrm>
            <a:custGeom>
              <a:avLst/>
              <a:gdLst>
                <a:gd name="T0" fmla="*/ 0 w 21"/>
                <a:gd name="T1" fmla="*/ 23 h 15"/>
                <a:gd name="T2" fmla="*/ 123 w 21"/>
                <a:gd name="T3" fmla="*/ 94 h 15"/>
                <a:gd name="T4" fmla="*/ 191 w 21"/>
                <a:gd name="T5" fmla="*/ 0 h 15"/>
                <a:gd name="T6" fmla="*/ 13 w 21"/>
                <a:gd name="T7" fmla="*/ 5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0" y="1"/>
                  </a:moveTo>
                  <a:cubicBezTo>
                    <a:pt x="3" y="3"/>
                    <a:pt x="6" y="6"/>
                    <a:pt x="11" y="5"/>
                  </a:cubicBezTo>
                  <a:cubicBezTo>
                    <a:pt x="14" y="5"/>
                    <a:pt x="17" y="3"/>
                    <a:pt x="17" y="0"/>
                  </a:cubicBezTo>
                  <a:cubicBezTo>
                    <a:pt x="21" y="10"/>
                    <a:pt x="0" y="15"/>
                    <a:pt x="1" y="3"/>
                  </a:cubicBezTo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89" name="Freeform 320">
              <a:extLst>
                <a:ext uri="{FF2B5EF4-FFF2-40B4-BE49-F238E27FC236}">
                  <a16:creationId xmlns:a16="http://schemas.microsoft.com/office/drawing/2014/main" id="{AE09ACB4-8952-42F3-8BF7-74FF1E9D5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975"/>
              <a:ext cx="28" cy="19"/>
            </a:xfrm>
            <a:custGeom>
              <a:avLst/>
              <a:gdLst>
                <a:gd name="T0" fmla="*/ 0 w 17"/>
                <a:gd name="T1" fmla="*/ 28 h 11"/>
                <a:gd name="T2" fmla="*/ 112 w 17"/>
                <a:gd name="T3" fmla="*/ 107 h 11"/>
                <a:gd name="T4" fmla="*/ 206 w 17"/>
                <a:gd name="T5" fmla="*/ 0 h 11"/>
                <a:gd name="T6" fmla="*/ 112 w 17"/>
                <a:gd name="T7" fmla="*/ 169 h 11"/>
                <a:gd name="T8" fmla="*/ 13 w 17"/>
                <a:gd name="T9" fmla="*/ 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0" y="2"/>
                  </a:moveTo>
                  <a:cubicBezTo>
                    <a:pt x="2" y="3"/>
                    <a:pt x="5" y="8"/>
                    <a:pt x="9" y="7"/>
                  </a:cubicBezTo>
                  <a:cubicBezTo>
                    <a:pt x="13" y="6"/>
                    <a:pt x="16" y="3"/>
                    <a:pt x="17" y="0"/>
                  </a:cubicBezTo>
                  <a:cubicBezTo>
                    <a:pt x="17" y="5"/>
                    <a:pt x="16" y="10"/>
                    <a:pt x="9" y="11"/>
                  </a:cubicBezTo>
                  <a:cubicBezTo>
                    <a:pt x="5" y="11"/>
                    <a:pt x="1" y="8"/>
                    <a:pt x="1" y="4"/>
                  </a:cubicBezTo>
                </a:path>
              </a:pathLst>
            </a:custGeom>
            <a:solidFill>
              <a:srgbClr val="E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90" name="Freeform 321">
              <a:extLst>
                <a:ext uri="{FF2B5EF4-FFF2-40B4-BE49-F238E27FC236}">
                  <a16:creationId xmlns:a16="http://schemas.microsoft.com/office/drawing/2014/main" id="{8DE447DA-5869-479C-8E59-6C60639AD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279"/>
              <a:ext cx="32" cy="23"/>
            </a:xfrm>
            <a:custGeom>
              <a:avLst/>
              <a:gdLst>
                <a:gd name="T0" fmla="*/ 0 w 19"/>
                <a:gd name="T1" fmla="*/ 0 h 13"/>
                <a:gd name="T2" fmla="*/ 236 w 19"/>
                <a:gd name="T3" fmla="*/ 0 h 13"/>
                <a:gd name="T4" fmla="*/ 13 w 19"/>
                <a:gd name="T5" fmla="*/ 8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0"/>
                  </a:moveTo>
                  <a:cubicBezTo>
                    <a:pt x="5" y="6"/>
                    <a:pt x="15" y="8"/>
                    <a:pt x="17" y="0"/>
                  </a:cubicBezTo>
                  <a:cubicBezTo>
                    <a:pt x="19" y="8"/>
                    <a:pt x="5" y="13"/>
                    <a:pt x="1" y="5"/>
                  </a:cubicBezTo>
                </a:path>
              </a:pathLst>
            </a:custGeom>
            <a:solidFill>
              <a:srgbClr val="E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91" name="Freeform 322">
              <a:extLst>
                <a:ext uri="{FF2B5EF4-FFF2-40B4-BE49-F238E27FC236}">
                  <a16:creationId xmlns:a16="http://schemas.microsoft.com/office/drawing/2014/main" id="{F3E7395D-5C24-40F9-ADC3-B4BD1F511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162"/>
              <a:ext cx="35" cy="26"/>
            </a:xfrm>
            <a:custGeom>
              <a:avLst/>
              <a:gdLst>
                <a:gd name="T0" fmla="*/ 22 w 21"/>
                <a:gd name="T1" fmla="*/ 0 h 15"/>
                <a:gd name="T2" fmla="*/ 217 w 21"/>
                <a:gd name="T3" fmla="*/ 0 h 15"/>
                <a:gd name="T4" fmla="*/ 22 w 21"/>
                <a:gd name="T5" fmla="*/ 2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2" y="0"/>
                  </a:moveTo>
                  <a:cubicBezTo>
                    <a:pt x="0" y="2"/>
                    <a:pt x="14" y="9"/>
                    <a:pt x="17" y="0"/>
                  </a:cubicBezTo>
                  <a:cubicBezTo>
                    <a:pt x="21" y="7"/>
                    <a:pt x="2" y="15"/>
                    <a:pt x="2" y="2"/>
                  </a:cubicBezTo>
                </a:path>
              </a:pathLst>
            </a:custGeom>
            <a:solidFill>
              <a:srgbClr val="E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92" name="Freeform 323">
              <a:extLst>
                <a:ext uri="{FF2B5EF4-FFF2-40B4-BE49-F238E27FC236}">
                  <a16:creationId xmlns:a16="http://schemas.microsoft.com/office/drawing/2014/main" id="{9EE36F70-0B5B-4372-907A-3F2415D16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153"/>
              <a:ext cx="39" cy="27"/>
            </a:xfrm>
            <a:custGeom>
              <a:avLst/>
              <a:gdLst>
                <a:gd name="T0" fmla="*/ 0 w 24"/>
                <a:gd name="T1" fmla="*/ 0 h 15"/>
                <a:gd name="T2" fmla="*/ 166 w 24"/>
                <a:gd name="T3" fmla="*/ 0 h 15"/>
                <a:gd name="T4" fmla="*/ 47 w 24"/>
                <a:gd name="T5" fmla="*/ 9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3" y="9"/>
                    <a:pt x="14" y="10"/>
                    <a:pt x="15" y="0"/>
                  </a:cubicBezTo>
                  <a:cubicBezTo>
                    <a:pt x="24" y="14"/>
                    <a:pt x="2" y="15"/>
                    <a:pt x="4" y="5"/>
                  </a:cubicBezTo>
                </a:path>
              </a:pathLst>
            </a:custGeom>
            <a:solidFill>
              <a:srgbClr val="E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93" name="Freeform 324">
              <a:extLst>
                <a:ext uri="{FF2B5EF4-FFF2-40B4-BE49-F238E27FC236}">
                  <a16:creationId xmlns:a16="http://schemas.microsoft.com/office/drawing/2014/main" id="{71F5B060-9021-4DE3-9767-19D081FD4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321"/>
              <a:ext cx="34" cy="32"/>
            </a:xfrm>
            <a:custGeom>
              <a:avLst/>
              <a:gdLst>
                <a:gd name="T0" fmla="*/ 13 w 21"/>
                <a:gd name="T1" fmla="*/ 0 h 18"/>
                <a:gd name="T2" fmla="*/ 199 w 21"/>
                <a:gd name="T3" fmla="*/ 21 h 18"/>
                <a:gd name="T4" fmla="*/ 42 w 21"/>
                <a:gd name="T5" fmla="*/ 6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1" y="0"/>
                  </a:moveTo>
                  <a:cubicBezTo>
                    <a:pt x="6" y="8"/>
                    <a:pt x="13" y="10"/>
                    <a:pt x="18" y="1"/>
                  </a:cubicBezTo>
                  <a:cubicBezTo>
                    <a:pt x="21" y="18"/>
                    <a:pt x="0" y="10"/>
                    <a:pt x="4" y="4"/>
                  </a:cubicBezTo>
                </a:path>
              </a:pathLst>
            </a:custGeom>
            <a:solidFill>
              <a:srgbClr val="E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94" name="Freeform 325">
              <a:extLst>
                <a:ext uri="{FF2B5EF4-FFF2-40B4-BE49-F238E27FC236}">
                  <a16:creationId xmlns:a16="http://schemas.microsoft.com/office/drawing/2014/main" id="{FD427AB8-8A10-4523-B43F-4D41C97E0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726"/>
              <a:ext cx="8" cy="44"/>
            </a:xfrm>
            <a:custGeom>
              <a:avLst/>
              <a:gdLst>
                <a:gd name="T0" fmla="*/ 54 w 5"/>
                <a:gd name="T1" fmla="*/ 0 h 25"/>
                <a:gd name="T2" fmla="*/ 0 w 5"/>
                <a:gd name="T3" fmla="*/ 42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5" y="0"/>
                  </a:moveTo>
                  <a:cubicBezTo>
                    <a:pt x="3" y="8"/>
                    <a:pt x="1" y="17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95" name="Freeform 326">
              <a:extLst>
                <a:ext uri="{FF2B5EF4-FFF2-40B4-BE49-F238E27FC236}">
                  <a16:creationId xmlns:a16="http://schemas.microsoft.com/office/drawing/2014/main" id="{A0FD9A85-F33E-43C3-91D0-AA18FD060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739"/>
              <a:ext cx="3" cy="45"/>
            </a:xfrm>
            <a:custGeom>
              <a:avLst/>
              <a:gdLst>
                <a:gd name="T0" fmla="*/ 18 w 2"/>
                <a:gd name="T1" fmla="*/ 0 h 26"/>
                <a:gd name="T2" fmla="*/ 18 w 2"/>
                <a:gd name="T3" fmla="*/ 40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6">
                  <a:moveTo>
                    <a:pt x="2" y="0"/>
                  </a:moveTo>
                  <a:cubicBezTo>
                    <a:pt x="2" y="8"/>
                    <a:pt x="0" y="18"/>
                    <a:pt x="2" y="2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96" name="Freeform 327">
              <a:extLst>
                <a:ext uri="{FF2B5EF4-FFF2-40B4-BE49-F238E27FC236}">
                  <a16:creationId xmlns:a16="http://schemas.microsoft.com/office/drawing/2014/main" id="{0269BC9A-0DDF-4C14-B104-71913C44D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737"/>
              <a:ext cx="10" cy="45"/>
            </a:xfrm>
            <a:custGeom>
              <a:avLst/>
              <a:gdLst>
                <a:gd name="T0" fmla="*/ 0 w 6"/>
                <a:gd name="T1" fmla="*/ 0 h 26"/>
                <a:gd name="T2" fmla="*/ 22 w 6"/>
                <a:gd name="T3" fmla="*/ 151 h 26"/>
                <a:gd name="T4" fmla="*/ 55 w 6"/>
                <a:gd name="T5" fmla="*/ 317 h 26"/>
                <a:gd name="T6" fmla="*/ 78 w 6"/>
                <a:gd name="T7" fmla="*/ 40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1" y="3"/>
                    <a:pt x="1" y="7"/>
                    <a:pt x="2" y="10"/>
                  </a:cubicBezTo>
                  <a:cubicBezTo>
                    <a:pt x="2" y="14"/>
                    <a:pt x="3" y="17"/>
                    <a:pt x="4" y="20"/>
                  </a:cubicBezTo>
                  <a:cubicBezTo>
                    <a:pt x="5" y="22"/>
                    <a:pt x="5" y="25"/>
                    <a:pt x="6" y="2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97" name="Freeform 328">
              <a:extLst>
                <a:ext uri="{FF2B5EF4-FFF2-40B4-BE49-F238E27FC236}">
                  <a16:creationId xmlns:a16="http://schemas.microsoft.com/office/drawing/2014/main" id="{57BC2F55-51D2-4300-8FFD-6453E71C2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726"/>
              <a:ext cx="19" cy="41"/>
            </a:xfrm>
            <a:custGeom>
              <a:avLst/>
              <a:gdLst>
                <a:gd name="T0" fmla="*/ 0 w 12"/>
                <a:gd name="T1" fmla="*/ 0 h 23"/>
                <a:gd name="T2" fmla="*/ 120 w 12"/>
                <a:gd name="T3" fmla="*/ 41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3" y="6"/>
                    <a:pt x="7" y="16"/>
                    <a:pt x="12" y="2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98" name="Freeform 329">
              <a:extLst>
                <a:ext uri="{FF2B5EF4-FFF2-40B4-BE49-F238E27FC236}">
                  <a16:creationId xmlns:a16="http://schemas.microsoft.com/office/drawing/2014/main" id="{61C93E72-87EC-4C1D-A092-FB954C32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705"/>
              <a:ext cx="22" cy="28"/>
            </a:xfrm>
            <a:custGeom>
              <a:avLst/>
              <a:gdLst>
                <a:gd name="T0" fmla="*/ 0 w 13"/>
                <a:gd name="T1" fmla="*/ 0 h 16"/>
                <a:gd name="T2" fmla="*/ 181 w 13"/>
                <a:gd name="T3" fmla="*/ 26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5" y="5"/>
                    <a:pt x="7" y="12"/>
                    <a:pt x="13" y="1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99" name="Freeform 330">
              <a:extLst>
                <a:ext uri="{FF2B5EF4-FFF2-40B4-BE49-F238E27FC236}">
                  <a16:creationId xmlns:a16="http://schemas.microsoft.com/office/drawing/2014/main" id="{AA824DE1-15B4-4198-858D-E08419A4A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672"/>
              <a:ext cx="25" cy="32"/>
            </a:xfrm>
            <a:custGeom>
              <a:avLst/>
              <a:gdLst>
                <a:gd name="T0" fmla="*/ 0 w 15"/>
                <a:gd name="T1" fmla="*/ 0 h 18"/>
                <a:gd name="T2" fmla="*/ 195 w 15"/>
                <a:gd name="T3" fmla="*/ 32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5" y="5"/>
                    <a:pt x="10" y="13"/>
                    <a:pt x="15" y="1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00" name="Freeform 331">
              <a:extLst>
                <a:ext uri="{FF2B5EF4-FFF2-40B4-BE49-F238E27FC236}">
                  <a16:creationId xmlns:a16="http://schemas.microsoft.com/office/drawing/2014/main" id="{B4A8AE50-1F66-4493-920E-1D2ADC416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37"/>
              <a:ext cx="24" cy="37"/>
            </a:xfrm>
            <a:custGeom>
              <a:avLst/>
              <a:gdLst>
                <a:gd name="T0" fmla="*/ 0 w 15"/>
                <a:gd name="T1" fmla="*/ 0 h 21"/>
                <a:gd name="T2" fmla="*/ 157 w 15"/>
                <a:gd name="T3" fmla="*/ 35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7" y="2"/>
                    <a:pt x="8" y="18"/>
                    <a:pt x="15" y="2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01" name="Freeform 332">
              <a:extLst>
                <a:ext uri="{FF2B5EF4-FFF2-40B4-BE49-F238E27FC236}">
                  <a16:creationId xmlns:a16="http://schemas.microsoft.com/office/drawing/2014/main" id="{632BA78D-61F9-4114-BB1D-C392B5CFF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622"/>
              <a:ext cx="7" cy="47"/>
            </a:xfrm>
            <a:custGeom>
              <a:avLst/>
              <a:gdLst>
                <a:gd name="T0" fmla="*/ 0 w 4"/>
                <a:gd name="T1" fmla="*/ 0 h 27"/>
                <a:gd name="T2" fmla="*/ 49 w 4"/>
                <a:gd name="T3" fmla="*/ 285 h 27"/>
                <a:gd name="T4" fmla="*/ 65 w 4"/>
                <a:gd name="T5" fmla="*/ 43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7">
                  <a:moveTo>
                    <a:pt x="0" y="0"/>
                  </a:moveTo>
                  <a:cubicBezTo>
                    <a:pt x="1" y="6"/>
                    <a:pt x="2" y="12"/>
                    <a:pt x="3" y="18"/>
                  </a:cubicBezTo>
                  <a:cubicBezTo>
                    <a:pt x="3" y="21"/>
                    <a:pt x="3" y="25"/>
                    <a:pt x="4" y="2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02" name="Freeform 333">
              <a:extLst>
                <a:ext uri="{FF2B5EF4-FFF2-40B4-BE49-F238E27FC236}">
                  <a16:creationId xmlns:a16="http://schemas.microsoft.com/office/drawing/2014/main" id="{E0221EB1-DC99-4BD6-A154-61F4CDDCB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9"/>
              <a:ext cx="10" cy="40"/>
            </a:xfrm>
            <a:custGeom>
              <a:avLst/>
              <a:gdLst>
                <a:gd name="T0" fmla="*/ 62 w 6"/>
                <a:gd name="T1" fmla="*/ 0 h 23"/>
                <a:gd name="T2" fmla="*/ 13 w 6"/>
                <a:gd name="T3" fmla="*/ 237 h 23"/>
                <a:gd name="T4" fmla="*/ 0 w 6"/>
                <a:gd name="T5" fmla="*/ 36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3">
                  <a:moveTo>
                    <a:pt x="5" y="0"/>
                  </a:moveTo>
                  <a:cubicBezTo>
                    <a:pt x="6" y="3"/>
                    <a:pt x="2" y="11"/>
                    <a:pt x="1" y="15"/>
                  </a:cubicBezTo>
                  <a:cubicBezTo>
                    <a:pt x="1" y="18"/>
                    <a:pt x="0" y="21"/>
                    <a:pt x="0" y="2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03" name="Freeform 334">
              <a:extLst>
                <a:ext uri="{FF2B5EF4-FFF2-40B4-BE49-F238E27FC236}">
                  <a16:creationId xmlns:a16="http://schemas.microsoft.com/office/drawing/2014/main" id="{D0799B87-0007-4B57-A5A2-32A72E85C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669"/>
              <a:ext cx="21" cy="24"/>
            </a:xfrm>
            <a:custGeom>
              <a:avLst/>
              <a:gdLst>
                <a:gd name="T0" fmla="*/ 0 w 13"/>
                <a:gd name="T1" fmla="*/ 206 h 14"/>
                <a:gd name="T2" fmla="*/ 144 w 1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14"/>
                  </a:moveTo>
                  <a:cubicBezTo>
                    <a:pt x="5" y="12"/>
                    <a:pt x="9" y="4"/>
                    <a:pt x="13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04" name="Freeform 335">
              <a:extLst>
                <a:ext uri="{FF2B5EF4-FFF2-40B4-BE49-F238E27FC236}">
                  <a16:creationId xmlns:a16="http://schemas.microsoft.com/office/drawing/2014/main" id="{3BE42008-5BB9-4C6A-8B88-9285E8127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98"/>
              <a:ext cx="17" cy="32"/>
            </a:xfrm>
            <a:custGeom>
              <a:avLst/>
              <a:gdLst>
                <a:gd name="T0" fmla="*/ 141 w 10"/>
                <a:gd name="T1" fmla="*/ 0 h 18"/>
                <a:gd name="T2" fmla="*/ 0 w 10"/>
                <a:gd name="T3" fmla="*/ 32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7" y="6"/>
                    <a:pt x="2" y="12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05" name="Freeform 336">
              <a:extLst>
                <a:ext uri="{FF2B5EF4-FFF2-40B4-BE49-F238E27FC236}">
                  <a16:creationId xmlns:a16="http://schemas.microsoft.com/office/drawing/2014/main" id="{2172EC99-C1D8-43BD-87BA-B5C5B2D45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716"/>
              <a:ext cx="10" cy="44"/>
            </a:xfrm>
            <a:custGeom>
              <a:avLst/>
              <a:gdLst>
                <a:gd name="T0" fmla="*/ 0 w 6"/>
                <a:gd name="T1" fmla="*/ 421 h 25"/>
                <a:gd name="T2" fmla="*/ 78 w 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1" y="17"/>
                    <a:pt x="3" y="7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06" name="Freeform 337">
              <a:extLst>
                <a:ext uri="{FF2B5EF4-FFF2-40B4-BE49-F238E27FC236}">
                  <a16:creationId xmlns:a16="http://schemas.microsoft.com/office/drawing/2014/main" id="{F5DF65D5-C4C1-4DE9-B771-2D41A01E1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725"/>
              <a:ext cx="10" cy="47"/>
            </a:xfrm>
            <a:custGeom>
              <a:avLst/>
              <a:gdLst>
                <a:gd name="T0" fmla="*/ 0 w 6"/>
                <a:gd name="T1" fmla="*/ 0 h 27"/>
                <a:gd name="T2" fmla="*/ 55 w 6"/>
                <a:gd name="T3" fmla="*/ 43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0" y="0"/>
                  </a:moveTo>
                  <a:cubicBezTo>
                    <a:pt x="6" y="6"/>
                    <a:pt x="0" y="19"/>
                    <a:pt x="4" y="2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07" name="Freeform 338">
              <a:extLst>
                <a:ext uri="{FF2B5EF4-FFF2-40B4-BE49-F238E27FC236}">
                  <a16:creationId xmlns:a16="http://schemas.microsoft.com/office/drawing/2014/main" id="{AD2999B7-6442-4810-917C-C1480BCB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723"/>
              <a:ext cx="10" cy="49"/>
            </a:xfrm>
            <a:custGeom>
              <a:avLst/>
              <a:gdLst>
                <a:gd name="T0" fmla="*/ 0 w 6"/>
                <a:gd name="T1" fmla="*/ 0 h 28"/>
                <a:gd name="T2" fmla="*/ 37 w 6"/>
                <a:gd name="T3" fmla="*/ 285 h 28"/>
                <a:gd name="T4" fmla="*/ 78 w 6"/>
                <a:gd name="T5" fmla="*/ 46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8">
                  <a:moveTo>
                    <a:pt x="0" y="0"/>
                  </a:moveTo>
                  <a:cubicBezTo>
                    <a:pt x="3" y="3"/>
                    <a:pt x="3" y="13"/>
                    <a:pt x="3" y="17"/>
                  </a:cubicBezTo>
                  <a:cubicBezTo>
                    <a:pt x="4" y="21"/>
                    <a:pt x="4" y="25"/>
                    <a:pt x="6" y="2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08" name="Freeform 339">
              <a:extLst>
                <a:ext uri="{FF2B5EF4-FFF2-40B4-BE49-F238E27FC236}">
                  <a16:creationId xmlns:a16="http://schemas.microsoft.com/office/drawing/2014/main" id="{F6E5BA0C-933B-4814-9486-13E49B905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700"/>
              <a:ext cx="22" cy="25"/>
            </a:xfrm>
            <a:custGeom>
              <a:avLst/>
              <a:gdLst>
                <a:gd name="T0" fmla="*/ 0 w 13"/>
                <a:gd name="T1" fmla="*/ 0 h 14"/>
                <a:gd name="T2" fmla="*/ 181 w 13"/>
                <a:gd name="T3" fmla="*/ 2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3" y="5"/>
                    <a:pt x="9" y="9"/>
                    <a:pt x="13" y="14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09" name="Freeform 340">
              <a:extLst>
                <a:ext uri="{FF2B5EF4-FFF2-40B4-BE49-F238E27FC236}">
                  <a16:creationId xmlns:a16="http://schemas.microsoft.com/office/drawing/2014/main" id="{888F2110-E642-4C69-9537-079A7D66F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62"/>
              <a:ext cx="21" cy="8"/>
            </a:xfrm>
            <a:custGeom>
              <a:avLst/>
              <a:gdLst>
                <a:gd name="T0" fmla="*/ 144 w 13"/>
                <a:gd name="T1" fmla="*/ 54 h 5"/>
                <a:gd name="T2" fmla="*/ 0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5"/>
                  </a:moveTo>
                  <a:cubicBezTo>
                    <a:pt x="10" y="2"/>
                    <a:pt x="4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10" name="Freeform 341">
              <a:extLst>
                <a:ext uri="{FF2B5EF4-FFF2-40B4-BE49-F238E27FC236}">
                  <a16:creationId xmlns:a16="http://schemas.microsoft.com/office/drawing/2014/main" id="{2BA6F211-C5BB-4FED-9CC1-0A41C16F3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601"/>
              <a:ext cx="21" cy="12"/>
            </a:xfrm>
            <a:custGeom>
              <a:avLst/>
              <a:gdLst>
                <a:gd name="T0" fmla="*/ 144 w 13"/>
                <a:gd name="T1" fmla="*/ 106 h 7"/>
                <a:gd name="T2" fmla="*/ 0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cubicBezTo>
                    <a:pt x="9" y="6"/>
                    <a:pt x="5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11" name="Freeform 342">
              <a:extLst>
                <a:ext uri="{FF2B5EF4-FFF2-40B4-BE49-F238E27FC236}">
                  <a16:creationId xmlns:a16="http://schemas.microsoft.com/office/drawing/2014/main" id="{270B195C-2798-4FAE-B2CF-0DC6C7C3E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546"/>
              <a:ext cx="9" cy="44"/>
            </a:xfrm>
            <a:custGeom>
              <a:avLst/>
              <a:gdLst>
                <a:gd name="T0" fmla="*/ 48 w 6"/>
                <a:gd name="T1" fmla="*/ 421 h 25"/>
                <a:gd name="T2" fmla="*/ 0 w 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6" y="25"/>
                  </a:moveTo>
                  <a:cubicBezTo>
                    <a:pt x="1" y="20"/>
                    <a:pt x="1" y="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12" name="Freeform 343">
              <a:extLst>
                <a:ext uri="{FF2B5EF4-FFF2-40B4-BE49-F238E27FC236}">
                  <a16:creationId xmlns:a16="http://schemas.microsoft.com/office/drawing/2014/main" id="{15C28FEE-6A15-4A5C-933E-B5795A208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548"/>
              <a:ext cx="10" cy="47"/>
            </a:xfrm>
            <a:custGeom>
              <a:avLst/>
              <a:gdLst>
                <a:gd name="T0" fmla="*/ 55 w 6"/>
                <a:gd name="T1" fmla="*/ 0 h 27"/>
                <a:gd name="T2" fmla="*/ 22 w 6"/>
                <a:gd name="T3" fmla="*/ 299 h 27"/>
                <a:gd name="T4" fmla="*/ 0 w 6"/>
                <a:gd name="T5" fmla="*/ 43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7">
                  <a:moveTo>
                    <a:pt x="4" y="0"/>
                  </a:moveTo>
                  <a:cubicBezTo>
                    <a:pt x="6" y="5"/>
                    <a:pt x="3" y="14"/>
                    <a:pt x="2" y="19"/>
                  </a:cubicBezTo>
                  <a:cubicBezTo>
                    <a:pt x="1" y="22"/>
                    <a:pt x="1" y="25"/>
                    <a:pt x="0" y="2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13" name="Freeform 344">
              <a:extLst>
                <a:ext uri="{FF2B5EF4-FFF2-40B4-BE49-F238E27FC236}">
                  <a16:creationId xmlns:a16="http://schemas.microsoft.com/office/drawing/2014/main" id="{A89E982D-C56E-44EA-877F-A522ED310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606"/>
              <a:ext cx="23" cy="17"/>
            </a:xfrm>
            <a:custGeom>
              <a:avLst/>
              <a:gdLst>
                <a:gd name="T0" fmla="*/ 0 w 14"/>
                <a:gd name="T1" fmla="*/ 141 h 10"/>
                <a:gd name="T2" fmla="*/ 168 w 1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5" y="8"/>
                    <a:pt x="9" y="2"/>
                    <a:pt x="14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14" name="Freeform 345">
              <a:extLst>
                <a:ext uri="{FF2B5EF4-FFF2-40B4-BE49-F238E27FC236}">
                  <a16:creationId xmlns:a16="http://schemas.microsoft.com/office/drawing/2014/main" id="{F3D8FDC1-A808-4F73-9BFF-1D5D2C0C2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648"/>
              <a:ext cx="21" cy="16"/>
            </a:xfrm>
            <a:custGeom>
              <a:avLst/>
              <a:gdLst>
                <a:gd name="T0" fmla="*/ 144 w 13"/>
                <a:gd name="T1" fmla="*/ 0 h 9"/>
                <a:gd name="T2" fmla="*/ 0 w 13"/>
                <a:gd name="T3" fmla="*/ 15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8" y="2"/>
                    <a:pt x="5" y="7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15" name="Freeform 346">
              <a:extLst>
                <a:ext uri="{FF2B5EF4-FFF2-40B4-BE49-F238E27FC236}">
                  <a16:creationId xmlns:a16="http://schemas.microsoft.com/office/drawing/2014/main" id="{43866CAB-42E6-4A37-AC97-A6444979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683"/>
              <a:ext cx="16" cy="33"/>
            </a:xfrm>
            <a:custGeom>
              <a:avLst/>
              <a:gdLst>
                <a:gd name="T0" fmla="*/ 107 w 10"/>
                <a:gd name="T1" fmla="*/ 0 h 19"/>
                <a:gd name="T2" fmla="*/ 0 w 10"/>
                <a:gd name="T3" fmla="*/ 2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6" y="6"/>
                    <a:pt x="2" y="13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16" name="Freeform 347">
              <a:extLst>
                <a:ext uri="{FF2B5EF4-FFF2-40B4-BE49-F238E27FC236}">
                  <a16:creationId xmlns:a16="http://schemas.microsoft.com/office/drawing/2014/main" id="{6ABCBD6A-7FE0-40A3-A408-A43346409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707"/>
              <a:ext cx="7" cy="46"/>
            </a:xfrm>
            <a:custGeom>
              <a:avLst/>
              <a:gdLst>
                <a:gd name="T0" fmla="*/ 65 w 4"/>
                <a:gd name="T1" fmla="*/ 0 h 26"/>
                <a:gd name="T2" fmla="*/ 49 w 4"/>
                <a:gd name="T3" fmla="*/ 65 h 26"/>
                <a:gd name="T4" fmla="*/ 37 w 4"/>
                <a:gd name="T5" fmla="*/ 276 h 26"/>
                <a:gd name="T6" fmla="*/ 0 w 4"/>
                <a:gd name="T7" fmla="*/ 44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4" y="1"/>
                    <a:pt x="4" y="3"/>
                    <a:pt x="3" y="4"/>
                  </a:cubicBezTo>
                  <a:cubicBezTo>
                    <a:pt x="2" y="8"/>
                    <a:pt x="3" y="12"/>
                    <a:pt x="2" y="16"/>
                  </a:cubicBezTo>
                  <a:cubicBezTo>
                    <a:pt x="1" y="19"/>
                    <a:pt x="1" y="23"/>
                    <a:pt x="0" y="2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17" name="Freeform 348">
              <a:extLst>
                <a:ext uri="{FF2B5EF4-FFF2-40B4-BE49-F238E27FC236}">
                  <a16:creationId xmlns:a16="http://schemas.microsoft.com/office/drawing/2014/main" id="{48847A7D-36AE-4BFA-B5A6-9411A1519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705"/>
              <a:ext cx="13" cy="42"/>
            </a:xfrm>
            <a:custGeom>
              <a:avLst/>
              <a:gdLst>
                <a:gd name="T0" fmla="*/ 89 w 8"/>
                <a:gd name="T1" fmla="*/ 399 h 24"/>
                <a:gd name="T2" fmla="*/ 0 w 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24"/>
                  </a:moveTo>
                  <a:cubicBezTo>
                    <a:pt x="3" y="18"/>
                    <a:pt x="3" y="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18" name="Freeform 349">
              <a:extLst>
                <a:ext uri="{FF2B5EF4-FFF2-40B4-BE49-F238E27FC236}">
                  <a16:creationId xmlns:a16="http://schemas.microsoft.com/office/drawing/2014/main" id="{355F74EF-5345-418A-B265-DF25D46AB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681"/>
              <a:ext cx="22" cy="28"/>
            </a:xfrm>
            <a:custGeom>
              <a:avLst/>
              <a:gdLst>
                <a:gd name="T0" fmla="*/ 0 w 13"/>
                <a:gd name="T1" fmla="*/ 0 h 16"/>
                <a:gd name="T2" fmla="*/ 181 w 13"/>
                <a:gd name="T3" fmla="*/ 26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4" y="6"/>
                    <a:pt x="9" y="11"/>
                    <a:pt x="13" y="1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19" name="Freeform 350">
              <a:extLst>
                <a:ext uri="{FF2B5EF4-FFF2-40B4-BE49-F238E27FC236}">
                  <a16:creationId xmlns:a16="http://schemas.microsoft.com/office/drawing/2014/main" id="{316FFEFF-FEF3-4451-AD74-72D0418E3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1634"/>
              <a:ext cx="26" cy="24"/>
            </a:xfrm>
            <a:custGeom>
              <a:avLst/>
              <a:gdLst>
                <a:gd name="T0" fmla="*/ 180 w 16"/>
                <a:gd name="T1" fmla="*/ 206 h 14"/>
                <a:gd name="T2" fmla="*/ 0 w 1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14"/>
                  </a:moveTo>
                  <a:cubicBezTo>
                    <a:pt x="11" y="10"/>
                    <a:pt x="2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0" name="Freeform 351">
              <a:extLst>
                <a:ext uri="{FF2B5EF4-FFF2-40B4-BE49-F238E27FC236}">
                  <a16:creationId xmlns:a16="http://schemas.microsoft.com/office/drawing/2014/main" id="{8BB2D2BF-0354-43AE-955D-A0485C6CB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81"/>
              <a:ext cx="22" cy="37"/>
            </a:xfrm>
            <a:custGeom>
              <a:avLst/>
              <a:gdLst>
                <a:gd name="T0" fmla="*/ 0 w 13"/>
                <a:gd name="T1" fmla="*/ 0 h 21"/>
                <a:gd name="T2" fmla="*/ 120 w 13"/>
                <a:gd name="T3" fmla="*/ 241 h 21"/>
                <a:gd name="T4" fmla="*/ 181 w 13"/>
                <a:gd name="T5" fmla="*/ 358 h 21"/>
                <a:gd name="T6" fmla="*/ 181 w 13"/>
                <a:gd name="T7" fmla="*/ 35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2" y="5"/>
                    <a:pt x="7" y="9"/>
                    <a:pt x="9" y="14"/>
                  </a:cubicBezTo>
                  <a:cubicBezTo>
                    <a:pt x="11" y="17"/>
                    <a:pt x="11" y="19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1" name="Freeform 352">
              <a:extLst>
                <a:ext uri="{FF2B5EF4-FFF2-40B4-BE49-F238E27FC236}">
                  <a16:creationId xmlns:a16="http://schemas.microsoft.com/office/drawing/2014/main" id="{B3B53D7F-D969-46FD-BD00-1FBD0D3E8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553"/>
              <a:ext cx="4" cy="48"/>
            </a:xfrm>
            <a:custGeom>
              <a:avLst/>
              <a:gdLst>
                <a:gd name="T0" fmla="*/ 64 w 2"/>
                <a:gd name="T1" fmla="*/ 476 h 27"/>
                <a:gd name="T2" fmla="*/ 64 w 2"/>
                <a:gd name="T3" fmla="*/ 139 h 27"/>
                <a:gd name="T4" fmla="*/ 64 w 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7">
                  <a:moveTo>
                    <a:pt x="2" y="27"/>
                  </a:moveTo>
                  <a:cubicBezTo>
                    <a:pt x="0" y="21"/>
                    <a:pt x="2" y="14"/>
                    <a:pt x="2" y="8"/>
                  </a:cubicBezTo>
                  <a:cubicBezTo>
                    <a:pt x="2" y="5"/>
                    <a:pt x="2" y="3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2" name="Freeform 353">
              <a:extLst>
                <a:ext uri="{FF2B5EF4-FFF2-40B4-BE49-F238E27FC236}">
                  <a16:creationId xmlns:a16="http://schemas.microsoft.com/office/drawing/2014/main" id="{48F690FE-B274-40AB-B88F-5C92E3457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567"/>
              <a:ext cx="16" cy="44"/>
            </a:xfrm>
            <a:custGeom>
              <a:avLst/>
              <a:gdLst>
                <a:gd name="T0" fmla="*/ 107 w 10"/>
                <a:gd name="T1" fmla="*/ 0 h 25"/>
                <a:gd name="T2" fmla="*/ 21 w 10"/>
                <a:gd name="T3" fmla="*/ 306 h 25"/>
                <a:gd name="T4" fmla="*/ 0 w 10"/>
                <a:gd name="T5" fmla="*/ 4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10" y="0"/>
                  </a:moveTo>
                  <a:cubicBezTo>
                    <a:pt x="10" y="5"/>
                    <a:pt x="4" y="13"/>
                    <a:pt x="2" y="18"/>
                  </a:cubicBezTo>
                  <a:cubicBezTo>
                    <a:pt x="1" y="20"/>
                    <a:pt x="0" y="23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3" name="Freeform 354">
              <a:extLst>
                <a:ext uri="{FF2B5EF4-FFF2-40B4-BE49-F238E27FC236}">
                  <a16:creationId xmlns:a16="http://schemas.microsoft.com/office/drawing/2014/main" id="{80CC3A62-23E8-47A3-A413-7F6D26559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615"/>
              <a:ext cx="26" cy="29"/>
            </a:xfrm>
            <a:custGeom>
              <a:avLst/>
              <a:gdLst>
                <a:gd name="T0" fmla="*/ 0 w 16"/>
                <a:gd name="T1" fmla="*/ 244 h 17"/>
                <a:gd name="T2" fmla="*/ 180 w 1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17"/>
                  </a:moveTo>
                  <a:cubicBezTo>
                    <a:pt x="5" y="11"/>
                    <a:pt x="10" y="4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4" name="Freeform 355">
              <a:extLst>
                <a:ext uri="{FF2B5EF4-FFF2-40B4-BE49-F238E27FC236}">
                  <a16:creationId xmlns:a16="http://schemas.microsoft.com/office/drawing/2014/main" id="{14B8A117-B8EB-4791-8E88-12B501175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655"/>
              <a:ext cx="17" cy="33"/>
            </a:xfrm>
            <a:custGeom>
              <a:avLst/>
              <a:gdLst>
                <a:gd name="T0" fmla="*/ 141 w 10"/>
                <a:gd name="T1" fmla="*/ 0 h 19"/>
                <a:gd name="T2" fmla="*/ 44 w 10"/>
                <a:gd name="T3" fmla="*/ 221 h 19"/>
                <a:gd name="T4" fmla="*/ 0 w 10"/>
                <a:gd name="T5" fmla="*/ 29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8" y="4"/>
                    <a:pt x="5" y="9"/>
                    <a:pt x="3" y="14"/>
                  </a:cubicBezTo>
                  <a:cubicBezTo>
                    <a:pt x="2" y="16"/>
                    <a:pt x="1" y="18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5" name="Freeform 356">
              <a:extLst>
                <a:ext uri="{FF2B5EF4-FFF2-40B4-BE49-F238E27FC236}">
                  <a16:creationId xmlns:a16="http://schemas.microsoft.com/office/drawing/2014/main" id="{FB542616-DFE0-41E8-9B14-62E2793B5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681"/>
              <a:ext cx="10" cy="45"/>
            </a:xfrm>
            <a:custGeom>
              <a:avLst/>
              <a:gdLst>
                <a:gd name="T0" fmla="*/ 55 w 6"/>
                <a:gd name="T1" fmla="*/ 0 h 26"/>
                <a:gd name="T2" fmla="*/ 22 w 6"/>
                <a:gd name="T3" fmla="*/ 261 h 26"/>
                <a:gd name="T4" fmla="*/ 0 w 6"/>
                <a:gd name="T5" fmla="*/ 40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6">
                  <a:moveTo>
                    <a:pt x="4" y="0"/>
                  </a:moveTo>
                  <a:cubicBezTo>
                    <a:pt x="6" y="3"/>
                    <a:pt x="2" y="13"/>
                    <a:pt x="2" y="17"/>
                  </a:cubicBezTo>
                  <a:cubicBezTo>
                    <a:pt x="1" y="20"/>
                    <a:pt x="0" y="23"/>
                    <a:pt x="0" y="2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6" name="Freeform 357">
              <a:extLst>
                <a:ext uri="{FF2B5EF4-FFF2-40B4-BE49-F238E27FC236}">
                  <a16:creationId xmlns:a16="http://schemas.microsoft.com/office/drawing/2014/main" id="{1FFDA917-8673-4823-9971-C659503D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674"/>
              <a:ext cx="19" cy="33"/>
            </a:xfrm>
            <a:custGeom>
              <a:avLst/>
              <a:gdLst>
                <a:gd name="T0" fmla="*/ 120 w 12"/>
                <a:gd name="T1" fmla="*/ 299 h 19"/>
                <a:gd name="T2" fmla="*/ 40 w 12"/>
                <a:gd name="T3" fmla="*/ 90 h 19"/>
                <a:gd name="T4" fmla="*/ 21 w 12"/>
                <a:gd name="T5" fmla="*/ 28 h 19"/>
                <a:gd name="T6" fmla="*/ 13 w 12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12" y="19"/>
                  </a:moveTo>
                  <a:cubicBezTo>
                    <a:pt x="9" y="14"/>
                    <a:pt x="7" y="10"/>
                    <a:pt x="4" y="6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1"/>
                    <a:pt x="0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7" name="Freeform 358">
              <a:extLst>
                <a:ext uri="{FF2B5EF4-FFF2-40B4-BE49-F238E27FC236}">
                  <a16:creationId xmlns:a16="http://schemas.microsoft.com/office/drawing/2014/main" id="{1DDEED1C-8E4F-47E3-82DE-7D60E7AF4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634"/>
              <a:ext cx="18" cy="21"/>
            </a:xfrm>
            <a:custGeom>
              <a:avLst/>
              <a:gdLst>
                <a:gd name="T0" fmla="*/ 0 w 11"/>
                <a:gd name="T1" fmla="*/ 0 h 12"/>
                <a:gd name="T2" fmla="*/ 126 w 11"/>
                <a:gd name="T3" fmla="*/ 20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4"/>
                    <a:pt x="10" y="7"/>
                    <a:pt x="11" y="1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8" name="Freeform 359">
              <a:extLst>
                <a:ext uri="{FF2B5EF4-FFF2-40B4-BE49-F238E27FC236}">
                  <a16:creationId xmlns:a16="http://schemas.microsoft.com/office/drawing/2014/main" id="{EFF12AC7-5320-4174-8AEB-5B503C6DB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723"/>
              <a:ext cx="17" cy="19"/>
            </a:xfrm>
            <a:custGeom>
              <a:avLst/>
              <a:gdLst>
                <a:gd name="T0" fmla="*/ 99 w 10"/>
                <a:gd name="T1" fmla="*/ 62 h 11"/>
                <a:gd name="T2" fmla="*/ 128 w 10"/>
                <a:gd name="T3" fmla="*/ 149 h 11"/>
                <a:gd name="T4" fmla="*/ 26 w 10"/>
                <a:gd name="T5" fmla="*/ 123 h 11"/>
                <a:gd name="T6" fmla="*/ 15 w 10"/>
                <a:gd name="T7" fmla="*/ 16 h 11"/>
                <a:gd name="T8" fmla="*/ 99 w 10"/>
                <a:gd name="T9" fmla="*/ 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7" y="4"/>
                  </a:moveTo>
                  <a:cubicBezTo>
                    <a:pt x="9" y="6"/>
                    <a:pt x="10" y="9"/>
                    <a:pt x="9" y="10"/>
                  </a:cubicBezTo>
                  <a:cubicBezTo>
                    <a:pt x="7" y="11"/>
                    <a:pt x="4" y="10"/>
                    <a:pt x="2" y="8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5" y="1"/>
                    <a:pt x="7" y="4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9" name="Freeform 360">
              <a:extLst>
                <a:ext uri="{FF2B5EF4-FFF2-40B4-BE49-F238E27FC236}">
                  <a16:creationId xmlns:a16="http://schemas.microsoft.com/office/drawing/2014/main" id="{5C9E4FF1-3660-48E4-B70D-07B550D3C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751"/>
              <a:ext cx="21" cy="14"/>
            </a:xfrm>
            <a:custGeom>
              <a:avLst/>
              <a:gdLst>
                <a:gd name="T0" fmla="*/ 68 w 13"/>
                <a:gd name="T1" fmla="*/ 21 h 8"/>
                <a:gd name="T2" fmla="*/ 131 w 13"/>
                <a:gd name="T3" fmla="*/ 49 h 8"/>
                <a:gd name="T4" fmla="*/ 76 w 13"/>
                <a:gd name="T5" fmla="*/ 114 h 8"/>
                <a:gd name="T6" fmla="*/ 13 w 13"/>
                <a:gd name="T7" fmla="*/ 86 h 8"/>
                <a:gd name="T8" fmla="*/ 68 w 13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6" y="1"/>
                  </a:moveTo>
                  <a:cubicBezTo>
                    <a:pt x="9" y="0"/>
                    <a:pt x="12" y="1"/>
                    <a:pt x="12" y="3"/>
                  </a:cubicBezTo>
                  <a:cubicBezTo>
                    <a:pt x="13" y="4"/>
                    <a:pt x="10" y="6"/>
                    <a:pt x="7" y="7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4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0" name="Freeform 361">
              <a:extLst>
                <a:ext uri="{FF2B5EF4-FFF2-40B4-BE49-F238E27FC236}">
                  <a16:creationId xmlns:a16="http://schemas.microsoft.com/office/drawing/2014/main" id="{97152D05-22C8-46F3-9D03-71CCE9FED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726"/>
              <a:ext cx="21" cy="14"/>
            </a:xfrm>
            <a:custGeom>
              <a:avLst/>
              <a:gdLst>
                <a:gd name="T0" fmla="*/ 76 w 13"/>
                <a:gd name="T1" fmla="*/ 0 h 8"/>
                <a:gd name="T2" fmla="*/ 131 w 13"/>
                <a:gd name="T3" fmla="*/ 86 h 8"/>
                <a:gd name="T4" fmla="*/ 68 w 13"/>
                <a:gd name="T5" fmla="*/ 114 h 8"/>
                <a:gd name="T6" fmla="*/ 13 w 13"/>
                <a:gd name="T7" fmla="*/ 37 h 8"/>
                <a:gd name="T8" fmla="*/ 76 w 13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7" y="0"/>
                  </a:moveTo>
                  <a:cubicBezTo>
                    <a:pt x="11" y="1"/>
                    <a:pt x="13" y="3"/>
                    <a:pt x="12" y="5"/>
                  </a:cubicBezTo>
                  <a:cubicBezTo>
                    <a:pt x="12" y="7"/>
                    <a:pt x="9" y="8"/>
                    <a:pt x="6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0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1" name="Freeform 362">
              <a:extLst>
                <a:ext uri="{FF2B5EF4-FFF2-40B4-BE49-F238E27FC236}">
                  <a16:creationId xmlns:a16="http://schemas.microsoft.com/office/drawing/2014/main" id="{1D6319A3-1EA9-4425-9F8F-E0B53D4A0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697"/>
              <a:ext cx="21" cy="21"/>
            </a:xfrm>
            <a:custGeom>
              <a:avLst/>
              <a:gdLst>
                <a:gd name="T0" fmla="*/ 89 w 13"/>
                <a:gd name="T1" fmla="*/ 21 h 12"/>
                <a:gd name="T2" fmla="*/ 131 w 13"/>
                <a:gd name="T3" fmla="*/ 135 h 12"/>
                <a:gd name="T4" fmla="*/ 55 w 13"/>
                <a:gd name="T5" fmla="*/ 179 h 12"/>
                <a:gd name="T6" fmla="*/ 0 w 13"/>
                <a:gd name="T7" fmla="*/ 65 h 12"/>
                <a:gd name="T8" fmla="*/ 89 w 1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8" y="1"/>
                  </a:moveTo>
                  <a:cubicBezTo>
                    <a:pt x="11" y="2"/>
                    <a:pt x="13" y="5"/>
                    <a:pt x="12" y="8"/>
                  </a:cubicBezTo>
                  <a:cubicBezTo>
                    <a:pt x="11" y="10"/>
                    <a:pt x="8" y="12"/>
                    <a:pt x="5" y="11"/>
                  </a:cubicBezTo>
                  <a:cubicBezTo>
                    <a:pt x="2" y="10"/>
                    <a:pt x="0" y="7"/>
                    <a:pt x="0" y="4"/>
                  </a:cubicBezTo>
                  <a:cubicBezTo>
                    <a:pt x="1" y="2"/>
                    <a:pt x="4" y="0"/>
                    <a:pt x="8" y="1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2" name="Freeform 363">
              <a:extLst>
                <a:ext uri="{FF2B5EF4-FFF2-40B4-BE49-F238E27FC236}">
                  <a16:creationId xmlns:a16="http://schemas.microsoft.com/office/drawing/2014/main" id="{89F1C12F-6C9C-4E90-9885-02DAC6C6B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636"/>
              <a:ext cx="21" cy="21"/>
            </a:xfrm>
            <a:custGeom>
              <a:avLst/>
              <a:gdLst>
                <a:gd name="T0" fmla="*/ 89 w 13"/>
                <a:gd name="T1" fmla="*/ 21 h 12"/>
                <a:gd name="T2" fmla="*/ 131 w 13"/>
                <a:gd name="T3" fmla="*/ 135 h 12"/>
                <a:gd name="T4" fmla="*/ 55 w 13"/>
                <a:gd name="T5" fmla="*/ 179 h 12"/>
                <a:gd name="T6" fmla="*/ 13 w 13"/>
                <a:gd name="T7" fmla="*/ 65 h 12"/>
                <a:gd name="T8" fmla="*/ 89 w 1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8" y="1"/>
                  </a:moveTo>
                  <a:cubicBezTo>
                    <a:pt x="11" y="2"/>
                    <a:pt x="13" y="5"/>
                    <a:pt x="12" y="8"/>
                  </a:cubicBezTo>
                  <a:cubicBezTo>
                    <a:pt x="11" y="10"/>
                    <a:pt x="8" y="12"/>
                    <a:pt x="5" y="11"/>
                  </a:cubicBezTo>
                  <a:cubicBezTo>
                    <a:pt x="2" y="10"/>
                    <a:pt x="0" y="7"/>
                    <a:pt x="1" y="4"/>
                  </a:cubicBezTo>
                  <a:cubicBezTo>
                    <a:pt x="1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" name="Freeform 364">
              <a:extLst>
                <a:ext uri="{FF2B5EF4-FFF2-40B4-BE49-F238E27FC236}">
                  <a16:creationId xmlns:a16="http://schemas.microsoft.com/office/drawing/2014/main" id="{443893BD-BE73-4A1F-A4AF-5C47C9660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693"/>
              <a:ext cx="14" cy="19"/>
            </a:xfrm>
            <a:custGeom>
              <a:avLst/>
              <a:gdLst>
                <a:gd name="T0" fmla="*/ 49 w 8"/>
                <a:gd name="T1" fmla="*/ 0 h 11"/>
                <a:gd name="T2" fmla="*/ 114 w 8"/>
                <a:gd name="T3" fmla="*/ 62 h 11"/>
                <a:gd name="T4" fmla="*/ 102 w 8"/>
                <a:gd name="T5" fmla="*/ 149 h 11"/>
                <a:gd name="T6" fmla="*/ 21 w 8"/>
                <a:gd name="T7" fmla="*/ 86 h 11"/>
                <a:gd name="T8" fmla="*/ 49 w 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0"/>
                  </a:moveTo>
                  <a:cubicBezTo>
                    <a:pt x="4" y="0"/>
                    <a:pt x="6" y="1"/>
                    <a:pt x="7" y="4"/>
                  </a:cubicBezTo>
                  <a:cubicBezTo>
                    <a:pt x="8" y="7"/>
                    <a:pt x="7" y="9"/>
                    <a:pt x="6" y="10"/>
                  </a:cubicBezTo>
                  <a:cubicBezTo>
                    <a:pt x="4" y="11"/>
                    <a:pt x="2" y="9"/>
                    <a:pt x="1" y="6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" name="Freeform 365">
              <a:extLst>
                <a:ext uri="{FF2B5EF4-FFF2-40B4-BE49-F238E27FC236}">
                  <a16:creationId xmlns:a16="http://schemas.microsoft.com/office/drawing/2014/main" id="{998885E7-8171-4B4E-A538-F1D3EF622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721"/>
              <a:ext cx="18" cy="16"/>
            </a:xfrm>
            <a:custGeom>
              <a:avLst/>
              <a:gdLst>
                <a:gd name="T0" fmla="*/ 13 w 11"/>
                <a:gd name="T1" fmla="*/ 37 h 9"/>
                <a:gd name="T2" fmla="*/ 77 w 11"/>
                <a:gd name="T3" fmla="*/ 37 h 9"/>
                <a:gd name="T4" fmla="*/ 115 w 11"/>
                <a:gd name="T5" fmla="*/ 117 h 9"/>
                <a:gd name="T6" fmla="*/ 47 w 11"/>
                <a:gd name="T7" fmla="*/ 139 h 9"/>
                <a:gd name="T8" fmla="*/ 13 w 11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1" y="2"/>
                  </a:moveTo>
                  <a:cubicBezTo>
                    <a:pt x="1" y="1"/>
                    <a:pt x="4" y="0"/>
                    <a:pt x="7" y="2"/>
                  </a:cubicBezTo>
                  <a:cubicBezTo>
                    <a:pt x="9" y="3"/>
                    <a:pt x="11" y="5"/>
                    <a:pt x="10" y="7"/>
                  </a:cubicBezTo>
                  <a:cubicBezTo>
                    <a:pt x="9" y="8"/>
                    <a:pt x="7" y="9"/>
                    <a:pt x="4" y="8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5" name="Freeform 366">
              <a:extLst>
                <a:ext uri="{FF2B5EF4-FFF2-40B4-BE49-F238E27FC236}">
                  <a16:creationId xmlns:a16="http://schemas.microsoft.com/office/drawing/2014/main" id="{D2F6A6E4-9C04-4707-82D9-0048B80B8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560"/>
              <a:ext cx="18" cy="14"/>
            </a:xfrm>
            <a:custGeom>
              <a:avLst/>
              <a:gdLst>
                <a:gd name="T0" fmla="*/ 13 w 11"/>
                <a:gd name="T1" fmla="*/ 37 h 8"/>
                <a:gd name="T2" fmla="*/ 77 w 11"/>
                <a:gd name="T3" fmla="*/ 21 h 8"/>
                <a:gd name="T4" fmla="*/ 115 w 11"/>
                <a:gd name="T5" fmla="*/ 102 h 8"/>
                <a:gd name="T6" fmla="*/ 47 w 11"/>
                <a:gd name="T7" fmla="*/ 114 h 8"/>
                <a:gd name="T8" fmla="*/ 13 w 11"/>
                <a:gd name="T9" fmla="*/ 3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" y="2"/>
                  </a:move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1" y="5"/>
                    <a:pt x="10" y="6"/>
                  </a:cubicBezTo>
                  <a:cubicBezTo>
                    <a:pt x="9" y="8"/>
                    <a:pt x="7" y="8"/>
                    <a:pt x="4" y="7"/>
                  </a:cubicBezTo>
                  <a:cubicBezTo>
                    <a:pt x="2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6" name="Freeform 367">
              <a:extLst>
                <a:ext uri="{FF2B5EF4-FFF2-40B4-BE49-F238E27FC236}">
                  <a16:creationId xmlns:a16="http://schemas.microsoft.com/office/drawing/2014/main" id="{2DD48405-6D2A-4555-8EFE-41EBF793D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576"/>
              <a:ext cx="18" cy="12"/>
            </a:xfrm>
            <a:custGeom>
              <a:avLst/>
              <a:gdLst>
                <a:gd name="T0" fmla="*/ 13 w 11"/>
                <a:gd name="T1" fmla="*/ 45 h 7"/>
                <a:gd name="T2" fmla="*/ 70 w 11"/>
                <a:gd name="T3" fmla="*/ 0 h 7"/>
                <a:gd name="T4" fmla="*/ 126 w 11"/>
                <a:gd name="T5" fmla="*/ 62 h 7"/>
                <a:gd name="T6" fmla="*/ 56 w 11"/>
                <a:gd name="T7" fmla="*/ 106 h 7"/>
                <a:gd name="T8" fmla="*/ 13 w 11"/>
                <a:gd name="T9" fmla="*/ 4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1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9" y="1"/>
                    <a:pt x="11" y="2"/>
                    <a:pt x="11" y="4"/>
                  </a:cubicBezTo>
                  <a:cubicBezTo>
                    <a:pt x="11" y="6"/>
                    <a:pt x="8" y="7"/>
                    <a:pt x="5" y="7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7" name="Freeform 368">
              <a:extLst>
                <a:ext uri="{FF2B5EF4-FFF2-40B4-BE49-F238E27FC236}">
                  <a16:creationId xmlns:a16="http://schemas.microsoft.com/office/drawing/2014/main" id="{47C9B472-A005-4C6A-BCEA-D83F8CC8A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739"/>
              <a:ext cx="23" cy="15"/>
            </a:xfrm>
            <a:custGeom>
              <a:avLst/>
              <a:gdLst>
                <a:gd name="T0" fmla="*/ 13 w 14"/>
                <a:gd name="T1" fmla="*/ 55 h 9"/>
                <a:gd name="T2" fmla="*/ 95 w 14"/>
                <a:gd name="T3" fmla="*/ 0 h 9"/>
                <a:gd name="T4" fmla="*/ 168 w 14"/>
                <a:gd name="T5" fmla="*/ 62 h 9"/>
                <a:gd name="T6" fmla="*/ 89 w 14"/>
                <a:gd name="T7" fmla="*/ 117 h 9"/>
                <a:gd name="T8" fmla="*/ 13 w 14"/>
                <a:gd name="T9" fmla="*/ 5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" y="4"/>
                  </a:moveTo>
                  <a:cubicBezTo>
                    <a:pt x="1" y="1"/>
                    <a:pt x="4" y="0"/>
                    <a:pt x="8" y="0"/>
                  </a:cubicBezTo>
                  <a:cubicBezTo>
                    <a:pt x="12" y="1"/>
                    <a:pt x="14" y="3"/>
                    <a:pt x="14" y="5"/>
                  </a:cubicBezTo>
                  <a:cubicBezTo>
                    <a:pt x="14" y="8"/>
                    <a:pt x="11" y="9"/>
                    <a:pt x="7" y="9"/>
                  </a:cubicBezTo>
                  <a:cubicBezTo>
                    <a:pt x="3" y="8"/>
                    <a:pt x="0" y="6"/>
                    <a:pt x="1" y="4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8" name="Freeform 369">
              <a:extLst>
                <a:ext uri="{FF2B5EF4-FFF2-40B4-BE49-F238E27FC236}">
                  <a16:creationId xmlns:a16="http://schemas.microsoft.com/office/drawing/2014/main" id="{736A8F06-E8A9-409D-A2D2-671E4E501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726"/>
              <a:ext cx="23" cy="16"/>
            </a:xfrm>
            <a:custGeom>
              <a:avLst/>
              <a:gdLst>
                <a:gd name="T0" fmla="*/ 0 w 14"/>
                <a:gd name="T1" fmla="*/ 66 h 9"/>
                <a:gd name="T2" fmla="*/ 89 w 14"/>
                <a:gd name="T3" fmla="*/ 0 h 9"/>
                <a:gd name="T4" fmla="*/ 156 w 14"/>
                <a:gd name="T5" fmla="*/ 89 h 9"/>
                <a:gd name="T6" fmla="*/ 71 w 14"/>
                <a:gd name="T7" fmla="*/ 158 h 9"/>
                <a:gd name="T8" fmla="*/ 0 w 14"/>
                <a:gd name="T9" fmla="*/ 6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0" y="1"/>
                    <a:pt x="3" y="0"/>
                    <a:pt x="7" y="0"/>
                  </a:cubicBezTo>
                  <a:cubicBezTo>
                    <a:pt x="11" y="0"/>
                    <a:pt x="14" y="3"/>
                    <a:pt x="13" y="5"/>
                  </a:cubicBezTo>
                  <a:cubicBezTo>
                    <a:pt x="13" y="7"/>
                    <a:pt x="10" y="9"/>
                    <a:pt x="6" y="9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9" name="Freeform 370">
              <a:extLst>
                <a:ext uri="{FF2B5EF4-FFF2-40B4-BE49-F238E27FC236}">
                  <a16:creationId xmlns:a16="http://schemas.microsoft.com/office/drawing/2014/main" id="{79B54AD2-A9D0-4A6E-A99D-07BCE5F3E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09"/>
              <a:ext cx="23" cy="19"/>
            </a:xfrm>
            <a:custGeom>
              <a:avLst/>
              <a:gdLst>
                <a:gd name="T0" fmla="*/ 13 w 14"/>
                <a:gd name="T1" fmla="*/ 48 h 11"/>
                <a:gd name="T2" fmla="*/ 110 w 14"/>
                <a:gd name="T3" fmla="*/ 28 h 11"/>
                <a:gd name="T4" fmla="*/ 156 w 14"/>
                <a:gd name="T5" fmla="*/ 143 h 11"/>
                <a:gd name="T6" fmla="*/ 58 w 14"/>
                <a:gd name="T7" fmla="*/ 149 h 11"/>
                <a:gd name="T8" fmla="*/ 13 w 14"/>
                <a:gd name="T9" fmla="*/ 4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1" y="3"/>
                  </a:moveTo>
                  <a:cubicBezTo>
                    <a:pt x="2" y="1"/>
                    <a:pt x="5" y="0"/>
                    <a:pt x="9" y="2"/>
                  </a:cubicBezTo>
                  <a:cubicBezTo>
                    <a:pt x="12" y="4"/>
                    <a:pt x="14" y="7"/>
                    <a:pt x="13" y="9"/>
                  </a:cubicBezTo>
                  <a:cubicBezTo>
                    <a:pt x="11" y="11"/>
                    <a:pt x="8" y="11"/>
                    <a:pt x="5" y="10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0" name="Freeform 371">
              <a:extLst>
                <a:ext uri="{FF2B5EF4-FFF2-40B4-BE49-F238E27FC236}">
                  <a16:creationId xmlns:a16="http://schemas.microsoft.com/office/drawing/2014/main" id="{6CCE2CD5-C992-4FD6-8CEB-56E89C335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599"/>
              <a:ext cx="25" cy="19"/>
            </a:xfrm>
            <a:custGeom>
              <a:avLst/>
              <a:gdLst>
                <a:gd name="T0" fmla="*/ 22 w 15"/>
                <a:gd name="T1" fmla="*/ 28 h 11"/>
                <a:gd name="T2" fmla="*/ 130 w 15"/>
                <a:gd name="T3" fmla="*/ 28 h 11"/>
                <a:gd name="T4" fmla="*/ 172 w 15"/>
                <a:gd name="T5" fmla="*/ 143 h 11"/>
                <a:gd name="T6" fmla="*/ 62 w 15"/>
                <a:gd name="T7" fmla="*/ 143 h 11"/>
                <a:gd name="T8" fmla="*/ 22 w 15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2" y="2"/>
                  </a:moveTo>
                  <a:cubicBezTo>
                    <a:pt x="3" y="0"/>
                    <a:pt x="6" y="0"/>
                    <a:pt x="10" y="2"/>
                  </a:cubicBezTo>
                  <a:cubicBezTo>
                    <a:pt x="13" y="3"/>
                    <a:pt x="15" y="7"/>
                    <a:pt x="13" y="9"/>
                  </a:cubicBezTo>
                  <a:cubicBezTo>
                    <a:pt x="12" y="11"/>
                    <a:pt x="9" y="11"/>
                    <a:pt x="5" y="9"/>
                  </a:cubicBezTo>
                  <a:cubicBezTo>
                    <a:pt x="2" y="7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1" name="Freeform 372">
              <a:extLst>
                <a:ext uri="{FF2B5EF4-FFF2-40B4-BE49-F238E27FC236}">
                  <a16:creationId xmlns:a16="http://schemas.microsoft.com/office/drawing/2014/main" id="{909CCC22-989E-4745-AF05-98D763F7D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693"/>
              <a:ext cx="24" cy="21"/>
            </a:xfrm>
            <a:custGeom>
              <a:avLst/>
              <a:gdLst>
                <a:gd name="T0" fmla="*/ 13 w 15"/>
                <a:gd name="T1" fmla="*/ 114 h 12"/>
                <a:gd name="T2" fmla="*/ 67 w 15"/>
                <a:gd name="T3" fmla="*/ 21 h 12"/>
                <a:gd name="T4" fmla="*/ 144 w 15"/>
                <a:gd name="T5" fmla="*/ 86 h 12"/>
                <a:gd name="T6" fmla="*/ 86 w 15"/>
                <a:gd name="T7" fmla="*/ 200 h 12"/>
                <a:gd name="T8" fmla="*/ 13 w 15"/>
                <a:gd name="T9" fmla="*/ 11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1" y="7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2"/>
                    <a:pt x="14" y="5"/>
                  </a:cubicBezTo>
                  <a:cubicBezTo>
                    <a:pt x="15" y="8"/>
                    <a:pt x="12" y="11"/>
                    <a:pt x="8" y="12"/>
                  </a:cubicBezTo>
                  <a:cubicBezTo>
                    <a:pt x="5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2" name="Freeform 373">
              <a:extLst>
                <a:ext uri="{FF2B5EF4-FFF2-40B4-BE49-F238E27FC236}">
                  <a16:creationId xmlns:a16="http://schemas.microsoft.com/office/drawing/2014/main" id="{22BC645F-A6BB-4B0A-8FEA-F11F2D165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702"/>
              <a:ext cx="22" cy="21"/>
            </a:xfrm>
            <a:custGeom>
              <a:avLst/>
              <a:gdLst>
                <a:gd name="T0" fmla="*/ 14 w 13"/>
                <a:gd name="T1" fmla="*/ 172 h 12"/>
                <a:gd name="T2" fmla="*/ 58 w 13"/>
                <a:gd name="T3" fmla="*/ 49 h 12"/>
                <a:gd name="T4" fmla="*/ 166 w 13"/>
                <a:gd name="T5" fmla="*/ 37 h 12"/>
                <a:gd name="T6" fmla="*/ 120 w 13"/>
                <a:gd name="T7" fmla="*/ 172 h 12"/>
                <a:gd name="T8" fmla="*/ 14 w 13"/>
                <a:gd name="T9" fmla="*/ 17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" y="10"/>
                  </a:moveTo>
                  <a:cubicBezTo>
                    <a:pt x="0" y="8"/>
                    <a:pt x="1" y="5"/>
                    <a:pt x="4" y="3"/>
                  </a:cubicBezTo>
                  <a:cubicBezTo>
                    <a:pt x="7" y="1"/>
                    <a:pt x="10" y="0"/>
                    <a:pt x="12" y="2"/>
                  </a:cubicBezTo>
                  <a:cubicBezTo>
                    <a:pt x="13" y="4"/>
                    <a:pt x="12" y="7"/>
                    <a:pt x="9" y="10"/>
                  </a:cubicBezTo>
                  <a:cubicBezTo>
                    <a:pt x="6" y="12"/>
                    <a:pt x="2" y="12"/>
                    <a:pt x="1" y="10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3" name="Freeform 374">
              <a:extLst>
                <a:ext uri="{FF2B5EF4-FFF2-40B4-BE49-F238E27FC236}">
                  <a16:creationId xmlns:a16="http://schemas.microsoft.com/office/drawing/2014/main" id="{4CCB3C4E-2D96-444C-8148-47E529E5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573"/>
              <a:ext cx="24" cy="29"/>
            </a:xfrm>
            <a:custGeom>
              <a:avLst/>
              <a:gdLst>
                <a:gd name="T0" fmla="*/ 21 w 15"/>
                <a:gd name="T1" fmla="*/ 15 h 17"/>
                <a:gd name="T2" fmla="*/ 118 w 15"/>
                <a:gd name="T3" fmla="*/ 84 h 17"/>
                <a:gd name="T4" fmla="*/ 138 w 15"/>
                <a:gd name="T5" fmla="*/ 227 h 17"/>
                <a:gd name="T6" fmla="*/ 42 w 15"/>
                <a:gd name="T7" fmla="*/ 160 h 17"/>
                <a:gd name="T8" fmla="*/ 21 w 15"/>
                <a:gd name="T9" fmla="*/ 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2" y="1"/>
                  </a:moveTo>
                  <a:cubicBezTo>
                    <a:pt x="4" y="0"/>
                    <a:pt x="8" y="2"/>
                    <a:pt x="11" y="6"/>
                  </a:cubicBezTo>
                  <a:cubicBezTo>
                    <a:pt x="14" y="10"/>
                    <a:pt x="15" y="14"/>
                    <a:pt x="13" y="16"/>
                  </a:cubicBezTo>
                  <a:cubicBezTo>
                    <a:pt x="11" y="17"/>
                    <a:pt x="7" y="15"/>
                    <a:pt x="4" y="11"/>
                  </a:cubicBezTo>
                  <a:cubicBezTo>
                    <a:pt x="1" y="7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4" name="Freeform 375">
              <a:extLst>
                <a:ext uri="{FF2B5EF4-FFF2-40B4-BE49-F238E27FC236}">
                  <a16:creationId xmlns:a16="http://schemas.microsoft.com/office/drawing/2014/main" id="{B9A30566-730A-4654-866C-3623E67FC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569"/>
              <a:ext cx="20" cy="23"/>
            </a:xfrm>
            <a:custGeom>
              <a:avLst/>
              <a:gdLst>
                <a:gd name="T0" fmla="*/ 22 w 12"/>
                <a:gd name="T1" fmla="*/ 37 h 13"/>
                <a:gd name="T2" fmla="*/ 117 w 12"/>
                <a:gd name="T3" fmla="*/ 65 h 13"/>
                <a:gd name="T4" fmla="*/ 130 w 12"/>
                <a:gd name="T5" fmla="*/ 203 h 13"/>
                <a:gd name="T6" fmla="*/ 37 w 12"/>
                <a:gd name="T7" fmla="*/ 156 h 13"/>
                <a:gd name="T8" fmla="*/ 22 w 12"/>
                <a:gd name="T9" fmla="*/ 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2" y="2"/>
                  </a:moveTo>
                  <a:cubicBezTo>
                    <a:pt x="4" y="0"/>
                    <a:pt x="7" y="1"/>
                    <a:pt x="9" y="4"/>
                  </a:cubicBezTo>
                  <a:cubicBezTo>
                    <a:pt x="11" y="7"/>
                    <a:pt x="12" y="10"/>
                    <a:pt x="10" y="12"/>
                  </a:cubicBezTo>
                  <a:cubicBezTo>
                    <a:pt x="8" y="13"/>
                    <a:pt x="5" y="12"/>
                    <a:pt x="3" y="9"/>
                  </a:cubicBezTo>
                  <a:cubicBezTo>
                    <a:pt x="0" y="6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5" name="Freeform 376">
              <a:extLst>
                <a:ext uri="{FF2B5EF4-FFF2-40B4-BE49-F238E27FC236}">
                  <a16:creationId xmlns:a16="http://schemas.microsoft.com/office/drawing/2014/main" id="{33939024-1E99-4195-BFFD-13E9E8358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726"/>
              <a:ext cx="25" cy="20"/>
            </a:xfrm>
            <a:custGeom>
              <a:avLst/>
              <a:gdLst>
                <a:gd name="T0" fmla="*/ 13 w 15"/>
                <a:gd name="T1" fmla="*/ 162 h 11"/>
                <a:gd name="T2" fmla="*/ 78 w 15"/>
                <a:gd name="T3" fmla="*/ 44 h 11"/>
                <a:gd name="T4" fmla="*/ 175 w 15"/>
                <a:gd name="T5" fmla="*/ 53 h 11"/>
                <a:gd name="T6" fmla="*/ 117 w 15"/>
                <a:gd name="T7" fmla="*/ 175 h 11"/>
                <a:gd name="T8" fmla="*/ 13 w 15"/>
                <a:gd name="T9" fmla="*/ 1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1" y="8"/>
                  </a:moveTo>
                  <a:cubicBezTo>
                    <a:pt x="0" y="6"/>
                    <a:pt x="2" y="3"/>
                    <a:pt x="6" y="2"/>
                  </a:cubicBezTo>
                  <a:cubicBezTo>
                    <a:pt x="9" y="0"/>
                    <a:pt x="13" y="1"/>
                    <a:pt x="14" y="3"/>
                  </a:cubicBezTo>
                  <a:cubicBezTo>
                    <a:pt x="15" y="5"/>
                    <a:pt x="13" y="8"/>
                    <a:pt x="9" y="9"/>
                  </a:cubicBezTo>
                  <a:cubicBezTo>
                    <a:pt x="6" y="11"/>
                    <a:pt x="2" y="10"/>
                    <a:pt x="1" y="8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6" name="Freeform 377">
              <a:extLst>
                <a:ext uri="{FF2B5EF4-FFF2-40B4-BE49-F238E27FC236}">
                  <a16:creationId xmlns:a16="http://schemas.microsoft.com/office/drawing/2014/main" id="{F8D81ADC-5CEE-46DF-BD5C-B83E840F7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567"/>
              <a:ext cx="25" cy="20"/>
            </a:xfrm>
            <a:custGeom>
              <a:avLst/>
              <a:gdLst>
                <a:gd name="T0" fmla="*/ 13 w 15"/>
                <a:gd name="T1" fmla="*/ 175 h 11"/>
                <a:gd name="T2" fmla="*/ 62 w 15"/>
                <a:gd name="T3" fmla="*/ 44 h 11"/>
                <a:gd name="T4" fmla="*/ 172 w 15"/>
                <a:gd name="T5" fmla="*/ 53 h 11"/>
                <a:gd name="T6" fmla="*/ 117 w 15"/>
                <a:gd name="T7" fmla="*/ 198 h 11"/>
                <a:gd name="T8" fmla="*/ 13 w 15"/>
                <a:gd name="T9" fmla="*/ 17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1" y="9"/>
                  </a:moveTo>
                  <a:cubicBezTo>
                    <a:pt x="0" y="7"/>
                    <a:pt x="2" y="4"/>
                    <a:pt x="5" y="2"/>
                  </a:cubicBezTo>
                  <a:cubicBezTo>
                    <a:pt x="9" y="0"/>
                    <a:pt x="12" y="1"/>
                    <a:pt x="13" y="3"/>
                  </a:cubicBezTo>
                  <a:cubicBezTo>
                    <a:pt x="15" y="5"/>
                    <a:pt x="13" y="8"/>
                    <a:pt x="9" y="10"/>
                  </a:cubicBezTo>
                  <a:cubicBezTo>
                    <a:pt x="6" y="11"/>
                    <a:pt x="3" y="11"/>
                    <a:pt x="1" y="9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7" name="Freeform 378">
              <a:extLst>
                <a:ext uri="{FF2B5EF4-FFF2-40B4-BE49-F238E27FC236}">
                  <a16:creationId xmlns:a16="http://schemas.microsoft.com/office/drawing/2014/main" id="{AB84F0BB-0253-4105-8AB1-6F780DA1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747"/>
              <a:ext cx="19" cy="18"/>
            </a:xfrm>
            <a:custGeom>
              <a:avLst/>
              <a:gdLst>
                <a:gd name="T0" fmla="*/ 68 w 12"/>
                <a:gd name="T1" fmla="*/ 23 h 10"/>
                <a:gd name="T2" fmla="*/ 120 w 12"/>
                <a:gd name="T3" fmla="*/ 117 h 10"/>
                <a:gd name="T4" fmla="*/ 63 w 12"/>
                <a:gd name="T5" fmla="*/ 187 h 10"/>
                <a:gd name="T6" fmla="*/ 0 w 12"/>
                <a:gd name="T7" fmla="*/ 74 h 10"/>
                <a:gd name="T8" fmla="*/ 68 w 12"/>
                <a:gd name="T9" fmla="*/ 2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7" y="1"/>
                  </a:moveTo>
                  <a:cubicBezTo>
                    <a:pt x="10" y="1"/>
                    <a:pt x="12" y="4"/>
                    <a:pt x="12" y="6"/>
                  </a:cubicBezTo>
                  <a:cubicBezTo>
                    <a:pt x="12" y="9"/>
                    <a:pt x="9" y="10"/>
                    <a:pt x="6" y="10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1" y="2"/>
                    <a:pt x="4" y="0"/>
                    <a:pt x="7" y="1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8" name="Freeform 379">
              <a:extLst>
                <a:ext uri="{FF2B5EF4-FFF2-40B4-BE49-F238E27FC236}">
                  <a16:creationId xmlns:a16="http://schemas.microsoft.com/office/drawing/2014/main" id="{A3C1B4A0-5B54-4880-A340-5733BB79E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032"/>
              <a:ext cx="52" cy="65"/>
            </a:xfrm>
            <a:custGeom>
              <a:avLst/>
              <a:gdLst>
                <a:gd name="T0" fmla="*/ 254 w 32"/>
                <a:gd name="T1" fmla="*/ 21 h 37"/>
                <a:gd name="T2" fmla="*/ 21 w 32"/>
                <a:gd name="T3" fmla="*/ 237 h 37"/>
                <a:gd name="T4" fmla="*/ 180 w 32"/>
                <a:gd name="T5" fmla="*/ 502 h 37"/>
                <a:gd name="T6" fmla="*/ 215 w 32"/>
                <a:gd name="T7" fmla="*/ 416 h 37"/>
                <a:gd name="T8" fmla="*/ 270 w 32"/>
                <a:gd name="T9" fmla="*/ 374 h 37"/>
                <a:gd name="T10" fmla="*/ 349 w 32"/>
                <a:gd name="T11" fmla="*/ 216 h 37"/>
                <a:gd name="T12" fmla="*/ 270 w 32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7">
                  <a:moveTo>
                    <a:pt x="22" y="1"/>
                  </a:moveTo>
                  <a:cubicBezTo>
                    <a:pt x="15" y="1"/>
                    <a:pt x="5" y="7"/>
                    <a:pt x="2" y="14"/>
                  </a:cubicBezTo>
                  <a:cubicBezTo>
                    <a:pt x="0" y="21"/>
                    <a:pt x="8" y="37"/>
                    <a:pt x="16" y="30"/>
                  </a:cubicBezTo>
                  <a:cubicBezTo>
                    <a:pt x="17" y="30"/>
                    <a:pt x="18" y="26"/>
                    <a:pt x="19" y="25"/>
                  </a:cubicBezTo>
                  <a:cubicBezTo>
                    <a:pt x="20" y="23"/>
                    <a:pt x="23" y="24"/>
                    <a:pt x="24" y="22"/>
                  </a:cubicBezTo>
                  <a:cubicBezTo>
                    <a:pt x="27" y="20"/>
                    <a:pt x="30" y="17"/>
                    <a:pt x="31" y="13"/>
                  </a:cubicBezTo>
                  <a:cubicBezTo>
                    <a:pt x="32" y="8"/>
                    <a:pt x="30" y="0"/>
                    <a:pt x="24" y="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9" name="Freeform 380">
              <a:extLst>
                <a:ext uri="{FF2B5EF4-FFF2-40B4-BE49-F238E27FC236}">
                  <a16:creationId xmlns:a16="http://schemas.microsoft.com/office/drawing/2014/main" id="{AAFCA329-435B-4C5E-A3C8-37B6AB182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128"/>
              <a:ext cx="61" cy="44"/>
            </a:xfrm>
            <a:custGeom>
              <a:avLst/>
              <a:gdLst>
                <a:gd name="T0" fmla="*/ 96 w 37"/>
                <a:gd name="T1" fmla="*/ 174 h 25"/>
                <a:gd name="T2" fmla="*/ 282 w 37"/>
                <a:gd name="T3" fmla="*/ 338 h 25"/>
                <a:gd name="T4" fmla="*/ 96 w 37"/>
                <a:gd name="T5" fmla="*/ 17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5">
                  <a:moveTo>
                    <a:pt x="8" y="10"/>
                  </a:moveTo>
                  <a:cubicBezTo>
                    <a:pt x="7" y="0"/>
                    <a:pt x="37" y="9"/>
                    <a:pt x="23" y="20"/>
                  </a:cubicBezTo>
                  <a:cubicBezTo>
                    <a:pt x="17" y="25"/>
                    <a:pt x="0" y="17"/>
                    <a:pt x="8" y="1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50" name="Freeform 381">
              <a:extLst>
                <a:ext uri="{FF2B5EF4-FFF2-40B4-BE49-F238E27FC236}">
                  <a16:creationId xmlns:a16="http://schemas.microsoft.com/office/drawing/2014/main" id="{C72F51F8-E8FD-45BA-8EA0-591B9BEB5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999"/>
              <a:ext cx="60" cy="84"/>
            </a:xfrm>
            <a:custGeom>
              <a:avLst/>
              <a:gdLst>
                <a:gd name="T0" fmla="*/ 376 w 37"/>
                <a:gd name="T1" fmla="*/ 399 h 48"/>
                <a:gd name="T2" fmla="*/ 157 w 37"/>
                <a:gd name="T3" fmla="*/ 788 h 48"/>
                <a:gd name="T4" fmla="*/ 246 w 37"/>
                <a:gd name="T5" fmla="*/ 677 h 48"/>
                <a:gd name="T6" fmla="*/ 323 w 37"/>
                <a:gd name="T7" fmla="*/ 628 h 48"/>
                <a:gd name="T8" fmla="*/ 376 w 37"/>
                <a:gd name="T9" fmla="*/ 39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8">
                  <a:moveTo>
                    <a:pt x="33" y="24"/>
                  </a:moveTo>
                  <a:cubicBezTo>
                    <a:pt x="10" y="0"/>
                    <a:pt x="0" y="48"/>
                    <a:pt x="14" y="48"/>
                  </a:cubicBezTo>
                  <a:cubicBezTo>
                    <a:pt x="18" y="48"/>
                    <a:pt x="19" y="43"/>
                    <a:pt x="22" y="41"/>
                  </a:cubicBezTo>
                  <a:cubicBezTo>
                    <a:pt x="24" y="39"/>
                    <a:pt x="27" y="39"/>
                    <a:pt x="29" y="38"/>
                  </a:cubicBezTo>
                  <a:cubicBezTo>
                    <a:pt x="32" y="35"/>
                    <a:pt x="37" y="27"/>
                    <a:pt x="33" y="2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51" name="Freeform 382">
              <a:extLst>
                <a:ext uri="{FF2B5EF4-FFF2-40B4-BE49-F238E27FC236}">
                  <a16:creationId xmlns:a16="http://schemas.microsoft.com/office/drawing/2014/main" id="{7821EF92-AEDC-4867-9D14-8FCA6FC69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032"/>
              <a:ext cx="69" cy="42"/>
            </a:xfrm>
            <a:custGeom>
              <a:avLst/>
              <a:gdLst>
                <a:gd name="T0" fmla="*/ 421 w 42"/>
                <a:gd name="T1" fmla="*/ 86 h 24"/>
                <a:gd name="T2" fmla="*/ 192 w 42"/>
                <a:gd name="T3" fmla="*/ 86 h 24"/>
                <a:gd name="T4" fmla="*/ 71 w 42"/>
                <a:gd name="T5" fmla="*/ 327 h 24"/>
                <a:gd name="T6" fmla="*/ 192 w 42"/>
                <a:gd name="T7" fmla="*/ 301 h 24"/>
                <a:gd name="T8" fmla="*/ 315 w 42"/>
                <a:gd name="T9" fmla="*/ 264 h 24"/>
                <a:gd name="T10" fmla="*/ 442 w 42"/>
                <a:gd name="T11" fmla="*/ 10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4">
                  <a:moveTo>
                    <a:pt x="35" y="5"/>
                  </a:moveTo>
                  <a:cubicBezTo>
                    <a:pt x="29" y="0"/>
                    <a:pt x="22" y="0"/>
                    <a:pt x="16" y="5"/>
                  </a:cubicBezTo>
                  <a:cubicBezTo>
                    <a:pt x="13" y="8"/>
                    <a:pt x="0" y="15"/>
                    <a:pt x="6" y="20"/>
                  </a:cubicBezTo>
                  <a:cubicBezTo>
                    <a:pt x="9" y="24"/>
                    <a:pt x="13" y="20"/>
                    <a:pt x="16" y="18"/>
                  </a:cubicBezTo>
                  <a:cubicBezTo>
                    <a:pt x="21" y="15"/>
                    <a:pt x="21" y="15"/>
                    <a:pt x="26" y="16"/>
                  </a:cubicBezTo>
                  <a:cubicBezTo>
                    <a:pt x="33" y="17"/>
                    <a:pt x="42" y="16"/>
                    <a:pt x="37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52" name="Freeform 383">
              <a:extLst>
                <a:ext uri="{FF2B5EF4-FFF2-40B4-BE49-F238E27FC236}">
                  <a16:creationId xmlns:a16="http://schemas.microsoft.com/office/drawing/2014/main" id="{3AD08E3A-A03E-434D-9368-B550C099A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022"/>
              <a:ext cx="44" cy="54"/>
            </a:xfrm>
            <a:custGeom>
              <a:avLst/>
              <a:gdLst>
                <a:gd name="T0" fmla="*/ 290 w 27"/>
                <a:gd name="T1" fmla="*/ 148 h 31"/>
                <a:gd name="T2" fmla="*/ 47 w 27"/>
                <a:gd name="T3" fmla="*/ 85 h 31"/>
                <a:gd name="T4" fmla="*/ 34 w 27"/>
                <a:gd name="T5" fmla="*/ 413 h 31"/>
                <a:gd name="T6" fmla="*/ 240 w 27"/>
                <a:gd name="T7" fmla="*/ 385 h 31"/>
                <a:gd name="T8" fmla="*/ 311 w 27"/>
                <a:gd name="T9" fmla="*/ 17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25" y="9"/>
                  </a:moveTo>
                  <a:cubicBezTo>
                    <a:pt x="22" y="5"/>
                    <a:pt x="8" y="0"/>
                    <a:pt x="4" y="5"/>
                  </a:cubicBezTo>
                  <a:cubicBezTo>
                    <a:pt x="1" y="7"/>
                    <a:pt x="0" y="23"/>
                    <a:pt x="3" y="26"/>
                  </a:cubicBezTo>
                  <a:cubicBezTo>
                    <a:pt x="6" y="31"/>
                    <a:pt x="19" y="28"/>
                    <a:pt x="21" y="24"/>
                  </a:cubicBezTo>
                  <a:cubicBezTo>
                    <a:pt x="24" y="21"/>
                    <a:pt x="23" y="13"/>
                    <a:pt x="27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53" name="Freeform 384">
              <a:extLst>
                <a:ext uri="{FF2B5EF4-FFF2-40B4-BE49-F238E27FC236}">
                  <a16:creationId xmlns:a16="http://schemas.microsoft.com/office/drawing/2014/main" id="{E02B5138-3ECA-47E4-97C2-BFF65FE2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39"/>
              <a:ext cx="100" cy="66"/>
            </a:xfrm>
            <a:custGeom>
              <a:avLst/>
              <a:gdLst>
                <a:gd name="T0" fmla="*/ 667 w 61"/>
                <a:gd name="T1" fmla="*/ 109 h 38"/>
                <a:gd name="T2" fmla="*/ 392 w 61"/>
                <a:gd name="T3" fmla="*/ 63 h 38"/>
                <a:gd name="T4" fmla="*/ 282 w 61"/>
                <a:gd name="T5" fmla="*/ 347 h 38"/>
                <a:gd name="T6" fmla="*/ 92 w 61"/>
                <a:gd name="T7" fmla="*/ 271 h 38"/>
                <a:gd name="T8" fmla="*/ 13 w 61"/>
                <a:gd name="T9" fmla="*/ 455 h 38"/>
                <a:gd name="T10" fmla="*/ 282 w 61"/>
                <a:gd name="T11" fmla="*/ 393 h 38"/>
                <a:gd name="T12" fmla="*/ 408 w 61"/>
                <a:gd name="T13" fmla="*/ 384 h 38"/>
                <a:gd name="T14" fmla="*/ 475 w 61"/>
                <a:gd name="T15" fmla="*/ 234 h 38"/>
                <a:gd name="T16" fmla="*/ 669 w 61"/>
                <a:gd name="T17" fmla="*/ 10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38">
                  <a:moveTo>
                    <a:pt x="56" y="7"/>
                  </a:moveTo>
                  <a:cubicBezTo>
                    <a:pt x="48" y="4"/>
                    <a:pt x="42" y="0"/>
                    <a:pt x="33" y="4"/>
                  </a:cubicBezTo>
                  <a:cubicBezTo>
                    <a:pt x="27" y="8"/>
                    <a:pt x="24" y="15"/>
                    <a:pt x="24" y="22"/>
                  </a:cubicBezTo>
                  <a:cubicBezTo>
                    <a:pt x="19" y="22"/>
                    <a:pt x="13" y="16"/>
                    <a:pt x="8" y="17"/>
                  </a:cubicBezTo>
                  <a:cubicBezTo>
                    <a:pt x="3" y="18"/>
                    <a:pt x="0" y="25"/>
                    <a:pt x="1" y="29"/>
                  </a:cubicBezTo>
                  <a:cubicBezTo>
                    <a:pt x="6" y="22"/>
                    <a:pt x="22" y="38"/>
                    <a:pt x="24" y="25"/>
                  </a:cubicBezTo>
                  <a:cubicBezTo>
                    <a:pt x="29" y="25"/>
                    <a:pt x="31" y="27"/>
                    <a:pt x="35" y="24"/>
                  </a:cubicBezTo>
                  <a:cubicBezTo>
                    <a:pt x="38" y="21"/>
                    <a:pt x="37" y="17"/>
                    <a:pt x="40" y="15"/>
                  </a:cubicBezTo>
                  <a:cubicBezTo>
                    <a:pt x="45" y="12"/>
                    <a:pt x="61" y="16"/>
                    <a:pt x="57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54" name="Freeform 385">
              <a:extLst>
                <a:ext uri="{FF2B5EF4-FFF2-40B4-BE49-F238E27FC236}">
                  <a16:creationId xmlns:a16="http://schemas.microsoft.com/office/drawing/2014/main" id="{C87334EA-0255-46E5-896D-D61171C21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112"/>
              <a:ext cx="72" cy="86"/>
            </a:xfrm>
            <a:custGeom>
              <a:avLst/>
              <a:gdLst>
                <a:gd name="T0" fmla="*/ 350 w 44"/>
                <a:gd name="T1" fmla="*/ 65 h 49"/>
                <a:gd name="T2" fmla="*/ 165 w 44"/>
                <a:gd name="T3" fmla="*/ 37 h 49"/>
                <a:gd name="T4" fmla="*/ 47 w 44"/>
                <a:gd name="T5" fmla="*/ 416 h 49"/>
                <a:gd name="T6" fmla="*/ 350 w 44"/>
                <a:gd name="T7" fmla="*/ 6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9">
                  <a:moveTo>
                    <a:pt x="30" y="4"/>
                  </a:moveTo>
                  <a:cubicBezTo>
                    <a:pt x="28" y="0"/>
                    <a:pt x="19" y="1"/>
                    <a:pt x="14" y="2"/>
                  </a:cubicBezTo>
                  <a:cubicBezTo>
                    <a:pt x="4" y="5"/>
                    <a:pt x="0" y="16"/>
                    <a:pt x="4" y="25"/>
                  </a:cubicBezTo>
                  <a:cubicBezTo>
                    <a:pt x="14" y="49"/>
                    <a:pt x="44" y="16"/>
                    <a:pt x="30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55" name="Freeform 386">
              <a:extLst>
                <a:ext uri="{FF2B5EF4-FFF2-40B4-BE49-F238E27FC236}">
                  <a16:creationId xmlns:a16="http://schemas.microsoft.com/office/drawing/2014/main" id="{9232C943-D67C-44D0-884A-743524497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043"/>
              <a:ext cx="98" cy="66"/>
            </a:xfrm>
            <a:custGeom>
              <a:avLst/>
              <a:gdLst>
                <a:gd name="T0" fmla="*/ 69 w 60"/>
                <a:gd name="T1" fmla="*/ 603 h 38"/>
                <a:gd name="T2" fmla="*/ 13 w 60"/>
                <a:gd name="T3" fmla="*/ 429 h 38"/>
                <a:gd name="T4" fmla="*/ 243 w 60"/>
                <a:gd name="T5" fmla="*/ 156 h 38"/>
                <a:gd name="T6" fmla="*/ 675 w 60"/>
                <a:gd name="T7" fmla="*/ 257 h 38"/>
                <a:gd name="T8" fmla="*/ 536 w 60"/>
                <a:gd name="T9" fmla="*/ 299 h 38"/>
                <a:gd name="T10" fmla="*/ 315 w 60"/>
                <a:gd name="T11" fmla="*/ 347 h 38"/>
                <a:gd name="T12" fmla="*/ 69 w 60"/>
                <a:gd name="T13" fmla="*/ 57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8">
                  <a:moveTo>
                    <a:pt x="6" y="38"/>
                  </a:moveTo>
                  <a:cubicBezTo>
                    <a:pt x="3" y="35"/>
                    <a:pt x="0" y="32"/>
                    <a:pt x="1" y="27"/>
                  </a:cubicBezTo>
                  <a:cubicBezTo>
                    <a:pt x="3" y="19"/>
                    <a:pt x="15" y="12"/>
                    <a:pt x="21" y="10"/>
                  </a:cubicBezTo>
                  <a:cubicBezTo>
                    <a:pt x="28" y="7"/>
                    <a:pt x="60" y="0"/>
                    <a:pt x="58" y="16"/>
                  </a:cubicBezTo>
                  <a:cubicBezTo>
                    <a:pt x="57" y="21"/>
                    <a:pt x="51" y="19"/>
                    <a:pt x="46" y="19"/>
                  </a:cubicBezTo>
                  <a:cubicBezTo>
                    <a:pt x="39" y="18"/>
                    <a:pt x="33" y="18"/>
                    <a:pt x="27" y="22"/>
                  </a:cubicBezTo>
                  <a:cubicBezTo>
                    <a:pt x="20" y="26"/>
                    <a:pt x="12" y="32"/>
                    <a:pt x="6" y="3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56" name="Freeform 387">
              <a:extLst>
                <a:ext uri="{FF2B5EF4-FFF2-40B4-BE49-F238E27FC236}">
                  <a16:creationId xmlns:a16="http://schemas.microsoft.com/office/drawing/2014/main" id="{41DE3AA3-8558-40B6-A32B-ADFBFC087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156"/>
              <a:ext cx="40" cy="37"/>
            </a:xfrm>
            <a:custGeom>
              <a:avLst/>
              <a:gdLst>
                <a:gd name="T0" fmla="*/ 261 w 25"/>
                <a:gd name="T1" fmla="*/ 102 h 21"/>
                <a:gd name="T2" fmla="*/ 118 w 25"/>
                <a:gd name="T3" fmla="*/ 21 h 21"/>
                <a:gd name="T4" fmla="*/ 54 w 25"/>
                <a:gd name="T5" fmla="*/ 289 h 21"/>
                <a:gd name="T6" fmla="*/ 144 w 25"/>
                <a:gd name="T7" fmla="*/ 224 h 21"/>
                <a:gd name="T8" fmla="*/ 240 w 25"/>
                <a:gd name="T9" fmla="*/ 11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6"/>
                  </a:moveTo>
                  <a:cubicBezTo>
                    <a:pt x="21" y="3"/>
                    <a:pt x="16" y="0"/>
                    <a:pt x="11" y="1"/>
                  </a:cubicBezTo>
                  <a:cubicBezTo>
                    <a:pt x="6" y="2"/>
                    <a:pt x="0" y="12"/>
                    <a:pt x="5" y="17"/>
                  </a:cubicBezTo>
                  <a:cubicBezTo>
                    <a:pt x="9" y="21"/>
                    <a:pt x="10" y="14"/>
                    <a:pt x="14" y="13"/>
                  </a:cubicBezTo>
                  <a:cubicBezTo>
                    <a:pt x="18" y="12"/>
                    <a:pt x="24" y="15"/>
                    <a:pt x="23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57" name="Freeform 388">
              <a:extLst>
                <a:ext uri="{FF2B5EF4-FFF2-40B4-BE49-F238E27FC236}">
                  <a16:creationId xmlns:a16="http://schemas.microsoft.com/office/drawing/2014/main" id="{19C22FE8-A5A4-4496-89B5-766E56B59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090"/>
              <a:ext cx="47" cy="36"/>
            </a:xfrm>
            <a:custGeom>
              <a:avLst/>
              <a:gdLst>
                <a:gd name="T0" fmla="*/ 280 w 29"/>
                <a:gd name="T1" fmla="*/ 77 h 21"/>
                <a:gd name="T2" fmla="*/ 89 w 29"/>
                <a:gd name="T3" fmla="*/ 26 h 21"/>
                <a:gd name="T4" fmla="*/ 55 w 29"/>
                <a:gd name="T5" fmla="*/ 252 h 21"/>
                <a:gd name="T6" fmla="*/ 131 w 29"/>
                <a:gd name="T7" fmla="*/ 226 h 21"/>
                <a:gd name="T8" fmla="*/ 199 w 29"/>
                <a:gd name="T9" fmla="*/ 206 h 21"/>
                <a:gd name="T10" fmla="*/ 288 w 29"/>
                <a:gd name="T11" fmla="*/ 8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5" y="5"/>
                  </a:moveTo>
                  <a:cubicBezTo>
                    <a:pt x="20" y="4"/>
                    <a:pt x="13" y="0"/>
                    <a:pt x="8" y="2"/>
                  </a:cubicBezTo>
                  <a:cubicBezTo>
                    <a:pt x="3" y="4"/>
                    <a:pt x="0" y="12"/>
                    <a:pt x="5" y="17"/>
                  </a:cubicBezTo>
                  <a:cubicBezTo>
                    <a:pt x="9" y="21"/>
                    <a:pt x="8" y="17"/>
                    <a:pt x="12" y="15"/>
                  </a:cubicBezTo>
                  <a:cubicBezTo>
                    <a:pt x="15" y="13"/>
                    <a:pt x="15" y="14"/>
                    <a:pt x="18" y="14"/>
                  </a:cubicBezTo>
                  <a:cubicBezTo>
                    <a:pt x="23" y="13"/>
                    <a:pt x="29" y="13"/>
                    <a:pt x="26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58" name="Freeform 389">
              <a:extLst>
                <a:ext uri="{FF2B5EF4-FFF2-40B4-BE49-F238E27FC236}">
                  <a16:creationId xmlns:a16="http://schemas.microsoft.com/office/drawing/2014/main" id="{E980BD98-0530-4970-A2D8-3AA5C1CE9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036"/>
              <a:ext cx="52" cy="42"/>
            </a:xfrm>
            <a:custGeom>
              <a:avLst/>
              <a:gdLst>
                <a:gd name="T0" fmla="*/ 293 w 32"/>
                <a:gd name="T1" fmla="*/ 49 h 24"/>
                <a:gd name="T2" fmla="*/ 89 w 32"/>
                <a:gd name="T3" fmla="*/ 102 h 24"/>
                <a:gd name="T4" fmla="*/ 55 w 32"/>
                <a:gd name="T5" fmla="*/ 350 h 24"/>
                <a:gd name="T6" fmla="*/ 143 w 32"/>
                <a:gd name="T7" fmla="*/ 313 h 24"/>
                <a:gd name="T8" fmla="*/ 232 w 32"/>
                <a:gd name="T9" fmla="*/ 236 h 24"/>
                <a:gd name="T10" fmla="*/ 293 w 32"/>
                <a:gd name="T11" fmla="*/ 8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4">
                  <a:moveTo>
                    <a:pt x="26" y="3"/>
                  </a:moveTo>
                  <a:cubicBezTo>
                    <a:pt x="19" y="1"/>
                    <a:pt x="13" y="0"/>
                    <a:pt x="8" y="6"/>
                  </a:cubicBezTo>
                  <a:cubicBezTo>
                    <a:pt x="5" y="9"/>
                    <a:pt x="0" y="18"/>
                    <a:pt x="5" y="21"/>
                  </a:cubicBezTo>
                  <a:cubicBezTo>
                    <a:pt x="9" y="24"/>
                    <a:pt x="10" y="21"/>
                    <a:pt x="12" y="19"/>
                  </a:cubicBezTo>
                  <a:cubicBezTo>
                    <a:pt x="15" y="15"/>
                    <a:pt x="15" y="15"/>
                    <a:pt x="20" y="14"/>
                  </a:cubicBezTo>
                  <a:cubicBezTo>
                    <a:pt x="23" y="13"/>
                    <a:pt x="32" y="9"/>
                    <a:pt x="26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59" name="Freeform 390">
              <a:extLst>
                <a:ext uri="{FF2B5EF4-FFF2-40B4-BE49-F238E27FC236}">
                  <a16:creationId xmlns:a16="http://schemas.microsoft.com/office/drawing/2014/main" id="{94E2AE40-6783-4EB0-A014-51624193F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09"/>
              <a:ext cx="57" cy="58"/>
            </a:xfrm>
            <a:custGeom>
              <a:avLst/>
              <a:gdLst>
                <a:gd name="T0" fmla="*/ 311 w 35"/>
                <a:gd name="T1" fmla="*/ 49 h 33"/>
                <a:gd name="T2" fmla="*/ 169 w 35"/>
                <a:gd name="T3" fmla="*/ 37 h 33"/>
                <a:gd name="T4" fmla="*/ 34 w 35"/>
                <a:gd name="T5" fmla="*/ 237 h 33"/>
                <a:gd name="T6" fmla="*/ 90 w 35"/>
                <a:gd name="T7" fmla="*/ 531 h 33"/>
                <a:gd name="T8" fmla="*/ 147 w 35"/>
                <a:gd name="T9" fmla="*/ 401 h 33"/>
                <a:gd name="T10" fmla="*/ 254 w 35"/>
                <a:gd name="T11" fmla="*/ 286 h 33"/>
                <a:gd name="T12" fmla="*/ 324 w 35"/>
                <a:gd name="T13" fmla="*/ 6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">
                  <a:moveTo>
                    <a:pt x="27" y="3"/>
                  </a:moveTo>
                  <a:cubicBezTo>
                    <a:pt x="25" y="0"/>
                    <a:pt x="18" y="1"/>
                    <a:pt x="15" y="2"/>
                  </a:cubicBezTo>
                  <a:cubicBezTo>
                    <a:pt x="8" y="3"/>
                    <a:pt x="4" y="8"/>
                    <a:pt x="3" y="14"/>
                  </a:cubicBezTo>
                  <a:cubicBezTo>
                    <a:pt x="2" y="18"/>
                    <a:pt x="0" y="33"/>
                    <a:pt x="8" y="32"/>
                  </a:cubicBezTo>
                  <a:cubicBezTo>
                    <a:pt x="10" y="31"/>
                    <a:pt x="11" y="26"/>
                    <a:pt x="13" y="24"/>
                  </a:cubicBezTo>
                  <a:cubicBezTo>
                    <a:pt x="15" y="20"/>
                    <a:pt x="18" y="19"/>
                    <a:pt x="22" y="17"/>
                  </a:cubicBezTo>
                  <a:cubicBezTo>
                    <a:pt x="26" y="15"/>
                    <a:pt x="35" y="9"/>
                    <a:pt x="28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60" name="Freeform 391">
              <a:extLst>
                <a:ext uri="{FF2B5EF4-FFF2-40B4-BE49-F238E27FC236}">
                  <a16:creationId xmlns:a16="http://schemas.microsoft.com/office/drawing/2014/main" id="{840CE477-9246-4FA3-8F1B-1A972D804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107"/>
              <a:ext cx="59" cy="47"/>
            </a:xfrm>
            <a:custGeom>
              <a:avLst/>
              <a:gdLst>
                <a:gd name="T0" fmla="*/ 49 w 36"/>
                <a:gd name="T1" fmla="*/ 172 h 27"/>
                <a:gd name="T2" fmla="*/ 346 w 36"/>
                <a:gd name="T3" fmla="*/ 127 h 27"/>
                <a:gd name="T4" fmla="*/ 316 w 36"/>
                <a:gd name="T5" fmla="*/ 406 h 27"/>
                <a:gd name="T6" fmla="*/ 261 w 36"/>
                <a:gd name="T7" fmla="*/ 299 h 27"/>
                <a:gd name="T8" fmla="*/ 180 w 36"/>
                <a:gd name="T9" fmla="*/ 285 h 27"/>
                <a:gd name="T10" fmla="*/ 56 w 36"/>
                <a:gd name="T11" fmla="*/ 17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7">
                  <a:moveTo>
                    <a:pt x="4" y="11"/>
                  </a:moveTo>
                  <a:cubicBezTo>
                    <a:pt x="4" y="0"/>
                    <a:pt x="24" y="2"/>
                    <a:pt x="29" y="8"/>
                  </a:cubicBezTo>
                  <a:cubicBezTo>
                    <a:pt x="32" y="11"/>
                    <a:pt x="36" y="27"/>
                    <a:pt x="27" y="25"/>
                  </a:cubicBezTo>
                  <a:cubicBezTo>
                    <a:pt x="25" y="24"/>
                    <a:pt x="24" y="20"/>
                    <a:pt x="22" y="19"/>
                  </a:cubicBezTo>
                  <a:cubicBezTo>
                    <a:pt x="20" y="17"/>
                    <a:pt x="18" y="18"/>
                    <a:pt x="15" y="18"/>
                  </a:cubicBezTo>
                  <a:cubicBezTo>
                    <a:pt x="13" y="17"/>
                    <a:pt x="0" y="14"/>
                    <a:pt x="5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61" name="Freeform 392">
              <a:extLst>
                <a:ext uri="{FF2B5EF4-FFF2-40B4-BE49-F238E27FC236}">
                  <a16:creationId xmlns:a16="http://schemas.microsoft.com/office/drawing/2014/main" id="{9955E889-5D06-486F-9EBA-29979DFFC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013"/>
              <a:ext cx="63" cy="61"/>
            </a:xfrm>
            <a:custGeom>
              <a:avLst/>
              <a:gdLst>
                <a:gd name="T0" fmla="*/ 417 w 39"/>
                <a:gd name="T1" fmla="*/ 91 h 35"/>
                <a:gd name="T2" fmla="*/ 157 w 39"/>
                <a:gd name="T3" fmla="*/ 85 h 35"/>
                <a:gd name="T4" fmla="*/ 89 w 39"/>
                <a:gd name="T5" fmla="*/ 471 h 35"/>
                <a:gd name="T6" fmla="*/ 212 w 39"/>
                <a:gd name="T7" fmla="*/ 483 h 35"/>
                <a:gd name="T8" fmla="*/ 267 w 39"/>
                <a:gd name="T9" fmla="*/ 286 h 35"/>
                <a:gd name="T10" fmla="*/ 397 w 39"/>
                <a:gd name="T11" fmla="*/ 213 h 35"/>
                <a:gd name="T12" fmla="*/ 417 w 39"/>
                <a:gd name="T13" fmla="*/ 8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5">
                  <a:moveTo>
                    <a:pt x="38" y="6"/>
                  </a:moveTo>
                  <a:cubicBezTo>
                    <a:pt x="33" y="0"/>
                    <a:pt x="19" y="1"/>
                    <a:pt x="14" y="5"/>
                  </a:cubicBezTo>
                  <a:cubicBezTo>
                    <a:pt x="6" y="10"/>
                    <a:pt x="0" y="20"/>
                    <a:pt x="8" y="29"/>
                  </a:cubicBezTo>
                  <a:cubicBezTo>
                    <a:pt x="11" y="33"/>
                    <a:pt x="17" y="35"/>
                    <a:pt x="19" y="30"/>
                  </a:cubicBezTo>
                  <a:cubicBezTo>
                    <a:pt x="21" y="25"/>
                    <a:pt x="17" y="21"/>
                    <a:pt x="24" y="18"/>
                  </a:cubicBezTo>
                  <a:cubicBezTo>
                    <a:pt x="28" y="17"/>
                    <a:pt x="32" y="18"/>
                    <a:pt x="36" y="13"/>
                  </a:cubicBezTo>
                  <a:cubicBezTo>
                    <a:pt x="38" y="11"/>
                    <a:pt x="39" y="8"/>
                    <a:pt x="38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62" name="Freeform 393">
              <a:extLst>
                <a:ext uri="{FF2B5EF4-FFF2-40B4-BE49-F238E27FC236}">
                  <a16:creationId xmlns:a16="http://schemas.microsoft.com/office/drawing/2014/main" id="{772C119A-DF2B-46D2-9102-3234EAE24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018"/>
              <a:ext cx="80" cy="56"/>
            </a:xfrm>
            <a:custGeom>
              <a:avLst/>
              <a:gdLst>
                <a:gd name="T0" fmla="*/ 113 w 49"/>
                <a:gd name="T1" fmla="*/ 527 h 32"/>
                <a:gd name="T2" fmla="*/ 91 w 49"/>
                <a:gd name="T3" fmla="*/ 151 h 32"/>
                <a:gd name="T4" fmla="*/ 518 w 49"/>
                <a:gd name="T5" fmla="*/ 151 h 32"/>
                <a:gd name="T6" fmla="*/ 439 w 49"/>
                <a:gd name="T7" fmla="*/ 301 h 32"/>
                <a:gd name="T8" fmla="*/ 269 w 49"/>
                <a:gd name="T9" fmla="*/ 285 h 32"/>
                <a:gd name="T10" fmla="*/ 235 w 49"/>
                <a:gd name="T11" fmla="*/ 478 h 32"/>
                <a:gd name="T12" fmla="*/ 126 w 49"/>
                <a:gd name="T13" fmla="*/ 50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2">
                  <a:moveTo>
                    <a:pt x="10" y="32"/>
                  </a:moveTo>
                  <a:cubicBezTo>
                    <a:pt x="2" y="26"/>
                    <a:pt x="0" y="15"/>
                    <a:pt x="8" y="9"/>
                  </a:cubicBezTo>
                  <a:cubicBezTo>
                    <a:pt x="16" y="3"/>
                    <a:pt x="38" y="0"/>
                    <a:pt x="45" y="9"/>
                  </a:cubicBezTo>
                  <a:cubicBezTo>
                    <a:pt x="49" y="15"/>
                    <a:pt x="44" y="20"/>
                    <a:pt x="38" y="18"/>
                  </a:cubicBezTo>
                  <a:cubicBezTo>
                    <a:pt x="33" y="16"/>
                    <a:pt x="27" y="12"/>
                    <a:pt x="23" y="17"/>
                  </a:cubicBezTo>
                  <a:cubicBezTo>
                    <a:pt x="20" y="20"/>
                    <a:pt x="23" y="25"/>
                    <a:pt x="20" y="29"/>
                  </a:cubicBezTo>
                  <a:cubicBezTo>
                    <a:pt x="18" y="31"/>
                    <a:pt x="14" y="31"/>
                    <a:pt x="11" y="3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63" name="Freeform 394">
              <a:extLst>
                <a:ext uri="{FF2B5EF4-FFF2-40B4-BE49-F238E27FC236}">
                  <a16:creationId xmlns:a16="http://schemas.microsoft.com/office/drawing/2014/main" id="{34F914C6-DDA3-4F5D-9BB7-D4349143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100"/>
              <a:ext cx="64" cy="56"/>
            </a:xfrm>
            <a:custGeom>
              <a:avLst/>
              <a:gdLst>
                <a:gd name="T0" fmla="*/ 407 w 39"/>
                <a:gd name="T1" fmla="*/ 86 h 32"/>
                <a:gd name="T2" fmla="*/ 80 w 39"/>
                <a:gd name="T3" fmla="*/ 135 h 32"/>
                <a:gd name="T4" fmla="*/ 151 w 39"/>
                <a:gd name="T5" fmla="*/ 462 h 32"/>
                <a:gd name="T6" fmla="*/ 282 w 39"/>
                <a:gd name="T7" fmla="*/ 376 h 32"/>
                <a:gd name="T8" fmla="*/ 394 w 39"/>
                <a:gd name="T9" fmla="*/ 285 h 32"/>
                <a:gd name="T10" fmla="*/ 415 w 39"/>
                <a:gd name="T11" fmla="*/ 8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2">
                  <a:moveTo>
                    <a:pt x="34" y="5"/>
                  </a:moveTo>
                  <a:cubicBezTo>
                    <a:pt x="26" y="0"/>
                    <a:pt x="13" y="2"/>
                    <a:pt x="7" y="8"/>
                  </a:cubicBezTo>
                  <a:cubicBezTo>
                    <a:pt x="0" y="14"/>
                    <a:pt x="1" y="32"/>
                    <a:pt x="13" y="28"/>
                  </a:cubicBezTo>
                  <a:cubicBezTo>
                    <a:pt x="17" y="27"/>
                    <a:pt x="20" y="24"/>
                    <a:pt x="24" y="23"/>
                  </a:cubicBezTo>
                  <a:cubicBezTo>
                    <a:pt x="28" y="21"/>
                    <a:pt x="30" y="21"/>
                    <a:pt x="33" y="17"/>
                  </a:cubicBezTo>
                  <a:cubicBezTo>
                    <a:pt x="35" y="14"/>
                    <a:pt x="39" y="8"/>
                    <a:pt x="35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64" name="Freeform 395">
              <a:extLst>
                <a:ext uri="{FF2B5EF4-FFF2-40B4-BE49-F238E27FC236}">
                  <a16:creationId xmlns:a16="http://schemas.microsoft.com/office/drawing/2014/main" id="{6194AD72-4F87-40CE-8769-17AD550DD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097"/>
              <a:ext cx="75" cy="31"/>
            </a:xfrm>
            <a:custGeom>
              <a:avLst/>
              <a:gdLst>
                <a:gd name="T0" fmla="*/ 528 w 46"/>
                <a:gd name="T1" fmla="*/ 210 h 18"/>
                <a:gd name="T2" fmla="*/ 290 w 46"/>
                <a:gd name="T3" fmla="*/ 28 h 18"/>
                <a:gd name="T4" fmla="*/ 126 w 46"/>
                <a:gd name="T5" fmla="*/ 83 h 18"/>
                <a:gd name="T6" fmla="*/ 13 w 46"/>
                <a:gd name="T7" fmla="*/ 62 h 18"/>
                <a:gd name="T8" fmla="*/ 68 w 46"/>
                <a:gd name="T9" fmla="*/ 210 h 18"/>
                <a:gd name="T10" fmla="*/ 256 w 46"/>
                <a:gd name="T11" fmla="*/ 210 h 18"/>
                <a:gd name="T12" fmla="*/ 426 w 46"/>
                <a:gd name="T13" fmla="*/ 246 h 18"/>
                <a:gd name="T14" fmla="*/ 515 w 46"/>
                <a:gd name="T15" fmla="*/ 21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8">
                  <a:moveTo>
                    <a:pt x="46" y="14"/>
                  </a:moveTo>
                  <a:cubicBezTo>
                    <a:pt x="46" y="5"/>
                    <a:pt x="32" y="0"/>
                    <a:pt x="25" y="2"/>
                  </a:cubicBezTo>
                  <a:cubicBezTo>
                    <a:pt x="20" y="3"/>
                    <a:pt x="16" y="5"/>
                    <a:pt x="11" y="5"/>
                  </a:cubicBezTo>
                  <a:cubicBezTo>
                    <a:pt x="9" y="5"/>
                    <a:pt x="3" y="1"/>
                    <a:pt x="1" y="4"/>
                  </a:cubicBezTo>
                  <a:cubicBezTo>
                    <a:pt x="0" y="7"/>
                    <a:pt x="4" y="13"/>
                    <a:pt x="6" y="14"/>
                  </a:cubicBezTo>
                  <a:cubicBezTo>
                    <a:pt x="10" y="17"/>
                    <a:pt x="17" y="15"/>
                    <a:pt x="22" y="14"/>
                  </a:cubicBezTo>
                  <a:cubicBezTo>
                    <a:pt x="28" y="14"/>
                    <a:pt x="31" y="14"/>
                    <a:pt x="37" y="16"/>
                  </a:cubicBezTo>
                  <a:cubicBezTo>
                    <a:pt x="41" y="18"/>
                    <a:pt x="42" y="16"/>
                    <a:pt x="45" y="1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65" name="Freeform 396">
              <a:extLst>
                <a:ext uri="{FF2B5EF4-FFF2-40B4-BE49-F238E27FC236}">
                  <a16:creationId xmlns:a16="http://schemas.microsoft.com/office/drawing/2014/main" id="{68727335-D144-4223-9567-465275EBA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40"/>
              <a:ext cx="67" cy="49"/>
            </a:xfrm>
            <a:custGeom>
              <a:avLst/>
              <a:gdLst>
                <a:gd name="T0" fmla="*/ 459 w 41"/>
                <a:gd name="T1" fmla="*/ 114 h 28"/>
                <a:gd name="T2" fmla="*/ 185 w 41"/>
                <a:gd name="T3" fmla="*/ 21 h 28"/>
                <a:gd name="T4" fmla="*/ 109 w 41"/>
                <a:gd name="T5" fmla="*/ 65 h 28"/>
                <a:gd name="T6" fmla="*/ 0 w 41"/>
                <a:gd name="T7" fmla="*/ 327 h 28"/>
                <a:gd name="T8" fmla="*/ 109 w 41"/>
                <a:gd name="T9" fmla="*/ 441 h 28"/>
                <a:gd name="T10" fmla="*/ 222 w 41"/>
                <a:gd name="T11" fmla="*/ 313 h 28"/>
                <a:gd name="T12" fmla="*/ 363 w 41"/>
                <a:gd name="T13" fmla="*/ 264 h 28"/>
                <a:gd name="T14" fmla="*/ 441 w 41"/>
                <a:gd name="T15" fmla="*/ 249 h 28"/>
                <a:gd name="T16" fmla="*/ 476 w 41"/>
                <a:gd name="T17" fmla="*/ 15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28">
                  <a:moveTo>
                    <a:pt x="39" y="7"/>
                  </a:moveTo>
                  <a:cubicBezTo>
                    <a:pt x="32" y="3"/>
                    <a:pt x="24" y="0"/>
                    <a:pt x="16" y="1"/>
                  </a:cubicBezTo>
                  <a:cubicBezTo>
                    <a:pt x="14" y="2"/>
                    <a:pt x="11" y="2"/>
                    <a:pt x="9" y="4"/>
                  </a:cubicBezTo>
                  <a:cubicBezTo>
                    <a:pt x="5" y="6"/>
                    <a:pt x="0" y="15"/>
                    <a:pt x="0" y="20"/>
                  </a:cubicBezTo>
                  <a:cubicBezTo>
                    <a:pt x="0" y="24"/>
                    <a:pt x="6" y="28"/>
                    <a:pt x="9" y="27"/>
                  </a:cubicBezTo>
                  <a:cubicBezTo>
                    <a:pt x="13" y="26"/>
                    <a:pt x="16" y="21"/>
                    <a:pt x="19" y="19"/>
                  </a:cubicBezTo>
                  <a:cubicBezTo>
                    <a:pt x="23" y="16"/>
                    <a:pt x="27" y="15"/>
                    <a:pt x="31" y="16"/>
                  </a:cubicBezTo>
                  <a:cubicBezTo>
                    <a:pt x="34" y="17"/>
                    <a:pt x="35" y="18"/>
                    <a:pt x="38" y="15"/>
                  </a:cubicBezTo>
                  <a:cubicBezTo>
                    <a:pt x="40" y="13"/>
                    <a:pt x="41" y="12"/>
                    <a:pt x="41" y="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66" name="Freeform 397">
              <a:extLst>
                <a:ext uri="{FF2B5EF4-FFF2-40B4-BE49-F238E27FC236}">
                  <a16:creationId xmlns:a16="http://schemas.microsoft.com/office/drawing/2014/main" id="{5F635ABD-A858-43D0-8EAE-06C460AA4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013"/>
              <a:ext cx="77" cy="61"/>
            </a:xfrm>
            <a:custGeom>
              <a:avLst/>
              <a:gdLst>
                <a:gd name="T0" fmla="*/ 115 w 47"/>
                <a:gd name="T1" fmla="*/ 561 h 35"/>
                <a:gd name="T2" fmla="*/ 236 w 47"/>
                <a:gd name="T3" fmla="*/ 91 h 35"/>
                <a:gd name="T4" fmla="*/ 441 w 47"/>
                <a:gd name="T5" fmla="*/ 28 h 35"/>
                <a:gd name="T6" fmla="*/ 542 w 47"/>
                <a:gd name="T7" fmla="*/ 213 h 35"/>
                <a:gd name="T8" fmla="*/ 247 w 47"/>
                <a:gd name="T9" fmla="*/ 322 h 35"/>
                <a:gd name="T10" fmla="*/ 129 w 47"/>
                <a:gd name="T11" fmla="*/ 54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35">
                  <a:moveTo>
                    <a:pt x="10" y="35"/>
                  </a:moveTo>
                  <a:cubicBezTo>
                    <a:pt x="0" y="26"/>
                    <a:pt x="12" y="11"/>
                    <a:pt x="20" y="6"/>
                  </a:cubicBezTo>
                  <a:cubicBezTo>
                    <a:pt x="25" y="3"/>
                    <a:pt x="31" y="0"/>
                    <a:pt x="37" y="2"/>
                  </a:cubicBezTo>
                  <a:cubicBezTo>
                    <a:pt x="42" y="4"/>
                    <a:pt x="47" y="7"/>
                    <a:pt x="46" y="13"/>
                  </a:cubicBezTo>
                  <a:cubicBezTo>
                    <a:pt x="38" y="15"/>
                    <a:pt x="25" y="10"/>
                    <a:pt x="21" y="20"/>
                  </a:cubicBezTo>
                  <a:cubicBezTo>
                    <a:pt x="17" y="28"/>
                    <a:pt x="21" y="34"/>
                    <a:pt x="11" y="3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67" name="Freeform 398">
              <a:extLst>
                <a:ext uri="{FF2B5EF4-FFF2-40B4-BE49-F238E27FC236}">
                  <a16:creationId xmlns:a16="http://schemas.microsoft.com/office/drawing/2014/main" id="{DB5C23F5-00D0-47B2-996E-B5D2D2EE2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020"/>
              <a:ext cx="72" cy="70"/>
            </a:xfrm>
            <a:custGeom>
              <a:avLst/>
              <a:gdLst>
                <a:gd name="T0" fmla="*/ 151 w 44"/>
                <a:gd name="T1" fmla="*/ 592 h 40"/>
                <a:gd name="T2" fmla="*/ 77 w 44"/>
                <a:gd name="T3" fmla="*/ 179 h 40"/>
                <a:gd name="T4" fmla="*/ 425 w 44"/>
                <a:gd name="T5" fmla="*/ 114 h 40"/>
                <a:gd name="T6" fmla="*/ 260 w 44"/>
                <a:gd name="T7" fmla="*/ 327 h 40"/>
                <a:gd name="T8" fmla="*/ 151 w 44"/>
                <a:gd name="T9" fmla="*/ 57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0">
                  <a:moveTo>
                    <a:pt x="13" y="36"/>
                  </a:moveTo>
                  <a:cubicBezTo>
                    <a:pt x="2" y="33"/>
                    <a:pt x="0" y="18"/>
                    <a:pt x="7" y="11"/>
                  </a:cubicBezTo>
                  <a:cubicBezTo>
                    <a:pt x="12" y="4"/>
                    <a:pt x="29" y="0"/>
                    <a:pt x="36" y="7"/>
                  </a:cubicBezTo>
                  <a:cubicBezTo>
                    <a:pt x="44" y="16"/>
                    <a:pt x="25" y="15"/>
                    <a:pt x="22" y="20"/>
                  </a:cubicBezTo>
                  <a:cubicBezTo>
                    <a:pt x="21" y="23"/>
                    <a:pt x="22" y="40"/>
                    <a:pt x="13" y="3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68" name="Freeform 399">
              <a:extLst>
                <a:ext uri="{FF2B5EF4-FFF2-40B4-BE49-F238E27FC236}">
                  <a16:creationId xmlns:a16="http://schemas.microsoft.com/office/drawing/2014/main" id="{99BFCC47-8B10-4645-A7A9-E53B43C8C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025"/>
              <a:ext cx="61" cy="53"/>
            </a:xfrm>
            <a:custGeom>
              <a:avLst/>
              <a:gdLst>
                <a:gd name="T0" fmla="*/ 35 w 37"/>
                <a:gd name="T1" fmla="*/ 496 h 30"/>
                <a:gd name="T2" fmla="*/ 13 w 37"/>
                <a:gd name="T3" fmla="*/ 330 h 30"/>
                <a:gd name="T4" fmla="*/ 134 w 37"/>
                <a:gd name="T5" fmla="*/ 87 h 30"/>
                <a:gd name="T6" fmla="*/ 429 w 37"/>
                <a:gd name="T7" fmla="*/ 187 h 30"/>
                <a:gd name="T8" fmla="*/ 414 w 37"/>
                <a:gd name="T9" fmla="*/ 359 h 30"/>
                <a:gd name="T10" fmla="*/ 297 w 37"/>
                <a:gd name="T11" fmla="*/ 396 h 30"/>
                <a:gd name="T12" fmla="*/ 193 w 37"/>
                <a:gd name="T13" fmla="*/ 496 h 30"/>
                <a:gd name="T14" fmla="*/ 71 w 37"/>
                <a:gd name="T15" fmla="*/ 496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0">
                  <a:moveTo>
                    <a:pt x="3" y="29"/>
                  </a:moveTo>
                  <a:cubicBezTo>
                    <a:pt x="0" y="30"/>
                    <a:pt x="0" y="22"/>
                    <a:pt x="1" y="19"/>
                  </a:cubicBezTo>
                  <a:cubicBezTo>
                    <a:pt x="2" y="14"/>
                    <a:pt x="7" y="8"/>
                    <a:pt x="11" y="5"/>
                  </a:cubicBezTo>
                  <a:cubicBezTo>
                    <a:pt x="20" y="0"/>
                    <a:pt x="30" y="2"/>
                    <a:pt x="35" y="11"/>
                  </a:cubicBezTo>
                  <a:cubicBezTo>
                    <a:pt x="36" y="14"/>
                    <a:pt x="37" y="19"/>
                    <a:pt x="34" y="21"/>
                  </a:cubicBezTo>
                  <a:cubicBezTo>
                    <a:pt x="32" y="23"/>
                    <a:pt x="27" y="21"/>
                    <a:pt x="24" y="23"/>
                  </a:cubicBezTo>
                  <a:cubicBezTo>
                    <a:pt x="21" y="25"/>
                    <a:pt x="20" y="28"/>
                    <a:pt x="16" y="29"/>
                  </a:cubicBezTo>
                  <a:cubicBezTo>
                    <a:pt x="13" y="30"/>
                    <a:pt x="9" y="30"/>
                    <a:pt x="6" y="2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69" name="Freeform 400">
              <a:extLst>
                <a:ext uri="{FF2B5EF4-FFF2-40B4-BE49-F238E27FC236}">
                  <a16:creationId xmlns:a16="http://schemas.microsoft.com/office/drawing/2014/main" id="{106E50A1-A4DB-4612-BF2F-D5A8E34D0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029"/>
              <a:ext cx="70" cy="33"/>
            </a:xfrm>
            <a:custGeom>
              <a:avLst/>
              <a:gdLst>
                <a:gd name="T0" fmla="*/ 90 w 43"/>
                <a:gd name="T1" fmla="*/ 299 h 19"/>
                <a:gd name="T2" fmla="*/ 34 w 43"/>
                <a:gd name="T3" fmla="*/ 221 h 19"/>
                <a:gd name="T4" fmla="*/ 143 w 43"/>
                <a:gd name="T5" fmla="*/ 85 h 19"/>
                <a:gd name="T6" fmla="*/ 435 w 43"/>
                <a:gd name="T7" fmla="*/ 109 h 19"/>
                <a:gd name="T8" fmla="*/ 288 w 43"/>
                <a:gd name="T9" fmla="*/ 208 h 19"/>
                <a:gd name="T10" fmla="*/ 160 w 43"/>
                <a:gd name="T11" fmla="*/ 234 h 19"/>
                <a:gd name="T12" fmla="*/ 77 w 43"/>
                <a:gd name="T13" fmla="*/ 28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9">
                  <a:moveTo>
                    <a:pt x="8" y="19"/>
                  </a:moveTo>
                  <a:cubicBezTo>
                    <a:pt x="6" y="19"/>
                    <a:pt x="3" y="16"/>
                    <a:pt x="3" y="14"/>
                  </a:cubicBezTo>
                  <a:cubicBezTo>
                    <a:pt x="0" y="8"/>
                    <a:pt x="7" y="6"/>
                    <a:pt x="12" y="5"/>
                  </a:cubicBezTo>
                  <a:cubicBezTo>
                    <a:pt x="18" y="4"/>
                    <a:pt x="33" y="0"/>
                    <a:pt x="38" y="7"/>
                  </a:cubicBezTo>
                  <a:cubicBezTo>
                    <a:pt x="43" y="18"/>
                    <a:pt x="28" y="13"/>
                    <a:pt x="25" y="13"/>
                  </a:cubicBezTo>
                  <a:cubicBezTo>
                    <a:pt x="20" y="12"/>
                    <a:pt x="18" y="13"/>
                    <a:pt x="14" y="15"/>
                  </a:cubicBezTo>
                  <a:cubicBezTo>
                    <a:pt x="12" y="16"/>
                    <a:pt x="10" y="18"/>
                    <a:pt x="7" y="1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70" name="Freeform 401">
              <a:extLst>
                <a:ext uri="{FF2B5EF4-FFF2-40B4-BE49-F238E27FC236}">
                  <a16:creationId xmlns:a16="http://schemas.microsoft.com/office/drawing/2014/main" id="{65B97C51-8806-45EA-BC1F-A23BAC6C8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156"/>
              <a:ext cx="74" cy="42"/>
            </a:xfrm>
            <a:custGeom>
              <a:avLst/>
              <a:gdLst>
                <a:gd name="T0" fmla="*/ 0 w 45"/>
                <a:gd name="T1" fmla="*/ 364 h 24"/>
                <a:gd name="T2" fmla="*/ 192 w 45"/>
                <a:gd name="T3" fmla="*/ 86 h 24"/>
                <a:gd name="T4" fmla="*/ 467 w 45"/>
                <a:gd name="T5" fmla="*/ 102 h 24"/>
                <a:gd name="T6" fmla="*/ 298 w 45"/>
                <a:gd name="T7" fmla="*/ 301 h 24"/>
                <a:gd name="T8" fmla="*/ 156 w 45"/>
                <a:gd name="T9" fmla="*/ 376 h 24"/>
                <a:gd name="T10" fmla="*/ 35 w 45"/>
                <a:gd name="T11" fmla="*/ 36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4">
                  <a:moveTo>
                    <a:pt x="0" y="22"/>
                  </a:moveTo>
                  <a:cubicBezTo>
                    <a:pt x="0" y="16"/>
                    <a:pt x="11" y="8"/>
                    <a:pt x="16" y="5"/>
                  </a:cubicBezTo>
                  <a:cubicBezTo>
                    <a:pt x="21" y="2"/>
                    <a:pt x="34" y="0"/>
                    <a:pt x="39" y="6"/>
                  </a:cubicBezTo>
                  <a:cubicBezTo>
                    <a:pt x="45" y="16"/>
                    <a:pt x="30" y="16"/>
                    <a:pt x="25" y="18"/>
                  </a:cubicBezTo>
                  <a:cubicBezTo>
                    <a:pt x="21" y="19"/>
                    <a:pt x="17" y="22"/>
                    <a:pt x="13" y="23"/>
                  </a:cubicBezTo>
                  <a:cubicBezTo>
                    <a:pt x="10" y="24"/>
                    <a:pt x="7" y="22"/>
                    <a:pt x="3" y="2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71" name="Freeform 402">
              <a:extLst>
                <a:ext uri="{FF2B5EF4-FFF2-40B4-BE49-F238E27FC236}">
                  <a16:creationId xmlns:a16="http://schemas.microsoft.com/office/drawing/2014/main" id="{FC62A1DE-5DBB-4099-99BC-848DDB4C3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130"/>
              <a:ext cx="72" cy="51"/>
            </a:xfrm>
            <a:custGeom>
              <a:avLst/>
              <a:gdLst>
                <a:gd name="T0" fmla="*/ 460 w 44"/>
                <a:gd name="T1" fmla="*/ 102 h 29"/>
                <a:gd name="T2" fmla="*/ 180 w 44"/>
                <a:gd name="T3" fmla="*/ 86 h 29"/>
                <a:gd name="T4" fmla="*/ 115 w 44"/>
                <a:gd name="T5" fmla="*/ 440 h 29"/>
                <a:gd name="T6" fmla="*/ 260 w 44"/>
                <a:gd name="T7" fmla="*/ 403 h 29"/>
                <a:gd name="T8" fmla="*/ 365 w 44"/>
                <a:gd name="T9" fmla="*/ 302 h 29"/>
                <a:gd name="T10" fmla="*/ 442 w 44"/>
                <a:gd name="T11" fmla="*/ 10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9">
                  <a:moveTo>
                    <a:pt x="39" y="6"/>
                  </a:moveTo>
                  <a:cubicBezTo>
                    <a:pt x="32" y="0"/>
                    <a:pt x="23" y="0"/>
                    <a:pt x="15" y="5"/>
                  </a:cubicBezTo>
                  <a:cubicBezTo>
                    <a:pt x="9" y="9"/>
                    <a:pt x="0" y="19"/>
                    <a:pt x="10" y="26"/>
                  </a:cubicBezTo>
                  <a:cubicBezTo>
                    <a:pt x="14" y="29"/>
                    <a:pt x="19" y="28"/>
                    <a:pt x="22" y="24"/>
                  </a:cubicBezTo>
                  <a:cubicBezTo>
                    <a:pt x="25" y="19"/>
                    <a:pt x="25" y="19"/>
                    <a:pt x="31" y="18"/>
                  </a:cubicBezTo>
                  <a:cubicBezTo>
                    <a:pt x="37" y="17"/>
                    <a:pt x="44" y="12"/>
                    <a:pt x="38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72" name="Freeform 403">
              <a:extLst>
                <a:ext uri="{FF2B5EF4-FFF2-40B4-BE49-F238E27FC236}">
                  <a16:creationId xmlns:a16="http://schemas.microsoft.com/office/drawing/2014/main" id="{9194701A-99EF-4BF0-9C6A-360C34C40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018"/>
              <a:ext cx="90" cy="60"/>
            </a:xfrm>
            <a:custGeom>
              <a:avLst/>
              <a:gdLst>
                <a:gd name="T0" fmla="*/ 573 w 55"/>
                <a:gd name="T1" fmla="*/ 65 h 34"/>
                <a:gd name="T2" fmla="*/ 223 w 55"/>
                <a:gd name="T3" fmla="*/ 138 h 34"/>
                <a:gd name="T4" fmla="*/ 126 w 55"/>
                <a:gd name="T5" fmla="*/ 517 h 34"/>
                <a:gd name="T6" fmla="*/ 295 w 55"/>
                <a:gd name="T7" fmla="*/ 473 h 34"/>
                <a:gd name="T8" fmla="*/ 483 w 55"/>
                <a:gd name="T9" fmla="*/ 330 h 34"/>
                <a:gd name="T10" fmla="*/ 586 w 55"/>
                <a:gd name="T11" fmla="*/ 8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34">
                  <a:moveTo>
                    <a:pt x="49" y="4"/>
                  </a:moveTo>
                  <a:cubicBezTo>
                    <a:pt x="40" y="0"/>
                    <a:pt x="28" y="3"/>
                    <a:pt x="19" y="8"/>
                  </a:cubicBezTo>
                  <a:cubicBezTo>
                    <a:pt x="12" y="11"/>
                    <a:pt x="0" y="22"/>
                    <a:pt x="11" y="30"/>
                  </a:cubicBezTo>
                  <a:cubicBezTo>
                    <a:pt x="15" y="34"/>
                    <a:pt x="21" y="31"/>
                    <a:pt x="25" y="28"/>
                  </a:cubicBezTo>
                  <a:cubicBezTo>
                    <a:pt x="30" y="25"/>
                    <a:pt x="36" y="23"/>
                    <a:pt x="41" y="19"/>
                  </a:cubicBezTo>
                  <a:cubicBezTo>
                    <a:pt x="44" y="17"/>
                    <a:pt x="55" y="10"/>
                    <a:pt x="50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73" name="Freeform 404">
              <a:extLst>
                <a:ext uri="{FF2B5EF4-FFF2-40B4-BE49-F238E27FC236}">
                  <a16:creationId xmlns:a16="http://schemas.microsoft.com/office/drawing/2014/main" id="{53A6D4E6-246D-49A0-8535-1A172E40B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032"/>
              <a:ext cx="64" cy="35"/>
            </a:xfrm>
            <a:custGeom>
              <a:avLst/>
              <a:gdLst>
                <a:gd name="T0" fmla="*/ 463 w 39"/>
                <a:gd name="T1" fmla="*/ 86 h 20"/>
                <a:gd name="T2" fmla="*/ 151 w 39"/>
                <a:gd name="T3" fmla="*/ 102 h 20"/>
                <a:gd name="T4" fmla="*/ 34 w 39"/>
                <a:gd name="T5" fmla="*/ 215 h 20"/>
                <a:gd name="T6" fmla="*/ 92 w 39"/>
                <a:gd name="T7" fmla="*/ 327 h 20"/>
                <a:gd name="T8" fmla="*/ 248 w 39"/>
                <a:gd name="T9" fmla="*/ 301 h 20"/>
                <a:gd name="T10" fmla="*/ 394 w 39"/>
                <a:gd name="T11" fmla="*/ 264 h 20"/>
                <a:gd name="T12" fmla="*/ 450 w 39"/>
                <a:gd name="T13" fmla="*/ 11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0">
                  <a:moveTo>
                    <a:pt x="39" y="5"/>
                  </a:moveTo>
                  <a:cubicBezTo>
                    <a:pt x="34" y="0"/>
                    <a:pt x="19" y="3"/>
                    <a:pt x="13" y="6"/>
                  </a:cubicBezTo>
                  <a:cubicBezTo>
                    <a:pt x="9" y="7"/>
                    <a:pt x="5" y="9"/>
                    <a:pt x="3" y="13"/>
                  </a:cubicBezTo>
                  <a:cubicBezTo>
                    <a:pt x="0" y="18"/>
                    <a:pt x="3" y="20"/>
                    <a:pt x="8" y="20"/>
                  </a:cubicBezTo>
                  <a:cubicBezTo>
                    <a:pt x="12" y="19"/>
                    <a:pt x="17" y="18"/>
                    <a:pt x="21" y="18"/>
                  </a:cubicBezTo>
                  <a:cubicBezTo>
                    <a:pt x="25" y="18"/>
                    <a:pt x="29" y="18"/>
                    <a:pt x="33" y="16"/>
                  </a:cubicBezTo>
                  <a:cubicBezTo>
                    <a:pt x="36" y="14"/>
                    <a:pt x="39" y="10"/>
                    <a:pt x="38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74" name="Freeform 405">
              <a:extLst>
                <a:ext uri="{FF2B5EF4-FFF2-40B4-BE49-F238E27FC236}">
                  <a16:creationId xmlns:a16="http://schemas.microsoft.com/office/drawing/2014/main" id="{878B50FF-DF92-433B-BA64-1FC5A0ED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174"/>
              <a:ext cx="47" cy="26"/>
            </a:xfrm>
            <a:custGeom>
              <a:avLst/>
              <a:gdLst>
                <a:gd name="T0" fmla="*/ 323 w 29"/>
                <a:gd name="T1" fmla="*/ 49 h 15"/>
                <a:gd name="T2" fmla="*/ 165 w 29"/>
                <a:gd name="T3" fmla="*/ 16 h 15"/>
                <a:gd name="T4" fmla="*/ 42 w 29"/>
                <a:gd name="T5" fmla="*/ 185 h 15"/>
                <a:gd name="T6" fmla="*/ 110 w 29"/>
                <a:gd name="T7" fmla="*/ 185 h 15"/>
                <a:gd name="T8" fmla="*/ 199 w 29"/>
                <a:gd name="T9" fmla="*/ 151 h 15"/>
                <a:gd name="T10" fmla="*/ 280 w 29"/>
                <a:gd name="T11" fmla="*/ 49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5">
                  <a:moveTo>
                    <a:pt x="29" y="3"/>
                  </a:moveTo>
                  <a:cubicBezTo>
                    <a:pt x="25" y="3"/>
                    <a:pt x="20" y="0"/>
                    <a:pt x="15" y="1"/>
                  </a:cubicBezTo>
                  <a:cubicBezTo>
                    <a:pt x="11" y="1"/>
                    <a:pt x="0" y="5"/>
                    <a:pt x="4" y="12"/>
                  </a:cubicBezTo>
                  <a:cubicBezTo>
                    <a:pt x="6" y="15"/>
                    <a:pt x="7" y="13"/>
                    <a:pt x="10" y="12"/>
                  </a:cubicBezTo>
                  <a:cubicBezTo>
                    <a:pt x="13" y="11"/>
                    <a:pt x="15" y="11"/>
                    <a:pt x="18" y="10"/>
                  </a:cubicBezTo>
                  <a:cubicBezTo>
                    <a:pt x="23" y="10"/>
                    <a:pt x="24" y="8"/>
                    <a:pt x="25" y="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75" name="Freeform 406">
              <a:extLst>
                <a:ext uri="{FF2B5EF4-FFF2-40B4-BE49-F238E27FC236}">
                  <a16:creationId xmlns:a16="http://schemas.microsoft.com/office/drawing/2014/main" id="{08F3CBB4-6827-4EFA-B986-2E2ACB301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093"/>
              <a:ext cx="75" cy="65"/>
            </a:xfrm>
            <a:custGeom>
              <a:avLst/>
              <a:gdLst>
                <a:gd name="T0" fmla="*/ 55 w 46"/>
                <a:gd name="T1" fmla="*/ 515 h 37"/>
                <a:gd name="T2" fmla="*/ 55 w 46"/>
                <a:gd name="T3" fmla="*/ 314 h 37"/>
                <a:gd name="T4" fmla="*/ 240 w 46"/>
                <a:gd name="T5" fmla="*/ 49 h 37"/>
                <a:gd name="T6" fmla="*/ 460 w 46"/>
                <a:gd name="T7" fmla="*/ 216 h 37"/>
                <a:gd name="T8" fmla="*/ 359 w 46"/>
                <a:gd name="T9" fmla="*/ 314 h 37"/>
                <a:gd name="T10" fmla="*/ 256 w 46"/>
                <a:gd name="T11" fmla="*/ 450 h 37"/>
                <a:gd name="T12" fmla="*/ 68 w 46"/>
                <a:gd name="T13" fmla="*/ 531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7">
                  <a:moveTo>
                    <a:pt x="5" y="31"/>
                  </a:moveTo>
                  <a:cubicBezTo>
                    <a:pt x="0" y="31"/>
                    <a:pt x="4" y="21"/>
                    <a:pt x="5" y="19"/>
                  </a:cubicBezTo>
                  <a:cubicBezTo>
                    <a:pt x="9" y="13"/>
                    <a:pt x="14" y="6"/>
                    <a:pt x="21" y="3"/>
                  </a:cubicBezTo>
                  <a:cubicBezTo>
                    <a:pt x="27" y="0"/>
                    <a:pt x="46" y="0"/>
                    <a:pt x="40" y="13"/>
                  </a:cubicBezTo>
                  <a:cubicBezTo>
                    <a:pt x="38" y="17"/>
                    <a:pt x="34" y="17"/>
                    <a:pt x="31" y="19"/>
                  </a:cubicBezTo>
                  <a:cubicBezTo>
                    <a:pt x="25" y="20"/>
                    <a:pt x="25" y="23"/>
                    <a:pt x="22" y="27"/>
                  </a:cubicBezTo>
                  <a:cubicBezTo>
                    <a:pt x="19" y="30"/>
                    <a:pt x="9" y="37"/>
                    <a:pt x="6" y="3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76" name="Freeform 407">
              <a:extLst>
                <a:ext uri="{FF2B5EF4-FFF2-40B4-BE49-F238E27FC236}">
                  <a16:creationId xmlns:a16="http://schemas.microsoft.com/office/drawing/2014/main" id="{5B6F6AE8-4D91-4578-AE6E-E869E6B18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118"/>
              <a:ext cx="63" cy="61"/>
            </a:xfrm>
            <a:custGeom>
              <a:avLst/>
              <a:gdLst>
                <a:gd name="T0" fmla="*/ 68 w 39"/>
                <a:gd name="T1" fmla="*/ 434 h 35"/>
                <a:gd name="T2" fmla="*/ 102 w 39"/>
                <a:gd name="T3" fmla="*/ 91 h 35"/>
                <a:gd name="T4" fmla="*/ 342 w 39"/>
                <a:gd name="T5" fmla="*/ 91 h 35"/>
                <a:gd name="T6" fmla="*/ 212 w 39"/>
                <a:gd name="T7" fmla="*/ 286 h 35"/>
                <a:gd name="T8" fmla="*/ 68 w 39"/>
                <a:gd name="T9" fmla="*/ 4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5">
                  <a:moveTo>
                    <a:pt x="6" y="27"/>
                  </a:moveTo>
                  <a:cubicBezTo>
                    <a:pt x="0" y="24"/>
                    <a:pt x="5" y="10"/>
                    <a:pt x="9" y="6"/>
                  </a:cubicBezTo>
                  <a:cubicBezTo>
                    <a:pt x="14" y="2"/>
                    <a:pt x="26" y="0"/>
                    <a:pt x="31" y="6"/>
                  </a:cubicBezTo>
                  <a:cubicBezTo>
                    <a:pt x="39" y="16"/>
                    <a:pt x="24" y="14"/>
                    <a:pt x="19" y="18"/>
                  </a:cubicBezTo>
                  <a:cubicBezTo>
                    <a:pt x="17" y="20"/>
                    <a:pt x="10" y="35"/>
                    <a:pt x="6" y="2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77" name="Freeform 408">
              <a:extLst>
                <a:ext uri="{FF2B5EF4-FFF2-40B4-BE49-F238E27FC236}">
                  <a16:creationId xmlns:a16="http://schemas.microsoft.com/office/drawing/2014/main" id="{955E7E56-1C93-4D47-98D4-3FFDCB10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130"/>
              <a:ext cx="44" cy="47"/>
            </a:xfrm>
            <a:custGeom>
              <a:avLst/>
              <a:gdLst>
                <a:gd name="T0" fmla="*/ 254 w 27"/>
                <a:gd name="T1" fmla="*/ 28 h 27"/>
                <a:gd name="T2" fmla="*/ 21 w 27"/>
                <a:gd name="T3" fmla="*/ 127 h 27"/>
                <a:gd name="T4" fmla="*/ 21 w 27"/>
                <a:gd name="T5" fmla="*/ 336 h 27"/>
                <a:gd name="T6" fmla="*/ 125 w 27"/>
                <a:gd name="T7" fmla="*/ 369 h 27"/>
                <a:gd name="T8" fmla="*/ 204 w 27"/>
                <a:gd name="T9" fmla="*/ 237 h 27"/>
                <a:gd name="T10" fmla="*/ 290 w 27"/>
                <a:gd name="T11" fmla="*/ 172 h 27"/>
                <a:gd name="T12" fmla="*/ 261 w 27"/>
                <a:gd name="T13" fmla="*/ 2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7">
                  <a:moveTo>
                    <a:pt x="22" y="2"/>
                  </a:moveTo>
                  <a:cubicBezTo>
                    <a:pt x="15" y="0"/>
                    <a:pt x="5" y="0"/>
                    <a:pt x="2" y="8"/>
                  </a:cubicBezTo>
                  <a:cubicBezTo>
                    <a:pt x="0" y="12"/>
                    <a:pt x="0" y="17"/>
                    <a:pt x="2" y="21"/>
                  </a:cubicBezTo>
                  <a:cubicBezTo>
                    <a:pt x="4" y="25"/>
                    <a:pt x="8" y="27"/>
                    <a:pt x="11" y="23"/>
                  </a:cubicBezTo>
                  <a:cubicBezTo>
                    <a:pt x="14" y="21"/>
                    <a:pt x="15" y="17"/>
                    <a:pt x="18" y="15"/>
                  </a:cubicBezTo>
                  <a:cubicBezTo>
                    <a:pt x="20" y="14"/>
                    <a:pt x="23" y="14"/>
                    <a:pt x="25" y="11"/>
                  </a:cubicBezTo>
                  <a:cubicBezTo>
                    <a:pt x="27" y="8"/>
                    <a:pt x="26" y="4"/>
                    <a:pt x="23" y="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78" name="Freeform 409">
              <a:extLst>
                <a:ext uri="{FF2B5EF4-FFF2-40B4-BE49-F238E27FC236}">
                  <a16:creationId xmlns:a16="http://schemas.microsoft.com/office/drawing/2014/main" id="{84952D51-F57F-483E-80AB-23A06B328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167"/>
              <a:ext cx="85" cy="26"/>
            </a:xfrm>
            <a:custGeom>
              <a:avLst/>
              <a:gdLst>
                <a:gd name="T0" fmla="*/ 606 w 52"/>
                <a:gd name="T1" fmla="*/ 185 h 15"/>
                <a:gd name="T2" fmla="*/ 405 w 52"/>
                <a:gd name="T3" fmla="*/ 16 h 15"/>
                <a:gd name="T4" fmla="*/ 114 w 52"/>
                <a:gd name="T5" fmla="*/ 28 h 15"/>
                <a:gd name="T6" fmla="*/ 56 w 52"/>
                <a:gd name="T7" fmla="*/ 185 h 15"/>
                <a:gd name="T8" fmla="*/ 126 w 52"/>
                <a:gd name="T9" fmla="*/ 185 h 15"/>
                <a:gd name="T10" fmla="*/ 270 w 52"/>
                <a:gd name="T11" fmla="*/ 172 h 15"/>
                <a:gd name="T12" fmla="*/ 463 w 52"/>
                <a:gd name="T13" fmla="*/ 185 h 15"/>
                <a:gd name="T14" fmla="*/ 572 w 52"/>
                <a:gd name="T15" fmla="*/ 234 h 15"/>
                <a:gd name="T16" fmla="*/ 606 w 52"/>
                <a:gd name="T17" fmla="*/ 22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5">
                  <a:moveTo>
                    <a:pt x="52" y="12"/>
                  </a:moveTo>
                  <a:cubicBezTo>
                    <a:pt x="50" y="6"/>
                    <a:pt x="42" y="1"/>
                    <a:pt x="35" y="1"/>
                  </a:cubicBezTo>
                  <a:cubicBezTo>
                    <a:pt x="27" y="1"/>
                    <a:pt x="17" y="0"/>
                    <a:pt x="10" y="2"/>
                  </a:cubicBezTo>
                  <a:cubicBezTo>
                    <a:pt x="6" y="3"/>
                    <a:pt x="0" y="9"/>
                    <a:pt x="5" y="12"/>
                  </a:cubicBezTo>
                  <a:cubicBezTo>
                    <a:pt x="7" y="14"/>
                    <a:pt x="9" y="12"/>
                    <a:pt x="11" y="12"/>
                  </a:cubicBezTo>
                  <a:cubicBezTo>
                    <a:pt x="15" y="11"/>
                    <a:pt x="19" y="11"/>
                    <a:pt x="23" y="11"/>
                  </a:cubicBezTo>
                  <a:cubicBezTo>
                    <a:pt x="29" y="10"/>
                    <a:pt x="35" y="10"/>
                    <a:pt x="40" y="12"/>
                  </a:cubicBezTo>
                  <a:cubicBezTo>
                    <a:pt x="43" y="13"/>
                    <a:pt x="46" y="15"/>
                    <a:pt x="49" y="15"/>
                  </a:cubicBezTo>
                  <a:cubicBezTo>
                    <a:pt x="50" y="15"/>
                    <a:pt x="51" y="15"/>
                    <a:pt x="52" y="1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79" name="Freeform 410">
              <a:extLst>
                <a:ext uri="{FF2B5EF4-FFF2-40B4-BE49-F238E27FC236}">
                  <a16:creationId xmlns:a16="http://schemas.microsoft.com/office/drawing/2014/main" id="{90847124-185E-4889-BF67-892CC4095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111"/>
              <a:ext cx="46" cy="47"/>
            </a:xfrm>
            <a:custGeom>
              <a:avLst/>
              <a:gdLst>
                <a:gd name="T0" fmla="*/ 315 w 28"/>
                <a:gd name="T1" fmla="*/ 85 h 27"/>
                <a:gd name="T2" fmla="*/ 54 w 28"/>
                <a:gd name="T3" fmla="*/ 127 h 27"/>
                <a:gd name="T4" fmla="*/ 13 w 28"/>
                <a:gd name="T5" fmla="*/ 299 h 27"/>
                <a:gd name="T6" fmla="*/ 54 w 28"/>
                <a:gd name="T7" fmla="*/ 406 h 27"/>
                <a:gd name="T8" fmla="*/ 89 w 28"/>
                <a:gd name="T9" fmla="*/ 406 h 27"/>
                <a:gd name="T10" fmla="*/ 95 w 28"/>
                <a:gd name="T11" fmla="*/ 322 h 27"/>
                <a:gd name="T12" fmla="*/ 156 w 28"/>
                <a:gd name="T13" fmla="*/ 275 h 27"/>
                <a:gd name="T14" fmla="*/ 276 w 28"/>
                <a:gd name="T15" fmla="*/ 237 h 27"/>
                <a:gd name="T16" fmla="*/ 315 w 28"/>
                <a:gd name="T17" fmla="*/ 85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7">
                  <a:moveTo>
                    <a:pt x="26" y="5"/>
                  </a:moveTo>
                  <a:cubicBezTo>
                    <a:pt x="19" y="0"/>
                    <a:pt x="9" y="1"/>
                    <a:pt x="4" y="8"/>
                  </a:cubicBezTo>
                  <a:cubicBezTo>
                    <a:pt x="1" y="11"/>
                    <a:pt x="0" y="15"/>
                    <a:pt x="1" y="19"/>
                  </a:cubicBezTo>
                  <a:cubicBezTo>
                    <a:pt x="1" y="21"/>
                    <a:pt x="2" y="24"/>
                    <a:pt x="4" y="25"/>
                  </a:cubicBezTo>
                  <a:cubicBezTo>
                    <a:pt x="6" y="27"/>
                    <a:pt x="5" y="26"/>
                    <a:pt x="7" y="25"/>
                  </a:cubicBezTo>
                  <a:cubicBezTo>
                    <a:pt x="8" y="23"/>
                    <a:pt x="7" y="21"/>
                    <a:pt x="8" y="20"/>
                  </a:cubicBezTo>
                  <a:cubicBezTo>
                    <a:pt x="9" y="19"/>
                    <a:pt x="11" y="18"/>
                    <a:pt x="13" y="17"/>
                  </a:cubicBezTo>
                  <a:cubicBezTo>
                    <a:pt x="16" y="16"/>
                    <a:pt x="20" y="17"/>
                    <a:pt x="23" y="15"/>
                  </a:cubicBezTo>
                  <a:cubicBezTo>
                    <a:pt x="26" y="13"/>
                    <a:pt x="28" y="8"/>
                    <a:pt x="26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80" name="Freeform 411">
              <a:extLst>
                <a:ext uri="{FF2B5EF4-FFF2-40B4-BE49-F238E27FC236}">
                  <a16:creationId xmlns:a16="http://schemas.microsoft.com/office/drawing/2014/main" id="{111B66DA-0606-4108-8835-2D8D51774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780"/>
              <a:ext cx="1407" cy="616"/>
            </a:xfrm>
            <a:custGeom>
              <a:avLst/>
              <a:gdLst>
                <a:gd name="T0" fmla="*/ 452 w 1407"/>
                <a:gd name="T1" fmla="*/ 0 h 616"/>
                <a:gd name="T2" fmla="*/ 957 w 1407"/>
                <a:gd name="T3" fmla="*/ 0 h 616"/>
                <a:gd name="T4" fmla="*/ 1407 w 1407"/>
                <a:gd name="T5" fmla="*/ 616 h 616"/>
                <a:gd name="T6" fmla="*/ 0 w 1407"/>
                <a:gd name="T7" fmla="*/ 616 h 616"/>
                <a:gd name="T8" fmla="*/ 452 w 1407"/>
                <a:gd name="T9" fmla="*/ 0 h 6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7" h="616">
                  <a:moveTo>
                    <a:pt x="452" y="0"/>
                  </a:moveTo>
                  <a:lnTo>
                    <a:pt x="957" y="0"/>
                  </a:lnTo>
                  <a:lnTo>
                    <a:pt x="1407" y="616"/>
                  </a:lnTo>
                  <a:lnTo>
                    <a:pt x="0" y="616"/>
                  </a:lnTo>
                  <a:lnTo>
                    <a:pt x="452" y="0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52" name="second-degree-burn-blister-diagram">
            <a:extLst>
              <a:ext uri="{FF2B5EF4-FFF2-40B4-BE49-F238E27FC236}">
                <a16:creationId xmlns:a16="http://schemas.microsoft.com/office/drawing/2014/main" id="{46166BAD-1CB8-4410-8B8A-EBA26F3F3F0F}"/>
              </a:ext>
            </a:extLst>
          </p:cNvPr>
          <p:cNvGrpSpPr>
            <a:grpSpLocks/>
          </p:cNvGrpSpPr>
          <p:nvPr/>
        </p:nvGrpSpPr>
        <p:grpSpPr bwMode="auto">
          <a:xfrm>
            <a:off x="3441700" y="3817938"/>
            <a:ext cx="2239963" cy="2395537"/>
            <a:chOff x="1118" y="2405"/>
            <a:chExt cx="1411" cy="1509"/>
          </a:xfrm>
        </p:grpSpPr>
        <p:grpSp>
          <p:nvGrpSpPr>
            <p:cNvPr id="22076" name="Group 413">
              <a:extLst>
                <a:ext uri="{FF2B5EF4-FFF2-40B4-BE49-F238E27FC236}">
                  <a16:creationId xmlns:a16="http://schemas.microsoft.com/office/drawing/2014/main" id="{4D96AC8A-A518-4D0D-B717-363057F01F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8" y="2405"/>
              <a:ext cx="1411" cy="1509"/>
              <a:chOff x="1118" y="2405"/>
              <a:chExt cx="1411" cy="1509"/>
            </a:xfrm>
          </p:grpSpPr>
          <p:sp>
            <p:nvSpPr>
              <p:cNvPr id="22094" name="Rectangle 414">
                <a:extLst>
                  <a:ext uri="{FF2B5EF4-FFF2-40B4-BE49-F238E27FC236}">
                    <a16:creationId xmlns:a16="http://schemas.microsoft.com/office/drawing/2014/main" id="{08E3B0FF-9919-440B-89C3-62827ECA9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" y="3100"/>
                <a:ext cx="1408" cy="811"/>
              </a:xfrm>
              <a:prstGeom prst="rect">
                <a:avLst/>
              </a:prstGeom>
              <a:solidFill>
                <a:srgbClr val="F9D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95" name="Freeform 415">
                <a:extLst>
                  <a:ext uri="{FF2B5EF4-FFF2-40B4-BE49-F238E27FC236}">
                    <a16:creationId xmlns:a16="http://schemas.microsoft.com/office/drawing/2014/main" id="{E3E1EA23-8F5E-42F3-A165-BB3B3E4FC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104"/>
                <a:ext cx="1408" cy="393"/>
              </a:xfrm>
              <a:custGeom>
                <a:avLst/>
                <a:gdLst>
                  <a:gd name="T0" fmla="*/ 0 w 859"/>
                  <a:gd name="T1" fmla="*/ 3139 h 225"/>
                  <a:gd name="T2" fmla="*/ 0 w 859"/>
                  <a:gd name="T3" fmla="*/ 0 h 225"/>
                  <a:gd name="T4" fmla="*/ 10164 w 859"/>
                  <a:gd name="T5" fmla="*/ 0 h 225"/>
                  <a:gd name="T6" fmla="*/ 10164 w 859"/>
                  <a:gd name="T7" fmla="*/ 2133 h 225"/>
                  <a:gd name="T8" fmla="*/ 9390 w 859"/>
                  <a:gd name="T9" fmla="*/ 3106 h 225"/>
                  <a:gd name="T10" fmla="*/ 7891 w 859"/>
                  <a:gd name="T11" fmla="*/ 1897 h 225"/>
                  <a:gd name="T12" fmla="*/ 6347 w 859"/>
                  <a:gd name="T13" fmla="*/ 3354 h 225"/>
                  <a:gd name="T14" fmla="*/ 5029 w 859"/>
                  <a:gd name="T15" fmla="*/ 1806 h 225"/>
                  <a:gd name="T16" fmla="*/ 3740 w 859"/>
                  <a:gd name="T17" fmla="*/ 3506 h 225"/>
                  <a:gd name="T18" fmla="*/ 2114 w 859"/>
                  <a:gd name="T19" fmla="*/ 2533 h 225"/>
                  <a:gd name="T20" fmla="*/ 770 w 859"/>
                  <a:gd name="T21" fmla="*/ 3612 h 225"/>
                  <a:gd name="T22" fmla="*/ 0 w 859"/>
                  <a:gd name="T23" fmla="*/ 3139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59" h="225">
                    <a:moveTo>
                      <a:pt x="0" y="19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859" y="0"/>
                      <a:pt x="859" y="0"/>
                      <a:pt x="859" y="0"/>
                    </a:cubicBezTo>
                    <a:cubicBezTo>
                      <a:pt x="859" y="131"/>
                      <a:pt x="859" y="131"/>
                      <a:pt x="859" y="131"/>
                    </a:cubicBezTo>
                    <a:cubicBezTo>
                      <a:pt x="859" y="131"/>
                      <a:pt x="829" y="191"/>
                      <a:pt x="794" y="191"/>
                    </a:cubicBezTo>
                    <a:cubicBezTo>
                      <a:pt x="759" y="191"/>
                      <a:pt x="724" y="117"/>
                      <a:pt x="667" y="117"/>
                    </a:cubicBezTo>
                    <a:cubicBezTo>
                      <a:pt x="610" y="117"/>
                      <a:pt x="605" y="206"/>
                      <a:pt x="536" y="206"/>
                    </a:cubicBezTo>
                    <a:cubicBezTo>
                      <a:pt x="467" y="206"/>
                      <a:pt x="483" y="111"/>
                      <a:pt x="425" y="111"/>
                    </a:cubicBezTo>
                    <a:cubicBezTo>
                      <a:pt x="368" y="111"/>
                      <a:pt x="408" y="216"/>
                      <a:pt x="316" y="216"/>
                    </a:cubicBezTo>
                    <a:cubicBezTo>
                      <a:pt x="223" y="216"/>
                      <a:pt x="236" y="153"/>
                      <a:pt x="179" y="156"/>
                    </a:cubicBezTo>
                    <a:cubicBezTo>
                      <a:pt x="137" y="158"/>
                      <a:pt x="145" y="218"/>
                      <a:pt x="65" y="222"/>
                    </a:cubicBezTo>
                    <a:cubicBezTo>
                      <a:pt x="12" y="225"/>
                      <a:pt x="0" y="193"/>
                      <a:pt x="0" y="193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6" name="Freeform 416">
                <a:extLst>
                  <a:ext uri="{FF2B5EF4-FFF2-40B4-BE49-F238E27FC236}">
                    <a16:creationId xmlns:a16="http://schemas.microsoft.com/office/drawing/2014/main" id="{2A0415DA-5E32-473B-933A-788248EF0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3081"/>
                <a:ext cx="1322" cy="361"/>
              </a:xfrm>
              <a:custGeom>
                <a:avLst/>
                <a:gdLst>
                  <a:gd name="T0" fmla="*/ 0 w 807"/>
                  <a:gd name="T1" fmla="*/ 91 h 207"/>
                  <a:gd name="T2" fmla="*/ 9446 w 807"/>
                  <a:gd name="T3" fmla="*/ 91 h 207"/>
                  <a:gd name="T4" fmla="*/ 8620 w 807"/>
                  <a:gd name="T5" fmla="*/ 1627 h 207"/>
                  <a:gd name="T6" fmla="*/ 6143 w 807"/>
                  <a:gd name="T7" fmla="*/ 2452 h 207"/>
                  <a:gd name="T8" fmla="*/ 3995 w 807"/>
                  <a:gd name="T9" fmla="*/ 1563 h 207"/>
                  <a:gd name="T10" fmla="*/ 924 w 807"/>
                  <a:gd name="T11" fmla="*/ 2360 h 207"/>
                  <a:gd name="T12" fmla="*/ 0 w 807"/>
                  <a:gd name="T13" fmla="*/ 91 h 2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7" h="207">
                    <a:moveTo>
                      <a:pt x="0" y="6"/>
                    </a:moveTo>
                    <a:cubicBezTo>
                      <a:pt x="801" y="6"/>
                      <a:pt x="801" y="6"/>
                      <a:pt x="801" y="6"/>
                    </a:cubicBezTo>
                    <a:cubicBezTo>
                      <a:pt x="801" y="6"/>
                      <a:pt x="807" y="135"/>
                      <a:pt x="731" y="101"/>
                    </a:cubicBezTo>
                    <a:cubicBezTo>
                      <a:pt x="619" y="52"/>
                      <a:pt x="542" y="138"/>
                      <a:pt x="521" y="152"/>
                    </a:cubicBezTo>
                    <a:cubicBezTo>
                      <a:pt x="493" y="170"/>
                      <a:pt x="415" y="0"/>
                      <a:pt x="339" y="97"/>
                    </a:cubicBezTo>
                    <a:cubicBezTo>
                      <a:pt x="262" y="194"/>
                      <a:pt x="150" y="85"/>
                      <a:pt x="78" y="146"/>
                    </a:cubicBezTo>
                    <a:cubicBezTo>
                      <a:pt x="6" y="207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F3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7" name="Freeform 417">
                <a:extLst>
                  <a:ext uri="{FF2B5EF4-FFF2-40B4-BE49-F238E27FC236}">
                    <a16:creationId xmlns:a16="http://schemas.microsoft.com/office/drawing/2014/main" id="{C12FCC6E-62C4-4EAB-885C-565948737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3076"/>
                <a:ext cx="1254" cy="312"/>
              </a:xfrm>
              <a:custGeom>
                <a:avLst/>
                <a:gdLst>
                  <a:gd name="T0" fmla="*/ 0 w 765"/>
                  <a:gd name="T1" fmla="*/ 148 h 179"/>
                  <a:gd name="T2" fmla="*/ 8945 w 765"/>
                  <a:gd name="T3" fmla="*/ 159 h 179"/>
                  <a:gd name="T4" fmla="*/ 8188 w 765"/>
                  <a:gd name="T5" fmla="*/ 1468 h 179"/>
                  <a:gd name="T6" fmla="*/ 5906 w 765"/>
                  <a:gd name="T7" fmla="*/ 1966 h 179"/>
                  <a:gd name="T8" fmla="*/ 3775 w 765"/>
                  <a:gd name="T9" fmla="*/ 1403 h 179"/>
                  <a:gd name="T10" fmla="*/ 925 w 765"/>
                  <a:gd name="T11" fmla="*/ 1991 h 179"/>
                  <a:gd name="T12" fmla="*/ 0 w 765"/>
                  <a:gd name="T13" fmla="*/ 148 h 1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5" h="179">
                    <a:moveTo>
                      <a:pt x="0" y="9"/>
                    </a:moveTo>
                    <a:cubicBezTo>
                      <a:pt x="756" y="10"/>
                      <a:pt x="756" y="10"/>
                      <a:pt x="756" y="10"/>
                    </a:cubicBezTo>
                    <a:cubicBezTo>
                      <a:pt x="756" y="10"/>
                      <a:pt x="765" y="121"/>
                      <a:pt x="692" y="91"/>
                    </a:cubicBezTo>
                    <a:cubicBezTo>
                      <a:pt x="620" y="62"/>
                      <a:pt x="517" y="98"/>
                      <a:pt x="499" y="122"/>
                    </a:cubicBezTo>
                    <a:cubicBezTo>
                      <a:pt x="480" y="146"/>
                      <a:pt x="391" y="0"/>
                      <a:pt x="319" y="87"/>
                    </a:cubicBezTo>
                    <a:cubicBezTo>
                      <a:pt x="246" y="174"/>
                      <a:pt x="147" y="70"/>
                      <a:pt x="78" y="124"/>
                    </a:cubicBezTo>
                    <a:cubicBezTo>
                      <a:pt x="10" y="17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F0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8" name="Freeform 418">
                <a:extLst>
                  <a:ext uri="{FF2B5EF4-FFF2-40B4-BE49-F238E27FC236}">
                    <a16:creationId xmlns:a16="http://schemas.microsoft.com/office/drawing/2014/main" id="{D6D0A4E4-5324-4A31-A92C-C0E2CD92D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3079"/>
                <a:ext cx="1211" cy="252"/>
              </a:xfrm>
              <a:custGeom>
                <a:avLst/>
                <a:gdLst>
                  <a:gd name="T0" fmla="*/ 0 w 739"/>
                  <a:gd name="T1" fmla="*/ 86 h 144"/>
                  <a:gd name="T2" fmla="*/ 8603 w 739"/>
                  <a:gd name="T3" fmla="*/ 86 h 144"/>
                  <a:gd name="T4" fmla="*/ 7903 w 739"/>
                  <a:gd name="T5" fmla="*/ 1229 h 144"/>
                  <a:gd name="T6" fmla="*/ 5681 w 739"/>
                  <a:gd name="T7" fmla="*/ 1528 h 144"/>
                  <a:gd name="T8" fmla="*/ 3661 w 739"/>
                  <a:gd name="T9" fmla="*/ 1185 h 144"/>
                  <a:gd name="T10" fmla="*/ 1073 w 739"/>
                  <a:gd name="T11" fmla="*/ 1577 h 144"/>
                  <a:gd name="T12" fmla="*/ 0 w 739"/>
                  <a:gd name="T13" fmla="*/ 86 h 1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9" h="144">
                    <a:moveTo>
                      <a:pt x="0" y="5"/>
                    </a:moveTo>
                    <a:cubicBezTo>
                      <a:pt x="728" y="5"/>
                      <a:pt x="728" y="5"/>
                      <a:pt x="728" y="5"/>
                    </a:cubicBezTo>
                    <a:cubicBezTo>
                      <a:pt x="728" y="5"/>
                      <a:pt x="739" y="99"/>
                      <a:pt x="669" y="75"/>
                    </a:cubicBezTo>
                    <a:cubicBezTo>
                      <a:pt x="599" y="51"/>
                      <a:pt x="499" y="73"/>
                      <a:pt x="481" y="93"/>
                    </a:cubicBezTo>
                    <a:cubicBezTo>
                      <a:pt x="463" y="113"/>
                      <a:pt x="380" y="0"/>
                      <a:pt x="310" y="72"/>
                    </a:cubicBezTo>
                    <a:cubicBezTo>
                      <a:pt x="241" y="144"/>
                      <a:pt x="157" y="51"/>
                      <a:pt x="91" y="96"/>
                    </a:cubicBezTo>
                    <a:cubicBezTo>
                      <a:pt x="25" y="141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EE8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9" name="Freeform 419">
                <a:extLst>
                  <a:ext uri="{FF2B5EF4-FFF2-40B4-BE49-F238E27FC236}">
                    <a16:creationId xmlns:a16="http://schemas.microsoft.com/office/drawing/2014/main" id="{76C93765-1F0A-41E2-97B9-163653010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3081"/>
                <a:ext cx="1152" cy="202"/>
              </a:xfrm>
              <a:custGeom>
                <a:avLst/>
                <a:gdLst>
                  <a:gd name="T0" fmla="*/ 0 w 703"/>
                  <a:gd name="T1" fmla="*/ 111 h 116"/>
                  <a:gd name="T2" fmla="*/ 8193 w 703"/>
                  <a:gd name="T3" fmla="*/ 64 h 116"/>
                  <a:gd name="T4" fmla="*/ 7530 w 703"/>
                  <a:gd name="T5" fmla="*/ 956 h 116"/>
                  <a:gd name="T6" fmla="*/ 5399 w 703"/>
                  <a:gd name="T7" fmla="*/ 1083 h 116"/>
                  <a:gd name="T8" fmla="*/ 3499 w 703"/>
                  <a:gd name="T9" fmla="*/ 928 h 116"/>
                  <a:gd name="T10" fmla="*/ 1163 w 703"/>
                  <a:gd name="T11" fmla="*/ 1141 h 116"/>
                  <a:gd name="T12" fmla="*/ 0 w 703"/>
                  <a:gd name="T13" fmla="*/ 111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3" h="116">
                    <a:moveTo>
                      <a:pt x="0" y="7"/>
                    </a:moveTo>
                    <a:cubicBezTo>
                      <a:pt x="693" y="4"/>
                      <a:pt x="693" y="4"/>
                      <a:pt x="693" y="4"/>
                    </a:cubicBezTo>
                    <a:cubicBezTo>
                      <a:pt x="693" y="4"/>
                      <a:pt x="703" y="80"/>
                      <a:pt x="637" y="60"/>
                    </a:cubicBezTo>
                    <a:cubicBezTo>
                      <a:pt x="570" y="41"/>
                      <a:pt x="474" y="52"/>
                      <a:pt x="457" y="68"/>
                    </a:cubicBezTo>
                    <a:cubicBezTo>
                      <a:pt x="440" y="84"/>
                      <a:pt x="362" y="0"/>
                      <a:pt x="296" y="58"/>
                    </a:cubicBezTo>
                    <a:cubicBezTo>
                      <a:pt x="229" y="116"/>
                      <a:pt x="161" y="35"/>
                      <a:pt x="98" y="71"/>
                    </a:cubicBezTo>
                    <a:cubicBezTo>
                      <a:pt x="35" y="10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EC7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0" name="Freeform 420">
                <a:extLst>
                  <a:ext uri="{FF2B5EF4-FFF2-40B4-BE49-F238E27FC236}">
                    <a16:creationId xmlns:a16="http://schemas.microsoft.com/office/drawing/2014/main" id="{835C8175-F24D-4FB6-A053-CD1366298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3079"/>
                <a:ext cx="1078" cy="154"/>
              </a:xfrm>
              <a:custGeom>
                <a:avLst/>
                <a:gdLst>
                  <a:gd name="T0" fmla="*/ 0 w 658"/>
                  <a:gd name="T1" fmla="*/ 114 h 88"/>
                  <a:gd name="T2" fmla="*/ 7674 w 658"/>
                  <a:gd name="T3" fmla="*/ 114 h 88"/>
                  <a:gd name="T4" fmla="*/ 7032 w 658"/>
                  <a:gd name="T5" fmla="*/ 763 h 88"/>
                  <a:gd name="T6" fmla="*/ 5064 w 658"/>
                  <a:gd name="T7" fmla="*/ 852 h 88"/>
                  <a:gd name="T8" fmla="*/ 3293 w 658"/>
                  <a:gd name="T9" fmla="*/ 723 h 88"/>
                  <a:gd name="T10" fmla="*/ 1124 w 658"/>
                  <a:gd name="T11" fmla="*/ 901 h 88"/>
                  <a:gd name="T12" fmla="*/ 0 w 658"/>
                  <a:gd name="T13" fmla="*/ 114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8" h="88">
                    <a:moveTo>
                      <a:pt x="0" y="7"/>
                    </a:moveTo>
                    <a:cubicBezTo>
                      <a:pt x="650" y="7"/>
                      <a:pt x="650" y="7"/>
                      <a:pt x="650" y="7"/>
                    </a:cubicBezTo>
                    <a:cubicBezTo>
                      <a:pt x="650" y="7"/>
                      <a:pt x="658" y="61"/>
                      <a:pt x="596" y="46"/>
                    </a:cubicBezTo>
                    <a:cubicBezTo>
                      <a:pt x="535" y="32"/>
                      <a:pt x="445" y="40"/>
                      <a:pt x="429" y="52"/>
                    </a:cubicBezTo>
                    <a:cubicBezTo>
                      <a:pt x="414" y="64"/>
                      <a:pt x="341" y="0"/>
                      <a:pt x="279" y="44"/>
                    </a:cubicBezTo>
                    <a:cubicBezTo>
                      <a:pt x="218" y="88"/>
                      <a:pt x="153" y="27"/>
                      <a:pt x="95" y="55"/>
                    </a:cubicBezTo>
                    <a:cubicBezTo>
                      <a:pt x="37" y="82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EA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1" name="Freeform 421">
                <a:extLst>
                  <a:ext uri="{FF2B5EF4-FFF2-40B4-BE49-F238E27FC236}">
                    <a16:creationId xmlns:a16="http://schemas.microsoft.com/office/drawing/2014/main" id="{795B76A5-6ABC-4E72-BD85-2DE4D461C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487"/>
                <a:ext cx="1408" cy="617"/>
              </a:xfrm>
              <a:custGeom>
                <a:avLst/>
                <a:gdLst>
                  <a:gd name="T0" fmla="*/ 451 w 1408"/>
                  <a:gd name="T1" fmla="*/ 0 h 617"/>
                  <a:gd name="T2" fmla="*/ 956 w 1408"/>
                  <a:gd name="T3" fmla="*/ 0 h 617"/>
                  <a:gd name="T4" fmla="*/ 1408 w 1408"/>
                  <a:gd name="T5" fmla="*/ 617 h 617"/>
                  <a:gd name="T6" fmla="*/ 0 w 1408"/>
                  <a:gd name="T7" fmla="*/ 617 h 617"/>
                  <a:gd name="T8" fmla="*/ 451 w 1408"/>
                  <a:gd name="T9" fmla="*/ 0 h 6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8" h="617">
                    <a:moveTo>
                      <a:pt x="451" y="0"/>
                    </a:moveTo>
                    <a:lnTo>
                      <a:pt x="956" y="0"/>
                    </a:lnTo>
                    <a:lnTo>
                      <a:pt x="1408" y="617"/>
                    </a:lnTo>
                    <a:lnTo>
                      <a:pt x="0" y="61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F3A6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2" name="Freeform 422">
                <a:extLst>
                  <a:ext uri="{FF2B5EF4-FFF2-40B4-BE49-F238E27FC236}">
                    <a16:creationId xmlns:a16="http://schemas.microsoft.com/office/drawing/2014/main" id="{DB8065E6-C7E7-488D-8341-DB341A7C4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609"/>
                <a:ext cx="1396" cy="507"/>
              </a:xfrm>
              <a:custGeom>
                <a:avLst/>
                <a:gdLst>
                  <a:gd name="T0" fmla="*/ 0 w 852"/>
                  <a:gd name="T1" fmla="*/ 4734 h 290"/>
                  <a:gd name="T2" fmla="*/ 1606 w 852"/>
                  <a:gd name="T3" fmla="*/ 2470 h 290"/>
                  <a:gd name="T4" fmla="*/ 4719 w 852"/>
                  <a:gd name="T5" fmla="*/ 65 h 290"/>
                  <a:gd name="T6" fmla="*/ 8115 w 852"/>
                  <a:gd name="T7" fmla="*/ 2112 h 290"/>
                  <a:gd name="T8" fmla="*/ 10059 w 852"/>
                  <a:gd name="T9" fmla="*/ 4670 h 290"/>
                  <a:gd name="T10" fmla="*/ 0 w 852"/>
                  <a:gd name="T11" fmla="*/ 4734 h 2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2" h="290">
                    <a:moveTo>
                      <a:pt x="0" y="290"/>
                    </a:moveTo>
                    <a:cubicBezTo>
                      <a:pt x="0" y="290"/>
                      <a:pt x="75" y="239"/>
                      <a:pt x="136" y="151"/>
                    </a:cubicBezTo>
                    <a:cubicBezTo>
                      <a:pt x="197" y="63"/>
                      <a:pt x="312" y="9"/>
                      <a:pt x="400" y="4"/>
                    </a:cubicBezTo>
                    <a:cubicBezTo>
                      <a:pt x="488" y="0"/>
                      <a:pt x="579" y="19"/>
                      <a:pt x="687" y="129"/>
                    </a:cubicBezTo>
                    <a:cubicBezTo>
                      <a:pt x="805" y="249"/>
                      <a:pt x="814" y="265"/>
                      <a:pt x="852" y="286"/>
                    </a:cubicBezTo>
                    <a:lnTo>
                      <a:pt x="0" y="290"/>
                    </a:lnTo>
                    <a:close/>
                  </a:path>
                </a:pathLst>
              </a:custGeom>
              <a:solidFill>
                <a:srgbClr val="F2A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3" name="Freeform 423">
                <a:extLst>
                  <a:ext uri="{FF2B5EF4-FFF2-40B4-BE49-F238E27FC236}">
                    <a16:creationId xmlns:a16="http://schemas.microsoft.com/office/drawing/2014/main" id="{68B24D66-E40F-4056-9D1C-2701E1FC2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25"/>
                <a:ext cx="1339" cy="505"/>
              </a:xfrm>
              <a:custGeom>
                <a:avLst/>
                <a:gdLst>
                  <a:gd name="T0" fmla="*/ 0 w 817"/>
                  <a:gd name="T1" fmla="*/ 4706 h 289"/>
                  <a:gd name="T2" fmla="*/ 1536 w 817"/>
                  <a:gd name="T3" fmla="*/ 2418 h 289"/>
                  <a:gd name="T4" fmla="*/ 4460 w 817"/>
                  <a:gd name="T5" fmla="*/ 65 h 289"/>
                  <a:gd name="T6" fmla="*/ 7757 w 817"/>
                  <a:gd name="T7" fmla="*/ 2097 h 289"/>
                  <a:gd name="T8" fmla="*/ 9661 w 817"/>
                  <a:gd name="T9" fmla="*/ 4555 h 289"/>
                  <a:gd name="T10" fmla="*/ 0 w 817"/>
                  <a:gd name="T11" fmla="*/ 4706 h 2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7" h="289">
                    <a:moveTo>
                      <a:pt x="0" y="289"/>
                    </a:moveTo>
                    <a:cubicBezTo>
                      <a:pt x="0" y="289"/>
                      <a:pt x="62" y="230"/>
                      <a:pt x="130" y="148"/>
                    </a:cubicBezTo>
                    <a:cubicBezTo>
                      <a:pt x="215" y="48"/>
                      <a:pt x="292" y="8"/>
                      <a:pt x="377" y="4"/>
                    </a:cubicBezTo>
                    <a:cubicBezTo>
                      <a:pt x="463" y="0"/>
                      <a:pt x="555" y="14"/>
                      <a:pt x="656" y="129"/>
                    </a:cubicBezTo>
                    <a:cubicBezTo>
                      <a:pt x="759" y="244"/>
                      <a:pt x="779" y="259"/>
                      <a:pt x="817" y="280"/>
                    </a:cubicBezTo>
                    <a:lnTo>
                      <a:pt x="0" y="289"/>
                    </a:lnTo>
                    <a:close/>
                  </a:path>
                </a:pathLst>
              </a:custGeom>
              <a:solidFill>
                <a:srgbClr val="F0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4" name="Freeform 424">
                <a:extLst>
                  <a:ext uri="{FF2B5EF4-FFF2-40B4-BE49-F238E27FC236}">
                    <a16:creationId xmlns:a16="http://schemas.microsoft.com/office/drawing/2014/main" id="{4E471967-014B-4BCD-BB39-0063F5488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637"/>
                <a:ext cx="1314" cy="505"/>
              </a:xfrm>
              <a:custGeom>
                <a:avLst/>
                <a:gdLst>
                  <a:gd name="T0" fmla="*/ 0 w 802"/>
                  <a:gd name="T1" fmla="*/ 4706 h 289"/>
                  <a:gd name="T2" fmla="*/ 1570 w 802"/>
                  <a:gd name="T3" fmla="*/ 2378 h 289"/>
                  <a:gd name="T4" fmla="*/ 4332 w 802"/>
                  <a:gd name="T5" fmla="*/ 65 h 289"/>
                  <a:gd name="T6" fmla="*/ 7522 w 802"/>
                  <a:gd name="T7" fmla="*/ 2097 h 289"/>
                  <a:gd name="T8" fmla="*/ 9468 w 802"/>
                  <a:gd name="T9" fmla="*/ 4531 h 289"/>
                  <a:gd name="T10" fmla="*/ 0 w 802"/>
                  <a:gd name="T11" fmla="*/ 4706 h 2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2" h="289">
                    <a:moveTo>
                      <a:pt x="0" y="289"/>
                    </a:moveTo>
                    <a:cubicBezTo>
                      <a:pt x="0" y="289"/>
                      <a:pt x="64" y="227"/>
                      <a:pt x="133" y="146"/>
                    </a:cubicBezTo>
                    <a:cubicBezTo>
                      <a:pt x="233" y="26"/>
                      <a:pt x="284" y="8"/>
                      <a:pt x="367" y="4"/>
                    </a:cubicBezTo>
                    <a:cubicBezTo>
                      <a:pt x="449" y="0"/>
                      <a:pt x="543" y="11"/>
                      <a:pt x="637" y="129"/>
                    </a:cubicBezTo>
                    <a:cubicBezTo>
                      <a:pt x="732" y="246"/>
                      <a:pt x="766" y="256"/>
                      <a:pt x="802" y="278"/>
                    </a:cubicBezTo>
                    <a:lnTo>
                      <a:pt x="0" y="289"/>
                    </a:lnTo>
                    <a:close/>
                  </a:path>
                </a:pathLst>
              </a:custGeom>
              <a:solidFill>
                <a:srgbClr val="EF8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5" name="Freeform 425">
                <a:extLst>
                  <a:ext uri="{FF2B5EF4-FFF2-40B4-BE49-F238E27FC236}">
                    <a16:creationId xmlns:a16="http://schemas.microsoft.com/office/drawing/2014/main" id="{CCDCFB28-8C59-49AF-9E92-061FA3F6A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487"/>
                <a:ext cx="1408" cy="617"/>
              </a:xfrm>
              <a:custGeom>
                <a:avLst/>
                <a:gdLst>
                  <a:gd name="T0" fmla="*/ 451 w 1408"/>
                  <a:gd name="T1" fmla="*/ 0 h 617"/>
                  <a:gd name="T2" fmla="*/ 956 w 1408"/>
                  <a:gd name="T3" fmla="*/ 0 h 617"/>
                  <a:gd name="T4" fmla="*/ 1408 w 1408"/>
                  <a:gd name="T5" fmla="*/ 617 h 617"/>
                  <a:gd name="T6" fmla="*/ 0 w 1408"/>
                  <a:gd name="T7" fmla="*/ 617 h 617"/>
                  <a:gd name="T8" fmla="*/ 451 w 1408"/>
                  <a:gd name="T9" fmla="*/ 0 h 6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8" h="617">
                    <a:moveTo>
                      <a:pt x="451" y="0"/>
                    </a:moveTo>
                    <a:lnTo>
                      <a:pt x="956" y="0"/>
                    </a:lnTo>
                    <a:lnTo>
                      <a:pt x="1408" y="617"/>
                    </a:lnTo>
                    <a:lnTo>
                      <a:pt x="0" y="617"/>
                    </a:lnTo>
                    <a:lnTo>
                      <a:pt x="451" y="0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6" name="Rectangle 426">
                <a:extLst>
                  <a:ext uri="{FF2B5EF4-FFF2-40B4-BE49-F238E27FC236}">
                    <a16:creationId xmlns:a16="http://schemas.microsoft.com/office/drawing/2014/main" id="{9BE54130-99A1-4E58-B2BB-D96BADBEC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3104"/>
                <a:ext cx="1408" cy="810"/>
              </a:xfrm>
              <a:prstGeom prst="rect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107" name="Freeform 427">
                <a:extLst>
                  <a:ext uri="{FF2B5EF4-FFF2-40B4-BE49-F238E27FC236}">
                    <a16:creationId xmlns:a16="http://schemas.microsoft.com/office/drawing/2014/main" id="{EE7ED7A3-34DC-406E-9910-FB6CB70F6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247"/>
                <a:ext cx="1408" cy="250"/>
              </a:xfrm>
              <a:custGeom>
                <a:avLst/>
                <a:gdLst>
                  <a:gd name="T0" fmla="*/ 9390 w 859"/>
                  <a:gd name="T1" fmla="*/ 1336 h 143"/>
                  <a:gd name="T2" fmla="*/ 7891 w 859"/>
                  <a:gd name="T3" fmla="*/ 114 h 143"/>
                  <a:gd name="T4" fmla="*/ 6347 w 859"/>
                  <a:gd name="T5" fmla="*/ 1572 h 143"/>
                  <a:gd name="T6" fmla="*/ 5029 w 859"/>
                  <a:gd name="T7" fmla="*/ 16 h 143"/>
                  <a:gd name="T8" fmla="*/ 3740 w 859"/>
                  <a:gd name="T9" fmla="*/ 1727 h 143"/>
                  <a:gd name="T10" fmla="*/ 2114 w 859"/>
                  <a:gd name="T11" fmla="*/ 748 h 143"/>
                  <a:gd name="T12" fmla="*/ 770 w 859"/>
                  <a:gd name="T13" fmla="*/ 1834 h 143"/>
                  <a:gd name="T14" fmla="*/ 0 w 859"/>
                  <a:gd name="T15" fmla="*/ 1351 h 143"/>
                  <a:gd name="T16" fmla="*/ 0 w 859"/>
                  <a:gd name="T17" fmla="*/ 1813 h 143"/>
                  <a:gd name="T18" fmla="*/ 770 w 859"/>
                  <a:gd name="T19" fmla="*/ 2287 h 143"/>
                  <a:gd name="T20" fmla="*/ 2114 w 859"/>
                  <a:gd name="T21" fmla="*/ 1208 h 143"/>
                  <a:gd name="T22" fmla="*/ 3740 w 859"/>
                  <a:gd name="T23" fmla="*/ 2185 h 143"/>
                  <a:gd name="T24" fmla="*/ 5029 w 859"/>
                  <a:gd name="T25" fmla="*/ 477 h 143"/>
                  <a:gd name="T26" fmla="*/ 6347 w 859"/>
                  <a:gd name="T27" fmla="*/ 2026 h 143"/>
                  <a:gd name="T28" fmla="*/ 7891 w 859"/>
                  <a:gd name="T29" fmla="*/ 572 h 143"/>
                  <a:gd name="T30" fmla="*/ 9390 w 859"/>
                  <a:gd name="T31" fmla="*/ 1785 h 143"/>
                  <a:gd name="T32" fmla="*/ 10164 w 859"/>
                  <a:gd name="T33" fmla="*/ 801 h 143"/>
                  <a:gd name="T34" fmla="*/ 10164 w 859"/>
                  <a:gd name="T35" fmla="*/ 348 h 143"/>
                  <a:gd name="T36" fmla="*/ 9390 w 859"/>
                  <a:gd name="T37" fmla="*/ 1336 h 1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59" h="143">
                    <a:moveTo>
                      <a:pt x="794" y="82"/>
                    </a:moveTo>
                    <a:cubicBezTo>
                      <a:pt x="759" y="82"/>
                      <a:pt x="728" y="4"/>
                      <a:pt x="667" y="7"/>
                    </a:cubicBezTo>
                    <a:cubicBezTo>
                      <a:pt x="596" y="11"/>
                      <a:pt x="605" y="96"/>
                      <a:pt x="536" y="96"/>
                    </a:cubicBezTo>
                    <a:cubicBezTo>
                      <a:pt x="467" y="96"/>
                      <a:pt x="494" y="0"/>
                      <a:pt x="425" y="1"/>
                    </a:cubicBezTo>
                    <a:cubicBezTo>
                      <a:pt x="354" y="2"/>
                      <a:pt x="408" y="106"/>
                      <a:pt x="316" y="106"/>
                    </a:cubicBezTo>
                    <a:cubicBezTo>
                      <a:pt x="223" y="106"/>
                      <a:pt x="236" y="45"/>
                      <a:pt x="179" y="46"/>
                    </a:cubicBezTo>
                    <a:cubicBezTo>
                      <a:pt x="122" y="48"/>
                      <a:pt x="145" y="108"/>
                      <a:pt x="65" y="112"/>
                    </a:cubicBezTo>
                    <a:cubicBezTo>
                      <a:pt x="12" y="115"/>
                      <a:pt x="0" y="83"/>
                      <a:pt x="0" y="83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12" y="143"/>
                      <a:pt x="65" y="140"/>
                    </a:cubicBezTo>
                    <a:cubicBezTo>
                      <a:pt x="145" y="136"/>
                      <a:pt x="137" y="76"/>
                      <a:pt x="179" y="74"/>
                    </a:cubicBezTo>
                    <a:cubicBezTo>
                      <a:pt x="236" y="71"/>
                      <a:pt x="223" y="134"/>
                      <a:pt x="316" y="134"/>
                    </a:cubicBezTo>
                    <a:cubicBezTo>
                      <a:pt x="408" y="134"/>
                      <a:pt x="368" y="29"/>
                      <a:pt x="425" y="29"/>
                    </a:cubicBezTo>
                    <a:cubicBezTo>
                      <a:pt x="483" y="29"/>
                      <a:pt x="467" y="124"/>
                      <a:pt x="536" y="124"/>
                    </a:cubicBezTo>
                    <a:cubicBezTo>
                      <a:pt x="605" y="124"/>
                      <a:pt x="610" y="35"/>
                      <a:pt x="667" y="35"/>
                    </a:cubicBezTo>
                    <a:cubicBezTo>
                      <a:pt x="724" y="35"/>
                      <a:pt x="759" y="109"/>
                      <a:pt x="794" y="109"/>
                    </a:cubicBezTo>
                    <a:cubicBezTo>
                      <a:pt x="829" y="109"/>
                      <a:pt x="859" y="49"/>
                      <a:pt x="859" y="49"/>
                    </a:cubicBezTo>
                    <a:cubicBezTo>
                      <a:pt x="859" y="21"/>
                      <a:pt x="859" y="21"/>
                      <a:pt x="859" y="21"/>
                    </a:cubicBezTo>
                    <a:cubicBezTo>
                      <a:pt x="859" y="21"/>
                      <a:pt x="829" y="82"/>
                      <a:pt x="794" y="82"/>
                    </a:cubicBezTo>
                    <a:close/>
                  </a:path>
                </a:pathLst>
              </a:custGeom>
              <a:solidFill>
                <a:srgbClr val="F29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8" name="Freeform 428">
                <a:extLst>
                  <a:ext uri="{FF2B5EF4-FFF2-40B4-BE49-F238E27FC236}">
                    <a16:creationId xmlns:a16="http://schemas.microsoft.com/office/drawing/2014/main" id="{49D0096C-2EC7-4157-ADD7-F3B103068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249"/>
                <a:ext cx="1408" cy="209"/>
              </a:xfrm>
              <a:custGeom>
                <a:avLst/>
                <a:gdLst>
                  <a:gd name="T0" fmla="*/ 9390 w 859"/>
                  <a:gd name="T1" fmla="*/ 1298 h 120"/>
                  <a:gd name="T2" fmla="*/ 7891 w 859"/>
                  <a:gd name="T3" fmla="*/ 111 h 120"/>
                  <a:gd name="T4" fmla="*/ 6352 w 859"/>
                  <a:gd name="T5" fmla="*/ 1538 h 120"/>
                  <a:gd name="T6" fmla="*/ 5029 w 859"/>
                  <a:gd name="T7" fmla="*/ 16 h 120"/>
                  <a:gd name="T8" fmla="*/ 3740 w 859"/>
                  <a:gd name="T9" fmla="*/ 1702 h 120"/>
                  <a:gd name="T10" fmla="*/ 2114 w 859"/>
                  <a:gd name="T11" fmla="*/ 733 h 120"/>
                  <a:gd name="T12" fmla="*/ 770 w 859"/>
                  <a:gd name="T13" fmla="*/ 1796 h 120"/>
                  <a:gd name="T14" fmla="*/ 0 w 859"/>
                  <a:gd name="T15" fmla="*/ 1338 h 120"/>
                  <a:gd name="T16" fmla="*/ 0 w 859"/>
                  <a:gd name="T17" fmla="*/ 1404 h 120"/>
                  <a:gd name="T18" fmla="*/ 770 w 859"/>
                  <a:gd name="T19" fmla="*/ 1874 h 120"/>
                  <a:gd name="T20" fmla="*/ 2114 w 859"/>
                  <a:gd name="T21" fmla="*/ 819 h 120"/>
                  <a:gd name="T22" fmla="*/ 3740 w 859"/>
                  <a:gd name="T23" fmla="*/ 1766 h 120"/>
                  <a:gd name="T24" fmla="*/ 5029 w 859"/>
                  <a:gd name="T25" fmla="*/ 85 h 120"/>
                  <a:gd name="T26" fmla="*/ 6352 w 859"/>
                  <a:gd name="T27" fmla="*/ 1602 h 120"/>
                  <a:gd name="T28" fmla="*/ 7891 w 859"/>
                  <a:gd name="T29" fmla="*/ 193 h 120"/>
                  <a:gd name="T30" fmla="*/ 9390 w 859"/>
                  <a:gd name="T31" fmla="*/ 1379 h 120"/>
                  <a:gd name="T32" fmla="*/ 10164 w 859"/>
                  <a:gd name="T33" fmla="*/ 413 h 120"/>
                  <a:gd name="T34" fmla="*/ 10164 w 859"/>
                  <a:gd name="T35" fmla="*/ 336 h 120"/>
                  <a:gd name="T36" fmla="*/ 9390 w 859"/>
                  <a:gd name="T37" fmla="*/ 1298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59" h="120">
                    <a:moveTo>
                      <a:pt x="794" y="81"/>
                    </a:moveTo>
                    <a:cubicBezTo>
                      <a:pt x="759" y="81"/>
                      <a:pt x="728" y="4"/>
                      <a:pt x="667" y="7"/>
                    </a:cubicBezTo>
                    <a:cubicBezTo>
                      <a:pt x="596" y="10"/>
                      <a:pt x="606" y="96"/>
                      <a:pt x="537" y="96"/>
                    </a:cubicBezTo>
                    <a:cubicBezTo>
                      <a:pt x="468" y="96"/>
                      <a:pt x="494" y="0"/>
                      <a:pt x="425" y="1"/>
                    </a:cubicBezTo>
                    <a:cubicBezTo>
                      <a:pt x="354" y="2"/>
                      <a:pt x="408" y="106"/>
                      <a:pt x="316" y="106"/>
                    </a:cubicBezTo>
                    <a:cubicBezTo>
                      <a:pt x="223" y="106"/>
                      <a:pt x="236" y="44"/>
                      <a:pt x="179" y="46"/>
                    </a:cubicBezTo>
                    <a:cubicBezTo>
                      <a:pt x="122" y="47"/>
                      <a:pt x="145" y="107"/>
                      <a:pt x="65" y="112"/>
                    </a:cubicBezTo>
                    <a:cubicBezTo>
                      <a:pt x="12" y="115"/>
                      <a:pt x="0" y="83"/>
                      <a:pt x="0" y="83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12" y="120"/>
                      <a:pt x="65" y="117"/>
                    </a:cubicBezTo>
                    <a:cubicBezTo>
                      <a:pt x="145" y="112"/>
                      <a:pt x="122" y="52"/>
                      <a:pt x="179" y="51"/>
                    </a:cubicBezTo>
                    <a:cubicBezTo>
                      <a:pt x="236" y="49"/>
                      <a:pt x="223" y="110"/>
                      <a:pt x="316" y="110"/>
                    </a:cubicBezTo>
                    <a:cubicBezTo>
                      <a:pt x="408" y="110"/>
                      <a:pt x="354" y="7"/>
                      <a:pt x="425" y="5"/>
                    </a:cubicBezTo>
                    <a:cubicBezTo>
                      <a:pt x="494" y="4"/>
                      <a:pt x="468" y="100"/>
                      <a:pt x="537" y="100"/>
                    </a:cubicBezTo>
                    <a:cubicBezTo>
                      <a:pt x="606" y="100"/>
                      <a:pt x="596" y="15"/>
                      <a:pt x="667" y="12"/>
                    </a:cubicBezTo>
                    <a:cubicBezTo>
                      <a:pt x="728" y="8"/>
                      <a:pt x="759" y="86"/>
                      <a:pt x="794" y="86"/>
                    </a:cubicBezTo>
                    <a:cubicBezTo>
                      <a:pt x="829" y="86"/>
                      <a:pt x="859" y="26"/>
                      <a:pt x="859" y="26"/>
                    </a:cubicBezTo>
                    <a:cubicBezTo>
                      <a:pt x="859" y="21"/>
                      <a:pt x="859" y="21"/>
                      <a:pt x="859" y="21"/>
                    </a:cubicBezTo>
                    <a:cubicBezTo>
                      <a:pt x="859" y="21"/>
                      <a:pt x="829" y="81"/>
                      <a:pt x="794" y="81"/>
                    </a:cubicBezTo>
                    <a:close/>
                  </a:path>
                </a:pathLst>
              </a:custGeom>
              <a:solidFill>
                <a:srgbClr val="F6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9" name="Freeform 429">
                <a:extLst>
                  <a:ext uri="{FF2B5EF4-FFF2-40B4-BE49-F238E27FC236}">
                    <a16:creationId xmlns:a16="http://schemas.microsoft.com/office/drawing/2014/main" id="{4536AD3B-44B0-4FDF-8308-8510E74E6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3163"/>
                <a:ext cx="1407" cy="26"/>
              </a:xfrm>
              <a:custGeom>
                <a:avLst/>
                <a:gdLst>
                  <a:gd name="T0" fmla="*/ 0 w 859"/>
                  <a:gd name="T1" fmla="*/ 147 h 15"/>
                  <a:gd name="T2" fmla="*/ 3499 w 859"/>
                  <a:gd name="T3" fmla="*/ 208 h 15"/>
                  <a:gd name="T4" fmla="*/ 4765 w 859"/>
                  <a:gd name="T5" fmla="*/ 172 h 15"/>
                  <a:gd name="T6" fmla="*/ 5954 w 859"/>
                  <a:gd name="T7" fmla="*/ 220 h 15"/>
                  <a:gd name="T8" fmla="*/ 8540 w 859"/>
                  <a:gd name="T9" fmla="*/ 62 h 15"/>
                  <a:gd name="T10" fmla="*/ 10127 w 859"/>
                  <a:gd name="T11" fmla="*/ 1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9" h="15">
                    <a:moveTo>
                      <a:pt x="0" y="9"/>
                    </a:moveTo>
                    <a:cubicBezTo>
                      <a:pt x="99" y="9"/>
                      <a:pt x="198" y="13"/>
                      <a:pt x="297" y="13"/>
                    </a:cubicBezTo>
                    <a:cubicBezTo>
                      <a:pt x="333" y="14"/>
                      <a:pt x="369" y="10"/>
                      <a:pt x="404" y="11"/>
                    </a:cubicBezTo>
                    <a:cubicBezTo>
                      <a:pt x="438" y="13"/>
                      <a:pt x="471" y="15"/>
                      <a:pt x="505" y="14"/>
                    </a:cubicBezTo>
                    <a:cubicBezTo>
                      <a:pt x="578" y="11"/>
                      <a:pt x="651" y="11"/>
                      <a:pt x="724" y="4"/>
                    </a:cubicBezTo>
                    <a:cubicBezTo>
                      <a:pt x="768" y="0"/>
                      <a:pt x="818" y="1"/>
                      <a:pt x="859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0" name="Freeform 430">
                <a:extLst>
                  <a:ext uri="{FF2B5EF4-FFF2-40B4-BE49-F238E27FC236}">
                    <a16:creationId xmlns:a16="http://schemas.microsoft.com/office/drawing/2014/main" id="{B6880225-3DC1-4155-94C9-1CA7B9AAC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3119"/>
                <a:ext cx="1407" cy="30"/>
              </a:xfrm>
              <a:custGeom>
                <a:avLst/>
                <a:gdLst>
                  <a:gd name="T0" fmla="*/ 10127 w 859"/>
                  <a:gd name="T1" fmla="*/ 65 h 17"/>
                  <a:gd name="T2" fmla="*/ 9761 w 859"/>
                  <a:gd name="T3" fmla="*/ 65 h 17"/>
                  <a:gd name="T4" fmla="*/ 9135 w 859"/>
                  <a:gd name="T5" fmla="*/ 65 h 17"/>
                  <a:gd name="T6" fmla="*/ 8078 w 859"/>
                  <a:gd name="T7" fmla="*/ 37 h 17"/>
                  <a:gd name="T8" fmla="*/ 5656 w 859"/>
                  <a:gd name="T9" fmla="*/ 244 h 17"/>
                  <a:gd name="T10" fmla="*/ 1240 w 859"/>
                  <a:gd name="T11" fmla="*/ 203 h 17"/>
                  <a:gd name="T12" fmla="*/ 441 w 859"/>
                  <a:gd name="T13" fmla="*/ 244 h 17"/>
                  <a:gd name="T14" fmla="*/ 0 w 859"/>
                  <a:gd name="T15" fmla="*/ 252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9" h="17">
                    <a:moveTo>
                      <a:pt x="859" y="4"/>
                    </a:moveTo>
                    <a:cubicBezTo>
                      <a:pt x="850" y="7"/>
                      <a:pt x="837" y="4"/>
                      <a:pt x="828" y="4"/>
                    </a:cubicBezTo>
                    <a:cubicBezTo>
                      <a:pt x="810" y="2"/>
                      <a:pt x="793" y="4"/>
                      <a:pt x="775" y="4"/>
                    </a:cubicBezTo>
                    <a:cubicBezTo>
                      <a:pt x="745" y="4"/>
                      <a:pt x="715" y="0"/>
                      <a:pt x="685" y="2"/>
                    </a:cubicBezTo>
                    <a:cubicBezTo>
                      <a:pt x="616" y="5"/>
                      <a:pt x="548" y="12"/>
                      <a:pt x="480" y="14"/>
                    </a:cubicBezTo>
                    <a:cubicBezTo>
                      <a:pt x="354" y="17"/>
                      <a:pt x="230" y="2"/>
                      <a:pt x="105" y="12"/>
                    </a:cubicBezTo>
                    <a:cubicBezTo>
                      <a:pt x="82" y="14"/>
                      <a:pt x="60" y="15"/>
                      <a:pt x="37" y="14"/>
                    </a:cubicBezTo>
                    <a:cubicBezTo>
                      <a:pt x="27" y="14"/>
                      <a:pt x="10" y="12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1" name="Freeform 431">
                <a:extLst>
                  <a:ext uri="{FF2B5EF4-FFF2-40B4-BE49-F238E27FC236}">
                    <a16:creationId xmlns:a16="http://schemas.microsoft.com/office/drawing/2014/main" id="{D02F0880-48A2-42EF-8072-43D5C002C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3124"/>
                <a:ext cx="1262" cy="55"/>
              </a:xfrm>
              <a:custGeom>
                <a:avLst/>
                <a:gdLst>
                  <a:gd name="T0" fmla="*/ 0 w 770"/>
                  <a:gd name="T1" fmla="*/ 548 h 31"/>
                  <a:gd name="T2" fmla="*/ 1811 w 770"/>
                  <a:gd name="T3" fmla="*/ 383 h 31"/>
                  <a:gd name="T4" fmla="*/ 4755 w 770"/>
                  <a:gd name="T5" fmla="*/ 383 h 31"/>
                  <a:gd name="T6" fmla="*/ 9103 w 770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0" h="31">
                    <a:moveTo>
                      <a:pt x="0" y="31"/>
                    </a:moveTo>
                    <a:cubicBezTo>
                      <a:pt x="0" y="31"/>
                      <a:pt x="92" y="22"/>
                      <a:pt x="153" y="22"/>
                    </a:cubicBezTo>
                    <a:cubicBezTo>
                      <a:pt x="214" y="22"/>
                      <a:pt x="335" y="28"/>
                      <a:pt x="402" y="22"/>
                    </a:cubicBezTo>
                    <a:cubicBezTo>
                      <a:pt x="468" y="16"/>
                      <a:pt x="698" y="15"/>
                      <a:pt x="77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2" name="Freeform 432">
                <a:extLst>
                  <a:ext uri="{FF2B5EF4-FFF2-40B4-BE49-F238E27FC236}">
                    <a16:creationId xmlns:a16="http://schemas.microsoft.com/office/drawing/2014/main" id="{8312807C-E3BC-47CA-868E-8B481D449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682"/>
                <a:ext cx="1408" cy="232"/>
              </a:xfrm>
              <a:custGeom>
                <a:avLst/>
                <a:gdLst>
                  <a:gd name="T0" fmla="*/ 0 w 859"/>
                  <a:gd name="T1" fmla="*/ 886 h 133"/>
                  <a:gd name="T2" fmla="*/ 0 w 859"/>
                  <a:gd name="T3" fmla="*/ 2149 h 133"/>
                  <a:gd name="T4" fmla="*/ 10164 w 859"/>
                  <a:gd name="T5" fmla="*/ 2149 h 133"/>
                  <a:gd name="T6" fmla="*/ 10164 w 859"/>
                  <a:gd name="T7" fmla="*/ 499 h 133"/>
                  <a:gd name="T8" fmla="*/ 10010 w 859"/>
                  <a:gd name="T9" fmla="*/ 612 h 133"/>
                  <a:gd name="T10" fmla="*/ 9736 w 859"/>
                  <a:gd name="T11" fmla="*/ 372 h 133"/>
                  <a:gd name="T12" fmla="*/ 9294 w 859"/>
                  <a:gd name="T13" fmla="*/ 675 h 133"/>
                  <a:gd name="T14" fmla="*/ 8900 w 859"/>
                  <a:gd name="T15" fmla="*/ 483 h 133"/>
                  <a:gd name="T16" fmla="*/ 8530 w 859"/>
                  <a:gd name="T17" fmla="*/ 743 h 133"/>
                  <a:gd name="T18" fmla="*/ 8186 w 859"/>
                  <a:gd name="T19" fmla="*/ 483 h 133"/>
                  <a:gd name="T20" fmla="*/ 7940 w 859"/>
                  <a:gd name="T21" fmla="*/ 780 h 133"/>
                  <a:gd name="T22" fmla="*/ 7633 w 859"/>
                  <a:gd name="T23" fmla="*/ 387 h 133"/>
                  <a:gd name="T24" fmla="*/ 7297 w 859"/>
                  <a:gd name="T25" fmla="*/ 743 h 133"/>
                  <a:gd name="T26" fmla="*/ 6870 w 859"/>
                  <a:gd name="T27" fmla="*/ 387 h 133"/>
                  <a:gd name="T28" fmla="*/ 6448 w 859"/>
                  <a:gd name="T29" fmla="*/ 612 h 133"/>
                  <a:gd name="T30" fmla="*/ 5680 w 859"/>
                  <a:gd name="T31" fmla="*/ 600 h 133"/>
                  <a:gd name="T32" fmla="*/ 5298 w 859"/>
                  <a:gd name="T33" fmla="*/ 351 h 133"/>
                  <a:gd name="T34" fmla="*/ 4911 w 859"/>
                  <a:gd name="T35" fmla="*/ 536 h 133"/>
                  <a:gd name="T36" fmla="*/ 4293 w 859"/>
                  <a:gd name="T37" fmla="*/ 408 h 133"/>
                  <a:gd name="T38" fmla="*/ 4149 w 859"/>
                  <a:gd name="T39" fmla="*/ 870 h 133"/>
                  <a:gd name="T40" fmla="*/ 3652 w 859"/>
                  <a:gd name="T41" fmla="*/ 600 h 133"/>
                  <a:gd name="T42" fmla="*/ 3149 w 859"/>
                  <a:gd name="T43" fmla="*/ 970 h 133"/>
                  <a:gd name="T44" fmla="*/ 2872 w 859"/>
                  <a:gd name="T45" fmla="*/ 413 h 133"/>
                  <a:gd name="T46" fmla="*/ 2611 w 859"/>
                  <a:gd name="T47" fmla="*/ 649 h 133"/>
                  <a:gd name="T48" fmla="*/ 2350 w 859"/>
                  <a:gd name="T49" fmla="*/ 483 h 133"/>
                  <a:gd name="T50" fmla="*/ 1929 w 859"/>
                  <a:gd name="T51" fmla="*/ 612 h 133"/>
                  <a:gd name="T52" fmla="*/ 1336 w 859"/>
                  <a:gd name="T53" fmla="*/ 670 h 133"/>
                  <a:gd name="T54" fmla="*/ 688 w 859"/>
                  <a:gd name="T55" fmla="*/ 670 h 133"/>
                  <a:gd name="T56" fmla="*/ 146 w 859"/>
                  <a:gd name="T57" fmla="*/ 843 h 133"/>
                  <a:gd name="T58" fmla="*/ 0 w 859"/>
                  <a:gd name="T59" fmla="*/ 886 h 13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59" h="133">
                    <a:moveTo>
                      <a:pt x="0" y="55"/>
                    </a:moveTo>
                    <a:cubicBezTo>
                      <a:pt x="0" y="133"/>
                      <a:pt x="0" y="133"/>
                      <a:pt x="0" y="133"/>
                    </a:cubicBezTo>
                    <a:cubicBezTo>
                      <a:pt x="859" y="133"/>
                      <a:pt x="859" y="133"/>
                      <a:pt x="859" y="133"/>
                    </a:cubicBezTo>
                    <a:cubicBezTo>
                      <a:pt x="859" y="31"/>
                      <a:pt x="859" y="31"/>
                      <a:pt x="859" y="31"/>
                    </a:cubicBezTo>
                    <a:cubicBezTo>
                      <a:pt x="859" y="31"/>
                      <a:pt x="851" y="29"/>
                      <a:pt x="846" y="38"/>
                    </a:cubicBezTo>
                    <a:cubicBezTo>
                      <a:pt x="846" y="38"/>
                      <a:pt x="847" y="23"/>
                      <a:pt x="823" y="23"/>
                    </a:cubicBezTo>
                    <a:cubicBezTo>
                      <a:pt x="799" y="23"/>
                      <a:pt x="785" y="42"/>
                      <a:pt x="785" y="42"/>
                    </a:cubicBezTo>
                    <a:cubicBezTo>
                      <a:pt x="785" y="42"/>
                      <a:pt x="776" y="29"/>
                      <a:pt x="752" y="30"/>
                    </a:cubicBezTo>
                    <a:cubicBezTo>
                      <a:pt x="727" y="31"/>
                      <a:pt x="721" y="46"/>
                      <a:pt x="721" y="46"/>
                    </a:cubicBezTo>
                    <a:cubicBezTo>
                      <a:pt x="721" y="46"/>
                      <a:pt x="722" y="27"/>
                      <a:pt x="692" y="30"/>
                    </a:cubicBezTo>
                    <a:cubicBezTo>
                      <a:pt x="662" y="33"/>
                      <a:pt x="671" y="48"/>
                      <a:pt x="671" y="48"/>
                    </a:cubicBezTo>
                    <a:cubicBezTo>
                      <a:pt x="671" y="48"/>
                      <a:pt x="665" y="22"/>
                      <a:pt x="645" y="24"/>
                    </a:cubicBezTo>
                    <a:cubicBezTo>
                      <a:pt x="624" y="27"/>
                      <a:pt x="617" y="46"/>
                      <a:pt x="617" y="46"/>
                    </a:cubicBezTo>
                    <a:cubicBezTo>
                      <a:pt x="617" y="46"/>
                      <a:pt x="612" y="25"/>
                      <a:pt x="581" y="24"/>
                    </a:cubicBezTo>
                    <a:cubicBezTo>
                      <a:pt x="551" y="23"/>
                      <a:pt x="545" y="38"/>
                      <a:pt x="545" y="38"/>
                    </a:cubicBezTo>
                    <a:cubicBezTo>
                      <a:pt x="545" y="38"/>
                      <a:pt x="532" y="0"/>
                      <a:pt x="480" y="37"/>
                    </a:cubicBezTo>
                    <a:cubicBezTo>
                      <a:pt x="480" y="37"/>
                      <a:pt x="472" y="20"/>
                      <a:pt x="448" y="22"/>
                    </a:cubicBezTo>
                    <a:cubicBezTo>
                      <a:pt x="423" y="24"/>
                      <a:pt x="415" y="33"/>
                      <a:pt x="415" y="33"/>
                    </a:cubicBezTo>
                    <a:cubicBezTo>
                      <a:pt x="415" y="33"/>
                      <a:pt x="388" y="8"/>
                      <a:pt x="363" y="25"/>
                    </a:cubicBezTo>
                    <a:cubicBezTo>
                      <a:pt x="338" y="42"/>
                      <a:pt x="351" y="54"/>
                      <a:pt x="351" y="54"/>
                    </a:cubicBezTo>
                    <a:cubicBezTo>
                      <a:pt x="351" y="54"/>
                      <a:pt x="333" y="33"/>
                      <a:pt x="309" y="37"/>
                    </a:cubicBezTo>
                    <a:cubicBezTo>
                      <a:pt x="285" y="41"/>
                      <a:pt x="266" y="60"/>
                      <a:pt x="266" y="60"/>
                    </a:cubicBezTo>
                    <a:cubicBezTo>
                      <a:pt x="266" y="60"/>
                      <a:pt x="270" y="29"/>
                      <a:pt x="243" y="26"/>
                    </a:cubicBezTo>
                    <a:cubicBezTo>
                      <a:pt x="215" y="23"/>
                      <a:pt x="221" y="40"/>
                      <a:pt x="221" y="40"/>
                    </a:cubicBezTo>
                    <a:cubicBezTo>
                      <a:pt x="221" y="40"/>
                      <a:pt x="212" y="24"/>
                      <a:pt x="199" y="30"/>
                    </a:cubicBezTo>
                    <a:cubicBezTo>
                      <a:pt x="186" y="35"/>
                      <a:pt x="177" y="57"/>
                      <a:pt x="163" y="38"/>
                    </a:cubicBezTo>
                    <a:cubicBezTo>
                      <a:pt x="150" y="20"/>
                      <a:pt x="127" y="23"/>
                      <a:pt x="113" y="41"/>
                    </a:cubicBezTo>
                    <a:cubicBezTo>
                      <a:pt x="113" y="41"/>
                      <a:pt x="94" y="13"/>
                      <a:pt x="58" y="41"/>
                    </a:cubicBezTo>
                    <a:cubicBezTo>
                      <a:pt x="58" y="41"/>
                      <a:pt x="24" y="17"/>
                      <a:pt x="12" y="52"/>
                    </a:cubicBezTo>
                    <a:cubicBezTo>
                      <a:pt x="12" y="52"/>
                      <a:pt x="2" y="44"/>
                      <a:pt x="0" y="55"/>
                    </a:cubicBezTo>
                    <a:close/>
                  </a:path>
                </a:pathLst>
              </a:custGeom>
              <a:solidFill>
                <a:srgbClr val="FCD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3" name="Freeform 433">
                <a:extLst>
                  <a:ext uri="{FF2B5EF4-FFF2-40B4-BE49-F238E27FC236}">
                    <a16:creationId xmlns:a16="http://schemas.microsoft.com/office/drawing/2014/main" id="{656FF6AF-8958-4888-B43F-FF41959CC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3830"/>
                <a:ext cx="77" cy="60"/>
              </a:xfrm>
              <a:custGeom>
                <a:avLst/>
                <a:gdLst>
                  <a:gd name="T0" fmla="*/ 0 w 47"/>
                  <a:gd name="T1" fmla="*/ 37 h 34"/>
                  <a:gd name="T2" fmla="*/ 115 w 47"/>
                  <a:gd name="T3" fmla="*/ 203 h 34"/>
                  <a:gd name="T4" fmla="*/ 426 w 47"/>
                  <a:gd name="T5" fmla="*/ 106 h 34"/>
                  <a:gd name="T6" fmla="*/ 426 w 47"/>
                  <a:gd name="T7" fmla="*/ 58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4">
                    <a:moveTo>
                      <a:pt x="0" y="2"/>
                    </a:moveTo>
                    <a:cubicBezTo>
                      <a:pt x="5" y="0"/>
                      <a:pt x="9" y="8"/>
                      <a:pt x="10" y="12"/>
                    </a:cubicBezTo>
                    <a:cubicBezTo>
                      <a:pt x="9" y="1"/>
                      <a:pt x="31" y="2"/>
                      <a:pt x="36" y="6"/>
                    </a:cubicBezTo>
                    <a:cubicBezTo>
                      <a:pt x="45" y="12"/>
                      <a:pt x="47" y="29"/>
                      <a:pt x="36" y="34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4" name="Freeform 434">
                <a:extLst>
                  <a:ext uri="{FF2B5EF4-FFF2-40B4-BE49-F238E27FC236}">
                    <a16:creationId xmlns:a16="http://schemas.microsoft.com/office/drawing/2014/main" id="{0B7634BC-0A9D-49D0-A47D-8E0E4CA62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3752"/>
                <a:ext cx="44" cy="59"/>
              </a:xfrm>
              <a:custGeom>
                <a:avLst/>
                <a:gdLst>
                  <a:gd name="T0" fmla="*/ 290 w 27"/>
                  <a:gd name="T1" fmla="*/ 0 h 34"/>
                  <a:gd name="T2" fmla="*/ 311 w 27"/>
                  <a:gd name="T3" fmla="*/ 108 h 34"/>
                  <a:gd name="T4" fmla="*/ 275 w 27"/>
                  <a:gd name="T5" fmla="*/ 325 h 34"/>
                  <a:gd name="T6" fmla="*/ 0 w 27"/>
                  <a:gd name="T7" fmla="*/ 53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4">
                    <a:moveTo>
                      <a:pt x="25" y="0"/>
                    </a:moveTo>
                    <a:cubicBezTo>
                      <a:pt x="25" y="1"/>
                      <a:pt x="26" y="5"/>
                      <a:pt x="27" y="7"/>
                    </a:cubicBezTo>
                    <a:cubicBezTo>
                      <a:pt x="27" y="11"/>
                      <a:pt x="26" y="17"/>
                      <a:pt x="24" y="21"/>
                    </a:cubicBezTo>
                    <a:cubicBezTo>
                      <a:pt x="19" y="30"/>
                      <a:pt x="10" y="32"/>
                      <a:pt x="0" y="34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5" name="Freeform 435">
                <a:extLst>
                  <a:ext uri="{FF2B5EF4-FFF2-40B4-BE49-F238E27FC236}">
                    <a16:creationId xmlns:a16="http://schemas.microsoft.com/office/drawing/2014/main" id="{AEFC0087-A8DC-4EDD-A8F4-9F518D5E4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3839"/>
                <a:ext cx="118" cy="61"/>
              </a:xfrm>
              <a:custGeom>
                <a:avLst/>
                <a:gdLst>
                  <a:gd name="T0" fmla="*/ 92 w 72"/>
                  <a:gd name="T1" fmla="*/ 561 h 35"/>
                  <a:gd name="T2" fmla="*/ 80 w 72"/>
                  <a:gd name="T3" fmla="*/ 237 h 35"/>
                  <a:gd name="T4" fmla="*/ 316 w 72"/>
                  <a:gd name="T5" fmla="*/ 286 h 35"/>
                  <a:gd name="T6" fmla="*/ 542 w 72"/>
                  <a:gd name="T7" fmla="*/ 0 h 35"/>
                  <a:gd name="T8" fmla="*/ 849 w 72"/>
                  <a:gd name="T9" fmla="*/ 17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5">
                    <a:moveTo>
                      <a:pt x="8" y="35"/>
                    </a:moveTo>
                    <a:cubicBezTo>
                      <a:pt x="0" y="35"/>
                      <a:pt x="3" y="19"/>
                      <a:pt x="7" y="15"/>
                    </a:cubicBezTo>
                    <a:cubicBezTo>
                      <a:pt x="13" y="11"/>
                      <a:pt x="22" y="14"/>
                      <a:pt x="27" y="18"/>
                    </a:cubicBezTo>
                    <a:cubicBezTo>
                      <a:pt x="23" y="10"/>
                      <a:pt x="40" y="1"/>
                      <a:pt x="46" y="0"/>
                    </a:cubicBezTo>
                    <a:cubicBezTo>
                      <a:pt x="55" y="0"/>
                      <a:pt x="68" y="2"/>
                      <a:pt x="72" y="11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6" name="Freeform 436">
                <a:extLst>
                  <a:ext uri="{FF2B5EF4-FFF2-40B4-BE49-F238E27FC236}">
                    <a16:creationId xmlns:a16="http://schemas.microsoft.com/office/drawing/2014/main" id="{E832C322-656F-41B0-B40A-045B1FE7F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3792"/>
                <a:ext cx="79" cy="68"/>
              </a:xfrm>
              <a:custGeom>
                <a:avLst/>
                <a:gdLst>
                  <a:gd name="T0" fmla="*/ 156 w 48"/>
                  <a:gd name="T1" fmla="*/ 629 h 39"/>
                  <a:gd name="T2" fmla="*/ 579 w 48"/>
                  <a:gd name="T3" fmla="*/ 23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9">
                    <a:moveTo>
                      <a:pt x="13" y="39"/>
                    </a:moveTo>
                    <a:cubicBezTo>
                      <a:pt x="0" y="22"/>
                      <a:pt x="41" y="0"/>
                      <a:pt x="48" y="15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7" name="Freeform 437">
                <a:extLst>
                  <a:ext uri="{FF2B5EF4-FFF2-40B4-BE49-F238E27FC236}">
                    <a16:creationId xmlns:a16="http://schemas.microsoft.com/office/drawing/2014/main" id="{858CE784-3E53-4C4C-BDA3-2B709625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778"/>
                <a:ext cx="46" cy="63"/>
              </a:xfrm>
              <a:custGeom>
                <a:avLst/>
                <a:gdLst>
                  <a:gd name="T0" fmla="*/ 133 w 28"/>
                  <a:gd name="T1" fmla="*/ 592 h 36"/>
                  <a:gd name="T2" fmla="*/ 337 w 28"/>
                  <a:gd name="T3" fmla="*/ 151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6">
                    <a:moveTo>
                      <a:pt x="11" y="36"/>
                    </a:moveTo>
                    <a:cubicBezTo>
                      <a:pt x="0" y="36"/>
                      <a:pt x="7" y="0"/>
                      <a:pt x="28" y="9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8" name="Freeform 438">
                <a:extLst>
                  <a:ext uri="{FF2B5EF4-FFF2-40B4-BE49-F238E27FC236}">
                    <a16:creationId xmlns:a16="http://schemas.microsoft.com/office/drawing/2014/main" id="{D5E7250A-9248-4DB1-9D0D-C9C3D8157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3788"/>
                <a:ext cx="49" cy="30"/>
              </a:xfrm>
              <a:custGeom>
                <a:avLst/>
                <a:gdLst>
                  <a:gd name="T0" fmla="*/ 350 w 30"/>
                  <a:gd name="T1" fmla="*/ 293 h 17"/>
                  <a:gd name="T2" fmla="*/ 0 w 30"/>
                  <a:gd name="T3" fmla="*/ 49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7">
                    <a:moveTo>
                      <a:pt x="30" y="17"/>
                    </a:moveTo>
                    <a:cubicBezTo>
                      <a:pt x="28" y="7"/>
                      <a:pt x="10" y="0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9" name="Freeform 439">
                <a:extLst>
                  <a:ext uri="{FF2B5EF4-FFF2-40B4-BE49-F238E27FC236}">
                    <a16:creationId xmlns:a16="http://schemas.microsoft.com/office/drawing/2014/main" id="{E6DB5C64-CCC1-4673-885C-25D610E30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871"/>
                <a:ext cx="18" cy="43"/>
              </a:xfrm>
              <a:custGeom>
                <a:avLst/>
                <a:gdLst>
                  <a:gd name="T0" fmla="*/ 34 w 11"/>
                  <a:gd name="T1" fmla="*/ 353 h 25"/>
                  <a:gd name="T2" fmla="*/ 115 w 11"/>
                  <a:gd name="T3" fmla="*/ 169 h 25"/>
                  <a:gd name="T4" fmla="*/ 0 w 11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5">
                    <a:moveTo>
                      <a:pt x="3" y="23"/>
                    </a:moveTo>
                    <a:cubicBezTo>
                      <a:pt x="8" y="25"/>
                      <a:pt x="11" y="15"/>
                      <a:pt x="10" y="11"/>
                    </a:cubicBezTo>
                    <a:cubicBezTo>
                      <a:pt x="10" y="5"/>
                      <a:pt x="5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0" name="Freeform 440">
                <a:extLst>
                  <a:ext uri="{FF2B5EF4-FFF2-40B4-BE49-F238E27FC236}">
                    <a16:creationId xmlns:a16="http://schemas.microsoft.com/office/drawing/2014/main" id="{679C14AD-4B57-47CE-AF98-E7A0287BA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774"/>
                <a:ext cx="26" cy="32"/>
              </a:xfrm>
              <a:custGeom>
                <a:avLst/>
                <a:gdLst>
                  <a:gd name="T0" fmla="*/ 0 w 16"/>
                  <a:gd name="T1" fmla="*/ 0 h 18"/>
                  <a:gd name="T2" fmla="*/ 180 w 16"/>
                  <a:gd name="T3" fmla="*/ 32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0" y="0"/>
                    </a:moveTo>
                    <a:cubicBezTo>
                      <a:pt x="0" y="9"/>
                      <a:pt x="6" y="17"/>
                      <a:pt x="16" y="18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1" name="Freeform 441">
                <a:extLst>
                  <a:ext uri="{FF2B5EF4-FFF2-40B4-BE49-F238E27FC236}">
                    <a16:creationId xmlns:a16="http://schemas.microsoft.com/office/drawing/2014/main" id="{D3174FFD-9E37-43F6-9A84-4DE7002E1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3843"/>
                <a:ext cx="69" cy="70"/>
              </a:xfrm>
              <a:custGeom>
                <a:avLst/>
                <a:gdLst>
                  <a:gd name="T0" fmla="*/ 89 w 42"/>
                  <a:gd name="T1" fmla="*/ 658 h 40"/>
                  <a:gd name="T2" fmla="*/ 146 w 42"/>
                  <a:gd name="T3" fmla="*/ 151 h 40"/>
                  <a:gd name="T4" fmla="*/ 503 w 42"/>
                  <a:gd name="T5" fmla="*/ 30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0">
                    <a:moveTo>
                      <a:pt x="7" y="40"/>
                    </a:moveTo>
                    <a:cubicBezTo>
                      <a:pt x="0" y="31"/>
                      <a:pt x="3" y="15"/>
                      <a:pt x="12" y="9"/>
                    </a:cubicBezTo>
                    <a:cubicBezTo>
                      <a:pt x="24" y="0"/>
                      <a:pt x="34" y="11"/>
                      <a:pt x="42" y="18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2" name="Freeform 442">
                <a:extLst>
                  <a:ext uri="{FF2B5EF4-FFF2-40B4-BE49-F238E27FC236}">
                    <a16:creationId xmlns:a16="http://schemas.microsoft.com/office/drawing/2014/main" id="{93FBE4AD-E856-4D83-9A7A-62DC0D85F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3781"/>
                <a:ext cx="69" cy="21"/>
              </a:xfrm>
              <a:custGeom>
                <a:avLst/>
                <a:gdLst>
                  <a:gd name="T0" fmla="*/ 0 w 42"/>
                  <a:gd name="T1" fmla="*/ 0 h 12"/>
                  <a:gd name="T2" fmla="*/ 503 w 42"/>
                  <a:gd name="T3" fmla="*/ 13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2">
                    <a:moveTo>
                      <a:pt x="0" y="0"/>
                    </a:moveTo>
                    <a:cubicBezTo>
                      <a:pt x="8" y="12"/>
                      <a:pt x="29" y="9"/>
                      <a:pt x="42" y="8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3" name="Freeform 443">
                <a:extLst>
                  <a:ext uri="{FF2B5EF4-FFF2-40B4-BE49-F238E27FC236}">
                    <a16:creationId xmlns:a16="http://schemas.microsoft.com/office/drawing/2014/main" id="{8C1DEC51-8D6B-4470-A7F9-813C7384E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3755"/>
                <a:ext cx="80" cy="51"/>
              </a:xfrm>
              <a:custGeom>
                <a:avLst/>
                <a:gdLst>
                  <a:gd name="T0" fmla="*/ 570 w 49"/>
                  <a:gd name="T1" fmla="*/ 0 h 29"/>
                  <a:gd name="T2" fmla="*/ 325 w 49"/>
                  <a:gd name="T3" fmla="*/ 440 h 29"/>
                  <a:gd name="T4" fmla="*/ 0 w 49"/>
                  <a:gd name="T5" fmla="*/ 31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9">
                    <a:moveTo>
                      <a:pt x="49" y="0"/>
                    </a:moveTo>
                    <a:cubicBezTo>
                      <a:pt x="49" y="13"/>
                      <a:pt x="42" y="24"/>
                      <a:pt x="28" y="26"/>
                    </a:cubicBezTo>
                    <a:cubicBezTo>
                      <a:pt x="18" y="28"/>
                      <a:pt x="6" y="29"/>
                      <a:pt x="0" y="19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4" name="Freeform 444">
                <a:extLst>
                  <a:ext uri="{FF2B5EF4-FFF2-40B4-BE49-F238E27FC236}">
                    <a16:creationId xmlns:a16="http://schemas.microsoft.com/office/drawing/2014/main" id="{56958CD5-2C81-4A65-BAD2-2F0D06993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3795"/>
                <a:ext cx="46" cy="46"/>
              </a:xfrm>
              <a:custGeom>
                <a:avLst/>
                <a:gdLst>
                  <a:gd name="T0" fmla="*/ 337 w 28"/>
                  <a:gd name="T1" fmla="*/ 37 h 26"/>
                  <a:gd name="T2" fmla="*/ 95 w 28"/>
                  <a:gd name="T3" fmla="*/ 106 h 26"/>
                  <a:gd name="T4" fmla="*/ 0 w 28"/>
                  <a:gd name="T5" fmla="*/ 44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28" y="2"/>
                    </a:moveTo>
                    <a:cubicBezTo>
                      <a:pt x="23" y="0"/>
                      <a:pt x="13" y="3"/>
                      <a:pt x="8" y="6"/>
                    </a:cubicBezTo>
                    <a:cubicBezTo>
                      <a:pt x="2" y="11"/>
                      <a:pt x="0" y="19"/>
                      <a:pt x="0" y="26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5" name="Freeform 445">
                <a:extLst>
                  <a:ext uri="{FF2B5EF4-FFF2-40B4-BE49-F238E27FC236}">
                    <a16:creationId xmlns:a16="http://schemas.microsoft.com/office/drawing/2014/main" id="{531BD42D-7AF7-407D-8B37-73F01B5D0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3760"/>
                <a:ext cx="70" cy="56"/>
              </a:xfrm>
              <a:custGeom>
                <a:avLst/>
                <a:gdLst>
                  <a:gd name="T0" fmla="*/ 34 w 43"/>
                  <a:gd name="T1" fmla="*/ 0 h 32"/>
                  <a:gd name="T2" fmla="*/ 160 w 43"/>
                  <a:gd name="T3" fmla="*/ 413 h 32"/>
                  <a:gd name="T4" fmla="*/ 493 w 43"/>
                  <a:gd name="T5" fmla="*/ 41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2">
                    <a:moveTo>
                      <a:pt x="3" y="0"/>
                    </a:moveTo>
                    <a:cubicBezTo>
                      <a:pt x="0" y="7"/>
                      <a:pt x="9" y="21"/>
                      <a:pt x="14" y="25"/>
                    </a:cubicBezTo>
                    <a:cubicBezTo>
                      <a:pt x="24" y="32"/>
                      <a:pt x="33" y="27"/>
                      <a:pt x="43" y="25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6" name="Freeform 446">
                <a:extLst>
                  <a:ext uri="{FF2B5EF4-FFF2-40B4-BE49-F238E27FC236}">
                    <a16:creationId xmlns:a16="http://schemas.microsoft.com/office/drawing/2014/main" id="{E3F82FBE-34E3-4F52-895C-D7711D346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3795"/>
                <a:ext cx="44" cy="42"/>
              </a:xfrm>
              <a:custGeom>
                <a:avLst/>
                <a:gdLst>
                  <a:gd name="T0" fmla="*/ 0 w 27"/>
                  <a:gd name="T1" fmla="*/ 0 h 24"/>
                  <a:gd name="T2" fmla="*/ 295 w 27"/>
                  <a:gd name="T3" fmla="*/ 39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4">
                    <a:moveTo>
                      <a:pt x="0" y="0"/>
                    </a:moveTo>
                    <a:cubicBezTo>
                      <a:pt x="15" y="0"/>
                      <a:pt x="27" y="7"/>
                      <a:pt x="26" y="24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7" name="Freeform 447">
                <a:extLst>
                  <a:ext uri="{FF2B5EF4-FFF2-40B4-BE49-F238E27FC236}">
                    <a16:creationId xmlns:a16="http://schemas.microsoft.com/office/drawing/2014/main" id="{38F83312-04D2-4382-9119-2A8E80F69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3834"/>
                <a:ext cx="77" cy="47"/>
              </a:xfrm>
              <a:custGeom>
                <a:avLst/>
                <a:gdLst>
                  <a:gd name="T0" fmla="*/ 0 w 47"/>
                  <a:gd name="T1" fmla="*/ 433 h 27"/>
                  <a:gd name="T2" fmla="*/ 226 w 47"/>
                  <a:gd name="T3" fmla="*/ 28 h 27"/>
                  <a:gd name="T4" fmla="*/ 552 w 47"/>
                  <a:gd name="T5" fmla="*/ 23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7">
                    <a:moveTo>
                      <a:pt x="0" y="27"/>
                    </a:moveTo>
                    <a:cubicBezTo>
                      <a:pt x="0" y="14"/>
                      <a:pt x="6" y="4"/>
                      <a:pt x="19" y="2"/>
                    </a:cubicBezTo>
                    <a:cubicBezTo>
                      <a:pt x="30" y="0"/>
                      <a:pt x="40" y="6"/>
                      <a:pt x="47" y="15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8" name="Freeform 448">
                <a:extLst>
                  <a:ext uri="{FF2B5EF4-FFF2-40B4-BE49-F238E27FC236}">
                    <a16:creationId xmlns:a16="http://schemas.microsoft.com/office/drawing/2014/main" id="{BEA98DCD-7659-4B26-89CA-1C85D0EFE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834"/>
                <a:ext cx="67" cy="38"/>
              </a:xfrm>
              <a:custGeom>
                <a:avLst/>
                <a:gdLst>
                  <a:gd name="T0" fmla="*/ 0 w 41"/>
                  <a:gd name="T1" fmla="*/ 143 h 22"/>
                  <a:gd name="T2" fmla="*/ 270 w 41"/>
                  <a:gd name="T3" fmla="*/ 28 h 22"/>
                  <a:gd name="T4" fmla="*/ 476 w 41"/>
                  <a:gd name="T5" fmla="*/ 34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2">
                    <a:moveTo>
                      <a:pt x="0" y="9"/>
                    </a:moveTo>
                    <a:cubicBezTo>
                      <a:pt x="7" y="5"/>
                      <a:pt x="14" y="0"/>
                      <a:pt x="23" y="2"/>
                    </a:cubicBezTo>
                    <a:cubicBezTo>
                      <a:pt x="30" y="3"/>
                      <a:pt x="39" y="15"/>
                      <a:pt x="41" y="22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9" name="Freeform 449">
                <a:extLst>
                  <a:ext uri="{FF2B5EF4-FFF2-40B4-BE49-F238E27FC236}">
                    <a16:creationId xmlns:a16="http://schemas.microsoft.com/office/drawing/2014/main" id="{4F9947D1-3821-40D9-967E-B99BCF858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3776"/>
                <a:ext cx="74" cy="42"/>
              </a:xfrm>
              <a:custGeom>
                <a:avLst/>
                <a:gdLst>
                  <a:gd name="T0" fmla="*/ 21 w 45"/>
                  <a:gd name="T1" fmla="*/ 0 h 24"/>
                  <a:gd name="T2" fmla="*/ 227 w 45"/>
                  <a:gd name="T3" fmla="*/ 327 h 24"/>
                  <a:gd name="T4" fmla="*/ 544 w 45"/>
                  <a:gd name="T5" fmla="*/ 26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4">
                    <a:moveTo>
                      <a:pt x="2" y="0"/>
                    </a:moveTo>
                    <a:cubicBezTo>
                      <a:pt x="0" y="9"/>
                      <a:pt x="12" y="17"/>
                      <a:pt x="19" y="20"/>
                    </a:cubicBezTo>
                    <a:cubicBezTo>
                      <a:pt x="30" y="24"/>
                      <a:pt x="37" y="22"/>
                      <a:pt x="45" y="16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0" name="Freeform 450">
                <a:extLst>
                  <a:ext uri="{FF2B5EF4-FFF2-40B4-BE49-F238E27FC236}">
                    <a16:creationId xmlns:a16="http://schemas.microsoft.com/office/drawing/2014/main" id="{5548827F-40FF-4115-B34B-D96B661A0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825"/>
                <a:ext cx="82" cy="51"/>
              </a:xfrm>
              <a:custGeom>
                <a:avLst/>
                <a:gdLst>
                  <a:gd name="T0" fmla="*/ 49 w 50"/>
                  <a:gd name="T1" fmla="*/ 489 h 29"/>
                  <a:gd name="T2" fmla="*/ 282 w 50"/>
                  <a:gd name="T3" fmla="*/ 65 h 29"/>
                  <a:gd name="T4" fmla="*/ 592 w 50"/>
                  <a:gd name="T5" fmla="*/ 17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9">
                    <a:moveTo>
                      <a:pt x="4" y="29"/>
                    </a:moveTo>
                    <a:cubicBezTo>
                      <a:pt x="0" y="18"/>
                      <a:pt x="16" y="7"/>
                      <a:pt x="24" y="4"/>
                    </a:cubicBezTo>
                    <a:cubicBezTo>
                      <a:pt x="34" y="0"/>
                      <a:pt x="42" y="4"/>
                      <a:pt x="50" y="1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1" name="Freeform 451">
                <a:extLst>
                  <a:ext uri="{FF2B5EF4-FFF2-40B4-BE49-F238E27FC236}">
                    <a16:creationId xmlns:a16="http://schemas.microsoft.com/office/drawing/2014/main" id="{9E609747-B8F7-4642-8EC4-A9ED1C4A5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752"/>
                <a:ext cx="71" cy="49"/>
              </a:xfrm>
              <a:custGeom>
                <a:avLst/>
                <a:gdLst>
                  <a:gd name="T0" fmla="*/ 527 w 43"/>
                  <a:gd name="T1" fmla="*/ 0 h 28"/>
                  <a:gd name="T2" fmla="*/ 373 w 43"/>
                  <a:gd name="T3" fmla="*/ 350 h 28"/>
                  <a:gd name="T4" fmla="*/ 0 w 43"/>
                  <a:gd name="T5" fmla="*/ 41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8">
                    <a:moveTo>
                      <a:pt x="43" y="0"/>
                    </a:moveTo>
                    <a:cubicBezTo>
                      <a:pt x="41" y="8"/>
                      <a:pt x="38" y="17"/>
                      <a:pt x="30" y="21"/>
                    </a:cubicBezTo>
                    <a:cubicBezTo>
                      <a:pt x="22" y="24"/>
                      <a:pt x="8" y="28"/>
                      <a:pt x="0" y="25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2" name="Freeform 452">
                <a:extLst>
                  <a:ext uri="{FF2B5EF4-FFF2-40B4-BE49-F238E27FC236}">
                    <a16:creationId xmlns:a16="http://schemas.microsoft.com/office/drawing/2014/main" id="{944FC77F-D9DF-48E5-8A09-7FC81090C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3811"/>
                <a:ext cx="46" cy="25"/>
              </a:xfrm>
              <a:custGeom>
                <a:avLst/>
                <a:gdLst>
                  <a:gd name="T0" fmla="*/ 337 w 28"/>
                  <a:gd name="T1" fmla="*/ 255 h 14"/>
                  <a:gd name="T2" fmla="*/ 0 w 28"/>
                  <a:gd name="T3" fmla="*/ 14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4">
                    <a:moveTo>
                      <a:pt x="28" y="14"/>
                    </a:moveTo>
                    <a:cubicBezTo>
                      <a:pt x="20" y="10"/>
                      <a:pt x="9" y="0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3" name="Freeform 453">
                <a:extLst>
                  <a:ext uri="{FF2B5EF4-FFF2-40B4-BE49-F238E27FC236}">
                    <a16:creationId xmlns:a16="http://schemas.microsoft.com/office/drawing/2014/main" id="{04F9FFD9-CD7C-4E4F-AF4B-D7DAF42B9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816"/>
                <a:ext cx="57" cy="88"/>
              </a:xfrm>
              <a:custGeom>
                <a:avLst/>
                <a:gdLst>
                  <a:gd name="T0" fmla="*/ 0 w 35"/>
                  <a:gd name="T1" fmla="*/ 65 h 50"/>
                  <a:gd name="T2" fmla="*/ 332 w 35"/>
                  <a:gd name="T3" fmla="*/ 306 h 50"/>
                  <a:gd name="T4" fmla="*/ 215 w 35"/>
                  <a:gd name="T5" fmla="*/ 595 h 50"/>
                  <a:gd name="T6" fmla="*/ 401 w 35"/>
                  <a:gd name="T7" fmla="*/ 84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0">
                    <a:moveTo>
                      <a:pt x="0" y="4"/>
                    </a:moveTo>
                    <a:cubicBezTo>
                      <a:pt x="9" y="0"/>
                      <a:pt x="26" y="8"/>
                      <a:pt x="29" y="18"/>
                    </a:cubicBezTo>
                    <a:cubicBezTo>
                      <a:pt x="32" y="26"/>
                      <a:pt x="26" y="33"/>
                      <a:pt x="19" y="35"/>
                    </a:cubicBezTo>
                    <a:cubicBezTo>
                      <a:pt x="30" y="34"/>
                      <a:pt x="33" y="40"/>
                      <a:pt x="35" y="5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4" name="Freeform 454">
                <a:extLst>
                  <a:ext uri="{FF2B5EF4-FFF2-40B4-BE49-F238E27FC236}">
                    <a16:creationId xmlns:a16="http://schemas.microsoft.com/office/drawing/2014/main" id="{56F087ED-29DA-4D3C-80FF-F3BE6CD86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3874"/>
                <a:ext cx="77" cy="35"/>
              </a:xfrm>
              <a:custGeom>
                <a:avLst/>
                <a:gdLst>
                  <a:gd name="T0" fmla="*/ 0 w 47"/>
                  <a:gd name="T1" fmla="*/ 327 h 20"/>
                  <a:gd name="T2" fmla="*/ 247 w 47"/>
                  <a:gd name="T3" fmla="*/ 0 h 20"/>
                  <a:gd name="T4" fmla="*/ 441 w 47"/>
                  <a:gd name="T5" fmla="*/ 65 h 20"/>
                  <a:gd name="T6" fmla="*/ 552 w 47"/>
                  <a:gd name="T7" fmla="*/ 17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0">
                    <a:moveTo>
                      <a:pt x="0" y="20"/>
                    </a:moveTo>
                    <a:cubicBezTo>
                      <a:pt x="1" y="9"/>
                      <a:pt x="11" y="1"/>
                      <a:pt x="21" y="0"/>
                    </a:cubicBezTo>
                    <a:cubicBezTo>
                      <a:pt x="27" y="0"/>
                      <a:pt x="32" y="2"/>
                      <a:pt x="37" y="4"/>
                    </a:cubicBezTo>
                    <a:cubicBezTo>
                      <a:pt x="40" y="6"/>
                      <a:pt x="44" y="9"/>
                      <a:pt x="47" y="1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5" name="Freeform 455">
                <a:extLst>
                  <a:ext uri="{FF2B5EF4-FFF2-40B4-BE49-F238E27FC236}">
                    <a16:creationId xmlns:a16="http://schemas.microsoft.com/office/drawing/2014/main" id="{CC49FE8C-E1F2-4B7E-9474-D43886282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3839"/>
                <a:ext cx="77" cy="39"/>
              </a:xfrm>
              <a:custGeom>
                <a:avLst/>
                <a:gdLst>
                  <a:gd name="T0" fmla="*/ 0 w 47"/>
                  <a:gd name="T1" fmla="*/ 207 h 22"/>
                  <a:gd name="T2" fmla="*/ 441 w 47"/>
                  <a:gd name="T3" fmla="*/ 280 h 22"/>
                  <a:gd name="T4" fmla="*/ 552 w 4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2">
                    <a:moveTo>
                      <a:pt x="0" y="12"/>
                    </a:moveTo>
                    <a:cubicBezTo>
                      <a:pt x="4" y="22"/>
                      <a:pt x="29" y="20"/>
                      <a:pt x="37" y="16"/>
                    </a:cubicBezTo>
                    <a:cubicBezTo>
                      <a:pt x="43" y="13"/>
                      <a:pt x="47" y="7"/>
                      <a:pt x="47" y="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6" name="Freeform 456">
                <a:extLst>
                  <a:ext uri="{FF2B5EF4-FFF2-40B4-BE49-F238E27FC236}">
                    <a16:creationId xmlns:a16="http://schemas.microsoft.com/office/drawing/2014/main" id="{F7A23136-1BF7-4513-B156-E92968BE6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3871"/>
                <a:ext cx="48" cy="29"/>
              </a:xfrm>
              <a:custGeom>
                <a:avLst/>
                <a:gdLst>
                  <a:gd name="T0" fmla="*/ 0 w 29"/>
                  <a:gd name="T1" fmla="*/ 15 h 17"/>
                  <a:gd name="T2" fmla="*/ 250 w 29"/>
                  <a:gd name="T3" fmla="*/ 75 h 17"/>
                  <a:gd name="T4" fmla="*/ 346 w 29"/>
                  <a:gd name="T5" fmla="*/ 24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0" y="1"/>
                    </a:moveTo>
                    <a:cubicBezTo>
                      <a:pt x="7" y="1"/>
                      <a:pt x="14" y="0"/>
                      <a:pt x="20" y="5"/>
                    </a:cubicBezTo>
                    <a:cubicBezTo>
                      <a:pt x="23" y="7"/>
                      <a:pt x="29" y="14"/>
                      <a:pt x="28" y="17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7" name="Freeform 457">
                <a:extLst>
                  <a:ext uri="{FF2B5EF4-FFF2-40B4-BE49-F238E27FC236}">
                    <a16:creationId xmlns:a16="http://schemas.microsoft.com/office/drawing/2014/main" id="{8D782A94-F901-4DD8-9433-9116A5CDB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3754"/>
                <a:ext cx="9" cy="33"/>
              </a:xfrm>
              <a:custGeom>
                <a:avLst/>
                <a:gdLst>
                  <a:gd name="T0" fmla="*/ 27 w 6"/>
                  <a:gd name="T1" fmla="*/ 0 h 19"/>
                  <a:gd name="T2" fmla="*/ 12 w 6"/>
                  <a:gd name="T3" fmla="*/ 148 h 19"/>
                  <a:gd name="T4" fmla="*/ 48 w 6"/>
                  <a:gd name="T5" fmla="*/ 29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3" y="0"/>
                    </a:moveTo>
                    <a:cubicBezTo>
                      <a:pt x="1" y="2"/>
                      <a:pt x="0" y="6"/>
                      <a:pt x="1" y="9"/>
                    </a:cubicBezTo>
                    <a:cubicBezTo>
                      <a:pt x="1" y="13"/>
                      <a:pt x="2" y="16"/>
                      <a:pt x="6" y="19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8" name="Freeform 458">
                <a:extLst>
                  <a:ext uri="{FF2B5EF4-FFF2-40B4-BE49-F238E27FC236}">
                    <a16:creationId xmlns:a16="http://schemas.microsoft.com/office/drawing/2014/main" id="{78643A86-64FF-4F1D-BECA-924ED9BF6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3776"/>
                <a:ext cx="33" cy="25"/>
              </a:xfrm>
              <a:custGeom>
                <a:avLst/>
                <a:gdLst>
                  <a:gd name="T0" fmla="*/ 229 w 20"/>
                  <a:gd name="T1" fmla="*/ 0 h 14"/>
                  <a:gd name="T2" fmla="*/ 185 w 20"/>
                  <a:gd name="T3" fmla="*/ 166 h 14"/>
                  <a:gd name="T4" fmla="*/ 0 w 20"/>
                  <a:gd name="T5" fmla="*/ 25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19" y="0"/>
                    </a:moveTo>
                    <a:cubicBezTo>
                      <a:pt x="20" y="3"/>
                      <a:pt x="17" y="7"/>
                      <a:pt x="15" y="9"/>
                    </a:cubicBezTo>
                    <a:cubicBezTo>
                      <a:pt x="12" y="13"/>
                      <a:pt x="5" y="14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9" name="Freeform 459">
                <a:extLst>
                  <a:ext uri="{FF2B5EF4-FFF2-40B4-BE49-F238E27FC236}">
                    <a16:creationId xmlns:a16="http://schemas.microsoft.com/office/drawing/2014/main" id="{E49E63E0-6680-4CAF-B400-1AD1179DB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682"/>
                <a:ext cx="1408" cy="232"/>
              </a:xfrm>
              <a:custGeom>
                <a:avLst/>
                <a:gdLst>
                  <a:gd name="T0" fmla="*/ 0 w 859"/>
                  <a:gd name="T1" fmla="*/ 886 h 133"/>
                  <a:gd name="T2" fmla="*/ 0 w 859"/>
                  <a:gd name="T3" fmla="*/ 2149 h 133"/>
                  <a:gd name="T4" fmla="*/ 10164 w 859"/>
                  <a:gd name="T5" fmla="*/ 2149 h 133"/>
                  <a:gd name="T6" fmla="*/ 10164 w 859"/>
                  <a:gd name="T7" fmla="*/ 499 h 133"/>
                  <a:gd name="T8" fmla="*/ 10010 w 859"/>
                  <a:gd name="T9" fmla="*/ 612 h 133"/>
                  <a:gd name="T10" fmla="*/ 9736 w 859"/>
                  <a:gd name="T11" fmla="*/ 372 h 133"/>
                  <a:gd name="T12" fmla="*/ 9294 w 859"/>
                  <a:gd name="T13" fmla="*/ 675 h 133"/>
                  <a:gd name="T14" fmla="*/ 8900 w 859"/>
                  <a:gd name="T15" fmla="*/ 483 h 133"/>
                  <a:gd name="T16" fmla="*/ 8530 w 859"/>
                  <a:gd name="T17" fmla="*/ 743 h 133"/>
                  <a:gd name="T18" fmla="*/ 8186 w 859"/>
                  <a:gd name="T19" fmla="*/ 483 h 133"/>
                  <a:gd name="T20" fmla="*/ 7940 w 859"/>
                  <a:gd name="T21" fmla="*/ 780 h 133"/>
                  <a:gd name="T22" fmla="*/ 7633 w 859"/>
                  <a:gd name="T23" fmla="*/ 387 h 133"/>
                  <a:gd name="T24" fmla="*/ 7297 w 859"/>
                  <a:gd name="T25" fmla="*/ 743 h 133"/>
                  <a:gd name="T26" fmla="*/ 6870 w 859"/>
                  <a:gd name="T27" fmla="*/ 387 h 133"/>
                  <a:gd name="T28" fmla="*/ 6448 w 859"/>
                  <a:gd name="T29" fmla="*/ 612 h 133"/>
                  <a:gd name="T30" fmla="*/ 5680 w 859"/>
                  <a:gd name="T31" fmla="*/ 600 h 133"/>
                  <a:gd name="T32" fmla="*/ 5298 w 859"/>
                  <a:gd name="T33" fmla="*/ 351 h 133"/>
                  <a:gd name="T34" fmla="*/ 4911 w 859"/>
                  <a:gd name="T35" fmla="*/ 536 h 133"/>
                  <a:gd name="T36" fmla="*/ 4293 w 859"/>
                  <a:gd name="T37" fmla="*/ 408 h 133"/>
                  <a:gd name="T38" fmla="*/ 4149 w 859"/>
                  <a:gd name="T39" fmla="*/ 870 h 133"/>
                  <a:gd name="T40" fmla="*/ 3652 w 859"/>
                  <a:gd name="T41" fmla="*/ 600 h 133"/>
                  <a:gd name="T42" fmla="*/ 3149 w 859"/>
                  <a:gd name="T43" fmla="*/ 970 h 133"/>
                  <a:gd name="T44" fmla="*/ 2872 w 859"/>
                  <a:gd name="T45" fmla="*/ 413 h 133"/>
                  <a:gd name="T46" fmla="*/ 2611 w 859"/>
                  <a:gd name="T47" fmla="*/ 649 h 133"/>
                  <a:gd name="T48" fmla="*/ 2350 w 859"/>
                  <a:gd name="T49" fmla="*/ 483 h 133"/>
                  <a:gd name="T50" fmla="*/ 1929 w 859"/>
                  <a:gd name="T51" fmla="*/ 612 h 133"/>
                  <a:gd name="T52" fmla="*/ 1336 w 859"/>
                  <a:gd name="T53" fmla="*/ 670 h 133"/>
                  <a:gd name="T54" fmla="*/ 688 w 859"/>
                  <a:gd name="T55" fmla="*/ 670 h 133"/>
                  <a:gd name="T56" fmla="*/ 146 w 859"/>
                  <a:gd name="T57" fmla="*/ 843 h 133"/>
                  <a:gd name="T58" fmla="*/ 0 w 859"/>
                  <a:gd name="T59" fmla="*/ 886 h 13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59" h="133">
                    <a:moveTo>
                      <a:pt x="0" y="55"/>
                    </a:moveTo>
                    <a:cubicBezTo>
                      <a:pt x="0" y="133"/>
                      <a:pt x="0" y="133"/>
                      <a:pt x="0" y="133"/>
                    </a:cubicBezTo>
                    <a:cubicBezTo>
                      <a:pt x="859" y="133"/>
                      <a:pt x="859" y="133"/>
                      <a:pt x="859" y="133"/>
                    </a:cubicBezTo>
                    <a:cubicBezTo>
                      <a:pt x="859" y="31"/>
                      <a:pt x="859" y="31"/>
                      <a:pt x="859" y="31"/>
                    </a:cubicBezTo>
                    <a:cubicBezTo>
                      <a:pt x="859" y="31"/>
                      <a:pt x="851" y="29"/>
                      <a:pt x="846" y="38"/>
                    </a:cubicBezTo>
                    <a:cubicBezTo>
                      <a:pt x="846" y="38"/>
                      <a:pt x="847" y="23"/>
                      <a:pt x="823" y="23"/>
                    </a:cubicBezTo>
                    <a:cubicBezTo>
                      <a:pt x="799" y="23"/>
                      <a:pt x="785" y="42"/>
                      <a:pt x="785" y="42"/>
                    </a:cubicBezTo>
                    <a:cubicBezTo>
                      <a:pt x="785" y="42"/>
                      <a:pt x="776" y="29"/>
                      <a:pt x="752" y="30"/>
                    </a:cubicBezTo>
                    <a:cubicBezTo>
                      <a:pt x="727" y="31"/>
                      <a:pt x="721" y="46"/>
                      <a:pt x="721" y="46"/>
                    </a:cubicBezTo>
                    <a:cubicBezTo>
                      <a:pt x="721" y="46"/>
                      <a:pt x="722" y="27"/>
                      <a:pt x="692" y="30"/>
                    </a:cubicBezTo>
                    <a:cubicBezTo>
                      <a:pt x="662" y="33"/>
                      <a:pt x="671" y="48"/>
                      <a:pt x="671" y="48"/>
                    </a:cubicBezTo>
                    <a:cubicBezTo>
                      <a:pt x="671" y="48"/>
                      <a:pt x="665" y="22"/>
                      <a:pt x="645" y="24"/>
                    </a:cubicBezTo>
                    <a:cubicBezTo>
                      <a:pt x="624" y="27"/>
                      <a:pt x="617" y="46"/>
                      <a:pt x="617" y="46"/>
                    </a:cubicBezTo>
                    <a:cubicBezTo>
                      <a:pt x="617" y="46"/>
                      <a:pt x="612" y="25"/>
                      <a:pt x="581" y="24"/>
                    </a:cubicBezTo>
                    <a:cubicBezTo>
                      <a:pt x="551" y="23"/>
                      <a:pt x="545" y="38"/>
                      <a:pt x="545" y="38"/>
                    </a:cubicBezTo>
                    <a:cubicBezTo>
                      <a:pt x="545" y="38"/>
                      <a:pt x="532" y="0"/>
                      <a:pt x="480" y="37"/>
                    </a:cubicBezTo>
                    <a:cubicBezTo>
                      <a:pt x="480" y="37"/>
                      <a:pt x="472" y="20"/>
                      <a:pt x="448" y="22"/>
                    </a:cubicBezTo>
                    <a:cubicBezTo>
                      <a:pt x="423" y="24"/>
                      <a:pt x="415" y="33"/>
                      <a:pt x="415" y="33"/>
                    </a:cubicBezTo>
                    <a:cubicBezTo>
                      <a:pt x="415" y="33"/>
                      <a:pt x="388" y="8"/>
                      <a:pt x="363" y="25"/>
                    </a:cubicBezTo>
                    <a:cubicBezTo>
                      <a:pt x="338" y="42"/>
                      <a:pt x="351" y="54"/>
                      <a:pt x="351" y="54"/>
                    </a:cubicBezTo>
                    <a:cubicBezTo>
                      <a:pt x="351" y="54"/>
                      <a:pt x="333" y="33"/>
                      <a:pt x="309" y="37"/>
                    </a:cubicBezTo>
                    <a:cubicBezTo>
                      <a:pt x="285" y="41"/>
                      <a:pt x="266" y="60"/>
                      <a:pt x="266" y="60"/>
                    </a:cubicBezTo>
                    <a:cubicBezTo>
                      <a:pt x="266" y="60"/>
                      <a:pt x="270" y="29"/>
                      <a:pt x="243" y="26"/>
                    </a:cubicBezTo>
                    <a:cubicBezTo>
                      <a:pt x="215" y="23"/>
                      <a:pt x="221" y="40"/>
                      <a:pt x="221" y="40"/>
                    </a:cubicBezTo>
                    <a:cubicBezTo>
                      <a:pt x="221" y="40"/>
                      <a:pt x="212" y="24"/>
                      <a:pt x="199" y="30"/>
                    </a:cubicBezTo>
                    <a:cubicBezTo>
                      <a:pt x="186" y="35"/>
                      <a:pt x="177" y="57"/>
                      <a:pt x="163" y="38"/>
                    </a:cubicBezTo>
                    <a:cubicBezTo>
                      <a:pt x="150" y="20"/>
                      <a:pt x="127" y="23"/>
                      <a:pt x="113" y="41"/>
                    </a:cubicBezTo>
                    <a:cubicBezTo>
                      <a:pt x="113" y="41"/>
                      <a:pt x="94" y="13"/>
                      <a:pt x="58" y="41"/>
                    </a:cubicBezTo>
                    <a:cubicBezTo>
                      <a:pt x="58" y="41"/>
                      <a:pt x="24" y="17"/>
                      <a:pt x="12" y="52"/>
                    </a:cubicBezTo>
                    <a:cubicBezTo>
                      <a:pt x="12" y="52"/>
                      <a:pt x="2" y="44"/>
                      <a:pt x="0" y="5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0" name="Freeform 460">
                <a:extLst>
                  <a:ext uri="{FF2B5EF4-FFF2-40B4-BE49-F238E27FC236}">
                    <a16:creationId xmlns:a16="http://schemas.microsoft.com/office/drawing/2014/main" id="{FA832E03-0B7C-4D8E-A2E4-8812228E9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850"/>
                <a:ext cx="59" cy="64"/>
              </a:xfrm>
              <a:custGeom>
                <a:avLst/>
                <a:gdLst>
                  <a:gd name="T0" fmla="*/ 428 w 36"/>
                  <a:gd name="T1" fmla="*/ 48 h 37"/>
                  <a:gd name="T2" fmla="*/ 110 w 36"/>
                  <a:gd name="T3" fmla="*/ 185 h 37"/>
                  <a:gd name="T4" fmla="*/ 0 w 36"/>
                  <a:gd name="T5" fmla="*/ 57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7">
                    <a:moveTo>
                      <a:pt x="36" y="3"/>
                    </a:moveTo>
                    <a:cubicBezTo>
                      <a:pt x="28" y="0"/>
                      <a:pt x="15" y="6"/>
                      <a:pt x="9" y="12"/>
                    </a:cubicBezTo>
                    <a:cubicBezTo>
                      <a:pt x="2" y="19"/>
                      <a:pt x="0" y="27"/>
                      <a:pt x="0" y="37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1" name="Freeform 461">
                <a:extLst>
                  <a:ext uri="{FF2B5EF4-FFF2-40B4-BE49-F238E27FC236}">
                    <a16:creationId xmlns:a16="http://schemas.microsoft.com/office/drawing/2014/main" id="{B2F961CF-FCA2-4CC2-98F7-1F49C4F1E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3850"/>
                <a:ext cx="43" cy="21"/>
              </a:xfrm>
              <a:custGeom>
                <a:avLst/>
                <a:gdLst>
                  <a:gd name="T0" fmla="*/ 321 w 26"/>
                  <a:gd name="T1" fmla="*/ 200 h 12"/>
                  <a:gd name="T2" fmla="*/ 0 w 2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2">
                    <a:moveTo>
                      <a:pt x="26" y="12"/>
                    </a:moveTo>
                    <a:cubicBezTo>
                      <a:pt x="20" y="2"/>
                      <a:pt x="10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2" name="Freeform 462">
                <a:extLst>
                  <a:ext uri="{FF2B5EF4-FFF2-40B4-BE49-F238E27FC236}">
                    <a16:creationId xmlns:a16="http://schemas.microsoft.com/office/drawing/2014/main" id="{4098D821-909F-4487-999C-265D003B8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748"/>
                <a:ext cx="17" cy="44"/>
              </a:xfrm>
              <a:custGeom>
                <a:avLst/>
                <a:gdLst>
                  <a:gd name="T0" fmla="*/ 58 w 10"/>
                  <a:gd name="T1" fmla="*/ 0 h 25"/>
                  <a:gd name="T2" fmla="*/ 0 w 10"/>
                  <a:gd name="T3" fmla="*/ 42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4" y="0"/>
                    </a:moveTo>
                    <a:cubicBezTo>
                      <a:pt x="7" y="8"/>
                      <a:pt x="10" y="22"/>
                      <a:pt x="0" y="25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3" name="Freeform 463">
                <a:extLst>
                  <a:ext uri="{FF2B5EF4-FFF2-40B4-BE49-F238E27FC236}">
                    <a16:creationId xmlns:a16="http://schemas.microsoft.com/office/drawing/2014/main" id="{5CF5ACBA-8477-41A6-AF3F-0C666E42A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3760"/>
                <a:ext cx="10" cy="28"/>
              </a:xfrm>
              <a:custGeom>
                <a:avLst/>
                <a:gdLst>
                  <a:gd name="T0" fmla="*/ 78 w 6"/>
                  <a:gd name="T1" fmla="*/ 0 h 16"/>
                  <a:gd name="T2" fmla="*/ 62 w 6"/>
                  <a:gd name="T3" fmla="*/ 151 h 16"/>
                  <a:gd name="T4" fmla="*/ 0 w 6"/>
                  <a:gd name="T5" fmla="*/ 26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cubicBezTo>
                      <a:pt x="6" y="3"/>
                      <a:pt x="6" y="6"/>
                      <a:pt x="5" y="9"/>
                    </a:cubicBezTo>
                    <a:cubicBezTo>
                      <a:pt x="4" y="12"/>
                      <a:pt x="2" y="13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4" name="Freeform 464">
                <a:extLst>
                  <a:ext uri="{FF2B5EF4-FFF2-40B4-BE49-F238E27FC236}">
                    <a16:creationId xmlns:a16="http://schemas.microsoft.com/office/drawing/2014/main" id="{A6B53DFC-FAE6-44CF-911F-564841A92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766"/>
                <a:ext cx="16" cy="15"/>
              </a:xfrm>
              <a:custGeom>
                <a:avLst/>
                <a:gdLst>
                  <a:gd name="T0" fmla="*/ 0 w 10"/>
                  <a:gd name="T1" fmla="*/ 0 h 9"/>
                  <a:gd name="T2" fmla="*/ 34 w 10"/>
                  <a:gd name="T3" fmla="*/ 78 h 9"/>
                  <a:gd name="T4" fmla="*/ 107 w 10"/>
                  <a:gd name="T5" fmla="*/ 1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1" y="1"/>
                      <a:pt x="2" y="4"/>
                      <a:pt x="3" y="6"/>
                    </a:cubicBezTo>
                    <a:cubicBezTo>
                      <a:pt x="5" y="7"/>
                      <a:pt x="8" y="9"/>
                      <a:pt x="10" y="9"/>
                    </a:cubicBezTo>
                  </a:path>
                </a:pathLst>
              </a:custGeom>
              <a:noFill/>
              <a:ln w="9525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5" name="Freeform 465">
                <a:extLst>
                  <a:ext uri="{FF2B5EF4-FFF2-40B4-BE49-F238E27FC236}">
                    <a16:creationId xmlns:a16="http://schemas.microsoft.com/office/drawing/2014/main" id="{1ACCEAEF-828A-4CCA-9F5D-D234BBFA5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104"/>
                <a:ext cx="1408" cy="393"/>
              </a:xfrm>
              <a:custGeom>
                <a:avLst/>
                <a:gdLst>
                  <a:gd name="T0" fmla="*/ 0 w 859"/>
                  <a:gd name="T1" fmla="*/ 3139 h 225"/>
                  <a:gd name="T2" fmla="*/ 0 w 859"/>
                  <a:gd name="T3" fmla="*/ 0 h 225"/>
                  <a:gd name="T4" fmla="*/ 10164 w 859"/>
                  <a:gd name="T5" fmla="*/ 0 h 225"/>
                  <a:gd name="T6" fmla="*/ 10164 w 859"/>
                  <a:gd name="T7" fmla="*/ 2133 h 225"/>
                  <a:gd name="T8" fmla="*/ 9390 w 859"/>
                  <a:gd name="T9" fmla="*/ 3106 h 225"/>
                  <a:gd name="T10" fmla="*/ 7891 w 859"/>
                  <a:gd name="T11" fmla="*/ 1897 h 225"/>
                  <a:gd name="T12" fmla="*/ 6347 w 859"/>
                  <a:gd name="T13" fmla="*/ 3354 h 225"/>
                  <a:gd name="T14" fmla="*/ 5029 w 859"/>
                  <a:gd name="T15" fmla="*/ 1806 h 225"/>
                  <a:gd name="T16" fmla="*/ 3740 w 859"/>
                  <a:gd name="T17" fmla="*/ 3506 h 225"/>
                  <a:gd name="T18" fmla="*/ 2114 w 859"/>
                  <a:gd name="T19" fmla="*/ 2533 h 225"/>
                  <a:gd name="T20" fmla="*/ 770 w 859"/>
                  <a:gd name="T21" fmla="*/ 3612 h 225"/>
                  <a:gd name="T22" fmla="*/ 0 w 859"/>
                  <a:gd name="T23" fmla="*/ 3139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59" h="225">
                    <a:moveTo>
                      <a:pt x="0" y="19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859" y="0"/>
                      <a:pt x="859" y="0"/>
                      <a:pt x="859" y="0"/>
                    </a:cubicBezTo>
                    <a:cubicBezTo>
                      <a:pt x="859" y="131"/>
                      <a:pt x="859" y="131"/>
                      <a:pt x="859" y="131"/>
                    </a:cubicBezTo>
                    <a:cubicBezTo>
                      <a:pt x="859" y="131"/>
                      <a:pt x="829" y="191"/>
                      <a:pt x="794" y="191"/>
                    </a:cubicBezTo>
                    <a:cubicBezTo>
                      <a:pt x="759" y="191"/>
                      <a:pt x="724" y="117"/>
                      <a:pt x="667" y="117"/>
                    </a:cubicBezTo>
                    <a:cubicBezTo>
                      <a:pt x="610" y="117"/>
                      <a:pt x="605" y="206"/>
                      <a:pt x="536" y="206"/>
                    </a:cubicBezTo>
                    <a:cubicBezTo>
                      <a:pt x="467" y="206"/>
                      <a:pt x="483" y="111"/>
                      <a:pt x="425" y="111"/>
                    </a:cubicBezTo>
                    <a:cubicBezTo>
                      <a:pt x="368" y="111"/>
                      <a:pt x="408" y="216"/>
                      <a:pt x="316" y="216"/>
                    </a:cubicBezTo>
                    <a:cubicBezTo>
                      <a:pt x="223" y="216"/>
                      <a:pt x="236" y="153"/>
                      <a:pt x="179" y="156"/>
                    </a:cubicBezTo>
                    <a:cubicBezTo>
                      <a:pt x="137" y="158"/>
                      <a:pt x="145" y="218"/>
                      <a:pt x="65" y="222"/>
                    </a:cubicBezTo>
                    <a:cubicBezTo>
                      <a:pt x="12" y="225"/>
                      <a:pt x="0" y="193"/>
                      <a:pt x="0" y="19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6" name="Freeform 466">
                <a:extLst>
                  <a:ext uri="{FF2B5EF4-FFF2-40B4-BE49-F238E27FC236}">
                    <a16:creationId xmlns:a16="http://schemas.microsoft.com/office/drawing/2014/main" id="{46B171A4-B794-472A-A88D-4F905F721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3514"/>
                <a:ext cx="1401" cy="86"/>
              </a:xfrm>
              <a:custGeom>
                <a:avLst/>
                <a:gdLst>
                  <a:gd name="T0" fmla="*/ 0 w 855"/>
                  <a:gd name="T1" fmla="*/ 237 h 49"/>
                  <a:gd name="T2" fmla="*/ 1149 w 855"/>
                  <a:gd name="T3" fmla="*/ 265 h 49"/>
                  <a:gd name="T4" fmla="*/ 2812 w 855"/>
                  <a:gd name="T5" fmla="*/ 151 h 49"/>
                  <a:gd name="T6" fmla="*/ 6812 w 855"/>
                  <a:gd name="T7" fmla="*/ 486 h 49"/>
                  <a:gd name="T8" fmla="*/ 9465 w 855"/>
                  <a:gd name="T9" fmla="*/ 616 h 49"/>
                  <a:gd name="T10" fmla="*/ 10100 w 855"/>
                  <a:gd name="T11" fmla="*/ 64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5" h="49">
                    <a:moveTo>
                      <a:pt x="0" y="14"/>
                    </a:moveTo>
                    <a:cubicBezTo>
                      <a:pt x="31" y="24"/>
                      <a:pt x="65" y="18"/>
                      <a:pt x="97" y="16"/>
                    </a:cubicBezTo>
                    <a:cubicBezTo>
                      <a:pt x="144" y="12"/>
                      <a:pt x="191" y="0"/>
                      <a:pt x="238" y="9"/>
                    </a:cubicBezTo>
                    <a:cubicBezTo>
                      <a:pt x="350" y="28"/>
                      <a:pt x="464" y="49"/>
                      <a:pt x="577" y="29"/>
                    </a:cubicBezTo>
                    <a:cubicBezTo>
                      <a:pt x="654" y="15"/>
                      <a:pt x="727" y="14"/>
                      <a:pt x="801" y="37"/>
                    </a:cubicBezTo>
                    <a:cubicBezTo>
                      <a:pt x="813" y="41"/>
                      <a:pt x="847" y="49"/>
                      <a:pt x="855" y="39"/>
                    </a:cubicBezTo>
                  </a:path>
                </a:pathLst>
              </a:custGeom>
              <a:noFill/>
              <a:ln w="9525" cap="rnd">
                <a:solidFill>
                  <a:srgbClr val="F9ED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7" name="Freeform 467">
                <a:extLst>
                  <a:ext uri="{FF2B5EF4-FFF2-40B4-BE49-F238E27FC236}">
                    <a16:creationId xmlns:a16="http://schemas.microsoft.com/office/drawing/2014/main" id="{D384CAE7-7AEC-4FAB-8495-9C2736145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331"/>
                <a:ext cx="872" cy="225"/>
              </a:xfrm>
              <a:custGeom>
                <a:avLst/>
                <a:gdLst>
                  <a:gd name="T0" fmla="*/ 0 w 532"/>
                  <a:gd name="T1" fmla="*/ 2081 h 129"/>
                  <a:gd name="T2" fmla="*/ 533 w 532"/>
                  <a:gd name="T3" fmla="*/ 1713 h 129"/>
                  <a:gd name="T4" fmla="*/ 946 w 532"/>
                  <a:gd name="T5" fmla="*/ 743 h 129"/>
                  <a:gd name="T6" fmla="*/ 1998 w 532"/>
                  <a:gd name="T7" fmla="*/ 1369 h 129"/>
                  <a:gd name="T8" fmla="*/ 2867 w 532"/>
                  <a:gd name="T9" fmla="*/ 1627 h 129"/>
                  <a:gd name="T10" fmla="*/ 3775 w 532"/>
                  <a:gd name="T11" fmla="*/ 998 h 129"/>
                  <a:gd name="T12" fmla="*/ 4835 w 532"/>
                  <a:gd name="T13" fmla="*/ 1390 h 129"/>
                  <a:gd name="T14" fmla="*/ 5558 w 532"/>
                  <a:gd name="T15" fmla="*/ 1469 h 129"/>
                  <a:gd name="T16" fmla="*/ 6292 w 532"/>
                  <a:gd name="T17" fmla="*/ 822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2" h="129">
                    <a:moveTo>
                      <a:pt x="0" y="129"/>
                    </a:moveTo>
                    <a:cubicBezTo>
                      <a:pt x="16" y="127"/>
                      <a:pt x="35" y="114"/>
                      <a:pt x="45" y="106"/>
                    </a:cubicBezTo>
                    <a:cubicBezTo>
                      <a:pt x="63" y="90"/>
                      <a:pt x="67" y="65"/>
                      <a:pt x="80" y="46"/>
                    </a:cubicBezTo>
                    <a:cubicBezTo>
                      <a:pt x="110" y="0"/>
                      <a:pt x="145" y="62"/>
                      <a:pt x="169" y="85"/>
                    </a:cubicBezTo>
                    <a:cubicBezTo>
                      <a:pt x="188" y="103"/>
                      <a:pt x="217" y="109"/>
                      <a:pt x="242" y="101"/>
                    </a:cubicBezTo>
                    <a:cubicBezTo>
                      <a:pt x="270" y="93"/>
                      <a:pt x="289" y="61"/>
                      <a:pt x="319" y="62"/>
                    </a:cubicBezTo>
                    <a:cubicBezTo>
                      <a:pt x="349" y="62"/>
                      <a:pt x="379" y="81"/>
                      <a:pt x="409" y="86"/>
                    </a:cubicBezTo>
                    <a:cubicBezTo>
                      <a:pt x="428" y="90"/>
                      <a:pt x="450" y="92"/>
                      <a:pt x="470" y="91"/>
                    </a:cubicBezTo>
                    <a:cubicBezTo>
                      <a:pt x="490" y="89"/>
                      <a:pt x="532" y="75"/>
                      <a:pt x="532" y="51"/>
                    </a:cubicBezTo>
                  </a:path>
                </a:pathLst>
              </a:custGeom>
              <a:noFill/>
              <a:ln w="9525" cap="rnd">
                <a:solidFill>
                  <a:srgbClr val="F9ED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8" name="Freeform 468">
                <a:extLst>
                  <a:ext uri="{FF2B5EF4-FFF2-40B4-BE49-F238E27FC236}">
                    <a16:creationId xmlns:a16="http://schemas.microsoft.com/office/drawing/2014/main" id="{E19D00C4-8914-4B6C-943B-9D84221E3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3463"/>
                <a:ext cx="426" cy="102"/>
              </a:xfrm>
              <a:custGeom>
                <a:avLst/>
                <a:gdLst>
                  <a:gd name="T0" fmla="*/ 3070 w 260"/>
                  <a:gd name="T1" fmla="*/ 0 h 58"/>
                  <a:gd name="T2" fmla="*/ 2810 w 260"/>
                  <a:gd name="T3" fmla="*/ 216 h 58"/>
                  <a:gd name="T4" fmla="*/ 2350 w 260"/>
                  <a:gd name="T5" fmla="*/ 489 h 58"/>
                  <a:gd name="T6" fmla="*/ 1162 w 260"/>
                  <a:gd name="T7" fmla="*/ 603 h 58"/>
                  <a:gd name="T8" fmla="*/ 0 w 260"/>
                  <a:gd name="T9" fmla="*/ 97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0" h="58">
                    <a:moveTo>
                      <a:pt x="260" y="0"/>
                    </a:moveTo>
                    <a:cubicBezTo>
                      <a:pt x="255" y="6"/>
                      <a:pt x="245" y="9"/>
                      <a:pt x="238" y="13"/>
                    </a:cubicBezTo>
                    <a:cubicBezTo>
                      <a:pt x="226" y="20"/>
                      <a:pt x="213" y="26"/>
                      <a:pt x="199" y="29"/>
                    </a:cubicBezTo>
                    <a:cubicBezTo>
                      <a:pt x="167" y="36"/>
                      <a:pt x="131" y="36"/>
                      <a:pt x="98" y="36"/>
                    </a:cubicBezTo>
                    <a:cubicBezTo>
                      <a:pt x="64" y="36"/>
                      <a:pt x="27" y="43"/>
                      <a:pt x="0" y="58"/>
                    </a:cubicBezTo>
                  </a:path>
                </a:pathLst>
              </a:custGeom>
              <a:noFill/>
              <a:ln w="9525" cap="rnd">
                <a:solidFill>
                  <a:srgbClr val="F9ED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9" name="Freeform 469">
                <a:extLst>
                  <a:ext uri="{FF2B5EF4-FFF2-40B4-BE49-F238E27FC236}">
                    <a16:creationId xmlns:a16="http://schemas.microsoft.com/office/drawing/2014/main" id="{3EE57808-4FF6-47A4-8FE8-6DD0140D8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579"/>
                <a:ext cx="861" cy="115"/>
              </a:xfrm>
              <a:custGeom>
                <a:avLst/>
                <a:gdLst>
                  <a:gd name="T0" fmla="*/ 0 w 525"/>
                  <a:gd name="T1" fmla="*/ 1056 h 66"/>
                  <a:gd name="T2" fmla="*/ 484 w 525"/>
                  <a:gd name="T3" fmla="*/ 655 h 66"/>
                  <a:gd name="T4" fmla="*/ 1760 w 525"/>
                  <a:gd name="T5" fmla="*/ 450 h 66"/>
                  <a:gd name="T6" fmla="*/ 3185 w 525"/>
                  <a:gd name="T7" fmla="*/ 735 h 66"/>
                  <a:gd name="T8" fmla="*/ 4564 w 525"/>
                  <a:gd name="T9" fmla="*/ 819 h 66"/>
                  <a:gd name="T10" fmla="*/ 5729 w 525"/>
                  <a:gd name="T11" fmla="*/ 322 h 66"/>
                  <a:gd name="T12" fmla="*/ 6229 w 525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5" h="66">
                    <a:moveTo>
                      <a:pt x="0" y="66"/>
                    </a:moveTo>
                    <a:cubicBezTo>
                      <a:pt x="12" y="64"/>
                      <a:pt x="28" y="47"/>
                      <a:pt x="41" y="41"/>
                    </a:cubicBezTo>
                    <a:cubicBezTo>
                      <a:pt x="74" y="26"/>
                      <a:pt x="112" y="25"/>
                      <a:pt x="148" y="28"/>
                    </a:cubicBezTo>
                    <a:cubicBezTo>
                      <a:pt x="189" y="31"/>
                      <a:pt x="227" y="42"/>
                      <a:pt x="268" y="46"/>
                    </a:cubicBezTo>
                    <a:cubicBezTo>
                      <a:pt x="306" y="50"/>
                      <a:pt x="346" y="53"/>
                      <a:pt x="385" y="51"/>
                    </a:cubicBezTo>
                    <a:cubicBezTo>
                      <a:pt x="421" y="49"/>
                      <a:pt x="451" y="35"/>
                      <a:pt x="483" y="20"/>
                    </a:cubicBezTo>
                    <a:cubicBezTo>
                      <a:pt x="496" y="14"/>
                      <a:pt x="512" y="3"/>
                      <a:pt x="525" y="0"/>
                    </a:cubicBezTo>
                  </a:path>
                </a:pathLst>
              </a:custGeom>
              <a:noFill/>
              <a:ln w="9525" cap="rnd">
                <a:solidFill>
                  <a:srgbClr val="F9ED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0" name="Freeform 470">
                <a:extLst>
                  <a:ext uri="{FF2B5EF4-FFF2-40B4-BE49-F238E27FC236}">
                    <a16:creationId xmlns:a16="http://schemas.microsoft.com/office/drawing/2014/main" id="{4D37E228-DC83-4C1A-845E-A081F264C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3643"/>
                <a:ext cx="723" cy="42"/>
              </a:xfrm>
              <a:custGeom>
                <a:avLst/>
                <a:gdLst>
                  <a:gd name="T0" fmla="*/ 0 w 441"/>
                  <a:gd name="T1" fmla="*/ 151 h 24"/>
                  <a:gd name="T2" fmla="*/ 1220 w 441"/>
                  <a:gd name="T3" fmla="*/ 65 h 24"/>
                  <a:gd name="T4" fmla="*/ 2131 w 441"/>
                  <a:gd name="T5" fmla="*/ 114 h 24"/>
                  <a:gd name="T6" fmla="*/ 3172 w 441"/>
                  <a:gd name="T7" fmla="*/ 86 h 24"/>
                  <a:gd name="T8" fmla="*/ 4700 w 441"/>
                  <a:gd name="T9" fmla="*/ 301 h 24"/>
                  <a:gd name="T10" fmla="*/ 5222 w 441"/>
                  <a:gd name="T11" fmla="*/ 3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1" h="24">
                    <a:moveTo>
                      <a:pt x="0" y="9"/>
                    </a:moveTo>
                    <a:cubicBezTo>
                      <a:pt x="33" y="0"/>
                      <a:pt x="70" y="4"/>
                      <a:pt x="103" y="4"/>
                    </a:cubicBezTo>
                    <a:cubicBezTo>
                      <a:pt x="129" y="4"/>
                      <a:pt x="154" y="6"/>
                      <a:pt x="180" y="7"/>
                    </a:cubicBezTo>
                    <a:cubicBezTo>
                      <a:pt x="209" y="8"/>
                      <a:pt x="239" y="5"/>
                      <a:pt x="268" y="5"/>
                    </a:cubicBezTo>
                    <a:cubicBezTo>
                      <a:pt x="311" y="5"/>
                      <a:pt x="355" y="9"/>
                      <a:pt x="397" y="18"/>
                    </a:cubicBezTo>
                    <a:cubicBezTo>
                      <a:pt x="413" y="22"/>
                      <a:pt x="425" y="24"/>
                      <a:pt x="441" y="22"/>
                    </a:cubicBezTo>
                  </a:path>
                </a:pathLst>
              </a:custGeom>
              <a:noFill/>
              <a:ln w="9525" cap="rnd">
                <a:solidFill>
                  <a:srgbClr val="F9ED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1" name="Freeform 471">
                <a:extLst>
                  <a:ext uri="{FF2B5EF4-FFF2-40B4-BE49-F238E27FC236}">
                    <a16:creationId xmlns:a16="http://schemas.microsoft.com/office/drawing/2014/main" id="{19AABD62-846D-4677-A053-C0EA5A558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397"/>
                <a:ext cx="228" cy="142"/>
              </a:xfrm>
              <a:custGeom>
                <a:avLst/>
                <a:gdLst>
                  <a:gd name="T0" fmla="*/ 1648 w 139"/>
                  <a:gd name="T1" fmla="*/ 1343 h 81"/>
                  <a:gd name="T2" fmla="*/ 0 w 139"/>
                  <a:gd name="T3" fmla="*/ 766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9" h="81">
                    <a:moveTo>
                      <a:pt x="139" y="81"/>
                    </a:moveTo>
                    <a:cubicBezTo>
                      <a:pt x="95" y="75"/>
                      <a:pt x="43" y="0"/>
                      <a:pt x="0" y="46"/>
                    </a:cubicBezTo>
                  </a:path>
                </a:pathLst>
              </a:custGeom>
              <a:noFill/>
              <a:ln w="9525" cap="rnd">
                <a:solidFill>
                  <a:srgbClr val="F9ED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2" name="Freeform 472">
                <a:extLst>
                  <a:ext uri="{FF2B5EF4-FFF2-40B4-BE49-F238E27FC236}">
                    <a16:creationId xmlns:a16="http://schemas.microsoft.com/office/drawing/2014/main" id="{0C81BAF2-DD32-48B1-8F13-22376DB2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3256"/>
                <a:ext cx="235" cy="83"/>
              </a:xfrm>
              <a:custGeom>
                <a:avLst/>
                <a:gdLst>
                  <a:gd name="T0" fmla="*/ 1712 w 143"/>
                  <a:gd name="T1" fmla="*/ 0 h 48"/>
                  <a:gd name="T2" fmla="*/ 656 w 143"/>
                  <a:gd name="T3" fmla="*/ 636 h 48"/>
                  <a:gd name="T4" fmla="*/ 0 w 143"/>
                  <a:gd name="T5" fmla="*/ 24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48">
                    <a:moveTo>
                      <a:pt x="143" y="0"/>
                    </a:moveTo>
                    <a:cubicBezTo>
                      <a:pt x="118" y="20"/>
                      <a:pt x="90" y="48"/>
                      <a:pt x="55" y="41"/>
                    </a:cubicBezTo>
                    <a:cubicBezTo>
                      <a:pt x="35" y="37"/>
                      <a:pt x="21" y="18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3" name="Freeform 473">
                <a:extLst>
                  <a:ext uri="{FF2B5EF4-FFF2-40B4-BE49-F238E27FC236}">
                    <a16:creationId xmlns:a16="http://schemas.microsoft.com/office/drawing/2014/main" id="{9471CE50-B584-4699-8515-6C9B51BE9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3280"/>
                <a:ext cx="251" cy="108"/>
              </a:xfrm>
              <a:custGeom>
                <a:avLst/>
                <a:gdLst>
                  <a:gd name="T0" fmla="*/ 0 w 153"/>
                  <a:gd name="T1" fmla="*/ 0 h 62"/>
                  <a:gd name="T2" fmla="*/ 1020 w 153"/>
                  <a:gd name="T3" fmla="*/ 867 h 62"/>
                  <a:gd name="T4" fmla="*/ 1819 w 153"/>
                  <a:gd name="T5" fmla="*/ 172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62">
                    <a:moveTo>
                      <a:pt x="0" y="0"/>
                    </a:moveTo>
                    <a:cubicBezTo>
                      <a:pt x="22" y="23"/>
                      <a:pt x="50" y="62"/>
                      <a:pt x="86" y="54"/>
                    </a:cubicBezTo>
                    <a:cubicBezTo>
                      <a:pt x="112" y="48"/>
                      <a:pt x="133" y="24"/>
                      <a:pt x="153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4" name="Freeform 474">
                <a:extLst>
                  <a:ext uri="{FF2B5EF4-FFF2-40B4-BE49-F238E27FC236}">
                    <a16:creationId xmlns:a16="http://schemas.microsoft.com/office/drawing/2014/main" id="{F373646F-6A68-46BF-8BE7-2B6792EFB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303"/>
                <a:ext cx="286" cy="101"/>
              </a:xfrm>
              <a:custGeom>
                <a:avLst/>
                <a:gdLst>
                  <a:gd name="T0" fmla="*/ 2089 w 174"/>
                  <a:gd name="T1" fmla="*/ 0 h 58"/>
                  <a:gd name="T2" fmla="*/ 1938 w 174"/>
                  <a:gd name="T3" fmla="*/ 369 h 58"/>
                  <a:gd name="T4" fmla="*/ 1599 w 174"/>
                  <a:gd name="T5" fmla="*/ 770 h 58"/>
                  <a:gd name="T6" fmla="*/ 1029 w 174"/>
                  <a:gd name="T7" fmla="*/ 904 h 58"/>
                  <a:gd name="T8" fmla="*/ 0 w 174"/>
                  <a:gd name="T9" fmla="*/ 33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58">
                    <a:moveTo>
                      <a:pt x="174" y="0"/>
                    </a:moveTo>
                    <a:cubicBezTo>
                      <a:pt x="170" y="2"/>
                      <a:pt x="164" y="17"/>
                      <a:pt x="161" y="23"/>
                    </a:cubicBezTo>
                    <a:cubicBezTo>
                      <a:pt x="154" y="34"/>
                      <a:pt x="145" y="42"/>
                      <a:pt x="133" y="48"/>
                    </a:cubicBezTo>
                    <a:cubicBezTo>
                      <a:pt x="118" y="56"/>
                      <a:pt x="103" y="58"/>
                      <a:pt x="86" y="56"/>
                    </a:cubicBezTo>
                    <a:cubicBezTo>
                      <a:pt x="57" y="51"/>
                      <a:pt x="25" y="36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5" name="Freeform 475">
                <a:extLst>
                  <a:ext uri="{FF2B5EF4-FFF2-40B4-BE49-F238E27FC236}">
                    <a16:creationId xmlns:a16="http://schemas.microsoft.com/office/drawing/2014/main" id="{710A945F-CD53-4731-98EA-DC0CDED19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3273"/>
                <a:ext cx="218" cy="98"/>
              </a:xfrm>
              <a:custGeom>
                <a:avLst/>
                <a:gdLst>
                  <a:gd name="T0" fmla="*/ 0 w 133"/>
                  <a:gd name="T1" fmla="*/ 677 h 56"/>
                  <a:gd name="T2" fmla="*/ 849 w 133"/>
                  <a:gd name="T3" fmla="*/ 301 h 56"/>
                  <a:gd name="T4" fmla="*/ 1572 w 133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56">
                    <a:moveTo>
                      <a:pt x="0" y="41"/>
                    </a:moveTo>
                    <a:cubicBezTo>
                      <a:pt x="24" y="56"/>
                      <a:pt x="52" y="29"/>
                      <a:pt x="72" y="18"/>
                    </a:cubicBezTo>
                    <a:cubicBezTo>
                      <a:pt x="92" y="7"/>
                      <a:pt x="110" y="0"/>
                      <a:pt x="13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6" name="Freeform 476">
                <a:extLst>
                  <a:ext uri="{FF2B5EF4-FFF2-40B4-BE49-F238E27FC236}">
                    <a16:creationId xmlns:a16="http://schemas.microsoft.com/office/drawing/2014/main" id="{C2E99574-CED4-4C1C-82C2-13B7A8D6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3261"/>
                <a:ext cx="187" cy="45"/>
              </a:xfrm>
              <a:custGeom>
                <a:avLst/>
                <a:gdLst>
                  <a:gd name="T0" fmla="*/ 0 w 114"/>
                  <a:gd name="T1" fmla="*/ 357 h 26"/>
                  <a:gd name="T2" fmla="*/ 415 w 114"/>
                  <a:gd name="T3" fmla="*/ 249 h 26"/>
                  <a:gd name="T4" fmla="*/ 812 w 114"/>
                  <a:gd name="T5" fmla="*/ 87 h 26"/>
                  <a:gd name="T6" fmla="*/ 1357 w 114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26">
                    <a:moveTo>
                      <a:pt x="0" y="23"/>
                    </a:moveTo>
                    <a:cubicBezTo>
                      <a:pt x="10" y="26"/>
                      <a:pt x="24" y="19"/>
                      <a:pt x="35" y="16"/>
                    </a:cubicBezTo>
                    <a:cubicBezTo>
                      <a:pt x="46" y="13"/>
                      <a:pt x="56" y="9"/>
                      <a:pt x="68" y="6"/>
                    </a:cubicBezTo>
                    <a:cubicBezTo>
                      <a:pt x="75" y="5"/>
                      <a:pt x="113" y="1"/>
                      <a:pt x="11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7" name="Freeform 477">
                <a:extLst>
                  <a:ext uri="{FF2B5EF4-FFF2-40B4-BE49-F238E27FC236}">
                    <a16:creationId xmlns:a16="http://schemas.microsoft.com/office/drawing/2014/main" id="{7BB060E4-2F0B-488C-891B-B9A75D917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264"/>
                <a:ext cx="210" cy="47"/>
              </a:xfrm>
              <a:custGeom>
                <a:avLst/>
                <a:gdLst>
                  <a:gd name="T0" fmla="*/ 1524 w 128"/>
                  <a:gd name="T1" fmla="*/ 258 h 27"/>
                  <a:gd name="T2" fmla="*/ 596 w 128"/>
                  <a:gd name="T3" fmla="*/ 172 h 27"/>
                  <a:gd name="T4" fmla="*/ 0 w 128"/>
                  <a:gd name="T5" fmla="*/ 6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27">
                    <a:moveTo>
                      <a:pt x="128" y="16"/>
                    </a:moveTo>
                    <a:cubicBezTo>
                      <a:pt x="102" y="27"/>
                      <a:pt x="70" y="20"/>
                      <a:pt x="50" y="11"/>
                    </a:cubicBezTo>
                    <a:cubicBezTo>
                      <a:pt x="37" y="6"/>
                      <a:pt x="12" y="0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8" name="Freeform 478">
                <a:extLst>
                  <a:ext uri="{FF2B5EF4-FFF2-40B4-BE49-F238E27FC236}">
                    <a16:creationId xmlns:a16="http://schemas.microsoft.com/office/drawing/2014/main" id="{2740F729-F0C3-4C38-9D5D-D5B15C4F3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3303"/>
                <a:ext cx="216" cy="77"/>
              </a:xfrm>
              <a:custGeom>
                <a:avLst/>
                <a:gdLst>
                  <a:gd name="T0" fmla="*/ 1548 w 132"/>
                  <a:gd name="T1" fmla="*/ 0 h 44"/>
                  <a:gd name="T2" fmla="*/ 1127 w 132"/>
                  <a:gd name="T3" fmla="*/ 236 h 44"/>
                  <a:gd name="T4" fmla="*/ 718 w 132"/>
                  <a:gd name="T5" fmla="*/ 564 h 44"/>
                  <a:gd name="T6" fmla="*/ 0 w 132"/>
                  <a:gd name="T7" fmla="*/ 69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44">
                    <a:moveTo>
                      <a:pt x="132" y="0"/>
                    </a:moveTo>
                    <a:cubicBezTo>
                      <a:pt x="123" y="8"/>
                      <a:pt x="106" y="9"/>
                      <a:pt x="96" y="14"/>
                    </a:cubicBezTo>
                    <a:cubicBezTo>
                      <a:pt x="84" y="20"/>
                      <a:pt x="73" y="29"/>
                      <a:pt x="61" y="34"/>
                    </a:cubicBezTo>
                    <a:cubicBezTo>
                      <a:pt x="41" y="44"/>
                      <a:pt x="21" y="44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9" name="Freeform 479">
                <a:extLst>
                  <a:ext uri="{FF2B5EF4-FFF2-40B4-BE49-F238E27FC236}">
                    <a16:creationId xmlns:a16="http://schemas.microsoft.com/office/drawing/2014/main" id="{E89F1490-17D1-4842-A30A-33E85D1EA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3355"/>
                <a:ext cx="221" cy="65"/>
              </a:xfrm>
              <a:custGeom>
                <a:avLst/>
                <a:gdLst>
                  <a:gd name="T0" fmla="*/ 1590 w 135"/>
                  <a:gd name="T1" fmla="*/ 0 h 37"/>
                  <a:gd name="T2" fmla="*/ 1238 w 135"/>
                  <a:gd name="T3" fmla="*/ 286 h 37"/>
                  <a:gd name="T4" fmla="*/ 756 w 135"/>
                  <a:gd name="T5" fmla="*/ 502 h 37"/>
                  <a:gd name="T6" fmla="*/ 0 w 135"/>
                  <a:gd name="T7" fmla="*/ 488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37">
                    <a:moveTo>
                      <a:pt x="135" y="0"/>
                    </a:moveTo>
                    <a:cubicBezTo>
                      <a:pt x="124" y="0"/>
                      <a:pt x="115" y="12"/>
                      <a:pt x="105" y="17"/>
                    </a:cubicBezTo>
                    <a:cubicBezTo>
                      <a:pt x="92" y="24"/>
                      <a:pt x="78" y="28"/>
                      <a:pt x="64" y="30"/>
                    </a:cubicBezTo>
                    <a:cubicBezTo>
                      <a:pt x="45" y="32"/>
                      <a:pt x="17" y="37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0" name="Freeform 480">
                <a:extLst>
                  <a:ext uri="{FF2B5EF4-FFF2-40B4-BE49-F238E27FC236}">
                    <a16:creationId xmlns:a16="http://schemas.microsoft.com/office/drawing/2014/main" id="{4E057523-BEE0-4266-AAAE-586F78F93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357"/>
                <a:ext cx="184" cy="35"/>
              </a:xfrm>
              <a:custGeom>
                <a:avLst/>
                <a:gdLst>
                  <a:gd name="T0" fmla="*/ 1339 w 112"/>
                  <a:gd name="T1" fmla="*/ 264 h 20"/>
                  <a:gd name="T2" fmla="*/ 986 w 112"/>
                  <a:gd name="T3" fmla="*/ 313 h 20"/>
                  <a:gd name="T4" fmla="*/ 541 w 112"/>
                  <a:gd name="T5" fmla="*/ 172 h 20"/>
                  <a:gd name="T6" fmla="*/ 146 w 112"/>
                  <a:gd name="T7" fmla="*/ 37 h 20"/>
                  <a:gd name="T8" fmla="*/ 0 w 112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20">
                    <a:moveTo>
                      <a:pt x="112" y="16"/>
                    </a:moveTo>
                    <a:cubicBezTo>
                      <a:pt x="102" y="18"/>
                      <a:pt x="92" y="20"/>
                      <a:pt x="82" y="19"/>
                    </a:cubicBezTo>
                    <a:cubicBezTo>
                      <a:pt x="69" y="19"/>
                      <a:pt x="58" y="13"/>
                      <a:pt x="45" y="10"/>
                    </a:cubicBezTo>
                    <a:cubicBezTo>
                      <a:pt x="34" y="6"/>
                      <a:pt x="24" y="3"/>
                      <a:pt x="12" y="2"/>
                    </a:cubicBezTo>
                    <a:cubicBezTo>
                      <a:pt x="9" y="1"/>
                      <a:pt x="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1" name="Freeform 481">
                <a:extLst>
                  <a:ext uri="{FF2B5EF4-FFF2-40B4-BE49-F238E27FC236}">
                    <a16:creationId xmlns:a16="http://schemas.microsoft.com/office/drawing/2014/main" id="{D9A26D6E-6DDF-475D-86E4-DC64C3A23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3311"/>
                <a:ext cx="290" cy="23"/>
              </a:xfrm>
              <a:custGeom>
                <a:avLst/>
                <a:gdLst>
                  <a:gd name="T0" fmla="*/ 2089 w 177"/>
                  <a:gd name="T1" fmla="*/ 106 h 13"/>
                  <a:gd name="T2" fmla="*/ 2019 w 177"/>
                  <a:gd name="T3" fmla="*/ 106 h 13"/>
                  <a:gd name="T4" fmla="*/ 1830 w 177"/>
                  <a:gd name="T5" fmla="*/ 65 h 13"/>
                  <a:gd name="T6" fmla="*/ 1442 w 177"/>
                  <a:gd name="T7" fmla="*/ 115 h 13"/>
                  <a:gd name="T8" fmla="*/ 590 w 177"/>
                  <a:gd name="T9" fmla="*/ 179 h 13"/>
                  <a:gd name="T10" fmla="*/ 0 w 177"/>
                  <a:gd name="T11" fmla="*/ 179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7" h="13">
                    <a:moveTo>
                      <a:pt x="177" y="6"/>
                    </a:moveTo>
                    <a:cubicBezTo>
                      <a:pt x="175" y="5"/>
                      <a:pt x="173" y="6"/>
                      <a:pt x="171" y="6"/>
                    </a:cubicBezTo>
                    <a:cubicBezTo>
                      <a:pt x="166" y="5"/>
                      <a:pt x="161" y="4"/>
                      <a:pt x="155" y="4"/>
                    </a:cubicBezTo>
                    <a:cubicBezTo>
                      <a:pt x="144" y="4"/>
                      <a:pt x="133" y="6"/>
                      <a:pt x="122" y="7"/>
                    </a:cubicBezTo>
                    <a:cubicBezTo>
                      <a:pt x="98" y="11"/>
                      <a:pt x="75" y="13"/>
                      <a:pt x="50" y="10"/>
                    </a:cubicBezTo>
                    <a:cubicBezTo>
                      <a:pt x="34" y="8"/>
                      <a:pt x="15" y="0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2" name="Freeform 482">
                <a:extLst>
                  <a:ext uri="{FF2B5EF4-FFF2-40B4-BE49-F238E27FC236}">
                    <a16:creationId xmlns:a16="http://schemas.microsoft.com/office/drawing/2014/main" id="{C85F2FEF-C2E6-48C4-A356-2F69B262E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3327"/>
                <a:ext cx="251" cy="35"/>
              </a:xfrm>
              <a:custGeom>
                <a:avLst/>
                <a:gdLst>
                  <a:gd name="T0" fmla="*/ 1819 w 153"/>
                  <a:gd name="T1" fmla="*/ 37 h 20"/>
                  <a:gd name="T2" fmla="*/ 1639 w 153"/>
                  <a:gd name="T3" fmla="*/ 21 h 20"/>
                  <a:gd name="T4" fmla="*/ 1281 w 153"/>
                  <a:gd name="T5" fmla="*/ 37 h 20"/>
                  <a:gd name="T6" fmla="*/ 984 w 153"/>
                  <a:gd name="T7" fmla="*/ 151 h 20"/>
                  <a:gd name="T8" fmla="*/ 609 w 153"/>
                  <a:gd name="T9" fmla="*/ 285 h 20"/>
                  <a:gd name="T10" fmla="*/ 0 w 153"/>
                  <a:gd name="T11" fmla="*/ 31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20">
                    <a:moveTo>
                      <a:pt x="153" y="2"/>
                    </a:moveTo>
                    <a:cubicBezTo>
                      <a:pt x="148" y="0"/>
                      <a:pt x="142" y="1"/>
                      <a:pt x="138" y="1"/>
                    </a:cubicBezTo>
                    <a:cubicBezTo>
                      <a:pt x="128" y="1"/>
                      <a:pt x="118" y="1"/>
                      <a:pt x="108" y="2"/>
                    </a:cubicBezTo>
                    <a:cubicBezTo>
                      <a:pt x="100" y="3"/>
                      <a:pt x="91" y="7"/>
                      <a:pt x="83" y="9"/>
                    </a:cubicBezTo>
                    <a:cubicBezTo>
                      <a:pt x="73" y="12"/>
                      <a:pt x="62" y="14"/>
                      <a:pt x="51" y="17"/>
                    </a:cubicBezTo>
                    <a:cubicBezTo>
                      <a:pt x="34" y="20"/>
                      <a:pt x="17" y="19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3" name="Freeform 483">
                <a:extLst>
                  <a:ext uri="{FF2B5EF4-FFF2-40B4-BE49-F238E27FC236}">
                    <a16:creationId xmlns:a16="http://schemas.microsoft.com/office/drawing/2014/main" id="{96D22751-F4EA-4EB4-8F8B-706C3BC26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235"/>
                <a:ext cx="265" cy="35"/>
              </a:xfrm>
              <a:custGeom>
                <a:avLst/>
                <a:gdLst>
                  <a:gd name="T0" fmla="*/ 0 w 162"/>
                  <a:gd name="T1" fmla="*/ 249 h 20"/>
                  <a:gd name="T2" fmla="*/ 206 w 162"/>
                  <a:gd name="T3" fmla="*/ 65 h 20"/>
                  <a:gd name="T4" fmla="*/ 586 w 162"/>
                  <a:gd name="T5" fmla="*/ 0 h 20"/>
                  <a:gd name="T6" fmla="*/ 1397 w 162"/>
                  <a:gd name="T7" fmla="*/ 179 h 20"/>
                  <a:gd name="T8" fmla="*/ 1894 w 162"/>
                  <a:gd name="T9" fmla="*/ 32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20">
                    <a:moveTo>
                      <a:pt x="0" y="15"/>
                    </a:moveTo>
                    <a:cubicBezTo>
                      <a:pt x="6" y="12"/>
                      <a:pt x="11" y="7"/>
                      <a:pt x="18" y="4"/>
                    </a:cubicBezTo>
                    <a:cubicBezTo>
                      <a:pt x="28" y="0"/>
                      <a:pt x="39" y="0"/>
                      <a:pt x="50" y="0"/>
                    </a:cubicBezTo>
                    <a:cubicBezTo>
                      <a:pt x="72" y="0"/>
                      <a:pt x="97" y="5"/>
                      <a:pt x="119" y="11"/>
                    </a:cubicBezTo>
                    <a:cubicBezTo>
                      <a:pt x="133" y="14"/>
                      <a:pt x="148" y="17"/>
                      <a:pt x="162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4" name="Freeform 484">
                <a:extLst>
                  <a:ext uri="{FF2B5EF4-FFF2-40B4-BE49-F238E27FC236}">
                    <a16:creationId xmlns:a16="http://schemas.microsoft.com/office/drawing/2014/main" id="{C6C2D7B8-A295-4897-95F5-DAE1EFBFF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3259"/>
                <a:ext cx="261" cy="72"/>
              </a:xfrm>
              <a:custGeom>
                <a:avLst/>
                <a:gdLst>
                  <a:gd name="T0" fmla="*/ 1894 w 159"/>
                  <a:gd name="T1" fmla="*/ 0 h 41"/>
                  <a:gd name="T2" fmla="*/ 1786 w 159"/>
                  <a:gd name="T3" fmla="*/ 65 h 41"/>
                  <a:gd name="T4" fmla="*/ 1469 w 159"/>
                  <a:gd name="T5" fmla="*/ 102 h 41"/>
                  <a:gd name="T6" fmla="*/ 681 w 159"/>
                  <a:gd name="T7" fmla="*/ 179 h 41"/>
                  <a:gd name="T8" fmla="*/ 205 w 159"/>
                  <a:gd name="T9" fmla="*/ 530 h 41"/>
                  <a:gd name="T10" fmla="*/ 0 w 159"/>
                  <a:gd name="T11" fmla="*/ 68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41">
                    <a:moveTo>
                      <a:pt x="159" y="0"/>
                    </a:moveTo>
                    <a:cubicBezTo>
                      <a:pt x="156" y="1"/>
                      <a:pt x="153" y="3"/>
                      <a:pt x="150" y="4"/>
                    </a:cubicBezTo>
                    <a:cubicBezTo>
                      <a:pt x="141" y="7"/>
                      <a:pt x="132" y="7"/>
                      <a:pt x="123" y="6"/>
                    </a:cubicBezTo>
                    <a:cubicBezTo>
                      <a:pt x="100" y="3"/>
                      <a:pt x="78" y="3"/>
                      <a:pt x="57" y="11"/>
                    </a:cubicBezTo>
                    <a:cubicBezTo>
                      <a:pt x="42" y="16"/>
                      <a:pt x="29" y="24"/>
                      <a:pt x="17" y="32"/>
                    </a:cubicBezTo>
                    <a:cubicBezTo>
                      <a:pt x="12" y="36"/>
                      <a:pt x="5" y="41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5" name="Freeform 485">
                <a:extLst>
                  <a:ext uri="{FF2B5EF4-FFF2-40B4-BE49-F238E27FC236}">
                    <a16:creationId xmlns:a16="http://schemas.microsoft.com/office/drawing/2014/main" id="{1265C577-45E1-42AB-A722-E0EC2971A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3294"/>
                <a:ext cx="223" cy="35"/>
              </a:xfrm>
              <a:custGeom>
                <a:avLst/>
                <a:gdLst>
                  <a:gd name="T0" fmla="*/ 1613 w 136"/>
                  <a:gd name="T1" fmla="*/ 327 h 20"/>
                  <a:gd name="T2" fmla="*/ 1433 w 136"/>
                  <a:gd name="T3" fmla="*/ 301 h 20"/>
                  <a:gd name="T4" fmla="*/ 1115 w 136"/>
                  <a:gd name="T5" fmla="*/ 200 h 20"/>
                  <a:gd name="T6" fmla="*/ 572 w 136"/>
                  <a:gd name="T7" fmla="*/ 49 h 20"/>
                  <a:gd name="T8" fmla="*/ 180 w 136"/>
                  <a:gd name="T9" fmla="*/ 21 h 20"/>
                  <a:gd name="T10" fmla="*/ 0 w 136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6" h="20">
                    <a:moveTo>
                      <a:pt x="136" y="20"/>
                    </a:moveTo>
                    <a:cubicBezTo>
                      <a:pt x="132" y="18"/>
                      <a:pt x="125" y="19"/>
                      <a:pt x="121" y="18"/>
                    </a:cubicBezTo>
                    <a:cubicBezTo>
                      <a:pt x="112" y="16"/>
                      <a:pt x="103" y="14"/>
                      <a:pt x="94" y="12"/>
                    </a:cubicBezTo>
                    <a:cubicBezTo>
                      <a:pt x="79" y="8"/>
                      <a:pt x="64" y="5"/>
                      <a:pt x="48" y="3"/>
                    </a:cubicBezTo>
                    <a:cubicBezTo>
                      <a:pt x="37" y="1"/>
                      <a:pt x="26" y="2"/>
                      <a:pt x="15" y="1"/>
                    </a:cubicBezTo>
                    <a:cubicBezTo>
                      <a:pt x="10" y="1"/>
                      <a:pt x="5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6" name="Freeform 486">
                <a:extLst>
                  <a:ext uri="{FF2B5EF4-FFF2-40B4-BE49-F238E27FC236}">
                    <a16:creationId xmlns:a16="http://schemas.microsoft.com/office/drawing/2014/main" id="{34FD7A00-4DD5-4764-A0B6-541B8D996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3271"/>
                <a:ext cx="374" cy="33"/>
              </a:xfrm>
              <a:custGeom>
                <a:avLst/>
                <a:gdLst>
                  <a:gd name="T0" fmla="*/ 2707 w 228"/>
                  <a:gd name="T1" fmla="*/ 63 h 19"/>
                  <a:gd name="T2" fmla="*/ 2626 w 228"/>
                  <a:gd name="T3" fmla="*/ 90 h 19"/>
                  <a:gd name="T4" fmla="*/ 2462 w 228"/>
                  <a:gd name="T5" fmla="*/ 90 h 19"/>
                  <a:gd name="T6" fmla="*/ 1911 w 228"/>
                  <a:gd name="T7" fmla="*/ 49 h 19"/>
                  <a:gd name="T8" fmla="*/ 1404 w 228"/>
                  <a:gd name="T9" fmla="*/ 0 h 19"/>
                  <a:gd name="T10" fmla="*/ 915 w 228"/>
                  <a:gd name="T11" fmla="*/ 63 h 19"/>
                  <a:gd name="T12" fmla="*/ 146 w 228"/>
                  <a:gd name="T13" fmla="*/ 283 h 19"/>
                  <a:gd name="T14" fmla="*/ 0 w 228"/>
                  <a:gd name="T15" fmla="*/ 299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8" h="19">
                    <a:moveTo>
                      <a:pt x="228" y="4"/>
                    </a:moveTo>
                    <a:cubicBezTo>
                      <a:pt x="226" y="4"/>
                      <a:pt x="224" y="5"/>
                      <a:pt x="221" y="6"/>
                    </a:cubicBezTo>
                    <a:cubicBezTo>
                      <a:pt x="217" y="7"/>
                      <a:pt x="212" y="7"/>
                      <a:pt x="207" y="6"/>
                    </a:cubicBezTo>
                    <a:cubicBezTo>
                      <a:pt x="192" y="6"/>
                      <a:pt x="176" y="6"/>
                      <a:pt x="161" y="3"/>
                    </a:cubicBezTo>
                    <a:cubicBezTo>
                      <a:pt x="147" y="1"/>
                      <a:pt x="133" y="1"/>
                      <a:pt x="118" y="0"/>
                    </a:cubicBezTo>
                    <a:cubicBezTo>
                      <a:pt x="105" y="0"/>
                      <a:pt x="90" y="1"/>
                      <a:pt x="77" y="4"/>
                    </a:cubicBezTo>
                    <a:cubicBezTo>
                      <a:pt x="55" y="9"/>
                      <a:pt x="34" y="17"/>
                      <a:pt x="12" y="18"/>
                    </a:cubicBezTo>
                    <a:cubicBezTo>
                      <a:pt x="8" y="18"/>
                      <a:pt x="4" y="19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7" name="Freeform 487">
                <a:extLst>
                  <a:ext uri="{FF2B5EF4-FFF2-40B4-BE49-F238E27FC236}">
                    <a16:creationId xmlns:a16="http://schemas.microsoft.com/office/drawing/2014/main" id="{8F9A7AC4-48CC-4DC5-B115-6A7C600EC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231"/>
                <a:ext cx="316" cy="42"/>
              </a:xfrm>
              <a:custGeom>
                <a:avLst/>
                <a:gdLst>
                  <a:gd name="T0" fmla="*/ 2268 w 193"/>
                  <a:gd name="T1" fmla="*/ 49 h 24"/>
                  <a:gd name="T2" fmla="*/ 1695 w 193"/>
                  <a:gd name="T3" fmla="*/ 21 h 24"/>
                  <a:gd name="T4" fmla="*/ 1013 w 193"/>
                  <a:gd name="T5" fmla="*/ 215 h 24"/>
                  <a:gd name="T6" fmla="*/ 188 w 193"/>
                  <a:gd name="T7" fmla="*/ 364 h 24"/>
                  <a:gd name="T8" fmla="*/ 0 w 193"/>
                  <a:gd name="T9" fmla="*/ 39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3" h="24">
                    <a:moveTo>
                      <a:pt x="193" y="3"/>
                    </a:moveTo>
                    <a:cubicBezTo>
                      <a:pt x="176" y="2"/>
                      <a:pt x="160" y="0"/>
                      <a:pt x="144" y="1"/>
                    </a:cubicBezTo>
                    <a:cubicBezTo>
                      <a:pt x="124" y="1"/>
                      <a:pt x="105" y="9"/>
                      <a:pt x="86" y="13"/>
                    </a:cubicBezTo>
                    <a:cubicBezTo>
                      <a:pt x="62" y="18"/>
                      <a:pt x="39" y="20"/>
                      <a:pt x="16" y="22"/>
                    </a:cubicBezTo>
                    <a:cubicBezTo>
                      <a:pt x="11" y="23"/>
                      <a:pt x="4" y="22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8" name="Freeform 488">
                <a:extLst>
                  <a:ext uri="{FF2B5EF4-FFF2-40B4-BE49-F238E27FC236}">
                    <a16:creationId xmlns:a16="http://schemas.microsoft.com/office/drawing/2014/main" id="{D5F669AA-258A-4A1C-BA54-C7519245C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3214"/>
                <a:ext cx="208" cy="28"/>
              </a:xfrm>
              <a:custGeom>
                <a:avLst/>
                <a:gdLst>
                  <a:gd name="T0" fmla="*/ 0 w 127"/>
                  <a:gd name="T1" fmla="*/ 236 h 16"/>
                  <a:gd name="T2" fmla="*/ 504 w 127"/>
                  <a:gd name="T3" fmla="*/ 151 h 16"/>
                  <a:gd name="T4" fmla="*/ 1107 w 127"/>
                  <a:gd name="T5" fmla="*/ 21 h 16"/>
                  <a:gd name="T6" fmla="*/ 1345 w 127"/>
                  <a:gd name="T7" fmla="*/ 21 h 16"/>
                  <a:gd name="T8" fmla="*/ 1497 w 127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16">
                    <a:moveTo>
                      <a:pt x="0" y="14"/>
                    </a:moveTo>
                    <a:cubicBezTo>
                      <a:pt x="13" y="16"/>
                      <a:pt x="30" y="12"/>
                      <a:pt x="43" y="9"/>
                    </a:cubicBezTo>
                    <a:cubicBezTo>
                      <a:pt x="60" y="6"/>
                      <a:pt x="77" y="2"/>
                      <a:pt x="94" y="1"/>
                    </a:cubicBezTo>
                    <a:cubicBezTo>
                      <a:pt x="101" y="0"/>
                      <a:pt x="107" y="1"/>
                      <a:pt x="114" y="1"/>
                    </a:cubicBezTo>
                    <a:cubicBezTo>
                      <a:pt x="118" y="2"/>
                      <a:pt x="123" y="2"/>
                      <a:pt x="127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9" name="Freeform 489">
                <a:extLst>
                  <a:ext uri="{FF2B5EF4-FFF2-40B4-BE49-F238E27FC236}">
                    <a16:creationId xmlns:a16="http://schemas.microsoft.com/office/drawing/2014/main" id="{618FBDA7-A514-4475-8B9A-1B32CDEEE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3228"/>
                <a:ext cx="346" cy="29"/>
              </a:xfrm>
              <a:custGeom>
                <a:avLst/>
                <a:gdLst>
                  <a:gd name="T0" fmla="*/ 2501 w 211"/>
                  <a:gd name="T1" fmla="*/ 75 h 17"/>
                  <a:gd name="T2" fmla="*/ 2281 w 211"/>
                  <a:gd name="T3" fmla="*/ 75 h 17"/>
                  <a:gd name="T4" fmla="*/ 1874 w 211"/>
                  <a:gd name="T5" fmla="*/ 44 h 17"/>
                  <a:gd name="T6" fmla="*/ 1336 w 211"/>
                  <a:gd name="T7" fmla="*/ 44 h 17"/>
                  <a:gd name="T8" fmla="*/ 781 w 211"/>
                  <a:gd name="T9" fmla="*/ 26 h 17"/>
                  <a:gd name="T10" fmla="*/ 21 w 211"/>
                  <a:gd name="T11" fmla="*/ 227 h 17"/>
                  <a:gd name="T12" fmla="*/ 0 w 211"/>
                  <a:gd name="T13" fmla="*/ 2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17">
                    <a:moveTo>
                      <a:pt x="211" y="5"/>
                    </a:moveTo>
                    <a:cubicBezTo>
                      <a:pt x="206" y="3"/>
                      <a:pt x="198" y="5"/>
                      <a:pt x="192" y="5"/>
                    </a:cubicBezTo>
                    <a:cubicBezTo>
                      <a:pt x="180" y="6"/>
                      <a:pt x="169" y="3"/>
                      <a:pt x="158" y="3"/>
                    </a:cubicBezTo>
                    <a:cubicBezTo>
                      <a:pt x="143" y="3"/>
                      <a:pt x="128" y="4"/>
                      <a:pt x="113" y="3"/>
                    </a:cubicBezTo>
                    <a:cubicBezTo>
                      <a:pt x="97" y="2"/>
                      <a:pt x="81" y="4"/>
                      <a:pt x="66" y="2"/>
                    </a:cubicBezTo>
                    <a:cubicBezTo>
                      <a:pt x="43" y="0"/>
                      <a:pt x="20" y="0"/>
                      <a:pt x="2" y="16"/>
                    </a:cubicBezTo>
                    <a:cubicBezTo>
                      <a:pt x="1" y="16"/>
                      <a:pt x="1" y="17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0" name="Freeform 490">
                <a:extLst>
                  <a:ext uri="{FF2B5EF4-FFF2-40B4-BE49-F238E27FC236}">
                    <a16:creationId xmlns:a16="http://schemas.microsoft.com/office/drawing/2014/main" id="{6715ABAD-0E61-468F-B260-79F55B1C5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3221"/>
                <a:ext cx="282" cy="50"/>
              </a:xfrm>
              <a:custGeom>
                <a:avLst/>
                <a:gdLst>
                  <a:gd name="T0" fmla="*/ 2035 w 172"/>
                  <a:gd name="T1" fmla="*/ 440 h 29"/>
                  <a:gd name="T2" fmla="*/ 1718 w 172"/>
                  <a:gd name="T3" fmla="*/ 440 h 29"/>
                  <a:gd name="T4" fmla="*/ 1425 w 172"/>
                  <a:gd name="T5" fmla="*/ 416 h 29"/>
                  <a:gd name="T6" fmla="*/ 912 w 172"/>
                  <a:gd name="T7" fmla="*/ 255 h 29"/>
                  <a:gd name="T8" fmla="*/ 441 w 172"/>
                  <a:gd name="T9" fmla="*/ 86 h 29"/>
                  <a:gd name="T10" fmla="*/ 226 w 172"/>
                  <a:gd name="T11" fmla="*/ 28 h 29"/>
                  <a:gd name="T12" fmla="*/ 13 w 172"/>
                  <a:gd name="T13" fmla="*/ 16 h 29"/>
                  <a:gd name="T14" fmla="*/ 0 w 172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2" h="29">
                    <a:moveTo>
                      <a:pt x="172" y="29"/>
                    </a:moveTo>
                    <a:cubicBezTo>
                      <a:pt x="165" y="25"/>
                      <a:pt x="153" y="28"/>
                      <a:pt x="145" y="29"/>
                    </a:cubicBezTo>
                    <a:cubicBezTo>
                      <a:pt x="137" y="29"/>
                      <a:pt x="128" y="28"/>
                      <a:pt x="120" y="27"/>
                    </a:cubicBezTo>
                    <a:cubicBezTo>
                      <a:pt x="105" y="25"/>
                      <a:pt x="92" y="20"/>
                      <a:pt x="77" y="17"/>
                    </a:cubicBezTo>
                    <a:cubicBezTo>
                      <a:pt x="64" y="14"/>
                      <a:pt x="51" y="9"/>
                      <a:pt x="37" y="6"/>
                    </a:cubicBezTo>
                    <a:cubicBezTo>
                      <a:pt x="31" y="5"/>
                      <a:pt x="25" y="3"/>
                      <a:pt x="19" y="2"/>
                    </a:cubicBezTo>
                    <a:cubicBezTo>
                      <a:pt x="13" y="1"/>
                      <a:pt x="7" y="2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1" name="Freeform 491">
                <a:extLst>
                  <a:ext uri="{FF2B5EF4-FFF2-40B4-BE49-F238E27FC236}">
                    <a16:creationId xmlns:a16="http://schemas.microsoft.com/office/drawing/2014/main" id="{42F854CE-F374-4CC8-8463-E7420B86D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3210"/>
                <a:ext cx="375" cy="63"/>
              </a:xfrm>
              <a:custGeom>
                <a:avLst/>
                <a:gdLst>
                  <a:gd name="T0" fmla="*/ 2695 w 229"/>
                  <a:gd name="T1" fmla="*/ 179 h 36"/>
                  <a:gd name="T2" fmla="*/ 1860 w 229"/>
                  <a:gd name="T3" fmla="*/ 65 h 36"/>
                  <a:gd name="T4" fmla="*/ 1084 w 229"/>
                  <a:gd name="T5" fmla="*/ 49 h 36"/>
                  <a:gd name="T6" fmla="*/ 316 w 229"/>
                  <a:gd name="T7" fmla="*/ 399 h 36"/>
                  <a:gd name="T8" fmla="*/ 0 w 229"/>
                  <a:gd name="T9" fmla="*/ 59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9" h="36">
                    <a:moveTo>
                      <a:pt x="229" y="11"/>
                    </a:moveTo>
                    <a:cubicBezTo>
                      <a:pt x="206" y="17"/>
                      <a:pt x="181" y="8"/>
                      <a:pt x="158" y="4"/>
                    </a:cubicBezTo>
                    <a:cubicBezTo>
                      <a:pt x="136" y="1"/>
                      <a:pt x="113" y="0"/>
                      <a:pt x="92" y="3"/>
                    </a:cubicBezTo>
                    <a:cubicBezTo>
                      <a:pt x="69" y="7"/>
                      <a:pt x="48" y="15"/>
                      <a:pt x="27" y="24"/>
                    </a:cubicBezTo>
                    <a:cubicBezTo>
                      <a:pt x="17" y="28"/>
                      <a:pt x="9" y="34"/>
                      <a:pt x="0" y="3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2" name="Freeform 492">
                <a:extLst>
                  <a:ext uri="{FF2B5EF4-FFF2-40B4-BE49-F238E27FC236}">
                    <a16:creationId xmlns:a16="http://schemas.microsoft.com/office/drawing/2014/main" id="{C26BD730-E114-423B-A3AC-2DE6E1240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3221"/>
                <a:ext cx="387" cy="19"/>
              </a:xfrm>
              <a:custGeom>
                <a:avLst/>
                <a:gdLst>
                  <a:gd name="T0" fmla="*/ 0 w 236"/>
                  <a:gd name="T1" fmla="*/ 123 h 11"/>
                  <a:gd name="T2" fmla="*/ 476 w 236"/>
                  <a:gd name="T3" fmla="*/ 83 h 11"/>
                  <a:gd name="T4" fmla="*/ 959 w 236"/>
                  <a:gd name="T5" fmla="*/ 62 h 11"/>
                  <a:gd name="T6" fmla="*/ 1922 w 236"/>
                  <a:gd name="T7" fmla="*/ 107 h 11"/>
                  <a:gd name="T8" fmla="*/ 2501 w 236"/>
                  <a:gd name="T9" fmla="*/ 16 h 11"/>
                  <a:gd name="T10" fmla="*/ 2799 w 236"/>
                  <a:gd name="T11" fmla="*/ 16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6" h="11">
                    <a:moveTo>
                      <a:pt x="0" y="8"/>
                    </a:moveTo>
                    <a:cubicBezTo>
                      <a:pt x="13" y="9"/>
                      <a:pt x="27" y="6"/>
                      <a:pt x="40" y="5"/>
                    </a:cubicBezTo>
                    <a:cubicBezTo>
                      <a:pt x="53" y="3"/>
                      <a:pt x="67" y="3"/>
                      <a:pt x="81" y="4"/>
                    </a:cubicBezTo>
                    <a:cubicBezTo>
                      <a:pt x="109" y="8"/>
                      <a:pt x="134" y="11"/>
                      <a:pt x="162" y="7"/>
                    </a:cubicBezTo>
                    <a:cubicBezTo>
                      <a:pt x="178" y="4"/>
                      <a:pt x="194" y="1"/>
                      <a:pt x="211" y="1"/>
                    </a:cubicBezTo>
                    <a:cubicBezTo>
                      <a:pt x="216" y="1"/>
                      <a:pt x="230" y="0"/>
                      <a:pt x="236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3" name="Freeform 493">
                <a:extLst>
                  <a:ext uri="{FF2B5EF4-FFF2-40B4-BE49-F238E27FC236}">
                    <a16:creationId xmlns:a16="http://schemas.microsoft.com/office/drawing/2014/main" id="{FB8D93DB-7BD7-4B3C-8ACA-B5FEB890E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434"/>
                <a:ext cx="7" cy="43"/>
              </a:xfrm>
              <a:custGeom>
                <a:avLst/>
                <a:gdLst>
                  <a:gd name="T0" fmla="*/ 65 w 4"/>
                  <a:gd name="T1" fmla="*/ 0 h 25"/>
                  <a:gd name="T2" fmla="*/ 0 w 4"/>
                  <a:gd name="T3" fmla="*/ 375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5">
                    <a:moveTo>
                      <a:pt x="4" y="0"/>
                    </a:moveTo>
                    <a:cubicBezTo>
                      <a:pt x="2" y="8"/>
                      <a:pt x="1" y="16"/>
                      <a:pt x="0" y="2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4" name="Freeform 494">
                <a:extLst>
                  <a:ext uri="{FF2B5EF4-FFF2-40B4-BE49-F238E27FC236}">
                    <a16:creationId xmlns:a16="http://schemas.microsoft.com/office/drawing/2014/main" id="{8066822D-9492-42E3-9E77-6C4BF37E2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444"/>
                <a:ext cx="5" cy="47"/>
              </a:xfrm>
              <a:custGeom>
                <a:avLst/>
                <a:gdLst>
                  <a:gd name="T0" fmla="*/ 37 w 3"/>
                  <a:gd name="T1" fmla="*/ 0 h 27"/>
                  <a:gd name="T2" fmla="*/ 22 w 3"/>
                  <a:gd name="T3" fmla="*/ 4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7">
                    <a:moveTo>
                      <a:pt x="3" y="0"/>
                    </a:moveTo>
                    <a:cubicBezTo>
                      <a:pt x="3" y="9"/>
                      <a:pt x="0" y="19"/>
                      <a:pt x="2" y="2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5" name="Freeform 495">
                <a:extLst>
                  <a:ext uri="{FF2B5EF4-FFF2-40B4-BE49-F238E27FC236}">
                    <a16:creationId xmlns:a16="http://schemas.microsoft.com/office/drawing/2014/main" id="{BE4B8BD6-5125-42C4-87C5-E778AE699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3444"/>
                <a:ext cx="10" cy="46"/>
              </a:xfrm>
              <a:custGeom>
                <a:avLst/>
                <a:gdLst>
                  <a:gd name="T0" fmla="*/ 0 w 6"/>
                  <a:gd name="T1" fmla="*/ 0 h 26"/>
                  <a:gd name="T2" fmla="*/ 22 w 6"/>
                  <a:gd name="T3" fmla="*/ 179 h 26"/>
                  <a:gd name="T4" fmla="*/ 62 w 6"/>
                  <a:gd name="T5" fmla="*/ 345 h 26"/>
                  <a:gd name="T6" fmla="*/ 78 w 6"/>
                  <a:gd name="T7" fmla="*/ 44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1" y="3"/>
                      <a:pt x="1" y="7"/>
                      <a:pt x="2" y="10"/>
                    </a:cubicBezTo>
                    <a:cubicBezTo>
                      <a:pt x="3" y="13"/>
                      <a:pt x="4" y="16"/>
                      <a:pt x="5" y="20"/>
                    </a:cubicBezTo>
                    <a:cubicBezTo>
                      <a:pt x="5" y="21"/>
                      <a:pt x="5" y="25"/>
                      <a:pt x="6" y="2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6" name="Freeform 496">
                <a:extLst>
                  <a:ext uri="{FF2B5EF4-FFF2-40B4-BE49-F238E27FC236}">
                    <a16:creationId xmlns:a16="http://schemas.microsoft.com/office/drawing/2014/main" id="{EF1223E4-76E5-44BF-8A1B-2C913046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3434"/>
                <a:ext cx="18" cy="40"/>
              </a:xfrm>
              <a:custGeom>
                <a:avLst/>
                <a:gdLst>
                  <a:gd name="T0" fmla="*/ 0 w 11"/>
                  <a:gd name="T1" fmla="*/ 0 h 23"/>
                  <a:gd name="T2" fmla="*/ 126 w 11"/>
                  <a:gd name="T3" fmla="*/ 36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0" y="0"/>
                    </a:moveTo>
                    <a:cubicBezTo>
                      <a:pt x="3" y="6"/>
                      <a:pt x="7" y="16"/>
                      <a:pt x="11" y="2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7" name="Freeform 497">
                <a:extLst>
                  <a:ext uri="{FF2B5EF4-FFF2-40B4-BE49-F238E27FC236}">
                    <a16:creationId xmlns:a16="http://schemas.microsoft.com/office/drawing/2014/main" id="{7D4AF758-CFA1-45B9-B262-0458D330D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411"/>
                <a:ext cx="21" cy="30"/>
              </a:xfrm>
              <a:custGeom>
                <a:avLst/>
                <a:gdLst>
                  <a:gd name="T0" fmla="*/ 0 w 13"/>
                  <a:gd name="T1" fmla="*/ 0 h 17"/>
                  <a:gd name="T2" fmla="*/ 144 w 13"/>
                  <a:gd name="T3" fmla="*/ 293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0" y="0"/>
                    </a:moveTo>
                    <a:cubicBezTo>
                      <a:pt x="5" y="5"/>
                      <a:pt x="8" y="13"/>
                      <a:pt x="13" y="1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8" name="Freeform 498">
                <a:extLst>
                  <a:ext uri="{FF2B5EF4-FFF2-40B4-BE49-F238E27FC236}">
                    <a16:creationId xmlns:a16="http://schemas.microsoft.com/office/drawing/2014/main" id="{F3B0CE90-2B81-497B-8FFC-B0FC8896C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3380"/>
                <a:ext cx="24" cy="31"/>
              </a:xfrm>
              <a:custGeom>
                <a:avLst/>
                <a:gdLst>
                  <a:gd name="T0" fmla="*/ 0 w 15"/>
                  <a:gd name="T1" fmla="*/ 0 h 18"/>
                  <a:gd name="T2" fmla="*/ 157 w 15"/>
                  <a:gd name="T3" fmla="*/ 27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0" y="0"/>
                    </a:moveTo>
                    <a:cubicBezTo>
                      <a:pt x="6" y="5"/>
                      <a:pt x="11" y="13"/>
                      <a:pt x="15" y="1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9" name="Freeform 499">
                <a:extLst>
                  <a:ext uri="{FF2B5EF4-FFF2-40B4-BE49-F238E27FC236}">
                    <a16:creationId xmlns:a16="http://schemas.microsoft.com/office/drawing/2014/main" id="{48E1A8A0-4CAF-4D4F-9717-C1A3011FA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3345"/>
                <a:ext cx="25" cy="36"/>
              </a:xfrm>
              <a:custGeom>
                <a:avLst/>
                <a:gdLst>
                  <a:gd name="T0" fmla="*/ 0 w 15"/>
                  <a:gd name="T1" fmla="*/ 0 h 21"/>
                  <a:gd name="T2" fmla="*/ 195 w 15"/>
                  <a:gd name="T3" fmla="*/ 31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cubicBezTo>
                      <a:pt x="8" y="2"/>
                      <a:pt x="9" y="18"/>
                      <a:pt x="15" y="2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0" name="Freeform 500">
                <a:extLst>
                  <a:ext uri="{FF2B5EF4-FFF2-40B4-BE49-F238E27FC236}">
                    <a16:creationId xmlns:a16="http://schemas.microsoft.com/office/drawing/2014/main" id="{AB4DBA0B-D41A-47EF-8C36-95B37AF1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3329"/>
                <a:ext cx="8" cy="47"/>
              </a:xfrm>
              <a:custGeom>
                <a:avLst/>
                <a:gdLst>
                  <a:gd name="T0" fmla="*/ 0 w 5"/>
                  <a:gd name="T1" fmla="*/ 0 h 27"/>
                  <a:gd name="T2" fmla="*/ 34 w 5"/>
                  <a:gd name="T3" fmla="*/ 285 h 27"/>
                  <a:gd name="T4" fmla="*/ 54 w 5"/>
                  <a:gd name="T5" fmla="*/ 4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7">
                    <a:moveTo>
                      <a:pt x="0" y="0"/>
                    </a:moveTo>
                    <a:cubicBezTo>
                      <a:pt x="2" y="6"/>
                      <a:pt x="2" y="12"/>
                      <a:pt x="3" y="18"/>
                    </a:cubicBezTo>
                    <a:cubicBezTo>
                      <a:pt x="3" y="21"/>
                      <a:pt x="3" y="25"/>
                      <a:pt x="5" y="2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1" name="Freeform 501">
                <a:extLst>
                  <a:ext uri="{FF2B5EF4-FFF2-40B4-BE49-F238E27FC236}">
                    <a16:creationId xmlns:a16="http://schemas.microsoft.com/office/drawing/2014/main" id="{EFCC2F37-56DC-44F6-9425-A9750E67A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336"/>
                <a:ext cx="11" cy="40"/>
              </a:xfrm>
              <a:custGeom>
                <a:avLst/>
                <a:gdLst>
                  <a:gd name="T0" fmla="*/ 49 w 7"/>
                  <a:gd name="T1" fmla="*/ 0 h 23"/>
                  <a:gd name="T2" fmla="*/ 20 w 7"/>
                  <a:gd name="T3" fmla="*/ 237 h 23"/>
                  <a:gd name="T4" fmla="*/ 0 w 7"/>
                  <a:gd name="T5" fmla="*/ 36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3">
                    <a:moveTo>
                      <a:pt x="5" y="0"/>
                    </a:moveTo>
                    <a:cubicBezTo>
                      <a:pt x="7" y="3"/>
                      <a:pt x="3" y="11"/>
                      <a:pt x="2" y="15"/>
                    </a:cubicBezTo>
                    <a:cubicBezTo>
                      <a:pt x="1" y="17"/>
                      <a:pt x="1" y="21"/>
                      <a:pt x="0" y="2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2" name="Freeform 502">
                <a:extLst>
                  <a:ext uri="{FF2B5EF4-FFF2-40B4-BE49-F238E27FC236}">
                    <a16:creationId xmlns:a16="http://schemas.microsoft.com/office/drawing/2014/main" id="{63FAA622-1C57-462A-A98B-4925806E6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3376"/>
                <a:ext cx="21" cy="25"/>
              </a:xfrm>
              <a:custGeom>
                <a:avLst/>
                <a:gdLst>
                  <a:gd name="T0" fmla="*/ 0 w 13"/>
                  <a:gd name="T1" fmla="*/ 255 h 14"/>
                  <a:gd name="T2" fmla="*/ 144 w 1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6" y="11"/>
                      <a:pt x="10" y="4"/>
                      <a:pt x="13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3" name="Freeform 503">
                <a:extLst>
                  <a:ext uri="{FF2B5EF4-FFF2-40B4-BE49-F238E27FC236}">
                    <a16:creationId xmlns:a16="http://schemas.microsoft.com/office/drawing/2014/main" id="{56B946B4-72EE-4F5B-A089-4FD8A9E97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3406"/>
                <a:ext cx="16" cy="31"/>
              </a:xfrm>
              <a:custGeom>
                <a:avLst/>
                <a:gdLst>
                  <a:gd name="T0" fmla="*/ 107 w 10"/>
                  <a:gd name="T1" fmla="*/ 0 h 18"/>
                  <a:gd name="T2" fmla="*/ 0 w 10"/>
                  <a:gd name="T3" fmla="*/ 27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7" y="6"/>
                      <a:pt x="3" y="12"/>
                      <a:pt x="0" y="1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4" name="Freeform 504">
                <a:extLst>
                  <a:ext uri="{FF2B5EF4-FFF2-40B4-BE49-F238E27FC236}">
                    <a16:creationId xmlns:a16="http://schemas.microsoft.com/office/drawing/2014/main" id="{8B4A5445-2960-4697-8EB3-A43360CE3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423"/>
                <a:ext cx="10" cy="44"/>
              </a:xfrm>
              <a:custGeom>
                <a:avLst/>
                <a:gdLst>
                  <a:gd name="T0" fmla="*/ 0 w 6"/>
                  <a:gd name="T1" fmla="*/ 421 h 25"/>
                  <a:gd name="T2" fmla="*/ 78 w 6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25"/>
                    </a:moveTo>
                    <a:cubicBezTo>
                      <a:pt x="1" y="17"/>
                      <a:pt x="3" y="7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5" name="Freeform 505">
                <a:extLst>
                  <a:ext uri="{FF2B5EF4-FFF2-40B4-BE49-F238E27FC236}">
                    <a16:creationId xmlns:a16="http://schemas.microsoft.com/office/drawing/2014/main" id="{9C82FC88-648B-4433-997F-E7BA5E64C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3430"/>
                <a:ext cx="10" cy="49"/>
              </a:xfrm>
              <a:custGeom>
                <a:avLst/>
                <a:gdLst>
                  <a:gd name="T0" fmla="*/ 0 w 6"/>
                  <a:gd name="T1" fmla="*/ 0 h 28"/>
                  <a:gd name="T2" fmla="*/ 55 w 6"/>
                  <a:gd name="T3" fmla="*/ 462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6" y="7"/>
                      <a:pt x="1" y="20"/>
                      <a:pt x="4" y="2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6" name="Freeform 506">
                <a:extLst>
                  <a:ext uri="{FF2B5EF4-FFF2-40B4-BE49-F238E27FC236}">
                    <a16:creationId xmlns:a16="http://schemas.microsoft.com/office/drawing/2014/main" id="{202BCCF1-2D77-4CEC-A760-30F9517A4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3430"/>
                <a:ext cx="10" cy="49"/>
              </a:xfrm>
              <a:custGeom>
                <a:avLst/>
                <a:gdLst>
                  <a:gd name="T0" fmla="*/ 0 w 6"/>
                  <a:gd name="T1" fmla="*/ 0 h 28"/>
                  <a:gd name="T2" fmla="*/ 55 w 6"/>
                  <a:gd name="T3" fmla="*/ 285 h 28"/>
                  <a:gd name="T4" fmla="*/ 78 w 6"/>
                  <a:gd name="T5" fmla="*/ 46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4" y="3"/>
                      <a:pt x="3" y="13"/>
                      <a:pt x="4" y="17"/>
                    </a:cubicBezTo>
                    <a:cubicBezTo>
                      <a:pt x="4" y="20"/>
                      <a:pt x="5" y="25"/>
                      <a:pt x="6" y="2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7" name="Freeform 507">
                <a:extLst>
                  <a:ext uri="{FF2B5EF4-FFF2-40B4-BE49-F238E27FC236}">
                    <a16:creationId xmlns:a16="http://schemas.microsoft.com/office/drawing/2014/main" id="{704A613C-0463-4CA0-8BD6-BBFEDB497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3408"/>
                <a:ext cx="22" cy="22"/>
              </a:xfrm>
              <a:custGeom>
                <a:avLst/>
                <a:gdLst>
                  <a:gd name="T0" fmla="*/ 0 w 13"/>
                  <a:gd name="T1" fmla="*/ 0 h 13"/>
                  <a:gd name="T2" fmla="*/ 181 w 13"/>
                  <a:gd name="T3" fmla="*/ 1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4" y="5"/>
                      <a:pt x="9" y="9"/>
                      <a:pt x="13" y="1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8" name="Freeform 508">
                <a:extLst>
                  <a:ext uri="{FF2B5EF4-FFF2-40B4-BE49-F238E27FC236}">
                    <a16:creationId xmlns:a16="http://schemas.microsoft.com/office/drawing/2014/main" id="{8A72CD00-3622-4DE9-A60B-829F777D5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3369"/>
                <a:ext cx="20" cy="7"/>
              </a:xfrm>
              <a:custGeom>
                <a:avLst/>
                <a:gdLst>
                  <a:gd name="T0" fmla="*/ 153 w 12"/>
                  <a:gd name="T1" fmla="*/ 65 h 4"/>
                  <a:gd name="T2" fmla="*/ 0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cubicBezTo>
                      <a:pt x="9" y="2"/>
                      <a:pt x="3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9" name="Freeform 509">
                <a:extLst>
                  <a:ext uri="{FF2B5EF4-FFF2-40B4-BE49-F238E27FC236}">
                    <a16:creationId xmlns:a16="http://schemas.microsoft.com/office/drawing/2014/main" id="{E28DAD5F-4460-4ED1-BA67-76563913E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3308"/>
                <a:ext cx="23" cy="12"/>
              </a:xfrm>
              <a:custGeom>
                <a:avLst/>
                <a:gdLst>
                  <a:gd name="T0" fmla="*/ 168 w 14"/>
                  <a:gd name="T1" fmla="*/ 106 h 7"/>
                  <a:gd name="T2" fmla="*/ 0 w 1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cubicBezTo>
                      <a:pt x="9" y="6"/>
                      <a:pt x="5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0" name="Freeform 510">
                <a:extLst>
                  <a:ext uri="{FF2B5EF4-FFF2-40B4-BE49-F238E27FC236}">
                    <a16:creationId xmlns:a16="http://schemas.microsoft.com/office/drawing/2014/main" id="{6CA991F1-A5B2-4891-A4A5-5C2C81FEB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3254"/>
                <a:ext cx="8" cy="43"/>
              </a:xfrm>
              <a:custGeom>
                <a:avLst/>
                <a:gdLst>
                  <a:gd name="T0" fmla="*/ 54 w 5"/>
                  <a:gd name="T1" fmla="*/ 375 h 25"/>
                  <a:gd name="T2" fmla="*/ 0 w 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5" y="25"/>
                    </a:moveTo>
                    <a:cubicBezTo>
                      <a:pt x="0" y="20"/>
                      <a:pt x="0" y="6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1" name="Freeform 511">
                <a:extLst>
                  <a:ext uri="{FF2B5EF4-FFF2-40B4-BE49-F238E27FC236}">
                    <a16:creationId xmlns:a16="http://schemas.microsoft.com/office/drawing/2014/main" id="{C9CC7EE9-BAFF-4F91-8DFC-764CE921F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3256"/>
                <a:ext cx="12" cy="47"/>
              </a:xfrm>
              <a:custGeom>
                <a:avLst/>
                <a:gdLst>
                  <a:gd name="T0" fmla="*/ 77 w 7"/>
                  <a:gd name="T1" fmla="*/ 0 h 27"/>
                  <a:gd name="T2" fmla="*/ 26 w 7"/>
                  <a:gd name="T3" fmla="*/ 299 h 27"/>
                  <a:gd name="T4" fmla="*/ 0 w 7"/>
                  <a:gd name="T5" fmla="*/ 4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7">
                    <a:moveTo>
                      <a:pt x="5" y="0"/>
                    </a:moveTo>
                    <a:cubicBezTo>
                      <a:pt x="7" y="5"/>
                      <a:pt x="3" y="14"/>
                      <a:pt x="2" y="19"/>
                    </a:cubicBezTo>
                    <a:cubicBezTo>
                      <a:pt x="2" y="22"/>
                      <a:pt x="1" y="25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2" name="Freeform 512">
                <a:extLst>
                  <a:ext uri="{FF2B5EF4-FFF2-40B4-BE49-F238E27FC236}">
                    <a16:creationId xmlns:a16="http://schemas.microsoft.com/office/drawing/2014/main" id="{70C09B28-6D29-49AA-8394-13315C953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313"/>
                <a:ext cx="24" cy="18"/>
              </a:xfrm>
              <a:custGeom>
                <a:avLst/>
                <a:gdLst>
                  <a:gd name="T0" fmla="*/ 0 w 15"/>
                  <a:gd name="T1" fmla="*/ 187 h 10"/>
                  <a:gd name="T2" fmla="*/ 157 w 1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0" y="10"/>
                    </a:moveTo>
                    <a:cubicBezTo>
                      <a:pt x="6" y="8"/>
                      <a:pt x="10" y="2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3" name="Freeform 513">
                <a:extLst>
                  <a:ext uri="{FF2B5EF4-FFF2-40B4-BE49-F238E27FC236}">
                    <a16:creationId xmlns:a16="http://schemas.microsoft.com/office/drawing/2014/main" id="{CA8DF874-7BC4-4328-9832-A2E19F3AA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355"/>
                <a:ext cx="21" cy="16"/>
              </a:xfrm>
              <a:custGeom>
                <a:avLst/>
                <a:gdLst>
                  <a:gd name="T0" fmla="*/ 144 w 13"/>
                  <a:gd name="T1" fmla="*/ 0 h 9"/>
                  <a:gd name="T2" fmla="*/ 0 w 13"/>
                  <a:gd name="T3" fmla="*/ 15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8" y="2"/>
                      <a:pt x="5" y="7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4" name="Freeform 514">
                <a:extLst>
                  <a:ext uri="{FF2B5EF4-FFF2-40B4-BE49-F238E27FC236}">
                    <a16:creationId xmlns:a16="http://schemas.microsoft.com/office/drawing/2014/main" id="{4633BE3C-5E97-45FA-9450-4FAC56EF4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3390"/>
                <a:ext cx="16" cy="33"/>
              </a:xfrm>
              <a:custGeom>
                <a:avLst/>
                <a:gdLst>
                  <a:gd name="T0" fmla="*/ 107 w 10"/>
                  <a:gd name="T1" fmla="*/ 0 h 19"/>
                  <a:gd name="T2" fmla="*/ 0 w 10"/>
                  <a:gd name="T3" fmla="*/ 29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10" y="0"/>
                    </a:moveTo>
                    <a:cubicBezTo>
                      <a:pt x="6" y="6"/>
                      <a:pt x="3" y="13"/>
                      <a:pt x="0" y="1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5" name="Freeform 515">
                <a:extLst>
                  <a:ext uri="{FF2B5EF4-FFF2-40B4-BE49-F238E27FC236}">
                    <a16:creationId xmlns:a16="http://schemas.microsoft.com/office/drawing/2014/main" id="{F4C3F3C4-90CE-405E-BD76-DCF14BD13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415"/>
                <a:ext cx="6" cy="45"/>
              </a:xfrm>
              <a:custGeom>
                <a:avLst/>
                <a:gdLst>
                  <a:gd name="T0" fmla="*/ 27 w 4"/>
                  <a:gd name="T1" fmla="*/ 0 h 26"/>
                  <a:gd name="T2" fmla="*/ 27 w 4"/>
                  <a:gd name="T3" fmla="*/ 62 h 26"/>
                  <a:gd name="T4" fmla="*/ 12 w 4"/>
                  <a:gd name="T5" fmla="*/ 249 h 26"/>
                  <a:gd name="T6" fmla="*/ 0 w 4"/>
                  <a:gd name="T7" fmla="*/ 40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6">
                    <a:moveTo>
                      <a:pt x="3" y="0"/>
                    </a:moveTo>
                    <a:cubicBezTo>
                      <a:pt x="4" y="1"/>
                      <a:pt x="3" y="2"/>
                      <a:pt x="3" y="4"/>
                    </a:cubicBezTo>
                    <a:cubicBezTo>
                      <a:pt x="2" y="8"/>
                      <a:pt x="2" y="12"/>
                      <a:pt x="1" y="16"/>
                    </a:cubicBezTo>
                    <a:cubicBezTo>
                      <a:pt x="1" y="19"/>
                      <a:pt x="1" y="23"/>
                      <a:pt x="0" y="2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6" name="Freeform 516">
                <a:extLst>
                  <a:ext uri="{FF2B5EF4-FFF2-40B4-BE49-F238E27FC236}">
                    <a16:creationId xmlns:a16="http://schemas.microsoft.com/office/drawing/2014/main" id="{79824C5D-760C-4CFB-A268-36D3EC52A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3413"/>
                <a:ext cx="11" cy="42"/>
              </a:xfrm>
              <a:custGeom>
                <a:avLst/>
                <a:gdLst>
                  <a:gd name="T0" fmla="*/ 66 w 7"/>
                  <a:gd name="T1" fmla="*/ 399 h 24"/>
                  <a:gd name="T2" fmla="*/ 0 w 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4">
                    <a:moveTo>
                      <a:pt x="7" y="24"/>
                    </a:moveTo>
                    <a:cubicBezTo>
                      <a:pt x="2" y="17"/>
                      <a:pt x="3" y="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7" name="Freeform 517">
                <a:extLst>
                  <a:ext uri="{FF2B5EF4-FFF2-40B4-BE49-F238E27FC236}">
                    <a16:creationId xmlns:a16="http://schemas.microsoft.com/office/drawing/2014/main" id="{8583D4DE-364B-4844-8E99-4101C8011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3388"/>
                <a:ext cx="21" cy="28"/>
              </a:xfrm>
              <a:custGeom>
                <a:avLst/>
                <a:gdLst>
                  <a:gd name="T0" fmla="*/ 0 w 13"/>
                  <a:gd name="T1" fmla="*/ 0 h 16"/>
                  <a:gd name="T2" fmla="*/ 144 w 13"/>
                  <a:gd name="T3" fmla="*/ 26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4" y="6"/>
                      <a:pt x="10" y="11"/>
                      <a:pt x="13" y="1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8" name="Freeform 518">
                <a:extLst>
                  <a:ext uri="{FF2B5EF4-FFF2-40B4-BE49-F238E27FC236}">
                    <a16:creationId xmlns:a16="http://schemas.microsoft.com/office/drawing/2014/main" id="{DD09B7CA-48DC-430D-BB45-DE87479FB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3341"/>
                <a:ext cx="25" cy="25"/>
              </a:xfrm>
              <a:custGeom>
                <a:avLst/>
                <a:gdLst>
                  <a:gd name="T0" fmla="*/ 195 w 15"/>
                  <a:gd name="T1" fmla="*/ 255 h 14"/>
                  <a:gd name="T2" fmla="*/ 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15" y="14"/>
                    </a:moveTo>
                    <a:cubicBezTo>
                      <a:pt x="11" y="10"/>
                      <a:pt x="2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9" name="Freeform 519">
                <a:extLst>
                  <a:ext uri="{FF2B5EF4-FFF2-40B4-BE49-F238E27FC236}">
                    <a16:creationId xmlns:a16="http://schemas.microsoft.com/office/drawing/2014/main" id="{B23B23A0-FDED-46EB-BB2B-744750453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3289"/>
                <a:ext cx="21" cy="36"/>
              </a:xfrm>
              <a:custGeom>
                <a:avLst/>
                <a:gdLst>
                  <a:gd name="T0" fmla="*/ 0 w 13"/>
                  <a:gd name="T1" fmla="*/ 0 h 21"/>
                  <a:gd name="T2" fmla="*/ 110 w 13"/>
                  <a:gd name="T3" fmla="*/ 206 h 21"/>
                  <a:gd name="T4" fmla="*/ 144 w 13"/>
                  <a:gd name="T5" fmla="*/ 312 h 21"/>
                  <a:gd name="T6" fmla="*/ 144 w 13"/>
                  <a:gd name="T7" fmla="*/ 29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0" y="0"/>
                    </a:moveTo>
                    <a:cubicBezTo>
                      <a:pt x="3" y="5"/>
                      <a:pt x="7" y="9"/>
                      <a:pt x="10" y="14"/>
                    </a:cubicBezTo>
                    <a:cubicBezTo>
                      <a:pt x="11" y="16"/>
                      <a:pt x="12" y="19"/>
                      <a:pt x="13" y="21"/>
                    </a:cubicBezTo>
                    <a:cubicBezTo>
                      <a:pt x="13" y="21"/>
                      <a:pt x="13" y="21"/>
                      <a:pt x="13" y="2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0" name="Freeform 520">
                <a:extLst>
                  <a:ext uri="{FF2B5EF4-FFF2-40B4-BE49-F238E27FC236}">
                    <a16:creationId xmlns:a16="http://schemas.microsoft.com/office/drawing/2014/main" id="{2163D471-3A9B-42F3-8755-37CE21D7A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3261"/>
                <a:ext cx="3" cy="47"/>
              </a:xfrm>
              <a:custGeom>
                <a:avLst/>
                <a:gdLst>
                  <a:gd name="T0" fmla="*/ 12 w 2"/>
                  <a:gd name="T1" fmla="*/ 433 h 27"/>
                  <a:gd name="T2" fmla="*/ 18 w 2"/>
                  <a:gd name="T3" fmla="*/ 127 h 27"/>
                  <a:gd name="T4" fmla="*/ 18 w 2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7">
                    <a:moveTo>
                      <a:pt x="1" y="27"/>
                    </a:moveTo>
                    <a:cubicBezTo>
                      <a:pt x="0" y="21"/>
                      <a:pt x="2" y="14"/>
                      <a:pt x="2" y="8"/>
                    </a:cubicBezTo>
                    <a:cubicBezTo>
                      <a:pt x="2" y="5"/>
                      <a:pt x="2" y="2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1" name="Freeform 521">
                <a:extLst>
                  <a:ext uri="{FF2B5EF4-FFF2-40B4-BE49-F238E27FC236}">
                    <a16:creationId xmlns:a16="http://schemas.microsoft.com/office/drawing/2014/main" id="{14C81E6A-CE6C-453F-9966-4A886C53B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3275"/>
                <a:ext cx="18" cy="43"/>
              </a:xfrm>
              <a:custGeom>
                <a:avLst/>
                <a:gdLst>
                  <a:gd name="T0" fmla="*/ 115 w 11"/>
                  <a:gd name="T1" fmla="*/ 0 h 25"/>
                  <a:gd name="T2" fmla="*/ 34 w 11"/>
                  <a:gd name="T3" fmla="*/ 270 h 25"/>
                  <a:gd name="T4" fmla="*/ 0 w 11"/>
                  <a:gd name="T5" fmla="*/ 37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5">
                    <a:moveTo>
                      <a:pt x="10" y="0"/>
                    </a:moveTo>
                    <a:cubicBezTo>
                      <a:pt x="11" y="5"/>
                      <a:pt x="5" y="13"/>
                      <a:pt x="3" y="18"/>
                    </a:cubicBezTo>
                    <a:cubicBezTo>
                      <a:pt x="2" y="20"/>
                      <a:pt x="1" y="22"/>
                      <a:pt x="0" y="2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2" name="Freeform 522">
                <a:extLst>
                  <a:ext uri="{FF2B5EF4-FFF2-40B4-BE49-F238E27FC236}">
                    <a16:creationId xmlns:a16="http://schemas.microsoft.com/office/drawing/2014/main" id="{91CD2847-8521-4644-942B-F368F944E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322"/>
                <a:ext cx="24" cy="30"/>
              </a:xfrm>
              <a:custGeom>
                <a:avLst/>
                <a:gdLst>
                  <a:gd name="T0" fmla="*/ 0 w 15"/>
                  <a:gd name="T1" fmla="*/ 293 h 17"/>
                  <a:gd name="T2" fmla="*/ 157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0" y="17"/>
                    </a:moveTo>
                    <a:cubicBezTo>
                      <a:pt x="5" y="11"/>
                      <a:pt x="9" y="4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3" name="Freeform 523">
                <a:extLst>
                  <a:ext uri="{FF2B5EF4-FFF2-40B4-BE49-F238E27FC236}">
                    <a16:creationId xmlns:a16="http://schemas.microsoft.com/office/drawing/2014/main" id="{E02633AA-F40C-4F69-AD3A-CF3619CB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360"/>
                <a:ext cx="16" cy="35"/>
              </a:xfrm>
              <a:custGeom>
                <a:avLst/>
                <a:gdLst>
                  <a:gd name="T0" fmla="*/ 107 w 10"/>
                  <a:gd name="T1" fmla="*/ 0 h 20"/>
                  <a:gd name="T2" fmla="*/ 34 w 10"/>
                  <a:gd name="T3" fmla="*/ 236 h 20"/>
                  <a:gd name="T4" fmla="*/ 0 w 10"/>
                  <a:gd name="T5" fmla="*/ 32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9" y="5"/>
                      <a:pt x="5" y="10"/>
                      <a:pt x="3" y="14"/>
                    </a:cubicBezTo>
                    <a:cubicBezTo>
                      <a:pt x="2" y="16"/>
                      <a:pt x="1" y="19"/>
                      <a:pt x="0" y="2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4" name="Freeform 524">
                <a:extLst>
                  <a:ext uri="{FF2B5EF4-FFF2-40B4-BE49-F238E27FC236}">
                    <a16:creationId xmlns:a16="http://schemas.microsoft.com/office/drawing/2014/main" id="{21F60388-0945-4491-B4FE-41A551B8D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3388"/>
                <a:ext cx="10" cy="46"/>
              </a:xfrm>
              <a:custGeom>
                <a:avLst/>
                <a:gdLst>
                  <a:gd name="T0" fmla="*/ 55 w 6"/>
                  <a:gd name="T1" fmla="*/ 0 h 26"/>
                  <a:gd name="T2" fmla="*/ 22 w 6"/>
                  <a:gd name="T3" fmla="*/ 294 h 26"/>
                  <a:gd name="T4" fmla="*/ 0 w 6"/>
                  <a:gd name="T5" fmla="*/ 44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4" y="0"/>
                    </a:moveTo>
                    <a:cubicBezTo>
                      <a:pt x="6" y="3"/>
                      <a:pt x="3" y="13"/>
                      <a:pt x="2" y="17"/>
                    </a:cubicBezTo>
                    <a:cubicBezTo>
                      <a:pt x="2" y="20"/>
                      <a:pt x="1" y="23"/>
                      <a:pt x="0" y="2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5" name="Freeform 525">
                <a:extLst>
                  <a:ext uri="{FF2B5EF4-FFF2-40B4-BE49-F238E27FC236}">
                    <a16:creationId xmlns:a16="http://schemas.microsoft.com/office/drawing/2014/main" id="{935722B9-3E95-4C6D-A4A6-364714D26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380"/>
                <a:ext cx="20" cy="35"/>
              </a:xfrm>
              <a:custGeom>
                <a:avLst/>
                <a:gdLst>
                  <a:gd name="T0" fmla="*/ 153 w 12"/>
                  <a:gd name="T1" fmla="*/ 327 h 20"/>
                  <a:gd name="T2" fmla="*/ 62 w 12"/>
                  <a:gd name="T3" fmla="*/ 114 h 20"/>
                  <a:gd name="T4" fmla="*/ 37 w 12"/>
                  <a:gd name="T5" fmla="*/ 49 h 20"/>
                  <a:gd name="T6" fmla="*/ 22 w 12"/>
                  <a:gd name="T7" fmla="*/ 2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12" y="20"/>
                    </a:moveTo>
                    <a:cubicBezTo>
                      <a:pt x="10" y="15"/>
                      <a:pt x="7" y="11"/>
                      <a:pt x="5" y="7"/>
                    </a:cubicBezTo>
                    <a:cubicBezTo>
                      <a:pt x="4" y="6"/>
                      <a:pt x="3" y="4"/>
                      <a:pt x="3" y="3"/>
                    </a:cubicBezTo>
                    <a:cubicBezTo>
                      <a:pt x="2" y="2"/>
                      <a:pt x="0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6" name="Freeform 526">
                <a:extLst>
                  <a:ext uri="{FF2B5EF4-FFF2-40B4-BE49-F238E27FC236}">
                    <a16:creationId xmlns:a16="http://schemas.microsoft.com/office/drawing/2014/main" id="{379A1D17-AE70-4517-AC85-E3419550C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3341"/>
                <a:ext cx="16" cy="19"/>
              </a:xfrm>
              <a:custGeom>
                <a:avLst/>
                <a:gdLst>
                  <a:gd name="T0" fmla="*/ 0 w 10"/>
                  <a:gd name="T1" fmla="*/ 0 h 11"/>
                  <a:gd name="T2" fmla="*/ 107 w 10"/>
                  <a:gd name="T3" fmla="*/ 16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2" y="3"/>
                      <a:pt x="10" y="7"/>
                      <a:pt x="10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7" name="Freeform 527">
                <a:extLst>
                  <a:ext uri="{FF2B5EF4-FFF2-40B4-BE49-F238E27FC236}">
                    <a16:creationId xmlns:a16="http://schemas.microsoft.com/office/drawing/2014/main" id="{0B6391CA-BA35-43B0-9CE2-5F58F7594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3430"/>
                <a:ext cx="16" cy="19"/>
              </a:xfrm>
              <a:custGeom>
                <a:avLst/>
                <a:gdLst>
                  <a:gd name="T0" fmla="*/ 86 w 10"/>
                  <a:gd name="T1" fmla="*/ 48 h 11"/>
                  <a:gd name="T2" fmla="*/ 90 w 10"/>
                  <a:gd name="T3" fmla="*/ 149 h 11"/>
                  <a:gd name="T4" fmla="*/ 34 w 10"/>
                  <a:gd name="T5" fmla="*/ 123 h 11"/>
                  <a:gd name="T6" fmla="*/ 13 w 10"/>
                  <a:gd name="T7" fmla="*/ 16 h 11"/>
                  <a:gd name="T8" fmla="*/ 86 w 10"/>
                  <a:gd name="T9" fmla="*/ 4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8" y="3"/>
                    </a:moveTo>
                    <a:cubicBezTo>
                      <a:pt x="10" y="6"/>
                      <a:pt x="10" y="9"/>
                      <a:pt x="9" y="10"/>
                    </a:cubicBezTo>
                    <a:cubicBezTo>
                      <a:pt x="8" y="11"/>
                      <a:pt x="5" y="10"/>
                      <a:pt x="3" y="8"/>
                    </a:cubicBezTo>
                    <a:cubicBezTo>
                      <a:pt x="1" y="5"/>
                      <a:pt x="0" y="2"/>
                      <a:pt x="1" y="1"/>
                    </a:cubicBezTo>
                    <a:cubicBezTo>
                      <a:pt x="3" y="0"/>
                      <a:pt x="6" y="1"/>
                      <a:pt x="8" y="3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8" name="Freeform 528">
                <a:extLst>
                  <a:ext uri="{FF2B5EF4-FFF2-40B4-BE49-F238E27FC236}">
                    <a16:creationId xmlns:a16="http://schemas.microsoft.com/office/drawing/2014/main" id="{42FF27D0-F803-4CA8-A689-8494E375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3458"/>
                <a:ext cx="19" cy="14"/>
              </a:xfrm>
              <a:custGeom>
                <a:avLst/>
                <a:gdLst>
                  <a:gd name="T0" fmla="*/ 52 w 12"/>
                  <a:gd name="T1" fmla="*/ 21 h 8"/>
                  <a:gd name="T2" fmla="*/ 120 w 12"/>
                  <a:gd name="T3" fmla="*/ 37 h 8"/>
                  <a:gd name="T4" fmla="*/ 68 w 12"/>
                  <a:gd name="T5" fmla="*/ 114 h 8"/>
                  <a:gd name="T6" fmla="*/ 0 w 12"/>
                  <a:gd name="T7" fmla="*/ 86 h 8"/>
                  <a:gd name="T8" fmla="*/ 52 w 12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5" y="1"/>
                    </a:moveTo>
                    <a:cubicBezTo>
                      <a:pt x="8" y="0"/>
                      <a:pt x="11" y="1"/>
                      <a:pt x="12" y="2"/>
                    </a:cubicBezTo>
                    <a:cubicBezTo>
                      <a:pt x="12" y="4"/>
                      <a:pt x="10" y="6"/>
                      <a:pt x="7" y="7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0" y="4"/>
                      <a:pt x="2" y="2"/>
                      <a:pt x="5" y="1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9" name="Freeform 529">
                <a:extLst>
                  <a:ext uri="{FF2B5EF4-FFF2-40B4-BE49-F238E27FC236}">
                    <a16:creationId xmlns:a16="http://schemas.microsoft.com/office/drawing/2014/main" id="{A6C81AB9-D4BB-4B7C-9DFD-86A31F10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432"/>
                <a:ext cx="20" cy="14"/>
              </a:xfrm>
              <a:custGeom>
                <a:avLst/>
                <a:gdLst>
                  <a:gd name="T0" fmla="*/ 92 w 12"/>
                  <a:gd name="T1" fmla="*/ 21 h 8"/>
                  <a:gd name="T2" fmla="*/ 153 w 12"/>
                  <a:gd name="T3" fmla="*/ 102 h 8"/>
                  <a:gd name="T4" fmla="*/ 62 w 12"/>
                  <a:gd name="T5" fmla="*/ 114 h 8"/>
                  <a:gd name="T6" fmla="*/ 0 w 12"/>
                  <a:gd name="T7" fmla="*/ 49 h 8"/>
                  <a:gd name="T8" fmla="*/ 92 w 12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7" y="1"/>
                    </a:moveTo>
                    <a:cubicBezTo>
                      <a:pt x="10" y="2"/>
                      <a:pt x="12" y="4"/>
                      <a:pt x="12" y="6"/>
                    </a:cubicBezTo>
                    <a:cubicBezTo>
                      <a:pt x="11" y="8"/>
                      <a:pt x="8" y="8"/>
                      <a:pt x="5" y="7"/>
                    </a:cubicBezTo>
                    <a:cubicBezTo>
                      <a:pt x="2" y="7"/>
                      <a:pt x="0" y="4"/>
                      <a:pt x="0" y="3"/>
                    </a:cubicBezTo>
                    <a:cubicBezTo>
                      <a:pt x="1" y="1"/>
                      <a:pt x="4" y="0"/>
                      <a:pt x="7" y="1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0" name="Freeform 530">
                <a:extLst>
                  <a:ext uri="{FF2B5EF4-FFF2-40B4-BE49-F238E27FC236}">
                    <a16:creationId xmlns:a16="http://schemas.microsoft.com/office/drawing/2014/main" id="{BFACB9EB-CB23-4DFB-9A2F-F6EE537FA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3404"/>
                <a:ext cx="21" cy="21"/>
              </a:xfrm>
              <a:custGeom>
                <a:avLst/>
                <a:gdLst>
                  <a:gd name="T0" fmla="*/ 89 w 13"/>
                  <a:gd name="T1" fmla="*/ 21 h 12"/>
                  <a:gd name="T2" fmla="*/ 131 w 13"/>
                  <a:gd name="T3" fmla="*/ 114 h 12"/>
                  <a:gd name="T4" fmla="*/ 55 w 13"/>
                  <a:gd name="T5" fmla="*/ 179 h 12"/>
                  <a:gd name="T6" fmla="*/ 13 w 13"/>
                  <a:gd name="T7" fmla="*/ 65 h 12"/>
                  <a:gd name="T8" fmla="*/ 89 w 13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8" y="1"/>
                    </a:moveTo>
                    <a:cubicBezTo>
                      <a:pt x="11" y="2"/>
                      <a:pt x="13" y="5"/>
                      <a:pt x="12" y="7"/>
                    </a:cubicBezTo>
                    <a:cubicBezTo>
                      <a:pt x="11" y="10"/>
                      <a:pt x="8" y="12"/>
                      <a:pt x="5" y="11"/>
                    </a:cubicBezTo>
                    <a:cubicBezTo>
                      <a:pt x="2" y="10"/>
                      <a:pt x="0" y="7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1" name="Freeform 531">
                <a:extLst>
                  <a:ext uri="{FF2B5EF4-FFF2-40B4-BE49-F238E27FC236}">
                    <a16:creationId xmlns:a16="http://schemas.microsoft.com/office/drawing/2014/main" id="{308E3739-674A-4DE0-8CB1-0B8D0F41F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343"/>
                <a:ext cx="21" cy="21"/>
              </a:xfrm>
              <a:custGeom>
                <a:avLst/>
                <a:gdLst>
                  <a:gd name="T0" fmla="*/ 89 w 13"/>
                  <a:gd name="T1" fmla="*/ 21 h 12"/>
                  <a:gd name="T2" fmla="*/ 131 w 13"/>
                  <a:gd name="T3" fmla="*/ 114 h 12"/>
                  <a:gd name="T4" fmla="*/ 55 w 13"/>
                  <a:gd name="T5" fmla="*/ 179 h 12"/>
                  <a:gd name="T6" fmla="*/ 13 w 13"/>
                  <a:gd name="T7" fmla="*/ 65 h 12"/>
                  <a:gd name="T8" fmla="*/ 89 w 13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8" y="1"/>
                    </a:moveTo>
                    <a:cubicBezTo>
                      <a:pt x="11" y="2"/>
                      <a:pt x="13" y="5"/>
                      <a:pt x="12" y="7"/>
                    </a:cubicBezTo>
                    <a:cubicBezTo>
                      <a:pt x="12" y="10"/>
                      <a:pt x="8" y="12"/>
                      <a:pt x="5" y="11"/>
                    </a:cubicBezTo>
                    <a:cubicBezTo>
                      <a:pt x="2" y="10"/>
                      <a:pt x="0" y="7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2" name="Freeform 532">
                <a:extLst>
                  <a:ext uri="{FF2B5EF4-FFF2-40B4-BE49-F238E27FC236}">
                    <a16:creationId xmlns:a16="http://schemas.microsoft.com/office/drawing/2014/main" id="{76834AA1-E112-414E-8F1D-973C6044E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3401"/>
                <a:ext cx="13" cy="17"/>
              </a:xfrm>
              <a:custGeom>
                <a:avLst/>
                <a:gdLst>
                  <a:gd name="T0" fmla="*/ 21 w 8"/>
                  <a:gd name="T1" fmla="*/ 0 h 10"/>
                  <a:gd name="T2" fmla="*/ 76 w 8"/>
                  <a:gd name="T3" fmla="*/ 58 h 10"/>
                  <a:gd name="T4" fmla="*/ 55 w 8"/>
                  <a:gd name="T5" fmla="*/ 141 h 10"/>
                  <a:gd name="T6" fmla="*/ 13 w 8"/>
                  <a:gd name="T7" fmla="*/ 83 h 10"/>
                  <a:gd name="T8" fmla="*/ 21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cubicBezTo>
                      <a:pt x="4" y="0"/>
                      <a:pt x="6" y="1"/>
                      <a:pt x="7" y="4"/>
                    </a:cubicBezTo>
                    <a:cubicBezTo>
                      <a:pt x="8" y="7"/>
                      <a:pt x="7" y="9"/>
                      <a:pt x="5" y="10"/>
                    </a:cubicBezTo>
                    <a:cubicBezTo>
                      <a:pt x="4" y="10"/>
                      <a:pt x="1" y="9"/>
                      <a:pt x="1" y="6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3" name="Freeform 533">
                <a:extLst>
                  <a:ext uri="{FF2B5EF4-FFF2-40B4-BE49-F238E27FC236}">
                    <a16:creationId xmlns:a16="http://schemas.microsoft.com/office/drawing/2014/main" id="{8E2706D8-0E1E-4AA3-A8B0-A8A208845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429"/>
                <a:ext cx="18" cy="15"/>
              </a:xfrm>
              <a:custGeom>
                <a:avLst/>
                <a:gdLst>
                  <a:gd name="T0" fmla="*/ 13 w 11"/>
                  <a:gd name="T1" fmla="*/ 22 h 9"/>
                  <a:gd name="T2" fmla="*/ 77 w 11"/>
                  <a:gd name="T3" fmla="*/ 22 h 9"/>
                  <a:gd name="T4" fmla="*/ 115 w 11"/>
                  <a:gd name="T5" fmla="*/ 92 h 9"/>
                  <a:gd name="T6" fmla="*/ 47 w 11"/>
                  <a:gd name="T7" fmla="*/ 92 h 9"/>
                  <a:gd name="T8" fmla="*/ 13 w 11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" y="2"/>
                    </a:moveTo>
                    <a:cubicBezTo>
                      <a:pt x="2" y="1"/>
                      <a:pt x="5" y="0"/>
                      <a:pt x="7" y="2"/>
                    </a:cubicBezTo>
                    <a:cubicBezTo>
                      <a:pt x="10" y="3"/>
                      <a:pt x="11" y="5"/>
                      <a:pt x="10" y="7"/>
                    </a:cubicBezTo>
                    <a:cubicBezTo>
                      <a:pt x="10" y="8"/>
                      <a:pt x="7" y="9"/>
                      <a:pt x="4" y="7"/>
                    </a:cubicBezTo>
                    <a:cubicBezTo>
                      <a:pt x="2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4" name="Freeform 534">
                <a:extLst>
                  <a:ext uri="{FF2B5EF4-FFF2-40B4-BE49-F238E27FC236}">
                    <a16:creationId xmlns:a16="http://schemas.microsoft.com/office/drawing/2014/main" id="{A6E5D1E5-0CF9-4D12-84F2-2453FD351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268"/>
                <a:ext cx="17" cy="14"/>
              </a:xfrm>
              <a:custGeom>
                <a:avLst/>
                <a:gdLst>
                  <a:gd name="T0" fmla="*/ 0 w 10"/>
                  <a:gd name="T1" fmla="*/ 37 h 8"/>
                  <a:gd name="T2" fmla="*/ 83 w 10"/>
                  <a:gd name="T3" fmla="*/ 21 h 8"/>
                  <a:gd name="T4" fmla="*/ 141 w 10"/>
                  <a:gd name="T5" fmla="*/ 102 h 8"/>
                  <a:gd name="T6" fmla="*/ 58 w 10"/>
                  <a:gd name="T7" fmla="*/ 114 h 8"/>
                  <a:gd name="T8" fmla="*/ 0 w 10"/>
                  <a:gd name="T9" fmla="*/ 3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2"/>
                    </a:moveTo>
                    <a:cubicBezTo>
                      <a:pt x="1" y="0"/>
                      <a:pt x="4" y="0"/>
                      <a:pt x="6" y="1"/>
                    </a:cubicBezTo>
                    <a:cubicBezTo>
                      <a:pt x="9" y="2"/>
                      <a:pt x="10" y="4"/>
                      <a:pt x="10" y="6"/>
                    </a:cubicBezTo>
                    <a:cubicBezTo>
                      <a:pt x="9" y="8"/>
                      <a:pt x="6" y="8"/>
                      <a:pt x="4" y="7"/>
                    </a:cubicBezTo>
                    <a:cubicBezTo>
                      <a:pt x="1" y="6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5" name="Freeform 535">
                <a:extLst>
                  <a:ext uri="{FF2B5EF4-FFF2-40B4-BE49-F238E27FC236}">
                    <a16:creationId xmlns:a16="http://schemas.microsoft.com/office/drawing/2014/main" id="{D847FBB9-A625-4D55-9340-7188C5D40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283"/>
                <a:ext cx="17" cy="13"/>
              </a:xfrm>
              <a:custGeom>
                <a:avLst/>
                <a:gdLst>
                  <a:gd name="T0" fmla="*/ 0 w 10"/>
                  <a:gd name="T1" fmla="*/ 69 h 7"/>
                  <a:gd name="T2" fmla="*/ 75 w 10"/>
                  <a:gd name="T3" fmla="*/ 0 h 7"/>
                  <a:gd name="T4" fmla="*/ 141 w 10"/>
                  <a:gd name="T5" fmla="*/ 84 h 7"/>
                  <a:gd name="T6" fmla="*/ 75 w 10"/>
                  <a:gd name="T7" fmla="*/ 156 h 7"/>
                  <a:gd name="T8" fmla="*/ 0 w 10"/>
                  <a:gd name="T9" fmla="*/ 6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0" y="1"/>
                      <a:pt x="3" y="0"/>
                      <a:pt x="5" y="0"/>
                    </a:cubicBezTo>
                    <a:cubicBezTo>
                      <a:pt x="8" y="0"/>
                      <a:pt x="10" y="2"/>
                      <a:pt x="10" y="4"/>
                    </a:cubicBezTo>
                    <a:cubicBezTo>
                      <a:pt x="10" y="6"/>
                      <a:pt x="8" y="7"/>
                      <a:pt x="5" y="7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6" name="Freeform 536">
                <a:extLst>
                  <a:ext uri="{FF2B5EF4-FFF2-40B4-BE49-F238E27FC236}">
                    <a16:creationId xmlns:a16="http://schemas.microsoft.com/office/drawing/2014/main" id="{82177411-B0B8-4027-A3B8-E2B94F4CC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446"/>
                <a:ext cx="23" cy="16"/>
              </a:xfrm>
              <a:custGeom>
                <a:avLst/>
                <a:gdLst>
                  <a:gd name="T0" fmla="*/ 0 w 14"/>
                  <a:gd name="T1" fmla="*/ 66 h 9"/>
                  <a:gd name="T2" fmla="*/ 89 w 14"/>
                  <a:gd name="T3" fmla="*/ 0 h 9"/>
                  <a:gd name="T4" fmla="*/ 168 w 14"/>
                  <a:gd name="T5" fmla="*/ 89 h 9"/>
                  <a:gd name="T6" fmla="*/ 71 w 14"/>
                  <a:gd name="T7" fmla="*/ 158 h 9"/>
                  <a:gd name="T8" fmla="*/ 0 w 14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0" y="4"/>
                    </a:moveTo>
                    <a:cubicBezTo>
                      <a:pt x="0" y="1"/>
                      <a:pt x="4" y="0"/>
                      <a:pt x="7" y="0"/>
                    </a:cubicBezTo>
                    <a:cubicBezTo>
                      <a:pt x="11" y="1"/>
                      <a:pt x="14" y="3"/>
                      <a:pt x="14" y="5"/>
                    </a:cubicBezTo>
                    <a:cubicBezTo>
                      <a:pt x="13" y="7"/>
                      <a:pt x="10" y="9"/>
                      <a:pt x="6" y="9"/>
                    </a:cubicBezTo>
                    <a:cubicBezTo>
                      <a:pt x="3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7" name="Freeform 537">
                <a:extLst>
                  <a:ext uri="{FF2B5EF4-FFF2-40B4-BE49-F238E27FC236}">
                    <a16:creationId xmlns:a16="http://schemas.microsoft.com/office/drawing/2014/main" id="{80AC9055-223F-44A3-A3CC-F1D285A1C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3432"/>
                <a:ext cx="23" cy="17"/>
              </a:xfrm>
              <a:custGeom>
                <a:avLst/>
                <a:gdLst>
                  <a:gd name="T0" fmla="*/ 0 w 14"/>
                  <a:gd name="T1" fmla="*/ 58 h 10"/>
                  <a:gd name="T2" fmla="*/ 89 w 14"/>
                  <a:gd name="T3" fmla="*/ 15 h 10"/>
                  <a:gd name="T4" fmla="*/ 168 w 14"/>
                  <a:gd name="T5" fmla="*/ 83 h 10"/>
                  <a:gd name="T6" fmla="*/ 89 w 14"/>
                  <a:gd name="T7" fmla="*/ 128 h 10"/>
                  <a:gd name="T8" fmla="*/ 0 w 14"/>
                  <a:gd name="T9" fmla="*/ 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0" y="4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11" y="1"/>
                      <a:pt x="14" y="4"/>
                      <a:pt x="14" y="6"/>
                    </a:cubicBezTo>
                    <a:cubicBezTo>
                      <a:pt x="13" y="8"/>
                      <a:pt x="10" y="10"/>
                      <a:pt x="7" y="9"/>
                    </a:cubicBezTo>
                    <a:cubicBezTo>
                      <a:pt x="3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8" name="Freeform 538">
                <a:extLst>
                  <a:ext uri="{FF2B5EF4-FFF2-40B4-BE49-F238E27FC236}">
                    <a16:creationId xmlns:a16="http://schemas.microsoft.com/office/drawing/2014/main" id="{DF29AAF1-C29B-4C2B-8A45-D0F2628F5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3416"/>
                <a:ext cx="23" cy="20"/>
              </a:xfrm>
              <a:custGeom>
                <a:avLst/>
                <a:gdLst>
                  <a:gd name="T0" fmla="*/ 13 w 14"/>
                  <a:gd name="T1" fmla="*/ 44 h 11"/>
                  <a:gd name="T2" fmla="*/ 110 w 14"/>
                  <a:gd name="T3" fmla="*/ 44 h 11"/>
                  <a:gd name="T4" fmla="*/ 156 w 14"/>
                  <a:gd name="T5" fmla="*/ 175 h 11"/>
                  <a:gd name="T6" fmla="*/ 58 w 14"/>
                  <a:gd name="T7" fmla="*/ 175 h 11"/>
                  <a:gd name="T8" fmla="*/ 13 w 14"/>
                  <a:gd name="T9" fmla="*/ 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" y="2"/>
                    </a:moveTo>
                    <a:cubicBezTo>
                      <a:pt x="2" y="0"/>
                      <a:pt x="6" y="0"/>
                      <a:pt x="9" y="2"/>
                    </a:cubicBezTo>
                    <a:cubicBezTo>
                      <a:pt x="12" y="4"/>
                      <a:pt x="14" y="7"/>
                      <a:pt x="13" y="9"/>
                    </a:cubicBezTo>
                    <a:cubicBezTo>
                      <a:pt x="12" y="11"/>
                      <a:pt x="8" y="11"/>
                      <a:pt x="5" y="9"/>
                    </a:cubicBezTo>
                    <a:cubicBezTo>
                      <a:pt x="2" y="8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9" name="Freeform 539">
                <a:extLst>
                  <a:ext uri="{FF2B5EF4-FFF2-40B4-BE49-F238E27FC236}">
                    <a16:creationId xmlns:a16="http://schemas.microsoft.com/office/drawing/2014/main" id="{A878766A-7E03-4752-8173-035909063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306"/>
                <a:ext cx="23" cy="19"/>
              </a:xfrm>
              <a:custGeom>
                <a:avLst/>
                <a:gdLst>
                  <a:gd name="T0" fmla="*/ 13 w 14"/>
                  <a:gd name="T1" fmla="*/ 28 h 11"/>
                  <a:gd name="T2" fmla="*/ 110 w 14"/>
                  <a:gd name="T3" fmla="*/ 16 h 11"/>
                  <a:gd name="T4" fmla="*/ 156 w 14"/>
                  <a:gd name="T5" fmla="*/ 123 h 11"/>
                  <a:gd name="T6" fmla="*/ 58 w 14"/>
                  <a:gd name="T7" fmla="*/ 143 h 11"/>
                  <a:gd name="T8" fmla="*/ 13 w 14"/>
                  <a:gd name="T9" fmla="*/ 2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" y="2"/>
                    </a:moveTo>
                    <a:cubicBezTo>
                      <a:pt x="2" y="0"/>
                      <a:pt x="6" y="0"/>
                      <a:pt x="9" y="1"/>
                    </a:cubicBezTo>
                    <a:cubicBezTo>
                      <a:pt x="12" y="3"/>
                      <a:pt x="14" y="6"/>
                      <a:pt x="13" y="8"/>
                    </a:cubicBezTo>
                    <a:cubicBezTo>
                      <a:pt x="12" y="10"/>
                      <a:pt x="8" y="11"/>
                      <a:pt x="5" y="9"/>
                    </a:cubicBezTo>
                    <a:cubicBezTo>
                      <a:pt x="2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0" name="Freeform 540">
                <a:extLst>
                  <a:ext uri="{FF2B5EF4-FFF2-40B4-BE49-F238E27FC236}">
                    <a16:creationId xmlns:a16="http://schemas.microsoft.com/office/drawing/2014/main" id="{DF5D3E98-ACE4-434E-BEDB-8A2232959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401"/>
                <a:ext cx="23" cy="21"/>
              </a:xfrm>
              <a:custGeom>
                <a:avLst/>
                <a:gdLst>
                  <a:gd name="T0" fmla="*/ 0 w 14"/>
                  <a:gd name="T1" fmla="*/ 114 h 12"/>
                  <a:gd name="T2" fmla="*/ 71 w 14"/>
                  <a:gd name="T3" fmla="*/ 0 h 12"/>
                  <a:gd name="T4" fmla="*/ 156 w 14"/>
                  <a:gd name="T5" fmla="*/ 86 h 12"/>
                  <a:gd name="T6" fmla="*/ 95 w 14"/>
                  <a:gd name="T7" fmla="*/ 200 h 12"/>
                  <a:gd name="T8" fmla="*/ 0 w 14"/>
                  <a:gd name="T9" fmla="*/ 11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7"/>
                    </a:moveTo>
                    <a:cubicBezTo>
                      <a:pt x="0" y="4"/>
                      <a:pt x="2" y="1"/>
                      <a:pt x="6" y="0"/>
                    </a:cubicBezTo>
                    <a:cubicBezTo>
                      <a:pt x="9" y="0"/>
                      <a:pt x="13" y="2"/>
                      <a:pt x="13" y="5"/>
                    </a:cubicBezTo>
                    <a:cubicBezTo>
                      <a:pt x="14" y="8"/>
                      <a:pt x="11" y="11"/>
                      <a:pt x="8" y="12"/>
                    </a:cubicBezTo>
                    <a:cubicBezTo>
                      <a:pt x="4" y="12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1" name="Freeform 541">
                <a:extLst>
                  <a:ext uri="{FF2B5EF4-FFF2-40B4-BE49-F238E27FC236}">
                    <a16:creationId xmlns:a16="http://schemas.microsoft.com/office/drawing/2014/main" id="{653DCF30-E8E5-4B23-8770-C8CF5934A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3409"/>
                <a:ext cx="23" cy="21"/>
              </a:xfrm>
              <a:custGeom>
                <a:avLst/>
                <a:gdLst>
                  <a:gd name="T0" fmla="*/ 13 w 14"/>
                  <a:gd name="T1" fmla="*/ 172 h 12"/>
                  <a:gd name="T2" fmla="*/ 54 w 14"/>
                  <a:gd name="T3" fmla="*/ 49 h 12"/>
                  <a:gd name="T4" fmla="*/ 146 w 14"/>
                  <a:gd name="T5" fmla="*/ 37 h 12"/>
                  <a:gd name="T6" fmla="*/ 110 w 14"/>
                  <a:gd name="T7" fmla="*/ 151 h 12"/>
                  <a:gd name="T8" fmla="*/ 13 w 14"/>
                  <a:gd name="T9" fmla="*/ 17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" y="10"/>
                    </a:moveTo>
                    <a:cubicBezTo>
                      <a:pt x="0" y="8"/>
                      <a:pt x="1" y="5"/>
                      <a:pt x="4" y="3"/>
                    </a:cubicBezTo>
                    <a:cubicBezTo>
                      <a:pt x="7" y="0"/>
                      <a:pt x="11" y="0"/>
                      <a:pt x="12" y="2"/>
                    </a:cubicBezTo>
                    <a:cubicBezTo>
                      <a:pt x="14" y="4"/>
                      <a:pt x="12" y="7"/>
                      <a:pt x="9" y="9"/>
                    </a:cubicBezTo>
                    <a:cubicBezTo>
                      <a:pt x="6" y="12"/>
                      <a:pt x="3" y="12"/>
                      <a:pt x="1" y="10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2" name="Freeform 542">
                <a:extLst>
                  <a:ext uri="{FF2B5EF4-FFF2-40B4-BE49-F238E27FC236}">
                    <a16:creationId xmlns:a16="http://schemas.microsoft.com/office/drawing/2014/main" id="{C013F74C-381A-4664-A77A-A30C40D7C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278"/>
                <a:ext cx="26" cy="32"/>
              </a:xfrm>
              <a:custGeom>
                <a:avLst/>
                <a:gdLst>
                  <a:gd name="T0" fmla="*/ 21 w 16"/>
                  <a:gd name="T1" fmla="*/ 37 h 18"/>
                  <a:gd name="T2" fmla="*/ 124 w 16"/>
                  <a:gd name="T3" fmla="*/ 117 h 18"/>
                  <a:gd name="T4" fmla="*/ 159 w 16"/>
                  <a:gd name="T5" fmla="*/ 281 h 18"/>
                  <a:gd name="T6" fmla="*/ 55 w 16"/>
                  <a:gd name="T7" fmla="*/ 208 h 18"/>
                  <a:gd name="T8" fmla="*/ 21 w 16"/>
                  <a:gd name="T9" fmla="*/ 3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2" y="2"/>
                    </a:moveTo>
                    <a:cubicBezTo>
                      <a:pt x="4" y="0"/>
                      <a:pt x="8" y="3"/>
                      <a:pt x="11" y="7"/>
                    </a:cubicBezTo>
                    <a:cubicBezTo>
                      <a:pt x="14" y="11"/>
                      <a:pt x="16" y="15"/>
                      <a:pt x="14" y="16"/>
                    </a:cubicBezTo>
                    <a:cubicBezTo>
                      <a:pt x="12" y="18"/>
                      <a:pt x="8" y="16"/>
                      <a:pt x="5" y="12"/>
                    </a:cubicBezTo>
                    <a:cubicBezTo>
                      <a:pt x="2" y="8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3" name="Freeform 543">
                <a:extLst>
                  <a:ext uri="{FF2B5EF4-FFF2-40B4-BE49-F238E27FC236}">
                    <a16:creationId xmlns:a16="http://schemas.microsoft.com/office/drawing/2014/main" id="{6F4DC971-C162-44AE-A8BB-C0636F063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277"/>
                <a:ext cx="18" cy="22"/>
              </a:xfrm>
              <a:custGeom>
                <a:avLst/>
                <a:gdLst>
                  <a:gd name="T0" fmla="*/ 21 w 11"/>
                  <a:gd name="T1" fmla="*/ 24 h 13"/>
                  <a:gd name="T2" fmla="*/ 110 w 11"/>
                  <a:gd name="T3" fmla="*/ 58 h 13"/>
                  <a:gd name="T4" fmla="*/ 110 w 11"/>
                  <a:gd name="T5" fmla="*/ 154 h 13"/>
                  <a:gd name="T6" fmla="*/ 21 w 11"/>
                  <a:gd name="T7" fmla="*/ 120 h 13"/>
                  <a:gd name="T8" fmla="*/ 21 w 11"/>
                  <a:gd name="T9" fmla="*/ 2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2" y="2"/>
                    </a:move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1"/>
                    </a:cubicBez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4" name="Freeform 544">
                <a:extLst>
                  <a:ext uri="{FF2B5EF4-FFF2-40B4-BE49-F238E27FC236}">
                    <a16:creationId xmlns:a16="http://schemas.microsoft.com/office/drawing/2014/main" id="{550152A8-7B75-4576-920D-0EC0AA442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3434"/>
                <a:ext cx="23" cy="19"/>
              </a:xfrm>
              <a:custGeom>
                <a:avLst/>
                <a:gdLst>
                  <a:gd name="T0" fmla="*/ 13 w 14"/>
                  <a:gd name="T1" fmla="*/ 123 h 11"/>
                  <a:gd name="T2" fmla="*/ 58 w 14"/>
                  <a:gd name="T3" fmla="*/ 16 h 11"/>
                  <a:gd name="T4" fmla="*/ 156 w 14"/>
                  <a:gd name="T5" fmla="*/ 48 h 11"/>
                  <a:gd name="T6" fmla="*/ 95 w 14"/>
                  <a:gd name="T7" fmla="*/ 143 h 11"/>
                  <a:gd name="T8" fmla="*/ 13 w 14"/>
                  <a:gd name="T9" fmla="*/ 12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" y="8"/>
                    </a:moveTo>
                    <a:cubicBezTo>
                      <a:pt x="0" y="6"/>
                      <a:pt x="2" y="3"/>
                      <a:pt x="5" y="1"/>
                    </a:cubicBezTo>
                    <a:cubicBezTo>
                      <a:pt x="9" y="0"/>
                      <a:pt x="12" y="1"/>
                      <a:pt x="13" y="3"/>
                    </a:cubicBezTo>
                    <a:cubicBezTo>
                      <a:pt x="14" y="5"/>
                      <a:pt x="12" y="8"/>
                      <a:pt x="8" y="9"/>
                    </a:cubicBezTo>
                    <a:cubicBezTo>
                      <a:pt x="5" y="11"/>
                      <a:pt x="1" y="10"/>
                      <a:pt x="1" y="8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5" name="Freeform 545">
                <a:extLst>
                  <a:ext uri="{FF2B5EF4-FFF2-40B4-BE49-F238E27FC236}">
                    <a16:creationId xmlns:a16="http://schemas.microsoft.com/office/drawing/2014/main" id="{AEE0815E-BBD4-400B-8B76-C730E2AF0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275"/>
                <a:ext cx="23" cy="19"/>
              </a:xfrm>
              <a:custGeom>
                <a:avLst/>
                <a:gdLst>
                  <a:gd name="T0" fmla="*/ 13 w 14"/>
                  <a:gd name="T1" fmla="*/ 143 h 11"/>
                  <a:gd name="T2" fmla="*/ 58 w 14"/>
                  <a:gd name="T3" fmla="*/ 28 h 11"/>
                  <a:gd name="T4" fmla="*/ 156 w 14"/>
                  <a:gd name="T5" fmla="*/ 28 h 11"/>
                  <a:gd name="T6" fmla="*/ 110 w 14"/>
                  <a:gd name="T7" fmla="*/ 143 h 11"/>
                  <a:gd name="T8" fmla="*/ 13 w 14"/>
                  <a:gd name="T9" fmla="*/ 14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" y="9"/>
                    </a:moveTo>
                    <a:cubicBezTo>
                      <a:pt x="0" y="7"/>
                      <a:pt x="2" y="4"/>
                      <a:pt x="5" y="2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4"/>
                      <a:pt x="12" y="8"/>
                      <a:pt x="9" y="9"/>
                    </a:cubicBezTo>
                    <a:cubicBezTo>
                      <a:pt x="6" y="11"/>
                      <a:pt x="2" y="11"/>
                      <a:pt x="1" y="9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6" name="Freeform 546">
                <a:extLst>
                  <a:ext uri="{FF2B5EF4-FFF2-40B4-BE49-F238E27FC236}">
                    <a16:creationId xmlns:a16="http://schemas.microsoft.com/office/drawing/2014/main" id="{B13E4224-57C4-42A3-9EAB-39CC7E523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3455"/>
                <a:ext cx="21" cy="17"/>
              </a:xfrm>
              <a:custGeom>
                <a:avLst/>
                <a:gdLst>
                  <a:gd name="T0" fmla="*/ 76 w 13"/>
                  <a:gd name="T1" fmla="*/ 15 h 10"/>
                  <a:gd name="T2" fmla="*/ 131 w 13"/>
                  <a:gd name="T3" fmla="*/ 83 h 10"/>
                  <a:gd name="T4" fmla="*/ 68 w 13"/>
                  <a:gd name="T5" fmla="*/ 141 h 10"/>
                  <a:gd name="T6" fmla="*/ 13 w 13"/>
                  <a:gd name="T7" fmla="*/ 58 h 10"/>
                  <a:gd name="T8" fmla="*/ 76 w 13"/>
                  <a:gd name="T9" fmla="*/ 1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7" y="1"/>
                    </a:moveTo>
                    <a:cubicBezTo>
                      <a:pt x="11" y="1"/>
                      <a:pt x="13" y="4"/>
                      <a:pt x="12" y="6"/>
                    </a:cubicBezTo>
                    <a:cubicBezTo>
                      <a:pt x="12" y="9"/>
                      <a:pt x="9" y="10"/>
                      <a:pt x="6" y="10"/>
                    </a:cubicBezTo>
                    <a:cubicBezTo>
                      <a:pt x="3" y="9"/>
                      <a:pt x="0" y="7"/>
                      <a:pt x="1" y="4"/>
                    </a:cubicBezTo>
                    <a:cubicBezTo>
                      <a:pt x="1" y="2"/>
                      <a:pt x="4" y="0"/>
                      <a:pt x="7" y="1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7" name="Freeform 547">
                <a:extLst>
                  <a:ext uri="{FF2B5EF4-FFF2-40B4-BE49-F238E27FC236}">
                    <a16:creationId xmlns:a16="http://schemas.microsoft.com/office/drawing/2014/main" id="{13A2FC4B-055B-4EF5-93FF-42BF327DE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740"/>
                <a:ext cx="53" cy="64"/>
              </a:xfrm>
              <a:custGeom>
                <a:avLst/>
                <a:gdLst>
                  <a:gd name="T0" fmla="*/ 272 w 32"/>
                  <a:gd name="T1" fmla="*/ 16 h 37"/>
                  <a:gd name="T2" fmla="*/ 36 w 32"/>
                  <a:gd name="T3" fmla="*/ 197 h 37"/>
                  <a:gd name="T4" fmla="*/ 209 w 32"/>
                  <a:gd name="T5" fmla="*/ 467 h 37"/>
                  <a:gd name="T6" fmla="*/ 230 w 32"/>
                  <a:gd name="T7" fmla="*/ 382 h 37"/>
                  <a:gd name="T8" fmla="*/ 310 w 32"/>
                  <a:gd name="T9" fmla="*/ 341 h 37"/>
                  <a:gd name="T10" fmla="*/ 381 w 32"/>
                  <a:gd name="T11" fmla="*/ 197 h 37"/>
                  <a:gd name="T12" fmla="*/ 310 w 32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7">
                    <a:moveTo>
                      <a:pt x="22" y="1"/>
                    </a:moveTo>
                    <a:cubicBezTo>
                      <a:pt x="15" y="1"/>
                      <a:pt x="5" y="7"/>
                      <a:pt x="3" y="13"/>
                    </a:cubicBezTo>
                    <a:cubicBezTo>
                      <a:pt x="0" y="21"/>
                      <a:pt x="9" y="37"/>
                      <a:pt x="17" y="30"/>
                    </a:cubicBezTo>
                    <a:cubicBezTo>
                      <a:pt x="18" y="29"/>
                      <a:pt x="18" y="26"/>
                      <a:pt x="19" y="25"/>
                    </a:cubicBezTo>
                    <a:cubicBezTo>
                      <a:pt x="21" y="23"/>
                      <a:pt x="23" y="24"/>
                      <a:pt x="25" y="22"/>
                    </a:cubicBezTo>
                    <a:cubicBezTo>
                      <a:pt x="28" y="20"/>
                      <a:pt x="30" y="17"/>
                      <a:pt x="31" y="13"/>
                    </a:cubicBezTo>
                    <a:cubicBezTo>
                      <a:pt x="32" y="8"/>
                      <a:pt x="31" y="0"/>
                      <a:pt x="25" y="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8" name="Freeform 548">
                <a:extLst>
                  <a:ext uri="{FF2B5EF4-FFF2-40B4-BE49-F238E27FC236}">
                    <a16:creationId xmlns:a16="http://schemas.microsoft.com/office/drawing/2014/main" id="{BBD747DF-5F1C-49D8-86A8-72B4FAE11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3836"/>
                <a:ext cx="61" cy="43"/>
              </a:xfrm>
              <a:custGeom>
                <a:avLst/>
                <a:gdLst>
                  <a:gd name="T0" fmla="*/ 96 w 37"/>
                  <a:gd name="T1" fmla="*/ 148 h 25"/>
                  <a:gd name="T2" fmla="*/ 297 w 37"/>
                  <a:gd name="T3" fmla="*/ 296 h 25"/>
                  <a:gd name="T4" fmla="*/ 96 w 37"/>
                  <a:gd name="T5" fmla="*/ 14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5">
                    <a:moveTo>
                      <a:pt x="8" y="10"/>
                    </a:moveTo>
                    <a:cubicBezTo>
                      <a:pt x="8" y="0"/>
                      <a:pt x="37" y="9"/>
                      <a:pt x="24" y="20"/>
                    </a:cubicBezTo>
                    <a:cubicBezTo>
                      <a:pt x="17" y="25"/>
                      <a:pt x="0" y="17"/>
                      <a:pt x="8" y="1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9" name="Freeform 549">
                <a:extLst>
                  <a:ext uri="{FF2B5EF4-FFF2-40B4-BE49-F238E27FC236}">
                    <a16:creationId xmlns:a16="http://schemas.microsoft.com/office/drawing/2014/main" id="{CB7BE42C-3FEF-40F2-A349-474C8E4B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706"/>
                <a:ext cx="60" cy="84"/>
              </a:xfrm>
              <a:custGeom>
                <a:avLst/>
                <a:gdLst>
                  <a:gd name="T0" fmla="*/ 358 w 37"/>
                  <a:gd name="T1" fmla="*/ 376 h 48"/>
                  <a:gd name="T2" fmla="*/ 144 w 37"/>
                  <a:gd name="T3" fmla="*/ 788 h 48"/>
                  <a:gd name="T4" fmla="*/ 234 w 37"/>
                  <a:gd name="T5" fmla="*/ 677 h 48"/>
                  <a:gd name="T6" fmla="*/ 310 w 37"/>
                  <a:gd name="T7" fmla="*/ 613 h 48"/>
                  <a:gd name="T8" fmla="*/ 376 w 37"/>
                  <a:gd name="T9" fmla="*/ 39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8">
                    <a:moveTo>
                      <a:pt x="32" y="23"/>
                    </a:moveTo>
                    <a:cubicBezTo>
                      <a:pt x="10" y="0"/>
                      <a:pt x="0" y="48"/>
                      <a:pt x="13" y="48"/>
                    </a:cubicBezTo>
                    <a:cubicBezTo>
                      <a:pt x="18" y="48"/>
                      <a:pt x="18" y="43"/>
                      <a:pt x="21" y="41"/>
                    </a:cubicBezTo>
                    <a:cubicBezTo>
                      <a:pt x="23" y="39"/>
                      <a:pt x="26" y="39"/>
                      <a:pt x="28" y="37"/>
                    </a:cubicBezTo>
                    <a:cubicBezTo>
                      <a:pt x="32" y="35"/>
                      <a:pt x="37" y="27"/>
                      <a:pt x="33" y="2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0" name="Freeform 550">
                <a:extLst>
                  <a:ext uri="{FF2B5EF4-FFF2-40B4-BE49-F238E27FC236}">
                    <a16:creationId xmlns:a16="http://schemas.microsoft.com/office/drawing/2014/main" id="{B35565B2-886D-4938-8ECE-1E5586AAA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3740"/>
                <a:ext cx="71" cy="41"/>
              </a:xfrm>
              <a:custGeom>
                <a:avLst/>
                <a:gdLst>
                  <a:gd name="T0" fmla="*/ 434 w 43"/>
                  <a:gd name="T1" fmla="*/ 62 h 24"/>
                  <a:gd name="T2" fmla="*/ 193 w 43"/>
                  <a:gd name="T3" fmla="*/ 75 h 24"/>
                  <a:gd name="T4" fmla="*/ 76 w 43"/>
                  <a:gd name="T5" fmla="*/ 289 h 24"/>
                  <a:gd name="T6" fmla="*/ 193 w 43"/>
                  <a:gd name="T7" fmla="*/ 265 h 24"/>
                  <a:gd name="T8" fmla="*/ 332 w 43"/>
                  <a:gd name="T9" fmla="*/ 231 h 24"/>
                  <a:gd name="T10" fmla="*/ 469 w 43"/>
                  <a:gd name="T11" fmla="*/ 8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4">
                    <a:moveTo>
                      <a:pt x="35" y="4"/>
                    </a:moveTo>
                    <a:cubicBezTo>
                      <a:pt x="29" y="0"/>
                      <a:pt x="22" y="0"/>
                      <a:pt x="16" y="5"/>
                    </a:cubicBezTo>
                    <a:cubicBezTo>
                      <a:pt x="13" y="8"/>
                      <a:pt x="0" y="15"/>
                      <a:pt x="6" y="20"/>
                    </a:cubicBezTo>
                    <a:cubicBezTo>
                      <a:pt x="10" y="24"/>
                      <a:pt x="13" y="20"/>
                      <a:pt x="16" y="18"/>
                    </a:cubicBezTo>
                    <a:cubicBezTo>
                      <a:pt x="21" y="15"/>
                      <a:pt x="21" y="15"/>
                      <a:pt x="27" y="16"/>
                    </a:cubicBezTo>
                    <a:cubicBezTo>
                      <a:pt x="33" y="16"/>
                      <a:pt x="43" y="15"/>
                      <a:pt x="38" y="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1" name="Freeform 551">
                <a:extLst>
                  <a:ext uri="{FF2B5EF4-FFF2-40B4-BE49-F238E27FC236}">
                    <a16:creationId xmlns:a16="http://schemas.microsoft.com/office/drawing/2014/main" id="{3AAFD4EA-34C1-4500-9A0F-775409E43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3729"/>
                <a:ext cx="42" cy="54"/>
              </a:xfrm>
              <a:custGeom>
                <a:avLst/>
                <a:gdLst>
                  <a:gd name="T0" fmla="*/ 267 w 26"/>
                  <a:gd name="T1" fmla="*/ 148 h 31"/>
                  <a:gd name="T2" fmla="*/ 34 w 26"/>
                  <a:gd name="T3" fmla="*/ 85 h 31"/>
                  <a:gd name="T4" fmla="*/ 21 w 26"/>
                  <a:gd name="T5" fmla="*/ 413 h 31"/>
                  <a:gd name="T6" fmla="*/ 233 w 26"/>
                  <a:gd name="T7" fmla="*/ 385 h 31"/>
                  <a:gd name="T8" fmla="*/ 288 w 26"/>
                  <a:gd name="T9" fmla="*/ 17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24" y="9"/>
                    </a:moveTo>
                    <a:cubicBezTo>
                      <a:pt x="21" y="5"/>
                      <a:pt x="8" y="0"/>
                      <a:pt x="3" y="5"/>
                    </a:cubicBezTo>
                    <a:cubicBezTo>
                      <a:pt x="1" y="7"/>
                      <a:pt x="0" y="23"/>
                      <a:pt x="2" y="26"/>
                    </a:cubicBezTo>
                    <a:cubicBezTo>
                      <a:pt x="6" y="31"/>
                      <a:pt x="18" y="28"/>
                      <a:pt x="21" y="24"/>
                    </a:cubicBezTo>
                    <a:cubicBezTo>
                      <a:pt x="24" y="20"/>
                      <a:pt x="23" y="13"/>
                      <a:pt x="26" y="1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2" name="Freeform 552">
                <a:extLst>
                  <a:ext uri="{FF2B5EF4-FFF2-40B4-BE49-F238E27FC236}">
                    <a16:creationId xmlns:a16="http://schemas.microsoft.com/office/drawing/2014/main" id="{21171E5F-11F3-4C57-8903-8884F9853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3846"/>
                <a:ext cx="100" cy="67"/>
              </a:xfrm>
              <a:custGeom>
                <a:avLst/>
                <a:gdLst>
                  <a:gd name="T0" fmla="*/ 667 w 61"/>
                  <a:gd name="T1" fmla="*/ 115 h 38"/>
                  <a:gd name="T2" fmla="*/ 407 w 61"/>
                  <a:gd name="T3" fmla="*/ 65 h 38"/>
                  <a:gd name="T4" fmla="*/ 282 w 61"/>
                  <a:gd name="T5" fmla="*/ 379 h 38"/>
                  <a:gd name="T6" fmla="*/ 92 w 61"/>
                  <a:gd name="T7" fmla="*/ 289 h 38"/>
                  <a:gd name="T8" fmla="*/ 21 w 61"/>
                  <a:gd name="T9" fmla="*/ 494 h 38"/>
                  <a:gd name="T10" fmla="*/ 295 w 61"/>
                  <a:gd name="T11" fmla="*/ 428 h 38"/>
                  <a:gd name="T12" fmla="*/ 408 w 61"/>
                  <a:gd name="T13" fmla="*/ 395 h 38"/>
                  <a:gd name="T14" fmla="*/ 484 w 61"/>
                  <a:gd name="T15" fmla="*/ 252 h 38"/>
                  <a:gd name="T16" fmla="*/ 669 w 61"/>
                  <a:gd name="T17" fmla="*/ 115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8">
                    <a:moveTo>
                      <a:pt x="56" y="7"/>
                    </a:moveTo>
                    <a:cubicBezTo>
                      <a:pt x="48" y="4"/>
                      <a:pt x="42" y="0"/>
                      <a:pt x="34" y="4"/>
                    </a:cubicBezTo>
                    <a:cubicBezTo>
                      <a:pt x="27" y="7"/>
                      <a:pt x="24" y="15"/>
                      <a:pt x="24" y="22"/>
                    </a:cubicBezTo>
                    <a:cubicBezTo>
                      <a:pt x="19" y="21"/>
                      <a:pt x="13" y="16"/>
                      <a:pt x="8" y="17"/>
                    </a:cubicBezTo>
                    <a:cubicBezTo>
                      <a:pt x="3" y="18"/>
                      <a:pt x="0" y="25"/>
                      <a:pt x="2" y="29"/>
                    </a:cubicBezTo>
                    <a:cubicBezTo>
                      <a:pt x="7" y="22"/>
                      <a:pt x="23" y="38"/>
                      <a:pt x="25" y="25"/>
                    </a:cubicBezTo>
                    <a:cubicBezTo>
                      <a:pt x="29" y="24"/>
                      <a:pt x="31" y="27"/>
                      <a:pt x="35" y="23"/>
                    </a:cubicBezTo>
                    <a:cubicBezTo>
                      <a:pt x="38" y="21"/>
                      <a:pt x="38" y="17"/>
                      <a:pt x="41" y="15"/>
                    </a:cubicBezTo>
                    <a:cubicBezTo>
                      <a:pt x="45" y="12"/>
                      <a:pt x="61" y="16"/>
                      <a:pt x="57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3" name="Freeform 553">
                <a:extLst>
                  <a:ext uri="{FF2B5EF4-FFF2-40B4-BE49-F238E27FC236}">
                    <a16:creationId xmlns:a16="http://schemas.microsoft.com/office/drawing/2014/main" id="{B46FC209-21A3-4D22-9FBF-5069669DC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3820"/>
                <a:ext cx="70" cy="86"/>
              </a:xfrm>
              <a:custGeom>
                <a:avLst/>
                <a:gdLst>
                  <a:gd name="T0" fmla="*/ 345 w 43"/>
                  <a:gd name="T1" fmla="*/ 49 h 49"/>
                  <a:gd name="T2" fmla="*/ 160 w 43"/>
                  <a:gd name="T3" fmla="*/ 37 h 49"/>
                  <a:gd name="T4" fmla="*/ 47 w 43"/>
                  <a:gd name="T5" fmla="*/ 416 h 49"/>
                  <a:gd name="T6" fmla="*/ 345 w 43"/>
                  <a:gd name="T7" fmla="*/ 6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9">
                    <a:moveTo>
                      <a:pt x="30" y="3"/>
                    </a:moveTo>
                    <a:cubicBezTo>
                      <a:pt x="27" y="0"/>
                      <a:pt x="19" y="0"/>
                      <a:pt x="14" y="2"/>
                    </a:cubicBezTo>
                    <a:cubicBezTo>
                      <a:pt x="4" y="5"/>
                      <a:pt x="0" y="15"/>
                      <a:pt x="4" y="25"/>
                    </a:cubicBezTo>
                    <a:cubicBezTo>
                      <a:pt x="13" y="49"/>
                      <a:pt x="43" y="15"/>
                      <a:pt x="30" y="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4" name="Freeform 554">
                <a:extLst>
                  <a:ext uri="{FF2B5EF4-FFF2-40B4-BE49-F238E27FC236}">
                    <a16:creationId xmlns:a16="http://schemas.microsoft.com/office/drawing/2014/main" id="{734BDDA8-73C1-4D46-8705-912D4FA0C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750"/>
                <a:ext cx="98" cy="66"/>
              </a:xfrm>
              <a:custGeom>
                <a:avLst/>
                <a:gdLst>
                  <a:gd name="T0" fmla="*/ 69 w 60"/>
                  <a:gd name="T1" fmla="*/ 603 h 38"/>
                  <a:gd name="T2" fmla="*/ 13 w 60"/>
                  <a:gd name="T3" fmla="*/ 429 h 38"/>
                  <a:gd name="T4" fmla="*/ 256 w 60"/>
                  <a:gd name="T5" fmla="*/ 156 h 38"/>
                  <a:gd name="T6" fmla="*/ 675 w 60"/>
                  <a:gd name="T7" fmla="*/ 257 h 38"/>
                  <a:gd name="T8" fmla="*/ 536 w 60"/>
                  <a:gd name="T9" fmla="*/ 299 h 38"/>
                  <a:gd name="T10" fmla="*/ 328 w 60"/>
                  <a:gd name="T11" fmla="*/ 328 h 38"/>
                  <a:gd name="T12" fmla="*/ 69 w 60"/>
                  <a:gd name="T13" fmla="*/ 57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38">
                    <a:moveTo>
                      <a:pt x="6" y="38"/>
                    </a:moveTo>
                    <a:cubicBezTo>
                      <a:pt x="4" y="35"/>
                      <a:pt x="0" y="32"/>
                      <a:pt x="1" y="27"/>
                    </a:cubicBezTo>
                    <a:cubicBezTo>
                      <a:pt x="3" y="19"/>
                      <a:pt x="16" y="12"/>
                      <a:pt x="22" y="10"/>
                    </a:cubicBezTo>
                    <a:cubicBezTo>
                      <a:pt x="28" y="7"/>
                      <a:pt x="60" y="0"/>
                      <a:pt x="58" y="16"/>
                    </a:cubicBezTo>
                    <a:cubicBezTo>
                      <a:pt x="58" y="21"/>
                      <a:pt x="51" y="19"/>
                      <a:pt x="46" y="19"/>
                    </a:cubicBezTo>
                    <a:cubicBezTo>
                      <a:pt x="40" y="18"/>
                      <a:pt x="34" y="18"/>
                      <a:pt x="28" y="21"/>
                    </a:cubicBezTo>
                    <a:cubicBezTo>
                      <a:pt x="20" y="25"/>
                      <a:pt x="13" y="32"/>
                      <a:pt x="6" y="3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5" name="Freeform 555">
                <a:extLst>
                  <a:ext uri="{FF2B5EF4-FFF2-40B4-BE49-F238E27FC236}">
                    <a16:creationId xmlns:a16="http://schemas.microsoft.com/office/drawing/2014/main" id="{9E70AA25-E941-41FC-9B37-79D78C9A8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3862"/>
                <a:ext cx="41" cy="38"/>
              </a:xfrm>
              <a:custGeom>
                <a:avLst/>
                <a:gdLst>
                  <a:gd name="T0" fmla="*/ 295 w 25"/>
                  <a:gd name="T1" fmla="*/ 107 h 22"/>
                  <a:gd name="T2" fmla="*/ 146 w 25"/>
                  <a:gd name="T3" fmla="*/ 28 h 22"/>
                  <a:gd name="T4" fmla="*/ 56 w 25"/>
                  <a:gd name="T5" fmla="*/ 278 h 22"/>
                  <a:gd name="T6" fmla="*/ 180 w 25"/>
                  <a:gd name="T7" fmla="*/ 212 h 22"/>
                  <a:gd name="T8" fmla="*/ 282 w 25"/>
                  <a:gd name="T9" fmla="*/ 12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2">
                    <a:moveTo>
                      <a:pt x="25" y="7"/>
                    </a:moveTo>
                    <a:cubicBezTo>
                      <a:pt x="22" y="4"/>
                      <a:pt x="16" y="0"/>
                      <a:pt x="12" y="2"/>
                    </a:cubicBezTo>
                    <a:cubicBezTo>
                      <a:pt x="6" y="3"/>
                      <a:pt x="0" y="13"/>
                      <a:pt x="5" y="18"/>
                    </a:cubicBezTo>
                    <a:cubicBezTo>
                      <a:pt x="10" y="22"/>
                      <a:pt x="10" y="15"/>
                      <a:pt x="15" y="14"/>
                    </a:cubicBezTo>
                    <a:cubicBezTo>
                      <a:pt x="19" y="12"/>
                      <a:pt x="25" y="15"/>
                      <a:pt x="24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6" name="Freeform 556">
                <a:extLst>
                  <a:ext uri="{FF2B5EF4-FFF2-40B4-BE49-F238E27FC236}">
                    <a16:creationId xmlns:a16="http://schemas.microsoft.com/office/drawing/2014/main" id="{F8CBE72A-35FC-424F-B1D2-7A357D214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797"/>
                <a:ext cx="46" cy="37"/>
              </a:xfrm>
              <a:custGeom>
                <a:avLst/>
                <a:gdLst>
                  <a:gd name="T0" fmla="*/ 297 w 28"/>
                  <a:gd name="T1" fmla="*/ 65 h 21"/>
                  <a:gd name="T2" fmla="*/ 89 w 28"/>
                  <a:gd name="T3" fmla="*/ 37 h 21"/>
                  <a:gd name="T4" fmla="*/ 54 w 28"/>
                  <a:gd name="T5" fmla="*/ 268 h 21"/>
                  <a:gd name="T6" fmla="*/ 146 w 28"/>
                  <a:gd name="T7" fmla="*/ 252 h 21"/>
                  <a:gd name="T8" fmla="*/ 219 w 28"/>
                  <a:gd name="T9" fmla="*/ 224 h 21"/>
                  <a:gd name="T10" fmla="*/ 297 w 28"/>
                  <a:gd name="T11" fmla="*/ 102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1">
                    <a:moveTo>
                      <a:pt x="25" y="4"/>
                    </a:moveTo>
                    <a:cubicBezTo>
                      <a:pt x="19" y="4"/>
                      <a:pt x="13" y="0"/>
                      <a:pt x="7" y="2"/>
                    </a:cubicBezTo>
                    <a:cubicBezTo>
                      <a:pt x="2" y="4"/>
                      <a:pt x="0" y="12"/>
                      <a:pt x="4" y="16"/>
                    </a:cubicBezTo>
                    <a:cubicBezTo>
                      <a:pt x="9" y="21"/>
                      <a:pt x="8" y="17"/>
                      <a:pt x="12" y="15"/>
                    </a:cubicBezTo>
                    <a:cubicBezTo>
                      <a:pt x="15" y="13"/>
                      <a:pt x="14" y="14"/>
                      <a:pt x="18" y="13"/>
                    </a:cubicBezTo>
                    <a:cubicBezTo>
                      <a:pt x="23" y="13"/>
                      <a:pt x="28" y="13"/>
                      <a:pt x="25" y="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7" name="Freeform 557">
                <a:extLst>
                  <a:ext uri="{FF2B5EF4-FFF2-40B4-BE49-F238E27FC236}">
                    <a16:creationId xmlns:a16="http://schemas.microsoft.com/office/drawing/2014/main" id="{2D39DB72-9BE1-4257-81C3-F375B6B16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3743"/>
                <a:ext cx="51" cy="42"/>
              </a:xfrm>
              <a:custGeom>
                <a:avLst/>
                <a:gdLst>
                  <a:gd name="T0" fmla="*/ 316 w 31"/>
                  <a:gd name="T1" fmla="*/ 37 h 24"/>
                  <a:gd name="T2" fmla="*/ 95 w 31"/>
                  <a:gd name="T3" fmla="*/ 102 h 24"/>
                  <a:gd name="T4" fmla="*/ 58 w 31"/>
                  <a:gd name="T5" fmla="*/ 350 h 24"/>
                  <a:gd name="T6" fmla="*/ 146 w 31"/>
                  <a:gd name="T7" fmla="*/ 301 h 24"/>
                  <a:gd name="T8" fmla="*/ 227 w 31"/>
                  <a:gd name="T9" fmla="*/ 236 h 24"/>
                  <a:gd name="T10" fmla="*/ 316 w 31"/>
                  <a:gd name="T11" fmla="*/ 6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4">
                    <a:moveTo>
                      <a:pt x="26" y="2"/>
                    </a:moveTo>
                    <a:cubicBezTo>
                      <a:pt x="19" y="1"/>
                      <a:pt x="13" y="0"/>
                      <a:pt x="8" y="6"/>
                    </a:cubicBezTo>
                    <a:cubicBezTo>
                      <a:pt x="5" y="9"/>
                      <a:pt x="0" y="18"/>
                      <a:pt x="5" y="21"/>
                    </a:cubicBezTo>
                    <a:cubicBezTo>
                      <a:pt x="8" y="24"/>
                      <a:pt x="10" y="21"/>
                      <a:pt x="12" y="18"/>
                    </a:cubicBezTo>
                    <a:cubicBezTo>
                      <a:pt x="14" y="15"/>
                      <a:pt x="15" y="14"/>
                      <a:pt x="19" y="14"/>
                    </a:cubicBezTo>
                    <a:cubicBezTo>
                      <a:pt x="22" y="13"/>
                      <a:pt x="31" y="9"/>
                      <a:pt x="26" y="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8" name="Freeform 558">
                <a:extLst>
                  <a:ext uri="{FF2B5EF4-FFF2-40B4-BE49-F238E27FC236}">
                    <a16:creationId xmlns:a16="http://schemas.microsoft.com/office/drawing/2014/main" id="{E93A0092-A1F5-4F6F-BED9-80F3E8A77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816"/>
                <a:ext cx="57" cy="58"/>
              </a:xfrm>
              <a:custGeom>
                <a:avLst/>
                <a:gdLst>
                  <a:gd name="T0" fmla="*/ 295 w 35"/>
                  <a:gd name="T1" fmla="*/ 49 h 33"/>
                  <a:gd name="T2" fmla="*/ 169 w 35"/>
                  <a:gd name="T3" fmla="*/ 21 h 33"/>
                  <a:gd name="T4" fmla="*/ 21 w 35"/>
                  <a:gd name="T5" fmla="*/ 237 h 33"/>
                  <a:gd name="T6" fmla="*/ 77 w 35"/>
                  <a:gd name="T7" fmla="*/ 517 h 33"/>
                  <a:gd name="T8" fmla="*/ 143 w 35"/>
                  <a:gd name="T9" fmla="*/ 401 h 33"/>
                  <a:gd name="T10" fmla="*/ 239 w 35"/>
                  <a:gd name="T11" fmla="*/ 286 h 33"/>
                  <a:gd name="T12" fmla="*/ 324 w 35"/>
                  <a:gd name="T13" fmla="*/ 6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3">
                    <a:moveTo>
                      <a:pt x="26" y="3"/>
                    </a:moveTo>
                    <a:cubicBezTo>
                      <a:pt x="25" y="0"/>
                      <a:pt x="17" y="1"/>
                      <a:pt x="15" y="1"/>
                    </a:cubicBezTo>
                    <a:cubicBezTo>
                      <a:pt x="8" y="3"/>
                      <a:pt x="4" y="8"/>
                      <a:pt x="2" y="14"/>
                    </a:cubicBezTo>
                    <a:cubicBezTo>
                      <a:pt x="1" y="18"/>
                      <a:pt x="0" y="33"/>
                      <a:pt x="7" y="31"/>
                    </a:cubicBezTo>
                    <a:cubicBezTo>
                      <a:pt x="10" y="31"/>
                      <a:pt x="11" y="26"/>
                      <a:pt x="12" y="24"/>
                    </a:cubicBezTo>
                    <a:cubicBezTo>
                      <a:pt x="15" y="20"/>
                      <a:pt x="17" y="19"/>
                      <a:pt x="21" y="17"/>
                    </a:cubicBezTo>
                    <a:cubicBezTo>
                      <a:pt x="26" y="15"/>
                      <a:pt x="35" y="9"/>
                      <a:pt x="28" y="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9" name="Freeform 559">
                <a:extLst>
                  <a:ext uri="{FF2B5EF4-FFF2-40B4-BE49-F238E27FC236}">
                    <a16:creationId xmlns:a16="http://schemas.microsoft.com/office/drawing/2014/main" id="{6AD0D78D-FE6E-4162-8CFB-839E101E2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3815"/>
                <a:ext cx="57" cy="47"/>
              </a:xfrm>
              <a:custGeom>
                <a:avLst/>
                <a:gdLst>
                  <a:gd name="T0" fmla="*/ 34 w 35"/>
                  <a:gd name="T1" fmla="*/ 172 h 27"/>
                  <a:gd name="T2" fmla="*/ 332 w 35"/>
                  <a:gd name="T3" fmla="*/ 127 h 27"/>
                  <a:gd name="T4" fmla="*/ 311 w 35"/>
                  <a:gd name="T5" fmla="*/ 406 h 27"/>
                  <a:gd name="T6" fmla="*/ 239 w 35"/>
                  <a:gd name="T7" fmla="*/ 299 h 27"/>
                  <a:gd name="T8" fmla="*/ 169 w 35"/>
                  <a:gd name="T9" fmla="*/ 275 h 27"/>
                  <a:gd name="T10" fmla="*/ 47 w 35"/>
                  <a:gd name="T11" fmla="*/ 15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7">
                    <a:moveTo>
                      <a:pt x="3" y="11"/>
                    </a:moveTo>
                    <a:cubicBezTo>
                      <a:pt x="4" y="0"/>
                      <a:pt x="23" y="1"/>
                      <a:pt x="29" y="8"/>
                    </a:cubicBezTo>
                    <a:cubicBezTo>
                      <a:pt x="31" y="11"/>
                      <a:pt x="35" y="27"/>
                      <a:pt x="27" y="25"/>
                    </a:cubicBezTo>
                    <a:cubicBezTo>
                      <a:pt x="24" y="24"/>
                      <a:pt x="24" y="20"/>
                      <a:pt x="21" y="19"/>
                    </a:cubicBezTo>
                    <a:cubicBezTo>
                      <a:pt x="19" y="17"/>
                      <a:pt x="17" y="18"/>
                      <a:pt x="15" y="17"/>
                    </a:cubicBezTo>
                    <a:cubicBezTo>
                      <a:pt x="12" y="17"/>
                      <a:pt x="0" y="14"/>
                      <a:pt x="4" y="1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0" name="Freeform 560">
                <a:extLst>
                  <a:ext uri="{FF2B5EF4-FFF2-40B4-BE49-F238E27FC236}">
                    <a16:creationId xmlns:a16="http://schemas.microsoft.com/office/drawing/2014/main" id="{BC4A59DC-C91D-4928-8822-ABD4EA45D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3720"/>
                <a:ext cx="64" cy="61"/>
              </a:xfrm>
              <a:custGeom>
                <a:avLst/>
                <a:gdLst>
                  <a:gd name="T0" fmla="*/ 450 w 39"/>
                  <a:gd name="T1" fmla="*/ 91 h 35"/>
                  <a:gd name="T2" fmla="*/ 181 w 39"/>
                  <a:gd name="T3" fmla="*/ 64 h 35"/>
                  <a:gd name="T4" fmla="*/ 110 w 39"/>
                  <a:gd name="T5" fmla="*/ 471 h 35"/>
                  <a:gd name="T6" fmla="*/ 240 w 39"/>
                  <a:gd name="T7" fmla="*/ 483 h 35"/>
                  <a:gd name="T8" fmla="*/ 282 w 39"/>
                  <a:gd name="T9" fmla="*/ 286 h 35"/>
                  <a:gd name="T10" fmla="*/ 428 w 39"/>
                  <a:gd name="T11" fmla="*/ 213 h 35"/>
                  <a:gd name="T12" fmla="*/ 450 w 39"/>
                  <a:gd name="T13" fmla="*/ 8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5">
                    <a:moveTo>
                      <a:pt x="38" y="6"/>
                    </a:moveTo>
                    <a:cubicBezTo>
                      <a:pt x="34" y="0"/>
                      <a:pt x="20" y="1"/>
                      <a:pt x="15" y="4"/>
                    </a:cubicBezTo>
                    <a:cubicBezTo>
                      <a:pt x="7" y="10"/>
                      <a:pt x="0" y="20"/>
                      <a:pt x="9" y="29"/>
                    </a:cubicBezTo>
                    <a:cubicBezTo>
                      <a:pt x="12" y="32"/>
                      <a:pt x="18" y="35"/>
                      <a:pt x="20" y="30"/>
                    </a:cubicBezTo>
                    <a:cubicBezTo>
                      <a:pt x="22" y="25"/>
                      <a:pt x="18" y="21"/>
                      <a:pt x="24" y="18"/>
                    </a:cubicBezTo>
                    <a:cubicBezTo>
                      <a:pt x="29" y="16"/>
                      <a:pt x="33" y="18"/>
                      <a:pt x="36" y="13"/>
                    </a:cubicBezTo>
                    <a:cubicBezTo>
                      <a:pt x="38" y="11"/>
                      <a:pt x="39" y="8"/>
                      <a:pt x="38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1" name="Freeform 561">
                <a:extLst>
                  <a:ext uri="{FF2B5EF4-FFF2-40B4-BE49-F238E27FC236}">
                    <a16:creationId xmlns:a16="http://schemas.microsoft.com/office/drawing/2014/main" id="{1A7C6252-30DF-4A1D-990C-92DB15108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726"/>
                <a:ext cx="81" cy="54"/>
              </a:xfrm>
              <a:custGeom>
                <a:avLst/>
                <a:gdLst>
                  <a:gd name="T0" fmla="*/ 126 w 49"/>
                  <a:gd name="T1" fmla="*/ 498 h 31"/>
                  <a:gd name="T2" fmla="*/ 96 w 49"/>
                  <a:gd name="T3" fmla="*/ 148 h 31"/>
                  <a:gd name="T4" fmla="*/ 547 w 49"/>
                  <a:gd name="T5" fmla="*/ 148 h 31"/>
                  <a:gd name="T6" fmla="*/ 456 w 49"/>
                  <a:gd name="T7" fmla="*/ 277 h 31"/>
                  <a:gd name="T8" fmla="*/ 271 w 49"/>
                  <a:gd name="T9" fmla="*/ 277 h 31"/>
                  <a:gd name="T10" fmla="*/ 248 w 49"/>
                  <a:gd name="T11" fmla="*/ 449 h 31"/>
                  <a:gd name="T12" fmla="*/ 137 w 49"/>
                  <a:gd name="T13" fmla="*/ 49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1">
                    <a:moveTo>
                      <a:pt x="10" y="31"/>
                    </a:moveTo>
                    <a:cubicBezTo>
                      <a:pt x="2" y="26"/>
                      <a:pt x="0" y="15"/>
                      <a:pt x="8" y="9"/>
                    </a:cubicBezTo>
                    <a:cubicBezTo>
                      <a:pt x="16" y="3"/>
                      <a:pt x="37" y="0"/>
                      <a:pt x="44" y="9"/>
                    </a:cubicBezTo>
                    <a:cubicBezTo>
                      <a:pt x="49" y="15"/>
                      <a:pt x="44" y="19"/>
                      <a:pt x="37" y="17"/>
                    </a:cubicBezTo>
                    <a:cubicBezTo>
                      <a:pt x="32" y="16"/>
                      <a:pt x="27" y="12"/>
                      <a:pt x="22" y="17"/>
                    </a:cubicBezTo>
                    <a:cubicBezTo>
                      <a:pt x="19" y="20"/>
                      <a:pt x="22" y="25"/>
                      <a:pt x="20" y="28"/>
                    </a:cubicBezTo>
                    <a:cubicBezTo>
                      <a:pt x="18" y="31"/>
                      <a:pt x="14" y="31"/>
                      <a:pt x="11" y="3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2" name="Freeform 562">
                <a:extLst>
                  <a:ext uri="{FF2B5EF4-FFF2-40B4-BE49-F238E27FC236}">
                    <a16:creationId xmlns:a16="http://schemas.microsoft.com/office/drawing/2014/main" id="{40450259-95B2-43CA-B89E-5F1F09BA0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808"/>
                <a:ext cx="66" cy="54"/>
              </a:xfrm>
              <a:custGeom>
                <a:avLst/>
                <a:gdLst>
                  <a:gd name="T0" fmla="*/ 431 w 40"/>
                  <a:gd name="T1" fmla="*/ 64 h 31"/>
                  <a:gd name="T2" fmla="*/ 89 w 40"/>
                  <a:gd name="T3" fmla="*/ 127 h 31"/>
                  <a:gd name="T4" fmla="*/ 172 w 40"/>
                  <a:gd name="T5" fmla="*/ 449 h 31"/>
                  <a:gd name="T6" fmla="*/ 297 w 40"/>
                  <a:gd name="T7" fmla="*/ 348 h 31"/>
                  <a:gd name="T8" fmla="*/ 401 w 40"/>
                  <a:gd name="T9" fmla="*/ 277 h 31"/>
                  <a:gd name="T10" fmla="*/ 436 w 40"/>
                  <a:gd name="T11" fmla="*/ 8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1">
                    <a:moveTo>
                      <a:pt x="35" y="4"/>
                    </a:moveTo>
                    <a:cubicBezTo>
                      <a:pt x="27" y="0"/>
                      <a:pt x="14" y="2"/>
                      <a:pt x="7" y="8"/>
                    </a:cubicBezTo>
                    <a:cubicBezTo>
                      <a:pt x="0" y="14"/>
                      <a:pt x="2" y="31"/>
                      <a:pt x="14" y="28"/>
                    </a:cubicBezTo>
                    <a:cubicBezTo>
                      <a:pt x="18" y="27"/>
                      <a:pt x="20" y="24"/>
                      <a:pt x="24" y="22"/>
                    </a:cubicBezTo>
                    <a:cubicBezTo>
                      <a:pt x="28" y="21"/>
                      <a:pt x="30" y="20"/>
                      <a:pt x="33" y="17"/>
                    </a:cubicBezTo>
                    <a:cubicBezTo>
                      <a:pt x="35" y="14"/>
                      <a:pt x="40" y="8"/>
                      <a:pt x="36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3" name="Freeform 563">
                <a:extLst>
                  <a:ext uri="{FF2B5EF4-FFF2-40B4-BE49-F238E27FC236}">
                    <a16:creationId xmlns:a16="http://schemas.microsoft.com/office/drawing/2014/main" id="{5D87BC0B-A0A3-4C5C-BD26-37D6E8992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804"/>
                <a:ext cx="75" cy="32"/>
              </a:xfrm>
              <a:custGeom>
                <a:avLst/>
                <a:gdLst>
                  <a:gd name="T0" fmla="*/ 528 w 46"/>
                  <a:gd name="T1" fmla="*/ 231 h 18"/>
                  <a:gd name="T2" fmla="*/ 290 w 46"/>
                  <a:gd name="T3" fmla="*/ 37 h 18"/>
                  <a:gd name="T4" fmla="*/ 143 w 46"/>
                  <a:gd name="T5" fmla="*/ 89 h 18"/>
                  <a:gd name="T6" fmla="*/ 21 w 46"/>
                  <a:gd name="T7" fmla="*/ 66 h 18"/>
                  <a:gd name="T8" fmla="*/ 68 w 46"/>
                  <a:gd name="T9" fmla="*/ 247 h 18"/>
                  <a:gd name="T10" fmla="*/ 256 w 46"/>
                  <a:gd name="T11" fmla="*/ 247 h 18"/>
                  <a:gd name="T12" fmla="*/ 426 w 46"/>
                  <a:gd name="T13" fmla="*/ 281 h 18"/>
                  <a:gd name="T14" fmla="*/ 528 w 46"/>
                  <a:gd name="T15" fmla="*/ 247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18">
                    <a:moveTo>
                      <a:pt x="46" y="13"/>
                    </a:moveTo>
                    <a:cubicBezTo>
                      <a:pt x="46" y="5"/>
                      <a:pt x="33" y="0"/>
                      <a:pt x="25" y="2"/>
                    </a:cubicBezTo>
                    <a:cubicBezTo>
                      <a:pt x="21" y="2"/>
                      <a:pt x="17" y="5"/>
                      <a:pt x="12" y="5"/>
                    </a:cubicBezTo>
                    <a:cubicBezTo>
                      <a:pt x="9" y="5"/>
                      <a:pt x="3" y="1"/>
                      <a:pt x="2" y="4"/>
                    </a:cubicBezTo>
                    <a:cubicBezTo>
                      <a:pt x="0" y="6"/>
                      <a:pt x="4" y="13"/>
                      <a:pt x="6" y="14"/>
                    </a:cubicBezTo>
                    <a:cubicBezTo>
                      <a:pt x="10" y="17"/>
                      <a:pt x="18" y="15"/>
                      <a:pt x="22" y="14"/>
                    </a:cubicBezTo>
                    <a:cubicBezTo>
                      <a:pt x="28" y="13"/>
                      <a:pt x="32" y="14"/>
                      <a:pt x="37" y="16"/>
                    </a:cubicBezTo>
                    <a:cubicBezTo>
                      <a:pt x="41" y="18"/>
                      <a:pt x="42" y="16"/>
                      <a:pt x="46" y="1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4" name="Freeform 564">
                <a:extLst>
                  <a:ext uri="{FF2B5EF4-FFF2-40B4-BE49-F238E27FC236}">
                    <a16:creationId xmlns:a16="http://schemas.microsoft.com/office/drawing/2014/main" id="{8F99EF35-B6C6-4553-BB5C-C3F12064E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846"/>
                <a:ext cx="67" cy="51"/>
              </a:xfrm>
              <a:custGeom>
                <a:avLst/>
                <a:gdLst>
                  <a:gd name="T0" fmla="*/ 462 w 41"/>
                  <a:gd name="T1" fmla="*/ 135 h 29"/>
                  <a:gd name="T2" fmla="*/ 201 w 41"/>
                  <a:gd name="T3" fmla="*/ 37 h 29"/>
                  <a:gd name="T4" fmla="*/ 113 w 41"/>
                  <a:gd name="T5" fmla="*/ 86 h 29"/>
                  <a:gd name="T6" fmla="*/ 0 w 41"/>
                  <a:gd name="T7" fmla="*/ 352 h 29"/>
                  <a:gd name="T8" fmla="*/ 113 w 41"/>
                  <a:gd name="T9" fmla="*/ 468 h 29"/>
                  <a:gd name="T10" fmla="*/ 235 w 41"/>
                  <a:gd name="T11" fmla="*/ 315 h 29"/>
                  <a:gd name="T12" fmla="*/ 363 w 41"/>
                  <a:gd name="T13" fmla="*/ 288 h 29"/>
                  <a:gd name="T14" fmla="*/ 459 w 41"/>
                  <a:gd name="T15" fmla="*/ 266 h 29"/>
                  <a:gd name="T16" fmla="*/ 476 w 41"/>
                  <a:gd name="T17" fmla="*/ 172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40" y="8"/>
                    </a:moveTo>
                    <a:cubicBezTo>
                      <a:pt x="33" y="4"/>
                      <a:pt x="25" y="0"/>
                      <a:pt x="17" y="2"/>
                    </a:cubicBezTo>
                    <a:cubicBezTo>
                      <a:pt x="14" y="2"/>
                      <a:pt x="12" y="3"/>
                      <a:pt x="10" y="5"/>
                    </a:cubicBezTo>
                    <a:cubicBezTo>
                      <a:pt x="6" y="7"/>
                      <a:pt x="0" y="16"/>
                      <a:pt x="0" y="21"/>
                    </a:cubicBezTo>
                    <a:cubicBezTo>
                      <a:pt x="1" y="25"/>
                      <a:pt x="6" y="29"/>
                      <a:pt x="10" y="28"/>
                    </a:cubicBezTo>
                    <a:cubicBezTo>
                      <a:pt x="14" y="27"/>
                      <a:pt x="16" y="22"/>
                      <a:pt x="20" y="19"/>
                    </a:cubicBezTo>
                    <a:cubicBezTo>
                      <a:pt x="23" y="17"/>
                      <a:pt x="27" y="16"/>
                      <a:pt x="31" y="17"/>
                    </a:cubicBezTo>
                    <a:cubicBezTo>
                      <a:pt x="35" y="17"/>
                      <a:pt x="36" y="19"/>
                      <a:pt x="39" y="16"/>
                    </a:cubicBezTo>
                    <a:cubicBezTo>
                      <a:pt x="41" y="14"/>
                      <a:pt x="41" y="13"/>
                      <a:pt x="41" y="1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5" name="Freeform 565">
                <a:extLst>
                  <a:ext uri="{FF2B5EF4-FFF2-40B4-BE49-F238E27FC236}">
                    <a16:creationId xmlns:a16="http://schemas.microsoft.com/office/drawing/2014/main" id="{39737EBE-3613-45EA-92AF-95C843C07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3720"/>
                <a:ext cx="79" cy="60"/>
              </a:xfrm>
              <a:custGeom>
                <a:avLst/>
                <a:gdLst>
                  <a:gd name="T0" fmla="*/ 117 w 48"/>
                  <a:gd name="T1" fmla="*/ 582 h 34"/>
                  <a:gd name="T2" fmla="*/ 240 w 48"/>
                  <a:gd name="T3" fmla="*/ 106 h 34"/>
                  <a:gd name="T4" fmla="*/ 462 w 48"/>
                  <a:gd name="T5" fmla="*/ 37 h 34"/>
                  <a:gd name="T6" fmla="*/ 566 w 48"/>
                  <a:gd name="T7" fmla="*/ 203 h 34"/>
                  <a:gd name="T8" fmla="*/ 257 w 48"/>
                  <a:gd name="T9" fmla="*/ 339 h 34"/>
                  <a:gd name="T10" fmla="*/ 133 w 48"/>
                  <a:gd name="T11" fmla="*/ 582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4">
                    <a:moveTo>
                      <a:pt x="10" y="34"/>
                    </a:moveTo>
                    <a:cubicBezTo>
                      <a:pt x="0" y="26"/>
                      <a:pt x="12" y="11"/>
                      <a:pt x="20" y="6"/>
                    </a:cubicBezTo>
                    <a:cubicBezTo>
                      <a:pt x="26" y="3"/>
                      <a:pt x="31" y="0"/>
                      <a:pt x="38" y="2"/>
                    </a:cubicBezTo>
                    <a:cubicBezTo>
                      <a:pt x="42" y="4"/>
                      <a:pt x="48" y="7"/>
                      <a:pt x="47" y="12"/>
                    </a:cubicBezTo>
                    <a:cubicBezTo>
                      <a:pt x="39" y="15"/>
                      <a:pt x="26" y="10"/>
                      <a:pt x="21" y="20"/>
                    </a:cubicBezTo>
                    <a:cubicBezTo>
                      <a:pt x="18" y="28"/>
                      <a:pt x="21" y="34"/>
                      <a:pt x="11" y="3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6" name="Freeform 566">
                <a:extLst>
                  <a:ext uri="{FF2B5EF4-FFF2-40B4-BE49-F238E27FC236}">
                    <a16:creationId xmlns:a16="http://schemas.microsoft.com/office/drawing/2014/main" id="{3D8FDDF6-8255-46A3-80DE-FF2ADBA8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727"/>
                <a:ext cx="72" cy="70"/>
              </a:xfrm>
              <a:custGeom>
                <a:avLst/>
                <a:gdLst>
                  <a:gd name="T0" fmla="*/ 144 w 44"/>
                  <a:gd name="T1" fmla="*/ 592 h 40"/>
                  <a:gd name="T2" fmla="*/ 70 w 44"/>
                  <a:gd name="T3" fmla="*/ 179 h 40"/>
                  <a:gd name="T4" fmla="*/ 407 w 44"/>
                  <a:gd name="T5" fmla="*/ 114 h 40"/>
                  <a:gd name="T6" fmla="*/ 260 w 44"/>
                  <a:gd name="T7" fmla="*/ 327 h 40"/>
                  <a:gd name="T8" fmla="*/ 144 w 44"/>
                  <a:gd name="T9" fmla="*/ 572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0">
                    <a:moveTo>
                      <a:pt x="12" y="36"/>
                    </a:moveTo>
                    <a:cubicBezTo>
                      <a:pt x="2" y="33"/>
                      <a:pt x="0" y="18"/>
                      <a:pt x="6" y="11"/>
                    </a:cubicBezTo>
                    <a:cubicBezTo>
                      <a:pt x="12" y="4"/>
                      <a:pt x="28" y="0"/>
                      <a:pt x="35" y="7"/>
                    </a:cubicBezTo>
                    <a:cubicBezTo>
                      <a:pt x="44" y="16"/>
                      <a:pt x="24" y="15"/>
                      <a:pt x="22" y="20"/>
                    </a:cubicBezTo>
                    <a:cubicBezTo>
                      <a:pt x="20" y="23"/>
                      <a:pt x="21" y="40"/>
                      <a:pt x="12" y="3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7" name="Freeform 567">
                <a:extLst>
                  <a:ext uri="{FF2B5EF4-FFF2-40B4-BE49-F238E27FC236}">
                    <a16:creationId xmlns:a16="http://schemas.microsoft.com/office/drawing/2014/main" id="{132FF1A6-9F4F-48AC-A8AB-D7908ABEA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3733"/>
                <a:ext cx="62" cy="52"/>
              </a:xfrm>
              <a:custGeom>
                <a:avLst/>
                <a:gdLst>
                  <a:gd name="T0" fmla="*/ 47 w 38"/>
                  <a:gd name="T1" fmla="*/ 454 h 30"/>
                  <a:gd name="T2" fmla="*/ 13 w 38"/>
                  <a:gd name="T3" fmla="*/ 298 h 30"/>
                  <a:gd name="T4" fmla="*/ 144 w 38"/>
                  <a:gd name="T5" fmla="*/ 85 h 30"/>
                  <a:gd name="T6" fmla="*/ 405 w 38"/>
                  <a:gd name="T7" fmla="*/ 172 h 30"/>
                  <a:gd name="T8" fmla="*/ 405 w 38"/>
                  <a:gd name="T9" fmla="*/ 321 h 30"/>
                  <a:gd name="T10" fmla="*/ 290 w 38"/>
                  <a:gd name="T11" fmla="*/ 343 h 30"/>
                  <a:gd name="T12" fmla="*/ 184 w 38"/>
                  <a:gd name="T13" fmla="*/ 454 h 30"/>
                  <a:gd name="T14" fmla="*/ 69 w 38"/>
                  <a:gd name="T15" fmla="*/ 454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0">
                    <a:moveTo>
                      <a:pt x="4" y="29"/>
                    </a:moveTo>
                    <a:cubicBezTo>
                      <a:pt x="0" y="30"/>
                      <a:pt x="0" y="21"/>
                      <a:pt x="1" y="19"/>
                    </a:cubicBezTo>
                    <a:cubicBezTo>
                      <a:pt x="2" y="14"/>
                      <a:pt x="7" y="8"/>
                      <a:pt x="12" y="5"/>
                    </a:cubicBezTo>
                    <a:cubicBezTo>
                      <a:pt x="20" y="0"/>
                      <a:pt x="31" y="2"/>
                      <a:pt x="35" y="11"/>
                    </a:cubicBezTo>
                    <a:cubicBezTo>
                      <a:pt x="36" y="14"/>
                      <a:pt x="38" y="19"/>
                      <a:pt x="35" y="21"/>
                    </a:cubicBezTo>
                    <a:cubicBezTo>
                      <a:pt x="32" y="23"/>
                      <a:pt x="28" y="21"/>
                      <a:pt x="25" y="22"/>
                    </a:cubicBezTo>
                    <a:cubicBezTo>
                      <a:pt x="21" y="24"/>
                      <a:pt x="20" y="27"/>
                      <a:pt x="16" y="29"/>
                    </a:cubicBezTo>
                    <a:cubicBezTo>
                      <a:pt x="13" y="30"/>
                      <a:pt x="9" y="30"/>
                      <a:pt x="6" y="2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8" name="Freeform 568">
                <a:extLst>
                  <a:ext uri="{FF2B5EF4-FFF2-40B4-BE49-F238E27FC236}">
                    <a16:creationId xmlns:a16="http://schemas.microsoft.com/office/drawing/2014/main" id="{B63B7561-DBC0-49B6-A14A-AAEDF392F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736"/>
                <a:ext cx="70" cy="33"/>
              </a:xfrm>
              <a:custGeom>
                <a:avLst/>
                <a:gdLst>
                  <a:gd name="T0" fmla="*/ 77 w 43"/>
                  <a:gd name="T1" fmla="*/ 283 h 19"/>
                  <a:gd name="T2" fmla="*/ 21 w 43"/>
                  <a:gd name="T3" fmla="*/ 221 h 19"/>
                  <a:gd name="T4" fmla="*/ 125 w 43"/>
                  <a:gd name="T5" fmla="*/ 85 h 19"/>
                  <a:gd name="T6" fmla="*/ 423 w 43"/>
                  <a:gd name="T7" fmla="*/ 109 h 19"/>
                  <a:gd name="T8" fmla="*/ 273 w 43"/>
                  <a:gd name="T9" fmla="*/ 208 h 19"/>
                  <a:gd name="T10" fmla="*/ 160 w 43"/>
                  <a:gd name="T11" fmla="*/ 234 h 19"/>
                  <a:gd name="T12" fmla="*/ 68 w 43"/>
                  <a:gd name="T13" fmla="*/ 28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9">
                    <a:moveTo>
                      <a:pt x="7" y="18"/>
                    </a:moveTo>
                    <a:cubicBezTo>
                      <a:pt x="5" y="19"/>
                      <a:pt x="3" y="16"/>
                      <a:pt x="2" y="14"/>
                    </a:cubicBezTo>
                    <a:cubicBezTo>
                      <a:pt x="0" y="8"/>
                      <a:pt x="6" y="5"/>
                      <a:pt x="11" y="5"/>
                    </a:cubicBezTo>
                    <a:cubicBezTo>
                      <a:pt x="18" y="4"/>
                      <a:pt x="33" y="0"/>
                      <a:pt x="37" y="7"/>
                    </a:cubicBezTo>
                    <a:cubicBezTo>
                      <a:pt x="43" y="17"/>
                      <a:pt x="28" y="13"/>
                      <a:pt x="24" y="13"/>
                    </a:cubicBezTo>
                    <a:cubicBezTo>
                      <a:pt x="20" y="12"/>
                      <a:pt x="17" y="13"/>
                      <a:pt x="14" y="15"/>
                    </a:cubicBezTo>
                    <a:cubicBezTo>
                      <a:pt x="11" y="16"/>
                      <a:pt x="9" y="18"/>
                      <a:pt x="6" y="1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9" name="Freeform 569">
                <a:extLst>
                  <a:ext uri="{FF2B5EF4-FFF2-40B4-BE49-F238E27FC236}">
                    <a16:creationId xmlns:a16="http://schemas.microsoft.com/office/drawing/2014/main" id="{79BC9F3D-9AF3-4084-B989-E9E478817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3862"/>
                <a:ext cx="76" cy="44"/>
              </a:xfrm>
              <a:custGeom>
                <a:avLst/>
                <a:gdLst>
                  <a:gd name="T0" fmla="*/ 0 w 46"/>
                  <a:gd name="T1" fmla="*/ 380 h 25"/>
                  <a:gd name="T2" fmla="*/ 193 w 46"/>
                  <a:gd name="T3" fmla="*/ 102 h 25"/>
                  <a:gd name="T4" fmla="*/ 477 w 46"/>
                  <a:gd name="T5" fmla="*/ 114 h 25"/>
                  <a:gd name="T6" fmla="*/ 306 w 46"/>
                  <a:gd name="T7" fmla="*/ 317 h 25"/>
                  <a:gd name="T8" fmla="*/ 172 w 46"/>
                  <a:gd name="T9" fmla="*/ 403 h 25"/>
                  <a:gd name="T10" fmla="*/ 35 w 46"/>
                  <a:gd name="T11" fmla="*/ 38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5">
                    <a:moveTo>
                      <a:pt x="0" y="23"/>
                    </a:moveTo>
                    <a:cubicBezTo>
                      <a:pt x="1" y="17"/>
                      <a:pt x="11" y="9"/>
                      <a:pt x="16" y="6"/>
                    </a:cubicBezTo>
                    <a:cubicBezTo>
                      <a:pt x="22" y="3"/>
                      <a:pt x="34" y="0"/>
                      <a:pt x="39" y="7"/>
                    </a:cubicBezTo>
                    <a:cubicBezTo>
                      <a:pt x="46" y="16"/>
                      <a:pt x="31" y="17"/>
                      <a:pt x="25" y="19"/>
                    </a:cubicBezTo>
                    <a:cubicBezTo>
                      <a:pt x="22" y="20"/>
                      <a:pt x="18" y="23"/>
                      <a:pt x="14" y="24"/>
                    </a:cubicBezTo>
                    <a:cubicBezTo>
                      <a:pt x="10" y="25"/>
                      <a:pt x="7" y="23"/>
                      <a:pt x="3" y="2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0" name="Freeform 570">
                <a:extLst>
                  <a:ext uri="{FF2B5EF4-FFF2-40B4-BE49-F238E27FC236}">
                    <a16:creationId xmlns:a16="http://schemas.microsoft.com/office/drawing/2014/main" id="{FE92BA24-4383-49D8-8384-30E07B646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3837"/>
                <a:ext cx="74" cy="49"/>
              </a:xfrm>
              <a:custGeom>
                <a:avLst/>
                <a:gdLst>
                  <a:gd name="T0" fmla="*/ 467 w 45"/>
                  <a:gd name="T1" fmla="*/ 102 h 28"/>
                  <a:gd name="T2" fmla="*/ 192 w 45"/>
                  <a:gd name="T3" fmla="*/ 86 h 28"/>
                  <a:gd name="T4" fmla="*/ 117 w 45"/>
                  <a:gd name="T5" fmla="*/ 413 h 28"/>
                  <a:gd name="T6" fmla="*/ 263 w 45"/>
                  <a:gd name="T7" fmla="*/ 399 h 28"/>
                  <a:gd name="T8" fmla="*/ 373 w 45"/>
                  <a:gd name="T9" fmla="*/ 301 h 28"/>
                  <a:gd name="T10" fmla="*/ 467 w 45"/>
                  <a:gd name="T11" fmla="*/ 10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28">
                    <a:moveTo>
                      <a:pt x="39" y="6"/>
                    </a:moveTo>
                    <a:cubicBezTo>
                      <a:pt x="32" y="0"/>
                      <a:pt x="23" y="0"/>
                      <a:pt x="16" y="5"/>
                    </a:cubicBezTo>
                    <a:cubicBezTo>
                      <a:pt x="9" y="9"/>
                      <a:pt x="0" y="19"/>
                      <a:pt x="10" y="25"/>
                    </a:cubicBezTo>
                    <a:cubicBezTo>
                      <a:pt x="14" y="28"/>
                      <a:pt x="19" y="28"/>
                      <a:pt x="22" y="24"/>
                    </a:cubicBezTo>
                    <a:cubicBezTo>
                      <a:pt x="25" y="19"/>
                      <a:pt x="26" y="19"/>
                      <a:pt x="31" y="18"/>
                    </a:cubicBezTo>
                    <a:cubicBezTo>
                      <a:pt x="38" y="16"/>
                      <a:pt x="45" y="12"/>
                      <a:pt x="39" y="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1" name="Freeform 571">
                <a:extLst>
                  <a:ext uri="{FF2B5EF4-FFF2-40B4-BE49-F238E27FC236}">
                    <a16:creationId xmlns:a16="http://schemas.microsoft.com/office/drawing/2014/main" id="{99541DF0-5166-4147-AD39-F3D1FB0BB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3724"/>
                <a:ext cx="88" cy="61"/>
              </a:xfrm>
              <a:custGeom>
                <a:avLst/>
                <a:gdLst>
                  <a:gd name="T0" fmla="*/ 549 w 54"/>
                  <a:gd name="T1" fmla="*/ 85 h 35"/>
                  <a:gd name="T2" fmla="*/ 220 w 54"/>
                  <a:gd name="T3" fmla="*/ 127 h 35"/>
                  <a:gd name="T4" fmla="*/ 111 w 54"/>
                  <a:gd name="T5" fmla="*/ 498 h 35"/>
                  <a:gd name="T6" fmla="*/ 275 w 54"/>
                  <a:gd name="T7" fmla="*/ 471 h 35"/>
                  <a:gd name="T8" fmla="*/ 460 w 54"/>
                  <a:gd name="T9" fmla="*/ 322 h 35"/>
                  <a:gd name="T10" fmla="*/ 570 w 54"/>
                  <a:gd name="T11" fmla="*/ 8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48" y="5"/>
                    </a:moveTo>
                    <a:cubicBezTo>
                      <a:pt x="40" y="0"/>
                      <a:pt x="27" y="4"/>
                      <a:pt x="19" y="8"/>
                    </a:cubicBezTo>
                    <a:cubicBezTo>
                      <a:pt x="12" y="12"/>
                      <a:pt x="0" y="23"/>
                      <a:pt x="10" y="31"/>
                    </a:cubicBezTo>
                    <a:cubicBezTo>
                      <a:pt x="15" y="35"/>
                      <a:pt x="20" y="32"/>
                      <a:pt x="24" y="29"/>
                    </a:cubicBezTo>
                    <a:cubicBezTo>
                      <a:pt x="29" y="25"/>
                      <a:pt x="35" y="24"/>
                      <a:pt x="40" y="20"/>
                    </a:cubicBezTo>
                    <a:cubicBezTo>
                      <a:pt x="44" y="18"/>
                      <a:pt x="54" y="11"/>
                      <a:pt x="50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2" name="Freeform 572">
                <a:extLst>
                  <a:ext uri="{FF2B5EF4-FFF2-40B4-BE49-F238E27FC236}">
                    <a16:creationId xmlns:a16="http://schemas.microsoft.com/office/drawing/2014/main" id="{06196A90-5676-4D8F-8D14-8975C6471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740"/>
                <a:ext cx="64" cy="34"/>
              </a:xfrm>
              <a:custGeom>
                <a:avLst/>
                <a:gdLst>
                  <a:gd name="T0" fmla="*/ 450 w 39"/>
                  <a:gd name="T1" fmla="*/ 75 h 20"/>
                  <a:gd name="T2" fmla="*/ 146 w 39"/>
                  <a:gd name="T3" fmla="*/ 83 h 20"/>
                  <a:gd name="T4" fmla="*/ 21 w 39"/>
                  <a:gd name="T5" fmla="*/ 182 h 20"/>
                  <a:gd name="T6" fmla="*/ 80 w 39"/>
                  <a:gd name="T7" fmla="*/ 286 h 20"/>
                  <a:gd name="T8" fmla="*/ 248 w 39"/>
                  <a:gd name="T9" fmla="*/ 260 h 20"/>
                  <a:gd name="T10" fmla="*/ 386 w 39"/>
                  <a:gd name="T11" fmla="*/ 218 h 20"/>
                  <a:gd name="T12" fmla="*/ 441 w 39"/>
                  <a:gd name="T13" fmla="*/ 8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0">
                    <a:moveTo>
                      <a:pt x="38" y="5"/>
                    </a:moveTo>
                    <a:cubicBezTo>
                      <a:pt x="33" y="0"/>
                      <a:pt x="18" y="3"/>
                      <a:pt x="12" y="6"/>
                    </a:cubicBezTo>
                    <a:cubicBezTo>
                      <a:pt x="8" y="7"/>
                      <a:pt x="4" y="9"/>
                      <a:pt x="2" y="13"/>
                    </a:cubicBezTo>
                    <a:cubicBezTo>
                      <a:pt x="0" y="18"/>
                      <a:pt x="2" y="20"/>
                      <a:pt x="7" y="20"/>
                    </a:cubicBezTo>
                    <a:cubicBezTo>
                      <a:pt x="12" y="19"/>
                      <a:pt x="16" y="18"/>
                      <a:pt x="21" y="18"/>
                    </a:cubicBezTo>
                    <a:cubicBezTo>
                      <a:pt x="25" y="18"/>
                      <a:pt x="29" y="17"/>
                      <a:pt x="32" y="15"/>
                    </a:cubicBezTo>
                    <a:cubicBezTo>
                      <a:pt x="35" y="14"/>
                      <a:pt x="39" y="10"/>
                      <a:pt x="37" y="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3" name="Freeform 573">
                <a:extLst>
                  <a:ext uri="{FF2B5EF4-FFF2-40B4-BE49-F238E27FC236}">
                    <a16:creationId xmlns:a16="http://schemas.microsoft.com/office/drawing/2014/main" id="{900F0164-6711-4649-B99F-FA4E73892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3881"/>
                <a:ext cx="47" cy="26"/>
              </a:xfrm>
              <a:custGeom>
                <a:avLst/>
                <a:gdLst>
                  <a:gd name="T0" fmla="*/ 323 w 29"/>
                  <a:gd name="T1" fmla="*/ 49 h 15"/>
                  <a:gd name="T2" fmla="*/ 165 w 29"/>
                  <a:gd name="T3" fmla="*/ 16 h 15"/>
                  <a:gd name="T4" fmla="*/ 34 w 29"/>
                  <a:gd name="T5" fmla="*/ 185 h 15"/>
                  <a:gd name="T6" fmla="*/ 102 w 29"/>
                  <a:gd name="T7" fmla="*/ 185 h 15"/>
                  <a:gd name="T8" fmla="*/ 199 w 29"/>
                  <a:gd name="T9" fmla="*/ 151 h 15"/>
                  <a:gd name="T10" fmla="*/ 280 w 29"/>
                  <a:gd name="T11" fmla="*/ 4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5">
                    <a:moveTo>
                      <a:pt x="29" y="3"/>
                    </a:moveTo>
                    <a:cubicBezTo>
                      <a:pt x="24" y="3"/>
                      <a:pt x="20" y="0"/>
                      <a:pt x="15" y="1"/>
                    </a:cubicBezTo>
                    <a:cubicBezTo>
                      <a:pt x="10" y="1"/>
                      <a:pt x="0" y="5"/>
                      <a:pt x="3" y="12"/>
                    </a:cubicBezTo>
                    <a:cubicBezTo>
                      <a:pt x="5" y="15"/>
                      <a:pt x="6" y="13"/>
                      <a:pt x="9" y="12"/>
                    </a:cubicBezTo>
                    <a:cubicBezTo>
                      <a:pt x="12" y="11"/>
                      <a:pt x="14" y="11"/>
                      <a:pt x="18" y="10"/>
                    </a:cubicBezTo>
                    <a:cubicBezTo>
                      <a:pt x="23" y="9"/>
                      <a:pt x="24" y="7"/>
                      <a:pt x="25" y="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4" name="Freeform 574">
                <a:extLst>
                  <a:ext uri="{FF2B5EF4-FFF2-40B4-BE49-F238E27FC236}">
                    <a16:creationId xmlns:a16="http://schemas.microsoft.com/office/drawing/2014/main" id="{5E200F8B-8E8D-48AE-9144-655BA48A8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799"/>
                <a:ext cx="76" cy="65"/>
              </a:xfrm>
              <a:custGeom>
                <a:avLst/>
                <a:gdLst>
                  <a:gd name="T0" fmla="*/ 58 w 46"/>
                  <a:gd name="T1" fmla="*/ 531 h 37"/>
                  <a:gd name="T2" fmla="*/ 58 w 46"/>
                  <a:gd name="T3" fmla="*/ 330 h 37"/>
                  <a:gd name="T4" fmla="*/ 248 w 46"/>
                  <a:gd name="T5" fmla="*/ 65 h 37"/>
                  <a:gd name="T6" fmla="*/ 491 w 46"/>
                  <a:gd name="T7" fmla="*/ 237 h 37"/>
                  <a:gd name="T8" fmla="*/ 373 w 46"/>
                  <a:gd name="T9" fmla="*/ 314 h 37"/>
                  <a:gd name="T10" fmla="*/ 263 w 46"/>
                  <a:gd name="T11" fmla="*/ 466 h 37"/>
                  <a:gd name="T12" fmla="*/ 76 w 46"/>
                  <a:gd name="T13" fmla="*/ 55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7">
                    <a:moveTo>
                      <a:pt x="5" y="32"/>
                    </a:moveTo>
                    <a:cubicBezTo>
                      <a:pt x="0" y="32"/>
                      <a:pt x="4" y="22"/>
                      <a:pt x="5" y="20"/>
                    </a:cubicBezTo>
                    <a:cubicBezTo>
                      <a:pt x="8" y="14"/>
                      <a:pt x="14" y="7"/>
                      <a:pt x="20" y="4"/>
                    </a:cubicBezTo>
                    <a:cubicBezTo>
                      <a:pt x="27" y="0"/>
                      <a:pt x="46" y="1"/>
                      <a:pt x="40" y="14"/>
                    </a:cubicBezTo>
                    <a:cubicBezTo>
                      <a:pt x="38" y="18"/>
                      <a:pt x="34" y="18"/>
                      <a:pt x="30" y="19"/>
                    </a:cubicBezTo>
                    <a:cubicBezTo>
                      <a:pt x="25" y="21"/>
                      <a:pt x="24" y="24"/>
                      <a:pt x="21" y="28"/>
                    </a:cubicBezTo>
                    <a:cubicBezTo>
                      <a:pt x="19" y="31"/>
                      <a:pt x="9" y="37"/>
                      <a:pt x="6" y="3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5" name="Freeform 575">
                <a:extLst>
                  <a:ext uri="{FF2B5EF4-FFF2-40B4-BE49-F238E27FC236}">
                    <a16:creationId xmlns:a16="http://schemas.microsoft.com/office/drawing/2014/main" id="{19A285D6-8789-4D56-B1F9-D4F35DC0D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825"/>
                <a:ext cx="64" cy="61"/>
              </a:xfrm>
              <a:custGeom>
                <a:avLst/>
                <a:gdLst>
                  <a:gd name="T0" fmla="*/ 80 w 39"/>
                  <a:gd name="T1" fmla="*/ 434 h 35"/>
                  <a:gd name="T2" fmla="*/ 110 w 39"/>
                  <a:gd name="T3" fmla="*/ 91 h 35"/>
                  <a:gd name="T4" fmla="*/ 371 w 39"/>
                  <a:gd name="T5" fmla="*/ 91 h 35"/>
                  <a:gd name="T6" fmla="*/ 240 w 39"/>
                  <a:gd name="T7" fmla="*/ 286 h 35"/>
                  <a:gd name="T8" fmla="*/ 80 w 39"/>
                  <a:gd name="T9" fmla="*/ 434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7" y="27"/>
                    </a:moveTo>
                    <a:cubicBezTo>
                      <a:pt x="0" y="24"/>
                      <a:pt x="6" y="9"/>
                      <a:pt x="9" y="6"/>
                    </a:cubicBezTo>
                    <a:cubicBezTo>
                      <a:pt x="15" y="1"/>
                      <a:pt x="26" y="0"/>
                      <a:pt x="31" y="6"/>
                    </a:cubicBezTo>
                    <a:cubicBezTo>
                      <a:pt x="39" y="16"/>
                      <a:pt x="25" y="14"/>
                      <a:pt x="20" y="18"/>
                    </a:cubicBezTo>
                    <a:cubicBezTo>
                      <a:pt x="18" y="20"/>
                      <a:pt x="10" y="35"/>
                      <a:pt x="7" y="2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6" name="Freeform 576">
                <a:extLst>
                  <a:ext uri="{FF2B5EF4-FFF2-40B4-BE49-F238E27FC236}">
                    <a16:creationId xmlns:a16="http://schemas.microsoft.com/office/drawing/2014/main" id="{9658A1BA-9E0F-4756-8A75-5D5B520EE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3837"/>
                <a:ext cx="46" cy="46"/>
              </a:xfrm>
              <a:custGeom>
                <a:avLst/>
                <a:gdLst>
                  <a:gd name="T0" fmla="*/ 261 w 28"/>
                  <a:gd name="T1" fmla="*/ 37 h 26"/>
                  <a:gd name="T2" fmla="*/ 21 w 28"/>
                  <a:gd name="T3" fmla="*/ 138 h 26"/>
                  <a:gd name="T4" fmla="*/ 21 w 28"/>
                  <a:gd name="T5" fmla="*/ 359 h 26"/>
                  <a:gd name="T6" fmla="*/ 146 w 28"/>
                  <a:gd name="T7" fmla="*/ 403 h 26"/>
                  <a:gd name="T8" fmla="*/ 219 w 28"/>
                  <a:gd name="T9" fmla="*/ 265 h 26"/>
                  <a:gd name="T10" fmla="*/ 297 w 28"/>
                  <a:gd name="T11" fmla="*/ 188 h 26"/>
                  <a:gd name="T12" fmla="*/ 276 w 28"/>
                  <a:gd name="T13" fmla="*/ 37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22" y="2"/>
                    </a:moveTo>
                    <a:cubicBezTo>
                      <a:pt x="15" y="0"/>
                      <a:pt x="6" y="0"/>
                      <a:pt x="2" y="8"/>
                    </a:cubicBezTo>
                    <a:cubicBezTo>
                      <a:pt x="0" y="12"/>
                      <a:pt x="0" y="17"/>
                      <a:pt x="2" y="21"/>
                    </a:cubicBezTo>
                    <a:cubicBezTo>
                      <a:pt x="5" y="24"/>
                      <a:pt x="8" y="26"/>
                      <a:pt x="12" y="23"/>
                    </a:cubicBezTo>
                    <a:cubicBezTo>
                      <a:pt x="14" y="21"/>
                      <a:pt x="15" y="17"/>
                      <a:pt x="18" y="15"/>
                    </a:cubicBezTo>
                    <a:cubicBezTo>
                      <a:pt x="21" y="13"/>
                      <a:pt x="23" y="13"/>
                      <a:pt x="25" y="11"/>
                    </a:cubicBezTo>
                    <a:cubicBezTo>
                      <a:pt x="28" y="8"/>
                      <a:pt x="27" y="4"/>
                      <a:pt x="23" y="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7" name="Freeform 577">
                <a:extLst>
                  <a:ext uri="{FF2B5EF4-FFF2-40B4-BE49-F238E27FC236}">
                    <a16:creationId xmlns:a16="http://schemas.microsoft.com/office/drawing/2014/main" id="{DCB97FAA-E3EC-4F36-AD39-68EAE58E8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874"/>
                <a:ext cx="86" cy="26"/>
              </a:xfrm>
              <a:custGeom>
                <a:avLst/>
                <a:gdLst>
                  <a:gd name="T0" fmla="*/ 643 w 52"/>
                  <a:gd name="T1" fmla="*/ 185 h 15"/>
                  <a:gd name="T2" fmla="*/ 422 w 52"/>
                  <a:gd name="T3" fmla="*/ 16 h 15"/>
                  <a:gd name="T4" fmla="*/ 112 w 52"/>
                  <a:gd name="T5" fmla="*/ 28 h 15"/>
                  <a:gd name="T6" fmla="*/ 60 w 52"/>
                  <a:gd name="T7" fmla="*/ 185 h 15"/>
                  <a:gd name="T8" fmla="*/ 137 w 52"/>
                  <a:gd name="T9" fmla="*/ 185 h 15"/>
                  <a:gd name="T10" fmla="*/ 271 w 52"/>
                  <a:gd name="T11" fmla="*/ 151 h 15"/>
                  <a:gd name="T12" fmla="*/ 493 w 52"/>
                  <a:gd name="T13" fmla="*/ 185 h 15"/>
                  <a:gd name="T14" fmla="*/ 607 w 52"/>
                  <a:gd name="T15" fmla="*/ 234 h 15"/>
                  <a:gd name="T16" fmla="*/ 628 w 52"/>
                  <a:gd name="T17" fmla="*/ 22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5">
                    <a:moveTo>
                      <a:pt x="52" y="12"/>
                    </a:moveTo>
                    <a:cubicBezTo>
                      <a:pt x="49" y="5"/>
                      <a:pt x="42" y="1"/>
                      <a:pt x="34" y="1"/>
                    </a:cubicBezTo>
                    <a:cubicBezTo>
                      <a:pt x="27" y="1"/>
                      <a:pt x="16" y="0"/>
                      <a:pt x="9" y="2"/>
                    </a:cubicBezTo>
                    <a:cubicBezTo>
                      <a:pt x="5" y="3"/>
                      <a:pt x="0" y="9"/>
                      <a:pt x="5" y="12"/>
                    </a:cubicBezTo>
                    <a:cubicBezTo>
                      <a:pt x="6" y="14"/>
                      <a:pt x="9" y="12"/>
                      <a:pt x="11" y="12"/>
                    </a:cubicBezTo>
                    <a:cubicBezTo>
                      <a:pt x="14" y="11"/>
                      <a:pt x="18" y="11"/>
                      <a:pt x="22" y="10"/>
                    </a:cubicBezTo>
                    <a:cubicBezTo>
                      <a:pt x="28" y="10"/>
                      <a:pt x="34" y="10"/>
                      <a:pt x="40" y="12"/>
                    </a:cubicBezTo>
                    <a:cubicBezTo>
                      <a:pt x="43" y="13"/>
                      <a:pt x="45" y="15"/>
                      <a:pt x="49" y="15"/>
                    </a:cubicBezTo>
                    <a:cubicBezTo>
                      <a:pt x="50" y="15"/>
                      <a:pt x="50" y="15"/>
                      <a:pt x="51" y="1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8" name="Freeform 578">
                <a:extLst>
                  <a:ext uri="{FF2B5EF4-FFF2-40B4-BE49-F238E27FC236}">
                    <a16:creationId xmlns:a16="http://schemas.microsoft.com/office/drawing/2014/main" id="{FC71EB01-0039-4822-B567-1BCD82433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3818"/>
                <a:ext cx="46" cy="47"/>
              </a:xfrm>
              <a:custGeom>
                <a:avLst/>
                <a:gdLst>
                  <a:gd name="T0" fmla="*/ 319 w 28"/>
                  <a:gd name="T1" fmla="*/ 85 h 27"/>
                  <a:gd name="T2" fmla="*/ 54 w 28"/>
                  <a:gd name="T3" fmla="*/ 127 h 27"/>
                  <a:gd name="T4" fmla="*/ 13 w 28"/>
                  <a:gd name="T5" fmla="*/ 299 h 27"/>
                  <a:gd name="T6" fmla="*/ 54 w 28"/>
                  <a:gd name="T7" fmla="*/ 406 h 27"/>
                  <a:gd name="T8" fmla="*/ 89 w 28"/>
                  <a:gd name="T9" fmla="*/ 406 h 27"/>
                  <a:gd name="T10" fmla="*/ 110 w 28"/>
                  <a:gd name="T11" fmla="*/ 322 h 27"/>
                  <a:gd name="T12" fmla="*/ 156 w 28"/>
                  <a:gd name="T13" fmla="*/ 275 h 27"/>
                  <a:gd name="T14" fmla="*/ 276 w 28"/>
                  <a:gd name="T15" fmla="*/ 237 h 27"/>
                  <a:gd name="T16" fmla="*/ 319 w 28"/>
                  <a:gd name="T17" fmla="*/ 85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7">
                    <a:moveTo>
                      <a:pt x="27" y="5"/>
                    </a:moveTo>
                    <a:cubicBezTo>
                      <a:pt x="20" y="0"/>
                      <a:pt x="10" y="1"/>
                      <a:pt x="4" y="8"/>
                    </a:cubicBezTo>
                    <a:cubicBezTo>
                      <a:pt x="1" y="11"/>
                      <a:pt x="0" y="15"/>
                      <a:pt x="1" y="19"/>
                    </a:cubicBezTo>
                    <a:cubicBezTo>
                      <a:pt x="2" y="21"/>
                      <a:pt x="2" y="24"/>
                      <a:pt x="4" y="25"/>
                    </a:cubicBezTo>
                    <a:cubicBezTo>
                      <a:pt x="6" y="27"/>
                      <a:pt x="6" y="26"/>
                      <a:pt x="7" y="25"/>
                    </a:cubicBezTo>
                    <a:cubicBezTo>
                      <a:pt x="8" y="23"/>
                      <a:pt x="8" y="21"/>
                      <a:pt x="9" y="20"/>
                    </a:cubicBezTo>
                    <a:cubicBezTo>
                      <a:pt x="10" y="19"/>
                      <a:pt x="12" y="18"/>
                      <a:pt x="13" y="17"/>
                    </a:cubicBezTo>
                    <a:cubicBezTo>
                      <a:pt x="16" y="16"/>
                      <a:pt x="20" y="17"/>
                      <a:pt x="23" y="15"/>
                    </a:cubicBezTo>
                    <a:cubicBezTo>
                      <a:pt x="27" y="13"/>
                      <a:pt x="28" y="8"/>
                      <a:pt x="27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9" name="Freeform 579">
                <a:extLst>
                  <a:ext uri="{FF2B5EF4-FFF2-40B4-BE49-F238E27FC236}">
                    <a16:creationId xmlns:a16="http://schemas.microsoft.com/office/drawing/2014/main" id="{F85CB348-CD79-4EC1-B132-A4B11C52F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405"/>
                <a:ext cx="294" cy="192"/>
              </a:xfrm>
              <a:custGeom>
                <a:avLst/>
                <a:gdLst>
                  <a:gd name="T0" fmla="*/ 0 w 179"/>
                  <a:gd name="T1" fmla="*/ 761 h 110"/>
                  <a:gd name="T2" fmla="*/ 1097 w 179"/>
                  <a:gd name="T3" fmla="*/ 0 h 110"/>
                  <a:gd name="T4" fmla="*/ 2138 w 179"/>
                  <a:gd name="T5" fmla="*/ 972 h 110"/>
                  <a:gd name="T6" fmla="*/ 1041 w 179"/>
                  <a:gd name="T7" fmla="*/ 1733 h 110"/>
                  <a:gd name="T8" fmla="*/ 0 w 179"/>
                  <a:gd name="T9" fmla="*/ 761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110">
                    <a:moveTo>
                      <a:pt x="0" y="47"/>
                    </a:moveTo>
                    <a:cubicBezTo>
                      <a:pt x="0" y="47"/>
                      <a:pt x="43" y="0"/>
                      <a:pt x="92" y="0"/>
                    </a:cubicBezTo>
                    <a:cubicBezTo>
                      <a:pt x="141" y="0"/>
                      <a:pt x="176" y="58"/>
                      <a:pt x="179" y="60"/>
                    </a:cubicBezTo>
                    <a:cubicBezTo>
                      <a:pt x="179" y="60"/>
                      <a:pt x="167" y="110"/>
                      <a:pt x="87" y="107"/>
                    </a:cubicBezTo>
                    <a:cubicBezTo>
                      <a:pt x="7" y="105"/>
                      <a:pt x="0" y="47"/>
                      <a:pt x="0" y="47"/>
                    </a:cubicBezTo>
                    <a:close/>
                  </a:path>
                </a:pathLst>
              </a:custGeom>
              <a:solidFill>
                <a:srgbClr val="F9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0" name="Freeform 580">
                <a:extLst>
                  <a:ext uri="{FF2B5EF4-FFF2-40B4-BE49-F238E27FC236}">
                    <a16:creationId xmlns:a16="http://schemas.microsoft.com/office/drawing/2014/main" id="{D85BB4CF-A4DA-4D4A-B94F-90B933E5E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490"/>
                <a:ext cx="304" cy="124"/>
              </a:xfrm>
              <a:custGeom>
                <a:avLst/>
                <a:gdLst>
                  <a:gd name="T0" fmla="*/ 2004 w 186"/>
                  <a:gd name="T1" fmla="*/ 199 h 71"/>
                  <a:gd name="T2" fmla="*/ 935 w 186"/>
                  <a:gd name="T3" fmla="*/ 936 h 71"/>
                  <a:gd name="T4" fmla="*/ 0 w 186"/>
                  <a:gd name="T5" fmla="*/ 286 h 71"/>
                  <a:gd name="T6" fmla="*/ 1082 w 186"/>
                  <a:gd name="T7" fmla="*/ 1107 h 71"/>
                  <a:gd name="T8" fmla="*/ 2092 w 186"/>
                  <a:gd name="T9" fmla="*/ 159 h 71"/>
                  <a:gd name="T10" fmla="*/ 2004 w 186"/>
                  <a:gd name="T11" fmla="*/ 19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6" h="71">
                    <a:moveTo>
                      <a:pt x="172" y="12"/>
                    </a:moveTo>
                    <a:cubicBezTo>
                      <a:pt x="168" y="22"/>
                      <a:pt x="149" y="61"/>
                      <a:pt x="80" y="58"/>
                    </a:cubicBezTo>
                    <a:cubicBezTo>
                      <a:pt x="31" y="57"/>
                      <a:pt x="9" y="35"/>
                      <a:pt x="0" y="18"/>
                    </a:cubicBezTo>
                    <a:cubicBezTo>
                      <a:pt x="6" y="34"/>
                      <a:pt x="35" y="66"/>
                      <a:pt x="93" y="68"/>
                    </a:cubicBezTo>
                    <a:cubicBezTo>
                      <a:pt x="173" y="71"/>
                      <a:pt x="186" y="17"/>
                      <a:pt x="179" y="10"/>
                    </a:cubicBezTo>
                    <a:cubicBezTo>
                      <a:pt x="174" y="3"/>
                      <a:pt x="161" y="0"/>
                      <a:pt x="172" y="12"/>
                    </a:cubicBezTo>
                    <a:close/>
                  </a:path>
                </a:pathLst>
              </a:custGeom>
              <a:solidFill>
                <a:srgbClr val="EF8F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1" name="Freeform 581">
                <a:extLst>
                  <a:ext uri="{FF2B5EF4-FFF2-40B4-BE49-F238E27FC236}">
                    <a16:creationId xmlns:a16="http://schemas.microsoft.com/office/drawing/2014/main" id="{2470EAC3-BCCD-4BAF-8B37-0C000367E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509"/>
                <a:ext cx="283" cy="90"/>
              </a:xfrm>
              <a:custGeom>
                <a:avLst/>
                <a:gdLst>
                  <a:gd name="T0" fmla="*/ 2012 w 173"/>
                  <a:gd name="T1" fmla="*/ 0 h 51"/>
                  <a:gd name="T2" fmla="*/ 923 w 173"/>
                  <a:gd name="T3" fmla="*/ 697 h 51"/>
                  <a:gd name="T4" fmla="*/ 0 w 173"/>
                  <a:gd name="T5" fmla="*/ 106 h 51"/>
                  <a:gd name="T6" fmla="*/ 1068 w 173"/>
                  <a:gd name="T7" fmla="*/ 835 h 51"/>
                  <a:gd name="T8" fmla="*/ 2025 w 173"/>
                  <a:gd name="T9" fmla="*/ 0 h 51"/>
                  <a:gd name="T10" fmla="*/ 2012 w 173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51">
                    <a:moveTo>
                      <a:pt x="172" y="0"/>
                    </a:moveTo>
                    <a:cubicBezTo>
                      <a:pt x="168" y="9"/>
                      <a:pt x="147" y="43"/>
                      <a:pt x="79" y="41"/>
                    </a:cubicBezTo>
                    <a:cubicBezTo>
                      <a:pt x="30" y="39"/>
                      <a:pt x="9" y="20"/>
                      <a:pt x="0" y="6"/>
                    </a:cubicBezTo>
                    <a:cubicBezTo>
                      <a:pt x="6" y="20"/>
                      <a:pt x="34" y="47"/>
                      <a:pt x="91" y="49"/>
                    </a:cubicBezTo>
                    <a:cubicBezTo>
                      <a:pt x="170" y="51"/>
                      <a:pt x="173" y="0"/>
                      <a:pt x="173" y="0"/>
                    </a:cubicBezTo>
                    <a:cubicBezTo>
                      <a:pt x="172" y="0"/>
                      <a:pt x="173" y="1"/>
                      <a:pt x="172" y="0"/>
                    </a:cubicBezTo>
                    <a:close/>
                  </a:path>
                </a:pathLst>
              </a:custGeom>
              <a:solidFill>
                <a:srgbClr val="ED7E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2" name="Freeform 582">
                <a:extLst>
                  <a:ext uri="{FF2B5EF4-FFF2-40B4-BE49-F238E27FC236}">
                    <a16:creationId xmlns:a16="http://schemas.microsoft.com/office/drawing/2014/main" id="{1C2B5BEC-18AE-452C-8BAF-752EF2DCF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427"/>
                <a:ext cx="294" cy="170"/>
              </a:xfrm>
              <a:custGeom>
                <a:avLst/>
                <a:gdLst>
                  <a:gd name="T0" fmla="*/ 1754 w 179"/>
                  <a:gd name="T1" fmla="*/ 1143 h 97"/>
                  <a:gd name="T2" fmla="*/ 488 w 179"/>
                  <a:gd name="T3" fmla="*/ 894 h 97"/>
                  <a:gd name="T4" fmla="*/ 539 w 179"/>
                  <a:gd name="T5" fmla="*/ 0 h 97"/>
                  <a:gd name="T6" fmla="*/ 539 w 179"/>
                  <a:gd name="T7" fmla="*/ 0 h 97"/>
                  <a:gd name="T8" fmla="*/ 0 w 179"/>
                  <a:gd name="T9" fmla="*/ 564 h 97"/>
                  <a:gd name="T10" fmla="*/ 1041 w 179"/>
                  <a:gd name="T11" fmla="*/ 1555 h 97"/>
                  <a:gd name="T12" fmla="*/ 2138 w 179"/>
                  <a:gd name="T13" fmla="*/ 775 h 97"/>
                  <a:gd name="T14" fmla="*/ 2138 w 179"/>
                  <a:gd name="T15" fmla="*/ 775 h 97"/>
                  <a:gd name="T16" fmla="*/ 1754 w 179"/>
                  <a:gd name="T17" fmla="*/ 1143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9" h="97">
                    <a:moveTo>
                      <a:pt x="147" y="69"/>
                    </a:moveTo>
                    <a:cubicBezTo>
                      <a:pt x="117" y="79"/>
                      <a:pt x="66" y="79"/>
                      <a:pt x="41" y="54"/>
                    </a:cubicBezTo>
                    <a:cubicBezTo>
                      <a:pt x="28" y="41"/>
                      <a:pt x="13" y="15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18" y="14"/>
                      <a:pt x="0" y="34"/>
                      <a:pt x="0" y="34"/>
                    </a:cubicBezTo>
                    <a:cubicBezTo>
                      <a:pt x="0" y="34"/>
                      <a:pt x="7" y="92"/>
                      <a:pt x="87" y="94"/>
                    </a:cubicBezTo>
                    <a:cubicBezTo>
                      <a:pt x="167" y="97"/>
                      <a:pt x="179" y="47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73" y="55"/>
                      <a:pt x="157" y="66"/>
                      <a:pt x="147" y="69"/>
                    </a:cubicBezTo>
                    <a:close/>
                  </a:path>
                </a:pathLst>
              </a:custGeom>
              <a:solidFill>
                <a:srgbClr val="FAD9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3" name="Freeform 583">
                <a:extLst>
                  <a:ext uri="{FF2B5EF4-FFF2-40B4-BE49-F238E27FC236}">
                    <a16:creationId xmlns:a16="http://schemas.microsoft.com/office/drawing/2014/main" id="{7E8C3F2F-FFE4-4DB0-B282-0C4766313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408"/>
                <a:ext cx="116" cy="93"/>
              </a:xfrm>
              <a:custGeom>
                <a:avLst/>
                <a:gdLst>
                  <a:gd name="T0" fmla="*/ 770 w 71"/>
                  <a:gd name="T1" fmla="*/ 665 h 53"/>
                  <a:gd name="T2" fmla="*/ 350 w 71"/>
                  <a:gd name="T3" fmla="*/ 751 h 53"/>
                  <a:gd name="T4" fmla="*/ 56 w 71"/>
                  <a:gd name="T5" fmla="*/ 286 h 53"/>
                  <a:gd name="T6" fmla="*/ 515 w 71"/>
                  <a:gd name="T7" fmla="*/ 102 h 53"/>
                  <a:gd name="T8" fmla="*/ 770 w 71"/>
                  <a:gd name="T9" fmla="*/ 665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53">
                    <a:moveTo>
                      <a:pt x="66" y="40"/>
                    </a:moveTo>
                    <a:cubicBezTo>
                      <a:pt x="61" y="53"/>
                      <a:pt x="47" y="52"/>
                      <a:pt x="30" y="45"/>
                    </a:cubicBezTo>
                    <a:cubicBezTo>
                      <a:pt x="13" y="39"/>
                      <a:pt x="0" y="30"/>
                      <a:pt x="5" y="17"/>
                    </a:cubicBezTo>
                    <a:cubicBezTo>
                      <a:pt x="9" y="5"/>
                      <a:pt x="27" y="0"/>
                      <a:pt x="44" y="6"/>
                    </a:cubicBezTo>
                    <a:cubicBezTo>
                      <a:pt x="61" y="13"/>
                      <a:pt x="71" y="28"/>
                      <a:pt x="66" y="40"/>
                    </a:cubicBezTo>
                    <a:close/>
                  </a:path>
                </a:pathLst>
              </a:custGeom>
              <a:solidFill>
                <a:srgbClr val="FA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4" name="Oval 584">
                <a:extLst>
                  <a:ext uri="{FF2B5EF4-FFF2-40B4-BE49-F238E27FC236}">
                    <a16:creationId xmlns:a16="http://schemas.microsoft.com/office/drawing/2014/main" id="{5A3D044D-50FB-48A8-A8AB-FFA0F043F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459"/>
                <a:ext cx="25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265" name="Oval 585">
                <a:extLst>
                  <a:ext uri="{FF2B5EF4-FFF2-40B4-BE49-F238E27FC236}">
                    <a16:creationId xmlns:a16="http://schemas.microsoft.com/office/drawing/2014/main" id="{0C96A1EB-3C23-4B30-9646-C103CD4A2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" y="244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266" name="Freeform 586">
                <a:extLst>
                  <a:ext uri="{FF2B5EF4-FFF2-40B4-BE49-F238E27FC236}">
                    <a16:creationId xmlns:a16="http://schemas.microsoft.com/office/drawing/2014/main" id="{7652D101-D490-43B7-B71E-81AB875E7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405"/>
                <a:ext cx="294" cy="104"/>
              </a:xfrm>
              <a:custGeom>
                <a:avLst/>
                <a:gdLst>
                  <a:gd name="T0" fmla="*/ 2138 w 179"/>
                  <a:gd name="T1" fmla="*/ 938 h 60"/>
                  <a:gd name="T2" fmla="*/ 1097 w 179"/>
                  <a:gd name="T3" fmla="*/ 0 h 60"/>
                  <a:gd name="T4" fmla="*/ 0 w 179"/>
                  <a:gd name="T5" fmla="*/ 73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60">
                    <a:moveTo>
                      <a:pt x="179" y="60"/>
                    </a:moveTo>
                    <a:cubicBezTo>
                      <a:pt x="176" y="58"/>
                      <a:pt x="141" y="0"/>
                      <a:pt x="92" y="0"/>
                    </a:cubicBezTo>
                    <a:cubicBezTo>
                      <a:pt x="43" y="0"/>
                      <a:pt x="0" y="47"/>
                      <a:pt x="0" y="4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7" name="Freeform 587">
                <a:extLst>
                  <a:ext uri="{FF2B5EF4-FFF2-40B4-BE49-F238E27FC236}">
                    <a16:creationId xmlns:a16="http://schemas.microsoft.com/office/drawing/2014/main" id="{C2638A38-9699-480A-9FFC-E9BB91464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13"/>
                <a:ext cx="161" cy="93"/>
              </a:xfrm>
              <a:custGeom>
                <a:avLst/>
                <a:gdLst>
                  <a:gd name="T0" fmla="*/ 1175 w 98"/>
                  <a:gd name="T1" fmla="*/ 0 h 53"/>
                  <a:gd name="T2" fmla="*/ 0 w 98"/>
                  <a:gd name="T3" fmla="*/ 751 h 53"/>
                  <a:gd name="T4" fmla="*/ 1175 w 98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53">
                    <a:moveTo>
                      <a:pt x="98" y="0"/>
                    </a:moveTo>
                    <a:cubicBezTo>
                      <a:pt x="98" y="0"/>
                      <a:pt x="83" y="53"/>
                      <a:pt x="0" y="45"/>
                    </a:cubicBezTo>
                    <a:cubicBezTo>
                      <a:pt x="0" y="45"/>
                      <a:pt x="73" y="51"/>
                      <a:pt x="98" y="0"/>
                    </a:cubicBezTo>
                    <a:close/>
                  </a:path>
                </a:pathLst>
              </a:custGeom>
              <a:solidFill>
                <a:srgbClr val="B23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8" name="Freeform 588">
                <a:extLst>
                  <a:ext uri="{FF2B5EF4-FFF2-40B4-BE49-F238E27FC236}">
                    <a16:creationId xmlns:a16="http://schemas.microsoft.com/office/drawing/2014/main" id="{1ED54C44-AFFB-427C-B7E3-D8642D68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485"/>
                <a:ext cx="77" cy="94"/>
              </a:xfrm>
              <a:custGeom>
                <a:avLst/>
                <a:gdLst>
                  <a:gd name="T0" fmla="*/ 552 w 47"/>
                  <a:gd name="T1" fmla="*/ 863 h 54"/>
                  <a:gd name="T2" fmla="*/ 0 w 47"/>
                  <a:gd name="T3" fmla="*/ 0 h 54"/>
                  <a:gd name="T4" fmla="*/ 34 w 47"/>
                  <a:gd name="T5" fmla="*/ 0 h 54"/>
                  <a:gd name="T6" fmla="*/ 552 w 47"/>
                  <a:gd name="T7" fmla="*/ 863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54">
                    <a:moveTo>
                      <a:pt x="47" y="54"/>
                    </a:moveTo>
                    <a:cubicBezTo>
                      <a:pt x="47" y="54"/>
                      <a:pt x="7" y="44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33"/>
                      <a:pt x="47" y="5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9" name="Freeform 589">
                <a:extLst>
                  <a:ext uri="{FF2B5EF4-FFF2-40B4-BE49-F238E27FC236}">
                    <a16:creationId xmlns:a16="http://schemas.microsoft.com/office/drawing/2014/main" id="{A1ADF6A0-3667-40B8-96EA-3227CE9A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413"/>
                <a:ext cx="125" cy="96"/>
              </a:xfrm>
              <a:custGeom>
                <a:avLst/>
                <a:gdLst>
                  <a:gd name="T0" fmla="*/ 21 w 76"/>
                  <a:gd name="T1" fmla="*/ 698 h 55"/>
                  <a:gd name="T2" fmla="*/ 918 w 76"/>
                  <a:gd name="T3" fmla="*/ 0 h 55"/>
                  <a:gd name="T4" fmla="*/ 58 w 76"/>
                  <a:gd name="T5" fmla="*/ 892 h 55"/>
                  <a:gd name="T6" fmla="*/ 21 w 76"/>
                  <a:gd name="T7" fmla="*/ 69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55">
                    <a:moveTo>
                      <a:pt x="2" y="43"/>
                    </a:moveTo>
                    <a:cubicBezTo>
                      <a:pt x="2" y="43"/>
                      <a:pt x="34" y="6"/>
                      <a:pt x="76" y="0"/>
                    </a:cubicBezTo>
                    <a:cubicBezTo>
                      <a:pt x="76" y="0"/>
                      <a:pt x="6" y="23"/>
                      <a:pt x="5" y="55"/>
                    </a:cubicBezTo>
                    <a:cubicBezTo>
                      <a:pt x="5" y="55"/>
                      <a:pt x="0" y="49"/>
                      <a:pt x="2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0" name="Freeform 590">
                <a:extLst>
                  <a:ext uri="{FF2B5EF4-FFF2-40B4-BE49-F238E27FC236}">
                    <a16:creationId xmlns:a16="http://schemas.microsoft.com/office/drawing/2014/main" id="{E971FBE5-00BE-49BC-8FBF-5CF05ABF8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737"/>
                <a:ext cx="1408" cy="513"/>
              </a:xfrm>
              <a:custGeom>
                <a:avLst/>
                <a:gdLst>
                  <a:gd name="T0" fmla="*/ 0 w 859"/>
                  <a:gd name="T1" fmla="*/ 3396 h 294"/>
                  <a:gd name="T2" fmla="*/ 2021 w 859"/>
                  <a:gd name="T3" fmla="*/ 1954 h 294"/>
                  <a:gd name="T4" fmla="*/ 4994 w 859"/>
                  <a:gd name="T5" fmla="*/ 0 h 294"/>
                  <a:gd name="T6" fmla="*/ 8020 w 859"/>
                  <a:gd name="T7" fmla="*/ 1905 h 294"/>
                  <a:gd name="T8" fmla="*/ 10164 w 859"/>
                  <a:gd name="T9" fmla="*/ 3396 h 294"/>
                  <a:gd name="T10" fmla="*/ 10164 w 859"/>
                  <a:gd name="T11" fmla="*/ 4172 h 294"/>
                  <a:gd name="T12" fmla="*/ 8143 w 859"/>
                  <a:gd name="T13" fmla="*/ 4345 h 294"/>
                  <a:gd name="T14" fmla="*/ 4994 w 859"/>
                  <a:gd name="T15" fmla="*/ 4737 h 294"/>
                  <a:gd name="T16" fmla="*/ 1819 w 859"/>
                  <a:gd name="T17" fmla="*/ 4256 h 294"/>
                  <a:gd name="T18" fmla="*/ 0 w 859"/>
                  <a:gd name="T19" fmla="*/ 4156 h 294"/>
                  <a:gd name="T20" fmla="*/ 0 w 859"/>
                  <a:gd name="T21" fmla="*/ 3396 h 2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9" h="294">
                    <a:moveTo>
                      <a:pt x="0" y="210"/>
                    </a:moveTo>
                    <a:cubicBezTo>
                      <a:pt x="0" y="210"/>
                      <a:pt x="72" y="210"/>
                      <a:pt x="171" y="121"/>
                    </a:cubicBezTo>
                    <a:cubicBezTo>
                      <a:pt x="238" y="60"/>
                      <a:pt x="311" y="0"/>
                      <a:pt x="422" y="0"/>
                    </a:cubicBezTo>
                    <a:cubicBezTo>
                      <a:pt x="532" y="0"/>
                      <a:pt x="605" y="63"/>
                      <a:pt x="678" y="118"/>
                    </a:cubicBezTo>
                    <a:cubicBezTo>
                      <a:pt x="750" y="173"/>
                      <a:pt x="811" y="210"/>
                      <a:pt x="859" y="210"/>
                    </a:cubicBezTo>
                    <a:cubicBezTo>
                      <a:pt x="859" y="258"/>
                      <a:pt x="859" y="258"/>
                      <a:pt x="859" y="258"/>
                    </a:cubicBezTo>
                    <a:cubicBezTo>
                      <a:pt x="859" y="258"/>
                      <a:pt x="772" y="259"/>
                      <a:pt x="688" y="269"/>
                    </a:cubicBezTo>
                    <a:cubicBezTo>
                      <a:pt x="639" y="275"/>
                      <a:pt x="490" y="294"/>
                      <a:pt x="422" y="293"/>
                    </a:cubicBezTo>
                    <a:cubicBezTo>
                      <a:pt x="355" y="291"/>
                      <a:pt x="211" y="261"/>
                      <a:pt x="154" y="263"/>
                    </a:cubicBezTo>
                    <a:cubicBezTo>
                      <a:pt x="97" y="264"/>
                      <a:pt x="0" y="257"/>
                      <a:pt x="0" y="257"/>
                    </a:cubicBezTo>
                    <a:lnTo>
                      <a:pt x="0" y="210"/>
                    </a:lnTo>
                    <a:close/>
                  </a:path>
                </a:pathLst>
              </a:custGeom>
              <a:solidFill>
                <a:srgbClr val="F2A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1" name="Freeform 591">
                <a:extLst>
                  <a:ext uri="{FF2B5EF4-FFF2-40B4-BE49-F238E27FC236}">
                    <a16:creationId xmlns:a16="http://schemas.microsoft.com/office/drawing/2014/main" id="{28BC42A9-3C9E-4051-AC67-C3F565F8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806"/>
                <a:ext cx="1277" cy="444"/>
              </a:xfrm>
              <a:custGeom>
                <a:avLst/>
                <a:gdLst>
                  <a:gd name="T0" fmla="*/ 0 w 779"/>
                  <a:gd name="T1" fmla="*/ 3571 h 254"/>
                  <a:gd name="T2" fmla="*/ 1387 w 779"/>
                  <a:gd name="T3" fmla="*/ 3643 h 254"/>
                  <a:gd name="T4" fmla="*/ 4556 w 779"/>
                  <a:gd name="T5" fmla="*/ 4129 h 254"/>
                  <a:gd name="T6" fmla="*/ 7705 w 779"/>
                  <a:gd name="T7" fmla="*/ 3734 h 254"/>
                  <a:gd name="T8" fmla="*/ 9219 w 779"/>
                  <a:gd name="T9" fmla="*/ 3571 h 254"/>
                  <a:gd name="T10" fmla="*/ 7814 w 779"/>
                  <a:gd name="T11" fmla="*/ 2356 h 254"/>
                  <a:gd name="T12" fmla="*/ 4541 w 779"/>
                  <a:gd name="T13" fmla="*/ 16 h 254"/>
                  <a:gd name="T14" fmla="*/ 0 w 779"/>
                  <a:gd name="T15" fmla="*/ 3571 h 2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9" h="254">
                    <a:moveTo>
                      <a:pt x="0" y="219"/>
                    </a:moveTo>
                    <a:cubicBezTo>
                      <a:pt x="33" y="221"/>
                      <a:pt x="82" y="224"/>
                      <a:pt x="117" y="223"/>
                    </a:cubicBezTo>
                    <a:cubicBezTo>
                      <a:pt x="174" y="221"/>
                      <a:pt x="318" y="251"/>
                      <a:pt x="385" y="253"/>
                    </a:cubicBezTo>
                    <a:cubicBezTo>
                      <a:pt x="453" y="254"/>
                      <a:pt x="602" y="235"/>
                      <a:pt x="651" y="229"/>
                    </a:cubicBezTo>
                    <a:cubicBezTo>
                      <a:pt x="698" y="223"/>
                      <a:pt x="746" y="220"/>
                      <a:pt x="779" y="219"/>
                    </a:cubicBezTo>
                    <a:cubicBezTo>
                      <a:pt x="779" y="219"/>
                      <a:pt x="720" y="203"/>
                      <a:pt x="660" y="144"/>
                    </a:cubicBezTo>
                    <a:cubicBezTo>
                      <a:pt x="615" y="98"/>
                      <a:pt x="501" y="0"/>
                      <a:pt x="384" y="1"/>
                    </a:cubicBezTo>
                    <a:cubicBezTo>
                      <a:pt x="205" y="3"/>
                      <a:pt x="106" y="201"/>
                      <a:pt x="0" y="219"/>
                    </a:cubicBezTo>
                    <a:close/>
                  </a:path>
                </a:pathLst>
              </a:custGeom>
              <a:solidFill>
                <a:srgbClr val="F9D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2" name="Freeform 592">
                <a:extLst>
                  <a:ext uri="{FF2B5EF4-FFF2-40B4-BE49-F238E27FC236}">
                    <a16:creationId xmlns:a16="http://schemas.microsoft.com/office/drawing/2014/main" id="{6ACCB9D8-2639-4ED5-A4BD-469BE974C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737"/>
                <a:ext cx="1408" cy="398"/>
              </a:xfrm>
              <a:custGeom>
                <a:avLst/>
                <a:gdLst>
                  <a:gd name="T0" fmla="*/ 8020 w 859"/>
                  <a:gd name="T1" fmla="*/ 1913 h 228"/>
                  <a:gd name="T2" fmla="*/ 4994 w 859"/>
                  <a:gd name="T3" fmla="*/ 0 h 228"/>
                  <a:gd name="T4" fmla="*/ 2021 w 859"/>
                  <a:gd name="T5" fmla="*/ 1957 h 228"/>
                  <a:gd name="T6" fmla="*/ 0 w 859"/>
                  <a:gd name="T7" fmla="*/ 3409 h 228"/>
                  <a:gd name="T8" fmla="*/ 0 w 859"/>
                  <a:gd name="T9" fmla="*/ 3695 h 228"/>
                  <a:gd name="T10" fmla="*/ 2021 w 859"/>
                  <a:gd name="T11" fmla="*/ 2240 h 228"/>
                  <a:gd name="T12" fmla="*/ 4994 w 859"/>
                  <a:gd name="T13" fmla="*/ 278 h 228"/>
                  <a:gd name="T14" fmla="*/ 8020 w 859"/>
                  <a:gd name="T15" fmla="*/ 2191 h 228"/>
                  <a:gd name="T16" fmla="*/ 10164 w 859"/>
                  <a:gd name="T17" fmla="*/ 3695 h 228"/>
                  <a:gd name="T18" fmla="*/ 10164 w 859"/>
                  <a:gd name="T19" fmla="*/ 3409 h 228"/>
                  <a:gd name="T20" fmla="*/ 8020 w 859"/>
                  <a:gd name="T21" fmla="*/ 1913 h 2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9" h="228">
                    <a:moveTo>
                      <a:pt x="678" y="118"/>
                    </a:moveTo>
                    <a:cubicBezTo>
                      <a:pt x="605" y="63"/>
                      <a:pt x="532" y="0"/>
                      <a:pt x="422" y="0"/>
                    </a:cubicBezTo>
                    <a:cubicBezTo>
                      <a:pt x="311" y="0"/>
                      <a:pt x="238" y="60"/>
                      <a:pt x="171" y="121"/>
                    </a:cubicBezTo>
                    <a:cubicBezTo>
                      <a:pt x="72" y="210"/>
                      <a:pt x="0" y="210"/>
                      <a:pt x="0" y="210"/>
                    </a:cubicBezTo>
                    <a:cubicBezTo>
                      <a:pt x="0" y="228"/>
                      <a:pt x="0" y="228"/>
                      <a:pt x="0" y="228"/>
                    </a:cubicBezTo>
                    <a:cubicBezTo>
                      <a:pt x="0" y="228"/>
                      <a:pt x="72" y="227"/>
                      <a:pt x="171" y="138"/>
                    </a:cubicBezTo>
                    <a:cubicBezTo>
                      <a:pt x="238" y="77"/>
                      <a:pt x="311" y="17"/>
                      <a:pt x="422" y="17"/>
                    </a:cubicBezTo>
                    <a:cubicBezTo>
                      <a:pt x="532" y="17"/>
                      <a:pt x="605" y="80"/>
                      <a:pt x="678" y="135"/>
                    </a:cubicBezTo>
                    <a:cubicBezTo>
                      <a:pt x="750" y="191"/>
                      <a:pt x="811" y="228"/>
                      <a:pt x="859" y="228"/>
                    </a:cubicBezTo>
                    <a:cubicBezTo>
                      <a:pt x="859" y="210"/>
                      <a:pt x="859" y="210"/>
                      <a:pt x="859" y="210"/>
                    </a:cubicBezTo>
                    <a:cubicBezTo>
                      <a:pt x="811" y="210"/>
                      <a:pt x="750" y="173"/>
                      <a:pt x="678" y="118"/>
                    </a:cubicBezTo>
                    <a:close/>
                  </a:path>
                </a:pathLst>
              </a:custGeom>
              <a:solidFill>
                <a:srgbClr val="F4B1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3" name="Freeform 593">
                <a:extLst>
                  <a:ext uri="{FF2B5EF4-FFF2-40B4-BE49-F238E27FC236}">
                    <a16:creationId xmlns:a16="http://schemas.microsoft.com/office/drawing/2014/main" id="{74988AA2-2BE6-4BE5-938E-7C43906DA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611"/>
                <a:ext cx="1097" cy="451"/>
              </a:xfrm>
              <a:custGeom>
                <a:avLst/>
                <a:gdLst>
                  <a:gd name="T0" fmla="*/ 1097 w 669"/>
                  <a:gd name="T1" fmla="*/ 3148 h 258"/>
                  <a:gd name="T2" fmla="*/ 4080 w 669"/>
                  <a:gd name="T3" fmla="*/ 1176 h 258"/>
                  <a:gd name="T4" fmla="*/ 7117 w 669"/>
                  <a:gd name="T5" fmla="*/ 3099 h 258"/>
                  <a:gd name="T6" fmla="*/ 7932 w 669"/>
                  <a:gd name="T7" fmla="*/ 3905 h 258"/>
                  <a:gd name="T8" fmla="*/ 6690 w 669"/>
                  <a:gd name="T9" fmla="*/ 2092 h 258"/>
                  <a:gd name="T10" fmla="*/ 4065 w 669"/>
                  <a:gd name="T11" fmla="*/ 16 h 258"/>
                  <a:gd name="T12" fmla="*/ 1573 w 669"/>
                  <a:gd name="T13" fmla="*/ 2136 h 258"/>
                  <a:gd name="T14" fmla="*/ 0 w 669"/>
                  <a:gd name="T15" fmla="*/ 4208 h 258"/>
                  <a:gd name="T16" fmla="*/ 1097 w 669"/>
                  <a:gd name="T17" fmla="*/ 3148 h 2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9" h="258">
                    <a:moveTo>
                      <a:pt x="93" y="193"/>
                    </a:moveTo>
                    <a:cubicBezTo>
                      <a:pt x="160" y="132"/>
                      <a:pt x="233" y="72"/>
                      <a:pt x="344" y="72"/>
                    </a:cubicBezTo>
                    <a:cubicBezTo>
                      <a:pt x="454" y="72"/>
                      <a:pt x="527" y="135"/>
                      <a:pt x="600" y="190"/>
                    </a:cubicBezTo>
                    <a:cubicBezTo>
                      <a:pt x="624" y="209"/>
                      <a:pt x="647" y="225"/>
                      <a:pt x="669" y="239"/>
                    </a:cubicBezTo>
                    <a:cubicBezTo>
                      <a:pt x="641" y="216"/>
                      <a:pt x="607" y="180"/>
                      <a:pt x="564" y="128"/>
                    </a:cubicBezTo>
                    <a:cubicBezTo>
                      <a:pt x="487" y="36"/>
                      <a:pt x="426" y="0"/>
                      <a:pt x="343" y="1"/>
                    </a:cubicBezTo>
                    <a:cubicBezTo>
                      <a:pt x="260" y="3"/>
                      <a:pt x="198" y="47"/>
                      <a:pt x="133" y="131"/>
                    </a:cubicBezTo>
                    <a:cubicBezTo>
                      <a:pt x="84" y="195"/>
                      <a:pt x="26" y="240"/>
                      <a:pt x="0" y="258"/>
                    </a:cubicBezTo>
                    <a:cubicBezTo>
                      <a:pt x="27" y="244"/>
                      <a:pt x="58" y="224"/>
                      <a:pt x="93" y="193"/>
                    </a:cubicBezTo>
                    <a:close/>
                  </a:path>
                </a:pathLst>
              </a:custGeom>
              <a:solidFill>
                <a:srgbClr val="F9D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4" name="Freeform 594">
                <a:extLst>
                  <a:ext uri="{FF2B5EF4-FFF2-40B4-BE49-F238E27FC236}">
                    <a16:creationId xmlns:a16="http://schemas.microsoft.com/office/drawing/2014/main" id="{5448A0D2-723C-4719-8615-0B8B0249E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613"/>
                <a:ext cx="536" cy="419"/>
              </a:xfrm>
              <a:custGeom>
                <a:avLst/>
                <a:gdLst>
                  <a:gd name="T0" fmla="*/ 2631 w 327"/>
                  <a:gd name="T1" fmla="*/ 2092 h 240"/>
                  <a:gd name="T2" fmla="*/ 13 w 327"/>
                  <a:gd name="T3" fmla="*/ 28 h 240"/>
                  <a:gd name="T4" fmla="*/ 0 w 327"/>
                  <a:gd name="T5" fmla="*/ 28 h 240"/>
                  <a:gd name="T6" fmla="*/ 2165 w 327"/>
                  <a:gd name="T7" fmla="*/ 2064 h 240"/>
                  <a:gd name="T8" fmla="*/ 2370 w 327"/>
                  <a:gd name="T9" fmla="*/ 2390 h 240"/>
                  <a:gd name="T10" fmla="*/ 3039 w 327"/>
                  <a:gd name="T11" fmla="*/ 3090 h 240"/>
                  <a:gd name="T12" fmla="*/ 3872 w 327"/>
                  <a:gd name="T13" fmla="*/ 3895 h 240"/>
                  <a:gd name="T14" fmla="*/ 2631 w 327"/>
                  <a:gd name="T15" fmla="*/ 2092 h 2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7" h="240">
                    <a:moveTo>
                      <a:pt x="222" y="129"/>
                    </a:moveTo>
                    <a:cubicBezTo>
                      <a:pt x="145" y="37"/>
                      <a:pt x="84" y="0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27" y="27"/>
                      <a:pt x="143" y="61"/>
                      <a:pt x="183" y="127"/>
                    </a:cubicBezTo>
                    <a:cubicBezTo>
                      <a:pt x="188" y="135"/>
                      <a:pt x="195" y="141"/>
                      <a:pt x="200" y="147"/>
                    </a:cubicBezTo>
                    <a:cubicBezTo>
                      <a:pt x="220" y="161"/>
                      <a:pt x="239" y="176"/>
                      <a:pt x="257" y="191"/>
                    </a:cubicBezTo>
                    <a:cubicBezTo>
                      <a:pt x="282" y="209"/>
                      <a:pt x="305" y="226"/>
                      <a:pt x="327" y="240"/>
                    </a:cubicBezTo>
                    <a:cubicBezTo>
                      <a:pt x="299" y="216"/>
                      <a:pt x="265" y="181"/>
                      <a:pt x="222" y="129"/>
                    </a:cubicBezTo>
                    <a:close/>
                  </a:path>
                </a:pathLst>
              </a:custGeom>
              <a:solidFill>
                <a:srgbClr val="F7C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5" name="Freeform 595">
                <a:extLst>
                  <a:ext uri="{FF2B5EF4-FFF2-40B4-BE49-F238E27FC236}">
                    <a16:creationId xmlns:a16="http://schemas.microsoft.com/office/drawing/2014/main" id="{88B1DAD4-5885-4DA1-AD69-C87D7BDC3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642"/>
                <a:ext cx="40" cy="23"/>
              </a:xfrm>
              <a:custGeom>
                <a:avLst/>
                <a:gdLst>
                  <a:gd name="T0" fmla="*/ 312 w 24"/>
                  <a:gd name="T1" fmla="*/ 0 h 13"/>
                  <a:gd name="T2" fmla="*/ 0 w 24"/>
                  <a:gd name="T3" fmla="*/ 22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24" y="0"/>
                    </a:moveTo>
                    <a:cubicBezTo>
                      <a:pt x="16" y="4"/>
                      <a:pt x="8" y="8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6" name="Freeform 596">
                <a:extLst>
                  <a:ext uri="{FF2B5EF4-FFF2-40B4-BE49-F238E27FC236}">
                    <a16:creationId xmlns:a16="http://schemas.microsoft.com/office/drawing/2014/main" id="{BCA8F4A0-FB0B-4F56-9D99-6A092D85B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621"/>
                <a:ext cx="43" cy="13"/>
              </a:xfrm>
              <a:custGeom>
                <a:avLst/>
                <a:gdLst>
                  <a:gd name="T0" fmla="*/ 321 w 26"/>
                  <a:gd name="T1" fmla="*/ 0 h 7"/>
                  <a:gd name="T2" fmla="*/ 0 w 26"/>
                  <a:gd name="T3" fmla="*/ 1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7">
                    <a:moveTo>
                      <a:pt x="26" y="0"/>
                    </a:moveTo>
                    <a:cubicBezTo>
                      <a:pt x="17" y="2"/>
                      <a:pt x="9" y="4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7" name="Freeform 597">
                <a:extLst>
                  <a:ext uri="{FF2B5EF4-FFF2-40B4-BE49-F238E27FC236}">
                    <a16:creationId xmlns:a16="http://schemas.microsoft.com/office/drawing/2014/main" id="{88B0C974-58A0-460D-803F-9BFB7F846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611"/>
                <a:ext cx="304" cy="103"/>
              </a:xfrm>
              <a:custGeom>
                <a:avLst/>
                <a:gdLst>
                  <a:gd name="T0" fmla="*/ 2220 w 185"/>
                  <a:gd name="T1" fmla="*/ 957 h 59"/>
                  <a:gd name="T2" fmla="*/ 373 w 185"/>
                  <a:gd name="T3" fmla="*/ 16 h 59"/>
                  <a:gd name="T4" fmla="*/ 0 w 185"/>
                  <a:gd name="T5" fmla="*/ 65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59">
                    <a:moveTo>
                      <a:pt x="185" y="59"/>
                    </a:moveTo>
                    <a:cubicBezTo>
                      <a:pt x="136" y="18"/>
                      <a:pt x="89" y="0"/>
                      <a:pt x="31" y="1"/>
                    </a:cubicBezTo>
                    <a:cubicBezTo>
                      <a:pt x="21" y="1"/>
                      <a:pt x="10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8" name="Freeform 598">
                <a:extLst>
                  <a:ext uri="{FF2B5EF4-FFF2-40B4-BE49-F238E27FC236}">
                    <a16:creationId xmlns:a16="http://schemas.microsoft.com/office/drawing/2014/main" id="{5A8A81FD-07CF-4C06-822A-8555ADE24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737"/>
                <a:ext cx="1097" cy="325"/>
              </a:xfrm>
              <a:custGeom>
                <a:avLst/>
                <a:gdLst>
                  <a:gd name="T0" fmla="*/ 689 w 669"/>
                  <a:gd name="T1" fmla="*/ 2284 h 186"/>
                  <a:gd name="T2" fmla="*/ 0 w 669"/>
                  <a:gd name="T3" fmla="*/ 3028 h 186"/>
                  <a:gd name="T4" fmla="*/ 1097 w 669"/>
                  <a:gd name="T5" fmla="*/ 1969 h 186"/>
                  <a:gd name="T6" fmla="*/ 4080 w 669"/>
                  <a:gd name="T7" fmla="*/ 0 h 186"/>
                  <a:gd name="T8" fmla="*/ 7117 w 669"/>
                  <a:gd name="T9" fmla="*/ 1920 h 186"/>
                  <a:gd name="T10" fmla="*/ 7932 w 669"/>
                  <a:gd name="T11" fmla="*/ 2721 h 186"/>
                  <a:gd name="T12" fmla="*/ 6690 w 669"/>
                  <a:gd name="T13" fmla="*/ 912 h 186"/>
                  <a:gd name="T14" fmla="*/ 6133 w 669"/>
                  <a:gd name="T15" fmla="*/ 86 h 1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9" h="186">
                    <a:moveTo>
                      <a:pt x="58" y="140"/>
                    </a:moveTo>
                    <a:cubicBezTo>
                      <a:pt x="34" y="161"/>
                      <a:pt x="13" y="177"/>
                      <a:pt x="0" y="186"/>
                    </a:cubicBezTo>
                    <a:cubicBezTo>
                      <a:pt x="27" y="172"/>
                      <a:pt x="58" y="152"/>
                      <a:pt x="93" y="121"/>
                    </a:cubicBezTo>
                    <a:cubicBezTo>
                      <a:pt x="160" y="60"/>
                      <a:pt x="233" y="0"/>
                      <a:pt x="344" y="0"/>
                    </a:cubicBezTo>
                    <a:cubicBezTo>
                      <a:pt x="454" y="0"/>
                      <a:pt x="527" y="63"/>
                      <a:pt x="600" y="118"/>
                    </a:cubicBezTo>
                    <a:cubicBezTo>
                      <a:pt x="624" y="137"/>
                      <a:pt x="647" y="153"/>
                      <a:pt x="669" y="167"/>
                    </a:cubicBezTo>
                    <a:cubicBezTo>
                      <a:pt x="641" y="144"/>
                      <a:pt x="607" y="108"/>
                      <a:pt x="564" y="56"/>
                    </a:cubicBezTo>
                    <a:cubicBezTo>
                      <a:pt x="548" y="37"/>
                      <a:pt x="532" y="20"/>
                      <a:pt x="517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9" name="Freeform 599">
                <a:extLst>
                  <a:ext uri="{FF2B5EF4-FFF2-40B4-BE49-F238E27FC236}">
                    <a16:creationId xmlns:a16="http://schemas.microsoft.com/office/drawing/2014/main" id="{956E8662-4941-4C33-B00C-E65EAF0F1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719"/>
                <a:ext cx="203" cy="238"/>
              </a:xfrm>
              <a:custGeom>
                <a:avLst/>
                <a:gdLst>
                  <a:gd name="T0" fmla="*/ 1459 w 124"/>
                  <a:gd name="T1" fmla="*/ 0 h 136"/>
                  <a:gd name="T2" fmla="*/ 702 w 124"/>
                  <a:gd name="T3" fmla="*/ 1136 h 136"/>
                  <a:gd name="T4" fmla="*/ 0 w 124"/>
                  <a:gd name="T5" fmla="*/ 2237 h 1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136">
                    <a:moveTo>
                      <a:pt x="124" y="0"/>
                    </a:moveTo>
                    <a:cubicBezTo>
                      <a:pt x="102" y="19"/>
                      <a:pt x="81" y="42"/>
                      <a:pt x="60" y="69"/>
                    </a:cubicBezTo>
                    <a:cubicBezTo>
                      <a:pt x="41" y="95"/>
                      <a:pt x="20" y="117"/>
                      <a:pt x="0" y="13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0" name="Freeform 600">
                <a:extLst>
                  <a:ext uri="{FF2B5EF4-FFF2-40B4-BE49-F238E27FC236}">
                    <a16:creationId xmlns:a16="http://schemas.microsoft.com/office/drawing/2014/main" id="{2376702C-D941-4F8B-8975-04F31936C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737"/>
                <a:ext cx="1408" cy="452"/>
              </a:xfrm>
              <a:custGeom>
                <a:avLst/>
                <a:gdLst>
                  <a:gd name="T0" fmla="*/ 428 w 859"/>
                  <a:gd name="T1" fmla="*/ 4194 h 259"/>
                  <a:gd name="T2" fmla="*/ 0 w 859"/>
                  <a:gd name="T3" fmla="*/ 4166 h 259"/>
                  <a:gd name="T4" fmla="*/ 0 w 859"/>
                  <a:gd name="T5" fmla="*/ 3396 h 259"/>
                  <a:gd name="T6" fmla="*/ 2021 w 859"/>
                  <a:gd name="T7" fmla="*/ 1955 h 259"/>
                  <a:gd name="T8" fmla="*/ 4994 w 859"/>
                  <a:gd name="T9" fmla="*/ 0 h 259"/>
                  <a:gd name="T10" fmla="*/ 8020 w 859"/>
                  <a:gd name="T11" fmla="*/ 1913 h 259"/>
                  <a:gd name="T12" fmla="*/ 10164 w 859"/>
                  <a:gd name="T13" fmla="*/ 3396 h 259"/>
                  <a:gd name="T14" fmla="*/ 10164 w 859"/>
                  <a:gd name="T15" fmla="*/ 4173 h 259"/>
                  <a:gd name="T16" fmla="*/ 9668 w 859"/>
                  <a:gd name="T17" fmla="*/ 4194 h 2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9" h="259">
                    <a:moveTo>
                      <a:pt x="36" y="259"/>
                    </a:moveTo>
                    <a:cubicBezTo>
                      <a:pt x="15" y="258"/>
                      <a:pt x="0" y="257"/>
                      <a:pt x="0" y="257"/>
                    </a:cubicBezTo>
                    <a:cubicBezTo>
                      <a:pt x="0" y="210"/>
                      <a:pt x="0" y="210"/>
                      <a:pt x="0" y="210"/>
                    </a:cubicBezTo>
                    <a:cubicBezTo>
                      <a:pt x="0" y="210"/>
                      <a:pt x="72" y="210"/>
                      <a:pt x="171" y="121"/>
                    </a:cubicBezTo>
                    <a:cubicBezTo>
                      <a:pt x="238" y="60"/>
                      <a:pt x="311" y="0"/>
                      <a:pt x="422" y="0"/>
                    </a:cubicBezTo>
                    <a:cubicBezTo>
                      <a:pt x="532" y="0"/>
                      <a:pt x="605" y="63"/>
                      <a:pt x="678" y="118"/>
                    </a:cubicBezTo>
                    <a:cubicBezTo>
                      <a:pt x="750" y="173"/>
                      <a:pt x="811" y="210"/>
                      <a:pt x="859" y="210"/>
                    </a:cubicBezTo>
                    <a:cubicBezTo>
                      <a:pt x="859" y="258"/>
                      <a:pt x="859" y="258"/>
                      <a:pt x="859" y="258"/>
                    </a:cubicBezTo>
                    <a:cubicBezTo>
                      <a:pt x="859" y="258"/>
                      <a:pt x="842" y="258"/>
                      <a:pt x="817" y="25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1" name="Freeform 601">
                <a:extLst>
                  <a:ext uri="{FF2B5EF4-FFF2-40B4-BE49-F238E27FC236}">
                    <a16:creationId xmlns:a16="http://schemas.microsoft.com/office/drawing/2014/main" id="{92BD8941-71A7-45EC-8F18-935D230A5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806"/>
                <a:ext cx="1277" cy="444"/>
              </a:xfrm>
              <a:custGeom>
                <a:avLst/>
                <a:gdLst>
                  <a:gd name="T0" fmla="*/ 0 w 779"/>
                  <a:gd name="T1" fmla="*/ 3571 h 254"/>
                  <a:gd name="T2" fmla="*/ 1387 w 779"/>
                  <a:gd name="T3" fmla="*/ 3643 h 254"/>
                  <a:gd name="T4" fmla="*/ 4556 w 779"/>
                  <a:gd name="T5" fmla="*/ 4129 h 254"/>
                  <a:gd name="T6" fmla="*/ 7705 w 779"/>
                  <a:gd name="T7" fmla="*/ 3734 h 254"/>
                  <a:gd name="T8" fmla="*/ 9219 w 779"/>
                  <a:gd name="T9" fmla="*/ 3571 h 254"/>
                  <a:gd name="T10" fmla="*/ 7814 w 779"/>
                  <a:gd name="T11" fmla="*/ 2356 h 254"/>
                  <a:gd name="T12" fmla="*/ 4541 w 779"/>
                  <a:gd name="T13" fmla="*/ 16 h 254"/>
                  <a:gd name="T14" fmla="*/ 0 w 779"/>
                  <a:gd name="T15" fmla="*/ 3571 h 2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9" h="254">
                    <a:moveTo>
                      <a:pt x="0" y="219"/>
                    </a:moveTo>
                    <a:cubicBezTo>
                      <a:pt x="33" y="221"/>
                      <a:pt x="82" y="224"/>
                      <a:pt x="117" y="223"/>
                    </a:cubicBezTo>
                    <a:cubicBezTo>
                      <a:pt x="174" y="221"/>
                      <a:pt x="318" y="251"/>
                      <a:pt x="385" y="253"/>
                    </a:cubicBezTo>
                    <a:cubicBezTo>
                      <a:pt x="453" y="254"/>
                      <a:pt x="602" y="235"/>
                      <a:pt x="651" y="229"/>
                    </a:cubicBezTo>
                    <a:cubicBezTo>
                      <a:pt x="698" y="223"/>
                      <a:pt x="746" y="220"/>
                      <a:pt x="779" y="219"/>
                    </a:cubicBezTo>
                    <a:cubicBezTo>
                      <a:pt x="779" y="219"/>
                      <a:pt x="720" y="203"/>
                      <a:pt x="660" y="144"/>
                    </a:cubicBezTo>
                    <a:cubicBezTo>
                      <a:pt x="615" y="98"/>
                      <a:pt x="501" y="0"/>
                      <a:pt x="384" y="1"/>
                    </a:cubicBezTo>
                    <a:cubicBezTo>
                      <a:pt x="205" y="3"/>
                      <a:pt x="106" y="201"/>
                      <a:pt x="0" y="21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2" name="Oval 602">
                <a:extLst>
                  <a:ext uri="{FF2B5EF4-FFF2-40B4-BE49-F238E27FC236}">
                    <a16:creationId xmlns:a16="http://schemas.microsoft.com/office/drawing/2014/main" id="{652FAE67-AC61-420A-B1AA-4E724D466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3184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283" name="Oval 603">
                <a:extLst>
                  <a:ext uri="{FF2B5EF4-FFF2-40B4-BE49-F238E27FC236}">
                    <a16:creationId xmlns:a16="http://schemas.microsoft.com/office/drawing/2014/main" id="{CAFD907D-0C1C-46D6-B3CE-C9E1206F1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4" y="3182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284" name="Oval 604">
                <a:extLst>
                  <a:ext uri="{FF2B5EF4-FFF2-40B4-BE49-F238E27FC236}">
                    <a16:creationId xmlns:a16="http://schemas.microsoft.com/office/drawing/2014/main" id="{4E9B0810-795A-431E-B1D3-A0EF54320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2" y="318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285" name="Oval 605">
                <a:extLst>
                  <a:ext uri="{FF2B5EF4-FFF2-40B4-BE49-F238E27FC236}">
                    <a16:creationId xmlns:a16="http://schemas.microsoft.com/office/drawing/2014/main" id="{6B760394-21F2-451B-A3BF-6306C9A03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3184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286" name="Oval 606">
                <a:extLst>
                  <a:ext uri="{FF2B5EF4-FFF2-40B4-BE49-F238E27FC236}">
                    <a16:creationId xmlns:a16="http://schemas.microsoft.com/office/drawing/2014/main" id="{14235A61-69EF-44B0-95D0-634D3966D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3184"/>
                <a:ext cx="6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287" name="Oval 607">
                <a:extLst>
                  <a:ext uri="{FF2B5EF4-FFF2-40B4-BE49-F238E27FC236}">
                    <a16:creationId xmlns:a16="http://schemas.microsoft.com/office/drawing/2014/main" id="{560BAE95-1DCE-4CE9-B274-8AE3A1704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318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288" name="Freeform 608">
                <a:extLst>
                  <a:ext uri="{FF2B5EF4-FFF2-40B4-BE49-F238E27FC236}">
                    <a16:creationId xmlns:a16="http://schemas.microsoft.com/office/drawing/2014/main" id="{7551828E-8D5B-4820-96A3-ECCD5CB72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848"/>
                <a:ext cx="913" cy="357"/>
              </a:xfrm>
              <a:custGeom>
                <a:avLst/>
                <a:gdLst>
                  <a:gd name="T0" fmla="*/ 6112 w 557"/>
                  <a:gd name="T1" fmla="*/ 2074 h 204"/>
                  <a:gd name="T2" fmla="*/ 4411 w 557"/>
                  <a:gd name="T3" fmla="*/ 613 h 204"/>
                  <a:gd name="T4" fmla="*/ 1811 w 557"/>
                  <a:gd name="T5" fmla="*/ 959 h 204"/>
                  <a:gd name="T6" fmla="*/ 744 w 557"/>
                  <a:gd name="T7" fmla="*/ 2074 h 204"/>
                  <a:gd name="T8" fmla="*/ 92 w 557"/>
                  <a:gd name="T9" fmla="*/ 2842 h 204"/>
                  <a:gd name="T10" fmla="*/ 1411 w 557"/>
                  <a:gd name="T11" fmla="*/ 2928 h 204"/>
                  <a:gd name="T12" fmla="*/ 2757 w 557"/>
                  <a:gd name="T13" fmla="*/ 3253 h 204"/>
                  <a:gd name="T14" fmla="*/ 5204 w 557"/>
                  <a:gd name="T15" fmla="*/ 3136 h 204"/>
                  <a:gd name="T16" fmla="*/ 6201 w 557"/>
                  <a:gd name="T17" fmla="*/ 2928 h 204"/>
                  <a:gd name="T18" fmla="*/ 6519 w 557"/>
                  <a:gd name="T19" fmla="*/ 2650 h 204"/>
                  <a:gd name="T20" fmla="*/ 6145 w 557"/>
                  <a:gd name="T21" fmla="*/ 2102 h 2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7" h="204">
                    <a:moveTo>
                      <a:pt x="517" y="126"/>
                    </a:moveTo>
                    <a:cubicBezTo>
                      <a:pt x="500" y="117"/>
                      <a:pt x="403" y="52"/>
                      <a:pt x="373" y="37"/>
                    </a:cubicBezTo>
                    <a:cubicBezTo>
                      <a:pt x="297" y="0"/>
                      <a:pt x="219" y="16"/>
                      <a:pt x="153" y="58"/>
                    </a:cubicBezTo>
                    <a:cubicBezTo>
                      <a:pt x="121" y="79"/>
                      <a:pt x="93" y="104"/>
                      <a:pt x="63" y="126"/>
                    </a:cubicBezTo>
                    <a:cubicBezTo>
                      <a:pt x="51" y="135"/>
                      <a:pt x="0" y="169"/>
                      <a:pt x="8" y="173"/>
                    </a:cubicBezTo>
                    <a:cubicBezTo>
                      <a:pt x="24" y="180"/>
                      <a:pt x="98" y="177"/>
                      <a:pt x="119" y="178"/>
                    </a:cubicBezTo>
                    <a:cubicBezTo>
                      <a:pt x="158" y="180"/>
                      <a:pt x="194" y="195"/>
                      <a:pt x="233" y="198"/>
                    </a:cubicBezTo>
                    <a:cubicBezTo>
                      <a:pt x="302" y="204"/>
                      <a:pt x="372" y="197"/>
                      <a:pt x="440" y="191"/>
                    </a:cubicBezTo>
                    <a:cubicBezTo>
                      <a:pt x="468" y="188"/>
                      <a:pt x="498" y="185"/>
                      <a:pt x="524" y="178"/>
                    </a:cubicBezTo>
                    <a:cubicBezTo>
                      <a:pt x="538" y="173"/>
                      <a:pt x="557" y="182"/>
                      <a:pt x="551" y="161"/>
                    </a:cubicBezTo>
                    <a:cubicBezTo>
                      <a:pt x="546" y="147"/>
                      <a:pt x="531" y="138"/>
                      <a:pt x="519" y="128"/>
                    </a:cubicBezTo>
                  </a:path>
                </a:pathLst>
              </a:custGeom>
              <a:solidFill>
                <a:srgbClr val="F9E5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9" name="Freeform 609">
                <a:extLst>
                  <a:ext uri="{FF2B5EF4-FFF2-40B4-BE49-F238E27FC236}">
                    <a16:creationId xmlns:a16="http://schemas.microsoft.com/office/drawing/2014/main" id="{7A661238-725D-4C07-BF90-93B5447BC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845"/>
                <a:ext cx="406" cy="307"/>
              </a:xfrm>
              <a:custGeom>
                <a:avLst/>
                <a:gdLst>
                  <a:gd name="T0" fmla="*/ 0 w 248"/>
                  <a:gd name="T1" fmla="*/ 2845 h 176"/>
                  <a:gd name="T2" fmla="*/ 1048 w 248"/>
                  <a:gd name="T3" fmla="*/ 1668 h 176"/>
                  <a:gd name="T4" fmla="*/ 2773 w 248"/>
                  <a:gd name="T5" fmla="*/ 28 h 176"/>
                  <a:gd name="T6" fmla="*/ 2809 w 248"/>
                  <a:gd name="T7" fmla="*/ 159 h 176"/>
                  <a:gd name="T8" fmla="*/ 1198 w 248"/>
                  <a:gd name="T9" fmla="*/ 1566 h 176"/>
                  <a:gd name="T10" fmla="*/ 0 w 248"/>
                  <a:gd name="T11" fmla="*/ 2845 h 1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8" h="176">
                    <a:moveTo>
                      <a:pt x="0" y="176"/>
                    </a:moveTo>
                    <a:cubicBezTo>
                      <a:pt x="0" y="176"/>
                      <a:pt x="63" y="127"/>
                      <a:pt x="89" y="103"/>
                    </a:cubicBezTo>
                    <a:cubicBezTo>
                      <a:pt x="116" y="79"/>
                      <a:pt x="160" y="31"/>
                      <a:pt x="236" y="2"/>
                    </a:cubicBezTo>
                    <a:cubicBezTo>
                      <a:pt x="236" y="2"/>
                      <a:pt x="248" y="0"/>
                      <a:pt x="239" y="10"/>
                    </a:cubicBezTo>
                    <a:cubicBezTo>
                      <a:pt x="231" y="20"/>
                      <a:pt x="183" y="24"/>
                      <a:pt x="102" y="97"/>
                    </a:cubicBezTo>
                    <a:cubicBezTo>
                      <a:pt x="62" y="133"/>
                      <a:pt x="0" y="176"/>
                      <a:pt x="0" y="1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0" name="Freeform 610">
                <a:extLst>
                  <a:ext uri="{FF2B5EF4-FFF2-40B4-BE49-F238E27FC236}">
                    <a16:creationId xmlns:a16="http://schemas.microsoft.com/office/drawing/2014/main" id="{0F09C681-495C-422F-B428-2FE41C679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062"/>
                <a:ext cx="272" cy="148"/>
              </a:xfrm>
              <a:custGeom>
                <a:avLst/>
                <a:gdLst>
                  <a:gd name="T0" fmla="*/ 0 w 166"/>
                  <a:gd name="T1" fmla="*/ 1362 h 85"/>
                  <a:gd name="T2" fmla="*/ 1963 w 166"/>
                  <a:gd name="T3" fmla="*/ 1140 h 85"/>
                  <a:gd name="T4" fmla="*/ 800 w 166"/>
                  <a:gd name="T5" fmla="*/ 0 h 85"/>
                  <a:gd name="T6" fmla="*/ 1442 w 166"/>
                  <a:gd name="T7" fmla="*/ 797 h 85"/>
                  <a:gd name="T8" fmla="*/ 1324 w 166"/>
                  <a:gd name="T9" fmla="*/ 1083 h 85"/>
                  <a:gd name="T10" fmla="*/ 0 w 166"/>
                  <a:gd name="T11" fmla="*/ 1362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85">
                    <a:moveTo>
                      <a:pt x="0" y="85"/>
                    </a:moveTo>
                    <a:cubicBezTo>
                      <a:pt x="0" y="85"/>
                      <a:pt x="142" y="68"/>
                      <a:pt x="166" y="71"/>
                    </a:cubicBezTo>
                    <a:cubicBezTo>
                      <a:pt x="166" y="71"/>
                      <a:pt x="125" y="54"/>
                      <a:pt x="68" y="0"/>
                    </a:cubicBezTo>
                    <a:cubicBezTo>
                      <a:pt x="68" y="0"/>
                      <a:pt x="110" y="44"/>
                      <a:pt x="122" y="50"/>
                    </a:cubicBezTo>
                    <a:cubicBezTo>
                      <a:pt x="135" y="57"/>
                      <a:pt x="147" y="69"/>
                      <a:pt x="112" y="68"/>
                    </a:cubicBezTo>
                    <a:cubicBezTo>
                      <a:pt x="96" y="68"/>
                      <a:pt x="0" y="85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1" name="Oval 611">
                <a:extLst>
                  <a:ext uri="{FF2B5EF4-FFF2-40B4-BE49-F238E27FC236}">
                    <a16:creationId xmlns:a16="http://schemas.microsoft.com/office/drawing/2014/main" id="{9C437E87-A6E5-4723-9D03-9CECA06C4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836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292" name="Oval 612">
                <a:extLst>
                  <a:ext uri="{FF2B5EF4-FFF2-40B4-BE49-F238E27FC236}">
                    <a16:creationId xmlns:a16="http://schemas.microsoft.com/office/drawing/2014/main" id="{B70CB3EC-5FC9-451E-857B-08A9EE7DB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83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293" name="Oval 613">
                <a:extLst>
                  <a:ext uri="{FF2B5EF4-FFF2-40B4-BE49-F238E27FC236}">
                    <a16:creationId xmlns:a16="http://schemas.microsoft.com/office/drawing/2014/main" id="{5709C64A-0BA3-4CE8-AC67-C3FECF54A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0" y="3158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22077" name="Oval 614">
              <a:extLst>
                <a:ext uri="{FF2B5EF4-FFF2-40B4-BE49-F238E27FC236}">
                  <a16:creationId xmlns:a16="http://schemas.microsoft.com/office/drawing/2014/main" id="{0AC1C209-B103-4B98-A32D-43A8DEBA3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3168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078" name="Freeform 615">
              <a:extLst>
                <a:ext uri="{FF2B5EF4-FFF2-40B4-BE49-F238E27FC236}">
                  <a16:creationId xmlns:a16="http://schemas.microsoft.com/office/drawing/2014/main" id="{8E12BBE2-3CE4-4659-BE95-D6699A60E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623"/>
              <a:ext cx="346" cy="253"/>
            </a:xfrm>
            <a:custGeom>
              <a:avLst/>
              <a:gdLst>
                <a:gd name="T0" fmla="*/ 0 w 211"/>
                <a:gd name="T1" fmla="*/ 2342 h 145"/>
                <a:gd name="T2" fmla="*/ 2501 w 211"/>
                <a:gd name="T3" fmla="*/ 28 h 145"/>
                <a:gd name="T4" fmla="*/ 0 w 211"/>
                <a:gd name="T5" fmla="*/ 2342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45">
                  <a:moveTo>
                    <a:pt x="0" y="145"/>
                  </a:moveTo>
                  <a:cubicBezTo>
                    <a:pt x="0" y="145"/>
                    <a:pt x="88" y="1"/>
                    <a:pt x="211" y="2"/>
                  </a:cubicBezTo>
                  <a:cubicBezTo>
                    <a:pt x="211" y="2"/>
                    <a:pt x="107" y="0"/>
                    <a:pt x="0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9" name="Oval 616">
              <a:extLst>
                <a:ext uri="{FF2B5EF4-FFF2-40B4-BE49-F238E27FC236}">
                  <a16:creationId xmlns:a16="http://schemas.microsoft.com/office/drawing/2014/main" id="{42CFDED4-9B40-4D5A-B1ED-9A2A5FBC1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1" y="2623"/>
              <a:ext cx="3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080" name="Oval 617">
              <a:extLst>
                <a:ext uri="{FF2B5EF4-FFF2-40B4-BE49-F238E27FC236}">
                  <a16:creationId xmlns:a16="http://schemas.microsoft.com/office/drawing/2014/main" id="{5235242C-60D9-430A-9340-7897DEA3E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" y="2634"/>
              <a:ext cx="2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081" name="Freeform 618">
              <a:extLst>
                <a:ext uri="{FF2B5EF4-FFF2-40B4-BE49-F238E27FC236}">
                  <a16:creationId xmlns:a16="http://schemas.microsoft.com/office/drawing/2014/main" id="{D4CEF4F8-F665-46B4-AF25-E703CFEA8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903"/>
              <a:ext cx="395" cy="279"/>
            </a:xfrm>
            <a:custGeom>
              <a:avLst/>
              <a:gdLst>
                <a:gd name="T0" fmla="*/ 2068 w 241"/>
                <a:gd name="T1" fmla="*/ 113 h 160"/>
                <a:gd name="T2" fmla="*/ 606 w 241"/>
                <a:gd name="T3" fmla="*/ 785 h 160"/>
                <a:gd name="T4" fmla="*/ 49 w 241"/>
                <a:gd name="T5" fmla="*/ 1603 h 160"/>
                <a:gd name="T6" fmla="*/ 577 w 241"/>
                <a:gd name="T7" fmla="*/ 2225 h 160"/>
                <a:gd name="T8" fmla="*/ 2093 w 241"/>
                <a:gd name="T9" fmla="*/ 2323 h 160"/>
                <a:gd name="T10" fmla="*/ 2632 w 241"/>
                <a:gd name="T11" fmla="*/ 671 h 160"/>
                <a:gd name="T12" fmla="*/ 2047 w 241"/>
                <a:gd name="T13" fmla="*/ 113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60">
                  <a:moveTo>
                    <a:pt x="175" y="7"/>
                  </a:moveTo>
                  <a:cubicBezTo>
                    <a:pt x="132" y="0"/>
                    <a:pt x="86" y="28"/>
                    <a:pt x="51" y="49"/>
                  </a:cubicBezTo>
                  <a:cubicBezTo>
                    <a:pt x="34" y="59"/>
                    <a:pt x="8" y="78"/>
                    <a:pt x="4" y="99"/>
                  </a:cubicBezTo>
                  <a:cubicBezTo>
                    <a:pt x="0" y="126"/>
                    <a:pt x="29" y="133"/>
                    <a:pt x="49" y="138"/>
                  </a:cubicBezTo>
                  <a:cubicBezTo>
                    <a:pt x="88" y="149"/>
                    <a:pt x="139" y="160"/>
                    <a:pt x="177" y="144"/>
                  </a:cubicBezTo>
                  <a:cubicBezTo>
                    <a:pt x="219" y="125"/>
                    <a:pt x="241" y="86"/>
                    <a:pt x="223" y="42"/>
                  </a:cubicBezTo>
                  <a:cubicBezTo>
                    <a:pt x="215" y="22"/>
                    <a:pt x="195" y="8"/>
                    <a:pt x="173" y="7"/>
                  </a:cubicBezTo>
                </a:path>
              </a:pathLst>
            </a:custGeom>
            <a:solidFill>
              <a:srgbClr val="F9D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2" name="Freeform 619">
              <a:extLst>
                <a:ext uri="{FF2B5EF4-FFF2-40B4-BE49-F238E27FC236}">
                  <a16:creationId xmlns:a16="http://schemas.microsoft.com/office/drawing/2014/main" id="{4C8D905A-86AF-4608-A108-D9678D41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247"/>
              <a:ext cx="1408" cy="201"/>
            </a:xfrm>
            <a:custGeom>
              <a:avLst/>
              <a:gdLst>
                <a:gd name="T0" fmla="*/ 10164 w 859"/>
                <a:gd name="T1" fmla="*/ 348 h 115"/>
                <a:gd name="T2" fmla="*/ 9390 w 859"/>
                <a:gd name="T3" fmla="*/ 1335 h 115"/>
                <a:gd name="T4" fmla="*/ 7891 w 859"/>
                <a:gd name="T5" fmla="*/ 114 h 115"/>
                <a:gd name="T6" fmla="*/ 6347 w 859"/>
                <a:gd name="T7" fmla="*/ 1570 h 115"/>
                <a:gd name="T8" fmla="*/ 5029 w 859"/>
                <a:gd name="T9" fmla="*/ 16 h 115"/>
                <a:gd name="T10" fmla="*/ 3740 w 859"/>
                <a:gd name="T11" fmla="*/ 1727 h 115"/>
                <a:gd name="T12" fmla="*/ 2114 w 859"/>
                <a:gd name="T13" fmla="*/ 748 h 115"/>
                <a:gd name="T14" fmla="*/ 770 w 859"/>
                <a:gd name="T15" fmla="*/ 1833 h 115"/>
                <a:gd name="T16" fmla="*/ 0 w 859"/>
                <a:gd name="T17" fmla="*/ 1351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9" h="115">
                  <a:moveTo>
                    <a:pt x="859" y="21"/>
                  </a:moveTo>
                  <a:cubicBezTo>
                    <a:pt x="859" y="21"/>
                    <a:pt x="829" y="82"/>
                    <a:pt x="794" y="82"/>
                  </a:cubicBezTo>
                  <a:cubicBezTo>
                    <a:pt x="759" y="82"/>
                    <a:pt x="728" y="4"/>
                    <a:pt x="667" y="7"/>
                  </a:cubicBezTo>
                  <a:cubicBezTo>
                    <a:pt x="596" y="11"/>
                    <a:pt x="605" y="96"/>
                    <a:pt x="536" y="96"/>
                  </a:cubicBezTo>
                  <a:cubicBezTo>
                    <a:pt x="467" y="96"/>
                    <a:pt x="494" y="0"/>
                    <a:pt x="425" y="1"/>
                  </a:cubicBezTo>
                  <a:cubicBezTo>
                    <a:pt x="354" y="2"/>
                    <a:pt x="408" y="106"/>
                    <a:pt x="316" y="106"/>
                  </a:cubicBezTo>
                  <a:cubicBezTo>
                    <a:pt x="223" y="106"/>
                    <a:pt x="236" y="45"/>
                    <a:pt x="179" y="46"/>
                  </a:cubicBezTo>
                  <a:cubicBezTo>
                    <a:pt x="122" y="48"/>
                    <a:pt x="145" y="108"/>
                    <a:pt x="65" y="112"/>
                  </a:cubicBezTo>
                  <a:cubicBezTo>
                    <a:pt x="12" y="115"/>
                    <a:pt x="0" y="83"/>
                    <a:pt x="0" y="8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3" name="Freeform 620">
              <a:extLst>
                <a:ext uri="{FF2B5EF4-FFF2-40B4-BE49-F238E27FC236}">
                  <a16:creationId xmlns:a16="http://schemas.microsoft.com/office/drawing/2014/main" id="{8EFF7402-EF20-46CF-A9B0-CDB43DE60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499"/>
              <a:ext cx="601" cy="348"/>
            </a:xfrm>
            <a:custGeom>
              <a:avLst/>
              <a:gdLst>
                <a:gd name="T0" fmla="*/ 0 w 367"/>
                <a:gd name="T1" fmla="*/ 3256 h 199"/>
                <a:gd name="T2" fmla="*/ 4320 w 367"/>
                <a:gd name="T3" fmla="*/ 2994 h 199"/>
                <a:gd name="T4" fmla="*/ 0 w 367"/>
                <a:gd name="T5" fmla="*/ 3256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7" h="199">
                  <a:moveTo>
                    <a:pt x="0" y="199"/>
                  </a:moveTo>
                  <a:cubicBezTo>
                    <a:pt x="0" y="199"/>
                    <a:pt x="188" y="44"/>
                    <a:pt x="367" y="183"/>
                  </a:cubicBezTo>
                  <a:cubicBezTo>
                    <a:pt x="367" y="183"/>
                    <a:pt x="212" y="0"/>
                    <a:pt x="0" y="199"/>
                  </a:cubicBezTo>
                  <a:close/>
                </a:path>
              </a:pathLst>
            </a:custGeom>
            <a:solidFill>
              <a:srgbClr val="F3C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4" name="Freeform 621">
              <a:extLst>
                <a:ext uri="{FF2B5EF4-FFF2-40B4-BE49-F238E27FC236}">
                  <a16:creationId xmlns:a16="http://schemas.microsoft.com/office/drawing/2014/main" id="{CFC96CFA-9DDB-4E71-B334-A032BFE37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429"/>
              <a:ext cx="146" cy="124"/>
            </a:xfrm>
            <a:custGeom>
              <a:avLst/>
              <a:gdLst>
                <a:gd name="T0" fmla="*/ 394 w 89"/>
                <a:gd name="T1" fmla="*/ 0 h 71"/>
                <a:gd name="T2" fmla="*/ 215 w 89"/>
                <a:gd name="T3" fmla="*/ 114 h 71"/>
                <a:gd name="T4" fmla="*/ 92 w 89"/>
                <a:gd name="T5" fmla="*/ 213 h 71"/>
                <a:gd name="T6" fmla="*/ 151 w 89"/>
                <a:gd name="T7" fmla="*/ 699 h 71"/>
                <a:gd name="T8" fmla="*/ 723 w 89"/>
                <a:gd name="T9" fmla="*/ 1135 h 71"/>
                <a:gd name="T10" fmla="*/ 976 w 89"/>
                <a:gd name="T11" fmla="*/ 1062 h 71"/>
                <a:gd name="T12" fmla="*/ 915 w 89"/>
                <a:gd name="T13" fmla="*/ 763 h 71"/>
                <a:gd name="T14" fmla="*/ 441 w 89"/>
                <a:gd name="T15" fmla="*/ 421 h 71"/>
                <a:gd name="T16" fmla="*/ 374 w 89"/>
                <a:gd name="T17" fmla="*/ 159 h 71"/>
                <a:gd name="T18" fmla="*/ 374 w 89"/>
                <a:gd name="T19" fmla="*/ 16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71">
                  <a:moveTo>
                    <a:pt x="33" y="0"/>
                  </a:moveTo>
                  <a:cubicBezTo>
                    <a:pt x="28" y="2"/>
                    <a:pt x="23" y="5"/>
                    <a:pt x="18" y="7"/>
                  </a:cubicBezTo>
                  <a:cubicBezTo>
                    <a:pt x="15" y="9"/>
                    <a:pt x="11" y="10"/>
                    <a:pt x="8" y="13"/>
                  </a:cubicBezTo>
                  <a:cubicBezTo>
                    <a:pt x="0" y="21"/>
                    <a:pt x="8" y="35"/>
                    <a:pt x="13" y="43"/>
                  </a:cubicBezTo>
                  <a:cubicBezTo>
                    <a:pt x="25" y="59"/>
                    <a:pt x="41" y="67"/>
                    <a:pt x="61" y="70"/>
                  </a:cubicBezTo>
                  <a:cubicBezTo>
                    <a:pt x="68" y="71"/>
                    <a:pt x="77" y="71"/>
                    <a:pt x="82" y="65"/>
                  </a:cubicBezTo>
                  <a:cubicBezTo>
                    <a:pt x="89" y="58"/>
                    <a:pt x="84" y="51"/>
                    <a:pt x="77" y="47"/>
                  </a:cubicBezTo>
                  <a:cubicBezTo>
                    <a:pt x="63" y="40"/>
                    <a:pt x="48" y="38"/>
                    <a:pt x="37" y="26"/>
                  </a:cubicBezTo>
                  <a:cubicBezTo>
                    <a:pt x="33" y="21"/>
                    <a:pt x="32" y="17"/>
                    <a:pt x="32" y="10"/>
                  </a:cubicBezTo>
                  <a:cubicBezTo>
                    <a:pt x="33" y="7"/>
                    <a:pt x="35" y="4"/>
                    <a:pt x="32" y="1"/>
                  </a:cubicBezTo>
                </a:path>
              </a:pathLst>
            </a:custGeom>
            <a:solidFill>
              <a:srgbClr val="F9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5" name="Freeform 622">
              <a:extLst>
                <a:ext uri="{FF2B5EF4-FFF2-40B4-BE49-F238E27FC236}">
                  <a16:creationId xmlns:a16="http://schemas.microsoft.com/office/drawing/2014/main" id="{3CB74A64-03C3-4B56-8E5D-B9C18A9F7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494"/>
              <a:ext cx="603" cy="604"/>
            </a:xfrm>
            <a:custGeom>
              <a:avLst/>
              <a:gdLst>
                <a:gd name="T0" fmla="*/ 3203 w 368"/>
                <a:gd name="T1" fmla="*/ 0 h 346"/>
                <a:gd name="T2" fmla="*/ 3367 w 368"/>
                <a:gd name="T3" fmla="*/ 0 h 346"/>
                <a:gd name="T4" fmla="*/ 4347 w 368"/>
                <a:gd name="T5" fmla="*/ 1107 h 346"/>
                <a:gd name="T6" fmla="*/ 2032 w 368"/>
                <a:gd name="T7" fmla="*/ 2755 h 346"/>
                <a:gd name="T8" fmla="*/ 0 w 368"/>
                <a:gd name="T9" fmla="*/ 5607 h 346"/>
                <a:gd name="T10" fmla="*/ 3203 w 368"/>
                <a:gd name="T11" fmla="*/ 0 h 3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8" h="346">
                  <a:moveTo>
                    <a:pt x="271" y="0"/>
                  </a:moveTo>
                  <a:cubicBezTo>
                    <a:pt x="285" y="0"/>
                    <a:pt x="285" y="0"/>
                    <a:pt x="285" y="0"/>
                  </a:cubicBezTo>
                  <a:cubicBezTo>
                    <a:pt x="285" y="0"/>
                    <a:pt x="286" y="53"/>
                    <a:pt x="368" y="68"/>
                  </a:cubicBezTo>
                  <a:cubicBezTo>
                    <a:pt x="368" y="68"/>
                    <a:pt x="245" y="90"/>
                    <a:pt x="172" y="170"/>
                  </a:cubicBezTo>
                  <a:cubicBezTo>
                    <a:pt x="98" y="249"/>
                    <a:pt x="46" y="332"/>
                    <a:pt x="0" y="346"/>
                  </a:cubicBezTo>
                  <a:lnTo>
                    <a:pt x="271" y="0"/>
                  </a:lnTo>
                  <a:close/>
                </a:path>
              </a:pathLst>
            </a:custGeom>
            <a:solidFill>
              <a:srgbClr val="E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6" name="Freeform 623">
              <a:extLst>
                <a:ext uri="{FF2B5EF4-FFF2-40B4-BE49-F238E27FC236}">
                  <a16:creationId xmlns:a16="http://schemas.microsoft.com/office/drawing/2014/main" id="{B593AFD7-E4EA-4F60-B51F-DC3C6A26F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501"/>
              <a:ext cx="535" cy="568"/>
            </a:xfrm>
            <a:custGeom>
              <a:avLst/>
              <a:gdLst>
                <a:gd name="T0" fmla="*/ 2942 w 327"/>
                <a:gd name="T1" fmla="*/ 86 h 325"/>
                <a:gd name="T2" fmla="*/ 3043 w 327"/>
                <a:gd name="T3" fmla="*/ 0 h 325"/>
                <a:gd name="T4" fmla="*/ 3833 w 327"/>
                <a:gd name="T5" fmla="*/ 1026 h 325"/>
                <a:gd name="T6" fmla="*/ 1726 w 327"/>
                <a:gd name="T7" fmla="*/ 2622 h 325"/>
                <a:gd name="T8" fmla="*/ 0 w 327"/>
                <a:gd name="T9" fmla="*/ 5299 h 325"/>
                <a:gd name="T10" fmla="*/ 2942 w 327"/>
                <a:gd name="T11" fmla="*/ 86 h 3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7" h="325">
                  <a:moveTo>
                    <a:pt x="251" y="5"/>
                  </a:moveTo>
                  <a:cubicBezTo>
                    <a:pt x="260" y="0"/>
                    <a:pt x="260" y="0"/>
                    <a:pt x="260" y="0"/>
                  </a:cubicBezTo>
                  <a:cubicBezTo>
                    <a:pt x="260" y="0"/>
                    <a:pt x="264" y="53"/>
                    <a:pt x="327" y="63"/>
                  </a:cubicBezTo>
                  <a:cubicBezTo>
                    <a:pt x="327" y="63"/>
                    <a:pt x="213" y="89"/>
                    <a:pt x="147" y="161"/>
                  </a:cubicBezTo>
                  <a:cubicBezTo>
                    <a:pt x="81" y="233"/>
                    <a:pt x="33" y="308"/>
                    <a:pt x="0" y="325"/>
                  </a:cubicBezTo>
                  <a:lnTo>
                    <a:pt x="251" y="5"/>
                  </a:lnTo>
                  <a:close/>
                </a:path>
              </a:pathLst>
            </a:custGeom>
            <a:solidFill>
              <a:srgbClr val="ED7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7" name="Freeform 624">
              <a:extLst>
                <a:ext uri="{FF2B5EF4-FFF2-40B4-BE49-F238E27FC236}">
                  <a16:creationId xmlns:a16="http://schemas.microsoft.com/office/drawing/2014/main" id="{AD851727-DDA1-42C9-A182-97B951368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523"/>
              <a:ext cx="440" cy="491"/>
            </a:xfrm>
            <a:custGeom>
              <a:avLst/>
              <a:gdLst>
                <a:gd name="T0" fmla="*/ 2647 w 268"/>
                <a:gd name="T1" fmla="*/ 86 h 281"/>
                <a:gd name="T2" fmla="*/ 2750 w 268"/>
                <a:gd name="T3" fmla="*/ 0 h 281"/>
                <a:gd name="T4" fmla="*/ 3195 w 268"/>
                <a:gd name="T5" fmla="*/ 813 h 281"/>
                <a:gd name="T6" fmla="*/ 1373 w 268"/>
                <a:gd name="T7" fmla="*/ 2443 h 281"/>
                <a:gd name="T8" fmla="*/ 0 w 268"/>
                <a:gd name="T9" fmla="*/ 4576 h 281"/>
                <a:gd name="T10" fmla="*/ 2647 w 268"/>
                <a:gd name="T11" fmla="*/ 86 h 2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8" h="281">
                  <a:moveTo>
                    <a:pt x="222" y="5"/>
                  </a:moveTo>
                  <a:cubicBezTo>
                    <a:pt x="230" y="0"/>
                    <a:pt x="230" y="0"/>
                    <a:pt x="230" y="0"/>
                  </a:cubicBezTo>
                  <a:cubicBezTo>
                    <a:pt x="230" y="0"/>
                    <a:pt x="232" y="28"/>
                    <a:pt x="268" y="50"/>
                  </a:cubicBezTo>
                  <a:cubicBezTo>
                    <a:pt x="242" y="55"/>
                    <a:pt x="178" y="81"/>
                    <a:pt x="115" y="150"/>
                  </a:cubicBezTo>
                  <a:cubicBezTo>
                    <a:pt x="53" y="218"/>
                    <a:pt x="26" y="255"/>
                    <a:pt x="0" y="281"/>
                  </a:cubicBezTo>
                  <a:lnTo>
                    <a:pt x="222" y="5"/>
                  </a:lnTo>
                  <a:close/>
                </a:path>
              </a:pathLst>
            </a:custGeom>
            <a:solidFill>
              <a:srgbClr val="EB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8" name="Freeform 625">
              <a:extLst>
                <a:ext uri="{FF2B5EF4-FFF2-40B4-BE49-F238E27FC236}">
                  <a16:creationId xmlns:a16="http://schemas.microsoft.com/office/drawing/2014/main" id="{46008D9C-4D89-41EE-BFC1-35BEA176F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492"/>
              <a:ext cx="685" cy="606"/>
            </a:xfrm>
            <a:custGeom>
              <a:avLst/>
              <a:gdLst>
                <a:gd name="T0" fmla="*/ 408 w 418"/>
                <a:gd name="T1" fmla="*/ 0 h 347"/>
                <a:gd name="T2" fmla="*/ 0 w 418"/>
                <a:gd name="T3" fmla="*/ 1071 h 347"/>
                <a:gd name="T4" fmla="*/ 2968 w 418"/>
                <a:gd name="T5" fmla="*/ 2976 h 347"/>
                <a:gd name="T6" fmla="*/ 4941 w 418"/>
                <a:gd name="T7" fmla="*/ 5636 h 347"/>
                <a:gd name="T8" fmla="*/ 1724 w 418"/>
                <a:gd name="T9" fmla="*/ 0 h 347"/>
                <a:gd name="T10" fmla="*/ 408 w 418"/>
                <a:gd name="T11" fmla="*/ 0 h 3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8" h="347">
                  <a:moveTo>
                    <a:pt x="35" y="0"/>
                  </a:moveTo>
                  <a:cubicBezTo>
                    <a:pt x="35" y="0"/>
                    <a:pt x="72" y="33"/>
                    <a:pt x="0" y="66"/>
                  </a:cubicBezTo>
                  <a:cubicBezTo>
                    <a:pt x="0" y="66"/>
                    <a:pt x="137" y="65"/>
                    <a:pt x="251" y="183"/>
                  </a:cubicBezTo>
                  <a:cubicBezTo>
                    <a:pt x="365" y="300"/>
                    <a:pt x="395" y="337"/>
                    <a:pt x="418" y="347"/>
                  </a:cubicBezTo>
                  <a:cubicBezTo>
                    <a:pt x="146" y="0"/>
                    <a:pt x="146" y="0"/>
                    <a:pt x="146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rgbClr val="E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9" name="Freeform 626">
              <a:extLst>
                <a:ext uri="{FF2B5EF4-FFF2-40B4-BE49-F238E27FC236}">
                  <a16:creationId xmlns:a16="http://schemas.microsoft.com/office/drawing/2014/main" id="{148B5DAD-EFF0-4C5C-BF06-A7457AE59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497"/>
              <a:ext cx="623" cy="565"/>
            </a:xfrm>
            <a:custGeom>
              <a:avLst/>
              <a:gdLst>
                <a:gd name="T0" fmla="*/ 349 w 380"/>
                <a:gd name="T1" fmla="*/ 0 h 323"/>
                <a:gd name="T2" fmla="*/ 0 w 380"/>
                <a:gd name="T3" fmla="*/ 985 h 323"/>
                <a:gd name="T4" fmla="*/ 2687 w 380"/>
                <a:gd name="T5" fmla="*/ 2687 h 323"/>
                <a:gd name="T6" fmla="*/ 4499 w 380"/>
                <a:gd name="T7" fmla="*/ 5288 h 323"/>
                <a:gd name="T8" fmla="*/ 1502 w 380"/>
                <a:gd name="T9" fmla="*/ 28 h 323"/>
                <a:gd name="T10" fmla="*/ 349 w 380"/>
                <a:gd name="T11" fmla="*/ 0 h 3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0" h="323">
                  <a:moveTo>
                    <a:pt x="29" y="0"/>
                  </a:moveTo>
                  <a:cubicBezTo>
                    <a:pt x="29" y="0"/>
                    <a:pt x="64" y="31"/>
                    <a:pt x="0" y="60"/>
                  </a:cubicBezTo>
                  <a:cubicBezTo>
                    <a:pt x="0" y="60"/>
                    <a:pt x="125" y="59"/>
                    <a:pt x="227" y="164"/>
                  </a:cubicBezTo>
                  <a:cubicBezTo>
                    <a:pt x="328" y="269"/>
                    <a:pt x="360" y="314"/>
                    <a:pt x="380" y="323"/>
                  </a:cubicBezTo>
                  <a:cubicBezTo>
                    <a:pt x="127" y="2"/>
                    <a:pt x="127" y="2"/>
                    <a:pt x="127" y="2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ED7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0" name="Freeform 627">
              <a:extLst>
                <a:ext uri="{FF2B5EF4-FFF2-40B4-BE49-F238E27FC236}">
                  <a16:creationId xmlns:a16="http://schemas.microsoft.com/office/drawing/2014/main" id="{57339CAB-A65C-449D-BEA7-C7CFC702C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544"/>
              <a:ext cx="235" cy="224"/>
            </a:xfrm>
            <a:custGeom>
              <a:avLst/>
              <a:gdLst>
                <a:gd name="T0" fmla="*/ 1394 w 143"/>
                <a:gd name="T1" fmla="*/ 0 h 128"/>
                <a:gd name="T2" fmla="*/ 1029 w 143"/>
                <a:gd name="T3" fmla="*/ 572 h 128"/>
                <a:gd name="T4" fmla="*/ 394 w 143"/>
                <a:gd name="T5" fmla="*/ 1748 h 128"/>
                <a:gd name="T6" fmla="*/ 1624 w 143"/>
                <a:gd name="T7" fmla="*/ 637 h 128"/>
                <a:gd name="T8" fmla="*/ 1394 w 143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28">
                  <a:moveTo>
                    <a:pt x="116" y="0"/>
                  </a:moveTo>
                  <a:cubicBezTo>
                    <a:pt x="116" y="0"/>
                    <a:pt x="97" y="21"/>
                    <a:pt x="86" y="35"/>
                  </a:cubicBezTo>
                  <a:cubicBezTo>
                    <a:pt x="74" y="49"/>
                    <a:pt x="0" y="128"/>
                    <a:pt x="33" y="106"/>
                  </a:cubicBezTo>
                  <a:cubicBezTo>
                    <a:pt x="65" y="84"/>
                    <a:pt x="115" y="41"/>
                    <a:pt x="136" y="39"/>
                  </a:cubicBezTo>
                  <a:cubicBezTo>
                    <a:pt x="143" y="38"/>
                    <a:pt x="116" y="0"/>
                    <a:pt x="116" y="0"/>
                  </a:cubicBezTo>
                  <a:close/>
                </a:path>
              </a:pathLst>
            </a:custGeom>
            <a:solidFill>
              <a:srgbClr val="EA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1" name="Freeform 628">
              <a:extLst>
                <a:ext uri="{FF2B5EF4-FFF2-40B4-BE49-F238E27FC236}">
                  <a16:creationId xmlns:a16="http://schemas.microsoft.com/office/drawing/2014/main" id="{FE7083D1-A385-4677-9556-D98899228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569"/>
              <a:ext cx="150" cy="154"/>
            </a:xfrm>
            <a:custGeom>
              <a:avLst/>
              <a:gdLst>
                <a:gd name="T0" fmla="*/ 889 w 92"/>
                <a:gd name="T1" fmla="*/ 0 h 88"/>
                <a:gd name="T2" fmla="*/ 0 w 92"/>
                <a:gd name="T3" fmla="*/ 1351 h 88"/>
                <a:gd name="T4" fmla="*/ 1061 w 92"/>
                <a:gd name="T5" fmla="*/ 313 h 88"/>
                <a:gd name="T6" fmla="*/ 889 w 92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88">
                  <a:moveTo>
                    <a:pt x="77" y="0"/>
                  </a:moveTo>
                  <a:cubicBezTo>
                    <a:pt x="77" y="0"/>
                    <a:pt x="0" y="76"/>
                    <a:pt x="0" y="82"/>
                  </a:cubicBezTo>
                  <a:cubicBezTo>
                    <a:pt x="1" y="88"/>
                    <a:pt x="83" y="17"/>
                    <a:pt x="92" y="19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E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2" name="Freeform 629">
              <a:extLst>
                <a:ext uri="{FF2B5EF4-FFF2-40B4-BE49-F238E27FC236}">
                  <a16:creationId xmlns:a16="http://schemas.microsoft.com/office/drawing/2014/main" id="{DA97B9F8-9500-43FD-B7C7-08ABFCDF0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494"/>
              <a:ext cx="421" cy="361"/>
            </a:xfrm>
            <a:custGeom>
              <a:avLst/>
              <a:gdLst>
                <a:gd name="T0" fmla="*/ 247 w 257"/>
                <a:gd name="T1" fmla="*/ 159 h 207"/>
                <a:gd name="T2" fmla="*/ 1309 w 257"/>
                <a:gd name="T3" fmla="*/ 323 h 207"/>
                <a:gd name="T4" fmla="*/ 3032 w 257"/>
                <a:gd name="T5" fmla="*/ 3343 h 207"/>
                <a:gd name="T6" fmla="*/ 0 w 257"/>
                <a:gd name="T7" fmla="*/ 970 h 207"/>
                <a:gd name="T8" fmla="*/ 247 w 257"/>
                <a:gd name="T9" fmla="*/ 159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7" h="207">
                  <a:moveTo>
                    <a:pt x="21" y="10"/>
                  </a:moveTo>
                  <a:cubicBezTo>
                    <a:pt x="21" y="10"/>
                    <a:pt x="94" y="0"/>
                    <a:pt x="111" y="20"/>
                  </a:cubicBezTo>
                  <a:cubicBezTo>
                    <a:pt x="128" y="40"/>
                    <a:pt x="257" y="207"/>
                    <a:pt x="257" y="207"/>
                  </a:cubicBezTo>
                  <a:cubicBezTo>
                    <a:pt x="257" y="207"/>
                    <a:pt x="151" y="65"/>
                    <a:pt x="0" y="60"/>
                  </a:cubicBezTo>
                  <a:cubicBezTo>
                    <a:pt x="0" y="60"/>
                    <a:pt x="47" y="30"/>
                    <a:pt x="21" y="10"/>
                  </a:cubicBezTo>
                  <a:close/>
                </a:path>
              </a:pathLst>
            </a:custGeom>
            <a:solidFill>
              <a:srgbClr val="EB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3" name="Freeform 630">
              <a:extLst>
                <a:ext uri="{FF2B5EF4-FFF2-40B4-BE49-F238E27FC236}">
                  <a16:creationId xmlns:a16="http://schemas.microsoft.com/office/drawing/2014/main" id="{AA4055E0-9BEB-453E-9D18-1D517B97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497"/>
              <a:ext cx="264" cy="201"/>
            </a:xfrm>
            <a:custGeom>
              <a:avLst/>
              <a:gdLst>
                <a:gd name="T0" fmla="*/ 408 w 161"/>
                <a:gd name="T1" fmla="*/ 224 h 115"/>
                <a:gd name="T2" fmla="*/ 282 w 161"/>
                <a:gd name="T3" fmla="*/ 351 h 115"/>
                <a:gd name="T4" fmla="*/ 190 w 161"/>
                <a:gd name="T5" fmla="*/ 898 h 115"/>
                <a:gd name="T6" fmla="*/ 1909 w 161"/>
                <a:gd name="T7" fmla="*/ 1872 h 115"/>
                <a:gd name="T8" fmla="*/ 408 w 161"/>
                <a:gd name="T9" fmla="*/ 22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15">
                  <a:moveTo>
                    <a:pt x="35" y="14"/>
                  </a:moveTo>
                  <a:cubicBezTo>
                    <a:pt x="35" y="14"/>
                    <a:pt x="23" y="15"/>
                    <a:pt x="24" y="22"/>
                  </a:cubicBezTo>
                  <a:cubicBezTo>
                    <a:pt x="24" y="29"/>
                    <a:pt x="0" y="50"/>
                    <a:pt x="16" y="55"/>
                  </a:cubicBezTo>
                  <a:cubicBezTo>
                    <a:pt x="32" y="59"/>
                    <a:pt x="102" y="66"/>
                    <a:pt x="161" y="115"/>
                  </a:cubicBezTo>
                  <a:cubicBezTo>
                    <a:pt x="161" y="115"/>
                    <a:pt x="105" y="0"/>
                    <a:pt x="35" y="14"/>
                  </a:cubicBezTo>
                  <a:close/>
                </a:path>
              </a:pathLst>
            </a:custGeom>
            <a:solidFill>
              <a:srgbClr val="EA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53" name="Third-degree-skin-burn-cross-section">
            <a:extLst>
              <a:ext uri="{FF2B5EF4-FFF2-40B4-BE49-F238E27FC236}">
                <a16:creationId xmlns:a16="http://schemas.microsoft.com/office/drawing/2014/main" id="{AD66E989-0FE6-4987-8796-C37BEB24A6DF}"/>
              </a:ext>
            </a:extLst>
          </p:cNvPr>
          <p:cNvGrpSpPr>
            <a:grpSpLocks/>
          </p:cNvGrpSpPr>
          <p:nvPr/>
        </p:nvGrpSpPr>
        <p:grpSpPr bwMode="auto">
          <a:xfrm>
            <a:off x="6415088" y="3760788"/>
            <a:ext cx="2238375" cy="2414587"/>
            <a:chOff x="2943" y="2369"/>
            <a:chExt cx="1410" cy="1521"/>
          </a:xfrm>
        </p:grpSpPr>
        <p:grpSp>
          <p:nvGrpSpPr>
            <p:cNvPr id="21558" name="Group 632">
              <a:extLst>
                <a:ext uri="{FF2B5EF4-FFF2-40B4-BE49-F238E27FC236}">
                  <a16:creationId xmlns:a16="http://schemas.microsoft.com/office/drawing/2014/main" id="{2CAE8136-3710-4873-B6FC-7A70467306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3" y="2369"/>
              <a:ext cx="1410" cy="1521"/>
              <a:chOff x="2943" y="2369"/>
              <a:chExt cx="1410" cy="1521"/>
            </a:xfrm>
          </p:grpSpPr>
          <p:sp>
            <p:nvSpPr>
              <p:cNvPr id="21876" name="Freeform 633">
                <a:extLst>
                  <a:ext uri="{FF2B5EF4-FFF2-40B4-BE49-F238E27FC236}">
                    <a16:creationId xmlns:a16="http://schemas.microsoft.com/office/drawing/2014/main" id="{85DEEEF4-A7B2-46C6-B51C-C9A0AA99C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463"/>
                <a:ext cx="1406" cy="617"/>
              </a:xfrm>
              <a:custGeom>
                <a:avLst/>
                <a:gdLst>
                  <a:gd name="T0" fmla="*/ 452 w 1406"/>
                  <a:gd name="T1" fmla="*/ 0 h 617"/>
                  <a:gd name="T2" fmla="*/ 956 w 1406"/>
                  <a:gd name="T3" fmla="*/ 0 h 617"/>
                  <a:gd name="T4" fmla="*/ 1406 w 1406"/>
                  <a:gd name="T5" fmla="*/ 617 h 617"/>
                  <a:gd name="T6" fmla="*/ 699 w 1406"/>
                  <a:gd name="T7" fmla="*/ 617 h 617"/>
                  <a:gd name="T8" fmla="*/ 0 w 1406"/>
                  <a:gd name="T9" fmla="*/ 617 h 617"/>
                  <a:gd name="T10" fmla="*/ 452 w 1406"/>
                  <a:gd name="T11" fmla="*/ 0 h 6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6" h="617">
                    <a:moveTo>
                      <a:pt x="452" y="0"/>
                    </a:moveTo>
                    <a:lnTo>
                      <a:pt x="956" y="0"/>
                    </a:lnTo>
                    <a:lnTo>
                      <a:pt x="1406" y="617"/>
                    </a:lnTo>
                    <a:lnTo>
                      <a:pt x="699" y="617"/>
                    </a:lnTo>
                    <a:lnTo>
                      <a:pt x="0" y="617"/>
                    </a:lnTo>
                    <a:lnTo>
                      <a:pt x="452" y="0"/>
                    </a:lnTo>
                    <a:close/>
                  </a:path>
                </a:pathLst>
              </a:custGeom>
              <a:solidFill>
                <a:srgbClr val="F3A6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634">
                <a:extLst>
                  <a:ext uri="{FF2B5EF4-FFF2-40B4-BE49-F238E27FC236}">
                    <a16:creationId xmlns:a16="http://schemas.microsoft.com/office/drawing/2014/main" id="{185D505E-43A2-4EDB-875D-1C2CE0615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080"/>
                <a:ext cx="1407" cy="807"/>
              </a:xfrm>
              <a:custGeom>
                <a:avLst/>
                <a:gdLst>
                  <a:gd name="T0" fmla="*/ 0 w 1407"/>
                  <a:gd name="T1" fmla="*/ 2 h 807"/>
                  <a:gd name="T2" fmla="*/ 1403 w 1407"/>
                  <a:gd name="T3" fmla="*/ 0 h 807"/>
                  <a:gd name="T4" fmla="*/ 1407 w 1407"/>
                  <a:gd name="T5" fmla="*/ 807 h 807"/>
                  <a:gd name="T6" fmla="*/ 0 w 1407"/>
                  <a:gd name="T7" fmla="*/ 807 h 807"/>
                  <a:gd name="T8" fmla="*/ 0 w 1407"/>
                  <a:gd name="T9" fmla="*/ 2 h 8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7" h="807">
                    <a:moveTo>
                      <a:pt x="0" y="2"/>
                    </a:moveTo>
                    <a:lnTo>
                      <a:pt x="1403" y="0"/>
                    </a:lnTo>
                    <a:lnTo>
                      <a:pt x="1407" y="807"/>
                    </a:lnTo>
                    <a:lnTo>
                      <a:pt x="0" y="80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9D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635">
                <a:extLst>
                  <a:ext uri="{FF2B5EF4-FFF2-40B4-BE49-F238E27FC236}">
                    <a16:creationId xmlns:a16="http://schemas.microsoft.com/office/drawing/2014/main" id="{F181E2DD-A4E1-4F85-B66F-F1A6A95F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019"/>
                <a:ext cx="1406" cy="454"/>
              </a:xfrm>
              <a:custGeom>
                <a:avLst/>
                <a:gdLst>
                  <a:gd name="T0" fmla="*/ 0 w 859"/>
                  <a:gd name="T1" fmla="*/ 3702 h 260"/>
                  <a:gd name="T2" fmla="*/ 0 w 859"/>
                  <a:gd name="T3" fmla="*/ 571 h 260"/>
                  <a:gd name="T4" fmla="*/ 758 w 859"/>
                  <a:gd name="T5" fmla="*/ 213 h 260"/>
                  <a:gd name="T6" fmla="*/ 9187 w 859"/>
                  <a:gd name="T7" fmla="*/ 351 h 260"/>
                  <a:gd name="T8" fmla="*/ 10089 w 859"/>
                  <a:gd name="T9" fmla="*/ 571 h 260"/>
                  <a:gd name="T10" fmla="*/ 10089 w 859"/>
                  <a:gd name="T11" fmla="*/ 2696 h 260"/>
                  <a:gd name="T12" fmla="*/ 9336 w 859"/>
                  <a:gd name="T13" fmla="*/ 3674 h 260"/>
                  <a:gd name="T14" fmla="*/ 7837 w 859"/>
                  <a:gd name="T15" fmla="*/ 2464 h 260"/>
                  <a:gd name="T16" fmla="*/ 6310 w 859"/>
                  <a:gd name="T17" fmla="*/ 3911 h 260"/>
                  <a:gd name="T18" fmla="*/ 5005 w 859"/>
                  <a:gd name="T19" fmla="*/ 2370 h 260"/>
                  <a:gd name="T20" fmla="*/ 3711 w 859"/>
                  <a:gd name="T21" fmla="*/ 4074 h 260"/>
                  <a:gd name="T22" fmla="*/ 2120 w 859"/>
                  <a:gd name="T23" fmla="*/ 3105 h 260"/>
                  <a:gd name="T24" fmla="*/ 758 w 859"/>
                  <a:gd name="T25" fmla="*/ 4173 h 260"/>
                  <a:gd name="T26" fmla="*/ 0 w 859"/>
                  <a:gd name="T27" fmla="*/ 3702 h 2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59" h="260">
                    <a:moveTo>
                      <a:pt x="0" y="228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44" y="38"/>
                      <a:pt x="65" y="13"/>
                    </a:cubicBezTo>
                    <a:cubicBezTo>
                      <a:pt x="77" y="0"/>
                      <a:pt x="762" y="34"/>
                      <a:pt x="782" y="22"/>
                    </a:cubicBezTo>
                    <a:cubicBezTo>
                      <a:pt x="798" y="38"/>
                      <a:pt x="859" y="35"/>
                      <a:pt x="859" y="35"/>
                    </a:cubicBezTo>
                    <a:cubicBezTo>
                      <a:pt x="859" y="166"/>
                      <a:pt x="859" y="166"/>
                      <a:pt x="859" y="166"/>
                    </a:cubicBezTo>
                    <a:cubicBezTo>
                      <a:pt x="859" y="166"/>
                      <a:pt x="830" y="226"/>
                      <a:pt x="795" y="226"/>
                    </a:cubicBezTo>
                    <a:cubicBezTo>
                      <a:pt x="759" y="226"/>
                      <a:pt x="724" y="152"/>
                      <a:pt x="667" y="152"/>
                    </a:cubicBezTo>
                    <a:cubicBezTo>
                      <a:pt x="611" y="152"/>
                      <a:pt x="606" y="241"/>
                      <a:pt x="537" y="241"/>
                    </a:cubicBezTo>
                    <a:cubicBezTo>
                      <a:pt x="468" y="241"/>
                      <a:pt x="483" y="146"/>
                      <a:pt x="426" y="146"/>
                    </a:cubicBezTo>
                    <a:cubicBezTo>
                      <a:pt x="368" y="146"/>
                      <a:pt x="409" y="251"/>
                      <a:pt x="316" y="251"/>
                    </a:cubicBezTo>
                    <a:cubicBezTo>
                      <a:pt x="224" y="251"/>
                      <a:pt x="237" y="188"/>
                      <a:pt x="180" y="191"/>
                    </a:cubicBezTo>
                    <a:cubicBezTo>
                      <a:pt x="138" y="193"/>
                      <a:pt x="146" y="253"/>
                      <a:pt x="65" y="257"/>
                    </a:cubicBezTo>
                    <a:cubicBezTo>
                      <a:pt x="13" y="260"/>
                      <a:pt x="0" y="228"/>
                      <a:pt x="0" y="228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636">
                <a:extLst>
                  <a:ext uri="{FF2B5EF4-FFF2-40B4-BE49-F238E27FC236}">
                    <a16:creationId xmlns:a16="http://schemas.microsoft.com/office/drawing/2014/main" id="{D214738D-5422-47DA-8BE6-094EC511D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054"/>
                <a:ext cx="166" cy="370"/>
              </a:xfrm>
              <a:custGeom>
                <a:avLst/>
                <a:gdLst>
                  <a:gd name="T0" fmla="*/ 730 w 101"/>
                  <a:gd name="T1" fmla="*/ 16 h 212"/>
                  <a:gd name="T2" fmla="*/ 297 w 101"/>
                  <a:gd name="T3" fmla="*/ 307 h 212"/>
                  <a:gd name="T4" fmla="*/ 89 w 101"/>
                  <a:gd name="T5" fmla="*/ 457 h 212"/>
                  <a:gd name="T6" fmla="*/ 35 w 101"/>
                  <a:gd name="T7" fmla="*/ 984 h 212"/>
                  <a:gd name="T8" fmla="*/ 35 w 101"/>
                  <a:gd name="T9" fmla="*/ 2412 h 212"/>
                  <a:gd name="T10" fmla="*/ 519 w 101"/>
                  <a:gd name="T11" fmla="*/ 3339 h 212"/>
                  <a:gd name="T12" fmla="*/ 932 w 101"/>
                  <a:gd name="T13" fmla="*/ 3351 h 212"/>
                  <a:gd name="T14" fmla="*/ 932 w 101"/>
                  <a:gd name="T15" fmla="*/ 2281 h 212"/>
                  <a:gd name="T16" fmla="*/ 768 w 101"/>
                  <a:gd name="T17" fmla="*/ 920 h 212"/>
                  <a:gd name="T18" fmla="*/ 730 w 101"/>
                  <a:gd name="T19" fmla="*/ 344 h 212"/>
                  <a:gd name="T20" fmla="*/ 723 w 101"/>
                  <a:gd name="T21" fmla="*/ 86 h 2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212">
                    <a:moveTo>
                      <a:pt x="61" y="1"/>
                    </a:moveTo>
                    <a:cubicBezTo>
                      <a:pt x="47" y="0"/>
                      <a:pt x="37" y="14"/>
                      <a:pt x="25" y="19"/>
                    </a:cubicBezTo>
                    <a:cubicBezTo>
                      <a:pt x="18" y="21"/>
                      <a:pt x="11" y="22"/>
                      <a:pt x="7" y="28"/>
                    </a:cubicBezTo>
                    <a:cubicBezTo>
                      <a:pt x="0" y="38"/>
                      <a:pt x="3" y="50"/>
                      <a:pt x="3" y="61"/>
                    </a:cubicBezTo>
                    <a:cubicBezTo>
                      <a:pt x="3" y="90"/>
                      <a:pt x="3" y="120"/>
                      <a:pt x="3" y="149"/>
                    </a:cubicBezTo>
                    <a:cubicBezTo>
                      <a:pt x="3" y="174"/>
                      <a:pt x="15" y="202"/>
                      <a:pt x="43" y="206"/>
                    </a:cubicBezTo>
                    <a:cubicBezTo>
                      <a:pt x="53" y="208"/>
                      <a:pt x="68" y="212"/>
                      <a:pt x="78" y="207"/>
                    </a:cubicBezTo>
                    <a:cubicBezTo>
                      <a:pt x="101" y="197"/>
                      <a:pt x="83" y="157"/>
                      <a:pt x="78" y="141"/>
                    </a:cubicBezTo>
                    <a:cubicBezTo>
                      <a:pt x="70" y="113"/>
                      <a:pt x="67" y="86"/>
                      <a:pt x="64" y="57"/>
                    </a:cubicBezTo>
                    <a:cubicBezTo>
                      <a:pt x="62" y="45"/>
                      <a:pt x="62" y="33"/>
                      <a:pt x="61" y="21"/>
                    </a:cubicBezTo>
                    <a:cubicBezTo>
                      <a:pt x="61" y="16"/>
                      <a:pt x="61" y="10"/>
                      <a:pt x="60" y="5"/>
                    </a:cubicBezTo>
                  </a:path>
                </a:pathLst>
              </a:custGeom>
              <a:solidFill>
                <a:srgbClr val="F3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637">
                <a:extLst>
                  <a:ext uri="{FF2B5EF4-FFF2-40B4-BE49-F238E27FC236}">
                    <a16:creationId xmlns:a16="http://schemas.microsoft.com/office/drawing/2014/main" id="{5118DADE-D0DF-4895-8527-C08E45C75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3054"/>
                <a:ext cx="167" cy="363"/>
              </a:xfrm>
              <a:custGeom>
                <a:avLst/>
                <a:gdLst>
                  <a:gd name="T0" fmla="*/ 732 w 102"/>
                  <a:gd name="T1" fmla="*/ 16 h 208"/>
                  <a:gd name="T2" fmla="*/ 295 w 102"/>
                  <a:gd name="T3" fmla="*/ 286 h 208"/>
                  <a:gd name="T4" fmla="*/ 77 w 102"/>
                  <a:gd name="T5" fmla="*/ 457 h 208"/>
                  <a:gd name="T6" fmla="*/ 47 w 102"/>
                  <a:gd name="T7" fmla="*/ 972 h 208"/>
                  <a:gd name="T8" fmla="*/ 47 w 102"/>
                  <a:gd name="T9" fmla="*/ 2366 h 208"/>
                  <a:gd name="T10" fmla="*/ 504 w 102"/>
                  <a:gd name="T11" fmla="*/ 3286 h 208"/>
                  <a:gd name="T12" fmla="*/ 925 w 102"/>
                  <a:gd name="T13" fmla="*/ 3302 h 208"/>
                  <a:gd name="T14" fmla="*/ 925 w 102"/>
                  <a:gd name="T15" fmla="*/ 2253 h 208"/>
                  <a:gd name="T16" fmla="*/ 756 w 102"/>
                  <a:gd name="T17" fmla="*/ 908 h 208"/>
                  <a:gd name="T18" fmla="*/ 732 w 102"/>
                  <a:gd name="T19" fmla="*/ 344 h 208"/>
                  <a:gd name="T20" fmla="*/ 702 w 102"/>
                  <a:gd name="T21" fmla="*/ 86 h 2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208">
                    <a:moveTo>
                      <a:pt x="62" y="1"/>
                    </a:moveTo>
                    <a:cubicBezTo>
                      <a:pt x="48" y="0"/>
                      <a:pt x="38" y="14"/>
                      <a:pt x="25" y="18"/>
                    </a:cubicBezTo>
                    <a:cubicBezTo>
                      <a:pt x="18" y="21"/>
                      <a:pt x="12" y="22"/>
                      <a:pt x="7" y="28"/>
                    </a:cubicBezTo>
                    <a:cubicBezTo>
                      <a:pt x="0" y="37"/>
                      <a:pt x="3" y="49"/>
                      <a:pt x="4" y="60"/>
                    </a:cubicBezTo>
                    <a:cubicBezTo>
                      <a:pt x="4" y="88"/>
                      <a:pt x="4" y="117"/>
                      <a:pt x="4" y="146"/>
                    </a:cubicBezTo>
                    <a:cubicBezTo>
                      <a:pt x="3" y="171"/>
                      <a:pt x="16" y="198"/>
                      <a:pt x="43" y="203"/>
                    </a:cubicBezTo>
                    <a:cubicBezTo>
                      <a:pt x="54" y="204"/>
                      <a:pt x="69" y="208"/>
                      <a:pt x="79" y="204"/>
                    </a:cubicBezTo>
                    <a:cubicBezTo>
                      <a:pt x="102" y="193"/>
                      <a:pt x="84" y="155"/>
                      <a:pt x="79" y="139"/>
                    </a:cubicBezTo>
                    <a:cubicBezTo>
                      <a:pt x="71" y="111"/>
                      <a:pt x="68" y="84"/>
                      <a:pt x="64" y="56"/>
                    </a:cubicBezTo>
                    <a:cubicBezTo>
                      <a:pt x="63" y="44"/>
                      <a:pt x="63" y="33"/>
                      <a:pt x="62" y="21"/>
                    </a:cubicBezTo>
                    <a:cubicBezTo>
                      <a:pt x="61" y="16"/>
                      <a:pt x="62" y="9"/>
                      <a:pt x="60" y="5"/>
                    </a:cubicBezTo>
                  </a:path>
                </a:pathLst>
              </a:custGeom>
              <a:solidFill>
                <a:srgbClr val="F0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638">
                <a:extLst>
                  <a:ext uri="{FF2B5EF4-FFF2-40B4-BE49-F238E27FC236}">
                    <a16:creationId xmlns:a16="http://schemas.microsoft.com/office/drawing/2014/main" id="{A95B3756-AC4E-4494-84BF-4E5081222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3054"/>
                <a:ext cx="167" cy="365"/>
              </a:xfrm>
              <a:custGeom>
                <a:avLst/>
                <a:gdLst>
                  <a:gd name="T0" fmla="*/ 732 w 102"/>
                  <a:gd name="T1" fmla="*/ 28 h 209"/>
                  <a:gd name="T2" fmla="*/ 308 w 102"/>
                  <a:gd name="T3" fmla="*/ 307 h 209"/>
                  <a:gd name="T4" fmla="*/ 77 w 102"/>
                  <a:gd name="T5" fmla="*/ 473 h 209"/>
                  <a:gd name="T6" fmla="*/ 47 w 102"/>
                  <a:gd name="T7" fmla="*/ 976 h 209"/>
                  <a:gd name="T8" fmla="*/ 47 w 102"/>
                  <a:gd name="T9" fmla="*/ 2391 h 209"/>
                  <a:gd name="T10" fmla="*/ 504 w 102"/>
                  <a:gd name="T11" fmla="*/ 3302 h 209"/>
                  <a:gd name="T12" fmla="*/ 925 w 102"/>
                  <a:gd name="T13" fmla="*/ 3313 h 209"/>
                  <a:gd name="T14" fmla="*/ 925 w 102"/>
                  <a:gd name="T15" fmla="*/ 2269 h 209"/>
                  <a:gd name="T16" fmla="*/ 765 w 102"/>
                  <a:gd name="T17" fmla="*/ 933 h 209"/>
                  <a:gd name="T18" fmla="*/ 732 w 102"/>
                  <a:gd name="T19" fmla="*/ 348 h 209"/>
                  <a:gd name="T20" fmla="*/ 702 w 102"/>
                  <a:gd name="T21" fmla="*/ 91 h 2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209">
                    <a:moveTo>
                      <a:pt x="62" y="2"/>
                    </a:moveTo>
                    <a:cubicBezTo>
                      <a:pt x="48" y="0"/>
                      <a:pt x="38" y="15"/>
                      <a:pt x="26" y="19"/>
                    </a:cubicBezTo>
                    <a:cubicBezTo>
                      <a:pt x="19" y="22"/>
                      <a:pt x="12" y="22"/>
                      <a:pt x="7" y="29"/>
                    </a:cubicBezTo>
                    <a:cubicBezTo>
                      <a:pt x="0" y="38"/>
                      <a:pt x="4" y="50"/>
                      <a:pt x="4" y="60"/>
                    </a:cubicBezTo>
                    <a:cubicBezTo>
                      <a:pt x="4" y="89"/>
                      <a:pt x="4" y="118"/>
                      <a:pt x="4" y="147"/>
                    </a:cubicBezTo>
                    <a:cubicBezTo>
                      <a:pt x="3" y="172"/>
                      <a:pt x="16" y="199"/>
                      <a:pt x="43" y="203"/>
                    </a:cubicBezTo>
                    <a:cubicBezTo>
                      <a:pt x="54" y="205"/>
                      <a:pt x="69" y="209"/>
                      <a:pt x="79" y="204"/>
                    </a:cubicBezTo>
                    <a:cubicBezTo>
                      <a:pt x="102" y="194"/>
                      <a:pt x="84" y="155"/>
                      <a:pt x="79" y="140"/>
                    </a:cubicBezTo>
                    <a:cubicBezTo>
                      <a:pt x="71" y="112"/>
                      <a:pt x="68" y="85"/>
                      <a:pt x="65" y="57"/>
                    </a:cubicBezTo>
                    <a:cubicBezTo>
                      <a:pt x="63" y="45"/>
                      <a:pt x="63" y="33"/>
                      <a:pt x="62" y="21"/>
                    </a:cubicBezTo>
                    <a:cubicBezTo>
                      <a:pt x="62" y="17"/>
                      <a:pt x="62" y="10"/>
                      <a:pt x="60" y="6"/>
                    </a:cubicBezTo>
                  </a:path>
                </a:pathLst>
              </a:custGeom>
              <a:solidFill>
                <a:srgbClr val="EE8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639">
                <a:extLst>
                  <a:ext uri="{FF2B5EF4-FFF2-40B4-BE49-F238E27FC236}">
                    <a16:creationId xmlns:a16="http://schemas.microsoft.com/office/drawing/2014/main" id="{4D419FC2-CA4D-4ECE-9850-10D65F40A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20"/>
                <a:ext cx="167" cy="372"/>
              </a:xfrm>
              <a:custGeom>
                <a:avLst/>
                <a:gdLst>
                  <a:gd name="T0" fmla="*/ 467 w 102"/>
                  <a:gd name="T1" fmla="*/ 28 h 213"/>
                  <a:gd name="T2" fmla="*/ 904 w 102"/>
                  <a:gd name="T3" fmla="*/ 307 h 213"/>
                  <a:gd name="T4" fmla="*/ 1120 w 102"/>
                  <a:gd name="T5" fmla="*/ 473 h 213"/>
                  <a:gd name="T6" fmla="*/ 1149 w 102"/>
                  <a:gd name="T7" fmla="*/ 997 h 213"/>
                  <a:gd name="T8" fmla="*/ 1149 w 102"/>
                  <a:gd name="T9" fmla="*/ 2419 h 213"/>
                  <a:gd name="T10" fmla="*/ 697 w 102"/>
                  <a:gd name="T11" fmla="*/ 3367 h 213"/>
                  <a:gd name="T12" fmla="*/ 273 w 102"/>
                  <a:gd name="T13" fmla="*/ 3376 h 213"/>
                  <a:gd name="T14" fmla="*/ 273 w 102"/>
                  <a:gd name="T15" fmla="*/ 2305 h 213"/>
                  <a:gd name="T16" fmla="*/ 447 w 102"/>
                  <a:gd name="T17" fmla="*/ 936 h 213"/>
                  <a:gd name="T18" fmla="*/ 467 w 102"/>
                  <a:gd name="T19" fmla="*/ 351 h 213"/>
                  <a:gd name="T20" fmla="*/ 496 w 102"/>
                  <a:gd name="T21" fmla="*/ 91 h 2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213">
                    <a:moveTo>
                      <a:pt x="40" y="2"/>
                    </a:moveTo>
                    <a:cubicBezTo>
                      <a:pt x="54" y="0"/>
                      <a:pt x="64" y="15"/>
                      <a:pt x="77" y="19"/>
                    </a:cubicBezTo>
                    <a:cubicBezTo>
                      <a:pt x="83" y="22"/>
                      <a:pt x="90" y="23"/>
                      <a:pt x="95" y="29"/>
                    </a:cubicBezTo>
                    <a:cubicBezTo>
                      <a:pt x="102" y="38"/>
                      <a:pt x="99" y="51"/>
                      <a:pt x="98" y="61"/>
                    </a:cubicBezTo>
                    <a:cubicBezTo>
                      <a:pt x="98" y="91"/>
                      <a:pt x="98" y="120"/>
                      <a:pt x="98" y="149"/>
                    </a:cubicBezTo>
                    <a:cubicBezTo>
                      <a:pt x="99" y="175"/>
                      <a:pt x="86" y="203"/>
                      <a:pt x="59" y="207"/>
                    </a:cubicBezTo>
                    <a:cubicBezTo>
                      <a:pt x="48" y="209"/>
                      <a:pt x="33" y="213"/>
                      <a:pt x="23" y="208"/>
                    </a:cubicBezTo>
                    <a:cubicBezTo>
                      <a:pt x="0" y="197"/>
                      <a:pt x="18" y="158"/>
                      <a:pt x="23" y="142"/>
                    </a:cubicBezTo>
                    <a:cubicBezTo>
                      <a:pt x="31" y="114"/>
                      <a:pt x="34" y="86"/>
                      <a:pt x="38" y="58"/>
                    </a:cubicBezTo>
                    <a:cubicBezTo>
                      <a:pt x="39" y="46"/>
                      <a:pt x="39" y="34"/>
                      <a:pt x="40" y="22"/>
                    </a:cubicBezTo>
                    <a:cubicBezTo>
                      <a:pt x="40" y="17"/>
                      <a:pt x="40" y="10"/>
                      <a:pt x="42" y="6"/>
                    </a:cubicBezTo>
                  </a:path>
                </a:pathLst>
              </a:custGeom>
              <a:solidFill>
                <a:srgbClr val="F3A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640">
                <a:extLst>
                  <a:ext uri="{FF2B5EF4-FFF2-40B4-BE49-F238E27FC236}">
                    <a16:creationId xmlns:a16="http://schemas.microsoft.com/office/drawing/2014/main" id="{9F0BC065-656D-42DF-B2FF-02766845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020"/>
                <a:ext cx="165" cy="365"/>
              </a:xfrm>
              <a:custGeom>
                <a:avLst/>
                <a:gdLst>
                  <a:gd name="T0" fmla="*/ 462 w 101"/>
                  <a:gd name="T1" fmla="*/ 28 h 209"/>
                  <a:gd name="T2" fmla="*/ 885 w 101"/>
                  <a:gd name="T3" fmla="*/ 307 h 209"/>
                  <a:gd name="T4" fmla="*/ 1099 w 101"/>
                  <a:gd name="T5" fmla="*/ 473 h 209"/>
                  <a:gd name="T6" fmla="*/ 1137 w 101"/>
                  <a:gd name="T7" fmla="*/ 976 h 209"/>
                  <a:gd name="T8" fmla="*/ 1137 w 101"/>
                  <a:gd name="T9" fmla="*/ 2391 h 209"/>
                  <a:gd name="T10" fmla="*/ 675 w 101"/>
                  <a:gd name="T11" fmla="*/ 3302 h 209"/>
                  <a:gd name="T12" fmla="*/ 256 w 101"/>
                  <a:gd name="T13" fmla="*/ 3313 h 209"/>
                  <a:gd name="T14" fmla="*/ 256 w 101"/>
                  <a:gd name="T15" fmla="*/ 2256 h 209"/>
                  <a:gd name="T16" fmla="*/ 426 w 101"/>
                  <a:gd name="T17" fmla="*/ 933 h 209"/>
                  <a:gd name="T18" fmla="*/ 459 w 101"/>
                  <a:gd name="T19" fmla="*/ 348 h 209"/>
                  <a:gd name="T20" fmla="*/ 475 w 101"/>
                  <a:gd name="T21" fmla="*/ 91 h 2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209">
                    <a:moveTo>
                      <a:pt x="40" y="2"/>
                    </a:moveTo>
                    <a:cubicBezTo>
                      <a:pt x="53" y="0"/>
                      <a:pt x="64" y="15"/>
                      <a:pt x="76" y="19"/>
                    </a:cubicBezTo>
                    <a:cubicBezTo>
                      <a:pt x="83" y="22"/>
                      <a:pt x="90" y="22"/>
                      <a:pt x="94" y="29"/>
                    </a:cubicBezTo>
                    <a:cubicBezTo>
                      <a:pt x="101" y="38"/>
                      <a:pt x="98" y="50"/>
                      <a:pt x="98" y="60"/>
                    </a:cubicBezTo>
                    <a:cubicBezTo>
                      <a:pt x="98" y="89"/>
                      <a:pt x="98" y="118"/>
                      <a:pt x="98" y="147"/>
                    </a:cubicBezTo>
                    <a:cubicBezTo>
                      <a:pt x="98" y="172"/>
                      <a:pt x="85" y="199"/>
                      <a:pt x="58" y="203"/>
                    </a:cubicBezTo>
                    <a:cubicBezTo>
                      <a:pt x="48" y="205"/>
                      <a:pt x="32" y="209"/>
                      <a:pt x="22" y="204"/>
                    </a:cubicBezTo>
                    <a:cubicBezTo>
                      <a:pt x="0" y="194"/>
                      <a:pt x="18" y="155"/>
                      <a:pt x="22" y="139"/>
                    </a:cubicBezTo>
                    <a:cubicBezTo>
                      <a:pt x="31" y="112"/>
                      <a:pt x="34" y="85"/>
                      <a:pt x="37" y="57"/>
                    </a:cubicBezTo>
                    <a:cubicBezTo>
                      <a:pt x="38" y="45"/>
                      <a:pt x="38" y="33"/>
                      <a:pt x="39" y="21"/>
                    </a:cubicBezTo>
                    <a:cubicBezTo>
                      <a:pt x="40" y="17"/>
                      <a:pt x="39" y="10"/>
                      <a:pt x="41" y="6"/>
                    </a:cubicBezTo>
                  </a:path>
                </a:pathLst>
              </a:custGeom>
              <a:solidFill>
                <a:srgbClr val="F0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641">
                <a:extLst>
                  <a:ext uri="{FF2B5EF4-FFF2-40B4-BE49-F238E27FC236}">
                    <a16:creationId xmlns:a16="http://schemas.microsoft.com/office/drawing/2014/main" id="{D753C30C-B468-4DF4-A06E-F34CDA15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022"/>
                <a:ext cx="165" cy="365"/>
              </a:xfrm>
              <a:custGeom>
                <a:avLst/>
                <a:gdLst>
                  <a:gd name="T0" fmla="*/ 462 w 101"/>
                  <a:gd name="T1" fmla="*/ 16 h 209"/>
                  <a:gd name="T2" fmla="*/ 885 w 101"/>
                  <a:gd name="T3" fmla="*/ 307 h 209"/>
                  <a:gd name="T4" fmla="*/ 1099 w 101"/>
                  <a:gd name="T5" fmla="*/ 458 h 209"/>
                  <a:gd name="T6" fmla="*/ 1137 w 101"/>
                  <a:gd name="T7" fmla="*/ 976 h 209"/>
                  <a:gd name="T8" fmla="*/ 1137 w 101"/>
                  <a:gd name="T9" fmla="*/ 2370 h 209"/>
                  <a:gd name="T10" fmla="*/ 675 w 101"/>
                  <a:gd name="T11" fmla="*/ 3302 h 209"/>
                  <a:gd name="T12" fmla="*/ 256 w 101"/>
                  <a:gd name="T13" fmla="*/ 3313 h 209"/>
                  <a:gd name="T14" fmla="*/ 256 w 101"/>
                  <a:gd name="T15" fmla="*/ 2256 h 209"/>
                  <a:gd name="T16" fmla="*/ 426 w 101"/>
                  <a:gd name="T17" fmla="*/ 912 h 209"/>
                  <a:gd name="T18" fmla="*/ 459 w 101"/>
                  <a:gd name="T19" fmla="*/ 348 h 209"/>
                  <a:gd name="T20" fmla="*/ 475 w 101"/>
                  <a:gd name="T21" fmla="*/ 86 h 2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209">
                    <a:moveTo>
                      <a:pt x="40" y="1"/>
                    </a:moveTo>
                    <a:cubicBezTo>
                      <a:pt x="53" y="0"/>
                      <a:pt x="64" y="14"/>
                      <a:pt x="76" y="19"/>
                    </a:cubicBezTo>
                    <a:cubicBezTo>
                      <a:pt x="83" y="21"/>
                      <a:pt x="89" y="22"/>
                      <a:pt x="94" y="28"/>
                    </a:cubicBezTo>
                    <a:cubicBezTo>
                      <a:pt x="101" y="37"/>
                      <a:pt x="98" y="49"/>
                      <a:pt x="98" y="60"/>
                    </a:cubicBezTo>
                    <a:cubicBezTo>
                      <a:pt x="98" y="89"/>
                      <a:pt x="97" y="118"/>
                      <a:pt x="98" y="146"/>
                    </a:cubicBezTo>
                    <a:cubicBezTo>
                      <a:pt x="98" y="172"/>
                      <a:pt x="85" y="199"/>
                      <a:pt x="58" y="203"/>
                    </a:cubicBezTo>
                    <a:cubicBezTo>
                      <a:pt x="48" y="205"/>
                      <a:pt x="32" y="209"/>
                      <a:pt x="22" y="204"/>
                    </a:cubicBezTo>
                    <a:cubicBezTo>
                      <a:pt x="0" y="193"/>
                      <a:pt x="18" y="155"/>
                      <a:pt x="22" y="139"/>
                    </a:cubicBezTo>
                    <a:cubicBezTo>
                      <a:pt x="31" y="112"/>
                      <a:pt x="33" y="85"/>
                      <a:pt x="37" y="56"/>
                    </a:cubicBezTo>
                    <a:cubicBezTo>
                      <a:pt x="38" y="45"/>
                      <a:pt x="38" y="33"/>
                      <a:pt x="39" y="21"/>
                    </a:cubicBezTo>
                    <a:cubicBezTo>
                      <a:pt x="40" y="16"/>
                      <a:pt x="39" y="10"/>
                      <a:pt x="41" y="5"/>
                    </a:cubicBezTo>
                  </a:path>
                </a:pathLst>
              </a:custGeom>
              <a:solidFill>
                <a:srgbClr val="EE8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642">
                <a:extLst>
                  <a:ext uri="{FF2B5EF4-FFF2-40B4-BE49-F238E27FC236}">
                    <a16:creationId xmlns:a16="http://schemas.microsoft.com/office/drawing/2014/main" id="{002E2BBB-7AAF-49E9-ABD7-A98A68CEF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476"/>
                <a:ext cx="152" cy="231"/>
              </a:xfrm>
              <a:custGeom>
                <a:avLst/>
                <a:gdLst>
                  <a:gd name="T0" fmla="*/ 585 w 93"/>
                  <a:gd name="T1" fmla="*/ 0 h 132"/>
                  <a:gd name="T2" fmla="*/ 294 w 93"/>
                  <a:gd name="T3" fmla="*/ 301 h 132"/>
                  <a:gd name="T4" fmla="*/ 294 w 93"/>
                  <a:gd name="T5" fmla="*/ 891 h 132"/>
                  <a:gd name="T6" fmla="*/ 812 w 93"/>
                  <a:gd name="T7" fmla="*/ 1773 h 132"/>
                  <a:gd name="T8" fmla="*/ 1005 w 93"/>
                  <a:gd name="T9" fmla="*/ 2053 h 132"/>
                  <a:gd name="T10" fmla="*/ 662 w 93"/>
                  <a:gd name="T11" fmla="*/ 2016 h 132"/>
                  <a:gd name="T12" fmla="*/ 337 w 93"/>
                  <a:gd name="T13" fmla="*/ 1887 h 132"/>
                  <a:gd name="T14" fmla="*/ 222 w 93"/>
                  <a:gd name="T15" fmla="*/ 1528 h 132"/>
                  <a:gd name="T16" fmla="*/ 92 w 93"/>
                  <a:gd name="T17" fmla="*/ 1250 h 132"/>
                  <a:gd name="T18" fmla="*/ 113 w 93"/>
                  <a:gd name="T19" fmla="*/ 264 h 132"/>
                  <a:gd name="T20" fmla="*/ 585 w 93"/>
                  <a:gd name="T21" fmla="*/ 0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" h="132">
                    <a:moveTo>
                      <a:pt x="50" y="0"/>
                    </a:moveTo>
                    <a:cubicBezTo>
                      <a:pt x="42" y="7"/>
                      <a:pt x="32" y="9"/>
                      <a:pt x="25" y="18"/>
                    </a:cubicBezTo>
                    <a:cubicBezTo>
                      <a:pt x="18" y="30"/>
                      <a:pt x="19" y="43"/>
                      <a:pt x="25" y="54"/>
                    </a:cubicBezTo>
                    <a:cubicBezTo>
                      <a:pt x="35" y="75"/>
                      <a:pt x="53" y="93"/>
                      <a:pt x="70" y="108"/>
                    </a:cubicBezTo>
                    <a:cubicBezTo>
                      <a:pt x="73" y="110"/>
                      <a:pt x="93" y="120"/>
                      <a:pt x="86" y="125"/>
                    </a:cubicBezTo>
                    <a:cubicBezTo>
                      <a:pt x="83" y="127"/>
                      <a:pt x="64" y="121"/>
                      <a:pt x="57" y="123"/>
                    </a:cubicBezTo>
                    <a:cubicBezTo>
                      <a:pt x="43" y="128"/>
                      <a:pt x="38" y="132"/>
                      <a:pt x="29" y="115"/>
                    </a:cubicBezTo>
                    <a:cubicBezTo>
                      <a:pt x="24" y="108"/>
                      <a:pt x="23" y="100"/>
                      <a:pt x="19" y="93"/>
                    </a:cubicBezTo>
                    <a:cubicBezTo>
                      <a:pt x="14" y="87"/>
                      <a:pt x="10" y="84"/>
                      <a:pt x="8" y="76"/>
                    </a:cubicBezTo>
                    <a:cubicBezTo>
                      <a:pt x="3" y="60"/>
                      <a:pt x="0" y="31"/>
                      <a:pt x="10" y="16"/>
                    </a:cubicBezTo>
                    <a:cubicBezTo>
                      <a:pt x="17" y="4"/>
                      <a:pt x="36" y="1"/>
                      <a:pt x="50" y="0"/>
                    </a:cubicBezTo>
                  </a:path>
                </a:pathLst>
              </a:custGeom>
              <a:solidFill>
                <a:srgbClr val="F4B3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643">
                <a:extLst>
                  <a:ext uri="{FF2B5EF4-FFF2-40B4-BE49-F238E27FC236}">
                    <a16:creationId xmlns:a16="http://schemas.microsoft.com/office/drawing/2014/main" id="{0289D20D-D586-42AE-A31C-81779561B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3420"/>
                <a:ext cx="177" cy="282"/>
              </a:xfrm>
              <a:custGeom>
                <a:avLst/>
                <a:gdLst>
                  <a:gd name="T0" fmla="*/ 1164 w 108"/>
                  <a:gd name="T1" fmla="*/ 21 h 161"/>
                  <a:gd name="T2" fmla="*/ 980 w 108"/>
                  <a:gd name="T3" fmla="*/ 21 h 161"/>
                  <a:gd name="T4" fmla="*/ 993 w 108"/>
                  <a:gd name="T5" fmla="*/ 853 h 161"/>
                  <a:gd name="T6" fmla="*/ 770 w 108"/>
                  <a:gd name="T7" fmla="*/ 1580 h 161"/>
                  <a:gd name="T8" fmla="*/ 0 w 108"/>
                  <a:gd name="T9" fmla="*/ 2633 h 161"/>
                  <a:gd name="T10" fmla="*/ 542 w 108"/>
                  <a:gd name="T11" fmla="*/ 2589 h 161"/>
                  <a:gd name="T12" fmla="*/ 1018 w 108"/>
                  <a:gd name="T13" fmla="*/ 1995 h 161"/>
                  <a:gd name="T14" fmla="*/ 1219 w 108"/>
                  <a:gd name="T15" fmla="*/ 809 h 161"/>
                  <a:gd name="T16" fmla="*/ 1088 w 108"/>
                  <a:gd name="T17" fmla="*/ 65 h 1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61">
                    <a:moveTo>
                      <a:pt x="98" y="1"/>
                    </a:moveTo>
                    <a:cubicBezTo>
                      <a:pt x="94" y="0"/>
                      <a:pt x="89" y="0"/>
                      <a:pt x="83" y="1"/>
                    </a:cubicBezTo>
                    <a:cubicBezTo>
                      <a:pt x="84" y="19"/>
                      <a:pt x="90" y="34"/>
                      <a:pt x="84" y="52"/>
                    </a:cubicBezTo>
                    <a:cubicBezTo>
                      <a:pt x="78" y="67"/>
                      <a:pt x="69" y="79"/>
                      <a:pt x="65" y="96"/>
                    </a:cubicBezTo>
                    <a:cubicBezTo>
                      <a:pt x="56" y="132"/>
                      <a:pt x="33" y="149"/>
                      <a:pt x="0" y="160"/>
                    </a:cubicBezTo>
                    <a:cubicBezTo>
                      <a:pt x="13" y="152"/>
                      <a:pt x="31" y="161"/>
                      <a:pt x="46" y="157"/>
                    </a:cubicBezTo>
                    <a:cubicBezTo>
                      <a:pt x="67" y="152"/>
                      <a:pt x="80" y="144"/>
                      <a:pt x="86" y="121"/>
                    </a:cubicBezTo>
                    <a:cubicBezTo>
                      <a:pt x="92" y="97"/>
                      <a:pt x="98" y="72"/>
                      <a:pt x="103" y="49"/>
                    </a:cubicBezTo>
                    <a:cubicBezTo>
                      <a:pt x="108" y="28"/>
                      <a:pt x="96" y="22"/>
                      <a:pt x="92" y="4"/>
                    </a:cubicBezTo>
                  </a:path>
                </a:pathLst>
              </a:custGeom>
              <a:solidFill>
                <a:srgbClr val="F4B3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644">
                <a:extLst>
                  <a:ext uri="{FF2B5EF4-FFF2-40B4-BE49-F238E27FC236}">
                    <a16:creationId xmlns:a16="http://schemas.microsoft.com/office/drawing/2014/main" id="{1570B1C2-A1B1-4391-9889-ED520DD8A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080"/>
                <a:ext cx="1407" cy="810"/>
              </a:xfrm>
              <a:custGeom>
                <a:avLst/>
                <a:gdLst>
                  <a:gd name="T0" fmla="*/ 1407 w 1407"/>
                  <a:gd name="T1" fmla="*/ 0 h 810"/>
                  <a:gd name="T2" fmla="*/ 1407 w 1407"/>
                  <a:gd name="T3" fmla="*/ 810 h 810"/>
                  <a:gd name="T4" fmla="*/ 0 w 1407"/>
                  <a:gd name="T5" fmla="*/ 810 h 810"/>
                  <a:gd name="T6" fmla="*/ 0 w 1407"/>
                  <a:gd name="T7" fmla="*/ 0 h 8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7" h="810">
                    <a:moveTo>
                      <a:pt x="1407" y="0"/>
                    </a:moveTo>
                    <a:lnTo>
                      <a:pt x="1407" y="810"/>
                    </a:lnTo>
                    <a:lnTo>
                      <a:pt x="0" y="810"/>
                    </a:lnTo>
                    <a:lnTo>
                      <a:pt x="0" y="0"/>
                    </a:ln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645">
                <a:extLst>
                  <a:ext uri="{FF2B5EF4-FFF2-40B4-BE49-F238E27FC236}">
                    <a16:creationId xmlns:a16="http://schemas.microsoft.com/office/drawing/2014/main" id="{C67C34DE-11A2-401C-9145-F9F8F372D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463"/>
                <a:ext cx="1406" cy="617"/>
              </a:xfrm>
              <a:custGeom>
                <a:avLst/>
                <a:gdLst>
                  <a:gd name="T0" fmla="*/ 0 w 1406"/>
                  <a:gd name="T1" fmla="*/ 617 h 617"/>
                  <a:gd name="T2" fmla="*/ 452 w 1406"/>
                  <a:gd name="T3" fmla="*/ 0 h 617"/>
                  <a:gd name="T4" fmla="*/ 956 w 1406"/>
                  <a:gd name="T5" fmla="*/ 0 h 617"/>
                  <a:gd name="T6" fmla="*/ 1406 w 1406"/>
                  <a:gd name="T7" fmla="*/ 617 h 6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6" h="617">
                    <a:moveTo>
                      <a:pt x="0" y="617"/>
                    </a:moveTo>
                    <a:lnTo>
                      <a:pt x="452" y="0"/>
                    </a:lnTo>
                    <a:lnTo>
                      <a:pt x="956" y="0"/>
                    </a:lnTo>
                    <a:lnTo>
                      <a:pt x="1406" y="617"/>
                    </a:ln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Freeform 646">
                <a:extLst>
                  <a:ext uri="{FF2B5EF4-FFF2-40B4-BE49-F238E27FC236}">
                    <a16:creationId xmlns:a16="http://schemas.microsoft.com/office/drawing/2014/main" id="{28D87F3D-A8D8-4E17-9F9B-4D2B4EAF9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223"/>
                <a:ext cx="1406" cy="250"/>
              </a:xfrm>
              <a:custGeom>
                <a:avLst/>
                <a:gdLst>
                  <a:gd name="T0" fmla="*/ 9336 w 859"/>
                  <a:gd name="T1" fmla="*/ 1336 h 143"/>
                  <a:gd name="T2" fmla="*/ 7837 w 859"/>
                  <a:gd name="T3" fmla="*/ 114 h 143"/>
                  <a:gd name="T4" fmla="*/ 6310 w 859"/>
                  <a:gd name="T5" fmla="*/ 1572 h 143"/>
                  <a:gd name="T6" fmla="*/ 5005 w 859"/>
                  <a:gd name="T7" fmla="*/ 16 h 143"/>
                  <a:gd name="T8" fmla="*/ 3711 w 859"/>
                  <a:gd name="T9" fmla="*/ 1727 h 143"/>
                  <a:gd name="T10" fmla="*/ 2120 w 859"/>
                  <a:gd name="T11" fmla="*/ 748 h 143"/>
                  <a:gd name="T12" fmla="*/ 758 w 859"/>
                  <a:gd name="T13" fmla="*/ 1834 h 143"/>
                  <a:gd name="T14" fmla="*/ 0 w 859"/>
                  <a:gd name="T15" fmla="*/ 1351 h 143"/>
                  <a:gd name="T16" fmla="*/ 0 w 859"/>
                  <a:gd name="T17" fmla="*/ 1813 h 143"/>
                  <a:gd name="T18" fmla="*/ 758 w 859"/>
                  <a:gd name="T19" fmla="*/ 2287 h 143"/>
                  <a:gd name="T20" fmla="*/ 2120 w 859"/>
                  <a:gd name="T21" fmla="*/ 1208 h 143"/>
                  <a:gd name="T22" fmla="*/ 3711 w 859"/>
                  <a:gd name="T23" fmla="*/ 2185 h 143"/>
                  <a:gd name="T24" fmla="*/ 5005 w 859"/>
                  <a:gd name="T25" fmla="*/ 477 h 143"/>
                  <a:gd name="T26" fmla="*/ 6310 w 859"/>
                  <a:gd name="T27" fmla="*/ 2026 h 143"/>
                  <a:gd name="T28" fmla="*/ 7837 w 859"/>
                  <a:gd name="T29" fmla="*/ 572 h 143"/>
                  <a:gd name="T30" fmla="*/ 9336 w 859"/>
                  <a:gd name="T31" fmla="*/ 1785 h 143"/>
                  <a:gd name="T32" fmla="*/ 10089 w 859"/>
                  <a:gd name="T33" fmla="*/ 801 h 143"/>
                  <a:gd name="T34" fmla="*/ 10089 w 859"/>
                  <a:gd name="T35" fmla="*/ 348 h 143"/>
                  <a:gd name="T36" fmla="*/ 9336 w 859"/>
                  <a:gd name="T37" fmla="*/ 1336 h 1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59" h="143">
                    <a:moveTo>
                      <a:pt x="795" y="82"/>
                    </a:moveTo>
                    <a:cubicBezTo>
                      <a:pt x="759" y="82"/>
                      <a:pt x="729" y="4"/>
                      <a:pt x="667" y="7"/>
                    </a:cubicBezTo>
                    <a:cubicBezTo>
                      <a:pt x="596" y="11"/>
                      <a:pt x="606" y="96"/>
                      <a:pt x="537" y="96"/>
                    </a:cubicBezTo>
                    <a:cubicBezTo>
                      <a:pt x="468" y="96"/>
                      <a:pt x="495" y="0"/>
                      <a:pt x="426" y="1"/>
                    </a:cubicBezTo>
                    <a:cubicBezTo>
                      <a:pt x="354" y="2"/>
                      <a:pt x="409" y="106"/>
                      <a:pt x="316" y="106"/>
                    </a:cubicBezTo>
                    <a:cubicBezTo>
                      <a:pt x="224" y="106"/>
                      <a:pt x="237" y="45"/>
                      <a:pt x="180" y="46"/>
                    </a:cubicBezTo>
                    <a:cubicBezTo>
                      <a:pt x="123" y="48"/>
                      <a:pt x="146" y="108"/>
                      <a:pt x="65" y="112"/>
                    </a:cubicBezTo>
                    <a:cubicBezTo>
                      <a:pt x="13" y="115"/>
                      <a:pt x="0" y="83"/>
                      <a:pt x="0" y="83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13" y="143"/>
                      <a:pt x="65" y="140"/>
                    </a:cubicBezTo>
                    <a:cubicBezTo>
                      <a:pt x="146" y="136"/>
                      <a:pt x="138" y="76"/>
                      <a:pt x="180" y="74"/>
                    </a:cubicBezTo>
                    <a:cubicBezTo>
                      <a:pt x="237" y="71"/>
                      <a:pt x="224" y="134"/>
                      <a:pt x="316" y="134"/>
                    </a:cubicBezTo>
                    <a:cubicBezTo>
                      <a:pt x="409" y="134"/>
                      <a:pt x="368" y="29"/>
                      <a:pt x="426" y="29"/>
                    </a:cubicBezTo>
                    <a:cubicBezTo>
                      <a:pt x="483" y="29"/>
                      <a:pt x="468" y="124"/>
                      <a:pt x="537" y="124"/>
                    </a:cubicBezTo>
                    <a:cubicBezTo>
                      <a:pt x="606" y="124"/>
                      <a:pt x="611" y="35"/>
                      <a:pt x="667" y="35"/>
                    </a:cubicBezTo>
                    <a:cubicBezTo>
                      <a:pt x="724" y="35"/>
                      <a:pt x="759" y="109"/>
                      <a:pt x="795" y="109"/>
                    </a:cubicBezTo>
                    <a:cubicBezTo>
                      <a:pt x="830" y="109"/>
                      <a:pt x="859" y="49"/>
                      <a:pt x="859" y="49"/>
                    </a:cubicBezTo>
                    <a:cubicBezTo>
                      <a:pt x="859" y="21"/>
                      <a:pt x="859" y="21"/>
                      <a:pt x="859" y="21"/>
                    </a:cubicBezTo>
                    <a:cubicBezTo>
                      <a:pt x="859" y="21"/>
                      <a:pt x="830" y="82"/>
                      <a:pt x="795" y="82"/>
                    </a:cubicBezTo>
                    <a:close/>
                  </a:path>
                </a:pathLst>
              </a:custGeom>
              <a:solidFill>
                <a:srgbClr val="F29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0" name="Freeform 647">
                <a:extLst>
                  <a:ext uri="{FF2B5EF4-FFF2-40B4-BE49-F238E27FC236}">
                    <a16:creationId xmlns:a16="http://schemas.microsoft.com/office/drawing/2014/main" id="{010B1810-42B6-4549-B437-49CA3A680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225"/>
                <a:ext cx="1406" cy="209"/>
              </a:xfrm>
              <a:custGeom>
                <a:avLst/>
                <a:gdLst>
                  <a:gd name="T0" fmla="*/ 9336 w 859"/>
                  <a:gd name="T1" fmla="*/ 1298 h 120"/>
                  <a:gd name="T2" fmla="*/ 7845 w 859"/>
                  <a:gd name="T3" fmla="*/ 111 h 120"/>
                  <a:gd name="T4" fmla="*/ 6310 w 859"/>
                  <a:gd name="T5" fmla="*/ 1538 h 120"/>
                  <a:gd name="T6" fmla="*/ 5005 w 859"/>
                  <a:gd name="T7" fmla="*/ 16 h 120"/>
                  <a:gd name="T8" fmla="*/ 3711 w 859"/>
                  <a:gd name="T9" fmla="*/ 1702 h 120"/>
                  <a:gd name="T10" fmla="*/ 2120 w 859"/>
                  <a:gd name="T11" fmla="*/ 733 h 120"/>
                  <a:gd name="T12" fmla="*/ 758 w 859"/>
                  <a:gd name="T13" fmla="*/ 1796 h 120"/>
                  <a:gd name="T14" fmla="*/ 0 w 859"/>
                  <a:gd name="T15" fmla="*/ 1338 h 120"/>
                  <a:gd name="T16" fmla="*/ 0 w 859"/>
                  <a:gd name="T17" fmla="*/ 1404 h 120"/>
                  <a:gd name="T18" fmla="*/ 758 w 859"/>
                  <a:gd name="T19" fmla="*/ 1874 h 120"/>
                  <a:gd name="T20" fmla="*/ 2120 w 859"/>
                  <a:gd name="T21" fmla="*/ 819 h 120"/>
                  <a:gd name="T22" fmla="*/ 3711 w 859"/>
                  <a:gd name="T23" fmla="*/ 1766 h 120"/>
                  <a:gd name="T24" fmla="*/ 5005 w 859"/>
                  <a:gd name="T25" fmla="*/ 85 h 120"/>
                  <a:gd name="T26" fmla="*/ 6310 w 859"/>
                  <a:gd name="T27" fmla="*/ 1602 h 120"/>
                  <a:gd name="T28" fmla="*/ 7845 w 859"/>
                  <a:gd name="T29" fmla="*/ 193 h 120"/>
                  <a:gd name="T30" fmla="*/ 9336 w 859"/>
                  <a:gd name="T31" fmla="*/ 1379 h 120"/>
                  <a:gd name="T32" fmla="*/ 10089 w 859"/>
                  <a:gd name="T33" fmla="*/ 413 h 120"/>
                  <a:gd name="T34" fmla="*/ 10089 w 859"/>
                  <a:gd name="T35" fmla="*/ 336 h 120"/>
                  <a:gd name="T36" fmla="*/ 9336 w 859"/>
                  <a:gd name="T37" fmla="*/ 1298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59" h="120">
                    <a:moveTo>
                      <a:pt x="795" y="81"/>
                    </a:moveTo>
                    <a:cubicBezTo>
                      <a:pt x="760" y="81"/>
                      <a:pt x="729" y="4"/>
                      <a:pt x="668" y="7"/>
                    </a:cubicBezTo>
                    <a:cubicBezTo>
                      <a:pt x="596" y="10"/>
                      <a:pt x="606" y="96"/>
                      <a:pt x="537" y="96"/>
                    </a:cubicBezTo>
                    <a:cubicBezTo>
                      <a:pt x="468" y="96"/>
                      <a:pt x="495" y="0"/>
                      <a:pt x="426" y="1"/>
                    </a:cubicBezTo>
                    <a:cubicBezTo>
                      <a:pt x="354" y="2"/>
                      <a:pt x="409" y="106"/>
                      <a:pt x="316" y="106"/>
                    </a:cubicBezTo>
                    <a:cubicBezTo>
                      <a:pt x="224" y="106"/>
                      <a:pt x="237" y="44"/>
                      <a:pt x="180" y="46"/>
                    </a:cubicBezTo>
                    <a:cubicBezTo>
                      <a:pt x="123" y="47"/>
                      <a:pt x="146" y="107"/>
                      <a:pt x="65" y="112"/>
                    </a:cubicBezTo>
                    <a:cubicBezTo>
                      <a:pt x="13" y="115"/>
                      <a:pt x="0" y="83"/>
                      <a:pt x="0" y="83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13" y="120"/>
                      <a:pt x="65" y="117"/>
                    </a:cubicBezTo>
                    <a:cubicBezTo>
                      <a:pt x="146" y="112"/>
                      <a:pt x="123" y="52"/>
                      <a:pt x="180" y="51"/>
                    </a:cubicBezTo>
                    <a:cubicBezTo>
                      <a:pt x="237" y="49"/>
                      <a:pt x="224" y="110"/>
                      <a:pt x="316" y="110"/>
                    </a:cubicBezTo>
                    <a:cubicBezTo>
                      <a:pt x="409" y="110"/>
                      <a:pt x="354" y="7"/>
                      <a:pt x="426" y="5"/>
                    </a:cubicBezTo>
                    <a:cubicBezTo>
                      <a:pt x="495" y="4"/>
                      <a:pt x="468" y="100"/>
                      <a:pt x="537" y="100"/>
                    </a:cubicBezTo>
                    <a:cubicBezTo>
                      <a:pt x="606" y="100"/>
                      <a:pt x="596" y="15"/>
                      <a:pt x="668" y="12"/>
                    </a:cubicBezTo>
                    <a:cubicBezTo>
                      <a:pt x="729" y="8"/>
                      <a:pt x="760" y="86"/>
                      <a:pt x="795" y="86"/>
                    </a:cubicBezTo>
                    <a:cubicBezTo>
                      <a:pt x="830" y="86"/>
                      <a:pt x="859" y="26"/>
                      <a:pt x="859" y="26"/>
                    </a:cubicBezTo>
                    <a:cubicBezTo>
                      <a:pt x="859" y="21"/>
                      <a:pt x="859" y="21"/>
                      <a:pt x="859" y="21"/>
                    </a:cubicBezTo>
                    <a:cubicBezTo>
                      <a:pt x="859" y="21"/>
                      <a:pt x="830" y="81"/>
                      <a:pt x="795" y="81"/>
                    </a:cubicBezTo>
                    <a:close/>
                  </a:path>
                </a:pathLst>
              </a:custGeom>
              <a:solidFill>
                <a:srgbClr val="F6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1" name="Freeform 648">
                <a:extLst>
                  <a:ext uri="{FF2B5EF4-FFF2-40B4-BE49-F238E27FC236}">
                    <a16:creationId xmlns:a16="http://schemas.microsoft.com/office/drawing/2014/main" id="{F2F15925-3788-4934-9E97-48F9B9638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223"/>
                <a:ext cx="1406" cy="201"/>
              </a:xfrm>
              <a:custGeom>
                <a:avLst/>
                <a:gdLst>
                  <a:gd name="T0" fmla="*/ 10089 w 859"/>
                  <a:gd name="T1" fmla="*/ 348 h 115"/>
                  <a:gd name="T2" fmla="*/ 9336 w 859"/>
                  <a:gd name="T3" fmla="*/ 1335 h 115"/>
                  <a:gd name="T4" fmla="*/ 7837 w 859"/>
                  <a:gd name="T5" fmla="*/ 114 h 115"/>
                  <a:gd name="T6" fmla="*/ 6310 w 859"/>
                  <a:gd name="T7" fmla="*/ 1570 h 115"/>
                  <a:gd name="T8" fmla="*/ 5005 w 859"/>
                  <a:gd name="T9" fmla="*/ 16 h 115"/>
                  <a:gd name="T10" fmla="*/ 3711 w 859"/>
                  <a:gd name="T11" fmla="*/ 1727 h 115"/>
                  <a:gd name="T12" fmla="*/ 2120 w 859"/>
                  <a:gd name="T13" fmla="*/ 748 h 115"/>
                  <a:gd name="T14" fmla="*/ 758 w 859"/>
                  <a:gd name="T15" fmla="*/ 1833 h 115"/>
                  <a:gd name="T16" fmla="*/ 0 w 859"/>
                  <a:gd name="T17" fmla="*/ 1351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9" h="115">
                    <a:moveTo>
                      <a:pt x="859" y="21"/>
                    </a:moveTo>
                    <a:cubicBezTo>
                      <a:pt x="859" y="21"/>
                      <a:pt x="830" y="82"/>
                      <a:pt x="795" y="82"/>
                    </a:cubicBezTo>
                    <a:cubicBezTo>
                      <a:pt x="759" y="82"/>
                      <a:pt x="729" y="4"/>
                      <a:pt x="667" y="7"/>
                    </a:cubicBezTo>
                    <a:cubicBezTo>
                      <a:pt x="596" y="11"/>
                      <a:pt x="606" y="96"/>
                      <a:pt x="537" y="96"/>
                    </a:cubicBezTo>
                    <a:cubicBezTo>
                      <a:pt x="468" y="96"/>
                      <a:pt x="495" y="0"/>
                      <a:pt x="426" y="1"/>
                    </a:cubicBezTo>
                    <a:cubicBezTo>
                      <a:pt x="354" y="2"/>
                      <a:pt x="409" y="106"/>
                      <a:pt x="316" y="106"/>
                    </a:cubicBezTo>
                    <a:cubicBezTo>
                      <a:pt x="224" y="106"/>
                      <a:pt x="237" y="45"/>
                      <a:pt x="180" y="46"/>
                    </a:cubicBezTo>
                    <a:cubicBezTo>
                      <a:pt x="123" y="48"/>
                      <a:pt x="146" y="108"/>
                      <a:pt x="65" y="112"/>
                    </a:cubicBezTo>
                    <a:cubicBezTo>
                      <a:pt x="13" y="115"/>
                      <a:pt x="0" y="83"/>
                      <a:pt x="0" y="8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2" name="Line 649">
                <a:extLst>
                  <a:ext uri="{FF2B5EF4-FFF2-40B4-BE49-F238E27FC236}">
                    <a16:creationId xmlns:a16="http://schemas.microsoft.com/office/drawing/2014/main" id="{6C6DEB0C-9C19-49DA-AEF8-83B3341EFE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3186"/>
                <a:ext cx="1405" cy="1"/>
              </a:xfrm>
              <a:prstGeom prst="line">
                <a:avLst/>
              </a:prstGeom>
              <a:noFill/>
              <a:ln w="1111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3" name="Freeform 650">
                <a:extLst>
                  <a:ext uri="{FF2B5EF4-FFF2-40B4-BE49-F238E27FC236}">
                    <a16:creationId xmlns:a16="http://schemas.microsoft.com/office/drawing/2014/main" id="{D34265DB-88AF-40BA-95EB-38AEB46A9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139"/>
                <a:ext cx="1406" cy="26"/>
              </a:xfrm>
              <a:custGeom>
                <a:avLst/>
                <a:gdLst>
                  <a:gd name="T0" fmla="*/ 0 w 859"/>
                  <a:gd name="T1" fmla="*/ 147 h 15"/>
                  <a:gd name="T2" fmla="*/ 3485 w 859"/>
                  <a:gd name="T3" fmla="*/ 208 h 15"/>
                  <a:gd name="T4" fmla="*/ 4745 w 859"/>
                  <a:gd name="T5" fmla="*/ 172 h 15"/>
                  <a:gd name="T6" fmla="*/ 5937 w 859"/>
                  <a:gd name="T7" fmla="*/ 220 h 15"/>
                  <a:gd name="T8" fmla="*/ 8506 w 859"/>
                  <a:gd name="T9" fmla="*/ 62 h 15"/>
                  <a:gd name="T10" fmla="*/ 10089 w 859"/>
                  <a:gd name="T11" fmla="*/ 1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9" h="15">
                    <a:moveTo>
                      <a:pt x="0" y="9"/>
                    </a:moveTo>
                    <a:cubicBezTo>
                      <a:pt x="99" y="9"/>
                      <a:pt x="198" y="13"/>
                      <a:pt x="297" y="13"/>
                    </a:cubicBezTo>
                    <a:cubicBezTo>
                      <a:pt x="333" y="14"/>
                      <a:pt x="368" y="10"/>
                      <a:pt x="404" y="11"/>
                    </a:cubicBezTo>
                    <a:cubicBezTo>
                      <a:pt x="438" y="13"/>
                      <a:pt x="471" y="15"/>
                      <a:pt x="505" y="14"/>
                    </a:cubicBezTo>
                    <a:cubicBezTo>
                      <a:pt x="578" y="11"/>
                      <a:pt x="651" y="11"/>
                      <a:pt x="724" y="4"/>
                    </a:cubicBezTo>
                    <a:cubicBezTo>
                      <a:pt x="768" y="0"/>
                      <a:pt x="817" y="1"/>
                      <a:pt x="859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4" name="Freeform 651">
                <a:extLst>
                  <a:ext uri="{FF2B5EF4-FFF2-40B4-BE49-F238E27FC236}">
                    <a16:creationId xmlns:a16="http://schemas.microsoft.com/office/drawing/2014/main" id="{85BE56CE-C61C-43AF-A17C-59154D82C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096"/>
                <a:ext cx="1406" cy="29"/>
              </a:xfrm>
              <a:custGeom>
                <a:avLst/>
                <a:gdLst>
                  <a:gd name="T0" fmla="*/ 10089 w 859"/>
                  <a:gd name="T1" fmla="*/ 58 h 17"/>
                  <a:gd name="T2" fmla="*/ 9726 w 859"/>
                  <a:gd name="T3" fmla="*/ 58 h 17"/>
                  <a:gd name="T4" fmla="*/ 9109 w 859"/>
                  <a:gd name="T5" fmla="*/ 58 h 17"/>
                  <a:gd name="T6" fmla="*/ 8037 w 859"/>
                  <a:gd name="T7" fmla="*/ 26 h 17"/>
                  <a:gd name="T8" fmla="*/ 5626 w 859"/>
                  <a:gd name="T9" fmla="*/ 203 h 17"/>
                  <a:gd name="T10" fmla="*/ 1219 w 859"/>
                  <a:gd name="T11" fmla="*/ 169 h 17"/>
                  <a:gd name="T12" fmla="*/ 439 w 859"/>
                  <a:gd name="T13" fmla="*/ 203 h 17"/>
                  <a:gd name="T14" fmla="*/ 0 w 859"/>
                  <a:gd name="T15" fmla="*/ 218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9" h="17">
                    <a:moveTo>
                      <a:pt x="859" y="4"/>
                    </a:moveTo>
                    <a:cubicBezTo>
                      <a:pt x="850" y="7"/>
                      <a:pt x="837" y="4"/>
                      <a:pt x="828" y="4"/>
                    </a:cubicBezTo>
                    <a:cubicBezTo>
                      <a:pt x="810" y="2"/>
                      <a:pt x="793" y="4"/>
                      <a:pt x="775" y="4"/>
                    </a:cubicBezTo>
                    <a:cubicBezTo>
                      <a:pt x="745" y="4"/>
                      <a:pt x="714" y="0"/>
                      <a:pt x="684" y="2"/>
                    </a:cubicBezTo>
                    <a:cubicBezTo>
                      <a:pt x="616" y="5"/>
                      <a:pt x="548" y="12"/>
                      <a:pt x="479" y="14"/>
                    </a:cubicBezTo>
                    <a:cubicBezTo>
                      <a:pt x="354" y="17"/>
                      <a:pt x="230" y="2"/>
                      <a:pt x="104" y="12"/>
                    </a:cubicBezTo>
                    <a:cubicBezTo>
                      <a:pt x="82" y="14"/>
                      <a:pt x="59" y="15"/>
                      <a:pt x="37" y="14"/>
                    </a:cubicBezTo>
                    <a:cubicBezTo>
                      <a:pt x="26" y="14"/>
                      <a:pt x="10" y="12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5" name="Freeform 652">
                <a:extLst>
                  <a:ext uri="{FF2B5EF4-FFF2-40B4-BE49-F238E27FC236}">
                    <a16:creationId xmlns:a16="http://schemas.microsoft.com/office/drawing/2014/main" id="{97A61F42-8AAA-4ABA-A0D2-C85E08C08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3101"/>
                <a:ext cx="1259" cy="54"/>
              </a:xfrm>
              <a:custGeom>
                <a:avLst/>
                <a:gdLst>
                  <a:gd name="T0" fmla="*/ 0 w 769"/>
                  <a:gd name="T1" fmla="*/ 498 h 31"/>
                  <a:gd name="T2" fmla="*/ 1796 w 769"/>
                  <a:gd name="T3" fmla="*/ 348 h 31"/>
                  <a:gd name="T4" fmla="*/ 4723 w 769"/>
                  <a:gd name="T5" fmla="*/ 348 h 31"/>
                  <a:gd name="T6" fmla="*/ 9044 w 769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9" h="31">
                    <a:moveTo>
                      <a:pt x="0" y="31"/>
                    </a:moveTo>
                    <a:cubicBezTo>
                      <a:pt x="0" y="31"/>
                      <a:pt x="92" y="22"/>
                      <a:pt x="153" y="22"/>
                    </a:cubicBezTo>
                    <a:cubicBezTo>
                      <a:pt x="214" y="22"/>
                      <a:pt x="335" y="28"/>
                      <a:pt x="401" y="22"/>
                    </a:cubicBezTo>
                    <a:cubicBezTo>
                      <a:pt x="468" y="16"/>
                      <a:pt x="698" y="15"/>
                      <a:pt x="76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6" name="Freeform 653">
                <a:extLst>
                  <a:ext uri="{FF2B5EF4-FFF2-40B4-BE49-F238E27FC236}">
                    <a16:creationId xmlns:a16="http://schemas.microsoft.com/office/drawing/2014/main" id="{ABC30ECB-32FC-4465-9F18-E4F908320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658"/>
                <a:ext cx="1406" cy="232"/>
              </a:xfrm>
              <a:custGeom>
                <a:avLst/>
                <a:gdLst>
                  <a:gd name="T0" fmla="*/ 0 w 859"/>
                  <a:gd name="T1" fmla="*/ 886 h 133"/>
                  <a:gd name="T2" fmla="*/ 0 w 859"/>
                  <a:gd name="T3" fmla="*/ 2149 h 133"/>
                  <a:gd name="T4" fmla="*/ 10089 w 859"/>
                  <a:gd name="T5" fmla="*/ 2149 h 133"/>
                  <a:gd name="T6" fmla="*/ 10089 w 859"/>
                  <a:gd name="T7" fmla="*/ 499 h 133"/>
                  <a:gd name="T8" fmla="*/ 9950 w 859"/>
                  <a:gd name="T9" fmla="*/ 612 h 133"/>
                  <a:gd name="T10" fmla="*/ 9682 w 859"/>
                  <a:gd name="T11" fmla="*/ 372 h 133"/>
                  <a:gd name="T12" fmla="*/ 9240 w 859"/>
                  <a:gd name="T13" fmla="*/ 675 h 133"/>
                  <a:gd name="T14" fmla="*/ 8835 w 859"/>
                  <a:gd name="T15" fmla="*/ 483 h 133"/>
                  <a:gd name="T16" fmla="*/ 8485 w 859"/>
                  <a:gd name="T17" fmla="*/ 743 h 133"/>
                  <a:gd name="T18" fmla="*/ 8140 w 859"/>
                  <a:gd name="T19" fmla="*/ 483 h 133"/>
                  <a:gd name="T20" fmla="*/ 7893 w 859"/>
                  <a:gd name="T21" fmla="*/ 780 h 133"/>
                  <a:gd name="T22" fmla="*/ 7577 w 859"/>
                  <a:gd name="T23" fmla="*/ 387 h 133"/>
                  <a:gd name="T24" fmla="*/ 7262 w 859"/>
                  <a:gd name="T25" fmla="*/ 743 h 133"/>
                  <a:gd name="T26" fmla="*/ 6840 w 859"/>
                  <a:gd name="T27" fmla="*/ 387 h 133"/>
                  <a:gd name="T28" fmla="*/ 6403 w 859"/>
                  <a:gd name="T29" fmla="*/ 612 h 133"/>
                  <a:gd name="T30" fmla="*/ 5647 w 859"/>
                  <a:gd name="T31" fmla="*/ 600 h 133"/>
                  <a:gd name="T32" fmla="*/ 5262 w 859"/>
                  <a:gd name="T33" fmla="*/ 351 h 133"/>
                  <a:gd name="T34" fmla="*/ 4889 w 859"/>
                  <a:gd name="T35" fmla="*/ 536 h 133"/>
                  <a:gd name="T36" fmla="*/ 4282 w 859"/>
                  <a:gd name="T37" fmla="*/ 408 h 133"/>
                  <a:gd name="T38" fmla="*/ 4135 w 859"/>
                  <a:gd name="T39" fmla="*/ 870 h 133"/>
                  <a:gd name="T40" fmla="*/ 3640 w 859"/>
                  <a:gd name="T41" fmla="*/ 600 h 133"/>
                  <a:gd name="T42" fmla="*/ 3134 w 859"/>
                  <a:gd name="T43" fmla="*/ 970 h 133"/>
                  <a:gd name="T44" fmla="*/ 2856 w 859"/>
                  <a:gd name="T45" fmla="*/ 413 h 133"/>
                  <a:gd name="T46" fmla="*/ 2601 w 859"/>
                  <a:gd name="T47" fmla="*/ 649 h 133"/>
                  <a:gd name="T48" fmla="*/ 2347 w 859"/>
                  <a:gd name="T49" fmla="*/ 483 h 133"/>
                  <a:gd name="T50" fmla="*/ 1926 w 859"/>
                  <a:gd name="T51" fmla="*/ 612 h 133"/>
                  <a:gd name="T52" fmla="*/ 1342 w 859"/>
                  <a:gd name="T53" fmla="*/ 670 h 133"/>
                  <a:gd name="T54" fmla="*/ 697 w 859"/>
                  <a:gd name="T55" fmla="*/ 670 h 133"/>
                  <a:gd name="T56" fmla="*/ 151 w 859"/>
                  <a:gd name="T57" fmla="*/ 843 h 133"/>
                  <a:gd name="T58" fmla="*/ 0 w 859"/>
                  <a:gd name="T59" fmla="*/ 886 h 13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59" h="133">
                    <a:moveTo>
                      <a:pt x="0" y="55"/>
                    </a:moveTo>
                    <a:cubicBezTo>
                      <a:pt x="0" y="133"/>
                      <a:pt x="0" y="133"/>
                      <a:pt x="0" y="133"/>
                    </a:cubicBezTo>
                    <a:cubicBezTo>
                      <a:pt x="859" y="133"/>
                      <a:pt x="859" y="133"/>
                      <a:pt x="859" y="133"/>
                    </a:cubicBezTo>
                    <a:cubicBezTo>
                      <a:pt x="859" y="31"/>
                      <a:pt x="859" y="31"/>
                      <a:pt x="859" y="31"/>
                    </a:cubicBezTo>
                    <a:cubicBezTo>
                      <a:pt x="859" y="31"/>
                      <a:pt x="851" y="29"/>
                      <a:pt x="847" y="38"/>
                    </a:cubicBezTo>
                    <a:cubicBezTo>
                      <a:pt x="847" y="38"/>
                      <a:pt x="848" y="23"/>
                      <a:pt x="824" y="23"/>
                    </a:cubicBezTo>
                    <a:cubicBezTo>
                      <a:pt x="800" y="23"/>
                      <a:pt x="786" y="42"/>
                      <a:pt x="786" y="42"/>
                    </a:cubicBezTo>
                    <a:cubicBezTo>
                      <a:pt x="786" y="42"/>
                      <a:pt x="777" y="29"/>
                      <a:pt x="752" y="30"/>
                    </a:cubicBezTo>
                    <a:cubicBezTo>
                      <a:pt x="728" y="31"/>
                      <a:pt x="722" y="46"/>
                      <a:pt x="722" y="46"/>
                    </a:cubicBezTo>
                    <a:cubicBezTo>
                      <a:pt x="722" y="46"/>
                      <a:pt x="723" y="27"/>
                      <a:pt x="693" y="30"/>
                    </a:cubicBezTo>
                    <a:cubicBezTo>
                      <a:pt x="663" y="33"/>
                      <a:pt x="672" y="48"/>
                      <a:pt x="672" y="48"/>
                    </a:cubicBezTo>
                    <a:cubicBezTo>
                      <a:pt x="672" y="48"/>
                      <a:pt x="666" y="22"/>
                      <a:pt x="645" y="24"/>
                    </a:cubicBezTo>
                    <a:cubicBezTo>
                      <a:pt x="624" y="27"/>
                      <a:pt x="618" y="46"/>
                      <a:pt x="618" y="46"/>
                    </a:cubicBezTo>
                    <a:cubicBezTo>
                      <a:pt x="618" y="46"/>
                      <a:pt x="613" y="25"/>
                      <a:pt x="582" y="24"/>
                    </a:cubicBezTo>
                    <a:cubicBezTo>
                      <a:pt x="552" y="23"/>
                      <a:pt x="545" y="38"/>
                      <a:pt x="545" y="38"/>
                    </a:cubicBezTo>
                    <a:cubicBezTo>
                      <a:pt x="545" y="38"/>
                      <a:pt x="532" y="0"/>
                      <a:pt x="481" y="37"/>
                    </a:cubicBezTo>
                    <a:cubicBezTo>
                      <a:pt x="481" y="37"/>
                      <a:pt x="473" y="20"/>
                      <a:pt x="448" y="22"/>
                    </a:cubicBezTo>
                    <a:cubicBezTo>
                      <a:pt x="424" y="24"/>
                      <a:pt x="416" y="33"/>
                      <a:pt x="416" y="33"/>
                    </a:cubicBezTo>
                    <a:cubicBezTo>
                      <a:pt x="416" y="33"/>
                      <a:pt x="389" y="8"/>
                      <a:pt x="364" y="25"/>
                    </a:cubicBezTo>
                    <a:cubicBezTo>
                      <a:pt x="338" y="42"/>
                      <a:pt x="352" y="54"/>
                      <a:pt x="352" y="54"/>
                    </a:cubicBezTo>
                    <a:cubicBezTo>
                      <a:pt x="352" y="54"/>
                      <a:pt x="334" y="33"/>
                      <a:pt x="310" y="37"/>
                    </a:cubicBezTo>
                    <a:cubicBezTo>
                      <a:pt x="286" y="41"/>
                      <a:pt x="267" y="60"/>
                      <a:pt x="267" y="60"/>
                    </a:cubicBezTo>
                    <a:cubicBezTo>
                      <a:pt x="267" y="60"/>
                      <a:pt x="271" y="29"/>
                      <a:pt x="243" y="26"/>
                    </a:cubicBezTo>
                    <a:cubicBezTo>
                      <a:pt x="216" y="23"/>
                      <a:pt x="221" y="40"/>
                      <a:pt x="221" y="40"/>
                    </a:cubicBezTo>
                    <a:cubicBezTo>
                      <a:pt x="221" y="40"/>
                      <a:pt x="213" y="24"/>
                      <a:pt x="200" y="30"/>
                    </a:cubicBezTo>
                    <a:cubicBezTo>
                      <a:pt x="187" y="35"/>
                      <a:pt x="178" y="57"/>
                      <a:pt x="164" y="38"/>
                    </a:cubicBezTo>
                    <a:cubicBezTo>
                      <a:pt x="150" y="20"/>
                      <a:pt x="128" y="23"/>
                      <a:pt x="114" y="41"/>
                    </a:cubicBezTo>
                    <a:cubicBezTo>
                      <a:pt x="114" y="41"/>
                      <a:pt x="95" y="13"/>
                      <a:pt x="59" y="41"/>
                    </a:cubicBezTo>
                    <a:cubicBezTo>
                      <a:pt x="59" y="41"/>
                      <a:pt x="25" y="17"/>
                      <a:pt x="13" y="52"/>
                    </a:cubicBezTo>
                    <a:cubicBezTo>
                      <a:pt x="13" y="52"/>
                      <a:pt x="3" y="44"/>
                      <a:pt x="0" y="55"/>
                    </a:cubicBezTo>
                    <a:close/>
                  </a:path>
                </a:pathLst>
              </a:custGeom>
              <a:solidFill>
                <a:srgbClr val="FCD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7" name="Freeform 654">
                <a:extLst>
                  <a:ext uri="{FF2B5EF4-FFF2-40B4-BE49-F238E27FC236}">
                    <a16:creationId xmlns:a16="http://schemas.microsoft.com/office/drawing/2014/main" id="{C073E3BA-D4F6-45E9-AAE4-F31BD3409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806"/>
                <a:ext cx="78" cy="60"/>
              </a:xfrm>
              <a:custGeom>
                <a:avLst/>
                <a:gdLst>
                  <a:gd name="T0" fmla="*/ 0 w 48"/>
                  <a:gd name="T1" fmla="*/ 37 h 34"/>
                  <a:gd name="T2" fmla="*/ 124 w 48"/>
                  <a:gd name="T3" fmla="*/ 203 h 34"/>
                  <a:gd name="T4" fmla="*/ 419 w 48"/>
                  <a:gd name="T5" fmla="*/ 106 h 34"/>
                  <a:gd name="T6" fmla="*/ 419 w 48"/>
                  <a:gd name="T7" fmla="*/ 58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4">
                    <a:moveTo>
                      <a:pt x="0" y="2"/>
                    </a:moveTo>
                    <a:cubicBezTo>
                      <a:pt x="6" y="0"/>
                      <a:pt x="10" y="8"/>
                      <a:pt x="11" y="12"/>
                    </a:cubicBezTo>
                    <a:cubicBezTo>
                      <a:pt x="10" y="1"/>
                      <a:pt x="31" y="2"/>
                      <a:pt x="37" y="6"/>
                    </a:cubicBezTo>
                    <a:cubicBezTo>
                      <a:pt x="46" y="12"/>
                      <a:pt x="48" y="29"/>
                      <a:pt x="37" y="34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8" name="Freeform 655">
                <a:extLst>
                  <a:ext uri="{FF2B5EF4-FFF2-40B4-BE49-F238E27FC236}">
                    <a16:creationId xmlns:a16="http://schemas.microsoft.com/office/drawing/2014/main" id="{735E9524-E2D7-496D-9B08-FC6078B57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728"/>
                <a:ext cx="45" cy="59"/>
              </a:xfrm>
              <a:custGeom>
                <a:avLst/>
                <a:gdLst>
                  <a:gd name="T0" fmla="*/ 312 w 27"/>
                  <a:gd name="T1" fmla="*/ 0 h 34"/>
                  <a:gd name="T2" fmla="*/ 333 w 27"/>
                  <a:gd name="T3" fmla="*/ 108 h 34"/>
                  <a:gd name="T4" fmla="*/ 292 w 27"/>
                  <a:gd name="T5" fmla="*/ 325 h 34"/>
                  <a:gd name="T6" fmla="*/ 0 w 27"/>
                  <a:gd name="T7" fmla="*/ 53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4">
                    <a:moveTo>
                      <a:pt x="24" y="0"/>
                    </a:moveTo>
                    <a:cubicBezTo>
                      <a:pt x="24" y="1"/>
                      <a:pt x="26" y="5"/>
                      <a:pt x="26" y="7"/>
                    </a:cubicBezTo>
                    <a:cubicBezTo>
                      <a:pt x="27" y="11"/>
                      <a:pt x="25" y="17"/>
                      <a:pt x="23" y="21"/>
                    </a:cubicBezTo>
                    <a:cubicBezTo>
                      <a:pt x="18" y="30"/>
                      <a:pt x="10" y="32"/>
                      <a:pt x="0" y="34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9" name="Freeform 656">
                <a:extLst>
                  <a:ext uri="{FF2B5EF4-FFF2-40B4-BE49-F238E27FC236}">
                    <a16:creationId xmlns:a16="http://schemas.microsoft.com/office/drawing/2014/main" id="{16311D12-AC69-4B4F-8D3B-698DB9A67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815"/>
                <a:ext cx="118" cy="61"/>
              </a:xfrm>
              <a:custGeom>
                <a:avLst/>
                <a:gdLst>
                  <a:gd name="T0" fmla="*/ 92 w 72"/>
                  <a:gd name="T1" fmla="*/ 561 h 35"/>
                  <a:gd name="T2" fmla="*/ 80 w 72"/>
                  <a:gd name="T3" fmla="*/ 237 h 35"/>
                  <a:gd name="T4" fmla="*/ 308 w 72"/>
                  <a:gd name="T5" fmla="*/ 286 h 35"/>
                  <a:gd name="T6" fmla="*/ 542 w 72"/>
                  <a:gd name="T7" fmla="*/ 0 h 35"/>
                  <a:gd name="T8" fmla="*/ 849 w 72"/>
                  <a:gd name="T9" fmla="*/ 17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5">
                    <a:moveTo>
                      <a:pt x="8" y="35"/>
                    </a:moveTo>
                    <a:cubicBezTo>
                      <a:pt x="0" y="35"/>
                      <a:pt x="2" y="19"/>
                      <a:pt x="7" y="15"/>
                    </a:cubicBezTo>
                    <a:cubicBezTo>
                      <a:pt x="13" y="11"/>
                      <a:pt x="21" y="14"/>
                      <a:pt x="26" y="18"/>
                    </a:cubicBezTo>
                    <a:cubicBezTo>
                      <a:pt x="23" y="10"/>
                      <a:pt x="40" y="1"/>
                      <a:pt x="46" y="0"/>
                    </a:cubicBezTo>
                    <a:cubicBezTo>
                      <a:pt x="55" y="0"/>
                      <a:pt x="68" y="2"/>
                      <a:pt x="72" y="11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0" name="Freeform 657">
                <a:extLst>
                  <a:ext uri="{FF2B5EF4-FFF2-40B4-BE49-F238E27FC236}">
                    <a16:creationId xmlns:a16="http://schemas.microsoft.com/office/drawing/2014/main" id="{C42B8369-2B18-4143-B720-E6A941C4F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768"/>
                <a:ext cx="79" cy="68"/>
              </a:xfrm>
              <a:custGeom>
                <a:avLst/>
                <a:gdLst>
                  <a:gd name="T0" fmla="*/ 146 w 48"/>
                  <a:gd name="T1" fmla="*/ 629 h 39"/>
                  <a:gd name="T2" fmla="*/ 579 w 48"/>
                  <a:gd name="T3" fmla="*/ 23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9">
                    <a:moveTo>
                      <a:pt x="12" y="39"/>
                    </a:moveTo>
                    <a:cubicBezTo>
                      <a:pt x="0" y="22"/>
                      <a:pt x="40" y="0"/>
                      <a:pt x="48" y="15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1" name="Freeform 658">
                <a:extLst>
                  <a:ext uri="{FF2B5EF4-FFF2-40B4-BE49-F238E27FC236}">
                    <a16:creationId xmlns:a16="http://schemas.microsoft.com/office/drawing/2014/main" id="{BF1519D0-EBA3-4D31-A54B-BE3FC748B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3754"/>
                <a:ext cx="46" cy="63"/>
              </a:xfrm>
              <a:custGeom>
                <a:avLst/>
                <a:gdLst>
                  <a:gd name="T0" fmla="*/ 117 w 28"/>
                  <a:gd name="T1" fmla="*/ 592 h 36"/>
                  <a:gd name="T2" fmla="*/ 337 w 28"/>
                  <a:gd name="T3" fmla="*/ 151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6">
                    <a:moveTo>
                      <a:pt x="10" y="36"/>
                    </a:moveTo>
                    <a:cubicBezTo>
                      <a:pt x="0" y="36"/>
                      <a:pt x="7" y="0"/>
                      <a:pt x="28" y="9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2" name="Freeform 659">
                <a:extLst>
                  <a:ext uri="{FF2B5EF4-FFF2-40B4-BE49-F238E27FC236}">
                    <a16:creationId xmlns:a16="http://schemas.microsoft.com/office/drawing/2014/main" id="{A5073FBA-121A-4A62-812A-876AB3255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764"/>
                <a:ext cx="48" cy="30"/>
              </a:xfrm>
              <a:custGeom>
                <a:avLst/>
                <a:gdLst>
                  <a:gd name="T0" fmla="*/ 359 w 29"/>
                  <a:gd name="T1" fmla="*/ 293 h 17"/>
                  <a:gd name="T2" fmla="*/ 0 w 29"/>
                  <a:gd name="T3" fmla="*/ 49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7">
                    <a:moveTo>
                      <a:pt x="29" y="17"/>
                    </a:moveTo>
                    <a:cubicBezTo>
                      <a:pt x="27" y="7"/>
                      <a:pt x="9" y="0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3" name="Freeform 660">
                <a:extLst>
                  <a:ext uri="{FF2B5EF4-FFF2-40B4-BE49-F238E27FC236}">
                    <a16:creationId xmlns:a16="http://schemas.microsoft.com/office/drawing/2014/main" id="{2252DC84-F3BC-4315-9B80-96CC54D6F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3847"/>
                <a:ext cx="17" cy="43"/>
              </a:xfrm>
              <a:custGeom>
                <a:avLst/>
                <a:gdLst>
                  <a:gd name="T0" fmla="*/ 44 w 10"/>
                  <a:gd name="T1" fmla="*/ 353 h 25"/>
                  <a:gd name="T2" fmla="*/ 141 w 10"/>
                  <a:gd name="T3" fmla="*/ 169 h 25"/>
                  <a:gd name="T4" fmla="*/ 0 w 1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3" y="23"/>
                    </a:moveTo>
                    <a:cubicBezTo>
                      <a:pt x="7" y="25"/>
                      <a:pt x="10" y="15"/>
                      <a:pt x="10" y="11"/>
                    </a:cubicBezTo>
                    <a:cubicBezTo>
                      <a:pt x="9" y="5"/>
                      <a:pt x="5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4" name="Freeform 661">
                <a:extLst>
                  <a:ext uri="{FF2B5EF4-FFF2-40B4-BE49-F238E27FC236}">
                    <a16:creationId xmlns:a16="http://schemas.microsoft.com/office/drawing/2014/main" id="{BAEEF57E-7DB3-4503-BFDB-4AC445C99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750"/>
                <a:ext cx="26" cy="32"/>
              </a:xfrm>
              <a:custGeom>
                <a:avLst/>
                <a:gdLst>
                  <a:gd name="T0" fmla="*/ 13 w 16"/>
                  <a:gd name="T1" fmla="*/ 0 h 18"/>
                  <a:gd name="T2" fmla="*/ 180 w 16"/>
                  <a:gd name="T3" fmla="*/ 32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" y="0"/>
                    </a:moveTo>
                    <a:cubicBezTo>
                      <a:pt x="0" y="9"/>
                      <a:pt x="7" y="17"/>
                      <a:pt x="16" y="18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662">
                <a:extLst>
                  <a:ext uri="{FF2B5EF4-FFF2-40B4-BE49-F238E27FC236}">
                    <a16:creationId xmlns:a16="http://schemas.microsoft.com/office/drawing/2014/main" id="{5F7A429E-4FAD-4D01-B2E9-D433980E1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819"/>
                <a:ext cx="68" cy="69"/>
              </a:xfrm>
              <a:custGeom>
                <a:avLst/>
                <a:gdLst>
                  <a:gd name="T0" fmla="*/ 91 w 41"/>
                  <a:gd name="T1" fmla="*/ 611 h 40"/>
                  <a:gd name="T2" fmla="*/ 151 w 41"/>
                  <a:gd name="T3" fmla="*/ 143 h 40"/>
                  <a:gd name="T4" fmla="*/ 514 w 41"/>
                  <a:gd name="T5" fmla="*/ 27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0">
                    <a:moveTo>
                      <a:pt x="7" y="40"/>
                    </a:moveTo>
                    <a:cubicBezTo>
                      <a:pt x="0" y="31"/>
                      <a:pt x="3" y="15"/>
                      <a:pt x="12" y="9"/>
                    </a:cubicBezTo>
                    <a:cubicBezTo>
                      <a:pt x="24" y="0"/>
                      <a:pt x="34" y="11"/>
                      <a:pt x="41" y="18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663">
                <a:extLst>
                  <a:ext uri="{FF2B5EF4-FFF2-40B4-BE49-F238E27FC236}">
                    <a16:creationId xmlns:a16="http://schemas.microsoft.com/office/drawing/2014/main" id="{655CFDA1-8B0E-48B3-83DA-5DDEDACC3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3757"/>
                <a:ext cx="71" cy="21"/>
              </a:xfrm>
              <a:custGeom>
                <a:avLst/>
                <a:gdLst>
                  <a:gd name="T0" fmla="*/ 0 w 43"/>
                  <a:gd name="T1" fmla="*/ 0 h 12"/>
                  <a:gd name="T2" fmla="*/ 527 w 43"/>
                  <a:gd name="T3" fmla="*/ 13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2">
                    <a:moveTo>
                      <a:pt x="0" y="0"/>
                    </a:moveTo>
                    <a:cubicBezTo>
                      <a:pt x="9" y="12"/>
                      <a:pt x="30" y="9"/>
                      <a:pt x="43" y="8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664">
                <a:extLst>
                  <a:ext uri="{FF2B5EF4-FFF2-40B4-BE49-F238E27FC236}">
                    <a16:creationId xmlns:a16="http://schemas.microsoft.com/office/drawing/2014/main" id="{AC22648D-4EC4-46A0-97CB-8DCFE3028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731"/>
                <a:ext cx="82" cy="51"/>
              </a:xfrm>
              <a:custGeom>
                <a:avLst/>
                <a:gdLst>
                  <a:gd name="T0" fmla="*/ 592 w 50"/>
                  <a:gd name="T1" fmla="*/ 0 h 29"/>
                  <a:gd name="T2" fmla="*/ 349 w 50"/>
                  <a:gd name="T3" fmla="*/ 440 h 29"/>
                  <a:gd name="T4" fmla="*/ 0 w 50"/>
                  <a:gd name="T5" fmla="*/ 31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9">
                    <a:moveTo>
                      <a:pt x="50" y="0"/>
                    </a:moveTo>
                    <a:cubicBezTo>
                      <a:pt x="50" y="13"/>
                      <a:pt x="43" y="24"/>
                      <a:pt x="29" y="26"/>
                    </a:cubicBezTo>
                    <a:cubicBezTo>
                      <a:pt x="19" y="28"/>
                      <a:pt x="6" y="29"/>
                      <a:pt x="0" y="19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665">
                <a:extLst>
                  <a:ext uri="{FF2B5EF4-FFF2-40B4-BE49-F238E27FC236}">
                    <a16:creationId xmlns:a16="http://schemas.microsoft.com/office/drawing/2014/main" id="{47951E93-56A3-46CD-9E99-DDE764AA1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3771"/>
                <a:ext cx="47" cy="46"/>
              </a:xfrm>
              <a:custGeom>
                <a:avLst/>
                <a:gdLst>
                  <a:gd name="T0" fmla="*/ 323 w 29"/>
                  <a:gd name="T1" fmla="*/ 37 h 26"/>
                  <a:gd name="T2" fmla="*/ 102 w 29"/>
                  <a:gd name="T3" fmla="*/ 106 h 26"/>
                  <a:gd name="T4" fmla="*/ 13 w 29"/>
                  <a:gd name="T5" fmla="*/ 44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6">
                    <a:moveTo>
                      <a:pt x="29" y="2"/>
                    </a:moveTo>
                    <a:cubicBezTo>
                      <a:pt x="23" y="0"/>
                      <a:pt x="14" y="3"/>
                      <a:pt x="9" y="6"/>
                    </a:cubicBezTo>
                    <a:cubicBezTo>
                      <a:pt x="3" y="11"/>
                      <a:pt x="0" y="19"/>
                      <a:pt x="1" y="26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666">
                <a:extLst>
                  <a:ext uri="{FF2B5EF4-FFF2-40B4-BE49-F238E27FC236}">
                    <a16:creationId xmlns:a16="http://schemas.microsoft.com/office/drawing/2014/main" id="{92ED709F-9F6D-4757-AAAC-FA684985C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737"/>
                <a:ext cx="70" cy="55"/>
              </a:xfrm>
              <a:custGeom>
                <a:avLst/>
                <a:gdLst>
                  <a:gd name="T0" fmla="*/ 34 w 43"/>
                  <a:gd name="T1" fmla="*/ 0 h 32"/>
                  <a:gd name="T2" fmla="*/ 160 w 43"/>
                  <a:gd name="T3" fmla="*/ 375 h 32"/>
                  <a:gd name="T4" fmla="*/ 493 w 43"/>
                  <a:gd name="T5" fmla="*/ 37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2">
                    <a:moveTo>
                      <a:pt x="3" y="0"/>
                    </a:moveTo>
                    <a:cubicBezTo>
                      <a:pt x="0" y="7"/>
                      <a:pt x="8" y="21"/>
                      <a:pt x="14" y="25"/>
                    </a:cubicBezTo>
                    <a:cubicBezTo>
                      <a:pt x="24" y="32"/>
                      <a:pt x="33" y="27"/>
                      <a:pt x="43" y="25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667">
                <a:extLst>
                  <a:ext uri="{FF2B5EF4-FFF2-40B4-BE49-F238E27FC236}">
                    <a16:creationId xmlns:a16="http://schemas.microsoft.com/office/drawing/2014/main" id="{BEE646F6-CE5E-4648-B586-702A0286A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3771"/>
                <a:ext cx="45" cy="42"/>
              </a:xfrm>
              <a:custGeom>
                <a:avLst/>
                <a:gdLst>
                  <a:gd name="T0" fmla="*/ 0 w 27"/>
                  <a:gd name="T1" fmla="*/ 0 h 24"/>
                  <a:gd name="T2" fmla="*/ 333 w 27"/>
                  <a:gd name="T3" fmla="*/ 39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4">
                    <a:moveTo>
                      <a:pt x="0" y="0"/>
                    </a:moveTo>
                    <a:cubicBezTo>
                      <a:pt x="15" y="0"/>
                      <a:pt x="27" y="7"/>
                      <a:pt x="26" y="24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668">
                <a:extLst>
                  <a:ext uri="{FF2B5EF4-FFF2-40B4-BE49-F238E27FC236}">
                    <a16:creationId xmlns:a16="http://schemas.microsoft.com/office/drawing/2014/main" id="{3D3BB1DE-EC96-41C8-A4C2-1611BAFB5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810"/>
                <a:ext cx="77" cy="47"/>
              </a:xfrm>
              <a:custGeom>
                <a:avLst/>
                <a:gdLst>
                  <a:gd name="T0" fmla="*/ 0 w 47"/>
                  <a:gd name="T1" fmla="*/ 433 h 27"/>
                  <a:gd name="T2" fmla="*/ 211 w 47"/>
                  <a:gd name="T3" fmla="*/ 28 h 27"/>
                  <a:gd name="T4" fmla="*/ 552 w 47"/>
                  <a:gd name="T5" fmla="*/ 23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7">
                    <a:moveTo>
                      <a:pt x="0" y="27"/>
                    </a:moveTo>
                    <a:cubicBezTo>
                      <a:pt x="0" y="14"/>
                      <a:pt x="5" y="4"/>
                      <a:pt x="18" y="2"/>
                    </a:cubicBezTo>
                    <a:cubicBezTo>
                      <a:pt x="30" y="0"/>
                      <a:pt x="40" y="6"/>
                      <a:pt x="47" y="15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669">
                <a:extLst>
                  <a:ext uri="{FF2B5EF4-FFF2-40B4-BE49-F238E27FC236}">
                    <a16:creationId xmlns:a16="http://schemas.microsoft.com/office/drawing/2014/main" id="{5B5F489B-2FCB-419D-8682-05502A32D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3810"/>
                <a:ext cx="68" cy="38"/>
              </a:xfrm>
              <a:custGeom>
                <a:avLst/>
                <a:gdLst>
                  <a:gd name="T0" fmla="*/ 0 w 42"/>
                  <a:gd name="T1" fmla="*/ 143 h 22"/>
                  <a:gd name="T2" fmla="*/ 267 w 42"/>
                  <a:gd name="T3" fmla="*/ 28 h 22"/>
                  <a:gd name="T4" fmla="*/ 466 w 42"/>
                  <a:gd name="T5" fmla="*/ 34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2">
                    <a:moveTo>
                      <a:pt x="0" y="9"/>
                    </a:moveTo>
                    <a:cubicBezTo>
                      <a:pt x="7" y="5"/>
                      <a:pt x="15" y="0"/>
                      <a:pt x="24" y="2"/>
                    </a:cubicBezTo>
                    <a:cubicBezTo>
                      <a:pt x="31" y="3"/>
                      <a:pt x="40" y="15"/>
                      <a:pt x="42" y="22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670">
                <a:extLst>
                  <a:ext uri="{FF2B5EF4-FFF2-40B4-BE49-F238E27FC236}">
                    <a16:creationId xmlns:a16="http://schemas.microsoft.com/office/drawing/2014/main" id="{EA32E07C-8E20-4701-8522-0763B319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752"/>
                <a:ext cx="74" cy="42"/>
              </a:xfrm>
              <a:custGeom>
                <a:avLst/>
                <a:gdLst>
                  <a:gd name="T0" fmla="*/ 13 w 45"/>
                  <a:gd name="T1" fmla="*/ 0 h 24"/>
                  <a:gd name="T2" fmla="*/ 227 w 45"/>
                  <a:gd name="T3" fmla="*/ 327 h 24"/>
                  <a:gd name="T4" fmla="*/ 544 w 45"/>
                  <a:gd name="T5" fmla="*/ 26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4">
                    <a:moveTo>
                      <a:pt x="1" y="0"/>
                    </a:moveTo>
                    <a:cubicBezTo>
                      <a:pt x="0" y="9"/>
                      <a:pt x="11" y="17"/>
                      <a:pt x="19" y="20"/>
                    </a:cubicBezTo>
                    <a:cubicBezTo>
                      <a:pt x="30" y="24"/>
                      <a:pt x="36" y="22"/>
                      <a:pt x="45" y="16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671">
                <a:extLst>
                  <a:ext uri="{FF2B5EF4-FFF2-40B4-BE49-F238E27FC236}">
                    <a16:creationId xmlns:a16="http://schemas.microsoft.com/office/drawing/2014/main" id="{A0C7744F-9DE7-4F79-A5E9-EE0D88488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3801"/>
                <a:ext cx="82" cy="51"/>
              </a:xfrm>
              <a:custGeom>
                <a:avLst/>
                <a:gdLst>
                  <a:gd name="T0" fmla="*/ 49 w 50"/>
                  <a:gd name="T1" fmla="*/ 489 h 29"/>
                  <a:gd name="T2" fmla="*/ 274 w 50"/>
                  <a:gd name="T3" fmla="*/ 65 h 29"/>
                  <a:gd name="T4" fmla="*/ 592 w 50"/>
                  <a:gd name="T5" fmla="*/ 17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9">
                    <a:moveTo>
                      <a:pt x="4" y="29"/>
                    </a:moveTo>
                    <a:cubicBezTo>
                      <a:pt x="0" y="18"/>
                      <a:pt x="16" y="7"/>
                      <a:pt x="23" y="4"/>
                    </a:cubicBezTo>
                    <a:cubicBezTo>
                      <a:pt x="34" y="0"/>
                      <a:pt x="42" y="4"/>
                      <a:pt x="50" y="10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672">
                <a:extLst>
                  <a:ext uri="{FF2B5EF4-FFF2-40B4-BE49-F238E27FC236}">
                    <a16:creationId xmlns:a16="http://schemas.microsoft.com/office/drawing/2014/main" id="{AE3FA3E4-AB4D-4E25-BD59-C9A42A41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3728"/>
                <a:ext cx="71" cy="49"/>
              </a:xfrm>
              <a:custGeom>
                <a:avLst/>
                <a:gdLst>
                  <a:gd name="T0" fmla="*/ 527 w 43"/>
                  <a:gd name="T1" fmla="*/ 0 h 28"/>
                  <a:gd name="T2" fmla="*/ 355 w 43"/>
                  <a:gd name="T3" fmla="*/ 350 h 28"/>
                  <a:gd name="T4" fmla="*/ 0 w 43"/>
                  <a:gd name="T5" fmla="*/ 41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8">
                    <a:moveTo>
                      <a:pt x="43" y="0"/>
                    </a:moveTo>
                    <a:cubicBezTo>
                      <a:pt x="41" y="8"/>
                      <a:pt x="37" y="17"/>
                      <a:pt x="29" y="21"/>
                    </a:cubicBezTo>
                    <a:cubicBezTo>
                      <a:pt x="22" y="24"/>
                      <a:pt x="7" y="28"/>
                      <a:pt x="0" y="25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673">
                <a:extLst>
                  <a:ext uri="{FF2B5EF4-FFF2-40B4-BE49-F238E27FC236}">
                    <a16:creationId xmlns:a16="http://schemas.microsoft.com/office/drawing/2014/main" id="{60B418A8-05C9-4981-A4A1-9064E8F88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787"/>
                <a:ext cx="44" cy="25"/>
              </a:xfrm>
              <a:custGeom>
                <a:avLst/>
                <a:gdLst>
                  <a:gd name="T0" fmla="*/ 311 w 27"/>
                  <a:gd name="T1" fmla="*/ 255 h 14"/>
                  <a:gd name="T2" fmla="*/ 0 w 27"/>
                  <a:gd name="T3" fmla="*/ 14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4">
                    <a:moveTo>
                      <a:pt x="27" y="14"/>
                    </a:moveTo>
                    <a:cubicBezTo>
                      <a:pt x="20" y="10"/>
                      <a:pt x="8" y="0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674">
                <a:extLst>
                  <a:ext uri="{FF2B5EF4-FFF2-40B4-BE49-F238E27FC236}">
                    <a16:creationId xmlns:a16="http://schemas.microsoft.com/office/drawing/2014/main" id="{A9F97D07-C694-4A7A-9B93-8E8ACE798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792"/>
                <a:ext cx="57" cy="88"/>
              </a:xfrm>
              <a:custGeom>
                <a:avLst/>
                <a:gdLst>
                  <a:gd name="T0" fmla="*/ 0 w 35"/>
                  <a:gd name="T1" fmla="*/ 65 h 50"/>
                  <a:gd name="T2" fmla="*/ 332 w 35"/>
                  <a:gd name="T3" fmla="*/ 306 h 50"/>
                  <a:gd name="T4" fmla="*/ 204 w 35"/>
                  <a:gd name="T5" fmla="*/ 595 h 50"/>
                  <a:gd name="T6" fmla="*/ 401 w 35"/>
                  <a:gd name="T7" fmla="*/ 84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0">
                    <a:moveTo>
                      <a:pt x="0" y="4"/>
                    </a:moveTo>
                    <a:cubicBezTo>
                      <a:pt x="9" y="0"/>
                      <a:pt x="26" y="8"/>
                      <a:pt x="29" y="18"/>
                    </a:cubicBezTo>
                    <a:cubicBezTo>
                      <a:pt x="31" y="26"/>
                      <a:pt x="26" y="33"/>
                      <a:pt x="18" y="35"/>
                    </a:cubicBezTo>
                    <a:cubicBezTo>
                      <a:pt x="30" y="34"/>
                      <a:pt x="32" y="40"/>
                      <a:pt x="35" y="50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675">
                <a:extLst>
                  <a:ext uri="{FF2B5EF4-FFF2-40B4-BE49-F238E27FC236}">
                    <a16:creationId xmlns:a16="http://schemas.microsoft.com/office/drawing/2014/main" id="{A7C43DAF-4EFA-4055-A9D3-C872908A2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850"/>
                <a:ext cx="77" cy="35"/>
              </a:xfrm>
              <a:custGeom>
                <a:avLst/>
                <a:gdLst>
                  <a:gd name="T0" fmla="*/ 0 w 47"/>
                  <a:gd name="T1" fmla="*/ 327 h 20"/>
                  <a:gd name="T2" fmla="*/ 247 w 47"/>
                  <a:gd name="T3" fmla="*/ 0 h 20"/>
                  <a:gd name="T4" fmla="*/ 426 w 47"/>
                  <a:gd name="T5" fmla="*/ 65 h 20"/>
                  <a:gd name="T6" fmla="*/ 552 w 47"/>
                  <a:gd name="T7" fmla="*/ 17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0">
                    <a:moveTo>
                      <a:pt x="0" y="20"/>
                    </a:moveTo>
                    <a:cubicBezTo>
                      <a:pt x="1" y="9"/>
                      <a:pt x="11" y="1"/>
                      <a:pt x="21" y="0"/>
                    </a:cubicBezTo>
                    <a:cubicBezTo>
                      <a:pt x="27" y="0"/>
                      <a:pt x="32" y="2"/>
                      <a:pt x="36" y="4"/>
                    </a:cubicBezTo>
                    <a:cubicBezTo>
                      <a:pt x="40" y="6"/>
                      <a:pt x="43" y="9"/>
                      <a:pt x="47" y="10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676">
                <a:extLst>
                  <a:ext uri="{FF2B5EF4-FFF2-40B4-BE49-F238E27FC236}">
                    <a16:creationId xmlns:a16="http://schemas.microsoft.com/office/drawing/2014/main" id="{DAB132C0-1A6E-4303-9D8E-62C5BFDED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3815"/>
                <a:ext cx="77" cy="39"/>
              </a:xfrm>
              <a:custGeom>
                <a:avLst/>
                <a:gdLst>
                  <a:gd name="T0" fmla="*/ 0 w 47"/>
                  <a:gd name="T1" fmla="*/ 207 h 22"/>
                  <a:gd name="T2" fmla="*/ 449 w 47"/>
                  <a:gd name="T3" fmla="*/ 280 h 22"/>
                  <a:gd name="T4" fmla="*/ 552 w 4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2">
                    <a:moveTo>
                      <a:pt x="0" y="12"/>
                    </a:moveTo>
                    <a:cubicBezTo>
                      <a:pt x="4" y="22"/>
                      <a:pt x="30" y="20"/>
                      <a:pt x="38" y="16"/>
                    </a:cubicBezTo>
                    <a:cubicBezTo>
                      <a:pt x="44" y="13"/>
                      <a:pt x="47" y="7"/>
                      <a:pt x="47" y="0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677">
                <a:extLst>
                  <a:ext uri="{FF2B5EF4-FFF2-40B4-BE49-F238E27FC236}">
                    <a16:creationId xmlns:a16="http://schemas.microsoft.com/office/drawing/2014/main" id="{4F84A29E-205C-4451-875A-A6C5279C3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3847"/>
                <a:ext cx="47" cy="29"/>
              </a:xfrm>
              <a:custGeom>
                <a:avLst/>
                <a:gdLst>
                  <a:gd name="T0" fmla="*/ 0 w 29"/>
                  <a:gd name="T1" fmla="*/ 15 h 17"/>
                  <a:gd name="T2" fmla="*/ 220 w 29"/>
                  <a:gd name="T3" fmla="*/ 75 h 17"/>
                  <a:gd name="T4" fmla="*/ 310 w 29"/>
                  <a:gd name="T5" fmla="*/ 24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0" y="1"/>
                    </a:moveTo>
                    <a:cubicBezTo>
                      <a:pt x="7" y="1"/>
                      <a:pt x="14" y="0"/>
                      <a:pt x="20" y="5"/>
                    </a:cubicBezTo>
                    <a:cubicBezTo>
                      <a:pt x="23" y="7"/>
                      <a:pt x="29" y="14"/>
                      <a:pt x="28" y="17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678">
                <a:extLst>
                  <a:ext uri="{FF2B5EF4-FFF2-40B4-BE49-F238E27FC236}">
                    <a16:creationId xmlns:a16="http://schemas.microsoft.com/office/drawing/2014/main" id="{0C4E2B50-8B30-428C-B5DB-2E0A79610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3730"/>
                <a:ext cx="8" cy="33"/>
              </a:xfrm>
              <a:custGeom>
                <a:avLst/>
                <a:gdLst>
                  <a:gd name="T0" fmla="*/ 34 w 5"/>
                  <a:gd name="T1" fmla="*/ 0 h 19"/>
                  <a:gd name="T2" fmla="*/ 0 w 5"/>
                  <a:gd name="T3" fmla="*/ 148 h 19"/>
                  <a:gd name="T4" fmla="*/ 54 w 5"/>
                  <a:gd name="T5" fmla="*/ 29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9">
                    <a:moveTo>
                      <a:pt x="3" y="0"/>
                    </a:moveTo>
                    <a:cubicBezTo>
                      <a:pt x="1" y="2"/>
                      <a:pt x="0" y="6"/>
                      <a:pt x="0" y="9"/>
                    </a:cubicBezTo>
                    <a:cubicBezTo>
                      <a:pt x="0" y="13"/>
                      <a:pt x="2" y="16"/>
                      <a:pt x="5" y="19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679">
                <a:extLst>
                  <a:ext uri="{FF2B5EF4-FFF2-40B4-BE49-F238E27FC236}">
                    <a16:creationId xmlns:a16="http://schemas.microsoft.com/office/drawing/2014/main" id="{3DB6E74A-3022-4AC1-88F0-C8DBCB635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3752"/>
                <a:ext cx="34" cy="25"/>
              </a:xfrm>
              <a:custGeom>
                <a:avLst/>
                <a:gdLst>
                  <a:gd name="T0" fmla="*/ 220 w 21"/>
                  <a:gd name="T1" fmla="*/ 0 h 14"/>
                  <a:gd name="T2" fmla="*/ 178 w 21"/>
                  <a:gd name="T3" fmla="*/ 166 h 14"/>
                  <a:gd name="T4" fmla="*/ 0 w 21"/>
                  <a:gd name="T5" fmla="*/ 25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20" y="0"/>
                    </a:moveTo>
                    <a:cubicBezTo>
                      <a:pt x="21" y="3"/>
                      <a:pt x="18" y="7"/>
                      <a:pt x="16" y="9"/>
                    </a:cubicBezTo>
                    <a:cubicBezTo>
                      <a:pt x="12" y="13"/>
                      <a:pt x="6" y="14"/>
                      <a:pt x="0" y="14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680">
                <a:extLst>
                  <a:ext uri="{FF2B5EF4-FFF2-40B4-BE49-F238E27FC236}">
                    <a16:creationId xmlns:a16="http://schemas.microsoft.com/office/drawing/2014/main" id="{11B983DA-F191-45EC-917D-C2C206E48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658"/>
                <a:ext cx="1406" cy="232"/>
              </a:xfrm>
              <a:custGeom>
                <a:avLst/>
                <a:gdLst>
                  <a:gd name="T0" fmla="*/ 0 w 859"/>
                  <a:gd name="T1" fmla="*/ 886 h 133"/>
                  <a:gd name="T2" fmla="*/ 0 w 859"/>
                  <a:gd name="T3" fmla="*/ 2149 h 133"/>
                  <a:gd name="T4" fmla="*/ 10089 w 859"/>
                  <a:gd name="T5" fmla="*/ 2149 h 133"/>
                  <a:gd name="T6" fmla="*/ 10089 w 859"/>
                  <a:gd name="T7" fmla="*/ 499 h 133"/>
                  <a:gd name="T8" fmla="*/ 9950 w 859"/>
                  <a:gd name="T9" fmla="*/ 612 h 133"/>
                  <a:gd name="T10" fmla="*/ 9682 w 859"/>
                  <a:gd name="T11" fmla="*/ 372 h 133"/>
                  <a:gd name="T12" fmla="*/ 9240 w 859"/>
                  <a:gd name="T13" fmla="*/ 675 h 133"/>
                  <a:gd name="T14" fmla="*/ 8835 w 859"/>
                  <a:gd name="T15" fmla="*/ 483 h 133"/>
                  <a:gd name="T16" fmla="*/ 8485 w 859"/>
                  <a:gd name="T17" fmla="*/ 743 h 133"/>
                  <a:gd name="T18" fmla="*/ 8140 w 859"/>
                  <a:gd name="T19" fmla="*/ 483 h 133"/>
                  <a:gd name="T20" fmla="*/ 7893 w 859"/>
                  <a:gd name="T21" fmla="*/ 780 h 133"/>
                  <a:gd name="T22" fmla="*/ 7577 w 859"/>
                  <a:gd name="T23" fmla="*/ 387 h 133"/>
                  <a:gd name="T24" fmla="*/ 7262 w 859"/>
                  <a:gd name="T25" fmla="*/ 743 h 133"/>
                  <a:gd name="T26" fmla="*/ 6840 w 859"/>
                  <a:gd name="T27" fmla="*/ 387 h 133"/>
                  <a:gd name="T28" fmla="*/ 6403 w 859"/>
                  <a:gd name="T29" fmla="*/ 612 h 133"/>
                  <a:gd name="T30" fmla="*/ 5647 w 859"/>
                  <a:gd name="T31" fmla="*/ 600 h 133"/>
                  <a:gd name="T32" fmla="*/ 5262 w 859"/>
                  <a:gd name="T33" fmla="*/ 351 h 133"/>
                  <a:gd name="T34" fmla="*/ 4889 w 859"/>
                  <a:gd name="T35" fmla="*/ 536 h 133"/>
                  <a:gd name="T36" fmla="*/ 4282 w 859"/>
                  <a:gd name="T37" fmla="*/ 408 h 133"/>
                  <a:gd name="T38" fmla="*/ 4135 w 859"/>
                  <a:gd name="T39" fmla="*/ 870 h 133"/>
                  <a:gd name="T40" fmla="*/ 3640 w 859"/>
                  <a:gd name="T41" fmla="*/ 600 h 133"/>
                  <a:gd name="T42" fmla="*/ 3134 w 859"/>
                  <a:gd name="T43" fmla="*/ 970 h 133"/>
                  <a:gd name="T44" fmla="*/ 2856 w 859"/>
                  <a:gd name="T45" fmla="*/ 413 h 133"/>
                  <a:gd name="T46" fmla="*/ 2601 w 859"/>
                  <a:gd name="T47" fmla="*/ 649 h 133"/>
                  <a:gd name="T48" fmla="*/ 2347 w 859"/>
                  <a:gd name="T49" fmla="*/ 483 h 133"/>
                  <a:gd name="T50" fmla="*/ 1926 w 859"/>
                  <a:gd name="T51" fmla="*/ 612 h 133"/>
                  <a:gd name="T52" fmla="*/ 1342 w 859"/>
                  <a:gd name="T53" fmla="*/ 670 h 133"/>
                  <a:gd name="T54" fmla="*/ 697 w 859"/>
                  <a:gd name="T55" fmla="*/ 670 h 133"/>
                  <a:gd name="T56" fmla="*/ 151 w 859"/>
                  <a:gd name="T57" fmla="*/ 843 h 133"/>
                  <a:gd name="T58" fmla="*/ 0 w 859"/>
                  <a:gd name="T59" fmla="*/ 886 h 13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59" h="133">
                    <a:moveTo>
                      <a:pt x="0" y="55"/>
                    </a:moveTo>
                    <a:cubicBezTo>
                      <a:pt x="0" y="133"/>
                      <a:pt x="0" y="133"/>
                      <a:pt x="0" y="133"/>
                    </a:cubicBezTo>
                    <a:cubicBezTo>
                      <a:pt x="859" y="133"/>
                      <a:pt x="859" y="133"/>
                      <a:pt x="859" y="133"/>
                    </a:cubicBezTo>
                    <a:cubicBezTo>
                      <a:pt x="859" y="31"/>
                      <a:pt x="859" y="31"/>
                      <a:pt x="859" y="31"/>
                    </a:cubicBezTo>
                    <a:cubicBezTo>
                      <a:pt x="859" y="31"/>
                      <a:pt x="851" y="29"/>
                      <a:pt x="847" y="38"/>
                    </a:cubicBezTo>
                    <a:cubicBezTo>
                      <a:pt x="847" y="38"/>
                      <a:pt x="848" y="23"/>
                      <a:pt x="824" y="23"/>
                    </a:cubicBezTo>
                    <a:cubicBezTo>
                      <a:pt x="800" y="23"/>
                      <a:pt x="786" y="42"/>
                      <a:pt x="786" y="42"/>
                    </a:cubicBezTo>
                    <a:cubicBezTo>
                      <a:pt x="786" y="42"/>
                      <a:pt x="777" y="29"/>
                      <a:pt x="752" y="30"/>
                    </a:cubicBezTo>
                    <a:cubicBezTo>
                      <a:pt x="728" y="31"/>
                      <a:pt x="722" y="46"/>
                      <a:pt x="722" y="46"/>
                    </a:cubicBezTo>
                    <a:cubicBezTo>
                      <a:pt x="722" y="46"/>
                      <a:pt x="723" y="27"/>
                      <a:pt x="693" y="30"/>
                    </a:cubicBezTo>
                    <a:cubicBezTo>
                      <a:pt x="663" y="33"/>
                      <a:pt x="672" y="48"/>
                      <a:pt x="672" y="48"/>
                    </a:cubicBezTo>
                    <a:cubicBezTo>
                      <a:pt x="672" y="48"/>
                      <a:pt x="666" y="22"/>
                      <a:pt x="645" y="24"/>
                    </a:cubicBezTo>
                    <a:cubicBezTo>
                      <a:pt x="624" y="27"/>
                      <a:pt x="618" y="46"/>
                      <a:pt x="618" y="46"/>
                    </a:cubicBezTo>
                    <a:cubicBezTo>
                      <a:pt x="618" y="46"/>
                      <a:pt x="613" y="25"/>
                      <a:pt x="582" y="24"/>
                    </a:cubicBezTo>
                    <a:cubicBezTo>
                      <a:pt x="552" y="23"/>
                      <a:pt x="545" y="38"/>
                      <a:pt x="545" y="38"/>
                    </a:cubicBezTo>
                    <a:cubicBezTo>
                      <a:pt x="545" y="38"/>
                      <a:pt x="532" y="0"/>
                      <a:pt x="481" y="37"/>
                    </a:cubicBezTo>
                    <a:cubicBezTo>
                      <a:pt x="481" y="37"/>
                      <a:pt x="473" y="20"/>
                      <a:pt x="448" y="22"/>
                    </a:cubicBezTo>
                    <a:cubicBezTo>
                      <a:pt x="424" y="24"/>
                      <a:pt x="416" y="33"/>
                      <a:pt x="416" y="33"/>
                    </a:cubicBezTo>
                    <a:cubicBezTo>
                      <a:pt x="416" y="33"/>
                      <a:pt x="389" y="8"/>
                      <a:pt x="364" y="25"/>
                    </a:cubicBezTo>
                    <a:cubicBezTo>
                      <a:pt x="338" y="42"/>
                      <a:pt x="352" y="54"/>
                      <a:pt x="352" y="54"/>
                    </a:cubicBezTo>
                    <a:cubicBezTo>
                      <a:pt x="352" y="54"/>
                      <a:pt x="334" y="33"/>
                      <a:pt x="310" y="37"/>
                    </a:cubicBezTo>
                    <a:cubicBezTo>
                      <a:pt x="286" y="41"/>
                      <a:pt x="267" y="60"/>
                      <a:pt x="267" y="60"/>
                    </a:cubicBezTo>
                    <a:cubicBezTo>
                      <a:pt x="267" y="60"/>
                      <a:pt x="271" y="29"/>
                      <a:pt x="243" y="26"/>
                    </a:cubicBezTo>
                    <a:cubicBezTo>
                      <a:pt x="216" y="23"/>
                      <a:pt x="221" y="40"/>
                      <a:pt x="221" y="40"/>
                    </a:cubicBezTo>
                    <a:cubicBezTo>
                      <a:pt x="221" y="40"/>
                      <a:pt x="213" y="24"/>
                      <a:pt x="200" y="30"/>
                    </a:cubicBezTo>
                    <a:cubicBezTo>
                      <a:pt x="187" y="35"/>
                      <a:pt x="178" y="57"/>
                      <a:pt x="164" y="38"/>
                    </a:cubicBezTo>
                    <a:cubicBezTo>
                      <a:pt x="150" y="20"/>
                      <a:pt x="128" y="23"/>
                      <a:pt x="114" y="41"/>
                    </a:cubicBezTo>
                    <a:cubicBezTo>
                      <a:pt x="114" y="41"/>
                      <a:pt x="95" y="13"/>
                      <a:pt x="59" y="41"/>
                    </a:cubicBezTo>
                    <a:cubicBezTo>
                      <a:pt x="59" y="41"/>
                      <a:pt x="25" y="17"/>
                      <a:pt x="13" y="52"/>
                    </a:cubicBezTo>
                    <a:cubicBezTo>
                      <a:pt x="13" y="52"/>
                      <a:pt x="3" y="44"/>
                      <a:pt x="0" y="5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681">
                <a:extLst>
                  <a:ext uri="{FF2B5EF4-FFF2-40B4-BE49-F238E27FC236}">
                    <a16:creationId xmlns:a16="http://schemas.microsoft.com/office/drawing/2014/main" id="{0EEA8C55-44FF-449B-A316-1119705E2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826"/>
                <a:ext cx="58" cy="64"/>
              </a:xfrm>
              <a:custGeom>
                <a:avLst/>
                <a:gdLst>
                  <a:gd name="T0" fmla="*/ 436 w 35"/>
                  <a:gd name="T1" fmla="*/ 48 h 37"/>
                  <a:gd name="T2" fmla="*/ 113 w 35"/>
                  <a:gd name="T3" fmla="*/ 185 h 37"/>
                  <a:gd name="T4" fmla="*/ 0 w 35"/>
                  <a:gd name="T5" fmla="*/ 57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7">
                    <a:moveTo>
                      <a:pt x="35" y="3"/>
                    </a:moveTo>
                    <a:cubicBezTo>
                      <a:pt x="28" y="0"/>
                      <a:pt x="15" y="6"/>
                      <a:pt x="9" y="12"/>
                    </a:cubicBezTo>
                    <a:cubicBezTo>
                      <a:pt x="1" y="19"/>
                      <a:pt x="0" y="27"/>
                      <a:pt x="0" y="37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682">
                <a:extLst>
                  <a:ext uri="{FF2B5EF4-FFF2-40B4-BE49-F238E27FC236}">
                    <a16:creationId xmlns:a16="http://schemas.microsoft.com/office/drawing/2014/main" id="{ECFCE79D-0CEE-4AE2-AE46-9A143949B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826"/>
                <a:ext cx="43" cy="21"/>
              </a:xfrm>
              <a:custGeom>
                <a:avLst/>
                <a:gdLst>
                  <a:gd name="T0" fmla="*/ 321 w 26"/>
                  <a:gd name="T1" fmla="*/ 200 h 12"/>
                  <a:gd name="T2" fmla="*/ 0 w 2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2">
                    <a:moveTo>
                      <a:pt x="26" y="12"/>
                    </a:moveTo>
                    <a:cubicBezTo>
                      <a:pt x="20" y="2"/>
                      <a:pt x="1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683">
                <a:extLst>
                  <a:ext uri="{FF2B5EF4-FFF2-40B4-BE49-F238E27FC236}">
                    <a16:creationId xmlns:a16="http://schemas.microsoft.com/office/drawing/2014/main" id="{2DA3D125-D40B-4F60-B3EF-CF845EBEA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3724"/>
                <a:ext cx="16" cy="44"/>
              </a:xfrm>
              <a:custGeom>
                <a:avLst/>
                <a:gdLst>
                  <a:gd name="T0" fmla="*/ 42 w 10"/>
                  <a:gd name="T1" fmla="*/ 0 h 25"/>
                  <a:gd name="T2" fmla="*/ 0 w 10"/>
                  <a:gd name="T3" fmla="*/ 42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4" y="0"/>
                    </a:moveTo>
                    <a:cubicBezTo>
                      <a:pt x="6" y="8"/>
                      <a:pt x="10" y="22"/>
                      <a:pt x="0" y="25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684">
                <a:extLst>
                  <a:ext uri="{FF2B5EF4-FFF2-40B4-BE49-F238E27FC236}">
                    <a16:creationId xmlns:a16="http://schemas.microsoft.com/office/drawing/2014/main" id="{C9FD1785-A1FC-4AA7-BA35-F67D4CBDC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3737"/>
                <a:ext cx="11" cy="27"/>
              </a:xfrm>
              <a:custGeom>
                <a:avLst/>
                <a:gdLst>
                  <a:gd name="T0" fmla="*/ 66 w 7"/>
                  <a:gd name="T1" fmla="*/ 0 h 16"/>
                  <a:gd name="T2" fmla="*/ 55 w 7"/>
                  <a:gd name="T3" fmla="*/ 120 h 16"/>
                  <a:gd name="T4" fmla="*/ 0 w 7"/>
                  <a:gd name="T5" fmla="*/ 2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cubicBezTo>
                      <a:pt x="7" y="3"/>
                      <a:pt x="7" y="6"/>
                      <a:pt x="6" y="9"/>
                    </a:cubicBezTo>
                    <a:cubicBezTo>
                      <a:pt x="4" y="12"/>
                      <a:pt x="2" y="13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685">
                <a:extLst>
                  <a:ext uri="{FF2B5EF4-FFF2-40B4-BE49-F238E27FC236}">
                    <a16:creationId xmlns:a16="http://schemas.microsoft.com/office/drawing/2014/main" id="{4A0B130C-1F15-4436-8A40-44FFC530D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742"/>
                <a:ext cx="17" cy="15"/>
              </a:xfrm>
              <a:custGeom>
                <a:avLst/>
                <a:gdLst>
                  <a:gd name="T0" fmla="*/ 0 w 10"/>
                  <a:gd name="T1" fmla="*/ 0 h 9"/>
                  <a:gd name="T2" fmla="*/ 58 w 10"/>
                  <a:gd name="T3" fmla="*/ 78 h 9"/>
                  <a:gd name="T4" fmla="*/ 141 w 10"/>
                  <a:gd name="T5" fmla="*/ 1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2" y="1"/>
                      <a:pt x="2" y="4"/>
                      <a:pt x="4" y="6"/>
                    </a:cubicBezTo>
                    <a:cubicBezTo>
                      <a:pt x="6" y="7"/>
                      <a:pt x="8" y="9"/>
                      <a:pt x="10" y="9"/>
                    </a:cubicBezTo>
                  </a:path>
                </a:pathLst>
              </a:custGeom>
              <a:noFill/>
              <a:ln w="11113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686">
                <a:extLst>
                  <a:ext uri="{FF2B5EF4-FFF2-40B4-BE49-F238E27FC236}">
                    <a16:creationId xmlns:a16="http://schemas.microsoft.com/office/drawing/2014/main" id="{BB2E6062-9940-42DF-A309-110D34F84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031"/>
                <a:ext cx="1406" cy="442"/>
              </a:xfrm>
              <a:custGeom>
                <a:avLst/>
                <a:gdLst>
                  <a:gd name="T0" fmla="*/ 0 w 859"/>
                  <a:gd name="T1" fmla="*/ 3595 h 253"/>
                  <a:gd name="T2" fmla="*/ 0 w 859"/>
                  <a:gd name="T3" fmla="*/ 458 h 253"/>
                  <a:gd name="T4" fmla="*/ 758 w 859"/>
                  <a:gd name="T5" fmla="*/ 91 h 253"/>
                  <a:gd name="T6" fmla="*/ 9187 w 859"/>
                  <a:gd name="T7" fmla="*/ 241 h 253"/>
                  <a:gd name="T8" fmla="*/ 10089 w 859"/>
                  <a:gd name="T9" fmla="*/ 458 h 253"/>
                  <a:gd name="T10" fmla="*/ 10089 w 859"/>
                  <a:gd name="T11" fmla="*/ 2591 h 253"/>
                  <a:gd name="T12" fmla="*/ 9336 w 859"/>
                  <a:gd name="T13" fmla="*/ 3567 h 253"/>
                  <a:gd name="T14" fmla="*/ 7837 w 859"/>
                  <a:gd name="T15" fmla="*/ 2357 h 253"/>
                  <a:gd name="T16" fmla="*/ 6310 w 859"/>
                  <a:gd name="T17" fmla="*/ 3812 h 253"/>
                  <a:gd name="T18" fmla="*/ 5005 w 859"/>
                  <a:gd name="T19" fmla="*/ 2264 h 253"/>
                  <a:gd name="T20" fmla="*/ 3711 w 859"/>
                  <a:gd name="T21" fmla="*/ 3968 h 253"/>
                  <a:gd name="T22" fmla="*/ 2120 w 859"/>
                  <a:gd name="T23" fmla="*/ 2991 h 253"/>
                  <a:gd name="T24" fmla="*/ 758 w 859"/>
                  <a:gd name="T25" fmla="*/ 4069 h 253"/>
                  <a:gd name="T26" fmla="*/ 0 w 859"/>
                  <a:gd name="T27" fmla="*/ 3595 h 2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59" h="253">
                    <a:moveTo>
                      <a:pt x="0" y="221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48" y="30"/>
                      <a:pt x="65" y="6"/>
                    </a:cubicBezTo>
                    <a:cubicBezTo>
                      <a:pt x="83" y="0"/>
                      <a:pt x="767" y="23"/>
                      <a:pt x="782" y="15"/>
                    </a:cubicBezTo>
                    <a:cubicBezTo>
                      <a:pt x="797" y="29"/>
                      <a:pt x="859" y="28"/>
                      <a:pt x="859" y="28"/>
                    </a:cubicBezTo>
                    <a:cubicBezTo>
                      <a:pt x="859" y="159"/>
                      <a:pt x="859" y="159"/>
                      <a:pt x="859" y="159"/>
                    </a:cubicBezTo>
                    <a:cubicBezTo>
                      <a:pt x="859" y="159"/>
                      <a:pt x="830" y="219"/>
                      <a:pt x="795" y="219"/>
                    </a:cubicBezTo>
                    <a:cubicBezTo>
                      <a:pt x="759" y="219"/>
                      <a:pt x="724" y="145"/>
                      <a:pt x="667" y="145"/>
                    </a:cubicBezTo>
                    <a:cubicBezTo>
                      <a:pt x="611" y="145"/>
                      <a:pt x="606" y="234"/>
                      <a:pt x="537" y="234"/>
                    </a:cubicBezTo>
                    <a:cubicBezTo>
                      <a:pt x="468" y="234"/>
                      <a:pt x="483" y="139"/>
                      <a:pt x="426" y="139"/>
                    </a:cubicBezTo>
                    <a:cubicBezTo>
                      <a:pt x="368" y="139"/>
                      <a:pt x="409" y="244"/>
                      <a:pt x="316" y="244"/>
                    </a:cubicBezTo>
                    <a:cubicBezTo>
                      <a:pt x="224" y="244"/>
                      <a:pt x="237" y="181"/>
                      <a:pt x="180" y="184"/>
                    </a:cubicBezTo>
                    <a:cubicBezTo>
                      <a:pt x="138" y="186"/>
                      <a:pt x="146" y="246"/>
                      <a:pt x="65" y="250"/>
                    </a:cubicBezTo>
                    <a:cubicBezTo>
                      <a:pt x="13" y="253"/>
                      <a:pt x="0" y="221"/>
                      <a:pt x="0" y="22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687">
                <a:extLst>
                  <a:ext uri="{FF2B5EF4-FFF2-40B4-BE49-F238E27FC236}">
                    <a16:creationId xmlns:a16="http://schemas.microsoft.com/office/drawing/2014/main" id="{94A0243F-C1D7-491B-9003-9A47F35A0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490"/>
                <a:ext cx="1400" cy="86"/>
              </a:xfrm>
              <a:custGeom>
                <a:avLst/>
                <a:gdLst>
                  <a:gd name="T0" fmla="*/ 0 w 855"/>
                  <a:gd name="T1" fmla="*/ 237 h 49"/>
                  <a:gd name="T2" fmla="*/ 1128 w 855"/>
                  <a:gd name="T3" fmla="*/ 265 h 49"/>
                  <a:gd name="T4" fmla="*/ 2805 w 855"/>
                  <a:gd name="T5" fmla="*/ 151 h 49"/>
                  <a:gd name="T6" fmla="*/ 6792 w 855"/>
                  <a:gd name="T7" fmla="*/ 486 h 49"/>
                  <a:gd name="T8" fmla="*/ 9417 w 855"/>
                  <a:gd name="T9" fmla="*/ 616 h 49"/>
                  <a:gd name="T10" fmla="*/ 10062 w 855"/>
                  <a:gd name="T11" fmla="*/ 64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5" h="49">
                    <a:moveTo>
                      <a:pt x="0" y="14"/>
                    </a:moveTo>
                    <a:cubicBezTo>
                      <a:pt x="30" y="24"/>
                      <a:pt x="64" y="18"/>
                      <a:pt x="96" y="16"/>
                    </a:cubicBezTo>
                    <a:cubicBezTo>
                      <a:pt x="144" y="12"/>
                      <a:pt x="190" y="0"/>
                      <a:pt x="238" y="9"/>
                    </a:cubicBezTo>
                    <a:cubicBezTo>
                      <a:pt x="350" y="28"/>
                      <a:pt x="463" y="49"/>
                      <a:pt x="577" y="29"/>
                    </a:cubicBezTo>
                    <a:cubicBezTo>
                      <a:pt x="653" y="15"/>
                      <a:pt x="726" y="14"/>
                      <a:pt x="800" y="37"/>
                    </a:cubicBezTo>
                    <a:cubicBezTo>
                      <a:pt x="813" y="41"/>
                      <a:pt x="847" y="49"/>
                      <a:pt x="855" y="39"/>
                    </a:cubicBezTo>
                  </a:path>
                </a:pathLst>
              </a:custGeom>
              <a:noFill/>
              <a:ln w="11113" cap="rnd">
                <a:solidFill>
                  <a:srgbClr val="F9ED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688">
                <a:extLst>
                  <a:ext uri="{FF2B5EF4-FFF2-40B4-BE49-F238E27FC236}">
                    <a16:creationId xmlns:a16="http://schemas.microsoft.com/office/drawing/2014/main" id="{DCBD3911-17EC-4B3E-B324-ACD7F271D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3307"/>
                <a:ext cx="871" cy="225"/>
              </a:xfrm>
              <a:custGeom>
                <a:avLst/>
                <a:gdLst>
                  <a:gd name="T0" fmla="*/ 0 w 532"/>
                  <a:gd name="T1" fmla="*/ 2081 h 129"/>
                  <a:gd name="T2" fmla="*/ 517 w 532"/>
                  <a:gd name="T3" fmla="*/ 1713 h 129"/>
                  <a:gd name="T4" fmla="*/ 938 w 532"/>
                  <a:gd name="T5" fmla="*/ 743 h 129"/>
                  <a:gd name="T6" fmla="*/ 1991 w 532"/>
                  <a:gd name="T7" fmla="*/ 1369 h 129"/>
                  <a:gd name="T8" fmla="*/ 2844 w 532"/>
                  <a:gd name="T9" fmla="*/ 1627 h 129"/>
                  <a:gd name="T10" fmla="*/ 3744 w 532"/>
                  <a:gd name="T11" fmla="*/ 998 h 129"/>
                  <a:gd name="T12" fmla="*/ 4800 w 532"/>
                  <a:gd name="T13" fmla="*/ 1390 h 129"/>
                  <a:gd name="T14" fmla="*/ 5516 w 532"/>
                  <a:gd name="T15" fmla="*/ 1469 h 129"/>
                  <a:gd name="T16" fmla="*/ 6259 w 532"/>
                  <a:gd name="T17" fmla="*/ 822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2" h="129">
                    <a:moveTo>
                      <a:pt x="0" y="129"/>
                    </a:moveTo>
                    <a:cubicBezTo>
                      <a:pt x="16" y="127"/>
                      <a:pt x="34" y="114"/>
                      <a:pt x="44" y="106"/>
                    </a:cubicBezTo>
                    <a:cubicBezTo>
                      <a:pt x="62" y="90"/>
                      <a:pt x="67" y="65"/>
                      <a:pt x="80" y="46"/>
                    </a:cubicBezTo>
                    <a:cubicBezTo>
                      <a:pt x="110" y="0"/>
                      <a:pt x="145" y="62"/>
                      <a:pt x="169" y="85"/>
                    </a:cubicBezTo>
                    <a:cubicBezTo>
                      <a:pt x="188" y="103"/>
                      <a:pt x="217" y="109"/>
                      <a:pt x="242" y="101"/>
                    </a:cubicBezTo>
                    <a:cubicBezTo>
                      <a:pt x="269" y="93"/>
                      <a:pt x="289" y="61"/>
                      <a:pt x="318" y="62"/>
                    </a:cubicBezTo>
                    <a:cubicBezTo>
                      <a:pt x="349" y="62"/>
                      <a:pt x="378" y="81"/>
                      <a:pt x="408" y="86"/>
                    </a:cubicBezTo>
                    <a:cubicBezTo>
                      <a:pt x="428" y="90"/>
                      <a:pt x="449" y="92"/>
                      <a:pt x="469" y="91"/>
                    </a:cubicBezTo>
                    <a:cubicBezTo>
                      <a:pt x="490" y="89"/>
                      <a:pt x="531" y="75"/>
                      <a:pt x="532" y="51"/>
                    </a:cubicBezTo>
                  </a:path>
                </a:pathLst>
              </a:custGeom>
              <a:noFill/>
              <a:ln w="11113" cap="rnd">
                <a:solidFill>
                  <a:srgbClr val="F9ED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689">
                <a:extLst>
                  <a:ext uri="{FF2B5EF4-FFF2-40B4-BE49-F238E27FC236}">
                    <a16:creationId xmlns:a16="http://schemas.microsoft.com/office/drawing/2014/main" id="{6C1835D8-EAE3-46D0-89B1-47941F688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440"/>
                <a:ext cx="424" cy="101"/>
              </a:xfrm>
              <a:custGeom>
                <a:avLst/>
                <a:gdLst>
                  <a:gd name="T0" fmla="*/ 3045 w 259"/>
                  <a:gd name="T1" fmla="*/ 0 h 58"/>
                  <a:gd name="T2" fmla="*/ 2798 w 259"/>
                  <a:gd name="T3" fmla="*/ 212 h 58"/>
                  <a:gd name="T4" fmla="*/ 2343 w 259"/>
                  <a:gd name="T5" fmla="*/ 470 h 58"/>
                  <a:gd name="T6" fmla="*/ 1149 w 259"/>
                  <a:gd name="T7" fmla="*/ 582 h 58"/>
                  <a:gd name="T8" fmla="*/ 0 w 259"/>
                  <a:gd name="T9" fmla="*/ 92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58">
                    <a:moveTo>
                      <a:pt x="259" y="0"/>
                    </a:moveTo>
                    <a:cubicBezTo>
                      <a:pt x="254" y="6"/>
                      <a:pt x="244" y="9"/>
                      <a:pt x="238" y="13"/>
                    </a:cubicBezTo>
                    <a:cubicBezTo>
                      <a:pt x="226" y="20"/>
                      <a:pt x="213" y="26"/>
                      <a:pt x="199" y="29"/>
                    </a:cubicBezTo>
                    <a:cubicBezTo>
                      <a:pt x="166" y="36"/>
                      <a:pt x="131" y="36"/>
                      <a:pt x="98" y="36"/>
                    </a:cubicBezTo>
                    <a:cubicBezTo>
                      <a:pt x="63" y="36"/>
                      <a:pt x="27" y="43"/>
                      <a:pt x="0" y="58"/>
                    </a:cubicBezTo>
                  </a:path>
                </a:pathLst>
              </a:custGeom>
              <a:noFill/>
              <a:ln w="11113" cap="rnd">
                <a:solidFill>
                  <a:srgbClr val="F9ED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690">
                <a:extLst>
                  <a:ext uri="{FF2B5EF4-FFF2-40B4-BE49-F238E27FC236}">
                    <a16:creationId xmlns:a16="http://schemas.microsoft.com/office/drawing/2014/main" id="{0173DF33-4712-4C95-80F5-B907109BA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555"/>
                <a:ext cx="860" cy="115"/>
              </a:xfrm>
              <a:custGeom>
                <a:avLst/>
                <a:gdLst>
                  <a:gd name="T0" fmla="*/ 0 w 525"/>
                  <a:gd name="T1" fmla="*/ 1056 h 66"/>
                  <a:gd name="T2" fmla="*/ 475 w 525"/>
                  <a:gd name="T3" fmla="*/ 655 h 66"/>
                  <a:gd name="T4" fmla="*/ 1741 w 525"/>
                  <a:gd name="T5" fmla="*/ 450 h 66"/>
                  <a:gd name="T6" fmla="*/ 3147 w 525"/>
                  <a:gd name="T7" fmla="*/ 735 h 66"/>
                  <a:gd name="T8" fmla="*/ 4546 w 525"/>
                  <a:gd name="T9" fmla="*/ 819 h 66"/>
                  <a:gd name="T10" fmla="*/ 5697 w 525"/>
                  <a:gd name="T11" fmla="*/ 322 h 66"/>
                  <a:gd name="T12" fmla="*/ 6194 w 525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5" h="66">
                    <a:moveTo>
                      <a:pt x="0" y="66"/>
                    </a:moveTo>
                    <a:cubicBezTo>
                      <a:pt x="12" y="64"/>
                      <a:pt x="28" y="47"/>
                      <a:pt x="40" y="41"/>
                    </a:cubicBezTo>
                    <a:cubicBezTo>
                      <a:pt x="74" y="26"/>
                      <a:pt x="112" y="25"/>
                      <a:pt x="148" y="28"/>
                    </a:cubicBezTo>
                    <a:cubicBezTo>
                      <a:pt x="188" y="31"/>
                      <a:pt x="227" y="42"/>
                      <a:pt x="267" y="46"/>
                    </a:cubicBezTo>
                    <a:cubicBezTo>
                      <a:pt x="306" y="50"/>
                      <a:pt x="346" y="53"/>
                      <a:pt x="385" y="51"/>
                    </a:cubicBezTo>
                    <a:cubicBezTo>
                      <a:pt x="421" y="49"/>
                      <a:pt x="451" y="35"/>
                      <a:pt x="483" y="20"/>
                    </a:cubicBezTo>
                    <a:cubicBezTo>
                      <a:pt x="496" y="14"/>
                      <a:pt x="511" y="3"/>
                      <a:pt x="525" y="0"/>
                    </a:cubicBezTo>
                  </a:path>
                </a:pathLst>
              </a:custGeom>
              <a:noFill/>
              <a:ln w="11113" cap="rnd">
                <a:solidFill>
                  <a:srgbClr val="F9ED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Freeform 691">
                <a:extLst>
                  <a:ext uri="{FF2B5EF4-FFF2-40B4-BE49-F238E27FC236}">
                    <a16:creationId xmlns:a16="http://schemas.microsoft.com/office/drawing/2014/main" id="{4F2E4572-4314-4232-B5E2-D00F87E18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620"/>
                <a:ext cx="722" cy="41"/>
              </a:xfrm>
              <a:custGeom>
                <a:avLst/>
                <a:gdLst>
                  <a:gd name="T0" fmla="*/ 0 w 441"/>
                  <a:gd name="T1" fmla="*/ 128 h 24"/>
                  <a:gd name="T2" fmla="*/ 1216 w 441"/>
                  <a:gd name="T3" fmla="*/ 62 h 24"/>
                  <a:gd name="T4" fmla="*/ 2107 w 441"/>
                  <a:gd name="T5" fmla="*/ 106 h 24"/>
                  <a:gd name="T6" fmla="*/ 3155 w 441"/>
                  <a:gd name="T7" fmla="*/ 75 h 24"/>
                  <a:gd name="T8" fmla="*/ 4656 w 441"/>
                  <a:gd name="T9" fmla="*/ 265 h 24"/>
                  <a:gd name="T10" fmla="*/ 5187 w 441"/>
                  <a:gd name="T11" fmla="*/ 32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1" h="24">
                    <a:moveTo>
                      <a:pt x="0" y="9"/>
                    </a:moveTo>
                    <a:cubicBezTo>
                      <a:pt x="32" y="0"/>
                      <a:pt x="69" y="4"/>
                      <a:pt x="103" y="4"/>
                    </a:cubicBezTo>
                    <a:cubicBezTo>
                      <a:pt x="129" y="4"/>
                      <a:pt x="154" y="6"/>
                      <a:pt x="179" y="7"/>
                    </a:cubicBezTo>
                    <a:cubicBezTo>
                      <a:pt x="209" y="8"/>
                      <a:pt x="238" y="5"/>
                      <a:pt x="268" y="5"/>
                    </a:cubicBezTo>
                    <a:cubicBezTo>
                      <a:pt x="310" y="5"/>
                      <a:pt x="355" y="9"/>
                      <a:pt x="396" y="18"/>
                    </a:cubicBezTo>
                    <a:cubicBezTo>
                      <a:pt x="412" y="22"/>
                      <a:pt x="424" y="24"/>
                      <a:pt x="441" y="22"/>
                    </a:cubicBezTo>
                  </a:path>
                </a:pathLst>
              </a:custGeom>
              <a:noFill/>
              <a:ln w="11113" cap="rnd">
                <a:solidFill>
                  <a:srgbClr val="F9ED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5" name="Freeform 692">
                <a:extLst>
                  <a:ext uri="{FF2B5EF4-FFF2-40B4-BE49-F238E27FC236}">
                    <a16:creationId xmlns:a16="http://schemas.microsoft.com/office/drawing/2014/main" id="{07D0F802-FB94-4FBC-B844-710D2A95E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3373"/>
                <a:ext cx="228" cy="142"/>
              </a:xfrm>
              <a:custGeom>
                <a:avLst/>
                <a:gdLst>
                  <a:gd name="T0" fmla="*/ 1648 w 139"/>
                  <a:gd name="T1" fmla="*/ 1343 h 81"/>
                  <a:gd name="T2" fmla="*/ 0 w 139"/>
                  <a:gd name="T3" fmla="*/ 766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9" h="81">
                    <a:moveTo>
                      <a:pt x="139" y="81"/>
                    </a:moveTo>
                    <a:cubicBezTo>
                      <a:pt x="94" y="75"/>
                      <a:pt x="42" y="0"/>
                      <a:pt x="0" y="46"/>
                    </a:cubicBezTo>
                  </a:path>
                </a:pathLst>
              </a:custGeom>
              <a:noFill/>
              <a:ln w="11113" cap="rnd">
                <a:solidFill>
                  <a:srgbClr val="F9ED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6" name="Freeform 693">
                <a:extLst>
                  <a:ext uri="{FF2B5EF4-FFF2-40B4-BE49-F238E27FC236}">
                    <a16:creationId xmlns:a16="http://schemas.microsoft.com/office/drawing/2014/main" id="{23660303-66F3-4C76-9237-B5706F1EE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3232"/>
                <a:ext cx="234" cy="84"/>
              </a:xfrm>
              <a:custGeom>
                <a:avLst/>
                <a:gdLst>
                  <a:gd name="T0" fmla="*/ 1679 w 143"/>
                  <a:gd name="T1" fmla="*/ 0 h 48"/>
                  <a:gd name="T2" fmla="*/ 632 w 143"/>
                  <a:gd name="T3" fmla="*/ 677 h 48"/>
                  <a:gd name="T4" fmla="*/ 0 w 143"/>
                  <a:gd name="T5" fmla="*/ 26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48">
                    <a:moveTo>
                      <a:pt x="143" y="0"/>
                    </a:moveTo>
                    <a:cubicBezTo>
                      <a:pt x="117" y="20"/>
                      <a:pt x="90" y="48"/>
                      <a:pt x="54" y="41"/>
                    </a:cubicBezTo>
                    <a:cubicBezTo>
                      <a:pt x="35" y="37"/>
                      <a:pt x="20" y="18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7" name="Freeform 694">
                <a:extLst>
                  <a:ext uri="{FF2B5EF4-FFF2-40B4-BE49-F238E27FC236}">
                    <a16:creationId xmlns:a16="http://schemas.microsoft.com/office/drawing/2014/main" id="{04994AC1-E411-47D8-8366-830426ADF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256"/>
                <a:ext cx="252" cy="109"/>
              </a:xfrm>
              <a:custGeom>
                <a:avLst/>
                <a:gdLst>
                  <a:gd name="T0" fmla="*/ 0 w 154"/>
                  <a:gd name="T1" fmla="*/ 0 h 62"/>
                  <a:gd name="T2" fmla="*/ 1018 w 154"/>
                  <a:gd name="T3" fmla="*/ 909 h 62"/>
                  <a:gd name="T4" fmla="*/ 1805 w 154"/>
                  <a:gd name="T5" fmla="*/ 179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62">
                    <a:moveTo>
                      <a:pt x="0" y="0"/>
                    </a:moveTo>
                    <a:cubicBezTo>
                      <a:pt x="22" y="23"/>
                      <a:pt x="51" y="62"/>
                      <a:pt x="87" y="54"/>
                    </a:cubicBezTo>
                    <a:cubicBezTo>
                      <a:pt x="112" y="48"/>
                      <a:pt x="133" y="24"/>
                      <a:pt x="154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8" name="Freeform 695">
                <a:extLst>
                  <a:ext uri="{FF2B5EF4-FFF2-40B4-BE49-F238E27FC236}">
                    <a16:creationId xmlns:a16="http://schemas.microsoft.com/office/drawing/2014/main" id="{586FE488-C49C-443B-BCDA-039A2FADE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279"/>
                <a:ext cx="285" cy="101"/>
              </a:xfrm>
              <a:custGeom>
                <a:avLst/>
                <a:gdLst>
                  <a:gd name="T0" fmla="*/ 2052 w 174"/>
                  <a:gd name="T1" fmla="*/ 0 h 58"/>
                  <a:gd name="T2" fmla="*/ 1900 w 174"/>
                  <a:gd name="T3" fmla="*/ 369 h 58"/>
                  <a:gd name="T4" fmla="*/ 1556 w 174"/>
                  <a:gd name="T5" fmla="*/ 770 h 58"/>
                  <a:gd name="T6" fmla="*/ 1014 w 174"/>
                  <a:gd name="T7" fmla="*/ 904 h 58"/>
                  <a:gd name="T8" fmla="*/ 0 w 174"/>
                  <a:gd name="T9" fmla="*/ 33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58">
                    <a:moveTo>
                      <a:pt x="174" y="0"/>
                    </a:moveTo>
                    <a:cubicBezTo>
                      <a:pt x="169" y="2"/>
                      <a:pt x="164" y="17"/>
                      <a:pt x="161" y="23"/>
                    </a:cubicBezTo>
                    <a:cubicBezTo>
                      <a:pt x="153" y="34"/>
                      <a:pt x="144" y="42"/>
                      <a:pt x="132" y="48"/>
                    </a:cubicBezTo>
                    <a:cubicBezTo>
                      <a:pt x="118" y="56"/>
                      <a:pt x="102" y="58"/>
                      <a:pt x="86" y="56"/>
                    </a:cubicBezTo>
                    <a:cubicBezTo>
                      <a:pt x="56" y="51"/>
                      <a:pt x="24" y="36"/>
                      <a:pt x="0" y="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9" name="Freeform 696">
                <a:extLst>
                  <a:ext uri="{FF2B5EF4-FFF2-40B4-BE49-F238E27FC236}">
                    <a16:creationId xmlns:a16="http://schemas.microsoft.com/office/drawing/2014/main" id="{DC828930-B31F-4A8E-AC9A-210448E36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249"/>
                <a:ext cx="218" cy="98"/>
              </a:xfrm>
              <a:custGeom>
                <a:avLst/>
                <a:gdLst>
                  <a:gd name="T0" fmla="*/ 0 w 133"/>
                  <a:gd name="T1" fmla="*/ 677 h 56"/>
                  <a:gd name="T2" fmla="*/ 867 w 133"/>
                  <a:gd name="T3" fmla="*/ 301 h 56"/>
                  <a:gd name="T4" fmla="*/ 1572 w 133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56">
                    <a:moveTo>
                      <a:pt x="0" y="41"/>
                    </a:moveTo>
                    <a:cubicBezTo>
                      <a:pt x="25" y="56"/>
                      <a:pt x="53" y="29"/>
                      <a:pt x="73" y="18"/>
                    </a:cubicBezTo>
                    <a:cubicBezTo>
                      <a:pt x="92" y="7"/>
                      <a:pt x="111" y="0"/>
                      <a:pt x="13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0" name="Freeform 697">
                <a:extLst>
                  <a:ext uri="{FF2B5EF4-FFF2-40B4-BE49-F238E27FC236}">
                    <a16:creationId xmlns:a16="http://schemas.microsoft.com/office/drawing/2014/main" id="{B374CC3D-14A2-412C-BC50-1512BC2BD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3237"/>
                <a:ext cx="189" cy="45"/>
              </a:xfrm>
              <a:custGeom>
                <a:avLst/>
                <a:gdLst>
                  <a:gd name="T0" fmla="*/ 0 w 115"/>
                  <a:gd name="T1" fmla="*/ 357 h 26"/>
                  <a:gd name="T2" fmla="*/ 421 w 115"/>
                  <a:gd name="T3" fmla="*/ 249 h 26"/>
                  <a:gd name="T4" fmla="*/ 815 w 115"/>
                  <a:gd name="T5" fmla="*/ 87 h 26"/>
                  <a:gd name="T6" fmla="*/ 1381 w 115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26">
                    <a:moveTo>
                      <a:pt x="0" y="23"/>
                    </a:moveTo>
                    <a:cubicBezTo>
                      <a:pt x="11" y="26"/>
                      <a:pt x="25" y="19"/>
                      <a:pt x="35" y="16"/>
                    </a:cubicBezTo>
                    <a:cubicBezTo>
                      <a:pt x="46" y="13"/>
                      <a:pt x="57" y="9"/>
                      <a:pt x="68" y="6"/>
                    </a:cubicBezTo>
                    <a:cubicBezTo>
                      <a:pt x="75" y="5"/>
                      <a:pt x="114" y="1"/>
                      <a:pt x="11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1" name="Freeform 698">
                <a:extLst>
                  <a:ext uri="{FF2B5EF4-FFF2-40B4-BE49-F238E27FC236}">
                    <a16:creationId xmlns:a16="http://schemas.microsoft.com/office/drawing/2014/main" id="{975699E0-0B0C-4351-BEE1-D89F24369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3240"/>
                <a:ext cx="209" cy="48"/>
              </a:xfrm>
              <a:custGeom>
                <a:avLst/>
                <a:gdLst>
                  <a:gd name="T0" fmla="*/ 1484 w 128"/>
                  <a:gd name="T1" fmla="*/ 281 h 27"/>
                  <a:gd name="T2" fmla="*/ 591 w 128"/>
                  <a:gd name="T3" fmla="*/ 203 h 27"/>
                  <a:gd name="T4" fmla="*/ 0 w 128"/>
                  <a:gd name="T5" fmla="*/ 6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27">
                    <a:moveTo>
                      <a:pt x="128" y="16"/>
                    </a:moveTo>
                    <a:cubicBezTo>
                      <a:pt x="103" y="27"/>
                      <a:pt x="71" y="20"/>
                      <a:pt x="51" y="11"/>
                    </a:cubicBezTo>
                    <a:cubicBezTo>
                      <a:pt x="38" y="6"/>
                      <a:pt x="12" y="0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2" name="Freeform 699">
                <a:extLst>
                  <a:ext uri="{FF2B5EF4-FFF2-40B4-BE49-F238E27FC236}">
                    <a16:creationId xmlns:a16="http://schemas.microsoft.com/office/drawing/2014/main" id="{258C2440-3709-418E-85EE-1FECA9BF1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3279"/>
                <a:ext cx="217" cy="77"/>
              </a:xfrm>
              <a:custGeom>
                <a:avLst/>
                <a:gdLst>
                  <a:gd name="T0" fmla="*/ 1539 w 133"/>
                  <a:gd name="T1" fmla="*/ 0 h 44"/>
                  <a:gd name="T2" fmla="*/ 1113 w 133"/>
                  <a:gd name="T3" fmla="*/ 236 h 44"/>
                  <a:gd name="T4" fmla="*/ 716 w 133"/>
                  <a:gd name="T5" fmla="*/ 564 h 44"/>
                  <a:gd name="T6" fmla="*/ 0 w 133"/>
                  <a:gd name="T7" fmla="*/ 69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44">
                    <a:moveTo>
                      <a:pt x="133" y="0"/>
                    </a:moveTo>
                    <a:cubicBezTo>
                      <a:pt x="124" y="8"/>
                      <a:pt x="107" y="9"/>
                      <a:pt x="96" y="14"/>
                    </a:cubicBezTo>
                    <a:cubicBezTo>
                      <a:pt x="85" y="20"/>
                      <a:pt x="74" y="29"/>
                      <a:pt x="62" y="34"/>
                    </a:cubicBezTo>
                    <a:cubicBezTo>
                      <a:pt x="42" y="44"/>
                      <a:pt x="22" y="44"/>
                      <a:pt x="0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3" name="Freeform 700">
                <a:extLst>
                  <a:ext uri="{FF2B5EF4-FFF2-40B4-BE49-F238E27FC236}">
                    <a16:creationId xmlns:a16="http://schemas.microsoft.com/office/drawing/2014/main" id="{F109186D-549F-4DFE-B866-C507A415E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331"/>
                <a:ext cx="221" cy="65"/>
              </a:xfrm>
              <a:custGeom>
                <a:avLst/>
                <a:gdLst>
                  <a:gd name="T0" fmla="*/ 1590 w 135"/>
                  <a:gd name="T1" fmla="*/ 0 h 37"/>
                  <a:gd name="T2" fmla="*/ 1238 w 135"/>
                  <a:gd name="T3" fmla="*/ 286 h 37"/>
                  <a:gd name="T4" fmla="*/ 742 w 135"/>
                  <a:gd name="T5" fmla="*/ 502 h 37"/>
                  <a:gd name="T6" fmla="*/ 0 w 135"/>
                  <a:gd name="T7" fmla="*/ 488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37">
                    <a:moveTo>
                      <a:pt x="135" y="0"/>
                    </a:moveTo>
                    <a:cubicBezTo>
                      <a:pt x="124" y="0"/>
                      <a:pt x="114" y="12"/>
                      <a:pt x="105" y="17"/>
                    </a:cubicBezTo>
                    <a:cubicBezTo>
                      <a:pt x="92" y="24"/>
                      <a:pt x="78" y="28"/>
                      <a:pt x="63" y="30"/>
                    </a:cubicBezTo>
                    <a:cubicBezTo>
                      <a:pt x="44" y="32"/>
                      <a:pt x="17" y="37"/>
                      <a:pt x="0" y="2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4" name="Freeform 701">
                <a:extLst>
                  <a:ext uri="{FF2B5EF4-FFF2-40B4-BE49-F238E27FC236}">
                    <a16:creationId xmlns:a16="http://schemas.microsoft.com/office/drawing/2014/main" id="{D3A91A18-B928-4BD5-B9CB-EF7A097B3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333"/>
                <a:ext cx="183" cy="35"/>
              </a:xfrm>
              <a:custGeom>
                <a:avLst/>
                <a:gdLst>
                  <a:gd name="T0" fmla="*/ 1306 w 112"/>
                  <a:gd name="T1" fmla="*/ 264 h 20"/>
                  <a:gd name="T2" fmla="*/ 969 w 112"/>
                  <a:gd name="T3" fmla="*/ 313 h 20"/>
                  <a:gd name="T4" fmla="*/ 536 w 112"/>
                  <a:gd name="T5" fmla="*/ 172 h 20"/>
                  <a:gd name="T6" fmla="*/ 150 w 112"/>
                  <a:gd name="T7" fmla="*/ 37 h 20"/>
                  <a:gd name="T8" fmla="*/ 0 w 112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20">
                    <a:moveTo>
                      <a:pt x="112" y="16"/>
                    </a:moveTo>
                    <a:cubicBezTo>
                      <a:pt x="103" y="18"/>
                      <a:pt x="93" y="20"/>
                      <a:pt x="83" y="19"/>
                    </a:cubicBezTo>
                    <a:cubicBezTo>
                      <a:pt x="70" y="19"/>
                      <a:pt x="58" y="13"/>
                      <a:pt x="46" y="10"/>
                    </a:cubicBezTo>
                    <a:cubicBezTo>
                      <a:pt x="35" y="6"/>
                      <a:pt x="24" y="3"/>
                      <a:pt x="13" y="2"/>
                    </a:cubicBezTo>
                    <a:cubicBezTo>
                      <a:pt x="9" y="1"/>
                      <a:pt x="3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5" name="Freeform 702">
                <a:extLst>
                  <a:ext uri="{FF2B5EF4-FFF2-40B4-BE49-F238E27FC236}">
                    <a16:creationId xmlns:a16="http://schemas.microsoft.com/office/drawing/2014/main" id="{02DEA76A-5B2D-4B10-9EEC-185863784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288"/>
                <a:ext cx="290" cy="22"/>
              </a:xfrm>
              <a:custGeom>
                <a:avLst/>
                <a:gdLst>
                  <a:gd name="T0" fmla="*/ 2089 w 177"/>
                  <a:gd name="T1" fmla="*/ 83 h 13"/>
                  <a:gd name="T2" fmla="*/ 2010 w 177"/>
                  <a:gd name="T3" fmla="*/ 83 h 13"/>
                  <a:gd name="T4" fmla="*/ 1830 w 177"/>
                  <a:gd name="T5" fmla="*/ 58 h 13"/>
                  <a:gd name="T6" fmla="*/ 1442 w 177"/>
                  <a:gd name="T7" fmla="*/ 98 h 13"/>
                  <a:gd name="T8" fmla="*/ 590 w 177"/>
                  <a:gd name="T9" fmla="*/ 140 h 13"/>
                  <a:gd name="T10" fmla="*/ 0 w 177"/>
                  <a:gd name="T11" fmla="*/ 14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7" h="13">
                    <a:moveTo>
                      <a:pt x="177" y="6"/>
                    </a:moveTo>
                    <a:cubicBezTo>
                      <a:pt x="175" y="5"/>
                      <a:pt x="173" y="6"/>
                      <a:pt x="170" y="6"/>
                    </a:cubicBezTo>
                    <a:cubicBezTo>
                      <a:pt x="165" y="5"/>
                      <a:pt x="160" y="4"/>
                      <a:pt x="155" y="4"/>
                    </a:cubicBezTo>
                    <a:cubicBezTo>
                      <a:pt x="144" y="4"/>
                      <a:pt x="133" y="6"/>
                      <a:pt x="122" y="7"/>
                    </a:cubicBezTo>
                    <a:cubicBezTo>
                      <a:pt x="98" y="11"/>
                      <a:pt x="74" y="13"/>
                      <a:pt x="50" y="10"/>
                    </a:cubicBezTo>
                    <a:cubicBezTo>
                      <a:pt x="34" y="8"/>
                      <a:pt x="15" y="0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6" name="Freeform 703">
                <a:extLst>
                  <a:ext uri="{FF2B5EF4-FFF2-40B4-BE49-F238E27FC236}">
                    <a16:creationId xmlns:a16="http://schemas.microsoft.com/office/drawing/2014/main" id="{28AA354E-85DF-4DD4-A5C5-3AF9876B5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303"/>
                <a:ext cx="251" cy="35"/>
              </a:xfrm>
              <a:custGeom>
                <a:avLst/>
                <a:gdLst>
                  <a:gd name="T0" fmla="*/ 1819 w 153"/>
                  <a:gd name="T1" fmla="*/ 37 h 20"/>
                  <a:gd name="T2" fmla="*/ 1629 w 153"/>
                  <a:gd name="T3" fmla="*/ 21 h 20"/>
                  <a:gd name="T4" fmla="*/ 1281 w 153"/>
                  <a:gd name="T5" fmla="*/ 37 h 20"/>
                  <a:gd name="T6" fmla="*/ 984 w 153"/>
                  <a:gd name="T7" fmla="*/ 151 h 20"/>
                  <a:gd name="T8" fmla="*/ 609 w 153"/>
                  <a:gd name="T9" fmla="*/ 285 h 20"/>
                  <a:gd name="T10" fmla="*/ 0 w 153"/>
                  <a:gd name="T11" fmla="*/ 31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20">
                    <a:moveTo>
                      <a:pt x="153" y="2"/>
                    </a:moveTo>
                    <a:cubicBezTo>
                      <a:pt x="147" y="0"/>
                      <a:pt x="142" y="1"/>
                      <a:pt x="137" y="1"/>
                    </a:cubicBezTo>
                    <a:cubicBezTo>
                      <a:pt x="128" y="1"/>
                      <a:pt x="117" y="1"/>
                      <a:pt x="108" y="2"/>
                    </a:cubicBezTo>
                    <a:cubicBezTo>
                      <a:pt x="99" y="3"/>
                      <a:pt x="91" y="7"/>
                      <a:pt x="83" y="9"/>
                    </a:cubicBezTo>
                    <a:cubicBezTo>
                      <a:pt x="73" y="12"/>
                      <a:pt x="62" y="14"/>
                      <a:pt x="51" y="17"/>
                    </a:cubicBezTo>
                    <a:cubicBezTo>
                      <a:pt x="34" y="20"/>
                      <a:pt x="17" y="19"/>
                      <a:pt x="0" y="1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7" name="Freeform 704">
                <a:extLst>
                  <a:ext uri="{FF2B5EF4-FFF2-40B4-BE49-F238E27FC236}">
                    <a16:creationId xmlns:a16="http://schemas.microsoft.com/office/drawing/2014/main" id="{E10D04C8-CC4C-4E6C-AD75-8F1445785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3211"/>
                <a:ext cx="267" cy="35"/>
              </a:xfrm>
              <a:custGeom>
                <a:avLst/>
                <a:gdLst>
                  <a:gd name="T0" fmla="*/ 0 w 163"/>
                  <a:gd name="T1" fmla="*/ 249 h 20"/>
                  <a:gd name="T2" fmla="*/ 211 w 163"/>
                  <a:gd name="T3" fmla="*/ 65 h 20"/>
                  <a:gd name="T4" fmla="*/ 588 w 163"/>
                  <a:gd name="T5" fmla="*/ 0 h 20"/>
                  <a:gd name="T6" fmla="*/ 1404 w 163"/>
                  <a:gd name="T7" fmla="*/ 179 h 20"/>
                  <a:gd name="T8" fmla="*/ 1921 w 163"/>
                  <a:gd name="T9" fmla="*/ 32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20">
                    <a:moveTo>
                      <a:pt x="0" y="15"/>
                    </a:moveTo>
                    <a:cubicBezTo>
                      <a:pt x="6" y="12"/>
                      <a:pt x="12" y="7"/>
                      <a:pt x="18" y="4"/>
                    </a:cubicBezTo>
                    <a:cubicBezTo>
                      <a:pt x="28" y="0"/>
                      <a:pt x="40" y="0"/>
                      <a:pt x="50" y="0"/>
                    </a:cubicBezTo>
                    <a:cubicBezTo>
                      <a:pt x="73" y="0"/>
                      <a:pt x="98" y="5"/>
                      <a:pt x="119" y="11"/>
                    </a:cubicBezTo>
                    <a:cubicBezTo>
                      <a:pt x="133" y="14"/>
                      <a:pt x="149" y="17"/>
                      <a:pt x="163" y="2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8" name="Freeform 705">
                <a:extLst>
                  <a:ext uri="{FF2B5EF4-FFF2-40B4-BE49-F238E27FC236}">
                    <a16:creationId xmlns:a16="http://schemas.microsoft.com/office/drawing/2014/main" id="{115EAA57-77F5-4238-8670-F7B750457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3235"/>
                <a:ext cx="262" cy="72"/>
              </a:xfrm>
              <a:custGeom>
                <a:avLst/>
                <a:gdLst>
                  <a:gd name="T0" fmla="*/ 1883 w 160"/>
                  <a:gd name="T1" fmla="*/ 0 h 41"/>
                  <a:gd name="T2" fmla="*/ 1775 w 160"/>
                  <a:gd name="T3" fmla="*/ 65 h 41"/>
                  <a:gd name="T4" fmla="*/ 1459 w 160"/>
                  <a:gd name="T5" fmla="*/ 102 h 41"/>
                  <a:gd name="T6" fmla="*/ 668 w 160"/>
                  <a:gd name="T7" fmla="*/ 179 h 41"/>
                  <a:gd name="T8" fmla="*/ 201 w 160"/>
                  <a:gd name="T9" fmla="*/ 530 h 41"/>
                  <a:gd name="T10" fmla="*/ 0 w 160"/>
                  <a:gd name="T11" fmla="*/ 68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41">
                    <a:moveTo>
                      <a:pt x="160" y="0"/>
                    </a:moveTo>
                    <a:cubicBezTo>
                      <a:pt x="157" y="1"/>
                      <a:pt x="154" y="3"/>
                      <a:pt x="151" y="4"/>
                    </a:cubicBezTo>
                    <a:cubicBezTo>
                      <a:pt x="142" y="7"/>
                      <a:pt x="133" y="7"/>
                      <a:pt x="124" y="6"/>
                    </a:cubicBezTo>
                    <a:cubicBezTo>
                      <a:pt x="101" y="3"/>
                      <a:pt x="79" y="3"/>
                      <a:pt x="57" y="11"/>
                    </a:cubicBezTo>
                    <a:cubicBezTo>
                      <a:pt x="43" y="16"/>
                      <a:pt x="29" y="24"/>
                      <a:pt x="17" y="32"/>
                    </a:cubicBezTo>
                    <a:cubicBezTo>
                      <a:pt x="13" y="36"/>
                      <a:pt x="6" y="41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9" name="Freeform 706">
                <a:extLst>
                  <a:ext uri="{FF2B5EF4-FFF2-40B4-BE49-F238E27FC236}">
                    <a16:creationId xmlns:a16="http://schemas.microsoft.com/office/drawing/2014/main" id="{C61C1779-D345-47E3-8745-D13CBBCDB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270"/>
                <a:ext cx="222" cy="35"/>
              </a:xfrm>
              <a:custGeom>
                <a:avLst/>
                <a:gdLst>
                  <a:gd name="T0" fmla="*/ 1575 w 136"/>
                  <a:gd name="T1" fmla="*/ 327 h 20"/>
                  <a:gd name="T2" fmla="*/ 1391 w 136"/>
                  <a:gd name="T3" fmla="*/ 301 h 20"/>
                  <a:gd name="T4" fmla="*/ 1087 w 136"/>
                  <a:gd name="T5" fmla="*/ 200 h 20"/>
                  <a:gd name="T6" fmla="*/ 552 w 136"/>
                  <a:gd name="T7" fmla="*/ 49 h 20"/>
                  <a:gd name="T8" fmla="*/ 165 w 136"/>
                  <a:gd name="T9" fmla="*/ 21 h 20"/>
                  <a:gd name="T10" fmla="*/ 0 w 136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6" h="20">
                    <a:moveTo>
                      <a:pt x="136" y="20"/>
                    </a:moveTo>
                    <a:cubicBezTo>
                      <a:pt x="131" y="18"/>
                      <a:pt x="125" y="19"/>
                      <a:pt x="120" y="18"/>
                    </a:cubicBezTo>
                    <a:cubicBezTo>
                      <a:pt x="112" y="16"/>
                      <a:pt x="102" y="14"/>
                      <a:pt x="94" y="12"/>
                    </a:cubicBezTo>
                    <a:cubicBezTo>
                      <a:pt x="79" y="8"/>
                      <a:pt x="63" y="5"/>
                      <a:pt x="48" y="3"/>
                    </a:cubicBezTo>
                    <a:cubicBezTo>
                      <a:pt x="37" y="1"/>
                      <a:pt x="26" y="2"/>
                      <a:pt x="14" y="1"/>
                    </a:cubicBezTo>
                    <a:cubicBezTo>
                      <a:pt x="9" y="1"/>
                      <a:pt x="4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0" name="Freeform 707">
                <a:extLst>
                  <a:ext uri="{FF2B5EF4-FFF2-40B4-BE49-F238E27FC236}">
                    <a16:creationId xmlns:a16="http://schemas.microsoft.com/office/drawing/2014/main" id="{C1966A6D-9FFA-418B-A74E-96CF5BEE0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3247"/>
                <a:ext cx="375" cy="34"/>
              </a:xfrm>
              <a:custGeom>
                <a:avLst/>
                <a:gdLst>
                  <a:gd name="T0" fmla="*/ 2695 w 229"/>
                  <a:gd name="T1" fmla="*/ 73 h 19"/>
                  <a:gd name="T2" fmla="*/ 2617 w 229"/>
                  <a:gd name="T3" fmla="*/ 115 h 19"/>
                  <a:gd name="T4" fmla="*/ 2438 w 229"/>
                  <a:gd name="T5" fmla="*/ 115 h 19"/>
                  <a:gd name="T6" fmla="*/ 1906 w 229"/>
                  <a:gd name="T7" fmla="*/ 52 h 19"/>
                  <a:gd name="T8" fmla="*/ 1400 w 229"/>
                  <a:gd name="T9" fmla="*/ 0 h 19"/>
                  <a:gd name="T10" fmla="*/ 922 w 229"/>
                  <a:gd name="T11" fmla="*/ 73 h 19"/>
                  <a:gd name="T12" fmla="*/ 144 w 229"/>
                  <a:gd name="T13" fmla="*/ 327 h 19"/>
                  <a:gd name="T14" fmla="*/ 0 w 229"/>
                  <a:gd name="T15" fmla="*/ 349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9" h="19">
                    <a:moveTo>
                      <a:pt x="229" y="4"/>
                    </a:moveTo>
                    <a:cubicBezTo>
                      <a:pt x="226" y="4"/>
                      <a:pt x="224" y="5"/>
                      <a:pt x="222" y="6"/>
                    </a:cubicBezTo>
                    <a:cubicBezTo>
                      <a:pt x="217" y="7"/>
                      <a:pt x="212" y="7"/>
                      <a:pt x="207" y="6"/>
                    </a:cubicBezTo>
                    <a:cubicBezTo>
                      <a:pt x="192" y="6"/>
                      <a:pt x="177" y="6"/>
                      <a:pt x="162" y="3"/>
                    </a:cubicBezTo>
                    <a:cubicBezTo>
                      <a:pt x="148" y="1"/>
                      <a:pt x="133" y="1"/>
                      <a:pt x="119" y="0"/>
                    </a:cubicBezTo>
                    <a:cubicBezTo>
                      <a:pt x="105" y="0"/>
                      <a:pt x="91" y="1"/>
                      <a:pt x="78" y="4"/>
                    </a:cubicBezTo>
                    <a:cubicBezTo>
                      <a:pt x="56" y="9"/>
                      <a:pt x="35" y="17"/>
                      <a:pt x="12" y="18"/>
                    </a:cubicBezTo>
                    <a:cubicBezTo>
                      <a:pt x="8" y="18"/>
                      <a:pt x="4" y="19"/>
                      <a:pt x="0" y="1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1" name="Freeform 708">
                <a:extLst>
                  <a:ext uri="{FF2B5EF4-FFF2-40B4-BE49-F238E27FC236}">
                    <a16:creationId xmlns:a16="http://schemas.microsoft.com/office/drawing/2014/main" id="{0D9C355F-54EE-4D44-8ADE-529369A88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3207"/>
                <a:ext cx="316" cy="42"/>
              </a:xfrm>
              <a:custGeom>
                <a:avLst/>
                <a:gdLst>
                  <a:gd name="T0" fmla="*/ 2268 w 193"/>
                  <a:gd name="T1" fmla="*/ 49 h 24"/>
                  <a:gd name="T2" fmla="*/ 1695 w 193"/>
                  <a:gd name="T3" fmla="*/ 21 h 24"/>
                  <a:gd name="T4" fmla="*/ 1018 w 193"/>
                  <a:gd name="T5" fmla="*/ 215 h 24"/>
                  <a:gd name="T6" fmla="*/ 188 w 193"/>
                  <a:gd name="T7" fmla="*/ 364 h 24"/>
                  <a:gd name="T8" fmla="*/ 0 w 193"/>
                  <a:gd name="T9" fmla="*/ 39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3" h="24">
                    <a:moveTo>
                      <a:pt x="193" y="3"/>
                    </a:moveTo>
                    <a:cubicBezTo>
                      <a:pt x="177" y="2"/>
                      <a:pt x="161" y="0"/>
                      <a:pt x="144" y="1"/>
                    </a:cubicBezTo>
                    <a:cubicBezTo>
                      <a:pt x="124" y="1"/>
                      <a:pt x="106" y="9"/>
                      <a:pt x="87" y="13"/>
                    </a:cubicBezTo>
                    <a:cubicBezTo>
                      <a:pt x="63" y="18"/>
                      <a:pt x="40" y="20"/>
                      <a:pt x="16" y="22"/>
                    </a:cubicBezTo>
                    <a:cubicBezTo>
                      <a:pt x="12" y="23"/>
                      <a:pt x="5" y="22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2" name="Freeform 709">
                <a:extLst>
                  <a:ext uri="{FF2B5EF4-FFF2-40B4-BE49-F238E27FC236}">
                    <a16:creationId xmlns:a16="http://schemas.microsoft.com/office/drawing/2014/main" id="{A4401F6A-66A8-49D7-A80F-9B3792667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190"/>
                <a:ext cx="208" cy="28"/>
              </a:xfrm>
              <a:custGeom>
                <a:avLst/>
                <a:gdLst>
                  <a:gd name="T0" fmla="*/ 0 w 127"/>
                  <a:gd name="T1" fmla="*/ 236 h 16"/>
                  <a:gd name="T2" fmla="*/ 518 w 127"/>
                  <a:gd name="T3" fmla="*/ 151 h 16"/>
                  <a:gd name="T4" fmla="*/ 1122 w 127"/>
                  <a:gd name="T5" fmla="*/ 21 h 16"/>
                  <a:gd name="T6" fmla="*/ 1351 w 127"/>
                  <a:gd name="T7" fmla="*/ 21 h 16"/>
                  <a:gd name="T8" fmla="*/ 1497 w 127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16">
                    <a:moveTo>
                      <a:pt x="0" y="14"/>
                    </a:moveTo>
                    <a:cubicBezTo>
                      <a:pt x="14" y="16"/>
                      <a:pt x="30" y="12"/>
                      <a:pt x="44" y="9"/>
                    </a:cubicBezTo>
                    <a:cubicBezTo>
                      <a:pt x="61" y="6"/>
                      <a:pt x="78" y="2"/>
                      <a:pt x="95" y="1"/>
                    </a:cubicBezTo>
                    <a:cubicBezTo>
                      <a:pt x="101" y="0"/>
                      <a:pt x="108" y="1"/>
                      <a:pt x="115" y="1"/>
                    </a:cubicBezTo>
                    <a:cubicBezTo>
                      <a:pt x="119" y="2"/>
                      <a:pt x="123" y="2"/>
                      <a:pt x="127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3" name="Freeform 710">
                <a:extLst>
                  <a:ext uri="{FF2B5EF4-FFF2-40B4-BE49-F238E27FC236}">
                    <a16:creationId xmlns:a16="http://schemas.microsoft.com/office/drawing/2014/main" id="{6AB9B554-4318-40B4-BBB9-A8E68F963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204"/>
                <a:ext cx="346" cy="30"/>
              </a:xfrm>
              <a:custGeom>
                <a:avLst/>
                <a:gdLst>
                  <a:gd name="T0" fmla="*/ 2501 w 211"/>
                  <a:gd name="T1" fmla="*/ 86 h 17"/>
                  <a:gd name="T2" fmla="*/ 2261 w 211"/>
                  <a:gd name="T3" fmla="*/ 86 h 17"/>
                  <a:gd name="T4" fmla="*/ 1874 w 211"/>
                  <a:gd name="T5" fmla="*/ 49 h 17"/>
                  <a:gd name="T6" fmla="*/ 1336 w 211"/>
                  <a:gd name="T7" fmla="*/ 49 h 17"/>
                  <a:gd name="T8" fmla="*/ 781 w 211"/>
                  <a:gd name="T9" fmla="*/ 37 h 17"/>
                  <a:gd name="T10" fmla="*/ 13 w 211"/>
                  <a:gd name="T11" fmla="*/ 268 h 17"/>
                  <a:gd name="T12" fmla="*/ 0 w 211"/>
                  <a:gd name="T13" fmla="*/ 29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17">
                    <a:moveTo>
                      <a:pt x="211" y="5"/>
                    </a:moveTo>
                    <a:cubicBezTo>
                      <a:pt x="206" y="3"/>
                      <a:pt x="197" y="5"/>
                      <a:pt x="191" y="5"/>
                    </a:cubicBezTo>
                    <a:cubicBezTo>
                      <a:pt x="180" y="6"/>
                      <a:pt x="169" y="3"/>
                      <a:pt x="158" y="3"/>
                    </a:cubicBezTo>
                    <a:cubicBezTo>
                      <a:pt x="143" y="3"/>
                      <a:pt x="128" y="4"/>
                      <a:pt x="113" y="3"/>
                    </a:cubicBezTo>
                    <a:cubicBezTo>
                      <a:pt x="97" y="2"/>
                      <a:pt x="81" y="4"/>
                      <a:pt x="66" y="2"/>
                    </a:cubicBezTo>
                    <a:cubicBezTo>
                      <a:pt x="43" y="0"/>
                      <a:pt x="19" y="0"/>
                      <a:pt x="1" y="16"/>
                    </a:cubicBezTo>
                    <a:cubicBezTo>
                      <a:pt x="1" y="16"/>
                      <a:pt x="0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4" name="Freeform 711">
                <a:extLst>
                  <a:ext uri="{FF2B5EF4-FFF2-40B4-BE49-F238E27FC236}">
                    <a16:creationId xmlns:a16="http://schemas.microsoft.com/office/drawing/2014/main" id="{A420E48C-409A-4035-A8DF-3FB9EEE48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197"/>
                <a:ext cx="280" cy="50"/>
              </a:xfrm>
              <a:custGeom>
                <a:avLst/>
                <a:gdLst>
                  <a:gd name="T0" fmla="*/ 2011 w 171"/>
                  <a:gd name="T1" fmla="*/ 440 h 29"/>
                  <a:gd name="T2" fmla="*/ 1703 w 171"/>
                  <a:gd name="T3" fmla="*/ 440 h 29"/>
                  <a:gd name="T4" fmla="*/ 1410 w 171"/>
                  <a:gd name="T5" fmla="*/ 416 h 29"/>
                  <a:gd name="T6" fmla="*/ 904 w 171"/>
                  <a:gd name="T7" fmla="*/ 255 h 29"/>
                  <a:gd name="T8" fmla="*/ 440 w 171"/>
                  <a:gd name="T9" fmla="*/ 86 h 29"/>
                  <a:gd name="T10" fmla="*/ 226 w 171"/>
                  <a:gd name="T11" fmla="*/ 28 h 29"/>
                  <a:gd name="T12" fmla="*/ 0 w 171"/>
                  <a:gd name="T13" fmla="*/ 16 h 29"/>
                  <a:gd name="T14" fmla="*/ 0 w 171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1" h="29">
                    <a:moveTo>
                      <a:pt x="171" y="29"/>
                    </a:moveTo>
                    <a:cubicBezTo>
                      <a:pt x="165" y="25"/>
                      <a:pt x="152" y="28"/>
                      <a:pt x="145" y="29"/>
                    </a:cubicBezTo>
                    <a:cubicBezTo>
                      <a:pt x="137" y="29"/>
                      <a:pt x="128" y="28"/>
                      <a:pt x="120" y="27"/>
                    </a:cubicBezTo>
                    <a:cubicBezTo>
                      <a:pt x="105" y="25"/>
                      <a:pt x="92" y="20"/>
                      <a:pt x="77" y="17"/>
                    </a:cubicBezTo>
                    <a:cubicBezTo>
                      <a:pt x="63" y="14"/>
                      <a:pt x="51" y="9"/>
                      <a:pt x="37" y="6"/>
                    </a:cubicBezTo>
                    <a:cubicBezTo>
                      <a:pt x="31" y="5"/>
                      <a:pt x="25" y="3"/>
                      <a:pt x="19" y="2"/>
                    </a:cubicBezTo>
                    <a:cubicBezTo>
                      <a:pt x="13" y="1"/>
                      <a:pt x="6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5" name="Freeform 712">
                <a:extLst>
                  <a:ext uri="{FF2B5EF4-FFF2-40B4-BE49-F238E27FC236}">
                    <a16:creationId xmlns:a16="http://schemas.microsoft.com/office/drawing/2014/main" id="{2D6243CE-BC98-4D6F-92A0-D5528E518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3186"/>
                <a:ext cx="376" cy="63"/>
              </a:xfrm>
              <a:custGeom>
                <a:avLst/>
                <a:gdLst>
                  <a:gd name="T0" fmla="*/ 2686 w 230"/>
                  <a:gd name="T1" fmla="*/ 179 h 36"/>
                  <a:gd name="T2" fmla="*/ 1844 w 230"/>
                  <a:gd name="T3" fmla="*/ 65 h 36"/>
                  <a:gd name="T4" fmla="*/ 1082 w 230"/>
                  <a:gd name="T5" fmla="*/ 49 h 36"/>
                  <a:gd name="T6" fmla="*/ 316 w 230"/>
                  <a:gd name="T7" fmla="*/ 399 h 36"/>
                  <a:gd name="T8" fmla="*/ 0 w 230"/>
                  <a:gd name="T9" fmla="*/ 59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36">
                    <a:moveTo>
                      <a:pt x="230" y="11"/>
                    </a:moveTo>
                    <a:cubicBezTo>
                      <a:pt x="206" y="17"/>
                      <a:pt x="182" y="8"/>
                      <a:pt x="158" y="4"/>
                    </a:cubicBezTo>
                    <a:cubicBezTo>
                      <a:pt x="137" y="1"/>
                      <a:pt x="114" y="0"/>
                      <a:pt x="93" y="3"/>
                    </a:cubicBezTo>
                    <a:cubicBezTo>
                      <a:pt x="70" y="7"/>
                      <a:pt x="49" y="15"/>
                      <a:pt x="27" y="24"/>
                    </a:cubicBezTo>
                    <a:cubicBezTo>
                      <a:pt x="18" y="28"/>
                      <a:pt x="10" y="34"/>
                      <a:pt x="0" y="3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6" name="Freeform 713">
                <a:extLst>
                  <a:ext uri="{FF2B5EF4-FFF2-40B4-BE49-F238E27FC236}">
                    <a16:creationId xmlns:a16="http://schemas.microsoft.com/office/drawing/2014/main" id="{710F47E8-B1D8-4919-A16F-3AB216ABB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197"/>
                <a:ext cx="387" cy="19"/>
              </a:xfrm>
              <a:custGeom>
                <a:avLst/>
                <a:gdLst>
                  <a:gd name="T0" fmla="*/ 0 w 236"/>
                  <a:gd name="T1" fmla="*/ 123 h 11"/>
                  <a:gd name="T2" fmla="*/ 476 w 236"/>
                  <a:gd name="T3" fmla="*/ 83 h 11"/>
                  <a:gd name="T4" fmla="*/ 949 w 236"/>
                  <a:gd name="T5" fmla="*/ 62 h 11"/>
                  <a:gd name="T6" fmla="*/ 1922 w 236"/>
                  <a:gd name="T7" fmla="*/ 107 h 11"/>
                  <a:gd name="T8" fmla="*/ 2488 w 236"/>
                  <a:gd name="T9" fmla="*/ 16 h 11"/>
                  <a:gd name="T10" fmla="*/ 2799 w 236"/>
                  <a:gd name="T11" fmla="*/ 16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6" h="11">
                    <a:moveTo>
                      <a:pt x="0" y="8"/>
                    </a:moveTo>
                    <a:cubicBezTo>
                      <a:pt x="13" y="9"/>
                      <a:pt x="27" y="6"/>
                      <a:pt x="40" y="5"/>
                    </a:cubicBezTo>
                    <a:cubicBezTo>
                      <a:pt x="53" y="3"/>
                      <a:pt x="67" y="3"/>
                      <a:pt x="80" y="4"/>
                    </a:cubicBezTo>
                    <a:cubicBezTo>
                      <a:pt x="108" y="8"/>
                      <a:pt x="134" y="11"/>
                      <a:pt x="162" y="7"/>
                    </a:cubicBezTo>
                    <a:cubicBezTo>
                      <a:pt x="178" y="4"/>
                      <a:pt x="194" y="1"/>
                      <a:pt x="210" y="1"/>
                    </a:cubicBezTo>
                    <a:cubicBezTo>
                      <a:pt x="216" y="1"/>
                      <a:pt x="230" y="0"/>
                      <a:pt x="236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7" name="Freeform 714">
                <a:extLst>
                  <a:ext uri="{FF2B5EF4-FFF2-40B4-BE49-F238E27FC236}">
                    <a16:creationId xmlns:a16="http://schemas.microsoft.com/office/drawing/2014/main" id="{1B5810E5-E28D-4BE8-BC5A-7CCFDE1B4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410"/>
                <a:ext cx="9" cy="44"/>
              </a:xfrm>
              <a:custGeom>
                <a:avLst/>
                <a:gdLst>
                  <a:gd name="T0" fmla="*/ 94 w 5"/>
                  <a:gd name="T1" fmla="*/ 0 h 25"/>
                  <a:gd name="T2" fmla="*/ 0 w 5"/>
                  <a:gd name="T3" fmla="*/ 42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cubicBezTo>
                      <a:pt x="3" y="8"/>
                      <a:pt x="2" y="16"/>
                      <a:pt x="0" y="25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8" name="Freeform 715">
                <a:extLst>
                  <a:ext uri="{FF2B5EF4-FFF2-40B4-BE49-F238E27FC236}">
                    <a16:creationId xmlns:a16="http://schemas.microsoft.com/office/drawing/2014/main" id="{A2F2243D-F4C7-4817-8153-5E710569D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420"/>
                <a:ext cx="3" cy="48"/>
              </a:xfrm>
              <a:custGeom>
                <a:avLst/>
                <a:gdLst>
                  <a:gd name="T0" fmla="*/ 18 w 2"/>
                  <a:gd name="T1" fmla="*/ 0 h 27"/>
                  <a:gd name="T2" fmla="*/ 18 w 2"/>
                  <a:gd name="T3" fmla="*/ 476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7">
                    <a:moveTo>
                      <a:pt x="2" y="0"/>
                    </a:moveTo>
                    <a:cubicBezTo>
                      <a:pt x="2" y="9"/>
                      <a:pt x="0" y="19"/>
                      <a:pt x="2" y="2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9" name="Freeform 716">
                <a:extLst>
                  <a:ext uri="{FF2B5EF4-FFF2-40B4-BE49-F238E27FC236}">
                    <a16:creationId xmlns:a16="http://schemas.microsoft.com/office/drawing/2014/main" id="{E1EE24CD-3F88-46CC-AA58-286324E76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420"/>
                <a:ext cx="10" cy="46"/>
              </a:xfrm>
              <a:custGeom>
                <a:avLst/>
                <a:gdLst>
                  <a:gd name="T0" fmla="*/ 0 w 6"/>
                  <a:gd name="T1" fmla="*/ 0 h 26"/>
                  <a:gd name="T2" fmla="*/ 22 w 6"/>
                  <a:gd name="T3" fmla="*/ 179 h 26"/>
                  <a:gd name="T4" fmla="*/ 55 w 6"/>
                  <a:gd name="T5" fmla="*/ 345 h 26"/>
                  <a:gd name="T6" fmla="*/ 78 w 6"/>
                  <a:gd name="T7" fmla="*/ 44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1" y="3"/>
                      <a:pt x="1" y="7"/>
                      <a:pt x="2" y="10"/>
                    </a:cubicBezTo>
                    <a:cubicBezTo>
                      <a:pt x="2" y="13"/>
                      <a:pt x="3" y="16"/>
                      <a:pt x="4" y="20"/>
                    </a:cubicBezTo>
                    <a:cubicBezTo>
                      <a:pt x="5" y="21"/>
                      <a:pt x="5" y="25"/>
                      <a:pt x="6" y="2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0" name="Freeform 717">
                <a:extLst>
                  <a:ext uri="{FF2B5EF4-FFF2-40B4-BE49-F238E27FC236}">
                    <a16:creationId xmlns:a16="http://schemas.microsoft.com/office/drawing/2014/main" id="{55A6F693-546D-4B0E-A855-2E789AED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410"/>
                <a:ext cx="20" cy="40"/>
              </a:xfrm>
              <a:custGeom>
                <a:avLst/>
                <a:gdLst>
                  <a:gd name="T0" fmla="*/ 0 w 12"/>
                  <a:gd name="T1" fmla="*/ 0 h 23"/>
                  <a:gd name="T2" fmla="*/ 153 w 12"/>
                  <a:gd name="T3" fmla="*/ 36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0" y="0"/>
                    </a:moveTo>
                    <a:cubicBezTo>
                      <a:pt x="3" y="6"/>
                      <a:pt x="7" y="16"/>
                      <a:pt x="12" y="2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1" name="Freeform 718">
                <a:extLst>
                  <a:ext uri="{FF2B5EF4-FFF2-40B4-BE49-F238E27FC236}">
                    <a16:creationId xmlns:a16="http://schemas.microsoft.com/office/drawing/2014/main" id="{4A53F89E-BFA6-4ECD-BE87-1288ED8C1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3387"/>
                <a:ext cx="21" cy="30"/>
              </a:xfrm>
              <a:custGeom>
                <a:avLst/>
                <a:gdLst>
                  <a:gd name="T0" fmla="*/ 0 w 13"/>
                  <a:gd name="T1" fmla="*/ 0 h 17"/>
                  <a:gd name="T2" fmla="*/ 144 w 13"/>
                  <a:gd name="T3" fmla="*/ 293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0" y="0"/>
                    </a:moveTo>
                    <a:cubicBezTo>
                      <a:pt x="5" y="5"/>
                      <a:pt x="7" y="13"/>
                      <a:pt x="13" y="1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2" name="Freeform 719">
                <a:extLst>
                  <a:ext uri="{FF2B5EF4-FFF2-40B4-BE49-F238E27FC236}">
                    <a16:creationId xmlns:a16="http://schemas.microsoft.com/office/drawing/2014/main" id="{A3A0D60C-872C-469F-B2EA-5859B03FF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356"/>
                <a:ext cx="25" cy="31"/>
              </a:xfrm>
              <a:custGeom>
                <a:avLst/>
                <a:gdLst>
                  <a:gd name="T0" fmla="*/ 0 w 15"/>
                  <a:gd name="T1" fmla="*/ 0 h 18"/>
                  <a:gd name="T2" fmla="*/ 195 w 15"/>
                  <a:gd name="T3" fmla="*/ 27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0" y="0"/>
                    </a:moveTo>
                    <a:cubicBezTo>
                      <a:pt x="5" y="5"/>
                      <a:pt x="11" y="13"/>
                      <a:pt x="15" y="1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3" name="Freeform 720">
                <a:extLst>
                  <a:ext uri="{FF2B5EF4-FFF2-40B4-BE49-F238E27FC236}">
                    <a16:creationId xmlns:a16="http://schemas.microsoft.com/office/drawing/2014/main" id="{7E5133A3-9209-4538-97F9-F0EB43A74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3321"/>
                <a:ext cx="24" cy="37"/>
              </a:xfrm>
              <a:custGeom>
                <a:avLst/>
                <a:gdLst>
                  <a:gd name="T0" fmla="*/ 0 w 15"/>
                  <a:gd name="T1" fmla="*/ 0 h 21"/>
                  <a:gd name="T2" fmla="*/ 157 w 15"/>
                  <a:gd name="T3" fmla="*/ 35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cubicBezTo>
                      <a:pt x="7" y="2"/>
                      <a:pt x="8" y="18"/>
                      <a:pt x="15" y="2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4" name="Freeform 721">
                <a:extLst>
                  <a:ext uri="{FF2B5EF4-FFF2-40B4-BE49-F238E27FC236}">
                    <a16:creationId xmlns:a16="http://schemas.microsoft.com/office/drawing/2014/main" id="{B179FED5-72B0-45F9-88B2-365F7B188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3305"/>
                <a:ext cx="7" cy="47"/>
              </a:xfrm>
              <a:custGeom>
                <a:avLst/>
                <a:gdLst>
                  <a:gd name="T0" fmla="*/ 0 w 4"/>
                  <a:gd name="T1" fmla="*/ 0 h 27"/>
                  <a:gd name="T2" fmla="*/ 49 w 4"/>
                  <a:gd name="T3" fmla="*/ 285 h 27"/>
                  <a:gd name="T4" fmla="*/ 65 w 4"/>
                  <a:gd name="T5" fmla="*/ 4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6"/>
                      <a:pt x="2" y="12"/>
                      <a:pt x="3" y="18"/>
                    </a:cubicBezTo>
                    <a:cubicBezTo>
                      <a:pt x="3" y="21"/>
                      <a:pt x="3" y="25"/>
                      <a:pt x="4" y="2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5" name="Freeform 722">
                <a:extLst>
                  <a:ext uri="{FF2B5EF4-FFF2-40B4-BE49-F238E27FC236}">
                    <a16:creationId xmlns:a16="http://schemas.microsoft.com/office/drawing/2014/main" id="{D25B0C1C-73C1-4656-93A1-DA4627F1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3312"/>
                <a:ext cx="12" cy="40"/>
              </a:xfrm>
              <a:custGeom>
                <a:avLst/>
                <a:gdLst>
                  <a:gd name="T0" fmla="*/ 77 w 7"/>
                  <a:gd name="T1" fmla="*/ 0 h 23"/>
                  <a:gd name="T2" fmla="*/ 26 w 7"/>
                  <a:gd name="T3" fmla="*/ 237 h 23"/>
                  <a:gd name="T4" fmla="*/ 0 w 7"/>
                  <a:gd name="T5" fmla="*/ 36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3">
                    <a:moveTo>
                      <a:pt x="5" y="0"/>
                    </a:moveTo>
                    <a:cubicBezTo>
                      <a:pt x="7" y="3"/>
                      <a:pt x="3" y="11"/>
                      <a:pt x="2" y="15"/>
                    </a:cubicBezTo>
                    <a:cubicBezTo>
                      <a:pt x="1" y="17"/>
                      <a:pt x="0" y="21"/>
                      <a:pt x="0" y="2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6" name="Freeform 723">
                <a:extLst>
                  <a:ext uri="{FF2B5EF4-FFF2-40B4-BE49-F238E27FC236}">
                    <a16:creationId xmlns:a16="http://schemas.microsoft.com/office/drawing/2014/main" id="{FA0FA152-07C9-4F67-B3BC-8EF225CB9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352"/>
                <a:ext cx="22" cy="25"/>
              </a:xfrm>
              <a:custGeom>
                <a:avLst/>
                <a:gdLst>
                  <a:gd name="T0" fmla="*/ 0 w 13"/>
                  <a:gd name="T1" fmla="*/ 255 h 14"/>
                  <a:gd name="T2" fmla="*/ 181 w 1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5" y="11"/>
                      <a:pt x="9" y="4"/>
                      <a:pt x="13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7" name="Freeform 724">
                <a:extLst>
                  <a:ext uri="{FF2B5EF4-FFF2-40B4-BE49-F238E27FC236}">
                    <a16:creationId xmlns:a16="http://schemas.microsoft.com/office/drawing/2014/main" id="{AAE6FD74-863A-4B73-83F8-A613EB65F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382"/>
                <a:ext cx="16" cy="31"/>
              </a:xfrm>
              <a:custGeom>
                <a:avLst/>
                <a:gdLst>
                  <a:gd name="T0" fmla="*/ 107 w 10"/>
                  <a:gd name="T1" fmla="*/ 0 h 18"/>
                  <a:gd name="T2" fmla="*/ 0 w 10"/>
                  <a:gd name="T3" fmla="*/ 27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7" y="6"/>
                      <a:pt x="2" y="12"/>
                      <a:pt x="0" y="1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8" name="Freeform 725">
                <a:extLst>
                  <a:ext uri="{FF2B5EF4-FFF2-40B4-BE49-F238E27FC236}">
                    <a16:creationId xmlns:a16="http://schemas.microsoft.com/office/drawing/2014/main" id="{0045A568-DEFD-4B35-8B79-59D853822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3399"/>
                <a:ext cx="10" cy="44"/>
              </a:xfrm>
              <a:custGeom>
                <a:avLst/>
                <a:gdLst>
                  <a:gd name="T0" fmla="*/ 0 w 6"/>
                  <a:gd name="T1" fmla="*/ 421 h 25"/>
                  <a:gd name="T2" fmla="*/ 78 w 6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25"/>
                    </a:moveTo>
                    <a:cubicBezTo>
                      <a:pt x="1" y="17"/>
                      <a:pt x="3" y="7"/>
                      <a:pt x="6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9" name="Freeform 726">
                <a:extLst>
                  <a:ext uri="{FF2B5EF4-FFF2-40B4-BE49-F238E27FC236}">
                    <a16:creationId xmlns:a16="http://schemas.microsoft.com/office/drawing/2014/main" id="{8234C03B-B894-49C1-948D-C01BAE637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3406"/>
                <a:ext cx="10" cy="49"/>
              </a:xfrm>
              <a:custGeom>
                <a:avLst/>
                <a:gdLst>
                  <a:gd name="T0" fmla="*/ 0 w 6"/>
                  <a:gd name="T1" fmla="*/ 0 h 28"/>
                  <a:gd name="T2" fmla="*/ 55 w 6"/>
                  <a:gd name="T3" fmla="*/ 462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6" y="7"/>
                      <a:pt x="0" y="20"/>
                      <a:pt x="4" y="2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0" name="Freeform 727">
                <a:extLst>
                  <a:ext uri="{FF2B5EF4-FFF2-40B4-BE49-F238E27FC236}">
                    <a16:creationId xmlns:a16="http://schemas.microsoft.com/office/drawing/2014/main" id="{17FECA26-F654-4DF5-B124-084EC23CB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406"/>
                <a:ext cx="9" cy="49"/>
              </a:xfrm>
              <a:custGeom>
                <a:avLst/>
                <a:gdLst>
                  <a:gd name="T0" fmla="*/ 0 w 6"/>
                  <a:gd name="T1" fmla="*/ 0 h 28"/>
                  <a:gd name="T2" fmla="*/ 27 w 6"/>
                  <a:gd name="T3" fmla="*/ 285 h 28"/>
                  <a:gd name="T4" fmla="*/ 48 w 6"/>
                  <a:gd name="T5" fmla="*/ 46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3" y="3"/>
                      <a:pt x="3" y="13"/>
                      <a:pt x="3" y="17"/>
                    </a:cubicBezTo>
                    <a:cubicBezTo>
                      <a:pt x="4" y="20"/>
                      <a:pt x="4" y="25"/>
                      <a:pt x="6" y="2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1" name="Freeform 728">
                <a:extLst>
                  <a:ext uri="{FF2B5EF4-FFF2-40B4-BE49-F238E27FC236}">
                    <a16:creationId xmlns:a16="http://schemas.microsoft.com/office/drawing/2014/main" id="{C7E42C7C-1E32-4755-BDAF-EDB22C59B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384"/>
                <a:ext cx="21" cy="22"/>
              </a:xfrm>
              <a:custGeom>
                <a:avLst/>
                <a:gdLst>
                  <a:gd name="T0" fmla="*/ 0 w 13"/>
                  <a:gd name="T1" fmla="*/ 0 h 13"/>
                  <a:gd name="T2" fmla="*/ 144 w 13"/>
                  <a:gd name="T3" fmla="*/ 1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4" y="5"/>
                      <a:pt x="9" y="9"/>
                      <a:pt x="13" y="1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2" name="Freeform 729">
                <a:extLst>
                  <a:ext uri="{FF2B5EF4-FFF2-40B4-BE49-F238E27FC236}">
                    <a16:creationId xmlns:a16="http://schemas.microsoft.com/office/drawing/2014/main" id="{49D8F0E1-219C-49B9-9182-270AB55F5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345"/>
                <a:ext cx="21" cy="7"/>
              </a:xfrm>
              <a:custGeom>
                <a:avLst/>
                <a:gdLst>
                  <a:gd name="T0" fmla="*/ 144 w 13"/>
                  <a:gd name="T1" fmla="*/ 65 h 4"/>
                  <a:gd name="T2" fmla="*/ 0 w 1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13" y="4"/>
                    </a:moveTo>
                    <a:cubicBezTo>
                      <a:pt x="10" y="2"/>
                      <a:pt x="4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3" name="Freeform 730">
                <a:extLst>
                  <a:ext uri="{FF2B5EF4-FFF2-40B4-BE49-F238E27FC236}">
                    <a16:creationId xmlns:a16="http://schemas.microsoft.com/office/drawing/2014/main" id="{FAC74B49-6769-453E-B973-FFB8866B2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284"/>
                <a:ext cx="21" cy="12"/>
              </a:xfrm>
              <a:custGeom>
                <a:avLst/>
                <a:gdLst>
                  <a:gd name="T0" fmla="*/ 144 w 13"/>
                  <a:gd name="T1" fmla="*/ 106 h 7"/>
                  <a:gd name="T2" fmla="*/ 0 w 1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13" y="7"/>
                    </a:moveTo>
                    <a:cubicBezTo>
                      <a:pt x="9" y="6"/>
                      <a:pt x="5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4" name="Freeform 731">
                <a:extLst>
                  <a:ext uri="{FF2B5EF4-FFF2-40B4-BE49-F238E27FC236}">
                    <a16:creationId xmlns:a16="http://schemas.microsoft.com/office/drawing/2014/main" id="{11111210-D7B2-4ECA-BFEE-BA4B6AAB9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230"/>
                <a:ext cx="10" cy="44"/>
              </a:xfrm>
              <a:custGeom>
                <a:avLst/>
                <a:gdLst>
                  <a:gd name="T0" fmla="*/ 78 w 6"/>
                  <a:gd name="T1" fmla="*/ 421 h 25"/>
                  <a:gd name="T2" fmla="*/ 0 w 6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6" y="25"/>
                    </a:moveTo>
                    <a:cubicBezTo>
                      <a:pt x="1" y="20"/>
                      <a:pt x="1" y="6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5" name="Freeform 732">
                <a:extLst>
                  <a:ext uri="{FF2B5EF4-FFF2-40B4-BE49-F238E27FC236}">
                    <a16:creationId xmlns:a16="http://schemas.microsoft.com/office/drawing/2014/main" id="{EC12AE05-FFFF-4424-BD9C-5D58F7D29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232"/>
                <a:ext cx="10" cy="47"/>
              </a:xfrm>
              <a:custGeom>
                <a:avLst/>
                <a:gdLst>
                  <a:gd name="T0" fmla="*/ 55 w 6"/>
                  <a:gd name="T1" fmla="*/ 0 h 27"/>
                  <a:gd name="T2" fmla="*/ 22 w 6"/>
                  <a:gd name="T3" fmla="*/ 299 h 27"/>
                  <a:gd name="T4" fmla="*/ 0 w 6"/>
                  <a:gd name="T5" fmla="*/ 4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7">
                    <a:moveTo>
                      <a:pt x="4" y="0"/>
                    </a:moveTo>
                    <a:cubicBezTo>
                      <a:pt x="6" y="5"/>
                      <a:pt x="3" y="14"/>
                      <a:pt x="2" y="19"/>
                    </a:cubicBezTo>
                    <a:cubicBezTo>
                      <a:pt x="2" y="22"/>
                      <a:pt x="1" y="25"/>
                      <a:pt x="0" y="2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6" name="Freeform 733">
                <a:extLst>
                  <a:ext uri="{FF2B5EF4-FFF2-40B4-BE49-F238E27FC236}">
                    <a16:creationId xmlns:a16="http://schemas.microsoft.com/office/drawing/2014/main" id="{2F8978BC-CF3B-404C-AB5A-60ADC1E05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289"/>
                <a:ext cx="25" cy="18"/>
              </a:xfrm>
              <a:custGeom>
                <a:avLst/>
                <a:gdLst>
                  <a:gd name="T0" fmla="*/ 0 w 15"/>
                  <a:gd name="T1" fmla="*/ 187 h 10"/>
                  <a:gd name="T2" fmla="*/ 195 w 1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0" y="10"/>
                    </a:moveTo>
                    <a:cubicBezTo>
                      <a:pt x="5" y="8"/>
                      <a:pt x="9" y="2"/>
                      <a:pt x="15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7" name="Freeform 734">
                <a:extLst>
                  <a:ext uri="{FF2B5EF4-FFF2-40B4-BE49-F238E27FC236}">
                    <a16:creationId xmlns:a16="http://schemas.microsoft.com/office/drawing/2014/main" id="{462B4022-68D4-48EA-8EE9-37B2B5EC5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3331"/>
                <a:ext cx="22" cy="16"/>
              </a:xfrm>
              <a:custGeom>
                <a:avLst/>
                <a:gdLst>
                  <a:gd name="T0" fmla="*/ 181 w 13"/>
                  <a:gd name="T1" fmla="*/ 0 h 9"/>
                  <a:gd name="T2" fmla="*/ 0 w 13"/>
                  <a:gd name="T3" fmla="*/ 15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8" y="2"/>
                      <a:pt x="5" y="7"/>
                      <a:pt x="0" y="9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8" name="Freeform 735">
                <a:extLst>
                  <a:ext uri="{FF2B5EF4-FFF2-40B4-BE49-F238E27FC236}">
                    <a16:creationId xmlns:a16="http://schemas.microsoft.com/office/drawing/2014/main" id="{788A2F90-F85F-46A8-B2B2-FE0177322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3366"/>
                <a:ext cx="17" cy="33"/>
              </a:xfrm>
              <a:custGeom>
                <a:avLst/>
                <a:gdLst>
                  <a:gd name="T0" fmla="*/ 141 w 10"/>
                  <a:gd name="T1" fmla="*/ 0 h 19"/>
                  <a:gd name="T2" fmla="*/ 0 w 10"/>
                  <a:gd name="T3" fmla="*/ 29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10" y="0"/>
                    </a:moveTo>
                    <a:cubicBezTo>
                      <a:pt x="6" y="6"/>
                      <a:pt x="2" y="13"/>
                      <a:pt x="0" y="19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9" name="Freeform 736">
                <a:extLst>
                  <a:ext uri="{FF2B5EF4-FFF2-40B4-BE49-F238E27FC236}">
                    <a16:creationId xmlns:a16="http://schemas.microsoft.com/office/drawing/2014/main" id="{03B2B36E-FBCD-452E-8EB6-A0E4E90FF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391"/>
                <a:ext cx="7" cy="45"/>
              </a:xfrm>
              <a:custGeom>
                <a:avLst/>
                <a:gdLst>
                  <a:gd name="T0" fmla="*/ 65 w 4"/>
                  <a:gd name="T1" fmla="*/ 0 h 26"/>
                  <a:gd name="T2" fmla="*/ 49 w 4"/>
                  <a:gd name="T3" fmla="*/ 62 h 26"/>
                  <a:gd name="T4" fmla="*/ 37 w 4"/>
                  <a:gd name="T5" fmla="*/ 249 h 26"/>
                  <a:gd name="T6" fmla="*/ 0 w 4"/>
                  <a:gd name="T7" fmla="*/ 40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6">
                    <a:moveTo>
                      <a:pt x="4" y="0"/>
                    </a:moveTo>
                    <a:cubicBezTo>
                      <a:pt x="4" y="1"/>
                      <a:pt x="4" y="2"/>
                      <a:pt x="3" y="4"/>
                    </a:cubicBezTo>
                    <a:cubicBezTo>
                      <a:pt x="2" y="8"/>
                      <a:pt x="3" y="12"/>
                      <a:pt x="2" y="16"/>
                    </a:cubicBezTo>
                    <a:cubicBezTo>
                      <a:pt x="1" y="19"/>
                      <a:pt x="1" y="23"/>
                      <a:pt x="0" y="2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0" name="Freeform 737">
                <a:extLst>
                  <a:ext uri="{FF2B5EF4-FFF2-40B4-BE49-F238E27FC236}">
                    <a16:creationId xmlns:a16="http://schemas.microsoft.com/office/drawing/2014/main" id="{B5C8332C-1A21-43AF-932D-3280C3CAA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3389"/>
                <a:ext cx="13" cy="42"/>
              </a:xfrm>
              <a:custGeom>
                <a:avLst/>
                <a:gdLst>
                  <a:gd name="T0" fmla="*/ 89 w 8"/>
                  <a:gd name="T1" fmla="*/ 399 h 24"/>
                  <a:gd name="T2" fmla="*/ 0 w 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8" y="24"/>
                    </a:moveTo>
                    <a:cubicBezTo>
                      <a:pt x="3" y="17"/>
                      <a:pt x="3" y="7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1" name="Freeform 738">
                <a:extLst>
                  <a:ext uri="{FF2B5EF4-FFF2-40B4-BE49-F238E27FC236}">
                    <a16:creationId xmlns:a16="http://schemas.microsoft.com/office/drawing/2014/main" id="{F137A3EF-514A-4E50-A9EC-411F35AA2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365"/>
                <a:ext cx="21" cy="27"/>
              </a:xfrm>
              <a:custGeom>
                <a:avLst/>
                <a:gdLst>
                  <a:gd name="T0" fmla="*/ 0 w 13"/>
                  <a:gd name="T1" fmla="*/ 0 h 16"/>
                  <a:gd name="T2" fmla="*/ 144 w 13"/>
                  <a:gd name="T3" fmla="*/ 2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4" y="6"/>
                      <a:pt x="9" y="11"/>
                      <a:pt x="13" y="1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2" name="Freeform 739">
                <a:extLst>
                  <a:ext uri="{FF2B5EF4-FFF2-40B4-BE49-F238E27FC236}">
                    <a16:creationId xmlns:a16="http://schemas.microsoft.com/office/drawing/2014/main" id="{99B498C5-2564-4073-AA90-F377D8A22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3317"/>
                <a:ext cx="26" cy="25"/>
              </a:xfrm>
              <a:custGeom>
                <a:avLst/>
                <a:gdLst>
                  <a:gd name="T0" fmla="*/ 180 w 16"/>
                  <a:gd name="T1" fmla="*/ 255 h 14"/>
                  <a:gd name="T2" fmla="*/ 0 w 16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16" y="14"/>
                    </a:moveTo>
                    <a:cubicBezTo>
                      <a:pt x="11" y="10"/>
                      <a:pt x="2" y="5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3" name="Freeform 740">
                <a:extLst>
                  <a:ext uri="{FF2B5EF4-FFF2-40B4-BE49-F238E27FC236}">
                    <a16:creationId xmlns:a16="http://schemas.microsoft.com/office/drawing/2014/main" id="{E3690CF1-09A7-4D81-9C59-9920B4642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3265"/>
                <a:ext cx="21" cy="37"/>
              </a:xfrm>
              <a:custGeom>
                <a:avLst/>
                <a:gdLst>
                  <a:gd name="T0" fmla="*/ 0 w 13"/>
                  <a:gd name="T1" fmla="*/ 0 h 21"/>
                  <a:gd name="T2" fmla="*/ 102 w 13"/>
                  <a:gd name="T3" fmla="*/ 241 h 21"/>
                  <a:gd name="T4" fmla="*/ 144 w 13"/>
                  <a:gd name="T5" fmla="*/ 358 h 21"/>
                  <a:gd name="T6" fmla="*/ 144 w 13"/>
                  <a:gd name="T7" fmla="*/ 33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0" y="0"/>
                    </a:moveTo>
                    <a:cubicBezTo>
                      <a:pt x="3" y="5"/>
                      <a:pt x="7" y="9"/>
                      <a:pt x="9" y="14"/>
                    </a:cubicBezTo>
                    <a:cubicBezTo>
                      <a:pt x="11" y="16"/>
                      <a:pt x="11" y="19"/>
                      <a:pt x="13" y="21"/>
                    </a:cubicBezTo>
                    <a:cubicBezTo>
                      <a:pt x="13" y="21"/>
                      <a:pt x="13" y="21"/>
                      <a:pt x="13" y="2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4" name="Freeform 741">
                <a:extLst>
                  <a:ext uri="{FF2B5EF4-FFF2-40B4-BE49-F238E27FC236}">
                    <a16:creationId xmlns:a16="http://schemas.microsoft.com/office/drawing/2014/main" id="{F9904A0C-4BA1-4F04-8549-30E7FCE90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3237"/>
                <a:ext cx="3" cy="47"/>
              </a:xfrm>
              <a:custGeom>
                <a:avLst/>
                <a:gdLst>
                  <a:gd name="T0" fmla="*/ 18 w 2"/>
                  <a:gd name="T1" fmla="*/ 433 h 27"/>
                  <a:gd name="T2" fmla="*/ 18 w 2"/>
                  <a:gd name="T3" fmla="*/ 127 h 27"/>
                  <a:gd name="T4" fmla="*/ 18 w 2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7">
                    <a:moveTo>
                      <a:pt x="2" y="27"/>
                    </a:moveTo>
                    <a:cubicBezTo>
                      <a:pt x="0" y="21"/>
                      <a:pt x="2" y="14"/>
                      <a:pt x="2" y="8"/>
                    </a:cubicBezTo>
                    <a:cubicBezTo>
                      <a:pt x="2" y="5"/>
                      <a:pt x="2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5" name="Freeform 742">
                <a:extLst>
                  <a:ext uri="{FF2B5EF4-FFF2-40B4-BE49-F238E27FC236}">
                    <a16:creationId xmlns:a16="http://schemas.microsoft.com/office/drawing/2014/main" id="{824BBBB0-CCF2-4DE5-A9CD-3890F3059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251"/>
                <a:ext cx="17" cy="44"/>
              </a:xfrm>
              <a:custGeom>
                <a:avLst/>
                <a:gdLst>
                  <a:gd name="T0" fmla="*/ 141 w 10"/>
                  <a:gd name="T1" fmla="*/ 0 h 25"/>
                  <a:gd name="T2" fmla="*/ 26 w 10"/>
                  <a:gd name="T3" fmla="*/ 306 h 25"/>
                  <a:gd name="T4" fmla="*/ 0 w 10"/>
                  <a:gd name="T5" fmla="*/ 42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10" y="0"/>
                    </a:moveTo>
                    <a:cubicBezTo>
                      <a:pt x="10" y="5"/>
                      <a:pt x="5" y="13"/>
                      <a:pt x="2" y="18"/>
                    </a:cubicBezTo>
                    <a:cubicBezTo>
                      <a:pt x="1" y="20"/>
                      <a:pt x="0" y="22"/>
                      <a:pt x="0" y="25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6" name="Freeform 743">
                <a:extLst>
                  <a:ext uri="{FF2B5EF4-FFF2-40B4-BE49-F238E27FC236}">
                    <a16:creationId xmlns:a16="http://schemas.microsoft.com/office/drawing/2014/main" id="{6E196567-CDA1-47E4-B570-2BD5A2F79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3298"/>
                <a:ext cx="26" cy="30"/>
              </a:xfrm>
              <a:custGeom>
                <a:avLst/>
                <a:gdLst>
                  <a:gd name="T0" fmla="*/ 0 w 16"/>
                  <a:gd name="T1" fmla="*/ 293 h 17"/>
                  <a:gd name="T2" fmla="*/ 180 w 1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17"/>
                    </a:moveTo>
                    <a:cubicBezTo>
                      <a:pt x="5" y="11"/>
                      <a:pt x="10" y="4"/>
                      <a:pt x="16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7" name="Freeform 744">
                <a:extLst>
                  <a:ext uri="{FF2B5EF4-FFF2-40B4-BE49-F238E27FC236}">
                    <a16:creationId xmlns:a16="http://schemas.microsoft.com/office/drawing/2014/main" id="{FC65600A-529D-4122-85B3-7AAF93D13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337"/>
                <a:ext cx="16" cy="34"/>
              </a:xfrm>
              <a:custGeom>
                <a:avLst/>
                <a:gdLst>
                  <a:gd name="T0" fmla="*/ 107 w 10"/>
                  <a:gd name="T1" fmla="*/ 0 h 20"/>
                  <a:gd name="T2" fmla="*/ 34 w 10"/>
                  <a:gd name="T3" fmla="*/ 202 h 20"/>
                  <a:gd name="T4" fmla="*/ 0 w 10"/>
                  <a:gd name="T5" fmla="*/ 28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8" y="5"/>
                      <a:pt x="5" y="10"/>
                      <a:pt x="3" y="14"/>
                    </a:cubicBezTo>
                    <a:cubicBezTo>
                      <a:pt x="2" y="16"/>
                      <a:pt x="1" y="19"/>
                      <a:pt x="0" y="2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8" name="Freeform 745">
                <a:extLst>
                  <a:ext uri="{FF2B5EF4-FFF2-40B4-BE49-F238E27FC236}">
                    <a16:creationId xmlns:a16="http://schemas.microsoft.com/office/drawing/2014/main" id="{F7511A56-8A23-4755-A982-7441B12A5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365"/>
                <a:ext cx="10" cy="45"/>
              </a:xfrm>
              <a:custGeom>
                <a:avLst/>
                <a:gdLst>
                  <a:gd name="T0" fmla="*/ 55 w 6"/>
                  <a:gd name="T1" fmla="*/ 0 h 26"/>
                  <a:gd name="T2" fmla="*/ 22 w 6"/>
                  <a:gd name="T3" fmla="*/ 261 h 26"/>
                  <a:gd name="T4" fmla="*/ 0 w 6"/>
                  <a:gd name="T5" fmla="*/ 40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4" y="0"/>
                    </a:moveTo>
                    <a:cubicBezTo>
                      <a:pt x="6" y="3"/>
                      <a:pt x="3" y="13"/>
                      <a:pt x="2" y="17"/>
                    </a:cubicBezTo>
                    <a:cubicBezTo>
                      <a:pt x="1" y="20"/>
                      <a:pt x="1" y="23"/>
                      <a:pt x="0" y="2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9" name="Freeform 746">
                <a:extLst>
                  <a:ext uri="{FF2B5EF4-FFF2-40B4-BE49-F238E27FC236}">
                    <a16:creationId xmlns:a16="http://schemas.microsoft.com/office/drawing/2014/main" id="{CE5C0AF5-B489-41CC-805F-137C00764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3356"/>
                <a:ext cx="20" cy="35"/>
              </a:xfrm>
              <a:custGeom>
                <a:avLst/>
                <a:gdLst>
                  <a:gd name="T0" fmla="*/ 153 w 12"/>
                  <a:gd name="T1" fmla="*/ 327 h 20"/>
                  <a:gd name="T2" fmla="*/ 55 w 12"/>
                  <a:gd name="T3" fmla="*/ 114 h 20"/>
                  <a:gd name="T4" fmla="*/ 22 w 12"/>
                  <a:gd name="T5" fmla="*/ 49 h 20"/>
                  <a:gd name="T6" fmla="*/ 13 w 12"/>
                  <a:gd name="T7" fmla="*/ 2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12" y="20"/>
                    </a:moveTo>
                    <a:cubicBezTo>
                      <a:pt x="9" y="15"/>
                      <a:pt x="7" y="11"/>
                      <a:pt x="4" y="7"/>
                    </a:cubicBezTo>
                    <a:cubicBezTo>
                      <a:pt x="4" y="6"/>
                      <a:pt x="3" y="4"/>
                      <a:pt x="2" y="3"/>
                    </a:cubicBezTo>
                    <a:cubicBezTo>
                      <a:pt x="2" y="2"/>
                      <a:pt x="0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0" name="Freeform 747">
                <a:extLst>
                  <a:ext uri="{FF2B5EF4-FFF2-40B4-BE49-F238E27FC236}">
                    <a16:creationId xmlns:a16="http://schemas.microsoft.com/office/drawing/2014/main" id="{BFB5A3A6-0D77-4705-A2A2-50ADEC696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317"/>
                <a:ext cx="16" cy="20"/>
              </a:xfrm>
              <a:custGeom>
                <a:avLst/>
                <a:gdLst>
                  <a:gd name="T0" fmla="*/ 0 w 10"/>
                  <a:gd name="T1" fmla="*/ 0 h 11"/>
                  <a:gd name="T2" fmla="*/ 107 w 10"/>
                  <a:gd name="T3" fmla="*/ 21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2" y="3"/>
                      <a:pt x="9" y="7"/>
                      <a:pt x="10" y="1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1" name="Freeform 748">
                <a:extLst>
                  <a:ext uri="{FF2B5EF4-FFF2-40B4-BE49-F238E27FC236}">
                    <a16:creationId xmlns:a16="http://schemas.microsoft.com/office/drawing/2014/main" id="{C170C880-E0E6-402D-80B6-2503F394A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406"/>
                <a:ext cx="16" cy="20"/>
              </a:xfrm>
              <a:custGeom>
                <a:avLst/>
                <a:gdLst>
                  <a:gd name="T0" fmla="*/ 74 w 10"/>
                  <a:gd name="T1" fmla="*/ 53 h 11"/>
                  <a:gd name="T2" fmla="*/ 90 w 10"/>
                  <a:gd name="T3" fmla="*/ 198 h 11"/>
                  <a:gd name="T4" fmla="*/ 21 w 10"/>
                  <a:gd name="T5" fmla="*/ 162 h 11"/>
                  <a:gd name="T6" fmla="*/ 13 w 10"/>
                  <a:gd name="T7" fmla="*/ 24 h 11"/>
                  <a:gd name="T8" fmla="*/ 74 w 10"/>
                  <a:gd name="T9" fmla="*/ 5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7" y="3"/>
                    </a:moveTo>
                    <a:cubicBezTo>
                      <a:pt x="9" y="6"/>
                      <a:pt x="10" y="9"/>
                      <a:pt x="9" y="10"/>
                    </a:cubicBezTo>
                    <a:cubicBezTo>
                      <a:pt x="7" y="11"/>
                      <a:pt x="4" y="10"/>
                      <a:pt x="2" y="8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2" y="0"/>
                      <a:pt x="5" y="1"/>
                      <a:pt x="7" y="3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2" name="Freeform 749">
                <a:extLst>
                  <a:ext uri="{FF2B5EF4-FFF2-40B4-BE49-F238E27FC236}">
                    <a16:creationId xmlns:a16="http://schemas.microsoft.com/office/drawing/2014/main" id="{384D3A15-AC7B-42E9-B2EB-3420CFF52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3434"/>
                <a:ext cx="21" cy="14"/>
              </a:xfrm>
              <a:custGeom>
                <a:avLst/>
                <a:gdLst>
                  <a:gd name="T0" fmla="*/ 68 w 13"/>
                  <a:gd name="T1" fmla="*/ 21 h 8"/>
                  <a:gd name="T2" fmla="*/ 131 w 13"/>
                  <a:gd name="T3" fmla="*/ 37 h 8"/>
                  <a:gd name="T4" fmla="*/ 76 w 13"/>
                  <a:gd name="T5" fmla="*/ 114 h 8"/>
                  <a:gd name="T6" fmla="*/ 13 w 13"/>
                  <a:gd name="T7" fmla="*/ 86 h 8"/>
                  <a:gd name="T8" fmla="*/ 68 w 13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6" y="1"/>
                    </a:moveTo>
                    <a:cubicBezTo>
                      <a:pt x="9" y="0"/>
                      <a:pt x="12" y="1"/>
                      <a:pt x="12" y="2"/>
                    </a:cubicBezTo>
                    <a:cubicBezTo>
                      <a:pt x="13" y="4"/>
                      <a:pt x="10" y="6"/>
                      <a:pt x="7" y="7"/>
                    </a:cubicBezTo>
                    <a:cubicBezTo>
                      <a:pt x="4" y="8"/>
                      <a:pt x="1" y="7"/>
                      <a:pt x="1" y="5"/>
                    </a:cubicBezTo>
                    <a:cubicBezTo>
                      <a:pt x="0" y="4"/>
                      <a:pt x="3" y="2"/>
                      <a:pt x="6" y="1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3" name="Freeform 750">
                <a:extLst>
                  <a:ext uri="{FF2B5EF4-FFF2-40B4-BE49-F238E27FC236}">
                    <a16:creationId xmlns:a16="http://schemas.microsoft.com/office/drawing/2014/main" id="{9C2C08A0-B5A2-4C14-94A2-F1D456F7E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408"/>
                <a:ext cx="21" cy="14"/>
              </a:xfrm>
              <a:custGeom>
                <a:avLst/>
                <a:gdLst>
                  <a:gd name="T0" fmla="*/ 76 w 13"/>
                  <a:gd name="T1" fmla="*/ 21 h 8"/>
                  <a:gd name="T2" fmla="*/ 131 w 13"/>
                  <a:gd name="T3" fmla="*/ 102 h 8"/>
                  <a:gd name="T4" fmla="*/ 68 w 13"/>
                  <a:gd name="T5" fmla="*/ 114 h 8"/>
                  <a:gd name="T6" fmla="*/ 13 w 13"/>
                  <a:gd name="T7" fmla="*/ 49 h 8"/>
                  <a:gd name="T8" fmla="*/ 76 w 13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7" y="1"/>
                    </a:moveTo>
                    <a:cubicBezTo>
                      <a:pt x="11" y="2"/>
                      <a:pt x="13" y="4"/>
                      <a:pt x="12" y="6"/>
                    </a:cubicBezTo>
                    <a:cubicBezTo>
                      <a:pt x="12" y="8"/>
                      <a:pt x="9" y="8"/>
                      <a:pt x="6" y="7"/>
                    </a:cubicBezTo>
                    <a:cubicBezTo>
                      <a:pt x="3" y="7"/>
                      <a:pt x="0" y="4"/>
                      <a:pt x="1" y="3"/>
                    </a:cubicBezTo>
                    <a:cubicBezTo>
                      <a:pt x="1" y="1"/>
                      <a:pt x="4" y="0"/>
                      <a:pt x="7" y="1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4" name="Freeform 751">
                <a:extLst>
                  <a:ext uri="{FF2B5EF4-FFF2-40B4-BE49-F238E27FC236}">
                    <a16:creationId xmlns:a16="http://schemas.microsoft.com/office/drawing/2014/main" id="{BCAF9855-6064-4783-9FF8-09D86A29C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3380"/>
                <a:ext cx="22" cy="21"/>
              </a:xfrm>
              <a:custGeom>
                <a:avLst/>
                <a:gdLst>
                  <a:gd name="T0" fmla="*/ 117 w 13"/>
                  <a:gd name="T1" fmla="*/ 21 h 12"/>
                  <a:gd name="T2" fmla="*/ 166 w 13"/>
                  <a:gd name="T3" fmla="*/ 114 h 12"/>
                  <a:gd name="T4" fmla="*/ 69 w 13"/>
                  <a:gd name="T5" fmla="*/ 179 h 12"/>
                  <a:gd name="T6" fmla="*/ 14 w 13"/>
                  <a:gd name="T7" fmla="*/ 65 h 12"/>
                  <a:gd name="T8" fmla="*/ 117 w 13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8" y="1"/>
                    </a:moveTo>
                    <a:cubicBezTo>
                      <a:pt x="11" y="2"/>
                      <a:pt x="13" y="5"/>
                      <a:pt x="12" y="7"/>
                    </a:cubicBezTo>
                    <a:cubicBezTo>
                      <a:pt x="11" y="10"/>
                      <a:pt x="8" y="12"/>
                      <a:pt x="5" y="11"/>
                    </a:cubicBezTo>
                    <a:cubicBezTo>
                      <a:pt x="2" y="10"/>
                      <a:pt x="0" y="7"/>
                      <a:pt x="1" y="4"/>
                    </a:cubicBezTo>
                    <a:cubicBezTo>
                      <a:pt x="1" y="1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5" name="Freeform 752">
                <a:extLst>
                  <a:ext uri="{FF2B5EF4-FFF2-40B4-BE49-F238E27FC236}">
                    <a16:creationId xmlns:a16="http://schemas.microsoft.com/office/drawing/2014/main" id="{A195E3B3-CC61-47FE-958F-2A98A0D31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319"/>
                <a:ext cx="22" cy="21"/>
              </a:xfrm>
              <a:custGeom>
                <a:avLst/>
                <a:gdLst>
                  <a:gd name="T0" fmla="*/ 117 w 13"/>
                  <a:gd name="T1" fmla="*/ 21 h 12"/>
                  <a:gd name="T2" fmla="*/ 166 w 13"/>
                  <a:gd name="T3" fmla="*/ 114 h 12"/>
                  <a:gd name="T4" fmla="*/ 69 w 13"/>
                  <a:gd name="T5" fmla="*/ 179 h 12"/>
                  <a:gd name="T6" fmla="*/ 14 w 13"/>
                  <a:gd name="T7" fmla="*/ 65 h 12"/>
                  <a:gd name="T8" fmla="*/ 117 w 13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8" y="1"/>
                    </a:moveTo>
                    <a:cubicBezTo>
                      <a:pt x="11" y="2"/>
                      <a:pt x="13" y="5"/>
                      <a:pt x="12" y="7"/>
                    </a:cubicBezTo>
                    <a:cubicBezTo>
                      <a:pt x="11" y="10"/>
                      <a:pt x="8" y="12"/>
                      <a:pt x="5" y="11"/>
                    </a:cubicBezTo>
                    <a:cubicBezTo>
                      <a:pt x="2" y="10"/>
                      <a:pt x="0" y="7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6" name="Freeform 753">
                <a:extLst>
                  <a:ext uri="{FF2B5EF4-FFF2-40B4-BE49-F238E27FC236}">
                    <a16:creationId xmlns:a16="http://schemas.microsoft.com/office/drawing/2014/main" id="{7F2F36CE-31B7-4B9D-976A-BFCA0E629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377"/>
                <a:ext cx="13" cy="17"/>
              </a:xfrm>
              <a:custGeom>
                <a:avLst/>
                <a:gdLst>
                  <a:gd name="T0" fmla="*/ 34 w 8"/>
                  <a:gd name="T1" fmla="*/ 0 h 10"/>
                  <a:gd name="T2" fmla="*/ 76 w 8"/>
                  <a:gd name="T3" fmla="*/ 58 h 10"/>
                  <a:gd name="T4" fmla="*/ 68 w 8"/>
                  <a:gd name="T5" fmla="*/ 141 h 10"/>
                  <a:gd name="T6" fmla="*/ 13 w 8"/>
                  <a:gd name="T7" fmla="*/ 83 h 10"/>
                  <a:gd name="T8" fmla="*/ 34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cubicBezTo>
                      <a:pt x="4" y="0"/>
                      <a:pt x="6" y="1"/>
                      <a:pt x="7" y="4"/>
                    </a:cubicBezTo>
                    <a:cubicBezTo>
                      <a:pt x="8" y="7"/>
                      <a:pt x="8" y="9"/>
                      <a:pt x="6" y="10"/>
                    </a:cubicBezTo>
                    <a:cubicBezTo>
                      <a:pt x="4" y="10"/>
                      <a:pt x="2" y="9"/>
                      <a:pt x="1" y="6"/>
                    </a:cubicBezTo>
                    <a:cubicBezTo>
                      <a:pt x="0" y="3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7" name="Freeform 754">
                <a:extLst>
                  <a:ext uri="{FF2B5EF4-FFF2-40B4-BE49-F238E27FC236}">
                    <a16:creationId xmlns:a16="http://schemas.microsoft.com/office/drawing/2014/main" id="{0657B62E-6D3D-4412-9DD2-840521CC8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3405"/>
                <a:ext cx="18" cy="15"/>
              </a:xfrm>
              <a:custGeom>
                <a:avLst/>
                <a:gdLst>
                  <a:gd name="T0" fmla="*/ 13 w 11"/>
                  <a:gd name="T1" fmla="*/ 22 h 9"/>
                  <a:gd name="T2" fmla="*/ 77 w 11"/>
                  <a:gd name="T3" fmla="*/ 22 h 9"/>
                  <a:gd name="T4" fmla="*/ 115 w 11"/>
                  <a:gd name="T5" fmla="*/ 92 h 9"/>
                  <a:gd name="T6" fmla="*/ 47 w 11"/>
                  <a:gd name="T7" fmla="*/ 92 h 9"/>
                  <a:gd name="T8" fmla="*/ 13 w 11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" y="2"/>
                    </a:moveTo>
                    <a:cubicBezTo>
                      <a:pt x="2" y="1"/>
                      <a:pt x="4" y="0"/>
                      <a:pt x="7" y="2"/>
                    </a:cubicBezTo>
                    <a:cubicBezTo>
                      <a:pt x="9" y="3"/>
                      <a:pt x="11" y="5"/>
                      <a:pt x="10" y="7"/>
                    </a:cubicBezTo>
                    <a:cubicBezTo>
                      <a:pt x="9" y="8"/>
                      <a:pt x="7" y="9"/>
                      <a:pt x="4" y="7"/>
                    </a:cubicBezTo>
                    <a:cubicBezTo>
                      <a:pt x="2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8" name="Freeform 755">
                <a:extLst>
                  <a:ext uri="{FF2B5EF4-FFF2-40B4-BE49-F238E27FC236}">
                    <a16:creationId xmlns:a16="http://schemas.microsoft.com/office/drawing/2014/main" id="{E3A75507-ADDF-4CBD-A129-5B0FDDD53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244"/>
                <a:ext cx="18" cy="14"/>
              </a:xfrm>
              <a:custGeom>
                <a:avLst/>
                <a:gdLst>
                  <a:gd name="T0" fmla="*/ 13 w 11"/>
                  <a:gd name="T1" fmla="*/ 37 h 8"/>
                  <a:gd name="T2" fmla="*/ 77 w 11"/>
                  <a:gd name="T3" fmla="*/ 21 h 8"/>
                  <a:gd name="T4" fmla="*/ 115 w 11"/>
                  <a:gd name="T5" fmla="*/ 102 h 8"/>
                  <a:gd name="T6" fmla="*/ 47 w 11"/>
                  <a:gd name="T7" fmla="*/ 114 h 8"/>
                  <a:gd name="T8" fmla="*/ 13 w 11"/>
                  <a:gd name="T9" fmla="*/ 3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" y="2"/>
                    </a:moveTo>
                    <a:cubicBezTo>
                      <a:pt x="2" y="0"/>
                      <a:pt x="4" y="0"/>
                      <a:pt x="7" y="1"/>
                    </a:cubicBezTo>
                    <a:cubicBezTo>
                      <a:pt x="10" y="2"/>
                      <a:pt x="11" y="4"/>
                      <a:pt x="10" y="6"/>
                    </a:cubicBezTo>
                    <a:cubicBezTo>
                      <a:pt x="10" y="8"/>
                      <a:pt x="7" y="8"/>
                      <a:pt x="4" y="7"/>
                    </a:cubicBezTo>
                    <a:cubicBezTo>
                      <a:pt x="2" y="6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9" name="Freeform 756">
                <a:extLst>
                  <a:ext uri="{FF2B5EF4-FFF2-40B4-BE49-F238E27FC236}">
                    <a16:creationId xmlns:a16="http://schemas.microsoft.com/office/drawing/2014/main" id="{D1DFE0A3-2D67-4626-90B9-194EB5DAF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260"/>
                <a:ext cx="18" cy="12"/>
              </a:xfrm>
              <a:custGeom>
                <a:avLst/>
                <a:gdLst>
                  <a:gd name="T0" fmla="*/ 13 w 11"/>
                  <a:gd name="T1" fmla="*/ 45 h 7"/>
                  <a:gd name="T2" fmla="*/ 70 w 11"/>
                  <a:gd name="T3" fmla="*/ 0 h 7"/>
                  <a:gd name="T4" fmla="*/ 126 w 11"/>
                  <a:gd name="T5" fmla="*/ 62 h 7"/>
                  <a:gd name="T6" fmla="*/ 56 w 11"/>
                  <a:gd name="T7" fmla="*/ 106 h 7"/>
                  <a:gd name="T8" fmla="*/ 13 w 11"/>
                  <a:gd name="T9" fmla="*/ 4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4"/>
                    </a:cubicBezTo>
                    <a:cubicBezTo>
                      <a:pt x="11" y="6"/>
                      <a:pt x="8" y="7"/>
                      <a:pt x="5" y="7"/>
                    </a:cubicBezTo>
                    <a:cubicBezTo>
                      <a:pt x="3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0" name="Freeform 757">
                <a:extLst>
                  <a:ext uri="{FF2B5EF4-FFF2-40B4-BE49-F238E27FC236}">
                    <a16:creationId xmlns:a16="http://schemas.microsoft.com/office/drawing/2014/main" id="{51A5A9C1-9DBD-4C66-808B-6A70C1E3A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422"/>
                <a:ext cx="23" cy="16"/>
              </a:xfrm>
              <a:custGeom>
                <a:avLst/>
                <a:gdLst>
                  <a:gd name="T0" fmla="*/ 0 w 14"/>
                  <a:gd name="T1" fmla="*/ 66 h 9"/>
                  <a:gd name="T2" fmla="*/ 89 w 14"/>
                  <a:gd name="T3" fmla="*/ 0 h 9"/>
                  <a:gd name="T4" fmla="*/ 156 w 14"/>
                  <a:gd name="T5" fmla="*/ 89 h 9"/>
                  <a:gd name="T6" fmla="*/ 71 w 14"/>
                  <a:gd name="T7" fmla="*/ 158 h 9"/>
                  <a:gd name="T8" fmla="*/ 0 w 14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0" y="4"/>
                    </a:moveTo>
                    <a:cubicBezTo>
                      <a:pt x="0" y="1"/>
                      <a:pt x="3" y="0"/>
                      <a:pt x="7" y="0"/>
                    </a:cubicBezTo>
                    <a:cubicBezTo>
                      <a:pt x="11" y="1"/>
                      <a:pt x="14" y="3"/>
                      <a:pt x="13" y="5"/>
                    </a:cubicBezTo>
                    <a:cubicBezTo>
                      <a:pt x="13" y="7"/>
                      <a:pt x="10" y="9"/>
                      <a:pt x="6" y="9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1" name="Freeform 758">
                <a:extLst>
                  <a:ext uri="{FF2B5EF4-FFF2-40B4-BE49-F238E27FC236}">
                    <a16:creationId xmlns:a16="http://schemas.microsoft.com/office/drawing/2014/main" id="{1D8C498C-AAD3-43CC-8FF5-E50E7FC66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408"/>
                <a:ext cx="23" cy="18"/>
              </a:xfrm>
              <a:custGeom>
                <a:avLst/>
                <a:gdLst>
                  <a:gd name="T0" fmla="*/ 0 w 14"/>
                  <a:gd name="T1" fmla="*/ 74 h 10"/>
                  <a:gd name="T2" fmla="*/ 89 w 14"/>
                  <a:gd name="T3" fmla="*/ 23 h 10"/>
                  <a:gd name="T4" fmla="*/ 156 w 14"/>
                  <a:gd name="T5" fmla="*/ 117 h 10"/>
                  <a:gd name="T6" fmla="*/ 71 w 14"/>
                  <a:gd name="T7" fmla="*/ 169 h 10"/>
                  <a:gd name="T8" fmla="*/ 0 w 14"/>
                  <a:gd name="T9" fmla="*/ 7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0" y="4"/>
                    </a:moveTo>
                    <a:cubicBezTo>
                      <a:pt x="0" y="2"/>
                      <a:pt x="3" y="0"/>
                      <a:pt x="7" y="1"/>
                    </a:cubicBezTo>
                    <a:cubicBezTo>
                      <a:pt x="11" y="1"/>
                      <a:pt x="14" y="4"/>
                      <a:pt x="13" y="6"/>
                    </a:cubicBezTo>
                    <a:cubicBezTo>
                      <a:pt x="13" y="8"/>
                      <a:pt x="10" y="10"/>
                      <a:pt x="6" y="9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2" name="Freeform 759">
                <a:extLst>
                  <a:ext uri="{FF2B5EF4-FFF2-40B4-BE49-F238E27FC236}">
                    <a16:creationId xmlns:a16="http://schemas.microsoft.com/office/drawing/2014/main" id="{DE4DF2DE-ACD3-4AF6-A53B-81DD4A9E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392"/>
                <a:ext cx="23" cy="20"/>
              </a:xfrm>
              <a:custGeom>
                <a:avLst/>
                <a:gdLst>
                  <a:gd name="T0" fmla="*/ 13 w 14"/>
                  <a:gd name="T1" fmla="*/ 44 h 11"/>
                  <a:gd name="T2" fmla="*/ 110 w 14"/>
                  <a:gd name="T3" fmla="*/ 44 h 11"/>
                  <a:gd name="T4" fmla="*/ 156 w 14"/>
                  <a:gd name="T5" fmla="*/ 175 h 11"/>
                  <a:gd name="T6" fmla="*/ 58 w 14"/>
                  <a:gd name="T7" fmla="*/ 175 h 11"/>
                  <a:gd name="T8" fmla="*/ 13 w 14"/>
                  <a:gd name="T9" fmla="*/ 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" y="2"/>
                    </a:moveTo>
                    <a:cubicBezTo>
                      <a:pt x="2" y="0"/>
                      <a:pt x="5" y="0"/>
                      <a:pt x="9" y="2"/>
                    </a:cubicBezTo>
                    <a:cubicBezTo>
                      <a:pt x="12" y="4"/>
                      <a:pt x="14" y="7"/>
                      <a:pt x="13" y="9"/>
                    </a:cubicBezTo>
                    <a:cubicBezTo>
                      <a:pt x="12" y="11"/>
                      <a:pt x="8" y="11"/>
                      <a:pt x="5" y="9"/>
                    </a:cubicBezTo>
                    <a:cubicBezTo>
                      <a:pt x="1" y="8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3" name="Freeform 760">
                <a:extLst>
                  <a:ext uri="{FF2B5EF4-FFF2-40B4-BE49-F238E27FC236}">
                    <a16:creationId xmlns:a16="http://schemas.microsoft.com/office/drawing/2014/main" id="{A451EE32-149E-468F-842D-06CC4B10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3282"/>
                <a:ext cx="23" cy="20"/>
              </a:xfrm>
              <a:custGeom>
                <a:avLst/>
                <a:gdLst>
                  <a:gd name="T0" fmla="*/ 13 w 14"/>
                  <a:gd name="T1" fmla="*/ 44 h 11"/>
                  <a:gd name="T2" fmla="*/ 110 w 14"/>
                  <a:gd name="T3" fmla="*/ 24 h 11"/>
                  <a:gd name="T4" fmla="*/ 156 w 14"/>
                  <a:gd name="T5" fmla="*/ 162 h 11"/>
                  <a:gd name="T6" fmla="*/ 58 w 14"/>
                  <a:gd name="T7" fmla="*/ 175 h 11"/>
                  <a:gd name="T8" fmla="*/ 13 w 14"/>
                  <a:gd name="T9" fmla="*/ 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" y="2"/>
                    </a:moveTo>
                    <a:cubicBezTo>
                      <a:pt x="2" y="0"/>
                      <a:pt x="5" y="0"/>
                      <a:pt x="9" y="1"/>
                    </a:cubicBezTo>
                    <a:cubicBezTo>
                      <a:pt x="12" y="3"/>
                      <a:pt x="14" y="6"/>
                      <a:pt x="13" y="8"/>
                    </a:cubicBezTo>
                    <a:cubicBezTo>
                      <a:pt x="11" y="10"/>
                      <a:pt x="8" y="11"/>
                      <a:pt x="5" y="9"/>
                    </a:cubicBezTo>
                    <a:cubicBezTo>
                      <a:pt x="1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4" name="Freeform 761">
                <a:extLst>
                  <a:ext uri="{FF2B5EF4-FFF2-40B4-BE49-F238E27FC236}">
                    <a16:creationId xmlns:a16="http://schemas.microsoft.com/office/drawing/2014/main" id="{1C05BE09-1A8A-4BA7-91E4-A3BAC9BCB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3377"/>
                <a:ext cx="25" cy="21"/>
              </a:xfrm>
              <a:custGeom>
                <a:avLst/>
                <a:gdLst>
                  <a:gd name="T0" fmla="*/ 13 w 15"/>
                  <a:gd name="T1" fmla="*/ 114 h 12"/>
                  <a:gd name="T2" fmla="*/ 78 w 15"/>
                  <a:gd name="T3" fmla="*/ 0 h 12"/>
                  <a:gd name="T4" fmla="*/ 175 w 15"/>
                  <a:gd name="T5" fmla="*/ 86 h 12"/>
                  <a:gd name="T6" fmla="*/ 103 w 15"/>
                  <a:gd name="T7" fmla="*/ 200 h 12"/>
                  <a:gd name="T8" fmla="*/ 13 w 15"/>
                  <a:gd name="T9" fmla="*/ 11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" y="7"/>
                    </a:moveTo>
                    <a:cubicBezTo>
                      <a:pt x="0" y="4"/>
                      <a:pt x="3" y="1"/>
                      <a:pt x="6" y="0"/>
                    </a:cubicBezTo>
                    <a:cubicBezTo>
                      <a:pt x="10" y="0"/>
                      <a:pt x="13" y="2"/>
                      <a:pt x="14" y="5"/>
                    </a:cubicBezTo>
                    <a:cubicBezTo>
                      <a:pt x="15" y="8"/>
                      <a:pt x="12" y="11"/>
                      <a:pt x="8" y="12"/>
                    </a:cubicBezTo>
                    <a:cubicBezTo>
                      <a:pt x="5" y="12"/>
                      <a:pt x="1" y="10"/>
                      <a:pt x="1" y="7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5" name="Freeform 762">
                <a:extLst>
                  <a:ext uri="{FF2B5EF4-FFF2-40B4-BE49-F238E27FC236}">
                    <a16:creationId xmlns:a16="http://schemas.microsoft.com/office/drawing/2014/main" id="{51AE948B-194F-41E4-867F-B682D4DD7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3385"/>
                <a:ext cx="21" cy="21"/>
              </a:xfrm>
              <a:custGeom>
                <a:avLst/>
                <a:gdLst>
                  <a:gd name="T0" fmla="*/ 13 w 13"/>
                  <a:gd name="T1" fmla="*/ 172 h 12"/>
                  <a:gd name="T2" fmla="*/ 42 w 13"/>
                  <a:gd name="T3" fmla="*/ 49 h 12"/>
                  <a:gd name="T4" fmla="*/ 131 w 13"/>
                  <a:gd name="T5" fmla="*/ 37 h 12"/>
                  <a:gd name="T6" fmla="*/ 102 w 13"/>
                  <a:gd name="T7" fmla="*/ 151 h 12"/>
                  <a:gd name="T8" fmla="*/ 13 w 13"/>
                  <a:gd name="T9" fmla="*/ 17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" y="10"/>
                    </a:moveTo>
                    <a:cubicBezTo>
                      <a:pt x="0" y="8"/>
                      <a:pt x="1" y="5"/>
                      <a:pt x="4" y="3"/>
                    </a:cubicBezTo>
                    <a:cubicBezTo>
                      <a:pt x="7" y="0"/>
                      <a:pt x="10" y="0"/>
                      <a:pt x="12" y="2"/>
                    </a:cubicBezTo>
                    <a:cubicBezTo>
                      <a:pt x="13" y="4"/>
                      <a:pt x="12" y="7"/>
                      <a:pt x="9" y="9"/>
                    </a:cubicBezTo>
                    <a:cubicBezTo>
                      <a:pt x="6" y="12"/>
                      <a:pt x="2" y="12"/>
                      <a:pt x="1" y="10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6" name="Freeform 763">
                <a:extLst>
                  <a:ext uri="{FF2B5EF4-FFF2-40B4-BE49-F238E27FC236}">
                    <a16:creationId xmlns:a16="http://schemas.microsoft.com/office/drawing/2014/main" id="{6EA1500B-B80F-48D8-9303-11FCC873D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3254"/>
                <a:ext cx="25" cy="32"/>
              </a:xfrm>
              <a:custGeom>
                <a:avLst/>
                <a:gdLst>
                  <a:gd name="T0" fmla="*/ 22 w 15"/>
                  <a:gd name="T1" fmla="*/ 37 h 18"/>
                  <a:gd name="T2" fmla="*/ 138 w 15"/>
                  <a:gd name="T3" fmla="*/ 117 h 18"/>
                  <a:gd name="T4" fmla="*/ 172 w 15"/>
                  <a:gd name="T5" fmla="*/ 281 h 18"/>
                  <a:gd name="T6" fmla="*/ 55 w 15"/>
                  <a:gd name="T7" fmla="*/ 208 h 18"/>
                  <a:gd name="T8" fmla="*/ 22 w 15"/>
                  <a:gd name="T9" fmla="*/ 3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2" y="2"/>
                    </a:moveTo>
                    <a:cubicBezTo>
                      <a:pt x="4" y="0"/>
                      <a:pt x="8" y="3"/>
                      <a:pt x="11" y="7"/>
                    </a:cubicBezTo>
                    <a:cubicBezTo>
                      <a:pt x="14" y="11"/>
                      <a:pt x="15" y="15"/>
                      <a:pt x="13" y="16"/>
                    </a:cubicBezTo>
                    <a:cubicBezTo>
                      <a:pt x="11" y="18"/>
                      <a:pt x="7" y="16"/>
                      <a:pt x="4" y="12"/>
                    </a:cubicBezTo>
                    <a:cubicBezTo>
                      <a:pt x="1" y="8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7" name="Freeform 764">
                <a:extLst>
                  <a:ext uri="{FF2B5EF4-FFF2-40B4-BE49-F238E27FC236}">
                    <a16:creationId xmlns:a16="http://schemas.microsoft.com/office/drawing/2014/main" id="{CE01DF3D-B344-455F-8C68-23D7F02CD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3253"/>
                <a:ext cx="19" cy="22"/>
              </a:xfrm>
              <a:custGeom>
                <a:avLst/>
                <a:gdLst>
                  <a:gd name="T0" fmla="*/ 21 w 12"/>
                  <a:gd name="T1" fmla="*/ 24 h 13"/>
                  <a:gd name="T2" fmla="*/ 87 w 12"/>
                  <a:gd name="T3" fmla="*/ 58 h 13"/>
                  <a:gd name="T4" fmla="*/ 100 w 12"/>
                  <a:gd name="T5" fmla="*/ 154 h 13"/>
                  <a:gd name="T6" fmla="*/ 33 w 12"/>
                  <a:gd name="T7" fmla="*/ 120 h 13"/>
                  <a:gd name="T8" fmla="*/ 21 w 12"/>
                  <a:gd name="T9" fmla="*/ 2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2"/>
                    </a:moveTo>
                    <a:cubicBezTo>
                      <a:pt x="4" y="0"/>
                      <a:pt x="7" y="1"/>
                      <a:pt x="9" y="4"/>
                    </a:cubicBezTo>
                    <a:cubicBezTo>
                      <a:pt x="12" y="7"/>
                      <a:pt x="12" y="10"/>
                      <a:pt x="10" y="11"/>
                    </a:cubicBezTo>
                    <a:cubicBezTo>
                      <a:pt x="8" y="13"/>
                      <a:pt x="5" y="12"/>
                      <a:pt x="3" y="9"/>
                    </a:cubicBezTo>
                    <a:cubicBezTo>
                      <a:pt x="1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8" name="Freeform 765">
                <a:extLst>
                  <a:ext uri="{FF2B5EF4-FFF2-40B4-BE49-F238E27FC236}">
                    <a16:creationId xmlns:a16="http://schemas.microsoft.com/office/drawing/2014/main" id="{3BEA1FB8-3B74-4F78-B2FA-4CB894294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410"/>
                <a:ext cx="24" cy="19"/>
              </a:xfrm>
              <a:custGeom>
                <a:avLst/>
                <a:gdLst>
                  <a:gd name="T0" fmla="*/ 13 w 15"/>
                  <a:gd name="T1" fmla="*/ 123 h 11"/>
                  <a:gd name="T2" fmla="*/ 67 w 15"/>
                  <a:gd name="T3" fmla="*/ 16 h 11"/>
                  <a:gd name="T4" fmla="*/ 144 w 15"/>
                  <a:gd name="T5" fmla="*/ 48 h 11"/>
                  <a:gd name="T6" fmla="*/ 90 w 15"/>
                  <a:gd name="T7" fmla="*/ 143 h 11"/>
                  <a:gd name="T8" fmla="*/ 13 w 15"/>
                  <a:gd name="T9" fmla="*/ 12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1" y="8"/>
                    </a:moveTo>
                    <a:cubicBezTo>
                      <a:pt x="0" y="6"/>
                      <a:pt x="2" y="3"/>
                      <a:pt x="6" y="1"/>
                    </a:cubicBezTo>
                    <a:cubicBezTo>
                      <a:pt x="9" y="0"/>
                      <a:pt x="13" y="1"/>
                      <a:pt x="14" y="3"/>
                    </a:cubicBezTo>
                    <a:cubicBezTo>
                      <a:pt x="15" y="5"/>
                      <a:pt x="13" y="8"/>
                      <a:pt x="9" y="9"/>
                    </a:cubicBezTo>
                    <a:cubicBezTo>
                      <a:pt x="6" y="11"/>
                      <a:pt x="2" y="10"/>
                      <a:pt x="1" y="8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9" name="Freeform 766">
                <a:extLst>
                  <a:ext uri="{FF2B5EF4-FFF2-40B4-BE49-F238E27FC236}">
                    <a16:creationId xmlns:a16="http://schemas.microsoft.com/office/drawing/2014/main" id="{20BD8484-7FF5-4A71-B827-703B387D5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251"/>
                <a:ext cx="24" cy="19"/>
              </a:xfrm>
              <a:custGeom>
                <a:avLst/>
                <a:gdLst>
                  <a:gd name="T0" fmla="*/ 21 w 15"/>
                  <a:gd name="T1" fmla="*/ 143 h 11"/>
                  <a:gd name="T2" fmla="*/ 67 w 15"/>
                  <a:gd name="T3" fmla="*/ 28 h 11"/>
                  <a:gd name="T4" fmla="*/ 138 w 15"/>
                  <a:gd name="T5" fmla="*/ 28 h 11"/>
                  <a:gd name="T6" fmla="*/ 107 w 15"/>
                  <a:gd name="T7" fmla="*/ 143 h 11"/>
                  <a:gd name="T8" fmla="*/ 21 w 15"/>
                  <a:gd name="T9" fmla="*/ 14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2" y="9"/>
                    </a:moveTo>
                    <a:cubicBezTo>
                      <a:pt x="0" y="7"/>
                      <a:pt x="2" y="4"/>
                      <a:pt x="6" y="2"/>
                    </a:cubicBezTo>
                    <a:cubicBezTo>
                      <a:pt x="9" y="0"/>
                      <a:pt x="12" y="0"/>
                      <a:pt x="13" y="2"/>
                    </a:cubicBezTo>
                    <a:cubicBezTo>
                      <a:pt x="15" y="4"/>
                      <a:pt x="13" y="8"/>
                      <a:pt x="10" y="9"/>
                    </a:cubicBezTo>
                    <a:cubicBezTo>
                      <a:pt x="6" y="11"/>
                      <a:pt x="3" y="11"/>
                      <a:pt x="2" y="9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0" name="Freeform 767">
                <a:extLst>
                  <a:ext uri="{FF2B5EF4-FFF2-40B4-BE49-F238E27FC236}">
                    <a16:creationId xmlns:a16="http://schemas.microsoft.com/office/drawing/2014/main" id="{0F5BB22A-9AA3-4131-BECC-3B652CF5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3431"/>
                <a:ext cx="21" cy="17"/>
              </a:xfrm>
              <a:custGeom>
                <a:avLst/>
                <a:gdLst>
                  <a:gd name="T0" fmla="*/ 76 w 13"/>
                  <a:gd name="T1" fmla="*/ 15 h 10"/>
                  <a:gd name="T2" fmla="*/ 131 w 13"/>
                  <a:gd name="T3" fmla="*/ 83 h 10"/>
                  <a:gd name="T4" fmla="*/ 68 w 13"/>
                  <a:gd name="T5" fmla="*/ 141 h 10"/>
                  <a:gd name="T6" fmla="*/ 13 w 13"/>
                  <a:gd name="T7" fmla="*/ 58 h 10"/>
                  <a:gd name="T8" fmla="*/ 76 w 13"/>
                  <a:gd name="T9" fmla="*/ 1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7" y="1"/>
                    </a:moveTo>
                    <a:cubicBezTo>
                      <a:pt x="10" y="1"/>
                      <a:pt x="13" y="4"/>
                      <a:pt x="12" y="6"/>
                    </a:cubicBezTo>
                    <a:cubicBezTo>
                      <a:pt x="12" y="9"/>
                      <a:pt x="9" y="10"/>
                      <a:pt x="6" y="10"/>
                    </a:cubicBezTo>
                    <a:cubicBezTo>
                      <a:pt x="2" y="9"/>
                      <a:pt x="0" y="7"/>
                      <a:pt x="1" y="4"/>
                    </a:cubicBezTo>
                    <a:cubicBezTo>
                      <a:pt x="1" y="2"/>
                      <a:pt x="4" y="0"/>
                      <a:pt x="7" y="1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1" name="Freeform 768">
                <a:extLst>
                  <a:ext uri="{FF2B5EF4-FFF2-40B4-BE49-F238E27FC236}">
                    <a16:creationId xmlns:a16="http://schemas.microsoft.com/office/drawing/2014/main" id="{C66B358B-FA7A-454A-8338-0E56FE09E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3716"/>
                <a:ext cx="53" cy="64"/>
              </a:xfrm>
              <a:custGeom>
                <a:avLst/>
                <a:gdLst>
                  <a:gd name="T0" fmla="*/ 272 w 32"/>
                  <a:gd name="T1" fmla="*/ 16 h 37"/>
                  <a:gd name="T2" fmla="*/ 36 w 32"/>
                  <a:gd name="T3" fmla="*/ 197 h 37"/>
                  <a:gd name="T4" fmla="*/ 205 w 32"/>
                  <a:gd name="T5" fmla="*/ 467 h 37"/>
                  <a:gd name="T6" fmla="*/ 230 w 32"/>
                  <a:gd name="T7" fmla="*/ 382 h 37"/>
                  <a:gd name="T8" fmla="*/ 300 w 32"/>
                  <a:gd name="T9" fmla="*/ 341 h 37"/>
                  <a:gd name="T10" fmla="*/ 381 w 32"/>
                  <a:gd name="T11" fmla="*/ 197 h 37"/>
                  <a:gd name="T12" fmla="*/ 300 w 32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7">
                    <a:moveTo>
                      <a:pt x="22" y="1"/>
                    </a:moveTo>
                    <a:cubicBezTo>
                      <a:pt x="15" y="1"/>
                      <a:pt x="5" y="7"/>
                      <a:pt x="3" y="13"/>
                    </a:cubicBezTo>
                    <a:cubicBezTo>
                      <a:pt x="0" y="21"/>
                      <a:pt x="8" y="37"/>
                      <a:pt x="16" y="30"/>
                    </a:cubicBezTo>
                    <a:cubicBezTo>
                      <a:pt x="17" y="29"/>
                      <a:pt x="18" y="26"/>
                      <a:pt x="19" y="25"/>
                    </a:cubicBezTo>
                    <a:cubicBezTo>
                      <a:pt x="20" y="23"/>
                      <a:pt x="23" y="24"/>
                      <a:pt x="24" y="22"/>
                    </a:cubicBezTo>
                    <a:cubicBezTo>
                      <a:pt x="27" y="20"/>
                      <a:pt x="30" y="17"/>
                      <a:pt x="31" y="13"/>
                    </a:cubicBezTo>
                    <a:cubicBezTo>
                      <a:pt x="32" y="8"/>
                      <a:pt x="30" y="0"/>
                      <a:pt x="24" y="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2" name="Freeform 769">
                <a:extLst>
                  <a:ext uri="{FF2B5EF4-FFF2-40B4-BE49-F238E27FC236}">
                    <a16:creationId xmlns:a16="http://schemas.microsoft.com/office/drawing/2014/main" id="{A5327638-013E-4543-A8DC-963C881F8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812"/>
                <a:ext cx="60" cy="43"/>
              </a:xfrm>
              <a:custGeom>
                <a:avLst/>
                <a:gdLst>
                  <a:gd name="T0" fmla="*/ 89 w 37"/>
                  <a:gd name="T1" fmla="*/ 148 h 25"/>
                  <a:gd name="T2" fmla="*/ 255 w 37"/>
                  <a:gd name="T3" fmla="*/ 296 h 25"/>
                  <a:gd name="T4" fmla="*/ 89 w 37"/>
                  <a:gd name="T5" fmla="*/ 14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5">
                    <a:moveTo>
                      <a:pt x="8" y="10"/>
                    </a:moveTo>
                    <a:cubicBezTo>
                      <a:pt x="7" y="0"/>
                      <a:pt x="37" y="9"/>
                      <a:pt x="23" y="20"/>
                    </a:cubicBezTo>
                    <a:cubicBezTo>
                      <a:pt x="17" y="25"/>
                      <a:pt x="0" y="17"/>
                      <a:pt x="8" y="1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3" name="Freeform 770">
                <a:extLst>
                  <a:ext uri="{FF2B5EF4-FFF2-40B4-BE49-F238E27FC236}">
                    <a16:creationId xmlns:a16="http://schemas.microsoft.com/office/drawing/2014/main" id="{8A2D1FD5-070F-40F2-9217-6488A5E5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682"/>
                <a:ext cx="61" cy="84"/>
              </a:xfrm>
              <a:custGeom>
                <a:avLst/>
                <a:gdLst>
                  <a:gd name="T0" fmla="*/ 399 w 37"/>
                  <a:gd name="T1" fmla="*/ 376 h 48"/>
                  <a:gd name="T2" fmla="*/ 171 w 37"/>
                  <a:gd name="T3" fmla="*/ 788 h 48"/>
                  <a:gd name="T4" fmla="*/ 264 w 37"/>
                  <a:gd name="T5" fmla="*/ 677 h 48"/>
                  <a:gd name="T6" fmla="*/ 353 w 37"/>
                  <a:gd name="T7" fmla="*/ 613 h 48"/>
                  <a:gd name="T8" fmla="*/ 399 w 37"/>
                  <a:gd name="T9" fmla="*/ 39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8">
                    <a:moveTo>
                      <a:pt x="33" y="23"/>
                    </a:moveTo>
                    <a:cubicBezTo>
                      <a:pt x="10" y="0"/>
                      <a:pt x="0" y="48"/>
                      <a:pt x="14" y="48"/>
                    </a:cubicBezTo>
                    <a:cubicBezTo>
                      <a:pt x="18" y="48"/>
                      <a:pt x="19" y="43"/>
                      <a:pt x="22" y="41"/>
                    </a:cubicBezTo>
                    <a:cubicBezTo>
                      <a:pt x="24" y="39"/>
                      <a:pt x="27" y="39"/>
                      <a:pt x="29" y="37"/>
                    </a:cubicBezTo>
                    <a:cubicBezTo>
                      <a:pt x="32" y="35"/>
                      <a:pt x="37" y="27"/>
                      <a:pt x="33" y="2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4" name="Freeform 771">
                <a:extLst>
                  <a:ext uri="{FF2B5EF4-FFF2-40B4-BE49-F238E27FC236}">
                    <a16:creationId xmlns:a16="http://schemas.microsoft.com/office/drawing/2014/main" id="{9AEC6F2E-362A-42A1-851B-EED200D1B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716"/>
                <a:ext cx="69" cy="41"/>
              </a:xfrm>
              <a:custGeom>
                <a:avLst/>
                <a:gdLst>
                  <a:gd name="T0" fmla="*/ 421 w 42"/>
                  <a:gd name="T1" fmla="*/ 62 h 24"/>
                  <a:gd name="T2" fmla="*/ 192 w 42"/>
                  <a:gd name="T3" fmla="*/ 75 h 24"/>
                  <a:gd name="T4" fmla="*/ 71 w 42"/>
                  <a:gd name="T5" fmla="*/ 289 h 24"/>
                  <a:gd name="T6" fmla="*/ 192 w 42"/>
                  <a:gd name="T7" fmla="*/ 265 h 24"/>
                  <a:gd name="T8" fmla="*/ 315 w 42"/>
                  <a:gd name="T9" fmla="*/ 231 h 24"/>
                  <a:gd name="T10" fmla="*/ 453 w 42"/>
                  <a:gd name="T11" fmla="*/ 8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4">
                    <a:moveTo>
                      <a:pt x="35" y="4"/>
                    </a:moveTo>
                    <a:cubicBezTo>
                      <a:pt x="29" y="0"/>
                      <a:pt x="22" y="0"/>
                      <a:pt x="16" y="5"/>
                    </a:cubicBezTo>
                    <a:cubicBezTo>
                      <a:pt x="13" y="8"/>
                      <a:pt x="0" y="15"/>
                      <a:pt x="6" y="20"/>
                    </a:cubicBezTo>
                    <a:cubicBezTo>
                      <a:pt x="9" y="24"/>
                      <a:pt x="13" y="20"/>
                      <a:pt x="16" y="18"/>
                    </a:cubicBezTo>
                    <a:cubicBezTo>
                      <a:pt x="21" y="15"/>
                      <a:pt x="21" y="15"/>
                      <a:pt x="26" y="16"/>
                    </a:cubicBezTo>
                    <a:cubicBezTo>
                      <a:pt x="33" y="16"/>
                      <a:pt x="42" y="15"/>
                      <a:pt x="38" y="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5" name="Freeform 772">
                <a:extLst>
                  <a:ext uri="{FF2B5EF4-FFF2-40B4-BE49-F238E27FC236}">
                    <a16:creationId xmlns:a16="http://schemas.microsoft.com/office/drawing/2014/main" id="{D5D5FE46-7FC8-4D9A-B76B-E189A42C5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3705"/>
                <a:ext cx="44" cy="54"/>
              </a:xfrm>
              <a:custGeom>
                <a:avLst/>
                <a:gdLst>
                  <a:gd name="T0" fmla="*/ 290 w 27"/>
                  <a:gd name="T1" fmla="*/ 148 h 31"/>
                  <a:gd name="T2" fmla="*/ 47 w 27"/>
                  <a:gd name="T3" fmla="*/ 85 h 31"/>
                  <a:gd name="T4" fmla="*/ 34 w 27"/>
                  <a:gd name="T5" fmla="*/ 413 h 31"/>
                  <a:gd name="T6" fmla="*/ 254 w 27"/>
                  <a:gd name="T7" fmla="*/ 385 h 31"/>
                  <a:gd name="T8" fmla="*/ 311 w 27"/>
                  <a:gd name="T9" fmla="*/ 17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1">
                    <a:moveTo>
                      <a:pt x="25" y="9"/>
                    </a:moveTo>
                    <a:cubicBezTo>
                      <a:pt x="22" y="5"/>
                      <a:pt x="9" y="0"/>
                      <a:pt x="4" y="5"/>
                    </a:cubicBezTo>
                    <a:cubicBezTo>
                      <a:pt x="1" y="7"/>
                      <a:pt x="0" y="23"/>
                      <a:pt x="3" y="26"/>
                    </a:cubicBezTo>
                    <a:cubicBezTo>
                      <a:pt x="6" y="31"/>
                      <a:pt x="19" y="28"/>
                      <a:pt x="22" y="24"/>
                    </a:cubicBezTo>
                    <a:cubicBezTo>
                      <a:pt x="24" y="20"/>
                      <a:pt x="23" y="13"/>
                      <a:pt x="27" y="1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6" name="Freeform 773">
                <a:extLst>
                  <a:ext uri="{FF2B5EF4-FFF2-40B4-BE49-F238E27FC236}">
                    <a16:creationId xmlns:a16="http://schemas.microsoft.com/office/drawing/2014/main" id="{B20C6624-8887-4FD3-8701-D28B3B53E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822"/>
                <a:ext cx="100" cy="66"/>
              </a:xfrm>
              <a:custGeom>
                <a:avLst/>
                <a:gdLst>
                  <a:gd name="T0" fmla="*/ 667 w 61"/>
                  <a:gd name="T1" fmla="*/ 109 h 38"/>
                  <a:gd name="T2" fmla="*/ 407 w 61"/>
                  <a:gd name="T3" fmla="*/ 63 h 38"/>
                  <a:gd name="T4" fmla="*/ 282 w 61"/>
                  <a:gd name="T5" fmla="*/ 347 h 38"/>
                  <a:gd name="T6" fmla="*/ 92 w 61"/>
                  <a:gd name="T7" fmla="*/ 271 h 38"/>
                  <a:gd name="T8" fmla="*/ 21 w 61"/>
                  <a:gd name="T9" fmla="*/ 455 h 38"/>
                  <a:gd name="T10" fmla="*/ 282 w 61"/>
                  <a:gd name="T11" fmla="*/ 393 h 38"/>
                  <a:gd name="T12" fmla="*/ 408 w 61"/>
                  <a:gd name="T13" fmla="*/ 361 h 38"/>
                  <a:gd name="T14" fmla="*/ 475 w 61"/>
                  <a:gd name="T15" fmla="*/ 234 h 38"/>
                  <a:gd name="T16" fmla="*/ 669 w 61"/>
                  <a:gd name="T17" fmla="*/ 109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8">
                    <a:moveTo>
                      <a:pt x="56" y="7"/>
                    </a:moveTo>
                    <a:cubicBezTo>
                      <a:pt x="48" y="4"/>
                      <a:pt x="42" y="0"/>
                      <a:pt x="34" y="4"/>
                    </a:cubicBezTo>
                    <a:cubicBezTo>
                      <a:pt x="27" y="7"/>
                      <a:pt x="24" y="15"/>
                      <a:pt x="24" y="22"/>
                    </a:cubicBezTo>
                    <a:cubicBezTo>
                      <a:pt x="19" y="21"/>
                      <a:pt x="13" y="16"/>
                      <a:pt x="8" y="17"/>
                    </a:cubicBezTo>
                    <a:cubicBezTo>
                      <a:pt x="3" y="18"/>
                      <a:pt x="0" y="25"/>
                      <a:pt x="2" y="29"/>
                    </a:cubicBezTo>
                    <a:cubicBezTo>
                      <a:pt x="7" y="22"/>
                      <a:pt x="22" y="38"/>
                      <a:pt x="24" y="25"/>
                    </a:cubicBezTo>
                    <a:cubicBezTo>
                      <a:pt x="29" y="24"/>
                      <a:pt x="31" y="27"/>
                      <a:pt x="35" y="23"/>
                    </a:cubicBezTo>
                    <a:cubicBezTo>
                      <a:pt x="38" y="21"/>
                      <a:pt x="37" y="17"/>
                      <a:pt x="40" y="15"/>
                    </a:cubicBezTo>
                    <a:cubicBezTo>
                      <a:pt x="45" y="12"/>
                      <a:pt x="61" y="16"/>
                      <a:pt x="57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7" name="Freeform 774">
                <a:extLst>
                  <a:ext uri="{FF2B5EF4-FFF2-40B4-BE49-F238E27FC236}">
                    <a16:creationId xmlns:a16="http://schemas.microsoft.com/office/drawing/2014/main" id="{5E3F978E-BD0A-4FFF-BDF0-774890B19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796"/>
                <a:ext cx="72" cy="85"/>
              </a:xfrm>
              <a:custGeom>
                <a:avLst/>
                <a:gdLst>
                  <a:gd name="T0" fmla="*/ 350 w 44"/>
                  <a:gd name="T1" fmla="*/ 49 h 49"/>
                  <a:gd name="T2" fmla="*/ 180 w 44"/>
                  <a:gd name="T3" fmla="*/ 28 h 49"/>
                  <a:gd name="T4" fmla="*/ 47 w 44"/>
                  <a:gd name="T5" fmla="*/ 392 h 49"/>
                  <a:gd name="T6" fmla="*/ 350 w 44"/>
                  <a:gd name="T7" fmla="*/ 62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30" y="3"/>
                    </a:moveTo>
                    <a:cubicBezTo>
                      <a:pt x="28" y="0"/>
                      <a:pt x="19" y="0"/>
                      <a:pt x="15" y="2"/>
                    </a:cubicBezTo>
                    <a:cubicBezTo>
                      <a:pt x="5" y="5"/>
                      <a:pt x="0" y="15"/>
                      <a:pt x="4" y="25"/>
                    </a:cubicBezTo>
                    <a:cubicBezTo>
                      <a:pt x="14" y="49"/>
                      <a:pt x="44" y="15"/>
                      <a:pt x="30" y="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8" name="Freeform 775">
                <a:extLst>
                  <a:ext uri="{FF2B5EF4-FFF2-40B4-BE49-F238E27FC236}">
                    <a16:creationId xmlns:a16="http://schemas.microsoft.com/office/drawing/2014/main" id="{B2DED189-4896-4724-8C51-9B09F89E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3726"/>
                <a:ext cx="98" cy="66"/>
              </a:xfrm>
              <a:custGeom>
                <a:avLst/>
                <a:gdLst>
                  <a:gd name="T0" fmla="*/ 69 w 60"/>
                  <a:gd name="T1" fmla="*/ 603 h 38"/>
                  <a:gd name="T2" fmla="*/ 13 w 60"/>
                  <a:gd name="T3" fmla="*/ 429 h 38"/>
                  <a:gd name="T4" fmla="*/ 243 w 60"/>
                  <a:gd name="T5" fmla="*/ 156 h 38"/>
                  <a:gd name="T6" fmla="*/ 675 w 60"/>
                  <a:gd name="T7" fmla="*/ 257 h 38"/>
                  <a:gd name="T8" fmla="*/ 536 w 60"/>
                  <a:gd name="T9" fmla="*/ 299 h 38"/>
                  <a:gd name="T10" fmla="*/ 315 w 60"/>
                  <a:gd name="T11" fmla="*/ 328 h 38"/>
                  <a:gd name="T12" fmla="*/ 69 w 60"/>
                  <a:gd name="T13" fmla="*/ 57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38">
                    <a:moveTo>
                      <a:pt x="6" y="38"/>
                    </a:moveTo>
                    <a:cubicBezTo>
                      <a:pt x="3" y="35"/>
                      <a:pt x="0" y="32"/>
                      <a:pt x="1" y="27"/>
                    </a:cubicBezTo>
                    <a:cubicBezTo>
                      <a:pt x="3" y="19"/>
                      <a:pt x="15" y="12"/>
                      <a:pt x="21" y="10"/>
                    </a:cubicBezTo>
                    <a:cubicBezTo>
                      <a:pt x="28" y="7"/>
                      <a:pt x="60" y="0"/>
                      <a:pt x="58" y="16"/>
                    </a:cubicBezTo>
                    <a:cubicBezTo>
                      <a:pt x="57" y="21"/>
                      <a:pt x="51" y="19"/>
                      <a:pt x="46" y="19"/>
                    </a:cubicBezTo>
                    <a:cubicBezTo>
                      <a:pt x="39" y="18"/>
                      <a:pt x="34" y="18"/>
                      <a:pt x="27" y="21"/>
                    </a:cubicBezTo>
                    <a:cubicBezTo>
                      <a:pt x="20" y="25"/>
                      <a:pt x="12" y="32"/>
                      <a:pt x="6" y="3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9" name="Freeform 776">
                <a:extLst>
                  <a:ext uri="{FF2B5EF4-FFF2-40B4-BE49-F238E27FC236}">
                    <a16:creationId xmlns:a16="http://schemas.microsoft.com/office/drawing/2014/main" id="{D04D5595-329F-4A3A-A1CD-95EB5BD2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838"/>
                <a:ext cx="41" cy="38"/>
              </a:xfrm>
              <a:custGeom>
                <a:avLst/>
                <a:gdLst>
                  <a:gd name="T0" fmla="*/ 295 w 25"/>
                  <a:gd name="T1" fmla="*/ 107 h 22"/>
                  <a:gd name="T2" fmla="*/ 131 w 25"/>
                  <a:gd name="T3" fmla="*/ 28 h 22"/>
                  <a:gd name="T4" fmla="*/ 56 w 25"/>
                  <a:gd name="T5" fmla="*/ 278 h 22"/>
                  <a:gd name="T6" fmla="*/ 167 w 25"/>
                  <a:gd name="T7" fmla="*/ 212 h 22"/>
                  <a:gd name="T8" fmla="*/ 274 w 25"/>
                  <a:gd name="T9" fmla="*/ 12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2">
                    <a:moveTo>
                      <a:pt x="25" y="7"/>
                    </a:moveTo>
                    <a:cubicBezTo>
                      <a:pt x="22" y="4"/>
                      <a:pt x="16" y="0"/>
                      <a:pt x="11" y="2"/>
                    </a:cubicBezTo>
                    <a:cubicBezTo>
                      <a:pt x="6" y="3"/>
                      <a:pt x="0" y="13"/>
                      <a:pt x="5" y="18"/>
                    </a:cubicBezTo>
                    <a:cubicBezTo>
                      <a:pt x="9" y="22"/>
                      <a:pt x="10" y="15"/>
                      <a:pt x="14" y="14"/>
                    </a:cubicBezTo>
                    <a:cubicBezTo>
                      <a:pt x="18" y="12"/>
                      <a:pt x="24" y="15"/>
                      <a:pt x="23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0" name="Freeform 777">
                <a:extLst>
                  <a:ext uri="{FF2B5EF4-FFF2-40B4-BE49-F238E27FC236}">
                    <a16:creationId xmlns:a16="http://schemas.microsoft.com/office/drawing/2014/main" id="{2526CD18-63AB-47F2-BFF4-67B6EDD3E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3773"/>
                <a:ext cx="47" cy="37"/>
              </a:xfrm>
              <a:custGeom>
                <a:avLst/>
                <a:gdLst>
                  <a:gd name="T0" fmla="*/ 280 w 29"/>
                  <a:gd name="T1" fmla="*/ 65 h 21"/>
                  <a:gd name="T2" fmla="*/ 89 w 29"/>
                  <a:gd name="T3" fmla="*/ 37 h 21"/>
                  <a:gd name="T4" fmla="*/ 55 w 29"/>
                  <a:gd name="T5" fmla="*/ 268 h 21"/>
                  <a:gd name="T6" fmla="*/ 131 w 29"/>
                  <a:gd name="T7" fmla="*/ 252 h 21"/>
                  <a:gd name="T8" fmla="*/ 199 w 29"/>
                  <a:gd name="T9" fmla="*/ 224 h 21"/>
                  <a:gd name="T10" fmla="*/ 288 w 29"/>
                  <a:gd name="T11" fmla="*/ 102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25" y="4"/>
                    </a:moveTo>
                    <a:cubicBezTo>
                      <a:pt x="20" y="4"/>
                      <a:pt x="13" y="0"/>
                      <a:pt x="8" y="2"/>
                    </a:cubicBezTo>
                    <a:cubicBezTo>
                      <a:pt x="3" y="4"/>
                      <a:pt x="0" y="12"/>
                      <a:pt x="5" y="16"/>
                    </a:cubicBezTo>
                    <a:cubicBezTo>
                      <a:pt x="10" y="21"/>
                      <a:pt x="8" y="17"/>
                      <a:pt x="12" y="15"/>
                    </a:cubicBezTo>
                    <a:cubicBezTo>
                      <a:pt x="15" y="13"/>
                      <a:pt x="15" y="14"/>
                      <a:pt x="18" y="13"/>
                    </a:cubicBezTo>
                    <a:cubicBezTo>
                      <a:pt x="23" y="13"/>
                      <a:pt x="29" y="13"/>
                      <a:pt x="26" y="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1" name="Freeform 778">
                <a:extLst>
                  <a:ext uri="{FF2B5EF4-FFF2-40B4-BE49-F238E27FC236}">
                    <a16:creationId xmlns:a16="http://schemas.microsoft.com/office/drawing/2014/main" id="{ADA5EFBF-34F3-40C4-BA75-EA5D3A76D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719"/>
                <a:ext cx="53" cy="42"/>
              </a:xfrm>
              <a:custGeom>
                <a:avLst/>
                <a:gdLst>
                  <a:gd name="T0" fmla="*/ 323 w 32"/>
                  <a:gd name="T1" fmla="*/ 37 h 24"/>
                  <a:gd name="T2" fmla="*/ 99 w 32"/>
                  <a:gd name="T3" fmla="*/ 102 h 24"/>
                  <a:gd name="T4" fmla="*/ 60 w 32"/>
                  <a:gd name="T5" fmla="*/ 350 h 24"/>
                  <a:gd name="T6" fmla="*/ 151 w 32"/>
                  <a:gd name="T7" fmla="*/ 301 h 24"/>
                  <a:gd name="T8" fmla="*/ 250 w 32"/>
                  <a:gd name="T9" fmla="*/ 236 h 24"/>
                  <a:gd name="T10" fmla="*/ 323 w 32"/>
                  <a:gd name="T11" fmla="*/ 6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4">
                    <a:moveTo>
                      <a:pt x="26" y="2"/>
                    </a:moveTo>
                    <a:cubicBezTo>
                      <a:pt x="20" y="1"/>
                      <a:pt x="13" y="0"/>
                      <a:pt x="8" y="6"/>
                    </a:cubicBezTo>
                    <a:cubicBezTo>
                      <a:pt x="5" y="9"/>
                      <a:pt x="0" y="18"/>
                      <a:pt x="5" y="21"/>
                    </a:cubicBezTo>
                    <a:cubicBezTo>
                      <a:pt x="9" y="24"/>
                      <a:pt x="10" y="21"/>
                      <a:pt x="12" y="18"/>
                    </a:cubicBezTo>
                    <a:cubicBezTo>
                      <a:pt x="15" y="15"/>
                      <a:pt x="15" y="14"/>
                      <a:pt x="20" y="14"/>
                    </a:cubicBezTo>
                    <a:cubicBezTo>
                      <a:pt x="23" y="13"/>
                      <a:pt x="32" y="9"/>
                      <a:pt x="26" y="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2" name="Freeform 779">
                <a:extLst>
                  <a:ext uri="{FF2B5EF4-FFF2-40B4-BE49-F238E27FC236}">
                    <a16:creationId xmlns:a16="http://schemas.microsoft.com/office/drawing/2014/main" id="{8D9C3261-8720-4059-B32C-5BC1070EB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792"/>
                <a:ext cx="55" cy="58"/>
              </a:xfrm>
              <a:custGeom>
                <a:avLst/>
                <a:gdLst>
                  <a:gd name="T0" fmla="*/ 288 w 34"/>
                  <a:gd name="T1" fmla="*/ 49 h 33"/>
                  <a:gd name="T2" fmla="*/ 157 w 34"/>
                  <a:gd name="T3" fmla="*/ 21 h 33"/>
                  <a:gd name="T4" fmla="*/ 21 w 34"/>
                  <a:gd name="T5" fmla="*/ 237 h 33"/>
                  <a:gd name="T6" fmla="*/ 76 w 34"/>
                  <a:gd name="T7" fmla="*/ 517 h 33"/>
                  <a:gd name="T8" fmla="*/ 131 w 34"/>
                  <a:gd name="T9" fmla="*/ 401 h 33"/>
                  <a:gd name="T10" fmla="*/ 233 w 34"/>
                  <a:gd name="T11" fmla="*/ 286 h 33"/>
                  <a:gd name="T12" fmla="*/ 301 w 34"/>
                  <a:gd name="T13" fmla="*/ 6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3">
                    <a:moveTo>
                      <a:pt x="26" y="3"/>
                    </a:moveTo>
                    <a:cubicBezTo>
                      <a:pt x="24" y="0"/>
                      <a:pt x="17" y="1"/>
                      <a:pt x="14" y="1"/>
                    </a:cubicBezTo>
                    <a:cubicBezTo>
                      <a:pt x="7" y="3"/>
                      <a:pt x="3" y="8"/>
                      <a:pt x="2" y="14"/>
                    </a:cubicBezTo>
                    <a:cubicBezTo>
                      <a:pt x="1" y="18"/>
                      <a:pt x="0" y="33"/>
                      <a:pt x="7" y="31"/>
                    </a:cubicBezTo>
                    <a:cubicBezTo>
                      <a:pt x="9" y="31"/>
                      <a:pt x="10" y="26"/>
                      <a:pt x="12" y="24"/>
                    </a:cubicBezTo>
                    <a:cubicBezTo>
                      <a:pt x="14" y="20"/>
                      <a:pt x="17" y="19"/>
                      <a:pt x="21" y="17"/>
                    </a:cubicBezTo>
                    <a:cubicBezTo>
                      <a:pt x="25" y="15"/>
                      <a:pt x="34" y="9"/>
                      <a:pt x="27" y="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3" name="Freeform 780">
                <a:extLst>
                  <a:ext uri="{FF2B5EF4-FFF2-40B4-BE49-F238E27FC236}">
                    <a16:creationId xmlns:a16="http://schemas.microsoft.com/office/drawing/2014/main" id="{5A64EA0B-204C-4304-8296-9BADFDE5B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791"/>
                <a:ext cx="59" cy="47"/>
              </a:xfrm>
              <a:custGeom>
                <a:avLst/>
                <a:gdLst>
                  <a:gd name="T0" fmla="*/ 49 w 36"/>
                  <a:gd name="T1" fmla="*/ 172 h 27"/>
                  <a:gd name="T2" fmla="*/ 346 w 36"/>
                  <a:gd name="T3" fmla="*/ 127 h 27"/>
                  <a:gd name="T4" fmla="*/ 331 w 36"/>
                  <a:gd name="T5" fmla="*/ 406 h 27"/>
                  <a:gd name="T6" fmla="*/ 261 w 36"/>
                  <a:gd name="T7" fmla="*/ 299 h 27"/>
                  <a:gd name="T8" fmla="*/ 188 w 36"/>
                  <a:gd name="T9" fmla="*/ 275 h 27"/>
                  <a:gd name="T10" fmla="*/ 56 w 36"/>
                  <a:gd name="T11" fmla="*/ 15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7">
                    <a:moveTo>
                      <a:pt x="4" y="11"/>
                    </a:moveTo>
                    <a:cubicBezTo>
                      <a:pt x="5" y="0"/>
                      <a:pt x="24" y="1"/>
                      <a:pt x="29" y="8"/>
                    </a:cubicBezTo>
                    <a:cubicBezTo>
                      <a:pt x="32" y="11"/>
                      <a:pt x="36" y="27"/>
                      <a:pt x="28" y="25"/>
                    </a:cubicBezTo>
                    <a:cubicBezTo>
                      <a:pt x="25" y="24"/>
                      <a:pt x="24" y="20"/>
                      <a:pt x="22" y="19"/>
                    </a:cubicBezTo>
                    <a:cubicBezTo>
                      <a:pt x="20" y="17"/>
                      <a:pt x="18" y="18"/>
                      <a:pt x="16" y="17"/>
                    </a:cubicBezTo>
                    <a:cubicBezTo>
                      <a:pt x="13" y="17"/>
                      <a:pt x="0" y="14"/>
                      <a:pt x="5" y="1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4" name="Freeform 781">
                <a:extLst>
                  <a:ext uri="{FF2B5EF4-FFF2-40B4-BE49-F238E27FC236}">
                    <a16:creationId xmlns:a16="http://schemas.microsoft.com/office/drawing/2014/main" id="{FF040CD3-C902-4C3F-96D3-FE9E4DC91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696"/>
                <a:ext cx="64" cy="61"/>
              </a:xfrm>
              <a:custGeom>
                <a:avLst/>
                <a:gdLst>
                  <a:gd name="T0" fmla="*/ 450 w 39"/>
                  <a:gd name="T1" fmla="*/ 91 h 35"/>
                  <a:gd name="T2" fmla="*/ 167 w 39"/>
                  <a:gd name="T3" fmla="*/ 64 h 35"/>
                  <a:gd name="T4" fmla="*/ 92 w 39"/>
                  <a:gd name="T5" fmla="*/ 471 h 35"/>
                  <a:gd name="T6" fmla="*/ 240 w 39"/>
                  <a:gd name="T7" fmla="*/ 483 h 35"/>
                  <a:gd name="T8" fmla="*/ 282 w 39"/>
                  <a:gd name="T9" fmla="*/ 286 h 35"/>
                  <a:gd name="T10" fmla="*/ 428 w 39"/>
                  <a:gd name="T11" fmla="*/ 213 h 35"/>
                  <a:gd name="T12" fmla="*/ 450 w 39"/>
                  <a:gd name="T13" fmla="*/ 8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5">
                    <a:moveTo>
                      <a:pt x="38" y="6"/>
                    </a:moveTo>
                    <a:cubicBezTo>
                      <a:pt x="33" y="0"/>
                      <a:pt x="20" y="1"/>
                      <a:pt x="14" y="4"/>
                    </a:cubicBezTo>
                    <a:cubicBezTo>
                      <a:pt x="6" y="10"/>
                      <a:pt x="0" y="20"/>
                      <a:pt x="8" y="29"/>
                    </a:cubicBezTo>
                    <a:cubicBezTo>
                      <a:pt x="11" y="32"/>
                      <a:pt x="17" y="35"/>
                      <a:pt x="20" y="30"/>
                    </a:cubicBezTo>
                    <a:cubicBezTo>
                      <a:pt x="22" y="25"/>
                      <a:pt x="17" y="21"/>
                      <a:pt x="24" y="18"/>
                    </a:cubicBezTo>
                    <a:cubicBezTo>
                      <a:pt x="28" y="16"/>
                      <a:pt x="32" y="18"/>
                      <a:pt x="36" y="13"/>
                    </a:cubicBezTo>
                    <a:cubicBezTo>
                      <a:pt x="38" y="11"/>
                      <a:pt x="39" y="8"/>
                      <a:pt x="38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5" name="Freeform 782">
                <a:extLst>
                  <a:ext uri="{FF2B5EF4-FFF2-40B4-BE49-F238E27FC236}">
                    <a16:creationId xmlns:a16="http://schemas.microsoft.com/office/drawing/2014/main" id="{4FD731B5-A499-4463-A882-6868CB95D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3702"/>
                <a:ext cx="78" cy="54"/>
              </a:xfrm>
              <a:custGeom>
                <a:avLst/>
                <a:gdLst>
                  <a:gd name="T0" fmla="*/ 102 w 48"/>
                  <a:gd name="T1" fmla="*/ 498 h 31"/>
                  <a:gd name="T2" fmla="*/ 76 w 48"/>
                  <a:gd name="T3" fmla="*/ 148 h 31"/>
                  <a:gd name="T4" fmla="*/ 502 w 48"/>
                  <a:gd name="T5" fmla="*/ 148 h 31"/>
                  <a:gd name="T6" fmla="*/ 419 w 48"/>
                  <a:gd name="T7" fmla="*/ 277 h 31"/>
                  <a:gd name="T8" fmla="*/ 254 w 48"/>
                  <a:gd name="T9" fmla="*/ 277 h 31"/>
                  <a:gd name="T10" fmla="*/ 215 w 48"/>
                  <a:gd name="T11" fmla="*/ 449 h 31"/>
                  <a:gd name="T12" fmla="*/ 111 w 48"/>
                  <a:gd name="T13" fmla="*/ 49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1">
                    <a:moveTo>
                      <a:pt x="9" y="31"/>
                    </a:moveTo>
                    <a:cubicBezTo>
                      <a:pt x="2" y="26"/>
                      <a:pt x="0" y="15"/>
                      <a:pt x="7" y="9"/>
                    </a:cubicBezTo>
                    <a:cubicBezTo>
                      <a:pt x="15" y="3"/>
                      <a:pt x="37" y="0"/>
                      <a:pt x="44" y="9"/>
                    </a:cubicBezTo>
                    <a:cubicBezTo>
                      <a:pt x="48" y="15"/>
                      <a:pt x="43" y="19"/>
                      <a:pt x="37" y="17"/>
                    </a:cubicBezTo>
                    <a:cubicBezTo>
                      <a:pt x="32" y="16"/>
                      <a:pt x="26" y="12"/>
                      <a:pt x="22" y="17"/>
                    </a:cubicBezTo>
                    <a:cubicBezTo>
                      <a:pt x="19" y="20"/>
                      <a:pt x="22" y="25"/>
                      <a:pt x="19" y="28"/>
                    </a:cubicBezTo>
                    <a:cubicBezTo>
                      <a:pt x="17" y="31"/>
                      <a:pt x="13" y="31"/>
                      <a:pt x="10" y="3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6" name="Freeform 783">
                <a:extLst>
                  <a:ext uri="{FF2B5EF4-FFF2-40B4-BE49-F238E27FC236}">
                    <a16:creationId xmlns:a16="http://schemas.microsoft.com/office/drawing/2014/main" id="{D1657005-C37F-430E-8D96-75F26D127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3784"/>
                <a:ext cx="64" cy="54"/>
              </a:xfrm>
              <a:custGeom>
                <a:avLst/>
                <a:gdLst>
                  <a:gd name="T0" fmla="*/ 407 w 39"/>
                  <a:gd name="T1" fmla="*/ 64 h 31"/>
                  <a:gd name="T2" fmla="*/ 80 w 39"/>
                  <a:gd name="T3" fmla="*/ 127 h 31"/>
                  <a:gd name="T4" fmla="*/ 151 w 39"/>
                  <a:gd name="T5" fmla="*/ 449 h 31"/>
                  <a:gd name="T6" fmla="*/ 282 w 39"/>
                  <a:gd name="T7" fmla="*/ 348 h 31"/>
                  <a:gd name="T8" fmla="*/ 394 w 39"/>
                  <a:gd name="T9" fmla="*/ 277 h 31"/>
                  <a:gd name="T10" fmla="*/ 415 w 39"/>
                  <a:gd name="T11" fmla="*/ 8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1">
                    <a:moveTo>
                      <a:pt x="34" y="4"/>
                    </a:moveTo>
                    <a:cubicBezTo>
                      <a:pt x="26" y="0"/>
                      <a:pt x="13" y="2"/>
                      <a:pt x="7" y="8"/>
                    </a:cubicBezTo>
                    <a:cubicBezTo>
                      <a:pt x="0" y="14"/>
                      <a:pt x="1" y="31"/>
                      <a:pt x="13" y="28"/>
                    </a:cubicBezTo>
                    <a:cubicBezTo>
                      <a:pt x="17" y="27"/>
                      <a:pt x="20" y="24"/>
                      <a:pt x="24" y="22"/>
                    </a:cubicBezTo>
                    <a:cubicBezTo>
                      <a:pt x="28" y="21"/>
                      <a:pt x="30" y="20"/>
                      <a:pt x="33" y="17"/>
                    </a:cubicBezTo>
                    <a:cubicBezTo>
                      <a:pt x="35" y="14"/>
                      <a:pt x="39" y="8"/>
                      <a:pt x="35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7" name="Freeform 784">
                <a:extLst>
                  <a:ext uri="{FF2B5EF4-FFF2-40B4-BE49-F238E27FC236}">
                    <a16:creationId xmlns:a16="http://schemas.microsoft.com/office/drawing/2014/main" id="{456E2AB5-6F1D-451E-B486-C310F343D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3780"/>
                <a:ext cx="75" cy="32"/>
              </a:xfrm>
              <a:custGeom>
                <a:avLst/>
                <a:gdLst>
                  <a:gd name="T0" fmla="*/ 528 w 46"/>
                  <a:gd name="T1" fmla="*/ 231 h 18"/>
                  <a:gd name="T2" fmla="*/ 290 w 46"/>
                  <a:gd name="T3" fmla="*/ 37 h 18"/>
                  <a:gd name="T4" fmla="*/ 126 w 46"/>
                  <a:gd name="T5" fmla="*/ 89 h 18"/>
                  <a:gd name="T6" fmla="*/ 13 w 46"/>
                  <a:gd name="T7" fmla="*/ 66 h 18"/>
                  <a:gd name="T8" fmla="*/ 68 w 46"/>
                  <a:gd name="T9" fmla="*/ 247 h 18"/>
                  <a:gd name="T10" fmla="*/ 256 w 46"/>
                  <a:gd name="T11" fmla="*/ 247 h 18"/>
                  <a:gd name="T12" fmla="*/ 426 w 46"/>
                  <a:gd name="T13" fmla="*/ 281 h 18"/>
                  <a:gd name="T14" fmla="*/ 515 w 46"/>
                  <a:gd name="T15" fmla="*/ 247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18">
                    <a:moveTo>
                      <a:pt x="46" y="13"/>
                    </a:moveTo>
                    <a:cubicBezTo>
                      <a:pt x="46" y="5"/>
                      <a:pt x="32" y="0"/>
                      <a:pt x="25" y="2"/>
                    </a:cubicBezTo>
                    <a:cubicBezTo>
                      <a:pt x="20" y="2"/>
                      <a:pt x="16" y="5"/>
                      <a:pt x="11" y="5"/>
                    </a:cubicBezTo>
                    <a:cubicBezTo>
                      <a:pt x="9" y="5"/>
                      <a:pt x="3" y="1"/>
                      <a:pt x="1" y="4"/>
                    </a:cubicBezTo>
                    <a:cubicBezTo>
                      <a:pt x="0" y="6"/>
                      <a:pt x="4" y="13"/>
                      <a:pt x="6" y="14"/>
                    </a:cubicBezTo>
                    <a:cubicBezTo>
                      <a:pt x="10" y="17"/>
                      <a:pt x="17" y="15"/>
                      <a:pt x="22" y="14"/>
                    </a:cubicBezTo>
                    <a:cubicBezTo>
                      <a:pt x="28" y="13"/>
                      <a:pt x="31" y="14"/>
                      <a:pt x="37" y="16"/>
                    </a:cubicBezTo>
                    <a:cubicBezTo>
                      <a:pt x="41" y="18"/>
                      <a:pt x="42" y="16"/>
                      <a:pt x="45" y="1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8" name="Freeform 785">
                <a:extLst>
                  <a:ext uri="{FF2B5EF4-FFF2-40B4-BE49-F238E27FC236}">
                    <a16:creationId xmlns:a16="http://schemas.microsoft.com/office/drawing/2014/main" id="{2F3EE580-B580-4FA3-9EBE-D030D02B3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822"/>
                <a:ext cx="68" cy="51"/>
              </a:xfrm>
              <a:custGeom>
                <a:avLst/>
                <a:gdLst>
                  <a:gd name="T0" fmla="*/ 493 w 41"/>
                  <a:gd name="T1" fmla="*/ 135 h 29"/>
                  <a:gd name="T2" fmla="*/ 206 w 41"/>
                  <a:gd name="T3" fmla="*/ 37 h 29"/>
                  <a:gd name="T4" fmla="*/ 126 w 41"/>
                  <a:gd name="T5" fmla="*/ 86 h 29"/>
                  <a:gd name="T6" fmla="*/ 0 w 41"/>
                  <a:gd name="T7" fmla="*/ 352 h 29"/>
                  <a:gd name="T8" fmla="*/ 126 w 41"/>
                  <a:gd name="T9" fmla="*/ 468 h 29"/>
                  <a:gd name="T10" fmla="*/ 242 w 41"/>
                  <a:gd name="T11" fmla="*/ 315 h 29"/>
                  <a:gd name="T12" fmla="*/ 388 w 41"/>
                  <a:gd name="T13" fmla="*/ 288 h 29"/>
                  <a:gd name="T14" fmla="*/ 473 w 41"/>
                  <a:gd name="T15" fmla="*/ 266 h 29"/>
                  <a:gd name="T16" fmla="*/ 514 w 41"/>
                  <a:gd name="T17" fmla="*/ 172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39" y="8"/>
                    </a:moveTo>
                    <a:cubicBezTo>
                      <a:pt x="33" y="4"/>
                      <a:pt x="24" y="0"/>
                      <a:pt x="16" y="2"/>
                    </a:cubicBezTo>
                    <a:cubicBezTo>
                      <a:pt x="14" y="2"/>
                      <a:pt x="12" y="3"/>
                      <a:pt x="10" y="5"/>
                    </a:cubicBezTo>
                    <a:cubicBezTo>
                      <a:pt x="5" y="7"/>
                      <a:pt x="0" y="16"/>
                      <a:pt x="0" y="21"/>
                    </a:cubicBezTo>
                    <a:cubicBezTo>
                      <a:pt x="0" y="25"/>
                      <a:pt x="6" y="29"/>
                      <a:pt x="10" y="28"/>
                    </a:cubicBezTo>
                    <a:cubicBezTo>
                      <a:pt x="14" y="27"/>
                      <a:pt x="16" y="22"/>
                      <a:pt x="19" y="19"/>
                    </a:cubicBezTo>
                    <a:cubicBezTo>
                      <a:pt x="23" y="17"/>
                      <a:pt x="27" y="16"/>
                      <a:pt x="31" y="17"/>
                    </a:cubicBezTo>
                    <a:cubicBezTo>
                      <a:pt x="35" y="17"/>
                      <a:pt x="35" y="19"/>
                      <a:pt x="38" y="16"/>
                    </a:cubicBezTo>
                    <a:cubicBezTo>
                      <a:pt x="40" y="14"/>
                      <a:pt x="41" y="13"/>
                      <a:pt x="41" y="1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9" name="Freeform 786">
                <a:extLst>
                  <a:ext uri="{FF2B5EF4-FFF2-40B4-BE49-F238E27FC236}">
                    <a16:creationId xmlns:a16="http://schemas.microsoft.com/office/drawing/2014/main" id="{F882D2C9-8FED-439B-B82B-D77A963E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3696"/>
                <a:ext cx="77" cy="60"/>
              </a:xfrm>
              <a:custGeom>
                <a:avLst/>
                <a:gdLst>
                  <a:gd name="T0" fmla="*/ 115 w 47"/>
                  <a:gd name="T1" fmla="*/ 582 h 34"/>
                  <a:gd name="T2" fmla="*/ 236 w 47"/>
                  <a:gd name="T3" fmla="*/ 106 h 34"/>
                  <a:gd name="T4" fmla="*/ 441 w 47"/>
                  <a:gd name="T5" fmla="*/ 37 h 34"/>
                  <a:gd name="T6" fmla="*/ 542 w 47"/>
                  <a:gd name="T7" fmla="*/ 203 h 34"/>
                  <a:gd name="T8" fmla="*/ 247 w 47"/>
                  <a:gd name="T9" fmla="*/ 339 h 34"/>
                  <a:gd name="T10" fmla="*/ 129 w 47"/>
                  <a:gd name="T11" fmla="*/ 582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4">
                    <a:moveTo>
                      <a:pt x="10" y="34"/>
                    </a:moveTo>
                    <a:cubicBezTo>
                      <a:pt x="0" y="26"/>
                      <a:pt x="12" y="11"/>
                      <a:pt x="20" y="6"/>
                    </a:cubicBezTo>
                    <a:cubicBezTo>
                      <a:pt x="25" y="3"/>
                      <a:pt x="31" y="0"/>
                      <a:pt x="37" y="2"/>
                    </a:cubicBezTo>
                    <a:cubicBezTo>
                      <a:pt x="42" y="4"/>
                      <a:pt x="47" y="7"/>
                      <a:pt x="46" y="12"/>
                    </a:cubicBezTo>
                    <a:cubicBezTo>
                      <a:pt x="39" y="15"/>
                      <a:pt x="25" y="10"/>
                      <a:pt x="21" y="20"/>
                    </a:cubicBezTo>
                    <a:cubicBezTo>
                      <a:pt x="17" y="28"/>
                      <a:pt x="21" y="34"/>
                      <a:pt x="11" y="3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0" name="Freeform 787">
                <a:extLst>
                  <a:ext uri="{FF2B5EF4-FFF2-40B4-BE49-F238E27FC236}">
                    <a16:creationId xmlns:a16="http://schemas.microsoft.com/office/drawing/2014/main" id="{6C99EC7C-F6A6-46E2-A134-E5BC8F94D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3703"/>
                <a:ext cx="70" cy="70"/>
              </a:xfrm>
              <a:custGeom>
                <a:avLst/>
                <a:gdLst>
                  <a:gd name="T0" fmla="*/ 143 w 43"/>
                  <a:gd name="T1" fmla="*/ 592 h 40"/>
                  <a:gd name="T2" fmla="*/ 68 w 43"/>
                  <a:gd name="T3" fmla="*/ 179 h 40"/>
                  <a:gd name="T4" fmla="*/ 400 w 43"/>
                  <a:gd name="T5" fmla="*/ 114 h 40"/>
                  <a:gd name="T6" fmla="*/ 239 w 43"/>
                  <a:gd name="T7" fmla="*/ 327 h 40"/>
                  <a:gd name="T8" fmla="*/ 143 w 43"/>
                  <a:gd name="T9" fmla="*/ 572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0">
                    <a:moveTo>
                      <a:pt x="12" y="36"/>
                    </a:moveTo>
                    <a:cubicBezTo>
                      <a:pt x="1" y="33"/>
                      <a:pt x="0" y="18"/>
                      <a:pt x="6" y="11"/>
                    </a:cubicBezTo>
                    <a:cubicBezTo>
                      <a:pt x="11" y="4"/>
                      <a:pt x="28" y="0"/>
                      <a:pt x="35" y="7"/>
                    </a:cubicBezTo>
                    <a:cubicBezTo>
                      <a:pt x="43" y="16"/>
                      <a:pt x="24" y="15"/>
                      <a:pt x="21" y="20"/>
                    </a:cubicBezTo>
                    <a:cubicBezTo>
                      <a:pt x="20" y="23"/>
                      <a:pt x="21" y="40"/>
                      <a:pt x="12" y="3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1" name="Freeform 788">
                <a:extLst>
                  <a:ext uri="{FF2B5EF4-FFF2-40B4-BE49-F238E27FC236}">
                    <a16:creationId xmlns:a16="http://schemas.microsoft.com/office/drawing/2014/main" id="{C4F1EB1E-6B4F-45A2-9C8A-7E4610CEC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3709"/>
                <a:ext cx="60" cy="52"/>
              </a:xfrm>
              <a:custGeom>
                <a:avLst/>
                <a:gdLst>
                  <a:gd name="T0" fmla="*/ 42 w 37"/>
                  <a:gd name="T1" fmla="*/ 454 h 30"/>
                  <a:gd name="T2" fmla="*/ 13 w 37"/>
                  <a:gd name="T3" fmla="*/ 298 h 30"/>
                  <a:gd name="T4" fmla="*/ 131 w 37"/>
                  <a:gd name="T5" fmla="*/ 85 h 30"/>
                  <a:gd name="T6" fmla="*/ 392 w 37"/>
                  <a:gd name="T7" fmla="*/ 172 h 30"/>
                  <a:gd name="T8" fmla="*/ 379 w 37"/>
                  <a:gd name="T9" fmla="*/ 321 h 30"/>
                  <a:gd name="T10" fmla="*/ 268 w 37"/>
                  <a:gd name="T11" fmla="*/ 343 h 30"/>
                  <a:gd name="T12" fmla="*/ 178 w 37"/>
                  <a:gd name="T13" fmla="*/ 454 h 30"/>
                  <a:gd name="T14" fmla="*/ 68 w 37"/>
                  <a:gd name="T15" fmla="*/ 454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0">
                    <a:moveTo>
                      <a:pt x="4" y="29"/>
                    </a:moveTo>
                    <a:cubicBezTo>
                      <a:pt x="0" y="30"/>
                      <a:pt x="0" y="21"/>
                      <a:pt x="1" y="19"/>
                    </a:cubicBezTo>
                    <a:cubicBezTo>
                      <a:pt x="2" y="14"/>
                      <a:pt x="7" y="8"/>
                      <a:pt x="12" y="5"/>
                    </a:cubicBezTo>
                    <a:cubicBezTo>
                      <a:pt x="20" y="0"/>
                      <a:pt x="31" y="2"/>
                      <a:pt x="35" y="11"/>
                    </a:cubicBezTo>
                    <a:cubicBezTo>
                      <a:pt x="36" y="14"/>
                      <a:pt x="37" y="19"/>
                      <a:pt x="34" y="21"/>
                    </a:cubicBezTo>
                    <a:cubicBezTo>
                      <a:pt x="32" y="23"/>
                      <a:pt x="27" y="21"/>
                      <a:pt x="24" y="22"/>
                    </a:cubicBezTo>
                    <a:cubicBezTo>
                      <a:pt x="21" y="24"/>
                      <a:pt x="20" y="27"/>
                      <a:pt x="16" y="29"/>
                    </a:cubicBezTo>
                    <a:cubicBezTo>
                      <a:pt x="13" y="30"/>
                      <a:pt x="9" y="30"/>
                      <a:pt x="6" y="2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2" name="Freeform 789">
                <a:extLst>
                  <a:ext uri="{FF2B5EF4-FFF2-40B4-BE49-F238E27FC236}">
                    <a16:creationId xmlns:a16="http://schemas.microsoft.com/office/drawing/2014/main" id="{83D57AE3-EEA6-44D3-89BB-581AC733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712"/>
                <a:ext cx="70" cy="33"/>
              </a:xfrm>
              <a:custGeom>
                <a:avLst/>
                <a:gdLst>
                  <a:gd name="T0" fmla="*/ 90 w 43"/>
                  <a:gd name="T1" fmla="*/ 283 h 19"/>
                  <a:gd name="T2" fmla="*/ 34 w 43"/>
                  <a:gd name="T3" fmla="*/ 221 h 19"/>
                  <a:gd name="T4" fmla="*/ 143 w 43"/>
                  <a:gd name="T5" fmla="*/ 85 h 19"/>
                  <a:gd name="T6" fmla="*/ 435 w 43"/>
                  <a:gd name="T7" fmla="*/ 109 h 19"/>
                  <a:gd name="T8" fmla="*/ 288 w 43"/>
                  <a:gd name="T9" fmla="*/ 208 h 19"/>
                  <a:gd name="T10" fmla="*/ 160 w 43"/>
                  <a:gd name="T11" fmla="*/ 234 h 19"/>
                  <a:gd name="T12" fmla="*/ 77 w 43"/>
                  <a:gd name="T13" fmla="*/ 28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9">
                    <a:moveTo>
                      <a:pt x="8" y="18"/>
                    </a:moveTo>
                    <a:cubicBezTo>
                      <a:pt x="6" y="19"/>
                      <a:pt x="3" y="16"/>
                      <a:pt x="3" y="14"/>
                    </a:cubicBezTo>
                    <a:cubicBezTo>
                      <a:pt x="0" y="8"/>
                      <a:pt x="7" y="5"/>
                      <a:pt x="12" y="5"/>
                    </a:cubicBezTo>
                    <a:cubicBezTo>
                      <a:pt x="18" y="4"/>
                      <a:pt x="33" y="0"/>
                      <a:pt x="38" y="7"/>
                    </a:cubicBezTo>
                    <a:cubicBezTo>
                      <a:pt x="43" y="17"/>
                      <a:pt x="28" y="13"/>
                      <a:pt x="25" y="13"/>
                    </a:cubicBezTo>
                    <a:cubicBezTo>
                      <a:pt x="20" y="12"/>
                      <a:pt x="18" y="13"/>
                      <a:pt x="14" y="15"/>
                    </a:cubicBezTo>
                    <a:cubicBezTo>
                      <a:pt x="12" y="16"/>
                      <a:pt x="10" y="18"/>
                      <a:pt x="7" y="1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3" name="Freeform 790">
                <a:extLst>
                  <a:ext uri="{FF2B5EF4-FFF2-40B4-BE49-F238E27FC236}">
                    <a16:creationId xmlns:a16="http://schemas.microsoft.com/office/drawing/2014/main" id="{532A2895-A40B-4F50-8EB7-A793EA526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838"/>
                <a:ext cx="73" cy="43"/>
              </a:xfrm>
              <a:custGeom>
                <a:avLst/>
                <a:gdLst>
                  <a:gd name="T0" fmla="*/ 0 w 45"/>
                  <a:gd name="T1" fmla="*/ 353 h 25"/>
                  <a:gd name="T2" fmla="*/ 178 w 45"/>
                  <a:gd name="T3" fmla="*/ 86 h 25"/>
                  <a:gd name="T4" fmla="*/ 435 w 45"/>
                  <a:gd name="T5" fmla="*/ 107 h 25"/>
                  <a:gd name="T6" fmla="*/ 287 w 45"/>
                  <a:gd name="T7" fmla="*/ 291 h 25"/>
                  <a:gd name="T8" fmla="*/ 144 w 45"/>
                  <a:gd name="T9" fmla="*/ 361 h 25"/>
                  <a:gd name="T10" fmla="*/ 34 w 45"/>
                  <a:gd name="T11" fmla="*/ 353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25">
                    <a:moveTo>
                      <a:pt x="0" y="23"/>
                    </a:moveTo>
                    <a:cubicBezTo>
                      <a:pt x="0" y="17"/>
                      <a:pt x="11" y="9"/>
                      <a:pt x="16" y="6"/>
                    </a:cubicBezTo>
                    <a:cubicBezTo>
                      <a:pt x="22" y="3"/>
                      <a:pt x="34" y="0"/>
                      <a:pt x="39" y="7"/>
                    </a:cubicBezTo>
                    <a:cubicBezTo>
                      <a:pt x="45" y="16"/>
                      <a:pt x="30" y="17"/>
                      <a:pt x="25" y="19"/>
                    </a:cubicBezTo>
                    <a:cubicBezTo>
                      <a:pt x="21" y="20"/>
                      <a:pt x="17" y="23"/>
                      <a:pt x="13" y="24"/>
                    </a:cubicBezTo>
                    <a:cubicBezTo>
                      <a:pt x="10" y="25"/>
                      <a:pt x="7" y="23"/>
                      <a:pt x="3" y="2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4" name="Freeform 791">
                <a:extLst>
                  <a:ext uri="{FF2B5EF4-FFF2-40B4-BE49-F238E27FC236}">
                    <a16:creationId xmlns:a16="http://schemas.microsoft.com/office/drawing/2014/main" id="{C2E3A975-86EE-4CAA-9E6E-355526C39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3813"/>
                <a:ext cx="72" cy="49"/>
              </a:xfrm>
              <a:custGeom>
                <a:avLst/>
                <a:gdLst>
                  <a:gd name="T0" fmla="*/ 460 w 44"/>
                  <a:gd name="T1" fmla="*/ 102 h 28"/>
                  <a:gd name="T2" fmla="*/ 180 w 44"/>
                  <a:gd name="T3" fmla="*/ 86 h 28"/>
                  <a:gd name="T4" fmla="*/ 115 w 44"/>
                  <a:gd name="T5" fmla="*/ 413 h 28"/>
                  <a:gd name="T6" fmla="*/ 260 w 44"/>
                  <a:gd name="T7" fmla="*/ 399 h 28"/>
                  <a:gd name="T8" fmla="*/ 365 w 44"/>
                  <a:gd name="T9" fmla="*/ 301 h 28"/>
                  <a:gd name="T10" fmla="*/ 442 w 44"/>
                  <a:gd name="T11" fmla="*/ 10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8">
                    <a:moveTo>
                      <a:pt x="39" y="6"/>
                    </a:moveTo>
                    <a:cubicBezTo>
                      <a:pt x="32" y="0"/>
                      <a:pt x="23" y="0"/>
                      <a:pt x="15" y="5"/>
                    </a:cubicBezTo>
                    <a:cubicBezTo>
                      <a:pt x="9" y="9"/>
                      <a:pt x="0" y="19"/>
                      <a:pt x="10" y="25"/>
                    </a:cubicBezTo>
                    <a:cubicBezTo>
                      <a:pt x="14" y="28"/>
                      <a:pt x="19" y="28"/>
                      <a:pt x="22" y="24"/>
                    </a:cubicBezTo>
                    <a:cubicBezTo>
                      <a:pt x="25" y="19"/>
                      <a:pt x="26" y="19"/>
                      <a:pt x="31" y="18"/>
                    </a:cubicBezTo>
                    <a:cubicBezTo>
                      <a:pt x="37" y="16"/>
                      <a:pt x="44" y="12"/>
                      <a:pt x="38" y="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5" name="Freeform 792">
                <a:extLst>
                  <a:ext uri="{FF2B5EF4-FFF2-40B4-BE49-F238E27FC236}">
                    <a16:creationId xmlns:a16="http://schemas.microsoft.com/office/drawing/2014/main" id="{06D7761A-F2F8-41BC-BAA1-E7CD9E345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700"/>
                <a:ext cx="90" cy="61"/>
              </a:xfrm>
              <a:custGeom>
                <a:avLst/>
                <a:gdLst>
                  <a:gd name="T0" fmla="*/ 573 w 55"/>
                  <a:gd name="T1" fmla="*/ 85 h 35"/>
                  <a:gd name="T2" fmla="*/ 236 w 55"/>
                  <a:gd name="T3" fmla="*/ 127 h 35"/>
                  <a:gd name="T4" fmla="*/ 126 w 55"/>
                  <a:gd name="T5" fmla="*/ 498 h 35"/>
                  <a:gd name="T6" fmla="*/ 295 w 55"/>
                  <a:gd name="T7" fmla="*/ 471 h 35"/>
                  <a:gd name="T8" fmla="*/ 483 w 55"/>
                  <a:gd name="T9" fmla="*/ 322 h 35"/>
                  <a:gd name="T10" fmla="*/ 597 w 55"/>
                  <a:gd name="T11" fmla="*/ 8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5">
                    <a:moveTo>
                      <a:pt x="49" y="5"/>
                    </a:moveTo>
                    <a:cubicBezTo>
                      <a:pt x="40" y="0"/>
                      <a:pt x="28" y="4"/>
                      <a:pt x="20" y="8"/>
                    </a:cubicBezTo>
                    <a:cubicBezTo>
                      <a:pt x="12" y="12"/>
                      <a:pt x="0" y="23"/>
                      <a:pt x="11" y="31"/>
                    </a:cubicBezTo>
                    <a:cubicBezTo>
                      <a:pt x="15" y="35"/>
                      <a:pt x="21" y="32"/>
                      <a:pt x="25" y="29"/>
                    </a:cubicBezTo>
                    <a:cubicBezTo>
                      <a:pt x="30" y="25"/>
                      <a:pt x="36" y="24"/>
                      <a:pt x="41" y="20"/>
                    </a:cubicBezTo>
                    <a:cubicBezTo>
                      <a:pt x="44" y="18"/>
                      <a:pt x="55" y="11"/>
                      <a:pt x="51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6" name="Freeform 793">
                <a:extLst>
                  <a:ext uri="{FF2B5EF4-FFF2-40B4-BE49-F238E27FC236}">
                    <a16:creationId xmlns:a16="http://schemas.microsoft.com/office/drawing/2014/main" id="{38623C6F-7E15-45C2-8063-8CABC7D64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716"/>
                <a:ext cx="64" cy="34"/>
              </a:xfrm>
              <a:custGeom>
                <a:avLst/>
                <a:gdLst>
                  <a:gd name="T0" fmla="*/ 463 w 39"/>
                  <a:gd name="T1" fmla="*/ 75 h 20"/>
                  <a:gd name="T2" fmla="*/ 151 w 39"/>
                  <a:gd name="T3" fmla="*/ 83 h 20"/>
                  <a:gd name="T4" fmla="*/ 34 w 39"/>
                  <a:gd name="T5" fmla="*/ 182 h 20"/>
                  <a:gd name="T6" fmla="*/ 92 w 39"/>
                  <a:gd name="T7" fmla="*/ 286 h 20"/>
                  <a:gd name="T8" fmla="*/ 248 w 39"/>
                  <a:gd name="T9" fmla="*/ 260 h 20"/>
                  <a:gd name="T10" fmla="*/ 394 w 39"/>
                  <a:gd name="T11" fmla="*/ 218 h 20"/>
                  <a:gd name="T12" fmla="*/ 450 w 39"/>
                  <a:gd name="T13" fmla="*/ 8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0">
                    <a:moveTo>
                      <a:pt x="39" y="5"/>
                    </a:moveTo>
                    <a:cubicBezTo>
                      <a:pt x="34" y="0"/>
                      <a:pt x="19" y="3"/>
                      <a:pt x="13" y="6"/>
                    </a:cubicBezTo>
                    <a:cubicBezTo>
                      <a:pt x="9" y="7"/>
                      <a:pt x="5" y="9"/>
                      <a:pt x="3" y="13"/>
                    </a:cubicBezTo>
                    <a:cubicBezTo>
                      <a:pt x="0" y="18"/>
                      <a:pt x="3" y="20"/>
                      <a:pt x="8" y="20"/>
                    </a:cubicBezTo>
                    <a:cubicBezTo>
                      <a:pt x="13" y="19"/>
                      <a:pt x="17" y="18"/>
                      <a:pt x="21" y="18"/>
                    </a:cubicBezTo>
                    <a:cubicBezTo>
                      <a:pt x="25" y="18"/>
                      <a:pt x="29" y="17"/>
                      <a:pt x="33" y="15"/>
                    </a:cubicBezTo>
                    <a:cubicBezTo>
                      <a:pt x="36" y="14"/>
                      <a:pt x="39" y="10"/>
                      <a:pt x="38" y="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7" name="Freeform 794">
                <a:extLst>
                  <a:ext uri="{FF2B5EF4-FFF2-40B4-BE49-F238E27FC236}">
                    <a16:creationId xmlns:a16="http://schemas.microsoft.com/office/drawing/2014/main" id="{657418CF-006C-4B81-BC1B-284242A26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857"/>
                <a:ext cx="49" cy="26"/>
              </a:xfrm>
              <a:custGeom>
                <a:avLst/>
                <a:gdLst>
                  <a:gd name="T0" fmla="*/ 350 w 30"/>
                  <a:gd name="T1" fmla="*/ 49 h 15"/>
                  <a:gd name="T2" fmla="*/ 178 w 30"/>
                  <a:gd name="T3" fmla="*/ 16 h 15"/>
                  <a:gd name="T4" fmla="*/ 47 w 30"/>
                  <a:gd name="T5" fmla="*/ 185 h 15"/>
                  <a:gd name="T6" fmla="*/ 113 w 30"/>
                  <a:gd name="T7" fmla="*/ 185 h 15"/>
                  <a:gd name="T8" fmla="*/ 206 w 30"/>
                  <a:gd name="T9" fmla="*/ 151 h 15"/>
                  <a:gd name="T10" fmla="*/ 291 w 30"/>
                  <a:gd name="T11" fmla="*/ 4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5">
                    <a:moveTo>
                      <a:pt x="30" y="3"/>
                    </a:moveTo>
                    <a:cubicBezTo>
                      <a:pt x="25" y="3"/>
                      <a:pt x="20" y="0"/>
                      <a:pt x="15" y="1"/>
                    </a:cubicBezTo>
                    <a:cubicBezTo>
                      <a:pt x="11" y="1"/>
                      <a:pt x="0" y="5"/>
                      <a:pt x="4" y="12"/>
                    </a:cubicBezTo>
                    <a:cubicBezTo>
                      <a:pt x="6" y="15"/>
                      <a:pt x="7" y="13"/>
                      <a:pt x="10" y="12"/>
                    </a:cubicBezTo>
                    <a:cubicBezTo>
                      <a:pt x="13" y="11"/>
                      <a:pt x="15" y="11"/>
                      <a:pt x="18" y="10"/>
                    </a:cubicBezTo>
                    <a:cubicBezTo>
                      <a:pt x="23" y="9"/>
                      <a:pt x="24" y="7"/>
                      <a:pt x="25" y="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8" name="Freeform 795">
                <a:extLst>
                  <a:ext uri="{FF2B5EF4-FFF2-40B4-BE49-F238E27FC236}">
                    <a16:creationId xmlns:a16="http://schemas.microsoft.com/office/drawing/2014/main" id="{D6BC4B4D-64B3-4873-8011-D2A02B74E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775"/>
                <a:ext cx="73" cy="65"/>
              </a:xfrm>
              <a:custGeom>
                <a:avLst/>
                <a:gdLst>
                  <a:gd name="T0" fmla="*/ 42 w 45"/>
                  <a:gd name="T1" fmla="*/ 531 h 37"/>
                  <a:gd name="T2" fmla="*/ 42 w 45"/>
                  <a:gd name="T3" fmla="*/ 330 h 37"/>
                  <a:gd name="T4" fmla="*/ 221 w 45"/>
                  <a:gd name="T5" fmla="*/ 65 h 37"/>
                  <a:gd name="T6" fmla="*/ 435 w 45"/>
                  <a:gd name="T7" fmla="*/ 237 h 37"/>
                  <a:gd name="T8" fmla="*/ 337 w 45"/>
                  <a:gd name="T9" fmla="*/ 314 h 37"/>
                  <a:gd name="T10" fmla="*/ 234 w 45"/>
                  <a:gd name="T11" fmla="*/ 466 h 37"/>
                  <a:gd name="T12" fmla="*/ 55 w 45"/>
                  <a:gd name="T13" fmla="*/ 55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7">
                    <a:moveTo>
                      <a:pt x="4" y="32"/>
                    </a:moveTo>
                    <a:cubicBezTo>
                      <a:pt x="0" y="32"/>
                      <a:pt x="3" y="22"/>
                      <a:pt x="4" y="20"/>
                    </a:cubicBezTo>
                    <a:cubicBezTo>
                      <a:pt x="8" y="14"/>
                      <a:pt x="13" y="7"/>
                      <a:pt x="20" y="4"/>
                    </a:cubicBezTo>
                    <a:cubicBezTo>
                      <a:pt x="26" y="0"/>
                      <a:pt x="45" y="1"/>
                      <a:pt x="39" y="14"/>
                    </a:cubicBezTo>
                    <a:cubicBezTo>
                      <a:pt x="37" y="18"/>
                      <a:pt x="33" y="18"/>
                      <a:pt x="30" y="19"/>
                    </a:cubicBezTo>
                    <a:cubicBezTo>
                      <a:pt x="25" y="21"/>
                      <a:pt x="24" y="24"/>
                      <a:pt x="21" y="28"/>
                    </a:cubicBezTo>
                    <a:cubicBezTo>
                      <a:pt x="18" y="31"/>
                      <a:pt x="8" y="37"/>
                      <a:pt x="5" y="3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9" name="Freeform 796">
                <a:extLst>
                  <a:ext uri="{FF2B5EF4-FFF2-40B4-BE49-F238E27FC236}">
                    <a16:creationId xmlns:a16="http://schemas.microsoft.com/office/drawing/2014/main" id="{AB72AC69-D2D5-4E77-93CF-1F4F3DC93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801"/>
                <a:ext cx="64" cy="61"/>
              </a:xfrm>
              <a:custGeom>
                <a:avLst/>
                <a:gdLst>
                  <a:gd name="T0" fmla="*/ 71 w 39"/>
                  <a:gd name="T1" fmla="*/ 434 h 35"/>
                  <a:gd name="T2" fmla="*/ 110 w 39"/>
                  <a:gd name="T3" fmla="*/ 91 h 35"/>
                  <a:gd name="T4" fmla="*/ 371 w 39"/>
                  <a:gd name="T5" fmla="*/ 91 h 35"/>
                  <a:gd name="T6" fmla="*/ 240 w 39"/>
                  <a:gd name="T7" fmla="*/ 286 h 35"/>
                  <a:gd name="T8" fmla="*/ 71 w 39"/>
                  <a:gd name="T9" fmla="*/ 434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6" y="27"/>
                    </a:moveTo>
                    <a:cubicBezTo>
                      <a:pt x="0" y="24"/>
                      <a:pt x="5" y="9"/>
                      <a:pt x="9" y="6"/>
                    </a:cubicBezTo>
                    <a:cubicBezTo>
                      <a:pt x="14" y="1"/>
                      <a:pt x="26" y="0"/>
                      <a:pt x="31" y="6"/>
                    </a:cubicBezTo>
                    <a:cubicBezTo>
                      <a:pt x="39" y="16"/>
                      <a:pt x="25" y="14"/>
                      <a:pt x="20" y="18"/>
                    </a:cubicBezTo>
                    <a:cubicBezTo>
                      <a:pt x="17" y="20"/>
                      <a:pt x="10" y="35"/>
                      <a:pt x="6" y="2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0" name="Freeform 797">
                <a:extLst>
                  <a:ext uri="{FF2B5EF4-FFF2-40B4-BE49-F238E27FC236}">
                    <a16:creationId xmlns:a16="http://schemas.microsoft.com/office/drawing/2014/main" id="{9C1091D6-99FD-4920-8B3B-09CE16A08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813"/>
                <a:ext cx="45" cy="46"/>
              </a:xfrm>
              <a:custGeom>
                <a:avLst/>
                <a:gdLst>
                  <a:gd name="T0" fmla="*/ 287 w 27"/>
                  <a:gd name="T1" fmla="*/ 37 h 26"/>
                  <a:gd name="T2" fmla="*/ 22 w 27"/>
                  <a:gd name="T3" fmla="*/ 138 h 26"/>
                  <a:gd name="T4" fmla="*/ 22 w 27"/>
                  <a:gd name="T5" fmla="*/ 359 h 26"/>
                  <a:gd name="T6" fmla="*/ 138 w 27"/>
                  <a:gd name="T7" fmla="*/ 403 h 26"/>
                  <a:gd name="T8" fmla="*/ 230 w 27"/>
                  <a:gd name="T9" fmla="*/ 265 h 26"/>
                  <a:gd name="T10" fmla="*/ 325 w 27"/>
                  <a:gd name="T11" fmla="*/ 188 h 26"/>
                  <a:gd name="T12" fmla="*/ 292 w 27"/>
                  <a:gd name="T13" fmla="*/ 37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6">
                    <a:moveTo>
                      <a:pt x="22" y="2"/>
                    </a:moveTo>
                    <a:cubicBezTo>
                      <a:pt x="15" y="0"/>
                      <a:pt x="5" y="0"/>
                      <a:pt x="2" y="8"/>
                    </a:cubicBezTo>
                    <a:cubicBezTo>
                      <a:pt x="0" y="12"/>
                      <a:pt x="0" y="17"/>
                      <a:pt x="2" y="21"/>
                    </a:cubicBezTo>
                    <a:cubicBezTo>
                      <a:pt x="4" y="24"/>
                      <a:pt x="8" y="26"/>
                      <a:pt x="11" y="23"/>
                    </a:cubicBezTo>
                    <a:cubicBezTo>
                      <a:pt x="14" y="21"/>
                      <a:pt x="15" y="17"/>
                      <a:pt x="18" y="15"/>
                    </a:cubicBezTo>
                    <a:cubicBezTo>
                      <a:pt x="20" y="13"/>
                      <a:pt x="23" y="13"/>
                      <a:pt x="25" y="11"/>
                    </a:cubicBezTo>
                    <a:cubicBezTo>
                      <a:pt x="27" y="8"/>
                      <a:pt x="26" y="4"/>
                      <a:pt x="23" y="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1" name="Freeform 798">
                <a:extLst>
                  <a:ext uri="{FF2B5EF4-FFF2-40B4-BE49-F238E27FC236}">
                    <a16:creationId xmlns:a16="http://schemas.microsoft.com/office/drawing/2014/main" id="{DB21504C-F494-4D03-B14A-D2FDFFEBF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850"/>
                <a:ext cx="85" cy="26"/>
              </a:xfrm>
              <a:custGeom>
                <a:avLst/>
                <a:gdLst>
                  <a:gd name="T0" fmla="*/ 606 w 52"/>
                  <a:gd name="T1" fmla="*/ 185 h 15"/>
                  <a:gd name="T2" fmla="*/ 405 w 52"/>
                  <a:gd name="T3" fmla="*/ 16 h 15"/>
                  <a:gd name="T4" fmla="*/ 114 w 52"/>
                  <a:gd name="T5" fmla="*/ 28 h 15"/>
                  <a:gd name="T6" fmla="*/ 56 w 52"/>
                  <a:gd name="T7" fmla="*/ 185 h 15"/>
                  <a:gd name="T8" fmla="*/ 126 w 52"/>
                  <a:gd name="T9" fmla="*/ 185 h 15"/>
                  <a:gd name="T10" fmla="*/ 270 w 52"/>
                  <a:gd name="T11" fmla="*/ 151 h 15"/>
                  <a:gd name="T12" fmla="*/ 463 w 52"/>
                  <a:gd name="T13" fmla="*/ 185 h 15"/>
                  <a:gd name="T14" fmla="*/ 572 w 52"/>
                  <a:gd name="T15" fmla="*/ 234 h 15"/>
                  <a:gd name="T16" fmla="*/ 606 w 52"/>
                  <a:gd name="T17" fmla="*/ 22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5">
                    <a:moveTo>
                      <a:pt x="52" y="12"/>
                    </a:moveTo>
                    <a:cubicBezTo>
                      <a:pt x="50" y="5"/>
                      <a:pt x="42" y="1"/>
                      <a:pt x="35" y="1"/>
                    </a:cubicBezTo>
                    <a:cubicBezTo>
                      <a:pt x="27" y="1"/>
                      <a:pt x="17" y="0"/>
                      <a:pt x="10" y="2"/>
                    </a:cubicBezTo>
                    <a:cubicBezTo>
                      <a:pt x="6" y="3"/>
                      <a:pt x="0" y="9"/>
                      <a:pt x="5" y="12"/>
                    </a:cubicBezTo>
                    <a:cubicBezTo>
                      <a:pt x="7" y="14"/>
                      <a:pt x="9" y="12"/>
                      <a:pt x="11" y="12"/>
                    </a:cubicBezTo>
                    <a:cubicBezTo>
                      <a:pt x="15" y="11"/>
                      <a:pt x="19" y="11"/>
                      <a:pt x="23" y="10"/>
                    </a:cubicBezTo>
                    <a:cubicBezTo>
                      <a:pt x="29" y="10"/>
                      <a:pt x="35" y="10"/>
                      <a:pt x="40" y="12"/>
                    </a:cubicBezTo>
                    <a:cubicBezTo>
                      <a:pt x="43" y="13"/>
                      <a:pt x="46" y="15"/>
                      <a:pt x="49" y="15"/>
                    </a:cubicBezTo>
                    <a:cubicBezTo>
                      <a:pt x="50" y="15"/>
                      <a:pt x="51" y="15"/>
                      <a:pt x="52" y="1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2" name="Freeform 799">
                <a:extLst>
                  <a:ext uri="{FF2B5EF4-FFF2-40B4-BE49-F238E27FC236}">
                    <a16:creationId xmlns:a16="http://schemas.microsoft.com/office/drawing/2014/main" id="{45CCFAC5-A5E3-47F4-9363-FB9B50D4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794"/>
                <a:ext cx="46" cy="47"/>
              </a:xfrm>
              <a:custGeom>
                <a:avLst/>
                <a:gdLst>
                  <a:gd name="T0" fmla="*/ 315 w 28"/>
                  <a:gd name="T1" fmla="*/ 85 h 27"/>
                  <a:gd name="T2" fmla="*/ 54 w 28"/>
                  <a:gd name="T3" fmla="*/ 127 h 27"/>
                  <a:gd name="T4" fmla="*/ 13 w 28"/>
                  <a:gd name="T5" fmla="*/ 299 h 27"/>
                  <a:gd name="T6" fmla="*/ 54 w 28"/>
                  <a:gd name="T7" fmla="*/ 406 h 27"/>
                  <a:gd name="T8" fmla="*/ 89 w 28"/>
                  <a:gd name="T9" fmla="*/ 406 h 27"/>
                  <a:gd name="T10" fmla="*/ 95 w 28"/>
                  <a:gd name="T11" fmla="*/ 322 h 27"/>
                  <a:gd name="T12" fmla="*/ 156 w 28"/>
                  <a:gd name="T13" fmla="*/ 275 h 27"/>
                  <a:gd name="T14" fmla="*/ 276 w 28"/>
                  <a:gd name="T15" fmla="*/ 237 h 27"/>
                  <a:gd name="T16" fmla="*/ 319 w 28"/>
                  <a:gd name="T17" fmla="*/ 85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7">
                    <a:moveTo>
                      <a:pt x="26" y="5"/>
                    </a:moveTo>
                    <a:cubicBezTo>
                      <a:pt x="19" y="0"/>
                      <a:pt x="9" y="1"/>
                      <a:pt x="4" y="8"/>
                    </a:cubicBezTo>
                    <a:cubicBezTo>
                      <a:pt x="1" y="11"/>
                      <a:pt x="0" y="15"/>
                      <a:pt x="1" y="19"/>
                    </a:cubicBezTo>
                    <a:cubicBezTo>
                      <a:pt x="1" y="21"/>
                      <a:pt x="2" y="24"/>
                      <a:pt x="4" y="25"/>
                    </a:cubicBezTo>
                    <a:cubicBezTo>
                      <a:pt x="6" y="27"/>
                      <a:pt x="5" y="26"/>
                      <a:pt x="7" y="25"/>
                    </a:cubicBezTo>
                    <a:cubicBezTo>
                      <a:pt x="8" y="23"/>
                      <a:pt x="7" y="21"/>
                      <a:pt x="8" y="20"/>
                    </a:cubicBezTo>
                    <a:cubicBezTo>
                      <a:pt x="9" y="19"/>
                      <a:pt x="11" y="18"/>
                      <a:pt x="13" y="17"/>
                    </a:cubicBezTo>
                    <a:cubicBezTo>
                      <a:pt x="16" y="16"/>
                      <a:pt x="20" y="17"/>
                      <a:pt x="23" y="15"/>
                    </a:cubicBezTo>
                    <a:cubicBezTo>
                      <a:pt x="26" y="13"/>
                      <a:pt x="28" y="8"/>
                      <a:pt x="27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3" name="Freeform 800">
                <a:extLst>
                  <a:ext uri="{FF2B5EF4-FFF2-40B4-BE49-F238E27FC236}">
                    <a16:creationId xmlns:a16="http://schemas.microsoft.com/office/drawing/2014/main" id="{31696DC6-01E6-4617-A3C8-15F3ABF24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668"/>
                <a:ext cx="1251" cy="1213"/>
              </a:xfrm>
              <a:custGeom>
                <a:avLst/>
                <a:gdLst>
                  <a:gd name="T0" fmla="*/ 316 w 764"/>
                  <a:gd name="T1" fmla="*/ 3461 h 695"/>
                  <a:gd name="T2" fmla="*/ 1094 w 764"/>
                  <a:gd name="T3" fmla="*/ 2997 h 695"/>
                  <a:gd name="T4" fmla="*/ 1544 w 764"/>
                  <a:gd name="T5" fmla="*/ 2239 h 695"/>
                  <a:gd name="T6" fmla="*/ 2287 w 764"/>
                  <a:gd name="T7" fmla="*/ 1585 h 695"/>
                  <a:gd name="T8" fmla="*/ 3065 w 764"/>
                  <a:gd name="T9" fmla="*/ 798 h 695"/>
                  <a:gd name="T10" fmla="*/ 4193 w 764"/>
                  <a:gd name="T11" fmla="*/ 197 h 695"/>
                  <a:gd name="T12" fmla="*/ 5358 w 764"/>
                  <a:gd name="T13" fmla="*/ 473 h 695"/>
                  <a:gd name="T14" fmla="*/ 6247 w 764"/>
                  <a:gd name="T15" fmla="*/ 826 h 695"/>
                  <a:gd name="T16" fmla="*/ 6928 w 764"/>
                  <a:gd name="T17" fmla="*/ 1477 h 695"/>
                  <a:gd name="T18" fmla="*/ 7218 w 764"/>
                  <a:gd name="T19" fmla="*/ 1991 h 695"/>
                  <a:gd name="T20" fmla="*/ 7583 w 764"/>
                  <a:gd name="T21" fmla="*/ 2637 h 695"/>
                  <a:gd name="T22" fmla="*/ 8258 w 764"/>
                  <a:gd name="T23" fmla="*/ 3524 h 695"/>
                  <a:gd name="T24" fmla="*/ 8754 w 764"/>
                  <a:gd name="T25" fmla="*/ 3588 h 695"/>
                  <a:gd name="T26" fmla="*/ 8808 w 764"/>
                  <a:gd name="T27" fmla="*/ 4108 h 695"/>
                  <a:gd name="T28" fmla="*/ 8850 w 764"/>
                  <a:gd name="T29" fmla="*/ 4938 h 695"/>
                  <a:gd name="T30" fmla="*/ 8732 w 764"/>
                  <a:gd name="T31" fmla="*/ 5231 h 695"/>
                  <a:gd name="T32" fmla="*/ 8605 w 764"/>
                  <a:gd name="T33" fmla="*/ 5566 h 695"/>
                  <a:gd name="T34" fmla="*/ 8513 w 764"/>
                  <a:gd name="T35" fmla="*/ 6171 h 695"/>
                  <a:gd name="T36" fmla="*/ 8808 w 764"/>
                  <a:gd name="T37" fmla="*/ 6449 h 695"/>
                  <a:gd name="T38" fmla="*/ 8754 w 764"/>
                  <a:gd name="T39" fmla="*/ 6884 h 695"/>
                  <a:gd name="T40" fmla="*/ 8628 w 764"/>
                  <a:gd name="T41" fmla="*/ 7840 h 695"/>
                  <a:gd name="T42" fmla="*/ 8181 w 764"/>
                  <a:gd name="T43" fmla="*/ 9037 h 695"/>
                  <a:gd name="T44" fmla="*/ 7368 w 764"/>
                  <a:gd name="T45" fmla="*/ 9714 h 695"/>
                  <a:gd name="T46" fmla="*/ 6910 w 764"/>
                  <a:gd name="T47" fmla="*/ 10271 h 695"/>
                  <a:gd name="T48" fmla="*/ 6612 w 764"/>
                  <a:gd name="T49" fmla="*/ 10735 h 695"/>
                  <a:gd name="T50" fmla="*/ 6170 w 764"/>
                  <a:gd name="T51" fmla="*/ 10969 h 695"/>
                  <a:gd name="T52" fmla="*/ 5649 w 764"/>
                  <a:gd name="T53" fmla="*/ 11170 h 695"/>
                  <a:gd name="T54" fmla="*/ 4884 w 764"/>
                  <a:gd name="T55" fmla="*/ 11191 h 695"/>
                  <a:gd name="T56" fmla="*/ 4062 w 764"/>
                  <a:gd name="T57" fmla="*/ 11207 h 695"/>
                  <a:gd name="T58" fmla="*/ 3250 w 764"/>
                  <a:gd name="T59" fmla="*/ 10978 h 695"/>
                  <a:gd name="T60" fmla="*/ 2775 w 764"/>
                  <a:gd name="T61" fmla="*/ 10978 h 695"/>
                  <a:gd name="T62" fmla="*/ 2368 w 764"/>
                  <a:gd name="T63" fmla="*/ 10430 h 695"/>
                  <a:gd name="T64" fmla="*/ 1998 w 764"/>
                  <a:gd name="T65" fmla="*/ 10208 h 695"/>
                  <a:gd name="T66" fmla="*/ 1556 w 764"/>
                  <a:gd name="T67" fmla="*/ 9910 h 695"/>
                  <a:gd name="T68" fmla="*/ 1143 w 764"/>
                  <a:gd name="T69" fmla="*/ 9601 h 695"/>
                  <a:gd name="T70" fmla="*/ 861 w 764"/>
                  <a:gd name="T71" fmla="*/ 9388 h 695"/>
                  <a:gd name="T72" fmla="*/ 447 w 764"/>
                  <a:gd name="T73" fmla="*/ 8988 h 695"/>
                  <a:gd name="T74" fmla="*/ 126 w 764"/>
                  <a:gd name="T75" fmla="*/ 7840 h 695"/>
                  <a:gd name="T76" fmla="*/ 467 w 764"/>
                  <a:gd name="T77" fmla="*/ 7405 h 695"/>
                  <a:gd name="T78" fmla="*/ 404 w 764"/>
                  <a:gd name="T79" fmla="*/ 6960 h 695"/>
                  <a:gd name="T80" fmla="*/ 483 w 764"/>
                  <a:gd name="T81" fmla="*/ 6735 h 695"/>
                  <a:gd name="T82" fmla="*/ 373 w 764"/>
                  <a:gd name="T83" fmla="*/ 6384 h 695"/>
                  <a:gd name="T84" fmla="*/ 206 w 764"/>
                  <a:gd name="T85" fmla="*/ 6126 h 695"/>
                  <a:gd name="T86" fmla="*/ 236 w 764"/>
                  <a:gd name="T87" fmla="*/ 5890 h 695"/>
                  <a:gd name="T88" fmla="*/ 282 w 764"/>
                  <a:gd name="T89" fmla="*/ 5651 h 695"/>
                  <a:gd name="T90" fmla="*/ 201 w 764"/>
                  <a:gd name="T91" fmla="*/ 5328 h 695"/>
                  <a:gd name="T92" fmla="*/ 201 w 764"/>
                  <a:gd name="T93" fmla="*/ 4993 h 695"/>
                  <a:gd name="T94" fmla="*/ 110 w 764"/>
                  <a:gd name="T95" fmla="*/ 4807 h 695"/>
                  <a:gd name="T96" fmla="*/ 260 w 764"/>
                  <a:gd name="T97" fmla="*/ 4259 h 695"/>
                  <a:gd name="T98" fmla="*/ 295 w 764"/>
                  <a:gd name="T99" fmla="*/ 3759 h 695"/>
                  <a:gd name="T100" fmla="*/ 316 w 764"/>
                  <a:gd name="T101" fmla="*/ 3461 h 69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64" h="695">
                    <a:moveTo>
                      <a:pt x="27" y="214"/>
                    </a:moveTo>
                    <a:cubicBezTo>
                      <a:pt x="27" y="214"/>
                      <a:pt x="89" y="207"/>
                      <a:pt x="93" y="185"/>
                    </a:cubicBezTo>
                    <a:cubicBezTo>
                      <a:pt x="96" y="163"/>
                      <a:pt x="118" y="156"/>
                      <a:pt x="131" y="138"/>
                    </a:cubicBezTo>
                    <a:cubicBezTo>
                      <a:pt x="143" y="120"/>
                      <a:pt x="160" y="105"/>
                      <a:pt x="194" y="98"/>
                    </a:cubicBezTo>
                    <a:cubicBezTo>
                      <a:pt x="229" y="91"/>
                      <a:pt x="214" y="47"/>
                      <a:pt x="260" y="49"/>
                    </a:cubicBezTo>
                    <a:cubicBezTo>
                      <a:pt x="305" y="51"/>
                      <a:pt x="309" y="23"/>
                      <a:pt x="356" y="12"/>
                    </a:cubicBezTo>
                    <a:cubicBezTo>
                      <a:pt x="404" y="2"/>
                      <a:pt x="429" y="0"/>
                      <a:pt x="455" y="29"/>
                    </a:cubicBezTo>
                    <a:cubicBezTo>
                      <a:pt x="480" y="58"/>
                      <a:pt x="507" y="60"/>
                      <a:pt x="531" y="51"/>
                    </a:cubicBezTo>
                    <a:cubicBezTo>
                      <a:pt x="555" y="42"/>
                      <a:pt x="586" y="62"/>
                      <a:pt x="589" y="91"/>
                    </a:cubicBezTo>
                    <a:cubicBezTo>
                      <a:pt x="593" y="120"/>
                      <a:pt x="591" y="113"/>
                      <a:pt x="613" y="123"/>
                    </a:cubicBezTo>
                    <a:cubicBezTo>
                      <a:pt x="635" y="134"/>
                      <a:pt x="628" y="136"/>
                      <a:pt x="644" y="163"/>
                    </a:cubicBezTo>
                    <a:cubicBezTo>
                      <a:pt x="660" y="191"/>
                      <a:pt x="664" y="209"/>
                      <a:pt x="702" y="218"/>
                    </a:cubicBezTo>
                    <a:cubicBezTo>
                      <a:pt x="740" y="227"/>
                      <a:pt x="744" y="222"/>
                      <a:pt x="744" y="222"/>
                    </a:cubicBezTo>
                    <a:cubicBezTo>
                      <a:pt x="744" y="222"/>
                      <a:pt x="734" y="236"/>
                      <a:pt x="748" y="254"/>
                    </a:cubicBezTo>
                    <a:cubicBezTo>
                      <a:pt x="764" y="275"/>
                      <a:pt x="752" y="305"/>
                      <a:pt x="752" y="305"/>
                    </a:cubicBezTo>
                    <a:cubicBezTo>
                      <a:pt x="752" y="305"/>
                      <a:pt x="737" y="310"/>
                      <a:pt x="742" y="323"/>
                    </a:cubicBezTo>
                    <a:cubicBezTo>
                      <a:pt x="748" y="336"/>
                      <a:pt x="735" y="328"/>
                      <a:pt x="731" y="344"/>
                    </a:cubicBezTo>
                    <a:cubicBezTo>
                      <a:pt x="728" y="361"/>
                      <a:pt x="711" y="368"/>
                      <a:pt x="723" y="381"/>
                    </a:cubicBezTo>
                    <a:cubicBezTo>
                      <a:pt x="736" y="393"/>
                      <a:pt x="748" y="398"/>
                      <a:pt x="748" y="398"/>
                    </a:cubicBezTo>
                    <a:cubicBezTo>
                      <a:pt x="748" y="398"/>
                      <a:pt x="746" y="417"/>
                      <a:pt x="744" y="425"/>
                    </a:cubicBezTo>
                    <a:cubicBezTo>
                      <a:pt x="739" y="459"/>
                      <a:pt x="747" y="456"/>
                      <a:pt x="733" y="484"/>
                    </a:cubicBezTo>
                    <a:cubicBezTo>
                      <a:pt x="722" y="505"/>
                      <a:pt x="717" y="549"/>
                      <a:pt x="695" y="558"/>
                    </a:cubicBezTo>
                    <a:cubicBezTo>
                      <a:pt x="673" y="567"/>
                      <a:pt x="642" y="597"/>
                      <a:pt x="626" y="600"/>
                    </a:cubicBezTo>
                    <a:cubicBezTo>
                      <a:pt x="613" y="602"/>
                      <a:pt x="584" y="612"/>
                      <a:pt x="587" y="634"/>
                    </a:cubicBezTo>
                    <a:cubicBezTo>
                      <a:pt x="587" y="634"/>
                      <a:pt x="564" y="637"/>
                      <a:pt x="562" y="663"/>
                    </a:cubicBezTo>
                    <a:cubicBezTo>
                      <a:pt x="560" y="679"/>
                      <a:pt x="539" y="661"/>
                      <a:pt x="524" y="677"/>
                    </a:cubicBezTo>
                    <a:cubicBezTo>
                      <a:pt x="510" y="693"/>
                      <a:pt x="505" y="690"/>
                      <a:pt x="480" y="690"/>
                    </a:cubicBezTo>
                    <a:cubicBezTo>
                      <a:pt x="460" y="690"/>
                      <a:pt x="447" y="686"/>
                      <a:pt x="415" y="691"/>
                    </a:cubicBezTo>
                    <a:cubicBezTo>
                      <a:pt x="391" y="695"/>
                      <a:pt x="373" y="688"/>
                      <a:pt x="345" y="692"/>
                    </a:cubicBezTo>
                    <a:cubicBezTo>
                      <a:pt x="318" y="695"/>
                      <a:pt x="302" y="686"/>
                      <a:pt x="276" y="678"/>
                    </a:cubicBezTo>
                    <a:cubicBezTo>
                      <a:pt x="257" y="655"/>
                      <a:pt x="241" y="663"/>
                      <a:pt x="236" y="678"/>
                    </a:cubicBezTo>
                    <a:cubicBezTo>
                      <a:pt x="222" y="689"/>
                      <a:pt x="218" y="640"/>
                      <a:pt x="201" y="644"/>
                    </a:cubicBezTo>
                    <a:cubicBezTo>
                      <a:pt x="201" y="644"/>
                      <a:pt x="191" y="626"/>
                      <a:pt x="170" y="630"/>
                    </a:cubicBezTo>
                    <a:cubicBezTo>
                      <a:pt x="170" y="630"/>
                      <a:pt x="126" y="628"/>
                      <a:pt x="132" y="612"/>
                    </a:cubicBezTo>
                    <a:cubicBezTo>
                      <a:pt x="132" y="612"/>
                      <a:pt x="115" y="589"/>
                      <a:pt x="97" y="593"/>
                    </a:cubicBezTo>
                    <a:cubicBezTo>
                      <a:pt x="79" y="597"/>
                      <a:pt x="98" y="580"/>
                      <a:pt x="73" y="580"/>
                    </a:cubicBezTo>
                    <a:cubicBezTo>
                      <a:pt x="73" y="580"/>
                      <a:pt x="58" y="569"/>
                      <a:pt x="38" y="555"/>
                    </a:cubicBezTo>
                    <a:cubicBezTo>
                      <a:pt x="18" y="540"/>
                      <a:pt x="0" y="498"/>
                      <a:pt x="11" y="484"/>
                    </a:cubicBezTo>
                    <a:cubicBezTo>
                      <a:pt x="22" y="469"/>
                      <a:pt x="43" y="467"/>
                      <a:pt x="40" y="457"/>
                    </a:cubicBezTo>
                    <a:cubicBezTo>
                      <a:pt x="37" y="447"/>
                      <a:pt x="34" y="430"/>
                      <a:pt x="34" y="430"/>
                    </a:cubicBezTo>
                    <a:cubicBezTo>
                      <a:pt x="34" y="430"/>
                      <a:pt x="44" y="425"/>
                      <a:pt x="41" y="416"/>
                    </a:cubicBezTo>
                    <a:cubicBezTo>
                      <a:pt x="38" y="406"/>
                      <a:pt x="42" y="398"/>
                      <a:pt x="32" y="394"/>
                    </a:cubicBezTo>
                    <a:cubicBezTo>
                      <a:pt x="21" y="390"/>
                      <a:pt x="14" y="381"/>
                      <a:pt x="18" y="378"/>
                    </a:cubicBezTo>
                    <a:cubicBezTo>
                      <a:pt x="22" y="375"/>
                      <a:pt x="23" y="373"/>
                      <a:pt x="20" y="364"/>
                    </a:cubicBezTo>
                    <a:cubicBezTo>
                      <a:pt x="17" y="355"/>
                      <a:pt x="21" y="354"/>
                      <a:pt x="24" y="349"/>
                    </a:cubicBezTo>
                    <a:cubicBezTo>
                      <a:pt x="26" y="343"/>
                      <a:pt x="22" y="337"/>
                      <a:pt x="17" y="329"/>
                    </a:cubicBezTo>
                    <a:cubicBezTo>
                      <a:pt x="13" y="320"/>
                      <a:pt x="15" y="321"/>
                      <a:pt x="17" y="308"/>
                    </a:cubicBezTo>
                    <a:cubicBezTo>
                      <a:pt x="17" y="305"/>
                      <a:pt x="17" y="298"/>
                      <a:pt x="9" y="297"/>
                    </a:cubicBezTo>
                    <a:cubicBezTo>
                      <a:pt x="9" y="297"/>
                      <a:pt x="15" y="285"/>
                      <a:pt x="22" y="263"/>
                    </a:cubicBezTo>
                    <a:cubicBezTo>
                      <a:pt x="29" y="241"/>
                      <a:pt x="22" y="239"/>
                      <a:pt x="25" y="232"/>
                    </a:cubicBezTo>
                    <a:cubicBezTo>
                      <a:pt x="29" y="225"/>
                      <a:pt x="27" y="214"/>
                      <a:pt x="27" y="214"/>
                    </a:cubicBezTo>
                    <a:close/>
                  </a:path>
                </a:pathLst>
              </a:custGeom>
              <a:solidFill>
                <a:srgbClr val="E28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4" name="Freeform 801">
                <a:extLst>
                  <a:ext uri="{FF2B5EF4-FFF2-40B4-BE49-F238E27FC236}">
                    <a16:creationId xmlns:a16="http://schemas.microsoft.com/office/drawing/2014/main" id="{3098442B-5FEA-4ABD-8F95-D38FCABF83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5" y="2664"/>
                <a:ext cx="760" cy="1212"/>
              </a:xfrm>
              <a:custGeom>
                <a:avLst/>
                <a:gdLst>
                  <a:gd name="T0" fmla="*/ 1826 w 464"/>
                  <a:gd name="T1" fmla="*/ 8811 h 694"/>
                  <a:gd name="T2" fmla="*/ 1758 w 464"/>
                  <a:gd name="T3" fmla="*/ 8091 h 694"/>
                  <a:gd name="T4" fmla="*/ 2101 w 464"/>
                  <a:gd name="T5" fmla="*/ 7654 h 694"/>
                  <a:gd name="T6" fmla="*/ 2031 w 464"/>
                  <a:gd name="T7" fmla="*/ 7228 h 694"/>
                  <a:gd name="T8" fmla="*/ 2108 w 464"/>
                  <a:gd name="T9" fmla="*/ 6987 h 694"/>
                  <a:gd name="T10" fmla="*/ 2018 w 464"/>
                  <a:gd name="T11" fmla="*/ 6631 h 694"/>
                  <a:gd name="T12" fmla="*/ 1851 w 464"/>
                  <a:gd name="T13" fmla="*/ 6371 h 694"/>
                  <a:gd name="T14" fmla="*/ 1862 w 464"/>
                  <a:gd name="T15" fmla="*/ 6158 h 694"/>
                  <a:gd name="T16" fmla="*/ 1908 w 464"/>
                  <a:gd name="T17" fmla="*/ 5896 h 694"/>
                  <a:gd name="T18" fmla="*/ 1841 w 464"/>
                  <a:gd name="T19" fmla="*/ 5573 h 694"/>
                  <a:gd name="T20" fmla="*/ 1826 w 464"/>
                  <a:gd name="T21" fmla="*/ 5246 h 694"/>
                  <a:gd name="T22" fmla="*/ 1741 w 464"/>
                  <a:gd name="T23" fmla="*/ 5051 h 694"/>
                  <a:gd name="T24" fmla="*/ 1900 w 464"/>
                  <a:gd name="T25" fmla="*/ 4511 h 694"/>
                  <a:gd name="T26" fmla="*/ 1938 w 464"/>
                  <a:gd name="T27" fmla="*/ 4001 h 694"/>
                  <a:gd name="T28" fmla="*/ 1961 w 464"/>
                  <a:gd name="T29" fmla="*/ 3723 h 694"/>
                  <a:gd name="T30" fmla="*/ 2721 w 464"/>
                  <a:gd name="T31" fmla="*/ 3245 h 694"/>
                  <a:gd name="T32" fmla="*/ 3174 w 464"/>
                  <a:gd name="T33" fmla="*/ 2483 h 694"/>
                  <a:gd name="T34" fmla="*/ 3924 w 464"/>
                  <a:gd name="T35" fmla="*/ 1821 h 694"/>
                  <a:gd name="T36" fmla="*/ 4706 w 464"/>
                  <a:gd name="T37" fmla="*/ 1022 h 694"/>
                  <a:gd name="T38" fmla="*/ 5471 w 464"/>
                  <a:gd name="T39" fmla="*/ 634 h 694"/>
                  <a:gd name="T40" fmla="*/ 5361 w 464"/>
                  <a:gd name="T41" fmla="*/ 485 h 694"/>
                  <a:gd name="T42" fmla="*/ 4209 w 464"/>
                  <a:gd name="T43" fmla="*/ 213 h 694"/>
                  <a:gd name="T44" fmla="*/ 3079 w 464"/>
                  <a:gd name="T45" fmla="*/ 809 h 694"/>
                  <a:gd name="T46" fmla="*/ 2300 w 464"/>
                  <a:gd name="T47" fmla="*/ 1607 h 694"/>
                  <a:gd name="T48" fmla="*/ 1548 w 464"/>
                  <a:gd name="T49" fmla="*/ 2256 h 694"/>
                  <a:gd name="T50" fmla="*/ 1094 w 464"/>
                  <a:gd name="T51" fmla="*/ 3025 h 694"/>
                  <a:gd name="T52" fmla="*/ 329 w 464"/>
                  <a:gd name="T53" fmla="*/ 3489 h 694"/>
                  <a:gd name="T54" fmla="*/ 308 w 464"/>
                  <a:gd name="T55" fmla="*/ 3767 h 694"/>
                  <a:gd name="T56" fmla="*/ 274 w 464"/>
                  <a:gd name="T57" fmla="*/ 4287 h 694"/>
                  <a:gd name="T58" fmla="*/ 115 w 464"/>
                  <a:gd name="T59" fmla="*/ 4825 h 694"/>
                  <a:gd name="T60" fmla="*/ 201 w 464"/>
                  <a:gd name="T61" fmla="*/ 5023 h 694"/>
                  <a:gd name="T62" fmla="*/ 211 w 464"/>
                  <a:gd name="T63" fmla="*/ 5346 h 694"/>
                  <a:gd name="T64" fmla="*/ 282 w 464"/>
                  <a:gd name="T65" fmla="*/ 5667 h 694"/>
                  <a:gd name="T66" fmla="*/ 236 w 464"/>
                  <a:gd name="T67" fmla="*/ 5924 h 694"/>
                  <a:gd name="T68" fmla="*/ 226 w 464"/>
                  <a:gd name="T69" fmla="*/ 6142 h 694"/>
                  <a:gd name="T70" fmla="*/ 373 w 464"/>
                  <a:gd name="T71" fmla="*/ 6416 h 694"/>
                  <a:gd name="T72" fmla="*/ 483 w 464"/>
                  <a:gd name="T73" fmla="*/ 6766 h 694"/>
                  <a:gd name="T74" fmla="*/ 405 w 464"/>
                  <a:gd name="T75" fmla="*/ 7005 h 694"/>
                  <a:gd name="T76" fmla="*/ 475 w 464"/>
                  <a:gd name="T77" fmla="*/ 7424 h 694"/>
                  <a:gd name="T78" fmla="*/ 129 w 464"/>
                  <a:gd name="T79" fmla="*/ 7862 h 694"/>
                  <a:gd name="T80" fmla="*/ 462 w 464"/>
                  <a:gd name="T81" fmla="*/ 9013 h 694"/>
                  <a:gd name="T82" fmla="*/ 866 w 464"/>
                  <a:gd name="T83" fmla="*/ 9443 h 694"/>
                  <a:gd name="T84" fmla="*/ 4421 w 464"/>
                  <a:gd name="T85" fmla="*/ 11245 h 694"/>
                  <a:gd name="T86" fmla="*/ 4883 w 464"/>
                  <a:gd name="T87" fmla="*/ 11245 h 694"/>
                  <a:gd name="T88" fmla="*/ 4421 w 464"/>
                  <a:gd name="T89" fmla="*/ 11245 h 69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4" h="694">
                    <a:moveTo>
                      <a:pt x="155" y="542"/>
                    </a:moveTo>
                    <a:cubicBezTo>
                      <a:pt x="147" y="526"/>
                      <a:pt x="143" y="507"/>
                      <a:pt x="149" y="498"/>
                    </a:cubicBezTo>
                    <a:cubicBezTo>
                      <a:pt x="160" y="484"/>
                      <a:pt x="182" y="481"/>
                      <a:pt x="178" y="471"/>
                    </a:cubicBezTo>
                    <a:cubicBezTo>
                      <a:pt x="175" y="462"/>
                      <a:pt x="172" y="445"/>
                      <a:pt x="172" y="445"/>
                    </a:cubicBezTo>
                    <a:cubicBezTo>
                      <a:pt x="172" y="445"/>
                      <a:pt x="183" y="440"/>
                      <a:pt x="179" y="430"/>
                    </a:cubicBezTo>
                    <a:cubicBezTo>
                      <a:pt x="176" y="421"/>
                      <a:pt x="181" y="412"/>
                      <a:pt x="171" y="408"/>
                    </a:cubicBezTo>
                    <a:cubicBezTo>
                      <a:pt x="160" y="404"/>
                      <a:pt x="153" y="396"/>
                      <a:pt x="157" y="392"/>
                    </a:cubicBezTo>
                    <a:cubicBezTo>
                      <a:pt x="161" y="389"/>
                      <a:pt x="162" y="387"/>
                      <a:pt x="158" y="379"/>
                    </a:cubicBezTo>
                    <a:cubicBezTo>
                      <a:pt x="155" y="370"/>
                      <a:pt x="160" y="369"/>
                      <a:pt x="162" y="363"/>
                    </a:cubicBezTo>
                    <a:cubicBezTo>
                      <a:pt x="165" y="358"/>
                      <a:pt x="161" y="351"/>
                      <a:pt x="156" y="343"/>
                    </a:cubicBezTo>
                    <a:cubicBezTo>
                      <a:pt x="151" y="335"/>
                      <a:pt x="153" y="335"/>
                      <a:pt x="155" y="323"/>
                    </a:cubicBezTo>
                    <a:cubicBezTo>
                      <a:pt x="156" y="320"/>
                      <a:pt x="156" y="312"/>
                      <a:pt x="148" y="311"/>
                    </a:cubicBezTo>
                    <a:cubicBezTo>
                      <a:pt x="148" y="311"/>
                      <a:pt x="154" y="300"/>
                      <a:pt x="161" y="278"/>
                    </a:cubicBezTo>
                    <a:cubicBezTo>
                      <a:pt x="168" y="256"/>
                      <a:pt x="161" y="254"/>
                      <a:pt x="164" y="246"/>
                    </a:cubicBezTo>
                    <a:cubicBezTo>
                      <a:pt x="167" y="239"/>
                      <a:pt x="166" y="229"/>
                      <a:pt x="166" y="229"/>
                    </a:cubicBezTo>
                    <a:cubicBezTo>
                      <a:pt x="166" y="229"/>
                      <a:pt x="227" y="222"/>
                      <a:pt x="231" y="200"/>
                    </a:cubicBezTo>
                    <a:cubicBezTo>
                      <a:pt x="235" y="178"/>
                      <a:pt x="257" y="171"/>
                      <a:pt x="269" y="153"/>
                    </a:cubicBezTo>
                    <a:cubicBezTo>
                      <a:pt x="282" y="134"/>
                      <a:pt x="298" y="120"/>
                      <a:pt x="333" y="112"/>
                    </a:cubicBezTo>
                    <a:cubicBezTo>
                      <a:pt x="368" y="105"/>
                      <a:pt x="353" y="62"/>
                      <a:pt x="399" y="63"/>
                    </a:cubicBezTo>
                    <a:cubicBezTo>
                      <a:pt x="432" y="65"/>
                      <a:pt x="443" y="51"/>
                      <a:pt x="464" y="39"/>
                    </a:cubicBezTo>
                    <a:cubicBezTo>
                      <a:pt x="461" y="36"/>
                      <a:pt x="458" y="33"/>
                      <a:pt x="455" y="30"/>
                    </a:cubicBezTo>
                    <a:cubicBezTo>
                      <a:pt x="430" y="0"/>
                      <a:pt x="404" y="2"/>
                      <a:pt x="357" y="13"/>
                    </a:cubicBezTo>
                    <a:cubicBezTo>
                      <a:pt x="310" y="24"/>
                      <a:pt x="306" y="51"/>
                      <a:pt x="261" y="50"/>
                    </a:cubicBezTo>
                    <a:cubicBezTo>
                      <a:pt x="215" y="48"/>
                      <a:pt x="230" y="91"/>
                      <a:pt x="195" y="99"/>
                    </a:cubicBezTo>
                    <a:cubicBezTo>
                      <a:pt x="160" y="106"/>
                      <a:pt x="144" y="121"/>
                      <a:pt x="131" y="139"/>
                    </a:cubicBezTo>
                    <a:cubicBezTo>
                      <a:pt x="119" y="157"/>
                      <a:pt x="97" y="164"/>
                      <a:pt x="93" y="186"/>
                    </a:cubicBezTo>
                    <a:cubicBezTo>
                      <a:pt x="89" y="208"/>
                      <a:pt x="28" y="215"/>
                      <a:pt x="28" y="215"/>
                    </a:cubicBezTo>
                    <a:cubicBezTo>
                      <a:pt x="28" y="215"/>
                      <a:pt x="29" y="225"/>
                      <a:pt x="26" y="232"/>
                    </a:cubicBezTo>
                    <a:cubicBezTo>
                      <a:pt x="23" y="240"/>
                      <a:pt x="30" y="242"/>
                      <a:pt x="23" y="264"/>
                    </a:cubicBezTo>
                    <a:cubicBezTo>
                      <a:pt x="16" y="286"/>
                      <a:pt x="10" y="297"/>
                      <a:pt x="10" y="297"/>
                    </a:cubicBezTo>
                    <a:cubicBezTo>
                      <a:pt x="18" y="298"/>
                      <a:pt x="18" y="306"/>
                      <a:pt x="17" y="309"/>
                    </a:cubicBezTo>
                    <a:cubicBezTo>
                      <a:pt x="15" y="321"/>
                      <a:pt x="13" y="321"/>
                      <a:pt x="18" y="329"/>
                    </a:cubicBezTo>
                    <a:cubicBezTo>
                      <a:pt x="23" y="337"/>
                      <a:pt x="27" y="344"/>
                      <a:pt x="24" y="349"/>
                    </a:cubicBezTo>
                    <a:cubicBezTo>
                      <a:pt x="22" y="355"/>
                      <a:pt x="17" y="356"/>
                      <a:pt x="20" y="365"/>
                    </a:cubicBezTo>
                    <a:cubicBezTo>
                      <a:pt x="24" y="374"/>
                      <a:pt x="23" y="375"/>
                      <a:pt x="19" y="378"/>
                    </a:cubicBezTo>
                    <a:cubicBezTo>
                      <a:pt x="15" y="382"/>
                      <a:pt x="22" y="391"/>
                      <a:pt x="32" y="395"/>
                    </a:cubicBezTo>
                    <a:cubicBezTo>
                      <a:pt x="43" y="399"/>
                      <a:pt x="38" y="407"/>
                      <a:pt x="41" y="416"/>
                    </a:cubicBezTo>
                    <a:cubicBezTo>
                      <a:pt x="45" y="426"/>
                      <a:pt x="34" y="431"/>
                      <a:pt x="34" y="431"/>
                    </a:cubicBezTo>
                    <a:cubicBezTo>
                      <a:pt x="34" y="431"/>
                      <a:pt x="37" y="448"/>
                      <a:pt x="40" y="457"/>
                    </a:cubicBezTo>
                    <a:cubicBezTo>
                      <a:pt x="44" y="468"/>
                      <a:pt x="22" y="470"/>
                      <a:pt x="11" y="484"/>
                    </a:cubicBezTo>
                    <a:cubicBezTo>
                      <a:pt x="0" y="499"/>
                      <a:pt x="18" y="541"/>
                      <a:pt x="39" y="555"/>
                    </a:cubicBezTo>
                    <a:cubicBezTo>
                      <a:pt x="59" y="570"/>
                      <a:pt x="73" y="581"/>
                      <a:pt x="73" y="581"/>
                    </a:cubicBezTo>
                    <a:moveTo>
                      <a:pt x="375" y="692"/>
                    </a:moveTo>
                    <a:cubicBezTo>
                      <a:pt x="389" y="692"/>
                      <a:pt x="401" y="694"/>
                      <a:pt x="414" y="692"/>
                    </a:cubicBezTo>
                    <a:cubicBezTo>
                      <a:pt x="396" y="670"/>
                      <a:pt x="381" y="677"/>
                      <a:pt x="375" y="692"/>
                    </a:cubicBezTo>
                    <a:close/>
                  </a:path>
                </a:pathLst>
              </a:custGeom>
              <a:solidFill>
                <a:srgbClr val="D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5" name="Freeform 802">
                <a:extLst>
                  <a:ext uri="{FF2B5EF4-FFF2-40B4-BE49-F238E27FC236}">
                    <a16:creationId xmlns:a16="http://schemas.microsoft.com/office/drawing/2014/main" id="{D2927638-A2B8-44D0-8EB9-54A01B900C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42" y="2668"/>
                <a:ext cx="714" cy="976"/>
              </a:xfrm>
              <a:custGeom>
                <a:avLst/>
                <a:gdLst>
                  <a:gd name="T0" fmla="*/ 4951 w 436"/>
                  <a:gd name="T1" fmla="*/ 4115 h 559"/>
                  <a:gd name="T2" fmla="*/ 4896 w 436"/>
                  <a:gd name="T3" fmla="*/ 3604 h 559"/>
                  <a:gd name="T4" fmla="*/ 4400 w 436"/>
                  <a:gd name="T5" fmla="*/ 3539 h 559"/>
                  <a:gd name="T6" fmla="*/ 3719 w 436"/>
                  <a:gd name="T7" fmla="*/ 2649 h 559"/>
                  <a:gd name="T8" fmla="*/ 3360 w 436"/>
                  <a:gd name="T9" fmla="*/ 1997 h 559"/>
                  <a:gd name="T10" fmla="*/ 3071 w 436"/>
                  <a:gd name="T11" fmla="*/ 1479 h 559"/>
                  <a:gd name="T12" fmla="*/ 2389 w 436"/>
                  <a:gd name="T13" fmla="*/ 826 h 559"/>
                  <a:gd name="T14" fmla="*/ 1497 w 436"/>
                  <a:gd name="T15" fmla="*/ 473 h 559"/>
                  <a:gd name="T16" fmla="*/ 329 w 436"/>
                  <a:gd name="T17" fmla="*/ 197 h 559"/>
                  <a:gd name="T18" fmla="*/ 0 w 436"/>
                  <a:gd name="T19" fmla="*/ 372 h 559"/>
                  <a:gd name="T20" fmla="*/ 282 w 436"/>
                  <a:gd name="T21" fmla="*/ 222 h 559"/>
                  <a:gd name="T22" fmla="*/ 1446 w 436"/>
                  <a:gd name="T23" fmla="*/ 499 h 559"/>
                  <a:gd name="T24" fmla="*/ 2368 w 436"/>
                  <a:gd name="T25" fmla="*/ 911 h 559"/>
                  <a:gd name="T26" fmla="*/ 3025 w 436"/>
                  <a:gd name="T27" fmla="*/ 1507 h 559"/>
                  <a:gd name="T28" fmla="*/ 3306 w 436"/>
                  <a:gd name="T29" fmla="*/ 2027 h 559"/>
                  <a:gd name="T30" fmla="*/ 3676 w 436"/>
                  <a:gd name="T31" fmla="*/ 2677 h 559"/>
                  <a:gd name="T32" fmla="*/ 4358 w 436"/>
                  <a:gd name="T33" fmla="*/ 3567 h 559"/>
                  <a:gd name="T34" fmla="*/ 4854 w 436"/>
                  <a:gd name="T35" fmla="*/ 3637 h 559"/>
                  <a:gd name="T36" fmla="*/ 4896 w 436"/>
                  <a:gd name="T37" fmla="*/ 4152 h 559"/>
                  <a:gd name="T38" fmla="*/ 4951 w 436"/>
                  <a:gd name="T39" fmla="*/ 4981 h 559"/>
                  <a:gd name="T40" fmla="*/ 4993 w 436"/>
                  <a:gd name="T41" fmla="*/ 4957 h 559"/>
                  <a:gd name="T42" fmla="*/ 4951 w 436"/>
                  <a:gd name="T43" fmla="*/ 4115 h 559"/>
                  <a:gd name="T44" fmla="*/ 4747 w 436"/>
                  <a:gd name="T45" fmla="*/ 5585 h 559"/>
                  <a:gd name="T46" fmla="*/ 4875 w 436"/>
                  <a:gd name="T47" fmla="*/ 5243 h 559"/>
                  <a:gd name="T48" fmla="*/ 4951 w 436"/>
                  <a:gd name="T49" fmla="*/ 4981 h 559"/>
                  <a:gd name="T50" fmla="*/ 4828 w 436"/>
                  <a:gd name="T51" fmla="*/ 5271 h 559"/>
                  <a:gd name="T52" fmla="*/ 4695 w 436"/>
                  <a:gd name="T53" fmla="*/ 5615 h 559"/>
                  <a:gd name="T54" fmla="*/ 4602 w 436"/>
                  <a:gd name="T55" fmla="*/ 6216 h 559"/>
                  <a:gd name="T56" fmla="*/ 4896 w 436"/>
                  <a:gd name="T57" fmla="*/ 6486 h 559"/>
                  <a:gd name="T58" fmla="*/ 4854 w 436"/>
                  <a:gd name="T59" fmla="*/ 6930 h 559"/>
                  <a:gd name="T60" fmla="*/ 4725 w 436"/>
                  <a:gd name="T61" fmla="*/ 7890 h 559"/>
                  <a:gd name="T62" fmla="*/ 4310 w 436"/>
                  <a:gd name="T63" fmla="*/ 9069 h 559"/>
                  <a:gd name="T64" fmla="*/ 4320 w 436"/>
                  <a:gd name="T65" fmla="*/ 9055 h 559"/>
                  <a:gd name="T66" fmla="*/ 4769 w 436"/>
                  <a:gd name="T67" fmla="*/ 7850 h 559"/>
                  <a:gd name="T68" fmla="*/ 4896 w 436"/>
                  <a:gd name="T69" fmla="*/ 6898 h 559"/>
                  <a:gd name="T70" fmla="*/ 4951 w 436"/>
                  <a:gd name="T71" fmla="*/ 6457 h 559"/>
                  <a:gd name="T72" fmla="*/ 4656 w 436"/>
                  <a:gd name="T73" fmla="*/ 6179 h 559"/>
                  <a:gd name="T74" fmla="*/ 4747 w 436"/>
                  <a:gd name="T75" fmla="*/ 5585 h 55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36" h="559">
                    <a:moveTo>
                      <a:pt x="420" y="254"/>
                    </a:moveTo>
                    <a:cubicBezTo>
                      <a:pt x="406" y="236"/>
                      <a:pt x="416" y="222"/>
                      <a:pt x="416" y="222"/>
                    </a:cubicBezTo>
                    <a:cubicBezTo>
                      <a:pt x="416" y="222"/>
                      <a:pt x="412" y="227"/>
                      <a:pt x="374" y="218"/>
                    </a:cubicBezTo>
                    <a:cubicBezTo>
                      <a:pt x="336" y="209"/>
                      <a:pt x="332" y="191"/>
                      <a:pt x="316" y="163"/>
                    </a:cubicBezTo>
                    <a:cubicBezTo>
                      <a:pt x="300" y="136"/>
                      <a:pt x="307" y="134"/>
                      <a:pt x="285" y="123"/>
                    </a:cubicBezTo>
                    <a:cubicBezTo>
                      <a:pt x="263" y="113"/>
                      <a:pt x="265" y="120"/>
                      <a:pt x="261" y="91"/>
                    </a:cubicBezTo>
                    <a:cubicBezTo>
                      <a:pt x="258" y="62"/>
                      <a:pt x="227" y="42"/>
                      <a:pt x="203" y="51"/>
                    </a:cubicBezTo>
                    <a:cubicBezTo>
                      <a:pt x="179" y="60"/>
                      <a:pt x="152" y="58"/>
                      <a:pt x="127" y="29"/>
                    </a:cubicBezTo>
                    <a:cubicBezTo>
                      <a:pt x="101" y="0"/>
                      <a:pt x="76" y="2"/>
                      <a:pt x="28" y="12"/>
                    </a:cubicBezTo>
                    <a:cubicBezTo>
                      <a:pt x="17" y="15"/>
                      <a:pt x="7" y="19"/>
                      <a:pt x="0" y="23"/>
                    </a:cubicBezTo>
                    <a:cubicBezTo>
                      <a:pt x="7" y="20"/>
                      <a:pt x="15" y="17"/>
                      <a:pt x="24" y="14"/>
                    </a:cubicBezTo>
                    <a:cubicBezTo>
                      <a:pt x="72" y="4"/>
                      <a:pt x="97" y="2"/>
                      <a:pt x="123" y="31"/>
                    </a:cubicBezTo>
                    <a:cubicBezTo>
                      <a:pt x="148" y="60"/>
                      <a:pt x="178" y="65"/>
                      <a:pt x="201" y="56"/>
                    </a:cubicBezTo>
                    <a:cubicBezTo>
                      <a:pt x="225" y="47"/>
                      <a:pt x="254" y="64"/>
                      <a:pt x="257" y="93"/>
                    </a:cubicBezTo>
                    <a:cubicBezTo>
                      <a:pt x="261" y="122"/>
                      <a:pt x="259" y="115"/>
                      <a:pt x="281" y="125"/>
                    </a:cubicBezTo>
                    <a:cubicBezTo>
                      <a:pt x="303" y="136"/>
                      <a:pt x="295" y="138"/>
                      <a:pt x="312" y="165"/>
                    </a:cubicBezTo>
                    <a:cubicBezTo>
                      <a:pt x="328" y="193"/>
                      <a:pt x="332" y="211"/>
                      <a:pt x="370" y="220"/>
                    </a:cubicBezTo>
                    <a:cubicBezTo>
                      <a:pt x="408" y="229"/>
                      <a:pt x="412" y="224"/>
                      <a:pt x="412" y="224"/>
                    </a:cubicBezTo>
                    <a:cubicBezTo>
                      <a:pt x="412" y="224"/>
                      <a:pt x="402" y="238"/>
                      <a:pt x="416" y="256"/>
                    </a:cubicBezTo>
                    <a:cubicBezTo>
                      <a:pt x="432" y="277"/>
                      <a:pt x="420" y="307"/>
                      <a:pt x="420" y="307"/>
                    </a:cubicBezTo>
                    <a:cubicBezTo>
                      <a:pt x="422" y="306"/>
                      <a:pt x="424" y="305"/>
                      <a:pt x="424" y="305"/>
                    </a:cubicBezTo>
                    <a:cubicBezTo>
                      <a:pt x="424" y="305"/>
                      <a:pt x="436" y="275"/>
                      <a:pt x="420" y="254"/>
                    </a:cubicBezTo>
                    <a:close/>
                    <a:moveTo>
                      <a:pt x="403" y="344"/>
                    </a:moveTo>
                    <a:cubicBezTo>
                      <a:pt x="407" y="328"/>
                      <a:pt x="420" y="336"/>
                      <a:pt x="414" y="323"/>
                    </a:cubicBezTo>
                    <a:cubicBezTo>
                      <a:pt x="411" y="315"/>
                      <a:pt x="416" y="310"/>
                      <a:pt x="420" y="307"/>
                    </a:cubicBezTo>
                    <a:cubicBezTo>
                      <a:pt x="419" y="308"/>
                      <a:pt x="405" y="313"/>
                      <a:pt x="410" y="325"/>
                    </a:cubicBezTo>
                    <a:cubicBezTo>
                      <a:pt x="416" y="338"/>
                      <a:pt x="403" y="330"/>
                      <a:pt x="399" y="346"/>
                    </a:cubicBezTo>
                    <a:cubicBezTo>
                      <a:pt x="395" y="363"/>
                      <a:pt x="379" y="370"/>
                      <a:pt x="391" y="383"/>
                    </a:cubicBezTo>
                    <a:cubicBezTo>
                      <a:pt x="404" y="395"/>
                      <a:pt x="416" y="400"/>
                      <a:pt x="416" y="400"/>
                    </a:cubicBezTo>
                    <a:cubicBezTo>
                      <a:pt x="416" y="400"/>
                      <a:pt x="414" y="419"/>
                      <a:pt x="412" y="427"/>
                    </a:cubicBezTo>
                    <a:cubicBezTo>
                      <a:pt x="407" y="461"/>
                      <a:pt x="415" y="458"/>
                      <a:pt x="401" y="486"/>
                    </a:cubicBezTo>
                    <a:cubicBezTo>
                      <a:pt x="391" y="506"/>
                      <a:pt x="385" y="547"/>
                      <a:pt x="366" y="559"/>
                    </a:cubicBezTo>
                    <a:cubicBezTo>
                      <a:pt x="366" y="559"/>
                      <a:pt x="367" y="558"/>
                      <a:pt x="367" y="558"/>
                    </a:cubicBezTo>
                    <a:cubicBezTo>
                      <a:pt x="389" y="549"/>
                      <a:pt x="394" y="505"/>
                      <a:pt x="405" y="484"/>
                    </a:cubicBezTo>
                    <a:cubicBezTo>
                      <a:pt x="419" y="456"/>
                      <a:pt x="411" y="459"/>
                      <a:pt x="416" y="425"/>
                    </a:cubicBezTo>
                    <a:cubicBezTo>
                      <a:pt x="418" y="417"/>
                      <a:pt x="420" y="398"/>
                      <a:pt x="420" y="398"/>
                    </a:cubicBezTo>
                    <a:cubicBezTo>
                      <a:pt x="420" y="398"/>
                      <a:pt x="408" y="393"/>
                      <a:pt x="395" y="381"/>
                    </a:cubicBezTo>
                    <a:cubicBezTo>
                      <a:pt x="383" y="368"/>
                      <a:pt x="400" y="361"/>
                      <a:pt x="403" y="344"/>
                    </a:cubicBezTo>
                    <a:close/>
                  </a:path>
                </a:pathLst>
              </a:custGeom>
              <a:solidFill>
                <a:srgbClr val="F9E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6" name="Freeform 803">
                <a:extLst>
                  <a:ext uri="{FF2B5EF4-FFF2-40B4-BE49-F238E27FC236}">
                    <a16:creationId xmlns:a16="http://schemas.microsoft.com/office/drawing/2014/main" id="{7AC08F2E-EF72-4B0B-8E27-D7034AD0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369"/>
                <a:ext cx="344" cy="225"/>
              </a:xfrm>
              <a:custGeom>
                <a:avLst/>
                <a:gdLst>
                  <a:gd name="T0" fmla="*/ 0 w 210"/>
                  <a:gd name="T1" fmla="*/ 886 h 129"/>
                  <a:gd name="T2" fmla="*/ 1274 w 210"/>
                  <a:gd name="T3" fmla="*/ 0 h 129"/>
                  <a:gd name="T4" fmla="*/ 2480 w 210"/>
                  <a:gd name="T5" fmla="*/ 1132 h 129"/>
                  <a:gd name="T6" fmla="*/ 1206 w 210"/>
                  <a:gd name="T7" fmla="*/ 2039 h 129"/>
                  <a:gd name="T8" fmla="*/ 0 w 210"/>
                  <a:gd name="T9" fmla="*/ 886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129">
                    <a:moveTo>
                      <a:pt x="0" y="55"/>
                    </a:moveTo>
                    <a:cubicBezTo>
                      <a:pt x="0" y="55"/>
                      <a:pt x="50" y="0"/>
                      <a:pt x="108" y="0"/>
                    </a:cubicBezTo>
                    <a:cubicBezTo>
                      <a:pt x="165" y="0"/>
                      <a:pt x="207" y="68"/>
                      <a:pt x="210" y="70"/>
                    </a:cubicBezTo>
                    <a:cubicBezTo>
                      <a:pt x="210" y="70"/>
                      <a:pt x="195" y="129"/>
                      <a:pt x="102" y="126"/>
                    </a:cubicBezTo>
                    <a:cubicBezTo>
                      <a:pt x="8" y="122"/>
                      <a:pt x="0" y="55"/>
                      <a:pt x="0" y="55"/>
                    </a:cubicBezTo>
                    <a:close/>
                  </a:path>
                </a:pathLst>
              </a:custGeom>
              <a:solidFill>
                <a:srgbClr val="F9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7" name="Freeform 804">
                <a:extLst>
                  <a:ext uri="{FF2B5EF4-FFF2-40B4-BE49-F238E27FC236}">
                    <a16:creationId xmlns:a16="http://schemas.microsoft.com/office/drawing/2014/main" id="{F3CA9A63-E8B4-42AF-A373-007C296EE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469"/>
                <a:ext cx="357" cy="144"/>
              </a:xfrm>
              <a:custGeom>
                <a:avLst/>
                <a:gdLst>
                  <a:gd name="T0" fmla="*/ 2381 w 218"/>
                  <a:gd name="T1" fmla="*/ 220 h 83"/>
                  <a:gd name="T2" fmla="*/ 1107 w 218"/>
                  <a:gd name="T3" fmla="*/ 1086 h 83"/>
                  <a:gd name="T4" fmla="*/ 0 w 218"/>
                  <a:gd name="T5" fmla="*/ 324 h 83"/>
                  <a:gd name="T6" fmla="*/ 1287 w 218"/>
                  <a:gd name="T7" fmla="*/ 1258 h 83"/>
                  <a:gd name="T8" fmla="*/ 2473 w 218"/>
                  <a:gd name="T9" fmla="*/ 187 h 83"/>
                  <a:gd name="T10" fmla="*/ 2381 w 218"/>
                  <a:gd name="T11" fmla="*/ 220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8" h="83">
                    <a:moveTo>
                      <a:pt x="202" y="14"/>
                    </a:moveTo>
                    <a:cubicBezTo>
                      <a:pt x="197" y="26"/>
                      <a:pt x="175" y="71"/>
                      <a:pt x="94" y="69"/>
                    </a:cubicBezTo>
                    <a:cubicBezTo>
                      <a:pt x="37" y="67"/>
                      <a:pt x="11" y="41"/>
                      <a:pt x="0" y="21"/>
                    </a:cubicBezTo>
                    <a:cubicBezTo>
                      <a:pt x="8" y="41"/>
                      <a:pt x="41" y="77"/>
                      <a:pt x="109" y="80"/>
                    </a:cubicBezTo>
                    <a:cubicBezTo>
                      <a:pt x="202" y="83"/>
                      <a:pt x="218" y="21"/>
                      <a:pt x="210" y="12"/>
                    </a:cubicBezTo>
                    <a:cubicBezTo>
                      <a:pt x="204" y="4"/>
                      <a:pt x="189" y="0"/>
                      <a:pt x="202" y="14"/>
                    </a:cubicBezTo>
                    <a:close/>
                  </a:path>
                </a:pathLst>
              </a:custGeom>
              <a:solidFill>
                <a:srgbClr val="EF8F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8" name="Freeform 805">
                <a:extLst>
                  <a:ext uri="{FF2B5EF4-FFF2-40B4-BE49-F238E27FC236}">
                    <a16:creationId xmlns:a16="http://schemas.microsoft.com/office/drawing/2014/main" id="{8EDADA86-3F84-4D9E-93FB-83945427F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491"/>
                <a:ext cx="332" cy="105"/>
              </a:xfrm>
              <a:custGeom>
                <a:avLst/>
                <a:gdLst>
                  <a:gd name="T0" fmla="*/ 2362 w 203"/>
                  <a:gd name="T1" fmla="*/ 21 h 60"/>
                  <a:gd name="T2" fmla="*/ 1073 w 203"/>
                  <a:gd name="T3" fmla="*/ 788 h 60"/>
                  <a:gd name="T4" fmla="*/ 0 w 203"/>
                  <a:gd name="T5" fmla="*/ 114 h 60"/>
                  <a:gd name="T6" fmla="*/ 1251 w 203"/>
                  <a:gd name="T7" fmla="*/ 959 h 60"/>
                  <a:gd name="T8" fmla="*/ 2375 w 203"/>
                  <a:gd name="T9" fmla="*/ 21 h 60"/>
                  <a:gd name="T10" fmla="*/ 2362 w 203"/>
                  <a:gd name="T11" fmla="*/ 21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60">
                    <a:moveTo>
                      <a:pt x="202" y="1"/>
                    </a:moveTo>
                    <a:cubicBezTo>
                      <a:pt x="197" y="11"/>
                      <a:pt x="173" y="50"/>
                      <a:pt x="92" y="48"/>
                    </a:cubicBezTo>
                    <a:cubicBezTo>
                      <a:pt x="36" y="46"/>
                      <a:pt x="11" y="24"/>
                      <a:pt x="0" y="7"/>
                    </a:cubicBezTo>
                    <a:cubicBezTo>
                      <a:pt x="8" y="24"/>
                      <a:pt x="41" y="56"/>
                      <a:pt x="107" y="58"/>
                    </a:cubicBezTo>
                    <a:cubicBezTo>
                      <a:pt x="200" y="60"/>
                      <a:pt x="203" y="1"/>
                      <a:pt x="203" y="1"/>
                    </a:cubicBezTo>
                    <a:cubicBezTo>
                      <a:pt x="202" y="0"/>
                      <a:pt x="203" y="1"/>
                      <a:pt x="202" y="1"/>
                    </a:cubicBezTo>
                    <a:close/>
                  </a:path>
                </a:pathLst>
              </a:custGeom>
              <a:solidFill>
                <a:srgbClr val="ED7E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9" name="Freeform 806">
                <a:extLst>
                  <a:ext uri="{FF2B5EF4-FFF2-40B4-BE49-F238E27FC236}">
                    <a16:creationId xmlns:a16="http://schemas.microsoft.com/office/drawing/2014/main" id="{40193205-EA97-48F2-9C62-FA6FFF52C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395"/>
                <a:ext cx="344" cy="199"/>
              </a:xfrm>
              <a:custGeom>
                <a:avLst/>
                <a:gdLst>
                  <a:gd name="T0" fmla="*/ 2039 w 210"/>
                  <a:gd name="T1" fmla="*/ 1307 h 114"/>
                  <a:gd name="T2" fmla="*/ 577 w 210"/>
                  <a:gd name="T3" fmla="*/ 1021 h 114"/>
                  <a:gd name="T4" fmla="*/ 611 w 210"/>
                  <a:gd name="T5" fmla="*/ 0 h 114"/>
                  <a:gd name="T6" fmla="*/ 627 w 210"/>
                  <a:gd name="T7" fmla="*/ 0 h 114"/>
                  <a:gd name="T8" fmla="*/ 0 w 210"/>
                  <a:gd name="T9" fmla="*/ 649 h 114"/>
                  <a:gd name="T10" fmla="*/ 1206 w 210"/>
                  <a:gd name="T11" fmla="*/ 1803 h 114"/>
                  <a:gd name="T12" fmla="*/ 2480 w 210"/>
                  <a:gd name="T13" fmla="*/ 892 h 114"/>
                  <a:gd name="T14" fmla="*/ 2480 w 210"/>
                  <a:gd name="T15" fmla="*/ 892 h 114"/>
                  <a:gd name="T16" fmla="*/ 2039 w 210"/>
                  <a:gd name="T17" fmla="*/ 1307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114">
                    <a:moveTo>
                      <a:pt x="173" y="81"/>
                    </a:moveTo>
                    <a:cubicBezTo>
                      <a:pt x="137" y="92"/>
                      <a:pt x="77" y="92"/>
                      <a:pt x="49" y="63"/>
                    </a:cubicBezTo>
                    <a:cubicBezTo>
                      <a:pt x="33" y="48"/>
                      <a:pt x="16" y="18"/>
                      <a:pt x="52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22" y="16"/>
                      <a:pt x="0" y="40"/>
                      <a:pt x="0" y="40"/>
                    </a:cubicBezTo>
                    <a:cubicBezTo>
                      <a:pt x="0" y="40"/>
                      <a:pt x="8" y="107"/>
                      <a:pt x="102" y="111"/>
                    </a:cubicBezTo>
                    <a:cubicBezTo>
                      <a:pt x="195" y="114"/>
                      <a:pt x="210" y="55"/>
                      <a:pt x="210" y="55"/>
                    </a:cubicBezTo>
                    <a:cubicBezTo>
                      <a:pt x="210" y="55"/>
                      <a:pt x="210" y="55"/>
                      <a:pt x="210" y="55"/>
                    </a:cubicBezTo>
                    <a:cubicBezTo>
                      <a:pt x="203" y="65"/>
                      <a:pt x="184" y="77"/>
                      <a:pt x="173" y="81"/>
                    </a:cubicBezTo>
                    <a:close/>
                  </a:path>
                </a:pathLst>
              </a:custGeom>
              <a:solidFill>
                <a:srgbClr val="F7D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0" name="Freeform 807">
                <a:extLst>
                  <a:ext uri="{FF2B5EF4-FFF2-40B4-BE49-F238E27FC236}">
                    <a16:creationId xmlns:a16="http://schemas.microsoft.com/office/drawing/2014/main" id="{80439C59-E3CE-4707-A704-1A299CB6D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372"/>
                <a:ext cx="136" cy="109"/>
              </a:xfrm>
              <a:custGeom>
                <a:avLst/>
                <a:gdLst>
                  <a:gd name="T0" fmla="*/ 924 w 83"/>
                  <a:gd name="T1" fmla="*/ 803 h 62"/>
                  <a:gd name="T2" fmla="*/ 408 w 83"/>
                  <a:gd name="T3" fmla="*/ 890 h 62"/>
                  <a:gd name="T4" fmla="*/ 70 w 83"/>
                  <a:gd name="T5" fmla="*/ 338 h 62"/>
                  <a:gd name="T6" fmla="*/ 613 w 83"/>
                  <a:gd name="T7" fmla="*/ 135 h 62"/>
                  <a:gd name="T8" fmla="*/ 924 w 83"/>
                  <a:gd name="T9" fmla="*/ 80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2">
                    <a:moveTo>
                      <a:pt x="78" y="48"/>
                    </a:moveTo>
                    <a:cubicBezTo>
                      <a:pt x="72" y="62"/>
                      <a:pt x="55" y="61"/>
                      <a:pt x="35" y="53"/>
                    </a:cubicBezTo>
                    <a:cubicBezTo>
                      <a:pt x="15" y="46"/>
                      <a:pt x="0" y="35"/>
                      <a:pt x="6" y="20"/>
                    </a:cubicBezTo>
                    <a:cubicBezTo>
                      <a:pt x="11" y="6"/>
                      <a:pt x="32" y="0"/>
                      <a:pt x="52" y="8"/>
                    </a:cubicBezTo>
                    <a:cubicBezTo>
                      <a:pt x="71" y="15"/>
                      <a:pt x="83" y="33"/>
                      <a:pt x="78" y="48"/>
                    </a:cubicBezTo>
                    <a:close/>
                  </a:path>
                </a:pathLst>
              </a:custGeom>
              <a:solidFill>
                <a:srgbClr val="FA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1" name="Oval 808">
                <a:extLst>
                  <a:ext uri="{FF2B5EF4-FFF2-40B4-BE49-F238E27FC236}">
                    <a16:creationId xmlns:a16="http://schemas.microsoft.com/office/drawing/2014/main" id="{3FFCA005-77E2-47E8-BC89-1A4077AC3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9" y="2432"/>
                <a:ext cx="28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52" name="Oval 809">
                <a:extLst>
                  <a:ext uri="{FF2B5EF4-FFF2-40B4-BE49-F238E27FC236}">
                    <a16:creationId xmlns:a16="http://schemas.microsoft.com/office/drawing/2014/main" id="{03FEA224-7B0B-485A-BF93-BE10DF6A2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2409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53" name="Freeform 810">
                <a:extLst>
                  <a:ext uri="{FF2B5EF4-FFF2-40B4-BE49-F238E27FC236}">
                    <a16:creationId xmlns:a16="http://schemas.microsoft.com/office/drawing/2014/main" id="{D6B4259C-7F09-44A7-BD79-40359A252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369"/>
                <a:ext cx="344" cy="122"/>
              </a:xfrm>
              <a:custGeom>
                <a:avLst/>
                <a:gdLst>
                  <a:gd name="T0" fmla="*/ 2480 w 210"/>
                  <a:gd name="T1" fmla="*/ 1128 h 70"/>
                  <a:gd name="T2" fmla="*/ 1274 w 210"/>
                  <a:gd name="T3" fmla="*/ 0 h 70"/>
                  <a:gd name="T4" fmla="*/ 0 w 210"/>
                  <a:gd name="T5" fmla="*/ 884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0" h="70">
                    <a:moveTo>
                      <a:pt x="210" y="70"/>
                    </a:moveTo>
                    <a:cubicBezTo>
                      <a:pt x="207" y="68"/>
                      <a:pt x="165" y="0"/>
                      <a:pt x="108" y="0"/>
                    </a:cubicBezTo>
                    <a:cubicBezTo>
                      <a:pt x="50" y="0"/>
                      <a:pt x="0" y="55"/>
                      <a:pt x="0" y="5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4" name="Freeform 811">
                <a:extLst>
                  <a:ext uri="{FF2B5EF4-FFF2-40B4-BE49-F238E27FC236}">
                    <a16:creationId xmlns:a16="http://schemas.microsoft.com/office/drawing/2014/main" id="{CB42523C-AB38-4098-BB1F-AD9FE6AF6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496"/>
                <a:ext cx="188" cy="109"/>
              </a:xfrm>
              <a:custGeom>
                <a:avLst/>
                <a:gdLst>
                  <a:gd name="T0" fmla="*/ 1342 w 115"/>
                  <a:gd name="T1" fmla="*/ 0 h 62"/>
                  <a:gd name="T2" fmla="*/ 0 w 115"/>
                  <a:gd name="T3" fmla="*/ 868 h 62"/>
                  <a:gd name="T4" fmla="*/ 1342 w 115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62">
                    <a:moveTo>
                      <a:pt x="115" y="0"/>
                    </a:moveTo>
                    <a:cubicBezTo>
                      <a:pt x="115" y="0"/>
                      <a:pt x="97" y="62"/>
                      <a:pt x="0" y="52"/>
                    </a:cubicBezTo>
                    <a:cubicBezTo>
                      <a:pt x="0" y="52"/>
                      <a:pt x="85" y="59"/>
                      <a:pt x="115" y="0"/>
                    </a:cubicBezTo>
                    <a:close/>
                  </a:path>
                </a:pathLst>
              </a:custGeom>
              <a:solidFill>
                <a:srgbClr val="B23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5" name="Freeform 812">
                <a:extLst>
                  <a:ext uri="{FF2B5EF4-FFF2-40B4-BE49-F238E27FC236}">
                    <a16:creationId xmlns:a16="http://schemas.microsoft.com/office/drawing/2014/main" id="{8AE99DCA-5279-4C26-9A11-74DED5374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462"/>
                <a:ext cx="90" cy="111"/>
              </a:xfrm>
              <a:custGeom>
                <a:avLst/>
                <a:gdLst>
                  <a:gd name="T0" fmla="*/ 645 w 55"/>
                  <a:gd name="T1" fmla="*/ 1008 h 64"/>
                  <a:gd name="T2" fmla="*/ 0 w 55"/>
                  <a:gd name="T3" fmla="*/ 16 h 64"/>
                  <a:gd name="T4" fmla="*/ 34 w 55"/>
                  <a:gd name="T5" fmla="*/ 0 h 64"/>
                  <a:gd name="T6" fmla="*/ 645 w 55"/>
                  <a:gd name="T7" fmla="*/ 1008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64">
                    <a:moveTo>
                      <a:pt x="55" y="64"/>
                    </a:moveTo>
                    <a:cubicBezTo>
                      <a:pt x="55" y="64"/>
                      <a:pt x="9" y="52"/>
                      <a:pt x="0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40"/>
                      <a:pt x="55" y="6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6" name="Freeform 813">
                <a:extLst>
                  <a:ext uri="{FF2B5EF4-FFF2-40B4-BE49-F238E27FC236}">
                    <a16:creationId xmlns:a16="http://schemas.microsoft.com/office/drawing/2014/main" id="{8B37DA68-87E0-4A21-9024-4D63F09FC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379"/>
                <a:ext cx="144" cy="114"/>
              </a:xfrm>
              <a:custGeom>
                <a:avLst/>
                <a:gdLst>
                  <a:gd name="T0" fmla="*/ 21 w 88"/>
                  <a:gd name="T1" fmla="*/ 831 h 65"/>
                  <a:gd name="T2" fmla="*/ 1034 w 88"/>
                  <a:gd name="T3" fmla="*/ 0 h 65"/>
                  <a:gd name="T4" fmla="*/ 70 w 88"/>
                  <a:gd name="T5" fmla="*/ 1080 h 65"/>
                  <a:gd name="T6" fmla="*/ 21 w 88"/>
                  <a:gd name="T7" fmla="*/ 831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65">
                    <a:moveTo>
                      <a:pt x="2" y="50"/>
                    </a:moveTo>
                    <a:cubicBezTo>
                      <a:pt x="2" y="50"/>
                      <a:pt x="39" y="7"/>
                      <a:pt x="88" y="0"/>
                    </a:cubicBezTo>
                    <a:cubicBezTo>
                      <a:pt x="88" y="0"/>
                      <a:pt x="6" y="27"/>
                      <a:pt x="6" y="65"/>
                    </a:cubicBezTo>
                    <a:cubicBezTo>
                      <a:pt x="6" y="65"/>
                      <a:pt x="0" y="57"/>
                      <a:pt x="2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7" name="Freeform 814">
                <a:extLst>
                  <a:ext uri="{FF2B5EF4-FFF2-40B4-BE49-F238E27FC236}">
                    <a16:creationId xmlns:a16="http://schemas.microsoft.com/office/drawing/2014/main" id="{5FC4523E-04EE-40F0-985B-AD021A67E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905"/>
                <a:ext cx="333" cy="278"/>
              </a:xfrm>
              <a:custGeom>
                <a:avLst/>
                <a:gdLst>
                  <a:gd name="T0" fmla="*/ 0 w 203"/>
                  <a:gd name="T1" fmla="*/ 2598 h 159"/>
                  <a:gd name="T2" fmla="*/ 558 w 203"/>
                  <a:gd name="T3" fmla="*/ 2385 h 159"/>
                  <a:gd name="T4" fmla="*/ 1138 w 203"/>
                  <a:gd name="T5" fmla="*/ 1598 h 159"/>
                  <a:gd name="T6" fmla="*/ 1483 w 203"/>
                  <a:gd name="T7" fmla="*/ 1198 h 159"/>
                  <a:gd name="T8" fmla="*/ 1765 w 203"/>
                  <a:gd name="T9" fmla="*/ 748 h 159"/>
                  <a:gd name="T10" fmla="*/ 2411 w 203"/>
                  <a:gd name="T11" fmla="*/ 0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159">
                    <a:moveTo>
                      <a:pt x="0" y="159"/>
                    </a:moveTo>
                    <a:cubicBezTo>
                      <a:pt x="15" y="153"/>
                      <a:pt x="32" y="152"/>
                      <a:pt x="47" y="146"/>
                    </a:cubicBezTo>
                    <a:cubicBezTo>
                      <a:pt x="69" y="137"/>
                      <a:pt x="79" y="114"/>
                      <a:pt x="96" y="98"/>
                    </a:cubicBezTo>
                    <a:cubicBezTo>
                      <a:pt x="105" y="89"/>
                      <a:pt x="116" y="82"/>
                      <a:pt x="125" y="73"/>
                    </a:cubicBezTo>
                    <a:cubicBezTo>
                      <a:pt x="134" y="64"/>
                      <a:pt x="140" y="54"/>
                      <a:pt x="149" y="46"/>
                    </a:cubicBezTo>
                    <a:cubicBezTo>
                      <a:pt x="166" y="31"/>
                      <a:pt x="183" y="10"/>
                      <a:pt x="20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8" name="Freeform 815">
                <a:extLst>
                  <a:ext uri="{FF2B5EF4-FFF2-40B4-BE49-F238E27FC236}">
                    <a16:creationId xmlns:a16="http://schemas.microsoft.com/office/drawing/2014/main" id="{8E9AAB6D-357B-43CE-9C1E-A1166AC90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832"/>
                <a:ext cx="137" cy="52"/>
              </a:xfrm>
              <a:custGeom>
                <a:avLst/>
                <a:gdLst>
                  <a:gd name="T0" fmla="*/ 0 w 84"/>
                  <a:gd name="T1" fmla="*/ 468 h 30"/>
                  <a:gd name="T2" fmla="*/ 969 w 84"/>
                  <a:gd name="T3" fmla="*/ 1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4" h="30">
                    <a:moveTo>
                      <a:pt x="0" y="30"/>
                    </a:moveTo>
                    <a:cubicBezTo>
                      <a:pt x="24" y="16"/>
                      <a:pt x="56" y="0"/>
                      <a:pt x="84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9" name="Freeform 816">
                <a:extLst>
                  <a:ext uri="{FF2B5EF4-FFF2-40B4-BE49-F238E27FC236}">
                    <a16:creationId xmlns:a16="http://schemas.microsoft.com/office/drawing/2014/main" id="{972A145E-DE99-42AE-940F-80397C849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832"/>
                <a:ext cx="459" cy="356"/>
              </a:xfrm>
              <a:custGeom>
                <a:avLst/>
                <a:gdLst>
                  <a:gd name="T0" fmla="*/ 3313 w 280"/>
                  <a:gd name="T1" fmla="*/ 3274 h 204"/>
                  <a:gd name="T2" fmla="*/ 2631 w 280"/>
                  <a:gd name="T3" fmla="*/ 3061 h 204"/>
                  <a:gd name="T4" fmla="*/ 1951 w 280"/>
                  <a:gd name="T5" fmla="*/ 2455 h 204"/>
                  <a:gd name="T6" fmla="*/ 1718 w 280"/>
                  <a:gd name="T7" fmla="*/ 1928 h 204"/>
                  <a:gd name="T8" fmla="*/ 1329 w 280"/>
                  <a:gd name="T9" fmla="*/ 1492 h 204"/>
                  <a:gd name="T10" fmla="*/ 938 w 280"/>
                  <a:gd name="T11" fmla="*/ 483 h 204"/>
                  <a:gd name="T12" fmla="*/ 484 w 280"/>
                  <a:gd name="T13" fmla="*/ 277 h 204"/>
                  <a:gd name="T14" fmla="*/ 0 w 280"/>
                  <a:gd name="T15" fmla="*/ 0 h 2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0" h="204">
                    <a:moveTo>
                      <a:pt x="280" y="202"/>
                    </a:moveTo>
                    <a:cubicBezTo>
                      <a:pt x="263" y="204"/>
                      <a:pt x="238" y="193"/>
                      <a:pt x="222" y="189"/>
                    </a:cubicBezTo>
                    <a:cubicBezTo>
                      <a:pt x="201" y="184"/>
                      <a:pt x="179" y="169"/>
                      <a:pt x="165" y="152"/>
                    </a:cubicBezTo>
                    <a:cubicBezTo>
                      <a:pt x="158" y="142"/>
                      <a:pt x="153" y="130"/>
                      <a:pt x="145" y="119"/>
                    </a:cubicBezTo>
                    <a:cubicBezTo>
                      <a:pt x="136" y="107"/>
                      <a:pt x="125" y="101"/>
                      <a:pt x="112" y="92"/>
                    </a:cubicBezTo>
                    <a:cubicBezTo>
                      <a:pt x="90" y="76"/>
                      <a:pt x="90" y="52"/>
                      <a:pt x="79" y="30"/>
                    </a:cubicBezTo>
                    <a:cubicBezTo>
                      <a:pt x="71" y="13"/>
                      <a:pt x="58" y="13"/>
                      <a:pt x="41" y="17"/>
                    </a:cubicBezTo>
                    <a:cubicBezTo>
                      <a:pt x="21" y="21"/>
                      <a:pt x="16" y="9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0" name="Freeform 817">
                <a:extLst>
                  <a:ext uri="{FF2B5EF4-FFF2-40B4-BE49-F238E27FC236}">
                    <a16:creationId xmlns:a16="http://schemas.microsoft.com/office/drawing/2014/main" id="{308826AE-757F-4267-B6A5-082A8C63E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804"/>
                <a:ext cx="69" cy="14"/>
              </a:xfrm>
              <a:custGeom>
                <a:avLst/>
                <a:gdLst>
                  <a:gd name="T0" fmla="*/ 503 w 42"/>
                  <a:gd name="T1" fmla="*/ 135 h 8"/>
                  <a:gd name="T2" fmla="*/ 0 w 42"/>
                  <a:gd name="T3" fmla="*/ 3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">
                    <a:moveTo>
                      <a:pt x="42" y="8"/>
                    </a:moveTo>
                    <a:cubicBezTo>
                      <a:pt x="27" y="2"/>
                      <a:pt x="15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1" name="Freeform 818">
                <a:extLst>
                  <a:ext uri="{FF2B5EF4-FFF2-40B4-BE49-F238E27FC236}">
                    <a16:creationId xmlns:a16="http://schemas.microsoft.com/office/drawing/2014/main" id="{D196A94D-DCDF-45DC-A008-ED9A4933C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164"/>
                <a:ext cx="277" cy="258"/>
              </a:xfrm>
              <a:custGeom>
                <a:avLst/>
                <a:gdLst>
                  <a:gd name="T0" fmla="*/ 0 w 169"/>
                  <a:gd name="T1" fmla="*/ 2338 h 148"/>
                  <a:gd name="T2" fmla="*/ 202 w 169"/>
                  <a:gd name="T3" fmla="*/ 2252 h 148"/>
                  <a:gd name="T4" fmla="*/ 505 w 169"/>
                  <a:gd name="T5" fmla="*/ 1775 h 148"/>
                  <a:gd name="T6" fmla="*/ 793 w 169"/>
                  <a:gd name="T7" fmla="*/ 1382 h 148"/>
                  <a:gd name="T8" fmla="*/ 1206 w 169"/>
                  <a:gd name="T9" fmla="*/ 969 h 148"/>
                  <a:gd name="T10" fmla="*/ 1998 w 169"/>
                  <a:gd name="T11" fmla="*/ 0 h 1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9" h="148">
                    <a:moveTo>
                      <a:pt x="0" y="145"/>
                    </a:moveTo>
                    <a:cubicBezTo>
                      <a:pt x="6" y="148"/>
                      <a:pt x="13" y="145"/>
                      <a:pt x="17" y="140"/>
                    </a:cubicBezTo>
                    <a:cubicBezTo>
                      <a:pt x="26" y="129"/>
                      <a:pt x="32" y="119"/>
                      <a:pt x="43" y="110"/>
                    </a:cubicBezTo>
                    <a:cubicBezTo>
                      <a:pt x="52" y="102"/>
                      <a:pt x="60" y="94"/>
                      <a:pt x="67" y="86"/>
                    </a:cubicBezTo>
                    <a:cubicBezTo>
                      <a:pt x="78" y="73"/>
                      <a:pt x="88" y="68"/>
                      <a:pt x="102" y="60"/>
                    </a:cubicBezTo>
                    <a:cubicBezTo>
                      <a:pt x="129" y="44"/>
                      <a:pt x="144" y="18"/>
                      <a:pt x="16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2" name="Freeform 819">
                <a:extLst>
                  <a:ext uri="{FF2B5EF4-FFF2-40B4-BE49-F238E27FC236}">
                    <a16:creationId xmlns:a16="http://schemas.microsoft.com/office/drawing/2014/main" id="{9A19C85C-A2B3-457D-BC5F-67BE870E3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83"/>
                <a:ext cx="108" cy="63"/>
              </a:xfrm>
              <a:custGeom>
                <a:avLst/>
                <a:gdLst>
                  <a:gd name="T0" fmla="*/ 0 w 66"/>
                  <a:gd name="T1" fmla="*/ 592 h 36"/>
                  <a:gd name="T2" fmla="*/ 777 w 66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36">
                    <a:moveTo>
                      <a:pt x="0" y="36"/>
                    </a:moveTo>
                    <a:cubicBezTo>
                      <a:pt x="23" y="24"/>
                      <a:pt x="41" y="8"/>
                      <a:pt x="6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3" name="Freeform 820">
                <a:extLst>
                  <a:ext uri="{FF2B5EF4-FFF2-40B4-BE49-F238E27FC236}">
                    <a16:creationId xmlns:a16="http://schemas.microsoft.com/office/drawing/2014/main" id="{BF39B5B8-1DBC-4BCB-846F-800B485A5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052"/>
                <a:ext cx="103" cy="12"/>
              </a:xfrm>
              <a:custGeom>
                <a:avLst/>
                <a:gdLst>
                  <a:gd name="T0" fmla="*/ 0 w 63"/>
                  <a:gd name="T1" fmla="*/ 106 h 7"/>
                  <a:gd name="T2" fmla="*/ 736 w 6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7">
                    <a:moveTo>
                      <a:pt x="0" y="7"/>
                    </a:moveTo>
                    <a:cubicBezTo>
                      <a:pt x="19" y="0"/>
                      <a:pt x="42" y="0"/>
                      <a:pt x="6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4" name="Freeform 821">
                <a:extLst>
                  <a:ext uri="{FF2B5EF4-FFF2-40B4-BE49-F238E27FC236}">
                    <a16:creationId xmlns:a16="http://schemas.microsoft.com/office/drawing/2014/main" id="{B96CFB0E-3EE6-45F1-A859-A39EC0DD2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3033"/>
                <a:ext cx="514" cy="354"/>
              </a:xfrm>
              <a:custGeom>
                <a:avLst/>
                <a:gdLst>
                  <a:gd name="T0" fmla="*/ 3690 w 314"/>
                  <a:gd name="T1" fmla="*/ 3013 h 203"/>
                  <a:gd name="T2" fmla="*/ 3009 w 314"/>
                  <a:gd name="T3" fmla="*/ 2689 h 203"/>
                  <a:gd name="T4" fmla="*/ 2637 w 314"/>
                  <a:gd name="T5" fmla="*/ 2323 h 203"/>
                  <a:gd name="T6" fmla="*/ 2184 w 314"/>
                  <a:gd name="T7" fmla="*/ 1998 h 203"/>
                  <a:gd name="T8" fmla="*/ 1480 w 314"/>
                  <a:gd name="T9" fmla="*/ 933 h 203"/>
                  <a:gd name="T10" fmla="*/ 1275 w 314"/>
                  <a:gd name="T11" fmla="*/ 671 h 203"/>
                  <a:gd name="T12" fmla="*/ 1048 w 314"/>
                  <a:gd name="T13" fmla="*/ 277 h 203"/>
                  <a:gd name="T14" fmla="*/ 719 w 314"/>
                  <a:gd name="T15" fmla="*/ 16 h 203"/>
                  <a:gd name="T16" fmla="*/ 337 w 314"/>
                  <a:gd name="T17" fmla="*/ 16 h 203"/>
                  <a:gd name="T18" fmla="*/ 0 w 314"/>
                  <a:gd name="T19" fmla="*/ 28 h 2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4" h="203">
                    <a:moveTo>
                      <a:pt x="314" y="187"/>
                    </a:moveTo>
                    <a:cubicBezTo>
                      <a:pt x="292" y="203"/>
                      <a:pt x="273" y="179"/>
                      <a:pt x="256" y="167"/>
                    </a:cubicBezTo>
                    <a:cubicBezTo>
                      <a:pt x="245" y="159"/>
                      <a:pt x="235" y="151"/>
                      <a:pt x="224" y="144"/>
                    </a:cubicBezTo>
                    <a:cubicBezTo>
                      <a:pt x="212" y="136"/>
                      <a:pt x="198" y="131"/>
                      <a:pt x="186" y="124"/>
                    </a:cubicBezTo>
                    <a:cubicBezTo>
                      <a:pt x="159" y="107"/>
                      <a:pt x="146" y="83"/>
                      <a:pt x="126" y="58"/>
                    </a:cubicBezTo>
                    <a:cubicBezTo>
                      <a:pt x="121" y="52"/>
                      <a:pt x="114" y="48"/>
                      <a:pt x="109" y="42"/>
                    </a:cubicBezTo>
                    <a:cubicBezTo>
                      <a:pt x="102" y="34"/>
                      <a:pt x="96" y="25"/>
                      <a:pt x="89" y="17"/>
                    </a:cubicBezTo>
                    <a:cubicBezTo>
                      <a:pt x="81" y="7"/>
                      <a:pt x="73" y="2"/>
                      <a:pt x="61" y="1"/>
                    </a:cubicBezTo>
                    <a:cubicBezTo>
                      <a:pt x="50" y="0"/>
                      <a:pt x="39" y="0"/>
                      <a:pt x="29" y="1"/>
                    </a:cubicBezTo>
                    <a:cubicBezTo>
                      <a:pt x="19" y="2"/>
                      <a:pt x="9" y="5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5" name="Freeform 822">
                <a:extLst>
                  <a:ext uri="{FF2B5EF4-FFF2-40B4-BE49-F238E27FC236}">
                    <a16:creationId xmlns:a16="http://schemas.microsoft.com/office/drawing/2014/main" id="{F1D0D603-EC08-400C-A79F-D3A471CF1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827"/>
                <a:ext cx="671" cy="365"/>
              </a:xfrm>
              <a:custGeom>
                <a:avLst/>
                <a:gdLst>
                  <a:gd name="T0" fmla="*/ 21 w 410"/>
                  <a:gd name="T1" fmla="*/ 3266 h 209"/>
                  <a:gd name="T2" fmla="*/ 21 w 410"/>
                  <a:gd name="T3" fmla="*/ 3302 h 209"/>
                  <a:gd name="T4" fmla="*/ 337 w 410"/>
                  <a:gd name="T5" fmla="*/ 3240 h 209"/>
                  <a:gd name="T6" fmla="*/ 609 w 410"/>
                  <a:gd name="T7" fmla="*/ 3053 h 209"/>
                  <a:gd name="T8" fmla="*/ 1232 w 410"/>
                  <a:gd name="T9" fmla="*/ 2019 h 209"/>
                  <a:gd name="T10" fmla="*/ 2044 w 410"/>
                  <a:gd name="T11" fmla="*/ 1123 h 209"/>
                  <a:gd name="T12" fmla="*/ 3029 w 410"/>
                  <a:gd name="T13" fmla="*/ 286 h 209"/>
                  <a:gd name="T14" fmla="*/ 3450 w 410"/>
                  <a:gd name="T15" fmla="*/ 241 h 209"/>
                  <a:gd name="T16" fmla="*/ 3910 w 410"/>
                  <a:gd name="T17" fmla="*/ 150 h 209"/>
                  <a:gd name="T18" fmla="*/ 4813 w 410"/>
                  <a:gd name="T19" fmla="*/ 278 h 209"/>
                  <a:gd name="T20" fmla="*/ 4055 w 410"/>
                  <a:gd name="T21" fmla="*/ 421 h 209"/>
                  <a:gd name="T22" fmla="*/ 3121 w 410"/>
                  <a:gd name="T23" fmla="*/ 894 h 209"/>
                  <a:gd name="T24" fmla="*/ 2491 w 410"/>
                  <a:gd name="T25" fmla="*/ 1135 h 209"/>
                  <a:gd name="T26" fmla="*/ 2322 w 410"/>
                  <a:gd name="T27" fmla="*/ 1443 h 209"/>
                  <a:gd name="T28" fmla="*/ 2121 w 410"/>
                  <a:gd name="T29" fmla="*/ 1635 h 209"/>
                  <a:gd name="T30" fmla="*/ 1915 w 410"/>
                  <a:gd name="T31" fmla="*/ 1897 h 209"/>
                  <a:gd name="T32" fmla="*/ 1700 w 410"/>
                  <a:gd name="T33" fmla="*/ 2047 h 209"/>
                  <a:gd name="T34" fmla="*/ 1308 w 410"/>
                  <a:gd name="T35" fmla="*/ 2614 h 209"/>
                  <a:gd name="T36" fmla="*/ 404 w 410"/>
                  <a:gd name="T37" fmla="*/ 3376 h 209"/>
                  <a:gd name="T38" fmla="*/ 0 w 410"/>
                  <a:gd name="T39" fmla="*/ 3350 h 2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0" h="209">
                    <a:moveTo>
                      <a:pt x="2" y="201"/>
                    </a:moveTo>
                    <a:cubicBezTo>
                      <a:pt x="1" y="202"/>
                      <a:pt x="1" y="202"/>
                      <a:pt x="2" y="203"/>
                    </a:cubicBezTo>
                    <a:cubicBezTo>
                      <a:pt x="10" y="199"/>
                      <a:pt x="20" y="200"/>
                      <a:pt x="29" y="199"/>
                    </a:cubicBezTo>
                    <a:cubicBezTo>
                      <a:pt x="40" y="199"/>
                      <a:pt x="44" y="195"/>
                      <a:pt x="52" y="188"/>
                    </a:cubicBezTo>
                    <a:cubicBezTo>
                      <a:pt x="73" y="169"/>
                      <a:pt x="87" y="146"/>
                      <a:pt x="105" y="124"/>
                    </a:cubicBezTo>
                    <a:cubicBezTo>
                      <a:pt x="122" y="102"/>
                      <a:pt x="151" y="86"/>
                      <a:pt x="174" y="69"/>
                    </a:cubicBezTo>
                    <a:cubicBezTo>
                      <a:pt x="200" y="50"/>
                      <a:pt x="225" y="26"/>
                      <a:pt x="258" y="18"/>
                    </a:cubicBezTo>
                    <a:cubicBezTo>
                      <a:pt x="270" y="16"/>
                      <a:pt x="283" y="16"/>
                      <a:pt x="294" y="15"/>
                    </a:cubicBezTo>
                    <a:cubicBezTo>
                      <a:pt x="307" y="14"/>
                      <a:pt x="320" y="10"/>
                      <a:pt x="333" y="9"/>
                    </a:cubicBezTo>
                    <a:cubicBezTo>
                      <a:pt x="360" y="5"/>
                      <a:pt x="386" y="0"/>
                      <a:pt x="410" y="17"/>
                    </a:cubicBezTo>
                    <a:cubicBezTo>
                      <a:pt x="388" y="18"/>
                      <a:pt x="366" y="19"/>
                      <a:pt x="345" y="26"/>
                    </a:cubicBezTo>
                    <a:cubicBezTo>
                      <a:pt x="317" y="34"/>
                      <a:pt x="295" y="52"/>
                      <a:pt x="266" y="55"/>
                    </a:cubicBezTo>
                    <a:cubicBezTo>
                      <a:pt x="247" y="56"/>
                      <a:pt x="227" y="58"/>
                      <a:pt x="212" y="70"/>
                    </a:cubicBezTo>
                    <a:cubicBezTo>
                      <a:pt x="205" y="75"/>
                      <a:pt x="204" y="83"/>
                      <a:pt x="198" y="89"/>
                    </a:cubicBezTo>
                    <a:cubicBezTo>
                      <a:pt x="194" y="94"/>
                      <a:pt x="186" y="96"/>
                      <a:pt x="181" y="101"/>
                    </a:cubicBezTo>
                    <a:cubicBezTo>
                      <a:pt x="175" y="108"/>
                      <a:pt x="171" y="114"/>
                      <a:pt x="163" y="117"/>
                    </a:cubicBezTo>
                    <a:cubicBezTo>
                      <a:pt x="156" y="121"/>
                      <a:pt x="151" y="121"/>
                      <a:pt x="145" y="126"/>
                    </a:cubicBezTo>
                    <a:cubicBezTo>
                      <a:pt x="133" y="137"/>
                      <a:pt x="123" y="149"/>
                      <a:pt x="111" y="161"/>
                    </a:cubicBezTo>
                    <a:cubicBezTo>
                      <a:pt x="94" y="180"/>
                      <a:pt x="61" y="209"/>
                      <a:pt x="34" y="208"/>
                    </a:cubicBezTo>
                    <a:cubicBezTo>
                      <a:pt x="22" y="207"/>
                      <a:pt x="12" y="205"/>
                      <a:pt x="0" y="206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6" name="Freeform 823">
                <a:extLst>
                  <a:ext uri="{FF2B5EF4-FFF2-40B4-BE49-F238E27FC236}">
                    <a16:creationId xmlns:a16="http://schemas.microsoft.com/office/drawing/2014/main" id="{A924A51A-DCE7-4F13-A938-4366E076A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893"/>
                <a:ext cx="545" cy="218"/>
              </a:xfrm>
              <a:custGeom>
                <a:avLst/>
                <a:gdLst>
                  <a:gd name="T0" fmla="*/ 0 w 333"/>
                  <a:gd name="T1" fmla="*/ 785 h 125"/>
                  <a:gd name="T2" fmla="*/ 741 w 333"/>
                  <a:gd name="T3" fmla="*/ 371 h 125"/>
                  <a:gd name="T4" fmla="*/ 1241 w 333"/>
                  <a:gd name="T5" fmla="*/ 159 h 125"/>
                  <a:gd name="T6" fmla="*/ 1936 w 333"/>
                  <a:gd name="T7" fmla="*/ 113 h 125"/>
                  <a:gd name="T8" fmla="*/ 3244 w 333"/>
                  <a:gd name="T9" fmla="*/ 776 h 125"/>
                  <a:gd name="T10" fmla="*/ 3910 w 333"/>
                  <a:gd name="T11" fmla="*/ 2016 h 125"/>
                  <a:gd name="T12" fmla="*/ 3043 w 333"/>
                  <a:gd name="T13" fmla="*/ 870 h 125"/>
                  <a:gd name="T14" fmla="*/ 2547 w 333"/>
                  <a:gd name="T15" fmla="*/ 408 h 125"/>
                  <a:gd name="T16" fmla="*/ 1859 w 333"/>
                  <a:gd name="T17" fmla="*/ 471 h 125"/>
                  <a:gd name="T18" fmla="*/ 790 w 333"/>
                  <a:gd name="T19" fmla="*/ 499 h 125"/>
                  <a:gd name="T20" fmla="*/ 56 w 333"/>
                  <a:gd name="T21" fmla="*/ 694 h 1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3" h="125">
                    <a:moveTo>
                      <a:pt x="0" y="49"/>
                    </a:moveTo>
                    <a:cubicBezTo>
                      <a:pt x="6" y="26"/>
                      <a:pt x="46" y="27"/>
                      <a:pt x="63" y="23"/>
                    </a:cubicBezTo>
                    <a:cubicBezTo>
                      <a:pt x="78" y="19"/>
                      <a:pt x="91" y="13"/>
                      <a:pt x="106" y="10"/>
                    </a:cubicBezTo>
                    <a:cubicBezTo>
                      <a:pt x="126" y="8"/>
                      <a:pt x="145" y="9"/>
                      <a:pt x="165" y="7"/>
                    </a:cubicBezTo>
                    <a:cubicBezTo>
                      <a:pt x="211" y="0"/>
                      <a:pt x="241" y="19"/>
                      <a:pt x="276" y="48"/>
                    </a:cubicBezTo>
                    <a:cubicBezTo>
                      <a:pt x="303" y="70"/>
                      <a:pt x="316" y="97"/>
                      <a:pt x="333" y="125"/>
                    </a:cubicBezTo>
                    <a:cubicBezTo>
                      <a:pt x="313" y="101"/>
                      <a:pt x="283" y="78"/>
                      <a:pt x="259" y="54"/>
                    </a:cubicBezTo>
                    <a:cubicBezTo>
                      <a:pt x="248" y="43"/>
                      <a:pt x="233" y="28"/>
                      <a:pt x="217" y="25"/>
                    </a:cubicBezTo>
                    <a:cubicBezTo>
                      <a:pt x="199" y="22"/>
                      <a:pt x="177" y="28"/>
                      <a:pt x="158" y="29"/>
                    </a:cubicBezTo>
                    <a:cubicBezTo>
                      <a:pt x="127" y="32"/>
                      <a:pt x="98" y="23"/>
                      <a:pt x="67" y="31"/>
                    </a:cubicBezTo>
                    <a:cubicBezTo>
                      <a:pt x="48" y="35"/>
                      <a:pt x="19" y="26"/>
                      <a:pt x="5" y="43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7" name="Freeform 824">
                <a:extLst>
                  <a:ext uri="{FF2B5EF4-FFF2-40B4-BE49-F238E27FC236}">
                    <a16:creationId xmlns:a16="http://schemas.microsoft.com/office/drawing/2014/main" id="{ECDF7EB2-1014-49CC-9AC6-B5EE48817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881"/>
                <a:ext cx="330" cy="349"/>
              </a:xfrm>
              <a:custGeom>
                <a:avLst/>
                <a:gdLst>
                  <a:gd name="T0" fmla="*/ 2399 w 201"/>
                  <a:gd name="T1" fmla="*/ 2890 h 200"/>
                  <a:gd name="T2" fmla="*/ 1847 w 201"/>
                  <a:gd name="T3" fmla="*/ 2738 h 200"/>
                  <a:gd name="T4" fmla="*/ 1323 w 201"/>
                  <a:gd name="T5" fmla="*/ 2440 h 200"/>
                  <a:gd name="T6" fmla="*/ 982 w 201"/>
                  <a:gd name="T7" fmla="*/ 1844 h 200"/>
                  <a:gd name="T8" fmla="*/ 655 w 201"/>
                  <a:gd name="T9" fmla="*/ 1328 h 200"/>
                  <a:gd name="T10" fmla="*/ 429 w 201"/>
                  <a:gd name="T11" fmla="*/ 1068 h 200"/>
                  <a:gd name="T12" fmla="*/ 240 w 201"/>
                  <a:gd name="T13" fmla="*/ 782 h 200"/>
                  <a:gd name="T14" fmla="*/ 0 w 201"/>
                  <a:gd name="T15" fmla="*/ 0 h 200"/>
                  <a:gd name="T16" fmla="*/ 261 w 201"/>
                  <a:gd name="T17" fmla="*/ 1035 h 200"/>
                  <a:gd name="T18" fmla="*/ 747 w 201"/>
                  <a:gd name="T19" fmla="*/ 1864 h 200"/>
                  <a:gd name="T20" fmla="*/ 987 w 201"/>
                  <a:gd name="T21" fmla="*/ 2502 h 200"/>
                  <a:gd name="T22" fmla="*/ 1394 w 201"/>
                  <a:gd name="T23" fmla="*/ 2816 h 200"/>
                  <a:gd name="T24" fmla="*/ 1730 w 201"/>
                  <a:gd name="T25" fmla="*/ 3151 h 200"/>
                  <a:gd name="T26" fmla="*/ 2049 w 201"/>
                  <a:gd name="T27" fmla="*/ 3151 h 200"/>
                  <a:gd name="T28" fmla="*/ 2399 w 201"/>
                  <a:gd name="T29" fmla="*/ 2886 h 20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1" h="200">
                    <a:moveTo>
                      <a:pt x="201" y="179"/>
                    </a:moveTo>
                    <a:cubicBezTo>
                      <a:pt x="184" y="180"/>
                      <a:pt x="170" y="175"/>
                      <a:pt x="155" y="169"/>
                    </a:cubicBezTo>
                    <a:cubicBezTo>
                      <a:pt x="140" y="163"/>
                      <a:pt x="124" y="161"/>
                      <a:pt x="111" y="151"/>
                    </a:cubicBezTo>
                    <a:cubicBezTo>
                      <a:pt x="98" y="142"/>
                      <a:pt x="91" y="127"/>
                      <a:pt x="82" y="114"/>
                    </a:cubicBezTo>
                    <a:cubicBezTo>
                      <a:pt x="76" y="106"/>
                      <a:pt x="66" y="84"/>
                      <a:pt x="55" y="82"/>
                    </a:cubicBezTo>
                    <a:cubicBezTo>
                      <a:pt x="52" y="77"/>
                      <a:pt x="41" y="71"/>
                      <a:pt x="36" y="66"/>
                    </a:cubicBezTo>
                    <a:cubicBezTo>
                      <a:pt x="31" y="61"/>
                      <a:pt x="24" y="55"/>
                      <a:pt x="20" y="48"/>
                    </a:cubicBezTo>
                    <a:cubicBezTo>
                      <a:pt x="11" y="33"/>
                      <a:pt x="8" y="16"/>
                      <a:pt x="0" y="0"/>
                    </a:cubicBezTo>
                    <a:cubicBezTo>
                      <a:pt x="10" y="21"/>
                      <a:pt x="12" y="44"/>
                      <a:pt x="22" y="64"/>
                    </a:cubicBezTo>
                    <a:cubicBezTo>
                      <a:pt x="32" y="86"/>
                      <a:pt x="57" y="92"/>
                      <a:pt x="63" y="115"/>
                    </a:cubicBezTo>
                    <a:cubicBezTo>
                      <a:pt x="67" y="130"/>
                      <a:pt x="75" y="142"/>
                      <a:pt x="83" y="155"/>
                    </a:cubicBezTo>
                    <a:cubicBezTo>
                      <a:pt x="93" y="170"/>
                      <a:pt x="101" y="172"/>
                      <a:pt x="117" y="174"/>
                    </a:cubicBezTo>
                    <a:cubicBezTo>
                      <a:pt x="133" y="176"/>
                      <a:pt x="133" y="188"/>
                      <a:pt x="145" y="195"/>
                    </a:cubicBezTo>
                    <a:cubicBezTo>
                      <a:pt x="153" y="200"/>
                      <a:pt x="162" y="194"/>
                      <a:pt x="172" y="195"/>
                    </a:cubicBezTo>
                    <a:cubicBezTo>
                      <a:pt x="185" y="196"/>
                      <a:pt x="199" y="195"/>
                      <a:pt x="201" y="178"/>
                    </a:cubicBezTo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8" name="Freeform 825">
                <a:extLst>
                  <a:ext uri="{FF2B5EF4-FFF2-40B4-BE49-F238E27FC236}">
                    <a16:creationId xmlns:a16="http://schemas.microsoft.com/office/drawing/2014/main" id="{D8D3737D-127F-4ED6-AC80-368A09291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195"/>
                <a:ext cx="113" cy="79"/>
              </a:xfrm>
              <a:custGeom>
                <a:avLst/>
                <a:gdLst>
                  <a:gd name="T0" fmla="*/ 144 w 69"/>
                  <a:gd name="T1" fmla="*/ 751 h 45"/>
                  <a:gd name="T2" fmla="*/ 295 w 69"/>
                  <a:gd name="T3" fmla="*/ 502 h 45"/>
                  <a:gd name="T4" fmla="*/ 483 w 69"/>
                  <a:gd name="T5" fmla="*/ 351 h 45"/>
                  <a:gd name="T6" fmla="*/ 812 w 69"/>
                  <a:gd name="T7" fmla="*/ 0 h 45"/>
                  <a:gd name="T8" fmla="*/ 373 w 69"/>
                  <a:gd name="T9" fmla="*/ 102 h 45"/>
                  <a:gd name="T10" fmla="*/ 92 w 69"/>
                  <a:gd name="T11" fmla="*/ 200 h 45"/>
                  <a:gd name="T12" fmla="*/ 0 w 69"/>
                  <a:gd name="T13" fmla="*/ 265 h 45"/>
                  <a:gd name="T14" fmla="*/ 56 w 69"/>
                  <a:gd name="T15" fmla="*/ 449 h 45"/>
                  <a:gd name="T16" fmla="*/ 126 w 69"/>
                  <a:gd name="T17" fmla="*/ 751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45">
                    <a:moveTo>
                      <a:pt x="12" y="45"/>
                    </a:moveTo>
                    <a:cubicBezTo>
                      <a:pt x="17" y="41"/>
                      <a:pt x="21" y="35"/>
                      <a:pt x="25" y="30"/>
                    </a:cubicBezTo>
                    <a:cubicBezTo>
                      <a:pt x="30" y="25"/>
                      <a:pt x="35" y="24"/>
                      <a:pt x="41" y="21"/>
                    </a:cubicBezTo>
                    <a:cubicBezTo>
                      <a:pt x="50" y="17"/>
                      <a:pt x="64" y="8"/>
                      <a:pt x="69" y="0"/>
                    </a:cubicBezTo>
                    <a:cubicBezTo>
                      <a:pt x="57" y="5"/>
                      <a:pt x="45" y="5"/>
                      <a:pt x="32" y="6"/>
                    </a:cubicBezTo>
                    <a:cubicBezTo>
                      <a:pt x="24" y="7"/>
                      <a:pt x="16" y="10"/>
                      <a:pt x="8" y="12"/>
                    </a:cubicBezTo>
                    <a:cubicBezTo>
                      <a:pt x="5" y="12"/>
                      <a:pt x="1" y="12"/>
                      <a:pt x="0" y="16"/>
                    </a:cubicBezTo>
                    <a:cubicBezTo>
                      <a:pt x="0" y="19"/>
                      <a:pt x="4" y="25"/>
                      <a:pt x="5" y="27"/>
                    </a:cubicBezTo>
                    <a:cubicBezTo>
                      <a:pt x="9" y="32"/>
                      <a:pt x="14" y="38"/>
                      <a:pt x="11" y="45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9" name="Freeform 826">
                <a:extLst>
                  <a:ext uri="{FF2B5EF4-FFF2-40B4-BE49-F238E27FC236}">
                    <a16:creationId xmlns:a16="http://schemas.microsoft.com/office/drawing/2014/main" id="{54AB6C66-3F50-44C6-B9D0-C9C8DCFD3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281"/>
                <a:ext cx="72" cy="78"/>
              </a:xfrm>
              <a:custGeom>
                <a:avLst/>
                <a:gdLst>
                  <a:gd name="T0" fmla="*/ 0 w 44"/>
                  <a:gd name="T1" fmla="*/ 468 h 45"/>
                  <a:gd name="T2" fmla="*/ 236 w 44"/>
                  <a:gd name="T3" fmla="*/ 255 h 45"/>
                  <a:gd name="T4" fmla="*/ 517 w 44"/>
                  <a:gd name="T5" fmla="*/ 0 h 45"/>
                  <a:gd name="T6" fmla="*/ 407 w 44"/>
                  <a:gd name="T7" fmla="*/ 185 h 45"/>
                  <a:gd name="T8" fmla="*/ 329 w 44"/>
                  <a:gd name="T9" fmla="*/ 381 h 45"/>
                  <a:gd name="T10" fmla="*/ 236 w 44"/>
                  <a:gd name="T11" fmla="*/ 626 h 45"/>
                  <a:gd name="T12" fmla="*/ 115 w 44"/>
                  <a:gd name="T13" fmla="*/ 626 h 45"/>
                  <a:gd name="T14" fmla="*/ 0 w 44"/>
                  <a:gd name="T15" fmla="*/ 49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5">
                    <a:moveTo>
                      <a:pt x="0" y="30"/>
                    </a:moveTo>
                    <a:cubicBezTo>
                      <a:pt x="5" y="33"/>
                      <a:pt x="16" y="19"/>
                      <a:pt x="20" y="16"/>
                    </a:cubicBezTo>
                    <a:cubicBezTo>
                      <a:pt x="27" y="9"/>
                      <a:pt x="35" y="4"/>
                      <a:pt x="44" y="0"/>
                    </a:cubicBezTo>
                    <a:cubicBezTo>
                      <a:pt x="42" y="5"/>
                      <a:pt x="37" y="8"/>
                      <a:pt x="35" y="12"/>
                    </a:cubicBezTo>
                    <a:cubicBezTo>
                      <a:pt x="32" y="16"/>
                      <a:pt x="30" y="20"/>
                      <a:pt x="28" y="24"/>
                    </a:cubicBezTo>
                    <a:cubicBezTo>
                      <a:pt x="26" y="30"/>
                      <a:pt x="24" y="35"/>
                      <a:pt x="20" y="40"/>
                    </a:cubicBezTo>
                    <a:cubicBezTo>
                      <a:pt x="16" y="45"/>
                      <a:pt x="15" y="43"/>
                      <a:pt x="10" y="40"/>
                    </a:cubicBezTo>
                    <a:cubicBezTo>
                      <a:pt x="7" y="38"/>
                      <a:pt x="2" y="36"/>
                      <a:pt x="0" y="32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0" name="Freeform 827">
                <a:extLst>
                  <a:ext uri="{FF2B5EF4-FFF2-40B4-BE49-F238E27FC236}">
                    <a16:creationId xmlns:a16="http://schemas.microsoft.com/office/drawing/2014/main" id="{0B0314F4-1DBC-4B2C-9944-9A5E6C9E8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303"/>
                <a:ext cx="82" cy="112"/>
              </a:xfrm>
              <a:custGeom>
                <a:avLst/>
                <a:gdLst>
                  <a:gd name="T0" fmla="*/ 13 w 50"/>
                  <a:gd name="T1" fmla="*/ 723 h 64"/>
                  <a:gd name="T2" fmla="*/ 167 w 50"/>
                  <a:gd name="T3" fmla="*/ 564 h 64"/>
                  <a:gd name="T4" fmla="*/ 318 w 50"/>
                  <a:gd name="T5" fmla="*/ 350 h 64"/>
                  <a:gd name="T6" fmla="*/ 592 w 50"/>
                  <a:gd name="T7" fmla="*/ 0 h 64"/>
                  <a:gd name="T8" fmla="*/ 412 w 50"/>
                  <a:gd name="T9" fmla="*/ 350 h 64"/>
                  <a:gd name="T10" fmla="*/ 261 w 50"/>
                  <a:gd name="T11" fmla="*/ 637 h 64"/>
                  <a:gd name="T12" fmla="*/ 116 w 50"/>
                  <a:gd name="T13" fmla="*/ 891 h 64"/>
                  <a:gd name="T14" fmla="*/ 0 w 50"/>
                  <a:gd name="T15" fmla="*/ 1036 h 64"/>
                  <a:gd name="T16" fmla="*/ 34 w 50"/>
                  <a:gd name="T17" fmla="*/ 873 h 64"/>
                  <a:gd name="T18" fmla="*/ 21 w 50"/>
                  <a:gd name="T19" fmla="*/ 742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64">
                    <a:moveTo>
                      <a:pt x="1" y="44"/>
                    </a:moveTo>
                    <a:cubicBezTo>
                      <a:pt x="4" y="40"/>
                      <a:pt x="10" y="37"/>
                      <a:pt x="14" y="34"/>
                    </a:cubicBezTo>
                    <a:cubicBezTo>
                      <a:pt x="19" y="30"/>
                      <a:pt x="23" y="26"/>
                      <a:pt x="27" y="21"/>
                    </a:cubicBezTo>
                    <a:cubicBezTo>
                      <a:pt x="33" y="13"/>
                      <a:pt x="42" y="4"/>
                      <a:pt x="50" y="0"/>
                    </a:cubicBezTo>
                    <a:cubicBezTo>
                      <a:pt x="44" y="6"/>
                      <a:pt x="40" y="13"/>
                      <a:pt x="35" y="21"/>
                    </a:cubicBezTo>
                    <a:cubicBezTo>
                      <a:pt x="30" y="27"/>
                      <a:pt x="26" y="33"/>
                      <a:pt x="22" y="39"/>
                    </a:cubicBezTo>
                    <a:cubicBezTo>
                      <a:pt x="18" y="44"/>
                      <a:pt x="13" y="48"/>
                      <a:pt x="10" y="54"/>
                    </a:cubicBezTo>
                    <a:cubicBezTo>
                      <a:pt x="8" y="58"/>
                      <a:pt x="5" y="64"/>
                      <a:pt x="0" y="63"/>
                    </a:cubicBezTo>
                    <a:cubicBezTo>
                      <a:pt x="1" y="60"/>
                      <a:pt x="3" y="56"/>
                      <a:pt x="3" y="53"/>
                    </a:cubicBezTo>
                    <a:cubicBezTo>
                      <a:pt x="2" y="50"/>
                      <a:pt x="1" y="47"/>
                      <a:pt x="2" y="45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1" name="Freeform 828">
                <a:extLst>
                  <a:ext uri="{FF2B5EF4-FFF2-40B4-BE49-F238E27FC236}">
                    <a16:creationId xmlns:a16="http://schemas.microsoft.com/office/drawing/2014/main" id="{5BA49514-DCB7-47AD-954D-24F7EA5BC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249"/>
                <a:ext cx="65" cy="75"/>
              </a:xfrm>
              <a:custGeom>
                <a:avLst/>
                <a:gdLst>
                  <a:gd name="T0" fmla="*/ 68 w 40"/>
                  <a:gd name="T1" fmla="*/ 307 h 43"/>
                  <a:gd name="T2" fmla="*/ 215 w 40"/>
                  <a:gd name="T3" fmla="*/ 113 h 43"/>
                  <a:gd name="T4" fmla="*/ 455 w 40"/>
                  <a:gd name="T5" fmla="*/ 0 h 43"/>
                  <a:gd name="T6" fmla="*/ 166 w 40"/>
                  <a:gd name="T7" fmla="*/ 483 h 43"/>
                  <a:gd name="T8" fmla="*/ 102 w 40"/>
                  <a:gd name="T9" fmla="*/ 612 h 43"/>
                  <a:gd name="T10" fmla="*/ 47 w 40"/>
                  <a:gd name="T11" fmla="*/ 694 h 43"/>
                  <a:gd name="T12" fmla="*/ 21 w 40"/>
                  <a:gd name="T13" fmla="*/ 520 h 43"/>
                  <a:gd name="T14" fmla="*/ 68 w 40"/>
                  <a:gd name="T15" fmla="*/ 307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3">
                    <a:moveTo>
                      <a:pt x="6" y="19"/>
                    </a:moveTo>
                    <a:cubicBezTo>
                      <a:pt x="10" y="15"/>
                      <a:pt x="14" y="10"/>
                      <a:pt x="19" y="7"/>
                    </a:cubicBezTo>
                    <a:cubicBezTo>
                      <a:pt x="24" y="3"/>
                      <a:pt x="34" y="1"/>
                      <a:pt x="40" y="0"/>
                    </a:cubicBezTo>
                    <a:cubicBezTo>
                      <a:pt x="31" y="10"/>
                      <a:pt x="24" y="20"/>
                      <a:pt x="15" y="30"/>
                    </a:cubicBezTo>
                    <a:cubicBezTo>
                      <a:pt x="13" y="33"/>
                      <a:pt x="11" y="36"/>
                      <a:pt x="9" y="38"/>
                    </a:cubicBezTo>
                    <a:cubicBezTo>
                      <a:pt x="7" y="40"/>
                      <a:pt x="5" y="41"/>
                      <a:pt x="4" y="43"/>
                    </a:cubicBezTo>
                    <a:cubicBezTo>
                      <a:pt x="7" y="39"/>
                      <a:pt x="3" y="35"/>
                      <a:pt x="2" y="32"/>
                    </a:cubicBezTo>
                    <a:cubicBezTo>
                      <a:pt x="0" y="26"/>
                      <a:pt x="3" y="23"/>
                      <a:pt x="6" y="19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2" name="Freeform 829">
                <a:extLst>
                  <a:ext uri="{FF2B5EF4-FFF2-40B4-BE49-F238E27FC236}">
                    <a16:creationId xmlns:a16="http://schemas.microsoft.com/office/drawing/2014/main" id="{6FE668EF-0E0D-4ACB-85EE-53ADBD3A4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265"/>
                <a:ext cx="87" cy="106"/>
              </a:xfrm>
              <a:custGeom>
                <a:avLst/>
                <a:gdLst>
                  <a:gd name="T0" fmla="*/ 0 w 53"/>
                  <a:gd name="T1" fmla="*/ 966 h 61"/>
                  <a:gd name="T2" fmla="*/ 56 w 53"/>
                  <a:gd name="T3" fmla="*/ 732 h 61"/>
                  <a:gd name="T4" fmla="*/ 151 w 53"/>
                  <a:gd name="T5" fmla="*/ 455 h 61"/>
                  <a:gd name="T6" fmla="*/ 353 w 53"/>
                  <a:gd name="T7" fmla="*/ 257 h 61"/>
                  <a:gd name="T8" fmla="*/ 517 w 53"/>
                  <a:gd name="T9" fmla="*/ 148 h 61"/>
                  <a:gd name="T10" fmla="*/ 634 w 53"/>
                  <a:gd name="T11" fmla="*/ 0 h 61"/>
                  <a:gd name="T12" fmla="*/ 499 w 53"/>
                  <a:gd name="T13" fmla="*/ 221 h 61"/>
                  <a:gd name="T14" fmla="*/ 315 w 53"/>
                  <a:gd name="T15" fmla="*/ 570 h 61"/>
                  <a:gd name="T16" fmla="*/ 146 w 53"/>
                  <a:gd name="T17" fmla="*/ 745 h 61"/>
                  <a:gd name="T18" fmla="*/ 34 w 53"/>
                  <a:gd name="T19" fmla="*/ 876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61">
                    <a:moveTo>
                      <a:pt x="0" y="61"/>
                    </a:moveTo>
                    <a:cubicBezTo>
                      <a:pt x="2" y="55"/>
                      <a:pt x="1" y="52"/>
                      <a:pt x="5" y="46"/>
                    </a:cubicBezTo>
                    <a:cubicBezTo>
                      <a:pt x="9" y="41"/>
                      <a:pt x="10" y="35"/>
                      <a:pt x="13" y="29"/>
                    </a:cubicBezTo>
                    <a:cubicBezTo>
                      <a:pt x="17" y="24"/>
                      <a:pt x="25" y="19"/>
                      <a:pt x="30" y="16"/>
                    </a:cubicBezTo>
                    <a:cubicBezTo>
                      <a:pt x="34" y="14"/>
                      <a:pt x="38" y="12"/>
                      <a:pt x="43" y="9"/>
                    </a:cubicBezTo>
                    <a:cubicBezTo>
                      <a:pt x="47" y="6"/>
                      <a:pt x="50" y="2"/>
                      <a:pt x="53" y="0"/>
                    </a:cubicBezTo>
                    <a:cubicBezTo>
                      <a:pt x="51" y="5"/>
                      <a:pt x="46" y="10"/>
                      <a:pt x="42" y="14"/>
                    </a:cubicBezTo>
                    <a:cubicBezTo>
                      <a:pt x="36" y="21"/>
                      <a:pt x="31" y="29"/>
                      <a:pt x="26" y="36"/>
                    </a:cubicBezTo>
                    <a:cubicBezTo>
                      <a:pt x="22" y="40"/>
                      <a:pt x="17" y="44"/>
                      <a:pt x="12" y="47"/>
                    </a:cubicBezTo>
                    <a:cubicBezTo>
                      <a:pt x="9" y="50"/>
                      <a:pt x="5" y="51"/>
                      <a:pt x="3" y="55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3" name="Freeform 830">
                <a:extLst>
                  <a:ext uri="{FF2B5EF4-FFF2-40B4-BE49-F238E27FC236}">
                    <a16:creationId xmlns:a16="http://schemas.microsoft.com/office/drawing/2014/main" id="{623BFC68-90AB-4E90-B239-0148EC7EE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228"/>
                <a:ext cx="77" cy="54"/>
              </a:xfrm>
              <a:custGeom>
                <a:avLst/>
                <a:gdLst>
                  <a:gd name="T0" fmla="*/ 0 w 47"/>
                  <a:gd name="T1" fmla="*/ 498 h 31"/>
                  <a:gd name="T2" fmla="*/ 202 w 47"/>
                  <a:gd name="T3" fmla="*/ 213 h 31"/>
                  <a:gd name="T4" fmla="*/ 552 w 47"/>
                  <a:gd name="T5" fmla="*/ 0 h 31"/>
                  <a:gd name="T6" fmla="*/ 247 w 47"/>
                  <a:gd name="T7" fmla="*/ 300 h 31"/>
                  <a:gd name="T8" fmla="*/ 48 w 47"/>
                  <a:gd name="T9" fmla="*/ 43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0" y="31"/>
                    </a:moveTo>
                    <a:cubicBezTo>
                      <a:pt x="8" y="28"/>
                      <a:pt x="11" y="18"/>
                      <a:pt x="17" y="13"/>
                    </a:cubicBezTo>
                    <a:cubicBezTo>
                      <a:pt x="25" y="6"/>
                      <a:pt x="38" y="6"/>
                      <a:pt x="47" y="0"/>
                    </a:cubicBezTo>
                    <a:cubicBezTo>
                      <a:pt x="38" y="6"/>
                      <a:pt x="30" y="12"/>
                      <a:pt x="21" y="19"/>
                    </a:cubicBezTo>
                    <a:cubicBezTo>
                      <a:pt x="16" y="23"/>
                      <a:pt x="11" y="25"/>
                      <a:pt x="4" y="27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4" name="Freeform 831">
                <a:extLst>
                  <a:ext uri="{FF2B5EF4-FFF2-40B4-BE49-F238E27FC236}">
                    <a16:creationId xmlns:a16="http://schemas.microsoft.com/office/drawing/2014/main" id="{A33851B4-1DAE-43EC-9C6B-07D97614C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181"/>
                <a:ext cx="46" cy="26"/>
              </a:xfrm>
              <a:custGeom>
                <a:avLst/>
                <a:gdLst>
                  <a:gd name="T0" fmla="*/ 0 w 28"/>
                  <a:gd name="T1" fmla="*/ 49 h 15"/>
                  <a:gd name="T2" fmla="*/ 337 w 28"/>
                  <a:gd name="T3" fmla="*/ 85 h 15"/>
                  <a:gd name="T4" fmla="*/ 227 w 28"/>
                  <a:gd name="T5" fmla="*/ 147 h 15"/>
                  <a:gd name="T6" fmla="*/ 95 w 28"/>
                  <a:gd name="T7" fmla="*/ 220 h 15"/>
                  <a:gd name="T8" fmla="*/ 35 w 28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5">
                    <a:moveTo>
                      <a:pt x="0" y="3"/>
                    </a:moveTo>
                    <a:cubicBezTo>
                      <a:pt x="9" y="0"/>
                      <a:pt x="18" y="8"/>
                      <a:pt x="28" y="5"/>
                    </a:cubicBezTo>
                    <a:cubicBezTo>
                      <a:pt x="25" y="7"/>
                      <a:pt x="22" y="8"/>
                      <a:pt x="19" y="9"/>
                    </a:cubicBezTo>
                    <a:cubicBezTo>
                      <a:pt x="15" y="10"/>
                      <a:pt x="12" y="13"/>
                      <a:pt x="8" y="14"/>
                    </a:cubicBezTo>
                    <a:cubicBezTo>
                      <a:pt x="0" y="15"/>
                      <a:pt x="6" y="7"/>
                      <a:pt x="3" y="3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5" name="Freeform 832">
                <a:extLst>
                  <a:ext uri="{FF2B5EF4-FFF2-40B4-BE49-F238E27FC236}">
                    <a16:creationId xmlns:a16="http://schemas.microsoft.com/office/drawing/2014/main" id="{F4B9F510-1C4E-4BF1-B274-0B1EEFC72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225"/>
                <a:ext cx="82" cy="38"/>
              </a:xfrm>
              <a:custGeom>
                <a:avLst/>
                <a:gdLst>
                  <a:gd name="T0" fmla="*/ 522 w 50"/>
                  <a:gd name="T1" fmla="*/ 62 h 22"/>
                  <a:gd name="T2" fmla="*/ 261 w 50"/>
                  <a:gd name="T3" fmla="*/ 62 h 22"/>
                  <a:gd name="T4" fmla="*/ 116 w 50"/>
                  <a:gd name="T5" fmla="*/ 83 h 22"/>
                  <a:gd name="T6" fmla="*/ 0 w 50"/>
                  <a:gd name="T7" fmla="*/ 62 h 22"/>
                  <a:gd name="T8" fmla="*/ 371 w 50"/>
                  <a:gd name="T9" fmla="*/ 311 h 22"/>
                  <a:gd name="T10" fmla="*/ 476 w 50"/>
                  <a:gd name="T11" fmla="*/ 233 h 22"/>
                  <a:gd name="T12" fmla="*/ 533 w 50"/>
                  <a:gd name="T13" fmla="*/ 83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22">
                    <a:moveTo>
                      <a:pt x="44" y="4"/>
                    </a:moveTo>
                    <a:cubicBezTo>
                      <a:pt x="38" y="0"/>
                      <a:pt x="29" y="4"/>
                      <a:pt x="22" y="4"/>
                    </a:cubicBezTo>
                    <a:cubicBezTo>
                      <a:pt x="18" y="4"/>
                      <a:pt x="14" y="5"/>
                      <a:pt x="10" y="5"/>
                    </a:cubicBezTo>
                    <a:cubicBezTo>
                      <a:pt x="7" y="5"/>
                      <a:pt x="3" y="4"/>
                      <a:pt x="0" y="4"/>
                    </a:cubicBezTo>
                    <a:cubicBezTo>
                      <a:pt x="11" y="8"/>
                      <a:pt x="20" y="17"/>
                      <a:pt x="31" y="20"/>
                    </a:cubicBezTo>
                    <a:cubicBezTo>
                      <a:pt x="37" y="22"/>
                      <a:pt x="36" y="18"/>
                      <a:pt x="40" y="15"/>
                    </a:cubicBezTo>
                    <a:cubicBezTo>
                      <a:pt x="42" y="13"/>
                      <a:pt x="50" y="9"/>
                      <a:pt x="45" y="5"/>
                    </a:cubicBezTo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59" name="Group 833">
              <a:extLst>
                <a:ext uri="{FF2B5EF4-FFF2-40B4-BE49-F238E27FC236}">
                  <a16:creationId xmlns:a16="http://schemas.microsoft.com/office/drawing/2014/main" id="{3DDF95DA-BF76-42CB-8390-D1A8C79509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5" y="2689"/>
              <a:ext cx="1213" cy="1173"/>
              <a:chOff x="3015" y="2689"/>
              <a:chExt cx="1213" cy="1173"/>
            </a:xfrm>
          </p:grpSpPr>
          <p:sp>
            <p:nvSpPr>
              <p:cNvPr id="21676" name="Freeform 834">
                <a:extLst>
                  <a:ext uri="{FF2B5EF4-FFF2-40B4-BE49-F238E27FC236}">
                    <a16:creationId xmlns:a16="http://schemas.microsoft.com/office/drawing/2014/main" id="{6F96BB14-1168-49A4-B78A-8FAD89335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3256"/>
                <a:ext cx="23" cy="39"/>
              </a:xfrm>
              <a:custGeom>
                <a:avLst/>
                <a:gdLst>
                  <a:gd name="T0" fmla="*/ 168 w 14"/>
                  <a:gd name="T1" fmla="*/ 117 h 22"/>
                  <a:gd name="T2" fmla="*/ 13 w 14"/>
                  <a:gd name="T3" fmla="*/ 138 h 22"/>
                  <a:gd name="T4" fmla="*/ 95 w 14"/>
                  <a:gd name="T5" fmla="*/ 383 h 22"/>
                  <a:gd name="T6" fmla="*/ 168 w 14"/>
                  <a:gd name="T7" fmla="*/ 11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14" y="7"/>
                    </a:moveTo>
                    <a:cubicBezTo>
                      <a:pt x="9" y="5"/>
                      <a:pt x="3" y="0"/>
                      <a:pt x="1" y="8"/>
                    </a:cubicBezTo>
                    <a:cubicBezTo>
                      <a:pt x="0" y="12"/>
                      <a:pt x="5" y="19"/>
                      <a:pt x="8" y="22"/>
                    </a:cubicBezTo>
                    <a:cubicBezTo>
                      <a:pt x="12" y="17"/>
                      <a:pt x="11" y="12"/>
                      <a:pt x="14" y="7"/>
                    </a:cubicBezTo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7" name="Freeform 835">
                <a:extLst>
                  <a:ext uri="{FF2B5EF4-FFF2-40B4-BE49-F238E27FC236}">
                    <a16:creationId xmlns:a16="http://schemas.microsoft.com/office/drawing/2014/main" id="{464508F5-30AC-427D-A862-0972678AE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3265"/>
                <a:ext cx="113" cy="103"/>
              </a:xfrm>
              <a:custGeom>
                <a:avLst/>
                <a:gdLst>
                  <a:gd name="T0" fmla="*/ 576 w 69"/>
                  <a:gd name="T1" fmla="*/ 286 h 59"/>
                  <a:gd name="T2" fmla="*/ 295 w 69"/>
                  <a:gd name="T3" fmla="*/ 150 h 59"/>
                  <a:gd name="T4" fmla="*/ 0 w 69"/>
                  <a:gd name="T5" fmla="*/ 0 h 59"/>
                  <a:gd name="T6" fmla="*/ 447 w 69"/>
                  <a:gd name="T7" fmla="*/ 698 h 59"/>
                  <a:gd name="T8" fmla="*/ 812 w 69"/>
                  <a:gd name="T9" fmla="*/ 894 h 59"/>
                  <a:gd name="T10" fmla="*/ 685 w 69"/>
                  <a:gd name="T11" fmla="*/ 761 h 59"/>
                  <a:gd name="T12" fmla="*/ 567 w 69"/>
                  <a:gd name="T13" fmla="*/ 613 h 59"/>
                  <a:gd name="T14" fmla="*/ 567 w 69"/>
                  <a:gd name="T15" fmla="*/ 323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59">
                    <a:moveTo>
                      <a:pt x="49" y="18"/>
                    </a:moveTo>
                    <a:cubicBezTo>
                      <a:pt x="43" y="12"/>
                      <a:pt x="33" y="10"/>
                      <a:pt x="25" y="9"/>
                    </a:cubicBezTo>
                    <a:cubicBezTo>
                      <a:pt x="16" y="8"/>
                      <a:pt x="8" y="5"/>
                      <a:pt x="0" y="0"/>
                    </a:cubicBezTo>
                    <a:cubicBezTo>
                      <a:pt x="10" y="17"/>
                      <a:pt x="25" y="30"/>
                      <a:pt x="38" y="43"/>
                    </a:cubicBezTo>
                    <a:cubicBezTo>
                      <a:pt x="46" y="51"/>
                      <a:pt x="58" y="59"/>
                      <a:pt x="69" y="55"/>
                    </a:cubicBezTo>
                    <a:cubicBezTo>
                      <a:pt x="69" y="51"/>
                      <a:pt x="61" y="49"/>
                      <a:pt x="58" y="47"/>
                    </a:cubicBezTo>
                    <a:cubicBezTo>
                      <a:pt x="55" y="44"/>
                      <a:pt x="51" y="41"/>
                      <a:pt x="48" y="38"/>
                    </a:cubicBezTo>
                    <a:cubicBezTo>
                      <a:pt x="43" y="33"/>
                      <a:pt x="43" y="25"/>
                      <a:pt x="48" y="20"/>
                    </a:cubicBezTo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8" name="Freeform 836">
                <a:extLst>
                  <a:ext uri="{FF2B5EF4-FFF2-40B4-BE49-F238E27FC236}">
                    <a16:creationId xmlns:a16="http://schemas.microsoft.com/office/drawing/2014/main" id="{77563DBF-FD7F-4B70-896B-EAB2BE766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3192"/>
                <a:ext cx="113" cy="64"/>
              </a:xfrm>
              <a:custGeom>
                <a:avLst/>
                <a:gdLst>
                  <a:gd name="T0" fmla="*/ 812 w 69"/>
                  <a:gd name="T1" fmla="*/ 574 h 37"/>
                  <a:gd name="T2" fmla="*/ 475 w 69"/>
                  <a:gd name="T3" fmla="*/ 320 h 37"/>
                  <a:gd name="T4" fmla="*/ 308 w 69"/>
                  <a:gd name="T5" fmla="*/ 83 h 37"/>
                  <a:gd name="T6" fmla="*/ 0 w 69"/>
                  <a:gd name="T7" fmla="*/ 0 h 37"/>
                  <a:gd name="T8" fmla="*/ 206 w 69"/>
                  <a:gd name="T9" fmla="*/ 258 h 37"/>
                  <a:gd name="T10" fmla="*/ 475 w 69"/>
                  <a:gd name="T11" fmla="*/ 512 h 37"/>
                  <a:gd name="T12" fmla="*/ 799 w 69"/>
                  <a:gd name="T13" fmla="*/ 57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37">
                    <a:moveTo>
                      <a:pt x="69" y="37"/>
                    </a:moveTo>
                    <a:cubicBezTo>
                      <a:pt x="61" y="29"/>
                      <a:pt x="49" y="28"/>
                      <a:pt x="40" y="21"/>
                    </a:cubicBezTo>
                    <a:cubicBezTo>
                      <a:pt x="34" y="16"/>
                      <a:pt x="32" y="9"/>
                      <a:pt x="26" y="5"/>
                    </a:cubicBezTo>
                    <a:cubicBezTo>
                      <a:pt x="19" y="0"/>
                      <a:pt x="8" y="0"/>
                      <a:pt x="0" y="0"/>
                    </a:cubicBezTo>
                    <a:cubicBezTo>
                      <a:pt x="5" y="6"/>
                      <a:pt x="13" y="10"/>
                      <a:pt x="18" y="17"/>
                    </a:cubicBezTo>
                    <a:cubicBezTo>
                      <a:pt x="24" y="25"/>
                      <a:pt x="30" y="31"/>
                      <a:pt x="40" y="33"/>
                    </a:cubicBezTo>
                    <a:cubicBezTo>
                      <a:pt x="49" y="35"/>
                      <a:pt x="59" y="34"/>
                      <a:pt x="68" y="37"/>
                    </a:cubicBezTo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9" name="Freeform 837">
                <a:extLst>
                  <a:ext uri="{FF2B5EF4-FFF2-40B4-BE49-F238E27FC236}">
                    <a16:creationId xmlns:a16="http://schemas.microsoft.com/office/drawing/2014/main" id="{D3329FC9-9C75-4043-AC36-7C7353057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3207"/>
                <a:ext cx="104" cy="74"/>
              </a:xfrm>
              <a:custGeom>
                <a:avLst/>
                <a:gdLst>
                  <a:gd name="T0" fmla="*/ 774 w 63"/>
                  <a:gd name="T1" fmla="*/ 710 h 42"/>
                  <a:gd name="T2" fmla="*/ 662 w 63"/>
                  <a:gd name="T3" fmla="*/ 509 h 42"/>
                  <a:gd name="T4" fmla="*/ 414 w 63"/>
                  <a:gd name="T5" fmla="*/ 403 h 42"/>
                  <a:gd name="T6" fmla="*/ 193 w 63"/>
                  <a:gd name="T7" fmla="*/ 268 h 42"/>
                  <a:gd name="T8" fmla="*/ 76 w 63"/>
                  <a:gd name="T9" fmla="*/ 137 h 42"/>
                  <a:gd name="T10" fmla="*/ 0 w 63"/>
                  <a:gd name="T11" fmla="*/ 0 h 42"/>
                  <a:gd name="T12" fmla="*/ 158 w 63"/>
                  <a:gd name="T13" fmla="*/ 395 h 42"/>
                  <a:gd name="T14" fmla="*/ 373 w 63"/>
                  <a:gd name="T15" fmla="*/ 530 h 42"/>
                  <a:gd name="T16" fmla="*/ 774 w 63"/>
                  <a:gd name="T17" fmla="*/ 71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42">
                    <a:moveTo>
                      <a:pt x="63" y="42"/>
                    </a:moveTo>
                    <a:cubicBezTo>
                      <a:pt x="60" y="37"/>
                      <a:pt x="59" y="33"/>
                      <a:pt x="54" y="30"/>
                    </a:cubicBezTo>
                    <a:cubicBezTo>
                      <a:pt x="48" y="27"/>
                      <a:pt x="41" y="26"/>
                      <a:pt x="34" y="24"/>
                    </a:cubicBezTo>
                    <a:cubicBezTo>
                      <a:pt x="27" y="23"/>
                      <a:pt x="22" y="20"/>
                      <a:pt x="16" y="16"/>
                    </a:cubicBezTo>
                    <a:cubicBezTo>
                      <a:pt x="12" y="13"/>
                      <a:pt x="9" y="11"/>
                      <a:pt x="6" y="8"/>
                    </a:cubicBezTo>
                    <a:cubicBezTo>
                      <a:pt x="3" y="6"/>
                      <a:pt x="2" y="2"/>
                      <a:pt x="0" y="0"/>
                    </a:cubicBezTo>
                    <a:cubicBezTo>
                      <a:pt x="4" y="7"/>
                      <a:pt x="5" y="18"/>
                      <a:pt x="13" y="23"/>
                    </a:cubicBezTo>
                    <a:cubicBezTo>
                      <a:pt x="18" y="27"/>
                      <a:pt x="24" y="29"/>
                      <a:pt x="30" y="31"/>
                    </a:cubicBezTo>
                    <a:cubicBezTo>
                      <a:pt x="41" y="35"/>
                      <a:pt x="53" y="36"/>
                      <a:pt x="63" y="42"/>
                    </a:cubicBezTo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0" name="Freeform 838">
                <a:extLst>
                  <a:ext uri="{FF2B5EF4-FFF2-40B4-BE49-F238E27FC236}">
                    <a16:creationId xmlns:a16="http://schemas.microsoft.com/office/drawing/2014/main" id="{FC333E2A-D74E-42DE-8707-5D0DBD718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3190"/>
                <a:ext cx="126" cy="120"/>
              </a:xfrm>
              <a:custGeom>
                <a:avLst/>
                <a:gdLst>
                  <a:gd name="T0" fmla="*/ 902 w 77"/>
                  <a:gd name="T1" fmla="*/ 1097 h 69"/>
                  <a:gd name="T2" fmla="*/ 695 w 77"/>
                  <a:gd name="T3" fmla="*/ 817 h 69"/>
                  <a:gd name="T4" fmla="*/ 538 w 77"/>
                  <a:gd name="T5" fmla="*/ 511 h 69"/>
                  <a:gd name="T6" fmla="*/ 308 w 77"/>
                  <a:gd name="T7" fmla="*/ 212 h 69"/>
                  <a:gd name="T8" fmla="*/ 0 w 77"/>
                  <a:gd name="T9" fmla="*/ 0 h 69"/>
                  <a:gd name="T10" fmla="*/ 70 w 77"/>
                  <a:gd name="T11" fmla="*/ 193 h 69"/>
                  <a:gd name="T12" fmla="*/ 151 w 77"/>
                  <a:gd name="T13" fmla="*/ 384 h 69"/>
                  <a:gd name="T14" fmla="*/ 404 w 77"/>
                  <a:gd name="T15" fmla="*/ 647 h 69"/>
                  <a:gd name="T16" fmla="*/ 666 w 77"/>
                  <a:gd name="T17" fmla="*/ 840 h 69"/>
                  <a:gd name="T18" fmla="*/ 880 w 77"/>
                  <a:gd name="T19" fmla="*/ 1052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69">
                    <a:moveTo>
                      <a:pt x="77" y="69"/>
                    </a:moveTo>
                    <a:cubicBezTo>
                      <a:pt x="71" y="62"/>
                      <a:pt x="65" y="58"/>
                      <a:pt x="59" y="51"/>
                    </a:cubicBezTo>
                    <a:cubicBezTo>
                      <a:pt x="54" y="45"/>
                      <a:pt x="50" y="39"/>
                      <a:pt x="46" y="32"/>
                    </a:cubicBezTo>
                    <a:cubicBezTo>
                      <a:pt x="40" y="23"/>
                      <a:pt x="35" y="18"/>
                      <a:pt x="26" y="13"/>
                    </a:cubicBezTo>
                    <a:cubicBezTo>
                      <a:pt x="17" y="8"/>
                      <a:pt x="8" y="5"/>
                      <a:pt x="0" y="0"/>
                    </a:cubicBezTo>
                    <a:cubicBezTo>
                      <a:pt x="3" y="3"/>
                      <a:pt x="4" y="8"/>
                      <a:pt x="6" y="12"/>
                    </a:cubicBezTo>
                    <a:cubicBezTo>
                      <a:pt x="8" y="17"/>
                      <a:pt x="11" y="21"/>
                      <a:pt x="13" y="24"/>
                    </a:cubicBezTo>
                    <a:cubicBezTo>
                      <a:pt x="19" y="31"/>
                      <a:pt x="26" y="37"/>
                      <a:pt x="34" y="41"/>
                    </a:cubicBezTo>
                    <a:cubicBezTo>
                      <a:pt x="41" y="46"/>
                      <a:pt x="50" y="48"/>
                      <a:pt x="57" y="53"/>
                    </a:cubicBezTo>
                    <a:cubicBezTo>
                      <a:pt x="63" y="56"/>
                      <a:pt x="68" y="64"/>
                      <a:pt x="75" y="66"/>
                    </a:cubicBezTo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1" name="Freeform 839">
                <a:extLst>
                  <a:ext uri="{FF2B5EF4-FFF2-40B4-BE49-F238E27FC236}">
                    <a16:creationId xmlns:a16="http://schemas.microsoft.com/office/drawing/2014/main" id="{5B9B67FE-192B-4C24-90A4-D01E1E771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3144"/>
                <a:ext cx="115" cy="90"/>
              </a:xfrm>
              <a:custGeom>
                <a:avLst/>
                <a:gdLst>
                  <a:gd name="T0" fmla="*/ 0 w 70"/>
                  <a:gd name="T1" fmla="*/ 875 h 51"/>
                  <a:gd name="T2" fmla="*/ 319 w 70"/>
                  <a:gd name="T3" fmla="*/ 408 h 51"/>
                  <a:gd name="T4" fmla="*/ 840 w 70"/>
                  <a:gd name="T5" fmla="*/ 0 h 51"/>
                  <a:gd name="T6" fmla="*/ 386 w 70"/>
                  <a:gd name="T7" fmla="*/ 648 h 51"/>
                  <a:gd name="T8" fmla="*/ 192 w 70"/>
                  <a:gd name="T9" fmla="*/ 761 h 51"/>
                  <a:gd name="T10" fmla="*/ 54 w 70"/>
                  <a:gd name="T11" fmla="*/ 83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51">
                    <a:moveTo>
                      <a:pt x="0" y="51"/>
                    </a:moveTo>
                    <a:cubicBezTo>
                      <a:pt x="11" y="44"/>
                      <a:pt x="17" y="33"/>
                      <a:pt x="27" y="24"/>
                    </a:cubicBezTo>
                    <a:cubicBezTo>
                      <a:pt x="40" y="13"/>
                      <a:pt x="56" y="8"/>
                      <a:pt x="70" y="0"/>
                    </a:cubicBezTo>
                    <a:cubicBezTo>
                      <a:pt x="56" y="11"/>
                      <a:pt x="49" y="30"/>
                      <a:pt x="32" y="38"/>
                    </a:cubicBezTo>
                    <a:cubicBezTo>
                      <a:pt x="27" y="40"/>
                      <a:pt x="21" y="42"/>
                      <a:pt x="16" y="44"/>
                    </a:cubicBezTo>
                    <a:cubicBezTo>
                      <a:pt x="12" y="45"/>
                      <a:pt x="7" y="46"/>
                      <a:pt x="4" y="49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2" name="Freeform 840">
                <a:extLst>
                  <a:ext uri="{FF2B5EF4-FFF2-40B4-BE49-F238E27FC236}">
                    <a16:creationId xmlns:a16="http://schemas.microsoft.com/office/drawing/2014/main" id="{C9036F5B-8C69-4E23-8FD2-75CC4343F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3214"/>
                <a:ext cx="95" cy="95"/>
              </a:xfrm>
              <a:custGeom>
                <a:avLst/>
                <a:gdLst>
                  <a:gd name="T0" fmla="*/ 0 w 58"/>
                  <a:gd name="T1" fmla="*/ 910 h 54"/>
                  <a:gd name="T2" fmla="*/ 211 w 58"/>
                  <a:gd name="T3" fmla="*/ 457 h 54"/>
                  <a:gd name="T4" fmla="*/ 686 w 58"/>
                  <a:gd name="T5" fmla="*/ 0 h 54"/>
                  <a:gd name="T6" fmla="*/ 352 w 58"/>
                  <a:gd name="T7" fmla="*/ 530 h 54"/>
                  <a:gd name="T8" fmla="*/ 188 w 58"/>
                  <a:gd name="T9" fmla="*/ 709 h 54"/>
                  <a:gd name="T10" fmla="*/ 21 w 58"/>
                  <a:gd name="T11" fmla="*/ 86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54">
                    <a:moveTo>
                      <a:pt x="0" y="54"/>
                    </a:moveTo>
                    <a:cubicBezTo>
                      <a:pt x="8" y="46"/>
                      <a:pt x="11" y="35"/>
                      <a:pt x="18" y="27"/>
                    </a:cubicBezTo>
                    <a:cubicBezTo>
                      <a:pt x="29" y="16"/>
                      <a:pt x="44" y="8"/>
                      <a:pt x="58" y="0"/>
                    </a:cubicBezTo>
                    <a:cubicBezTo>
                      <a:pt x="46" y="8"/>
                      <a:pt x="39" y="21"/>
                      <a:pt x="30" y="31"/>
                    </a:cubicBezTo>
                    <a:cubicBezTo>
                      <a:pt x="26" y="36"/>
                      <a:pt x="21" y="39"/>
                      <a:pt x="16" y="42"/>
                    </a:cubicBezTo>
                    <a:cubicBezTo>
                      <a:pt x="11" y="45"/>
                      <a:pt x="7" y="49"/>
                      <a:pt x="2" y="51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3" name="Freeform 841">
                <a:extLst>
                  <a:ext uri="{FF2B5EF4-FFF2-40B4-BE49-F238E27FC236}">
                    <a16:creationId xmlns:a16="http://schemas.microsoft.com/office/drawing/2014/main" id="{33170BAC-AB3B-4AA3-B702-F11C4A2D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3026"/>
                <a:ext cx="85" cy="71"/>
              </a:xfrm>
              <a:custGeom>
                <a:avLst/>
                <a:gdLst>
                  <a:gd name="T0" fmla="*/ 0 w 52"/>
                  <a:gd name="T1" fmla="*/ 639 h 41"/>
                  <a:gd name="T2" fmla="*/ 245 w 52"/>
                  <a:gd name="T3" fmla="*/ 261 h 41"/>
                  <a:gd name="T4" fmla="*/ 606 w 52"/>
                  <a:gd name="T5" fmla="*/ 0 h 41"/>
                  <a:gd name="T6" fmla="*/ 21 w 52"/>
                  <a:gd name="T7" fmla="*/ 61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1">
                    <a:moveTo>
                      <a:pt x="0" y="41"/>
                    </a:moveTo>
                    <a:cubicBezTo>
                      <a:pt x="4" y="33"/>
                      <a:pt x="14" y="22"/>
                      <a:pt x="21" y="17"/>
                    </a:cubicBezTo>
                    <a:cubicBezTo>
                      <a:pt x="30" y="10"/>
                      <a:pt x="42" y="7"/>
                      <a:pt x="52" y="0"/>
                    </a:cubicBezTo>
                    <a:cubicBezTo>
                      <a:pt x="39" y="17"/>
                      <a:pt x="18" y="26"/>
                      <a:pt x="2" y="39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4" name="Freeform 842">
                <a:extLst>
                  <a:ext uri="{FF2B5EF4-FFF2-40B4-BE49-F238E27FC236}">
                    <a16:creationId xmlns:a16="http://schemas.microsoft.com/office/drawing/2014/main" id="{2C462E1B-8720-4CA6-8272-38EB77466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930"/>
                <a:ext cx="87" cy="59"/>
              </a:xfrm>
              <a:custGeom>
                <a:avLst/>
                <a:gdLst>
                  <a:gd name="T0" fmla="*/ 634 w 53"/>
                  <a:gd name="T1" fmla="*/ 0 h 34"/>
                  <a:gd name="T2" fmla="*/ 227 w 53"/>
                  <a:gd name="T3" fmla="*/ 127 h 34"/>
                  <a:gd name="T4" fmla="*/ 0 w 53"/>
                  <a:gd name="T5" fmla="*/ 533 h 34"/>
                  <a:gd name="T6" fmla="*/ 612 w 53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4">
                    <a:moveTo>
                      <a:pt x="53" y="0"/>
                    </a:moveTo>
                    <a:cubicBezTo>
                      <a:pt x="42" y="3"/>
                      <a:pt x="30" y="4"/>
                      <a:pt x="19" y="8"/>
                    </a:cubicBezTo>
                    <a:cubicBezTo>
                      <a:pt x="6" y="13"/>
                      <a:pt x="6" y="23"/>
                      <a:pt x="0" y="34"/>
                    </a:cubicBezTo>
                    <a:cubicBezTo>
                      <a:pt x="13" y="18"/>
                      <a:pt x="29" y="1"/>
                      <a:pt x="51" y="0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5" name="Freeform 843">
                <a:extLst>
                  <a:ext uri="{FF2B5EF4-FFF2-40B4-BE49-F238E27FC236}">
                    <a16:creationId xmlns:a16="http://schemas.microsoft.com/office/drawing/2014/main" id="{B0CAB17D-82A4-408B-AC6D-2D22E4ED9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863"/>
                <a:ext cx="180" cy="42"/>
              </a:xfrm>
              <a:custGeom>
                <a:avLst/>
                <a:gdLst>
                  <a:gd name="T0" fmla="*/ 0 w 110"/>
                  <a:gd name="T1" fmla="*/ 376 h 24"/>
                  <a:gd name="T2" fmla="*/ 308 w 110"/>
                  <a:gd name="T3" fmla="*/ 200 h 24"/>
                  <a:gd name="T4" fmla="*/ 645 w 110"/>
                  <a:gd name="T5" fmla="*/ 37 h 24"/>
                  <a:gd name="T6" fmla="*/ 1293 w 110"/>
                  <a:gd name="T7" fmla="*/ 249 h 24"/>
                  <a:gd name="T8" fmla="*/ 1137 w 110"/>
                  <a:gd name="T9" fmla="*/ 264 h 24"/>
                  <a:gd name="T10" fmla="*/ 977 w 110"/>
                  <a:gd name="T11" fmla="*/ 301 h 24"/>
                  <a:gd name="T12" fmla="*/ 645 w 110"/>
                  <a:gd name="T13" fmla="*/ 327 h 24"/>
                  <a:gd name="T14" fmla="*/ 0 w 110"/>
                  <a:gd name="T15" fmla="*/ 399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0" h="24">
                    <a:moveTo>
                      <a:pt x="0" y="23"/>
                    </a:moveTo>
                    <a:cubicBezTo>
                      <a:pt x="8" y="21"/>
                      <a:pt x="18" y="16"/>
                      <a:pt x="26" y="12"/>
                    </a:cubicBezTo>
                    <a:cubicBezTo>
                      <a:pt x="35" y="7"/>
                      <a:pt x="45" y="4"/>
                      <a:pt x="55" y="2"/>
                    </a:cubicBezTo>
                    <a:cubicBezTo>
                      <a:pt x="72" y="0"/>
                      <a:pt x="96" y="3"/>
                      <a:pt x="110" y="15"/>
                    </a:cubicBezTo>
                    <a:cubicBezTo>
                      <a:pt x="106" y="13"/>
                      <a:pt x="101" y="16"/>
                      <a:pt x="97" y="16"/>
                    </a:cubicBezTo>
                    <a:cubicBezTo>
                      <a:pt x="93" y="17"/>
                      <a:pt x="88" y="18"/>
                      <a:pt x="83" y="18"/>
                    </a:cubicBezTo>
                    <a:cubicBezTo>
                      <a:pt x="74" y="19"/>
                      <a:pt x="64" y="19"/>
                      <a:pt x="55" y="20"/>
                    </a:cubicBezTo>
                    <a:cubicBezTo>
                      <a:pt x="37" y="22"/>
                      <a:pt x="17" y="19"/>
                      <a:pt x="0" y="24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6" name="Freeform 844">
                <a:extLst>
                  <a:ext uri="{FF2B5EF4-FFF2-40B4-BE49-F238E27FC236}">
                    <a16:creationId xmlns:a16="http://schemas.microsoft.com/office/drawing/2014/main" id="{47A85D63-04C6-4648-BEA6-9AB5A5692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937"/>
                <a:ext cx="84" cy="42"/>
              </a:xfrm>
              <a:custGeom>
                <a:avLst/>
                <a:gdLst>
                  <a:gd name="T0" fmla="*/ 0 w 51"/>
                  <a:gd name="T1" fmla="*/ 37 h 24"/>
                  <a:gd name="T2" fmla="*/ 339 w 51"/>
                  <a:gd name="T3" fmla="*/ 49 h 24"/>
                  <a:gd name="T4" fmla="*/ 616 w 51"/>
                  <a:gd name="T5" fmla="*/ 399 h 24"/>
                  <a:gd name="T6" fmla="*/ 35 w 51"/>
                  <a:gd name="T7" fmla="*/ 3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24">
                    <a:moveTo>
                      <a:pt x="0" y="2"/>
                    </a:moveTo>
                    <a:cubicBezTo>
                      <a:pt x="7" y="0"/>
                      <a:pt x="21" y="1"/>
                      <a:pt x="28" y="3"/>
                    </a:cubicBezTo>
                    <a:cubicBezTo>
                      <a:pt x="35" y="5"/>
                      <a:pt x="49" y="17"/>
                      <a:pt x="51" y="24"/>
                    </a:cubicBezTo>
                    <a:cubicBezTo>
                      <a:pt x="41" y="13"/>
                      <a:pt x="19" y="0"/>
                      <a:pt x="3" y="2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7" name="Freeform 845">
                <a:extLst>
                  <a:ext uri="{FF2B5EF4-FFF2-40B4-BE49-F238E27FC236}">
                    <a16:creationId xmlns:a16="http://schemas.microsoft.com/office/drawing/2014/main" id="{A0E246D2-B3A7-41ED-A47D-56B00B326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045"/>
                <a:ext cx="41" cy="80"/>
              </a:xfrm>
              <a:custGeom>
                <a:avLst/>
                <a:gdLst>
                  <a:gd name="T0" fmla="*/ 0 w 25"/>
                  <a:gd name="T1" fmla="*/ 0 h 46"/>
                  <a:gd name="T2" fmla="*/ 180 w 25"/>
                  <a:gd name="T3" fmla="*/ 283 h 46"/>
                  <a:gd name="T4" fmla="*/ 226 w 25"/>
                  <a:gd name="T5" fmla="*/ 475 h 46"/>
                  <a:gd name="T6" fmla="*/ 295 w 25"/>
                  <a:gd name="T7" fmla="*/ 732 h 46"/>
                  <a:gd name="T8" fmla="*/ 146 w 25"/>
                  <a:gd name="T9" fmla="*/ 320 h 46"/>
                  <a:gd name="T10" fmla="*/ 0 w 25"/>
                  <a:gd name="T11" fmla="*/ 16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6">
                    <a:moveTo>
                      <a:pt x="0" y="0"/>
                    </a:moveTo>
                    <a:cubicBezTo>
                      <a:pt x="8" y="3"/>
                      <a:pt x="13" y="11"/>
                      <a:pt x="15" y="18"/>
                    </a:cubicBezTo>
                    <a:cubicBezTo>
                      <a:pt x="17" y="22"/>
                      <a:pt x="17" y="26"/>
                      <a:pt x="19" y="30"/>
                    </a:cubicBezTo>
                    <a:cubicBezTo>
                      <a:pt x="20" y="36"/>
                      <a:pt x="24" y="40"/>
                      <a:pt x="25" y="46"/>
                    </a:cubicBezTo>
                    <a:cubicBezTo>
                      <a:pt x="18" y="38"/>
                      <a:pt x="16" y="29"/>
                      <a:pt x="12" y="20"/>
                    </a:cubicBezTo>
                    <a:cubicBezTo>
                      <a:pt x="9" y="13"/>
                      <a:pt x="3" y="8"/>
                      <a:pt x="0" y="1"/>
                    </a:cubicBezTo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8" name="Freeform 846">
                <a:extLst>
                  <a:ext uri="{FF2B5EF4-FFF2-40B4-BE49-F238E27FC236}">
                    <a16:creationId xmlns:a16="http://schemas.microsoft.com/office/drawing/2014/main" id="{D8FABAE3-B135-4B79-AA55-F11150E68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3031"/>
                <a:ext cx="174" cy="85"/>
              </a:xfrm>
              <a:custGeom>
                <a:avLst/>
                <a:gdLst>
                  <a:gd name="T0" fmla="*/ 1243 w 106"/>
                  <a:gd name="T1" fmla="*/ 108 h 49"/>
                  <a:gd name="T2" fmla="*/ 620 w 106"/>
                  <a:gd name="T3" fmla="*/ 343 h 49"/>
                  <a:gd name="T4" fmla="*/ 0 w 106"/>
                  <a:gd name="T5" fmla="*/ 767 h 49"/>
                  <a:gd name="T6" fmla="*/ 739 w 106"/>
                  <a:gd name="T7" fmla="*/ 85 h 49"/>
                  <a:gd name="T8" fmla="*/ 1264 w 106"/>
                  <a:gd name="T9" fmla="*/ 108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49">
                    <a:moveTo>
                      <a:pt x="104" y="7"/>
                    </a:moveTo>
                    <a:cubicBezTo>
                      <a:pt x="88" y="6"/>
                      <a:pt x="67" y="15"/>
                      <a:pt x="52" y="22"/>
                    </a:cubicBezTo>
                    <a:cubicBezTo>
                      <a:pt x="35" y="32"/>
                      <a:pt x="17" y="39"/>
                      <a:pt x="0" y="49"/>
                    </a:cubicBezTo>
                    <a:cubicBezTo>
                      <a:pt x="22" y="36"/>
                      <a:pt x="38" y="12"/>
                      <a:pt x="62" y="5"/>
                    </a:cubicBezTo>
                    <a:cubicBezTo>
                      <a:pt x="78" y="0"/>
                      <a:pt x="91" y="8"/>
                      <a:pt x="106" y="7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9" name="Freeform 847">
                <a:extLst>
                  <a:ext uri="{FF2B5EF4-FFF2-40B4-BE49-F238E27FC236}">
                    <a16:creationId xmlns:a16="http://schemas.microsoft.com/office/drawing/2014/main" id="{BE02A6D6-F5DD-430A-8EB3-790F12774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3076"/>
                <a:ext cx="113" cy="116"/>
              </a:xfrm>
              <a:custGeom>
                <a:avLst/>
                <a:gdLst>
                  <a:gd name="T0" fmla="*/ 812 w 69"/>
                  <a:gd name="T1" fmla="*/ 0 h 66"/>
                  <a:gd name="T2" fmla="*/ 441 w 69"/>
                  <a:gd name="T3" fmla="*/ 571 h 66"/>
                  <a:gd name="T4" fmla="*/ 0 w 69"/>
                  <a:gd name="T5" fmla="*/ 1109 h 66"/>
                  <a:gd name="T6" fmla="*/ 405 w 69"/>
                  <a:gd name="T7" fmla="*/ 380 h 66"/>
                  <a:gd name="T8" fmla="*/ 812 w 69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6">
                    <a:moveTo>
                      <a:pt x="69" y="0"/>
                    </a:moveTo>
                    <a:cubicBezTo>
                      <a:pt x="61" y="13"/>
                      <a:pt x="47" y="22"/>
                      <a:pt x="37" y="34"/>
                    </a:cubicBezTo>
                    <a:cubicBezTo>
                      <a:pt x="27" y="47"/>
                      <a:pt x="13" y="55"/>
                      <a:pt x="0" y="66"/>
                    </a:cubicBezTo>
                    <a:cubicBezTo>
                      <a:pt x="15" y="54"/>
                      <a:pt x="20" y="36"/>
                      <a:pt x="34" y="23"/>
                    </a:cubicBezTo>
                    <a:cubicBezTo>
                      <a:pt x="44" y="14"/>
                      <a:pt x="57" y="7"/>
                      <a:pt x="69" y="0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0" name="Freeform 848">
                <a:extLst>
                  <a:ext uri="{FF2B5EF4-FFF2-40B4-BE49-F238E27FC236}">
                    <a16:creationId xmlns:a16="http://schemas.microsoft.com/office/drawing/2014/main" id="{67FE009A-5A14-40D9-BD32-949553549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731"/>
                <a:ext cx="78" cy="47"/>
              </a:xfrm>
              <a:custGeom>
                <a:avLst/>
                <a:gdLst>
                  <a:gd name="T0" fmla="*/ 0 w 48"/>
                  <a:gd name="T1" fmla="*/ 433 h 27"/>
                  <a:gd name="T2" fmla="*/ 293 w 48"/>
                  <a:gd name="T3" fmla="*/ 158 h 27"/>
                  <a:gd name="T4" fmla="*/ 544 w 48"/>
                  <a:gd name="T5" fmla="*/ 348 h 27"/>
                  <a:gd name="T6" fmla="*/ 254 w 48"/>
                  <a:gd name="T7" fmla="*/ 64 h 27"/>
                  <a:gd name="T8" fmla="*/ 13 w 48"/>
                  <a:gd name="T9" fmla="*/ 4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7">
                    <a:moveTo>
                      <a:pt x="0" y="27"/>
                    </a:moveTo>
                    <a:cubicBezTo>
                      <a:pt x="3" y="17"/>
                      <a:pt x="16" y="11"/>
                      <a:pt x="26" y="10"/>
                    </a:cubicBezTo>
                    <a:cubicBezTo>
                      <a:pt x="35" y="10"/>
                      <a:pt x="41" y="17"/>
                      <a:pt x="48" y="22"/>
                    </a:cubicBezTo>
                    <a:cubicBezTo>
                      <a:pt x="43" y="13"/>
                      <a:pt x="35" y="0"/>
                      <a:pt x="22" y="4"/>
                    </a:cubicBezTo>
                    <a:cubicBezTo>
                      <a:pt x="12" y="7"/>
                      <a:pt x="3" y="17"/>
                      <a:pt x="1" y="26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1" name="Freeform 849">
                <a:extLst>
                  <a:ext uri="{FF2B5EF4-FFF2-40B4-BE49-F238E27FC236}">
                    <a16:creationId xmlns:a16="http://schemas.microsoft.com/office/drawing/2014/main" id="{5ED57FDA-936A-4DBE-9171-0A672EF92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688"/>
                <a:ext cx="59" cy="56"/>
              </a:xfrm>
              <a:custGeom>
                <a:avLst/>
                <a:gdLst>
                  <a:gd name="T0" fmla="*/ 56 w 36"/>
                  <a:gd name="T1" fmla="*/ 499 h 32"/>
                  <a:gd name="T2" fmla="*/ 428 w 36"/>
                  <a:gd name="T3" fmla="*/ 172 h 32"/>
                  <a:gd name="T4" fmla="*/ 56 w 36"/>
                  <a:gd name="T5" fmla="*/ 52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2">
                    <a:moveTo>
                      <a:pt x="5" y="30"/>
                    </a:moveTo>
                    <a:cubicBezTo>
                      <a:pt x="4" y="15"/>
                      <a:pt x="24" y="5"/>
                      <a:pt x="36" y="10"/>
                    </a:cubicBezTo>
                    <a:cubicBezTo>
                      <a:pt x="19" y="0"/>
                      <a:pt x="0" y="12"/>
                      <a:pt x="5" y="32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2" name="Freeform 850">
                <a:extLst>
                  <a:ext uri="{FF2B5EF4-FFF2-40B4-BE49-F238E27FC236}">
                    <a16:creationId xmlns:a16="http://schemas.microsoft.com/office/drawing/2014/main" id="{C32A3978-F7D3-4BBD-A68B-8BEACDE60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3679"/>
                <a:ext cx="89" cy="54"/>
              </a:xfrm>
              <a:custGeom>
                <a:avLst/>
                <a:gdLst>
                  <a:gd name="T0" fmla="*/ 54 w 54"/>
                  <a:gd name="T1" fmla="*/ 470 h 31"/>
                  <a:gd name="T2" fmla="*/ 260 w 54"/>
                  <a:gd name="T3" fmla="*/ 159 h 31"/>
                  <a:gd name="T4" fmla="*/ 658 w 54"/>
                  <a:gd name="T5" fmla="*/ 300 h 31"/>
                  <a:gd name="T6" fmla="*/ 221 w 54"/>
                  <a:gd name="T7" fmla="*/ 148 h 31"/>
                  <a:gd name="T8" fmla="*/ 35 w 54"/>
                  <a:gd name="T9" fmla="*/ 49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4" y="29"/>
                    </a:moveTo>
                    <a:cubicBezTo>
                      <a:pt x="0" y="22"/>
                      <a:pt x="15" y="13"/>
                      <a:pt x="21" y="10"/>
                    </a:cubicBezTo>
                    <a:cubicBezTo>
                      <a:pt x="34" y="6"/>
                      <a:pt x="45" y="11"/>
                      <a:pt x="54" y="19"/>
                    </a:cubicBezTo>
                    <a:cubicBezTo>
                      <a:pt x="44" y="7"/>
                      <a:pt x="33" y="0"/>
                      <a:pt x="18" y="9"/>
                    </a:cubicBezTo>
                    <a:cubicBezTo>
                      <a:pt x="10" y="14"/>
                      <a:pt x="5" y="22"/>
                      <a:pt x="3" y="31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3" name="Freeform 851">
                <a:extLst>
                  <a:ext uri="{FF2B5EF4-FFF2-40B4-BE49-F238E27FC236}">
                    <a16:creationId xmlns:a16="http://schemas.microsoft.com/office/drawing/2014/main" id="{0AC10A03-779B-41A2-89BE-70CF2D5B3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3716"/>
                <a:ext cx="85" cy="52"/>
              </a:xfrm>
              <a:custGeom>
                <a:avLst/>
                <a:gdLst>
                  <a:gd name="T0" fmla="*/ 606 w 52"/>
                  <a:gd name="T1" fmla="*/ 468 h 30"/>
                  <a:gd name="T2" fmla="*/ 329 w 52"/>
                  <a:gd name="T3" fmla="*/ 87 h 30"/>
                  <a:gd name="T4" fmla="*/ 0 w 52"/>
                  <a:gd name="T5" fmla="*/ 298 h 30"/>
                  <a:gd name="T6" fmla="*/ 606 w 52"/>
                  <a:gd name="T7" fmla="*/ 45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0">
                    <a:moveTo>
                      <a:pt x="52" y="30"/>
                    </a:moveTo>
                    <a:cubicBezTo>
                      <a:pt x="46" y="19"/>
                      <a:pt x="41" y="9"/>
                      <a:pt x="28" y="6"/>
                    </a:cubicBezTo>
                    <a:cubicBezTo>
                      <a:pt x="17" y="4"/>
                      <a:pt x="4" y="8"/>
                      <a:pt x="0" y="19"/>
                    </a:cubicBezTo>
                    <a:cubicBezTo>
                      <a:pt x="13" y="0"/>
                      <a:pt x="42" y="14"/>
                      <a:pt x="52" y="29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4" name="Freeform 852">
                <a:extLst>
                  <a:ext uri="{FF2B5EF4-FFF2-40B4-BE49-F238E27FC236}">
                    <a16:creationId xmlns:a16="http://schemas.microsoft.com/office/drawing/2014/main" id="{1606AB16-8FBF-4D5E-A8D3-83089128A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3665"/>
                <a:ext cx="57" cy="68"/>
              </a:xfrm>
              <a:custGeom>
                <a:avLst/>
                <a:gdLst>
                  <a:gd name="T0" fmla="*/ 104 w 35"/>
                  <a:gd name="T1" fmla="*/ 598 h 39"/>
                  <a:gd name="T2" fmla="*/ 125 w 35"/>
                  <a:gd name="T3" fmla="*/ 629 h 39"/>
                  <a:gd name="T4" fmla="*/ 401 w 35"/>
                  <a:gd name="T5" fmla="*/ 127 h 39"/>
                  <a:gd name="T6" fmla="*/ 111 w 35"/>
                  <a:gd name="T7" fmla="*/ 62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9" y="37"/>
                    </a:moveTo>
                    <a:cubicBezTo>
                      <a:pt x="10" y="38"/>
                      <a:pt x="11" y="38"/>
                      <a:pt x="11" y="39"/>
                    </a:cubicBezTo>
                    <a:cubicBezTo>
                      <a:pt x="1" y="23"/>
                      <a:pt x="20" y="4"/>
                      <a:pt x="35" y="8"/>
                    </a:cubicBezTo>
                    <a:cubicBezTo>
                      <a:pt x="14" y="0"/>
                      <a:pt x="0" y="20"/>
                      <a:pt x="10" y="39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5" name="Freeform 853">
                <a:extLst>
                  <a:ext uri="{FF2B5EF4-FFF2-40B4-BE49-F238E27FC236}">
                    <a16:creationId xmlns:a16="http://schemas.microsoft.com/office/drawing/2014/main" id="{25A44733-1078-4ADB-8B28-177B22A24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3681"/>
                <a:ext cx="88" cy="45"/>
              </a:xfrm>
              <a:custGeom>
                <a:avLst/>
                <a:gdLst>
                  <a:gd name="T0" fmla="*/ 13 w 54"/>
                  <a:gd name="T1" fmla="*/ 405 h 26"/>
                  <a:gd name="T2" fmla="*/ 619 w 54"/>
                  <a:gd name="T3" fmla="*/ 384 h 26"/>
                  <a:gd name="T4" fmla="*/ 0 w 54"/>
                  <a:gd name="T5" fmla="*/ 38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6">
                    <a:moveTo>
                      <a:pt x="1" y="26"/>
                    </a:moveTo>
                    <a:cubicBezTo>
                      <a:pt x="7" y="0"/>
                      <a:pt x="45" y="3"/>
                      <a:pt x="54" y="25"/>
                    </a:cubicBezTo>
                    <a:cubicBezTo>
                      <a:pt x="39" y="8"/>
                      <a:pt x="17" y="9"/>
                      <a:pt x="0" y="25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6" name="Freeform 854">
                <a:extLst>
                  <a:ext uri="{FF2B5EF4-FFF2-40B4-BE49-F238E27FC236}">
                    <a16:creationId xmlns:a16="http://schemas.microsoft.com/office/drawing/2014/main" id="{7B188ED5-EE7E-4660-A2E3-2DBBBC3EA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785"/>
                <a:ext cx="84" cy="67"/>
              </a:xfrm>
              <a:custGeom>
                <a:avLst/>
                <a:gdLst>
                  <a:gd name="T0" fmla="*/ 0 w 51"/>
                  <a:gd name="T1" fmla="*/ 494 h 38"/>
                  <a:gd name="T2" fmla="*/ 616 w 51"/>
                  <a:gd name="T3" fmla="*/ 647 h 38"/>
                  <a:gd name="T4" fmla="*/ 352 w 51"/>
                  <a:gd name="T5" fmla="*/ 268 h 38"/>
                  <a:gd name="T6" fmla="*/ 0 w 51"/>
                  <a:gd name="T7" fmla="*/ 494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8">
                    <a:moveTo>
                      <a:pt x="0" y="29"/>
                    </a:moveTo>
                    <a:cubicBezTo>
                      <a:pt x="9" y="0"/>
                      <a:pt x="50" y="8"/>
                      <a:pt x="51" y="38"/>
                    </a:cubicBezTo>
                    <a:cubicBezTo>
                      <a:pt x="47" y="28"/>
                      <a:pt x="39" y="17"/>
                      <a:pt x="29" y="16"/>
                    </a:cubicBezTo>
                    <a:cubicBezTo>
                      <a:pt x="19" y="14"/>
                      <a:pt x="3" y="17"/>
                      <a:pt x="0" y="29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7" name="Freeform 855">
                <a:extLst>
                  <a:ext uri="{FF2B5EF4-FFF2-40B4-BE49-F238E27FC236}">
                    <a16:creationId xmlns:a16="http://schemas.microsoft.com/office/drawing/2014/main" id="{F44C7294-A276-449E-B6B5-FE11CFC7D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3693"/>
                <a:ext cx="86" cy="70"/>
              </a:xfrm>
              <a:custGeom>
                <a:avLst/>
                <a:gdLst>
                  <a:gd name="T0" fmla="*/ 76 w 52"/>
                  <a:gd name="T1" fmla="*/ 658 h 40"/>
                  <a:gd name="T2" fmla="*/ 194 w 52"/>
                  <a:gd name="T3" fmla="*/ 114 h 40"/>
                  <a:gd name="T4" fmla="*/ 643 w 52"/>
                  <a:gd name="T5" fmla="*/ 172 h 40"/>
                  <a:gd name="T6" fmla="*/ 60 w 52"/>
                  <a:gd name="T7" fmla="*/ 65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0">
                    <a:moveTo>
                      <a:pt x="6" y="40"/>
                    </a:moveTo>
                    <a:cubicBezTo>
                      <a:pt x="0" y="32"/>
                      <a:pt x="9" y="13"/>
                      <a:pt x="16" y="7"/>
                    </a:cubicBezTo>
                    <a:cubicBezTo>
                      <a:pt x="25" y="0"/>
                      <a:pt x="44" y="3"/>
                      <a:pt x="52" y="10"/>
                    </a:cubicBezTo>
                    <a:cubicBezTo>
                      <a:pt x="31" y="6"/>
                      <a:pt x="5" y="15"/>
                      <a:pt x="5" y="40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8" name="Freeform 856">
                <a:extLst>
                  <a:ext uri="{FF2B5EF4-FFF2-40B4-BE49-F238E27FC236}">
                    <a16:creationId xmlns:a16="http://schemas.microsoft.com/office/drawing/2014/main" id="{AAEFD461-D58E-4024-9839-251C5B4E8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3644"/>
                <a:ext cx="68" cy="45"/>
              </a:xfrm>
              <a:custGeom>
                <a:avLst/>
                <a:gdLst>
                  <a:gd name="T0" fmla="*/ 22 w 41"/>
                  <a:gd name="T1" fmla="*/ 405 h 26"/>
                  <a:gd name="T2" fmla="*/ 514 w 41"/>
                  <a:gd name="T3" fmla="*/ 16 h 26"/>
                  <a:gd name="T4" fmla="*/ 60 w 41"/>
                  <a:gd name="T5" fmla="*/ 35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6">
                    <a:moveTo>
                      <a:pt x="2" y="26"/>
                    </a:moveTo>
                    <a:cubicBezTo>
                      <a:pt x="0" y="9"/>
                      <a:pt x="28" y="1"/>
                      <a:pt x="41" y="1"/>
                    </a:cubicBezTo>
                    <a:cubicBezTo>
                      <a:pt x="23" y="0"/>
                      <a:pt x="17" y="14"/>
                      <a:pt x="5" y="23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9" name="Freeform 857">
                <a:extLst>
                  <a:ext uri="{FF2B5EF4-FFF2-40B4-BE49-F238E27FC236}">
                    <a16:creationId xmlns:a16="http://schemas.microsoft.com/office/drawing/2014/main" id="{BD7FBA9A-EA4C-48A9-B241-02F33712C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462"/>
                <a:ext cx="452" cy="152"/>
              </a:xfrm>
              <a:custGeom>
                <a:avLst/>
                <a:gdLst>
                  <a:gd name="T0" fmla="*/ 0 w 276"/>
                  <a:gd name="T1" fmla="*/ 1419 h 87"/>
                  <a:gd name="T2" fmla="*/ 606 w 276"/>
                  <a:gd name="T3" fmla="*/ 898 h 87"/>
                  <a:gd name="T4" fmla="*/ 791 w 276"/>
                  <a:gd name="T5" fmla="*/ 421 h 87"/>
                  <a:gd name="T6" fmla="*/ 1274 w 276"/>
                  <a:gd name="T7" fmla="*/ 536 h 87"/>
                  <a:gd name="T8" fmla="*/ 2213 w 276"/>
                  <a:gd name="T9" fmla="*/ 348 h 87"/>
                  <a:gd name="T10" fmla="*/ 2452 w 276"/>
                  <a:gd name="T11" fmla="*/ 176 h 87"/>
                  <a:gd name="T12" fmla="*/ 2720 w 276"/>
                  <a:gd name="T13" fmla="*/ 176 h 87"/>
                  <a:gd name="T14" fmla="*/ 2886 w 276"/>
                  <a:gd name="T15" fmla="*/ 307 h 87"/>
                  <a:gd name="T16" fmla="*/ 3121 w 276"/>
                  <a:gd name="T17" fmla="*/ 351 h 87"/>
                  <a:gd name="T18" fmla="*/ 3251 w 276"/>
                  <a:gd name="T19" fmla="*/ 634 h 87"/>
                  <a:gd name="T20" fmla="*/ 2851 w 276"/>
                  <a:gd name="T21" fmla="*/ 549 h 87"/>
                  <a:gd name="T22" fmla="*/ 2253 w 276"/>
                  <a:gd name="T23" fmla="*/ 473 h 87"/>
                  <a:gd name="T24" fmla="*/ 1661 w 276"/>
                  <a:gd name="T25" fmla="*/ 224 h 87"/>
                  <a:gd name="T26" fmla="*/ 1274 w 276"/>
                  <a:gd name="T27" fmla="*/ 812 h 87"/>
                  <a:gd name="T28" fmla="*/ 663 w 276"/>
                  <a:gd name="T29" fmla="*/ 1045 h 87"/>
                  <a:gd name="T30" fmla="*/ 34 w 276"/>
                  <a:gd name="T31" fmla="*/ 1419 h 8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6" h="87">
                    <a:moveTo>
                      <a:pt x="0" y="87"/>
                    </a:moveTo>
                    <a:cubicBezTo>
                      <a:pt x="5" y="63"/>
                      <a:pt x="31" y="57"/>
                      <a:pt x="51" y="55"/>
                    </a:cubicBezTo>
                    <a:cubicBezTo>
                      <a:pt x="52" y="43"/>
                      <a:pt x="55" y="33"/>
                      <a:pt x="67" y="26"/>
                    </a:cubicBezTo>
                    <a:cubicBezTo>
                      <a:pt x="82" y="18"/>
                      <a:pt x="95" y="26"/>
                      <a:pt x="108" y="33"/>
                    </a:cubicBezTo>
                    <a:cubicBezTo>
                      <a:pt x="126" y="0"/>
                      <a:pt x="161" y="2"/>
                      <a:pt x="188" y="21"/>
                    </a:cubicBezTo>
                    <a:cubicBezTo>
                      <a:pt x="194" y="14"/>
                      <a:pt x="199" y="13"/>
                      <a:pt x="208" y="11"/>
                    </a:cubicBezTo>
                    <a:cubicBezTo>
                      <a:pt x="216" y="10"/>
                      <a:pt x="222" y="8"/>
                      <a:pt x="231" y="11"/>
                    </a:cubicBezTo>
                    <a:cubicBezTo>
                      <a:pt x="236" y="13"/>
                      <a:pt x="240" y="18"/>
                      <a:pt x="245" y="19"/>
                    </a:cubicBezTo>
                    <a:cubicBezTo>
                      <a:pt x="252" y="21"/>
                      <a:pt x="256" y="16"/>
                      <a:pt x="265" y="22"/>
                    </a:cubicBezTo>
                    <a:cubicBezTo>
                      <a:pt x="271" y="26"/>
                      <a:pt x="274" y="33"/>
                      <a:pt x="276" y="39"/>
                    </a:cubicBezTo>
                    <a:cubicBezTo>
                      <a:pt x="268" y="29"/>
                      <a:pt x="249" y="13"/>
                      <a:pt x="242" y="34"/>
                    </a:cubicBezTo>
                    <a:cubicBezTo>
                      <a:pt x="243" y="10"/>
                      <a:pt x="198" y="10"/>
                      <a:pt x="191" y="29"/>
                    </a:cubicBezTo>
                    <a:cubicBezTo>
                      <a:pt x="174" y="21"/>
                      <a:pt x="161" y="9"/>
                      <a:pt x="141" y="14"/>
                    </a:cubicBezTo>
                    <a:cubicBezTo>
                      <a:pt x="124" y="18"/>
                      <a:pt x="110" y="33"/>
                      <a:pt x="108" y="50"/>
                    </a:cubicBezTo>
                    <a:cubicBezTo>
                      <a:pt x="92" y="22"/>
                      <a:pt x="54" y="29"/>
                      <a:pt x="56" y="64"/>
                    </a:cubicBezTo>
                    <a:cubicBezTo>
                      <a:pt x="35" y="65"/>
                      <a:pt x="17" y="71"/>
                      <a:pt x="3" y="87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0" name="Freeform 858">
                <a:extLst>
                  <a:ext uri="{FF2B5EF4-FFF2-40B4-BE49-F238E27FC236}">
                    <a16:creationId xmlns:a16="http://schemas.microsoft.com/office/drawing/2014/main" id="{45E90B2C-EE44-45D4-ACFA-55F22CDC9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3489"/>
                <a:ext cx="175" cy="178"/>
              </a:xfrm>
              <a:custGeom>
                <a:avLst/>
                <a:gdLst>
                  <a:gd name="T0" fmla="*/ 0 w 107"/>
                  <a:gd name="T1" fmla="*/ 351 h 102"/>
                  <a:gd name="T2" fmla="*/ 787 w 107"/>
                  <a:gd name="T3" fmla="*/ 798 h 102"/>
                  <a:gd name="T4" fmla="*/ 1073 w 107"/>
                  <a:gd name="T5" fmla="*/ 1654 h 102"/>
                  <a:gd name="T6" fmla="*/ 679 w 107"/>
                  <a:gd name="T7" fmla="*/ 972 h 102"/>
                  <a:gd name="T8" fmla="*/ 47 w 107"/>
                  <a:gd name="T9" fmla="*/ 351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2">
                    <a:moveTo>
                      <a:pt x="0" y="22"/>
                    </a:moveTo>
                    <a:cubicBezTo>
                      <a:pt x="23" y="0"/>
                      <a:pt x="58" y="28"/>
                      <a:pt x="67" y="49"/>
                    </a:cubicBezTo>
                    <a:cubicBezTo>
                      <a:pt x="86" y="40"/>
                      <a:pt x="107" y="89"/>
                      <a:pt x="92" y="102"/>
                    </a:cubicBezTo>
                    <a:cubicBezTo>
                      <a:pt x="91" y="82"/>
                      <a:pt x="84" y="45"/>
                      <a:pt x="58" y="60"/>
                    </a:cubicBezTo>
                    <a:cubicBezTo>
                      <a:pt x="65" y="29"/>
                      <a:pt x="29" y="7"/>
                      <a:pt x="4" y="22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1" name="Freeform 859">
                <a:extLst>
                  <a:ext uri="{FF2B5EF4-FFF2-40B4-BE49-F238E27FC236}">
                    <a16:creationId xmlns:a16="http://schemas.microsoft.com/office/drawing/2014/main" id="{D33D3411-76AE-4F9B-92AC-6DA148C33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3508"/>
                <a:ext cx="61" cy="73"/>
              </a:xfrm>
              <a:custGeom>
                <a:avLst/>
                <a:gdLst>
                  <a:gd name="T0" fmla="*/ 453 w 37"/>
                  <a:gd name="T1" fmla="*/ 111 h 42"/>
                  <a:gd name="T2" fmla="*/ 21 w 37"/>
                  <a:gd name="T3" fmla="*/ 667 h 42"/>
                  <a:gd name="T4" fmla="*/ 399 w 37"/>
                  <a:gd name="T5" fmla="*/ 9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2">
                    <a:moveTo>
                      <a:pt x="37" y="7"/>
                    </a:moveTo>
                    <a:cubicBezTo>
                      <a:pt x="15" y="0"/>
                      <a:pt x="0" y="22"/>
                      <a:pt x="2" y="42"/>
                    </a:cubicBezTo>
                    <a:cubicBezTo>
                      <a:pt x="0" y="25"/>
                      <a:pt x="20" y="6"/>
                      <a:pt x="33" y="6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2" name="Freeform 860">
                <a:extLst>
                  <a:ext uri="{FF2B5EF4-FFF2-40B4-BE49-F238E27FC236}">
                    <a16:creationId xmlns:a16="http://schemas.microsoft.com/office/drawing/2014/main" id="{67D4BC08-78A6-4BA7-9D4F-20CE342B0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523"/>
                <a:ext cx="97" cy="83"/>
              </a:xfrm>
              <a:custGeom>
                <a:avLst/>
                <a:gdLst>
                  <a:gd name="T0" fmla="*/ 95 w 59"/>
                  <a:gd name="T1" fmla="*/ 811 h 47"/>
                  <a:gd name="T2" fmla="*/ 705 w 59"/>
                  <a:gd name="T3" fmla="*/ 314 h 47"/>
                  <a:gd name="T4" fmla="*/ 110 w 59"/>
                  <a:gd name="T5" fmla="*/ 761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8" y="47"/>
                    </a:moveTo>
                    <a:cubicBezTo>
                      <a:pt x="0" y="13"/>
                      <a:pt x="34" y="0"/>
                      <a:pt x="59" y="18"/>
                    </a:cubicBezTo>
                    <a:cubicBezTo>
                      <a:pt x="36" y="9"/>
                      <a:pt x="13" y="21"/>
                      <a:pt x="9" y="44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3" name="Freeform 861">
                <a:extLst>
                  <a:ext uri="{FF2B5EF4-FFF2-40B4-BE49-F238E27FC236}">
                    <a16:creationId xmlns:a16="http://schemas.microsoft.com/office/drawing/2014/main" id="{C3D4E51B-4673-4E92-9EA7-ABF8CC0AF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3569"/>
                <a:ext cx="100" cy="71"/>
              </a:xfrm>
              <a:custGeom>
                <a:avLst/>
                <a:gdLst>
                  <a:gd name="T0" fmla="*/ 0 w 61"/>
                  <a:gd name="T1" fmla="*/ 405 h 41"/>
                  <a:gd name="T2" fmla="*/ 710 w 61"/>
                  <a:gd name="T3" fmla="*/ 639 h 41"/>
                  <a:gd name="T4" fmla="*/ 56 w 61"/>
                  <a:gd name="T5" fmla="*/ 31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41">
                    <a:moveTo>
                      <a:pt x="0" y="26"/>
                    </a:moveTo>
                    <a:cubicBezTo>
                      <a:pt x="14" y="0"/>
                      <a:pt x="61" y="12"/>
                      <a:pt x="60" y="41"/>
                    </a:cubicBezTo>
                    <a:cubicBezTo>
                      <a:pt x="46" y="28"/>
                      <a:pt x="27" y="5"/>
                      <a:pt x="5" y="20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4" name="Freeform 862">
                <a:extLst>
                  <a:ext uri="{FF2B5EF4-FFF2-40B4-BE49-F238E27FC236}">
                    <a16:creationId xmlns:a16="http://schemas.microsoft.com/office/drawing/2014/main" id="{745A1215-91A2-4FE5-ADE3-A98B2E4B0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3583"/>
                <a:ext cx="77" cy="71"/>
              </a:xfrm>
              <a:custGeom>
                <a:avLst/>
                <a:gdLst>
                  <a:gd name="T0" fmla="*/ 0 w 47"/>
                  <a:gd name="T1" fmla="*/ 185 h 41"/>
                  <a:gd name="T2" fmla="*/ 552 w 47"/>
                  <a:gd name="T3" fmla="*/ 639 h 41"/>
                  <a:gd name="T4" fmla="*/ 34 w 47"/>
                  <a:gd name="T5" fmla="*/ 15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1">
                    <a:moveTo>
                      <a:pt x="0" y="12"/>
                    </a:moveTo>
                    <a:cubicBezTo>
                      <a:pt x="19" y="0"/>
                      <a:pt x="46" y="21"/>
                      <a:pt x="47" y="41"/>
                    </a:cubicBezTo>
                    <a:cubicBezTo>
                      <a:pt x="41" y="29"/>
                      <a:pt x="17" y="6"/>
                      <a:pt x="3" y="10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5" name="Freeform 863">
                <a:extLst>
                  <a:ext uri="{FF2B5EF4-FFF2-40B4-BE49-F238E27FC236}">
                    <a16:creationId xmlns:a16="http://schemas.microsoft.com/office/drawing/2014/main" id="{BE99195E-CE3F-48BA-A305-EB40D8AE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709"/>
                <a:ext cx="84" cy="69"/>
              </a:xfrm>
              <a:custGeom>
                <a:avLst/>
                <a:gdLst>
                  <a:gd name="T0" fmla="*/ 399 w 51"/>
                  <a:gd name="T1" fmla="*/ 107 h 40"/>
                  <a:gd name="T2" fmla="*/ 193 w 51"/>
                  <a:gd name="T3" fmla="*/ 595 h 40"/>
                  <a:gd name="T4" fmla="*/ 323 w 51"/>
                  <a:gd name="T5" fmla="*/ 86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40">
                    <a:moveTo>
                      <a:pt x="33" y="7"/>
                    </a:moveTo>
                    <a:cubicBezTo>
                      <a:pt x="15" y="0"/>
                      <a:pt x="0" y="37"/>
                      <a:pt x="16" y="39"/>
                    </a:cubicBezTo>
                    <a:cubicBezTo>
                      <a:pt x="27" y="40"/>
                      <a:pt x="51" y="10"/>
                      <a:pt x="27" y="6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6" name="Freeform 864">
                <a:extLst>
                  <a:ext uri="{FF2B5EF4-FFF2-40B4-BE49-F238E27FC236}">
                    <a16:creationId xmlns:a16="http://schemas.microsoft.com/office/drawing/2014/main" id="{0DEBC147-3DB5-42D7-8406-1D6CE75FB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813"/>
                <a:ext cx="77" cy="46"/>
              </a:xfrm>
              <a:custGeom>
                <a:avLst/>
                <a:gdLst>
                  <a:gd name="T0" fmla="*/ 370 w 47"/>
                  <a:gd name="T1" fmla="*/ 88 h 26"/>
                  <a:gd name="T2" fmla="*/ 92 w 47"/>
                  <a:gd name="T3" fmla="*/ 333 h 26"/>
                  <a:gd name="T4" fmla="*/ 331 w 47"/>
                  <a:gd name="T5" fmla="*/ 5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6">
                    <a:moveTo>
                      <a:pt x="31" y="5"/>
                    </a:moveTo>
                    <a:cubicBezTo>
                      <a:pt x="23" y="0"/>
                      <a:pt x="0" y="8"/>
                      <a:pt x="8" y="19"/>
                    </a:cubicBezTo>
                    <a:cubicBezTo>
                      <a:pt x="13" y="26"/>
                      <a:pt x="47" y="14"/>
                      <a:pt x="28" y="3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7" name="Freeform 865">
                <a:extLst>
                  <a:ext uri="{FF2B5EF4-FFF2-40B4-BE49-F238E27FC236}">
                    <a16:creationId xmlns:a16="http://schemas.microsoft.com/office/drawing/2014/main" id="{C92C4C88-075B-4672-9811-DBDDAB0DF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813"/>
                <a:ext cx="55" cy="49"/>
              </a:xfrm>
              <a:custGeom>
                <a:avLst/>
                <a:gdLst>
                  <a:gd name="T0" fmla="*/ 0 w 34"/>
                  <a:gd name="T1" fmla="*/ 86 h 28"/>
                  <a:gd name="T2" fmla="*/ 343 w 34"/>
                  <a:gd name="T3" fmla="*/ 215 h 28"/>
                  <a:gd name="T4" fmla="*/ 21 w 34"/>
                  <a:gd name="T5" fmla="*/ 11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8">
                    <a:moveTo>
                      <a:pt x="0" y="5"/>
                    </a:moveTo>
                    <a:cubicBezTo>
                      <a:pt x="0" y="20"/>
                      <a:pt x="34" y="28"/>
                      <a:pt x="31" y="13"/>
                    </a:cubicBezTo>
                    <a:cubicBezTo>
                      <a:pt x="30" y="4"/>
                      <a:pt x="7" y="0"/>
                      <a:pt x="2" y="7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8" name="Freeform 866">
                <a:extLst>
                  <a:ext uri="{FF2B5EF4-FFF2-40B4-BE49-F238E27FC236}">
                    <a16:creationId xmlns:a16="http://schemas.microsoft.com/office/drawing/2014/main" id="{7926CD9B-4E88-462C-8863-76A6865E5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791"/>
                <a:ext cx="43" cy="38"/>
              </a:xfrm>
              <a:custGeom>
                <a:avLst/>
                <a:gdLst>
                  <a:gd name="T0" fmla="*/ 99 w 26"/>
                  <a:gd name="T1" fmla="*/ 340 h 22"/>
                  <a:gd name="T2" fmla="*/ 151 w 26"/>
                  <a:gd name="T3" fmla="*/ 16 h 22"/>
                  <a:gd name="T4" fmla="*/ 91 w 26"/>
                  <a:gd name="T5" fmla="*/ 31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8" y="22"/>
                    </a:moveTo>
                    <a:cubicBezTo>
                      <a:pt x="13" y="18"/>
                      <a:pt x="26" y="1"/>
                      <a:pt x="12" y="1"/>
                    </a:cubicBezTo>
                    <a:cubicBezTo>
                      <a:pt x="2" y="0"/>
                      <a:pt x="0" y="15"/>
                      <a:pt x="7" y="20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9" name="Freeform 867">
                <a:extLst>
                  <a:ext uri="{FF2B5EF4-FFF2-40B4-BE49-F238E27FC236}">
                    <a16:creationId xmlns:a16="http://schemas.microsoft.com/office/drawing/2014/main" id="{C0D113E6-3547-40F9-9753-E0650A334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3506"/>
                <a:ext cx="80" cy="75"/>
              </a:xfrm>
              <a:custGeom>
                <a:avLst/>
                <a:gdLst>
                  <a:gd name="T0" fmla="*/ 0 w 49"/>
                  <a:gd name="T1" fmla="*/ 499 h 43"/>
                  <a:gd name="T2" fmla="*/ 454 w 49"/>
                  <a:gd name="T3" fmla="*/ 213 h 43"/>
                  <a:gd name="T4" fmla="*/ 56 w 49"/>
                  <a:gd name="T5" fmla="*/ 48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43">
                    <a:moveTo>
                      <a:pt x="0" y="31"/>
                    </a:moveTo>
                    <a:cubicBezTo>
                      <a:pt x="4" y="21"/>
                      <a:pt x="30" y="0"/>
                      <a:pt x="39" y="13"/>
                    </a:cubicBezTo>
                    <a:cubicBezTo>
                      <a:pt x="49" y="27"/>
                      <a:pt x="14" y="43"/>
                      <a:pt x="5" y="30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0" name="Freeform 868">
                <a:extLst>
                  <a:ext uri="{FF2B5EF4-FFF2-40B4-BE49-F238E27FC236}">
                    <a16:creationId xmlns:a16="http://schemas.microsoft.com/office/drawing/2014/main" id="{B38757E4-25CC-4CF9-A1CC-C33278617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492"/>
                <a:ext cx="57" cy="58"/>
              </a:xfrm>
              <a:custGeom>
                <a:avLst/>
                <a:gdLst>
                  <a:gd name="T0" fmla="*/ 401 w 35"/>
                  <a:gd name="T1" fmla="*/ 114 h 33"/>
                  <a:gd name="T2" fmla="*/ 160 w 35"/>
                  <a:gd name="T3" fmla="*/ 37 h 33"/>
                  <a:gd name="T4" fmla="*/ 21 w 35"/>
                  <a:gd name="T5" fmla="*/ 337 h 33"/>
                  <a:gd name="T6" fmla="*/ 350 w 35"/>
                  <a:gd name="T7" fmla="*/ 10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3">
                    <a:moveTo>
                      <a:pt x="35" y="7"/>
                    </a:moveTo>
                    <a:cubicBezTo>
                      <a:pt x="29" y="4"/>
                      <a:pt x="21" y="0"/>
                      <a:pt x="14" y="2"/>
                    </a:cubicBezTo>
                    <a:cubicBezTo>
                      <a:pt x="10" y="3"/>
                      <a:pt x="0" y="14"/>
                      <a:pt x="2" y="20"/>
                    </a:cubicBezTo>
                    <a:cubicBezTo>
                      <a:pt x="6" y="33"/>
                      <a:pt x="31" y="15"/>
                      <a:pt x="31" y="6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" name="Freeform 869">
                <a:extLst>
                  <a:ext uri="{FF2B5EF4-FFF2-40B4-BE49-F238E27FC236}">
                    <a16:creationId xmlns:a16="http://schemas.microsoft.com/office/drawing/2014/main" id="{F2A0E447-B1F3-4601-8950-23F71373A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3532"/>
                <a:ext cx="99" cy="46"/>
              </a:xfrm>
              <a:custGeom>
                <a:avLst/>
                <a:gdLst>
                  <a:gd name="T0" fmla="*/ 562 w 61"/>
                  <a:gd name="T1" fmla="*/ 21 h 26"/>
                  <a:gd name="T2" fmla="*/ 234 w 61"/>
                  <a:gd name="T3" fmla="*/ 317 h 26"/>
                  <a:gd name="T4" fmla="*/ 576 w 61"/>
                  <a:gd name="T5" fmla="*/ 5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6">
                    <a:moveTo>
                      <a:pt x="50" y="1"/>
                    </a:moveTo>
                    <a:cubicBezTo>
                      <a:pt x="42" y="0"/>
                      <a:pt x="0" y="3"/>
                      <a:pt x="21" y="18"/>
                    </a:cubicBezTo>
                    <a:cubicBezTo>
                      <a:pt x="31" y="26"/>
                      <a:pt x="61" y="15"/>
                      <a:pt x="51" y="3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2" name="Freeform 870">
                <a:extLst>
                  <a:ext uri="{FF2B5EF4-FFF2-40B4-BE49-F238E27FC236}">
                    <a16:creationId xmlns:a16="http://schemas.microsoft.com/office/drawing/2014/main" id="{5BD8F7F6-E8E6-455D-ABB6-85D8E15FD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576"/>
                <a:ext cx="43" cy="92"/>
              </a:xfrm>
              <a:custGeom>
                <a:avLst/>
                <a:gdLst>
                  <a:gd name="T0" fmla="*/ 306 w 26"/>
                  <a:gd name="T1" fmla="*/ 299 h 53"/>
                  <a:gd name="T2" fmla="*/ 0 w 26"/>
                  <a:gd name="T3" fmla="*/ 491 h 53"/>
                  <a:gd name="T4" fmla="*/ 284 w 26"/>
                  <a:gd name="T5" fmla="*/ 31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3">
                    <a:moveTo>
                      <a:pt x="25" y="19"/>
                    </a:moveTo>
                    <a:cubicBezTo>
                      <a:pt x="22" y="0"/>
                      <a:pt x="0" y="19"/>
                      <a:pt x="0" y="31"/>
                    </a:cubicBezTo>
                    <a:cubicBezTo>
                      <a:pt x="1" y="53"/>
                      <a:pt x="26" y="28"/>
                      <a:pt x="23" y="20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3" name="Freeform 871">
                <a:extLst>
                  <a:ext uri="{FF2B5EF4-FFF2-40B4-BE49-F238E27FC236}">
                    <a16:creationId xmlns:a16="http://schemas.microsoft.com/office/drawing/2014/main" id="{718CE5A6-C0B2-40CF-8289-AFA1EDA02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3597"/>
                <a:ext cx="77" cy="57"/>
              </a:xfrm>
              <a:custGeom>
                <a:avLst/>
                <a:gdLst>
                  <a:gd name="T0" fmla="*/ 552 w 47"/>
                  <a:gd name="T1" fmla="*/ 233 h 33"/>
                  <a:gd name="T2" fmla="*/ 56 w 47"/>
                  <a:gd name="T3" fmla="*/ 356 h 33"/>
                  <a:gd name="T4" fmla="*/ 552 w 47"/>
                  <a:gd name="T5" fmla="*/ 19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3">
                    <a:moveTo>
                      <a:pt x="47" y="15"/>
                    </a:moveTo>
                    <a:cubicBezTo>
                      <a:pt x="42" y="0"/>
                      <a:pt x="0" y="6"/>
                      <a:pt x="5" y="23"/>
                    </a:cubicBezTo>
                    <a:cubicBezTo>
                      <a:pt x="7" y="33"/>
                      <a:pt x="42" y="19"/>
                      <a:pt x="47" y="13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4" name="Freeform 872">
                <a:extLst>
                  <a:ext uri="{FF2B5EF4-FFF2-40B4-BE49-F238E27FC236}">
                    <a16:creationId xmlns:a16="http://schemas.microsoft.com/office/drawing/2014/main" id="{27834CC5-DA4A-41E7-BE1C-D6A7DC31A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3728"/>
                <a:ext cx="67" cy="59"/>
              </a:xfrm>
              <a:custGeom>
                <a:avLst/>
                <a:gdLst>
                  <a:gd name="T0" fmla="*/ 441 w 41"/>
                  <a:gd name="T1" fmla="*/ 156 h 34"/>
                  <a:gd name="T2" fmla="*/ 77 w 41"/>
                  <a:gd name="T3" fmla="*/ 392 h 34"/>
                  <a:gd name="T4" fmla="*/ 291 w 41"/>
                  <a:gd name="T5" fmla="*/ 361 h 34"/>
                  <a:gd name="T6" fmla="*/ 420 w 41"/>
                  <a:gd name="T7" fmla="*/ 17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4">
                    <a:moveTo>
                      <a:pt x="38" y="10"/>
                    </a:moveTo>
                    <a:cubicBezTo>
                      <a:pt x="29" y="0"/>
                      <a:pt x="0" y="9"/>
                      <a:pt x="7" y="25"/>
                    </a:cubicBezTo>
                    <a:cubicBezTo>
                      <a:pt x="11" y="34"/>
                      <a:pt x="19" y="25"/>
                      <a:pt x="25" y="23"/>
                    </a:cubicBezTo>
                    <a:cubicBezTo>
                      <a:pt x="30" y="22"/>
                      <a:pt x="41" y="17"/>
                      <a:pt x="36" y="11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5" name="Freeform 873">
                <a:extLst>
                  <a:ext uri="{FF2B5EF4-FFF2-40B4-BE49-F238E27FC236}">
                    <a16:creationId xmlns:a16="http://schemas.microsoft.com/office/drawing/2014/main" id="{180870C7-EFB0-4335-965F-28BE37DBF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3756"/>
                <a:ext cx="60" cy="52"/>
              </a:xfrm>
              <a:custGeom>
                <a:avLst/>
                <a:gdLst>
                  <a:gd name="T0" fmla="*/ 34 w 37"/>
                  <a:gd name="T1" fmla="*/ 381 h 30"/>
                  <a:gd name="T2" fmla="*/ 110 w 37"/>
                  <a:gd name="T3" fmla="*/ 62 h 30"/>
                  <a:gd name="T4" fmla="*/ 344 w 37"/>
                  <a:gd name="T5" fmla="*/ 87 h 30"/>
                  <a:gd name="T6" fmla="*/ 199 w 37"/>
                  <a:gd name="T7" fmla="*/ 255 h 30"/>
                  <a:gd name="T8" fmla="*/ 55 w 37"/>
                  <a:gd name="T9" fmla="*/ 39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0">
                    <a:moveTo>
                      <a:pt x="3" y="24"/>
                    </a:moveTo>
                    <a:cubicBezTo>
                      <a:pt x="0" y="17"/>
                      <a:pt x="3" y="8"/>
                      <a:pt x="10" y="4"/>
                    </a:cubicBezTo>
                    <a:cubicBezTo>
                      <a:pt x="15" y="2"/>
                      <a:pt x="28" y="0"/>
                      <a:pt x="31" y="6"/>
                    </a:cubicBezTo>
                    <a:cubicBezTo>
                      <a:pt x="37" y="15"/>
                      <a:pt x="22" y="14"/>
                      <a:pt x="18" y="16"/>
                    </a:cubicBezTo>
                    <a:cubicBezTo>
                      <a:pt x="14" y="19"/>
                      <a:pt x="11" y="30"/>
                      <a:pt x="5" y="25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6" name="Freeform 874">
                <a:extLst>
                  <a:ext uri="{FF2B5EF4-FFF2-40B4-BE49-F238E27FC236}">
                    <a16:creationId xmlns:a16="http://schemas.microsoft.com/office/drawing/2014/main" id="{60C8E13F-1735-46BE-97E1-AA73ADA1A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3744"/>
                <a:ext cx="50" cy="47"/>
              </a:xfrm>
              <a:custGeom>
                <a:avLst/>
                <a:gdLst>
                  <a:gd name="T0" fmla="*/ 340 w 31"/>
                  <a:gd name="T1" fmla="*/ 336 h 27"/>
                  <a:gd name="T2" fmla="*/ 34 w 31"/>
                  <a:gd name="T3" fmla="*/ 237 h 27"/>
                  <a:gd name="T4" fmla="*/ 340 w 31"/>
                  <a:gd name="T5" fmla="*/ 28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7">
                    <a:moveTo>
                      <a:pt x="31" y="21"/>
                    </a:moveTo>
                    <a:cubicBezTo>
                      <a:pt x="31" y="5"/>
                      <a:pt x="0" y="0"/>
                      <a:pt x="3" y="15"/>
                    </a:cubicBezTo>
                    <a:cubicBezTo>
                      <a:pt x="5" y="26"/>
                      <a:pt x="26" y="27"/>
                      <a:pt x="31" y="18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7" name="Freeform 875">
                <a:extLst>
                  <a:ext uri="{FF2B5EF4-FFF2-40B4-BE49-F238E27FC236}">
                    <a16:creationId xmlns:a16="http://schemas.microsoft.com/office/drawing/2014/main" id="{9A329E62-59C5-4A83-86FD-EF2FEB5C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724"/>
                <a:ext cx="36" cy="37"/>
              </a:xfrm>
              <a:custGeom>
                <a:avLst/>
                <a:gdLst>
                  <a:gd name="T0" fmla="*/ 0 w 22"/>
                  <a:gd name="T1" fmla="*/ 137 h 21"/>
                  <a:gd name="T2" fmla="*/ 247 w 22"/>
                  <a:gd name="T3" fmla="*/ 137 h 21"/>
                  <a:gd name="T4" fmla="*/ 47 w 22"/>
                  <a:gd name="T5" fmla="*/ 1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1">
                    <a:moveTo>
                      <a:pt x="0" y="8"/>
                    </a:moveTo>
                    <a:cubicBezTo>
                      <a:pt x="4" y="15"/>
                      <a:pt x="22" y="21"/>
                      <a:pt x="21" y="8"/>
                    </a:cubicBezTo>
                    <a:cubicBezTo>
                      <a:pt x="20" y="0"/>
                      <a:pt x="6" y="0"/>
                      <a:pt x="4" y="7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8" name="Freeform 876">
                <a:extLst>
                  <a:ext uri="{FF2B5EF4-FFF2-40B4-BE49-F238E27FC236}">
                    <a16:creationId xmlns:a16="http://schemas.microsoft.com/office/drawing/2014/main" id="{B1E3AAA7-6A90-490D-9602-3C4F6DF6D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716"/>
                <a:ext cx="68" cy="48"/>
              </a:xfrm>
              <a:custGeom>
                <a:avLst/>
                <a:gdLst>
                  <a:gd name="T0" fmla="*/ 390 w 42"/>
                  <a:gd name="T1" fmla="*/ 106 h 28"/>
                  <a:gd name="T2" fmla="*/ 165 w 42"/>
                  <a:gd name="T3" fmla="*/ 387 h 28"/>
                  <a:gd name="T4" fmla="*/ 377 w 42"/>
                  <a:gd name="T5" fmla="*/ 14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35" y="7"/>
                    </a:moveTo>
                    <a:cubicBezTo>
                      <a:pt x="23" y="0"/>
                      <a:pt x="0" y="21"/>
                      <a:pt x="15" y="26"/>
                    </a:cubicBezTo>
                    <a:cubicBezTo>
                      <a:pt x="22" y="28"/>
                      <a:pt x="42" y="19"/>
                      <a:pt x="34" y="10"/>
                    </a:cubicBezTo>
                  </a:path>
                </a:pathLst>
              </a:custGeom>
              <a:solidFill>
                <a:srgbClr val="EA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9" name="Freeform 877">
                <a:extLst>
                  <a:ext uri="{FF2B5EF4-FFF2-40B4-BE49-F238E27FC236}">
                    <a16:creationId xmlns:a16="http://schemas.microsoft.com/office/drawing/2014/main" id="{ACA5028F-5501-4503-962D-9003B1F18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258"/>
                <a:ext cx="210" cy="210"/>
              </a:xfrm>
              <a:custGeom>
                <a:avLst/>
                <a:gdLst>
                  <a:gd name="T0" fmla="*/ 13 w 128"/>
                  <a:gd name="T1" fmla="*/ 1943 h 120"/>
                  <a:gd name="T2" fmla="*/ 702 w 128"/>
                  <a:gd name="T3" fmla="*/ 959 h 120"/>
                  <a:gd name="T4" fmla="*/ 1152 w 128"/>
                  <a:gd name="T5" fmla="*/ 413 h 120"/>
                  <a:gd name="T6" fmla="*/ 1524 w 128"/>
                  <a:gd name="T7" fmla="*/ 0 h 120"/>
                  <a:gd name="T8" fmla="*/ 1144 w 128"/>
                  <a:gd name="T9" fmla="*/ 572 h 120"/>
                  <a:gd name="T10" fmla="*/ 963 w 128"/>
                  <a:gd name="T11" fmla="*/ 891 h 120"/>
                  <a:gd name="T12" fmla="*/ 710 w 128"/>
                  <a:gd name="T13" fmla="*/ 1152 h 120"/>
                  <a:gd name="T14" fmla="*/ 558 w 128"/>
                  <a:gd name="T15" fmla="*/ 1416 h 120"/>
                  <a:gd name="T16" fmla="*/ 353 w 128"/>
                  <a:gd name="T17" fmla="*/ 1678 h 120"/>
                  <a:gd name="T18" fmla="*/ 0 w 128"/>
                  <a:gd name="T19" fmla="*/ 1972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120">
                    <a:moveTo>
                      <a:pt x="1" y="118"/>
                    </a:moveTo>
                    <a:cubicBezTo>
                      <a:pt x="28" y="106"/>
                      <a:pt x="41" y="80"/>
                      <a:pt x="59" y="58"/>
                    </a:cubicBezTo>
                    <a:cubicBezTo>
                      <a:pt x="70" y="45"/>
                      <a:pt x="86" y="38"/>
                      <a:pt x="97" y="25"/>
                    </a:cubicBezTo>
                    <a:cubicBezTo>
                      <a:pt x="106" y="14"/>
                      <a:pt x="116" y="8"/>
                      <a:pt x="128" y="0"/>
                    </a:cubicBezTo>
                    <a:cubicBezTo>
                      <a:pt x="115" y="9"/>
                      <a:pt x="105" y="22"/>
                      <a:pt x="96" y="35"/>
                    </a:cubicBezTo>
                    <a:cubicBezTo>
                      <a:pt x="91" y="42"/>
                      <a:pt x="87" y="48"/>
                      <a:pt x="81" y="54"/>
                    </a:cubicBezTo>
                    <a:cubicBezTo>
                      <a:pt x="74" y="60"/>
                      <a:pt x="67" y="64"/>
                      <a:pt x="60" y="70"/>
                    </a:cubicBezTo>
                    <a:cubicBezTo>
                      <a:pt x="55" y="75"/>
                      <a:pt x="51" y="81"/>
                      <a:pt x="47" y="86"/>
                    </a:cubicBezTo>
                    <a:cubicBezTo>
                      <a:pt x="42" y="93"/>
                      <a:pt x="36" y="97"/>
                      <a:pt x="30" y="102"/>
                    </a:cubicBezTo>
                    <a:cubicBezTo>
                      <a:pt x="20" y="111"/>
                      <a:pt x="12" y="114"/>
                      <a:pt x="0" y="120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0" name="Freeform 878">
                <a:extLst>
                  <a:ext uri="{FF2B5EF4-FFF2-40B4-BE49-F238E27FC236}">
                    <a16:creationId xmlns:a16="http://schemas.microsoft.com/office/drawing/2014/main" id="{19637CCD-DF67-4F01-B843-2D1ECD559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399"/>
                <a:ext cx="34" cy="48"/>
              </a:xfrm>
              <a:custGeom>
                <a:avLst/>
                <a:gdLst>
                  <a:gd name="T0" fmla="*/ 110 w 21"/>
                  <a:gd name="T1" fmla="*/ 476 h 27"/>
                  <a:gd name="T2" fmla="*/ 0 w 21"/>
                  <a:gd name="T3" fmla="*/ 0 h 27"/>
                  <a:gd name="T4" fmla="*/ 110 w 21"/>
                  <a:gd name="T5" fmla="*/ 47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7">
                    <a:moveTo>
                      <a:pt x="10" y="27"/>
                    </a:moveTo>
                    <a:cubicBezTo>
                      <a:pt x="10" y="15"/>
                      <a:pt x="3" y="10"/>
                      <a:pt x="0" y="0"/>
                    </a:cubicBezTo>
                    <a:cubicBezTo>
                      <a:pt x="4" y="4"/>
                      <a:pt x="21" y="22"/>
                      <a:pt x="10" y="27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1" name="Freeform 879">
                <a:extLst>
                  <a:ext uri="{FF2B5EF4-FFF2-40B4-BE49-F238E27FC236}">
                    <a16:creationId xmlns:a16="http://schemas.microsoft.com/office/drawing/2014/main" id="{36BAA0BF-3678-4F22-8141-5EACE0C17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3359"/>
                <a:ext cx="28" cy="37"/>
              </a:xfrm>
              <a:custGeom>
                <a:avLst/>
                <a:gdLst>
                  <a:gd name="T0" fmla="*/ 158 w 17"/>
                  <a:gd name="T1" fmla="*/ 358 h 21"/>
                  <a:gd name="T2" fmla="*/ 0 w 17"/>
                  <a:gd name="T3" fmla="*/ 0 h 21"/>
                  <a:gd name="T4" fmla="*/ 184 w 17"/>
                  <a:gd name="T5" fmla="*/ 35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13" y="21"/>
                    </a:moveTo>
                    <a:cubicBezTo>
                      <a:pt x="13" y="14"/>
                      <a:pt x="3" y="7"/>
                      <a:pt x="0" y="0"/>
                    </a:cubicBezTo>
                    <a:cubicBezTo>
                      <a:pt x="8" y="8"/>
                      <a:pt x="17" y="8"/>
                      <a:pt x="15" y="21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2" name="Freeform 880">
                <a:extLst>
                  <a:ext uri="{FF2B5EF4-FFF2-40B4-BE49-F238E27FC236}">
                    <a16:creationId xmlns:a16="http://schemas.microsoft.com/office/drawing/2014/main" id="{C670239E-C2DC-4633-B61E-987ADA15D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3302"/>
                <a:ext cx="22" cy="45"/>
              </a:xfrm>
              <a:custGeom>
                <a:avLst/>
                <a:gdLst>
                  <a:gd name="T0" fmla="*/ 69 w 13"/>
                  <a:gd name="T1" fmla="*/ 405 h 26"/>
                  <a:gd name="T2" fmla="*/ 14 w 13"/>
                  <a:gd name="T3" fmla="*/ 16 h 26"/>
                  <a:gd name="T4" fmla="*/ 14 w 13"/>
                  <a:gd name="T5" fmla="*/ 16 h 26"/>
                  <a:gd name="T6" fmla="*/ 140 w 13"/>
                  <a:gd name="T7" fmla="*/ 40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6">
                    <a:moveTo>
                      <a:pt x="5" y="26"/>
                    </a:moveTo>
                    <a:cubicBezTo>
                      <a:pt x="6" y="18"/>
                      <a:pt x="0" y="9"/>
                      <a:pt x="1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6" y="9"/>
                      <a:pt x="13" y="15"/>
                      <a:pt x="10" y="26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3" name="Freeform 881">
                <a:extLst>
                  <a:ext uri="{FF2B5EF4-FFF2-40B4-BE49-F238E27FC236}">
                    <a16:creationId xmlns:a16="http://schemas.microsoft.com/office/drawing/2014/main" id="{AC9E3C4D-D6B8-411A-8B43-9603C9C8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3268"/>
                <a:ext cx="14" cy="30"/>
              </a:xfrm>
              <a:custGeom>
                <a:avLst/>
                <a:gdLst>
                  <a:gd name="T0" fmla="*/ 86 w 8"/>
                  <a:gd name="T1" fmla="*/ 252 h 17"/>
                  <a:gd name="T2" fmla="*/ 37 w 8"/>
                  <a:gd name="T3" fmla="*/ 152 h 17"/>
                  <a:gd name="T4" fmla="*/ 0 w 8"/>
                  <a:gd name="T5" fmla="*/ 37 h 17"/>
                  <a:gd name="T6" fmla="*/ 102 w 8"/>
                  <a:gd name="T7" fmla="*/ 29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7">
                    <a:moveTo>
                      <a:pt x="5" y="15"/>
                    </a:moveTo>
                    <a:cubicBezTo>
                      <a:pt x="7" y="16"/>
                      <a:pt x="3" y="12"/>
                      <a:pt x="2" y="9"/>
                    </a:cubicBezTo>
                    <a:cubicBezTo>
                      <a:pt x="1" y="7"/>
                      <a:pt x="0" y="4"/>
                      <a:pt x="0" y="2"/>
                    </a:cubicBezTo>
                    <a:cubicBezTo>
                      <a:pt x="8" y="0"/>
                      <a:pt x="8" y="12"/>
                      <a:pt x="6" y="17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4" name="Freeform 882">
                <a:extLst>
                  <a:ext uri="{FF2B5EF4-FFF2-40B4-BE49-F238E27FC236}">
                    <a16:creationId xmlns:a16="http://schemas.microsoft.com/office/drawing/2014/main" id="{7F49C066-994D-4B6A-BF19-AD07F4C58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230"/>
                <a:ext cx="13" cy="21"/>
              </a:xfrm>
              <a:custGeom>
                <a:avLst/>
                <a:gdLst>
                  <a:gd name="T0" fmla="*/ 34 w 8"/>
                  <a:gd name="T1" fmla="*/ 37 h 12"/>
                  <a:gd name="T2" fmla="*/ 89 w 8"/>
                  <a:gd name="T3" fmla="*/ 200 h 12"/>
                  <a:gd name="T4" fmla="*/ 13 w 8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3" y="2"/>
                    </a:moveTo>
                    <a:cubicBezTo>
                      <a:pt x="0" y="2"/>
                      <a:pt x="6" y="10"/>
                      <a:pt x="8" y="12"/>
                    </a:cubicBezTo>
                    <a:cubicBezTo>
                      <a:pt x="6" y="8"/>
                      <a:pt x="4" y="3"/>
                      <a:pt x="1" y="0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5" name="Freeform 883">
                <a:extLst>
                  <a:ext uri="{FF2B5EF4-FFF2-40B4-BE49-F238E27FC236}">
                    <a16:creationId xmlns:a16="http://schemas.microsoft.com/office/drawing/2014/main" id="{537D7D4B-5082-459D-865B-F60EAF81F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206"/>
                <a:ext cx="18" cy="22"/>
              </a:xfrm>
              <a:custGeom>
                <a:avLst/>
                <a:gdLst>
                  <a:gd name="T0" fmla="*/ 34 w 11"/>
                  <a:gd name="T1" fmla="*/ 0 h 13"/>
                  <a:gd name="T2" fmla="*/ 126 w 11"/>
                  <a:gd name="T3" fmla="*/ 181 h 13"/>
                  <a:gd name="T4" fmla="*/ 47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0" y="0"/>
                      <a:pt x="8" y="10"/>
                      <a:pt x="11" y="13"/>
                    </a:cubicBezTo>
                    <a:cubicBezTo>
                      <a:pt x="11" y="9"/>
                      <a:pt x="7" y="3"/>
                      <a:pt x="4" y="0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6" name="Freeform 884">
                <a:extLst>
                  <a:ext uri="{FF2B5EF4-FFF2-40B4-BE49-F238E27FC236}">
                    <a16:creationId xmlns:a16="http://schemas.microsoft.com/office/drawing/2014/main" id="{A12BC75C-1D2A-4634-A1BF-7FC0C4C8A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165"/>
                <a:ext cx="11" cy="21"/>
              </a:xfrm>
              <a:custGeom>
                <a:avLst/>
                <a:gdLst>
                  <a:gd name="T0" fmla="*/ 0 w 7"/>
                  <a:gd name="T1" fmla="*/ 21 h 12"/>
                  <a:gd name="T2" fmla="*/ 66 w 7"/>
                  <a:gd name="T3" fmla="*/ 200 h 12"/>
                  <a:gd name="T4" fmla="*/ 20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1"/>
                    </a:moveTo>
                    <a:cubicBezTo>
                      <a:pt x="2" y="5"/>
                      <a:pt x="4" y="9"/>
                      <a:pt x="7" y="12"/>
                    </a:cubicBezTo>
                    <a:cubicBezTo>
                      <a:pt x="7" y="8"/>
                      <a:pt x="5" y="3"/>
                      <a:pt x="2" y="0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7" name="Freeform 885">
                <a:extLst>
                  <a:ext uri="{FF2B5EF4-FFF2-40B4-BE49-F238E27FC236}">
                    <a16:creationId xmlns:a16="http://schemas.microsoft.com/office/drawing/2014/main" id="{1B71C9E4-AEB4-4439-834C-796A9A2A3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3141"/>
                <a:ext cx="12" cy="17"/>
              </a:xfrm>
              <a:custGeom>
                <a:avLst/>
                <a:gdLst>
                  <a:gd name="T0" fmla="*/ 26 w 7"/>
                  <a:gd name="T1" fmla="*/ 44 h 10"/>
                  <a:gd name="T2" fmla="*/ 0 w 7"/>
                  <a:gd name="T3" fmla="*/ 15 h 10"/>
                  <a:gd name="T4" fmla="*/ 106 w 7"/>
                  <a:gd name="T5" fmla="*/ 141 h 10"/>
                  <a:gd name="T6" fmla="*/ 26 w 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2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5"/>
                      <a:pt x="4" y="9"/>
                      <a:pt x="7" y="10"/>
                    </a:cubicBezTo>
                    <a:cubicBezTo>
                      <a:pt x="7" y="6"/>
                      <a:pt x="4" y="3"/>
                      <a:pt x="2" y="0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8" name="Freeform 886">
                <a:extLst>
                  <a:ext uri="{FF2B5EF4-FFF2-40B4-BE49-F238E27FC236}">
                    <a16:creationId xmlns:a16="http://schemas.microsoft.com/office/drawing/2014/main" id="{DA4B4B9A-2D3A-4ECA-A794-68A9D638F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3234"/>
                <a:ext cx="268" cy="185"/>
              </a:xfrm>
              <a:custGeom>
                <a:avLst/>
                <a:gdLst>
                  <a:gd name="T0" fmla="*/ 1856 w 164"/>
                  <a:gd name="T1" fmla="*/ 1606 h 106"/>
                  <a:gd name="T2" fmla="*/ 1327 w 164"/>
                  <a:gd name="T3" fmla="*/ 1504 h 106"/>
                  <a:gd name="T4" fmla="*/ 876 w 164"/>
                  <a:gd name="T5" fmla="*/ 1021 h 106"/>
                  <a:gd name="T6" fmla="*/ 371 w 164"/>
                  <a:gd name="T7" fmla="*/ 548 h 106"/>
                  <a:gd name="T8" fmla="*/ 0 w 164"/>
                  <a:gd name="T9" fmla="*/ 0 h 106"/>
                  <a:gd name="T10" fmla="*/ 497 w 164"/>
                  <a:gd name="T11" fmla="*/ 784 h 106"/>
                  <a:gd name="T12" fmla="*/ 956 w 164"/>
                  <a:gd name="T13" fmla="*/ 1197 h 106"/>
                  <a:gd name="T14" fmla="*/ 1397 w 164"/>
                  <a:gd name="T15" fmla="*/ 1569 h 106"/>
                  <a:gd name="T16" fmla="*/ 1912 w 164"/>
                  <a:gd name="T17" fmla="*/ 1606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4" h="106">
                    <a:moveTo>
                      <a:pt x="159" y="99"/>
                    </a:moveTo>
                    <a:cubicBezTo>
                      <a:pt x="145" y="98"/>
                      <a:pt x="129" y="100"/>
                      <a:pt x="114" y="93"/>
                    </a:cubicBezTo>
                    <a:cubicBezTo>
                      <a:pt x="98" y="86"/>
                      <a:pt x="88" y="75"/>
                      <a:pt x="75" y="63"/>
                    </a:cubicBezTo>
                    <a:cubicBezTo>
                      <a:pt x="63" y="52"/>
                      <a:pt x="46" y="44"/>
                      <a:pt x="32" y="34"/>
                    </a:cubicBezTo>
                    <a:cubicBezTo>
                      <a:pt x="19" y="25"/>
                      <a:pt x="10" y="11"/>
                      <a:pt x="0" y="0"/>
                    </a:cubicBezTo>
                    <a:cubicBezTo>
                      <a:pt x="15" y="16"/>
                      <a:pt x="25" y="35"/>
                      <a:pt x="43" y="48"/>
                    </a:cubicBezTo>
                    <a:cubicBezTo>
                      <a:pt x="56" y="57"/>
                      <a:pt x="70" y="63"/>
                      <a:pt x="82" y="74"/>
                    </a:cubicBezTo>
                    <a:cubicBezTo>
                      <a:pt x="93" y="84"/>
                      <a:pt x="105" y="94"/>
                      <a:pt x="120" y="97"/>
                    </a:cubicBezTo>
                    <a:cubicBezTo>
                      <a:pt x="131" y="101"/>
                      <a:pt x="153" y="106"/>
                      <a:pt x="164" y="99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9" name="Freeform 887">
                <a:extLst>
                  <a:ext uri="{FF2B5EF4-FFF2-40B4-BE49-F238E27FC236}">
                    <a16:creationId xmlns:a16="http://schemas.microsoft.com/office/drawing/2014/main" id="{A0038F3B-532E-4139-841C-1933F4210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370"/>
                <a:ext cx="11" cy="36"/>
              </a:xfrm>
              <a:custGeom>
                <a:avLst/>
                <a:gdLst>
                  <a:gd name="T0" fmla="*/ 66 w 7"/>
                  <a:gd name="T1" fmla="*/ 312 h 21"/>
                  <a:gd name="T2" fmla="*/ 66 w 7"/>
                  <a:gd name="T3" fmla="*/ 0 h 21"/>
                  <a:gd name="T4" fmla="*/ 20 w 7"/>
                  <a:gd name="T5" fmla="*/ 291 h 21"/>
                  <a:gd name="T6" fmla="*/ 55 w 7"/>
                  <a:gd name="T7" fmla="*/ 31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7" y="21"/>
                    </a:moveTo>
                    <a:cubicBezTo>
                      <a:pt x="4" y="14"/>
                      <a:pt x="5" y="7"/>
                      <a:pt x="7" y="0"/>
                    </a:cubicBezTo>
                    <a:cubicBezTo>
                      <a:pt x="0" y="5"/>
                      <a:pt x="6" y="14"/>
                      <a:pt x="2" y="20"/>
                    </a:cubicBezTo>
                    <a:cubicBezTo>
                      <a:pt x="3" y="21"/>
                      <a:pt x="5" y="21"/>
                      <a:pt x="6" y="21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0" name="Freeform 888">
                <a:extLst>
                  <a:ext uri="{FF2B5EF4-FFF2-40B4-BE49-F238E27FC236}">
                    <a16:creationId xmlns:a16="http://schemas.microsoft.com/office/drawing/2014/main" id="{6C73AFB3-F701-4D50-9B8D-77B6819A3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335"/>
                <a:ext cx="25" cy="64"/>
              </a:xfrm>
              <a:custGeom>
                <a:avLst/>
                <a:gdLst>
                  <a:gd name="T0" fmla="*/ 195 w 15"/>
                  <a:gd name="T1" fmla="*/ 574 h 37"/>
                  <a:gd name="T2" fmla="*/ 172 w 15"/>
                  <a:gd name="T3" fmla="*/ 0 h 37"/>
                  <a:gd name="T4" fmla="*/ 175 w 15"/>
                  <a:gd name="T5" fmla="*/ 54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7">
                    <a:moveTo>
                      <a:pt x="15" y="37"/>
                    </a:moveTo>
                    <a:cubicBezTo>
                      <a:pt x="7" y="23"/>
                      <a:pt x="14" y="14"/>
                      <a:pt x="13" y="0"/>
                    </a:cubicBezTo>
                    <a:cubicBezTo>
                      <a:pt x="10" y="7"/>
                      <a:pt x="0" y="32"/>
                      <a:pt x="14" y="35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1" name="Freeform 889">
                <a:extLst>
                  <a:ext uri="{FF2B5EF4-FFF2-40B4-BE49-F238E27FC236}">
                    <a16:creationId xmlns:a16="http://schemas.microsoft.com/office/drawing/2014/main" id="{551F9FDE-37F1-4281-8E60-F58FB3E17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3291"/>
                <a:ext cx="19" cy="60"/>
              </a:xfrm>
              <a:custGeom>
                <a:avLst/>
                <a:gdLst>
                  <a:gd name="T0" fmla="*/ 82 w 12"/>
                  <a:gd name="T1" fmla="*/ 582 h 34"/>
                  <a:gd name="T2" fmla="*/ 120 w 12"/>
                  <a:gd name="T3" fmla="*/ 0 h 34"/>
                  <a:gd name="T4" fmla="*/ 0 w 12"/>
                  <a:gd name="T5" fmla="*/ 468 h 34"/>
                  <a:gd name="T6" fmla="*/ 21 w 12"/>
                  <a:gd name="T7" fmla="*/ 517 h 34"/>
                  <a:gd name="T8" fmla="*/ 40 w 12"/>
                  <a:gd name="T9" fmla="*/ 53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4">
                    <a:moveTo>
                      <a:pt x="8" y="34"/>
                    </a:moveTo>
                    <a:cubicBezTo>
                      <a:pt x="0" y="25"/>
                      <a:pt x="10" y="10"/>
                      <a:pt x="12" y="0"/>
                    </a:cubicBezTo>
                    <a:cubicBezTo>
                      <a:pt x="4" y="7"/>
                      <a:pt x="6" y="19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3" y="30"/>
                      <a:pt x="4" y="31"/>
                      <a:pt x="4" y="31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2" name="Freeform 890">
                <a:extLst>
                  <a:ext uri="{FF2B5EF4-FFF2-40B4-BE49-F238E27FC236}">
                    <a16:creationId xmlns:a16="http://schemas.microsoft.com/office/drawing/2014/main" id="{4CEDC03E-03A6-4086-9C2E-C31DE42F2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3258"/>
                <a:ext cx="20" cy="51"/>
              </a:xfrm>
              <a:custGeom>
                <a:avLst/>
                <a:gdLst>
                  <a:gd name="T0" fmla="*/ 153 w 12"/>
                  <a:gd name="T1" fmla="*/ 489 h 29"/>
                  <a:gd name="T2" fmla="*/ 103 w 12"/>
                  <a:gd name="T3" fmla="*/ 0 h 29"/>
                  <a:gd name="T4" fmla="*/ 117 w 12"/>
                  <a:gd name="T5" fmla="*/ 41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9">
                    <a:moveTo>
                      <a:pt x="12" y="29"/>
                    </a:moveTo>
                    <a:cubicBezTo>
                      <a:pt x="4" y="21"/>
                      <a:pt x="8" y="9"/>
                      <a:pt x="8" y="0"/>
                    </a:cubicBezTo>
                    <a:cubicBezTo>
                      <a:pt x="4" y="6"/>
                      <a:pt x="0" y="20"/>
                      <a:pt x="9" y="25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3" name="Freeform 891">
                <a:extLst>
                  <a:ext uri="{FF2B5EF4-FFF2-40B4-BE49-F238E27FC236}">
                    <a16:creationId xmlns:a16="http://schemas.microsoft.com/office/drawing/2014/main" id="{754C2922-5780-4B86-AD7E-C844552F4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207"/>
                <a:ext cx="12" cy="44"/>
              </a:xfrm>
              <a:custGeom>
                <a:avLst/>
                <a:gdLst>
                  <a:gd name="T0" fmla="*/ 106 w 7"/>
                  <a:gd name="T1" fmla="*/ 421 h 25"/>
                  <a:gd name="T2" fmla="*/ 86 w 7"/>
                  <a:gd name="T3" fmla="*/ 0 h 25"/>
                  <a:gd name="T4" fmla="*/ 106 w 7"/>
                  <a:gd name="T5" fmla="*/ 38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5">
                    <a:moveTo>
                      <a:pt x="7" y="25"/>
                    </a:moveTo>
                    <a:cubicBezTo>
                      <a:pt x="5" y="17"/>
                      <a:pt x="5" y="9"/>
                      <a:pt x="6" y="0"/>
                    </a:cubicBezTo>
                    <a:cubicBezTo>
                      <a:pt x="2" y="7"/>
                      <a:pt x="0" y="19"/>
                      <a:pt x="7" y="23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4" name="Freeform 892">
                <a:extLst>
                  <a:ext uri="{FF2B5EF4-FFF2-40B4-BE49-F238E27FC236}">
                    <a16:creationId xmlns:a16="http://schemas.microsoft.com/office/drawing/2014/main" id="{3B766293-6DFE-4AD1-A348-3BB6FB8E8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148"/>
                <a:ext cx="13" cy="47"/>
              </a:xfrm>
              <a:custGeom>
                <a:avLst/>
                <a:gdLst>
                  <a:gd name="T0" fmla="*/ 76 w 8"/>
                  <a:gd name="T1" fmla="*/ 433 h 27"/>
                  <a:gd name="T2" fmla="*/ 76 w 8"/>
                  <a:gd name="T3" fmla="*/ 0 h 27"/>
                  <a:gd name="T4" fmla="*/ 76 w 8"/>
                  <a:gd name="T5" fmla="*/ 38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7" y="27"/>
                    </a:moveTo>
                    <a:cubicBezTo>
                      <a:pt x="4" y="19"/>
                      <a:pt x="8" y="9"/>
                      <a:pt x="7" y="0"/>
                    </a:cubicBezTo>
                    <a:cubicBezTo>
                      <a:pt x="0" y="8"/>
                      <a:pt x="6" y="15"/>
                      <a:pt x="7" y="24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5" name="Freeform 893">
                <a:extLst>
                  <a:ext uri="{FF2B5EF4-FFF2-40B4-BE49-F238E27FC236}">
                    <a16:creationId xmlns:a16="http://schemas.microsoft.com/office/drawing/2014/main" id="{3EEB2698-45B8-41C3-995B-EC5FFE090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3101"/>
                <a:ext cx="12" cy="49"/>
              </a:xfrm>
              <a:custGeom>
                <a:avLst/>
                <a:gdLst>
                  <a:gd name="T0" fmla="*/ 106 w 7"/>
                  <a:gd name="T1" fmla="*/ 462 h 28"/>
                  <a:gd name="T2" fmla="*/ 106 w 7"/>
                  <a:gd name="T3" fmla="*/ 0 h 28"/>
                  <a:gd name="T4" fmla="*/ 106 w 7"/>
                  <a:gd name="T5" fmla="*/ 44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8">
                    <a:moveTo>
                      <a:pt x="7" y="28"/>
                    </a:moveTo>
                    <a:cubicBezTo>
                      <a:pt x="7" y="19"/>
                      <a:pt x="7" y="9"/>
                      <a:pt x="7" y="0"/>
                    </a:cubicBezTo>
                    <a:cubicBezTo>
                      <a:pt x="0" y="8"/>
                      <a:pt x="5" y="18"/>
                      <a:pt x="7" y="27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6" name="Freeform 894">
                <a:extLst>
                  <a:ext uri="{FF2B5EF4-FFF2-40B4-BE49-F238E27FC236}">
                    <a16:creationId xmlns:a16="http://schemas.microsoft.com/office/drawing/2014/main" id="{340DF483-A0AF-4091-A65B-A6DF73928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3045"/>
                <a:ext cx="13" cy="47"/>
              </a:xfrm>
              <a:custGeom>
                <a:avLst/>
                <a:gdLst>
                  <a:gd name="T0" fmla="*/ 0 w 8"/>
                  <a:gd name="T1" fmla="*/ 0 h 27"/>
                  <a:gd name="T2" fmla="*/ 34 w 8"/>
                  <a:gd name="T3" fmla="*/ 433 h 27"/>
                  <a:gd name="T4" fmla="*/ 13 w 8"/>
                  <a:gd name="T5" fmla="*/ 2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0" y="9"/>
                      <a:pt x="3" y="18"/>
                      <a:pt x="3" y="27"/>
                    </a:cubicBezTo>
                    <a:cubicBezTo>
                      <a:pt x="8" y="17"/>
                      <a:pt x="6" y="10"/>
                      <a:pt x="1" y="2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7" name="Freeform 895">
                <a:extLst>
                  <a:ext uri="{FF2B5EF4-FFF2-40B4-BE49-F238E27FC236}">
                    <a16:creationId xmlns:a16="http://schemas.microsoft.com/office/drawing/2014/main" id="{0E523C34-676C-41ED-A511-12B363CC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3050"/>
                <a:ext cx="12" cy="47"/>
              </a:xfrm>
              <a:custGeom>
                <a:avLst/>
                <a:gdLst>
                  <a:gd name="T0" fmla="*/ 15 w 7"/>
                  <a:gd name="T1" fmla="*/ 0 h 27"/>
                  <a:gd name="T2" fmla="*/ 26 w 7"/>
                  <a:gd name="T3" fmla="*/ 433 h 27"/>
                  <a:gd name="T4" fmla="*/ 0 w 7"/>
                  <a:gd name="T5" fmla="*/ 1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7">
                    <a:moveTo>
                      <a:pt x="1" y="0"/>
                    </a:moveTo>
                    <a:cubicBezTo>
                      <a:pt x="1" y="9"/>
                      <a:pt x="2" y="18"/>
                      <a:pt x="2" y="27"/>
                    </a:cubicBezTo>
                    <a:cubicBezTo>
                      <a:pt x="7" y="18"/>
                      <a:pt x="3" y="9"/>
                      <a:pt x="0" y="1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8" name="Freeform 896">
                <a:extLst>
                  <a:ext uri="{FF2B5EF4-FFF2-40B4-BE49-F238E27FC236}">
                    <a16:creationId xmlns:a16="http://schemas.microsoft.com/office/drawing/2014/main" id="{0FFFFCEE-DCAE-4F4B-9747-62E1A3737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052"/>
                <a:ext cx="11" cy="51"/>
              </a:xfrm>
              <a:custGeom>
                <a:avLst/>
                <a:gdLst>
                  <a:gd name="T0" fmla="*/ 49 w 7"/>
                  <a:gd name="T1" fmla="*/ 37 h 29"/>
                  <a:gd name="T2" fmla="*/ 66 w 7"/>
                  <a:gd name="T3" fmla="*/ 489 h 29"/>
                  <a:gd name="T4" fmla="*/ 35 w 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9">
                    <a:moveTo>
                      <a:pt x="5" y="2"/>
                    </a:moveTo>
                    <a:cubicBezTo>
                      <a:pt x="5" y="11"/>
                      <a:pt x="7" y="20"/>
                      <a:pt x="7" y="29"/>
                    </a:cubicBezTo>
                    <a:cubicBezTo>
                      <a:pt x="0" y="21"/>
                      <a:pt x="0" y="8"/>
                      <a:pt x="4" y="0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9" name="Freeform 897">
                <a:extLst>
                  <a:ext uri="{FF2B5EF4-FFF2-40B4-BE49-F238E27FC236}">
                    <a16:creationId xmlns:a16="http://schemas.microsoft.com/office/drawing/2014/main" id="{9809FD0E-DCC4-4703-AAAD-F9FBED70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3057"/>
                <a:ext cx="11" cy="46"/>
              </a:xfrm>
              <a:custGeom>
                <a:avLst/>
                <a:gdLst>
                  <a:gd name="T0" fmla="*/ 66 w 7"/>
                  <a:gd name="T1" fmla="*/ 50 h 26"/>
                  <a:gd name="T2" fmla="*/ 66 w 7"/>
                  <a:gd name="T3" fmla="*/ 448 h 26"/>
                  <a:gd name="T4" fmla="*/ 55 w 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7" y="3"/>
                    </a:moveTo>
                    <a:cubicBezTo>
                      <a:pt x="5" y="9"/>
                      <a:pt x="7" y="19"/>
                      <a:pt x="7" y="26"/>
                    </a:cubicBezTo>
                    <a:cubicBezTo>
                      <a:pt x="1" y="20"/>
                      <a:pt x="0" y="5"/>
                      <a:pt x="6" y="0"/>
                    </a:cubicBezTo>
                  </a:path>
                </a:pathLst>
              </a:custGeom>
              <a:solidFill>
                <a:srgbClr val="CE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0" name="Freeform 898">
                <a:extLst>
                  <a:ext uri="{FF2B5EF4-FFF2-40B4-BE49-F238E27FC236}">
                    <a16:creationId xmlns:a16="http://schemas.microsoft.com/office/drawing/2014/main" id="{AF2FFCB8-7032-4F92-B6C8-9F73F24AF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959"/>
                <a:ext cx="207" cy="210"/>
              </a:xfrm>
              <a:custGeom>
                <a:avLst/>
                <a:gdLst>
                  <a:gd name="T0" fmla="*/ 0 w 126"/>
                  <a:gd name="T1" fmla="*/ 1972 h 120"/>
                  <a:gd name="T2" fmla="*/ 488 w 126"/>
                  <a:gd name="T3" fmla="*/ 1748 h 120"/>
                  <a:gd name="T4" fmla="*/ 744 w 126"/>
                  <a:gd name="T5" fmla="*/ 1229 h 120"/>
                  <a:gd name="T6" fmla="*/ 1137 w 126"/>
                  <a:gd name="T7" fmla="*/ 698 h 120"/>
                  <a:gd name="T8" fmla="*/ 1508 w 126"/>
                  <a:gd name="T9" fmla="*/ 0 h 120"/>
                  <a:gd name="T10" fmla="*/ 1063 w 126"/>
                  <a:gd name="T11" fmla="*/ 742 h 120"/>
                  <a:gd name="T12" fmla="*/ 647 w 126"/>
                  <a:gd name="T13" fmla="*/ 1335 h 120"/>
                  <a:gd name="T14" fmla="*/ 1007 w 126"/>
                  <a:gd name="T15" fmla="*/ 658 h 120"/>
                  <a:gd name="T16" fmla="*/ 1290 w 126"/>
                  <a:gd name="T17" fmla="*/ 151 h 120"/>
                  <a:gd name="T18" fmla="*/ 1112 w 126"/>
                  <a:gd name="T19" fmla="*/ 499 h 120"/>
                  <a:gd name="T20" fmla="*/ 826 w 126"/>
                  <a:gd name="T21" fmla="*/ 828 h 120"/>
                  <a:gd name="T22" fmla="*/ 621 w 126"/>
                  <a:gd name="T23" fmla="*/ 1136 h 120"/>
                  <a:gd name="T24" fmla="*/ 442 w 126"/>
                  <a:gd name="T25" fmla="*/ 1314 h 120"/>
                  <a:gd name="T26" fmla="*/ 705 w 126"/>
                  <a:gd name="T27" fmla="*/ 837 h 120"/>
                  <a:gd name="T28" fmla="*/ 953 w 126"/>
                  <a:gd name="T29" fmla="*/ 478 h 120"/>
                  <a:gd name="T30" fmla="*/ 297 w 126"/>
                  <a:gd name="T31" fmla="*/ 959 h 120"/>
                  <a:gd name="T32" fmla="*/ 524 w 126"/>
                  <a:gd name="T33" fmla="*/ 788 h 120"/>
                  <a:gd name="T34" fmla="*/ 705 w 126"/>
                  <a:gd name="T35" fmla="*/ 613 h 120"/>
                  <a:gd name="T36" fmla="*/ 110 w 126"/>
                  <a:gd name="T37" fmla="*/ 828 h 120"/>
                  <a:gd name="T38" fmla="*/ 146 w 126"/>
                  <a:gd name="T39" fmla="*/ 959 h 120"/>
                  <a:gd name="T40" fmla="*/ 95 w 126"/>
                  <a:gd name="T41" fmla="*/ 1099 h 120"/>
                  <a:gd name="T42" fmla="*/ 146 w 126"/>
                  <a:gd name="T43" fmla="*/ 1400 h 120"/>
                  <a:gd name="T44" fmla="*/ 71 w 126"/>
                  <a:gd name="T45" fmla="*/ 1687 h 120"/>
                  <a:gd name="T46" fmla="*/ 0 w 126"/>
                  <a:gd name="T47" fmla="*/ 1972 h 1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26" h="120">
                    <a:moveTo>
                      <a:pt x="0" y="120"/>
                    </a:moveTo>
                    <a:cubicBezTo>
                      <a:pt x="14" y="116"/>
                      <a:pt x="29" y="113"/>
                      <a:pt x="41" y="106"/>
                    </a:cubicBezTo>
                    <a:cubicBezTo>
                      <a:pt x="52" y="99"/>
                      <a:pt x="55" y="85"/>
                      <a:pt x="62" y="75"/>
                    </a:cubicBezTo>
                    <a:cubicBezTo>
                      <a:pt x="72" y="63"/>
                      <a:pt x="84" y="53"/>
                      <a:pt x="95" y="42"/>
                    </a:cubicBezTo>
                    <a:cubicBezTo>
                      <a:pt x="107" y="28"/>
                      <a:pt x="118" y="16"/>
                      <a:pt x="126" y="0"/>
                    </a:cubicBezTo>
                    <a:cubicBezTo>
                      <a:pt x="120" y="18"/>
                      <a:pt x="103" y="34"/>
                      <a:pt x="89" y="45"/>
                    </a:cubicBezTo>
                    <a:cubicBezTo>
                      <a:pt x="75" y="56"/>
                      <a:pt x="64" y="66"/>
                      <a:pt x="54" y="81"/>
                    </a:cubicBezTo>
                    <a:cubicBezTo>
                      <a:pt x="63" y="67"/>
                      <a:pt x="73" y="53"/>
                      <a:pt x="84" y="40"/>
                    </a:cubicBezTo>
                    <a:cubicBezTo>
                      <a:pt x="93" y="30"/>
                      <a:pt x="100" y="19"/>
                      <a:pt x="108" y="9"/>
                    </a:cubicBezTo>
                    <a:cubicBezTo>
                      <a:pt x="103" y="15"/>
                      <a:pt x="98" y="24"/>
                      <a:pt x="93" y="30"/>
                    </a:cubicBezTo>
                    <a:cubicBezTo>
                      <a:pt x="86" y="38"/>
                      <a:pt x="76" y="42"/>
                      <a:pt x="69" y="50"/>
                    </a:cubicBezTo>
                    <a:cubicBezTo>
                      <a:pt x="63" y="56"/>
                      <a:pt x="58" y="63"/>
                      <a:pt x="52" y="69"/>
                    </a:cubicBezTo>
                    <a:cubicBezTo>
                      <a:pt x="48" y="73"/>
                      <a:pt x="42" y="76"/>
                      <a:pt x="37" y="80"/>
                    </a:cubicBezTo>
                    <a:cubicBezTo>
                      <a:pt x="45" y="72"/>
                      <a:pt x="51" y="60"/>
                      <a:pt x="59" y="51"/>
                    </a:cubicBezTo>
                    <a:cubicBezTo>
                      <a:pt x="66" y="44"/>
                      <a:pt x="73" y="35"/>
                      <a:pt x="80" y="29"/>
                    </a:cubicBezTo>
                    <a:cubicBezTo>
                      <a:pt x="62" y="42"/>
                      <a:pt x="50" y="59"/>
                      <a:pt x="25" y="58"/>
                    </a:cubicBezTo>
                    <a:cubicBezTo>
                      <a:pt x="27" y="53"/>
                      <a:pt x="39" y="50"/>
                      <a:pt x="44" y="48"/>
                    </a:cubicBezTo>
                    <a:cubicBezTo>
                      <a:pt x="49" y="45"/>
                      <a:pt x="55" y="41"/>
                      <a:pt x="59" y="37"/>
                    </a:cubicBezTo>
                    <a:cubicBezTo>
                      <a:pt x="43" y="45"/>
                      <a:pt x="27" y="49"/>
                      <a:pt x="9" y="50"/>
                    </a:cubicBezTo>
                    <a:cubicBezTo>
                      <a:pt x="9" y="54"/>
                      <a:pt x="12" y="55"/>
                      <a:pt x="12" y="58"/>
                    </a:cubicBezTo>
                    <a:cubicBezTo>
                      <a:pt x="12" y="62"/>
                      <a:pt x="9" y="63"/>
                      <a:pt x="8" y="67"/>
                    </a:cubicBezTo>
                    <a:cubicBezTo>
                      <a:pt x="8" y="72"/>
                      <a:pt x="13" y="78"/>
                      <a:pt x="12" y="85"/>
                    </a:cubicBezTo>
                    <a:cubicBezTo>
                      <a:pt x="12" y="92"/>
                      <a:pt x="9" y="97"/>
                      <a:pt x="6" y="103"/>
                    </a:cubicBezTo>
                    <a:cubicBezTo>
                      <a:pt x="4" y="108"/>
                      <a:pt x="3" y="115"/>
                      <a:pt x="0" y="120"/>
                    </a:cubicBezTo>
                  </a:path>
                </a:pathLst>
              </a:custGeom>
              <a:solidFill>
                <a:srgbClr val="CC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1" name="Freeform 899">
                <a:extLst>
                  <a:ext uri="{FF2B5EF4-FFF2-40B4-BE49-F238E27FC236}">
                    <a16:creationId xmlns:a16="http://schemas.microsoft.com/office/drawing/2014/main" id="{4D9D140B-2EA0-4B69-9D6C-2B814321A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3001"/>
                <a:ext cx="211" cy="177"/>
              </a:xfrm>
              <a:custGeom>
                <a:avLst/>
                <a:gdLst>
                  <a:gd name="T0" fmla="*/ 1348 w 129"/>
                  <a:gd name="T1" fmla="*/ 629 h 101"/>
                  <a:gd name="T2" fmla="*/ 1452 w 129"/>
                  <a:gd name="T3" fmla="*/ 1188 h 101"/>
                  <a:gd name="T4" fmla="*/ 1495 w 129"/>
                  <a:gd name="T5" fmla="*/ 1668 h 101"/>
                  <a:gd name="T6" fmla="*/ 695 w 129"/>
                  <a:gd name="T7" fmla="*/ 1318 h 101"/>
                  <a:gd name="T8" fmla="*/ 329 w 129"/>
                  <a:gd name="T9" fmla="*/ 878 h 101"/>
                  <a:gd name="T10" fmla="*/ 0 w 129"/>
                  <a:gd name="T11" fmla="*/ 249 h 101"/>
                  <a:gd name="T12" fmla="*/ 846 w 129"/>
                  <a:gd name="T13" fmla="*/ 1274 h 101"/>
                  <a:gd name="T14" fmla="*/ 572 w 129"/>
                  <a:gd name="T15" fmla="*/ 1029 h 101"/>
                  <a:gd name="T16" fmla="*/ 386 w 129"/>
                  <a:gd name="T17" fmla="*/ 629 h 101"/>
                  <a:gd name="T18" fmla="*/ 656 w 129"/>
                  <a:gd name="T19" fmla="*/ 1011 h 101"/>
                  <a:gd name="T20" fmla="*/ 867 w 129"/>
                  <a:gd name="T21" fmla="*/ 1143 h 101"/>
                  <a:gd name="T22" fmla="*/ 496 w 129"/>
                  <a:gd name="T23" fmla="*/ 641 h 101"/>
                  <a:gd name="T24" fmla="*/ 77 w 129"/>
                  <a:gd name="T25" fmla="*/ 0 h 101"/>
                  <a:gd name="T26" fmla="*/ 481 w 129"/>
                  <a:gd name="T27" fmla="*/ 577 h 101"/>
                  <a:gd name="T28" fmla="*/ 811 w 129"/>
                  <a:gd name="T29" fmla="*/ 903 h 101"/>
                  <a:gd name="T30" fmla="*/ 497 w 129"/>
                  <a:gd name="T31" fmla="*/ 501 h 101"/>
                  <a:gd name="T32" fmla="*/ 281 w 129"/>
                  <a:gd name="T33" fmla="*/ 135 h 101"/>
                  <a:gd name="T34" fmla="*/ 702 w 129"/>
                  <a:gd name="T35" fmla="*/ 613 h 101"/>
                  <a:gd name="T36" fmla="*/ 425 w 129"/>
                  <a:gd name="T37" fmla="*/ 200 h 101"/>
                  <a:gd name="T38" fmla="*/ 914 w 129"/>
                  <a:gd name="T39" fmla="*/ 550 h 101"/>
                  <a:gd name="T40" fmla="*/ 1384 w 129"/>
                  <a:gd name="T41" fmla="*/ 641 h 10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9" h="101">
                    <a:moveTo>
                      <a:pt x="115" y="38"/>
                    </a:moveTo>
                    <a:cubicBezTo>
                      <a:pt x="115" y="52"/>
                      <a:pt x="118" y="60"/>
                      <a:pt x="124" y="72"/>
                    </a:cubicBezTo>
                    <a:cubicBezTo>
                      <a:pt x="128" y="82"/>
                      <a:pt x="129" y="90"/>
                      <a:pt x="128" y="101"/>
                    </a:cubicBezTo>
                    <a:cubicBezTo>
                      <a:pt x="103" y="100"/>
                      <a:pt x="81" y="90"/>
                      <a:pt x="59" y="80"/>
                    </a:cubicBezTo>
                    <a:cubicBezTo>
                      <a:pt x="46" y="74"/>
                      <a:pt x="36" y="65"/>
                      <a:pt x="28" y="53"/>
                    </a:cubicBezTo>
                    <a:cubicBezTo>
                      <a:pt x="19" y="41"/>
                      <a:pt x="12" y="25"/>
                      <a:pt x="0" y="15"/>
                    </a:cubicBezTo>
                    <a:cubicBezTo>
                      <a:pt x="30" y="30"/>
                      <a:pt x="35" y="75"/>
                      <a:pt x="72" y="77"/>
                    </a:cubicBezTo>
                    <a:cubicBezTo>
                      <a:pt x="65" y="77"/>
                      <a:pt x="53" y="67"/>
                      <a:pt x="49" y="62"/>
                    </a:cubicBezTo>
                    <a:cubicBezTo>
                      <a:pt x="43" y="55"/>
                      <a:pt x="38" y="46"/>
                      <a:pt x="33" y="38"/>
                    </a:cubicBezTo>
                    <a:cubicBezTo>
                      <a:pt x="41" y="44"/>
                      <a:pt x="47" y="55"/>
                      <a:pt x="56" y="61"/>
                    </a:cubicBezTo>
                    <a:cubicBezTo>
                      <a:pt x="61" y="65"/>
                      <a:pt x="68" y="67"/>
                      <a:pt x="74" y="69"/>
                    </a:cubicBezTo>
                    <a:cubicBezTo>
                      <a:pt x="61" y="65"/>
                      <a:pt x="50" y="49"/>
                      <a:pt x="42" y="39"/>
                    </a:cubicBezTo>
                    <a:cubicBezTo>
                      <a:pt x="31" y="27"/>
                      <a:pt x="14" y="15"/>
                      <a:pt x="7" y="0"/>
                    </a:cubicBezTo>
                    <a:cubicBezTo>
                      <a:pt x="20" y="6"/>
                      <a:pt x="32" y="23"/>
                      <a:pt x="41" y="35"/>
                    </a:cubicBezTo>
                    <a:cubicBezTo>
                      <a:pt x="48" y="44"/>
                      <a:pt x="59" y="49"/>
                      <a:pt x="69" y="55"/>
                    </a:cubicBezTo>
                    <a:cubicBezTo>
                      <a:pt x="58" y="52"/>
                      <a:pt x="50" y="38"/>
                      <a:pt x="43" y="30"/>
                    </a:cubicBezTo>
                    <a:cubicBezTo>
                      <a:pt x="37" y="22"/>
                      <a:pt x="30" y="15"/>
                      <a:pt x="24" y="8"/>
                    </a:cubicBezTo>
                    <a:cubicBezTo>
                      <a:pt x="36" y="16"/>
                      <a:pt x="46" y="30"/>
                      <a:pt x="60" y="37"/>
                    </a:cubicBezTo>
                    <a:cubicBezTo>
                      <a:pt x="52" y="33"/>
                      <a:pt x="38" y="20"/>
                      <a:pt x="36" y="12"/>
                    </a:cubicBezTo>
                    <a:cubicBezTo>
                      <a:pt x="48" y="22"/>
                      <a:pt x="63" y="29"/>
                      <a:pt x="78" y="33"/>
                    </a:cubicBezTo>
                    <a:cubicBezTo>
                      <a:pt x="91" y="36"/>
                      <a:pt x="105" y="34"/>
                      <a:pt x="118" y="39"/>
                    </a:cubicBezTo>
                  </a:path>
                </a:pathLst>
              </a:custGeom>
              <a:solidFill>
                <a:srgbClr val="F0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2" name="Freeform 900">
                <a:extLst>
                  <a:ext uri="{FF2B5EF4-FFF2-40B4-BE49-F238E27FC236}">
                    <a16:creationId xmlns:a16="http://schemas.microsoft.com/office/drawing/2014/main" id="{2162CB35-50C7-4A2E-A81B-08EF70DB1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171"/>
                <a:ext cx="342" cy="462"/>
              </a:xfrm>
              <a:custGeom>
                <a:avLst/>
                <a:gdLst>
                  <a:gd name="T0" fmla="*/ 404 w 209"/>
                  <a:gd name="T1" fmla="*/ 1128 h 265"/>
                  <a:gd name="T2" fmla="*/ 1082 w 209"/>
                  <a:gd name="T3" fmla="*/ 307 h 265"/>
                  <a:gd name="T4" fmla="*/ 1514 w 209"/>
                  <a:gd name="T5" fmla="*/ 286 h 265"/>
                  <a:gd name="T6" fmla="*/ 1586 w 209"/>
                  <a:gd name="T7" fmla="*/ 629 h 265"/>
                  <a:gd name="T8" fmla="*/ 1805 w 209"/>
                  <a:gd name="T9" fmla="*/ 842 h 265"/>
                  <a:gd name="T10" fmla="*/ 2080 w 209"/>
                  <a:gd name="T11" fmla="*/ 1452 h 265"/>
                  <a:gd name="T12" fmla="*/ 2322 w 209"/>
                  <a:gd name="T13" fmla="*/ 1975 h 265"/>
                  <a:gd name="T14" fmla="*/ 1985 w 209"/>
                  <a:gd name="T15" fmla="*/ 2735 h 265"/>
                  <a:gd name="T16" fmla="*/ 1792 w 209"/>
                  <a:gd name="T17" fmla="*/ 3095 h 265"/>
                  <a:gd name="T18" fmla="*/ 1069 w 209"/>
                  <a:gd name="T19" fmla="*/ 3529 h 265"/>
                  <a:gd name="T20" fmla="*/ 622 w 209"/>
                  <a:gd name="T21" fmla="*/ 3687 h 265"/>
                  <a:gd name="T22" fmla="*/ 247 w 209"/>
                  <a:gd name="T23" fmla="*/ 4203 h 265"/>
                  <a:gd name="T24" fmla="*/ 21 w 209"/>
                  <a:gd name="T25" fmla="*/ 3577 h 265"/>
                  <a:gd name="T26" fmla="*/ 126 w 209"/>
                  <a:gd name="T27" fmla="*/ 2857 h 265"/>
                  <a:gd name="T28" fmla="*/ 236 w 209"/>
                  <a:gd name="T29" fmla="*/ 2209 h 265"/>
                  <a:gd name="T30" fmla="*/ 281 w 209"/>
                  <a:gd name="T31" fmla="*/ 1803 h 265"/>
                  <a:gd name="T32" fmla="*/ 386 w 209"/>
                  <a:gd name="T33" fmla="*/ 1496 h 2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9" h="265">
                    <a:moveTo>
                      <a:pt x="34" y="70"/>
                    </a:moveTo>
                    <a:cubicBezTo>
                      <a:pt x="50" y="51"/>
                      <a:pt x="73" y="35"/>
                      <a:pt x="92" y="19"/>
                    </a:cubicBezTo>
                    <a:cubicBezTo>
                      <a:pt x="104" y="9"/>
                      <a:pt x="121" y="0"/>
                      <a:pt x="129" y="18"/>
                    </a:cubicBezTo>
                    <a:cubicBezTo>
                      <a:pt x="132" y="25"/>
                      <a:pt x="130" y="33"/>
                      <a:pt x="135" y="39"/>
                    </a:cubicBezTo>
                    <a:cubicBezTo>
                      <a:pt x="139" y="45"/>
                      <a:pt x="147" y="48"/>
                      <a:pt x="154" y="52"/>
                    </a:cubicBezTo>
                    <a:cubicBezTo>
                      <a:pt x="171" y="63"/>
                      <a:pt x="171" y="73"/>
                      <a:pt x="177" y="90"/>
                    </a:cubicBezTo>
                    <a:cubicBezTo>
                      <a:pt x="182" y="103"/>
                      <a:pt x="193" y="111"/>
                      <a:pt x="198" y="123"/>
                    </a:cubicBezTo>
                    <a:cubicBezTo>
                      <a:pt x="209" y="149"/>
                      <a:pt x="184" y="156"/>
                      <a:pt x="169" y="170"/>
                    </a:cubicBezTo>
                    <a:cubicBezTo>
                      <a:pt x="162" y="176"/>
                      <a:pt x="155" y="183"/>
                      <a:pt x="153" y="192"/>
                    </a:cubicBezTo>
                    <a:cubicBezTo>
                      <a:pt x="123" y="185"/>
                      <a:pt x="101" y="184"/>
                      <a:pt x="91" y="219"/>
                    </a:cubicBezTo>
                    <a:cubicBezTo>
                      <a:pt x="75" y="220"/>
                      <a:pt x="65" y="219"/>
                      <a:pt x="53" y="229"/>
                    </a:cubicBezTo>
                    <a:cubicBezTo>
                      <a:pt x="43" y="236"/>
                      <a:pt x="34" y="265"/>
                      <a:pt x="21" y="261"/>
                    </a:cubicBezTo>
                    <a:cubicBezTo>
                      <a:pt x="10" y="257"/>
                      <a:pt x="3" y="232"/>
                      <a:pt x="2" y="222"/>
                    </a:cubicBezTo>
                    <a:cubicBezTo>
                      <a:pt x="0" y="206"/>
                      <a:pt x="5" y="191"/>
                      <a:pt x="11" y="177"/>
                    </a:cubicBezTo>
                    <a:cubicBezTo>
                      <a:pt x="17" y="163"/>
                      <a:pt x="18" y="152"/>
                      <a:pt x="20" y="137"/>
                    </a:cubicBezTo>
                    <a:cubicBezTo>
                      <a:pt x="21" y="129"/>
                      <a:pt x="21" y="121"/>
                      <a:pt x="24" y="112"/>
                    </a:cubicBezTo>
                    <a:cubicBezTo>
                      <a:pt x="27" y="105"/>
                      <a:pt x="31" y="100"/>
                      <a:pt x="33" y="93"/>
                    </a:cubicBezTo>
                  </a:path>
                </a:pathLst>
              </a:custGeom>
              <a:solidFill>
                <a:srgbClr val="D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3" name="Freeform 901">
                <a:extLst>
                  <a:ext uri="{FF2B5EF4-FFF2-40B4-BE49-F238E27FC236}">
                    <a16:creationId xmlns:a16="http://schemas.microsoft.com/office/drawing/2014/main" id="{10FDF282-BC10-4D8B-8078-16FCFA0D0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097"/>
                <a:ext cx="205" cy="274"/>
              </a:xfrm>
              <a:custGeom>
                <a:avLst/>
                <a:gdLst>
                  <a:gd name="T0" fmla="*/ 1041 w 125"/>
                  <a:gd name="T1" fmla="*/ 2068 h 157"/>
                  <a:gd name="T2" fmla="*/ 1020 w 125"/>
                  <a:gd name="T3" fmla="*/ 956 h 157"/>
                  <a:gd name="T4" fmla="*/ 1186 w 125"/>
                  <a:gd name="T5" fmla="*/ 421 h 157"/>
                  <a:gd name="T6" fmla="*/ 1483 w 125"/>
                  <a:gd name="T7" fmla="*/ 91 h 157"/>
                  <a:gd name="T8" fmla="*/ 407 w 125"/>
                  <a:gd name="T9" fmla="*/ 743 h 157"/>
                  <a:gd name="T10" fmla="*/ 116 w 125"/>
                  <a:gd name="T11" fmla="*/ 1541 h 157"/>
                  <a:gd name="T12" fmla="*/ 772 w 125"/>
                  <a:gd name="T13" fmla="*/ 2412 h 1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57">
                    <a:moveTo>
                      <a:pt x="88" y="128"/>
                    </a:moveTo>
                    <a:cubicBezTo>
                      <a:pt x="90" y="105"/>
                      <a:pt x="82" y="82"/>
                      <a:pt x="86" y="59"/>
                    </a:cubicBezTo>
                    <a:cubicBezTo>
                      <a:pt x="88" y="47"/>
                      <a:pt x="92" y="34"/>
                      <a:pt x="100" y="26"/>
                    </a:cubicBezTo>
                    <a:cubicBezTo>
                      <a:pt x="107" y="18"/>
                      <a:pt x="123" y="17"/>
                      <a:pt x="125" y="6"/>
                    </a:cubicBezTo>
                    <a:cubicBezTo>
                      <a:pt x="100" y="0"/>
                      <a:pt x="54" y="34"/>
                      <a:pt x="34" y="46"/>
                    </a:cubicBezTo>
                    <a:cubicBezTo>
                      <a:pt x="15" y="58"/>
                      <a:pt x="0" y="71"/>
                      <a:pt x="10" y="95"/>
                    </a:cubicBezTo>
                    <a:cubicBezTo>
                      <a:pt x="18" y="112"/>
                      <a:pt x="43" y="157"/>
                      <a:pt x="65" y="149"/>
                    </a:cubicBezTo>
                  </a:path>
                </a:pathLst>
              </a:custGeom>
              <a:solidFill>
                <a:srgbClr val="D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4" name="Freeform 902">
                <a:extLst>
                  <a:ext uri="{FF2B5EF4-FFF2-40B4-BE49-F238E27FC236}">
                    <a16:creationId xmlns:a16="http://schemas.microsoft.com/office/drawing/2014/main" id="{562CD2E7-2001-4D80-9FF3-1A37F0C02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382"/>
                <a:ext cx="150" cy="129"/>
              </a:xfrm>
              <a:custGeom>
                <a:avLst/>
                <a:gdLst>
                  <a:gd name="T0" fmla="*/ 551 w 92"/>
                  <a:gd name="T1" fmla="*/ 0 h 74"/>
                  <a:gd name="T2" fmla="*/ 840 w 92"/>
                  <a:gd name="T3" fmla="*/ 547 h 74"/>
                  <a:gd name="T4" fmla="*/ 1061 w 92"/>
                  <a:gd name="T5" fmla="*/ 884 h 74"/>
                  <a:gd name="T6" fmla="*/ 290 w 92"/>
                  <a:gd name="T7" fmla="*/ 884 h 74"/>
                  <a:gd name="T8" fmla="*/ 47 w 92"/>
                  <a:gd name="T9" fmla="*/ 842 h 74"/>
                  <a:gd name="T10" fmla="*/ 311 w 92"/>
                  <a:gd name="T11" fmla="*/ 6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4">
                    <a:moveTo>
                      <a:pt x="48" y="0"/>
                    </a:moveTo>
                    <a:cubicBezTo>
                      <a:pt x="58" y="11"/>
                      <a:pt x="63" y="24"/>
                      <a:pt x="73" y="34"/>
                    </a:cubicBezTo>
                    <a:cubicBezTo>
                      <a:pt x="82" y="42"/>
                      <a:pt x="91" y="42"/>
                      <a:pt x="92" y="55"/>
                    </a:cubicBezTo>
                    <a:cubicBezTo>
                      <a:pt x="64" y="46"/>
                      <a:pt x="48" y="34"/>
                      <a:pt x="25" y="55"/>
                    </a:cubicBezTo>
                    <a:cubicBezTo>
                      <a:pt x="14" y="64"/>
                      <a:pt x="8" y="74"/>
                      <a:pt x="4" y="52"/>
                    </a:cubicBezTo>
                    <a:cubicBezTo>
                      <a:pt x="0" y="32"/>
                      <a:pt x="16" y="18"/>
                      <a:pt x="27" y="4"/>
                    </a:cubicBezTo>
                  </a:path>
                </a:pathLst>
              </a:custGeom>
              <a:solidFill>
                <a:srgbClr val="D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5" name="Freeform 903">
                <a:extLst>
                  <a:ext uri="{FF2B5EF4-FFF2-40B4-BE49-F238E27FC236}">
                    <a16:creationId xmlns:a16="http://schemas.microsoft.com/office/drawing/2014/main" id="{A3846E43-30DF-405A-B2DD-36DC8574E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3186"/>
                <a:ext cx="468" cy="482"/>
              </a:xfrm>
              <a:custGeom>
                <a:avLst/>
                <a:gdLst>
                  <a:gd name="T0" fmla="*/ 2967 w 286"/>
                  <a:gd name="T1" fmla="*/ 0 h 276"/>
                  <a:gd name="T2" fmla="*/ 2243 w 286"/>
                  <a:gd name="T3" fmla="*/ 678 h 276"/>
                  <a:gd name="T4" fmla="*/ 1620 w 286"/>
                  <a:gd name="T5" fmla="*/ 1348 h 276"/>
                  <a:gd name="T6" fmla="*/ 799 w 286"/>
                  <a:gd name="T7" fmla="*/ 2592 h 276"/>
                  <a:gd name="T8" fmla="*/ 151 w 286"/>
                  <a:gd name="T9" fmla="*/ 3376 h 276"/>
                  <a:gd name="T10" fmla="*/ 889 w 286"/>
                  <a:gd name="T11" fmla="*/ 4420 h 276"/>
                  <a:gd name="T12" fmla="*/ 1342 w 286"/>
                  <a:gd name="T13" fmla="*/ 4090 h 276"/>
                  <a:gd name="T14" fmla="*/ 1826 w 286"/>
                  <a:gd name="T15" fmla="*/ 3674 h 276"/>
                  <a:gd name="T16" fmla="*/ 2309 w 286"/>
                  <a:gd name="T17" fmla="*/ 3154 h 276"/>
                  <a:gd name="T18" fmla="*/ 2713 w 286"/>
                  <a:gd name="T19" fmla="*/ 2653 h 276"/>
                  <a:gd name="T20" fmla="*/ 3202 w 286"/>
                  <a:gd name="T21" fmla="*/ 2455 h 276"/>
                  <a:gd name="T22" fmla="*/ 3085 w 286"/>
                  <a:gd name="T23" fmla="*/ 1769 h 276"/>
                  <a:gd name="T24" fmla="*/ 3111 w 286"/>
                  <a:gd name="T25" fmla="*/ 744 h 276"/>
                  <a:gd name="T26" fmla="*/ 3017 w 286"/>
                  <a:gd name="T27" fmla="*/ 28 h 27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6" h="276">
                    <a:moveTo>
                      <a:pt x="253" y="0"/>
                    </a:moveTo>
                    <a:cubicBezTo>
                      <a:pt x="232" y="7"/>
                      <a:pt x="205" y="24"/>
                      <a:pt x="191" y="42"/>
                    </a:cubicBezTo>
                    <a:cubicBezTo>
                      <a:pt x="174" y="62"/>
                      <a:pt x="160" y="69"/>
                      <a:pt x="138" y="83"/>
                    </a:cubicBezTo>
                    <a:cubicBezTo>
                      <a:pt x="106" y="104"/>
                      <a:pt x="96" y="139"/>
                      <a:pt x="68" y="160"/>
                    </a:cubicBezTo>
                    <a:cubicBezTo>
                      <a:pt x="45" y="177"/>
                      <a:pt x="0" y="172"/>
                      <a:pt x="13" y="208"/>
                    </a:cubicBezTo>
                    <a:cubicBezTo>
                      <a:pt x="21" y="230"/>
                      <a:pt x="53" y="267"/>
                      <a:pt x="76" y="272"/>
                    </a:cubicBezTo>
                    <a:cubicBezTo>
                      <a:pt x="93" y="276"/>
                      <a:pt x="99" y="259"/>
                      <a:pt x="114" y="252"/>
                    </a:cubicBezTo>
                    <a:cubicBezTo>
                      <a:pt x="131" y="243"/>
                      <a:pt x="141" y="239"/>
                      <a:pt x="156" y="226"/>
                    </a:cubicBezTo>
                    <a:cubicBezTo>
                      <a:pt x="169" y="214"/>
                      <a:pt x="182" y="204"/>
                      <a:pt x="197" y="194"/>
                    </a:cubicBezTo>
                    <a:cubicBezTo>
                      <a:pt x="209" y="185"/>
                      <a:pt x="219" y="171"/>
                      <a:pt x="231" y="163"/>
                    </a:cubicBezTo>
                    <a:cubicBezTo>
                      <a:pt x="245" y="155"/>
                      <a:pt x="262" y="164"/>
                      <a:pt x="273" y="151"/>
                    </a:cubicBezTo>
                    <a:cubicBezTo>
                      <a:pt x="286" y="136"/>
                      <a:pt x="271" y="123"/>
                      <a:pt x="263" y="109"/>
                    </a:cubicBezTo>
                    <a:cubicBezTo>
                      <a:pt x="248" y="84"/>
                      <a:pt x="263" y="71"/>
                      <a:pt x="265" y="46"/>
                    </a:cubicBezTo>
                    <a:cubicBezTo>
                      <a:pt x="266" y="34"/>
                      <a:pt x="261" y="11"/>
                      <a:pt x="257" y="2"/>
                    </a:cubicBezTo>
                  </a:path>
                </a:pathLst>
              </a:custGeom>
              <a:solidFill>
                <a:srgbClr val="D3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6" name="Freeform 904">
                <a:extLst>
                  <a:ext uri="{FF2B5EF4-FFF2-40B4-BE49-F238E27FC236}">
                    <a16:creationId xmlns:a16="http://schemas.microsoft.com/office/drawing/2014/main" id="{FB9CCD03-BC43-43E7-AA36-F3372A0C1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267"/>
                <a:ext cx="301" cy="339"/>
              </a:xfrm>
              <a:custGeom>
                <a:avLst/>
                <a:gdLst>
                  <a:gd name="T0" fmla="*/ 2133 w 184"/>
                  <a:gd name="T1" fmla="*/ 0 h 194"/>
                  <a:gd name="T2" fmla="*/ 1489 w 184"/>
                  <a:gd name="T3" fmla="*/ 699 h 194"/>
                  <a:gd name="T4" fmla="*/ 993 w 184"/>
                  <a:gd name="T5" fmla="*/ 1585 h 194"/>
                  <a:gd name="T6" fmla="*/ 308 w 184"/>
                  <a:gd name="T7" fmla="*/ 2120 h 194"/>
                  <a:gd name="T8" fmla="*/ 47 w 184"/>
                  <a:gd name="T9" fmla="*/ 2349 h 194"/>
                  <a:gd name="T10" fmla="*/ 151 w 184"/>
                  <a:gd name="T11" fmla="*/ 2770 h 194"/>
                  <a:gd name="T12" fmla="*/ 386 w 184"/>
                  <a:gd name="T13" fmla="*/ 3158 h 194"/>
                  <a:gd name="T14" fmla="*/ 481 w 184"/>
                  <a:gd name="T15" fmla="*/ 2397 h 194"/>
                  <a:gd name="T16" fmla="*/ 901 w 184"/>
                  <a:gd name="T17" fmla="*/ 2183 h 194"/>
                  <a:gd name="T18" fmla="*/ 1183 w 184"/>
                  <a:gd name="T19" fmla="*/ 1744 h 194"/>
                  <a:gd name="T20" fmla="*/ 1489 w 184"/>
                  <a:gd name="T21" fmla="*/ 1307 h 194"/>
                  <a:gd name="T22" fmla="*/ 1721 w 184"/>
                  <a:gd name="T23" fmla="*/ 785 h 194"/>
                  <a:gd name="T24" fmla="*/ 2154 w 184"/>
                  <a:gd name="T25" fmla="*/ 28 h 1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4" h="194">
                    <a:moveTo>
                      <a:pt x="182" y="0"/>
                    </a:moveTo>
                    <a:cubicBezTo>
                      <a:pt x="179" y="21"/>
                      <a:pt x="142" y="34"/>
                      <a:pt x="127" y="43"/>
                    </a:cubicBezTo>
                    <a:cubicBezTo>
                      <a:pt x="107" y="56"/>
                      <a:pt x="102" y="82"/>
                      <a:pt x="85" y="97"/>
                    </a:cubicBezTo>
                    <a:cubicBezTo>
                      <a:pt x="70" y="111"/>
                      <a:pt x="45" y="122"/>
                      <a:pt x="26" y="130"/>
                    </a:cubicBezTo>
                    <a:cubicBezTo>
                      <a:pt x="19" y="134"/>
                      <a:pt x="8" y="135"/>
                      <a:pt x="4" y="144"/>
                    </a:cubicBezTo>
                    <a:cubicBezTo>
                      <a:pt x="0" y="155"/>
                      <a:pt x="9" y="162"/>
                      <a:pt x="13" y="170"/>
                    </a:cubicBezTo>
                    <a:cubicBezTo>
                      <a:pt x="19" y="180"/>
                      <a:pt x="24" y="186"/>
                      <a:pt x="33" y="194"/>
                    </a:cubicBezTo>
                    <a:cubicBezTo>
                      <a:pt x="18" y="178"/>
                      <a:pt x="20" y="157"/>
                      <a:pt x="41" y="147"/>
                    </a:cubicBezTo>
                    <a:cubicBezTo>
                      <a:pt x="53" y="141"/>
                      <a:pt x="66" y="141"/>
                      <a:pt x="77" y="134"/>
                    </a:cubicBezTo>
                    <a:cubicBezTo>
                      <a:pt x="90" y="126"/>
                      <a:pt x="94" y="120"/>
                      <a:pt x="101" y="107"/>
                    </a:cubicBezTo>
                    <a:cubicBezTo>
                      <a:pt x="109" y="95"/>
                      <a:pt x="117" y="89"/>
                      <a:pt x="127" y="80"/>
                    </a:cubicBezTo>
                    <a:cubicBezTo>
                      <a:pt x="137" y="71"/>
                      <a:pt x="140" y="59"/>
                      <a:pt x="147" y="48"/>
                    </a:cubicBezTo>
                    <a:cubicBezTo>
                      <a:pt x="157" y="31"/>
                      <a:pt x="173" y="18"/>
                      <a:pt x="184" y="2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7" name="Freeform 905">
                <a:extLst>
                  <a:ext uri="{FF2B5EF4-FFF2-40B4-BE49-F238E27FC236}">
                    <a16:creationId xmlns:a16="http://schemas.microsoft.com/office/drawing/2014/main" id="{A37B6D1E-4A0D-427E-97CA-4FE6B641E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099"/>
                <a:ext cx="514" cy="171"/>
              </a:xfrm>
              <a:custGeom>
                <a:avLst/>
                <a:gdLst>
                  <a:gd name="T0" fmla="*/ 0 w 314"/>
                  <a:gd name="T1" fmla="*/ 670 h 98"/>
                  <a:gd name="T2" fmla="*/ 889 w 314"/>
                  <a:gd name="T3" fmla="*/ 113 h 98"/>
                  <a:gd name="T4" fmla="*/ 2085 w 314"/>
                  <a:gd name="T5" fmla="*/ 159 h 98"/>
                  <a:gd name="T6" fmla="*/ 2919 w 314"/>
                  <a:gd name="T7" fmla="*/ 600 h 98"/>
                  <a:gd name="T8" fmla="*/ 3690 w 314"/>
                  <a:gd name="T9" fmla="*/ 1583 h 98"/>
                  <a:gd name="T10" fmla="*/ 2735 w 314"/>
                  <a:gd name="T11" fmla="*/ 743 h 98"/>
                  <a:gd name="T12" fmla="*/ 1868 w 314"/>
                  <a:gd name="T13" fmla="*/ 307 h 98"/>
                  <a:gd name="T14" fmla="*/ 846 w 314"/>
                  <a:gd name="T15" fmla="*/ 344 h 98"/>
                  <a:gd name="T16" fmla="*/ 110 w 314"/>
                  <a:gd name="T17" fmla="*/ 612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4" h="98">
                    <a:moveTo>
                      <a:pt x="0" y="41"/>
                    </a:moveTo>
                    <a:cubicBezTo>
                      <a:pt x="27" y="32"/>
                      <a:pt x="48" y="13"/>
                      <a:pt x="76" y="7"/>
                    </a:cubicBezTo>
                    <a:cubicBezTo>
                      <a:pt x="108" y="0"/>
                      <a:pt x="147" y="0"/>
                      <a:pt x="177" y="10"/>
                    </a:cubicBezTo>
                    <a:cubicBezTo>
                      <a:pt x="200" y="17"/>
                      <a:pt x="229" y="24"/>
                      <a:pt x="248" y="37"/>
                    </a:cubicBezTo>
                    <a:cubicBezTo>
                      <a:pt x="273" y="53"/>
                      <a:pt x="290" y="86"/>
                      <a:pt x="314" y="98"/>
                    </a:cubicBezTo>
                    <a:cubicBezTo>
                      <a:pt x="283" y="93"/>
                      <a:pt x="257" y="64"/>
                      <a:pt x="233" y="46"/>
                    </a:cubicBezTo>
                    <a:cubicBezTo>
                      <a:pt x="209" y="28"/>
                      <a:pt x="188" y="19"/>
                      <a:pt x="159" y="19"/>
                    </a:cubicBezTo>
                    <a:cubicBezTo>
                      <a:pt x="130" y="19"/>
                      <a:pt x="101" y="19"/>
                      <a:pt x="72" y="21"/>
                    </a:cubicBezTo>
                    <a:cubicBezTo>
                      <a:pt x="49" y="24"/>
                      <a:pt x="30" y="37"/>
                      <a:pt x="9" y="38"/>
                    </a:cubicBezTo>
                  </a:path>
                </a:pathLst>
              </a:custGeom>
              <a:solidFill>
                <a:srgbClr val="C7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8" name="Freeform 906">
                <a:extLst>
                  <a:ext uri="{FF2B5EF4-FFF2-40B4-BE49-F238E27FC236}">
                    <a16:creationId xmlns:a16="http://schemas.microsoft.com/office/drawing/2014/main" id="{B7305673-B5E1-40BA-B23C-9F83B11B5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3314"/>
                <a:ext cx="87" cy="106"/>
              </a:xfrm>
              <a:custGeom>
                <a:avLst/>
                <a:gdLst>
                  <a:gd name="T0" fmla="*/ 0 w 53"/>
                  <a:gd name="T1" fmla="*/ 966 h 61"/>
                  <a:gd name="T2" fmla="*/ 131 w 53"/>
                  <a:gd name="T3" fmla="*/ 712 h 61"/>
                  <a:gd name="T4" fmla="*/ 282 w 53"/>
                  <a:gd name="T5" fmla="*/ 455 h 61"/>
                  <a:gd name="T6" fmla="*/ 634 w 53"/>
                  <a:gd name="T7" fmla="*/ 0 h 61"/>
                  <a:gd name="T8" fmla="*/ 517 w 53"/>
                  <a:gd name="T9" fmla="*/ 257 h 61"/>
                  <a:gd name="T10" fmla="*/ 337 w 53"/>
                  <a:gd name="T11" fmla="*/ 511 h 61"/>
                  <a:gd name="T12" fmla="*/ 21 w 53"/>
                  <a:gd name="T13" fmla="*/ 938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61">
                    <a:moveTo>
                      <a:pt x="0" y="61"/>
                    </a:moveTo>
                    <a:cubicBezTo>
                      <a:pt x="2" y="56"/>
                      <a:pt x="8" y="50"/>
                      <a:pt x="11" y="45"/>
                    </a:cubicBezTo>
                    <a:cubicBezTo>
                      <a:pt x="15" y="39"/>
                      <a:pt x="19" y="34"/>
                      <a:pt x="24" y="29"/>
                    </a:cubicBezTo>
                    <a:cubicBezTo>
                      <a:pt x="34" y="20"/>
                      <a:pt x="46" y="11"/>
                      <a:pt x="53" y="0"/>
                    </a:cubicBezTo>
                    <a:cubicBezTo>
                      <a:pt x="50" y="6"/>
                      <a:pt x="47" y="11"/>
                      <a:pt x="43" y="16"/>
                    </a:cubicBezTo>
                    <a:cubicBezTo>
                      <a:pt x="38" y="21"/>
                      <a:pt x="32" y="26"/>
                      <a:pt x="28" y="32"/>
                    </a:cubicBezTo>
                    <a:cubicBezTo>
                      <a:pt x="19" y="41"/>
                      <a:pt x="13" y="52"/>
                      <a:pt x="2" y="59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9" name="Freeform 907">
                <a:extLst>
                  <a:ext uri="{FF2B5EF4-FFF2-40B4-BE49-F238E27FC236}">
                    <a16:creationId xmlns:a16="http://schemas.microsoft.com/office/drawing/2014/main" id="{A23005A5-5E7C-444B-8070-7EFF9321E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3242"/>
                <a:ext cx="41" cy="46"/>
              </a:xfrm>
              <a:custGeom>
                <a:avLst/>
                <a:gdLst>
                  <a:gd name="T0" fmla="*/ 21 w 25"/>
                  <a:gd name="T1" fmla="*/ 448 h 26"/>
                  <a:gd name="T2" fmla="*/ 295 w 25"/>
                  <a:gd name="T3" fmla="*/ 0 h 26"/>
                  <a:gd name="T4" fmla="*/ 49 w 25"/>
                  <a:gd name="T5" fmla="*/ 43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2" y="26"/>
                    </a:moveTo>
                    <a:cubicBezTo>
                      <a:pt x="0" y="15"/>
                      <a:pt x="18" y="4"/>
                      <a:pt x="25" y="0"/>
                    </a:cubicBezTo>
                    <a:cubicBezTo>
                      <a:pt x="18" y="8"/>
                      <a:pt x="9" y="16"/>
                      <a:pt x="4" y="25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0" name="Freeform 908">
                <a:extLst>
                  <a:ext uri="{FF2B5EF4-FFF2-40B4-BE49-F238E27FC236}">
                    <a16:creationId xmlns:a16="http://schemas.microsoft.com/office/drawing/2014/main" id="{C33221E7-96CF-44CB-9A0B-1933168B2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289"/>
                <a:ext cx="37" cy="55"/>
              </a:xfrm>
              <a:custGeom>
                <a:avLst/>
                <a:gdLst>
                  <a:gd name="T0" fmla="*/ 0 w 23"/>
                  <a:gd name="T1" fmla="*/ 548 h 31"/>
                  <a:gd name="T2" fmla="*/ 251 w 23"/>
                  <a:gd name="T3" fmla="*/ 0 h 31"/>
                  <a:gd name="T4" fmla="*/ 156 w 23"/>
                  <a:gd name="T5" fmla="*/ 268 h 31"/>
                  <a:gd name="T6" fmla="*/ 13 w 23"/>
                  <a:gd name="T7" fmla="*/ 49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1">
                    <a:moveTo>
                      <a:pt x="0" y="31"/>
                    </a:moveTo>
                    <a:cubicBezTo>
                      <a:pt x="4" y="20"/>
                      <a:pt x="11" y="5"/>
                      <a:pt x="23" y="0"/>
                    </a:cubicBezTo>
                    <a:cubicBezTo>
                      <a:pt x="19" y="3"/>
                      <a:pt x="17" y="10"/>
                      <a:pt x="14" y="15"/>
                    </a:cubicBezTo>
                    <a:cubicBezTo>
                      <a:pt x="10" y="20"/>
                      <a:pt x="6" y="23"/>
                      <a:pt x="1" y="28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1" name="Freeform 909">
                <a:extLst>
                  <a:ext uri="{FF2B5EF4-FFF2-40B4-BE49-F238E27FC236}">
                    <a16:creationId xmlns:a16="http://schemas.microsoft.com/office/drawing/2014/main" id="{BA2C4C1F-7B85-4685-BDC1-83BC276E6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351"/>
                <a:ext cx="32" cy="47"/>
              </a:xfrm>
              <a:custGeom>
                <a:avLst/>
                <a:gdLst>
                  <a:gd name="T0" fmla="*/ 0 w 20"/>
                  <a:gd name="T1" fmla="*/ 299 h 27"/>
                  <a:gd name="T2" fmla="*/ 210 w 20"/>
                  <a:gd name="T3" fmla="*/ 0 h 27"/>
                  <a:gd name="T4" fmla="*/ 13 w 20"/>
                  <a:gd name="T5" fmla="*/ 433 h 27"/>
                  <a:gd name="T6" fmla="*/ 13 w 20"/>
                  <a:gd name="T7" fmla="*/ 28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7">
                    <a:moveTo>
                      <a:pt x="0" y="19"/>
                    </a:moveTo>
                    <a:cubicBezTo>
                      <a:pt x="0" y="12"/>
                      <a:pt x="15" y="3"/>
                      <a:pt x="20" y="0"/>
                    </a:cubicBezTo>
                    <a:cubicBezTo>
                      <a:pt x="13" y="8"/>
                      <a:pt x="10" y="19"/>
                      <a:pt x="1" y="27"/>
                    </a:cubicBezTo>
                    <a:cubicBezTo>
                      <a:pt x="1" y="24"/>
                      <a:pt x="1" y="21"/>
                      <a:pt x="1" y="18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2" name="Freeform 910">
                <a:extLst>
                  <a:ext uri="{FF2B5EF4-FFF2-40B4-BE49-F238E27FC236}">
                    <a16:creationId xmlns:a16="http://schemas.microsoft.com/office/drawing/2014/main" id="{51919E47-AEF8-411C-A76C-F5E78B17E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300"/>
                <a:ext cx="38" cy="45"/>
              </a:xfrm>
              <a:custGeom>
                <a:avLst/>
                <a:gdLst>
                  <a:gd name="T0" fmla="*/ 0 w 23"/>
                  <a:gd name="T1" fmla="*/ 341 h 26"/>
                  <a:gd name="T2" fmla="*/ 284 w 23"/>
                  <a:gd name="T3" fmla="*/ 0 h 26"/>
                  <a:gd name="T4" fmla="*/ 58 w 23"/>
                  <a:gd name="T5" fmla="*/ 384 h 26"/>
                  <a:gd name="T6" fmla="*/ 55 w 23"/>
                  <a:gd name="T7" fmla="*/ 37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6">
                    <a:moveTo>
                      <a:pt x="0" y="22"/>
                    </a:moveTo>
                    <a:cubicBezTo>
                      <a:pt x="7" y="15"/>
                      <a:pt x="18" y="9"/>
                      <a:pt x="23" y="0"/>
                    </a:cubicBezTo>
                    <a:cubicBezTo>
                      <a:pt x="18" y="6"/>
                      <a:pt x="15" y="26"/>
                      <a:pt x="5" y="25"/>
                    </a:cubicBezTo>
                    <a:cubicBezTo>
                      <a:pt x="5" y="25"/>
                      <a:pt x="5" y="24"/>
                      <a:pt x="4" y="24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3" name="Freeform 911">
                <a:extLst>
                  <a:ext uri="{FF2B5EF4-FFF2-40B4-BE49-F238E27FC236}">
                    <a16:creationId xmlns:a16="http://schemas.microsoft.com/office/drawing/2014/main" id="{814D143E-FC30-4A6D-BA70-FAA41FD8A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240"/>
                <a:ext cx="38" cy="27"/>
              </a:xfrm>
              <a:custGeom>
                <a:avLst/>
                <a:gdLst>
                  <a:gd name="T0" fmla="*/ 0 w 23"/>
                  <a:gd name="T1" fmla="*/ 284 h 15"/>
                  <a:gd name="T2" fmla="*/ 284 w 23"/>
                  <a:gd name="T3" fmla="*/ 0 h 15"/>
                  <a:gd name="T4" fmla="*/ 137 w 23"/>
                  <a:gd name="T5" fmla="*/ 187 h 15"/>
                  <a:gd name="T6" fmla="*/ 13 w 23"/>
                  <a:gd name="T7" fmla="*/ 28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0" y="5"/>
                      <a:pt x="16" y="3"/>
                      <a:pt x="23" y="0"/>
                    </a:cubicBezTo>
                    <a:cubicBezTo>
                      <a:pt x="18" y="2"/>
                      <a:pt x="15" y="7"/>
                      <a:pt x="11" y="10"/>
                    </a:cubicBezTo>
                    <a:cubicBezTo>
                      <a:pt x="8" y="14"/>
                      <a:pt x="5" y="14"/>
                      <a:pt x="1" y="15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4" name="Freeform 912">
                <a:extLst>
                  <a:ext uri="{FF2B5EF4-FFF2-40B4-BE49-F238E27FC236}">
                    <a16:creationId xmlns:a16="http://schemas.microsoft.com/office/drawing/2014/main" id="{D0CFB541-0EF6-4202-ABE7-07E9D9317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167"/>
                <a:ext cx="58" cy="49"/>
              </a:xfrm>
              <a:custGeom>
                <a:avLst/>
                <a:gdLst>
                  <a:gd name="T0" fmla="*/ 0 w 35"/>
                  <a:gd name="T1" fmla="*/ 462 h 28"/>
                  <a:gd name="T2" fmla="*/ 172 w 35"/>
                  <a:gd name="T3" fmla="*/ 200 h 28"/>
                  <a:gd name="T4" fmla="*/ 436 w 35"/>
                  <a:gd name="T5" fmla="*/ 0 h 28"/>
                  <a:gd name="T6" fmla="*/ 250 w 35"/>
                  <a:gd name="T7" fmla="*/ 313 h 28"/>
                  <a:gd name="T8" fmla="*/ 22 w 35"/>
                  <a:gd name="T9" fmla="*/ 46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8">
                    <a:moveTo>
                      <a:pt x="0" y="28"/>
                    </a:moveTo>
                    <a:cubicBezTo>
                      <a:pt x="2" y="23"/>
                      <a:pt x="10" y="16"/>
                      <a:pt x="14" y="12"/>
                    </a:cubicBezTo>
                    <a:cubicBezTo>
                      <a:pt x="20" y="5"/>
                      <a:pt x="27" y="5"/>
                      <a:pt x="35" y="0"/>
                    </a:cubicBezTo>
                    <a:cubicBezTo>
                      <a:pt x="29" y="6"/>
                      <a:pt x="26" y="14"/>
                      <a:pt x="20" y="19"/>
                    </a:cubicBezTo>
                    <a:cubicBezTo>
                      <a:pt x="14" y="22"/>
                      <a:pt x="8" y="26"/>
                      <a:pt x="2" y="28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5" name="Freeform 913">
                <a:extLst>
                  <a:ext uri="{FF2B5EF4-FFF2-40B4-BE49-F238E27FC236}">
                    <a16:creationId xmlns:a16="http://schemas.microsoft.com/office/drawing/2014/main" id="{259799F0-4E58-4C80-84E9-75AAF27B1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3260"/>
                <a:ext cx="41" cy="43"/>
              </a:xfrm>
              <a:custGeom>
                <a:avLst/>
                <a:gdLst>
                  <a:gd name="T0" fmla="*/ 0 w 25"/>
                  <a:gd name="T1" fmla="*/ 296 h 25"/>
                  <a:gd name="T2" fmla="*/ 295 w 25"/>
                  <a:gd name="T3" fmla="*/ 0 h 25"/>
                  <a:gd name="T4" fmla="*/ 34 w 25"/>
                  <a:gd name="T5" fmla="*/ 375 h 25"/>
                  <a:gd name="T6" fmla="*/ 21 w 25"/>
                  <a:gd name="T7" fmla="*/ 31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5">
                    <a:moveTo>
                      <a:pt x="0" y="20"/>
                    </a:moveTo>
                    <a:cubicBezTo>
                      <a:pt x="0" y="10"/>
                      <a:pt x="20" y="5"/>
                      <a:pt x="25" y="0"/>
                    </a:cubicBezTo>
                    <a:cubicBezTo>
                      <a:pt x="17" y="6"/>
                      <a:pt x="12" y="22"/>
                      <a:pt x="3" y="25"/>
                    </a:cubicBezTo>
                    <a:cubicBezTo>
                      <a:pt x="2" y="24"/>
                      <a:pt x="2" y="23"/>
                      <a:pt x="2" y="21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6" name="Freeform 914">
                <a:extLst>
                  <a:ext uri="{FF2B5EF4-FFF2-40B4-BE49-F238E27FC236}">
                    <a16:creationId xmlns:a16="http://schemas.microsoft.com/office/drawing/2014/main" id="{7F759120-53EE-40DC-A3E3-2DD094B61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3207"/>
                <a:ext cx="79" cy="49"/>
              </a:xfrm>
              <a:custGeom>
                <a:avLst/>
                <a:gdLst>
                  <a:gd name="T0" fmla="*/ 0 w 48"/>
                  <a:gd name="T1" fmla="*/ 179 h 28"/>
                  <a:gd name="T2" fmla="*/ 298 w 48"/>
                  <a:gd name="T3" fmla="*/ 65 h 28"/>
                  <a:gd name="T4" fmla="*/ 579 w 48"/>
                  <a:gd name="T5" fmla="*/ 0 h 28"/>
                  <a:gd name="T6" fmla="*/ 257 w 48"/>
                  <a:gd name="T7" fmla="*/ 236 h 28"/>
                  <a:gd name="T8" fmla="*/ 95 w 48"/>
                  <a:gd name="T9" fmla="*/ 462 h 28"/>
                  <a:gd name="T10" fmla="*/ 13 w 48"/>
                  <a:gd name="T11" fmla="*/ 179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0" y="11"/>
                    </a:moveTo>
                    <a:cubicBezTo>
                      <a:pt x="2" y="5"/>
                      <a:pt x="19" y="5"/>
                      <a:pt x="25" y="4"/>
                    </a:cubicBezTo>
                    <a:cubicBezTo>
                      <a:pt x="32" y="3"/>
                      <a:pt x="42" y="3"/>
                      <a:pt x="48" y="0"/>
                    </a:cubicBezTo>
                    <a:cubicBezTo>
                      <a:pt x="40" y="3"/>
                      <a:pt x="28" y="8"/>
                      <a:pt x="21" y="14"/>
                    </a:cubicBezTo>
                    <a:cubicBezTo>
                      <a:pt x="17" y="18"/>
                      <a:pt x="12" y="24"/>
                      <a:pt x="8" y="28"/>
                    </a:cubicBezTo>
                    <a:cubicBezTo>
                      <a:pt x="8" y="22"/>
                      <a:pt x="3" y="17"/>
                      <a:pt x="1" y="11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7" name="Freeform 915">
                <a:extLst>
                  <a:ext uri="{FF2B5EF4-FFF2-40B4-BE49-F238E27FC236}">
                    <a16:creationId xmlns:a16="http://schemas.microsoft.com/office/drawing/2014/main" id="{8605E6FA-FC71-436C-B5EC-9652882C7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034"/>
                <a:ext cx="151" cy="149"/>
              </a:xfrm>
              <a:custGeom>
                <a:avLst/>
                <a:gdLst>
                  <a:gd name="T0" fmla="*/ 0 w 92"/>
                  <a:gd name="T1" fmla="*/ 1367 h 85"/>
                  <a:gd name="T2" fmla="*/ 597 w 92"/>
                  <a:gd name="T3" fmla="*/ 878 h 85"/>
                  <a:gd name="T4" fmla="*/ 1096 w 92"/>
                  <a:gd name="T5" fmla="*/ 0 h 85"/>
                  <a:gd name="T6" fmla="*/ 442 w 92"/>
                  <a:gd name="T7" fmla="*/ 1274 h 85"/>
                  <a:gd name="T8" fmla="*/ 21 w 92"/>
                  <a:gd name="T9" fmla="*/ 136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85">
                    <a:moveTo>
                      <a:pt x="0" y="83"/>
                    </a:moveTo>
                    <a:cubicBezTo>
                      <a:pt x="20" y="85"/>
                      <a:pt x="38" y="67"/>
                      <a:pt x="50" y="53"/>
                    </a:cubicBezTo>
                    <a:cubicBezTo>
                      <a:pt x="64" y="37"/>
                      <a:pt x="72" y="11"/>
                      <a:pt x="92" y="0"/>
                    </a:cubicBezTo>
                    <a:cubicBezTo>
                      <a:pt x="67" y="20"/>
                      <a:pt x="66" y="62"/>
                      <a:pt x="37" y="77"/>
                    </a:cubicBezTo>
                    <a:cubicBezTo>
                      <a:pt x="26" y="83"/>
                      <a:pt x="14" y="84"/>
                      <a:pt x="2" y="83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8" name="Freeform 916">
                <a:extLst>
                  <a:ext uri="{FF2B5EF4-FFF2-40B4-BE49-F238E27FC236}">
                    <a16:creationId xmlns:a16="http://schemas.microsoft.com/office/drawing/2014/main" id="{9B58983C-2E56-41FD-A280-15741586E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3370"/>
                <a:ext cx="21" cy="24"/>
              </a:xfrm>
              <a:custGeom>
                <a:avLst/>
                <a:gdLst>
                  <a:gd name="T0" fmla="*/ 89 w 13"/>
                  <a:gd name="T1" fmla="*/ 206 h 14"/>
                  <a:gd name="T2" fmla="*/ 0 w 13"/>
                  <a:gd name="T3" fmla="*/ 0 h 14"/>
                  <a:gd name="T4" fmla="*/ 123 w 13"/>
                  <a:gd name="T5" fmla="*/ 182 h 14"/>
                  <a:gd name="T6" fmla="*/ 102 w 13"/>
                  <a:gd name="T7" fmla="*/ 18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8" y="14"/>
                    </a:moveTo>
                    <a:cubicBezTo>
                      <a:pt x="8" y="8"/>
                      <a:pt x="3" y="4"/>
                      <a:pt x="0" y="0"/>
                    </a:cubicBezTo>
                    <a:cubicBezTo>
                      <a:pt x="3" y="2"/>
                      <a:pt x="13" y="8"/>
                      <a:pt x="11" y="12"/>
                    </a:cubicBezTo>
                    <a:cubicBezTo>
                      <a:pt x="10" y="12"/>
                      <a:pt x="10" y="12"/>
                      <a:pt x="9" y="12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9" name="Freeform 917">
                <a:extLst>
                  <a:ext uri="{FF2B5EF4-FFF2-40B4-BE49-F238E27FC236}">
                    <a16:creationId xmlns:a16="http://schemas.microsoft.com/office/drawing/2014/main" id="{BB56FE93-DD12-44CF-B241-6638AB520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3314"/>
                <a:ext cx="15" cy="30"/>
              </a:xfrm>
              <a:custGeom>
                <a:avLst/>
                <a:gdLst>
                  <a:gd name="T0" fmla="*/ 37 w 9"/>
                  <a:gd name="T1" fmla="*/ 293 h 17"/>
                  <a:gd name="T2" fmla="*/ 0 w 9"/>
                  <a:gd name="T3" fmla="*/ 0 h 17"/>
                  <a:gd name="T4" fmla="*/ 55 w 9"/>
                  <a:gd name="T5" fmla="*/ 25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3" y="17"/>
                    </a:moveTo>
                    <a:cubicBezTo>
                      <a:pt x="4" y="13"/>
                      <a:pt x="3" y="3"/>
                      <a:pt x="0" y="0"/>
                    </a:cubicBezTo>
                    <a:cubicBezTo>
                      <a:pt x="2" y="4"/>
                      <a:pt x="9" y="12"/>
                      <a:pt x="4" y="15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0" name="Freeform 918">
                <a:extLst>
                  <a:ext uri="{FF2B5EF4-FFF2-40B4-BE49-F238E27FC236}">
                    <a16:creationId xmlns:a16="http://schemas.microsoft.com/office/drawing/2014/main" id="{BCCE183A-21E9-4480-A1CF-60A3A27BB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3277"/>
                <a:ext cx="10" cy="23"/>
              </a:xfrm>
              <a:custGeom>
                <a:avLst/>
                <a:gdLst>
                  <a:gd name="T0" fmla="*/ 0 w 6"/>
                  <a:gd name="T1" fmla="*/ 0 h 13"/>
                  <a:gd name="T2" fmla="*/ 55 w 6"/>
                  <a:gd name="T3" fmla="*/ 228 h 13"/>
                  <a:gd name="T4" fmla="*/ 0 w 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0" y="0"/>
                    </a:moveTo>
                    <a:cubicBezTo>
                      <a:pt x="3" y="4"/>
                      <a:pt x="3" y="9"/>
                      <a:pt x="4" y="13"/>
                    </a:cubicBezTo>
                    <a:cubicBezTo>
                      <a:pt x="6" y="11"/>
                      <a:pt x="1" y="2"/>
                      <a:pt x="0" y="0"/>
                    </a:cubicBezTo>
                  </a:path>
                </a:pathLst>
              </a:custGeom>
              <a:solidFill>
                <a:srgbClr val="BC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1" name="Freeform 919">
                <a:extLst>
                  <a:ext uri="{FF2B5EF4-FFF2-40B4-BE49-F238E27FC236}">
                    <a16:creationId xmlns:a16="http://schemas.microsoft.com/office/drawing/2014/main" id="{B2D72234-378F-4DCE-9588-1DF0413AD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211"/>
                <a:ext cx="370" cy="353"/>
              </a:xfrm>
              <a:custGeom>
                <a:avLst/>
                <a:gdLst>
                  <a:gd name="T0" fmla="*/ 1059 w 226"/>
                  <a:gd name="T1" fmla="*/ 736 h 202"/>
                  <a:gd name="T2" fmla="*/ 1624 w 226"/>
                  <a:gd name="T3" fmla="*/ 1386 h 202"/>
                  <a:gd name="T4" fmla="*/ 2292 w 226"/>
                  <a:gd name="T5" fmla="*/ 1893 h 202"/>
                  <a:gd name="T6" fmla="*/ 2603 w 226"/>
                  <a:gd name="T7" fmla="*/ 2050 h 202"/>
                  <a:gd name="T8" fmla="*/ 2583 w 226"/>
                  <a:gd name="T9" fmla="*/ 2546 h 202"/>
                  <a:gd name="T10" fmla="*/ 2402 w 226"/>
                  <a:gd name="T11" fmla="*/ 3292 h 202"/>
                  <a:gd name="T12" fmla="*/ 2326 w 226"/>
                  <a:gd name="T13" fmla="*/ 2684 h 202"/>
                  <a:gd name="T14" fmla="*/ 2010 w 226"/>
                  <a:gd name="T15" fmla="*/ 2419 h 202"/>
                  <a:gd name="T16" fmla="*/ 1434 w 226"/>
                  <a:gd name="T17" fmla="*/ 1569 h 202"/>
                  <a:gd name="T18" fmla="*/ 632 w 226"/>
                  <a:gd name="T19" fmla="*/ 834 h 202"/>
                  <a:gd name="T20" fmla="*/ 0 w 226"/>
                  <a:gd name="T21" fmla="*/ 0 h 202"/>
                  <a:gd name="T22" fmla="*/ 598 w 226"/>
                  <a:gd name="T23" fmla="*/ 421 h 202"/>
                  <a:gd name="T24" fmla="*/ 922 w 226"/>
                  <a:gd name="T25" fmla="*/ 699 h 202"/>
                  <a:gd name="T26" fmla="*/ 1118 w 226"/>
                  <a:gd name="T27" fmla="*/ 870 h 20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6" h="202">
                    <a:moveTo>
                      <a:pt x="90" y="45"/>
                    </a:moveTo>
                    <a:cubicBezTo>
                      <a:pt x="101" y="61"/>
                      <a:pt x="122" y="73"/>
                      <a:pt x="138" y="85"/>
                    </a:cubicBezTo>
                    <a:cubicBezTo>
                      <a:pt x="155" y="97"/>
                      <a:pt x="175" y="108"/>
                      <a:pt x="195" y="116"/>
                    </a:cubicBezTo>
                    <a:cubicBezTo>
                      <a:pt x="202" y="119"/>
                      <a:pt x="216" y="119"/>
                      <a:pt x="221" y="126"/>
                    </a:cubicBezTo>
                    <a:cubicBezTo>
                      <a:pt x="226" y="134"/>
                      <a:pt x="221" y="149"/>
                      <a:pt x="220" y="156"/>
                    </a:cubicBezTo>
                    <a:cubicBezTo>
                      <a:pt x="217" y="171"/>
                      <a:pt x="212" y="191"/>
                      <a:pt x="204" y="202"/>
                    </a:cubicBezTo>
                    <a:cubicBezTo>
                      <a:pt x="196" y="190"/>
                      <a:pt x="203" y="176"/>
                      <a:pt x="198" y="165"/>
                    </a:cubicBezTo>
                    <a:cubicBezTo>
                      <a:pt x="193" y="154"/>
                      <a:pt x="181" y="152"/>
                      <a:pt x="171" y="148"/>
                    </a:cubicBezTo>
                    <a:cubicBezTo>
                      <a:pt x="148" y="137"/>
                      <a:pt x="143" y="112"/>
                      <a:pt x="122" y="96"/>
                    </a:cubicBezTo>
                    <a:cubicBezTo>
                      <a:pt x="100" y="78"/>
                      <a:pt x="74" y="71"/>
                      <a:pt x="54" y="51"/>
                    </a:cubicBezTo>
                    <a:cubicBezTo>
                      <a:pt x="35" y="32"/>
                      <a:pt x="12" y="26"/>
                      <a:pt x="0" y="0"/>
                    </a:cubicBezTo>
                    <a:cubicBezTo>
                      <a:pt x="16" y="5"/>
                      <a:pt x="37" y="17"/>
                      <a:pt x="51" y="26"/>
                    </a:cubicBezTo>
                    <a:cubicBezTo>
                      <a:pt x="61" y="32"/>
                      <a:pt x="68" y="39"/>
                      <a:pt x="78" y="43"/>
                    </a:cubicBezTo>
                    <a:cubicBezTo>
                      <a:pt x="84" y="46"/>
                      <a:pt x="93" y="47"/>
                      <a:pt x="95" y="53"/>
                    </a:cubicBezTo>
                  </a:path>
                </a:pathLst>
              </a:custGeom>
              <a:solidFill>
                <a:srgbClr val="C7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2" name="Freeform 920">
                <a:extLst>
                  <a:ext uri="{FF2B5EF4-FFF2-40B4-BE49-F238E27FC236}">
                    <a16:creationId xmlns:a16="http://schemas.microsoft.com/office/drawing/2014/main" id="{D361A5A0-3E39-47A0-8B3E-CFDF4F25E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260"/>
                <a:ext cx="309" cy="380"/>
              </a:xfrm>
              <a:custGeom>
                <a:avLst/>
                <a:gdLst>
                  <a:gd name="T0" fmla="*/ 641 w 189"/>
                  <a:gd name="T1" fmla="*/ 3507 h 218"/>
                  <a:gd name="T2" fmla="*/ 114 w 189"/>
                  <a:gd name="T3" fmla="*/ 2817 h 218"/>
                  <a:gd name="T4" fmla="*/ 428 w 189"/>
                  <a:gd name="T5" fmla="*/ 2596 h 218"/>
                  <a:gd name="T6" fmla="*/ 757 w 189"/>
                  <a:gd name="T7" fmla="*/ 2336 h 218"/>
                  <a:gd name="T8" fmla="*/ 1010 w 189"/>
                  <a:gd name="T9" fmla="*/ 1848 h 218"/>
                  <a:gd name="T10" fmla="*/ 1419 w 189"/>
                  <a:gd name="T11" fmla="*/ 1206 h 218"/>
                  <a:gd name="T12" fmla="*/ 1823 w 189"/>
                  <a:gd name="T13" fmla="*/ 519 h 218"/>
                  <a:gd name="T14" fmla="*/ 2160 w 189"/>
                  <a:gd name="T15" fmla="*/ 0 h 218"/>
                  <a:gd name="T16" fmla="*/ 1836 w 189"/>
                  <a:gd name="T17" fmla="*/ 1283 h 218"/>
                  <a:gd name="T18" fmla="*/ 1777 w 189"/>
                  <a:gd name="T19" fmla="*/ 2346 h 218"/>
                  <a:gd name="T20" fmla="*/ 620 w 189"/>
                  <a:gd name="T21" fmla="*/ 3443 h 2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9" h="218">
                    <a:moveTo>
                      <a:pt x="55" y="218"/>
                    </a:moveTo>
                    <a:cubicBezTo>
                      <a:pt x="43" y="216"/>
                      <a:pt x="0" y="192"/>
                      <a:pt x="10" y="175"/>
                    </a:cubicBezTo>
                    <a:cubicBezTo>
                      <a:pt x="12" y="172"/>
                      <a:pt x="33" y="164"/>
                      <a:pt x="37" y="161"/>
                    </a:cubicBezTo>
                    <a:cubicBezTo>
                      <a:pt x="47" y="157"/>
                      <a:pt x="59" y="153"/>
                      <a:pt x="65" y="145"/>
                    </a:cubicBezTo>
                    <a:cubicBezTo>
                      <a:pt x="74" y="144"/>
                      <a:pt x="80" y="122"/>
                      <a:pt x="86" y="115"/>
                    </a:cubicBezTo>
                    <a:cubicBezTo>
                      <a:pt x="97" y="100"/>
                      <a:pt x="110" y="88"/>
                      <a:pt x="122" y="75"/>
                    </a:cubicBezTo>
                    <a:cubicBezTo>
                      <a:pt x="134" y="62"/>
                      <a:pt x="146" y="46"/>
                      <a:pt x="156" y="32"/>
                    </a:cubicBezTo>
                    <a:cubicBezTo>
                      <a:pt x="163" y="21"/>
                      <a:pt x="169" y="1"/>
                      <a:pt x="185" y="0"/>
                    </a:cubicBezTo>
                    <a:cubicBezTo>
                      <a:pt x="189" y="27"/>
                      <a:pt x="158" y="51"/>
                      <a:pt x="157" y="80"/>
                    </a:cubicBezTo>
                    <a:cubicBezTo>
                      <a:pt x="156" y="104"/>
                      <a:pt x="172" y="125"/>
                      <a:pt x="152" y="146"/>
                    </a:cubicBezTo>
                    <a:cubicBezTo>
                      <a:pt x="123" y="174"/>
                      <a:pt x="87" y="193"/>
                      <a:pt x="53" y="214"/>
                    </a:cubicBezTo>
                  </a:path>
                </a:pathLst>
              </a:custGeom>
              <a:solidFill>
                <a:srgbClr val="CD6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3" name="Freeform 921">
                <a:extLst>
                  <a:ext uri="{FF2B5EF4-FFF2-40B4-BE49-F238E27FC236}">
                    <a16:creationId xmlns:a16="http://schemas.microsoft.com/office/drawing/2014/main" id="{2C26DF65-7356-4C16-94DE-814F2CE6E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356"/>
                <a:ext cx="233" cy="262"/>
              </a:xfrm>
              <a:custGeom>
                <a:avLst/>
                <a:gdLst>
                  <a:gd name="T0" fmla="*/ 331 w 142"/>
                  <a:gd name="T1" fmla="*/ 2243 h 150"/>
                  <a:gd name="T2" fmla="*/ 226 w 142"/>
                  <a:gd name="T3" fmla="*/ 1897 h 150"/>
                  <a:gd name="T4" fmla="*/ 579 w 142"/>
                  <a:gd name="T5" fmla="*/ 1705 h 150"/>
                  <a:gd name="T6" fmla="*/ 891 w 142"/>
                  <a:gd name="T7" fmla="*/ 1348 h 150"/>
                  <a:gd name="T8" fmla="*/ 1060 w 142"/>
                  <a:gd name="T9" fmla="*/ 957 h 150"/>
                  <a:gd name="T10" fmla="*/ 1298 w 142"/>
                  <a:gd name="T11" fmla="*/ 683 h 150"/>
                  <a:gd name="T12" fmla="*/ 1483 w 142"/>
                  <a:gd name="T13" fmla="*/ 278 h 150"/>
                  <a:gd name="T14" fmla="*/ 1629 w 142"/>
                  <a:gd name="T15" fmla="*/ 0 h 150"/>
                  <a:gd name="T16" fmla="*/ 1580 w 142"/>
                  <a:gd name="T17" fmla="*/ 241 h 150"/>
                  <a:gd name="T18" fmla="*/ 1524 w 142"/>
                  <a:gd name="T19" fmla="*/ 608 h 150"/>
                  <a:gd name="T20" fmla="*/ 1652 w 142"/>
                  <a:gd name="T21" fmla="*/ 1107 h 150"/>
                  <a:gd name="T22" fmla="*/ 1537 w 142"/>
                  <a:gd name="T23" fmla="*/ 1525 h 150"/>
                  <a:gd name="T24" fmla="*/ 1298 w 142"/>
                  <a:gd name="T25" fmla="*/ 1769 h 150"/>
                  <a:gd name="T26" fmla="*/ 1165 w 142"/>
                  <a:gd name="T27" fmla="*/ 1822 h 150"/>
                  <a:gd name="T28" fmla="*/ 1039 w 142"/>
                  <a:gd name="T29" fmla="*/ 1982 h 150"/>
                  <a:gd name="T30" fmla="*/ 558 w 142"/>
                  <a:gd name="T31" fmla="*/ 2440 h 150"/>
                  <a:gd name="T32" fmla="*/ 282 w 142"/>
                  <a:gd name="T33" fmla="*/ 2218 h 1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2" h="150">
                    <a:moveTo>
                      <a:pt x="28" y="138"/>
                    </a:moveTo>
                    <a:cubicBezTo>
                      <a:pt x="18" y="135"/>
                      <a:pt x="0" y="121"/>
                      <a:pt x="19" y="117"/>
                    </a:cubicBezTo>
                    <a:cubicBezTo>
                      <a:pt x="31" y="115"/>
                      <a:pt x="40" y="111"/>
                      <a:pt x="49" y="105"/>
                    </a:cubicBezTo>
                    <a:cubicBezTo>
                      <a:pt x="60" y="99"/>
                      <a:pt x="67" y="93"/>
                      <a:pt x="75" y="83"/>
                    </a:cubicBezTo>
                    <a:cubicBezTo>
                      <a:pt x="81" y="76"/>
                      <a:pt x="83" y="66"/>
                      <a:pt x="89" y="59"/>
                    </a:cubicBezTo>
                    <a:cubicBezTo>
                      <a:pt x="94" y="53"/>
                      <a:pt x="103" y="48"/>
                      <a:pt x="109" y="42"/>
                    </a:cubicBezTo>
                    <a:cubicBezTo>
                      <a:pt x="116" y="35"/>
                      <a:pt x="119" y="25"/>
                      <a:pt x="125" y="17"/>
                    </a:cubicBezTo>
                    <a:cubicBezTo>
                      <a:pt x="129" y="12"/>
                      <a:pt x="132" y="4"/>
                      <a:pt x="137" y="0"/>
                    </a:cubicBezTo>
                    <a:cubicBezTo>
                      <a:pt x="138" y="5"/>
                      <a:pt x="135" y="11"/>
                      <a:pt x="133" y="15"/>
                    </a:cubicBezTo>
                    <a:cubicBezTo>
                      <a:pt x="131" y="22"/>
                      <a:pt x="129" y="30"/>
                      <a:pt x="128" y="37"/>
                    </a:cubicBezTo>
                    <a:cubicBezTo>
                      <a:pt x="128" y="49"/>
                      <a:pt x="137" y="57"/>
                      <a:pt x="139" y="68"/>
                    </a:cubicBezTo>
                    <a:cubicBezTo>
                      <a:pt x="142" y="79"/>
                      <a:pt x="137" y="87"/>
                      <a:pt x="129" y="94"/>
                    </a:cubicBezTo>
                    <a:cubicBezTo>
                      <a:pt x="123" y="99"/>
                      <a:pt x="115" y="105"/>
                      <a:pt x="109" y="109"/>
                    </a:cubicBezTo>
                    <a:cubicBezTo>
                      <a:pt x="105" y="110"/>
                      <a:pt x="102" y="111"/>
                      <a:pt x="98" y="112"/>
                    </a:cubicBezTo>
                    <a:cubicBezTo>
                      <a:pt x="94" y="114"/>
                      <a:pt x="91" y="119"/>
                      <a:pt x="87" y="122"/>
                    </a:cubicBezTo>
                    <a:cubicBezTo>
                      <a:pt x="76" y="130"/>
                      <a:pt x="62" y="150"/>
                      <a:pt x="47" y="150"/>
                    </a:cubicBezTo>
                    <a:cubicBezTo>
                      <a:pt x="36" y="150"/>
                      <a:pt x="33" y="139"/>
                      <a:pt x="24" y="136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4" name="Freeform 922">
                <a:extLst>
                  <a:ext uri="{FF2B5EF4-FFF2-40B4-BE49-F238E27FC236}">
                    <a16:creationId xmlns:a16="http://schemas.microsoft.com/office/drawing/2014/main" id="{8427974B-EAA8-4086-BEE4-B181D299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3504"/>
                <a:ext cx="134" cy="102"/>
              </a:xfrm>
              <a:custGeom>
                <a:avLst/>
                <a:gdLst>
                  <a:gd name="T0" fmla="*/ 363 w 82"/>
                  <a:gd name="T1" fmla="*/ 468 h 58"/>
                  <a:gd name="T2" fmla="*/ 144 w 82"/>
                  <a:gd name="T3" fmla="*/ 575 h 58"/>
                  <a:gd name="T4" fmla="*/ 109 w 82"/>
                  <a:gd name="T5" fmla="*/ 709 h 58"/>
                  <a:gd name="T6" fmla="*/ 245 w 82"/>
                  <a:gd name="T7" fmla="*/ 804 h 58"/>
                  <a:gd name="T8" fmla="*/ 371 w 82"/>
                  <a:gd name="T9" fmla="*/ 930 h 58"/>
                  <a:gd name="T10" fmla="*/ 606 w 82"/>
                  <a:gd name="T11" fmla="*/ 644 h 58"/>
                  <a:gd name="T12" fmla="*/ 846 w 82"/>
                  <a:gd name="T13" fmla="*/ 380 h 58"/>
                  <a:gd name="T14" fmla="*/ 909 w 82"/>
                  <a:gd name="T15" fmla="*/ 216 h 58"/>
                  <a:gd name="T16" fmla="*/ 812 w 82"/>
                  <a:gd name="T17" fmla="*/ 37 h 58"/>
                  <a:gd name="T18" fmla="*/ 606 w 82"/>
                  <a:gd name="T19" fmla="*/ 250 h 58"/>
                  <a:gd name="T20" fmla="*/ 441 w 82"/>
                  <a:gd name="T21" fmla="*/ 380 h 58"/>
                  <a:gd name="T22" fmla="*/ 350 w 82"/>
                  <a:gd name="T23" fmla="*/ 452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58">
                    <a:moveTo>
                      <a:pt x="31" y="28"/>
                    </a:moveTo>
                    <a:cubicBezTo>
                      <a:pt x="25" y="31"/>
                      <a:pt x="18" y="32"/>
                      <a:pt x="12" y="34"/>
                    </a:cubicBezTo>
                    <a:cubicBezTo>
                      <a:pt x="5" y="35"/>
                      <a:pt x="0" y="37"/>
                      <a:pt x="9" y="42"/>
                    </a:cubicBezTo>
                    <a:cubicBezTo>
                      <a:pt x="12" y="45"/>
                      <a:pt x="17" y="46"/>
                      <a:pt x="21" y="48"/>
                    </a:cubicBezTo>
                    <a:cubicBezTo>
                      <a:pt x="24" y="50"/>
                      <a:pt x="28" y="53"/>
                      <a:pt x="32" y="55"/>
                    </a:cubicBezTo>
                    <a:cubicBezTo>
                      <a:pt x="42" y="58"/>
                      <a:pt x="46" y="43"/>
                      <a:pt x="52" y="38"/>
                    </a:cubicBezTo>
                    <a:cubicBezTo>
                      <a:pt x="59" y="33"/>
                      <a:pt x="67" y="28"/>
                      <a:pt x="73" y="23"/>
                    </a:cubicBezTo>
                    <a:cubicBezTo>
                      <a:pt x="78" y="20"/>
                      <a:pt x="82" y="19"/>
                      <a:pt x="78" y="13"/>
                    </a:cubicBezTo>
                    <a:cubicBezTo>
                      <a:pt x="78" y="12"/>
                      <a:pt x="70" y="3"/>
                      <a:pt x="70" y="2"/>
                    </a:cubicBezTo>
                    <a:cubicBezTo>
                      <a:pt x="66" y="0"/>
                      <a:pt x="56" y="13"/>
                      <a:pt x="52" y="15"/>
                    </a:cubicBezTo>
                    <a:cubicBezTo>
                      <a:pt x="47" y="18"/>
                      <a:pt x="43" y="20"/>
                      <a:pt x="38" y="23"/>
                    </a:cubicBezTo>
                    <a:cubicBezTo>
                      <a:pt x="35" y="25"/>
                      <a:pt x="32" y="26"/>
                      <a:pt x="30" y="27"/>
                    </a:cubicBezTo>
                  </a:path>
                </a:pathLst>
              </a:custGeom>
              <a:solidFill>
                <a:srgbClr val="BA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5" name="Freeform 923">
                <a:extLst>
                  <a:ext uri="{FF2B5EF4-FFF2-40B4-BE49-F238E27FC236}">
                    <a16:creationId xmlns:a16="http://schemas.microsoft.com/office/drawing/2014/main" id="{11CC429A-F79F-4BBB-837F-D0B17C51D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3417"/>
                <a:ext cx="74" cy="122"/>
              </a:xfrm>
              <a:custGeom>
                <a:avLst/>
                <a:gdLst>
                  <a:gd name="T0" fmla="*/ 227 w 45"/>
                  <a:gd name="T1" fmla="*/ 1096 h 70"/>
                  <a:gd name="T2" fmla="*/ 110 w 45"/>
                  <a:gd name="T3" fmla="*/ 917 h 70"/>
                  <a:gd name="T4" fmla="*/ 35 w 45"/>
                  <a:gd name="T5" fmla="*/ 647 h 70"/>
                  <a:gd name="T6" fmla="*/ 284 w 45"/>
                  <a:gd name="T7" fmla="*/ 159 h 70"/>
                  <a:gd name="T8" fmla="*/ 395 w 45"/>
                  <a:gd name="T9" fmla="*/ 176 h 70"/>
                  <a:gd name="T10" fmla="*/ 490 w 45"/>
                  <a:gd name="T11" fmla="*/ 471 h 70"/>
                  <a:gd name="T12" fmla="*/ 316 w 45"/>
                  <a:gd name="T13" fmla="*/ 997 h 70"/>
                  <a:gd name="T14" fmla="*/ 257 w 45"/>
                  <a:gd name="T15" fmla="*/ 1128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70">
                    <a:moveTo>
                      <a:pt x="19" y="68"/>
                    </a:moveTo>
                    <a:cubicBezTo>
                      <a:pt x="15" y="70"/>
                      <a:pt x="11" y="60"/>
                      <a:pt x="9" y="57"/>
                    </a:cubicBezTo>
                    <a:cubicBezTo>
                      <a:pt x="5" y="51"/>
                      <a:pt x="0" y="48"/>
                      <a:pt x="3" y="40"/>
                    </a:cubicBezTo>
                    <a:cubicBezTo>
                      <a:pt x="6" y="29"/>
                      <a:pt x="18" y="20"/>
                      <a:pt x="24" y="10"/>
                    </a:cubicBezTo>
                    <a:cubicBezTo>
                      <a:pt x="30" y="1"/>
                      <a:pt x="32" y="0"/>
                      <a:pt x="33" y="11"/>
                    </a:cubicBezTo>
                    <a:cubicBezTo>
                      <a:pt x="34" y="18"/>
                      <a:pt x="39" y="22"/>
                      <a:pt x="41" y="29"/>
                    </a:cubicBezTo>
                    <a:cubicBezTo>
                      <a:pt x="45" y="42"/>
                      <a:pt x="32" y="53"/>
                      <a:pt x="26" y="62"/>
                    </a:cubicBezTo>
                    <a:cubicBezTo>
                      <a:pt x="24" y="65"/>
                      <a:pt x="23" y="68"/>
                      <a:pt x="21" y="70"/>
                    </a:cubicBezTo>
                  </a:path>
                </a:pathLst>
              </a:custGeom>
              <a:solidFill>
                <a:srgbClr val="BA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6" name="Freeform 924">
                <a:extLst>
                  <a:ext uri="{FF2B5EF4-FFF2-40B4-BE49-F238E27FC236}">
                    <a16:creationId xmlns:a16="http://schemas.microsoft.com/office/drawing/2014/main" id="{61959815-5964-4B3D-B095-05571537F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3508"/>
                <a:ext cx="100" cy="80"/>
              </a:xfrm>
              <a:custGeom>
                <a:avLst/>
                <a:gdLst>
                  <a:gd name="T0" fmla="*/ 667 w 61"/>
                  <a:gd name="T1" fmla="*/ 148 h 46"/>
                  <a:gd name="T2" fmla="*/ 370 w 61"/>
                  <a:gd name="T3" fmla="*/ 369 h 46"/>
                  <a:gd name="T4" fmla="*/ 0 w 61"/>
                  <a:gd name="T5" fmla="*/ 520 h 46"/>
                  <a:gd name="T6" fmla="*/ 202 w 61"/>
                  <a:gd name="T7" fmla="*/ 683 h 46"/>
                  <a:gd name="T8" fmla="*/ 349 w 61"/>
                  <a:gd name="T9" fmla="*/ 577 h 46"/>
                  <a:gd name="T10" fmla="*/ 702 w 61"/>
                  <a:gd name="T11" fmla="*/ 148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6">
                    <a:moveTo>
                      <a:pt x="56" y="9"/>
                    </a:moveTo>
                    <a:cubicBezTo>
                      <a:pt x="52" y="0"/>
                      <a:pt x="35" y="21"/>
                      <a:pt x="31" y="23"/>
                    </a:cubicBezTo>
                    <a:cubicBezTo>
                      <a:pt x="23" y="27"/>
                      <a:pt x="10" y="33"/>
                      <a:pt x="0" y="33"/>
                    </a:cubicBezTo>
                    <a:cubicBezTo>
                      <a:pt x="1" y="38"/>
                      <a:pt x="12" y="41"/>
                      <a:pt x="17" y="43"/>
                    </a:cubicBezTo>
                    <a:cubicBezTo>
                      <a:pt x="26" y="46"/>
                      <a:pt x="24" y="42"/>
                      <a:pt x="29" y="36"/>
                    </a:cubicBezTo>
                    <a:cubicBezTo>
                      <a:pt x="34" y="29"/>
                      <a:pt x="61" y="19"/>
                      <a:pt x="59" y="9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7" name="Freeform 925">
                <a:extLst>
                  <a:ext uri="{FF2B5EF4-FFF2-40B4-BE49-F238E27FC236}">
                    <a16:creationId xmlns:a16="http://schemas.microsoft.com/office/drawing/2014/main" id="{12FD40F0-6D94-4642-A136-84D450BA9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3440"/>
                <a:ext cx="40" cy="89"/>
              </a:xfrm>
              <a:custGeom>
                <a:avLst/>
                <a:gdLst>
                  <a:gd name="T0" fmla="*/ 176 w 25"/>
                  <a:gd name="T1" fmla="*/ 675 h 51"/>
                  <a:gd name="T2" fmla="*/ 74 w 25"/>
                  <a:gd name="T3" fmla="*/ 735 h 51"/>
                  <a:gd name="T4" fmla="*/ 13 w 25"/>
                  <a:gd name="T5" fmla="*/ 499 h 51"/>
                  <a:gd name="T6" fmla="*/ 171 w 25"/>
                  <a:gd name="T7" fmla="*/ 28 h 51"/>
                  <a:gd name="T8" fmla="*/ 210 w 25"/>
                  <a:gd name="T9" fmla="*/ 0 h 51"/>
                  <a:gd name="T10" fmla="*/ 230 w 25"/>
                  <a:gd name="T11" fmla="*/ 159 h 51"/>
                  <a:gd name="T12" fmla="*/ 261 w 25"/>
                  <a:gd name="T13" fmla="*/ 323 h 51"/>
                  <a:gd name="T14" fmla="*/ 189 w 25"/>
                  <a:gd name="T15" fmla="*/ 698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51">
                    <a:moveTo>
                      <a:pt x="17" y="42"/>
                    </a:moveTo>
                    <a:cubicBezTo>
                      <a:pt x="13" y="48"/>
                      <a:pt x="12" y="51"/>
                      <a:pt x="7" y="45"/>
                    </a:cubicBezTo>
                    <a:cubicBezTo>
                      <a:pt x="5" y="41"/>
                      <a:pt x="2" y="36"/>
                      <a:pt x="1" y="31"/>
                    </a:cubicBezTo>
                    <a:cubicBezTo>
                      <a:pt x="0" y="20"/>
                      <a:pt x="14" y="12"/>
                      <a:pt x="16" y="2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3"/>
                      <a:pt x="21" y="6"/>
                      <a:pt x="22" y="10"/>
                    </a:cubicBezTo>
                    <a:cubicBezTo>
                      <a:pt x="24" y="14"/>
                      <a:pt x="25" y="15"/>
                      <a:pt x="25" y="20"/>
                    </a:cubicBezTo>
                    <a:cubicBezTo>
                      <a:pt x="25" y="27"/>
                      <a:pt x="22" y="37"/>
                      <a:pt x="18" y="43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8" name="Freeform 926">
                <a:extLst>
                  <a:ext uri="{FF2B5EF4-FFF2-40B4-BE49-F238E27FC236}">
                    <a16:creationId xmlns:a16="http://schemas.microsoft.com/office/drawing/2014/main" id="{72DF98B4-24F4-49D0-B89D-CB3DF7A8B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3553"/>
                <a:ext cx="38" cy="25"/>
              </a:xfrm>
              <a:custGeom>
                <a:avLst/>
                <a:gdLst>
                  <a:gd name="T0" fmla="*/ 248 w 23"/>
                  <a:gd name="T1" fmla="*/ 0 h 14"/>
                  <a:gd name="T2" fmla="*/ 0 w 23"/>
                  <a:gd name="T3" fmla="*/ 130 h 14"/>
                  <a:gd name="T4" fmla="*/ 172 w 23"/>
                  <a:gd name="T5" fmla="*/ 232 h 14"/>
                  <a:gd name="T6" fmla="*/ 248 w 23"/>
                  <a:gd name="T7" fmla="*/ 4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4">
                    <a:moveTo>
                      <a:pt x="20" y="0"/>
                    </a:moveTo>
                    <a:cubicBezTo>
                      <a:pt x="14" y="4"/>
                      <a:pt x="7" y="7"/>
                      <a:pt x="0" y="7"/>
                    </a:cubicBezTo>
                    <a:cubicBezTo>
                      <a:pt x="0" y="10"/>
                      <a:pt x="10" y="14"/>
                      <a:pt x="14" y="13"/>
                    </a:cubicBezTo>
                    <a:cubicBezTo>
                      <a:pt x="17" y="12"/>
                      <a:pt x="23" y="4"/>
                      <a:pt x="20" y="2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9" name="Freeform 927">
                <a:extLst>
                  <a:ext uri="{FF2B5EF4-FFF2-40B4-BE49-F238E27FC236}">
                    <a16:creationId xmlns:a16="http://schemas.microsoft.com/office/drawing/2014/main" id="{0DE45A61-25D4-4CB4-BBC2-57DB1E7D7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455"/>
                <a:ext cx="29" cy="68"/>
              </a:xfrm>
              <a:custGeom>
                <a:avLst/>
                <a:gdLst>
                  <a:gd name="T0" fmla="*/ 110 w 18"/>
                  <a:gd name="T1" fmla="*/ 483 h 39"/>
                  <a:gd name="T2" fmla="*/ 0 w 18"/>
                  <a:gd name="T3" fmla="*/ 307 h 39"/>
                  <a:gd name="T4" fmla="*/ 110 w 18"/>
                  <a:gd name="T5" fmla="*/ 0 h 39"/>
                  <a:gd name="T6" fmla="*/ 131 w 18"/>
                  <a:gd name="T7" fmla="*/ 4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9">
                    <a:moveTo>
                      <a:pt x="10" y="30"/>
                    </a:moveTo>
                    <a:cubicBezTo>
                      <a:pt x="9" y="39"/>
                      <a:pt x="1" y="23"/>
                      <a:pt x="0" y="19"/>
                    </a:cubicBezTo>
                    <a:cubicBezTo>
                      <a:pt x="0" y="13"/>
                      <a:pt x="7" y="5"/>
                      <a:pt x="10" y="0"/>
                    </a:cubicBezTo>
                    <a:cubicBezTo>
                      <a:pt x="18" y="5"/>
                      <a:pt x="17" y="25"/>
                      <a:pt x="12" y="31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0" name="Freeform 928">
                <a:extLst>
                  <a:ext uri="{FF2B5EF4-FFF2-40B4-BE49-F238E27FC236}">
                    <a16:creationId xmlns:a16="http://schemas.microsoft.com/office/drawing/2014/main" id="{5794990B-9942-47F6-BB92-DA27D1B94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511"/>
                <a:ext cx="33" cy="47"/>
              </a:xfrm>
              <a:custGeom>
                <a:avLst/>
                <a:gdLst>
                  <a:gd name="T0" fmla="*/ 0 w 20"/>
                  <a:gd name="T1" fmla="*/ 299 h 27"/>
                  <a:gd name="T2" fmla="*/ 226 w 20"/>
                  <a:gd name="T3" fmla="*/ 148 h 27"/>
                  <a:gd name="T4" fmla="*/ 0 w 20"/>
                  <a:gd name="T5" fmla="*/ 32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7">
                    <a:moveTo>
                      <a:pt x="0" y="19"/>
                    </a:moveTo>
                    <a:cubicBezTo>
                      <a:pt x="1" y="18"/>
                      <a:pt x="14" y="0"/>
                      <a:pt x="18" y="9"/>
                    </a:cubicBezTo>
                    <a:cubicBezTo>
                      <a:pt x="20" y="15"/>
                      <a:pt x="0" y="27"/>
                      <a:pt x="0" y="20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1" name="Freeform 929">
                <a:extLst>
                  <a:ext uri="{FF2B5EF4-FFF2-40B4-BE49-F238E27FC236}">
                    <a16:creationId xmlns:a16="http://schemas.microsoft.com/office/drawing/2014/main" id="{8FCF99CE-9F2E-4B41-AF43-DCE0D104A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3195"/>
                <a:ext cx="131" cy="292"/>
              </a:xfrm>
              <a:custGeom>
                <a:avLst/>
                <a:gdLst>
                  <a:gd name="T0" fmla="*/ 236 w 80"/>
                  <a:gd name="T1" fmla="*/ 351 h 167"/>
                  <a:gd name="T2" fmla="*/ 462 w 80"/>
                  <a:gd name="T3" fmla="*/ 91 h 167"/>
                  <a:gd name="T4" fmla="*/ 647 w 80"/>
                  <a:gd name="T5" fmla="*/ 28 h 167"/>
                  <a:gd name="T6" fmla="*/ 743 w 80"/>
                  <a:gd name="T7" fmla="*/ 348 h 167"/>
                  <a:gd name="T8" fmla="*/ 743 w 80"/>
                  <a:gd name="T9" fmla="*/ 801 h 167"/>
                  <a:gd name="T10" fmla="*/ 702 w 80"/>
                  <a:gd name="T11" fmla="*/ 1572 h 167"/>
                  <a:gd name="T12" fmla="*/ 922 w 80"/>
                  <a:gd name="T13" fmla="*/ 2072 h 167"/>
                  <a:gd name="T14" fmla="*/ 698 w 80"/>
                  <a:gd name="T15" fmla="*/ 2401 h 167"/>
                  <a:gd name="T16" fmla="*/ 329 w 80"/>
                  <a:gd name="T17" fmla="*/ 2507 h 167"/>
                  <a:gd name="T18" fmla="*/ 144 w 80"/>
                  <a:gd name="T19" fmla="*/ 2684 h 167"/>
                  <a:gd name="T20" fmla="*/ 126 w 80"/>
                  <a:gd name="T21" fmla="*/ 2401 h 167"/>
                  <a:gd name="T22" fmla="*/ 56 w 80"/>
                  <a:gd name="T23" fmla="*/ 2137 h 167"/>
                  <a:gd name="T24" fmla="*/ 56 w 80"/>
                  <a:gd name="T25" fmla="*/ 1572 h 167"/>
                  <a:gd name="T26" fmla="*/ 337 w 80"/>
                  <a:gd name="T27" fmla="*/ 699 h 167"/>
                  <a:gd name="T28" fmla="*/ 247 w 80"/>
                  <a:gd name="T29" fmla="*/ 351 h 16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167">
                    <a:moveTo>
                      <a:pt x="20" y="22"/>
                    </a:moveTo>
                    <a:cubicBezTo>
                      <a:pt x="24" y="15"/>
                      <a:pt x="31" y="9"/>
                      <a:pt x="39" y="6"/>
                    </a:cubicBezTo>
                    <a:cubicBezTo>
                      <a:pt x="43" y="4"/>
                      <a:pt x="50" y="0"/>
                      <a:pt x="55" y="2"/>
                    </a:cubicBezTo>
                    <a:cubicBezTo>
                      <a:pt x="61" y="5"/>
                      <a:pt x="63" y="15"/>
                      <a:pt x="63" y="21"/>
                    </a:cubicBezTo>
                    <a:cubicBezTo>
                      <a:pt x="64" y="30"/>
                      <a:pt x="64" y="39"/>
                      <a:pt x="63" y="49"/>
                    </a:cubicBezTo>
                    <a:cubicBezTo>
                      <a:pt x="60" y="63"/>
                      <a:pt x="52" y="81"/>
                      <a:pt x="60" y="96"/>
                    </a:cubicBezTo>
                    <a:cubicBezTo>
                      <a:pt x="65" y="105"/>
                      <a:pt x="77" y="116"/>
                      <a:pt x="78" y="127"/>
                    </a:cubicBezTo>
                    <a:cubicBezTo>
                      <a:pt x="80" y="139"/>
                      <a:pt x="69" y="146"/>
                      <a:pt x="59" y="147"/>
                    </a:cubicBezTo>
                    <a:cubicBezTo>
                      <a:pt x="47" y="147"/>
                      <a:pt x="38" y="147"/>
                      <a:pt x="28" y="153"/>
                    </a:cubicBezTo>
                    <a:cubicBezTo>
                      <a:pt x="24" y="155"/>
                      <a:pt x="15" y="167"/>
                      <a:pt x="12" y="164"/>
                    </a:cubicBezTo>
                    <a:cubicBezTo>
                      <a:pt x="10" y="161"/>
                      <a:pt x="12" y="150"/>
                      <a:pt x="11" y="147"/>
                    </a:cubicBezTo>
                    <a:cubicBezTo>
                      <a:pt x="10" y="141"/>
                      <a:pt x="7" y="137"/>
                      <a:pt x="5" y="131"/>
                    </a:cubicBezTo>
                    <a:cubicBezTo>
                      <a:pt x="0" y="119"/>
                      <a:pt x="0" y="108"/>
                      <a:pt x="5" y="96"/>
                    </a:cubicBezTo>
                    <a:cubicBezTo>
                      <a:pt x="13" y="79"/>
                      <a:pt x="31" y="63"/>
                      <a:pt x="29" y="43"/>
                    </a:cubicBezTo>
                    <a:cubicBezTo>
                      <a:pt x="29" y="36"/>
                      <a:pt x="22" y="30"/>
                      <a:pt x="21" y="22"/>
                    </a:cubicBezTo>
                  </a:path>
                </a:pathLst>
              </a:custGeom>
              <a:solidFill>
                <a:srgbClr val="CD6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2" name="Freeform 930">
                <a:extLst>
                  <a:ext uri="{FF2B5EF4-FFF2-40B4-BE49-F238E27FC236}">
                    <a16:creationId xmlns:a16="http://schemas.microsoft.com/office/drawing/2014/main" id="{CAA09A11-9DFE-4D97-9CE6-F448CB2E2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207"/>
                <a:ext cx="98" cy="255"/>
              </a:xfrm>
              <a:custGeom>
                <a:avLst/>
                <a:gdLst>
                  <a:gd name="T0" fmla="*/ 315 w 60"/>
                  <a:gd name="T1" fmla="*/ 241 h 146"/>
                  <a:gd name="T2" fmla="*/ 336 w 60"/>
                  <a:gd name="T3" fmla="*/ 933 h 146"/>
                  <a:gd name="T4" fmla="*/ 77 w 60"/>
                  <a:gd name="T5" fmla="*/ 1434 h 146"/>
                  <a:gd name="T6" fmla="*/ 21 w 60"/>
                  <a:gd name="T7" fmla="*/ 1855 h 146"/>
                  <a:gd name="T8" fmla="*/ 91 w 60"/>
                  <a:gd name="T9" fmla="*/ 2157 h 146"/>
                  <a:gd name="T10" fmla="*/ 144 w 60"/>
                  <a:gd name="T11" fmla="*/ 2370 h 146"/>
                  <a:gd name="T12" fmla="*/ 397 w 60"/>
                  <a:gd name="T13" fmla="*/ 2148 h 146"/>
                  <a:gd name="T14" fmla="*/ 627 w 60"/>
                  <a:gd name="T15" fmla="*/ 2112 h 146"/>
                  <a:gd name="T16" fmla="*/ 572 w 60"/>
                  <a:gd name="T17" fmla="*/ 1720 h 146"/>
                  <a:gd name="T18" fmla="*/ 493 w 60"/>
                  <a:gd name="T19" fmla="*/ 1172 h 146"/>
                  <a:gd name="T20" fmla="*/ 552 w 60"/>
                  <a:gd name="T21" fmla="*/ 608 h 146"/>
                  <a:gd name="T22" fmla="*/ 585 w 60"/>
                  <a:gd name="T23" fmla="*/ 176 h 146"/>
                  <a:gd name="T24" fmla="*/ 475 w 60"/>
                  <a:gd name="T25" fmla="*/ 16 h 146"/>
                  <a:gd name="T26" fmla="*/ 291 w 60"/>
                  <a:gd name="T27" fmla="*/ 176 h 146"/>
                  <a:gd name="T28" fmla="*/ 270 w 60"/>
                  <a:gd name="T29" fmla="*/ 241 h 1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46">
                    <a:moveTo>
                      <a:pt x="27" y="15"/>
                    </a:moveTo>
                    <a:cubicBezTo>
                      <a:pt x="32" y="28"/>
                      <a:pt x="36" y="42"/>
                      <a:pt x="29" y="57"/>
                    </a:cubicBezTo>
                    <a:cubicBezTo>
                      <a:pt x="24" y="69"/>
                      <a:pt x="16" y="78"/>
                      <a:pt x="7" y="88"/>
                    </a:cubicBezTo>
                    <a:cubicBezTo>
                      <a:pt x="0" y="95"/>
                      <a:pt x="1" y="105"/>
                      <a:pt x="2" y="114"/>
                    </a:cubicBezTo>
                    <a:cubicBezTo>
                      <a:pt x="3" y="121"/>
                      <a:pt x="5" y="127"/>
                      <a:pt x="8" y="133"/>
                    </a:cubicBezTo>
                    <a:cubicBezTo>
                      <a:pt x="9" y="136"/>
                      <a:pt x="10" y="144"/>
                      <a:pt x="12" y="146"/>
                    </a:cubicBezTo>
                    <a:cubicBezTo>
                      <a:pt x="20" y="140"/>
                      <a:pt x="22" y="131"/>
                      <a:pt x="34" y="132"/>
                    </a:cubicBezTo>
                    <a:cubicBezTo>
                      <a:pt x="40" y="132"/>
                      <a:pt x="49" y="136"/>
                      <a:pt x="54" y="130"/>
                    </a:cubicBezTo>
                    <a:cubicBezTo>
                      <a:pt x="60" y="122"/>
                      <a:pt x="53" y="112"/>
                      <a:pt x="49" y="106"/>
                    </a:cubicBezTo>
                    <a:cubicBezTo>
                      <a:pt x="42" y="94"/>
                      <a:pt x="41" y="85"/>
                      <a:pt x="42" y="72"/>
                    </a:cubicBezTo>
                    <a:cubicBezTo>
                      <a:pt x="43" y="60"/>
                      <a:pt x="46" y="48"/>
                      <a:pt x="48" y="37"/>
                    </a:cubicBezTo>
                    <a:cubicBezTo>
                      <a:pt x="49" y="29"/>
                      <a:pt x="51" y="19"/>
                      <a:pt x="50" y="11"/>
                    </a:cubicBezTo>
                    <a:cubicBezTo>
                      <a:pt x="49" y="8"/>
                      <a:pt x="46" y="1"/>
                      <a:pt x="41" y="1"/>
                    </a:cubicBezTo>
                    <a:cubicBezTo>
                      <a:pt x="36" y="0"/>
                      <a:pt x="28" y="8"/>
                      <a:pt x="25" y="11"/>
                    </a:cubicBezTo>
                    <a:cubicBezTo>
                      <a:pt x="24" y="13"/>
                      <a:pt x="23" y="13"/>
                      <a:pt x="23" y="15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3" name="Freeform 931">
                <a:extLst>
                  <a:ext uri="{FF2B5EF4-FFF2-40B4-BE49-F238E27FC236}">
                    <a16:creationId xmlns:a16="http://schemas.microsoft.com/office/drawing/2014/main" id="{3F255953-B53B-43FC-AD80-C990B7177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216"/>
                <a:ext cx="38" cy="101"/>
              </a:xfrm>
              <a:custGeom>
                <a:avLst/>
                <a:gdLst>
                  <a:gd name="T0" fmla="*/ 159 w 23"/>
                  <a:gd name="T1" fmla="*/ 0 h 58"/>
                  <a:gd name="T2" fmla="*/ 35 w 23"/>
                  <a:gd name="T3" fmla="*/ 300 h 58"/>
                  <a:gd name="T4" fmla="*/ 76 w 23"/>
                  <a:gd name="T5" fmla="*/ 561 h 58"/>
                  <a:gd name="T6" fmla="*/ 91 w 23"/>
                  <a:gd name="T7" fmla="*/ 782 h 58"/>
                  <a:gd name="T8" fmla="*/ 264 w 23"/>
                  <a:gd name="T9" fmla="*/ 434 h 58"/>
                  <a:gd name="T10" fmla="*/ 172 w 23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8">
                    <a:moveTo>
                      <a:pt x="13" y="0"/>
                    </a:moveTo>
                    <a:cubicBezTo>
                      <a:pt x="4" y="6"/>
                      <a:pt x="0" y="9"/>
                      <a:pt x="3" y="19"/>
                    </a:cubicBezTo>
                    <a:cubicBezTo>
                      <a:pt x="4" y="24"/>
                      <a:pt x="6" y="29"/>
                      <a:pt x="6" y="35"/>
                    </a:cubicBezTo>
                    <a:cubicBezTo>
                      <a:pt x="7" y="38"/>
                      <a:pt x="5" y="46"/>
                      <a:pt x="7" y="49"/>
                    </a:cubicBezTo>
                    <a:cubicBezTo>
                      <a:pt x="13" y="58"/>
                      <a:pt x="22" y="32"/>
                      <a:pt x="22" y="27"/>
                    </a:cubicBezTo>
                    <a:cubicBezTo>
                      <a:pt x="23" y="18"/>
                      <a:pt x="23" y="6"/>
                      <a:pt x="14" y="0"/>
                    </a:cubicBezTo>
                  </a:path>
                </a:pathLst>
              </a:custGeom>
              <a:solidFill>
                <a:srgbClr val="BA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4" name="Freeform 932">
                <a:extLst>
                  <a:ext uri="{FF2B5EF4-FFF2-40B4-BE49-F238E27FC236}">
                    <a16:creationId xmlns:a16="http://schemas.microsoft.com/office/drawing/2014/main" id="{D1679595-EBCE-4DDE-B39A-CA6E19F18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310"/>
                <a:ext cx="79" cy="137"/>
              </a:xfrm>
              <a:custGeom>
                <a:avLst/>
                <a:gdLst>
                  <a:gd name="T0" fmla="*/ 410 w 48"/>
                  <a:gd name="T1" fmla="*/ 37 h 78"/>
                  <a:gd name="T2" fmla="*/ 227 w 48"/>
                  <a:gd name="T3" fmla="*/ 237 h 78"/>
                  <a:gd name="T4" fmla="*/ 58 w 48"/>
                  <a:gd name="T5" fmla="*/ 502 h 78"/>
                  <a:gd name="T6" fmla="*/ 54 w 48"/>
                  <a:gd name="T7" fmla="*/ 922 h 78"/>
                  <a:gd name="T8" fmla="*/ 117 w 48"/>
                  <a:gd name="T9" fmla="*/ 1268 h 78"/>
                  <a:gd name="T10" fmla="*/ 219 w 48"/>
                  <a:gd name="T11" fmla="*/ 1170 h 78"/>
                  <a:gd name="T12" fmla="*/ 323 w 48"/>
                  <a:gd name="T13" fmla="*/ 1068 h 78"/>
                  <a:gd name="T14" fmla="*/ 579 w 48"/>
                  <a:gd name="T15" fmla="*/ 970 h 78"/>
                  <a:gd name="T16" fmla="*/ 490 w 48"/>
                  <a:gd name="T17" fmla="*/ 722 h 78"/>
                  <a:gd name="T18" fmla="*/ 462 w 48"/>
                  <a:gd name="T19" fmla="*/ 379 h 78"/>
                  <a:gd name="T20" fmla="*/ 395 w 48"/>
                  <a:gd name="T21" fmla="*/ 21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78">
                    <a:moveTo>
                      <a:pt x="34" y="2"/>
                    </a:moveTo>
                    <a:cubicBezTo>
                      <a:pt x="26" y="0"/>
                      <a:pt x="23" y="9"/>
                      <a:pt x="19" y="14"/>
                    </a:cubicBezTo>
                    <a:cubicBezTo>
                      <a:pt x="15" y="20"/>
                      <a:pt x="9" y="24"/>
                      <a:pt x="5" y="30"/>
                    </a:cubicBezTo>
                    <a:cubicBezTo>
                      <a:pt x="0" y="39"/>
                      <a:pt x="3" y="46"/>
                      <a:pt x="4" y="55"/>
                    </a:cubicBezTo>
                    <a:cubicBezTo>
                      <a:pt x="4" y="59"/>
                      <a:pt x="5" y="73"/>
                      <a:pt x="10" y="76"/>
                    </a:cubicBezTo>
                    <a:cubicBezTo>
                      <a:pt x="14" y="78"/>
                      <a:pt x="16" y="73"/>
                      <a:pt x="18" y="70"/>
                    </a:cubicBezTo>
                    <a:cubicBezTo>
                      <a:pt x="21" y="67"/>
                      <a:pt x="23" y="65"/>
                      <a:pt x="27" y="64"/>
                    </a:cubicBezTo>
                    <a:cubicBezTo>
                      <a:pt x="33" y="62"/>
                      <a:pt x="48" y="69"/>
                      <a:pt x="48" y="58"/>
                    </a:cubicBezTo>
                    <a:cubicBezTo>
                      <a:pt x="48" y="53"/>
                      <a:pt x="43" y="47"/>
                      <a:pt x="41" y="43"/>
                    </a:cubicBezTo>
                    <a:cubicBezTo>
                      <a:pt x="38" y="36"/>
                      <a:pt x="38" y="30"/>
                      <a:pt x="38" y="23"/>
                    </a:cubicBezTo>
                    <a:cubicBezTo>
                      <a:pt x="37" y="18"/>
                      <a:pt x="40" y="3"/>
                      <a:pt x="33" y="1"/>
                    </a:cubicBezTo>
                  </a:path>
                </a:pathLst>
              </a:custGeom>
              <a:solidFill>
                <a:srgbClr val="BA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5" name="Freeform 933">
                <a:extLst>
                  <a:ext uri="{FF2B5EF4-FFF2-40B4-BE49-F238E27FC236}">
                    <a16:creationId xmlns:a16="http://schemas.microsoft.com/office/drawing/2014/main" id="{53BAAE31-8BE0-4414-9B6B-F021EC69C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223"/>
                <a:ext cx="26" cy="68"/>
              </a:xfrm>
              <a:custGeom>
                <a:avLst/>
                <a:gdLst>
                  <a:gd name="T0" fmla="*/ 55 w 16"/>
                  <a:gd name="T1" fmla="*/ 610 h 39"/>
                  <a:gd name="T2" fmla="*/ 13 w 16"/>
                  <a:gd name="T3" fmla="*/ 113 h 39"/>
                  <a:gd name="T4" fmla="*/ 68 w 16"/>
                  <a:gd name="T5" fmla="*/ 16 h 39"/>
                  <a:gd name="T6" fmla="*/ 143 w 16"/>
                  <a:gd name="T7" fmla="*/ 28 h 39"/>
                  <a:gd name="T8" fmla="*/ 166 w 16"/>
                  <a:gd name="T9" fmla="*/ 371 h 39"/>
                  <a:gd name="T10" fmla="*/ 89 w 16"/>
                  <a:gd name="T11" fmla="*/ 62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5" y="38"/>
                    </a:moveTo>
                    <a:cubicBezTo>
                      <a:pt x="6" y="27"/>
                      <a:pt x="0" y="17"/>
                      <a:pt x="1" y="7"/>
                    </a:cubicBezTo>
                    <a:cubicBezTo>
                      <a:pt x="1" y="3"/>
                      <a:pt x="1" y="1"/>
                      <a:pt x="6" y="1"/>
                    </a:cubicBezTo>
                    <a:cubicBezTo>
                      <a:pt x="8" y="0"/>
                      <a:pt x="10" y="0"/>
                      <a:pt x="12" y="2"/>
                    </a:cubicBezTo>
                    <a:cubicBezTo>
                      <a:pt x="15" y="6"/>
                      <a:pt x="16" y="18"/>
                      <a:pt x="15" y="23"/>
                    </a:cubicBezTo>
                    <a:cubicBezTo>
                      <a:pt x="15" y="30"/>
                      <a:pt x="12" y="34"/>
                      <a:pt x="8" y="39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6" name="Freeform 934">
                <a:extLst>
                  <a:ext uri="{FF2B5EF4-FFF2-40B4-BE49-F238E27FC236}">
                    <a16:creationId xmlns:a16="http://schemas.microsoft.com/office/drawing/2014/main" id="{BE2EF7C9-5643-4457-BBC9-C43CD36CE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3317"/>
                <a:ext cx="63" cy="116"/>
              </a:xfrm>
              <a:custGeom>
                <a:avLst/>
                <a:gdLst>
                  <a:gd name="T0" fmla="*/ 347 w 38"/>
                  <a:gd name="T1" fmla="*/ 0 h 66"/>
                  <a:gd name="T2" fmla="*/ 242 w 38"/>
                  <a:gd name="T3" fmla="*/ 135 h 66"/>
                  <a:gd name="T4" fmla="*/ 138 w 38"/>
                  <a:gd name="T5" fmla="*/ 315 h 66"/>
                  <a:gd name="T6" fmla="*/ 0 w 38"/>
                  <a:gd name="T7" fmla="*/ 668 h 66"/>
                  <a:gd name="T8" fmla="*/ 99 w 38"/>
                  <a:gd name="T9" fmla="*/ 1109 h 66"/>
                  <a:gd name="T10" fmla="*/ 285 w 38"/>
                  <a:gd name="T11" fmla="*/ 884 h 66"/>
                  <a:gd name="T12" fmla="*/ 459 w 38"/>
                  <a:gd name="T13" fmla="*/ 884 h 66"/>
                  <a:gd name="T14" fmla="*/ 401 w 38"/>
                  <a:gd name="T15" fmla="*/ 657 h 66"/>
                  <a:gd name="T16" fmla="*/ 347 w 38"/>
                  <a:gd name="T17" fmla="*/ 401 h 66"/>
                  <a:gd name="T18" fmla="*/ 347 w 38"/>
                  <a:gd name="T19" fmla="*/ 49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66">
                    <a:moveTo>
                      <a:pt x="28" y="0"/>
                    </a:moveTo>
                    <a:cubicBezTo>
                      <a:pt x="23" y="0"/>
                      <a:pt x="21" y="4"/>
                      <a:pt x="19" y="8"/>
                    </a:cubicBezTo>
                    <a:cubicBezTo>
                      <a:pt x="17" y="12"/>
                      <a:pt x="15" y="16"/>
                      <a:pt x="11" y="19"/>
                    </a:cubicBezTo>
                    <a:cubicBezTo>
                      <a:pt x="4" y="26"/>
                      <a:pt x="1" y="29"/>
                      <a:pt x="0" y="40"/>
                    </a:cubicBezTo>
                    <a:cubicBezTo>
                      <a:pt x="0" y="44"/>
                      <a:pt x="3" y="66"/>
                      <a:pt x="8" y="66"/>
                    </a:cubicBezTo>
                    <a:cubicBezTo>
                      <a:pt x="13" y="66"/>
                      <a:pt x="15" y="53"/>
                      <a:pt x="23" y="53"/>
                    </a:cubicBezTo>
                    <a:cubicBezTo>
                      <a:pt x="26" y="52"/>
                      <a:pt x="35" y="59"/>
                      <a:pt x="37" y="53"/>
                    </a:cubicBezTo>
                    <a:cubicBezTo>
                      <a:pt x="38" y="50"/>
                      <a:pt x="33" y="42"/>
                      <a:pt x="32" y="39"/>
                    </a:cubicBezTo>
                    <a:cubicBezTo>
                      <a:pt x="30" y="34"/>
                      <a:pt x="28" y="29"/>
                      <a:pt x="28" y="24"/>
                    </a:cubicBezTo>
                    <a:cubicBezTo>
                      <a:pt x="28" y="17"/>
                      <a:pt x="31" y="9"/>
                      <a:pt x="28" y="3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7" name="Freeform 935">
                <a:extLst>
                  <a:ext uri="{FF2B5EF4-FFF2-40B4-BE49-F238E27FC236}">
                    <a16:creationId xmlns:a16="http://schemas.microsoft.com/office/drawing/2014/main" id="{8A765E5E-185D-4FA4-864B-D9C3DD597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3220"/>
                <a:ext cx="26" cy="66"/>
              </a:xfrm>
              <a:custGeom>
                <a:avLst/>
                <a:gdLst>
                  <a:gd name="T0" fmla="*/ 102 w 16"/>
                  <a:gd name="T1" fmla="*/ 85 h 38"/>
                  <a:gd name="T2" fmla="*/ 89 w 16"/>
                  <a:gd name="T3" fmla="*/ 603 h 38"/>
                  <a:gd name="T4" fmla="*/ 76 w 16"/>
                  <a:gd name="T5" fmla="*/ 4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8">
                    <a:moveTo>
                      <a:pt x="9" y="5"/>
                    </a:moveTo>
                    <a:cubicBezTo>
                      <a:pt x="0" y="0"/>
                      <a:pt x="8" y="35"/>
                      <a:pt x="8" y="38"/>
                    </a:cubicBezTo>
                    <a:cubicBezTo>
                      <a:pt x="16" y="35"/>
                      <a:pt x="13" y="1"/>
                      <a:pt x="7" y="3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8" name="Freeform 936">
                <a:extLst>
                  <a:ext uri="{FF2B5EF4-FFF2-40B4-BE49-F238E27FC236}">
                    <a16:creationId xmlns:a16="http://schemas.microsoft.com/office/drawing/2014/main" id="{578C565B-A2CD-4419-9C4C-52385D046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321"/>
                <a:ext cx="54" cy="108"/>
              </a:xfrm>
              <a:custGeom>
                <a:avLst/>
                <a:gdLst>
                  <a:gd name="T0" fmla="*/ 295 w 33"/>
                  <a:gd name="T1" fmla="*/ 64 h 62"/>
                  <a:gd name="T2" fmla="*/ 260 w 33"/>
                  <a:gd name="T3" fmla="*/ 0 h 62"/>
                  <a:gd name="T4" fmla="*/ 126 w 33"/>
                  <a:gd name="T5" fmla="*/ 348 h 62"/>
                  <a:gd name="T6" fmla="*/ 13 w 33"/>
                  <a:gd name="T7" fmla="*/ 692 h 62"/>
                  <a:gd name="T8" fmla="*/ 34 w 33"/>
                  <a:gd name="T9" fmla="*/ 883 h 62"/>
                  <a:gd name="T10" fmla="*/ 126 w 33"/>
                  <a:gd name="T11" fmla="*/ 867 h 62"/>
                  <a:gd name="T12" fmla="*/ 236 w 33"/>
                  <a:gd name="T13" fmla="*/ 735 h 62"/>
                  <a:gd name="T14" fmla="*/ 350 w 33"/>
                  <a:gd name="T15" fmla="*/ 770 h 62"/>
                  <a:gd name="T16" fmla="*/ 270 w 33"/>
                  <a:gd name="T17" fmla="*/ 385 h 62"/>
                  <a:gd name="T18" fmla="*/ 295 w 33"/>
                  <a:gd name="T19" fmla="*/ 49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62">
                    <a:moveTo>
                      <a:pt x="25" y="4"/>
                    </a:moveTo>
                    <a:cubicBezTo>
                      <a:pt x="25" y="2"/>
                      <a:pt x="24" y="1"/>
                      <a:pt x="22" y="0"/>
                    </a:cubicBezTo>
                    <a:cubicBezTo>
                      <a:pt x="18" y="8"/>
                      <a:pt x="18" y="15"/>
                      <a:pt x="11" y="22"/>
                    </a:cubicBezTo>
                    <a:cubicBezTo>
                      <a:pt x="4" y="28"/>
                      <a:pt x="0" y="33"/>
                      <a:pt x="1" y="43"/>
                    </a:cubicBezTo>
                    <a:cubicBezTo>
                      <a:pt x="1" y="47"/>
                      <a:pt x="2" y="52"/>
                      <a:pt x="3" y="55"/>
                    </a:cubicBezTo>
                    <a:cubicBezTo>
                      <a:pt x="6" y="62"/>
                      <a:pt x="8" y="58"/>
                      <a:pt x="11" y="54"/>
                    </a:cubicBezTo>
                    <a:cubicBezTo>
                      <a:pt x="13" y="50"/>
                      <a:pt x="15" y="45"/>
                      <a:pt x="20" y="46"/>
                    </a:cubicBezTo>
                    <a:cubicBezTo>
                      <a:pt x="23" y="46"/>
                      <a:pt x="27" y="51"/>
                      <a:pt x="30" y="48"/>
                    </a:cubicBezTo>
                    <a:cubicBezTo>
                      <a:pt x="33" y="45"/>
                      <a:pt x="23" y="30"/>
                      <a:pt x="23" y="24"/>
                    </a:cubicBezTo>
                    <a:cubicBezTo>
                      <a:pt x="23" y="18"/>
                      <a:pt x="27" y="9"/>
                      <a:pt x="25" y="3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9" name="Freeform 937">
                <a:extLst>
                  <a:ext uri="{FF2B5EF4-FFF2-40B4-BE49-F238E27FC236}">
                    <a16:creationId xmlns:a16="http://schemas.microsoft.com/office/drawing/2014/main" id="{ADA7B3CB-D8F2-4E7C-973C-1BEF2FD06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335"/>
                <a:ext cx="237" cy="222"/>
              </a:xfrm>
              <a:custGeom>
                <a:avLst/>
                <a:gdLst>
                  <a:gd name="T0" fmla="*/ 222 w 145"/>
                  <a:gd name="T1" fmla="*/ 2071 h 127"/>
                  <a:gd name="T2" fmla="*/ 363 w 145"/>
                  <a:gd name="T3" fmla="*/ 1535 h 127"/>
                  <a:gd name="T4" fmla="*/ 619 w 145"/>
                  <a:gd name="T5" fmla="*/ 1400 h 127"/>
                  <a:gd name="T6" fmla="*/ 901 w 145"/>
                  <a:gd name="T7" fmla="*/ 1112 h 127"/>
                  <a:gd name="T8" fmla="*/ 1285 w 145"/>
                  <a:gd name="T9" fmla="*/ 523 h 127"/>
                  <a:gd name="T10" fmla="*/ 1692 w 145"/>
                  <a:gd name="T11" fmla="*/ 0 h 127"/>
                  <a:gd name="T12" fmla="*/ 1415 w 145"/>
                  <a:gd name="T13" fmla="*/ 477 h 127"/>
                  <a:gd name="T14" fmla="*/ 1247 w 145"/>
                  <a:gd name="T15" fmla="*/ 813 h 127"/>
                  <a:gd name="T16" fmla="*/ 1012 w 145"/>
                  <a:gd name="T17" fmla="*/ 1159 h 127"/>
                  <a:gd name="T18" fmla="*/ 852 w 145"/>
                  <a:gd name="T19" fmla="*/ 1437 h 127"/>
                  <a:gd name="T20" fmla="*/ 235 w 145"/>
                  <a:gd name="T21" fmla="*/ 2043 h 1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127">
                    <a:moveTo>
                      <a:pt x="19" y="127"/>
                    </a:moveTo>
                    <a:cubicBezTo>
                      <a:pt x="0" y="117"/>
                      <a:pt x="18" y="99"/>
                      <a:pt x="31" y="94"/>
                    </a:cubicBezTo>
                    <a:cubicBezTo>
                      <a:pt x="38" y="91"/>
                      <a:pt x="46" y="89"/>
                      <a:pt x="53" y="86"/>
                    </a:cubicBezTo>
                    <a:cubicBezTo>
                      <a:pt x="62" y="82"/>
                      <a:pt x="70" y="74"/>
                      <a:pt x="77" y="68"/>
                    </a:cubicBezTo>
                    <a:cubicBezTo>
                      <a:pt x="89" y="58"/>
                      <a:pt x="101" y="45"/>
                      <a:pt x="110" y="32"/>
                    </a:cubicBezTo>
                    <a:cubicBezTo>
                      <a:pt x="118" y="20"/>
                      <a:pt x="130" y="2"/>
                      <a:pt x="145" y="0"/>
                    </a:cubicBezTo>
                    <a:cubicBezTo>
                      <a:pt x="137" y="9"/>
                      <a:pt x="128" y="19"/>
                      <a:pt x="121" y="29"/>
                    </a:cubicBezTo>
                    <a:cubicBezTo>
                      <a:pt x="116" y="37"/>
                      <a:pt x="113" y="44"/>
                      <a:pt x="107" y="50"/>
                    </a:cubicBezTo>
                    <a:cubicBezTo>
                      <a:pt x="100" y="57"/>
                      <a:pt x="92" y="63"/>
                      <a:pt x="87" y="71"/>
                    </a:cubicBezTo>
                    <a:cubicBezTo>
                      <a:pt x="82" y="78"/>
                      <a:pt x="80" y="84"/>
                      <a:pt x="73" y="88"/>
                    </a:cubicBezTo>
                    <a:cubicBezTo>
                      <a:pt x="67" y="91"/>
                      <a:pt x="6" y="112"/>
                      <a:pt x="20" y="125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0" name="Freeform 938">
                <a:extLst>
                  <a:ext uri="{FF2B5EF4-FFF2-40B4-BE49-F238E27FC236}">
                    <a16:creationId xmlns:a16="http://schemas.microsoft.com/office/drawing/2014/main" id="{482FF2C1-7367-403D-A21A-A75CB7EA4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3489"/>
                <a:ext cx="80" cy="52"/>
              </a:xfrm>
              <a:custGeom>
                <a:avLst/>
                <a:gdLst>
                  <a:gd name="T0" fmla="*/ 91 w 49"/>
                  <a:gd name="T1" fmla="*/ 468 h 30"/>
                  <a:gd name="T2" fmla="*/ 570 w 49"/>
                  <a:gd name="T3" fmla="*/ 16 h 30"/>
                  <a:gd name="T4" fmla="*/ 91 w 49"/>
                  <a:gd name="T5" fmla="*/ 44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0">
                    <a:moveTo>
                      <a:pt x="8" y="30"/>
                    </a:moveTo>
                    <a:cubicBezTo>
                      <a:pt x="0" y="14"/>
                      <a:pt x="40" y="0"/>
                      <a:pt x="49" y="1"/>
                    </a:cubicBezTo>
                    <a:cubicBezTo>
                      <a:pt x="38" y="11"/>
                      <a:pt x="16" y="13"/>
                      <a:pt x="8" y="28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1" name="Freeform 939">
                <a:extLst>
                  <a:ext uri="{FF2B5EF4-FFF2-40B4-BE49-F238E27FC236}">
                    <a16:creationId xmlns:a16="http://schemas.microsoft.com/office/drawing/2014/main" id="{875D44E4-3DD9-4788-B143-51D507F85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3344"/>
                <a:ext cx="111" cy="134"/>
              </a:xfrm>
              <a:custGeom>
                <a:avLst/>
                <a:gdLst>
                  <a:gd name="T0" fmla="*/ 0 w 68"/>
                  <a:gd name="T1" fmla="*/ 1203 h 77"/>
                  <a:gd name="T2" fmla="*/ 243 w 68"/>
                  <a:gd name="T3" fmla="*/ 827 h 77"/>
                  <a:gd name="T4" fmla="*/ 426 w 68"/>
                  <a:gd name="T5" fmla="*/ 520 h 77"/>
                  <a:gd name="T6" fmla="*/ 552 w 68"/>
                  <a:gd name="T7" fmla="*/ 258 h 77"/>
                  <a:gd name="T8" fmla="*/ 787 w 68"/>
                  <a:gd name="T9" fmla="*/ 0 h 77"/>
                  <a:gd name="T10" fmla="*/ 552 w 68"/>
                  <a:gd name="T11" fmla="*/ 412 h 77"/>
                  <a:gd name="T12" fmla="*/ 349 w 68"/>
                  <a:gd name="T13" fmla="*/ 717 h 77"/>
                  <a:gd name="T14" fmla="*/ 0 w 68"/>
                  <a:gd name="T15" fmla="*/ 1227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77">
                    <a:moveTo>
                      <a:pt x="0" y="75"/>
                    </a:moveTo>
                    <a:cubicBezTo>
                      <a:pt x="1" y="77"/>
                      <a:pt x="17" y="57"/>
                      <a:pt x="21" y="52"/>
                    </a:cubicBezTo>
                    <a:cubicBezTo>
                      <a:pt x="26" y="46"/>
                      <a:pt x="32" y="40"/>
                      <a:pt x="37" y="33"/>
                    </a:cubicBezTo>
                    <a:cubicBezTo>
                      <a:pt x="41" y="28"/>
                      <a:pt x="44" y="21"/>
                      <a:pt x="48" y="16"/>
                    </a:cubicBezTo>
                    <a:cubicBezTo>
                      <a:pt x="54" y="7"/>
                      <a:pt x="60" y="5"/>
                      <a:pt x="68" y="0"/>
                    </a:cubicBezTo>
                    <a:cubicBezTo>
                      <a:pt x="59" y="7"/>
                      <a:pt x="54" y="16"/>
                      <a:pt x="48" y="26"/>
                    </a:cubicBezTo>
                    <a:cubicBezTo>
                      <a:pt x="42" y="35"/>
                      <a:pt x="37" y="39"/>
                      <a:pt x="30" y="45"/>
                    </a:cubicBezTo>
                    <a:cubicBezTo>
                      <a:pt x="18" y="56"/>
                      <a:pt x="16" y="73"/>
                      <a:pt x="0" y="77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2" name="Freeform 940">
                <a:extLst>
                  <a:ext uri="{FF2B5EF4-FFF2-40B4-BE49-F238E27FC236}">
                    <a16:creationId xmlns:a16="http://schemas.microsoft.com/office/drawing/2014/main" id="{8BDA5C65-46AD-4B97-891D-A1D484EED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572"/>
                <a:ext cx="205" cy="128"/>
              </a:xfrm>
              <a:custGeom>
                <a:avLst/>
                <a:gdLst>
                  <a:gd name="T0" fmla="*/ 1366 w 125"/>
                  <a:gd name="T1" fmla="*/ 172 h 73"/>
                  <a:gd name="T2" fmla="*/ 833 w 125"/>
                  <a:gd name="T3" fmla="*/ 379 h 73"/>
                  <a:gd name="T4" fmla="*/ 318 w 125"/>
                  <a:gd name="T5" fmla="*/ 729 h 73"/>
                  <a:gd name="T6" fmla="*/ 80 w 125"/>
                  <a:gd name="T7" fmla="*/ 966 h 73"/>
                  <a:gd name="T8" fmla="*/ 282 w 125"/>
                  <a:gd name="T9" fmla="*/ 1094 h 73"/>
                  <a:gd name="T10" fmla="*/ 745 w 125"/>
                  <a:gd name="T11" fmla="*/ 842 h 73"/>
                  <a:gd name="T12" fmla="*/ 1173 w 125"/>
                  <a:gd name="T13" fmla="*/ 1040 h 73"/>
                  <a:gd name="T14" fmla="*/ 1483 w 125"/>
                  <a:gd name="T15" fmla="*/ 530 h 73"/>
                  <a:gd name="T16" fmla="*/ 1353 w 125"/>
                  <a:gd name="T17" fmla="*/ 179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73">
                    <a:moveTo>
                      <a:pt x="115" y="10"/>
                    </a:moveTo>
                    <a:cubicBezTo>
                      <a:pt x="103" y="0"/>
                      <a:pt x="79" y="14"/>
                      <a:pt x="70" y="23"/>
                    </a:cubicBezTo>
                    <a:cubicBezTo>
                      <a:pt x="56" y="36"/>
                      <a:pt x="47" y="40"/>
                      <a:pt x="27" y="44"/>
                    </a:cubicBezTo>
                    <a:cubicBezTo>
                      <a:pt x="19" y="46"/>
                      <a:pt x="12" y="50"/>
                      <a:pt x="7" y="58"/>
                    </a:cubicBezTo>
                    <a:cubicBezTo>
                      <a:pt x="0" y="73"/>
                      <a:pt x="14" y="73"/>
                      <a:pt x="24" y="66"/>
                    </a:cubicBezTo>
                    <a:cubicBezTo>
                      <a:pt x="34" y="59"/>
                      <a:pt x="51" y="48"/>
                      <a:pt x="63" y="51"/>
                    </a:cubicBezTo>
                    <a:cubicBezTo>
                      <a:pt x="76" y="54"/>
                      <a:pt x="84" y="68"/>
                      <a:pt x="99" y="63"/>
                    </a:cubicBezTo>
                    <a:cubicBezTo>
                      <a:pt x="111" y="59"/>
                      <a:pt x="125" y="46"/>
                      <a:pt x="125" y="32"/>
                    </a:cubicBezTo>
                    <a:cubicBezTo>
                      <a:pt x="125" y="24"/>
                      <a:pt x="119" y="17"/>
                      <a:pt x="114" y="11"/>
                    </a:cubicBezTo>
                  </a:path>
                </a:pathLst>
              </a:custGeom>
              <a:solidFill>
                <a:srgbClr val="D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3" name="Freeform 941">
                <a:extLst>
                  <a:ext uri="{FF2B5EF4-FFF2-40B4-BE49-F238E27FC236}">
                    <a16:creationId xmlns:a16="http://schemas.microsoft.com/office/drawing/2014/main" id="{3868C69F-7970-45C4-A21D-76E9FFCD0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3548"/>
                <a:ext cx="217" cy="162"/>
              </a:xfrm>
              <a:custGeom>
                <a:avLst/>
                <a:gdLst>
                  <a:gd name="T0" fmla="*/ 1100 w 133"/>
                  <a:gd name="T1" fmla="*/ 159 h 93"/>
                  <a:gd name="T2" fmla="*/ 674 w 133"/>
                  <a:gd name="T3" fmla="*/ 221 h 93"/>
                  <a:gd name="T4" fmla="*/ 548 w 133"/>
                  <a:gd name="T5" fmla="*/ 671 h 93"/>
                  <a:gd name="T6" fmla="*/ 220 w 133"/>
                  <a:gd name="T7" fmla="*/ 911 h 93"/>
                  <a:gd name="T8" fmla="*/ 34 w 133"/>
                  <a:gd name="T9" fmla="*/ 1341 h 93"/>
                  <a:gd name="T10" fmla="*/ 494 w 133"/>
                  <a:gd name="T11" fmla="*/ 1252 h 93"/>
                  <a:gd name="T12" fmla="*/ 865 w 133"/>
                  <a:gd name="T13" fmla="*/ 1104 h 93"/>
                  <a:gd name="T14" fmla="*/ 1247 w 133"/>
                  <a:gd name="T15" fmla="*/ 719 h 93"/>
                  <a:gd name="T16" fmla="*/ 1369 w 133"/>
                  <a:gd name="T17" fmla="*/ 322 h 93"/>
                  <a:gd name="T18" fmla="*/ 1100 w 133"/>
                  <a:gd name="T19" fmla="*/ 159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3" h="93">
                    <a:moveTo>
                      <a:pt x="95" y="10"/>
                    </a:moveTo>
                    <a:cubicBezTo>
                      <a:pt x="88" y="0"/>
                      <a:pt x="66" y="9"/>
                      <a:pt x="58" y="14"/>
                    </a:cubicBezTo>
                    <a:cubicBezTo>
                      <a:pt x="44" y="21"/>
                      <a:pt x="53" y="32"/>
                      <a:pt x="47" y="42"/>
                    </a:cubicBezTo>
                    <a:cubicBezTo>
                      <a:pt x="42" y="49"/>
                      <a:pt x="26" y="51"/>
                      <a:pt x="19" y="57"/>
                    </a:cubicBezTo>
                    <a:cubicBezTo>
                      <a:pt x="14" y="63"/>
                      <a:pt x="0" y="76"/>
                      <a:pt x="3" y="84"/>
                    </a:cubicBezTo>
                    <a:cubicBezTo>
                      <a:pt x="15" y="87"/>
                      <a:pt x="29" y="76"/>
                      <a:pt x="43" y="78"/>
                    </a:cubicBezTo>
                    <a:cubicBezTo>
                      <a:pt x="57" y="80"/>
                      <a:pt x="68" y="86"/>
                      <a:pt x="75" y="69"/>
                    </a:cubicBezTo>
                    <a:cubicBezTo>
                      <a:pt x="87" y="93"/>
                      <a:pt x="133" y="68"/>
                      <a:pt x="108" y="45"/>
                    </a:cubicBezTo>
                    <a:cubicBezTo>
                      <a:pt x="116" y="38"/>
                      <a:pt x="125" y="31"/>
                      <a:pt x="118" y="20"/>
                    </a:cubicBezTo>
                    <a:cubicBezTo>
                      <a:pt x="113" y="12"/>
                      <a:pt x="104" y="11"/>
                      <a:pt x="95" y="10"/>
                    </a:cubicBezTo>
                  </a:path>
                </a:pathLst>
              </a:custGeom>
              <a:solidFill>
                <a:srgbClr val="D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4" name="Freeform 942">
                <a:extLst>
                  <a:ext uri="{FF2B5EF4-FFF2-40B4-BE49-F238E27FC236}">
                    <a16:creationId xmlns:a16="http://schemas.microsoft.com/office/drawing/2014/main" id="{EC75E71B-B8D5-4BBA-83E6-606276234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3684"/>
                <a:ext cx="146" cy="87"/>
              </a:xfrm>
              <a:custGeom>
                <a:avLst/>
                <a:gdLst>
                  <a:gd name="T0" fmla="*/ 573 w 89"/>
                  <a:gd name="T1" fmla="*/ 320 h 50"/>
                  <a:gd name="T2" fmla="*/ 21 w 89"/>
                  <a:gd name="T3" fmla="*/ 405 h 50"/>
                  <a:gd name="T4" fmla="*/ 282 w 89"/>
                  <a:gd name="T5" fmla="*/ 606 h 50"/>
                  <a:gd name="T6" fmla="*/ 558 w 89"/>
                  <a:gd name="T7" fmla="*/ 691 h 50"/>
                  <a:gd name="T8" fmla="*/ 812 w 89"/>
                  <a:gd name="T9" fmla="*/ 520 h 50"/>
                  <a:gd name="T10" fmla="*/ 984 w 89"/>
                  <a:gd name="T11" fmla="*/ 221 h 50"/>
                  <a:gd name="T12" fmla="*/ 573 w 89"/>
                  <a:gd name="T13" fmla="*/ 336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50">
                    <a:moveTo>
                      <a:pt x="48" y="20"/>
                    </a:moveTo>
                    <a:cubicBezTo>
                      <a:pt x="40" y="7"/>
                      <a:pt x="6" y="8"/>
                      <a:pt x="2" y="25"/>
                    </a:cubicBezTo>
                    <a:cubicBezTo>
                      <a:pt x="0" y="38"/>
                      <a:pt x="14" y="40"/>
                      <a:pt x="24" y="38"/>
                    </a:cubicBezTo>
                    <a:cubicBezTo>
                      <a:pt x="36" y="36"/>
                      <a:pt x="36" y="37"/>
                      <a:pt x="47" y="43"/>
                    </a:cubicBezTo>
                    <a:cubicBezTo>
                      <a:pt x="58" y="50"/>
                      <a:pt x="58" y="42"/>
                      <a:pt x="68" y="33"/>
                    </a:cubicBezTo>
                    <a:cubicBezTo>
                      <a:pt x="74" y="27"/>
                      <a:pt x="89" y="24"/>
                      <a:pt x="83" y="14"/>
                    </a:cubicBezTo>
                    <a:cubicBezTo>
                      <a:pt x="75" y="0"/>
                      <a:pt x="53" y="10"/>
                      <a:pt x="48" y="21"/>
                    </a:cubicBezTo>
                  </a:path>
                </a:pathLst>
              </a:custGeom>
              <a:solidFill>
                <a:srgbClr val="D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5" name="Freeform 943">
                <a:extLst>
                  <a:ext uri="{FF2B5EF4-FFF2-40B4-BE49-F238E27FC236}">
                    <a16:creationId xmlns:a16="http://schemas.microsoft.com/office/drawing/2014/main" id="{88A1BF4B-2A97-4543-BDA8-7A207FD57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3529"/>
                <a:ext cx="64" cy="84"/>
              </a:xfrm>
              <a:custGeom>
                <a:avLst/>
                <a:gdLst>
                  <a:gd name="T0" fmla="*/ 407 w 39"/>
                  <a:gd name="T1" fmla="*/ 86 h 48"/>
                  <a:gd name="T2" fmla="*/ 92 w 39"/>
                  <a:gd name="T3" fmla="*/ 172 h 48"/>
                  <a:gd name="T4" fmla="*/ 117 w 39"/>
                  <a:gd name="T5" fmla="*/ 592 h 48"/>
                  <a:gd name="T6" fmla="*/ 331 w 39"/>
                  <a:gd name="T7" fmla="*/ 527 h 48"/>
                  <a:gd name="T8" fmla="*/ 415 w 39"/>
                  <a:gd name="T9" fmla="*/ 8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34" y="5"/>
                    </a:moveTo>
                    <a:cubicBezTo>
                      <a:pt x="28" y="0"/>
                      <a:pt x="13" y="4"/>
                      <a:pt x="8" y="10"/>
                    </a:cubicBezTo>
                    <a:cubicBezTo>
                      <a:pt x="0" y="18"/>
                      <a:pt x="4" y="28"/>
                      <a:pt x="10" y="36"/>
                    </a:cubicBezTo>
                    <a:cubicBezTo>
                      <a:pt x="20" y="48"/>
                      <a:pt x="23" y="45"/>
                      <a:pt x="28" y="32"/>
                    </a:cubicBezTo>
                    <a:cubicBezTo>
                      <a:pt x="31" y="24"/>
                      <a:pt x="39" y="13"/>
                      <a:pt x="35" y="5"/>
                    </a:cubicBezTo>
                  </a:path>
                </a:pathLst>
              </a:custGeom>
              <a:solidFill>
                <a:srgbClr val="D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6" name="Freeform 944">
                <a:extLst>
                  <a:ext uri="{FF2B5EF4-FFF2-40B4-BE49-F238E27FC236}">
                    <a16:creationId xmlns:a16="http://schemas.microsoft.com/office/drawing/2014/main" id="{25593928-A15A-4A40-9E05-DB1442551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3564"/>
                <a:ext cx="197" cy="127"/>
              </a:xfrm>
              <a:custGeom>
                <a:avLst/>
                <a:gdLst>
                  <a:gd name="T0" fmla="*/ 1110 w 120"/>
                  <a:gd name="T1" fmla="*/ 221 h 73"/>
                  <a:gd name="T2" fmla="*/ 785 w 120"/>
                  <a:gd name="T3" fmla="*/ 212 h 73"/>
                  <a:gd name="T4" fmla="*/ 722 w 120"/>
                  <a:gd name="T5" fmla="*/ 578 h 73"/>
                  <a:gd name="T6" fmla="*/ 1041 w 120"/>
                  <a:gd name="T7" fmla="*/ 157 h 73"/>
                  <a:gd name="T8" fmla="*/ 655 w 120"/>
                  <a:gd name="T9" fmla="*/ 172 h 73"/>
                  <a:gd name="T10" fmla="*/ 478 w 120"/>
                  <a:gd name="T11" fmla="*/ 585 h 73"/>
                  <a:gd name="T12" fmla="*/ 80 w 120"/>
                  <a:gd name="T13" fmla="*/ 1080 h 73"/>
                  <a:gd name="T14" fmla="*/ 488 w 120"/>
                  <a:gd name="T15" fmla="*/ 889 h 73"/>
                  <a:gd name="T16" fmla="*/ 778 w 120"/>
                  <a:gd name="T17" fmla="*/ 990 h 73"/>
                  <a:gd name="T18" fmla="*/ 895 w 120"/>
                  <a:gd name="T19" fmla="*/ 941 h 73"/>
                  <a:gd name="T20" fmla="*/ 1019 w 120"/>
                  <a:gd name="T21" fmla="*/ 1018 h 73"/>
                  <a:gd name="T22" fmla="*/ 1267 w 120"/>
                  <a:gd name="T23" fmla="*/ 732 h 73"/>
                  <a:gd name="T24" fmla="*/ 1267 w 120"/>
                  <a:gd name="T25" fmla="*/ 578 h 73"/>
                  <a:gd name="T26" fmla="*/ 1372 w 120"/>
                  <a:gd name="T27" fmla="*/ 433 h 73"/>
                  <a:gd name="T28" fmla="*/ 1323 w 120"/>
                  <a:gd name="T29" fmla="*/ 127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0" h="73">
                    <a:moveTo>
                      <a:pt x="93" y="14"/>
                    </a:moveTo>
                    <a:cubicBezTo>
                      <a:pt x="88" y="11"/>
                      <a:pt x="71" y="9"/>
                      <a:pt x="66" y="13"/>
                    </a:cubicBezTo>
                    <a:cubicBezTo>
                      <a:pt x="61" y="16"/>
                      <a:pt x="56" y="31"/>
                      <a:pt x="60" y="36"/>
                    </a:cubicBezTo>
                    <a:cubicBezTo>
                      <a:pt x="77" y="53"/>
                      <a:pt x="104" y="27"/>
                      <a:pt x="87" y="10"/>
                    </a:cubicBezTo>
                    <a:cubicBezTo>
                      <a:pt x="78" y="0"/>
                      <a:pt x="65" y="3"/>
                      <a:pt x="55" y="11"/>
                    </a:cubicBezTo>
                    <a:cubicBezTo>
                      <a:pt x="46" y="19"/>
                      <a:pt x="50" y="31"/>
                      <a:pt x="40" y="37"/>
                    </a:cubicBezTo>
                    <a:cubicBezTo>
                      <a:pt x="35" y="40"/>
                      <a:pt x="0" y="58"/>
                      <a:pt x="7" y="68"/>
                    </a:cubicBezTo>
                    <a:cubicBezTo>
                      <a:pt x="11" y="73"/>
                      <a:pt x="35" y="56"/>
                      <a:pt x="41" y="56"/>
                    </a:cubicBezTo>
                    <a:cubicBezTo>
                      <a:pt x="50" y="55"/>
                      <a:pt x="56" y="63"/>
                      <a:pt x="65" y="62"/>
                    </a:cubicBezTo>
                    <a:cubicBezTo>
                      <a:pt x="69" y="61"/>
                      <a:pt x="70" y="59"/>
                      <a:pt x="75" y="59"/>
                    </a:cubicBezTo>
                    <a:cubicBezTo>
                      <a:pt x="78" y="60"/>
                      <a:pt x="82" y="64"/>
                      <a:pt x="85" y="64"/>
                    </a:cubicBezTo>
                    <a:cubicBezTo>
                      <a:pt x="96" y="65"/>
                      <a:pt x="104" y="56"/>
                      <a:pt x="106" y="46"/>
                    </a:cubicBezTo>
                    <a:cubicBezTo>
                      <a:pt x="106" y="43"/>
                      <a:pt x="105" y="38"/>
                      <a:pt x="106" y="36"/>
                    </a:cubicBezTo>
                    <a:cubicBezTo>
                      <a:pt x="108" y="32"/>
                      <a:pt x="112" y="30"/>
                      <a:pt x="115" y="27"/>
                    </a:cubicBezTo>
                    <a:cubicBezTo>
                      <a:pt x="120" y="19"/>
                      <a:pt x="118" y="13"/>
                      <a:pt x="111" y="8"/>
                    </a:cubicBezTo>
                  </a:path>
                </a:pathLst>
              </a:custGeom>
              <a:solidFill>
                <a:srgbClr val="D3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7" name="Freeform 945">
                <a:extLst>
                  <a:ext uri="{FF2B5EF4-FFF2-40B4-BE49-F238E27FC236}">
                    <a16:creationId xmlns:a16="http://schemas.microsoft.com/office/drawing/2014/main" id="{2ECC4018-A6BA-4222-9C12-C450E208E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536"/>
                <a:ext cx="71" cy="64"/>
              </a:xfrm>
              <a:custGeom>
                <a:avLst/>
                <a:gdLst>
                  <a:gd name="T0" fmla="*/ 456 w 43"/>
                  <a:gd name="T1" fmla="*/ 0 h 37"/>
                  <a:gd name="T2" fmla="*/ 172 w 43"/>
                  <a:gd name="T3" fmla="*/ 341 h 37"/>
                  <a:gd name="T4" fmla="*/ 477 w 43"/>
                  <a:gd name="T5" fmla="*/ 4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7">
                    <a:moveTo>
                      <a:pt x="37" y="0"/>
                    </a:moveTo>
                    <a:cubicBezTo>
                      <a:pt x="24" y="0"/>
                      <a:pt x="0" y="4"/>
                      <a:pt x="14" y="22"/>
                    </a:cubicBezTo>
                    <a:cubicBezTo>
                      <a:pt x="24" y="37"/>
                      <a:pt x="43" y="15"/>
                      <a:pt x="39" y="3"/>
                    </a:cubicBezTo>
                  </a:path>
                </a:pathLst>
              </a:custGeom>
              <a:solidFill>
                <a:srgbClr val="D3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8" name="Freeform 946">
                <a:extLst>
                  <a:ext uri="{FF2B5EF4-FFF2-40B4-BE49-F238E27FC236}">
                    <a16:creationId xmlns:a16="http://schemas.microsoft.com/office/drawing/2014/main" id="{A0CF92A5-4CF5-461F-9FCB-E4EA71639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3579"/>
                <a:ext cx="190" cy="107"/>
              </a:xfrm>
              <a:custGeom>
                <a:avLst/>
                <a:gdLst>
                  <a:gd name="T0" fmla="*/ 1183 w 116"/>
                  <a:gd name="T1" fmla="*/ 86 h 61"/>
                  <a:gd name="T2" fmla="*/ 663 w 116"/>
                  <a:gd name="T3" fmla="*/ 465 h 61"/>
                  <a:gd name="T4" fmla="*/ 129 w 116"/>
                  <a:gd name="T5" fmla="*/ 751 h 61"/>
                  <a:gd name="T6" fmla="*/ 110 w 116"/>
                  <a:gd name="T7" fmla="*/ 1016 h 61"/>
                  <a:gd name="T8" fmla="*/ 295 w 116"/>
                  <a:gd name="T9" fmla="*/ 865 h 61"/>
                  <a:gd name="T10" fmla="*/ 531 w 116"/>
                  <a:gd name="T11" fmla="*/ 702 h 61"/>
                  <a:gd name="T12" fmla="*/ 834 w 116"/>
                  <a:gd name="T13" fmla="*/ 795 h 61"/>
                  <a:gd name="T14" fmla="*/ 1165 w 116"/>
                  <a:gd name="T15" fmla="*/ 865 h 61"/>
                  <a:gd name="T16" fmla="*/ 1366 w 116"/>
                  <a:gd name="T17" fmla="*/ 367 h 61"/>
                  <a:gd name="T18" fmla="*/ 1160 w 116"/>
                  <a:gd name="T19" fmla="*/ 37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6" h="61">
                    <a:moveTo>
                      <a:pt x="100" y="5"/>
                    </a:moveTo>
                    <a:cubicBezTo>
                      <a:pt x="88" y="0"/>
                      <a:pt x="63" y="21"/>
                      <a:pt x="56" y="28"/>
                    </a:cubicBezTo>
                    <a:cubicBezTo>
                      <a:pt x="44" y="40"/>
                      <a:pt x="24" y="33"/>
                      <a:pt x="11" y="45"/>
                    </a:cubicBezTo>
                    <a:cubicBezTo>
                      <a:pt x="7" y="49"/>
                      <a:pt x="0" y="60"/>
                      <a:pt x="9" y="61"/>
                    </a:cubicBezTo>
                    <a:cubicBezTo>
                      <a:pt x="13" y="61"/>
                      <a:pt x="21" y="53"/>
                      <a:pt x="25" y="52"/>
                    </a:cubicBezTo>
                    <a:cubicBezTo>
                      <a:pt x="31" y="48"/>
                      <a:pt x="38" y="44"/>
                      <a:pt x="45" y="42"/>
                    </a:cubicBezTo>
                    <a:cubicBezTo>
                      <a:pt x="56" y="40"/>
                      <a:pt x="62" y="41"/>
                      <a:pt x="71" y="48"/>
                    </a:cubicBezTo>
                    <a:cubicBezTo>
                      <a:pt x="80" y="54"/>
                      <a:pt x="89" y="60"/>
                      <a:pt x="99" y="52"/>
                    </a:cubicBezTo>
                    <a:cubicBezTo>
                      <a:pt x="108" y="46"/>
                      <a:pt x="116" y="33"/>
                      <a:pt x="116" y="22"/>
                    </a:cubicBezTo>
                    <a:cubicBezTo>
                      <a:pt x="115" y="15"/>
                      <a:pt x="107" y="1"/>
                      <a:pt x="98" y="2"/>
                    </a:cubicBezTo>
                  </a:path>
                </a:pathLst>
              </a:custGeom>
              <a:solidFill>
                <a:srgbClr val="D3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9" name="Freeform 947">
                <a:extLst>
                  <a:ext uri="{FF2B5EF4-FFF2-40B4-BE49-F238E27FC236}">
                    <a16:creationId xmlns:a16="http://schemas.microsoft.com/office/drawing/2014/main" id="{5E1FC3D7-4DA5-4A32-8496-9D85DC73E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3693"/>
                <a:ext cx="136" cy="71"/>
              </a:xfrm>
              <a:custGeom>
                <a:avLst/>
                <a:gdLst>
                  <a:gd name="T0" fmla="*/ 496 w 83"/>
                  <a:gd name="T1" fmla="*/ 185 h 41"/>
                  <a:gd name="T2" fmla="*/ 13 w 83"/>
                  <a:gd name="T3" fmla="*/ 320 h 41"/>
                  <a:gd name="T4" fmla="*/ 247 w 83"/>
                  <a:gd name="T5" fmla="*/ 419 h 41"/>
                  <a:gd name="T6" fmla="*/ 518 w 83"/>
                  <a:gd name="T7" fmla="*/ 532 h 41"/>
                  <a:gd name="T8" fmla="*/ 757 w 83"/>
                  <a:gd name="T9" fmla="*/ 419 h 41"/>
                  <a:gd name="T10" fmla="*/ 924 w 83"/>
                  <a:gd name="T11" fmla="*/ 87 h 41"/>
                  <a:gd name="T12" fmla="*/ 647 w 83"/>
                  <a:gd name="T13" fmla="*/ 151 h 41"/>
                  <a:gd name="T14" fmla="*/ 428 w 83"/>
                  <a:gd name="T15" fmla="*/ 17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41">
                    <a:moveTo>
                      <a:pt x="42" y="12"/>
                    </a:moveTo>
                    <a:cubicBezTo>
                      <a:pt x="33" y="9"/>
                      <a:pt x="2" y="4"/>
                      <a:pt x="1" y="21"/>
                    </a:cubicBezTo>
                    <a:cubicBezTo>
                      <a:pt x="0" y="34"/>
                      <a:pt x="14" y="28"/>
                      <a:pt x="21" y="27"/>
                    </a:cubicBezTo>
                    <a:cubicBezTo>
                      <a:pt x="32" y="26"/>
                      <a:pt x="35" y="29"/>
                      <a:pt x="44" y="34"/>
                    </a:cubicBezTo>
                    <a:cubicBezTo>
                      <a:pt x="54" y="41"/>
                      <a:pt x="56" y="36"/>
                      <a:pt x="64" y="27"/>
                    </a:cubicBezTo>
                    <a:cubicBezTo>
                      <a:pt x="68" y="22"/>
                      <a:pt x="83" y="14"/>
                      <a:pt x="78" y="6"/>
                    </a:cubicBezTo>
                    <a:cubicBezTo>
                      <a:pt x="74" y="0"/>
                      <a:pt x="60" y="8"/>
                      <a:pt x="55" y="10"/>
                    </a:cubicBezTo>
                    <a:cubicBezTo>
                      <a:pt x="46" y="15"/>
                      <a:pt x="46" y="14"/>
                      <a:pt x="36" y="11"/>
                    </a:cubicBezTo>
                  </a:path>
                </a:pathLst>
              </a:custGeom>
              <a:solidFill>
                <a:srgbClr val="D3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0" name="Freeform 948">
                <a:extLst>
                  <a:ext uri="{FF2B5EF4-FFF2-40B4-BE49-F238E27FC236}">
                    <a16:creationId xmlns:a16="http://schemas.microsoft.com/office/drawing/2014/main" id="{00A2C9CF-7E77-4081-855B-F2AFCB76F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3564"/>
                <a:ext cx="164" cy="108"/>
              </a:xfrm>
              <a:custGeom>
                <a:avLst/>
                <a:gdLst>
                  <a:gd name="T0" fmla="*/ 1173 w 100"/>
                  <a:gd name="T1" fmla="*/ 221 h 62"/>
                  <a:gd name="T2" fmla="*/ 1164 w 100"/>
                  <a:gd name="T3" fmla="*/ 258 h 62"/>
                  <a:gd name="T4" fmla="*/ 484 w 100"/>
                  <a:gd name="T5" fmla="*/ 322 h 62"/>
                  <a:gd name="T6" fmla="*/ 449 w 100"/>
                  <a:gd name="T7" fmla="*/ 543 h 62"/>
                  <a:gd name="T8" fmla="*/ 295 w 100"/>
                  <a:gd name="T9" fmla="*/ 719 h 62"/>
                  <a:gd name="T10" fmla="*/ 0 w 100"/>
                  <a:gd name="T11" fmla="*/ 969 h 62"/>
                  <a:gd name="T12" fmla="*/ 428 w 100"/>
                  <a:gd name="T13" fmla="*/ 819 h 62"/>
                  <a:gd name="T14" fmla="*/ 572 w 100"/>
                  <a:gd name="T15" fmla="*/ 932 h 62"/>
                  <a:gd name="T16" fmla="*/ 758 w 100"/>
                  <a:gd name="T17" fmla="*/ 819 h 62"/>
                  <a:gd name="T18" fmla="*/ 912 w 100"/>
                  <a:gd name="T19" fmla="*/ 847 h 62"/>
                  <a:gd name="T20" fmla="*/ 1020 w 100"/>
                  <a:gd name="T21" fmla="*/ 655 h 62"/>
                  <a:gd name="T22" fmla="*/ 1073 w 100"/>
                  <a:gd name="T23" fmla="*/ 434 h 62"/>
                  <a:gd name="T24" fmla="*/ 1186 w 100"/>
                  <a:gd name="T25" fmla="*/ 237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0" h="62">
                    <a:moveTo>
                      <a:pt x="99" y="14"/>
                    </a:moveTo>
                    <a:cubicBezTo>
                      <a:pt x="99" y="15"/>
                      <a:pt x="99" y="15"/>
                      <a:pt x="98" y="16"/>
                    </a:cubicBezTo>
                    <a:cubicBezTo>
                      <a:pt x="83" y="7"/>
                      <a:pt x="49" y="0"/>
                      <a:pt x="41" y="20"/>
                    </a:cubicBezTo>
                    <a:cubicBezTo>
                      <a:pt x="39" y="25"/>
                      <a:pt x="40" y="30"/>
                      <a:pt x="38" y="34"/>
                    </a:cubicBezTo>
                    <a:cubicBezTo>
                      <a:pt x="36" y="38"/>
                      <a:pt x="29" y="42"/>
                      <a:pt x="25" y="45"/>
                    </a:cubicBezTo>
                    <a:cubicBezTo>
                      <a:pt x="17" y="51"/>
                      <a:pt x="7" y="53"/>
                      <a:pt x="0" y="60"/>
                    </a:cubicBezTo>
                    <a:cubicBezTo>
                      <a:pt x="14" y="62"/>
                      <a:pt x="21" y="48"/>
                      <a:pt x="36" y="51"/>
                    </a:cubicBezTo>
                    <a:cubicBezTo>
                      <a:pt x="41" y="52"/>
                      <a:pt x="44" y="58"/>
                      <a:pt x="48" y="58"/>
                    </a:cubicBezTo>
                    <a:cubicBezTo>
                      <a:pt x="56" y="60"/>
                      <a:pt x="58" y="53"/>
                      <a:pt x="64" y="51"/>
                    </a:cubicBezTo>
                    <a:cubicBezTo>
                      <a:pt x="69" y="49"/>
                      <a:pt x="72" y="54"/>
                      <a:pt x="77" y="53"/>
                    </a:cubicBezTo>
                    <a:cubicBezTo>
                      <a:pt x="82" y="52"/>
                      <a:pt x="84" y="46"/>
                      <a:pt x="86" y="41"/>
                    </a:cubicBezTo>
                    <a:cubicBezTo>
                      <a:pt x="87" y="36"/>
                      <a:pt x="86" y="33"/>
                      <a:pt x="90" y="27"/>
                    </a:cubicBezTo>
                    <a:cubicBezTo>
                      <a:pt x="94" y="23"/>
                      <a:pt x="99" y="21"/>
                      <a:pt x="100" y="15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1" name="Freeform 949">
                <a:extLst>
                  <a:ext uri="{FF2B5EF4-FFF2-40B4-BE49-F238E27FC236}">
                    <a16:creationId xmlns:a16="http://schemas.microsoft.com/office/drawing/2014/main" id="{3AFA5307-211B-4EB1-A8B9-FA146C8BB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585"/>
                <a:ext cx="91" cy="76"/>
              </a:xfrm>
              <a:custGeom>
                <a:avLst/>
                <a:gdLst>
                  <a:gd name="T0" fmla="*/ 544 w 56"/>
                  <a:gd name="T1" fmla="*/ 185 h 44"/>
                  <a:gd name="T2" fmla="*/ 293 w 56"/>
                  <a:gd name="T3" fmla="*/ 169 h 44"/>
                  <a:gd name="T4" fmla="*/ 21 w 56"/>
                  <a:gd name="T5" fmla="*/ 463 h 44"/>
                  <a:gd name="T6" fmla="*/ 455 w 56"/>
                  <a:gd name="T7" fmla="*/ 615 h 44"/>
                  <a:gd name="T8" fmla="*/ 567 w 56"/>
                  <a:gd name="T9" fmla="*/ 19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48" y="12"/>
                    </a:moveTo>
                    <a:cubicBezTo>
                      <a:pt x="45" y="0"/>
                      <a:pt x="33" y="7"/>
                      <a:pt x="26" y="11"/>
                    </a:cubicBezTo>
                    <a:cubicBezTo>
                      <a:pt x="20" y="14"/>
                      <a:pt x="0" y="22"/>
                      <a:pt x="2" y="30"/>
                    </a:cubicBezTo>
                    <a:cubicBezTo>
                      <a:pt x="4" y="42"/>
                      <a:pt x="32" y="44"/>
                      <a:pt x="40" y="40"/>
                    </a:cubicBezTo>
                    <a:cubicBezTo>
                      <a:pt x="48" y="36"/>
                      <a:pt x="56" y="21"/>
                      <a:pt x="50" y="13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2" name="Freeform 950">
                <a:extLst>
                  <a:ext uri="{FF2B5EF4-FFF2-40B4-BE49-F238E27FC236}">
                    <a16:creationId xmlns:a16="http://schemas.microsoft.com/office/drawing/2014/main" id="{EEE1D74B-C40E-4AB6-9C20-3F60E029D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3646"/>
                <a:ext cx="49" cy="38"/>
              </a:xfrm>
              <a:custGeom>
                <a:avLst/>
                <a:gdLst>
                  <a:gd name="T0" fmla="*/ 328 w 30"/>
                  <a:gd name="T1" fmla="*/ 28 h 22"/>
                  <a:gd name="T2" fmla="*/ 126 w 30"/>
                  <a:gd name="T3" fmla="*/ 320 h 22"/>
                  <a:gd name="T4" fmla="*/ 328 w 30"/>
                  <a:gd name="T5" fmla="*/ 149 h 22"/>
                  <a:gd name="T6" fmla="*/ 270 w 30"/>
                  <a:gd name="T7" fmla="*/ 6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2">
                    <a:moveTo>
                      <a:pt x="28" y="2"/>
                    </a:moveTo>
                    <a:cubicBezTo>
                      <a:pt x="21" y="1"/>
                      <a:pt x="0" y="15"/>
                      <a:pt x="11" y="21"/>
                    </a:cubicBezTo>
                    <a:cubicBezTo>
                      <a:pt x="13" y="22"/>
                      <a:pt x="26" y="12"/>
                      <a:pt x="28" y="10"/>
                    </a:cubicBezTo>
                    <a:cubicBezTo>
                      <a:pt x="30" y="6"/>
                      <a:pt x="30" y="0"/>
                      <a:pt x="23" y="4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3" name="Freeform 951">
                <a:extLst>
                  <a:ext uri="{FF2B5EF4-FFF2-40B4-BE49-F238E27FC236}">
                    <a16:creationId xmlns:a16="http://schemas.microsoft.com/office/drawing/2014/main" id="{ABDB2B91-B5D5-48A7-968F-BEAAB50FF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3707"/>
                <a:ext cx="59" cy="37"/>
              </a:xfrm>
              <a:custGeom>
                <a:avLst/>
                <a:gdLst>
                  <a:gd name="T0" fmla="*/ 428 w 36"/>
                  <a:gd name="T1" fmla="*/ 102 h 21"/>
                  <a:gd name="T2" fmla="*/ 13 w 36"/>
                  <a:gd name="T3" fmla="*/ 180 h 21"/>
                  <a:gd name="T4" fmla="*/ 392 w 36"/>
                  <a:gd name="T5" fmla="*/ 102 h 21"/>
                  <a:gd name="T6" fmla="*/ 370 w 36"/>
                  <a:gd name="T7" fmla="*/ 6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1">
                    <a:moveTo>
                      <a:pt x="36" y="6"/>
                    </a:moveTo>
                    <a:cubicBezTo>
                      <a:pt x="31" y="4"/>
                      <a:pt x="0" y="0"/>
                      <a:pt x="1" y="11"/>
                    </a:cubicBezTo>
                    <a:cubicBezTo>
                      <a:pt x="2" y="21"/>
                      <a:pt x="36" y="20"/>
                      <a:pt x="33" y="6"/>
                    </a:cubicBezTo>
                    <a:cubicBezTo>
                      <a:pt x="31" y="6"/>
                      <a:pt x="32" y="5"/>
                      <a:pt x="31" y="4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4" name="Freeform 952">
                <a:extLst>
                  <a:ext uri="{FF2B5EF4-FFF2-40B4-BE49-F238E27FC236}">
                    <a16:creationId xmlns:a16="http://schemas.microsoft.com/office/drawing/2014/main" id="{83503627-566A-4329-BD0B-C1391FD0A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707"/>
                <a:ext cx="59" cy="59"/>
              </a:xfrm>
              <a:custGeom>
                <a:avLst/>
                <a:gdLst>
                  <a:gd name="T0" fmla="*/ 392 w 36"/>
                  <a:gd name="T1" fmla="*/ 16 h 34"/>
                  <a:gd name="T2" fmla="*/ 110 w 36"/>
                  <a:gd name="T3" fmla="*/ 382 h 34"/>
                  <a:gd name="T4" fmla="*/ 352 w 36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4">
                    <a:moveTo>
                      <a:pt x="33" y="1"/>
                    </a:moveTo>
                    <a:cubicBezTo>
                      <a:pt x="23" y="1"/>
                      <a:pt x="0" y="10"/>
                      <a:pt x="9" y="24"/>
                    </a:cubicBezTo>
                    <a:cubicBezTo>
                      <a:pt x="15" y="34"/>
                      <a:pt x="36" y="4"/>
                      <a:pt x="30" y="0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5" name="Freeform 953">
                <a:extLst>
                  <a:ext uri="{FF2B5EF4-FFF2-40B4-BE49-F238E27FC236}">
                    <a16:creationId xmlns:a16="http://schemas.microsoft.com/office/drawing/2014/main" id="{4448E195-9B57-4A1C-86E0-F9540D761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539"/>
                <a:ext cx="51" cy="37"/>
              </a:xfrm>
              <a:custGeom>
                <a:avLst/>
                <a:gdLst>
                  <a:gd name="T0" fmla="*/ 285 w 31"/>
                  <a:gd name="T1" fmla="*/ 21 h 21"/>
                  <a:gd name="T2" fmla="*/ 117 w 31"/>
                  <a:gd name="T3" fmla="*/ 268 h 21"/>
                  <a:gd name="T4" fmla="*/ 298 w 31"/>
                  <a:gd name="T5" fmla="*/ 3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1">
                    <a:moveTo>
                      <a:pt x="24" y="1"/>
                    </a:moveTo>
                    <a:cubicBezTo>
                      <a:pt x="16" y="0"/>
                      <a:pt x="0" y="7"/>
                      <a:pt x="10" y="16"/>
                    </a:cubicBezTo>
                    <a:cubicBezTo>
                      <a:pt x="18" y="21"/>
                      <a:pt x="31" y="5"/>
                      <a:pt x="25" y="2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6" name="Freeform 954">
                <a:extLst>
                  <a:ext uri="{FF2B5EF4-FFF2-40B4-BE49-F238E27FC236}">
                    <a16:creationId xmlns:a16="http://schemas.microsoft.com/office/drawing/2014/main" id="{64B4791A-B9E0-4D46-8859-EFD38A694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569"/>
                <a:ext cx="95" cy="91"/>
              </a:xfrm>
              <a:custGeom>
                <a:avLst/>
                <a:gdLst>
                  <a:gd name="T0" fmla="*/ 686 w 58"/>
                  <a:gd name="T1" fmla="*/ 215 h 52"/>
                  <a:gd name="T2" fmla="*/ 92 w 58"/>
                  <a:gd name="T3" fmla="*/ 301 h 52"/>
                  <a:gd name="T4" fmla="*/ 92 w 58"/>
                  <a:gd name="T5" fmla="*/ 527 h 52"/>
                  <a:gd name="T6" fmla="*/ 34 w 58"/>
                  <a:gd name="T7" fmla="*/ 698 h 52"/>
                  <a:gd name="T8" fmla="*/ 295 w 58"/>
                  <a:gd name="T9" fmla="*/ 677 h 52"/>
                  <a:gd name="T10" fmla="*/ 504 w 58"/>
                  <a:gd name="T11" fmla="*/ 628 h 52"/>
                  <a:gd name="T12" fmla="*/ 552 w 58"/>
                  <a:gd name="T13" fmla="*/ 436 h 52"/>
                  <a:gd name="T14" fmla="*/ 627 w 58"/>
                  <a:gd name="T15" fmla="*/ 285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52">
                    <a:moveTo>
                      <a:pt x="58" y="13"/>
                    </a:moveTo>
                    <a:cubicBezTo>
                      <a:pt x="44" y="7"/>
                      <a:pt x="16" y="0"/>
                      <a:pt x="8" y="18"/>
                    </a:cubicBezTo>
                    <a:cubicBezTo>
                      <a:pt x="7" y="22"/>
                      <a:pt x="9" y="27"/>
                      <a:pt x="8" y="32"/>
                    </a:cubicBezTo>
                    <a:cubicBezTo>
                      <a:pt x="5" y="38"/>
                      <a:pt x="0" y="35"/>
                      <a:pt x="3" y="42"/>
                    </a:cubicBezTo>
                    <a:cubicBezTo>
                      <a:pt x="7" y="52"/>
                      <a:pt x="22" y="50"/>
                      <a:pt x="25" y="41"/>
                    </a:cubicBezTo>
                    <a:cubicBezTo>
                      <a:pt x="34" y="39"/>
                      <a:pt x="38" y="45"/>
                      <a:pt x="43" y="38"/>
                    </a:cubicBezTo>
                    <a:cubicBezTo>
                      <a:pt x="45" y="35"/>
                      <a:pt x="45" y="30"/>
                      <a:pt x="47" y="26"/>
                    </a:cubicBezTo>
                    <a:cubicBezTo>
                      <a:pt x="49" y="22"/>
                      <a:pt x="53" y="22"/>
                      <a:pt x="53" y="17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955">
                <a:extLst>
                  <a:ext uri="{FF2B5EF4-FFF2-40B4-BE49-F238E27FC236}">
                    <a16:creationId xmlns:a16="http://schemas.microsoft.com/office/drawing/2014/main" id="{ABDA81B1-F188-4B69-A6E4-4215BF223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590"/>
                <a:ext cx="91" cy="85"/>
              </a:xfrm>
              <a:custGeom>
                <a:avLst/>
                <a:gdLst>
                  <a:gd name="T0" fmla="*/ 502 w 56"/>
                  <a:gd name="T1" fmla="*/ 127 h 49"/>
                  <a:gd name="T2" fmla="*/ 76 w 56"/>
                  <a:gd name="T3" fmla="*/ 454 h 49"/>
                  <a:gd name="T4" fmla="*/ 510 w 56"/>
                  <a:gd name="T5" fmla="*/ 12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49">
                    <a:moveTo>
                      <a:pt x="44" y="8"/>
                    </a:moveTo>
                    <a:cubicBezTo>
                      <a:pt x="35" y="0"/>
                      <a:pt x="0" y="17"/>
                      <a:pt x="7" y="29"/>
                    </a:cubicBezTo>
                    <a:cubicBezTo>
                      <a:pt x="19" y="49"/>
                      <a:pt x="56" y="20"/>
                      <a:pt x="45" y="8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956">
                <a:extLst>
                  <a:ext uri="{FF2B5EF4-FFF2-40B4-BE49-F238E27FC236}">
                    <a16:creationId xmlns:a16="http://schemas.microsoft.com/office/drawing/2014/main" id="{8566704A-6A30-43F9-9401-9E2323BB5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3544"/>
                <a:ext cx="26" cy="21"/>
              </a:xfrm>
              <a:custGeom>
                <a:avLst/>
                <a:gdLst>
                  <a:gd name="T0" fmla="*/ 159 w 16"/>
                  <a:gd name="T1" fmla="*/ 21 h 12"/>
                  <a:gd name="T2" fmla="*/ 0 w 16"/>
                  <a:gd name="T3" fmla="*/ 114 h 12"/>
                  <a:gd name="T4" fmla="*/ 159 w 1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4" y="1"/>
                    </a:moveTo>
                    <a:cubicBezTo>
                      <a:pt x="8" y="1"/>
                      <a:pt x="3" y="3"/>
                      <a:pt x="0" y="7"/>
                    </a:cubicBezTo>
                    <a:cubicBezTo>
                      <a:pt x="5" y="12"/>
                      <a:pt x="16" y="5"/>
                      <a:pt x="14" y="0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957">
                <a:extLst>
                  <a:ext uri="{FF2B5EF4-FFF2-40B4-BE49-F238E27FC236}">
                    <a16:creationId xmlns:a16="http://schemas.microsoft.com/office/drawing/2014/main" id="{6D923E4A-8B1A-453A-8323-28E8C1F44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651"/>
                <a:ext cx="29" cy="28"/>
              </a:xfrm>
              <a:custGeom>
                <a:avLst/>
                <a:gdLst>
                  <a:gd name="T0" fmla="*/ 197 w 18"/>
                  <a:gd name="T1" fmla="*/ 21 h 16"/>
                  <a:gd name="T2" fmla="*/ 34 w 18"/>
                  <a:gd name="T3" fmla="*/ 264 h 16"/>
                  <a:gd name="T4" fmla="*/ 184 w 1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18" y="1"/>
                    </a:moveTo>
                    <a:cubicBezTo>
                      <a:pt x="14" y="7"/>
                      <a:pt x="0" y="6"/>
                      <a:pt x="3" y="16"/>
                    </a:cubicBezTo>
                    <a:cubicBezTo>
                      <a:pt x="8" y="16"/>
                      <a:pt x="17" y="5"/>
                      <a:pt x="17" y="0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958">
                <a:extLst>
                  <a:ext uri="{FF2B5EF4-FFF2-40B4-BE49-F238E27FC236}">
                    <a16:creationId xmlns:a16="http://schemas.microsoft.com/office/drawing/2014/main" id="{A41CE3AC-C421-422F-9834-BBB01847E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3710"/>
                <a:ext cx="37" cy="20"/>
              </a:xfrm>
              <a:custGeom>
                <a:avLst/>
                <a:gdLst>
                  <a:gd name="T0" fmla="*/ 251 w 23"/>
                  <a:gd name="T1" fmla="*/ 96 h 11"/>
                  <a:gd name="T2" fmla="*/ 0 w 23"/>
                  <a:gd name="T3" fmla="*/ 118 h 11"/>
                  <a:gd name="T4" fmla="*/ 122 w 23"/>
                  <a:gd name="T5" fmla="*/ 215 h 11"/>
                  <a:gd name="T6" fmla="*/ 228 w 23"/>
                  <a:gd name="T7" fmla="*/ 8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1">
                    <a:moveTo>
                      <a:pt x="23" y="5"/>
                    </a:moveTo>
                    <a:cubicBezTo>
                      <a:pt x="20" y="4"/>
                      <a:pt x="0" y="0"/>
                      <a:pt x="0" y="6"/>
                    </a:cubicBezTo>
                    <a:cubicBezTo>
                      <a:pt x="0" y="9"/>
                      <a:pt x="9" y="11"/>
                      <a:pt x="11" y="11"/>
                    </a:cubicBezTo>
                    <a:cubicBezTo>
                      <a:pt x="17" y="10"/>
                      <a:pt x="18" y="8"/>
                      <a:pt x="21" y="4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959">
                <a:extLst>
                  <a:ext uri="{FF2B5EF4-FFF2-40B4-BE49-F238E27FC236}">
                    <a16:creationId xmlns:a16="http://schemas.microsoft.com/office/drawing/2014/main" id="{F1357CD7-E614-464D-AF3D-9EBC67090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714"/>
                <a:ext cx="31" cy="36"/>
              </a:xfrm>
              <a:custGeom>
                <a:avLst/>
                <a:gdLst>
                  <a:gd name="T0" fmla="*/ 220 w 19"/>
                  <a:gd name="T1" fmla="*/ 15 h 21"/>
                  <a:gd name="T2" fmla="*/ 77 w 19"/>
                  <a:gd name="T3" fmla="*/ 267 h 21"/>
                  <a:gd name="T4" fmla="*/ 220 w 19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19" y="1"/>
                    </a:moveTo>
                    <a:cubicBezTo>
                      <a:pt x="15" y="2"/>
                      <a:pt x="0" y="13"/>
                      <a:pt x="7" y="18"/>
                    </a:cubicBezTo>
                    <a:cubicBezTo>
                      <a:pt x="12" y="21"/>
                      <a:pt x="19" y="4"/>
                      <a:pt x="19" y="0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960">
                <a:extLst>
                  <a:ext uri="{FF2B5EF4-FFF2-40B4-BE49-F238E27FC236}">
                    <a16:creationId xmlns:a16="http://schemas.microsoft.com/office/drawing/2014/main" id="{FE1EA515-104F-4AE5-B676-95F3A453A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3583"/>
                <a:ext cx="47" cy="64"/>
              </a:xfrm>
              <a:custGeom>
                <a:avLst/>
                <a:gdLst>
                  <a:gd name="T0" fmla="*/ 131 w 29"/>
                  <a:gd name="T1" fmla="*/ 526 h 37"/>
                  <a:gd name="T2" fmla="*/ 13 w 29"/>
                  <a:gd name="T3" fmla="*/ 431 h 37"/>
                  <a:gd name="T4" fmla="*/ 42 w 29"/>
                  <a:gd name="T5" fmla="*/ 185 h 37"/>
                  <a:gd name="T6" fmla="*/ 310 w 29"/>
                  <a:gd name="T7" fmla="*/ 16 h 37"/>
                  <a:gd name="T8" fmla="*/ 310 w 29"/>
                  <a:gd name="T9" fmla="*/ 83 h 37"/>
                  <a:gd name="T10" fmla="*/ 157 w 29"/>
                  <a:gd name="T11" fmla="*/ 278 h 37"/>
                  <a:gd name="T12" fmla="*/ 110 w 29"/>
                  <a:gd name="T13" fmla="*/ 55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7">
                    <a:moveTo>
                      <a:pt x="12" y="34"/>
                    </a:moveTo>
                    <a:cubicBezTo>
                      <a:pt x="7" y="37"/>
                      <a:pt x="1" y="33"/>
                      <a:pt x="1" y="28"/>
                    </a:cubicBezTo>
                    <a:cubicBezTo>
                      <a:pt x="0" y="26"/>
                      <a:pt x="4" y="15"/>
                      <a:pt x="4" y="12"/>
                    </a:cubicBezTo>
                    <a:cubicBezTo>
                      <a:pt x="7" y="3"/>
                      <a:pt x="19" y="0"/>
                      <a:pt x="28" y="1"/>
                    </a:cubicBezTo>
                    <a:cubicBezTo>
                      <a:pt x="29" y="3"/>
                      <a:pt x="29" y="4"/>
                      <a:pt x="28" y="5"/>
                    </a:cubicBezTo>
                    <a:cubicBezTo>
                      <a:pt x="22" y="8"/>
                      <a:pt x="15" y="11"/>
                      <a:pt x="14" y="18"/>
                    </a:cubicBezTo>
                    <a:cubicBezTo>
                      <a:pt x="12" y="25"/>
                      <a:pt x="17" y="30"/>
                      <a:pt x="10" y="36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961">
                <a:extLst>
                  <a:ext uri="{FF2B5EF4-FFF2-40B4-BE49-F238E27FC236}">
                    <a16:creationId xmlns:a16="http://schemas.microsoft.com/office/drawing/2014/main" id="{835EB215-C35F-4A32-BC18-CBADB345A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602"/>
                <a:ext cx="50" cy="49"/>
              </a:xfrm>
              <a:custGeom>
                <a:avLst/>
                <a:gdLst>
                  <a:gd name="T0" fmla="*/ 340 w 31"/>
                  <a:gd name="T1" fmla="*/ 0 h 28"/>
                  <a:gd name="T2" fmla="*/ 110 w 31"/>
                  <a:gd name="T3" fmla="*/ 350 h 28"/>
                  <a:gd name="T4" fmla="*/ 234 w 31"/>
                  <a:gd name="T5" fmla="*/ 301 h 28"/>
                  <a:gd name="T6" fmla="*/ 340 w 31"/>
                  <a:gd name="T7" fmla="*/ 2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8">
                    <a:moveTo>
                      <a:pt x="31" y="0"/>
                    </a:moveTo>
                    <a:cubicBezTo>
                      <a:pt x="22" y="2"/>
                      <a:pt x="0" y="9"/>
                      <a:pt x="10" y="21"/>
                    </a:cubicBezTo>
                    <a:cubicBezTo>
                      <a:pt x="15" y="28"/>
                      <a:pt x="19" y="24"/>
                      <a:pt x="22" y="18"/>
                    </a:cubicBezTo>
                    <a:cubicBezTo>
                      <a:pt x="25" y="9"/>
                      <a:pt x="23" y="7"/>
                      <a:pt x="31" y="1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962">
                <a:extLst>
                  <a:ext uri="{FF2B5EF4-FFF2-40B4-BE49-F238E27FC236}">
                    <a16:creationId xmlns:a16="http://schemas.microsoft.com/office/drawing/2014/main" id="{3915A8B1-3015-44AC-939B-2DDB1923F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509"/>
                <a:ext cx="114" cy="194"/>
              </a:xfrm>
              <a:custGeom>
                <a:avLst/>
                <a:gdLst>
                  <a:gd name="T0" fmla="*/ 803 w 70"/>
                  <a:gd name="T1" fmla="*/ 128 h 111"/>
                  <a:gd name="T2" fmla="*/ 549 w 70"/>
                  <a:gd name="T3" fmla="*/ 28 h 111"/>
                  <a:gd name="T4" fmla="*/ 506 w 70"/>
                  <a:gd name="T5" fmla="*/ 309 h 111"/>
                  <a:gd name="T6" fmla="*/ 104 w 70"/>
                  <a:gd name="T7" fmla="*/ 458 h 111"/>
                  <a:gd name="T8" fmla="*/ 215 w 70"/>
                  <a:gd name="T9" fmla="*/ 1063 h 111"/>
                  <a:gd name="T10" fmla="*/ 13 w 70"/>
                  <a:gd name="T11" fmla="*/ 1421 h 111"/>
                  <a:gd name="T12" fmla="*/ 295 w 70"/>
                  <a:gd name="T13" fmla="*/ 1809 h 111"/>
                  <a:gd name="T14" fmla="*/ 638 w 70"/>
                  <a:gd name="T15" fmla="*/ 1683 h 111"/>
                  <a:gd name="T16" fmla="*/ 726 w 70"/>
                  <a:gd name="T17" fmla="*/ 813 h 111"/>
                  <a:gd name="T18" fmla="*/ 803 w 70"/>
                  <a:gd name="T19" fmla="*/ 114 h 1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111">
                    <a:moveTo>
                      <a:pt x="70" y="8"/>
                    </a:moveTo>
                    <a:cubicBezTo>
                      <a:pt x="66" y="0"/>
                      <a:pt x="56" y="0"/>
                      <a:pt x="48" y="2"/>
                    </a:cubicBezTo>
                    <a:cubicBezTo>
                      <a:pt x="46" y="8"/>
                      <a:pt x="44" y="13"/>
                      <a:pt x="44" y="19"/>
                    </a:cubicBezTo>
                    <a:cubicBezTo>
                      <a:pt x="32" y="20"/>
                      <a:pt x="16" y="16"/>
                      <a:pt x="9" y="28"/>
                    </a:cubicBezTo>
                    <a:cubicBezTo>
                      <a:pt x="0" y="42"/>
                      <a:pt x="10" y="56"/>
                      <a:pt x="19" y="65"/>
                    </a:cubicBezTo>
                    <a:cubicBezTo>
                      <a:pt x="7" y="63"/>
                      <a:pt x="0" y="76"/>
                      <a:pt x="1" y="87"/>
                    </a:cubicBezTo>
                    <a:cubicBezTo>
                      <a:pt x="1" y="103"/>
                      <a:pt x="18" y="103"/>
                      <a:pt x="26" y="111"/>
                    </a:cubicBezTo>
                    <a:cubicBezTo>
                      <a:pt x="37" y="103"/>
                      <a:pt x="45" y="106"/>
                      <a:pt x="56" y="103"/>
                    </a:cubicBezTo>
                    <a:cubicBezTo>
                      <a:pt x="50" y="85"/>
                      <a:pt x="31" y="57"/>
                      <a:pt x="63" y="50"/>
                    </a:cubicBezTo>
                    <a:cubicBezTo>
                      <a:pt x="46" y="39"/>
                      <a:pt x="67" y="4"/>
                      <a:pt x="70" y="7"/>
                    </a:cubicBezTo>
                  </a:path>
                </a:pathLst>
              </a:custGeom>
              <a:solidFill>
                <a:srgbClr val="D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963">
                <a:extLst>
                  <a:ext uri="{FF2B5EF4-FFF2-40B4-BE49-F238E27FC236}">
                    <a16:creationId xmlns:a16="http://schemas.microsoft.com/office/drawing/2014/main" id="{8C0970F0-98AF-4981-B534-26A186710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3585"/>
                <a:ext cx="221" cy="174"/>
              </a:xfrm>
              <a:custGeom>
                <a:avLst/>
                <a:gdLst>
                  <a:gd name="T0" fmla="*/ 668 w 135"/>
                  <a:gd name="T1" fmla="*/ 705 h 100"/>
                  <a:gd name="T2" fmla="*/ 647 w 135"/>
                  <a:gd name="T3" fmla="*/ 670 h 100"/>
                  <a:gd name="T4" fmla="*/ 1048 w 135"/>
                  <a:gd name="T5" fmla="*/ 369 h 100"/>
                  <a:gd name="T6" fmla="*/ 1406 w 135"/>
                  <a:gd name="T7" fmla="*/ 654 h 100"/>
                  <a:gd name="T8" fmla="*/ 1531 w 135"/>
                  <a:gd name="T9" fmla="*/ 654 h 100"/>
                  <a:gd name="T10" fmla="*/ 1480 w 135"/>
                  <a:gd name="T11" fmla="*/ 818 h 100"/>
                  <a:gd name="T12" fmla="*/ 1406 w 135"/>
                  <a:gd name="T13" fmla="*/ 1227 h 100"/>
                  <a:gd name="T14" fmla="*/ 1013 w 135"/>
                  <a:gd name="T15" fmla="*/ 1596 h 100"/>
                  <a:gd name="T16" fmla="*/ 622 w 135"/>
                  <a:gd name="T17" fmla="*/ 1449 h 100"/>
                  <a:gd name="T18" fmla="*/ 483 w 135"/>
                  <a:gd name="T19" fmla="*/ 1101 h 100"/>
                  <a:gd name="T20" fmla="*/ 188 w 135"/>
                  <a:gd name="T21" fmla="*/ 1202 h 100"/>
                  <a:gd name="T22" fmla="*/ 0 w 135"/>
                  <a:gd name="T23" fmla="*/ 990 h 100"/>
                  <a:gd name="T24" fmla="*/ 439 w 135"/>
                  <a:gd name="T25" fmla="*/ 969 h 100"/>
                  <a:gd name="T26" fmla="*/ 647 w 135"/>
                  <a:gd name="T27" fmla="*/ 654 h 100"/>
                  <a:gd name="T28" fmla="*/ 661 w 135"/>
                  <a:gd name="T29" fmla="*/ 691 h 10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5" h="100">
                    <a:moveTo>
                      <a:pt x="57" y="44"/>
                    </a:moveTo>
                    <a:cubicBezTo>
                      <a:pt x="56" y="43"/>
                      <a:pt x="56" y="43"/>
                      <a:pt x="55" y="42"/>
                    </a:cubicBezTo>
                    <a:cubicBezTo>
                      <a:pt x="79" y="54"/>
                      <a:pt x="81" y="38"/>
                      <a:pt x="89" y="23"/>
                    </a:cubicBezTo>
                    <a:cubicBezTo>
                      <a:pt x="102" y="0"/>
                      <a:pt x="126" y="22"/>
                      <a:pt x="120" y="41"/>
                    </a:cubicBezTo>
                    <a:cubicBezTo>
                      <a:pt x="122" y="39"/>
                      <a:pt x="127" y="38"/>
                      <a:pt x="130" y="41"/>
                    </a:cubicBezTo>
                    <a:cubicBezTo>
                      <a:pt x="135" y="47"/>
                      <a:pt x="128" y="48"/>
                      <a:pt x="126" y="51"/>
                    </a:cubicBezTo>
                    <a:cubicBezTo>
                      <a:pt x="121" y="59"/>
                      <a:pt x="118" y="67"/>
                      <a:pt x="120" y="77"/>
                    </a:cubicBezTo>
                    <a:cubicBezTo>
                      <a:pt x="99" y="71"/>
                      <a:pt x="88" y="76"/>
                      <a:pt x="86" y="100"/>
                    </a:cubicBezTo>
                    <a:cubicBezTo>
                      <a:pt x="81" y="87"/>
                      <a:pt x="65" y="81"/>
                      <a:pt x="53" y="91"/>
                    </a:cubicBezTo>
                    <a:cubicBezTo>
                      <a:pt x="53" y="80"/>
                      <a:pt x="52" y="74"/>
                      <a:pt x="41" y="69"/>
                    </a:cubicBezTo>
                    <a:cubicBezTo>
                      <a:pt x="32" y="66"/>
                      <a:pt x="22" y="66"/>
                      <a:pt x="16" y="75"/>
                    </a:cubicBezTo>
                    <a:cubicBezTo>
                      <a:pt x="17" y="67"/>
                      <a:pt x="8" y="61"/>
                      <a:pt x="0" y="62"/>
                    </a:cubicBezTo>
                    <a:cubicBezTo>
                      <a:pt x="10" y="51"/>
                      <a:pt x="26" y="52"/>
                      <a:pt x="37" y="61"/>
                    </a:cubicBezTo>
                    <a:cubicBezTo>
                      <a:pt x="35" y="51"/>
                      <a:pt x="45" y="40"/>
                      <a:pt x="55" y="41"/>
                    </a:cubicBezTo>
                    <a:cubicBezTo>
                      <a:pt x="54" y="43"/>
                      <a:pt x="55" y="42"/>
                      <a:pt x="56" y="43"/>
                    </a:cubicBezTo>
                  </a:path>
                </a:pathLst>
              </a:custGeom>
              <a:solidFill>
                <a:srgbClr val="D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964">
                <a:extLst>
                  <a:ext uri="{FF2B5EF4-FFF2-40B4-BE49-F238E27FC236}">
                    <a16:creationId xmlns:a16="http://schemas.microsoft.com/office/drawing/2014/main" id="{AA5AA5BD-8F18-4B67-9520-6580CD078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501"/>
                <a:ext cx="118" cy="211"/>
              </a:xfrm>
              <a:custGeom>
                <a:avLst/>
                <a:gdLst>
                  <a:gd name="T0" fmla="*/ 815 w 72"/>
                  <a:gd name="T1" fmla="*/ 221 h 121"/>
                  <a:gd name="T2" fmla="*/ 613 w 72"/>
                  <a:gd name="T3" fmla="*/ 413 h 121"/>
                  <a:gd name="T4" fmla="*/ 274 w 72"/>
                  <a:gd name="T5" fmla="*/ 563 h 121"/>
                  <a:gd name="T6" fmla="*/ 374 w 72"/>
                  <a:gd name="T7" fmla="*/ 1067 h 121"/>
                  <a:gd name="T8" fmla="*/ 606 w 72"/>
                  <a:gd name="T9" fmla="*/ 1726 h 121"/>
                  <a:gd name="T10" fmla="*/ 744 w 72"/>
                  <a:gd name="T11" fmla="*/ 870 h 121"/>
                  <a:gd name="T12" fmla="*/ 849 w 72"/>
                  <a:gd name="T13" fmla="*/ 176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21">
                    <a:moveTo>
                      <a:pt x="69" y="14"/>
                    </a:moveTo>
                    <a:cubicBezTo>
                      <a:pt x="63" y="0"/>
                      <a:pt x="53" y="19"/>
                      <a:pt x="52" y="26"/>
                    </a:cubicBezTo>
                    <a:cubicBezTo>
                      <a:pt x="43" y="25"/>
                      <a:pt x="26" y="25"/>
                      <a:pt x="23" y="35"/>
                    </a:cubicBezTo>
                    <a:cubicBezTo>
                      <a:pt x="19" y="45"/>
                      <a:pt x="26" y="59"/>
                      <a:pt x="32" y="66"/>
                    </a:cubicBezTo>
                    <a:cubicBezTo>
                      <a:pt x="0" y="81"/>
                      <a:pt x="21" y="121"/>
                      <a:pt x="51" y="107"/>
                    </a:cubicBezTo>
                    <a:cubicBezTo>
                      <a:pt x="47" y="89"/>
                      <a:pt x="40" y="62"/>
                      <a:pt x="63" y="54"/>
                    </a:cubicBezTo>
                    <a:cubicBezTo>
                      <a:pt x="47" y="41"/>
                      <a:pt x="62" y="20"/>
                      <a:pt x="72" y="11"/>
                    </a:cubicBezTo>
                  </a:path>
                </a:pathLst>
              </a:custGeom>
              <a:solidFill>
                <a:srgbClr val="D3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965">
                <a:extLst>
                  <a:ext uri="{FF2B5EF4-FFF2-40B4-BE49-F238E27FC236}">
                    <a16:creationId xmlns:a16="http://schemas.microsoft.com/office/drawing/2014/main" id="{826B951D-0FC3-44E9-838C-167797CC3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3595"/>
                <a:ext cx="191" cy="150"/>
              </a:xfrm>
              <a:custGeom>
                <a:avLst/>
                <a:gdLst>
                  <a:gd name="T0" fmla="*/ 1170 w 117"/>
                  <a:gd name="T1" fmla="*/ 307 h 86"/>
                  <a:gd name="T2" fmla="*/ 823 w 117"/>
                  <a:gd name="T3" fmla="*/ 520 h 86"/>
                  <a:gd name="T4" fmla="*/ 460 w 117"/>
                  <a:gd name="T5" fmla="*/ 600 h 86"/>
                  <a:gd name="T6" fmla="*/ 359 w 117"/>
                  <a:gd name="T7" fmla="*/ 870 h 86"/>
                  <a:gd name="T8" fmla="*/ 0 w 117"/>
                  <a:gd name="T9" fmla="*/ 919 h 86"/>
                  <a:gd name="T10" fmla="*/ 517 w 117"/>
                  <a:gd name="T11" fmla="*/ 1256 h 86"/>
                  <a:gd name="T12" fmla="*/ 860 w 117"/>
                  <a:gd name="T13" fmla="*/ 1390 h 86"/>
                  <a:gd name="T14" fmla="*/ 1170 w 117"/>
                  <a:gd name="T15" fmla="*/ 1047 h 86"/>
                  <a:gd name="T16" fmla="*/ 1357 w 117"/>
                  <a:gd name="T17" fmla="*/ 612 h 86"/>
                  <a:gd name="T18" fmla="*/ 1192 w 117"/>
                  <a:gd name="T19" fmla="*/ 307 h 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86">
                    <a:moveTo>
                      <a:pt x="101" y="19"/>
                    </a:moveTo>
                    <a:cubicBezTo>
                      <a:pt x="91" y="0"/>
                      <a:pt x="76" y="23"/>
                      <a:pt x="71" y="32"/>
                    </a:cubicBezTo>
                    <a:cubicBezTo>
                      <a:pt x="65" y="43"/>
                      <a:pt x="48" y="53"/>
                      <a:pt x="40" y="37"/>
                    </a:cubicBezTo>
                    <a:cubicBezTo>
                      <a:pt x="35" y="42"/>
                      <a:pt x="32" y="48"/>
                      <a:pt x="31" y="54"/>
                    </a:cubicBezTo>
                    <a:cubicBezTo>
                      <a:pt x="22" y="52"/>
                      <a:pt x="4" y="45"/>
                      <a:pt x="0" y="57"/>
                    </a:cubicBezTo>
                    <a:cubicBezTo>
                      <a:pt x="18" y="58"/>
                      <a:pt x="49" y="50"/>
                      <a:pt x="45" y="78"/>
                    </a:cubicBezTo>
                    <a:cubicBezTo>
                      <a:pt x="54" y="68"/>
                      <a:pt x="68" y="76"/>
                      <a:pt x="74" y="86"/>
                    </a:cubicBezTo>
                    <a:cubicBezTo>
                      <a:pt x="73" y="71"/>
                      <a:pt x="85" y="57"/>
                      <a:pt x="101" y="65"/>
                    </a:cubicBezTo>
                    <a:cubicBezTo>
                      <a:pt x="96" y="52"/>
                      <a:pt x="106" y="42"/>
                      <a:pt x="117" y="38"/>
                    </a:cubicBezTo>
                    <a:cubicBezTo>
                      <a:pt x="102" y="46"/>
                      <a:pt x="105" y="24"/>
                      <a:pt x="103" y="19"/>
                    </a:cubicBezTo>
                  </a:path>
                </a:pathLst>
              </a:custGeom>
              <a:solidFill>
                <a:srgbClr val="D3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966">
                <a:extLst>
                  <a:ext uri="{FF2B5EF4-FFF2-40B4-BE49-F238E27FC236}">
                    <a16:creationId xmlns:a16="http://schemas.microsoft.com/office/drawing/2014/main" id="{4D1D6F2F-85A9-47FB-8C37-B65E92E42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3740"/>
                <a:ext cx="56" cy="68"/>
              </a:xfrm>
              <a:custGeom>
                <a:avLst/>
                <a:gdLst>
                  <a:gd name="T0" fmla="*/ 0 w 34"/>
                  <a:gd name="T1" fmla="*/ 307 h 39"/>
                  <a:gd name="T2" fmla="*/ 361 w 34"/>
                  <a:gd name="T3" fmla="*/ 629 h 39"/>
                  <a:gd name="T4" fmla="*/ 296 w 34"/>
                  <a:gd name="T5" fmla="*/ 221 h 39"/>
                  <a:gd name="T6" fmla="*/ 21 w 34"/>
                  <a:gd name="T7" fmla="*/ 25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9">
                    <a:moveTo>
                      <a:pt x="0" y="19"/>
                    </a:moveTo>
                    <a:cubicBezTo>
                      <a:pt x="12" y="0"/>
                      <a:pt x="30" y="27"/>
                      <a:pt x="30" y="39"/>
                    </a:cubicBezTo>
                    <a:cubicBezTo>
                      <a:pt x="30" y="29"/>
                      <a:pt x="34" y="22"/>
                      <a:pt x="24" y="14"/>
                    </a:cubicBezTo>
                    <a:cubicBezTo>
                      <a:pt x="15" y="8"/>
                      <a:pt x="10" y="12"/>
                      <a:pt x="2" y="16"/>
                    </a:cubicBezTo>
                  </a:path>
                </a:pathLst>
              </a:custGeom>
              <a:solidFill>
                <a:srgbClr val="D3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967">
                <a:extLst>
                  <a:ext uri="{FF2B5EF4-FFF2-40B4-BE49-F238E27FC236}">
                    <a16:creationId xmlns:a16="http://schemas.microsoft.com/office/drawing/2014/main" id="{B932791F-45F4-420C-90BD-BEAF089F2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553"/>
                <a:ext cx="47" cy="61"/>
              </a:xfrm>
              <a:custGeom>
                <a:avLst/>
                <a:gdLst>
                  <a:gd name="T0" fmla="*/ 246 w 29"/>
                  <a:gd name="T1" fmla="*/ 0 h 35"/>
                  <a:gd name="T2" fmla="*/ 21 w 29"/>
                  <a:gd name="T3" fmla="*/ 127 h 35"/>
                  <a:gd name="T4" fmla="*/ 55 w 29"/>
                  <a:gd name="T5" fmla="*/ 483 h 35"/>
                  <a:gd name="T6" fmla="*/ 246 w 29"/>
                  <a:gd name="T7" fmla="*/ 413 h 35"/>
                  <a:gd name="T8" fmla="*/ 233 w 29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5">
                    <a:moveTo>
                      <a:pt x="22" y="0"/>
                    </a:moveTo>
                    <a:cubicBezTo>
                      <a:pt x="16" y="0"/>
                      <a:pt x="7" y="0"/>
                      <a:pt x="2" y="8"/>
                    </a:cubicBezTo>
                    <a:cubicBezTo>
                      <a:pt x="0" y="14"/>
                      <a:pt x="1" y="26"/>
                      <a:pt x="5" y="30"/>
                    </a:cubicBezTo>
                    <a:cubicBezTo>
                      <a:pt x="10" y="35"/>
                      <a:pt x="16" y="31"/>
                      <a:pt x="22" y="26"/>
                    </a:cubicBezTo>
                    <a:cubicBezTo>
                      <a:pt x="29" y="20"/>
                      <a:pt x="27" y="8"/>
                      <a:pt x="21" y="2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968">
                <a:extLst>
                  <a:ext uri="{FF2B5EF4-FFF2-40B4-BE49-F238E27FC236}">
                    <a16:creationId xmlns:a16="http://schemas.microsoft.com/office/drawing/2014/main" id="{DEFA044A-4E9B-47EA-AA0E-A2CDC066B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618"/>
                <a:ext cx="71" cy="77"/>
              </a:xfrm>
              <a:custGeom>
                <a:avLst/>
                <a:gdLst>
                  <a:gd name="T0" fmla="*/ 477 w 43"/>
                  <a:gd name="T1" fmla="*/ 613 h 44"/>
                  <a:gd name="T2" fmla="*/ 434 w 43"/>
                  <a:gd name="T3" fmla="*/ 37 h 44"/>
                  <a:gd name="T4" fmla="*/ 527 w 43"/>
                  <a:gd name="T5" fmla="*/ 592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4">
                    <a:moveTo>
                      <a:pt x="39" y="37"/>
                    </a:moveTo>
                    <a:cubicBezTo>
                      <a:pt x="23" y="44"/>
                      <a:pt x="0" y="0"/>
                      <a:pt x="35" y="2"/>
                    </a:cubicBezTo>
                    <a:cubicBezTo>
                      <a:pt x="39" y="12"/>
                      <a:pt x="37" y="30"/>
                      <a:pt x="43" y="36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969">
                <a:extLst>
                  <a:ext uri="{FF2B5EF4-FFF2-40B4-BE49-F238E27FC236}">
                    <a16:creationId xmlns:a16="http://schemas.microsoft.com/office/drawing/2014/main" id="{078FB87E-8569-4A73-9C8F-7D58BB1A6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609"/>
                <a:ext cx="49" cy="72"/>
              </a:xfrm>
              <a:custGeom>
                <a:avLst/>
                <a:gdLst>
                  <a:gd name="T0" fmla="*/ 315 w 30"/>
                  <a:gd name="T1" fmla="*/ 314 h 41"/>
                  <a:gd name="T2" fmla="*/ 47 w 30"/>
                  <a:gd name="T3" fmla="*/ 551 h 41"/>
                  <a:gd name="T4" fmla="*/ 235 w 30"/>
                  <a:gd name="T5" fmla="*/ 644 h 41"/>
                  <a:gd name="T6" fmla="*/ 281 w 30"/>
                  <a:gd name="T7" fmla="*/ 216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27" y="19"/>
                    </a:moveTo>
                    <a:cubicBezTo>
                      <a:pt x="20" y="0"/>
                      <a:pt x="0" y="21"/>
                      <a:pt x="4" y="33"/>
                    </a:cubicBezTo>
                    <a:cubicBezTo>
                      <a:pt x="6" y="39"/>
                      <a:pt x="15" y="41"/>
                      <a:pt x="20" y="39"/>
                    </a:cubicBezTo>
                    <a:cubicBezTo>
                      <a:pt x="30" y="34"/>
                      <a:pt x="26" y="21"/>
                      <a:pt x="24" y="13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970">
                <a:extLst>
                  <a:ext uri="{FF2B5EF4-FFF2-40B4-BE49-F238E27FC236}">
                    <a16:creationId xmlns:a16="http://schemas.microsoft.com/office/drawing/2014/main" id="{2AD16B56-DFC1-4618-A214-DA5C6635B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3688"/>
                <a:ext cx="75" cy="43"/>
              </a:xfrm>
              <a:custGeom>
                <a:avLst/>
                <a:gdLst>
                  <a:gd name="T0" fmla="*/ 0 w 46"/>
                  <a:gd name="T1" fmla="*/ 45 h 25"/>
                  <a:gd name="T2" fmla="*/ 111 w 46"/>
                  <a:gd name="T3" fmla="*/ 255 h 25"/>
                  <a:gd name="T4" fmla="*/ 380 w 46"/>
                  <a:gd name="T5" fmla="*/ 375 h 25"/>
                  <a:gd name="T6" fmla="*/ 528 w 46"/>
                  <a:gd name="T7" fmla="*/ 122 h 25"/>
                  <a:gd name="T8" fmla="*/ 334 w 46"/>
                  <a:gd name="T9" fmla="*/ 210 h 25"/>
                  <a:gd name="T10" fmla="*/ 143 w 46"/>
                  <a:gd name="T11" fmla="*/ 132 h 25"/>
                  <a:gd name="T12" fmla="*/ 111 w 46"/>
                  <a:gd name="T13" fmla="*/ 45 h 25"/>
                  <a:gd name="T14" fmla="*/ 21 w 46"/>
                  <a:gd name="T15" fmla="*/ 1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5">
                    <a:moveTo>
                      <a:pt x="0" y="3"/>
                    </a:moveTo>
                    <a:cubicBezTo>
                      <a:pt x="8" y="0"/>
                      <a:pt x="9" y="12"/>
                      <a:pt x="10" y="17"/>
                    </a:cubicBezTo>
                    <a:cubicBezTo>
                      <a:pt x="14" y="5"/>
                      <a:pt x="30" y="19"/>
                      <a:pt x="33" y="25"/>
                    </a:cubicBezTo>
                    <a:cubicBezTo>
                      <a:pt x="30" y="17"/>
                      <a:pt x="39" y="7"/>
                      <a:pt x="46" y="8"/>
                    </a:cubicBezTo>
                    <a:cubicBezTo>
                      <a:pt x="40" y="5"/>
                      <a:pt x="32" y="7"/>
                      <a:pt x="29" y="14"/>
                    </a:cubicBezTo>
                    <a:cubicBezTo>
                      <a:pt x="25" y="10"/>
                      <a:pt x="18" y="4"/>
                      <a:pt x="12" y="9"/>
                    </a:cubicBezTo>
                    <a:cubicBezTo>
                      <a:pt x="11" y="7"/>
                      <a:pt x="10" y="5"/>
                      <a:pt x="10" y="3"/>
                    </a:cubicBezTo>
                    <a:cubicBezTo>
                      <a:pt x="7" y="1"/>
                      <a:pt x="4" y="0"/>
                      <a:pt x="2" y="1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971">
                <a:extLst>
                  <a:ext uri="{FF2B5EF4-FFF2-40B4-BE49-F238E27FC236}">
                    <a16:creationId xmlns:a16="http://schemas.microsoft.com/office/drawing/2014/main" id="{687C6EF9-E745-4A1C-9BF4-6DABA12F8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516"/>
                <a:ext cx="27" cy="34"/>
              </a:xfrm>
              <a:custGeom>
                <a:avLst/>
                <a:gdLst>
                  <a:gd name="T0" fmla="*/ 196 w 16"/>
                  <a:gd name="T1" fmla="*/ 131 h 19"/>
                  <a:gd name="T2" fmla="*/ 0 w 16"/>
                  <a:gd name="T3" fmla="*/ 349 h 19"/>
                  <a:gd name="T4" fmla="*/ 41 w 16"/>
                  <a:gd name="T5" fmla="*/ 73 h 19"/>
                  <a:gd name="T6" fmla="*/ 223 w 16"/>
                  <a:gd name="T7" fmla="*/ 11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14" y="7"/>
                    </a:moveTo>
                    <a:cubicBezTo>
                      <a:pt x="9" y="0"/>
                      <a:pt x="3" y="14"/>
                      <a:pt x="0" y="19"/>
                    </a:cubicBezTo>
                    <a:cubicBezTo>
                      <a:pt x="0" y="13"/>
                      <a:pt x="1" y="8"/>
                      <a:pt x="3" y="4"/>
                    </a:cubicBezTo>
                    <a:cubicBezTo>
                      <a:pt x="8" y="2"/>
                      <a:pt x="13" y="2"/>
                      <a:pt x="16" y="6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972">
                <a:extLst>
                  <a:ext uri="{FF2B5EF4-FFF2-40B4-BE49-F238E27FC236}">
                    <a16:creationId xmlns:a16="http://schemas.microsoft.com/office/drawing/2014/main" id="{917F6F69-B559-4AA2-A92B-AA36DEF4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642"/>
                <a:ext cx="37" cy="37"/>
              </a:xfrm>
              <a:custGeom>
                <a:avLst/>
                <a:gdLst>
                  <a:gd name="T0" fmla="*/ 251 w 23"/>
                  <a:gd name="T1" fmla="*/ 0 h 21"/>
                  <a:gd name="T2" fmla="*/ 34 w 23"/>
                  <a:gd name="T3" fmla="*/ 268 h 21"/>
                  <a:gd name="T4" fmla="*/ 228 w 23"/>
                  <a:gd name="T5" fmla="*/ 4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23" y="0"/>
                    </a:moveTo>
                    <a:cubicBezTo>
                      <a:pt x="23" y="17"/>
                      <a:pt x="20" y="21"/>
                      <a:pt x="3" y="16"/>
                    </a:cubicBezTo>
                    <a:cubicBezTo>
                      <a:pt x="0" y="6"/>
                      <a:pt x="14" y="3"/>
                      <a:pt x="21" y="3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973">
                <a:extLst>
                  <a:ext uri="{FF2B5EF4-FFF2-40B4-BE49-F238E27FC236}">
                    <a16:creationId xmlns:a16="http://schemas.microsoft.com/office/drawing/2014/main" id="{DD09370D-BC19-45C7-85A5-AB1726CC7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3569"/>
                <a:ext cx="39" cy="51"/>
              </a:xfrm>
              <a:custGeom>
                <a:avLst/>
                <a:gdLst>
                  <a:gd name="T0" fmla="*/ 270 w 24"/>
                  <a:gd name="T1" fmla="*/ 37 h 29"/>
                  <a:gd name="T2" fmla="*/ 76 w 24"/>
                  <a:gd name="T3" fmla="*/ 302 h 29"/>
                  <a:gd name="T4" fmla="*/ 236 w 24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24" y="2"/>
                    </a:moveTo>
                    <a:cubicBezTo>
                      <a:pt x="23" y="7"/>
                      <a:pt x="15" y="29"/>
                      <a:pt x="7" y="18"/>
                    </a:cubicBezTo>
                    <a:cubicBezTo>
                      <a:pt x="0" y="8"/>
                      <a:pt x="15" y="2"/>
                      <a:pt x="21" y="0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974">
                <a:extLst>
                  <a:ext uri="{FF2B5EF4-FFF2-40B4-BE49-F238E27FC236}">
                    <a16:creationId xmlns:a16="http://schemas.microsoft.com/office/drawing/2014/main" id="{88D7A60E-69AB-46EF-BF43-67092A6F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649"/>
                <a:ext cx="31" cy="32"/>
              </a:xfrm>
              <a:custGeom>
                <a:avLst/>
                <a:gdLst>
                  <a:gd name="T0" fmla="*/ 90 w 19"/>
                  <a:gd name="T1" fmla="*/ 37 h 18"/>
                  <a:gd name="T2" fmla="*/ 113 w 19"/>
                  <a:gd name="T3" fmla="*/ 297 h 18"/>
                  <a:gd name="T4" fmla="*/ 0 w 19"/>
                  <a:gd name="T5" fmla="*/ 89 h 18"/>
                  <a:gd name="T6" fmla="*/ 90 w 19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8" y="2"/>
                    </a:moveTo>
                    <a:cubicBezTo>
                      <a:pt x="10" y="6"/>
                      <a:pt x="19" y="18"/>
                      <a:pt x="10" y="17"/>
                    </a:cubicBezTo>
                    <a:cubicBezTo>
                      <a:pt x="5" y="17"/>
                      <a:pt x="2" y="8"/>
                      <a:pt x="0" y="5"/>
                    </a:cubicBezTo>
                    <a:cubicBezTo>
                      <a:pt x="2" y="2"/>
                      <a:pt x="5" y="0"/>
                      <a:pt x="8" y="0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975">
                <a:extLst>
                  <a:ext uri="{FF2B5EF4-FFF2-40B4-BE49-F238E27FC236}">
                    <a16:creationId xmlns:a16="http://schemas.microsoft.com/office/drawing/2014/main" id="{721263FB-064A-4992-9BA2-8BD5F3428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3647"/>
                <a:ext cx="23" cy="20"/>
              </a:xfrm>
              <a:custGeom>
                <a:avLst/>
                <a:gdLst>
                  <a:gd name="T0" fmla="*/ 54 w 14"/>
                  <a:gd name="T1" fmla="*/ 198 h 11"/>
                  <a:gd name="T2" fmla="*/ 133 w 14"/>
                  <a:gd name="T3" fmla="*/ 198 h 11"/>
                  <a:gd name="T4" fmla="*/ 0 w 14"/>
                  <a:gd name="T5" fmla="*/ 215 h 11"/>
                  <a:gd name="T6" fmla="*/ 35 w 14"/>
                  <a:gd name="T7" fmla="*/ 21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4" y="10"/>
                    </a:moveTo>
                    <a:cubicBezTo>
                      <a:pt x="6" y="11"/>
                      <a:pt x="9" y="10"/>
                      <a:pt x="11" y="10"/>
                    </a:cubicBezTo>
                    <a:cubicBezTo>
                      <a:pt x="14" y="0"/>
                      <a:pt x="2" y="4"/>
                      <a:pt x="0" y="11"/>
                    </a:cubicBezTo>
                    <a:cubicBezTo>
                      <a:pt x="1" y="11"/>
                      <a:pt x="2" y="11"/>
                      <a:pt x="3" y="11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976">
                <a:extLst>
                  <a:ext uri="{FF2B5EF4-FFF2-40B4-BE49-F238E27FC236}">
                    <a16:creationId xmlns:a16="http://schemas.microsoft.com/office/drawing/2014/main" id="{F7411375-2C21-4E94-8003-4FA3BBA34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564"/>
                <a:ext cx="29" cy="35"/>
              </a:xfrm>
              <a:custGeom>
                <a:avLst/>
                <a:gdLst>
                  <a:gd name="T0" fmla="*/ 55 w 18"/>
                  <a:gd name="T1" fmla="*/ 301 h 20"/>
                  <a:gd name="T2" fmla="*/ 21 w 18"/>
                  <a:gd name="T3" fmla="*/ 32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5" y="18"/>
                    </a:moveTo>
                    <a:cubicBezTo>
                      <a:pt x="18" y="12"/>
                      <a:pt x="0" y="0"/>
                      <a:pt x="2" y="20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977">
                <a:extLst>
                  <a:ext uri="{FF2B5EF4-FFF2-40B4-BE49-F238E27FC236}">
                    <a16:creationId xmlns:a16="http://schemas.microsoft.com/office/drawing/2014/main" id="{688F55EC-FB74-4A6B-ACDC-B742552F5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654"/>
                <a:ext cx="7" cy="11"/>
              </a:xfrm>
              <a:custGeom>
                <a:avLst/>
                <a:gdLst>
                  <a:gd name="T0" fmla="*/ 21 w 4"/>
                  <a:gd name="T1" fmla="*/ 68 h 6"/>
                  <a:gd name="T2" fmla="*/ 65 w 4"/>
                  <a:gd name="T3" fmla="*/ 105 h 6"/>
                  <a:gd name="T4" fmla="*/ 0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3"/>
                    </a:moveTo>
                    <a:cubicBezTo>
                      <a:pt x="2" y="4"/>
                      <a:pt x="1" y="6"/>
                      <a:pt x="4" y="5"/>
                    </a:cubicBez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978">
                <a:extLst>
                  <a:ext uri="{FF2B5EF4-FFF2-40B4-BE49-F238E27FC236}">
                    <a16:creationId xmlns:a16="http://schemas.microsoft.com/office/drawing/2014/main" id="{09C232DA-C7FE-480B-996C-DF82FB811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849"/>
                <a:ext cx="362" cy="262"/>
              </a:xfrm>
              <a:custGeom>
                <a:avLst/>
                <a:gdLst>
                  <a:gd name="T0" fmla="*/ 0 w 221"/>
                  <a:gd name="T1" fmla="*/ 2440 h 150"/>
                  <a:gd name="T2" fmla="*/ 295 w 221"/>
                  <a:gd name="T3" fmla="*/ 2005 h 150"/>
                  <a:gd name="T4" fmla="*/ 567 w 221"/>
                  <a:gd name="T5" fmla="*/ 1572 h 150"/>
                  <a:gd name="T6" fmla="*/ 1130 w 221"/>
                  <a:gd name="T7" fmla="*/ 1062 h 150"/>
                  <a:gd name="T8" fmla="*/ 1345 w 221"/>
                  <a:gd name="T9" fmla="*/ 714 h 150"/>
                  <a:gd name="T10" fmla="*/ 1741 w 221"/>
                  <a:gd name="T11" fmla="*/ 307 h 150"/>
                  <a:gd name="T12" fmla="*/ 2220 w 221"/>
                  <a:gd name="T13" fmla="*/ 91 h 150"/>
                  <a:gd name="T14" fmla="*/ 2606 w 221"/>
                  <a:gd name="T15" fmla="*/ 16 h 150"/>
                  <a:gd name="T16" fmla="*/ 1661 w 221"/>
                  <a:gd name="T17" fmla="*/ 278 h 150"/>
                  <a:gd name="T18" fmla="*/ 1027 w 221"/>
                  <a:gd name="T19" fmla="*/ 849 h 150"/>
                  <a:gd name="T20" fmla="*/ 634 w 221"/>
                  <a:gd name="T21" fmla="*/ 1172 h 150"/>
                  <a:gd name="T22" fmla="*/ 373 w 221"/>
                  <a:gd name="T23" fmla="*/ 1499 h 150"/>
                  <a:gd name="T24" fmla="*/ 21 w 221"/>
                  <a:gd name="T25" fmla="*/ 2355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1" h="150">
                    <a:moveTo>
                      <a:pt x="0" y="150"/>
                    </a:moveTo>
                    <a:cubicBezTo>
                      <a:pt x="0" y="144"/>
                      <a:pt x="20" y="130"/>
                      <a:pt x="25" y="123"/>
                    </a:cubicBezTo>
                    <a:cubicBezTo>
                      <a:pt x="32" y="114"/>
                      <a:pt x="39" y="105"/>
                      <a:pt x="48" y="97"/>
                    </a:cubicBezTo>
                    <a:cubicBezTo>
                      <a:pt x="62" y="83"/>
                      <a:pt x="81" y="77"/>
                      <a:pt x="96" y="65"/>
                    </a:cubicBezTo>
                    <a:cubicBezTo>
                      <a:pt x="103" y="58"/>
                      <a:pt x="107" y="51"/>
                      <a:pt x="114" y="44"/>
                    </a:cubicBezTo>
                    <a:cubicBezTo>
                      <a:pt x="123" y="33"/>
                      <a:pt x="136" y="26"/>
                      <a:pt x="148" y="19"/>
                    </a:cubicBezTo>
                    <a:cubicBezTo>
                      <a:pt x="160" y="11"/>
                      <a:pt x="175" y="10"/>
                      <a:pt x="188" y="6"/>
                    </a:cubicBezTo>
                    <a:cubicBezTo>
                      <a:pt x="197" y="3"/>
                      <a:pt x="212" y="0"/>
                      <a:pt x="221" y="1"/>
                    </a:cubicBezTo>
                    <a:cubicBezTo>
                      <a:pt x="196" y="15"/>
                      <a:pt x="166" y="7"/>
                      <a:pt x="141" y="17"/>
                    </a:cubicBezTo>
                    <a:cubicBezTo>
                      <a:pt x="119" y="26"/>
                      <a:pt x="104" y="36"/>
                      <a:pt x="87" y="52"/>
                    </a:cubicBezTo>
                    <a:cubicBezTo>
                      <a:pt x="77" y="61"/>
                      <a:pt x="66" y="66"/>
                      <a:pt x="54" y="72"/>
                    </a:cubicBezTo>
                    <a:cubicBezTo>
                      <a:pt x="44" y="77"/>
                      <a:pt x="39" y="83"/>
                      <a:pt x="32" y="92"/>
                    </a:cubicBezTo>
                    <a:cubicBezTo>
                      <a:pt x="20" y="108"/>
                      <a:pt x="14" y="129"/>
                      <a:pt x="2" y="145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979">
                <a:extLst>
                  <a:ext uri="{FF2B5EF4-FFF2-40B4-BE49-F238E27FC236}">
                    <a16:creationId xmlns:a16="http://schemas.microsoft.com/office/drawing/2014/main" id="{CA03F8F1-B7BF-4380-8A82-EB11508F5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3024"/>
                <a:ext cx="195" cy="140"/>
              </a:xfrm>
              <a:custGeom>
                <a:avLst/>
                <a:gdLst>
                  <a:gd name="T0" fmla="*/ 0 w 119"/>
                  <a:gd name="T1" fmla="*/ 1314 h 80"/>
                  <a:gd name="T2" fmla="*/ 554 w 119"/>
                  <a:gd name="T3" fmla="*/ 592 h 80"/>
                  <a:gd name="T4" fmla="*/ 1408 w 119"/>
                  <a:gd name="T5" fmla="*/ 151 h 80"/>
                  <a:gd name="T6" fmla="*/ 592 w 119"/>
                  <a:gd name="T7" fmla="*/ 613 h 80"/>
                  <a:gd name="T8" fmla="*/ 13 w 119"/>
                  <a:gd name="T9" fmla="*/ 125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80">
                    <a:moveTo>
                      <a:pt x="0" y="80"/>
                    </a:moveTo>
                    <a:cubicBezTo>
                      <a:pt x="14" y="62"/>
                      <a:pt x="25" y="45"/>
                      <a:pt x="47" y="36"/>
                    </a:cubicBezTo>
                    <a:cubicBezTo>
                      <a:pt x="70" y="28"/>
                      <a:pt x="96" y="12"/>
                      <a:pt x="119" y="9"/>
                    </a:cubicBezTo>
                    <a:cubicBezTo>
                      <a:pt x="93" y="0"/>
                      <a:pt x="69" y="22"/>
                      <a:pt x="50" y="37"/>
                    </a:cubicBezTo>
                    <a:cubicBezTo>
                      <a:pt x="34" y="49"/>
                      <a:pt x="19" y="71"/>
                      <a:pt x="1" y="76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980">
                <a:extLst>
                  <a:ext uri="{FF2B5EF4-FFF2-40B4-BE49-F238E27FC236}">
                    <a16:creationId xmlns:a16="http://schemas.microsoft.com/office/drawing/2014/main" id="{3EDFFE31-413B-42C6-A0FA-8BDA316A8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033"/>
                <a:ext cx="83" cy="118"/>
              </a:xfrm>
              <a:custGeom>
                <a:avLst/>
                <a:gdLst>
                  <a:gd name="T0" fmla="*/ 0 w 51"/>
                  <a:gd name="T1" fmla="*/ 1072 h 68"/>
                  <a:gd name="T2" fmla="*/ 34 w 51"/>
                  <a:gd name="T3" fmla="*/ 446 h 68"/>
                  <a:gd name="T4" fmla="*/ 400 w 51"/>
                  <a:gd name="T5" fmla="*/ 0 h 68"/>
                  <a:gd name="T6" fmla="*/ 146 w 51"/>
                  <a:gd name="T7" fmla="*/ 347 h 68"/>
                  <a:gd name="T8" fmla="*/ 469 w 51"/>
                  <a:gd name="T9" fmla="*/ 271 h 68"/>
                  <a:gd name="T10" fmla="*/ 233 w 51"/>
                  <a:gd name="T11" fmla="*/ 626 h 68"/>
                  <a:gd name="T12" fmla="*/ 583 w 51"/>
                  <a:gd name="T13" fmla="*/ 406 h 68"/>
                  <a:gd name="T14" fmla="*/ 535 w 51"/>
                  <a:gd name="T15" fmla="*/ 554 h 68"/>
                  <a:gd name="T16" fmla="*/ 570 w 51"/>
                  <a:gd name="T17" fmla="*/ 564 h 68"/>
                  <a:gd name="T18" fmla="*/ 111 w 51"/>
                  <a:gd name="T19" fmla="*/ 1045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68">
                    <a:moveTo>
                      <a:pt x="0" y="68"/>
                    </a:moveTo>
                    <a:cubicBezTo>
                      <a:pt x="16" y="60"/>
                      <a:pt x="4" y="39"/>
                      <a:pt x="3" y="28"/>
                    </a:cubicBezTo>
                    <a:cubicBezTo>
                      <a:pt x="2" y="9"/>
                      <a:pt x="22" y="7"/>
                      <a:pt x="35" y="0"/>
                    </a:cubicBezTo>
                    <a:cubicBezTo>
                      <a:pt x="29" y="4"/>
                      <a:pt x="15" y="15"/>
                      <a:pt x="13" y="22"/>
                    </a:cubicBezTo>
                    <a:cubicBezTo>
                      <a:pt x="24" y="22"/>
                      <a:pt x="32" y="20"/>
                      <a:pt x="41" y="17"/>
                    </a:cubicBezTo>
                    <a:cubicBezTo>
                      <a:pt x="38" y="27"/>
                      <a:pt x="27" y="32"/>
                      <a:pt x="20" y="40"/>
                    </a:cubicBezTo>
                    <a:cubicBezTo>
                      <a:pt x="36" y="41"/>
                      <a:pt x="40" y="35"/>
                      <a:pt x="51" y="26"/>
                    </a:cubicBezTo>
                    <a:cubicBezTo>
                      <a:pt x="50" y="29"/>
                      <a:pt x="49" y="33"/>
                      <a:pt x="47" y="35"/>
                    </a:cubicBezTo>
                    <a:cubicBezTo>
                      <a:pt x="48" y="35"/>
                      <a:pt x="49" y="35"/>
                      <a:pt x="50" y="36"/>
                    </a:cubicBezTo>
                    <a:cubicBezTo>
                      <a:pt x="42" y="51"/>
                      <a:pt x="24" y="59"/>
                      <a:pt x="10" y="66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981">
                <a:extLst>
                  <a:ext uri="{FF2B5EF4-FFF2-40B4-BE49-F238E27FC236}">
                    <a16:creationId xmlns:a16="http://schemas.microsoft.com/office/drawing/2014/main" id="{1C509780-4DCD-4AB6-95D5-9AC3CBD83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689"/>
                <a:ext cx="567" cy="342"/>
              </a:xfrm>
              <a:custGeom>
                <a:avLst/>
                <a:gdLst>
                  <a:gd name="T0" fmla="*/ 0 w 346"/>
                  <a:gd name="T1" fmla="*/ 3172 h 196"/>
                  <a:gd name="T2" fmla="*/ 274 w 346"/>
                  <a:gd name="T3" fmla="*/ 2738 h 196"/>
                  <a:gd name="T4" fmla="*/ 577 w 346"/>
                  <a:gd name="T5" fmla="*/ 2167 h 196"/>
                  <a:gd name="T6" fmla="*/ 1488 w 346"/>
                  <a:gd name="T7" fmla="*/ 1105 h 196"/>
                  <a:gd name="T8" fmla="*/ 2502 w 346"/>
                  <a:gd name="T9" fmla="*/ 457 h 196"/>
                  <a:gd name="T10" fmla="*/ 3238 w 346"/>
                  <a:gd name="T11" fmla="*/ 91 h 196"/>
                  <a:gd name="T12" fmla="*/ 3851 w 346"/>
                  <a:gd name="T13" fmla="*/ 86 h 196"/>
                  <a:gd name="T14" fmla="*/ 4087 w 346"/>
                  <a:gd name="T15" fmla="*/ 387 h 196"/>
                  <a:gd name="T16" fmla="*/ 3389 w 346"/>
                  <a:gd name="T17" fmla="*/ 241 h 196"/>
                  <a:gd name="T18" fmla="*/ 2791 w 346"/>
                  <a:gd name="T19" fmla="*/ 612 h 196"/>
                  <a:gd name="T20" fmla="*/ 2406 w 346"/>
                  <a:gd name="T21" fmla="*/ 670 h 196"/>
                  <a:gd name="T22" fmla="*/ 2076 w 346"/>
                  <a:gd name="T23" fmla="*/ 855 h 196"/>
                  <a:gd name="T24" fmla="*/ 1668 w 346"/>
                  <a:gd name="T25" fmla="*/ 1021 h 196"/>
                  <a:gd name="T26" fmla="*/ 1488 w 346"/>
                  <a:gd name="T27" fmla="*/ 1307 h 196"/>
                  <a:gd name="T28" fmla="*/ 701 w 346"/>
                  <a:gd name="T29" fmla="*/ 2199 h 196"/>
                  <a:gd name="T30" fmla="*/ 408 w 346"/>
                  <a:gd name="T31" fmla="*/ 2633 h 196"/>
                  <a:gd name="T32" fmla="*/ 188 w 346"/>
                  <a:gd name="T33" fmla="*/ 2926 h 196"/>
                  <a:gd name="T34" fmla="*/ 21 w 346"/>
                  <a:gd name="T35" fmla="*/ 3109 h 19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46" h="196">
                    <a:moveTo>
                      <a:pt x="0" y="196"/>
                    </a:moveTo>
                    <a:cubicBezTo>
                      <a:pt x="9" y="193"/>
                      <a:pt x="17" y="177"/>
                      <a:pt x="23" y="169"/>
                    </a:cubicBezTo>
                    <a:cubicBezTo>
                      <a:pt x="31" y="157"/>
                      <a:pt x="38" y="144"/>
                      <a:pt x="49" y="134"/>
                    </a:cubicBezTo>
                    <a:cubicBezTo>
                      <a:pt x="74" y="114"/>
                      <a:pt x="112" y="99"/>
                      <a:pt x="126" y="68"/>
                    </a:cubicBezTo>
                    <a:cubicBezTo>
                      <a:pt x="142" y="35"/>
                      <a:pt x="182" y="41"/>
                      <a:pt x="212" y="28"/>
                    </a:cubicBezTo>
                    <a:cubicBezTo>
                      <a:pt x="232" y="19"/>
                      <a:pt x="251" y="9"/>
                      <a:pt x="274" y="6"/>
                    </a:cubicBezTo>
                    <a:cubicBezTo>
                      <a:pt x="290" y="5"/>
                      <a:pt x="310" y="0"/>
                      <a:pt x="326" y="5"/>
                    </a:cubicBezTo>
                    <a:cubicBezTo>
                      <a:pt x="336" y="9"/>
                      <a:pt x="339" y="18"/>
                      <a:pt x="346" y="24"/>
                    </a:cubicBezTo>
                    <a:cubicBezTo>
                      <a:pt x="330" y="18"/>
                      <a:pt x="305" y="10"/>
                      <a:pt x="287" y="15"/>
                    </a:cubicBezTo>
                    <a:cubicBezTo>
                      <a:pt x="269" y="20"/>
                      <a:pt x="255" y="34"/>
                      <a:pt x="236" y="38"/>
                    </a:cubicBezTo>
                    <a:cubicBezTo>
                      <a:pt x="225" y="40"/>
                      <a:pt x="214" y="39"/>
                      <a:pt x="204" y="41"/>
                    </a:cubicBezTo>
                    <a:cubicBezTo>
                      <a:pt x="194" y="44"/>
                      <a:pt x="186" y="51"/>
                      <a:pt x="176" y="53"/>
                    </a:cubicBezTo>
                    <a:cubicBezTo>
                      <a:pt x="164" y="55"/>
                      <a:pt x="151" y="56"/>
                      <a:pt x="141" y="63"/>
                    </a:cubicBezTo>
                    <a:cubicBezTo>
                      <a:pt x="134" y="68"/>
                      <a:pt x="131" y="75"/>
                      <a:pt x="126" y="81"/>
                    </a:cubicBezTo>
                    <a:cubicBezTo>
                      <a:pt x="107" y="102"/>
                      <a:pt x="80" y="117"/>
                      <a:pt x="59" y="136"/>
                    </a:cubicBezTo>
                    <a:cubicBezTo>
                      <a:pt x="50" y="144"/>
                      <a:pt x="43" y="154"/>
                      <a:pt x="35" y="163"/>
                    </a:cubicBezTo>
                    <a:cubicBezTo>
                      <a:pt x="29" y="169"/>
                      <a:pt x="23" y="176"/>
                      <a:pt x="16" y="181"/>
                    </a:cubicBezTo>
                    <a:cubicBezTo>
                      <a:pt x="10" y="185"/>
                      <a:pt x="5" y="185"/>
                      <a:pt x="2" y="192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982">
                <a:extLst>
                  <a:ext uri="{FF2B5EF4-FFF2-40B4-BE49-F238E27FC236}">
                    <a16:creationId xmlns:a16="http://schemas.microsoft.com/office/drawing/2014/main" id="{770B4C89-F8C4-4425-87DA-BA2E81363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771"/>
                <a:ext cx="245" cy="164"/>
              </a:xfrm>
              <a:custGeom>
                <a:avLst/>
                <a:gdLst>
                  <a:gd name="T0" fmla="*/ 0 w 150"/>
                  <a:gd name="T1" fmla="*/ 1520 h 94"/>
                  <a:gd name="T2" fmla="*/ 812 w 150"/>
                  <a:gd name="T3" fmla="*/ 548 h 94"/>
                  <a:gd name="T4" fmla="*/ 1743 w 150"/>
                  <a:gd name="T5" fmla="*/ 0 h 94"/>
                  <a:gd name="T6" fmla="*/ 1348 w 150"/>
                  <a:gd name="T7" fmla="*/ 277 h 94"/>
                  <a:gd name="T8" fmla="*/ 732 w 150"/>
                  <a:gd name="T9" fmla="*/ 822 h 94"/>
                  <a:gd name="T10" fmla="*/ 281 w 150"/>
                  <a:gd name="T11" fmla="*/ 1258 h 94"/>
                  <a:gd name="T12" fmla="*/ 77 w 150"/>
                  <a:gd name="T13" fmla="*/ 1434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94">
                    <a:moveTo>
                      <a:pt x="0" y="94"/>
                    </a:moveTo>
                    <a:cubicBezTo>
                      <a:pt x="26" y="80"/>
                      <a:pt x="44" y="50"/>
                      <a:pt x="70" y="34"/>
                    </a:cubicBezTo>
                    <a:cubicBezTo>
                      <a:pt x="95" y="17"/>
                      <a:pt x="122" y="11"/>
                      <a:pt x="150" y="0"/>
                    </a:cubicBezTo>
                    <a:cubicBezTo>
                      <a:pt x="139" y="7"/>
                      <a:pt x="127" y="10"/>
                      <a:pt x="116" y="17"/>
                    </a:cubicBezTo>
                    <a:cubicBezTo>
                      <a:pt x="98" y="29"/>
                      <a:pt x="80" y="39"/>
                      <a:pt x="63" y="51"/>
                    </a:cubicBezTo>
                    <a:cubicBezTo>
                      <a:pt x="51" y="61"/>
                      <a:pt x="37" y="70"/>
                      <a:pt x="24" y="78"/>
                    </a:cubicBezTo>
                    <a:cubicBezTo>
                      <a:pt x="19" y="81"/>
                      <a:pt x="9" y="85"/>
                      <a:pt x="7" y="89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983">
                <a:extLst>
                  <a:ext uri="{FF2B5EF4-FFF2-40B4-BE49-F238E27FC236}">
                    <a16:creationId xmlns:a16="http://schemas.microsoft.com/office/drawing/2014/main" id="{C841883A-0DBB-476D-936D-87756EC8C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772"/>
                <a:ext cx="293" cy="58"/>
              </a:xfrm>
              <a:custGeom>
                <a:avLst/>
                <a:gdLst>
                  <a:gd name="T0" fmla="*/ 0 w 179"/>
                  <a:gd name="T1" fmla="*/ 531 h 33"/>
                  <a:gd name="T2" fmla="*/ 223 w 179"/>
                  <a:gd name="T3" fmla="*/ 380 h 33"/>
                  <a:gd name="T4" fmla="*/ 573 w 179"/>
                  <a:gd name="T5" fmla="*/ 200 h 33"/>
                  <a:gd name="T6" fmla="*/ 1198 w 179"/>
                  <a:gd name="T7" fmla="*/ 49 h 33"/>
                  <a:gd name="T8" fmla="*/ 1792 w 179"/>
                  <a:gd name="T9" fmla="*/ 65 h 33"/>
                  <a:gd name="T10" fmla="*/ 2107 w 179"/>
                  <a:gd name="T11" fmla="*/ 135 h 33"/>
                  <a:gd name="T12" fmla="*/ 1013 w 179"/>
                  <a:gd name="T13" fmla="*/ 216 h 33"/>
                  <a:gd name="T14" fmla="*/ 165 w 179"/>
                  <a:gd name="T15" fmla="*/ 489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9" h="33">
                    <a:moveTo>
                      <a:pt x="0" y="32"/>
                    </a:moveTo>
                    <a:cubicBezTo>
                      <a:pt x="7" y="33"/>
                      <a:pt x="13" y="26"/>
                      <a:pt x="19" y="23"/>
                    </a:cubicBezTo>
                    <a:cubicBezTo>
                      <a:pt x="29" y="18"/>
                      <a:pt x="39" y="14"/>
                      <a:pt x="49" y="12"/>
                    </a:cubicBezTo>
                    <a:cubicBezTo>
                      <a:pt x="66" y="8"/>
                      <a:pt x="85" y="5"/>
                      <a:pt x="102" y="3"/>
                    </a:cubicBezTo>
                    <a:cubicBezTo>
                      <a:pt x="118" y="1"/>
                      <a:pt x="136" y="0"/>
                      <a:pt x="153" y="4"/>
                    </a:cubicBezTo>
                    <a:cubicBezTo>
                      <a:pt x="161" y="5"/>
                      <a:pt x="172" y="5"/>
                      <a:pt x="179" y="8"/>
                    </a:cubicBezTo>
                    <a:cubicBezTo>
                      <a:pt x="150" y="2"/>
                      <a:pt x="116" y="10"/>
                      <a:pt x="86" y="13"/>
                    </a:cubicBezTo>
                    <a:cubicBezTo>
                      <a:pt x="63" y="15"/>
                      <a:pt x="36" y="21"/>
                      <a:pt x="14" y="29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984">
                <a:extLst>
                  <a:ext uri="{FF2B5EF4-FFF2-40B4-BE49-F238E27FC236}">
                    <a16:creationId xmlns:a16="http://schemas.microsoft.com/office/drawing/2014/main" id="{EA6D9935-B301-4166-BAB6-97B62D8D7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3213"/>
                <a:ext cx="483" cy="478"/>
              </a:xfrm>
              <a:custGeom>
                <a:avLst/>
                <a:gdLst>
                  <a:gd name="T0" fmla="*/ 2528 w 295"/>
                  <a:gd name="T1" fmla="*/ 4401 h 274"/>
                  <a:gd name="T2" fmla="*/ 2233 w 295"/>
                  <a:gd name="T3" fmla="*/ 3131 h 274"/>
                  <a:gd name="T4" fmla="*/ 2073 w 295"/>
                  <a:gd name="T5" fmla="*/ 3022 h 274"/>
                  <a:gd name="T6" fmla="*/ 1868 w 295"/>
                  <a:gd name="T7" fmla="*/ 2776 h 274"/>
                  <a:gd name="T8" fmla="*/ 1434 w 295"/>
                  <a:gd name="T9" fmla="*/ 2650 h 274"/>
                  <a:gd name="T10" fmla="*/ 1000 w 295"/>
                  <a:gd name="T11" fmla="*/ 2734 h 274"/>
                  <a:gd name="T12" fmla="*/ 791 w 295"/>
                  <a:gd name="T13" fmla="*/ 2624 h 274"/>
                  <a:gd name="T14" fmla="*/ 622 w 295"/>
                  <a:gd name="T15" fmla="*/ 2687 h 274"/>
                  <a:gd name="T16" fmla="*/ 462 w 295"/>
                  <a:gd name="T17" fmla="*/ 2587 h 274"/>
                  <a:gd name="T18" fmla="*/ 226 w 295"/>
                  <a:gd name="T19" fmla="*/ 2502 h 274"/>
                  <a:gd name="T20" fmla="*/ 404 w 295"/>
                  <a:gd name="T21" fmla="*/ 2167 h 274"/>
                  <a:gd name="T22" fmla="*/ 925 w 295"/>
                  <a:gd name="T23" fmla="*/ 65 h 274"/>
                  <a:gd name="T24" fmla="*/ 1421 w 295"/>
                  <a:gd name="T25" fmla="*/ 584 h 274"/>
                  <a:gd name="T26" fmla="*/ 1997 w 295"/>
                  <a:gd name="T27" fmla="*/ 1214 h 274"/>
                  <a:gd name="T28" fmla="*/ 2975 w 295"/>
                  <a:gd name="T29" fmla="*/ 2151 h 274"/>
                  <a:gd name="T30" fmla="*/ 3139 w 295"/>
                  <a:gd name="T31" fmla="*/ 2474 h 274"/>
                  <a:gd name="T32" fmla="*/ 3361 w 295"/>
                  <a:gd name="T33" fmla="*/ 2650 h 274"/>
                  <a:gd name="T34" fmla="*/ 3458 w 295"/>
                  <a:gd name="T35" fmla="*/ 3281 h 274"/>
                  <a:gd name="T36" fmla="*/ 2941 w 295"/>
                  <a:gd name="T37" fmla="*/ 4142 h 274"/>
                  <a:gd name="T38" fmla="*/ 2608 w 295"/>
                  <a:gd name="T39" fmla="*/ 4428 h 2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5" h="274">
                    <a:moveTo>
                      <a:pt x="215" y="272"/>
                    </a:moveTo>
                    <a:cubicBezTo>
                      <a:pt x="232" y="248"/>
                      <a:pt x="213" y="204"/>
                      <a:pt x="190" y="194"/>
                    </a:cubicBezTo>
                    <a:cubicBezTo>
                      <a:pt x="183" y="190"/>
                      <a:pt x="182" y="192"/>
                      <a:pt x="176" y="187"/>
                    </a:cubicBezTo>
                    <a:cubicBezTo>
                      <a:pt x="170" y="182"/>
                      <a:pt x="166" y="176"/>
                      <a:pt x="159" y="172"/>
                    </a:cubicBezTo>
                    <a:cubicBezTo>
                      <a:pt x="147" y="164"/>
                      <a:pt x="137" y="162"/>
                      <a:pt x="122" y="164"/>
                    </a:cubicBezTo>
                    <a:cubicBezTo>
                      <a:pt x="109" y="166"/>
                      <a:pt x="99" y="172"/>
                      <a:pt x="85" y="169"/>
                    </a:cubicBezTo>
                    <a:cubicBezTo>
                      <a:pt x="78" y="167"/>
                      <a:pt x="74" y="163"/>
                      <a:pt x="67" y="162"/>
                    </a:cubicBezTo>
                    <a:cubicBezTo>
                      <a:pt x="63" y="162"/>
                      <a:pt x="56" y="166"/>
                      <a:pt x="53" y="166"/>
                    </a:cubicBezTo>
                    <a:cubicBezTo>
                      <a:pt x="46" y="165"/>
                      <a:pt x="46" y="163"/>
                      <a:pt x="39" y="160"/>
                    </a:cubicBezTo>
                    <a:cubicBezTo>
                      <a:pt x="34" y="157"/>
                      <a:pt x="23" y="158"/>
                      <a:pt x="19" y="155"/>
                    </a:cubicBezTo>
                    <a:cubicBezTo>
                      <a:pt x="0" y="144"/>
                      <a:pt x="24" y="138"/>
                      <a:pt x="34" y="134"/>
                    </a:cubicBezTo>
                    <a:cubicBezTo>
                      <a:pt x="99" y="111"/>
                      <a:pt x="51" y="46"/>
                      <a:pt x="79" y="4"/>
                    </a:cubicBezTo>
                    <a:cubicBezTo>
                      <a:pt x="97" y="0"/>
                      <a:pt x="110" y="27"/>
                      <a:pt x="121" y="36"/>
                    </a:cubicBezTo>
                    <a:cubicBezTo>
                      <a:pt x="136" y="50"/>
                      <a:pt x="153" y="64"/>
                      <a:pt x="170" y="75"/>
                    </a:cubicBezTo>
                    <a:cubicBezTo>
                      <a:pt x="199" y="93"/>
                      <a:pt x="229" y="107"/>
                      <a:pt x="253" y="133"/>
                    </a:cubicBezTo>
                    <a:cubicBezTo>
                      <a:pt x="258" y="140"/>
                      <a:pt x="261" y="147"/>
                      <a:pt x="267" y="153"/>
                    </a:cubicBezTo>
                    <a:cubicBezTo>
                      <a:pt x="272" y="158"/>
                      <a:pt x="281" y="159"/>
                      <a:pt x="286" y="164"/>
                    </a:cubicBezTo>
                    <a:cubicBezTo>
                      <a:pt x="293" y="172"/>
                      <a:pt x="293" y="192"/>
                      <a:pt x="294" y="203"/>
                    </a:cubicBezTo>
                    <a:cubicBezTo>
                      <a:pt x="295" y="230"/>
                      <a:pt x="271" y="241"/>
                      <a:pt x="250" y="256"/>
                    </a:cubicBezTo>
                    <a:cubicBezTo>
                      <a:pt x="243" y="261"/>
                      <a:pt x="233" y="274"/>
                      <a:pt x="222" y="274"/>
                    </a:cubicBezTo>
                  </a:path>
                </a:pathLst>
              </a:custGeom>
              <a:solidFill>
                <a:srgbClr val="D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985">
                <a:extLst>
                  <a:ext uri="{FF2B5EF4-FFF2-40B4-BE49-F238E27FC236}">
                    <a16:creationId xmlns:a16="http://schemas.microsoft.com/office/drawing/2014/main" id="{9366B84B-DA42-44C3-831B-36C1E3380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351"/>
                <a:ext cx="256" cy="312"/>
              </a:xfrm>
              <a:custGeom>
                <a:avLst/>
                <a:gdLst>
                  <a:gd name="T0" fmla="*/ 1188 w 156"/>
                  <a:gd name="T1" fmla="*/ 2879 h 179"/>
                  <a:gd name="T2" fmla="*/ 929 w 156"/>
                  <a:gd name="T3" fmla="*/ 1774 h 179"/>
                  <a:gd name="T4" fmla="*/ 522 w 156"/>
                  <a:gd name="T5" fmla="*/ 1496 h 179"/>
                  <a:gd name="T6" fmla="*/ 202 w 156"/>
                  <a:gd name="T7" fmla="*/ 1170 h 179"/>
                  <a:gd name="T8" fmla="*/ 80 w 156"/>
                  <a:gd name="T9" fmla="*/ 756 h 179"/>
                  <a:gd name="T10" fmla="*/ 353 w 156"/>
                  <a:gd name="T11" fmla="*/ 237 h 179"/>
                  <a:gd name="T12" fmla="*/ 1211 w 156"/>
                  <a:gd name="T13" fmla="*/ 756 h 179"/>
                  <a:gd name="T14" fmla="*/ 1841 w 156"/>
                  <a:gd name="T15" fmla="*/ 1947 h 179"/>
                  <a:gd name="T16" fmla="*/ 1654 w 156"/>
                  <a:gd name="T17" fmla="*/ 2465 h 179"/>
                  <a:gd name="T18" fmla="*/ 1167 w 156"/>
                  <a:gd name="T19" fmla="*/ 2879 h 1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179">
                    <a:moveTo>
                      <a:pt x="100" y="179"/>
                    </a:moveTo>
                    <a:cubicBezTo>
                      <a:pt x="100" y="152"/>
                      <a:pt x="99" y="128"/>
                      <a:pt x="78" y="110"/>
                    </a:cubicBezTo>
                    <a:cubicBezTo>
                      <a:pt x="68" y="102"/>
                      <a:pt x="54" y="100"/>
                      <a:pt x="44" y="93"/>
                    </a:cubicBezTo>
                    <a:cubicBezTo>
                      <a:pt x="34" y="87"/>
                      <a:pt x="26" y="78"/>
                      <a:pt x="17" y="73"/>
                    </a:cubicBezTo>
                    <a:cubicBezTo>
                      <a:pt x="5" y="65"/>
                      <a:pt x="0" y="63"/>
                      <a:pt x="7" y="47"/>
                    </a:cubicBezTo>
                    <a:cubicBezTo>
                      <a:pt x="11" y="39"/>
                      <a:pt x="23" y="21"/>
                      <a:pt x="30" y="15"/>
                    </a:cubicBezTo>
                    <a:cubicBezTo>
                      <a:pt x="50" y="0"/>
                      <a:pt x="88" y="31"/>
                      <a:pt x="102" y="47"/>
                    </a:cubicBezTo>
                    <a:cubicBezTo>
                      <a:pt x="121" y="70"/>
                      <a:pt x="156" y="88"/>
                      <a:pt x="155" y="121"/>
                    </a:cubicBezTo>
                    <a:cubicBezTo>
                      <a:pt x="154" y="135"/>
                      <a:pt x="151" y="146"/>
                      <a:pt x="139" y="153"/>
                    </a:cubicBezTo>
                    <a:cubicBezTo>
                      <a:pt x="124" y="163"/>
                      <a:pt x="106" y="162"/>
                      <a:pt x="98" y="179"/>
                    </a:cubicBezTo>
                  </a:path>
                </a:pathLst>
              </a:custGeom>
              <a:solidFill>
                <a:srgbClr val="D3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986">
                <a:extLst>
                  <a:ext uri="{FF2B5EF4-FFF2-40B4-BE49-F238E27FC236}">
                    <a16:creationId xmlns:a16="http://schemas.microsoft.com/office/drawing/2014/main" id="{5200A188-DF88-4893-8B01-8B99CA34E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3234"/>
                <a:ext cx="206" cy="248"/>
              </a:xfrm>
              <a:custGeom>
                <a:avLst/>
                <a:gdLst>
                  <a:gd name="T0" fmla="*/ 559 w 126"/>
                  <a:gd name="T1" fmla="*/ 159 h 142"/>
                  <a:gd name="T2" fmla="*/ 656 w 126"/>
                  <a:gd name="T3" fmla="*/ 16 h 142"/>
                  <a:gd name="T4" fmla="*/ 791 w 126"/>
                  <a:gd name="T5" fmla="*/ 241 h 142"/>
                  <a:gd name="T6" fmla="*/ 1087 w 126"/>
                  <a:gd name="T7" fmla="*/ 747 h 142"/>
                  <a:gd name="T8" fmla="*/ 1417 w 126"/>
                  <a:gd name="T9" fmla="*/ 1086 h 142"/>
                  <a:gd name="T10" fmla="*/ 1226 w 126"/>
                  <a:gd name="T11" fmla="*/ 1498 h 142"/>
                  <a:gd name="T12" fmla="*/ 1087 w 126"/>
                  <a:gd name="T13" fmla="*/ 1965 h 142"/>
                  <a:gd name="T14" fmla="*/ 813 w 126"/>
                  <a:gd name="T15" fmla="*/ 2291 h 142"/>
                  <a:gd name="T16" fmla="*/ 420 w 126"/>
                  <a:gd name="T17" fmla="*/ 2218 h 142"/>
                  <a:gd name="T18" fmla="*/ 0 w 126"/>
                  <a:gd name="T19" fmla="*/ 2092 h 142"/>
                  <a:gd name="T20" fmla="*/ 559 w 126"/>
                  <a:gd name="T21" fmla="*/ 1270 h 142"/>
                  <a:gd name="T22" fmla="*/ 593 w 126"/>
                  <a:gd name="T23" fmla="*/ 150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6" h="142">
                    <a:moveTo>
                      <a:pt x="48" y="10"/>
                    </a:moveTo>
                    <a:cubicBezTo>
                      <a:pt x="44" y="3"/>
                      <a:pt x="48" y="0"/>
                      <a:pt x="56" y="1"/>
                    </a:cubicBezTo>
                    <a:cubicBezTo>
                      <a:pt x="61" y="2"/>
                      <a:pt x="65" y="12"/>
                      <a:pt x="68" y="15"/>
                    </a:cubicBezTo>
                    <a:cubicBezTo>
                      <a:pt x="76" y="25"/>
                      <a:pt x="84" y="36"/>
                      <a:pt x="93" y="46"/>
                    </a:cubicBezTo>
                    <a:cubicBezTo>
                      <a:pt x="99" y="52"/>
                      <a:pt x="118" y="60"/>
                      <a:pt x="121" y="67"/>
                    </a:cubicBezTo>
                    <a:cubicBezTo>
                      <a:pt x="126" y="78"/>
                      <a:pt x="113" y="84"/>
                      <a:pt x="105" y="92"/>
                    </a:cubicBezTo>
                    <a:cubicBezTo>
                      <a:pt x="97" y="102"/>
                      <a:pt x="94" y="108"/>
                      <a:pt x="93" y="121"/>
                    </a:cubicBezTo>
                    <a:cubicBezTo>
                      <a:pt x="91" y="139"/>
                      <a:pt x="89" y="142"/>
                      <a:pt x="70" y="141"/>
                    </a:cubicBezTo>
                    <a:cubicBezTo>
                      <a:pt x="57" y="141"/>
                      <a:pt x="47" y="138"/>
                      <a:pt x="36" y="136"/>
                    </a:cubicBezTo>
                    <a:cubicBezTo>
                      <a:pt x="26" y="134"/>
                      <a:pt x="5" y="140"/>
                      <a:pt x="0" y="129"/>
                    </a:cubicBezTo>
                    <a:cubicBezTo>
                      <a:pt x="25" y="112"/>
                      <a:pt x="43" y="112"/>
                      <a:pt x="48" y="78"/>
                    </a:cubicBezTo>
                    <a:cubicBezTo>
                      <a:pt x="52" y="56"/>
                      <a:pt x="51" y="32"/>
                      <a:pt x="51" y="9"/>
                    </a:cubicBezTo>
                  </a:path>
                </a:pathLst>
              </a:custGeom>
              <a:solidFill>
                <a:srgbClr val="D3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987">
                <a:extLst>
                  <a:ext uri="{FF2B5EF4-FFF2-40B4-BE49-F238E27FC236}">
                    <a16:creationId xmlns:a16="http://schemas.microsoft.com/office/drawing/2014/main" id="{37A62B4B-E421-49CC-BA8B-F9FFDEFDF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3249"/>
                <a:ext cx="192" cy="224"/>
              </a:xfrm>
              <a:custGeom>
                <a:avLst/>
                <a:gdLst>
                  <a:gd name="T0" fmla="*/ 146 w 117"/>
                  <a:gd name="T1" fmla="*/ 1988 h 128"/>
                  <a:gd name="T2" fmla="*/ 318 w 117"/>
                  <a:gd name="T3" fmla="*/ 1773 h 128"/>
                  <a:gd name="T4" fmla="*/ 537 w 117"/>
                  <a:gd name="T5" fmla="*/ 1335 h 128"/>
                  <a:gd name="T6" fmla="*/ 609 w 117"/>
                  <a:gd name="T7" fmla="*/ 364 h 128"/>
                  <a:gd name="T8" fmla="*/ 689 w 117"/>
                  <a:gd name="T9" fmla="*/ 37 h 128"/>
                  <a:gd name="T10" fmla="*/ 870 w 117"/>
                  <a:gd name="T11" fmla="*/ 399 h 128"/>
                  <a:gd name="T12" fmla="*/ 1144 w 117"/>
                  <a:gd name="T13" fmla="*/ 698 h 128"/>
                  <a:gd name="T14" fmla="*/ 1357 w 117"/>
                  <a:gd name="T15" fmla="*/ 938 h 128"/>
                  <a:gd name="T16" fmla="*/ 1152 w 117"/>
                  <a:gd name="T17" fmla="*/ 1379 h 128"/>
                  <a:gd name="T18" fmla="*/ 1008 w 117"/>
                  <a:gd name="T19" fmla="*/ 1902 h 128"/>
                  <a:gd name="T20" fmla="*/ 681 w 117"/>
                  <a:gd name="T21" fmla="*/ 2102 h 128"/>
                  <a:gd name="T22" fmla="*/ 428 w 117"/>
                  <a:gd name="T23" fmla="*/ 2102 h 128"/>
                  <a:gd name="T24" fmla="*/ 167 w 117"/>
                  <a:gd name="T25" fmla="*/ 2009 h 1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7" h="128">
                    <a:moveTo>
                      <a:pt x="12" y="121"/>
                    </a:moveTo>
                    <a:cubicBezTo>
                      <a:pt x="0" y="117"/>
                      <a:pt x="24" y="110"/>
                      <a:pt x="27" y="108"/>
                    </a:cubicBezTo>
                    <a:cubicBezTo>
                      <a:pt x="36" y="102"/>
                      <a:pt x="42" y="90"/>
                      <a:pt x="45" y="81"/>
                    </a:cubicBezTo>
                    <a:cubicBezTo>
                      <a:pt x="51" y="62"/>
                      <a:pt x="51" y="42"/>
                      <a:pt x="51" y="22"/>
                    </a:cubicBezTo>
                    <a:cubicBezTo>
                      <a:pt x="51" y="16"/>
                      <a:pt x="49" y="0"/>
                      <a:pt x="58" y="2"/>
                    </a:cubicBezTo>
                    <a:cubicBezTo>
                      <a:pt x="62" y="4"/>
                      <a:pt x="69" y="21"/>
                      <a:pt x="73" y="24"/>
                    </a:cubicBezTo>
                    <a:cubicBezTo>
                      <a:pt x="80" y="31"/>
                      <a:pt x="89" y="36"/>
                      <a:pt x="96" y="42"/>
                    </a:cubicBezTo>
                    <a:cubicBezTo>
                      <a:pt x="101" y="46"/>
                      <a:pt x="112" y="51"/>
                      <a:pt x="114" y="57"/>
                    </a:cubicBezTo>
                    <a:cubicBezTo>
                      <a:pt x="117" y="68"/>
                      <a:pt x="102" y="76"/>
                      <a:pt x="97" y="84"/>
                    </a:cubicBezTo>
                    <a:cubicBezTo>
                      <a:pt x="92" y="94"/>
                      <a:pt x="91" y="106"/>
                      <a:pt x="85" y="116"/>
                    </a:cubicBezTo>
                    <a:cubicBezTo>
                      <a:pt x="78" y="128"/>
                      <a:pt x="70" y="128"/>
                      <a:pt x="57" y="128"/>
                    </a:cubicBezTo>
                    <a:cubicBezTo>
                      <a:pt x="50" y="128"/>
                      <a:pt x="42" y="128"/>
                      <a:pt x="36" y="128"/>
                    </a:cubicBezTo>
                    <a:cubicBezTo>
                      <a:pt x="28" y="127"/>
                      <a:pt x="21" y="122"/>
                      <a:pt x="14" y="122"/>
                    </a:cubicBezTo>
                  </a:path>
                </a:pathLst>
              </a:custGeom>
              <a:solidFill>
                <a:srgbClr val="CD6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Freeform 988">
                <a:extLst>
                  <a:ext uri="{FF2B5EF4-FFF2-40B4-BE49-F238E27FC236}">
                    <a16:creationId xmlns:a16="http://schemas.microsoft.com/office/drawing/2014/main" id="{A1C706DA-11FD-4D71-8B4C-1C152D00A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375"/>
                <a:ext cx="165" cy="164"/>
              </a:xfrm>
              <a:custGeom>
                <a:avLst/>
                <a:gdLst>
                  <a:gd name="T0" fmla="*/ 497 w 101"/>
                  <a:gd name="T1" fmla="*/ 16 h 94"/>
                  <a:gd name="T2" fmla="*/ 256 w 101"/>
                  <a:gd name="T3" fmla="*/ 28 h 94"/>
                  <a:gd name="T4" fmla="*/ 47 w 101"/>
                  <a:gd name="T5" fmla="*/ 698 h 94"/>
                  <a:gd name="T6" fmla="*/ 493 w 101"/>
                  <a:gd name="T7" fmla="*/ 1218 h 94"/>
                  <a:gd name="T8" fmla="*/ 683 w 101"/>
                  <a:gd name="T9" fmla="*/ 1391 h 94"/>
                  <a:gd name="T10" fmla="*/ 956 w 101"/>
                  <a:gd name="T11" fmla="*/ 1342 h 94"/>
                  <a:gd name="T12" fmla="*/ 1162 w 101"/>
                  <a:gd name="T13" fmla="*/ 907 h 94"/>
                  <a:gd name="T14" fmla="*/ 998 w 101"/>
                  <a:gd name="T15" fmla="*/ 520 h 94"/>
                  <a:gd name="T16" fmla="*/ 528 w 101"/>
                  <a:gd name="T17" fmla="*/ 16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94">
                    <a:moveTo>
                      <a:pt x="43" y="1"/>
                    </a:moveTo>
                    <a:cubicBezTo>
                      <a:pt x="36" y="1"/>
                      <a:pt x="29" y="0"/>
                      <a:pt x="22" y="2"/>
                    </a:cubicBezTo>
                    <a:cubicBezTo>
                      <a:pt x="16" y="13"/>
                      <a:pt x="0" y="29"/>
                      <a:pt x="4" y="43"/>
                    </a:cubicBezTo>
                    <a:cubicBezTo>
                      <a:pt x="9" y="57"/>
                      <a:pt x="32" y="66"/>
                      <a:pt x="42" y="75"/>
                    </a:cubicBezTo>
                    <a:cubicBezTo>
                      <a:pt x="48" y="80"/>
                      <a:pt x="52" y="83"/>
                      <a:pt x="59" y="86"/>
                    </a:cubicBezTo>
                    <a:cubicBezTo>
                      <a:pt x="69" y="90"/>
                      <a:pt x="74" y="94"/>
                      <a:pt x="82" y="83"/>
                    </a:cubicBezTo>
                    <a:cubicBezTo>
                      <a:pt x="87" y="77"/>
                      <a:pt x="99" y="64"/>
                      <a:pt x="100" y="56"/>
                    </a:cubicBezTo>
                    <a:cubicBezTo>
                      <a:pt x="101" y="46"/>
                      <a:pt x="91" y="39"/>
                      <a:pt x="86" y="32"/>
                    </a:cubicBezTo>
                    <a:cubicBezTo>
                      <a:pt x="77" y="17"/>
                      <a:pt x="63" y="2"/>
                      <a:pt x="45" y="1"/>
                    </a:cubicBezTo>
                  </a:path>
                </a:pathLst>
              </a:custGeom>
              <a:solidFill>
                <a:srgbClr val="CD6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1" name="Freeform 989">
                <a:extLst>
                  <a:ext uri="{FF2B5EF4-FFF2-40B4-BE49-F238E27FC236}">
                    <a16:creationId xmlns:a16="http://schemas.microsoft.com/office/drawing/2014/main" id="{F2292165-09E1-4598-9D0B-973DB3827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3471"/>
                <a:ext cx="110" cy="171"/>
              </a:xfrm>
              <a:custGeom>
                <a:avLst/>
                <a:gdLst>
                  <a:gd name="T0" fmla="*/ 580 w 67"/>
                  <a:gd name="T1" fmla="*/ 159 h 98"/>
                  <a:gd name="T2" fmla="*/ 429 w 67"/>
                  <a:gd name="T3" fmla="*/ 0 h 98"/>
                  <a:gd name="T4" fmla="*/ 274 w 67"/>
                  <a:gd name="T5" fmla="*/ 159 h 98"/>
                  <a:gd name="T6" fmla="*/ 56 w 67"/>
                  <a:gd name="T7" fmla="*/ 536 h 98"/>
                  <a:gd name="T8" fmla="*/ 151 w 67"/>
                  <a:gd name="T9" fmla="*/ 1047 h 98"/>
                  <a:gd name="T10" fmla="*/ 215 w 67"/>
                  <a:gd name="T11" fmla="*/ 1583 h 98"/>
                  <a:gd name="T12" fmla="*/ 350 w 67"/>
                  <a:gd name="T13" fmla="*/ 1455 h 98"/>
                  <a:gd name="T14" fmla="*/ 488 w 67"/>
                  <a:gd name="T15" fmla="*/ 1365 h 98"/>
                  <a:gd name="T16" fmla="*/ 739 w 67"/>
                  <a:gd name="T17" fmla="*/ 1105 h 98"/>
                  <a:gd name="T18" fmla="*/ 760 w 67"/>
                  <a:gd name="T19" fmla="*/ 564 h 98"/>
                  <a:gd name="T20" fmla="*/ 612 w 67"/>
                  <a:gd name="T21" fmla="*/ 176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98">
                    <a:moveTo>
                      <a:pt x="49" y="10"/>
                    </a:moveTo>
                    <a:cubicBezTo>
                      <a:pt x="46" y="7"/>
                      <a:pt x="41" y="1"/>
                      <a:pt x="36" y="0"/>
                    </a:cubicBezTo>
                    <a:cubicBezTo>
                      <a:pt x="30" y="0"/>
                      <a:pt x="27" y="6"/>
                      <a:pt x="23" y="10"/>
                    </a:cubicBezTo>
                    <a:cubicBezTo>
                      <a:pt x="18" y="18"/>
                      <a:pt x="8" y="25"/>
                      <a:pt x="5" y="33"/>
                    </a:cubicBezTo>
                    <a:cubicBezTo>
                      <a:pt x="0" y="44"/>
                      <a:pt x="10" y="55"/>
                      <a:pt x="13" y="65"/>
                    </a:cubicBezTo>
                    <a:cubicBezTo>
                      <a:pt x="17" y="75"/>
                      <a:pt x="19" y="87"/>
                      <a:pt x="18" y="98"/>
                    </a:cubicBezTo>
                    <a:cubicBezTo>
                      <a:pt x="23" y="98"/>
                      <a:pt x="25" y="92"/>
                      <a:pt x="29" y="90"/>
                    </a:cubicBezTo>
                    <a:cubicBezTo>
                      <a:pt x="32" y="87"/>
                      <a:pt x="37" y="85"/>
                      <a:pt x="41" y="84"/>
                    </a:cubicBezTo>
                    <a:cubicBezTo>
                      <a:pt x="53" y="80"/>
                      <a:pt x="57" y="80"/>
                      <a:pt x="62" y="68"/>
                    </a:cubicBezTo>
                    <a:cubicBezTo>
                      <a:pt x="66" y="58"/>
                      <a:pt x="67" y="45"/>
                      <a:pt x="64" y="35"/>
                    </a:cubicBezTo>
                    <a:cubicBezTo>
                      <a:pt x="62" y="26"/>
                      <a:pt x="54" y="20"/>
                      <a:pt x="51" y="11"/>
                    </a:cubicBezTo>
                  </a:path>
                </a:pathLst>
              </a:custGeom>
              <a:solidFill>
                <a:srgbClr val="CD6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2" name="Freeform 990">
                <a:extLst>
                  <a:ext uri="{FF2B5EF4-FFF2-40B4-BE49-F238E27FC236}">
                    <a16:creationId xmlns:a16="http://schemas.microsoft.com/office/drawing/2014/main" id="{5FBA97B7-0CC1-4292-9A3A-F1B07A285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385"/>
                <a:ext cx="128" cy="97"/>
              </a:xfrm>
              <a:custGeom>
                <a:avLst/>
                <a:gdLst>
                  <a:gd name="T0" fmla="*/ 226 w 78"/>
                  <a:gd name="T1" fmla="*/ 467 h 55"/>
                  <a:gd name="T2" fmla="*/ 463 w 78"/>
                  <a:gd name="T3" fmla="*/ 49 h 55"/>
                  <a:gd name="T4" fmla="*/ 819 w 78"/>
                  <a:gd name="T5" fmla="*/ 268 h 55"/>
                  <a:gd name="T6" fmla="*/ 835 w 78"/>
                  <a:gd name="T7" fmla="*/ 734 h 55"/>
                  <a:gd name="T8" fmla="*/ 318 w 78"/>
                  <a:gd name="T9" fmla="*/ 734 h 55"/>
                  <a:gd name="T10" fmla="*/ 0 w 78"/>
                  <a:gd name="T11" fmla="*/ 668 h 55"/>
                  <a:gd name="T12" fmla="*/ 226 w 78"/>
                  <a:gd name="T13" fmla="*/ 46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5">
                    <a:moveTo>
                      <a:pt x="19" y="27"/>
                    </a:moveTo>
                    <a:cubicBezTo>
                      <a:pt x="27" y="21"/>
                      <a:pt x="29" y="7"/>
                      <a:pt x="39" y="3"/>
                    </a:cubicBezTo>
                    <a:cubicBezTo>
                      <a:pt x="50" y="0"/>
                      <a:pt x="63" y="8"/>
                      <a:pt x="69" y="16"/>
                    </a:cubicBezTo>
                    <a:cubicBezTo>
                      <a:pt x="75" y="24"/>
                      <a:pt x="78" y="35"/>
                      <a:pt x="70" y="43"/>
                    </a:cubicBezTo>
                    <a:cubicBezTo>
                      <a:pt x="57" y="55"/>
                      <a:pt x="41" y="43"/>
                      <a:pt x="27" y="43"/>
                    </a:cubicBezTo>
                    <a:cubicBezTo>
                      <a:pt x="19" y="42"/>
                      <a:pt x="6" y="46"/>
                      <a:pt x="0" y="39"/>
                    </a:cubicBezTo>
                    <a:cubicBezTo>
                      <a:pt x="5" y="34"/>
                      <a:pt x="13" y="32"/>
                      <a:pt x="19" y="27"/>
                    </a:cubicBezTo>
                    <a:close/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3" name="Freeform 991">
                <a:extLst>
                  <a:ext uri="{FF2B5EF4-FFF2-40B4-BE49-F238E27FC236}">
                    <a16:creationId xmlns:a16="http://schemas.microsoft.com/office/drawing/2014/main" id="{A80090A5-88A3-44CD-83C4-F4BC9223A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3239"/>
                <a:ext cx="93" cy="173"/>
              </a:xfrm>
              <a:custGeom>
                <a:avLst/>
                <a:gdLst>
                  <a:gd name="T0" fmla="*/ 0 w 57"/>
                  <a:gd name="T1" fmla="*/ 1307 h 99"/>
                  <a:gd name="T2" fmla="*/ 405 w 57"/>
                  <a:gd name="T3" fmla="*/ 1613 h 99"/>
                  <a:gd name="T4" fmla="*/ 641 w 57"/>
                  <a:gd name="T5" fmla="*/ 1108 h 99"/>
                  <a:gd name="T6" fmla="*/ 489 w 57"/>
                  <a:gd name="T7" fmla="*/ 912 h 99"/>
                  <a:gd name="T8" fmla="*/ 290 w 57"/>
                  <a:gd name="T9" fmla="*/ 634 h 99"/>
                  <a:gd name="T10" fmla="*/ 55 w 57"/>
                  <a:gd name="T11" fmla="*/ 477 h 99"/>
                  <a:gd name="T12" fmla="*/ 69 w 57"/>
                  <a:gd name="T13" fmla="*/ 998 h 99"/>
                  <a:gd name="T14" fmla="*/ 13 w 57"/>
                  <a:gd name="T15" fmla="*/ 1286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99">
                    <a:moveTo>
                      <a:pt x="0" y="80"/>
                    </a:moveTo>
                    <a:cubicBezTo>
                      <a:pt x="11" y="85"/>
                      <a:pt x="27" y="90"/>
                      <a:pt x="35" y="99"/>
                    </a:cubicBezTo>
                    <a:cubicBezTo>
                      <a:pt x="41" y="95"/>
                      <a:pt x="57" y="76"/>
                      <a:pt x="56" y="68"/>
                    </a:cubicBezTo>
                    <a:cubicBezTo>
                      <a:pt x="55" y="60"/>
                      <a:pt x="48" y="60"/>
                      <a:pt x="42" y="56"/>
                    </a:cubicBezTo>
                    <a:cubicBezTo>
                      <a:pt x="35" y="51"/>
                      <a:pt x="30" y="46"/>
                      <a:pt x="25" y="39"/>
                    </a:cubicBezTo>
                    <a:cubicBezTo>
                      <a:pt x="18" y="31"/>
                      <a:pt x="5" y="0"/>
                      <a:pt x="5" y="29"/>
                    </a:cubicBezTo>
                    <a:cubicBezTo>
                      <a:pt x="5" y="40"/>
                      <a:pt x="6" y="50"/>
                      <a:pt x="6" y="61"/>
                    </a:cubicBezTo>
                    <a:cubicBezTo>
                      <a:pt x="5" y="68"/>
                      <a:pt x="2" y="73"/>
                      <a:pt x="1" y="79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4" name="Freeform 992">
                <a:extLst>
                  <a:ext uri="{FF2B5EF4-FFF2-40B4-BE49-F238E27FC236}">
                    <a16:creationId xmlns:a16="http://schemas.microsoft.com/office/drawing/2014/main" id="{25131468-2CB8-434D-A035-EDBCB0698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373"/>
                <a:ext cx="155" cy="161"/>
              </a:xfrm>
              <a:custGeom>
                <a:avLst/>
                <a:gdLst>
                  <a:gd name="T0" fmla="*/ 830 w 95"/>
                  <a:gd name="T1" fmla="*/ 313 h 92"/>
                  <a:gd name="T2" fmla="*/ 290 w 95"/>
                  <a:gd name="T3" fmla="*/ 114 h 92"/>
                  <a:gd name="T4" fmla="*/ 220 w 95"/>
                  <a:gd name="T5" fmla="*/ 938 h 92"/>
                  <a:gd name="T6" fmla="*/ 489 w 95"/>
                  <a:gd name="T7" fmla="*/ 1201 h 92"/>
                  <a:gd name="T8" fmla="*/ 737 w 95"/>
                  <a:gd name="T9" fmla="*/ 1486 h 92"/>
                  <a:gd name="T10" fmla="*/ 985 w 95"/>
                  <a:gd name="T11" fmla="*/ 1229 h 92"/>
                  <a:gd name="T12" fmla="*/ 1030 w 95"/>
                  <a:gd name="T13" fmla="*/ 809 h 92"/>
                  <a:gd name="T14" fmla="*/ 830 w 95"/>
                  <a:gd name="T15" fmla="*/ 301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92">
                    <a:moveTo>
                      <a:pt x="72" y="19"/>
                    </a:moveTo>
                    <a:cubicBezTo>
                      <a:pt x="67" y="7"/>
                      <a:pt x="36" y="0"/>
                      <a:pt x="25" y="7"/>
                    </a:cubicBezTo>
                    <a:cubicBezTo>
                      <a:pt x="8" y="18"/>
                      <a:pt x="0" y="44"/>
                      <a:pt x="19" y="57"/>
                    </a:cubicBezTo>
                    <a:cubicBezTo>
                      <a:pt x="27" y="63"/>
                      <a:pt x="35" y="66"/>
                      <a:pt x="42" y="73"/>
                    </a:cubicBezTo>
                    <a:cubicBezTo>
                      <a:pt x="48" y="79"/>
                      <a:pt x="56" y="88"/>
                      <a:pt x="64" y="90"/>
                    </a:cubicBezTo>
                    <a:cubicBezTo>
                      <a:pt x="74" y="92"/>
                      <a:pt x="80" y="82"/>
                      <a:pt x="85" y="75"/>
                    </a:cubicBezTo>
                    <a:cubicBezTo>
                      <a:pt x="92" y="65"/>
                      <a:pt x="95" y="59"/>
                      <a:pt x="89" y="49"/>
                    </a:cubicBezTo>
                    <a:cubicBezTo>
                      <a:pt x="84" y="38"/>
                      <a:pt x="77" y="29"/>
                      <a:pt x="72" y="18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5" name="Freeform 993">
                <a:extLst>
                  <a:ext uri="{FF2B5EF4-FFF2-40B4-BE49-F238E27FC236}">
                    <a16:creationId xmlns:a16="http://schemas.microsoft.com/office/drawing/2014/main" id="{8C5A3801-C437-447A-9ED1-60089106F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480"/>
                <a:ext cx="92" cy="145"/>
              </a:xfrm>
              <a:custGeom>
                <a:avLst/>
                <a:gdLst>
                  <a:gd name="T0" fmla="*/ 453 w 56"/>
                  <a:gd name="T1" fmla="*/ 213 h 83"/>
                  <a:gd name="T2" fmla="*/ 181 w 56"/>
                  <a:gd name="T3" fmla="*/ 128 h 83"/>
                  <a:gd name="T4" fmla="*/ 13 w 56"/>
                  <a:gd name="T5" fmla="*/ 473 h 83"/>
                  <a:gd name="T6" fmla="*/ 71 w 56"/>
                  <a:gd name="T7" fmla="*/ 863 h 83"/>
                  <a:gd name="T8" fmla="*/ 117 w 56"/>
                  <a:gd name="T9" fmla="*/ 1043 h 83"/>
                  <a:gd name="T10" fmla="*/ 133 w 56"/>
                  <a:gd name="T11" fmla="*/ 1270 h 83"/>
                  <a:gd name="T12" fmla="*/ 240 w 56"/>
                  <a:gd name="T13" fmla="*/ 1237 h 83"/>
                  <a:gd name="T14" fmla="*/ 360 w 56"/>
                  <a:gd name="T15" fmla="*/ 1172 h 83"/>
                  <a:gd name="T16" fmla="*/ 578 w 56"/>
                  <a:gd name="T17" fmla="*/ 959 h 83"/>
                  <a:gd name="T18" fmla="*/ 467 w 56"/>
                  <a:gd name="T19" fmla="*/ 224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83">
                    <a:moveTo>
                      <a:pt x="38" y="13"/>
                    </a:moveTo>
                    <a:cubicBezTo>
                      <a:pt x="31" y="6"/>
                      <a:pt x="24" y="0"/>
                      <a:pt x="15" y="8"/>
                    </a:cubicBezTo>
                    <a:cubicBezTo>
                      <a:pt x="11" y="12"/>
                      <a:pt x="2" y="23"/>
                      <a:pt x="1" y="29"/>
                    </a:cubicBezTo>
                    <a:cubicBezTo>
                      <a:pt x="0" y="36"/>
                      <a:pt x="4" y="46"/>
                      <a:pt x="6" y="53"/>
                    </a:cubicBezTo>
                    <a:cubicBezTo>
                      <a:pt x="8" y="57"/>
                      <a:pt x="9" y="60"/>
                      <a:pt x="10" y="64"/>
                    </a:cubicBezTo>
                    <a:cubicBezTo>
                      <a:pt x="11" y="67"/>
                      <a:pt x="9" y="76"/>
                      <a:pt x="11" y="78"/>
                    </a:cubicBezTo>
                    <a:cubicBezTo>
                      <a:pt x="14" y="83"/>
                      <a:pt x="15" y="78"/>
                      <a:pt x="20" y="76"/>
                    </a:cubicBezTo>
                    <a:cubicBezTo>
                      <a:pt x="23" y="73"/>
                      <a:pt x="26" y="73"/>
                      <a:pt x="30" y="72"/>
                    </a:cubicBezTo>
                    <a:cubicBezTo>
                      <a:pt x="38" y="69"/>
                      <a:pt x="44" y="68"/>
                      <a:pt x="48" y="59"/>
                    </a:cubicBezTo>
                    <a:cubicBezTo>
                      <a:pt x="56" y="42"/>
                      <a:pt x="49" y="26"/>
                      <a:pt x="39" y="14"/>
                    </a:cubicBezTo>
                  </a:path>
                </a:pathLst>
              </a:custGeom>
              <a:solidFill>
                <a:srgbClr val="C76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6" name="Freeform 994">
                <a:extLst>
                  <a:ext uri="{FF2B5EF4-FFF2-40B4-BE49-F238E27FC236}">
                    <a16:creationId xmlns:a16="http://schemas.microsoft.com/office/drawing/2014/main" id="{6B3AAC75-D9B3-43E4-AEBF-19E4D22D7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3392"/>
                <a:ext cx="108" cy="72"/>
              </a:xfrm>
              <a:custGeom>
                <a:avLst/>
                <a:gdLst>
                  <a:gd name="T0" fmla="*/ 632 w 66"/>
                  <a:gd name="T1" fmla="*/ 200 h 41"/>
                  <a:gd name="T2" fmla="*/ 281 w 66"/>
                  <a:gd name="T3" fmla="*/ 216 h 41"/>
                  <a:gd name="T4" fmla="*/ 165 w 66"/>
                  <a:gd name="T5" fmla="*/ 400 h 41"/>
                  <a:gd name="T6" fmla="*/ 0 w 66"/>
                  <a:gd name="T7" fmla="*/ 567 h 41"/>
                  <a:gd name="T8" fmla="*/ 281 w 66"/>
                  <a:gd name="T9" fmla="*/ 551 h 41"/>
                  <a:gd name="T10" fmla="*/ 530 w 66"/>
                  <a:gd name="T11" fmla="*/ 644 h 41"/>
                  <a:gd name="T12" fmla="*/ 632 w 66"/>
                  <a:gd name="T13" fmla="*/ 1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1">
                    <a:moveTo>
                      <a:pt x="54" y="12"/>
                    </a:moveTo>
                    <a:cubicBezTo>
                      <a:pt x="43" y="0"/>
                      <a:pt x="35" y="0"/>
                      <a:pt x="24" y="13"/>
                    </a:cubicBezTo>
                    <a:cubicBezTo>
                      <a:pt x="21" y="18"/>
                      <a:pt x="18" y="20"/>
                      <a:pt x="14" y="24"/>
                    </a:cubicBezTo>
                    <a:cubicBezTo>
                      <a:pt x="9" y="27"/>
                      <a:pt x="3" y="30"/>
                      <a:pt x="0" y="34"/>
                    </a:cubicBezTo>
                    <a:cubicBezTo>
                      <a:pt x="8" y="36"/>
                      <a:pt x="16" y="32"/>
                      <a:pt x="24" y="33"/>
                    </a:cubicBezTo>
                    <a:cubicBezTo>
                      <a:pt x="31" y="34"/>
                      <a:pt x="38" y="39"/>
                      <a:pt x="45" y="39"/>
                    </a:cubicBezTo>
                    <a:cubicBezTo>
                      <a:pt x="61" y="41"/>
                      <a:pt x="66" y="18"/>
                      <a:pt x="54" y="10"/>
                    </a:cubicBezTo>
                  </a:path>
                </a:pathLst>
              </a:custGeom>
              <a:solidFill>
                <a:srgbClr val="BA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7" name="Freeform 995">
                <a:extLst>
                  <a:ext uri="{FF2B5EF4-FFF2-40B4-BE49-F238E27FC236}">
                    <a16:creationId xmlns:a16="http://schemas.microsoft.com/office/drawing/2014/main" id="{4009E435-FBCD-40BA-9EDB-05B0DF567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282"/>
                <a:ext cx="69" cy="116"/>
              </a:xfrm>
              <a:custGeom>
                <a:avLst/>
                <a:gdLst>
                  <a:gd name="T0" fmla="*/ 133 w 42"/>
                  <a:gd name="T1" fmla="*/ 102 h 66"/>
                  <a:gd name="T2" fmla="*/ 21 w 42"/>
                  <a:gd name="T3" fmla="*/ 102 h 66"/>
                  <a:gd name="T4" fmla="*/ 54 w 42"/>
                  <a:gd name="T5" fmla="*/ 337 h 66"/>
                  <a:gd name="T6" fmla="*/ 54 w 42"/>
                  <a:gd name="T7" fmla="*/ 603 h 66"/>
                  <a:gd name="T8" fmla="*/ 89 w 42"/>
                  <a:gd name="T9" fmla="*/ 909 h 66"/>
                  <a:gd name="T10" fmla="*/ 315 w 42"/>
                  <a:gd name="T11" fmla="*/ 1088 h 66"/>
                  <a:gd name="T12" fmla="*/ 478 w 42"/>
                  <a:gd name="T13" fmla="*/ 884 h 66"/>
                  <a:gd name="T14" fmla="*/ 407 w 42"/>
                  <a:gd name="T15" fmla="*/ 603 h 66"/>
                  <a:gd name="T16" fmla="*/ 133 w 42"/>
                  <a:gd name="T17" fmla="*/ 135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66">
                    <a:moveTo>
                      <a:pt x="11" y="6"/>
                    </a:moveTo>
                    <a:cubicBezTo>
                      <a:pt x="9" y="2"/>
                      <a:pt x="4" y="0"/>
                      <a:pt x="2" y="6"/>
                    </a:cubicBezTo>
                    <a:cubicBezTo>
                      <a:pt x="0" y="9"/>
                      <a:pt x="4" y="16"/>
                      <a:pt x="4" y="20"/>
                    </a:cubicBezTo>
                    <a:cubicBezTo>
                      <a:pt x="5" y="25"/>
                      <a:pt x="4" y="31"/>
                      <a:pt x="4" y="36"/>
                    </a:cubicBezTo>
                    <a:cubicBezTo>
                      <a:pt x="4" y="42"/>
                      <a:pt x="3" y="50"/>
                      <a:pt x="7" y="54"/>
                    </a:cubicBezTo>
                    <a:cubicBezTo>
                      <a:pt x="8" y="56"/>
                      <a:pt x="23" y="65"/>
                      <a:pt x="26" y="65"/>
                    </a:cubicBezTo>
                    <a:cubicBezTo>
                      <a:pt x="31" y="66"/>
                      <a:pt x="38" y="59"/>
                      <a:pt x="40" y="53"/>
                    </a:cubicBezTo>
                    <a:cubicBezTo>
                      <a:pt x="42" y="46"/>
                      <a:pt x="38" y="41"/>
                      <a:pt x="34" y="36"/>
                    </a:cubicBezTo>
                    <a:cubicBezTo>
                      <a:pt x="26" y="26"/>
                      <a:pt x="17" y="19"/>
                      <a:pt x="11" y="8"/>
                    </a:cubicBezTo>
                  </a:path>
                </a:pathLst>
              </a:custGeom>
              <a:solidFill>
                <a:srgbClr val="BA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8" name="Freeform 996">
                <a:extLst>
                  <a:ext uri="{FF2B5EF4-FFF2-40B4-BE49-F238E27FC236}">
                    <a16:creationId xmlns:a16="http://schemas.microsoft.com/office/drawing/2014/main" id="{B7C1893B-D94B-49DC-B3FE-1B3D353D3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3382"/>
                <a:ext cx="79" cy="96"/>
              </a:xfrm>
              <a:custGeom>
                <a:avLst/>
                <a:gdLst>
                  <a:gd name="T0" fmla="*/ 545 w 48"/>
                  <a:gd name="T1" fmla="*/ 213 h 55"/>
                  <a:gd name="T2" fmla="*/ 156 w 48"/>
                  <a:gd name="T3" fmla="*/ 86 h 55"/>
                  <a:gd name="T4" fmla="*/ 13 w 48"/>
                  <a:gd name="T5" fmla="*/ 499 h 55"/>
                  <a:gd name="T6" fmla="*/ 298 w 48"/>
                  <a:gd name="T7" fmla="*/ 761 h 55"/>
                  <a:gd name="T8" fmla="*/ 579 w 48"/>
                  <a:gd name="T9" fmla="*/ 222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45" y="13"/>
                    </a:moveTo>
                    <a:cubicBezTo>
                      <a:pt x="41" y="6"/>
                      <a:pt x="21" y="0"/>
                      <a:pt x="13" y="5"/>
                    </a:cubicBezTo>
                    <a:cubicBezTo>
                      <a:pt x="4" y="9"/>
                      <a:pt x="0" y="23"/>
                      <a:pt x="1" y="31"/>
                    </a:cubicBezTo>
                    <a:cubicBezTo>
                      <a:pt x="2" y="45"/>
                      <a:pt x="12" y="55"/>
                      <a:pt x="25" y="47"/>
                    </a:cubicBezTo>
                    <a:cubicBezTo>
                      <a:pt x="38" y="39"/>
                      <a:pt x="42" y="25"/>
                      <a:pt x="48" y="14"/>
                    </a:cubicBezTo>
                  </a:path>
                </a:pathLst>
              </a:custGeom>
              <a:solidFill>
                <a:srgbClr val="BA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9" name="Freeform 997">
                <a:extLst>
                  <a:ext uri="{FF2B5EF4-FFF2-40B4-BE49-F238E27FC236}">
                    <a16:creationId xmlns:a16="http://schemas.microsoft.com/office/drawing/2014/main" id="{E0F0FDA9-AF31-4A57-B46E-3064288CE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417"/>
                <a:ext cx="76" cy="99"/>
              </a:xfrm>
              <a:custGeom>
                <a:avLst/>
                <a:gdLst>
                  <a:gd name="T0" fmla="*/ 506 w 46"/>
                  <a:gd name="T1" fmla="*/ 208 h 57"/>
                  <a:gd name="T2" fmla="*/ 357 w 46"/>
                  <a:gd name="T3" fmla="*/ 16 h 57"/>
                  <a:gd name="T4" fmla="*/ 230 w 46"/>
                  <a:gd name="T5" fmla="*/ 271 h 57"/>
                  <a:gd name="T6" fmla="*/ 76 w 46"/>
                  <a:gd name="T7" fmla="*/ 646 h 57"/>
                  <a:gd name="T8" fmla="*/ 263 w 46"/>
                  <a:gd name="T9" fmla="*/ 839 h 57"/>
                  <a:gd name="T10" fmla="*/ 420 w 46"/>
                  <a:gd name="T11" fmla="*/ 811 h 57"/>
                  <a:gd name="T12" fmla="*/ 477 w 46"/>
                  <a:gd name="T13" fmla="*/ 27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57">
                    <a:moveTo>
                      <a:pt x="41" y="13"/>
                    </a:moveTo>
                    <a:cubicBezTo>
                      <a:pt x="40" y="10"/>
                      <a:pt x="33" y="0"/>
                      <a:pt x="29" y="1"/>
                    </a:cubicBezTo>
                    <a:cubicBezTo>
                      <a:pt x="24" y="1"/>
                      <a:pt x="21" y="14"/>
                      <a:pt x="19" y="17"/>
                    </a:cubicBezTo>
                    <a:cubicBezTo>
                      <a:pt x="14" y="25"/>
                      <a:pt x="0" y="32"/>
                      <a:pt x="6" y="41"/>
                    </a:cubicBezTo>
                    <a:cubicBezTo>
                      <a:pt x="9" y="45"/>
                      <a:pt x="17" y="51"/>
                      <a:pt x="21" y="53"/>
                    </a:cubicBezTo>
                    <a:cubicBezTo>
                      <a:pt x="27" y="57"/>
                      <a:pt x="28" y="56"/>
                      <a:pt x="34" y="51"/>
                    </a:cubicBezTo>
                    <a:cubicBezTo>
                      <a:pt x="46" y="40"/>
                      <a:pt x="44" y="31"/>
                      <a:pt x="39" y="17"/>
                    </a:cubicBezTo>
                  </a:path>
                </a:pathLst>
              </a:custGeom>
              <a:solidFill>
                <a:srgbClr val="BA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0" name="Freeform 998">
                <a:extLst>
                  <a:ext uri="{FF2B5EF4-FFF2-40B4-BE49-F238E27FC236}">
                    <a16:creationId xmlns:a16="http://schemas.microsoft.com/office/drawing/2014/main" id="{0577B419-C91C-4693-B618-19BFB53DE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3478"/>
                <a:ext cx="66" cy="124"/>
              </a:xfrm>
              <a:custGeom>
                <a:avLst/>
                <a:gdLst>
                  <a:gd name="T0" fmla="*/ 332 w 40"/>
                  <a:gd name="T1" fmla="*/ 241 h 71"/>
                  <a:gd name="T2" fmla="*/ 21 w 40"/>
                  <a:gd name="T3" fmla="*/ 409 h 71"/>
                  <a:gd name="T4" fmla="*/ 112 w 40"/>
                  <a:gd name="T5" fmla="*/ 1022 h 71"/>
                  <a:gd name="T6" fmla="*/ 264 w 40"/>
                  <a:gd name="T7" fmla="*/ 1071 h 71"/>
                  <a:gd name="T8" fmla="*/ 469 w 40"/>
                  <a:gd name="T9" fmla="*/ 849 h 71"/>
                  <a:gd name="T10" fmla="*/ 355 w 40"/>
                  <a:gd name="T11" fmla="*/ 222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71">
                    <a:moveTo>
                      <a:pt x="27" y="15"/>
                    </a:moveTo>
                    <a:cubicBezTo>
                      <a:pt x="26" y="0"/>
                      <a:pt x="4" y="18"/>
                      <a:pt x="2" y="25"/>
                    </a:cubicBezTo>
                    <a:cubicBezTo>
                      <a:pt x="0" y="34"/>
                      <a:pt x="6" y="54"/>
                      <a:pt x="9" y="63"/>
                    </a:cubicBezTo>
                    <a:cubicBezTo>
                      <a:pt x="12" y="71"/>
                      <a:pt x="13" y="70"/>
                      <a:pt x="22" y="66"/>
                    </a:cubicBezTo>
                    <a:cubicBezTo>
                      <a:pt x="28" y="63"/>
                      <a:pt x="35" y="59"/>
                      <a:pt x="38" y="52"/>
                    </a:cubicBezTo>
                    <a:cubicBezTo>
                      <a:pt x="40" y="43"/>
                      <a:pt x="33" y="19"/>
                      <a:pt x="29" y="14"/>
                    </a:cubicBezTo>
                  </a:path>
                </a:pathLst>
              </a:custGeom>
              <a:solidFill>
                <a:srgbClr val="BA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1" name="Freeform 999">
                <a:extLst>
                  <a:ext uri="{FF2B5EF4-FFF2-40B4-BE49-F238E27FC236}">
                    <a16:creationId xmlns:a16="http://schemas.microsoft.com/office/drawing/2014/main" id="{E39EFB6C-D750-4CCE-AEA7-38D7C6ED6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3296"/>
                <a:ext cx="86" cy="93"/>
              </a:xfrm>
              <a:custGeom>
                <a:avLst/>
                <a:gdLst>
                  <a:gd name="T0" fmla="*/ 91 w 52"/>
                  <a:gd name="T1" fmla="*/ 0 h 53"/>
                  <a:gd name="T2" fmla="*/ 91 w 52"/>
                  <a:gd name="T3" fmla="*/ 551 h 53"/>
                  <a:gd name="T4" fmla="*/ 306 w 52"/>
                  <a:gd name="T5" fmla="*/ 865 h 53"/>
                  <a:gd name="T6" fmla="*/ 99 w 52"/>
                  <a:gd name="T7" fmla="*/ 37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53">
                    <a:moveTo>
                      <a:pt x="7" y="0"/>
                    </a:moveTo>
                    <a:cubicBezTo>
                      <a:pt x="0" y="2"/>
                      <a:pt x="7" y="27"/>
                      <a:pt x="7" y="33"/>
                    </a:cubicBezTo>
                    <a:cubicBezTo>
                      <a:pt x="7" y="44"/>
                      <a:pt x="12" y="53"/>
                      <a:pt x="25" y="52"/>
                    </a:cubicBezTo>
                    <a:cubicBezTo>
                      <a:pt x="52" y="50"/>
                      <a:pt x="11" y="10"/>
                      <a:pt x="8" y="2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2" name="Freeform 1000">
                <a:extLst>
                  <a:ext uri="{FF2B5EF4-FFF2-40B4-BE49-F238E27FC236}">
                    <a16:creationId xmlns:a16="http://schemas.microsoft.com/office/drawing/2014/main" id="{44527D48-1F17-404A-AD20-D2A23E05D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401"/>
                <a:ext cx="76" cy="49"/>
              </a:xfrm>
              <a:custGeom>
                <a:avLst/>
                <a:gdLst>
                  <a:gd name="T0" fmla="*/ 552 w 46"/>
                  <a:gd name="T1" fmla="*/ 236 h 28"/>
                  <a:gd name="T2" fmla="*/ 284 w 46"/>
                  <a:gd name="T3" fmla="*/ 86 h 28"/>
                  <a:gd name="T4" fmla="*/ 0 w 46"/>
                  <a:gd name="T5" fmla="*/ 376 h 28"/>
                  <a:gd name="T6" fmla="*/ 185 w 46"/>
                  <a:gd name="T7" fmla="*/ 399 h 28"/>
                  <a:gd name="T8" fmla="*/ 357 w 46"/>
                  <a:gd name="T9" fmla="*/ 441 h 28"/>
                  <a:gd name="T10" fmla="*/ 552 w 46"/>
                  <a:gd name="T11" fmla="*/ 23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8">
                    <a:moveTo>
                      <a:pt x="45" y="14"/>
                    </a:moveTo>
                    <a:cubicBezTo>
                      <a:pt x="45" y="3"/>
                      <a:pt x="31" y="0"/>
                      <a:pt x="23" y="5"/>
                    </a:cubicBezTo>
                    <a:cubicBezTo>
                      <a:pt x="18" y="9"/>
                      <a:pt x="3" y="17"/>
                      <a:pt x="0" y="23"/>
                    </a:cubicBezTo>
                    <a:cubicBezTo>
                      <a:pt x="4" y="25"/>
                      <a:pt x="10" y="24"/>
                      <a:pt x="15" y="24"/>
                    </a:cubicBezTo>
                    <a:cubicBezTo>
                      <a:pt x="20" y="24"/>
                      <a:pt x="24" y="26"/>
                      <a:pt x="29" y="27"/>
                    </a:cubicBezTo>
                    <a:cubicBezTo>
                      <a:pt x="38" y="28"/>
                      <a:pt x="46" y="25"/>
                      <a:pt x="45" y="14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3" name="Freeform 1001">
                <a:extLst>
                  <a:ext uri="{FF2B5EF4-FFF2-40B4-BE49-F238E27FC236}">
                    <a16:creationId xmlns:a16="http://schemas.microsoft.com/office/drawing/2014/main" id="{C332704A-482A-4CDA-B93C-05BBD2E1E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3391"/>
                <a:ext cx="57" cy="99"/>
              </a:xfrm>
              <a:custGeom>
                <a:avLst/>
                <a:gdLst>
                  <a:gd name="T0" fmla="*/ 401 w 35"/>
                  <a:gd name="T1" fmla="*/ 189 h 57"/>
                  <a:gd name="T2" fmla="*/ 111 w 35"/>
                  <a:gd name="T3" fmla="*/ 49 h 57"/>
                  <a:gd name="T4" fmla="*/ 0 w 35"/>
                  <a:gd name="T5" fmla="*/ 393 h 57"/>
                  <a:gd name="T6" fmla="*/ 366 w 35"/>
                  <a:gd name="T7" fmla="*/ 189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7">
                    <a:moveTo>
                      <a:pt x="35" y="12"/>
                    </a:moveTo>
                    <a:cubicBezTo>
                      <a:pt x="30" y="7"/>
                      <a:pt x="18" y="0"/>
                      <a:pt x="10" y="3"/>
                    </a:cubicBezTo>
                    <a:cubicBezTo>
                      <a:pt x="1" y="6"/>
                      <a:pt x="0" y="17"/>
                      <a:pt x="0" y="25"/>
                    </a:cubicBezTo>
                    <a:cubicBezTo>
                      <a:pt x="1" y="57"/>
                      <a:pt x="26" y="24"/>
                      <a:pt x="32" y="12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4" name="Freeform 1002">
                <a:extLst>
                  <a:ext uri="{FF2B5EF4-FFF2-40B4-BE49-F238E27FC236}">
                    <a16:creationId xmlns:a16="http://schemas.microsoft.com/office/drawing/2014/main" id="{0BAF630E-4C53-4709-BA32-7F5D2E08C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3427"/>
                <a:ext cx="52" cy="79"/>
              </a:xfrm>
              <a:custGeom>
                <a:avLst/>
                <a:gdLst>
                  <a:gd name="T0" fmla="*/ 293 w 32"/>
                  <a:gd name="T1" fmla="*/ 200 h 45"/>
                  <a:gd name="T2" fmla="*/ 236 w 32"/>
                  <a:gd name="T3" fmla="*/ 21 h 45"/>
                  <a:gd name="T4" fmla="*/ 159 w 32"/>
                  <a:gd name="T5" fmla="*/ 179 h 45"/>
                  <a:gd name="T6" fmla="*/ 21 w 32"/>
                  <a:gd name="T7" fmla="*/ 514 h 45"/>
                  <a:gd name="T8" fmla="*/ 270 w 32"/>
                  <a:gd name="T9" fmla="*/ 681 h 45"/>
                  <a:gd name="T10" fmla="*/ 288 w 32"/>
                  <a:gd name="T11" fmla="*/ 17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45">
                    <a:moveTo>
                      <a:pt x="26" y="12"/>
                    </a:moveTo>
                    <a:cubicBezTo>
                      <a:pt x="26" y="10"/>
                      <a:pt x="25" y="2"/>
                      <a:pt x="21" y="1"/>
                    </a:cubicBezTo>
                    <a:cubicBezTo>
                      <a:pt x="16" y="0"/>
                      <a:pt x="16" y="8"/>
                      <a:pt x="14" y="11"/>
                    </a:cubicBezTo>
                    <a:cubicBezTo>
                      <a:pt x="10" y="18"/>
                      <a:pt x="0" y="24"/>
                      <a:pt x="2" y="31"/>
                    </a:cubicBezTo>
                    <a:cubicBezTo>
                      <a:pt x="4" y="37"/>
                      <a:pt x="18" y="45"/>
                      <a:pt x="24" y="41"/>
                    </a:cubicBezTo>
                    <a:cubicBezTo>
                      <a:pt x="32" y="36"/>
                      <a:pt x="24" y="20"/>
                      <a:pt x="25" y="11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5" name="Freeform 1003">
                <a:extLst>
                  <a:ext uri="{FF2B5EF4-FFF2-40B4-BE49-F238E27FC236}">
                    <a16:creationId xmlns:a16="http://schemas.microsoft.com/office/drawing/2014/main" id="{BFB5ED8F-89D8-4FBC-9843-7FB0E07BC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3494"/>
                <a:ext cx="67" cy="80"/>
              </a:xfrm>
              <a:custGeom>
                <a:avLst/>
                <a:gdLst>
                  <a:gd name="T0" fmla="*/ 328 w 41"/>
                  <a:gd name="T1" fmla="*/ 90 h 46"/>
                  <a:gd name="T2" fmla="*/ 144 w 41"/>
                  <a:gd name="T3" fmla="*/ 520 h 46"/>
                  <a:gd name="T4" fmla="*/ 328 w 41"/>
                  <a:gd name="T5" fmla="*/ 8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6">
                    <a:moveTo>
                      <a:pt x="28" y="6"/>
                    </a:moveTo>
                    <a:cubicBezTo>
                      <a:pt x="15" y="0"/>
                      <a:pt x="0" y="24"/>
                      <a:pt x="12" y="33"/>
                    </a:cubicBezTo>
                    <a:cubicBezTo>
                      <a:pt x="29" y="46"/>
                      <a:pt x="41" y="14"/>
                      <a:pt x="28" y="5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1004">
                <a:extLst>
                  <a:ext uri="{FF2B5EF4-FFF2-40B4-BE49-F238E27FC236}">
                    <a16:creationId xmlns:a16="http://schemas.microsoft.com/office/drawing/2014/main" id="{3BBE0DF6-C71B-4E90-942D-38DBAA656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3543"/>
                <a:ext cx="42" cy="38"/>
              </a:xfrm>
              <a:custGeom>
                <a:avLst/>
                <a:gdLst>
                  <a:gd name="T0" fmla="*/ 233 w 26"/>
                  <a:gd name="T1" fmla="*/ 0 h 22"/>
                  <a:gd name="T2" fmla="*/ 34 w 26"/>
                  <a:gd name="T3" fmla="*/ 340 h 22"/>
                  <a:gd name="T4" fmla="*/ 233 w 26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21" y="0"/>
                    </a:moveTo>
                    <a:cubicBezTo>
                      <a:pt x="17" y="12"/>
                      <a:pt x="0" y="7"/>
                      <a:pt x="3" y="22"/>
                    </a:cubicBezTo>
                    <a:cubicBezTo>
                      <a:pt x="15" y="22"/>
                      <a:pt x="26" y="15"/>
                      <a:pt x="21" y="2"/>
                    </a:cubicBezTo>
                  </a:path>
                </a:pathLst>
              </a:custGeom>
              <a:solidFill>
                <a:srgbClr val="A3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1005">
                <a:extLst>
                  <a:ext uri="{FF2B5EF4-FFF2-40B4-BE49-F238E27FC236}">
                    <a16:creationId xmlns:a16="http://schemas.microsoft.com/office/drawing/2014/main" id="{DE3A125E-77B7-45A0-8087-3CEACCE51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307"/>
                <a:ext cx="47" cy="77"/>
              </a:xfrm>
              <a:custGeom>
                <a:avLst/>
                <a:gdLst>
                  <a:gd name="T0" fmla="*/ 55 w 29"/>
                  <a:gd name="T1" fmla="*/ 37 h 44"/>
                  <a:gd name="T2" fmla="*/ 34 w 29"/>
                  <a:gd name="T3" fmla="*/ 0 h 44"/>
                  <a:gd name="T4" fmla="*/ 34 w 29"/>
                  <a:gd name="T5" fmla="*/ 285 h 44"/>
                  <a:gd name="T6" fmla="*/ 55 w 29"/>
                  <a:gd name="T7" fmla="*/ 509 h 44"/>
                  <a:gd name="T8" fmla="*/ 199 w 29"/>
                  <a:gd name="T9" fmla="*/ 698 h 44"/>
                  <a:gd name="T10" fmla="*/ 199 w 29"/>
                  <a:gd name="T11" fmla="*/ 399 h 44"/>
                  <a:gd name="T12" fmla="*/ 76 w 29"/>
                  <a:gd name="T13" fmla="*/ 49 h 44"/>
                  <a:gd name="T14" fmla="*/ 55 w 29"/>
                  <a:gd name="T15" fmla="*/ 37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44">
                    <a:moveTo>
                      <a:pt x="5" y="2"/>
                    </a:moveTo>
                    <a:cubicBezTo>
                      <a:pt x="4" y="2"/>
                      <a:pt x="3" y="1"/>
                      <a:pt x="3" y="0"/>
                    </a:cubicBezTo>
                    <a:cubicBezTo>
                      <a:pt x="0" y="4"/>
                      <a:pt x="2" y="12"/>
                      <a:pt x="3" y="17"/>
                    </a:cubicBezTo>
                    <a:cubicBezTo>
                      <a:pt x="4" y="21"/>
                      <a:pt x="4" y="26"/>
                      <a:pt x="5" y="31"/>
                    </a:cubicBezTo>
                    <a:cubicBezTo>
                      <a:pt x="6" y="38"/>
                      <a:pt x="10" y="44"/>
                      <a:pt x="18" y="42"/>
                    </a:cubicBezTo>
                    <a:cubicBezTo>
                      <a:pt x="29" y="41"/>
                      <a:pt x="23" y="29"/>
                      <a:pt x="18" y="24"/>
                    </a:cubicBezTo>
                    <a:cubicBezTo>
                      <a:pt x="12" y="17"/>
                      <a:pt x="12" y="10"/>
                      <a:pt x="7" y="3"/>
                    </a:cubicBezTo>
                    <a:cubicBezTo>
                      <a:pt x="6" y="2"/>
                      <a:pt x="6" y="2"/>
                      <a:pt x="5" y="2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1006">
                <a:extLst>
                  <a:ext uri="{FF2B5EF4-FFF2-40B4-BE49-F238E27FC236}">
                    <a16:creationId xmlns:a16="http://schemas.microsoft.com/office/drawing/2014/main" id="{DD4D33A6-9E6B-4B85-9544-D43D3A665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3406"/>
                <a:ext cx="59" cy="37"/>
              </a:xfrm>
              <a:custGeom>
                <a:avLst/>
                <a:gdLst>
                  <a:gd name="T0" fmla="*/ 405 w 36"/>
                  <a:gd name="T1" fmla="*/ 102 h 21"/>
                  <a:gd name="T2" fmla="*/ 202 w 36"/>
                  <a:gd name="T3" fmla="*/ 86 h 21"/>
                  <a:gd name="T4" fmla="*/ 34 w 36"/>
                  <a:gd name="T5" fmla="*/ 268 h 21"/>
                  <a:gd name="T6" fmla="*/ 188 w 36"/>
                  <a:gd name="T7" fmla="*/ 252 h 21"/>
                  <a:gd name="T8" fmla="*/ 308 w 36"/>
                  <a:gd name="T9" fmla="*/ 307 h 21"/>
                  <a:gd name="T10" fmla="*/ 392 w 36"/>
                  <a:gd name="T11" fmla="*/ 11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1">
                    <a:moveTo>
                      <a:pt x="34" y="6"/>
                    </a:moveTo>
                    <a:cubicBezTo>
                      <a:pt x="32" y="0"/>
                      <a:pt x="21" y="3"/>
                      <a:pt x="17" y="5"/>
                    </a:cubicBezTo>
                    <a:cubicBezTo>
                      <a:pt x="14" y="6"/>
                      <a:pt x="0" y="13"/>
                      <a:pt x="3" y="16"/>
                    </a:cubicBezTo>
                    <a:cubicBezTo>
                      <a:pt x="5" y="18"/>
                      <a:pt x="14" y="15"/>
                      <a:pt x="16" y="15"/>
                    </a:cubicBezTo>
                    <a:cubicBezTo>
                      <a:pt x="20" y="15"/>
                      <a:pt x="23" y="17"/>
                      <a:pt x="26" y="18"/>
                    </a:cubicBezTo>
                    <a:cubicBezTo>
                      <a:pt x="35" y="21"/>
                      <a:pt x="36" y="13"/>
                      <a:pt x="33" y="7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1007">
                <a:extLst>
                  <a:ext uri="{FF2B5EF4-FFF2-40B4-BE49-F238E27FC236}">
                    <a16:creationId xmlns:a16="http://schemas.microsoft.com/office/drawing/2014/main" id="{63DB3555-7CE5-4527-99DF-8923F2E3F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398"/>
                <a:ext cx="49" cy="59"/>
              </a:xfrm>
              <a:custGeom>
                <a:avLst/>
                <a:gdLst>
                  <a:gd name="T0" fmla="*/ 270 w 30"/>
                  <a:gd name="T1" fmla="*/ 85 h 34"/>
                  <a:gd name="T2" fmla="*/ 178 w 30"/>
                  <a:gd name="T3" fmla="*/ 16 h 34"/>
                  <a:gd name="T4" fmla="*/ 56 w 30"/>
                  <a:gd name="T5" fmla="*/ 49 h 34"/>
                  <a:gd name="T6" fmla="*/ 21 w 30"/>
                  <a:gd name="T7" fmla="*/ 347 h 34"/>
                  <a:gd name="T8" fmla="*/ 185 w 30"/>
                  <a:gd name="T9" fmla="*/ 319 h 34"/>
                  <a:gd name="T10" fmla="*/ 291 w 30"/>
                  <a:gd name="T11" fmla="*/ 9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4">
                    <a:moveTo>
                      <a:pt x="23" y="5"/>
                    </a:moveTo>
                    <a:cubicBezTo>
                      <a:pt x="23" y="5"/>
                      <a:pt x="17" y="1"/>
                      <a:pt x="15" y="1"/>
                    </a:cubicBezTo>
                    <a:cubicBezTo>
                      <a:pt x="12" y="0"/>
                      <a:pt x="8" y="1"/>
                      <a:pt x="5" y="3"/>
                    </a:cubicBezTo>
                    <a:cubicBezTo>
                      <a:pt x="0" y="7"/>
                      <a:pt x="2" y="16"/>
                      <a:pt x="2" y="22"/>
                    </a:cubicBezTo>
                    <a:cubicBezTo>
                      <a:pt x="3" y="34"/>
                      <a:pt x="10" y="25"/>
                      <a:pt x="16" y="20"/>
                    </a:cubicBezTo>
                    <a:cubicBezTo>
                      <a:pt x="18" y="18"/>
                      <a:pt x="30" y="10"/>
                      <a:pt x="25" y="6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1008">
                <a:extLst>
                  <a:ext uri="{FF2B5EF4-FFF2-40B4-BE49-F238E27FC236}">
                    <a16:creationId xmlns:a16="http://schemas.microsoft.com/office/drawing/2014/main" id="{0AB6D9BF-958C-4F8C-9A5C-AA1678303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3434"/>
                <a:ext cx="41" cy="70"/>
              </a:xfrm>
              <a:custGeom>
                <a:avLst/>
                <a:gdLst>
                  <a:gd name="T0" fmla="*/ 202 w 25"/>
                  <a:gd name="T1" fmla="*/ 65 h 40"/>
                  <a:gd name="T2" fmla="*/ 190 w 25"/>
                  <a:gd name="T3" fmla="*/ 0 h 40"/>
                  <a:gd name="T4" fmla="*/ 116 w 25"/>
                  <a:gd name="T5" fmla="*/ 179 h 40"/>
                  <a:gd name="T6" fmla="*/ 49 w 25"/>
                  <a:gd name="T7" fmla="*/ 327 h 40"/>
                  <a:gd name="T8" fmla="*/ 110 w 25"/>
                  <a:gd name="T9" fmla="*/ 548 h 40"/>
                  <a:gd name="T10" fmla="*/ 215 w 25"/>
                  <a:gd name="T11" fmla="*/ 4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0">
                    <a:moveTo>
                      <a:pt x="17" y="4"/>
                    </a:moveTo>
                    <a:cubicBezTo>
                      <a:pt x="17" y="2"/>
                      <a:pt x="17" y="1"/>
                      <a:pt x="16" y="0"/>
                    </a:cubicBezTo>
                    <a:cubicBezTo>
                      <a:pt x="12" y="2"/>
                      <a:pt x="12" y="8"/>
                      <a:pt x="10" y="11"/>
                    </a:cubicBezTo>
                    <a:cubicBezTo>
                      <a:pt x="9" y="14"/>
                      <a:pt x="6" y="17"/>
                      <a:pt x="4" y="20"/>
                    </a:cubicBezTo>
                    <a:cubicBezTo>
                      <a:pt x="0" y="27"/>
                      <a:pt x="1" y="29"/>
                      <a:pt x="9" y="33"/>
                    </a:cubicBezTo>
                    <a:cubicBezTo>
                      <a:pt x="25" y="40"/>
                      <a:pt x="12" y="9"/>
                      <a:pt x="18" y="3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1009">
                <a:extLst>
                  <a:ext uri="{FF2B5EF4-FFF2-40B4-BE49-F238E27FC236}">
                    <a16:creationId xmlns:a16="http://schemas.microsoft.com/office/drawing/2014/main" id="{01A26D99-4CA1-4816-9ADA-E3FF53862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3497"/>
                <a:ext cx="46" cy="56"/>
              </a:xfrm>
              <a:custGeom>
                <a:avLst/>
                <a:gdLst>
                  <a:gd name="T0" fmla="*/ 297 w 28"/>
                  <a:gd name="T1" fmla="*/ 151 h 32"/>
                  <a:gd name="T2" fmla="*/ 95 w 28"/>
                  <a:gd name="T3" fmla="*/ 436 h 32"/>
                  <a:gd name="T4" fmla="*/ 284 w 28"/>
                  <a:gd name="T5" fmla="*/ 441 h 32"/>
                  <a:gd name="T6" fmla="*/ 297 w 28"/>
                  <a:gd name="T7" fmla="*/ 179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">
                    <a:moveTo>
                      <a:pt x="25" y="9"/>
                    </a:moveTo>
                    <a:cubicBezTo>
                      <a:pt x="22" y="0"/>
                      <a:pt x="0" y="16"/>
                      <a:pt x="8" y="26"/>
                    </a:cubicBezTo>
                    <a:cubicBezTo>
                      <a:pt x="12" y="30"/>
                      <a:pt x="20" y="32"/>
                      <a:pt x="24" y="27"/>
                    </a:cubicBezTo>
                    <a:cubicBezTo>
                      <a:pt x="28" y="22"/>
                      <a:pt x="24" y="16"/>
                      <a:pt x="25" y="11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1010">
                <a:extLst>
                  <a:ext uri="{FF2B5EF4-FFF2-40B4-BE49-F238E27FC236}">
                    <a16:creationId xmlns:a16="http://schemas.microsoft.com/office/drawing/2014/main" id="{F3C450D0-CAE9-43D4-9DCF-67FBA82DE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3553"/>
                <a:ext cx="39" cy="28"/>
              </a:xfrm>
              <a:custGeom>
                <a:avLst/>
                <a:gdLst>
                  <a:gd name="T0" fmla="*/ 232 w 24"/>
                  <a:gd name="T1" fmla="*/ 0 h 16"/>
                  <a:gd name="T2" fmla="*/ 68 w 24"/>
                  <a:gd name="T3" fmla="*/ 215 h 16"/>
                  <a:gd name="T4" fmla="*/ 215 w 24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6">
                    <a:moveTo>
                      <a:pt x="20" y="0"/>
                    </a:moveTo>
                    <a:cubicBezTo>
                      <a:pt x="18" y="3"/>
                      <a:pt x="0" y="9"/>
                      <a:pt x="6" y="13"/>
                    </a:cubicBezTo>
                    <a:cubicBezTo>
                      <a:pt x="11" y="16"/>
                      <a:pt x="24" y="4"/>
                      <a:pt x="19" y="1"/>
                    </a:cubicBezTo>
                  </a:path>
                </a:pathLst>
              </a:custGeom>
              <a:solidFill>
                <a:srgbClr val="8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3" name="Freeform 1011">
                <a:extLst>
                  <a:ext uri="{FF2B5EF4-FFF2-40B4-BE49-F238E27FC236}">
                    <a16:creationId xmlns:a16="http://schemas.microsoft.com/office/drawing/2014/main" id="{44CB573F-796F-403F-8E61-3ABAFD7EC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139"/>
                <a:ext cx="335" cy="117"/>
              </a:xfrm>
              <a:custGeom>
                <a:avLst/>
                <a:gdLst>
                  <a:gd name="T0" fmla="*/ 49 w 204"/>
                  <a:gd name="T1" fmla="*/ 1022 h 67"/>
                  <a:gd name="T2" fmla="*/ 297 w 204"/>
                  <a:gd name="T3" fmla="*/ 241 h 67"/>
                  <a:gd name="T4" fmla="*/ 1232 w 204"/>
                  <a:gd name="T5" fmla="*/ 150 h 67"/>
                  <a:gd name="T6" fmla="*/ 2435 w 204"/>
                  <a:gd name="T7" fmla="*/ 608 h 67"/>
                  <a:gd name="T8" fmla="*/ 1957 w 204"/>
                  <a:gd name="T9" fmla="*/ 678 h 67"/>
                  <a:gd name="T10" fmla="*/ 1836 w 204"/>
                  <a:gd name="T11" fmla="*/ 1006 h 67"/>
                  <a:gd name="T12" fmla="*/ 1416 w 204"/>
                  <a:gd name="T13" fmla="*/ 957 h 67"/>
                  <a:gd name="T14" fmla="*/ 575 w 204"/>
                  <a:gd name="T15" fmla="*/ 936 h 67"/>
                  <a:gd name="T16" fmla="*/ 110 w 204"/>
                  <a:gd name="T17" fmla="*/ 957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4" h="67">
                    <a:moveTo>
                      <a:pt x="4" y="63"/>
                    </a:moveTo>
                    <a:cubicBezTo>
                      <a:pt x="6" y="41"/>
                      <a:pt x="0" y="25"/>
                      <a:pt x="25" y="15"/>
                    </a:cubicBezTo>
                    <a:cubicBezTo>
                      <a:pt x="46" y="7"/>
                      <a:pt x="80" y="11"/>
                      <a:pt x="103" y="9"/>
                    </a:cubicBezTo>
                    <a:cubicBezTo>
                      <a:pt x="132" y="8"/>
                      <a:pt x="194" y="0"/>
                      <a:pt x="204" y="37"/>
                    </a:cubicBezTo>
                    <a:cubicBezTo>
                      <a:pt x="191" y="40"/>
                      <a:pt x="175" y="32"/>
                      <a:pt x="164" y="42"/>
                    </a:cubicBezTo>
                    <a:cubicBezTo>
                      <a:pt x="158" y="47"/>
                      <a:pt x="160" y="58"/>
                      <a:pt x="154" y="62"/>
                    </a:cubicBezTo>
                    <a:cubicBezTo>
                      <a:pt x="147" y="67"/>
                      <a:pt x="127" y="60"/>
                      <a:pt x="119" y="59"/>
                    </a:cubicBezTo>
                    <a:cubicBezTo>
                      <a:pt x="93" y="57"/>
                      <a:pt x="74" y="53"/>
                      <a:pt x="48" y="58"/>
                    </a:cubicBezTo>
                    <a:cubicBezTo>
                      <a:pt x="39" y="60"/>
                      <a:pt x="17" y="67"/>
                      <a:pt x="9" y="59"/>
                    </a:cubicBezTo>
                  </a:path>
                </a:pathLst>
              </a:custGeom>
              <a:solidFill>
                <a:srgbClr val="DD7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1012">
                <a:extLst>
                  <a:ext uri="{FF2B5EF4-FFF2-40B4-BE49-F238E27FC236}">
                    <a16:creationId xmlns:a16="http://schemas.microsoft.com/office/drawing/2014/main" id="{C4B8BED2-E257-469D-BD6C-C1439B36B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3221"/>
                <a:ext cx="33" cy="23"/>
              </a:xfrm>
              <a:custGeom>
                <a:avLst/>
                <a:gdLst>
                  <a:gd name="T0" fmla="*/ 76 w 20"/>
                  <a:gd name="T1" fmla="*/ 228 h 13"/>
                  <a:gd name="T2" fmla="*/ 0 w 20"/>
                  <a:gd name="T3" fmla="*/ 50 h 13"/>
                  <a:gd name="T4" fmla="*/ 243 w 20"/>
                  <a:gd name="T5" fmla="*/ 0 h 13"/>
                  <a:gd name="T6" fmla="*/ 35 w 20"/>
                  <a:gd name="T7" fmla="*/ 15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6" y="13"/>
                    </a:moveTo>
                    <a:cubicBezTo>
                      <a:pt x="4" y="9"/>
                      <a:pt x="2" y="6"/>
                      <a:pt x="0" y="3"/>
                    </a:cubicBezTo>
                    <a:cubicBezTo>
                      <a:pt x="7" y="2"/>
                      <a:pt x="13" y="0"/>
                      <a:pt x="20" y="0"/>
                    </a:cubicBezTo>
                    <a:cubicBezTo>
                      <a:pt x="14" y="2"/>
                      <a:pt x="8" y="5"/>
                      <a:pt x="3" y="9"/>
                    </a:cubicBezTo>
                  </a:path>
                </a:pathLst>
              </a:custGeom>
              <a:solidFill>
                <a:srgbClr val="AF4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1013">
                <a:extLst>
                  <a:ext uri="{FF2B5EF4-FFF2-40B4-BE49-F238E27FC236}">
                    <a16:creationId xmlns:a16="http://schemas.microsoft.com/office/drawing/2014/main" id="{4F69C550-EEF6-4BD2-AE78-0D150AF70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183"/>
                <a:ext cx="37" cy="21"/>
              </a:xfrm>
              <a:custGeom>
                <a:avLst/>
                <a:gdLst>
                  <a:gd name="T0" fmla="*/ 34 w 23"/>
                  <a:gd name="T1" fmla="*/ 200 h 12"/>
                  <a:gd name="T2" fmla="*/ 251 w 23"/>
                  <a:gd name="T3" fmla="*/ 0 h 12"/>
                  <a:gd name="T4" fmla="*/ 0 w 23"/>
                  <a:gd name="T5" fmla="*/ 20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2">
                    <a:moveTo>
                      <a:pt x="3" y="12"/>
                    </a:moveTo>
                    <a:cubicBezTo>
                      <a:pt x="2" y="8"/>
                      <a:pt x="18" y="1"/>
                      <a:pt x="23" y="0"/>
                    </a:cubicBezTo>
                    <a:cubicBezTo>
                      <a:pt x="14" y="2"/>
                      <a:pt x="11" y="11"/>
                      <a:pt x="0" y="12"/>
                    </a:cubicBezTo>
                  </a:path>
                </a:pathLst>
              </a:custGeom>
              <a:solidFill>
                <a:srgbClr val="AF4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1014">
                <a:extLst>
                  <a:ext uri="{FF2B5EF4-FFF2-40B4-BE49-F238E27FC236}">
                    <a16:creationId xmlns:a16="http://schemas.microsoft.com/office/drawing/2014/main" id="{4223867C-1880-4CC1-8512-7FF9A2A0D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3092"/>
                <a:ext cx="69" cy="75"/>
              </a:xfrm>
              <a:custGeom>
                <a:avLst/>
                <a:gdLst>
                  <a:gd name="T0" fmla="*/ 0 w 42"/>
                  <a:gd name="T1" fmla="*/ 694 h 43"/>
                  <a:gd name="T2" fmla="*/ 503 w 42"/>
                  <a:gd name="T3" fmla="*/ 0 h 43"/>
                  <a:gd name="T4" fmla="*/ 297 w 42"/>
                  <a:gd name="T5" fmla="*/ 499 h 43"/>
                  <a:gd name="T6" fmla="*/ 205 w 42"/>
                  <a:gd name="T7" fmla="*/ 612 h 43"/>
                  <a:gd name="T8" fmla="*/ 35 w 42"/>
                  <a:gd name="T9" fmla="*/ 67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0" y="43"/>
                    </a:moveTo>
                    <a:cubicBezTo>
                      <a:pt x="18" y="41"/>
                      <a:pt x="35" y="15"/>
                      <a:pt x="42" y="0"/>
                    </a:cubicBezTo>
                    <a:cubicBezTo>
                      <a:pt x="35" y="9"/>
                      <a:pt x="33" y="22"/>
                      <a:pt x="25" y="31"/>
                    </a:cubicBezTo>
                    <a:cubicBezTo>
                      <a:pt x="23" y="34"/>
                      <a:pt x="21" y="36"/>
                      <a:pt x="17" y="38"/>
                    </a:cubicBezTo>
                    <a:cubicBezTo>
                      <a:pt x="12" y="40"/>
                      <a:pt x="6" y="39"/>
                      <a:pt x="3" y="42"/>
                    </a:cubicBezTo>
                  </a:path>
                </a:pathLst>
              </a:custGeom>
              <a:solidFill>
                <a:srgbClr val="AF4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1015">
                <a:extLst>
                  <a:ext uri="{FF2B5EF4-FFF2-40B4-BE49-F238E27FC236}">
                    <a16:creationId xmlns:a16="http://schemas.microsoft.com/office/drawing/2014/main" id="{4FC641C5-E942-4ADA-84F5-F2C4C6E93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3270"/>
                <a:ext cx="26" cy="25"/>
              </a:xfrm>
              <a:custGeom>
                <a:avLst/>
                <a:gdLst>
                  <a:gd name="T0" fmla="*/ 0 w 16"/>
                  <a:gd name="T1" fmla="*/ 216 h 14"/>
                  <a:gd name="T2" fmla="*/ 180 w 16"/>
                  <a:gd name="T3" fmla="*/ 0 h 14"/>
                  <a:gd name="T4" fmla="*/ 13 w 16"/>
                  <a:gd name="T5" fmla="*/ 23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12"/>
                    </a:moveTo>
                    <a:cubicBezTo>
                      <a:pt x="2" y="8"/>
                      <a:pt x="9" y="2"/>
                      <a:pt x="16" y="0"/>
                    </a:cubicBezTo>
                    <a:cubicBezTo>
                      <a:pt x="10" y="3"/>
                      <a:pt x="9" y="14"/>
                      <a:pt x="1" y="13"/>
                    </a:cubicBezTo>
                  </a:path>
                </a:pathLst>
              </a:custGeom>
              <a:solidFill>
                <a:srgbClr val="AF4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1016">
                <a:extLst>
                  <a:ext uri="{FF2B5EF4-FFF2-40B4-BE49-F238E27FC236}">
                    <a16:creationId xmlns:a16="http://schemas.microsoft.com/office/drawing/2014/main" id="{B1004F10-B700-4C98-99EF-AD0EE1698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057"/>
                <a:ext cx="68" cy="100"/>
              </a:xfrm>
              <a:custGeom>
                <a:avLst/>
                <a:gdLst>
                  <a:gd name="T0" fmla="*/ 157 w 42"/>
                  <a:gd name="T1" fmla="*/ 0 h 57"/>
                  <a:gd name="T2" fmla="*/ 89 w 42"/>
                  <a:gd name="T3" fmla="*/ 465 h 57"/>
                  <a:gd name="T4" fmla="*/ 0 w 42"/>
                  <a:gd name="T5" fmla="*/ 946 h 57"/>
                  <a:gd name="T6" fmla="*/ 275 w 42"/>
                  <a:gd name="T7" fmla="*/ 779 h 57"/>
                  <a:gd name="T8" fmla="*/ 466 w 42"/>
                  <a:gd name="T9" fmla="*/ 437 h 57"/>
                  <a:gd name="T10" fmla="*/ 123 w 42"/>
                  <a:gd name="T11" fmla="*/ 767 h 57"/>
                  <a:gd name="T12" fmla="*/ 322 w 42"/>
                  <a:gd name="T13" fmla="*/ 481 h 57"/>
                  <a:gd name="T14" fmla="*/ 157 w 42"/>
                  <a:gd name="T15" fmla="*/ 579 h 57"/>
                  <a:gd name="T16" fmla="*/ 199 w 42"/>
                  <a:gd name="T17" fmla="*/ 437 h 57"/>
                  <a:gd name="T18" fmla="*/ 157 w 42"/>
                  <a:gd name="T19" fmla="*/ 437 h 57"/>
                  <a:gd name="T20" fmla="*/ 288 w 42"/>
                  <a:gd name="T21" fmla="*/ 200 h 57"/>
                  <a:gd name="T22" fmla="*/ 131 w 42"/>
                  <a:gd name="T23" fmla="*/ 249 h 57"/>
                  <a:gd name="T24" fmla="*/ 131 w 42"/>
                  <a:gd name="T25" fmla="*/ 37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57">
                    <a:moveTo>
                      <a:pt x="14" y="0"/>
                    </a:moveTo>
                    <a:cubicBezTo>
                      <a:pt x="1" y="3"/>
                      <a:pt x="8" y="19"/>
                      <a:pt x="8" y="28"/>
                    </a:cubicBezTo>
                    <a:cubicBezTo>
                      <a:pt x="8" y="39"/>
                      <a:pt x="0" y="48"/>
                      <a:pt x="0" y="57"/>
                    </a:cubicBezTo>
                    <a:cubicBezTo>
                      <a:pt x="7" y="52"/>
                      <a:pt x="18" y="52"/>
                      <a:pt x="25" y="47"/>
                    </a:cubicBezTo>
                    <a:cubicBezTo>
                      <a:pt x="31" y="43"/>
                      <a:pt x="39" y="32"/>
                      <a:pt x="42" y="26"/>
                    </a:cubicBezTo>
                    <a:cubicBezTo>
                      <a:pt x="35" y="33"/>
                      <a:pt x="22" y="47"/>
                      <a:pt x="11" y="46"/>
                    </a:cubicBezTo>
                    <a:cubicBezTo>
                      <a:pt x="18" y="41"/>
                      <a:pt x="23" y="34"/>
                      <a:pt x="29" y="29"/>
                    </a:cubicBezTo>
                    <a:cubicBezTo>
                      <a:pt x="25" y="32"/>
                      <a:pt x="19" y="34"/>
                      <a:pt x="14" y="35"/>
                    </a:cubicBezTo>
                    <a:cubicBezTo>
                      <a:pt x="15" y="32"/>
                      <a:pt x="17" y="29"/>
                      <a:pt x="18" y="26"/>
                    </a:cubicBezTo>
                    <a:cubicBezTo>
                      <a:pt x="17" y="26"/>
                      <a:pt x="15" y="25"/>
                      <a:pt x="14" y="26"/>
                    </a:cubicBezTo>
                    <a:cubicBezTo>
                      <a:pt x="17" y="21"/>
                      <a:pt x="24" y="18"/>
                      <a:pt x="26" y="12"/>
                    </a:cubicBezTo>
                    <a:cubicBezTo>
                      <a:pt x="22" y="14"/>
                      <a:pt x="16" y="17"/>
                      <a:pt x="12" y="15"/>
                    </a:cubicBezTo>
                    <a:cubicBezTo>
                      <a:pt x="10" y="13"/>
                      <a:pt x="10" y="4"/>
                      <a:pt x="12" y="2"/>
                    </a:cubicBezTo>
                  </a:path>
                </a:pathLst>
              </a:custGeom>
              <a:solidFill>
                <a:srgbClr val="AF4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1017">
                <a:extLst>
                  <a:ext uri="{FF2B5EF4-FFF2-40B4-BE49-F238E27FC236}">
                    <a16:creationId xmlns:a16="http://schemas.microsoft.com/office/drawing/2014/main" id="{B84EC501-897C-4D02-A4EE-925A6A62C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120"/>
                <a:ext cx="119" cy="108"/>
              </a:xfrm>
              <a:custGeom>
                <a:avLst/>
                <a:gdLst>
                  <a:gd name="T0" fmla="*/ 0 w 73"/>
                  <a:gd name="T1" fmla="*/ 977 h 62"/>
                  <a:gd name="T2" fmla="*/ 147 w 73"/>
                  <a:gd name="T3" fmla="*/ 770 h 62"/>
                  <a:gd name="T4" fmla="*/ 359 w 73"/>
                  <a:gd name="T5" fmla="*/ 561 h 62"/>
                  <a:gd name="T6" fmla="*/ 840 w 73"/>
                  <a:gd name="T7" fmla="*/ 0 h 62"/>
                  <a:gd name="T8" fmla="*/ 414 w 73"/>
                  <a:gd name="T9" fmla="*/ 561 h 62"/>
                  <a:gd name="T10" fmla="*/ 34 w 73"/>
                  <a:gd name="T11" fmla="*/ 993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62">
                    <a:moveTo>
                      <a:pt x="0" y="61"/>
                    </a:moveTo>
                    <a:cubicBezTo>
                      <a:pt x="5" y="58"/>
                      <a:pt x="8" y="52"/>
                      <a:pt x="13" y="48"/>
                    </a:cubicBezTo>
                    <a:cubicBezTo>
                      <a:pt x="19" y="43"/>
                      <a:pt x="24" y="39"/>
                      <a:pt x="31" y="35"/>
                    </a:cubicBezTo>
                    <a:cubicBezTo>
                      <a:pt x="47" y="25"/>
                      <a:pt x="61" y="15"/>
                      <a:pt x="73" y="0"/>
                    </a:cubicBezTo>
                    <a:cubicBezTo>
                      <a:pt x="65" y="16"/>
                      <a:pt x="50" y="26"/>
                      <a:pt x="36" y="35"/>
                    </a:cubicBezTo>
                    <a:cubicBezTo>
                      <a:pt x="28" y="41"/>
                      <a:pt x="6" y="52"/>
                      <a:pt x="3" y="62"/>
                    </a:cubicBezTo>
                  </a:path>
                </a:pathLst>
              </a:custGeom>
              <a:solidFill>
                <a:srgbClr val="AF4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1018">
                <a:extLst>
                  <a:ext uri="{FF2B5EF4-FFF2-40B4-BE49-F238E27FC236}">
                    <a16:creationId xmlns:a16="http://schemas.microsoft.com/office/drawing/2014/main" id="{2859D1AF-F753-4F51-851E-488A553FB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958"/>
                <a:ext cx="178" cy="197"/>
              </a:xfrm>
              <a:custGeom>
                <a:avLst/>
                <a:gdLst>
                  <a:gd name="T0" fmla="*/ 418 w 109"/>
                  <a:gd name="T1" fmla="*/ 1145 h 113"/>
                  <a:gd name="T2" fmla="*/ 730 w 109"/>
                  <a:gd name="T3" fmla="*/ 598 h 113"/>
                  <a:gd name="T4" fmla="*/ 1267 w 109"/>
                  <a:gd name="T5" fmla="*/ 0 h 113"/>
                  <a:gd name="T6" fmla="*/ 955 w 109"/>
                  <a:gd name="T7" fmla="*/ 213 h 113"/>
                  <a:gd name="T8" fmla="*/ 683 w 109"/>
                  <a:gd name="T9" fmla="*/ 483 h 113"/>
                  <a:gd name="T10" fmla="*/ 336 w 109"/>
                  <a:gd name="T11" fmla="*/ 1206 h 113"/>
                  <a:gd name="T12" fmla="*/ 199 w 109"/>
                  <a:gd name="T13" fmla="*/ 1562 h 113"/>
                  <a:gd name="T14" fmla="*/ 0 w 109"/>
                  <a:gd name="T15" fmla="*/ 1818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113">
                    <a:moveTo>
                      <a:pt x="36" y="71"/>
                    </a:moveTo>
                    <a:cubicBezTo>
                      <a:pt x="41" y="59"/>
                      <a:pt x="55" y="47"/>
                      <a:pt x="63" y="37"/>
                    </a:cubicBezTo>
                    <a:cubicBezTo>
                      <a:pt x="74" y="23"/>
                      <a:pt x="92" y="8"/>
                      <a:pt x="109" y="0"/>
                    </a:cubicBezTo>
                    <a:cubicBezTo>
                      <a:pt x="100" y="3"/>
                      <a:pt x="90" y="9"/>
                      <a:pt x="82" y="13"/>
                    </a:cubicBezTo>
                    <a:cubicBezTo>
                      <a:pt x="73" y="18"/>
                      <a:pt x="65" y="22"/>
                      <a:pt x="59" y="30"/>
                    </a:cubicBezTo>
                    <a:cubicBezTo>
                      <a:pt x="47" y="44"/>
                      <a:pt x="38" y="60"/>
                      <a:pt x="29" y="75"/>
                    </a:cubicBezTo>
                    <a:cubicBezTo>
                      <a:pt x="25" y="82"/>
                      <a:pt x="22" y="91"/>
                      <a:pt x="17" y="97"/>
                    </a:cubicBezTo>
                    <a:cubicBezTo>
                      <a:pt x="13" y="103"/>
                      <a:pt x="3" y="107"/>
                      <a:pt x="0" y="113"/>
                    </a:cubicBezTo>
                  </a:path>
                </a:pathLst>
              </a:custGeom>
              <a:solidFill>
                <a:srgbClr val="AF4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1019">
                <a:extLst>
                  <a:ext uri="{FF2B5EF4-FFF2-40B4-BE49-F238E27FC236}">
                    <a16:creationId xmlns:a16="http://schemas.microsoft.com/office/drawing/2014/main" id="{1F2C161F-3BD2-49F5-91FD-0997D92CD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3183"/>
                <a:ext cx="123" cy="103"/>
              </a:xfrm>
              <a:custGeom>
                <a:avLst/>
                <a:gdLst>
                  <a:gd name="T0" fmla="*/ 0 w 75"/>
                  <a:gd name="T1" fmla="*/ 932 h 59"/>
                  <a:gd name="T2" fmla="*/ 412 w 75"/>
                  <a:gd name="T3" fmla="*/ 436 h 59"/>
                  <a:gd name="T4" fmla="*/ 891 w 75"/>
                  <a:gd name="T5" fmla="*/ 28 h 59"/>
                  <a:gd name="T6" fmla="*/ 441 w 75"/>
                  <a:gd name="T7" fmla="*/ 601 h 59"/>
                  <a:gd name="T8" fmla="*/ 248 w 75"/>
                  <a:gd name="T9" fmla="*/ 798 h 59"/>
                  <a:gd name="T10" fmla="*/ 21 w 75"/>
                  <a:gd name="T11" fmla="*/ 957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59">
                    <a:moveTo>
                      <a:pt x="0" y="57"/>
                    </a:moveTo>
                    <a:cubicBezTo>
                      <a:pt x="6" y="44"/>
                      <a:pt x="24" y="35"/>
                      <a:pt x="35" y="27"/>
                    </a:cubicBezTo>
                    <a:cubicBezTo>
                      <a:pt x="46" y="20"/>
                      <a:pt x="62" y="0"/>
                      <a:pt x="75" y="2"/>
                    </a:cubicBezTo>
                    <a:cubicBezTo>
                      <a:pt x="61" y="9"/>
                      <a:pt x="49" y="26"/>
                      <a:pt x="37" y="37"/>
                    </a:cubicBezTo>
                    <a:cubicBezTo>
                      <a:pt x="32" y="41"/>
                      <a:pt x="27" y="46"/>
                      <a:pt x="21" y="49"/>
                    </a:cubicBezTo>
                    <a:cubicBezTo>
                      <a:pt x="15" y="52"/>
                      <a:pt x="6" y="54"/>
                      <a:pt x="2" y="59"/>
                    </a:cubicBezTo>
                  </a:path>
                </a:pathLst>
              </a:custGeom>
              <a:solidFill>
                <a:srgbClr val="AF4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1020">
                <a:extLst>
                  <a:ext uri="{FF2B5EF4-FFF2-40B4-BE49-F238E27FC236}">
                    <a16:creationId xmlns:a16="http://schemas.microsoft.com/office/drawing/2014/main" id="{47615DDC-6C5E-4325-BB54-87A312827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3228"/>
                <a:ext cx="106" cy="100"/>
              </a:xfrm>
              <a:custGeom>
                <a:avLst/>
                <a:gdLst>
                  <a:gd name="T0" fmla="*/ 0 w 65"/>
                  <a:gd name="T1" fmla="*/ 930 h 57"/>
                  <a:gd name="T2" fmla="*/ 325 w 65"/>
                  <a:gd name="T3" fmla="*/ 400 h 57"/>
                  <a:gd name="T4" fmla="*/ 750 w 65"/>
                  <a:gd name="T5" fmla="*/ 0 h 57"/>
                  <a:gd name="T6" fmla="*/ 311 w 65"/>
                  <a:gd name="T7" fmla="*/ 465 h 57"/>
                  <a:gd name="T8" fmla="*/ 34 w 65"/>
                  <a:gd name="T9" fmla="*/ 94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7">
                    <a:moveTo>
                      <a:pt x="0" y="56"/>
                    </a:moveTo>
                    <a:cubicBezTo>
                      <a:pt x="10" y="45"/>
                      <a:pt x="13" y="32"/>
                      <a:pt x="28" y="24"/>
                    </a:cubicBezTo>
                    <a:cubicBezTo>
                      <a:pt x="40" y="18"/>
                      <a:pt x="56" y="12"/>
                      <a:pt x="65" y="0"/>
                    </a:cubicBezTo>
                    <a:cubicBezTo>
                      <a:pt x="54" y="13"/>
                      <a:pt x="41" y="19"/>
                      <a:pt x="27" y="28"/>
                    </a:cubicBezTo>
                    <a:cubicBezTo>
                      <a:pt x="17" y="35"/>
                      <a:pt x="13" y="50"/>
                      <a:pt x="3" y="57"/>
                    </a:cubicBezTo>
                  </a:path>
                </a:pathLst>
              </a:custGeom>
              <a:solidFill>
                <a:srgbClr val="AF4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1021">
                <a:extLst>
                  <a:ext uri="{FF2B5EF4-FFF2-40B4-BE49-F238E27FC236}">
                    <a16:creationId xmlns:a16="http://schemas.microsoft.com/office/drawing/2014/main" id="{CF19937C-D278-4F43-845B-3B5CFB6D4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363"/>
                <a:ext cx="37" cy="50"/>
              </a:xfrm>
              <a:custGeom>
                <a:avLst/>
                <a:gdLst>
                  <a:gd name="T0" fmla="*/ 97 w 23"/>
                  <a:gd name="T1" fmla="*/ 0 h 29"/>
                  <a:gd name="T2" fmla="*/ 34 w 23"/>
                  <a:gd name="T3" fmla="*/ 86 h 29"/>
                  <a:gd name="T4" fmla="*/ 13 w 23"/>
                  <a:gd name="T5" fmla="*/ 210 h 29"/>
                  <a:gd name="T6" fmla="*/ 21 w 23"/>
                  <a:gd name="T7" fmla="*/ 362 h 29"/>
                  <a:gd name="T8" fmla="*/ 88 w 23"/>
                  <a:gd name="T9" fmla="*/ 303 h 29"/>
                  <a:gd name="T10" fmla="*/ 179 w 23"/>
                  <a:gd name="T11" fmla="*/ 291 h 29"/>
                  <a:gd name="T12" fmla="*/ 228 w 23"/>
                  <a:gd name="T13" fmla="*/ 231 h 29"/>
                  <a:gd name="T14" fmla="*/ 208 w 23"/>
                  <a:gd name="T15" fmla="*/ 148 h 29"/>
                  <a:gd name="T16" fmla="*/ 179 w 23"/>
                  <a:gd name="T17" fmla="*/ 62 h 29"/>
                  <a:gd name="T18" fmla="*/ 129 w 23"/>
                  <a:gd name="T19" fmla="*/ 0 h 29"/>
                  <a:gd name="T20" fmla="*/ 97 w 23"/>
                  <a:gd name="T21" fmla="*/ 16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9">
                    <a:moveTo>
                      <a:pt x="9" y="0"/>
                    </a:moveTo>
                    <a:cubicBezTo>
                      <a:pt x="8" y="2"/>
                      <a:pt x="5" y="4"/>
                      <a:pt x="3" y="6"/>
                    </a:cubicBezTo>
                    <a:cubicBezTo>
                      <a:pt x="2" y="8"/>
                      <a:pt x="1" y="11"/>
                      <a:pt x="1" y="14"/>
                    </a:cubicBezTo>
                    <a:cubicBezTo>
                      <a:pt x="1" y="17"/>
                      <a:pt x="0" y="22"/>
                      <a:pt x="2" y="24"/>
                    </a:cubicBezTo>
                    <a:cubicBezTo>
                      <a:pt x="4" y="29"/>
                      <a:pt x="6" y="23"/>
                      <a:pt x="8" y="20"/>
                    </a:cubicBezTo>
                    <a:cubicBezTo>
                      <a:pt x="11" y="17"/>
                      <a:pt x="13" y="18"/>
                      <a:pt x="17" y="19"/>
                    </a:cubicBezTo>
                    <a:cubicBezTo>
                      <a:pt x="20" y="19"/>
                      <a:pt x="23" y="18"/>
                      <a:pt x="21" y="15"/>
                    </a:cubicBezTo>
                    <a:cubicBezTo>
                      <a:pt x="21" y="13"/>
                      <a:pt x="20" y="12"/>
                      <a:pt x="19" y="10"/>
                    </a:cubicBezTo>
                    <a:cubicBezTo>
                      <a:pt x="18" y="8"/>
                      <a:pt x="18" y="6"/>
                      <a:pt x="17" y="4"/>
                    </a:cubicBezTo>
                    <a:cubicBezTo>
                      <a:pt x="16" y="2"/>
                      <a:pt x="14" y="1"/>
                      <a:pt x="12" y="0"/>
                    </a:cubicBezTo>
                    <a:cubicBezTo>
                      <a:pt x="11" y="0"/>
                      <a:pt x="10" y="0"/>
                      <a:pt x="9" y="1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1022">
                <a:extLst>
                  <a:ext uri="{FF2B5EF4-FFF2-40B4-BE49-F238E27FC236}">
                    <a16:creationId xmlns:a16="http://schemas.microsoft.com/office/drawing/2014/main" id="{B4CF85C5-30A4-4220-80C9-6BAC656ED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62"/>
                <a:ext cx="28" cy="35"/>
              </a:xfrm>
              <a:custGeom>
                <a:avLst/>
                <a:gdLst>
                  <a:gd name="T0" fmla="*/ 158 w 17"/>
                  <a:gd name="T1" fmla="*/ 0 h 20"/>
                  <a:gd name="T2" fmla="*/ 96 w 17"/>
                  <a:gd name="T3" fmla="*/ 285 h 20"/>
                  <a:gd name="T4" fmla="*/ 171 w 1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13" y="0"/>
                    </a:moveTo>
                    <a:cubicBezTo>
                      <a:pt x="10" y="0"/>
                      <a:pt x="0" y="14"/>
                      <a:pt x="8" y="17"/>
                    </a:cubicBezTo>
                    <a:cubicBezTo>
                      <a:pt x="17" y="20"/>
                      <a:pt x="15" y="3"/>
                      <a:pt x="14" y="0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1023">
                <a:extLst>
                  <a:ext uri="{FF2B5EF4-FFF2-40B4-BE49-F238E27FC236}">
                    <a16:creationId xmlns:a16="http://schemas.microsoft.com/office/drawing/2014/main" id="{FCA48B32-2468-440B-9705-48675D57D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620"/>
                <a:ext cx="21" cy="24"/>
              </a:xfrm>
              <a:custGeom>
                <a:avLst/>
                <a:gdLst>
                  <a:gd name="T0" fmla="*/ 110 w 13"/>
                  <a:gd name="T1" fmla="*/ 147 h 14"/>
                  <a:gd name="T2" fmla="*/ 13 w 13"/>
                  <a:gd name="T3" fmla="*/ 86 h 14"/>
                  <a:gd name="T4" fmla="*/ 131 w 13"/>
                  <a:gd name="T5" fmla="*/ 15 h 14"/>
                  <a:gd name="T6" fmla="*/ 110 w 13"/>
                  <a:gd name="T7" fmla="*/ 14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0" y="10"/>
                    </a:moveTo>
                    <a:cubicBezTo>
                      <a:pt x="7" y="14"/>
                      <a:pt x="1" y="10"/>
                      <a:pt x="1" y="6"/>
                    </a:cubicBezTo>
                    <a:cubicBezTo>
                      <a:pt x="0" y="0"/>
                      <a:pt x="8" y="0"/>
                      <a:pt x="12" y="1"/>
                    </a:cubicBezTo>
                    <a:cubicBezTo>
                      <a:pt x="13" y="4"/>
                      <a:pt x="12" y="8"/>
                      <a:pt x="10" y="10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1024">
                <a:extLst>
                  <a:ext uri="{FF2B5EF4-FFF2-40B4-BE49-F238E27FC236}">
                    <a16:creationId xmlns:a16="http://schemas.microsoft.com/office/drawing/2014/main" id="{03834233-F2CC-4CBF-9B50-0C21DB24F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3604"/>
                <a:ext cx="15" cy="43"/>
              </a:xfrm>
              <a:custGeom>
                <a:avLst/>
                <a:gdLst>
                  <a:gd name="T0" fmla="*/ 117 w 9"/>
                  <a:gd name="T1" fmla="*/ 296 h 25"/>
                  <a:gd name="T2" fmla="*/ 117 w 9"/>
                  <a:gd name="T3" fmla="*/ 15 h 25"/>
                  <a:gd name="T4" fmla="*/ 103 w 9"/>
                  <a:gd name="T5" fmla="*/ 29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5">
                    <a:moveTo>
                      <a:pt x="9" y="20"/>
                    </a:moveTo>
                    <a:cubicBezTo>
                      <a:pt x="0" y="25"/>
                      <a:pt x="2" y="0"/>
                      <a:pt x="9" y="1"/>
                    </a:cubicBezTo>
                    <a:cubicBezTo>
                      <a:pt x="9" y="7"/>
                      <a:pt x="9" y="14"/>
                      <a:pt x="8" y="20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1025">
                <a:extLst>
                  <a:ext uri="{FF2B5EF4-FFF2-40B4-BE49-F238E27FC236}">
                    <a16:creationId xmlns:a16="http://schemas.microsoft.com/office/drawing/2014/main" id="{0AF26259-F060-45C4-B8F9-46B835F21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3724"/>
                <a:ext cx="16" cy="18"/>
              </a:xfrm>
              <a:custGeom>
                <a:avLst/>
                <a:gdLst>
                  <a:gd name="T0" fmla="*/ 54 w 10"/>
                  <a:gd name="T1" fmla="*/ 187 h 10"/>
                  <a:gd name="T2" fmla="*/ 54 w 10"/>
                  <a:gd name="T3" fmla="*/ 41 h 10"/>
                  <a:gd name="T4" fmla="*/ 54 w 10"/>
                  <a:gd name="T5" fmla="*/ 14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5" y="10"/>
                    </a:moveTo>
                    <a:cubicBezTo>
                      <a:pt x="0" y="10"/>
                      <a:pt x="3" y="3"/>
                      <a:pt x="5" y="2"/>
                    </a:cubicBezTo>
                    <a:cubicBezTo>
                      <a:pt x="10" y="0"/>
                      <a:pt x="8" y="6"/>
                      <a:pt x="5" y="8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1026">
                <a:extLst>
                  <a:ext uri="{FF2B5EF4-FFF2-40B4-BE49-F238E27FC236}">
                    <a16:creationId xmlns:a16="http://schemas.microsoft.com/office/drawing/2014/main" id="{7DBB74C6-69CC-4DB8-B4F4-96107CE9D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3335"/>
                <a:ext cx="35" cy="45"/>
              </a:xfrm>
              <a:custGeom>
                <a:avLst/>
                <a:gdLst>
                  <a:gd name="T0" fmla="*/ 13 w 21"/>
                  <a:gd name="T1" fmla="*/ 16 h 26"/>
                  <a:gd name="T2" fmla="*/ 22 w 21"/>
                  <a:gd name="T3" fmla="*/ 279 h 26"/>
                  <a:gd name="T4" fmla="*/ 175 w 21"/>
                  <a:gd name="T5" fmla="*/ 341 h 26"/>
                  <a:gd name="T6" fmla="*/ 13 w 21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1" y="1"/>
                    </a:moveTo>
                    <a:cubicBezTo>
                      <a:pt x="0" y="1"/>
                      <a:pt x="0" y="14"/>
                      <a:pt x="2" y="18"/>
                    </a:cubicBezTo>
                    <a:cubicBezTo>
                      <a:pt x="4" y="22"/>
                      <a:pt x="10" y="26"/>
                      <a:pt x="14" y="22"/>
                    </a:cubicBezTo>
                    <a:cubicBezTo>
                      <a:pt x="21" y="16"/>
                      <a:pt x="5" y="3"/>
                      <a:pt x="1" y="0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1027">
                <a:extLst>
                  <a:ext uri="{FF2B5EF4-FFF2-40B4-BE49-F238E27FC236}">
                    <a16:creationId xmlns:a16="http://schemas.microsoft.com/office/drawing/2014/main" id="{6F53987E-30F6-4F41-86EB-C538BC2C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406"/>
                <a:ext cx="22" cy="34"/>
              </a:xfrm>
              <a:custGeom>
                <a:avLst/>
                <a:gdLst>
                  <a:gd name="T0" fmla="*/ 69 w 13"/>
                  <a:gd name="T1" fmla="*/ 0 h 19"/>
                  <a:gd name="T2" fmla="*/ 41 w 13"/>
                  <a:gd name="T3" fmla="*/ 349 h 19"/>
                  <a:gd name="T4" fmla="*/ 181 w 13"/>
                  <a:gd name="T5" fmla="*/ 145 h 19"/>
                  <a:gd name="T6" fmla="*/ 69 w 13"/>
                  <a:gd name="T7" fmla="*/ 4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5" y="0"/>
                    </a:moveTo>
                    <a:cubicBezTo>
                      <a:pt x="0" y="4"/>
                      <a:pt x="2" y="14"/>
                      <a:pt x="3" y="19"/>
                    </a:cubicBezTo>
                    <a:cubicBezTo>
                      <a:pt x="6" y="18"/>
                      <a:pt x="13" y="13"/>
                      <a:pt x="13" y="8"/>
                    </a:cubicBezTo>
                    <a:cubicBezTo>
                      <a:pt x="9" y="8"/>
                      <a:pt x="6" y="6"/>
                      <a:pt x="5" y="2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1028">
                <a:extLst>
                  <a:ext uri="{FF2B5EF4-FFF2-40B4-BE49-F238E27FC236}">
                    <a16:creationId xmlns:a16="http://schemas.microsoft.com/office/drawing/2014/main" id="{114F33FC-1D2F-4528-ACFC-1B6F085BC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3464"/>
                <a:ext cx="31" cy="26"/>
              </a:xfrm>
              <a:custGeom>
                <a:avLst/>
                <a:gdLst>
                  <a:gd name="T0" fmla="*/ 113 w 19"/>
                  <a:gd name="T1" fmla="*/ 0 h 15"/>
                  <a:gd name="T2" fmla="*/ 144 w 19"/>
                  <a:gd name="T3" fmla="*/ 208 h 15"/>
                  <a:gd name="T4" fmla="*/ 113 w 19"/>
                  <a:gd name="T5" fmla="*/ 2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10" y="0"/>
                    </a:moveTo>
                    <a:cubicBezTo>
                      <a:pt x="8" y="4"/>
                      <a:pt x="0" y="15"/>
                      <a:pt x="12" y="13"/>
                    </a:cubicBezTo>
                    <a:cubicBezTo>
                      <a:pt x="19" y="12"/>
                      <a:pt x="16" y="2"/>
                      <a:pt x="10" y="2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1029">
                <a:extLst>
                  <a:ext uri="{FF2B5EF4-FFF2-40B4-BE49-F238E27FC236}">
                    <a16:creationId xmlns:a16="http://schemas.microsoft.com/office/drawing/2014/main" id="{9A0DF15D-B6C3-4026-A738-BD99C1FD3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3518"/>
                <a:ext cx="31" cy="28"/>
              </a:xfrm>
              <a:custGeom>
                <a:avLst/>
                <a:gdLst>
                  <a:gd name="T0" fmla="*/ 90 w 19"/>
                  <a:gd name="T1" fmla="*/ 21 h 16"/>
                  <a:gd name="T2" fmla="*/ 34 w 19"/>
                  <a:gd name="T3" fmla="*/ 172 h 16"/>
                  <a:gd name="T4" fmla="*/ 199 w 19"/>
                  <a:gd name="T5" fmla="*/ 264 h 16"/>
                  <a:gd name="T6" fmla="*/ 170 w 19"/>
                  <a:gd name="T7" fmla="*/ 102 h 16"/>
                  <a:gd name="T8" fmla="*/ 69 w 19"/>
                  <a:gd name="T9" fmla="*/ 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8" y="1"/>
                    </a:moveTo>
                    <a:cubicBezTo>
                      <a:pt x="3" y="0"/>
                      <a:pt x="0" y="6"/>
                      <a:pt x="3" y="10"/>
                    </a:cubicBezTo>
                    <a:cubicBezTo>
                      <a:pt x="5" y="14"/>
                      <a:pt x="13" y="15"/>
                      <a:pt x="17" y="16"/>
                    </a:cubicBezTo>
                    <a:cubicBezTo>
                      <a:pt x="19" y="12"/>
                      <a:pt x="17" y="9"/>
                      <a:pt x="15" y="6"/>
                    </a:cubicBezTo>
                    <a:cubicBezTo>
                      <a:pt x="12" y="4"/>
                      <a:pt x="9" y="4"/>
                      <a:pt x="6" y="2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1030">
                <a:extLst>
                  <a:ext uri="{FF2B5EF4-FFF2-40B4-BE49-F238E27FC236}">
                    <a16:creationId xmlns:a16="http://schemas.microsoft.com/office/drawing/2014/main" id="{73E173DD-855A-409C-81A7-77C01AF77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3417"/>
                <a:ext cx="22" cy="26"/>
              </a:xfrm>
              <a:custGeom>
                <a:avLst/>
                <a:gdLst>
                  <a:gd name="T0" fmla="*/ 0 w 14"/>
                  <a:gd name="T1" fmla="*/ 107 h 15"/>
                  <a:gd name="T2" fmla="*/ 96 w 14"/>
                  <a:gd name="T3" fmla="*/ 0 h 15"/>
                  <a:gd name="T4" fmla="*/ 0 w 14"/>
                  <a:gd name="T5" fmla="*/ 8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cubicBezTo>
                      <a:pt x="0" y="6"/>
                      <a:pt x="14" y="15"/>
                      <a:pt x="10" y="0"/>
                    </a:cubicBezTo>
                    <a:cubicBezTo>
                      <a:pt x="6" y="0"/>
                      <a:pt x="3" y="4"/>
                      <a:pt x="0" y="6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1031">
                <a:extLst>
                  <a:ext uri="{FF2B5EF4-FFF2-40B4-BE49-F238E27FC236}">
                    <a16:creationId xmlns:a16="http://schemas.microsoft.com/office/drawing/2014/main" id="{D8B05014-44C5-48A6-87EA-C6F5C1D5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3199"/>
                <a:ext cx="88" cy="71"/>
              </a:xfrm>
              <a:custGeom>
                <a:avLst/>
                <a:gdLst>
                  <a:gd name="T0" fmla="*/ 13 w 54"/>
                  <a:gd name="T1" fmla="*/ 639 h 41"/>
                  <a:gd name="T2" fmla="*/ 275 w 54"/>
                  <a:gd name="T3" fmla="*/ 357 h 41"/>
                  <a:gd name="T4" fmla="*/ 619 w 54"/>
                  <a:gd name="T5" fmla="*/ 0 h 41"/>
                  <a:gd name="T6" fmla="*/ 311 w 54"/>
                  <a:gd name="T7" fmla="*/ 468 h 41"/>
                  <a:gd name="T8" fmla="*/ 0 w 54"/>
                  <a:gd name="T9" fmla="*/ 63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1">
                    <a:moveTo>
                      <a:pt x="1" y="41"/>
                    </a:moveTo>
                    <a:cubicBezTo>
                      <a:pt x="2" y="37"/>
                      <a:pt x="18" y="27"/>
                      <a:pt x="24" y="23"/>
                    </a:cubicBezTo>
                    <a:cubicBezTo>
                      <a:pt x="35" y="16"/>
                      <a:pt x="44" y="8"/>
                      <a:pt x="54" y="0"/>
                    </a:cubicBezTo>
                    <a:cubicBezTo>
                      <a:pt x="46" y="10"/>
                      <a:pt x="38" y="23"/>
                      <a:pt x="27" y="30"/>
                    </a:cubicBezTo>
                    <a:cubicBezTo>
                      <a:pt x="19" y="35"/>
                      <a:pt x="8" y="37"/>
                      <a:pt x="0" y="41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1032">
                <a:extLst>
                  <a:ext uri="{FF2B5EF4-FFF2-40B4-BE49-F238E27FC236}">
                    <a16:creationId xmlns:a16="http://schemas.microsoft.com/office/drawing/2014/main" id="{16655F96-7731-428B-BEBD-A4D0EC575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982"/>
                <a:ext cx="125" cy="154"/>
              </a:xfrm>
              <a:custGeom>
                <a:avLst/>
                <a:gdLst>
                  <a:gd name="T0" fmla="*/ 21 w 76"/>
                  <a:gd name="T1" fmla="*/ 1416 h 88"/>
                  <a:gd name="T2" fmla="*/ 13 w 76"/>
                  <a:gd name="T3" fmla="*/ 1416 h 88"/>
                  <a:gd name="T4" fmla="*/ 408 w 76"/>
                  <a:gd name="T5" fmla="*/ 564 h 88"/>
                  <a:gd name="T6" fmla="*/ 918 w 76"/>
                  <a:gd name="T7" fmla="*/ 0 h 88"/>
                  <a:gd name="T8" fmla="*/ 408 w 76"/>
                  <a:gd name="T9" fmla="*/ 772 h 88"/>
                  <a:gd name="T10" fmla="*/ 35 w 76"/>
                  <a:gd name="T11" fmla="*/ 1363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88">
                    <a:moveTo>
                      <a:pt x="2" y="86"/>
                    </a:moveTo>
                    <a:cubicBezTo>
                      <a:pt x="2" y="85"/>
                      <a:pt x="0" y="88"/>
                      <a:pt x="1" y="86"/>
                    </a:cubicBezTo>
                    <a:cubicBezTo>
                      <a:pt x="15" y="72"/>
                      <a:pt x="24" y="51"/>
                      <a:pt x="34" y="34"/>
                    </a:cubicBezTo>
                    <a:cubicBezTo>
                      <a:pt x="44" y="17"/>
                      <a:pt x="62" y="12"/>
                      <a:pt x="76" y="0"/>
                    </a:cubicBezTo>
                    <a:cubicBezTo>
                      <a:pt x="62" y="15"/>
                      <a:pt x="48" y="31"/>
                      <a:pt x="34" y="47"/>
                    </a:cubicBezTo>
                    <a:cubicBezTo>
                      <a:pt x="24" y="58"/>
                      <a:pt x="10" y="69"/>
                      <a:pt x="3" y="83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1033">
                <a:extLst>
                  <a:ext uri="{FF2B5EF4-FFF2-40B4-BE49-F238E27FC236}">
                    <a16:creationId xmlns:a16="http://schemas.microsoft.com/office/drawing/2014/main" id="{B86B9D79-B6D3-425C-8E19-C8A6E9E90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069"/>
                <a:ext cx="104" cy="123"/>
              </a:xfrm>
              <a:custGeom>
                <a:avLst/>
                <a:gdLst>
                  <a:gd name="T0" fmla="*/ 733 w 63"/>
                  <a:gd name="T1" fmla="*/ 49 h 70"/>
                  <a:gd name="T2" fmla="*/ 319 w 63"/>
                  <a:gd name="T3" fmla="*/ 571 h 70"/>
                  <a:gd name="T4" fmla="*/ 0 w 63"/>
                  <a:gd name="T5" fmla="*/ 1174 h 70"/>
                  <a:gd name="T6" fmla="*/ 490 w 63"/>
                  <a:gd name="T7" fmla="*/ 640 h 70"/>
                  <a:gd name="T8" fmla="*/ 637 w 63"/>
                  <a:gd name="T9" fmla="*/ 286 h 70"/>
                  <a:gd name="T10" fmla="*/ 774 w 63"/>
                  <a:gd name="T11" fmla="*/ 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70">
                    <a:moveTo>
                      <a:pt x="60" y="3"/>
                    </a:moveTo>
                    <a:cubicBezTo>
                      <a:pt x="46" y="2"/>
                      <a:pt x="33" y="22"/>
                      <a:pt x="26" y="34"/>
                    </a:cubicBezTo>
                    <a:cubicBezTo>
                      <a:pt x="20" y="46"/>
                      <a:pt x="11" y="61"/>
                      <a:pt x="0" y="70"/>
                    </a:cubicBezTo>
                    <a:cubicBezTo>
                      <a:pt x="12" y="58"/>
                      <a:pt x="28" y="51"/>
                      <a:pt x="40" y="38"/>
                    </a:cubicBezTo>
                    <a:cubicBezTo>
                      <a:pt x="46" y="31"/>
                      <a:pt x="49" y="25"/>
                      <a:pt x="52" y="17"/>
                    </a:cubicBezTo>
                    <a:cubicBezTo>
                      <a:pt x="55" y="12"/>
                      <a:pt x="57" y="1"/>
                      <a:pt x="63" y="0"/>
                    </a:cubicBezTo>
                  </a:path>
                </a:pathLst>
              </a:custGeom>
              <a:solidFill>
                <a:srgbClr val="5B1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60" name="Freeform 1034">
              <a:extLst>
                <a:ext uri="{FF2B5EF4-FFF2-40B4-BE49-F238E27FC236}">
                  <a16:creationId xmlns:a16="http://schemas.microsoft.com/office/drawing/2014/main" id="{162BBC94-6117-4335-B339-563C34D7B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3137"/>
              <a:ext cx="102" cy="109"/>
            </a:xfrm>
            <a:custGeom>
              <a:avLst/>
              <a:gdLst>
                <a:gd name="T0" fmla="*/ 747 w 62"/>
                <a:gd name="T1" fmla="*/ 37 h 62"/>
                <a:gd name="T2" fmla="*/ 614 w 62"/>
                <a:gd name="T3" fmla="*/ 179 h 62"/>
                <a:gd name="T4" fmla="*/ 298 w 62"/>
                <a:gd name="T5" fmla="*/ 489 h 62"/>
                <a:gd name="T6" fmla="*/ 117 w 62"/>
                <a:gd name="T7" fmla="*/ 754 h 62"/>
                <a:gd name="T8" fmla="*/ 0 w 62"/>
                <a:gd name="T9" fmla="*/ 1044 h 62"/>
                <a:gd name="T10" fmla="*/ 462 w 62"/>
                <a:gd name="T11" fmla="*/ 440 h 62"/>
                <a:gd name="T12" fmla="*/ 734 w 62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2">
                  <a:moveTo>
                    <a:pt x="62" y="2"/>
                  </a:moveTo>
                  <a:cubicBezTo>
                    <a:pt x="58" y="4"/>
                    <a:pt x="55" y="8"/>
                    <a:pt x="51" y="11"/>
                  </a:cubicBezTo>
                  <a:cubicBezTo>
                    <a:pt x="42" y="17"/>
                    <a:pt x="33" y="23"/>
                    <a:pt x="25" y="29"/>
                  </a:cubicBezTo>
                  <a:cubicBezTo>
                    <a:pt x="20" y="34"/>
                    <a:pt x="14" y="39"/>
                    <a:pt x="10" y="45"/>
                  </a:cubicBezTo>
                  <a:cubicBezTo>
                    <a:pt x="6" y="50"/>
                    <a:pt x="5" y="57"/>
                    <a:pt x="0" y="62"/>
                  </a:cubicBezTo>
                  <a:cubicBezTo>
                    <a:pt x="8" y="45"/>
                    <a:pt x="24" y="37"/>
                    <a:pt x="38" y="26"/>
                  </a:cubicBezTo>
                  <a:cubicBezTo>
                    <a:pt x="48" y="18"/>
                    <a:pt x="55" y="10"/>
                    <a:pt x="61" y="0"/>
                  </a:cubicBezTo>
                </a:path>
              </a:pathLst>
            </a:custGeom>
            <a:solidFill>
              <a:srgbClr val="5B1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1035">
              <a:extLst>
                <a:ext uri="{FF2B5EF4-FFF2-40B4-BE49-F238E27FC236}">
                  <a16:creationId xmlns:a16="http://schemas.microsoft.com/office/drawing/2014/main" id="{BFCF9639-A1A1-4C31-96E8-E204DE33E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3085"/>
              <a:ext cx="66" cy="105"/>
            </a:xfrm>
            <a:custGeom>
              <a:avLst/>
              <a:gdLst>
                <a:gd name="T0" fmla="*/ 490 w 40"/>
                <a:gd name="T1" fmla="*/ 0 h 60"/>
                <a:gd name="T2" fmla="*/ 229 w 40"/>
                <a:gd name="T3" fmla="*/ 592 h 60"/>
                <a:gd name="T4" fmla="*/ 0 w 40"/>
                <a:gd name="T5" fmla="*/ 987 h 60"/>
                <a:gd name="T6" fmla="*/ 172 w 40"/>
                <a:gd name="T7" fmla="*/ 499 h 60"/>
                <a:gd name="T8" fmla="*/ 436 w 40"/>
                <a:gd name="T9" fmla="*/ 3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40" y="0"/>
                  </a:moveTo>
                  <a:cubicBezTo>
                    <a:pt x="30" y="11"/>
                    <a:pt x="27" y="24"/>
                    <a:pt x="19" y="36"/>
                  </a:cubicBezTo>
                  <a:cubicBezTo>
                    <a:pt x="13" y="45"/>
                    <a:pt x="8" y="52"/>
                    <a:pt x="0" y="60"/>
                  </a:cubicBezTo>
                  <a:cubicBezTo>
                    <a:pt x="9" y="51"/>
                    <a:pt x="8" y="41"/>
                    <a:pt x="14" y="30"/>
                  </a:cubicBezTo>
                  <a:cubicBezTo>
                    <a:pt x="19" y="20"/>
                    <a:pt x="29" y="11"/>
                    <a:pt x="36" y="2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1036">
              <a:extLst>
                <a:ext uri="{FF2B5EF4-FFF2-40B4-BE49-F238E27FC236}">
                  <a16:creationId xmlns:a16="http://schemas.microsoft.com/office/drawing/2014/main" id="{EF0D6997-D999-4953-87E5-69B1A4DFB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3293"/>
              <a:ext cx="69" cy="82"/>
            </a:xfrm>
            <a:custGeom>
              <a:avLst/>
              <a:gdLst>
                <a:gd name="T0" fmla="*/ 13 w 42"/>
                <a:gd name="T1" fmla="*/ 675 h 47"/>
                <a:gd name="T2" fmla="*/ 0 w 42"/>
                <a:gd name="T3" fmla="*/ 698 h 47"/>
                <a:gd name="T4" fmla="*/ 117 w 42"/>
                <a:gd name="T5" fmla="*/ 471 h 47"/>
                <a:gd name="T6" fmla="*/ 261 w 42"/>
                <a:gd name="T7" fmla="*/ 351 h 47"/>
                <a:gd name="T8" fmla="*/ 503 w 42"/>
                <a:gd name="T9" fmla="*/ 0 h 47"/>
                <a:gd name="T10" fmla="*/ 256 w 42"/>
                <a:gd name="T11" fmla="*/ 450 h 47"/>
                <a:gd name="T12" fmla="*/ 13 w 42"/>
                <a:gd name="T13" fmla="*/ 75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7">
                  <a:moveTo>
                    <a:pt x="1" y="42"/>
                  </a:moveTo>
                  <a:cubicBezTo>
                    <a:pt x="1" y="42"/>
                    <a:pt x="0" y="44"/>
                    <a:pt x="0" y="43"/>
                  </a:cubicBezTo>
                  <a:cubicBezTo>
                    <a:pt x="3" y="37"/>
                    <a:pt x="5" y="33"/>
                    <a:pt x="10" y="29"/>
                  </a:cubicBezTo>
                  <a:cubicBezTo>
                    <a:pt x="13" y="26"/>
                    <a:pt x="18" y="25"/>
                    <a:pt x="22" y="22"/>
                  </a:cubicBezTo>
                  <a:cubicBezTo>
                    <a:pt x="31" y="17"/>
                    <a:pt x="34" y="6"/>
                    <a:pt x="42" y="0"/>
                  </a:cubicBezTo>
                  <a:cubicBezTo>
                    <a:pt x="37" y="10"/>
                    <a:pt x="28" y="21"/>
                    <a:pt x="21" y="28"/>
                  </a:cubicBezTo>
                  <a:cubicBezTo>
                    <a:pt x="15" y="34"/>
                    <a:pt x="2" y="39"/>
                    <a:pt x="1" y="47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1037">
              <a:extLst>
                <a:ext uri="{FF2B5EF4-FFF2-40B4-BE49-F238E27FC236}">
                  <a16:creationId xmlns:a16="http://schemas.microsoft.com/office/drawing/2014/main" id="{47D83836-0B31-4414-9343-E8FD365A8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268"/>
              <a:ext cx="71" cy="65"/>
            </a:xfrm>
            <a:custGeom>
              <a:avLst/>
              <a:gdLst>
                <a:gd name="T0" fmla="*/ 0 w 43"/>
                <a:gd name="T1" fmla="*/ 617 h 37"/>
                <a:gd name="T2" fmla="*/ 226 w 43"/>
                <a:gd name="T3" fmla="*/ 237 h 37"/>
                <a:gd name="T4" fmla="*/ 527 w 43"/>
                <a:gd name="T5" fmla="*/ 0 h 37"/>
                <a:gd name="T6" fmla="*/ 264 w 43"/>
                <a:gd name="T7" fmla="*/ 314 h 37"/>
                <a:gd name="T8" fmla="*/ 13 w 43"/>
                <a:gd name="T9" fmla="*/ 56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7">
                  <a:moveTo>
                    <a:pt x="0" y="37"/>
                  </a:moveTo>
                  <a:cubicBezTo>
                    <a:pt x="6" y="28"/>
                    <a:pt x="10" y="21"/>
                    <a:pt x="18" y="14"/>
                  </a:cubicBezTo>
                  <a:cubicBezTo>
                    <a:pt x="26" y="6"/>
                    <a:pt x="35" y="5"/>
                    <a:pt x="43" y="0"/>
                  </a:cubicBezTo>
                  <a:cubicBezTo>
                    <a:pt x="35" y="3"/>
                    <a:pt x="28" y="13"/>
                    <a:pt x="22" y="19"/>
                  </a:cubicBezTo>
                  <a:cubicBezTo>
                    <a:pt x="16" y="25"/>
                    <a:pt x="8" y="29"/>
                    <a:pt x="1" y="34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1038">
              <a:extLst>
                <a:ext uri="{FF2B5EF4-FFF2-40B4-BE49-F238E27FC236}">
                  <a16:creationId xmlns:a16="http://schemas.microsoft.com/office/drawing/2014/main" id="{22B0791B-E0F6-4412-9CF2-B733838A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169"/>
              <a:ext cx="106" cy="44"/>
            </a:xfrm>
            <a:custGeom>
              <a:avLst/>
              <a:gdLst>
                <a:gd name="T0" fmla="*/ 21 w 65"/>
                <a:gd name="T1" fmla="*/ 252 h 25"/>
                <a:gd name="T2" fmla="*/ 404 w 65"/>
                <a:gd name="T3" fmla="*/ 180 h 25"/>
                <a:gd name="T4" fmla="*/ 750 w 65"/>
                <a:gd name="T5" fmla="*/ 0 h 25"/>
                <a:gd name="T6" fmla="*/ 0 w 65"/>
                <a:gd name="T7" fmla="*/ 26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5">
                  <a:moveTo>
                    <a:pt x="2" y="15"/>
                  </a:moveTo>
                  <a:cubicBezTo>
                    <a:pt x="6" y="7"/>
                    <a:pt x="27" y="12"/>
                    <a:pt x="35" y="11"/>
                  </a:cubicBezTo>
                  <a:cubicBezTo>
                    <a:pt x="44" y="10"/>
                    <a:pt x="57" y="4"/>
                    <a:pt x="65" y="0"/>
                  </a:cubicBezTo>
                  <a:cubicBezTo>
                    <a:pt x="50" y="15"/>
                    <a:pt x="18" y="25"/>
                    <a:pt x="0" y="16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1039">
              <a:extLst>
                <a:ext uri="{FF2B5EF4-FFF2-40B4-BE49-F238E27FC236}">
                  <a16:creationId xmlns:a16="http://schemas.microsoft.com/office/drawing/2014/main" id="{06E085DF-3484-49D4-8A22-502FFA206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424"/>
              <a:ext cx="35" cy="35"/>
            </a:xfrm>
            <a:custGeom>
              <a:avLst/>
              <a:gdLst>
                <a:gd name="T0" fmla="*/ 0 w 21"/>
                <a:gd name="T1" fmla="*/ 0 h 20"/>
                <a:gd name="T2" fmla="*/ 78 w 21"/>
                <a:gd name="T3" fmla="*/ 301 h 20"/>
                <a:gd name="T4" fmla="*/ 270 w 21"/>
                <a:gd name="T5" fmla="*/ 135 h 20"/>
                <a:gd name="T6" fmla="*/ 103 w 21"/>
                <a:gd name="T7" fmla="*/ 179 h 20"/>
                <a:gd name="T8" fmla="*/ 13 w 2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1" y="3"/>
                    <a:pt x="3" y="16"/>
                    <a:pt x="6" y="18"/>
                  </a:cubicBezTo>
                  <a:cubicBezTo>
                    <a:pt x="10" y="20"/>
                    <a:pt x="19" y="12"/>
                    <a:pt x="21" y="8"/>
                  </a:cubicBezTo>
                  <a:cubicBezTo>
                    <a:pt x="17" y="8"/>
                    <a:pt x="11" y="14"/>
                    <a:pt x="8" y="11"/>
                  </a:cubicBezTo>
                  <a:cubicBezTo>
                    <a:pt x="4" y="8"/>
                    <a:pt x="6" y="2"/>
                    <a:pt x="1" y="0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1040">
              <a:extLst>
                <a:ext uri="{FF2B5EF4-FFF2-40B4-BE49-F238E27FC236}">
                  <a16:creationId xmlns:a16="http://schemas.microsoft.com/office/drawing/2014/main" id="{61FCD380-1930-4302-81B9-3BFFC48CB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370"/>
              <a:ext cx="21" cy="59"/>
            </a:xfrm>
            <a:custGeom>
              <a:avLst/>
              <a:gdLst>
                <a:gd name="T0" fmla="*/ 144 w 13"/>
                <a:gd name="T1" fmla="*/ 0 h 34"/>
                <a:gd name="T2" fmla="*/ 13 w 13"/>
                <a:gd name="T3" fmla="*/ 271 h 34"/>
                <a:gd name="T4" fmla="*/ 110 w 13"/>
                <a:gd name="T5" fmla="*/ 533 h 34"/>
                <a:gd name="T6" fmla="*/ 55 w 13"/>
                <a:gd name="T7" fmla="*/ 271 h 34"/>
                <a:gd name="T8" fmla="*/ 144 w 13"/>
                <a:gd name="T9" fmla="*/ 1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4">
                  <a:moveTo>
                    <a:pt x="13" y="0"/>
                  </a:moveTo>
                  <a:cubicBezTo>
                    <a:pt x="10" y="4"/>
                    <a:pt x="1" y="11"/>
                    <a:pt x="1" y="17"/>
                  </a:cubicBezTo>
                  <a:cubicBezTo>
                    <a:pt x="0" y="22"/>
                    <a:pt x="6" y="30"/>
                    <a:pt x="10" y="34"/>
                  </a:cubicBezTo>
                  <a:cubicBezTo>
                    <a:pt x="10" y="28"/>
                    <a:pt x="4" y="23"/>
                    <a:pt x="5" y="17"/>
                  </a:cubicBezTo>
                  <a:cubicBezTo>
                    <a:pt x="6" y="12"/>
                    <a:pt x="11" y="5"/>
                    <a:pt x="13" y="1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1041">
              <a:extLst>
                <a:ext uri="{FF2B5EF4-FFF2-40B4-BE49-F238E27FC236}">
                  <a16:creationId xmlns:a16="http://schemas.microsoft.com/office/drawing/2014/main" id="{BB3751DC-CCFF-4A52-A1AD-94CDD7BF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317"/>
              <a:ext cx="41" cy="54"/>
            </a:xfrm>
            <a:custGeom>
              <a:avLst/>
              <a:gdLst>
                <a:gd name="T0" fmla="*/ 151 w 25"/>
                <a:gd name="T1" fmla="*/ 498 h 31"/>
                <a:gd name="T2" fmla="*/ 49 w 25"/>
                <a:gd name="T3" fmla="*/ 286 h 31"/>
                <a:gd name="T4" fmla="*/ 295 w 25"/>
                <a:gd name="T5" fmla="*/ 0 h 31"/>
                <a:gd name="T6" fmla="*/ 110 w 25"/>
                <a:gd name="T7" fmla="*/ 277 h 31"/>
                <a:gd name="T8" fmla="*/ 131 w 25"/>
                <a:gd name="T9" fmla="*/ 48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13" y="31"/>
                  </a:moveTo>
                  <a:cubicBezTo>
                    <a:pt x="8" y="27"/>
                    <a:pt x="0" y="25"/>
                    <a:pt x="4" y="18"/>
                  </a:cubicBezTo>
                  <a:cubicBezTo>
                    <a:pt x="8" y="11"/>
                    <a:pt x="19" y="6"/>
                    <a:pt x="25" y="0"/>
                  </a:cubicBezTo>
                  <a:cubicBezTo>
                    <a:pt x="21" y="7"/>
                    <a:pt x="14" y="11"/>
                    <a:pt x="9" y="17"/>
                  </a:cubicBezTo>
                  <a:cubicBezTo>
                    <a:pt x="5" y="23"/>
                    <a:pt x="6" y="24"/>
                    <a:pt x="11" y="30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1042">
              <a:extLst>
                <a:ext uri="{FF2B5EF4-FFF2-40B4-BE49-F238E27FC236}">
                  <a16:creationId xmlns:a16="http://schemas.microsoft.com/office/drawing/2014/main" id="{ADF3862C-C4E0-4AB4-971C-A2D86EF42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504"/>
              <a:ext cx="94" cy="156"/>
            </a:xfrm>
            <a:custGeom>
              <a:avLst/>
              <a:gdLst>
                <a:gd name="T0" fmla="*/ 112 w 57"/>
                <a:gd name="T1" fmla="*/ 21 h 89"/>
                <a:gd name="T2" fmla="*/ 54 w 57"/>
                <a:gd name="T3" fmla="*/ 86 h 89"/>
                <a:gd name="T4" fmla="*/ 21 w 57"/>
                <a:gd name="T5" fmla="*/ 479 h 89"/>
                <a:gd name="T6" fmla="*/ 158 w 57"/>
                <a:gd name="T7" fmla="*/ 901 h 89"/>
                <a:gd name="T8" fmla="*/ 389 w 57"/>
                <a:gd name="T9" fmla="*/ 1237 h 89"/>
                <a:gd name="T10" fmla="*/ 696 w 57"/>
                <a:gd name="T11" fmla="*/ 1472 h 89"/>
                <a:gd name="T12" fmla="*/ 511 w 57"/>
                <a:gd name="T13" fmla="*/ 1274 h 89"/>
                <a:gd name="T14" fmla="*/ 364 w 57"/>
                <a:gd name="T15" fmla="*/ 1094 h 89"/>
                <a:gd name="T16" fmla="*/ 158 w 57"/>
                <a:gd name="T17" fmla="*/ 764 h 89"/>
                <a:gd name="T18" fmla="*/ 58 w 57"/>
                <a:gd name="T19" fmla="*/ 366 h 89"/>
                <a:gd name="T20" fmla="*/ 117 w 57"/>
                <a:gd name="T21" fmla="*/ 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89">
                  <a:moveTo>
                    <a:pt x="9" y="1"/>
                  </a:moveTo>
                  <a:cubicBezTo>
                    <a:pt x="7" y="2"/>
                    <a:pt x="5" y="4"/>
                    <a:pt x="4" y="5"/>
                  </a:cubicBezTo>
                  <a:cubicBezTo>
                    <a:pt x="1" y="13"/>
                    <a:pt x="0" y="20"/>
                    <a:pt x="2" y="29"/>
                  </a:cubicBezTo>
                  <a:cubicBezTo>
                    <a:pt x="5" y="38"/>
                    <a:pt x="8" y="47"/>
                    <a:pt x="13" y="54"/>
                  </a:cubicBezTo>
                  <a:cubicBezTo>
                    <a:pt x="19" y="62"/>
                    <a:pt x="25" y="69"/>
                    <a:pt x="32" y="75"/>
                  </a:cubicBezTo>
                  <a:cubicBezTo>
                    <a:pt x="38" y="79"/>
                    <a:pt x="50" y="89"/>
                    <a:pt x="57" y="89"/>
                  </a:cubicBezTo>
                  <a:cubicBezTo>
                    <a:pt x="52" y="88"/>
                    <a:pt x="46" y="81"/>
                    <a:pt x="42" y="77"/>
                  </a:cubicBezTo>
                  <a:cubicBezTo>
                    <a:pt x="37" y="74"/>
                    <a:pt x="33" y="70"/>
                    <a:pt x="30" y="66"/>
                  </a:cubicBezTo>
                  <a:cubicBezTo>
                    <a:pt x="24" y="59"/>
                    <a:pt x="18" y="53"/>
                    <a:pt x="13" y="46"/>
                  </a:cubicBezTo>
                  <a:cubicBezTo>
                    <a:pt x="9" y="38"/>
                    <a:pt x="5" y="31"/>
                    <a:pt x="5" y="22"/>
                  </a:cubicBezTo>
                  <a:cubicBezTo>
                    <a:pt x="5" y="14"/>
                    <a:pt x="9" y="7"/>
                    <a:pt x="10" y="0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1043">
              <a:extLst>
                <a:ext uri="{FF2B5EF4-FFF2-40B4-BE49-F238E27FC236}">
                  <a16:creationId xmlns:a16="http://schemas.microsoft.com/office/drawing/2014/main" id="{C3780E64-A810-48BD-945E-5B189F1A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363"/>
              <a:ext cx="143" cy="132"/>
            </a:xfrm>
            <a:custGeom>
              <a:avLst/>
              <a:gdLst>
                <a:gd name="T0" fmla="*/ 0 w 87"/>
                <a:gd name="T1" fmla="*/ 1200 h 76"/>
                <a:gd name="T2" fmla="*/ 240 w 87"/>
                <a:gd name="T3" fmla="*/ 947 h 76"/>
                <a:gd name="T4" fmla="*/ 503 w 87"/>
                <a:gd name="T5" fmla="*/ 754 h 76"/>
                <a:gd name="T6" fmla="*/ 1042 w 87"/>
                <a:gd name="T7" fmla="*/ 0 h 76"/>
                <a:gd name="T8" fmla="*/ 613 w 87"/>
                <a:gd name="T9" fmla="*/ 728 h 76"/>
                <a:gd name="T10" fmla="*/ 58 w 87"/>
                <a:gd name="T11" fmla="*/ 1122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76">
                  <a:moveTo>
                    <a:pt x="0" y="76"/>
                  </a:moveTo>
                  <a:cubicBezTo>
                    <a:pt x="2" y="70"/>
                    <a:pt x="14" y="64"/>
                    <a:pt x="20" y="60"/>
                  </a:cubicBezTo>
                  <a:cubicBezTo>
                    <a:pt x="27" y="56"/>
                    <a:pt x="35" y="54"/>
                    <a:pt x="42" y="48"/>
                  </a:cubicBezTo>
                  <a:cubicBezTo>
                    <a:pt x="59" y="34"/>
                    <a:pt x="73" y="17"/>
                    <a:pt x="87" y="0"/>
                  </a:cubicBezTo>
                  <a:cubicBezTo>
                    <a:pt x="72" y="15"/>
                    <a:pt x="68" y="34"/>
                    <a:pt x="51" y="46"/>
                  </a:cubicBezTo>
                  <a:cubicBezTo>
                    <a:pt x="36" y="56"/>
                    <a:pt x="20" y="63"/>
                    <a:pt x="5" y="71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1044">
              <a:extLst>
                <a:ext uri="{FF2B5EF4-FFF2-40B4-BE49-F238E27FC236}">
                  <a16:creationId xmlns:a16="http://schemas.microsoft.com/office/drawing/2014/main" id="{893017D9-B8F4-40F6-A40B-0B42D7EC3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068"/>
              <a:ext cx="197" cy="96"/>
            </a:xfrm>
            <a:custGeom>
              <a:avLst/>
              <a:gdLst>
                <a:gd name="T0" fmla="*/ 248 w 120"/>
                <a:gd name="T1" fmla="*/ 871 h 55"/>
                <a:gd name="T2" fmla="*/ 703 w 120"/>
                <a:gd name="T3" fmla="*/ 197 h 55"/>
                <a:gd name="T4" fmla="*/ 1428 w 120"/>
                <a:gd name="T5" fmla="*/ 0 h 55"/>
                <a:gd name="T6" fmla="*/ 647 w 120"/>
                <a:gd name="T7" fmla="*/ 351 h 55"/>
                <a:gd name="T8" fmla="*/ 248 w 120"/>
                <a:gd name="T9" fmla="*/ 89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55">
                  <a:moveTo>
                    <a:pt x="21" y="54"/>
                  </a:moveTo>
                  <a:cubicBezTo>
                    <a:pt x="0" y="41"/>
                    <a:pt x="49" y="16"/>
                    <a:pt x="59" y="12"/>
                  </a:cubicBezTo>
                  <a:cubicBezTo>
                    <a:pt x="78" y="3"/>
                    <a:pt x="98" y="0"/>
                    <a:pt x="120" y="0"/>
                  </a:cubicBezTo>
                  <a:cubicBezTo>
                    <a:pt x="96" y="2"/>
                    <a:pt x="76" y="15"/>
                    <a:pt x="54" y="22"/>
                  </a:cubicBezTo>
                  <a:cubicBezTo>
                    <a:pt x="39" y="27"/>
                    <a:pt x="15" y="37"/>
                    <a:pt x="21" y="55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1045">
              <a:extLst>
                <a:ext uri="{FF2B5EF4-FFF2-40B4-BE49-F238E27FC236}">
                  <a16:creationId xmlns:a16="http://schemas.microsoft.com/office/drawing/2014/main" id="{4B1C880D-FE1D-42CD-8EE8-0FF3CB47D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917"/>
              <a:ext cx="203" cy="226"/>
            </a:xfrm>
            <a:custGeom>
              <a:avLst/>
              <a:gdLst>
                <a:gd name="T0" fmla="*/ 0 w 124"/>
                <a:gd name="T1" fmla="*/ 2130 h 129"/>
                <a:gd name="T2" fmla="*/ 308 w 124"/>
                <a:gd name="T3" fmla="*/ 1552 h 129"/>
                <a:gd name="T4" fmla="*/ 668 w 124"/>
                <a:gd name="T5" fmla="*/ 988 h 129"/>
                <a:gd name="T6" fmla="*/ 1013 w 124"/>
                <a:gd name="T7" fmla="*/ 436 h 129"/>
                <a:gd name="T8" fmla="*/ 1275 w 124"/>
                <a:gd name="T9" fmla="*/ 215 h 129"/>
                <a:gd name="T10" fmla="*/ 1459 w 124"/>
                <a:gd name="T11" fmla="*/ 0 h 129"/>
                <a:gd name="T12" fmla="*/ 1018 w 124"/>
                <a:gd name="T13" fmla="*/ 629 h 129"/>
                <a:gd name="T14" fmla="*/ 661 w 124"/>
                <a:gd name="T15" fmla="*/ 1102 h 129"/>
                <a:gd name="T16" fmla="*/ 337 w 124"/>
                <a:gd name="T17" fmla="*/ 1617 h 129"/>
                <a:gd name="T18" fmla="*/ 188 w 124"/>
                <a:gd name="T19" fmla="*/ 1882 h 129"/>
                <a:gd name="T20" fmla="*/ 47 w 124"/>
                <a:gd name="T21" fmla="*/ 2081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129">
                  <a:moveTo>
                    <a:pt x="0" y="129"/>
                  </a:moveTo>
                  <a:cubicBezTo>
                    <a:pt x="10" y="127"/>
                    <a:pt x="21" y="102"/>
                    <a:pt x="26" y="94"/>
                  </a:cubicBezTo>
                  <a:cubicBezTo>
                    <a:pt x="33" y="81"/>
                    <a:pt x="47" y="71"/>
                    <a:pt x="57" y="60"/>
                  </a:cubicBezTo>
                  <a:cubicBezTo>
                    <a:pt x="67" y="50"/>
                    <a:pt x="74" y="34"/>
                    <a:pt x="86" y="26"/>
                  </a:cubicBezTo>
                  <a:cubicBezTo>
                    <a:pt x="93" y="21"/>
                    <a:pt x="102" y="18"/>
                    <a:pt x="109" y="13"/>
                  </a:cubicBezTo>
                  <a:cubicBezTo>
                    <a:pt x="114" y="9"/>
                    <a:pt x="119" y="4"/>
                    <a:pt x="124" y="0"/>
                  </a:cubicBezTo>
                  <a:cubicBezTo>
                    <a:pt x="115" y="14"/>
                    <a:pt x="100" y="28"/>
                    <a:pt x="87" y="38"/>
                  </a:cubicBezTo>
                  <a:cubicBezTo>
                    <a:pt x="74" y="47"/>
                    <a:pt x="65" y="55"/>
                    <a:pt x="56" y="67"/>
                  </a:cubicBezTo>
                  <a:cubicBezTo>
                    <a:pt x="48" y="78"/>
                    <a:pt x="37" y="86"/>
                    <a:pt x="29" y="98"/>
                  </a:cubicBezTo>
                  <a:cubicBezTo>
                    <a:pt x="25" y="103"/>
                    <a:pt x="21" y="109"/>
                    <a:pt x="16" y="114"/>
                  </a:cubicBezTo>
                  <a:cubicBezTo>
                    <a:pt x="12" y="119"/>
                    <a:pt x="8" y="121"/>
                    <a:pt x="4" y="126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1046">
              <a:extLst>
                <a:ext uri="{FF2B5EF4-FFF2-40B4-BE49-F238E27FC236}">
                  <a16:creationId xmlns:a16="http://schemas.microsoft.com/office/drawing/2014/main" id="{0AEC4F77-9285-4ED5-9705-90FD82316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987"/>
              <a:ext cx="69" cy="79"/>
            </a:xfrm>
            <a:custGeom>
              <a:avLst/>
              <a:gdLst>
                <a:gd name="T0" fmla="*/ 0 w 42"/>
                <a:gd name="T1" fmla="*/ 751 h 45"/>
                <a:gd name="T2" fmla="*/ 227 w 42"/>
                <a:gd name="T3" fmla="*/ 330 h 45"/>
                <a:gd name="T4" fmla="*/ 503 w 42"/>
                <a:gd name="T5" fmla="*/ 0 h 45"/>
                <a:gd name="T6" fmla="*/ 35 w 42"/>
                <a:gd name="T7" fmla="*/ 71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5">
                  <a:moveTo>
                    <a:pt x="0" y="45"/>
                  </a:moveTo>
                  <a:cubicBezTo>
                    <a:pt x="3" y="36"/>
                    <a:pt x="14" y="27"/>
                    <a:pt x="19" y="20"/>
                  </a:cubicBezTo>
                  <a:cubicBezTo>
                    <a:pt x="26" y="11"/>
                    <a:pt x="35" y="7"/>
                    <a:pt x="42" y="0"/>
                  </a:cubicBezTo>
                  <a:cubicBezTo>
                    <a:pt x="35" y="16"/>
                    <a:pt x="18" y="37"/>
                    <a:pt x="3" y="43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1047">
              <a:extLst>
                <a:ext uri="{FF2B5EF4-FFF2-40B4-BE49-F238E27FC236}">
                  <a16:creationId xmlns:a16="http://schemas.microsoft.com/office/drawing/2014/main" id="{44D005CB-A386-4350-A4F3-1902A1DFD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861"/>
              <a:ext cx="155" cy="165"/>
            </a:xfrm>
            <a:custGeom>
              <a:avLst/>
              <a:gdLst>
                <a:gd name="T0" fmla="*/ 0 w 95"/>
                <a:gd name="T1" fmla="*/ 1568 h 94"/>
                <a:gd name="T2" fmla="*/ 220 w 95"/>
                <a:gd name="T3" fmla="*/ 1118 h 94"/>
                <a:gd name="T4" fmla="*/ 426 w 95"/>
                <a:gd name="T5" fmla="*/ 730 h 94"/>
                <a:gd name="T6" fmla="*/ 1100 w 95"/>
                <a:gd name="T7" fmla="*/ 0 h 94"/>
                <a:gd name="T8" fmla="*/ 737 w 95"/>
                <a:gd name="T9" fmla="*/ 437 h 94"/>
                <a:gd name="T10" fmla="*/ 439 w 95"/>
                <a:gd name="T11" fmla="*/ 881 h 94"/>
                <a:gd name="T12" fmla="*/ 269 w 95"/>
                <a:gd name="T13" fmla="*/ 1130 h 94"/>
                <a:gd name="T14" fmla="*/ 184 w 95"/>
                <a:gd name="T15" fmla="*/ 1331 h 94"/>
                <a:gd name="T16" fmla="*/ 55 w 95"/>
                <a:gd name="T17" fmla="*/ 1531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94">
                  <a:moveTo>
                    <a:pt x="0" y="94"/>
                  </a:moveTo>
                  <a:cubicBezTo>
                    <a:pt x="10" y="87"/>
                    <a:pt x="16" y="79"/>
                    <a:pt x="19" y="67"/>
                  </a:cubicBezTo>
                  <a:cubicBezTo>
                    <a:pt x="22" y="55"/>
                    <a:pt x="28" y="52"/>
                    <a:pt x="37" y="44"/>
                  </a:cubicBezTo>
                  <a:cubicBezTo>
                    <a:pt x="56" y="27"/>
                    <a:pt x="67" y="1"/>
                    <a:pt x="95" y="0"/>
                  </a:cubicBezTo>
                  <a:cubicBezTo>
                    <a:pt x="83" y="1"/>
                    <a:pt x="70" y="17"/>
                    <a:pt x="64" y="26"/>
                  </a:cubicBezTo>
                  <a:cubicBezTo>
                    <a:pt x="58" y="37"/>
                    <a:pt x="49" y="46"/>
                    <a:pt x="38" y="53"/>
                  </a:cubicBezTo>
                  <a:cubicBezTo>
                    <a:pt x="31" y="58"/>
                    <a:pt x="26" y="59"/>
                    <a:pt x="23" y="68"/>
                  </a:cubicBezTo>
                  <a:cubicBezTo>
                    <a:pt x="21" y="73"/>
                    <a:pt x="20" y="76"/>
                    <a:pt x="16" y="80"/>
                  </a:cubicBezTo>
                  <a:cubicBezTo>
                    <a:pt x="13" y="85"/>
                    <a:pt x="8" y="87"/>
                    <a:pt x="5" y="92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1048">
              <a:extLst>
                <a:ext uri="{FF2B5EF4-FFF2-40B4-BE49-F238E27FC236}">
                  <a16:creationId xmlns:a16="http://schemas.microsoft.com/office/drawing/2014/main" id="{BE33E2C4-EB0C-43EC-A684-81A23C6C4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942"/>
              <a:ext cx="95" cy="120"/>
            </a:xfrm>
            <a:custGeom>
              <a:avLst/>
              <a:gdLst>
                <a:gd name="T0" fmla="*/ 0 w 58"/>
                <a:gd name="T1" fmla="*/ 1052 h 69"/>
                <a:gd name="T2" fmla="*/ 352 w 58"/>
                <a:gd name="T3" fmla="*/ 475 h 69"/>
                <a:gd name="T4" fmla="*/ 686 w 58"/>
                <a:gd name="T5" fmla="*/ 0 h 69"/>
                <a:gd name="T6" fmla="*/ 483 w 58"/>
                <a:gd name="T7" fmla="*/ 336 h 69"/>
                <a:gd name="T8" fmla="*/ 346 w 58"/>
                <a:gd name="T9" fmla="*/ 605 h 69"/>
                <a:gd name="T10" fmla="*/ 13 w 58"/>
                <a:gd name="T11" fmla="*/ 109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9">
                  <a:moveTo>
                    <a:pt x="0" y="66"/>
                  </a:moveTo>
                  <a:cubicBezTo>
                    <a:pt x="6" y="52"/>
                    <a:pt x="21" y="42"/>
                    <a:pt x="30" y="30"/>
                  </a:cubicBezTo>
                  <a:cubicBezTo>
                    <a:pt x="38" y="21"/>
                    <a:pt x="46" y="5"/>
                    <a:pt x="58" y="0"/>
                  </a:cubicBezTo>
                  <a:cubicBezTo>
                    <a:pt x="50" y="5"/>
                    <a:pt x="46" y="14"/>
                    <a:pt x="41" y="21"/>
                  </a:cubicBezTo>
                  <a:cubicBezTo>
                    <a:pt x="38" y="27"/>
                    <a:pt x="33" y="32"/>
                    <a:pt x="29" y="38"/>
                  </a:cubicBezTo>
                  <a:cubicBezTo>
                    <a:pt x="21" y="48"/>
                    <a:pt x="11" y="62"/>
                    <a:pt x="1" y="69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1049">
              <a:extLst>
                <a:ext uri="{FF2B5EF4-FFF2-40B4-BE49-F238E27FC236}">
                  <a16:creationId xmlns:a16="http://schemas.microsoft.com/office/drawing/2014/main" id="{976511C9-AD0A-4283-885C-6309C484D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956"/>
              <a:ext cx="34" cy="47"/>
            </a:xfrm>
            <a:custGeom>
              <a:avLst/>
              <a:gdLst>
                <a:gd name="T0" fmla="*/ 233 w 21"/>
                <a:gd name="T1" fmla="*/ 0 h 27"/>
                <a:gd name="T2" fmla="*/ 0 w 21"/>
                <a:gd name="T3" fmla="*/ 433 h 27"/>
                <a:gd name="T4" fmla="*/ 157 w 21"/>
                <a:gd name="T5" fmla="*/ 237 h 27"/>
                <a:gd name="T6" fmla="*/ 220 w 21"/>
                <a:gd name="T7" fmla="*/ 1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7">
                  <a:moveTo>
                    <a:pt x="21" y="0"/>
                  </a:moveTo>
                  <a:cubicBezTo>
                    <a:pt x="10" y="7"/>
                    <a:pt x="7" y="16"/>
                    <a:pt x="0" y="27"/>
                  </a:cubicBezTo>
                  <a:cubicBezTo>
                    <a:pt x="5" y="25"/>
                    <a:pt x="11" y="20"/>
                    <a:pt x="14" y="15"/>
                  </a:cubicBezTo>
                  <a:cubicBezTo>
                    <a:pt x="16" y="11"/>
                    <a:pt x="16" y="4"/>
                    <a:pt x="20" y="1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1050">
              <a:extLst>
                <a:ext uri="{FF2B5EF4-FFF2-40B4-BE49-F238E27FC236}">
                  <a16:creationId xmlns:a16="http://schemas.microsoft.com/office/drawing/2014/main" id="{A4BE5316-B128-4014-9173-7B217BEB7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017"/>
              <a:ext cx="56" cy="37"/>
            </a:xfrm>
            <a:custGeom>
              <a:avLst/>
              <a:gdLst>
                <a:gd name="T0" fmla="*/ 0 w 34"/>
                <a:gd name="T1" fmla="*/ 358 h 21"/>
                <a:gd name="T2" fmla="*/ 412 w 34"/>
                <a:gd name="T3" fmla="*/ 0 h 21"/>
                <a:gd name="T4" fmla="*/ 227 w 34"/>
                <a:gd name="T5" fmla="*/ 224 h 21"/>
                <a:gd name="T6" fmla="*/ 0 w 34"/>
                <a:gd name="T7" fmla="*/ 35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1">
                  <a:moveTo>
                    <a:pt x="0" y="21"/>
                  </a:moveTo>
                  <a:cubicBezTo>
                    <a:pt x="10" y="12"/>
                    <a:pt x="23" y="6"/>
                    <a:pt x="34" y="0"/>
                  </a:cubicBezTo>
                  <a:cubicBezTo>
                    <a:pt x="30" y="3"/>
                    <a:pt x="25" y="10"/>
                    <a:pt x="19" y="13"/>
                  </a:cubicBezTo>
                  <a:cubicBezTo>
                    <a:pt x="14" y="17"/>
                    <a:pt x="4" y="17"/>
                    <a:pt x="0" y="21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1051">
              <a:extLst>
                <a:ext uri="{FF2B5EF4-FFF2-40B4-BE49-F238E27FC236}">
                  <a16:creationId xmlns:a16="http://schemas.microsoft.com/office/drawing/2014/main" id="{78A93B51-6530-4915-B2B5-DE22F0237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005"/>
              <a:ext cx="108" cy="110"/>
            </a:xfrm>
            <a:custGeom>
              <a:avLst/>
              <a:gdLst>
                <a:gd name="T0" fmla="*/ 0 w 66"/>
                <a:gd name="T1" fmla="*/ 1021 h 63"/>
                <a:gd name="T2" fmla="*/ 777 w 66"/>
                <a:gd name="T3" fmla="*/ 0 h 63"/>
                <a:gd name="T4" fmla="*/ 21 w 66"/>
                <a:gd name="T5" fmla="*/ 957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3">
                  <a:moveTo>
                    <a:pt x="0" y="63"/>
                  </a:moveTo>
                  <a:cubicBezTo>
                    <a:pt x="9" y="32"/>
                    <a:pt x="43" y="20"/>
                    <a:pt x="66" y="0"/>
                  </a:cubicBezTo>
                  <a:cubicBezTo>
                    <a:pt x="53" y="28"/>
                    <a:pt x="18" y="35"/>
                    <a:pt x="2" y="59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1052">
              <a:extLst>
                <a:ext uri="{FF2B5EF4-FFF2-40B4-BE49-F238E27FC236}">
                  <a16:creationId xmlns:a16="http://schemas.microsoft.com/office/drawing/2014/main" id="{6A624ABD-F546-4561-ABE4-BDC89FAA2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048"/>
              <a:ext cx="94" cy="72"/>
            </a:xfrm>
            <a:custGeom>
              <a:avLst/>
              <a:gdLst>
                <a:gd name="T0" fmla="*/ 21 w 57"/>
                <a:gd name="T1" fmla="*/ 639 h 41"/>
                <a:gd name="T2" fmla="*/ 696 w 57"/>
                <a:gd name="T3" fmla="*/ 0 h 41"/>
                <a:gd name="T4" fmla="*/ 305 w 57"/>
                <a:gd name="T5" fmla="*/ 437 h 41"/>
                <a:gd name="T6" fmla="*/ 0 w 57"/>
                <a:gd name="T7" fmla="*/ 68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1">
                  <a:moveTo>
                    <a:pt x="2" y="38"/>
                  </a:moveTo>
                  <a:cubicBezTo>
                    <a:pt x="0" y="25"/>
                    <a:pt x="48" y="10"/>
                    <a:pt x="57" y="0"/>
                  </a:cubicBezTo>
                  <a:cubicBezTo>
                    <a:pt x="47" y="9"/>
                    <a:pt x="37" y="19"/>
                    <a:pt x="25" y="26"/>
                  </a:cubicBezTo>
                  <a:cubicBezTo>
                    <a:pt x="17" y="30"/>
                    <a:pt x="8" y="38"/>
                    <a:pt x="0" y="41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1053">
              <a:extLst>
                <a:ext uri="{FF2B5EF4-FFF2-40B4-BE49-F238E27FC236}">
                  <a16:creationId xmlns:a16="http://schemas.microsoft.com/office/drawing/2014/main" id="{F8FC307C-D715-4684-861E-B4BA536F2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70"/>
              <a:ext cx="95" cy="107"/>
            </a:xfrm>
            <a:custGeom>
              <a:avLst/>
              <a:gdLst>
                <a:gd name="T0" fmla="*/ 0 w 58"/>
                <a:gd name="T1" fmla="*/ 1016 h 61"/>
                <a:gd name="T2" fmla="*/ 56 w 58"/>
                <a:gd name="T3" fmla="*/ 816 h 61"/>
                <a:gd name="T4" fmla="*/ 167 w 58"/>
                <a:gd name="T5" fmla="*/ 681 h 61"/>
                <a:gd name="T6" fmla="*/ 387 w 58"/>
                <a:gd name="T7" fmla="*/ 367 h 61"/>
                <a:gd name="T8" fmla="*/ 531 w 58"/>
                <a:gd name="T9" fmla="*/ 114 h 61"/>
                <a:gd name="T10" fmla="*/ 686 w 58"/>
                <a:gd name="T11" fmla="*/ 0 h 61"/>
                <a:gd name="T12" fmla="*/ 539 w 58"/>
                <a:gd name="T13" fmla="*/ 172 h 61"/>
                <a:gd name="T14" fmla="*/ 462 w 58"/>
                <a:gd name="T15" fmla="*/ 330 h 61"/>
                <a:gd name="T16" fmla="*/ 329 w 58"/>
                <a:gd name="T17" fmla="*/ 616 h 61"/>
                <a:gd name="T18" fmla="*/ 13 w 58"/>
                <a:gd name="T19" fmla="*/ 975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0" y="61"/>
                  </a:moveTo>
                  <a:cubicBezTo>
                    <a:pt x="1" y="57"/>
                    <a:pt x="2" y="53"/>
                    <a:pt x="5" y="49"/>
                  </a:cubicBezTo>
                  <a:cubicBezTo>
                    <a:pt x="7" y="45"/>
                    <a:pt x="11" y="44"/>
                    <a:pt x="14" y="41"/>
                  </a:cubicBezTo>
                  <a:cubicBezTo>
                    <a:pt x="22" y="36"/>
                    <a:pt x="28" y="29"/>
                    <a:pt x="33" y="22"/>
                  </a:cubicBezTo>
                  <a:cubicBezTo>
                    <a:pt x="37" y="16"/>
                    <a:pt x="41" y="12"/>
                    <a:pt x="45" y="7"/>
                  </a:cubicBezTo>
                  <a:cubicBezTo>
                    <a:pt x="49" y="3"/>
                    <a:pt x="53" y="2"/>
                    <a:pt x="58" y="0"/>
                  </a:cubicBezTo>
                  <a:cubicBezTo>
                    <a:pt x="53" y="3"/>
                    <a:pt x="50" y="7"/>
                    <a:pt x="46" y="10"/>
                  </a:cubicBezTo>
                  <a:cubicBezTo>
                    <a:pt x="43" y="13"/>
                    <a:pt x="41" y="17"/>
                    <a:pt x="39" y="20"/>
                  </a:cubicBezTo>
                  <a:cubicBezTo>
                    <a:pt x="36" y="26"/>
                    <a:pt x="33" y="32"/>
                    <a:pt x="28" y="37"/>
                  </a:cubicBezTo>
                  <a:cubicBezTo>
                    <a:pt x="19" y="46"/>
                    <a:pt x="6" y="47"/>
                    <a:pt x="1" y="59"/>
                  </a:cubicBezTo>
                </a:path>
              </a:pathLst>
            </a:custGeom>
            <a:solidFill>
              <a:srgbClr val="B2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1054">
              <a:extLst>
                <a:ext uri="{FF2B5EF4-FFF2-40B4-BE49-F238E27FC236}">
                  <a16:creationId xmlns:a16="http://schemas.microsoft.com/office/drawing/2014/main" id="{BCCD273B-687D-4F4D-B9A1-2870A4336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945"/>
              <a:ext cx="64" cy="61"/>
            </a:xfrm>
            <a:custGeom>
              <a:avLst/>
              <a:gdLst>
                <a:gd name="T0" fmla="*/ 0 w 39"/>
                <a:gd name="T1" fmla="*/ 561 h 35"/>
                <a:gd name="T2" fmla="*/ 49 w 39"/>
                <a:gd name="T3" fmla="*/ 471 h 35"/>
                <a:gd name="T4" fmla="*/ 110 w 39"/>
                <a:gd name="T5" fmla="*/ 349 h 35"/>
                <a:gd name="T6" fmla="*/ 202 w 39"/>
                <a:gd name="T7" fmla="*/ 213 h 35"/>
                <a:gd name="T8" fmla="*/ 463 w 39"/>
                <a:gd name="T9" fmla="*/ 0 h 35"/>
                <a:gd name="T10" fmla="*/ 371 w 39"/>
                <a:gd name="T11" fmla="*/ 127 h 35"/>
                <a:gd name="T12" fmla="*/ 261 w 39"/>
                <a:gd name="T13" fmla="*/ 277 h 35"/>
                <a:gd name="T14" fmla="*/ 13 w 39"/>
                <a:gd name="T15" fmla="*/ 54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5">
                  <a:moveTo>
                    <a:pt x="0" y="35"/>
                  </a:moveTo>
                  <a:cubicBezTo>
                    <a:pt x="0" y="33"/>
                    <a:pt x="3" y="31"/>
                    <a:pt x="4" y="29"/>
                  </a:cubicBezTo>
                  <a:cubicBezTo>
                    <a:pt x="6" y="26"/>
                    <a:pt x="7" y="24"/>
                    <a:pt x="9" y="22"/>
                  </a:cubicBezTo>
                  <a:cubicBezTo>
                    <a:pt x="11" y="19"/>
                    <a:pt x="14" y="16"/>
                    <a:pt x="17" y="13"/>
                  </a:cubicBezTo>
                  <a:cubicBezTo>
                    <a:pt x="24" y="9"/>
                    <a:pt x="32" y="5"/>
                    <a:pt x="39" y="0"/>
                  </a:cubicBezTo>
                  <a:cubicBezTo>
                    <a:pt x="36" y="2"/>
                    <a:pt x="34" y="6"/>
                    <a:pt x="31" y="8"/>
                  </a:cubicBezTo>
                  <a:cubicBezTo>
                    <a:pt x="28" y="11"/>
                    <a:pt x="25" y="14"/>
                    <a:pt x="22" y="17"/>
                  </a:cubicBezTo>
                  <a:cubicBezTo>
                    <a:pt x="15" y="23"/>
                    <a:pt x="5" y="27"/>
                    <a:pt x="1" y="34"/>
                  </a:cubicBezTo>
                </a:path>
              </a:pathLst>
            </a:custGeom>
            <a:solidFill>
              <a:srgbClr val="B2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1055">
              <a:extLst>
                <a:ext uri="{FF2B5EF4-FFF2-40B4-BE49-F238E27FC236}">
                  <a16:creationId xmlns:a16="http://schemas.microsoft.com/office/drawing/2014/main" id="{B90DD164-519D-419F-A48D-7D3027C08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006"/>
              <a:ext cx="39" cy="49"/>
            </a:xfrm>
            <a:custGeom>
              <a:avLst/>
              <a:gdLst>
                <a:gd name="T0" fmla="*/ 270 w 24"/>
                <a:gd name="T1" fmla="*/ 0 h 28"/>
                <a:gd name="T2" fmla="*/ 124 w 24"/>
                <a:gd name="T3" fmla="*/ 236 h 28"/>
                <a:gd name="T4" fmla="*/ 0 w 24"/>
                <a:gd name="T5" fmla="*/ 462 h 28"/>
                <a:gd name="T6" fmla="*/ 198 w 24"/>
                <a:gd name="T7" fmla="*/ 215 h 28"/>
                <a:gd name="T8" fmla="*/ 270 w 24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8">
                  <a:moveTo>
                    <a:pt x="24" y="0"/>
                  </a:moveTo>
                  <a:cubicBezTo>
                    <a:pt x="20" y="4"/>
                    <a:pt x="16" y="9"/>
                    <a:pt x="11" y="14"/>
                  </a:cubicBezTo>
                  <a:cubicBezTo>
                    <a:pt x="6" y="18"/>
                    <a:pt x="4" y="23"/>
                    <a:pt x="0" y="28"/>
                  </a:cubicBezTo>
                  <a:cubicBezTo>
                    <a:pt x="5" y="22"/>
                    <a:pt x="12" y="19"/>
                    <a:pt x="17" y="13"/>
                  </a:cubicBezTo>
                  <a:cubicBezTo>
                    <a:pt x="19" y="10"/>
                    <a:pt x="23" y="5"/>
                    <a:pt x="24" y="1"/>
                  </a:cubicBezTo>
                </a:path>
              </a:pathLst>
            </a:custGeom>
            <a:solidFill>
              <a:srgbClr val="B2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1056">
              <a:extLst>
                <a:ext uri="{FF2B5EF4-FFF2-40B4-BE49-F238E27FC236}">
                  <a16:creationId xmlns:a16="http://schemas.microsoft.com/office/drawing/2014/main" id="{EB9E55FD-14D7-4B3A-BD7D-E5D155B0E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068"/>
              <a:ext cx="18" cy="36"/>
            </a:xfrm>
            <a:custGeom>
              <a:avLst/>
              <a:gdLst>
                <a:gd name="T0" fmla="*/ 13 w 11"/>
                <a:gd name="T1" fmla="*/ 0 h 21"/>
                <a:gd name="T2" fmla="*/ 47 w 11"/>
                <a:gd name="T3" fmla="*/ 190 h 21"/>
                <a:gd name="T4" fmla="*/ 56 w 11"/>
                <a:gd name="T5" fmla="*/ 312 h 21"/>
                <a:gd name="T6" fmla="*/ 126 w 11"/>
                <a:gd name="T7" fmla="*/ 168 h 21"/>
                <a:gd name="T8" fmla="*/ 13 w 11"/>
                <a:gd name="T9" fmla="*/ 7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1">
                  <a:moveTo>
                    <a:pt x="1" y="0"/>
                  </a:moveTo>
                  <a:cubicBezTo>
                    <a:pt x="0" y="4"/>
                    <a:pt x="3" y="10"/>
                    <a:pt x="4" y="13"/>
                  </a:cubicBezTo>
                  <a:cubicBezTo>
                    <a:pt x="5" y="16"/>
                    <a:pt x="5" y="19"/>
                    <a:pt x="5" y="21"/>
                  </a:cubicBezTo>
                  <a:cubicBezTo>
                    <a:pt x="4" y="17"/>
                    <a:pt x="8" y="13"/>
                    <a:pt x="11" y="11"/>
                  </a:cubicBezTo>
                  <a:cubicBezTo>
                    <a:pt x="7" y="13"/>
                    <a:pt x="1" y="10"/>
                    <a:pt x="1" y="5"/>
                  </a:cubicBezTo>
                </a:path>
              </a:pathLst>
            </a:custGeom>
            <a:solidFill>
              <a:srgbClr val="B2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1057">
              <a:extLst>
                <a:ext uri="{FF2B5EF4-FFF2-40B4-BE49-F238E27FC236}">
                  <a16:creationId xmlns:a16="http://schemas.microsoft.com/office/drawing/2014/main" id="{2ADB6921-B452-4C4A-B75E-E20AA4F99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031"/>
              <a:ext cx="49" cy="66"/>
            </a:xfrm>
            <a:custGeom>
              <a:avLst/>
              <a:gdLst>
                <a:gd name="T0" fmla="*/ 336 w 30"/>
                <a:gd name="T1" fmla="*/ 0 h 38"/>
                <a:gd name="T2" fmla="*/ 222 w 30"/>
                <a:gd name="T3" fmla="*/ 148 h 38"/>
                <a:gd name="T4" fmla="*/ 126 w 30"/>
                <a:gd name="T5" fmla="*/ 271 h 38"/>
                <a:gd name="T6" fmla="*/ 0 w 30"/>
                <a:gd name="T7" fmla="*/ 603 h 38"/>
                <a:gd name="T8" fmla="*/ 91 w 30"/>
                <a:gd name="T9" fmla="*/ 393 h 38"/>
                <a:gd name="T10" fmla="*/ 206 w 30"/>
                <a:gd name="T11" fmla="*/ 221 h 38"/>
                <a:gd name="T12" fmla="*/ 350 w 30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8">
                  <a:moveTo>
                    <a:pt x="29" y="0"/>
                  </a:moveTo>
                  <a:cubicBezTo>
                    <a:pt x="26" y="2"/>
                    <a:pt x="22" y="6"/>
                    <a:pt x="19" y="9"/>
                  </a:cubicBezTo>
                  <a:cubicBezTo>
                    <a:pt x="16" y="11"/>
                    <a:pt x="13" y="14"/>
                    <a:pt x="11" y="17"/>
                  </a:cubicBezTo>
                  <a:cubicBezTo>
                    <a:pt x="7" y="24"/>
                    <a:pt x="2" y="30"/>
                    <a:pt x="0" y="38"/>
                  </a:cubicBezTo>
                  <a:cubicBezTo>
                    <a:pt x="0" y="33"/>
                    <a:pt x="6" y="28"/>
                    <a:pt x="8" y="25"/>
                  </a:cubicBezTo>
                  <a:cubicBezTo>
                    <a:pt x="11" y="21"/>
                    <a:pt x="14" y="18"/>
                    <a:pt x="18" y="14"/>
                  </a:cubicBezTo>
                  <a:cubicBezTo>
                    <a:pt x="22" y="10"/>
                    <a:pt x="26" y="5"/>
                    <a:pt x="30" y="0"/>
                  </a:cubicBezTo>
                </a:path>
              </a:pathLst>
            </a:custGeom>
            <a:solidFill>
              <a:srgbClr val="B2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1058">
              <a:extLst>
                <a:ext uri="{FF2B5EF4-FFF2-40B4-BE49-F238E27FC236}">
                  <a16:creationId xmlns:a16="http://schemas.microsoft.com/office/drawing/2014/main" id="{13A5C970-B4A6-4432-A7AC-199250B6C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103"/>
              <a:ext cx="33" cy="64"/>
            </a:xfrm>
            <a:custGeom>
              <a:avLst/>
              <a:gdLst>
                <a:gd name="T0" fmla="*/ 243 w 20"/>
                <a:gd name="T1" fmla="*/ 0 h 37"/>
                <a:gd name="T2" fmla="*/ 76 w 20"/>
                <a:gd name="T3" fmla="*/ 317 h 37"/>
                <a:gd name="T4" fmla="*/ 35 w 20"/>
                <a:gd name="T5" fmla="*/ 467 h 37"/>
                <a:gd name="T6" fmla="*/ 0 w 20"/>
                <a:gd name="T7" fmla="*/ 574 h 37"/>
                <a:gd name="T8" fmla="*/ 243 w 20"/>
                <a:gd name="T9" fmla="*/ 1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7">
                  <a:moveTo>
                    <a:pt x="20" y="0"/>
                  </a:moveTo>
                  <a:cubicBezTo>
                    <a:pt x="16" y="7"/>
                    <a:pt x="10" y="13"/>
                    <a:pt x="6" y="20"/>
                  </a:cubicBezTo>
                  <a:cubicBezTo>
                    <a:pt x="5" y="23"/>
                    <a:pt x="4" y="26"/>
                    <a:pt x="3" y="30"/>
                  </a:cubicBezTo>
                  <a:cubicBezTo>
                    <a:pt x="2" y="32"/>
                    <a:pt x="0" y="35"/>
                    <a:pt x="0" y="37"/>
                  </a:cubicBezTo>
                  <a:cubicBezTo>
                    <a:pt x="4" y="24"/>
                    <a:pt x="20" y="16"/>
                    <a:pt x="20" y="1"/>
                  </a:cubicBezTo>
                </a:path>
              </a:pathLst>
            </a:custGeom>
            <a:solidFill>
              <a:srgbClr val="B2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1059">
              <a:extLst>
                <a:ext uri="{FF2B5EF4-FFF2-40B4-BE49-F238E27FC236}">
                  <a16:creationId xmlns:a16="http://schemas.microsoft.com/office/drawing/2014/main" id="{60DDFF25-43AC-4086-9BCF-42E6A8990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3183"/>
              <a:ext cx="69" cy="17"/>
            </a:xfrm>
            <a:custGeom>
              <a:avLst/>
              <a:gdLst>
                <a:gd name="T0" fmla="*/ 0 w 42"/>
                <a:gd name="T1" fmla="*/ 99 h 10"/>
                <a:gd name="T2" fmla="*/ 110 w 42"/>
                <a:gd name="T3" fmla="*/ 44 h 10"/>
                <a:gd name="T4" fmla="*/ 256 w 42"/>
                <a:gd name="T5" fmla="*/ 58 h 10"/>
                <a:gd name="T6" fmla="*/ 386 w 42"/>
                <a:gd name="T7" fmla="*/ 44 h 10"/>
                <a:gd name="T8" fmla="*/ 503 w 42"/>
                <a:gd name="T9" fmla="*/ 0 h 10"/>
                <a:gd name="T10" fmla="*/ 394 w 42"/>
                <a:gd name="T11" fmla="*/ 75 h 10"/>
                <a:gd name="T12" fmla="*/ 227 w 42"/>
                <a:gd name="T13" fmla="*/ 128 h 10"/>
                <a:gd name="T14" fmla="*/ 95 w 42"/>
                <a:gd name="T15" fmla="*/ 119 h 10"/>
                <a:gd name="T16" fmla="*/ 0 w 42"/>
                <a:gd name="T17" fmla="*/ 8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0">
                  <a:moveTo>
                    <a:pt x="0" y="7"/>
                  </a:moveTo>
                  <a:cubicBezTo>
                    <a:pt x="0" y="6"/>
                    <a:pt x="7" y="4"/>
                    <a:pt x="9" y="3"/>
                  </a:cubicBezTo>
                  <a:cubicBezTo>
                    <a:pt x="13" y="3"/>
                    <a:pt x="17" y="3"/>
                    <a:pt x="21" y="4"/>
                  </a:cubicBezTo>
                  <a:cubicBezTo>
                    <a:pt x="25" y="4"/>
                    <a:pt x="28" y="4"/>
                    <a:pt x="32" y="3"/>
                  </a:cubicBezTo>
                  <a:cubicBezTo>
                    <a:pt x="36" y="2"/>
                    <a:pt x="39" y="0"/>
                    <a:pt x="42" y="0"/>
                  </a:cubicBezTo>
                  <a:cubicBezTo>
                    <a:pt x="40" y="2"/>
                    <a:pt x="36" y="3"/>
                    <a:pt x="33" y="5"/>
                  </a:cubicBezTo>
                  <a:cubicBezTo>
                    <a:pt x="29" y="6"/>
                    <a:pt x="24" y="9"/>
                    <a:pt x="19" y="9"/>
                  </a:cubicBezTo>
                  <a:cubicBezTo>
                    <a:pt x="16" y="10"/>
                    <a:pt x="12" y="9"/>
                    <a:pt x="8" y="8"/>
                  </a:cubicBezTo>
                  <a:cubicBezTo>
                    <a:pt x="6" y="8"/>
                    <a:pt x="3" y="6"/>
                    <a:pt x="0" y="6"/>
                  </a:cubicBezTo>
                </a:path>
              </a:pathLst>
            </a:custGeom>
            <a:solidFill>
              <a:srgbClr val="B2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1060">
              <a:extLst>
                <a:ext uri="{FF2B5EF4-FFF2-40B4-BE49-F238E27FC236}">
                  <a16:creationId xmlns:a16="http://schemas.microsoft.com/office/drawing/2014/main" id="{676DB094-DBBD-4BC7-BDF7-FEDA34EB2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069"/>
              <a:ext cx="57" cy="46"/>
            </a:xfrm>
            <a:custGeom>
              <a:avLst/>
              <a:gdLst>
                <a:gd name="T0" fmla="*/ 0 w 35"/>
                <a:gd name="T1" fmla="*/ 448 h 26"/>
                <a:gd name="T2" fmla="*/ 160 w 35"/>
                <a:gd name="T3" fmla="*/ 203 h 26"/>
                <a:gd name="T4" fmla="*/ 295 w 35"/>
                <a:gd name="T5" fmla="*/ 88 h 26"/>
                <a:gd name="T6" fmla="*/ 401 w 35"/>
                <a:gd name="T7" fmla="*/ 0 h 26"/>
                <a:gd name="T8" fmla="*/ 13 w 35"/>
                <a:gd name="T9" fmla="*/ 43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6">
                  <a:moveTo>
                    <a:pt x="0" y="26"/>
                  </a:moveTo>
                  <a:cubicBezTo>
                    <a:pt x="0" y="19"/>
                    <a:pt x="9" y="15"/>
                    <a:pt x="14" y="12"/>
                  </a:cubicBezTo>
                  <a:cubicBezTo>
                    <a:pt x="19" y="10"/>
                    <a:pt x="22" y="7"/>
                    <a:pt x="26" y="5"/>
                  </a:cubicBezTo>
                  <a:cubicBezTo>
                    <a:pt x="30" y="3"/>
                    <a:pt x="32" y="2"/>
                    <a:pt x="35" y="0"/>
                  </a:cubicBezTo>
                  <a:cubicBezTo>
                    <a:pt x="25" y="10"/>
                    <a:pt x="11" y="15"/>
                    <a:pt x="1" y="25"/>
                  </a:cubicBezTo>
                </a:path>
              </a:pathLst>
            </a:custGeom>
            <a:solidFill>
              <a:srgbClr val="B2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Freeform 1061">
              <a:extLst>
                <a:ext uri="{FF2B5EF4-FFF2-40B4-BE49-F238E27FC236}">
                  <a16:creationId xmlns:a16="http://schemas.microsoft.com/office/drawing/2014/main" id="{05F9163A-52D2-4F5A-9F17-2348B7EE9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019"/>
              <a:ext cx="76" cy="71"/>
            </a:xfrm>
            <a:custGeom>
              <a:avLst/>
              <a:gdLst>
                <a:gd name="T0" fmla="*/ 0 w 47"/>
                <a:gd name="T1" fmla="*/ 639 h 41"/>
                <a:gd name="T2" fmla="*/ 309 w 47"/>
                <a:gd name="T3" fmla="*/ 234 h 41"/>
                <a:gd name="T4" fmla="*/ 521 w 47"/>
                <a:gd name="T5" fmla="*/ 0 h 41"/>
                <a:gd name="T6" fmla="*/ 432 w 47"/>
                <a:gd name="T7" fmla="*/ 144 h 41"/>
                <a:gd name="T8" fmla="*/ 301 w 47"/>
                <a:gd name="T9" fmla="*/ 319 h 41"/>
                <a:gd name="T10" fmla="*/ 157 w 47"/>
                <a:gd name="T11" fmla="*/ 431 h 41"/>
                <a:gd name="T12" fmla="*/ 42 w 47"/>
                <a:gd name="T13" fmla="*/ 59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1">
                  <a:moveTo>
                    <a:pt x="0" y="41"/>
                  </a:moveTo>
                  <a:cubicBezTo>
                    <a:pt x="7" y="30"/>
                    <a:pt x="17" y="22"/>
                    <a:pt x="28" y="15"/>
                  </a:cubicBezTo>
                  <a:cubicBezTo>
                    <a:pt x="35" y="10"/>
                    <a:pt x="41" y="5"/>
                    <a:pt x="47" y="0"/>
                  </a:cubicBezTo>
                  <a:cubicBezTo>
                    <a:pt x="46" y="3"/>
                    <a:pt x="42" y="7"/>
                    <a:pt x="39" y="9"/>
                  </a:cubicBezTo>
                  <a:cubicBezTo>
                    <a:pt x="35" y="13"/>
                    <a:pt x="31" y="17"/>
                    <a:pt x="27" y="20"/>
                  </a:cubicBezTo>
                  <a:cubicBezTo>
                    <a:pt x="22" y="23"/>
                    <a:pt x="18" y="25"/>
                    <a:pt x="14" y="28"/>
                  </a:cubicBezTo>
                  <a:cubicBezTo>
                    <a:pt x="11" y="31"/>
                    <a:pt x="6" y="34"/>
                    <a:pt x="4" y="38"/>
                  </a:cubicBezTo>
                </a:path>
              </a:pathLst>
            </a:custGeom>
            <a:solidFill>
              <a:srgbClr val="B2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1062">
              <a:extLst>
                <a:ext uri="{FF2B5EF4-FFF2-40B4-BE49-F238E27FC236}">
                  <a16:creationId xmlns:a16="http://schemas.microsoft.com/office/drawing/2014/main" id="{A253E46B-345B-40E5-AD1B-1636BAA21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069"/>
              <a:ext cx="95" cy="44"/>
            </a:xfrm>
            <a:custGeom>
              <a:avLst/>
              <a:gdLst>
                <a:gd name="T0" fmla="*/ 0 w 58"/>
                <a:gd name="T1" fmla="*/ 380 h 25"/>
                <a:gd name="T2" fmla="*/ 180 w 58"/>
                <a:gd name="T3" fmla="*/ 252 h 25"/>
                <a:gd name="T4" fmla="*/ 373 w 58"/>
                <a:gd name="T5" fmla="*/ 114 h 25"/>
                <a:gd name="T6" fmla="*/ 577 w 58"/>
                <a:gd name="T7" fmla="*/ 21 h 25"/>
                <a:gd name="T8" fmla="*/ 686 w 58"/>
                <a:gd name="T9" fmla="*/ 21 h 25"/>
                <a:gd name="T10" fmla="*/ 567 w 58"/>
                <a:gd name="T11" fmla="*/ 102 h 25"/>
                <a:gd name="T12" fmla="*/ 316 w 58"/>
                <a:gd name="T13" fmla="*/ 239 h 25"/>
                <a:gd name="T14" fmla="*/ 129 w 58"/>
                <a:gd name="T15" fmla="*/ 317 h 25"/>
                <a:gd name="T16" fmla="*/ 13 w 58"/>
                <a:gd name="T17" fmla="*/ 421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25">
                  <a:moveTo>
                    <a:pt x="0" y="23"/>
                  </a:moveTo>
                  <a:cubicBezTo>
                    <a:pt x="2" y="24"/>
                    <a:pt x="12" y="16"/>
                    <a:pt x="15" y="15"/>
                  </a:cubicBezTo>
                  <a:cubicBezTo>
                    <a:pt x="20" y="12"/>
                    <a:pt x="26" y="9"/>
                    <a:pt x="32" y="7"/>
                  </a:cubicBezTo>
                  <a:cubicBezTo>
                    <a:pt x="38" y="5"/>
                    <a:pt x="43" y="2"/>
                    <a:pt x="49" y="1"/>
                  </a:cubicBezTo>
                  <a:cubicBezTo>
                    <a:pt x="51" y="1"/>
                    <a:pt x="56" y="0"/>
                    <a:pt x="58" y="1"/>
                  </a:cubicBezTo>
                  <a:cubicBezTo>
                    <a:pt x="57" y="4"/>
                    <a:pt x="50" y="5"/>
                    <a:pt x="48" y="6"/>
                  </a:cubicBezTo>
                  <a:cubicBezTo>
                    <a:pt x="41" y="9"/>
                    <a:pt x="34" y="11"/>
                    <a:pt x="27" y="14"/>
                  </a:cubicBezTo>
                  <a:cubicBezTo>
                    <a:pt x="22" y="17"/>
                    <a:pt x="17" y="18"/>
                    <a:pt x="11" y="19"/>
                  </a:cubicBezTo>
                  <a:cubicBezTo>
                    <a:pt x="7" y="20"/>
                    <a:pt x="5" y="23"/>
                    <a:pt x="1" y="25"/>
                  </a:cubicBezTo>
                </a:path>
              </a:pathLst>
            </a:custGeom>
            <a:solidFill>
              <a:srgbClr val="B2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Freeform 1063">
              <a:extLst>
                <a:ext uri="{FF2B5EF4-FFF2-40B4-BE49-F238E27FC236}">
                  <a16:creationId xmlns:a16="http://schemas.microsoft.com/office/drawing/2014/main" id="{BF759E65-F020-4612-97D1-3EAA505FB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956"/>
              <a:ext cx="36" cy="33"/>
            </a:xfrm>
            <a:custGeom>
              <a:avLst/>
              <a:gdLst>
                <a:gd name="T0" fmla="*/ 0 w 22"/>
                <a:gd name="T1" fmla="*/ 299 h 19"/>
                <a:gd name="T2" fmla="*/ 115 w 22"/>
                <a:gd name="T3" fmla="*/ 127 h 19"/>
                <a:gd name="T4" fmla="*/ 260 w 22"/>
                <a:gd name="T5" fmla="*/ 0 h 19"/>
                <a:gd name="T6" fmla="*/ 115 w 22"/>
                <a:gd name="T7" fmla="*/ 156 h 19"/>
                <a:gd name="T8" fmla="*/ 13 w 22"/>
                <a:gd name="T9" fmla="*/ 27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9">
                  <a:moveTo>
                    <a:pt x="0" y="19"/>
                  </a:moveTo>
                  <a:cubicBezTo>
                    <a:pt x="2" y="14"/>
                    <a:pt x="6" y="11"/>
                    <a:pt x="10" y="8"/>
                  </a:cubicBezTo>
                  <a:cubicBezTo>
                    <a:pt x="14" y="5"/>
                    <a:pt x="18" y="1"/>
                    <a:pt x="22" y="0"/>
                  </a:cubicBezTo>
                  <a:cubicBezTo>
                    <a:pt x="18" y="2"/>
                    <a:pt x="14" y="8"/>
                    <a:pt x="10" y="10"/>
                  </a:cubicBezTo>
                  <a:cubicBezTo>
                    <a:pt x="7" y="13"/>
                    <a:pt x="3" y="15"/>
                    <a:pt x="1" y="17"/>
                  </a:cubicBezTo>
                </a:path>
              </a:pathLst>
            </a:custGeom>
            <a:solidFill>
              <a:srgbClr val="A5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0" name="Freeform 1064">
              <a:extLst>
                <a:ext uri="{FF2B5EF4-FFF2-40B4-BE49-F238E27FC236}">
                  <a16:creationId xmlns:a16="http://schemas.microsoft.com/office/drawing/2014/main" id="{2880BBFB-63F1-46BA-93F7-1FF9C05ED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889"/>
              <a:ext cx="63" cy="63"/>
            </a:xfrm>
            <a:custGeom>
              <a:avLst/>
              <a:gdLst>
                <a:gd name="T0" fmla="*/ 473 w 38"/>
                <a:gd name="T1" fmla="*/ 0 h 36"/>
                <a:gd name="T2" fmla="*/ 264 w 38"/>
                <a:gd name="T3" fmla="*/ 327 h 36"/>
                <a:gd name="T4" fmla="*/ 138 w 38"/>
                <a:gd name="T5" fmla="*/ 509 h 36"/>
                <a:gd name="T6" fmla="*/ 0 w 38"/>
                <a:gd name="T7" fmla="*/ 592 h 36"/>
                <a:gd name="T8" fmla="*/ 300 w 38"/>
                <a:gd name="T9" fmla="*/ 376 h 36"/>
                <a:gd name="T10" fmla="*/ 366 w 38"/>
                <a:gd name="T11" fmla="*/ 200 h 36"/>
                <a:gd name="T12" fmla="*/ 423 w 38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6">
                  <a:moveTo>
                    <a:pt x="38" y="0"/>
                  </a:moveTo>
                  <a:cubicBezTo>
                    <a:pt x="30" y="0"/>
                    <a:pt x="25" y="15"/>
                    <a:pt x="21" y="20"/>
                  </a:cubicBezTo>
                  <a:cubicBezTo>
                    <a:pt x="18" y="24"/>
                    <a:pt x="15" y="28"/>
                    <a:pt x="11" y="31"/>
                  </a:cubicBezTo>
                  <a:cubicBezTo>
                    <a:pt x="8" y="32"/>
                    <a:pt x="3" y="36"/>
                    <a:pt x="0" y="36"/>
                  </a:cubicBezTo>
                  <a:cubicBezTo>
                    <a:pt x="8" y="33"/>
                    <a:pt x="19" y="30"/>
                    <a:pt x="24" y="23"/>
                  </a:cubicBezTo>
                  <a:cubicBezTo>
                    <a:pt x="27" y="20"/>
                    <a:pt x="28" y="16"/>
                    <a:pt x="29" y="12"/>
                  </a:cubicBezTo>
                  <a:cubicBezTo>
                    <a:pt x="30" y="8"/>
                    <a:pt x="33" y="4"/>
                    <a:pt x="34" y="0"/>
                  </a:cubicBezTo>
                </a:path>
              </a:pathLst>
            </a:custGeom>
            <a:solidFill>
              <a:srgbClr val="A5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1065">
              <a:extLst>
                <a:ext uri="{FF2B5EF4-FFF2-40B4-BE49-F238E27FC236}">
                  <a16:creationId xmlns:a16="http://schemas.microsoft.com/office/drawing/2014/main" id="{7CABDA4B-D1FA-43C8-8034-F9499988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010"/>
              <a:ext cx="24" cy="30"/>
            </a:xfrm>
            <a:custGeom>
              <a:avLst/>
              <a:gdLst>
                <a:gd name="T0" fmla="*/ 157 w 15"/>
                <a:gd name="T1" fmla="*/ 0 h 17"/>
                <a:gd name="T2" fmla="*/ 0 w 15"/>
                <a:gd name="T3" fmla="*/ 293 h 17"/>
                <a:gd name="T4" fmla="*/ 144 w 15"/>
                <a:gd name="T5" fmla="*/ 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15" y="0"/>
                  </a:moveTo>
                  <a:cubicBezTo>
                    <a:pt x="10" y="5"/>
                    <a:pt x="3" y="10"/>
                    <a:pt x="0" y="17"/>
                  </a:cubicBezTo>
                  <a:cubicBezTo>
                    <a:pt x="6" y="13"/>
                    <a:pt x="10" y="7"/>
                    <a:pt x="14" y="1"/>
                  </a:cubicBezTo>
                </a:path>
              </a:pathLst>
            </a:custGeom>
            <a:solidFill>
              <a:srgbClr val="A5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1066">
              <a:extLst>
                <a:ext uri="{FF2B5EF4-FFF2-40B4-BE49-F238E27FC236}">
                  <a16:creationId xmlns:a16="http://schemas.microsoft.com/office/drawing/2014/main" id="{412399A2-E6FC-4993-822F-68556977A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3110"/>
              <a:ext cx="36" cy="36"/>
            </a:xfrm>
            <a:custGeom>
              <a:avLst/>
              <a:gdLst>
                <a:gd name="T0" fmla="*/ 70 w 22"/>
                <a:gd name="T1" fmla="*/ 0 h 21"/>
                <a:gd name="T2" fmla="*/ 47 w 22"/>
                <a:gd name="T3" fmla="*/ 168 h 21"/>
                <a:gd name="T4" fmla="*/ 0 w 22"/>
                <a:gd name="T5" fmla="*/ 312 h 21"/>
                <a:gd name="T6" fmla="*/ 126 w 22"/>
                <a:gd name="T7" fmla="*/ 267 h 21"/>
                <a:gd name="T8" fmla="*/ 260 w 22"/>
                <a:gd name="T9" fmla="*/ 226 h 21"/>
                <a:gd name="T10" fmla="*/ 47 w 22"/>
                <a:gd name="T11" fmla="*/ 267 h 21"/>
                <a:gd name="T12" fmla="*/ 151 w 22"/>
                <a:gd name="T13" fmla="*/ 120 h 21"/>
                <a:gd name="T14" fmla="*/ 70 w 22"/>
                <a:gd name="T15" fmla="*/ 168 h 21"/>
                <a:gd name="T16" fmla="*/ 70 w 22"/>
                <a:gd name="T17" fmla="*/ 15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1">
                  <a:moveTo>
                    <a:pt x="6" y="0"/>
                  </a:moveTo>
                  <a:cubicBezTo>
                    <a:pt x="6" y="4"/>
                    <a:pt x="6" y="8"/>
                    <a:pt x="4" y="11"/>
                  </a:cubicBezTo>
                  <a:cubicBezTo>
                    <a:pt x="3" y="15"/>
                    <a:pt x="1" y="17"/>
                    <a:pt x="0" y="21"/>
                  </a:cubicBezTo>
                  <a:cubicBezTo>
                    <a:pt x="3" y="17"/>
                    <a:pt x="7" y="18"/>
                    <a:pt x="11" y="18"/>
                  </a:cubicBezTo>
                  <a:cubicBezTo>
                    <a:pt x="15" y="18"/>
                    <a:pt x="18" y="15"/>
                    <a:pt x="22" y="15"/>
                  </a:cubicBezTo>
                  <a:cubicBezTo>
                    <a:pt x="16" y="15"/>
                    <a:pt x="10" y="20"/>
                    <a:pt x="4" y="18"/>
                  </a:cubicBezTo>
                  <a:cubicBezTo>
                    <a:pt x="7" y="14"/>
                    <a:pt x="11" y="11"/>
                    <a:pt x="13" y="8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6" y="7"/>
                    <a:pt x="9" y="4"/>
                    <a:pt x="6" y="1"/>
                  </a:cubicBezTo>
                </a:path>
              </a:pathLst>
            </a:custGeom>
            <a:solidFill>
              <a:srgbClr val="A5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1067">
              <a:extLst>
                <a:ext uri="{FF2B5EF4-FFF2-40B4-BE49-F238E27FC236}">
                  <a16:creationId xmlns:a16="http://schemas.microsoft.com/office/drawing/2014/main" id="{223B3246-05F1-4D57-A3E3-6CF877303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3277"/>
              <a:ext cx="41" cy="40"/>
            </a:xfrm>
            <a:custGeom>
              <a:avLst/>
              <a:gdLst>
                <a:gd name="T0" fmla="*/ 0 w 25"/>
                <a:gd name="T1" fmla="*/ 369 h 23"/>
                <a:gd name="T2" fmla="*/ 146 w 25"/>
                <a:gd name="T3" fmla="*/ 148 h 23"/>
                <a:gd name="T4" fmla="*/ 295 w 25"/>
                <a:gd name="T5" fmla="*/ 0 h 23"/>
                <a:gd name="T6" fmla="*/ 146 w 25"/>
                <a:gd name="T7" fmla="*/ 221 h 23"/>
                <a:gd name="T8" fmla="*/ 71 w 25"/>
                <a:gd name="T9" fmla="*/ 299 h 23"/>
                <a:gd name="T10" fmla="*/ 13 w 25"/>
                <a:gd name="T11" fmla="*/ 34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3">
                  <a:moveTo>
                    <a:pt x="0" y="23"/>
                  </a:moveTo>
                  <a:cubicBezTo>
                    <a:pt x="0" y="19"/>
                    <a:pt x="8" y="12"/>
                    <a:pt x="12" y="9"/>
                  </a:cubicBezTo>
                  <a:cubicBezTo>
                    <a:pt x="16" y="6"/>
                    <a:pt x="21" y="4"/>
                    <a:pt x="25" y="0"/>
                  </a:cubicBezTo>
                  <a:cubicBezTo>
                    <a:pt x="20" y="4"/>
                    <a:pt x="17" y="10"/>
                    <a:pt x="12" y="14"/>
                  </a:cubicBezTo>
                  <a:cubicBezTo>
                    <a:pt x="10" y="15"/>
                    <a:pt x="8" y="17"/>
                    <a:pt x="6" y="19"/>
                  </a:cubicBezTo>
                  <a:cubicBezTo>
                    <a:pt x="4" y="20"/>
                    <a:pt x="2" y="20"/>
                    <a:pt x="1" y="22"/>
                  </a:cubicBezTo>
                </a:path>
              </a:pathLst>
            </a:custGeom>
            <a:solidFill>
              <a:srgbClr val="A5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1068">
              <a:extLst>
                <a:ext uri="{FF2B5EF4-FFF2-40B4-BE49-F238E27FC236}">
                  <a16:creationId xmlns:a16="http://schemas.microsoft.com/office/drawing/2014/main" id="{4ADCC49C-C703-4B4C-8A19-B3D74802B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3186"/>
              <a:ext cx="45" cy="11"/>
            </a:xfrm>
            <a:custGeom>
              <a:avLst/>
              <a:gdLst>
                <a:gd name="T0" fmla="*/ 0 w 27"/>
                <a:gd name="T1" fmla="*/ 68 h 6"/>
                <a:gd name="T2" fmla="*/ 208 w 27"/>
                <a:gd name="T3" fmla="*/ 24 h 6"/>
                <a:gd name="T4" fmla="*/ 347 w 27"/>
                <a:gd name="T5" fmla="*/ 68 h 6"/>
                <a:gd name="T6" fmla="*/ 172 w 27"/>
                <a:gd name="T7" fmla="*/ 105 h 6"/>
                <a:gd name="T8" fmla="*/ 78 w 27"/>
                <a:gd name="T9" fmla="*/ 105 h 6"/>
                <a:gd name="T10" fmla="*/ 13 w 27"/>
                <a:gd name="T11" fmla="*/ 68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">
                  <a:moveTo>
                    <a:pt x="0" y="3"/>
                  </a:moveTo>
                  <a:cubicBezTo>
                    <a:pt x="4" y="1"/>
                    <a:pt x="12" y="0"/>
                    <a:pt x="16" y="1"/>
                  </a:cubicBezTo>
                  <a:cubicBezTo>
                    <a:pt x="20" y="1"/>
                    <a:pt x="24" y="3"/>
                    <a:pt x="27" y="3"/>
                  </a:cubicBezTo>
                  <a:cubicBezTo>
                    <a:pt x="22" y="4"/>
                    <a:pt x="17" y="4"/>
                    <a:pt x="13" y="5"/>
                  </a:cubicBezTo>
                  <a:cubicBezTo>
                    <a:pt x="10" y="5"/>
                    <a:pt x="8" y="6"/>
                    <a:pt x="6" y="5"/>
                  </a:cubicBezTo>
                  <a:cubicBezTo>
                    <a:pt x="4" y="5"/>
                    <a:pt x="3" y="3"/>
                    <a:pt x="1" y="3"/>
                  </a:cubicBezTo>
                </a:path>
              </a:pathLst>
            </a:custGeom>
            <a:solidFill>
              <a:srgbClr val="A5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1069">
              <a:extLst>
                <a:ext uri="{FF2B5EF4-FFF2-40B4-BE49-F238E27FC236}">
                  <a16:creationId xmlns:a16="http://schemas.microsoft.com/office/drawing/2014/main" id="{3D004EA2-1CF9-4A1F-9CCB-EAD2D2E41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3272"/>
              <a:ext cx="44" cy="47"/>
            </a:xfrm>
            <a:custGeom>
              <a:avLst/>
              <a:gdLst>
                <a:gd name="T0" fmla="*/ 13 w 27"/>
                <a:gd name="T1" fmla="*/ 433 h 27"/>
                <a:gd name="T2" fmla="*/ 143 w 27"/>
                <a:gd name="T3" fmla="*/ 172 h 27"/>
                <a:gd name="T4" fmla="*/ 311 w 27"/>
                <a:gd name="T5" fmla="*/ 0 h 27"/>
                <a:gd name="T6" fmla="*/ 160 w 27"/>
                <a:gd name="T7" fmla="*/ 212 h 27"/>
                <a:gd name="T8" fmla="*/ 0 w 27"/>
                <a:gd name="T9" fmla="*/ 43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1" y="27"/>
                  </a:moveTo>
                  <a:cubicBezTo>
                    <a:pt x="3" y="22"/>
                    <a:pt x="8" y="15"/>
                    <a:pt x="12" y="11"/>
                  </a:cubicBezTo>
                  <a:cubicBezTo>
                    <a:pt x="16" y="6"/>
                    <a:pt x="22" y="4"/>
                    <a:pt x="27" y="0"/>
                  </a:cubicBezTo>
                  <a:cubicBezTo>
                    <a:pt x="21" y="2"/>
                    <a:pt x="17" y="8"/>
                    <a:pt x="14" y="13"/>
                  </a:cubicBezTo>
                  <a:cubicBezTo>
                    <a:pt x="10" y="18"/>
                    <a:pt x="5" y="22"/>
                    <a:pt x="0" y="27"/>
                  </a:cubicBezTo>
                </a:path>
              </a:pathLst>
            </a:custGeom>
            <a:solidFill>
              <a:srgbClr val="A5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6" name="Freeform 1070">
              <a:extLst>
                <a:ext uri="{FF2B5EF4-FFF2-40B4-BE49-F238E27FC236}">
                  <a16:creationId xmlns:a16="http://schemas.microsoft.com/office/drawing/2014/main" id="{489B0E3F-29FF-41C6-8E46-1EB71685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3427"/>
              <a:ext cx="23" cy="30"/>
            </a:xfrm>
            <a:custGeom>
              <a:avLst/>
              <a:gdLst>
                <a:gd name="T0" fmla="*/ 0 w 14"/>
                <a:gd name="T1" fmla="*/ 0 h 17"/>
                <a:gd name="T2" fmla="*/ 58 w 14"/>
                <a:gd name="T3" fmla="*/ 203 h 17"/>
                <a:gd name="T4" fmla="*/ 168 w 14"/>
                <a:gd name="T5" fmla="*/ 138 h 17"/>
                <a:gd name="T6" fmla="*/ 58 w 14"/>
                <a:gd name="T7" fmla="*/ 203 h 17"/>
                <a:gd name="T8" fmla="*/ 13 w 14"/>
                <a:gd name="T9" fmla="*/ 2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2" y="4"/>
                    <a:pt x="3" y="9"/>
                    <a:pt x="5" y="12"/>
                  </a:cubicBezTo>
                  <a:cubicBezTo>
                    <a:pt x="8" y="17"/>
                    <a:pt x="11" y="10"/>
                    <a:pt x="14" y="8"/>
                  </a:cubicBezTo>
                  <a:cubicBezTo>
                    <a:pt x="13" y="10"/>
                    <a:pt x="8" y="14"/>
                    <a:pt x="5" y="12"/>
                  </a:cubicBezTo>
                  <a:cubicBezTo>
                    <a:pt x="3" y="11"/>
                    <a:pt x="0" y="2"/>
                    <a:pt x="1" y="1"/>
                  </a:cubicBezTo>
                </a:path>
              </a:pathLst>
            </a:custGeom>
            <a:solidFill>
              <a:srgbClr val="A5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7" name="Freeform 1071">
              <a:extLst>
                <a:ext uri="{FF2B5EF4-FFF2-40B4-BE49-F238E27FC236}">
                  <a16:creationId xmlns:a16="http://schemas.microsoft.com/office/drawing/2014/main" id="{EE9E035C-9204-4003-A585-92296285C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380"/>
              <a:ext cx="10" cy="40"/>
            </a:xfrm>
            <a:custGeom>
              <a:avLst/>
              <a:gdLst>
                <a:gd name="T0" fmla="*/ 78 w 6"/>
                <a:gd name="T1" fmla="*/ 0 h 23"/>
                <a:gd name="T2" fmla="*/ 0 w 6"/>
                <a:gd name="T3" fmla="*/ 212 h 23"/>
                <a:gd name="T4" fmla="*/ 78 w 6"/>
                <a:gd name="T5" fmla="*/ 369 h 23"/>
                <a:gd name="T6" fmla="*/ 62 w 6"/>
                <a:gd name="T7" fmla="*/ 2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3">
                  <a:moveTo>
                    <a:pt x="6" y="0"/>
                  </a:moveTo>
                  <a:cubicBezTo>
                    <a:pt x="6" y="5"/>
                    <a:pt x="0" y="8"/>
                    <a:pt x="0" y="13"/>
                  </a:cubicBezTo>
                  <a:cubicBezTo>
                    <a:pt x="1" y="16"/>
                    <a:pt x="3" y="20"/>
                    <a:pt x="6" y="23"/>
                  </a:cubicBezTo>
                  <a:cubicBezTo>
                    <a:pt x="2" y="17"/>
                    <a:pt x="1" y="8"/>
                    <a:pt x="5" y="2"/>
                  </a:cubicBezTo>
                </a:path>
              </a:pathLst>
            </a:custGeom>
            <a:solidFill>
              <a:srgbClr val="A5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Freeform 1072">
              <a:extLst>
                <a:ext uri="{FF2B5EF4-FFF2-40B4-BE49-F238E27FC236}">
                  <a16:creationId xmlns:a16="http://schemas.microsoft.com/office/drawing/2014/main" id="{099109F1-E0AA-49B0-9003-AD8E2264B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337"/>
              <a:ext cx="21" cy="28"/>
            </a:xfrm>
            <a:custGeom>
              <a:avLst/>
              <a:gdLst>
                <a:gd name="T0" fmla="*/ 144 w 13"/>
                <a:gd name="T1" fmla="*/ 0 h 16"/>
                <a:gd name="T2" fmla="*/ 102 w 13"/>
                <a:gd name="T3" fmla="*/ 264 h 16"/>
                <a:gd name="T4" fmla="*/ 144 w 13"/>
                <a:gd name="T5" fmla="*/ 2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13" y="0"/>
                  </a:moveTo>
                  <a:cubicBezTo>
                    <a:pt x="10" y="6"/>
                    <a:pt x="0" y="10"/>
                    <a:pt x="9" y="16"/>
                  </a:cubicBezTo>
                  <a:cubicBezTo>
                    <a:pt x="6" y="10"/>
                    <a:pt x="10" y="6"/>
                    <a:pt x="13" y="1"/>
                  </a:cubicBezTo>
                </a:path>
              </a:pathLst>
            </a:custGeom>
            <a:solidFill>
              <a:srgbClr val="A5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1073">
              <a:extLst>
                <a:ext uri="{FF2B5EF4-FFF2-40B4-BE49-F238E27FC236}">
                  <a16:creationId xmlns:a16="http://schemas.microsoft.com/office/drawing/2014/main" id="{B0C6C7D4-D33F-40A8-BC55-CED89BAAE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90"/>
              <a:ext cx="8" cy="17"/>
            </a:xfrm>
            <a:custGeom>
              <a:avLst/>
              <a:gdLst>
                <a:gd name="T0" fmla="*/ 0 w 5"/>
                <a:gd name="T1" fmla="*/ 0 h 10"/>
                <a:gd name="T2" fmla="*/ 34 w 5"/>
                <a:gd name="T3" fmla="*/ 141 h 10"/>
                <a:gd name="T4" fmla="*/ 13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3" y="2"/>
                    <a:pt x="5" y="7"/>
                    <a:pt x="3" y="10"/>
                  </a:cubicBezTo>
                  <a:cubicBezTo>
                    <a:pt x="2" y="6"/>
                    <a:pt x="3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1074">
              <a:extLst>
                <a:ext uri="{FF2B5EF4-FFF2-40B4-BE49-F238E27FC236}">
                  <a16:creationId xmlns:a16="http://schemas.microsoft.com/office/drawing/2014/main" id="{BAA77272-20C6-4FEF-8311-61C96BA74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218"/>
              <a:ext cx="21" cy="57"/>
            </a:xfrm>
            <a:custGeom>
              <a:avLst/>
              <a:gdLst>
                <a:gd name="T0" fmla="*/ 34 w 13"/>
                <a:gd name="T1" fmla="*/ 0 h 33"/>
                <a:gd name="T2" fmla="*/ 42 w 13"/>
                <a:gd name="T3" fmla="*/ 149 h 33"/>
                <a:gd name="T4" fmla="*/ 89 w 13"/>
                <a:gd name="T5" fmla="*/ 257 h 33"/>
                <a:gd name="T6" fmla="*/ 131 w 13"/>
                <a:gd name="T7" fmla="*/ 504 h 33"/>
                <a:gd name="T8" fmla="*/ 76 w 13"/>
                <a:gd name="T9" fmla="*/ 278 h 33"/>
                <a:gd name="T10" fmla="*/ 34 w 13"/>
                <a:gd name="T11" fmla="*/ 16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3">
                  <a:moveTo>
                    <a:pt x="3" y="0"/>
                  </a:moveTo>
                  <a:cubicBezTo>
                    <a:pt x="3" y="3"/>
                    <a:pt x="2" y="7"/>
                    <a:pt x="4" y="10"/>
                  </a:cubicBezTo>
                  <a:cubicBezTo>
                    <a:pt x="5" y="12"/>
                    <a:pt x="6" y="15"/>
                    <a:pt x="8" y="17"/>
                  </a:cubicBezTo>
                  <a:cubicBezTo>
                    <a:pt x="11" y="22"/>
                    <a:pt x="13" y="27"/>
                    <a:pt x="12" y="33"/>
                  </a:cubicBezTo>
                  <a:cubicBezTo>
                    <a:pt x="12" y="27"/>
                    <a:pt x="9" y="23"/>
                    <a:pt x="7" y="18"/>
                  </a:cubicBezTo>
                  <a:cubicBezTo>
                    <a:pt x="4" y="13"/>
                    <a:pt x="0" y="6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1075">
              <a:extLst>
                <a:ext uri="{FF2B5EF4-FFF2-40B4-BE49-F238E27FC236}">
                  <a16:creationId xmlns:a16="http://schemas.microsoft.com/office/drawing/2014/main" id="{B224E96D-BF8B-4D9F-AD3C-6A38C472D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282"/>
              <a:ext cx="10" cy="27"/>
            </a:xfrm>
            <a:custGeom>
              <a:avLst/>
              <a:gdLst>
                <a:gd name="T0" fmla="*/ 78 w 6"/>
                <a:gd name="T1" fmla="*/ 0 h 15"/>
                <a:gd name="T2" fmla="*/ 78 w 6"/>
                <a:gd name="T3" fmla="*/ 284 h 15"/>
                <a:gd name="T4" fmla="*/ 78 w 6"/>
                <a:gd name="T5" fmla="*/ 2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2" y="5"/>
                    <a:pt x="4" y="10"/>
                    <a:pt x="6" y="15"/>
                  </a:cubicBezTo>
                  <a:cubicBezTo>
                    <a:pt x="4" y="12"/>
                    <a:pt x="0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1076">
              <a:extLst>
                <a:ext uri="{FF2B5EF4-FFF2-40B4-BE49-F238E27FC236}">
                  <a16:creationId xmlns:a16="http://schemas.microsoft.com/office/drawing/2014/main" id="{3DB2689C-28F3-4D04-9C75-55FD2ACF0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3340"/>
              <a:ext cx="11" cy="14"/>
            </a:xfrm>
            <a:custGeom>
              <a:avLst/>
              <a:gdLst>
                <a:gd name="T0" fmla="*/ 0 w 7"/>
                <a:gd name="T1" fmla="*/ 0 h 8"/>
                <a:gd name="T2" fmla="*/ 66 w 7"/>
                <a:gd name="T3" fmla="*/ 114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1" y="2"/>
                    <a:pt x="5" y="6"/>
                    <a:pt x="7" y="7"/>
                  </a:cubicBezTo>
                  <a:cubicBezTo>
                    <a:pt x="4" y="8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1077">
              <a:extLst>
                <a:ext uri="{FF2B5EF4-FFF2-40B4-BE49-F238E27FC236}">
                  <a16:creationId xmlns:a16="http://schemas.microsoft.com/office/drawing/2014/main" id="{EF3EC8E8-1FCF-4BCA-B547-9DC0E894B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368"/>
              <a:ext cx="3" cy="12"/>
            </a:xfrm>
            <a:custGeom>
              <a:avLst/>
              <a:gdLst>
                <a:gd name="T0" fmla="*/ 18 w 2"/>
                <a:gd name="T1" fmla="*/ 0 h 7"/>
                <a:gd name="T2" fmla="*/ 18 w 2"/>
                <a:gd name="T3" fmla="*/ 106 h 7"/>
                <a:gd name="T4" fmla="*/ 12 w 2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3"/>
                    <a:pt x="2" y="5"/>
                    <a:pt x="2" y="7"/>
                  </a:cubicBezTo>
                  <a:cubicBezTo>
                    <a:pt x="1" y="6"/>
                    <a:pt x="0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1078">
              <a:extLst>
                <a:ext uri="{FF2B5EF4-FFF2-40B4-BE49-F238E27FC236}">
                  <a16:creationId xmlns:a16="http://schemas.microsoft.com/office/drawing/2014/main" id="{E1D42379-D68B-42BE-A15A-93BB120A5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387"/>
              <a:ext cx="15" cy="26"/>
            </a:xfrm>
            <a:custGeom>
              <a:avLst/>
              <a:gdLst>
                <a:gd name="T0" fmla="*/ 78 w 9"/>
                <a:gd name="T1" fmla="*/ 0 h 15"/>
                <a:gd name="T2" fmla="*/ 0 w 9"/>
                <a:gd name="T3" fmla="*/ 234 h 15"/>
                <a:gd name="T4" fmla="*/ 78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6" y="0"/>
                  </a:moveTo>
                  <a:cubicBezTo>
                    <a:pt x="9" y="7"/>
                    <a:pt x="5" y="12"/>
                    <a:pt x="0" y="15"/>
                  </a:cubicBezTo>
                  <a:cubicBezTo>
                    <a:pt x="5" y="13"/>
                    <a:pt x="6" y="5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1079">
              <a:extLst>
                <a:ext uri="{FF2B5EF4-FFF2-40B4-BE49-F238E27FC236}">
                  <a16:creationId xmlns:a16="http://schemas.microsoft.com/office/drawing/2014/main" id="{478F6E9D-A44D-4AA1-9433-EEDAD70DB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057"/>
              <a:ext cx="28" cy="121"/>
            </a:xfrm>
            <a:custGeom>
              <a:avLst/>
              <a:gdLst>
                <a:gd name="T0" fmla="*/ 193 w 17"/>
                <a:gd name="T1" fmla="*/ 0 h 69"/>
                <a:gd name="T2" fmla="*/ 171 w 17"/>
                <a:gd name="T3" fmla="*/ 265 h 69"/>
                <a:gd name="T4" fmla="*/ 171 w 17"/>
                <a:gd name="T5" fmla="*/ 551 h 69"/>
                <a:gd name="T6" fmla="*/ 89 w 17"/>
                <a:gd name="T7" fmla="*/ 829 h 69"/>
                <a:gd name="T8" fmla="*/ 0 w 17"/>
                <a:gd name="T9" fmla="*/ 1143 h 69"/>
                <a:gd name="T10" fmla="*/ 147 w 17"/>
                <a:gd name="T11" fmla="*/ 566 h 69"/>
                <a:gd name="T12" fmla="*/ 158 w 17"/>
                <a:gd name="T13" fmla="*/ 286 h 69"/>
                <a:gd name="T14" fmla="*/ 158 w 17"/>
                <a:gd name="T15" fmla="*/ 151 h 69"/>
                <a:gd name="T16" fmla="*/ 193 w 17"/>
                <a:gd name="T17" fmla="*/ 21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9">
                  <a:moveTo>
                    <a:pt x="16" y="0"/>
                  </a:moveTo>
                  <a:cubicBezTo>
                    <a:pt x="17" y="5"/>
                    <a:pt x="14" y="10"/>
                    <a:pt x="14" y="16"/>
                  </a:cubicBezTo>
                  <a:cubicBezTo>
                    <a:pt x="14" y="22"/>
                    <a:pt x="15" y="27"/>
                    <a:pt x="14" y="33"/>
                  </a:cubicBezTo>
                  <a:cubicBezTo>
                    <a:pt x="14" y="39"/>
                    <a:pt x="10" y="44"/>
                    <a:pt x="7" y="50"/>
                  </a:cubicBezTo>
                  <a:cubicBezTo>
                    <a:pt x="5" y="57"/>
                    <a:pt x="2" y="63"/>
                    <a:pt x="0" y="69"/>
                  </a:cubicBezTo>
                  <a:cubicBezTo>
                    <a:pt x="0" y="57"/>
                    <a:pt x="9" y="45"/>
                    <a:pt x="12" y="34"/>
                  </a:cubicBezTo>
                  <a:cubicBezTo>
                    <a:pt x="13" y="28"/>
                    <a:pt x="13" y="23"/>
                    <a:pt x="13" y="17"/>
                  </a:cubicBezTo>
                  <a:cubicBezTo>
                    <a:pt x="13" y="14"/>
                    <a:pt x="13" y="11"/>
                    <a:pt x="13" y="9"/>
                  </a:cubicBezTo>
                  <a:cubicBezTo>
                    <a:pt x="14" y="6"/>
                    <a:pt x="16" y="4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1080">
              <a:extLst>
                <a:ext uri="{FF2B5EF4-FFF2-40B4-BE49-F238E27FC236}">
                  <a16:creationId xmlns:a16="http://schemas.microsoft.com/office/drawing/2014/main" id="{A1E315FB-F1EF-4175-BFDC-BF7210019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068"/>
              <a:ext cx="23" cy="85"/>
            </a:xfrm>
            <a:custGeom>
              <a:avLst/>
              <a:gdLst>
                <a:gd name="T0" fmla="*/ 0 w 14"/>
                <a:gd name="T1" fmla="*/ 0 h 49"/>
                <a:gd name="T2" fmla="*/ 71 w 14"/>
                <a:gd name="T3" fmla="*/ 382 h 49"/>
                <a:gd name="T4" fmla="*/ 168 w 14"/>
                <a:gd name="T5" fmla="*/ 767 h 49"/>
                <a:gd name="T6" fmla="*/ 95 w 14"/>
                <a:gd name="T7" fmla="*/ 361 h 49"/>
                <a:gd name="T8" fmla="*/ 0 w 14"/>
                <a:gd name="T9" fmla="*/ 1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9">
                  <a:moveTo>
                    <a:pt x="0" y="0"/>
                  </a:moveTo>
                  <a:cubicBezTo>
                    <a:pt x="0" y="9"/>
                    <a:pt x="1" y="17"/>
                    <a:pt x="6" y="24"/>
                  </a:cubicBezTo>
                  <a:cubicBezTo>
                    <a:pt x="10" y="31"/>
                    <a:pt x="14" y="41"/>
                    <a:pt x="14" y="49"/>
                  </a:cubicBezTo>
                  <a:cubicBezTo>
                    <a:pt x="14" y="40"/>
                    <a:pt x="13" y="31"/>
                    <a:pt x="8" y="23"/>
                  </a:cubicBezTo>
                  <a:cubicBezTo>
                    <a:pt x="3" y="16"/>
                    <a:pt x="1" y="1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1081">
              <a:extLst>
                <a:ext uri="{FF2B5EF4-FFF2-40B4-BE49-F238E27FC236}">
                  <a16:creationId xmlns:a16="http://schemas.microsoft.com/office/drawing/2014/main" id="{041A1D0E-469C-42BF-BAB9-94D06996D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272"/>
              <a:ext cx="10" cy="23"/>
            </a:xfrm>
            <a:custGeom>
              <a:avLst/>
              <a:gdLst>
                <a:gd name="T0" fmla="*/ 62 w 6"/>
                <a:gd name="T1" fmla="*/ 0 h 13"/>
                <a:gd name="T2" fmla="*/ 0 w 6"/>
                <a:gd name="T3" fmla="*/ 228 h 13"/>
                <a:gd name="T4" fmla="*/ 62 w 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5" y="0"/>
                  </a:moveTo>
                  <a:cubicBezTo>
                    <a:pt x="5" y="5"/>
                    <a:pt x="3" y="9"/>
                    <a:pt x="0" y="13"/>
                  </a:cubicBezTo>
                  <a:cubicBezTo>
                    <a:pt x="6" y="11"/>
                    <a:pt x="6" y="6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1082">
              <a:extLst>
                <a:ext uri="{FF2B5EF4-FFF2-40B4-BE49-F238E27FC236}">
                  <a16:creationId xmlns:a16="http://schemas.microsoft.com/office/drawing/2014/main" id="{AAD136B7-9E2A-4745-AF30-9BA82D975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3305"/>
              <a:ext cx="52" cy="51"/>
            </a:xfrm>
            <a:custGeom>
              <a:avLst/>
              <a:gdLst>
                <a:gd name="T0" fmla="*/ 76 w 32"/>
                <a:gd name="T1" fmla="*/ 0 h 29"/>
                <a:gd name="T2" fmla="*/ 159 w 32"/>
                <a:gd name="T3" fmla="*/ 288 h 29"/>
                <a:gd name="T4" fmla="*/ 364 w 32"/>
                <a:gd name="T5" fmla="*/ 489 h 29"/>
                <a:gd name="T6" fmla="*/ 68 w 32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7" y="0"/>
                  </a:moveTo>
                  <a:cubicBezTo>
                    <a:pt x="0" y="8"/>
                    <a:pt x="9" y="13"/>
                    <a:pt x="14" y="17"/>
                  </a:cubicBezTo>
                  <a:cubicBezTo>
                    <a:pt x="21" y="22"/>
                    <a:pt x="25" y="26"/>
                    <a:pt x="32" y="29"/>
                  </a:cubicBezTo>
                  <a:cubicBezTo>
                    <a:pt x="23" y="24"/>
                    <a:pt x="3" y="1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1083">
              <a:extLst>
                <a:ext uri="{FF2B5EF4-FFF2-40B4-BE49-F238E27FC236}">
                  <a16:creationId xmlns:a16="http://schemas.microsoft.com/office/drawing/2014/main" id="{FA3273E8-3930-4CBB-B035-2666555D5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204"/>
              <a:ext cx="23" cy="26"/>
            </a:xfrm>
            <a:custGeom>
              <a:avLst/>
              <a:gdLst>
                <a:gd name="T0" fmla="*/ 168 w 14"/>
                <a:gd name="T1" fmla="*/ 0 h 15"/>
                <a:gd name="T2" fmla="*/ 95 w 14"/>
                <a:gd name="T3" fmla="*/ 234 h 15"/>
                <a:gd name="T4" fmla="*/ 156 w 14"/>
                <a:gd name="T5" fmla="*/ 1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4" y="0"/>
                  </a:moveTo>
                  <a:cubicBezTo>
                    <a:pt x="10" y="0"/>
                    <a:pt x="0" y="12"/>
                    <a:pt x="8" y="15"/>
                  </a:cubicBezTo>
                  <a:cubicBezTo>
                    <a:pt x="7" y="8"/>
                    <a:pt x="9" y="5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1084">
              <a:extLst>
                <a:ext uri="{FF2B5EF4-FFF2-40B4-BE49-F238E27FC236}">
                  <a16:creationId xmlns:a16="http://schemas.microsoft.com/office/drawing/2014/main" id="{347823BC-4C73-40B2-9AE7-C80F2C393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596"/>
              <a:ext cx="1347" cy="480"/>
            </a:xfrm>
            <a:custGeom>
              <a:avLst/>
              <a:gdLst>
                <a:gd name="T0" fmla="*/ 567 w 822"/>
                <a:gd name="T1" fmla="*/ 4131 h 275"/>
                <a:gd name="T2" fmla="*/ 577 w 822"/>
                <a:gd name="T3" fmla="*/ 4131 h 275"/>
                <a:gd name="T4" fmla="*/ 577 w 822"/>
                <a:gd name="T5" fmla="*/ 4111 h 275"/>
                <a:gd name="T6" fmla="*/ 1345 w 822"/>
                <a:gd name="T7" fmla="*/ 3646 h 275"/>
                <a:gd name="T8" fmla="*/ 1796 w 822"/>
                <a:gd name="T9" fmla="*/ 2889 h 275"/>
                <a:gd name="T10" fmla="*/ 2551 w 822"/>
                <a:gd name="T11" fmla="*/ 2239 h 275"/>
                <a:gd name="T12" fmla="*/ 3330 w 822"/>
                <a:gd name="T13" fmla="*/ 1442 h 275"/>
                <a:gd name="T14" fmla="*/ 4462 w 822"/>
                <a:gd name="T15" fmla="*/ 847 h 275"/>
                <a:gd name="T16" fmla="*/ 5622 w 822"/>
                <a:gd name="T17" fmla="*/ 1112 h 275"/>
                <a:gd name="T18" fmla="*/ 6533 w 822"/>
                <a:gd name="T19" fmla="*/ 1456 h 275"/>
                <a:gd name="T20" fmla="*/ 7215 w 822"/>
                <a:gd name="T21" fmla="*/ 2105 h 275"/>
                <a:gd name="T22" fmla="*/ 7508 w 822"/>
                <a:gd name="T23" fmla="*/ 2641 h 275"/>
                <a:gd name="T24" fmla="*/ 7859 w 822"/>
                <a:gd name="T25" fmla="*/ 3287 h 275"/>
                <a:gd name="T26" fmla="*/ 8551 w 822"/>
                <a:gd name="T27" fmla="*/ 4173 h 275"/>
                <a:gd name="T28" fmla="*/ 9044 w 822"/>
                <a:gd name="T29" fmla="*/ 4243 h 275"/>
                <a:gd name="T30" fmla="*/ 9031 w 822"/>
                <a:gd name="T31" fmla="*/ 4280 h 275"/>
                <a:gd name="T32" fmla="*/ 9044 w 822"/>
                <a:gd name="T33" fmla="*/ 4280 h 275"/>
                <a:gd name="T34" fmla="*/ 9712 w 822"/>
                <a:gd name="T35" fmla="*/ 4458 h 275"/>
                <a:gd name="T36" fmla="*/ 9170 w 822"/>
                <a:gd name="T37" fmla="*/ 3871 h 275"/>
                <a:gd name="T38" fmla="*/ 8097 w 822"/>
                <a:gd name="T39" fmla="*/ 2349 h 275"/>
                <a:gd name="T40" fmla="*/ 7607 w 822"/>
                <a:gd name="T41" fmla="*/ 1370 h 275"/>
                <a:gd name="T42" fmla="*/ 6773 w 822"/>
                <a:gd name="T43" fmla="*/ 1021 h 275"/>
                <a:gd name="T44" fmla="*/ 6255 w 822"/>
                <a:gd name="T45" fmla="*/ 241 h 275"/>
                <a:gd name="T46" fmla="*/ 5416 w 822"/>
                <a:gd name="T47" fmla="*/ 197 h 275"/>
                <a:gd name="T48" fmla="*/ 3905 w 822"/>
                <a:gd name="T49" fmla="*/ 0 h 275"/>
                <a:gd name="T50" fmla="*/ 2755 w 822"/>
                <a:gd name="T51" fmla="*/ 436 h 275"/>
                <a:gd name="T52" fmla="*/ 1883 w 822"/>
                <a:gd name="T53" fmla="*/ 1978 h 275"/>
                <a:gd name="T54" fmla="*/ 1262 w 822"/>
                <a:gd name="T55" fmla="*/ 2803 h 275"/>
                <a:gd name="T56" fmla="*/ 959 w 822"/>
                <a:gd name="T57" fmla="*/ 3583 h 275"/>
                <a:gd name="T58" fmla="*/ 346 w 822"/>
                <a:gd name="T59" fmla="*/ 3887 h 275"/>
                <a:gd name="T60" fmla="*/ 0 w 822"/>
                <a:gd name="T61" fmla="*/ 4458 h 275"/>
                <a:gd name="T62" fmla="*/ 567 w 822"/>
                <a:gd name="T63" fmla="*/ 4131 h 27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22" h="275">
                  <a:moveTo>
                    <a:pt x="48" y="255"/>
                  </a:moveTo>
                  <a:cubicBezTo>
                    <a:pt x="48" y="255"/>
                    <a:pt x="48" y="255"/>
                    <a:pt x="49" y="255"/>
                  </a:cubicBezTo>
                  <a:cubicBezTo>
                    <a:pt x="49" y="254"/>
                    <a:pt x="49" y="254"/>
                    <a:pt x="49" y="254"/>
                  </a:cubicBezTo>
                  <a:cubicBezTo>
                    <a:pt x="49" y="254"/>
                    <a:pt x="110" y="247"/>
                    <a:pt x="114" y="225"/>
                  </a:cubicBezTo>
                  <a:cubicBezTo>
                    <a:pt x="118" y="203"/>
                    <a:pt x="140" y="196"/>
                    <a:pt x="152" y="178"/>
                  </a:cubicBezTo>
                  <a:cubicBezTo>
                    <a:pt x="165" y="160"/>
                    <a:pt x="181" y="145"/>
                    <a:pt x="216" y="138"/>
                  </a:cubicBezTo>
                  <a:cubicBezTo>
                    <a:pt x="251" y="130"/>
                    <a:pt x="236" y="87"/>
                    <a:pt x="282" y="89"/>
                  </a:cubicBezTo>
                  <a:cubicBezTo>
                    <a:pt x="327" y="90"/>
                    <a:pt x="331" y="63"/>
                    <a:pt x="378" y="52"/>
                  </a:cubicBezTo>
                  <a:cubicBezTo>
                    <a:pt x="425" y="41"/>
                    <a:pt x="451" y="39"/>
                    <a:pt x="476" y="69"/>
                  </a:cubicBezTo>
                  <a:cubicBezTo>
                    <a:pt x="502" y="98"/>
                    <a:pt x="529" y="99"/>
                    <a:pt x="553" y="90"/>
                  </a:cubicBezTo>
                  <a:cubicBezTo>
                    <a:pt x="576" y="81"/>
                    <a:pt x="607" y="101"/>
                    <a:pt x="611" y="130"/>
                  </a:cubicBezTo>
                  <a:cubicBezTo>
                    <a:pt x="615" y="160"/>
                    <a:pt x="613" y="152"/>
                    <a:pt x="635" y="163"/>
                  </a:cubicBezTo>
                  <a:cubicBezTo>
                    <a:pt x="656" y="174"/>
                    <a:pt x="649" y="176"/>
                    <a:pt x="665" y="203"/>
                  </a:cubicBezTo>
                  <a:cubicBezTo>
                    <a:pt x="682" y="230"/>
                    <a:pt x="685" y="249"/>
                    <a:pt x="724" y="258"/>
                  </a:cubicBezTo>
                  <a:cubicBezTo>
                    <a:pt x="762" y="267"/>
                    <a:pt x="765" y="262"/>
                    <a:pt x="765" y="262"/>
                  </a:cubicBezTo>
                  <a:cubicBezTo>
                    <a:pt x="765" y="262"/>
                    <a:pt x="765" y="262"/>
                    <a:pt x="764" y="264"/>
                  </a:cubicBezTo>
                  <a:cubicBezTo>
                    <a:pt x="764" y="264"/>
                    <a:pt x="765" y="264"/>
                    <a:pt x="765" y="264"/>
                  </a:cubicBezTo>
                  <a:cubicBezTo>
                    <a:pt x="772" y="271"/>
                    <a:pt x="805" y="274"/>
                    <a:pt x="822" y="275"/>
                  </a:cubicBezTo>
                  <a:cubicBezTo>
                    <a:pt x="822" y="273"/>
                    <a:pt x="792" y="249"/>
                    <a:pt x="776" y="239"/>
                  </a:cubicBezTo>
                  <a:cubicBezTo>
                    <a:pt x="735" y="213"/>
                    <a:pt x="712" y="185"/>
                    <a:pt x="685" y="145"/>
                  </a:cubicBezTo>
                  <a:cubicBezTo>
                    <a:pt x="671" y="124"/>
                    <a:pt x="664" y="100"/>
                    <a:pt x="644" y="85"/>
                  </a:cubicBezTo>
                  <a:cubicBezTo>
                    <a:pt x="625" y="70"/>
                    <a:pt x="595" y="73"/>
                    <a:pt x="573" y="63"/>
                  </a:cubicBezTo>
                  <a:cubicBezTo>
                    <a:pt x="553" y="54"/>
                    <a:pt x="549" y="25"/>
                    <a:pt x="529" y="15"/>
                  </a:cubicBezTo>
                  <a:cubicBezTo>
                    <a:pt x="508" y="4"/>
                    <a:pt x="482" y="12"/>
                    <a:pt x="458" y="12"/>
                  </a:cubicBezTo>
                  <a:cubicBezTo>
                    <a:pt x="413" y="12"/>
                    <a:pt x="373" y="0"/>
                    <a:pt x="330" y="0"/>
                  </a:cubicBezTo>
                  <a:cubicBezTo>
                    <a:pt x="296" y="0"/>
                    <a:pt x="262" y="6"/>
                    <a:pt x="233" y="27"/>
                  </a:cubicBezTo>
                  <a:cubicBezTo>
                    <a:pt x="193" y="57"/>
                    <a:pt x="188" y="86"/>
                    <a:pt x="159" y="122"/>
                  </a:cubicBezTo>
                  <a:cubicBezTo>
                    <a:pt x="145" y="141"/>
                    <a:pt x="121" y="154"/>
                    <a:pt x="107" y="173"/>
                  </a:cubicBezTo>
                  <a:cubicBezTo>
                    <a:pt x="95" y="190"/>
                    <a:pt x="100" y="210"/>
                    <a:pt x="81" y="221"/>
                  </a:cubicBezTo>
                  <a:cubicBezTo>
                    <a:pt x="66" y="230"/>
                    <a:pt x="44" y="227"/>
                    <a:pt x="29" y="240"/>
                  </a:cubicBezTo>
                  <a:cubicBezTo>
                    <a:pt x="14" y="251"/>
                    <a:pt x="12" y="261"/>
                    <a:pt x="0" y="275"/>
                  </a:cubicBezTo>
                  <a:cubicBezTo>
                    <a:pt x="15" y="275"/>
                    <a:pt x="39" y="265"/>
                    <a:pt x="48" y="255"/>
                  </a:cubicBezTo>
                  <a:close/>
                </a:path>
              </a:pathLst>
            </a:custGeom>
            <a:solidFill>
              <a:srgbClr val="E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1085">
              <a:extLst>
                <a:ext uri="{FF2B5EF4-FFF2-40B4-BE49-F238E27FC236}">
                  <a16:creationId xmlns:a16="http://schemas.microsoft.com/office/drawing/2014/main" id="{D301A636-29D5-483B-ACB8-6BB86336E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615"/>
              <a:ext cx="1300" cy="463"/>
            </a:xfrm>
            <a:custGeom>
              <a:avLst/>
              <a:gdLst>
                <a:gd name="T0" fmla="*/ 316 w 794"/>
                <a:gd name="T1" fmla="*/ 3968 h 265"/>
                <a:gd name="T2" fmla="*/ 1094 w 794"/>
                <a:gd name="T3" fmla="*/ 3505 h 265"/>
                <a:gd name="T4" fmla="*/ 1536 w 794"/>
                <a:gd name="T5" fmla="*/ 2741 h 265"/>
                <a:gd name="T6" fmla="*/ 2287 w 794"/>
                <a:gd name="T7" fmla="*/ 2084 h 265"/>
                <a:gd name="T8" fmla="*/ 3058 w 794"/>
                <a:gd name="T9" fmla="*/ 1286 h 265"/>
                <a:gd name="T10" fmla="*/ 4193 w 794"/>
                <a:gd name="T11" fmla="*/ 683 h 265"/>
                <a:gd name="T12" fmla="*/ 5354 w 794"/>
                <a:gd name="T13" fmla="*/ 959 h 265"/>
                <a:gd name="T14" fmla="*/ 6246 w 794"/>
                <a:gd name="T15" fmla="*/ 1323 h 265"/>
                <a:gd name="T16" fmla="*/ 6921 w 794"/>
                <a:gd name="T17" fmla="*/ 1871 h 265"/>
                <a:gd name="T18" fmla="*/ 6991 w 794"/>
                <a:gd name="T19" fmla="*/ 2161 h 265"/>
                <a:gd name="T20" fmla="*/ 7012 w 794"/>
                <a:gd name="T21" fmla="*/ 2357 h 265"/>
                <a:gd name="T22" fmla="*/ 7217 w 794"/>
                <a:gd name="T23" fmla="*/ 2484 h 265"/>
                <a:gd name="T24" fmla="*/ 7576 w 794"/>
                <a:gd name="T25" fmla="*/ 3141 h 265"/>
                <a:gd name="T26" fmla="*/ 8257 w 794"/>
                <a:gd name="T27" fmla="*/ 4039 h 265"/>
                <a:gd name="T28" fmla="*/ 8753 w 794"/>
                <a:gd name="T29" fmla="*/ 4102 h 265"/>
                <a:gd name="T30" fmla="*/ 8809 w 794"/>
                <a:gd name="T31" fmla="*/ 4167 h 265"/>
                <a:gd name="T32" fmla="*/ 9339 w 794"/>
                <a:gd name="T33" fmla="*/ 4293 h 265"/>
                <a:gd name="T34" fmla="*/ 8931 w 794"/>
                <a:gd name="T35" fmla="*/ 3926 h 265"/>
                <a:gd name="T36" fmla="*/ 7861 w 794"/>
                <a:gd name="T37" fmla="*/ 2394 h 265"/>
                <a:gd name="T38" fmla="*/ 7217 w 794"/>
                <a:gd name="T39" fmla="*/ 1221 h 265"/>
                <a:gd name="T40" fmla="*/ 6552 w 794"/>
                <a:gd name="T41" fmla="*/ 1062 h 265"/>
                <a:gd name="T42" fmla="*/ 5930 w 794"/>
                <a:gd name="T43" fmla="*/ 412 h 265"/>
                <a:gd name="T44" fmla="*/ 5166 w 794"/>
                <a:gd name="T45" fmla="*/ 86 h 265"/>
                <a:gd name="T46" fmla="*/ 3677 w 794"/>
                <a:gd name="T47" fmla="*/ 28 h 265"/>
                <a:gd name="T48" fmla="*/ 2603 w 794"/>
                <a:gd name="T49" fmla="*/ 348 h 265"/>
                <a:gd name="T50" fmla="*/ 1681 w 794"/>
                <a:gd name="T51" fmla="*/ 2021 h 265"/>
                <a:gd name="T52" fmla="*/ 1082 w 794"/>
                <a:gd name="T53" fmla="*/ 2656 h 265"/>
                <a:gd name="T54" fmla="*/ 765 w 794"/>
                <a:gd name="T55" fmla="*/ 3632 h 265"/>
                <a:gd name="T56" fmla="*/ 144 w 794"/>
                <a:gd name="T57" fmla="*/ 3942 h 265"/>
                <a:gd name="T58" fmla="*/ 0 w 794"/>
                <a:gd name="T59" fmla="*/ 4232 h 265"/>
                <a:gd name="T60" fmla="*/ 316 w 794"/>
                <a:gd name="T61" fmla="*/ 3991 h 26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94" h="265">
                  <a:moveTo>
                    <a:pt x="27" y="244"/>
                  </a:moveTo>
                  <a:cubicBezTo>
                    <a:pt x="27" y="244"/>
                    <a:pt x="89" y="237"/>
                    <a:pt x="93" y="215"/>
                  </a:cubicBezTo>
                  <a:cubicBezTo>
                    <a:pt x="96" y="193"/>
                    <a:pt x="118" y="186"/>
                    <a:pt x="131" y="168"/>
                  </a:cubicBezTo>
                  <a:cubicBezTo>
                    <a:pt x="143" y="150"/>
                    <a:pt x="160" y="135"/>
                    <a:pt x="194" y="128"/>
                  </a:cubicBezTo>
                  <a:cubicBezTo>
                    <a:pt x="229" y="121"/>
                    <a:pt x="214" y="77"/>
                    <a:pt x="260" y="79"/>
                  </a:cubicBezTo>
                  <a:cubicBezTo>
                    <a:pt x="305" y="81"/>
                    <a:pt x="309" y="53"/>
                    <a:pt x="356" y="42"/>
                  </a:cubicBezTo>
                  <a:cubicBezTo>
                    <a:pt x="404" y="32"/>
                    <a:pt x="429" y="30"/>
                    <a:pt x="455" y="59"/>
                  </a:cubicBezTo>
                  <a:cubicBezTo>
                    <a:pt x="480" y="88"/>
                    <a:pt x="507" y="90"/>
                    <a:pt x="531" y="81"/>
                  </a:cubicBezTo>
                  <a:cubicBezTo>
                    <a:pt x="553" y="72"/>
                    <a:pt x="581" y="89"/>
                    <a:pt x="588" y="115"/>
                  </a:cubicBezTo>
                  <a:cubicBezTo>
                    <a:pt x="591" y="120"/>
                    <a:pt x="593" y="126"/>
                    <a:pt x="594" y="133"/>
                  </a:cubicBezTo>
                  <a:cubicBezTo>
                    <a:pt x="595" y="138"/>
                    <a:pt x="595" y="142"/>
                    <a:pt x="596" y="145"/>
                  </a:cubicBezTo>
                  <a:cubicBezTo>
                    <a:pt x="599" y="147"/>
                    <a:pt x="604" y="149"/>
                    <a:pt x="613" y="153"/>
                  </a:cubicBezTo>
                  <a:cubicBezTo>
                    <a:pt x="635" y="164"/>
                    <a:pt x="628" y="166"/>
                    <a:pt x="644" y="193"/>
                  </a:cubicBezTo>
                  <a:cubicBezTo>
                    <a:pt x="660" y="221"/>
                    <a:pt x="664" y="239"/>
                    <a:pt x="702" y="248"/>
                  </a:cubicBezTo>
                  <a:cubicBezTo>
                    <a:pt x="740" y="257"/>
                    <a:pt x="744" y="252"/>
                    <a:pt x="744" y="252"/>
                  </a:cubicBezTo>
                  <a:cubicBezTo>
                    <a:pt x="744" y="252"/>
                    <a:pt x="744" y="254"/>
                    <a:pt x="749" y="256"/>
                  </a:cubicBezTo>
                  <a:cubicBezTo>
                    <a:pt x="754" y="259"/>
                    <a:pt x="781" y="265"/>
                    <a:pt x="794" y="264"/>
                  </a:cubicBezTo>
                  <a:cubicBezTo>
                    <a:pt x="776" y="254"/>
                    <a:pt x="773" y="250"/>
                    <a:pt x="759" y="241"/>
                  </a:cubicBezTo>
                  <a:cubicBezTo>
                    <a:pt x="719" y="215"/>
                    <a:pt x="695" y="187"/>
                    <a:pt x="668" y="147"/>
                  </a:cubicBezTo>
                  <a:cubicBezTo>
                    <a:pt x="654" y="127"/>
                    <a:pt x="633" y="91"/>
                    <a:pt x="613" y="75"/>
                  </a:cubicBezTo>
                  <a:cubicBezTo>
                    <a:pt x="594" y="60"/>
                    <a:pt x="579" y="75"/>
                    <a:pt x="557" y="65"/>
                  </a:cubicBezTo>
                  <a:cubicBezTo>
                    <a:pt x="537" y="56"/>
                    <a:pt x="524" y="36"/>
                    <a:pt x="504" y="25"/>
                  </a:cubicBezTo>
                  <a:cubicBezTo>
                    <a:pt x="483" y="15"/>
                    <a:pt x="462" y="5"/>
                    <a:pt x="439" y="5"/>
                  </a:cubicBezTo>
                  <a:cubicBezTo>
                    <a:pt x="394" y="5"/>
                    <a:pt x="357" y="2"/>
                    <a:pt x="313" y="2"/>
                  </a:cubicBezTo>
                  <a:cubicBezTo>
                    <a:pt x="279" y="2"/>
                    <a:pt x="250" y="0"/>
                    <a:pt x="221" y="21"/>
                  </a:cubicBezTo>
                  <a:cubicBezTo>
                    <a:pt x="181" y="51"/>
                    <a:pt x="171" y="88"/>
                    <a:pt x="143" y="124"/>
                  </a:cubicBezTo>
                  <a:cubicBezTo>
                    <a:pt x="128" y="143"/>
                    <a:pt x="106" y="143"/>
                    <a:pt x="92" y="163"/>
                  </a:cubicBezTo>
                  <a:cubicBezTo>
                    <a:pt x="80" y="179"/>
                    <a:pt x="83" y="212"/>
                    <a:pt x="65" y="223"/>
                  </a:cubicBezTo>
                  <a:cubicBezTo>
                    <a:pt x="49" y="233"/>
                    <a:pt x="28" y="229"/>
                    <a:pt x="12" y="242"/>
                  </a:cubicBezTo>
                  <a:cubicBezTo>
                    <a:pt x="4" y="249"/>
                    <a:pt x="1" y="254"/>
                    <a:pt x="0" y="260"/>
                  </a:cubicBezTo>
                  <a:cubicBezTo>
                    <a:pt x="0" y="260"/>
                    <a:pt x="15" y="257"/>
                    <a:pt x="27" y="245"/>
                  </a:cubicBezTo>
                </a:path>
              </a:pathLst>
            </a:custGeom>
            <a:solidFill>
              <a:srgbClr val="ED7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Freeform 1086">
              <a:extLst>
                <a:ext uri="{FF2B5EF4-FFF2-40B4-BE49-F238E27FC236}">
                  <a16:creationId xmlns:a16="http://schemas.microsoft.com/office/drawing/2014/main" id="{59074093-0CA7-4E3D-88B7-15DCE9BE7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633"/>
              <a:ext cx="1151" cy="442"/>
            </a:xfrm>
            <a:custGeom>
              <a:avLst/>
              <a:gdLst>
                <a:gd name="T0" fmla="*/ 8270 w 703"/>
                <a:gd name="T1" fmla="*/ 4118 h 253"/>
                <a:gd name="T2" fmla="*/ 8106 w 703"/>
                <a:gd name="T3" fmla="*/ 3988 h 253"/>
                <a:gd name="T4" fmla="*/ 7024 w 703"/>
                <a:gd name="T5" fmla="*/ 2456 h 253"/>
                <a:gd name="T6" fmla="*/ 6426 w 703"/>
                <a:gd name="T7" fmla="*/ 1270 h 253"/>
                <a:gd name="T8" fmla="*/ 5717 w 703"/>
                <a:gd name="T9" fmla="*/ 1127 h 253"/>
                <a:gd name="T10" fmla="*/ 5118 w 703"/>
                <a:gd name="T11" fmla="*/ 391 h 253"/>
                <a:gd name="T12" fmla="*/ 4362 w 703"/>
                <a:gd name="T13" fmla="*/ 287 h 253"/>
                <a:gd name="T14" fmla="*/ 2860 w 703"/>
                <a:gd name="T15" fmla="*/ 91 h 253"/>
                <a:gd name="T16" fmla="*/ 1681 w 703"/>
                <a:gd name="T17" fmla="*/ 351 h 253"/>
                <a:gd name="T18" fmla="*/ 846 w 703"/>
                <a:gd name="T19" fmla="*/ 2084 h 253"/>
                <a:gd name="T20" fmla="*/ 236 w 703"/>
                <a:gd name="T21" fmla="*/ 2918 h 253"/>
                <a:gd name="T22" fmla="*/ 0 w 703"/>
                <a:gd name="T23" fmla="*/ 3613 h 253"/>
                <a:gd name="T24" fmla="*/ 226 w 703"/>
                <a:gd name="T25" fmla="*/ 3333 h 253"/>
                <a:gd name="T26" fmla="*/ 668 w 703"/>
                <a:gd name="T27" fmla="*/ 2570 h 253"/>
                <a:gd name="T28" fmla="*/ 1410 w 703"/>
                <a:gd name="T29" fmla="*/ 1920 h 253"/>
                <a:gd name="T30" fmla="*/ 2191 w 703"/>
                <a:gd name="T31" fmla="*/ 1127 h 253"/>
                <a:gd name="T32" fmla="*/ 3319 w 703"/>
                <a:gd name="T33" fmla="*/ 522 h 253"/>
                <a:gd name="T34" fmla="*/ 4484 w 703"/>
                <a:gd name="T35" fmla="*/ 800 h 253"/>
                <a:gd name="T36" fmla="*/ 5377 w 703"/>
                <a:gd name="T37" fmla="*/ 1157 h 253"/>
                <a:gd name="T38" fmla="*/ 6056 w 703"/>
                <a:gd name="T39" fmla="*/ 1806 h 253"/>
                <a:gd name="T40" fmla="*/ 6069 w 703"/>
                <a:gd name="T41" fmla="*/ 1822 h 253"/>
                <a:gd name="T42" fmla="*/ 6094 w 703"/>
                <a:gd name="T43" fmla="*/ 1920 h 253"/>
                <a:gd name="T44" fmla="*/ 6166 w 703"/>
                <a:gd name="T45" fmla="*/ 2219 h 253"/>
                <a:gd name="T46" fmla="*/ 6166 w 703"/>
                <a:gd name="T47" fmla="*/ 2219 h 253"/>
                <a:gd name="T48" fmla="*/ 6338 w 703"/>
                <a:gd name="T49" fmla="*/ 2329 h 253"/>
                <a:gd name="T50" fmla="*/ 6706 w 703"/>
                <a:gd name="T51" fmla="*/ 2982 h 253"/>
                <a:gd name="T52" fmla="*/ 7387 w 703"/>
                <a:gd name="T53" fmla="*/ 3877 h 253"/>
                <a:gd name="T54" fmla="*/ 7883 w 703"/>
                <a:gd name="T55" fmla="*/ 3940 h 253"/>
                <a:gd name="T56" fmla="*/ 8270 w 703"/>
                <a:gd name="T57" fmla="*/ 4118 h 25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03" h="253">
                  <a:moveTo>
                    <a:pt x="703" y="253"/>
                  </a:moveTo>
                  <a:cubicBezTo>
                    <a:pt x="699" y="250"/>
                    <a:pt x="694" y="248"/>
                    <a:pt x="689" y="245"/>
                  </a:cubicBezTo>
                  <a:cubicBezTo>
                    <a:pt x="648" y="219"/>
                    <a:pt x="624" y="191"/>
                    <a:pt x="597" y="151"/>
                  </a:cubicBezTo>
                  <a:cubicBezTo>
                    <a:pt x="583" y="130"/>
                    <a:pt x="566" y="93"/>
                    <a:pt x="546" y="78"/>
                  </a:cubicBezTo>
                  <a:cubicBezTo>
                    <a:pt x="526" y="63"/>
                    <a:pt x="508" y="79"/>
                    <a:pt x="486" y="69"/>
                  </a:cubicBezTo>
                  <a:cubicBezTo>
                    <a:pt x="466" y="60"/>
                    <a:pt x="455" y="35"/>
                    <a:pt x="435" y="24"/>
                  </a:cubicBezTo>
                  <a:cubicBezTo>
                    <a:pt x="414" y="14"/>
                    <a:pt x="394" y="18"/>
                    <a:pt x="371" y="18"/>
                  </a:cubicBezTo>
                  <a:cubicBezTo>
                    <a:pt x="326" y="18"/>
                    <a:pt x="286" y="6"/>
                    <a:pt x="243" y="6"/>
                  </a:cubicBezTo>
                  <a:cubicBezTo>
                    <a:pt x="208" y="6"/>
                    <a:pt x="172" y="0"/>
                    <a:pt x="143" y="22"/>
                  </a:cubicBezTo>
                  <a:cubicBezTo>
                    <a:pt x="103" y="51"/>
                    <a:pt x="100" y="92"/>
                    <a:pt x="72" y="128"/>
                  </a:cubicBezTo>
                  <a:cubicBezTo>
                    <a:pt x="57" y="147"/>
                    <a:pt x="34" y="160"/>
                    <a:pt x="20" y="179"/>
                  </a:cubicBezTo>
                  <a:cubicBezTo>
                    <a:pt x="10" y="194"/>
                    <a:pt x="12" y="211"/>
                    <a:pt x="0" y="222"/>
                  </a:cubicBezTo>
                  <a:cubicBezTo>
                    <a:pt x="10" y="218"/>
                    <a:pt x="17" y="212"/>
                    <a:pt x="19" y="205"/>
                  </a:cubicBezTo>
                  <a:cubicBezTo>
                    <a:pt x="22" y="183"/>
                    <a:pt x="44" y="176"/>
                    <a:pt x="57" y="158"/>
                  </a:cubicBezTo>
                  <a:cubicBezTo>
                    <a:pt x="69" y="140"/>
                    <a:pt x="86" y="125"/>
                    <a:pt x="120" y="118"/>
                  </a:cubicBezTo>
                  <a:cubicBezTo>
                    <a:pt x="155" y="111"/>
                    <a:pt x="140" y="67"/>
                    <a:pt x="186" y="69"/>
                  </a:cubicBezTo>
                  <a:cubicBezTo>
                    <a:pt x="231" y="71"/>
                    <a:pt x="235" y="43"/>
                    <a:pt x="282" y="32"/>
                  </a:cubicBezTo>
                  <a:cubicBezTo>
                    <a:pt x="330" y="22"/>
                    <a:pt x="355" y="20"/>
                    <a:pt x="381" y="49"/>
                  </a:cubicBezTo>
                  <a:cubicBezTo>
                    <a:pt x="406" y="78"/>
                    <a:pt x="433" y="80"/>
                    <a:pt x="457" y="71"/>
                  </a:cubicBezTo>
                  <a:cubicBezTo>
                    <a:pt x="481" y="62"/>
                    <a:pt x="512" y="82"/>
                    <a:pt x="515" y="111"/>
                  </a:cubicBezTo>
                  <a:cubicBezTo>
                    <a:pt x="515" y="111"/>
                    <a:pt x="515" y="112"/>
                    <a:pt x="516" y="112"/>
                  </a:cubicBezTo>
                  <a:cubicBezTo>
                    <a:pt x="516" y="114"/>
                    <a:pt x="517" y="116"/>
                    <a:pt x="518" y="118"/>
                  </a:cubicBezTo>
                  <a:cubicBezTo>
                    <a:pt x="521" y="124"/>
                    <a:pt x="523" y="130"/>
                    <a:pt x="524" y="136"/>
                  </a:cubicBezTo>
                  <a:cubicBezTo>
                    <a:pt x="524" y="136"/>
                    <a:pt x="524" y="136"/>
                    <a:pt x="524" y="136"/>
                  </a:cubicBezTo>
                  <a:cubicBezTo>
                    <a:pt x="527" y="138"/>
                    <a:pt x="532" y="140"/>
                    <a:pt x="539" y="143"/>
                  </a:cubicBezTo>
                  <a:cubicBezTo>
                    <a:pt x="561" y="154"/>
                    <a:pt x="554" y="156"/>
                    <a:pt x="570" y="183"/>
                  </a:cubicBezTo>
                  <a:cubicBezTo>
                    <a:pt x="586" y="211"/>
                    <a:pt x="590" y="229"/>
                    <a:pt x="628" y="238"/>
                  </a:cubicBezTo>
                  <a:cubicBezTo>
                    <a:pt x="666" y="247"/>
                    <a:pt x="670" y="242"/>
                    <a:pt x="670" y="242"/>
                  </a:cubicBezTo>
                  <a:cubicBezTo>
                    <a:pt x="670" y="242"/>
                    <a:pt x="674" y="250"/>
                    <a:pt x="703" y="253"/>
                  </a:cubicBezTo>
                  <a:close/>
                </a:path>
              </a:pathLst>
            </a:custGeom>
            <a:solidFill>
              <a:srgbClr val="EB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" name="Freeform 1087">
              <a:extLst>
                <a:ext uri="{FF2B5EF4-FFF2-40B4-BE49-F238E27FC236}">
                  <a16:creationId xmlns:a16="http://schemas.microsoft.com/office/drawing/2014/main" id="{92481FBC-A6A9-4364-844E-F6C02B526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668"/>
              <a:ext cx="1251" cy="1213"/>
            </a:xfrm>
            <a:custGeom>
              <a:avLst/>
              <a:gdLst>
                <a:gd name="T0" fmla="*/ 316 w 764"/>
                <a:gd name="T1" fmla="*/ 3461 h 695"/>
                <a:gd name="T2" fmla="*/ 1094 w 764"/>
                <a:gd name="T3" fmla="*/ 2997 h 695"/>
                <a:gd name="T4" fmla="*/ 1544 w 764"/>
                <a:gd name="T5" fmla="*/ 2239 h 695"/>
                <a:gd name="T6" fmla="*/ 2287 w 764"/>
                <a:gd name="T7" fmla="*/ 1585 h 695"/>
                <a:gd name="T8" fmla="*/ 3065 w 764"/>
                <a:gd name="T9" fmla="*/ 798 h 695"/>
                <a:gd name="T10" fmla="*/ 4193 w 764"/>
                <a:gd name="T11" fmla="*/ 197 h 695"/>
                <a:gd name="T12" fmla="*/ 5358 w 764"/>
                <a:gd name="T13" fmla="*/ 473 h 695"/>
                <a:gd name="T14" fmla="*/ 6247 w 764"/>
                <a:gd name="T15" fmla="*/ 826 h 695"/>
                <a:gd name="T16" fmla="*/ 6928 w 764"/>
                <a:gd name="T17" fmla="*/ 1477 h 695"/>
                <a:gd name="T18" fmla="*/ 7218 w 764"/>
                <a:gd name="T19" fmla="*/ 1991 h 695"/>
                <a:gd name="T20" fmla="*/ 7583 w 764"/>
                <a:gd name="T21" fmla="*/ 2637 h 695"/>
                <a:gd name="T22" fmla="*/ 8258 w 764"/>
                <a:gd name="T23" fmla="*/ 3524 h 695"/>
                <a:gd name="T24" fmla="*/ 8754 w 764"/>
                <a:gd name="T25" fmla="*/ 3588 h 695"/>
                <a:gd name="T26" fmla="*/ 8808 w 764"/>
                <a:gd name="T27" fmla="*/ 4108 h 695"/>
                <a:gd name="T28" fmla="*/ 8850 w 764"/>
                <a:gd name="T29" fmla="*/ 4938 h 695"/>
                <a:gd name="T30" fmla="*/ 8732 w 764"/>
                <a:gd name="T31" fmla="*/ 5231 h 695"/>
                <a:gd name="T32" fmla="*/ 8605 w 764"/>
                <a:gd name="T33" fmla="*/ 5566 h 695"/>
                <a:gd name="T34" fmla="*/ 8513 w 764"/>
                <a:gd name="T35" fmla="*/ 6171 h 695"/>
                <a:gd name="T36" fmla="*/ 8808 w 764"/>
                <a:gd name="T37" fmla="*/ 6449 h 695"/>
                <a:gd name="T38" fmla="*/ 8754 w 764"/>
                <a:gd name="T39" fmla="*/ 6884 h 695"/>
                <a:gd name="T40" fmla="*/ 8628 w 764"/>
                <a:gd name="T41" fmla="*/ 7840 h 695"/>
                <a:gd name="T42" fmla="*/ 8181 w 764"/>
                <a:gd name="T43" fmla="*/ 9037 h 695"/>
                <a:gd name="T44" fmla="*/ 7368 w 764"/>
                <a:gd name="T45" fmla="*/ 9714 h 695"/>
                <a:gd name="T46" fmla="*/ 6910 w 764"/>
                <a:gd name="T47" fmla="*/ 10271 h 695"/>
                <a:gd name="T48" fmla="*/ 6612 w 764"/>
                <a:gd name="T49" fmla="*/ 10735 h 695"/>
                <a:gd name="T50" fmla="*/ 6170 w 764"/>
                <a:gd name="T51" fmla="*/ 10969 h 695"/>
                <a:gd name="T52" fmla="*/ 5649 w 764"/>
                <a:gd name="T53" fmla="*/ 11170 h 695"/>
                <a:gd name="T54" fmla="*/ 4884 w 764"/>
                <a:gd name="T55" fmla="*/ 11191 h 695"/>
                <a:gd name="T56" fmla="*/ 4062 w 764"/>
                <a:gd name="T57" fmla="*/ 11207 h 695"/>
                <a:gd name="T58" fmla="*/ 3250 w 764"/>
                <a:gd name="T59" fmla="*/ 10978 h 695"/>
                <a:gd name="T60" fmla="*/ 2775 w 764"/>
                <a:gd name="T61" fmla="*/ 10978 h 695"/>
                <a:gd name="T62" fmla="*/ 2368 w 764"/>
                <a:gd name="T63" fmla="*/ 10430 h 695"/>
                <a:gd name="T64" fmla="*/ 1998 w 764"/>
                <a:gd name="T65" fmla="*/ 10208 h 695"/>
                <a:gd name="T66" fmla="*/ 1556 w 764"/>
                <a:gd name="T67" fmla="*/ 9910 h 695"/>
                <a:gd name="T68" fmla="*/ 1143 w 764"/>
                <a:gd name="T69" fmla="*/ 9601 h 695"/>
                <a:gd name="T70" fmla="*/ 861 w 764"/>
                <a:gd name="T71" fmla="*/ 9388 h 695"/>
                <a:gd name="T72" fmla="*/ 447 w 764"/>
                <a:gd name="T73" fmla="*/ 8988 h 695"/>
                <a:gd name="T74" fmla="*/ 126 w 764"/>
                <a:gd name="T75" fmla="*/ 7840 h 695"/>
                <a:gd name="T76" fmla="*/ 467 w 764"/>
                <a:gd name="T77" fmla="*/ 7405 h 695"/>
                <a:gd name="T78" fmla="*/ 404 w 764"/>
                <a:gd name="T79" fmla="*/ 6960 h 695"/>
                <a:gd name="T80" fmla="*/ 483 w 764"/>
                <a:gd name="T81" fmla="*/ 6735 h 695"/>
                <a:gd name="T82" fmla="*/ 373 w 764"/>
                <a:gd name="T83" fmla="*/ 6384 h 695"/>
                <a:gd name="T84" fmla="*/ 206 w 764"/>
                <a:gd name="T85" fmla="*/ 6126 h 695"/>
                <a:gd name="T86" fmla="*/ 236 w 764"/>
                <a:gd name="T87" fmla="*/ 5890 h 695"/>
                <a:gd name="T88" fmla="*/ 282 w 764"/>
                <a:gd name="T89" fmla="*/ 5651 h 695"/>
                <a:gd name="T90" fmla="*/ 201 w 764"/>
                <a:gd name="T91" fmla="*/ 5328 h 695"/>
                <a:gd name="T92" fmla="*/ 201 w 764"/>
                <a:gd name="T93" fmla="*/ 4993 h 695"/>
                <a:gd name="T94" fmla="*/ 110 w 764"/>
                <a:gd name="T95" fmla="*/ 4807 h 695"/>
                <a:gd name="T96" fmla="*/ 260 w 764"/>
                <a:gd name="T97" fmla="*/ 4259 h 695"/>
                <a:gd name="T98" fmla="*/ 295 w 764"/>
                <a:gd name="T99" fmla="*/ 3759 h 695"/>
                <a:gd name="T100" fmla="*/ 316 w 764"/>
                <a:gd name="T101" fmla="*/ 3461 h 69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64" h="695">
                  <a:moveTo>
                    <a:pt x="27" y="214"/>
                  </a:moveTo>
                  <a:cubicBezTo>
                    <a:pt x="27" y="214"/>
                    <a:pt x="89" y="207"/>
                    <a:pt x="93" y="185"/>
                  </a:cubicBezTo>
                  <a:cubicBezTo>
                    <a:pt x="96" y="163"/>
                    <a:pt x="118" y="156"/>
                    <a:pt x="131" y="138"/>
                  </a:cubicBezTo>
                  <a:cubicBezTo>
                    <a:pt x="143" y="120"/>
                    <a:pt x="160" y="105"/>
                    <a:pt x="194" y="98"/>
                  </a:cubicBezTo>
                  <a:cubicBezTo>
                    <a:pt x="229" y="91"/>
                    <a:pt x="214" y="47"/>
                    <a:pt x="260" y="49"/>
                  </a:cubicBezTo>
                  <a:cubicBezTo>
                    <a:pt x="305" y="51"/>
                    <a:pt x="309" y="23"/>
                    <a:pt x="356" y="12"/>
                  </a:cubicBezTo>
                  <a:cubicBezTo>
                    <a:pt x="404" y="2"/>
                    <a:pt x="429" y="0"/>
                    <a:pt x="455" y="29"/>
                  </a:cubicBezTo>
                  <a:cubicBezTo>
                    <a:pt x="480" y="58"/>
                    <a:pt x="507" y="60"/>
                    <a:pt x="531" y="51"/>
                  </a:cubicBezTo>
                  <a:cubicBezTo>
                    <a:pt x="555" y="42"/>
                    <a:pt x="586" y="62"/>
                    <a:pt x="589" y="91"/>
                  </a:cubicBezTo>
                  <a:cubicBezTo>
                    <a:pt x="593" y="120"/>
                    <a:pt x="591" y="113"/>
                    <a:pt x="613" y="123"/>
                  </a:cubicBezTo>
                  <a:cubicBezTo>
                    <a:pt x="635" y="134"/>
                    <a:pt x="628" y="136"/>
                    <a:pt x="644" y="163"/>
                  </a:cubicBezTo>
                  <a:cubicBezTo>
                    <a:pt x="660" y="191"/>
                    <a:pt x="664" y="209"/>
                    <a:pt x="702" y="218"/>
                  </a:cubicBezTo>
                  <a:cubicBezTo>
                    <a:pt x="740" y="227"/>
                    <a:pt x="744" y="222"/>
                    <a:pt x="744" y="222"/>
                  </a:cubicBezTo>
                  <a:cubicBezTo>
                    <a:pt x="744" y="222"/>
                    <a:pt x="734" y="236"/>
                    <a:pt x="748" y="254"/>
                  </a:cubicBezTo>
                  <a:cubicBezTo>
                    <a:pt x="764" y="275"/>
                    <a:pt x="752" y="305"/>
                    <a:pt x="752" y="305"/>
                  </a:cubicBezTo>
                  <a:cubicBezTo>
                    <a:pt x="752" y="305"/>
                    <a:pt x="737" y="310"/>
                    <a:pt x="742" y="323"/>
                  </a:cubicBezTo>
                  <a:cubicBezTo>
                    <a:pt x="748" y="336"/>
                    <a:pt x="735" y="328"/>
                    <a:pt x="731" y="344"/>
                  </a:cubicBezTo>
                  <a:cubicBezTo>
                    <a:pt x="728" y="361"/>
                    <a:pt x="711" y="368"/>
                    <a:pt x="723" y="381"/>
                  </a:cubicBezTo>
                  <a:cubicBezTo>
                    <a:pt x="736" y="393"/>
                    <a:pt x="748" y="398"/>
                    <a:pt x="748" y="398"/>
                  </a:cubicBezTo>
                  <a:cubicBezTo>
                    <a:pt x="748" y="398"/>
                    <a:pt x="746" y="417"/>
                    <a:pt x="744" y="425"/>
                  </a:cubicBezTo>
                  <a:cubicBezTo>
                    <a:pt x="739" y="459"/>
                    <a:pt x="747" y="456"/>
                    <a:pt x="733" y="484"/>
                  </a:cubicBezTo>
                  <a:cubicBezTo>
                    <a:pt x="722" y="505"/>
                    <a:pt x="717" y="549"/>
                    <a:pt x="695" y="558"/>
                  </a:cubicBezTo>
                  <a:cubicBezTo>
                    <a:pt x="673" y="567"/>
                    <a:pt x="642" y="597"/>
                    <a:pt x="626" y="600"/>
                  </a:cubicBezTo>
                  <a:cubicBezTo>
                    <a:pt x="613" y="602"/>
                    <a:pt x="584" y="612"/>
                    <a:pt x="587" y="634"/>
                  </a:cubicBezTo>
                  <a:cubicBezTo>
                    <a:pt x="587" y="634"/>
                    <a:pt x="564" y="637"/>
                    <a:pt x="562" y="663"/>
                  </a:cubicBezTo>
                  <a:cubicBezTo>
                    <a:pt x="560" y="679"/>
                    <a:pt x="539" y="661"/>
                    <a:pt x="524" y="677"/>
                  </a:cubicBezTo>
                  <a:cubicBezTo>
                    <a:pt x="510" y="693"/>
                    <a:pt x="505" y="690"/>
                    <a:pt x="480" y="690"/>
                  </a:cubicBezTo>
                  <a:cubicBezTo>
                    <a:pt x="460" y="690"/>
                    <a:pt x="447" y="686"/>
                    <a:pt x="415" y="691"/>
                  </a:cubicBezTo>
                  <a:cubicBezTo>
                    <a:pt x="391" y="695"/>
                    <a:pt x="373" y="688"/>
                    <a:pt x="345" y="692"/>
                  </a:cubicBezTo>
                  <a:cubicBezTo>
                    <a:pt x="318" y="695"/>
                    <a:pt x="302" y="686"/>
                    <a:pt x="276" y="678"/>
                  </a:cubicBezTo>
                  <a:cubicBezTo>
                    <a:pt x="257" y="655"/>
                    <a:pt x="241" y="663"/>
                    <a:pt x="236" y="678"/>
                  </a:cubicBezTo>
                  <a:cubicBezTo>
                    <a:pt x="222" y="689"/>
                    <a:pt x="218" y="640"/>
                    <a:pt x="201" y="644"/>
                  </a:cubicBezTo>
                  <a:cubicBezTo>
                    <a:pt x="201" y="644"/>
                    <a:pt x="191" y="626"/>
                    <a:pt x="170" y="630"/>
                  </a:cubicBezTo>
                  <a:cubicBezTo>
                    <a:pt x="170" y="630"/>
                    <a:pt x="126" y="628"/>
                    <a:pt x="132" y="612"/>
                  </a:cubicBezTo>
                  <a:cubicBezTo>
                    <a:pt x="132" y="612"/>
                    <a:pt x="115" y="589"/>
                    <a:pt x="97" y="593"/>
                  </a:cubicBezTo>
                  <a:cubicBezTo>
                    <a:pt x="79" y="597"/>
                    <a:pt x="98" y="580"/>
                    <a:pt x="73" y="580"/>
                  </a:cubicBezTo>
                  <a:cubicBezTo>
                    <a:pt x="73" y="580"/>
                    <a:pt x="58" y="569"/>
                    <a:pt x="38" y="555"/>
                  </a:cubicBezTo>
                  <a:cubicBezTo>
                    <a:pt x="18" y="540"/>
                    <a:pt x="0" y="498"/>
                    <a:pt x="11" y="484"/>
                  </a:cubicBezTo>
                  <a:cubicBezTo>
                    <a:pt x="22" y="469"/>
                    <a:pt x="43" y="467"/>
                    <a:pt x="40" y="457"/>
                  </a:cubicBezTo>
                  <a:cubicBezTo>
                    <a:pt x="37" y="447"/>
                    <a:pt x="34" y="430"/>
                    <a:pt x="34" y="430"/>
                  </a:cubicBezTo>
                  <a:cubicBezTo>
                    <a:pt x="34" y="430"/>
                    <a:pt x="44" y="425"/>
                    <a:pt x="41" y="416"/>
                  </a:cubicBezTo>
                  <a:cubicBezTo>
                    <a:pt x="38" y="406"/>
                    <a:pt x="42" y="398"/>
                    <a:pt x="32" y="394"/>
                  </a:cubicBezTo>
                  <a:cubicBezTo>
                    <a:pt x="21" y="390"/>
                    <a:pt x="14" y="381"/>
                    <a:pt x="18" y="378"/>
                  </a:cubicBezTo>
                  <a:cubicBezTo>
                    <a:pt x="22" y="375"/>
                    <a:pt x="23" y="373"/>
                    <a:pt x="20" y="364"/>
                  </a:cubicBezTo>
                  <a:cubicBezTo>
                    <a:pt x="17" y="355"/>
                    <a:pt x="21" y="354"/>
                    <a:pt x="24" y="349"/>
                  </a:cubicBezTo>
                  <a:cubicBezTo>
                    <a:pt x="26" y="343"/>
                    <a:pt x="22" y="337"/>
                    <a:pt x="17" y="329"/>
                  </a:cubicBezTo>
                  <a:cubicBezTo>
                    <a:pt x="13" y="320"/>
                    <a:pt x="15" y="321"/>
                    <a:pt x="17" y="308"/>
                  </a:cubicBezTo>
                  <a:cubicBezTo>
                    <a:pt x="17" y="305"/>
                    <a:pt x="17" y="298"/>
                    <a:pt x="9" y="297"/>
                  </a:cubicBezTo>
                  <a:cubicBezTo>
                    <a:pt x="9" y="297"/>
                    <a:pt x="15" y="285"/>
                    <a:pt x="22" y="263"/>
                  </a:cubicBezTo>
                  <a:cubicBezTo>
                    <a:pt x="29" y="241"/>
                    <a:pt x="22" y="239"/>
                    <a:pt x="25" y="232"/>
                  </a:cubicBezTo>
                  <a:cubicBezTo>
                    <a:pt x="29" y="225"/>
                    <a:pt x="27" y="214"/>
                    <a:pt x="27" y="21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4" name="Freeform 1088">
              <a:extLst>
                <a:ext uri="{FF2B5EF4-FFF2-40B4-BE49-F238E27FC236}">
                  <a16:creationId xmlns:a16="http://schemas.microsoft.com/office/drawing/2014/main" id="{C8BBE1AB-2AC3-4F57-96AB-9537E7682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655"/>
              <a:ext cx="328" cy="172"/>
            </a:xfrm>
            <a:custGeom>
              <a:avLst/>
              <a:gdLst>
                <a:gd name="T0" fmla="*/ 2371 w 200"/>
                <a:gd name="T1" fmla="*/ 86 h 98"/>
                <a:gd name="T2" fmla="*/ 2020 w 200"/>
                <a:gd name="T3" fmla="*/ 49 h 98"/>
                <a:gd name="T4" fmla="*/ 1597 w 200"/>
                <a:gd name="T5" fmla="*/ 49 h 98"/>
                <a:gd name="T6" fmla="*/ 856 w 200"/>
                <a:gd name="T7" fmla="*/ 65 h 98"/>
                <a:gd name="T8" fmla="*/ 56 w 200"/>
                <a:gd name="T9" fmla="*/ 1497 h 98"/>
                <a:gd name="T10" fmla="*/ 0 w 200"/>
                <a:gd name="T11" fmla="*/ 1611 h 98"/>
                <a:gd name="T12" fmla="*/ 274 w 200"/>
                <a:gd name="T13" fmla="*/ 1595 h 98"/>
                <a:gd name="T14" fmla="*/ 497 w 200"/>
                <a:gd name="T15" fmla="*/ 1318 h 98"/>
                <a:gd name="T16" fmla="*/ 1073 w 200"/>
                <a:gd name="T17" fmla="*/ 681 h 98"/>
                <a:gd name="T18" fmla="*/ 1743 w 200"/>
                <a:gd name="T19" fmla="*/ 351 h 98"/>
                <a:gd name="T20" fmla="*/ 2316 w 200"/>
                <a:gd name="T21" fmla="*/ 65 h 98"/>
                <a:gd name="T22" fmla="*/ 2358 w 200"/>
                <a:gd name="T23" fmla="*/ 86 h 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0" h="98">
                  <a:moveTo>
                    <a:pt x="200" y="5"/>
                  </a:moveTo>
                  <a:cubicBezTo>
                    <a:pt x="191" y="6"/>
                    <a:pt x="179" y="3"/>
                    <a:pt x="170" y="3"/>
                  </a:cubicBezTo>
                  <a:cubicBezTo>
                    <a:pt x="158" y="3"/>
                    <a:pt x="147" y="3"/>
                    <a:pt x="135" y="3"/>
                  </a:cubicBezTo>
                  <a:cubicBezTo>
                    <a:pt x="115" y="3"/>
                    <a:pt x="92" y="0"/>
                    <a:pt x="72" y="4"/>
                  </a:cubicBezTo>
                  <a:cubicBezTo>
                    <a:pt x="32" y="13"/>
                    <a:pt x="23" y="61"/>
                    <a:pt x="5" y="90"/>
                  </a:cubicBezTo>
                  <a:cubicBezTo>
                    <a:pt x="4" y="93"/>
                    <a:pt x="2" y="95"/>
                    <a:pt x="0" y="97"/>
                  </a:cubicBezTo>
                  <a:cubicBezTo>
                    <a:pt x="7" y="94"/>
                    <a:pt x="16" y="98"/>
                    <a:pt x="23" y="96"/>
                  </a:cubicBezTo>
                  <a:cubicBezTo>
                    <a:pt x="33" y="93"/>
                    <a:pt x="37" y="87"/>
                    <a:pt x="42" y="79"/>
                  </a:cubicBezTo>
                  <a:cubicBezTo>
                    <a:pt x="53" y="57"/>
                    <a:pt x="65" y="43"/>
                    <a:pt x="90" y="41"/>
                  </a:cubicBezTo>
                  <a:cubicBezTo>
                    <a:pt x="113" y="39"/>
                    <a:pt x="128" y="34"/>
                    <a:pt x="147" y="21"/>
                  </a:cubicBezTo>
                  <a:cubicBezTo>
                    <a:pt x="161" y="12"/>
                    <a:pt x="177" y="3"/>
                    <a:pt x="195" y="4"/>
                  </a:cubicBezTo>
                  <a:cubicBezTo>
                    <a:pt x="197" y="4"/>
                    <a:pt x="198" y="4"/>
                    <a:pt x="199" y="5"/>
                  </a:cubicBezTo>
                </a:path>
              </a:pathLst>
            </a:custGeom>
            <a:solidFill>
              <a:srgbClr val="EA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" name="Freeform 1089">
              <a:extLst>
                <a:ext uri="{FF2B5EF4-FFF2-40B4-BE49-F238E27FC236}">
                  <a16:creationId xmlns:a16="http://schemas.microsoft.com/office/drawing/2014/main" id="{1326BA08-2BA2-4875-A915-267290BC9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682"/>
              <a:ext cx="124" cy="78"/>
            </a:xfrm>
            <a:custGeom>
              <a:avLst/>
              <a:gdLst>
                <a:gd name="T0" fmla="*/ 0 w 76"/>
                <a:gd name="T1" fmla="*/ 16 h 45"/>
                <a:gd name="T2" fmla="*/ 878 w 76"/>
                <a:gd name="T3" fmla="*/ 517 h 45"/>
                <a:gd name="T4" fmla="*/ 489 w 76"/>
                <a:gd name="T5" fmla="*/ 87 h 45"/>
                <a:gd name="T6" fmla="*/ 34 w 76"/>
                <a:gd name="T7" fmla="*/ 2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45">
                  <a:moveTo>
                    <a:pt x="0" y="1"/>
                  </a:moveTo>
                  <a:cubicBezTo>
                    <a:pt x="25" y="15"/>
                    <a:pt x="42" y="45"/>
                    <a:pt x="76" y="33"/>
                  </a:cubicBezTo>
                  <a:cubicBezTo>
                    <a:pt x="68" y="24"/>
                    <a:pt x="54" y="11"/>
                    <a:pt x="42" y="6"/>
                  </a:cubicBezTo>
                  <a:cubicBezTo>
                    <a:pt x="29" y="0"/>
                    <a:pt x="17" y="2"/>
                    <a:pt x="3" y="2"/>
                  </a:cubicBezTo>
                </a:path>
              </a:pathLst>
            </a:custGeom>
            <a:solidFill>
              <a:srgbClr val="EA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6" name="Freeform 1090">
              <a:extLst>
                <a:ext uri="{FF2B5EF4-FFF2-40B4-BE49-F238E27FC236}">
                  <a16:creationId xmlns:a16="http://schemas.microsoft.com/office/drawing/2014/main" id="{7D17B769-8388-42A4-8D86-FF0099DE8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778"/>
              <a:ext cx="113" cy="183"/>
            </a:xfrm>
            <a:custGeom>
              <a:avLst/>
              <a:gdLst>
                <a:gd name="T0" fmla="*/ 0 w 69"/>
                <a:gd name="T1" fmla="*/ 28 h 105"/>
                <a:gd name="T2" fmla="*/ 126 w 69"/>
                <a:gd name="T3" fmla="*/ 483 h 105"/>
                <a:gd name="T4" fmla="*/ 316 w 69"/>
                <a:gd name="T5" fmla="*/ 784 h 105"/>
                <a:gd name="T6" fmla="*/ 812 w 69"/>
                <a:gd name="T7" fmla="*/ 1689 h 105"/>
                <a:gd name="T8" fmla="*/ 504 w 69"/>
                <a:gd name="T9" fmla="*/ 519 h 105"/>
                <a:gd name="T10" fmla="*/ 273 w 69"/>
                <a:gd name="T11" fmla="*/ 148 h 105"/>
                <a:gd name="T12" fmla="*/ 21 w 69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05">
                  <a:moveTo>
                    <a:pt x="0" y="2"/>
                  </a:moveTo>
                  <a:cubicBezTo>
                    <a:pt x="11" y="8"/>
                    <a:pt x="9" y="18"/>
                    <a:pt x="11" y="30"/>
                  </a:cubicBezTo>
                  <a:cubicBezTo>
                    <a:pt x="13" y="41"/>
                    <a:pt x="18" y="43"/>
                    <a:pt x="27" y="49"/>
                  </a:cubicBezTo>
                  <a:cubicBezTo>
                    <a:pt x="48" y="62"/>
                    <a:pt x="58" y="84"/>
                    <a:pt x="69" y="105"/>
                  </a:cubicBezTo>
                  <a:cubicBezTo>
                    <a:pt x="61" y="80"/>
                    <a:pt x="57" y="55"/>
                    <a:pt x="43" y="32"/>
                  </a:cubicBezTo>
                  <a:cubicBezTo>
                    <a:pt x="38" y="24"/>
                    <a:pt x="31" y="15"/>
                    <a:pt x="23" y="9"/>
                  </a:cubicBezTo>
                  <a:cubicBezTo>
                    <a:pt x="17" y="5"/>
                    <a:pt x="7" y="4"/>
                    <a:pt x="2" y="0"/>
                  </a:cubicBezTo>
                </a:path>
              </a:pathLst>
            </a:custGeom>
            <a:solidFill>
              <a:srgbClr val="EA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Freeform 1091">
              <a:extLst>
                <a:ext uri="{FF2B5EF4-FFF2-40B4-BE49-F238E27FC236}">
                  <a16:creationId xmlns:a16="http://schemas.microsoft.com/office/drawing/2014/main" id="{ECE9954B-96FF-4D4E-B4BB-BE8FBCFAC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666"/>
              <a:ext cx="243" cy="141"/>
            </a:xfrm>
            <a:custGeom>
              <a:avLst/>
              <a:gdLst>
                <a:gd name="T0" fmla="*/ 1765 w 148"/>
                <a:gd name="T1" fmla="*/ 16 h 81"/>
                <a:gd name="T2" fmla="*/ 1491 w 148"/>
                <a:gd name="T3" fmla="*/ 64 h 81"/>
                <a:gd name="T4" fmla="*/ 1110 w 148"/>
                <a:gd name="T5" fmla="*/ 91 h 81"/>
                <a:gd name="T6" fmla="*/ 558 w 148"/>
                <a:gd name="T7" fmla="*/ 111 h 81"/>
                <a:gd name="T8" fmla="*/ 0 w 148"/>
                <a:gd name="T9" fmla="*/ 1292 h 81"/>
                <a:gd name="T10" fmla="*/ 373 w 148"/>
                <a:gd name="T11" fmla="*/ 883 h 81"/>
                <a:gd name="T12" fmla="*/ 780 w 148"/>
                <a:gd name="T13" fmla="*/ 479 h 81"/>
                <a:gd name="T14" fmla="*/ 1302 w 148"/>
                <a:gd name="T15" fmla="*/ 237 h 81"/>
                <a:gd name="T16" fmla="*/ 1688 w 148"/>
                <a:gd name="T17" fmla="*/ 64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81">
                  <a:moveTo>
                    <a:pt x="148" y="1"/>
                  </a:moveTo>
                  <a:cubicBezTo>
                    <a:pt x="141" y="0"/>
                    <a:pt x="132" y="4"/>
                    <a:pt x="125" y="4"/>
                  </a:cubicBezTo>
                  <a:cubicBezTo>
                    <a:pt x="115" y="5"/>
                    <a:pt x="103" y="6"/>
                    <a:pt x="93" y="6"/>
                  </a:cubicBezTo>
                  <a:cubicBezTo>
                    <a:pt x="78" y="6"/>
                    <a:pt x="60" y="0"/>
                    <a:pt x="47" y="7"/>
                  </a:cubicBezTo>
                  <a:cubicBezTo>
                    <a:pt x="18" y="22"/>
                    <a:pt x="23" y="64"/>
                    <a:pt x="0" y="81"/>
                  </a:cubicBezTo>
                  <a:cubicBezTo>
                    <a:pt x="13" y="81"/>
                    <a:pt x="23" y="64"/>
                    <a:pt x="31" y="55"/>
                  </a:cubicBezTo>
                  <a:cubicBezTo>
                    <a:pt x="41" y="42"/>
                    <a:pt x="49" y="32"/>
                    <a:pt x="65" y="30"/>
                  </a:cubicBezTo>
                  <a:cubicBezTo>
                    <a:pt x="81" y="28"/>
                    <a:pt x="93" y="20"/>
                    <a:pt x="109" y="15"/>
                  </a:cubicBezTo>
                  <a:cubicBezTo>
                    <a:pt x="120" y="11"/>
                    <a:pt x="131" y="9"/>
                    <a:pt x="141" y="4"/>
                  </a:cubicBezTo>
                </a:path>
              </a:pathLst>
            </a:custGeom>
            <a:solidFill>
              <a:srgbClr val="E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" name="Freeform 1092">
              <a:extLst>
                <a:ext uri="{FF2B5EF4-FFF2-40B4-BE49-F238E27FC236}">
                  <a16:creationId xmlns:a16="http://schemas.microsoft.com/office/drawing/2014/main" id="{65598674-42C4-461D-8EB5-5EC10B926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692"/>
              <a:ext cx="76" cy="42"/>
            </a:xfrm>
            <a:custGeom>
              <a:avLst/>
              <a:gdLst>
                <a:gd name="T0" fmla="*/ 0 w 46"/>
                <a:gd name="T1" fmla="*/ 37 h 24"/>
                <a:gd name="T2" fmla="*/ 263 w 46"/>
                <a:gd name="T3" fmla="*/ 301 h 24"/>
                <a:gd name="T4" fmla="*/ 568 w 46"/>
                <a:gd name="T5" fmla="*/ 399 h 24"/>
                <a:gd name="T6" fmla="*/ 334 w 46"/>
                <a:gd name="T7" fmla="*/ 151 h 24"/>
                <a:gd name="T8" fmla="*/ 76 w 46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4">
                  <a:moveTo>
                    <a:pt x="0" y="2"/>
                  </a:moveTo>
                  <a:cubicBezTo>
                    <a:pt x="10" y="5"/>
                    <a:pt x="14" y="12"/>
                    <a:pt x="21" y="18"/>
                  </a:cubicBezTo>
                  <a:cubicBezTo>
                    <a:pt x="29" y="24"/>
                    <a:pt x="36" y="24"/>
                    <a:pt x="46" y="24"/>
                  </a:cubicBezTo>
                  <a:cubicBezTo>
                    <a:pt x="41" y="21"/>
                    <a:pt x="33" y="13"/>
                    <a:pt x="27" y="9"/>
                  </a:cubicBezTo>
                  <a:cubicBezTo>
                    <a:pt x="19" y="3"/>
                    <a:pt x="13" y="3"/>
                    <a:pt x="6" y="0"/>
                  </a:cubicBezTo>
                </a:path>
              </a:pathLst>
            </a:custGeom>
            <a:solidFill>
              <a:srgbClr val="E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1093">
              <a:extLst>
                <a:ext uri="{FF2B5EF4-FFF2-40B4-BE49-F238E27FC236}">
                  <a16:creationId xmlns:a16="http://schemas.microsoft.com/office/drawing/2014/main" id="{C9817BE3-D017-4217-9744-ED3A2F2D1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795"/>
              <a:ext cx="65" cy="112"/>
            </a:xfrm>
            <a:custGeom>
              <a:avLst/>
              <a:gdLst>
                <a:gd name="T0" fmla="*/ 0 w 40"/>
                <a:gd name="T1" fmla="*/ 0 h 64"/>
                <a:gd name="T2" fmla="*/ 47 w 40"/>
                <a:gd name="T3" fmla="*/ 376 h 64"/>
                <a:gd name="T4" fmla="*/ 145 w 40"/>
                <a:gd name="T5" fmla="*/ 564 h 64"/>
                <a:gd name="T6" fmla="*/ 455 w 40"/>
                <a:gd name="T7" fmla="*/ 1050 h 64"/>
                <a:gd name="T8" fmla="*/ 34 w 40"/>
                <a:gd name="T9" fmla="*/ 37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4">
                  <a:moveTo>
                    <a:pt x="0" y="0"/>
                  </a:moveTo>
                  <a:cubicBezTo>
                    <a:pt x="5" y="9"/>
                    <a:pt x="2" y="15"/>
                    <a:pt x="4" y="23"/>
                  </a:cubicBezTo>
                  <a:cubicBezTo>
                    <a:pt x="5" y="29"/>
                    <a:pt x="8" y="31"/>
                    <a:pt x="13" y="34"/>
                  </a:cubicBezTo>
                  <a:cubicBezTo>
                    <a:pt x="23" y="42"/>
                    <a:pt x="38" y="50"/>
                    <a:pt x="40" y="64"/>
                  </a:cubicBezTo>
                  <a:cubicBezTo>
                    <a:pt x="35" y="37"/>
                    <a:pt x="20" y="20"/>
                    <a:pt x="3" y="2"/>
                  </a:cubicBezTo>
                </a:path>
              </a:pathLst>
            </a:custGeom>
            <a:solidFill>
              <a:srgbClr val="E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1094">
              <a:extLst>
                <a:ext uri="{FF2B5EF4-FFF2-40B4-BE49-F238E27FC236}">
                  <a16:creationId xmlns:a16="http://schemas.microsoft.com/office/drawing/2014/main" id="{103CA651-12A6-4C0B-88C0-C57230B0A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676"/>
              <a:ext cx="167" cy="105"/>
            </a:xfrm>
            <a:custGeom>
              <a:avLst/>
              <a:gdLst>
                <a:gd name="T0" fmla="*/ 1198 w 102"/>
                <a:gd name="T1" fmla="*/ 21 h 60"/>
                <a:gd name="T2" fmla="*/ 846 w 102"/>
                <a:gd name="T3" fmla="*/ 37 h 60"/>
                <a:gd name="T4" fmla="*/ 565 w 102"/>
                <a:gd name="T5" fmla="*/ 0 h 60"/>
                <a:gd name="T6" fmla="*/ 273 w 102"/>
                <a:gd name="T7" fmla="*/ 215 h 60"/>
                <a:gd name="T8" fmla="*/ 77 w 102"/>
                <a:gd name="T9" fmla="*/ 763 h 60"/>
                <a:gd name="T10" fmla="*/ 0 w 102"/>
                <a:gd name="T11" fmla="*/ 987 h 60"/>
                <a:gd name="T12" fmla="*/ 273 w 102"/>
                <a:gd name="T13" fmla="*/ 478 h 60"/>
                <a:gd name="T14" fmla="*/ 647 w 102"/>
                <a:gd name="T15" fmla="*/ 264 h 60"/>
                <a:gd name="T16" fmla="*/ 1179 w 102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60">
                  <a:moveTo>
                    <a:pt x="102" y="1"/>
                  </a:moveTo>
                  <a:cubicBezTo>
                    <a:pt x="92" y="1"/>
                    <a:pt x="82" y="3"/>
                    <a:pt x="72" y="2"/>
                  </a:cubicBezTo>
                  <a:cubicBezTo>
                    <a:pt x="64" y="1"/>
                    <a:pt x="56" y="0"/>
                    <a:pt x="48" y="0"/>
                  </a:cubicBezTo>
                  <a:cubicBezTo>
                    <a:pt x="37" y="1"/>
                    <a:pt x="29" y="4"/>
                    <a:pt x="23" y="13"/>
                  </a:cubicBezTo>
                  <a:cubicBezTo>
                    <a:pt x="15" y="23"/>
                    <a:pt x="13" y="36"/>
                    <a:pt x="7" y="46"/>
                  </a:cubicBezTo>
                  <a:cubicBezTo>
                    <a:pt x="5" y="50"/>
                    <a:pt x="2" y="57"/>
                    <a:pt x="0" y="60"/>
                  </a:cubicBezTo>
                  <a:cubicBezTo>
                    <a:pt x="8" y="50"/>
                    <a:pt x="14" y="38"/>
                    <a:pt x="23" y="29"/>
                  </a:cubicBezTo>
                  <a:cubicBezTo>
                    <a:pt x="31" y="21"/>
                    <a:pt x="43" y="18"/>
                    <a:pt x="55" y="16"/>
                  </a:cubicBezTo>
                  <a:cubicBezTo>
                    <a:pt x="71" y="14"/>
                    <a:pt x="86" y="7"/>
                    <a:pt x="100" y="1"/>
                  </a:cubicBezTo>
                </a:path>
              </a:pathLst>
            </a:custGeom>
            <a:solidFill>
              <a:srgbClr val="E74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1095">
              <a:extLst>
                <a:ext uri="{FF2B5EF4-FFF2-40B4-BE49-F238E27FC236}">
                  <a16:creationId xmlns:a16="http://schemas.microsoft.com/office/drawing/2014/main" id="{0E7117F7-F128-47EF-B214-CFCA1345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813"/>
              <a:ext cx="35" cy="47"/>
            </a:xfrm>
            <a:custGeom>
              <a:avLst/>
              <a:gdLst>
                <a:gd name="T0" fmla="*/ 22 w 21"/>
                <a:gd name="T1" fmla="*/ 0 h 27"/>
                <a:gd name="T2" fmla="*/ 92 w 21"/>
                <a:gd name="T3" fmla="*/ 285 h 27"/>
                <a:gd name="T4" fmla="*/ 270 w 21"/>
                <a:gd name="T5" fmla="*/ 433 h 27"/>
                <a:gd name="T6" fmla="*/ 153 w 21"/>
                <a:gd name="T7" fmla="*/ 212 h 27"/>
                <a:gd name="T8" fmla="*/ 55 w 21"/>
                <a:gd name="T9" fmla="*/ 2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7">
                  <a:moveTo>
                    <a:pt x="2" y="0"/>
                  </a:moveTo>
                  <a:cubicBezTo>
                    <a:pt x="7" y="6"/>
                    <a:pt x="0" y="13"/>
                    <a:pt x="7" y="18"/>
                  </a:cubicBezTo>
                  <a:cubicBezTo>
                    <a:pt x="11" y="22"/>
                    <a:pt x="16" y="24"/>
                    <a:pt x="21" y="27"/>
                  </a:cubicBezTo>
                  <a:cubicBezTo>
                    <a:pt x="19" y="22"/>
                    <a:pt x="15" y="18"/>
                    <a:pt x="12" y="13"/>
                  </a:cubicBezTo>
                  <a:cubicBezTo>
                    <a:pt x="9" y="10"/>
                    <a:pt x="7" y="5"/>
                    <a:pt x="4" y="2"/>
                  </a:cubicBezTo>
                </a:path>
              </a:pathLst>
            </a:custGeom>
            <a:solidFill>
              <a:srgbClr val="E74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1096">
              <a:extLst>
                <a:ext uri="{FF2B5EF4-FFF2-40B4-BE49-F238E27FC236}">
                  <a16:creationId xmlns:a16="http://schemas.microsoft.com/office/drawing/2014/main" id="{CAE722FE-7CC6-49D1-B42E-312FF4568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701"/>
              <a:ext cx="40" cy="29"/>
            </a:xfrm>
            <a:custGeom>
              <a:avLst/>
              <a:gdLst>
                <a:gd name="T0" fmla="*/ 0 w 24"/>
                <a:gd name="T1" fmla="*/ 0 h 17"/>
                <a:gd name="T2" fmla="*/ 312 w 24"/>
                <a:gd name="T3" fmla="*/ 203 h 17"/>
                <a:gd name="T4" fmla="*/ 172 w 24"/>
                <a:gd name="T5" fmla="*/ 58 h 17"/>
                <a:gd name="T6" fmla="*/ 22 w 2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9" y="0"/>
                    <a:pt x="13" y="17"/>
                    <a:pt x="24" y="14"/>
                  </a:cubicBezTo>
                  <a:cubicBezTo>
                    <a:pt x="20" y="10"/>
                    <a:pt x="17" y="7"/>
                    <a:pt x="13" y="4"/>
                  </a:cubicBezTo>
                  <a:cubicBezTo>
                    <a:pt x="9" y="2"/>
                    <a:pt x="5" y="2"/>
                    <a:pt x="2" y="0"/>
                  </a:cubicBezTo>
                </a:path>
              </a:pathLst>
            </a:custGeom>
            <a:solidFill>
              <a:srgbClr val="E74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1097">
              <a:extLst>
                <a:ext uri="{FF2B5EF4-FFF2-40B4-BE49-F238E27FC236}">
                  <a16:creationId xmlns:a16="http://schemas.microsoft.com/office/drawing/2014/main" id="{6E750BF0-A152-48E4-A532-1AD84DF4E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734"/>
              <a:ext cx="216" cy="124"/>
            </a:xfrm>
            <a:custGeom>
              <a:avLst/>
              <a:gdLst>
                <a:gd name="T0" fmla="*/ 13 w 132"/>
                <a:gd name="T1" fmla="*/ 28 h 71"/>
                <a:gd name="T2" fmla="*/ 0 w 132"/>
                <a:gd name="T3" fmla="*/ 16 h 71"/>
                <a:gd name="T4" fmla="*/ 460 w 132"/>
                <a:gd name="T5" fmla="*/ 421 h 71"/>
                <a:gd name="T6" fmla="*/ 977 w 132"/>
                <a:gd name="T7" fmla="*/ 372 h 71"/>
                <a:gd name="T8" fmla="*/ 1406 w 132"/>
                <a:gd name="T9" fmla="*/ 473 h 71"/>
                <a:gd name="T10" fmla="*/ 1535 w 132"/>
                <a:gd name="T11" fmla="*/ 1156 h 71"/>
                <a:gd name="T12" fmla="*/ 1275 w 132"/>
                <a:gd name="T13" fmla="*/ 536 h 71"/>
                <a:gd name="T14" fmla="*/ 758 w 132"/>
                <a:gd name="T15" fmla="*/ 634 h 71"/>
                <a:gd name="T16" fmla="*/ 308 w 132"/>
                <a:gd name="T17" fmla="*/ 421 h 71"/>
                <a:gd name="T18" fmla="*/ 21 w 132"/>
                <a:gd name="T19" fmla="*/ 28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71">
                  <a:moveTo>
                    <a:pt x="1" y="2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5" y="7"/>
                    <a:pt x="22" y="22"/>
                    <a:pt x="39" y="26"/>
                  </a:cubicBezTo>
                  <a:cubicBezTo>
                    <a:pt x="56" y="31"/>
                    <a:pt x="67" y="27"/>
                    <a:pt x="83" y="23"/>
                  </a:cubicBezTo>
                  <a:cubicBezTo>
                    <a:pt x="96" y="20"/>
                    <a:pt x="109" y="18"/>
                    <a:pt x="120" y="29"/>
                  </a:cubicBezTo>
                  <a:cubicBezTo>
                    <a:pt x="130" y="38"/>
                    <a:pt x="132" y="58"/>
                    <a:pt x="131" y="71"/>
                  </a:cubicBezTo>
                  <a:cubicBezTo>
                    <a:pt x="131" y="59"/>
                    <a:pt x="121" y="38"/>
                    <a:pt x="109" y="33"/>
                  </a:cubicBezTo>
                  <a:cubicBezTo>
                    <a:pt x="94" y="26"/>
                    <a:pt x="79" y="37"/>
                    <a:pt x="65" y="39"/>
                  </a:cubicBezTo>
                  <a:cubicBezTo>
                    <a:pt x="52" y="40"/>
                    <a:pt x="37" y="33"/>
                    <a:pt x="26" y="26"/>
                  </a:cubicBezTo>
                  <a:cubicBezTo>
                    <a:pt x="16" y="20"/>
                    <a:pt x="12" y="9"/>
                    <a:pt x="2" y="2"/>
                  </a:cubicBezTo>
                </a:path>
              </a:pathLst>
            </a:custGeom>
            <a:solidFill>
              <a:srgbClr val="C763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" name="Freeform 1098">
              <a:extLst>
                <a:ext uri="{FF2B5EF4-FFF2-40B4-BE49-F238E27FC236}">
                  <a16:creationId xmlns:a16="http://schemas.microsoft.com/office/drawing/2014/main" id="{6178B23D-1DF4-42FD-899A-3F8B1DB4F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713"/>
              <a:ext cx="172" cy="56"/>
            </a:xfrm>
            <a:custGeom>
              <a:avLst/>
              <a:gdLst>
                <a:gd name="T0" fmla="*/ 0 w 105"/>
                <a:gd name="T1" fmla="*/ 436 h 32"/>
                <a:gd name="T2" fmla="*/ 634 w 105"/>
                <a:gd name="T3" fmla="*/ 65 h 32"/>
                <a:gd name="T4" fmla="*/ 1240 w 105"/>
                <a:gd name="T5" fmla="*/ 509 h 32"/>
                <a:gd name="T6" fmla="*/ 966 w 105"/>
                <a:gd name="T7" fmla="*/ 399 h 32"/>
                <a:gd name="T8" fmla="*/ 611 w 105"/>
                <a:gd name="T9" fmla="*/ 236 h 32"/>
                <a:gd name="T10" fmla="*/ 308 w 105"/>
                <a:gd name="T11" fmla="*/ 249 h 32"/>
                <a:gd name="T12" fmla="*/ 0 w 105"/>
                <a:gd name="T13" fmla="*/ 37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32">
                  <a:moveTo>
                    <a:pt x="0" y="26"/>
                  </a:moveTo>
                  <a:cubicBezTo>
                    <a:pt x="14" y="14"/>
                    <a:pt x="35" y="0"/>
                    <a:pt x="54" y="4"/>
                  </a:cubicBezTo>
                  <a:cubicBezTo>
                    <a:pt x="75" y="8"/>
                    <a:pt x="86" y="23"/>
                    <a:pt x="105" y="31"/>
                  </a:cubicBezTo>
                  <a:cubicBezTo>
                    <a:pt x="98" y="32"/>
                    <a:pt x="88" y="26"/>
                    <a:pt x="82" y="24"/>
                  </a:cubicBezTo>
                  <a:cubicBezTo>
                    <a:pt x="71" y="21"/>
                    <a:pt x="62" y="17"/>
                    <a:pt x="52" y="14"/>
                  </a:cubicBezTo>
                  <a:cubicBezTo>
                    <a:pt x="41" y="12"/>
                    <a:pt x="36" y="12"/>
                    <a:pt x="26" y="15"/>
                  </a:cubicBezTo>
                  <a:cubicBezTo>
                    <a:pt x="18" y="18"/>
                    <a:pt x="9" y="23"/>
                    <a:pt x="0" y="23"/>
                  </a:cubicBezTo>
                </a:path>
              </a:pathLst>
            </a:custGeom>
            <a:solidFill>
              <a:srgbClr val="C763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5" name="Freeform 1099">
              <a:extLst>
                <a:ext uri="{FF2B5EF4-FFF2-40B4-BE49-F238E27FC236}">
                  <a16:creationId xmlns:a16="http://schemas.microsoft.com/office/drawing/2014/main" id="{95C63FCF-3E16-498B-BFDD-FBEB0F86D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874"/>
              <a:ext cx="90" cy="120"/>
            </a:xfrm>
            <a:custGeom>
              <a:avLst/>
              <a:gdLst>
                <a:gd name="T0" fmla="*/ 0 w 55"/>
                <a:gd name="T1" fmla="*/ 28 h 69"/>
                <a:gd name="T2" fmla="*/ 13 w 55"/>
                <a:gd name="T3" fmla="*/ 64 h 69"/>
                <a:gd name="T4" fmla="*/ 70 w 55"/>
                <a:gd name="T5" fmla="*/ 127 h 69"/>
                <a:gd name="T6" fmla="*/ 188 w 55"/>
                <a:gd name="T7" fmla="*/ 221 h 69"/>
                <a:gd name="T8" fmla="*/ 365 w 55"/>
                <a:gd name="T9" fmla="*/ 369 h 69"/>
                <a:gd name="T10" fmla="*/ 645 w 55"/>
                <a:gd name="T11" fmla="*/ 1097 h 69"/>
                <a:gd name="T12" fmla="*/ 329 w 55"/>
                <a:gd name="T13" fmla="*/ 457 h 69"/>
                <a:gd name="T14" fmla="*/ 13 w 55"/>
                <a:gd name="T15" fmla="*/ 28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69">
                  <a:moveTo>
                    <a:pt x="0" y="2"/>
                  </a:moveTo>
                  <a:cubicBezTo>
                    <a:pt x="0" y="0"/>
                    <a:pt x="0" y="2"/>
                    <a:pt x="1" y="4"/>
                  </a:cubicBezTo>
                  <a:cubicBezTo>
                    <a:pt x="3" y="5"/>
                    <a:pt x="4" y="6"/>
                    <a:pt x="6" y="8"/>
                  </a:cubicBezTo>
                  <a:cubicBezTo>
                    <a:pt x="9" y="10"/>
                    <a:pt x="13" y="12"/>
                    <a:pt x="16" y="14"/>
                  </a:cubicBezTo>
                  <a:cubicBezTo>
                    <a:pt x="22" y="16"/>
                    <a:pt x="27" y="19"/>
                    <a:pt x="31" y="23"/>
                  </a:cubicBezTo>
                  <a:cubicBezTo>
                    <a:pt x="44" y="36"/>
                    <a:pt x="48" y="53"/>
                    <a:pt x="55" y="69"/>
                  </a:cubicBezTo>
                  <a:cubicBezTo>
                    <a:pt x="43" y="58"/>
                    <a:pt x="43" y="35"/>
                    <a:pt x="28" y="29"/>
                  </a:cubicBezTo>
                  <a:cubicBezTo>
                    <a:pt x="14" y="23"/>
                    <a:pt x="7" y="16"/>
                    <a:pt x="1" y="2"/>
                  </a:cubicBezTo>
                </a:path>
              </a:pathLst>
            </a:custGeom>
            <a:solidFill>
              <a:srgbClr val="C763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" name="Freeform 1100">
              <a:extLst>
                <a:ext uri="{FF2B5EF4-FFF2-40B4-BE49-F238E27FC236}">
                  <a16:creationId xmlns:a16="http://schemas.microsoft.com/office/drawing/2014/main" id="{DF48E3B9-0657-4ED4-8410-52405DD33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811"/>
              <a:ext cx="108" cy="154"/>
            </a:xfrm>
            <a:custGeom>
              <a:avLst/>
              <a:gdLst>
                <a:gd name="T0" fmla="*/ 0 w 66"/>
                <a:gd name="T1" fmla="*/ 37 h 88"/>
                <a:gd name="T2" fmla="*/ 77 w 66"/>
                <a:gd name="T3" fmla="*/ 151 h 88"/>
                <a:gd name="T4" fmla="*/ 144 w 66"/>
                <a:gd name="T5" fmla="*/ 436 h 88"/>
                <a:gd name="T6" fmla="*/ 308 w 66"/>
                <a:gd name="T7" fmla="*/ 922 h 88"/>
                <a:gd name="T8" fmla="*/ 777 w 66"/>
                <a:gd name="T9" fmla="*/ 1449 h 88"/>
                <a:gd name="T10" fmla="*/ 538 w 66"/>
                <a:gd name="T11" fmla="*/ 1229 h 88"/>
                <a:gd name="T12" fmla="*/ 223 w 66"/>
                <a:gd name="T13" fmla="*/ 964 h 88"/>
                <a:gd name="T14" fmla="*/ 56 w 66"/>
                <a:gd name="T15" fmla="*/ 436 h 88"/>
                <a:gd name="T16" fmla="*/ 13 w 66"/>
                <a:gd name="T17" fmla="*/ 21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88">
                  <a:moveTo>
                    <a:pt x="0" y="2"/>
                  </a:moveTo>
                  <a:cubicBezTo>
                    <a:pt x="1" y="0"/>
                    <a:pt x="6" y="6"/>
                    <a:pt x="7" y="9"/>
                  </a:cubicBezTo>
                  <a:cubicBezTo>
                    <a:pt x="9" y="14"/>
                    <a:pt x="11" y="20"/>
                    <a:pt x="12" y="26"/>
                  </a:cubicBezTo>
                  <a:cubicBezTo>
                    <a:pt x="15" y="38"/>
                    <a:pt x="18" y="47"/>
                    <a:pt x="26" y="56"/>
                  </a:cubicBezTo>
                  <a:cubicBezTo>
                    <a:pt x="38" y="70"/>
                    <a:pt x="59" y="70"/>
                    <a:pt x="66" y="88"/>
                  </a:cubicBezTo>
                  <a:cubicBezTo>
                    <a:pt x="59" y="83"/>
                    <a:pt x="55" y="78"/>
                    <a:pt x="46" y="75"/>
                  </a:cubicBezTo>
                  <a:cubicBezTo>
                    <a:pt x="35" y="72"/>
                    <a:pt x="26" y="68"/>
                    <a:pt x="19" y="59"/>
                  </a:cubicBezTo>
                  <a:cubicBezTo>
                    <a:pt x="11" y="49"/>
                    <a:pt x="7" y="38"/>
                    <a:pt x="5" y="26"/>
                  </a:cubicBezTo>
                  <a:cubicBezTo>
                    <a:pt x="4" y="19"/>
                    <a:pt x="4" y="7"/>
                    <a:pt x="1" y="1"/>
                  </a:cubicBezTo>
                </a:path>
              </a:pathLst>
            </a:custGeom>
            <a:solidFill>
              <a:srgbClr val="C763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7" name="Freeform 1101">
              <a:extLst>
                <a:ext uri="{FF2B5EF4-FFF2-40B4-BE49-F238E27FC236}">
                  <a16:creationId xmlns:a16="http://schemas.microsoft.com/office/drawing/2014/main" id="{8FC10D85-8840-4C41-A72D-29927DE12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708"/>
              <a:ext cx="227" cy="113"/>
            </a:xfrm>
            <a:custGeom>
              <a:avLst/>
              <a:gdLst>
                <a:gd name="T0" fmla="*/ 0 w 139"/>
                <a:gd name="T1" fmla="*/ 1031 h 65"/>
                <a:gd name="T2" fmla="*/ 384 w 139"/>
                <a:gd name="T3" fmla="*/ 520 h 65"/>
                <a:gd name="T4" fmla="*/ 552 w 139"/>
                <a:gd name="T5" fmla="*/ 520 h 65"/>
                <a:gd name="T6" fmla="*/ 766 w 139"/>
                <a:gd name="T7" fmla="*/ 410 h 65"/>
                <a:gd name="T8" fmla="*/ 1192 w 139"/>
                <a:gd name="T9" fmla="*/ 212 h 65"/>
                <a:gd name="T10" fmla="*/ 1617 w 139"/>
                <a:gd name="T11" fmla="*/ 64 h 65"/>
                <a:gd name="T12" fmla="*/ 1445 w 139"/>
                <a:gd name="T13" fmla="*/ 221 h 65"/>
                <a:gd name="T14" fmla="*/ 1192 w 139"/>
                <a:gd name="T15" fmla="*/ 336 h 65"/>
                <a:gd name="T16" fmla="*/ 776 w 139"/>
                <a:gd name="T17" fmla="*/ 492 h 65"/>
                <a:gd name="T18" fmla="*/ 549 w 139"/>
                <a:gd name="T19" fmla="*/ 605 h 65"/>
                <a:gd name="T20" fmla="*/ 363 w 139"/>
                <a:gd name="T21" fmla="*/ 641 h 65"/>
                <a:gd name="T22" fmla="*/ 13 w 139"/>
                <a:gd name="T23" fmla="*/ 1031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65">
                  <a:moveTo>
                    <a:pt x="0" y="65"/>
                  </a:moveTo>
                  <a:cubicBezTo>
                    <a:pt x="7" y="53"/>
                    <a:pt x="18" y="36"/>
                    <a:pt x="33" y="33"/>
                  </a:cubicBezTo>
                  <a:cubicBezTo>
                    <a:pt x="38" y="33"/>
                    <a:pt x="43" y="34"/>
                    <a:pt x="48" y="33"/>
                  </a:cubicBezTo>
                  <a:cubicBezTo>
                    <a:pt x="54" y="32"/>
                    <a:pt x="60" y="28"/>
                    <a:pt x="66" y="26"/>
                  </a:cubicBezTo>
                  <a:cubicBezTo>
                    <a:pt x="79" y="22"/>
                    <a:pt x="91" y="20"/>
                    <a:pt x="103" y="13"/>
                  </a:cubicBezTo>
                  <a:cubicBezTo>
                    <a:pt x="111" y="9"/>
                    <a:pt x="130" y="0"/>
                    <a:pt x="139" y="4"/>
                  </a:cubicBezTo>
                  <a:cubicBezTo>
                    <a:pt x="132" y="5"/>
                    <a:pt x="129" y="11"/>
                    <a:pt x="124" y="14"/>
                  </a:cubicBezTo>
                  <a:cubicBezTo>
                    <a:pt x="117" y="18"/>
                    <a:pt x="111" y="20"/>
                    <a:pt x="103" y="21"/>
                  </a:cubicBezTo>
                  <a:cubicBezTo>
                    <a:pt x="91" y="23"/>
                    <a:pt x="79" y="25"/>
                    <a:pt x="67" y="31"/>
                  </a:cubicBezTo>
                  <a:cubicBezTo>
                    <a:pt x="60" y="35"/>
                    <a:pt x="55" y="37"/>
                    <a:pt x="47" y="38"/>
                  </a:cubicBezTo>
                  <a:cubicBezTo>
                    <a:pt x="42" y="39"/>
                    <a:pt x="36" y="38"/>
                    <a:pt x="31" y="40"/>
                  </a:cubicBezTo>
                  <a:cubicBezTo>
                    <a:pt x="20" y="43"/>
                    <a:pt x="7" y="55"/>
                    <a:pt x="1" y="65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8" name="Freeform 1102">
              <a:extLst>
                <a:ext uri="{FF2B5EF4-FFF2-40B4-BE49-F238E27FC236}">
                  <a16:creationId xmlns:a16="http://schemas.microsoft.com/office/drawing/2014/main" id="{5D2E971E-81E7-4C6B-B28A-1491F9107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724"/>
              <a:ext cx="123" cy="33"/>
            </a:xfrm>
            <a:custGeom>
              <a:avLst/>
              <a:gdLst>
                <a:gd name="T0" fmla="*/ 0 w 75"/>
                <a:gd name="T1" fmla="*/ 148 h 19"/>
                <a:gd name="T2" fmla="*/ 239 w 75"/>
                <a:gd name="T3" fmla="*/ 28 h 19"/>
                <a:gd name="T4" fmla="*/ 497 w 75"/>
                <a:gd name="T5" fmla="*/ 16 h 19"/>
                <a:gd name="T6" fmla="*/ 736 w 75"/>
                <a:gd name="T7" fmla="*/ 148 h 19"/>
                <a:gd name="T8" fmla="*/ 891 w 75"/>
                <a:gd name="T9" fmla="*/ 299 h 19"/>
                <a:gd name="T10" fmla="*/ 449 w 75"/>
                <a:gd name="T11" fmla="*/ 109 h 19"/>
                <a:gd name="T12" fmla="*/ 0 w 75"/>
                <a:gd name="T13" fmla="*/ 17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9">
                  <a:moveTo>
                    <a:pt x="0" y="9"/>
                  </a:moveTo>
                  <a:cubicBezTo>
                    <a:pt x="0" y="9"/>
                    <a:pt x="17" y="2"/>
                    <a:pt x="20" y="2"/>
                  </a:cubicBezTo>
                  <a:cubicBezTo>
                    <a:pt x="27" y="0"/>
                    <a:pt x="35" y="0"/>
                    <a:pt x="42" y="1"/>
                  </a:cubicBezTo>
                  <a:cubicBezTo>
                    <a:pt x="49" y="2"/>
                    <a:pt x="55" y="5"/>
                    <a:pt x="62" y="9"/>
                  </a:cubicBezTo>
                  <a:cubicBezTo>
                    <a:pt x="67" y="11"/>
                    <a:pt x="70" y="17"/>
                    <a:pt x="75" y="19"/>
                  </a:cubicBezTo>
                  <a:cubicBezTo>
                    <a:pt x="66" y="11"/>
                    <a:pt x="50" y="8"/>
                    <a:pt x="38" y="7"/>
                  </a:cubicBezTo>
                  <a:cubicBezTo>
                    <a:pt x="27" y="5"/>
                    <a:pt x="10" y="7"/>
                    <a:pt x="0" y="11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9" name="Freeform 1103">
              <a:extLst>
                <a:ext uri="{FF2B5EF4-FFF2-40B4-BE49-F238E27FC236}">
                  <a16:creationId xmlns:a16="http://schemas.microsoft.com/office/drawing/2014/main" id="{4BC85E5A-8393-4BA0-8EEF-D74DB0C96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748"/>
              <a:ext cx="209" cy="66"/>
            </a:xfrm>
            <a:custGeom>
              <a:avLst/>
              <a:gdLst>
                <a:gd name="T0" fmla="*/ 0 w 128"/>
                <a:gd name="T1" fmla="*/ 603 h 38"/>
                <a:gd name="T2" fmla="*/ 475 w 128"/>
                <a:gd name="T3" fmla="*/ 234 h 38"/>
                <a:gd name="T4" fmla="*/ 931 w 128"/>
                <a:gd name="T5" fmla="*/ 127 h 38"/>
                <a:gd name="T6" fmla="*/ 1280 w 128"/>
                <a:gd name="T7" fmla="*/ 0 h 38"/>
                <a:gd name="T8" fmla="*/ 1484 w 128"/>
                <a:gd name="T9" fmla="*/ 156 h 38"/>
                <a:gd name="T10" fmla="*/ 1154 w 128"/>
                <a:gd name="T11" fmla="*/ 208 h 38"/>
                <a:gd name="T12" fmla="*/ 839 w 128"/>
                <a:gd name="T13" fmla="*/ 257 h 38"/>
                <a:gd name="T14" fmla="*/ 591 w 128"/>
                <a:gd name="T15" fmla="*/ 257 h 38"/>
                <a:gd name="T16" fmla="*/ 269 w 128"/>
                <a:gd name="T17" fmla="*/ 429 h 38"/>
                <a:gd name="T18" fmla="*/ 21 w 128"/>
                <a:gd name="T19" fmla="*/ 57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38">
                  <a:moveTo>
                    <a:pt x="0" y="38"/>
                  </a:moveTo>
                  <a:cubicBezTo>
                    <a:pt x="14" y="31"/>
                    <a:pt x="27" y="22"/>
                    <a:pt x="41" y="15"/>
                  </a:cubicBezTo>
                  <a:cubicBezTo>
                    <a:pt x="53" y="10"/>
                    <a:pt x="67" y="11"/>
                    <a:pt x="80" y="8"/>
                  </a:cubicBezTo>
                  <a:cubicBezTo>
                    <a:pt x="89" y="5"/>
                    <a:pt x="100" y="0"/>
                    <a:pt x="110" y="0"/>
                  </a:cubicBezTo>
                  <a:cubicBezTo>
                    <a:pt x="120" y="1"/>
                    <a:pt x="123" y="3"/>
                    <a:pt x="128" y="10"/>
                  </a:cubicBezTo>
                  <a:cubicBezTo>
                    <a:pt x="120" y="4"/>
                    <a:pt x="108" y="10"/>
                    <a:pt x="99" y="13"/>
                  </a:cubicBezTo>
                  <a:cubicBezTo>
                    <a:pt x="90" y="16"/>
                    <a:pt x="81" y="16"/>
                    <a:pt x="72" y="16"/>
                  </a:cubicBezTo>
                  <a:cubicBezTo>
                    <a:pt x="65" y="16"/>
                    <a:pt x="58" y="15"/>
                    <a:pt x="51" y="16"/>
                  </a:cubicBezTo>
                  <a:cubicBezTo>
                    <a:pt x="41" y="17"/>
                    <a:pt x="32" y="23"/>
                    <a:pt x="23" y="27"/>
                  </a:cubicBezTo>
                  <a:cubicBezTo>
                    <a:pt x="16" y="30"/>
                    <a:pt x="8" y="31"/>
                    <a:pt x="2" y="36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1104">
              <a:extLst>
                <a:ext uri="{FF2B5EF4-FFF2-40B4-BE49-F238E27FC236}">
                  <a16:creationId xmlns:a16="http://schemas.microsoft.com/office/drawing/2014/main" id="{7A9FFBF8-3852-4871-8E70-29AE96B0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785"/>
              <a:ext cx="88" cy="63"/>
            </a:xfrm>
            <a:custGeom>
              <a:avLst/>
              <a:gdLst>
                <a:gd name="T0" fmla="*/ 606 w 54"/>
                <a:gd name="T1" fmla="*/ 21 h 36"/>
                <a:gd name="T2" fmla="*/ 233 w 54"/>
                <a:gd name="T3" fmla="*/ 172 h 36"/>
                <a:gd name="T4" fmla="*/ 143 w 54"/>
                <a:gd name="T5" fmla="*/ 376 h 36"/>
                <a:gd name="T6" fmla="*/ 0 w 54"/>
                <a:gd name="T7" fmla="*/ 592 h 36"/>
                <a:gd name="T8" fmla="*/ 370 w 54"/>
                <a:gd name="T9" fmla="*/ 249 h 36"/>
                <a:gd name="T10" fmla="*/ 619 w 54"/>
                <a:gd name="T11" fmla="*/ 2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6">
                  <a:moveTo>
                    <a:pt x="53" y="1"/>
                  </a:moveTo>
                  <a:cubicBezTo>
                    <a:pt x="44" y="1"/>
                    <a:pt x="27" y="2"/>
                    <a:pt x="20" y="10"/>
                  </a:cubicBezTo>
                  <a:cubicBezTo>
                    <a:pt x="17" y="13"/>
                    <a:pt x="15" y="19"/>
                    <a:pt x="12" y="23"/>
                  </a:cubicBezTo>
                  <a:cubicBezTo>
                    <a:pt x="9" y="29"/>
                    <a:pt x="5" y="32"/>
                    <a:pt x="0" y="36"/>
                  </a:cubicBezTo>
                  <a:cubicBezTo>
                    <a:pt x="11" y="29"/>
                    <a:pt x="23" y="24"/>
                    <a:pt x="32" y="15"/>
                  </a:cubicBezTo>
                  <a:cubicBezTo>
                    <a:pt x="38" y="8"/>
                    <a:pt x="44" y="0"/>
                    <a:pt x="54" y="1"/>
                  </a:cubicBezTo>
                </a:path>
              </a:pathLst>
            </a:custGeom>
            <a:solidFill>
              <a:srgbClr val="C1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1" name="Freeform 1105">
              <a:extLst>
                <a:ext uri="{FF2B5EF4-FFF2-40B4-BE49-F238E27FC236}">
                  <a16:creationId xmlns:a16="http://schemas.microsoft.com/office/drawing/2014/main" id="{C3BA25BF-A38D-4C04-9B75-E0BD58CB2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758"/>
              <a:ext cx="82" cy="30"/>
            </a:xfrm>
            <a:custGeom>
              <a:avLst/>
              <a:gdLst>
                <a:gd name="T0" fmla="*/ 0 w 50"/>
                <a:gd name="T1" fmla="*/ 293 h 17"/>
                <a:gd name="T2" fmla="*/ 167 w 50"/>
                <a:gd name="T3" fmla="*/ 152 h 17"/>
                <a:gd name="T4" fmla="*/ 312 w 50"/>
                <a:gd name="T5" fmla="*/ 138 h 17"/>
                <a:gd name="T6" fmla="*/ 476 w 50"/>
                <a:gd name="T7" fmla="*/ 49 h 17"/>
                <a:gd name="T8" fmla="*/ 592 w 50"/>
                <a:gd name="T9" fmla="*/ 0 h 17"/>
                <a:gd name="T10" fmla="*/ 312 w 50"/>
                <a:gd name="T11" fmla="*/ 115 h 17"/>
                <a:gd name="T12" fmla="*/ 146 w 50"/>
                <a:gd name="T13" fmla="*/ 115 h 17"/>
                <a:gd name="T14" fmla="*/ 13 w 50"/>
                <a:gd name="T15" fmla="*/ 25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">
                  <a:moveTo>
                    <a:pt x="0" y="17"/>
                  </a:moveTo>
                  <a:cubicBezTo>
                    <a:pt x="3" y="12"/>
                    <a:pt x="10" y="10"/>
                    <a:pt x="14" y="9"/>
                  </a:cubicBezTo>
                  <a:cubicBezTo>
                    <a:pt x="18" y="8"/>
                    <a:pt x="22" y="8"/>
                    <a:pt x="26" y="8"/>
                  </a:cubicBezTo>
                  <a:cubicBezTo>
                    <a:pt x="32" y="8"/>
                    <a:pt x="35" y="6"/>
                    <a:pt x="40" y="3"/>
                  </a:cubicBezTo>
                  <a:cubicBezTo>
                    <a:pt x="44" y="2"/>
                    <a:pt x="47" y="0"/>
                    <a:pt x="50" y="0"/>
                  </a:cubicBezTo>
                  <a:cubicBezTo>
                    <a:pt x="41" y="0"/>
                    <a:pt x="34" y="8"/>
                    <a:pt x="26" y="7"/>
                  </a:cubicBezTo>
                  <a:cubicBezTo>
                    <a:pt x="21" y="6"/>
                    <a:pt x="17" y="5"/>
                    <a:pt x="12" y="7"/>
                  </a:cubicBezTo>
                  <a:cubicBezTo>
                    <a:pt x="8" y="9"/>
                    <a:pt x="5" y="12"/>
                    <a:pt x="1" y="15"/>
                  </a:cubicBezTo>
                </a:path>
              </a:pathLst>
            </a:custGeom>
            <a:solidFill>
              <a:srgbClr val="5B1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2" name="Freeform 1106">
              <a:extLst>
                <a:ext uri="{FF2B5EF4-FFF2-40B4-BE49-F238E27FC236}">
                  <a16:creationId xmlns:a16="http://schemas.microsoft.com/office/drawing/2014/main" id="{92BFCE8D-B6BE-425A-B86F-EC6090583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715"/>
              <a:ext cx="89" cy="35"/>
            </a:xfrm>
            <a:custGeom>
              <a:avLst/>
              <a:gdLst>
                <a:gd name="T0" fmla="*/ 0 w 54"/>
                <a:gd name="T1" fmla="*/ 327 h 20"/>
                <a:gd name="T2" fmla="*/ 185 w 54"/>
                <a:gd name="T3" fmla="*/ 285 h 20"/>
                <a:gd name="T4" fmla="*/ 331 w 54"/>
                <a:gd name="T5" fmla="*/ 179 h 20"/>
                <a:gd name="T6" fmla="*/ 658 w 54"/>
                <a:gd name="T7" fmla="*/ 0 h 20"/>
                <a:gd name="T8" fmla="*/ 452 w 54"/>
                <a:gd name="T9" fmla="*/ 135 h 20"/>
                <a:gd name="T10" fmla="*/ 318 w 54"/>
                <a:gd name="T11" fmla="*/ 249 h 20"/>
                <a:gd name="T12" fmla="*/ 185 w 54"/>
                <a:gd name="T13" fmla="*/ 301 h 20"/>
                <a:gd name="T14" fmla="*/ 35 w 54"/>
                <a:gd name="T15" fmla="*/ 32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20">
                  <a:moveTo>
                    <a:pt x="0" y="20"/>
                  </a:moveTo>
                  <a:cubicBezTo>
                    <a:pt x="4" y="17"/>
                    <a:pt x="11" y="17"/>
                    <a:pt x="15" y="17"/>
                  </a:cubicBezTo>
                  <a:cubicBezTo>
                    <a:pt x="20" y="16"/>
                    <a:pt x="24" y="14"/>
                    <a:pt x="27" y="11"/>
                  </a:cubicBezTo>
                  <a:cubicBezTo>
                    <a:pt x="35" y="7"/>
                    <a:pt x="45" y="1"/>
                    <a:pt x="54" y="0"/>
                  </a:cubicBezTo>
                  <a:cubicBezTo>
                    <a:pt x="48" y="0"/>
                    <a:pt x="42" y="5"/>
                    <a:pt x="37" y="8"/>
                  </a:cubicBezTo>
                  <a:cubicBezTo>
                    <a:pt x="34" y="11"/>
                    <a:pt x="30" y="13"/>
                    <a:pt x="26" y="15"/>
                  </a:cubicBezTo>
                  <a:cubicBezTo>
                    <a:pt x="22" y="16"/>
                    <a:pt x="19" y="18"/>
                    <a:pt x="15" y="18"/>
                  </a:cubicBezTo>
                  <a:cubicBezTo>
                    <a:pt x="11" y="19"/>
                    <a:pt x="7" y="18"/>
                    <a:pt x="3" y="20"/>
                  </a:cubicBezTo>
                </a:path>
              </a:pathLst>
            </a:custGeom>
            <a:solidFill>
              <a:srgbClr val="5B1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3" name="Freeform 1107">
              <a:extLst>
                <a:ext uri="{FF2B5EF4-FFF2-40B4-BE49-F238E27FC236}">
                  <a16:creationId xmlns:a16="http://schemas.microsoft.com/office/drawing/2014/main" id="{6DDA5F8D-5129-4338-9A6C-F949EA7F3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3307"/>
              <a:ext cx="82" cy="54"/>
            </a:xfrm>
            <a:custGeom>
              <a:avLst/>
              <a:gdLst>
                <a:gd name="T0" fmla="*/ 49 w 50"/>
                <a:gd name="T1" fmla="*/ 0 h 31"/>
                <a:gd name="T2" fmla="*/ 282 w 50"/>
                <a:gd name="T3" fmla="*/ 322 h 31"/>
                <a:gd name="T4" fmla="*/ 407 w 50"/>
                <a:gd name="T5" fmla="*/ 470 h 31"/>
                <a:gd name="T6" fmla="*/ 592 w 50"/>
                <a:gd name="T7" fmla="*/ 413 h 31"/>
                <a:gd name="T8" fmla="*/ 248 w 50"/>
                <a:gd name="T9" fmla="*/ 172 h 31"/>
                <a:gd name="T10" fmla="*/ 49 w 50"/>
                <a:gd name="T11" fmla="*/ 28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1">
                  <a:moveTo>
                    <a:pt x="4" y="0"/>
                  </a:moveTo>
                  <a:cubicBezTo>
                    <a:pt x="0" y="8"/>
                    <a:pt x="19" y="16"/>
                    <a:pt x="24" y="20"/>
                  </a:cubicBezTo>
                  <a:cubicBezTo>
                    <a:pt x="28" y="22"/>
                    <a:pt x="31" y="26"/>
                    <a:pt x="34" y="29"/>
                  </a:cubicBezTo>
                  <a:cubicBezTo>
                    <a:pt x="38" y="31"/>
                    <a:pt x="47" y="30"/>
                    <a:pt x="50" y="26"/>
                  </a:cubicBezTo>
                  <a:cubicBezTo>
                    <a:pt x="38" y="30"/>
                    <a:pt x="30" y="15"/>
                    <a:pt x="21" y="11"/>
                  </a:cubicBezTo>
                  <a:cubicBezTo>
                    <a:pt x="16" y="9"/>
                    <a:pt x="6" y="9"/>
                    <a:pt x="4" y="2"/>
                  </a:cubicBezTo>
                </a:path>
              </a:pathLst>
            </a:custGeom>
            <a:solidFill>
              <a:srgbClr val="EF9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4" name="Freeform 1108">
              <a:extLst>
                <a:ext uri="{FF2B5EF4-FFF2-40B4-BE49-F238E27FC236}">
                  <a16:creationId xmlns:a16="http://schemas.microsoft.com/office/drawing/2014/main" id="{4556B9F6-5A5E-4445-9416-A63C2699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265"/>
              <a:ext cx="26" cy="38"/>
            </a:xfrm>
            <a:custGeom>
              <a:avLst/>
              <a:gdLst>
                <a:gd name="T0" fmla="*/ 111 w 16"/>
                <a:gd name="T1" fmla="*/ 16 h 22"/>
                <a:gd name="T2" fmla="*/ 0 w 16"/>
                <a:gd name="T3" fmla="*/ 292 h 22"/>
                <a:gd name="T4" fmla="*/ 180 w 16"/>
                <a:gd name="T5" fmla="*/ 311 h 22"/>
                <a:gd name="T6" fmla="*/ 76 w 16"/>
                <a:gd name="T7" fmla="*/ 233 h 22"/>
                <a:gd name="T8" fmla="*/ 102 w 16"/>
                <a:gd name="T9" fmla="*/ 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10" y="1"/>
                  </a:moveTo>
                  <a:cubicBezTo>
                    <a:pt x="4" y="0"/>
                    <a:pt x="4" y="16"/>
                    <a:pt x="0" y="19"/>
                  </a:cubicBezTo>
                  <a:cubicBezTo>
                    <a:pt x="2" y="21"/>
                    <a:pt x="14" y="22"/>
                    <a:pt x="16" y="20"/>
                  </a:cubicBezTo>
                  <a:cubicBezTo>
                    <a:pt x="13" y="19"/>
                    <a:pt x="9" y="18"/>
                    <a:pt x="7" y="15"/>
                  </a:cubicBezTo>
                  <a:cubicBezTo>
                    <a:pt x="6" y="12"/>
                    <a:pt x="8" y="6"/>
                    <a:pt x="9" y="3"/>
                  </a:cubicBezTo>
                </a:path>
              </a:pathLst>
            </a:custGeom>
            <a:solidFill>
              <a:srgbClr val="EF9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5" name="Freeform 1109">
              <a:extLst>
                <a:ext uri="{FF2B5EF4-FFF2-40B4-BE49-F238E27FC236}">
                  <a16:creationId xmlns:a16="http://schemas.microsoft.com/office/drawing/2014/main" id="{D86354B1-9065-45BD-B988-2D60F858D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3235"/>
              <a:ext cx="22" cy="28"/>
            </a:xfrm>
            <a:custGeom>
              <a:avLst/>
              <a:gdLst>
                <a:gd name="T0" fmla="*/ 104 w 14"/>
                <a:gd name="T1" fmla="*/ 21 h 16"/>
                <a:gd name="T2" fmla="*/ 96 w 14"/>
                <a:gd name="T3" fmla="*/ 0 h 16"/>
                <a:gd name="T4" fmla="*/ 55 w 14"/>
                <a:gd name="T5" fmla="*/ 135 h 16"/>
                <a:gd name="T6" fmla="*/ 0 w 14"/>
                <a:gd name="T7" fmla="*/ 264 h 16"/>
                <a:gd name="T8" fmla="*/ 104 w 14"/>
                <a:gd name="T9" fmla="*/ 179 h 16"/>
                <a:gd name="T10" fmla="*/ 104 w 14"/>
                <a:gd name="T11" fmla="*/ 3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6">
                  <a:moveTo>
                    <a:pt x="11" y="1"/>
                  </a:moveTo>
                  <a:cubicBezTo>
                    <a:pt x="11" y="1"/>
                    <a:pt x="11" y="1"/>
                    <a:pt x="10" y="0"/>
                  </a:cubicBezTo>
                  <a:cubicBezTo>
                    <a:pt x="12" y="5"/>
                    <a:pt x="9" y="6"/>
                    <a:pt x="6" y="8"/>
                  </a:cubicBezTo>
                  <a:cubicBezTo>
                    <a:pt x="3" y="10"/>
                    <a:pt x="1" y="13"/>
                    <a:pt x="0" y="16"/>
                  </a:cubicBezTo>
                  <a:cubicBezTo>
                    <a:pt x="3" y="13"/>
                    <a:pt x="8" y="14"/>
                    <a:pt x="11" y="11"/>
                  </a:cubicBezTo>
                  <a:cubicBezTo>
                    <a:pt x="14" y="8"/>
                    <a:pt x="13" y="4"/>
                    <a:pt x="11" y="2"/>
                  </a:cubicBezTo>
                </a:path>
              </a:pathLst>
            </a:custGeom>
            <a:solidFill>
              <a:srgbClr val="EF9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6" name="Freeform 1110">
              <a:extLst>
                <a:ext uri="{FF2B5EF4-FFF2-40B4-BE49-F238E27FC236}">
                  <a16:creationId xmlns:a16="http://schemas.microsoft.com/office/drawing/2014/main" id="{DEE65068-4005-4980-9068-CE052AF07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202"/>
              <a:ext cx="17" cy="30"/>
            </a:xfrm>
            <a:custGeom>
              <a:avLst/>
              <a:gdLst>
                <a:gd name="T0" fmla="*/ 141 w 10"/>
                <a:gd name="T1" fmla="*/ 21 h 17"/>
                <a:gd name="T2" fmla="*/ 15 w 10"/>
                <a:gd name="T3" fmla="*/ 268 h 17"/>
                <a:gd name="T4" fmla="*/ 99 w 10"/>
                <a:gd name="T5" fmla="*/ 268 h 17"/>
                <a:gd name="T6" fmla="*/ 128 w 1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10" y="1"/>
                  </a:moveTo>
                  <a:cubicBezTo>
                    <a:pt x="5" y="2"/>
                    <a:pt x="0" y="11"/>
                    <a:pt x="1" y="16"/>
                  </a:cubicBezTo>
                  <a:cubicBezTo>
                    <a:pt x="3" y="16"/>
                    <a:pt x="5" y="17"/>
                    <a:pt x="7" y="16"/>
                  </a:cubicBezTo>
                  <a:cubicBezTo>
                    <a:pt x="7" y="10"/>
                    <a:pt x="6" y="6"/>
                    <a:pt x="9" y="0"/>
                  </a:cubicBezTo>
                </a:path>
              </a:pathLst>
            </a:custGeom>
            <a:solidFill>
              <a:srgbClr val="EF9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1111">
              <a:extLst>
                <a:ext uri="{FF2B5EF4-FFF2-40B4-BE49-F238E27FC236}">
                  <a16:creationId xmlns:a16="http://schemas.microsoft.com/office/drawing/2014/main" id="{AF84F5E6-DA1F-45AE-9545-F3000029F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3144"/>
              <a:ext cx="16" cy="35"/>
            </a:xfrm>
            <a:custGeom>
              <a:avLst/>
              <a:gdLst>
                <a:gd name="T0" fmla="*/ 21 w 10"/>
                <a:gd name="T1" fmla="*/ 0 h 20"/>
                <a:gd name="T2" fmla="*/ 21 w 10"/>
                <a:gd name="T3" fmla="*/ 200 h 20"/>
                <a:gd name="T4" fmla="*/ 0 w 10"/>
                <a:gd name="T5" fmla="*/ 327 h 20"/>
                <a:gd name="T6" fmla="*/ 21 w 10"/>
                <a:gd name="T7" fmla="*/ 2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2" y="0"/>
                  </a:moveTo>
                  <a:cubicBezTo>
                    <a:pt x="2" y="4"/>
                    <a:pt x="3" y="8"/>
                    <a:pt x="2" y="12"/>
                  </a:cubicBezTo>
                  <a:cubicBezTo>
                    <a:pt x="2" y="15"/>
                    <a:pt x="0" y="17"/>
                    <a:pt x="0" y="20"/>
                  </a:cubicBezTo>
                  <a:cubicBezTo>
                    <a:pt x="10" y="20"/>
                    <a:pt x="2" y="5"/>
                    <a:pt x="2" y="1"/>
                  </a:cubicBezTo>
                </a:path>
              </a:pathLst>
            </a:custGeom>
            <a:solidFill>
              <a:srgbClr val="EF9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Freeform 1112">
              <a:extLst>
                <a:ext uri="{FF2B5EF4-FFF2-40B4-BE49-F238E27FC236}">
                  <a16:creationId xmlns:a16="http://schemas.microsoft.com/office/drawing/2014/main" id="{19F66575-2E89-4025-A82E-7EC338B29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707"/>
              <a:ext cx="108" cy="71"/>
            </a:xfrm>
            <a:custGeom>
              <a:avLst/>
              <a:gdLst>
                <a:gd name="T0" fmla="*/ 0 w 66"/>
                <a:gd name="T1" fmla="*/ 16 h 41"/>
                <a:gd name="T2" fmla="*/ 223 w 66"/>
                <a:gd name="T3" fmla="*/ 144 h 41"/>
                <a:gd name="T4" fmla="*/ 295 w 66"/>
                <a:gd name="T5" fmla="*/ 405 h 41"/>
                <a:gd name="T6" fmla="*/ 777 w 66"/>
                <a:gd name="T7" fmla="*/ 611 h 41"/>
                <a:gd name="T8" fmla="*/ 517 w 66"/>
                <a:gd name="T9" fmla="*/ 554 h 41"/>
                <a:gd name="T10" fmla="*/ 295 w 66"/>
                <a:gd name="T11" fmla="*/ 575 h 41"/>
                <a:gd name="T12" fmla="*/ 126 w 66"/>
                <a:gd name="T13" fmla="*/ 468 h 41"/>
                <a:gd name="T14" fmla="*/ 13 w 66"/>
                <a:gd name="T15" fmla="*/ 16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41">
                  <a:moveTo>
                    <a:pt x="0" y="1"/>
                  </a:moveTo>
                  <a:cubicBezTo>
                    <a:pt x="6" y="0"/>
                    <a:pt x="14" y="5"/>
                    <a:pt x="19" y="9"/>
                  </a:cubicBezTo>
                  <a:cubicBezTo>
                    <a:pt x="24" y="14"/>
                    <a:pt x="22" y="19"/>
                    <a:pt x="25" y="26"/>
                  </a:cubicBezTo>
                  <a:cubicBezTo>
                    <a:pt x="32" y="41"/>
                    <a:pt x="55" y="30"/>
                    <a:pt x="66" y="39"/>
                  </a:cubicBezTo>
                  <a:cubicBezTo>
                    <a:pt x="59" y="37"/>
                    <a:pt x="51" y="37"/>
                    <a:pt x="44" y="36"/>
                  </a:cubicBezTo>
                  <a:cubicBezTo>
                    <a:pt x="38" y="36"/>
                    <a:pt x="30" y="35"/>
                    <a:pt x="25" y="37"/>
                  </a:cubicBezTo>
                  <a:cubicBezTo>
                    <a:pt x="24" y="30"/>
                    <a:pt x="17" y="30"/>
                    <a:pt x="11" y="30"/>
                  </a:cubicBezTo>
                  <a:cubicBezTo>
                    <a:pt x="15" y="18"/>
                    <a:pt x="9" y="8"/>
                    <a:pt x="1" y="1"/>
                  </a:cubicBezTo>
                </a:path>
              </a:pathLst>
            </a:custGeom>
            <a:solidFill>
              <a:srgbClr val="F6B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9" name="Freeform 1113">
              <a:extLst>
                <a:ext uri="{FF2B5EF4-FFF2-40B4-BE49-F238E27FC236}">
                  <a16:creationId xmlns:a16="http://schemas.microsoft.com/office/drawing/2014/main" id="{FEE17FC3-9440-4C85-AF3A-06BCF31C0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841"/>
              <a:ext cx="37" cy="44"/>
            </a:xfrm>
            <a:custGeom>
              <a:avLst/>
              <a:gdLst>
                <a:gd name="T0" fmla="*/ 88 w 23"/>
                <a:gd name="T1" fmla="*/ 0 h 25"/>
                <a:gd name="T2" fmla="*/ 212 w 23"/>
                <a:gd name="T3" fmla="*/ 180 h 25"/>
                <a:gd name="T4" fmla="*/ 251 w 23"/>
                <a:gd name="T5" fmla="*/ 421 h 25"/>
                <a:gd name="T6" fmla="*/ 0 w 23"/>
                <a:gd name="T7" fmla="*/ 403 h 25"/>
                <a:gd name="T8" fmla="*/ 0 w 23"/>
                <a:gd name="T9" fmla="*/ 114 h 25"/>
                <a:gd name="T10" fmla="*/ 88 w 23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5">
                  <a:moveTo>
                    <a:pt x="8" y="0"/>
                  </a:moveTo>
                  <a:cubicBezTo>
                    <a:pt x="8" y="6"/>
                    <a:pt x="14" y="11"/>
                    <a:pt x="20" y="11"/>
                  </a:cubicBezTo>
                  <a:cubicBezTo>
                    <a:pt x="21" y="16"/>
                    <a:pt x="20" y="20"/>
                    <a:pt x="23" y="25"/>
                  </a:cubicBezTo>
                  <a:cubicBezTo>
                    <a:pt x="17" y="17"/>
                    <a:pt x="6" y="17"/>
                    <a:pt x="0" y="24"/>
                  </a:cubicBezTo>
                  <a:cubicBezTo>
                    <a:pt x="4" y="20"/>
                    <a:pt x="5" y="11"/>
                    <a:pt x="0" y="7"/>
                  </a:cubicBezTo>
                  <a:cubicBezTo>
                    <a:pt x="3" y="7"/>
                    <a:pt x="8" y="2"/>
                    <a:pt x="8" y="0"/>
                  </a:cubicBezTo>
                </a:path>
              </a:pathLst>
            </a:custGeom>
            <a:solidFill>
              <a:srgbClr val="F6B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1114">
              <a:extLst>
                <a:ext uri="{FF2B5EF4-FFF2-40B4-BE49-F238E27FC236}">
                  <a16:creationId xmlns:a16="http://schemas.microsoft.com/office/drawing/2014/main" id="{183D265A-D99A-4842-B6E3-7F8F204E6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822"/>
              <a:ext cx="47" cy="33"/>
            </a:xfrm>
            <a:custGeom>
              <a:avLst/>
              <a:gdLst>
                <a:gd name="T0" fmla="*/ 0 w 29"/>
                <a:gd name="T1" fmla="*/ 271 h 19"/>
                <a:gd name="T2" fmla="*/ 323 w 29"/>
                <a:gd name="T3" fmla="*/ 299 h 19"/>
                <a:gd name="T4" fmla="*/ 13 w 29"/>
                <a:gd name="T5" fmla="*/ 2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0" y="17"/>
                  </a:moveTo>
                  <a:cubicBezTo>
                    <a:pt x="5" y="2"/>
                    <a:pt x="22" y="10"/>
                    <a:pt x="29" y="19"/>
                  </a:cubicBezTo>
                  <a:cubicBezTo>
                    <a:pt x="24" y="5"/>
                    <a:pt x="8" y="0"/>
                    <a:pt x="1" y="14"/>
                  </a:cubicBezTo>
                </a:path>
              </a:pathLst>
            </a:custGeom>
            <a:solidFill>
              <a:srgbClr val="F6B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Freeform 1115">
              <a:extLst>
                <a:ext uri="{FF2B5EF4-FFF2-40B4-BE49-F238E27FC236}">
                  <a16:creationId xmlns:a16="http://schemas.microsoft.com/office/drawing/2014/main" id="{6B4123F8-CE59-426D-B977-B84A1E213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869"/>
              <a:ext cx="113" cy="18"/>
            </a:xfrm>
            <a:custGeom>
              <a:avLst/>
              <a:gdLst>
                <a:gd name="T0" fmla="*/ 0 w 69"/>
                <a:gd name="T1" fmla="*/ 133 h 10"/>
                <a:gd name="T2" fmla="*/ 0 w 69"/>
                <a:gd name="T3" fmla="*/ 146 h 10"/>
                <a:gd name="T4" fmla="*/ 370 w 69"/>
                <a:gd name="T5" fmla="*/ 41 h 10"/>
                <a:gd name="T6" fmla="*/ 611 w 69"/>
                <a:gd name="T7" fmla="*/ 52 h 10"/>
                <a:gd name="T8" fmla="*/ 812 w 69"/>
                <a:gd name="T9" fmla="*/ 133 h 10"/>
                <a:gd name="T10" fmla="*/ 373 w 69"/>
                <a:gd name="T11" fmla="*/ 146 h 10"/>
                <a:gd name="T12" fmla="*/ 188 w 69"/>
                <a:gd name="T13" fmla="*/ 169 h 10"/>
                <a:gd name="T14" fmla="*/ 0 w 69"/>
                <a:gd name="T15" fmla="*/ 146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10">
                  <a:moveTo>
                    <a:pt x="0" y="7"/>
                  </a:moveTo>
                  <a:cubicBezTo>
                    <a:pt x="0" y="7"/>
                    <a:pt x="0" y="8"/>
                    <a:pt x="0" y="8"/>
                  </a:cubicBezTo>
                  <a:cubicBezTo>
                    <a:pt x="7" y="0"/>
                    <a:pt x="22" y="2"/>
                    <a:pt x="31" y="2"/>
                  </a:cubicBezTo>
                  <a:cubicBezTo>
                    <a:pt x="38" y="2"/>
                    <a:pt x="46" y="2"/>
                    <a:pt x="52" y="3"/>
                  </a:cubicBezTo>
                  <a:cubicBezTo>
                    <a:pt x="58" y="4"/>
                    <a:pt x="63" y="8"/>
                    <a:pt x="69" y="7"/>
                  </a:cubicBezTo>
                  <a:cubicBezTo>
                    <a:pt x="57" y="10"/>
                    <a:pt x="45" y="8"/>
                    <a:pt x="32" y="8"/>
                  </a:cubicBezTo>
                  <a:cubicBezTo>
                    <a:pt x="27" y="8"/>
                    <a:pt x="22" y="9"/>
                    <a:pt x="16" y="9"/>
                  </a:cubicBezTo>
                  <a:cubicBezTo>
                    <a:pt x="12" y="9"/>
                    <a:pt x="4" y="10"/>
                    <a:pt x="0" y="8"/>
                  </a:cubicBezTo>
                </a:path>
              </a:pathLst>
            </a:custGeom>
            <a:solidFill>
              <a:srgbClr val="F6B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Freeform 1116">
              <a:extLst>
                <a:ext uri="{FF2B5EF4-FFF2-40B4-BE49-F238E27FC236}">
                  <a16:creationId xmlns:a16="http://schemas.microsoft.com/office/drawing/2014/main" id="{1B39ABE7-BB62-4F03-831D-BF5C131E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831"/>
              <a:ext cx="116" cy="50"/>
            </a:xfrm>
            <a:custGeom>
              <a:avLst/>
              <a:gdLst>
                <a:gd name="T0" fmla="*/ 0 w 71"/>
                <a:gd name="T1" fmla="*/ 440 h 29"/>
                <a:gd name="T2" fmla="*/ 185 w 71"/>
                <a:gd name="T3" fmla="*/ 122 h 29"/>
                <a:gd name="T4" fmla="*/ 420 w 71"/>
                <a:gd name="T5" fmla="*/ 86 h 29"/>
                <a:gd name="T6" fmla="*/ 528 w 71"/>
                <a:gd name="T7" fmla="*/ 86 h 29"/>
                <a:gd name="T8" fmla="*/ 552 w 71"/>
                <a:gd name="T9" fmla="*/ 83 h 29"/>
                <a:gd name="T10" fmla="*/ 593 w 71"/>
                <a:gd name="T11" fmla="*/ 16 h 29"/>
                <a:gd name="T12" fmla="*/ 732 w 71"/>
                <a:gd name="T13" fmla="*/ 83 h 29"/>
                <a:gd name="T14" fmla="*/ 827 w 71"/>
                <a:gd name="T15" fmla="*/ 184 h 29"/>
                <a:gd name="T16" fmla="*/ 675 w 71"/>
                <a:gd name="T17" fmla="*/ 169 h 29"/>
                <a:gd name="T18" fmla="*/ 640 w 71"/>
                <a:gd name="T19" fmla="*/ 317 h 29"/>
                <a:gd name="T20" fmla="*/ 528 w 71"/>
                <a:gd name="T21" fmla="*/ 231 h 29"/>
                <a:gd name="T22" fmla="*/ 350 w 71"/>
                <a:gd name="T23" fmla="*/ 197 h 29"/>
                <a:gd name="T24" fmla="*/ 178 w 71"/>
                <a:gd name="T25" fmla="*/ 440 h 29"/>
                <a:gd name="T26" fmla="*/ 13 w 71"/>
                <a:gd name="T27" fmla="*/ 440 h 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1" h="29">
                  <a:moveTo>
                    <a:pt x="0" y="29"/>
                  </a:moveTo>
                  <a:cubicBezTo>
                    <a:pt x="3" y="21"/>
                    <a:pt x="8" y="12"/>
                    <a:pt x="16" y="8"/>
                  </a:cubicBezTo>
                  <a:cubicBezTo>
                    <a:pt x="23" y="5"/>
                    <a:pt x="29" y="5"/>
                    <a:pt x="36" y="6"/>
                  </a:cubicBezTo>
                  <a:cubicBezTo>
                    <a:pt x="39" y="6"/>
                    <a:pt x="43" y="7"/>
                    <a:pt x="45" y="6"/>
                  </a:cubicBezTo>
                  <a:cubicBezTo>
                    <a:pt x="46" y="6"/>
                    <a:pt x="48" y="6"/>
                    <a:pt x="48" y="5"/>
                  </a:cubicBezTo>
                  <a:cubicBezTo>
                    <a:pt x="50" y="4"/>
                    <a:pt x="50" y="2"/>
                    <a:pt x="51" y="1"/>
                  </a:cubicBezTo>
                  <a:cubicBezTo>
                    <a:pt x="54" y="0"/>
                    <a:pt x="60" y="4"/>
                    <a:pt x="63" y="5"/>
                  </a:cubicBezTo>
                  <a:cubicBezTo>
                    <a:pt x="66" y="7"/>
                    <a:pt x="69" y="9"/>
                    <a:pt x="71" y="12"/>
                  </a:cubicBezTo>
                  <a:cubicBezTo>
                    <a:pt x="66" y="12"/>
                    <a:pt x="62" y="8"/>
                    <a:pt x="58" y="11"/>
                  </a:cubicBezTo>
                  <a:cubicBezTo>
                    <a:pt x="55" y="13"/>
                    <a:pt x="54" y="17"/>
                    <a:pt x="55" y="21"/>
                  </a:cubicBezTo>
                  <a:cubicBezTo>
                    <a:pt x="54" y="17"/>
                    <a:pt x="48" y="16"/>
                    <a:pt x="45" y="15"/>
                  </a:cubicBezTo>
                  <a:cubicBezTo>
                    <a:pt x="40" y="13"/>
                    <a:pt x="35" y="12"/>
                    <a:pt x="30" y="13"/>
                  </a:cubicBezTo>
                  <a:cubicBezTo>
                    <a:pt x="21" y="15"/>
                    <a:pt x="16" y="20"/>
                    <a:pt x="15" y="29"/>
                  </a:cubicBezTo>
                  <a:cubicBezTo>
                    <a:pt x="11" y="23"/>
                    <a:pt x="5" y="26"/>
                    <a:pt x="1" y="29"/>
                  </a:cubicBezTo>
                </a:path>
              </a:pathLst>
            </a:custGeom>
            <a:solidFill>
              <a:srgbClr val="F6B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1117">
              <a:extLst>
                <a:ext uri="{FF2B5EF4-FFF2-40B4-BE49-F238E27FC236}">
                  <a16:creationId xmlns:a16="http://schemas.microsoft.com/office/drawing/2014/main" id="{0EC6F759-C287-49C4-89BA-1DDFD55C2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780"/>
              <a:ext cx="59" cy="39"/>
            </a:xfrm>
            <a:custGeom>
              <a:avLst/>
              <a:gdLst>
                <a:gd name="T0" fmla="*/ 408 w 36"/>
                <a:gd name="T1" fmla="*/ 117 h 22"/>
                <a:gd name="T2" fmla="*/ 151 w 36"/>
                <a:gd name="T3" fmla="*/ 50 h 22"/>
                <a:gd name="T4" fmla="*/ 13 w 36"/>
                <a:gd name="T5" fmla="*/ 383 h 22"/>
                <a:gd name="T6" fmla="*/ 428 w 36"/>
                <a:gd name="T7" fmla="*/ 13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35" y="7"/>
                  </a:moveTo>
                  <a:cubicBezTo>
                    <a:pt x="28" y="7"/>
                    <a:pt x="22" y="0"/>
                    <a:pt x="13" y="3"/>
                  </a:cubicBezTo>
                  <a:cubicBezTo>
                    <a:pt x="7" y="5"/>
                    <a:pt x="0" y="15"/>
                    <a:pt x="1" y="22"/>
                  </a:cubicBezTo>
                  <a:cubicBezTo>
                    <a:pt x="8" y="10"/>
                    <a:pt x="23" y="4"/>
                    <a:pt x="36" y="8"/>
                  </a:cubicBezTo>
                </a:path>
              </a:pathLst>
            </a:custGeom>
            <a:solidFill>
              <a:srgbClr val="F6B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1118">
              <a:extLst>
                <a:ext uri="{FF2B5EF4-FFF2-40B4-BE49-F238E27FC236}">
                  <a16:creationId xmlns:a16="http://schemas.microsoft.com/office/drawing/2014/main" id="{5CC61212-575D-443E-B271-CF438B92E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3759"/>
              <a:ext cx="36" cy="28"/>
            </a:xfrm>
            <a:custGeom>
              <a:avLst/>
              <a:gdLst>
                <a:gd name="T0" fmla="*/ 13 w 22"/>
                <a:gd name="T1" fmla="*/ 37 h 16"/>
                <a:gd name="T2" fmla="*/ 260 w 22"/>
                <a:gd name="T3" fmla="*/ 215 h 16"/>
                <a:gd name="T4" fmla="*/ 110 w 22"/>
                <a:gd name="T5" fmla="*/ 114 h 16"/>
                <a:gd name="T6" fmla="*/ 13 w 22"/>
                <a:gd name="T7" fmla="*/ 3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1" y="2"/>
                  </a:moveTo>
                  <a:cubicBezTo>
                    <a:pt x="0" y="10"/>
                    <a:pt x="15" y="16"/>
                    <a:pt x="22" y="13"/>
                  </a:cubicBezTo>
                  <a:cubicBezTo>
                    <a:pt x="18" y="12"/>
                    <a:pt x="12" y="9"/>
                    <a:pt x="9" y="7"/>
                  </a:cubicBezTo>
                  <a:cubicBezTo>
                    <a:pt x="7" y="5"/>
                    <a:pt x="4" y="0"/>
                    <a:pt x="1" y="2"/>
                  </a:cubicBezTo>
                </a:path>
              </a:pathLst>
            </a:custGeom>
            <a:solidFill>
              <a:srgbClr val="F6B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1119">
              <a:extLst>
                <a:ext uri="{FF2B5EF4-FFF2-40B4-BE49-F238E27FC236}">
                  <a16:creationId xmlns:a16="http://schemas.microsoft.com/office/drawing/2014/main" id="{BEA17B43-BF2E-48E7-B419-5647585D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710"/>
              <a:ext cx="18" cy="46"/>
            </a:xfrm>
            <a:custGeom>
              <a:avLst/>
              <a:gdLst>
                <a:gd name="T0" fmla="*/ 0 w 11"/>
                <a:gd name="T1" fmla="*/ 106 h 26"/>
                <a:gd name="T2" fmla="*/ 126 w 11"/>
                <a:gd name="T3" fmla="*/ 448 h 26"/>
                <a:gd name="T4" fmla="*/ 13 w 11"/>
                <a:gd name="T5" fmla="*/ 8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0" y="6"/>
                  </a:moveTo>
                  <a:cubicBezTo>
                    <a:pt x="4" y="0"/>
                    <a:pt x="11" y="24"/>
                    <a:pt x="11" y="26"/>
                  </a:cubicBezTo>
                  <a:cubicBezTo>
                    <a:pt x="5" y="20"/>
                    <a:pt x="6" y="11"/>
                    <a:pt x="1" y="5"/>
                  </a:cubicBezTo>
                </a:path>
              </a:pathLst>
            </a:custGeom>
            <a:solidFill>
              <a:srgbClr val="F6B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1120">
              <a:extLst>
                <a:ext uri="{FF2B5EF4-FFF2-40B4-BE49-F238E27FC236}">
                  <a16:creationId xmlns:a16="http://schemas.microsoft.com/office/drawing/2014/main" id="{AA0332C6-688E-4F42-AB1E-7FF425A80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855"/>
              <a:ext cx="30" cy="30"/>
            </a:xfrm>
            <a:custGeom>
              <a:avLst/>
              <a:gdLst>
                <a:gd name="T0" fmla="*/ 13 w 18"/>
                <a:gd name="T1" fmla="*/ 0 h 17"/>
                <a:gd name="T2" fmla="*/ 13 w 18"/>
                <a:gd name="T3" fmla="*/ 293 h 17"/>
                <a:gd name="T4" fmla="*/ 230 w 18"/>
                <a:gd name="T5" fmla="*/ 86 h 17"/>
                <a:gd name="T6" fmla="*/ 13 w 18"/>
                <a:gd name="T7" fmla="*/ 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" y="0"/>
                  </a:moveTo>
                  <a:cubicBezTo>
                    <a:pt x="0" y="5"/>
                    <a:pt x="6" y="12"/>
                    <a:pt x="1" y="17"/>
                  </a:cubicBezTo>
                  <a:cubicBezTo>
                    <a:pt x="3" y="11"/>
                    <a:pt x="12" y="3"/>
                    <a:pt x="18" y="5"/>
                  </a:cubicBezTo>
                  <a:cubicBezTo>
                    <a:pt x="14" y="2"/>
                    <a:pt x="5" y="1"/>
                    <a:pt x="1" y="1"/>
                  </a:cubicBezTo>
                </a:path>
              </a:pathLst>
            </a:custGeom>
            <a:solidFill>
              <a:srgbClr val="F6B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1121">
              <a:extLst>
                <a:ext uri="{FF2B5EF4-FFF2-40B4-BE49-F238E27FC236}">
                  <a16:creationId xmlns:a16="http://schemas.microsoft.com/office/drawing/2014/main" id="{B6AA35B2-65EC-42C4-84A1-5DAD3C3D3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873"/>
              <a:ext cx="36" cy="14"/>
            </a:xfrm>
            <a:custGeom>
              <a:avLst/>
              <a:gdLst>
                <a:gd name="T0" fmla="*/ 0 w 22"/>
                <a:gd name="T1" fmla="*/ 21 h 8"/>
                <a:gd name="T2" fmla="*/ 56 w 22"/>
                <a:gd name="T3" fmla="*/ 135 h 8"/>
                <a:gd name="T4" fmla="*/ 165 w 22"/>
                <a:gd name="T5" fmla="*/ 49 h 8"/>
                <a:gd name="T6" fmla="*/ 260 w 22"/>
                <a:gd name="T7" fmla="*/ 65 h 8"/>
                <a:gd name="T8" fmla="*/ 21 w 22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">
                  <a:moveTo>
                    <a:pt x="0" y="1"/>
                  </a:moveTo>
                  <a:cubicBezTo>
                    <a:pt x="0" y="0"/>
                    <a:pt x="5" y="5"/>
                    <a:pt x="5" y="8"/>
                  </a:cubicBezTo>
                  <a:cubicBezTo>
                    <a:pt x="8" y="7"/>
                    <a:pt x="10" y="4"/>
                    <a:pt x="14" y="3"/>
                  </a:cubicBezTo>
                  <a:cubicBezTo>
                    <a:pt x="17" y="3"/>
                    <a:pt x="19" y="4"/>
                    <a:pt x="22" y="4"/>
                  </a:cubicBezTo>
                  <a:cubicBezTo>
                    <a:pt x="15" y="4"/>
                    <a:pt x="8" y="3"/>
                    <a:pt x="2" y="1"/>
                  </a:cubicBezTo>
                </a:path>
              </a:pathLst>
            </a:custGeom>
            <a:solidFill>
              <a:srgbClr val="F6B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1122">
              <a:extLst>
                <a:ext uri="{FF2B5EF4-FFF2-40B4-BE49-F238E27FC236}">
                  <a16:creationId xmlns:a16="http://schemas.microsoft.com/office/drawing/2014/main" id="{7FEF5608-BA61-489E-9773-646DB6B43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878"/>
              <a:ext cx="50" cy="5"/>
            </a:xfrm>
            <a:custGeom>
              <a:avLst/>
              <a:gdLst>
                <a:gd name="T0" fmla="*/ 0 w 30"/>
                <a:gd name="T1" fmla="*/ 13 h 3"/>
                <a:gd name="T2" fmla="*/ 195 w 30"/>
                <a:gd name="T3" fmla="*/ 0 h 3"/>
                <a:gd name="T4" fmla="*/ 383 w 30"/>
                <a:gd name="T5" fmla="*/ 0 h 3"/>
                <a:gd name="T6" fmla="*/ 208 w 30"/>
                <a:gd name="T7" fmla="*/ 37 h 3"/>
                <a:gd name="T8" fmla="*/ 62 w 30"/>
                <a:gd name="T9" fmla="*/ 1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">
                  <a:moveTo>
                    <a:pt x="0" y="1"/>
                  </a:moveTo>
                  <a:cubicBezTo>
                    <a:pt x="5" y="0"/>
                    <a:pt x="11" y="1"/>
                    <a:pt x="15" y="0"/>
                  </a:cubicBezTo>
                  <a:cubicBezTo>
                    <a:pt x="20" y="0"/>
                    <a:pt x="25" y="0"/>
                    <a:pt x="30" y="0"/>
                  </a:cubicBezTo>
                  <a:cubicBezTo>
                    <a:pt x="26" y="0"/>
                    <a:pt x="21" y="3"/>
                    <a:pt x="16" y="3"/>
                  </a:cubicBezTo>
                  <a:cubicBezTo>
                    <a:pt x="12" y="3"/>
                    <a:pt x="9" y="1"/>
                    <a:pt x="5" y="1"/>
                  </a:cubicBezTo>
                </a:path>
              </a:pathLst>
            </a:custGeom>
            <a:solidFill>
              <a:srgbClr val="F6B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1123">
              <a:extLst>
                <a:ext uri="{FF2B5EF4-FFF2-40B4-BE49-F238E27FC236}">
                  <a16:creationId xmlns:a16="http://schemas.microsoft.com/office/drawing/2014/main" id="{502E2BEE-A16E-496B-B6AD-211CC2BEA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770"/>
              <a:ext cx="57" cy="61"/>
            </a:xfrm>
            <a:custGeom>
              <a:avLst/>
              <a:gdLst>
                <a:gd name="T0" fmla="*/ 125 w 35"/>
                <a:gd name="T1" fmla="*/ 49 h 35"/>
                <a:gd name="T2" fmla="*/ 401 w 35"/>
                <a:gd name="T3" fmla="*/ 176 h 35"/>
                <a:gd name="T4" fmla="*/ 261 w 35"/>
                <a:gd name="T5" fmla="*/ 561 h 35"/>
                <a:gd name="T6" fmla="*/ 0 w 35"/>
                <a:gd name="T7" fmla="*/ 213 h 35"/>
                <a:gd name="T8" fmla="*/ 143 w 35"/>
                <a:gd name="T9" fmla="*/ 6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11" y="3"/>
                  </a:moveTo>
                  <a:cubicBezTo>
                    <a:pt x="20" y="0"/>
                    <a:pt x="30" y="5"/>
                    <a:pt x="35" y="11"/>
                  </a:cubicBezTo>
                  <a:cubicBezTo>
                    <a:pt x="26" y="14"/>
                    <a:pt x="20" y="27"/>
                    <a:pt x="23" y="35"/>
                  </a:cubicBezTo>
                  <a:cubicBezTo>
                    <a:pt x="21" y="22"/>
                    <a:pt x="14" y="13"/>
                    <a:pt x="0" y="13"/>
                  </a:cubicBezTo>
                  <a:cubicBezTo>
                    <a:pt x="6" y="12"/>
                    <a:pt x="13" y="12"/>
                    <a:pt x="12" y="4"/>
                  </a:cubicBezTo>
                </a:path>
              </a:pathLst>
            </a:custGeom>
            <a:solidFill>
              <a:srgbClr val="F6B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1124">
              <a:extLst>
                <a:ext uri="{FF2B5EF4-FFF2-40B4-BE49-F238E27FC236}">
                  <a16:creationId xmlns:a16="http://schemas.microsoft.com/office/drawing/2014/main" id="{94A7868F-38B9-4EEB-AD70-8D5970C5C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3812"/>
              <a:ext cx="96" cy="47"/>
            </a:xfrm>
            <a:custGeom>
              <a:avLst/>
              <a:gdLst>
                <a:gd name="T0" fmla="*/ 13 w 59"/>
                <a:gd name="T1" fmla="*/ 221 h 27"/>
                <a:gd name="T2" fmla="*/ 345 w 59"/>
                <a:gd name="T3" fmla="*/ 172 h 27"/>
                <a:gd name="T4" fmla="*/ 480 w 59"/>
                <a:gd name="T5" fmla="*/ 348 h 27"/>
                <a:gd name="T6" fmla="*/ 672 w 59"/>
                <a:gd name="T7" fmla="*/ 433 h 27"/>
                <a:gd name="T8" fmla="*/ 490 w 59"/>
                <a:gd name="T9" fmla="*/ 299 h 27"/>
                <a:gd name="T10" fmla="*/ 345 w 59"/>
                <a:gd name="T11" fmla="*/ 127 h 27"/>
                <a:gd name="T12" fmla="*/ 13 w 59"/>
                <a:gd name="T13" fmla="*/ 19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7">
                  <a:moveTo>
                    <a:pt x="1" y="14"/>
                  </a:moveTo>
                  <a:cubicBezTo>
                    <a:pt x="0" y="0"/>
                    <a:pt x="25" y="7"/>
                    <a:pt x="30" y="11"/>
                  </a:cubicBezTo>
                  <a:cubicBezTo>
                    <a:pt x="34" y="14"/>
                    <a:pt x="37" y="19"/>
                    <a:pt x="42" y="22"/>
                  </a:cubicBezTo>
                  <a:cubicBezTo>
                    <a:pt x="48" y="24"/>
                    <a:pt x="54" y="24"/>
                    <a:pt x="59" y="27"/>
                  </a:cubicBezTo>
                  <a:cubicBezTo>
                    <a:pt x="54" y="25"/>
                    <a:pt x="49" y="21"/>
                    <a:pt x="43" y="19"/>
                  </a:cubicBezTo>
                  <a:cubicBezTo>
                    <a:pt x="37" y="17"/>
                    <a:pt x="35" y="12"/>
                    <a:pt x="30" y="8"/>
                  </a:cubicBezTo>
                  <a:cubicBezTo>
                    <a:pt x="20" y="1"/>
                    <a:pt x="6" y="2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1125">
              <a:extLst>
                <a:ext uri="{FF2B5EF4-FFF2-40B4-BE49-F238E27FC236}">
                  <a16:creationId xmlns:a16="http://schemas.microsoft.com/office/drawing/2014/main" id="{E29F17A9-B650-48ED-BCC7-77CEF467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3785"/>
              <a:ext cx="28" cy="37"/>
            </a:xfrm>
            <a:custGeom>
              <a:avLst/>
              <a:gdLst>
                <a:gd name="T0" fmla="*/ 0 w 17"/>
                <a:gd name="T1" fmla="*/ 21 h 21"/>
                <a:gd name="T2" fmla="*/ 206 w 17"/>
                <a:gd name="T3" fmla="*/ 358 h 21"/>
                <a:gd name="T4" fmla="*/ 21 w 17"/>
                <a:gd name="T5" fmla="*/ 3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0" y="1"/>
                  </a:moveTo>
                  <a:cubicBezTo>
                    <a:pt x="9" y="0"/>
                    <a:pt x="13" y="16"/>
                    <a:pt x="17" y="21"/>
                  </a:cubicBezTo>
                  <a:cubicBezTo>
                    <a:pt x="15" y="13"/>
                    <a:pt x="11" y="4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1126">
              <a:extLst>
                <a:ext uri="{FF2B5EF4-FFF2-40B4-BE49-F238E27FC236}">
                  <a16:creationId xmlns:a16="http://schemas.microsoft.com/office/drawing/2014/main" id="{FCE49CBB-DD01-437F-9A29-DEFF10F0F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833"/>
              <a:ext cx="102" cy="42"/>
            </a:xfrm>
            <a:custGeom>
              <a:avLst/>
              <a:gdLst>
                <a:gd name="T0" fmla="*/ 734 w 62"/>
                <a:gd name="T1" fmla="*/ 0 h 24"/>
                <a:gd name="T2" fmla="*/ 747 w 62"/>
                <a:gd name="T3" fmla="*/ 21 h 24"/>
                <a:gd name="T4" fmla="*/ 579 w 62"/>
                <a:gd name="T5" fmla="*/ 86 h 24"/>
                <a:gd name="T6" fmla="*/ 462 w 62"/>
                <a:gd name="T7" fmla="*/ 264 h 24"/>
                <a:gd name="T8" fmla="*/ 0 w 62"/>
                <a:gd name="T9" fmla="*/ 313 h 24"/>
                <a:gd name="T10" fmla="*/ 395 w 62"/>
                <a:gd name="T11" fmla="*/ 249 h 24"/>
                <a:gd name="T12" fmla="*/ 558 w 62"/>
                <a:gd name="T13" fmla="*/ 102 h 24"/>
                <a:gd name="T14" fmla="*/ 747 w 62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24">
                  <a:moveTo>
                    <a:pt x="61" y="0"/>
                  </a:moveTo>
                  <a:cubicBezTo>
                    <a:pt x="62" y="0"/>
                    <a:pt x="62" y="1"/>
                    <a:pt x="62" y="1"/>
                  </a:cubicBezTo>
                  <a:cubicBezTo>
                    <a:pt x="57" y="0"/>
                    <a:pt x="52" y="3"/>
                    <a:pt x="48" y="5"/>
                  </a:cubicBezTo>
                  <a:cubicBezTo>
                    <a:pt x="43" y="8"/>
                    <a:pt x="42" y="12"/>
                    <a:pt x="38" y="16"/>
                  </a:cubicBezTo>
                  <a:cubicBezTo>
                    <a:pt x="30" y="24"/>
                    <a:pt x="10" y="19"/>
                    <a:pt x="0" y="19"/>
                  </a:cubicBezTo>
                  <a:cubicBezTo>
                    <a:pt x="9" y="12"/>
                    <a:pt x="23" y="19"/>
                    <a:pt x="33" y="15"/>
                  </a:cubicBezTo>
                  <a:cubicBezTo>
                    <a:pt x="38" y="13"/>
                    <a:pt x="42" y="9"/>
                    <a:pt x="46" y="6"/>
                  </a:cubicBezTo>
                  <a:cubicBezTo>
                    <a:pt x="51" y="1"/>
                    <a:pt x="56" y="2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1127">
              <a:extLst>
                <a:ext uri="{FF2B5EF4-FFF2-40B4-BE49-F238E27FC236}">
                  <a16:creationId xmlns:a16="http://schemas.microsoft.com/office/drawing/2014/main" id="{ACA9130C-BB88-41DB-B726-FE35CE51F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723"/>
              <a:ext cx="13" cy="19"/>
            </a:xfrm>
            <a:custGeom>
              <a:avLst/>
              <a:gdLst>
                <a:gd name="T0" fmla="*/ 13 w 8"/>
                <a:gd name="T1" fmla="*/ 169 h 11"/>
                <a:gd name="T2" fmla="*/ 34 w 8"/>
                <a:gd name="T3" fmla="*/ 16 h 11"/>
                <a:gd name="T4" fmla="*/ 76 w 8"/>
                <a:gd name="T5" fmla="*/ 0 h 11"/>
                <a:gd name="T6" fmla="*/ 13 w 8"/>
                <a:gd name="T7" fmla="*/ 12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8"/>
                    <a:pt x="1" y="4"/>
                    <a:pt x="3" y="1"/>
                  </a:cubicBezTo>
                  <a:cubicBezTo>
                    <a:pt x="4" y="0"/>
                    <a:pt x="6" y="0"/>
                    <a:pt x="7" y="0"/>
                  </a:cubicBezTo>
                  <a:cubicBezTo>
                    <a:pt x="8" y="4"/>
                    <a:pt x="5" y="7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1128">
              <a:extLst>
                <a:ext uri="{FF2B5EF4-FFF2-40B4-BE49-F238E27FC236}">
                  <a16:creationId xmlns:a16="http://schemas.microsoft.com/office/drawing/2014/main" id="{5ED6D1DB-A241-44F3-A306-F4B5B23AB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752"/>
              <a:ext cx="14" cy="11"/>
            </a:xfrm>
            <a:custGeom>
              <a:avLst/>
              <a:gdLst>
                <a:gd name="T0" fmla="*/ 0 w 9"/>
                <a:gd name="T1" fmla="*/ 68 h 6"/>
                <a:gd name="T2" fmla="*/ 82 w 9"/>
                <a:gd name="T3" fmla="*/ 81 h 6"/>
                <a:gd name="T4" fmla="*/ 0 w 9"/>
                <a:gd name="T5" fmla="*/ 10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3"/>
                  </a:moveTo>
                  <a:cubicBezTo>
                    <a:pt x="3" y="0"/>
                    <a:pt x="6" y="0"/>
                    <a:pt x="9" y="4"/>
                  </a:cubicBezTo>
                  <a:cubicBezTo>
                    <a:pt x="6" y="6"/>
                    <a:pt x="3" y="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1129">
              <a:extLst>
                <a:ext uri="{FF2B5EF4-FFF2-40B4-BE49-F238E27FC236}">
                  <a16:creationId xmlns:a16="http://schemas.microsoft.com/office/drawing/2014/main" id="{CEA5191B-B06B-4884-92E0-E00FF4B64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611"/>
              <a:ext cx="21" cy="14"/>
            </a:xfrm>
            <a:custGeom>
              <a:avLst/>
              <a:gdLst>
                <a:gd name="T0" fmla="*/ 0 w 13"/>
                <a:gd name="T1" fmla="*/ 65 h 8"/>
                <a:gd name="T2" fmla="*/ 144 w 13"/>
                <a:gd name="T3" fmla="*/ 114 h 8"/>
                <a:gd name="T4" fmla="*/ 21 w 13"/>
                <a:gd name="T5" fmla="*/ 6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4"/>
                  </a:moveTo>
                  <a:cubicBezTo>
                    <a:pt x="4" y="1"/>
                    <a:pt x="11" y="0"/>
                    <a:pt x="13" y="7"/>
                  </a:cubicBezTo>
                  <a:cubicBezTo>
                    <a:pt x="8" y="7"/>
                    <a:pt x="3" y="8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1130">
              <a:extLst>
                <a:ext uri="{FF2B5EF4-FFF2-40B4-BE49-F238E27FC236}">
                  <a16:creationId xmlns:a16="http://schemas.microsoft.com/office/drawing/2014/main" id="{F4B32025-EE5E-4AEE-BCB1-5579ED3E5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3728"/>
              <a:ext cx="16" cy="12"/>
            </a:xfrm>
            <a:custGeom>
              <a:avLst/>
              <a:gdLst>
                <a:gd name="T0" fmla="*/ 90 w 10"/>
                <a:gd name="T1" fmla="*/ 45 h 7"/>
                <a:gd name="T2" fmla="*/ 13 w 10"/>
                <a:gd name="T3" fmla="*/ 106 h 7"/>
                <a:gd name="T4" fmla="*/ 107 w 10"/>
                <a:gd name="T5" fmla="*/ 7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9" y="3"/>
                  </a:moveTo>
                  <a:cubicBezTo>
                    <a:pt x="5" y="0"/>
                    <a:pt x="0" y="1"/>
                    <a:pt x="1" y="7"/>
                  </a:cubicBezTo>
                  <a:cubicBezTo>
                    <a:pt x="4" y="7"/>
                    <a:pt x="7" y="7"/>
                    <a:pt x="1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1131">
              <a:extLst>
                <a:ext uri="{FF2B5EF4-FFF2-40B4-BE49-F238E27FC236}">
                  <a16:creationId xmlns:a16="http://schemas.microsoft.com/office/drawing/2014/main" id="{6F3273FB-7804-4A2B-9DB4-03EE80F00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716"/>
              <a:ext cx="10" cy="15"/>
            </a:xfrm>
            <a:custGeom>
              <a:avLst/>
              <a:gdLst>
                <a:gd name="T0" fmla="*/ 78 w 6"/>
                <a:gd name="T1" fmla="*/ 0 h 9"/>
                <a:gd name="T2" fmla="*/ 13 w 6"/>
                <a:gd name="T3" fmla="*/ 117 h 9"/>
                <a:gd name="T4" fmla="*/ 78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2" y="1"/>
                    <a:pt x="0" y="4"/>
                    <a:pt x="1" y="9"/>
                  </a:cubicBezTo>
                  <a:cubicBezTo>
                    <a:pt x="5" y="7"/>
                    <a:pt x="6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1132">
              <a:extLst>
                <a:ext uri="{FF2B5EF4-FFF2-40B4-BE49-F238E27FC236}">
                  <a16:creationId xmlns:a16="http://schemas.microsoft.com/office/drawing/2014/main" id="{E81E6648-1861-4D47-9A9F-65D026364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754"/>
              <a:ext cx="18" cy="17"/>
            </a:xfrm>
            <a:custGeom>
              <a:avLst/>
              <a:gdLst>
                <a:gd name="T0" fmla="*/ 126 w 11"/>
                <a:gd name="T1" fmla="*/ 26 h 10"/>
                <a:gd name="T2" fmla="*/ 21 w 11"/>
                <a:gd name="T3" fmla="*/ 141 h 10"/>
                <a:gd name="T4" fmla="*/ 126 w 11"/>
                <a:gd name="T5" fmla="*/ 2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2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6" y="10"/>
                    <a:pt x="10" y="7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1133">
              <a:extLst>
                <a:ext uri="{FF2B5EF4-FFF2-40B4-BE49-F238E27FC236}">
                  <a16:creationId xmlns:a16="http://schemas.microsoft.com/office/drawing/2014/main" id="{8BB2322D-DC4A-4693-A34F-79989D774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576"/>
              <a:ext cx="20" cy="28"/>
            </a:xfrm>
            <a:custGeom>
              <a:avLst/>
              <a:gdLst>
                <a:gd name="T0" fmla="*/ 92 w 12"/>
                <a:gd name="T1" fmla="*/ 0 h 16"/>
                <a:gd name="T2" fmla="*/ 55 w 12"/>
                <a:gd name="T3" fmla="*/ 264 h 16"/>
                <a:gd name="T4" fmla="*/ 78 w 12"/>
                <a:gd name="T5" fmla="*/ 2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7" y="0"/>
                  </a:moveTo>
                  <a:cubicBezTo>
                    <a:pt x="2" y="3"/>
                    <a:pt x="0" y="12"/>
                    <a:pt x="4" y="16"/>
                  </a:cubicBezTo>
                  <a:cubicBezTo>
                    <a:pt x="7" y="12"/>
                    <a:pt x="12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1134">
              <a:extLst>
                <a:ext uri="{FF2B5EF4-FFF2-40B4-BE49-F238E27FC236}">
                  <a16:creationId xmlns:a16="http://schemas.microsoft.com/office/drawing/2014/main" id="{516542AA-6CE8-4774-9CFF-79334E6B9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611"/>
              <a:ext cx="14" cy="14"/>
            </a:xfrm>
            <a:custGeom>
              <a:avLst/>
              <a:gdLst>
                <a:gd name="T0" fmla="*/ 102 w 8"/>
                <a:gd name="T1" fmla="*/ 21 h 8"/>
                <a:gd name="T2" fmla="*/ 21 w 8"/>
                <a:gd name="T3" fmla="*/ 135 h 8"/>
                <a:gd name="T4" fmla="*/ 86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8" y="4"/>
                    <a:pt x="6" y="8"/>
                    <a:pt x="1" y="8"/>
                  </a:cubicBezTo>
                  <a:cubicBezTo>
                    <a:pt x="0" y="4"/>
                    <a:pt x="2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1135">
              <a:extLst>
                <a:ext uri="{FF2B5EF4-FFF2-40B4-BE49-F238E27FC236}">
                  <a16:creationId xmlns:a16="http://schemas.microsoft.com/office/drawing/2014/main" id="{CEB34FF9-39F5-4350-897F-0C36607DD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390"/>
              <a:ext cx="247" cy="147"/>
            </a:xfrm>
            <a:custGeom>
              <a:avLst/>
              <a:gdLst>
                <a:gd name="T0" fmla="*/ 551 w 151"/>
                <a:gd name="T1" fmla="*/ 0 h 84"/>
                <a:gd name="T2" fmla="*/ 165 w 151"/>
                <a:gd name="T3" fmla="*/ 301 h 84"/>
                <a:gd name="T4" fmla="*/ 115 w 151"/>
                <a:gd name="T5" fmla="*/ 809 h 84"/>
                <a:gd name="T6" fmla="*/ 666 w 151"/>
                <a:gd name="T7" fmla="*/ 1299 h 84"/>
                <a:gd name="T8" fmla="*/ 1364 w 151"/>
                <a:gd name="T9" fmla="*/ 1250 h 84"/>
                <a:gd name="T10" fmla="*/ 1747 w 151"/>
                <a:gd name="T11" fmla="*/ 837 h 84"/>
                <a:gd name="T12" fmla="*/ 1619 w 151"/>
                <a:gd name="T13" fmla="*/ 592 h 84"/>
                <a:gd name="T14" fmla="*/ 1439 w 151"/>
                <a:gd name="T15" fmla="*/ 763 h 84"/>
                <a:gd name="T16" fmla="*/ 797 w 151"/>
                <a:gd name="T17" fmla="*/ 901 h 84"/>
                <a:gd name="T18" fmla="*/ 463 w 151"/>
                <a:gd name="T19" fmla="*/ 114 h 84"/>
                <a:gd name="T20" fmla="*/ 496 w 151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1" h="84">
                  <a:moveTo>
                    <a:pt x="47" y="0"/>
                  </a:moveTo>
                  <a:cubicBezTo>
                    <a:pt x="35" y="4"/>
                    <a:pt x="25" y="12"/>
                    <a:pt x="14" y="18"/>
                  </a:cubicBezTo>
                  <a:cubicBezTo>
                    <a:pt x="0" y="25"/>
                    <a:pt x="0" y="37"/>
                    <a:pt x="10" y="49"/>
                  </a:cubicBezTo>
                  <a:cubicBezTo>
                    <a:pt x="22" y="64"/>
                    <a:pt x="37" y="74"/>
                    <a:pt x="57" y="79"/>
                  </a:cubicBezTo>
                  <a:cubicBezTo>
                    <a:pt x="79" y="84"/>
                    <a:pt x="96" y="82"/>
                    <a:pt x="117" y="76"/>
                  </a:cubicBezTo>
                  <a:cubicBezTo>
                    <a:pt x="128" y="73"/>
                    <a:pt x="151" y="67"/>
                    <a:pt x="149" y="51"/>
                  </a:cubicBezTo>
                  <a:cubicBezTo>
                    <a:pt x="149" y="47"/>
                    <a:pt x="143" y="36"/>
                    <a:pt x="138" y="36"/>
                  </a:cubicBezTo>
                  <a:cubicBezTo>
                    <a:pt x="135" y="36"/>
                    <a:pt x="126" y="44"/>
                    <a:pt x="123" y="46"/>
                  </a:cubicBezTo>
                  <a:cubicBezTo>
                    <a:pt x="106" y="56"/>
                    <a:pt x="86" y="62"/>
                    <a:pt x="68" y="55"/>
                  </a:cubicBezTo>
                  <a:cubicBezTo>
                    <a:pt x="49" y="47"/>
                    <a:pt x="37" y="27"/>
                    <a:pt x="40" y="7"/>
                  </a:cubicBezTo>
                  <a:cubicBezTo>
                    <a:pt x="41" y="5"/>
                    <a:pt x="41" y="3"/>
                    <a:pt x="42" y="1"/>
                  </a:cubicBezTo>
                </a:path>
              </a:pathLst>
            </a:custGeom>
            <a:solidFill>
              <a:srgbClr val="F9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1136">
              <a:extLst>
                <a:ext uri="{FF2B5EF4-FFF2-40B4-BE49-F238E27FC236}">
                  <a16:creationId xmlns:a16="http://schemas.microsoft.com/office/drawing/2014/main" id="{1723D85D-C31B-40E2-A7CA-CF9E4D58E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472"/>
              <a:ext cx="647" cy="603"/>
            </a:xfrm>
            <a:custGeom>
              <a:avLst/>
              <a:gdLst>
                <a:gd name="T0" fmla="*/ 735 w 395"/>
                <a:gd name="T1" fmla="*/ 0 h 345"/>
                <a:gd name="T2" fmla="*/ 1476 w 395"/>
                <a:gd name="T3" fmla="*/ 0 h 345"/>
                <a:gd name="T4" fmla="*/ 4658 w 395"/>
                <a:gd name="T5" fmla="*/ 5626 h 345"/>
                <a:gd name="T6" fmla="*/ 3844 w 395"/>
                <a:gd name="T7" fmla="*/ 4955 h 345"/>
                <a:gd name="T8" fmla="*/ 2886 w 395"/>
                <a:gd name="T9" fmla="*/ 3461 h 345"/>
                <a:gd name="T10" fmla="*/ 1758 w 395"/>
                <a:gd name="T11" fmla="*/ 2199 h 345"/>
                <a:gd name="T12" fmla="*/ 0 w 395"/>
                <a:gd name="T13" fmla="*/ 1323 h 345"/>
                <a:gd name="T14" fmla="*/ 735 w 395"/>
                <a:gd name="T15" fmla="*/ 0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5" h="345">
                  <a:moveTo>
                    <a:pt x="62" y="0"/>
                  </a:moveTo>
                  <a:cubicBezTo>
                    <a:pt x="125" y="0"/>
                    <a:pt x="125" y="0"/>
                    <a:pt x="125" y="0"/>
                  </a:cubicBezTo>
                  <a:cubicBezTo>
                    <a:pt x="395" y="345"/>
                    <a:pt x="395" y="345"/>
                    <a:pt x="395" y="345"/>
                  </a:cubicBezTo>
                  <a:cubicBezTo>
                    <a:pt x="395" y="345"/>
                    <a:pt x="344" y="320"/>
                    <a:pt x="326" y="304"/>
                  </a:cubicBezTo>
                  <a:cubicBezTo>
                    <a:pt x="309" y="288"/>
                    <a:pt x="252" y="232"/>
                    <a:pt x="245" y="212"/>
                  </a:cubicBezTo>
                  <a:cubicBezTo>
                    <a:pt x="238" y="192"/>
                    <a:pt x="197" y="133"/>
                    <a:pt x="149" y="135"/>
                  </a:cubicBezTo>
                  <a:cubicBezTo>
                    <a:pt x="101" y="137"/>
                    <a:pt x="106" y="61"/>
                    <a:pt x="0" y="81"/>
                  </a:cubicBezTo>
                  <a:cubicBezTo>
                    <a:pt x="0" y="81"/>
                    <a:pt x="93" y="14"/>
                    <a:pt x="62" y="0"/>
                  </a:cubicBezTo>
                  <a:close/>
                </a:path>
              </a:pathLst>
            </a:custGeom>
            <a:solidFill>
              <a:srgbClr val="E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1137">
              <a:extLst>
                <a:ext uri="{FF2B5EF4-FFF2-40B4-BE49-F238E27FC236}">
                  <a16:creationId xmlns:a16="http://schemas.microsoft.com/office/drawing/2014/main" id="{3DEF5F68-B3A2-440D-AFD8-6BB9EBED9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472"/>
              <a:ext cx="586" cy="599"/>
            </a:xfrm>
            <a:custGeom>
              <a:avLst/>
              <a:gdLst>
                <a:gd name="T0" fmla="*/ 3429 w 358"/>
                <a:gd name="T1" fmla="*/ 0 h 343"/>
                <a:gd name="T2" fmla="*/ 3169 w 358"/>
                <a:gd name="T3" fmla="*/ 0 h 343"/>
                <a:gd name="T4" fmla="*/ 0 w 358"/>
                <a:gd name="T5" fmla="*/ 5573 h 343"/>
                <a:gd name="T6" fmla="*/ 110 w 358"/>
                <a:gd name="T7" fmla="*/ 5573 h 343"/>
                <a:gd name="T8" fmla="*/ 645 w 358"/>
                <a:gd name="T9" fmla="*/ 4874 h 343"/>
                <a:gd name="T10" fmla="*/ 1251 w 358"/>
                <a:gd name="T11" fmla="*/ 4389 h 343"/>
                <a:gd name="T12" fmla="*/ 1846 w 358"/>
                <a:gd name="T13" fmla="*/ 3302 h 343"/>
                <a:gd name="T14" fmla="*/ 2714 w 358"/>
                <a:gd name="T15" fmla="*/ 1741 h 343"/>
                <a:gd name="T16" fmla="*/ 4207 w 358"/>
                <a:gd name="T17" fmla="*/ 1119 h 343"/>
                <a:gd name="T18" fmla="*/ 3429 w 358"/>
                <a:gd name="T19" fmla="*/ 0 h 3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8" h="343">
                  <a:moveTo>
                    <a:pt x="292" y="0"/>
                  </a:moveTo>
                  <a:cubicBezTo>
                    <a:pt x="270" y="0"/>
                    <a:pt x="270" y="0"/>
                    <a:pt x="270" y="0"/>
                  </a:cubicBezTo>
                  <a:cubicBezTo>
                    <a:pt x="0" y="343"/>
                    <a:pt x="0" y="343"/>
                    <a:pt x="0" y="343"/>
                  </a:cubicBezTo>
                  <a:cubicBezTo>
                    <a:pt x="9" y="343"/>
                    <a:pt x="9" y="343"/>
                    <a:pt x="9" y="343"/>
                  </a:cubicBezTo>
                  <a:cubicBezTo>
                    <a:pt x="9" y="343"/>
                    <a:pt x="30" y="305"/>
                    <a:pt x="55" y="300"/>
                  </a:cubicBezTo>
                  <a:cubicBezTo>
                    <a:pt x="81" y="294"/>
                    <a:pt x="98" y="293"/>
                    <a:pt x="106" y="270"/>
                  </a:cubicBezTo>
                  <a:cubicBezTo>
                    <a:pt x="113" y="247"/>
                    <a:pt x="127" y="223"/>
                    <a:pt x="157" y="203"/>
                  </a:cubicBezTo>
                  <a:cubicBezTo>
                    <a:pt x="188" y="183"/>
                    <a:pt x="207" y="128"/>
                    <a:pt x="231" y="107"/>
                  </a:cubicBezTo>
                  <a:cubicBezTo>
                    <a:pt x="255" y="86"/>
                    <a:pt x="272" y="60"/>
                    <a:pt x="358" y="69"/>
                  </a:cubicBezTo>
                  <a:cubicBezTo>
                    <a:pt x="358" y="69"/>
                    <a:pt x="282" y="32"/>
                    <a:pt x="292" y="0"/>
                  </a:cubicBezTo>
                  <a:close/>
                </a:path>
              </a:pathLst>
            </a:custGeom>
            <a:solidFill>
              <a:srgbClr val="E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4" name="Freeform 1138">
              <a:extLst>
                <a:ext uri="{FF2B5EF4-FFF2-40B4-BE49-F238E27FC236}">
                  <a16:creationId xmlns:a16="http://schemas.microsoft.com/office/drawing/2014/main" id="{C79950D5-090E-49D6-A32B-231E0E0E9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479"/>
              <a:ext cx="580" cy="564"/>
            </a:xfrm>
            <a:custGeom>
              <a:avLst/>
              <a:gdLst>
                <a:gd name="T0" fmla="*/ 567 w 354"/>
                <a:gd name="T1" fmla="*/ 16 h 323"/>
                <a:gd name="T2" fmla="*/ 1149 w 354"/>
                <a:gd name="T3" fmla="*/ 0 h 323"/>
                <a:gd name="T4" fmla="*/ 4176 w 354"/>
                <a:gd name="T5" fmla="*/ 5244 h 323"/>
                <a:gd name="T6" fmla="*/ 2610 w 354"/>
                <a:gd name="T7" fmla="*/ 3113 h 323"/>
                <a:gd name="T8" fmla="*/ 1686 w 354"/>
                <a:gd name="T9" fmla="*/ 2027 h 323"/>
                <a:gd name="T10" fmla="*/ 0 w 354"/>
                <a:gd name="T11" fmla="*/ 1135 h 323"/>
                <a:gd name="T12" fmla="*/ 567 w 354"/>
                <a:gd name="T13" fmla="*/ 16 h 3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4" h="323">
                  <a:moveTo>
                    <a:pt x="48" y="1"/>
                  </a:moveTo>
                  <a:cubicBezTo>
                    <a:pt x="97" y="0"/>
                    <a:pt x="97" y="0"/>
                    <a:pt x="97" y="0"/>
                  </a:cubicBezTo>
                  <a:cubicBezTo>
                    <a:pt x="354" y="323"/>
                    <a:pt x="354" y="323"/>
                    <a:pt x="354" y="323"/>
                  </a:cubicBezTo>
                  <a:cubicBezTo>
                    <a:pt x="354" y="323"/>
                    <a:pt x="242" y="250"/>
                    <a:pt x="221" y="192"/>
                  </a:cubicBezTo>
                  <a:cubicBezTo>
                    <a:pt x="200" y="134"/>
                    <a:pt x="164" y="126"/>
                    <a:pt x="143" y="125"/>
                  </a:cubicBezTo>
                  <a:cubicBezTo>
                    <a:pt x="121" y="124"/>
                    <a:pt x="78" y="64"/>
                    <a:pt x="0" y="70"/>
                  </a:cubicBezTo>
                  <a:cubicBezTo>
                    <a:pt x="0" y="70"/>
                    <a:pt x="61" y="29"/>
                    <a:pt x="48" y="1"/>
                  </a:cubicBezTo>
                  <a:close/>
                </a:path>
              </a:pathLst>
            </a:custGeom>
            <a:solidFill>
              <a:srgbClr val="ED7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5" name="Freeform 1139">
              <a:extLst>
                <a:ext uri="{FF2B5EF4-FFF2-40B4-BE49-F238E27FC236}">
                  <a16:creationId xmlns:a16="http://schemas.microsoft.com/office/drawing/2014/main" id="{47D4A8C6-9C8E-4437-B4E1-7EDD03E7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484"/>
              <a:ext cx="498" cy="510"/>
            </a:xfrm>
            <a:custGeom>
              <a:avLst/>
              <a:gdLst>
                <a:gd name="T0" fmla="*/ 0 w 304"/>
                <a:gd name="T1" fmla="*/ 4747 h 292"/>
                <a:gd name="T2" fmla="*/ 2750 w 304"/>
                <a:gd name="T3" fmla="*/ 16 h 292"/>
                <a:gd name="T4" fmla="*/ 2888 w 304"/>
                <a:gd name="T5" fmla="*/ 0 h 292"/>
                <a:gd name="T6" fmla="*/ 3457 w 304"/>
                <a:gd name="T7" fmla="*/ 873 h 292"/>
                <a:gd name="T8" fmla="*/ 2495 w 304"/>
                <a:gd name="T9" fmla="*/ 1198 h 292"/>
                <a:gd name="T10" fmla="*/ 1792 w 304"/>
                <a:gd name="T11" fmla="*/ 2595 h 292"/>
                <a:gd name="T12" fmla="*/ 1004 w 304"/>
                <a:gd name="T13" fmla="*/ 3505 h 292"/>
                <a:gd name="T14" fmla="*/ 0 w 304"/>
                <a:gd name="T15" fmla="*/ 4747 h 2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4" h="292">
                  <a:moveTo>
                    <a:pt x="0" y="292"/>
                  </a:moveTo>
                  <a:cubicBezTo>
                    <a:pt x="233" y="1"/>
                    <a:pt x="233" y="1"/>
                    <a:pt x="233" y="1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45" y="0"/>
                    <a:pt x="261" y="44"/>
                    <a:pt x="293" y="54"/>
                  </a:cubicBezTo>
                  <a:cubicBezTo>
                    <a:pt x="304" y="58"/>
                    <a:pt x="238" y="53"/>
                    <a:pt x="212" y="74"/>
                  </a:cubicBezTo>
                  <a:cubicBezTo>
                    <a:pt x="186" y="95"/>
                    <a:pt x="157" y="127"/>
                    <a:pt x="152" y="160"/>
                  </a:cubicBezTo>
                  <a:cubicBezTo>
                    <a:pt x="146" y="192"/>
                    <a:pt x="105" y="199"/>
                    <a:pt x="85" y="216"/>
                  </a:cubicBezTo>
                  <a:cubicBezTo>
                    <a:pt x="65" y="232"/>
                    <a:pt x="69" y="272"/>
                    <a:pt x="0" y="292"/>
                  </a:cubicBezTo>
                  <a:close/>
                </a:path>
              </a:pathLst>
            </a:custGeom>
            <a:solidFill>
              <a:srgbClr val="ED7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6" name="Freeform 1140">
              <a:extLst>
                <a:ext uri="{FF2B5EF4-FFF2-40B4-BE49-F238E27FC236}">
                  <a16:creationId xmlns:a16="http://schemas.microsoft.com/office/drawing/2014/main" id="{ED673388-04F6-4FDA-A3FC-3030AFCBD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491"/>
              <a:ext cx="239" cy="191"/>
            </a:xfrm>
            <a:custGeom>
              <a:avLst/>
              <a:gdLst>
                <a:gd name="T0" fmla="*/ 661 w 146"/>
                <a:gd name="T1" fmla="*/ 0 h 109"/>
                <a:gd name="T2" fmla="*/ 386 w 146"/>
                <a:gd name="T3" fmla="*/ 37 h 109"/>
                <a:gd name="T4" fmla="*/ 316 w 146"/>
                <a:gd name="T5" fmla="*/ 400 h 109"/>
                <a:gd name="T6" fmla="*/ 21 w 146"/>
                <a:gd name="T7" fmla="*/ 857 h 109"/>
                <a:gd name="T8" fmla="*/ 778 w 146"/>
                <a:gd name="T9" fmla="*/ 1053 h 109"/>
                <a:gd name="T10" fmla="*/ 1198 w 146"/>
                <a:gd name="T11" fmla="*/ 1539 h 109"/>
                <a:gd name="T12" fmla="*/ 1455 w 146"/>
                <a:gd name="T13" fmla="*/ 1666 h 109"/>
                <a:gd name="T14" fmla="*/ 1716 w 146"/>
                <a:gd name="T15" fmla="*/ 1803 h 109"/>
                <a:gd name="T16" fmla="*/ 1377 w 146"/>
                <a:gd name="T17" fmla="*/ 1228 h 109"/>
                <a:gd name="T18" fmla="*/ 1059 w 146"/>
                <a:gd name="T19" fmla="*/ 678 h 109"/>
                <a:gd name="T20" fmla="*/ 683 w 146"/>
                <a:gd name="T21" fmla="*/ 0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09">
                  <a:moveTo>
                    <a:pt x="56" y="0"/>
                  </a:moveTo>
                  <a:cubicBezTo>
                    <a:pt x="48" y="0"/>
                    <a:pt x="41" y="0"/>
                    <a:pt x="33" y="2"/>
                  </a:cubicBezTo>
                  <a:cubicBezTo>
                    <a:pt x="32" y="9"/>
                    <a:pt x="30" y="16"/>
                    <a:pt x="27" y="24"/>
                  </a:cubicBezTo>
                  <a:cubicBezTo>
                    <a:pt x="25" y="28"/>
                    <a:pt x="0" y="48"/>
                    <a:pt x="2" y="52"/>
                  </a:cubicBezTo>
                  <a:cubicBezTo>
                    <a:pt x="5" y="61"/>
                    <a:pt x="56" y="58"/>
                    <a:pt x="66" y="64"/>
                  </a:cubicBezTo>
                  <a:cubicBezTo>
                    <a:pt x="79" y="72"/>
                    <a:pt x="89" y="84"/>
                    <a:pt x="102" y="93"/>
                  </a:cubicBezTo>
                  <a:cubicBezTo>
                    <a:pt x="109" y="98"/>
                    <a:pt x="117" y="99"/>
                    <a:pt x="124" y="101"/>
                  </a:cubicBezTo>
                  <a:cubicBezTo>
                    <a:pt x="131" y="103"/>
                    <a:pt x="140" y="109"/>
                    <a:pt x="146" y="109"/>
                  </a:cubicBezTo>
                  <a:cubicBezTo>
                    <a:pt x="143" y="96"/>
                    <a:pt x="126" y="83"/>
                    <a:pt x="117" y="74"/>
                  </a:cubicBezTo>
                  <a:cubicBezTo>
                    <a:pt x="107" y="64"/>
                    <a:pt x="98" y="53"/>
                    <a:pt x="90" y="41"/>
                  </a:cubicBezTo>
                  <a:cubicBezTo>
                    <a:pt x="79" y="27"/>
                    <a:pt x="68" y="12"/>
                    <a:pt x="58" y="0"/>
                  </a:cubicBezTo>
                </a:path>
              </a:pathLst>
            </a:custGeom>
            <a:solidFill>
              <a:srgbClr val="EB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7" name="Freeform 1141">
              <a:extLst>
                <a:ext uri="{FF2B5EF4-FFF2-40B4-BE49-F238E27FC236}">
                  <a16:creationId xmlns:a16="http://schemas.microsoft.com/office/drawing/2014/main" id="{74753CDA-1C3C-4524-A8A8-D5948AC3D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496"/>
              <a:ext cx="149" cy="149"/>
            </a:xfrm>
            <a:custGeom>
              <a:avLst/>
              <a:gdLst>
                <a:gd name="T0" fmla="*/ 273 w 91"/>
                <a:gd name="T1" fmla="*/ 49 h 85"/>
                <a:gd name="T2" fmla="*/ 70 w 91"/>
                <a:gd name="T3" fmla="*/ 400 h 85"/>
                <a:gd name="T4" fmla="*/ 13 w 91"/>
                <a:gd name="T5" fmla="*/ 642 h 85"/>
                <a:gd name="T6" fmla="*/ 260 w 91"/>
                <a:gd name="T7" fmla="*/ 775 h 85"/>
                <a:gd name="T8" fmla="*/ 1072 w 91"/>
                <a:gd name="T9" fmla="*/ 1408 h 85"/>
                <a:gd name="T10" fmla="*/ 260 w 91"/>
                <a:gd name="T11" fmla="*/ 37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85">
                  <a:moveTo>
                    <a:pt x="23" y="3"/>
                  </a:moveTo>
                  <a:cubicBezTo>
                    <a:pt x="6" y="0"/>
                    <a:pt x="11" y="11"/>
                    <a:pt x="6" y="24"/>
                  </a:cubicBezTo>
                  <a:cubicBezTo>
                    <a:pt x="5" y="28"/>
                    <a:pt x="0" y="35"/>
                    <a:pt x="1" y="39"/>
                  </a:cubicBezTo>
                  <a:cubicBezTo>
                    <a:pt x="3" y="43"/>
                    <a:pt x="18" y="46"/>
                    <a:pt x="22" y="47"/>
                  </a:cubicBezTo>
                  <a:cubicBezTo>
                    <a:pt x="47" y="56"/>
                    <a:pt x="65" y="77"/>
                    <a:pt x="91" y="85"/>
                  </a:cubicBezTo>
                  <a:cubicBezTo>
                    <a:pt x="64" y="60"/>
                    <a:pt x="44" y="30"/>
                    <a:pt x="22" y="2"/>
                  </a:cubicBezTo>
                </a:path>
              </a:pathLst>
            </a:custGeom>
            <a:solidFill>
              <a:srgbClr val="EA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8" name="Freeform 1142">
              <a:extLst>
                <a:ext uri="{FF2B5EF4-FFF2-40B4-BE49-F238E27FC236}">
                  <a16:creationId xmlns:a16="http://schemas.microsoft.com/office/drawing/2014/main" id="{B4F584E8-6EA9-4B34-AD23-793DC9107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510"/>
              <a:ext cx="64" cy="77"/>
            </a:xfrm>
            <a:custGeom>
              <a:avLst/>
              <a:gdLst>
                <a:gd name="T0" fmla="*/ 110 w 39"/>
                <a:gd name="T1" fmla="*/ 21 h 44"/>
                <a:gd name="T2" fmla="*/ 117 w 39"/>
                <a:gd name="T3" fmla="*/ 462 h 44"/>
                <a:gd name="T4" fmla="*/ 463 w 39"/>
                <a:gd name="T5" fmla="*/ 723 h 44"/>
                <a:gd name="T6" fmla="*/ 261 w 39"/>
                <a:gd name="T7" fmla="*/ 327 h 44"/>
                <a:gd name="T8" fmla="*/ 92 w 39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4">
                  <a:moveTo>
                    <a:pt x="9" y="1"/>
                  </a:moveTo>
                  <a:cubicBezTo>
                    <a:pt x="0" y="6"/>
                    <a:pt x="2" y="23"/>
                    <a:pt x="10" y="28"/>
                  </a:cubicBezTo>
                  <a:cubicBezTo>
                    <a:pt x="19" y="34"/>
                    <a:pt x="30" y="37"/>
                    <a:pt x="39" y="44"/>
                  </a:cubicBezTo>
                  <a:cubicBezTo>
                    <a:pt x="38" y="36"/>
                    <a:pt x="27" y="26"/>
                    <a:pt x="22" y="20"/>
                  </a:cubicBezTo>
                  <a:cubicBezTo>
                    <a:pt x="17" y="13"/>
                    <a:pt x="12" y="7"/>
                    <a:pt x="8" y="0"/>
                  </a:cubicBezTo>
                </a:path>
              </a:pathLst>
            </a:custGeom>
            <a:solidFill>
              <a:srgbClr val="E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9" name="Freeform 1143">
              <a:extLst>
                <a:ext uri="{FF2B5EF4-FFF2-40B4-BE49-F238E27FC236}">
                  <a16:creationId xmlns:a16="http://schemas.microsoft.com/office/drawing/2014/main" id="{2D85D1A1-96E3-44B6-81F6-EAA4287AD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748"/>
              <a:ext cx="159" cy="210"/>
            </a:xfrm>
            <a:custGeom>
              <a:avLst/>
              <a:gdLst>
                <a:gd name="T0" fmla="*/ 1151 w 97"/>
                <a:gd name="T1" fmla="*/ 0 h 120"/>
                <a:gd name="T2" fmla="*/ 815 w 97"/>
                <a:gd name="T3" fmla="*/ 509 h 120"/>
                <a:gd name="T4" fmla="*/ 508 w 97"/>
                <a:gd name="T5" fmla="*/ 1050 h 120"/>
                <a:gd name="T6" fmla="*/ 239 w 97"/>
                <a:gd name="T7" fmla="*/ 1491 h 120"/>
                <a:gd name="T8" fmla="*/ 0 w 97"/>
                <a:gd name="T9" fmla="*/ 1943 h 120"/>
                <a:gd name="T10" fmla="*/ 407 w 97"/>
                <a:gd name="T11" fmla="*/ 1528 h 120"/>
                <a:gd name="T12" fmla="*/ 669 w 97"/>
                <a:gd name="T13" fmla="*/ 922 h 120"/>
                <a:gd name="T14" fmla="*/ 1151 w 97"/>
                <a:gd name="T15" fmla="*/ 49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20">
                  <a:moveTo>
                    <a:pt x="97" y="0"/>
                  </a:moveTo>
                  <a:cubicBezTo>
                    <a:pt x="86" y="6"/>
                    <a:pt x="78" y="21"/>
                    <a:pt x="69" y="31"/>
                  </a:cubicBezTo>
                  <a:cubicBezTo>
                    <a:pt x="60" y="41"/>
                    <a:pt x="51" y="52"/>
                    <a:pt x="43" y="64"/>
                  </a:cubicBezTo>
                  <a:cubicBezTo>
                    <a:pt x="36" y="74"/>
                    <a:pt x="29" y="83"/>
                    <a:pt x="20" y="91"/>
                  </a:cubicBezTo>
                  <a:cubicBezTo>
                    <a:pt x="13" y="98"/>
                    <a:pt x="3" y="108"/>
                    <a:pt x="0" y="118"/>
                  </a:cubicBezTo>
                  <a:cubicBezTo>
                    <a:pt x="13" y="120"/>
                    <a:pt x="28" y="101"/>
                    <a:pt x="34" y="93"/>
                  </a:cubicBezTo>
                  <a:cubicBezTo>
                    <a:pt x="43" y="81"/>
                    <a:pt x="49" y="68"/>
                    <a:pt x="57" y="56"/>
                  </a:cubicBezTo>
                  <a:cubicBezTo>
                    <a:pt x="70" y="37"/>
                    <a:pt x="94" y="28"/>
                    <a:pt x="97" y="3"/>
                  </a:cubicBezTo>
                </a:path>
              </a:pathLst>
            </a:custGeom>
            <a:solidFill>
              <a:srgbClr val="EB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0" name="Freeform 1144">
              <a:extLst>
                <a:ext uri="{FF2B5EF4-FFF2-40B4-BE49-F238E27FC236}">
                  <a16:creationId xmlns:a16="http://schemas.microsoft.com/office/drawing/2014/main" id="{C8EE3ACC-2226-4C36-8CF9-12A66B228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500"/>
              <a:ext cx="313" cy="361"/>
            </a:xfrm>
            <a:custGeom>
              <a:avLst/>
              <a:gdLst>
                <a:gd name="T0" fmla="*/ 0 w 191"/>
                <a:gd name="T1" fmla="*/ 3321 h 207"/>
                <a:gd name="T2" fmla="*/ 13 w 191"/>
                <a:gd name="T3" fmla="*/ 3343 h 207"/>
                <a:gd name="T4" fmla="*/ 188 w 191"/>
                <a:gd name="T5" fmla="*/ 3123 h 207"/>
                <a:gd name="T6" fmla="*/ 374 w 191"/>
                <a:gd name="T7" fmla="*/ 2987 h 207"/>
                <a:gd name="T8" fmla="*/ 744 w 191"/>
                <a:gd name="T9" fmla="*/ 2551 h 207"/>
                <a:gd name="T10" fmla="*/ 867 w 191"/>
                <a:gd name="T11" fmla="*/ 2040 h 207"/>
                <a:gd name="T12" fmla="*/ 1052 w 191"/>
                <a:gd name="T13" fmla="*/ 1645 h 207"/>
                <a:gd name="T14" fmla="*/ 1557 w 191"/>
                <a:gd name="T15" fmla="*/ 919 h 207"/>
                <a:gd name="T16" fmla="*/ 2178 w 191"/>
                <a:gd name="T17" fmla="*/ 670 h 207"/>
                <a:gd name="T18" fmla="*/ 2258 w 191"/>
                <a:gd name="T19" fmla="*/ 600 h 207"/>
                <a:gd name="T20" fmla="*/ 2148 w 191"/>
                <a:gd name="T21" fmla="*/ 408 h 207"/>
                <a:gd name="T22" fmla="*/ 2034 w 191"/>
                <a:gd name="T23" fmla="*/ 176 h 207"/>
                <a:gd name="T24" fmla="*/ 1976 w 191"/>
                <a:gd name="T25" fmla="*/ 0 h 207"/>
                <a:gd name="T26" fmla="*/ 1737 w 191"/>
                <a:gd name="T27" fmla="*/ 323 h 207"/>
                <a:gd name="T28" fmla="*/ 1467 w 191"/>
                <a:gd name="T29" fmla="*/ 776 h 207"/>
                <a:gd name="T30" fmla="*/ 1227 w 191"/>
                <a:gd name="T31" fmla="*/ 1107 h 207"/>
                <a:gd name="T32" fmla="*/ 1029 w 191"/>
                <a:gd name="T33" fmla="*/ 1454 h 207"/>
                <a:gd name="T34" fmla="*/ 736 w 191"/>
                <a:gd name="T35" fmla="*/ 1904 h 207"/>
                <a:gd name="T36" fmla="*/ 497 w 191"/>
                <a:gd name="T37" fmla="*/ 2339 h 207"/>
                <a:gd name="T38" fmla="*/ 352 w 191"/>
                <a:gd name="T39" fmla="*/ 2515 h 207"/>
                <a:gd name="T40" fmla="*/ 226 w 191"/>
                <a:gd name="T41" fmla="*/ 2773 h 207"/>
                <a:gd name="T42" fmla="*/ 13 w 191"/>
                <a:gd name="T43" fmla="*/ 3294 h 2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91" h="207">
                  <a:moveTo>
                    <a:pt x="0" y="206"/>
                  </a:moveTo>
                  <a:cubicBezTo>
                    <a:pt x="0" y="206"/>
                    <a:pt x="0" y="206"/>
                    <a:pt x="1" y="207"/>
                  </a:cubicBezTo>
                  <a:cubicBezTo>
                    <a:pt x="6" y="205"/>
                    <a:pt x="11" y="197"/>
                    <a:pt x="16" y="194"/>
                  </a:cubicBezTo>
                  <a:cubicBezTo>
                    <a:pt x="22" y="191"/>
                    <a:pt x="27" y="188"/>
                    <a:pt x="32" y="185"/>
                  </a:cubicBezTo>
                  <a:cubicBezTo>
                    <a:pt x="45" y="177"/>
                    <a:pt x="57" y="172"/>
                    <a:pt x="63" y="158"/>
                  </a:cubicBezTo>
                  <a:cubicBezTo>
                    <a:pt x="68" y="149"/>
                    <a:pt x="69" y="137"/>
                    <a:pt x="73" y="127"/>
                  </a:cubicBezTo>
                  <a:cubicBezTo>
                    <a:pt x="76" y="118"/>
                    <a:pt x="82" y="109"/>
                    <a:pt x="89" y="102"/>
                  </a:cubicBezTo>
                  <a:cubicBezTo>
                    <a:pt x="102" y="87"/>
                    <a:pt x="113" y="67"/>
                    <a:pt x="132" y="57"/>
                  </a:cubicBezTo>
                  <a:cubicBezTo>
                    <a:pt x="148" y="49"/>
                    <a:pt x="165" y="41"/>
                    <a:pt x="184" y="41"/>
                  </a:cubicBezTo>
                  <a:cubicBezTo>
                    <a:pt x="187" y="41"/>
                    <a:pt x="191" y="42"/>
                    <a:pt x="191" y="37"/>
                  </a:cubicBezTo>
                  <a:cubicBezTo>
                    <a:pt x="191" y="34"/>
                    <a:pt x="184" y="28"/>
                    <a:pt x="182" y="25"/>
                  </a:cubicBezTo>
                  <a:cubicBezTo>
                    <a:pt x="177" y="21"/>
                    <a:pt x="175" y="16"/>
                    <a:pt x="172" y="11"/>
                  </a:cubicBezTo>
                  <a:cubicBezTo>
                    <a:pt x="170" y="7"/>
                    <a:pt x="169" y="3"/>
                    <a:pt x="167" y="0"/>
                  </a:cubicBezTo>
                  <a:cubicBezTo>
                    <a:pt x="159" y="5"/>
                    <a:pt x="152" y="13"/>
                    <a:pt x="147" y="20"/>
                  </a:cubicBezTo>
                  <a:cubicBezTo>
                    <a:pt x="140" y="30"/>
                    <a:pt x="132" y="40"/>
                    <a:pt x="124" y="48"/>
                  </a:cubicBezTo>
                  <a:cubicBezTo>
                    <a:pt x="117" y="55"/>
                    <a:pt x="110" y="61"/>
                    <a:pt x="104" y="69"/>
                  </a:cubicBezTo>
                  <a:cubicBezTo>
                    <a:pt x="99" y="76"/>
                    <a:pt x="93" y="83"/>
                    <a:pt x="87" y="90"/>
                  </a:cubicBezTo>
                  <a:cubicBezTo>
                    <a:pt x="78" y="99"/>
                    <a:pt x="69" y="107"/>
                    <a:pt x="62" y="118"/>
                  </a:cubicBezTo>
                  <a:cubicBezTo>
                    <a:pt x="56" y="127"/>
                    <a:pt x="50" y="137"/>
                    <a:pt x="42" y="145"/>
                  </a:cubicBezTo>
                  <a:cubicBezTo>
                    <a:pt x="39" y="149"/>
                    <a:pt x="34" y="152"/>
                    <a:pt x="30" y="156"/>
                  </a:cubicBezTo>
                  <a:cubicBezTo>
                    <a:pt x="26" y="161"/>
                    <a:pt x="22" y="167"/>
                    <a:pt x="19" y="172"/>
                  </a:cubicBezTo>
                  <a:cubicBezTo>
                    <a:pt x="12" y="182"/>
                    <a:pt x="8" y="194"/>
                    <a:pt x="1" y="204"/>
                  </a:cubicBezTo>
                </a:path>
              </a:pathLst>
            </a:custGeom>
            <a:solidFill>
              <a:srgbClr val="EB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1" name="Freeform 1145">
              <a:extLst>
                <a:ext uri="{FF2B5EF4-FFF2-40B4-BE49-F238E27FC236}">
                  <a16:creationId xmlns:a16="http://schemas.microsoft.com/office/drawing/2014/main" id="{5207FA82-13A5-475A-A2C7-543E4EA77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510"/>
              <a:ext cx="100" cy="88"/>
            </a:xfrm>
            <a:custGeom>
              <a:avLst/>
              <a:gdLst>
                <a:gd name="T0" fmla="*/ 508 w 61"/>
                <a:gd name="T1" fmla="*/ 102 h 50"/>
                <a:gd name="T2" fmla="*/ 374 w 61"/>
                <a:gd name="T3" fmla="*/ 136 h 50"/>
                <a:gd name="T4" fmla="*/ 215 w 61"/>
                <a:gd name="T5" fmla="*/ 458 h 50"/>
                <a:gd name="T6" fmla="*/ 110 w 61"/>
                <a:gd name="T7" fmla="*/ 669 h 50"/>
                <a:gd name="T8" fmla="*/ 0 w 61"/>
                <a:gd name="T9" fmla="*/ 845 h 50"/>
                <a:gd name="T10" fmla="*/ 167 w 61"/>
                <a:gd name="T11" fmla="*/ 730 h 50"/>
                <a:gd name="T12" fmla="*/ 331 w 61"/>
                <a:gd name="T13" fmla="*/ 604 h 50"/>
                <a:gd name="T14" fmla="*/ 508 w 61"/>
                <a:gd name="T15" fmla="*/ 539 h 50"/>
                <a:gd name="T16" fmla="*/ 643 w 61"/>
                <a:gd name="T17" fmla="*/ 489 h 50"/>
                <a:gd name="T18" fmla="*/ 518 w 61"/>
                <a:gd name="T19" fmla="*/ 86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50">
                  <a:moveTo>
                    <a:pt x="43" y="6"/>
                  </a:moveTo>
                  <a:cubicBezTo>
                    <a:pt x="39" y="0"/>
                    <a:pt x="35" y="4"/>
                    <a:pt x="32" y="8"/>
                  </a:cubicBezTo>
                  <a:cubicBezTo>
                    <a:pt x="28" y="14"/>
                    <a:pt x="23" y="20"/>
                    <a:pt x="18" y="27"/>
                  </a:cubicBezTo>
                  <a:cubicBezTo>
                    <a:pt x="15" y="31"/>
                    <a:pt x="12" y="36"/>
                    <a:pt x="9" y="40"/>
                  </a:cubicBezTo>
                  <a:cubicBezTo>
                    <a:pt x="6" y="44"/>
                    <a:pt x="2" y="47"/>
                    <a:pt x="0" y="50"/>
                  </a:cubicBezTo>
                  <a:cubicBezTo>
                    <a:pt x="4" y="50"/>
                    <a:pt x="10" y="45"/>
                    <a:pt x="14" y="43"/>
                  </a:cubicBezTo>
                  <a:cubicBezTo>
                    <a:pt x="19" y="40"/>
                    <a:pt x="23" y="38"/>
                    <a:pt x="28" y="36"/>
                  </a:cubicBezTo>
                  <a:cubicBezTo>
                    <a:pt x="33" y="34"/>
                    <a:pt x="38" y="33"/>
                    <a:pt x="43" y="32"/>
                  </a:cubicBezTo>
                  <a:cubicBezTo>
                    <a:pt x="46" y="31"/>
                    <a:pt x="51" y="31"/>
                    <a:pt x="54" y="29"/>
                  </a:cubicBezTo>
                  <a:cubicBezTo>
                    <a:pt x="61" y="23"/>
                    <a:pt x="47" y="9"/>
                    <a:pt x="44" y="5"/>
                  </a:cubicBezTo>
                </a:path>
              </a:pathLst>
            </a:custGeom>
            <a:solidFill>
              <a:srgbClr val="EA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2" name="Freeform 1146">
              <a:extLst>
                <a:ext uri="{FF2B5EF4-FFF2-40B4-BE49-F238E27FC236}">
                  <a16:creationId xmlns:a16="http://schemas.microsoft.com/office/drawing/2014/main" id="{A1071E18-B568-4CCA-AD1B-2AD6D08D5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66"/>
              <a:ext cx="120" cy="157"/>
            </a:xfrm>
            <a:custGeom>
              <a:avLst/>
              <a:gdLst>
                <a:gd name="T0" fmla="*/ 876 w 73"/>
                <a:gd name="T1" fmla="*/ 0 h 90"/>
                <a:gd name="T2" fmla="*/ 671 w 73"/>
                <a:gd name="T3" fmla="*/ 351 h 90"/>
                <a:gd name="T4" fmla="*/ 395 w 73"/>
                <a:gd name="T5" fmla="*/ 822 h 90"/>
                <a:gd name="T6" fmla="*/ 181 w 73"/>
                <a:gd name="T7" fmla="*/ 1148 h 90"/>
                <a:gd name="T8" fmla="*/ 21 w 73"/>
                <a:gd name="T9" fmla="*/ 1455 h 90"/>
                <a:gd name="T10" fmla="*/ 205 w 73"/>
                <a:gd name="T11" fmla="*/ 1305 h 90"/>
                <a:gd name="T12" fmla="*/ 395 w 73"/>
                <a:gd name="T13" fmla="*/ 1169 h 90"/>
                <a:gd name="T14" fmla="*/ 613 w 73"/>
                <a:gd name="T15" fmla="*/ 850 h 90"/>
                <a:gd name="T16" fmla="*/ 725 w 73"/>
                <a:gd name="T17" fmla="*/ 408 h 90"/>
                <a:gd name="T18" fmla="*/ 853 w 73"/>
                <a:gd name="T19" fmla="*/ 2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90">
                  <a:moveTo>
                    <a:pt x="73" y="0"/>
                  </a:moveTo>
                  <a:cubicBezTo>
                    <a:pt x="66" y="3"/>
                    <a:pt x="60" y="16"/>
                    <a:pt x="56" y="22"/>
                  </a:cubicBezTo>
                  <a:cubicBezTo>
                    <a:pt x="49" y="32"/>
                    <a:pt x="42" y="43"/>
                    <a:pt x="33" y="51"/>
                  </a:cubicBezTo>
                  <a:cubicBezTo>
                    <a:pt x="27" y="58"/>
                    <a:pt x="20" y="64"/>
                    <a:pt x="15" y="71"/>
                  </a:cubicBezTo>
                  <a:cubicBezTo>
                    <a:pt x="12" y="74"/>
                    <a:pt x="0" y="85"/>
                    <a:pt x="2" y="90"/>
                  </a:cubicBezTo>
                  <a:cubicBezTo>
                    <a:pt x="6" y="90"/>
                    <a:pt x="13" y="83"/>
                    <a:pt x="17" y="81"/>
                  </a:cubicBezTo>
                  <a:cubicBezTo>
                    <a:pt x="22" y="77"/>
                    <a:pt x="27" y="75"/>
                    <a:pt x="33" y="72"/>
                  </a:cubicBezTo>
                  <a:cubicBezTo>
                    <a:pt x="41" y="69"/>
                    <a:pt x="47" y="62"/>
                    <a:pt x="51" y="53"/>
                  </a:cubicBezTo>
                  <a:cubicBezTo>
                    <a:pt x="55" y="44"/>
                    <a:pt x="56" y="34"/>
                    <a:pt x="60" y="25"/>
                  </a:cubicBezTo>
                  <a:cubicBezTo>
                    <a:pt x="63" y="17"/>
                    <a:pt x="67" y="9"/>
                    <a:pt x="71" y="2"/>
                  </a:cubicBezTo>
                </a:path>
              </a:pathLst>
            </a:custGeom>
            <a:solidFill>
              <a:srgbClr val="EA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3" name="Freeform 1147">
              <a:extLst>
                <a:ext uri="{FF2B5EF4-FFF2-40B4-BE49-F238E27FC236}">
                  <a16:creationId xmlns:a16="http://schemas.microsoft.com/office/drawing/2014/main" id="{814291AD-C529-4D38-AA76-010E0BBB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717"/>
              <a:ext cx="62" cy="82"/>
            </a:xfrm>
            <a:custGeom>
              <a:avLst/>
              <a:gdLst>
                <a:gd name="T0" fmla="*/ 426 w 38"/>
                <a:gd name="T1" fmla="*/ 0 h 47"/>
                <a:gd name="T2" fmla="*/ 235 w 38"/>
                <a:gd name="T3" fmla="*/ 420 h 47"/>
                <a:gd name="T4" fmla="*/ 104 w 38"/>
                <a:gd name="T5" fmla="*/ 600 h 47"/>
                <a:gd name="T6" fmla="*/ 0 w 38"/>
                <a:gd name="T7" fmla="*/ 743 h 47"/>
                <a:gd name="T8" fmla="*/ 199 w 38"/>
                <a:gd name="T9" fmla="*/ 584 h 47"/>
                <a:gd name="T10" fmla="*/ 325 w 38"/>
                <a:gd name="T11" fmla="*/ 471 h 47"/>
                <a:gd name="T12" fmla="*/ 439 w 38"/>
                <a:gd name="T13" fmla="*/ 1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7">
                  <a:moveTo>
                    <a:pt x="37" y="0"/>
                  </a:moveTo>
                  <a:cubicBezTo>
                    <a:pt x="38" y="8"/>
                    <a:pt x="25" y="21"/>
                    <a:pt x="20" y="26"/>
                  </a:cubicBezTo>
                  <a:cubicBezTo>
                    <a:pt x="16" y="30"/>
                    <a:pt x="12" y="33"/>
                    <a:pt x="9" y="37"/>
                  </a:cubicBezTo>
                  <a:cubicBezTo>
                    <a:pt x="6" y="40"/>
                    <a:pt x="1" y="41"/>
                    <a:pt x="0" y="46"/>
                  </a:cubicBezTo>
                  <a:cubicBezTo>
                    <a:pt x="4" y="47"/>
                    <a:pt x="13" y="38"/>
                    <a:pt x="17" y="36"/>
                  </a:cubicBezTo>
                  <a:cubicBezTo>
                    <a:pt x="20" y="34"/>
                    <a:pt x="25" y="32"/>
                    <a:pt x="28" y="29"/>
                  </a:cubicBezTo>
                  <a:cubicBezTo>
                    <a:pt x="34" y="23"/>
                    <a:pt x="37" y="9"/>
                    <a:pt x="38" y="1"/>
                  </a:cubicBezTo>
                </a:path>
              </a:pathLst>
            </a:custGeom>
            <a:solidFill>
              <a:srgbClr val="E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4" name="Freeform 1148">
              <a:extLst>
                <a:ext uri="{FF2B5EF4-FFF2-40B4-BE49-F238E27FC236}">
                  <a16:creationId xmlns:a16="http://schemas.microsoft.com/office/drawing/2014/main" id="{2F0394F0-B43B-46A9-9711-794E73620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523"/>
              <a:ext cx="51" cy="50"/>
            </a:xfrm>
            <a:custGeom>
              <a:avLst/>
              <a:gdLst>
                <a:gd name="T0" fmla="*/ 339 w 31"/>
                <a:gd name="T1" fmla="*/ 83 h 29"/>
                <a:gd name="T2" fmla="*/ 156 w 31"/>
                <a:gd name="T3" fmla="*/ 148 h 29"/>
                <a:gd name="T4" fmla="*/ 0 w 31"/>
                <a:gd name="T5" fmla="*/ 426 h 29"/>
                <a:gd name="T6" fmla="*/ 146 w 31"/>
                <a:gd name="T7" fmla="*/ 353 h 29"/>
                <a:gd name="T8" fmla="*/ 298 w 31"/>
                <a:gd name="T9" fmla="*/ 271 h 29"/>
                <a:gd name="T10" fmla="*/ 319 w 31"/>
                <a:gd name="T11" fmla="*/ 6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9">
                  <a:moveTo>
                    <a:pt x="28" y="5"/>
                  </a:moveTo>
                  <a:cubicBezTo>
                    <a:pt x="21" y="0"/>
                    <a:pt x="18" y="4"/>
                    <a:pt x="13" y="10"/>
                  </a:cubicBezTo>
                  <a:cubicBezTo>
                    <a:pt x="9" y="16"/>
                    <a:pt x="2" y="21"/>
                    <a:pt x="0" y="28"/>
                  </a:cubicBezTo>
                  <a:cubicBezTo>
                    <a:pt x="4" y="29"/>
                    <a:pt x="8" y="25"/>
                    <a:pt x="12" y="23"/>
                  </a:cubicBezTo>
                  <a:cubicBezTo>
                    <a:pt x="16" y="21"/>
                    <a:pt x="21" y="20"/>
                    <a:pt x="25" y="18"/>
                  </a:cubicBezTo>
                  <a:cubicBezTo>
                    <a:pt x="31" y="16"/>
                    <a:pt x="31" y="9"/>
                    <a:pt x="27" y="4"/>
                  </a:cubicBezTo>
                </a:path>
              </a:pathLst>
            </a:custGeom>
            <a:solidFill>
              <a:srgbClr val="E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5" name="Freeform 1149">
              <a:extLst>
                <a:ext uri="{FF2B5EF4-FFF2-40B4-BE49-F238E27FC236}">
                  <a16:creationId xmlns:a16="http://schemas.microsoft.com/office/drawing/2014/main" id="{31CC12CF-A19E-420A-8B81-CCE0EB4C9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533"/>
              <a:ext cx="18" cy="18"/>
            </a:xfrm>
            <a:custGeom>
              <a:avLst/>
              <a:gdLst>
                <a:gd name="T0" fmla="*/ 126 w 11"/>
                <a:gd name="T1" fmla="*/ 41 h 10"/>
                <a:gd name="T2" fmla="*/ 0 w 11"/>
                <a:gd name="T3" fmla="*/ 169 h 10"/>
                <a:gd name="T4" fmla="*/ 0 w 11"/>
                <a:gd name="T5" fmla="*/ 187 h 10"/>
                <a:gd name="T6" fmla="*/ 126 w 11"/>
                <a:gd name="T7" fmla="*/ 2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1" y="2"/>
                  </a:moveTo>
                  <a:cubicBezTo>
                    <a:pt x="4" y="0"/>
                    <a:pt x="3" y="5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4" y="10"/>
                    <a:pt x="10" y="5"/>
                    <a:pt x="11" y="1"/>
                  </a:cubicBezTo>
                </a:path>
              </a:pathLst>
            </a:custGeom>
            <a:solidFill>
              <a:srgbClr val="E74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554" name="Text Box 1150">
            <a:extLst>
              <a:ext uri="{FF2B5EF4-FFF2-40B4-BE49-F238E27FC236}">
                <a16:creationId xmlns:a16="http://schemas.microsoft.com/office/drawing/2014/main" id="{D3EC9AA0-6BF1-432C-B541-D6699F405D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6350" y="3203575"/>
            <a:ext cx="8382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6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Normal</a:t>
            </a:r>
          </a:p>
        </p:txBody>
      </p:sp>
      <p:sp>
        <p:nvSpPr>
          <p:cNvPr id="21555" name="Text Box 1151">
            <a:extLst>
              <a:ext uri="{FF2B5EF4-FFF2-40B4-BE49-F238E27FC236}">
                <a16:creationId xmlns:a16="http://schemas.microsoft.com/office/drawing/2014/main" id="{932706B2-D104-4C94-A636-F056585151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5700" y="2936875"/>
            <a:ext cx="12684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6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First degree</a:t>
            </a:r>
          </a:p>
          <a:p>
            <a:pPr eaLnBrk="1" hangingPunct="1">
              <a:spcBef>
                <a:spcPct val="0"/>
              </a:spcBef>
            </a:pPr>
            <a:r>
              <a:rPr lang="fr-FR" altLang="fr-FR" sz="16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burn</a:t>
            </a:r>
          </a:p>
        </p:txBody>
      </p:sp>
      <p:sp>
        <p:nvSpPr>
          <p:cNvPr id="21556" name="Text Box 1152">
            <a:extLst>
              <a:ext uri="{FF2B5EF4-FFF2-40B4-BE49-F238E27FC236}">
                <a16:creationId xmlns:a16="http://schemas.microsoft.com/office/drawing/2014/main" id="{D214BBD6-EE74-435D-949C-5DBF45DBFF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5700" y="5603875"/>
            <a:ext cx="1335088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6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Third degree</a:t>
            </a:r>
          </a:p>
          <a:p>
            <a:pPr eaLnBrk="1" hangingPunct="1">
              <a:spcBef>
                <a:spcPct val="0"/>
              </a:spcBef>
            </a:pPr>
            <a:r>
              <a:rPr lang="fr-FR" altLang="fr-FR" sz="16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burn</a:t>
            </a:r>
          </a:p>
        </p:txBody>
      </p:sp>
      <p:sp>
        <p:nvSpPr>
          <p:cNvPr id="21557" name="Text Box 1153">
            <a:extLst>
              <a:ext uri="{FF2B5EF4-FFF2-40B4-BE49-F238E27FC236}">
                <a16:creationId xmlns:a16="http://schemas.microsoft.com/office/drawing/2014/main" id="{34F8BC7A-0F17-4E3C-9734-C73D7898A8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0575" y="5622925"/>
            <a:ext cx="131286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r>
              <a:rPr lang="fr-FR" altLang="fr-FR" sz="16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Second</a:t>
            </a:r>
          </a:p>
          <a:p>
            <a:pPr algn="r" eaLnBrk="1" hangingPunct="1">
              <a:spcBef>
                <a:spcPct val="0"/>
              </a:spcBef>
            </a:pPr>
            <a:r>
              <a:rPr lang="fr-FR" altLang="fr-FR" sz="16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Degree burn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80F3A70F-0172-4F06-9B58-919D0E639B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Ulcer</a:t>
            </a:r>
          </a:p>
        </p:txBody>
      </p:sp>
      <p:sp>
        <p:nvSpPr>
          <p:cNvPr id="23555" name="Oval 3">
            <a:extLst>
              <a:ext uri="{FF2B5EF4-FFF2-40B4-BE49-F238E27FC236}">
                <a16:creationId xmlns:a16="http://schemas.microsoft.com/office/drawing/2014/main" id="{0CEB841C-2C94-4538-AA44-184903809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111375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3556" name="Oval 4">
            <a:extLst>
              <a:ext uri="{FF2B5EF4-FFF2-40B4-BE49-F238E27FC236}">
                <a16:creationId xmlns:a16="http://schemas.microsoft.com/office/drawing/2014/main" id="{732792FE-103F-4C59-84E5-0DA83696AF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6188" y="2882900"/>
            <a:ext cx="1111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3557" name="Oval 5">
            <a:extLst>
              <a:ext uri="{FF2B5EF4-FFF2-40B4-BE49-F238E27FC236}">
                <a16:creationId xmlns:a16="http://schemas.microsoft.com/office/drawing/2014/main" id="{7BEE6705-5A25-4A23-B4DB-ADED58D13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2763" y="1370013"/>
            <a:ext cx="7937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3558" name="Oval 6">
            <a:extLst>
              <a:ext uri="{FF2B5EF4-FFF2-40B4-BE49-F238E27FC236}">
                <a16:creationId xmlns:a16="http://schemas.microsoft.com/office/drawing/2014/main" id="{966FB460-9762-4BD0-B62E-077272EC2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1370013"/>
            <a:ext cx="7938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3559" name="Oval 7">
            <a:extLst>
              <a:ext uri="{FF2B5EF4-FFF2-40B4-BE49-F238E27FC236}">
                <a16:creationId xmlns:a16="http://schemas.microsoft.com/office/drawing/2014/main" id="{53AF2082-8795-4D29-AF48-BF270A5208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238" y="1377950"/>
            <a:ext cx="1111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3560" name="Oval 8">
            <a:extLst>
              <a:ext uri="{FF2B5EF4-FFF2-40B4-BE49-F238E27FC236}">
                <a16:creationId xmlns:a16="http://schemas.microsoft.com/office/drawing/2014/main" id="{574AD406-2D1A-462F-A6E4-FF71695C62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0938" y="1377950"/>
            <a:ext cx="7937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3561" name="Oval 9">
            <a:extLst>
              <a:ext uri="{FF2B5EF4-FFF2-40B4-BE49-F238E27FC236}">
                <a16:creationId xmlns:a16="http://schemas.microsoft.com/office/drawing/2014/main" id="{0A6CDEDD-F80B-4D69-9657-14638CB7F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6175" y="1306513"/>
            <a:ext cx="4763" cy="3175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3562" name="Oval 10">
            <a:extLst>
              <a:ext uri="{FF2B5EF4-FFF2-40B4-BE49-F238E27FC236}">
                <a16:creationId xmlns:a16="http://schemas.microsoft.com/office/drawing/2014/main" id="{4D608D1E-1078-4BB1-B129-1B5AD564A3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1417638"/>
            <a:ext cx="9525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3563" name="Oval 11">
            <a:extLst>
              <a:ext uri="{FF2B5EF4-FFF2-40B4-BE49-F238E27FC236}">
                <a16:creationId xmlns:a16="http://schemas.microsoft.com/office/drawing/2014/main" id="{E33CF7AE-EBAB-4E0B-A6CF-944E92F41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4275" y="1417638"/>
            <a:ext cx="7938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3564" name="Oval 12">
            <a:extLst>
              <a:ext uri="{FF2B5EF4-FFF2-40B4-BE49-F238E27FC236}">
                <a16:creationId xmlns:a16="http://schemas.microsoft.com/office/drawing/2014/main" id="{537F7FD6-CC90-4176-A788-5F4CFC7FB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1400" y="1516063"/>
            <a:ext cx="6350" cy="4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3565" name="Oval 13">
            <a:extLst>
              <a:ext uri="{FF2B5EF4-FFF2-40B4-BE49-F238E27FC236}">
                <a16:creationId xmlns:a16="http://schemas.microsoft.com/office/drawing/2014/main" id="{059B4C52-B0F0-413F-B012-E5B572404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2600" y="1482725"/>
            <a:ext cx="7938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3566" name="Oval 14">
            <a:extLst>
              <a:ext uri="{FF2B5EF4-FFF2-40B4-BE49-F238E27FC236}">
                <a16:creationId xmlns:a16="http://schemas.microsoft.com/office/drawing/2014/main" id="{0EBBAD00-2197-4757-AA9D-3181EAC51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1738" y="1479550"/>
            <a:ext cx="476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23567" name="Stage-1-pressure-ulcer-diagram">
            <a:extLst>
              <a:ext uri="{FF2B5EF4-FFF2-40B4-BE49-F238E27FC236}">
                <a16:creationId xmlns:a16="http://schemas.microsoft.com/office/drawing/2014/main" id="{7B682D7D-3BAF-4B29-A62B-485BA550183B}"/>
              </a:ext>
            </a:extLst>
          </p:cNvPr>
          <p:cNvGrpSpPr>
            <a:grpSpLocks/>
          </p:cNvGrpSpPr>
          <p:nvPr/>
        </p:nvGrpSpPr>
        <p:grpSpPr bwMode="auto">
          <a:xfrm>
            <a:off x="2374900" y="1771650"/>
            <a:ext cx="2111375" cy="3444875"/>
            <a:chOff x="536" y="1116"/>
            <a:chExt cx="1330" cy="2170"/>
          </a:xfrm>
        </p:grpSpPr>
        <p:grpSp>
          <p:nvGrpSpPr>
            <p:cNvPr id="24568" name="Group 16">
              <a:extLst>
                <a:ext uri="{FF2B5EF4-FFF2-40B4-BE49-F238E27FC236}">
                  <a16:creationId xmlns:a16="http://schemas.microsoft.com/office/drawing/2014/main" id="{3D44B9B6-1B05-48BF-BCE3-67BFE80E55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9" y="1116"/>
              <a:ext cx="1324" cy="2170"/>
              <a:chOff x="539" y="1116"/>
              <a:chExt cx="1324" cy="2170"/>
            </a:xfrm>
          </p:grpSpPr>
          <p:sp>
            <p:nvSpPr>
              <p:cNvPr id="24790" name="Freeform 17">
                <a:extLst>
                  <a:ext uri="{FF2B5EF4-FFF2-40B4-BE49-F238E27FC236}">
                    <a16:creationId xmlns:a16="http://schemas.microsoft.com/office/drawing/2014/main" id="{352936E4-4139-4D16-B66E-7AC5E615C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441"/>
                <a:ext cx="1322" cy="560"/>
              </a:xfrm>
              <a:custGeom>
                <a:avLst/>
                <a:gdLst>
                  <a:gd name="T0" fmla="*/ 11915 w 763"/>
                  <a:gd name="T1" fmla="*/ 6535 h 303"/>
                  <a:gd name="T2" fmla="*/ 0 w 763"/>
                  <a:gd name="T3" fmla="*/ 6535 h 303"/>
                  <a:gd name="T4" fmla="*/ 0 w 763"/>
                  <a:gd name="T5" fmla="*/ 3863 h 303"/>
                  <a:gd name="T6" fmla="*/ 11915 w 763"/>
                  <a:gd name="T7" fmla="*/ 3863 h 303"/>
                  <a:gd name="T8" fmla="*/ 11915 w 763"/>
                  <a:gd name="T9" fmla="*/ 6535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03">
                    <a:moveTo>
                      <a:pt x="763" y="303"/>
                    </a:moveTo>
                    <a:cubicBezTo>
                      <a:pt x="763" y="303"/>
                      <a:pt x="413" y="124"/>
                      <a:pt x="0" y="303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3" y="179"/>
                      <a:pt x="763" y="179"/>
                    </a:cubicBezTo>
                    <a:lnTo>
                      <a:pt x="763" y="303"/>
                    </a:lnTo>
                    <a:close/>
                  </a:path>
                </a:pathLst>
              </a:custGeom>
              <a:solidFill>
                <a:srgbClr val="F8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1" name="Freeform 18">
                <a:extLst>
                  <a:ext uri="{FF2B5EF4-FFF2-40B4-BE49-F238E27FC236}">
                    <a16:creationId xmlns:a16="http://schemas.microsoft.com/office/drawing/2014/main" id="{50FC2E53-4FBC-4A1F-AEE4-58DCA5A59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116"/>
                <a:ext cx="1322" cy="657"/>
              </a:xfrm>
              <a:custGeom>
                <a:avLst/>
                <a:gdLst>
                  <a:gd name="T0" fmla="*/ 11915 w 763"/>
                  <a:gd name="T1" fmla="*/ 7618 h 356"/>
                  <a:gd name="T2" fmla="*/ 0 w 763"/>
                  <a:gd name="T3" fmla="*/ 7618 h 356"/>
                  <a:gd name="T4" fmla="*/ 2408 w 763"/>
                  <a:gd name="T5" fmla="*/ 2526 h 356"/>
                  <a:gd name="T6" fmla="*/ 9486 w 763"/>
                  <a:gd name="T7" fmla="*/ 2526 h 356"/>
                  <a:gd name="T8" fmla="*/ 11915 w 763"/>
                  <a:gd name="T9" fmla="*/ 7618 h 3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56">
                    <a:moveTo>
                      <a:pt x="763" y="356"/>
                    </a:moveTo>
                    <a:cubicBezTo>
                      <a:pt x="763" y="356"/>
                      <a:pt x="413" y="177"/>
                      <a:pt x="0" y="356"/>
                    </a:cubicBezTo>
                    <a:cubicBezTo>
                      <a:pt x="154" y="118"/>
                      <a:pt x="154" y="118"/>
                      <a:pt x="154" y="118"/>
                    </a:cubicBezTo>
                    <a:cubicBezTo>
                      <a:pt x="400" y="0"/>
                      <a:pt x="608" y="118"/>
                      <a:pt x="608" y="118"/>
                    </a:cubicBezTo>
                    <a:lnTo>
                      <a:pt x="763" y="356"/>
                    </a:lnTo>
                    <a:close/>
                  </a:path>
                </a:pathLst>
              </a:custGeom>
              <a:solidFill>
                <a:srgbClr val="F9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2" name="Freeform 19">
                <a:extLst>
                  <a:ext uri="{FF2B5EF4-FFF2-40B4-BE49-F238E27FC236}">
                    <a16:creationId xmlns:a16="http://schemas.microsoft.com/office/drawing/2014/main" id="{E36DF137-4F8A-4D62-98E6-584EC6659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1463"/>
                <a:ext cx="530" cy="181"/>
              </a:xfrm>
              <a:custGeom>
                <a:avLst/>
                <a:gdLst>
                  <a:gd name="T0" fmla="*/ 4115 w 306"/>
                  <a:gd name="T1" fmla="*/ 2106 h 98"/>
                  <a:gd name="T2" fmla="*/ 296 w 306"/>
                  <a:gd name="T3" fmla="*/ 2037 h 98"/>
                  <a:gd name="T4" fmla="*/ 495 w 306"/>
                  <a:gd name="T5" fmla="*/ 560 h 98"/>
                  <a:gd name="T6" fmla="*/ 2369 w 306"/>
                  <a:gd name="T7" fmla="*/ 126 h 98"/>
                  <a:gd name="T8" fmla="*/ 4115 w 306"/>
                  <a:gd name="T9" fmla="*/ 2106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98">
                    <a:moveTo>
                      <a:pt x="264" y="98"/>
                    </a:moveTo>
                    <a:cubicBezTo>
                      <a:pt x="193" y="88"/>
                      <a:pt x="110" y="84"/>
                      <a:pt x="19" y="95"/>
                    </a:cubicBezTo>
                    <a:cubicBezTo>
                      <a:pt x="19" y="95"/>
                      <a:pt x="0" y="36"/>
                      <a:pt x="32" y="26"/>
                    </a:cubicBezTo>
                    <a:cubicBezTo>
                      <a:pt x="64" y="16"/>
                      <a:pt x="116" y="0"/>
                      <a:pt x="152" y="6"/>
                    </a:cubicBezTo>
                    <a:cubicBezTo>
                      <a:pt x="188" y="12"/>
                      <a:pt x="306" y="34"/>
                      <a:pt x="264" y="98"/>
                    </a:cubicBezTo>
                    <a:close/>
                  </a:path>
                </a:pathLst>
              </a:custGeom>
              <a:solidFill>
                <a:srgbClr val="F6B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3" name="Freeform 20">
                <a:extLst>
                  <a:ext uri="{FF2B5EF4-FFF2-40B4-BE49-F238E27FC236}">
                    <a16:creationId xmlns:a16="http://schemas.microsoft.com/office/drawing/2014/main" id="{E2FCE3A8-7BCB-4A98-8C93-F8A15DA40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480"/>
                <a:ext cx="501" cy="160"/>
              </a:xfrm>
              <a:custGeom>
                <a:avLst/>
                <a:gdLst>
                  <a:gd name="T0" fmla="*/ 3901 w 289"/>
                  <a:gd name="T1" fmla="*/ 1830 h 87"/>
                  <a:gd name="T2" fmla="*/ 298 w 289"/>
                  <a:gd name="T3" fmla="*/ 1758 h 87"/>
                  <a:gd name="T4" fmla="*/ 468 w 289"/>
                  <a:gd name="T5" fmla="*/ 480 h 87"/>
                  <a:gd name="T6" fmla="*/ 2257 w 289"/>
                  <a:gd name="T7" fmla="*/ 105 h 87"/>
                  <a:gd name="T8" fmla="*/ 3901 w 289"/>
                  <a:gd name="T9" fmla="*/ 183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87">
                    <a:moveTo>
                      <a:pt x="249" y="87"/>
                    </a:moveTo>
                    <a:cubicBezTo>
                      <a:pt x="182" y="78"/>
                      <a:pt x="104" y="75"/>
                      <a:pt x="19" y="84"/>
                    </a:cubicBezTo>
                    <a:cubicBezTo>
                      <a:pt x="19" y="84"/>
                      <a:pt x="0" y="32"/>
                      <a:pt x="30" y="23"/>
                    </a:cubicBezTo>
                    <a:cubicBezTo>
                      <a:pt x="61" y="14"/>
                      <a:pt x="110" y="0"/>
                      <a:pt x="144" y="5"/>
                    </a:cubicBezTo>
                    <a:cubicBezTo>
                      <a:pt x="178" y="11"/>
                      <a:pt x="289" y="30"/>
                      <a:pt x="249" y="87"/>
                    </a:cubicBezTo>
                    <a:close/>
                  </a:path>
                </a:pathLst>
              </a:custGeom>
              <a:solidFill>
                <a:srgbClr val="F5B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4" name="Freeform 21">
                <a:extLst>
                  <a:ext uri="{FF2B5EF4-FFF2-40B4-BE49-F238E27FC236}">
                    <a16:creationId xmlns:a16="http://schemas.microsoft.com/office/drawing/2014/main" id="{8E456E60-46EF-4FAB-82DB-DBA245AE9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498"/>
                <a:ext cx="459" cy="140"/>
              </a:xfrm>
              <a:custGeom>
                <a:avLst/>
                <a:gdLst>
                  <a:gd name="T0" fmla="*/ 3556 w 265"/>
                  <a:gd name="T1" fmla="*/ 1612 h 76"/>
                  <a:gd name="T2" fmla="*/ 262 w 265"/>
                  <a:gd name="T3" fmla="*/ 1544 h 76"/>
                  <a:gd name="T4" fmla="*/ 419 w 265"/>
                  <a:gd name="T5" fmla="*/ 424 h 76"/>
                  <a:gd name="T6" fmla="*/ 2044 w 265"/>
                  <a:gd name="T7" fmla="*/ 81 h 76"/>
                  <a:gd name="T8" fmla="*/ 3556 w 265"/>
                  <a:gd name="T9" fmla="*/ 161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76">
                    <a:moveTo>
                      <a:pt x="228" y="76"/>
                    </a:moveTo>
                    <a:cubicBezTo>
                      <a:pt x="167" y="68"/>
                      <a:pt x="95" y="65"/>
                      <a:pt x="17" y="73"/>
                    </a:cubicBezTo>
                    <a:cubicBezTo>
                      <a:pt x="17" y="73"/>
                      <a:pt x="0" y="28"/>
                      <a:pt x="27" y="20"/>
                    </a:cubicBezTo>
                    <a:cubicBezTo>
                      <a:pt x="55" y="12"/>
                      <a:pt x="100" y="0"/>
                      <a:pt x="131" y="4"/>
                    </a:cubicBezTo>
                    <a:cubicBezTo>
                      <a:pt x="162" y="9"/>
                      <a:pt x="265" y="26"/>
                      <a:pt x="228" y="76"/>
                    </a:cubicBezTo>
                    <a:close/>
                  </a:path>
                </a:pathLst>
              </a:custGeom>
              <a:solidFill>
                <a:srgbClr val="F4A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5" name="Freeform 22">
                <a:extLst>
                  <a:ext uri="{FF2B5EF4-FFF2-40B4-BE49-F238E27FC236}">
                    <a16:creationId xmlns:a16="http://schemas.microsoft.com/office/drawing/2014/main" id="{4DF4F1BF-75FD-4AB1-B406-6A7EC95DC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520"/>
                <a:ext cx="419" cy="117"/>
              </a:xfrm>
              <a:custGeom>
                <a:avLst/>
                <a:gdLst>
                  <a:gd name="T0" fmla="*/ 3234 w 242"/>
                  <a:gd name="T1" fmla="*/ 1389 h 63"/>
                  <a:gd name="T2" fmla="*/ 234 w 242"/>
                  <a:gd name="T3" fmla="*/ 1345 h 63"/>
                  <a:gd name="T4" fmla="*/ 384 w 242"/>
                  <a:gd name="T5" fmla="*/ 379 h 63"/>
                  <a:gd name="T6" fmla="*/ 1868 w 242"/>
                  <a:gd name="T7" fmla="*/ 84 h 63"/>
                  <a:gd name="T8" fmla="*/ 3234 w 242"/>
                  <a:gd name="T9" fmla="*/ 1389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2" h="63">
                    <a:moveTo>
                      <a:pt x="208" y="63"/>
                    </a:moveTo>
                    <a:cubicBezTo>
                      <a:pt x="153" y="57"/>
                      <a:pt x="87" y="54"/>
                      <a:pt x="15" y="61"/>
                    </a:cubicBezTo>
                    <a:cubicBezTo>
                      <a:pt x="15" y="61"/>
                      <a:pt x="0" y="23"/>
                      <a:pt x="25" y="17"/>
                    </a:cubicBezTo>
                    <a:cubicBezTo>
                      <a:pt x="50" y="10"/>
                      <a:pt x="92" y="0"/>
                      <a:pt x="120" y="4"/>
                    </a:cubicBezTo>
                    <a:cubicBezTo>
                      <a:pt x="148" y="8"/>
                      <a:pt x="242" y="22"/>
                      <a:pt x="208" y="63"/>
                    </a:cubicBezTo>
                    <a:close/>
                  </a:path>
                </a:pathLst>
              </a:custGeom>
              <a:solidFill>
                <a:srgbClr val="F3A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6" name="Freeform 23">
                <a:extLst>
                  <a:ext uri="{FF2B5EF4-FFF2-40B4-BE49-F238E27FC236}">
                    <a16:creationId xmlns:a16="http://schemas.microsoft.com/office/drawing/2014/main" id="{F1FA75AD-A85B-426A-A4BF-1CCD58DE3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441"/>
                <a:ext cx="1322" cy="390"/>
              </a:xfrm>
              <a:custGeom>
                <a:avLst/>
                <a:gdLst>
                  <a:gd name="T0" fmla="*/ 11915 w 763"/>
                  <a:gd name="T1" fmla="*/ 4554 h 211"/>
                  <a:gd name="T2" fmla="*/ 0 w 763"/>
                  <a:gd name="T3" fmla="*/ 4554 h 211"/>
                  <a:gd name="T4" fmla="*/ 0 w 763"/>
                  <a:gd name="T5" fmla="*/ 3863 h 211"/>
                  <a:gd name="T6" fmla="*/ 11915 w 763"/>
                  <a:gd name="T7" fmla="*/ 3863 h 211"/>
                  <a:gd name="T8" fmla="*/ 11915 w 763"/>
                  <a:gd name="T9" fmla="*/ 4554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211">
                    <a:moveTo>
                      <a:pt x="763" y="211"/>
                    </a:moveTo>
                    <a:cubicBezTo>
                      <a:pt x="763" y="211"/>
                      <a:pt x="414" y="32"/>
                      <a:pt x="0" y="211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3" y="211"/>
                    </a:ln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7" name="Freeform 24">
                <a:extLst>
                  <a:ext uri="{FF2B5EF4-FFF2-40B4-BE49-F238E27FC236}">
                    <a16:creationId xmlns:a16="http://schemas.microsoft.com/office/drawing/2014/main" id="{EFD061D9-702C-456C-8284-252A51D5B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618"/>
                <a:ext cx="435" cy="63"/>
              </a:xfrm>
              <a:custGeom>
                <a:avLst/>
                <a:gdLst>
                  <a:gd name="T0" fmla="*/ 3905 w 251"/>
                  <a:gd name="T1" fmla="*/ 282 h 34"/>
                  <a:gd name="T2" fmla="*/ 172 w 251"/>
                  <a:gd name="T3" fmla="*/ 222 h 34"/>
                  <a:gd name="T4" fmla="*/ 1958 w 251"/>
                  <a:gd name="T5" fmla="*/ 693 h 34"/>
                  <a:gd name="T6" fmla="*/ 3905 w 251"/>
                  <a:gd name="T7" fmla="*/ 28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1" h="34">
                    <a:moveTo>
                      <a:pt x="250" y="13"/>
                    </a:moveTo>
                    <a:cubicBezTo>
                      <a:pt x="180" y="3"/>
                      <a:pt x="99" y="0"/>
                      <a:pt x="11" y="10"/>
                    </a:cubicBezTo>
                    <a:cubicBezTo>
                      <a:pt x="11" y="10"/>
                      <a:pt x="0" y="34"/>
                      <a:pt x="125" y="32"/>
                    </a:cubicBezTo>
                    <a:cubicBezTo>
                      <a:pt x="251" y="30"/>
                      <a:pt x="250" y="13"/>
                      <a:pt x="250" y="13"/>
                    </a:cubicBezTo>
                  </a:path>
                </a:pathLst>
              </a:custGeom>
              <a:solidFill>
                <a:srgbClr val="F8C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8" name="Freeform 25">
                <a:extLst>
                  <a:ext uri="{FF2B5EF4-FFF2-40B4-BE49-F238E27FC236}">
                    <a16:creationId xmlns:a16="http://schemas.microsoft.com/office/drawing/2014/main" id="{9A4F7590-D516-476D-9EBF-DAF8DE429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620"/>
                <a:ext cx="395" cy="52"/>
              </a:xfrm>
              <a:custGeom>
                <a:avLst/>
                <a:gdLst>
                  <a:gd name="T0" fmla="*/ 3557 w 228"/>
                  <a:gd name="T1" fmla="*/ 225 h 28"/>
                  <a:gd name="T2" fmla="*/ 151 w 228"/>
                  <a:gd name="T3" fmla="*/ 180 h 28"/>
                  <a:gd name="T4" fmla="*/ 1783 w 228"/>
                  <a:gd name="T5" fmla="*/ 568 h 28"/>
                  <a:gd name="T6" fmla="*/ 3557 w 228"/>
                  <a:gd name="T7" fmla="*/ 22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8" h="28">
                    <a:moveTo>
                      <a:pt x="228" y="10"/>
                    </a:moveTo>
                    <a:cubicBezTo>
                      <a:pt x="164" y="3"/>
                      <a:pt x="90" y="0"/>
                      <a:pt x="10" y="8"/>
                    </a:cubicBezTo>
                    <a:cubicBezTo>
                      <a:pt x="10" y="8"/>
                      <a:pt x="0" y="28"/>
                      <a:pt x="114" y="26"/>
                    </a:cubicBezTo>
                    <a:cubicBezTo>
                      <a:pt x="228" y="25"/>
                      <a:pt x="228" y="10"/>
                      <a:pt x="228" y="10"/>
                    </a:cubicBezTo>
                  </a:path>
                </a:pathLst>
              </a:custGeom>
              <a:solidFill>
                <a:srgbClr val="F7B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9" name="Freeform 26">
                <a:extLst>
                  <a:ext uri="{FF2B5EF4-FFF2-40B4-BE49-F238E27FC236}">
                    <a16:creationId xmlns:a16="http://schemas.microsoft.com/office/drawing/2014/main" id="{DDD36A2C-CDBE-4F38-9A61-50338D5A0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620"/>
                <a:ext cx="326" cy="33"/>
              </a:xfrm>
              <a:custGeom>
                <a:avLst/>
                <a:gdLst>
                  <a:gd name="T0" fmla="*/ 2946 w 188"/>
                  <a:gd name="T1" fmla="*/ 149 h 18"/>
                  <a:gd name="T2" fmla="*/ 127 w 188"/>
                  <a:gd name="T3" fmla="*/ 105 h 18"/>
                  <a:gd name="T4" fmla="*/ 1476 w 188"/>
                  <a:gd name="T5" fmla="*/ 354 h 18"/>
                  <a:gd name="T6" fmla="*/ 2946 w 188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8" h="18">
                    <a:moveTo>
                      <a:pt x="188" y="7"/>
                    </a:moveTo>
                    <a:cubicBezTo>
                      <a:pt x="136" y="2"/>
                      <a:pt x="75" y="0"/>
                      <a:pt x="8" y="5"/>
                    </a:cubicBezTo>
                    <a:cubicBezTo>
                      <a:pt x="8" y="5"/>
                      <a:pt x="0" y="18"/>
                      <a:pt x="94" y="17"/>
                    </a:cubicBezTo>
                    <a:cubicBezTo>
                      <a:pt x="188" y="16"/>
                      <a:pt x="188" y="7"/>
                      <a:pt x="188" y="7"/>
                    </a:cubicBezTo>
                  </a:path>
                </a:pathLst>
              </a:custGeom>
              <a:solidFill>
                <a:srgbClr val="F4A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0" name="Freeform 27">
                <a:extLst>
                  <a:ext uri="{FF2B5EF4-FFF2-40B4-BE49-F238E27FC236}">
                    <a16:creationId xmlns:a16="http://schemas.microsoft.com/office/drawing/2014/main" id="{2381AED8-BF68-4CFD-9529-7A01674CA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627"/>
                <a:ext cx="1320" cy="659"/>
              </a:xfrm>
              <a:custGeom>
                <a:avLst/>
                <a:gdLst>
                  <a:gd name="T0" fmla="*/ 11889 w 762"/>
                  <a:gd name="T1" fmla="*/ 68 h 357"/>
                  <a:gd name="T2" fmla="*/ 11889 w 762"/>
                  <a:gd name="T3" fmla="*/ 7650 h 357"/>
                  <a:gd name="T4" fmla="*/ 0 w 762"/>
                  <a:gd name="T5" fmla="*/ 7650 h 357"/>
                  <a:gd name="T6" fmla="*/ 0 w 762"/>
                  <a:gd name="T7" fmla="*/ 4761 h 357"/>
                  <a:gd name="T8" fmla="*/ 2668 w 762"/>
                  <a:gd name="T9" fmla="*/ 2856 h 357"/>
                  <a:gd name="T10" fmla="*/ 6773 w 762"/>
                  <a:gd name="T11" fmla="*/ 1322 h 357"/>
                  <a:gd name="T12" fmla="*/ 10143 w 762"/>
                  <a:gd name="T13" fmla="*/ 1115 h 357"/>
                  <a:gd name="T14" fmla="*/ 11889 w 762"/>
                  <a:gd name="T15" fmla="*/ 68 h 3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2" h="357">
                    <a:moveTo>
                      <a:pt x="762" y="3"/>
                    </a:moveTo>
                    <a:cubicBezTo>
                      <a:pt x="762" y="357"/>
                      <a:pt x="762" y="357"/>
                      <a:pt x="762" y="357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2"/>
                      <a:pt x="120" y="174"/>
                      <a:pt x="171" y="133"/>
                    </a:cubicBezTo>
                    <a:cubicBezTo>
                      <a:pt x="221" y="92"/>
                      <a:pt x="344" y="21"/>
                      <a:pt x="434" y="62"/>
                    </a:cubicBezTo>
                    <a:cubicBezTo>
                      <a:pt x="525" y="104"/>
                      <a:pt x="600" y="92"/>
                      <a:pt x="650" y="52"/>
                    </a:cubicBezTo>
                    <a:cubicBezTo>
                      <a:pt x="714" y="0"/>
                      <a:pt x="762" y="3"/>
                      <a:pt x="762" y="3"/>
                    </a:cubicBezTo>
                    <a:close/>
                  </a:path>
                </a:pathLst>
              </a:custGeom>
              <a:solidFill>
                <a:srgbClr val="F9D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1" name="Freeform 28">
                <a:extLst>
                  <a:ext uri="{FF2B5EF4-FFF2-40B4-BE49-F238E27FC236}">
                    <a16:creationId xmlns:a16="http://schemas.microsoft.com/office/drawing/2014/main" id="{5B767955-DF2E-4BC3-84E2-8A45E4EDB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298"/>
                <a:ext cx="1324" cy="739"/>
              </a:xfrm>
              <a:custGeom>
                <a:avLst/>
                <a:gdLst>
                  <a:gd name="T0" fmla="*/ 11939 w 764"/>
                  <a:gd name="T1" fmla="*/ 0 h 400"/>
                  <a:gd name="T2" fmla="*/ 11939 w 764"/>
                  <a:gd name="T3" fmla="*/ 3891 h 400"/>
                  <a:gd name="T4" fmla="*/ 11923 w 764"/>
                  <a:gd name="T5" fmla="*/ 3891 h 400"/>
                  <a:gd name="T6" fmla="*/ 10174 w 764"/>
                  <a:gd name="T7" fmla="*/ 4949 h 400"/>
                  <a:gd name="T8" fmla="*/ 6802 w 764"/>
                  <a:gd name="T9" fmla="*/ 5158 h 400"/>
                  <a:gd name="T10" fmla="*/ 2671 w 764"/>
                  <a:gd name="T11" fmla="*/ 6697 h 400"/>
                  <a:gd name="T12" fmla="*/ 0 w 764"/>
                  <a:gd name="T13" fmla="*/ 8608 h 400"/>
                  <a:gd name="T14" fmla="*/ 16 w 764"/>
                  <a:gd name="T15" fmla="*/ 8587 h 400"/>
                  <a:gd name="T16" fmla="*/ 16 w 764"/>
                  <a:gd name="T17" fmla="*/ 2409 h 400"/>
                  <a:gd name="T18" fmla="*/ 11939 w 764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4" h="400">
                    <a:moveTo>
                      <a:pt x="764" y="0"/>
                    </a:moveTo>
                    <a:cubicBezTo>
                      <a:pt x="764" y="181"/>
                      <a:pt x="764" y="181"/>
                      <a:pt x="764" y="181"/>
                    </a:cubicBezTo>
                    <a:cubicBezTo>
                      <a:pt x="763" y="181"/>
                      <a:pt x="763" y="181"/>
                      <a:pt x="763" y="181"/>
                    </a:cubicBezTo>
                    <a:cubicBezTo>
                      <a:pt x="763" y="181"/>
                      <a:pt x="715" y="178"/>
                      <a:pt x="651" y="230"/>
                    </a:cubicBezTo>
                    <a:cubicBezTo>
                      <a:pt x="601" y="270"/>
                      <a:pt x="526" y="282"/>
                      <a:pt x="435" y="240"/>
                    </a:cubicBezTo>
                    <a:cubicBezTo>
                      <a:pt x="344" y="199"/>
                      <a:pt x="222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4" y="0"/>
                    </a:cubicBezTo>
                    <a:close/>
                  </a:path>
                </a:pathLst>
              </a:custGeom>
              <a:solidFill>
                <a:srgbClr val="EB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2" name="Freeform 29">
                <a:extLst>
                  <a:ext uri="{FF2B5EF4-FFF2-40B4-BE49-F238E27FC236}">
                    <a16:creationId xmlns:a16="http://schemas.microsoft.com/office/drawing/2014/main" id="{CEC7A92F-4A9D-4776-9A18-FC78AE890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99"/>
                <a:ext cx="34" cy="42"/>
              </a:xfrm>
              <a:custGeom>
                <a:avLst/>
                <a:gdLst>
                  <a:gd name="T0" fmla="*/ 218 w 20"/>
                  <a:gd name="T1" fmla="*/ 80 h 23"/>
                  <a:gd name="T2" fmla="*/ 26 w 20"/>
                  <a:gd name="T3" fmla="*/ 243 h 23"/>
                  <a:gd name="T4" fmla="*/ 202 w 20"/>
                  <a:gd name="T5" fmla="*/ 420 h 23"/>
                  <a:gd name="T6" fmla="*/ 218 w 20"/>
                  <a:gd name="T7" fmla="*/ 8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5" y="4"/>
                    </a:moveTo>
                    <a:cubicBezTo>
                      <a:pt x="9" y="0"/>
                      <a:pt x="0" y="7"/>
                      <a:pt x="2" y="12"/>
                    </a:cubicBezTo>
                    <a:cubicBezTo>
                      <a:pt x="4" y="18"/>
                      <a:pt x="11" y="23"/>
                      <a:pt x="14" y="21"/>
                    </a:cubicBezTo>
                    <a:cubicBezTo>
                      <a:pt x="17" y="18"/>
                      <a:pt x="20" y="8"/>
                      <a:pt x="15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3" name="Freeform 30">
                <a:extLst>
                  <a:ext uri="{FF2B5EF4-FFF2-40B4-BE49-F238E27FC236}">
                    <a16:creationId xmlns:a16="http://schemas.microsoft.com/office/drawing/2014/main" id="{720BA2F8-6B6D-4601-A47C-0DCB3A1A9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734"/>
                <a:ext cx="38" cy="46"/>
              </a:xfrm>
              <a:custGeom>
                <a:avLst/>
                <a:gdLst>
                  <a:gd name="T0" fmla="*/ 169 w 22"/>
                  <a:gd name="T1" fmla="*/ 44 h 25"/>
                  <a:gd name="T2" fmla="*/ 16 w 22"/>
                  <a:gd name="T3" fmla="*/ 250 h 25"/>
                  <a:gd name="T4" fmla="*/ 143 w 22"/>
                  <a:gd name="T5" fmla="*/ 460 h 25"/>
                  <a:gd name="T6" fmla="*/ 320 w 22"/>
                  <a:gd name="T7" fmla="*/ 230 h 25"/>
                  <a:gd name="T8" fmla="*/ 169 w 22"/>
                  <a:gd name="T9" fmla="*/ 4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1" y="2"/>
                    </a:moveTo>
                    <a:cubicBezTo>
                      <a:pt x="4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16" y="19"/>
                      <a:pt x="22" y="16"/>
                      <a:pt x="21" y="11"/>
                    </a:cubicBezTo>
                    <a:cubicBezTo>
                      <a:pt x="21" y="7"/>
                      <a:pt x="22" y="0"/>
                      <a:pt x="11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4" name="Freeform 31">
                <a:extLst>
                  <a:ext uri="{FF2B5EF4-FFF2-40B4-BE49-F238E27FC236}">
                    <a16:creationId xmlns:a16="http://schemas.microsoft.com/office/drawing/2014/main" id="{690AA370-6F8A-40DD-90D0-896E8E5EB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76"/>
                <a:ext cx="70" cy="58"/>
              </a:xfrm>
              <a:custGeom>
                <a:avLst/>
                <a:gdLst>
                  <a:gd name="T0" fmla="*/ 350 w 40"/>
                  <a:gd name="T1" fmla="*/ 24 h 31"/>
                  <a:gd name="T2" fmla="*/ 114 w 40"/>
                  <a:gd name="T3" fmla="*/ 210 h 31"/>
                  <a:gd name="T4" fmla="*/ 135 w 40"/>
                  <a:gd name="T5" fmla="*/ 623 h 31"/>
                  <a:gd name="T6" fmla="*/ 436 w 40"/>
                  <a:gd name="T7" fmla="*/ 294 h 31"/>
                  <a:gd name="T8" fmla="*/ 637 w 40"/>
                  <a:gd name="T9" fmla="*/ 112 h 31"/>
                  <a:gd name="T10" fmla="*/ 350 w 40"/>
                  <a:gd name="T11" fmla="*/ 2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1">
                    <a:moveTo>
                      <a:pt x="21" y="1"/>
                    </a:moveTo>
                    <a:cubicBezTo>
                      <a:pt x="14" y="2"/>
                      <a:pt x="10" y="0"/>
                      <a:pt x="7" y="9"/>
                    </a:cubicBezTo>
                    <a:cubicBezTo>
                      <a:pt x="4" y="17"/>
                      <a:pt x="0" y="31"/>
                      <a:pt x="8" y="27"/>
                    </a:cubicBezTo>
                    <a:cubicBezTo>
                      <a:pt x="15" y="22"/>
                      <a:pt x="20" y="15"/>
                      <a:pt x="26" y="13"/>
                    </a:cubicBezTo>
                    <a:cubicBezTo>
                      <a:pt x="32" y="11"/>
                      <a:pt x="40" y="9"/>
                      <a:pt x="39" y="5"/>
                    </a:cubicBezTo>
                    <a:cubicBezTo>
                      <a:pt x="37" y="2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5" name="Freeform 32">
                <a:extLst>
                  <a:ext uri="{FF2B5EF4-FFF2-40B4-BE49-F238E27FC236}">
                    <a16:creationId xmlns:a16="http://schemas.microsoft.com/office/drawing/2014/main" id="{4C9CCA0E-2675-43E2-B257-AB3E736C2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5"/>
                <a:ext cx="143" cy="70"/>
              </a:xfrm>
              <a:custGeom>
                <a:avLst/>
                <a:gdLst>
                  <a:gd name="T0" fmla="*/ 624 w 83"/>
                  <a:gd name="T1" fmla="*/ 105 h 38"/>
                  <a:gd name="T2" fmla="*/ 48 w 83"/>
                  <a:gd name="T3" fmla="*/ 632 h 38"/>
                  <a:gd name="T4" fmla="*/ 650 w 83"/>
                  <a:gd name="T5" fmla="*/ 656 h 38"/>
                  <a:gd name="T6" fmla="*/ 1196 w 83"/>
                  <a:gd name="T7" fmla="*/ 177 h 38"/>
                  <a:gd name="T8" fmla="*/ 624 w 83"/>
                  <a:gd name="T9" fmla="*/ 10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38">
                    <a:moveTo>
                      <a:pt x="41" y="5"/>
                    </a:moveTo>
                    <a:cubicBezTo>
                      <a:pt x="28" y="8"/>
                      <a:pt x="0" y="22"/>
                      <a:pt x="3" y="30"/>
                    </a:cubicBezTo>
                    <a:cubicBezTo>
                      <a:pt x="7" y="38"/>
                      <a:pt x="25" y="38"/>
                      <a:pt x="43" y="31"/>
                    </a:cubicBezTo>
                    <a:cubicBezTo>
                      <a:pt x="62" y="24"/>
                      <a:pt x="83" y="16"/>
                      <a:pt x="79" y="8"/>
                    </a:cubicBezTo>
                    <a:cubicBezTo>
                      <a:pt x="75" y="0"/>
                      <a:pt x="56" y="1"/>
                      <a:pt x="41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6" name="Freeform 33">
                <a:extLst>
                  <a:ext uri="{FF2B5EF4-FFF2-40B4-BE49-F238E27FC236}">
                    <a16:creationId xmlns:a16="http://schemas.microsoft.com/office/drawing/2014/main" id="{FF23049B-811A-4811-A11E-51E41B71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815"/>
                <a:ext cx="85" cy="113"/>
              </a:xfrm>
              <a:custGeom>
                <a:avLst/>
                <a:gdLst>
                  <a:gd name="T0" fmla="*/ 704 w 49"/>
                  <a:gd name="T1" fmla="*/ 128 h 61"/>
                  <a:gd name="T2" fmla="*/ 208 w 49"/>
                  <a:gd name="T3" fmla="*/ 363 h 61"/>
                  <a:gd name="T4" fmla="*/ 16 w 49"/>
                  <a:gd name="T5" fmla="*/ 717 h 61"/>
                  <a:gd name="T6" fmla="*/ 220 w 49"/>
                  <a:gd name="T7" fmla="*/ 1245 h 61"/>
                  <a:gd name="T8" fmla="*/ 618 w 49"/>
                  <a:gd name="T9" fmla="*/ 761 h 61"/>
                  <a:gd name="T10" fmla="*/ 704 w 49"/>
                  <a:gd name="T11" fmla="*/ 128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61">
                    <a:moveTo>
                      <a:pt x="45" y="6"/>
                    </a:moveTo>
                    <a:cubicBezTo>
                      <a:pt x="41" y="0"/>
                      <a:pt x="19" y="13"/>
                      <a:pt x="13" y="17"/>
                    </a:cubicBezTo>
                    <a:cubicBezTo>
                      <a:pt x="7" y="20"/>
                      <a:pt x="2" y="23"/>
                      <a:pt x="1" y="33"/>
                    </a:cubicBezTo>
                    <a:cubicBezTo>
                      <a:pt x="0" y="43"/>
                      <a:pt x="2" y="61"/>
                      <a:pt x="14" y="57"/>
                    </a:cubicBezTo>
                    <a:cubicBezTo>
                      <a:pt x="25" y="53"/>
                      <a:pt x="39" y="47"/>
                      <a:pt x="39" y="35"/>
                    </a:cubicBezTo>
                    <a:cubicBezTo>
                      <a:pt x="40" y="23"/>
                      <a:pt x="49" y="12"/>
                      <a:pt x="45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7" name="Freeform 34">
                <a:extLst>
                  <a:ext uri="{FF2B5EF4-FFF2-40B4-BE49-F238E27FC236}">
                    <a16:creationId xmlns:a16="http://schemas.microsoft.com/office/drawing/2014/main" id="{CBE9440C-0684-40E9-8A7B-ABD1FF8B5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95"/>
                <a:ext cx="64" cy="57"/>
              </a:xfrm>
              <a:custGeom>
                <a:avLst/>
                <a:gdLst>
                  <a:gd name="T0" fmla="*/ 296 w 37"/>
                  <a:gd name="T1" fmla="*/ 24 h 31"/>
                  <a:gd name="T2" fmla="*/ 48 w 37"/>
                  <a:gd name="T3" fmla="*/ 206 h 31"/>
                  <a:gd name="T4" fmla="*/ 249 w 37"/>
                  <a:gd name="T5" fmla="*/ 629 h 31"/>
                  <a:gd name="T6" fmla="*/ 512 w 37"/>
                  <a:gd name="T7" fmla="*/ 327 h 31"/>
                  <a:gd name="T8" fmla="*/ 296 w 37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19" y="1"/>
                    </a:moveTo>
                    <a:cubicBezTo>
                      <a:pt x="9" y="2"/>
                      <a:pt x="7" y="0"/>
                      <a:pt x="3" y="10"/>
                    </a:cubicBezTo>
                    <a:cubicBezTo>
                      <a:pt x="0" y="19"/>
                      <a:pt x="1" y="29"/>
                      <a:pt x="16" y="30"/>
                    </a:cubicBezTo>
                    <a:cubicBezTo>
                      <a:pt x="30" y="31"/>
                      <a:pt x="37" y="26"/>
                      <a:pt x="33" y="16"/>
                    </a:cubicBezTo>
                    <a:cubicBezTo>
                      <a:pt x="28" y="7"/>
                      <a:pt x="29" y="0"/>
                      <a:pt x="19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8" name="Freeform 35">
                <a:extLst>
                  <a:ext uri="{FF2B5EF4-FFF2-40B4-BE49-F238E27FC236}">
                    <a16:creationId xmlns:a16="http://schemas.microsoft.com/office/drawing/2014/main" id="{5E1BC337-BEC5-48F5-8365-F48C333DC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760"/>
                <a:ext cx="29" cy="46"/>
              </a:xfrm>
              <a:custGeom>
                <a:avLst/>
                <a:gdLst>
                  <a:gd name="T0" fmla="*/ 143 w 17"/>
                  <a:gd name="T1" fmla="*/ 68 h 25"/>
                  <a:gd name="T2" fmla="*/ 15 w 17"/>
                  <a:gd name="T3" fmla="*/ 230 h 25"/>
                  <a:gd name="T4" fmla="*/ 189 w 17"/>
                  <a:gd name="T5" fmla="*/ 423 h 25"/>
                  <a:gd name="T6" fmla="*/ 143 w 17"/>
                  <a:gd name="T7" fmla="*/ 6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10" y="3"/>
                    </a:moveTo>
                    <a:cubicBezTo>
                      <a:pt x="4" y="0"/>
                      <a:pt x="2" y="5"/>
                      <a:pt x="1" y="11"/>
                    </a:cubicBezTo>
                    <a:cubicBezTo>
                      <a:pt x="0" y="18"/>
                      <a:pt x="10" y="25"/>
                      <a:pt x="13" y="20"/>
                    </a:cubicBezTo>
                    <a:cubicBezTo>
                      <a:pt x="15" y="15"/>
                      <a:pt x="17" y="8"/>
                      <a:pt x="10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9" name="Freeform 36">
                <a:extLst>
                  <a:ext uri="{FF2B5EF4-FFF2-40B4-BE49-F238E27FC236}">
                    <a16:creationId xmlns:a16="http://schemas.microsoft.com/office/drawing/2014/main" id="{E4A91EFA-8F59-4F90-B457-BF3129F6F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847"/>
                <a:ext cx="50" cy="92"/>
              </a:xfrm>
              <a:custGeom>
                <a:avLst/>
                <a:gdLst>
                  <a:gd name="T0" fmla="*/ 398 w 29"/>
                  <a:gd name="T1" fmla="*/ 68 h 50"/>
                  <a:gd name="T2" fmla="*/ 148 w 29"/>
                  <a:gd name="T3" fmla="*/ 298 h 50"/>
                  <a:gd name="T4" fmla="*/ 122 w 29"/>
                  <a:gd name="T5" fmla="*/ 927 h 50"/>
                  <a:gd name="T6" fmla="*/ 398 w 29"/>
                  <a:gd name="T7" fmla="*/ 754 h 50"/>
                  <a:gd name="T8" fmla="*/ 426 w 29"/>
                  <a:gd name="T9" fmla="*/ 250 h 50"/>
                  <a:gd name="T10" fmla="*/ 398 w 29"/>
                  <a:gd name="T11" fmla="*/ 68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0">
                    <a:moveTo>
                      <a:pt x="26" y="3"/>
                    </a:move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5" y="50"/>
                      <a:pt x="24" y="44"/>
                      <a:pt x="26" y="36"/>
                    </a:cubicBezTo>
                    <a:cubicBezTo>
                      <a:pt x="28" y="29"/>
                      <a:pt x="29" y="18"/>
                      <a:pt x="28" y="12"/>
                    </a:cubicBezTo>
                    <a:cubicBezTo>
                      <a:pt x="27" y="5"/>
                      <a:pt x="28" y="4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0" name="Freeform 37">
                <a:extLst>
                  <a:ext uri="{FF2B5EF4-FFF2-40B4-BE49-F238E27FC236}">
                    <a16:creationId xmlns:a16="http://schemas.microsoft.com/office/drawing/2014/main" id="{AB95E14E-F844-4473-AA26-1376B74F9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95"/>
                <a:ext cx="142" cy="116"/>
              </a:xfrm>
              <a:custGeom>
                <a:avLst/>
                <a:gdLst>
                  <a:gd name="T0" fmla="*/ 1190 w 82"/>
                  <a:gd name="T1" fmla="*/ 206 h 63"/>
                  <a:gd name="T2" fmla="*/ 618 w 82"/>
                  <a:gd name="T3" fmla="*/ 230 h 63"/>
                  <a:gd name="T4" fmla="*/ 83 w 82"/>
                  <a:gd name="T5" fmla="*/ 847 h 63"/>
                  <a:gd name="T6" fmla="*/ 488 w 82"/>
                  <a:gd name="T7" fmla="*/ 1121 h 63"/>
                  <a:gd name="T8" fmla="*/ 1190 w 82"/>
                  <a:gd name="T9" fmla="*/ 206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63">
                    <a:moveTo>
                      <a:pt x="76" y="10"/>
                    </a:moveTo>
                    <a:cubicBezTo>
                      <a:pt x="72" y="0"/>
                      <a:pt x="52" y="5"/>
                      <a:pt x="40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10" y="51"/>
                      <a:pt x="14" y="63"/>
                      <a:pt x="31" y="53"/>
                    </a:cubicBezTo>
                    <a:cubicBezTo>
                      <a:pt x="48" y="42"/>
                      <a:pt x="82" y="26"/>
                      <a:pt x="76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1" name="Freeform 38">
                <a:extLst>
                  <a:ext uri="{FF2B5EF4-FFF2-40B4-BE49-F238E27FC236}">
                    <a16:creationId xmlns:a16="http://schemas.microsoft.com/office/drawing/2014/main" id="{DA0AFE13-0853-4A47-A07D-B664F748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956"/>
                <a:ext cx="144" cy="157"/>
              </a:xfrm>
              <a:custGeom>
                <a:avLst/>
                <a:gdLst>
                  <a:gd name="T0" fmla="*/ 1131 w 83"/>
                  <a:gd name="T1" fmla="*/ 150 h 85"/>
                  <a:gd name="T2" fmla="*/ 725 w 83"/>
                  <a:gd name="T3" fmla="*/ 177 h 85"/>
                  <a:gd name="T4" fmla="*/ 0 w 83"/>
                  <a:gd name="T5" fmla="*/ 990 h 85"/>
                  <a:gd name="T6" fmla="*/ 324 w 83"/>
                  <a:gd name="T7" fmla="*/ 1620 h 85"/>
                  <a:gd name="T8" fmla="*/ 1131 w 83"/>
                  <a:gd name="T9" fmla="*/ 1398 h 85"/>
                  <a:gd name="T10" fmla="*/ 1131 w 83"/>
                  <a:gd name="T11" fmla="*/ 15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5">
                    <a:moveTo>
                      <a:pt x="72" y="7"/>
                    </a:move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9"/>
                      <a:pt x="5" y="71"/>
                      <a:pt x="21" y="75"/>
                    </a:cubicBezTo>
                    <a:cubicBezTo>
                      <a:pt x="38" y="79"/>
                      <a:pt x="68" y="85"/>
                      <a:pt x="72" y="65"/>
                    </a:cubicBezTo>
                    <a:cubicBezTo>
                      <a:pt x="75" y="44"/>
                      <a:pt x="83" y="16"/>
                      <a:pt x="72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2" name="Freeform 39">
                <a:extLst>
                  <a:ext uri="{FF2B5EF4-FFF2-40B4-BE49-F238E27FC236}">
                    <a16:creationId xmlns:a16="http://schemas.microsoft.com/office/drawing/2014/main" id="{E239E280-E352-4369-9C30-41D8C45B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959"/>
                <a:ext cx="102" cy="87"/>
              </a:xfrm>
              <a:custGeom>
                <a:avLst/>
                <a:gdLst>
                  <a:gd name="T0" fmla="*/ 590 w 59"/>
                  <a:gd name="T1" fmla="*/ 196 h 47"/>
                  <a:gd name="T2" fmla="*/ 185 w 59"/>
                  <a:gd name="T3" fmla="*/ 222 h 47"/>
                  <a:gd name="T4" fmla="*/ 258 w 59"/>
                  <a:gd name="T5" fmla="*/ 953 h 47"/>
                  <a:gd name="T6" fmla="*/ 909 w 59"/>
                  <a:gd name="T7" fmla="*/ 716 h 47"/>
                  <a:gd name="T8" fmla="*/ 590 w 59"/>
                  <a:gd name="T9" fmla="*/ 19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7">
                    <a:moveTo>
                      <a:pt x="38" y="9"/>
                    </a:move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5"/>
                      <a:pt x="17" y="44"/>
                    </a:cubicBezTo>
                    <a:cubicBezTo>
                      <a:pt x="34" y="43"/>
                      <a:pt x="59" y="47"/>
                      <a:pt x="59" y="33"/>
                    </a:cubicBezTo>
                    <a:cubicBezTo>
                      <a:pt x="59" y="20"/>
                      <a:pt x="46" y="10"/>
                      <a:pt x="3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3" name="Freeform 40">
                <a:extLst>
                  <a:ext uri="{FF2B5EF4-FFF2-40B4-BE49-F238E27FC236}">
                    <a16:creationId xmlns:a16="http://schemas.microsoft.com/office/drawing/2014/main" id="{57595FBB-4D53-4B22-9479-C467F85C1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872"/>
                <a:ext cx="73" cy="89"/>
              </a:xfrm>
              <a:custGeom>
                <a:avLst/>
                <a:gdLst>
                  <a:gd name="T0" fmla="*/ 111 w 42"/>
                  <a:gd name="T1" fmla="*/ 358 h 48"/>
                  <a:gd name="T2" fmla="*/ 605 w 42"/>
                  <a:gd name="T3" fmla="*/ 178 h 48"/>
                  <a:gd name="T4" fmla="*/ 410 w 42"/>
                  <a:gd name="T5" fmla="*/ 970 h 48"/>
                  <a:gd name="T6" fmla="*/ 111 w 42"/>
                  <a:gd name="T7" fmla="*/ 35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7" y="16"/>
                    </a:moveTo>
                    <a:cubicBezTo>
                      <a:pt x="9" y="11"/>
                      <a:pt x="34" y="0"/>
                      <a:pt x="38" y="8"/>
                    </a:cubicBezTo>
                    <a:cubicBezTo>
                      <a:pt x="42" y="16"/>
                      <a:pt x="36" y="48"/>
                      <a:pt x="26" y="44"/>
                    </a:cubicBezTo>
                    <a:cubicBezTo>
                      <a:pt x="16" y="40"/>
                      <a:pt x="0" y="38"/>
                      <a:pt x="7" y="1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4" name="Freeform 41">
                <a:extLst>
                  <a:ext uri="{FF2B5EF4-FFF2-40B4-BE49-F238E27FC236}">
                    <a16:creationId xmlns:a16="http://schemas.microsoft.com/office/drawing/2014/main" id="{B190FBDF-B98C-4A6C-AECA-D0692C66C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824"/>
                <a:ext cx="78" cy="60"/>
              </a:xfrm>
              <a:custGeom>
                <a:avLst/>
                <a:gdLst>
                  <a:gd name="T0" fmla="*/ 556 w 45"/>
                  <a:gd name="T1" fmla="*/ 186 h 32"/>
                  <a:gd name="T2" fmla="*/ 49 w 45"/>
                  <a:gd name="T3" fmla="*/ 186 h 32"/>
                  <a:gd name="T4" fmla="*/ 321 w 45"/>
                  <a:gd name="T5" fmla="*/ 579 h 32"/>
                  <a:gd name="T6" fmla="*/ 676 w 45"/>
                  <a:gd name="T7" fmla="*/ 555 h 32"/>
                  <a:gd name="T8" fmla="*/ 556 w 45"/>
                  <a:gd name="T9" fmla="*/ 18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36" y="8"/>
                    </a:moveTo>
                    <a:cubicBezTo>
                      <a:pt x="25" y="4"/>
                      <a:pt x="5" y="0"/>
                      <a:pt x="3" y="8"/>
                    </a:cubicBezTo>
                    <a:cubicBezTo>
                      <a:pt x="0" y="16"/>
                      <a:pt x="13" y="21"/>
                      <a:pt x="21" y="25"/>
                    </a:cubicBezTo>
                    <a:cubicBezTo>
                      <a:pt x="29" y="29"/>
                      <a:pt x="42" y="32"/>
                      <a:pt x="43" y="24"/>
                    </a:cubicBezTo>
                    <a:cubicBezTo>
                      <a:pt x="45" y="16"/>
                      <a:pt x="44" y="10"/>
                      <a:pt x="36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5" name="Freeform 42">
                <a:extLst>
                  <a:ext uri="{FF2B5EF4-FFF2-40B4-BE49-F238E27FC236}">
                    <a16:creationId xmlns:a16="http://schemas.microsoft.com/office/drawing/2014/main" id="{58BDC685-CA83-4AFC-B1F1-5AFE99B40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895"/>
                <a:ext cx="91" cy="44"/>
              </a:xfrm>
              <a:custGeom>
                <a:avLst/>
                <a:gdLst>
                  <a:gd name="T0" fmla="*/ 0 w 53"/>
                  <a:gd name="T1" fmla="*/ 273 h 24"/>
                  <a:gd name="T2" fmla="*/ 354 w 53"/>
                  <a:gd name="T3" fmla="*/ 24 h 24"/>
                  <a:gd name="T4" fmla="*/ 714 w 53"/>
                  <a:gd name="T5" fmla="*/ 273 h 24"/>
                  <a:gd name="T6" fmla="*/ 436 w 53"/>
                  <a:gd name="T7" fmla="*/ 475 h 24"/>
                  <a:gd name="T8" fmla="*/ 0 w 53"/>
                  <a:gd name="T9" fmla="*/ 27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4">
                    <a:moveTo>
                      <a:pt x="0" y="13"/>
                    </a:moveTo>
                    <a:cubicBezTo>
                      <a:pt x="1" y="2"/>
                      <a:pt x="13" y="0"/>
                      <a:pt x="24" y="1"/>
                    </a:cubicBezTo>
                    <a:cubicBezTo>
                      <a:pt x="35" y="3"/>
                      <a:pt x="43" y="7"/>
                      <a:pt x="48" y="13"/>
                    </a:cubicBezTo>
                    <a:cubicBezTo>
                      <a:pt x="53" y="18"/>
                      <a:pt x="38" y="24"/>
                      <a:pt x="29" y="23"/>
                    </a:cubicBezTo>
                    <a:cubicBezTo>
                      <a:pt x="20" y="22"/>
                      <a:pt x="0" y="21"/>
                      <a:pt x="0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6" name="Freeform 43">
                <a:extLst>
                  <a:ext uri="{FF2B5EF4-FFF2-40B4-BE49-F238E27FC236}">
                    <a16:creationId xmlns:a16="http://schemas.microsoft.com/office/drawing/2014/main" id="{D5157EF1-79EE-4F6F-B16C-198D5F071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4"/>
                <a:ext cx="58" cy="60"/>
              </a:xfrm>
              <a:custGeom>
                <a:avLst/>
                <a:gdLst>
                  <a:gd name="T0" fmla="*/ 288 w 34"/>
                  <a:gd name="T1" fmla="*/ 44 h 33"/>
                  <a:gd name="T2" fmla="*/ 84 w 34"/>
                  <a:gd name="T3" fmla="*/ 145 h 33"/>
                  <a:gd name="T4" fmla="*/ 143 w 34"/>
                  <a:gd name="T5" fmla="*/ 602 h 33"/>
                  <a:gd name="T6" fmla="*/ 449 w 34"/>
                  <a:gd name="T7" fmla="*/ 271 h 33"/>
                  <a:gd name="T8" fmla="*/ 288 w 34"/>
                  <a:gd name="T9" fmla="*/ 4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20" y="2"/>
                    </a:moveTo>
                    <a:cubicBezTo>
                      <a:pt x="13" y="0"/>
                      <a:pt x="12" y="0"/>
                      <a:pt x="6" y="7"/>
                    </a:cubicBezTo>
                    <a:cubicBezTo>
                      <a:pt x="0" y="14"/>
                      <a:pt x="2" y="33"/>
                      <a:pt x="10" y="30"/>
                    </a:cubicBezTo>
                    <a:cubicBezTo>
                      <a:pt x="19" y="27"/>
                      <a:pt x="28" y="18"/>
                      <a:pt x="31" y="14"/>
                    </a:cubicBezTo>
                    <a:cubicBezTo>
                      <a:pt x="34" y="10"/>
                      <a:pt x="28" y="5"/>
                      <a:pt x="2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7" name="Freeform 44">
                <a:extLst>
                  <a:ext uri="{FF2B5EF4-FFF2-40B4-BE49-F238E27FC236}">
                    <a16:creationId xmlns:a16="http://schemas.microsoft.com/office/drawing/2014/main" id="{5BA6EDA4-87CB-4A34-96E1-48653E0B6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841"/>
                <a:ext cx="62" cy="65"/>
              </a:xfrm>
              <a:custGeom>
                <a:avLst/>
                <a:gdLst>
                  <a:gd name="T0" fmla="*/ 332 w 36"/>
                  <a:gd name="T1" fmla="*/ 110 h 35"/>
                  <a:gd name="T2" fmla="*/ 0 w 36"/>
                  <a:gd name="T3" fmla="*/ 156 h 35"/>
                  <a:gd name="T4" fmla="*/ 255 w 36"/>
                  <a:gd name="T5" fmla="*/ 620 h 35"/>
                  <a:gd name="T6" fmla="*/ 525 w 36"/>
                  <a:gd name="T7" fmla="*/ 596 h 35"/>
                  <a:gd name="T8" fmla="*/ 332 w 36"/>
                  <a:gd name="T9" fmla="*/ 11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22" y="5"/>
                    </a:move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26" y="33"/>
                      <a:pt x="36" y="35"/>
                      <a:pt x="35" y="27"/>
                    </a:cubicBezTo>
                    <a:cubicBezTo>
                      <a:pt x="35" y="18"/>
                      <a:pt x="27" y="6"/>
                      <a:pt x="2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8" name="Freeform 45">
                <a:extLst>
                  <a:ext uri="{FF2B5EF4-FFF2-40B4-BE49-F238E27FC236}">
                    <a16:creationId xmlns:a16="http://schemas.microsoft.com/office/drawing/2014/main" id="{1D8AC3FA-EE54-46E3-B976-6824D8089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943"/>
                <a:ext cx="124" cy="96"/>
              </a:xfrm>
              <a:custGeom>
                <a:avLst/>
                <a:gdLst>
                  <a:gd name="T0" fmla="*/ 332 w 72"/>
                  <a:gd name="T1" fmla="*/ 24 h 52"/>
                  <a:gd name="T2" fmla="*/ 0 w 72"/>
                  <a:gd name="T3" fmla="*/ 277 h 52"/>
                  <a:gd name="T4" fmla="*/ 460 w 72"/>
                  <a:gd name="T5" fmla="*/ 919 h 52"/>
                  <a:gd name="T6" fmla="*/ 1073 w 72"/>
                  <a:gd name="T7" fmla="*/ 535 h 52"/>
                  <a:gd name="T8" fmla="*/ 742 w 72"/>
                  <a:gd name="T9" fmla="*/ 194 h 52"/>
                  <a:gd name="T10" fmla="*/ 332 w 72"/>
                  <a:gd name="T11" fmla="*/ 24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2">
                    <a:moveTo>
                      <a:pt x="22" y="1"/>
                    </a:moveTo>
                    <a:cubicBezTo>
                      <a:pt x="13" y="2"/>
                      <a:pt x="1" y="7"/>
                      <a:pt x="0" y="13"/>
                    </a:cubicBezTo>
                    <a:cubicBezTo>
                      <a:pt x="0" y="20"/>
                      <a:pt x="11" y="52"/>
                      <a:pt x="30" y="43"/>
                    </a:cubicBezTo>
                    <a:cubicBezTo>
                      <a:pt x="48" y="35"/>
                      <a:pt x="70" y="37"/>
                      <a:pt x="71" y="25"/>
                    </a:cubicBezTo>
                    <a:cubicBezTo>
                      <a:pt x="72" y="14"/>
                      <a:pt x="56" y="14"/>
                      <a:pt x="49" y="9"/>
                    </a:cubicBezTo>
                    <a:cubicBezTo>
                      <a:pt x="43" y="4"/>
                      <a:pt x="34" y="0"/>
                      <a:pt x="22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9" name="Freeform 46">
                <a:extLst>
                  <a:ext uri="{FF2B5EF4-FFF2-40B4-BE49-F238E27FC236}">
                    <a16:creationId xmlns:a16="http://schemas.microsoft.com/office/drawing/2014/main" id="{2AC27066-382B-4BA1-9BCB-26ED477ED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050"/>
                <a:ext cx="162" cy="170"/>
              </a:xfrm>
              <a:custGeom>
                <a:avLst/>
                <a:gdLst>
                  <a:gd name="T0" fmla="*/ 1205 w 93"/>
                  <a:gd name="T1" fmla="*/ 327 h 92"/>
                  <a:gd name="T2" fmla="*/ 819 w 93"/>
                  <a:gd name="T3" fmla="*/ 81 h 92"/>
                  <a:gd name="T4" fmla="*/ 49 w 93"/>
                  <a:gd name="T5" fmla="*/ 730 h 92"/>
                  <a:gd name="T6" fmla="*/ 16 w 93"/>
                  <a:gd name="T7" fmla="*/ 1635 h 92"/>
                  <a:gd name="T8" fmla="*/ 336 w 93"/>
                  <a:gd name="T9" fmla="*/ 1720 h 92"/>
                  <a:gd name="T10" fmla="*/ 1218 w 93"/>
                  <a:gd name="T11" fmla="*/ 1184 h 92"/>
                  <a:gd name="T12" fmla="*/ 1465 w 93"/>
                  <a:gd name="T13" fmla="*/ 782 h 92"/>
                  <a:gd name="T14" fmla="*/ 1205 w 93"/>
                  <a:gd name="T15" fmla="*/ 327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75" y="15"/>
                    </a:moveTo>
                    <a:cubicBezTo>
                      <a:pt x="71" y="7"/>
                      <a:pt x="64" y="0"/>
                      <a:pt x="51" y="4"/>
                    </a:cubicBezTo>
                    <a:cubicBezTo>
                      <a:pt x="37" y="8"/>
                      <a:pt x="7" y="20"/>
                      <a:pt x="3" y="34"/>
                    </a:cubicBezTo>
                    <a:cubicBezTo>
                      <a:pt x="0" y="48"/>
                      <a:pt x="1" y="67"/>
                      <a:pt x="1" y="76"/>
                    </a:cubicBezTo>
                    <a:cubicBezTo>
                      <a:pt x="0" y="85"/>
                      <a:pt x="6" y="92"/>
                      <a:pt x="21" y="80"/>
                    </a:cubicBezTo>
                    <a:cubicBezTo>
                      <a:pt x="36" y="69"/>
                      <a:pt x="65" y="65"/>
                      <a:pt x="76" y="55"/>
                    </a:cubicBezTo>
                    <a:cubicBezTo>
                      <a:pt x="87" y="45"/>
                      <a:pt x="89" y="43"/>
                      <a:pt x="91" y="36"/>
                    </a:cubicBezTo>
                    <a:cubicBezTo>
                      <a:pt x="93" y="28"/>
                      <a:pt x="82" y="25"/>
                      <a:pt x="75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0" name="Freeform 47">
                <a:extLst>
                  <a:ext uri="{FF2B5EF4-FFF2-40B4-BE49-F238E27FC236}">
                    <a16:creationId xmlns:a16="http://schemas.microsoft.com/office/drawing/2014/main" id="{BE55692B-10E8-467F-BAA9-D235FDD05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3138"/>
                <a:ext cx="172" cy="137"/>
              </a:xfrm>
              <a:custGeom>
                <a:avLst/>
                <a:gdLst>
                  <a:gd name="T0" fmla="*/ 1089 w 99"/>
                  <a:gd name="T1" fmla="*/ 128 h 74"/>
                  <a:gd name="T2" fmla="*/ 683 w 99"/>
                  <a:gd name="T3" fmla="*/ 305 h 74"/>
                  <a:gd name="T4" fmla="*/ 49 w 99"/>
                  <a:gd name="T5" fmla="*/ 978 h 74"/>
                  <a:gd name="T6" fmla="*/ 347 w 99"/>
                  <a:gd name="T7" fmla="*/ 1433 h 74"/>
                  <a:gd name="T8" fmla="*/ 902 w 99"/>
                  <a:gd name="T9" fmla="*/ 1529 h 74"/>
                  <a:gd name="T10" fmla="*/ 1374 w 99"/>
                  <a:gd name="T11" fmla="*/ 813 h 74"/>
                  <a:gd name="T12" fmla="*/ 1089 w 99"/>
                  <a:gd name="T13" fmla="*/ 128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74">
                    <a:moveTo>
                      <a:pt x="69" y="6"/>
                    </a:moveTo>
                    <a:cubicBezTo>
                      <a:pt x="58" y="1"/>
                      <a:pt x="63" y="0"/>
                      <a:pt x="43" y="14"/>
                    </a:cubicBezTo>
                    <a:cubicBezTo>
                      <a:pt x="22" y="28"/>
                      <a:pt x="6" y="33"/>
                      <a:pt x="3" y="45"/>
                    </a:cubicBezTo>
                    <a:cubicBezTo>
                      <a:pt x="0" y="58"/>
                      <a:pt x="13" y="59"/>
                      <a:pt x="22" y="66"/>
                    </a:cubicBezTo>
                    <a:cubicBezTo>
                      <a:pt x="31" y="73"/>
                      <a:pt x="46" y="74"/>
                      <a:pt x="57" y="70"/>
                    </a:cubicBezTo>
                    <a:cubicBezTo>
                      <a:pt x="69" y="66"/>
                      <a:pt x="99" y="52"/>
                      <a:pt x="87" y="37"/>
                    </a:cubicBezTo>
                    <a:cubicBezTo>
                      <a:pt x="76" y="23"/>
                      <a:pt x="69" y="6"/>
                      <a:pt x="69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1" name="Freeform 48">
                <a:extLst>
                  <a:ext uri="{FF2B5EF4-FFF2-40B4-BE49-F238E27FC236}">
                    <a16:creationId xmlns:a16="http://schemas.microsoft.com/office/drawing/2014/main" id="{4AFBF871-B599-4B23-8E65-7B06B9E53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3166"/>
                <a:ext cx="85" cy="118"/>
              </a:xfrm>
              <a:custGeom>
                <a:avLst/>
                <a:gdLst>
                  <a:gd name="T0" fmla="*/ 470 w 49"/>
                  <a:gd name="T1" fmla="*/ 44 h 64"/>
                  <a:gd name="T2" fmla="*/ 49 w 49"/>
                  <a:gd name="T3" fmla="*/ 704 h 64"/>
                  <a:gd name="T4" fmla="*/ 533 w 49"/>
                  <a:gd name="T5" fmla="*/ 1165 h 64"/>
                  <a:gd name="T6" fmla="*/ 470 w 49"/>
                  <a:gd name="T7" fmla="*/ 44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4">
                    <a:moveTo>
                      <a:pt x="30" y="2"/>
                    </a:moveTo>
                    <a:cubicBezTo>
                      <a:pt x="18" y="0"/>
                      <a:pt x="6" y="24"/>
                      <a:pt x="3" y="33"/>
                    </a:cubicBezTo>
                    <a:cubicBezTo>
                      <a:pt x="0" y="43"/>
                      <a:pt x="23" y="64"/>
                      <a:pt x="34" y="55"/>
                    </a:cubicBezTo>
                    <a:cubicBezTo>
                      <a:pt x="44" y="46"/>
                      <a:pt x="49" y="6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2" name="Freeform 49">
                <a:extLst>
                  <a:ext uri="{FF2B5EF4-FFF2-40B4-BE49-F238E27FC236}">
                    <a16:creationId xmlns:a16="http://schemas.microsoft.com/office/drawing/2014/main" id="{28C3EDBA-DFB7-4895-80FB-43B496012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033"/>
                <a:ext cx="173" cy="150"/>
              </a:xfrm>
              <a:custGeom>
                <a:avLst/>
                <a:gdLst>
                  <a:gd name="T0" fmla="*/ 1362 w 100"/>
                  <a:gd name="T1" fmla="*/ 237 h 81"/>
                  <a:gd name="T2" fmla="*/ 725 w 100"/>
                  <a:gd name="T3" fmla="*/ 178 h 81"/>
                  <a:gd name="T4" fmla="*/ 28 w 100"/>
                  <a:gd name="T5" fmla="*/ 813 h 81"/>
                  <a:gd name="T6" fmla="*/ 171 w 100"/>
                  <a:gd name="T7" fmla="*/ 1611 h 81"/>
                  <a:gd name="T8" fmla="*/ 554 w 100"/>
                  <a:gd name="T9" fmla="*/ 1656 h 81"/>
                  <a:gd name="T10" fmla="*/ 1164 w 100"/>
                  <a:gd name="T11" fmla="*/ 1094 h 81"/>
                  <a:gd name="T12" fmla="*/ 1362 w 100"/>
                  <a:gd name="T13" fmla="*/ 23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81">
                    <a:moveTo>
                      <a:pt x="88" y="11"/>
                    </a:move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1" y="51"/>
                      <a:pt x="0" y="67"/>
                      <a:pt x="11" y="74"/>
                    </a:cubicBezTo>
                    <a:cubicBezTo>
                      <a:pt x="22" y="81"/>
                      <a:pt x="22" y="79"/>
                      <a:pt x="36" y="76"/>
                    </a:cubicBezTo>
                    <a:cubicBezTo>
                      <a:pt x="50" y="73"/>
                      <a:pt x="62" y="63"/>
                      <a:pt x="75" y="50"/>
                    </a:cubicBezTo>
                    <a:cubicBezTo>
                      <a:pt x="88" y="37"/>
                      <a:pt x="100" y="24"/>
                      <a:pt x="8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3" name="Freeform 50">
                <a:extLst>
                  <a:ext uri="{FF2B5EF4-FFF2-40B4-BE49-F238E27FC236}">
                    <a16:creationId xmlns:a16="http://schemas.microsoft.com/office/drawing/2014/main" id="{69A1FA78-156D-4114-8679-478967AAF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066"/>
                <a:ext cx="129" cy="137"/>
              </a:xfrm>
              <a:custGeom>
                <a:avLst/>
                <a:gdLst>
                  <a:gd name="T0" fmla="*/ 584 w 74"/>
                  <a:gd name="T1" fmla="*/ 222 h 74"/>
                  <a:gd name="T2" fmla="*/ 343 w 74"/>
                  <a:gd name="T3" fmla="*/ 330 h 74"/>
                  <a:gd name="T4" fmla="*/ 277 w 74"/>
                  <a:gd name="T5" fmla="*/ 1377 h 74"/>
                  <a:gd name="T6" fmla="*/ 933 w 74"/>
                  <a:gd name="T7" fmla="*/ 1350 h 74"/>
                  <a:gd name="T8" fmla="*/ 997 w 74"/>
                  <a:gd name="T9" fmla="*/ 716 h 74"/>
                  <a:gd name="T10" fmla="*/ 584 w 74"/>
                  <a:gd name="T11" fmla="*/ 222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4">
                    <a:moveTo>
                      <a:pt x="36" y="10"/>
                    </a:moveTo>
                    <a:cubicBezTo>
                      <a:pt x="26" y="8"/>
                      <a:pt x="26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33" y="65"/>
                      <a:pt x="48" y="74"/>
                      <a:pt x="58" y="62"/>
                    </a:cubicBezTo>
                    <a:cubicBezTo>
                      <a:pt x="69" y="50"/>
                      <a:pt x="74" y="45"/>
                      <a:pt x="62" y="33"/>
                    </a:cubicBezTo>
                    <a:cubicBezTo>
                      <a:pt x="51" y="21"/>
                      <a:pt x="45" y="11"/>
                      <a:pt x="36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4" name="Freeform 51">
                <a:extLst>
                  <a:ext uri="{FF2B5EF4-FFF2-40B4-BE49-F238E27FC236}">
                    <a16:creationId xmlns:a16="http://schemas.microsoft.com/office/drawing/2014/main" id="{8A3C6086-60B0-4253-9487-33DE228D5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179"/>
                <a:ext cx="150" cy="94"/>
              </a:xfrm>
              <a:custGeom>
                <a:avLst/>
                <a:gdLst>
                  <a:gd name="T0" fmla="*/ 1034 w 87"/>
                  <a:gd name="T1" fmla="*/ 230 h 51"/>
                  <a:gd name="T2" fmla="*/ 522 w 87"/>
                  <a:gd name="T3" fmla="*/ 177 h 51"/>
                  <a:gd name="T4" fmla="*/ 16 w 87"/>
                  <a:gd name="T5" fmla="*/ 809 h 51"/>
                  <a:gd name="T6" fmla="*/ 586 w 87"/>
                  <a:gd name="T7" fmla="*/ 1084 h 51"/>
                  <a:gd name="T8" fmla="*/ 1266 w 87"/>
                  <a:gd name="T9" fmla="*/ 877 h 51"/>
                  <a:gd name="T10" fmla="*/ 1034 w 87"/>
                  <a:gd name="T11" fmla="*/ 23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1">
                    <a:moveTo>
                      <a:pt x="68" y="11"/>
                    </a:moveTo>
                    <a:cubicBezTo>
                      <a:pt x="58" y="7"/>
                      <a:pt x="45" y="0"/>
                      <a:pt x="34" y="8"/>
                    </a:cubicBezTo>
                    <a:cubicBezTo>
                      <a:pt x="24" y="16"/>
                      <a:pt x="3" y="30"/>
                      <a:pt x="1" y="38"/>
                    </a:cubicBezTo>
                    <a:cubicBezTo>
                      <a:pt x="0" y="47"/>
                      <a:pt x="19" y="51"/>
                      <a:pt x="38" y="51"/>
                    </a:cubicBezTo>
                    <a:cubicBezTo>
                      <a:pt x="56" y="50"/>
                      <a:pt x="78" y="49"/>
                      <a:pt x="83" y="41"/>
                    </a:cubicBezTo>
                    <a:cubicBezTo>
                      <a:pt x="87" y="32"/>
                      <a:pt x="83" y="18"/>
                      <a:pt x="6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5" name="Freeform 52">
                <a:extLst>
                  <a:ext uri="{FF2B5EF4-FFF2-40B4-BE49-F238E27FC236}">
                    <a16:creationId xmlns:a16="http://schemas.microsoft.com/office/drawing/2014/main" id="{50144DBC-DDC9-48EE-8459-1860D096D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20"/>
                <a:ext cx="142" cy="143"/>
              </a:xfrm>
              <a:custGeom>
                <a:avLst/>
                <a:gdLst>
                  <a:gd name="T0" fmla="*/ 185 w 82"/>
                  <a:gd name="T1" fmla="*/ 110 h 77"/>
                  <a:gd name="T2" fmla="*/ 28 w 82"/>
                  <a:gd name="T3" fmla="*/ 748 h 77"/>
                  <a:gd name="T4" fmla="*/ 591 w 82"/>
                  <a:gd name="T5" fmla="*/ 1679 h 77"/>
                  <a:gd name="T6" fmla="*/ 1214 w 82"/>
                  <a:gd name="T7" fmla="*/ 1345 h 77"/>
                  <a:gd name="T8" fmla="*/ 921 w 82"/>
                  <a:gd name="T9" fmla="*/ 665 h 77"/>
                  <a:gd name="T10" fmla="*/ 665 w 82"/>
                  <a:gd name="T11" fmla="*/ 290 h 77"/>
                  <a:gd name="T12" fmla="*/ 185 w 82"/>
                  <a:gd name="T13" fmla="*/ 11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77">
                    <a:moveTo>
                      <a:pt x="12" y="5"/>
                    </a:moveTo>
                    <a:cubicBezTo>
                      <a:pt x="3" y="14"/>
                      <a:pt x="0" y="19"/>
                      <a:pt x="2" y="34"/>
                    </a:cubicBezTo>
                    <a:cubicBezTo>
                      <a:pt x="4" y="48"/>
                      <a:pt x="16" y="75"/>
                      <a:pt x="38" y="76"/>
                    </a:cubicBezTo>
                    <a:cubicBezTo>
                      <a:pt x="61" y="77"/>
                      <a:pt x="82" y="76"/>
                      <a:pt x="78" y="61"/>
                    </a:cubicBezTo>
                    <a:cubicBezTo>
                      <a:pt x="74" y="46"/>
                      <a:pt x="63" y="40"/>
                      <a:pt x="59" y="30"/>
                    </a:cubicBezTo>
                    <a:cubicBezTo>
                      <a:pt x="55" y="19"/>
                      <a:pt x="57" y="17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6" name="Freeform 53">
                <a:extLst>
                  <a:ext uri="{FF2B5EF4-FFF2-40B4-BE49-F238E27FC236}">
                    <a16:creationId xmlns:a16="http://schemas.microsoft.com/office/drawing/2014/main" id="{4738CBC4-1376-4945-B00A-C7411C6D9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834"/>
                <a:ext cx="130" cy="96"/>
              </a:xfrm>
              <a:custGeom>
                <a:avLst/>
                <a:gdLst>
                  <a:gd name="T0" fmla="*/ 85 w 75"/>
                  <a:gd name="T1" fmla="*/ 258 h 52"/>
                  <a:gd name="T2" fmla="*/ 361 w 75"/>
                  <a:gd name="T3" fmla="*/ 919 h 52"/>
                  <a:gd name="T4" fmla="*/ 1000 w 75"/>
                  <a:gd name="T5" fmla="*/ 1032 h 52"/>
                  <a:gd name="T6" fmla="*/ 986 w 75"/>
                  <a:gd name="T7" fmla="*/ 491 h 52"/>
                  <a:gd name="T8" fmla="*/ 85 w 75"/>
                  <a:gd name="T9" fmla="*/ 25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2">
                    <a:moveTo>
                      <a:pt x="5" y="12"/>
                    </a:moveTo>
                    <a:cubicBezTo>
                      <a:pt x="0" y="25"/>
                      <a:pt x="8" y="37"/>
                      <a:pt x="23" y="43"/>
                    </a:cubicBezTo>
                    <a:cubicBezTo>
                      <a:pt x="37" y="49"/>
                      <a:pt x="56" y="52"/>
                      <a:pt x="64" y="48"/>
                    </a:cubicBezTo>
                    <a:cubicBezTo>
                      <a:pt x="72" y="43"/>
                      <a:pt x="75" y="32"/>
                      <a:pt x="63" y="23"/>
                    </a:cubicBezTo>
                    <a:cubicBezTo>
                      <a:pt x="51" y="15"/>
                      <a:pt x="10" y="0"/>
                      <a:pt x="5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7" name="Freeform 54">
                <a:extLst>
                  <a:ext uri="{FF2B5EF4-FFF2-40B4-BE49-F238E27FC236}">
                    <a16:creationId xmlns:a16="http://schemas.microsoft.com/office/drawing/2014/main" id="{7A1C30D8-DF66-473F-ABB2-731574E6B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793"/>
                <a:ext cx="76" cy="46"/>
              </a:xfrm>
              <a:custGeom>
                <a:avLst/>
                <a:gdLst>
                  <a:gd name="T0" fmla="*/ 62 w 44"/>
                  <a:gd name="T1" fmla="*/ 149 h 25"/>
                  <a:gd name="T2" fmla="*/ 366 w 44"/>
                  <a:gd name="T3" fmla="*/ 480 h 25"/>
                  <a:gd name="T4" fmla="*/ 674 w 44"/>
                  <a:gd name="T5" fmla="*/ 331 h 25"/>
                  <a:gd name="T6" fmla="*/ 62 w 44"/>
                  <a:gd name="T7" fmla="*/ 14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5">
                    <a:moveTo>
                      <a:pt x="4" y="7"/>
                    </a:moveTo>
                    <a:cubicBezTo>
                      <a:pt x="0" y="15"/>
                      <a:pt x="11" y="23"/>
                      <a:pt x="24" y="23"/>
                    </a:cubicBezTo>
                    <a:cubicBezTo>
                      <a:pt x="37" y="22"/>
                      <a:pt x="43" y="25"/>
                      <a:pt x="44" y="16"/>
                    </a:cubicBezTo>
                    <a:cubicBezTo>
                      <a:pt x="44" y="8"/>
                      <a:pt x="8" y="0"/>
                      <a:pt x="4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8" name="Freeform 55">
                <a:extLst>
                  <a:ext uri="{FF2B5EF4-FFF2-40B4-BE49-F238E27FC236}">
                    <a16:creationId xmlns:a16="http://schemas.microsoft.com/office/drawing/2014/main" id="{470305D3-67DB-4C9A-89BA-F1D4B689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02"/>
                <a:ext cx="105" cy="59"/>
              </a:xfrm>
              <a:custGeom>
                <a:avLst/>
                <a:gdLst>
                  <a:gd name="T0" fmla="*/ 899 w 61"/>
                  <a:gd name="T1" fmla="*/ 258 h 32"/>
                  <a:gd name="T2" fmla="*/ 546 w 61"/>
                  <a:gd name="T3" fmla="*/ 68 h 32"/>
                  <a:gd name="T4" fmla="*/ 77 w 61"/>
                  <a:gd name="T5" fmla="*/ 407 h 32"/>
                  <a:gd name="T6" fmla="*/ 291 w 61"/>
                  <a:gd name="T7" fmla="*/ 632 h 32"/>
                  <a:gd name="T8" fmla="*/ 899 w 61"/>
                  <a:gd name="T9" fmla="*/ 25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2">
                    <a:moveTo>
                      <a:pt x="59" y="12"/>
                    </a:moveTo>
                    <a:cubicBezTo>
                      <a:pt x="56" y="3"/>
                      <a:pt x="47" y="0"/>
                      <a:pt x="36" y="3"/>
                    </a:cubicBezTo>
                    <a:cubicBezTo>
                      <a:pt x="25" y="7"/>
                      <a:pt x="9" y="10"/>
                      <a:pt x="5" y="19"/>
                    </a:cubicBezTo>
                    <a:cubicBezTo>
                      <a:pt x="0" y="28"/>
                      <a:pt x="6" y="32"/>
                      <a:pt x="19" y="30"/>
                    </a:cubicBezTo>
                    <a:cubicBezTo>
                      <a:pt x="32" y="27"/>
                      <a:pt x="61" y="21"/>
                      <a:pt x="59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9" name="Freeform 56">
                <a:extLst>
                  <a:ext uri="{FF2B5EF4-FFF2-40B4-BE49-F238E27FC236}">
                    <a16:creationId xmlns:a16="http://schemas.microsoft.com/office/drawing/2014/main" id="{85CCD86A-AEE5-4AE2-BF54-6104A6D97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880"/>
                <a:ext cx="113" cy="92"/>
              </a:xfrm>
              <a:custGeom>
                <a:avLst/>
                <a:gdLst>
                  <a:gd name="T0" fmla="*/ 668 w 65"/>
                  <a:gd name="T1" fmla="*/ 44 h 50"/>
                  <a:gd name="T2" fmla="*/ 148 w 65"/>
                  <a:gd name="T3" fmla="*/ 504 h 50"/>
                  <a:gd name="T4" fmla="*/ 336 w 65"/>
                  <a:gd name="T5" fmla="*/ 1032 h 50"/>
                  <a:gd name="T6" fmla="*/ 967 w 65"/>
                  <a:gd name="T7" fmla="*/ 778 h 50"/>
                  <a:gd name="T8" fmla="*/ 668 w 65"/>
                  <a:gd name="T9" fmla="*/ 4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2" y="2"/>
                    </a:moveTo>
                    <a:cubicBezTo>
                      <a:pt x="28" y="4"/>
                      <a:pt x="18" y="13"/>
                      <a:pt x="9" y="24"/>
                    </a:cubicBezTo>
                    <a:cubicBezTo>
                      <a:pt x="0" y="34"/>
                      <a:pt x="4" y="48"/>
                      <a:pt x="21" y="49"/>
                    </a:cubicBezTo>
                    <a:cubicBezTo>
                      <a:pt x="37" y="50"/>
                      <a:pt x="58" y="50"/>
                      <a:pt x="61" y="37"/>
                    </a:cubicBezTo>
                    <a:cubicBezTo>
                      <a:pt x="65" y="25"/>
                      <a:pt x="60" y="0"/>
                      <a:pt x="42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0" name="Freeform 57">
                <a:extLst>
                  <a:ext uri="{FF2B5EF4-FFF2-40B4-BE49-F238E27FC236}">
                    <a16:creationId xmlns:a16="http://schemas.microsoft.com/office/drawing/2014/main" id="{AB9D1E7F-F145-457B-9122-7A9FA1AD4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876"/>
                <a:ext cx="59" cy="83"/>
              </a:xfrm>
              <a:custGeom>
                <a:avLst/>
                <a:gdLst>
                  <a:gd name="T0" fmla="*/ 382 w 34"/>
                  <a:gd name="T1" fmla="*/ 44 h 45"/>
                  <a:gd name="T2" fmla="*/ 62 w 34"/>
                  <a:gd name="T3" fmla="*/ 452 h 45"/>
                  <a:gd name="T4" fmla="*/ 187 w 34"/>
                  <a:gd name="T5" fmla="*/ 878 h 45"/>
                  <a:gd name="T6" fmla="*/ 470 w 34"/>
                  <a:gd name="T7" fmla="*/ 384 h 45"/>
                  <a:gd name="T8" fmla="*/ 382 w 34"/>
                  <a:gd name="T9" fmla="*/ 4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4" y="2"/>
                    </a:moveTo>
                    <a:cubicBezTo>
                      <a:pt x="16" y="4"/>
                      <a:pt x="8" y="14"/>
                      <a:pt x="4" y="21"/>
                    </a:cubicBezTo>
                    <a:cubicBezTo>
                      <a:pt x="0" y="28"/>
                      <a:pt x="3" y="45"/>
                      <a:pt x="12" y="41"/>
                    </a:cubicBezTo>
                    <a:cubicBezTo>
                      <a:pt x="21" y="36"/>
                      <a:pt x="29" y="26"/>
                      <a:pt x="30" y="18"/>
                    </a:cubicBezTo>
                    <a:cubicBezTo>
                      <a:pt x="31" y="11"/>
                      <a:pt x="34" y="0"/>
                      <a:pt x="24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1" name="Freeform 58">
                <a:extLst>
                  <a:ext uri="{FF2B5EF4-FFF2-40B4-BE49-F238E27FC236}">
                    <a16:creationId xmlns:a16="http://schemas.microsoft.com/office/drawing/2014/main" id="{2519AB3F-B653-4D16-8A2D-D43CC1117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89"/>
                <a:ext cx="80" cy="57"/>
              </a:xfrm>
              <a:custGeom>
                <a:avLst/>
                <a:gdLst>
                  <a:gd name="T0" fmla="*/ 393 w 46"/>
                  <a:gd name="T1" fmla="*/ 68 h 31"/>
                  <a:gd name="T2" fmla="*/ 16 w 46"/>
                  <a:gd name="T3" fmla="*/ 379 h 31"/>
                  <a:gd name="T4" fmla="*/ 384 w 46"/>
                  <a:gd name="T5" fmla="*/ 528 h 31"/>
                  <a:gd name="T6" fmla="*/ 732 w 46"/>
                  <a:gd name="T7" fmla="*/ 193 h 31"/>
                  <a:gd name="T8" fmla="*/ 393 w 46"/>
                  <a:gd name="T9" fmla="*/ 6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25" y="3"/>
                    </a:moveTo>
                    <a:cubicBezTo>
                      <a:pt x="21" y="5"/>
                      <a:pt x="0" y="13"/>
                      <a:pt x="1" y="18"/>
                    </a:cubicBezTo>
                    <a:cubicBezTo>
                      <a:pt x="1" y="24"/>
                      <a:pt x="12" y="31"/>
                      <a:pt x="24" y="25"/>
                    </a:cubicBezTo>
                    <a:cubicBezTo>
                      <a:pt x="35" y="19"/>
                      <a:pt x="46" y="18"/>
                      <a:pt x="46" y="9"/>
                    </a:cubicBezTo>
                    <a:cubicBezTo>
                      <a:pt x="46" y="1"/>
                      <a:pt x="35" y="0"/>
                      <a:pt x="25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2" name="Freeform 59">
                <a:extLst>
                  <a:ext uri="{FF2B5EF4-FFF2-40B4-BE49-F238E27FC236}">
                    <a16:creationId xmlns:a16="http://schemas.microsoft.com/office/drawing/2014/main" id="{496B294E-1900-48D2-8359-FE2FB335B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961"/>
                <a:ext cx="123" cy="61"/>
              </a:xfrm>
              <a:custGeom>
                <a:avLst/>
                <a:gdLst>
                  <a:gd name="T0" fmla="*/ 1093 w 71"/>
                  <a:gd name="T1" fmla="*/ 177 h 33"/>
                  <a:gd name="T2" fmla="*/ 468 w 71"/>
                  <a:gd name="T3" fmla="*/ 81 h 33"/>
                  <a:gd name="T4" fmla="*/ 172 w 71"/>
                  <a:gd name="T5" fmla="*/ 512 h 33"/>
                  <a:gd name="T6" fmla="*/ 624 w 71"/>
                  <a:gd name="T7" fmla="*/ 604 h 33"/>
                  <a:gd name="T8" fmla="*/ 1093 w 71"/>
                  <a:gd name="T9" fmla="*/ 17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3">
                    <a:moveTo>
                      <a:pt x="70" y="8"/>
                    </a:move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23" y="30"/>
                      <a:pt x="27" y="33"/>
                      <a:pt x="40" y="28"/>
                    </a:cubicBezTo>
                    <a:cubicBezTo>
                      <a:pt x="52" y="23"/>
                      <a:pt x="69" y="15"/>
                      <a:pt x="70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3" name="Freeform 60">
                <a:extLst>
                  <a:ext uri="{FF2B5EF4-FFF2-40B4-BE49-F238E27FC236}">
                    <a16:creationId xmlns:a16="http://schemas.microsoft.com/office/drawing/2014/main" id="{8CCA0529-AFF0-4940-997F-83A9A5EFD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976"/>
                <a:ext cx="111" cy="125"/>
              </a:xfrm>
              <a:custGeom>
                <a:avLst/>
                <a:gdLst>
                  <a:gd name="T0" fmla="*/ 725 w 64"/>
                  <a:gd name="T1" fmla="*/ 44 h 68"/>
                  <a:gd name="T2" fmla="*/ 147 w 64"/>
                  <a:gd name="T3" fmla="*/ 447 h 68"/>
                  <a:gd name="T4" fmla="*/ 147 w 64"/>
                  <a:gd name="T5" fmla="*/ 926 h 68"/>
                  <a:gd name="T6" fmla="*/ 876 w 64"/>
                  <a:gd name="T7" fmla="*/ 1254 h 68"/>
                  <a:gd name="T8" fmla="*/ 725 w 64"/>
                  <a:gd name="T9" fmla="*/ 4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46" y="2"/>
                    </a:moveTo>
                    <a:cubicBezTo>
                      <a:pt x="36" y="4"/>
                      <a:pt x="17" y="14"/>
                      <a:pt x="9" y="21"/>
                    </a:cubicBezTo>
                    <a:cubicBezTo>
                      <a:pt x="0" y="28"/>
                      <a:pt x="0" y="38"/>
                      <a:pt x="9" y="44"/>
                    </a:cubicBezTo>
                    <a:cubicBezTo>
                      <a:pt x="19" y="50"/>
                      <a:pt x="48" y="68"/>
                      <a:pt x="56" y="60"/>
                    </a:cubicBezTo>
                    <a:cubicBezTo>
                      <a:pt x="64" y="53"/>
                      <a:pt x="61" y="0"/>
                      <a:pt x="46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4" name="Freeform 61">
                <a:extLst>
                  <a:ext uri="{FF2B5EF4-FFF2-40B4-BE49-F238E27FC236}">
                    <a16:creationId xmlns:a16="http://schemas.microsoft.com/office/drawing/2014/main" id="{2CA704BB-913C-40F8-939B-1044FF4F2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950"/>
                <a:ext cx="147" cy="102"/>
              </a:xfrm>
              <a:custGeom>
                <a:avLst/>
                <a:gdLst>
                  <a:gd name="T0" fmla="*/ 636 w 85"/>
                  <a:gd name="T1" fmla="*/ 202 h 55"/>
                  <a:gd name="T2" fmla="*/ 0 w 85"/>
                  <a:gd name="T3" fmla="*/ 816 h 55"/>
                  <a:gd name="T4" fmla="*/ 636 w 85"/>
                  <a:gd name="T5" fmla="*/ 1163 h 55"/>
                  <a:gd name="T6" fmla="*/ 1190 w 85"/>
                  <a:gd name="T7" fmla="*/ 721 h 55"/>
                  <a:gd name="T8" fmla="*/ 636 w 85"/>
                  <a:gd name="T9" fmla="*/ 202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55">
                    <a:moveTo>
                      <a:pt x="41" y="9"/>
                    </a:moveTo>
                    <a:cubicBezTo>
                      <a:pt x="32" y="15"/>
                      <a:pt x="0" y="27"/>
                      <a:pt x="0" y="37"/>
                    </a:cubicBezTo>
                    <a:cubicBezTo>
                      <a:pt x="0" y="46"/>
                      <a:pt x="27" y="55"/>
                      <a:pt x="41" y="53"/>
                    </a:cubicBezTo>
                    <a:cubicBezTo>
                      <a:pt x="55" y="52"/>
                      <a:pt x="85" y="46"/>
                      <a:pt x="77" y="33"/>
                    </a:cubicBezTo>
                    <a:cubicBezTo>
                      <a:pt x="69" y="21"/>
                      <a:pt x="54" y="0"/>
                      <a:pt x="4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5" name="Freeform 62">
                <a:extLst>
                  <a:ext uri="{FF2B5EF4-FFF2-40B4-BE49-F238E27FC236}">
                    <a16:creationId xmlns:a16="http://schemas.microsoft.com/office/drawing/2014/main" id="{B9496F3A-D019-44E0-B7CB-DB39ABE18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055"/>
                <a:ext cx="177" cy="91"/>
              </a:xfrm>
              <a:custGeom>
                <a:avLst/>
                <a:gdLst>
                  <a:gd name="T0" fmla="*/ 283 w 102"/>
                  <a:gd name="T1" fmla="*/ 204 h 49"/>
                  <a:gd name="T2" fmla="*/ 234 w 102"/>
                  <a:gd name="T3" fmla="*/ 1001 h 49"/>
                  <a:gd name="T4" fmla="*/ 916 w 102"/>
                  <a:gd name="T5" fmla="*/ 1010 h 49"/>
                  <a:gd name="T6" fmla="*/ 1605 w 102"/>
                  <a:gd name="T7" fmla="*/ 793 h 49"/>
                  <a:gd name="T8" fmla="*/ 1281 w 102"/>
                  <a:gd name="T9" fmla="*/ 306 h 49"/>
                  <a:gd name="T10" fmla="*/ 283 w 102"/>
                  <a:gd name="T11" fmla="*/ 20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49">
                    <a:moveTo>
                      <a:pt x="18" y="9"/>
                    </a:moveTo>
                    <a:cubicBezTo>
                      <a:pt x="10" y="18"/>
                      <a:pt x="0" y="43"/>
                      <a:pt x="15" y="45"/>
                    </a:cubicBezTo>
                    <a:cubicBezTo>
                      <a:pt x="30" y="47"/>
                      <a:pt x="42" y="44"/>
                      <a:pt x="58" y="46"/>
                    </a:cubicBezTo>
                    <a:cubicBezTo>
                      <a:pt x="74" y="47"/>
                      <a:pt x="102" y="49"/>
                      <a:pt x="102" y="36"/>
                    </a:cubicBezTo>
                    <a:cubicBezTo>
                      <a:pt x="102" y="22"/>
                      <a:pt x="94" y="15"/>
                      <a:pt x="81" y="14"/>
                    </a:cubicBezTo>
                    <a:cubicBezTo>
                      <a:pt x="68" y="12"/>
                      <a:pt x="27" y="0"/>
                      <a:pt x="1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6" name="Freeform 63">
                <a:extLst>
                  <a:ext uri="{FF2B5EF4-FFF2-40B4-BE49-F238E27FC236}">
                    <a16:creationId xmlns:a16="http://schemas.microsoft.com/office/drawing/2014/main" id="{FABC0ADD-06B6-4E6E-88C5-EA11883DA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3109"/>
                <a:ext cx="117" cy="135"/>
              </a:xfrm>
              <a:custGeom>
                <a:avLst/>
                <a:gdLst>
                  <a:gd name="T0" fmla="*/ 453 w 68"/>
                  <a:gd name="T1" fmla="*/ 44 h 73"/>
                  <a:gd name="T2" fmla="*/ 0 w 68"/>
                  <a:gd name="T3" fmla="*/ 564 h 73"/>
                  <a:gd name="T4" fmla="*/ 391 w 68"/>
                  <a:gd name="T5" fmla="*/ 1405 h 73"/>
                  <a:gd name="T6" fmla="*/ 903 w 68"/>
                  <a:gd name="T7" fmla="*/ 1147 h 73"/>
                  <a:gd name="T8" fmla="*/ 814 w 68"/>
                  <a:gd name="T9" fmla="*/ 81 h 73"/>
                  <a:gd name="T10" fmla="*/ 453 w 68"/>
                  <a:gd name="T11" fmla="*/ 44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30" y="2"/>
                    </a:moveTo>
                    <a:cubicBezTo>
                      <a:pt x="16" y="5"/>
                      <a:pt x="0" y="13"/>
                      <a:pt x="0" y="26"/>
                    </a:cubicBezTo>
                    <a:cubicBezTo>
                      <a:pt x="0" y="39"/>
                      <a:pt x="7" y="57"/>
                      <a:pt x="26" y="65"/>
                    </a:cubicBezTo>
                    <a:cubicBezTo>
                      <a:pt x="46" y="73"/>
                      <a:pt x="55" y="67"/>
                      <a:pt x="60" y="53"/>
                    </a:cubicBezTo>
                    <a:cubicBezTo>
                      <a:pt x="65" y="38"/>
                      <a:pt x="68" y="7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7" name="Freeform 64">
                <a:extLst>
                  <a:ext uri="{FF2B5EF4-FFF2-40B4-BE49-F238E27FC236}">
                    <a16:creationId xmlns:a16="http://schemas.microsoft.com/office/drawing/2014/main" id="{8F55E946-CA90-4BF9-98E8-2B8C5E58A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3037"/>
                <a:ext cx="59" cy="46"/>
              </a:xfrm>
              <a:custGeom>
                <a:avLst/>
                <a:gdLst>
                  <a:gd name="T0" fmla="*/ 28 w 34"/>
                  <a:gd name="T1" fmla="*/ 206 h 25"/>
                  <a:gd name="T2" fmla="*/ 533 w 34"/>
                  <a:gd name="T3" fmla="*/ 326 h 25"/>
                  <a:gd name="T4" fmla="*/ 28 w 34"/>
                  <a:gd name="T5" fmla="*/ 20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5">
                    <a:moveTo>
                      <a:pt x="2" y="10"/>
                    </a:moveTo>
                    <a:cubicBezTo>
                      <a:pt x="0" y="17"/>
                      <a:pt x="33" y="25"/>
                      <a:pt x="34" y="15"/>
                    </a:cubicBezTo>
                    <a:cubicBezTo>
                      <a:pt x="34" y="5"/>
                      <a:pt x="5" y="0"/>
                      <a:pt x="2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8" name="Freeform 65">
                <a:extLst>
                  <a:ext uri="{FF2B5EF4-FFF2-40B4-BE49-F238E27FC236}">
                    <a16:creationId xmlns:a16="http://schemas.microsoft.com/office/drawing/2014/main" id="{7492DF8D-8507-4D24-BB03-2241A7B42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018"/>
                <a:ext cx="53" cy="63"/>
              </a:xfrm>
              <a:custGeom>
                <a:avLst/>
                <a:gdLst>
                  <a:gd name="T0" fmla="*/ 205 w 31"/>
                  <a:gd name="T1" fmla="*/ 69 h 34"/>
                  <a:gd name="T2" fmla="*/ 26 w 31"/>
                  <a:gd name="T3" fmla="*/ 439 h 34"/>
                  <a:gd name="T4" fmla="*/ 409 w 31"/>
                  <a:gd name="T5" fmla="*/ 591 h 34"/>
                  <a:gd name="T6" fmla="*/ 337 w 31"/>
                  <a:gd name="T7" fmla="*/ 237 h 34"/>
                  <a:gd name="T8" fmla="*/ 205 w 31"/>
                  <a:gd name="T9" fmla="*/ 6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4" y="3"/>
                    </a:moveTo>
                    <a:cubicBezTo>
                      <a:pt x="8" y="11"/>
                      <a:pt x="0" y="15"/>
                      <a:pt x="2" y="20"/>
                    </a:cubicBezTo>
                    <a:cubicBezTo>
                      <a:pt x="3" y="26"/>
                      <a:pt x="25" y="34"/>
                      <a:pt x="28" y="27"/>
                    </a:cubicBezTo>
                    <a:cubicBezTo>
                      <a:pt x="31" y="19"/>
                      <a:pt x="26" y="17"/>
                      <a:pt x="23" y="11"/>
                    </a:cubicBezTo>
                    <a:cubicBezTo>
                      <a:pt x="21" y="5"/>
                      <a:pt x="16" y="0"/>
                      <a:pt x="14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9" name="Freeform 66">
                <a:extLst>
                  <a:ext uri="{FF2B5EF4-FFF2-40B4-BE49-F238E27FC236}">
                    <a16:creationId xmlns:a16="http://schemas.microsoft.com/office/drawing/2014/main" id="{B8A6EC6A-6E52-459C-B183-62774950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2959"/>
                <a:ext cx="84" cy="76"/>
              </a:xfrm>
              <a:custGeom>
                <a:avLst/>
                <a:gdLst>
                  <a:gd name="T0" fmla="*/ 699 w 49"/>
                  <a:gd name="T1" fmla="*/ 178 h 41"/>
                  <a:gd name="T2" fmla="*/ 45 w 49"/>
                  <a:gd name="T3" fmla="*/ 523 h 41"/>
                  <a:gd name="T4" fmla="*/ 231 w 49"/>
                  <a:gd name="T5" fmla="*/ 873 h 41"/>
                  <a:gd name="T6" fmla="*/ 711 w 49"/>
                  <a:gd name="T7" fmla="*/ 567 h 41"/>
                  <a:gd name="T8" fmla="*/ 699 w 49"/>
                  <a:gd name="T9" fmla="*/ 17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8"/>
                    </a:moveTo>
                    <a:cubicBezTo>
                      <a:pt x="40" y="0"/>
                      <a:pt x="5" y="16"/>
                      <a:pt x="3" y="24"/>
                    </a:cubicBezTo>
                    <a:cubicBezTo>
                      <a:pt x="0" y="32"/>
                      <a:pt x="1" y="41"/>
                      <a:pt x="16" y="40"/>
                    </a:cubicBezTo>
                    <a:cubicBezTo>
                      <a:pt x="30" y="40"/>
                      <a:pt x="47" y="35"/>
                      <a:pt x="48" y="26"/>
                    </a:cubicBezTo>
                    <a:cubicBezTo>
                      <a:pt x="49" y="18"/>
                      <a:pt x="47" y="8"/>
                      <a:pt x="47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0" name="Freeform 67">
                <a:extLst>
                  <a:ext uri="{FF2B5EF4-FFF2-40B4-BE49-F238E27FC236}">
                    <a16:creationId xmlns:a16="http://schemas.microsoft.com/office/drawing/2014/main" id="{BA7CA3F7-45B5-4FFF-934A-9E5A7F8FA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018"/>
                <a:ext cx="70" cy="76"/>
              </a:xfrm>
              <a:custGeom>
                <a:avLst/>
                <a:gdLst>
                  <a:gd name="T0" fmla="*/ 313 w 40"/>
                  <a:gd name="T1" fmla="*/ 152 h 41"/>
                  <a:gd name="T2" fmla="*/ 151 w 40"/>
                  <a:gd name="T3" fmla="*/ 790 h 41"/>
                  <a:gd name="T4" fmla="*/ 441 w 40"/>
                  <a:gd name="T5" fmla="*/ 612 h 41"/>
                  <a:gd name="T6" fmla="*/ 548 w 40"/>
                  <a:gd name="T7" fmla="*/ 44 h 41"/>
                  <a:gd name="T8" fmla="*/ 313 w 40"/>
                  <a:gd name="T9" fmla="*/ 15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19" y="7"/>
                    </a:moveTo>
                    <a:cubicBezTo>
                      <a:pt x="9" y="13"/>
                      <a:pt x="0" y="32"/>
                      <a:pt x="9" y="36"/>
                    </a:cubicBezTo>
                    <a:cubicBezTo>
                      <a:pt x="18" y="40"/>
                      <a:pt x="23" y="41"/>
                      <a:pt x="27" y="28"/>
                    </a:cubicBezTo>
                    <a:cubicBezTo>
                      <a:pt x="31" y="16"/>
                      <a:pt x="40" y="5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1" name="Freeform 68">
                <a:extLst>
                  <a:ext uri="{FF2B5EF4-FFF2-40B4-BE49-F238E27FC236}">
                    <a16:creationId xmlns:a16="http://schemas.microsoft.com/office/drawing/2014/main" id="{2965B189-EF7A-4F62-9537-EE078AED9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3046"/>
                <a:ext cx="100" cy="83"/>
              </a:xfrm>
              <a:custGeom>
                <a:avLst/>
                <a:gdLst>
                  <a:gd name="T0" fmla="*/ 381 w 58"/>
                  <a:gd name="T1" fmla="*/ 177 h 45"/>
                  <a:gd name="T2" fmla="*/ 48 w 58"/>
                  <a:gd name="T3" fmla="*/ 507 h 45"/>
                  <a:gd name="T4" fmla="*/ 460 w 58"/>
                  <a:gd name="T5" fmla="*/ 854 h 45"/>
                  <a:gd name="T6" fmla="*/ 821 w 58"/>
                  <a:gd name="T7" fmla="*/ 343 h 45"/>
                  <a:gd name="T8" fmla="*/ 381 w 58"/>
                  <a:gd name="T9" fmla="*/ 17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5">
                    <a:moveTo>
                      <a:pt x="25" y="8"/>
                    </a:moveTo>
                    <a:cubicBezTo>
                      <a:pt x="17" y="13"/>
                      <a:pt x="0" y="17"/>
                      <a:pt x="3" y="24"/>
                    </a:cubicBezTo>
                    <a:cubicBezTo>
                      <a:pt x="5" y="32"/>
                      <a:pt x="20" y="45"/>
                      <a:pt x="30" y="40"/>
                    </a:cubicBezTo>
                    <a:cubicBezTo>
                      <a:pt x="41" y="35"/>
                      <a:pt x="58" y="26"/>
                      <a:pt x="54" y="16"/>
                    </a:cubicBezTo>
                    <a:cubicBezTo>
                      <a:pt x="50" y="7"/>
                      <a:pt x="39" y="0"/>
                      <a:pt x="2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2" name="Freeform 69">
                <a:extLst>
                  <a:ext uri="{FF2B5EF4-FFF2-40B4-BE49-F238E27FC236}">
                    <a16:creationId xmlns:a16="http://schemas.microsoft.com/office/drawing/2014/main" id="{74E9A6EA-498A-4A8A-A9B5-F12222793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3107"/>
                <a:ext cx="64" cy="46"/>
              </a:xfrm>
              <a:custGeom>
                <a:avLst/>
                <a:gdLst>
                  <a:gd name="T0" fmla="*/ 83 w 37"/>
                  <a:gd name="T1" fmla="*/ 125 h 25"/>
                  <a:gd name="T2" fmla="*/ 526 w 37"/>
                  <a:gd name="T3" fmla="*/ 399 h 25"/>
                  <a:gd name="T4" fmla="*/ 83 w 37"/>
                  <a:gd name="T5" fmla="*/ 12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5">
                    <a:moveTo>
                      <a:pt x="5" y="6"/>
                    </a:moveTo>
                    <a:cubicBezTo>
                      <a:pt x="0" y="15"/>
                      <a:pt x="31" y="25"/>
                      <a:pt x="34" y="19"/>
                    </a:cubicBezTo>
                    <a:cubicBezTo>
                      <a:pt x="37" y="12"/>
                      <a:pt x="9" y="0"/>
                      <a:pt x="5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3" name="Freeform 70">
                <a:extLst>
                  <a:ext uri="{FF2B5EF4-FFF2-40B4-BE49-F238E27FC236}">
                    <a16:creationId xmlns:a16="http://schemas.microsoft.com/office/drawing/2014/main" id="{CF1D1422-0D44-4524-88C1-5A0CB26C8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085"/>
                <a:ext cx="98" cy="65"/>
              </a:xfrm>
              <a:custGeom>
                <a:avLst/>
                <a:gdLst>
                  <a:gd name="T0" fmla="*/ 316 w 57"/>
                  <a:gd name="T1" fmla="*/ 204 h 35"/>
                  <a:gd name="T2" fmla="*/ 168 w 57"/>
                  <a:gd name="T3" fmla="*/ 596 h 35"/>
                  <a:gd name="T4" fmla="*/ 665 w 57"/>
                  <a:gd name="T5" fmla="*/ 568 h 35"/>
                  <a:gd name="T6" fmla="*/ 727 w 57"/>
                  <a:gd name="T7" fmla="*/ 110 h 35"/>
                  <a:gd name="T8" fmla="*/ 316 w 57"/>
                  <a:gd name="T9" fmla="*/ 204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5">
                    <a:moveTo>
                      <a:pt x="21" y="9"/>
                    </a:moveTo>
                    <a:cubicBezTo>
                      <a:pt x="16" y="13"/>
                      <a:pt x="0" y="24"/>
                      <a:pt x="11" y="27"/>
                    </a:cubicBezTo>
                    <a:cubicBezTo>
                      <a:pt x="21" y="30"/>
                      <a:pt x="34" y="35"/>
                      <a:pt x="44" y="26"/>
                    </a:cubicBezTo>
                    <a:cubicBezTo>
                      <a:pt x="53" y="16"/>
                      <a:pt x="57" y="9"/>
                      <a:pt x="48" y="5"/>
                    </a:cubicBezTo>
                    <a:cubicBezTo>
                      <a:pt x="38" y="0"/>
                      <a:pt x="28" y="3"/>
                      <a:pt x="2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4" name="Freeform 71">
                <a:extLst>
                  <a:ext uri="{FF2B5EF4-FFF2-40B4-BE49-F238E27FC236}">
                    <a16:creationId xmlns:a16="http://schemas.microsoft.com/office/drawing/2014/main" id="{04FB6851-371B-43E4-96F9-D154F945E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3144"/>
                <a:ext cx="86" cy="142"/>
              </a:xfrm>
              <a:custGeom>
                <a:avLst/>
                <a:gdLst>
                  <a:gd name="T0" fmla="*/ 255 w 50"/>
                  <a:gd name="T1" fmla="*/ 326 h 77"/>
                  <a:gd name="T2" fmla="*/ 26 w 50"/>
                  <a:gd name="T3" fmla="*/ 704 h 77"/>
                  <a:gd name="T4" fmla="*/ 316 w 50"/>
                  <a:gd name="T5" fmla="*/ 1411 h 77"/>
                  <a:gd name="T6" fmla="*/ 255 w 50"/>
                  <a:gd name="T7" fmla="*/ 32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7">
                    <a:moveTo>
                      <a:pt x="17" y="15"/>
                    </a:moveTo>
                    <a:cubicBezTo>
                      <a:pt x="8" y="19"/>
                      <a:pt x="0" y="23"/>
                      <a:pt x="2" y="33"/>
                    </a:cubicBezTo>
                    <a:cubicBezTo>
                      <a:pt x="4" y="43"/>
                      <a:pt x="12" y="77"/>
                      <a:pt x="21" y="66"/>
                    </a:cubicBezTo>
                    <a:cubicBezTo>
                      <a:pt x="30" y="55"/>
                      <a:pt x="50" y="0"/>
                      <a:pt x="17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5" name="Freeform 72">
                <a:extLst>
                  <a:ext uri="{FF2B5EF4-FFF2-40B4-BE49-F238E27FC236}">
                    <a16:creationId xmlns:a16="http://schemas.microsoft.com/office/drawing/2014/main" id="{D1B6A8C3-96E2-4994-9455-623144854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127"/>
                <a:ext cx="161" cy="156"/>
              </a:xfrm>
              <a:custGeom>
                <a:avLst/>
                <a:gdLst>
                  <a:gd name="T0" fmla="*/ 717 w 93"/>
                  <a:gd name="T1" fmla="*/ 290 h 84"/>
                  <a:gd name="T2" fmla="*/ 126 w 93"/>
                  <a:gd name="T3" fmla="*/ 929 h 84"/>
                  <a:gd name="T4" fmla="*/ 218 w 93"/>
                  <a:gd name="T5" fmla="*/ 1621 h 84"/>
                  <a:gd name="T6" fmla="*/ 1151 w 93"/>
                  <a:gd name="T7" fmla="*/ 1501 h 84"/>
                  <a:gd name="T8" fmla="*/ 1364 w 93"/>
                  <a:gd name="T9" fmla="*/ 693 h 84"/>
                  <a:gd name="T10" fmla="*/ 717 w 93"/>
                  <a:gd name="T11" fmla="*/ 290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4">
                    <a:moveTo>
                      <a:pt x="46" y="13"/>
                    </a:moveTo>
                    <a:cubicBezTo>
                      <a:pt x="37" y="21"/>
                      <a:pt x="16" y="33"/>
                      <a:pt x="8" y="42"/>
                    </a:cubicBezTo>
                    <a:cubicBezTo>
                      <a:pt x="0" y="52"/>
                      <a:pt x="0" y="72"/>
                      <a:pt x="14" y="73"/>
                    </a:cubicBezTo>
                    <a:cubicBezTo>
                      <a:pt x="28" y="73"/>
                      <a:pt x="63" y="84"/>
                      <a:pt x="74" y="68"/>
                    </a:cubicBezTo>
                    <a:cubicBezTo>
                      <a:pt x="84" y="52"/>
                      <a:pt x="93" y="41"/>
                      <a:pt x="88" y="31"/>
                    </a:cubicBezTo>
                    <a:cubicBezTo>
                      <a:pt x="84" y="22"/>
                      <a:pt x="63" y="0"/>
                      <a:pt x="46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6" name="Freeform 73">
                <a:extLst>
                  <a:ext uri="{FF2B5EF4-FFF2-40B4-BE49-F238E27FC236}">
                    <a16:creationId xmlns:a16="http://schemas.microsoft.com/office/drawing/2014/main" id="{4A2550DF-5E6A-4722-95C0-F196E706D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081"/>
                <a:ext cx="154" cy="150"/>
              </a:xfrm>
              <a:custGeom>
                <a:avLst/>
                <a:gdLst>
                  <a:gd name="T0" fmla="*/ 931 w 89"/>
                  <a:gd name="T1" fmla="*/ 128 h 81"/>
                  <a:gd name="T2" fmla="*/ 467 w 89"/>
                  <a:gd name="T3" fmla="*/ 261 h 81"/>
                  <a:gd name="T4" fmla="*/ 218 w 89"/>
                  <a:gd name="T5" fmla="*/ 1148 h 81"/>
                  <a:gd name="T6" fmla="*/ 652 w 89"/>
                  <a:gd name="T7" fmla="*/ 1530 h 81"/>
                  <a:gd name="T8" fmla="*/ 931 w 89"/>
                  <a:gd name="T9" fmla="*/ 128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1">
                    <a:moveTo>
                      <a:pt x="60" y="6"/>
                    </a:moveTo>
                    <a:cubicBezTo>
                      <a:pt x="51" y="4"/>
                      <a:pt x="40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27" y="55"/>
                      <a:pt x="29" y="81"/>
                      <a:pt x="42" y="70"/>
                    </a:cubicBezTo>
                    <a:cubicBezTo>
                      <a:pt x="55" y="60"/>
                      <a:pt x="89" y="14"/>
                      <a:pt x="60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7" name="Freeform 74">
                <a:extLst>
                  <a:ext uri="{FF2B5EF4-FFF2-40B4-BE49-F238E27FC236}">
                    <a16:creationId xmlns:a16="http://schemas.microsoft.com/office/drawing/2014/main" id="{83CA84D8-FAE7-41D3-878C-D0901AB9C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3201"/>
                <a:ext cx="139" cy="83"/>
              </a:xfrm>
              <a:custGeom>
                <a:avLst/>
                <a:gdLst>
                  <a:gd name="T0" fmla="*/ 667 w 80"/>
                  <a:gd name="T1" fmla="*/ 81 h 45"/>
                  <a:gd name="T2" fmla="*/ 221 w 80"/>
                  <a:gd name="T3" fmla="*/ 660 h 45"/>
                  <a:gd name="T4" fmla="*/ 1051 w 80"/>
                  <a:gd name="T5" fmla="*/ 834 h 45"/>
                  <a:gd name="T6" fmla="*/ 990 w 80"/>
                  <a:gd name="T7" fmla="*/ 177 h 45"/>
                  <a:gd name="T8" fmla="*/ 667 w 80"/>
                  <a:gd name="T9" fmla="*/ 8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5">
                    <a:moveTo>
                      <a:pt x="42" y="4"/>
                    </a:moveTo>
                    <a:cubicBezTo>
                      <a:pt x="30" y="8"/>
                      <a:pt x="0" y="25"/>
                      <a:pt x="14" y="31"/>
                    </a:cubicBezTo>
                    <a:cubicBezTo>
                      <a:pt x="28" y="37"/>
                      <a:pt x="51" y="45"/>
                      <a:pt x="66" y="39"/>
                    </a:cubicBezTo>
                    <a:cubicBezTo>
                      <a:pt x="80" y="34"/>
                      <a:pt x="70" y="14"/>
                      <a:pt x="63" y="8"/>
                    </a:cubicBezTo>
                    <a:cubicBezTo>
                      <a:pt x="56" y="3"/>
                      <a:pt x="53" y="0"/>
                      <a:pt x="42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8" name="Freeform 75">
                <a:extLst>
                  <a:ext uri="{FF2B5EF4-FFF2-40B4-BE49-F238E27FC236}">
                    <a16:creationId xmlns:a16="http://schemas.microsoft.com/office/drawing/2014/main" id="{0B2E7778-2346-46C6-80E0-063D25040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66"/>
                <a:ext cx="193" cy="98"/>
              </a:xfrm>
              <a:custGeom>
                <a:avLst/>
                <a:gdLst>
                  <a:gd name="T0" fmla="*/ 904 w 111"/>
                  <a:gd name="T1" fmla="*/ 81 h 53"/>
                  <a:gd name="T2" fmla="*/ 221 w 111"/>
                  <a:gd name="T3" fmla="*/ 261 h 53"/>
                  <a:gd name="T4" fmla="*/ 320 w 111"/>
                  <a:gd name="T5" fmla="*/ 1124 h 53"/>
                  <a:gd name="T6" fmla="*/ 1161 w 111"/>
                  <a:gd name="T7" fmla="*/ 1063 h 53"/>
                  <a:gd name="T8" fmla="*/ 1735 w 111"/>
                  <a:gd name="T9" fmla="*/ 782 h 53"/>
                  <a:gd name="T10" fmla="*/ 904 w 111"/>
                  <a:gd name="T11" fmla="*/ 8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3">
                    <a:moveTo>
                      <a:pt x="57" y="4"/>
                    </a:moveTo>
                    <a:cubicBezTo>
                      <a:pt x="45" y="3"/>
                      <a:pt x="21" y="0"/>
                      <a:pt x="14" y="12"/>
                    </a:cubicBezTo>
                    <a:cubicBezTo>
                      <a:pt x="8" y="25"/>
                      <a:pt x="0" y="53"/>
                      <a:pt x="20" y="52"/>
                    </a:cubicBezTo>
                    <a:cubicBezTo>
                      <a:pt x="40" y="51"/>
                      <a:pt x="52" y="49"/>
                      <a:pt x="73" y="49"/>
                    </a:cubicBezTo>
                    <a:cubicBezTo>
                      <a:pt x="93" y="49"/>
                      <a:pt x="111" y="47"/>
                      <a:pt x="109" y="36"/>
                    </a:cubicBezTo>
                    <a:cubicBezTo>
                      <a:pt x="107" y="24"/>
                      <a:pt x="82" y="7"/>
                      <a:pt x="57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9" name="Freeform 76">
                <a:extLst>
                  <a:ext uri="{FF2B5EF4-FFF2-40B4-BE49-F238E27FC236}">
                    <a16:creationId xmlns:a16="http://schemas.microsoft.com/office/drawing/2014/main" id="{14119449-7E2B-4804-9E01-8846E1B23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3188"/>
                <a:ext cx="113" cy="87"/>
              </a:xfrm>
              <a:custGeom>
                <a:avLst/>
                <a:gdLst>
                  <a:gd name="T0" fmla="*/ 855 w 65"/>
                  <a:gd name="T1" fmla="*/ 178 h 47"/>
                  <a:gd name="T2" fmla="*/ 212 w 65"/>
                  <a:gd name="T3" fmla="*/ 539 h 47"/>
                  <a:gd name="T4" fmla="*/ 221 w 65"/>
                  <a:gd name="T5" fmla="*/ 998 h 47"/>
                  <a:gd name="T6" fmla="*/ 904 w 65"/>
                  <a:gd name="T7" fmla="*/ 914 h 47"/>
                  <a:gd name="T8" fmla="*/ 855 w 65"/>
                  <a:gd name="T9" fmla="*/ 17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54" y="8"/>
                    </a:move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29" y="45"/>
                      <a:pt x="49" y="44"/>
                      <a:pt x="57" y="42"/>
                    </a:cubicBezTo>
                    <a:cubicBezTo>
                      <a:pt x="65" y="40"/>
                      <a:pt x="56" y="18"/>
                      <a:pt x="54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0" name="Freeform 77">
                <a:extLst>
                  <a:ext uri="{FF2B5EF4-FFF2-40B4-BE49-F238E27FC236}">
                    <a16:creationId xmlns:a16="http://schemas.microsoft.com/office/drawing/2014/main" id="{88519058-4644-4F02-A470-7C1799E4A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089"/>
                <a:ext cx="77" cy="169"/>
              </a:xfrm>
              <a:custGeom>
                <a:avLst/>
                <a:gdLst>
                  <a:gd name="T0" fmla="*/ 478 w 44"/>
                  <a:gd name="T1" fmla="*/ 173 h 92"/>
                  <a:gd name="T2" fmla="*/ 102 w 44"/>
                  <a:gd name="T3" fmla="*/ 584 h 92"/>
                  <a:gd name="T4" fmla="*/ 628 w 44"/>
                  <a:gd name="T5" fmla="*/ 1846 h 92"/>
                  <a:gd name="T6" fmla="*/ 478 w 44"/>
                  <a:gd name="T7" fmla="*/ 173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92">
                    <a:moveTo>
                      <a:pt x="29" y="8"/>
                    </a:moveTo>
                    <a:cubicBezTo>
                      <a:pt x="17" y="16"/>
                      <a:pt x="0" y="18"/>
                      <a:pt x="6" y="28"/>
                    </a:cubicBezTo>
                    <a:cubicBezTo>
                      <a:pt x="11" y="39"/>
                      <a:pt x="32" y="92"/>
                      <a:pt x="38" y="88"/>
                    </a:cubicBezTo>
                    <a:cubicBezTo>
                      <a:pt x="44" y="84"/>
                      <a:pt x="42" y="0"/>
                      <a:pt x="29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1" name="Freeform 78">
                <a:extLst>
                  <a:ext uri="{FF2B5EF4-FFF2-40B4-BE49-F238E27FC236}">
                    <a16:creationId xmlns:a16="http://schemas.microsoft.com/office/drawing/2014/main" id="{AA3F3FBC-556A-4047-BF23-EC1841764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99"/>
                <a:ext cx="31" cy="40"/>
              </a:xfrm>
              <a:custGeom>
                <a:avLst/>
                <a:gdLst>
                  <a:gd name="T0" fmla="*/ 169 w 18"/>
                  <a:gd name="T1" fmla="*/ 360 h 22"/>
                  <a:gd name="T2" fmla="*/ 270 w 18"/>
                  <a:gd name="T3" fmla="*/ 175 h 22"/>
                  <a:gd name="T4" fmla="*/ 231 w 18"/>
                  <a:gd name="T5" fmla="*/ 80 h 22"/>
                  <a:gd name="T6" fmla="*/ 28 w 18"/>
                  <a:gd name="T7" fmla="*/ 242 h 22"/>
                  <a:gd name="T8" fmla="*/ 184 w 18"/>
                  <a:gd name="T9" fmla="*/ 440 h 22"/>
                  <a:gd name="T10" fmla="*/ 169 w 18"/>
                  <a:gd name="T11" fmla="*/ 36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11" y="18"/>
                    </a:moveTo>
                    <a:cubicBezTo>
                      <a:pt x="9" y="15"/>
                      <a:pt x="13" y="10"/>
                      <a:pt x="18" y="9"/>
                    </a:cubicBezTo>
                    <a:cubicBezTo>
                      <a:pt x="17" y="7"/>
                      <a:pt x="16" y="6"/>
                      <a:pt x="15" y="4"/>
                    </a:cubicBezTo>
                    <a:cubicBezTo>
                      <a:pt x="9" y="0"/>
                      <a:pt x="0" y="7"/>
                      <a:pt x="2" y="12"/>
                    </a:cubicBezTo>
                    <a:cubicBezTo>
                      <a:pt x="3" y="17"/>
                      <a:pt x="9" y="22"/>
                      <a:pt x="12" y="22"/>
                    </a:cubicBezTo>
                    <a:cubicBezTo>
                      <a:pt x="12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2" name="Freeform 79">
                <a:extLst>
                  <a:ext uri="{FF2B5EF4-FFF2-40B4-BE49-F238E27FC236}">
                    <a16:creationId xmlns:a16="http://schemas.microsoft.com/office/drawing/2014/main" id="{1754978B-11D9-45C1-8AF8-34119DE74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734"/>
                <a:ext cx="36" cy="46"/>
              </a:xfrm>
              <a:custGeom>
                <a:avLst/>
                <a:gdLst>
                  <a:gd name="T0" fmla="*/ 147 w 21"/>
                  <a:gd name="T1" fmla="*/ 379 h 25"/>
                  <a:gd name="T2" fmla="*/ 291 w 21"/>
                  <a:gd name="T3" fmla="*/ 177 h 25"/>
                  <a:gd name="T4" fmla="*/ 312 w 21"/>
                  <a:gd name="T5" fmla="*/ 177 h 25"/>
                  <a:gd name="T6" fmla="*/ 168 w 21"/>
                  <a:gd name="T7" fmla="*/ 44 h 25"/>
                  <a:gd name="T8" fmla="*/ 15 w 21"/>
                  <a:gd name="T9" fmla="*/ 250 h 25"/>
                  <a:gd name="T10" fmla="*/ 132 w 21"/>
                  <a:gd name="T11" fmla="*/ 460 h 25"/>
                  <a:gd name="T12" fmla="*/ 147 w 21"/>
                  <a:gd name="T13" fmla="*/ 460 h 25"/>
                  <a:gd name="T14" fmla="*/ 147 w 21"/>
                  <a:gd name="T15" fmla="*/ 379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0" y="18"/>
                    </a:moveTo>
                    <a:cubicBezTo>
                      <a:pt x="9" y="6"/>
                      <a:pt x="13" y="9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0" y="4"/>
                      <a:pt x="19" y="1"/>
                      <a:pt x="11" y="2"/>
                    </a:cubicBezTo>
                    <a:cubicBezTo>
                      <a:pt x="4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9" y="22"/>
                      <a:pt x="9" y="22"/>
                      <a:pt x="10" y="22"/>
                    </a:cubicBezTo>
                    <a:cubicBezTo>
                      <a:pt x="10" y="20"/>
                      <a:pt x="10" y="19"/>
                      <a:pt x="10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3" name="Freeform 80">
                <a:extLst>
                  <a:ext uri="{FF2B5EF4-FFF2-40B4-BE49-F238E27FC236}">
                    <a16:creationId xmlns:a16="http://schemas.microsoft.com/office/drawing/2014/main" id="{E60B5705-C626-4A3D-B265-FB8EEBCBE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76"/>
                <a:ext cx="68" cy="58"/>
              </a:xfrm>
              <a:custGeom>
                <a:avLst/>
                <a:gdLst>
                  <a:gd name="T0" fmla="*/ 258 w 39"/>
                  <a:gd name="T1" fmla="*/ 339 h 31"/>
                  <a:gd name="T2" fmla="*/ 483 w 39"/>
                  <a:gd name="T3" fmla="*/ 157 h 31"/>
                  <a:gd name="T4" fmla="*/ 610 w 39"/>
                  <a:gd name="T5" fmla="*/ 181 h 31"/>
                  <a:gd name="T6" fmla="*/ 629 w 39"/>
                  <a:gd name="T7" fmla="*/ 112 h 31"/>
                  <a:gd name="T8" fmla="*/ 343 w 39"/>
                  <a:gd name="T9" fmla="*/ 24 h 31"/>
                  <a:gd name="T10" fmla="*/ 113 w 39"/>
                  <a:gd name="T11" fmla="*/ 210 h 31"/>
                  <a:gd name="T12" fmla="*/ 127 w 39"/>
                  <a:gd name="T13" fmla="*/ 623 h 31"/>
                  <a:gd name="T14" fmla="*/ 221 w 39"/>
                  <a:gd name="T15" fmla="*/ 503 h 31"/>
                  <a:gd name="T16" fmla="*/ 258 w 39"/>
                  <a:gd name="T17" fmla="*/ 339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31">
                    <a:moveTo>
                      <a:pt x="16" y="15"/>
                    </a:moveTo>
                    <a:cubicBezTo>
                      <a:pt x="19" y="6"/>
                      <a:pt x="23" y="8"/>
                      <a:pt x="30" y="7"/>
                    </a:cubicBezTo>
                    <a:cubicBezTo>
                      <a:pt x="33" y="7"/>
                      <a:pt x="36" y="7"/>
                      <a:pt x="38" y="8"/>
                    </a:cubicBezTo>
                    <a:cubicBezTo>
                      <a:pt x="39" y="7"/>
                      <a:pt x="39" y="6"/>
                      <a:pt x="39" y="5"/>
                    </a:cubicBezTo>
                    <a:cubicBezTo>
                      <a:pt x="37" y="2"/>
                      <a:pt x="29" y="1"/>
                      <a:pt x="21" y="1"/>
                    </a:cubicBezTo>
                    <a:cubicBezTo>
                      <a:pt x="14" y="2"/>
                      <a:pt x="10" y="0"/>
                      <a:pt x="7" y="9"/>
                    </a:cubicBezTo>
                    <a:cubicBezTo>
                      <a:pt x="4" y="17"/>
                      <a:pt x="0" y="31"/>
                      <a:pt x="8" y="27"/>
                    </a:cubicBezTo>
                    <a:cubicBezTo>
                      <a:pt x="10" y="25"/>
                      <a:pt x="12" y="24"/>
                      <a:pt x="14" y="22"/>
                    </a:cubicBezTo>
                    <a:cubicBezTo>
                      <a:pt x="14" y="20"/>
                      <a:pt x="15" y="17"/>
                      <a:pt x="16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4" name="Freeform 81">
                <a:extLst>
                  <a:ext uri="{FF2B5EF4-FFF2-40B4-BE49-F238E27FC236}">
                    <a16:creationId xmlns:a16="http://schemas.microsoft.com/office/drawing/2014/main" id="{0D718005-484D-4EEE-BB36-9F83D1C40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5"/>
                <a:ext cx="138" cy="67"/>
              </a:xfrm>
              <a:custGeom>
                <a:avLst/>
                <a:gdLst>
                  <a:gd name="T0" fmla="*/ 759 w 80"/>
                  <a:gd name="T1" fmla="*/ 238 h 36"/>
                  <a:gd name="T2" fmla="*/ 1223 w 80"/>
                  <a:gd name="T3" fmla="*/ 208 h 36"/>
                  <a:gd name="T4" fmla="*/ 1206 w 80"/>
                  <a:gd name="T5" fmla="*/ 181 h 36"/>
                  <a:gd name="T6" fmla="*/ 624 w 80"/>
                  <a:gd name="T7" fmla="*/ 112 h 36"/>
                  <a:gd name="T8" fmla="*/ 48 w 80"/>
                  <a:gd name="T9" fmla="*/ 672 h 36"/>
                  <a:gd name="T10" fmla="*/ 185 w 80"/>
                  <a:gd name="T11" fmla="*/ 808 h 36"/>
                  <a:gd name="T12" fmla="*/ 759 w 80"/>
                  <a:gd name="T13" fmla="*/ 23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6">
                    <a:moveTo>
                      <a:pt x="50" y="11"/>
                    </a:moveTo>
                    <a:cubicBezTo>
                      <a:pt x="60" y="8"/>
                      <a:pt x="72" y="7"/>
                      <a:pt x="80" y="9"/>
                    </a:cubicBezTo>
                    <a:cubicBezTo>
                      <a:pt x="80" y="8"/>
                      <a:pt x="79" y="8"/>
                      <a:pt x="79" y="8"/>
                    </a:cubicBezTo>
                    <a:cubicBezTo>
                      <a:pt x="75" y="0"/>
                      <a:pt x="56" y="1"/>
                      <a:pt x="41" y="5"/>
                    </a:cubicBezTo>
                    <a:cubicBezTo>
                      <a:pt x="28" y="8"/>
                      <a:pt x="0" y="22"/>
                      <a:pt x="3" y="30"/>
                    </a:cubicBezTo>
                    <a:cubicBezTo>
                      <a:pt x="4" y="33"/>
                      <a:pt x="8" y="35"/>
                      <a:pt x="12" y="36"/>
                    </a:cubicBezTo>
                    <a:cubicBezTo>
                      <a:pt x="10" y="28"/>
                      <a:pt x="37" y="14"/>
                      <a:pt x="50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5" name="Freeform 82">
                <a:extLst>
                  <a:ext uri="{FF2B5EF4-FFF2-40B4-BE49-F238E27FC236}">
                    <a16:creationId xmlns:a16="http://schemas.microsoft.com/office/drawing/2014/main" id="{01763EA7-D0F6-4D42-AC02-15DB43F88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815"/>
                <a:ext cx="79" cy="109"/>
              </a:xfrm>
              <a:custGeom>
                <a:avLst/>
                <a:gdLst>
                  <a:gd name="T0" fmla="*/ 148 w 46"/>
                  <a:gd name="T1" fmla="*/ 839 h 59"/>
                  <a:gd name="T2" fmla="*/ 330 w 46"/>
                  <a:gd name="T3" fmla="*/ 491 h 59"/>
                  <a:gd name="T4" fmla="*/ 690 w 46"/>
                  <a:gd name="T5" fmla="*/ 233 h 59"/>
                  <a:gd name="T6" fmla="*/ 670 w 46"/>
                  <a:gd name="T7" fmla="*/ 126 h 59"/>
                  <a:gd name="T8" fmla="*/ 192 w 46"/>
                  <a:gd name="T9" fmla="*/ 358 h 59"/>
                  <a:gd name="T10" fmla="*/ 15 w 46"/>
                  <a:gd name="T11" fmla="*/ 713 h 59"/>
                  <a:gd name="T12" fmla="*/ 182 w 46"/>
                  <a:gd name="T13" fmla="*/ 1221 h 59"/>
                  <a:gd name="T14" fmla="*/ 148 w 46"/>
                  <a:gd name="T15" fmla="*/ 839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59">
                    <a:moveTo>
                      <a:pt x="10" y="39"/>
                    </a:moveTo>
                    <a:cubicBezTo>
                      <a:pt x="11" y="29"/>
                      <a:pt x="16" y="26"/>
                      <a:pt x="22" y="23"/>
                    </a:cubicBezTo>
                    <a:cubicBezTo>
                      <a:pt x="26" y="20"/>
                      <a:pt x="38" y="13"/>
                      <a:pt x="46" y="11"/>
                    </a:cubicBezTo>
                    <a:cubicBezTo>
                      <a:pt x="46" y="9"/>
                      <a:pt x="46" y="8"/>
                      <a:pt x="45" y="6"/>
                    </a:cubicBezTo>
                    <a:cubicBezTo>
                      <a:pt x="41" y="0"/>
                      <a:pt x="19" y="13"/>
                      <a:pt x="13" y="17"/>
                    </a:cubicBezTo>
                    <a:cubicBezTo>
                      <a:pt x="7" y="20"/>
                      <a:pt x="2" y="23"/>
                      <a:pt x="1" y="33"/>
                    </a:cubicBezTo>
                    <a:cubicBezTo>
                      <a:pt x="0" y="43"/>
                      <a:pt x="2" y="59"/>
                      <a:pt x="12" y="57"/>
                    </a:cubicBezTo>
                    <a:cubicBezTo>
                      <a:pt x="10" y="52"/>
                      <a:pt x="10" y="44"/>
                      <a:pt x="10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6" name="Freeform 83">
                <a:extLst>
                  <a:ext uri="{FF2B5EF4-FFF2-40B4-BE49-F238E27FC236}">
                    <a16:creationId xmlns:a16="http://schemas.microsoft.com/office/drawing/2014/main" id="{701852E4-C0C1-4C4B-A8D1-7D8177649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95"/>
                <a:ext cx="50" cy="55"/>
              </a:xfrm>
              <a:custGeom>
                <a:avLst/>
                <a:gdLst>
                  <a:gd name="T0" fmla="*/ 184 w 29"/>
                  <a:gd name="T1" fmla="*/ 326 h 30"/>
                  <a:gd name="T2" fmla="*/ 426 w 29"/>
                  <a:gd name="T3" fmla="*/ 149 h 30"/>
                  <a:gd name="T4" fmla="*/ 440 w 29"/>
                  <a:gd name="T5" fmla="*/ 149 h 30"/>
                  <a:gd name="T6" fmla="*/ 291 w 29"/>
                  <a:gd name="T7" fmla="*/ 24 h 30"/>
                  <a:gd name="T8" fmla="*/ 48 w 29"/>
                  <a:gd name="T9" fmla="*/ 205 h 30"/>
                  <a:gd name="T10" fmla="*/ 184 w 29"/>
                  <a:gd name="T11" fmla="*/ 622 h 30"/>
                  <a:gd name="T12" fmla="*/ 184 w 29"/>
                  <a:gd name="T13" fmla="*/ 32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2" y="16"/>
                    </a:moveTo>
                    <a:cubicBezTo>
                      <a:pt x="16" y="6"/>
                      <a:pt x="18" y="8"/>
                      <a:pt x="28" y="7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7" y="3"/>
                      <a:pt x="25" y="0"/>
                      <a:pt x="19" y="1"/>
                    </a:cubicBezTo>
                    <a:cubicBezTo>
                      <a:pt x="9" y="2"/>
                      <a:pt x="7" y="0"/>
                      <a:pt x="3" y="10"/>
                    </a:cubicBezTo>
                    <a:cubicBezTo>
                      <a:pt x="0" y="18"/>
                      <a:pt x="1" y="27"/>
                      <a:pt x="12" y="30"/>
                    </a:cubicBezTo>
                    <a:cubicBezTo>
                      <a:pt x="10" y="26"/>
                      <a:pt x="10" y="21"/>
                      <a:pt x="12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7" name="Freeform 84">
                <a:extLst>
                  <a:ext uri="{FF2B5EF4-FFF2-40B4-BE49-F238E27FC236}">
                    <a16:creationId xmlns:a16="http://schemas.microsoft.com/office/drawing/2014/main" id="{BA3124DD-FB9C-4165-A479-4224E5136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760"/>
                <a:ext cx="24" cy="40"/>
              </a:xfrm>
              <a:custGeom>
                <a:avLst/>
                <a:gdLst>
                  <a:gd name="T0" fmla="*/ 147 w 14"/>
                  <a:gd name="T1" fmla="*/ 336 h 22"/>
                  <a:gd name="T2" fmla="*/ 206 w 14"/>
                  <a:gd name="T3" fmla="*/ 175 h 22"/>
                  <a:gd name="T4" fmla="*/ 147 w 14"/>
                  <a:gd name="T5" fmla="*/ 53 h 22"/>
                  <a:gd name="T6" fmla="*/ 15 w 14"/>
                  <a:gd name="T7" fmla="*/ 215 h 22"/>
                  <a:gd name="T8" fmla="*/ 168 w 14"/>
                  <a:gd name="T9" fmla="*/ 413 h 22"/>
                  <a:gd name="T10" fmla="*/ 147 w 14"/>
                  <a:gd name="T11" fmla="*/ 336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2">
                    <a:moveTo>
                      <a:pt x="10" y="17"/>
                    </a:moveTo>
                    <a:cubicBezTo>
                      <a:pt x="11" y="13"/>
                      <a:pt x="12" y="10"/>
                      <a:pt x="14" y="9"/>
                    </a:cubicBezTo>
                    <a:cubicBezTo>
                      <a:pt x="13" y="7"/>
                      <a:pt x="12" y="5"/>
                      <a:pt x="10" y="3"/>
                    </a:cubicBezTo>
                    <a:cubicBezTo>
                      <a:pt x="4" y="0"/>
                      <a:pt x="2" y="5"/>
                      <a:pt x="1" y="11"/>
                    </a:cubicBezTo>
                    <a:cubicBezTo>
                      <a:pt x="0" y="17"/>
                      <a:pt x="7" y="22"/>
                      <a:pt x="11" y="21"/>
                    </a:cubicBezTo>
                    <a:cubicBezTo>
                      <a:pt x="10" y="20"/>
                      <a:pt x="10" y="19"/>
                      <a:pt x="10" y="17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8" name="Freeform 85">
                <a:extLst>
                  <a:ext uri="{FF2B5EF4-FFF2-40B4-BE49-F238E27FC236}">
                    <a16:creationId xmlns:a16="http://schemas.microsoft.com/office/drawing/2014/main" id="{0C84D300-5B7B-4FF0-964C-E5698BDA5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847"/>
                <a:ext cx="48" cy="85"/>
              </a:xfrm>
              <a:custGeom>
                <a:avLst/>
                <a:gdLst>
                  <a:gd name="T0" fmla="*/ 288 w 28"/>
                  <a:gd name="T1" fmla="*/ 431 h 46"/>
                  <a:gd name="T2" fmla="*/ 415 w 28"/>
                  <a:gd name="T3" fmla="*/ 194 h 46"/>
                  <a:gd name="T4" fmla="*/ 387 w 28"/>
                  <a:gd name="T5" fmla="*/ 68 h 46"/>
                  <a:gd name="T6" fmla="*/ 147 w 28"/>
                  <a:gd name="T7" fmla="*/ 303 h 46"/>
                  <a:gd name="T8" fmla="*/ 120 w 28"/>
                  <a:gd name="T9" fmla="*/ 946 h 46"/>
                  <a:gd name="T10" fmla="*/ 206 w 28"/>
                  <a:gd name="T11" fmla="*/ 990 h 46"/>
                  <a:gd name="T12" fmla="*/ 288 w 28"/>
                  <a:gd name="T13" fmla="*/ 431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6">
                    <a:moveTo>
                      <a:pt x="19" y="20"/>
                    </a:moveTo>
                    <a:cubicBezTo>
                      <a:pt x="22" y="15"/>
                      <a:pt x="25" y="11"/>
                      <a:pt x="28" y="9"/>
                    </a:cubicBezTo>
                    <a:cubicBezTo>
                      <a:pt x="27" y="5"/>
                      <a:pt x="27" y="4"/>
                      <a:pt x="26" y="3"/>
                    </a:cubicBez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0" y="45"/>
                      <a:pt x="12" y="46"/>
                      <a:pt x="14" y="46"/>
                    </a:cubicBezTo>
                    <a:cubicBezTo>
                      <a:pt x="10" y="39"/>
                      <a:pt x="14" y="27"/>
                      <a:pt x="19" y="2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9" name="Freeform 86">
                <a:extLst>
                  <a:ext uri="{FF2B5EF4-FFF2-40B4-BE49-F238E27FC236}">
                    <a16:creationId xmlns:a16="http://schemas.microsoft.com/office/drawing/2014/main" id="{B3DA6EA3-9545-427E-96BC-3A2FF926D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95"/>
                <a:ext cx="132" cy="105"/>
              </a:xfrm>
              <a:custGeom>
                <a:avLst/>
                <a:gdLst>
                  <a:gd name="T0" fmla="*/ 221 w 76"/>
                  <a:gd name="T1" fmla="*/ 980 h 57"/>
                  <a:gd name="T2" fmla="*/ 775 w 76"/>
                  <a:gd name="T3" fmla="*/ 356 h 57"/>
                  <a:gd name="T4" fmla="*/ 1200 w 76"/>
                  <a:gd name="T5" fmla="*/ 230 h 57"/>
                  <a:gd name="T6" fmla="*/ 1200 w 76"/>
                  <a:gd name="T7" fmla="*/ 206 h 57"/>
                  <a:gd name="T8" fmla="*/ 627 w 76"/>
                  <a:gd name="T9" fmla="*/ 230 h 57"/>
                  <a:gd name="T10" fmla="*/ 85 w 76"/>
                  <a:gd name="T11" fmla="*/ 851 h 57"/>
                  <a:gd name="T12" fmla="*/ 320 w 76"/>
                  <a:gd name="T13" fmla="*/ 1208 h 57"/>
                  <a:gd name="T14" fmla="*/ 221 w 76"/>
                  <a:gd name="T15" fmla="*/ 98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57">
                    <a:moveTo>
                      <a:pt x="14" y="46"/>
                    </a:moveTo>
                    <a:cubicBezTo>
                      <a:pt x="9" y="34"/>
                      <a:pt x="36" y="23"/>
                      <a:pt x="49" y="17"/>
                    </a:cubicBezTo>
                    <a:cubicBezTo>
                      <a:pt x="56" y="13"/>
                      <a:pt x="68" y="10"/>
                      <a:pt x="76" y="11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2" y="0"/>
                      <a:pt x="52" y="5"/>
                      <a:pt x="40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9" y="48"/>
                      <a:pt x="12" y="57"/>
                      <a:pt x="20" y="57"/>
                    </a:cubicBezTo>
                    <a:cubicBezTo>
                      <a:pt x="18" y="54"/>
                      <a:pt x="16" y="50"/>
                      <a:pt x="14" y="4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0" name="Freeform 87">
                <a:extLst>
                  <a:ext uri="{FF2B5EF4-FFF2-40B4-BE49-F238E27FC236}">
                    <a16:creationId xmlns:a16="http://schemas.microsoft.com/office/drawing/2014/main" id="{1A6FE649-F24B-484F-A538-3E0C43F3A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956"/>
                <a:ext cx="127" cy="134"/>
              </a:xfrm>
              <a:custGeom>
                <a:avLst/>
                <a:gdLst>
                  <a:gd name="T0" fmla="*/ 148 w 73"/>
                  <a:gd name="T1" fmla="*/ 1076 h 73"/>
                  <a:gd name="T2" fmla="*/ 880 w 73"/>
                  <a:gd name="T3" fmla="*/ 297 h 73"/>
                  <a:gd name="T4" fmla="*/ 1162 w 73"/>
                  <a:gd name="T5" fmla="*/ 173 h 73"/>
                  <a:gd name="T6" fmla="*/ 1145 w 73"/>
                  <a:gd name="T7" fmla="*/ 149 h 73"/>
                  <a:gd name="T8" fmla="*/ 732 w 73"/>
                  <a:gd name="T9" fmla="*/ 173 h 73"/>
                  <a:gd name="T10" fmla="*/ 0 w 73"/>
                  <a:gd name="T11" fmla="*/ 953 h 73"/>
                  <a:gd name="T12" fmla="*/ 257 w 73"/>
                  <a:gd name="T13" fmla="*/ 1524 h 73"/>
                  <a:gd name="T14" fmla="*/ 148 w 73"/>
                  <a:gd name="T15" fmla="*/ 1076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3">
                    <a:moveTo>
                      <a:pt x="9" y="52"/>
                    </a:moveTo>
                    <a:cubicBezTo>
                      <a:pt x="9" y="39"/>
                      <a:pt x="42" y="22"/>
                      <a:pt x="55" y="14"/>
                    </a:cubicBezTo>
                    <a:cubicBezTo>
                      <a:pt x="63" y="9"/>
                      <a:pt x="68" y="7"/>
                      <a:pt x="73" y="8"/>
                    </a:cubicBezTo>
                    <a:cubicBezTo>
                      <a:pt x="73" y="8"/>
                      <a:pt x="72" y="7"/>
                      <a:pt x="72" y="7"/>
                    </a:cubicBez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7"/>
                      <a:pt x="4" y="68"/>
                      <a:pt x="16" y="73"/>
                    </a:cubicBezTo>
                    <a:cubicBezTo>
                      <a:pt x="11" y="67"/>
                      <a:pt x="9" y="60"/>
                      <a:pt x="9" y="5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1" name="Freeform 88">
                <a:extLst>
                  <a:ext uri="{FF2B5EF4-FFF2-40B4-BE49-F238E27FC236}">
                    <a16:creationId xmlns:a16="http://schemas.microsoft.com/office/drawing/2014/main" id="{F6B89A8F-9315-4A9F-841B-90B6A0E35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959"/>
                <a:ext cx="88" cy="82"/>
              </a:xfrm>
              <a:custGeom>
                <a:avLst/>
                <a:gdLst>
                  <a:gd name="T0" fmla="*/ 319 w 51"/>
                  <a:gd name="T1" fmla="*/ 362 h 44"/>
                  <a:gd name="T2" fmla="*/ 721 w 51"/>
                  <a:gd name="T3" fmla="*/ 337 h 44"/>
                  <a:gd name="T4" fmla="*/ 780 w 51"/>
                  <a:gd name="T5" fmla="*/ 362 h 44"/>
                  <a:gd name="T6" fmla="*/ 587 w 51"/>
                  <a:gd name="T7" fmla="*/ 209 h 44"/>
                  <a:gd name="T8" fmla="*/ 185 w 51"/>
                  <a:gd name="T9" fmla="*/ 226 h 44"/>
                  <a:gd name="T10" fmla="*/ 247 w 51"/>
                  <a:gd name="T11" fmla="*/ 990 h 44"/>
                  <a:gd name="T12" fmla="*/ 319 w 51"/>
                  <a:gd name="T13" fmla="*/ 362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44">
                    <a:moveTo>
                      <a:pt x="21" y="16"/>
                    </a:moveTo>
                    <a:cubicBezTo>
                      <a:pt x="27" y="6"/>
                      <a:pt x="36" y="13"/>
                      <a:pt x="47" y="15"/>
                    </a:cubicBezTo>
                    <a:cubicBezTo>
                      <a:pt x="48" y="15"/>
                      <a:pt x="50" y="16"/>
                      <a:pt x="51" y="16"/>
                    </a:cubicBezTo>
                    <a:cubicBezTo>
                      <a:pt x="47" y="12"/>
                      <a:pt x="42" y="10"/>
                      <a:pt x="38" y="9"/>
                    </a:cubicBez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4"/>
                      <a:pt x="16" y="44"/>
                    </a:cubicBezTo>
                    <a:cubicBezTo>
                      <a:pt x="13" y="37"/>
                      <a:pt x="17" y="23"/>
                      <a:pt x="21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2" name="Freeform 89">
                <a:extLst>
                  <a:ext uri="{FF2B5EF4-FFF2-40B4-BE49-F238E27FC236}">
                    <a16:creationId xmlns:a16="http://schemas.microsoft.com/office/drawing/2014/main" id="{83230DB5-E95D-4630-BC50-190D76CA6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872"/>
                <a:ext cx="64" cy="74"/>
              </a:xfrm>
              <a:custGeom>
                <a:avLst/>
                <a:gdLst>
                  <a:gd name="T0" fmla="*/ 218 w 37"/>
                  <a:gd name="T1" fmla="*/ 483 h 40"/>
                  <a:gd name="T2" fmla="*/ 574 w 37"/>
                  <a:gd name="T3" fmla="*/ 233 h 40"/>
                  <a:gd name="T4" fmla="*/ 554 w 37"/>
                  <a:gd name="T5" fmla="*/ 178 h 40"/>
                  <a:gd name="T6" fmla="*/ 83 w 37"/>
                  <a:gd name="T7" fmla="*/ 355 h 40"/>
                  <a:gd name="T8" fmla="*/ 234 w 37"/>
                  <a:gd name="T9" fmla="*/ 866 h 40"/>
                  <a:gd name="T10" fmla="*/ 218 w 37"/>
                  <a:gd name="T11" fmla="*/ 483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22"/>
                    </a:moveTo>
                    <a:cubicBezTo>
                      <a:pt x="15" y="19"/>
                      <a:pt x="28" y="12"/>
                      <a:pt x="37" y="11"/>
                    </a:cubicBezTo>
                    <a:cubicBezTo>
                      <a:pt x="37" y="10"/>
                      <a:pt x="36" y="9"/>
                      <a:pt x="36" y="8"/>
                    </a:cubicBezTo>
                    <a:cubicBezTo>
                      <a:pt x="32" y="0"/>
                      <a:pt x="7" y="11"/>
                      <a:pt x="5" y="16"/>
                    </a:cubicBezTo>
                    <a:cubicBezTo>
                      <a:pt x="0" y="32"/>
                      <a:pt x="7" y="37"/>
                      <a:pt x="15" y="40"/>
                    </a:cubicBezTo>
                    <a:cubicBezTo>
                      <a:pt x="12" y="37"/>
                      <a:pt x="11" y="31"/>
                      <a:pt x="14" y="2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3" name="Freeform 90">
                <a:extLst>
                  <a:ext uri="{FF2B5EF4-FFF2-40B4-BE49-F238E27FC236}">
                    <a16:creationId xmlns:a16="http://schemas.microsoft.com/office/drawing/2014/main" id="{CDF70780-8B70-4D6A-A99C-8824461B7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824"/>
                <a:ext cx="73" cy="39"/>
              </a:xfrm>
              <a:custGeom>
                <a:avLst/>
                <a:gdLst>
                  <a:gd name="T0" fmla="*/ 172 w 42"/>
                  <a:gd name="T1" fmla="*/ 306 h 21"/>
                  <a:gd name="T2" fmla="*/ 667 w 42"/>
                  <a:gd name="T3" fmla="*/ 290 h 21"/>
                  <a:gd name="T4" fmla="*/ 556 w 42"/>
                  <a:gd name="T5" fmla="*/ 180 h 21"/>
                  <a:gd name="T6" fmla="*/ 28 w 42"/>
                  <a:gd name="T7" fmla="*/ 180 h 21"/>
                  <a:gd name="T8" fmla="*/ 212 w 42"/>
                  <a:gd name="T9" fmla="*/ 462 h 21"/>
                  <a:gd name="T10" fmla="*/ 172 w 42"/>
                  <a:gd name="T11" fmla="*/ 30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11" y="14"/>
                    </a:moveTo>
                    <a:cubicBezTo>
                      <a:pt x="13" y="6"/>
                      <a:pt x="31" y="10"/>
                      <a:pt x="42" y="13"/>
                    </a:cubicBezTo>
                    <a:cubicBezTo>
                      <a:pt x="41" y="11"/>
                      <a:pt x="38" y="9"/>
                      <a:pt x="35" y="8"/>
                    </a:cubicBezTo>
                    <a:cubicBezTo>
                      <a:pt x="24" y="4"/>
                      <a:pt x="4" y="0"/>
                      <a:pt x="2" y="8"/>
                    </a:cubicBezTo>
                    <a:cubicBezTo>
                      <a:pt x="0" y="14"/>
                      <a:pt x="7" y="18"/>
                      <a:pt x="13" y="21"/>
                    </a:cubicBezTo>
                    <a:cubicBezTo>
                      <a:pt x="11" y="19"/>
                      <a:pt x="10" y="17"/>
                      <a:pt x="11" y="1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4" name="Freeform 91">
                <a:extLst>
                  <a:ext uri="{FF2B5EF4-FFF2-40B4-BE49-F238E27FC236}">
                    <a16:creationId xmlns:a16="http://schemas.microsoft.com/office/drawing/2014/main" id="{5628CF16-3D14-459D-9929-EFC18B980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895"/>
                <a:ext cx="79" cy="37"/>
              </a:xfrm>
              <a:custGeom>
                <a:avLst/>
                <a:gdLst>
                  <a:gd name="T0" fmla="*/ 132 w 46"/>
                  <a:gd name="T1" fmla="*/ 411 h 20"/>
                  <a:gd name="T2" fmla="*/ 496 w 46"/>
                  <a:gd name="T3" fmla="*/ 150 h 20"/>
                  <a:gd name="T4" fmla="*/ 690 w 46"/>
                  <a:gd name="T5" fmla="*/ 233 h 20"/>
                  <a:gd name="T6" fmla="*/ 354 w 46"/>
                  <a:gd name="T7" fmla="*/ 24 h 20"/>
                  <a:gd name="T8" fmla="*/ 0 w 46"/>
                  <a:gd name="T9" fmla="*/ 278 h 20"/>
                  <a:gd name="T10" fmla="*/ 148 w 46"/>
                  <a:gd name="T11" fmla="*/ 431 h 20"/>
                  <a:gd name="T12" fmla="*/ 132 w 46"/>
                  <a:gd name="T13" fmla="*/ 41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0">
                    <a:moveTo>
                      <a:pt x="9" y="19"/>
                    </a:moveTo>
                    <a:cubicBezTo>
                      <a:pt x="10" y="8"/>
                      <a:pt x="22" y="6"/>
                      <a:pt x="33" y="7"/>
                    </a:cubicBezTo>
                    <a:cubicBezTo>
                      <a:pt x="38" y="8"/>
                      <a:pt x="42" y="9"/>
                      <a:pt x="46" y="11"/>
                    </a:cubicBezTo>
                    <a:cubicBezTo>
                      <a:pt x="41" y="6"/>
                      <a:pt x="33" y="3"/>
                      <a:pt x="24" y="1"/>
                    </a:cubicBezTo>
                    <a:cubicBezTo>
                      <a:pt x="13" y="0"/>
                      <a:pt x="1" y="2"/>
                      <a:pt x="0" y="13"/>
                    </a:cubicBezTo>
                    <a:cubicBezTo>
                      <a:pt x="0" y="17"/>
                      <a:pt x="4" y="19"/>
                      <a:pt x="10" y="20"/>
                    </a:cubicBezTo>
                    <a:cubicBezTo>
                      <a:pt x="10" y="20"/>
                      <a:pt x="9" y="20"/>
                      <a:pt x="9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5" name="Freeform 92">
                <a:extLst>
                  <a:ext uri="{FF2B5EF4-FFF2-40B4-BE49-F238E27FC236}">
                    <a16:creationId xmlns:a16="http://schemas.microsoft.com/office/drawing/2014/main" id="{4E4050F7-D9E3-42D0-AC78-4B5E273E9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4"/>
                <a:ext cx="53" cy="60"/>
              </a:xfrm>
              <a:custGeom>
                <a:avLst/>
                <a:gdLst>
                  <a:gd name="T0" fmla="*/ 219 w 31"/>
                  <a:gd name="T1" fmla="*/ 264 h 33"/>
                  <a:gd name="T2" fmla="*/ 424 w 31"/>
                  <a:gd name="T3" fmla="*/ 162 h 33"/>
                  <a:gd name="T4" fmla="*/ 456 w 31"/>
                  <a:gd name="T5" fmla="*/ 175 h 33"/>
                  <a:gd name="T6" fmla="*/ 289 w 31"/>
                  <a:gd name="T7" fmla="*/ 44 h 33"/>
                  <a:gd name="T8" fmla="*/ 85 w 31"/>
                  <a:gd name="T9" fmla="*/ 145 h 33"/>
                  <a:gd name="T10" fmla="*/ 145 w 31"/>
                  <a:gd name="T11" fmla="*/ 602 h 33"/>
                  <a:gd name="T12" fmla="*/ 181 w 31"/>
                  <a:gd name="T13" fmla="*/ 578 h 33"/>
                  <a:gd name="T14" fmla="*/ 219 w 31"/>
                  <a:gd name="T15" fmla="*/ 264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3">
                    <a:moveTo>
                      <a:pt x="15" y="13"/>
                    </a:moveTo>
                    <a:cubicBezTo>
                      <a:pt x="21" y="6"/>
                      <a:pt x="22" y="6"/>
                      <a:pt x="29" y="8"/>
                    </a:cubicBezTo>
                    <a:cubicBezTo>
                      <a:pt x="30" y="8"/>
                      <a:pt x="30" y="9"/>
                      <a:pt x="31" y="9"/>
                    </a:cubicBezTo>
                    <a:cubicBezTo>
                      <a:pt x="29" y="6"/>
                      <a:pt x="25" y="4"/>
                      <a:pt x="20" y="2"/>
                    </a:cubicBezTo>
                    <a:cubicBezTo>
                      <a:pt x="13" y="0"/>
                      <a:pt x="12" y="0"/>
                      <a:pt x="6" y="7"/>
                    </a:cubicBezTo>
                    <a:cubicBezTo>
                      <a:pt x="0" y="14"/>
                      <a:pt x="2" y="33"/>
                      <a:pt x="10" y="30"/>
                    </a:cubicBezTo>
                    <a:cubicBezTo>
                      <a:pt x="11" y="30"/>
                      <a:pt x="12" y="29"/>
                      <a:pt x="12" y="29"/>
                    </a:cubicBezTo>
                    <a:cubicBezTo>
                      <a:pt x="11" y="24"/>
                      <a:pt x="12" y="17"/>
                      <a:pt x="15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6" name="Freeform 93">
                <a:extLst>
                  <a:ext uri="{FF2B5EF4-FFF2-40B4-BE49-F238E27FC236}">
                    <a16:creationId xmlns:a16="http://schemas.microsoft.com/office/drawing/2014/main" id="{DB638C16-B62F-4450-9A67-76D445EDD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841"/>
                <a:ext cx="48" cy="54"/>
              </a:xfrm>
              <a:custGeom>
                <a:avLst/>
                <a:gdLst>
                  <a:gd name="T0" fmla="*/ 132 w 28"/>
                  <a:gd name="T1" fmla="*/ 290 h 29"/>
                  <a:gd name="T2" fmla="*/ 415 w 28"/>
                  <a:gd name="T3" fmla="*/ 225 h 29"/>
                  <a:gd name="T4" fmla="*/ 326 w 28"/>
                  <a:gd name="T5" fmla="*/ 112 h 29"/>
                  <a:gd name="T6" fmla="*/ 0 w 28"/>
                  <a:gd name="T7" fmla="*/ 156 h 29"/>
                  <a:gd name="T8" fmla="*/ 252 w 28"/>
                  <a:gd name="T9" fmla="*/ 628 h 29"/>
                  <a:gd name="T10" fmla="*/ 267 w 28"/>
                  <a:gd name="T11" fmla="*/ 652 h 29"/>
                  <a:gd name="T12" fmla="*/ 132 w 28"/>
                  <a:gd name="T13" fmla="*/ 29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9">
                    <a:moveTo>
                      <a:pt x="9" y="13"/>
                    </a:moveTo>
                    <a:cubicBezTo>
                      <a:pt x="10" y="7"/>
                      <a:pt x="19" y="7"/>
                      <a:pt x="28" y="10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17" y="28"/>
                      <a:pt x="18" y="28"/>
                      <a:pt x="18" y="29"/>
                    </a:cubicBezTo>
                    <a:cubicBezTo>
                      <a:pt x="13" y="24"/>
                      <a:pt x="9" y="18"/>
                      <a:pt x="9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7" name="Freeform 94">
                <a:extLst>
                  <a:ext uri="{FF2B5EF4-FFF2-40B4-BE49-F238E27FC236}">
                    <a16:creationId xmlns:a16="http://schemas.microsoft.com/office/drawing/2014/main" id="{5421FC6A-41CC-4A0B-8801-6B76CCDCF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943"/>
                <a:ext cx="121" cy="81"/>
              </a:xfrm>
              <a:custGeom>
                <a:avLst/>
                <a:gdLst>
                  <a:gd name="T0" fmla="*/ 143 w 70"/>
                  <a:gd name="T1" fmla="*/ 399 h 44"/>
                  <a:gd name="T2" fmla="*/ 481 w 70"/>
                  <a:gd name="T3" fmla="*/ 149 h 44"/>
                  <a:gd name="T4" fmla="*/ 894 w 70"/>
                  <a:gd name="T5" fmla="*/ 326 h 44"/>
                  <a:gd name="T6" fmla="*/ 1079 w 70"/>
                  <a:gd name="T7" fmla="*/ 423 h 44"/>
                  <a:gd name="T8" fmla="*/ 759 w 70"/>
                  <a:gd name="T9" fmla="*/ 193 h 44"/>
                  <a:gd name="T10" fmla="*/ 341 w 70"/>
                  <a:gd name="T11" fmla="*/ 24 h 44"/>
                  <a:gd name="T12" fmla="*/ 0 w 70"/>
                  <a:gd name="T13" fmla="*/ 274 h 44"/>
                  <a:gd name="T14" fmla="*/ 315 w 70"/>
                  <a:gd name="T15" fmla="*/ 928 h 44"/>
                  <a:gd name="T16" fmla="*/ 143 w 70"/>
                  <a:gd name="T17" fmla="*/ 39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4">
                    <a:moveTo>
                      <a:pt x="9" y="19"/>
                    </a:moveTo>
                    <a:cubicBezTo>
                      <a:pt x="10" y="13"/>
                      <a:pt x="22" y="8"/>
                      <a:pt x="31" y="7"/>
                    </a:cubicBezTo>
                    <a:cubicBezTo>
                      <a:pt x="43" y="6"/>
                      <a:pt x="52" y="10"/>
                      <a:pt x="58" y="15"/>
                    </a:cubicBezTo>
                    <a:cubicBezTo>
                      <a:pt x="61" y="17"/>
                      <a:pt x="66" y="18"/>
                      <a:pt x="70" y="20"/>
                    </a:cubicBezTo>
                    <a:cubicBezTo>
                      <a:pt x="66" y="14"/>
                      <a:pt x="54" y="13"/>
                      <a:pt x="49" y="9"/>
                    </a:cubicBezTo>
                    <a:cubicBezTo>
                      <a:pt x="43" y="4"/>
                      <a:pt x="34" y="0"/>
                      <a:pt x="22" y="1"/>
                    </a:cubicBezTo>
                    <a:cubicBezTo>
                      <a:pt x="13" y="2"/>
                      <a:pt x="1" y="7"/>
                      <a:pt x="0" y="13"/>
                    </a:cubicBezTo>
                    <a:cubicBezTo>
                      <a:pt x="0" y="19"/>
                      <a:pt x="7" y="41"/>
                      <a:pt x="20" y="44"/>
                    </a:cubicBezTo>
                    <a:cubicBezTo>
                      <a:pt x="13" y="36"/>
                      <a:pt x="9" y="23"/>
                      <a:pt x="9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8" name="Freeform 95">
                <a:extLst>
                  <a:ext uri="{FF2B5EF4-FFF2-40B4-BE49-F238E27FC236}">
                    <a16:creationId xmlns:a16="http://schemas.microsoft.com/office/drawing/2014/main" id="{64BD3D6E-FEC7-4647-9208-E11F3B213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052"/>
                <a:ext cx="125" cy="160"/>
              </a:xfrm>
              <a:custGeom>
                <a:avLst/>
                <a:gdLst>
                  <a:gd name="T0" fmla="*/ 156 w 72"/>
                  <a:gd name="T1" fmla="*/ 1705 h 87"/>
                  <a:gd name="T2" fmla="*/ 189 w 72"/>
                  <a:gd name="T3" fmla="*/ 822 h 87"/>
                  <a:gd name="T4" fmla="*/ 946 w 72"/>
                  <a:gd name="T5" fmla="*/ 193 h 87"/>
                  <a:gd name="T6" fmla="*/ 1137 w 72"/>
                  <a:gd name="T7" fmla="*/ 193 h 87"/>
                  <a:gd name="T8" fmla="*/ 811 w 72"/>
                  <a:gd name="T9" fmla="*/ 68 h 87"/>
                  <a:gd name="T10" fmla="*/ 49 w 72"/>
                  <a:gd name="T11" fmla="*/ 697 h 87"/>
                  <a:gd name="T12" fmla="*/ 16 w 72"/>
                  <a:gd name="T13" fmla="*/ 1580 h 87"/>
                  <a:gd name="T14" fmla="*/ 156 w 72"/>
                  <a:gd name="T15" fmla="*/ 1786 h 87"/>
                  <a:gd name="T16" fmla="*/ 156 w 72"/>
                  <a:gd name="T17" fmla="*/ 1705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7">
                    <a:moveTo>
                      <a:pt x="10" y="81"/>
                    </a:moveTo>
                    <a:cubicBezTo>
                      <a:pt x="10" y="72"/>
                      <a:pt x="9" y="53"/>
                      <a:pt x="12" y="39"/>
                    </a:cubicBezTo>
                    <a:cubicBezTo>
                      <a:pt x="16" y="25"/>
                      <a:pt x="46" y="13"/>
                      <a:pt x="60" y="9"/>
                    </a:cubicBezTo>
                    <a:cubicBezTo>
                      <a:pt x="65" y="8"/>
                      <a:pt x="69" y="8"/>
                      <a:pt x="72" y="9"/>
                    </a:cubicBezTo>
                    <a:cubicBezTo>
                      <a:pt x="67" y="4"/>
                      <a:pt x="61" y="0"/>
                      <a:pt x="51" y="3"/>
                    </a:cubicBezTo>
                    <a:cubicBezTo>
                      <a:pt x="37" y="7"/>
                      <a:pt x="7" y="19"/>
                      <a:pt x="3" y="33"/>
                    </a:cubicBezTo>
                    <a:cubicBezTo>
                      <a:pt x="0" y="47"/>
                      <a:pt x="1" y="66"/>
                      <a:pt x="1" y="75"/>
                    </a:cubicBezTo>
                    <a:cubicBezTo>
                      <a:pt x="0" y="82"/>
                      <a:pt x="3" y="87"/>
                      <a:pt x="10" y="85"/>
                    </a:cubicBezTo>
                    <a:cubicBezTo>
                      <a:pt x="10" y="84"/>
                      <a:pt x="10" y="83"/>
                      <a:pt x="10" y="8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9" name="Freeform 96">
                <a:extLst>
                  <a:ext uri="{FF2B5EF4-FFF2-40B4-BE49-F238E27FC236}">
                    <a16:creationId xmlns:a16="http://schemas.microsoft.com/office/drawing/2014/main" id="{45E5A2B5-7FC9-4569-BD11-70E05FBF6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138"/>
                <a:ext cx="119" cy="113"/>
              </a:xfrm>
              <a:custGeom>
                <a:avLst/>
                <a:gdLst>
                  <a:gd name="T0" fmla="*/ 169 w 69"/>
                  <a:gd name="T1" fmla="*/ 1104 h 61"/>
                  <a:gd name="T2" fmla="*/ 780 w 69"/>
                  <a:gd name="T3" fmla="*/ 439 h 61"/>
                  <a:gd name="T4" fmla="*/ 1054 w 69"/>
                  <a:gd name="T5" fmla="*/ 178 h 61"/>
                  <a:gd name="T6" fmla="*/ 1035 w 69"/>
                  <a:gd name="T7" fmla="*/ 128 h 61"/>
                  <a:gd name="T8" fmla="*/ 636 w 69"/>
                  <a:gd name="T9" fmla="*/ 306 h 61"/>
                  <a:gd name="T10" fmla="*/ 28 w 69"/>
                  <a:gd name="T11" fmla="*/ 978 h 61"/>
                  <a:gd name="T12" fmla="*/ 197 w 69"/>
                  <a:gd name="T13" fmla="*/ 1328 h 61"/>
                  <a:gd name="T14" fmla="*/ 169 w 69"/>
                  <a:gd name="T15" fmla="*/ 1104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1">
                    <a:moveTo>
                      <a:pt x="11" y="51"/>
                    </a:moveTo>
                    <a:cubicBezTo>
                      <a:pt x="14" y="39"/>
                      <a:pt x="30" y="34"/>
                      <a:pt x="51" y="20"/>
                    </a:cubicBezTo>
                    <a:cubicBezTo>
                      <a:pt x="63" y="11"/>
                      <a:pt x="66" y="8"/>
                      <a:pt x="69" y="8"/>
                    </a:cubicBezTo>
                    <a:cubicBezTo>
                      <a:pt x="68" y="7"/>
                      <a:pt x="68" y="6"/>
                      <a:pt x="68" y="6"/>
                    </a:cubicBezTo>
                    <a:cubicBezTo>
                      <a:pt x="57" y="1"/>
                      <a:pt x="62" y="0"/>
                      <a:pt x="42" y="14"/>
                    </a:cubicBezTo>
                    <a:cubicBezTo>
                      <a:pt x="21" y="28"/>
                      <a:pt x="5" y="33"/>
                      <a:pt x="2" y="45"/>
                    </a:cubicBezTo>
                    <a:cubicBezTo>
                      <a:pt x="0" y="54"/>
                      <a:pt x="6" y="57"/>
                      <a:pt x="13" y="61"/>
                    </a:cubicBezTo>
                    <a:cubicBezTo>
                      <a:pt x="11" y="59"/>
                      <a:pt x="10" y="56"/>
                      <a:pt x="11" y="5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0" name="Freeform 97">
                <a:extLst>
                  <a:ext uri="{FF2B5EF4-FFF2-40B4-BE49-F238E27FC236}">
                    <a16:creationId xmlns:a16="http://schemas.microsoft.com/office/drawing/2014/main" id="{11165517-D7AF-40A6-B166-0B49DFADF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166"/>
                <a:ext cx="65" cy="104"/>
              </a:xfrm>
              <a:custGeom>
                <a:avLst/>
                <a:gdLst>
                  <a:gd name="T0" fmla="*/ 164 w 38"/>
                  <a:gd name="T1" fmla="*/ 858 h 56"/>
                  <a:gd name="T2" fmla="*/ 556 w 38"/>
                  <a:gd name="T3" fmla="*/ 180 h 56"/>
                  <a:gd name="T4" fmla="*/ 429 w 38"/>
                  <a:gd name="T5" fmla="*/ 45 h 56"/>
                  <a:gd name="T6" fmla="*/ 26 w 38"/>
                  <a:gd name="T7" fmla="*/ 724 h 56"/>
                  <a:gd name="T8" fmla="*/ 281 w 38"/>
                  <a:gd name="T9" fmla="*/ 1235 h 56"/>
                  <a:gd name="T10" fmla="*/ 164 w 38"/>
                  <a:gd name="T11" fmla="*/ 85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6">
                    <a:moveTo>
                      <a:pt x="11" y="39"/>
                    </a:moveTo>
                    <a:cubicBezTo>
                      <a:pt x="14" y="30"/>
                      <a:pt x="26" y="6"/>
                      <a:pt x="38" y="8"/>
                    </a:cubicBezTo>
                    <a:cubicBezTo>
                      <a:pt x="35" y="5"/>
                      <a:pt x="33" y="3"/>
                      <a:pt x="29" y="2"/>
                    </a:cubicBezTo>
                    <a:cubicBezTo>
                      <a:pt x="17" y="0"/>
                      <a:pt x="5" y="24"/>
                      <a:pt x="2" y="33"/>
                    </a:cubicBezTo>
                    <a:cubicBezTo>
                      <a:pt x="0" y="40"/>
                      <a:pt x="9" y="51"/>
                      <a:pt x="19" y="56"/>
                    </a:cubicBezTo>
                    <a:cubicBezTo>
                      <a:pt x="13" y="50"/>
                      <a:pt x="9" y="44"/>
                      <a:pt x="11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1" name="Freeform 98">
                <a:extLst>
                  <a:ext uri="{FF2B5EF4-FFF2-40B4-BE49-F238E27FC236}">
                    <a16:creationId xmlns:a16="http://schemas.microsoft.com/office/drawing/2014/main" id="{2FA61BE9-D587-44CF-92C1-7AA123BD1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033"/>
                <a:ext cx="154" cy="142"/>
              </a:xfrm>
              <a:custGeom>
                <a:avLst/>
                <a:gdLst>
                  <a:gd name="T0" fmla="*/ 171 w 89"/>
                  <a:gd name="T1" fmla="*/ 915 h 77"/>
                  <a:gd name="T2" fmla="*/ 872 w 89"/>
                  <a:gd name="T3" fmla="*/ 302 h 77"/>
                  <a:gd name="T4" fmla="*/ 1377 w 89"/>
                  <a:gd name="T5" fmla="*/ 258 h 77"/>
                  <a:gd name="T6" fmla="*/ 1362 w 89"/>
                  <a:gd name="T7" fmla="*/ 231 h 77"/>
                  <a:gd name="T8" fmla="*/ 725 w 89"/>
                  <a:gd name="T9" fmla="*/ 177 h 77"/>
                  <a:gd name="T10" fmla="*/ 28 w 89"/>
                  <a:gd name="T11" fmla="*/ 786 h 77"/>
                  <a:gd name="T12" fmla="*/ 171 w 89"/>
                  <a:gd name="T13" fmla="*/ 1575 h 77"/>
                  <a:gd name="T14" fmla="*/ 261 w 89"/>
                  <a:gd name="T15" fmla="*/ 1643 h 77"/>
                  <a:gd name="T16" fmla="*/ 171 w 89"/>
                  <a:gd name="T17" fmla="*/ 915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7">
                    <a:moveTo>
                      <a:pt x="11" y="43"/>
                    </a:moveTo>
                    <a:cubicBezTo>
                      <a:pt x="12" y="29"/>
                      <a:pt x="42" y="22"/>
                      <a:pt x="56" y="14"/>
                    </a:cubicBezTo>
                    <a:cubicBezTo>
                      <a:pt x="65" y="8"/>
                      <a:pt x="79" y="8"/>
                      <a:pt x="89" y="12"/>
                    </a:cubicBezTo>
                    <a:cubicBezTo>
                      <a:pt x="89" y="12"/>
                      <a:pt x="89" y="11"/>
                      <a:pt x="88" y="11"/>
                    </a:cubicBez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1" y="51"/>
                      <a:pt x="0" y="67"/>
                      <a:pt x="11" y="74"/>
                    </a:cubicBezTo>
                    <a:cubicBezTo>
                      <a:pt x="14" y="76"/>
                      <a:pt x="16" y="77"/>
                      <a:pt x="17" y="77"/>
                    </a:cubicBezTo>
                    <a:cubicBezTo>
                      <a:pt x="10" y="70"/>
                      <a:pt x="11" y="56"/>
                      <a:pt x="11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2" name="Freeform 99">
                <a:extLst>
                  <a:ext uri="{FF2B5EF4-FFF2-40B4-BE49-F238E27FC236}">
                    <a16:creationId xmlns:a16="http://schemas.microsoft.com/office/drawing/2014/main" id="{C8119F22-7A3F-4BB9-AFAD-BFBC3DEA4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066"/>
                <a:ext cx="82" cy="117"/>
              </a:xfrm>
              <a:custGeom>
                <a:avLst/>
                <a:gdLst>
                  <a:gd name="T0" fmla="*/ 483 w 47"/>
                  <a:gd name="T1" fmla="*/ 462 h 63"/>
                  <a:gd name="T2" fmla="*/ 733 w 47"/>
                  <a:gd name="T3" fmla="*/ 358 h 63"/>
                  <a:gd name="T4" fmla="*/ 757 w 47"/>
                  <a:gd name="T5" fmla="*/ 358 h 63"/>
                  <a:gd name="T6" fmla="*/ 584 w 47"/>
                  <a:gd name="T7" fmla="*/ 225 h 63"/>
                  <a:gd name="T8" fmla="*/ 344 w 47"/>
                  <a:gd name="T9" fmla="*/ 334 h 63"/>
                  <a:gd name="T10" fmla="*/ 277 w 47"/>
                  <a:gd name="T11" fmla="*/ 1389 h 63"/>
                  <a:gd name="T12" fmla="*/ 307 w 47"/>
                  <a:gd name="T13" fmla="*/ 1389 h 63"/>
                  <a:gd name="T14" fmla="*/ 483 w 47"/>
                  <a:gd name="T15" fmla="*/ 462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3">
                    <a:moveTo>
                      <a:pt x="30" y="21"/>
                    </a:moveTo>
                    <a:cubicBezTo>
                      <a:pt x="35" y="6"/>
                      <a:pt x="35" y="14"/>
                      <a:pt x="45" y="16"/>
                    </a:cubicBezTo>
                    <a:cubicBezTo>
                      <a:pt x="45" y="16"/>
                      <a:pt x="46" y="16"/>
                      <a:pt x="47" y="16"/>
                    </a:cubicBezTo>
                    <a:cubicBezTo>
                      <a:pt x="43" y="12"/>
                      <a:pt x="40" y="10"/>
                      <a:pt x="36" y="10"/>
                    </a:cubicBezTo>
                    <a:cubicBezTo>
                      <a:pt x="26" y="8"/>
                      <a:pt x="26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17" y="63"/>
                      <a:pt x="18" y="63"/>
                      <a:pt x="19" y="63"/>
                    </a:cubicBezTo>
                    <a:cubicBezTo>
                      <a:pt x="16" y="53"/>
                      <a:pt x="26" y="33"/>
                      <a:pt x="30" y="2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3" name="Freeform 100">
                <a:extLst>
                  <a:ext uri="{FF2B5EF4-FFF2-40B4-BE49-F238E27FC236}">
                    <a16:creationId xmlns:a16="http://schemas.microsoft.com/office/drawing/2014/main" id="{87E713E4-EA35-49D8-B7D5-D83F52E9A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3179"/>
                <a:ext cx="130" cy="89"/>
              </a:xfrm>
              <a:custGeom>
                <a:avLst/>
                <a:gdLst>
                  <a:gd name="T0" fmla="*/ 147 w 75"/>
                  <a:gd name="T1" fmla="*/ 970 h 48"/>
                  <a:gd name="T2" fmla="*/ 660 w 75"/>
                  <a:gd name="T3" fmla="*/ 306 h 48"/>
                  <a:gd name="T4" fmla="*/ 1172 w 75"/>
                  <a:gd name="T5" fmla="*/ 375 h 48"/>
                  <a:gd name="T6" fmla="*/ 1045 w 75"/>
                  <a:gd name="T7" fmla="*/ 237 h 48"/>
                  <a:gd name="T8" fmla="*/ 517 w 75"/>
                  <a:gd name="T9" fmla="*/ 178 h 48"/>
                  <a:gd name="T10" fmla="*/ 0 w 75"/>
                  <a:gd name="T11" fmla="*/ 829 h 48"/>
                  <a:gd name="T12" fmla="*/ 151 w 75"/>
                  <a:gd name="T13" fmla="*/ 1051 h 48"/>
                  <a:gd name="T14" fmla="*/ 147 w 75"/>
                  <a:gd name="T15" fmla="*/ 97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48">
                    <a:moveTo>
                      <a:pt x="9" y="44"/>
                    </a:moveTo>
                    <a:cubicBezTo>
                      <a:pt x="11" y="36"/>
                      <a:pt x="32" y="22"/>
                      <a:pt x="42" y="14"/>
                    </a:cubicBezTo>
                    <a:cubicBezTo>
                      <a:pt x="52" y="6"/>
                      <a:pt x="66" y="12"/>
                      <a:pt x="75" y="17"/>
                    </a:cubicBezTo>
                    <a:cubicBezTo>
                      <a:pt x="73" y="15"/>
                      <a:pt x="70" y="13"/>
                      <a:pt x="67" y="11"/>
                    </a:cubicBezTo>
                    <a:cubicBezTo>
                      <a:pt x="57" y="7"/>
                      <a:pt x="44" y="0"/>
                      <a:pt x="33" y="8"/>
                    </a:cubicBezTo>
                    <a:cubicBezTo>
                      <a:pt x="23" y="16"/>
                      <a:pt x="2" y="30"/>
                      <a:pt x="0" y="38"/>
                    </a:cubicBezTo>
                    <a:cubicBezTo>
                      <a:pt x="0" y="42"/>
                      <a:pt x="4" y="46"/>
                      <a:pt x="10" y="48"/>
                    </a:cubicBezTo>
                    <a:cubicBezTo>
                      <a:pt x="9" y="47"/>
                      <a:pt x="9" y="45"/>
                      <a:pt x="9" y="4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4" name="Freeform 101">
                <a:extLst>
                  <a:ext uri="{FF2B5EF4-FFF2-40B4-BE49-F238E27FC236}">
                    <a16:creationId xmlns:a16="http://schemas.microsoft.com/office/drawing/2014/main" id="{229473A9-41CC-4331-9860-DDB990CC5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20"/>
                <a:ext cx="96" cy="137"/>
              </a:xfrm>
              <a:custGeom>
                <a:avLst/>
                <a:gdLst>
                  <a:gd name="T0" fmla="*/ 176 w 55"/>
                  <a:gd name="T1" fmla="*/ 870 h 74"/>
                  <a:gd name="T2" fmla="*/ 344 w 55"/>
                  <a:gd name="T3" fmla="*/ 237 h 74"/>
                  <a:gd name="T4" fmla="*/ 847 w 55"/>
                  <a:gd name="T5" fmla="*/ 411 h 74"/>
                  <a:gd name="T6" fmla="*/ 892 w 55"/>
                  <a:gd name="T7" fmla="*/ 439 h 74"/>
                  <a:gd name="T8" fmla="*/ 698 w 55"/>
                  <a:gd name="T9" fmla="*/ 278 h 74"/>
                  <a:gd name="T10" fmla="*/ 197 w 55"/>
                  <a:gd name="T11" fmla="*/ 106 h 74"/>
                  <a:gd name="T12" fmla="*/ 28 w 55"/>
                  <a:gd name="T13" fmla="*/ 744 h 74"/>
                  <a:gd name="T14" fmla="*/ 457 w 55"/>
                  <a:gd name="T15" fmla="*/ 1611 h 74"/>
                  <a:gd name="T16" fmla="*/ 176 w 55"/>
                  <a:gd name="T17" fmla="*/ 87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4">
                    <a:moveTo>
                      <a:pt x="11" y="40"/>
                    </a:moveTo>
                    <a:cubicBezTo>
                      <a:pt x="9" y="25"/>
                      <a:pt x="12" y="20"/>
                      <a:pt x="21" y="11"/>
                    </a:cubicBezTo>
                    <a:cubicBezTo>
                      <a:pt x="27" y="6"/>
                      <a:pt x="38" y="14"/>
                      <a:pt x="52" y="19"/>
                    </a:cubicBezTo>
                    <a:cubicBezTo>
                      <a:pt x="53" y="19"/>
                      <a:pt x="54" y="19"/>
                      <a:pt x="55" y="20"/>
                    </a:cubicBezTo>
                    <a:cubicBezTo>
                      <a:pt x="53" y="17"/>
                      <a:pt x="51" y="15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ubicBezTo>
                      <a:pt x="3" y="14"/>
                      <a:pt x="0" y="19"/>
                      <a:pt x="2" y="34"/>
                    </a:cubicBezTo>
                    <a:cubicBezTo>
                      <a:pt x="4" y="46"/>
                      <a:pt x="12" y="67"/>
                      <a:pt x="28" y="74"/>
                    </a:cubicBezTo>
                    <a:cubicBezTo>
                      <a:pt x="18" y="64"/>
                      <a:pt x="12" y="49"/>
                      <a:pt x="11" y="4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5" name="Freeform 102">
                <a:extLst>
                  <a:ext uri="{FF2B5EF4-FFF2-40B4-BE49-F238E27FC236}">
                    <a16:creationId xmlns:a16="http://schemas.microsoft.com/office/drawing/2014/main" id="{E709D65C-A9B7-4922-8C8A-F13BAD8FD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834"/>
                <a:ext cx="114" cy="77"/>
              </a:xfrm>
              <a:custGeom>
                <a:avLst/>
                <a:gdLst>
                  <a:gd name="T0" fmla="*/ 212 w 66"/>
                  <a:gd name="T1" fmla="*/ 376 h 42"/>
                  <a:gd name="T2" fmla="*/ 1014 w 66"/>
                  <a:gd name="T3" fmla="*/ 541 h 42"/>
                  <a:gd name="T4" fmla="*/ 969 w 66"/>
                  <a:gd name="T5" fmla="*/ 475 h 42"/>
                  <a:gd name="T6" fmla="*/ 83 w 66"/>
                  <a:gd name="T7" fmla="*/ 246 h 42"/>
                  <a:gd name="T8" fmla="*/ 311 w 66"/>
                  <a:gd name="T9" fmla="*/ 871 h 42"/>
                  <a:gd name="T10" fmla="*/ 212 w 66"/>
                  <a:gd name="T11" fmla="*/ 37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2">
                    <a:moveTo>
                      <a:pt x="14" y="18"/>
                    </a:moveTo>
                    <a:cubicBezTo>
                      <a:pt x="18" y="7"/>
                      <a:pt x="50" y="17"/>
                      <a:pt x="66" y="26"/>
                    </a:cubicBezTo>
                    <a:cubicBezTo>
                      <a:pt x="65" y="25"/>
                      <a:pt x="64" y="24"/>
                      <a:pt x="63" y="23"/>
                    </a:cubicBezTo>
                    <a:cubicBezTo>
                      <a:pt x="51" y="15"/>
                      <a:pt x="10" y="0"/>
                      <a:pt x="5" y="12"/>
                    </a:cubicBezTo>
                    <a:cubicBezTo>
                      <a:pt x="0" y="24"/>
                      <a:pt x="7" y="35"/>
                      <a:pt x="20" y="42"/>
                    </a:cubicBezTo>
                    <a:cubicBezTo>
                      <a:pt x="13" y="35"/>
                      <a:pt x="10" y="27"/>
                      <a:pt x="14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6" name="Freeform 103">
                <a:extLst>
                  <a:ext uri="{FF2B5EF4-FFF2-40B4-BE49-F238E27FC236}">
                    <a16:creationId xmlns:a16="http://schemas.microsoft.com/office/drawing/2014/main" id="{7D2493A0-F432-4BF1-A96D-25507B667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793"/>
                <a:ext cx="73" cy="39"/>
              </a:xfrm>
              <a:custGeom>
                <a:avLst/>
                <a:gdLst>
                  <a:gd name="T0" fmla="*/ 193 w 42"/>
                  <a:gd name="T1" fmla="*/ 290 h 21"/>
                  <a:gd name="T2" fmla="*/ 667 w 42"/>
                  <a:gd name="T3" fmla="*/ 306 h 21"/>
                  <a:gd name="T4" fmla="*/ 49 w 42"/>
                  <a:gd name="T5" fmla="*/ 156 h 21"/>
                  <a:gd name="T6" fmla="*/ 212 w 42"/>
                  <a:gd name="T7" fmla="*/ 462 h 21"/>
                  <a:gd name="T8" fmla="*/ 193 w 42"/>
                  <a:gd name="T9" fmla="*/ 29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12" y="13"/>
                    </a:moveTo>
                    <a:cubicBezTo>
                      <a:pt x="15" y="8"/>
                      <a:pt x="31" y="10"/>
                      <a:pt x="42" y="14"/>
                    </a:cubicBezTo>
                    <a:cubicBezTo>
                      <a:pt x="38" y="7"/>
                      <a:pt x="7" y="0"/>
                      <a:pt x="3" y="7"/>
                    </a:cubicBezTo>
                    <a:cubicBezTo>
                      <a:pt x="0" y="13"/>
                      <a:pt x="5" y="19"/>
                      <a:pt x="13" y="21"/>
                    </a:cubicBezTo>
                    <a:cubicBezTo>
                      <a:pt x="11" y="19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7" name="Freeform 104">
                <a:extLst>
                  <a:ext uri="{FF2B5EF4-FFF2-40B4-BE49-F238E27FC236}">
                    <a16:creationId xmlns:a16="http://schemas.microsoft.com/office/drawing/2014/main" id="{5DF5AE0F-17F6-42A7-A10C-4F75553FF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802"/>
                <a:ext cx="97" cy="58"/>
              </a:xfrm>
              <a:custGeom>
                <a:avLst/>
                <a:gdLst>
                  <a:gd name="T0" fmla="*/ 208 w 56"/>
                  <a:gd name="T1" fmla="*/ 578 h 31"/>
                  <a:gd name="T2" fmla="*/ 688 w 56"/>
                  <a:gd name="T3" fmla="*/ 210 h 31"/>
                  <a:gd name="T4" fmla="*/ 873 w 56"/>
                  <a:gd name="T5" fmla="*/ 181 h 31"/>
                  <a:gd name="T6" fmla="*/ 553 w 56"/>
                  <a:gd name="T7" fmla="*/ 73 h 31"/>
                  <a:gd name="T8" fmla="*/ 62 w 56"/>
                  <a:gd name="T9" fmla="*/ 438 h 31"/>
                  <a:gd name="T10" fmla="*/ 171 w 56"/>
                  <a:gd name="T11" fmla="*/ 687 h 31"/>
                  <a:gd name="T12" fmla="*/ 208 w 56"/>
                  <a:gd name="T13" fmla="*/ 57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25"/>
                    </a:moveTo>
                    <a:cubicBezTo>
                      <a:pt x="17" y="16"/>
                      <a:pt x="33" y="13"/>
                      <a:pt x="44" y="9"/>
                    </a:cubicBezTo>
                    <a:cubicBezTo>
                      <a:pt x="48" y="8"/>
                      <a:pt x="52" y="7"/>
                      <a:pt x="56" y="8"/>
                    </a:cubicBezTo>
                    <a:cubicBezTo>
                      <a:pt x="52" y="2"/>
                      <a:pt x="45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7"/>
                      <a:pt x="3" y="31"/>
                      <a:pt x="11" y="30"/>
                    </a:cubicBezTo>
                    <a:cubicBezTo>
                      <a:pt x="11" y="29"/>
                      <a:pt x="12" y="27"/>
                      <a:pt x="13" y="2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8" name="Freeform 105">
                <a:extLst>
                  <a:ext uri="{FF2B5EF4-FFF2-40B4-BE49-F238E27FC236}">
                    <a16:creationId xmlns:a16="http://schemas.microsoft.com/office/drawing/2014/main" id="{253F562A-1DAC-4DB7-9613-7409C57FB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82"/>
                <a:ext cx="95" cy="86"/>
              </a:xfrm>
              <a:custGeom>
                <a:avLst/>
                <a:gdLst>
                  <a:gd name="T0" fmla="*/ 257 w 55"/>
                  <a:gd name="T1" fmla="*/ 593 h 47"/>
                  <a:gd name="T2" fmla="*/ 767 w 55"/>
                  <a:gd name="T3" fmla="*/ 148 h 47"/>
                  <a:gd name="T4" fmla="*/ 845 w 55"/>
                  <a:gd name="T5" fmla="*/ 148 h 47"/>
                  <a:gd name="T6" fmla="*/ 632 w 55"/>
                  <a:gd name="T7" fmla="*/ 24 h 47"/>
                  <a:gd name="T8" fmla="*/ 123 w 55"/>
                  <a:gd name="T9" fmla="*/ 472 h 47"/>
                  <a:gd name="T10" fmla="*/ 233 w 55"/>
                  <a:gd name="T11" fmla="*/ 961 h 47"/>
                  <a:gd name="T12" fmla="*/ 257 w 55"/>
                  <a:gd name="T13" fmla="*/ 59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7" y="29"/>
                    </a:moveTo>
                    <a:cubicBezTo>
                      <a:pt x="26" y="18"/>
                      <a:pt x="36" y="9"/>
                      <a:pt x="50" y="7"/>
                    </a:cubicBezTo>
                    <a:cubicBezTo>
                      <a:pt x="52" y="7"/>
                      <a:pt x="54" y="7"/>
                      <a:pt x="55" y="7"/>
                    </a:cubicBezTo>
                    <a:cubicBezTo>
                      <a:pt x="52" y="3"/>
                      <a:pt x="47" y="0"/>
                      <a:pt x="41" y="1"/>
                    </a:cubicBezTo>
                    <a:cubicBezTo>
                      <a:pt x="27" y="3"/>
                      <a:pt x="17" y="12"/>
                      <a:pt x="8" y="23"/>
                    </a:cubicBezTo>
                    <a:cubicBezTo>
                      <a:pt x="0" y="32"/>
                      <a:pt x="2" y="44"/>
                      <a:pt x="15" y="47"/>
                    </a:cubicBezTo>
                    <a:cubicBezTo>
                      <a:pt x="11" y="42"/>
                      <a:pt x="12" y="35"/>
                      <a:pt x="17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9" name="Freeform 106">
                <a:extLst>
                  <a:ext uri="{FF2B5EF4-FFF2-40B4-BE49-F238E27FC236}">
                    <a16:creationId xmlns:a16="http://schemas.microsoft.com/office/drawing/2014/main" id="{4B38C0EA-71AF-4EBA-8154-0709AD42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878"/>
                <a:ext cx="54" cy="81"/>
              </a:xfrm>
              <a:custGeom>
                <a:avLst/>
                <a:gdLst>
                  <a:gd name="T0" fmla="*/ 213 w 31"/>
                  <a:gd name="T1" fmla="*/ 549 h 44"/>
                  <a:gd name="T2" fmla="*/ 498 w 31"/>
                  <a:gd name="T3" fmla="*/ 177 h 44"/>
                  <a:gd name="T4" fmla="*/ 385 w 31"/>
                  <a:gd name="T5" fmla="*/ 24 h 44"/>
                  <a:gd name="T6" fmla="*/ 64 w 31"/>
                  <a:gd name="T7" fmla="*/ 423 h 44"/>
                  <a:gd name="T8" fmla="*/ 193 w 31"/>
                  <a:gd name="T9" fmla="*/ 847 h 44"/>
                  <a:gd name="T10" fmla="*/ 213 w 31"/>
                  <a:gd name="T11" fmla="*/ 549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13" y="26"/>
                    </a:moveTo>
                    <a:cubicBezTo>
                      <a:pt x="16" y="20"/>
                      <a:pt x="24" y="11"/>
                      <a:pt x="31" y="8"/>
                    </a:cubicBezTo>
                    <a:cubicBezTo>
                      <a:pt x="31" y="3"/>
                      <a:pt x="30" y="0"/>
                      <a:pt x="24" y="1"/>
                    </a:cubicBezTo>
                    <a:cubicBezTo>
                      <a:pt x="16" y="3"/>
                      <a:pt x="8" y="13"/>
                      <a:pt x="4" y="20"/>
                    </a:cubicBezTo>
                    <a:cubicBezTo>
                      <a:pt x="0" y="27"/>
                      <a:pt x="3" y="44"/>
                      <a:pt x="12" y="40"/>
                    </a:cubicBezTo>
                    <a:cubicBezTo>
                      <a:pt x="10" y="35"/>
                      <a:pt x="11" y="30"/>
                      <a:pt x="13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0" name="Freeform 107">
                <a:extLst>
                  <a:ext uri="{FF2B5EF4-FFF2-40B4-BE49-F238E27FC236}">
                    <a16:creationId xmlns:a16="http://schemas.microsoft.com/office/drawing/2014/main" id="{4783BBE6-B7D5-402F-AF7B-7572F7C88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89"/>
                <a:ext cx="80" cy="50"/>
              </a:xfrm>
              <a:custGeom>
                <a:avLst/>
                <a:gdLst>
                  <a:gd name="T0" fmla="*/ 157 w 46"/>
                  <a:gd name="T1" fmla="*/ 515 h 27"/>
                  <a:gd name="T2" fmla="*/ 541 w 46"/>
                  <a:gd name="T3" fmla="*/ 196 h 27"/>
                  <a:gd name="T4" fmla="*/ 732 w 46"/>
                  <a:gd name="T5" fmla="*/ 178 h 27"/>
                  <a:gd name="T6" fmla="*/ 393 w 46"/>
                  <a:gd name="T7" fmla="*/ 69 h 27"/>
                  <a:gd name="T8" fmla="*/ 16 w 46"/>
                  <a:gd name="T9" fmla="*/ 387 h 27"/>
                  <a:gd name="T10" fmla="*/ 157 w 46"/>
                  <a:gd name="T11" fmla="*/ 591 h 27"/>
                  <a:gd name="T12" fmla="*/ 157 w 46"/>
                  <a:gd name="T13" fmla="*/ 51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10" y="24"/>
                    </a:moveTo>
                    <a:cubicBezTo>
                      <a:pt x="9" y="19"/>
                      <a:pt x="30" y="11"/>
                      <a:pt x="34" y="9"/>
                    </a:cubicBezTo>
                    <a:cubicBezTo>
                      <a:pt x="38" y="8"/>
                      <a:pt x="42" y="7"/>
                      <a:pt x="46" y="8"/>
                    </a:cubicBezTo>
                    <a:cubicBezTo>
                      <a:pt x="44" y="1"/>
                      <a:pt x="34" y="0"/>
                      <a:pt x="25" y="3"/>
                    </a:cubicBezTo>
                    <a:cubicBezTo>
                      <a:pt x="21" y="5"/>
                      <a:pt x="0" y="13"/>
                      <a:pt x="1" y="18"/>
                    </a:cubicBezTo>
                    <a:cubicBezTo>
                      <a:pt x="1" y="21"/>
                      <a:pt x="5" y="25"/>
                      <a:pt x="10" y="27"/>
                    </a:cubicBezTo>
                    <a:cubicBezTo>
                      <a:pt x="10" y="26"/>
                      <a:pt x="10" y="25"/>
                      <a:pt x="10" y="2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1" name="Freeform 108">
                <a:extLst>
                  <a:ext uri="{FF2B5EF4-FFF2-40B4-BE49-F238E27FC236}">
                    <a16:creationId xmlns:a16="http://schemas.microsoft.com/office/drawing/2014/main" id="{AC7ECE6C-2807-4DE1-BB14-4B19DEFA6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961"/>
                <a:ext cx="123" cy="50"/>
              </a:xfrm>
              <a:custGeom>
                <a:avLst/>
                <a:gdLst>
                  <a:gd name="T0" fmla="*/ 612 w 71"/>
                  <a:gd name="T1" fmla="*/ 222 h 27"/>
                  <a:gd name="T2" fmla="*/ 1093 w 71"/>
                  <a:gd name="T3" fmla="*/ 196 h 27"/>
                  <a:gd name="T4" fmla="*/ 1093 w 71"/>
                  <a:gd name="T5" fmla="*/ 178 h 27"/>
                  <a:gd name="T6" fmla="*/ 468 w 71"/>
                  <a:gd name="T7" fmla="*/ 81 h 27"/>
                  <a:gd name="T8" fmla="*/ 172 w 71"/>
                  <a:gd name="T9" fmla="*/ 515 h 27"/>
                  <a:gd name="T10" fmla="*/ 262 w 71"/>
                  <a:gd name="T11" fmla="*/ 591 h 27"/>
                  <a:gd name="T12" fmla="*/ 612 w 71"/>
                  <a:gd name="T13" fmla="*/ 22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39" y="10"/>
                    </a:moveTo>
                    <a:cubicBezTo>
                      <a:pt x="45" y="8"/>
                      <a:pt x="60" y="7"/>
                      <a:pt x="70" y="9"/>
                    </a:cubicBezTo>
                    <a:cubicBezTo>
                      <a:pt x="70" y="9"/>
                      <a:pt x="70" y="9"/>
                      <a:pt x="70" y="8"/>
                    </a:cubicBez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13" y="25"/>
                      <a:pt x="15" y="26"/>
                      <a:pt x="17" y="27"/>
                    </a:cubicBezTo>
                    <a:cubicBezTo>
                      <a:pt x="15" y="21"/>
                      <a:pt x="30" y="14"/>
                      <a:pt x="39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2" name="Freeform 109">
                <a:extLst>
                  <a:ext uri="{FF2B5EF4-FFF2-40B4-BE49-F238E27FC236}">
                    <a16:creationId xmlns:a16="http://schemas.microsoft.com/office/drawing/2014/main" id="{EC38D164-368D-4649-939B-1D998A57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978"/>
                <a:ext cx="96" cy="87"/>
              </a:xfrm>
              <a:custGeom>
                <a:avLst/>
                <a:gdLst>
                  <a:gd name="T0" fmla="*/ 286 w 55"/>
                  <a:gd name="T1" fmla="*/ 565 h 47"/>
                  <a:gd name="T2" fmla="*/ 892 w 55"/>
                  <a:gd name="T3" fmla="*/ 150 h 47"/>
                  <a:gd name="T4" fmla="*/ 744 w 55"/>
                  <a:gd name="T5" fmla="*/ 24 h 47"/>
                  <a:gd name="T6" fmla="*/ 150 w 55"/>
                  <a:gd name="T7" fmla="*/ 431 h 47"/>
                  <a:gd name="T8" fmla="*/ 150 w 55"/>
                  <a:gd name="T9" fmla="*/ 938 h 47"/>
                  <a:gd name="T10" fmla="*/ 262 w 55"/>
                  <a:gd name="T11" fmla="*/ 1022 h 47"/>
                  <a:gd name="T12" fmla="*/ 286 w 55"/>
                  <a:gd name="T13" fmla="*/ 56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8" y="26"/>
                    </a:moveTo>
                    <a:cubicBezTo>
                      <a:pt x="26" y="19"/>
                      <a:pt x="44" y="9"/>
                      <a:pt x="55" y="7"/>
                    </a:cubicBezTo>
                    <a:cubicBezTo>
                      <a:pt x="52" y="3"/>
                      <a:pt x="50" y="0"/>
                      <a:pt x="46" y="1"/>
                    </a:cubicBezTo>
                    <a:cubicBezTo>
                      <a:pt x="36" y="3"/>
                      <a:pt x="17" y="13"/>
                      <a:pt x="9" y="20"/>
                    </a:cubicBezTo>
                    <a:cubicBezTo>
                      <a:pt x="0" y="27"/>
                      <a:pt x="0" y="37"/>
                      <a:pt x="9" y="43"/>
                    </a:cubicBezTo>
                    <a:cubicBezTo>
                      <a:pt x="11" y="44"/>
                      <a:pt x="13" y="45"/>
                      <a:pt x="16" y="47"/>
                    </a:cubicBezTo>
                    <a:cubicBezTo>
                      <a:pt x="9" y="41"/>
                      <a:pt x="10" y="32"/>
                      <a:pt x="18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3" name="Freeform 110">
                <a:extLst>
                  <a:ext uri="{FF2B5EF4-FFF2-40B4-BE49-F238E27FC236}">
                    <a16:creationId xmlns:a16="http://schemas.microsoft.com/office/drawing/2014/main" id="{C4D97452-6A0A-4FC3-84BE-021E0D29B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957"/>
                <a:ext cx="105" cy="80"/>
              </a:xfrm>
              <a:custGeom>
                <a:avLst/>
                <a:gdLst>
                  <a:gd name="T0" fmla="*/ 133 w 61"/>
                  <a:gd name="T1" fmla="*/ 876 h 43"/>
                  <a:gd name="T2" fmla="*/ 756 w 61"/>
                  <a:gd name="T3" fmla="*/ 238 h 43"/>
                  <a:gd name="T4" fmla="*/ 924 w 61"/>
                  <a:gd name="T5" fmla="*/ 225 h 43"/>
                  <a:gd name="T6" fmla="*/ 621 w 61"/>
                  <a:gd name="T7" fmla="*/ 112 h 43"/>
                  <a:gd name="T8" fmla="*/ 0 w 61"/>
                  <a:gd name="T9" fmla="*/ 727 h 43"/>
                  <a:gd name="T10" fmla="*/ 169 w 61"/>
                  <a:gd name="T11" fmla="*/ 958 h 43"/>
                  <a:gd name="T12" fmla="*/ 133 w 61"/>
                  <a:gd name="T13" fmla="*/ 87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3">
                    <a:moveTo>
                      <a:pt x="9" y="39"/>
                    </a:moveTo>
                    <a:cubicBezTo>
                      <a:pt x="9" y="29"/>
                      <a:pt x="41" y="17"/>
                      <a:pt x="50" y="11"/>
                    </a:cubicBezTo>
                    <a:cubicBezTo>
                      <a:pt x="54" y="8"/>
                      <a:pt x="57" y="8"/>
                      <a:pt x="61" y="10"/>
                    </a:cubicBezTo>
                    <a:cubicBezTo>
                      <a:pt x="55" y="4"/>
                      <a:pt x="47" y="0"/>
                      <a:pt x="41" y="5"/>
                    </a:cubicBezTo>
                    <a:cubicBezTo>
                      <a:pt x="32" y="11"/>
                      <a:pt x="0" y="23"/>
                      <a:pt x="0" y="33"/>
                    </a:cubicBezTo>
                    <a:cubicBezTo>
                      <a:pt x="0" y="37"/>
                      <a:pt x="4" y="40"/>
                      <a:pt x="11" y="43"/>
                    </a:cubicBezTo>
                    <a:cubicBezTo>
                      <a:pt x="9" y="42"/>
                      <a:pt x="9" y="40"/>
                      <a:pt x="9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4" name="Freeform 111">
                <a:extLst>
                  <a:ext uri="{FF2B5EF4-FFF2-40B4-BE49-F238E27FC236}">
                    <a16:creationId xmlns:a16="http://schemas.microsoft.com/office/drawing/2014/main" id="{FD759AF9-6168-448D-B8F6-5406314E5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055"/>
                <a:ext cx="168" cy="83"/>
              </a:xfrm>
              <a:custGeom>
                <a:avLst/>
                <a:gdLst>
                  <a:gd name="T0" fmla="*/ 419 w 97"/>
                  <a:gd name="T1" fmla="*/ 326 h 45"/>
                  <a:gd name="T2" fmla="*/ 1405 w 97"/>
                  <a:gd name="T3" fmla="*/ 426 h 45"/>
                  <a:gd name="T4" fmla="*/ 1512 w 97"/>
                  <a:gd name="T5" fmla="*/ 452 h 45"/>
                  <a:gd name="T6" fmla="*/ 1257 w 97"/>
                  <a:gd name="T7" fmla="*/ 302 h 45"/>
                  <a:gd name="T8" fmla="*/ 282 w 97"/>
                  <a:gd name="T9" fmla="*/ 194 h 45"/>
                  <a:gd name="T10" fmla="*/ 234 w 97"/>
                  <a:gd name="T11" fmla="*/ 959 h 45"/>
                  <a:gd name="T12" fmla="*/ 262 w 97"/>
                  <a:gd name="T13" fmla="*/ 959 h 45"/>
                  <a:gd name="T14" fmla="*/ 419 w 97"/>
                  <a:gd name="T15" fmla="*/ 32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45">
                    <a:moveTo>
                      <a:pt x="27" y="15"/>
                    </a:moveTo>
                    <a:cubicBezTo>
                      <a:pt x="36" y="6"/>
                      <a:pt x="77" y="18"/>
                      <a:pt x="90" y="20"/>
                    </a:cubicBezTo>
                    <a:cubicBezTo>
                      <a:pt x="92" y="20"/>
                      <a:pt x="95" y="20"/>
                      <a:pt x="97" y="21"/>
                    </a:cubicBezTo>
                    <a:cubicBezTo>
                      <a:pt x="93" y="17"/>
                      <a:pt x="88" y="14"/>
                      <a:pt x="81" y="14"/>
                    </a:cubicBezTo>
                    <a:cubicBezTo>
                      <a:pt x="68" y="12"/>
                      <a:pt x="27" y="0"/>
                      <a:pt x="18" y="9"/>
                    </a:cubicBezTo>
                    <a:cubicBezTo>
                      <a:pt x="10" y="18"/>
                      <a:pt x="0" y="43"/>
                      <a:pt x="15" y="45"/>
                    </a:cubicBezTo>
                    <a:cubicBezTo>
                      <a:pt x="16" y="45"/>
                      <a:pt x="16" y="45"/>
                      <a:pt x="17" y="45"/>
                    </a:cubicBezTo>
                    <a:cubicBezTo>
                      <a:pt x="14" y="37"/>
                      <a:pt x="22" y="21"/>
                      <a:pt x="27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5" name="Freeform 112">
                <a:extLst>
                  <a:ext uri="{FF2B5EF4-FFF2-40B4-BE49-F238E27FC236}">
                    <a16:creationId xmlns:a16="http://schemas.microsoft.com/office/drawing/2014/main" id="{A9AC9C03-BE54-4502-B1B6-808410956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3109"/>
                <a:ext cx="105" cy="118"/>
              </a:xfrm>
              <a:custGeom>
                <a:avLst/>
                <a:gdLst>
                  <a:gd name="T0" fmla="*/ 133 w 61"/>
                  <a:gd name="T1" fmla="*/ 684 h 64"/>
                  <a:gd name="T2" fmla="*/ 587 w 61"/>
                  <a:gd name="T3" fmla="*/ 177 h 64"/>
                  <a:gd name="T4" fmla="*/ 924 w 61"/>
                  <a:gd name="T5" fmla="*/ 194 h 64"/>
                  <a:gd name="T6" fmla="*/ 814 w 61"/>
                  <a:gd name="T7" fmla="*/ 81 h 64"/>
                  <a:gd name="T8" fmla="*/ 460 w 61"/>
                  <a:gd name="T9" fmla="*/ 44 h 64"/>
                  <a:gd name="T10" fmla="*/ 0 w 61"/>
                  <a:gd name="T11" fmla="*/ 557 h 64"/>
                  <a:gd name="T12" fmla="*/ 361 w 61"/>
                  <a:gd name="T13" fmla="*/ 1366 h 64"/>
                  <a:gd name="T14" fmla="*/ 133 w 61"/>
                  <a:gd name="T15" fmla="*/ 684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4">
                    <a:moveTo>
                      <a:pt x="9" y="32"/>
                    </a:moveTo>
                    <a:cubicBezTo>
                      <a:pt x="9" y="19"/>
                      <a:pt x="25" y="11"/>
                      <a:pt x="39" y="8"/>
                    </a:cubicBezTo>
                    <a:cubicBezTo>
                      <a:pt x="39" y="8"/>
                      <a:pt x="48" y="7"/>
                      <a:pt x="61" y="9"/>
                    </a:cubicBezTo>
                    <a:cubicBezTo>
                      <a:pt x="59" y="7"/>
                      <a:pt x="57" y="5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ubicBezTo>
                      <a:pt x="16" y="5"/>
                      <a:pt x="0" y="13"/>
                      <a:pt x="0" y="26"/>
                    </a:cubicBezTo>
                    <a:cubicBezTo>
                      <a:pt x="0" y="38"/>
                      <a:pt x="6" y="56"/>
                      <a:pt x="24" y="64"/>
                    </a:cubicBezTo>
                    <a:cubicBezTo>
                      <a:pt x="13" y="55"/>
                      <a:pt x="9" y="42"/>
                      <a:pt x="9" y="3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" name="Freeform 113">
                <a:extLst>
                  <a:ext uri="{FF2B5EF4-FFF2-40B4-BE49-F238E27FC236}">
                    <a16:creationId xmlns:a16="http://schemas.microsoft.com/office/drawing/2014/main" id="{7F905765-B201-41E0-B71A-F2EDD5D7B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039"/>
                <a:ext cx="56" cy="31"/>
              </a:xfrm>
              <a:custGeom>
                <a:avLst/>
                <a:gdLst>
                  <a:gd name="T0" fmla="*/ 172 w 32"/>
                  <a:gd name="T1" fmla="*/ 295 h 17"/>
                  <a:gd name="T2" fmla="*/ 527 w 32"/>
                  <a:gd name="T3" fmla="*/ 219 h 17"/>
                  <a:gd name="T4" fmla="*/ 21 w 32"/>
                  <a:gd name="T5" fmla="*/ 177 h 17"/>
                  <a:gd name="T6" fmla="*/ 172 w 32"/>
                  <a:gd name="T7" fmla="*/ 346 h 17"/>
                  <a:gd name="T8" fmla="*/ 172 w 32"/>
                  <a:gd name="T9" fmla="*/ 29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">
                    <a:moveTo>
                      <a:pt x="10" y="15"/>
                    </a:moveTo>
                    <a:cubicBezTo>
                      <a:pt x="12" y="9"/>
                      <a:pt x="23" y="8"/>
                      <a:pt x="32" y="11"/>
                    </a:cubicBezTo>
                    <a:cubicBezTo>
                      <a:pt x="28" y="3"/>
                      <a:pt x="3" y="0"/>
                      <a:pt x="1" y="9"/>
                    </a:cubicBezTo>
                    <a:cubicBezTo>
                      <a:pt x="0" y="12"/>
                      <a:pt x="4" y="15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" name="Freeform 114">
                <a:extLst>
                  <a:ext uri="{FF2B5EF4-FFF2-40B4-BE49-F238E27FC236}">
                    <a16:creationId xmlns:a16="http://schemas.microsoft.com/office/drawing/2014/main" id="{3CFBF30A-12E3-4CCB-A647-A6CB9FF05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018"/>
                <a:ext cx="38" cy="50"/>
              </a:xfrm>
              <a:custGeom>
                <a:avLst/>
                <a:gdLst>
                  <a:gd name="T0" fmla="*/ 169 w 22"/>
                  <a:gd name="T1" fmla="*/ 567 h 27"/>
                  <a:gd name="T2" fmla="*/ 340 w 22"/>
                  <a:gd name="T3" fmla="*/ 196 h 27"/>
                  <a:gd name="T4" fmla="*/ 212 w 22"/>
                  <a:gd name="T5" fmla="*/ 69 h 27"/>
                  <a:gd name="T6" fmla="*/ 28 w 22"/>
                  <a:gd name="T7" fmla="*/ 439 h 27"/>
                  <a:gd name="T8" fmla="*/ 169 w 22"/>
                  <a:gd name="T9" fmla="*/ 591 h 27"/>
                  <a:gd name="T10" fmla="*/ 169 w 22"/>
                  <a:gd name="T11" fmla="*/ 56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11" y="26"/>
                    </a:moveTo>
                    <a:cubicBezTo>
                      <a:pt x="9" y="21"/>
                      <a:pt x="17" y="17"/>
                      <a:pt x="22" y="9"/>
                    </a:cubicBezTo>
                    <a:cubicBezTo>
                      <a:pt x="20" y="4"/>
                      <a:pt x="16" y="0"/>
                      <a:pt x="14" y="3"/>
                    </a:cubicBezTo>
                    <a:cubicBezTo>
                      <a:pt x="8" y="11"/>
                      <a:pt x="0" y="15"/>
                      <a:pt x="2" y="20"/>
                    </a:cubicBezTo>
                    <a:cubicBezTo>
                      <a:pt x="2" y="23"/>
                      <a:pt x="6" y="25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8" name="Freeform 115">
                <a:extLst>
                  <a:ext uri="{FF2B5EF4-FFF2-40B4-BE49-F238E27FC236}">
                    <a16:creationId xmlns:a16="http://schemas.microsoft.com/office/drawing/2014/main" id="{0B979740-B76F-4823-888B-9CBDC1C1B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959"/>
                <a:ext cx="82" cy="74"/>
              </a:xfrm>
              <a:custGeom>
                <a:avLst/>
                <a:gdLst>
                  <a:gd name="T0" fmla="*/ 176 w 47"/>
                  <a:gd name="T1" fmla="*/ 657 h 40"/>
                  <a:gd name="T2" fmla="*/ 757 w 47"/>
                  <a:gd name="T3" fmla="*/ 261 h 40"/>
                  <a:gd name="T4" fmla="*/ 743 w 47"/>
                  <a:gd name="T5" fmla="*/ 178 h 40"/>
                  <a:gd name="T6" fmla="*/ 28 w 47"/>
                  <a:gd name="T7" fmla="*/ 514 h 40"/>
                  <a:gd name="T8" fmla="*/ 159 w 47"/>
                  <a:gd name="T9" fmla="*/ 866 h 40"/>
                  <a:gd name="T10" fmla="*/ 176 w 47"/>
                  <a:gd name="T11" fmla="*/ 657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0">
                    <a:moveTo>
                      <a:pt x="11" y="30"/>
                    </a:moveTo>
                    <a:cubicBezTo>
                      <a:pt x="12" y="24"/>
                      <a:pt x="34" y="13"/>
                      <a:pt x="47" y="12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39" y="0"/>
                      <a:pt x="4" y="16"/>
                      <a:pt x="2" y="24"/>
                    </a:cubicBezTo>
                    <a:cubicBezTo>
                      <a:pt x="0" y="31"/>
                      <a:pt x="0" y="39"/>
                      <a:pt x="10" y="40"/>
                    </a:cubicBezTo>
                    <a:cubicBezTo>
                      <a:pt x="9" y="37"/>
                      <a:pt x="10" y="33"/>
                      <a:pt x="11" y="3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9" name="Freeform 116">
                <a:extLst>
                  <a:ext uri="{FF2B5EF4-FFF2-40B4-BE49-F238E27FC236}">
                    <a16:creationId xmlns:a16="http://schemas.microsoft.com/office/drawing/2014/main" id="{90E5E9D8-7AC7-4ED4-8FD0-3C4EEB6A9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018"/>
                <a:ext cx="63" cy="71"/>
              </a:xfrm>
              <a:custGeom>
                <a:avLst/>
                <a:gdLst>
                  <a:gd name="T0" fmla="*/ 462 w 36"/>
                  <a:gd name="T1" fmla="*/ 293 h 38"/>
                  <a:gd name="T2" fmla="*/ 572 w 36"/>
                  <a:gd name="T3" fmla="*/ 209 h 38"/>
                  <a:gd name="T4" fmla="*/ 548 w 36"/>
                  <a:gd name="T5" fmla="*/ 45 h 38"/>
                  <a:gd name="T6" fmla="*/ 313 w 36"/>
                  <a:gd name="T7" fmla="*/ 157 h 38"/>
                  <a:gd name="T8" fmla="*/ 151 w 36"/>
                  <a:gd name="T9" fmla="*/ 817 h 38"/>
                  <a:gd name="T10" fmla="*/ 236 w 36"/>
                  <a:gd name="T11" fmla="*/ 869 h 38"/>
                  <a:gd name="T12" fmla="*/ 462 w 36"/>
                  <a:gd name="T13" fmla="*/ 29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28" y="13"/>
                    </a:moveTo>
                    <a:cubicBezTo>
                      <a:pt x="28" y="13"/>
                      <a:pt x="31" y="10"/>
                      <a:pt x="35" y="9"/>
                    </a:cubicBezTo>
                    <a:cubicBezTo>
                      <a:pt x="36" y="5"/>
                      <a:pt x="36" y="3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ubicBezTo>
                      <a:pt x="9" y="13"/>
                      <a:pt x="0" y="32"/>
                      <a:pt x="9" y="36"/>
                    </a:cubicBezTo>
                    <a:cubicBezTo>
                      <a:pt x="11" y="37"/>
                      <a:pt x="13" y="38"/>
                      <a:pt x="14" y="38"/>
                    </a:cubicBezTo>
                    <a:cubicBezTo>
                      <a:pt x="12" y="31"/>
                      <a:pt x="20" y="18"/>
                      <a:pt x="28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0" name="Freeform 117">
                <a:extLst>
                  <a:ext uri="{FF2B5EF4-FFF2-40B4-BE49-F238E27FC236}">
                    <a16:creationId xmlns:a16="http://schemas.microsoft.com/office/drawing/2014/main" id="{117A0967-EB61-42C1-9FDA-47D712CF1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3048"/>
                <a:ext cx="88" cy="70"/>
              </a:xfrm>
              <a:custGeom>
                <a:avLst/>
                <a:gdLst>
                  <a:gd name="T0" fmla="*/ 185 w 51"/>
                  <a:gd name="T1" fmla="*/ 613 h 38"/>
                  <a:gd name="T2" fmla="*/ 525 w 51"/>
                  <a:gd name="T3" fmla="*/ 274 h 38"/>
                  <a:gd name="T4" fmla="*/ 780 w 51"/>
                  <a:gd name="T5" fmla="*/ 206 h 38"/>
                  <a:gd name="T6" fmla="*/ 381 w 51"/>
                  <a:gd name="T7" fmla="*/ 149 h 38"/>
                  <a:gd name="T8" fmla="*/ 48 w 51"/>
                  <a:gd name="T9" fmla="*/ 483 h 38"/>
                  <a:gd name="T10" fmla="*/ 292 w 51"/>
                  <a:gd name="T11" fmla="*/ 807 h 38"/>
                  <a:gd name="T12" fmla="*/ 185 w 51"/>
                  <a:gd name="T13" fmla="*/ 61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8">
                    <a:moveTo>
                      <a:pt x="12" y="29"/>
                    </a:moveTo>
                    <a:cubicBezTo>
                      <a:pt x="9" y="22"/>
                      <a:pt x="26" y="18"/>
                      <a:pt x="34" y="13"/>
                    </a:cubicBezTo>
                    <a:cubicBezTo>
                      <a:pt x="40" y="9"/>
                      <a:pt x="46" y="9"/>
                      <a:pt x="51" y="10"/>
                    </a:cubicBezTo>
                    <a:cubicBezTo>
                      <a:pt x="46" y="4"/>
                      <a:pt x="36" y="0"/>
                      <a:pt x="25" y="7"/>
                    </a:cubicBezTo>
                    <a:cubicBezTo>
                      <a:pt x="17" y="12"/>
                      <a:pt x="0" y="16"/>
                      <a:pt x="3" y="23"/>
                    </a:cubicBezTo>
                    <a:cubicBezTo>
                      <a:pt x="4" y="28"/>
                      <a:pt x="11" y="35"/>
                      <a:pt x="19" y="38"/>
                    </a:cubicBezTo>
                    <a:cubicBezTo>
                      <a:pt x="15" y="35"/>
                      <a:pt x="13" y="32"/>
                      <a:pt x="12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1" name="Freeform 118">
                <a:extLst>
                  <a:ext uri="{FF2B5EF4-FFF2-40B4-BE49-F238E27FC236}">
                    <a16:creationId xmlns:a16="http://schemas.microsoft.com/office/drawing/2014/main" id="{02425DBE-7CA4-425A-90C4-52EC398A4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109"/>
                <a:ext cx="51" cy="29"/>
              </a:xfrm>
              <a:custGeom>
                <a:avLst/>
                <a:gdLst>
                  <a:gd name="T0" fmla="*/ 179 w 29"/>
                  <a:gd name="T1" fmla="*/ 214 h 16"/>
                  <a:gd name="T2" fmla="*/ 489 w 29"/>
                  <a:gd name="T3" fmla="*/ 263 h 16"/>
                  <a:gd name="T4" fmla="*/ 37 w 29"/>
                  <a:gd name="T5" fmla="*/ 96 h 16"/>
                  <a:gd name="T6" fmla="*/ 200 w 29"/>
                  <a:gd name="T7" fmla="*/ 315 h 16"/>
                  <a:gd name="T8" fmla="*/ 179 w 29"/>
                  <a:gd name="T9" fmla="*/ 21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11" y="11"/>
                    </a:moveTo>
                    <a:cubicBezTo>
                      <a:pt x="13" y="8"/>
                      <a:pt x="22" y="10"/>
                      <a:pt x="29" y="13"/>
                    </a:cubicBezTo>
                    <a:cubicBezTo>
                      <a:pt x="24" y="7"/>
                      <a:pt x="5" y="0"/>
                      <a:pt x="2" y="5"/>
                    </a:cubicBezTo>
                    <a:cubicBezTo>
                      <a:pt x="0" y="9"/>
                      <a:pt x="5" y="13"/>
                      <a:pt x="12" y="16"/>
                    </a:cubicBezTo>
                    <a:cubicBezTo>
                      <a:pt x="11" y="15"/>
                      <a:pt x="10" y="13"/>
                      <a:pt x="11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2" name="Freeform 119">
                <a:extLst>
                  <a:ext uri="{FF2B5EF4-FFF2-40B4-BE49-F238E27FC236}">
                    <a16:creationId xmlns:a16="http://schemas.microsoft.com/office/drawing/2014/main" id="{2E1F8C23-7162-4328-875A-8396F1091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085"/>
                <a:ext cx="91" cy="53"/>
              </a:xfrm>
              <a:custGeom>
                <a:avLst/>
                <a:gdLst>
                  <a:gd name="T0" fmla="*/ 452 w 53"/>
                  <a:gd name="T1" fmla="*/ 300 h 29"/>
                  <a:gd name="T2" fmla="*/ 790 w 53"/>
                  <a:gd name="T3" fmla="*/ 177 h 29"/>
                  <a:gd name="T4" fmla="*/ 714 w 53"/>
                  <a:gd name="T5" fmla="*/ 97 h 29"/>
                  <a:gd name="T6" fmla="*/ 312 w 53"/>
                  <a:gd name="T7" fmla="*/ 177 h 29"/>
                  <a:gd name="T8" fmla="*/ 168 w 53"/>
                  <a:gd name="T9" fmla="*/ 548 h 29"/>
                  <a:gd name="T10" fmla="*/ 234 w 53"/>
                  <a:gd name="T11" fmla="*/ 590 h 29"/>
                  <a:gd name="T12" fmla="*/ 452 w 53"/>
                  <a:gd name="T13" fmla="*/ 30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29">
                    <a:moveTo>
                      <a:pt x="30" y="15"/>
                    </a:moveTo>
                    <a:cubicBezTo>
                      <a:pt x="36" y="9"/>
                      <a:pt x="44" y="7"/>
                      <a:pt x="53" y="9"/>
                    </a:cubicBezTo>
                    <a:cubicBezTo>
                      <a:pt x="52" y="8"/>
                      <a:pt x="50" y="6"/>
                      <a:pt x="48" y="5"/>
                    </a:cubicBezTo>
                    <a:cubicBezTo>
                      <a:pt x="38" y="0"/>
                      <a:pt x="28" y="3"/>
                      <a:pt x="21" y="9"/>
                    </a:cubicBezTo>
                    <a:cubicBezTo>
                      <a:pt x="16" y="13"/>
                      <a:pt x="0" y="24"/>
                      <a:pt x="11" y="27"/>
                    </a:cubicBezTo>
                    <a:cubicBezTo>
                      <a:pt x="13" y="27"/>
                      <a:pt x="14" y="28"/>
                      <a:pt x="16" y="29"/>
                    </a:cubicBezTo>
                    <a:cubicBezTo>
                      <a:pt x="18" y="24"/>
                      <a:pt x="27" y="18"/>
                      <a:pt x="3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3" name="Freeform 120">
                <a:extLst>
                  <a:ext uri="{FF2B5EF4-FFF2-40B4-BE49-F238E27FC236}">
                    <a16:creationId xmlns:a16="http://schemas.microsoft.com/office/drawing/2014/main" id="{73658F12-C7A6-443B-9E05-9017811ED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3162"/>
                <a:ext cx="59" cy="119"/>
              </a:xfrm>
              <a:custGeom>
                <a:avLst/>
                <a:gdLst>
                  <a:gd name="T0" fmla="*/ 172 w 34"/>
                  <a:gd name="T1" fmla="*/ 643 h 64"/>
                  <a:gd name="T2" fmla="*/ 406 w 34"/>
                  <a:gd name="T3" fmla="*/ 238 h 64"/>
                  <a:gd name="T4" fmla="*/ 533 w 34"/>
                  <a:gd name="T5" fmla="*/ 180 h 64"/>
                  <a:gd name="T6" fmla="*/ 271 w 34"/>
                  <a:gd name="T7" fmla="*/ 112 h 64"/>
                  <a:gd name="T8" fmla="*/ 28 w 34"/>
                  <a:gd name="T9" fmla="*/ 515 h 64"/>
                  <a:gd name="T10" fmla="*/ 319 w 34"/>
                  <a:gd name="T11" fmla="*/ 1292 h 64"/>
                  <a:gd name="T12" fmla="*/ 172 w 34"/>
                  <a:gd name="T13" fmla="*/ 643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4">
                    <a:moveTo>
                      <a:pt x="11" y="29"/>
                    </a:moveTo>
                    <a:cubicBezTo>
                      <a:pt x="9" y="19"/>
                      <a:pt x="17" y="15"/>
                      <a:pt x="26" y="11"/>
                    </a:cubicBezTo>
                    <a:cubicBezTo>
                      <a:pt x="29" y="9"/>
                      <a:pt x="32" y="8"/>
                      <a:pt x="34" y="8"/>
                    </a:cubicBezTo>
                    <a:cubicBezTo>
                      <a:pt x="32" y="3"/>
                      <a:pt x="27" y="0"/>
                      <a:pt x="17" y="5"/>
                    </a:cubicBezTo>
                    <a:cubicBezTo>
                      <a:pt x="8" y="9"/>
                      <a:pt x="0" y="13"/>
                      <a:pt x="2" y="23"/>
                    </a:cubicBezTo>
                    <a:cubicBezTo>
                      <a:pt x="4" y="33"/>
                      <a:pt x="11" y="64"/>
                      <a:pt x="20" y="58"/>
                    </a:cubicBezTo>
                    <a:cubicBezTo>
                      <a:pt x="15" y="49"/>
                      <a:pt x="12" y="35"/>
                      <a:pt x="11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4" name="Freeform 121">
                <a:extLst>
                  <a:ext uri="{FF2B5EF4-FFF2-40B4-BE49-F238E27FC236}">
                    <a16:creationId xmlns:a16="http://schemas.microsoft.com/office/drawing/2014/main" id="{6F4E1B65-0F3F-4582-826F-FD512BC8B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137"/>
                <a:ext cx="133" cy="123"/>
              </a:xfrm>
              <a:custGeom>
                <a:avLst/>
                <a:gdLst>
                  <a:gd name="T0" fmla="*/ 257 w 77"/>
                  <a:gd name="T1" fmla="*/ 896 h 67"/>
                  <a:gd name="T2" fmla="*/ 845 w 77"/>
                  <a:gd name="T3" fmla="*/ 297 h 67"/>
                  <a:gd name="T4" fmla="*/ 1185 w 77"/>
                  <a:gd name="T5" fmla="*/ 246 h 67"/>
                  <a:gd name="T6" fmla="*/ 701 w 77"/>
                  <a:gd name="T7" fmla="*/ 173 h 67"/>
                  <a:gd name="T8" fmla="*/ 123 w 77"/>
                  <a:gd name="T9" fmla="*/ 771 h 67"/>
                  <a:gd name="T10" fmla="*/ 197 w 77"/>
                  <a:gd name="T11" fmla="*/ 1399 h 67"/>
                  <a:gd name="T12" fmla="*/ 257 w 77"/>
                  <a:gd name="T13" fmla="*/ 896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67">
                    <a:moveTo>
                      <a:pt x="17" y="43"/>
                    </a:moveTo>
                    <a:cubicBezTo>
                      <a:pt x="25" y="34"/>
                      <a:pt x="46" y="22"/>
                      <a:pt x="55" y="14"/>
                    </a:cubicBezTo>
                    <a:cubicBezTo>
                      <a:pt x="63" y="9"/>
                      <a:pt x="70" y="9"/>
                      <a:pt x="77" y="12"/>
                    </a:cubicBezTo>
                    <a:cubicBezTo>
                      <a:pt x="69" y="5"/>
                      <a:pt x="57" y="0"/>
                      <a:pt x="46" y="8"/>
                    </a:cubicBezTo>
                    <a:cubicBezTo>
                      <a:pt x="37" y="16"/>
                      <a:pt x="16" y="28"/>
                      <a:pt x="8" y="37"/>
                    </a:cubicBezTo>
                    <a:cubicBezTo>
                      <a:pt x="0" y="46"/>
                      <a:pt x="0" y="66"/>
                      <a:pt x="13" y="67"/>
                    </a:cubicBezTo>
                    <a:cubicBezTo>
                      <a:pt x="10" y="61"/>
                      <a:pt x="11" y="49"/>
                      <a:pt x="17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5" name="Freeform 122">
                <a:extLst>
                  <a:ext uri="{FF2B5EF4-FFF2-40B4-BE49-F238E27FC236}">
                    <a16:creationId xmlns:a16="http://schemas.microsoft.com/office/drawing/2014/main" id="{5CAE6907-AAA6-47B3-9B59-5AB7064D3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081"/>
                <a:ext cx="119" cy="100"/>
              </a:xfrm>
              <a:custGeom>
                <a:avLst/>
                <a:gdLst>
                  <a:gd name="T0" fmla="*/ 912 w 69"/>
                  <a:gd name="T1" fmla="*/ 128 h 54"/>
                  <a:gd name="T2" fmla="*/ 460 w 69"/>
                  <a:gd name="T3" fmla="*/ 261 h 54"/>
                  <a:gd name="T4" fmla="*/ 210 w 69"/>
                  <a:gd name="T5" fmla="*/ 1148 h 54"/>
                  <a:gd name="T6" fmla="*/ 271 w 69"/>
                  <a:gd name="T7" fmla="*/ 1176 h 54"/>
                  <a:gd name="T8" fmla="*/ 595 w 69"/>
                  <a:gd name="T9" fmla="*/ 387 h 54"/>
                  <a:gd name="T10" fmla="*/ 1054 w 69"/>
                  <a:gd name="T11" fmla="*/ 261 h 54"/>
                  <a:gd name="T12" fmla="*/ 912 w 69"/>
                  <a:gd name="T13" fmla="*/ 128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60" y="6"/>
                    </a:moveTo>
                    <a:cubicBezTo>
                      <a:pt x="51" y="4"/>
                      <a:pt x="40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7" y="46"/>
                      <a:pt x="30" y="28"/>
                      <a:pt x="39" y="18"/>
                    </a:cubicBezTo>
                    <a:cubicBezTo>
                      <a:pt x="49" y="6"/>
                      <a:pt x="60" y="10"/>
                      <a:pt x="69" y="12"/>
                    </a:cubicBezTo>
                    <a:cubicBezTo>
                      <a:pt x="67" y="10"/>
                      <a:pt x="65" y="7"/>
                      <a:pt x="60" y="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6" name="Freeform 123">
                <a:extLst>
                  <a:ext uri="{FF2B5EF4-FFF2-40B4-BE49-F238E27FC236}">
                    <a16:creationId xmlns:a16="http://schemas.microsoft.com/office/drawing/2014/main" id="{BA3E0BEA-7CC9-4EDA-95E0-39CF16460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3201"/>
                <a:ext cx="111" cy="63"/>
              </a:xfrm>
              <a:custGeom>
                <a:avLst/>
                <a:gdLst>
                  <a:gd name="T0" fmla="*/ 798 w 64"/>
                  <a:gd name="T1" fmla="*/ 222 h 34"/>
                  <a:gd name="T2" fmla="*/ 1008 w 64"/>
                  <a:gd name="T3" fmla="*/ 202 h 34"/>
                  <a:gd name="T4" fmla="*/ 987 w 64"/>
                  <a:gd name="T5" fmla="*/ 178 h 34"/>
                  <a:gd name="T6" fmla="*/ 663 w 64"/>
                  <a:gd name="T7" fmla="*/ 82 h 34"/>
                  <a:gd name="T8" fmla="*/ 220 w 64"/>
                  <a:gd name="T9" fmla="*/ 673 h 34"/>
                  <a:gd name="T10" fmla="*/ 319 w 64"/>
                  <a:gd name="T11" fmla="*/ 745 h 34"/>
                  <a:gd name="T12" fmla="*/ 798 w 64"/>
                  <a:gd name="T13" fmla="*/ 22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34">
                    <a:moveTo>
                      <a:pt x="51" y="10"/>
                    </a:moveTo>
                    <a:cubicBezTo>
                      <a:pt x="57" y="8"/>
                      <a:pt x="60" y="8"/>
                      <a:pt x="64" y="9"/>
                    </a:cubicBezTo>
                    <a:cubicBezTo>
                      <a:pt x="64" y="9"/>
                      <a:pt x="63" y="9"/>
                      <a:pt x="63" y="8"/>
                    </a:cubicBezTo>
                    <a:cubicBezTo>
                      <a:pt x="56" y="3"/>
                      <a:pt x="53" y="0"/>
                      <a:pt x="42" y="4"/>
                    </a:cubicBezTo>
                    <a:cubicBezTo>
                      <a:pt x="30" y="8"/>
                      <a:pt x="0" y="25"/>
                      <a:pt x="14" y="31"/>
                    </a:cubicBezTo>
                    <a:cubicBezTo>
                      <a:pt x="16" y="32"/>
                      <a:pt x="18" y="33"/>
                      <a:pt x="20" y="34"/>
                    </a:cubicBezTo>
                    <a:cubicBezTo>
                      <a:pt x="19" y="26"/>
                      <a:pt x="41" y="13"/>
                      <a:pt x="51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7" name="Freeform 124">
                <a:extLst>
                  <a:ext uri="{FF2B5EF4-FFF2-40B4-BE49-F238E27FC236}">
                    <a16:creationId xmlns:a16="http://schemas.microsoft.com/office/drawing/2014/main" id="{AEE08167-B1E5-4F4D-B3AC-99314C462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66"/>
                <a:ext cx="168" cy="96"/>
              </a:xfrm>
              <a:custGeom>
                <a:avLst/>
                <a:gdLst>
                  <a:gd name="T0" fmla="*/ 360 w 97"/>
                  <a:gd name="T1" fmla="*/ 386 h 52"/>
                  <a:gd name="T2" fmla="*/ 1024 w 97"/>
                  <a:gd name="T3" fmla="*/ 209 h 52"/>
                  <a:gd name="T4" fmla="*/ 1512 w 97"/>
                  <a:gd name="T5" fmla="*/ 454 h 52"/>
                  <a:gd name="T6" fmla="*/ 888 w 97"/>
                  <a:gd name="T7" fmla="*/ 81 h 52"/>
                  <a:gd name="T8" fmla="*/ 218 w 97"/>
                  <a:gd name="T9" fmla="*/ 258 h 52"/>
                  <a:gd name="T10" fmla="*/ 262 w 97"/>
                  <a:gd name="T11" fmla="*/ 1115 h 52"/>
                  <a:gd name="T12" fmla="*/ 360 w 97"/>
                  <a:gd name="T13" fmla="*/ 38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52">
                    <a:moveTo>
                      <a:pt x="23" y="18"/>
                    </a:moveTo>
                    <a:cubicBezTo>
                      <a:pt x="30" y="6"/>
                      <a:pt x="54" y="9"/>
                      <a:pt x="66" y="10"/>
                    </a:cubicBezTo>
                    <a:cubicBezTo>
                      <a:pt x="77" y="12"/>
                      <a:pt x="88" y="16"/>
                      <a:pt x="97" y="21"/>
                    </a:cubicBezTo>
                    <a:cubicBezTo>
                      <a:pt x="87" y="13"/>
                      <a:pt x="72" y="6"/>
                      <a:pt x="57" y="4"/>
                    </a:cubicBezTo>
                    <a:cubicBezTo>
                      <a:pt x="45" y="3"/>
                      <a:pt x="21" y="0"/>
                      <a:pt x="14" y="12"/>
                    </a:cubicBezTo>
                    <a:cubicBezTo>
                      <a:pt x="8" y="25"/>
                      <a:pt x="0" y="50"/>
                      <a:pt x="17" y="52"/>
                    </a:cubicBezTo>
                    <a:cubicBezTo>
                      <a:pt x="14" y="43"/>
                      <a:pt x="19" y="27"/>
                      <a:pt x="2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8" name="Freeform 125">
                <a:extLst>
                  <a:ext uri="{FF2B5EF4-FFF2-40B4-BE49-F238E27FC236}">
                    <a16:creationId xmlns:a16="http://schemas.microsoft.com/office/drawing/2014/main" id="{E9614C71-FE65-411C-9373-CBD285670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3188"/>
                <a:ext cx="95" cy="87"/>
              </a:xfrm>
              <a:custGeom>
                <a:avLst/>
                <a:gdLst>
                  <a:gd name="T0" fmla="*/ 340 w 55"/>
                  <a:gd name="T1" fmla="*/ 672 h 47"/>
                  <a:gd name="T2" fmla="*/ 845 w 55"/>
                  <a:gd name="T3" fmla="*/ 278 h 47"/>
                  <a:gd name="T4" fmla="*/ 829 w 55"/>
                  <a:gd name="T5" fmla="*/ 178 h 47"/>
                  <a:gd name="T6" fmla="*/ 197 w 55"/>
                  <a:gd name="T7" fmla="*/ 539 h 47"/>
                  <a:gd name="T8" fmla="*/ 212 w 55"/>
                  <a:gd name="T9" fmla="*/ 998 h 47"/>
                  <a:gd name="T10" fmla="*/ 233 w 55"/>
                  <a:gd name="T11" fmla="*/ 998 h 47"/>
                  <a:gd name="T12" fmla="*/ 340 w 55"/>
                  <a:gd name="T13" fmla="*/ 672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22" y="31"/>
                    </a:moveTo>
                    <a:cubicBezTo>
                      <a:pt x="27" y="25"/>
                      <a:pt x="45" y="15"/>
                      <a:pt x="55" y="13"/>
                    </a:cubicBezTo>
                    <a:cubicBezTo>
                      <a:pt x="55" y="11"/>
                      <a:pt x="54" y="9"/>
                      <a:pt x="54" y="8"/>
                    </a:cubicBez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14" y="46"/>
                      <a:pt x="15" y="46"/>
                      <a:pt x="15" y="46"/>
                    </a:cubicBezTo>
                    <a:cubicBezTo>
                      <a:pt x="15" y="41"/>
                      <a:pt x="18" y="35"/>
                      <a:pt x="22" y="3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9" name="Freeform 126">
                <a:extLst>
                  <a:ext uri="{FF2B5EF4-FFF2-40B4-BE49-F238E27FC236}">
                    <a16:creationId xmlns:a16="http://schemas.microsoft.com/office/drawing/2014/main" id="{DE2C9B5E-F0E2-4D05-A1B2-D49935A94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100"/>
                <a:ext cx="68" cy="158"/>
              </a:xfrm>
              <a:custGeom>
                <a:avLst/>
                <a:gdLst>
                  <a:gd name="T0" fmla="*/ 237 w 39"/>
                  <a:gd name="T1" fmla="*/ 584 h 86"/>
                  <a:gd name="T2" fmla="*/ 584 w 39"/>
                  <a:gd name="T3" fmla="*/ 193 h 86"/>
                  <a:gd name="T4" fmla="*/ 471 w 39"/>
                  <a:gd name="T5" fmla="*/ 44 h 86"/>
                  <a:gd name="T6" fmla="*/ 91 w 39"/>
                  <a:gd name="T7" fmla="*/ 452 h 86"/>
                  <a:gd name="T8" fmla="*/ 610 w 39"/>
                  <a:gd name="T9" fmla="*/ 1718 h 86"/>
                  <a:gd name="T10" fmla="*/ 629 w 39"/>
                  <a:gd name="T11" fmla="*/ 1674 h 86"/>
                  <a:gd name="T12" fmla="*/ 237 w 39"/>
                  <a:gd name="T13" fmla="*/ 584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86">
                    <a:moveTo>
                      <a:pt x="15" y="28"/>
                    </a:moveTo>
                    <a:cubicBezTo>
                      <a:pt x="10" y="18"/>
                      <a:pt x="24" y="16"/>
                      <a:pt x="36" y="9"/>
                    </a:cubicBezTo>
                    <a:cubicBezTo>
                      <a:pt x="34" y="3"/>
                      <a:pt x="32" y="0"/>
                      <a:pt x="29" y="2"/>
                    </a:cubicBezTo>
                    <a:cubicBezTo>
                      <a:pt x="17" y="10"/>
                      <a:pt x="0" y="12"/>
                      <a:pt x="6" y="22"/>
                    </a:cubicBezTo>
                    <a:cubicBezTo>
                      <a:pt x="11" y="33"/>
                      <a:pt x="32" y="86"/>
                      <a:pt x="38" y="82"/>
                    </a:cubicBezTo>
                    <a:cubicBezTo>
                      <a:pt x="38" y="82"/>
                      <a:pt x="39" y="81"/>
                      <a:pt x="39" y="80"/>
                    </a:cubicBezTo>
                    <a:cubicBezTo>
                      <a:pt x="30" y="65"/>
                      <a:pt x="18" y="36"/>
                      <a:pt x="15" y="2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0" name="Freeform 127">
                <a:extLst>
                  <a:ext uri="{FF2B5EF4-FFF2-40B4-BE49-F238E27FC236}">
                    <a16:creationId xmlns:a16="http://schemas.microsoft.com/office/drawing/2014/main" id="{5AECC079-F0C9-4999-847D-328534345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670"/>
                <a:ext cx="1324" cy="960"/>
              </a:xfrm>
              <a:custGeom>
                <a:avLst/>
                <a:gdLst>
                  <a:gd name="T0" fmla="*/ 11939 w 764"/>
                  <a:gd name="T1" fmla="*/ 7294 h 520"/>
                  <a:gd name="T2" fmla="*/ 16 w 764"/>
                  <a:gd name="T3" fmla="*/ 9690 h 520"/>
                  <a:gd name="T4" fmla="*/ 0 w 764"/>
                  <a:gd name="T5" fmla="*/ 3831 h 520"/>
                  <a:gd name="T6" fmla="*/ 11923 w 764"/>
                  <a:gd name="T7" fmla="*/ 3831 h 520"/>
                  <a:gd name="T8" fmla="*/ 11939 w 764"/>
                  <a:gd name="T9" fmla="*/ 7294 h 5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4" h="520">
                    <a:moveTo>
                      <a:pt x="764" y="340"/>
                    </a:moveTo>
                    <a:cubicBezTo>
                      <a:pt x="448" y="520"/>
                      <a:pt x="1" y="452"/>
                      <a:pt x="1" y="45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3" y="179"/>
                      <a:pt x="763" y="179"/>
                    </a:cubicBezTo>
                    <a:lnTo>
                      <a:pt x="764" y="340"/>
                    </a:lnTo>
                    <a:close/>
                  </a:path>
                </a:pathLst>
              </a:custGeom>
              <a:solidFill>
                <a:srgbClr val="D5A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1" name="Freeform 128">
                <a:extLst>
                  <a:ext uri="{FF2B5EF4-FFF2-40B4-BE49-F238E27FC236}">
                    <a16:creationId xmlns:a16="http://schemas.microsoft.com/office/drawing/2014/main" id="{7E5C5727-1DA0-4002-BAC9-559D21A96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836"/>
                <a:ext cx="1324" cy="697"/>
              </a:xfrm>
              <a:custGeom>
                <a:avLst/>
                <a:gdLst>
                  <a:gd name="T0" fmla="*/ 11939 w 764"/>
                  <a:gd name="T1" fmla="*/ 5397 h 377"/>
                  <a:gd name="T2" fmla="*/ 11923 w 764"/>
                  <a:gd name="T3" fmla="*/ 1928 h 377"/>
                  <a:gd name="T4" fmla="*/ 11788 w 764"/>
                  <a:gd name="T5" fmla="*/ 1986 h 377"/>
                  <a:gd name="T6" fmla="*/ 11332 w 764"/>
                  <a:gd name="T7" fmla="*/ 1555 h 377"/>
                  <a:gd name="T8" fmla="*/ 10914 w 764"/>
                  <a:gd name="T9" fmla="*/ 1599 h 377"/>
                  <a:gd name="T10" fmla="*/ 10743 w 764"/>
                  <a:gd name="T11" fmla="*/ 1252 h 377"/>
                  <a:gd name="T12" fmla="*/ 10509 w 764"/>
                  <a:gd name="T13" fmla="*/ 1377 h 377"/>
                  <a:gd name="T14" fmla="*/ 10174 w 764"/>
                  <a:gd name="T15" fmla="*/ 1043 h 377"/>
                  <a:gd name="T16" fmla="*/ 9748 w 764"/>
                  <a:gd name="T17" fmla="*/ 1074 h 377"/>
                  <a:gd name="T18" fmla="*/ 9280 w 764"/>
                  <a:gd name="T19" fmla="*/ 732 h 377"/>
                  <a:gd name="T20" fmla="*/ 8235 w 764"/>
                  <a:gd name="T21" fmla="*/ 690 h 377"/>
                  <a:gd name="T22" fmla="*/ 7740 w 764"/>
                  <a:gd name="T23" fmla="*/ 386 h 377"/>
                  <a:gd name="T24" fmla="*/ 7162 w 764"/>
                  <a:gd name="T25" fmla="*/ 605 h 377"/>
                  <a:gd name="T26" fmla="*/ 5474 w 764"/>
                  <a:gd name="T27" fmla="*/ 349 h 377"/>
                  <a:gd name="T28" fmla="*/ 4773 w 764"/>
                  <a:gd name="T29" fmla="*/ 690 h 377"/>
                  <a:gd name="T30" fmla="*/ 4175 w 764"/>
                  <a:gd name="T31" fmla="*/ 359 h 377"/>
                  <a:gd name="T32" fmla="*/ 3643 w 764"/>
                  <a:gd name="T33" fmla="*/ 714 h 377"/>
                  <a:gd name="T34" fmla="*/ 3246 w 764"/>
                  <a:gd name="T35" fmla="*/ 564 h 377"/>
                  <a:gd name="T36" fmla="*/ 2520 w 764"/>
                  <a:gd name="T37" fmla="*/ 910 h 377"/>
                  <a:gd name="T38" fmla="*/ 1749 w 764"/>
                  <a:gd name="T39" fmla="*/ 1119 h 377"/>
                  <a:gd name="T40" fmla="*/ 964 w 764"/>
                  <a:gd name="T41" fmla="*/ 1401 h 377"/>
                  <a:gd name="T42" fmla="*/ 421 w 764"/>
                  <a:gd name="T43" fmla="*/ 1901 h 377"/>
                  <a:gd name="T44" fmla="*/ 0 w 764"/>
                  <a:gd name="T45" fmla="*/ 1928 h 377"/>
                  <a:gd name="T46" fmla="*/ 16 w 764"/>
                  <a:gd name="T47" fmla="*/ 7817 h 377"/>
                  <a:gd name="T48" fmla="*/ 964 w 764"/>
                  <a:gd name="T49" fmla="*/ 7759 h 377"/>
                  <a:gd name="T50" fmla="*/ 1490 w 764"/>
                  <a:gd name="T51" fmla="*/ 8013 h 377"/>
                  <a:gd name="T52" fmla="*/ 1983 w 764"/>
                  <a:gd name="T53" fmla="*/ 7711 h 377"/>
                  <a:gd name="T54" fmla="*/ 2955 w 764"/>
                  <a:gd name="T55" fmla="*/ 8077 h 377"/>
                  <a:gd name="T56" fmla="*/ 4268 w 764"/>
                  <a:gd name="T57" fmla="*/ 7586 h 377"/>
                  <a:gd name="T58" fmla="*/ 5293 w 764"/>
                  <a:gd name="T59" fmla="*/ 7968 h 377"/>
                  <a:gd name="T60" fmla="*/ 6178 w 764"/>
                  <a:gd name="T61" fmla="*/ 7362 h 377"/>
                  <a:gd name="T62" fmla="*/ 7001 w 764"/>
                  <a:gd name="T63" fmla="*/ 7691 h 377"/>
                  <a:gd name="T64" fmla="*/ 7568 w 764"/>
                  <a:gd name="T65" fmla="*/ 7127 h 377"/>
                  <a:gd name="T66" fmla="*/ 8001 w 764"/>
                  <a:gd name="T67" fmla="*/ 7305 h 377"/>
                  <a:gd name="T68" fmla="*/ 8256 w 764"/>
                  <a:gd name="T69" fmla="*/ 6915 h 377"/>
                  <a:gd name="T70" fmla="*/ 8698 w 764"/>
                  <a:gd name="T71" fmla="*/ 6998 h 377"/>
                  <a:gd name="T72" fmla="*/ 9034 w 764"/>
                  <a:gd name="T73" fmla="*/ 6567 h 377"/>
                  <a:gd name="T74" fmla="*/ 10322 w 764"/>
                  <a:gd name="T75" fmla="*/ 6439 h 377"/>
                  <a:gd name="T76" fmla="*/ 11263 w 764"/>
                  <a:gd name="T77" fmla="*/ 5598 h 377"/>
                  <a:gd name="T78" fmla="*/ 11939 w 764"/>
                  <a:gd name="T79" fmla="*/ 5397 h 37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64" h="377">
                    <a:moveTo>
                      <a:pt x="764" y="250"/>
                    </a:moveTo>
                    <a:cubicBezTo>
                      <a:pt x="763" y="89"/>
                      <a:pt x="763" y="89"/>
                      <a:pt x="763" y="89"/>
                    </a:cubicBezTo>
                    <a:cubicBezTo>
                      <a:pt x="756" y="87"/>
                      <a:pt x="754" y="92"/>
                      <a:pt x="754" y="92"/>
                    </a:cubicBezTo>
                    <a:cubicBezTo>
                      <a:pt x="753" y="87"/>
                      <a:pt x="743" y="80"/>
                      <a:pt x="725" y="72"/>
                    </a:cubicBezTo>
                    <a:cubicBezTo>
                      <a:pt x="707" y="63"/>
                      <a:pt x="698" y="74"/>
                      <a:pt x="698" y="74"/>
                    </a:cubicBezTo>
                    <a:cubicBezTo>
                      <a:pt x="698" y="74"/>
                      <a:pt x="696" y="62"/>
                      <a:pt x="687" y="58"/>
                    </a:cubicBezTo>
                    <a:cubicBezTo>
                      <a:pt x="678" y="55"/>
                      <a:pt x="672" y="64"/>
                      <a:pt x="672" y="64"/>
                    </a:cubicBezTo>
                    <a:cubicBezTo>
                      <a:pt x="672" y="64"/>
                      <a:pt x="672" y="56"/>
                      <a:pt x="651" y="48"/>
                    </a:cubicBezTo>
                    <a:cubicBezTo>
                      <a:pt x="630" y="41"/>
                      <a:pt x="624" y="50"/>
                      <a:pt x="624" y="50"/>
                    </a:cubicBezTo>
                    <a:cubicBezTo>
                      <a:pt x="624" y="50"/>
                      <a:pt x="625" y="44"/>
                      <a:pt x="594" y="34"/>
                    </a:cubicBezTo>
                    <a:cubicBezTo>
                      <a:pt x="562" y="24"/>
                      <a:pt x="546" y="37"/>
                      <a:pt x="527" y="32"/>
                    </a:cubicBezTo>
                    <a:cubicBezTo>
                      <a:pt x="508" y="26"/>
                      <a:pt x="520" y="22"/>
                      <a:pt x="495" y="18"/>
                    </a:cubicBezTo>
                    <a:cubicBezTo>
                      <a:pt x="470" y="13"/>
                      <a:pt x="458" y="28"/>
                      <a:pt x="458" y="28"/>
                    </a:cubicBezTo>
                    <a:cubicBezTo>
                      <a:pt x="454" y="0"/>
                      <a:pt x="378" y="16"/>
                      <a:pt x="350" y="16"/>
                    </a:cubicBezTo>
                    <a:cubicBezTo>
                      <a:pt x="322" y="15"/>
                      <a:pt x="305" y="32"/>
                      <a:pt x="305" y="32"/>
                    </a:cubicBezTo>
                    <a:cubicBezTo>
                      <a:pt x="303" y="22"/>
                      <a:pt x="292" y="16"/>
                      <a:pt x="267" y="17"/>
                    </a:cubicBezTo>
                    <a:cubicBezTo>
                      <a:pt x="242" y="18"/>
                      <a:pt x="233" y="33"/>
                      <a:pt x="233" y="33"/>
                    </a:cubicBezTo>
                    <a:cubicBezTo>
                      <a:pt x="233" y="33"/>
                      <a:pt x="226" y="23"/>
                      <a:pt x="208" y="26"/>
                    </a:cubicBezTo>
                    <a:cubicBezTo>
                      <a:pt x="191" y="28"/>
                      <a:pt x="177" y="46"/>
                      <a:pt x="161" y="42"/>
                    </a:cubicBezTo>
                    <a:cubicBezTo>
                      <a:pt x="145" y="38"/>
                      <a:pt x="126" y="46"/>
                      <a:pt x="112" y="52"/>
                    </a:cubicBezTo>
                    <a:cubicBezTo>
                      <a:pt x="98" y="57"/>
                      <a:pt x="96" y="55"/>
                      <a:pt x="62" y="65"/>
                    </a:cubicBezTo>
                    <a:cubicBezTo>
                      <a:pt x="28" y="76"/>
                      <a:pt x="27" y="88"/>
                      <a:pt x="27" y="88"/>
                    </a:cubicBezTo>
                    <a:cubicBezTo>
                      <a:pt x="23" y="78"/>
                      <a:pt x="0" y="89"/>
                      <a:pt x="0" y="89"/>
                    </a:cubicBezTo>
                    <a:cubicBezTo>
                      <a:pt x="1" y="362"/>
                      <a:pt x="1" y="362"/>
                      <a:pt x="1" y="362"/>
                    </a:cubicBezTo>
                    <a:cubicBezTo>
                      <a:pt x="1" y="362"/>
                      <a:pt x="52" y="371"/>
                      <a:pt x="62" y="359"/>
                    </a:cubicBezTo>
                    <a:cubicBezTo>
                      <a:pt x="62" y="359"/>
                      <a:pt x="64" y="371"/>
                      <a:pt x="95" y="371"/>
                    </a:cubicBezTo>
                    <a:cubicBezTo>
                      <a:pt x="125" y="372"/>
                      <a:pt x="127" y="357"/>
                      <a:pt x="127" y="357"/>
                    </a:cubicBezTo>
                    <a:cubicBezTo>
                      <a:pt x="127" y="357"/>
                      <a:pt x="132" y="377"/>
                      <a:pt x="189" y="374"/>
                    </a:cubicBezTo>
                    <a:cubicBezTo>
                      <a:pt x="247" y="372"/>
                      <a:pt x="256" y="351"/>
                      <a:pt x="273" y="351"/>
                    </a:cubicBezTo>
                    <a:cubicBezTo>
                      <a:pt x="273" y="351"/>
                      <a:pt x="275" y="376"/>
                      <a:pt x="339" y="369"/>
                    </a:cubicBezTo>
                    <a:cubicBezTo>
                      <a:pt x="404" y="363"/>
                      <a:pt x="395" y="341"/>
                      <a:pt x="395" y="341"/>
                    </a:cubicBezTo>
                    <a:cubicBezTo>
                      <a:pt x="395" y="341"/>
                      <a:pt x="403" y="364"/>
                      <a:pt x="448" y="356"/>
                    </a:cubicBezTo>
                    <a:cubicBezTo>
                      <a:pt x="492" y="347"/>
                      <a:pt x="484" y="330"/>
                      <a:pt x="484" y="330"/>
                    </a:cubicBezTo>
                    <a:cubicBezTo>
                      <a:pt x="484" y="330"/>
                      <a:pt x="492" y="344"/>
                      <a:pt x="512" y="338"/>
                    </a:cubicBezTo>
                    <a:cubicBezTo>
                      <a:pt x="533" y="333"/>
                      <a:pt x="528" y="320"/>
                      <a:pt x="528" y="320"/>
                    </a:cubicBezTo>
                    <a:cubicBezTo>
                      <a:pt x="528" y="320"/>
                      <a:pt x="538" y="332"/>
                      <a:pt x="556" y="324"/>
                    </a:cubicBezTo>
                    <a:cubicBezTo>
                      <a:pt x="574" y="316"/>
                      <a:pt x="578" y="304"/>
                      <a:pt x="578" y="304"/>
                    </a:cubicBezTo>
                    <a:cubicBezTo>
                      <a:pt x="578" y="304"/>
                      <a:pt x="586" y="326"/>
                      <a:pt x="660" y="298"/>
                    </a:cubicBezTo>
                    <a:cubicBezTo>
                      <a:pt x="734" y="271"/>
                      <a:pt x="721" y="259"/>
                      <a:pt x="721" y="259"/>
                    </a:cubicBezTo>
                    <a:cubicBezTo>
                      <a:pt x="721" y="259"/>
                      <a:pt x="737" y="271"/>
                      <a:pt x="764" y="250"/>
                    </a:cubicBez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2" name="Freeform 129">
                <a:extLst>
                  <a:ext uri="{FF2B5EF4-FFF2-40B4-BE49-F238E27FC236}">
                    <a16:creationId xmlns:a16="http://schemas.microsoft.com/office/drawing/2014/main" id="{8F20E4D4-6BE8-4BCC-9020-748CD4B9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836"/>
                <a:ext cx="1322" cy="697"/>
              </a:xfrm>
              <a:custGeom>
                <a:avLst/>
                <a:gdLst>
                  <a:gd name="T0" fmla="*/ 11915 w 763"/>
                  <a:gd name="T1" fmla="*/ 5397 h 377"/>
                  <a:gd name="T2" fmla="*/ 11896 w 763"/>
                  <a:gd name="T3" fmla="*/ 1928 h 377"/>
                  <a:gd name="T4" fmla="*/ 11759 w 763"/>
                  <a:gd name="T5" fmla="*/ 1986 h 377"/>
                  <a:gd name="T6" fmla="*/ 11302 w 763"/>
                  <a:gd name="T7" fmla="*/ 1555 h 377"/>
                  <a:gd name="T8" fmla="*/ 10886 w 763"/>
                  <a:gd name="T9" fmla="*/ 1599 h 377"/>
                  <a:gd name="T10" fmla="*/ 10715 w 763"/>
                  <a:gd name="T11" fmla="*/ 1252 h 377"/>
                  <a:gd name="T12" fmla="*/ 10481 w 763"/>
                  <a:gd name="T13" fmla="*/ 1377 h 377"/>
                  <a:gd name="T14" fmla="*/ 10146 w 763"/>
                  <a:gd name="T15" fmla="*/ 1043 h 377"/>
                  <a:gd name="T16" fmla="*/ 9727 w 763"/>
                  <a:gd name="T17" fmla="*/ 1074 h 377"/>
                  <a:gd name="T18" fmla="*/ 9252 w 763"/>
                  <a:gd name="T19" fmla="*/ 732 h 377"/>
                  <a:gd name="T20" fmla="*/ 8207 w 763"/>
                  <a:gd name="T21" fmla="*/ 690 h 377"/>
                  <a:gd name="T22" fmla="*/ 7712 w 763"/>
                  <a:gd name="T23" fmla="*/ 386 h 377"/>
                  <a:gd name="T24" fmla="*/ 7158 w 763"/>
                  <a:gd name="T25" fmla="*/ 605 h 377"/>
                  <a:gd name="T26" fmla="*/ 5461 w 763"/>
                  <a:gd name="T27" fmla="*/ 349 h 377"/>
                  <a:gd name="T28" fmla="*/ 4758 w 763"/>
                  <a:gd name="T29" fmla="*/ 690 h 377"/>
                  <a:gd name="T30" fmla="*/ 4172 w 763"/>
                  <a:gd name="T31" fmla="*/ 359 h 377"/>
                  <a:gd name="T32" fmla="*/ 3642 w 763"/>
                  <a:gd name="T33" fmla="*/ 714 h 377"/>
                  <a:gd name="T34" fmla="*/ 3245 w 763"/>
                  <a:gd name="T35" fmla="*/ 564 h 377"/>
                  <a:gd name="T36" fmla="*/ 2512 w 763"/>
                  <a:gd name="T37" fmla="*/ 910 h 377"/>
                  <a:gd name="T38" fmla="*/ 1746 w 763"/>
                  <a:gd name="T39" fmla="*/ 1119 h 377"/>
                  <a:gd name="T40" fmla="*/ 963 w 763"/>
                  <a:gd name="T41" fmla="*/ 1401 h 377"/>
                  <a:gd name="T42" fmla="*/ 421 w 763"/>
                  <a:gd name="T43" fmla="*/ 1901 h 377"/>
                  <a:gd name="T44" fmla="*/ 0 w 763"/>
                  <a:gd name="T45" fmla="*/ 1928 h 377"/>
                  <a:gd name="T46" fmla="*/ 16 w 763"/>
                  <a:gd name="T47" fmla="*/ 7817 h 377"/>
                  <a:gd name="T48" fmla="*/ 958 w 763"/>
                  <a:gd name="T49" fmla="*/ 7759 h 377"/>
                  <a:gd name="T50" fmla="*/ 1468 w 763"/>
                  <a:gd name="T51" fmla="*/ 8013 h 377"/>
                  <a:gd name="T52" fmla="*/ 1982 w 763"/>
                  <a:gd name="T53" fmla="*/ 7711 h 377"/>
                  <a:gd name="T54" fmla="*/ 2947 w 763"/>
                  <a:gd name="T55" fmla="*/ 8077 h 377"/>
                  <a:gd name="T56" fmla="*/ 4245 w 763"/>
                  <a:gd name="T57" fmla="*/ 7586 h 377"/>
                  <a:gd name="T58" fmla="*/ 5290 w 763"/>
                  <a:gd name="T59" fmla="*/ 7968 h 377"/>
                  <a:gd name="T60" fmla="*/ 6154 w 763"/>
                  <a:gd name="T61" fmla="*/ 7362 h 377"/>
                  <a:gd name="T62" fmla="*/ 6974 w 763"/>
                  <a:gd name="T63" fmla="*/ 7691 h 377"/>
                  <a:gd name="T64" fmla="*/ 7540 w 763"/>
                  <a:gd name="T65" fmla="*/ 7127 h 377"/>
                  <a:gd name="T66" fmla="*/ 7994 w 763"/>
                  <a:gd name="T67" fmla="*/ 7305 h 377"/>
                  <a:gd name="T68" fmla="*/ 8244 w 763"/>
                  <a:gd name="T69" fmla="*/ 6915 h 377"/>
                  <a:gd name="T70" fmla="*/ 8682 w 763"/>
                  <a:gd name="T71" fmla="*/ 6998 h 377"/>
                  <a:gd name="T72" fmla="*/ 9015 w 763"/>
                  <a:gd name="T73" fmla="*/ 6567 h 377"/>
                  <a:gd name="T74" fmla="*/ 10294 w 763"/>
                  <a:gd name="T75" fmla="*/ 6439 h 377"/>
                  <a:gd name="T76" fmla="*/ 11240 w 763"/>
                  <a:gd name="T77" fmla="*/ 5598 h 377"/>
                  <a:gd name="T78" fmla="*/ 11915 w 763"/>
                  <a:gd name="T79" fmla="*/ 5397 h 37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63" h="377">
                    <a:moveTo>
                      <a:pt x="763" y="250"/>
                    </a:moveTo>
                    <a:cubicBezTo>
                      <a:pt x="762" y="89"/>
                      <a:pt x="762" y="89"/>
                      <a:pt x="762" y="89"/>
                    </a:cubicBezTo>
                    <a:cubicBezTo>
                      <a:pt x="755" y="87"/>
                      <a:pt x="753" y="92"/>
                      <a:pt x="753" y="92"/>
                    </a:cubicBezTo>
                    <a:cubicBezTo>
                      <a:pt x="752" y="87"/>
                      <a:pt x="742" y="80"/>
                      <a:pt x="724" y="72"/>
                    </a:cubicBezTo>
                    <a:cubicBezTo>
                      <a:pt x="706" y="63"/>
                      <a:pt x="697" y="74"/>
                      <a:pt x="697" y="74"/>
                    </a:cubicBezTo>
                    <a:cubicBezTo>
                      <a:pt x="697" y="74"/>
                      <a:pt x="695" y="62"/>
                      <a:pt x="686" y="58"/>
                    </a:cubicBezTo>
                    <a:cubicBezTo>
                      <a:pt x="677" y="55"/>
                      <a:pt x="671" y="64"/>
                      <a:pt x="671" y="64"/>
                    </a:cubicBezTo>
                    <a:cubicBezTo>
                      <a:pt x="671" y="64"/>
                      <a:pt x="671" y="56"/>
                      <a:pt x="650" y="48"/>
                    </a:cubicBezTo>
                    <a:cubicBezTo>
                      <a:pt x="629" y="41"/>
                      <a:pt x="623" y="50"/>
                      <a:pt x="623" y="50"/>
                    </a:cubicBezTo>
                    <a:cubicBezTo>
                      <a:pt x="623" y="50"/>
                      <a:pt x="624" y="44"/>
                      <a:pt x="593" y="34"/>
                    </a:cubicBezTo>
                    <a:cubicBezTo>
                      <a:pt x="562" y="24"/>
                      <a:pt x="545" y="37"/>
                      <a:pt x="526" y="32"/>
                    </a:cubicBezTo>
                    <a:cubicBezTo>
                      <a:pt x="508" y="26"/>
                      <a:pt x="520" y="22"/>
                      <a:pt x="494" y="18"/>
                    </a:cubicBezTo>
                    <a:cubicBezTo>
                      <a:pt x="469" y="13"/>
                      <a:pt x="458" y="28"/>
                      <a:pt x="458" y="28"/>
                    </a:cubicBezTo>
                    <a:cubicBezTo>
                      <a:pt x="453" y="0"/>
                      <a:pt x="378" y="16"/>
                      <a:pt x="350" y="16"/>
                    </a:cubicBezTo>
                    <a:cubicBezTo>
                      <a:pt x="322" y="15"/>
                      <a:pt x="305" y="32"/>
                      <a:pt x="305" y="32"/>
                    </a:cubicBezTo>
                    <a:cubicBezTo>
                      <a:pt x="303" y="22"/>
                      <a:pt x="292" y="16"/>
                      <a:pt x="267" y="17"/>
                    </a:cubicBezTo>
                    <a:cubicBezTo>
                      <a:pt x="241" y="18"/>
                      <a:pt x="233" y="33"/>
                      <a:pt x="233" y="33"/>
                    </a:cubicBezTo>
                    <a:cubicBezTo>
                      <a:pt x="233" y="33"/>
                      <a:pt x="225" y="23"/>
                      <a:pt x="208" y="26"/>
                    </a:cubicBezTo>
                    <a:cubicBezTo>
                      <a:pt x="191" y="28"/>
                      <a:pt x="177" y="46"/>
                      <a:pt x="161" y="42"/>
                    </a:cubicBezTo>
                    <a:cubicBezTo>
                      <a:pt x="145" y="38"/>
                      <a:pt x="126" y="46"/>
                      <a:pt x="112" y="52"/>
                    </a:cubicBezTo>
                    <a:cubicBezTo>
                      <a:pt x="98" y="57"/>
                      <a:pt x="95" y="55"/>
                      <a:pt x="62" y="65"/>
                    </a:cubicBezTo>
                    <a:cubicBezTo>
                      <a:pt x="28" y="76"/>
                      <a:pt x="27" y="88"/>
                      <a:pt x="27" y="88"/>
                    </a:cubicBezTo>
                    <a:cubicBezTo>
                      <a:pt x="23" y="78"/>
                      <a:pt x="0" y="89"/>
                      <a:pt x="0" y="89"/>
                    </a:cubicBezTo>
                    <a:cubicBezTo>
                      <a:pt x="1" y="362"/>
                      <a:pt x="1" y="362"/>
                      <a:pt x="1" y="362"/>
                    </a:cubicBezTo>
                    <a:cubicBezTo>
                      <a:pt x="1" y="362"/>
                      <a:pt x="52" y="371"/>
                      <a:pt x="61" y="359"/>
                    </a:cubicBezTo>
                    <a:cubicBezTo>
                      <a:pt x="61" y="359"/>
                      <a:pt x="64" y="371"/>
                      <a:pt x="94" y="371"/>
                    </a:cubicBezTo>
                    <a:cubicBezTo>
                      <a:pt x="125" y="372"/>
                      <a:pt x="127" y="357"/>
                      <a:pt x="127" y="357"/>
                    </a:cubicBezTo>
                    <a:cubicBezTo>
                      <a:pt x="127" y="357"/>
                      <a:pt x="132" y="377"/>
                      <a:pt x="189" y="374"/>
                    </a:cubicBezTo>
                    <a:cubicBezTo>
                      <a:pt x="246" y="372"/>
                      <a:pt x="256" y="351"/>
                      <a:pt x="272" y="351"/>
                    </a:cubicBezTo>
                    <a:cubicBezTo>
                      <a:pt x="272" y="351"/>
                      <a:pt x="275" y="376"/>
                      <a:pt x="339" y="369"/>
                    </a:cubicBezTo>
                    <a:cubicBezTo>
                      <a:pt x="403" y="363"/>
                      <a:pt x="394" y="341"/>
                      <a:pt x="394" y="341"/>
                    </a:cubicBezTo>
                    <a:cubicBezTo>
                      <a:pt x="394" y="341"/>
                      <a:pt x="402" y="364"/>
                      <a:pt x="447" y="356"/>
                    </a:cubicBezTo>
                    <a:cubicBezTo>
                      <a:pt x="492" y="347"/>
                      <a:pt x="483" y="330"/>
                      <a:pt x="483" y="330"/>
                    </a:cubicBezTo>
                    <a:cubicBezTo>
                      <a:pt x="483" y="330"/>
                      <a:pt x="491" y="344"/>
                      <a:pt x="512" y="338"/>
                    </a:cubicBezTo>
                    <a:cubicBezTo>
                      <a:pt x="532" y="333"/>
                      <a:pt x="528" y="320"/>
                      <a:pt x="528" y="320"/>
                    </a:cubicBezTo>
                    <a:cubicBezTo>
                      <a:pt x="528" y="320"/>
                      <a:pt x="538" y="332"/>
                      <a:pt x="556" y="324"/>
                    </a:cubicBezTo>
                    <a:cubicBezTo>
                      <a:pt x="574" y="316"/>
                      <a:pt x="577" y="304"/>
                      <a:pt x="577" y="304"/>
                    </a:cubicBezTo>
                    <a:cubicBezTo>
                      <a:pt x="577" y="304"/>
                      <a:pt x="586" y="326"/>
                      <a:pt x="659" y="298"/>
                    </a:cubicBezTo>
                    <a:cubicBezTo>
                      <a:pt x="733" y="271"/>
                      <a:pt x="720" y="259"/>
                      <a:pt x="720" y="259"/>
                    </a:cubicBezTo>
                    <a:cubicBezTo>
                      <a:pt x="720" y="259"/>
                      <a:pt x="736" y="271"/>
                      <a:pt x="763" y="25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3" name="Freeform 130">
                <a:extLst>
                  <a:ext uri="{FF2B5EF4-FFF2-40B4-BE49-F238E27FC236}">
                    <a16:creationId xmlns:a16="http://schemas.microsoft.com/office/drawing/2014/main" id="{E74144D1-BD72-458B-8F23-CFEC15A30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001"/>
                <a:ext cx="114" cy="38"/>
              </a:xfrm>
              <a:custGeom>
                <a:avLst/>
                <a:gdLst>
                  <a:gd name="T0" fmla="*/ 0 w 66"/>
                  <a:gd name="T1" fmla="*/ 147 h 21"/>
                  <a:gd name="T2" fmla="*/ 340 w 66"/>
                  <a:gd name="T3" fmla="*/ 367 h 21"/>
                  <a:gd name="T4" fmla="*/ 632 w 66"/>
                  <a:gd name="T5" fmla="*/ 367 h 21"/>
                  <a:gd name="T6" fmla="*/ 1014 w 66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1">
                    <a:moveTo>
                      <a:pt x="0" y="8"/>
                    </a:moveTo>
                    <a:cubicBezTo>
                      <a:pt x="8" y="9"/>
                      <a:pt x="14" y="17"/>
                      <a:pt x="22" y="19"/>
                    </a:cubicBezTo>
                    <a:cubicBezTo>
                      <a:pt x="28" y="21"/>
                      <a:pt x="35" y="20"/>
                      <a:pt x="41" y="19"/>
                    </a:cubicBezTo>
                    <a:cubicBezTo>
                      <a:pt x="51" y="18"/>
                      <a:pt x="63" y="9"/>
                      <a:pt x="6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4" name="Freeform 131">
                <a:extLst>
                  <a:ext uri="{FF2B5EF4-FFF2-40B4-BE49-F238E27FC236}">
                    <a16:creationId xmlns:a16="http://schemas.microsoft.com/office/drawing/2014/main" id="{68727D59-C550-4181-9EBB-8947662E7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1947"/>
                <a:ext cx="205" cy="44"/>
              </a:xfrm>
              <a:custGeom>
                <a:avLst/>
                <a:gdLst>
                  <a:gd name="T0" fmla="*/ 0 w 118"/>
                  <a:gd name="T1" fmla="*/ 501 h 24"/>
                  <a:gd name="T2" fmla="*/ 172 w 118"/>
                  <a:gd name="T3" fmla="*/ 394 h 24"/>
                  <a:gd name="T4" fmla="*/ 519 w 118"/>
                  <a:gd name="T5" fmla="*/ 376 h 24"/>
                  <a:gd name="T6" fmla="*/ 1028 w 118"/>
                  <a:gd name="T7" fmla="*/ 451 h 24"/>
                  <a:gd name="T8" fmla="*/ 1485 w 118"/>
                  <a:gd name="T9" fmla="*/ 172 h 24"/>
                  <a:gd name="T10" fmla="*/ 1866 w 11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24">
                    <a:moveTo>
                      <a:pt x="0" y="24"/>
                    </a:moveTo>
                    <a:cubicBezTo>
                      <a:pt x="4" y="23"/>
                      <a:pt x="7" y="20"/>
                      <a:pt x="11" y="19"/>
                    </a:cubicBezTo>
                    <a:cubicBezTo>
                      <a:pt x="18" y="17"/>
                      <a:pt x="26" y="18"/>
                      <a:pt x="33" y="18"/>
                    </a:cubicBezTo>
                    <a:cubicBezTo>
                      <a:pt x="44" y="17"/>
                      <a:pt x="53" y="21"/>
                      <a:pt x="65" y="22"/>
                    </a:cubicBezTo>
                    <a:cubicBezTo>
                      <a:pt x="76" y="23"/>
                      <a:pt x="85" y="14"/>
                      <a:pt x="94" y="8"/>
                    </a:cubicBezTo>
                    <a:cubicBezTo>
                      <a:pt x="101" y="2"/>
                      <a:pt x="110" y="0"/>
                      <a:pt x="118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5" name="Freeform 132">
                <a:extLst>
                  <a:ext uri="{FF2B5EF4-FFF2-40B4-BE49-F238E27FC236}">
                    <a16:creationId xmlns:a16="http://schemas.microsoft.com/office/drawing/2014/main" id="{CDCADD50-1BDB-4694-B031-3CB9C0FCE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895"/>
                <a:ext cx="38" cy="52"/>
              </a:xfrm>
              <a:custGeom>
                <a:avLst/>
                <a:gdLst>
                  <a:gd name="T0" fmla="*/ 340 w 22"/>
                  <a:gd name="T1" fmla="*/ 0 h 28"/>
                  <a:gd name="T2" fmla="*/ 257 w 22"/>
                  <a:gd name="T3" fmla="*/ 418 h 28"/>
                  <a:gd name="T4" fmla="*/ 0 w 22"/>
                  <a:gd name="T5" fmla="*/ 62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0" y="6"/>
                      <a:pt x="21" y="14"/>
                      <a:pt x="17" y="19"/>
                    </a:cubicBezTo>
                    <a:cubicBezTo>
                      <a:pt x="14" y="24"/>
                      <a:pt x="1" y="27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6" name="Freeform 133">
                <a:extLst>
                  <a:ext uri="{FF2B5EF4-FFF2-40B4-BE49-F238E27FC236}">
                    <a16:creationId xmlns:a16="http://schemas.microsoft.com/office/drawing/2014/main" id="{57B96D13-F763-4677-A06A-FCE9F1764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2089"/>
                <a:ext cx="90" cy="80"/>
              </a:xfrm>
              <a:custGeom>
                <a:avLst/>
                <a:gdLst>
                  <a:gd name="T0" fmla="*/ 0 w 52"/>
                  <a:gd name="T1" fmla="*/ 112 h 43"/>
                  <a:gd name="T2" fmla="*/ 341 w 52"/>
                  <a:gd name="T3" fmla="*/ 84 h 43"/>
                  <a:gd name="T4" fmla="*/ 419 w 52"/>
                  <a:gd name="T5" fmla="*/ 515 h 43"/>
                  <a:gd name="T6" fmla="*/ 684 w 52"/>
                  <a:gd name="T7" fmla="*/ 958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3">
                    <a:moveTo>
                      <a:pt x="0" y="5"/>
                    </a:moveTo>
                    <a:cubicBezTo>
                      <a:pt x="7" y="2"/>
                      <a:pt x="15" y="0"/>
                      <a:pt x="22" y="4"/>
                    </a:cubicBezTo>
                    <a:cubicBezTo>
                      <a:pt x="28" y="8"/>
                      <a:pt x="33" y="17"/>
                      <a:pt x="27" y="23"/>
                    </a:cubicBezTo>
                    <a:cubicBezTo>
                      <a:pt x="35" y="11"/>
                      <a:pt x="52" y="36"/>
                      <a:pt x="44" y="4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7" name="Freeform 134">
                <a:extLst>
                  <a:ext uri="{FF2B5EF4-FFF2-40B4-BE49-F238E27FC236}">
                    <a16:creationId xmlns:a16="http://schemas.microsoft.com/office/drawing/2014/main" id="{5AF16660-43AB-43CA-B162-1C1D4B391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916"/>
                <a:ext cx="201" cy="31"/>
              </a:xfrm>
              <a:custGeom>
                <a:avLst/>
                <a:gdLst>
                  <a:gd name="T0" fmla="*/ 1811 w 116"/>
                  <a:gd name="T1" fmla="*/ 0 h 17"/>
                  <a:gd name="T2" fmla="*/ 1724 w 116"/>
                  <a:gd name="T3" fmla="*/ 177 h 17"/>
                  <a:gd name="T4" fmla="*/ 1549 w 116"/>
                  <a:gd name="T5" fmla="*/ 219 h 17"/>
                  <a:gd name="T6" fmla="*/ 1081 w 116"/>
                  <a:gd name="T7" fmla="*/ 162 h 17"/>
                  <a:gd name="T8" fmla="*/ 594 w 116"/>
                  <a:gd name="T9" fmla="*/ 295 h 17"/>
                  <a:gd name="T10" fmla="*/ 282 w 116"/>
                  <a:gd name="T11" fmla="*/ 323 h 17"/>
                  <a:gd name="T12" fmla="*/ 0 w 116"/>
                  <a:gd name="T13" fmla="*/ 28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7">
                    <a:moveTo>
                      <a:pt x="116" y="0"/>
                    </a:moveTo>
                    <a:cubicBezTo>
                      <a:pt x="115" y="1"/>
                      <a:pt x="114" y="6"/>
                      <a:pt x="110" y="9"/>
                    </a:cubicBezTo>
                    <a:cubicBezTo>
                      <a:pt x="107" y="11"/>
                      <a:pt x="103" y="11"/>
                      <a:pt x="99" y="11"/>
                    </a:cubicBezTo>
                    <a:cubicBezTo>
                      <a:pt x="88" y="12"/>
                      <a:pt x="80" y="9"/>
                      <a:pt x="69" y="8"/>
                    </a:cubicBezTo>
                    <a:cubicBezTo>
                      <a:pt x="57" y="7"/>
                      <a:pt x="49" y="12"/>
                      <a:pt x="38" y="15"/>
                    </a:cubicBezTo>
                    <a:cubicBezTo>
                      <a:pt x="32" y="17"/>
                      <a:pt x="25" y="16"/>
                      <a:pt x="18" y="16"/>
                    </a:cubicBezTo>
                    <a:cubicBezTo>
                      <a:pt x="12" y="16"/>
                      <a:pt x="4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8" name="Freeform 135">
                <a:extLst>
                  <a:ext uri="{FF2B5EF4-FFF2-40B4-BE49-F238E27FC236}">
                    <a16:creationId xmlns:a16="http://schemas.microsoft.com/office/drawing/2014/main" id="{15E1A4AC-5AFF-42C4-B604-92AA076C3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951"/>
                <a:ext cx="177" cy="51"/>
              </a:xfrm>
              <a:custGeom>
                <a:avLst/>
                <a:gdLst>
                  <a:gd name="T0" fmla="*/ 0 w 102"/>
                  <a:gd name="T1" fmla="*/ 219 h 28"/>
                  <a:gd name="T2" fmla="*/ 602 w 102"/>
                  <a:gd name="T3" fmla="*/ 120 h 28"/>
                  <a:gd name="T4" fmla="*/ 1008 w 102"/>
                  <a:gd name="T5" fmla="*/ 561 h 28"/>
                  <a:gd name="T6" fmla="*/ 1605 w 102"/>
                  <a:gd name="T7" fmla="*/ 12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8">
                    <a:moveTo>
                      <a:pt x="0" y="11"/>
                    </a:moveTo>
                    <a:cubicBezTo>
                      <a:pt x="11" y="5"/>
                      <a:pt x="25" y="1"/>
                      <a:pt x="38" y="6"/>
                    </a:cubicBezTo>
                    <a:cubicBezTo>
                      <a:pt x="52" y="11"/>
                      <a:pt x="57" y="15"/>
                      <a:pt x="64" y="28"/>
                    </a:cubicBezTo>
                    <a:cubicBezTo>
                      <a:pt x="63" y="10"/>
                      <a:pt x="88" y="0"/>
                      <a:pt x="102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9" name="Freeform 136">
                <a:extLst>
                  <a:ext uri="{FF2B5EF4-FFF2-40B4-BE49-F238E27FC236}">
                    <a16:creationId xmlns:a16="http://schemas.microsoft.com/office/drawing/2014/main" id="{5C050942-C55A-43F6-B3B6-91CBFF89D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030"/>
                <a:ext cx="102" cy="50"/>
              </a:xfrm>
              <a:custGeom>
                <a:avLst/>
                <a:gdLst>
                  <a:gd name="T0" fmla="*/ 0 w 59"/>
                  <a:gd name="T1" fmla="*/ 0 h 27"/>
                  <a:gd name="T2" fmla="*/ 213 w 59"/>
                  <a:gd name="T3" fmla="*/ 261 h 27"/>
                  <a:gd name="T4" fmla="*/ 197 w 59"/>
                  <a:gd name="T5" fmla="*/ 591 h 27"/>
                  <a:gd name="T6" fmla="*/ 512 w 59"/>
                  <a:gd name="T7" fmla="*/ 178 h 27"/>
                  <a:gd name="T8" fmla="*/ 714 w 59"/>
                  <a:gd name="T9" fmla="*/ 150 h 27"/>
                  <a:gd name="T10" fmla="*/ 909 w 59"/>
                  <a:gd name="T11" fmla="*/ 23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7">
                    <a:moveTo>
                      <a:pt x="0" y="0"/>
                    </a:moveTo>
                    <a:cubicBezTo>
                      <a:pt x="5" y="5"/>
                      <a:pt x="11" y="3"/>
                      <a:pt x="14" y="12"/>
                    </a:cubicBezTo>
                    <a:cubicBezTo>
                      <a:pt x="15" y="16"/>
                      <a:pt x="16" y="23"/>
                      <a:pt x="13" y="27"/>
                    </a:cubicBezTo>
                    <a:cubicBezTo>
                      <a:pt x="19" y="19"/>
                      <a:pt x="23" y="11"/>
                      <a:pt x="33" y="8"/>
                    </a:cubicBezTo>
                    <a:cubicBezTo>
                      <a:pt x="37" y="6"/>
                      <a:pt x="42" y="6"/>
                      <a:pt x="46" y="7"/>
                    </a:cubicBezTo>
                    <a:cubicBezTo>
                      <a:pt x="51" y="8"/>
                      <a:pt x="54" y="10"/>
                      <a:pt x="59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0" name="Freeform 137">
                <a:extLst>
                  <a:ext uri="{FF2B5EF4-FFF2-40B4-BE49-F238E27FC236}">
                    <a16:creationId xmlns:a16="http://schemas.microsoft.com/office/drawing/2014/main" id="{11C2921D-F364-40BC-AEB4-A0D20BF5F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006"/>
                <a:ext cx="248" cy="54"/>
              </a:xfrm>
              <a:custGeom>
                <a:avLst/>
                <a:gdLst>
                  <a:gd name="T0" fmla="*/ 0 w 143"/>
                  <a:gd name="T1" fmla="*/ 419 h 29"/>
                  <a:gd name="T2" fmla="*/ 910 w 143"/>
                  <a:gd name="T3" fmla="*/ 156 h 29"/>
                  <a:gd name="T4" fmla="*/ 1221 w 143"/>
                  <a:gd name="T5" fmla="*/ 628 h 29"/>
                  <a:gd name="T6" fmla="*/ 1285 w 143"/>
                  <a:gd name="T7" fmla="*/ 652 h 29"/>
                  <a:gd name="T8" fmla="*/ 1663 w 143"/>
                  <a:gd name="T9" fmla="*/ 181 h 29"/>
                  <a:gd name="T10" fmla="*/ 2008 w 143"/>
                  <a:gd name="T11" fmla="*/ 290 h 29"/>
                  <a:gd name="T12" fmla="*/ 2244 w 143"/>
                  <a:gd name="T13" fmla="*/ 36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29">
                    <a:moveTo>
                      <a:pt x="0" y="19"/>
                    </a:moveTo>
                    <a:cubicBezTo>
                      <a:pt x="12" y="4"/>
                      <a:pt x="41" y="0"/>
                      <a:pt x="58" y="7"/>
                    </a:cubicBezTo>
                    <a:cubicBezTo>
                      <a:pt x="67" y="10"/>
                      <a:pt x="79" y="18"/>
                      <a:pt x="78" y="28"/>
                    </a:cubicBezTo>
                    <a:cubicBezTo>
                      <a:pt x="79" y="28"/>
                      <a:pt x="81" y="29"/>
                      <a:pt x="82" y="29"/>
                    </a:cubicBezTo>
                    <a:cubicBezTo>
                      <a:pt x="84" y="17"/>
                      <a:pt x="95" y="9"/>
                      <a:pt x="106" y="8"/>
                    </a:cubicBezTo>
                    <a:cubicBezTo>
                      <a:pt x="114" y="8"/>
                      <a:pt x="121" y="11"/>
                      <a:pt x="128" y="13"/>
                    </a:cubicBezTo>
                    <a:cubicBezTo>
                      <a:pt x="133" y="15"/>
                      <a:pt x="139" y="14"/>
                      <a:pt x="143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1" name="Freeform 138">
                <a:extLst>
                  <a:ext uri="{FF2B5EF4-FFF2-40B4-BE49-F238E27FC236}">
                    <a16:creationId xmlns:a16="http://schemas.microsoft.com/office/drawing/2014/main" id="{334920EF-89B1-4F80-A630-FFBBBC75E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047"/>
                <a:ext cx="414" cy="114"/>
              </a:xfrm>
              <a:custGeom>
                <a:avLst/>
                <a:gdLst>
                  <a:gd name="T0" fmla="*/ 0 w 239"/>
                  <a:gd name="T1" fmla="*/ 903 h 62"/>
                  <a:gd name="T2" fmla="*/ 442 w 239"/>
                  <a:gd name="T3" fmla="*/ 951 h 62"/>
                  <a:gd name="T4" fmla="*/ 825 w 239"/>
                  <a:gd name="T5" fmla="*/ 1305 h 62"/>
                  <a:gd name="T6" fmla="*/ 1663 w 239"/>
                  <a:gd name="T7" fmla="*/ 903 h 62"/>
                  <a:gd name="T8" fmla="*/ 2874 w 239"/>
                  <a:gd name="T9" fmla="*/ 1225 h 62"/>
                  <a:gd name="T10" fmla="*/ 2881 w 239"/>
                  <a:gd name="T11" fmla="*/ 1237 h 62"/>
                  <a:gd name="T12" fmla="*/ 3726 w 239"/>
                  <a:gd name="T13" fmla="*/ 984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9" h="62">
                    <a:moveTo>
                      <a:pt x="0" y="43"/>
                    </a:moveTo>
                    <a:cubicBezTo>
                      <a:pt x="7" y="39"/>
                      <a:pt x="21" y="42"/>
                      <a:pt x="28" y="45"/>
                    </a:cubicBezTo>
                    <a:cubicBezTo>
                      <a:pt x="39" y="48"/>
                      <a:pt x="46" y="54"/>
                      <a:pt x="53" y="62"/>
                    </a:cubicBezTo>
                    <a:cubicBezTo>
                      <a:pt x="58" y="39"/>
                      <a:pt x="87" y="30"/>
                      <a:pt x="107" y="43"/>
                    </a:cubicBezTo>
                    <a:cubicBezTo>
                      <a:pt x="99" y="0"/>
                      <a:pt x="198" y="15"/>
                      <a:pt x="184" y="58"/>
                    </a:cubicBezTo>
                    <a:cubicBezTo>
                      <a:pt x="185" y="58"/>
                      <a:pt x="185" y="58"/>
                      <a:pt x="185" y="59"/>
                    </a:cubicBezTo>
                    <a:cubicBezTo>
                      <a:pt x="198" y="47"/>
                      <a:pt x="223" y="34"/>
                      <a:pt x="239" y="4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2" name="Freeform 139">
                <a:extLst>
                  <a:ext uri="{FF2B5EF4-FFF2-40B4-BE49-F238E27FC236}">
                    <a16:creationId xmlns:a16="http://schemas.microsoft.com/office/drawing/2014/main" id="{DBBAE7F7-223B-4AF9-8CAF-B91A17316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150"/>
                <a:ext cx="103" cy="39"/>
              </a:xfrm>
              <a:custGeom>
                <a:avLst/>
                <a:gdLst>
                  <a:gd name="T0" fmla="*/ 896 w 60"/>
                  <a:gd name="T1" fmla="*/ 0 h 21"/>
                  <a:gd name="T2" fmla="*/ 0 w 60"/>
                  <a:gd name="T3" fmla="*/ 26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1">
                    <a:moveTo>
                      <a:pt x="60" y="0"/>
                    </a:moveTo>
                    <a:cubicBezTo>
                      <a:pt x="45" y="19"/>
                      <a:pt x="22" y="21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3" name="Freeform 140">
                <a:extLst>
                  <a:ext uri="{FF2B5EF4-FFF2-40B4-BE49-F238E27FC236}">
                    <a16:creationId xmlns:a16="http://schemas.microsoft.com/office/drawing/2014/main" id="{BC7581E3-61D1-42CF-84D5-C377A6DF5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017"/>
                <a:ext cx="85" cy="33"/>
              </a:xfrm>
              <a:custGeom>
                <a:avLst/>
                <a:gdLst>
                  <a:gd name="T0" fmla="*/ 767 w 49"/>
                  <a:gd name="T1" fmla="*/ 376 h 18"/>
                  <a:gd name="T2" fmla="*/ 517 w 49"/>
                  <a:gd name="T3" fmla="*/ 205 h 18"/>
                  <a:gd name="T4" fmla="*/ 0 w 49"/>
                  <a:gd name="T5" fmla="*/ 35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49" y="18"/>
                    </a:moveTo>
                    <a:cubicBezTo>
                      <a:pt x="46" y="13"/>
                      <a:pt x="39" y="5"/>
                      <a:pt x="33" y="10"/>
                    </a:cubicBezTo>
                    <a:cubicBezTo>
                      <a:pt x="22" y="0"/>
                      <a:pt x="6" y="2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4" name="Freeform 141">
                <a:extLst>
                  <a:ext uri="{FF2B5EF4-FFF2-40B4-BE49-F238E27FC236}">
                    <a16:creationId xmlns:a16="http://schemas.microsoft.com/office/drawing/2014/main" id="{035A06CE-BE12-49D3-AC60-40AD0BCE0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213"/>
                <a:ext cx="85" cy="66"/>
              </a:xfrm>
              <a:custGeom>
                <a:avLst/>
                <a:gdLst>
                  <a:gd name="T0" fmla="*/ 767 w 49"/>
                  <a:gd name="T1" fmla="*/ 105 h 36"/>
                  <a:gd name="T2" fmla="*/ 255 w 49"/>
                  <a:gd name="T3" fmla="*/ 246 h 36"/>
                  <a:gd name="T4" fmla="*/ 0 w 49"/>
                  <a:gd name="T5" fmla="*/ 74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5"/>
                    </a:moveTo>
                    <a:cubicBezTo>
                      <a:pt x="41" y="0"/>
                      <a:pt x="24" y="9"/>
                      <a:pt x="16" y="12"/>
                    </a:cubicBezTo>
                    <a:cubicBezTo>
                      <a:pt x="5" y="17"/>
                      <a:pt x="0" y="24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5" name="Freeform 142">
                <a:extLst>
                  <a:ext uri="{FF2B5EF4-FFF2-40B4-BE49-F238E27FC236}">
                    <a16:creationId xmlns:a16="http://schemas.microsoft.com/office/drawing/2014/main" id="{CBC925C8-5106-4B66-B33E-C8724A194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281"/>
                <a:ext cx="210" cy="67"/>
              </a:xfrm>
              <a:custGeom>
                <a:avLst/>
                <a:gdLst>
                  <a:gd name="T0" fmla="*/ 0 w 121"/>
                  <a:gd name="T1" fmla="*/ 735 h 36"/>
                  <a:gd name="T2" fmla="*/ 382 w 121"/>
                  <a:gd name="T3" fmla="*/ 575 h 36"/>
                  <a:gd name="T4" fmla="*/ 618 w 121"/>
                  <a:gd name="T5" fmla="*/ 808 h 36"/>
                  <a:gd name="T6" fmla="*/ 1097 w 121"/>
                  <a:gd name="T7" fmla="*/ 238 h 36"/>
                  <a:gd name="T8" fmla="*/ 1904 w 1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6">
                    <a:moveTo>
                      <a:pt x="0" y="33"/>
                    </a:moveTo>
                    <a:cubicBezTo>
                      <a:pt x="8" y="28"/>
                      <a:pt x="15" y="24"/>
                      <a:pt x="24" y="26"/>
                    </a:cubicBezTo>
                    <a:cubicBezTo>
                      <a:pt x="30" y="28"/>
                      <a:pt x="35" y="32"/>
                      <a:pt x="39" y="36"/>
                    </a:cubicBezTo>
                    <a:cubicBezTo>
                      <a:pt x="37" y="19"/>
                      <a:pt x="54" y="12"/>
                      <a:pt x="70" y="11"/>
                    </a:cubicBezTo>
                    <a:cubicBezTo>
                      <a:pt x="87" y="10"/>
                      <a:pt x="106" y="7"/>
                      <a:pt x="12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6" name="Freeform 143">
                <a:extLst>
                  <a:ext uri="{FF2B5EF4-FFF2-40B4-BE49-F238E27FC236}">
                    <a16:creationId xmlns:a16="http://schemas.microsoft.com/office/drawing/2014/main" id="{9473C3C0-86E0-45C0-AEE3-592866658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364"/>
                <a:ext cx="76" cy="21"/>
              </a:xfrm>
              <a:custGeom>
                <a:avLst/>
                <a:gdLst>
                  <a:gd name="T0" fmla="*/ 674 w 44"/>
                  <a:gd name="T1" fmla="*/ 176 h 11"/>
                  <a:gd name="T2" fmla="*/ 320 w 44"/>
                  <a:gd name="T3" fmla="*/ 0 h 11"/>
                  <a:gd name="T4" fmla="*/ 0 w 44"/>
                  <a:gd name="T5" fmla="*/ 27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1">
                    <a:moveTo>
                      <a:pt x="44" y="7"/>
                    </a:moveTo>
                    <a:cubicBezTo>
                      <a:pt x="39" y="1"/>
                      <a:pt x="29" y="0"/>
                      <a:pt x="21" y="0"/>
                    </a:cubicBezTo>
                    <a:cubicBezTo>
                      <a:pt x="12" y="0"/>
                      <a:pt x="6" y="5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7" name="Freeform 144">
                <a:extLst>
                  <a:ext uri="{FF2B5EF4-FFF2-40B4-BE49-F238E27FC236}">
                    <a16:creationId xmlns:a16="http://schemas.microsoft.com/office/drawing/2014/main" id="{344AB488-85B3-492C-AD06-14E523A52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416"/>
                <a:ext cx="171" cy="26"/>
              </a:xfrm>
              <a:custGeom>
                <a:avLst/>
                <a:gdLst>
                  <a:gd name="T0" fmla="*/ 1522 w 99"/>
                  <a:gd name="T1" fmla="*/ 290 h 14"/>
                  <a:gd name="T2" fmla="*/ 1226 w 99"/>
                  <a:gd name="T3" fmla="*/ 45 h 14"/>
                  <a:gd name="T4" fmla="*/ 865 w 99"/>
                  <a:gd name="T5" fmla="*/ 45 h 14"/>
                  <a:gd name="T6" fmla="*/ 366 w 99"/>
                  <a:gd name="T7" fmla="*/ 128 h 14"/>
                  <a:gd name="T8" fmla="*/ 0 w 99"/>
                  <a:gd name="T9" fmla="*/ 30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">
                    <a:moveTo>
                      <a:pt x="99" y="13"/>
                    </a:moveTo>
                    <a:cubicBezTo>
                      <a:pt x="92" y="7"/>
                      <a:pt x="89" y="4"/>
                      <a:pt x="80" y="2"/>
                    </a:cubicBezTo>
                    <a:cubicBezTo>
                      <a:pt x="72" y="0"/>
                      <a:pt x="64" y="1"/>
                      <a:pt x="56" y="2"/>
                    </a:cubicBezTo>
                    <a:cubicBezTo>
                      <a:pt x="45" y="3"/>
                      <a:pt x="35" y="4"/>
                      <a:pt x="24" y="6"/>
                    </a:cubicBezTo>
                    <a:cubicBezTo>
                      <a:pt x="16" y="8"/>
                      <a:pt x="6" y="6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8" name="Freeform 145">
                <a:extLst>
                  <a:ext uri="{FF2B5EF4-FFF2-40B4-BE49-F238E27FC236}">
                    <a16:creationId xmlns:a16="http://schemas.microsoft.com/office/drawing/2014/main" id="{A02D0CE8-6160-49FC-9FE7-66DA95FFE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383"/>
                <a:ext cx="246" cy="57"/>
              </a:xfrm>
              <a:custGeom>
                <a:avLst/>
                <a:gdLst>
                  <a:gd name="T0" fmla="*/ 2216 w 142"/>
                  <a:gd name="T1" fmla="*/ 504 h 31"/>
                  <a:gd name="T2" fmla="*/ 1774 w 142"/>
                  <a:gd name="T3" fmla="*/ 68 h 31"/>
                  <a:gd name="T4" fmla="*/ 1171 w 142"/>
                  <a:gd name="T5" fmla="*/ 173 h 31"/>
                  <a:gd name="T6" fmla="*/ 577 w 142"/>
                  <a:gd name="T7" fmla="*/ 355 h 31"/>
                  <a:gd name="T8" fmla="*/ 0 w 142"/>
                  <a:gd name="T9" fmla="*/ 65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31">
                    <a:moveTo>
                      <a:pt x="142" y="24"/>
                    </a:moveTo>
                    <a:cubicBezTo>
                      <a:pt x="133" y="16"/>
                      <a:pt x="126" y="5"/>
                      <a:pt x="114" y="3"/>
                    </a:cubicBezTo>
                    <a:cubicBezTo>
                      <a:pt x="100" y="0"/>
                      <a:pt x="86" y="3"/>
                      <a:pt x="75" y="8"/>
                    </a:cubicBezTo>
                    <a:cubicBezTo>
                      <a:pt x="63" y="14"/>
                      <a:pt x="49" y="18"/>
                      <a:pt x="37" y="17"/>
                    </a:cubicBezTo>
                    <a:cubicBezTo>
                      <a:pt x="25" y="16"/>
                      <a:pt x="1" y="1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9" name="Freeform 146">
                <a:extLst>
                  <a:ext uri="{FF2B5EF4-FFF2-40B4-BE49-F238E27FC236}">
                    <a16:creationId xmlns:a16="http://schemas.microsoft.com/office/drawing/2014/main" id="{56F4F942-8F16-4695-9576-196EA5CDE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193"/>
                <a:ext cx="277" cy="99"/>
              </a:xfrm>
              <a:custGeom>
                <a:avLst/>
                <a:gdLst>
                  <a:gd name="T0" fmla="*/ 319 w 160"/>
                  <a:gd name="T1" fmla="*/ 975 h 54"/>
                  <a:gd name="T2" fmla="*/ 824 w 160"/>
                  <a:gd name="T3" fmla="*/ 992 h 54"/>
                  <a:gd name="T4" fmla="*/ 1340 w 160"/>
                  <a:gd name="T5" fmla="*/ 1073 h 54"/>
                  <a:gd name="T6" fmla="*/ 1598 w 160"/>
                  <a:gd name="T7" fmla="*/ 827 h 54"/>
                  <a:gd name="T8" fmla="*/ 1878 w 160"/>
                  <a:gd name="T9" fmla="*/ 827 h 54"/>
                  <a:gd name="T10" fmla="*/ 2382 w 160"/>
                  <a:gd name="T11" fmla="*/ 722 h 54"/>
                  <a:gd name="T12" fmla="*/ 2348 w 160"/>
                  <a:gd name="T13" fmla="*/ 193 h 54"/>
                  <a:gd name="T14" fmla="*/ 1878 w 160"/>
                  <a:gd name="T15" fmla="*/ 81 h 54"/>
                  <a:gd name="T16" fmla="*/ 1619 w 160"/>
                  <a:gd name="T17" fmla="*/ 149 h 54"/>
                  <a:gd name="T18" fmla="*/ 1193 w 160"/>
                  <a:gd name="T19" fmla="*/ 44 h 54"/>
                  <a:gd name="T20" fmla="*/ 873 w 160"/>
                  <a:gd name="T21" fmla="*/ 420 h 54"/>
                  <a:gd name="T22" fmla="*/ 0 w 160"/>
                  <a:gd name="T23" fmla="*/ 622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54">
                    <a:moveTo>
                      <a:pt x="20" y="47"/>
                    </a:moveTo>
                    <a:cubicBezTo>
                      <a:pt x="30" y="45"/>
                      <a:pt x="43" y="47"/>
                      <a:pt x="53" y="48"/>
                    </a:cubicBezTo>
                    <a:cubicBezTo>
                      <a:pt x="64" y="49"/>
                      <a:pt x="76" y="54"/>
                      <a:pt x="86" y="52"/>
                    </a:cubicBezTo>
                    <a:cubicBezTo>
                      <a:pt x="94" y="50"/>
                      <a:pt x="97" y="42"/>
                      <a:pt x="103" y="40"/>
                    </a:cubicBezTo>
                    <a:cubicBezTo>
                      <a:pt x="108" y="38"/>
                      <a:pt x="116" y="39"/>
                      <a:pt x="121" y="40"/>
                    </a:cubicBezTo>
                    <a:cubicBezTo>
                      <a:pt x="132" y="41"/>
                      <a:pt x="144" y="44"/>
                      <a:pt x="153" y="35"/>
                    </a:cubicBezTo>
                    <a:cubicBezTo>
                      <a:pt x="160" y="28"/>
                      <a:pt x="158" y="15"/>
                      <a:pt x="151" y="9"/>
                    </a:cubicBezTo>
                    <a:cubicBezTo>
                      <a:pt x="144" y="2"/>
                      <a:pt x="129" y="0"/>
                      <a:pt x="121" y="4"/>
                    </a:cubicBezTo>
                    <a:cubicBezTo>
                      <a:pt x="113" y="7"/>
                      <a:pt x="112" y="11"/>
                      <a:pt x="104" y="7"/>
                    </a:cubicBezTo>
                    <a:cubicBezTo>
                      <a:pt x="95" y="3"/>
                      <a:pt x="87" y="1"/>
                      <a:pt x="77" y="2"/>
                    </a:cubicBezTo>
                    <a:cubicBezTo>
                      <a:pt x="65" y="5"/>
                      <a:pt x="65" y="15"/>
                      <a:pt x="56" y="20"/>
                    </a:cubicBezTo>
                    <a:cubicBezTo>
                      <a:pt x="41" y="28"/>
                      <a:pt x="12" y="15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0" name="Freeform 147">
                <a:extLst>
                  <a:ext uri="{FF2B5EF4-FFF2-40B4-BE49-F238E27FC236}">
                    <a16:creationId xmlns:a16="http://schemas.microsoft.com/office/drawing/2014/main" id="{632999CF-6762-4CCF-B464-AC686471C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187"/>
                <a:ext cx="151" cy="39"/>
              </a:xfrm>
              <a:custGeom>
                <a:avLst/>
                <a:gdLst>
                  <a:gd name="T0" fmla="*/ 108 w 87"/>
                  <a:gd name="T1" fmla="*/ 462 h 21"/>
                  <a:gd name="T2" fmla="*/ 618 w 87"/>
                  <a:gd name="T3" fmla="*/ 24 h 21"/>
                  <a:gd name="T4" fmla="*/ 1371 w 87"/>
                  <a:gd name="T5" fmla="*/ 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21">
                    <a:moveTo>
                      <a:pt x="7" y="21"/>
                    </a:moveTo>
                    <a:cubicBezTo>
                      <a:pt x="0" y="5"/>
                      <a:pt x="30" y="0"/>
                      <a:pt x="39" y="1"/>
                    </a:cubicBezTo>
                    <a:cubicBezTo>
                      <a:pt x="55" y="1"/>
                      <a:pt x="73" y="2"/>
                      <a:pt x="87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1" name="Freeform 148">
                <a:extLst>
                  <a:ext uri="{FF2B5EF4-FFF2-40B4-BE49-F238E27FC236}">
                    <a16:creationId xmlns:a16="http://schemas.microsoft.com/office/drawing/2014/main" id="{837C7893-328F-41A2-8215-526C443A1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200"/>
                <a:ext cx="28" cy="24"/>
              </a:xfrm>
              <a:custGeom>
                <a:avLst/>
                <a:gdLst>
                  <a:gd name="T0" fmla="*/ 0 w 16"/>
                  <a:gd name="T1" fmla="*/ 0 h 13"/>
                  <a:gd name="T2" fmla="*/ 264 w 16"/>
                  <a:gd name="T3" fmla="*/ 27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8" y="0"/>
                      <a:pt x="12" y="6"/>
                      <a:pt x="16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2" name="Freeform 149">
                <a:extLst>
                  <a:ext uri="{FF2B5EF4-FFF2-40B4-BE49-F238E27FC236}">
                    <a16:creationId xmlns:a16="http://schemas.microsoft.com/office/drawing/2014/main" id="{144D47EF-D89A-48B1-BA63-2E95DE4E7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2185"/>
                <a:ext cx="270" cy="107"/>
              </a:xfrm>
              <a:custGeom>
                <a:avLst/>
                <a:gdLst>
                  <a:gd name="T0" fmla="*/ 950 w 156"/>
                  <a:gd name="T1" fmla="*/ 343 h 58"/>
                  <a:gd name="T2" fmla="*/ 1340 w 156"/>
                  <a:gd name="T3" fmla="*/ 194 h 58"/>
                  <a:gd name="T4" fmla="*/ 1758 w 156"/>
                  <a:gd name="T5" fmla="*/ 24 h 58"/>
                  <a:gd name="T6" fmla="*/ 2298 w 156"/>
                  <a:gd name="T7" fmla="*/ 208 h 58"/>
                  <a:gd name="T8" fmla="*/ 2378 w 156"/>
                  <a:gd name="T9" fmla="*/ 753 h 58"/>
                  <a:gd name="T10" fmla="*/ 2127 w 156"/>
                  <a:gd name="T11" fmla="*/ 1087 h 58"/>
                  <a:gd name="T12" fmla="*/ 1364 w 156"/>
                  <a:gd name="T13" fmla="*/ 1011 h 58"/>
                  <a:gd name="T14" fmla="*/ 959 w 156"/>
                  <a:gd name="T15" fmla="*/ 1153 h 58"/>
                  <a:gd name="T16" fmla="*/ 530 w 156"/>
                  <a:gd name="T17" fmla="*/ 1168 h 58"/>
                  <a:gd name="T18" fmla="*/ 0 w 156"/>
                  <a:gd name="T19" fmla="*/ 1236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58">
                    <a:moveTo>
                      <a:pt x="61" y="16"/>
                    </a:moveTo>
                    <a:cubicBezTo>
                      <a:pt x="69" y="13"/>
                      <a:pt x="78" y="11"/>
                      <a:pt x="86" y="9"/>
                    </a:cubicBezTo>
                    <a:cubicBezTo>
                      <a:pt x="94" y="6"/>
                      <a:pt x="104" y="2"/>
                      <a:pt x="113" y="1"/>
                    </a:cubicBezTo>
                    <a:cubicBezTo>
                      <a:pt x="124" y="0"/>
                      <a:pt x="139" y="2"/>
                      <a:pt x="148" y="10"/>
                    </a:cubicBezTo>
                    <a:cubicBezTo>
                      <a:pt x="155" y="16"/>
                      <a:pt x="156" y="25"/>
                      <a:pt x="153" y="35"/>
                    </a:cubicBezTo>
                    <a:cubicBezTo>
                      <a:pt x="150" y="44"/>
                      <a:pt x="146" y="48"/>
                      <a:pt x="137" y="51"/>
                    </a:cubicBezTo>
                    <a:cubicBezTo>
                      <a:pt x="121" y="55"/>
                      <a:pt x="104" y="51"/>
                      <a:pt x="88" y="47"/>
                    </a:cubicBezTo>
                    <a:cubicBezTo>
                      <a:pt x="79" y="45"/>
                      <a:pt x="71" y="52"/>
                      <a:pt x="62" y="54"/>
                    </a:cubicBezTo>
                    <a:cubicBezTo>
                      <a:pt x="53" y="56"/>
                      <a:pt x="43" y="56"/>
                      <a:pt x="34" y="55"/>
                    </a:cubicBezTo>
                    <a:cubicBezTo>
                      <a:pt x="22" y="54"/>
                      <a:pt x="11" y="57"/>
                      <a:pt x="0" y="5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3" name="Freeform 150">
                <a:extLst>
                  <a:ext uri="{FF2B5EF4-FFF2-40B4-BE49-F238E27FC236}">
                    <a16:creationId xmlns:a16="http://schemas.microsoft.com/office/drawing/2014/main" id="{FC51EB17-E395-4580-95FF-F29CBAE83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185"/>
                <a:ext cx="85" cy="35"/>
              </a:xfrm>
              <a:custGeom>
                <a:avLst/>
                <a:gdLst>
                  <a:gd name="T0" fmla="*/ 0 w 49"/>
                  <a:gd name="T1" fmla="*/ 400 h 19"/>
                  <a:gd name="T2" fmla="*/ 262 w 49"/>
                  <a:gd name="T3" fmla="*/ 24 h 19"/>
                  <a:gd name="T4" fmla="*/ 767 w 4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0" y="10"/>
                      <a:pt x="8" y="3"/>
                      <a:pt x="17" y="1"/>
                    </a:cubicBezTo>
                    <a:cubicBezTo>
                      <a:pt x="26" y="0"/>
                      <a:pt x="39" y="0"/>
                      <a:pt x="4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4" name="Freeform 151">
                <a:extLst>
                  <a:ext uri="{FF2B5EF4-FFF2-40B4-BE49-F238E27FC236}">
                    <a16:creationId xmlns:a16="http://schemas.microsoft.com/office/drawing/2014/main" id="{8987D4A1-C3F1-44C9-A057-02655BD1C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435"/>
                <a:ext cx="51" cy="64"/>
              </a:xfrm>
              <a:custGeom>
                <a:avLst/>
                <a:gdLst>
                  <a:gd name="T0" fmla="*/ 65 w 29"/>
                  <a:gd name="T1" fmla="*/ 715 h 35"/>
                  <a:gd name="T2" fmla="*/ 86 w 29"/>
                  <a:gd name="T3" fmla="*/ 227 h 35"/>
                  <a:gd name="T4" fmla="*/ 250 w 29"/>
                  <a:gd name="T5" fmla="*/ 44 h 35"/>
                  <a:gd name="T6" fmla="*/ 375 w 29"/>
                  <a:gd name="T7" fmla="*/ 0 h 35"/>
                  <a:gd name="T8" fmla="*/ 440 w 29"/>
                  <a:gd name="T9" fmla="*/ 0 h 35"/>
                  <a:gd name="T10" fmla="*/ 489 w 2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4" y="35"/>
                    </a:moveTo>
                    <a:cubicBezTo>
                      <a:pt x="4" y="27"/>
                      <a:pt x="0" y="18"/>
                      <a:pt x="5" y="11"/>
                    </a:cubicBezTo>
                    <a:cubicBezTo>
                      <a:pt x="7" y="7"/>
                      <a:pt x="10" y="4"/>
                      <a:pt x="15" y="2"/>
                    </a:cubicBezTo>
                    <a:cubicBezTo>
                      <a:pt x="17" y="1"/>
                      <a:pt x="20" y="1"/>
                      <a:pt x="22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5" name="Freeform 152">
                <a:extLst>
                  <a:ext uri="{FF2B5EF4-FFF2-40B4-BE49-F238E27FC236}">
                    <a16:creationId xmlns:a16="http://schemas.microsoft.com/office/drawing/2014/main" id="{ADDA7342-8DA2-4934-A816-2277F9704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2436"/>
                <a:ext cx="29" cy="23"/>
              </a:xfrm>
              <a:custGeom>
                <a:avLst/>
                <a:gdLst>
                  <a:gd name="T0" fmla="*/ 244 w 17"/>
                  <a:gd name="T1" fmla="*/ 309 h 12"/>
                  <a:gd name="T2" fmla="*/ 218 w 17"/>
                  <a:gd name="T3" fmla="*/ 205 h 12"/>
                  <a:gd name="T4" fmla="*/ 143 w 17"/>
                  <a:gd name="T5" fmla="*/ 84 h 12"/>
                  <a:gd name="T6" fmla="*/ 58 w 17"/>
                  <a:gd name="T7" fmla="*/ 29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cubicBezTo>
                      <a:pt x="16" y="11"/>
                      <a:pt x="16" y="9"/>
                      <a:pt x="15" y="8"/>
                    </a:cubicBezTo>
                    <a:cubicBezTo>
                      <a:pt x="13" y="6"/>
                      <a:pt x="12" y="5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6" name="Freeform 153">
                <a:extLst>
                  <a:ext uri="{FF2B5EF4-FFF2-40B4-BE49-F238E27FC236}">
                    <a16:creationId xmlns:a16="http://schemas.microsoft.com/office/drawing/2014/main" id="{9E136FF4-E89B-41DA-AEC2-5B5217FFE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298"/>
                <a:ext cx="1320" cy="739"/>
              </a:xfrm>
              <a:custGeom>
                <a:avLst/>
                <a:gdLst>
                  <a:gd name="T0" fmla="*/ 11889 w 762"/>
                  <a:gd name="T1" fmla="*/ 0 h 400"/>
                  <a:gd name="T2" fmla="*/ 11889 w 762"/>
                  <a:gd name="T3" fmla="*/ 3891 h 400"/>
                  <a:gd name="T4" fmla="*/ 11889 w 762"/>
                  <a:gd name="T5" fmla="*/ 3891 h 400"/>
                  <a:gd name="T6" fmla="*/ 10143 w 762"/>
                  <a:gd name="T7" fmla="*/ 4949 h 400"/>
                  <a:gd name="T8" fmla="*/ 6773 w 762"/>
                  <a:gd name="T9" fmla="*/ 5158 h 400"/>
                  <a:gd name="T10" fmla="*/ 2668 w 762"/>
                  <a:gd name="T11" fmla="*/ 6697 h 400"/>
                  <a:gd name="T12" fmla="*/ 0 w 762"/>
                  <a:gd name="T13" fmla="*/ 8608 h 400"/>
                  <a:gd name="T14" fmla="*/ 16 w 762"/>
                  <a:gd name="T15" fmla="*/ 8587 h 400"/>
                  <a:gd name="T16" fmla="*/ 16 w 762"/>
                  <a:gd name="T17" fmla="*/ 2409 h 400"/>
                  <a:gd name="T18" fmla="*/ 11889 w 762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2" h="400">
                    <a:moveTo>
                      <a:pt x="762" y="0"/>
                    </a:move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14" y="178"/>
                      <a:pt x="650" y="230"/>
                    </a:cubicBezTo>
                    <a:cubicBezTo>
                      <a:pt x="600" y="270"/>
                      <a:pt x="525" y="282"/>
                      <a:pt x="434" y="240"/>
                    </a:cubicBezTo>
                    <a:cubicBezTo>
                      <a:pt x="344" y="199"/>
                      <a:pt x="221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2" y="0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7" name="Freeform 154">
                <a:extLst>
                  <a:ext uri="{FF2B5EF4-FFF2-40B4-BE49-F238E27FC236}">
                    <a16:creationId xmlns:a16="http://schemas.microsoft.com/office/drawing/2014/main" id="{63EF4494-82D7-4F37-A934-5902B1163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701"/>
                <a:ext cx="706" cy="391"/>
              </a:xfrm>
              <a:custGeom>
                <a:avLst/>
                <a:gdLst>
                  <a:gd name="T0" fmla="*/ 0 w 407"/>
                  <a:gd name="T1" fmla="*/ 4072 h 212"/>
                  <a:gd name="T2" fmla="*/ 2907 w 407"/>
                  <a:gd name="T3" fmla="*/ 1970 h 212"/>
                  <a:gd name="T4" fmla="*/ 6394 w 407"/>
                  <a:gd name="T5" fmla="*/ 476 h 212"/>
                  <a:gd name="T6" fmla="*/ 3487 w 407"/>
                  <a:gd name="T7" fmla="*/ 1918 h 212"/>
                  <a:gd name="T8" fmla="*/ 0 w 407"/>
                  <a:gd name="T9" fmla="*/ 4524 h 212"/>
                  <a:gd name="T10" fmla="*/ 0 w 407"/>
                  <a:gd name="T11" fmla="*/ 4072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7" h="212">
                    <a:moveTo>
                      <a:pt x="0" y="191"/>
                    </a:moveTo>
                    <a:cubicBezTo>
                      <a:pt x="0" y="191"/>
                      <a:pt x="138" y="130"/>
                      <a:pt x="185" y="92"/>
                    </a:cubicBezTo>
                    <a:cubicBezTo>
                      <a:pt x="257" y="33"/>
                      <a:pt x="365" y="0"/>
                      <a:pt x="407" y="22"/>
                    </a:cubicBezTo>
                    <a:cubicBezTo>
                      <a:pt x="407" y="22"/>
                      <a:pt x="338" y="4"/>
                      <a:pt x="222" y="90"/>
                    </a:cubicBezTo>
                    <a:cubicBezTo>
                      <a:pt x="144" y="149"/>
                      <a:pt x="14" y="209"/>
                      <a:pt x="0" y="212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8" name="Freeform 155">
                <a:extLst>
                  <a:ext uri="{FF2B5EF4-FFF2-40B4-BE49-F238E27FC236}">
                    <a16:creationId xmlns:a16="http://schemas.microsoft.com/office/drawing/2014/main" id="{BB35FF49-1DDD-4678-A411-63B9AE634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642"/>
                <a:ext cx="194" cy="92"/>
              </a:xfrm>
              <a:custGeom>
                <a:avLst/>
                <a:gdLst>
                  <a:gd name="T0" fmla="*/ 0 w 112"/>
                  <a:gd name="T1" fmla="*/ 1052 h 50"/>
                  <a:gd name="T2" fmla="*/ 1746 w 112"/>
                  <a:gd name="T3" fmla="*/ 0 h 50"/>
                  <a:gd name="T4" fmla="*/ 1746 w 112"/>
                  <a:gd name="T5" fmla="*/ 379 h 50"/>
                  <a:gd name="T6" fmla="*/ 0 w 112"/>
                  <a:gd name="T7" fmla="*/ 105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50">
                    <a:moveTo>
                      <a:pt x="0" y="50"/>
                    </a:moveTo>
                    <a:cubicBezTo>
                      <a:pt x="0" y="50"/>
                      <a:pt x="54" y="2"/>
                      <a:pt x="112" y="0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2" y="18"/>
                      <a:pt x="82" y="8"/>
                      <a:pt x="0" y="50"/>
                    </a:cubicBezTo>
                    <a:close/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9" name="Freeform 156">
                <a:extLst>
                  <a:ext uri="{FF2B5EF4-FFF2-40B4-BE49-F238E27FC236}">
                    <a16:creationId xmlns:a16="http://schemas.microsoft.com/office/drawing/2014/main" id="{C6EC51C4-8147-490E-B14E-ACE67D1C1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865"/>
                <a:ext cx="66" cy="30"/>
              </a:xfrm>
              <a:custGeom>
                <a:avLst/>
                <a:gdLst>
                  <a:gd name="T0" fmla="*/ 0 w 38"/>
                  <a:gd name="T1" fmla="*/ 296 h 16"/>
                  <a:gd name="T2" fmla="*/ 603 w 38"/>
                  <a:gd name="T3" fmla="*/ 369 h 16"/>
                  <a:gd name="T4" fmla="*/ 271 w 38"/>
                  <a:gd name="T5" fmla="*/ 53 h 16"/>
                  <a:gd name="T6" fmla="*/ 16 w 38"/>
                  <a:gd name="T7" fmla="*/ 25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6">
                    <a:moveTo>
                      <a:pt x="0" y="13"/>
                    </a:moveTo>
                    <a:cubicBezTo>
                      <a:pt x="11" y="5"/>
                      <a:pt x="30" y="0"/>
                      <a:pt x="38" y="16"/>
                    </a:cubicBezTo>
                    <a:cubicBezTo>
                      <a:pt x="32" y="6"/>
                      <a:pt x="29" y="1"/>
                      <a:pt x="17" y="2"/>
                    </a:cubicBezTo>
                    <a:cubicBezTo>
                      <a:pt x="11" y="3"/>
                      <a:pt x="3" y="5"/>
                      <a:pt x="1" y="1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0" name="Freeform 157">
                <a:extLst>
                  <a:ext uri="{FF2B5EF4-FFF2-40B4-BE49-F238E27FC236}">
                    <a16:creationId xmlns:a16="http://schemas.microsoft.com/office/drawing/2014/main" id="{2DBFF4D8-AB2B-45EA-ABF9-34A2353D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811"/>
                <a:ext cx="39" cy="49"/>
              </a:xfrm>
              <a:custGeom>
                <a:avLst/>
                <a:gdLst>
                  <a:gd name="T0" fmla="*/ 297 w 23"/>
                  <a:gd name="T1" fmla="*/ 28 h 26"/>
                  <a:gd name="T2" fmla="*/ 119 w 23"/>
                  <a:gd name="T3" fmla="*/ 288 h 26"/>
                  <a:gd name="T4" fmla="*/ 120 w 23"/>
                  <a:gd name="T5" fmla="*/ 614 h 26"/>
                  <a:gd name="T6" fmla="*/ 98 w 23"/>
                  <a:gd name="T7" fmla="*/ 113 h 26"/>
                  <a:gd name="T8" fmla="*/ 322 w 2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1" y="1"/>
                    </a:moveTo>
                    <a:cubicBezTo>
                      <a:pt x="17" y="5"/>
                      <a:pt x="11" y="5"/>
                      <a:pt x="8" y="12"/>
                    </a:cubicBezTo>
                    <a:cubicBezTo>
                      <a:pt x="6" y="16"/>
                      <a:pt x="6" y="22"/>
                      <a:pt x="9" y="26"/>
                    </a:cubicBezTo>
                    <a:cubicBezTo>
                      <a:pt x="0" y="21"/>
                      <a:pt x="1" y="11"/>
                      <a:pt x="7" y="5"/>
                    </a:cubicBezTo>
                    <a:cubicBezTo>
                      <a:pt x="12" y="0"/>
                      <a:pt x="17" y="0"/>
                      <a:pt x="23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1" name="Freeform 158">
                <a:extLst>
                  <a:ext uri="{FF2B5EF4-FFF2-40B4-BE49-F238E27FC236}">
                    <a16:creationId xmlns:a16="http://schemas.microsoft.com/office/drawing/2014/main" id="{A06EB214-DC38-4641-9EA3-EE3C25923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787"/>
                <a:ext cx="47" cy="26"/>
              </a:xfrm>
              <a:custGeom>
                <a:avLst/>
                <a:gdLst>
                  <a:gd name="T0" fmla="*/ 413 w 27"/>
                  <a:gd name="T1" fmla="*/ 110 h 14"/>
                  <a:gd name="T2" fmla="*/ 111 w 27"/>
                  <a:gd name="T3" fmla="*/ 306 h 14"/>
                  <a:gd name="T4" fmla="*/ 237 w 27"/>
                  <a:gd name="T5" fmla="*/ 24 h 14"/>
                  <a:gd name="T6" fmla="*/ 433 w 27"/>
                  <a:gd name="T7" fmla="*/ 11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26" y="5"/>
                    </a:moveTo>
                    <a:cubicBezTo>
                      <a:pt x="17" y="2"/>
                      <a:pt x="10" y="5"/>
                      <a:pt x="7" y="14"/>
                    </a:cubicBezTo>
                    <a:cubicBezTo>
                      <a:pt x="0" y="8"/>
                      <a:pt x="9" y="1"/>
                      <a:pt x="15" y="1"/>
                    </a:cubicBezTo>
                    <a:cubicBezTo>
                      <a:pt x="19" y="0"/>
                      <a:pt x="24" y="1"/>
                      <a:pt x="27" y="5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2" name="Freeform 159">
                <a:extLst>
                  <a:ext uri="{FF2B5EF4-FFF2-40B4-BE49-F238E27FC236}">
                    <a16:creationId xmlns:a16="http://schemas.microsoft.com/office/drawing/2014/main" id="{BFE50970-04BC-4F50-A285-D02C0FAD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835"/>
                <a:ext cx="42" cy="34"/>
              </a:xfrm>
              <a:custGeom>
                <a:avLst/>
                <a:gdLst>
                  <a:gd name="T0" fmla="*/ 399 w 24"/>
                  <a:gd name="T1" fmla="*/ 28 h 18"/>
                  <a:gd name="T2" fmla="*/ 179 w 24"/>
                  <a:gd name="T3" fmla="*/ 100 h 18"/>
                  <a:gd name="T4" fmla="*/ 102 w 24"/>
                  <a:gd name="T5" fmla="*/ 433 h 18"/>
                  <a:gd name="T6" fmla="*/ 135 w 24"/>
                  <a:gd name="T7" fmla="*/ 76 h 18"/>
                  <a:gd name="T8" fmla="*/ 399 w 24"/>
                  <a:gd name="T9" fmla="*/ 2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"/>
                    </a:moveTo>
                    <a:cubicBezTo>
                      <a:pt x="19" y="1"/>
                      <a:pt x="15" y="0"/>
                      <a:pt x="11" y="4"/>
                    </a:cubicBezTo>
                    <a:cubicBezTo>
                      <a:pt x="7" y="8"/>
                      <a:pt x="8" y="13"/>
                      <a:pt x="6" y="18"/>
                    </a:cubicBezTo>
                    <a:cubicBezTo>
                      <a:pt x="0" y="15"/>
                      <a:pt x="3" y="6"/>
                      <a:pt x="8" y="3"/>
                    </a:cubicBezTo>
                    <a:cubicBezTo>
                      <a:pt x="13" y="1"/>
                      <a:pt x="19" y="0"/>
                      <a:pt x="2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3" name="Freeform 160">
                <a:extLst>
                  <a:ext uri="{FF2B5EF4-FFF2-40B4-BE49-F238E27FC236}">
                    <a16:creationId xmlns:a16="http://schemas.microsoft.com/office/drawing/2014/main" id="{06FBC651-FE96-456C-8AFE-53B0FE9A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861"/>
                <a:ext cx="45" cy="28"/>
              </a:xfrm>
              <a:custGeom>
                <a:avLst/>
                <a:gdLst>
                  <a:gd name="T0" fmla="*/ 16 w 26"/>
                  <a:gd name="T1" fmla="*/ 338 h 15"/>
                  <a:gd name="T2" fmla="*/ 405 w 26"/>
                  <a:gd name="T3" fmla="*/ 254 h 15"/>
                  <a:gd name="T4" fmla="*/ 0 w 26"/>
                  <a:gd name="T5" fmla="*/ 29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1" y="15"/>
                    </a:moveTo>
                    <a:cubicBezTo>
                      <a:pt x="3" y="7"/>
                      <a:pt x="21" y="6"/>
                      <a:pt x="26" y="11"/>
                    </a:cubicBezTo>
                    <a:cubicBezTo>
                      <a:pt x="19" y="0"/>
                      <a:pt x="6" y="5"/>
                      <a:pt x="0" y="13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4" name="Freeform 161">
                <a:extLst>
                  <a:ext uri="{FF2B5EF4-FFF2-40B4-BE49-F238E27FC236}">
                    <a16:creationId xmlns:a16="http://schemas.microsoft.com/office/drawing/2014/main" id="{DDD4B1BB-5A6A-4FDD-9C9B-F9D6D7FF7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891"/>
                <a:ext cx="50" cy="37"/>
              </a:xfrm>
              <a:custGeom>
                <a:avLst/>
                <a:gdLst>
                  <a:gd name="T0" fmla="*/ 184 w 29"/>
                  <a:gd name="T1" fmla="*/ 431 h 20"/>
                  <a:gd name="T2" fmla="*/ 231 w 29"/>
                  <a:gd name="T3" fmla="*/ 178 h 20"/>
                  <a:gd name="T4" fmla="*/ 440 w 29"/>
                  <a:gd name="T5" fmla="*/ 24 h 20"/>
                  <a:gd name="T6" fmla="*/ 148 w 29"/>
                  <a:gd name="T7" fmla="*/ 43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2" y="20"/>
                    </a:moveTo>
                    <a:cubicBezTo>
                      <a:pt x="10" y="15"/>
                      <a:pt x="10" y="12"/>
                      <a:pt x="15" y="8"/>
                    </a:cubicBezTo>
                    <a:cubicBezTo>
                      <a:pt x="19" y="5"/>
                      <a:pt x="25" y="3"/>
                      <a:pt x="29" y="1"/>
                    </a:cubicBezTo>
                    <a:cubicBezTo>
                      <a:pt x="23" y="0"/>
                      <a:pt x="0" y="11"/>
                      <a:pt x="10" y="2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5" name="Freeform 162">
                <a:extLst>
                  <a:ext uri="{FF2B5EF4-FFF2-40B4-BE49-F238E27FC236}">
                    <a16:creationId xmlns:a16="http://schemas.microsoft.com/office/drawing/2014/main" id="{72A843BD-B9D4-4F9F-94DE-DFF67EC9B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957"/>
                <a:ext cx="45" cy="48"/>
              </a:xfrm>
              <a:custGeom>
                <a:avLst/>
                <a:gdLst>
                  <a:gd name="T0" fmla="*/ 107 w 26"/>
                  <a:gd name="T1" fmla="*/ 559 h 26"/>
                  <a:gd name="T2" fmla="*/ 405 w 26"/>
                  <a:gd name="T3" fmla="*/ 44 h 26"/>
                  <a:gd name="T4" fmla="*/ 83 w 26"/>
                  <a:gd name="T5" fmla="*/ 277 h 26"/>
                  <a:gd name="T6" fmla="*/ 87 w 26"/>
                  <a:gd name="T7" fmla="*/ 55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cubicBezTo>
                      <a:pt x="0" y="16"/>
                      <a:pt x="19" y="6"/>
                      <a:pt x="26" y="2"/>
                    </a:cubicBezTo>
                    <a:cubicBezTo>
                      <a:pt x="21" y="0"/>
                      <a:pt x="7" y="8"/>
                      <a:pt x="5" y="13"/>
                    </a:cubicBezTo>
                    <a:cubicBezTo>
                      <a:pt x="3" y="17"/>
                      <a:pt x="2" y="24"/>
                      <a:pt x="6" y="26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6" name="Freeform 163">
                <a:extLst>
                  <a:ext uri="{FF2B5EF4-FFF2-40B4-BE49-F238E27FC236}">
                    <a16:creationId xmlns:a16="http://schemas.microsoft.com/office/drawing/2014/main" id="{DF776BE3-664F-4C05-AF6A-3696FCA95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957"/>
                <a:ext cx="44" cy="26"/>
              </a:xfrm>
              <a:custGeom>
                <a:avLst/>
                <a:gdLst>
                  <a:gd name="T0" fmla="*/ 0 w 25"/>
                  <a:gd name="T1" fmla="*/ 110 h 14"/>
                  <a:gd name="T2" fmla="*/ 421 w 25"/>
                  <a:gd name="T3" fmla="*/ 306 h 14"/>
                  <a:gd name="T4" fmla="*/ 252 w 25"/>
                  <a:gd name="T5" fmla="*/ 24 h 14"/>
                  <a:gd name="T6" fmla="*/ 0 w 25"/>
                  <a:gd name="T7" fmla="*/ 8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5"/>
                    </a:moveTo>
                    <a:cubicBezTo>
                      <a:pt x="11" y="3"/>
                      <a:pt x="22" y="0"/>
                      <a:pt x="25" y="14"/>
                    </a:cubicBezTo>
                    <a:cubicBezTo>
                      <a:pt x="23" y="7"/>
                      <a:pt x="23" y="2"/>
                      <a:pt x="15" y="1"/>
                    </a:cubicBezTo>
                    <a:cubicBezTo>
                      <a:pt x="8" y="0"/>
                      <a:pt x="5" y="0"/>
                      <a:pt x="0" y="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7" name="Freeform 164">
                <a:extLst>
                  <a:ext uri="{FF2B5EF4-FFF2-40B4-BE49-F238E27FC236}">
                    <a16:creationId xmlns:a16="http://schemas.microsoft.com/office/drawing/2014/main" id="{C3AD5267-618F-4EBF-8D9A-DE9B6A31D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3090"/>
                <a:ext cx="50" cy="50"/>
              </a:xfrm>
              <a:custGeom>
                <a:avLst/>
                <a:gdLst>
                  <a:gd name="T0" fmla="*/ 440 w 29"/>
                  <a:gd name="T1" fmla="*/ 0 h 27"/>
                  <a:gd name="T2" fmla="*/ 210 w 29"/>
                  <a:gd name="T3" fmla="*/ 591 h 27"/>
                  <a:gd name="T4" fmla="*/ 122 w 29"/>
                  <a:gd name="T5" fmla="*/ 222 h 27"/>
                  <a:gd name="T6" fmla="*/ 440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cubicBezTo>
                      <a:pt x="19" y="7"/>
                      <a:pt x="0" y="15"/>
                      <a:pt x="14" y="27"/>
                    </a:cubicBezTo>
                    <a:cubicBezTo>
                      <a:pt x="7" y="26"/>
                      <a:pt x="2" y="17"/>
                      <a:pt x="8" y="10"/>
                    </a:cubicBezTo>
                    <a:cubicBezTo>
                      <a:pt x="12" y="6"/>
                      <a:pt x="23" y="2"/>
                      <a:pt x="29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8" name="Freeform 165">
                <a:extLst>
                  <a:ext uri="{FF2B5EF4-FFF2-40B4-BE49-F238E27FC236}">
                    <a16:creationId xmlns:a16="http://schemas.microsoft.com/office/drawing/2014/main" id="{23501510-66B4-4ABC-8B41-E774A0D95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3039"/>
                <a:ext cx="29" cy="59"/>
              </a:xfrm>
              <a:custGeom>
                <a:avLst/>
                <a:gdLst>
                  <a:gd name="T0" fmla="*/ 227 w 17"/>
                  <a:gd name="T1" fmla="*/ 0 h 32"/>
                  <a:gd name="T2" fmla="*/ 99 w 17"/>
                  <a:gd name="T3" fmla="*/ 382 h 32"/>
                  <a:gd name="T4" fmla="*/ 244 w 17"/>
                  <a:gd name="T5" fmla="*/ 684 h 32"/>
                  <a:gd name="T6" fmla="*/ 218 w 17"/>
                  <a:gd name="T7" fmla="*/ 4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6" y="0"/>
                    </a:moveTo>
                    <a:cubicBezTo>
                      <a:pt x="12" y="5"/>
                      <a:pt x="6" y="10"/>
                      <a:pt x="7" y="18"/>
                    </a:cubicBezTo>
                    <a:cubicBezTo>
                      <a:pt x="8" y="23"/>
                      <a:pt x="12" y="29"/>
                      <a:pt x="17" y="32"/>
                    </a:cubicBezTo>
                    <a:cubicBezTo>
                      <a:pt x="0" y="28"/>
                      <a:pt x="1" y="7"/>
                      <a:pt x="15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9" name="Freeform 166">
                <a:extLst>
                  <a:ext uri="{FF2B5EF4-FFF2-40B4-BE49-F238E27FC236}">
                    <a16:creationId xmlns:a16="http://schemas.microsoft.com/office/drawing/2014/main" id="{F63BE9CB-7E8E-44A8-A088-ECA006D37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3101"/>
                <a:ext cx="28" cy="34"/>
              </a:xfrm>
              <a:custGeom>
                <a:avLst/>
                <a:gdLst>
                  <a:gd name="T0" fmla="*/ 264 w 16"/>
                  <a:gd name="T1" fmla="*/ 113 h 18"/>
                  <a:gd name="T2" fmla="*/ 102 w 16"/>
                  <a:gd name="T3" fmla="*/ 433 h 18"/>
                  <a:gd name="T4" fmla="*/ 86 w 16"/>
                  <a:gd name="T5" fmla="*/ 100 h 18"/>
                  <a:gd name="T6" fmla="*/ 264 w 16"/>
                  <a:gd name="T7" fmla="*/ 10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6" y="5"/>
                    </a:moveTo>
                    <a:cubicBezTo>
                      <a:pt x="7" y="3"/>
                      <a:pt x="4" y="9"/>
                      <a:pt x="6" y="18"/>
                    </a:cubicBezTo>
                    <a:cubicBezTo>
                      <a:pt x="1" y="14"/>
                      <a:pt x="0" y="8"/>
                      <a:pt x="5" y="4"/>
                    </a:cubicBezTo>
                    <a:cubicBezTo>
                      <a:pt x="9" y="0"/>
                      <a:pt x="11" y="2"/>
                      <a:pt x="16" y="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0" name="Freeform 167">
                <a:extLst>
                  <a:ext uri="{FF2B5EF4-FFF2-40B4-BE49-F238E27FC236}">
                    <a16:creationId xmlns:a16="http://schemas.microsoft.com/office/drawing/2014/main" id="{641404C1-78D1-4340-832F-0076DCB98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3164"/>
                <a:ext cx="42" cy="67"/>
              </a:xfrm>
              <a:custGeom>
                <a:avLst/>
                <a:gdLst>
                  <a:gd name="T0" fmla="*/ 399 w 24"/>
                  <a:gd name="T1" fmla="*/ 24 h 36"/>
                  <a:gd name="T2" fmla="*/ 135 w 24"/>
                  <a:gd name="T3" fmla="*/ 262 h 36"/>
                  <a:gd name="T4" fmla="*/ 172 w 24"/>
                  <a:gd name="T5" fmla="*/ 808 h 36"/>
                  <a:gd name="T6" fmla="*/ 86 w 24"/>
                  <a:gd name="T7" fmla="*/ 128 h 36"/>
                  <a:gd name="T8" fmla="*/ 399 w 2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24" y="1"/>
                    </a:moveTo>
                    <a:cubicBezTo>
                      <a:pt x="19" y="3"/>
                      <a:pt x="10" y="5"/>
                      <a:pt x="8" y="12"/>
                    </a:cubicBezTo>
                    <a:cubicBezTo>
                      <a:pt x="5" y="19"/>
                      <a:pt x="9" y="29"/>
                      <a:pt x="10" y="36"/>
                    </a:cubicBezTo>
                    <a:cubicBezTo>
                      <a:pt x="4" y="33"/>
                      <a:pt x="0" y="12"/>
                      <a:pt x="5" y="6"/>
                    </a:cubicBezTo>
                    <a:cubicBezTo>
                      <a:pt x="8" y="2"/>
                      <a:pt x="19" y="0"/>
                      <a:pt x="24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1" name="Freeform 168">
                <a:extLst>
                  <a:ext uri="{FF2B5EF4-FFF2-40B4-BE49-F238E27FC236}">
                    <a16:creationId xmlns:a16="http://schemas.microsoft.com/office/drawing/2014/main" id="{4B580680-00B4-458F-9C51-189D03878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3183"/>
                <a:ext cx="37" cy="64"/>
              </a:xfrm>
              <a:custGeom>
                <a:avLst/>
                <a:gdLst>
                  <a:gd name="T0" fmla="*/ 358 w 21"/>
                  <a:gd name="T1" fmla="*/ 0 h 35"/>
                  <a:gd name="T2" fmla="*/ 115 w 21"/>
                  <a:gd name="T3" fmla="*/ 347 h 35"/>
                  <a:gd name="T4" fmla="*/ 102 w 21"/>
                  <a:gd name="T5" fmla="*/ 715 h 35"/>
                  <a:gd name="T6" fmla="*/ 115 w 21"/>
                  <a:gd name="T7" fmla="*/ 146 h 35"/>
                  <a:gd name="T8" fmla="*/ 358 w 2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5" y="5"/>
                      <a:pt x="10" y="10"/>
                      <a:pt x="7" y="17"/>
                    </a:cubicBezTo>
                    <a:cubicBezTo>
                      <a:pt x="4" y="24"/>
                      <a:pt x="6" y="28"/>
                      <a:pt x="6" y="35"/>
                    </a:cubicBezTo>
                    <a:cubicBezTo>
                      <a:pt x="2" y="26"/>
                      <a:pt x="0" y="15"/>
                      <a:pt x="7" y="7"/>
                    </a:cubicBezTo>
                    <a:cubicBezTo>
                      <a:pt x="11" y="3"/>
                      <a:pt x="16" y="3"/>
                      <a:pt x="2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2" name="Freeform 169">
                <a:extLst>
                  <a:ext uri="{FF2B5EF4-FFF2-40B4-BE49-F238E27FC236}">
                    <a16:creationId xmlns:a16="http://schemas.microsoft.com/office/drawing/2014/main" id="{4A5EE0ED-03D4-42CA-90AD-7D4C72D9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061"/>
                <a:ext cx="33" cy="44"/>
              </a:xfrm>
              <a:custGeom>
                <a:avLst/>
                <a:gdLst>
                  <a:gd name="T0" fmla="*/ 299 w 19"/>
                  <a:gd name="T1" fmla="*/ 44 h 24"/>
                  <a:gd name="T2" fmla="*/ 127 w 19"/>
                  <a:gd name="T3" fmla="*/ 229 h 24"/>
                  <a:gd name="T4" fmla="*/ 172 w 19"/>
                  <a:gd name="T5" fmla="*/ 501 h 24"/>
                  <a:gd name="T6" fmla="*/ 85 w 19"/>
                  <a:gd name="T7" fmla="*/ 81 h 24"/>
                  <a:gd name="T8" fmla="*/ 283 w 19"/>
                  <a:gd name="T9" fmla="*/ 24 h 24"/>
                  <a:gd name="T10" fmla="*/ 299 w 19"/>
                  <a:gd name="T11" fmla="*/ 4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2"/>
                    </a:moveTo>
                    <a:cubicBezTo>
                      <a:pt x="13" y="3"/>
                      <a:pt x="9" y="4"/>
                      <a:pt x="8" y="11"/>
                    </a:cubicBezTo>
                    <a:cubicBezTo>
                      <a:pt x="7" y="15"/>
                      <a:pt x="8" y="20"/>
                      <a:pt x="11" y="24"/>
                    </a:cubicBezTo>
                    <a:cubicBezTo>
                      <a:pt x="6" y="20"/>
                      <a:pt x="0" y="10"/>
                      <a:pt x="5" y="4"/>
                    </a:cubicBezTo>
                    <a:cubicBezTo>
                      <a:pt x="8" y="1"/>
                      <a:pt x="15" y="0"/>
                      <a:pt x="18" y="1"/>
                    </a:cubicBezTo>
                    <a:cubicBezTo>
                      <a:pt x="18" y="2"/>
                      <a:pt x="19" y="2"/>
                      <a:pt x="19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3" name="Freeform 170">
                <a:extLst>
                  <a:ext uri="{FF2B5EF4-FFF2-40B4-BE49-F238E27FC236}">
                    <a16:creationId xmlns:a16="http://schemas.microsoft.com/office/drawing/2014/main" id="{87E372AE-F677-4395-99FE-4F152B8C6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022"/>
                <a:ext cx="21" cy="44"/>
              </a:xfrm>
              <a:custGeom>
                <a:avLst/>
                <a:gdLst>
                  <a:gd name="T0" fmla="*/ 200 w 12"/>
                  <a:gd name="T1" fmla="*/ 68 h 24"/>
                  <a:gd name="T2" fmla="*/ 49 w 12"/>
                  <a:gd name="T3" fmla="*/ 501 h 24"/>
                  <a:gd name="T4" fmla="*/ 49 w 12"/>
                  <a:gd name="T5" fmla="*/ 149 h 24"/>
                  <a:gd name="T6" fmla="*/ 200 w 12"/>
                  <a:gd name="T7" fmla="*/ 8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3"/>
                    </a:moveTo>
                    <a:cubicBezTo>
                      <a:pt x="7" y="9"/>
                      <a:pt x="0" y="15"/>
                      <a:pt x="3" y="24"/>
                    </a:cubicBezTo>
                    <a:cubicBezTo>
                      <a:pt x="0" y="19"/>
                      <a:pt x="0" y="12"/>
                      <a:pt x="3" y="7"/>
                    </a:cubicBezTo>
                    <a:cubicBezTo>
                      <a:pt x="5" y="4"/>
                      <a:pt x="10" y="0"/>
                      <a:pt x="12" y="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4" name="Freeform 171">
                <a:extLst>
                  <a:ext uri="{FF2B5EF4-FFF2-40B4-BE49-F238E27FC236}">
                    <a16:creationId xmlns:a16="http://schemas.microsoft.com/office/drawing/2014/main" id="{62460E84-6DAE-4952-977B-FC3ED43B4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3037"/>
                <a:ext cx="26" cy="28"/>
              </a:xfrm>
              <a:custGeom>
                <a:avLst/>
                <a:gdLst>
                  <a:gd name="T0" fmla="*/ 234 w 15"/>
                  <a:gd name="T1" fmla="*/ 24 h 15"/>
                  <a:gd name="T2" fmla="*/ 107 w 15"/>
                  <a:gd name="T3" fmla="*/ 112 h 15"/>
                  <a:gd name="T4" fmla="*/ 85 w 15"/>
                  <a:gd name="T5" fmla="*/ 338 h 15"/>
                  <a:gd name="T6" fmla="*/ 49 w 15"/>
                  <a:gd name="T7" fmla="*/ 84 h 15"/>
                  <a:gd name="T8" fmla="*/ 172 w 15"/>
                  <a:gd name="T9" fmla="*/ 4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2" y="3"/>
                      <a:pt x="9" y="2"/>
                      <a:pt x="7" y="5"/>
                    </a:cubicBezTo>
                    <a:cubicBezTo>
                      <a:pt x="5" y="7"/>
                      <a:pt x="4" y="12"/>
                      <a:pt x="5" y="15"/>
                    </a:cubicBezTo>
                    <a:cubicBezTo>
                      <a:pt x="3" y="11"/>
                      <a:pt x="0" y="8"/>
                      <a:pt x="3" y="4"/>
                    </a:cubicBezTo>
                    <a:cubicBezTo>
                      <a:pt x="5" y="1"/>
                      <a:pt x="9" y="0"/>
                      <a:pt x="11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5" name="Freeform 172">
                <a:extLst>
                  <a:ext uri="{FF2B5EF4-FFF2-40B4-BE49-F238E27FC236}">
                    <a16:creationId xmlns:a16="http://schemas.microsoft.com/office/drawing/2014/main" id="{EFBB6117-CC33-4F41-B289-B8C2CB986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993"/>
                <a:ext cx="43" cy="73"/>
              </a:xfrm>
              <a:custGeom>
                <a:avLst/>
                <a:gdLst>
                  <a:gd name="T0" fmla="*/ 375 w 25"/>
                  <a:gd name="T1" fmla="*/ 24 h 40"/>
                  <a:gd name="T2" fmla="*/ 255 w 25"/>
                  <a:gd name="T3" fmla="*/ 808 h 40"/>
                  <a:gd name="T4" fmla="*/ 107 w 25"/>
                  <a:gd name="T5" fmla="*/ 243 h 40"/>
                  <a:gd name="T6" fmla="*/ 361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25" y="1"/>
                    </a:moveTo>
                    <a:cubicBezTo>
                      <a:pt x="6" y="8"/>
                      <a:pt x="8" y="27"/>
                      <a:pt x="17" y="40"/>
                    </a:cubicBezTo>
                    <a:cubicBezTo>
                      <a:pt x="11" y="32"/>
                      <a:pt x="0" y="23"/>
                      <a:pt x="7" y="12"/>
                    </a:cubicBezTo>
                    <a:cubicBezTo>
                      <a:pt x="10" y="6"/>
                      <a:pt x="18" y="1"/>
                      <a:pt x="24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6" name="Freeform 173">
                <a:extLst>
                  <a:ext uri="{FF2B5EF4-FFF2-40B4-BE49-F238E27FC236}">
                    <a16:creationId xmlns:a16="http://schemas.microsoft.com/office/drawing/2014/main" id="{D570F903-7E45-445E-94C1-6A5818B73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098"/>
                <a:ext cx="50" cy="70"/>
              </a:xfrm>
              <a:custGeom>
                <a:avLst/>
                <a:gdLst>
                  <a:gd name="T0" fmla="*/ 440 w 29"/>
                  <a:gd name="T1" fmla="*/ 0 h 38"/>
                  <a:gd name="T2" fmla="*/ 184 w 29"/>
                  <a:gd name="T3" fmla="*/ 451 h 38"/>
                  <a:gd name="T4" fmla="*/ 86 w 29"/>
                  <a:gd name="T5" fmla="*/ 807 h 38"/>
                  <a:gd name="T6" fmla="*/ 210 w 29"/>
                  <a:gd name="T7" fmla="*/ 258 h 38"/>
                  <a:gd name="T8" fmla="*/ 426 w 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1" y="5"/>
                      <a:pt x="16" y="13"/>
                      <a:pt x="12" y="21"/>
                    </a:cubicBezTo>
                    <a:cubicBezTo>
                      <a:pt x="9" y="26"/>
                      <a:pt x="9" y="34"/>
                      <a:pt x="6" y="38"/>
                    </a:cubicBezTo>
                    <a:cubicBezTo>
                      <a:pt x="0" y="31"/>
                      <a:pt x="9" y="18"/>
                      <a:pt x="14" y="12"/>
                    </a:cubicBezTo>
                    <a:cubicBezTo>
                      <a:pt x="17" y="8"/>
                      <a:pt x="23" y="1"/>
                      <a:pt x="28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7" name="Freeform 174">
                <a:extLst>
                  <a:ext uri="{FF2B5EF4-FFF2-40B4-BE49-F238E27FC236}">
                    <a16:creationId xmlns:a16="http://schemas.microsoft.com/office/drawing/2014/main" id="{D5E6BFE4-7C1D-4486-A6B5-7AE42AF21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983"/>
                <a:ext cx="36" cy="48"/>
              </a:xfrm>
              <a:custGeom>
                <a:avLst/>
                <a:gdLst>
                  <a:gd name="T0" fmla="*/ 312 w 21"/>
                  <a:gd name="T1" fmla="*/ 24 h 26"/>
                  <a:gd name="T2" fmla="*/ 106 w 21"/>
                  <a:gd name="T3" fmla="*/ 559 h 26"/>
                  <a:gd name="T4" fmla="*/ 77 w 21"/>
                  <a:gd name="T5" fmla="*/ 150 h 26"/>
                  <a:gd name="T6" fmla="*/ 312 w 21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1"/>
                    </a:moveTo>
                    <a:cubicBezTo>
                      <a:pt x="10" y="1"/>
                      <a:pt x="2" y="17"/>
                      <a:pt x="7" y="26"/>
                    </a:cubicBezTo>
                    <a:cubicBezTo>
                      <a:pt x="2" y="21"/>
                      <a:pt x="0" y="13"/>
                      <a:pt x="5" y="7"/>
                    </a:cubicBezTo>
                    <a:cubicBezTo>
                      <a:pt x="8" y="3"/>
                      <a:pt x="16" y="1"/>
                      <a:pt x="2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8" name="Freeform 175">
                <a:extLst>
                  <a:ext uri="{FF2B5EF4-FFF2-40B4-BE49-F238E27FC236}">
                    <a16:creationId xmlns:a16="http://schemas.microsoft.com/office/drawing/2014/main" id="{E7972F08-EEE8-4A3E-A667-E5DF98FA6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105"/>
                <a:ext cx="26" cy="39"/>
              </a:xfrm>
              <a:custGeom>
                <a:avLst/>
                <a:gdLst>
                  <a:gd name="T0" fmla="*/ 147 w 15"/>
                  <a:gd name="T1" fmla="*/ 45 h 21"/>
                  <a:gd name="T2" fmla="*/ 234 w 15"/>
                  <a:gd name="T3" fmla="*/ 462 h 21"/>
                  <a:gd name="T4" fmla="*/ 107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6" y="10"/>
                      <a:pt x="10" y="15"/>
                      <a:pt x="15" y="21"/>
                    </a:cubicBezTo>
                    <a:cubicBezTo>
                      <a:pt x="5" y="18"/>
                      <a:pt x="0" y="10"/>
                      <a:pt x="7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9" name="Freeform 176">
                <a:extLst>
                  <a:ext uri="{FF2B5EF4-FFF2-40B4-BE49-F238E27FC236}">
                    <a16:creationId xmlns:a16="http://schemas.microsoft.com/office/drawing/2014/main" id="{6C512B80-4B1C-4825-8F3B-A208DE3CE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3103"/>
                <a:ext cx="52" cy="67"/>
              </a:xfrm>
              <a:custGeom>
                <a:avLst/>
                <a:gdLst>
                  <a:gd name="T0" fmla="*/ 468 w 30"/>
                  <a:gd name="T1" fmla="*/ 112 h 36"/>
                  <a:gd name="T2" fmla="*/ 185 w 30"/>
                  <a:gd name="T3" fmla="*/ 337 h 36"/>
                  <a:gd name="T4" fmla="*/ 127 w 30"/>
                  <a:gd name="T5" fmla="*/ 808 h 36"/>
                  <a:gd name="T6" fmla="*/ 208 w 30"/>
                  <a:gd name="T7" fmla="*/ 112 h 36"/>
                  <a:gd name="T8" fmla="*/ 468 w 30"/>
                  <a:gd name="T9" fmla="*/ 11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5"/>
                    </a:moveTo>
                    <a:cubicBezTo>
                      <a:pt x="23" y="5"/>
                      <a:pt x="16" y="9"/>
                      <a:pt x="12" y="15"/>
                    </a:cubicBezTo>
                    <a:cubicBezTo>
                      <a:pt x="7" y="22"/>
                      <a:pt x="8" y="28"/>
                      <a:pt x="8" y="36"/>
                    </a:cubicBezTo>
                    <a:cubicBezTo>
                      <a:pt x="0" y="26"/>
                      <a:pt x="1" y="11"/>
                      <a:pt x="13" y="5"/>
                    </a:cubicBezTo>
                    <a:cubicBezTo>
                      <a:pt x="17" y="2"/>
                      <a:pt x="27" y="0"/>
                      <a:pt x="30" y="5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0" name="Freeform 177">
                <a:extLst>
                  <a:ext uri="{FF2B5EF4-FFF2-40B4-BE49-F238E27FC236}">
                    <a16:creationId xmlns:a16="http://schemas.microsoft.com/office/drawing/2014/main" id="{CEEE2C03-129A-4AE6-95D8-CD4D8A6A0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66"/>
                <a:ext cx="36" cy="44"/>
              </a:xfrm>
              <a:custGeom>
                <a:avLst/>
                <a:gdLst>
                  <a:gd name="T0" fmla="*/ 312 w 21"/>
                  <a:gd name="T1" fmla="*/ 24 h 24"/>
                  <a:gd name="T2" fmla="*/ 0 w 21"/>
                  <a:gd name="T3" fmla="*/ 501 h 24"/>
                  <a:gd name="T4" fmla="*/ 132 w 21"/>
                  <a:gd name="T5" fmla="*/ 81 h 24"/>
                  <a:gd name="T6" fmla="*/ 291 w 21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9" y="1"/>
                      <a:pt x="4" y="15"/>
                      <a:pt x="0" y="24"/>
                    </a:cubicBezTo>
                    <a:cubicBezTo>
                      <a:pt x="2" y="17"/>
                      <a:pt x="2" y="9"/>
                      <a:pt x="9" y="4"/>
                    </a:cubicBezTo>
                    <a:cubicBezTo>
                      <a:pt x="12" y="2"/>
                      <a:pt x="17" y="0"/>
                      <a:pt x="20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1" name="Freeform 178">
                <a:extLst>
                  <a:ext uri="{FF2B5EF4-FFF2-40B4-BE49-F238E27FC236}">
                    <a16:creationId xmlns:a16="http://schemas.microsoft.com/office/drawing/2014/main" id="{3497AE85-8D4E-4127-BD43-AD0B368DF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3057"/>
                <a:ext cx="45" cy="44"/>
              </a:xfrm>
              <a:custGeom>
                <a:avLst/>
                <a:gdLst>
                  <a:gd name="T0" fmla="*/ 384 w 26"/>
                  <a:gd name="T1" fmla="*/ 205 h 24"/>
                  <a:gd name="T2" fmla="*/ 171 w 26"/>
                  <a:gd name="T3" fmla="*/ 172 h 24"/>
                  <a:gd name="T4" fmla="*/ 16 w 26"/>
                  <a:gd name="T5" fmla="*/ 501 h 24"/>
                  <a:gd name="T6" fmla="*/ 28 w 26"/>
                  <a:gd name="T7" fmla="*/ 172 h 24"/>
                  <a:gd name="T8" fmla="*/ 126 w 26"/>
                  <a:gd name="T9" fmla="*/ 24 h 24"/>
                  <a:gd name="T10" fmla="*/ 405 w 26"/>
                  <a:gd name="T11" fmla="*/ 19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25" y="10"/>
                    </a:moveTo>
                    <a:cubicBezTo>
                      <a:pt x="20" y="10"/>
                      <a:pt x="16" y="5"/>
                      <a:pt x="11" y="8"/>
                    </a:cubicBezTo>
                    <a:cubicBezTo>
                      <a:pt x="6" y="10"/>
                      <a:pt x="2" y="20"/>
                      <a:pt x="1" y="24"/>
                    </a:cubicBezTo>
                    <a:cubicBezTo>
                      <a:pt x="0" y="20"/>
                      <a:pt x="1" y="13"/>
                      <a:pt x="2" y="8"/>
                    </a:cubicBezTo>
                    <a:cubicBezTo>
                      <a:pt x="3" y="4"/>
                      <a:pt x="4" y="1"/>
                      <a:pt x="8" y="1"/>
                    </a:cubicBezTo>
                    <a:cubicBezTo>
                      <a:pt x="13" y="0"/>
                      <a:pt x="23" y="6"/>
                      <a:pt x="26" y="9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2" name="Freeform 179">
                <a:extLst>
                  <a:ext uri="{FF2B5EF4-FFF2-40B4-BE49-F238E27FC236}">
                    <a16:creationId xmlns:a16="http://schemas.microsoft.com/office/drawing/2014/main" id="{6415F0C6-D578-44BA-B5FF-DC9076CD0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928"/>
                <a:ext cx="30" cy="81"/>
              </a:xfrm>
              <a:custGeom>
                <a:avLst/>
                <a:gdLst>
                  <a:gd name="T0" fmla="*/ 293 w 17"/>
                  <a:gd name="T1" fmla="*/ 0 h 44"/>
                  <a:gd name="T2" fmla="*/ 106 w 17"/>
                  <a:gd name="T3" fmla="*/ 451 h 44"/>
                  <a:gd name="T4" fmla="*/ 187 w 17"/>
                  <a:gd name="T5" fmla="*/ 928 h 44"/>
                  <a:gd name="T6" fmla="*/ 49 w 17"/>
                  <a:gd name="T7" fmla="*/ 326 h 44"/>
                  <a:gd name="T8" fmla="*/ 252 w 17"/>
                  <a:gd name="T9" fmla="*/ 6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11" y="6"/>
                      <a:pt x="7" y="12"/>
                      <a:pt x="6" y="21"/>
                    </a:cubicBezTo>
                    <a:cubicBezTo>
                      <a:pt x="6" y="29"/>
                      <a:pt x="9" y="37"/>
                      <a:pt x="11" y="44"/>
                    </a:cubicBezTo>
                    <a:cubicBezTo>
                      <a:pt x="4" y="38"/>
                      <a:pt x="0" y="24"/>
                      <a:pt x="3" y="15"/>
                    </a:cubicBezTo>
                    <a:cubicBezTo>
                      <a:pt x="5" y="10"/>
                      <a:pt x="9" y="3"/>
                      <a:pt x="15" y="3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3" name="Freeform 180">
                <a:extLst>
                  <a:ext uri="{FF2B5EF4-FFF2-40B4-BE49-F238E27FC236}">
                    <a16:creationId xmlns:a16="http://schemas.microsoft.com/office/drawing/2014/main" id="{5D61A2F4-9182-45A0-A407-A333615C7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835"/>
                <a:ext cx="31" cy="34"/>
              </a:xfrm>
              <a:custGeom>
                <a:avLst/>
                <a:gdLst>
                  <a:gd name="T0" fmla="*/ 270 w 18"/>
                  <a:gd name="T1" fmla="*/ 28 h 18"/>
                  <a:gd name="T2" fmla="*/ 122 w 18"/>
                  <a:gd name="T3" fmla="*/ 113 h 18"/>
                  <a:gd name="T4" fmla="*/ 107 w 18"/>
                  <a:gd name="T5" fmla="*/ 433 h 18"/>
                  <a:gd name="T6" fmla="*/ 16 w 18"/>
                  <a:gd name="T7" fmla="*/ 113 h 18"/>
                  <a:gd name="T8" fmla="*/ 231 w 18"/>
                  <a:gd name="T9" fmla="*/ 2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1"/>
                    </a:moveTo>
                    <a:cubicBezTo>
                      <a:pt x="14" y="1"/>
                      <a:pt x="10" y="2"/>
                      <a:pt x="8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4" y="15"/>
                      <a:pt x="0" y="9"/>
                      <a:pt x="1" y="5"/>
                    </a:cubicBezTo>
                    <a:cubicBezTo>
                      <a:pt x="3" y="0"/>
                      <a:pt x="11" y="1"/>
                      <a:pt x="15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4" name="Freeform 181">
                <a:extLst>
                  <a:ext uri="{FF2B5EF4-FFF2-40B4-BE49-F238E27FC236}">
                    <a16:creationId xmlns:a16="http://schemas.microsoft.com/office/drawing/2014/main" id="{ECCA1CFB-8BDD-4570-AE79-1B136DBD7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821"/>
                <a:ext cx="24" cy="37"/>
              </a:xfrm>
              <a:custGeom>
                <a:avLst/>
                <a:gdLst>
                  <a:gd name="T0" fmla="*/ 206 w 14"/>
                  <a:gd name="T1" fmla="*/ 68 h 20"/>
                  <a:gd name="T2" fmla="*/ 86 w 14"/>
                  <a:gd name="T3" fmla="*/ 431 h 20"/>
                  <a:gd name="T4" fmla="*/ 15 w 14"/>
                  <a:gd name="T5" fmla="*/ 150 h 20"/>
                  <a:gd name="T6" fmla="*/ 206 w 14"/>
                  <a:gd name="T7" fmla="*/ 2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3"/>
                    </a:moveTo>
                    <a:cubicBezTo>
                      <a:pt x="6" y="3"/>
                      <a:pt x="1" y="13"/>
                      <a:pt x="6" y="20"/>
                    </a:cubicBezTo>
                    <a:cubicBezTo>
                      <a:pt x="4" y="16"/>
                      <a:pt x="0" y="11"/>
                      <a:pt x="1" y="7"/>
                    </a:cubicBezTo>
                    <a:cubicBezTo>
                      <a:pt x="2" y="0"/>
                      <a:pt x="9" y="1"/>
                      <a:pt x="1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5" name="Freeform 182">
                <a:extLst>
                  <a:ext uri="{FF2B5EF4-FFF2-40B4-BE49-F238E27FC236}">
                    <a16:creationId xmlns:a16="http://schemas.microsoft.com/office/drawing/2014/main" id="{6EE49DF6-AB4B-4D64-BB2B-B95BFD3EF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915"/>
                <a:ext cx="22" cy="28"/>
              </a:xfrm>
              <a:custGeom>
                <a:avLst/>
                <a:gdLst>
                  <a:gd name="T0" fmla="*/ 98 w 13"/>
                  <a:gd name="T1" fmla="*/ 0 h 15"/>
                  <a:gd name="T2" fmla="*/ 181 w 13"/>
                  <a:gd name="T3" fmla="*/ 338 h 15"/>
                  <a:gd name="T4" fmla="*/ 83 w 13"/>
                  <a:gd name="T5" fmla="*/ 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7" y="7"/>
                      <a:pt x="10" y="10"/>
                      <a:pt x="13" y="15"/>
                    </a:cubicBezTo>
                    <a:cubicBezTo>
                      <a:pt x="9" y="13"/>
                      <a:pt x="0" y="5"/>
                      <a:pt x="6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6" name="Freeform 183">
                <a:extLst>
                  <a:ext uri="{FF2B5EF4-FFF2-40B4-BE49-F238E27FC236}">
                    <a16:creationId xmlns:a16="http://schemas.microsoft.com/office/drawing/2014/main" id="{398D3DFB-72E0-40EF-8C22-2D9270E8F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1"/>
                <a:ext cx="45" cy="49"/>
              </a:xfrm>
              <a:custGeom>
                <a:avLst/>
                <a:gdLst>
                  <a:gd name="T0" fmla="*/ 28 w 26"/>
                  <a:gd name="T1" fmla="*/ 614 h 26"/>
                  <a:gd name="T2" fmla="*/ 405 w 26"/>
                  <a:gd name="T3" fmla="*/ 141 h 26"/>
                  <a:gd name="T4" fmla="*/ 0 w 26"/>
                  <a:gd name="T5" fmla="*/ 56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2" y="26"/>
                    </a:moveTo>
                    <a:cubicBezTo>
                      <a:pt x="2" y="16"/>
                      <a:pt x="19" y="10"/>
                      <a:pt x="26" y="6"/>
                    </a:cubicBezTo>
                    <a:cubicBezTo>
                      <a:pt x="16" y="0"/>
                      <a:pt x="0" y="14"/>
                      <a:pt x="0" y="2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7" name="Freeform 184">
                <a:extLst>
                  <a:ext uri="{FF2B5EF4-FFF2-40B4-BE49-F238E27FC236}">
                    <a16:creationId xmlns:a16="http://schemas.microsoft.com/office/drawing/2014/main" id="{F011343C-DF9A-4C71-82F7-20E62FA91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889"/>
                <a:ext cx="23" cy="33"/>
              </a:xfrm>
              <a:custGeom>
                <a:avLst/>
                <a:gdLst>
                  <a:gd name="T0" fmla="*/ 228 w 13"/>
                  <a:gd name="T1" fmla="*/ 0 h 18"/>
                  <a:gd name="T2" fmla="*/ 50 w 13"/>
                  <a:gd name="T3" fmla="*/ 376 h 18"/>
                  <a:gd name="T4" fmla="*/ 228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5" y="1"/>
                      <a:pt x="3" y="12"/>
                      <a:pt x="3" y="18"/>
                    </a:cubicBezTo>
                    <a:cubicBezTo>
                      <a:pt x="0" y="10"/>
                      <a:pt x="2" y="0"/>
                      <a:pt x="13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8" name="Freeform 185">
                <a:extLst>
                  <a:ext uri="{FF2B5EF4-FFF2-40B4-BE49-F238E27FC236}">
                    <a16:creationId xmlns:a16="http://schemas.microsoft.com/office/drawing/2014/main" id="{DDA24A8C-D4D1-4E1D-9286-16DE540EA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957"/>
                <a:ext cx="26" cy="23"/>
              </a:xfrm>
              <a:custGeom>
                <a:avLst/>
                <a:gdLst>
                  <a:gd name="T0" fmla="*/ 234 w 15"/>
                  <a:gd name="T1" fmla="*/ 84 h 12"/>
                  <a:gd name="T2" fmla="*/ 16 w 15"/>
                  <a:gd name="T3" fmla="*/ 309 h 12"/>
                  <a:gd name="T4" fmla="*/ 220 w 15"/>
                  <a:gd name="T5" fmla="*/ 2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8" y="4"/>
                      <a:pt x="7" y="8"/>
                      <a:pt x="1" y="12"/>
                    </a:cubicBezTo>
                    <a:cubicBezTo>
                      <a:pt x="0" y="4"/>
                      <a:pt x="6" y="0"/>
                      <a:pt x="1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9" name="Freeform 186">
                <a:extLst>
                  <a:ext uri="{FF2B5EF4-FFF2-40B4-BE49-F238E27FC236}">
                    <a16:creationId xmlns:a16="http://schemas.microsoft.com/office/drawing/2014/main" id="{64931014-118B-4E94-85A7-F0899FA8D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37"/>
                <a:ext cx="24" cy="57"/>
              </a:xfrm>
              <a:custGeom>
                <a:avLst/>
                <a:gdLst>
                  <a:gd name="T0" fmla="*/ 206 w 14"/>
                  <a:gd name="T1" fmla="*/ 0 h 31"/>
                  <a:gd name="T2" fmla="*/ 147 w 14"/>
                  <a:gd name="T3" fmla="*/ 653 h 31"/>
                  <a:gd name="T4" fmla="*/ 26 w 14"/>
                  <a:gd name="T5" fmla="*/ 230 h 31"/>
                  <a:gd name="T6" fmla="*/ 182 w 1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1" y="5"/>
                      <a:pt x="6" y="22"/>
                      <a:pt x="10" y="31"/>
                    </a:cubicBezTo>
                    <a:cubicBezTo>
                      <a:pt x="6" y="25"/>
                      <a:pt x="0" y="20"/>
                      <a:pt x="2" y="11"/>
                    </a:cubicBezTo>
                    <a:cubicBezTo>
                      <a:pt x="3" y="7"/>
                      <a:pt x="7" y="1"/>
                      <a:pt x="12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0" name="Freeform 187">
                <a:extLst>
                  <a:ext uri="{FF2B5EF4-FFF2-40B4-BE49-F238E27FC236}">
                    <a16:creationId xmlns:a16="http://schemas.microsoft.com/office/drawing/2014/main" id="{8CB19AC2-7715-4D55-A746-9E0772ACE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47"/>
                <a:ext cx="18" cy="48"/>
              </a:xfrm>
              <a:custGeom>
                <a:avLst/>
                <a:gdLst>
                  <a:gd name="T0" fmla="*/ 187 w 10"/>
                  <a:gd name="T1" fmla="*/ 24 h 26"/>
                  <a:gd name="T2" fmla="*/ 52 w 10"/>
                  <a:gd name="T3" fmla="*/ 559 h 26"/>
                  <a:gd name="T4" fmla="*/ 169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1"/>
                    </a:moveTo>
                    <a:cubicBezTo>
                      <a:pt x="4" y="8"/>
                      <a:pt x="3" y="17"/>
                      <a:pt x="3" y="26"/>
                    </a:cubicBezTo>
                    <a:cubicBezTo>
                      <a:pt x="0" y="17"/>
                      <a:pt x="1" y="4"/>
                      <a:pt x="9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1" name="Freeform 188">
                <a:extLst>
                  <a:ext uri="{FF2B5EF4-FFF2-40B4-BE49-F238E27FC236}">
                    <a16:creationId xmlns:a16="http://schemas.microsoft.com/office/drawing/2014/main" id="{FA84F08C-5628-4DCD-9511-0F6383F7C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76"/>
                <a:ext cx="17" cy="28"/>
              </a:xfrm>
              <a:custGeom>
                <a:avLst/>
                <a:gdLst>
                  <a:gd name="T0" fmla="*/ 141 w 10"/>
                  <a:gd name="T1" fmla="*/ 24 h 15"/>
                  <a:gd name="T2" fmla="*/ 0 w 10"/>
                  <a:gd name="T3" fmla="*/ 338 h 15"/>
                  <a:gd name="T4" fmla="*/ 119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5" y="0"/>
                      <a:pt x="0" y="11"/>
                      <a:pt x="0" y="15"/>
                    </a:cubicBezTo>
                    <a:cubicBezTo>
                      <a:pt x="0" y="9"/>
                      <a:pt x="0" y="1"/>
                      <a:pt x="8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2" name="Freeform 189">
                <a:extLst>
                  <a:ext uri="{FF2B5EF4-FFF2-40B4-BE49-F238E27FC236}">
                    <a16:creationId xmlns:a16="http://schemas.microsoft.com/office/drawing/2014/main" id="{02DFB928-BB14-446B-BC11-AB51CEB06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727"/>
                <a:ext cx="21" cy="31"/>
              </a:xfrm>
              <a:custGeom>
                <a:avLst/>
                <a:gdLst>
                  <a:gd name="T0" fmla="*/ 200 w 12"/>
                  <a:gd name="T1" fmla="*/ 44 h 17"/>
                  <a:gd name="T2" fmla="*/ 49 w 12"/>
                  <a:gd name="T3" fmla="*/ 346 h 17"/>
                  <a:gd name="T4" fmla="*/ 21 w 12"/>
                  <a:gd name="T5" fmla="*/ 97 h 17"/>
                  <a:gd name="T6" fmla="*/ 179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2"/>
                    </a:moveTo>
                    <a:cubicBezTo>
                      <a:pt x="4" y="2"/>
                      <a:pt x="3" y="11"/>
                      <a:pt x="3" y="17"/>
                    </a:cubicBezTo>
                    <a:cubicBezTo>
                      <a:pt x="3" y="13"/>
                      <a:pt x="0" y="9"/>
                      <a:pt x="1" y="5"/>
                    </a:cubicBezTo>
                    <a:cubicBezTo>
                      <a:pt x="3" y="0"/>
                      <a:pt x="6" y="0"/>
                      <a:pt x="1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3" name="Freeform 190">
                <a:extLst>
                  <a:ext uri="{FF2B5EF4-FFF2-40B4-BE49-F238E27FC236}">
                    <a16:creationId xmlns:a16="http://schemas.microsoft.com/office/drawing/2014/main" id="{BEDE5686-DD37-4619-8C56-8ADCADC27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697"/>
                <a:ext cx="22" cy="31"/>
              </a:xfrm>
              <a:custGeom>
                <a:avLst/>
                <a:gdLst>
                  <a:gd name="T0" fmla="*/ 181 w 13"/>
                  <a:gd name="T1" fmla="*/ 44 h 17"/>
                  <a:gd name="T2" fmla="*/ 58 w 13"/>
                  <a:gd name="T3" fmla="*/ 346 h 17"/>
                  <a:gd name="T4" fmla="*/ 140 w 13"/>
                  <a:gd name="T5" fmla="*/ 2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6" y="2"/>
                      <a:pt x="1" y="11"/>
                      <a:pt x="4" y="17"/>
                    </a:cubicBezTo>
                    <a:cubicBezTo>
                      <a:pt x="3" y="11"/>
                      <a:pt x="0" y="0"/>
                      <a:pt x="10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4" name="Freeform 191">
                <a:extLst>
                  <a:ext uri="{FF2B5EF4-FFF2-40B4-BE49-F238E27FC236}">
                    <a16:creationId xmlns:a16="http://schemas.microsoft.com/office/drawing/2014/main" id="{59C752B3-1227-4746-A65D-41C7D9EB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756"/>
                <a:ext cx="19" cy="30"/>
              </a:xfrm>
              <a:custGeom>
                <a:avLst/>
                <a:gdLst>
                  <a:gd name="T0" fmla="*/ 169 w 11"/>
                  <a:gd name="T1" fmla="*/ 28 h 16"/>
                  <a:gd name="T2" fmla="*/ 86 w 11"/>
                  <a:gd name="T3" fmla="*/ 369 h 16"/>
                  <a:gd name="T4" fmla="*/ 169 w 11"/>
                  <a:gd name="T5" fmla="*/ 2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11" y="1"/>
                    </a:moveTo>
                    <a:cubicBezTo>
                      <a:pt x="6" y="5"/>
                      <a:pt x="4" y="10"/>
                      <a:pt x="6" y="16"/>
                    </a:cubicBezTo>
                    <a:cubicBezTo>
                      <a:pt x="3" y="10"/>
                      <a:pt x="0" y="0"/>
                      <a:pt x="11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5" name="Freeform 192">
                <a:extLst>
                  <a:ext uri="{FF2B5EF4-FFF2-40B4-BE49-F238E27FC236}">
                    <a16:creationId xmlns:a16="http://schemas.microsoft.com/office/drawing/2014/main" id="{7B33A3AC-95C9-48E3-B4B3-D989BF02A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787"/>
                <a:ext cx="25" cy="41"/>
              </a:xfrm>
              <a:custGeom>
                <a:avLst/>
                <a:gdLst>
                  <a:gd name="T0" fmla="*/ 255 w 14"/>
                  <a:gd name="T1" fmla="*/ 45 h 22"/>
                  <a:gd name="T2" fmla="*/ 41 w 14"/>
                  <a:gd name="T3" fmla="*/ 494 h 22"/>
                  <a:gd name="T4" fmla="*/ 232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2"/>
                    </a:moveTo>
                    <a:cubicBezTo>
                      <a:pt x="7" y="4"/>
                      <a:pt x="2" y="15"/>
                      <a:pt x="2" y="22"/>
                    </a:cubicBezTo>
                    <a:cubicBezTo>
                      <a:pt x="0" y="11"/>
                      <a:pt x="4" y="4"/>
                      <a:pt x="13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6" name="Freeform 193">
                <a:extLst>
                  <a:ext uri="{FF2B5EF4-FFF2-40B4-BE49-F238E27FC236}">
                    <a16:creationId xmlns:a16="http://schemas.microsoft.com/office/drawing/2014/main" id="{32B62C84-4E57-40D7-B102-4B0D63460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850"/>
                <a:ext cx="28" cy="58"/>
              </a:xfrm>
              <a:custGeom>
                <a:avLst/>
                <a:gdLst>
                  <a:gd name="T0" fmla="*/ 249 w 16"/>
                  <a:gd name="T1" fmla="*/ 73 h 31"/>
                  <a:gd name="T2" fmla="*/ 102 w 16"/>
                  <a:gd name="T3" fmla="*/ 715 h 31"/>
                  <a:gd name="T4" fmla="*/ 264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5" y="3"/>
                    </a:moveTo>
                    <a:cubicBezTo>
                      <a:pt x="7" y="9"/>
                      <a:pt x="6" y="22"/>
                      <a:pt x="6" y="31"/>
                    </a:cubicBezTo>
                    <a:cubicBezTo>
                      <a:pt x="0" y="21"/>
                      <a:pt x="4" y="3"/>
                      <a:pt x="16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7" name="Freeform 194">
                <a:extLst>
                  <a:ext uri="{FF2B5EF4-FFF2-40B4-BE49-F238E27FC236}">
                    <a16:creationId xmlns:a16="http://schemas.microsoft.com/office/drawing/2014/main" id="{276AEBA5-FB5F-473A-882D-A776FFC0E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009"/>
                <a:ext cx="28" cy="56"/>
              </a:xfrm>
              <a:custGeom>
                <a:avLst/>
                <a:gdLst>
                  <a:gd name="T0" fmla="*/ 264 w 16"/>
                  <a:gd name="T1" fmla="*/ 0 h 30"/>
                  <a:gd name="T2" fmla="*/ 102 w 16"/>
                  <a:gd name="T3" fmla="*/ 269 h 30"/>
                  <a:gd name="T4" fmla="*/ 86 w 16"/>
                  <a:gd name="T5" fmla="*/ 683 h 30"/>
                  <a:gd name="T6" fmla="*/ 65 w 16"/>
                  <a:gd name="T7" fmla="*/ 226 h 30"/>
                  <a:gd name="T8" fmla="*/ 236 w 16"/>
                  <a:gd name="T9" fmla="*/ 2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12" y="0"/>
                      <a:pt x="7" y="9"/>
                      <a:pt x="6" y="12"/>
                    </a:cubicBezTo>
                    <a:cubicBezTo>
                      <a:pt x="4" y="18"/>
                      <a:pt x="5" y="24"/>
                      <a:pt x="5" y="30"/>
                    </a:cubicBezTo>
                    <a:cubicBezTo>
                      <a:pt x="0" y="24"/>
                      <a:pt x="1" y="15"/>
                      <a:pt x="4" y="10"/>
                    </a:cubicBezTo>
                    <a:cubicBezTo>
                      <a:pt x="6" y="5"/>
                      <a:pt x="11" y="4"/>
                      <a:pt x="1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8" name="Freeform 195">
                <a:extLst>
                  <a:ext uri="{FF2B5EF4-FFF2-40B4-BE49-F238E27FC236}">
                    <a16:creationId xmlns:a16="http://schemas.microsoft.com/office/drawing/2014/main" id="{74CF54A5-F9AC-4524-8F4A-781376AE0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3077"/>
                <a:ext cx="36" cy="56"/>
              </a:xfrm>
              <a:custGeom>
                <a:avLst/>
                <a:gdLst>
                  <a:gd name="T0" fmla="*/ 312 w 21"/>
                  <a:gd name="T1" fmla="*/ 73 h 30"/>
                  <a:gd name="T2" fmla="*/ 190 w 21"/>
                  <a:gd name="T3" fmla="*/ 293 h 30"/>
                  <a:gd name="T4" fmla="*/ 106 w 21"/>
                  <a:gd name="T5" fmla="*/ 683 h 30"/>
                  <a:gd name="T6" fmla="*/ 291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21" y="3"/>
                    </a:moveTo>
                    <a:cubicBezTo>
                      <a:pt x="19" y="6"/>
                      <a:pt x="15" y="9"/>
                      <a:pt x="13" y="13"/>
                    </a:cubicBezTo>
                    <a:cubicBezTo>
                      <a:pt x="10" y="18"/>
                      <a:pt x="9" y="24"/>
                      <a:pt x="7" y="30"/>
                    </a:cubicBezTo>
                    <a:cubicBezTo>
                      <a:pt x="0" y="23"/>
                      <a:pt x="13" y="3"/>
                      <a:pt x="20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9" name="Freeform 196">
                <a:extLst>
                  <a:ext uri="{FF2B5EF4-FFF2-40B4-BE49-F238E27FC236}">
                    <a16:creationId xmlns:a16="http://schemas.microsoft.com/office/drawing/2014/main" id="{61DEC938-7802-4163-B217-8CB8C8733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186"/>
                <a:ext cx="36" cy="37"/>
              </a:xfrm>
              <a:custGeom>
                <a:avLst/>
                <a:gdLst>
                  <a:gd name="T0" fmla="*/ 288 w 21"/>
                  <a:gd name="T1" fmla="*/ 0 h 20"/>
                  <a:gd name="T2" fmla="*/ 15 w 21"/>
                  <a:gd name="T3" fmla="*/ 431 h 20"/>
                  <a:gd name="T4" fmla="*/ 312 w 2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9" y="0"/>
                    </a:moveTo>
                    <a:cubicBezTo>
                      <a:pt x="12" y="4"/>
                      <a:pt x="1" y="11"/>
                      <a:pt x="1" y="20"/>
                    </a:cubicBezTo>
                    <a:cubicBezTo>
                      <a:pt x="0" y="7"/>
                      <a:pt x="10" y="0"/>
                      <a:pt x="2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0" name="Freeform 197">
                <a:extLst>
                  <a:ext uri="{FF2B5EF4-FFF2-40B4-BE49-F238E27FC236}">
                    <a16:creationId xmlns:a16="http://schemas.microsoft.com/office/drawing/2014/main" id="{3998704C-AF1F-4FE4-9611-5E02A8C4D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114"/>
                <a:ext cx="23" cy="28"/>
              </a:xfrm>
              <a:custGeom>
                <a:avLst/>
                <a:gdLst>
                  <a:gd name="T0" fmla="*/ 228 w 13"/>
                  <a:gd name="T1" fmla="*/ 0 h 15"/>
                  <a:gd name="T2" fmla="*/ 65 w 13"/>
                  <a:gd name="T3" fmla="*/ 338 h 15"/>
                  <a:gd name="T4" fmla="*/ 203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7" y="1"/>
                      <a:pt x="4" y="8"/>
                      <a:pt x="4" y="15"/>
                    </a:cubicBezTo>
                    <a:cubicBezTo>
                      <a:pt x="0" y="8"/>
                      <a:pt x="2" y="1"/>
                      <a:pt x="12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1" name="Freeform 198">
                <a:extLst>
                  <a:ext uri="{FF2B5EF4-FFF2-40B4-BE49-F238E27FC236}">
                    <a16:creationId xmlns:a16="http://schemas.microsoft.com/office/drawing/2014/main" id="{3B858F62-B3BC-45FC-A452-54A5D75B0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3207"/>
                <a:ext cx="18" cy="39"/>
              </a:xfrm>
              <a:custGeom>
                <a:avLst/>
                <a:gdLst>
                  <a:gd name="T0" fmla="*/ 187 w 10"/>
                  <a:gd name="T1" fmla="*/ 0 h 21"/>
                  <a:gd name="T2" fmla="*/ 94 w 10"/>
                  <a:gd name="T3" fmla="*/ 462 h 21"/>
                  <a:gd name="T4" fmla="*/ 23 w 10"/>
                  <a:gd name="T5" fmla="*/ 290 h 21"/>
                  <a:gd name="T6" fmla="*/ 133 w 10"/>
                  <a:gd name="T7" fmla="*/ 24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1">
                    <a:moveTo>
                      <a:pt x="10" y="0"/>
                    </a:moveTo>
                    <a:cubicBezTo>
                      <a:pt x="4" y="0"/>
                      <a:pt x="3" y="16"/>
                      <a:pt x="5" y="21"/>
                    </a:cubicBezTo>
                    <a:cubicBezTo>
                      <a:pt x="3" y="18"/>
                      <a:pt x="1" y="16"/>
                      <a:pt x="1" y="13"/>
                    </a:cubicBezTo>
                    <a:cubicBezTo>
                      <a:pt x="0" y="9"/>
                      <a:pt x="4" y="3"/>
                      <a:pt x="7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2" name="Freeform 199">
                <a:extLst>
                  <a:ext uri="{FF2B5EF4-FFF2-40B4-BE49-F238E27FC236}">
                    <a16:creationId xmlns:a16="http://schemas.microsoft.com/office/drawing/2014/main" id="{0B54CE3B-AA52-4528-A5DD-BF69453A2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3222"/>
                <a:ext cx="21" cy="35"/>
              </a:xfrm>
              <a:custGeom>
                <a:avLst/>
                <a:gdLst>
                  <a:gd name="T0" fmla="*/ 200 w 12"/>
                  <a:gd name="T1" fmla="*/ 44 h 19"/>
                  <a:gd name="T2" fmla="*/ 86 w 12"/>
                  <a:gd name="T3" fmla="*/ 193 h 19"/>
                  <a:gd name="T4" fmla="*/ 37 w 12"/>
                  <a:gd name="T5" fmla="*/ 400 h 19"/>
                  <a:gd name="T6" fmla="*/ 179 w 12"/>
                  <a:gd name="T7" fmla="*/ 4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2" y="2"/>
                    </a:moveTo>
                    <a:cubicBezTo>
                      <a:pt x="10" y="5"/>
                      <a:pt x="7" y="6"/>
                      <a:pt x="5" y="9"/>
                    </a:cubicBezTo>
                    <a:cubicBezTo>
                      <a:pt x="3" y="12"/>
                      <a:pt x="2" y="16"/>
                      <a:pt x="2" y="19"/>
                    </a:cubicBezTo>
                    <a:cubicBezTo>
                      <a:pt x="0" y="13"/>
                      <a:pt x="1" y="0"/>
                      <a:pt x="11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3" name="Freeform 200">
                <a:extLst>
                  <a:ext uri="{FF2B5EF4-FFF2-40B4-BE49-F238E27FC236}">
                    <a16:creationId xmlns:a16="http://schemas.microsoft.com/office/drawing/2014/main" id="{0C2EB799-976A-43E2-8110-B2DF1257C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3065"/>
                <a:ext cx="36" cy="48"/>
              </a:xfrm>
              <a:custGeom>
                <a:avLst/>
                <a:gdLst>
                  <a:gd name="T0" fmla="*/ 312 w 21"/>
                  <a:gd name="T1" fmla="*/ 44 h 26"/>
                  <a:gd name="T2" fmla="*/ 26 w 21"/>
                  <a:gd name="T3" fmla="*/ 559 h 26"/>
                  <a:gd name="T4" fmla="*/ 62 w 21"/>
                  <a:gd name="T5" fmla="*/ 233 h 26"/>
                  <a:gd name="T6" fmla="*/ 267 w 21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2"/>
                    </a:moveTo>
                    <a:cubicBezTo>
                      <a:pt x="10" y="0"/>
                      <a:pt x="4" y="19"/>
                      <a:pt x="2" y="26"/>
                    </a:cubicBezTo>
                    <a:cubicBezTo>
                      <a:pt x="3" y="21"/>
                      <a:pt x="0" y="16"/>
                      <a:pt x="4" y="11"/>
                    </a:cubicBezTo>
                    <a:cubicBezTo>
                      <a:pt x="7" y="5"/>
                      <a:pt x="13" y="3"/>
                      <a:pt x="18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4" name="Freeform 201">
                <a:extLst>
                  <a:ext uri="{FF2B5EF4-FFF2-40B4-BE49-F238E27FC236}">
                    <a16:creationId xmlns:a16="http://schemas.microsoft.com/office/drawing/2014/main" id="{97414A8A-B335-4F6F-8704-1B0201C55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3035"/>
                <a:ext cx="42" cy="55"/>
              </a:xfrm>
              <a:custGeom>
                <a:avLst/>
                <a:gdLst>
                  <a:gd name="T0" fmla="*/ 0 w 24"/>
                  <a:gd name="T1" fmla="*/ 394 h 30"/>
                  <a:gd name="T2" fmla="*/ 350 w 24"/>
                  <a:gd name="T3" fmla="*/ 444 h 30"/>
                  <a:gd name="T4" fmla="*/ 327 w 24"/>
                  <a:gd name="T5" fmla="*/ 0 h 30"/>
                  <a:gd name="T6" fmla="*/ 249 w 24"/>
                  <a:gd name="T7" fmla="*/ 354 h 30"/>
                  <a:gd name="T8" fmla="*/ 21 w 24"/>
                  <a:gd name="T9" fmla="*/ 42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0">
                    <a:moveTo>
                      <a:pt x="0" y="19"/>
                    </a:moveTo>
                    <a:cubicBezTo>
                      <a:pt x="6" y="23"/>
                      <a:pt x="16" y="30"/>
                      <a:pt x="21" y="21"/>
                    </a:cubicBezTo>
                    <a:cubicBezTo>
                      <a:pt x="24" y="15"/>
                      <a:pt x="23" y="6"/>
                      <a:pt x="20" y="0"/>
                    </a:cubicBezTo>
                    <a:cubicBezTo>
                      <a:pt x="20" y="5"/>
                      <a:pt x="20" y="13"/>
                      <a:pt x="15" y="17"/>
                    </a:cubicBezTo>
                    <a:cubicBezTo>
                      <a:pt x="12" y="19"/>
                      <a:pt x="5" y="20"/>
                      <a:pt x="1" y="20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5" name="Freeform 202">
                <a:extLst>
                  <a:ext uri="{FF2B5EF4-FFF2-40B4-BE49-F238E27FC236}">
                    <a16:creationId xmlns:a16="http://schemas.microsoft.com/office/drawing/2014/main" id="{5E235D55-D472-4E44-82A6-E73A6CFE6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004"/>
                <a:ext cx="43" cy="55"/>
              </a:xfrm>
              <a:custGeom>
                <a:avLst/>
                <a:gdLst>
                  <a:gd name="T0" fmla="*/ 26 w 25"/>
                  <a:gd name="T1" fmla="*/ 578 h 30"/>
                  <a:gd name="T2" fmla="*/ 353 w 25"/>
                  <a:gd name="T3" fmla="*/ 444 h 30"/>
                  <a:gd name="T4" fmla="*/ 316 w 25"/>
                  <a:gd name="T5" fmla="*/ 193 h 30"/>
                  <a:gd name="T6" fmla="*/ 210 w 25"/>
                  <a:gd name="T7" fmla="*/ 0 h 30"/>
                  <a:gd name="T8" fmla="*/ 184 w 25"/>
                  <a:gd name="T9" fmla="*/ 376 h 30"/>
                  <a:gd name="T10" fmla="*/ 26 w 25"/>
                  <a:gd name="T11" fmla="*/ 57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" y="28"/>
                    </a:moveTo>
                    <a:cubicBezTo>
                      <a:pt x="8" y="30"/>
                      <a:pt x="21" y="27"/>
                      <a:pt x="23" y="21"/>
                    </a:cubicBezTo>
                    <a:cubicBezTo>
                      <a:pt x="25" y="16"/>
                      <a:pt x="24" y="13"/>
                      <a:pt x="21" y="9"/>
                    </a:cubicBezTo>
                    <a:cubicBezTo>
                      <a:pt x="20" y="7"/>
                      <a:pt x="16" y="0"/>
                      <a:pt x="14" y="0"/>
                    </a:cubicBezTo>
                    <a:cubicBezTo>
                      <a:pt x="13" y="7"/>
                      <a:pt x="18" y="12"/>
                      <a:pt x="12" y="18"/>
                    </a:cubicBezTo>
                    <a:cubicBezTo>
                      <a:pt x="10" y="21"/>
                      <a:pt x="0" y="24"/>
                      <a:pt x="2" y="28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6" name="Freeform 203">
                <a:extLst>
                  <a:ext uri="{FF2B5EF4-FFF2-40B4-BE49-F238E27FC236}">
                    <a16:creationId xmlns:a16="http://schemas.microsoft.com/office/drawing/2014/main" id="{34709CF3-335E-463E-83FD-9FF4D25C9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980"/>
                <a:ext cx="62" cy="33"/>
              </a:xfrm>
              <a:custGeom>
                <a:avLst/>
                <a:gdLst>
                  <a:gd name="T0" fmla="*/ 0 w 36"/>
                  <a:gd name="T1" fmla="*/ 376 h 18"/>
                  <a:gd name="T2" fmla="*/ 169 w 36"/>
                  <a:gd name="T3" fmla="*/ 273 h 18"/>
                  <a:gd name="T4" fmla="*/ 317 w 36"/>
                  <a:gd name="T5" fmla="*/ 205 h 18"/>
                  <a:gd name="T6" fmla="*/ 439 w 36"/>
                  <a:gd name="T7" fmla="*/ 44 h 18"/>
                  <a:gd name="T8" fmla="*/ 353 w 36"/>
                  <a:gd name="T9" fmla="*/ 81 h 18"/>
                  <a:gd name="T10" fmla="*/ 169 w 36"/>
                  <a:gd name="T11" fmla="*/ 172 h 18"/>
                  <a:gd name="T12" fmla="*/ 0 w 36"/>
                  <a:gd name="T13" fmla="*/ 37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0" y="18"/>
                    </a:moveTo>
                    <a:cubicBezTo>
                      <a:pt x="3" y="16"/>
                      <a:pt x="7" y="14"/>
                      <a:pt x="11" y="13"/>
                    </a:cubicBezTo>
                    <a:cubicBezTo>
                      <a:pt x="14" y="12"/>
                      <a:pt x="18" y="11"/>
                      <a:pt x="21" y="10"/>
                    </a:cubicBezTo>
                    <a:cubicBezTo>
                      <a:pt x="23" y="9"/>
                      <a:pt x="36" y="6"/>
                      <a:pt x="29" y="2"/>
                    </a:cubicBezTo>
                    <a:cubicBezTo>
                      <a:pt x="27" y="0"/>
                      <a:pt x="26" y="3"/>
                      <a:pt x="23" y="4"/>
                    </a:cubicBezTo>
                    <a:cubicBezTo>
                      <a:pt x="20" y="6"/>
                      <a:pt x="16" y="6"/>
                      <a:pt x="11" y="8"/>
                    </a:cubicBezTo>
                    <a:cubicBezTo>
                      <a:pt x="6" y="9"/>
                      <a:pt x="2" y="13"/>
                      <a:pt x="0" y="18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7" name="Freeform 204">
                <a:extLst>
                  <a:ext uri="{FF2B5EF4-FFF2-40B4-BE49-F238E27FC236}">
                    <a16:creationId xmlns:a16="http://schemas.microsoft.com/office/drawing/2014/main" id="{40749100-BAD3-446C-9484-5C5F214F0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098"/>
                <a:ext cx="43" cy="57"/>
              </a:xfrm>
              <a:custGeom>
                <a:avLst/>
                <a:gdLst>
                  <a:gd name="T0" fmla="*/ 296 w 25"/>
                  <a:gd name="T1" fmla="*/ 0 h 31"/>
                  <a:gd name="T2" fmla="*/ 296 w 25"/>
                  <a:gd name="T3" fmla="*/ 379 h 31"/>
                  <a:gd name="T4" fmla="*/ 0 w 25"/>
                  <a:gd name="T5" fmla="*/ 601 h 31"/>
                  <a:gd name="T6" fmla="*/ 184 w 25"/>
                  <a:gd name="T7" fmla="*/ 327 h 31"/>
                  <a:gd name="T8" fmla="*/ 316 w 25"/>
                  <a:gd name="T9" fmla="*/ 4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20" y="0"/>
                    </a:moveTo>
                    <a:cubicBezTo>
                      <a:pt x="23" y="6"/>
                      <a:pt x="25" y="10"/>
                      <a:pt x="20" y="18"/>
                    </a:cubicBezTo>
                    <a:cubicBezTo>
                      <a:pt x="16" y="24"/>
                      <a:pt x="8" y="31"/>
                      <a:pt x="0" y="29"/>
                    </a:cubicBezTo>
                    <a:cubicBezTo>
                      <a:pt x="0" y="23"/>
                      <a:pt x="9" y="20"/>
                      <a:pt x="12" y="16"/>
                    </a:cubicBezTo>
                    <a:cubicBezTo>
                      <a:pt x="16" y="12"/>
                      <a:pt x="18" y="5"/>
                      <a:pt x="21" y="2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8" name="Freeform 205">
                <a:extLst>
                  <a:ext uri="{FF2B5EF4-FFF2-40B4-BE49-F238E27FC236}">
                    <a16:creationId xmlns:a16="http://schemas.microsoft.com/office/drawing/2014/main" id="{24DCDE03-E0D6-4525-A121-AD030B199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063"/>
                <a:ext cx="49" cy="26"/>
              </a:xfrm>
              <a:custGeom>
                <a:avLst/>
                <a:gdLst>
                  <a:gd name="T0" fmla="*/ 0 w 28"/>
                  <a:gd name="T1" fmla="*/ 225 h 14"/>
                  <a:gd name="T2" fmla="*/ 327 w 28"/>
                  <a:gd name="T3" fmla="*/ 0 h 14"/>
                  <a:gd name="T4" fmla="*/ 65 w 28"/>
                  <a:gd name="T5" fmla="*/ 1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0"/>
                    </a:moveTo>
                    <a:cubicBezTo>
                      <a:pt x="7" y="14"/>
                      <a:pt x="28" y="13"/>
                      <a:pt x="20" y="0"/>
                    </a:cubicBezTo>
                    <a:cubicBezTo>
                      <a:pt x="13" y="7"/>
                      <a:pt x="11" y="5"/>
                      <a:pt x="4" y="8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9" name="Freeform 206">
                <a:extLst>
                  <a:ext uri="{FF2B5EF4-FFF2-40B4-BE49-F238E27FC236}">
                    <a16:creationId xmlns:a16="http://schemas.microsoft.com/office/drawing/2014/main" id="{72757AF4-5A42-409E-BE8B-F45B3C703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884"/>
                <a:ext cx="36" cy="33"/>
              </a:xfrm>
              <a:custGeom>
                <a:avLst/>
                <a:gdLst>
                  <a:gd name="T0" fmla="*/ 252 w 21"/>
                  <a:gd name="T1" fmla="*/ 0 h 18"/>
                  <a:gd name="T2" fmla="*/ 168 w 21"/>
                  <a:gd name="T3" fmla="*/ 315 h 18"/>
                  <a:gd name="T4" fmla="*/ 226 w 21"/>
                  <a:gd name="T5" fmla="*/ 6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17" y="0"/>
                    </a:moveTo>
                    <a:cubicBezTo>
                      <a:pt x="20" y="6"/>
                      <a:pt x="21" y="18"/>
                      <a:pt x="11" y="15"/>
                    </a:cubicBezTo>
                    <a:cubicBezTo>
                      <a:pt x="0" y="12"/>
                      <a:pt x="14" y="8"/>
                      <a:pt x="15" y="3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0" name="Freeform 207">
                <a:extLst>
                  <a:ext uri="{FF2B5EF4-FFF2-40B4-BE49-F238E27FC236}">
                    <a16:creationId xmlns:a16="http://schemas.microsoft.com/office/drawing/2014/main" id="{143F7A2E-F572-49C6-BC31-C81840C1E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920"/>
                <a:ext cx="31" cy="43"/>
              </a:xfrm>
              <a:custGeom>
                <a:avLst/>
                <a:gdLst>
                  <a:gd name="T0" fmla="*/ 143 w 18"/>
                  <a:gd name="T1" fmla="*/ 0 h 23"/>
                  <a:gd name="T2" fmla="*/ 0 w 18"/>
                  <a:gd name="T3" fmla="*/ 294 h 23"/>
                  <a:gd name="T4" fmla="*/ 143 w 18"/>
                  <a:gd name="T5" fmla="*/ 2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9" y="0"/>
                    </a:moveTo>
                    <a:cubicBezTo>
                      <a:pt x="18" y="7"/>
                      <a:pt x="9" y="23"/>
                      <a:pt x="0" y="13"/>
                    </a:cubicBezTo>
                    <a:cubicBezTo>
                      <a:pt x="5" y="10"/>
                      <a:pt x="9" y="8"/>
                      <a:pt x="9" y="1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1" name="Freeform 208">
                <a:extLst>
                  <a:ext uri="{FF2B5EF4-FFF2-40B4-BE49-F238E27FC236}">
                    <a16:creationId xmlns:a16="http://schemas.microsoft.com/office/drawing/2014/main" id="{7E8F0603-E416-44AB-9056-3A57D15FE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3005"/>
                <a:ext cx="43" cy="24"/>
              </a:xfrm>
              <a:custGeom>
                <a:avLst/>
                <a:gdLst>
                  <a:gd name="T0" fmla="*/ 0 w 25"/>
                  <a:gd name="T1" fmla="*/ 233 h 13"/>
                  <a:gd name="T2" fmla="*/ 353 w 25"/>
                  <a:gd name="T3" fmla="*/ 24 h 13"/>
                  <a:gd name="T4" fmla="*/ 270 w 25"/>
                  <a:gd name="T5" fmla="*/ 24 h 13"/>
                  <a:gd name="T6" fmla="*/ 45 w 25"/>
                  <a:gd name="T7" fmla="*/ 23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0" y="11"/>
                    </a:moveTo>
                    <a:cubicBezTo>
                      <a:pt x="6" y="13"/>
                      <a:pt x="25" y="10"/>
                      <a:pt x="23" y="1"/>
                    </a:cubicBezTo>
                    <a:cubicBezTo>
                      <a:pt x="21" y="0"/>
                      <a:pt x="19" y="0"/>
                      <a:pt x="18" y="1"/>
                    </a:cubicBezTo>
                    <a:cubicBezTo>
                      <a:pt x="16" y="8"/>
                      <a:pt x="10" y="11"/>
                      <a:pt x="3" y="11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2" name="Freeform 209">
                <a:extLst>
                  <a:ext uri="{FF2B5EF4-FFF2-40B4-BE49-F238E27FC236}">
                    <a16:creationId xmlns:a16="http://schemas.microsoft.com/office/drawing/2014/main" id="{243C4913-3A88-4A7D-A611-949AAD65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872"/>
                <a:ext cx="14" cy="15"/>
              </a:xfrm>
              <a:custGeom>
                <a:avLst/>
                <a:gdLst>
                  <a:gd name="T0" fmla="*/ 102 w 8"/>
                  <a:gd name="T1" fmla="*/ 0 h 8"/>
                  <a:gd name="T2" fmla="*/ 102 w 8"/>
                  <a:gd name="T3" fmla="*/ 186 h 8"/>
                  <a:gd name="T4" fmla="*/ 86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8" y="3"/>
                      <a:pt x="8" y="6"/>
                      <a:pt x="6" y="8"/>
                    </a:cubicBezTo>
                    <a:cubicBezTo>
                      <a:pt x="2" y="8"/>
                      <a:pt x="0" y="3"/>
                      <a:pt x="5" y="0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3" name="Freeform 210">
                <a:extLst>
                  <a:ext uri="{FF2B5EF4-FFF2-40B4-BE49-F238E27FC236}">
                    <a16:creationId xmlns:a16="http://schemas.microsoft.com/office/drawing/2014/main" id="{B38ECBBE-135B-4453-8CB3-FE5289523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105"/>
                <a:ext cx="41" cy="24"/>
              </a:xfrm>
              <a:custGeom>
                <a:avLst/>
                <a:gdLst>
                  <a:gd name="T0" fmla="*/ 309 w 24"/>
                  <a:gd name="T1" fmla="*/ 0 h 13"/>
                  <a:gd name="T2" fmla="*/ 0 w 24"/>
                  <a:gd name="T3" fmla="*/ 150 h 13"/>
                  <a:gd name="T4" fmla="*/ 248 w 24"/>
                  <a:gd name="T5" fmla="*/ 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21" y="0"/>
                    </a:moveTo>
                    <a:cubicBezTo>
                      <a:pt x="24" y="12"/>
                      <a:pt x="5" y="13"/>
                      <a:pt x="0" y="7"/>
                    </a:cubicBezTo>
                    <a:cubicBezTo>
                      <a:pt x="6" y="7"/>
                      <a:pt x="17" y="9"/>
                      <a:pt x="17" y="2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4" name="Freeform 211">
                <a:extLst>
                  <a:ext uri="{FF2B5EF4-FFF2-40B4-BE49-F238E27FC236}">
                    <a16:creationId xmlns:a16="http://schemas.microsoft.com/office/drawing/2014/main" id="{65D5C407-1031-4922-98CE-D0C68BF4A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3214"/>
                <a:ext cx="69" cy="46"/>
              </a:xfrm>
              <a:custGeom>
                <a:avLst/>
                <a:gdLst>
                  <a:gd name="T0" fmla="*/ 340 w 40"/>
                  <a:gd name="T1" fmla="*/ 0 h 25"/>
                  <a:gd name="T2" fmla="*/ 0 w 40"/>
                  <a:gd name="T3" fmla="*/ 274 h 25"/>
                  <a:gd name="T4" fmla="*/ 319 w 40"/>
                  <a:gd name="T5" fmla="*/ 6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2" y="0"/>
                    </a:moveTo>
                    <a:cubicBezTo>
                      <a:pt x="40" y="12"/>
                      <a:pt x="6" y="25"/>
                      <a:pt x="0" y="13"/>
                    </a:cubicBezTo>
                    <a:cubicBezTo>
                      <a:pt x="6" y="13"/>
                      <a:pt x="26" y="13"/>
                      <a:pt x="21" y="3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5" name="Freeform 212">
                <a:extLst>
                  <a:ext uri="{FF2B5EF4-FFF2-40B4-BE49-F238E27FC236}">
                    <a16:creationId xmlns:a16="http://schemas.microsoft.com/office/drawing/2014/main" id="{09004E4A-7586-48FE-B3D4-0E3411DE2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3138"/>
                <a:ext cx="28" cy="30"/>
              </a:xfrm>
              <a:custGeom>
                <a:avLst/>
                <a:gdLst>
                  <a:gd name="T0" fmla="*/ 200 w 16"/>
                  <a:gd name="T1" fmla="*/ 53 h 16"/>
                  <a:gd name="T2" fmla="*/ 0 w 16"/>
                  <a:gd name="T3" fmla="*/ 212 h 16"/>
                  <a:gd name="T4" fmla="*/ 215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2" y="2"/>
                    </a:moveTo>
                    <a:cubicBezTo>
                      <a:pt x="16" y="12"/>
                      <a:pt x="0" y="16"/>
                      <a:pt x="0" y="9"/>
                    </a:cubicBezTo>
                    <a:cubicBezTo>
                      <a:pt x="6" y="7"/>
                      <a:pt x="13" y="6"/>
                      <a:pt x="13" y="0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6" name="Freeform 213">
                <a:extLst>
                  <a:ext uri="{FF2B5EF4-FFF2-40B4-BE49-F238E27FC236}">
                    <a16:creationId xmlns:a16="http://schemas.microsoft.com/office/drawing/2014/main" id="{A05B83FA-B589-4A12-A2B5-EA8FC8393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131"/>
                <a:ext cx="48" cy="37"/>
              </a:xfrm>
              <a:custGeom>
                <a:avLst/>
                <a:gdLst>
                  <a:gd name="T0" fmla="*/ 0 w 28"/>
                  <a:gd name="T1" fmla="*/ 178 h 20"/>
                  <a:gd name="T2" fmla="*/ 415 w 28"/>
                  <a:gd name="T3" fmla="*/ 0 h 20"/>
                  <a:gd name="T4" fmla="*/ 231 w 28"/>
                  <a:gd name="T5" fmla="*/ 126 h 20"/>
                  <a:gd name="T6" fmla="*/ 62 w 28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7" y="20"/>
                      <a:pt x="28" y="13"/>
                      <a:pt x="28" y="0"/>
                    </a:cubicBezTo>
                    <a:cubicBezTo>
                      <a:pt x="24" y="1"/>
                      <a:pt x="21" y="5"/>
                      <a:pt x="16" y="6"/>
                    </a:cubicBezTo>
                    <a:cubicBezTo>
                      <a:pt x="12" y="7"/>
                      <a:pt x="7" y="3"/>
                      <a:pt x="4" y="6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7" name="Freeform 214">
                <a:extLst>
                  <a:ext uri="{FF2B5EF4-FFF2-40B4-BE49-F238E27FC236}">
                    <a16:creationId xmlns:a16="http://schemas.microsoft.com/office/drawing/2014/main" id="{8F1E0770-5F89-4D02-8207-A7B9A7AC8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3194"/>
                <a:ext cx="43" cy="37"/>
              </a:xfrm>
              <a:custGeom>
                <a:avLst/>
                <a:gdLst>
                  <a:gd name="T0" fmla="*/ 0 w 25"/>
                  <a:gd name="T1" fmla="*/ 194 h 20"/>
                  <a:gd name="T2" fmla="*/ 291 w 25"/>
                  <a:gd name="T3" fmla="*/ 0 h 20"/>
                  <a:gd name="T4" fmla="*/ 45 w 25"/>
                  <a:gd name="T5" fmla="*/ 15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0" y="9"/>
                    </a:moveTo>
                    <a:cubicBezTo>
                      <a:pt x="9" y="20"/>
                      <a:pt x="25" y="13"/>
                      <a:pt x="19" y="0"/>
                    </a:cubicBezTo>
                    <a:cubicBezTo>
                      <a:pt x="13" y="6"/>
                      <a:pt x="12" y="13"/>
                      <a:pt x="3" y="7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8" name="Freeform 215">
                <a:extLst>
                  <a:ext uri="{FF2B5EF4-FFF2-40B4-BE49-F238E27FC236}">
                    <a16:creationId xmlns:a16="http://schemas.microsoft.com/office/drawing/2014/main" id="{B47EDD01-CFA8-4737-BA7F-0CF09F0BE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3153"/>
                <a:ext cx="19" cy="43"/>
              </a:xfrm>
              <a:custGeom>
                <a:avLst/>
                <a:gdLst>
                  <a:gd name="T0" fmla="*/ 0 w 11"/>
                  <a:gd name="T1" fmla="*/ 294 h 23"/>
                  <a:gd name="T2" fmla="*/ 169 w 11"/>
                  <a:gd name="T3" fmla="*/ 45 h 23"/>
                  <a:gd name="T4" fmla="*/ 0 w 11"/>
                  <a:gd name="T5" fmla="*/ 33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0" y="13"/>
                    </a:moveTo>
                    <a:cubicBezTo>
                      <a:pt x="4" y="23"/>
                      <a:pt x="11" y="7"/>
                      <a:pt x="11" y="2"/>
                    </a:cubicBezTo>
                    <a:cubicBezTo>
                      <a:pt x="3" y="0"/>
                      <a:pt x="7" y="13"/>
                      <a:pt x="0" y="15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9" name="Freeform 216">
                <a:extLst>
                  <a:ext uri="{FF2B5EF4-FFF2-40B4-BE49-F238E27FC236}">
                    <a16:creationId xmlns:a16="http://schemas.microsoft.com/office/drawing/2014/main" id="{C159CFCC-DCC4-427A-8332-88BEAB715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871"/>
                <a:ext cx="26" cy="29"/>
              </a:xfrm>
              <a:custGeom>
                <a:avLst/>
                <a:gdLst>
                  <a:gd name="T0" fmla="*/ 0 w 15"/>
                  <a:gd name="T1" fmla="*/ 239 h 16"/>
                  <a:gd name="T2" fmla="*/ 151 w 15"/>
                  <a:gd name="T3" fmla="*/ 0 h 16"/>
                  <a:gd name="T4" fmla="*/ 62 w 15"/>
                  <a:gd name="T5" fmla="*/ 21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12"/>
                    </a:moveTo>
                    <a:cubicBezTo>
                      <a:pt x="7" y="16"/>
                      <a:pt x="15" y="4"/>
                      <a:pt x="10" y="0"/>
                    </a:cubicBezTo>
                    <a:cubicBezTo>
                      <a:pt x="7" y="3"/>
                      <a:pt x="8" y="8"/>
                      <a:pt x="4" y="11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569" name="Group 217">
              <a:extLst>
                <a:ext uri="{FF2B5EF4-FFF2-40B4-BE49-F238E27FC236}">
                  <a16:creationId xmlns:a16="http://schemas.microsoft.com/office/drawing/2014/main" id="{E8B3E580-7029-4FF8-8974-AECD2DFAE8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6" y="1188"/>
              <a:ext cx="1330" cy="2082"/>
              <a:chOff x="536" y="1188"/>
              <a:chExt cx="1330" cy="2082"/>
            </a:xfrm>
          </p:grpSpPr>
          <p:sp>
            <p:nvSpPr>
              <p:cNvPr id="24590" name="Freeform 218">
                <a:extLst>
                  <a:ext uri="{FF2B5EF4-FFF2-40B4-BE49-F238E27FC236}">
                    <a16:creationId xmlns:a16="http://schemas.microsoft.com/office/drawing/2014/main" id="{81BAB76F-4FEC-46F8-AF14-3F2EC94C2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207"/>
                <a:ext cx="52" cy="39"/>
              </a:xfrm>
              <a:custGeom>
                <a:avLst/>
                <a:gdLst>
                  <a:gd name="T0" fmla="*/ 0 w 30"/>
                  <a:gd name="T1" fmla="*/ 442 h 21"/>
                  <a:gd name="T2" fmla="*/ 361 w 30"/>
                  <a:gd name="T3" fmla="*/ 45 h 21"/>
                  <a:gd name="T4" fmla="*/ 0 w 30"/>
                  <a:gd name="T5" fmla="*/ 33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0"/>
                    </a:moveTo>
                    <a:cubicBezTo>
                      <a:pt x="7" y="21"/>
                      <a:pt x="30" y="10"/>
                      <a:pt x="23" y="2"/>
                    </a:cubicBezTo>
                    <a:cubicBezTo>
                      <a:pt x="22" y="0"/>
                      <a:pt x="2" y="12"/>
                      <a:pt x="0" y="15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91" name="Freeform 219">
                <a:extLst>
                  <a:ext uri="{FF2B5EF4-FFF2-40B4-BE49-F238E27FC236}">
                    <a16:creationId xmlns:a16="http://schemas.microsoft.com/office/drawing/2014/main" id="{0B3FE3E0-2A6E-4EB1-9E90-E9C9E1B46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212"/>
                <a:ext cx="59" cy="58"/>
              </a:xfrm>
              <a:custGeom>
                <a:avLst/>
                <a:gdLst>
                  <a:gd name="T0" fmla="*/ 0 w 34"/>
                  <a:gd name="T1" fmla="*/ 578 h 31"/>
                  <a:gd name="T2" fmla="*/ 382 w 34"/>
                  <a:gd name="T3" fmla="*/ 451 h 31"/>
                  <a:gd name="T4" fmla="*/ 455 w 34"/>
                  <a:gd name="T5" fmla="*/ 0 h 31"/>
                  <a:gd name="T6" fmla="*/ 257 w 34"/>
                  <a:gd name="T7" fmla="*/ 367 h 31"/>
                  <a:gd name="T8" fmla="*/ 16 w 34"/>
                  <a:gd name="T9" fmla="*/ 50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1">
                    <a:moveTo>
                      <a:pt x="0" y="25"/>
                    </a:moveTo>
                    <a:cubicBezTo>
                      <a:pt x="10" y="22"/>
                      <a:pt x="16" y="31"/>
                      <a:pt x="24" y="20"/>
                    </a:cubicBezTo>
                    <a:cubicBezTo>
                      <a:pt x="27" y="17"/>
                      <a:pt x="34" y="3"/>
                      <a:pt x="29" y="0"/>
                    </a:cubicBezTo>
                    <a:cubicBezTo>
                      <a:pt x="24" y="5"/>
                      <a:pt x="21" y="11"/>
                      <a:pt x="16" y="16"/>
                    </a:cubicBezTo>
                    <a:cubicBezTo>
                      <a:pt x="11" y="20"/>
                      <a:pt x="7" y="21"/>
                      <a:pt x="1" y="22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92" name="Freeform 220">
                <a:extLst>
                  <a:ext uri="{FF2B5EF4-FFF2-40B4-BE49-F238E27FC236}">
                    <a16:creationId xmlns:a16="http://schemas.microsoft.com/office/drawing/2014/main" id="{2DFDC1FE-9616-4BC2-A96A-98D93256E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2431"/>
                <a:ext cx="1244" cy="526"/>
              </a:xfrm>
              <a:custGeom>
                <a:avLst/>
                <a:gdLst>
                  <a:gd name="T0" fmla="*/ 16 w 718"/>
                  <a:gd name="T1" fmla="*/ 1414 h 285"/>
                  <a:gd name="T2" fmla="*/ 16 w 718"/>
                  <a:gd name="T3" fmla="*/ 3553 h 285"/>
                  <a:gd name="T4" fmla="*/ 234 w 718"/>
                  <a:gd name="T5" fmla="*/ 5443 h 285"/>
                  <a:gd name="T6" fmla="*/ 2732 w 718"/>
                  <a:gd name="T7" fmla="*/ 3771 h 285"/>
                  <a:gd name="T8" fmla="*/ 6388 w 718"/>
                  <a:gd name="T9" fmla="*/ 3117 h 285"/>
                  <a:gd name="T10" fmla="*/ 7973 w 718"/>
                  <a:gd name="T11" fmla="*/ 3294 h 285"/>
                  <a:gd name="T12" fmla="*/ 9351 w 718"/>
                  <a:gd name="T13" fmla="*/ 2425 h 285"/>
                  <a:gd name="T14" fmla="*/ 10825 w 718"/>
                  <a:gd name="T15" fmla="*/ 347 h 285"/>
                  <a:gd name="T16" fmla="*/ 9657 w 718"/>
                  <a:gd name="T17" fmla="*/ 559 h 285"/>
                  <a:gd name="T18" fmla="*/ 7994 w 718"/>
                  <a:gd name="T19" fmla="*/ 879 h 285"/>
                  <a:gd name="T20" fmla="*/ 6310 w 718"/>
                  <a:gd name="T21" fmla="*/ 1441 h 285"/>
                  <a:gd name="T22" fmla="*/ 4266 w 718"/>
                  <a:gd name="T23" fmla="*/ 2143 h 285"/>
                  <a:gd name="T24" fmla="*/ 2299 w 718"/>
                  <a:gd name="T25" fmla="*/ 2224 h 285"/>
                  <a:gd name="T26" fmla="*/ 1216 w 718"/>
                  <a:gd name="T27" fmla="*/ 1567 h 285"/>
                  <a:gd name="T28" fmla="*/ 85 w 718"/>
                  <a:gd name="T29" fmla="*/ 1414 h 2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18" h="285">
                    <a:moveTo>
                      <a:pt x="1" y="66"/>
                    </a:moveTo>
                    <a:cubicBezTo>
                      <a:pt x="1" y="99"/>
                      <a:pt x="1" y="132"/>
                      <a:pt x="1" y="166"/>
                    </a:cubicBezTo>
                    <a:cubicBezTo>
                      <a:pt x="1" y="186"/>
                      <a:pt x="0" y="239"/>
                      <a:pt x="15" y="254"/>
                    </a:cubicBezTo>
                    <a:cubicBezTo>
                      <a:pt x="46" y="285"/>
                      <a:pt x="144" y="191"/>
                      <a:pt x="175" y="176"/>
                    </a:cubicBezTo>
                    <a:cubicBezTo>
                      <a:pt x="246" y="139"/>
                      <a:pt x="331" y="133"/>
                      <a:pt x="409" y="146"/>
                    </a:cubicBezTo>
                    <a:cubicBezTo>
                      <a:pt x="446" y="152"/>
                      <a:pt x="472" y="161"/>
                      <a:pt x="511" y="154"/>
                    </a:cubicBezTo>
                    <a:cubicBezTo>
                      <a:pt x="542" y="148"/>
                      <a:pt x="575" y="135"/>
                      <a:pt x="599" y="113"/>
                    </a:cubicBezTo>
                    <a:cubicBezTo>
                      <a:pt x="613" y="100"/>
                      <a:pt x="718" y="48"/>
                      <a:pt x="693" y="16"/>
                    </a:cubicBezTo>
                    <a:cubicBezTo>
                      <a:pt x="680" y="0"/>
                      <a:pt x="635" y="24"/>
                      <a:pt x="619" y="26"/>
                    </a:cubicBezTo>
                    <a:cubicBezTo>
                      <a:pt x="583" y="29"/>
                      <a:pt x="547" y="33"/>
                      <a:pt x="512" y="41"/>
                    </a:cubicBezTo>
                    <a:cubicBezTo>
                      <a:pt x="475" y="49"/>
                      <a:pt x="440" y="55"/>
                      <a:pt x="404" y="67"/>
                    </a:cubicBezTo>
                    <a:cubicBezTo>
                      <a:pt x="361" y="82"/>
                      <a:pt x="319" y="94"/>
                      <a:pt x="273" y="100"/>
                    </a:cubicBezTo>
                    <a:cubicBezTo>
                      <a:pt x="232" y="105"/>
                      <a:pt x="188" y="110"/>
                      <a:pt x="147" y="104"/>
                    </a:cubicBezTo>
                    <a:cubicBezTo>
                      <a:pt x="118" y="99"/>
                      <a:pt x="103" y="85"/>
                      <a:pt x="78" y="73"/>
                    </a:cubicBezTo>
                    <a:cubicBezTo>
                      <a:pt x="60" y="64"/>
                      <a:pt x="20" y="55"/>
                      <a:pt x="5" y="66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93" name="Freeform 221">
                <a:extLst>
                  <a:ext uri="{FF2B5EF4-FFF2-40B4-BE49-F238E27FC236}">
                    <a16:creationId xmlns:a16="http://schemas.microsoft.com/office/drawing/2014/main" id="{15FEF130-23E2-49F2-8C26-F3EFCAA1B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2606"/>
                <a:ext cx="300" cy="233"/>
              </a:xfrm>
              <a:custGeom>
                <a:avLst/>
                <a:gdLst>
                  <a:gd name="T0" fmla="*/ 2650 w 173"/>
                  <a:gd name="T1" fmla="*/ 632 h 126"/>
                  <a:gd name="T2" fmla="*/ 860 w 173"/>
                  <a:gd name="T3" fmla="*/ 386 h 126"/>
                  <a:gd name="T4" fmla="*/ 208 w 173"/>
                  <a:gd name="T5" fmla="*/ 277 h 126"/>
                  <a:gd name="T6" fmla="*/ 85 w 173"/>
                  <a:gd name="T7" fmla="*/ 1651 h 126"/>
                  <a:gd name="T8" fmla="*/ 343 w 173"/>
                  <a:gd name="T9" fmla="*/ 2702 h 126"/>
                  <a:gd name="T10" fmla="*/ 1365 w 173"/>
                  <a:gd name="T11" fmla="*/ 1662 h 126"/>
                  <a:gd name="T12" fmla="*/ 2686 w 173"/>
                  <a:gd name="T13" fmla="*/ 664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126">
                    <a:moveTo>
                      <a:pt x="169" y="29"/>
                    </a:moveTo>
                    <a:cubicBezTo>
                      <a:pt x="128" y="29"/>
                      <a:pt x="93" y="30"/>
                      <a:pt x="55" y="18"/>
                    </a:cubicBezTo>
                    <a:cubicBezTo>
                      <a:pt x="40" y="13"/>
                      <a:pt x="26" y="0"/>
                      <a:pt x="13" y="13"/>
                    </a:cubicBezTo>
                    <a:cubicBezTo>
                      <a:pt x="0" y="27"/>
                      <a:pt x="5" y="59"/>
                      <a:pt x="5" y="76"/>
                    </a:cubicBezTo>
                    <a:cubicBezTo>
                      <a:pt x="5" y="91"/>
                      <a:pt x="2" y="124"/>
                      <a:pt x="22" y="125"/>
                    </a:cubicBezTo>
                    <a:cubicBezTo>
                      <a:pt x="44" y="126"/>
                      <a:pt x="71" y="89"/>
                      <a:pt x="87" y="77"/>
                    </a:cubicBezTo>
                    <a:cubicBezTo>
                      <a:pt x="102" y="65"/>
                      <a:pt x="173" y="51"/>
                      <a:pt x="171" y="31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94" name="Freeform 222">
                <a:extLst>
                  <a:ext uri="{FF2B5EF4-FFF2-40B4-BE49-F238E27FC236}">
                    <a16:creationId xmlns:a16="http://schemas.microsoft.com/office/drawing/2014/main" id="{4D995750-94F5-486E-82D1-D913B9310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503"/>
                <a:ext cx="482" cy="164"/>
              </a:xfrm>
              <a:custGeom>
                <a:avLst/>
                <a:gdLst>
                  <a:gd name="T0" fmla="*/ 4355 w 278"/>
                  <a:gd name="T1" fmla="*/ 68 h 89"/>
                  <a:gd name="T2" fmla="*/ 3240 w 278"/>
                  <a:gd name="T3" fmla="*/ 326 h 89"/>
                  <a:gd name="T4" fmla="*/ 1970 w 278"/>
                  <a:gd name="T5" fmla="*/ 533 h 89"/>
                  <a:gd name="T6" fmla="*/ 922 w 278"/>
                  <a:gd name="T7" fmla="*/ 1002 h 89"/>
                  <a:gd name="T8" fmla="*/ 283 w 278"/>
                  <a:gd name="T9" fmla="*/ 1559 h 89"/>
                  <a:gd name="T10" fmla="*/ 1021 w 278"/>
                  <a:gd name="T11" fmla="*/ 1640 h 89"/>
                  <a:gd name="T12" fmla="*/ 1789 w 278"/>
                  <a:gd name="T13" fmla="*/ 1821 h 89"/>
                  <a:gd name="T14" fmla="*/ 2970 w 278"/>
                  <a:gd name="T15" fmla="*/ 1410 h 89"/>
                  <a:gd name="T16" fmla="*/ 4227 w 278"/>
                  <a:gd name="T17" fmla="*/ 24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89">
                    <a:moveTo>
                      <a:pt x="278" y="3"/>
                    </a:moveTo>
                    <a:cubicBezTo>
                      <a:pt x="257" y="0"/>
                      <a:pt x="228" y="12"/>
                      <a:pt x="207" y="15"/>
                    </a:cubicBezTo>
                    <a:cubicBezTo>
                      <a:pt x="180" y="19"/>
                      <a:pt x="153" y="21"/>
                      <a:pt x="126" y="25"/>
                    </a:cubicBezTo>
                    <a:cubicBezTo>
                      <a:pt x="101" y="28"/>
                      <a:pt x="82" y="37"/>
                      <a:pt x="59" y="47"/>
                    </a:cubicBezTo>
                    <a:cubicBezTo>
                      <a:pt x="46" y="52"/>
                      <a:pt x="0" y="58"/>
                      <a:pt x="18" y="73"/>
                    </a:cubicBezTo>
                    <a:cubicBezTo>
                      <a:pt x="28" y="82"/>
                      <a:pt x="53" y="76"/>
                      <a:pt x="65" y="77"/>
                    </a:cubicBezTo>
                    <a:cubicBezTo>
                      <a:pt x="82" y="78"/>
                      <a:pt x="97" y="84"/>
                      <a:pt x="114" y="86"/>
                    </a:cubicBezTo>
                    <a:cubicBezTo>
                      <a:pt x="140" y="89"/>
                      <a:pt x="167" y="79"/>
                      <a:pt x="190" y="66"/>
                    </a:cubicBezTo>
                    <a:cubicBezTo>
                      <a:pt x="203" y="58"/>
                      <a:pt x="275" y="12"/>
                      <a:pt x="270" y="1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95" name="Freeform 223">
                <a:extLst>
                  <a:ext uri="{FF2B5EF4-FFF2-40B4-BE49-F238E27FC236}">
                    <a16:creationId xmlns:a16="http://schemas.microsoft.com/office/drawing/2014/main" id="{081D1D73-000E-4C39-8B29-47BA29BB3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2669"/>
                <a:ext cx="154" cy="128"/>
              </a:xfrm>
              <a:custGeom>
                <a:avLst/>
                <a:gdLst>
                  <a:gd name="T0" fmla="*/ 1182 w 89"/>
                  <a:gd name="T1" fmla="*/ 69 h 69"/>
                  <a:gd name="T2" fmla="*/ 787 w 89"/>
                  <a:gd name="T3" fmla="*/ 237 h 69"/>
                  <a:gd name="T4" fmla="*/ 405 w 89"/>
                  <a:gd name="T5" fmla="*/ 237 h 69"/>
                  <a:gd name="T6" fmla="*/ 171 w 89"/>
                  <a:gd name="T7" fmla="*/ 1135 h 69"/>
                  <a:gd name="T8" fmla="*/ 824 w 89"/>
                  <a:gd name="T9" fmla="*/ 640 h 69"/>
                  <a:gd name="T10" fmla="*/ 1377 w 89"/>
                  <a:gd name="T11" fmla="*/ 154 h 69"/>
                  <a:gd name="T12" fmla="*/ 1120 w 89"/>
                  <a:gd name="T13" fmla="*/ 69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9">
                    <a:moveTo>
                      <a:pt x="76" y="3"/>
                    </a:moveTo>
                    <a:cubicBezTo>
                      <a:pt x="67" y="5"/>
                      <a:pt x="59" y="9"/>
                      <a:pt x="51" y="11"/>
                    </a:cubicBezTo>
                    <a:cubicBezTo>
                      <a:pt x="43" y="13"/>
                      <a:pt x="34" y="10"/>
                      <a:pt x="26" y="11"/>
                    </a:cubicBezTo>
                    <a:cubicBezTo>
                      <a:pt x="12" y="14"/>
                      <a:pt x="0" y="37"/>
                      <a:pt x="11" y="52"/>
                    </a:cubicBezTo>
                    <a:cubicBezTo>
                      <a:pt x="23" y="69"/>
                      <a:pt x="42" y="37"/>
                      <a:pt x="53" y="29"/>
                    </a:cubicBezTo>
                    <a:cubicBezTo>
                      <a:pt x="65" y="22"/>
                      <a:pt x="82" y="19"/>
                      <a:pt x="89" y="7"/>
                    </a:cubicBezTo>
                    <a:cubicBezTo>
                      <a:pt x="86" y="0"/>
                      <a:pt x="79" y="2"/>
                      <a:pt x="72" y="3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96" name="Freeform 224">
                <a:extLst>
                  <a:ext uri="{FF2B5EF4-FFF2-40B4-BE49-F238E27FC236}">
                    <a16:creationId xmlns:a16="http://schemas.microsoft.com/office/drawing/2014/main" id="{E2EEE668-7838-4B7C-94A5-826067597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553"/>
                <a:ext cx="192" cy="92"/>
              </a:xfrm>
              <a:custGeom>
                <a:avLst/>
                <a:gdLst>
                  <a:gd name="T0" fmla="*/ 1595 w 111"/>
                  <a:gd name="T1" fmla="*/ 68 h 50"/>
                  <a:gd name="T2" fmla="*/ 746 w 111"/>
                  <a:gd name="T3" fmla="*/ 399 h 50"/>
                  <a:gd name="T4" fmla="*/ 185 w 111"/>
                  <a:gd name="T5" fmla="*/ 734 h 50"/>
                  <a:gd name="T6" fmla="*/ 1290 w 111"/>
                  <a:gd name="T7" fmla="*/ 802 h 50"/>
                  <a:gd name="T8" fmla="*/ 1693 w 111"/>
                  <a:gd name="T9" fmla="*/ 125 h 50"/>
                  <a:gd name="T10" fmla="*/ 1522 w 111"/>
                  <a:gd name="T11" fmla="*/ 81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0">
                    <a:moveTo>
                      <a:pt x="103" y="3"/>
                    </a:moveTo>
                    <a:cubicBezTo>
                      <a:pt x="84" y="0"/>
                      <a:pt x="67" y="15"/>
                      <a:pt x="48" y="19"/>
                    </a:cubicBezTo>
                    <a:cubicBezTo>
                      <a:pt x="39" y="21"/>
                      <a:pt x="0" y="17"/>
                      <a:pt x="12" y="35"/>
                    </a:cubicBezTo>
                    <a:cubicBezTo>
                      <a:pt x="22" y="50"/>
                      <a:pt x="69" y="43"/>
                      <a:pt x="83" y="38"/>
                    </a:cubicBezTo>
                    <a:cubicBezTo>
                      <a:pt x="95" y="33"/>
                      <a:pt x="111" y="21"/>
                      <a:pt x="109" y="6"/>
                    </a:cubicBezTo>
                    <a:cubicBezTo>
                      <a:pt x="105" y="6"/>
                      <a:pt x="101" y="4"/>
                      <a:pt x="98" y="4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97" name="Freeform 225">
                <a:extLst>
                  <a:ext uri="{FF2B5EF4-FFF2-40B4-BE49-F238E27FC236}">
                    <a16:creationId xmlns:a16="http://schemas.microsoft.com/office/drawing/2014/main" id="{4C941705-2350-4157-9A4E-B52E56FF1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605"/>
                <a:ext cx="1319" cy="330"/>
              </a:xfrm>
              <a:custGeom>
                <a:avLst/>
                <a:gdLst>
                  <a:gd name="T0" fmla="*/ 0 w 761"/>
                  <a:gd name="T1" fmla="*/ 3811 h 179"/>
                  <a:gd name="T2" fmla="*/ 3302 w 761"/>
                  <a:gd name="T3" fmla="*/ 1836 h 179"/>
                  <a:gd name="T4" fmla="*/ 7191 w 761"/>
                  <a:gd name="T5" fmla="*/ 1285 h 179"/>
                  <a:gd name="T6" fmla="*/ 10263 w 761"/>
                  <a:gd name="T7" fmla="*/ 890 h 179"/>
                  <a:gd name="T8" fmla="*/ 11902 w 761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1" h="179">
                    <a:moveTo>
                      <a:pt x="0" y="179"/>
                    </a:moveTo>
                    <a:cubicBezTo>
                      <a:pt x="0" y="179"/>
                      <a:pt x="167" y="111"/>
                      <a:pt x="211" y="86"/>
                    </a:cubicBezTo>
                    <a:cubicBezTo>
                      <a:pt x="255" y="61"/>
                      <a:pt x="348" y="26"/>
                      <a:pt x="460" y="60"/>
                    </a:cubicBezTo>
                    <a:cubicBezTo>
                      <a:pt x="572" y="94"/>
                      <a:pt x="615" y="61"/>
                      <a:pt x="656" y="42"/>
                    </a:cubicBezTo>
                    <a:cubicBezTo>
                      <a:pt x="697" y="23"/>
                      <a:pt x="746" y="0"/>
                      <a:pt x="761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98" name="Freeform 226">
                <a:extLst>
                  <a:ext uri="{FF2B5EF4-FFF2-40B4-BE49-F238E27FC236}">
                    <a16:creationId xmlns:a16="http://schemas.microsoft.com/office/drawing/2014/main" id="{7F099F6B-3C34-4BC0-ADC4-ABFFE1E34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581"/>
                <a:ext cx="927" cy="168"/>
              </a:xfrm>
              <a:custGeom>
                <a:avLst/>
                <a:gdLst>
                  <a:gd name="T0" fmla="*/ 8355 w 535"/>
                  <a:gd name="T1" fmla="*/ 0 h 91"/>
                  <a:gd name="T2" fmla="*/ 7014 w 535"/>
                  <a:gd name="T3" fmla="*/ 713 h 91"/>
                  <a:gd name="T4" fmla="*/ 3471 w 535"/>
                  <a:gd name="T5" fmla="*/ 1095 h 91"/>
                  <a:gd name="T6" fmla="*/ 0 w 535"/>
                  <a:gd name="T7" fmla="*/ 1950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5" h="91">
                    <a:moveTo>
                      <a:pt x="535" y="0"/>
                    </a:moveTo>
                    <a:cubicBezTo>
                      <a:pt x="535" y="0"/>
                      <a:pt x="475" y="25"/>
                      <a:pt x="449" y="33"/>
                    </a:cubicBezTo>
                    <a:cubicBezTo>
                      <a:pt x="423" y="42"/>
                      <a:pt x="338" y="73"/>
                      <a:pt x="222" y="51"/>
                    </a:cubicBezTo>
                    <a:cubicBezTo>
                      <a:pt x="193" y="46"/>
                      <a:pt x="70" y="48"/>
                      <a:pt x="0" y="91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99" name="Freeform 227">
                <a:extLst>
                  <a:ext uri="{FF2B5EF4-FFF2-40B4-BE49-F238E27FC236}">
                    <a16:creationId xmlns:a16="http://schemas.microsoft.com/office/drawing/2014/main" id="{FB68C96E-1646-4DC6-B25A-096815205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64"/>
                <a:ext cx="1320" cy="305"/>
              </a:xfrm>
              <a:custGeom>
                <a:avLst/>
                <a:gdLst>
                  <a:gd name="T0" fmla="*/ 11889 w 762"/>
                  <a:gd name="T1" fmla="*/ 0 h 165"/>
                  <a:gd name="T2" fmla="*/ 9003 w 762"/>
                  <a:gd name="T3" fmla="*/ 991 h 165"/>
                  <a:gd name="T4" fmla="*/ 4196 w 762"/>
                  <a:gd name="T5" fmla="*/ 1429 h 165"/>
                  <a:gd name="T6" fmla="*/ 0 w 762"/>
                  <a:gd name="T7" fmla="*/ 3564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65">
                    <a:moveTo>
                      <a:pt x="762" y="0"/>
                    </a:moveTo>
                    <a:cubicBezTo>
                      <a:pt x="762" y="0"/>
                      <a:pt x="677" y="40"/>
                      <a:pt x="577" y="46"/>
                    </a:cubicBezTo>
                    <a:cubicBezTo>
                      <a:pt x="477" y="53"/>
                      <a:pt x="409" y="20"/>
                      <a:pt x="269" y="66"/>
                    </a:cubicBezTo>
                    <a:cubicBezTo>
                      <a:pt x="129" y="111"/>
                      <a:pt x="65" y="154"/>
                      <a:pt x="0" y="165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00" name="Freeform 228">
                <a:extLst>
                  <a:ext uri="{FF2B5EF4-FFF2-40B4-BE49-F238E27FC236}">
                    <a16:creationId xmlns:a16="http://schemas.microsoft.com/office/drawing/2014/main" id="{7B658436-D318-46DA-9A2D-1D69231F6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38"/>
                <a:ext cx="1320" cy="273"/>
              </a:xfrm>
              <a:custGeom>
                <a:avLst/>
                <a:gdLst>
                  <a:gd name="T0" fmla="*/ 0 w 762"/>
                  <a:gd name="T1" fmla="*/ 3163 h 148"/>
                  <a:gd name="T2" fmla="*/ 2647 w 762"/>
                  <a:gd name="T3" fmla="*/ 1946 h 148"/>
                  <a:gd name="T4" fmla="*/ 5971 w 762"/>
                  <a:gd name="T5" fmla="*/ 878 h 148"/>
                  <a:gd name="T6" fmla="*/ 11889 w 762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48">
                    <a:moveTo>
                      <a:pt x="0" y="148"/>
                    </a:moveTo>
                    <a:cubicBezTo>
                      <a:pt x="0" y="148"/>
                      <a:pt x="146" y="104"/>
                      <a:pt x="170" y="91"/>
                    </a:cubicBezTo>
                    <a:cubicBezTo>
                      <a:pt x="195" y="77"/>
                      <a:pt x="306" y="43"/>
                      <a:pt x="383" y="41"/>
                    </a:cubicBezTo>
                    <a:cubicBezTo>
                      <a:pt x="459" y="40"/>
                      <a:pt x="680" y="55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01" name="Freeform 229">
                <a:extLst>
                  <a:ext uri="{FF2B5EF4-FFF2-40B4-BE49-F238E27FC236}">
                    <a16:creationId xmlns:a16="http://schemas.microsoft.com/office/drawing/2014/main" id="{DDF3C071-C641-4164-8291-95F2481DF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481"/>
                <a:ext cx="1322" cy="247"/>
              </a:xfrm>
              <a:custGeom>
                <a:avLst/>
                <a:gdLst>
                  <a:gd name="T0" fmla="*/ 11915 w 763"/>
                  <a:gd name="T1" fmla="*/ 0 h 134"/>
                  <a:gd name="T2" fmla="*/ 7974 w 763"/>
                  <a:gd name="T3" fmla="*/ 1064 h 134"/>
                  <a:gd name="T4" fmla="*/ 3126 w 763"/>
                  <a:gd name="T5" fmla="*/ 1974 h 134"/>
                  <a:gd name="T6" fmla="*/ 0 w 763"/>
                  <a:gd name="T7" fmla="*/ 2852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134">
                    <a:moveTo>
                      <a:pt x="763" y="0"/>
                    </a:moveTo>
                    <a:cubicBezTo>
                      <a:pt x="763" y="0"/>
                      <a:pt x="637" y="42"/>
                      <a:pt x="511" y="50"/>
                    </a:cubicBezTo>
                    <a:cubicBezTo>
                      <a:pt x="385" y="59"/>
                      <a:pt x="277" y="61"/>
                      <a:pt x="200" y="93"/>
                    </a:cubicBezTo>
                    <a:cubicBezTo>
                      <a:pt x="124" y="124"/>
                      <a:pt x="0" y="134"/>
                      <a:pt x="0" y="134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02" name="Freeform 230">
                <a:extLst>
                  <a:ext uri="{FF2B5EF4-FFF2-40B4-BE49-F238E27FC236}">
                    <a16:creationId xmlns:a16="http://schemas.microsoft.com/office/drawing/2014/main" id="{771681DA-CE42-4DA8-A70F-B52A974E1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84"/>
                <a:ext cx="634" cy="85"/>
              </a:xfrm>
              <a:custGeom>
                <a:avLst/>
                <a:gdLst>
                  <a:gd name="T0" fmla="*/ 0 w 366"/>
                  <a:gd name="T1" fmla="*/ 946 h 46"/>
                  <a:gd name="T2" fmla="*/ 2434 w 366"/>
                  <a:gd name="T3" fmla="*/ 713 h 46"/>
                  <a:gd name="T4" fmla="*/ 5708 w 366"/>
                  <a:gd name="T5" fmla="*/ 8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6" h="46">
                    <a:moveTo>
                      <a:pt x="0" y="44"/>
                    </a:moveTo>
                    <a:cubicBezTo>
                      <a:pt x="0" y="44"/>
                      <a:pt x="95" y="46"/>
                      <a:pt x="156" y="33"/>
                    </a:cubicBezTo>
                    <a:cubicBezTo>
                      <a:pt x="218" y="19"/>
                      <a:pt x="332" y="0"/>
                      <a:pt x="366" y="4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03" name="Freeform 231">
                <a:extLst>
                  <a:ext uri="{FF2B5EF4-FFF2-40B4-BE49-F238E27FC236}">
                    <a16:creationId xmlns:a16="http://schemas.microsoft.com/office/drawing/2014/main" id="{8A19E1CC-B98D-48D7-9B67-745D62C56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353"/>
                <a:ext cx="1320" cy="252"/>
              </a:xfrm>
              <a:custGeom>
                <a:avLst/>
                <a:gdLst>
                  <a:gd name="T0" fmla="*/ 0 w 762"/>
                  <a:gd name="T1" fmla="*/ 2970 h 136"/>
                  <a:gd name="T2" fmla="*/ 3151 w 762"/>
                  <a:gd name="T3" fmla="*/ 2685 h 136"/>
                  <a:gd name="T4" fmla="*/ 6737 w 762"/>
                  <a:gd name="T5" fmla="*/ 2253 h 136"/>
                  <a:gd name="T6" fmla="*/ 11889 w 762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36">
                    <a:moveTo>
                      <a:pt x="0" y="136"/>
                    </a:moveTo>
                    <a:cubicBezTo>
                      <a:pt x="0" y="136"/>
                      <a:pt x="154" y="136"/>
                      <a:pt x="202" y="123"/>
                    </a:cubicBezTo>
                    <a:cubicBezTo>
                      <a:pt x="250" y="111"/>
                      <a:pt x="369" y="110"/>
                      <a:pt x="432" y="103"/>
                    </a:cubicBezTo>
                    <a:cubicBezTo>
                      <a:pt x="495" y="96"/>
                      <a:pt x="719" y="52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04" name="Freeform 232">
                <a:extLst>
                  <a:ext uri="{FF2B5EF4-FFF2-40B4-BE49-F238E27FC236}">
                    <a16:creationId xmlns:a16="http://schemas.microsoft.com/office/drawing/2014/main" id="{AAB7B14B-E68C-4546-9773-773D82F60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09"/>
                <a:ext cx="614" cy="136"/>
              </a:xfrm>
              <a:custGeom>
                <a:avLst/>
                <a:gdLst>
                  <a:gd name="T0" fmla="*/ 5557 w 354"/>
                  <a:gd name="T1" fmla="*/ 0 h 74"/>
                  <a:gd name="T2" fmla="*/ 0 w 354"/>
                  <a:gd name="T3" fmla="*/ 1551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" h="74">
                    <a:moveTo>
                      <a:pt x="354" y="0"/>
                    </a:moveTo>
                    <a:cubicBezTo>
                      <a:pt x="354" y="0"/>
                      <a:pt x="215" y="72"/>
                      <a:pt x="0" y="74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05" name="Freeform 233">
                <a:extLst>
                  <a:ext uri="{FF2B5EF4-FFF2-40B4-BE49-F238E27FC236}">
                    <a16:creationId xmlns:a16="http://schemas.microsoft.com/office/drawing/2014/main" id="{80FE6A9E-090E-4409-B6D5-8213550D1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21"/>
                <a:ext cx="549" cy="30"/>
              </a:xfrm>
              <a:custGeom>
                <a:avLst/>
                <a:gdLst>
                  <a:gd name="T0" fmla="*/ 0 w 317"/>
                  <a:gd name="T1" fmla="*/ 369 h 16"/>
                  <a:gd name="T2" fmla="*/ 4939 w 3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7" h="16">
                    <a:moveTo>
                      <a:pt x="0" y="16"/>
                    </a:moveTo>
                    <a:cubicBezTo>
                      <a:pt x="0" y="16"/>
                      <a:pt x="217" y="15"/>
                      <a:pt x="317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06" name="Freeform 234">
                <a:extLst>
                  <a:ext uri="{FF2B5EF4-FFF2-40B4-BE49-F238E27FC236}">
                    <a16:creationId xmlns:a16="http://schemas.microsoft.com/office/drawing/2014/main" id="{4420868D-E2AF-47D8-A3CC-786A542A0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188"/>
                <a:ext cx="627" cy="220"/>
              </a:xfrm>
              <a:custGeom>
                <a:avLst/>
                <a:gdLst>
                  <a:gd name="T0" fmla="*/ 0 w 362"/>
                  <a:gd name="T1" fmla="*/ 2570 h 119"/>
                  <a:gd name="T2" fmla="*/ 378 w 362"/>
                  <a:gd name="T3" fmla="*/ 1773 h 119"/>
                  <a:gd name="T4" fmla="*/ 5643 w 362"/>
                  <a:gd name="T5" fmla="*/ 910 h 119"/>
                  <a:gd name="T6" fmla="*/ 0 w 362"/>
                  <a:gd name="T7" fmla="*/ 2570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2" h="119">
                    <a:moveTo>
                      <a:pt x="0" y="119"/>
                    </a:move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2"/>
                      <a:pt x="165" y="0"/>
                      <a:pt x="362" y="42"/>
                    </a:cubicBezTo>
                    <a:cubicBezTo>
                      <a:pt x="362" y="42"/>
                      <a:pt x="114" y="4"/>
                      <a:pt x="0" y="119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07" name="Freeform 235">
                <a:extLst>
                  <a:ext uri="{FF2B5EF4-FFF2-40B4-BE49-F238E27FC236}">
                    <a16:creationId xmlns:a16="http://schemas.microsoft.com/office/drawing/2014/main" id="{7CC20A7A-07CF-4D91-84F7-32830A1AA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445"/>
                <a:ext cx="210" cy="319"/>
              </a:xfrm>
              <a:custGeom>
                <a:avLst/>
                <a:gdLst>
                  <a:gd name="T0" fmla="*/ 901 w 121"/>
                  <a:gd name="T1" fmla="*/ 3111 h 173"/>
                  <a:gd name="T2" fmla="*/ 1729 w 121"/>
                  <a:gd name="T3" fmla="*/ 3586 h 173"/>
                  <a:gd name="T4" fmla="*/ 0 w 121"/>
                  <a:gd name="T5" fmla="*/ 0 h 173"/>
                  <a:gd name="T6" fmla="*/ 901 w 121"/>
                  <a:gd name="T7" fmla="*/ 3111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73">
                    <a:moveTo>
                      <a:pt x="57" y="146"/>
                    </a:moveTo>
                    <a:cubicBezTo>
                      <a:pt x="57" y="146"/>
                      <a:pt x="95" y="157"/>
                      <a:pt x="110" y="1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1" y="173"/>
                      <a:pt x="57" y="146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08" name="Freeform 236">
                <a:extLst>
                  <a:ext uri="{FF2B5EF4-FFF2-40B4-BE49-F238E27FC236}">
                    <a16:creationId xmlns:a16="http://schemas.microsoft.com/office/drawing/2014/main" id="{B536EFD1-CF5F-42FD-A56C-C9A6B1EFB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517"/>
                <a:ext cx="164" cy="256"/>
              </a:xfrm>
              <a:custGeom>
                <a:avLst/>
                <a:gdLst>
                  <a:gd name="T0" fmla="*/ 1457 w 95"/>
                  <a:gd name="T1" fmla="*/ 0 h 139"/>
                  <a:gd name="T2" fmla="*/ 148 w 95"/>
                  <a:gd name="T3" fmla="*/ 2748 h 139"/>
                  <a:gd name="T4" fmla="*/ 1198 w 95"/>
                  <a:gd name="T5" fmla="*/ 2217 h 139"/>
                  <a:gd name="T6" fmla="*/ 1457 w 95"/>
                  <a:gd name="T7" fmla="*/ 0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39">
                    <a:moveTo>
                      <a:pt x="95" y="0"/>
                    </a:moveTo>
                    <a:cubicBezTo>
                      <a:pt x="10" y="130"/>
                      <a:pt x="10" y="130"/>
                      <a:pt x="10" y="130"/>
                    </a:cubicBezTo>
                    <a:cubicBezTo>
                      <a:pt x="10" y="130"/>
                      <a:pt x="60" y="110"/>
                      <a:pt x="78" y="105"/>
                    </a:cubicBezTo>
                    <a:cubicBezTo>
                      <a:pt x="78" y="105"/>
                      <a:pt x="0" y="139"/>
                      <a:pt x="95" y="0"/>
                    </a:cubicBezTo>
                    <a:close/>
                  </a:path>
                </a:pathLst>
              </a:custGeom>
              <a:solidFill>
                <a:srgbClr val="F9D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09" name="Freeform 237">
                <a:extLst>
                  <a:ext uri="{FF2B5EF4-FFF2-40B4-BE49-F238E27FC236}">
                    <a16:creationId xmlns:a16="http://schemas.microsoft.com/office/drawing/2014/main" id="{1E309D15-73C5-4525-ACBE-5F54538DB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866"/>
                <a:ext cx="234" cy="79"/>
              </a:xfrm>
              <a:custGeom>
                <a:avLst/>
                <a:gdLst>
                  <a:gd name="T0" fmla="*/ 49 w 135"/>
                  <a:gd name="T1" fmla="*/ 669 h 43"/>
                  <a:gd name="T2" fmla="*/ 381 w 135"/>
                  <a:gd name="T3" fmla="*/ 81 h 43"/>
                  <a:gd name="T4" fmla="*/ 704 w 135"/>
                  <a:gd name="T5" fmla="*/ 81 h 43"/>
                  <a:gd name="T6" fmla="*/ 1156 w 135"/>
                  <a:gd name="T7" fmla="*/ 68 h 43"/>
                  <a:gd name="T8" fmla="*/ 1536 w 135"/>
                  <a:gd name="T9" fmla="*/ 68 h 43"/>
                  <a:gd name="T10" fmla="*/ 1848 w 135"/>
                  <a:gd name="T11" fmla="*/ 24 h 43"/>
                  <a:gd name="T12" fmla="*/ 2115 w 135"/>
                  <a:gd name="T13" fmla="*/ 298 h 43"/>
                  <a:gd name="T14" fmla="*/ 1662 w 135"/>
                  <a:gd name="T15" fmla="*/ 423 h 43"/>
                  <a:gd name="T16" fmla="*/ 517 w 135"/>
                  <a:gd name="T17" fmla="*/ 570 h 43"/>
                  <a:gd name="T18" fmla="*/ 49 w 135"/>
                  <a:gd name="T19" fmla="*/ 669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43">
                    <a:moveTo>
                      <a:pt x="3" y="32"/>
                    </a:moveTo>
                    <a:cubicBezTo>
                      <a:pt x="0" y="18"/>
                      <a:pt x="11" y="7"/>
                      <a:pt x="24" y="4"/>
                    </a:cubicBezTo>
                    <a:cubicBezTo>
                      <a:pt x="31" y="2"/>
                      <a:pt x="38" y="3"/>
                      <a:pt x="45" y="4"/>
                    </a:cubicBezTo>
                    <a:cubicBezTo>
                      <a:pt x="55" y="4"/>
                      <a:pt x="64" y="3"/>
                      <a:pt x="74" y="3"/>
                    </a:cubicBezTo>
                    <a:cubicBezTo>
                      <a:pt x="82" y="2"/>
                      <a:pt x="90" y="4"/>
                      <a:pt x="98" y="3"/>
                    </a:cubicBezTo>
                    <a:cubicBezTo>
                      <a:pt x="105" y="2"/>
                      <a:pt x="111" y="0"/>
                      <a:pt x="118" y="1"/>
                    </a:cubicBezTo>
                    <a:cubicBezTo>
                      <a:pt x="123" y="3"/>
                      <a:pt x="135" y="7"/>
                      <a:pt x="135" y="14"/>
                    </a:cubicBezTo>
                    <a:cubicBezTo>
                      <a:pt x="134" y="26"/>
                      <a:pt x="113" y="21"/>
                      <a:pt x="106" y="20"/>
                    </a:cubicBezTo>
                    <a:cubicBezTo>
                      <a:pt x="82" y="17"/>
                      <a:pt x="55" y="20"/>
                      <a:pt x="33" y="27"/>
                    </a:cubicBezTo>
                    <a:cubicBezTo>
                      <a:pt x="28" y="29"/>
                      <a:pt x="6" y="43"/>
                      <a:pt x="3" y="3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10" name="Freeform 238">
                <a:extLst>
                  <a:ext uri="{FF2B5EF4-FFF2-40B4-BE49-F238E27FC236}">
                    <a16:creationId xmlns:a16="http://schemas.microsoft.com/office/drawing/2014/main" id="{3C21A518-F58E-4AF7-B955-FDDB56137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004"/>
                <a:ext cx="137" cy="100"/>
              </a:xfrm>
              <a:custGeom>
                <a:avLst/>
                <a:gdLst>
                  <a:gd name="T0" fmla="*/ 28 w 79"/>
                  <a:gd name="T1" fmla="*/ 635 h 54"/>
                  <a:gd name="T2" fmla="*/ 1131 w 79"/>
                  <a:gd name="T3" fmla="*/ 744 h 54"/>
                  <a:gd name="T4" fmla="*/ 324 w 79"/>
                  <a:gd name="T5" fmla="*/ 1104 h 54"/>
                  <a:gd name="T6" fmla="*/ 16 w 79"/>
                  <a:gd name="T7" fmla="*/ 672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54">
                    <a:moveTo>
                      <a:pt x="2" y="29"/>
                    </a:moveTo>
                    <a:cubicBezTo>
                      <a:pt x="13" y="11"/>
                      <a:pt x="79" y="0"/>
                      <a:pt x="72" y="34"/>
                    </a:cubicBezTo>
                    <a:cubicBezTo>
                      <a:pt x="68" y="53"/>
                      <a:pt x="35" y="54"/>
                      <a:pt x="21" y="51"/>
                    </a:cubicBezTo>
                    <a:cubicBezTo>
                      <a:pt x="10" y="49"/>
                      <a:pt x="0" y="44"/>
                      <a:pt x="1" y="31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11" name="Freeform 239">
                <a:extLst>
                  <a:ext uri="{FF2B5EF4-FFF2-40B4-BE49-F238E27FC236}">
                    <a16:creationId xmlns:a16="http://schemas.microsoft.com/office/drawing/2014/main" id="{11AD3B8C-A431-4A94-912F-BCBBEEAEB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871"/>
                <a:ext cx="112" cy="67"/>
              </a:xfrm>
              <a:custGeom>
                <a:avLst/>
                <a:gdLst>
                  <a:gd name="T0" fmla="*/ 715 w 65"/>
                  <a:gd name="T1" fmla="*/ 672 h 36"/>
                  <a:gd name="T2" fmla="*/ 793 w 65"/>
                  <a:gd name="T3" fmla="*/ 112 h 36"/>
                  <a:gd name="T4" fmla="*/ 143 w 65"/>
                  <a:gd name="T5" fmla="*/ 112 h 36"/>
                  <a:gd name="T6" fmla="*/ 0 w 65"/>
                  <a:gd name="T7" fmla="*/ 361 h 36"/>
                  <a:gd name="T8" fmla="*/ 255 w 65"/>
                  <a:gd name="T9" fmla="*/ 516 h 36"/>
                  <a:gd name="T10" fmla="*/ 546 w 65"/>
                  <a:gd name="T11" fmla="*/ 672 h 36"/>
                  <a:gd name="T12" fmla="*/ 756 w 65"/>
                  <a:gd name="T13" fmla="*/ 72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6">
                    <a:moveTo>
                      <a:pt x="47" y="30"/>
                    </a:moveTo>
                    <a:cubicBezTo>
                      <a:pt x="55" y="25"/>
                      <a:pt x="65" y="10"/>
                      <a:pt x="52" y="5"/>
                    </a:cubicBezTo>
                    <a:cubicBezTo>
                      <a:pt x="41" y="0"/>
                      <a:pt x="21" y="0"/>
                      <a:pt x="9" y="5"/>
                    </a:cubicBezTo>
                    <a:cubicBezTo>
                      <a:pt x="5" y="7"/>
                      <a:pt x="0" y="10"/>
                      <a:pt x="0" y="16"/>
                    </a:cubicBezTo>
                    <a:cubicBezTo>
                      <a:pt x="2" y="24"/>
                      <a:pt x="11" y="23"/>
                      <a:pt x="17" y="23"/>
                    </a:cubicBezTo>
                    <a:cubicBezTo>
                      <a:pt x="25" y="23"/>
                      <a:pt x="29" y="25"/>
                      <a:pt x="36" y="30"/>
                    </a:cubicBezTo>
                    <a:cubicBezTo>
                      <a:pt x="39" y="32"/>
                      <a:pt x="46" y="36"/>
                      <a:pt x="50" y="3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12" name="Freeform 240">
                <a:extLst>
                  <a:ext uri="{FF2B5EF4-FFF2-40B4-BE49-F238E27FC236}">
                    <a16:creationId xmlns:a16="http://schemas.microsoft.com/office/drawing/2014/main" id="{75B70FD8-3329-4E48-B696-30E44D022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888"/>
                <a:ext cx="90" cy="72"/>
              </a:xfrm>
              <a:custGeom>
                <a:avLst/>
                <a:gdLst>
                  <a:gd name="T0" fmla="*/ 782 w 52"/>
                  <a:gd name="T1" fmla="*/ 327 h 39"/>
                  <a:gd name="T2" fmla="*/ 384 w 52"/>
                  <a:gd name="T3" fmla="*/ 68 h 39"/>
                  <a:gd name="T4" fmla="*/ 206 w 52"/>
                  <a:gd name="T5" fmla="*/ 258 h 39"/>
                  <a:gd name="T6" fmla="*/ 48 w 52"/>
                  <a:gd name="T7" fmla="*/ 454 h 39"/>
                  <a:gd name="T8" fmla="*/ 512 w 52"/>
                  <a:gd name="T9" fmla="*/ 580 h 39"/>
                  <a:gd name="T10" fmla="*/ 684 w 52"/>
                  <a:gd name="T11" fmla="*/ 410 h 39"/>
                  <a:gd name="T12" fmla="*/ 808 w 52"/>
                  <a:gd name="T13" fmla="*/ 34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50" y="15"/>
                    </a:moveTo>
                    <a:cubicBezTo>
                      <a:pt x="50" y="4"/>
                      <a:pt x="33" y="0"/>
                      <a:pt x="25" y="3"/>
                    </a:cubicBezTo>
                    <a:cubicBezTo>
                      <a:pt x="20" y="5"/>
                      <a:pt x="17" y="10"/>
                      <a:pt x="13" y="12"/>
                    </a:cubicBezTo>
                    <a:cubicBezTo>
                      <a:pt x="9" y="15"/>
                      <a:pt x="4" y="16"/>
                      <a:pt x="3" y="21"/>
                    </a:cubicBezTo>
                    <a:cubicBezTo>
                      <a:pt x="0" y="39"/>
                      <a:pt x="25" y="31"/>
                      <a:pt x="33" y="27"/>
                    </a:cubicBezTo>
                    <a:cubicBezTo>
                      <a:pt x="37" y="25"/>
                      <a:pt x="40" y="21"/>
                      <a:pt x="44" y="19"/>
                    </a:cubicBezTo>
                    <a:cubicBezTo>
                      <a:pt x="47" y="18"/>
                      <a:pt x="50" y="18"/>
                      <a:pt x="52" y="1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13" name="Freeform 241">
                <a:extLst>
                  <a:ext uri="{FF2B5EF4-FFF2-40B4-BE49-F238E27FC236}">
                    <a16:creationId xmlns:a16="http://schemas.microsoft.com/office/drawing/2014/main" id="{4659FFE7-403E-4C48-88A5-57C823E87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1914"/>
                <a:ext cx="122" cy="66"/>
              </a:xfrm>
              <a:custGeom>
                <a:avLst/>
                <a:gdLst>
                  <a:gd name="T0" fmla="*/ 1128 w 70"/>
                  <a:gd name="T1" fmla="*/ 246 h 36"/>
                  <a:gd name="T2" fmla="*/ 561 w 70"/>
                  <a:gd name="T3" fmla="*/ 205 h 36"/>
                  <a:gd name="T4" fmla="*/ 16 w 70"/>
                  <a:gd name="T5" fmla="*/ 541 h 36"/>
                  <a:gd name="T6" fmla="*/ 735 w 70"/>
                  <a:gd name="T7" fmla="*/ 444 h 36"/>
                  <a:gd name="T8" fmla="*/ 1105 w 70"/>
                  <a:gd name="T9" fmla="*/ 24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36">
                    <a:moveTo>
                      <a:pt x="70" y="12"/>
                    </a:moveTo>
                    <a:cubicBezTo>
                      <a:pt x="60" y="0"/>
                      <a:pt x="48" y="7"/>
                      <a:pt x="35" y="10"/>
                    </a:cubicBezTo>
                    <a:cubicBezTo>
                      <a:pt x="29" y="12"/>
                      <a:pt x="0" y="20"/>
                      <a:pt x="1" y="26"/>
                    </a:cubicBezTo>
                    <a:cubicBezTo>
                      <a:pt x="2" y="36"/>
                      <a:pt x="40" y="22"/>
                      <a:pt x="46" y="21"/>
                    </a:cubicBezTo>
                    <a:cubicBezTo>
                      <a:pt x="52" y="20"/>
                      <a:pt x="69" y="22"/>
                      <a:pt x="69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14" name="Freeform 242">
                <a:extLst>
                  <a:ext uri="{FF2B5EF4-FFF2-40B4-BE49-F238E27FC236}">
                    <a16:creationId xmlns:a16="http://schemas.microsoft.com/office/drawing/2014/main" id="{06FD7C8B-E28D-4B1F-B3EF-3E934A3CC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956"/>
                <a:ext cx="90" cy="70"/>
              </a:xfrm>
              <a:custGeom>
                <a:avLst/>
                <a:gdLst>
                  <a:gd name="T0" fmla="*/ 639 w 52"/>
                  <a:gd name="T1" fmla="*/ 0 h 38"/>
                  <a:gd name="T2" fmla="*/ 126 w 52"/>
                  <a:gd name="T3" fmla="*/ 274 h 38"/>
                  <a:gd name="T4" fmla="*/ 317 w 52"/>
                  <a:gd name="T5" fmla="*/ 698 h 38"/>
                  <a:gd name="T6" fmla="*/ 549 w 52"/>
                  <a:gd name="T7" fmla="*/ 682 h 38"/>
                  <a:gd name="T8" fmla="*/ 575 w 52"/>
                  <a:gd name="T9" fmla="*/ 424 h 38"/>
                  <a:gd name="T10" fmla="*/ 639 w 52"/>
                  <a:gd name="T11" fmla="*/ 6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8">
                    <a:moveTo>
                      <a:pt x="41" y="0"/>
                    </a:moveTo>
                    <a:cubicBezTo>
                      <a:pt x="31" y="6"/>
                      <a:pt x="16" y="3"/>
                      <a:pt x="8" y="13"/>
                    </a:cubicBezTo>
                    <a:cubicBezTo>
                      <a:pt x="0" y="23"/>
                      <a:pt x="12" y="29"/>
                      <a:pt x="20" y="33"/>
                    </a:cubicBezTo>
                    <a:cubicBezTo>
                      <a:pt x="25" y="36"/>
                      <a:pt x="31" y="38"/>
                      <a:pt x="35" y="32"/>
                    </a:cubicBezTo>
                    <a:cubicBezTo>
                      <a:pt x="37" y="28"/>
                      <a:pt x="34" y="24"/>
                      <a:pt x="37" y="20"/>
                    </a:cubicBezTo>
                    <a:cubicBezTo>
                      <a:pt x="38" y="18"/>
                      <a:pt x="52" y="4"/>
                      <a:pt x="41" y="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15" name="Freeform 243">
                <a:extLst>
                  <a:ext uri="{FF2B5EF4-FFF2-40B4-BE49-F238E27FC236}">
                    <a16:creationId xmlns:a16="http://schemas.microsoft.com/office/drawing/2014/main" id="{61B233C4-CD0D-4AE6-9E91-7D7152FEF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091"/>
                <a:ext cx="62" cy="67"/>
              </a:xfrm>
              <a:custGeom>
                <a:avLst/>
                <a:gdLst>
                  <a:gd name="T0" fmla="*/ 143 w 36"/>
                  <a:gd name="T1" fmla="*/ 225 h 36"/>
                  <a:gd name="T2" fmla="*/ 460 w 36"/>
                  <a:gd name="T3" fmla="*/ 471 h 36"/>
                  <a:gd name="T4" fmla="*/ 143 w 36"/>
                  <a:gd name="T5" fmla="*/ 309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9" y="10"/>
                    </a:moveTo>
                    <a:cubicBezTo>
                      <a:pt x="18" y="0"/>
                      <a:pt x="36" y="7"/>
                      <a:pt x="30" y="21"/>
                    </a:cubicBezTo>
                    <a:cubicBezTo>
                      <a:pt x="23" y="36"/>
                      <a:pt x="0" y="26"/>
                      <a:pt x="9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16" name="Freeform 244">
                <a:extLst>
                  <a:ext uri="{FF2B5EF4-FFF2-40B4-BE49-F238E27FC236}">
                    <a16:creationId xmlns:a16="http://schemas.microsoft.com/office/drawing/2014/main" id="{F5D4CF82-DF0F-413A-9258-A0D4BFB38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2196"/>
                <a:ext cx="183" cy="83"/>
              </a:xfrm>
              <a:custGeom>
                <a:avLst/>
                <a:gdLst>
                  <a:gd name="T0" fmla="*/ 1600 w 106"/>
                  <a:gd name="T1" fmla="*/ 426 h 45"/>
                  <a:gd name="T2" fmla="*/ 931 w 106"/>
                  <a:gd name="T3" fmla="*/ 68 h 45"/>
                  <a:gd name="T4" fmla="*/ 587 w 106"/>
                  <a:gd name="T5" fmla="*/ 231 h 45"/>
                  <a:gd name="T6" fmla="*/ 197 w 106"/>
                  <a:gd name="T7" fmla="*/ 408 h 45"/>
                  <a:gd name="T8" fmla="*/ 426 w 106"/>
                  <a:gd name="T9" fmla="*/ 507 h 45"/>
                  <a:gd name="T10" fmla="*/ 870 w 106"/>
                  <a:gd name="T11" fmla="*/ 535 h 45"/>
                  <a:gd name="T12" fmla="*/ 1518 w 106"/>
                  <a:gd name="T13" fmla="*/ 579 h 45"/>
                  <a:gd name="T14" fmla="*/ 1580 w 106"/>
                  <a:gd name="T15" fmla="*/ 358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5">
                    <a:moveTo>
                      <a:pt x="104" y="20"/>
                    </a:moveTo>
                    <a:cubicBezTo>
                      <a:pt x="106" y="0"/>
                      <a:pt x="73" y="0"/>
                      <a:pt x="61" y="3"/>
                    </a:cubicBezTo>
                    <a:cubicBezTo>
                      <a:pt x="52" y="4"/>
                      <a:pt x="45" y="7"/>
                      <a:pt x="38" y="11"/>
                    </a:cubicBezTo>
                    <a:cubicBezTo>
                      <a:pt x="30" y="14"/>
                      <a:pt x="19" y="14"/>
                      <a:pt x="13" y="19"/>
                    </a:cubicBezTo>
                    <a:cubicBezTo>
                      <a:pt x="0" y="29"/>
                      <a:pt x="24" y="25"/>
                      <a:pt x="28" y="24"/>
                    </a:cubicBezTo>
                    <a:cubicBezTo>
                      <a:pt x="39" y="21"/>
                      <a:pt x="46" y="20"/>
                      <a:pt x="57" y="25"/>
                    </a:cubicBezTo>
                    <a:cubicBezTo>
                      <a:pt x="70" y="31"/>
                      <a:pt x="88" y="45"/>
                      <a:pt x="99" y="27"/>
                    </a:cubicBezTo>
                    <a:cubicBezTo>
                      <a:pt x="101" y="24"/>
                      <a:pt x="102" y="21"/>
                      <a:pt x="103" y="1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17" name="Freeform 245">
                <a:extLst>
                  <a:ext uri="{FF2B5EF4-FFF2-40B4-BE49-F238E27FC236}">
                    <a16:creationId xmlns:a16="http://schemas.microsoft.com/office/drawing/2014/main" id="{180AF083-FDDE-49E2-8EBA-76C0DEDB1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183"/>
                <a:ext cx="149" cy="84"/>
              </a:xfrm>
              <a:custGeom>
                <a:avLst/>
                <a:gdLst>
                  <a:gd name="T0" fmla="*/ 87 w 86"/>
                  <a:gd name="T1" fmla="*/ 885 h 45"/>
                  <a:gd name="T2" fmla="*/ 28 w 86"/>
                  <a:gd name="T3" fmla="*/ 390 h 45"/>
                  <a:gd name="T4" fmla="*/ 390 w 86"/>
                  <a:gd name="T5" fmla="*/ 157 h 45"/>
                  <a:gd name="T6" fmla="*/ 922 w 86"/>
                  <a:gd name="T7" fmla="*/ 157 h 45"/>
                  <a:gd name="T8" fmla="*/ 1234 w 86"/>
                  <a:gd name="T9" fmla="*/ 136 h 45"/>
                  <a:gd name="T10" fmla="*/ 982 w 86"/>
                  <a:gd name="T11" fmla="*/ 390 h 45"/>
                  <a:gd name="T12" fmla="*/ 532 w 86"/>
                  <a:gd name="T13" fmla="*/ 502 h 45"/>
                  <a:gd name="T14" fmla="*/ 87 w 86"/>
                  <a:gd name="T15" fmla="*/ 88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6" y="39"/>
                    </a:moveTo>
                    <a:cubicBezTo>
                      <a:pt x="2" y="34"/>
                      <a:pt x="0" y="24"/>
                      <a:pt x="2" y="17"/>
                    </a:cubicBezTo>
                    <a:cubicBezTo>
                      <a:pt x="5" y="6"/>
                      <a:pt x="15" y="7"/>
                      <a:pt x="25" y="7"/>
                    </a:cubicBezTo>
                    <a:cubicBezTo>
                      <a:pt x="37" y="7"/>
                      <a:pt x="48" y="9"/>
                      <a:pt x="59" y="7"/>
                    </a:cubicBezTo>
                    <a:cubicBezTo>
                      <a:pt x="64" y="6"/>
                      <a:pt x="75" y="0"/>
                      <a:pt x="79" y="6"/>
                    </a:cubicBezTo>
                    <a:cubicBezTo>
                      <a:pt x="86" y="15"/>
                      <a:pt x="68" y="17"/>
                      <a:pt x="63" y="17"/>
                    </a:cubicBezTo>
                    <a:cubicBezTo>
                      <a:pt x="54" y="19"/>
                      <a:pt x="43" y="16"/>
                      <a:pt x="34" y="22"/>
                    </a:cubicBezTo>
                    <a:cubicBezTo>
                      <a:pt x="26" y="28"/>
                      <a:pt x="19" y="45"/>
                      <a:pt x="6" y="3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18" name="Freeform 246">
                <a:extLst>
                  <a:ext uri="{FF2B5EF4-FFF2-40B4-BE49-F238E27FC236}">
                    <a16:creationId xmlns:a16="http://schemas.microsoft.com/office/drawing/2014/main" id="{BE542E55-E5DE-4F26-A6C9-166B7503A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043"/>
                <a:ext cx="109" cy="46"/>
              </a:xfrm>
              <a:custGeom>
                <a:avLst/>
                <a:gdLst>
                  <a:gd name="T0" fmla="*/ 83 w 63"/>
                  <a:gd name="T1" fmla="*/ 68 h 25"/>
                  <a:gd name="T2" fmla="*/ 382 w 63"/>
                  <a:gd name="T3" fmla="*/ 44 h 25"/>
                  <a:gd name="T4" fmla="*/ 602 w 63"/>
                  <a:gd name="T5" fmla="*/ 24 h 25"/>
                  <a:gd name="T6" fmla="*/ 808 w 63"/>
                  <a:gd name="T7" fmla="*/ 447 h 25"/>
                  <a:gd name="T8" fmla="*/ 574 w 63"/>
                  <a:gd name="T9" fmla="*/ 326 h 25"/>
                  <a:gd name="T10" fmla="*/ 317 w 63"/>
                  <a:gd name="T11" fmla="*/ 206 h 25"/>
                  <a:gd name="T12" fmla="*/ 107 w 63"/>
                  <a:gd name="T13" fmla="*/ 193 h 25"/>
                  <a:gd name="T14" fmla="*/ 83 w 63"/>
                  <a:gd name="T15" fmla="*/ 44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5">
                    <a:moveTo>
                      <a:pt x="5" y="3"/>
                    </a:moveTo>
                    <a:cubicBezTo>
                      <a:pt x="7" y="0"/>
                      <a:pt x="21" y="3"/>
                      <a:pt x="25" y="2"/>
                    </a:cubicBezTo>
                    <a:cubicBezTo>
                      <a:pt x="29" y="2"/>
                      <a:pt x="35" y="1"/>
                      <a:pt x="39" y="1"/>
                    </a:cubicBezTo>
                    <a:cubicBezTo>
                      <a:pt x="47" y="1"/>
                      <a:pt x="63" y="13"/>
                      <a:pt x="52" y="21"/>
                    </a:cubicBezTo>
                    <a:cubicBezTo>
                      <a:pt x="46" y="25"/>
                      <a:pt x="42" y="18"/>
                      <a:pt x="37" y="15"/>
                    </a:cubicBezTo>
                    <a:cubicBezTo>
                      <a:pt x="32" y="12"/>
                      <a:pt x="26" y="10"/>
                      <a:pt x="20" y="10"/>
                    </a:cubicBezTo>
                    <a:cubicBezTo>
                      <a:pt x="16" y="9"/>
                      <a:pt x="11" y="11"/>
                      <a:pt x="7" y="9"/>
                    </a:cubicBezTo>
                    <a:cubicBezTo>
                      <a:pt x="3" y="8"/>
                      <a:pt x="0" y="1"/>
                      <a:pt x="5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19" name="Freeform 247">
                <a:extLst>
                  <a:ext uri="{FF2B5EF4-FFF2-40B4-BE49-F238E27FC236}">
                    <a16:creationId xmlns:a16="http://schemas.microsoft.com/office/drawing/2014/main" id="{1BEA3330-0429-43BC-9FF8-95F8D9FBB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49"/>
                <a:ext cx="126" cy="42"/>
              </a:xfrm>
              <a:custGeom>
                <a:avLst/>
                <a:gdLst>
                  <a:gd name="T0" fmla="*/ 16 w 73"/>
                  <a:gd name="T1" fmla="*/ 367 h 23"/>
                  <a:gd name="T2" fmla="*/ 381 w 73"/>
                  <a:gd name="T3" fmla="*/ 44 h 23"/>
                  <a:gd name="T4" fmla="*/ 673 w 73"/>
                  <a:gd name="T5" fmla="*/ 124 h 23"/>
                  <a:gd name="T6" fmla="*/ 1013 w 73"/>
                  <a:gd name="T7" fmla="*/ 97 h 23"/>
                  <a:gd name="T8" fmla="*/ 992 w 73"/>
                  <a:gd name="T9" fmla="*/ 298 h 23"/>
                  <a:gd name="T10" fmla="*/ 611 w 73"/>
                  <a:gd name="T11" fmla="*/ 287 h 23"/>
                  <a:gd name="T12" fmla="*/ 292 w 73"/>
                  <a:gd name="T13" fmla="*/ 267 h 23"/>
                  <a:gd name="T14" fmla="*/ 107 w 73"/>
                  <a:gd name="T15" fmla="*/ 469 h 23"/>
                  <a:gd name="T16" fmla="*/ 62 w 73"/>
                  <a:gd name="T17" fmla="*/ 413 h 23"/>
                  <a:gd name="T18" fmla="*/ 48 w 73"/>
                  <a:gd name="T19" fmla="*/ 367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23">
                    <a:moveTo>
                      <a:pt x="1" y="18"/>
                    </a:moveTo>
                    <a:cubicBezTo>
                      <a:pt x="0" y="8"/>
                      <a:pt x="16" y="0"/>
                      <a:pt x="25" y="2"/>
                    </a:cubicBezTo>
                    <a:cubicBezTo>
                      <a:pt x="32" y="3"/>
                      <a:pt x="36" y="6"/>
                      <a:pt x="44" y="6"/>
                    </a:cubicBezTo>
                    <a:cubicBezTo>
                      <a:pt x="50" y="6"/>
                      <a:pt x="60" y="2"/>
                      <a:pt x="66" y="5"/>
                    </a:cubicBezTo>
                    <a:cubicBezTo>
                      <a:pt x="73" y="9"/>
                      <a:pt x="71" y="14"/>
                      <a:pt x="65" y="15"/>
                    </a:cubicBezTo>
                    <a:cubicBezTo>
                      <a:pt x="57" y="17"/>
                      <a:pt x="48" y="14"/>
                      <a:pt x="40" y="14"/>
                    </a:cubicBezTo>
                    <a:cubicBezTo>
                      <a:pt x="34" y="14"/>
                      <a:pt x="24" y="12"/>
                      <a:pt x="19" y="13"/>
                    </a:cubicBezTo>
                    <a:cubicBezTo>
                      <a:pt x="12" y="14"/>
                      <a:pt x="12" y="20"/>
                      <a:pt x="7" y="23"/>
                    </a:cubicBezTo>
                    <a:cubicBezTo>
                      <a:pt x="6" y="22"/>
                      <a:pt x="4" y="21"/>
                      <a:pt x="4" y="20"/>
                    </a:cubicBezTo>
                    <a:cubicBezTo>
                      <a:pt x="4" y="19"/>
                      <a:pt x="3" y="18"/>
                      <a:pt x="3" y="1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20" name="Freeform 248">
                <a:extLst>
                  <a:ext uri="{FF2B5EF4-FFF2-40B4-BE49-F238E27FC236}">
                    <a16:creationId xmlns:a16="http://schemas.microsoft.com/office/drawing/2014/main" id="{BE923117-704D-4670-90BF-99B115368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204"/>
                <a:ext cx="168" cy="51"/>
              </a:xfrm>
              <a:custGeom>
                <a:avLst/>
                <a:gdLst>
                  <a:gd name="T0" fmla="*/ 87 w 97"/>
                  <a:gd name="T1" fmla="*/ 199 h 28"/>
                  <a:gd name="T2" fmla="*/ 378 w 97"/>
                  <a:gd name="T3" fmla="*/ 0 h 28"/>
                  <a:gd name="T4" fmla="*/ 624 w 97"/>
                  <a:gd name="T5" fmla="*/ 80 h 28"/>
                  <a:gd name="T6" fmla="*/ 1134 w 97"/>
                  <a:gd name="T7" fmla="*/ 24 h 28"/>
                  <a:gd name="T8" fmla="*/ 1278 w 97"/>
                  <a:gd name="T9" fmla="*/ 485 h 28"/>
                  <a:gd name="T10" fmla="*/ 980 w 97"/>
                  <a:gd name="T11" fmla="*/ 464 h 28"/>
                  <a:gd name="T12" fmla="*/ 726 w 97"/>
                  <a:gd name="T13" fmla="*/ 388 h 28"/>
                  <a:gd name="T14" fmla="*/ 296 w 97"/>
                  <a:gd name="T15" fmla="*/ 286 h 28"/>
                  <a:gd name="T16" fmla="*/ 87 w 97"/>
                  <a:gd name="T17" fmla="*/ 419 h 28"/>
                  <a:gd name="T18" fmla="*/ 87 w 97"/>
                  <a:gd name="T19" fmla="*/ 219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28">
                    <a:moveTo>
                      <a:pt x="6" y="10"/>
                    </a:moveTo>
                    <a:cubicBezTo>
                      <a:pt x="13" y="3"/>
                      <a:pt x="14" y="0"/>
                      <a:pt x="24" y="0"/>
                    </a:cubicBezTo>
                    <a:cubicBezTo>
                      <a:pt x="30" y="1"/>
                      <a:pt x="35" y="2"/>
                      <a:pt x="40" y="4"/>
                    </a:cubicBezTo>
                    <a:cubicBezTo>
                      <a:pt x="54" y="10"/>
                      <a:pt x="60" y="2"/>
                      <a:pt x="73" y="1"/>
                    </a:cubicBezTo>
                    <a:cubicBezTo>
                      <a:pt x="89" y="0"/>
                      <a:pt x="97" y="17"/>
                      <a:pt x="82" y="24"/>
                    </a:cubicBezTo>
                    <a:cubicBezTo>
                      <a:pt x="75" y="28"/>
                      <a:pt x="70" y="27"/>
                      <a:pt x="63" y="23"/>
                    </a:cubicBezTo>
                    <a:cubicBezTo>
                      <a:pt x="57" y="20"/>
                      <a:pt x="54" y="20"/>
                      <a:pt x="47" y="19"/>
                    </a:cubicBezTo>
                    <a:cubicBezTo>
                      <a:pt x="37" y="17"/>
                      <a:pt x="28" y="10"/>
                      <a:pt x="19" y="14"/>
                    </a:cubicBezTo>
                    <a:cubicBezTo>
                      <a:pt x="15" y="16"/>
                      <a:pt x="11" y="22"/>
                      <a:pt x="6" y="21"/>
                    </a:cubicBezTo>
                    <a:cubicBezTo>
                      <a:pt x="0" y="19"/>
                      <a:pt x="3" y="13"/>
                      <a:pt x="6" y="11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21" name="Freeform 249">
                <a:extLst>
                  <a:ext uri="{FF2B5EF4-FFF2-40B4-BE49-F238E27FC236}">
                    <a16:creationId xmlns:a16="http://schemas.microsoft.com/office/drawing/2014/main" id="{9B98FE22-CB04-4303-B30F-CDDE3CCC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412"/>
                <a:ext cx="199" cy="97"/>
              </a:xfrm>
              <a:custGeom>
                <a:avLst/>
                <a:gdLst>
                  <a:gd name="T0" fmla="*/ 185 w 115"/>
                  <a:gd name="T1" fmla="*/ 992 h 52"/>
                  <a:gd name="T2" fmla="*/ 234 w 115"/>
                  <a:gd name="T3" fmla="*/ 519 h 52"/>
                  <a:gd name="T4" fmla="*/ 554 w 115"/>
                  <a:gd name="T5" fmla="*/ 265 h 52"/>
                  <a:gd name="T6" fmla="*/ 1410 w 115"/>
                  <a:gd name="T7" fmla="*/ 209 h 52"/>
                  <a:gd name="T8" fmla="*/ 1042 w 115"/>
                  <a:gd name="T9" fmla="*/ 811 h 52"/>
                  <a:gd name="T10" fmla="*/ 279 w 115"/>
                  <a:gd name="T11" fmla="*/ 1089 h 52"/>
                  <a:gd name="T12" fmla="*/ 185 w 115"/>
                  <a:gd name="T13" fmla="*/ 1037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52">
                    <a:moveTo>
                      <a:pt x="12" y="44"/>
                    </a:moveTo>
                    <a:cubicBezTo>
                      <a:pt x="0" y="42"/>
                      <a:pt x="10" y="28"/>
                      <a:pt x="15" y="23"/>
                    </a:cubicBezTo>
                    <a:cubicBezTo>
                      <a:pt x="21" y="17"/>
                      <a:pt x="27" y="14"/>
                      <a:pt x="36" y="12"/>
                    </a:cubicBezTo>
                    <a:cubicBezTo>
                      <a:pt x="51" y="10"/>
                      <a:pt x="76" y="0"/>
                      <a:pt x="91" y="9"/>
                    </a:cubicBezTo>
                    <a:cubicBezTo>
                      <a:pt x="115" y="23"/>
                      <a:pt x="77" y="31"/>
                      <a:pt x="67" y="36"/>
                    </a:cubicBezTo>
                    <a:cubicBezTo>
                      <a:pt x="53" y="42"/>
                      <a:pt x="33" y="52"/>
                      <a:pt x="18" y="48"/>
                    </a:cubicBezTo>
                    <a:cubicBezTo>
                      <a:pt x="15" y="48"/>
                      <a:pt x="14" y="47"/>
                      <a:pt x="12" y="4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22" name="Freeform 250">
                <a:extLst>
                  <a:ext uri="{FF2B5EF4-FFF2-40B4-BE49-F238E27FC236}">
                    <a16:creationId xmlns:a16="http://schemas.microsoft.com/office/drawing/2014/main" id="{58B4BCBE-8EB8-4529-A6D1-33FCF634C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374"/>
                <a:ext cx="128" cy="116"/>
              </a:xfrm>
              <a:custGeom>
                <a:avLst/>
                <a:gdLst>
                  <a:gd name="T0" fmla="*/ 249 w 74"/>
                  <a:gd name="T1" fmla="*/ 906 h 63"/>
                  <a:gd name="T2" fmla="*/ 249 w 74"/>
                  <a:gd name="T3" fmla="*/ 980 h 63"/>
                  <a:gd name="T4" fmla="*/ 512 w 74"/>
                  <a:gd name="T5" fmla="*/ 326 h 63"/>
                  <a:gd name="T6" fmla="*/ 1128 w 74"/>
                  <a:gd name="T7" fmla="*/ 481 h 63"/>
                  <a:gd name="T8" fmla="*/ 278 w 74"/>
                  <a:gd name="T9" fmla="*/ 100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3">
                    <a:moveTo>
                      <a:pt x="16" y="43"/>
                    </a:moveTo>
                    <a:cubicBezTo>
                      <a:pt x="16" y="44"/>
                      <a:pt x="16" y="45"/>
                      <a:pt x="16" y="46"/>
                    </a:cubicBezTo>
                    <a:cubicBezTo>
                      <a:pt x="0" y="36"/>
                      <a:pt x="25" y="19"/>
                      <a:pt x="33" y="15"/>
                    </a:cubicBezTo>
                    <a:cubicBezTo>
                      <a:pt x="43" y="11"/>
                      <a:pt x="74" y="0"/>
                      <a:pt x="73" y="23"/>
                    </a:cubicBezTo>
                    <a:cubicBezTo>
                      <a:pt x="72" y="38"/>
                      <a:pt x="25" y="63"/>
                      <a:pt x="18" y="4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23" name="Freeform 251">
                <a:extLst>
                  <a:ext uri="{FF2B5EF4-FFF2-40B4-BE49-F238E27FC236}">
                    <a16:creationId xmlns:a16="http://schemas.microsoft.com/office/drawing/2014/main" id="{3BE267F5-BC04-4319-BD61-01AA17EE7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368"/>
                <a:ext cx="73" cy="63"/>
              </a:xfrm>
              <a:custGeom>
                <a:avLst/>
                <a:gdLst>
                  <a:gd name="T0" fmla="*/ 0 w 42"/>
                  <a:gd name="T1" fmla="*/ 330 h 34"/>
                  <a:gd name="T2" fmla="*/ 577 w 42"/>
                  <a:gd name="T3" fmla="*/ 411 h 34"/>
                  <a:gd name="T4" fmla="*/ 49 w 42"/>
                  <a:gd name="T5" fmla="*/ 306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4">
                    <a:moveTo>
                      <a:pt x="0" y="15"/>
                    </a:moveTo>
                    <a:cubicBezTo>
                      <a:pt x="7" y="1"/>
                      <a:pt x="42" y="0"/>
                      <a:pt x="36" y="19"/>
                    </a:cubicBezTo>
                    <a:cubicBezTo>
                      <a:pt x="31" y="34"/>
                      <a:pt x="8" y="24"/>
                      <a:pt x="3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24" name="Freeform 252">
                <a:extLst>
                  <a:ext uri="{FF2B5EF4-FFF2-40B4-BE49-F238E27FC236}">
                    <a16:creationId xmlns:a16="http://schemas.microsoft.com/office/drawing/2014/main" id="{A154FFE2-D300-42DB-8961-7F677D5ED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316"/>
                <a:ext cx="90" cy="117"/>
              </a:xfrm>
              <a:custGeom>
                <a:avLst/>
                <a:gdLst>
                  <a:gd name="T0" fmla="*/ 808 w 52"/>
                  <a:gd name="T1" fmla="*/ 487 h 63"/>
                  <a:gd name="T2" fmla="*/ 185 w 52"/>
                  <a:gd name="T3" fmla="*/ 1083 h 63"/>
                  <a:gd name="T4" fmla="*/ 554 w 52"/>
                  <a:gd name="T5" fmla="*/ 877 h 63"/>
                  <a:gd name="T6" fmla="*/ 701 w 52"/>
                  <a:gd name="T7" fmla="*/ 641 h 63"/>
                  <a:gd name="T8" fmla="*/ 808 w 52"/>
                  <a:gd name="T9" fmla="*/ 48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3">
                    <a:moveTo>
                      <a:pt x="52" y="22"/>
                    </a:moveTo>
                    <a:cubicBezTo>
                      <a:pt x="40" y="0"/>
                      <a:pt x="0" y="30"/>
                      <a:pt x="12" y="49"/>
                    </a:cubicBezTo>
                    <a:cubicBezTo>
                      <a:pt x="20" y="63"/>
                      <a:pt x="32" y="50"/>
                      <a:pt x="36" y="40"/>
                    </a:cubicBezTo>
                    <a:cubicBezTo>
                      <a:pt x="39" y="35"/>
                      <a:pt x="40" y="32"/>
                      <a:pt x="45" y="29"/>
                    </a:cubicBezTo>
                    <a:cubicBezTo>
                      <a:pt x="48" y="26"/>
                      <a:pt x="52" y="27"/>
                      <a:pt x="52" y="2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25" name="Freeform 253">
                <a:extLst>
                  <a:ext uri="{FF2B5EF4-FFF2-40B4-BE49-F238E27FC236}">
                    <a16:creationId xmlns:a16="http://schemas.microsoft.com/office/drawing/2014/main" id="{A70B13AB-D718-463F-BD43-48B16CE79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302"/>
                <a:ext cx="130" cy="92"/>
              </a:xfrm>
              <a:custGeom>
                <a:avLst/>
                <a:gdLst>
                  <a:gd name="T0" fmla="*/ 1085 w 75"/>
                  <a:gd name="T1" fmla="*/ 0 h 50"/>
                  <a:gd name="T2" fmla="*/ 626 w 75"/>
                  <a:gd name="T3" fmla="*/ 105 h 50"/>
                  <a:gd name="T4" fmla="*/ 185 w 75"/>
                  <a:gd name="T5" fmla="*/ 206 h 50"/>
                  <a:gd name="T6" fmla="*/ 185 w 75"/>
                  <a:gd name="T7" fmla="*/ 972 h 50"/>
                  <a:gd name="T8" fmla="*/ 577 w 75"/>
                  <a:gd name="T9" fmla="*/ 778 h 50"/>
                  <a:gd name="T10" fmla="*/ 896 w 75"/>
                  <a:gd name="T11" fmla="*/ 399 h 50"/>
                  <a:gd name="T12" fmla="*/ 1144 w 75"/>
                  <a:gd name="T13" fmla="*/ 230 h 50"/>
                  <a:gd name="T14" fmla="*/ 1066 w 75"/>
                  <a:gd name="T15" fmla="*/ 44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0">
                    <a:moveTo>
                      <a:pt x="69" y="0"/>
                    </a:moveTo>
                    <a:cubicBezTo>
                      <a:pt x="59" y="0"/>
                      <a:pt x="49" y="3"/>
                      <a:pt x="40" y="5"/>
                    </a:cubicBezTo>
                    <a:cubicBezTo>
                      <a:pt x="31" y="6"/>
                      <a:pt x="21" y="6"/>
                      <a:pt x="12" y="10"/>
                    </a:cubicBezTo>
                    <a:cubicBezTo>
                      <a:pt x="0" y="16"/>
                      <a:pt x="0" y="40"/>
                      <a:pt x="12" y="46"/>
                    </a:cubicBezTo>
                    <a:cubicBezTo>
                      <a:pt x="22" y="50"/>
                      <a:pt x="32" y="45"/>
                      <a:pt x="37" y="37"/>
                    </a:cubicBezTo>
                    <a:cubicBezTo>
                      <a:pt x="43" y="29"/>
                      <a:pt x="48" y="24"/>
                      <a:pt x="57" y="19"/>
                    </a:cubicBezTo>
                    <a:cubicBezTo>
                      <a:pt x="61" y="17"/>
                      <a:pt x="70" y="15"/>
                      <a:pt x="73" y="11"/>
                    </a:cubicBezTo>
                    <a:cubicBezTo>
                      <a:pt x="75" y="7"/>
                      <a:pt x="74" y="1"/>
                      <a:pt x="6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26" name="Freeform 254">
                <a:extLst>
                  <a:ext uri="{FF2B5EF4-FFF2-40B4-BE49-F238E27FC236}">
                    <a16:creationId xmlns:a16="http://schemas.microsoft.com/office/drawing/2014/main" id="{DB81875F-E68B-4AA8-AB0D-94539E2F4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091"/>
                <a:ext cx="126" cy="70"/>
              </a:xfrm>
              <a:custGeom>
                <a:avLst/>
                <a:gdLst>
                  <a:gd name="T0" fmla="*/ 247 w 73"/>
                  <a:gd name="T1" fmla="*/ 424 h 38"/>
                  <a:gd name="T2" fmla="*/ 525 w 73"/>
                  <a:gd name="T3" fmla="*/ 0 h 38"/>
                  <a:gd name="T4" fmla="*/ 1091 w 73"/>
                  <a:gd name="T5" fmla="*/ 400 h 38"/>
                  <a:gd name="T6" fmla="*/ 255 w 73"/>
                  <a:gd name="T7" fmla="*/ 40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38">
                    <a:moveTo>
                      <a:pt x="16" y="20"/>
                    </a:moveTo>
                    <a:cubicBezTo>
                      <a:pt x="0" y="10"/>
                      <a:pt x="27" y="1"/>
                      <a:pt x="34" y="0"/>
                    </a:cubicBezTo>
                    <a:cubicBezTo>
                      <a:pt x="43" y="0"/>
                      <a:pt x="73" y="4"/>
                      <a:pt x="71" y="19"/>
                    </a:cubicBezTo>
                    <a:cubicBezTo>
                      <a:pt x="68" y="38"/>
                      <a:pt x="27" y="23"/>
                      <a:pt x="17" y="1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27" name="Freeform 255">
                <a:extLst>
                  <a:ext uri="{FF2B5EF4-FFF2-40B4-BE49-F238E27FC236}">
                    <a16:creationId xmlns:a16="http://schemas.microsoft.com/office/drawing/2014/main" id="{4CEB003E-052A-42AF-87AA-D947C4AF4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128"/>
                <a:ext cx="93" cy="72"/>
              </a:xfrm>
              <a:custGeom>
                <a:avLst/>
                <a:gdLst>
                  <a:gd name="T0" fmla="*/ 525 w 54"/>
                  <a:gd name="T1" fmla="*/ 68 h 39"/>
                  <a:gd name="T2" fmla="*/ 83 w 54"/>
                  <a:gd name="T3" fmla="*/ 209 h 39"/>
                  <a:gd name="T4" fmla="*/ 184 w 54"/>
                  <a:gd name="T5" fmla="*/ 757 h 39"/>
                  <a:gd name="T6" fmla="*/ 546 w 54"/>
                  <a:gd name="T7" fmla="*/ 8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9">
                    <a:moveTo>
                      <a:pt x="35" y="3"/>
                    </a:moveTo>
                    <a:cubicBezTo>
                      <a:pt x="25" y="0"/>
                      <a:pt x="11" y="0"/>
                      <a:pt x="5" y="10"/>
                    </a:cubicBezTo>
                    <a:cubicBezTo>
                      <a:pt x="0" y="17"/>
                      <a:pt x="3" y="31"/>
                      <a:pt x="12" y="35"/>
                    </a:cubicBezTo>
                    <a:cubicBezTo>
                      <a:pt x="24" y="39"/>
                      <a:pt x="54" y="14"/>
                      <a:pt x="36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28" name="Freeform 256">
                <a:extLst>
                  <a:ext uri="{FF2B5EF4-FFF2-40B4-BE49-F238E27FC236}">
                    <a16:creationId xmlns:a16="http://schemas.microsoft.com/office/drawing/2014/main" id="{3542CE9E-E76B-47EE-B29A-FA573A9A8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128"/>
                <a:ext cx="71" cy="44"/>
              </a:xfrm>
              <a:custGeom>
                <a:avLst/>
                <a:gdLst>
                  <a:gd name="T0" fmla="*/ 0 w 41"/>
                  <a:gd name="T1" fmla="*/ 420 h 24"/>
                  <a:gd name="T2" fmla="*/ 296 w 41"/>
                  <a:gd name="T3" fmla="*/ 24 h 24"/>
                  <a:gd name="T4" fmla="*/ 591 w 41"/>
                  <a:gd name="T5" fmla="*/ 295 h 24"/>
                  <a:gd name="T6" fmla="*/ 249 w 41"/>
                  <a:gd name="T7" fmla="*/ 315 h 24"/>
                  <a:gd name="T8" fmla="*/ 28 w 41"/>
                  <a:gd name="T9" fmla="*/ 42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4">
                    <a:moveTo>
                      <a:pt x="0" y="20"/>
                    </a:moveTo>
                    <a:cubicBezTo>
                      <a:pt x="1" y="9"/>
                      <a:pt x="9" y="2"/>
                      <a:pt x="19" y="1"/>
                    </a:cubicBezTo>
                    <a:cubicBezTo>
                      <a:pt x="27" y="0"/>
                      <a:pt x="41" y="3"/>
                      <a:pt x="38" y="14"/>
                    </a:cubicBezTo>
                    <a:cubicBezTo>
                      <a:pt x="30" y="14"/>
                      <a:pt x="23" y="10"/>
                      <a:pt x="16" y="15"/>
                    </a:cubicBezTo>
                    <a:cubicBezTo>
                      <a:pt x="11" y="19"/>
                      <a:pt x="7" y="24"/>
                      <a:pt x="2" y="2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29" name="Freeform 257">
                <a:extLst>
                  <a:ext uri="{FF2B5EF4-FFF2-40B4-BE49-F238E27FC236}">
                    <a16:creationId xmlns:a16="http://schemas.microsoft.com/office/drawing/2014/main" id="{8AE4C5E9-E8AB-4E88-9872-317DD3914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032"/>
                <a:ext cx="47" cy="66"/>
              </a:xfrm>
              <a:custGeom>
                <a:avLst/>
                <a:gdLst>
                  <a:gd name="T0" fmla="*/ 433 w 27"/>
                  <a:gd name="T1" fmla="*/ 105 h 36"/>
                  <a:gd name="T2" fmla="*/ 193 w 27"/>
                  <a:gd name="T3" fmla="*/ 44 h 36"/>
                  <a:gd name="T4" fmla="*/ 0 w 27"/>
                  <a:gd name="T5" fmla="*/ 326 h 36"/>
                  <a:gd name="T6" fmla="*/ 406 w 27"/>
                  <a:gd name="T7" fmla="*/ 172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">
                    <a:moveTo>
                      <a:pt x="27" y="5"/>
                    </a:moveTo>
                    <a:cubicBezTo>
                      <a:pt x="21" y="4"/>
                      <a:pt x="18" y="0"/>
                      <a:pt x="12" y="2"/>
                    </a:cubicBezTo>
                    <a:cubicBezTo>
                      <a:pt x="7" y="4"/>
                      <a:pt x="0" y="10"/>
                      <a:pt x="0" y="16"/>
                    </a:cubicBezTo>
                    <a:cubicBezTo>
                      <a:pt x="2" y="36"/>
                      <a:pt x="22" y="13"/>
                      <a:pt x="2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30" name="Freeform 258">
                <a:extLst>
                  <a:ext uri="{FF2B5EF4-FFF2-40B4-BE49-F238E27FC236}">
                    <a16:creationId xmlns:a16="http://schemas.microsoft.com/office/drawing/2014/main" id="{2CD159BE-1E55-448A-BB82-215CC08C9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927"/>
                <a:ext cx="92" cy="59"/>
              </a:xfrm>
              <a:custGeom>
                <a:avLst/>
                <a:gdLst>
                  <a:gd name="T0" fmla="*/ 741 w 53"/>
                  <a:gd name="T1" fmla="*/ 194 h 32"/>
                  <a:gd name="T2" fmla="*/ 299 w 53"/>
                  <a:gd name="T3" fmla="*/ 68 h 32"/>
                  <a:gd name="T4" fmla="*/ 148 w 53"/>
                  <a:gd name="T5" fmla="*/ 577 h 32"/>
                  <a:gd name="T6" fmla="*/ 382 w 53"/>
                  <a:gd name="T7" fmla="*/ 533 h 32"/>
                  <a:gd name="T8" fmla="*/ 582 w 53"/>
                  <a:gd name="T9" fmla="*/ 424 h 32"/>
                  <a:gd name="T10" fmla="*/ 804 w 53"/>
                  <a:gd name="T11" fmla="*/ 358 h 32"/>
                  <a:gd name="T12" fmla="*/ 726 w 53"/>
                  <a:gd name="T13" fmla="*/ 177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7" y="9"/>
                    </a:moveTo>
                    <a:cubicBezTo>
                      <a:pt x="38" y="6"/>
                      <a:pt x="29" y="0"/>
                      <a:pt x="19" y="3"/>
                    </a:cubicBezTo>
                    <a:cubicBezTo>
                      <a:pt x="11" y="5"/>
                      <a:pt x="0" y="19"/>
                      <a:pt x="9" y="27"/>
                    </a:cubicBezTo>
                    <a:cubicBezTo>
                      <a:pt x="14" y="32"/>
                      <a:pt x="19" y="29"/>
                      <a:pt x="24" y="25"/>
                    </a:cubicBezTo>
                    <a:cubicBezTo>
                      <a:pt x="29" y="22"/>
                      <a:pt x="31" y="21"/>
                      <a:pt x="37" y="20"/>
                    </a:cubicBezTo>
                    <a:cubicBezTo>
                      <a:pt x="42" y="20"/>
                      <a:pt x="49" y="22"/>
                      <a:pt x="51" y="17"/>
                    </a:cubicBezTo>
                    <a:cubicBezTo>
                      <a:pt x="53" y="13"/>
                      <a:pt x="50" y="8"/>
                      <a:pt x="46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31" name="Freeform 259">
                <a:extLst>
                  <a:ext uri="{FF2B5EF4-FFF2-40B4-BE49-F238E27FC236}">
                    <a16:creationId xmlns:a16="http://schemas.microsoft.com/office/drawing/2014/main" id="{E6E6BF1A-D3FC-4C6F-8CEA-3D8DC03B5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934"/>
                <a:ext cx="58" cy="70"/>
              </a:xfrm>
              <a:custGeom>
                <a:avLst/>
                <a:gdLst>
                  <a:gd name="T0" fmla="*/ 554 w 33"/>
                  <a:gd name="T1" fmla="*/ 298 h 38"/>
                  <a:gd name="T2" fmla="*/ 200 w 33"/>
                  <a:gd name="T3" fmla="*/ 682 h 38"/>
                  <a:gd name="T4" fmla="*/ 466 w 33"/>
                  <a:gd name="T5" fmla="*/ 549 h 38"/>
                  <a:gd name="T6" fmla="*/ 517 w 33"/>
                  <a:gd name="T7" fmla="*/ 424 h 38"/>
                  <a:gd name="T8" fmla="*/ 554 w 33"/>
                  <a:gd name="T9" fmla="*/ 27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8">
                    <a:moveTo>
                      <a:pt x="33" y="14"/>
                    </a:moveTo>
                    <a:cubicBezTo>
                      <a:pt x="30" y="0"/>
                      <a:pt x="0" y="20"/>
                      <a:pt x="12" y="32"/>
                    </a:cubicBezTo>
                    <a:cubicBezTo>
                      <a:pt x="17" y="38"/>
                      <a:pt x="25" y="31"/>
                      <a:pt x="28" y="26"/>
                    </a:cubicBezTo>
                    <a:cubicBezTo>
                      <a:pt x="28" y="26"/>
                      <a:pt x="31" y="20"/>
                      <a:pt x="31" y="20"/>
                    </a:cubicBezTo>
                    <a:cubicBezTo>
                      <a:pt x="32" y="18"/>
                      <a:pt x="33" y="17"/>
                      <a:pt x="33" y="1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32" name="Freeform 260">
                <a:extLst>
                  <a:ext uri="{FF2B5EF4-FFF2-40B4-BE49-F238E27FC236}">
                    <a16:creationId xmlns:a16="http://schemas.microsoft.com/office/drawing/2014/main" id="{9BE562B6-FAD0-40E3-B98D-85A7AAE43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1969"/>
                <a:ext cx="80" cy="41"/>
              </a:xfrm>
              <a:custGeom>
                <a:avLst/>
                <a:gdLst>
                  <a:gd name="T0" fmla="*/ 457 w 46"/>
                  <a:gd name="T1" fmla="*/ 45 h 22"/>
                  <a:gd name="T2" fmla="*/ 193 w 46"/>
                  <a:gd name="T3" fmla="*/ 45 h 22"/>
                  <a:gd name="T4" fmla="*/ 111 w 46"/>
                  <a:gd name="T5" fmla="*/ 406 h 22"/>
                  <a:gd name="T6" fmla="*/ 492 w 46"/>
                  <a:gd name="T7" fmla="*/ 265 h 22"/>
                  <a:gd name="T8" fmla="*/ 732 w 46"/>
                  <a:gd name="T9" fmla="*/ 209 h 22"/>
                  <a:gd name="T10" fmla="*/ 447 w 46"/>
                  <a:gd name="T11" fmla="*/ 4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2">
                    <a:moveTo>
                      <a:pt x="29" y="2"/>
                    </a:moveTo>
                    <a:cubicBezTo>
                      <a:pt x="24" y="1"/>
                      <a:pt x="17" y="0"/>
                      <a:pt x="12" y="2"/>
                    </a:cubicBezTo>
                    <a:cubicBezTo>
                      <a:pt x="6" y="5"/>
                      <a:pt x="0" y="14"/>
                      <a:pt x="7" y="18"/>
                    </a:cubicBezTo>
                    <a:cubicBezTo>
                      <a:pt x="14" y="22"/>
                      <a:pt x="24" y="12"/>
                      <a:pt x="31" y="12"/>
                    </a:cubicBezTo>
                    <a:cubicBezTo>
                      <a:pt x="36" y="12"/>
                      <a:pt x="45" y="16"/>
                      <a:pt x="46" y="9"/>
                    </a:cubicBezTo>
                    <a:cubicBezTo>
                      <a:pt x="40" y="6"/>
                      <a:pt x="34" y="2"/>
                      <a:pt x="2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33" name="Freeform 261">
                <a:extLst>
                  <a:ext uri="{FF2B5EF4-FFF2-40B4-BE49-F238E27FC236}">
                    <a16:creationId xmlns:a16="http://schemas.microsoft.com/office/drawing/2014/main" id="{BD78FA07-EA7C-4CFC-948A-ACD8F64FE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964"/>
                <a:ext cx="123" cy="64"/>
              </a:xfrm>
              <a:custGeom>
                <a:avLst/>
                <a:gdLst>
                  <a:gd name="T0" fmla="*/ 147 w 71"/>
                  <a:gd name="T1" fmla="*/ 294 h 35"/>
                  <a:gd name="T2" fmla="*/ 766 w 71"/>
                  <a:gd name="T3" fmla="*/ 53 h 35"/>
                  <a:gd name="T4" fmla="*/ 1024 w 71"/>
                  <a:gd name="T5" fmla="*/ 243 h 35"/>
                  <a:gd name="T6" fmla="*/ 981 w 71"/>
                  <a:gd name="T7" fmla="*/ 488 h 35"/>
                  <a:gd name="T8" fmla="*/ 591 w 71"/>
                  <a:gd name="T9" fmla="*/ 415 h 35"/>
                  <a:gd name="T10" fmla="*/ 319 w 71"/>
                  <a:gd name="T11" fmla="*/ 658 h 35"/>
                  <a:gd name="T12" fmla="*/ 147 w 71"/>
                  <a:gd name="T13" fmla="*/ 294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35">
                    <a:moveTo>
                      <a:pt x="9" y="14"/>
                    </a:moveTo>
                    <a:cubicBezTo>
                      <a:pt x="10" y="0"/>
                      <a:pt x="40" y="2"/>
                      <a:pt x="49" y="3"/>
                    </a:cubicBezTo>
                    <a:cubicBezTo>
                      <a:pt x="56" y="4"/>
                      <a:pt x="62" y="6"/>
                      <a:pt x="66" y="12"/>
                    </a:cubicBezTo>
                    <a:cubicBezTo>
                      <a:pt x="71" y="18"/>
                      <a:pt x="71" y="23"/>
                      <a:pt x="63" y="24"/>
                    </a:cubicBezTo>
                    <a:cubicBezTo>
                      <a:pt x="54" y="26"/>
                      <a:pt x="46" y="18"/>
                      <a:pt x="38" y="20"/>
                    </a:cubicBezTo>
                    <a:cubicBezTo>
                      <a:pt x="31" y="22"/>
                      <a:pt x="27" y="29"/>
                      <a:pt x="20" y="32"/>
                    </a:cubicBezTo>
                    <a:cubicBezTo>
                      <a:pt x="10" y="35"/>
                      <a:pt x="0" y="21"/>
                      <a:pt x="9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34" name="Freeform 262">
                <a:extLst>
                  <a:ext uri="{FF2B5EF4-FFF2-40B4-BE49-F238E27FC236}">
                    <a16:creationId xmlns:a16="http://schemas.microsoft.com/office/drawing/2014/main" id="{5E48CF5A-010C-4A1D-A1EE-8F57F724E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971"/>
                <a:ext cx="98" cy="66"/>
              </a:xfrm>
              <a:custGeom>
                <a:avLst/>
                <a:gdLst>
                  <a:gd name="T0" fmla="*/ 828 w 56"/>
                  <a:gd name="T1" fmla="*/ 81 h 36"/>
                  <a:gd name="T2" fmla="*/ 364 w 56"/>
                  <a:gd name="T3" fmla="*/ 0 h 36"/>
                  <a:gd name="T4" fmla="*/ 21 w 56"/>
                  <a:gd name="T5" fmla="*/ 376 h 36"/>
                  <a:gd name="T6" fmla="*/ 509 w 56"/>
                  <a:gd name="T7" fmla="*/ 273 h 36"/>
                  <a:gd name="T8" fmla="*/ 922 w 56"/>
                  <a:gd name="T9" fmla="*/ 205 h 36"/>
                  <a:gd name="T10" fmla="*/ 837 w 56"/>
                  <a:gd name="T11" fmla="*/ 12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6">
                    <a:moveTo>
                      <a:pt x="50" y="4"/>
                    </a:moveTo>
                    <a:cubicBezTo>
                      <a:pt x="41" y="1"/>
                      <a:pt x="31" y="0"/>
                      <a:pt x="22" y="0"/>
                    </a:cubicBezTo>
                    <a:cubicBezTo>
                      <a:pt x="13" y="0"/>
                      <a:pt x="0" y="7"/>
                      <a:pt x="1" y="18"/>
                    </a:cubicBezTo>
                    <a:cubicBezTo>
                      <a:pt x="3" y="36"/>
                      <a:pt x="24" y="13"/>
                      <a:pt x="31" y="13"/>
                    </a:cubicBezTo>
                    <a:cubicBezTo>
                      <a:pt x="40" y="13"/>
                      <a:pt x="50" y="21"/>
                      <a:pt x="56" y="10"/>
                    </a:cubicBezTo>
                    <a:cubicBezTo>
                      <a:pt x="55" y="8"/>
                      <a:pt x="53" y="6"/>
                      <a:pt x="51" y="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35" name="Freeform 263">
                <a:extLst>
                  <a:ext uri="{FF2B5EF4-FFF2-40B4-BE49-F238E27FC236}">
                    <a16:creationId xmlns:a16="http://schemas.microsoft.com/office/drawing/2014/main" id="{8C0ABC02-A21B-4FF0-9C88-A09A1CABC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71"/>
                <a:ext cx="114" cy="76"/>
              </a:xfrm>
              <a:custGeom>
                <a:avLst/>
                <a:gdLst>
                  <a:gd name="T0" fmla="*/ 820 w 66"/>
                  <a:gd name="T1" fmla="*/ 152 h 41"/>
                  <a:gd name="T2" fmla="*/ 356 w 66"/>
                  <a:gd name="T3" fmla="*/ 82 h 41"/>
                  <a:gd name="T4" fmla="*/ 107 w 66"/>
                  <a:gd name="T5" fmla="*/ 673 h 41"/>
                  <a:gd name="T6" fmla="*/ 366 w 66"/>
                  <a:gd name="T7" fmla="*/ 849 h 41"/>
                  <a:gd name="T8" fmla="*/ 537 w 66"/>
                  <a:gd name="T9" fmla="*/ 543 h 41"/>
                  <a:gd name="T10" fmla="*/ 829 w 66"/>
                  <a:gd name="T11" fmla="*/ 152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53" y="7"/>
                    </a:moveTo>
                    <a:cubicBezTo>
                      <a:pt x="48" y="0"/>
                      <a:pt x="30" y="1"/>
                      <a:pt x="23" y="4"/>
                    </a:cubicBezTo>
                    <a:cubicBezTo>
                      <a:pt x="13" y="8"/>
                      <a:pt x="0" y="19"/>
                      <a:pt x="7" y="31"/>
                    </a:cubicBezTo>
                    <a:cubicBezTo>
                      <a:pt x="9" y="36"/>
                      <a:pt x="18" y="41"/>
                      <a:pt x="24" y="39"/>
                    </a:cubicBezTo>
                    <a:cubicBezTo>
                      <a:pt x="31" y="37"/>
                      <a:pt x="29" y="29"/>
                      <a:pt x="35" y="25"/>
                    </a:cubicBezTo>
                    <a:cubicBezTo>
                      <a:pt x="39" y="22"/>
                      <a:pt x="66" y="19"/>
                      <a:pt x="54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36" name="Freeform 264">
                <a:extLst>
                  <a:ext uri="{FF2B5EF4-FFF2-40B4-BE49-F238E27FC236}">
                    <a16:creationId xmlns:a16="http://schemas.microsoft.com/office/drawing/2014/main" id="{EA1B803C-8289-4909-9E5B-E67360E17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897"/>
                <a:ext cx="99" cy="48"/>
              </a:xfrm>
              <a:custGeom>
                <a:avLst/>
                <a:gdLst>
                  <a:gd name="T0" fmla="*/ 790 w 57"/>
                  <a:gd name="T1" fmla="*/ 81 h 26"/>
                  <a:gd name="T2" fmla="*/ 208 w 57"/>
                  <a:gd name="T3" fmla="*/ 105 h 26"/>
                  <a:gd name="T4" fmla="*/ 257 w 57"/>
                  <a:gd name="T5" fmla="*/ 476 h 26"/>
                  <a:gd name="T6" fmla="*/ 533 w 57"/>
                  <a:gd name="T7" fmla="*/ 358 h 26"/>
                  <a:gd name="T8" fmla="*/ 775 w 57"/>
                  <a:gd name="T9" fmla="*/ 358 h 26"/>
                  <a:gd name="T10" fmla="*/ 811 w 57"/>
                  <a:gd name="T11" fmla="*/ 81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6">
                    <a:moveTo>
                      <a:pt x="50" y="4"/>
                    </a:moveTo>
                    <a:cubicBezTo>
                      <a:pt x="40" y="0"/>
                      <a:pt x="23" y="0"/>
                      <a:pt x="13" y="5"/>
                    </a:cubicBezTo>
                    <a:cubicBezTo>
                      <a:pt x="2" y="10"/>
                      <a:pt x="0" y="26"/>
                      <a:pt x="16" y="22"/>
                    </a:cubicBezTo>
                    <a:cubicBezTo>
                      <a:pt x="22" y="21"/>
                      <a:pt x="27" y="18"/>
                      <a:pt x="34" y="17"/>
                    </a:cubicBezTo>
                    <a:cubicBezTo>
                      <a:pt x="39" y="17"/>
                      <a:pt x="45" y="19"/>
                      <a:pt x="49" y="17"/>
                    </a:cubicBezTo>
                    <a:cubicBezTo>
                      <a:pt x="57" y="15"/>
                      <a:pt x="57" y="7"/>
                      <a:pt x="51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37" name="Freeform 265">
                <a:extLst>
                  <a:ext uri="{FF2B5EF4-FFF2-40B4-BE49-F238E27FC236}">
                    <a16:creationId xmlns:a16="http://schemas.microsoft.com/office/drawing/2014/main" id="{40690F85-8F88-4A14-BDC2-1AD9B059B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991"/>
                <a:ext cx="118" cy="107"/>
              </a:xfrm>
              <a:custGeom>
                <a:avLst/>
                <a:gdLst>
                  <a:gd name="T0" fmla="*/ 861 w 68"/>
                  <a:gd name="T1" fmla="*/ 24 h 58"/>
                  <a:gd name="T2" fmla="*/ 187 w 68"/>
                  <a:gd name="T3" fmla="*/ 303 h 58"/>
                  <a:gd name="T4" fmla="*/ 49 w 68"/>
                  <a:gd name="T5" fmla="*/ 935 h 58"/>
                  <a:gd name="T6" fmla="*/ 446 w 68"/>
                  <a:gd name="T7" fmla="*/ 1087 h 58"/>
                  <a:gd name="T8" fmla="*/ 602 w 68"/>
                  <a:gd name="T9" fmla="*/ 834 h 58"/>
                  <a:gd name="T10" fmla="*/ 774 w 68"/>
                  <a:gd name="T11" fmla="*/ 708 h 58"/>
                  <a:gd name="T12" fmla="*/ 1024 w 68"/>
                  <a:gd name="T13" fmla="*/ 426 h 58"/>
                  <a:gd name="T14" fmla="*/ 836 w 68"/>
                  <a:gd name="T15" fmla="*/ 44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8">
                    <a:moveTo>
                      <a:pt x="55" y="1"/>
                    </a:moveTo>
                    <a:cubicBezTo>
                      <a:pt x="39" y="1"/>
                      <a:pt x="22" y="0"/>
                      <a:pt x="12" y="14"/>
                    </a:cubicBezTo>
                    <a:cubicBezTo>
                      <a:pt x="6" y="22"/>
                      <a:pt x="0" y="34"/>
                      <a:pt x="3" y="44"/>
                    </a:cubicBezTo>
                    <a:cubicBezTo>
                      <a:pt x="6" y="55"/>
                      <a:pt x="20" y="58"/>
                      <a:pt x="28" y="51"/>
                    </a:cubicBezTo>
                    <a:cubicBezTo>
                      <a:pt x="33" y="48"/>
                      <a:pt x="34" y="42"/>
                      <a:pt x="38" y="39"/>
                    </a:cubicBezTo>
                    <a:cubicBezTo>
                      <a:pt x="42" y="35"/>
                      <a:pt x="45" y="35"/>
                      <a:pt x="49" y="33"/>
                    </a:cubicBezTo>
                    <a:cubicBezTo>
                      <a:pt x="56" y="31"/>
                      <a:pt x="63" y="27"/>
                      <a:pt x="65" y="20"/>
                    </a:cubicBezTo>
                    <a:cubicBezTo>
                      <a:pt x="68" y="12"/>
                      <a:pt x="61" y="4"/>
                      <a:pt x="53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38" name="Freeform 266">
                <a:extLst>
                  <a:ext uri="{FF2B5EF4-FFF2-40B4-BE49-F238E27FC236}">
                    <a16:creationId xmlns:a16="http://schemas.microsoft.com/office/drawing/2014/main" id="{831ED9F4-323A-4EC4-81E7-0D78C2F34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" y="2283"/>
                <a:ext cx="147" cy="133"/>
              </a:xfrm>
              <a:custGeom>
                <a:avLst/>
                <a:gdLst>
                  <a:gd name="T0" fmla="*/ 1119 w 85"/>
                  <a:gd name="T1" fmla="*/ 194 h 72"/>
                  <a:gd name="T2" fmla="*/ 590 w 85"/>
                  <a:gd name="T3" fmla="*/ 177 h 72"/>
                  <a:gd name="T4" fmla="*/ 107 w 85"/>
                  <a:gd name="T5" fmla="*/ 661 h 72"/>
                  <a:gd name="T6" fmla="*/ 185 w 85"/>
                  <a:gd name="T7" fmla="*/ 1398 h 72"/>
                  <a:gd name="T8" fmla="*/ 545 w 85"/>
                  <a:gd name="T9" fmla="*/ 1419 h 72"/>
                  <a:gd name="T10" fmla="*/ 714 w 85"/>
                  <a:gd name="T11" fmla="*/ 1071 h 72"/>
                  <a:gd name="T12" fmla="*/ 1299 w 85"/>
                  <a:gd name="T13" fmla="*/ 604 h 72"/>
                  <a:gd name="T14" fmla="*/ 1128 w 85"/>
                  <a:gd name="T15" fmla="*/ 15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2">
                    <a:moveTo>
                      <a:pt x="72" y="9"/>
                    </a:moveTo>
                    <a:cubicBezTo>
                      <a:pt x="70" y="0"/>
                      <a:pt x="44" y="6"/>
                      <a:pt x="38" y="8"/>
                    </a:cubicBezTo>
                    <a:cubicBezTo>
                      <a:pt x="25" y="12"/>
                      <a:pt x="15" y="19"/>
                      <a:pt x="7" y="31"/>
                    </a:cubicBezTo>
                    <a:cubicBezTo>
                      <a:pt x="0" y="43"/>
                      <a:pt x="1" y="56"/>
                      <a:pt x="12" y="65"/>
                    </a:cubicBezTo>
                    <a:cubicBezTo>
                      <a:pt x="19" y="71"/>
                      <a:pt x="28" y="72"/>
                      <a:pt x="35" y="66"/>
                    </a:cubicBezTo>
                    <a:cubicBezTo>
                      <a:pt x="40" y="62"/>
                      <a:pt x="41" y="55"/>
                      <a:pt x="46" y="50"/>
                    </a:cubicBezTo>
                    <a:cubicBezTo>
                      <a:pt x="57" y="39"/>
                      <a:pt x="83" y="48"/>
                      <a:pt x="84" y="28"/>
                    </a:cubicBezTo>
                    <a:cubicBezTo>
                      <a:pt x="85" y="20"/>
                      <a:pt x="79" y="12"/>
                      <a:pt x="73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39" name="Freeform 267">
                <a:extLst>
                  <a:ext uri="{FF2B5EF4-FFF2-40B4-BE49-F238E27FC236}">
                    <a16:creationId xmlns:a16="http://schemas.microsoft.com/office/drawing/2014/main" id="{CFBB77D6-839B-4413-A616-62B9F333F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436"/>
                <a:ext cx="99" cy="65"/>
              </a:xfrm>
              <a:custGeom>
                <a:avLst/>
                <a:gdLst>
                  <a:gd name="T0" fmla="*/ 811 w 57"/>
                  <a:gd name="T1" fmla="*/ 180 h 35"/>
                  <a:gd name="T2" fmla="*/ 127 w 57"/>
                  <a:gd name="T3" fmla="*/ 539 h 35"/>
                  <a:gd name="T4" fmla="*/ 393 w 57"/>
                  <a:gd name="T5" fmla="*/ 704 h 35"/>
                  <a:gd name="T6" fmla="*/ 533 w 57"/>
                  <a:gd name="T7" fmla="*/ 390 h 35"/>
                  <a:gd name="T8" fmla="*/ 811 w 57"/>
                  <a:gd name="T9" fmla="*/ 379 h 35"/>
                  <a:gd name="T10" fmla="*/ 839 w 57"/>
                  <a:gd name="T11" fmla="*/ 18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35">
                    <a:moveTo>
                      <a:pt x="51" y="8"/>
                    </a:moveTo>
                    <a:cubicBezTo>
                      <a:pt x="40" y="0"/>
                      <a:pt x="0" y="4"/>
                      <a:pt x="8" y="24"/>
                    </a:cubicBezTo>
                    <a:cubicBezTo>
                      <a:pt x="10" y="29"/>
                      <a:pt x="20" y="35"/>
                      <a:pt x="25" y="32"/>
                    </a:cubicBezTo>
                    <a:cubicBezTo>
                      <a:pt x="31" y="30"/>
                      <a:pt x="28" y="22"/>
                      <a:pt x="34" y="18"/>
                    </a:cubicBezTo>
                    <a:cubicBezTo>
                      <a:pt x="39" y="15"/>
                      <a:pt x="46" y="19"/>
                      <a:pt x="51" y="17"/>
                    </a:cubicBezTo>
                    <a:cubicBezTo>
                      <a:pt x="55" y="15"/>
                      <a:pt x="57" y="10"/>
                      <a:pt x="53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40" name="Freeform 268">
                <a:extLst>
                  <a:ext uri="{FF2B5EF4-FFF2-40B4-BE49-F238E27FC236}">
                    <a16:creationId xmlns:a16="http://schemas.microsoft.com/office/drawing/2014/main" id="{D24EB98A-0EC8-4F46-9345-682FF0BDE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2435"/>
                <a:ext cx="92" cy="57"/>
              </a:xfrm>
              <a:custGeom>
                <a:avLst/>
                <a:gdLst>
                  <a:gd name="T0" fmla="*/ 62 w 53"/>
                  <a:gd name="T1" fmla="*/ 149 h 31"/>
                  <a:gd name="T2" fmla="*/ 602 w 53"/>
                  <a:gd name="T3" fmla="*/ 125 h 31"/>
                  <a:gd name="T4" fmla="*/ 705 w 53"/>
                  <a:gd name="T5" fmla="*/ 585 h 31"/>
                  <a:gd name="T6" fmla="*/ 533 w 53"/>
                  <a:gd name="T7" fmla="*/ 548 h 31"/>
                  <a:gd name="T8" fmla="*/ 347 w 53"/>
                  <a:gd name="T9" fmla="*/ 399 h 31"/>
                  <a:gd name="T10" fmla="*/ 85 w 53"/>
                  <a:gd name="T11" fmla="*/ 173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4" y="7"/>
                    </a:moveTo>
                    <a:cubicBezTo>
                      <a:pt x="16" y="3"/>
                      <a:pt x="26" y="0"/>
                      <a:pt x="38" y="6"/>
                    </a:cubicBezTo>
                    <a:cubicBezTo>
                      <a:pt x="44" y="9"/>
                      <a:pt x="53" y="22"/>
                      <a:pt x="45" y="28"/>
                    </a:cubicBezTo>
                    <a:cubicBezTo>
                      <a:pt x="41" y="31"/>
                      <a:pt x="37" y="28"/>
                      <a:pt x="34" y="26"/>
                    </a:cubicBezTo>
                    <a:cubicBezTo>
                      <a:pt x="29" y="22"/>
                      <a:pt x="29" y="20"/>
                      <a:pt x="22" y="19"/>
                    </a:cubicBezTo>
                    <a:cubicBezTo>
                      <a:pt x="15" y="19"/>
                      <a:pt x="0" y="20"/>
                      <a:pt x="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41" name="Freeform 269">
                <a:extLst>
                  <a:ext uri="{FF2B5EF4-FFF2-40B4-BE49-F238E27FC236}">
                    <a16:creationId xmlns:a16="http://schemas.microsoft.com/office/drawing/2014/main" id="{4E46E62D-6E44-4F77-85C5-9EC5BA4BB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394"/>
                <a:ext cx="161" cy="115"/>
              </a:xfrm>
              <a:custGeom>
                <a:avLst/>
                <a:gdLst>
                  <a:gd name="T0" fmla="*/ 357 w 93"/>
                  <a:gd name="T1" fmla="*/ 1315 h 62"/>
                  <a:gd name="T2" fmla="*/ 107 w 93"/>
                  <a:gd name="T3" fmla="*/ 486 h 62"/>
                  <a:gd name="T4" fmla="*/ 552 w 93"/>
                  <a:gd name="T5" fmla="*/ 358 h 62"/>
                  <a:gd name="T6" fmla="*/ 782 w 93"/>
                  <a:gd name="T7" fmla="*/ 330 h 62"/>
                  <a:gd name="T8" fmla="*/ 1016 w 93"/>
                  <a:gd name="T9" fmla="*/ 154 h 62"/>
                  <a:gd name="T10" fmla="*/ 1399 w 93"/>
                  <a:gd name="T11" fmla="*/ 237 h 62"/>
                  <a:gd name="T12" fmla="*/ 1042 w 93"/>
                  <a:gd name="T13" fmla="*/ 568 h 62"/>
                  <a:gd name="T14" fmla="*/ 611 w 93"/>
                  <a:gd name="T15" fmla="*/ 926 h 62"/>
                  <a:gd name="T16" fmla="*/ 431 w 93"/>
                  <a:gd name="T17" fmla="*/ 1276 h 62"/>
                  <a:gd name="T18" fmla="*/ 319 w 93"/>
                  <a:gd name="T19" fmla="*/ 1315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62">
                    <a:moveTo>
                      <a:pt x="23" y="60"/>
                    </a:moveTo>
                    <a:cubicBezTo>
                      <a:pt x="7" y="62"/>
                      <a:pt x="0" y="32"/>
                      <a:pt x="7" y="22"/>
                    </a:cubicBezTo>
                    <a:cubicBezTo>
                      <a:pt x="13" y="12"/>
                      <a:pt x="25" y="17"/>
                      <a:pt x="35" y="16"/>
                    </a:cubicBezTo>
                    <a:cubicBezTo>
                      <a:pt x="40" y="16"/>
                      <a:pt x="46" y="17"/>
                      <a:pt x="50" y="15"/>
                    </a:cubicBezTo>
                    <a:cubicBezTo>
                      <a:pt x="55" y="14"/>
                      <a:pt x="60" y="9"/>
                      <a:pt x="65" y="7"/>
                    </a:cubicBezTo>
                    <a:cubicBezTo>
                      <a:pt x="72" y="4"/>
                      <a:pt x="87" y="0"/>
                      <a:pt x="90" y="11"/>
                    </a:cubicBezTo>
                    <a:cubicBezTo>
                      <a:pt x="93" y="24"/>
                      <a:pt x="75" y="24"/>
                      <a:pt x="67" y="26"/>
                    </a:cubicBezTo>
                    <a:cubicBezTo>
                      <a:pt x="56" y="28"/>
                      <a:pt x="43" y="31"/>
                      <a:pt x="39" y="42"/>
                    </a:cubicBezTo>
                    <a:cubicBezTo>
                      <a:pt x="35" y="50"/>
                      <a:pt x="37" y="54"/>
                      <a:pt x="28" y="58"/>
                    </a:cubicBezTo>
                    <a:cubicBezTo>
                      <a:pt x="25" y="58"/>
                      <a:pt x="22" y="60"/>
                      <a:pt x="20" y="6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42" name="Freeform 270">
                <a:extLst>
                  <a:ext uri="{FF2B5EF4-FFF2-40B4-BE49-F238E27FC236}">
                    <a16:creationId xmlns:a16="http://schemas.microsoft.com/office/drawing/2014/main" id="{321B3FD9-FF1B-4940-8F60-20593E68F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292"/>
                <a:ext cx="135" cy="109"/>
              </a:xfrm>
              <a:custGeom>
                <a:avLst/>
                <a:gdLst>
                  <a:gd name="T0" fmla="*/ 1085 w 78"/>
                  <a:gd name="T1" fmla="*/ 81 h 59"/>
                  <a:gd name="T2" fmla="*/ 746 w 78"/>
                  <a:gd name="T3" fmla="*/ 24 h 59"/>
                  <a:gd name="T4" fmla="*/ 234 w 78"/>
                  <a:gd name="T5" fmla="*/ 209 h 59"/>
                  <a:gd name="T6" fmla="*/ 16 w 78"/>
                  <a:gd name="T7" fmla="*/ 730 h 59"/>
                  <a:gd name="T8" fmla="*/ 320 w 78"/>
                  <a:gd name="T9" fmla="*/ 1184 h 59"/>
                  <a:gd name="T10" fmla="*/ 530 w 78"/>
                  <a:gd name="T11" fmla="*/ 713 h 59"/>
                  <a:gd name="T12" fmla="*/ 950 w 78"/>
                  <a:gd name="T13" fmla="*/ 632 h 59"/>
                  <a:gd name="T14" fmla="*/ 1213 w 78"/>
                  <a:gd name="T15" fmla="*/ 410 h 59"/>
                  <a:gd name="T16" fmla="*/ 1106 w 78"/>
                  <a:gd name="T17" fmla="*/ 177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9">
                    <a:moveTo>
                      <a:pt x="70" y="4"/>
                    </a:moveTo>
                    <a:cubicBezTo>
                      <a:pt x="65" y="0"/>
                      <a:pt x="54" y="1"/>
                      <a:pt x="48" y="1"/>
                    </a:cubicBezTo>
                    <a:cubicBezTo>
                      <a:pt x="36" y="1"/>
                      <a:pt x="25" y="1"/>
                      <a:pt x="15" y="10"/>
                    </a:cubicBezTo>
                    <a:cubicBezTo>
                      <a:pt x="9" y="15"/>
                      <a:pt x="2" y="26"/>
                      <a:pt x="1" y="34"/>
                    </a:cubicBezTo>
                    <a:cubicBezTo>
                      <a:pt x="0" y="44"/>
                      <a:pt x="10" y="59"/>
                      <a:pt x="21" y="55"/>
                    </a:cubicBezTo>
                    <a:cubicBezTo>
                      <a:pt x="29" y="51"/>
                      <a:pt x="28" y="39"/>
                      <a:pt x="34" y="33"/>
                    </a:cubicBezTo>
                    <a:cubicBezTo>
                      <a:pt x="41" y="26"/>
                      <a:pt x="51" y="29"/>
                      <a:pt x="61" y="29"/>
                    </a:cubicBezTo>
                    <a:cubicBezTo>
                      <a:pt x="67" y="28"/>
                      <a:pt x="77" y="27"/>
                      <a:pt x="78" y="19"/>
                    </a:cubicBezTo>
                    <a:cubicBezTo>
                      <a:pt x="78" y="14"/>
                      <a:pt x="75" y="9"/>
                      <a:pt x="7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43" name="Freeform 271">
                <a:extLst>
                  <a:ext uri="{FF2B5EF4-FFF2-40B4-BE49-F238E27FC236}">
                    <a16:creationId xmlns:a16="http://schemas.microsoft.com/office/drawing/2014/main" id="{75895947-A42E-47C1-BC15-A1FCFF924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195"/>
                <a:ext cx="109" cy="97"/>
              </a:xfrm>
              <a:custGeom>
                <a:avLst/>
                <a:gdLst>
                  <a:gd name="T0" fmla="*/ 701 w 63"/>
                  <a:gd name="T1" fmla="*/ 24 h 53"/>
                  <a:gd name="T2" fmla="*/ 62 w 63"/>
                  <a:gd name="T3" fmla="*/ 428 h 53"/>
                  <a:gd name="T4" fmla="*/ 548 w 63"/>
                  <a:gd name="T5" fmla="*/ 798 h 53"/>
                  <a:gd name="T6" fmla="*/ 661 w 63"/>
                  <a:gd name="T7" fmla="*/ 637 h 53"/>
                  <a:gd name="T8" fmla="*/ 824 w 63"/>
                  <a:gd name="T9" fmla="*/ 569 h 53"/>
                  <a:gd name="T10" fmla="*/ 959 w 63"/>
                  <a:gd name="T11" fmla="*/ 302 h 53"/>
                  <a:gd name="T12" fmla="*/ 652 w 63"/>
                  <a:gd name="T13" fmla="*/ 44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53">
                    <a:moveTo>
                      <a:pt x="45" y="1"/>
                    </a:moveTo>
                    <a:cubicBezTo>
                      <a:pt x="29" y="0"/>
                      <a:pt x="7" y="3"/>
                      <a:pt x="4" y="21"/>
                    </a:cubicBezTo>
                    <a:cubicBezTo>
                      <a:pt x="0" y="42"/>
                      <a:pt x="18" y="53"/>
                      <a:pt x="35" y="39"/>
                    </a:cubicBezTo>
                    <a:cubicBezTo>
                      <a:pt x="38" y="37"/>
                      <a:pt x="40" y="33"/>
                      <a:pt x="43" y="31"/>
                    </a:cubicBezTo>
                    <a:cubicBezTo>
                      <a:pt x="46" y="29"/>
                      <a:pt x="49" y="29"/>
                      <a:pt x="53" y="28"/>
                    </a:cubicBezTo>
                    <a:cubicBezTo>
                      <a:pt x="58" y="26"/>
                      <a:pt x="63" y="21"/>
                      <a:pt x="62" y="15"/>
                    </a:cubicBezTo>
                    <a:cubicBezTo>
                      <a:pt x="60" y="6"/>
                      <a:pt x="49" y="2"/>
                      <a:pt x="42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44" name="Freeform 272">
                <a:extLst>
                  <a:ext uri="{FF2B5EF4-FFF2-40B4-BE49-F238E27FC236}">
                    <a16:creationId xmlns:a16="http://schemas.microsoft.com/office/drawing/2014/main" id="{7D69126B-95E6-4F1A-9001-7CA422B5B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87"/>
                <a:ext cx="151" cy="83"/>
              </a:xfrm>
              <a:custGeom>
                <a:avLst/>
                <a:gdLst>
                  <a:gd name="T0" fmla="*/ 0 w 87"/>
                  <a:gd name="T1" fmla="*/ 616 h 45"/>
                  <a:gd name="T2" fmla="*/ 861 w 87"/>
                  <a:gd name="T3" fmla="*/ 0 h 45"/>
                  <a:gd name="T4" fmla="*/ 1045 w 87"/>
                  <a:gd name="T5" fmla="*/ 786 h 45"/>
                  <a:gd name="T6" fmla="*/ 382 w 87"/>
                  <a:gd name="T7" fmla="*/ 616 h 45"/>
                  <a:gd name="T8" fmla="*/ 172 w 87"/>
                  <a:gd name="T9" fmla="*/ 810 h 45"/>
                  <a:gd name="T10" fmla="*/ 28 w 87"/>
                  <a:gd name="T11" fmla="*/ 633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5">
                    <a:moveTo>
                      <a:pt x="0" y="29"/>
                    </a:moveTo>
                    <a:cubicBezTo>
                      <a:pt x="5" y="4"/>
                      <a:pt x="35" y="0"/>
                      <a:pt x="55" y="0"/>
                    </a:cubicBezTo>
                    <a:cubicBezTo>
                      <a:pt x="74" y="0"/>
                      <a:pt x="87" y="27"/>
                      <a:pt x="66" y="37"/>
                    </a:cubicBezTo>
                    <a:cubicBezTo>
                      <a:pt x="49" y="45"/>
                      <a:pt x="41" y="18"/>
                      <a:pt x="24" y="29"/>
                    </a:cubicBezTo>
                    <a:cubicBezTo>
                      <a:pt x="20" y="32"/>
                      <a:pt x="17" y="37"/>
                      <a:pt x="11" y="38"/>
                    </a:cubicBezTo>
                    <a:cubicBezTo>
                      <a:pt x="8" y="38"/>
                      <a:pt x="0" y="35"/>
                      <a:pt x="2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45" name="Freeform 273">
                <a:extLst>
                  <a:ext uri="{FF2B5EF4-FFF2-40B4-BE49-F238E27FC236}">
                    <a16:creationId xmlns:a16="http://schemas.microsoft.com/office/drawing/2014/main" id="{32F5DD67-1067-4454-82EC-04DD249AC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231"/>
                <a:ext cx="83" cy="74"/>
              </a:xfrm>
              <a:custGeom>
                <a:avLst/>
                <a:gdLst>
                  <a:gd name="T0" fmla="*/ 545 w 48"/>
                  <a:gd name="T1" fmla="*/ 68 h 40"/>
                  <a:gd name="T2" fmla="*/ 144 w 48"/>
                  <a:gd name="T3" fmla="*/ 278 h 40"/>
                  <a:gd name="T4" fmla="*/ 218 w 48"/>
                  <a:gd name="T5" fmla="*/ 760 h 40"/>
                  <a:gd name="T6" fmla="*/ 467 w 48"/>
                  <a:gd name="T7" fmla="*/ 411 h 40"/>
                  <a:gd name="T8" fmla="*/ 616 w 48"/>
                  <a:gd name="T9" fmla="*/ 8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35" y="3"/>
                    </a:moveTo>
                    <a:cubicBezTo>
                      <a:pt x="29" y="0"/>
                      <a:pt x="13" y="8"/>
                      <a:pt x="9" y="13"/>
                    </a:cubicBezTo>
                    <a:cubicBezTo>
                      <a:pt x="0" y="21"/>
                      <a:pt x="3" y="31"/>
                      <a:pt x="14" y="35"/>
                    </a:cubicBezTo>
                    <a:cubicBezTo>
                      <a:pt x="29" y="40"/>
                      <a:pt x="21" y="26"/>
                      <a:pt x="30" y="19"/>
                    </a:cubicBezTo>
                    <a:cubicBezTo>
                      <a:pt x="33" y="17"/>
                      <a:pt x="48" y="10"/>
                      <a:pt x="40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46" name="Freeform 274">
                <a:extLst>
                  <a:ext uri="{FF2B5EF4-FFF2-40B4-BE49-F238E27FC236}">
                    <a16:creationId xmlns:a16="http://schemas.microsoft.com/office/drawing/2014/main" id="{53A1E0B5-DE28-4530-AF80-BB4A5DAD1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130"/>
                <a:ext cx="101" cy="124"/>
              </a:xfrm>
              <a:custGeom>
                <a:avLst/>
                <a:gdLst>
                  <a:gd name="T0" fmla="*/ 719 w 58"/>
                  <a:gd name="T1" fmla="*/ 126 h 67"/>
                  <a:gd name="T2" fmla="*/ 28 w 58"/>
                  <a:gd name="T3" fmla="*/ 633 h 67"/>
                  <a:gd name="T4" fmla="*/ 479 w 58"/>
                  <a:gd name="T5" fmla="*/ 1127 h 67"/>
                  <a:gd name="T6" fmla="*/ 643 w 58"/>
                  <a:gd name="T7" fmla="*/ 798 h 67"/>
                  <a:gd name="T8" fmla="*/ 846 w 58"/>
                  <a:gd name="T9" fmla="*/ 633 h 67"/>
                  <a:gd name="T10" fmla="*/ 719 w 58"/>
                  <a:gd name="T11" fmla="*/ 15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7">
                    <a:moveTo>
                      <a:pt x="45" y="6"/>
                    </a:moveTo>
                    <a:cubicBezTo>
                      <a:pt x="29" y="0"/>
                      <a:pt x="5" y="11"/>
                      <a:pt x="2" y="29"/>
                    </a:cubicBezTo>
                    <a:cubicBezTo>
                      <a:pt x="0" y="43"/>
                      <a:pt x="17" y="67"/>
                      <a:pt x="30" y="52"/>
                    </a:cubicBezTo>
                    <a:cubicBezTo>
                      <a:pt x="33" y="47"/>
                      <a:pt x="36" y="41"/>
                      <a:pt x="40" y="37"/>
                    </a:cubicBezTo>
                    <a:cubicBezTo>
                      <a:pt x="45" y="34"/>
                      <a:pt x="50" y="34"/>
                      <a:pt x="53" y="29"/>
                    </a:cubicBezTo>
                    <a:cubicBezTo>
                      <a:pt x="58" y="20"/>
                      <a:pt x="54" y="10"/>
                      <a:pt x="45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47" name="Freeform 275">
                <a:extLst>
                  <a:ext uri="{FF2B5EF4-FFF2-40B4-BE49-F238E27FC236}">
                    <a16:creationId xmlns:a16="http://schemas.microsoft.com/office/drawing/2014/main" id="{9394A46E-C2F8-4DA1-B28B-3FCD5C7CF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183"/>
                <a:ext cx="135" cy="96"/>
              </a:xfrm>
              <a:custGeom>
                <a:avLst/>
                <a:gdLst>
                  <a:gd name="T0" fmla="*/ 1021 w 78"/>
                  <a:gd name="T1" fmla="*/ 233 h 52"/>
                  <a:gd name="T2" fmla="*/ 249 w 78"/>
                  <a:gd name="T3" fmla="*/ 258 h 52"/>
                  <a:gd name="T4" fmla="*/ 16 w 78"/>
                  <a:gd name="T5" fmla="*/ 661 h 52"/>
                  <a:gd name="T6" fmla="*/ 279 w 78"/>
                  <a:gd name="T7" fmla="*/ 1095 h 52"/>
                  <a:gd name="T8" fmla="*/ 483 w 78"/>
                  <a:gd name="T9" fmla="*/ 729 h 52"/>
                  <a:gd name="T10" fmla="*/ 824 w 78"/>
                  <a:gd name="T11" fmla="*/ 685 h 52"/>
                  <a:gd name="T12" fmla="*/ 1085 w 78"/>
                  <a:gd name="T13" fmla="*/ 25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2">
                    <a:moveTo>
                      <a:pt x="66" y="11"/>
                    </a:moveTo>
                    <a:cubicBezTo>
                      <a:pt x="52" y="0"/>
                      <a:pt x="31" y="3"/>
                      <a:pt x="16" y="12"/>
                    </a:cubicBezTo>
                    <a:cubicBezTo>
                      <a:pt x="9" y="17"/>
                      <a:pt x="3" y="22"/>
                      <a:pt x="1" y="31"/>
                    </a:cubicBezTo>
                    <a:cubicBezTo>
                      <a:pt x="0" y="40"/>
                      <a:pt x="8" y="52"/>
                      <a:pt x="18" y="51"/>
                    </a:cubicBezTo>
                    <a:cubicBezTo>
                      <a:pt x="26" y="50"/>
                      <a:pt x="25" y="38"/>
                      <a:pt x="31" y="34"/>
                    </a:cubicBezTo>
                    <a:cubicBezTo>
                      <a:pt x="38" y="27"/>
                      <a:pt x="45" y="32"/>
                      <a:pt x="53" y="32"/>
                    </a:cubicBezTo>
                    <a:cubicBezTo>
                      <a:pt x="67" y="34"/>
                      <a:pt x="78" y="24"/>
                      <a:pt x="70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48" name="Freeform 276">
                <a:extLst>
                  <a:ext uri="{FF2B5EF4-FFF2-40B4-BE49-F238E27FC236}">
                    <a16:creationId xmlns:a16="http://schemas.microsoft.com/office/drawing/2014/main" id="{7B4D41A3-8527-4F24-AF1E-B2148FB67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997"/>
                <a:ext cx="109" cy="68"/>
              </a:xfrm>
              <a:custGeom>
                <a:avLst/>
                <a:gdLst>
                  <a:gd name="T0" fmla="*/ 185 w 63"/>
                  <a:gd name="T1" fmla="*/ 709 h 37"/>
                  <a:gd name="T2" fmla="*/ 431 w 63"/>
                  <a:gd name="T3" fmla="*/ 24 h 37"/>
                  <a:gd name="T4" fmla="*/ 836 w 63"/>
                  <a:gd name="T5" fmla="*/ 149 h 37"/>
                  <a:gd name="T6" fmla="*/ 914 w 63"/>
                  <a:gd name="T7" fmla="*/ 527 h 37"/>
                  <a:gd name="T8" fmla="*/ 483 w 63"/>
                  <a:gd name="T9" fmla="*/ 527 h 37"/>
                  <a:gd name="T10" fmla="*/ 234 w 63"/>
                  <a:gd name="T11" fmla="*/ 709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12" y="34"/>
                    </a:moveTo>
                    <a:cubicBezTo>
                      <a:pt x="0" y="20"/>
                      <a:pt x="10" y="0"/>
                      <a:pt x="28" y="1"/>
                    </a:cubicBezTo>
                    <a:cubicBezTo>
                      <a:pt x="36" y="1"/>
                      <a:pt x="47" y="2"/>
                      <a:pt x="54" y="7"/>
                    </a:cubicBezTo>
                    <a:cubicBezTo>
                      <a:pt x="58" y="11"/>
                      <a:pt x="63" y="20"/>
                      <a:pt x="59" y="25"/>
                    </a:cubicBezTo>
                    <a:cubicBezTo>
                      <a:pt x="51" y="35"/>
                      <a:pt x="39" y="13"/>
                      <a:pt x="31" y="25"/>
                    </a:cubicBezTo>
                    <a:cubicBezTo>
                      <a:pt x="27" y="31"/>
                      <a:pt x="24" y="37"/>
                      <a:pt x="15" y="3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49" name="Freeform 277">
                <a:extLst>
                  <a:ext uri="{FF2B5EF4-FFF2-40B4-BE49-F238E27FC236}">
                    <a16:creationId xmlns:a16="http://schemas.microsoft.com/office/drawing/2014/main" id="{48D79AAB-C0DE-467F-83E9-F54140193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71"/>
                <a:ext cx="116" cy="111"/>
              </a:xfrm>
              <a:custGeom>
                <a:avLst/>
                <a:gdLst>
                  <a:gd name="T0" fmla="*/ 261 w 67"/>
                  <a:gd name="T1" fmla="*/ 1147 h 60"/>
                  <a:gd name="T2" fmla="*/ 48 w 67"/>
                  <a:gd name="T3" fmla="*/ 894 h 60"/>
                  <a:gd name="T4" fmla="*/ 151 w 67"/>
                  <a:gd name="T5" fmla="*/ 278 h 60"/>
                  <a:gd name="T6" fmla="*/ 701 w 67"/>
                  <a:gd name="T7" fmla="*/ 68 h 60"/>
                  <a:gd name="T8" fmla="*/ 1021 w 67"/>
                  <a:gd name="T9" fmla="*/ 507 h 60"/>
                  <a:gd name="T10" fmla="*/ 809 w 67"/>
                  <a:gd name="T11" fmla="*/ 633 h 60"/>
                  <a:gd name="T12" fmla="*/ 618 w 67"/>
                  <a:gd name="T13" fmla="*/ 866 h 60"/>
                  <a:gd name="T14" fmla="*/ 319 w 67"/>
                  <a:gd name="T15" fmla="*/ 1199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60">
                    <a:moveTo>
                      <a:pt x="17" y="53"/>
                    </a:moveTo>
                    <a:cubicBezTo>
                      <a:pt x="11" y="56"/>
                      <a:pt x="5" y="46"/>
                      <a:pt x="3" y="41"/>
                    </a:cubicBezTo>
                    <a:cubicBezTo>
                      <a:pt x="0" y="31"/>
                      <a:pt x="2" y="21"/>
                      <a:pt x="10" y="13"/>
                    </a:cubicBezTo>
                    <a:cubicBezTo>
                      <a:pt x="18" y="5"/>
                      <a:pt x="33" y="0"/>
                      <a:pt x="45" y="3"/>
                    </a:cubicBezTo>
                    <a:cubicBezTo>
                      <a:pt x="55" y="5"/>
                      <a:pt x="67" y="12"/>
                      <a:pt x="66" y="23"/>
                    </a:cubicBezTo>
                    <a:cubicBezTo>
                      <a:pt x="66" y="34"/>
                      <a:pt x="59" y="30"/>
                      <a:pt x="52" y="29"/>
                    </a:cubicBezTo>
                    <a:cubicBezTo>
                      <a:pt x="42" y="27"/>
                      <a:pt x="40" y="32"/>
                      <a:pt x="40" y="40"/>
                    </a:cubicBezTo>
                    <a:cubicBezTo>
                      <a:pt x="40" y="51"/>
                      <a:pt x="31" y="60"/>
                      <a:pt x="20" y="55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50" name="Freeform 278">
                <a:extLst>
                  <a:ext uri="{FF2B5EF4-FFF2-40B4-BE49-F238E27FC236}">
                    <a16:creationId xmlns:a16="http://schemas.microsoft.com/office/drawing/2014/main" id="{E5B6CBF4-EC8C-418E-AFC3-C23C07025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2098"/>
                <a:ext cx="94" cy="97"/>
              </a:xfrm>
              <a:custGeom>
                <a:avLst/>
                <a:gdLst>
                  <a:gd name="T0" fmla="*/ 754 w 54"/>
                  <a:gd name="T1" fmla="*/ 181 h 52"/>
                  <a:gd name="T2" fmla="*/ 111 w 54"/>
                  <a:gd name="T3" fmla="*/ 265 h 52"/>
                  <a:gd name="T4" fmla="*/ 28 w 54"/>
                  <a:gd name="T5" fmla="*/ 765 h 52"/>
                  <a:gd name="T6" fmla="*/ 285 w 54"/>
                  <a:gd name="T7" fmla="*/ 1102 h 52"/>
                  <a:gd name="T8" fmla="*/ 406 w 54"/>
                  <a:gd name="T9" fmla="*/ 700 h 52"/>
                  <a:gd name="T10" fmla="*/ 655 w 54"/>
                  <a:gd name="T11" fmla="*/ 631 h 52"/>
                  <a:gd name="T12" fmla="*/ 846 w 54"/>
                  <a:gd name="T13" fmla="*/ 474 h 52"/>
                  <a:gd name="T14" fmla="*/ 769 w 54"/>
                  <a:gd name="T15" fmla="*/ 181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2">
                    <a:moveTo>
                      <a:pt x="47" y="8"/>
                    </a:moveTo>
                    <a:cubicBezTo>
                      <a:pt x="33" y="1"/>
                      <a:pt x="18" y="0"/>
                      <a:pt x="7" y="12"/>
                    </a:cubicBezTo>
                    <a:cubicBezTo>
                      <a:pt x="2" y="18"/>
                      <a:pt x="0" y="26"/>
                      <a:pt x="2" y="34"/>
                    </a:cubicBezTo>
                    <a:cubicBezTo>
                      <a:pt x="3" y="41"/>
                      <a:pt x="9" y="52"/>
                      <a:pt x="18" y="49"/>
                    </a:cubicBezTo>
                    <a:cubicBezTo>
                      <a:pt x="25" y="46"/>
                      <a:pt x="22" y="37"/>
                      <a:pt x="25" y="31"/>
                    </a:cubicBezTo>
                    <a:cubicBezTo>
                      <a:pt x="29" y="25"/>
                      <a:pt x="35" y="27"/>
                      <a:pt x="41" y="28"/>
                    </a:cubicBezTo>
                    <a:cubicBezTo>
                      <a:pt x="47" y="29"/>
                      <a:pt x="52" y="29"/>
                      <a:pt x="53" y="21"/>
                    </a:cubicBezTo>
                    <a:cubicBezTo>
                      <a:pt x="54" y="17"/>
                      <a:pt x="52" y="10"/>
                      <a:pt x="48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51" name="Freeform 279">
                <a:extLst>
                  <a:ext uri="{FF2B5EF4-FFF2-40B4-BE49-F238E27FC236}">
                    <a16:creationId xmlns:a16="http://schemas.microsoft.com/office/drawing/2014/main" id="{484F4BB5-9D56-41F3-957D-0D5DCAB47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2023"/>
                <a:ext cx="74" cy="61"/>
              </a:xfrm>
              <a:custGeom>
                <a:avLst/>
                <a:gdLst>
                  <a:gd name="T0" fmla="*/ 439 w 43"/>
                  <a:gd name="T1" fmla="*/ 150 h 33"/>
                  <a:gd name="T2" fmla="*/ 62 w 43"/>
                  <a:gd name="T3" fmla="*/ 233 h 33"/>
                  <a:gd name="T4" fmla="*/ 62 w 43"/>
                  <a:gd name="T5" fmla="*/ 564 h 33"/>
                  <a:gd name="T6" fmla="*/ 270 w 43"/>
                  <a:gd name="T7" fmla="*/ 499 h 33"/>
                  <a:gd name="T8" fmla="*/ 571 w 43"/>
                  <a:gd name="T9" fmla="*/ 386 h 33"/>
                  <a:gd name="T10" fmla="*/ 465 w 43"/>
                  <a:gd name="T11" fmla="*/ 17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29" y="7"/>
                    </a:moveTo>
                    <a:cubicBezTo>
                      <a:pt x="20" y="2"/>
                      <a:pt x="10" y="0"/>
                      <a:pt x="4" y="11"/>
                    </a:cubicBezTo>
                    <a:cubicBezTo>
                      <a:pt x="2" y="16"/>
                      <a:pt x="0" y="22"/>
                      <a:pt x="4" y="26"/>
                    </a:cubicBezTo>
                    <a:cubicBezTo>
                      <a:pt x="10" y="33"/>
                      <a:pt x="13" y="26"/>
                      <a:pt x="18" y="23"/>
                    </a:cubicBezTo>
                    <a:cubicBezTo>
                      <a:pt x="25" y="18"/>
                      <a:pt x="33" y="26"/>
                      <a:pt x="38" y="18"/>
                    </a:cubicBezTo>
                    <a:cubicBezTo>
                      <a:pt x="43" y="12"/>
                      <a:pt x="36" y="12"/>
                      <a:pt x="3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52" name="Freeform 280">
                <a:extLst>
                  <a:ext uri="{FF2B5EF4-FFF2-40B4-BE49-F238E27FC236}">
                    <a16:creationId xmlns:a16="http://schemas.microsoft.com/office/drawing/2014/main" id="{8AC44E18-220A-4999-8307-27E3300D2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213"/>
                <a:ext cx="98" cy="70"/>
              </a:xfrm>
              <a:custGeom>
                <a:avLst/>
                <a:gdLst>
                  <a:gd name="T0" fmla="*/ 26 w 57"/>
                  <a:gd name="T1" fmla="*/ 601 h 38"/>
                  <a:gd name="T2" fmla="*/ 827 w 57"/>
                  <a:gd name="T3" fmla="*/ 379 h 38"/>
                  <a:gd name="T4" fmla="*/ 777 w 57"/>
                  <a:gd name="T5" fmla="*/ 698 h 38"/>
                  <a:gd name="T6" fmla="*/ 559 w 57"/>
                  <a:gd name="T7" fmla="*/ 601 h 38"/>
                  <a:gd name="T8" fmla="*/ 375 w 57"/>
                  <a:gd name="T9" fmla="*/ 737 h 38"/>
                  <a:gd name="T10" fmla="*/ 227 w 57"/>
                  <a:gd name="T11" fmla="*/ 781 h 38"/>
                  <a:gd name="T12" fmla="*/ 15 w 57"/>
                  <a:gd name="T13" fmla="*/ 63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28"/>
                    </a:moveTo>
                    <a:cubicBezTo>
                      <a:pt x="5" y="11"/>
                      <a:pt x="45" y="0"/>
                      <a:pt x="55" y="18"/>
                    </a:cubicBezTo>
                    <a:cubicBezTo>
                      <a:pt x="57" y="22"/>
                      <a:pt x="57" y="30"/>
                      <a:pt x="52" y="33"/>
                    </a:cubicBezTo>
                    <a:cubicBezTo>
                      <a:pt x="46" y="36"/>
                      <a:pt x="42" y="28"/>
                      <a:pt x="37" y="28"/>
                    </a:cubicBezTo>
                    <a:cubicBezTo>
                      <a:pt x="31" y="27"/>
                      <a:pt x="29" y="33"/>
                      <a:pt x="25" y="35"/>
                    </a:cubicBezTo>
                    <a:cubicBezTo>
                      <a:pt x="22" y="37"/>
                      <a:pt x="18" y="38"/>
                      <a:pt x="15" y="37"/>
                    </a:cubicBezTo>
                    <a:cubicBezTo>
                      <a:pt x="11" y="37"/>
                      <a:pt x="0" y="36"/>
                      <a:pt x="1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53" name="Freeform 281">
                <a:extLst>
                  <a:ext uri="{FF2B5EF4-FFF2-40B4-BE49-F238E27FC236}">
                    <a16:creationId xmlns:a16="http://schemas.microsoft.com/office/drawing/2014/main" id="{07758854-ACDF-4392-8637-0B4004D07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934"/>
                <a:ext cx="114" cy="37"/>
              </a:xfrm>
              <a:custGeom>
                <a:avLst/>
                <a:gdLst>
                  <a:gd name="T0" fmla="*/ 0 w 66"/>
                  <a:gd name="T1" fmla="*/ 150 h 20"/>
                  <a:gd name="T2" fmla="*/ 123 w 66"/>
                  <a:gd name="T3" fmla="*/ 126 h 20"/>
                  <a:gd name="T4" fmla="*/ 233 w 66"/>
                  <a:gd name="T5" fmla="*/ 194 h 20"/>
                  <a:gd name="T6" fmla="*/ 480 w 66"/>
                  <a:gd name="T7" fmla="*/ 305 h 20"/>
                  <a:gd name="T8" fmla="*/ 1014 w 66"/>
                  <a:gd name="T9" fmla="*/ 81 h 20"/>
                  <a:gd name="T10" fmla="*/ 418 w 66"/>
                  <a:gd name="T11" fmla="*/ 359 h 20"/>
                  <a:gd name="T12" fmla="*/ 16 w 66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20">
                    <a:moveTo>
                      <a:pt x="0" y="7"/>
                    </a:moveTo>
                    <a:cubicBezTo>
                      <a:pt x="2" y="7"/>
                      <a:pt x="5" y="6"/>
                      <a:pt x="8" y="6"/>
                    </a:cubicBezTo>
                    <a:cubicBezTo>
                      <a:pt x="10" y="7"/>
                      <a:pt x="13" y="8"/>
                      <a:pt x="15" y="9"/>
                    </a:cubicBezTo>
                    <a:cubicBezTo>
                      <a:pt x="20" y="11"/>
                      <a:pt x="25" y="14"/>
                      <a:pt x="31" y="14"/>
                    </a:cubicBezTo>
                    <a:cubicBezTo>
                      <a:pt x="43" y="14"/>
                      <a:pt x="54" y="0"/>
                      <a:pt x="66" y="4"/>
                    </a:cubicBezTo>
                    <a:cubicBezTo>
                      <a:pt x="51" y="7"/>
                      <a:pt x="43" y="20"/>
                      <a:pt x="27" y="17"/>
                    </a:cubicBezTo>
                    <a:cubicBezTo>
                      <a:pt x="18" y="15"/>
                      <a:pt x="10" y="7"/>
                      <a:pt x="1" y="8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54" name="Freeform 282">
                <a:extLst>
                  <a:ext uri="{FF2B5EF4-FFF2-40B4-BE49-F238E27FC236}">
                    <a16:creationId xmlns:a16="http://schemas.microsoft.com/office/drawing/2014/main" id="{54FC8CBE-33B0-459E-A753-65B817A06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100"/>
                <a:ext cx="96" cy="52"/>
              </a:xfrm>
              <a:custGeom>
                <a:avLst/>
                <a:gdLst>
                  <a:gd name="T0" fmla="*/ 16 w 55"/>
                  <a:gd name="T1" fmla="*/ 0 h 28"/>
                  <a:gd name="T2" fmla="*/ 65 w 55"/>
                  <a:gd name="T3" fmla="*/ 180 h 28"/>
                  <a:gd name="T4" fmla="*/ 213 w 55"/>
                  <a:gd name="T5" fmla="*/ 379 h 28"/>
                  <a:gd name="T6" fmla="*/ 536 w 55"/>
                  <a:gd name="T7" fmla="*/ 442 h 28"/>
                  <a:gd name="T8" fmla="*/ 892 w 55"/>
                  <a:gd name="T9" fmla="*/ 306 h 28"/>
                  <a:gd name="T10" fmla="*/ 675 w 55"/>
                  <a:gd name="T11" fmla="*/ 487 h 28"/>
                  <a:gd name="T12" fmla="*/ 286 w 55"/>
                  <a:gd name="T13" fmla="*/ 596 h 28"/>
                  <a:gd name="T14" fmla="*/ 28 w 55"/>
                  <a:gd name="T15" fmla="*/ 334 h 28"/>
                  <a:gd name="T16" fmla="*/ 16 w 55"/>
                  <a:gd name="T17" fmla="*/ 24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28">
                    <a:moveTo>
                      <a:pt x="1" y="0"/>
                    </a:moveTo>
                    <a:cubicBezTo>
                      <a:pt x="3" y="2"/>
                      <a:pt x="3" y="6"/>
                      <a:pt x="4" y="8"/>
                    </a:cubicBezTo>
                    <a:cubicBezTo>
                      <a:pt x="7" y="12"/>
                      <a:pt x="10" y="15"/>
                      <a:pt x="13" y="17"/>
                    </a:cubicBezTo>
                    <a:cubicBezTo>
                      <a:pt x="20" y="20"/>
                      <a:pt x="26" y="22"/>
                      <a:pt x="33" y="20"/>
                    </a:cubicBezTo>
                    <a:cubicBezTo>
                      <a:pt x="40" y="18"/>
                      <a:pt x="49" y="11"/>
                      <a:pt x="55" y="14"/>
                    </a:cubicBezTo>
                    <a:cubicBezTo>
                      <a:pt x="50" y="14"/>
                      <a:pt x="46" y="19"/>
                      <a:pt x="42" y="22"/>
                    </a:cubicBezTo>
                    <a:cubicBezTo>
                      <a:pt x="35" y="26"/>
                      <a:pt x="26" y="28"/>
                      <a:pt x="18" y="27"/>
                    </a:cubicBezTo>
                    <a:cubicBezTo>
                      <a:pt x="11" y="26"/>
                      <a:pt x="5" y="22"/>
                      <a:pt x="2" y="15"/>
                    </a:cubicBezTo>
                    <a:cubicBezTo>
                      <a:pt x="0" y="10"/>
                      <a:pt x="1" y="6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55" name="Freeform 283">
                <a:extLst>
                  <a:ext uri="{FF2B5EF4-FFF2-40B4-BE49-F238E27FC236}">
                    <a16:creationId xmlns:a16="http://schemas.microsoft.com/office/drawing/2014/main" id="{F8672FB7-8631-4F28-AD62-8974C7887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137"/>
                <a:ext cx="38" cy="50"/>
              </a:xfrm>
              <a:custGeom>
                <a:avLst/>
                <a:gdLst>
                  <a:gd name="T0" fmla="*/ 0 w 22"/>
                  <a:gd name="T1" fmla="*/ 515 h 27"/>
                  <a:gd name="T2" fmla="*/ 292 w 22"/>
                  <a:gd name="T3" fmla="*/ 0 h 27"/>
                  <a:gd name="T4" fmla="*/ 233 w 22"/>
                  <a:gd name="T5" fmla="*/ 456 h 27"/>
                  <a:gd name="T6" fmla="*/ 28 w 22"/>
                  <a:gd name="T7" fmla="*/ 59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7">
                    <a:moveTo>
                      <a:pt x="0" y="24"/>
                    </a:moveTo>
                    <a:cubicBezTo>
                      <a:pt x="11" y="22"/>
                      <a:pt x="15" y="9"/>
                      <a:pt x="19" y="0"/>
                    </a:cubicBezTo>
                    <a:cubicBezTo>
                      <a:pt x="22" y="6"/>
                      <a:pt x="20" y="16"/>
                      <a:pt x="15" y="21"/>
                    </a:cubicBezTo>
                    <a:cubicBezTo>
                      <a:pt x="12" y="25"/>
                      <a:pt x="6" y="26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56" name="Freeform 284">
                <a:extLst>
                  <a:ext uri="{FF2B5EF4-FFF2-40B4-BE49-F238E27FC236}">
                    <a16:creationId xmlns:a16="http://schemas.microsoft.com/office/drawing/2014/main" id="{CE4035D5-7361-4FBE-ABEB-24EB7E384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158"/>
                <a:ext cx="54" cy="46"/>
              </a:xfrm>
              <a:custGeom>
                <a:avLst/>
                <a:gdLst>
                  <a:gd name="T0" fmla="*/ 348 w 31"/>
                  <a:gd name="T1" fmla="*/ 0 h 25"/>
                  <a:gd name="T2" fmla="*/ 237 w 31"/>
                  <a:gd name="T3" fmla="*/ 326 h 25"/>
                  <a:gd name="T4" fmla="*/ 0 w 31"/>
                  <a:gd name="T5" fmla="*/ 399 h 25"/>
                  <a:gd name="T6" fmla="*/ 385 w 31"/>
                  <a:gd name="T7" fmla="*/ 2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22" y="0"/>
                    </a:moveTo>
                    <a:cubicBezTo>
                      <a:pt x="23" y="6"/>
                      <a:pt x="20" y="12"/>
                      <a:pt x="15" y="15"/>
                    </a:cubicBezTo>
                    <a:cubicBezTo>
                      <a:pt x="10" y="19"/>
                      <a:pt x="5" y="17"/>
                      <a:pt x="0" y="19"/>
                    </a:cubicBezTo>
                    <a:cubicBezTo>
                      <a:pt x="12" y="25"/>
                      <a:pt x="31" y="15"/>
                      <a:pt x="2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57" name="Freeform 285">
                <a:extLst>
                  <a:ext uri="{FF2B5EF4-FFF2-40B4-BE49-F238E27FC236}">
                    <a16:creationId xmlns:a16="http://schemas.microsoft.com/office/drawing/2014/main" id="{A0F6A587-DA11-41F1-B35F-19D7A55A8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279"/>
                <a:ext cx="166" cy="26"/>
              </a:xfrm>
              <a:custGeom>
                <a:avLst/>
                <a:gdLst>
                  <a:gd name="T0" fmla="*/ 1484 w 96"/>
                  <a:gd name="T1" fmla="*/ 24 h 14"/>
                  <a:gd name="T2" fmla="*/ 1143 w 96"/>
                  <a:gd name="T3" fmla="*/ 0 h 14"/>
                  <a:gd name="T4" fmla="*/ 526 w 96"/>
                  <a:gd name="T5" fmla="*/ 110 h 14"/>
                  <a:gd name="T6" fmla="*/ 249 w 96"/>
                  <a:gd name="T7" fmla="*/ 24 h 14"/>
                  <a:gd name="T8" fmla="*/ 0 w 96"/>
                  <a:gd name="T9" fmla="*/ 156 h 14"/>
                  <a:gd name="T10" fmla="*/ 661 w 96"/>
                  <a:gd name="T11" fmla="*/ 290 h 14"/>
                  <a:gd name="T12" fmla="*/ 1164 w 96"/>
                  <a:gd name="T13" fmla="*/ 110 h 14"/>
                  <a:gd name="T14" fmla="*/ 1484 w 96"/>
                  <a:gd name="T15" fmla="*/ 69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4">
                    <a:moveTo>
                      <a:pt x="96" y="1"/>
                    </a:moveTo>
                    <a:cubicBezTo>
                      <a:pt x="92" y="8"/>
                      <a:pt x="79" y="5"/>
                      <a:pt x="74" y="0"/>
                    </a:cubicBezTo>
                    <a:cubicBezTo>
                      <a:pt x="65" y="11"/>
                      <a:pt x="46" y="7"/>
                      <a:pt x="34" y="5"/>
                    </a:cubicBezTo>
                    <a:cubicBezTo>
                      <a:pt x="28" y="4"/>
                      <a:pt x="22" y="2"/>
                      <a:pt x="16" y="1"/>
                    </a:cubicBezTo>
                    <a:cubicBezTo>
                      <a:pt x="9" y="0"/>
                      <a:pt x="5" y="3"/>
                      <a:pt x="0" y="7"/>
                    </a:cubicBezTo>
                    <a:cubicBezTo>
                      <a:pt x="16" y="1"/>
                      <a:pt x="28" y="11"/>
                      <a:pt x="43" y="13"/>
                    </a:cubicBezTo>
                    <a:cubicBezTo>
                      <a:pt x="56" y="14"/>
                      <a:pt x="65" y="12"/>
                      <a:pt x="75" y="5"/>
                    </a:cubicBezTo>
                    <a:cubicBezTo>
                      <a:pt x="79" y="11"/>
                      <a:pt x="92" y="9"/>
                      <a:pt x="9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58" name="Freeform 286">
                <a:extLst>
                  <a:ext uri="{FF2B5EF4-FFF2-40B4-BE49-F238E27FC236}">
                    <a16:creationId xmlns:a16="http://schemas.microsoft.com/office/drawing/2014/main" id="{CB0CB4BD-6EB5-44CB-BC58-1B52B454E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352"/>
                <a:ext cx="142" cy="57"/>
              </a:xfrm>
              <a:custGeom>
                <a:avLst/>
                <a:gdLst>
                  <a:gd name="T0" fmla="*/ 591 w 82"/>
                  <a:gd name="T1" fmla="*/ 24 h 31"/>
                  <a:gd name="T2" fmla="*/ 591 w 82"/>
                  <a:gd name="T3" fmla="*/ 193 h 31"/>
                  <a:gd name="T4" fmla="*/ 554 w 82"/>
                  <a:gd name="T5" fmla="*/ 355 h 31"/>
                  <a:gd name="T6" fmla="*/ 419 w 82"/>
                  <a:gd name="T7" fmla="*/ 548 h 31"/>
                  <a:gd name="T8" fmla="*/ 218 w 82"/>
                  <a:gd name="T9" fmla="*/ 601 h 31"/>
                  <a:gd name="T10" fmla="*/ 0 w 82"/>
                  <a:gd name="T11" fmla="*/ 653 h 31"/>
                  <a:gd name="T12" fmla="*/ 320 w 82"/>
                  <a:gd name="T13" fmla="*/ 629 h 31"/>
                  <a:gd name="T14" fmla="*/ 639 w 82"/>
                  <a:gd name="T15" fmla="*/ 460 h 31"/>
                  <a:gd name="T16" fmla="*/ 1017 w 82"/>
                  <a:gd name="T17" fmla="*/ 298 h 31"/>
                  <a:gd name="T18" fmla="*/ 1278 w 82"/>
                  <a:gd name="T19" fmla="*/ 318 h 31"/>
                  <a:gd name="T20" fmla="*/ 1044 w 82"/>
                  <a:gd name="T21" fmla="*/ 230 h 31"/>
                  <a:gd name="T22" fmla="*/ 810 w 82"/>
                  <a:gd name="T23" fmla="*/ 250 h 31"/>
                  <a:gd name="T24" fmla="*/ 591 w 82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31">
                    <a:moveTo>
                      <a:pt x="38" y="1"/>
                    </a:moveTo>
                    <a:cubicBezTo>
                      <a:pt x="38" y="1"/>
                      <a:pt x="39" y="7"/>
                      <a:pt x="38" y="9"/>
                    </a:cubicBezTo>
                    <a:cubicBezTo>
                      <a:pt x="38" y="12"/>
                      <a:pt x="37" y="14"/>
                      <a:pt x="36" y="17"/>
                    </a:cubicBezTo>
                    <a:cubicBezTo>
                      <a:pt x="34" y="21"/>
                      <a:pt x="31" y="24"/>
                      <a:pt x="27" y="26"/>
                    </a:cubicBezTo>
                    <a:cubicBezTo>
                      <a:pt x="23" y="28"/>
                      <a:pt x="19" y="28"/>
                      <a:pt x="14" y="29"/>
                    </a:cubicBezTo>
                    <a:cubicBezTo>
                      <a:pt x="10" y="30"/>
                      <a:pt x="5" y="29"/>
                      <a:pt x="0" y="31"/>
                    </a:cubicBezTo>
                    <a:cubicBezTo>
                      <a:pt x="7" y="30"/>
                      <a:pt x="14" y="31"/>
                      <a:pt x="21" y="30"/>
                    </a:cubicBezTo>
                    <a:cubicBezTo>
                      <a:pt x="28" y="28"/>
                      <a:pt x="35" y="25"/>
                      <a:pt x="41" y="22"/>
                    </a:cubicBezTo>
                    <a:cubicBezTo>
                      <a:pt x="49" y="19"/>
                      <a:pt x="57" y="15"/>
                      <a:pt x="65" y="14"/>
                    </a:cubicBezTo>
                    <a:cubicBezTo>
                      <a:pt x="71" y="12"/>
                      <a:pt x="76" y="13"/>
                      <a:pt x="82" y="15"/>
                    </a:cubicBezTo>
                    <a:cubicBezTo>
                      <a:pt x="80" y="11"/>
                      <a:pt x="70" y="11"/>
                      <a:pt x="67" y="11"/>
                    </a:cubicBezTo>
                    <a:cubicBezTo>
                      <a:pt x="62" y="11"/>
                      <a:pt x="57" y="12"/>
                      <a:pt x="52" y="12"/>
                    </a:cubicBezTo>
                    <a:cubicBezTo>
                      <a:pt x="43" y="13"/>
                      <a:pt x="43" y="5"/>
                      <a:pt x="38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59" name="Freeform 287">
                <a:extLst>
                  <a:ext uri="{FF2B5EF4-FFF2-40B4-BE49-F238E27FC236}">
                    <a16:creationId xmlns:a16="http://schemas.microsoft.com/office/drawing/2014/main" id="{6E0264CB-6608-4CD5-AC3A-29B71D187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285"/>
                <a:ext cx="45" cy="54"/>
              </a:xfrm>
              <a:custGeom>
                <a:avLst/>
                <a:gdLst>
                  <a:gd name="T0" fmla="*/ 405 w 26"/>
                  <a:gd name="T1" fmla="*/ 84 h 29"/>
                  <a:gd name="T2" fmla="*/ 279 w 26"/>
                  <a:gd name="T3" fmla="*/ 309 h 29"/>
                  <a:gd name="T4" fmla="*/ 317 w 26"/>
                  <a:gd name="T5" fmla="*/ 652 h 29"/>
                  <a:gd name="T6" fmla="*/ 249 w 26"/>
                  <a:gd name="T7" fmla="*/ 471 h 29"/>
                  <a:gd name="T8" fmla="*/ 171 w 26"/>
                  <a:gd name="T9" fmla="*/ 337 h 29"/>
                  <a:gd name="T10" fmla="*/ 107 w 26"/>
                  <a:gd name="T11" fmla="*/ 209 h 29"/>
                  <a:gd name="T12" fmla="*/ 0 w 26"/>
                  <a:gd name="T13" fmla="*/ 156 h 29"/>
                  <a:gd name="T14" fmla="*/ 107 w 26"/>
                  <a:gd name="T15" fmla="*/ 112 h 29"/>
                  <a:gd name="T16" fmla="*/ 185 w 26"/>
                  <a:gd name="T17" fmla="*/ 45 h 29"/>
                  <a:gd name="T18" fmla="*/ 357 w 26"/>
                  <a:gd name="T19" fmla="*/ 84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9">
                    <a:moveTo>
                      <a:pt x="26" y="4"/>
                    </a:moveTo>
                    <a:cubicBezTo>
                      <a:pt x="21" y="6"/>
                      <a:pt x="18" y="8"/>
                      <a:pt x="18" y="14"/>
                    </a:cubicBezTo>
                    <a:cubicBezTo>
                      <a:pt x="17" y="19"/>
                      <a:pt x="19" y="24"/>
                      <a:pt x="20" y="29"/>
                    </a:cubicBezTo>
                    <a:cubicBezTo>
                      <a:pt x="18" y="27"/>
                      <a:pt x="18" y="24"/>
                      <a:pt x="16" y="21"/>
                    </a:cubicBezTo>
                    <a:cubicBezTo>
                      <a:pt x="15" y="19"/>
                      <a:pt x="13" y="17"/>
                      <a:pt x="11" y="15"/>
                    </a:cubicBezTo>
                    <a:cubicBezTo>
                      <a:pt x="10" y="13"/>
                      <a:pt x="9" y="11"/>
                      <a:pt x="7" y="9"/>
                    </a:cubicBezTo>
                    <a:cubicBezTo>
                      <a:pt x="5" y="8"/>
                      <a:pt x="1" y="9"/>
                      <a:pt x="0" y="7"/>
                    </a:cubicBezTo>
                    <a:cubicBezTo>
                      <a:pt x="2" y="6"/>
                      <a:pt x="5" y="6"/>
                      <a:pt x="7" y="5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5" y="0"/>
                      <a:pt x="22" y="1"/>
                      <a:pt x="23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60" name="Freeform 288">
                <a:extLst>
                  <a:ext uri="{FF2B5EF4-FFF2-40B4-BE49-F238E27FC236}">
                    <a16:creationId xmlns:a16="http://schemas.microsoft.com/office/drawing/2014/main" id="{80A2C5A0-E6F8-4399-A0F7-197C98C00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265"/>
                <a:ext cx="90" cy="35"/>
              </a:xfrm>
              <a:custGeom>
                <a:avLst/>
                <a:gdLst>
                  <a:gd name="T0" fmla="*/ 0 w 52"/>
                  <a:gd name="T1" fmla="*/ 44 h 19"/>
                  <a:gd name="T2" fmla="*/ 296 w 52"/>
                  <a:gd name="T3" fmla="*/ 105 h 19"/>
                  <a:gd name="T4" fmla="*/ 384 w 52"/>
                  <a:gd name="T5" fmla="*/ 400 h 19"/>
                  <a:gd name="T6" fmla="*/ 808 w 52"/>
                  <a:gd name="T7" fmla="*/ 193 h 19"/>
                  <a:gd name="T8" fmla="*/ 611 w 52"/>
                  <a:gd name="T9" fmla="*/ 193 h 19"/>
                  <a:gd name="T10" fmla="*/ 419 w 52"/>
                  <a:gd name="T11" fmla="*/ 193 h 19"/>
                  <a:gd name="T12" fmla="*/ 357 w 52"/>
                  <a:gd name="T13" fmla="*/ 81 h 19"/>
                  <a:gd name="T14" fmla="*/ 249 w 52"/>
                  <a:gd name="T15" fmla="*/ 24 h 19"/>
                  <a:gd name="T16" fmla="*/ 48 w 52"/>
                  <a:gd name="T17" fmla="*/ 4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9">
                    <a:moveTo>
                      <a:pt x="0" y="2"/>
                    </a:moveTo>
                    <a:cubicBezTo>
                      <a:pt x="7" y="2"/>
                      <a:pt x="14" y="1"/>
                      <a:pt x="19" y="5"/>
                    </a:cubicBezTo>
                    <a:cubicBezTo>
                      <a:pt x="25" y="9"/>
                      <a:pt x="23" y="15"/>
                      <a:pt x="25" y="19"/>
                    </a:cubicBezTo>
                    <a:cubicBezTo>
                      <a:pt x="27" y="6"/>
                      <a:pt x="45" y="14"/>
                      <a:pt x="52" y="9"/>
                    </a:cubicBezTo>
                    <a:cubicBezTo>
                      <a:pt x="48" y="9"/>
                      <a:pt x="44" y="10"/>
                      <a:pt x="39" y="9"/>
                    </a:cubicBezTo>
                    <a:cubicBezTo>
                      <a:pt x="36" y="9"/>
                      <a:pt x="30" y="11"/>
                      <a:pt x="27" y="9"/>
                    </a:cubicBezTo>
                    <a:cubicBezTo>
                      <a:pt x="25" y="8"/>
                      <a:pt x="24" y="5"/>
                      <a:pt x="23" y="4"/>
                    </a:cubicBezTo>
                    <a:cubicBezTo>
                      <a:pt x="21" y="2"/>
                      <a:pt x="19" y="2"/>
                      <a:pt x="16" y="1"/>
                    </a:cubicBezTo>
                    <a:cubicBezTo>
                      <a:pt x="12" y="0"/>
                      <a:pt x="6" y="0"/>
                      <a:pt x="3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61" name="Freeform 289">
                <a:extLst>
                  <a:ext uri="{FF2B5EF4-FFF2-40B4-BE49-F238E27FC236}">
                    <a16:creationId xmlns:a16="http://schemas.microsoft.com/office/drawing/2014/main" id="{BE5077FF-A2BB-424E-A5EA-CE0F60766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037"/>
                <a:ext cx="153" cy="47"/>
              </a:xfrm>
              <a:custGeom>
                <a:avLst/>
                <a:gdLst>
                  <a:gd name="T0" fmla="*/ 647 w 88"/>
                  <a:gd name="T1" fmla="*/ 113 h 25"/>
                  <a:gd name="T2" fmla="*/ 520 w 88"/>
                  <a:gd name="T3" fmla="*/ 353 h 25"/>
                  <a:gd name="T4" fmla="*/ 283 w 88"/>
                  <a:gd name="T5" fmla="*/ 485 h 25"/>
                  <a:gd name="T6" fmla="*/ 0 w 88"/>
                  <a:gd name="T7" fmla="*/ 325 h 25"/>
                  <a:gd name="T8" fmla="*/ 384 w 88"/>
                  <a:gd name="T9" fmla="*/ 566 h 25"/>
                  <a:gd name="T10" fmla="*/ 584 w 88"/>
                  <a:gd name="T11" fmla="*/ 425 h 25"/>
                  <a:gd name="T12" fmla="*/ 713 w 88"/>
                  <a:gd name="T13" fmla="*/ 258 h 25"/>
                  <a:gd name="T14" fmla="*/ 756 w 88"/>
                  <a:gd name="T15" fmla="*/ 286 h 25"/>
                  <a:gd name="T16" fmla="*/ 819 w 88"/>
                  <a:gd name="T17" fmla="*/ 353 h 25"/>
                  <a:gd name="T18" fmla="*/ 1061 w 88"/>
                  <a:gd name="T19" fmla="*/ 325 h 25"/>
                  <a:gd name="T20" fmla="*/ 1309 w 88"/>
                  <a:gd name="T21" fmla="*/ 160 h 25"/>
                  <a:gd name="T22" fmla="*/ 1396 w 88"/>
                  <a:gd name="T23" fmla="*/ 0 h 25"/>
                  <a:gd name="T24" fmla="*/ 953 w 88"/>
                  <a:gd name="T25" fmla="*/ 241 h 25"/>
                  <a:gd name="T26" fmla="*/ 668 w 88"/>
                  <a:gd name="T27" fmla="*/ 137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25">
                    <a:moveTo>
                      <a:pt x="41" y="5"/>
                    </a:moveTo>
                    <a:cubicBezTo>
                      <a:pt x="41" y="9"/>
                      <a:pt x="36" y="13"/>
                      <a:pt x="33" y="15"/>
                    </a:cubicBezTo>
                    <a:cubicBezTo>
                      <a:pt x="29" y="19"/>
                      <a:pt x="24" y="20"/>
                      <a:pt x="18" y="21"/>
                    </a:cubicBezTo>
                    <a:cubicBezTo>
                      <a:pt x="11" y="21"/>
                      <a:pt x="6" y="18"/>
                      <a:pt x="0" y="14"/>
                    </a:cubicBezTo>
                    <a:cubicBezTo>
                      <a:pt x="7" y="21"/>
                      <a:pt x="14" y="25"/>
                      <a:pt x="24" y="24"/>
                    </a:cubicBezTo>
                    <a:cubicBezTo>
                      <a:pt x="29" y="24"/>
                      <a:pt x="34" y="21"/>
                      <a:pt x="37" y="18"/>
                    </a:cubicBezTo>
                    <a:cubicBezTo>
                      <a:pt x="40" y="16"/>
                      <a:pt x="44" y="14"/>
                      <a:pt x="45" y="11"/>
                    </a:cubicBezTo>
                    <a:cubicBezTo>
                      <a:pt x="47" y="10"/>
                      <a:pt x="47" y="12"/>
                      <a:pt x="48" y="12"/>
                    </a:cubicBezTo>
                    <a:cubicBezTo>
                      <a:pt x="49" y="13"/>
                      <a:pt x="51" y="14"/>
                      <a:pt x="52" y="15"/>
                    </a:cubicBezTo>
                    <a:cubicBezTo>
                      <a:pt x="57" y="16"/>
                      <a:pt x="63" y="16"/>
                      <a:pt x="67" y="14"/>
                    </a:cubicBezTo>
                    <a:cubicBezTo>
                      <a:pt x="72" y="13"/>
                      <a:pt x="78" y="10"/>
                      <a:pt x="82" y="7"/>
                    </a:cubicBezTo>
                    <a:cubicBezTo>
                      <a:pt x="85" y="6"/>
                      <a:pt x="88" y="4"/>
                      <a:pt x="88" y="0"/>
                    </a:cubicBezTo>
                    <a:cubicBezTo>
                      <a:pt x="86" y="8"/>
                      <a:pt x="67" y="10"/>
                      <a:pt x="60" y="10"/>
                    </a:cubicBezTo>
                    <a:cubicBezTo>
                      <a:pt x="53" y="10"/>
                      <a:pt x="48" y="8"/>
                      <a:pt x="42" y="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62" name="Freeform 290">
                <a:extLst>
                  <a:ext uri="{FF2B5EF4-FFF2-40B4-BE49-F238E27FC236}">
                    <a16:creationId xmlns:a16="http://schemas.microsoft.com/office/drawing/2014/main" id="{9457E7F6-FA6D-4BE3-BBEA-6DD06AE75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195"/>
                <a:ext cx="32" cy="36"/>
              </a:xfrm>
              <a:custGeom>
                <a:avLst/>
                <a:gdLst>
                  <a:gd name="T0" fmla="*/ 0 w 18"/>
                  <a:gd name="T1" fmla="*/ 0 h 20"/>
                  <a:gd name="T2" fmla="*/ 208 w 18"/>
                  <a:gd name="T3" fmla="*/ 146 h 20"/>
                  <a:gd name="T4" fmla="*/ 281 w 18"/>
                  <a:gd name="T5" fmla="*/ 239 h 20"/>
                  <a:gd name="T6" fmla="*/ 320 w 18"/>
                  <a:gd name="T7" fmla="*/ 380 h 20"/>
                  <a:gd name="T8" fmla="*/ 247 w 18"/>
                  <a:gd name="T9" fmla="*/ 94 h 20"/>
                  <a:gd name="T10" fmla="*/ 21 w 1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5" y="2"/>
                      <a:pt x="9" y="4"/>
                      <a:pt x="12" y="8"/>
                    </a:cubicBezTo>
                    <a:cubicBezTo>
                      <a:pt x="13" y="9"/>
                      <a:pt x="15" y="11"/>
                      <a:pt x="16" y="13"/>
                    </a:cubicBezTo>
                    <a:cubicBezTo>
                      <a:pt x="17" y="15"/>
                      <a:pt x="17" y="18"/>
                      <a:pt x="18" y="20"/>
                    </a:cubicBezTo>
                    <a:cubicBezTo>
                      <a:pt x="17" y="15"/>
                      <a:pt x="18" y="9"/>
                      <a:pt x="14" y="5"/>
                    </a:cubicBezTo>
                    <a:cubicBezTo>
                      <a:pt x="11" y="2"/>
                      <a:pt x="6" y="1"/>
                      <a:pt x="1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63" name="Freeform 291">
                <a:extLst>
                  <a:ext uri="{FF2B5EF4-FFF2-40B4-BE49-F238E27FC236}">
                    <a16:creationId xmlns:a16="http://schemas.microsoft.com/office/drawing/2014/main" id="{7873E9A0-0BC6-487C-A33B-D3CEF9EED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339"/>
                <a:ext cx="93" cy="94"/>
              </a:xfrm>
              <a:custGeom>
                <a:avLst/>
                <a:gdLst>
                  <a:gd name="T0" fmla="*/ 818 w 54"/>
                  <a:gd name="T1" fmla="*/ 853 h 51"/>
                  <a:gd name="T2" fmla="*/ 525 w 54"/>
                  <a:gd name="T3" fmla="*/ 551 h 51"/>
                  <a:gd name="T4" fmla="*/ 424 w 54"/>
                  <a:gd name="T5" fmla="*/ 0 h 51"/>
                  <a:gd name="T6" fmla="*/ 353 w 54"/>
                  <a:gd name="T7" fmla="*/ 577 h 51"/>
                  <a:gd name="T8" fmla="*/ 0 w 54"/>
                  <a:gd name="T9" fmla="*/ 853 h 51"/>
                  <a:gd name="T10" fmla="*/ 460 w 54"/>
                  <a:gd name="T11" fmla="*/ 833 h 51"/>
                  <a:gd name="T12" fmla="*/ 818 w 54"/>
                  <a:gd name="T13" fmla="*/ 1084 h 51"/>
                  <a:gd name="T14" fmla="*/ 818 w 54"/>
                  <a:gd name="T15" fmla="*/ 914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1">
                    <a:moveTo>
                      <a:pt x="54" y="40"/>
                    </a:moveTo>
                    <a:cubicBezTo>
                      <a:pt x="50" y="47"/>
                      <a:pt x="37" y="31"/>
                      <a:pt x="35" y="26"/>
                    </a:cubicBezTo>
                    <a:cubicBezTo>
                      <a:pt x="30" y="18"/>
                      <a:pt x="28" y="9"/>
                      <a:pt x="28" y="0"/>
                    </a:cubicBezTo>
                    <a:cubicBezTo>
                      <a:pt x="25" y="8"/>
                      <a:pt x="27" y="18"/>
                      <a:pt x="23" y="27"/>
                    </a:cubicBezTo>
                    <a:cubicBezTo>
                      <a:pt x="19" y="36"/>
                      <a:pt x="9" y="38"/>
                      <a:pt x="0" y="40"/>
                    </a:cubicBezTo>
                    <a:cubicBezTo>
                      <a:pt x="9" y="43"/>
                      <a:pt x="20" y="39"/>
                      <a:pt x="30" y="39"/>
                    </a:cubicBezTo>
                    <a:cubicBezTo>
                      <a:pt x="40" y="39"/>
                      <a:pt x="47" y="44"/>
                      <a:pt x="54" y="51"/>
                    </a:cubicBezTo>
                    <a:cubicBezTo>
                      <a:pt x="53" y="48"/>
                      <a:pt x="54" y="46"/>
                      <a:pt x="54" y="4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64" name="Freeform 292">
                <a:extLst>
                  <a:ext uri="{FF2B5EF4-FFF2-40B4-BE49-F238E27FC236}">
                    <a16:creationId xmlns:a16="http://schemas.microsoft.com/office/drawing/2014/main" id="{5D1BE6E2-AB53-4833-A9BA-8558B4B9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324"/>
                <a:ext cx="34" cy="87"/>
              </a:xfrm>
              <a:custGeom>
                <a:avLst/>
                <a:gdLst>
                  <a:gd name="T0" fmla="*/ 83 w 20"/>
                  <a:gd name="T1" fmla="*/ 0 h 47"/>
                  <a:gd name="T2" fmla="*/ 286 w 20"/>
                  <a:gd name="T3" fmla="*/ 1022 h 47"/>
                  <a:gd name="T4" fmla="*/ 26 w 20"/>
                  <a:gd name="T5" fmla="*/ 609 h 47"/>
                  <a:gd name="T6" fmla="*/ 58 w 20"/>
                  <a:gd name="T7" fmla="*/ 4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6" y="0"/>
                    </a:moveTo>
                    <a:cubicBezTo>
                      <a:pt x="0" y="17"/>
                      <a:pt x="4" y="38"/>
                      <a:pt x="20" y="47"/>
                    </a:cubicBezTo>
                    <a:cubicBezTo>
                      <a:pt x="11" y="47"/>
                      <a:pt x="3" y="36"/>
                      <a:pt x="2" y="28"/>
                    </a:cubicBezTo>
                    <a:cubicBezTo>
                      <a:pt x="0" y="18"/>
                      <a:pt x="4" y="10"/>
                      <a:pt x="4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65" name="Freeform 293">
                <a:extLst>
                  <a:ext uri="{FF2B5EF4-FFF2-40B4-BE49-F238E27FC236}">
                    <a16:creationId xmlns:a16="http://schemas.microsoft.com/office/drawing/2014/main" id="{7660C68B-5341-48CA-835D-4E13623B5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100"/>
                <a:ext cx="128" cy="104"/>
              </a:xfrm>
              <a:custGeom>
                <a:avLst/>
                <a:gdLst>
                  <a:gd name="T0" fmla="*/ 701 w 74"/>
                  <a:gd name="T1" fmla="*/ 24 h 56"/>
                  <a:gd name="T2" fmla="*/ 491 w 74"/>
                  <a:gd name="T3" fmla="*/ 858 h 56"/>
                  <a:gd name="T4" fmla="*/ 0 w 74"/>
                  <a:gd name="T5" fmla="*/ 877 h 56"/>
                  <a:gd name="T6" fmla="*/ 278 w 74"/>
                  <a:gd name="T7" fmla="*/ 973 h 56"/>
                  <a:gd name="T8" fmla="*/ 446 w 74"/>
                  <a:gd name="T9" fmla="*/ 1235 h 56"/>
                  <a:gd name="T10" fmla="*/ 1143 w 74"/>
                  <a:gd name="T11" fmla="*/ 929 h 56"/>
                  <a:gd name="T12" fmla="*/ 714 w 74"/>
                  <a:gd name="T13" fmla="*/ 693 h 56"/>
                  <a:gd name="T14" fmla="*/ 759 w 74"/>
                  <a:gd name="T15" fmla="*/ 334 h 56"/>
                  <a:gd name="T16" fmla="*/ 701 w 74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56">
                    <a:moveTo>
                      <a:pt x="45" y="1"/>
                    </a:moveTo>
                    <a:cubicBezTo>
                      <a:pt x="47" y="13"/>
                      <a:pt x="45" y="32"/>
                      <a:pt x="32" y="39"/>
                    </a:cubicBezTo>
                    <a:cubicBezTo>
                      <a:pt x="22" y="45"/>
                      <a:pt x="11" y="41"/>
                      <a:pt x="0" y="40"/>
                    </a:cubicBezTo>
                    <a:cubicBezTo>
                      <a:pt x="6" y="42"/>
                      <a:pt x="13" y="42"/>
                      <a:pt x="18" y="44"/>
                    </a:cubicBezTo>
                    <a:cubicBezTo>
                      <a:pt x="24" y="47"/>
                      <a:pt x="26" y="51"/>
                      <a:pt x="29" y="56"/>
                    </a:cubicBezTo>
                    <a:cubicBezTo>
                      <a:pt x="30" y="39"/>
                      <a:pt x="63" y="39"/>
                      <a:pt x="74" y="42"/>
                    </a:cubicBezTo>
                    <a:cubicBezTo>
                      <a:pt x="65" y="37"/>
                      <a:pt x="46" y="44"/>
                      <a:pt x="46" y="31"/>
                    </a:cubicBezTo>
                    <a:cubicBezTo>
                      <a:pt x="46" y="26"/>
                      <a:pt x="49" y="20"/>
                      <a:pt x="49" y="15"/>
                    </a:cubicBezTo>
                    <a:cubicBezTo>
                      <a:pt x="50" y="9"/>
                      <a:pt x="47" y="5"/>
                      <a:pt x="4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66" name="Freeform 294">
                <a:extLst>
                  <a:ext uri="{FF2B5EF4-FFF2-40B4-BE49-F238E27FC236}">
                    <a16:creationId xmlns:a16="http://schemas.microsoft.com/office/drawing/2014/main" id="{5EFC0E7E-FD35-48EF-8A86-0A98C0E72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019"/>
                <a:ext cx="40" cy="79"/>
              </a:xfrm>
              <a:custGeom>
                <a:avLst/>
                <a:gdLst>
                  <a:gd name="T0" fmla="*/ 157 w 23"/>
                  <a:gd name="T1" fmla="*/ 0 h 43"/>
                  <a:gd name="T2" fmla="*/ 369 w 23"/>
                  <a:gd name="T3" fmla="*/ 858 h 43"/>
                  <a:gd name="T4" fmla="*/ 148 w 23"/>
                  <a:gd name="T5" fmla="*/ 4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3">
                    <a:moveTo>
                      <a:pt x="10" y="0"/>
                    </a:moveTo>
                    <a:cubicBezTo>
                      <a:pt x="2" y="13"/>
                      <a:pt x="8" y="36"/>
                      <a:pt x="23" y="41"/>
                    </a:cubicBezTo>
                    <a:cubicBezTo>
                      <a:pt x="3" y="43"/>
                      <a:pt x="0" y="13"/>
                      <a:pt x="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67" name="Freeform 295">
                <a:extLst>
                  <a:ext uri="{FF2B5EF4-FFF2-40B4-BE49-F238E27FC236}">
                    <a16:creationId xmlns:a16="http://schemas.microsoft.com/office/drawing/2014/main" id="{6156A99E-9D2E-4045-9D5D-BF9F03968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187"/>
                <a:ext cx="67" cy="37"/>
              </a:xfrm>
              <a:custGeom>
                <a:avLst/>
                <a:gdLst>
                  <a:gd name="T0" fmla="*/ 584 w 39"/>
                  <a:gd name="T1" fmla="*/ 0 h 20"/>
                  <a:gd name="T2" fmla="*/ 0 w 39"/>
                  <a:gd name="T3" fmla="*/ 194 h 20"/>
                  <a:gd name="T4" fmla="*/ 375 w 39"/>
                  <a:gd name="T5" fmla="*/ 355 h 20"/>
                  <a:gd name="T6" fmla="*/ 584 w 39"/>
                  <a:gd name="T7" fmla="*/ 4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28" y="11"/>
                      <a:pt x="15" y="14"/>
                      <a:pt x="0" y="9"/>
                    </a:cubicBezTo>
                    <a:cubicBezTo>
                      <a:pt x="9" y="14"/>
                      <a:pt x="14" y="20"/>
                      <a:pt x="25" y="16"/>
                    </a:cubicBezTo>
                    <a:cubicBezTo>
                      <a:pt x="32" y="14"/>
                      <a:pt x="38" y="7"/>
                      <a:pt x="3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68" name="Freeform 296">
                <a:extLst>
                  <a:ext uri="{FF2B5EF4-FFF2-40B4-BE49-F238E27FC236}">
                    <a16:creationId xmlns:a16="http://schemas.microsoft.com/office/drawing/2014/main" id="{FF196094-8748-4E1F-861D-C7E189F43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045"/>
                <a:ext cx="50" cy="79"/>
              </a:xfrm>
              <a:custGeom>
                <a:avLst/>
                <a:gdLst>
                  <a:gd name="T0" fmla="*/ 398 w 29"/>
                  <a:gd name="T1" fmla="*/ 652 h 43"/>
                  <a:gd name="T2" fmla="*/ 231 w 29"/>
                  <a:gd name="T3" fmla="*/ 355 h 43"/>
                  <a:gd name="T4" fmla="*/ 231 w 29"/>
                  <a:gd name="T5" fmla="*/ 0 h 43"/>
                  <a:gd name="T6" fmla="*/ 440 w 29"/>
                  <a:gd name="T7" fmla="*/ 898 h 43"/>
                  <a:gd name="T8" fmla="*/ 398 w 29"/>
                  <a:gd name="T9" fmla="*/ 65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26" y="31"/>
                    </a:moveTo>
                    <a:cubicBezTo>
                      <a:pt x="23" y="34"/>
                      <a:pt x="16" y="21"/>
                      <a:pt x="15" y="17"/>
                    </a:cubicBezTo>
                    <a:cubicBezTo>
                      <a:pt x="14" y="12"/>
                      <a:pt x="13" y="5"/>
                      <a:pt x="15" y="0"/>
                    </a:cubicBezTo>
                    <a:cubicBezTo>
                      <a:pt x="0" y="16"/>
                      <a:pt x="21" y="31"/>
                      <a:pt x="29" y="43"/>
                    </a:cubicBezTo>
                    <a:cubicBezTo>
                      <a:pt x="27" y="40"/>
                      <a:pt x="27" y="34"/>
                      <a:pt x="26" y="3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69" name="Freeform 297">
                <a:extLst>
                  <a:ext uri="{FF2B5EF4-FFF2-40B4-BE49-F238E27FC236}">
                    <a16:creationId xmlns:a16="http://schemas.microsoft.com/office/drawing/2014/main" id="{218EBD2D-3396-4886-BF0A-7FCDA0315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2209"/>
                <a:ext cx="36" cy="82"/>
              </a:xfrm>
              <a:custGeom>
                <a:avLst/>
                <a:gdLst>
                  <a:gd name="T0" fmla="*/ 312 w 21"/>
                  <a:gd name="T1" fmla="*/ 0 h 44"/>
                  <a:gd name="T2" fmla="*/ 267 w 21"/>
                  <a:gd name="T3" fmla="*/ 990 h 44"/>
                  <a:gd name="T4" fmla="*/ 26 w 21"/>
                  <a:gd name="T5" fmla="*/ 600 h 44"/>
                  <a:gd name="T6" fmla="*/ 77 w 21"/>
                  <a:gd name="T7" fmla="*/ 84 h 44"/>
                  <a:gd name="T8" fmla="*/ 206 w 21"/>
                  <a:gd name="T9" fmla="*/ 84 h 44"/>
                  <a:gd name="T10" fmla="*/ 288 w 21"/>
                  <a:gd name="T11" fmla="*/ 73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7" y="9"/>
                      <a:pt x="2" y="33"/>
                      <a:pt x="18" y="44"/>
                    </a:cubicBezTo>
                    <a:cubicBezTo>
                      <a:pt x="10" y="43"/>
                      <a:pt x="3" y="35"/>
                      <a:pt x="2" y="27"/>
                    </a:cubicBezTo>
                    <a:cubicBezTo>
                      <a:pt x="0" y="19"/>
                      <a:pt x="9" y="10"/>
                      <a:pt x="5" y="4"/>
                    </a:cubicBezTo>
                    <a:cubicBezTo>
                      <a:pt x="8" y="4"/>
                      <a:pt x="11" y="4"/>
                      <a:pt x="14" y="4"/>
                    </a:cubicBezTo>
                    <a:cubicBezTo>
                      <a:pt x="16" y="3"/>
                      <a:pt x="19" y="0"/>
                      <a:pt x="1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70" name="Freeform 298">
                <a:extLst>
                  <a:ext uri="{FF2B5EF4-FFF2-40B4-BE49-F238E27FC236}">
                    <a16:creationId xmlns:a16="http://schemas.microsoft.com/office/drawing/2014/main" id="{45AFB85C-AFD4-45E7-AA3A-EA6FB0CBA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2019"/>
                <a:ext cx="76" cy="31"/>
              </a:xfrm>
              <a:custGeom>
                <a:avLst/>
                <a:gdLst>
                  <a:gd name="T0" fmla="*/ 674 w 44"/>
                  <a:gd name="T1" fmla="*/ 0 h 17"/>
                  <a:gd name="T2" fmla="*/ 525 w 44"/>
                  <a:gd name="T3" fmla="*/ 97 h 17"/>
                  <a:gd name="T4" fmla="*/ 320 w 44"/>
                  <a:gd name="T5" fmla="*/ 199 h 17"/>
                  <a:gd name="T6" fmla="*/ 0 w 44"/>
                  <a:gd name="T7" fmla="*/ 243 h 17"/>
                  <a:gd name="T8" fmla="*/ 418 w 44"/>
                  <a:gd name="T9" fmla="*/ 243 h 17"/>
                  <a:gd name="T10" fmla="*/ 573 w 44"/>
                  <a:gd name="T11" fmla="*/ 199 h 17"/>
                  <a:gd name="T12" fmla="*/ 596 w 44"/>
                  <a:gd name="T13" fmla="*/ 346 h 17"/>
                  <a:gd name="T14" fmla="*/ 632 w 44"/>
                  <a:gd name="T15" fmla="*/ 162 h 17"/>
                  <a:gd name="T16" fmla="*/ 674 w 4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7">
                    <a:moveTo>
                      <a:pt x="44" y="0"/>
                    </a:moveTo>
                    <a:cubicBezTo>
                      <a:pt x="40" y="1"/>
                      <a:pt x="37" y="3"/>
                      <a:pt x="34" y="5"/>
                    </a:cubicBezTo>
                    <a:cubicBezTo>
                      <a:pt x="30" y="7"/>
                      <a:pt x="25" y="8"/>
                      <a:pt x="21" y="10"/>
                    </a:cubicBezTo>
                    <a:cubicBezTo>
                      <a:pt x="14" y="12"/>
                      <a:pt x="7" y="14"/>
                      <a:pt x="0" y="12"/>
                    </a:cubicBezTo>
                    <a:cubicBezTo>
                      <a:pt x="9" y="17"/>
                      <a:pt x="18" y="15"/>
                      <a:pt x="27" y="12"/>
                    </a:cubicBezTo>
                    <a:cubicBezTo>
                      <a:pt x="30" y="12"/>
                      <a:pt x="34" y="9"/>
                      <a:pt x="37" y="10"/>
                    </a:cubicBezTo>
                    <a:cubicBezTo>
                      <a:pt x="38" y="11"/>
                      <a:pt x="39" y="15"/>
                      <a:pt x="39" y="17"/>
                    </a:cubicBezTo>
                    <a:cubicBezTo>
                      <a:pt x="40" y="14"/>
                      <a:pt x="40" y="11"/>
                      <a:pt x="41" y="8"/>
                    </a:cubicBezTo>
                    <a:cubicBezTo>
                      <a:pt x="42" y="6"/>
                      <a:pt x="42" y="1"/>
                      <a:pt x="4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71" name="Freeform 299">
                <a:extLst>
                  <a:ext uri="{FF2B5EF4-FFF2-40B4-BE49-F238E27FC236}">
                    <a16:creationId xmlns:a16="http://schemas.microsoft.com/office/drawing/2014/main" id="{97CCB235-67B3-4ED2-897F-4157DD90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927"/>
                <a:ext cx="49" cy="83"/>
              </a:xfrm>
              <a:custGeom>
                <a:avLst/>
                <a:gdLst>
                  <a:gd name="T0" fmla="*/ 301 w 28"/>
                  <a:gd name="T1" fmla="*/ 0 h 45"/>
                  <a:gd name="T2" fmla="*/ 0 w 28"/>
                  <a:gd name="T3" fmla="*/ 231 h 45"/>
                  <a:gd name="T4" fmla="*/ 151 w 28"/>
                  <a:gd name="T5" fmla="*/ 302 h 45"/>
                  <a:gd name="T6" fmla="*/ 264 w 28"/>
                  <a:gd name="T7" fmla="*/ 507 h 45"/>
                  <a:gd name="T8" fmla="*/ 313 w 28"/>
                  <a:gd name="T9" fmla="*/ 765 h 45"/>
                  <a:gd name="T10" fmla="*/ 462 w 28"/>
                  <a:gd name="T11" fmla="*/ 959 h 45"/>
                  <a:gd name="T12" fmla="*/ 327 w 28"/>
                  <a:gd name="T13" fmla="*/ 452 h 45"/>
                  <a:gd name="T14" fmla="*/ 249 w 28"/>
                  <a:gd name="T15" fmla="*/ 258 h 45"/>
                  <a:gd name="T16" fmla="*/ 301 w 28"/>
                  <a:gd name="T17" fmla="*/ 44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5">
                    <a:moveTo>
                      <a:pt x="18" y="0"/>
                    </a:moveTo>
                    <a:cubicBezTo>
                      <a:pt x="15" y="6"/>
                      <a:pt x="7" y="11"/>
                      <a:pt x="0" y="11"/>
                    </a:cubicBezTo>
                    <a:cubicBezTo>
                      <a:pt x="2" y="13"/>
                      <a:pt x="6" y="13"/>
                      <a:pt x="9" y="14"/>
                    </a:cubicBezTo>
                    <a:cubicBezTo>
                      <a:pt x="13" y="16"/>
                      <a:pt x="15" y="20"/>
                      <a:pt x="16" y="24"/>
                    </a:cubicBezTo>
                    <a:cubicBezTo>
                      <a:pt x="17" y="28"/>
                      <a:pt x="18" y="32"/>
                      <a:pt x="19" y="36"/>
                    </a:cubicBezTo>
                    <a:cubicBezTo>
                      <a:pt x="21" y="41"/>
                      <a:pt x="24" y="42"/>
                      <a:pt x="28" y="45"/>
                    </a:cubicBezTo>
                    <a:cubicBezTo>
                      <a:pt x="20" y="41"/>
                      <a:pt x="23" y="27"/>
                      <a:pt x="20" y="21"/>
                    </a:cubicBezTo>
                    <a:cubicBezTo>
                      <a:pt x="19" y="17"/>
                      <a:pt x="15" y="15"/>
                      <a:pt x="15" y="12"/>
                    </a:cubicBezTo>
                    <a:cubicBezTo>
                      <a:pt x="15" y="9"/>
                      <a:pt x="18" y="4"/>
                      <a:pt x="18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72" name="Freeform 300">
                <a:extLst>
                  <a:ext uri="{FF2B5EF4-FFF2-40B4-BE49-F238E27FC236}">
                    <a16:creationId xmlns:a16="http://schemas.microsoft.com/office/drawing/2014/main" id="{3709909E-C733-48F4-A52D-6F4B92535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104"/>
                <a:ext cx="81" cy="42"/>
              </a:xfrm>
              <a:custGeom>
                <a:avLst/>
                <a:gdLst>
                  <a:gd name="T0" fmla="*/ 657 w 47"/>
                  <a:gd name="T1" fmla="*/ 0 h 23"/>
                  <a:gd name="T2" fmla="*/ 362 w 47"/>
                  <a:gd name="T3" fmla="*/ 267 h 23"/>
                  <a:gd name="T4" fmla="*/ 0 w 47"/>
                  <a:gd name="T5" fmla="*/ 44 h 23"/>
                  <a:gd name="T6" fmla="*/ 184 w 47"/>
                  <a:gd name="T7" fmla="*/ 367 h 23"/>
                  <a:gd name="T8" fmla="*/ 439 w 47"/>
                  <a:gd name="T9" fmla="*/ 420 h 23"/>
                  <a:gd name="T10" fmla="*/ 670 w 47"/>
                  <a:gd name="T11" fmla="*/ 24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3">
                    <a:moveTo>
                      <a:pt x="43" y="0"/>
                    </a:moveTo>
                    <a:cubicBezTo>
                      <a:pt x="41" y="7"/>
                      <a:pt x="30" y="12"/>
                      <a:pt x="24" y="13"/>
                    </a:cubicBezTo>
                    <a:cubicBezTo>
                      <a:pt x="13" y="16"/>
                      <a:pt x="6" y="9"/>
                      <a:pt x="0" y="2"/>
                    </a:cubicBezTo>
                    <a:cubicBezTo>
                      <a:pt x="4" y="7"/>
                      <a:pt x="6" y="14"/>
                      <a:pt x="12" y="18"/>
                    </a:cubicBezTo>
                    <a:cubicBezTo>
                      <a:pt x="17" y="21"/>
                      <a:pt x="24" y="23"/>
                      <a:pt x="29" y="21"/>
                    </a:cubicBezTo>
                    <a:cubicBezTo>
                      <a:pt x="36" y="18"/>
                      <a:pt x="47" y="9"/>
                      <a:pt x="4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73" name="Freeform 301">
                <a:extLst>
                  <a:ext uri="{FF2B5EF4-FFF2-40B4-BE49-F238E27FC236}">
                    <a16:creationId xmlns:a16="http://schemas.microsoft.com/office/drawing/2014/main" id="{F58B2DDC-94C0-4E2E-BDA9-BE08FB5A5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272"/>
                <a:ext cx="52" cy="85"/>
              </a:xfrm>
              <a:custGeom>
                <a:avLst/>
                <a:gdLst>
                  <a:gd name="T0" fmla="*/ 0 w 30"/>
                  <a:gd name="T1" fmla="*/ 194 h 46"/>
                  <a:gd name="T2" fmla="*/ 220 w 30"/>
                  <a:gd name="T3" fmla="*/ 632 h 46"/>
                  <a:gd name="T4" fmla="*/ 208 w 30"/>
                  <a:gd name="T5" fmla="*/ 990 h 46"/>
                  <a:gd name="T6" fmla="*/ 255 w 30"/>
                  <a:gd name="T7" fmla="*/ 455 h 46"/>
                  <a:gd name="T8" fmla="*/ 255 w 30"/>
                  <a:gd name="T9" fmla="*/ 233 h 46"/>
                  <a:gd name="T10" fmla="*/ 468 w 30"/>
                  <a:gd name="T11" fmla="*/ 0 h 46"/>
                  <a:gd name="T12" fmla="*/ 49 w 30"/>
                  <a:gd name="T13" fmla="*/ 177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0" y="9"/>
                    </a:moveTo>
                    <a:cubicBezTo>
                      <a:pt x="7" y="11"/>
                      <a:pt x="12" y="23"/>
                      <a:pt x="14" y="29"/>
                    </a:cubicBezTo>
                    <a:cubicBezTo>
                      <a:pt x="15" y="35"/>
                      <a:pt x="14" y="41"/>
                      <a:pt x="13" y="46"/>
                    </a:cubicBezTo>
                    <a:cubicBezTo>
                      <a:pt x="17" y="39"/>
                      <a:pt x="18" y="29"/>
                      <a:pt x="16" y="21"/>
                    </a:cubicBezTo>
                    <a:cubicBezTo>
                      <a:pt x="15" y="17"/>
                      <a:pt x="14" y="14"/>
                      <a:pt x="16" y="11"/>
                    </a:cubicBezTo>
                    <a:cubicBezTo>
                      <a:pt x="20" y="5"/>
                      <a:pt x="26" y="5"/>
                      <a:pt x="30" y="0"/>
                    </a:cubicBezTo>
                    <a:cubicBezTo>
                      <a:pt x="24" y="3"/>
                      <a:pt x="9" y="11"/>
                      <a:pt x="3" y="8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74" name="Freeform 302">
                <a:extLst>
                  <a:ext uri="{FF2B5EF4-FFF2-40B4-BE49-F238E27FC236}">
                    <a16:creationId xmlns:a16="http://schemas.microsoft.com/office/drawing/2014/main" id="{9BA34196-732B-4FA0-8A4F-60429C2B2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318"/>
                <a:ext cx="95" cy="50"/>
              </a:xfrm>
              <a:custGeom>
                <a:avLst/>
                <a:gdLst>
                  <a:gd name="T0" fmla="*/ 845 w 55"/>
                  <a:gd name="T1" fmla="*/ 24 h 27"/>
                  <a:gd name="T2" fmla="*/ 402 w 55"/>
                  <a:gd name="T3" fmla="*/ 591 h 27"/>
                  <a:gd name="T4" fmla="*/ 0 w 55"/>
                  <a:gd name="T5" fmla="*/ 439 h 27"/>
                  <a:gd name="T6" fmla="*/ 382 w 55"/>
                  <a:gd name="T7" fmla="*/ 456 h 27"/>
                  <a:gd name="T8" fmla="*/ 845 w 55"/>
                  <a:gd name="T9" fmla="*/ 2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27">
                    <a:moveTo>
                      <a:pt x="55" y="1"/>
                    </a:moveTo>
                    <a:cubicBezTo>
                      <a:pt x="40" y="0"/>
                      <a:pt x="31" y="15"/>
                      <a:pt x="26" y="27"/>
                    </a:cubicBezTo>
                    <a:cubicBezTo>
                      <a:pt x="21" y="22"/>
                      <a:pt x="6" y="19"/>
                      <a:pt x="0" y="20"/>
                    </a:cubicBezTo>
                    <a:cubicBezTo>
                      <a:pt x="8" y="19"/>
                      <a:pt x="17" y="17"/>
                      <a:pt x="25" y="21"/>
                    </a:cubicBezTo>
                    <a:cubicBezTo>
                      <a:pt x="33" y="12"/>
                      <a:pt x="42" y="0"/>
                      <a:pt x="55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75" name="Freeform 303">
                <a:extLst>
                  <a:ext uri="{FF2B5EF4-FFF2-40B4-BE49-F238E27FC236}">
                    <a16:creationId xmlns:a16="http://schemas.microsoft.com/office/drawing/2014/main" id="{8D9EDA7D-A6DA-4B23-AAB4-371DCA9A4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248"/>
                <a:ext cx="63" cy="26"/>
              </a:xfrm>
              <a:custGeom>
                <a:avLst/>
                <a:gdLst>
                  <a:gd name="T0" fmla="*/ 0 w 36"/>
                  <a:gd name="T1" fmla="*/ 306 h 14"/>
                  <a:gd name="T2" fmla="*/ 350 w 36"/>
                  <a:gd name="T3" fmla="*/ 204 h 14"/>
                  <a:gd name="T4" fmla="*/ 592 w 36"/>
                  <a:gd name="T5" fmla="*/ 290 h 14"/>
                  <a:gd name="T6" fmla="*/ 21 w 36"/>
                  <a:gd name="T7" fmla="*/ 23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5" y="10"/>
                      <a:pt x="15" y="10"/>
                      <a:pt x="21" y="9"/>
                    </a:cubicBezTo>
                    <a:cubicBezTo>
                      <a:pt x="26" y="9"/>
                      <a:pt x="32" y="11"/>
                      <a:pt x="36" y="13"/>
                    </a:cubicBezTo>
                    <a:cubicBezTo>
                      <a:pt x="28" y="0"/>
                      <a:pt x="12" y="5"/>
                      <a:pt x="1" y="1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76" name="Freeform 304">
                <a:extLst>
                  <a:ext uri="{FF2B5EF4-FFF2-40B4-BE49-F238E27FC236}">
                    <a16:creationId xmlns:a16="http://schemas.microsoft.com/office/drawing/2014/main" id="{7C923537-1D3D-4E3D-8C81-0FD09CE55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054"/>
                <a:ext cx="73" cy="92"/>
              </a:xfrm>
              <a:custGeom>
                <a:avLst/>
                <a:gdLst>
                  <a:gd name="T0" fmla="*/ 0 w 42"/>
                  <a:gd name="T1" fmla="*/ 548 h 50"/>
                  <a:gd name="T2" fmla="*/ 148 w 42"/>
                  <a:gd name="T3" fmla="*/ 1052 h 50"/>
                  <a:gd name="T4" fmla="*/ 348 w 42"/>
                  <a:gd name="T5" fmla="*/ 822 h 50"/>
                  <a:gd name="T6" fmla="*/ 605 w 42"/>
                  <a:gd name="T7" fmla="*/ 653 h 50"/>
                  <a:gd name="T8" fmla="*/ 605 w 42"/>
                  <a:gd name="T9" fmla="*/ 331 h 50"/>
                  <a:gd name="T10" fmla="*/ 640 w 42"/>
                  <a:gd name="T11" fmla="*/ 0 h 50"/>
                  <a:gd name="T12" fmla="*/ 556 w 42"/>
                  <a:gd name="T13" fmla="*/ 355 h 50"/>
                  <a:gd name="T14" fmla="*/ 471 w 42"/>
                  <a:gd name="T15" fmla="*/ 600 h 50"/>
                  <a:gd name="T16" fmla="*/ 236 w 42"/>
                  <a:gd name="T17" fmla="*/ 697 h 50"/>
                  <a:gd name="T18" fmla="*/ 28 w 42"/>
                  <a:gd name="T19" fmla="*/ 572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50">
                    <a:moveTo>
                      <a:pt x="0" y="26"/>
                    </a:moveTo>
                    <a:cubicBezTo>
                      <a:pt x="9" y="31"/>
                      <a:pt x="9" y="41"/>
                      <a:pt x="9" y="50"/>
                    </a:cubicBezTo>
                    <a:cubicBezTo>
                      <a:pt x="10" y="44"/>
                      <a:pt x="18" y="41"/>
                      <a:pt x="22" y="39"/>
                    </a:cubicBezTo>
                    <a:cubicBezTo>
                      <a:pt x="27" y="36"/>
                      <a:pt x="34" y="35"/>
                      <a:pt x="38" y="31"/>
                    </a:cubicBezTo>
                    <a:cubicBezTo>
                      <a:pt x="42" y="26"/>
                      <a:pt x="39" y="21"/>
                      <a:pt x="38" y="16"/>
                    </a:cubicBezTo>
                    <a:cubicBezTo>
                      <a:pt x="38" y="10"/>
                      <a:pt x="38" y="6"/>
                      <a:pt x="40" y="0"/>
                    </a:cubicBezTo>
                    <a:cubicBezTo>
                      <a:pt x="36" y="4"/>
                      <a:pt x="35" y="11"/>
                      <a:pt x="35" y="17"/>
                    </a:cubicBezTo>
                    <a:cubicBezTo>
                      <a:pt x="35" y="23"/>
                      <a:pt x="36" y="25"/>
                      <a:pt x="30" y="28"/>
                    </a:cubicBezTo>
                    <a:cubicBezTo>
                      <a:pt x="26" y="31"/>
                      <a:pt x="20" y="34"/>
                      <a:pt x="15" y="33"/>
                    </a:cubicBezTo>
                    <a:cubicBezTo>
                      <a:pt x="11" y="33"/>
                      <a:pt x="4" y="29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77" name="Freeform 305">
                <a:extLst>
                  <a:ext uri="{FF2B5EF4-FFF2-40B4-BE49-F238E27FC236}">
                    <a16:creationId xmlns:a16="http://schemas.microsoft.com/office/drawing/2014/main" id="{29246159-6931-4252-8606-B8190960C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034"/>
                <a:ext cx="14" cy="42"/>
              </a:xfrm>
              <a:custGeom>
                <a:avLst/>
                <a:gdLst>
                  <a:gd name="T0" fmla="*/ 135 w 8"/>
                  <a:gd name="T1" fmla="*/ 469 h 23"/>
                  <a:gd name="T2" fmla="*/ 135 w 8"/>
                  <a:gd name="T3" fmla="*/ 0 h 23"/>
                  <a:gd name="T4" fmla="*/ 102 w 8"/>
                  <a:gd name="T5" fmla="*/ 42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8" y="23"/>
                    </a:moveTo>
                    <a:cubicBezTo>
                      <a:pt x="2" y="17"/>
                      <a:pt x="5" y="6"/>
                      <a:pt x="8" y="0"/>
                    </a:cubicBezTo>
                    <a:cubicBezTo>
                      <a:pt x="3" y="3"/>
                      <a:pt x="0" y="17"/>
                      <a:pt x="6" y="2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78" name="Freeform 306">
                <a:extLst>
                  <a:ext uri="{FF2B5EF4-FFF2-40B4-BE49-F238E27FC236}">
                    <a16:creationId xmlns:a16="http://schemas.microsoft.com/office/drawing/2014/main" id="{F018EEBF-AC68-47AB-A0A0-6560C4DAD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15"/>
                <a:ext cx="42" cy="21"/>
              </a:xfrm>
              <a:custGeom>
                <a:avLst/>
                <a:gdLst>
                  <a:gd name="T0" fmla="*/ 0 w 24"/>
                  <a:gd name="T1" fmla="*/ 55 h 11"/>
                  <a:gd name="T2" fmla="*/ 236 w 24"/>
                  <a:gd name="T3" fmla="*/ 105 h 11"/>
                  <a:gd name="T4" fmla="*/ 399 w 24"/>
                  <a:gd name="T5" fmla="*/ 277 h 11"/>
                  <a:gd name="T6" fmla="*/ 200 w 24"/>
                  <a:gd name="T7" fmla="*/ 29 h 11"/>
                  <a:gd name="T8" fmla="*/ 21 w 24"/>
                  <a:gd name="T9" fmla="*/ 2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1">
                    <a:moveTo>
                      <a:pt x="0" y="2"/>
                    </a:moveTo>
                    <a:cubicBezTo>
                      <a:pt x="4" y="3"/>
                      <a:pt x="9" y="2"/>
                      <a:pt x="14" y="4"/>
                    </a:cubicBezTo>
                    <a:cubicBezTo>
                      <a:pt x="18" y="5"/>
                      <a:pt x="21" y="8"/>
                      <a:pt x="24" y="11"/>
                    </a:cubicBezTo>
                    <a:cubicBezTo>
                      <a:pt x="21" y="5"/>
                      <a:pt x="19" y="3"/>
                      <a:pt x="12" y="1"/>
                    </a:cubicBezTo>
                    <a:cubicBezTo>
                      <a:pt x="8" y="0"/>
                      <a:pt x="4" y="2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79" name="Freeform 307">
                <a:extLst>
                  <a:ext uri="{FF2B5EF4-FFF2-40B4-BE49-F238E27FC236}">
                    <a16:creationId xmlns:a16="http://schemas.microsoft.com/office/drawing/2014/main" id="{CDEB9F3D-D3F8-4702-BF4E-34301C9F1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121"/>
                <a:ext cx="40" cy="18"/>
              </a:xfrm>
              <a:custGeom>
                <a:avLst/>
                <a:gdLst>
                  <a:gd name="T0" fmla="*/ 0 w 23"/>
                  <a:gd name="T1" fmla="*/ 52 h 10"/>
                  <a:gd name="T2" fmla="*/ 348 w 23"/>
                  <a:gd name="T3" fmla="*/ 0 h 10"/>
                  <a:gd name="T4" fmla="*/ 28 w 23"/>
                  <a:gd name="T5" fmla="*/ 7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3"/>
                    </a:moveTo>
                    <a:cubicBezTo>
                      <a:pt x="8" y="6"/>
                      <a:pt x="16" y="5"/>
                      <a:pt x="22" y="0"/>
                    </a:cubicBezTo>
                    <a:cubicBezTo>
                      <a:pt x="23" y="8"/>
                      <a:pt x="3" y="10"/>
                      <a:pt x="2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0" name="Freeform 308">
                <a:extLst>
                  <a:ext uri="{FF2B5EF4-FFF2-40B4-BE49-F238E27FC236}">
                    <a16:creationId xmlns:a16="http://schemas.microsoft.com/office/drawing/2014/main" id="{62A5A058-D3D1-4C0C-9C4B-7A84882F1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984"/>
                <a:ext cx="16" cy="35"/>
              </a:xfrm>
              <a:custGeom>
                <a:avLst/>
                <a:gdLst>
                  <a:gd name="T0" fmla="*/ 158 w 9"/>
                  <a:gd name="T1" fmla="*/ 400 h 19"/>
                  <a:gd name="T2" fmla="*/ 114 w 9"/>
                  <a:gd name="T3" fmla="*/ 0 h 19"/>
                  <a:gd name="T4" fmla="*/ 0 w 9"/>
                  <a:gd name="T5" fmla="*/ 379 h 19"/>
                  <a:gd name="T6" fmla="*/ 117 w 9"/>
                  <a:gd name="T7" fmla="*/ 40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3" y="14"/>
                      <a:pt x="5" y="7"/>
                      <a:pt x="6" y="0"/>
                    </a:cubicBezTo>
                    <a:cubicBezTo>
                      <a:pt x="3" y="6"/>
                      <a:pt x="4" y="14"/>
                      <a:pt x="0" y="18"/>
                    </a:cubicBezTo>
                    <a:cubicBezTo>
                      <a:pt x="2" y="18"/>
                      <a:pt x="5" y="18"/>
                      <a:pt x="7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1" name="Freeform 309">
                <a:extLst>
                  <a:ext uri="{FF2B5EF4-FFF2-40B4-BE49-F238E27FC236}">
                    <a16:creationId xmlns:a16="http://schemas.microsoft.com/office/drawing/2014/main" id="{C1DFB51D-B608-47D3-9DAF-400D03F2B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973"/>
                <a:ext cx="45" cy="59"/>
              </a:xfrm>
              <a:custGeom>
                <a:avLst/>
                <a:gdLst>
                  <a:gd name="T0" fmla="*/ 405 w 26"/>
                  <a:gd name="T1" fmla="*/ 194 h 32"/>
                  <a:gd name="T2" fmla="*/ 279 w 26"/>
                  <a:gd name="T3" fmla="*/ 275 h 32"/>
                  <a:gd name="T4" fmla="*/ 171 w 26"/>
                  <a:gd name="T5" fmla="*/ 407 h 32"/>
                  <a:gd name="T6" fmla="*/ 107 w 26"/>
                  <a:gd name="T7" fmla="*/ 684 h 32"/>
                  <a:gd name="T8" fmla="*/ 171 w 26"/>
                  <a:gd name="T9" fmla="*/ 275 h 32"/>
                  <a:gd name="T10" fmla="*/ 0 w 26"/>
                  <a:gd name="T11" fmla="*/ 0 h 32"/>
                  <a:gd name="T12" fmla="*/ 206 w 26"/>
                  <a:gd name="T13" fmla="*/ 149 h 32"/>
                  <a:gd name="T14" fmla="*/ 279 w 26"/>
                  <a:gd name="T15" fmla="*/ 207 h 32"/>
                  <a:gd name="T16" fmla="*/ 405 w 26"/>
                  <a:gd name="T17" fmla="*/ 207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2">
                    <a:moveTo>
                      <a:pt x="26" y="9"/>
                    </a:moveTo>
                    <a:cubicBezTo>
                      <a:pt x="23" y="11"/>
                      <a:pt x="21" y="11"/>
                      <a:pt x="18" y="13"/>
                    </a:cubicBezTo>
                    <a:cubicBezTo>
                      <a:pt x="15" y="14"/>
                      <a:pt x="13" y="16"/>
                      <a:pt x="11" y="19"/>
                    </a:cubicBezTo>
                    <a:cubicBezTo>
                      <a:pt x="8" y="23"/>
                      <a:pt x="7" y="27"/>
                      <a:pt x="7" y="32"/>
                    </a:cubicBezTo>
                    <a:cubicBezTo>
                      <a:pt x="4" y="25"/>
                      <a:pt x="12" y="20"/>
                      <a:pt x="11" y="13"/>
                    </a:cubicBezTo>
                    <a:cubicBezTo>
                      <a:pt x="11" y="6"/>
                      <a:pt x="4" y="3"/>
                      <a:pt x="0" y="0"/>
                    </a:cubicBezTo>
                    <a:cubicBezTo>
                      <a:pt x="5" y="1"/>
                      <a:pt x="10" y="3"/>
                      <a:pt x="13" y="7"/>
                    </a:cubicBezTo>
                    <a:cubicBezTo>
                      <a:pt x="15" y="9"/>
                      <a:pt x="15" y="9"/>
                      <a:pt x="18" y="10"/>
                    </a:cubicBezTo>
                    <a:cubicBezTo>
                      <a:pt x="21" y="10"/>
                      <a:pt x="23" y="9"/>
                      <a:pt x="26" y="1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2" name="Freeform 310">
                <a:extLst>
                  <a:ext uri="{FF2B5EF4-FFF2-40B4-BE49-F238E27FC236}">
                    <a16:creationId xmlns:a16="http://schemas.microsoft.com/office/drawing/2014/main" id="{85804B7C-E134-471B-8FAD-79AD9030C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912"/>
                <a:ext cx="43" cy="57"/>
              </a:xfrm>
              <a:custGeom>
                <a:avLst/>
                <a:gdLst>
                  <a:gd name="T0" fmla="*/ 77 w 25"/>
                  <a:gd name="T1" fmla="*/ 24 h 31"/>
                  <a:gd name="T2" fmla="*/ 169 w 25"/>
                  <a:gd name="T3" fmla="*/ 460 h 31"/>
                  <a:gd name="T4" fmla="*/ 375 w 25"/>
                  <a:gd name="T5" fmla="*/ 585 h 31"/>
                  <a:gd name="T6" fmla="*/ 107 w 25"/>
                  <a:gd name="T7" fmla="*/ 460 h 31"/>
                  <a:gd name="T8" fmla="*/ 86 w 25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5" y="1"/>
                    </a:moveTo>
                    <a:cubicBezTo>
                      <a:pt x="0" y="4"/>
                      <a:pt x="8" y="19"/>
                      <a:pt x="11" y="22"/>
                    </a:cubicBezTo>
                    <a:cubicBezTo>
                      <a:pt x="14" y="26"/>
                      <a:pt x="20" y="31"/>
                      <a:pt x="25" y="28"/>
                    </a:cubicBezTo>
                    <a:cubicBezTo>
                      <a:pt x="18" y="31"/>
                      <a:pt x="11" y="29"/>
                      <a:pt x="7" y="22"/>
                    </a:cubicBezTo>
                    <a:cubicBezTo>
                      <a:pt x="3" y="16"/>
                      <a:pt x="1" y="5"/>
                      <a:pt x="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3" name="Freeform 311">
                <a:extLst>
                  <a:ext uri="{FF2B5EF4-FFF2-40B4-BE49-F238E27FC236}">
                    <a16:creationId xmlns:a16="http://schemas.microsoft.com/office/drawing/2014/main" id="{A8ADA702-4D3C-43A4-99C6-CE5063C7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1943"/>
                <a:ext cx="33" cy="39"/>
              </a:xfrm>
              <a:custGeom>
                <a:avLst/>
                <a:gdLst>
                  <a:gd name="T0" fmla="*/ 49 w 19"/>
                  <a:gd name="T1" fmla="*/ 358 h 21"/>
                  <a:gd name="T2" fmla="*/ 148 w 19"/>
                  <a:gd name="T3" fmla="*/ 334 h 21"/>
                  <a:gd name="T4" fmla="*/ 221 w 19"/>
                  <a:gd name="T5" fmla="*/ 238 h 21"/>
                  <a:gd name="T6" fmla="*/ 299 w 19"/>
                  <a:gd name="T7" fmla="*/ 0 h 21"/>
                  <a:gd name="T8" fmla="*/ 257 w 19"/>
                  <a:gd name="T9" fmla="*/ 262 h 21"/>
                  <a:gd name="T10" fmla="*/ 156 w 19"/>
                  <a:gd name="T11" fmla="*/ 462 h 21"/>
                  <a:gd name="T12" fmla="*/ 0 w 19"/>
                  <a:gd name="T13" fmla="*/ 35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3" y="16"/>
                    </a:moveTo>
                    <a:cubicBezTo>
                      <a:pt x="3" y="15"/>
                      <a:pt x="7" y="15"/>
                      <a:pt x="9" y="15"/>
                    </a:cubicBezTo>
                    <a:cubicBezTo>
                      <a:pt x="11" y="14"/>
                      <a:pt x="13" y="13"/>
                      <a:pt x="14" y="11"/>
                    </a:cubicBezTo>
                    <a:cubicBezTo>
                      <a:pt x="17" y="8"/>
                      <a:pt x="18" y="3"/>
                      <a:pt x="19" y="0"/>
                    </a:cubicBezTo>
                    <a:cubicBezTo>
                      <a:pt x="19" y="4"/>
                      <a:pt x="18" y="9"/>
                      <a:pt x="16" y="12"/>
                    </a:cubicBezTo>
                    <a:cubicBezTo>
                      <a:pt x="14" y="15"/>
                      <a:pt x="10" y="18"/>
                      <a:pt x="10" y="21"/>
                    </a:cubicBezTo>
                    <a:cubicBezTo>
                      <a:pt x="7" y="21"/>
                      <a:pt x="3" y="17"/>
                      <a:pt x="0" y="1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4" name="Freeform 312">
                <a:extLst>
                  <a:ext uri="{FF2B5EF4-FFF2-40B4-BE49-F238E27FC236}">
                    <a16:creationId xmlns:a16="http://schemas.microsoft.com/office/drawing/2014/main" id="{60FE20E6-EA29-445C-9188-E33439BA6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947"/>
                <a:ext cx="24" cy="41"/>
              </a:xfrm>
              <a:custGeom>
                <a:avLst/>
                <a:gdLst>
                  <a:gd name="T0" fmla="*/ 45 w 14"/>
                  <a:gd name="T1" fmla="*/ 0 h 22"/>
                  <a:gd name="T2" fmla="*/ 0 w 14"/>
                  <a:gd name="T3" fmla="*/ 226 h 22"/>
                  <a:gd name="T4" fmla="*/ 206 w 14"/>
                  <a:gd name="T5" fmla="*/ 494 h 22"/>
                  <a:gd name="T6" fmla="*/ 168 w 14"/>
                  <a:gd name="T7" fmla="*/ 265 h 22"/>
                  <a:gd name="T8" fmla="*/ 86 w 14"/>
                  <a:gd name="T9" fmla="*/ 7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3" y="2"/>
                      <a:pt x="6" y="12"/>
                      <a:pt x="0" y="10"/>
                    </a:cubicBezTo>
                    <a:cubicBezTo>
                      <a:pt x="7" y="11"/>
                      <a:pt x="11" y="16"/>
                      <a:pt x="14" y="22"/>
                    </a:cubicBezTo>
                    <a:cubicBezTo>
                      <a:pt x="13" y="19"/>
                      <a:pt x="12" y="15"/>
                      <a:pt x="11" y="12"/>
                    </a:cubicBezTo>
                    <a:cubicBezTo>
                      <a:pt x="10" y="8"/>
                      <a:pt x="7" y="6"/>
                      <a:pt x="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5" name="Freeform 313">
                <a:extLst>
                  <a:ext uri="{FF2B5EF4-FFF2-40B4-BE49-F238E27FC236}">
                    <a16:creationId xmlns:a16="http://schemas.microsoft.com/office/drawing/2014/main" id="{91B6624D-65D7-411B-B59E-522E91489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936"/>
                <a:ext cx="42" cy="42"/>
              </a:xfrm>
              <a:custGeom>
                <a:avLst/>
                <a:gdLst>
                  <a:gd name="T0" fmla="*/ 399 w 24"/>
                  <a:gd name="T1" fmla="*/ 391 h 23"/>
                  <a:gd name="T2" fmla="*/ 172 w 24"/>
                  <a:gd name="T3" fmla="*/ 298 h 23"/>
                  <a:gd name="T4" fmla="*/ 65 w 24"/>
                  <a:gd name="T5" fmla="*/ 0 h 23"/>
                  <a:gd name="T6" fmla="*/ 151 w 24"/>
                  <a:gd name="T7" fmla="*/ 420 h 23"/>
                  <a:gd name="T8" fmla="*/ 376 w 24"/>
                  <a:gd name="T9" fmla="*/ 39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4" y="19"/>
                    </a:moveTo>
                    <a:cubicBezTo>
                      <a:pt x="18" y="19"/>
                      <a:pt x="15" y="19"/>
                      <a:pt x="10" y="15"/>
                    </a:cubicBezTo>
                    <a:cubicBezTo>
                      <a:pt x="5" y="11"/>
                      <a:pt x="3" y="7"/>
                      <a:pt x="4" y="0"/>
                    </a:cubicBezTo>
                    <a:cubicBezTo>
                      <a:pt x="0" y="6"/>
                      <a:pt x="3" y="18"/>
                      <a:pt x="9" y="21"/>
                    </a:cubicBezTo>
                    <a:cubicBezTo>
                      <a:pt x="14" y="23"/>
                      <a:pt x="19" y="21"/>
                      <a:pt x="23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6" name="Freeform 314">
                <a:extLst>
                  <a:ext uri="{FF2B5EF4-FFF2-40B4-BE49-F238E27FC236}">
                    <a16:creationId xmlns:a16="http://schemas.microsoft.com/office/drawing/2014/main" id="{11B0FEF7-6471-4F2D-933B-3CDCEDAB2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954"/>
                <a:ext cx="47" cy="63"/>
              </a:xfrm>
              <a:custGeom>
                <a:avLst/>
                <a:gdLst>
                  <a:gd name="T0" fmla="*/ 91 w 27"/>
                  <a:gd name="T1" fmla="*/ 745 h 34"/>
                  <a:gd name="T2" fmla="*/ 111 w 27"/>
                  <a:gd name="T3" fmla="*/ 330 h 34"/>
                  <a:gd name="T4" fmla="*/ 433 w 27"/>
                  <a:gd name="T5" fmla="*/ 0 h 34"/>
                  <a:gd name="T6" fmla="*/ 85 w 27"/>
                  <a:gd name="T7" fmla="*/ 306 h 34"/>
                  <a:gd name="T8" fmla="*/ 91 w 27"/>
                  <a:gd name="T9" fmla="*/ 69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4">
                    <a:moveTo>
                      <a:pt x="6" y="34"/>
                    </a:moveTo>
                    <a:cubicBezTo>
                      <a:pt x="0" y="34"/>
                      <a:pt x="6" y="17"/>
                      <a:pt x="7" y="15"/>
                    </a:cubicBezTo>
                    <a:cubicBezTo>
                      <a:pt x="11" y="7"/>
                      <a:pt x="17" y="0"/>
                      <a:pt x="27" y="0"/>
                    </a:cubicBezTo>
                    <a:cubicBezTo>
                      <a:pt x="16" y="0"/>
                      <a:pt x="8" y="4"/>
                      <a:pt x="5" y="14"/>
                    </a:cubicBezTo>
                    <a:cubicBezTo>
                      <a:pt x="3" y="20"/>
                      <a:pt x="3" y="27"/>
                      <a:pt x="6" y="3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7" name="Freeform 315">
                <a:extLst>
                  <a:ext uri="{FF2B5EF4-FFF2-40B4-BE49-F238E27FC236}">
                    <a16:creationId xmlns:a16="http://schemas.microsoft.com/office/drawing/2014/main" id="{27CEB315-A36A-42C1-80D6-75D1EA809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995"/>
                <a:ext cx="38" cy="35"/>
              </a:xfrm>
              <a:custGeom>
                <a:avLst/>
                <a:gdLst>
                  <a:gd name="T0" fmla="*/ 0 w 22"/>
                  <a:gd name="T1" fmla="*/ 356 h 19"/>
                  <a:gd name="T2" fmla="*/ 62 w 22"/>
                  <a:gd name="T3" fmla="*/ 356 h 19"/>
                  <a:gd name="T4" fmla="*/ 233 w 22"/>
                  <a:gd name="T5" fmla="*/ 230 h 19"/>
                  <a:gd name="T6" fmla="*/ 340 w 22"/>
                  <a:gd name="T7" fmla="*/ 0 h 19"/>
                  <a:gd name="T8" fmla="*/ 212 w 22"/>
                  <a:gd name="T9" fmla="*/ 326 h 19"/>
                  <a:gd name="T10" fmla="*/ 0 w 22"/>
                  <a:gd name="T11" fmla="*/ 37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9">
                    <a:moveTo>
                      <a:pt x="0" y="17"/>
                    </a:moveTo>
                    <a:cubicBezTo>
                      <a:pt x="0" y="18"/>
                      <a:pt x="3" y="17"/>
                      <a:pt x="4" y="17"/>
                    </a:cubicBezTo>
                    <a:cubicBezTo>
                      <a:pt x="8" y="16"/>
                      <a:pt x="12" y="13"/>
                      <a:pt x="15" y="11"/>
                    </a:cubicBezTo>
                    <a:cubicBezTo>
                      <a:pt x="19" y="7"/>
                      <a:pt x="19" y="4"/>
                      <a:pt x="22" y="0"/>
                    </a:cubicBezTo>
                    <a:cubicBezTo>
                      <a:pt x="22" y="7"/>
                      <a:pt x="21" y="11"/>
                      <a:pt x="14" y="15"/>
                    </a:cubicBezTo>
                    <a:cubicBezTo>
                      <a:pt x="11" y="17"/>
                      <a:pt x="4" y="19"/>
                      <a:pt x="0" y="18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8" name="Freeform 316">
                <a:extLst>
                  <a:ext uri="{FF2B5EF4-FFF2-40B4-BE49-F238E27FC236}">
                    <a16:creationId xmlns:a16="http://schemas.microsoft.com/office/drawing/2014/main" id="{C8CB2D6F-1EEB-4CCB-B1DA-1D9472DD5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134"/>
                <a:ext cx="31" cy="64"/>
              </a:xfrm>
              <a:custGeom>
                <a:avLst/>
                <a:gdLst>
                  <a:gd name="T0" fmla="*/ 270 w 18"/>
                  <a:gd name="T1" fmla="*/ 53 h 35"/>
                  <a:gd name="T2" fmla="*/ 62 w 18"/>
                  <a:gd name="T3" fmla="*/ 415 h 35"/>
                  <a:gd name="T4" fmla="*/ 184 w 18"/>
                  <a:gd name="T5" fmla="*/ 658 h 35"/>
                  <a:gd name="T6" fmla="*/ 16 w 18"/>
                  <a:gd name="T7" fmla="*/ 368 h 35"/>
                  <a:gd name="T8" fmla="*/ 83 w 18"/>
                  <a:gd name="T9" fmla="*/ 146 h 35"/>
                  <a:gd name="T10" fmla="*/ 48 w 18"/>
                  <a:gd name="T11" fmla="*/ 0 h 35"/>
                  <a:gd name="T12" fmla="*/ 246 w 18"/>
                  <a:gd name="T13" fmla="*/ 53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5">
                    <a:moveTo>
                      <a:pt x="18" y="3"/>
                    </a:moveTo>
                    <a:cubicBezTo>
                      <a:pt x="10" y="2"/>
                      <a:pt x="4" y="13"/>
                      <a:pt x="4" y="20"/>
                    </a:cubicBezTo>
                    <a:cubicBezTo>
                      <a:pt x="3" y="26"/>
                      <a:pt x="6" y="30"/>
                      <a:pt x="12" y="32"/>
                    </a:cubicBezTo>
                    <a:cubicBezTo>
                      <a:pt x="3" y="35"/>
                      <a:pt x="0" y="25"/>
                      <a:pt x="1" y="18"/>
                    </a:cubicBezTo>
                    <a:cubicBezTo>
                      <a:pt x="1" y="14"/>
                      <a:pt x="4" y="11"/>
                      <a:pt x="5" y="7"/>
                    </a:cubicBezTo>
                    <a:cubicBezTo>
                      <a:pt x="6" y="4"/>
                      <a:pt x="5" y="3"/>
                      <a:pt x="3" y="0"/>
                    </a:cubicBezTo>
                    <a:cubicBezTo>
                      <a:pt x="7" y="0"/>
                      <a:pt x="11" y="3"/>
                      <a:pt x="1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9" name="Freeform 317">
                <a:extLst>
                  <a:ext uri="{FF2B5EF4-FFF2-40B4-BE49-F238E27FC236}">
                    <a16:creationId xmlns:a16="http://schemas.microsoft.com/office/drawing/2014/main" id="{4A75A219-12A5-45FA-A1F5-6BCC6C0BE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2361"/>
                <a:ext cx="118" cy="85"/>
              </a:xfrm>
              <a:custGeom>
                <a:avLst/>
                <a:gdLst>
                  <a:gd name="T0" fmla="*/ 0 w 68"/>
                  <a:gd name="T1" fmla="*/ 796 h 46"/>
                  <a:gd name="T2" fmla="*/ 283 w 68"/>
                  <a:gd name="T3" fmla="*/ 990 h 46"/>
                  <a:gd name="T4" fmla="*/ 816 w 68"/>
                  <a:gd name="T5" fmla="*/ 730 h 46"/>
                  <a:gd name="T6" fmla="*/ 1024 w 68"/>
                  <a:gd name="T7" fmla="*/ 386 h 46"/>
                  <a:gd name="T8" fmla="*/ 1072 w 68"/>
                  <a:gd name="T9" fmla="*/ 0 h 46"/>
                  <a:gd name="T10" fmla="*/ 979 w 68"/>
                  <a:gd name="T11" fmla="*/ 327 h 46"/>
                  <a:gd name="T12" fmla="*/ 774 w 68"/>
                  <a:gd name="T13" fmla="*/ 641 h 46"/>
                  <a:gd name="T14" fmla="*/ 470 w 68"/>
                  <a:gd name="T15" fmla="*/ 782 h 46"/>
                  <a:gd name="T16" fmla="*/ 257 w 68"/>
                  <a:gd name="T17" fmla="*/ 885 h 46"/>
                  <a:gd name="T18" fmla="*/ 16 w 68"/>
                  <a:gd name="T19" fmla="*/ 782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6">
                    <a:moveTo>
                      <a:pt x="0" y="37"/>
                    </a:moveTo>
                    <a:cubicBezTo>
                      <a:pt x="6" y="35"/>
                      <a:pt x="15" y="41"/>
                      <a:pt x="18" y="46"/>
                    </a:cubicBezTo>
                    <a:cubicBezTo>
                      <a:pt x="21" y="33"/>
                      <a:pt x="43" y="37"/>
                      <a:pt x="52" y="34"/>
                    </a:cubicBezTo>
                    <a:cubicBezTo>
                      <a:pt x="59" y="31"/>
                      <a:pt x="62" y="24"/>
                      <a:pt x="65" y="18"/>
                    </a:cubicBezTo>
                    <a:cubicBezTo>
                      <a:pt x="68" y="12"/>
                      <a:pt x="66" y="6"/>
                      <a:pt x="68" y="0"/>
                    </a:cubicBezTo>
                    <a:cubicBezTo>
                      <a:pt x="64" y="3"/>
                      <a:pt x="64" y="10"/>
                      <a:pt x="62" y="15"/>
                    </a:cubicBezTo>
                    <a:cubicBezTo>
                      <a:pt x="59" y="20"/>
                      <a:pt x="54" y="26"/>
                      <a:pt x="49" y="30"/>
                    </a:cubicBezTo>
                    <a:cubicBezTo>
                      <a:pt x="43" y="34"/>
                      <a:pt x="37" y="35"/>
                      <a:pt x="30" y="36"/>
                    </a:cubicBezTo>
                    <a:cubicBezTo>
                      <a:pt x="25" y="36"/>
                      <a:pt x="20" y="36"/>
                      <a:pt x="16" y="41"/>
                    </a:cubicBezTo>
                    <a:cubicBezTo>
                      <a:pt x="11" y="37"/>
                      <a:pt x="8" y="36"/>
                      <a:pt x="1" y="3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0" name="Freeform 318">
                <a:extLst>
                  <a:ext uri="{FF2B5EF4-FFF2-40B4-BE49-F238E27FC236}">
                    <a16:creationId xmlns:a16="http://schemas.microsoft.com/office/drawing/2014/main" id="{1C587EB3-9975-4A1F-B591-B8FC8D438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337"/>
                <a:ext cx="41" cy="87"/>
              </a:xfrm>
              <a:custGeom>
                <a:avLst/>
                <a:gdLst>
                  <a:gd name="T0" fmla="*/ 0 w 24"/>
                  <a:gd name="T1" fmla="*/ 515 h 47"/>
                  <a:gd name="T2" fmla="*/ 145 w 24"/>
                  <a:gd name="T3" fmla="*/ 539 h 47"/>
                  <a:gd name="T4" fmla="*/ 231 w 24"/>
                  <a:gd name="T5" fmla="*/ 363 h 47"/>
                  <a:gd name="T6" fmla="*/ 350 w 24"/>
                  <a:gd name="T7" fmla="*/ 0 h 47"/>
                  <a:gd name="T8" fmla="*/ 265 w 24"/>
                  <a:gd name="T9" fmla="*/ 589 h 47"/>
                  <a:gd name="T10" fmla="*/ 248 w 24"/>
                  <a:gd name="T11" fmla="*/ 789 h 47"/>
                  <a:gd name="T12" fmla="*/ 289 w 24"/>
                  <a:gd name="T13" fmla="*/ 1022 h 47"/>
                  <a:gd name="T14" fmla="*/ 161 w 24"/>
                  <a:gd name="T15" fmla="*/ 716 h 47"/>
                  <a:gd name="T16" fmla="*/ 26 w 24"/>
                  <a:gd name="T17" fmla="*/ 507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0" y="24"/>
                    </a:moveTo>
                    <a:cubicBezTo>
                      <a:pt x="3" y="24"/>
                      <a:pt x="7" y="26"/>
                      <a:pt x="10" y="25"/>
                    </a:cubicBezTo>
                    <a:cubicBezTo>
                      <a:pt x="13" y="23"/>
                      <a:pt x="15" y="20"/>
                      <a:pt x="16" y="17"/>
                    </a:cubicBezTo>
                    <a:cubicBezTo>
                      <a:pt x="18" y="11"/>
                      <a:pt x="19" y="4"/>
                      <a:pt x="24" y="0"/>
                    </a:cubicBezTo>
                    <a:cubicBezTo>
                      <a:pt x="19" y="7"/>
                      <a:pt x="21" y="18"/>
                      <a:pt x="18" y="27"/>
                    </a:cubicBezTo>
                    <a:cubicBezTo>
                      <a:pt x="17" y="30"/>
                      <a:pt x="16" y="33"/>
                      <a:pt x="17" y="36"/>
                    </a:cubicBezTo>
                    <a:cubicBezTo>
                      <a:pt x="17" y="40"/>
                      <a:pt x="19" y="43"/>
                      <a:pt x="20" y="47"/>
                    </a:cubicBezTo>
                    <a:cubicBezTo>
                      <a:pt x="16" y="43"/>
                      <a:pt x="14" y="37"/>
                      <a:pt x="11" y="33"/>
                    </a:cubicBezTo>
                    <a:cubicBezTo>
                      <a:pt x="8" y="29"/>
                      <a:pt x="4" y="26"/>
                      <a:pt x="2" y="2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1" name="Freeform 319">
                <a:extLst>
                  <a:ext uri="{FF2B5EF4-FFF2-40B4-BE49-F238E27FC236}">
                    <a16:creationId xmlns:a16="http://schemas.microsoft.com/office/drawing/2014/main" id="{42A709E5-C866-44FD-88B8-070AEA074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287"/>
                <a:ext cx="62" cy="59"/>
              </a:xfrm>
              <a:custGeom>
                <a:avLst/>
                <a:gdLst>
                  <a:gd name="T0" fmla="*/ 353 w 36"/>
                  <a:gd name="T1" fmla="*/ 684 h 32"/>
                  <a:gd name="T2" fmla="*/ 255 w 36"/>
                  <a:gd name="T3" fmla="*/ 177 h 32"/>
                  <a:gd name="T4" fmla="*/ 0 w 36"/>
                  <a:gd name="T5" fmla="*/ 0 h 32"/>
                  <a:gd name="T6" fmla="*/ 353 w 36"/>
                  <a:gd name="T7" fmla="*/ 61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23" y="32"/>
                    </a:moveTo>
                    <a:cubicBezTo>
                      <a:pt x="26" y="23"/>
                      <a:pt x="24" y="16"/>
                      <a:pt x="17" y="8"/>
                    </a:cubicBezTo>
                    <a:cubicBezTo>
                      <a:pt x="12" y="3"/>
                      <a:pt x="6" y="3"/>
                      <a:pt x="0" y="0"/>
                    </a:cubicBezTo>
                    <a:cubicBezTo>
                      <a:pt x="15" y="0"/>
                      <a:pt x="36" y="14"/>
                      <a:pt x="23" y="2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2" name="Freeform 320">
                <a:extLst>
                  <a:ext uri="{FF2B5EF4-FFF2-40B4-BE49-F238E27FC236}">
                    <a16:creationId xmlns:a16="http://schemas.microsoft.com/office/drawing/2014/main" id="{A105D5B4-DE8E-48A6-804B-567F65280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073"/>
                <a:ext cx="26" cy="57"/>
              </a:xfrm>
              <a:custGeom>
                <a:avLst/>
                <a:gdLst>
                  <a:gd name="T0" fmla="*/ 208 w 15"/>
                  <a:gd name="T1" fmla="*/ 81 h 31"/>
                  <a:gd name="T2" fmla="*/ 85 w 15"/>
                  <a:gd name="T3" fmla="*/ 379 h 31"/>
                  <a:gd name="T4" fmla="*/ 234 w 15"/>
                  <a:gd name="T5" fmla="*/ 653 h 31"/>
                  <a:gd name="T6" fmla="*/ 147 w 15"/>
                  <a:gd name="T7" fmla="*/ 572 h 31"/>
                  <a:gd name="T8" fmla="*/ 62 w 15"/>
                  <a:gd name="T9" fmla="*/ 447 h 31"/>
                  <a:gd name="T10" fmla="*/ 49 w 15"/>
                  <a:gd name="T11" fmla="*/ 193 h 31"/>
                  <a:gd name="T12" fmla="*/ 0 w 15"/>
                  <a:gd name="T13" fmla="*/ 0 h 31"/>
                  <a:gd name="T14" fmla="*/ 172 w 15"/>
                  <a:gd name="T15" fmla="*/ 105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1">
                    <a:moveTo>
                      <a:pt x="13" y="4"/>
                    </a:moveTo>
                    <a:cubicBezTo>
                      <a:pt x="7" y="5"/>
                      <a:pt x="3" y="12"/>
                      <a:pt x="5" y="18"/>
                    </a:cubicBezTo>
                    <a:cubicBezTo>
                      <a:pt x="7" y="23"/>
                      <a:pt x="12" y="28"/>
                      <a:pt x="15" y="31"/>
                    </a:cubicBezTo>
                    <a:cubicBezTo>
                      <a:pt x="13" y="30"/>
                      <a:pt x="11" y="29"/>
                      <a:pt x="9" y="27"/>
                    </a:cubicBezTo>
                    <a:cubicBezTo>
                      <a:pt x="5" y="25"/>
                      <a:pt x="4" y="26"/>
                      <a:pt x="4" y="21"/>
                    </a:cubicBezTo>
                    <a:cubicBezTo>
                      <a:pt x="3" y="17"/>
                      <a:pt x="3" y="13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3" y="1"/>
                      <a:pt x="8" y="4"/>
                      <a:pt x="11" y="5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3" name="Freeform 321">
                <a:extLst>
                  <a:ext uri="{FF2B5EF4-FFF2-40B4-BE49-F238E27FC236}">
                    <a16:creationId xmlns:a16="http://schemas.microsoft.com/office/drawing/2014/main" id="{DB827C4F-9DD9-4075-B769-D93337C9E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049"/>
                <a:ext cx="47" cy="70"/>
              </a:xfrm>
              <a:custGeom>
                <a:avLst/>
                <a:gdLst>
                  <a:gd name="T0" fmla="*/ 0 w 27"/>
                  <a:gd name="T1" fmla="*/ 68 h 38"/>
                  <a:gd name="T2" fmla="*/ 221 w 27"/>
                  <a:gd name="T3" fmla="*/ 451 h 38"/>
                  <a:gd name="T4" fmla="*/ 158 w 27"/>
                  <a:gd name="T5" fmla="*/ 737 h 38"/>
                  <a:gd name="T6" fmla="*/ 299 w 27"/>
                  <a:gd name="T7" fmla="*/ 807 h 38"/>
                  <a:gd name="T8" fmla="*/ 433 w 27"/>
                  <a:gd name="T9" fmla="*/ 356 h 38"/>
                  <a:gd name="T10" fmla="*/ 336 w 27"/>
                  <a:gd name="T11" fmla="*/ 424 h 38"/>
                  <a:gd name="T12" fmla="*/ 275 w 27"/>
                  <a:gd name="T13" fmla="*/ 505 h 38"/>
                  <a:gd name="T14" fmla="*/ 172 w 27"/>
                  <a:gd name="T15" fmla="*/ 177 h 38"/>
                  <a:gd name="T16" fmla="*/ 16 w 27"/>
                  <a:gd name="T17" fmla="*/ 6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8">
                    <a:moveTo>
                      <a:pt x="0" y="3"/>
                    </a:moveTo>
                    <a:cubicBezTo>
                      <a:pt x="8" y="6"/>
                      <a:pt x="12" y="13"/>
                      <a:pt x="14" y="21"/>
                    </a:cubicBezTo>
                    <a:cubicBezTo>
                      <a:pt x="15" y="25"/>
                      <a:pt x="13" y="32"/>
                      <a:pt x="10" y="35"/>
                    </a:cubicBezTo>
                    <a:cubicBezTo>
                      <a:pt x="14" y="35"/>
                      <a:pt x="17" y="36"/>
                      <a:pt x="19" y="38"/>
                    </a:cubicBezTo>
                    <a:cubicBezTo>
                      <a:pt x="13" y="33"/>
                      <a:pt x="22" y="20"/>
                      <a:pt x="27" y="17"/>
                    </a:cubicBezTo>
                    <a:cubicBezTo>
                      <a:pt x="25" y="18"/>
                      <a:pt x="23" y="19"/>
                      <a:pt x="21" y="20"/>
                    </a:cubicBezTo>
                    <a:cubicBezTo>
                      <a:pt x="20" y="21"/>
                      <a:pt x="19" y="24"/>
                      <a:pt x="17" y="24"/>
                    </a:cubicBezTo>
                    <a:cubicBezTo>
                      <a:pt x="14" y="19"/>
                      <a:pt x="15" y="13"/>
                      <a:pt x="11" y="8"/>
                    </a:cubicBezTo>
                    <a:cubicBezTo>
                      <a:pt x="9" y="6"/>
                      <a:pt x="3" y="0"/>
                      <a:pt x="1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4" name="Freeform 322">
                <a:extLst>
                  <a:ext uri="{FF2B5EF4-FFF2-40B4-BE49-F238E27FC236}">
                    <a16:creationId xmlns:a16="http://schemas.microsoft.com/office/drawing/2014/main" id="{912FBD51-062F-4126-A4A9-7E88A8936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200"/>
                <a:ext cx="47" cy="72"/>
              </a:xfrm>
              <a:custGeom>
                <a:avLst/>
                <a:gdLst>
                  <a:gd name="T0" fmla="*/ 433 w 27"/>
                  <a:gd name="T1" fmla="*/ 685 h 39"/>
                  <a:gd name="T2" fmla="*/ 0 w 27"/>
                  <a:gd name="T3" fmla="*/ 0 h 39"/>
                  <a:gd name="T4" fmla="*/ 111 w 27"/>
                  <a:gd name="T5" fmla="*/ 476 h 39"/>
                  <a:gd name="T6" fmla="*/ 172 w 27"/>
                  <a:gd name="T7" fmla="*/ 838 h 39"/>
                  <a:gd name="T8" fmla="*/ 433 w 27"/>
                  <a:gd name="T9" fmla="*/ 72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7" y="32"/>
                    </a:moveTo>
                    <a:cubicBezTo>
                      <a:pt x="8" y="36"/>
                      <a:pt x="8" y="11"/>
                      <a:pt x="0" y="0"/>
                    </a:cubicBezTo>
                    <a:cubicBezTo>
                      <a:pt x="2" y="7"/>
                      <a:pt x="4" y="14"/>
                      <a:pt x="7" y="22"/>
                    </a:cubicBezTo>
                    <a:cubicBezTo>
                      <a:pt x="9" y="27"/>
                      <a:pt x="13" y="33"/>
                      <a:pt x="11" y="39"/>
                    </a:cubicBezTo>
                    <a:cubicBezTo>
                      <a:pt x="15" y="36"/>
                      <a:pt x="22" y="34"/>
                      <a:pt x="27" y="3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5" name="Freeform 323">
                <a:extLst>
                  <a:ext uri="{FF2B5EF4-FFF2-40B4-BE49-F238E27FC236}">
                    <a16:creationId xmlns:a16="http://schemas.microsoft.com/office/drawing/2014/main" id="{34251850-DD69-4CF1-B695-B56009797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283"/>
                <a:ext cx="23" cy="32"/>
              </a:xfrm>
              <a:custGeom>
                <a:avLst/>
                <a:gdLst>
                  <a:gd name="T0" fmla="*/ 106 w 13"/>
                  <a:gd name="T1" fmla="*/ 28 h 17"/>
                  <a:gd name="T2" fmla="*/ 228 w 13"/>
                  <a:gd name="T3" fmla="*/ 401 h 17"/>
                  <a:gd name="T4" fmla="*/ 88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6" y="1"/>
                    </a:moveTo>
                    <a:cubicBezTo>
                      <a:pt x="6" y="6"/>
                      <a:pt x="8" y="15"/>
                      <a:pt x="13" y="17"/>
                    </a:cubicBezTo>
                    <a:cubicBezTo>
                      <a:pt x="8" y="16"/>
                      <a:pt x="0" y="5"/>
                      <a:pt x="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6" name="Freeform 324">
                <a:extLst>
                  <a:ext uri="{FF2B5EF4-FFF2-40B4-BE49-F238E27FC236}">
                    <a16:creationId xmlns:a16="http://schemas.microsoft.com/office/drawing/2014/main" id="{C63FE740-5A30-4791-B47D-6D8404FE2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331"/>
                <a:ext cx="130" cy="69"/>
              </a:xfrm>
              <a:custGeom>
                <a:avLst/>
                <a:gdLst>
                  <a:gd name="T0" fmla="*/ 0 w 75"/>
                  <a:gd name="T1" fmla="*/ 785 h 37"/>
                  <a:gd name="T2" fmla="*/ 1172 w 75"/>
                  <a:gd name="T3" fmla="*/ 0 h 37"/>
                  <a:gd name="T4" fmla="*/ 0 w 75"/>
                  <a:gd name="T5" fmla="*/ 78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7">
                    <a:moveTo>
                      <a:pt x="0" y="35"/>
                    </a:moveTo>
                    <a:cubicBezTo>
                      <a:pt x="0" y="35"/>
                      <a:pt x="66" y="13"/>
                      <a:pt x="75" y="0"/>
                    </a:cubicBezTo>
                    <a:cubicBezTo>
                      <a:pt x="75" y="0"/>
                      <a:pt x="9" y="37"/>
                      <a:pt x="0" y="35"/>
                    </a:cubicBezTo>
                    <a:close/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7" name="Freeform 325">
                <a:extLst>
                  <a:ext uri="{FF2B5EF4-FFF2-40B4-BE49-F238E27FC236}">
                    <a16:creationId xmlns:a16="http://schemas.microsoft.com/office/drawing/2014/main" id="{6BB6A623-DF54-4FDD-8BDD-FB1CEA17A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433"/>
                <a:ext cx="71" cy="28"/>
              </a:xfrm>
              <a:custGeom>
                <a:avLst/>
                <a:gdLst>
                  <a:gd name="T0" fmla="*/ 0 w 41"/>
                  <a:gd name="T1" fmla="*/ 24 h 15"/>
                  <a:gd name="T2" fmla="*/ 341 w 41"/>
                  <a:gd name="T3" fmla="*/ 317 h 15"/>
                  <a:gd name="T4" fmla="*/ 618 w 41"/>
                  <a:gd name="T5" fmla="*/ 0 h 15"/>
                  <a:gd name="T6" fmla="*/ 282 w 41"/>
                  <a:gd name="T7" fmla="*/ 209 h 15"/>
                  <a:gd name="T8" fmla="*/ 48 w 4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5">
                    <a:moveTo>
                      <a:pt x="0" y="1"/>
                    </a:moveTo>
                    <a:cubicBezTo>
                      <a:pt x="6" y="7"/>
                      <a:pt x="13" y="15"/>
                      <a:pt x="22" y="14"/>
                    </a:cubicBezTo>
                    <a:cubicBezTo>
                      <a:pt x="28" y="13"/>
                      <a:pt x="41" y="8"/>
                      <a:pt x="40" y="0"/>
                    </a:cubicBezTo>
                    <a:cubicBezTo>
                      <a:pt x="34" y="4"/>
                      <a:pt x="26" y="10"/>
                      <a:pt x="18" y="9"/>
                    </a:cubicBezTo>
                    <a:cubicBezTo>
                      <a:pt x="11" y="9"/>
                      <a:pt x="9" y="1"/>
                      <a:pt x="3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8" name="Freeform 326">
                <a:extLst>
                  <a:ext uri="{FF2B5EF4-FFF2-40B4-BE49-F238E27FC236}">
                    <a16:creationId xmlns:a16="http://schemas.microsoft.com/office/drawing/2014/main" id="{990BACF6-6007-4E41-8B2A-1767CDE9E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422"/>
                <a:ext cx="33" cy="13"/>
              </a:xfrm>
              <a:custGeom>
                <a:avLst/>
                <a:gdLst>
                  <a:gd name="T0" fmla="*/ 0 w 19"/>
                  <a:gd name="T1" fmla="*/ 45 h 7"/>
                  <a:gd name="T2" fmla="*/ 299 w 19"/>
                  <a:gd name="T3" fmla="*/ 0 h 7"/>
                  <a:gd name="T4" fmla="*/ 28 w 19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2"/>
                    </a:moveTo>
                    <a:cubicBezTo>
                      <a:pt x="5" y="6"/>
                      <a:pt x="15" y="7"/>
                      <a:pt x="19" y="0"/>
                    </a:cubicBezTo>
                    <a:cubicBezTo>
                      <a:pt x="16" y="2"/>
                      <a:pt x="5" y="5"/>
                      <a:pt x="2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9" name="Freeform 327">
                <a:extLst>
                  <a:ext uri="{FF2B5EF4-FFF2-40B4-BE49-F238E27FC236}">
                    <a16:creationId xmlns:a16="http://schemas.microsoft.com/office/drawing/2014/main" id="{ABC1F547-E652-462D-BA4A-ACBA3C75C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46"/>
                <a:ext cx="93" cy="48"/>
              </a:xfrm>
              <a:custGeom>
                <a:avLst/>
                <a:gdLst>
                  <a:gd name="T0" fmla="*/ 742 w 54"/>
                  <a:gd name="T1" fmla="*/ 0 h 26"/>
                  <a:gd name="T2" fmla="*/ 465 w 54"/>
                  <a:gd name="T3" fmla="*/ 430 h 26"/>
                  <a:gd name="T4" fmla="*/ 210 w 54"/>
                  <a:gd name="T5" fmla="*/ 535 h 26"/>
                  <a:gd name="T6" fmla="*/ 0 w 54"/>
                  <a:gd name="T7" fmla="*/ 430 h 26"/>
                  <a:gd name="T8" fmla="*/ 291 w 54"/>
                  <a:gd name="T9" fmla="*/ 347 h 26"/>
                  <a:gd name="T10" fmla="*/ 561 w 54"/>
                  <a:gd name="T11" fmla="*/ 258 h 26"/>
                  <a:gd name="T12" fmla="*/ 730 w 54"/>
                  <a:gd name="T13" fmla="*/ 6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49" y="0"/>
                    </a:moveTo>
                    <a:cubicBezTo>
                      <a:pt x="54" y="11"/>
                      <a:pt x="39" y="17"/>
                      <a:pt x="31" y="20"/>
                    </a:cubicBezTo>
                    <a:cubicBezTo>
                      <a:pt x="25" y="22"/>
                      <a:pt x="20" y="24"/>
                      <a:pt x="14" y="25"/>
                    </a:cubicBezTo>
                    <a:cubicBezTo>
                      <a:pt x="9" y="26"/>
                      <a:pt x="4" y="23"/>
                      <a:pt x="0" y="20"/>
                    </a:cubicBezTo>
                    <a:cubicBezTo>
                      <a:pt x="7" y="21"/>
                      <a:pt x="13" y="18"/>
                      <a:pt x="19" y="16"/>
                    </a:cubicBezTo>
                    <a:cubicBezTo>
                      <a:pt x="25" y="15"/>
                      <a:pt x="31" y="15"/>
                      <a:pt x="37" y="12"/>
                    </a:cubicBezTo>
                    <a:cubicBezTo>
                      <a:pt x="40" y="10"/>
                      <a:pt x="48" y="7"/>
                      <a:pt x="48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0" name="Freeform 328">
                <a:extLst>
                  <a:ext uri="{FF2B5EF4-FFF2-40B4-BE49-F238E27FC236}">
                    <a16:creationId xmlns:a16="http://schemas.microsoft.com/office/drawing/2014/main" id="{BA5026AB-99DB-4983-A269-99E42C255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459"/>
                <a:ext cx="99" cy="53"/>
              </a:xfrm>
              <a:custGeom>
                <a:avLst/>
                <a:gdLst>
                  <a:gd name="T0" fmla="*/ 901 w 57"/>
                  <a:gd name="T1" fmla="*/ 44 h 29"/>
                  <a:gd name="T2" fmla="*/ 790 w 57"/>
                  <a:gd name="T3" fmla="*/ 300 h 29"/>
                  <a:gd name="T4" fmla="*/ 556 w 57"/>
                  <a:gd name="T5" fmla="*/ 472 h 29"/>
                  <a:gd name="T6" fmla="*/ 0 w 57"/>
                  <a:gd name="T7" fmla="*/ 548 h 29"/>
                  <a:gd name="T8" fmla="*/ 347 w 57"/>
                  <a:gd name="T9" fmla="*/ 444 h 29"/>
                  <a:gd name="T10" fmla="*/ 582 w 57"/>
                  <a:gd name="T11" fmla="*/ 294 h 29"/>
                  <a:gd name="T12" fmla="*/ 881 w 5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9">
                    <a:moveTo>
                      <a:pt x="57" y="2"/>
                    </a:moveTo>
                    <a:cubicBezTo>
                      <a:pt x="55" y="4"/>
                      <a:pt x="53" y="12"/>
                      <a:pt x="50" y="15"/>
                    </a:cubicBezTo>
                    <a:cubicBezTo>
                      <a:pt x="46" y="20"/>
                      <a:pt x="40" y="21"/>
                      <a:pt x="35" y="23"/>
                    </a:cubicBezTo>
                    <a:cubicBezTo>
                      <a:pt x="23" y="27"/>
                      <a:pt x="12" y="28"/>
                      <a:pt x="0" y="27"/>
                    </a:cubicBezTo>
                    <a:cubicBezTo>
                      <a:pt x="5" y="29"/>
                      <a:pt x="17" y="24"/>
                      <a:pt x="22" y="22"/>
                    </a:cubicBezTo>
                    <a:cubicBezTo>
                      <a:pt x="27" y="19"/>
                      <a:pt x="33" y="17"/>
                      <a:pt x="37" y="14"/>
                    </a:cubicBezTo>
                    <a:cubicBezTo>
                      <a:pt x="44" y="10"/>
                      <a:pt x="51" y="6"/>
                      <a:pt x="5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1" name="Freeform 329">
                <a:extLst>
                  <a:ext uri="{FF2B5EF4-FFF2-40B4-BE49-F238E27FC236}">
                    <a16:creationId xmlns:a16="http://schemas.microsoft.com/office/drawing/2014/main" id="{5C940E94-FC31-4459-9D5A-F0CC44DD3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440"/>
                <a:ext cx="137" cy="81"/>
              </a:xfrm>
              <a:custGeom>
                <a:avLst/>
                <a:gdLst>
                  <a:gd name="T0" fmla="*/ 1242 w 79"/>
                  <a:gd name="T1" fmla="*/ 0 h 44"/>
                  <a:gd name="T2" fmla="*/ 787 w 79"/>
                  <a:gd name="T3" fmla="*/ 725 h 44"/>
                  <a:gd name="T4" fmla="*/ 0 w 79"/>
                  <a:gd name="T5" fmla="*/ 928 h 44"/>
                  <a:gd name="T6" fmla="*/ 851 w 79"/>
                  <a:gd name="T7" fmla="*/ 504 h 44"/>
                  <a:gd name="T8" fmla="*/ 1221 w 79"/>
                  <a:gd name="T9" fmla="*/ 2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4">
                    <a:moveTo>
                      <a:pt x="79" y="0"/>
                    </a:moveTo>
                    <a:cubicBezTo>
                      <a:pt x="79" y="19"/>
                      <a:pt x="65" y="26"/>
                      <a:pt x="50" y="34"/>
                    </a:cubicBezTo>
                    <a:cubicBezTo>
                      <a:pt x="35" y="42"/>
                      <a:pt x="18" y="44"/>
                      <a:pt x="0" y="44"/>
                    </a:cubicBezTo>
                    <a:cubicBezTo>
                      <a:pt x="20" y="43"/>
                      <a:pt x="39" y="34"/>
                      <a:pt x="54" y="24"/>
                    </a:cubicBezTo>
                    <a:cubicBezTo>
                      <a:pt x="62" y="19"/>
                      <a:pt x="75" y="10"/>
                      <a:pt x="78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2" name="Freeform 330">
                <a:extLst>
                  <a:ext uri="{FF2B5EF4-FFF2-40B4-BE49-F238E27FC236}">
                    <a16:creationId xmlns:a16="http://schemas.microsoft.com/office/drawing/2014/main" id="{3A78923A-DFE4-4CE5-B6B0-B808CB877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466"/>
                <a:ext cx="64" cy="54"/>
              </a:xfrm>
              <a:custGeom>
                <a:avLst/>
                <a:gdLst>
                  <a:gd name="T0" fmla="*/ 548 w 37"/>
                  <a:gd name="T1" fmla="*/ 0 h 29"/>
                  <a:gd name="T2" fmla="*/ 446 w 37"/>
                  <a:gd name="T3" fmla="*/ 492 h 29"/>
                  <a:gd name="T4" fmla="*/ 0 w 37"/>
                  <a:gd name="T5" fmla="*/ 575 h 29"/>
                  <a:gd name="T6" fmla="*/ 431 w 37"/>
                  <a:gd name="T7" fmla="*/ 361 h 29"/>
                  <a:gd name="T8" fmla="*/ 548 w 3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35" y="0"/>
                    </a:moveTo>
                    <a:cubicBezTo>
                      <a:pt x="37" y="8"/>
                      <a:pt x="36" y="17"/>
                      <a:pt x="29" y="22"/>
                    </a:cubicBezTo>
                    <a:cubicBezTo>
                      <a:pt x="21" y="28"/>
                      <a:pt x="8" y="29"/>
                      <a:pt x="0" y="26"/>
                    </a:cubicBezTo>
                    <a:cubicBezTo>
                      <a:pt x="9" y="26"/>
                      <a:pt x="21" y="24"/>
                      <a:pt x="28" y="16"/>
                    </a:cubicBezTo>
                    <a:cubicBezTo>
                      <a:pt x="32" y="11"/>
                      <a:pt x="33" y="5"/>
                      <a:pt x="3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3" name="Freeform 331">
                <a:extLst>
                  <a:ext uri="{FF2B5EF4-FFF2-40B4-BE49-F238E27FC236}">
                    <a16:creationId xmlns:a16="http://schemas.microsoft.com/office/drawing/2014/main" id="{50558DA3-F427-4C48-83F2-2AC197050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479"/>
                <a:ext cx="55" cy="30"/>
              </a:xfrm>
              <a:custGeom>
                <a:avLst/>
                <a:gdLst>
                  <a:gd name="T0" fmla="*/ 26 w 32"/>
                  <a:gd name="T1" fmla="*/ 0 h 16"/>
                  <a:gd name="T2" fmla="*/ 481 w 32"/>
                  <a:gd name="T3" fmla="*/ 296 h 16"/>
                  <a:gd name="T4" fmla="*/ 45 w 32"/>
                  <a:gd name="T5" fmla="*/ 7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2" y="0"/>
                    </a:moveTo>
                    <a:cubicBezTo>
                      <a:pt x="0" y="16"/>
                      <a:pt x="22" y="13"/>
                      <a:pt x="32" y="13"/>
                    </a:cubicBezTo>
                    <a:cubicBezTo>
                      <a:pt x="26" y="10"/>
                      <a:pt x="4" y="12"/>
                      <a:pt x="3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4" name="Freeform 332">
                <a:extLst>
                  <a:ext uri="{FF2B5EF4-FFF2-40B4-BE49-F238E27FC236}">
                    <a16:creationId xmlns:a16="http://schemas.microsoft.com/office/drawing/2014/main" id="{B9B28CF1-EC21-4E7A-83E0-DA683F682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206"/>
                <a:ext cx="62" cy="81"/>
              </a:xfrm>
              <a:custGeom>
                <a:avLst/>
                <a:gdLst>
                  <a:gd name="T0" fmla="*/ 0 w 36"/>
                  <a:gd name="T1" fmla="*/ 0 h 44"/>
                  <a:gd name="T2" fmla="*/ 303 w 36"/>
                  <a:gd name="T3" fmla="*/ 193 h 44"/>
                  <a:gd name="T4" fmla="*/ 546 w 36"/>
                  <a:gd name="T5" fmla="*/ 24 h 44"/>
                  <a:gd name="T6" fmla="*/ 415 w 36"/>
                  <a:gd name="T7" fmla="*/ 468 h 44"/>
                  <a:gd name="T8" fmla="*/ 465 w 36"/>
                  <a:gd name="T9" fmla="*/ 681 h 44"/>
                  <a:gd name="T10" fmla="*/ 522 w 36"/>
                  <a:gd name="T11" fmla="*/ 928 h 44"/>
                  <a:gd name="T12" fmla="*/ 255 w 36"/>
                  <a:gd name="T13" fmla="*/ 423 h 44"/>
                  <a:gd name="T14" fmla="*/ 86 w 36"/>
                  <a:gd name="T15" fmla="*/ 274 h 44"/>
                  <a:gd name="T16" fmla="*/ 16 w 36"/>
                  <a:gd name="T17" fmla="*/ 2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cubicBezTo>
                      <a:pt x="5" y="5"/>
                      <a:pt x="11" y="10"/>
                      <a:pt x="20" y="9"/>
                    </a:cubicBezTo>
                    <a:cubicBezTo>
                      <a:pt x="26" y="8"/>
                      <a:pt x="32" y="6"/>
                      <a:pt x="36" y="1"/>
                    </a:cubicBezTo>
                    <a:cubicBezTo>
                      <a:pt x="31" y="7"/>
                      <a:pt x="25" y="14"/>
                      <a:pt x="27" y="22"/>
                    </a:cubicBezTo>
                    <a:cubicBezTo>
                      <a:pt x="27" y="26"/>
                      <a:pt x="30" y="29"/>
                      <a:pt x="31" y="32"/>
                    </a:cubicBezTo>
                    <a:cubicBezTo>
                      <a:pt x="33" y="36"/>
                      <a:pt x="33" y="40"/>
                      <a:pt x="34" y="44"/>
                    </a:cubicBezTo>
                    <a:cubicBezTo>
                      <a:pt x="30" y="34"/>
                      <a:pt x="26" y="26"/>
                      <a:pt x="17" y="20"/>
                    </a:cubicBezTo>
                    <a:cubicBezTo>
                      <a:pt x="14" y="17"/>
                      <a:pt x="9" y="16"/>
                      <a:pt x="6" y="13"/>
                    </a:cubicBezTo>
                    <a:cubicBezTo>
                      <a:pt x="2" y="10"/>
                      <a:pt x="3" y="5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5" name="Freeform 333">
                <a:extLst>
                  <a:ext uri="{FF2B5EF4-FFF2-40B4-BE49-F238E27FC236}">
                    <a16:creationId xmlns:a16="http://schemas.microsoft.com/office/drawing/2014/main" id="{FCDDEB4C-C088-4549-8D17-ED2F27B30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272"/>
                <a:ext cx="35" cy="50"/>
              </a:xfrm>
              <a:custGeom>
                <a:avLst/>
                <a:gdLst>
                  <a:gd name="T0" fmla="*/ 0 w 20"/>
                  <a:gd name="T1" fmla="*/ 567 h 27"/>
                  <a:gd name="T2" fmla="*/ 236 w 20"/>
                  <a:gd name="T3" fmla="*/ 0 h 27"/>
                  <a:gd name="T4" fmla="*/ 264 w 20"/>
                  <a:gd name="T5" fmla="*/ 439 h 27"/>
                  <a:gd name="T6" fmla="*/ 21 w 20"/>
                  <a:gd name="T7" fmla="*/ 56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7">
                    <a:moveTo>
                      <a:pt x="0" y="26"/>
                    </a:moveTo>
                    <a:cubicBezTo>
                      <a:pt x="10" y="27"/>
                      <a:pt x="16" y="7"/>
                      <a:pt x="14" y="0"/>
                    </a:cubicBezTo>
                    <a:cubicBezTo>
                      <a:pt x="15" y="6"/>
                      <a:pt x="20" y="15"/>
                      <a:pt x="16" y="20"/>
                    </a:cubicBezTo>
                    <a:cubicBezTo>
                      <a:pt x="12" y="24"/>
                      <a:pt x="5" y="26"/>
                      <a:pt x="1" y="2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6" name="Freeform 334">
                <a:extLst>
                  <a:ext uri="{FF2B5EF4-FFF2-40B4-BE49-F238E27FC236}">
                    <a16:creationId xmlns:a16="http://schemas.microsoft.com/office/drawing/2014/main" id="{6B65519C-54B4-4BAF-B8A0-576B8784B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080"/>
                <a:ext cx="85" cy="113"/>
              </a:xfrm>
              <a:custGeom>
                <a:avLst/>
                <a:gdLst>
                  <a:gd name="T0" fmla="*/ 0 w 49"/>
                  <a:gd name="T1" fmla="*/ 1132 h 61"/>
                  <a:gd name="T2" fmla="*/ 382 w 49"/>
                  <a:gd name="T3" fmla="*/ 745 h 61"/>
                  <a:gd name="T4" fmla="*/ 427 w 49"/>
                  <a:gd name="T5" fmla="*/ 0 h 61"/>
                  <a:gd name="T6" fmla="*/ 470 w 49"/>
                  <a:gd name="T7" fmla="*/ 813 h 61"/>
                  <a:gd name="T8" fmla="*/ 581 w 49"/>
                  <a:gd name="T9" fmla="*/ 1104 h 61"/>
                  <a:gd name="T10" fmla="*/ 680 w 49"/>
                  <a:gd name="T11" fmla="*/ 1245 h 61"/>
                  <a:gd name="T12" fmla="*/ 767 w 49"/>
                  <a:gd name="T13" fmla="*/ 1312 h 61"/>
                  <a:gd name="T14" fmla="*/ 595 w 49"/>
                  <a:gd name="T15" fmla="*/ 1245 h 61"/>
                  <a:gd name="T16" fmla="*/ 382 w 49"/>
                  <a:gd name="T17" fmla="*/ 1176 h 61"/>
                  <a:gd name="T18" fmla="*/ 0 w 49"/>
                  <a:gd name="T19" fmla="*/ 1176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1">
                    <a:moveTo>
                      <a:pt x="0" y="52"/>
                    </a:moveTo>
                    <a:cubicBezTo>
                      <a:pt x="10" y="54"/>
                      <a:pt x="20" y="43"/>
                      <a:pt x="24" y="34"/>
                    </a:cubicBezTo>
                    <a:cubicBezTo>
                      <a:pt x="28" y="24"/>
                      <a:pt x="29" y="10"/>
                      <a:pt x="27" y="0"/>
                    </a:cubicBezTo>
                    <a:cubicBezTo>
                      <a:pt x="30" y="12"/>
                      <a:pt x="27" y="25"/>
                      <a:pt x="30" y="37"/>
                    </a:cubicBezTo>
                    <a:cubicBezTo>
                      <a:pt x="31" y="42"/>
                      <a:pt x="34" y="47"/>
                      <a:pt x="37" y="51"/>
                    </a:cubicBezTo>
                    <a:cubicBezTo>
                      <a:pt x="39" y="53"/>
                      <a:pt x="41" y="55"/>
                      <a:pt x="43" y="57"/>
                    </a:cubicBezTo>
                    <a:cubicBezTo>
                      <a:pt x="45" y="58"/>
                      <a:pt x="48" y="58"/>
                      <a:pt x="49" y="60"/>
                    </a:cubicBezTo>
                    <a:cubicBezTo>
                      <a:pt x="45" y="61"/>
                      <a:pt x="41" y="58"/>
                      <a:pt x="38" y="57"/>
                    </a:cubicBezTo>
                    <a:cubicBezTo>
                      <a:pt x="33" y="54"/>
                      <a:pt x="29" y="54"/>
                      <a:pt x="24" y="54"/>
                    </a:cubicBezTo>
                    <a:cubicBezTo>
                      <a:pt x="16" y="54"/>
                      <a:pt x="8" y="54"/>
                      <a:pt x="0" y="5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7" name="Freeform 335">
                <a:extLst>
                  <a:ext uri="{FF2B5EF4-FFF2-40B4-BE49-F238E27FC236}">
                    <a16:creationId xmlns:a16="http://schemas.microsoft.com/office/drawing/2014/main" id="{9F4CA003-1BFC-4FB6-A7A6-554AFD098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17"/>
                <a:ext cx="35" cy="48"/>
              </a:xfrm>
              <a:custGeom>
                <a:avLst/>
                <a:gdLst>
                  <a:gd name="T0" fmla="*/ 249 w 20"/>
                  <a:gd name="T1" fmla="*/ 0 h 26"/>
                  <a:gd name="T2" fmla="*/ 0 w 20"/>
                  <a:gd name="T3" fmla="*/ 535 h 26"/>
                  <a:gd name="T4" fmla="*/ 215 w 20"/>
                  <a:gd name="T5" fmla="*/ 358 h 26"/>
                  <a:gd name="T6" fmla="*/ 285 w 20"/>
                  <a:gd name="T7" fmla="*/ 6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cubicBezTo>
                      <a:pt x="20" y="7"/>
                      <a:pt x="8" y="26"/>
                      <a:pt x="0" y="25"/>
                    </a:cubicBezTo>
                    <a:cubicBezTo>
                      <a:pt x="7" y="25"/>
                      <a:pt x="10" y="23"/>
                      <a:pt x="13" y="17"/>
                    </a:cubicBezTo>
                    <a:cubicBezTo>
                      <a:pt x="15" y="12"/>
                      <a:pt x="17" y="8"/>
                      <a:pt x="17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8" name="Freeform 336">
                <a:extLst>
                  <a:ext uri="{FF2B5EF4-FFF2-40B4-BE49-F238E27FC236}">
                    <a16:creationId xmlns:a16="http://schemas.microsoft.com/office/drawing/2014/main" id="{F9477552-C046-49FB-8BCB-13D4FFA9E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995"/>
                <a:ext cx="80" cy="50"/>
              </a:xfrm>
              <a:custGeom>
                <a:avLst/>
                <a:gdLst>
                  <a:gd name="T0" fmla="*/ 642 w 46"/>
                  <a:gd name="T1" fmla="*/ 24 h 27"/>
                  <a:gd name="T2" fmla="*/ 221 w 46"/>
                  <a:gd name="T3" fmla="*/ 128 h 27"/>
                  <a:gd name="T4" fmla="*/ 64 w 46"/>
                  <a:gd name="T5" fmla="*/ 330 h 27"/>
                  <a:gd name="T6" fmla="*/ 85 w 46"/>
                  <a:gd name="T7" fmla="*/ 591 h 27"/>
                  <a:gd name="T8" fmla="*/ 257 w 46"/>
                  <a:gd name="T9" fmla="*/ 330 h 27"/>
                  <a:gd name="T10" fmla="*/ 475 w 46"/>
                  <a:gd name="T11" fmla="*/ 178 h 27"/>
                  <a:gd name="T12" fmla="*/ 642 w 46"/>
                  <a:gd name="T13" fmla="*/ 44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40" y="1"/>
                    </a:moveTo>
                    <a:cubicBezTo>
                      <a:pt x="32" y="0"/>
                      <a:pt x="22" y="1"/>
                      <a:pt x="14" y="6"/>
                    </a:cubicBezTo>
                    <a:cubicBezTo>
                      <a:pt x="10" y="8"/>
                      <a:pt x="6" y="11"/>
                      <a:pt x="4" y="15"/>
                    </a:cubicBezTo>
                    <a:cubicBezTo>
                      <a:pt x="2" y="18"/>
                      <a:pt x="0" y="27"/>
                      <a:pt x="5" y="27"/>
                    </a:cubicBezTo>
                    <a:cubicBezTo>
                      <a:pt x="8" y="27"/>
                      <a:pt x="13" y="16"/>
                      <a:pt x="16" y="15"/>
                    </a:cubicBezTo>
                    <a:cubicBezTo>
                      <a:pt x="20" y="11"/>
                      <a:pt x="25" y="9"/>
                      <a:pt x="30" y="8"/>
                    </a:cubicBezTo>
                    <a:cubicBezTo>
                      <a:pt x="31" y="8"/>
                      <a:pt x="46" y="7"/>
                      <a:pt x="40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9" name="Freeform 337">
                <a:extLst>
                  <a:ext uri="{FF2B5EF4-FFF2-40B4-BE49-F238E27FC236}">
                    <a16:creationId xmlns:a16="http://schemas.microsoft.com/office/drawing/2014/main" id="{5BE2ACB0-94D3-4638-9CC4-C8C17A8A2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039"/>
                <a:ext cx="40" cy="28"/>
              </a:xfrm>
              <a:custGeom>
                <a:avLst/>
                <a:gdLst>
                  <a:gd name="T0" fmla="*/ 299 w 23"/>
                  <a:gd name="T1" fmla="*/ 0 h 15"/>
                  <a:gd name="T2" fmla="*/ 127 w 23"/>
                  <a:gd name="T3" fmla="*/ 84 h 15"/>
                  <a:gd name="T4" fmla="*/ 111 w 23"/>
                  <a:gd name="T5" fmla="*/ 317 h 15"/>
                  <a:gd name="T6" fmla="*/ 212 w 23"/>
                  <a:gd name="T7" fmla="*/ 226 h 15"/>
                  <a:gd name="T8" fmla="*/ 320 w 23"/>
                  <a:gd name="T9" fmla="*/ 157 h 15"/>
                  <a:gd name="T10" fmla="*/ 299 w 23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19" y="0"/>
                    </a:moveTo>
                    <a:cubicBezTo>
                      <a:pt x="15" y="0"/>
                      <a:pt x="11" y="1"/>
                      <a:pt x="8" y="4"/>
                    </a:cubicBezTo>
                    <a:cubicBezTo>
                      <a:pt x="6" y="6"/>
                      <a:pt x="0" y="15"/>
                      <a:pt x="7" y="14"/>
                    </a:cubicBezTo>
                    <a:cubicBezTo>
                      <a:pt x="9" y="14"/>
                      <a:pt x="12" y="11"/>
                      <a:pt x="13" y="10"/>
                    </a:cubicBezTo>
                    <a:cubicBezTo>
                      <a:pt x="16" y="9"/>
                      <a:pt x="18" y="8"/>
                      <a:pt x="20" y="7"/>
                    </a:cubicBezTo>
                    <a:cubicBezTo>
                      <a:pt x="21" y="5"/>
                      <a:pt x="23" y="0"/>
                      <a:pt x="19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0" name="Freeform 338">
                <a:extLst>
                  <a:ext uri="{FF2B5EF4-FFF2-40B4-BE49-F238E27FC236}">
                    <a16:creationId xmlns:a16="http://schemas.microsoft.com/office/drawing/2014/main" id="{A7DFBD83-B1AC-4D27-9A90-86EEB51D6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906"/>
                <a:ext cx="37" cy="30"/>
              </a:xfrm>
              <a:custGeom>
                <a:avLst/>
                <a:gdLst>
                  <a:gd name="T0" fmla="*/ 338 w 21"/>
                  <a:gd name="T1" fmla="*/ 0 h 16"/>
                  <a:gd name="T2" fmla="*/ 252 w 21"/>
                  <a:gd name="T3" fmla="*/ 73 h 16"/>
                  <a:gd name="T4" fmla="*/ 115 w 21"/>
                  <a:gd name="T5" fmla="*/ 137 h 16"/>
                  <a:gd name="T6" fmla="*/ 86 w 21"/>
                  <a:gd name="T7" fmla="*/ 369 h 16"/>
                  <a:gd name="T8" fmla="*/ 268 w 21"/>
                  <a:gd name="T9" fmla="*/ 137 h 16"/>
                  <a:gd name="T10" fmla="*/ 358 w 21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6">
                    <a:moveTo>
                      <a:pt x="20" y="0"/>
                    </a:moveTo>
                    <a:cubicBezTo>
                      <a:pt x="19" y="0"/>
                      <a:pt x="17" y="2"/>
                      <a:pt x="15" y="3"/>
                    </a:cubicBezTo>
                    <a:cubicBezTo>
                      <a:pt x="12" y="4"/>
                      <a:pt x="9" y="4"/>
                      <a:pt x="7" y="6"/>
                    </a:cubicBezTo>
                    <a:cubicBezTo>
                      <a:pt x="5" y="8"/>
                      <a:pt x="0" y="15"/>
                      <a:pt x="5" y="16"/>
                    </a:cubicBezTo>
                    <a:cubicBezTo>
                      <a:pt x="10" y="16"/>
                      <a:pt x="14" y="8"/>
                      <a:pt x="16" y="6"/>
                    </a:cubicBezTo>
                    <a:cubicBezTo>
                      <a:pt x="19" y="4"/>
                      <a:pt x="20" y="2"/>
                      <a:pt x="21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1" name="Freeform 339">
                <a:extLst>
                  <a:ext uri="{FF2B5EF4-FFF2-40B4-BE49-F238E27FC236}">
                    <a16:creationId xmlns:a16="http://schemas.microsoft.com/office/drawing/2014/main" id="{C281A228-3C7F-46F9-8FFC-79DF58802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947"/>
                <a:ext cx="35" cy="18"/>
              </a:xfrm>
              <a:custGeom>
                <a:avLst/>
                <a:gdLst>
                  <a:gd name="T0" fmla="*/ 249 w 20"/>
                  <a:gd name="T1" fmla="*/ 23 h 10"/>
                  <a:gd name="T2" fmla="*/ 49 w 20"/>
                  <a:gd name="T3" fmla="*/ 146 h 10"/>
                  <a:gd name="T4" fmla="*/ 301 w 2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15" y="1"/>
                    </a:moveTo>
                    <a:cubicBezTo>
                      <a:pt x="12" y="1"/>
                      <a:pt x="0" y="3"/>
                      <a:pt x="3" y="8"/>
                    </a:cubicBezTo>
                    <a:cubicBezTo>
                      <a:pt x="4" y="10"/>
                      <a:pt x="20" y="1"/>
                      <a:pt x="18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2" name="Freeform 340">
                <a:extLst>
                  <a:ext uri="{FF2B5EF4-FFF2-40B4-BE49-F238E27FC236}">
                    <a16:creationId xmlns:a16="http://schemas.microsoft.com/office/drawing/2014/main" id="{581DC696-FB25-4C6B-881E-7F929CBD7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2122"/>
                <a:ext cx="26" cy="45"/>
              </a:xfrm>
              <a:custGeom>
                <a:avLst/>
                <a:gdLst>
                  <a:gd name="T0" fmla="*/ 147 w 15"/>
                  <a:gd name="T1" fmla="*/ 0 h 24"/>
                  <a:gd name="T2" fmla="*/ 16 w 15"/>
                  <a:gd name="T3" fmla="*/ 285 h 24"/>
                  <a:gd name="T4" fmla="*/ 87 w 15"/>
                  <a:gd name="T5" fmla="*/ 555 h 24"/>
                  <a:gd name="T6" fmla="*/ 151 w 15"/>
                  <a:gd name="T7" fmla="*/ 158 h 24"/>
                  <a:gd name="T8" fmla="*/ 220 w 15"/>
                  <a:gd name="T9" fmla="*/ 53 h 24"/>
                  <a:gd name="T10" fmla="*/ 151 w 15"/>
                  <a:gd name="T11" fmla="*/ 2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9" y="0"/>
                    </a:moveTo>
                    <a:cubicBezTo>
                      <a:pt x="4" y="2"/>
                      <a:pt x="2" y="6"/>
                      <a:pt x="1" y="12"/>
                    </a:cubicBezTo>
                    <a:cubicBezTo>
                      <a:pt x="0" y="16"/>
                      <a:pt x="0" y="24"/>
                      <a:pt x="6" y="24"/>
                    </a:cubicBezTo>
                    <a:cubicBezTo>
                      <a:pt x="6" y="18"/>
                      <a:pt x="6" y="12"/>
                      <a:pt x="10" y="7"/>
                    </a:cubicBezTo>
                    <a:cubicBezTo>
                      <a:pt x="12" y="6"/>
                      <a:pt x="15" y="5"/>
                      <a:pt x="14" y="2"/>
                    </a:cubicBezTo>
                    <a:cubicBezTo>
                      <a:pt x="14" y="0"/>
                      <a:pt x="11" y="0"/>
                      <a:pt x="10" y="1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3" name="Freeform 341">
                <a:extLst>
                  <a:ext uri="{FF2B5EF4-FFF2-40B4-BE49-F238E27FC236}">
                    <a16:creationId xmlns:a16="http://schemas.microsoft.com/office/drawing/2014/main" id="{5490384C-1BC0-430B-8E6E-6223028F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2034"/>
                <a:ext cx="27" cy="16"/>
              </a:xfrm>
              <a:custGeom>
                <a:avLst/>
                <a:gdLst>
                  <a:gd name="T0" fmla="*/ 120 w 16"/>
                  <a:gd name="T1" fmla="*/ 0 h 9"/>
                  <a:gd name="T2" fmla="*/ 14 w 16"/>
                  <a:gd name="T3" fmla="*/ 117 h 9"/>
                  <a:gd name="T4" fmla="*/ 140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4" y="0"/>
                      <a:pt x="0" y="2"/>
                      <a:pt x="1" y="7"/>
                    </a:cubicBezTo>
                    <a:cubicBezTo>
                      <a:pt x="4" y="9"/>
                      <a:pt x="16" y="3"/>
                      <a:pt x="10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4" name="Freeform 342">
                <a:extLst>
                  <a:ext uri="{FF2B5EF4-FFF2-40B4-BE49-F238E27FC236}">
                    <a16:creationId xmlns:a16="http://schemas.microsoft.com/office/drawing/2014/main" id="{3F3C91CC-E068-40DC-B357-5929F35FB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1971"/>
                <a:ext cx="31" cy="37"/>
              </a:xfrm>
              <a:custGeom>
                <a:avLst/>
                <a:gdLst>
                  <a:gd name="T0" fmla="*/ 231 w 18"/>
                  <a:gd name="T1" fmla="*/ 24 h 20"/>
                  <a:gd name="T2" fmla="*/ 143 w 18"/>
                  <a:gd name="T3" fmla="*/ 359 h 20"/>
                  <a:gd name="T4" fmla="*/ 184 w 18"/>
                  <a:gd name="T5" fmla="*/ 150 h 20"/>
                  <a:gd name="T6" fmla="*/ 231 w 18"/>
                  <a:gd name="T7" fmla="*/ 2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5" y="1"/>
                    </a:moveTo>
                    <a:cubicBezTo>
                      <a:pt x="4" y="0"/>
                      <a:pt x="0" y="20"/>
                      <a:pt x="9" y="17"/>
                    </a:cubicBezTo>
                    <a:cubicBezTo>
                      <a:pt x="9" y="13"/>
                      <a:pt x="9" y="10"/>
                      <a:pt x="12" y="7"/>
                    </a:cubicBezTo>
                    <a:cubicBezTo>
                      <a:pt x="14" y="5"/>
                      <a:pt x="18" y="4"/>
                      <a:pt x="15" y="1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5" name="Freeform 343">
                <a:extLst>
                  <a:ext uri="{FF2B5EF4-FFF2-40B4-BE49-F238E27FC236}">
                    <a16:creationId xmlns:a16="http://schemas.microsoft.com/office/drawing/2014/main" id="{7786AB0E-DA13-4E46-AD1F-4FEDEC242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2320"/>
                <a:ext cx="33" cy="50"/>
              </a:xfrm>
              <a:custGeom>
                <a:avLst/>
                <a:gdLst>
                  <a:gd name="T0" fmla="*/ 172 w 19"/>
                  <a:gd name="T1" fmla="*/ 24 h 27"/>
                  <a:gd name="T2" fmla="*/ 16 w 19"/>
                  <a:gd name="T3" fmla="*/ 330 h 27"/>
                  <a:gd name="T4" fmla="*/ 49 w 19"/>
                  <a:gd name="T5" fmla="*/ 539 h 27"/>
                  <a:gd name="T6" fmla="*/ 85 w 19"/>
                  <a:gd name="T7" fmla="*/ 483 h 27"/>
                  <a:gd name="T8" fmla="*/ 172 w 19"/>
                  <a:gd name="T9" fmla="*/ 237 h 27"/>
                  <a:gd name="T10" fmla="*/ 283 w 19"/>
                  <a:gd name="T11" fmla="*/ 150 h 27"/>
                  <a:gd name="T12" fmla="*/ 189 w 1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11" y="1"/>
                    </a:moveTo>
                    <a:cubicBezTo>
                      <a:pt x="6" y="1"/>
                      <a:pt x="1" y="10"/>
                      <a:pt x="1" y="15"/>
                    </a:cubicBezTo>
                    <a:cubicBezTo>
                      <a:pt x="0" y="17"/>
                      <a:pt x="0" y="24"/>
                      <a:pt x="3" y="25"/>
                    </a:cubicBezTo>
                    <a:cubicBezTo>
                      <a:pt x="6" y="27"/>
                      <a:pt x="5" y="24"/>
                      <a:pt x="5" y="22"/>
                    </a:cubicBezTo>
                    <a:cubicBezTo>
                      <a:pt x="7" y="18"/>
                      <a:pt x="8" y="14"/>
                      <a:pt x="11" y="11"/>
                    </a:cubicBezTo>
                    <a:cubicBezTo>
                      <a:pt x="13" y="10"/>
                      <a:pt x="17" y="9"/>
                      <a:pt x="18" y="7"/>
                    </a:cubicBezTo>
                    <a:cubicBezTo>
                      <a:pt x="19" y="3"/>
                      <a:pt x="16" y="0"/>
                      <a:pt x="12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6" name="Freeform 344">
                <a:extLst>
                  <a:ext uri="{FF2B5EF4-FFF2-40B4-BE49-F238E27FC236}">
                    <a16:creationId xmlns:a16="http://schemas.microsoft.com/office/drawing/2014/main" id="{76695AB5-23B8-4E92-942B-83E305BA9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429"/>
                <a:ext cx="31" cy="44"/>
              </a:xfrm>
              <a:custGeom>
                <a:avLst/>
                <a:gdLst>
                  <a:gd name="T0" fmla="*/ 184 w 18"/>
                  <a:gd name="T1" fmla="*/ 24 h 24"/>
                  <a:gd name="T2" fmla="*/ 28 w 18"/>
                  <a:gd name="T3" fmla="*/ 125 h 24"/>
                  <a:gd name="T4" fmla="*/ 107 w 18"/>
                  <a:gd name="T5" fmla="*/ 451 h 24"/>
                  <a:gd name="T6" fmla="*/ 148 w 18"/>
                  <a:gd name="T7" fmla="*/ 295 h 24"/>
                  <a:gd name="T8" fmla="*/ 210 w 18"/>
                  <a:gd name="T9" fmla="*/ 172 h 24"/>
                  <a:gd name="T10" fmla="*/ 270 w 18"/>
                  <a:gd name="T11" fmla="*/ 105 h 24"/>
                  <a:gd name="T12" fmla="*/ 193 w 18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2" y="1"/>
                    </a:moveTo>
                    <a:cubicBezTo>
                      <a:pt x="7" y="1"/>
                      <a:pt x="4" y="0"/>
                      <a:pt x="2" y="6"/>
                    </a:cubicBezTo>
                    <a:cubicBezTo>
                      <a:pt x="1" y="9"/>
                      <a:pt x="0" y="24"/>
                      <a:pt x="7" y="22"/>
                    </a:cubicBezTo>
                    <a:cubicBezTo>
                      <a:pt x="9" y="21"/>
                      <a:pt x="9" y="16"/>
                      <a:pt x="10" y="14"/>
                    </a:cubicBezTo>
                    <a:cubicBezTo>
                      <a:pt x="11" y="11"/>
                      <a:pt x="12" y="10"/>
                      <a:pt x="14" y="8"/>
                    </a:cubicBezTo>
                    <a:cubicBezTo>
                      <a:pt x="16" y="7"/>
                      <a:pt x="18" y="7"/>
                      <a:pt x="18" y="5"/>
                    </a:cubicBezTo>
                    <a:cubicBezTo>
                      <a:pt x="17" y="3"/>
                      <a:pt x="15" y="1"/>
                      <a:pt x="13" y="1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7" name="Freeform 345">
                <a:extLst>
                  <a:ext uri="{FF2B5EF4-FFF2-40B4-BE49-F238E27FC236}">
                    <a16:creationId xmlns:a16="http://schemas.microsoft.com/office/drawing/2014/main" id="{29323A31-FBFB-4237-808D-B0DC0E1ED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407"/>
                <a:ext cx="37" cy="17"/>
              </a:xfrm>
              <a:custGeom>
                <a:avLst/>
                <a:gdLst>
                  <a:gd name="T0" fmla="*/ 0 w 21"/>
                  <a:gd name="T1" fmla="*/ 144 h 9"/>
                  <a:gd name="T2" fmla="*/ 252 w 21"/>
                  <a:gd name="T3" fmla="*/ 76 h 9"/>
                  <a:gd name="T4" fmla="*/ 65 w 21"/>
                  <a:gd name="T5" fmla="*/ 18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3" y="4"/>
                      <a:pt x="12" y="0"/>
                      <a:pt x="15" y="3"/>
                    </a:cubicBezTo>
                    <a:cubicBezTo>
                      <a:pt x="21" y="9"/>
                      <a:pt x="7" y="9"/>
                      <a:pt x="4" y="8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8" name="Freeform 346">
                <a:extLst>
                  <a:ext uri="{FF2B5EF4-FFF2-40B4-BE49-F238E27FC236}">
                    <a16:creationId xmlns:a16="http://schemas.microsoft.com/office/drawing/2014/main" id="{984C8979-180B-41C3-A6F6-BED986FD3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440"/>
                <a:ext cx="42" cy="45"/>
              </a:xfrm>
              <a:custGeom>
                <a:avLst/>
                <a:gdLst>
                  <a:gd name="T0" fmla="*/ 313 w 24"/>
                  <a:gd name="T1" fmla="*/ 99 h 24"/>
                  <a:gd name="T2" fmla="*/ 86 w 24"/>
                  <a:gd name="T3" fmla="*/ 296 h 24"/>
                  <a:gd name="T4" fmla="*/ 114 w 24"/>
                  <a:gd name="T5" fmla="*/ 506 h 24"/>
                  <a:gd name="T6" fmla="*/ 376 w 24"/>
                  <a:gd name="T7" fmla="*/ 212 h 24"/>
                  <a:gd name="T8" fmla="*/ 313 w 24"/>
                  <a:gd name="T9" fmla="*/ 5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9" y="4"/>
                    </a:moveTo>
                    <a:cubicBezTo>
                      <a:pt x="14" y="5"/>
                      <a:pt x="8" y="9"/>
                      <a:pt x="5" y="13"/>
                    </a:cubicBezTo>
                    <a:cubicBezTo>
                      <a:pt x="2" y="17"/>
                      <a:pt x="0" y="24"/>
                      <a:pt x="7" y="22"/>
                    </a:cubicBezTo>
                    <a:cubicBezTo>
                      <a:pt x="10" y="21"/>
                      <a:pt x="21" y="12"/>
                      <a:pt x="23" y="9"/>
                    </a:cubicBezTo>
                    <a:cubicBezTo>
                      <a:pt x="24" y="6"/>
                      <a:pt x="23" y="0"/>
                      <a:pt x="19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9" name="Freeform 347">
                <a:extLst>
                  <a:ext uri="{FF2B5EF4-FFF2-40B4-BE49-F238E27FC236}">
                    <a16:creationId xmlns:a16="http://schemas.microsoft.com/office/drawing/2014/main" id="{0DE2DB00-3EB1-4564-AC92-96F671484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235"/>
                <a:ext cx="31" cy="26"/>
              </a:xfrm>
              <a:custGeom>
                <a:avLst/>
                <a:gdLst>
                  <a:gd name="T0" fmla="*/ 193 w 18"/>
                  <a:gd name="T1" fmla="*/ 45 h 14"/>
                  <a:gd name="T2" fmla="*/ 62 w 18"/>
                  <a:gd name="T3" fmla="*/ 225 h 14"/>
                  <a:gd name="T4" fmla="*/ 169 w 18"/>
                  <a:gd name="T5" fmla="*/ 180 h 14"/>
                  <a:gd name="T6" fmla="*/ 270 w 18"/>
                  <a:gd name="T7" fmla="*/ 128 h 14"/>
                  <a:gd name="T8" fmla="*/ 193 w 18"/>
                  <a:gd name="T9" fmla="*/ 4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3" y="2"/>
                    </a:moveTo>
                    <a:cubicBezTo>
                      <a:pt x="9" y="0"/>
                      <a:pt x="0" y="5"/>
                      <a:pt x="4" y="10"/>
                    </a:cubicBezTo>
                    <a:cubicBezTo>
                      <a:pt x="7" y="14"/>
                      <a:pt x="8" y="9"/>
                      <a:pt x="11" y="8"/>
                    </a:cubicBezTo>
                    <a:cubicBezTo>
                      <a:pt x="13" y="6"/>
                      <a:pt x="16" y="8"/>
                      <a:pt x="18" y="6"/>
                    </a:cubicBezTo>
                    <a:cubicBezTo>
                      <a:pt x="17" y="4"/>
                      <a:pt x="14" y="3"/>
                      <a:pt x="13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0" name="Freeform 348">
                <a:extLst>
                  <a:ext uri="{FF2B5EF4-FFF2-40B4-BE49-F238E27FC236}">
                    <a16:creationId xmlns:a16="http://schemas.microsoft.com/office/drawing/2014/main" id="{E11C0364-0335-481B-AC5E-3B6E7B5C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209"/>
                <a:ext cx="27" cy="15"/>
              </a:xfrm>
              <a:custGeom>
                <a:avLst/>
                <a:gdLst>
                  <a:gd name="T0" fmla="*/ 0 w 16"/>
                  <a:gd name="T1" fmla="*/ 73 h 8"/>
                  <a:gd name="T2" fmla="*/ 203 w 16"/>
                  <a:gd name="T3" fmla="*/ 99 h 8"/>
                  <a:gd name="T4" fmla="*/ 69 w 16"/>
                  <a:gd name="T5" fmla="*/ 9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3"/>
                    </a:moveTo>
                    <a:cubicBezTo>
                      <a:pt x="2" y="1"/>
                      <a:pt x="14" y="0"/>
                      <a:pt x="15" y="4"/>
                    </a:cubicBezTo>
                    <a:cubicBezTo>
                      <a:pt x="16" y="8"/>
                      <a:pt x="5" y="7"/>
                      <a:pt x="5" y="4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1" name="Freeform 349">
                <a:extLst>
                  <a:ext uri="{FF2B5EF4-FFF2-40B4-BE49-F238E27FC236}">
                    <a16:creationId xmlns:a16="http://schemas.microsoft.com/office/drawing/2014/main" id="{E419C990-30BE-413C-BD8D-4F544F01C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303"/>
                <a:ext cx="40" cy="28"/>
              </a:xfrm>
              <a:custGeom>
                <a:avLst/>
                <a:gdLst>
                  <a:gd name="T0" fmla="*/ 0 w 23"/>
                  <a:gd name="T1" fmla="*/ 24 h 15"/>
                  <a:gd name="T2" fmla="*/ 273 w 23"/>
                  <a:gd name="T3" fmla="*/ 226 h 15"/>
                  <a:gd name="T4" fmla="*/ 16 w 23"/>
                  <a:gd name="T5" fmla="*/ 4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5">
                    <a:moveTo>
                      <a:pt x="0" y="1"/>
                    </a:moveTo>
                    <a:cubicBezTo>
                      <a:pt x="4" y="0"/>
                      <a:pt x="23" y="2"/>
                      <a:pt x="17" y="10"/>
                    </a:cubicBezTo>
                    <a:cubicBezTo>
                      <a:pt x="13" y="15"/>
                      <a:pt x="1" y="4"/>
                      <a:pt x="1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2" name="Freeform 350">
                <a:extLst>
                  <a:ext uri="{FF2B5EF4-FFF2-40B4-BE49-F238E27FC236}">
                    <a16:creationId xmlns:a16="http://schemas.microsoft.com/office/drawing/2014/main" id="{A3F6B467-5D63-4920-8F9E-DC8664D19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202"/>
                <a:ext cx="40" cy="35"/>
              </a:xfrm>
              <a:custGeom>
                <a:avLst/>
                <a:gdLst>
                  <a:gd name="T0" fmla="*/ 299 w 23"/>
                  <a:gd name="T1" fmla="*/ 0 h 19"/>
                  <a:gd name="T2" fmla="*/ 127 w 23"/>
                  <a:gd name="T3" fmla="*/ 81 h 19"/>
                  <a:gd name="T4" fmla="*/ 111 w 23"/>
                  <a:gd name="T5" fmla="*/ 379 h 19"/>
                  <a:gd name="T6" fmla="*/ 157 w 23"/>
                  <a:gd name="T7" fmla="*/ 274 h 19"/>
                  <a:gd name="T8" fmla="*/ 237 w 23"/>
                  <a:gd name="T9" fmla="*/ 149 h 19"/>
                  <a:gd name="T10" fmla="*/ 273 w 23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19" y="0"/>
                    </a:moveTo>
                    <a:cubicBezTo>
                      <a:pt x="15" y="0"/>
                      <a:pt x="11" y="1"/>
                      <a:pt x="8" y="4"/>
                    </a:cubicBezTo>
                    <a:cubicBezTo>
                      <a:pt x="7" y="6"/>
                      <a:pt x="0" y="19"/>
                      <a:pt x="7" y="18"/>
                    </a:cubicBezTo>
                    <a:cubicBezTo>
                      <a:pt x="9" y="18"/>
                      <a:pt x="9" y="15"/>
                      <a:pt x="10" y="13"/>
                    </a:cubicBezTo>
                    <a:cubicBezTo>
                      <a:pt x="12" y="10"/>
                      <a:pt x="12" y="9"/>
                      <a:pt x="15" y="7"/>
                    </a:cubicBezTo>
                    <a:cubicBezTo>
                      <a:pt x="17" y="5"/>
                      <a:pt x="23" y="1"/>
                      <a:pt x="17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3" name="Freeform 351">
                <a:extLst>
                  <a:ext uri="{FF2B5EF4-FFF2-40B4-BE49-F238E27FC236}">
                    <a16:creationId xmlns:a16="http://schemas.microsoft.com/office/drawing/2014/main" id="{D879BBC2-8332-4C23-BFB1-7E127F70F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243"/>
                <a:ext cx="37" cy="38"/>
              </a:xfrm>
              <a:custGeom>
                <a:avLst/>
                <a:gdLst>
                  <a:gd name="T0" fmla="*/ 241 w 21"/>
                  <a:gd name="T1" fmla="*/ 43 h 21"/>
                  <a:gd name="T2" fmla="*/ 180 w 21"/>
                  <a:gd name="T3" fmla="*/ 266 h 21"/>
                  <a:gd name="T4" fmla="*/ 338 w 21"/>
                  <a:gd name="T5" fmla="*/ 94 h 21"/>
                  <a:gd name="T6" fmla="*/ 241 w 21"/>
                  <a:gd name="T7" fmla="*/ 4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4" y="2"/>
                    </a:moveTo>
                    <a:cubicBezTo>
                      <a:pt x="3" y="0"/>
                      <a:pt x="0" y="21"/>
                      <a:pt x="11" y="14"/>
                    </a:cubicBezTo>
                    <a:cubicBezTo>
                      <a:pt x="13" y="13"/>
                      <a:pt x="20" y="7"/>
                      <a:pt x="20" y="5"/>
                    </a:cubicBezTo>
                    <a:cubicBezTo>
                      <a:pt x="21" y="1"/>
                      <a:pt x="16" y="0"/>
                      <a:pt x="14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4" name="Freeform 352">
                <a:extLst>
                  <a:ext uri="{FF2B5EF4-FFF2-40B4-BE49-F238E27FC236}">
                    <a16:creationId xmlns:a16="http://schemas.microsoft.com/office/drawing/2014/main" id="{E8C7EA4C-1D4F-4779-8887-4D17A523B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381"/>
                <a:ext cx="26" cy="17"/>
              </a:xfrm>
              <a:custGeom>
                <a:avLst/>
                <a:gdLst>
                  <a:gd name="T0" fmla="*/ 234 w 15"/>
                  <a:gd name="T1" fmla="*/ 0 h 9"/>
                  <a:gd name="T2" fmla="*/ 62 w 15"/>
                  <a:gd name="T3" fmla="*/ 144 h 9"/>
                  <a:gd name="T4" fmla="*/ 208 w 15"/>
                  <a:gd name="T5" fmla="*/ 144 h 9"/>
                  <a:gd name="T6" fmla="*/ 208 w 1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2" y="0"/>
                      <a:pt x="0" y="0"/>
                      <a:pt x="4" y="6"/>
                    </a:cubicBezTo>
                    <a:cubicBezTo>
                      <a:pt x="5" y="9"/>
                      <a:pt x="11" y="8"/>
                      <a:pt x="13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5" name="Freeform 353">
                <a:extLst>
                  <a:ext uri="{FF2B5EF4-FFF2-40B4-BE49-F238E27FC236}">
                    <a16:creationId xmlns:a16="http://schemas.microsoft.com/office/drawing/2014/main" id="{DF67E9DF-3DA2-4BDE-9F5D-109E52654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357"/>
                <a:ext cx="29" cy="44"/>
              </a:xfrm>
              <a:custGeom>
                <a:avLst/>
                <a:gdLst>
                  <a:gd name="T0" fmla="*/ 227 w 17"/>
                  <a:gd name="T1" fmla="*/ 81 h 24"/>
                  <a:gd name="T2" fmla="*/ 84 w 17"/>
                  <a:gd name="T3" fmla="*/ 475 h 24"/>
                  <a:gd name="T4" fmla="*/ 189 w 17"/>
                  <a:gd name="T5" fmla="*/ 205 h 24"/>
                  <a:gd name="T6" fmla="*/ 227 w 17"/>
                  <a:gd name="T7" fmla="*/ 6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16" y="4"/>
                    </a:moveTo>
                    <a:cubicBezTo>
                      <a:pt x="6" y="0"/>
                      <a:pt x="0" y="21"/>
                      <a:pt x="6" y="23"/>
                    </a:cubicBezTo>
                    <a:cubicBezTo>
                      <a:pt x="10" y="24"/>
                      <a:pt x="12" y="12"/>
                      <a:pt x="13" y="10"/>
                    </a:cubicBezTo>
                    <a:cubicBezTo>
                      <a:pt x="15" y="7"/>
                      <a:pt x="17" y="6"/>
                      <a:pt x="16" y="3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6" name="Freeform 354">
                <a:extLst>
                  <a:ext uri="{FF2B5EF4-FFF2-40B4-BE49-F238E27FC236}">
                    <a16:creationId xmlns:a16="http://schemas.microsoft.com/office/drawing/2014/main" id="{7A8841A4-820C-46D4-8CAA-EAC439543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098"/>
                <a:ext cx="52" cy="19"/>
              </a:xfrm>
              <a:custGeom>
                <a:avLst/>
                <a:gdLst>
                  <a:gd name="T0" fmla="*/ 283 w 30"/>
                  <a:gd name="T1" fmla="*/ 55 h 10"/>
                  <a:gd name="T2" fmla="*/ 62 w 30"/>
                  <a:gd name="T3" fmla="*/ 105 h 10"/>
                  <a:gd name="T4" fmla="*/ 127 w 30"/>
                  <a:gd name="T5" fmla="*/ 220 h 10"/>
                  <a:gd name="T6" fmla="*/ 283 w 30"/>
                  <a:gd name="T7" fmla="*/ 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0">
                    <a:moveTo>
                      <a:pt x="18" y="2"/>
                    </a:moveTo>
                    <a:cubicBezTo>
                      <a:pt x="13" y="2"/>
                      <a:pt x="7" y="0"/>
                      <a:pt x="4" y="4"/>
                    </a:cubicBezTo>
                    <a:cubicBezTo>
                      <a:pt x="0" y="9"/>
                      <a:pt x="4" y="10"/>
                      <a:pt x="8" y="9"/>
                    </a:cubicBezTo>
                    <a:cubicBezTo>
                      <a:pt x="12" y="9"/>
                      <a:pt x="30" y="6"/>
                      <a:pt x="18" y="3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7" name="Freeform 355">
                <a:extLst>
                  <a:ext uri="{FF2B5EF4-FFF2-40B4-BE49-F238E27FC236}">
                    <a16:creationId xmlns:a16="http://schemas.microsoft.com/office/drawing/2014/main" id="{28B9401D-128A-48C7-B212-D8641935E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978"/>
                <a:ext cx="26" cy="21"/>
              </a:xfrm>
              <a:custGeom>
                <a:avLst/>
                <a:gdLst>
                  <a:gd name="T0" fmla="*/ 208 w 15"/>
                  <a:gd name="T1" fmla="*/ 29 h 11"/>
                  <a:gd name="T2" fmla="*/ 28 w 15"/>
                  <a:gd name="T3" fmla="*/ 277 h 11"/>
                  <a:gd name="T4" fmla="*/ 220 w 15"/>
                  <a:gd name="T5" fmla="*/ 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3" y="1"/>
                    </a:moveTo>
                    <a:cubicBezTo>
                      <a:pt x="8" y="0"/>
                      <a:pt x="0" y="5"/>
                      <a:pt x="2" y="11"/>
                    </a:cubicBezTo>
                    <a:cubicBezTo>
                      <a:pt x="4" y="11"/>
                      <a:pt x="15" y="4"/>
                      <a:pt x="14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8" name="Freeform 356">
                <a:extLst>
                  <a:ext uri="{FF2B5EF4-FFF2-40B4-BE49-F238E27FC236}">
                    <a16:creationId xmlns:a16="http://schemas.microsoft.com/office/drawing/2014/main" id="{81D5F47D-7D2E-47FD-9762-265B00B45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880"/>
                <a:ext cx="26" cy="30"/>
              </a:xfrm>
              <a:custGeom>
                <a:avLst/>
                <a:gdLst>
                  <a:gd name="T0" fmla="*/ 172 w 15"/>
                  <a:gd name="T1" fmla="*/ 53 h 16"/>
                  <a:gd name="T2" fmla="*/ 16 w 15"/>
                  <a:gd name="T3" fmla="*/ 349 h 16"/>
                  <a:gd name="T4" fmla="*/ 185 w 15"/>
                  <a:gd name="T5" fmla="*/ 158 h 16"/>
                  <a:gd name="T6" fmla="*/ 234 w 15"/>
                  <a:gd name="T7" fmla="*/ 73 h 16"/>
                  <a:gd name="T8" fmla="*/ 172 w 1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1" y="2"/>
                    </a:moveTo>
                    <a:cubicBezTo>
                      <a:pt x="5" y="2"/>
                      <a:pt x="0" y="10"/>
                      <a:pt x="1" y="15"/>
                    </a:cubicBezTo>
                    <a:cubicBezTo>
                      <a:pt x="4" y="16"/>
                      <a:pt x="9" y="10"/>
                      <a:pt x="12" y="7"/>
                    </a:cubicBezTo>
                    <a:cubicBezTo>
                      <a:pt x="13" y="6"/>
                      <a:pt x="15" y="6"/>
                      <a:pt x="15" y="3"/>
                    </a:cubicBezTo>
                    <a:cubicBezTo>
                      <a:pt x="14" y="1"/>
                      <a:pt x="13" y="0"/>
                      <a:pt x="11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9" name="Freeform 357">
                <a:extLst>
                  <a:ext uri="{FF2B5EF4-FFF2-40B4-BE49-F238E27FC236}">
                    <a16:creationId xmlns:a16="http://schemas.microsoft.com/office/drawing/2014/main" id="{7765C34C-543E-424C-8F4E-D5F0758BF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244"/>
                <a:ext cx="31" cy="37"/>
              </a:xfrm>
              <a:custGeom>
                <a:avLst/>
                <a:gdLst>
                  <a:gd name="T0" fmla="*/ 210 w 18"/>
                  <a:gd name="T1" fmla="*/ 68 h 20"/>
                  <a:gd name="T2" fmla="*/ 83 w 18"/>
                  <a:gd name="T3" fmla="*/ 355 h 20"/>
                  <a:gd name="T4" fmla="*/ 169 w 18"/>
                  <a:gd name="T5" fmla="*/ 178 h 20"/>
                  <a:gd name="T6" fmla="*/ 270 w 1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4" y="3"/>
                    </a:moveTo>
                    <a:cubicBezTo>
                      <a:pt x="12" y="5"/>
                      <a:pt x="0" y="12"/>
                      <a:pt x="5" y="16"/>
                    </a:cubicBezTo>
                    <a:cubicBezTo>
                      <a:pt x="10" y="20"/>
                      <a:pt x="10" y="10"/>
                      <a:pt x="11" y="8"/>
                    </a:cubicBezTo>
                    <a:cubicBezTo>
                      <a:pt x="12" y="4"/>
                      <a:pt x="17" y="3"/>
                      <a:pt x="18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0" name="Freeform 358">
                <a:extLst>
                  <a:ext uri="{FF2B5EF4-FFF2-40B4-BE49-F238E27FC236}">
                    <a16:creationId xmlns:a16="http://schemas.microsoft.com/office/drawing/2014/main" id="{CB169618-B7F7-4D88-A810-722EF780F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043"/>
                <a:ext cx="20" cy="24"/>
              </a:xfrm>
              <a:custGeom>
                <a:avLst/>
                <a:gdLst>
                  <a:gd name="T0" fmla="*/ 103 w 12"/>
                  <a:gd name="T1" fmla="*/ 0 h 13"/>
                  <a:gd name="T2" fmla="*/ 78 w 12"/>
                  <a:gd name="T3" fmla="*/ 209 h 13"/>
                  <a:gd name="T4" fmla="*/ 103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2" y="0"/>
                      <a:pt x="0" y="13"/>
                      <a:pt x="6" y="10"/>
                    </a:cubicBezTo>
                    <a:cubicBezTo>
                      <a:pt x="9" y="8"/>
                      <a:pt x="12" y="1"/>
                      <a:pt x="8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1" name="Oval 359">
                <a:extLst>
                  <a:ext uri="{FF2B5EF4-FFF2-40B4-BE49-F238E27FC236}">
                    <a16:creationId xmlns:a16="http://schemas.microsoft.com/office/drawing/2014/main" id="{8C5132E7-AE4F-42CE-B63D-FF3470B6F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9" y="204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32" name="Oval 360">
                <a:extLst>
                  <a:ext uri="{FF2B5EF4-FFF2-40B4-BE49-F238E27FC236}">
                    <a16:creationId xmlns:a16="http://schemas.microsoft.com/office/drawing/2014/main" id="{9C27D355-06B1-48E5-957B-732A241CA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1" y="2050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33" name="Oval 361">
                <a:extLst>
                  <a:ext uri="{FF2B5EF4-FFF2-40B4-BE49-F238E27FC236}">
                    <a16:creationId xmlns:a16="http://schemas.microsoft.com/office/drawing/2014/main" id="{E6E91693-877A-4032-8D9E-2EC405235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189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34" name="Oval 362">
                <a:extLst>
                  <a:ext uri="{FF2B5EF4-FFF2-40B4-BE49-F238E27FC236}">
                    <a16:creationId xmlns:a16="http://schemas.microsoft.com/office/drawing/2014/main" id="{5E22AFB9-0746-4785-91F2-CF84F6529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188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35" name="Oval 363">
                <a:extLst>
                  <a:ext uri="{FF2B5EF4-FFF2-40B4-BE49-F238E27FC236}">
                    <a16:creationId xmlns:a16="http://schemas.microsoft.com/office/drawing/2014/main" id="{7E586432-90AA-44ED-B8BB-DD141EE60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224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36" name="Oval 364">
                <a:extLst>
                  <a:ext uri="{FF2B5EF4-FFF2-40B4-BE49-F238E27FC236}">
                    <a16:creationId xmlns:a16="http://schemas.microsoft.com/office/drawing/2014/main" id="{46C8FBEC-63A3-4D9F-960B-760D13683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2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37" name="Oval 365">
                <a:extLst>
                  <a:ext uri="{FF2B5EF4-FFF2-40B4-BE49-F238E27FC236}">
                    <a16:creationId xmlns:a16="http://schemas.microsoft.com/office/drawing/2014/main" id="{3A5EE38A-B525-4BCE-9BEB-FE665E98A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230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38" name="Oval 366">
                <a:extLst>
                  <a:ext uri="{FF2B5EF4-FFF2-40B4-BE49-F238E27FC236}">
                    <a16:creationId xmlns:a16="http://schemas.microsoft.com/office/drawing/2014/main" id="{933E449D-1B5D-4388-A56A-FACBFCFDC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231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39" name="Oval 367">
                <a:extLst>
                  <a:ext uri="{FF2B5EF4-FFF2-40B4-BE49-F238E27FC236}">
                    <a16:creationId xmlns:a16="http://schemas.microsoft.com/office/drawing/2014/main" id="{14A9A2EB-1113-4770-8F17-896322C4F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88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40" name="Oval 368">
                <a:extLst>
                  <a:ext uri="{FF2B5EF4-FFF2-40B4-BE49-F238E27FC236}">
                    <a16:creationId xmlns:a16="http://schemas.microsoft.com/office/drawing/2014/main" id="{1A221A81-BDE1-41CA-A088-506CA276D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390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41" name="Oval 369">
                <a:extLst>
                  <a:ext uri="{FF2B5EF4-FFF2-40B4-BE49-F238E27FC236}">
                    <a16:creationId xmlns:a16="http://schemas.microsoft.com/office/drawing/2014/main" id="{E83A528F-564F-4EB0-93DA-3054039C6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363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42" name="Oval 370">
                <a:extLst>
                  <a:ext uri="{FF2B5EF4-FFF2-40B4-BE49-F238E27FC236}">
                    <a16:creationId xmlns:a16="http://schemas.microsoft.com/office/drawing/2014/main" id="{5229AD22-CDC7-42F9-B987-4CF639C09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35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43" name="Oval 371">
                <a:extLst>
                  <a:ext uri="{FF2B5EF4-FFF2-40B4-BE49-F238E27FC236}">
                    <a16:creationId xmlns:a16="http://schemas.microsoft.com/office/drawing/2014/main" id="{CD60C0F6-F6EB-4D98-97EC-402844F64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3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44" name="Oval 372">
                <a:extLst>
                  <a:ext uri="{FF2B5EF4-FFF2-40B4-BE49-F238E27FC236}">
                    <a16:creationId xmlns:a16="http://schemas.microsoft.com/office/drawing/2014/main" id="{BA8E0821-01E0-48CF-BC2E-0C4E6F108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326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45" name="Oval 373">
                <a:extLst>
                  <a:ext uri="{FF2B5EF4-FFF2-40B4-BE49-F238E27FC236}">
                    <a16:creationId xmlns:a16="http://schemas.microsoft.com/office/drawing/2014/main" id="{FECF39B5-5474-48AE-97DE-937E62AA0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1" y="2034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46" name="Oval 374">
                <a:extLst>
                  <a:ext uri="{FF2B5EF4-FFF2-40B4-BE49-F238E27FC236}">
                    <a16:creationId xmlns:a16="http://schemas.microsoft.com/office/drawing/2014/main" id="{0DF577FA-8180-4BC5-9D30-AAA0DD5BE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3" y="2041"/>
                <a:ext cx="4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47" name="Oval 375">
                <a:extLst>
                  <a:ext uri="{FF2B5EF4-FFF2-40B4-BE49-F238E27FC236}">
                    <a16:creationId xmlns:a16="http://schemas.microsoft.com/office/drawing/2014/main" id="{1C8593CA-41E5-439A-99F5-5CFE489B4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" y="2021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48" name="Oval 376">
                <a:extLst>
                  <a:ext uri="{FF2B5EF4-FFF2-40B4-BE49-F238E27FC236}">
                    <a16:creationId xmlns:a16="http://schemas.microsoft.com/office/drawing/2014/main" id="{6234CDEB-A68A-449C-8148-BDBEB79B5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3" y="202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49" name="Oval 377">
                <a:extLst>
                  <a:ext uri="{FF2B5EF4-FFF2-40B4-BE49-F238E27FC236}">
                    <a16:creationId xmlns:a16="http://schemas.microsoft.com/office/drawing/2014/main" id="{6CD7114A-7BFD-44A8-99E0-36BCAC89D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" y="2438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50" name="Oval 378">
                <a:extLst>
                  <a:ext uri="{FF2B5EF4-FFF2-40B4-BE49-F238E27FC236}">
                    <a16:creationId xmlns:a16="http://schemas.microsoft.com/office/drawing/2014/main" id="{3FE7E38E-CE2F-4FF5-BB52-25AA813A1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" y="2442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51" name="Oval 379">
                <a:extLst>
                  <a:ext uri="{FF2B5EF4-FFF2-40B4-BE49-F238E27FC236}">
                    <a16:creationId xmlns:a16="http://schemas.microsoft.com/office/drawing/2014/main" id="{E4730121-D828-49DB-8522-2F58785FA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451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52" name="Oval 380">
                <a:extLst>
                  <a:ext uri="{FF2B5EF4-FFF2-40B4-BE49-F238E27FC236}">
                    <a16:creationId xmlns:a16="http://schemas.microsoft.com/office/drawing/2014/main" id="{5D016E0C-7D36-40C9-888E-3B7421E40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45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53" name="Oval 381">
                <a:extLst>
                  <a:ext uri="{FF2B5EF4-FFF2-40B4-BE49-F238E27FC236}">
                    <a16:creationId xmlns:a16="http://schemas.microsoft.com/office/drawing/2014/main" id="{8A7BC05D-4654-42A4-9481-8ED3006D1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4" y="22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54" name="Oval 382">
                <a:extLst>
                  <a:ext uri="{FF2B5EF4-FFF2-40B4-BE49-F238E27FC236}">
                    <a16:creationId xmlns:a16="http://schemas.microsoft.com/office/drawing/2014/main" id="{8CAB7CA5-2ABB-42F3-9D5B-CAC273698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2257"/>
                <a:ext cx="3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55" name="Oval 383">
                <a:extLst>
                  <a:ext uri="{FF2B5EF4-FFF2-40B4-BE49-F238E27FC236}">
                    <a16:creationId xmlns:a16="http://schemas.microsoft.com/office/drawing/2014/main" id="{FFD7F66B-2FFF-4061-A3B9-870C53568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2161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56" name="Oval 384">
                <a:extLst>
                  <a:ext uri="{FF2B5EF4-FFF2-40B4-BE49-F238E27FC236}">
                    <a16:creationId xmlns:a16="http://schemas.microsoft.com/office/drawing/2014/main" id="{87C7A2D2-B90E-45BC-B2D9-09D416E89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4" y="216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57" name="Oval 385">
                <a:extLst>
                  <a:ext uri="{FF2B5EF4-FFF2-40B4-BE49-F238E27FC236}">
                    <a16:creationId xmlns:a16="http://schemas.microsoft.com/office/drawing/2014/main" id="{8288DACB-DFE6-48D4-9FF7-1B2D64FD8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222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58" name="Oval 386">
                <a:extLst>
                  <a:ext uri="{FF2B5EF4-FFF2-40B4-BE49-F238E27FC236}">
                    <a16:creationId xmlns:a16="http://schemas.microsoft.com/office/drawing/2014/main" id="{66960ABC-9A7C-4947-ACCB-075C6CA92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14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59" name="Oval 387">
                <a:extLst>
                  <a:ext uri="{FF2B5EF4-FFF2-40B4-BE49-F238E27FC236}">
                    <a16:creationId xmlns:a16="http://schemas.microsoft.com/office/drawing/2014/main" id="{58CC9509-5A13-41B8-974A-4A2B740E9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214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60" name="Oval 388">
                <a:extLst>
                  <a:ext uri="{FF2B5EF4-FFF2-40B4-BE49-F238E27FC236}">
                    <a16:creationId xmlns:a16="http://schemas.microsoft.com/office/drawing/2014/main" id="{4F9F10F0-AEBD-4B92-8654-59D6B7217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94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61" name="Oval 389">
                <a:extLst>
                  <a:ext uri="{FF2B5EF4-FFF2-40B4-BE49-F238E27FC236}">
                    <a16:creationId xmlns:a16="http://schemas.microsoft.com/office/drawing/2014/main" id="{6FBA707B-F725-463E-8F7A-E1CAB3BC6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94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62" name="Oval 390">
                <a:extLst>
                  <a:ext uri="{FF2B5EF4-FFF2-40B4-BE49-F238E27FC236}">
                    <a16:creationId xmlns:a16="http://schemas.microsoft.com/office/drawing/2014/main" id="{21DD4729-BC44-4F40-B11B-B575E1E97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2" y="202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63" name="Oval 391">
                <a:extLst>
                  <a:ext uri="{FF2B5EF4-FFF2-40B4-BE49-F238E27FC236}">
                    <a16:creationId xmlns:a16="http://schemas.microsoft.com/office/drawing/2014/main" id="{B044B63A-E580-48C2-8795-AA5A48741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202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64" name="Oval 392">
                <a:extLst>
                  <a:ext uri="{FF2B5EF4-FFF2-40B4-BE49-F238E27FC236}">
                    <a16:creationId xmlns:a16="http://schemas.microsoft.com/office/drawing/2014/main" id="{9DDDEF6E-E106-482C-9765-E755B7AEA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" y="191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65" name="Oval 393">
                <a:extLst>
                  <a:ext uri="{FF2B5EF4-FFF2-40B4-BE49-F238E27FC236}">
                    <a16:creationId xmlns:a16="http://schemas.microsoft.com/office/drawing/2014/main" id="{6571D4E6-40E5-4060-BF47-A419DD6C6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191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66" name="Oval 394">
                <a:extLst>
                  <a:ext uri="{FF2B5EF4-FFF2-40B4-BE49-F238E27FC236}">
                    <a16:creationId xmlns:a16="http://schemas.microsoft.com/office/drawing/2014/main" id="{60208739-E727-4300-B571-371236F15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194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67" name="Oval 395">
                <a:extLst>
                  <a:ext uri="{FF2B5EF4-FFF2-40B4-BE49-F238E27FC236}">
                    <a16:creationId xmlns:a16="http://schemas.microsoft.com/office/drawing/2014/main" id="{23DC9554-AA28-4FE8-870D-F75A9F52E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" y="194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68" name="Oval 396">
                <a:extLst>
                  <a:ext uri="{FF2B5EF4-FFF2-40B4-BE49-F238E27FC236}">
                    <a16:creationId xmlns:a16="http://schemas.microsoft.com/office/drawing/2014/main" id="{FE79BB24-B585-4E0E-82E1-5AF7B0942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" y="2119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69" name="Oval 397">
                <a:extLst>
                  <a:ext uri="{FF2B5EF4-FFF2-40B4-BE49-F238E27FC236}">
                    <a16:creationId xmlns:a16="http://schemas.microsoft.com/office/drawing/2014/main" id="{B2D26527-5422-43CB-A9A0-70EB72A1F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1" y="2132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70" name="Oval 398">
                <a:extLst>
                  <a:ext uri="{FF2B5EF4-FFF2-40B4-BE49-F238E27FC236}">
                    <a16:creationId xmlns:a16="http://schemas.microsoft.com/office/drawing/2014/main" id="{21709F1E-16AE-4159-88E7-BB2538DD0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2303"/>
                <a:ext cx="22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71" name="Oval 399">
                <a:extLst>
                  <a:ext uri="{FF2B5EF4-FFF2-40B4-BE49-F238E27FC236}">
                    <a16:creationId xmlns:a16="http://schemas.microsoft.com/office/drawing/2014/main" id="{15C61DBB-0D8A-44D3-8A92-7EF3382E9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8" y="2298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72" name="Oval 400">
                <a:extLst>
                  <a:ext uri="{FF2B5EF4-FFF2-40B4-BE49-F238E27FC236}">
                    <a16:creationId xmlns:a16="http://schemas.microsoft.com/office/drawing/2014/main" id="{13E00FFE-442D-486F-82B9-6EC60064F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" y="2316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73" name="Oval 401">
                <a:extLst>
                  <a:ext uri="{FF2B5EF4-FFF2-40B4-BE49-F238E27FC236}">
                    <a16:creationId xmlns:a16="http://schemas.microsoft.com/office/drawing/2014/main" id="{E31520F4-2C8B-4BC1-B4E6-861604C16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207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74" name="Oval 402">
                <a:extLst>
                  <a:ext uri="{FF2B5EF4-FFF2-40B4-BE49-F238E27FC236}">
                    <a16:creationId xmlns:a16="http://schemas.microsoft.com/office/drawing/2014/main" id="{A37603C4-A0C7-48F7-BC5A-6A334DF8F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7" y="205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75" name="Oval 403">
                <a:extLst>
                  <a:ext uri="{FF2B5EF4-FFF2-40B4-BE49-F238E27FC236}">
                    <a16:creationId xmlns:a16="http://schemas.microsoft.com/office/drawing/2014/main" id="{1FEE6C7D-9048-4CBE-A310-89F370E9D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080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76" name="Oval 404">
                <a:extLst>
                  <a:ext uri="{FF2B5EF4-FFF2-40B4-BE49-F238E27FC236}">
                    <a16:creationId xmlns:a16="http://schemas.microsoft.com/office/drawing/2014/main" id="{09951039-10F9-4814-909D-E1634B9EE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097"/>
                <a:ext cx="7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77" name="Oval 405">
                <a:extLst>
                  <a:ext uri="{FF2B5EF4-FFF2-40B4-BE49-F238E27FC236}">
                    <a16:creationId xmlns:a16="http://schemas.microsoft.com/office/drawing/2014/main" id="{A7B580F9-24B2-4C30-BE61-86CEDF7D1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986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78" name="Oval 406">
                <a:extLst>
                  <a:ext uri="{FF2B5EF4-FFF2-40B4-BE49-F238E27FC236}">
                    <a16:creationId xmlns:a16="http://schemas.microsoft.com/office/drawing/2014/main" id="{E033AFC7-ED60-4661-8520-320554B43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191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79" name="Oval 407">
                <a:extLst>
                  <a:ext uri="{FF2B5EF4-FFF2-40B4-BE49-F238E27FC236}">
                    <a16:creationId xmlns:a16="http://schemas.microsoft.com/office/drawing/2014/main" id="{4A404EFB-C8AE-4111-B974-390E411AB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4" y="198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780" name="Freeform 408">
                <a:extLst>
                  <a:ext uri="{FF2B5EF4-FFF2-40B4-BE49-F238E27FC236}">
                    <a16:creationId xmlns:a16="http://schemas.microsoft.com/office/drawing/2014/main" id="{F866FEAE-0311-45E5-85EB-B1E35DAA3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1650"/>
                <a:ext cx="439" cy="146"/>
              </a:xfrm>
              <a:custGeom>
                <a:avLst/>
                <a:gdLst>
                  <a:gd name="T0" fmla="*/ 347 w 253"/>
                  <a:gd name="T1" fmla="*/ 1704 h 79"/>
                  <a:gd name="T2" fmla="*/ 2110 w 253"/>
                  <a:gd name="T3" fmla="*/ 730 h 79"/>
                  <a:gd name="T4" fmla="*/ 3129 w 253"/>
                  <a:gd name="T5" fmla="*/ 580 h 79"/>
                  <a:gd name="T6" fmla="*/ 3980 w 253"/>
                  <a:gd name="T7" fmla="*/ 209 h 79"/>
                  <a:gd name="T8" fmla="*/ 2972 w 253"/>
                  <a:gd name="T9" fmla="*/ 327 h 79"/>
                  <a:gd name="T10" fmla="*/ 1924 w 253"/>
                  <a:gd name="T11" fmla="*/ 645 h 79"/>
                  <a:gd name="T12" fmla="*/ 925 w 253"/>
                  <a:gd name="T13" fmla="*/ 967 h 79"/>
                  <a:gd name="T14" fmla="*/ 319 w 253"/>
                  <a:gd name="T15" fmla="*/ 1704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3" h="79">
                    <a:moveTo>
                      <a:pt x="22" y="79"/>
                    </a:moveTo>
                    <a:cubicBezTo>
                      <a:pt x="41" y="54"/>
                      <a:pt x="103" y="39"/>
                      <a:pt x="134" y="34"/>
                    </a:cubicBezTo>
                    <a:cubicBezTo>
                      <a:pt x="156" y="31"/>
                      <a:pt x="178" y="30"/>
                      <a:pt x="199" y="27"/>
                    </a:cubicBezTo>
                    <a:cubicBezTo>
                      <a:pt x="215" y="24"/>
                      <a:pt x="241" y="22"/>
                      <a:pt x="253" y="10"/>
                    </a:cubicBezTo>
                    <a:cubicBezTo>
                      <a:pt x="244" y="0"/>
                      <a:pt x="202" y="12"/>
                      <a:pt x="189" y="15"/>
                    </a:cubicBezTo>
                    <a:cubicBezTo>
                      <a:pt x="166" y="19"/>
                      <a:pt x="145" y="26"/>
                      <a:pt x="122" y="30"/>
                    </a:cubicBezTo>
                    <a:cubicBezTo>
                      <a:pt x="101" y="33"/>
                      <a:pt x="79" y="38"/>
                      <a:pt x="59" y="45"/>
                    </a:cubicBezTo>
                    <a:cubicBezTo>
                      <a:pt x="51" y="47"/>
                      <a:pt x="0" y="71"/>
                      <a:pt x="20" y="79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1" name="Freeform 409">
                <a:extLst>
                  <a:ext uri="{FF2B5EF4-FFF2-40B4-BE49-F238E27FC236}">
                    <a16:creationId xmlns:a16="http://schemas.microsoft.com/office/drawing/2014/main" id="{65893409-2480-407D-B500-0FDAF7953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651"/>
                <a:ext cx="346" cy="119"/>
              </a:xfrm>
              <a:custGeom>
                <a:avLst/>
                <a:gdLst>
                  <a:gd name="T0" fmla="*/ 341 w 200"/>
                  <a:gd name="T1" fmla="*/ 128 h 64"/>
                  <a:gd name="T2" fmla="*/ 0 w 200"/>
                  <a:gd name="T3" fmla="*/ 208 h 64"/>
                  <a:gd name="T4" fmla="*/ 637 w 200"/>
                  <a:gd name="T5" fmla="*/ 470 h 64"/>
                  <a:gd name="T6" fmla="*/ 1611 w 200"/>
                  <a:gd name="T7" fmla="*/ 777 h 64"/>
                  <a:gd name="T8" fmla="*/ 2356 w 200"/>
                  <a:gd name="T9" fmla="*/ 1062 h 64"/>
                  <a:gd name="T10" fmla="*/ 3100 w 200"/>
                  <a:gd name="T11" fmla="*/ 1376 h 64"/>
                  <a:gd name="T12" fmla="*/ 1739 w 200"/>
                  <a:gd name="T13" fmla="*/ 554 h 64"/>
                  <a:gd name="T14" fmla="*/ 382 w 200"/>
                  <a:gd name="T15" fmla="*/ 112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0" h="64">
                    <a:moveTo>
                      <a:pt x="22" y="6"/>
                    </a:moveTo>
                    <a:cubicBezTo>
                      <a:pt x="17" y="0"/>
                      <a:pt x="5" y="4"/>
                      <a:pt x="0" y="9"/>
                    </a:cubicBezTo>
                    <a:cubicBezTo>
                      <a:pt x="6" y="19"/>
                      <a:pt x="30" y="19"/>
                      <a:pt x="41" y="21"/>
                    </a:cubicBezTo>
                    <a:cubicBezTo>
                      <a:pt x="62" y="25"/>
                      <a:pt x="83" y="30"/>
                      <a:pt x="104" y="35"/>
                    </a:cubicBezTo>
                    <a:cubicBezTo>
                      <a:pt x="120" y="39"/>
                      <a:pt x="136" y="43"/>
                      <a:pt x="152" y="48"/>
                    </a:cubicBezTo>
                    <a:cubicBezTo>
                      <a:pt x="165" y="51"/>
                      <a:pt x="186" y="64"/>
                      <a:pt x="200" y="62"/>
                    </a:cubicBezTo>
                    <a:cubicBezTo>
                      <a:pt x="198" y="37"/>
                      <a:pt x="131" y="28"/>
                      <a:pt x="112" y="25"/>
                    </a:cubicBezTo>
                    <a:cubicBezTo>
                      <a:pt x="83" y="21"/>
                      <a:pt x="55" y="7"/>
                      <a:pt x="25" y="5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2" name="Freeform 410">
                <a:extLst>
                  <a:ext uri="{FF2B5EF4-FFF2-40B4-BE49-F238E27FC236}">
                    <a16:creationId xmlns:a16="http://schemas.microsoft.com/office/drawing/2014/main" id="{7CBF1CC4-2ABE-44D4-AC37-613A97153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764"/>
                <a:ext cx="1322" cy="198"/>
              </a:xfrm>
              <a:custGeom>
                <a:avLst/>
                <a:gdLst>
                  <a:gd name="T0" fmla="*/ 0 w 763"/>
                  <a:gd name="T1" fmla="*/ 2302 h 107"/>
                  <a:gd name="T2" fmla="*/ 343 w 763"/>
                  <a:gd name="T3" fmla="*/ 2147 h 107"/>
                  <a:gd name="T4" fmla="*/ 1369 w 763"/>
                  <a:gd name="T5" fmla="*/ 1630 h 107"/>
                  <a:gd name="T6" fmla="*/ 3642 w 763"/>
                  <a:gd name="T7" fmla="*/ 514 h 107"/>
                  <a:gd name="T8" fmla="*/ 6461 w 763"/>
                  <a:gd name="T9" fmla="*/ 150 h 107"/>
                  <a:gd name="T10" fmla="*/ 8337 w 763"/>
                  <a:gd name="T11" fmla="*/ 588 h 107"/>
                  <a:gd name="T12" fmla="*/ 11084 w 763"/>
                  <a:gd name="T13" fmla="*/ 1760 h 107"/>
                  <a:gd name="T14" fmla="*/ 11915 w 763"/>
                  <a:gd name="T15" fmla="*/ 2167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3" h="107">
                    <a:moveTo>
                      <a:pt x="0" y="106"/>
                    </a:moveTo>
                    <a:cubicBezTo>
                      <a:pt x="9" y="107"/>
                      <a:pt x="14" y="102"/>
                      <a:pt x="22" y="99"/>
                    </a:cubicBezTo>
                    <a:cubicBezTo>
                      <a:pt x="43" y="90"/>
                      <a:pt x="66" y="84"/>
                      <a:pt x="88" y="75"/>
                    </a:cubicBezTo>
                    <a:cubicBezTo>
                      <a:pt x="135" y="56"/>
                      <a:pt x="183" y="37"/>
                      <a:pt x="233" y="24"/>
                    </a:cubicBezTo>
                    <a:cubicBezTo>
                      <a:pt x="292" y="9"/>
                      <a:pt x="353" y="0"/>
                      <a:pt x="414" y="7"/>
                    </a:cubicBezTo>
                    <a:cubicBezTo>
                      <a:pt x="454" y="12"/>
                      <a:pt x="494" y="20"/>
                      <a:pt x="534" y="27"/>
                    </a:cubicBezTo>
                    <a:cubicBezTo>
                      <a:pt x="596" y="37"/>
                      <a:pt x="651" y="60"/>
                      <a:pt x="710" y="81"/>
                    </a:cubicBezTo>
                    <a:cubicBezTo>
                      <a:pt x="727" y="87"/>
                      <a:pt x="753" y="93"/>
                      <a:pt x="763" y="100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3" name="Freeform 411">
                <a:extLst>
                  <a:ext uri="{FF2B5EF4-FFF2-40B4-BE49-F238E27FC236}">
                    <a16:creationId xmlns:a16="http://schemas.microsoft.com/office/drawing/2014/main" id="{B8622FB1-4721-41E5-83E4-85873A875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1751"/>
                <a:ext cx="1323" cy="129"/>
              </a:xfrm>
              <a:custGeom>
                <a:avLst/>
                <a:gdLst>
                  <a:gd name="T0" fmla="*/ 11897 w 764"/>
                  <a:gd name="T1" fmla="*/ 1358 h 70"/>
                  <a:gd name="T2" fmla="*/ 10807 w 764"/>
                  <a:gd name="T3" fmla="*/ 1084 h 70"/>
                  <a:gd name="T4" fmla="*/ 9550 w 764"/>
                  <a:gd name="T5" fmla="*/ 551 h 70"/>
                  <a:gd name="T6" fmla="*/ 6357 w 764"/>
                  <a:gd name="T7" fmla="*/ 68 h 70"/>
                  <a:gd name="T8" fmla="*/ 2726 w 764"/>
                  <a:gd name="T9" fmla="*/ 577 h 70"/>
                  <a:gd name="T10" fmla="*/ 611 w 764"/>
                  <a:gd name="T11" fmla="*/ 1135 h 70"/>
                  <a:gd name="T12" fmla="*/ 0 w 764"/>
                  <a:gd name="T13" fmla="*/ 1491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4" h="70">
                    <a:moveTo>
                      <a:pt x="764" y="64"/>
                    </a:moveTo>
                    <a:cubicBezTo>
                      <a:pt x="745" y="70"/>
                      <a:pt x="714" y="56"/>
                      <a:pt x="694" y="51"/>
                    </a:cubicBezTo>
                    <a:cubicBezTo>
                      <a:pt x="667" y="43"/>
                      <a:pt x="640" y="33"/>
                      <a:pt x="613" y="26"/>
                    </a:cubicBezTo>
                    <a:cubicBezTo>
                      <a:pt x="547" y="7"/>
                      <a:pt x="476" y="6"/>
                      <a:pt x="408" y="3"/>
                    </a:cubicBezTo>
                    <a:cubicBezTo>
                      <a:pt x="329" y="0"/>
                      <a:pt x="252" y="12"/>
                      <a:pt x="175" y="27"/>
                    </a:cubicBezTo>
                    <a:cubicBezTo>
                      <a:pt x="129" y="36"/>
                      <a:pt x="83" y="40"/>
                      <a:pt x="39" y="53"/>
                    </a:cubicBezTo>
                    <a:cubicBezTo>
                      <a:pt x="25" y="58"/>
                      <a:pt x="13" y="64"/>
                      <a:pt x="0" y="70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4" name="Freeform 412">
                <a:extLst>
                  <a:ext uri="{FF2B5EF4-FFF2-40B4-BE49-F238E27FC236}">
                    <a16:creationId xmlns:a16="http://schemas.microsoft.com/office/drawing/2014/main" id="{95E49CD9-3014-4A9E-92A5-EC870177D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722"/>
                <a:ext cx="1072" cy="118"/>
              </a:xfrm>
              <a:custGeom>
                <a:avLst/>
                <a:gdLst>
                  <a:gd name="T0" fmla="*/ 9646 w 619"/>
                  <a:gd name="T1" fmla="*/ 1366 h 64"/>
                  <a:gd name="T2" fmla="*/ 9267 w 619"/>
                  <a:gd name="T3" fmla="*/ 1108 h 64"/>
                  <a:gd name="T4" fmla="*/ 8644 w 619"/>
                  <a:gd name="T5" fmla="*/ 854 h 64"/>
                  <a:gd name="T6" fmla="*/ 7262 w 619"/>
                  <a:gd name="T7" fmla="*/ 343 h 64"/>
                  <a:gd name="T8" fmla="*/ 4155 w 619"/>
                  <a:gd name="T9" fmla="*/ 44 h 64"/>
                  <a:gd name="T10" fmla="*/ 2151 w 619"/>
                  <a:gd name="T11" fmla="*/ 358 h 64"/>
                  <a:gd name="T12" fmla="*/ 873 w 619"/>
                  <a:gd name="T13" fmla="*/ 750 h 64"/>
                  <a:gd name="T14" fmla="*/ 0 w 619"/>
                  <a:gd name="T15" fmla="*/ 126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9" h="64">
                    <a:moveTo>
                      <a:pt x="619" y="64"/>
                    </a:moveTo>
                    <a:cubicBezTo>
                      <a:pt x="610" y="62"/>
                      <a:pt x="603" y="56"/>
                      <a:pt x="595" y="52"/>
                    </a:cubicBezTo>
                    <a:cubicBezTo>
                      <a:pt x="582" y="47"/>
                      <a:pt x="568" y="46"/>
                      <a:pt x="555" y="40"/>
                    </a:cubicBezTo>
                    <a:cubicBezTo>
                      <a:pt x="526" y="27"/>
                      <a:pt x="498" y="22"/>
                      <a:pt x="466" y="16"/>
                    </a:cubicBezTo>
                    <a:cubicBezTo>
                      <a:pt x="401" y="3"/>
                      <a:pt x="333" y="4"/>
                      <a:pt x="267" y="2"/>
                    </a:cubicBezTo>
                    <a:cubicBezTo>
                      <a:pt x="222" y="0"/>
                      <a:pt x="181" y="13"/>
                      <a:pt x="138" y="17"/>
                    </a:cubicBezTo>
                    <a:cubicBezTo>
                      <a:pt x="107" y="19"/>
                      <a:pt x="83" y="21"/>
                      <a:pt x="56" y="35"/>
                    </a:cubicBezTo>
                    <a:cubicBezTo>
                      <a:pt x="37" y="44"/>
                      <a:pt x="18" y="50"/>
                      <a:pt x="0" y="59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" name="Freeform 413">
                <a:extLst>
                  <a:ext uri="{FF2B5EF4-FFF2-40B4-BE49-F238E27FC236}">
                    <a16:creationId xmlns:a16="http://schemas.microsoft.com/office/drawing/2014/main" id="{324973B8-6F2F-407F-B5C1-D20FF66D1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1794"/>
                <a:ext cx="337" cy="123"/>
              </a:xfrm>
              <a:custGeom>
                <a:avLst/>
                <a:gdLst>
                  <a:gd name="T0" fmla="*/ 3066 w 194"/>
                  <a:gd name="T1" fmla="*/ 0 h 67"/>
                  <a:gd name="T2" fmla="*/ 1159 w 194"/>
                  <a:gd name="T3" fmla="*/ 830 h 67"/>
                  <a:gd name="T4" fmla="*/ 408 w 194"/>
                  <a:gd name="T5" fmla="*/ 1193 h 67"/>
                  <a:gd name="T6" fmla="*/ 0 w 194"/>
                  <a:gd name="T7" fmla="*/ 1399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67">
                    <a:moveTo>
                      <a:pt x="194" y="0"/>
                    </a:moveTo>
                    <a:cubicBezTo>
                      <a:pt x="154" y="7"/>
                      <a:pt x="112" y="26"/>
                      <a:pt x="73" y="40"/>
                    </a:cubicBezTo>
                    <a:cubicBezTo>
                      <a:pt x="57" y="45"/>
                      <a:pt x="42" y="52"/>
                      <a:pt x="26" y="57"/>
                    </a:cubicBezTo>
                    <a:cubicBezTo>
                      <a:pt x="19" y="59"/>
                      <a:pt x="3" y="62"/>
                      <a:pt x="0" y="67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6" name="Freeform 414">
                <a:extLst>
                  <a:ext uri="{FF2B5EF4-FFF2-40B4-BE49-F238E27FC236}">
                    <a16:creationId xmlns:a16="http://schemas.microsoft.com/office/drawing/2014/main" id="{F5FA5856-6FC6-4632-A1E9-1F390FDED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808"/>
                <a:ext cx="764" cy="74"/>
              </a:xfrm>
              <a:custGeom>
                <a:avLst/>
                <a:gdLst>
                  <a:gd name="T0" fmla="*/ 0 w 441"/>
                  <a:gd name="T1" fmla="*/ 866 h 40"/>
                  <a:gd name="T2" fmla="*/ 2136 w 441"/>
                  <a:gd name="T3" fmla="*/ 329 h 40"/>
                  <a:gd name="T4" fmla="*/ 3557 w 441"/>
                  <a:gd name="T5" fmla="*/ 178 h 40"/>
                  <a:gd name="T6" fmla="*/ 4650 w 441"/>
                  <a:gd name="T7" fmla="*/ 355 h 40"/>
                  <a:gd name="T8" fmla="*/ 6012 w 441"/>
                  <a:gd name="T9" fmla="*/ 278 h 40"/>
                  <a:gd name="T10" fmla="*/ 6885 w 441"/>
                  <a:gd name="T11" fmla="*/ 15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1" h="40">
                    <a:moveTo>
                      <a:pt x="0" y="40"/>
                    </a:moveTo>
                    <a:cubicBezTo>
                      <a:pt x="42" y="28"/>
                      <a:pt x="93" y="19"/>
                      <a:pt x="137" y="15"/>
                    </a:cubicBezTo>
                    <a:cubicBezTo>
                      <a:pt x="167" y="12"/>
                      <a:pt x="198" y="6"/>
                      <a:pt x="228" y="8"/>
                    </a:cubicBezTo>
                    <a:cubicBezTo>
                      <a:pt x="251" y="9"/>
                      <a:pt x="275" y="15"/>
                      <a:pt x="298" y="16"/>
                    </a:cubicBezTo>
                    <a:cubicBezTo>
                      <a:pt x="327" y="17"/>
                      <a:pt x="356" y="16"/>
                      <a:pt x="385" y="13"/>
                    </a:cubicBezTo>
                    <a:cubicBezTo>
                      <a:pt x="397" y="12"/>
                      <a:pt x="434" y="0"/>
                      <a:pt x="441" y="7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7" name="Freeform 415">
                <a:extLst>
                  <a:ext uri="{FF2B5EF4-FFF2-40B4-BE49-F238E27FC236}">
                    <a16:creationId xmlns:a16="http://schemas.microsoft.com/office/drawing/2014/main" id="{6B6E8BB9-8BBE-4756-8448-38B877BA6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777"/>
                <a:ext cx="464" cy="137"/>
              </a:xfrm>
              <a:custGeom>
                <a:avLst/>
                <a:gdLst>
                  <a:gd name="T0" fmla="*/ 0 w 268"/>
                  <a:gd name="T1" fmla="*/ 305 h 74"/>
                  <a:gd name="T2" fmla="*/ 1292 w 268"/>
                  <a:gd name="T3" fmla="*/ 278 h 74"/>
                  <a:gd name="T4" fmla="*/ 2382 w 268"/>
                  <a:gd name="T5" fmla="*/ 894 h 74"/>
                  <a:gd name="T6" fmla="*/ 3468 w 268"/>
                  <a:gd name="T7" fmla="*/ 1305 h 74"/>
                  <a:gd name="T8" fmla="*/ 4167 w 268"/>
                  <a:gd name="T9" fmla="*/ 161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8" h="74">
                    <a:moveTo>
                      <a:pt x="0" y="14"/>
                    </a:moveTo>
                    <a:cubicBezTo>
                      <a:pt x="20" y="0"/>
                      <a:pt x="61" y="6"/>
                      <a:pt x="83" y="13"/>
                    </a:cubicBezTo>
                    <a:cubicBezTo>
                      <a:pt x="107" y="20"/>
                      <a:pt x="129" y="34"/>
                      <a:pt x="153" y="41"/>
                    </a:cubicBezTo>
                    <a:cubicBezTo>
                      <a:pt x="176" y="48"/>
                      <a:pt x="200" y="54"/>
                      <a:pt x="223" y="60"/>
                    </a:cubicBezTo>
                    <a:cubicBezTo>
                      <a:pt x="237" y="63"/>
                      <a:pt x="258" y="67"/>
                      <a:pt x="268" y="74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8" name="Freeform 416">
                <a:extLst>
                  <a:ext uri="{FF2B5EF4-FFF2-40B4-BE49-F238E27FC236}">
                    <a16:creationId xmlns:a16="http://schemas.microsoft.com/office/drawing/2014/main" id="{C4B124D0-C962-41F9-AE2F-EE70B1D5E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832"/>
                <a:ext cx="469" cy="137"/>
              </a:xfrm>
              <a:custGeom>
                <a:avLst/>
                <a:gdLst>
                  <a:gd name="T0" fmla="*/ 0 w 271"/>
                  <a:gd name="T1" fmla="*/ 0 h 74"/>
                  <a:gd name="T2" fmla="*/ 1317 w 271"/>
                  <a:gd name="T3" fmla="*/ 330 h 74"/>
                  <a:gd name="T4" fmla="*/ 2342 w 271"/>
                  <a:gd name="T5" fmla="*/ 842 h 74"/>
                  <a:gd name="T6" fmla="*/ 3354 w 271"/>
                  <a:gd name="T7" fmla="*/ 1326 h 74"/>
                  <a:gd name="T8" fmla="*/ 4209 w 271"/>
                  <a:gd name="T9" fmla="*/ 161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1" h="74">
                    <a:moveTo>
                      <a:pt x="0" y="0"/>
                    </a:moveTo>
                    <a:cubicBezTo>
                      <a:pt x="28" y="6"/>
                      <a:pt x="57" y="9"/>
                      <a:pt x="85" y="15"/>
                    </a:cubicBezTo>
                    <a:cubicBezTo>
                      <a:pt x="108" y="20"/>
                      <a:pt x="129" y="31"/>
                      <a:pt x="151" y="39"/>
                    </a:cubicBezTo>
                    <a:cubicBezTo>
                      <a:pt x="172" y="48"/>
                      <a:pt x="194" y="55"/>
                      <a:pt x="216" y="61"/>
                    </a:cubicBezTo>
                    <a:cubicBezTo>
                      <a:pt x="233" y="65"/>
                      <a:pt x="257" y="67"/>
                      <a:pt x="271" y="74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9" name="Freeform 417">
                <a:extLst>
                  <a:ext uri="{FF2B5EF4-FFF2-40B4-BE49-F238E27FC236}">
                    <a16:creationId xmlns:a16="http://schemas.microsoft.com/office/drawing/2014/main" id="{56081D43-69AD-4673-B7F7-8B42B93BA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797"/>
                <a:ext cx="489" cy="32"/>
              </a:xfrm>
              <a:custGeom>
                <a:avLst/>
                <a:gdLst>
                  <a:gd name="T0" fmla="*/ 0 w 282"/>
                  <a:gd name="T1" fmla="*/ 113 h 17"/>
                  <a:gd name="T2" fmla="*/ 562 w 282"/>
                  <a:gd name="T3" fmla="*/ 113 h 17"/>
                  <a:gd name="T4" fmla="*/ 1266 w 282"/>
                  <a:gd name="T5" fmla="*/ 75 h 17"/>
                  <a:gd name="T6" fmla="*/ 2585 w 282"/>
                  <a:gd name="T7" fmla="*/ 75 h 17"/>
                  <a:gd name="T8" fmla="*/ 3560 w 282"/>
                  <a:gd name="T9" fmla="*/ 160 h 17"/>
                  <a:gd name="T10" fmla="*/ 4420 w 282"/>
                  <a:gd name="T11" fmla="*/ 40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2" h="17">
                    <a:moveTo>
                      <a:pt x="0" y="5"/>
                    </a:moveTo>
                    <a:cubicBezTo>
                      <a:pt x="11" y="8"/>
                      <a:pt x="25" y="5"/>
                      <a:pt x="36" y="5"/>
                    </a:cubicBezTo>
                    <a:cubicBezTo>
                      <a:pt x="51" y="4"/>
                      <a:pt x="67" y="4"/>
                      <a:pt x="81" y="3"/>
                    </a:cubicBezTo>
                    <a:cubicBezTo>
                      <a:pt x="110" y="2"/>
                      <a:pt x="137" y="0"/>
                      <a:pt x="165" y="3"/>
                    </a:cubicBezTo>
                    <a:cubicBezTo>
                      <a:pt x="186" y="6"/>
                      <a:pt x="207" y="6"/>
                      <a:pt x="227" y="7"/>
                    </a:cubicBezTo>
                    <a:cubicBezTo>
                      <a:pt x="246" y="9"/>
                      <a:pt x="263" y="14"/>
                      <a:pt x="282" y="17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570" name="Freeform 418">
              <a:extLst>
                <a:ext uri="{FF2B5EF4-FFF2-40B4-BE49-F238E27FC236}">
                  <a16:creationId xmlns:a16="http://schemas.microsoft.com/office/drawing/2014/main" id="{75F37E07-AF67-4A6E-A5B3-40F8F18B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834"/>
              <a:ext cx="317" cy="104"/>
            </a:xfrm>
            <a:custGeom>
              <a:avLst/>
              <a:gdLst>
                <a:gd name="T0" fmla="*/ 2853 w 183"/>
                <a:gd name="T1" fmla="*/ 0 h 56"/>
                <a:gd name="T2" fmla="*/ 1954 w 183"/>
                <a:gd name="T3" fmla="*/ 225 h 56"/>
                <a:gd name="T4" fmla="*/ 960 w 183"/>
                <a:gd name="T5" fmla="*/ 641 h 56"/>
                <a:gd name="T6" fmla="*/ 320 w 183"/>
                <a:gd name="T7" fmla="*/ 1055 h 56"/>
                <a:gd name="T8" fmla="*/ 0 w 183"/>
                <a:gd name="T9" fmla="*/ 119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56">
                  <a:moveTo>
                    <a:pt x="183" y="0"/>
                  </a:moveTo>
                  <a:cubicBezTo>
                    <a:pt x="163" y="0"/>
                    <a:pt x="143" y="5"/>
                    <a:pt x="125" y="10"/>
                  </a:cubicBezTo>
                  <a:cubicBezTo>
                    <a:pt x="104" y="16"/>
                    <a:pt x="82" y="21"/>
                    <a:pt x="62" y="29"/>
                  </a:cubicBezTo>
                  <a:cubicBezTo>
                    <a:pt x="48" y="35"/>
                    <a:pt x="35" y="41"/>
                    <a:pt x="21" y="48"/>
                  </a:cubicBezTo>
                  <a:cubicBezTo>
                    <a:pt x="16" y="50"/>
                    <a:pt x="5" y="56"/>
                    <a:pt x="0" y="54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1" name="Freeform 419">
              <a:extLst>
                <a:ext uri="{FF2B5EF4-FFF2-40B4-BE49-F238E27FC236}">
                  <a16:creationId xmlns:a16="http://schemas.microsoft.com/office/drawing/2014/main" id="{CA181B0E-81F9-4780-ADD6-62FF949A6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722"/>
              <a:ext cx="330" cy="122"/>
            </a:xfrm>
            <a:custGeom>
              <a:avLst/>
              <a:gdLst>
                <a:gd name="T0" fmla="*/ 3001 w 190"/>
                <a:gd name="T1" fmla="*/ 0 h 66"/>
                <a:gd name="T2" fmla="*/ 1047 w 190"/>
                <a:gd name="T3" fmla="*/ 946 h 66"/>
                <a:gd name="T4" fmla="*/ 361 w 190"/>
                <a:gd name="T5" fmla="*/ 1251 h 66"/>
                <a:gd name="T6" fmla="*/ 0 w 190"/>
                <a:gd name="T7" fmla="*/ 1429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66">
                  <a:moveTo>
                    <a:pt x="190" y="0"/>
                  </a:moveTo>
                  <a:cubicBezTo>
                    <a:pt x="148" y="12"/>
                    <a:pt x="107" y="30"/>
                    <a:pt x="66" y="44"/>
                  </a:cubicBezTo>
                  <a:cubicBezTo>
                    <a:pt x="51" y="49"/>
                    <a:pt x="37" y="54"/>
                    <a:pt x="23" y="58"/>
                  </a:cubicBezTo>
                  <a:cubicBezTo>
                    <a:pt x="15" y="60"/>
                    <a:pt x="6" y="62"/>
                    <a:pt x="0" y="66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2" name="Freeform 420">
              <a:extLst>
                <a:ext uri="{FF2B5EF4-FFF2-40B4-BE49-F238E27FC236}">
                  <a16:creationId xmlns:a16="http://schemas.microsoft.com/office/drawing/2014/main" id="{5058326D-E464-42C1-B89D-8E16C7697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688"/>
              <a:ext cx="357" cy="47"/>
            </a:xfrm>
            <a:custGeom>
              <a:avLst/>
              <a:gdLst>
                <a:gd name="T0" fmla="*/ 0 w 206"/>
                <a:gd name="T1" fmla="*/ 137 h 25"/>
                <a:gd name="T2" fmla="*/ 660 w 206"/>
                <a:gd name="T3" fmla="*/ 73 h 25"/>
                <a:gd name="T4" fmla="*/ 1144 w 206"/>
                <a:gd name="T5" fmla="*/ 28 h 25"/>
                <a:gd name="T6" fmla="*/ 1561 w 206"/>
                <a:gd name="T7" fmla="*/ 113 h 25"/>
                <a:gd name="T8" fmla="*/ 2606 w 206"/>
                <a:gd name="T9" fmla="*/ 301 h 25"/>
                <a:gd name="T10" fmla="*/ 3003 w 206"/>
                <a:gd name="T11" fmla="*/ 453 h 25"/>
                <a:gd name="T12" fmla="*/ 3111 w 206"/>
                <a:gd name="T13" fmla="*/ 513 h 25"/>
                <a:gd name="T14" fmla="*/ 3189 w 206"/>
                <a:gd name="T15" fmla="*/ 538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25">
                  <a:moveTo>
                    <a:pt x="0" y="6"/>
                  </a:moveTo>
                  <a:cubicBezTo>
                    <a:pt x="14" y="5"/>
                    <a:pt x="28" y="5"/>
                    <a:pt x="42" y="3"/>
                  </a:cubicBezTo>
                  <a:cubicBezTo>
                    <a:pt x="52" y="2"/>
                    <a:pt x="63" y="0"/>
                    <a:pt x="73" y="1"/>
                  </a:cubicBezTo>
                  <a:cubicBezTo>
                    <a:pt x="82" y="2"/>
                    <a:pt x="91" y="4"/>
                    <a:pt x="100" y="5"/>
                  </a:cubicBezTo>
                  <a:cubicBezTo>
                    <a:pt x="122" y="7"/>
                    <a:pt x="144" y="10"/>
                    <a:pt x="167" y="13"/>
                  </a:cubicBezTo>
                  <a:cubicBezTo>
                    <a:pt x="176" y="14"/>
                    <a:pt x="184" y="16"/>
                    <a:pt x="192" y="19"/>
                  </a:cubicBezTo>
                  <a:cubicBezTo>
                    <a:pt x="195" y="20"/>
                    <a:pt x="197" y="21"/>
                    <a:pt x="199" y="22"/>
                  </a:cubicBezTo>
                  <a:cubicBezTo>
                    <a:pt x="201" y="22"/>
                    <a:pt x="206" y="25"/>
                    <a:pt x="204" y="23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3" name="Freeform 421">
              <a:extLst>
                <a:ext uri="{FF2B5EF4-FFF2-40B4-BE49-F238E27FC236}">
                  <a16:creationId xmlns:a16="http://schemas.microsoft.com/office/drawing/2014/main" id="{80801EB6-E340-42C7-B4CD-FBB79FD86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714"/>
              <a:ext cx="353" cy="135"/>
            </a:xfrm>
            <a:custGeom>
              <a:avLst/>
              <a:gdLst>
                <a:gd name="T0" fmla="*/ 3165 w 204"/>
                <a:gd name="T1" fmla="*/ 1555 h 73"/>
                <a:gd name="T2" fmla="*/ 2545 w 204"/>
                <a:gd name="T3" fmla="*/ 1296 h 73"/>
                <a:gd name="T4" fmla="*/ 1874 w 204"/>
                <a:gd name="T5" fmla="*/ 1074 h 73"/>
                <a:gd name="T6" fmla="*/ 917 w 204"/>
                <a:gd name="T7" fmla="*/ 483 h 73"/>
                <a:gd name="T8" fmla="*/ 296 w 204"/>
                <a:gd name="T9" fmla="*/ 150 h 73"/>
                <a:gd name="T10" fmla="*/ 0 w 204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73">
                  <a:moveTo>
                    <a:pt x="204" y="72"/>
                  </a:moveTo>
                  <a:cubicBezTo>
                    <a:pt x="191" y="73"/>
                    <a:pt x="176" y="64"/>
                    <a:pt x="164" y="60"/>
                  </a:cubicBezTo>
                  <a:cubicBezTo>
                    <a:pt x="149" y="56"/>
                    <a:pt x="135" y="57"/>
                    <a:pt x="121" y="50"/>
                  </a:cubicBezTo>
                  <a:cubicBezTo>
                    <a:pt x="101" y="40"/>
                    <a:pt x="80" y="31"/>
                    <a:pt x="59" y="22"/>
                  </a:cubicBezTo>
                  <a:cubicBezTo>
                    <a:pt x="46" y="16"/>
                    <a:pt x="32" y="12"/>
                    <a:pt x="19" y="7"/>
                  </a:cubicBezTo>
                  <a:cubicBezTo>
                    <a:pt x="13" y="5"/>
                    <a:pt x="6" y="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4" name="Freeform 422">
              <a:extLst>
                <a:ext uri="{FF2B5EF4-FFF2-40B4-BE49-F238E27FC236}">
                  <a16:creationId xmlns:a16="http://schemas.microsoft.com/office/drawing/2014/main" id="{65D130B6-4A20-40AD-8358-A3FF91044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1441"/>
              <a:ext cx="1322" cy="560"/>
            </a:xfrm>
            <a:custGeom>
              <a:avLst/>
              <a:gdLst>
                <a:gd name="T0" fmla="*/ 11915 w 763"/>
                <a:gd name="T1" fmla="*/ 6535 h 303"/>
                <a:gd name="T2" fmla="*/ 0 w 763"/>
                <a:gd name="T3" fmla="*/ 6535 h 303"/>
                <a:gd name="T4" fmla="*/ 0 w 763"/>
                <a:gd name="T5" fmla="*/ 3863 h 303"/>
                <a:gd name="T6" fmla="*/ 11915 w 763"/>
                <a:gd name="T7" fmla="*/ 3863 h 303"/>
                <a:gd name="T8" fmla="*/ 11915 w 763"/>
                <a:gd name="T9" fmla="*/ 6535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303">
                  <a:moveTo>
                    <a:pt x="763" y="303"/>
                  </a:moveTo>
                  <a:cubicBezTo>
                    <a:pt x="763" y="303"/>
                    <a:pt x="414" y="124"/>
                    <a:pt x="0" y="303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14" y="0"/>
                    <a:pt x="763" y="179"/>
                    <a:pt x="763" y="179"/>
                  </a:cubicBezTo>
                  <a:lnTo>
                    <a:pt x="763" y="303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5" name="Freeform 423">
              <a:extLst>
                <a:ext uri="{FF2B5EF4-FFF2-40B4-BE49-F238E27FC236}">
                  <a16:creationId xmlns:a16="http://schemas.microsoft.com/office/drawing/2014/main" id="{E5EEBCE8-6480-432D-BC5A-0209E1E9A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443"/>
              <a:ext cx="1322" cy="389"/>
            </a:xfrm>
            <a:custGeom>
              <a:avLst/>
              <a:gdLst>
                <a:gd name="T0" fmla="*/ 11915 w 763"/>
                <a:gd name="T1" fmla="*/ 4493 h 211"/>
                <a:gd name="T2" fmla="*/ 0 w 763"/>
                <a:gd name="T3" fmla="*/ 4493 h 211"/>
                <a:gd name="T4" fmla="*/ 0 w 763"/>
                <a:gd name="T5" fmla="*/ 3811 h 211"/>
                <a:gd name="T6" fmla="*/ 11915 w 763"/>
                <a:gd name="T7" fmla="*/ 3811 h 211"/>
                <a:gd name="T8" fmla="*/ 11915 w 763"/>
                <a:gd name="T9" fmla="*/ 4493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211">
                  <a:moveTo>
                    <a:pt x="763" y="211"/>
                  </a:moveTo>
                  <a:cubicBezTo>
                    <a:pt x="763" y="211"/>
                    <a:pt x="414" y="32"/>
                    <a:pt x="0" y="211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14" y="0"/>
                    <a:pt x="763" y="179"/>
                    <a:pt x="763" y="179"/>
                  </a:cubicBezTo>
                  <a:lnTo>
                    <a:pt x="763" y="211"/>
                  </a:ln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6" name="Freeform 424">
              <a:extLst>
                <a:ext uri="{FF2B5EF4-FFF2-40B4-BE49-F238E27FC236}">
                  <a16:creationId xmlns:a16="http://schemas.microsoft.com/office/drawing/2014/main" id="{3E35FFCD-379A-4F14-B613-CD099B9B1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116"/>
              <a:ext cx="1322" cy="657"/>
            </a:xfrm>
            <a:custGeom>
              <a:avLst/>
              <a:gdLst>
                <a:gd name="T0" fmla="*/ 11915 w 763"/>
                <a:gd name="T1" fmla="*/ 7618 h 356"/>
                <a:gd name="T2" fmla="*/ 0 w 763"/>
                <a:gd name="T3" fmla="*/ 7618 h 356"/>
                <a:gd name="T4" fmla="*/ 2408 w 763"/>
                <a:gd name="T5" fmla="*/ 2526 h 356"/>
                <a:gd name="T6" fmla="*/ 9486 w 763"/>
                <a:gd name="T7" fmla="*/ 2526 h 356"/>
                <a:gd name="T8" fmla="*/ 11915 w 763"/>
                <a:gd name="T9" fmla="*/ 7618 h 3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356">
                  <a:moveTo>
                    <a:pt x="763" y="356"/>
                  </a:moveTo>
                  <a:cubicBezTo>
                    <a:pt x="763" y="356"/>
                    <a:pt x="413" y="177"/>
                    <a:pt x="0" y="356"/>
                  </a:cubicBezTo>
                  <a:cubicBezTo>
                    <a:pt x="154" y="118"/>
                    <a:pt x="154" y="118"/>
                    <a:pt x="154" y="118"/>
                  </a:cubicBezTo>
                  <a:cubicBezTo>
                    <a:pt x="400" y="0"/>
                    <a:pt x="608" y="118"/>
                    <a:pt x="608" y="118"/>
                  </a:cubicBezTo>
                  <a:lnTo>
                    <a:pt x="763" y="356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7" name="Freeform 425">
              <a:extLst>
                <a:ext uri="{FF2B5EF4-FFF2-40B4-BE49-F238E27FC236}">
                  <a16:creationId xmlns:a16="http://schemas.microsoft.com/office/drawing/2014/main" id="{1C05E31D-758A-4719-B91B-C565F099F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443"/>
              <a:ext cx="1322" cy="1841"/>
            </a:xfrm>
            <a:custGeom>
              <a:avLst/>
              <a:gdLst>
                <a:gd name="T0" fmla="*/ 0 w 763"/>
                <a:gd name="T1" fmla="*/ 3846 h 997"/>
                <a:gd name="T2" fmla="*/ 11915 w 763"/>
                <a:gd name="T3" fmla="*/ 3846 h 997"/>
                <a:gd name="T4" fmla="*/ 11915 w 763"/>
                <a:gd name="T5" fmla="*/ 21400 h 997"/>
                <a:gd name="T6" fmla="*/ 0 w 763"/>
                <a:gd name="T7" fmla="*/ 21400 h 997"/>
                <a:gd name="T8" fmla="*/ 0 w 763"/>
                <a:gd name="T9" fmla="*/ 3846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997">
                  <a:moveTo>
                    <a:pt x="0" y="179"/>
                  </a:moveTo>
                  <a:cubicBezTo>
                    <a:pt x="413" y="0"/>
                    <a:pt x="763" y="179"/>
                    <a:pt x="763" y="179"/>
                  </a:cubicBezTo>
                  <a:cubicBezTo>
                    <a:pt x="763" y="997"/>
                    <a:pt x="763" y="997"/>
                    <a:pt x="763" y="997"/>
                  </a:cubicBezTo>
                  <a:cubicBezTo>
                    <a:pt x="0" y="997"/>
                    <a:pt x="0" y="997"/>
                    <a:pt x="0" y="997"/>
                  </a:cubicBezTo>
                  <a:lnTo>
                    <a:pt x="0" y="179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8" name="Freeform 426">
              <a:extLst>
                <a:ext uri="{FF2B5EF4-FFF2-40B4-BE49-F238E27FC236}">
                  <a16:creationId xmlns:a16="http://schemas.microsoft.com/office/drawing/2014/main" id="{DB1B5A3E-76B0-4834-8D00-694457B11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280"/>
              <a:ext cx="480" cy="338"/>
            </a:xfrm>
            <a:custGeom>
              <a:avLst/>
              <a:gdLst>
                <a:gd name="T0" fmla="*/ 4174 w 277"/>
                <a:gd name="T1" fmla="*/ 839 h 183"/>
                <a:gd name="T2" fmla="*/ 2107 w 277"/>
                <a:gd name="T3" fmla="*/ 2774 h 183"/>
                <a:gd name="T4" fmla="*/ 894 w 277"/>
                <a:gd name="T5" fmla="*/ 3698 h 183"/>
                <a:gd name="T6" fmla="*/ 172 w 277"/>
                <a:gd name="T7" fmla="*/ 3681 h 183"/>
                <a:gd name="T8" fmla="*/ 62 w 277"/>
                <a:gd name="T9" fmla="*/ 2924 h 183"/>
                <a:gd name="T10" fmla="*/ 2093 w 277"/>
                <a:gd name="T11" fmla="*/ 512 h 183"/>
                <a:gd name="T12" fmla="*/ 3925 w 277"/>
                <a:gd name="T13" fmla="*/ 177 h 183"/>
                <a:gd name="T14" fmla="*/ 4266 w 277"/>
                <a:gd name="T15" fmla="*/ 386 h 183"/>
                <a:gd name="T16" fmla="*/ 4174 w 277"/>
                <a:gd name="T17" fmla="*/ 768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7" h="183">
                  <a:moveTo>
                    <a:pt x="267" y="39"/>
                  </a:moveTo>
                  <a:cubicBezTo>
                    <a:pt x="203" y="39"/>
                    <a:pt x="159" y="72"/>
                    <a:pt x="135" y="129"/>
                  </a:cubicBezTo>
                  <a:cubicBezTo>
                    <a:pt x="120" y="164"/>
                    <a:pt x="89" y="164"/>
                    <a:pt x="57" y="172"/>
                  </a:cubicBezTo>
                  <a:cubicBezTo>
                    <a:pt x="41" y="175"/>
                    <a:pt x="26" y="183"/>
                    <a:pt x="11" y="171"/>
                  </a:cubicBezTo>
                  <a:cubicBezTo>
                    <a:pt x="0" y="163"/>
                    <a:pt x="0" y="148"/>
                    <a:pt x="4" y="136"/>
                  </a:cubicBezTo>
                  <a:cubicBezTo>
                    <a:pt x="21" y="77"/>
                    <a:pt x="80" y="44"/>
                    <a:pt x="134" y="24"/>
                  </a:cubicBezTo>
                  <a:cubicBezTo>
                    <a:pt x="170" y="10"/>
                    <a:pt x="213" y="0"/>
                    <a:pt x="251" y="8"/>
                  </a:cubicBezTo>
                  <a:cubicBezTo>
                    <a:pt x="258" y="10"/>
                    <a:pt x="269" y="11"/>
                    <a:pt x="273" y="18"/>
                  </a:cubicBezTo>
                  <a:cubicBezTo>
                    <a:pt x="277" y="25"/>
                    <a:pt x="273" y="36"/>
                    <a:pt x="267" y="36"/>
                  </a:cubicBezTo>
                </a:path>
              </a:pathLst>
            </a:custGeom>
            <a:solidFill>
              <a:srgbClr val="F9C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9" name="Freeform 427">
              <a:extLst>
                <a:ext uri="{FF2B5EF4-FFF2-40B4-BE49-F238E27FC236}">
                  <a16:creationId xmlns:a16="http://schemas.microsoft.com/office/drawing/2014/main" id="{A36AAD88-35B2-44BF-A0F8-6D4722DFC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754"/>
              <a:ext cx="395" cy="190"/>
            </a:xfrm>
            <a:custGeom>
              <a:avLst/>
              <a:gdLst>
                <a:gd name="T0" fmla="*/ 0 w 228"/>
                <a:gd name="T1" fmla="*/ 2199 h 103"/>
                <a:gd name="T2" fmla="*/ 3557 w 228"/>
                <a:gd name="T3" fmla="*/ 0 h 103"/>
                <a:gd name="T4" fmla="*/ 0 w 228"/>
                <a:gd name="T5" fmla="*/ 2199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103">
                  <a:moveTo>
                    <a:pt x="0" y="103"/>
                  </a:moveTo>
                  <a:cubicBezTo>
                    <a:pt x="0" y="103"/>
                    <a:pt x="193" y="13"/>
                    <a:pt x="228" y="0"/>
                  </a:cubicBezTo>
                  <a:cubicBezTo>
                    <a:pt x="228" y="0"/>
                    <a:pt x="63" y="80"/>
                    <a:pt x="0" y="103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" name="Freeform 428">
              <a:extLst>
                <a:ext uri="{FF2B5EF4-FFF2-40B4-BE49-F238E27FC236}">
                  <a16:creationId xmlns:a16="http://schemas.microsoft.com/office/drawing/2014/main" id="{C09CD05C-E4AC-49DC-8C9C-0DC84DA67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699"/>
              <a:ext cx="396" cy="164"/>
            </a:xfrm>
            <a:custGeom>
              <a:avLst/>
              <a:gdLst>
                <a:gd name="T0" fmla="*/ 3543 w 229"/>
                <a:gd name="T1" fmla="*/ 0 h 89"/>
                <a:gd name="T2" fmla="*/ 2099 w 229"/>
                <a:gd name="T3" fmla="*/ 737 h 89"/>
                <a:gd name="T4" fmla="*/ 0 w 229"/>
                <a:gd name="T5" fmla="*/ 1889 h 89"/>
                <a:gd name="T6" fmla="*/ 1594 w 229"/>
                <a:gd name="T7" fmla="*/ 1133 h 89"/>
                <a:gd name="T8" fmla="*/ 3543 w 22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9">
                  <a:moveTo>
                    <a:pt x="229" y="0"/>
                  </a:moveTo>
                  <a:cubicBezTo>
                    <a:pt x="229" y="0"/>
                    <a:pt x="153" y="25"/>
                    <a:pt x="136" y="35"/>
                  </a:cubicBezTo>
                  <a:cubicBezTo>
                    <a:pt x="119" y="45"/>
                    <a:pt x="13" y="88"/>
                    <a:pt x="0" y="89"/>
                  </a:cubicBezTo>
                  <a:cubicBezTo>
                    <a:pt x="0" y="89"/>
                    <a:pt x="85" y="63"/>
                    <a:pt x="103" y="53"/>
                  </a:cubicBezTo>
                  <a:cubicBezTo>
                    <a:pt x="121" y="44"/>
                    <a:pt x="211" y="1"/>
                    <a:pt x="229" y="0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" name="Freeform 429">
              <a:extLst>
                <a:ext uri="{FF2B5EF4-FFF2-40B4-BE49-F238E27FC236}">
                  <a16:creationId xmlns:a16="http://schemas.microsoft.com/office/drawing/2014/main" id="{BD25246C-C3AC-4E94-8F10-F54D84C8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653"/>
              <a:ext cx="163" cy="55"/>
            </a:xfrm>
            <a:custGeom>
              <a:avLst/>
              <a:gdLst>
                <a:gd name="T0" fmla="*/ 1476 w 94"/>
                <a:gd name="T1" fmla="*/ 0 h 30"/>
                <a:gd name="T2" fmla="*/ 0 w 94"/>
                <a:gd name="T3" fmla="*/ 622 h 30"/>
                <a:gd name="T4" fmla="*/ 1476 w 9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0">
                  <a:moveTo>
                    <a:pt x="94" y="0"/>
                  </a:moveTo>
                  <a:cubicBezTo>
                    <a:pt x="94" y="0"/>
                    <a:pt x="13" y="22"/>
                    <a:pt x="0" y="30"/>
                  </a:cubicBezTo>
                  <a:cubicBezTo>
                    <a:pt x="0" y="30"/>
                    <a:pt x="89" y="4"/>
                    <a:pt x="94" y="0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2" name="Freeform 430">
              <a:extLst>
                <a:ext uri="{FF2B5EF4-FFF2-40B4-BE49-F238E27FC236}">
                  <a16:creationId xmlns:a16="http://schemas.microsoft.com/office/drawing/2014/main" id="{CE883181-A6E1-4FFB-BD8B-682C72460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671"/>
              <a:ext cx="303" cy="63"/>
            </a:xfrm>
            <a:custGeom>
              <a:avLst/>
              <a:gdLst>
                <a:gd name="T0" fmla="*/ 0 w 175"/>
                <a:gd name="T1" fmla="*/ 745 h 34"/>
                <a:gd name="T2" fmla="*/ 2725 w 175"/>
                <a:gd name="T3" fmla="*/ 0 h 34"/>
                <a:gd name="T4" fmla="*/ 0 w 175"/>
                <a:gd name="T5" fmla="*/ 74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34">
                  <a:moveTo>
                    <a:pt x="0" y="34"/>
                  </a:moveTo>
                  <a:cubicBezTo>
                    <a:pt x="0" y="34"/>
                    <a:pt x="131" y="16"/>
                    <a:pt x="175" y="0"/>
                  </a:cubicBezTo>
                  <a:cubicBezTo>
                    <a:pt x="175" y="0"/>
                    <a:pt x="121" y="25"/>
                    <a:pt x="0" y="34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3" name="Freeform 431">
              <a:extLst>
                <a:ext uri="{FF2B5EF4-FFF2-40B4-BE49-F238E27FC236}">
                  <a16:creationId xmlns:a16="http://schemas.microsoft.com/office/drawing/2014/main" id="{78F81992-C927-4A82-B51A-E2581C789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560"/>
              <a:ext cx="570" cy="56"/>
            </a:xfrm>
            <a:custGeom>
              <a:avLst/>
              <a:gdLst>
                <a:gd name="T0" fmla="*/ 0 w 329"/>
                <a:gd name="T1" fmla="*/ 607 h 30"/>
                <a:gd name="T2" fmla="*/ 2812 w 329"/>
                <a:gd name="T3" fmla="*/ 366 h 30"/>
                <a:gd name="T4" fmla="*/ 5139 w 329"/>
                <a:gd name="T5" fmla="*/ 0 h 30"/>
                <a:gd name="T6" fmla="*/ 2938 w 329"/>
                <a:gd name="T7" fmla="*/ 390 h 30"/>
                <a:gd name="T8" fmla="*/ 0 w 329"/>
                <a:gd name="T9" fmla="*/ 60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30">
                  <a:moveTo>
                    <a:pt x="0" y="27"/>
                  </a:moveTo>
                  <a:cubicBezTo>
                    <a:pt x="0" y="27"/>
                    <a:pt x="149" y="23"/>
                    <a:pt x="180" y="16"/>
                  </a:cubicBezTo>
                  <a:cubicBezTo>
                    <a:pt x="212" y="8"/>
                    <a:pt x="283" y="2"/>
                    <a:pt x="329" y="0"/>
                  </a:cubicBezTo>
                  <a:cubicBezTo>
                    <a:pt x="329" y="0"/>
                    <a:pt x="209" y="8"/>
                    <a:pt x="188" y="17"/>
                  </a:cubicBezTo>
                  <a:cubicBezTo>
                    <a:pt x="166" y="26"/>
                    <a:pt x="11" y="30"/>
                    <a:pt x="0" y="27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432">
              <a:extLst>
                <a:ext uri="{FF2B5EF4-FFF2-40B4-BE49-F238E27FC236}">
                  <a16:creationId xmlns:a16="http://schemas.microsoft.com/office/drawing/2014/main" id="{10B3138D-D719-4045-8B9D-761E25487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529"/>
              <a:ext cx="407" cy="37"/>
            </a:xfrm>
            <a:custGeom>
              <a:avLst/>
              <a:gdLst>
                <a:gd name="T0" fmla="*/ 0 w 235"/>
                <a:gd name="T1" fmla="*/ 355 h 20"/>
                <a:gd name="T2" fmla="*/ 3663 w 235"/>
                <a:gd name="T3" fmla="*/ 0 h 20"/>
                <a:gd name="T4" fmla="*/ 0 w 235"/>
                <a:gd name="T5" fmla="*/ 35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20">
                  <a:moveTo>
                    <a:pt x="0" y="16"/>
                  </a:moveTo>
                  <a:cubicBezTo>
                    <a:pt x="0" y="16"/>
                    <a:pt x="207" y="5"/>
                    <a:pt x="235" y="0"/>
                  </a:cubicBezTo>
                  <a:cubicBezTo>
                    <a:pt x="235" y="0"/>
                    <a:pt x="56" y="20"/>
                    <a:pt x="0" y="16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433">
              <a:extLst>
                <a:ext uri="{FF2B5EF4-FFF2-40B4-BE49-F238E27FC236}">
                  <a16:creationId xmlns:a16="http://schemas.microsoft.com/office/drawing/2014/main" id="{E2784D1E-075C-4837-863E-7514CEA24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422"/>
              <a:ext cx="412" cy="120"/>
            </a:xfrm>
            <a:custGeom>
              <a:avLst/>
              <a:gdLst>
                <a:gd name="T0" fmla="*/ 0 w 238"/>
                <a:gd name="T1" fmla="*/ 1398 h 65"/>
                <a:gd name="T2" fmla="*/ 3698 w 238"/>
                <a:gd name="T3" fmla="*/ 0 h 65"/>
                <a:gd name="T4" fmla="*/ 0 w 238"/>
                <a:gd name="T5" fmla="*/ 1398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65">
                  <a:moveTo>
                    <a:pt x="0" y="65"/>
                  </a:moveTo>
                  <a:cubicBezTo>
                    <a:pt x="0" y="65"/>
                    <a:pt x="170" y="41"/>
                    <a:pt x="238" y="0"/>
                  </a:cubicBezTo>
                  <a:cubicBezTo>
                    <a:pt x="238" y="0"/>
                    <a:pt x="194" y="42"/>
                    <a:pt x="0" y="65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434">
              <a:extLst>
                <a:ext uri="{FF2B5EF4-FFF2-40B4-BE49-F238E27FC236}">
                  <a16:creationId xmlns:a16="http://schemas.microsoft.com/office/drawing/2014/main" id="{BA118A7C-33C1-4396-92B7-F399366DA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492"/>
              <a:ext cx="464" cy="90"/>
            </a:xfrm>
            <a:custGeom>
              <a:avLst/>
              <a:gdLst>
                <a:gd name="T0" fmla="*/ 0 w 268"/>
                <a:gd name="T1" fmla="*/ 1023 h 49"/>
                <a:gd name="T2" fmla="*/ 4167 w 268"/>
                <a:gd name="T3" fmla="*/ 0 h 49"/>
                <a:gd name="T4" fmla="*/ 0 w 268"/>
                <a:gd name="T5" fmla="*/ 102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8" h="49">
                  <a:moveTo>
                    <a:pt x="0" y="49"/>
                  </a:moveTo>
                  <a:cubicBezTo>
                    <a:pt x="0" y="49"/>
                    <a:pt x="174" y="37"/>
                    <a:pt x="268" y="0"/>
                  </a:cubicBezTo>
                  <a:cubicBezTo>
                    <a:pt x="268" y="0"/>
                    <a:pt x="218" y="36"/>
                    <a:pt x="0" y="49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435">
              <a:extLst>
                <a:ext uri="{FF2B5EF4-FFF2-40B4-BE49-F238E27FC236}">
                  <a16:creationId xmlns:a16="http://schemas.microsoft.com/office/drawing/2014/main" id="{670A35A8-0AC3-40CD-884F-D7EEE9757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2605"/>
              <a:ext cx="362" cy="37"/>
            </a:xfrm>
            <a:custGeom>
              <a:avLst/>
              <a:gdLst>
                <a:gd name="T0" fmla="*/ 0 w 209"/>
                <a:gd name="T1" fmla="*/ 194 h 20"/>
                <a:gd name="T2" fmla="*/ 3258 w 209"/>
                <a:gd name="T3" fmla="*/ 0 h 20"/>
                <a:gd name="T4" fmla="*/ 0 w 209"/>
                <a:gd name="T5" fmla="*/ 1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20">
                  <a:moveTo>
                    <a:pt x="0" y="9"/>
                  </a:moveTo>
                  <a:cubicBezTo>
                    <a:pt x="0" y="9"/>
                    <a:pt x="159" y="11"/>
                    <a:pt x="209" y="0"/>
                  </a:cubicBezTo>
                  <a:cubicBezTo>
                    <a:pt x="209" y="0"/>
                    <a:pt x="87" y="20"/>
                    <a:pt x="0" y="9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436">
              <a:extLst>
                <a:ext uri="{FF2B5EF4-FFF2-40B4-BE49-F238E27FC236}">
                  <a16:creationId xmlns:a16="http://schemas.microsoft.com/office/drawing/2014/main" id="{6ACC724E-18BA-4619-B42D-2D82D707B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666"/>
              <a:ext cx="320" cy="62"/>
            </a:xfrm>
            <a:custGeom>
              <a:avLst/>
              <a:gdLst>
                <a:gd name="T0" fmla="*/ 0 w 185"/>
                <a:gd name="T1" fmla="*/ 219 h 34"/>
                <a:gd name="T2" fmla="*/ 2866 w 185"/>
                <a:gd name="T3" fmla="*/ 0 h 34"/>
                <a:gd name="T4" fmla="*/ 0 w 185"/>
                <a:gd name="T5" fmla="*/ 21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34">
                  <a:moveTo>
                    <a:pt x="0" y="11"/>
                  </a:moveTo>
                  <a:cubicBezTo>
                    <a:pt x="0" y="11"/>
                    <a:pt x="110" y="27"/>
                    <a:pt x="185" y="0"/>
                  </a:cubicBezTo>
                  <a:cubicBezTo>
                    <a:pt x="185" y="0"/>
                    <a:pt x="110" y="34"/>
                    <a:pt x="0" y="11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437">
              <a:extLst>
                <a:ext uri="{FF2B5EF4-FFF2-40B4-BE49-F238E27FC236}">
                  <a16:creationId xmlns:a16="http://schemas.microsoft.com/office/drawing/2014/main" id="{A4AE8A91-9896-4CF8-B1B6-863DCC54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721"/>
              <a:ext cx="275" cy="85"/>
            </a:xfrm>
            <a:custGeom>
              <a:avLst/>
              <a:gdLst>
                <a:gd name="T0" fmla="*/ 0 w 159"/>
                <a:gd name="T1" fmla="*/ 0 h 46"/>
                <a:gd name="T2" fmla="*/ 2461 w 159"/>
                <a:gd name="T3" fmla="*/ 24 h 46"/>
                <a:gd name="T4" fmla="*/ 0 w 15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46">
                  <a:moveTo>
                    <a:pt x="0" y="0"/>
                  </a:moveTo>
                  <a:cubicBezTo>
                    <a:pt x="0" y="0"/>
                    <a:pt x="88" y="35"/>
                    <a:pt x="159" y="1"/>
                  </a:cubicBezTo>
                  <a:cubicBezTo>
                    <a:pt x="159" y="1"/>
                    <a:pt x="91" y="46"/>
                    <a:pt x="0" y="0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8" name="Deep-skin-ulcer-cross-section">
            <a:extLst>
              <a:ext uri="{FF2B5EF4-FFF2-40B4-BE49-F238E27FC236}">
                <a16:creationId xmlns:a16="http://schemas.microsoft.com/office/drawing/2014/main" id="{8E8BB4C8-F538-490F-943E-C1D58F279C85}"/>
              </a:ext>
            </a:extLst>
          </p:cNvPr>
          <p:cNvGrpSpPr>
            <a:grpSpLocks/>
          </p:cNvGrpSpPr>
          <p:nvPr/>
        </p:nvGrpSpPr>
        <p:grpSpPr bwMode="auto">
          <a:xfrm>
            <a:off x="5045075" y="1773238"/>
            <a:ext cx="2106613" cy="3446462"/>
            <a:chOff x="2218" y="1117"/>
            <a:chExt cx="1327" cy="2171"/>
          </a:xfrm>
        </p:grpSpPr>
        <p:grpSp>
          <p:nvGrpSpPr>
            <p:cNvPr id="24096" name="Group 439">
              <a:extLst>
                <a:ext uri="{FF2B5EF4-FFF2-40B4-BE49-F238E27FC236}">
                  <a16:creationId xmlns:a16="http://schemas.microsoft.com/office/drawing/2014/main" id="{998EE4E1-23C2-42EF-B606-FCC585D646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8" y="1117"/>
              <a:ext cx="1324" cy="2171"/>
              <a:chOff x="2218" y="1117"/>
              <a:chExt cx="1324" cy="2171"/>
            </a:xfrm>
          </p:grpSpPr>
          <p:sp>
            <p:nvSpPr>
              <p:cNvPr id="24368" name="Freeform 440">
                <a:extLst>
                  <a:ext uri="{FF2B5EF4-FFF2-40B4-BE49-F238E27FC236}">
                    <a16:creationId xmlns:a16="http://schemas.microsoft.com/office/drawing/2014/main" id="{BDDFE3BA-B3BA-45EF-9AB8-18A4E986E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672"/>
                <a:ext cx="1324" cy="960"/>
              </a:xfrm>
              <a:custGeom>
                <a:avLst/>
                <a:gdLst>
                  <a:gd name="T0" fmla="*/ 11939 w 764"/>
                  <a:gd name="T1" fmla="*/ 7294 h 520"/>
                  <a:gd name="T2" fmla="*/ 16 w 764"/>
                  <a:gd name="T3" fmla="*/ 9690 h 520"/>
                  <a:gd name="T4" fmla="*/ 0 w 764"/>
                  <a:gd name="T5" fmla="*/ 3831 h 520"/>
                  <a:gd name="T6" fmla="*/ 11923 w 764"/>
                  <a:gd name="T7" fmla="*/ 3831 h 520"/>
                  <a:gd name="T8" fmla="*/ 11939 w 764"/>
                  <a:gd name="T9" fmla="*/ 7294 h 5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4" h="520">
                    <a:moveTo>
                      <a:pt x="764" y="340"/>
                    </a:moveTo>
                    <a:cubicBezTo>
                      <a:pt x="448" y="520"/>
                      <a:pt x="1" y="452"/>
                      <a:pt x="1" y="45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4" y="340"/>
                    </a:lnTo>
                    <a:close/>
                  </a:path>
                </a:pathLst>
              </a:custGeom>
              <a:solidFill>
                <a:srgbClr val="D5A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" name="Freeform 441">
                <a:extLst>
                  <a:ext uri="{FF2B5EF4-FFF2-40B4-BE49-F238E27FC236}">
                    <a16:creationId xmlns:a16="http://schemas.microsoft.com/office/drawing/2014/main" id="{4E57C672-E4D0-4384-AF50-B8A39A8B5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714"/>
                <a:ext cx="1324" cy="820"/>
              </a:xfrm>
              <a:custGeom>
                <a:avLst/>
                <a:gdLst>
                  <a:gd name="T0" fmla="*/ 11939 w 764"/>
                  <a:gd name="T1" fmla="*/ 6804 h 444"/>
                  <a:gd name="T2" fmla="*/ 11923 w 764"/>
                  <a:gd name="T3" fmla="*/ 3352 h 444"/>
                  <a:gd name="T4" fmla="*/ 11788 w 764"/>
                  <a:gd name="T5" fmla="*/ 3420 h 444"/>
                  <a:gd name="T6" fmla="*/ 11332 w 764"/>
                  <a:gd name="T7" fmla="*/ 2992 h 444"/>
                  <a:gd name="T8" fmla="*/ 10914 w 764"/>
                  <a:gd name="T9" fmla="*/ 3021 h 444"/>
                  <a:gd name="T10" fmla="*/ 10743 w 764"/>
                  <a:gd name="T11" fmla="*/ 2691 h 444"/>
                  <a:gd name="T12" fmla="*/ 10509 w 764"/>
                  <a:gd name="T13" fmla="*/ 2816 h 444"/>
                  <a:gd name="T14" fmla="*/ 10174 w 764"/>
                  <a:gd name="T15" fmla="*/ 2469 h 444"/>
                  <a:gd name="T16" fmla="*/ 9748 w 764"/>
                  <a:gd name="T17" fmla="*/ 2514 h 444"/>
                  <a:gd name="T18" fmla="*/ 9280 w 764"/>
                  <a:gd name="T19" fmla="*/ 2172 h 444"/>
                  <a:gd name="T20" fmla="*/ 8235 w 764"/>
                  <a:gd name="T21" fmla="*/ 2128 h 444"/>
                  <a:gd name="T22" fmla="*/ 7740 w 764"/>
                  <a:gd name="T23" fmla="*/ 1828 h 444"/>
                  <a:gd name="T24" fmla="*/ 7719 w 764"/>
                  <a:gd name="T25" fmla="*/ 1801 h 444"/>
                  <a:gd name="T26" fmla="*/ 7641 w 764"/>
                  <a:gd name="T27" fmla="*/ 1348 h 444"/>
                  <a:gd name="T28" fmla="*/ 7396 w 764"/>
                  <a:gd name="T29" fmla="*/ 1095 h 444"/>
                  <a:gd name="T30" fmla="*/ 7298 w 764"/>
                  <a:gd name="T31" fmla="*/ 685 h 444"/>
                  <a:gd name="T32" fmla="*/ 6937 w 764"/>
                  <a:gd name="T33" fmla="*/ 386 h 444"/>
                  <a:gd name="T34" fmla="*/ 6547 w 764"/>
                  <a:gd name="T35" fmla="*/ 44 h 444"/>
                  <a:gd name="T36" fmla="*/ 6142 w 764"/>
                  <a:gd name="T37" fmla="*/ 0 h 444"/>
                  <a:gd name="T38" fmla="*/ 5760 w 764"/>
                  <a:gd name="T39" fmla="*/ 150 h 444"/>
                  <a:gd name="T40" fmla="*/ 5391 w 764"/>
                  <a:gd name="T41" fmla="*/ 0 h 444"/>
                  <a:gd name="T42" fmla="*/ 5097 w 764"/>
                  <a:gd name="T43" fmla="*/ 347 h 444"/>
                  <a:gd name="T44" fmla="*/ 4346 w 764"/>
                  <a:gd name="T45" fmla="*/ 478 h 444"/>
                  <a:gd name="T46" fmla="*/ 4003 w 764"/>
                  <a:gd name="T47" fmla="*/ 1248 h 444"/>
                  <a:gd name="T48" fmla="*/ 3750 w 764"/>
                  <a:gd name="T49" fmla="*/ 1978 h 444"/>
                  <a:gd name="T50" fmla="*/ 3750 w 764"/>
                  <a:gd name="T51" fmla="*/ 2002 h 444"/>
                  <a:gd name="T52" fmla="*/ 3643 w 764"/>
                  <a:gd name="T53" fmla="*/ 2155 h 444"/>
                  <a:gd name="T54" fmla="*/ 3246 w 764"/>
                  <a:gd name="T55" fmla="*/ 2002 h 444"/>
                  <a:gd name="T56" fmla="*/ 2520 w 764"/>
                  <a:gd name="T57" fmla="*/ 2336 h 444"/>
                  <a:gd name="T58" fmla="*/ 1749 w 764"/>
                  <a:gd name="T59" fmla="*/ 2558 h 444"/>
                  <a:gd name="T60" fmla="*/ 964 w 764"/>
                  <a:gd name="T61" fmla="*/ 2840 h 444"/>
                  <a:gd name="T62" fmla="*/ 421 w 764"/>
                  <a:gd name="T63" fmla="*/ 3326 h 444"/>
                  <a:gd name="T64" fmla="*/ 0 w 764"/>
                  <a:gd name="T65" fmla="*/ 3352 h 444"/>
                  <a:gd name="T66" fmla="*/ 16 w 764"/>
                  <a:gd name="T67" fmla="*/ 9216 h 444"/>
                  <a:gd name="T68" fmla="*/ 964 w 764"/>
                  <a:gd name="T69" fmla="*/ 9151 h 444"/>
                  <a:gd name="T70" fmla="*/ 1490 w 764"/>
                  <a:gd name="T71" fmla="*/ 9410 h 444"/>
                  <a:gd name="T72" fmla="*/ 1983 w 764"/>
                  <a:gd name="T73" fmla="*/ 9110 h 444"/>
                  <a:gd name="T74" fmla="*/ 2955 w 764"/>
                  <a:gd name="T75" fmla="*/ 9469 h 444"/>
                  <a:gd name="T76" fmla="*/ 4268 w 764"/>
                  <a:gd name="T77" fmla="*/ 8985 h 444"/>
                  <a:gd name="T78" fmla="*/ 5313 w 764"/>
                  <a:gd name="T79" fmla="*/ 9365 h 444"/>
                  <a:gd name="T80" fmla="*/ 6178 w 764"/>
                  <a:gd name="T81" fmla="*/ 8776 h 444"/>
                  <a:gd name="T82" fmla="*/ 7001 w 764"/>
                  <a:gd name="T83" fmla="*/ 9083 h 444"/>
                  <a:gd name="T84" fmla="*/ 7568 w 764"/>
                  <a:gd name="T85" fmla="*/ 8531 h 444"/>
                  <a:gd name="T86" fmla="*/ 8001 w 764"/>
                  <a:gd name="T87" fmla="*/ 8697 h 444"/>
                  <a:gd name="T88" fmla="*/ 8256 w 764"/>
                  <a:gd name="T89" fmla="*/ 8316 h 444"/>
                  <a:gd name="T90" fmla="*/ 8698 w 764"/>
                  <a:gd name="T91" fmla="*/ 8398 h 444"/>
                  <a:gd name="T92" fmla="*/ 9034 w 764"/>
                  <a:gd name="T93" fmla="*/ 7967 h 444"/>
                  <a:gd name="T94" fmla="*/ 10322 w 764"/>
                  <a:gd name="T95" fmla="*/ 7842 h 444"/>
                  <a:gd name="T96" fmla="*/ 11263 w 764"/>
                  <a:gd name="T97" fmla="*/ 7005 h 444"/>
                  <a:gd name="T98" fmla="*/ 11939 w 764"/>
                  <a:gd name="T99" fmla="*/ 6804 h 4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64" h="444">
                    <a:moveTo>
                      <a:pt x="764" y="317"/>
                    </a:moveTo>
                    <a:cubicBezTo>
                      <a:pt x="763" y="156"/>
                      <a:pt x="763" y="156"/>
                      <a:pt x="763" y="156"/>
                    </a:cubicBezTo>
                    <a:cubicBezTo>
                      <a:pt x="756" y="154"/>
                      <a:pt x="754" y="159"/>
                      <a:pt x="754" y="159"/>
                    </a:cubicBezTo>
                    <a:cubicBezTo>
                      <a:pt x="753" y="154"/>
                      <a:pt x="743" y="147"/>
                      <a:pt x="725" y="139"/>
                    </a:cubicBezTo>
                    <a:cubicBezTo>
                      <a:pt x="707" y="130"/>
                      <a:pt x="698" y="141"/>
                      <a:pt x="698" y="141"/>
                    </a:cubicBezTo>
                    <a:cubicBezTo>
                      <a:pt x="698" y="141"/>
                      <a:pt x="696" y="129"/>
                      <a:pt x="687" y="125"/>
                    </a:cubicBezTo>
                    <a:cubicBezTo>
                      <a:pt x="678" y="122"/>
                      <a:pt x="672" y="131"/>
                      <a:pt x="672" y="131"/>
                    </a:cubicBezTo>
                    <a:cubicBezTo>
                      <a:pt x="672" y="131"/>
                      <a:pt x="672" y="123"/>
                      <a:pt x="651" y="115"/>
                    </a:cubicBezTo>
                    <a:cubicBezTo>
                      <a:pt x="630" y="108"/>
                      <a:pt x="624" y="117"/>
                      <a:pt x="624" y="117"/>
                    </a:cubicBezTo>
                    <a:cubicBezTo>
                      <a:pt x="624" y="117"/>
                      <a:pt x="625" y="111"/>
                      <a:pt x="594" y="101"/>
                    </a:cubicBezTo>
                    <a:cubicBezTo>
                      <a:pt x="562" y="91"/>
                      <a:pt x="546" y="104"/>
                      <a:pt x="527" y="99"/>
                    </a:cubicBezTo>
                    <a:cubicBezTo>
                      <a:pt x="508" y="93"/>
                      <a:pt x="520" y="89"/>
                      <a:pt x="495" y="85"/>
                    </a:cubicBezTo>
                    <a:cubicBezTo>
                      <a:pt x="495" y="85"/>
                      <a:pt x="494" y="85"/>
                      <a:pt x="494" y="84"/>
                    </a:cubicBezTo>
                    <a:cubicBezTo>
                      <a:pt x="493" y="78"/>
                      <a:pt x="492" y="69"/>
                      <a:pt x="489" y="63"/>
                    </a:cubicBezTo>
                    <a:cubicBezTo>
                      <a:pt x="485" y="55"/>
                      <a:pt x="478" y="57"/>
                      <a:pt x="473" y="51"/>
                    </a:cubicBezTo>
                    <a:cubicBezTo>
                      <a:pt x="470" y="47"/>
                      <a:pt x="470" y="38"/>
                      <a:pt x="467" y="32"/>
                    </a:cubicBezTo>
                    <a:cubicBezTo>
                      <a:pt x="461" y="22"/>
                      <a:pt x="453" y="22"/>
                      <a:pt x="444" y="18"/>
                    </a:cubicBezTo>
                    <a:cubicBezTo>
                      <a:pt x="435" y="15"/>
                      <a:pt x="429" y="6"/>
                      <a:pt x="419" y="2"/>
                    </a:cubicBezTo>
                    <a:cubicBezTo>
                      <a:pt x="411" y="0"/>
                      <a:pt x="402" y="0"/>
                      <a:pt x="393" y="0"/>
                    </a:cubicBezTo>
                    <a:cubicBezTo>
                      <a:pt x="384" y="1"/>
                      <a:pt x="377" y="6"/>
                      <a:pt x="369" y="7"/>
                    </a:cubicBezTo>
                    <a:cubicBezTo>
                      <a:pt x="360" y="7"/>
                      <a:pt x="354" y="1"/>
                      <a:pt x="345" y="0"/>
                    </a:cubicBezTo>
                    <a:cubicBezTo>
                      <a:pt x="334" y="0"/>
                      <a:pt x="330" y="8"/>
                      <a:pt x="326" y="16"/>
                    </a:cubicBezTo>
                    <a:cubicBezTo>
                      <a:pt x="310" y="9"/>
                      <a:pt x="292" y="12"/>
                      <a:pt x="278" y="22"/>
                    </a:cubicBezTo>
                    <a:cubicBezTo>
                      <a:pt x="266" y="30"/>
                      <a:pt x="252" y="42"/>
                      <a:pt x="256" y="58"/>
                    </a:cubicBezTo>
                    <a:cubicBezTo>
                      <a:pt x="239" y="65"/>
                      <a:pt x="254" y="84"/>
                      <a:pt x="240" y="92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35" y="97"/>
                      <a:pt x="233" y="100"/>
                      <a:pt x="233" y="100"/>
                    </a:cubicBezTo>
                    <a:cubicBezTo>
                      <a:pt x="233" y="100"/>
                      <a:pt x="226" y="90"/>
                      <a:pt x="208" y="93"/>
                    </a:cubicBezTo>
                    <a:cubicBezTo>
                      <a:pt x="191" y="95"/>
                      <a:pt x="177" y="113"/>
                      <a:pt x="161" y="109"/>
                    </a:cubicBezTo>
                    <a:cubicBezTo>
                      <a:pt x="145" y="105"/>
                      <a:pt x="126" y="113"/>
                      <a:pt x="112" y="119"/>
                    </a:cubicBezTo>
                    <a:cubicBezTo>
                      <a:pt x="98" y="124"/>
                      <a:pt x="96" y="122"/>
                      <a:pt x="62" y="132"/>
                    </a:cubicBezTo>
                    <a:cubicBezTo>
                      <a:pt x="28" y="143"/>
                      <a:pt x="27" y="155"/>
                      <a:pt x="27" y="155"/>
                    </a:cubicBezTo>
                    <a:cubicBezTo>
                      <a:pt x="23" y="145"/>
                      <a:pt x="0" y="156"/>
                      <a:pt x="0" y="156"/>
                    </a:cubicBezTo>
                    <a:cubicBezTo>
                      <a:pt x="1" y="429"/>
                      <a:pt x="1" y="429"/>
                      <a:pt x="1" y="429"/>
                    </a:cubicBezTo>
                    <a:cubicBezTo>
                      <a:pt x="1" y="429"/>
                      <a:pt x="52" y="438"/>
                      <a:pt x="62" y="426"/>
                    </a:cubicBezTo>
                    <a:cubicBezTo>
                      <a:pt x="62" y="426"/>
                      <a:pt x="65" y="438"/>
                      <a:pt x="95" y="438"/>
                    </a:cubicBezTo>
                    <a:cubicBezTo>
                      <a:pt x="125" y="439"/>
                      <a:pt x="127" y="424"/>
                      <a:pt x="127" y="424"/>
                    </a:cubicBezTo>
                    <a:cubicBezTo>
                      <a:pt x="127" y="424"/>
                      <a:pt x="132" y="444"/>
                      <a:pt x="189" y="441"/>
                    </a:cubicBezTo>
                    <a:cubicBezTo>
                      <a:pt x="247" y="439"/>
                      <a:pt x="256" y="418"/>
                      <a:pt x="273" y="418"/>
                    </a:cubicBezTo>
                    <a:cubicBezTo>
                      <a:pt x="273" y="418"/>
                      <a:pt x="275" y="443"/>
                      <a:pt x="340" y="436"/>
                    </a:cubicBezTo>
                    <a:cubicBezTo>
                      <a:pt x="402" y="430"/>
                      <a:pt x="395" y="409"/>
                      <a:pt x="395" y="408"/>
                    </a:cubicBezTo>
                    <a:cubicBezTo>
                      <a:pt x="395" y="409"/>
                      <a:pt x="405" y="431"/>
                      <a:pt x="448" y="423"/>
                    </a:cubicBezTo>
                    <a:cubicBezTo>
                      <a:pt x="492" y="414"/>
                      <a:pt x="484" y="397"/>
                      <a:pt x="484" y="397"/>
                    </a:cubicBezTo>
                    <a:cubicBezTo>
                      <a:pt x="484" y="397"/>
                      <a:pt x="492" y="411"/>
                      <a:pt x="512" y="405"/>
                    </a:cubicBezTo>
                    <a:cubicBezTo>
                      <a:pt x="533" y="400"/>
                      <a:pt x="528" y="387"/>
                      <a:pt x="528" y="387"/>
                    </a:cubicBezTo>
                    <a:cubicBezTo>
                      <a:pt x="528" y="387"/>
                      <a:pt x="538" y="399"/>
                      <a:pt x="556" y="391"/>
                    </a:cubicBezTo>
                    <a:cubicBezTo>
                      <a:pt x="574" y="383"/>
                      <a:pt x="578" y="371"/>
                      <a:pt x="578" y="371"/>
                    </a:cubicBezTo>
                    <a:cubicBezTo>
                      <a:pt x="578" y="371"/>
                      <a:pt x="586" y="393"/>
                      <a:pt x="660" y="365"/>
                    </a:cubicBezTo>
                    <a:cubicBezTo>
                      <a:pt x="734" y="338"/>
                      <a:pt x="721" y="326"/>
                      <a:pt x="721" y="326"/>
                    </a:cubicBezTo>
                    <a:cubicBezTo>
                      <a:pt x="721" y="326"/>
                      <a:pt x="737" y="338"/>
                      <a:pt x="764" y="317"/>
                    </a:cubicBez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" name="Freeform 442">
                <a:extLst>
                  <a:ext uri="{FF2B5EF4-FFF2-40B4-BE49-F238E27FC236}">
                    <a16:creationId xmlns:a16="http://schemas.microsoft.com/office/drawing/2014/main" id="{6D908D47-1853-4D87-8E9D-7214812E6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443"/>
                <a:ext cx="1322" cy="559"/>
              </a:xfrm>
              <a:custGeom>
                <a:avLst/>
                <a:gdLst>
                  <a:gd name="T0" fmla="*/ 11915 w 763"/>
                  <a:gd name="T1" fmla="*/ 6474 h 303"/>
                  <a:gd name="T2" fmla="*/ 0 w 763"/>
                  <a:gd name="T3" fmla="*/ 6474 h 303"/>
                  <a:gd name="T4" fmla="*/ 0 w 763"/>
                  <a:gd name="T5" fmla="*/ 3826 h 303"/>
                  <a:gd name="T6" fmla="*/ 11915 w 763"/>
                  <a:gd name="T7" fmla="*/ 3826 h 303"/>
                  <a:gd name="T8" fmla="*/ 11915 w 763"/>
                  <a:gd name="T9" fmla="*/ 6474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03">
                    <a:moveTo>
                      <a:pt x="763" y="303"/>
                    </a:moveTo>
                    <a:cubicBezTo>
                      <a:pt x="763" y="303"/>
                      <a:pt x="414" y="124"/>
                      <a:pt x="0" y="303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3" y="303"/>
                    </a:lnTo>
                    <a:close/>
                  </a:path>
                </a:pathLst>
              </a:custGeom>
              <a:solidFill>
                <a:srgbClr val="F4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" name="Freeform 443">
                <a:extLst>
                  <a:ext uri="{FF2B5EF4-FFF2-40B4-BE49-F238E27FC236}">
                    <a16:creationId xmlns:a16="http://schemas.microsoft.com/office/drawing/2014/main" id="{AD304C0B-E4D1-45B6-92C3-886F60AA5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444"/>
                <a:ext cx="1322" cy="558"/>
              </a:xfrm>
              <a:custGeom>
                <a:avLst/>
                <a:gdLst>
                  <a:gd name="T0" fmla="*/ 11915 w 763"/>
                  <a:gd name="T1" fmla="*/ 6504 h 302"/>
                  <a:gd name="T2" fmla="*/ 0 w 763"/>
                  <a:gd name="T3" fmla="*/ 6504 h 302"/>
                  <a:gd name="T4" fmla="*/ 0 w 763"/>
                  <a:gd name="T5" fmla="*/ 3862 h 302"/>
                  <a:gd name="T6" fmla="*/ 11915 w 763"/>
                  <a:gd name="T7" fmla="*/ 3862 h 302"/>
                  <a:gd name="T8" fmla="*/ 11915 w 763"/>
                  <a:gd name="T9" fmla="*/ 6504 h 3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02">
                    <a:moveTo>
                      <a:pt x="763" y="302"/>
                    </a:moveTo>
                    <a:cubicBezTo>
                      <a:pt x="763" y="302"/>
                      <a:pt x="413" y="123"/>
                      <a:pt x="0" y="30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3" y="179"/>
                      <a:pt x="763" y="179"/>
                    </a:cubicBezTo>
                    <a:lnTo>
                      <a:pt x="763" y="30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" name="Freeform 444">
                <a:extLst>
                  <a:ext uri="{FF2B5EF4-FFF2-40B4-BE49-F238E27FC236}">
                    <a16:creationId xmlns:a16="http://schemas.microsoft.com/office/drawing/2014/main" id="{97175E22-F9CD-4B6E-B923-1A562509E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02"/>
                <a:ext cx="1320" cy="330"/>
              </a:xfrm>
              <a:custGeom>
                <a:avLst/>
                <a:gdLst>
                  <a:gd name="T0" fmla="*/ 11889 w 762"/>
                  <a:gd name="T1" fmla="*/ 3811 h 179"/>
                  <a:gd name="T2" fmla="*/ 0 w 762"/>
                  <a:gd name="T3" fmla="*/ 3811 h 179"/>
                  <a:gd name="T4" fmla="*/ 0 w 762"/>
                  <a:gd name="T5" fmla="*/ 3134 h 179"/>
                  <a:gd name="T6" fmla="*/ 3664 w 762"/>
                  <a:gd name="T7" fmla="*/ 1434 h 179"/>
                  <a:gd name="T8" fmla="*/ 7626 w 762"/>
                  <a:gd name="T9" fmla="*/ 1366 h 179"/>
                  <a:gd name="T10" fmla="*/ 11889 w 762"/>
                  <a:gd name="T11" fmla="*/ 3134 h 179"/>
                  <a:gd name="T12" fmla="*/ 11889 w 762"/>
                  <a:gd name="T13" fmla="*/ 3811 h 1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2" h="179">
                    <a:moveTo>
                      <a:pt x="762" y="179"/>
                    </a:moveTo>
                    <a:cubicBezTo>
                      <a:pt x="762" y="179"/>
                      <a:pt x="413" y="0"/>
                      <a:pt x="0" y="179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82" y="112"/>
                      <a:pt x="160" y="79"/>
                      <a:pt x="235" y="67"/>
                    </a:cubicBezTo>
                    <a:cubicBezTo>
                      <a:pt x="329" y="53"/>
                      <a:pt x="415" y="56"/>
                      <a:pt x="489" y="64"/>
                    </a:cubicBezTo>
                    <a:cubicBezTo>
                      <a:pt x="655" y="83"/>
                      <a:pt x="762" y="147"/>
                      <a:pt x="762" y="147"/>
                    </a:cubicBezTo>
                    <a:lnTo>
                      <a:pt x="762" y="179"/>
                    </a:ln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" name="Freeform 445">
                <a:extLst>
                  <a:ext uri="{FF2B5EF4-FFF2-40B4-BE49-F238E27FC236}">
                    <a16:creationId xmlns:a16="http://schemas.microsoft.com/office/drawing/2014/main" id="{02F7C739-D658-42FB-BE9C-753A78D0A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790"/>
                <a:ext cx="519" cy="556"/>
              </a:xfrm>
              <a:custGeom>
                <a:avLst/>
                <a:gdLst>
                  <a:gd name="T0" fmla="*/ 356 w 300"/>
                  <a:gd name="T1" fmla="*/ 1071 h 301"/>
                  <a:gd name="T2" fmla="*/ 234 w 300"/>
                  <a:gd name="T3" fmla="*/ 1873 h 301"/>
                  <a:gd name="T4" fmla="*/ 452 w 300"/>
                  <a:gd name="T5" fmla="*/ 2187 h 301"/>
                  <a:gd name="T6" fmla="*/ 382 w 300"/>
                  <a:gd name="T7" fmla="*/ 2610 h 301"/>
                  <a:gd name="T8" fmla="*/ 652 w 300"/>
                  <a:gd name="T9" fmla="*/ 3146 h 301"/>
                  <a:gd name="T10" fmla="*/ 554 w 300"/>
                  <a:gd name="T11" fmla="*/ 3504 h 301"/>
                  <a:gd name="T12" fmla="*/ 759 w 300"/>
                  <a:gd name="T13" fmla="*/ 3654 h 301"/>
                  <a:gd name="T14" fmla="*/ 993 w 300"/>
                  <a:gd name="T15" fmla="*/ 4367 h 301"/>
                  <a:gd name="T16" fmla="*/ 1176 w 300"/>
                  <a:gd name="T17" fmla="*/ 4971 h 301"/>
                  <a:gd name="T18" fmla="*/ 1410 w 300"/>
                  <a:gd name="T19" fmla="*/ 5401 h 301"/>
                  <a:gd name="T20" fmla="*/ 1680 w 300"/>
                  <a:gd name="T21" fmla="*/ 5743 h 301"/>
                  <a:gd name="T22" fmla="*/ 2271 w 300"/>
                  <a:gd name="T23" fmla="*/ 6473 h 301"/>
                  <a:gd name="T24" fmla="*/ 3673 w 300"/>
                  <a:gd name="T25" fmla="*/ 6125 h 301"/>
                  <a:gd name="T26" fmla="*/ 3697 w 300"/>
                  <a:gd name="T27" fmla="*/ 5787 h 301"/>
                  <a:gd name="T28" fmla="*/ 4306 w 300"/>
                  <a:gd name="T29" fmla="*/ 4753 h 301"/>
                  <a:gd name="T30" fmla="*/ 4417 w 300"/>
                  <a:gd name="T31" fmla="*/ 3831 h 301"/>
                  <a:gd name="T32" fmla="*/ 4396 w 300"/>
                  <a:gd name="T33" fmla="*/ 3245 h 301"/>
                  <a:gd name="T34" fmla="*/ 4650 w 300"/>
                  <a:gd name="T35" fmla="*/ 2061 h 301"/>
                  <a:gd name="T36" fmla="*/ 4417 w 300"/>
                  <a:gd name="T37" fmla="*/ 1034 h 301"/>
                  <a:gd name="T38" fmla="*/ 3879 w 300"/>
                  <a:gd name="T39" fmla="*/ 491 h 301"/>
                  <a:gd name="T40" fmla="*/ 3398 w 300"/>
                  <a:gd name="T41" fmla="*/ 24 h 301"/>
                  <a:gd name="T42" fmla="*/ 2464 w 300"/>
                  <a:gd name="T43" fmla="*/ 277 h 301"/>
                  <a:gd name="T44" fmla="*/ 1739 w 300"/>
                  <a:gd name="T45" fmla="*/ 604 h 301"/>
                  <a:gd name="T46" fmla="*/ 1102 w 300"/>
                  <a:gd name="T47" fmla="*/ 685 h 301"/>
                  <a:gd name="T48" fmla="*/ 725 w 300"/>
                  <a:gd name="T49" fmla="*/ 839 h 301"/>
                  <a:gd name="T50" fmla="*/ 405 w 300"/>
                  <a:gd name="T51" fmla="*/ 883 h 301"/>
                  <a:gd name="T52" fmla="*/ 382 w 300"/>
                  <a:gd name="T53" fmla="*/ 946 h 30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00" h="301">
                    <a:moveTo>
                      <a:pt x="23" y="50"/>
                    </a:moveTo>
                    <a:cubicBezTo>
                      <a:pt x="6" y="57"/>
                      <a:pt x="0" y="76"/>
                      <a:pt x="15" y="87"/>
                    </a:cubicBezTo>
                    <a:cubicBezTo>
                      <a:pt x="22" y="92"/>
                      <a:pt x="27" y="90"/>
                      <a:pt x="29" y="102"/>
                    </a:cubicBezTo>
                    <a:cubicBezTo>
                      <a:pt x="32" y="111"/>
                      <a:pt x="26" y="112"/>
                      <a:pt x="25" y="121"/>
                    </a:cubicBezTo>
                    <a:cubicBezTo>
                      <a:pt x="39" y="124"/>
                      <a:pt x="45" y="131"/>
                      <a:pt x="42" y="146"/>
                    </a:cubicBezTo>
                    <a:cubicBezTo>
                      <a:pt x="41" y="151"/>
                      <a:pt x="36" y="158"/>
                      <a:pt x="36" y="163"/>
                    </a:cubicBezTo>
                    <a:cubicBezTo>
                      <a:pt x="36" y="174"/>
                      <a:pt x="41" y="167"/>
                      <a:pt x="49" y="170"/>
                    </a:cubicBezTo>
                    <a:cubicBezTo>
                      <a:pt x="61" y="175"/>
                      <a:pt x="58" y="193"/>
                      <a:pt x="64" y="203"/>
                    </a:cubicBezTo>
                    <a:cubicBezTo>
                      <a:pt x="69" y="213"/>
                      <a:pt x="85" y="218"/>
                      <a:pt x="76" y="231"/>
                    </a:cubicBezTo>
                    <a:cubicBezTo>
                      <a:pt x="87" y="226"/>
                      <a:pt x="89" y="245"/>
                      <a:pt x="91" y="251"/>
                    </a:cubicBezTo>
                    <a:cubicBezTo>
                      <a:pt x="95" y="261"/>
                      <a:pt x="99" y="261"/>
                      <a:pt x="108" y="267"/>
                    </a:cubicBezTo>
                    <a:cubicBezTo>
                      <a:pt x="123" y="280"/>
                      <a:pt x="131" y="290"/>
                      <a:pt x="147" y="301"/>
                    </a:cubicBezTo>
                    <a:cubicBezTo>
                      <a:pt x="170" y="275"/>
                      <a:pt x="206" y="278"/>
                      <a:pt x="237" y="285"/>
                    </a:cubicBezTo>
                    <a:cubicBezTo>
                      <a:pt x="238" y="279"/>
                      <a:pt x="239" y="274"/>
                      <a:pt x="239" y="269"/>
                    </a:cubicBezTo>
                    <a:cubicBezTo>
                      <a:pt x="254" y="264"/>
                      <a:pt x="278" y="238"/>
                      <a:pt x="278" y="221"/>
                    </a:cubicBezTo>
                    <a:cubicBezTo>
                      <a:pt x="278" y="209"/>
                      <a:pt x="261" y="183"/>
                      <a:pt x="285" y="178"/>
                    </a:cubicBezTo>
                    <a:cubicBezTo>
                      <a:pt x="278" y="172"/>
                      <a:pt x="271" y="156"/>
                      <a:pt x="284" y="151"/>
                    </a:cubicBezTo>
                    <a:cubicBezTo>
                      <a:pt x="277" y="135"/>
                      <a:pt x="276" y="100"/>
                      <a:pt x="300" y="96"/>
                    </a:cubicBezTo>
                    <a:cubicBezTo>
                      <a:pt x="280" y="87"/>
                      <a:pt x="288" y="63"/>
                      <a:pt x="285" y="48"/>
                    </a:cubicBezTo>
                    <a:cubicBezTo>
                      <a:pt x="269" y="45"/>
                      <a:pt x="263" y="36"/>
                      <a:pt x="250" y="23"/>
                    </a:cubicBezTo>
                    <a:cubicBezTo>
                      <a:pt x="240" y="13"/>
                      <a:pt x="234" y="2"/>
                      <a:pt x="219" y="1"/>
                    </a:cubicBezTo>
                    <a:cubicBezTo>
                      <a:pt x="199" y="0"/>
                      <a:pt x="177" y="8"/>
                      <a:pt x="159" y="13"/>
                    </a:cubicBezTo>
                    <a:cubicBezTo>
                      <a:pt x="143" y="17"/>
                      <a:pt x="128" y="25"/>
                      <a:pt x="112" y="28"/>
                    </a:cubicBezTo>
                    <a:cubicBezTo>
                      <a:pt x="98" y="31"/>
                      <a:pt x="85" y="27"/>
                      <a:pt x="71" y="32"/>
                    </a:cubicBezTo>
                    <a:cubicBezTo>
                      <a:pt x="62" y="34"/>
                      <a:pt x="55" y="38"/>
                      <a:pt x="47" y="39"/>
                    </a:cubicBezTo>
                    <a:cubicBezTo>
                      <a:pt x="40" y="40"/>
                      <a:pt x="32" y="38"/>
                      <a:pt x="26" y="41"/>
                    </a:cubicBezTo>
                    <a:cubicBezTo>
                      <a:pt x="26" y="42"/>
                      <a:pt x="25" y="43"/>
                      <a:pt x="25" y="44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" name="Freeform 446">
                <a:extLst>
                  <a:ext uri="{FF2B5EF4-FFF2-40B4-BE49-F238E27FC236}">
                    <a16:creationId xmlns:a16="http://schemas.microsoft.com/office/drawing/2014/main" id="{4731C5C4-1AF6-4447-8357-AC11BEF6B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117"/>
                <a:ext cx="1322" cy="658"/>
              </a:xfrm>
              <a:custGeom>
                <a:avLst/>
                <a:gdLst>
                  <a:gd name="T0" fmla="*/ 11915 w 763"/>
                  <a:gd name="T1" fmla="*/ 7680 h 356"/>
                  <a:gd name="T2" fmla="*/ 0 w 763"/>
                  <a:gd name="T3" fmla="*/ 7680 h 356"/>
                  <a:gd name="T4" fmla="*/ 2422 w 763"/>
                  <a:gd name="T5" fmla="*/ 2545 h 356"/>
                  <a:gd name="T6" fmla="*/ 9486 w 763"/>
                  <a:gd name="T7" fmla="*/ 2545 h 356"/>
                  <a:gd name="T8" fmla="*/ 11915 w 763"/>
                  <a:gd name="T9" fmla="*/ 7680 h 3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56">
                    <a:moveTo>
                      <a:pt x="763" y="356"/>
                    </a:moveTo>
                    <a:cubicBezTo>
                      <a:pt x="763" y="356"/>
                      <a:pt x="414" y="177"/>
                      <a:pt x="0" y="356"/>
                    </a:cubicBezTo>
                    <a:cubicBezTo>
                      <a:pt x="155" y="118"/>
                      <a:pt x="155" y="118"/>
                      <a:pt x="155" y="118"/>
                    </a:cubicBezTo>
                    <a:cubicBezTo>
                      <a:pt x="400" y="0"/>
                      <a:pt x="608" y="118"/>
                      <a:pt x="608" y="118"/>
                    </a:cubicBezTo>
                    <a:lnTo>
                      <a:pt x="763" y="356"/>
                    </a:lnTo>
                    <a:close/>
                  </a:path>
                </a:pathLst>
              </a:custGeom>
              <a:solidFill>
                <a:srgbClr val="F9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" name="Freeform 447">
                <a:extLst>
                  <a:ext uri="{FF2B5EF4-FFF2-40B4-BE49-F238E27FC236}">
                    <a16:creationId xmlns:a16="http://schemas.microsoft.com/office/drawing/2014/main" id="{72E79575-F937-4AFB-ADC4-A7296DD72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02"/>
                <a:ext cx="1322" cy="330"/>
              </a:xfrm>
              <a:custGeom>
                <a:avLst/>
                <a:gdLst>
                  <a:gd name="T0" fmla="*/ 11915 w 763"/>
                  <a:gd name="T1" fmla="*/ 3151 h 179"/>
                  <a:gd name="T2" fmla="*/ 11896 w 763"/>
                  <a:gd name="T3" fmla="*/ 3151 h 179"/>
                  <a:gd name="T4" fmla="*/ 11896 w 763"/>
                  <a:gd name="T5" fmla="*/ 3134 h 179"/>
                  <a:gd name="T6" fmla="*/ 10715 w 763"/>
                  <a:gd name="T7" fmla="*/ 2382 h 179"/>
                  <a:gd name="T8" fmla="*/ 7637 w 763"/>
                  <a:gd name="T9" fmla="*/ 1366 h 179"/>
                  <a:gd name="T10" fmla="*/ 6523 w 763"/>
                  <a:gd name="T11" fmla="*/ 258 h 179"/>
                  <a:gd name="T12" fmla="*/ 5496 w 763"/>
                  <a:gd name="T13" fmla="*/ 334 h 179"/>
                  <a:gd name="T14" fmla="*/ 4586 w 763"/>
                  <a:gd name="T15" fmla="*/ 577 h 179"/>
                  <a:gd name="T16" fmla="*/ 3668 w 763"/>
                  <a:gd name="T17" fmla="*/ 1434 h 179"/>
                  <a:gd name="T18" fmla="*/ 0 w 763"/>
                  <a:gd name="T19" fmla="*/ 3134 h 179"/>
                  <a:gd name="T20" fmla="*/ 0 w 763"/>
                  <a:gd name="T21" fmla="*/ 3811 h 179"/>
                  <a:gd name="T22" fmla="*/ 11896 w 763"/>
                  <a:gd name="T23" fmla="*/ 3811 h 179"/>
                  <a:gd name="T24" fmla="*/ 11896 w 763"/>
                  <a:gd name="T25" fmla="*/ 3453 h 179"/>
                  <a:gd name="T26" fmla="*/ 11915 w 763"/>
                  <a:gd name="T27" fmla="*/ 3453 h 179"/>
                  <a:gd name="T28" fmla="*/ 11915 w 763"/>
                  <a:gd name="T29" fmla="*/ 3151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3" h="179">
                    <a:moveTo>
                      <a:pt x="763" y="148"/>
                    </a:moveTo>
                    <a:cubicBezTo>
                      <a:pt x="763" y="148"/>
                      <a:pt x="763" y="148"/>
                      <a:pt x="762" y="148"/>
                    </a:cubicBezTo>
                    <a:cubicBezTo>
                      <a:pt x="762" y="147"/>
                      <a:pt x="762" y="147"/>
                      <a:pt x="762" y="147"/>
                    </a:cubicBezTo>
                    <a:cubicBezTo>
                      <a:pt x="762" y="147"/>
                      <a:pt x="735" y="131"/>
                      <a:pt x="686" y="112"/>
                    </a:cubicBezTo>
                    <a:cubicBezTo>
                      <a:pt x="638" y="94"/>
                      <a:pt x="571" y="73"/>
                      <a:pt x="489" y="64"/>
                    </a:cubicBezTo>
                    <a:cubicBezTo>
                      <a:pt x="469" y="39"/>
                      <a:pt x="445" y="18"/>
                      <a:pt x="418" y="12"/>
                    </a:cubicBezTo>
                    <a:cubicBezTo>
                      <a:pt x="397" y="7"/>
                      <a:pt x="374" y="13"/>
                      <a:pt x="352" y="16"/>
                    </a:cubicBezTo>
                    <a:cubicBezTo>
                      <a:pt x="331" y="18"/>
                      <a:pt x="311" y="14"/>
                      <a:pt x="294" y="27"/>
                    </a:cubicBezTo>
                    <a:cubicBezTo>
                      <a:pt x="279" y="39"/>
                      <a:pt x="252" y="49"/>
                      <a:pt x="235" y="67"/>
                    </a:cubicBezTo>
                    <a:cubicBezTo>
                      <a:pt x="160" y="79"/>
                      <a:pt x="82" y="112"/>
                      <a:pt x="0" y="147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2" y="179"/>
                      <a:pt x="762" y="179"/>
                    </a:cubicBezTo>
                    <a:cubicBezTo>
                      <a:pt x="762" y="162"/>
                      <a:pt x="762" y="162"/>
                      <a:pt x="762" y="162"/>
                    </a:cubicBezTo>
                    <a:cubicBezTo>
                      <a:pt x="763" y="162"/>
                      <a:pt x="763" y="162"/>
                      <a:pt x="763" y="162"/>
                    </a:cubicBezTo>
                    <a:lnTo>
                      <a:pt x="763" y="148"/>
                    </a:lnTo>
                    <a:close/>
                  </a:path>
                </a:pathLst>
              </a:custGeom>
              <a:solidFill>
                <a:srgbClr val="F4A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" name="Freeform 448">
                <a:extLst>
                  <a:ext uri="{FF2B5EF4-FFF2-40B4-BE49-F238E27FC236}">
                    <a16:creationId xmlns:a16="http://schemas.microsoft.com/office/drawing/2014/main" id="{28F51A2F-E9BD-4767-964A-BE89E50B6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18"/>
                <a:ext cx="721" cy="314"/>
              </a:xfrm>
              <a:custGeom>
                <a:avLst/>
                <a:gdLst>
                  <a:gd name="T0" fmla="*/ 6378 w 416"/>
                  <a:gd name="T1" fmla="*/ 24 h 170"/>
                  <a:gd name="T2" fmla="*/ 5503 w 416"/>
                  <a:gd name="T3" fmla="*/ 150 h 170"/>
                  <a:gd name="T4" fmla="*/ 4602 w 416"/>
                  <a:gd name="T5" fmla="*/ 386 h 170"/>
                  <a:gd name="T6" fmla="*/ 3671 w 416"/>
                  <a:gd name="T7" fmla="*/ 1249 h 170"/>
                  <a:gd name="T8" fmla="*/ 0 w 416"/>
                  <a:gd name="T9" fmla="*/ 2968 h 170"/>
                  <a:gd name="T10" fmla="*/ 0 w 416"/>
                  <a:gd name="T11" fmla="*/ 3653 h 170"/>
                  <a:gd name="T12" fmla="*/ 6506 w 416"/>
                  <a:gd name="T13" fmla="*/ 1954 h 170"/>
                  <a:gd name="T14" fmla="*/ 6179 w 416"/>
                  <a:gd name="T15" fmla="*/ 883 h 170"/>
                  <a:gd name="T16" fmla="*/ 6378 w 416"/>
                  <a:gd name="T17" fmla="*/ 24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170">
                    <a:moveTo>
                      <a:pt x="408" y="1"/>
                    </a:moveTo>
                    <a:cubicBezTo>
                      <a:pt x="390" y="0"/>
                      <a:pt x="371" y="5"/>
                      <a:pt x="352" y="7"/>
                    </a:cubicBezTo>
                    <a:cubicBezTo>
                      <a:pt x="331" y="9"/>
                      <a:pt x="311" y="5"/>
                      <a:pt x="294" y="18"/>
                    </a:cubicBezTo>
                    <a:cubicBezTo>
                      <a:pt x="279" y="30"/>
                      <a:pt x="252" y="40"/>
                      <a:pt x="235" y="58"/>
                    </a:cubicBezTo>
                    <a:cubicBezTo>
                      <a:pt x="160" y="70"/>
                      <a:pt x="82" y="103"/>
                      <a:pt x="0" y="138"/>
                    </a:cubicBezTo>
                    <a:cubicBezTo>
                      <a:pt x="0" y="170"/>
                      <a:pt x="0" y="170"/>
                      <a:pt x="0" y="170"/>
                    </a:cubicBezTo>
                    <a:cubicBezTo>
                      <a:pt x="152" y="104"/>
                      <a:pt x="295" y="86"/>
                      <a:pt x="416" y="91"/>
                    </a:cubicBezTo>
                    <a:cubicBezTo>
                      <a:pt x="403" y="77"/>
                      <a:pt x="395" y="60"/>
                      <a:pt x="395" y="41"/>
                    </a:cubicBezTo>
                    <a:cubicBezTo>
                      <a:pt x="395" y="27"/>
                      <a:pt x="400" y="13"/>
                      <a:pt x="408" y="1"/>
                    </a:cubicBezTo>
                    <a:close/>
                  </a:path>
                </a:pathLst>
              </a:custGeom>
              <a:solidFill>
                <a:srgbClr val="F1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" name="Freeform 449">
                <a:extLst>
                  <a:ext uri="{FF2B5EF4-FFF2-40B4-BE49-F238E27FC236}">
                    <a16:creationId xmlns:a16="http://schemas.microsoft.com/office/drawing/2014/main" id="{94E0F014-539D-42AA-AC7F-C7E816C86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566"/>
                <a:ext cx="459" cy="307"/>
              </a:xfrm>
              <a:custGeom>
                <a:avLst/>
                <a:gdLst>
                  <a:gd name="T0" fmla="*/ 4044 w 265"/>
                  <a:gd name="T1" fmla="*/ 2548 h 166"/>
                  <a:gd name="T2" fmla="*/ 3987 w 265"/>
                  <a:gd name="T3" fmla="*/ 1511 h 166"/>
                  <a:gd name="T4" fmla="*/ 3365 w 265"/>
                  <a:gd name="T5" fmla="*/ 483 h 166"/>
                  <a:gd name="T6" fmla="*/ 2434 w 265"/>
                  <a:gd name="T7" fmla="*/ 150 h 166"/>
                  <a:gd name="T8" fmla="*/ 1528 w 265"/>
                  <a:gd name="T9" fmla="*/ 150 h 166"/>
                  <a:gd name="T10" fmla="*/ 857 w 265"/>
                  <a:gd name="T11" fmla="*/ 664 h 166"/>
                  <a:gd name="T12" fmla="*/ 126 w 265"/>
                  <a:gd name="T13" fmla="*/ 1624 h 166"/>
                  <a:gd name="T14" fmla="*/ 126 w 265"/>
                  <a:gd name="T15" fmla="*/ 1624 h 166"/>
                  <a:gd name="T16" fmla="*/ 62 w 265"/>
                  <a:gd name="T17" fmla="*/ 2658 h 166"/>
                  <a:gd name="T18" fmla="*/ 151 w 265"/>
                  <a:gd name="T19" fmla="*/ 3592 h 166"/>
                  <a:gd name="T20" fmla="*/ 4048 w 265"/>
                  <a:gd name="T21" fmla="*/ 3508 h 166"/>
                  <a:gd name="T22" fmla="*/ 4044 w 265"/>
                  <a:gd name="T23" fmla="*/ 2548 h 1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5" h="166">
                    <a:moveTo>
                      <a:pt x="259" y="118"/>
                    </a:moveTo>
                    <a:cubicBezTo>
                      <a:pt x="253" y="100"/>
                      <a:pt x="256" y="70"/>
                      <a:pt x="256" y="70"/>
                    </a:cubicBezTo>
                    <a:cubicBezTo>
                      <a:pt x="241" y="61"/>
                      <a:pt x="226" y="45"/>
                      <a:pt x="216" y="22"/>
                    </a:cubicBezTo>
                    <a:cubicBezTo>
                      <a:pt x="206" y="0"/>
                      <a:pt x="170" y="9"/>
                      <a:pt x="156" y="7"/>
                    </a:cubicBezTo>
                    <a:cubicBezTo>
                      <a:pt x="142" y="5"/>
                      <a:pt x="108" y="3"/>
                      <a:pt x="98" y="7"/>
                    </a:cubicBezTo>
                    <a:cubicBezTo>
                      <a:pt x="88" y="12"/>
                      <a:pt x="75" y="20"/>
                      <a:pt x="55" y="31"/>
                    </a:cubicBezTo>
                    <a:cubicBezTo>
                      <a:pt x="36" y="41"/>
                      <a:pt x="8" y="75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9"/>
                      <a:pt x="0" y="112"/>
                      <a:pt x="4" y="123"/>
                    </a:cubicBezTo>
                    <a:cubicBezTo>
                      <a:pt x="9" y="136"/>
                      <a:pt x="10" y="166"/>
                      <a:pt x="10" y="166"/>
                    </a:cubicBezTo>
                    <a:cubicBezTo>
                      <a:pt x="10" y="166"/>
                      <a:pt x="167" y="147"/>
                      <a:pt x="260" y="162"/>
                    </a:cubicBezTo>
                    <a:cubicBezTo>
                      <a:pt x="260" y="162"/>
                      <a:pt x="265" y="137"/>
                      <a:pt x="259" y="118"/>
                    </a:cubicBezTo>
                    <a:close/>
                  </a:path>
                </a:pathLst>
              </a:custGeom>
              <a:solidFill>
                <a:srgbClr val="E89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" name="Freeform 450">
                <a:extLst>
                  <a:ext uri="{FF2B5EF4-FFF2-40B4-BE49-F238E27FC236}">
                    <a16:creationId xmlns:a16="http://schemas.microsoft.com/office/drawing/2014/main" id="{46B6586F-29B5-460B-9DDD-D1A5F3C4E6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0" y="1572"/>
                <a:ext cx="452" cy="301"/>
              </a:xfrm>
              <a:custGeom>
                <a:avLst/>
                <a:gdLst>
                  <a:gd name="T0" fmla="*/ 1526 w 261"/>
                  <a:gd name="T1" fmla="*/ 81 h 163"/>
                  <a:gd name="T2" fmla="*/ 857 w 261"/>
                  <a:gd name="T3" fmla="*/ 604 h 163"/>
                  <a:gd name="T4" fmla="*/ 126 w 261"/>
                  <a:gd name="T5" fmla="*/ 1547 h 163"/>
                  <a:gd name="T6" fmla="*/ 126 w 261"/>
                  <a:gd name="T7" fmla="*/ 1547 h 163"/>
                  <a:gd name="T8" fmla="*/ 62 w 261"/>
                  <a:gd name="T9" fmla="*/ 2582 h 163"/>
                  <a:gd name="T10" fmla="*/ 151 w 261"/>
                  <a:gd name="T11" fmla="*/ 3501 h 163"/>
                  <a:gd name="T12" fmla="*/ 1134 w 261"/>
                  <a:gd name="T13" fmla="*/ 3376 h 163"/>
                  <a:gd name="T14" fmla="*/ 1044 w 261"/>
                  <a:gd name="T15" fmla="*/ 2582 h 163"/>
                  <a:gd name="T16" fmla="*/ 1107 w 261"/>
                  <a:gd name="T17" fmla="*/ 1547 h 163"/>
                  <a:gd name="T18" fmla="*/ 1107 w 261"/>
                  <a:gd name="T19" fmla="*/ 1547 h 163"/>
                  <a:gd name="T20" fmla="*/ 1832 w 261"/>
                  <a:gd name="T21" fmla="*/ 604 h 163"/>
                  <a:gd name="T22" fmla="*/ 2492 w 261"/>
                  <a:gd name="T23" fmla="*/ 81 h 163"/>
                  <a:gd name="T24" fmla="*/ 2508 w 261"/>
                  <a:gd name="T25" fmla="*/ 81 h 163"/>
                  <a:gd name="T26" fmla="*/ 2430 w 261"/>
                  <a:gd name="T27" fmla="*/ 81 h 163"/>
                  <a:gd name="T28" fmla="*/ 1526 w 261"/>
                  <a:gd name="T29" fmla="*/ 81 h 163"/>
                  <a:gd name="T30" fmla="*/ 3110 w 261"/>
                  <a:gd name="T31" fmla="*/ 3302 h 163"/>
                  <a:gd name="T32" fmla="*/ 4045 w 261"/>
                  <a:gd name="T33" fmla="*/ 3420 h 163"/>
                  <a:gd name="T34" fmla="*/ 4066 w 261"/>
                  <a:gd name="T35" fmla="*/ 3302 h 163"/>
                  <a:gd name="T36" fmla="*/ 3110 w 261"/>
                  <a:gd name="T37" fmla="*/ 3302 h 1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1" h="163">
                    <a:moveTo>
                      <a:pt x="98" y="4"/>
                    </a:moveTo>
                    <a:cubicBezTo>
                      <a:pt x="88" y="9"/>
                      <a:pt x="75" y="17"/>
                      <a:pt x="55" y="28"/>
                    </a:cubicBezTo>
                    <a:cubicBezTo>
                      <a:pt x="36" y="38"/>
                      <a:pt x="8" y="72"/>
                      <a:pt x="8" y="72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7" y="76"/>
                      <a:pt x="0" y="109"/>
                      <a:pt x="4" y="120"/>
                    </a:cubicBezTo>
                    <a:cubicBezTo>
                      <a:pt x="9" y="133"/>
                      <a:pt x="10" y="163"/>
                      <a:pt x="10" y="163"/>
                    </a:cubicBezTo>
                    <a:cubicBezTo>
                      <a:pt x="10" y="163"/>
                      <a:pt x="36" y="160"/>
                      <a:pt x="73" y="157"/>
                    </a:cubicBezTo>
                    <a:cubicBezTo>
                      <a:pt x="72" y="148"/>
                      <a:pt x="71" y="129"/>
                      <a:pt x="67" y="120"/>
                    </a:cubicBezTo>
                    <a:cubicBezTo>
                      <a:pt x="62" y="109"/>
                      <a:pt x="70" y="76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99" y="38"/>
                      <a:pt x="118" y="28"/>
                    </a:cubicBezTo>
                    <a:cubicBezTo>
                      <a:pt x="138" y="17"/>
                      <a:pt x="150" y="9"/>
                      <a:pt x="160" y="4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59" y="4"/>
                      <a:pt x="158" y="4"/>
                      <a:pt x="156" y="4"/>
                    </a:cubicBezTo>
                    <a:cubicBezTo>
                      <a:pt x="142" y="2"/>
                      <a:pt x="108" y="0"/>
                      <a:pt x="98" y="4"/>
                    </a:cubicBezTo>
                    <a:close/>
                    <a:moveTo>
                      <a:pt x="200" y="154"/>
                    </a:moveTo>
                    <a:cubicBezTo>
                      <a:pt x="221" y="154"/>
                      <a:pt x="242" y="156"/>
                      <a:pt x="260" y="159"/>
                    </a:cubicBezTo>
                    <a:cubicBezTo>
                      <a:pt x="260" y="159"/>
                      <a:pt x="260" y="157"/>
                      <a:pt x="261" y="154"/>
                    </a:cubicBezTo>
                    <a:cubicBezTo>
                      <a:pt x="241" y="153"/>
                      <a:pt x="220" y="153"/>
                      <a:pt x="200" y="154"/>
                    </a:cubicBezTo>
                    <a:close/>
                  </a:path>
                </a:pathLst>
              </a:custGeom>
              <a:solidFill>
                <a:srgbClr val="E8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" name="Freeform 451">
                <a:extLst>
                  <a:ext uri="{FF2B5EF4-FFF2-40B4-BE49-F238E27FC236}">
                    <a16:creationId xmlns:a16="http://schemas.microsoft.com/office/drawing/2014/main" id="{B12C95F3-3210-4FE1-B899-B57B6E595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620"/>
                <a:ext cx="510" cy="212"/>
              </a:xfrm>
              <a:custGeom>
                <a:avLst/>
                <a:gdLst>
                  <a:gd name="T0" fmla="*/ 283 w 294"/>
                  <a:gd name="T1" fmla="*/ 877 h 115"/>
                  <a:gd name="T2" fmla="*/ 4599 w 294"/>
                  <a:gd name="T3" fmla="*/ 2450 h 115"/>
                  <a:gd name="T4" fmla="*/ 4599 w 294"/>
                  <a:gd name="T5" fmla="*/ 2094 h 115"/>
                  <a:gd name="T6" fmla="*/ 4619 w 294"/>
                  <a:gd name="T7" fmla="*/ 2094 h 115"/>
                  <a:gd name="T8" fmla="*/ 4619 w 294"/>
                  <a:gd name="T9" fmla="*/ 1792 h 115"/>
                  <a:gd name="T10" fmla="*/ 4599 w 294"/>
                  <a:gd name="T11" fmla="*/ 1792 h 115"/>
                  <a:gd name="T12" fmla="*/ 4599 w 294"/>
                  <a:gd name="T13" fmla="*/ 1768 h 115"/>
                  <a:gd name="T14" fmla="*/ 3403 w 294"/>
                  <a:gd name="T15" fmla="*/ 1016 h 115"/>
                  <a:gd name="T16" fmla="*/ 319 w 294"/>
                  <a:gd name="T17" fmla="*/ 0 h 115"/>
                  <a:gd name="T18" fmla="*/ 283 w 294"/>
                  <a:gd name="T19" fmla="*/ 877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4" h="115">
                    <a:moveTo>
                      <a:pt x="18" y="41"/>
                    </a:moveTo>
                    <a:cubicBezTo>
                      <a:pt x="185" y="59"/>
                      <a:pt x="293" y="115"/>
                      <a:pt x="293" y="115"/>
                    </a:cubicBezTo>
                    <a:cubicBezTo>
                      <a:pt x="293" y="98"/>
                      <a:pt x="293" y="98"/>
                      <a:pt x="293" y="98"/>
                    </a:cubicBezTo>
                    <a:cubicBezTo>
                      <a:pt x="294" y="98"/>
                      <a:pt x="294" y="98"/>
                      <a:pt x="294" y="98"/>
                    </a:cubicBezTo>
                    <a:cubicBezTo>
                      <a:pt x="294" y="84"/>
                      <a:pt x="294" y="84"/>
                      <a:pt x="294" y="84"/>
                    </a:cubicBezTo>
                    <a:cubicBezTo>
                      <a:pt x="294" y="84"/>
                      <a:pt x="294" y="84"/>
                      <a:pt x="293" y="84"/>
                    </a:cubicBezTo>
                    <a:cubicBezTo>
                      <a:pt x="293" y="83"/>
                      <a:pt x="293" y="83"/>
                      <a:pt x="293" y="83"/>
                    </a:cubicBezTo>
                    <a:cubicBezTo>
                      <a:pt x="293" y="83"/>
                      <a:pt x="266" y="67"/>
                      <a:pt x="217" y="48"/>
                    </a:cubicBezTo>
                    <a:cubicBezTo>
                      <a:pt x="169" y="30"/>
                      <a:pt x="102" y="9"/>
                      <a:pt x="20" y="0"/>
                    </a:cubicBezTo>
                    <a:cubicBezTo>
                      <a:pt x="20" y="0"/>
                      <a:pt x="0" y="23"/>
                      <a:pt x="18" y="41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" name="Freeform 452">
                <a:extLst>
                  <a:ext uri="{FF2B5EF4-FFF2-40B4-BE49-F238E27FC236}">
                    <a16:creationId xmlns:a16="http://schemas.microsoft.com/office/drawing/2014/main" id="{28052F7D-EF75-43DF-B15E-C1EA8B772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620"/>
                <a:ext cx="510" cy="212"/>
              </a:xfrm>
              <a:custGeom>
                <a:avLst/>
                <a:gdLst>
                  <a:gd name="T0" fmla="*/ 283 w 294"/>
                  <a:gd name="T1" fmla="*/ 877 h 115"/>
                  <a:gd name="T2" fmla="*/ 4599 w 294"/>
                  <a:gd name="T3" fmla="*/ 2450 h 115"/>
                  <a:gd name="T4" fmla="*/ 4599 w 294"/>
                  <a:gd name="T5" fmla="*/ 2094 h 115"/>
                  <a:gd name="T6" fmla="*/ 4619 w 294"/>
                  <a:gd name="T7" fmla="*/ 2094 h 115"/>
                  <a:gd name="T8" fmla="*/ 4619 w 294"/>
                  <a:gd name="T9" fmla="*/ 1792 h 115"/>
                  <a:gd name="T10" fmla="*/ 4599 w 294"/>
                  <a:gd name="T11" fmla="*/ 1792 h 115"/>
                  <a:gd name="T12" fmla="*/ 4599 w 294"/>
                  <a:gd name="T13" fmla="*/ 1768 h 115"/>
                  <a:gd name="T14" fmla="*/ 3403 w 294"/>
                  <a:gd name="T15" fmla="*/ 1016 h 115"/>
                  <a:gd name="T16" fmla="*/ 319 w 294"/>
                  <a:gd name="T17" fmla="*/ 0 h 115"/>
                  <a:gd name="T18" fmla="*/ 283 w 294"/>
                  <a:gd name="T19" fmla="*/ 877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4" h="115">
                    <a:moveTo>
                      <a:pt x="18" y="41"/>
                    </a:moveTo>
                    <a:cubicBezTo>
                      <a:pt x="185" y="59"/>
                      <a:pt x="293" y="115"/>
                      <a:pt x="293" y="115"/>
                    </a:cubicBezTo>
                    <a:cubicBezTo>
                      <a:pt x="293" y="98"/>
                      <a:pt x="293" y="98"/>
                      <a:pt x="293" y="98"/>
                    </a:cubicBezTo>
                    <a:cubicBezTo>
                      <a:pt x="294" y="98"/>
                      <a:pt x="294" y="98"/>
                      <a:pt x="294" y="98"/>
                    </a:cubicBezTo>
                    <a:cubicBezTo>
                      <a:pt x="294" y="84"/>
                      <a:pt x="294" y="84"/>
                      <a:pt x="294" y="84"/>
                    </a:cubicBezTo>
                    <a:cubicBezTo>
                      <a:pt x="294" y="84"/>
                      <a:pt x="294" y="84"/>
                      <a:pt x="293" y="84"/>
                    </a:cubicBezTo>
                    <a:cubicBezTo>
                      <a:pt x="293" y="83"/>
                      <a:pt x="293" y="83"/>
                      <a:pt x="293" y="83"/>
                    </a:cubicBezTo>
                    <a:cubicBezTo>
                      <a:pt x="293" y="83"/>
                      <a:pt x="266" y="67"/>
                      <a:pt x="217" y="48"/>
                    </a:cubicBezTo>
                    <a:cubicBezTo>
                      <a:pt x="169" y="30"/>
                      <a:pt x="102" y="9"/>
                      <a:pt x="20" y="0"/>
                    </a:cubicBezTo>
                    <a:cubicBezTo>
                      <a:pt x="20" y="0"/>
                      <a:pt x="0" y="23"/>
                      <a:pt x="18" y="4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" name="Freeform 453">
                <a:extLst>
                  <a:ext uri="{FF2B5EF4-FFF2-40B4-BE49-F238E27FC236}">
                    <a16:creationId xmlns:a16="http://schemas.microsoft.com/office/drawing/2014/main" id="{6D0863EE-5899-4AEE-AC55-A49A62FD0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25"/>
                <a:ext cx="444" cy="207"/>
              </a:xfrm>
              <a:custGeom>
                <a:avLst/>
                <a:gdLst>
                  <a:gd name="T0" fmla="*/ 3757 w 256"/>
                  <a:gd name="T1" fmla="*/ 922 h 112"/>
                  <a:gd name="T2" fmla="*/ 0 w 256"/>
                  <a:gd name="T3" fmla="*/ 2419 h 112"/>
                  <a:gd name="T4" fmla="*/ 0 w 256"/>
                  <a:gd name="T5" fmla="*/ 1728 h 112"/>
                  <a:gd name="T6" fmla="*/ 3694 w 256"/>
                  <a:gd name="T7" fmla="*/ 0 h 112"/>
                  <a:gd name="T8" fmla="*/ 3757 w 256"/>
                  <a:gd name="T9" fmla="*/ 922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112">
                    <a:moveTo>
                      <a:pt x="239" y="43"/>
                    </a:moveTo>
                    <a:cubicBezTo>
                      <a:pt x="164" y="54"/>
                      <a:pt x="83" y="76"/>
                      <a:pt x="0" y="112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82" y="45"/>
                      <a:pt x="160" y="12"/>
                      <a:pt x="235" y="0"/>
                    </a:cubicBezTo>
                    <a:cubicBezTo>
                      <a:pt x="235" y="0"/>
                      <a:pt x="256" y="19"/>
                      <a:pt x="239" y="43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" name="Freeform 454">
                <a:extLst>
                  <a:ext uri="{FF2B5EF4-FFF2-40B4-BE49-F238E27FC236}">
                    <a16:creationId xmlns:a16="http://schemas.microsoft.com/office/drawing/2014/main" id="{1C8247EA-2011-4084-8EEE-447EBAEAC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25"/>
                <a:ext cx="444" cy="207"/>
              </a:xfrm>
              <a:custGeom>
                <a:avLst/>
                <a:gdLst>
                  <a:gd name="T0" fmla="*/ 3757 w 256"/>
                  <a:gd name="T1" fmla="*/ 922 h 112"/>
                  <a:gd name="T2" fmla="*/ 0 w 256"/>
                  <a:gd name="T3" fmla="*/ 2419 h 112"/>
                  <a:gd name="T4" fmla="*/ 0 w 256"/>
                  <a:gd name="T5" fmla="*/ 1728 h 112"/>
                  <a:gd name="T6" fmla="*/ 3694 w 256"/>
                  <a:gd name="T7" fmla="*/ 0 h 112"/>
                  <a:gd name="T8" fmla="*/ 3757 w 256"/>
                  <a:gd name="T9" fmla="*/ 922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112">
                    <a:moveTo>
                      <a:pt x="239" y="43"/>
                    </a:moveTo>
                    <a:cubicBezTo>
                      <a:pt x="164" y="54"/>
                      <a:pt x="83" y="76"/>
                      <a:pt x="0" y="112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82" y="45"/>
                      <a:pt x="160" y="12"/>
                      <a:pt x="235" y="0"/>
                    </a:cubicBezTo>
                    <a:cubicBezTo>
                      <a:pt x="235" y="0"/>
                      <a:pt x="256" y="19"/>
                      <a:pt x="239" y="4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" name="Freeform 455">
                <a:extLst>
                  <a:ext uri="{FF2B5EF4-FFF2-40B4-BE49-F238E27FC236}">
                    <a16:creationId xmlns:a16="http://schemas.microsoft.com/office/drawing/2014/main" id="{6DB99B9F-B16D-4378-809C-F3C869D94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629"/>
                <a:ext cx="1318" cy="659"/>
              </a:xfrm>
              <a:custGeom>
                <a:avLst/>
                <a:gdLst>
                  <a:gd name="T0" fmla="*/ 11860 w 761"/>
                  <a:gd name="T1" fmla="*/ 68 h 357"/>
                  <a:gd name="T2" fmla="*/ 11860 w 761"/>
                  <a:gd name="T3" fmla="*/ 7650 h 357"/>
                  <a:gd name="T4" fmla="*/ 0 w 761"/>
                  <a:gd name="T5" fmla="*/ 7650 h 357"/>
                  <a:gd name="T6" fmla="*/ 0 w 761"/>
                  <a:gd name="T7" fmla="*/ 4761 h 357"/>
                  <a:gd name="T8" fmla="*/ 2646 w 761"/>
                  <a:gd name="T9" fmla="*/ 2856 h 357"/>
                  <a:gd name="T10" fmla="*/ 6765 w 761"/>
                  <a:gd name="T11" fmla="*/ 1322 h 357"/>
                  <a:gd name="T12" fmla="*/ 10114 w 761"/>
                  <a:gd name="T13" fmla="*/ 1115 h 357"/>
                  <a:gd name="T14" fmla="*/ 11860 w 761"/>
                  <a:gd name="T15" fmla="*/ 68 h 3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1" h="357">
                    <a:moveTo>
                      <a:pt x="761" y="3"/>
                    </a:moveTo>
                    <a:cubicBezTo>
                      <a:pt x="761" y="357"/>
                      <a:pt x="761" y="357"/>
                      <a:pt x="761" y="357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2"/>
                      <a:pt x="119" y="174"/>
                      <a:pt x="170" y="133"/>
                    </a:cubicBezTo>
                    <a:cubicBezTo>
                      <a:pt x="221" y="92"/>
                      <a:pt x="343" y="21"/>
                      <a:pt x="434" y="62"/>
                    </a:cubicBezTo>
                    <a:cubicBezTo>
                      <a:pt x="524" y="104"/>
                      <a:pt x="599" y="92"/>
                      <a:pt x="649" y="52"/>
                    </a:cubicBezTo>
                    <a:cubicBezTo>
                      <a:pt x="713" y="0"/>
                      <a:pt x="761" y="3"/>
                      <a:pt x="761" y="3"/>
                    </a:cubicBezTo>
                    <a:close/>
                  </a:path>
                </a:pathLst>
              </a:custGeom>
              <a:solidFill>
                <a:srgbClr val="F9D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" name="Freeform 456">
                <a:extLst>
                  <a:ext uri="{FF2B5EF4-FFF2-40B4-BE49-F238E27FC236}">
                    <a16:creationId xmlns:a16="http://schemas.microsoft.com/office/drawing/2014/main" id="{1D2392E5-0668-4C84-9CE3-50D37FFF4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12"/>
                <a:ext cx="469" cy="599"/>
              </a:xfrm>
              <a:custGeom>
                <a:avLst/>
                <a:gdLst>
                  <a:gd name="T0" fmla="*/ 4064 w 271"/>
                  <a:gd name="T1" fmla="*/ 1832 h 324"/>
                  <a:gd name="T2" fmla="*/ 4053 w 271"/>
                  <a:gd name="T3" fmla="*/ 1832 h 324"/>
                  <a:gd name="T4" fmla="*/ 3975 w 271"/>
                  <a:gd name="T5" fmla="*/ 1377 h 324"/>
                  <a:gd name="T6" fmla="*/ 3743 w 271"/>
                  <a:gd name="T7" fmla="*/ 1119 h 324"/>
                  <a:gd name="T8" fmla="*/ 3633 w 271"/>
                  <a:gd name="T9" fmla="*/ 714 h 324"/>
                  <a:gd name="T10" fmla="*/ 3276 w 271"/>
                  <a:gd name="T11" fmla="*/ 410 h 324"/>
                  <a:gd name="T12" fmla="*/ 2887 w 271"/>
                  <a:gd name="T13" fmla="*/ 68 h 324"/>
                  <a:gd name="T14" fmla="*/ 2483 w 271"/>
                  <a:gd name="T15" fmla="*/ 24 h 324"/>
                  <a:gd name="T16" fmla="*/ 2108 w 271"/>
                  <a:gd name="T17" fmla="*/ 150 h 324"/>
                  <a:gd name="T18" fmla="*/ 1739 w 271"/>
                  <a:gd name="T19" fmla="*/ 24 h 324"/>
                  <a:gd name="T20" fmla="*/ 1447 w 271"/>
                  <a:gd name="T21" fmla="*/ 359 h 324"/>
                  <a:gd name="T22" fmla="*/ 701 w 271"/>
                  <a:gd name="T23" fmla="*/ 483 h 324"/>
                  <a:gd name="T24" fmla="*/ 357 w 271"/>
                  <a:gd name="T25" fmla="*/ 1276 h 324"/>
                  <a:gd name="T26" fmla="*/ 107 w 271"/>
                  <a:gd name="T27" fmla="*/ 2010 h 324"/>
                  <a:gd name="T28" fmla="*/ 107 w 271"/>
                  <a:gd name="T29" fmla="*/ 2034 h 324"/>
                  <a:gd name="T30" fmla="*/ 0 w 271"/>
                  <a:gd name="T31" fmla="*/ 2187 h 324"/>
                  <a:gd name="T32" fmla="*/ 491 w 271"/>
                  <a:gd name="T33" fmla="*/ 3084 h 324"/>
                  <a:gd name="T34" fmla="*/ 850 w 271"/>
                  <a:gd name="T35" fmla="*/ 4624 h 324"/>
                  <a:gd name="T36" fmla="*/ 1525 w 271"/>
                  <a:gd name="T37" fmla="*/ 6371 h 324"/>
                  <a:gd name="T38" fmla="*/ 2575 w 271"/>
                  <a:gd name="T39" fmla="*/ 6925 h 324"/>
                  <a:gd name="T40" fmla="*/ 3804 w 271"/>
                  <a:gd name="T41" fmla="*/ 5397 h 324"/>
                  <a:gd name="T42" fmla="*/ 4079 w 271"/>
                  <a:gd name="T43" fmla="*/ 3411 h 324"/>
                  <a:gd name="T44" fmla="*/ 4064 w 271"/>
                  <a:gd name="T45" fmla="*/ 1832 h 32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71" h="324">
                    <a:moveTo>
                      <a:pt x="262" y="85"/>
                    </a:moveTo>
                    <a:cubicBezTo>
                      <a:pt x="262" y="85"/>
                      <a:pt x="262" y="85"/>
                      <a:pt x="261" y="85"/>
                    </a:cubicBezTo>
                    <a:cubicBezTo>
                      <a:pt x="260" y="79"/>
                      <a:pt x="259" y="70"/>
                      <a:pt x="256" y="64"/>
                    </a:cubicBezTo>
                    <a:cubicBezTo>
                      <a:pt x="252" y="56"/>
                      <a:pt x="245" y="57"/>
                      <a:pt x="241" y="52"/>
                    </a:cubicBezTo>
                    <a:cubicBezTo>
                      <a:pt x="237" y="48"/>
                      <a:pt x="237" y="38"/>
                      <a:pt x="234" y="33"/>
                    </a:cubicBezTo>
                    <a:cubicBezTo>
                      <a:pt x="228" y="22"/>
                      <a:pt x="220" y="23"/>
                      <a:pt x="211" y="19"/>
                    </a:cubicBezTo>
                    <a:cubicBezTo>
                      <a:pt x="202" y="15"/>
                      <a:pt x="196" y="7"/>
                      <a:pt x="186" y="3"/>
                    </a:cubicBezTo>
                    <a:cubicBezTo>
                      <a:pt x="178" y="0"/>
                      <a:pt x="169" y="1"/>
                      <a:pt x="160" y="1"/>
                    </a:cubicBezTo>
                    <a:cubicBezTo>
                      <a:pt x="151" y="2"/>
                      <a:pt x="144" y="6"/>
                      <a:pt x="136" y="7"/>
                    </a:cubicBezTo>
                    <a:cubicBezTo>
                      <a:pt x="127" y="8"/>
                      <a:pt x="121" y="1"/>
                      <a:pt x="112" y="1"/>
                    </a:cubicBezTo>
                    <a:cubicBezTo>
                      <a:pt x="101" y="1"/>
                      <a:pt x="97" y="8"/>
                      <a:pt x="93" y="17"/>
                    </a:cubicBezTo>
                    <a:cubicBezTo>
                      <a:pt x="77" y="9"/>
                      <a:pt x="59" y="12"/>
                      <a:pt x="45" y="22"/>
                    </a:cubicBezTo>
                    <a:cubicBezTo>
                      <a:pt x="33" y="31"/>
                      <a:pt x="19" y="43"/>
                      <a:pt x="23" y="59"/>
                    </a:cubicBezTo>
                    <a:cubicBezTo>
                      <a:pt x="6" y="66"/>
                      <a:pt x="25" y="82"/>
                      <a:pt x="7" y="93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2" y="97"/>
                      <a:pt x="0" y="101"/>
                      <a:pt x="0" y="101"/>
                    </a:cubicBezTo>
                    <a:cubicBezTo>
                      <a:pt x="0" y="101"/>
                      <a:pt x="26" y="130"/>
                      <a:pt x="32" y="143"/>
                    </a:cubicBezTo>
                    <a:cubicBezTo>
                      <a:pt x="37" y="157"/>
                      <a:pt x="45" y="200"/>
                      <a:pt x="55" y="214"/>
                    </a:cubicBezTo>
                    <a:cubicBezTo>
                      <a:pt x="64" y="228"/>
                      <a:pt x="85" y="281"/>
                      <a:pt x="98" y="295"/>
                    </a:cubicBezTo>
                    <a:cubicBezTo>
                      <a:pt x="111" y="310"/>
                      <a:pt x="146" y="324"/>
                      <a:pt x="166" y="321"/>
                    </a:cubicBezTo>
                    <a:cubicBezTo>
                      <a:pt x="186" y="318"/>
                      <a:pt x="240" y="270"/>
                      <a:pt x="245" y="250"/>
                    </a:cubicBezTo>
                    <a:cubicBezTo>
                      <a:pt x="250" y="230"/>
                      <a:pt x="255" y="173"/>
                      <a:pt x="263" y="158"/>
                    </a:cubicBezTo>
                    <a:cubicBezTo>
                      <a:pt x="271" y="143"/>
                      <a:pt x="265" y="86"/>
                      <a:pt x="262" y="85"/>
                    </a:cubicBezTo>
                    <a:close/>
                  </a:path>
                </a:pathLst>
              </a:custGeom>
              <a:solidFill>
                <a:srgbClr val="F6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" name="Freeform 457">
                <a:extLst>
                  <a:ext uri="{FF2B5EF4-FFF2-40B4-BE49-F238E27FC236}">
                    <a16:creationId xmlns:a16="http://schemas.microsoft.com/office/drawing/2014/main" id="{09CA4DAF-C8B6-44FC-A2BA-8CD6802AC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34"/>
                <a:ext cx="327" cy="575"/>
              </a:xfrm>
              <a:custGeom>
                <a:avLst/>
                <a:gdLst>
                  <a:gd name="T0" fmla="*/ 1021 w 189"/>
                  <a:gd name="T1" fmla="*/ 0 h 311"/>
                  <a:gd name="T2" fmla="*/ 701 w 189"/>
                  <a:gd name="T3" fmla="*/ 194 h 311"/>
                  <a:gd name="T4" fmla="*/ 356 w 189"/>
                  <a:gd name="T5" fmla="*/ 991 h 311"/>
                  <a:gd name="T6" fmla="*/ 144 w 189"/>
                  <a:gd name="T7" fmla="*/ 1579 h 311"/>
                  <a:gd name="T8" fmla="*/ 107 w 189"/>
                  <a:gd name="T9" fmla="*/ 1751 h 311"/>
                  <a:gd name="T10" fmla="*/ 0 w 189"/>
                  <a:gd name="T11" fmla="*/ 1904 h 311"/>
                  <a:gd name="T12" fmla="*/ 483 w 189"/>
                  <a:gd name="T13" fmla="*/ 2807 h 311"/>
                  <a:gd name="T14" fmla="*/ 850 w 189"/>
                  <a:gd name="T15" fmla="*/ 4349 h 311"/>
                  <a:gd name="T16" fmla="*/ 1524 w 189"/>
                  <a:gd name="T17" fmla="*/ 6085 h 311"/>
                  <a:gd name="T18" fmla="*/ 2574 w 189"/>
                  <a:gd name="T19" fmla="*/ 6649 h 311"/>
                  <a:gd name="T20" fmla="*/ 2931 w 189"/>
                  <a:gd name="T21" fmla="*/ 6390 h 311"/>
                  <a:gd name="T22" fmla="*/ 2107 w 189"/>
                  <a:gd name="T23" fmla="*/ 5373 h 311"/>
                  <a:gd name="T24" fmla="*/ 1910 w 189"/>
                  <a:gd name="T25" fmla="*/ 4280 h 311"/>
                  <a:gd name="T26" fmla="*/ 1766 w 189"/>
                  <a:gd name="T27" fmla="*/ 3520 h 311"/>
                  <a:gd name="T28" fmla="*/ 1119 w 189"/>
                  <a:gd name="T29" fmla="*/ 1904 h 311"/>
                  <a:gd name="T30" fmla="*/ 1119 w 189"/>
                  <a:gd name="T31" fmla="*/ 1904 h 311"/>
                  <a:gd name="T32" fmla="*/ 1239 w 189"/>
                  <a:gd name="T33" fmla="*/ 1623 h 311"/>
                  <a:gd name="T34" fmla="*/ 1066 w 189"/>
                  <a:gd name="T35" fmla="*/ 991 h 311"/>
                  <a:gd name="T36" fmla="*/ 1021 w 189"/>
                  <a:gd name="T37" fmla="*/ 0 h 3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9" h="311">
                    <a:moveTo>
                      <a:pt x="66" y="0"/>
                    </a:moveTo>
                    <a:cubicBezTo>
                      <a:pt x="59" y="2"/>
                      <a:pt x="51" y="5"/>
                      <a:pt x="45" y="9"/>
                    </a:cubicBezTo>
                    <a:cubicBezTo>
                      <a:pt x="33" y="18"/>
                      <a:pt x="19" y="30"/>
                      <a:pt x="23" y="46"/>
                    </a:cubicBezTo>
                    <a:cubicBezTo>
                      <a:pt x="6" y="53"/>
                      <a:pt x="23" y="65"/>
                      <a:pt x="9" y="73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2" y="84"/>
                      <a:pt x="0" y="88"/>
                      <a:pt x="0" y="88"/>
                    </a:cubicBezTo>
                    <a:cubicBezTo>
                      <a:pt x="0" y="88"/>
                      <a:pt x="26" y="117"/>
                      <a:pt x="31" y="130"/>
                    </a:cubicBezTo>
                    <a:cubicBezTo>
                      <a:pt x="37" y="144"/>
                      <a:pt x="45" y="187"/>
                      <a:pt x="55" y="201"/>
                    </a:cubicBezTo>
                    <a:cubicBezTo>
                      <a:pt x="64" y="215"/>
                      <a:pt x="85" y="268"/>
                      <a:pt x="98" y="282"/>
                    </a:cubicBezTo>
                    <a:cubicBezTo>
                      <a:pt x="111" y="297"/>
                      <a:pt x="146" y="311"/>
                      <a:pt x="166" y="308"/>
                    </a:cubicBezTo>
                    <a:cubicBezTo>
                      <a:pt x="171" y="307"/>
                      <a:pt x="179" y="303"/>
                      <a:pt x="189" y="296"/>
                    </a:cubicBezTo>
                    <a:cubicBezTo>
                      <a:pt x="124" y="308"/>
                      <a:pt x="81" y="250"/>
                      <a:pt x="136" y="249"/>
                    </a:cubicBezTo>
                    <a:cubicBezTo>
                      <a:pt x="124" y="234"/>
                      <a:pt x="114" y="216"/>
                      <a:pt x="123" y="198"/>
                    </a:cubicBezTo>
                    <a:cubicBezTo>
                      <a:pt x="113" y="184"/>
                      <a:pt x="120" y="177"/>
                      <a:pt x="114" y="163"/>
                    </a:cubicBezTo>
                    <a:cubicBezTo>
                      <a:pt x="51" y="153"/>
                      <a:pt x="72" y="88"/>
                      <a:pt x="72" y="88"/>
                    </a:cubicBezTo>
                    <a:cubicBezTo>
                      <a:pt x="72" y="88"/>
                      <a:pt x="67" y="91"/>
                      <a:pt x="72" y="88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90" y="58"/>
                      <a:pt x="52" y="53"/>
                      <a:pt x="69" y="46"/>
                    </a:cubicBezTo>
                    <a:cubicBezTo>
                      <a:pt x="69" y="46"/>
                      <a:pt x="25" y="28"/>
                      <a:pt x="66" y="0"/>
                    </a:cubicBezTo>
                  </a:path>
                </a:pathLst>
              </a:custGeom>
              <a:solidFill>
                <a:srgbClr val="F4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" name="Freeform 458">
                <a:extLst>
                  <a:ext uri="{FF2B5EF4-FFF2-40B4-BE49-F238E27FC236}">
                    <a16:creationId xmlns:a16="http://schemas.microsoft.com/office/drawing/2014/main" id="{A92AAF48-2C45-47E0-B9E0-0B3949F7BE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4" y="1738"/>
                <a:ext cx="325" cy="580"/>
              </a:xfrm>
              <a:custGeom>
                <a:avLst/>
                <a:gdLst>
                  <a:gd name="T0" fmla="*/ 992 w 188"/>
                  <a:gd name="T1" fmla="*/ 0 h 314"/>
                  <a:gd name="T2" fmla="*/ 956 w 188"/>
                  <a:gd name="T3" fmla="*/ 44 h 314"/>
                  <a:gd name="T4" fmla="*/ 1018 w 188"/>
                  <a:gd name="T5" fmla="*/ 0 h 314"/>
                  <a:gd name="T6" fmla="*/ 992 w 188"/>
                  <a:gd name="T7" fmla="*/ 0 h 314"/>
                  <a:gd name="T8" fmla="*/ 2716 w 188"/>
                  <a:gd name="T9" fmla="*/ 6367 h 314"/>
                  <a:gd name="T10" fmla="*/ 1680 w 188"/>
                  <a:gd name="T11" fmla="*/ 5831 h 314"/>
                  <a:gd name="T12" fmla="*/ 866 w 188"/>
                  <a:gd name="T13" fmla="*/ 4003 h 314"/>
                  <a:gd name="T14" fmla="*/ 589 w 188"/>
                  <a:gd name="T15" fmla="*/ 2558 h 314"/>
                  <a:gd name="T16" fmla="*/ 171 w 188"/>
                  <a:gd name="T17" fmla="*/ 1631 h 314"/>
                  <a:gd name="T18" fmla="*/ 278 w 188"/>
                  <a:gd name="T19" fmla="*/ 1481 h 314"/>
                  <a:gd name="T20" fmla="*/ 315 w 188"/>
                  <a:gd name="T21" fmla="*/ 1337 h 314"/>
                  <a:gd name="T22" fmla="*/ 526 w 188"/>
                  <a:gd name="T23" fmla="*/ 730 h 314"/>
                  <a:gd name="T24" fmla="*/ 600 w 188"/>
                  <a:gd name="T25" fmla="*/ 277 h 314"/>
                  <a:gd name="T26" fmla="*/ 356 w 188"/>
                  <a:gd name="T27" fmla="*/ 966 h 314"/>
                  <a:gd name="T28" fmla="*/ 143 w 188"/>
                  <a:gd name="T29" fmla="*/ 1570 h 314"/>
                  <a:gd name="T30" fmla="*/ 107 w 188"/>
                  <a:gd name="T31" fmla="*/ 1720 h 314"/>
                  <a:gd name="T32" fmla="*/ 0 w 188"/>
                  <a:gd name="T33" fmla="*/ 1873 h 314"/>
                  <a:gd name="T34" fmla="*/ 481 w 188"/>
                  <a:gd name="T35" fmla="*/ 2791 h 314"/>
                  <a:gd name="T36" fmla="*/ 832 w 188"/>
                  <a:gd name="T37" fmla="*/ 4317 h 314"/>
                  <a:gd name="T38" fmla="*/ 1509 w 188"/>
                  <a:gd name="T39" fmla="*/ 6062 h 314"/>
                  <a:gd name="T40" fmla="*/ 2546 w 188"/>
                  <a:gd name="T41" fmla="*/ 6598 h 314"/>
                  <a:gd name="T42" fmla="*/ 2904 w 188"/>
                  <a:gd name="T43" fmla="*/ 6367 h 314"/>
                  <a:gd name="T44" fmla="*/ 2716 w 188"/>
                  <a:gd name="T45" fmla="*/ 6367 h 3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8" h="314">
                    <a:moveTo>
                      <a:pt x="64" y="0"/>
                    </a:moveTo>
                    <a:cubicBezTo>
                      <a:pt x="63" y="1"/>
                      <a:pt x="63" y="2"/>
                      <a:pt x="62" y="2"/>
                    </a:cubicBezTo>
                    <a:cubicBezTo>
                      <a:pt x="63" y="2"/>
                      <a:pt x="65" y="1"/>
                      <a:pt x="66" y="0"/>
                    </a:cubicBezTo>
                    <a:cubicBezTo>
                      <a:pt x="65" y="0"/>
                      <a:pt x="64" y="0"/>
                      <a:pt x="64" y="0"/>
                    </a:cubicBezTo>
                    <a:close/>
                    <a:moveTo>
                      <a:pt x="176" y="296"/>
                    </a:moveTo>
                    <a:cubicBezTo>
                      <a:pt x="156" y="299"/>
                      <a:pt x="120" y="314"/>
                      <a:pt x="109" y="271"/>
                    </a:cubicBezTo>
                    <a:cubicBezTo>
                      <a:pt x="104" y="254"/>
                      <a:pt x="62" y="204"/>
                      <a:pt x="56" y="186"/>
                    </a:cubicBezTo>
                    <a:cubicBezTo>
                      <a:pt x="51" y="170"/>
                      <a:pt x="35" y="170"/>
                      <a:pt x="38" y="119"/>
                    </a:cubicBezTo>
                    <a:cubicBezTo>
                      <a:pt x="33" y="105"/>
                      <a:pt x="11" y="76"/>
                      <a:pt x="11" y="76"/>
                    </a:cubicBezTo>
                    <a:cubicBezTo>
                      <a:pt x="11" y="76"/>
                      <a:pt x="13" y="73"/>
                      <a:pt x="18" y="69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34" y="54"/>
                      <a:pt x="17" y="41"/>
                      <a:pt x="34" y="34"/>
                    </a:cubicBezTo>
                    <a:cubicBezTo>
                      <a:pt x="32" y="26"/>
                      <a:pt x="34" y="19"/>
                      <a:pt x="39" y="13"/>
                    </a:cubicBezTo>
                    <a:cubicBezTo>
                      <a:pt x="28" y="21"/>
                      <a:pt x="19" y="32"/>
                      <a:pt x="23" y="45"/>
                    </a:cubicBezTo>
                    <a:cubicBezTo>
                      <a:pt x="6" y="52"/>
                      <a:pt x="23" y="65"/>
                      <a:pt x="9" y="73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2" y="84"/>
                      <a:pt x="0" y="87"/>
                      <a:pt x="0" y="87"/>
                    </a:cubicBezTo>
                    <a:cubicBezTo>
                      <a:pt x="0" y="87"/>
                      <a:pt x="26" y="116"/>
                      <a:pt x="31" y="130"/>
                    </a:cubicBezTo>
                    <a:cubicBezTo>
                      <a:pt x="36" y="143"/>
                      <a:pt x="45" y="187"/>
                      <a:pt x="54" y="201"/>
                    </a:cubicBezTo>
                    <a:cubicBezTo>
                      <a:pt x="64" y="214"/>
                      <a:pt x="85" y="267"/>
                      <a:pt x="98" y="282"/>
                    </a:cubicBezTo>
                    <a:cubicBezTo>
                      <a:pt x="110" y="297"/>
                      <a:pt x="145" y="310"/>
                      <a:pt x="165" y="307"/>
                    </a:cubicBezTo>
                    <a:cubicBezTo>
                      <a:pt x="171" y="306"/>
                      <a:pt x="179" y="302"/>
                      <a:pt x="188" y="296"/>
                    </a:cubicBezTo>
                    <a:cubicBezTo>
                      <a:pt x="186" y="295"/>
                      <a:pt x="178" y="296"/>
                      <a:pt x="176" y="296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" name="Freeform 459">
                <a:extLst>
                  <a:ext uri="{FF2B5EF4-FFF2-40B4-BE49-F238E27FC236}">
                    <a16:creationId xmlns:a16="http://schemas.microsoft.com/office/drawing/2014/main" id="{536ABE55-DD57-4EA7-8CB7-DF03A63CF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14"/>
                <a:ext cx="468" cy="281"/>
              </a:xfrm>
              <a:custGeom>
                <a:avLst/>
                <a:gdLst>
                  <a:gd name="T0" fmla="*/ 361 w 270"/>
                  <a:gd name="T1" fmla="*/ 2420 h 152"/>
                  <a:gd name="T2" fmla="*/ 704 w 270"/>
                  <a:gd name="T3" fmla="*/ 1651 h 152"/>
                  <a:gd name="T4" fmla="*/ 1454 w 270"/>
                  <a:gd name="T5" fmla="*/ 1503 h 152"/>
                  <a:gd name="T6" fmla="*/ 1749 w 270"/>
                  <a:gd name="T7" fmla="*/ 1168 h 152"/>
                  <a:gd name="T8" fmla="*/ 2130 w 270"/>
                  <a:gd name="T9" fmla="*/ 1320 h 152"/>
                  <a:gd name="T10" fmla="*/ 2499 w 270"/>
                  <a:gd name="T11" fmla="*/ 1168 h 152"/>
                  <a:gd name="T12" fmla="*/ 2905 w 270"/>
                  <a:gd name="T13" fmla="*/ 1213 h 152"/>
                  <a:gd name="T14" fmla="*/ 3302 w 270"/>
                  <a:gd name="T15" fmla="*/ 1555 h 152"/>
                  <a:gd name="T16" fmla="*/ 3666 w 270"/>
                  <a:gd name="T17" fmla="*/ 1860 h 152"/>
                  <a:gd name="T18" fmla="*/ 3756 w 270"/>
                  <a:gd name="T19" fmla="*/ 2270 h 152"/>
                  <a:gd name="T20" fmla="*/ 4011 w 270"/>
                  <a:gd name="T21" fmla="*/ 2522 h 152"/>
                  <a:gd name="T22" fmla="*/ 4077 w 270"/>
                  <a:gd name="T23" fmla="*/ 2976 h 152"/>
                  <a:gd name="T24" fmla="*/ 4098 w 270"/>
                  <a:gd name="T25" fmla="*/ 3000 h 152"/>
                  <a:gd name="T26" fmla="*/ 4146 w 270"/>
                  <a:gd name="T27" fmla="*/ 3278 h 152"/>
                  <a:gd name="T28" fmla="*/ 4098 w 270"/>
                  <a:gd name="T29" fmla="*/ 1832 h 152"/>
                  <a:gd name="T30" fmla="*/ 4077 w 270"/>
                  <a:gd name="T31" fmla="*/ 1815 h 152"/>
                  <a:gd name="T32" fmla="*/ 4011 w 270"/>
                  <a:gd name="T33" fmla="*/ 1353 h 152"/>
                  <a:gd name="T34" fmla="*/ 3756 w 270"/>
                  <a:gd name="T35" fmla="*/ 1100 h 152"/>
                  <a:gd name="T36" fmla="*/ 3666 w 270"/>
                  <a:gd name="T37" fmla="*/ 690 h 152"/>
                  <a:gd name="T38" fmla="*/ 3302 w 270"/>
                  <a:gd name="T39" fmla="*/ 386 h 152"/>
                  <a:gd name="T40" fmla="*/ 2905 w 270"/>
                  <a:gd name="T41" fmla="*/ 44 h 152"/>
                  <a:gd name="T42" fmla="*/ 2499 w 270"/>
                  <a:gd name="T43" fmla="*/ 0 h 152"/>
                  <a:gd name="T44" fmla="*/ 2130 w 270"/>
                  <a:gd name="T45" fmla="*/ 150 h 152"/>
                  <a:gd name="T46" fmla="*/ 1749 w 270"/>
                  <a:gd name="T47" fmla="*/ 0 h 152"/>
                  <a:gd name="T48" fmla="*/ 1454 w 270"/>
                  <a:gd name="T49" fmla="*/ 349 h 152"/>
                  <a:gd name="T50" fmla="*/ 704 w 270"/>
                  <a:gd name="T51" fmla="*/ 483 h 152"/>
                  <a:gd name="T52" fmla="*/ 361 w 270"/>
                  <a:gd name="T53" fmla="*/ 1252 h 152"/>
                  <a:gd name="T54" fmla="*/ 147 w 270"/>
                  <a:gd name="T55" fmla="*/ 1860 h 152"/>
                  <a:gd name="T56" fmla="*/ 107 w 270"/>
                  <a:gd name="T57" fmla="*/ 2010 h 152"/>
                  <a:gd name="T58" fmla="*/ 0 w 270"/>
                  <a:gd name="T59" fmla="*/ 2159 h 152"/>
                  <a:gd name="T60" fmla="*/ 255 w 270"/>
                  <a:gd name="T61" fmla="*/ 2570 h 152"/>
                  <a:gd name="T62" fmla="*/ 361 w 270"/>
                  <a:gd name="T63" fmla="*/ 2420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0" h="152">
                    <a:moveTo>
                      <a:pt x="23" y="112"/>
                    </a:moveTo>
                    <a:cubicBezTo>
                      <a:pt x="19" y="96"/>
                      <a:pt x="33" y="84"/>
                      <a:pt x="45" y="76"/>
                    </a:cubicBezTo>
                    <a:cubicBezTo>
                      <a:pt x="59" y="66"/>
                      <a:pt x="77" y="63"/>
                      <a:pt x="93" y="70"/>
                    </a:cubicBezTo>
                    <a:cubicBezTo>
                      <a:pt x="97" y="62"/>
                      <a:pt x="101" y="54"/>
                      <a:pt x="112" y="54"/>
                    </a:cubicBezTo>
                    <a:cubicBezTo>
                      <a:pt x="121" y="55"/>
                      <a:pt x="127" y="61"/>
                      <a:pt x="136" y="61"/>
                    </a:cubicBezTo>
                    <a:cubicBezTo>
                      <a:pt x="144" y="60"/>
                      <a:pt x="151" y="55"/>
                      <a:pt x="160" y="54"/>
                    </a:cubicBezTo>
                    <a:cubicBezTo>
                      <a:pt x="169" y="54"/>
                      <a:pt x="178" y="54"/>
                      <a:pt x="186" y="56"/>
                    </a:cubicBezTo>
                    <a:cubicBezTo>
                      <a:pt x="196" y="60"/>
                      <a:pt x="202" y="69"/>
                      <a:pt x="211" y="72"/>
                    </a:cubicBezTo>
                    <a:cubicBezTo>
                      <a:pt x="220" y="76"/>
                      <a:pt x="228" y="76"/>
                      <a:pt x="234" y="86"/>
                    </a:cubicBezTo>
                    <a:cubicBezTo>
                      <a:pt x="237" y="92"/>
                      <a:pt x="237" y="101"/>
                      <a:pt x="240" y="105"/>
                    </a:cubicBezTo>
                    <a:cubicBezTo>
                      <a:pt x="245" y="111"/>
                      <a:pt x="252" y="109"/>
                      <a:pt x="256" y="117"/>
                    </a:cubicBezTo>
                    <a:cubicBezTo>
                      <a:pt x="259" y="123"/>
                      <a:pt x="260" y="132"/>
                      <a:pt x="261" y="138"/>
                    </a:cubicBezTo>
                    <a:cubicBezTo>
                      <a:pt x="261" y="139"/>
                      <a:pt x="262" y="139"/>
                      <a:pt x="262" y="139"/>
                    </a:cubicBezTo>
                    <a:cubicBezTo>
                      <a:pt x="263" y="139"/>
                      <a:pt x="264" y="144"/>
                      <a:pt x="265" y="152"/>
                    </a:cubicBezTo>
                    <a:cubicBezTo>
                      <a:pt x="270" y="132"/>
                      <a:pt x="264" y="85"/>
                      <a:pt x="262" y="85"/>
                    </a:cubicBezTo>
                    <a:cubicBezTo>
                      <a:pt x="262" y="85"/>
                      <a:pt x="261" y="85"/>
                      <a:pt x="261" y="84"/>
                    </a:cubicBezTo>
                    <a:cubicBezTo>
                      <a:pt x="260" y="78"/>
                      <a:pt x="259" y="69"/>
                      <a:pt x="256" y="63"/>
                    </a:cubicBezTo>
                    <a:cubicBezTo>
                      <a:pt x="252" y="55"/>
                      <a:pt x="245" y="57"/>
                      <a:pt x="240" y="51"/>
                    </a:cubicBezTo>
                    <a:cubicBezTo>
                      <a:pt x="237" y="47"/>
                      <a:pt x="237" y="38"/>
                      <a:pt x="234" y="32"/>
                    </a:cubicBezTo>
                    <a:cubicBezTo>
                      <a:pt x="228" y="22"/>
                      <a:pt x="220" y="22"/>
                      <a:pt x="211" y="18"/>
                    </a:cubicBezTo>
                    <a:cubicBezTo>
                      <a:pt x="202" y="15"/>
                      <a:pt x="196" y="6"/>
                      <a:pt x="186" y="2"/>
                    </a:cubicBezTo>
                    <a:cubicBezTo>
                      <a:pt x="178" y="0"/>
                      <a:pt x="169" y="0"/>
                      <a:pt x="160" y="0"/>
                    </a:cubicBezTo>
                    <a:cubicBezTo>
                      <a:pt x="151" y="1"/>
                      <a:pt x="144" y="6"/>
                      <a:pt x="136" y="7"/>
                    </a:cubicBezTo>
                    <a:cubicBezTo>
                      <a:pt x="127" y="7"/>
                      <a:pt x="121" y="1"/>
                      <a:pt x="112" y="0"/>
                    </a:cubicBezTo>
                    <a:cubicBezTo>
                      <a:pt x="101" y="0"/>
                      <a:pt x="97" y="8"/>
                      <a:pt x="93" y="16"/>
                    </a:cubicBezTo>
                    <a:cubicBezTo>
                      <a:pt x="77" y="9"/>
                      <a:pt x="59" y="12"/>
                      <a:pt x="45" y="22"/>
                    </a:cubicBezTo>
                    <a:cubicBezTo>
                      <a:pt x="33" y="30"/>
                      <a:pt x="19" y="42"/>
                      <a:pt x="23" y="58"/>
                    </a:cubicBezTo>
                    <a:cubicBezTo>
                      <a:pt x="6" y="65"/>
                      <a:pt x="23" y="77"/>
                      <a:pt x="9" y="86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2" y="97"/>
                      <a:pt x="0" y="100"/>
                      <a:pt x="0" y="100"/>
                    </a:cubicBezTo>
                    <a:cubicBezTo>
                      <a:pt x="0" y="100"/>
                      <a:pt x="8" y="109"/>
                      <a:pt x="16" y="119"/>
                    </a:cubicBezTo>
                    <a:cubicBezTo>
                      <a:pt x="17" y="116"/>
                      <a:pt x="19" y="114"/>
                      <a:pt x="23" y="112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" name="Freeform 460">
                <a:extLst>
                  <a:ext uri="{FF2B5EF4-FFF2-40B4-BE49-F238E27FC236}">
                    <a16:creationId xmlns:a16="http://schemas.microsoft.com/office/drawing/2014/main" id="{BEE8B10E-4E3E-4FB0-A883-DF82EEC99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14"/>
                <a:ext cx="464" cy="251"/>
              </a:xfrm>
              <a:custGeom>
                <a:avLst/>
                <a:gdLst>
                  <a:gd name="T0" fmla="*/ 144 w 268"/>
                  <a:gd name="T1" fmla="*/ 2156 h 136"/>
                  <a:gd name="T2" fmla="*/ 384 w 268"/>
                  <a:gd name="T3" fmla="*/ 1264 h 136"/>
                  <a:gd name="T4" fmla="*/ 824 w 268"/>
                  <a:gd name="T5" fmla="*/ 604 h 136"/>
                  <a:gd name="T6" fmla="*/ 1556 w 268"/>
                  <a:gd name="T7" fmla="*/ 491 h 136"/>
                  <a:gd name="T8" fmla="*/ 1823 w 268"/>
                  <a:gd name="T9" fmla="*/ 149 h 136"/>
                  <a:gd name="T10" fmla="*/ 2114 w 268"/>
                  <a:gd name="T11" fmla="*/ 476 h 136"/>
                  <a:gd name="T12" fmla="*/ 2491 w 268"/>
                  <a:gd name="T13" fmla="*/ 347 h 136"/>
                  <a:gd name="T14" fmla="*/ 2923 w 268"/>
                  <a:gd name="T15" fmla="*/ 258 h 136"/>
                  <a:gd name="T16" fmla="*/ 3217 w 268"/>
                  <a:gd name="T17" fmla="*/ 535 h 136"/>
                  <a:gd name="T18" fmla="*/ 3676 w 268"/>
                  <a:gd name="T19" fmla="*/ 960 h 136"/>
                  <a:gd name="T20" fmla="*/ 3738 w 268"/>
                  <a:gd name="T21" fmla="*/ 1441 h 136"/>
                  <a:gd name="T22" fmla="*/ 3980 w 268"/>
                  <a:gd name="T23" fmla="*/ 1689 h 136"/>
                  <a:gd name="T24" fmla="*/ 4065 w 268"/>
                  <a:gd name="T25" fmla="*/ 2143 h 136"/>
                  <a:gd name="T26" fmla="*/ 4079 w 268"/>
                  <a:gd name="T27" fmla="*/ 2143 h 136"/>
                  <a:gd name="T28" fmla="*/ 4152 w 268"/>
                  <a:gd name="T29" fmla="*/ 2912 h 136"/>
                  <a:gd name="T30" fmla="*/ 4079 w 268"/>
                  <a:gd name="T31" fmla="*/ 1822 h 136"/>
                  <a:gd name="T32" fmla="*/ 4065 w 268"/>
                  <a:gd name="T33" fmla="*/ 1798 h 136"/>
                  <a:gd name="T34" fmla="*/ 3980 w 268"/>
                  <a:gd name="T35" fmla="*/ 1345 h 136"/>
                  <a:gd name="T36" fmla="*/ 3738 w 268"/>
                  <a:gd name="T37" fmla="*/ 1087 h 136"/>
                  <a:gd name="T38" fmla="*/ 3639 w 268"/>
                  <a:gd name="T39" fmla="*/ 685 h 136"/>
                  <a:gd name="T40" fmla="*/ 3279 w 268"/>
                  <a:gd name="T41" fmla="*/ 386 h 136"/>
                  <a:gd name="T42" fmla="*/ 2890 w 268"/>
                  <a:gd name="T43" fmla="*/ 44 h 136"/>
                  <a:gd name="T44" fmla="*/ 2491 w 268"/>
                  <a:gd name="T45" fmla="*/ 0 h 136"/>
                  <a:gd name="T46" fmla="*/ 2114 w 268"/>
                  <a:gd name="T47" fmla="*/ 149 h 136"/>
                  <a:gd name="T48" fmla="*/ 1745 w 268"/>
                  <a:gd name="T49" fmla="*/ 0 h 136"/>
                  <a:gd name="T50" fmla="*/ 1447 w 268"/>
                  <a:gd name="T51" fmla="*/ 347 h 136"/>
                  <a:gd name="T52" fmla="*/ 701 w 268"/>
                  <a:gd name="T53" fmla="*/ 476 h 136"/>
                  <a:gd name="T54" fmla="*/ 357 w 268"/>
                  <a:gd name="T55" fmla="*/ 1240 h 136"/>
                  <a:gd name="T56" fmla="*/ 144 w 268"/>
                  <a:gd name="T57" fmla="*/ 1842 h 136"/>
                  <a:gd name="T58" fmla="*/ 107 w 268"/>
                  <a:gd name="T59" fmla="*/ 1993 h 136"/>
                  <a:gd name="T60" fmla="*/ 0 w 268"/>
                  <a:gd name="T61" fmla="*/ 2143 h 136"/>
                  <a:gd name="T62" fmla="*/ 107 w 268"/>
                  <a:gd name="T63" fmla="*/ 2305 h 136"/>
                  <a:gd name="T64" fmla="*/ 144 w 268"/>
                  <a:gd name="T65" fmla="*/ 2156 h 1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68" h="136">
                    <a:moveTo>
                      <a:pt x="9" y="101"/>
                    </a:moveTo>
                    <a:cubicBezTo>
                      <a:pt x="33" y="88"/>
                      <a:pt x="8" y="66"/>
                      <a:pt x="25" y="59"/>
                    </a:cubicBezTo>
                    <a:cubicBezTo>
                      <a:pt x="21" y="43"/>
                      <a:pt x="48" y="31"/>
                      <a:pt x="53" y="28"/>
                    </a:cubicBezTo>
                    <a:cubicBezTo>
                      <a:pt x="68" y="20"/>
                      <a:pt x="84" y="16"/>
                      <a:pt x="100" y="23"/>
                    </a:cubicBezTo>
                    <a:cubicBezTo>
                      <a:pt x="104" y="15"/>
                      <a:pt x="106" y="7"/>
                      <a:pt x="117" y="7"/>
                    </a:cubicBezTo>
                    <a:cubicBezTo>
                      <a:pt x="127" y="7"/>
                      <a:pt x="127" y="23"/>
                      <a:pt x="136" y="22"/>
                    </a:cubicBezTo>
                    <a:cubicBezTo>
                      <a:pt x="144" y="21"/>
                      <a:pt x="151" y="16"/>
                      <a:pt x="160" y="16"/>
                    </a:cubicBezTo>
                    <a:cubicBezTo>
                      <a:pt x="169" y="15"/>
                      <a:pt x="180" y="9"/>
                      <a:pt x="188" y="12"/>
                    </a:cubicBezTo>
                    <a:cubicBezTo>
                      <a:pt x="198" y="16"/>
                      <a:pt x="199" y="22"/>
                      <a:pt x="207" y="25"/>
                    </a:cubicBezTo>
                    <a:cubicBezTo>
                      <a:pt x="217" y="29"/>
                      <a:pt x="230" y="35"/>
                      <a:pt x="236" y="45"/>
                    </a:cubicBezTo>
                    <a:cubicBezTo>
                      <a:pt x="239" y="51"/>
                      <a:pt x="237" y="62"/>
                      <a:pt x="240" y="67"/>
                    </a:cubicBezTo>
                    <a:cubicBezTo>
                      <a:pt x="245" y="72"/>
                      <a:pt x="252" y="71"/>
                      <a:pt x="256" y="79"/>
                    </a:cubicBezTo>
                    <a:cubicBezTo>
                      <a:pt x="259" y="85"/>
                      <a:pt x="260" y="93"/>
                      <a:pt x="261" y="100"/>
                    </a:cubicBezTo>
                    <a:cubicBezTo>
                      <a:pt x="261" y="100"/>
                      <a:pt x="262" y="100"/>
                      <a:pt x="262" y="100"/>
                    </a:cubicBezTo>
                    <a:cubicBezTo>
                      <a:pt x="264" y="100"/>
                      <a:pt x="266" y="118"/>
                      <a:pt x="267" y="136"/>
                    </a:cubicBezTo>
                    <a:cubicBezTo>
                      <a:pt x="268" y="114"/>
                      <a:pt x="264" y="85"/>
                      <a:pt x="262" y="85"/>
                    </a:cubicBezTo>
                    <a:cubicBezTo>
                      <a:pt x="262" y="85"/>
                      <a:pt x="261" y="85"/>
                      <a:pt x="261" y="84"/>
                    </a:cubicBezTo>
                    <a:cubicBezTo>
                      <a:pt x="260" y="78"/>
                      <a:pt x="259" y="69"/>
                      <a:pt x="256" y="63"/>
                    </a:cubicBezTo>
                    <a:cubicBezTo>
                      <a:pt x="252" y="55"/>
                      <a:pt x="245" y="57"/>
                      <a:pt x="240" y="51"/>
                    </a:cubicBezTo>
                    <a:cubicBezTo>
                      <a:pt x="237" y="47"/>
                      <a:pt x="237" y="38"/>
                      <a:pt x="234" y="32"/>
                    </a:cubicBezTo>
                    <a:cubicBezTo>
                      <a:pt x="228" y="22"/>
                      <a:pt x="220" y="22"/>
                      <a:pt x="211" y="18"/>
                    </a:cubicBezTo>
                    <a:cubicBezTo>
                      <a:pt x="202" y="15"/>
                      <a:pt x="196" y="6"/>
                      <a:pt x="186" y="2"/>
                    </a:cubicBezTo>
                    <a:cubicBezTo>
                      <a:pt x="178" y="0"/>
                      <a:pt x="169" y="0"/>
                      <a:pt x="160" y="0"/>
                    </a:cubicBezTo>
                    <a:cubicBezTo>
                      <a:pt x="151" y="1"/>
                      <a:pt x="144" y="6"/>
                      <a:pt x="136" y="7"/>
                    </a:cubicBezTo>
                    <a:cubicBezTo>
                      <a:pt x="127" y="7"/>
                      <a:pt x="121" y="1"/>
                      <a:pt x="112" y="0"/>
                    </a:cubicBezTo>
                    <a:cubicBezTo>
                      <a:pt x="101" y="0"/>
                      <a:pt x="97" y="8"/>
                      <a:pt x="93" y="16"/>
                    </a:cubicBezTo>
                    <a:cubicBezTo>
                      <a:pt x="77" y="9"/>
                      <a:pt x="59" y="12"/>
                      <a:pt x="45" y="22"/>
                    </a:cubicBezTo>
                    <a:cubicBezTo>
                      <a:pt x="33" y="30"/>
                      <a:pt x="19" y="42"/>
                      <a:pt x="23" y="58"/>
                    </a:cubicBezTo>
                    <a:cubicBezTo>
                      <a:pt x="6" y="65"/>
                      <a:pt x="23" y="77"/>
                      <a:pt x="9" y="86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2" y="97"/>
                      <a:pt x="0" y="100"/>
                      <a:pt x="0" y="100"/>
                    </a:cubicBezTo>
                    <a:cubicBezTo>
                      <a:pt x="0" y="100"/>
                      <a:pt x="3" y="103"/>
                      <a:pt x="7" y="108"/>
                    </a:cubicBezTo>
                    <a:lnTo>
                      <a:pt x="9" y="101"/>
                    </a:lnTo>
                    <a:close/>
                  </a:path>
                </a:pathLst>
              </a:custGeom>
              <a:solidFill>
                <a:srgbClr val="CA7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" name="Freeform 461">
                <a:extLst>
                  <a:ext uri="{FF2B5EF4-FFF2-40B4-BE49-F238E27FC236}">
                    <a16:creationId xmlns:a16="http://schemas.microsoft.com/office/drawing/2014/main" id="{361FCF2A-2467-4FA6-A3D5-A8A209D5F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300"/>
                <a:ext cx="1324" cy="739"/>
              </a:xfrm>
              <a:custGeom>
                <a:avLst/>
                <a:gdLst>
                  <a:gd name="T0" fmla="*/ 11939 w 764"/>
                  <a:gd name="T1" fmla="*/ 0 h 400"/>
                  <a:gd name="T2" fmla="*/ 11939 w 764"/>
                  <a:gd name="T3" fmla="*/ 3891 h 400"/>
                  <a:gd name="T4" fmla="*/ 11923 w 764"/>
                  <a:gd name="T5" fmla="*/ 3891 h 400"/>
                  <a:gd name="T6" fmla="*/ 10174 w 764"/>
                  <a:gd name="T7" fmla="*/ 4949 h 400"/>
                  <a:gd name="T8" fmla="*/ 6802 w 764"/>
                  <a:gd name="T9" fmla="*/ 5158 h 400"/>
                  <a:gd name="T10" fmla="*/ 2671 w 764"/>
                  <a:gd name="T11" fmla="*/ 6697 h 400"/>
                  <a:gd name="T12" fmla="*/ 0 w 764"/>
                  <a:gd name="T13" fmla="*/ 8608 h 400"/>
                  <a:gd name="T14" fmla="*/ 16 w 764"/>
                  <a:gd name="T15" fmla="*/ 8587 h 400"/>
                  <a:gd name="T16" fmla="*/ 16 w 764"/>
                  <a:gd name="T17" fmla="*/ 2409 h 400"/>
                  <a:gd name="T18" fmla="*/ 11939 w 764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4" h="400">
                    <a:moveTo>
                      <a:pt x="764" y="0"/>
                    </a:moveTo>
                    <a:cubicBezTo>
                      <a:pt x="764" y="181"/>
                      <a:pt x="764" y="181"/>
                      <a:pt x="764" y="181"/>
                    </a:cubicBezTo>
                    <a:cubicBezTo>
                      <a:pt x="763" y="181"/>
                      <a:pt x="763" y="181"/>
                      <a:pt x="763" y="181"/>
                    </a:cubicBezTo>
                    <a:cubicBezTo>
                      <a:pt x="763" y="181"/>
                      <a:pt x="715" y="178"/>
                      <a:pt x="651" y="230"/>
                    </a:cubicBezTo>
                    <a:cubicBezTo>
                      <a:pt x="601" y="270"/>
                      <a:pt x="526" y="282"/>
                      <a:pt x="435" y="240"/>
                    </a:cubicBezTo>
                    <a:cubicBezTo>
                      <a:pt x="344" y="199"/>
                      <a:pt x="222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4" y="0"/>
                    </a:cubicBezTo>
                    <a:close/>
                  </a:path>
                </a:pathLst>
              </a:custGeom>
              <a:solidFill>
                <a:srgbClr val="EB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" name="Freeform 462">
                <a:extLst>
                  <a:ext uri="{FF2B5EF4-FFF2-40B4-BE49-F238E27FC236}">
                    <a16:creationId xmlns:a16="http://schemas.microsoft.com/office/drawing/2014/main" id="{FD34BF80-0ABF-4EC4-B14E-512226893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701"/>
                <a:ext cx="35" cy="42"/>
              </a:xfrm>
              <a:custGeom>
                <a:avLst/>
                <a:gdLst>
                  <a:gd name="T0" fmla="*/ 249 w 20"/>
                  <a:gd name="T1" fmla="*/ 80 h 23"/>
                  <a:gd name="T2" fmla="*/ 37 w 20"/>
                  <a:gd name="T3" fmla="*/ 243 h 23"/>
                  <a:gd name="T4" fmla="*/ 236 w 20"/>
                  <a:gd name="T5" fmla="*/ 420 h 23"/>
                  <a:gd name="T6" fmla="*/ 249 w 20"/>
                  <a:gd name="T7" fmla="*/ 8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5" y="4"/>
                    </a:moveTo>
                    <a:cubicBezTo>
                      <a:pt x="9" y="0"/>
                      <a:pt x="0" y="7"/>
                      <a:pt x="2" y="12"/>
                    </a:cubicBezTo>
                    <a:cubicBezTo>
                      <a:pt x="4" y="18"/>
                      <a:pt x="11" y="23"/>
                      <a:pt x="14" y="21"/>
                    </a:cubicBezTo>
                    <a:cubicBezTo>
                      <a:pt x="17" y="18"/>
                      <a:pt x="20" y="8"/>
                      <a:pt x="15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" name="Freeform 463">
                <a:extLst>
                  <a:ext uri="{FF2B5EF4-FFF2-40B4-BE49-F238E27FC236}">
                    <a16:creationId xmlns:a16="http://schemas.microsoft.com/office/drawing/2014/main" id="{51D72BA4-F651-48F6-8ABB-209B18B0D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736"/>
                <a:ext cx="38" cy="46"/>
              </a:xfrm>
              <a:custGeom>
                <a:avLst/>
                <a:gdLst>
                  <a:gd name="T0" fmla="*/ 169 w 22"/>
                  <a:gd name="T1" fmla="*/ 44 h 25"/>
                  <a:gd name="T2" fmla="*/ 16 w 22"/>
                  <a:gd name="T3" fmla="*/ 250 h 25"/>
                  <a:gd name="T4" fmla="*/ 143 w 22"/>
                  <a:gd name="T5" fmla="*/ 460 h 25"/>
                  <a:gd name="T6" fmla="*/ 320 w 22"/>
                  <a:gd name="T7" fmla="*/ 230 h 25"/>
                  <a:gd name="T8" fmla="*/ 169 w 22"/>
                  <a:gd name="T9" fmla="*/ 4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1" y="2"/>
                    </a:move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16" y="19"/>
                      <a:pt x="22" y="16"/>
                      <a:pt x="21" y="11"/>
                    </a:cubicBezTo>
                    <a:cubicBezTo>
                      <a:pt x="21" y="7"/>
                      <a:pt x="22" y="0"/>
                      <a:pt x="11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" name="Freeform 464">
                <a:extLst>
                  <a:ext uri="{FF2B5EF4-FFF2-40B4-BE49-F238E27FC236}">
                    <a16:creationId xmlns:a16="http://schemas.microsoft.com/office/drawing/2014/main" id="{034A970B-80D2-42A8-B5E2-BA473D89F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714"/>
                <a:ext cx="1324" cy="820"/>
              </a:xfrm>
              <a:custGeom>
                <a:avLst/>
                <a:gdLst>
                  <a:gd name="T0" fmla="*/ 11939 w 764"/>
                  <a:gd name="T1" fmla="*/ 6804 h 444"/>
                  <a:gd name="T2" fmla="*/ 11923 w 764"/>
                  <a:gd name="T3" fmla="*/ 3352 h 444"/>
                  <a:gd name="T4" fmla="*/ 11788 w 764"/>
                  <a:gd name="T5" fmla="*/ 3420 h 444"/>
                  <a:gd name="T6" fmla="*/ 11332 w 764"/>
                  <a:gd name="T7" fmla="*/ 2992 h 444"/>
                  <a:gd name="T8" fmla="*/ 10914 w 764"/>
                  <a:gd name="T9" fmla="*/ 3021 h 444"/>
                  <a:gd name="T10" fmla="*/ 10743 w 764"/>
                  <a:gd name="T11" fmla="*/ 2691 h 444"/>
                  <a:gd name="T12" fmla="*/ 10509 w 764"/>
                  <a:gd name="T13" fmla="*/ 2816 h 444"/>
                  <a:gd name="T14" fmla="*/ 10174 w 764"/>
                  <a:gd name="T15" fmla="*/ 2469 h 444"/>
                  <a:gd name="T16" fmla="*/ 9748 w 764"/>
                  <a:gd name="T17" fmla="*/ 2514 h 444"/>
                  <a:gd name="T18" fmla="*/ 9280 w 764"/>
                  <a:gd name="T19" fmla="*/ 2172 h 444"/>
                  <a:gd name="T20" fmla="*/ 8235 w 764"/>
                  <a:gd name="T21" fmla="*/ 2128 h 444"/>
                  <a:gd name="T22" fmla="*/ 7740 w 764"/>
                  <a:gd name="T23" fmla="*/ 1828 h 444"/>
                  <a:gd name="T24" fmla="*/ 7719 w 764"/>
                  <a:gd name="T25" fmla="*/ 1801 h 444"/>
                  <a:gd name="T26" fmla="*/ 7641 w 764"/>
                  <a:gd name="T27" fmla="*/ 1348 h 444"/>
                  <a:gd name="T28" fmla="*/ 7396 w 764"/>
                  <a:gd name="T29" fmla="*/ 1095 h 444"/>
                  <a:gd name="T30" fmla="*/ 7298 w 764"/>
                  <a:gd name="T31" fmla="*/ 685 h 444"/>
                  <a:gd name="T32" fmla="*/ 6937 w 764"/>
                  <a:gd name="T33" fmla="*/ 386 h 444"/>
                  <a:gd name="T34" fmla="*/ 6547 w 764"/>
                  <a:gd name="T35" fmla="*/ 44 h 444"/>
                  <a:gd name="T36" fmla="*/ 6142 w 764"/>
                  <a:gd name="T37" fmla="*/ 0 h 444"/>
                  <a:gd name="T38" fmla="*/ 5760 w 764"/>
                  <a:gd name="T39" fmla="*/ 150 h 444"/>
                  <a:gd name="T40" fmla="*/ 5391 w 764"/>
                  <a:gd name="T41" fmla="*/ 0 h 444"/>
                  <a:gd name="T42" fmla="*/ 5097 w 764"/>
                  <a:gd name="T43" fmla="*/ 347 h 444"/>
                  <a:gd name="T44" fmla="*/ 4346 w 764"/>
                  <a:gd name="T45" fmla="*/ 478 h 444"/>
                  <a:gd name="T46" fmla="*/ 4003 w 764"/>
                  <a:gd name="T47" fmla="*/ 1248 h 444"/>
                  <a:gd name="T48" fmla="*/ 3778 w 764"/>
                  <a:gd name="T49" fmla="*/ 1852 h 444"/>
                  <a:gd name="T50" fmla="*/ 3750 w 764"/>
                  <a:gd name="T51" fmla="*/ 2002 h 444"/>
                  <a:gd name="T52" fmla="*/ 3643 w 764"/>
                  <a:gd name="T53" fmla="*/ 2155 h 444"/>
                  <a:gd name="T54" fmla="*/ 3246 w 764"/>
                  <a:gd name="T55" fmla="*/ 2002 h 444"/>
                  <a:gd name="T56" fmla="*/ 2520 w 764"/>
                  <a:gd name="T57" fmla="*/ 2336 h 444"/>
                  <a:gd name="T58" fmla="*/ 1749 w 764"/>
                  <a:gd name="T59" fmla="*/ 2558 h 444"/>
                  <a:gd name="T60" fmla="*/ 964 w 764"/>
                  <a:gd name="T61" fmla="*/ 2840 h 444"/>
                  <a:gd name="T62" fmla="*/ 421 w 764"/>
                  <a:gd name="T63" fmla="*/ 3326 h 444"/>
                  <a:gd name="T64" fmla="*/ 0 w 764"/>
                  <a:gd name="T65" fmla="*/ 3352 h 444"/>
                  <a:gd name="T66" fmla="*/ 16 w 764"/>
                  <a:gd name="T67" fmla="*/ 9216 h 444"/>
                  <a:gd name="T68" fmla="*/ 964 w 764"/>
                  <a:gd name="T69" fmla="*/ 9151 h 444"/>
                  <a:gd name="T70" fmla="*/ 1490 w 764"/>
                  <a:gd name="T71" fmla="*/ 9410 h 444"/>
                  <a:gd name="T72" fmla="*/ 1983 w 764"/>
                  <a:gd name="T73" fmla="*/ 9110 h 444"/>
                  <a:gd name="T74" fmla="*/ 2955 w 764"/>
                  <a:gd name="T75" fmla="*/ 9469 h 444"/>
                  <a:gd name="T76" fmla="*/ 4268 w 764"/>
                  <a:gd name="T77" fmla="*/ 8985 h 444"/>
                  <a:gd name="T78" fmla="*/ 5313 w 764"/>
                  <a:gd name="T79" fmla="*/ 9365 h 444"/>
                  <a:gd name="T80" fmla="*/ 6178 w 764"/>
                  <a:gd name="T81" fmla="*/ 8776 h 444"/>
                  <a:gd name="T82" fmla="*/ 7001 w 764"/>
                  <a:gd name="T83" fmla="*/ 9083 h 444"/>
                  <a:gd name="T84" fmla="*/ 7568 w 764"/>
                  <a:gd name="T85" fmla="*/ 8531 h 444"/>
                  <a:gd name="T86" fmla="*/ 8001 w 764"/>
                  <a:gd name="T87" fmla="*/ 8697 h 444"/>
                  <a:gd name="T88" fmla="*/ 8256 w 764"/>
                  <a:gd name="T89" fmla="*/ 8316 h 444"/>
                  <a:gd name="T90" fmla="*/ 8698 w 764"/>
                  <a:gd name="T91" fmla="*/ 8398 h 444"/>
                  <a:gd name="T92" fmla="*/ 9034 w 764"/>
                  <a:gd name="T93" fmla="*/ 7967 h 444"/>
                  <a:gd name="T94" fmla="*/ 10322 w 764"/>
                  <a:gd name="T95" fmla="*/ 7842 h 444"/>
                  <a:gd name="T96" fmla="*/ 11263 w 764"/>
                  <a:gd name="T97" fmla="*/ 7005 h 444"/>
                  <a:gd name="T98" fmla="*/ 11939 w 764"/>
                  <a:gd name="T99" fmla="*/ 6804 h 4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64" h="444">
                    <a:moveTo>
                      <a:pt x="764" y="317"/>
                    </a:moveTo>
                    <a:cubicBezTo>
                      <a:pt x="763" y="156"/>
                      <a:pt x="763" y="156"/>
                      <a:pt x="763" y="156"/>
                    </a:cubicBezTo>
                    <a:cubicBezTo>
                      <a:pt x="756" y="154"/>
                      <a:pt x="754" y="159"/>
                      <a:pt x="754" y="159"/>
                    </a:cubicBezTo>
                    <a:cubicBezTo>
                      <a:pt x="753" y="154"/>
                      <a:pt x="743" y="147"/>
                      <a:pt x="725" y="139"/>
                    </a:cubicBezTo>
                    <a:cubicBezTo>
                      <a:pt x="707" y="130"/>
                      <a:pt x="698" y="141"/>
                      <a:pt x="698" y="141"/>
                    </a:cubicBezTo>
                    <a:cubicBezTo>
                      <a:pt x="698" y="141"/>
                      <a:pt x="696" y="129"/>
                      <a:pt x="687" y="125"/>
                    </a:cubicBezTo>
                    <a:cubicBezTo>
                      <a:pt x="678" y="122"/>
                      <a:pt x="672" y="131"/>
                      <a:pt x="672" y="131"/>
                    </a:cubicBezTo>
                    <a:cubicBezTo>
                      <a:pt x="672" y="131"/>
                      <a:pt x="672" y="123"/>
                      <a:pt x="651" y="115"/>
                    </a:cubicBezTo>
                    <a:cubicBezTo>
                      <a:pt x="630" y="108"/>
                      <a:pt x="624" y="117"/>
                      <a:pt x="624" y="117"/>
                    </a:cubicBezTo>
                    <a:cubicBezTo>
                      <a:pt x="624" y="117"/>
                      <a:pt x="625" y="111"/>
                      <a:pt x="594" y="101"/>
                    </a:cubicBezTo>
                    <a:cubicBezTo>
                      <a:pt x="562" y="91"/>
                      <a:pt x="546" y="104"/>
                      <a:pt x="527" y="99"/>
                    </a:cubicBezTo>
                    <a:cubicBezTo>
                      <a:pt x="508" y="93"/>
                      <a:pt x="520" y="89"/>
                      <a:pt x="495" y="85"/>
                    </a:cubicBezTo>
                    <a:cubicBezTo>
                      <a:pt x="495" y="85"/>
                      <a:pt x="494" y="85"/>
                      <a:pt x="494" y="84"/>
                    </a:cubicBezTo>
                    <a:cubicBezTo>
                      <a:pt x="493" y="78"/>
                      <a:pt x="492" y="69"/>
                      <a:pt x="489" y="63"/>
                    </a:cubicBezTo>
                    <a:cubicBezTo>
                      <a:pt x="485" y="55"/>
                      <a:pt x="478" y="57"/>
                      <a:pt x="473" y="51"/>
                    </a:cubicBezTo>
                    <a:cubicBezTo>
                      <a:pt x="470" y="47"/>
                      <a:pt x="470" y="38"/>
                      <a:pt x="467" y="32"/>
                    </a:cubicBezTo>
                    <a:cubicBezTo>
                      <a:pt x="461" y="22"/>
                      <a:pt x="453" y="22"/>
                      <a:pt x="444" y="18"/>
                    </a:cubicBezTo>
                    <a:cubicBezTo>
                      <a:pt x="435" y="15"/>
                      <a:pt x="429" y="6"/>
                      <a:pt x="419" y="2"/>
                    </a:cubicBezTo>
                    <a:cubicBezTo>
                      <a:pt x="411" y="0"/>
                      <a:pt x="402" y="0"/>
                      <a:pt x="393" y="0"/>
                    </a:cubicBezTo>
                    <a:cubicBezTo>
                      <a:pt x="384" y="1"/>
                      <a:pt x="377" y="6"/>
                      <a:pt x="369" y="7"/>
                    </a:cubicBezTo>
                    <a:cubicBezTo>
                      <a:pt x="360" y="7"/>
                      <a:pt x="354" y="1"/>
                      <a:pt x="345" y="0"/>
                    </a:cubicBezTo>
                    <a:cubicBezTo>
                      <a:pt x="334" y="0"/>
                      <a:pt x="330" y="8"/>
                      <a:pt x="326" y="16"/>
                    </a:cubicBezTo>
                    <a:cubicBezTo>
                      <a:pt x="310" y="9"/>
                      <a:pt x="292" y="12"/>
                      <a:pt x="278" y="22"/>
                    </a:cubicBezTo>
                    <a:cubicBezTo>
                      <a:pt x="266" y="30"/>
                      <a:pt x="252" y="42"/>
                      <a:pt x="256" y="58"/>
                    </a:cubicBezTo>
                    <a:cubicBezTo>
                      <a:pt x="239" y="65"/>
                      <a:pt x="256" y="78"/>
                      <a:pt x="242" y="86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35" y="97"/>
                      <a:pt x="233" y="100"/>
                      <a:pt x="233" y="100"/>
                    </a:cubicBezTo>
                    <a:cubicBezTo>
                      <a:pt x="233" y="100"/>
                      <a:pt x="226" y="90"/>
                      <a:pt x="208" y="93"/>
                    </a:cubicBezTo>
                    <a:cubicBezTo>
                      <a:pt x="191" y="95"/>
                      <a:pt x="177" y="113"/>
                      <a:pt x="161" y="109"/>
                    </a:cubicBezTo>
                    <a:cubicBezTo>
                      <a:pt x="145" y="105"/>
                      <a:pt x="126" y="113"/>
                      <a:pt x="112" y="119"/>
                    </a:cubicBezTo>
                    <a:cubicBezTo>
                      <a:pt x="98" y="124"/>
                      <a:pt x="96" y="122"/>
                      <a:pt x="62" y="132"/>
                    </a:cubicBezTo>
                    <a:cubicBezTo>
                      <a:pt x="28" y="143"/>
                      <a:pt x="27" y="155"/>
                      <a:pt x="27" y="155"/>
                    </a:cubicBezTo>
                    <a:cubicBezTo>
                      <a:pt x="23" y="145"/>
                      <a:pt x="0" y="156"/>
                      <a:pt x="0" y="156"/>
                    </a:cubicBezTo>
                    <a:cubicBezTo>
                      <a:pt x="1" y="429"/>
                      <a:pt x="1" y="429"/>
                      <a:pt x="1" y="429"/>
                    </a:cubicBezTo>
                    <a:cubicBezTo>
                      <a:pt x="1" y="429"/>
                      <a:pt x="52" y="438"/>
                      <a:pt x="62" y="426"/>
                    </a:cubicBezTo>
                    <a:cubicBezTo>
                      <a:pt x="62" y="426"/>
                      <a:pt x="65" y="438"/>
                      <a:pt x="95" y="438"/>
                    </a:cubicBezTo>
                    <a:cubicBezTo>
                      <a:pt x="125" y="439"/>
                      <a:pt x="127" y="424"/>
                      <a:pt x="127" y="424"/>
                    </a:cubicBezTo>
                    <a:cubicBezTo>
                      <a:pt x="127" y="424"/>
                      <a:pt x="132" y="444"/>
                      <a:pt x="189" y="441"/>
                    </a:cubicBezTo>
                    <a:cubicBezTo>
                      <a:pt x="247" y="439"/>
                      <a:pt x="256" y="418"/>
                      <a:pt x="273" y="418"/>
                    </a:cubicBezTo>
                    <a:cubicBezTo>
                      <a:pt x="273" y="418"/>
                      <a:pt x="275" y="443"/>
                      <a:pt x="340" y="436"/>
                    </a:cubicBezTo>
                    <a:cubicBezTo>
                      <a:pt x="402" y="430"/>
                      <a:pt x="395" y="409"/>
                      <a:pt x="395" y="408"/>
                    </a:cubicBezTo>
                    <a:cubicBezTo>
                      <a:pt x="395" y="409"/>
                      <a:pt x="405" y="431"/>
                      <a:pt x="448" y="423"/>
                    </a:cubicBezTo>
                    <a:cubicBezTo>
                      <a:pt x="492" y="414"/>
                      <a:pt x="484" y="397"/>
                      <a:pt x="484" y="397"/>
                    </a:cubicBezTo>
                    <a:cubicBezTo>
                      <a:pt x="484" y="397"/>
                      <a:pt x="492" y="411"/>
                      <a:pt x="512" y="405"/>
                    </a:cubicBezTo>
                    <a:cubicBezTo>
                      <a:pt x="533" y="400"/>
                      <a:pt x="528" y="387"/>
                      <a:pt x="528" y="387"/>
                    </a:cubicBezTo>
                    <a:cubicBezTo>
                      <a:pt x="528" y="387"/>
                      <a:pt x="538" y="399"/>
                      <a:pt x="556" y="391"/>
                    </a:cubicBezTo>
                    <a:cubicBezTo>
                      <a:pt x="574" y="383"/>
                      <a:pt x="578" y="371"/>
                      <a:pt x="578" y="371"/>
                    </a:cubicBezTo>
                    <a:cubicBezTo>
                      <a:pt x="578" y="371"/>
                      <a:pt x="586" y="393"/>
                      <a:pt x="660" y="365"/>
                    </a:cubicBezTo>
                    <a:cubicBezTo>
                      <a:pt x="734" y="338"/>
                      <a:pt x="721" y="326"/>
                      <a:pt x="721" y="326"/>
                    </a:cubicBezTo>
                    <a:cubicBezTo>
                      <a:pt x="721" y="326"/>
                      <a:pt x="737" y="338"/>
                      <a:pt x="764" y="31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" name="Freeform 465">
                <a:extLst>
                  <a:ext uri="{FF2B5EF4-FFF2-40B4-BE49-F238E27FC236}">
                    <a16:creationId xmlns:a16="http://schemas.microsoft.com/office/drawing/2014/main" id="{2C13E604-2066-4E69-BCC6-EFB42CBA2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778"/>
                <a:ext cx="67" cy="58"/>
              </a:xfrm>
              <a:custGeom>
                <a:avLst/>
                <a:gdLst>
                  <a:gd name="T0" fmla="*/ 316 w 39"/>
                  <a:gd name="T1" fmla="*/ 24 h 31"/>
                  <a:gd name="T2" fmla="*/ 86 w 39"/>
                  <a:gd name="T3" fmla="*/ 210 h 31"/>
                  <a:gd name="T4" fmla="*/ 107 w 39"/>
                  <a:gd name="T5" fmla="*/ 623 h 31"/>
                  <a:gd name="T6" fmla="*/ 375 w 39"/>
                  <a:gd name="T7" fmla="*/ 294 h 31"/>
                  <a:gd name="T8" fmla="*/ 567 w 39"/>
                  <a:gd name="T9" fmla="*/ 112 h 31"/>
                  <a:gd name="T10" fmla="*/ 316 w 39"/>
                  <a:gd name="T11" fmla="*/ 2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1">
                    <a:moveTo>
                      <a:pt x="21" y="1"/>
                    </a:move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15" y="22"/>
                      <a:pt x="19" y="15"/>
                      <a:pt x="25" y="13"/>
                    </a:cubicBezTo>
                    <a:cubicBezTo>
                      <a:pt x="31" y="11"/>
                      <a:pt x="39" y="9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" name="Freeform 466">
                <a:extLst>
                  <a:ext uri="{FF2B5EF4-FFF2-40B4-BE49-F238E27FC236}">
                    <a16:creationId xmlns:a16="http://schemas.microsoft.com/office/drawing/2014/main" id="{8DE6CD6E-1271-4074-9BB7-041AD6FA1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817"/>
                <a:ext cx="145" cy="70"/>
              </a:xfrm>
              <a:custGeom>
                <a:avLst/>
                <a:gdLst>
                  <a:gd name="T0" fmla="*/ 632 w 84"/>
                  <a:gd name="T1" fmla="*/ 105 h 38"/>
                  <a:gd name="T2" fmla="*/ 48 w 84"/>
                  <a:gd name="T3" fmla="*/ 632 h 38"/>
                  <a:gd name="T4" fmla="*/ 658 w 84"/>
                  <a:gd name="T5" fmla="*/ 656 h 38"/>
                  <a:gd name="T6" fmla="*/ 1224 w 84"/>
                  <a:gd name="T7" fmla="*/ 177 h 38"/>
                  <a:gd name="T8" fmla="*/ 632 w 84"/>
                  <a:gd name="T9" fmla="*/ 10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8">
                    <a:moveTo>
                      <a:pt x="41" y="5"/>
                    </a:moveTo>
                    <a:cubicBezTo>
                      <a:pt x="28" y="8"/>
                      <a:pt x="0" y="22"/>
                      <a:pt x="3" y="30"/>
                    </a:cubicBezTo>
                    <a:cubicBezTo>
                      <a:pt x="7" y="38"/>
                      <a:pt x="25" y="38"/>
                      <a:pt x="43" y="31"/>
                    </a:cubicBezTo>
                    <a:cubicBezTo>
                      <a:pt x="62" y="24"/>
                      <a:pt x="84" y="16"/>
                      <a:pt x="80" y="8"/>
                    </a:cubicBezTo>
                    <a:cubicBezTo>
                      <a:pt x="76" y="0"/>
                      <a:pt x="56" y="1"/>
                      <a:pt x="41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" name="Freeform 467">
                <a:extLst>
                  <a:ext uri="{FF2B5EF4-FFF2-40B4-BE49-F238E27FC236}">
                    <a16:creationId xmlns:a16="http://schemas.microsoft.com/office/drawing/2014/main" id="{2FFDBD5C-4822-49F1-ADA3-99B21E366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817"/>
                <a:ext cx="83" cy="113"/>
              </a:xfrm>
              <a:custGeom>
                <a:avLst/>
                <a:gdLst>
                  <a:gd name="T0" fmla="*/ 680 w 48"/>
                  <a:gd name="T1" fmla="*/ 128 h 61"/>
                  <a:gd name="T2" fmla="*/ 185 w 48"/>
                  <a:gd name="T3" fmla="*/ 363 h 61"/>
                  <a:gd name="T4" fmla="*/ 16 w 48"/>
                  <a:gd name="T5" fmla="*/ 717 h 61"/>
                  <a:gd name="T6" fmla="*/ 197 w 48"/>
                  <a:gd name="T7" fmla="*/ 1245 h 61"/>
                  <a:gd name="T8" fmla="*/ 590 w 48"/>
                  <a:gd name="T9" fmla="*/ 761 h 61"/>
                  <a:gd name="T10" fmla="*/ 680 w 48"/>
                  <a:gd name="T11" fmla="*/ 128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1">
                    <a:moveTo>
                      <a:pt x="44" y="6"/>
                    </a:move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2" y="61"/>
                      <a:pt x="13" y="57"/>
                    </a:cubicBezTo>
                    <a:cubicBezTo>
                      <a:pt x="25" y="53"/>
                      <a:pt x="38" y="47"/>
                      <a:pt x="38" y="35"/>
                    </a:cubicBezTo>
                    <a:cubicBezTo>
                      <a:pt x="39" y="23"/>
                      <a:pt x="48" y="12"/>
                      <a:pt x="44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" name="Freeform 468">
                <a:extLst>
                  <a:ext uri="{FF2B5EF4-FFF2-40B4-BE49-F238E27FC236}">
                    <a16:creationId xmlns:a16="http://schemas.microsoft.com/office/drawing/2014/main" id="{BC90B7E1-093D-4FDF-B7E8-4D0F8895D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797"/>
                <a:ext cx="64" cy="57"/>
              </a:xfrm>
              <a:custGeom>
                <a:avLst/>
                <a:gdLst>
                  <a:gd name="T0" fmla="*/ 296 w 37"/>
                  <a:gd name="T1" fmla="*/ 24 h 31"/>
                  <a:gd name="T2" fmla="*/ 48 w 37"/>
                  <a:gd name="T3" fmla="*/ 206 h 31"/>
                  <a:gd name="T4" fmla="*/ 249 w 37"/>
                  <a:gd name="T5" fmla="*/ 629 h 31"/>
                  <a:gd name="T6" fmla="*/ 512 w 37"/>
                  <a:gd name="T7" fmla="*/ 327 h 31"/>
                  <a:gd name="T8" fmla="*/ 296 w 37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19" y="1"/>
                    </a:moveTo>
                    <a:cubicBezTo>
                      <a:pt x="9" y="2"/>
                      <a:pt x="7" y="0"/>
                      <a:pt x="3" y="10"/>
                    </a:cubicBezTo>
                    <a:cubicBezTo>
                      <a:pt x="0" y="19"/>
                      <a:pt x="1" y="29"/>
                      <a:pt x="16" y="30"/>
                    </a:cubicBezTo>
                    <a:cubicBezTo>
                      <a:pt x="30" y="31"/>
                      <a:pt x="37" y="26"/>
                      <a:pt x="33" y="16"/>
                    </a:cubicBezTo>
                    <a:cubicBezTo>
                      <a:pt x="28" y="7"/>
                      <a:pt x="29" y="0"/>
                      <a:pt x="19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" name="Freeform 469">
                <a:extLst>
                  <a:ext uri="{FF2B5EF4-FFF2-40B4-BE49-F238E27FC236}">
                    <a16:creationId xmlns:a16="http://schemas.microsoft.com/office/drawing/2014/main" id="{8639B1E7-511F-4092-BBBB-ED465F6C2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762"/>
                <a:ext cx="29" cy="46"/>
              </a:xfrm>
              <a:custGeom>
                <a:avLst/>
                <a:gdLst>
                  <a:gd name="T0" fmla="*/ 143 w 17"/>
                  <a:gd name="T1" fmla="*/ 68 h 25"/>
                  <a:gd name="T2" fmla="*/ 15 w 17"/>
                  <a:gd name="T3" fmla="*/ 230 h 25"/>
                  <a:gd name="T4" fmla="*/ 189 w 17"/>
                  <a:gd name="T5" fmla="*/ 423 h 25"/>
                  <a:gd name="T6" fmla="*/ 143 w 17"/>
                  <a:gd name="T7" fmla="*/ 6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10" y="3"/>
                    </a:moveTo>
                    <a:cubicBezTo>
                      <a:pt x="4" y="0"/>
                      <a:pt x="2" y="5"/>
                      <a:pt x="1" y="11"/>
                    </a:cubicBezTo>
                    <a:cubicBezTo>
                      <a:pt x="0" y="18"/>
                      <a:pt x="10" y="25"/>
                      <a:pt x="13" y="20"/>
                    </a:cubicBezTo>
                    <a:cubicBezTo>
                      <a:pt x="15" y="15"/>
                      <a:pt x="17" y="8"/>
                      <a:pt x="10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" name="Freeform 470">
                <a:extLst>
                  <a:ext uri="{FF2B5EF4-FFF2-40B4-BE49-F238E27FC236}">
                    <a16:creationId xmlns:a16="http://schemas.microsoft.com/office/drawing/2014/main" id="{F943FBDB-BFA2-4437-B3FD-3D318DBC0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848"/>
                <a:ext cx="50" cy="93"/>
              </a:xfrm>
              <a:custGeom>
                <a:avLst/>
                <a:gdLst>
                  <a:gd name="T0" fmla="*/ 398 w 29"/>
                  <a:gd name="T1" fmla="*/ 69 h 50"/>
                  <a:gd name="T2" fmla="*/ 148 w 29"/>
                  <a:gd name="T3" fmla="*/ 309 h 50"/>
                  <a:gd name="T4" fmla="*/ 122 w 29"/>
                  <a:gd name="T5" fmla="*/ 986 h 50"/>
                  <a:gd name="T6" fmla="*/ 398 w 29"/>
                  <a:gd name="T7" fmla="*/ 805 h 50"/>
                  <a:gd name="T8" fmla="*/ 426 w 29"/>
                  <a:gd name="T9" fmla="*/ 262 h 50"/>
                  <a:gd name="T10" fmla="*/ 398 w 29"/>
                  <a:gd name="T11" fmla="*/ 69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0">
                    <a:moveTo>
                      <a:pt x="26" y="3"/>
                    </a:move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5" y="50"/>
                      <a:pt x="24" y="44"/>
                      <a:pt x="26" y="36"/>
                    </a:cubicBezTo>
                    <a:cubicBezTo>
                      <a:pt x="28" y="29"/>
                      <a:pt x="29" y="18"/>
                      <a:pt x="28" y="12"/>
                    </a:cubicBezTo>
                    <a:cubicBezTo>
                      <a:pt x="27" y="5"/>
                      <a:pt x="28" y="4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" name="Freeform 471">
                <a:extLst>
                  <a:ext uri="{FF2B5EF4-FFF2-40B4-BE49-F238E27FC236}">
                    <a16:creationId xmlns:a16="http://schemas.microsoft.com/office/drawing/2014/main" id="{EBBDC6C7-3478-401F-9116-878BC28AE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96"/>
                <a:ext cx="140" cy="117"/>
              </a:xfrm>
              <a:custGeom>
                <a:avLst/>
                <a:gdLst>
                  <a:gd name="T0" fmla="*/ 1161 w 81"/>
                  <a:gd name="T1" fmla="*/ 225 h 63"/>
                  <a:gd name="T2" fmla="*/ 598 w 81"/>
                  <a:gd name="T3" fmla="*/ 238 h 63"/>
                  <a:gd name="T4" fmla="*/ 83 w 81"/>
                  <a:gd name="T5" fmla="*/ 877 h 63"/>
                  <a:gd name="T6" fmla="*/ 467 w 81"/>
                  <a:gd name="T7" fmla="*/ 1166 h 63"/>
                  <a:gd name="T8" fmla="*/ 1161 w 81"/>
                  <a:gd name="T9" fmla="*/ 22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3">
                    <a:moveTo>
                      <a:pt x="75" y="10"/>
                    </a:move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10" y="51"/>
                      <a:pt x="14" y="63"/>
                      <a:pt x="30" y="53"/>
                    </a:cubicBezTo>
                    <a:cubicBezTo>
                      <a:pt x="47" y="42"/>
                      <a:pt x="81" y="26"/>
                      <a:pt x="75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" name="Freeform 472">
                <a:extLst>
                  <a:ext uri="{FF2B5EF4-FFF2-40B4-BE49-F238E27FC236}">
                    <a16:creationId xmlns:a16="http://schemas.microsoft.com/office/drawing/2014/main" id="{BC0824F2-EFA2-4CEF-8817-8DA42DD60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957"/>
                <a:ext cx="144" cy="157"/>
              </a:xfrm>
              <a:custGeom>
                <a:avLst/>
                <a:gdLst>
                  <a:gd name="T0" fmla="*/ 1131 w 83"/>
                  <a:gd name="T1" fmla="*/ 150 h 85"/>
                  <a:gd name="T2" fmla="*/ 725 w 83"/>
                  <a:gd name="T3" fmla="*/ 177 h 85"/>
                  <a:gd name="T4" fmla="*/ 0 w 83"/>
                  <a:gd name="T5" fmla="*/ 990 h 85"/>
                  <a:gd name="T6" fmla="*/ 324 w 83"/>
                  <a:gd name="T7" fmla="*/ 1620 h 85"/>
                  <a:gd name="T8" fmla="*/ 1131 w 83"/>
                  <a:gd name="T9" fmla="*/ 1398 h 85"/>
                  <a:gd name="T10" fmla="*/ 1131 w 83"/>
                  <a:gd name="T11" fmla="*/ 15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5">
                    <a:moveTo>
                      <a:pt x="72" y="7"/>
                    </a:move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9"/>
                      <a:pt x="5" y="71"/>
                      <a:pt x="21" y="75"/>
                    </a:cubicBezTo>
                    <a:cubicBezTo>
                      <a:pt x="38" y="79"/>
                      <a:pt x="68" y="85"/>
                      <a:pt x="72" y="65"/>
                    </a:cubicBezTo>
                    <a:cubicBezTo>
                      <a:pt x="75" y="44"/>
                      <a:pt x="83" y="16"/>
                      <a:pt x="72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" name="Freeform 473">
                <a:extLst>
                  <a:ext uri="{FF2B5EF4-FFF2-40B4-BE49-F238E27FC236}">
                    <a16:creationId xmlns:a16="http://schemas.microsoft.com/office/drawing/2014/main" id="{CC8C0BFE-048A-4FB0-8713-58FC9886E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961"/>
                <a:ext cx="104" cy="87"/>
              </a:xfrm>
              <a:custGeom>
                <a:avLst/>
                <a:gdLst>
                  <a:gd name="T0" fmla="*/ 595 w 60"/>
                  <a:gd name="T1" fmla="*/ 196 h 47"/>
                  <a:gd name="T2" fmla="*/ 185 w 60"/>
                  <a:gd name="T3" fmla="*/ 222 h 47"/>
                  <a:gd name="T4" fmla="*/ 262 w 60"/>
                  <a:gd name="T5" fmla="*/ 953 h 47"/>
                  <a:gd name="T6" fmla="*/ 938 w 60"/>
                  <a:gd name="T7" fmla="*/ 716 h 47"/>
                  <a:gd name="T8" fmla="*/ 595 w 60"/>
                  <a:gd name="T9" fmla="*/ 19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38" y="9"/>
                    </a:move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5"/>
                      <a:pt x="17" y="44"/>
                    </a:cubicBezTo>
                    <a:cubicBezTo>
                      <a:pt x="34" y="43"/>
                      <a:pt x="60" y="47"/>
                      <a:pt x="60" y="33"/>
                    </a:cubicBezTo>
                    <a:cubicBezTo>
                      <a:pt x="60" y="20"/>
                      <a:pt x="46" y="10"/>
                      <a:pt x="3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" name="Freeform 474">
                <a:extLst>
                  <a:ext uri="{FF2B5EF4-FFF2-40B4-BE49-F238E27FC236}">
                    <a16:creationId xmlns:a16="http://schemas.microsoft.com/office/drawing/2014/main" id="{C0C61A85-DCB5-47D4-85E3-6EDAE2200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874"/>
                <a:ext cx="73" cy="89"/>
              </a:xfrm>
              <a:custGeom>
                <a:avLst/>
                <a:gdLst>
                  <a:gd name="T0" fmla="*/ 111 w 42"/>
                  <a:gd name="T1" fmla="*/ 358 h 48"/>
                  <a:gd name="T2" fmla="*/ 605 w 42"/>
                  <a:gd name="T3" fmla="*/ 178 h 48"/>
                  <a:gd name="T4" fmla="*/ 410 w 42"/>
                  <a:gd name="T5" fmla="*/ 970 h 48"/>
                  <a:gd name="T6" fmla="*/ 111 w 42"/>
                  <a:gd name="T7" fmla="*/ 35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7" y="16"/>
                    </a:moveTo>
                    <a:cubicBezTo>
                      <a:pt x="9" y="11"/>
                      <a:pt x="34" y="0"/>
                      <a:pt x="38" y="8"/>
                    </a:cubicBezTo>
                    <a:cubicBezTo>
                      <a:pt x="42" y="16"/>
                      <a:pt x="36" y="48"/>
                      <a:pt x="26" y="44"/>
                    </a:cubicBezTo>
                    <a:cubicBezTo>
                      <a:pt x="16" y="40"/>
                      <a:pt x="0" y="38"/>
                      <a:pt x="7" y="1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" name="Freeform 475">
                <a:extLst>
                  <a:ext uri="{FF2B5EF4-FFF2-40B4-BE49-F238E27FC236}">
                    <a16:creationId xmlns:a16="http://schemas.microsoft.com/office/drawing/2014/main" id="{80714304-0B04-498A-86CF-18C44931E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826"/>
                <a:ext cx="76" cy="59"/>
              </a:xfrm>
              <a:custGeom>
                <a:avLst/>
                <a:gdLst>
                  <a:gd name="T0" fmla="*/ 537 w 44"/>
                  <a:gd name="T1" fmla="*/ 177 h 32"/>
                  <a:gd name="T2" fmla="*/ 28 w 44"/>
                  <a:gd name="T3" fmla="*/ 177 h 32"/>
                  <a:gd name="T4" fmla="*/ 311 w 44"/>
                  <a:gd name="T5" fmla="*/ 533 h 32"/>
                  <a:gd name="T6" fmla="*/ 651 w 44"/>
                  <a:gd name="T7" fmla="*/ 507 h 32"/>
                  <a:gd name="T8" fmla="*/ 537 w 44"/>
                  <a:gd name="T9" fmla="*/ 17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2">
                    <a:moveTo>
                      <a:pt x="35" y="8"/>
                    </a:moveTo>
                    <a:cubicBezTo>
                      <a:pt x="24" y="4"/>
                      <a:pt x="5" y="0"/>
                      <a:pt x="2" y="8"/>
                    </a:cubicBezTo>
                    <a:cubicBezTo>
                      <a:pt x="0" y="16"/>
                      <a:pt x="12" y="21"/>
                      <a:pt x="20" y="25"/>
                    </a:cubicBezTo>
                    <a:cubicBezTo>
                      <a:pt x="28" y="29"/>
                      <a:pt x="41" y="32"/>
                      <a:pt x="42" y="24"/>
                    </a:cubicBezTo>
                    <a:cubicBezTo>
                      <a:pt x="44" y="16"/>
                      <a:pt x="43" y="10"/>
                      <a:pt x="3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" name="Freeform 476">
                <a:extLst>
                  <a:ext uri="{FF2B5EF4-FFF2-40B4-BE49-F238E27FC236}">
                    <a16:creationId xmlns:a16="http://schemas.microsoft.com/office/drawing/2014/main" id="{30994041-CC1A-49EA-942A-7A053B915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896"/>
                <a:ext cx="91" cy="45"/>
              </a:xfrm>
              <a:custGeom>
                <a:avLst/>
                <a:gdLst>
                  <a:gd name="T0" fmla="*/ 15 w 53"/>
                  <a:gd name="T1" fmla="*/ 296 h 24"/>
                  <a:gd name="T2" fmla="*/ 354 w 53"/>
                  <a:gd name="T3" fmla="*/ 28 h 24"/>
                  <a:gd name="T4" fmla="*/ 714 w 53"/>
                  <a:gd name="T5" fmla="*/ 296 h 24"/>
                  <a:gd name="T6" fmla="*/ 436 w 53"/>
                  <a:gd name="T7" fmla="*/ 534 h 24"/>
                  <a:gd name="T8" fmla="*/ 15 w 53"/>
                  <a:gd name="T9" fmla="*/ 29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4">
                    <a:moveTo>
                      <a:pt x="1" y="13"/>
                    </a:moveTo>
                    <a:cubicBezTo>
                      <a:pt x="1" y="2"/>
                      <a:pt x="13" y="0"/>
                      <a:pt x="24" y="1"/>
                    </a:cubicBezTo>
                    <a:cubicBezTo>
                      <a:pt x="35" y="3"/>
                      <a:pt x="43" y="7"/>
                      <a:pt x="48" y="13"/>
                    </a:cubicBezTo>
                    <a:cubicBezTo>
                      <a:pt x="53" y="18"/>
                      <a:pt x="38" y="24"/>
                      <a:pt x="29" y="23"/>
                    </a:cubicBezTo>
                    <a:cubicBezTo>
                      <a:pt x="20" y="22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" name="Freeform 477">
                <a:extLst>
                  <a:ext uri="{FF2B5EF4-FFF2-40B4-BE49-F238E27FC236}">
                    <a16:creationId xmlns:a16="http://schemas.microsoft.com/office/drawing/2014/main" id="{C636B11F-A74C-497E-BF85-5CC22E5D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85"/>
                <a:ext cx="58" cy="61"/>
              </a:xfrm>
              <a:custGeom>
                <a:avLst/>
                <a:gdLst>
                  <a:gd name="T0" fmla="*/ 288 w 34"/>
                  <a:gd name="T1" fmla="*/ 44 h 33"/>
                  <a:gd name="T2" fmla="*/ 99 w 34"/>
                  <a:gd name="T3" fmla="*/ 150 h 33"/>
                  <a:gd name="T4" fmla="*/ 160 w 34"/>
                  <a:gd name="T5" fmla="*/ 645 h 33"/>
                  <a:gd name="T6" fmla="*/ 449 w 34"/>
                  <a:gd name="T7" fmla="*/ 305 h 33"/>
                  <a:gd name="T8" fmla="*/ 288 w 34"/>
                  <a:gd name="T9" fmla="*/ 4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20" y="2"/>
                    </a:moveTo>
                    <a:cubicBezTo>
                      <a:pt x="13" y="0"/>
                      <a:pt x="13" y="0"/>
                      <a:pt x="7" y="7"/>
                    </a:cubicBezTo>
                    <a:cubicBezTo>
                      <a:pt x="0" y="14"/>
                      <a:pt x="2" y="33"/>
                      <a:pt x="11" y="30"/>
                    </a:cubicBezTo>
                    <a:cubicBezTo>
                      <a:pt x="19" y="27"/>
                      <a:pt x="28" y="18"/>
                      <a:pt x="31" y="14"/>
                    </a:cubicBezTo>
                    <a:cubicBezTo>
                      <a:pt x="34" y="10"/>
                      <a:pt x="29" y="5"/>
                      <a:pt x="2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6" name="Freeform 478">
                <a:extLst>
                  <a:ext uri="{FF2B5EF4-FFF2-40B4-BE49-F238E27FC236}">
                    <a16:creationId xmlns:a16="http://schemas.microsoft.com/office/drawing/2014/main" id="{28C145B3-A2C8-475E-853C-93EBDEBD6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843"/>
                <a:ext cx="62" cy="65"/>
              </a:xfrm>
              <a:custGeom>
                <a:avLst/>
                <a:gdLst>
                  <a:gd name="T0" fmla="*/ 332 w 36"/>
                  <a:gd name="T1" fmla="*/ 110 h 35"/>
                  <a:gd name="T2" fmla="*/ 0 w 36"/>
                  <a:gd name="T3" fmla="*/ 156 h 35"/>
                  <a:gd name="T4" fmla="*/ 255 w 36"/>
                  <a:gd name="T5" fmla="*/ 620 h 35"/>
                  <a:gd name="T6" fmla="*/ 525 w 36"/>
                  <a:gd name="T7" fmla="*/ 596 h 35"/>
                  <a:gd name="T8" fmla="*/ 332 w 36"/>
                  <a:gd name="T9" fmla="*/ 11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22" y="5"/>
                    </a:move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26" y="33"/>
                      <a:pt x="36" y="35"/>
                      <a:pt x="35" y="27"/>
                    </a:cubicBezTo>
                    <a:cubicBezTo>
                      <a:pt x="35" y="18"/>
                      <a:pt x="27" y="6"/>
                      <a:pt x="2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7" name="Freeform 479">
                <a:extLst>
                  <a:ext uri="{FF2B5EF4-FFF2-40B4-BE49-F238E27FC236}">
                    <a16:creationId xmlns:a16="http://schemas.microsoft.com/office/drawing/2014/main" id="{C6DDE124-90B8-49E4-970D-3E447A615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945"/>
                <a:ext cx="124" cy="96"/>
              </a:xfrm>
              <a:custGeom>
                <a:avLst/>
                <a:gdLst>
                  <a:gd name="T0" fmla="*/ 353 w 72"/>
                  <a:gd name="T1" fmla="*/ 24 h 52"/>
                  <a:gd name="T2" fmla="*/ 16 w 72"/>
                  <a:gd name="T3" fmla="*/ 277 h 52"/>
                  <a:gd name="T4" fmla="*/ 460 w 72"/>
                  <a:gd name="T5" fmla="*/ 919 h 52"/>
                  <a:gd name="T6" fmla="*/ 1073 w 72"/>
                  <a:gd name="T7" fmla="*/ 535 h 52"/>
                  <a:gd name="T8" fmla="*/ 742 w 72"/>
                  <a:gd name="T9" fmla="*/ 194 h 52"/>
                  <a:gd name="T10" fmla="*/ 353 w 72"/>
                  <a:gd name="T11" fmla="*/ 24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2">
                    <a:moveTo>
                      <a:pt x="23" y="1"/>
                    </a:moveTo>
                    <a:cubicBezTo>
                      <a:pt x="13" y="2"/>
                      <a:pt x="1" y="7"/>
                      <a:pt x="1" y="13"/>
                    </a:cubicBezTo>
                    <a:cubicBezTo>
                      <a:pt x="0" y="20"/>
                      <a:pt x="11" y="52"/>
                      <a:pt x="30" y="43"/>
                    </a:cubicBezTo>
                    <a:cubicBezTo>
                      <a:pt x="48" y="35"/>
                      <a:pt x="70" y="37"/>
                      <a:pt x="71" y="25"/>
                    </a:cubicBezTo>
                    <a:cubicBezTo>
                      <a:pt x="72" y="14"/>
                      <a:pt x="56" y="14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8" name="Freeform 480">
                <a:extLst>
                  <a:ext uri="{FF2B5EF4-FFF2-40B4-BE49-F238E27FC236}">
                    <a16:creationId xmlns:a16="http://schemas.microsoft.com/office/drawing/2014/main" id="{3A7D368E-A47B-41F0-B232-709CE1224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052"/>
                <a:ext cx="161" cy="170"/>
              </a:xfrm>
              <a:custGeom>
                <a:avLst/>
                <a:gdLst>
                  <a:gd name="T0" fmla="*/ 1188 w 93"/>
                  <a:gd name="T1" fmla="*/ 327 h 92"/>
                  <a:gd name="T2" fmla="*/ 788 w 93"/>
                  <a:gd name="T3" fmla="*/ 81 h 92"/>
                  <a:gd name="T4" fmla="*/ 48 w 93"/>
                  <a:gd name="T5" fmla="*/ 730 h 92"/>
                  <a:gd name="T6" fmla="*/ 16 w 93"/>
                  <a:gd name="T7" fmla="*/ 1635 h 92"/>
                  <a:gd name="T8" fmla="*/ 320 w 93"/>
                  <a:gd name="T9" fmla="*/ 1720 h 92"/>
                  <a:gd name="T10" fmla="*/ 1188 w 93"/>
                  <a:gd name="T11" fmla="*/ 1184 h 92"/>
                  <a:gd name="T12" fmla="*/ 1421 w 93"/>
                  <a:gd name="T13" fmla="*/ 782 h 92"/>
                  <a:gd name="T14" fmla="*/ 1188 w 93"/>
                  <a:gd name="T15" fmla="*/ 327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76" y="15"/>
                    </a:moveTo>
                    <a:cubicBezTo>
                      <a:pt x="71" y="7"/>
                      <a:pt x="65" y="0"/>
                      <a:pt x="51" y="4"/>
                    </a:cubicBezTo>
                    <a:cubicBezTo>
                      <a:pt x="37" y="8"/>
                      <a:pt x="7" y="20"/>
                      <a:pt x="3" y="34"/>
                    </a:cubicBezTo>
                    <a:cubicBezTo>
                      <a:pt x="0" y="48"/>
                      <a:pt x="1" y="67"/>
                      <a:pt x="1" y="76"/>
                    </a:cubicBezTo>
                    <a:cubicBezTo>
                      <a:pt x="0" y="85"/>
                      <a:pt x="6" y="92"/>
                      <a:pt x="21" y="80"/>
                    </a:cubicBezTo>
                    <a:cubicBezTo>
                      <a:pt x="36" y="69"/>
                      <a:pt x="65" y="65"/>
                      <a:pt x="76" y="55"/>
                    </a:cubicBezTo>
                    <a:cubicBezTo>
                      <a:pt x="87" y="45"/>
                      <a:pt x="89" y="43"/>
                      <a:pt x="91" y="36"/>
                    </a:cubicBezTo>
                    <a:cubicBezTo>
                      <a:pt x="93" y="28"/>
                      <a:pt x="83" y="25"/>
                      <a:pt x="76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9" name="Freeform 481">
                <a:extLst>
                  <a:ext uri="{FF2B5EF4-FFF2-40B4-BE49-F238E27FC236}">
                    <a16:creationId xmlns:a16="http://schemas.microsoft.com/office/drawing/2014/main" id="{A37D1EA4-736F-4570-8FC8-52AD887C3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140"/>
                <a:ext cx="171" cy="137"/>
              </a:xfrm>
              <a:custGeom>
                <a:avLst/>
                <a:gdLst>
                  <a:gd name="T0" fmla="*/ 1062 w 99"/>
                  <a:gd name="T1" fmla="*/ 128 h 74"/>
                  <a:gd name="T2" fmla="*/ 660 w 99"/>
                  <a:gd name="T3" fmla="*/ 305 h 74"/>
                  <a:gd name="T4" fmla="*/ 48 w 99"/>
                  <a:gd name="T5" fmla="*/ 978 h 74"/>
                  <a:gd name="T6" fmla="*/ 340 w 99"/>
                  <a:gd name="T7" fmla="*/ 1433 h 74"/>
                  <a:gd name="T8" fmla="*/ 871 w 99"/>
                  <a:gd name="T9" fmla="*/ 1529 h 74"/>
                  <a:gd name="T10" fmla="*/ 1333 w 99"/>
                  <a:gd name="T11" fmla="*/ 813 h 74"/>
                  <a:gd name="T12" fmla="*/ 1062 w 99"/>
                  <a:gd name="T13" fmla="*/ 128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74">
                    <a:moveTo>
                      <a:pt x="69" y="6"/>
                    </a:moveTo>
                    <a:cubicBezTo>
                      <a:pt x="58" y="1"/>
                      <a:pt x="63" y="0"/>
                      <a:pt x="43" y="14"/>
                    </a:cubicBezTo>
                    <a:cubicBezTo>
                      <a:pt x="23" y="28"/>
                      <a:pt x="6" y="33"/>
                      <a:pt x="3" y="45"/>
                    </a:cubicBezTo>
                    <a:cubicBezTo>
                      <a:pt x="0" y="58"/>
                      <a:pt x="13" y="59"/>
                      <a:pt x="22" y="66"/>
                    </a:cubicBezTo>
                    <a:cubicBezTo>
                      <a:pt x="31" y="73"/>
                      <a:pt x="46" y="74"/>
                      <a:pt x="57" y="70"/>
                    </a:cubicBezTo>
                    <a:cubicBezTo>
                      <a:pt x="69" y="66"/>
                      <a:pt x="99" y="52"/>
                      <a:pt x="87" y="37"/>
                    </a:cubicBezTo>
                    <a:cubicBezTo>
                      <a:pt x="76" y="23"/>
                      <a:pt x="69" y="6"/>
                      <a:pt x="69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10" name="Freeform 482">
                <a:extLst>
                  <a:ext uri="{FF2B5EF4-FFF2-40B4-BE49-F238E27FC236}">
                    <a16:creationId xmlns:a16="http://schemas.microsoft.com/office/drawing/2014/main" id="{F7C6F714-C13D-4AF4-A744-0E3452F6A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168"/>
                <a:ext cx="85" cy="118"/>
              </a:xfrm>
              <a:custGeom>
                <a:avLst/>
                <a:gdLst>
                  <a:gd name="T0" fmla="*/ 470 w 49"/>
                  <a:gd name="T1" fmla="*/ 44 h 64"/>
                  <a:gd name="T2" fmla="*/ 49 w 49"/>
                  <a:gd name="T3" fmla="*/ 704 h 64"/>
                  <a:gd name="T4" fmla="*/ 533 w 49"/>
                  <a:gd name="T5" fmla="*/ 1165 h 64"/>
                  <a:gd name="T6" fmla="*/ 470 w 49"/>
                  <a:gd name="T7" fmla="*/ 44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4">
                    <a:moveTo>
                      <a:pt x="30" y="2"/>
                    </a:moveTo>
                    <a:cubicBezTo>
                      <a:pt x="18" y="0"/>
                      <a:pt x="6" y="24"/>
                      <a:pt x="3" y="33"/>
                    </a:cubicBezTo>
                    <a:cubicBezTo>
                      <a:pt x="0" y="43"/>
                      <a:pt x="23" y="64"/>
                      <a:pt x="34" y="55"/>
                    </a:cubicBezTo>
                    <a:cubicBezTo>
                      <a:pt x="44" y="46"/>
                      <a:pt x="49" y="6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11" name="Freeform 483">
                <a:extLst>
                  <a:ext uri="{FF2B5EF4-FFF2-40B4-BE49-F238E27FC236}">
                    <a16:creationId xmlns:a16="http://schemas.microsoft.com/office/drawing/2014/main" id="{6A10F082-D307-47A9-A116-E55FC7A3E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35"/>
                <a:ext cx="173" cy="150"/>
              </a:xfrm>
              <a:custGeom>
                <a:avLst/>
                <a:gdLst>
                  <a:gd name="T0" fmla="*/ 1377 w 100"/>
                  <a:gd name="T1" fmla="*/ 237 h 81"/>
                  <a:gd name="T2" fmla="*/ 725 w 100"/>
                  <a:gd name="T3" fmla="*/ 178 h 81"/>
                  <a:gd name="T4" fmla="*/ 28 w 100"/>
                  <a:gd name="T5" fmla="*/ 813 h 81"/>
                  <a:gd name="T6" fmla="*/ 171 w 100"/>
                  <a:gd name="T7" fmla="*/ 1611 h 81"/>
                  <a:gd name="T8" fmla="*/ 554 w 100"/>
                  <a:gd name="T9" fmla="*/ 1656 h 81"/>
                  <a:gd name="T10" fmla="*/ 1176 w 100"/>
                  <a:gd name="T11" fmla="*/ 1094 h 81"/>
                  <a:gd name="T12" fmla="*/ 1377 w 100"/>
                  <a:gd name="T13" fmla="*/ 23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81">
                    <a:moveTo>
                      <a:pt x="89" y="11"/>
                    </a:move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2" y="51"/>
                      <a:pt x="0" y="67"/>
                      <a:pt x="11" y="74"/>
                    </a:cubicBezTo>
                    <a:cubicBezTo>
                      <a:pt x="22" y="81"/>
                      <a:pt x="22" y="79"/>
                      <a:pt x="36" y="76"/>
                    </a:cubicBezTo>
                    <a:cubicBezTo>
                      <a:pt x="50" y="73"/>
                      <a:pt x="62" y="63"/>
                      <a:pt x="76" y="50"/>
                    </a:cubicBezTo>
                    <a:cubicBezTo>
                      <a:pt x="89" y="37"/>
                      <a:pt x="100" y="24"/>
                      <a:pt x="89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12" name="Freeform 484">
                <a:extLst>
                  <a:ext uri="{FF2B5EF4-FFF2-40B4-BE49-F238E27FC236}">
                    <a16:creationId xmlns:a16="http://schemas.microsoft.com/office/drawing/2014/main" id="{419DE915-7BEC-4A45-9C37-208B95AB4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068"/>
                <a:ext cx="128" cy="137"/>
              </a:xfrm>
              <a:custGeom>
                <a:avLst/>
                <a:gdLst>
                  <a:gd name="T0" fmla="*/ 554 w 74"/>
                  <a:gd name="T1" fmla="*/ 222 h 74"/>
                  <a:gd name="T2" fmla="*/ 320 w 74"/>
                  <a:gd name="T3" fmla="*/ 330 h 74"/>
                  <a:gd name="T4" fmla="*/ 258 w 74"/>
                  <a:gd name="T5" fmla="*/ 1377 h 74"/>
                  <a:gd name="T6" fmla="*/ 910 w 74"/>
                  <a:gd name="T7" fmla="*/ 1350 h 74"/>
                  <a:gd name="T8" fmla="*/ 979 w 74"/>
                  <a:gd name="T9" fmla="*/ 716 h 74"/>
                  <a:gd name="T10" fmla="*/ 554 w 74"/>
                  <a:gd name="T11" fmla="*/ 222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4">
                    <a:moveTo>
                      <a:pt x="36" y="10"/>
                    </a:moveTo>
                    <a:cubicBezTo>
                      <a:pt x="26" y="8"/>
                      <a:pt x="27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33" y="65"/>
                      <a:pt x="48" y="74"/>
                      <a:pt x="59" y="62"/>
                    </a:cubicBezTo>
                    <a:cubicBezTo>
                      <a:pt x="69" y="50"/>
                      <a:pt x="74" y="45"/>
                      <a:pt x="63" y="33"/>
                    </a:cubicBezTo>
                    <a:cubicBezTo>
                      <a:pt x="51" y="21"/>
                      <a:pt x="45" y="11"/>
                      <a:pt x="36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13" name="Freeform 485">
                <a:extLst>
                  <a:ext uri="{FF2B5EF4-FFF2-40B4-BE49-F238E27FC236}">
                    <a16:creationId xmlns:a16="http://schemas.microsoft.com/office/drawing/2014/main" id="{2986294C-B89C-499E-8406-29355FFB0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181"/>
                <a:ext cx="150" cy="94"/>
              </a:xfrm>
              <a:custGeom>
                <a:avLst/>
                <a:gdLst>
                  <a:gd name="T0" fmla="*/ 1034 w 87"/>
                  <a:gd name="T1" fmla="*/ 230 h 51"/>
                  <a:gd name="T2" fmla="*/ 522 w 87"/>
                  <a:gd name="T3" fmla="*/ 177 h 51"/>
                  <a:gd name="T4" fmla="*/ 28 w 87"/>
                  <a:gd name="T5" fmla="*/ 809 h 51"/>
                  <a:gd name="T6" fmla="*/ 586 w 87"/>
                  <a:gd name="T7" fmla="*/ 1084 h 51"/>
                  <a:gd name="T8" fmla="*/ 1266 w 87"/>
                  <a:gd name="T9" fmla="*/ 877 h 51"/>
                  <a:gd name="T10" fmla="*/ 1034 w 87"/>
                  <a:gd name="T11" fmla="*/ 23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1">
                    <a:moveTo>
                      <a:pt x="68" y="11"/>
                    </a:moveTo>
                    <a:cubicBezTo>
                      <a:pt x="59" y="7"/>
                      <a:pt x="45" y="0"/>
                      <a:pt x="34" y="8"/>
                    </a:cubicBezTo>
                    <a:cubicBezTo>
                      <a:pt x="24" y="16"/>
                      <a:pt x="3" y="30"/>
                      <a:pt x="2" y="38"/>
                    </a:cubicBezTo>
                    <a:cubicBezTo>
                      <a:pt x="0" y="47"/>
                      <a:pt x="19" y="51"/>
                      <a:pt x="38" y="51"/>
                    </a:cubicBezTo>
                    <a:cubicBezTo>
                      <a:pt x="57" y="50"/>
                      <a:pt x="78" y="49"/>
                      <a:pt x="83" y="41"/>
                    </a:cubicBezTo>
                    <a:cubicBezTo>
                      <a:pt x="87" y="32"/>
                      <a:pt x="83" y="18"/>
                      <a:pt x="6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14" name="Freeform 486">
                <a:extLst>
                  <a:ext uri="{FF2B5EF4-FFF2-40B4-BE49-F238E27FC236}">
                    <a16:creationId xmlns:a16="http://schemas.microsoft.com/office/drawing/2014/main" id="{4DB7049B-4F82-4CE1-A5B6-2EE2BBE9B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922"/>
                <a:ext cx="143" cy="143"/>
              </a:xfrm>
              <a:custGeom>
                <a:avLst/>
                <a:gdLst>
                  <a:gd name="T0" fmla="*/ 197 w 82"/>
                  <a:gd name="T1" fmla="*/ 110 h 77"/>
                  <a:gd name="T2" fmla="*/ 28 w 82"/>
                  <a:gd name="T3" fmla="*/ 748 h 77"/>
                  <a:gd name="T4" fmla="*/ 612 w 82"/>
                  <a:gd name="T5" fmla="*/ 1679 h 77"/>
                  <a:gd name="T6" fmla="*/ 1256 w 82"/>
                  <a:gd name="T7" fmla="*/ 1345 h 77"/>
                  <a:gd name="T8" fmla="*/ 956 w 82"/>
                  <a:gd name="T9" fmla="*/ 665 h 77"/>
                  <a:gd name="T10" fmla="*/ 694 w 82"/>
                  <a:gd name="T11" fmla="*/ 290 h 77"/>
                  <a:gd name="T12" fmla="*/ 197 w 82"/>
                  <a:gd name="T13" fmla="*/ 11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77">
                    <a:moveTo>
                      <a:pt x="12" y="5"/>
                    </a:moveTo>
                    <a:cubicBezTo>
                      <a:pt x="3" y="14"/>
                      <a:pt x="0" y="19"/>
                      <a:pt x="2" y="34"/>
                    </a:cubicBezTo>
                    <a:cubicBezTo>
                      <a:pt x="4" y="48"/>
                      <a:pt x="16" y="75"/>
                      <a:pt x="38" y="76"/>
                    </a:cubicBezTo>
                    <a:cubicBezTo>
                      <a:pt x="61" y="77"/>
                      <a:pt x="82" y="76"/>
                      <a:pt x="78" y="61"/>
                    </a:cubicBezTo>
                    <a:cubicBezTo>
                      <a:pt x="74" y="46"/>
                      <a:pt x="63" y="40"/>
                      <a:pt x="59" y="30"/>
                    </a:cubicBezTo>
                    <a:cubicBezTo>
                      <a:pt x="55" y="19"/>
                      <a:pt x="57" y="17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15" name="Freeform 487">
                <a:extLst>
                  <a:ext uri="{FF2B5EF4-FFF2-40B4-BE49-F238E27FC236}">
                    <a16:creationId xmlns:a16="http://schemas.microsoft.com/office/drawing/2014/main" id="{1BCDE408-F973-4A36-ABE4-94E06D21C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836"/>
                <a:ext cx="130" cy="96"/>
              </a:xfrm>
              <a:custGeom>
                <a:avLst/>
                <a:gdLst>
                  <a:gd name="T0" fmla="*/ 85 w 75"/>
                  <a:gd name="T1" fmla="*/ 258 h 52"/>
                  <a:gd name="T2" fmla="*/ 361 w 75"/>
                  <a:gd name="T3" fmla="*/ 919 h 52"/>
                  <a:gd name="T4" fmla="*/ 1000 w 75"/>
                  <a:gd name="T5" fmla="*/ 1032 h 52"/>
                  <a:gd name="T6" fmla="*/ 986 w 75"/>
                  <a:gd name="T7" fmla="*/ 491 h 52"/>
                  <a:gd name="T8" fmla="*/ 85 w 75"/>
                  <a:gd name="T9" fmla="*/ 25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2">
                    <a:moveTo>
                      <a:pt x="5" y="12"/>
                    </a:moveTo>
                    <a:cubicBezTo>
                      <a:pt x="0" y="25"/>
                      <a:pt x="8" y="37"/>
                      <a:pt x="23" y="43"/>
                    </a:cubicBezTo>
                    <a:cubicBezTo>
                      <a:pt x="37" y="49"/>
                      <a:pt x="56" y="52"/>
                      <a:pt x="64" y="48"/>
                    </a:cubicBezTo>
                    <a:cubicBezTo>
                      <a:pt x="72" y="43"/>
                      <a:pt x="75" y="32"/>
                      <a:pt x="63" y="23"/>
                    </a:cubicBezTo>
                    <a:cubicBezTo>
                      <a:pt x="52" y="15"/>
                      <a:pt x="10" y="0"/>
                      <a:pt x="5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16" name="Freeform 488">
                <a:extLst>
                  <a:ext uri="{FF2B5EF4-FFF2-40B4-BE49-F238E27FC236}">
                    <a16:creationId xmlns:a16="http://schemas.microsoft.com/office/drawing/2014/main" id="{CB0C34EA-631C-4F3B-9F92-0E51C856D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795"/>
                <a:ext cx="76" cy="46"/>
              </a:xfrm>
              <a:custGeom>
                <a:avLst/>
                <a:gdLst>
                  <a:gd name="T0" fmla="*/ 62 w 44"/>
                  <a:gd name="T1" fmla="*/ 149 h 25"/>
                  <a:gd name="T2" fmla="*/ 366 w 44"/>
                  <a:gd name="T3" fmla="*/ 480 h 25"/>
                  <a:gd name="T4" fmla="*/ 674 w 44"/>
                  <a:gd name="T5" fmla="*/ 331 h 25"/>
                  <a:gd name="T6" fmla="*/ 62 w 44"/>
                  <a:gd name="T7" fmla="*/ 14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5">
                    <a:moveTo>
                      <a:pt x="4" y="7"/>
                    </a:moveTo>
                    <a:cubicBezTo>
                      <a:pt x="0" y="15"/>
                      <a:pt x="11" y="23"/>
                      <a:pt x="24" y="23"/>
                    </a:cubicBezTo>
                    <a:cubicBezTo>
                      <a:pt x="37" y="22"/>
                      <a:pt x="43" y="25"/>
                      <a:pt x="44" y="16"/>
                    </a:cubicBezTo>
                    <a:cubicBezTo>
                      <a:pt x="44" y="8"/>
                      <a:pt x="8" y="0"/>
                      <a:pt x="4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17" name="Freeform 489">
                <a:extLst>
                  <a:ext uri="{FF2B5EF4-FFF2-40B4-BE49-F238E27FC236}">
                    <a16:creationId xmlns:a16="http://schemas.microsoft.com/office/drawing/2014/main" id="{45F5F74C-D10D-45D3-BF66-9A8E865D8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804"/>
                <a:ext cx="104" cy="59"/>
              </a:xfrm>
              <a:custGeom>
                <a:avLst/>
                <a:gdLst>
                  <a:gd name="T0" fmla="*/ 910 w 60"/>
                  <a:gd name="T1" fmla="*/ 258 h 32"/>
                  <a:gd name="T2" fmla="*/ 553 w 60"/>
                  <a:gd name="T3" fmla="*/ 68 h 32"/>
                  <a:gd name="T4" fmla="*/ 62 w 60"/>
                  <a:gd name="T5" fmla="*/ 407 h 32"/>
                  <a:gd name="T6" fmla="*/ 283 w 60"/>
                  <a:gd name="T7" fmla="*/ 632 h 32"/>
                  <a:gd name="T8" fmla="*/ 910 w 60"/>
                  <a:gd name="T9" fmla="*/ 25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2">
                    <a:moveTo>
                      <a:pt x="58" y="12"/>
                    </a:moveTo>
                    <a:cubicBezTo>
                      <a:pt x="55" y="3"/>
                      <a:pt x="47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8"/>
                      <a:pt x="5" y="32"/>
                      <a:pt x="18" y="30"/>
                    </a:cubicBezTo>
                    <a:cubicBezTo>
                      <a:pt x="31" y="27"/>
                      <a:pt x="60" y="21"/>
                      <a:pt x="58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18" name="Freeform 490">
                <a:extLst>
                  <a:ext uri="{FF2B5EF4-FFF2-40B4-BE49-F238E27FC236}">
                    <a16:creationId xmlns:a16="http://schemas.microsoft.com/office/drawing/2014/main" id="{2C391771-D8E2-4DF4-A403-4A55AA412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882"/>
                <a:ext cx="113" cy="92"/>
              </a:xfrm>
              <a:custGeom>
                <a:avLst/>
                <a:gdLst>
                  <a:gd name="T0" fmla="*/ 668 w 65"/>
                  <a:gd name="T1" fmla="*/ 44 h 50"/>
                  <a:gd name="T2" fmla="*/ 148 w 65"/>
                  <a:gd name="T3" fmla="*/ 504 h 50"/>
                  <a:gd name="T4" fmla="*/ 336 w 65"/>
                  <a:gd name="T5" fmla="*/ 1032 h 50"/>
                  <a:gd name="T6" fmla="*/ 967 w 65"/>
                  <a:gd name="T7" fmla="*/ 778 h 50"/>
                  <a:gd name="T8" fmla="*/ 668 w 65"/>
                  <a:gd name="T9" fmla="*/ 4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2" y="2"/>
                    </a:moveTo>
                    <a:cubicBezTo>
                      <a:pt x="28" y="4"/>
                      <a:pt x="18" y="13"/>
                      <a:pt x="9" y="24"/>
                    </a:cubicBezTo>
                    <a:cubicBezTo>
                      <a:pt x="0" y="34"/>
                      <a:pt x="4" y="48"/>
                      <a:pt x="21" y="49"/>
                    </a:cubicBezTo>
                    <a:cubicBezTo>
                      <a:pt x="38" y="50"/>
                      <a:pt x="58" y="50"/>
                      <a:pt x="61" y="37"/>
                    </a:cubicBezTo>
                    <a:cubicBezTo>
                      <a:pt x="65" y="25"/>
                      <a:pt x="60" y="0"/>
                      <a:pt x="42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19" name="Freeform 491">
                <a:extLst>
                  <a:ext uri="{FF2B5EF4-FFF2-40B4-BE49-F238E27FC236}">
                    <a16:creationId xmlns:a16="http://schemas.microsoft.com/office/drawing/2014/main" id="{DDAACA76-AB18-4D05-96F5-12EAB0EC4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878"/>
                <a:ext cx="59" cy="83"/>
              </a:xfrm>
              <a:custGeom>
                <a:avLst/>
                <a:gdLst>
                  <a:gd name="T0" fmla="*/ 382 w 34"/>
                  <a:gd name="T1" fmla="*/ 44 h 45"/>
                  <a:gd name="T2" fmla="*/ 62 w 34"/>
                  <a:gd name="T3" fmla="*/ 452 h 45"/>
                  <a:gd name="T4" fmla="*/ 187 w 34"/>
                  <a:gd name="T5" fmla="*/ 878 h 45"/>
                  <a:gd name="T6" fmla="*/ 470 w 34"/>
                  <a:gd name="T7" fmla="*/ 384 h 45"/>
                  <a:gd name="T8" fmla="*/ 382 w 34"/>
                  <a:gd name="T9" fmla="*/ 4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4" y="2"/>
                    </a:moveTo>
                    <a:cubicBezTo>
                      <a:pt x="16" y="4"/>
                      <a:pt x="8" y="14"/>
                      <a:pt x="4" y="21"/>
                    </a:cubicBezTo>
                    <a:cubicBezTo>
                      <a:pt x="0" y="28"/>
                      <a:pt x="3" y="45"/>
                      <a:pt x="12" y="41"/>
                    </a:cubicBezTo>
                    <a:cubicBezTo>
                      <a:pt x="21" y="36"/>
                      <a:pt x="29" y="26"/>
                      <a:pt x="30" y="18"/>
                    </a:cubicBezTo>
                    <a:cubicBezTo>
                      <a:pt x="31" y="11"/>
                      <a:pt x="34" y="0"/>
                      <a:pt x="24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20" name="Freeform 492">
                <a:extLst>
                  <a:ext uri="{FF2B5EF4-FFF2-40B4-BE49-F238E27FC236}">
                    <a16:creationId xmlns:a16="http://schemas.microsoft.com/office/drawing/2014/main" id="{139DDBED-37C6-4516-BCF0-EED6B14E5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891"/>
                <a:ext cx="82" cy="57"/>
              </a:xfrm>
              <a:custGeom>
                <a:avLst/>
                <a:gdLst>
                  <a:gd name="T0" fmla="*/ 420 w 47"/>
                  <a:gd name="T1" fmla="*/ 68 h 31"/>
                  <a:gd name="T2" fmla="*/ 16 w 47"/>
                  <a:gd name="T3" fmla="*/ 379 h 31"/>
                  <a:gd name="T4" fmla="*/ 387 w 47"/>
                  <a:gd name="T5" fmla="*/ 528 h 31"/>
                  <a:gd name="T6" fmla="*/ 743 w 47"/>
                  <a:gd name="T7" fmla="*/ 193 h 31"/>
                  <a:gd name="T8" fmla="*/ 420 w 47"/>
                  <a:gd name="T9" fmla="*/ 6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26" y="3"/>
                    </a:moveTo>
                    <a:cubicBezTo>
                      <a:pt x="21" y="5"/>
                      <a:pt x="0" y="13"/>
                      <a:pt x="1" y="18"/>
                    </a:cubicBezTo>
                    <a:cubicBezTo>
                      <a:pt x="1" y="24"/>
                      <a:pt x="12" y="31"/>
                      <a:pt x="24" y="25"/>
                    </a:cubicBezTo>
                    <a:cubicBezTo>
                      <a:pt x="35" y="19"/>
                      <a:pt x="47" y="18"/>
                      <a:pt x="46" y="9"/>
                    </a:cubicBezTo>
                    <a:cubicBezTo>
                      <a:pt x="46" y="1"/>
                      <a:pt x="35" y="0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21" name="Freeform 493">
                <a:extLst>
                  <a:ext uri="{FF2B5EF4-FFF2-40B4-BE49-F238E27FC236}">
                    <a16:creationId xmlns:a16="http://schemas.microsoft.com/office/drawing/2014/main" id="{FDCE187B-B981-4880-823B-3E20ABF17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963"/>
                <a:ext cx="123" cy="61"/>
              </a:xfrm>
              <a:custGeom>
                <a:avLst/>
                <a:gdLst>
                  <a:gd name="T0" fmla="*/ 1093 w 71"/>
                  <a:gd name="T1" fmla="*/ 177 h 33"/>
                  <a:gd name="T2" fmla="*/ 468 w 71"/>
                  <a:gd name="T3" fmla="*/ 81 h 33"/>
                  <a:gd name="T4" fmla="*/ 172 w 71"/>
                  <a:gd name="T5" fmla="*/ 512 h 33"/>
                  <a:gd name="T6" fmla="*/ 624 w 71"/>
                  <a:gd name="T7" fmla="*/ 604 h 33"/>
                  <a:gd name="T8" fmla="*/ 1093 w 71"/>
                  <a:gd name="T9" fmla="*/ 17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3">
                    <a:moveTo>
                      <a:pt x="70" y="8"/>
                    </a:move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23" y="30"/>
                      <a:pt x="27" y="33"/>
                      <a:pt x="40" y="28"/>
                    </a:cubicBezTo>
                    <a:cubicBezTo>
                      <a:pt x="52" y="23"/>
                      <a:pt x="69" y="15"/>
                      <a:pt x="70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22" name="Freeform 494">
                <a:extLst>
                  <a:ext uri="{FF2B5EF4-FFF2-40B4-BE49-F238E27FC236}">
                    <a16:creationId xmlns:a16="http://schemas.microsoft.com/office/drawing/2014/main" id="{73312CE2-114C-4CA8-8664-D9D32C4EA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978"/>
                <a:ext cx="111" cy="125"/>
              </a:xfrm>
              <a:custGeom>
                <a:avLst/>
                <a:gdLst>
                  <a:gd name="T0" fmla="*/ 725 w 64"/>
                  <a:gd name="T1" fmla="*/ 44 h 68"/>
                  <a:gd name="T2" fmla="*/ 147 w 64"/>
                  <a:gd name="T3" fmla="*/ 447 h 68"/>
                  <a:gd name="T4" fmla="*/ 151 w 64"/>
                  <a:gd name="T5" fmla="*/ 926 h 68"/>
                  <a:gd name="T6" fmla="*/ 876 w 64"/>
                  <a:gd name="T7" fmla="*/ 1254 h 68"/>
                  <a:gd name="T8" fmla="*/ 725 w 64"/>
                  <a:gd name="T9" fmla="*/ 4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46" y="2"/>
                    </a:moveTo>
                    <a:cubicBezTo>
                      <a:pt x="36" y="4"/>
                      <a:pt x="17" y="14"/>
                      <a:pt x="9" y="21"/>
                    </a:cubicBezTo>
                    <a:cubicBezTo>
                      <a:pt x="0" y="28"/>
                      <a:pt x="0" y="38"/>
                      <a:pt x="10" y="44"/>
                    </a:cubicBezTo>
                    <a:cubicBezTo>
                      <a:pt x="19" y="50"/>
                      <a:pt x="48" y="68"/>
                      <a:pt x="56" y="60"/>
                    </a:cubicBezTo>
                    <a:cubicBezTo>
                      <a:pt x="64" y="53"/>
                      <a:pt x="61" y="0"/>
                      <a:pt x="46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23" name="Freeform 495">
                <a:extLst>
                  <a:ext uri="{FF2B5EF4-FFF2-40B4-BE49-F238E27FC236}">
                    <a16:creationId xmlns:a16="http://schemas.microsoft.com/office/drawing/2014/main" id="{7E43179D-C6A7-402A-9DE2-C4453313C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52"/>
                <a:ext cx="147" cy="102"/>
              </a:xfrm>
              <a:custGeom>
                <a:avLst/>
                <a:gdLst>
                  <a:gd name="T0" fmla="*/ 636 w 85"/>
                  <a:gd name="T1" fmla="*/ 202 h 55"/>
                  <a:gd name="T2" fmla="*/ 0 w 85"/>
                  <a:gd name="T3" fmla="*/ 816 h 55"/>
                  <a:gd name="T4" fmla="*/ 636 w 85"/>
                  <a:gd name="T5" fmla="*/ 1163 h 55"/>
                  <a:gd name="T6" fmla="*/ 1190 w 85"/>
                  <a:gd name="T7" fmla="*/ 721 h 55"/>
                  <a:gd name="T8" fmla="*/ 636 w 85"/>
                  <a:gd name="T9" fmla="*/ 202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55">
                    <a:moveTo>
                      <a:pt x="41" y="9"/>
                    </a:moveTo>
                    <a:cubicBezTo>
                      <a:pt x="33" y="15"/>
                      <a:pt x="0" y="27"/>
                      <a:pt x="0" y="37"/>
                    </a:cubicBezTo>
                    <a:cubicBezTo>
                      <a:pt x="0" y="46"/>
                      <a:pt x="27" y="55"/>
                      <a:pt x="41" y="53"/>
                    </a:cubicBezTo>
                    <a:cubicBezTo>
                      <a:pt x="55" y="52"/>
                      <a:pt x="85" y="46"/>
                      <a:pt x="77" y="33"/>
                    </a:cubicBezTo>
                    <a:cubicBezTo>
                      <a:pt x="69" y="21"/>
                      <a:pt x="54" y="0"/>
                      <a:pt x="4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24" name="Freeform 496">
                <a:extLst>
                  <a:ext uri="{FF2B5EF4-FFF2-40B4-BE49-F238E27FC236}">
                    <a16:creationId xmlns:a16="http://schemas.microsoft.com/office/drawing/2014/main" id="{9E0819AC-2665-4FAD-B974-88736FDBD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057"/>
                <a:ext cx="177" cy="91"/>
              </a:xfrm>
              <a:custGeom>
                <a:avLst/>
                <a:gdLst>
                  <a:gd name="T0" fmla="*/ 298 w 102"/>
                  <a:gd name="T1" fmla="*/ 204 h 49"/>
                  <a:gd name="T2" fmla="*/ 234 w 102"/>
                  <a:gd name="T3" fmla="*/ 1001 h 49"/>
                  <a:gd name="T4" fmla="*/ 916 w 102"/>
                  <a:gd name="T5" fmla="*/ 1010 h 49"/>
                  <a:gd name="T6" fmla="*/ 1605 w 102"/>
                  <a:gd name="T7" fmla="*/ 793 h 49"/>
                  <a:gd name="T8" fmla="*/ 1281 w 102"/>
                  <a:gd name="T9" fmla="*/ 306 h 49"/>
                  <a:gd name="T10" fmla="*/ 298 w 102"/>
                  <a:gd name="T11" fmla="*/ 20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49">
                    <a:moveTo>
                      <a:pt x="19" y="9"/>
                    </a:moveTo>
                    <a:cubicBezTo>
                      <a:pt x="10" y="18"/>
                      <a:pt x="0" y="43"/>
                      <a:pt x="15" y="45"/>
                    </a:cubicBezTo>
                    <a:cubicBezTo>
                      <a:pt x="30" y="47"/>
                      <a:pt x="42" y="44"/>
                      <a:pt x="58" y="46"/>
                    </a:cubicBezTo>
                    <a:cubicBezTo>
                      <a:pt x="74" y="47"/>
                      <a:pt x="102" y="49"/>
                      <a:pt x="102" y="36"/>
                    </a:cubicBezTo>
                    <a:cubicBezTo>
                      <a:pt x="102" y="22"/>
                      <a:pt x="94" y="15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25" name="Freeform 497">
                <a:extLst>
                  <a:ext uri="{FF2B5EF4-FFF2-40B4-BE49-F238E27FC236}">
                    <a16:creationId xmlns:a16="http://schemas.microsoft.com/office/drawing/2014/main" id="{7F91C8E8-2AC4-4D5B-A329-66DF4E994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111"/>
                <a:ext cx="118" cy="135"/>
              </a:xfrm>
              <a:custGeom>
                <a:avLst/>
                <a:gdLst>
                  <a:gd name="T0" fmla="*/ 470 w 68"/>
                  <a:gd name="T1" fmla="*/ 44 h 73"/>
                  <a:gd name="T2" fmla="*/ 0 w 68"/>
                  <a:gd name="T3" fmla="*/ 564 h 73"/>
                  <a:gd name="T4" fmla="*/ 406 w 68"/>
                  <a:gd name="T5" fmla="*/ 1405 h 73"/>
                  <a:gd name="T6" fmla="*/ 939 w 68"/>
                  <a:gd name="T7" fmla="*/ 1147 h 73"/>
                  <a:gd name="T8" fmla="*/ 852 w 68"/>
                  <a:gd name="T9" fmla="*/ 81 h 73"/>
                  <a:gd name="T10" fmla="*/ 470 w 68"/>
                  <a:gd name="T11" fmla="*/ 44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30" y="2"/>
                    </a:moveTo>
                    <a:cubicBezTo>
                      <a:pt x="16" y="5"/>
                      <a:pt x="0" y="13"/>
                      <a:pt x="0" y="26"/>
                    </a:cubicBezTo>
                    <a:cubicBezTo>
                      <a:pt x="1" y="39"/>
                      <a:pt x="7" y="57"/>
                      <a:pt x="26" y="65"/>
                    </a:cubicBezTo>
                    <a:cubicBezTo>
                      <a:pt x="46" y="73"/>
                      <a:pt x="55" y="67"/>
                      <a:pt x="60" y="53"/>
                    </a:cubicBezTo>
                    <a:cubicBezTo>
                      <a:pt x="65" y="38"/>
                      <a:pt x="68" y="7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26" name="Freeform 498">
                <a:extLst>
                  <a:ext uri="{FF2B5EF4-FFF2-40B4-BE49-F238E27FC236}">
                    <a16:creationId xmlns:a16="http://schemas.microsoft.com/office/drawing/2014/main" id="{696E826F-D090-4CC7-83B4-C5535D69B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39"/>
                <a:ext cx="59" cy="46"/>
              </a:xfrm>
              <a:custGeom>
                <a:avLst/>
                <a:gdLst>
                  <a:gd name="T0" fmla="*/ 28 w 34"/>
                  <a:gd name="T1" fmla="*/ 206 h 25"/>
                  <a:gd name="T2" fmla="*/ 533 w 34"/>
                  <a:gd name="T3" fmla="*/ 326 h 25"/>
                  <a:gd name="T4" fmla="*/ 28 w 34"/>
                  <a:gd name="T5" fmla="*/ 20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5">
                    <a:moveTo>
                      <a:pt x="2" y="10"/>
                    </a:moveTo>
                    <a:cubicBezTo>
                      <a:pt x="0" y="17"/>
                      <a:pt x="33" y="25"/>
                      <a:pt x="34" y="15"/>
                    </a:cubicBezTo>
                    <a:cubicBezTo>
                      <a:pt x="34" y="5"/>
                      <a:pt x="5" y="0"/>
                      <a:pt x="2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27" name="Freeform 499">
                <a:extLst>
                  <a:ext uri="{FF2B5EF4-FFF2-40B4-BE49-F238E27FC236}">
                    <a16:creationId xmlns:a16="http://schemas.microsoft.com/office/drawing/2014/main" id="{3A08DE32-577B-45DD-897D-9B989199C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020"/>
                <a:ext cx="54" cy="63"/>
              </a:xfrm>
              <a:custGeom>
                <a:avLst/>
                <a:gdLst>
                  <a:gd name="T0" fmla="*/ 221 w 31"/>
                  <a:gd name="T1" fmla="*/ 69 h 34"/>
                  <a:gd name="T2" fmla="*/ 28 w 31"/>
                  <a:gd name="T3" fmla="*/ 439 h 34"/>
                  <a:gd name="T4" fmla="*/ 449 w 31"/>
                  <a:gd name="T5" fmla="*/ 591 h 34"/>
                  <a:gd name="T6" fmla="*/ 385 w 31"/>
                  <a:gd name="T7" fmla="*/ 237 h 34"/>
                  <a:gd name="T8" fmla="*/ 221 w 31"/>
                  <a:gd name="T9" fmla="*/ 6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4" y="3"/>
                    </a:moveTo>
                    <a:cubicBezTo>
                      <a:pt x="8" y="11"/>
                      <a:pt x="0" y="15"/>
                      <a:pt x="2" y="20"/>
                    </a:cubicBezTo>
                    <a:cubicBezTo>
                      <a:pt x="3" y="26"/>
                      <a:pt x="25" y="34"/>
                      <a:pt x="28" y="27"/>
                    </a:cubicBezTo>
                    <a:cubicBezTo>
                      <a:pt x="31" y="19"/>
                      <a:pt x="26" y="17"/>
                      <a:pt x="24" y="11"/>
                    </a:cubicBezTo>
                    <a:cubicBezTo>
                      <a:pt x="21" y="5"/>
                      <a:pt x="16" y="0"/>
                      <a:pt x="14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28" name="Freeform 500">
                <a:extLst>
                  <a:ext uri="{FF2B5EF4-FFF2-40B4-BE49-F238E27FC236}">
                    <a16:creationId xmlns:a16="http://schemas.microsoft.com/office/drawing/2014/main" id="{048C98B2-B593-48C5-9728-B185933B1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961"/>
                <a:ext cx="85" cy="76"/>
              </a:xfrm>
              <a:custGeom>
                <a:avLst/>
                <a:gdLst>
                  <a:gd name="T0" fmla="*/ 741 w 49"/>
                  <a:gd name="T1" fmla="*/ 178 h 41"/>
                  <a:gd name="T2" fmla="*/ 49 w 49"/>
                  <a:gd name="T3" fmla="*/ 523 h 41"/>
                  <a:gd name="T4" fmla="*/ 255 w 49"/>
                  <a:gd name="T5" fmla="*/ 873 h 41"/>
                  <a:gd name="T6" fmla="*/ 753 w 49"/>
                  <a:gd name="T7" fmla="*/ 567 h 41"/>
                  <a:gd name="T8" fmla="*/ 741 w 49"/>
                  <a:gd name="T9" fmla="*/ 17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8"/>
                    </a:moveTo>
                    <a:cubicBezTo>
                      <a:pt x="40" y="0"/>
                      <a:pt x="5" y="16"/>
                      <a:pt x="3" y="24"/>
                    </a:cubicBezTo>
                    <a:cubicBezTo>
                      <a:pt x="0" y="32"/>
                      <a:pt x="2" y="41"/>
                      <a:pt x="16" y="40"/>
                    </a:cubicBezTo>
                    <a:cubicBezTo>
                      <a:pt x="30" y="40"/>
                      <a:pt x="47" y="35"/>
                      <a:pt x="48" y="26"/>
                    </a:cubicBezTo>
                    <a:cubicBezTo>
                      <a:pt x="49" y="18"/>
                      <a:pt x="47" y="8"/>
                      <a:pt x="47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29" name="Freeform 501">
                <a:extLst>
                  <a:ext uri="{FF2B5EF4-FFF2-40B4-BE49-F238E27FC236}">
                    <a16:creationId xmlns:a16="http://schemas.microsoft.com/office/drawing/2014/main" id="{10F5D8A5-6AF7-4E34-9270-820831237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020"/>
                <a:ext cx="69" cy="76"/>
              </a:xfrm>
              <a:custGeom>
                <a:avLst/>
                <a:gdLst>
                  <a:gd name="T0" fmla="*/ 292 w 40"/>
                  <a:gd name="T1" fmla="*/ 152 h 41"/>
                  <a:gd name="T2" fmla="*/ 143 w 40"/>
                  <a:gd name="T3" fmla="*/ 790 h 41"/>
                  <a:gd name="T4" fmla="*/ 417 w 40"/>
                  <a:gd name="T5" fmla="*/ 612 h 41"/>
                  <a:gd name="T6" fmla="*/ 504 w 40"/>
                  <a:gd name="T7" fmla="*/ 44 h 41"/>
                  <a:gd name="T8" fmla="*/ 292 w 40"/>
                  <a:gd name="T9" fmla="*/ 15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19" y="7"/>
                    </a:moveTo>
                    <a:cubicBezTo>
                      <a:pt x="9" y="13"/>
                      <a:pt x="0" y="32"/>
                      <a:pt x="9" y="36"/>
                    </a:cubicBezTo>
                    <a:cubicBezTo>
                      <a:pt x="18" y="40"/>
                      <a:pt x="23" y="41"/>
                      <a:pt x="27" y="28"/>
                    </a:cubicBezTo>
                    <a:cubicBezTo>
                      <a:pt x="31" y="16"/>
                      <a:pt x="40" y="5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30" name="Freeform 502">
                <a:extLst>
                  <a:ext uri="{FF2B5EF4-FFF2-40B4-BE49-F238E27FC236}">
                    <a16:creationId xmlns:a16="http://schemas.microsoft.com/office/drawing/2014/main" id="{948CE45F-3C8C-44A7-8104-E8A6A89BC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048"/>
                <a:ext cx="100" cy="83"/>
              </a:xfrm>
              <a:custGeom>
                <a:avLst/>
                <a:gdLst>
                  <a:gd name="T0" fmla="*/ 381 w 58"/>
                  <a:gd name="T1" fmla="*/ 177 h 45"/>
                  <a:gd name="T2" fmla="*/ 48 w 58"/>
                  <a:gd name="T3" fmla="*/ 507 h 45"/>
                  <a:gd name="T4" fmla="*/ 460 w 58"/>
                  <a:gd name="T5" fmla="*/ 854 h 45"/>
                  <a:gd name="T6" fmla="*/ 841 w 58"/>
                  <a:gd name="T7" fmla="*/ 343 h 45"/>
                  <a:gd name="T8" fmla="*/ 381 w 58"/>
                  <a:gd name="T9" fmla="*/ 17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5">
                    <a:moveTo>
                      <a:pt x="25" y="8"/>
                    </a:moveTo>
                    <a:cubicBezTo>
                      <a:pt x="17" y="13"/>
                      <a:pt x="0" y="17"/>
                      <a:pt x="3" y="24"/>
                    </a:cubicBezTo>
                    <a:cubicBezTo>
                      <a:pt x="5" y="32"/>
                      <a:pt x="20" y="45"/>
                      <a:pt x="30" y="40"/>
                    </a:cubicBezTo>
                    <a:cubicBezTo>
                      <a:pt x="41" y="35"/>
                      <a:pt x="58" y="26"/>
                      <a:pt x="55" y="16"/>
                    </a:cubicBezTo>
                    <a:cubicBezTo>
                      <a:pt x="51" y="7"/>
                      <a:pt x="39" y="0"/>
                      <a:pt x="2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31" name="Freeform 503">
                <a:extLst>
                  <a:ext uri="{FF2B5EF4-FFF2-40B4-BE49-F238E27FC236}">
                    <a16:creationId xmlns:a16="http://schemas.microsoft.com/office/drawing/2014/main" id="{D078B0AF-7409-45CF-9C1C-B82BC1B2D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109"/>
                <a:ext cx="64" cy="46"/>
              </a:xfrm>
              <a:custGeom>
                <a:avLst/>
                <a:gdLst>
                  <a:gd name="T0" fmla="*/ 83 w 37"/>
                  <a:gd name="T1" fmla="*/ 125 h 25"/>
                  <a:gd name="T2" fmla="*/ 526 w 37"/>
                  <a:gd name="T3" fmla="*/ 399 h 25"/>
                  <a:gd name="T4" fmla="*/ 83 w 37"/>
                  <a:gd name="T5" fmla="*/ 12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5">
                    <a:moveTo>
                      <a:pt x="5" y="6"/>
                    </a:moveTo>
                    <a:cubicBezTo>
                      <a:pt x="0" y="15"/>
                      <a:pt x="31" y="25"/>
                      <a:pt x="34" y="19"/>
                    </a:cubicBezTo>
                    <a:cubicBezTo>
                      <a:pt x="37" y="12"/>
                      <a:pt x="9" y="0"/>
                      <a:pt x="5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32" name="Freeform 504">
                <a:extLst>
                  <a:ext uri="{FF2B5EF4-FFF2-40B4-BE49-F238E27FC236}">
                    <a16:creationId xmlns:a16="http://schemas.microsoft.com/office/drawing/2014/main" id="{EA5DE6CA-E067-42C2-BB01-FF6CADF8A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087"/>
                <a:ext cx="99" cy="64"/>
              </a:xfrm>
              <a:custGeom>
                <a:avLst/>
                <a:gdLst>
                  <a:gd name="T0" fmla="*/ 328 w 57"/>
                  <a:gd name="T1" fmla="*/ 177 h 35"/>
                  <a:gd name="T2" fmla="*/ 156 w 57"/>
                  <a:gd name="T3" fmla="*/ 552 h 35"/>
                  <a:gd name="T4" fmla="*/ 683 w 57"/>
                  <a:gd name="T5" fmla="*/ 538 h 35"/>
                  <a:gd name="T6" fmla="*/ 745 w 57"/>
                  <a:gd name="T7" fmla="*/ 97 h 35"/>
                  <a:gd name="T8" fmla="*/ 328 w 57"/>
                  <a:gd name="T9" fmla="*/ 17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5">
                    <a:moveTo>
                      <a:pt x="21" y="9"/>
                    </a:moveTo>
                    <a:cubicBezTo>
                      <a:pt x="15" y="13"/>
                      <a:pt x="0" y="24"/>
                      <a:pt x="10" y="27"/>
                    </a:cubicBezTo>
                    <a:cubicBezTo>
                      <a:pt x="20" y="30"/>
                      <a:pt x="34" y="35"/>
                      <a:pt x="43" y="26"/>
                    </a:cubicBezTo>
                    <a:cubicBezTo>
                      <a:pt x="52" y="16"/>
                      <a:pt x="57" y="9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33" name="Freeform 505">
                <a:extLst>
                  <a:ext uri="{FF2B5EF4-FFF2-40B4-BE49-F238E27FC236}">
                    <a16:creationId xmlns:a16="http://schemas.microsoft.com/office/drawing/2014/main" id="{34FDD652-7A39-4D7C-AB6D-A726BB986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146"/>
                <a:ext cx="87" cy="142"/>
              </a:xfrm>
              <a:custGeom>
                <a:avLst/>
                <a:gdLst>
                  <a:gd name="T0" fmla="*/ 273 w 50"/>
                  <a:gd name="T1" fmla="*/ 326 h 77"/>
                  <a:gd name="T2" fmla="*/ 28 w 50"/>
                  <a:gd name="T3" fmla="*/ 704 h 77"/>
                  <a:gd name="T4" fmla="*/ 336 w 50"/>
                  <a:gd name="T5" fmla="*/ 1411 h 77"/>
                  <a:gd name="T6" fmla="*/ 273 w 50"/>
                  <a:gd name="T7" fmla="*/ 32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7">
                    <a:moveTo>
                      <a:pt x="17" y="15"/>
                    </a:moveTo>
                    <a:cubicBezTo>
                      <a:pt x="8" y="19"/>
                      <a:pt x="0" y="23"/>
                      <a:pt x="2" y="33"/>
                    </a:cubicBezTo>
                    <a:cubicBezTo>
                      <a:pt x="4" y="43"/>
                      <a:pt x="12" y="77"/>
                      <a:pt x="21" y="66"/>
                    </a:cubicBezTo>
                    <a:cubicBezTo>
                      <a:pt x="30" y="55"/>
                      <a:pt x="50" y="0"/>
                      <a:pt x="17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34" name="Freeform 506">
                <a:extLst>
                  <a:ext uri="{FF2B5EF4-FFF2-40B4-BE49-F238E27FC236}">
                    <a16:creationId xmlns:a16="http://schemas.microsoft.com/office/drawing/2014/main" id="{CA156D92-3861-4902-8AC1-B9FF9C330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129"/>
                <a:ext cx="161" cy="155"/>
              </a:xfrm>
              <a:custGeom>
                <a:avLst/>
                <a:gdLst>
                  <a:gd name="T0" fmla="*/ 725 w 93"/>
                  <a:gd name="T1" fmla="*/ 275 h 84"/>
                  <a:gd name="T2" fmla="*/ 126 w 93"/>
                  <a:gd name="T3" fmla="*/ 906 h 84"/>
                  <a:gd name="T4" fmla="*/ 218 w 93"/>
                  <a:gd name="T5" fmla="*/ 1563 h 84"/>
                  <a:gd name="T6" fmla="*/ 1151 w 93"/>
                  <a:gd name="T7" fmla="*/ 1450 h 84"/>
                  <a:gd name="T8" fmla="*/ 1364 w 93"/>
                  <a:gd name="T9" fmla="*/ 661 h 84"/>
                  <a:gd name="T10" fmla="*/ 725 w 93"/>
                  <a:gd name="T11" fmla="*/ 275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4">
                    <a:moveTo>
                      <a:pt x="47" y="13"/>
                    </a:moveTo>
                    <a:cubicBezTo>
                      <a:pt x="37" y="21"/>
                      <a:pt x="16" y="33"/>
                      <a:pt x="8" y="42"/>
                    </a:cubicBezTo>
                    <a:cubicBezTo>
                      <a:pt x="0" y="52"/>
                      <a:pt x="0" y="72"/>
                      <a:pt x="14" y="73"/>
                    </a:cubicBezTo>
                    <a:cubicBezTo>
                      <a:pt x="28" y="73"/>
                      <a:pt x="64" y="84"/>
                      <a:pt x="74" y="68"/>
                    </a:cubicBezTo>
                    <a:cubicBezTo>
                      <a:pt x="84" y="52"/>
                      <a:pt x="93" y="41"/>
                      <a:pt x="88" y="31"/>
                    </a:cubicBezTo>
                    <a:cubicBezTo>
                      <a:pt x="84" y="22"/>
                      <a:pt x="64" y="0"/>
                      <a:pt x="47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35" name="Freeform 507">
                <a:extLst>
                  <a:ext uri="{FF2B5EF4-FFF2-40B4-BE49-F238E27FC236}">
                    <a16:creationId xmlns:a16="http://schemas.microsoft.com/office/drawing/2014/main" id="{9817D192-885E-42FE-A580-E356AC21C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083"/>
                <a:ext cx="154" cy="150"/>
              </a:xfrm>
              <a:custGeom>
                <a:avLst/>
                <a:gdLst>
                  <a:gd name="T0" fmla="*/ 931 w 89"/>
                  <a:gd name="T1" fmla="*/ 128 h 81"/>
                  <a:gd name="T2" fmla="*/ 467 w 89"/>
                  <a:gd name="T3" fmla="*/ 261 h 81"/>
                  <a:gd name="T4" fmla="*/ 218 w 89"/>
                  <a:gd name="T5" fmla="*/ 1148 h 81"/>
                  <a:gd name="T6" fmla="*/ 652 w 89"/>
                  <a:gd name="T7" fmla="*/ 1530 h 81"/>
                  <a:gd name="T8" fmla="*/ 931 w 89"/>
                  <a:gd name="T9" fmla="*/ 128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1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27" y="55"/>
                      <a:pt x="29" y="81"/>
                      <a:pt x="42" y="70"/>
                    </a:cubicBezTo>
                    <a:cubicBezTo>
                      <a:pt x="55" y="60"/>
                      <a:pt x="89" y="14"/>
                      <a:pt x="60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36" name="Freeform 508">
                <a:extLst>
                  <a:ext uri="{FF2B5EF4-FFF2-40B4-BE49-F238E27FC236}">
                    <a16:creationId xmlns:a16="http://schemas.microsoft.com/office/drawing/2014/main" id="{1465E903-A0AA-438F-B8B9-AD5A77A84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03"/>
                <a:ext cx="137" cy="83"/>
              </a:xfrm>
              <a:custGeom>
                <a:avLst/>
                <a:gdLst>
                  <a:gd name="T0" fmla="*/ 640 w 79"/>
                  <a:gd name="T1" fmla="*/ 81 h 45"/>
                  <a:gd name="T2" fmla="*/ 208 w 79"/>
                  <a:gd name="T3" fmla="*/ 660 h 45"/>
                  <a:gd name="T4" fmla="*/ 1023 w 79"/>
                  <a:gd name="T5" fmla="*/ 834 h 45"/>
                  <a:gd name="T6" fmla="*/ 975 w 79"/>
                  <a:gd name="T7" fmla="*/ 177 h 45"/>
                  <a:gd name="T8" fmla="*/ 640 w 79"/>
                  <a:gd name="T9" fmla="*/ 8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5">
                    <a:moveTo>
                      <a:pt x="41" y="4"/>
                    </a:moveTo>
                    <a:cubicBezTo>
                      <a:pt x="29" y="8"/>
                      <a:pt x="0" y="25"/>
                      <a:pt x="13" y="31"/>
                    </a:cubicBezTo>
                    <a:cubicBezTo>
                      <a:pt x="27" y="37"/>
                      <a:pt x="50" y="45"/>
                      <a:pt x="65" y="39"/>
                    </a:cubicBezTo>
                    <a:cubicBezTo>
                      <a:pt x="79" y="34"/>
                      <a:pt x="70" y="14"/>
                      <a:pt x="62" y="8"/>
                    </a:cubicBezTo>
                    <a:cubicBezTo>
                      <a:pt x="55" y="3"/>
                      <a:pt x="52" y="0"/>
                      <a:pt x="41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37" name="Freeform 509">
                <a:extLst>
                  <a:ext uri="{FF2B5EF4-FFF2-40B4-BE49-F238E27FC236}">
                    <a16:creationId xmlns:a16="http://schemas.microsoft.com/office/drawing/2014/main" id="{40179FD2-33CD-4D91-BA91-C165F7B19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168"/>
                <a:ext cx="192" cy="98"/>
              </a:xfrm>
              <a:custGeom>
                <a:avLst/>
                <a:gdLst>
                  <a:gd name="T0" fmla="*/ 894 w 111"/>
                  <a:gd name="T1" fmla="*/ 81 h 53"/>
                  <a:gd name="T2" fmla="*/ 234 w 111"/>
                  <a:gd name="T3" fmla="*/ 261 h 53"/>
                  <a:gd name="T4" fmla="*/ 317 w 111"/>
                  <a:gd name="T5" fmla="*/ 1124 h 53"/>
                  <a:gd name="T6" fmla="*/ 1128 w 111"/>
                  <a:gd name="T7" fmla="*/ 1063 h 53"/>
                  <a:gd name="T8" fmla="*/ 1693 w 111"/>
                  <a:gd name="T9" fmla="*/ 782 h 53"/>
                  <a:gd name="T10" fmla="*/ 894 w 111"/>
                  <a:gd name="T11" fmla="*/ 8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3">
                    <a:moveTo>
                      <a:pt x="58" y="4"/>
                    </a:moveTo>
                    <a:cubicBezTo>
                      <a:pt x="45" y="3"/>
                      <a:pt x="21" y="0"/>
                      <a:pt x="15" y="12"/>
                    </a:cubicBezTo>
                    <a:cubicBezTo>
                      <a:pt x="8" y="25"/>
                      <a:pt x="0" y="53"/>
                      <a:pt x="20" y="52"/>
                    </a:cubicBezTo>
                    <a:cubicBezTo>
                      <a:pt x="40" y="51"/>
                      <a:pt x="52" y="49"/>
                      <a:pt x="73" y="49"/>
                    </a:cubicBezTo>
                    <a:cubicBezTo>
                      <a:pt x="93" y="49"/>
                      <a:pt x="111" y="47"/>
                      <a:pt x="109" y="36"/>
                    </a:cubicBezTo>
                    <a:cubicBezTo>
                      <a:pt x="107" y="24"/>
                      <a:pt x="82" y="7"/>
                      <a:pt x="58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38" name="Freeform 510">
                <a:extLst>
                  <a:ext uri="{FF2B5EF4-FFF2-40B4-BE49-F238E27FC236}">
                    <a16:creationId xmlns:a16="http://schemas.microsoft.com/office/drawing/2014/main" id="{B372E7D3-6E92-4B56-B089-CF44548DA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190"/>
                <a:ext cx="112" cy="87"/>
              </a:xfrm>
              <a:custGeom>
                <a:avLst/>
                <a:gdLst>
                  <a:gd name="T0" fmla="*/ 820 w 65"/>
                  <a:gd name="T1" fmla="*/ 178 h 47"/>
                  <a:gd name="T2" fmla="*/ 193 w 65"/>
                  <a:gd name="T3" fmla="*/ 539 h 47"/>
                  <a:gd name="T4" fmla="*/ 210 w 65"/>
                  <a:gd name="T5" fmla="*/ 998 h 47"/>
                  <a:gd name="T6" fmla="*/ 863 w 65"/>
                  <a:gd name="T7" fmla="*/ 914 h 47"/>
                  <a:gd name="T8" fmla="*/ 820 w 65"/>
                  <a:gd name="T9" fmla="*/ 17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54" y="8"/>
                    </a:move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29" y="45"/>
                      <a:pt x="50" y="44"/>
                      <a:pt x="57" y="42"/>
                    </a:cubicBezTo>
                    <a:cubicBezTo>
                      <a:pt x="65" y="40"/>
                      <a:pt x="56" y="18"/>
                      <a:pt x="54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39" name="Freeform 511">
                <a:extLst>
                  <a:ext uri="{FF2B5EF4-FFF2-40B4-BE49-F238E27FC236}">
                    <a16:creationId xmlns:a16="http://schemas.microsoft.com/office/drawing/2014/main" id="{752DC972-4980-4DC4-9D78-E3BCD1C19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090"/>
                <a:ext cx="74" cy="170"/>
              </a:xfrm>
              <a:custGeom>
                <a:avLst/>
                <a:gdLst>
                  <a:gd name="T0" fmla="*/ 423 w 43"/>
                  <a:gd name="T1" fmla="*/ 177 h 92"/>
                  <a:gd name="T2" fmla="*/ 77 w 43"/>
                  <a:gd name="T3" fmla="*/ 604 h 92"/>
                  <a:gd name="T4" fmla="*/ 559 w 43"/>
                  <a:gd name="T5" fmla="*/ 1898 h 92"/>
                  <a:gd name="T6" fmla="*/ 423 w 43"/>
                  <a:gd name="T7" fmla="*/ 177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92">
                    <a:moveTo>
                      <a:pt x="28" y="8"/>
                    </a:moveTo>
                    <a:cubicBezTo>
                      <a:pt x="16" y="16"/>
                      <a:pt x="0" y="18"/>
                      <a:pt x="5" y="28"/>
                    </a:cubicBezTo>
                    <a:cubicBezTo>
                      <a:pt x="10" y="39"/>
                      <a:pt x="31" y="92"/>
                      <a:pt x="37" y="88"/>
                    </a:cubicBezTo>
                    <a:cubicBezTo>
                      <a:pt x="43" y="84"/>
                      <a:pt x="41" y="0"/>
                      <a:pt x="28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40" name="Freeform 512">
                <a:extLst>
                  <a:ext uri="{FF2B5EF4-FFF2-40B4-BE49-F238E27FC236}">
                    <a16:creationId xmlns:a16="http://schemas.microsoft.com/office/drawing/2014/main" id="{A3480385-26CB-4893-AADF-9B9306F32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701"/>
                <a:ext cx="32" cy="40"/>
              </a:xfrm>
              <a:custGeom>
                <a:avLst/>
                <a:gdLst>
                  <a:gd name="T0" fmla="*/ 203 w 18"/>
                  <a:gd name="T1" fmla="*/ 360 h 22"/>
                  <a:gd name="T2" fmla="*/ 320 w 18"/>
                  <a:gd name="T3" fmla="*/ 175 h 22"/>
                  <a:gd name="T4" fmla="*/ 268 w 18"/>
                  <a:gd name="T5" fmla="*/ 80 h 22"/>
                  <a:gd name="T6" fmla="*/ 37 w 18"/>
                  <a:gd name="T7" fmla="*/ 242 h 22"/>
                  <a:gd name="T8" fmla="*/ 231 w 18"/>
                  <a:gd name="T9" fmla="*/ 440 h 22"/>
                  <a:gd name="T10" fmla="*/ 203 w 18"/>
                  <a:gd name="T11" fmla="*/ 36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11" y="18"/>
                    </a:moveTo>
                    <a:cubicBezTo>
                      <a:pt x="9" y="15"/>
                      <a:pt x="13" y="10"/>
                      <a:pt x="18" y="9"/>
                    </a:cubicBezTo>
                    <a:cubicBezTo>
                      <a:pt x="17" y="7"/>
                      <a:pt x="17" y="6"/>
                      <a:pt x="15" y="4"/>
                    </a:cubicBezTo>
                    <a:cubicBezTo>
                      <a:pt x="9" y="0"/>
                      <a:pt x="0" y="7"/>
                      <a:pt x="2" y="12"/>
                    </a:cubicBezTo>
                    <a:cubicBezTo>
                      <a:pt x="4" y="17"/>
                      <a:pt x="9" y="22"/>
                      <a:pt x="13" y="22"/>
                    </a:cubicBezTo>
                    <a:cubicBezTo>
                      <a:pt x="12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41" name="Freeform 513">
                <a:extLst>
                  <a:ext uri="{FF2B5EF4-FFF2-40B4-BE49-F238E27FC236}">
                    <a16:creationId xmlns:a16="http://schemas.microsoft.com/office/drawing/2014/main" id="{8C929F61-1FD7-4792-A0BE-4F5453F84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736"/>
                <a:ext cx="36" cy="46"/>
              </a:xfrm>
              <a:custGeom>
                <a:avLst/>
                <a:gdLst>
                  <a:gd name="T0" fmla="*/ 147 w 21"/>
                  <a:gd name="T1" fmla="*/ 379 h 25"/>
                  <a:gd name="T2" fmla="*/ 291 w 21"/>
                  <a:gd name="T3" fmla="*/ 177 h 25"/>
                  <a:gd name="T4" fmla="*/ 312 w 21"/>
                  <a:gd name="T5" fmla="*/ 177 h 25"/>
                  <a:gd name="T6" fmla="*/ 168 w 21"/>
                  <a:gd name="T7" fmla="*/ 44 h 25"/>
                  <a:gd name="T8" fmla="*/ 15 w 21"/>
                  <a:gd name="T9" fmla="*/ 250 h 25"/>
                  <a:gd name="T10" fmla="*/ 132 w 21"/>
                  <a:gd name="T11" fmla="*/ 460 h 25"/>
                  <a:gd name="T12" fmla="*/ 147 w 21"/>
                  <a:gd name="T13" fmla="*/ 460 h 25"/>
                  <a:gd name="T14" fmla="*/ 147 w 21"/>
                  <a:gd name="T15" fmla="*/ 379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0" y="18"/>
                    </a:moveTo>
                    <a:cubicBezTo>
                      <a:pt x="9" y="6"/>
                      <a:pt x="14" y="9"/>
                      <a:pt x="20" y="8"/>
                    </a:cubicBezTo>
                    <a:cubicBezTo>
                      <a:pt x="20" y="8"/>
                      <a:pt x="21" y="8"/>
                      <a:pt x="21" y="8"/>
                    </a:cubicBezTo>
                    <a:cubicBezTo>
                      <a:pt x="21" y="4"/>
                      <a:pt x="19" y="1"/>
                      <a:pt x="11" y="2"/>
                    </a:cubicBez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0" y="20"/>
                      <a:pt x="10" y="19"/>
                      <a:pt x="10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42" name="Freeform 514">
                <a:extLst>
                  <a:ext uri="{FF2B5EF4-FFF2-40B4-BE49-F238E27FC236}">
                    <a16:creationId xmlns:a16="http://schemas.microsoft.com/office/drawing/2014/main" id="{79AF6B58-17D2-4B4D-B45D-CDF050CED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778"/>
                <a:ext cx="66" cy="58"/>
              </a:xfrm>
              <a:custGeom>
                <a:avLst/>
                <a:gdLst>
                  <a:gd name="T0" fmla="*/ 234 w 38"/>
                  <a:gd name="T1" fmla="*/ 339 h 31"/>
                  <a:gd name="T2" fmla="*/ 471 w 38"/>
                  <a:gd name="T3" fmla="*/ 157 h 31"/>
                  <a:gd name="T4" fmla="*/ 582 w 38"/>
                  <a:gd name="T5" fmla="*/ 181 h 31"/>
                  <a:gd name="T6" fmla="*/ 603 w 38"/>
                  <a:gd name="T7" fmla="*/ 112 h 31"/>
                  <a:gd name="T8" fmla="*/ 328 w 38"/>
                  <a:gd name="T9" fmla="*/ 24 h 31"/>
                  <a:gd name="T10" fmla="*/ 90 w 38"/>
                  <a:gd name="T11" fmla="*/ 210 h 31"/>
                  <a:gd name="T12" fmla="*/ 109 w 38"/>
                  <a:gd name="T13" fmla="*/ 623 h 31"/>
                  <a:gd name="T14" fmla="*/ 208 w 38"/>
                  <a:gd name="T15" fmla="*/ 503 h 31"/>
                  <a:gd name="T16" fmla="*/ 234 w 38"/>
                  <a:gd name="T17" fmla="*/ 339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1">
                    <a:moveTo>
                      <a:pt x="15" y="15"/>
                    </a:moveTo>
                    <a:cubicBezTo>
                      <a:pt x="18" y="6"/>
                      <a:pt x="23" y="8"/>
                      <a:pt x="30" y="7"/>
                    </a:cubicBezTo>
                    <a:cubicBezTo>
                      <a:pt x="32" y="7"/>
                      <a:pt x="35" y="7"/>
                      <a:pt x="37" y="8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9" y="25"/>
                      <a:pt x="11" y="24"/>
                      <a:pt x="13" y="22"/>
                    </a:cubicBezTo>
                    <a:cubicBezTo>
                      <a:pt x="13" y="20"/>
                      <a:pt x="14" y="17"/>
                      <a:pt x="15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43" name="Freeform 515">
                <a:extLst>
                  <a:ext uri="{FF2B5EF4-FFF2-40B4-BE49-F238E27FC236}">
                    <a16:creationId xmlns:a16="http://schemas.microsoft.com/office/drawing/2014/main" id="{CC52E773-56BB-40E4-8325-203C1ACCE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817"/>
                <a:ext cx="138" cy="67"/>
              </a:xfrm>
              <a:custGeom>
                <a:avLst/>
                <a:gdLst>
                  <a:gd name="T0" fmla="*/ 759 w 80"/>
                  <a:gd name="T1" fmla="*/ 238 h 36"/>
                  <a:gd name="T2" fmla="*/ 1223 w 80"/>
                  <a:gd name="T3" fmla="*/ 208 h 36"/>
                  <a:gd name="T4" fmla="*/ 1223 w 80"/>
                  <a:gd name="T5" fmla="*/ 181 h 36"/>
                  <a:gd name="T6" fmla="*/ 624 w 80"/>
                  <a:gd name="T7" fmla="*/ 112 h 36"/>
                  <a:gd name="T8" fmla="*/ 48 w 80"/>
                  <a:gd name="T9" fmla="*/ 672 h 36"/>
                  <a:gd name="T10" fmla="*/ 185 w 80"/>
                  <a:gd name="T11" fmla="*/ 808 h 36"/>
                  <a:gd name="T12" fmla="*/ 759 w 80"/>
                  <a:gd name="T13" fmla="*/ 23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6">
                    <a:moveTo>
                      <a:pt x="50" y="11"/>
                    </a:moveTo>
                    <a:cubicBezTo>
                      <a:pt x="60" y="8"/>
                      <a:pt x="72" y="7"/>
                      <a:pt x="80" y="9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76" y="0"/>
                      <a:pt x="56" y="1"/>
                      <a:pt x="41" y="5"/>
                    </a:cubicBezTo>
                    <a:cubicBezTo>
                      <a:pt x="28" y="8"/>
                      <a:pt x="0" y="22"/>
                      <a:pt x="3" y="30"/>
                    </a:cubicBezTo>
                    <a:cubicBezTo>
                      <a:pt x="5" y="33"/>
                      <a:pt x="8" y="35"/>
                      <a:pt x="12" y="36"/>
                    </a:cubicBezTo>
                    <a:cubicBezTo>
                      <a:pt x="10" y="28"/>
                      <a:pt x="37" y="14"/>
                      <a:pt x="50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44" name="Freeform 516">
                <a:extLst>
                  <a:ext uri="{FF2B5EF4-FFF2-40B4-BE49-F238E27FC236}">
                    <a16:creationId xmlns:a16="http://schemas.microsoft.com/office/drawing/2014/main" id="{8B57099A-29EC-42B8-AD6A-89E96C8A5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817"/>
                <a:ext cx="78" cy="109"/>
              </a:xfrm>
              <a:custGeom>
                <a:avLst/>
                <a:gdLst>
                  <a:gd name="T0" fmla="*/ 151 w 45"/>
                  <a:gd name="T1" fmla="*/ 839 h 59"/>
                  <a:gd name="T2" fmla="*/ 321 w 45"/>
                  <a:gd name="T3" fmla="*/ 491 h 59"/>
                  <a:gd name="T4" fmla="*/ 704 w 45"/>
                  <a:gd name="T5" fmla="*/ 233 h 59"/>
                  <a:gd name="T6" fmla="*/ 688 w 45"/>
                  <a:gd name="T7" fmla="*/ 126 h 59"/>
                  <a:gd name="T8" fmla="*/ 185 w 45"/>
                  <a:gd name="T9" fmla="*/ 358 h 59"/>
                  <a:gd name="T10" fmla="*/ 16 w 45"/>
                  <a:gd name="T11" fmla="*/ 713 h 59"/>
                  <a:gd name="T12" fmla="*/ 172 w 45"/>
                  <a:gd name="T13" fmla="*/ 1221 h 59"/>
                  <a:gd name="T14" fmla="*/ 151 w 45"/>
                  <a:gd name="T15" fmla="*/ 839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9">
                    <a:moveTo>
                      <a:pt x="10" y="39"/>
                    </a:moveTo>
                    <a:cubicBezTo>
                      <a:pt x="11" y="29"/>
                      <a:pt x="15" y="26"/>
                      <a:pt x="21" y="23"/>
                    </a:cubicBezTo>
                    <a:cubicBezTo>
                      <a:pt x="25" y="20"/>
                      <a:pt x="37" y="13"/>
                      <a:pt x="45" y="11"/>
                    </a:cubicBezTo>
                    <a:cubicBezTo>
                      <a:pt x="45" y="9"/>
                      <a:pt x="45" y="8"/>
                      <a:pt x="44" y="6"/>
                    </a:cubicBez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1" y="59"/>
                      <a:pt x="11" y="57"/>
                    </a:cubicBezTo>
                    <a:cubicBezTo>
                      <a:pt x="9" y="52"/>
                      <a:pt x="9" y="44"/>
                      <a:pt x="10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45" name="Freeform 517">
                <a:extLst>
                  <a:ext uri="{FF2B5EF4-FFF2-40B4-BE49-F238E27FC236}">
                    <a16:creationId xmlns:a16="http://schemas.microsoft.com/office/drawing/2014/main" id="{ACCD3769-26A2-4D4B-95DB-C17797A26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797"/>
                <a:ext cx="50" cy="55"/>
              </a:xfrm>
              <a:custGeom>
                <a:avLst/>
                <a:gdLst>
                  <a:gd name="T0" fmla="*/ 184 w 29"/>
                  <a:gd name="T1" fmla="*/ 326 h 30"/>
                  <a:gd name="T2" fmla="*/ 426 w 29"/>
                  <a:gd name="T3" fmla="*/ 149 h 30"/>
                  <a:gd name="T4" fmla="*/ 440 w 29"/>
                  <a:gd name="T5" fmla="*/ 149 h 30"/>
                  <a:gd name="T6" fmla="*/ 291 w 29"/>
                  <a:gd name="T7" fmla="*/ 24 h 30"/>
                  <a:gd name="T8" fmla="*/ 48 w 29"/>
                  <a:gd name="T9" fmla="*/ 205 h 30"/>
                  <a:gd name="T10" fmla="*/ 184 w 29"/>
                  <a:gd name="T11" fmla="*/ 622 h 30"/>
                  <a:gd name="T12" fmla="*/ 184 w 29"/>
                  <a:gd name="T13" fmla="*/ 32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2" y="16"/>
                    </a:moveTo>
                    <a:cubicBezTo>
                      <a:pt x="16" y="6"/>
                      <a:pt x="18" y="8"/>
                      <a:pt x="28" y="7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7" y="3"/>
                      <a:pt x="25" y="0"/>
                      <a:pt x="19" y="1"/>
                    </a:cubicBezTo>
                    <a:cubicBezTo>
                      <a:pt x="9" y="2"/>
                      <a:pt x="7" y="0"/>
                      <a:pt x="3" y="10"/>
                    </a:cubicBezTo>
                    <a:cubicBezTo>
                      <a:pt x="0" y="18"/>
                      <a:pt x="1" y="27"/>
                      <a:pt x="12" y="30"/>
                    </a:cubicBezTo>
                    <a:cubicBezTo>
                      <a:pt x="10" y="26"/>
                      <a:pt x="10" y="21"/>
                      <a:pt x="12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46" name="Freeform 518">
                <a:extLst>
                  <a:ext uri="{FF2B5EF4-FFF2-40B4-BE49-F238E27FC236}">
                    <a16:creationId xmlns:a16="http://schemas.microsoft.com/office/drawing/2014/main" id="{28D5BD92-0679-4BB3-BACE-3692772C9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762"/>
                <a:ext cx="22" cy="40"/>
              </a:xfrm>
              <a:custGeom>
                <a:avLst/>
                <a:gdLst>
                  <a:gd name="T0" fmla="*/ 120 w 13"/>
                  <a:gd name="T1" fmla="*/ 336 h 22"/>
                  <a:gd name="T2" fmla="*/ 181 w 13"/>
                  <a:gd name="T3" fmla="*/ 175 h 22"/>
                  <a:gd name="T4" fmla="*/ 120 w 13"/>
                  <a:gd name="T5" fmla="*/ 53 h 22"/>
                  <a:gd name="T6" fmla="*/ 0 w 13"/>
                  <a:gd name="T7" fmla="*/ 215 h 22"/>
                  <a:gd name="T8" fmla="*/ 140 w 13"/>
                  <a:gd name="T9" fmla="*/ 413 h 22"/>
                  <a:gd name="T10" fmla="*/ 120 w 13"/>
                  <a:gd name="T11" fmla="*/ 336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2">
                    <a:moveTo>
                      <a:pt x="9" y="17"/>
                    </a:moveTo>
                    <a:cubicBezTo>
                      <a:pt x="10" y="13"/>
                      <a:pt x="11" y="10"/>
                      <a:pt x="13" y="9"/>
                    </a:cubicBezTo>
                    <a:cubicBezTo>
                      <a:pt x="13" y="7"/>
                      <a:pt x="11" y="5"/>
                      <a:pt x="9" y="3"/>
                    </a:cubicBezTo>
                    <a:cubicBezTo>
                      <a:pt x="3" y="0"/>
                      <a:pt x="1" y="5"/>
                      <a:pt x="0" y="11"/>
                    </a:cubicBezTo>
                    <a:cubicBezTo>
                      <a:pt x="0" y="17"/>
                      <a:pt x="6" y="22"/>
                      <a:pt x="10" y="21"/>
                    </a:cubicBezTo>
                    <a:cubicBezTo>
                      <a:pt x="9" y="20"/>
                      <a:pt x="9" y="19"/>
                      <a:pt x="9" y="17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47" name="Freeform 519">
                <a:extLst>
                  <a:ext uri="{FF2B5EF4-FFF2-40B4-BE49-F238E27FC236}">
                    <a16:creationId xmlns:a16="http://schemas.microsoft.com/office/drawing/2014/main" id="{E9EFCCA2-8F17-4863-98E5-DC947A560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848"/>
                <a:ext cx="48" cy="85"/>
              </a:xfrm>
              <a:custGeom>
                <a:avLst/>
                <a:gdLst>
                  <a:gd name="T0" fmla="*/ 288 w 28"/>
                  <a:gd name="T1" fmla="*/ 431 h 46"/>
                  <a:gd name="T2" fmla="*/ 415 w 28"/>
                  <a:gd name="T3" fmla="*/ 194 h 46"/>
                  <a:gd name="T4" fmla="*/ 387 w 28"/>
                  <a:gd name="T5" fmla="*/ 68 h 46"/>
                  <a:gd name="T6" fmla="*/ 147 w 28"/>
                  <a:gd name="T7" fmla="*/ 303 h 46"/>
                  <a:gd name="T8" fmla="*/ 120 w 28"/>
                  <a:gd name="T9" fmla="*/ 946 h 46"/>
                  <a:gd name="T10" fmla="*/ 206 w 28"/>
                  <a:gd name="T11" fmla="*/ 990 h 46"/>
                  <a:gd name="T12" fmla="*/ 288 w 28"/>
                  <a:gd name="T13" fmla="*/ 431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6">
                    <a:moveTo>
                      <a:pt x="19" y="20"/>
                    </a:moveTo>
                    <a:cubicBezTo>
                      <a:pt x="22" y="15"/>
                      <a:pt x="25" y="11"/>
                      <a:pt x="28" y="9"/>
                    </a:cubicBezTo>
                    <a:cubicBezTo>
                      <a:pt x="28" y="5"/>
                      <a:pt x="28" y="4"/>
                      <a:pt x="26" y="3"/>
                    </a:cubicBez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0" y="45"/>
                      <a:pt x="12" y="46"/>
                      <a:pt x="14" y="46"/>
                    </a:cubicBezTo>
                    <a:cubicBezTo>
                      <a:pt x="11" y="39"/>
                      <a:pt x="14" y="27"/>
                      <a:pt x="19" y="2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48" name="Freeform 520">
                <a:extLst>
                  <a:ext uri="{FF2B5EF4-FFF2-40B4-BE49-F238E27FC236}">
                    <a16:creationId xmlns:a16="http://schemas.microsoft.com/office/drawing/2014/main" id="{6A21DBD8-318F-4B36-81DF-6937477DC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96"/>
                <a:ext cx="129" cy="106"/>
              </a:xfrm>
              <a:custGeom>
                <a:avLst/>
                <a:gdLst>
                  <a:gd name="T0" fmla="*/ 210 w 75"/>
                  <a:gd name="T1" fmla="*/ 1030 h 57"/>
                  <a:gd name="T2" fmla="*/ 728 w 75"/>
                  <a:gd name="T3" fmla="*/ 387 h 57"/>
                  <a:gd name="T4" fmla="*/ 1130 w 75"/>
                  <a:gd name="T5" fmla="*/ 238 h 57"/>
                  <a:gd name="T6" fmla="*/ 1130 w 75"/>
                  <a:gd name="T7" fmla="*/ 225 h 57"/>
                  <a:gd name="T8" fmla="*/ 587 w 75"/>
                  <a:gd name="T9" fmla="*/ 238 h 57"/>
                  <a:gd name="T10" fmla="*/ 77 w 75"/>
                  <a:gd name="T11" fmla="*/ 889 h 57"/>
                  <a:gd name="T12" fmla="*/ 291 w 75"/>
                  <a:gd name="T13" fmla="*/ 1266 h 57"/>
                  <a:gd name="T14" fmla="*/ 210 w 75"/>
                  <a:gd name="T15" fmla="*/ 103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7">
                    <a:moveTo>
                      <a:pt x="14" y="46"/>
                    </a:moveTo>
                    <a:cubicBezTo>
                      <a:pt x="9" y="34"/>
                      <a:pt x="36" y="23"/>
                      <a:pt x="48" y="17"/>
                    </a:cubicBezTo>
                    <a:cubicBezTo>
                      <a:pt x="56" y="13"/>
                      <a:pt x="67" y="10"/>
                      <a:pt x="75" y="11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8" y="48"/>
                      <a:pt x="11" y="57"/>
                      <a:pt x="19" y="57"/>
                    </a:cubicBezTo>
                    <a:cubicBezTo>
                      <a:pt x="17" y="54"/>
                      <a:pt x="15" y="50"/>
                      <a:pt x="14" y="4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49" name="Freeform 521">
                <a:extLst>
                  <a:ext uri="{FF2B5EF4-FFF2-40B4-BE49-F238E27FC236}">
                    <a16:creationId xmlns:a16="http://schemas.microsoft.com/office/drawing/2014/main" id="{96D1CE6C-7F2E-4F3A-9374-0B3A4C26A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957"/>
                <a:ext cx="127" cy="135"/>
              </a:xfrm>
              <a:custGeom>
                <a:avLst/>
                <a:gdLst>
                  <a:gd name="T0" fmla="*/ 148 w 73"/>
                  <a:gd name="T1" fmla="*/ 1124 h 73"/>
                  <a:gd name="T2" fmla="*/ 880 w 73"/>
                  <a:gd name="T3" fmla="*/ 305 h 73"/>
                  <a:gd name="T4" fmla="*/ 1162 w 73"/>
                  <a:gd name="T5" fmla="*/ 178 h 73"/>
                  <a:gd name="T6" fmla="*/ 1145 w 73"/>
                  <a:gd name="T7" fmla="*/ 150 h 73"/>
                  <a:gd name="T8" fmla="*/ 732 w 73"/>
                  <a:gd name="T9" fmla="*/ 178 h 73"/>
                  <a:gd name="T10" fmla="*/ 0 w 73"/>
                  <a:gd name="T11" fmla="*/ 991 h 73"/>
                  <a:gd name="T12" fmla="*/ 257 w 73"/>
                  <a:gd name="T13" fmla="*/ 1579 h 73"/>
                  <a:gd name="T14" fmla="*/ 148 w 73"/>
                  <a:gd name="T15" fmla="*/ 1124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3">
                    <a:moveTo>
                      <a:pt x="9" y="52"/>
                    </a:moveTo>
                    <a:cubicBezTo>
                      <a:pt x="9" y="39"/>
                      <a:pt x="42" y="22"/>
                      <a:pt x="55" y="14"/>
                    </a:cubicBezTo>
                    <a:cubicBezTo>
                      <a:pt x="63" y="9"/>
                      <a:pt x="68" y="7"/>
                      <a:pt x="73" y="8"/>
                    </a:cubicBezTo>
                    <a:cubicBezTo>
                      <a:pt x="73" y="8"/>
                      <a:pt x="72" y="7"/>
                      <a:pt x="72" y="7"/>
                    </a:cubicBez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7"/>
                      <a:pt x="4" y="68"/>
                      <a:pt x="16" y="73"/>
                    </a:cubicBezTo>
                    <a:cubicBezTo>
                      <a:pt x="11" y="67"/>
                      <a:pt x="9" y="60"/>
                      <a:pt x="9" y="5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50" name="Freeform 522">
                <a:extLst>
                  <a:ext uri="{FF2B5EF4-FFF2-40B4-BE49-F238E27FC236}">
                    <a16:creationId xmlns:a16="http://schemas.microsoft.com/office/drawing/2014/main" id="{721637F5-6A1B-4081-9972-F1A7EC6C3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961"/>
                <a:ext cx="86" cy="81"/>
              </a:xfrm>
              <a:custGeom>
                <a:avLst/>
                <a:gdLst>
                  <a:gd name="T0" fmla="*/ 296 w 50"/>
                  <a:gd name="T1" fmla="*/ 331 h 44"/>
                  <a:gd name="T2" fmla="*/ 691 w 50"/>
                  <a:gd name="T3" fmla="*/ 326 h 44"/>
                  <a:gd name="T4" fmla="*/ 755 w 50"/>
                  <a:gd name="T5" fmla="*/ 331 h 44"/>
                  <a:gd name="T6" fmla="*/ 559 w 50"/>
                  <a:gd name="T7" fmla="*/ 193 h 44"/>
                  <a:gd name="T8" fmla="*/ 169 w 50"/>
                  <a:gd name="T9" fmla="*/ 206 h 44"/>
                  <a:gd name="T10" fmla="*/ 227 w 50"/>
                  <a:gd name="T11" fmla="*/ 928 h 44"/>
                  <a:gd name="T12" fmla="*/ 296 w 50"/>
                  <a:gd name="T13" fmla="*/ 33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4">
                    <a:moveTo>
                      <a:pt x="20" y="16"/>
                    </a:moveTo>
                    <a:cubicBezTo>
                      <a:pt x="26" y="6"/>
                      <a:pt x="35" y="13"/>
                      <a:pt x="46" y="15"/>
                    </a:cubicBezTo>
                    <a:cubicBezTo>
                      <a:pt x="47" y="15"/>
                      <a:pt x="49" y="16"/>
                      <a:pt x="50" y="16"/>
                    </a:cubicBezTo>
                    <a:cubicBezTo>
                      <a:pt x="46" y="12"/>
                      <a:pt x="41" y="10"/>
                      <a:pt x="37" y="9"/>
                    </a:cubicBezTo>
                    <a:cubicBezTo>
                      <a:pt x="26" y="7"/>
                      <a:pt x="17" y="0"/>
                      <a:pt x="11" y="10"/>
                    </a:cubicBezTo>
                    <a:cubicBezTo>
                      <a:pt x="5" y="20"/>
                      <a:pt x="0" y="44"/>
                      <a:pt x="15" y="44"/>
                    </a:cubicBezTo>
                    <a:cubicBezTo>
                      <a:pt x="12" y="37"/>
                      <a:pt x="16" y="23"/>
                      <a:pt x="20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51" name="Freeform 523">
                <a:extLst>
                  <a:ext uri="{FF2B5EF4-FFF2-40B4-BE49-F238E27FC236}">
                    <a16:creationId xmlns:a16="http://schemas.microsoft.com/office/drawing/2014/main" id="{11D2A3BE-43C5-4C6E-A3C4-A443E3C4A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874"/>
                <a:ext cx="64" cy="74"/>
              </a:xfrm>
              <a:custGeom>
                <a:avLst/>
                <a:gdLst>
                  <a:gd name="T0" fmla="*/ 218 w 37"/>
                  <a:gd name="T1" fmla="*/ 483 h 40"/>
                  <a:gd name="T2" fmla="*/ 574 w 37"/>
                  <a:gd name="T3" fmla="*/ 233 h 40"/>
                  <a:gd name="T4" fmla="*/ 554 w 37"/>
                  <a:gd name="T5" fmla="*/ 178 h 40"/>
                  <a:gd name="T6" fmla="*/ 83 w 37"/>
                  <a:gd name="T7" fmla="*/ 355 h 40"/>
                  <a:gd name="T8" fmla="*/ 234 w 37"/>
                  <a:gd name="T9" fmla="*/ 866 h 40"/>
                  <a:gd name="T10" fmla="*/ 218 w 37"/>
                  <a:gd name="T11" fmla="*/ 483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22"/>
                    </a:moveTo>
                    <a:cubicBezTo>
                      <a:pt x="16" y="19"/>
                      <a:pt x="28" y="12"/>
                      <a:pt x="37" y="11"/>
                    </a:cubicBezTo>
                    <a:cubicBezTo>
                      <a:pt x="37" y="10"/>
                      <a:pt x="36" y="9"/>
                      <a:pt x="36" y="8"/>
                    </a:cubicBezTo>
                    <a:cubicBezTo>
                      <a:pt x="32" y="0"/>
                      <a:pt x="7" y="11"/>
                      <a:pt x="5" y="16"/>
                    </a:cubicBezTo>
                    <a:cubicBezTo>
                      <a:pt x="0" y="32"/>
                      <a:pt x="7" y="37"/>
                      <a:pt x="15" y="40"/>
                    </a:cubicBezTo>
                    <a:cubicBezTo>
                      <a:pt x="12" y="37"/>
                      <a:pt x="11" y="31"/>
                      <a:pt x="14" y="2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52" name="Freeform 524">
                <a:extLst>
                  <a:ext uri="{FF2B5EF4-FFF2-40B4-BE49-F238E27FC236}">
                    <a16:creationId xmlns:a16="http://schemas.microsoft.com/office/drawing/2014/main" id="{F98569D5-86FE-4209-98F2-6745F9C6A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826"/>
                <a:ext cx="72" cy="39"/>
              </a:xfrm>
              <a:custGeom>
                <a:avLst/>
                <a:gdLst>
                  <a:gd name="T0" fmla="*/ 168 w 42"/>
                  <a:gd name="T1" fmla="*/ 306 h 21"/>
                  <a:gd name="T2" fmla="*/ 621 w 42"/>
                  <a:gd name="T3" fmla="*/ 290 h 21"/>
                  <a:gd name="T4" fmla="*/ 519 w 42"/>
                  <a:gd name="T5" fmla="*/ 180 h 21"/>
                  <a:gd name="T6" fmla="*/ 26 w 42"/>
                  <a:gd name="T7" fmla="*/ 180 h 21"/>
                  <a:gd name="T8" fmla="*/ 190 w 42"/>
                  <a:gd name="T9" fmla="*/ 462 h 21"/>
                  <a:gd name="T10" fmla="*/ 168 w 42"/>
                  <a:gd name="T11" fmla="*/ 30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11" y="14"/>
                    </a:moveTo>
                    <a:cubicBezTo>
                      <a:pt x="13" y="6"/>
                      <a:pt x="31" y="10"/>
                      <a:pt x="42" y="13"/>
                    </a:cubicBezTo>
                    <a:cubicBezTo>
                      <a:pt x="41" y="11"/>
                      <a:pt x="39" y="9"/>
                      <a:pt x="35" y="8"/>
                    </a:cubicBezTo>
                    <a:cubicBezTo>
                      <a:pt x="24" y="4"/>
                      <a:pt x="5" y="0"/>
                      <a:pt x="2" y="8"/>
                    </a:cubicBezTo>
                    <a:cubicBezTo>
                      <a:pt x="0" y="14"/>
                      <a:pt x="7" y="18"/>
                      <a:pt x="13" y="21"/>
                    </a:cubicBezTo>
                    <a:cubicBezTo>
                      <a:pt x="11" y="19"/>
                      <a:pt x="10" y="17"/>
                      <a:pt x="11" y="1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53" name="Freeform 525">
                <a:extLst>
                  <a:ext uri="{FF2B5EF4-FFF2-40B4-BE49-F238E27FC236}">
                    <a16:creationId xmlns:a16="http://schemas.microsoft.com/office/drawing/2014/main" id="{ACAA4599-0B9E-453D-A534-7460EA026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896"/>
                <a:ext cx="79" cy="37"/>
              </a:xfrm>
              <a:custGeom>
                <a:avLst/>
                <a:gdLst>
                  <a:gd name="T0" fmla="*/ 148 w 46"/>
                  <a:gd name="T1" fmla="*/ 411 h 20"/>
                  <a:gd name="T2" fmla="*/ 496 w 46"/>
                  <a:gd name="T3" fmla="*/ 150 h 20"/>
                  <a:gd name="T4" fmla="*/ 690 w 46"/>
                  <a:gd name="T5" fmla="*/ 233 h 20"/>
                  <a:gd name="T6" fmla="*/ 354 w 46"/>
                  <a:gd name="T7" fmla="*/ 24 h 20"/>
                  <a:gd name="T8" fmla="*/ 15 w 46"/>
                  <a:gd name="T9" fmla="*/ 278 h 20"/>
                  <a:gd name="T10" fmla="*/ 148 w 46"/>
                  <a:gd name="T11" fmla="*/ 431 h 20"/>
                  <a:gd name="T12" fmla="*/ 148 w 46"/>
                  <a:gd name="T13" fmla="*/ 41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0">
                    <a:moveTo>
                      <a:pt x="10" y="19"/>
                    </a:moveTo>
                    <a:cubicBezTo>
                      <a:pt x="10" y="8"/>
                      <a:pt x="22" y="6"/>
                      <a:pt x="33" y="7"/>
                    </a:cubicBezTo>
                    <a:cubicBezTo>
                      <a:pt x="38" y="8"/>
                      <a:pt x="42" y="9"/>
                      <a:pt x="46" y="11"/>
                    </a:cubicBezTo>
                    <a:cubicBezTo>
                      <a:pt x="41" y="6"/>
                      <a:pt x="34" y="3"/>
                      <a:pt x="24" y="1"/>
                    </a:cubicBezTo>
                    <a:cubicBezTo>
                      <a:pt x="13" y="0"/>
                      <a:pt x="1" y="2"/>
                      <a:pt x="1" y="13"/>
                    </a:cubicBezTo>
                    <a:cubicBezTo>
                      <a:pt x="0" y="17"/>
                      <a:pt x="4" y="19"/>
                      <a:pt x="10" y="20"/>
                    </a:cubicBezTo>
                    <a:cubicBezTo>
                      <a:pt x="10" y="20"/>
                      <a:pt x="10" y="20"/>
                      <a:pt x="10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54" name="Freeform 526">
                <a:extLst>
                  <a:ext uri="{FF2B5EF4-FFF2-40B4-BE49-F238E27FC236}">
                    <a16:creationId xmlns:a16="http://schemas.microsoft.com/office/drawing/2014/main" id="{3DAD2102-71AF-4200-B19C-E3D80D6D8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85"/>
                <a:ext cx="53" cy="61"/>
              </a:xfrm>
              <a:custGeom>
                <a:avLst/>
                <a:gdLst>
                  <a:gd name="T0" fmla="*/ 231 w 31"/>
                  <a:gd name="T1" fmla="*/ 277 h 33"/>
                  <a:gd name="T2" fmla="*/ 424 w 31"/>
                  <a:gd name="T3" fmla="*/ 177 h 33"/>
                  <a:gd name="T4" fmla="*/ 456 w 31"/>
                  <a:gd name="T5" fmla="*/ 194 h 33"/>
                  <a:gd name="T6" fmla="*/ 289 w 31"/>
                  <a:gd name="T7" fmla="*/ 44 h 33"/>
                  <a:gd name="T8" fmla="*/ 106 w 31"/>
                  <a:gd name="T9" fmla="*/ 150 h 33"/>
                  <a:gd name="T10" fmla="*/ 161 w 31"/>
                  <a:gd name="T11" fmla="*/ 645 h 33"/>
                  <a:gd name="T12" fmla="*/ 181 w 31"/>
                  <a:gd name="T13" fmla="*/ 632 h 33"/>
                  <a:gd name="T14" fmla="*/ 231 w 31"/>
                  <a:gd name="T15" fmla="*/ 277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3">
                    <a:moveTo>
                      <a:pt x="16" y="13"/>
                    </a:moveTo>
                    <a:cubicBezTo>
                      <a:pt x="22" y="6"/>
                      <a:pt x="22" y="6"/>
                      <a:pt x="29" y="8"/>
                    </a:cubicBezTo>
                    <a:cubicBezTo>
                      <a:pt x="30" y="8"/>
                      <a:pt x="30" y="9"/>
                      <a:pt x="31" y="9"/>
                    </a:cubicBezTo>
                    <a:cubicBezTo>
                      <a:pt x="29" y="6"/>
                      <a:pt x="25" y="4"/>
                      <a:pt x="20" y="2"/>
                    </a:cubicBezTo>
                    <a:cubicBezTo>
                      <a:pt x="13" y="0"/>
                      <a:pt x="13" y="0"/>
                      <a:pt x="7" y="7"/>
                    </a:cubicBezTo>
                    <a:cubicBezTo>
                      <a:pt x="0" y="14"/>
                      <a:pt x="2" y="33"/>
                      <a:pt x="11" y="30"/>
                    </a:cubicBezTo>
                    <a:cubicBezTo>
                      <a:pt x="11" y="30"/>
                      <a:pt x="12" y="29"/>
                      <a:pt x="12" y="29"/>
                    </a:cubicBezTo>
                    <a:cubicBezTo>
                      <a:pt x="11" y="24"/>
                      <a:pt x="12" y="17"/>
                      <a:pt x="16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55" name="Freeform 527">
                <a:extLst>
                  <a:ext uri="{FF2B5EF4-FFF2-40B4-BE49-F238E27FC236}">
                    <a16:creationId xmlns:a16="http://schemas.microsoft.com/office/drawing/2014/main" id="{284F2905-FBB0-4D46-8AFE-42DE71C9D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843"/>
                <a:ext cx="48" cy="53"/>
              </a:xfrm>
              <a:custGeom>
                <a:avLst/>
                <a:gdLst>
                  <a:gd name="T0" fmla="*/ 132 w 28"/>
                  <a:gd name="T1" fmla="*/ 267 h 29"/>
                  <a:gd name="T2" fmla="*/ 415 w 28"/>
                  <a:gd name="T3" fmla="*/ 201 h 29"/>
                  <a:gd name="T4" fmla="*/ 326 w 28"/>
                  <a:gd name="T5" fmla="*/ 97 h 29"/>
                  <a:gd name="T6" fmla="*/ 0 w 28"/>
                  <a:gd name="T7" fmla="*/ 146 h 29"/>
                  <a:gd name="T8" fmla="*/ 252 w 28"/>
                  <a:gd name="T9" fmla="*/ 568 h 29"/>
                  <a:gd name="T10" fmla="*/ 267 w 28"/>
                  <a:gd name="T11" fmla="*/ 590 h 29"/>
                  <a:gd name="T12" fmla="*/ 132 w 28"/>
                  <a:gd name="T13" fmla="*/ 267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9">
                    <a:moveTo>
                      <a:pt x="9" y="13"/>
                    </a:moveTo>
                    <a:cubicBezTo>
                      <a:pt x="10" y="7"/>
                      <a:pt x="19" y="7"/>
                      <a:pt x="28" y="10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17" y="28"/>
                      <a:pt x="18" y="28"/>
                      <a:pt x="18" y="29"/>
                    </a:cubicBezTo>
                    <a:cubicBezTo>
                      <a:pt x="13" y="24"/>
                      <a:pt x="9" y="18"/>
                      <a:pt x="9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56" name="Freeform 528">
                <a:extLst>
                  <a:ext uri="{FF2B5EF4-FFF2-40B4-BE49-F238E27FC236}">
                    <a16:creationId xmlns:a16="http://schemas.microsoft.com/office/drawing/2014/main" id="{C221E783-A6C7-47B2-ABCB-41C501DF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945"/>
                <a:ext cx="121" cy="81"/>
              </a:xfrm>
              <a:custGeom>
                <a:avLst/>
                <a:gdLst>
                  <a:gd name="T0" fmla="*/ 149 w 70"/>
                  <a:gd name="T1" fmla="*/ 399 h 44"/>
                  <a:gd name="T2" fmla="*/ 489 w 70"/>
                  <a:gd name="T3" fmla="*/ 149 h 44"/>
                  <a:gd name="T4" fmla="*/ 894 w 70"/>
                  <a:gd name="T5" fmla="*/ 326 h 44"/>
                  <a:gd name="T6" fmla="*/ 1079 w 70"/>
                  <a:gd name="T7" fmla="*/ 423 h 44"/>
                  <a:gd name="T8" fmla="*/ 759 w 70"/>
                  <a:gd name="T9" fmla="*/ 193 h 44"/>
                  <a:gd name="T10" fmla="*/ 356 w 70"/>
                  <a:gd name="T11" fmla="*/ 24 h 44"/>
                  <a:gd name="T12" fmla="*/ 16 w 70"/>
                  <a:gd name="T13" fmla="*/ 274 h 44"/>
                  <a:gd name="T14" fmla="*/ 315 w 70"/>
                  <a:gd name="T15" fmla="*/ 928 h 44"/>
                  <a:gd name="T16" fmla="*/ 149 w 70"/>
                  <a:gd name="T17" fmla="*/ 39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4">
                    <a:moveTo>
                      <a:pt x="10" y="19"/>
                    </a:moveTo>
                    <a:cubicBezTo>
                      <a:pt x="10" y="13"/>
                      <a:pt x="22" y="8"/>
                      <a:pt x="32" y="7"/>
                    </a:cubicBezTo>
                    <a:cubicBezTo>
                      <a:pt x="43" y="6"/>
                      <a:pt x="52" y="10"/>
                      <a:pt x="58" y="15"/>
                    </a:cubicBezTo>
                    <a:cubicBezTo>
                      <a:pt x="61" y="17"/>
                      <a:pt x="66" y="18"/>
                      <a:pt x="70" y="20"/>
                    </a:cubicBezTo>
                    <a:cubicBezTo>
                      <a:pt x="66" y="14"/>
                      <a:pt x="54" y="13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ubicBezTo>
                      <a:pt x="13" y="2"/>
                      <a:pt x="1" y="7"/>
                      <a:pt x="1" y="13"/>
                    </a:cubicBezTo>
                    <a:cubicBezTo>
                      <a:pt x="0" y="19"/>
                      <a:pt x="7" y="41"/>
                      <a:pt x="20" y="44"/>
                    </a:cubicBezTo>
                    <a:cubicBezTo>
                      <a:pt x="13" y="36"/>
                      <a:pt x="9" y="23"/>
                      <a:pt x="10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57" name="Freeform 529">
                <a:extLst>
                  <a:ext uri="{FF2B5EF4-FFF2-40B4-BE49-F238E27FC236}">
                    <a16:creationId xmlns:a16="http://schemas.microsoft.com/office/drawing/2014/main" id="{46A701C3-9B1A-4B31-8A86-0B26B4DFE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054"/>
                <a:ext cx="125" cy="160"/>
              </a:xfrm>
              <a:custGeom>
                <a:avLst/>
                <a:gdLst>
                  <a:gd name="T0" fmla="*/ 156 w 72"/>
                  <a:gd name="T1" fmla="*/ 1705 h 87"/>
                  <a:gd name="T2" fmla="*/ 189 w 72"/>
                  <a:gd name="T3" fmla="*/ 822 h 87"/>
                  <a:gd name="T4" fmla="*/ 946 w 72"/>
                  <a:gd name="T5" fmla="*/ 193 h 87"/>
                  <a:gd name="T6" fmla="*/ 1137 w 72"/>
                  <a:gd name="T7" fmla="*/ 193 h 87"/>
                  <a:gd name="T8" fmla="*/ 811 w 72"/>
                  <a:gd name="T9" fmla="*/ 68 h 87"/>
                  <a:gd name="T10" fmla="*/ 49 w 72"/>
                  <a:gd name="T11" fmla="*/ 697 h 87"/>
                  <a:gd name="T12" fmla="*/ 16 w 72"/>
                  <a:gd name="T13" fmla="*/ 1580 h 87"/>
                  <a:gd name="T14" fmla="*/ 156 w 72"/>
                  <a:gd name="T15" fmla="*/ 1786 h 87"/>
                  <a:gd name="T16" fmla="*/ 156 w 72"/>
                  <a:gd name="T17" fmla="*/ 1705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7">
                    <a:moveTo>
                      <a:pt x="10" y="81"/>
                    </a:moveTo>
                    <a:cubicBezTo>
                      <a:pt x="10" y="72"/>
                      <a:pt x="9" y="53"/>
                      <a:pt x="12" y="39"/>
                    </a:cubicBezTo>
                    <a:cubicBezTo>
                      <a:pt x="16" y="25"/>
                      <a:pt x="46" y="13"/>
                      <a:pt x="60" y="9"/>
                    </a:cubicBezTo>
                    <a:cubicBezTo>
                      <a:pt x="65" y="8"/>
                      <a:pt x="69" y="8"/>
                      <a:pt x="72" y="9"/>
                    </a:cubicBezTo>
                    <a:cubicBezTo>
                      <a:pt x="67" y="4"/>
                      <a:pt x="61" y="0"/>
                      <a:pt x="51" y="3"/>
                    </a:cubicBezTo>
                    <a:cubicBezTo>
                      <a:pt x="37" y="7"/>
                      <a:pt x="7" y="19"/>
                      <a:pt x="3" y="33"/>
                    </a:cubicBezTo>
                    <a:cubicBezTo>
                      <a:pt x="0" y="47"/>
                      <a:pt x="1" y="66"/>
                      <a:pt x="1" y="75"/>
                    </a:cubicBezTo>
                    <a:cubicBezTo>
                      <a:pt x="0" y="82"/>
                      <a:pt x="3" y="87"/>
                      <a:pt x="10" y="85"/>
                    </a:cubicBezTo>
                    <a:cubicBezTo>
                      <a:pt x="10" y="84"/>
                      <a:pt x="10" y="83"/>
                      <a:pt x="10" y="8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58" name="Freeform 530">
                <a:extLst>
                  <a:ext uri="{FF2B5EF4-FFF2-40B4-BE49-F238E27FC236}">
                    <a16:creationId xmlns:a16="http://schemas.microsoft.com/office/drawing/2014/main" id="{F0AE4AE4-2FBE-439D-872F-77F59BAA6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3140"/>
                <a:ext cx="119" cy="113"/>
              </a:xfrm>
              <a:custGeom>
                <a:avLst/>
                <a:gdLst>
                  <a:gd name="T0" fmla="*/ 169 w 69"/>
                  <a:gd name="T1" fmla="*/ 1104 h 61"/>
                  <a:gd name="T2" fmla="*/ 780 w 69"/>
                  <a:gd name="T3" fmla="*/ 439 h 61"/>
                  <a:gd name="T4" fmla="*/ 1054 w 69"/>
                  <a:gd name="T5" fmla="*/ 178 h 61"/>
                  <a:gd name="T6" fmla="*/ 1035 w 69"/>
                  <a:gd name="T7" fmla="*/ 128 h 61"/>
                  <a:gd name="T8" fmla="*/ 636 w 69"/>
                  <a:gd name="T9" fmla="*/ 306 h 61"/>
                  <a:gd name="T10" fmla="*/ 28 w 69"/>
                  <a:gd name="T11" fmla="*/ 978 h 61"/>
                  <a:gd name="T12" fmla="*/ 197 w 69"/>
                  <a:gd name="T13" fmla="*/ 1328 h 61"/>
                  <a:gd name="T14" fmla="*/ 169 w 69"/>
                  <a:gd name="T15" fmla="*/ 1104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1">
                    <a:moveTo>
                      <a:pt x="11" y="51"/>
                    </a:moveTo>
                    <a:cubicBezTo>
                      <a:pt x="14" y="39"/>
                      <a:pt x="31" y="34"/>
                      <a:pt x="51" y="20"/>
                    </a:cubicBezTo>
                    <a:cubicBezTo>
                      <a:pt x="63" y="11"/>
                      <a:pt x="66" y="8"/>
                      <a:pt x="69" y="8"/>
                    </a:cubicBezTo>
                    <a:cubicBezTo>
                      <a:pt x="69" y="7"/>
                      <a:pt x="68" y="6"/>
                      <a:pt x="68" y="6"/>
                    </a:cubicBezTo>
                    <a:cubicBezTo>
                      <a:pt x="57" y="1"/>
                      <a:pt x="62" y="0"/>
                      <a:pt x="42" y="14"/>
                    </a:cubicBezTo>
                    <a:cubicBezTo>
                      <a:pt x="22" y="28"/>
                      <a:pt x="5" y="33"/>
                      <a:pt x="2" y="45"/>
                    </a:cubicBezTo>
                    <a:cubicBezTo>
                      <a:pt x="0" y="54"/>
                      <a:pt x="6" y="57"/>
                      <a:pt x="13" y="61"/>
                    </a:cubicBezTo>
                    <a:cubicBezTo>
                      <a:pt x="11" y="59"/>
                      <a:pt x="10" y="56"/>
                      <a:pt x="11" y="5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59" name="Freeform 531">
                <a:extLst>
                  <a:ext uri="{FF2B5EF4-FFF2-40B4-BE49-F238E27FC236}">
                    <a16:creationId xmlns:a16="http://schemas.microsoft.com/office/drawing/2014/main" id="{00A43366-5DB2-402D-AE77-F624D8F2E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168"/>
                <a:ext cx="65" cy="103"/>
              </a:xfrm>
              <a:custGeom>
                <a:avLst/>
                <a:gdLst>
                  <a:gd name="T0" fmla="*/ 164 w 38"/>
                  <a:gd name="T1" fmla="*/ 822 h 56"/>
                  <a:gd name="T2" fmla="*/ 556 w 38"/>
                  <a:gd name="T3" fmla="*/ 177 h 56"/>
                  <a:gd name="T4" fmla="*/ 429 w 38"/>
                  <a:gd name="T5" fmla="*/ 44 h 56"/>
                  <a:gd name="T6" fmla="*/ 26 w 38"/>
                  <a:gd name="T7" fmla="*/ 697 h 56"/>
                  <a:gd name="T8" fmla="*/ 281 w 38"/>
                  <a:gd name="T9" fmla="*/ 1177 h 56"/>
                  <a:gd name="T10" fmla="*/ 164 w 38"/>
                  <a:gd name="T11" fmla="*/ 822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6">
                    <a:moveTo>
                      <a:pt x="11" y="39"/>
                    </a:moveTo>
                    <a:cubicBezTo>
                      <a:pt x="14" y="30"/>
                      <a:pt x="26" y="6"/>
                      <a:pt x="38" y="8"/>
                    </a:cubicBezTo>
                    <a:cubicBezTo>
                      <a:pt x="36" y="5"/>
                      <a:pt x="33" y="3"/>
                      <a:pt x="29" y="2"/>
                    </a:cubicBezTo>
                    <a:cubicBezTo>
                      <a:pt x="17" y="0"/>
                      <a:pt x="5" y="24"/>
                      <a:pt x="2" y="33"/>
                    </a:cubicBezTo>
                    <a:cubicBezTo>
                      <a:pt x="0" y="40"/>
                      <a:pt x="9" y="51"/>
                      <a:pt x="19" y="56"/>
                    </a:cubicBezTo>
                    <a:cubicBezTo>
                      <a:pt x="13" y="50"/>
                      <a:pt x="9" y="44"/>
                      <a:pt x="11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60" name="Freeform 532">
                <a:extLst>
                  <a:ext uri="{FF2B5EF4-FFF2-40B4-BE49-F238E27FC236}">
                    <a16:creationId xmlns:a16="http://schemas.microsoft.com/office/drawing/2014/main" id="{F4C08CD8-C8EC-4428-A031-25AA95528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35"/>
                <a:ext cx="154" cy="142"/>
              </a:xfrm>
              <a:custGeom>
                <a:avLst/>
                <a:gdLst>
                  <a:gd name="T0" fmla="*/ 171 w 89"/>
                  <a:gd name="T1" fmla="*/ 915 h 77"/>
                  <a:gd name="T2" fmla="*/ 872 w 89"/>
                  <a:gd name="T3" fmla="*/ 302 h 77"/>
                  <a:gd name="T4" fmla="*/ 1377 w 89"/>
                  <a:gd name="T5" fmla="*/ 258 h 77"/>
                  <a:gd name="T6" fmla="*/ 1377 w 89"/>
                  <a:gd name="T7" fmla="*/ 231 h 77"/>
                  <a:gd name="T8" fmla="*/ 725 w 89"/>
                  <a:gd name="T9" fmla="*/ 177 h 77"/>
                  <a:gd name="T10" fmla="*/ 28 w 89"/>
                  <a:gd name="T11" fmla="*/ 786 h 77"/>
                  <a:gd name="T12" fmla="*/ 171 w 89"/>
                  <a:gd name="T13" fmla="*/ 1575 h 77"/>
                  <a:gd name="T14" fmla="*/ 261 w 89"/>
                  <a:gd name="T15" fmla="*/ 1643 h 77"/>
                  <a:gd name="T16" fmla="*/ 171 w 89"/>
                  <a:gd name="T17" fmla="*/ 915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7">
                    <a:moveTo>
                      <a:pt x="11" y="43"/>
                    </a:moveTo>
                    <a:cubicBezTo>
                      <a:pt x="12" y="29"/>
                      <a:pt x="42" y="22"/>
                      <a:pt x="56" y="14"/>
                    </a:cubicBezTo>
                    <a:cubicBezTo>
                      <a:pt x="65" y="8"/>
                      <a:pt x="79" y="8"/>
                      <a:pt x="89" y="12"/>
                    </a:cubicBezTo>
                    <a:cubicBezTo>
                      <a:pt x="89" y="12"/>
                      <a:pt x="89" y="11"/>
                      <a:pt x="89" y="11"/>
                    </a:cubicBez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2" y="51"/>
                      <a:pt x="0" y="67"/>
                      <a:pt x="11" y="74"/>
                    </a:cubicBezTo>
                    <a:cubicBezTo>
                      <a:pt x="14" y="76"/>
                      <a:pt x="16" y="77"/>
                      <a:pt x="17" y="77"/>
                    </a:cubicBezTo>
                    <a:cubicBezTo>
                      <a:pt x="10" y="70"/>
                      <a:pt x="11" y="56"/>
                      <a:pt x="11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61" name="Freeform 533">
                <a:extLst>
                  <a:ext uri="{FF2B5EF4-FFF2-40B4-BE49-F238E27FC236}">
                    <a16:creationId xmlns:a16="http://schemas.microsoft.com/office/drawing/2014/main" id="{1B5B4F33-CB8B-4E57-8BE1-67BF55F1F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068"/>
                <a:ext cx="81" cy="117"/>
              </a:xfrm>
              <a:custGeom>
                <a:avLst/>
                <a:gdLst>
                  <a:gd name="T0" fmla="*/ 460 w 47"/>
                  <a:gd name="T1" fmla="*/ 462 h 63"/>
                  <a:gd name="T2" fmla="*/ 686 w 47"/>
                  <a:gd name="T3" fmla="*/ 358 h 63"/>
                  <a:gd name="T4" fmla="*/ 715 w 47"/>
                  <a:gd name="T5" fmla="*/ 358 h 63"/>
                  <a:gd name="T6" fmla="*/ 546 w 47"/>
                  <a:gd name="T7" fmla="*/ 225 h 63"/>
                  <a:gd name="T8" fmla="*/ 317 w 47"/>
                  <a:gd name="T9" fmla="*/ 334 h 63"/>
                  <a:gd name="T10" fmla="*/ 255 w 47"/>
                  <a:gd name="T11" fmla="*/ 1389 h 63"/>
                  <a:gd name="T12" fmla="*/ 291 w 47"/>
                  <a:gd name="T13" fmla="*/ 1389 h 63"/>
                  <a:gd name="T14" fmla="*/ 460 w 47"/>
                  <a:gd name="T15" fmla="*/ 462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3">
                    <a:moveTo>
                      <a:pt x="30" y="21"/>
                    </a:moveTo>
                    <a:cubicBezTo>
                      <a:pt x="36" y="6"/>
                      <a:pt x="35" y="14"/>
                      <a:pt x="45" y="16"/>
                    </a:cubicBezTo>
                    <a:cubicBezTo>
                      <a:pt x="45" y="16"/>
                      <a:pt x="46" y="16"/>
                      <a:pt x="47" y="16"/>
                    </a:cubicBezTo>
                    <a:cubicBezTo>
                      <a:pt x="43" y="12"/>
                      <a:pt x="40" y="10"/>
                      <a:pt x="36" y="10"/>
                    </a:cubicBezTo>
                    <a:cubicBezTo>
                      <a:pt x="26" y="8"/>
                      <a:pt x="27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17" y="63"/>
                      <a:pt x="18" y="63"/>
                      <a:pt x="19" y="63"/>
                    </a:cubicBezTo>
                    <a:cubicBezTo>
                      <a:pt x="16" y="53"/>
                      <a:pt x="26" y="33"/>
                      <a:pt x="30" y="2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62" name="Freeform 534">
                <a:extLst>
                  <a:ext uri="{FF2B5EF4-FFF2-40B4-BE49-F238E27FC236}">
                    <a16:creationId xmlns:a16="http://schemas.microsoft.com/office/drawing/2014/main" id="{8172334A-A73F-4FDE-AA2C-F8CD0B77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3181"/>
                <a:ext cx="131" cy="89"/>
              </a:xfrm>
              <a:custGeom>
                <a:avLst/>
                <a:gdLst>
                  <a:gd name="T0" fmla="*/ 148 w 76"/>
                  <a:gd name="T1" fmla="*/ 970 h 48"/>
                  <a:gd name="T2" fmla="*/ 636 w 76"/>
                  <a:gd name="T3" fmla="*/ 306 h 48"/>
                  <a:gd name="T4" fmla="*/ 1158 w 76"/>
                  <a:gd name="T5" fmla="*/ 375 h 48"/>
                  <a:gd name="T6" fmla="*/ 1014 w 76"/>
                  <a:gd name="T7" fmla="*/ 237 h 48"/>
                  <a:gd name="T8" fmla="*/ 502 w 76"/>
                  <a:gd name="T9" fmla="*/ 178 h 48"/>
                  <a:gd name="T10" fmla="*/ 16 w 76"/>
                  <a:gd name="T11" fmla="*/ 829 h 48"/>
                  <a:gd name="T12" fmla="*/ 148 w 76"/>
                  <a:gd name="T13" fmla="*/ 1051 h 48"/>
                  <a:gd name="T14" fmla="*/ 148 w 76"/>
                  <a:gd name="T15" fmla="*/ 97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48">
                    <a:moveTo>
                      <a:pt x="10" y="44"/>
                    </a:moveTo>
                    <a:cubicBezTo>
                      <a:pt x="11" y="36"/>
                      <a:pt x="32" y="22"/>
                      <a:pt x="42" y="14"/>
                    </a:cubicBezTo>
                    <a:cubicBezTo>
                      <a:pt x="53" y="6"/>
                      <a:pt x="66" y="12"/>
                      <a:pt x="76" y="17"/>
                    </a:cubicBezTo>
                    <a:cubicBezTo>
                      <a:pt x="73" y="15"/>
                      <a:pt x="70" y="13"/>
                      <a:pt x="67" y="11"/>
                    </a:cubicBezTo>
                    <a:cubicBezTo>
                      <a:pt x="58" y="7"/>
                      <a:pt x="44" y="0"/>
                      <a:pt x="33" y="8"/>
                    </a:cubicBezTo>
                    <a:cubicBezTo>
                      <a:pt x="23" y="16"/>
                      <a:pt x="2" y="30"/>
                      <a:pt x="1" y="38"/>
                    </a:cubicBezTo>
                    <a:cubicBezTo>
                      <a:pt x="0" y="42"/>
                      <a:pt x="4" y="46"/>
                      <a:pt x="10" y="48"/>
                    </a:cubicBezTo>
                    <a:cubicBezTo>
                      <a:pt x="10" y="47"/>
                      <a:pt x="9" y="45"/>
                      <a:pt x="10" y="4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63" name="Freeform 535">
                <a:extLst>
                  <a:ext uri="{FF2B5EF4-FFF2-40B4-BE49-F238E27FC236}">
                    <a16:creationId xmlns:a16="http://schemas.microsoft.com/office/drawing/2014/main" id="{F0D14ED8-A7CB-4AEC-A679-46114F583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922"/>
                <a:ext cx="96" cy="137"/>
              </a:xfrm>
              <a:custGeom>
                <a:avLst/>
                <a:gdLst>
                  <a:gd name="T0" fmla="*/ 176 w 55"/>
                  <a:gd name="T1" fmla="*/ 870 h 74"/>
                  <a:gd name="T2" fmla="*/ 344 w 55"/>
                  <a:gd name="T3" fmla="*/ 237 h 74"/>
                  <a:gd name="T4" fmla="*/ 847 w 55"/>
                  <a:gd name="T5" fmla="*/ 411 h 74"/>
                  <a:gd name="T6" fmla="*/ 892 w 55"/>
                  <a:gd name="T7" fmla="*/ 439 h 74"/>
                  <a:gd name="T8" fmla="*/ 698 w 55"/>
                  <a:gd name="T9" fmla="*/ 278 h 74"/>
                  <a:gd name="T10" fmla="*/ 197 w 55"/>
                  <a:gd name="T11" fmla="*/ 106 h 74"/>
                  <a:gd name="T12" fmla="*/ 28 w 55"/>
                  <a:gd name="T13" fmla="*/ 744 h 74"/>
                  <a:gd name="T14" fmla="*/ 457 w 55"/>
                  <a:gd name="T15" fmla="*/ 1611 h 74"/>
                  <a:gd name="T16" fmla="*/ 176 w 55"/>
                  <a:gd name="T17" fmla="*/ 87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4">
                    <a:moveTo>
                      <a:pt x="11" y="40"/>
                    </a:moveTo>
                    <a:cubicBezTo>
                      <a:pt x="9" y="25"/>
                      <a:pt x="12" y="20"/>
                      <a:pt x="21" y="11"/>
                    </a:cubicBezTo>
                    <a:cubicBezTo>
                      <a:pt x="27" y="6"/>
                      <a:pt x="38" y="14"/>
                      <a:pt x="52" y="19"/>
                    </a:cubicBezTo>
                    <a:cubicBezTo>
                      <a:pt x="53" y="19"/>
                      <a:pt x="54" y="19"/>
                      <a:pt x="55" y="20"/>
                    </a:cubicBezTo>
                    <a:cubicBezTo>
                      <a:pt x="54" y="17"/>
                      <a:pt x="51" y="15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ubicBezTo>
                      <a:pt x="3" y="14"/>
                      <a:pt x="0" y="19"/>
                      <a:pt x="2" y="34"/>
                    </a:cubicBezTo>
                    <a:cubicBezTo>
                      <a:pt x="4" y="46"/>
                      <a:pt x="12" y="67"/>
                      <a:pt x="28" y="74"/>
                    </a:cubicBezTo>
                    <a:cubicBezTo>
                      <a:pt x="18" y="64"/>
                      <a:pt x="12" y="49"/>
                      <a:pt x="11" y="4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64" name="Freeform 536">
                <a:extLst>
                  <a:ext uri="{FF2B5EF4-FFF2-40B4-BE49-F238E27FC236}">
                    <a16:creationId xmlns:a16="http://schemas.microsoft.com/office/drawing/2014/main" id="{435516CA-5E7A-4E2E-8FFC-6775E64D8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836"/>
                <a:ext cx="115" cy="77"/>
              </a:xfrm>
              <a:custGeom>
                <a:avLst/>
                <a:gdLst>
                  <a:gd name="T0" fmla="*/ 221 w 66"/>
                  <a:gd name="T1" fmla="*/ 376 h 42"/>
                  <a:gd name="T2" fmla="*/ 1056 w 66"/>
                  <a:gd name="T3" fmla="*/ 541 h 42"/>
                  <a:gd name="T4" fmla="*/ 1018 w 66"/>
                  <a:gd name="T5" fmla="*/ 475 h 42"/>
                  <a:gd name="T6" fmla="*/ 85 w 66"/>
                  <a:gd name="T7" fmla="*/ 246 h 42"/>
                  <a:gd name="T8" fmla="*/ 322 w 66"/>
                  <a:gd name="T9" fmla="*/ 871 h 42"/>
                  <a:gd name="T10" fmla="*/ 221 w 66"/>
                  <a:gd name="T11" fmla="*/ 37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2">
                    <a:moveTo>
                      <a:pt x="14" y="18"/>
                    </a:moveTo>
                    <a:cubicBezTo>
                      <a:pt x="18" y="7"/>
                      <a:pt x="50" y="17"/>
                      <a:pt x="66" y="26"/>
                    </a:cubicBezTo>
                    <a:cubicBezTo>
                      <a:pt x="66" y="25"/>
                      <a:pt x="65" y="24"/>
                      <a:pt x="63" y="23"/>
                    </a:cubicBezTo>
                    <a:cubicBezTo>
                      <a:pt x="52" y="15"/>
                      <a:pt x="10" y="0"/>
                      <a:pt x="5" y="12"/>
                    </a:cubicBezTo>
                    <a:cubicBezTo>
                      <a:pt x="0" y="24"/>
                      <a:pt x="8" y="35"/>
                      <a:pt x="20" y="42"/>
                    </a:cubicBezTo>
                    <a:cubicBezTo>
                      <a:pt x="14" y="35"/>
                      <a:pt x="11" y="27"/>
                      <a:pt x="14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65" name="Freeform 537">
                <a:extLst>
                  <a:ext uri="{FF2B5EF4-FFF2-40B4-BE49-F238E27FC236}">
                    <a16:creationId xmlns:a16="http://schemas.microsoft.com/office/drawing/2014/main" id="{CFB40BB8-9E63-4B50-AED9-3A4C5EFCE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795"/>
                <a:ext cx="73" cy="39"/>
              </a:xfrm>
              <a:custGeom>
                <a:avLst/>
                <a:gdLst>
                  <a:gd name="T0" fmla="*/ 193 w 42"/>
                  <a:gd name="T1" fmla="*/ 290 h 21"/>
                  <a:gd name="T2" fmla="*/ 667 w 42"/>
                  <a:gd name="T3" fmla="*/ 306 h 21"/>
                  <a:gd name="T4" fmla="*/ 49 w 42"/>
                  <a:gd name="T5" fmla="*/ 156 h 21"/>
                  <a:gd name="T6" fmla="*/ 212 w 42"/>
                  <a:gd name="T7" fmla="*/ 462 h 21"/>
                  <a:gd name="T8" fmla="*/ 193 w 42"/>
                  <a:gd name="T9" fmla="*/ 29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12" y="13"/>
                    </a:moveTo>
                    <a:cubicBezTo>
                      <a:pt x="15" y="8"/>
                      <a:pt x="31" y="10"/>
                      <a:pt x="42" y="14"/>
                    </a:cubicBezTo>
                    <a:cubicBezTo>
                      <a:pt x="38" y="7"/>
                      <a:pt x="7" y="0"/>
                      <a:pt x="3" y="7"/>
                    </a:cubicBezTo>
                    <a:cubicBezTo>
                      <a:pt x="0" y="13"/>
                      <a:pt x="5" y="19"/>
                      <a:pt x="13" y="21"/>
                    </a:cubicBezTo>
                    <a:cubicBezTo>
                      <a:pt x="11" y="19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66" name="Freeform 538">
                <a:extLst>
                  <a:ext uri="{FF2B5EF4-FFF2-40B4-BE49-F238E27FC236}">
                    <a16:creationId xmlns:a16="http://schemas.microsoft.com/office/drawing/2014/main" id="{0E562983-3B96-441C-8EC1-D7A7290AA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804"/>
                <a:ext cx="97" cy="57"/>
              </a:xfrm>
              <a:custGeom>
                <a:avLst/>
                <a:gdLst>
                  <a:gd name="T0" fmla="*/ 208 w 56"/>
                  <a:gd name="T1" fmla="*/ 528 h 31"/>
                  <a:gd name="T2" fmla="*/ 688 w 56"/>
                  <a:gd name="T3" fmla="*/ 193 h 31"/>
                  <a:gd name="T4" fmla="*/ 873 w 56"/>
                  <a:gd name="T5" fmla="*/ 173 h 31"/>
                  <a:gd name="T6" fmla="*/ 553 w 56"/>
                  <a:gd name="T7" fmla="*/ 68 h 31"/>
                  <a:gd name="T8" fmla="*/ 62 w 56"/>
                  <a:gd name="T9" fmla="*/ 399 h 31"/>
                  <a:gd name="T10" fmla="*/ 171 w 56"/>
                  <a:gd name="T11" fmla="*/ 629 h 31"/>
                  <a:gd name="T12" fmla="*/ 208 w 56"/>
                  <a:gd name="T13" fmla="*/ 52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25"/>
                    </a:moveTo>
                    <a:cubicBezTo>
                      <a:pt x="17" y="16"/>
                      <a:pt x="33" y="13"/>
                      <a:pt x="44" y="9"/>
                    </a:cubicBezTo>
                    <a:cubicBezTo>
                      <a:pt x="49" y="8"/>
                      <a:pt x="53" y="7"/>
                      <a:pt x="56" y="8"/>
                    </a:cubicBezTo>
                    <a:cubicBezTo>
                      <a:pt x="52" y="2"/>
                      <a:pt x="45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7"/>
                      <a:pt x="3" y="31"/>
                      <a:pt x="11" y="30"/>
                    </a:cubicBezTo>
                    <a:cubicBezTo>
                      <a:pt x="11" y="29"/>
                      <a:pt x="12" y="27"/>
                      <a:pt x="13" y="2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67" name="Freeform 539">
                <a:extLst>
                  <a:ext uri="{FF2B5EF4-FFF2-40B4-BE49-F238E27FC236}">
                    <a16:creationId xmlns:a16="http://schemas.microsoft.com/office/drawing/2014/main" id="{BF4C249B-BC6D-4DC2-BE55-D729F8EF0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884"/>
                <a:ext cx="95" cy="86"/>
              </a:xfrm>
              <a:custGeom>
                <a:avLst/>
                <a:gdLst>
                  <a:gd name="T0" fmla="*/ 257 w 55"/>
                  <a:gd name="T1" fmla="*/ 593 h 47"/>
                  <a:gd name="T2" fmla="*/ 767 w 55"/>
                  <a:gd name="T3" fmla="*/ 148 h 47"/>
                  <a:gd name="T4" fmla="*/ 845 w 55"/>
                  <a:gd name="T5" fmla="*/ 148 h 47"/>
                  <a:gd name="T6" fmla="*/ 632 w 55"/>
                  <a:gd name="T7" fmla="*/ 24 h 47"/>
                  <a:gd name="T8" fmla="*/ 123 w 55"/>
                  <a:gd name="T9" fmla="*/ 472 h 47"/>
                  <a:gd name="T10" fmla="*/ 233 w 55"/>
                  <a:gd name="T11" fmla="*/ 961 h 47"/>
                  <a:gd name="T12" fmla="*/ 257 w 55"/>
                  <a:gd name="T13" fmla="*/ 59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7" y="29"/>
                    </a:moveTo>
                    <a:cubicBezTo>
                      <a:pt x="26" y="18"/>
                      <a:pt x="36" y="9"/>
                      <a:pt x="50" y="7"/>
                    </a:cubicBezTo>
                    <a:cubicBezTo>
                      <a:pt x="52" y="7"/>
                      <a:pt x="54" y="7"/>
                      <a:pt x="55" y="7"/>
                    </a:cubicBezTo>
                    <a:cubicBezTo>
                      <a:pt x="52" y="3"/>
                      <a:pt x="47" y="0"/>
                      <a:pt x="41" y="1"/>
                    </a:cubicBezTo>
                    <a:cubicBezTo>
                      <a:pt x="27" y="3"/>
                      <a:pt x="17" y="12"/>
                      <a:pt x="8" y="23"/>
                    </a:cubicBezTo>
                    <a:cubicBezTo>
                      <a:pt x="0" y="32"/>
                      <a:pt x="2" y="44"/>
                      <a:pt x="15" y="47"/>
                    </a:cubicBezTo>
                    <a:cubicBezTo>
                      <a:pt x="11" y="42"/>
                      <a:pt x="12" y="35"/>
                      <a:pt x="17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68" name="Freeform 540">
                <a:extLst>
                  <a:ext uri="{FF2B5EF4-FFF2-40B4-BE49-F238E27FC236}">
                    <a16:creationId xmlns:a16="http://schemas.microsoft.com/office/drawing/2014/main" id="{1D9B5FE9-B1D5-46C1-80B2-269A8CE0C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880"/>
                <a:ext cx="54" cy="81"/>
              </a:xfrm>
              <a:custGeom>
                <a:avLst/>
                <a:gdLst>
                  <a:gd name="T0" fmla="*/ 213 w 31"/>
                  <a:gd name="T1" fmla="*/ 549 h 44"/>
                  <a:gd name="T2" fmla="*/ 498 w 31"/>
                  <a:gd name="T3" fmla="*/ 177 h 44"/>
                  <a:gd name="T4" fmla="*/ 385 w 31"/>
                  <a:gd name="T5" fmla="*/ 24 h 44"/>
                  <a:gd name="T6" fmla="*/ 64 w 31"/>
                  <a:gd name="T7" fmla="*/ 423 h 44"/>
                  <a:gd name="T8" fmla="*/ 193 w 31"/>
                  <a:gd name="T9" fmla="*/ 847 h 44"/>
                  <a:gd name="T10" fmla="*/ 213 w 31"/>
                  <a:gd name="T11" fmla="*/ 549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13" y="26"/>
                    </a:moveTo>
                    <a:cubicBezTo>
                      <a:pt x="16" y="20"/>
                      <a:pt x="24" y="11"/>
                      <a:pt x="31" y="8"/>
                    </a:cubicBezTo>
                    <a:cubicBezTo>
                      <a:pt x="31" y="3"/>
                      <a:pt x="30" y="0"/>
                      <a:pt x="24" y="1"/>
                    </a:cubicBezTo>
                    <a:cubicBezTo>
                      <a:pt x="16" y="3"/>
                      <a:pt x="8" y="13"/>
                      <a:pt x="4" y="20"/>
                    </a:cubicBezTo>
                    <a:cubicBezTo>
                      <a:pt x="0" y="27"/>
                      <a:pt x="3" y="44"/>
                      <a:pt x="12" y="40"/>
                    </a:cubicBezTo>
                    <a:cubicBezTo>
                      <a:pt x="11" y="35"/>
                      <a:pt x="11" y="30"/>
                      <a:pt x="13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69" name="Freeform 541">
                <a:extLst>
                  <a:ext uri="{FF2B5EF4-FFF2-40B4-BE49-F238E27FC236}">
                    <a16:creationId xmlns:a16="http://schemas.microsoft.com/office/drawing/2014/main" id="{52D8F7D3-A497-43B6-8EA7-175AD8610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891"/>
                <a:ext cx="80" cy="50"/>
              </a:xfrm>
              <a:custGeom>
                <a:avLst/>
                <a:gdLst>
                  <a:gd name="T0" fmla="*/ 157 w 46"/>
                  <a:gd name="T1" fmla="*/ 515 h 27"/>
                  <a:gd name="T2" fmla="*/ 557 w 46"/>
                  <a:gd name="T3" fmla="*/ 196 h 27"/>
                  <a:gd name="T4" fmla="*/ 732 w 46"/>
                  <a:gd name="T5" fmla="*/ 178 h 27"/>
                  <a:gd name="T6" fmla="*/ 412 w 46"/>
                  <a:gd name="T7" fmla="*/ 69 h 27"/>
                  <a:gd name="T8" fmla="*/ 16 w 46"/>
                  <a:gd name="T9" fmla="*/ 387 h 27"/>
                  <a:gd name="T10" fmla="*/ 172 w 46"/>
                  <a:gd name="T11" fmla="*/ 591 h 27"/>
                  <a:gd name="T12" fmla="*/ 157 w 46"/>
                  <a:gd name="T13" fmla="*/ 51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10" y="24"/>
                    </a:moveTo>
                    <a:cubicBezTo>
                      <a:pt x="9" y="19"/>
                      <a:pt x="30" y="11"/>
                      <a:pt x="35" y="9"/>
                    </a:cubicBezTo>
                    <a:cubicBezTo>
                      <a:pt x="38" y="8"/>
                      <a:pt x="42" y="7"/>
                      <a:pt x="46" y="8"/>
                    </a:cubicBezTo>
                    <a:cubicBezTo>
                      <a:pt x="44" y="1"/>
                      <a:pt x="34" y="0"/>
                      <a:pt x="26" y="3"/>
                    </a:cubicBezTo>
                    <a:cubicBezTo>
                      <a:pt x="21" y="5"/>
                      <a:pt x="0" y="13"/>
                      <a:pt x="1" y="18"/>
                    </a:cubicBezTo>
                    <a:cubicBezTo>
                      <a:pt x="1" y="21"/>
                      <a:pt x="5" y="25"/>
                      <a:pt x="11" y="27"/>
                    </a:cubicBezTo>
                    <a:cubicBezTo>
                      <a:pt x="10" y="26"/>
                      <a:pt x="10" y="25"/>
                      <a:pt x="10" y="2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0" name="Freeform 542">
                <a:extLst>
                  <a:ext uri="{FF2B5EF4-FFF2-40B4-BE49-F238E27FC236}">
                    <a16:creationId xmlns:a16="http://schemas.microsoft.com/office/drawing/2014/main" id="{D0470B49-B447-4B85-BFAD-245E050A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963"/>
                <a:ext cx="123" cy="50"/>
              </a:xfrm>
              <a:custGeom>
                <a:avLst/>
                <a:gdLst>
                  <a:gd name="T0" fmla="*/ 612 w 71"/>
                  <a:gd name="T1" fmla="*/ 222 h 27"/>
                  <a:gd name="T2" fmla="*/ 1093 w 71"/>
                  <a:gd name="T3" fmla="*/ 196 h 27"/>
                  <a:gd name="T4" fmla="*/ 1093 w 71"/>
                  <a:gd name="T5" fmla="*/ 178 h 27"/>
                  <a:gd name="T6" fmla="*/ 468 w 71"/>
                  <a:gd name="T7" fmla="*/ 81 h 27"/>
                  <a:gd name="T8" fmla="*/ 172 w 71"/>
                  <a:gd name="T9" fmla="*/ 515 h 27"/>
                  <a:gd name="T10" fmla="*/ 262 w 71"/>
                  <a:gd name="T11" fmla="*/ 591 h 27"/>
                  <a:gd name="T12" fmla="*/ 612 w 71"/>
                  <a:gd name="T13" fmla="*/ 22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39" y="10"/>
                    </a:moveTo>
                    <a:cubicBezTo>
                      <a:pt x="45" y="8"/>
                      <a:pt x="60" y="7"/>
                      <a:pt x="70" y="9"/>
                    </a:cubicBezTo>
                    <a:cubicBezTo>
                      <a:pt x="70" y="9"/>
                      <a:pt x="70" y="9"/>
                      <a:pt x="70" y="8"/>
                    </a:cubicBez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13" y="25"/>
                      <a:pt x="15" y="26"/>
                      <a:pt x="17" y="27"/>
                    </a:cubicBezTo>
                    <a:cubicBezTo>
                      <a:pt x="15" y="21"/>
                      <a:pt x="30" y="14"/>
                      <a:pt x="39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1" name="Freeform 543">
                <a:extLst>
                  <a:ext uri="{FF2B5EF4-FFF2-40B4-BE49-F238E27FC236}">
                    <a16:creationId xmlns:a16="http://schemas.microsoft.com/office/drawing/2014/main" id="{C19613A9-2715-4FEE-94E9-80B5BA591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980"/>
                <a:ext cx="96" cy="86"/>
              </a:xfrm>
              <a:custGeom>
                <a:avLst/>
                <a:gdLst>
                  <a:gd name="T0" fmla="*/ 286 w 55"/>
                  <a:gd name="T1" fmla="*/ 540 h 47"/>
                  <a:gd name="T2" fmla="*/ 892 w 55"/>
                  <a:gd name="T3" fmla="*/ 148 h 47"/>
                  <a:gd name="T4" fmla="*/ 744 w 55"/>
                  <a:gd name="T5" fmla="*/ 24 h 47"/>
                  <a:gd name="T6" fmla="*/ 150 w 55"/>
                  <a:gd name="T7" fmla="*/ 415 h 47"/>
                  <a:gd name="T8" fmla="*/ 159 w 55"/>
                  <a:gd name="T9" fmla="*/ 887 h 47"/>
                  <a:gd name="T10" fmla="*/ 262 w 55"/>
                  <a:gd name="T11" fmla="*/ 961 h 47"/>
                  <a:gd name="T12" fmla="*/ 286 w 55"/>
                  <a:gd name="T13" fmla="*/ 54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8" y="26"/>
                    </a:moveTo>
                    <a:cubicBezTo>
                      <a:pt x="26" y="19"/>
                      <a:pt x="44" y="9"/>
                      <a:pt x="55" y="7"/>
                    </a:cubicBezTo>
                    <a:cubicBezTo>
                      <a:pt x="53" y="3"/>
                      <a:pt x="50" y="0"/>
                      <a:pt x="46" y="1"/>
                    </a:cubicBezTo>
                    <a:cubicBezTo>
                      <a:pt x="36" y="3"/>
                      <a:pt x="17" y="13"/>
                      <a:pt x="9" y="20"/>
                    </a:cubicBezTo>
                    <a:cubicBezTo>
                      <a:pt x="0" y="27"/>
                      <a:pt x="0" y="37"/>
                      <a:pt x="10" y="43"/>
                    </a:cubicBezTo>
                    <a:cubicBezTo>
                      <a:pt x="11" y="44"/>
                      <a:pt x="13" y="45"/>
                      <a:pt x="16" y="47"/>
                    </a:cubicBezTo>
                    <a:cubicBezTo>
                      <a:pt x="9" y="41"/>
                      <a:pt x="10" y="32"/>
                      <a:pt x="18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2" name="Freeform 544">
                <a:extLst>
                  <a:ext uri="{FF2B5EF4-FFF2-40B4-BE49-F238E27FC236}">
                    <a16:creationId xmlns:a16="http://schemas.microsoft.com/office/drawing/2014/main" id="{A5712237-47AF-434A-923D-3111EB26D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59"/>
                <a:ext cx="105" cy="80"/>
              </a:xfrm>
              <a:custGeom>
                <a:avLst/>
                <a:gdLst>
                  <a:gd name="T0" fmla="*/ 133 w 61"/>
                  <a:gd name="T1" fmla="*/ 876 h 43"/>
                  <a:gd name="T2" fmla="*/ 756 w 61"/>
                  <a:gd name="T3" fmla="*/ 238 h 43"/>
                  <a:gd name="T4" fmla="*/ 924 w 61"/>
                  <a:gd name="T5" fmla="*/ 225 h 43"/>
                  <a:gd name="T6" fmla="*/ 621 w 61"/>
                  <a:gd name="T7" fmla="*/ 112 h 43"/>
                  <a:gd name="T8" fmla="*/ 0 w 61"/>
                  <a:gd name="T9" fmla="*/ 727 h 43"/>
                  <a:gd name="T10" fmla="*/ 169 w 61"/>
                  <a:gd name="T11" fmla="*/ 958 h 43"/>
                  <a:gd name="T12" fmla="*/ 133 w 61"/>
                  <a:gd name="T13" fmla="*/ 87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3">
                    <a:moveTo>
                      <a:pt x="9" y="39"/>
                    </a:moveTo>
                    <a:cubicBezTo>
                      <a:pt x="9" y="29"/>
                      <a:pt x="42" y="17"/>
                      <a:pt x="50" y="11"/>
                    </a:cubicBezTo>
                    <a:cubicBezTo>
                      <a:pt x="54" y="8"/>
                      <a:pt x="58" y="8"/>
                      <a:pt x="61" y="10"/>
                    </a:cubicBezTo>
                    <a:cubicBezTo>
                      <a:pt x="55" y="4"/>
                      <a:pt x="48" y="0"/>
                      <a:pt x="41" y="5"/>
                    </a:cubicBezTo>
                    <a:cubicBezTo>
                      <a:pt x="33" y="11"/>
                      <a:pt x="0" y="23"/>
                      <a:pt x="0" y="33"/>
                    </a:cubicBezTo>
                    <a:cubicBezTo>
                      <a:pt x="0" y="37"/>
                      <a:pt x="4" y="40"/>
                      <a:pt x="11" y="43"/>
                    </a:cubicBezTo>
                    <a:cubicBezTo>
                      <a:pt x="10" y="42"/>
                      <a:pt x="9" y="40"/>
                      <a:pt x="9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3" name="Freeform 545">
                <a:extLst>
                  <a:ext uri="{FF2B5EF4-FFF2-40B4-BE49-F238E27FC236}">
                    <a16:creationId xmlns:a16="http://schemas.microsoft.com/office/drawing/2014/main" id="{79C6264A-800C-4D41-932D-4AF32E8FF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057"/>
                <a:ext cx="168" cy="83"/>
              </a:xfrm>
              <a:custGeom>
                <a:avLst/>
                <a:gdLst>
                  <a:gd name="T0" fmla="*/ 431 w 97"/>
                  <a:gd name="T1" fmla="*/ 326 h 45"/>
                  <a:gd name="T2" fmla="*/ 1405 w 97"/>
                  <a:gd name="T3" fmla="*/ 426 h 45"/>
                  <a:gd name="T4" fmla="*/ 1512 w 97"/>
                  <a:gd name="T5" fmla="*/ 452 h 45"/>
                  <a:gd name="T6" fmla="*/ 1257 w 97"/>
                  <a:gd name="T7" fmla="*/ 302 h 45"/>
                  <a:gd name="T8" fmla="*/ 296 w 97"/>
                  <a:gd name="T9" fmla="*/ 194 h 45"/>
                  <a:gd name="T10" fmla="*/ 234 w 97"/>
                  <a:gd name="T11" fmla="*/ 959 h 45"/>
                  <a:gd name="T12" fmla="*/ 262 w 97"/>
                  <a:gd name="T13" fmla="*/ 959 h 45"/>
                  <a:gd name="T14" fmla="*/ 431 w 97"/>
                  <a:gd name="T15" fmla="*/ 32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45">
                    <a:moveTo>
                      <a:pt x="28" y="15"/>
                    </a:moveTo>
                    <a:cubicBezTo>
                      <a:pt x="36" y="6"/>
                      <a:pt x="77" y="18"/>
                      <a:pt x="90" y="20"/>
                    </a:cubicBezTo>
                    <a:cubicBezTo>
                      <a:pt x="92" y="20"/>
                      <a:pt x="95" y="20"/>
                      <a:pt x="97" y="21"/>
                    </a:cubicBezTo>
                    <a:cubicBezTo>
                      <a:pt x="93" y="17"/>
                      <a:pt x="88" y="14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ubicBezTo>
                      <a:pt x="10" y="18"/>
                      <a:pt x="0" y="43"/>
                      <a:pt x="15" y="45"/>
                    </a:cubicBezTo>
                    <a:cubicBezTo>
                      <a:pt x="16" y="45"/>
                      <a:pt x="16" y="45"/>
                      <a:pt x="17" y="45"/>
                    </a:cubicBezTo>
                    <a:cubicBezTo>
                      <a:pt x="14" y="37"/>
                      <a:pt x="22" y="21"/>
                      <a:pt x="28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4" name="Freeform 546">
                <a:extLst>
                  <a:ext uri="{FF2B5EF4-FFF2-40B4-BE49-F238E27FC236}">
                    <a16:creationId xmlns:a16="http://schemas.microsoft.com/office/drawing/2014/main" id="{65495CA5-577F-4D95-A15D-27909046D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111"/>
                <a:ext cx="105" cy="118"/>
              </a:xfrm>
              <a:custGeom>
                <a:avLst/>
                <a:gdLst>
                  <a:gd name="T0" fmla="*/ 133 w 61"/>
                  <a:gd name="T1" fmla="*/ 684 h 64"/>
                  <a:gd name="T2" fmla="*/ 587 w 61"/>
                  <a:gd name="T3" fmla="*/ 177 h 64"/>
                  <a:gd name="T4" fmla="*/ 924 w 61"/>
                  <a:gd name="T5" fmla="*/ 194 h 64"/>
                  <a:gd name="T6" fmla="*/ 814 w 61"/>
                  <a:gd name="T7" fmla="*/ 81 h 64"/>
                  <a:gd name="T8" fmla="*/ 460 w 61"/>
                  <a:gd name="T9" fmla="*/ 44 h 64"/>
                  <a:gd name="T10" fmla="*/ 0 w 61"/>
                  <a:gd name="T11" fmla="*/ 557 h 64"/>
                  <a:gd name="T12" fmla="*/ 361 w 61"/>
                  <a:gd name="T13" fmla="*/ 1366 h 64"/>
                  <a:gd name="T14" fmla="*/ 133 w 61"/>
                  <a:gd name="T15" fmla="*/ 684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4">
                    <a:moveTo>
                      <a:pt x="9" y="32"/>
                    </a:moveTo>
                    <a:cubicBezTo>
                      <a:pt x="9" y="19"/>
                      <a:pt x="25" y="11"/>
                      <a:pt x="39" y="8"/>
                    </a:cubicBezTo>
                    <a:cubicBezTo>
                      <a:pt x="39" y="8"/>
                      <a:pt x="48" y="7"/>
                      <a:pt x="61" y="9"/>
                    </a:cubicBezTo>
                    <a:cubicBezTo>
                      <a:pt x="59" y="7"/>
                      <a:pt x="57" y="5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ubicBezTo>
                      <a:pt x="16" y="5"/>
                      <a:pt x="0" y="13"/>
                      <a:pt x="0" y="26"/>
                    </a:cubicBezTo>
                    <a:cubicBezTo>
                      <a:pt x="1" y="38"/>
                      <a:pt x="6" y="56"/>
                      <a:pt x="24" y="64"/>
                    </a:cubicBezTo>
                    <a:cubicBezTo>
                      <a:pt x="13" y="55"/>
                      <a:pt x="10" y="42"/>
                      <a:pt x="9" y="3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5" name="Freeform 547">
                <a:extLst>
                  <a:ext uri="{FF2B5EF4-FFF2-40B4-BE49-F238E27FC236}">
                    <a16:creationId xmlns:a16="http://schemas.microsoft.com/office/drawing/2014/main" id="{732553B3-F9CA-4878-B17A-394008D7D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041"/>
                <a:ext cx="56" cy="31"/>
              </a:xfrm>
              <a:custGeom>
                <a:avLst/>
                <a:gdLst>
                  <a:gd name="T0" fmla="*/ 172 w 32"/>
                  <a:gd name="T1" fmla="*/ 295 h 17"/>
                  <a:gd name="T2" fmla="*/ 527 w 32"/>
                  <a:gd name="T3" fmla="*/ 219 h 17"/>
                  <a:gd name="T4" fmla="*/ 21 w 32"/>
                  <a:gd name="T5" fmla="*/ 177 h 17"/>
                  <a:gd name="T6" fmla="*/ 172 w 32"/>
                  <a:gd name="T7" fmla="*/ 346 h 17"/>
                  <a:gd name="T8" fmla="*/ 172 w 32"/>
                  <a:gd name="T9" fmla="*/ 29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">
                    <a:moveTo>
                      <a:pt x="10" y="15"/>
                    </a:moveTo>
                    <a:cubicBezTo>
                      <a:pt x="12" y="9"/>
                      <a:pt x="23" y="8"/>
                      <a:pt x="32" y="11"/>
                    </a:cubicBezTo>
                    <a:cubicBezTo>
                      <a:pt x="28" y="3"/>
                      <a:pt x="4" y="0"/>
                      <a:pt x="1" y="9"/>
                    </a:cubicBezTo>
                    <a:cubicBezTo>
                      <a:pt x="0" y="12"/>
                      <a:pt x="5" y="15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6" name="Freeform 548">
                <a:extLst>
                  <a:ext uri="{FF2B5EF4-FFF2-40B4-BE49-F238E27FC236}">
                    <a16:creationId xmlns:a16="http://schemas.microsoft.com/office/drawing/2014/main" id="{F4BD0EED-EB56-445F-BE84-1AEF21910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020"/>
                <a:ext cx="40" cy="50"/>
              </a:xfrm>
              <a:custGeom>
                <a:avLst/>
                <a:gdLst>
                  <a:gd name="T0" fmla="*/ 172 w 23"/>
                  <a:gd name="T1" fmla="*/ 567 h 27"/>
                  <a:gd name="T2" fmla="*/ 369 w 23"/>
                  <a:gd name="T3" fmla="*/ 196 h 27"/>
                  <a:gd name="T4" fmla="*/ 221 w 23"/>
                  <a:gd name="T5" fmla="*/ 69 h 27"/>
                  <a:gd name="T6" fmla="*/ 28 w 23"/>
                  <a:gd name="T7" fmla="*/ 439 h 27"/>
                  <a:gd name="T8" fmla="*/ 172 w 23"/>
                  <a:gd name="T9" fmla="*/ 591 h 27"/>
                  <a:gd name="T10" fmla="*/ 172 w 23"/>
                  <a:gd name="T11" fmla="*/ 56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11" y="26"/>
                    </a:moveTo>
                    <a:cubicBezTo>
                      <a:pt x="9" y="21"/>
                      <a:pt x="17" y="17"/>
                      <a:pt x="23" y="9"/>
                    </a:cubicBezTo>
                    <a:cubicBezTo>
                      <a:pt x="20" y="4"/>
                      <a:pt x="16" y="0"/>
                      <a:pt x="14" y="3"/>
                    </a:cubicBezTo>
                    <a:cubicBezTo>
                      <a:pt x="8" y="11"/>
                      <a:pt x="0" y="15"/>
                      <a:pt x="2" y="20"/>
                    </a:cubicBezTo>
                    <a:cubicBezTo>
                      <a:pt x="2" y="23"/>
                      <a:pt x="6" y="25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7" name="Freeform 549">
                <a:extLst>
                  <a:ext uri="{FF2B5EF4-FFF2-40B4-BE49-F238E27FC236}">
                    <a16:creationId xmlns:a16="http://schemas.microsoft.com/office/drawing/2014/main" id="{9DAEA56F-3FE6-41DE-A176-AF0B842B7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961"/>
                <a:ext cx="81" cy="74"/>
              </a:xfrm>
              <a:custGeom>
                <a:avLst/>
                <a:gdLst>
                  <a:gd name="T0" fmla="*/ 169 w 47"/>
                  <a:gd name="T1" fmla="*/ 657 h 40"/>
                  <a:gd name="T2" fmla="*/ 715 w 47"/>
                  <a:gd name="T3" fmla="*/ 261 h 40"/>
                  <a:gd name="T4" fmla="*/ 695 w 47"/>
                  <a:gd name="T5" fmla="*/ 178 h 40"/>
                  <a:gd name="T6" fmla="*/ 28 w 47"/>
                  <a:gd name="T7" fmla="*/ 514 h 40"/>
                  <a:gd name="T8" fmla="*/ 148 w 47"/>
                  <a:gd name="T9" fmla="*/ 866 h 40"/>
                  <a:gd name="T10" fmla="*/ 169 w 47"/>
                  <a:gd name="T11" fmla="*/ 657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0">
                    <a:moveTo>
                      <a:pt x="11" y="30"/>
                    </a:moveTo>
                    <a:cubicBezTo>
                      <a:pt x="13" y="24"/>
                      <a:pt x="34" y="13"/>
                      <a:pt x="47" y="12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39" y="0"/>
                      <a:pt x="4" y="16"/>
                      <a:pt x="2" y="24"/>
                    </a:cubicBezTo>
                    <a:cubicBezTo>
                      <a:pt x="0" y="31"/>
                      <a:pt x="0" y="39"/>
                      <a:pt x="10" y="40"/>
                    </a:cubicBezTo>
                    <a:cubicBezTo>
                      <a:pt x="9" y="37"/>
                      <a:pt x="10" y="33"/>
                      <a:pt x="11" y="3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8" name="Freeform 550">
                <a:extLst>
                  <a:ext uri="{FF2B5EF4-FFF2-40B4-BE49-F238E27FC236}">
                    <a16:creationId xmlns:a16="http://schemas.microsoft.com/office/drawing/2014/main" id="{65FAB782-C896-49AF-A5ED-B6E45529F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020"/>
                <a:ext cx="62" cy="70"/>
              </a:xfrm>
              <a:custGeom>
                <a:avLst/>
                <a:gdLst>
                  <a:gd name="T0" fmla="*/ 424 w 36"/>
                  <a:gd name="T1" fmla="*/ 274 h 38"/>
                  <a:gd name="T2" fmla="*/ 525 w 36"/>
                  <a:gd name="T3" fmla="*/ 193 h 38"/>
                  <a:gd name="T4" fmla="*/ 501 w 36"/>
                  <a:gd name="T5" fmla="*/ 44 h 38"/>
                  <a:gd name="T6" fmla="*/ 291 w 36"/>
                  <a:gd name="T7" fmla="*/ 149 h 38"/>
                  <a:gd name="T8" fmla="*/ 143 w 36"/>
                  <a:gd name="T9" fmla="*/ 763 h 38"/>
                  <a:gd name="T10" fmla="*/ 231 w 36"/>
                  <a:gd name="T11" fmla="*/ 807 h 38"/>
                  <a:gd name="T12" fmla="*/ 424 w 36"/>
                  <a:gd name="T13" fmla="*/ 27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28" y="13"/>
                    </a:moveTo>
                    <a:cubicBezTo>
                      <a:pt x="28" y="13"/>
                      <a:pt x="31" y="10"/>
                      <a:pt x="35" y="9"/>
                    </a:cubicBezTo>
                    <a:cubicBezTo>
                      <a:pt x="36" y="5"/>
                      <a:pt x="36" y="3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ubicBezTo>
                      <a:pt x="9" y="13"/>
                      <a:pt x="0" y="32"/>
                      <a:pt x="9" y="36"/>
                    </a:cubicBezTo>
                    <a:cubicBezTo>
                      <a:pt x="11" y="37"/>
                      <a:pt x="13" y="38"/>
                      <a:pt x="15" y="38"/>
                    </a:cubicBezTo>
                    <a:cubicBezTo>
                      <a:pt x="13" y="31"/>
                      <a:pt x="20" y="18"/>
                      <a:pt x="28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9" name="Freeform 551">
                <a:extLst>
                  <a:ext uri="{FF2B5EF4-FFF2-40B4-BE49-F238E27FC236}">
                    <a16:creationId xmlns:a16="http://schemas.microsoft.com/office/drawing/2014/main" id="{108C6029-18E7-45B4-A51D-E6E3A8D31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050"/>
                <a:ext cx="88" cy="70"/>
              </a:xfrm>
              <a:custGeom>
                <a:avLst/>
                <a:gdLst>
                  <a:gd name="T0" fmla="*/ 185 w 51"/>
                  <a:gd name="T1" fmla="*/ 613 h 38"/>
                  <a:gd name="T2" fmla="*/ 525 w 51"/>
                  <a:gd name="T3" fmla="*/ 274 h 38"/>
                  <a:gd name="T4" fmla="*/ 780 w 51"/>
                  <a:gd name="T5" fmla="*/ 206 h 38"/>
                  <a:gd name="T6" fmla="*/ 381 w 51"/>
                  <a:gd name="T7" fmla="*/ 149 h 38"/>
                  <a:gd name="T8" fmla="*/ 48 w 51"/>
                  <a:gd name="T9" fmla="*/ 483 h 38"/>
                  <a:gd name="T10" fmla="*/ 292 w 51"/>
                  <a:gd name="T11" fmla="*/ 807 h 38"/>
                  <a:gd name="T12" fmla="*/ 185 w 51"/>
                  <a:gd name="T13" fmla="*/ 61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8">
                    <a:moveTo>
                      <a:pt x="12" y="29"/>
                    </a:moveTo>
                    <a:cubicBezTo>
                      <a:pt x="9" y="22"/>
                      <a:pt x="26" y="18"/>
                      <a:pt x="34" y="13"/>
                    </a:cubicBezTo>
                    <a:cubicBezTo>
                      <a:pt x="40" y="9"/>
                      <a:pt x="46" y="9"/>
                      <a:pt x="51" y="10"/>
                    </a:cubicBezTo>
                    <a:cubicBezTo>
                      <a:pt x="46" y="4"/>
                      <a:pt x="36" y="0"/>
                      <a:pt x="25" y="7"/>
                    </a:cubicBezTo>
                    <a:cubicBezTo>
                      <a:pt x="17" y="12"/>
                      <a:pt x="0" y="16"/>
                      <a:pt x="3" y="23"/>
                    </a:cubicBezTo>
                    <a:cubicBezTo>
                      <a:pt x="5" y="28"/>
                      <a:pt x="11" y="35"/>
                      <a:pt x="19" y="38"/>
                    </a:cubicBezTo>
                    <a:cubicBezTo>
                      <a:pt x="15" y="35"/>
                      <a:pt x="13" y="32"/>
                      <a:pt x="12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80" name="Freeform 552">
                <a:extLst>
                  <a:ext uri="{FF2B5EF4-FFF2-40B4-BE49-F238E27FC236}">
                    <a16:creationId xmlns:a16="http://schemas.microsoft.com/office/drawing/2014/main" id="{0573DA56-772B-428F-BD1A-1F079D37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111"/>
                <a:ext cx="52" cy="29"/>
              </a:xfrm>
              <a:custGeom>
                <a:avLst/>
                <a:gdLst>
                  <a:gd name="T0" fmla="*/ 172 w 30"/>
                  <a:gd name="T1" fmla="*/ 214 h 16"/>
                  <a:gd name="T2" fmla="*/ 468 w 30"/>
                  <a:gd name="T3" fmla="*/ 263 h 16"/>
                  <a:gd name="T4" fmla="*/ 28 w 30"/>
                  <a:gd name="T5" fmla="*/ 96 h 16"/>
                  <a:gd name="T6" fmla="*/ 185 w 30"/>
                  <a:gd name="T7" fmla="*/ 315 h 16"/>
                  <a:gd name="T8" fmla="*/ 172 w 30"/>
                  <a:gd name="T9" fmla="*/ 21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11" y="11"/>
                    </a:moveTo>
                    <a:cubicBezTo>
                      <a:pt x="13" y="8"/>
                      <a:pt x="22" y="10"/>
                      <a:pt x="30" y="13"/>
                    </a:cubicBezTo>
                    <a:cubicBezTo>
                      <a:pt x="24" y="7"/>
                      <a:pt x="5" y="0"/>
                      <a:pt x="2" y="5"/>
                    </a:cubicBezTo>
                    <a:cubicBezTo>
                      <a:pt x="0" y="9"/>
                      <a:pt x="5" y="13"/>
                      <a:pt x="12" y="16"/>
                    </a:cubicBezTo>
                    <a:cubicBezTo>
                      <a:pt x="11" y="15"/>
                      <a:pt x="10" y="13"/>
                      <a:pt x="11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81" name="Freeform 553">
                <a:extLst>
                  <a:ext uri="{FF2B5EF4-FFF2-40B4-BE49-F238E27FC236}">
                    <a16:creationId xmlns:a16="http://schemas.microsoft.com/office/drawing/2014/main" id="{C9A1CBDB-5D75-48DC-8836-280976E7B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087"/>
                <a:ext cx="90" cy="53"/>
              </a:xfrm>
              <a:custGeom>
                <a:avLst/>
                <a:gdLst>
                  <a:gd name="T0" fmla="*/ 467 w 52"/>
                  <a:gd name="T1" fmla="*/ 300 h 29"/>
                  <a:gd name="T2" fmla="*/ 808 w 52"/>
                  <a:gd name="T3" fmla="*/ 177 h 29"/>
                  <a:gd name="T4" fmla="*/ 725 w 52"/>
                  <a:gd name="T5" fmla="*/ 97 h 29"/>
                  <a:gd name="T6" fmla="*/ 320 w 52"/>
                  <a:gd name="T7" fmla="*/ 177 h 29"/>
                  <a:gd name="T8" fmla="*/ 151 w 52"/>
                  <a:gd name="T9" fmla="*/ 548 h 29"/>
                  <a:gd name="T10" fmla="*/ 249 w 52"/>
                  <a:gd name="T11" fmla="*/ 590 h 29"/>
                  <a:gd name="T12" fmla="*/ 467 w 52"/>
                  <a:gd name="T13" fmla="*/ 30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30" y="15"/>
                    </a:moveTo>
                    <a:cubicBezTo>
                      <a:pt x="35" y="9"/>
                      <a:pt x="43" y="7"/>
                      <a:pt x="52" y="9"/>
                    </a:cubicBezTo>
                    <a:cubicBezTo>
                      <a:pt x="51" y="8"/>
                      <a:pt x="50" y="6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ubicBezTo>
                      <a:pt x="15" y="13"/>
                      <a:pt x="0" y="24"/>
                      <a:pt x="10" y="27"/>
                    </a:cubicBezTo>
                    <a:cubicBezTo>
                      <a:pt x="12" y="27"/>
                      <a:pt x="14" y="28"/>
                      <a:pt x="16" y="29"/>
                    </a:cubicBezTo>
                    <a:cubicBezTo>
                      <a:pt x="17" y="24"/>
                      <a:pt x="26" y="18"/>
                      <a:pt x="3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82" name="Freeform 554">
                <a:extLst>
                  <a:ext uri="{FF2B5EF4-FFF2-40B4-BE49-F238E27FC236}">
                    <a16:creationId xmlns:a16="http://schemas.microsoft.com/office/drawing/2014/main" id="{76DA241F-19D5-41D3-84B5-CC15452E4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164"/>
                <a:ext cx="59" cy="119"/>
              </a:xfrm>
              <a:custGeom>
                <a:avLst/>
                <a:gdLst>
                  <a:gd name="T0" fmla="*/ 172 w 34"/>
                  <a:gd name="T1" fmla="*/ 643 h 64"/>
                  <a:gd name="T2" fmla="*/ 406 w 34"/>
                  <a:gd name="T3" fmla="*/ 238 h 64"/>
                  <a:gd name="T4" fmla="*/ 533 w 34"/>
                  <a:gd name="T5" fmla="*/ 180 h 64"/>
                  <a:gd name="T6" fmla="*/ 271 w 34"/>
                  <a:gd name="T7" fmla="*/ 112 h 64"/>
                  <a:gd name="T8" fmla="*/ 28 w 34"/>
                  <a:gd name="T9" fmla="*/ 515 h 64"/>
                  <a:gd name="T10" fmla="*/ 319 w 34"/>
                  <a:gd name="T11" fmla="*/ 1292 h 64"/>
                  <a:gd name="T12" fmla="*/ 172 w 34"/>
                  <a:gd name="T13" fmla="*/ 643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4">
                    <a:moveTo>
                      <a:pt x="11" y="29"/>
                    </a:moveTo>
                    <a:cubicBezTo>
                      <a:pt x="9" y="19"/>
                      <a:pt x="17" y="15"/>
                      <a:pt x="26" y="11"/>
                    </a:cubicBezTo>
                    <a:cubicBezTo>
                      <a:pt x="29" y="9"/>
                      <a:pt x="32" y="8"/>
                      <a:pt x="34" y="8"/>
                    </a:cubicBezTo>
                    <a:cubicBezTo>
                      <a:pt x="33" y="3"/>
                      <a:pt x="28" y="0"/>
                      <a:pt x="17" y="5"/>
                    </a:cubicBezTo>
                    <a:cubicBezTo>
                      <a:pt x="8" y="9"/>
                      <a:pt x="0" y="13"/>
                      <a:pt x="2" y="23"/>
                    </a:cubicBezTo>
                    <a:cubicBezTo>
                      <a:pt x="4" y="33"/>
                      <a:pt x="11" y="64"/>
                      <a:pt x="20" y="58"/>
                    </a:cubicBezTo>
                    <a:cubicBezTo>
                      <a:pt x="15" y="49"/>
                      <a:pt x="12" y="35"/>
                      <a:pt x="11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83" name="Freeform 555">
                <a:extLst>
                  <a:ext uri="{FF2B5EF4-FFF2-40B4-BE49-F238E27FC236}">
                    <a16:creationId xmlns:a16="http://schemas.microsoft.com/office/drawing/2014/main" id="{7C234960-D25F-4734-9E5B-280FBF8CB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138"/>
                <a:ext cx="133" cy="124"/>
              </a:xfrm>
              <a:custGeom>
                <a:avLst/>
                <a:gdLst>
                  <a:gd name="T0" fmla="*/ 257 w 77"/>
                  <a:gd name="T1" fmla="*/ 938 h 67"/>
                  <a:gd name="T2" fmla="*/ 865 w 77"/>
                  <a:gd name="T3" fmla="*/ 305 h 67"/>
                  <a:gd name="T4" fmla="*/ 1185 w 77"/>
                  <a:gd name="T5" fmla="*/ 261 h 67"/>
                  <a:gd name="T6" fmla="*/ 722 w 77"/>
                  <a:gd name="T7" fmla="*/ 178 h 67"/>
                  <a:gd name="T8" fmla="*/ 123 w 77"/>
                  <a:gd name="T9" fmla="*/ 798 h 67"/>
                  <a:gd name="T10" fmla="*/ 197 w 77"/>
                  <a:gd name="T11" fmla="*/ 1453 h 67"/>
                  <a:gd name="T12" fmla="*/ 257 w 77"/>
                  <a:gd name="T13" fmla="*/ 938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67">
                    <a:moveTo>
                      <a:pt x="17" y="43"/>
                    </a:moveTo>
                    <a:cubicBezTo>
                      <a:pt x="25" y="34"/>
                      <a:pt x="46" y="22"/>
                      <a:pt x="56" y="14"/>
                    </a:cubicBezTo>
                    <a:cubicBezTo>
                      <a:pt x="63" y="9"/>
                      <a:pt x="70" y="9"/>
                      <a:pt x="77" y="12"/>
                    </a:cubicBezTo>
                    <a:cubicBezTo>
                      <a:pt x="69" y="5"/>
                      <a:pt x="57" y="0"/>
                      <a:pt x="47" y="8"/>
                    </a:cubicBezTo>
                    <a:cubicBezTo>
                      <a:pt x="37" y="16"/>
                      <a:pt x="16" y="28"/>
                      <a:pt x="8" y="37"/>
                    </a:cubicBezTo>
                    <a:cubicBezTo>
                      <a:pt x="0" y="46"/>
                      <a:pt x="0" y="66"/>
                      <a:pt x="13" y="67"/>
                    </a:cubicBezTo>
                    <a:cubicBezTo>
                      <a:pt x="10" y="61"/>
                      <a:pt x="12" y="49"/>
                      <a:pt x="17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84" name="Freeform 556">
                <a:extLst>
                  <a:ext uri="{FF2B5EF4-FFF2-40B4-BE49-F238E27FC236}">
                    <a16:creationId xmlns:a16="http://schemas.microsoft.com/office/drawing/2014/main" id="{27B6CBCA-F15D-4927-9C15-7BF1321F8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083"/>
                <a:ext cx="120" cy="100"/>
              </a:xfrm>
              <a:custGeom>
                <a:avLst/>
                <a:gdLst>
                  <a:gd name="T0" fmla="*/ 953 w 69"/>
                  <a:gd name="T1" fmla="*/ 128 h 54"/>
                  <a:gd name="T2" fmla="*/ 475 w 69"/>
                  <a:gd name="T3" fmla="*/ 261 h 54"/>
                  <a:gd name="T4" fmla="*/ 221 w 69"/>
                  <a:gd name="T5" fmla="*/ 1148 h 54"/>
                  <a:gd name="T6" fmla="*/ 283 w 69"/>
                  <a:gd name="T7" fmla="*/ 1176 h 54"/>
                  <a:gd name="T8" fmla="*/ 621 w 69"/>
                  <a:gd name="T9" fmla="*/ 387 h 54"/>
                  <a:gd name="T10" fmla="*/ 1097 w 69"/>
                  <a:gd name="T11" fmla="*/ 261 h 54"/>
                  <a:gd name="T12" fmla="*/ 953 w 69"/>
                  <a:gd name="T13" fmla="*/ 128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7" y="46"/>
                      <a:pt x="30" y="28"/>
                      <a:pt x="39" y="18"/>
                    </a:cubicBezTo>
                    <a:cubicBezTo>
                      <a:pt x="50" y="6"/>
                      <a:pt x="60" y="10"/>
                      <a:pt x="69" y="12"/>
                    </a:cubicBezTo>
                    <a:cubicBezTo>
                      <a:pt x="68" y="10"/>
                      <a:pt x="65" y="7"/>
                      <a:pt x="60" y="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85" name="Freeform 557">
                <a:extLst>
                  <a:ext uri="{FF2B5EF4-FFF2-40B4-BE49-F238E27FC236}">
                    <a16:creationId xmlns:a16="http://schemas.microsoft.com/office/drawing/2014/main" id="{97F1CB06-32A2-489C-B21E-6FBFB2791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03"/>
                <a:ext cx="109" cy="63"/>
              </a:xfrm>
              <a:custGeom>
                <a:avLst/>
                <a:gdLst>
                  <a:gd name="T0" fmla="*/ 782 w 63"/>
                  <a:gd name="T1" fmla="*/ 222 h 34"/>
                  <a:gd name="T2" fmla="*/ 979 w 63"/>
                  <a:gd name="T3" fmla="*/ 202 h 34"/>
                  <a:gd name="T4" fmla="*/ 959 w 63"/>
                  <a:gd name="T5" fmla="*/ 178 h 34"/>
                  <a:gd name="T6" fmla="*/ 638 w 63"/>
                  <a:gd name="T7" fmla="*/ 82 h 34"/>
                  <a:gd name="T8" fmla="*/ 197 w 63"/>
                  <a:gd name="T9" fmla="*/ 673 h 34"/>
                  <a:gd name="T10" fmla="*/ 296 w 63"/>
                  <a:gd name="T11" fmla="*/ 745 h 34"/>
                  <a:gd name="T12" fmla="*/ 782 w 63"/>
                  <a:gd name="T13" fmla="*/ 22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4">
                    <a:moveTo>
                      <a:pt x="50" y="10"/>
                    </a:moveTo>
                    <a:cubicBezTo>
                      <a:pt x="56" y="8"/>
                      <a:pt x="60" y="8"/>
                      <a:pt x="63" y="9"/>
                    </a:cubicBezTo>
                    <a:cubicBezTo>
                      <a:pt x="63" y="9"/>
                      <a:pt x="63" y="9"/>
                      <a:pt x="62" y="8"/>
                    </a:cubicBezTo>
                    <a:cubicBezTo>
                      <a:pt x="55" y="3"/>
                      <a:pt x="52" y="0"/>
                      <a:pt x="41" y="4"/>
                    </a:cubicBezTo>
                    <a:cubicBezTo>
                      <a:pt x="29" y="8"/>
                      <a:pt x="0" y="25"/>
                      <a:pt x="13" y="31"/>
                    </a:cubicBezTo>
                    <a:cubicBezTo>
                      <a:pt x="15" y="32"/>
                      <a:pt x="17" y="33"/>
                      <a:pt x="19" y="34"/>
                    </a:cubicBezTo>
                    <a:cubicBezTo>
                      <a:pt x="18" y="26"/>
                      <a:pt x="40" y="13"/>
                      <a:pt x="50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86" name="Freeform 558">
                <a:extLst>
                  <a:ext uri="{FF2B5EF4-FFF2-40B4-BE49-F238E27FC236}">
                    <a16:creationId xmlns:a16="http://schemas.microsoft.com/office/drawing/2014/main" id="{07A8E104-CACC-4BF9-9074-455D48AFA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68"/>
                <a:ext cx="167" cy="96"/>
              </a:xfrm>
              <a:custGeom>
                <a:avLst/>
                <a:gdLst>
                  <a:gd name="T0" fmla="*/ 369 w 96"/>
                  <a:gd name="T1" fmla="*/ 386 h 52"/>
                  <a:gd name="T2" fmla="*/ 1052 w 96"/>
                  <a:gd name="T3" fmla="*/ 209 h 52"/>
                  <a:gd name="T4" fmla="*/ 1531 w 96"/>
                  <a:gd name="T5" fmla="*/ 454 h 52"/>
                  <a:gd name="T6" fmla="*/ 905 w 96"/>
                  <a:gd name="T7" fmla="*/ 81 h 52"/>
                  <a:gd name="T8" fmla="*/ 221 w 96"/>
                  <a:gd name="T9" fmla="*/ 258 h 52"/>
                  <a:gd name="T10" fmla="*/ 273 w 96"/>
                  <a:gd name="T11" fmla="*/ 1115 h 52"/>
                  <a:gd name="T12" fmla="*/ 369 w 96"/>
                  <a:gd name="T13" fmla="*/ 38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2">
                    <a:moveTo>
                      <a:pt x="23" y="18"/>
                    </a:moveTo>
                    <a:cubicBezTo>
                      <a:pt x="29" y="6"/>
                      <a:pt x="53" y="9"/>
                      <a:pt x="66" y="10"/>
                    </a:cubicBezTo>
                    <a:cubicBezTo>
                      <a:pt x="76" y="12"/>
                      <a:pt x="87" y="16"/>
                      <a:pt x="96" y="21"/>
                    </a:cubicBezTo>
                    <a:cubicBezTo>
                      <a:pt x="86" y="13"/>
                      <a:pt x="71" y="6"/>
                      <a:pt x="57" y="4"/>
                    </a:cubicBezTo>
                    <a:cubicBezTo>
                      <a:pt x="44" y="3"/>
                      <a:pt x="20" y="0"/>
                      <a:pt x="14" y="12"/>
                    </a:cubicBezTo>
                    <a:cubicBezTo>
                      <a:pt x="7" y="25"/>
                      <a:pt x="0" y="50"/>
                      <a:pt x="17" y="52"/>
                    </a:cubicBezTo>
                    <a:cubicBezTo>
                      <a:pt x="13" y="43"/>
                      <a:pt x="18" y="27"/>
                      <a:pt x="2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87" name="Freeform 559">
                <a:extLst>
                  <a:ext uri="{FF2B5EF4-FFF2-40B4-BE49-F238E27FC236}">
                    <a16:creationId xmlns:a16="http://schemas.microsoft.com/office/drawing/2014/main" id="{8A0CFE90-E557-4957-9E19-0AE749E61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190"/>
                <a:ext cx="95" cy="87"/>
              </a:xfrm>
              <a:custGeom>
                <a:avLst/>
                <a:gdLst>
                  <a:gd name="T0" fmla="*/ 340 w 55"/>
                  <a:gd name="T1" fmla="*/ 672 h 47"/>
                  <a:gd name="T2" fmla="*/ 845 w 55"/>
                  <a:gd name="T3" fmla="*/ 278 h 47"/>
                  <a:gd name="T4" fmla="*/ 829 w 55"/>
                  <a:gd name="T5" fmla="*/ 178 h 47"/>
                  <a:gd name="T6" fmla="*/ 197 w 55"/>
                  <a:gd name="T7" fmla="*/ 539 h 47"/>
                  <a:gd name="T8" fmla="*/ 212 w 55"/>
                  <a:gd name="T9" fmla="*/ 998 h 47"/>
                  <a:gd name="T10" fmla="*/ 233 w 55"/>
                  <a:gd name="T11" fmla="*/ 998 h 47"/>
                  <a:gd name="T12" fmla="*/ 340 w 55"/>
                  <a:gd name="T13" fmla="*/ 672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22" y="31"/>
                    </a:moveTo>
                    <a:cubicBezTo>
                      <a:pt x="27" y="25"/>
                      <a:pt x="45" y="15"/>
                      <a:pt x="55" y="13"/>
                    </a:cubicBezTo>
                    <a:cubicBezTo>
                      <a:pt x="55" y="11"/>
                      <a:pt x="55" y="9"/>
                      <a:pt x="54" y="8"/>
                    </a:cubicBez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1"/>
                      <a:pt x="18" y="35"/>
                      <a:pt x="22" y="3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88" name="Freeform 560">
                <a:extLst>
                  <a:ext uri="{FF2B5EF4-FFF2-40B4-BE49-F238E27FC236}">
                    <a16:creationId xmlns:a16="http://schemas.microsoft.com/office/drawing/2014/main" id="{7731CCEC-24E2-4691-9B95-027EC0143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102"/>
                <a:ext cx="66" cy="158"/>
              </a:xfrm>
              <a:custGeom>
                <a:avLst/>
                <a:gdLst>
                  <a:gd name="T0" fmla="*/ 221 w 38"/>
                  <a:gd name="T1" fmla="*/ 584 h 86"/>
                  <a:gd name="T2" fmla="*/ 556 w 38"/>
                  <a:gd name="T3" fmla="*/ 193 h 86"/>
                  <a:gd name="T4" fmla="*/ 446 w 38"/>
                  <a:gd name="T5" fmla="*/ 44 h 86"/>
                  <a:gd name="T6" fmla="*/ 85 w 38"/>
                  <a:gd name="T7" fmla="*/ 452 h 86"/>
                  <a:gd name="T8" fmla="*/ 582 w 38"/>
                  <a:gd name="T9" fmla="*/ 1718 h 86"/>
                  <a:gd name="T10" fmla="*/ 603 w 38"/>
                  <a:gd name="T11" fmla="*/ 1674 h 86"/>
                  <a:gd name="T12" fmla="*/ 221 w 38"/>
                  <a:gd name="T13" fmla="*/ 584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6">
                    <a:moveTo>
                      <a:pt x="14" y="28"/>
                    </a:moveTo>
                    <a:cubicBezTo>
                      <a:pt x="9" y="18"/>
                      <a:pt x="23" y="16"/>
                      <a:pt x="35" y="9"/>
                    </a:cubicBezTo>
                    <a:cubicBezTo>
                      <a:pt x="34" y="3"/>
                      <a:pt x="31" y="0"/>
                      <a:pt x="28" y="2"/>
                    </a:cubicBezTo>
                    <a:cubicBezTo>
                      <a:pt x="16" y="10"/>
                      <a:pt x="0" y="12"/>
                      <a:pt x="5" y="22"/>
                    </a:cubicBezTo>
                    <a:cubicBezTo>
                      <a:pt x="10" y="33"/>
                      <a:pt x="31" y="86"/>
                      <a:pt x="37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0" y="65"/>
                      <a:pt x="17" y="36"/>
                      <a:pt x="14" y="2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89" name="Freeform 561">
                <a:extLst>
                  <a:ext uri="{FF2B5EF4-FFF2-40B4-BE49-F238E27FC236}">
                    <a16:creationId xmlns:a16="http://schemas.microsoft.com/office/drawing/2014/main" id="{B7FA5866-9E0B-4520-93CB-DE04EE397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002"/>
                <a:ext cx="115" cy="39"/>
              </a:xfrm>
              <a:custGeom>
                <a:avLst/>
                <a:gdLst>
                  <a:gd name="T0" fmla="*/ 0 w 66"/>
                  <a:gd name="T1" fmla="*/ 180 h 21"/>
                  <a:gd name="T2" fmla="*/ 348 w 66"/>
                  <a:gd name="T3" fmla="*/ 418 h 21"/>
                  <a:gd name="T4" fmla="*/ 655 w 66"/>
                  <a:gd name="T5" fmla="*/ 418 h 21"/>
                  <a:gd name="T6" fmla="*/ 1056 w 66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1">
                    <a:moveTo>
                      <a:pt x="0" y="8"/>
                    </a:moveTo>
                    <a:cubicBezTo>
                      <a:pt x="8" y="9"/>
                      <a:pt x="14" y="17"/>
                      <a:pt x="22" y="19"/>
                    </a:cubicBezTo>
                    <a:cubicBezTo>
                      <a:pt x="28" y="21"/>
                      <a:pt x="35" y="20"/>
                      <a:pt x="41" y="19"/>
                    </a:cubicBezTo>
                    <a:cubicBezTo>
                      <a:pt x="51" y="18"/>
                      <a:pt x="63" y="9"/>
                      <a:pt x="66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90" name="Freeform 562">
                <a:extLst>
                  <a:ext uri="{FF2B5EF4-FFF2-40B4-BE49-F238E27FC236}">
                    <a16:creationId xmlns:a16="http://schemas.microsoft.com/office/drawing/2014/main" id="{BCD55820-2E2F-4796-857C-0B82A13EC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949"/>
                <a:ext cx="204" cy="44"/>
              </a:xfrm>
              <a:custGeom>
                <a:avLst/>
                <a:gdLst>
                  <a:gd name="T0" fmla="*/ 0 w 118"/>
                  <a:gd name="T1" fmla="*/ 501 h 24"/>
                  <a:gd name="T2" fmla="*/ 171 w 118"/>
                  <a:gd name="T3" fmla="*/ 394 h 24"/>
                  <a:gd name="T4" fmla="*/ 512 w 118"/>
                  <a:gd name="T5" fmla="*/ 376 h 24"/>
                  <a:gd name="T6" fmla="*/ 1001 w 118"/>
                  <a:gd name="T7" fmla="*/ 451 h 24"/>
                  <a:gd name="T8" fmla="*/ 1459 w 118"/>
                  <a:gd name="T9" fmla="*/ 172 h 24"/>
                  <a:gd name="T10" fmla="*/ 1824 w 11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24">
                    <a:moveTo>
                      <a:pt x="0" y="24"/>
                    </a:moveTo>
                    <a:cubicBezTo>
                      <a:pt x="4" y="23"/>
                      <a:pt x="7" y="20"/>
                      <a:pt x="11" y="19"/>
                    </a:cubicBezTo>
                    <a:cubicBezTo>
                      <a:pt x="18" y="17"/>
                      <a:pt x="26" y="18"/>
                      <a:pt x="33" y="18"/>
                    </a:cubicBezTo>
                    <a:cubicBezTo>
                      <a:pt x="45" y="17"/>
                      <a:pt x="53" y="21"/>
                      <a:pt x="65" y="22"/>
                    </a:cubicBezTo>
                    <a:cubicBezTo>
                      <a:pt x="76" y="23"/>
                      <a:pt x="86" y="14"/>
                      <a:pt x="94" y="8"/>
                    </a:cubicBezTo>
                    <a:cubicBezTo>
                      <a:pt x="101" y="2"/>
                      <a:pt x="110" y="0"/>
                      <a:pt x="118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91" name="Freeform 563">
                <a:extLst>
                  <a:ext uri="{FF2B5EF4-FFF2-40B4-BE49-F238E27FC236}">
                    <a16:creationId xmlns:a16="http://schemas.microsoft.com/office/drawing/2014/main" id="{3ED93DD2-2374-4B90-8D1E-07081813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897"/>
                <a:ext cx="38" cy="52"/>
              </a:xfrm>
              <a:custGeom>
                <a:avLst/>
                <a:gdLst>
                  <a:gd name="T0" fmla="*/ 340 w 22"/>
                  <a:gd name="T1" fmla="*/ 0 h 28"/>
                  <a:gd name="T2" fmla="*/ 257 w 22"/>
                  <a:gd name="T3" fmla="*/ 418 h 28"/>
                  <a:gd name="T4" fmla="*/ 0 w 22"/>
                  <a:gd name="T5" fmla="*/ 62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0" y="6"/>
                      <a:pt x="21" y="14"/>
                      <a:pt x="17" y="19"/>
                    </a:cubicBezTo>
                    <a:cubicBezTo>
                      <a:pt x="14" y="24"/>
                      <a:pt x="1" y="27"/>
                      <a:pt x="0" y="2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92" name="Freeform 564">
                <a:extLst>
                  <a:ext uri="{FF2B5EF4-FFF2-40B4-BE49-F238E27FC236}">
                    <a16:creationId xmlns:a16="http://schemas.microsoft.com/office/drawing/2014/main" id="{0FF82BA7-74FB-4767-A40B-783069760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091"/>
                <a:ext cx="90" cy="79"/>
              </a:xfrm>
              <a:custGeom>
                <a:avLst/>
                <a:gdLst>
                  <a:gd name="T0" fmla="*/ 0 w 52"/>
                  <a:gd name="T1" fmla="*/ 105 h 43"/>
                  <a:gd name="T2" fmla="*/ 341 w 52"/>
                  <a:gd name="T3" fmla="*/ 81 h 43"/>
                  <a:gd name="T4" fmla="*/ 419 w 52"/>
                  <a:gd name="T5" fmla="*/ 476 h 43"/>
                  <a:gd name="T6" fmla="*/ 701 w 52"/>
                  <a:gd name="T7" fmla="*/ 898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3">
                    <a:moveTo>
                      <a:pt x="0" y="5"/>
                    </a:moveTo>
                    <a:cubicBezTo>
                      <a:pt x="7" y="2"/>
                      <a:pt x="16" y="0"/>
                      <a:pt x="22" y="4"/>
                    </a:cubicBezTo>
                    <a:cubicBezTo>
                      <a:pt x="28" y="8"/>
                      <a:pt x="33" y="17"/>
                      <a:pt x="27" y="23"/>
                    </a:cubicBezTo>
                    <a:cubicBezTo>
                      <a:pt x="35" y="11"/>
                      <a:pt x="52" y="36"/>
                      <a:pt x="45" y="4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93" name="Freeform 565">
                <a:extLst>
                  <a:ext uri="{FF2B5EF4-FFF2-40B4-BE49-F238E27FC236}">
                    <a16:creationId xmlns:a16="http://schemas.microsoft.com/office/drawing/2014/main" id="{443C7606-0059-4622-89E6-8E83F4811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917"/>
                <a:ext cx="202" cy="32"/>
              </a:xfrm>
              <a:custGeom>
                <a:avLst/>
                <a:gdLst>
                  <a:gd name="T0" fmla="*/ 1797 w 117"/>
                  <a:gd name="T1" fmla="*/ 0 h 17"/>
                  <a:gd name="T2" fmla="*/ 1687 w 117"/>
                  <a:gd name="T3" fmla="*/ 213 h 17"/>
                  <a:gd name="T4" fmla="*/ 1518 w 117"/>
                  <a:gd name="T5" fmla="*/ 265 h 17"/>
                  <a:gd name="T6" fmla="*/ 1055 w 117"/>
                  <a:gd name="T7" fmla="*/ 188 h 17"/>
                  <a:gd name="T8" fmla="*/ 596 w 117"/>
                  <a:gd name="T9" fmla="*/ 354 h 17"/>
                  <a:gd name="T10" fmla="*/ 278 w 117"/>
                  <a:gd name="T11" fmla="*/ 373 h 17"/>
                  <a:gd name="T12" fmla="*/ 0 w 117"/>
                  <a:gd name="T13" fmla="*/ 32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17">
                    <a:moveTo>
                      <a:pt x="117" y="0"/>
                    </a:moveTo>
                    <a:cubicBezTo>
                      <a:pt x="115" y="1"/>
                      <a:pt x="114" y="6"/>
                      <a:pt x="110" y="9"/>
                    </a:cubicBezTo>
                    <a:cubicBezTo>
                      <a:pt x="107" y="11"/>
                      <a:pt x="103" y="11"/>
                      <a:pt x="99" y="11"/>
                    </a:cubicBezTo>
                    <a:cubicBezTo>
                      <a:pt x="88" y="12"/>
                      <a:pt x="80" y="9"/>
                      <a:pt x="69" y="8"/>
                    </a:cubicBezTo>
                    <a:cubicBezTo>
                      <a:pt x="58" y="7"/>
                      <a:pt x="49" y="12"/>
                      <a:pt x="39" y="15"/>
                    </a:cubicBezTo>
                    <a:cubicBezTo>
                      <a:pt x="32" y="17"/>
                      <a:pt x="25" y="16"/>
                      <a:pt x="18" y="16"/>
                    </a:cubicBezTo>
                    <a:cubicBezTo>
                      <a:pt x="12" y="16"/>
                      <a:pt x="4" y="13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94" name="Freeform 566">
                <a:extLst>
                  <a:ext uri="{FF2B5EF4-FFF2-40B4-BE49-F238E27FC236}">
                    <a16:creationId xmlns:a16="http://schemas.microsoft.com/office/drawing/2014/main" id="{33CFA6CF-D9AF-4E5D-9F6C-ADCD18DF6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952"/>
                <a:ext cx="141" cy="52"/>
              </a:xfrm>
              <a:custGeom>
                <a:avLst/>
                <a:gdLst>
                  <a:gd name="T0" fmla="*/ 0 w 81"/>
                  <a:gd name="T1" fmla="*/ 84 h 28"/>
                  <a:gd name="T2" fmla="*/ 275 w 81"/>
                  <a:gd name="T3" fmla="*/ 128 h 28"/>
                  <a:gd name="T4" fmla="*/ 707 w 81"/>
                  <a:gd name="T5" fmla="*/ 620 h 28"/>
                  <a:gd name="T6" fmla="*/ 1292 w 81"/>
                  <a:gd name="T7" fmla="*/ 12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28">
                    <a:moveTo>
                      <a:pt x="0" y="4"/>
                    </a:moveTo>
                    <a:cubicBezTo>
                      <a:pt x="6" y="4"/>
                      <a:pt x="11" y="4"/>
                      <a:pt x="17" y="6"/>
                    </a:cubicBezTo>
                    <a:cubicBezTo>
                      <a:pt x="31" y="11"/>
                      <a:pt x="36" y="15"/>
                      <a:pt x="44" y="28"/>
                    </a:cubicBezTo>
                    <a:cubicBezTo>
                      <a:pt x="42" y="10"/>
                      <a:pt x="67" y="0"/>
                      <a:pt x="81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95" name="Freeform 567">
                <a:extLst>
                  <a:ext uri="{FF2B5EF4-FFF2-40B4-BE49-F238E27FC236}">
                    <a16:creationId xmlns:a16="http://schemas.microsoft.com/office/drawing/2014/main" id="{DA82529F-0134-4C8C-ADF0-D97F8265F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032"/>
                <a:ext cx="102" cy="50"/>
              </a:xfrm>
              <a:custGeom>
                <a:avLst/>
                <a:gdLst>
                  <a:gd name="T0" fmla="*/ 0 w 59"/>
                  <a:gd name="T1" fmla="*/ 0 h 27"/>
                  <a:gd name="T2" fmla="*/ 213 w 59"/>
                  <a:gd name="T3" fmla="*/ 261 h 27"/>
                  <a:gd name="T4" fmla="*/ 197 w 59"/>
                  <a:gd name="T5" fmla="*/ 591 h 27"/>
                  <a:gd name="T6" fmla="*/ 512 w 59"/>
                  <a:gd name="T7" fmla="*/ 178 h 27"/>
                  <a:gd name="T8" fmla="*/ 714 w 59"/>
                  <a:gd name="T9" fmla="*/ 150 h 27"/>
                  <a:gd name="T10" fmla="*/ 909 w 59"/>
                  <a:gd name="T11" fmla="*/ 23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7">
                    <a:moveTo>
                      <a:pt x="0" y="0"/>
                    </a:moveTo>
                    <a:cubicBezTo>
                      <a:pt x="5" y="5"/>
                      <a:pt x="11" y="3"/>
                      <a:pt x="14" y="12"/>
                    </a:cubicBezTo>
                    <a:cubicBezTo>
                      <a:pt x="15" y="16"/>
                      <a:pt x="16" y="23"/>
                      <a:pt x="13" y="27"/>
                    </a:cubicBezTo>
                    <a:cubicBezTo>
                      <a:pt x="19" y="19"/>
                      <a:pt x="23" y="11"/>
                      <a:pt x="33" y="8"/>
                    </a:cubicBezTo>
                    <a:cubicBezTo>
                      <a:pt x="37" y="6"/>
                      <a:pt x="42" y="6"/>
                      <a:pt x="46" y="7"/>
                    </a:cubicBezTo>
                    <a:cubicBezTo>
                      <a:pt x="51" y="8"/>
                      <a:pt x="54" y="10"/>
                      <a:pt x="59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96" name="Freeform 568">
                <a:extLst>
                  <a:ext uri="{FF2B5EF4-FFF2-40B4-BE49-F238E27FC236}">
                    <a16:creationId xmlns:a16="http://schemas.microsoft.com/office/drawing/2014/main" id="{DFD967B6-87D5-4104-85E7-FEE65789A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008"/>
                <a:ext cx="118" cy="35"/>
              </a:xfrm>
              <a:custGeom>
                <a:avLst/>
                <a:gdLst>
                  <a:gd name="T0" fmla="*/ 0 w 68"/>
                  <a:gd name="T1" fmla="*/ 400 h 19"/>
                  <a:gd name="T2" fmla="*/ 925 w 68"/>
                  <a:gd name="T3" fmla="*/ 149 h 19"/>
                  <a:gd name="T4" fmla="*/ 1072 w 68"/>
                  <a:gd name="T5" fmla="*/ 25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9">
                    <a:moveTo>
                      <a:pt x="0" y="19"/>
                    </a:moveTo>
                    <a:cubicBezTo>
                      <a:pt x="12" y="4"/>
                      <a:pt x="41" y="0"/>
                      <a:pt x="59" y="7"/>
                    </a:cubicBezTo>
                    <a:cubicBezTo>
                      <a:pt x="61" y="8"/>
                      <a:pt x="65" y="10"/>
                      <a:pt x="68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97" name="Freeform 569">
                <a:extLst>
                  <a:ext uri="{FF2B5EF4-FFF2-40B4-BE49-F238E27FC236}">
                    <a16:creationId xmlns:a16="http://schemas.microsoft.com/office/drawing/2014/main" id="{DD2A1647-8BF6-4E24-B335-1DAB8C44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049"/>
                <a:ext cx="414" cy="114"/>
              </a:xfrm>
              <a:custGeom>
                <a:avLst/>
                <a:gdLst>
                  <a:gd name="T0" fmla="*/ 0 w 239"/>
                  <a:gd name="T1" fmla="*/ 903 h 62"/>
                  <a:gd name="T2" fmla="*/ 442 w 239"/>
                  <a:gd name="T3" fmla="*/ 951 h 62"/>
                  <a:gd name="T4" fmla="*/ 825 w 239"/>
                  <a:gd name="T5" fmla="*/ 1305 h 62"/>
                  <a:gd name="T6" fmla="*/ 1663 w 239"/>
                  <a:gd name="T7" fmla="*/ 903 h 62"/>
                  <a:gd name="T8" fmla="*/ 2881 w 239"/>
                  <a:gd name="T9" fmla="*/ 1225 h 62"/>
                  <a:gd name="T10" fmla="*/ 2881 w 239"/>
                  <a:gd name="T11" fmla="*/ 1237 h 62"/>
                  <a:gd name="T12" fmla="*/ 3726 w 239"/>
                  <a:gd name="T13" fmla="*/ 984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9" h="62">
                    <a:moveTo>
                      <a:pt x="0" y="43"/>
                    </a:moveTo>
                    <a:cubicBezTo>
                      <a:pt x="7" y="39"/>
                      <a:pt x="21" y="42"/>
                      <a:pt x="28" y="45"/>
                    </a:cubicBezTo>
                    <a:cubicBezTo>
                      <a:pt x="39" y="48"/>
                      <a:pt x="46" y="54"/>
                      <a:pt x="53" y="62"/>
                    </a:cubicBezTo>
                    <a:cubicBezTo>
                      <a:pt x="58" y="39"/>
                      <a:pt x="87" y="30"/>
                      <a:pt x="107" y="43"/>
                    </a:cubicBezTo>
                    <a:cubicBezTo>
                      <a:pt x="99" y="0"/>
                      <a:pt x="198" y="15"/>
                      <a:pt x="185" y="58"/>
                    </a:cubicBezTo>
                    <a:cubicBezTo>
                      <a:pt x="185" y="58"/>
                      <a:pt x="185" y="58"/>
                      <a:pt x="185" y="59"/>
                    </a:cubicBezTo>
                    <a:cubicBezTo>
                      <a:pt x="198" y="47"/>
                      <a:pt x="223" y="34"/>
                      <a:pt x="239" y="4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98" name="Freeform 570">
                <a:extLst>
                  <a:ext uri="{FF2B5EF4-FFF2-40B4-BE49-F238E27FC236}">
                    <a16:creationId xmlns:a16="http://schemas.microsoft.com/office/drawing/2014/main" id="{8BB67FF1-CC19-46F8-9923-A16943AA5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152"/>
                <a:ext cx="104" cy="39"/>
              </a:xfrm>
              <a:custGeom>
                <a:avLst/>
                <a:gdLst>
                  <a:gd name="T0" fmla="*/ 938 w 60"/>
                  <a:gd name="T1" fmla="*/ 0 h 21"/>
                  <a:gd name="T2" fmla="*/ 0 w 60"/>
                  <a:gd name="T3" fmla="*/ 26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1">
                    <a:moveTo>
                      <a:pt x="60" y="0"/>
                    </a:moveTo>
                    <a:cubicBezTo>
                      <a:pt x="45" y="19"/>
                      <a:pt x="22" y="21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99" name="Freeform 571">
                <a:extLst>
                  <a:ext uri="{FF2B5EF4-FFF2-40B4-BE49-F238E27FC236}">
                    <a16:creationId xmlns:a16="http://schemas.microsoft.com/office/drawing/2014/main" id="{6C8BDBE2-EB88-455A-A549-277529258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019"/>
                <a:ext cx="85" cy="33"/>
              </a:xfrm>
              <a:custGeom>
                <a:avLst/>
                <a:gdLst>
                  <a:gd name="T0" fmla="*/ 767 w 49"/>
                  <a:gd name="T1" fmla="*/ 376 h 18"/>
                  <a:gd name="T2" fmla="*/ 517 w 49"/>
                  <a:gd name="T3" fmla="*/ 205 h 18"/>
                  <a:gd name="T4" fmla="*/ 0 w 49"/>
                  <a:gd name="T5" fmla="*/ 35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49" y="18"/>
                    </a:moveTo>
                    <a:cubicBezTo>
                      <a:pt x="46" y="13"/>
                      <a:pt x="40" y="5"/>
                      <a:pt x="33" y="10"/>
                    </a:cubicBezTo>
                    <a:cubicBezTo>
                      <a:pt x="22" y="0"/>
                      <a:pt x="6" y="2"/>
                      <a:pt x="0" y="1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00" name="Freeform 572">
                <a:extLst>
                  <a:ext uri="{FF2B5EF4-FFF2-40B4-BE49-F238E27FC236}">
                    <a16:creationId xmlns:a16="http://schemas.microsoft.com/office/drawing/2014/main" id="{1DBEC793-5C65-4C84-9AF6-2ACAB06BC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215"/>
                <a:ext cx="85" cy="66"/>
              </a:xfrm>
              <a:custGeom>
                <a:avLst/>
                <a:gdLst>
                  <a:gd name="T0" fmla="*/ 767 w 49"/>
                  <a:gd name="T1" fmla="*/ 105 h 36"/>
                  <a:gd name="T2" fmla="*/ 255 w 49"/>
                  <a:gd name="T3" fmla="*/ 246 h 36"/>
                  <a:gd name="T4" fmla="*/ 0 w 49"/>
                  <a:gd name="T5" fmla="*/ 74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5"/>
                    </a:moveTo>
                    <a:cubicBezTo>
                      <a:pt x="41" y="0"/>
                      <a:pt x="24" y="9"/>
                      <a:pt x="16" y="12"/>
                    </a:cubicBezTo>
                    <a:cubicBezTo>
                      <a:pt x="5" y="17"/>
                      <a:pt x="0" y="24"/>
                      <a:pt x="0" y="3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01" name="Freeform 573">
                <a:extLst>
                  <a:ext uri="{FF2B5EF4-FFF2-40B4-BE49-F238E27FC236}">
                    <a16:creationId xmlns:a16="http://schemas.microsoft.com/office/drawing/2014/main" id="{9D8519FB-E81E-4C84-8AD9-229661100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283"/>
                <a:ext cx="209" cy="67"/>
              </a:xfrm>
              <a:custGeom>
                <a:avLst/>
                <a:gdLst>
                  <a:gd name="T0" fmla="*/ 0 w 121"/>
                  <a:gd name="T1" fmla="*/ 735 h 36"/>
                  <a:gd name="T2" fmla="*/ 366 w 121"/>
                  <a:gd name="T3" fmla="*/ 575 h 36"/>
                  <a:gd name="T4" fmla="*/ 596 w 121"/>
                  <a:gd name="T5" fmla="*/ 808 h 36"/>
                  <a:gd name="T6" fmla="*/ 1078 w 121"/>
                  <a:gd name="T7" fmla="*/ 238 h 36"/>
                  <a:gd name="T8" fmla="*/ 1862 w 1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6">
                    <a:moveTo>
                      <a:pt x="0" y="33"/>
                    </a:moveTo>
                    <a:cubicBezTo>
                      <a:pt x="8" y="28"/>
                      <a:pt x="15" y="24"/>
                      <a:pt x="24" y="26"/>
                    </a:cubicBezTo>
                    <a:cubicBezTo>
                      <a:pt x="30" y="28"/>
                      <a:pt x="35" y="32"/>
                      <a:pt x="39" y="36"/>
                    </a:cubicBezTo>
                    <a:cubicBezTo>
                      <a:pt x="38" y="19"/>
                      <a:pt x="55" y="12"/>
                      <a:pt x="70" y="11"/>
                    </a:cubicBezTo>
                    <a:cubicBezTo>
                      <a:pt x="87" y="10"/>
                      <a:pt x="106" y="7"/>
                      <a:pt x="12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02" name="Freeform 574">
                <a:extLst>
                  <a:ext uri="{FF2B5EF4-FFF2-40B4-BE49-F238E27FC236}">
                    <a16:creationId xmlns:a16="http://schemas.microsoft.com/office/drawing/2014/main" id="{4FFEB3C5-1E5E-498E-B5E7-A9AE28364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366"/>
                <a:ext cx="74" cy="21"/>
              </a:xfrm>
              <a:custGeom>
                <a:avLst/>
                <a:gdLst>
                  <a:gd name="T0" fmla="*/ 649 w 43"/>
                  <a:gd name="T1" fmla="*/ 176 h 11"/>
                  <a:gd name="T2" fmla="*/ 317 w 43"/>
                  <a:gd name="T3" fmla="*/ 0 h 11"/>
                  <a:gd name="T4" fmla="*/ 0 w 43"/>
                  <a:gd name="T5" fmla="*/ 27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43" y="7"/>
                    </a:moveTo>
                    <a:cubicBezTo>
                      <a:pt x="39" y="1"/>
                      <a:pt x="28" y="0"/>
                      <a:pt x="21" y="0"/>
                    </a:cubicBezTo>
                    <a:cubicBezTo>
                      <a:pt x="11" y="0"/>
                      <a:pt x="5" y="5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03" name="Freeform 575">
                <a:extLst>
                  <a:ext uri="{FF2B5EF4-FFF2-40B4-BE49-F238E27FC236}">
                    <a16:creationId xmlns:a16="http://schemas.microsoft.com/office/drawing/2014/main" id="{0BDC1BB5-9288-4153-9382-B95175D82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418"/>
                <a:ext cx="171" cy="26"/>
              </a:xfrm>
              <a:custGeom>
                <a:avLst/>
                <a:gdLst>
                  <a:gd name="T0" fmla="*/ 1522 w 99"/>
                  <a:gd name="T1" fmla="*/ 290 h 14"/>
                  <a:gd name="T2" fmla="*/ 1226 w 99"/>
                  <a:gd name="T3" fmla="*/ 45 h 14"/>
                  <a:gd name="T4" fmla="*/ 865 w 99"/>
                  <a:gd name="T5" fmla="*/ 45 h 14"/>
                  <a:gd name="T6" fmla="*/ 366 w 99"/>
                  <a:gd name="T7" fmla="*/ 128 h 14"/>
                  <a:gd name="T8" fmla="*/ 0 w 99"/>
                  <a:gd name="T9" fmla="*/ 30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">
                    <a:moveTo>
                      <a:pt x="99" y="13"/>
                    </a:moveTo>
                    <a:cubicBezTo>
                      <a:pt x="92" y="7"/>
                      <a:pt x="89" y="4"/>
                      <a:pt x="80" y="2"/>
                    </a:cubicBezTo>
                    <a:cubicBezTo>
                      <a:pt x="72" y="0"/>
                      <a:pt x="64" y="1"/>
                      <a:pt x="56" y="2"/>
                    </a:cubicBezTo>
                    <a:cubicBezTo>
                      <a:pt x="45" y="3"/>
                      <a:pt x="35" y="4"/>
                      <a:pt x="24" y="6"/>
                    </a:cubicBezTo>
                    <a:cubicBezTo>
                      <a:pt x="16" y="8"/>
                      <a:pt x="6" y="6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04" name="Freeform 576">
                <a:extLst>
                  <a:ext uri="{FF2B5EF4-FFF2-40B4-BE49-F238E27FC236}">
                    <a16:creationId xmlns:a16="http://schemas.microsoft.com/office/drawing/2014/main" id="{C944890F-A1B8-4B90-8D03-9C144F00F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385"/>
                <a:ext cx="246" cy="57"/>
              </a:xfrm>
              <a:custGeom>
                <a:avLst/>
                <a:gdLst>
                  <a:gd name="T0" fmla="*/ 2216 w 142"/>
                  <a:gd name="T1" fmla="*/ 504 h 31"/>
                  <a:gd name="T2" fmla="*/ 1774 w 142"/>
                  <a:gd name="T3" fmla="*/ 68 h 31"/>
                  <a:gd name="T4" fmla="*/ 1171 w 142"/>
                  <a:gd name="T5" fmla="*/ 173 h 31"/>
                  <a:gd name="T6" fmla="*/ 577 w 142"/>
                  <a:gd name="T7" fmla="*/ 355 h 31"/>
                  <a:gd name="T8" fmla="*/ 0 w 142"/>
                  <a:gd name="T9" fmla="*/ 65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31">
                    <a:moveTo>
                      <a:pt x="142" y="24"/>
                    </a:moveTo>
                    <a:cubicBezTo>
                      <a:pt x="133" y="16"/>
                      <a:pt x="126" y="5"/>
                      <a:pt x="114" y="3"/>
                    </a:cubicBezTo>
                    <a:cubicBezTo>
                      <a:pt x="101" y="0"/>
                      <a:pt x="86" y="3"/>
                      <a:pt x="75" y="8"/>
                    </a:cubicBezTo>
                    <a:cubicBezTo>
                      <a:pt x="63" y="14"/>
                      <a:pt x="50" y="18"/>
                      <a:pt x="37" y="17"/>
                    </a:cubicBezTo>
                    <a:cubicBezTo>
                      <a:pt x="25" y="16"/>
                      <a:pt x="1" y="13"/>
                      <a:pt x="0" y="3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05" name="Freeform 577">
                <a:extLst>
                  <a:ext uri="{FF2B5EF4-FFF2-40B4-BE49-F238E27FC236}">
                    <a16:creationId xmlns:a16="http://schemas.microsoft.com/office/drawing/2014/main" id="{41155B4A-8035-4BDE-8A45-73CA08953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91"/>
                <a:ext cx="66" cy="2"/>
              </a:xfrm>
              <a:custGeom>
                <a:avLst/>
                <a:gdLst>
                  <a:gd name="T0" fmla="*/ 0 w 38"/>
                  <a:gd name="T1" fmla="*/ 0 h 1"/>
                  <a:gd name="T2" fmla="*/ 603 w 38"/>
                  <a:gd name="T3" fmla="*/ 32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">
                    <a:moveTo>
                      <a:pt x="0" y="0"/>
                    </a:moveTo>
                    <a:cubicBezTo>
                      <a:pt x="13" y="0"/>
                      <a:pt x="27" y="1"/>
                      <a:pt x="38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06" name="Freeform 578">
                <a:extLst>
                  <a:ext uri="{FF2B5EF4-FFF2-40B4-BE49-F238E27FC236}">
                    <a16:creationId xmlns:a16="http://schemas.microsoft.com/office/drawing/2014/main" id="{102B1955-76D5-4F5D-9570-031D5DC01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202"/>
                <a:ext cx="28" cy="24"/>
              </a:xfrm>
              <a:custGeom>
                <a:avLst/>
                <a:gdLst>
                  <a:gd name="T0" fmla="*/ 0 w 16"/>
                  <a:gd name="T1" fmla="*/ 0 h 13"/>
                  <a:gd name="T2" fmla="*/ 264 w 16"/>
                  <a:gd name="T3" fmla="*/ 27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8" y="0"/>
                      <a:pt x="12" y="6"/>
                      <a:pt x="16" y="1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07" name="Freeform 579">
                <a:extLst>
                  <a:ext uri="{FF2B5EF4-FFF2-40B4-BE49-F238E27FC236}">
                    <a16:creationId xmlns:a16="http://schemas.microsoft.com/office/drawing/2014/main" id="{55033259-D0A5-4A0B-B557-EC853631F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187"/>
                <a:ext cx="271" cy="107"/>
              </a:xfrm>
              <a:custGeom>
                <a:avLst/>
                <a:gdLst>
                  <a:gd name="T0" fmla="*/ 966 w 156"/>
                  <a:gd name="T1" fmla="*/ 343 h 58"/>
                  <a:gd name="T2" fmla="*/ 1358 w 156"/>
                  <a:gd name="T3" fmla="*/ 194 h 58"/>
                  <a:gd name="T4" fmla="*/ 1784 w 156"/>
                  <a:gd name="T5" fmla="*/ 24 h 58"/>
                  <a:gd name="T6" fmla="*/ 2338 w 156"/>
                  <a:gd name="T7" fmla="*/ 208 h 58"/>
                  <a:gd name="T8" fmla="*/ 2423 w 156"/>
                  <a:gd name="T9" fmla="*/ 753 h 58"/>
                  <a:gd name="T10" fmla="*/ 2165 w 156"/>
                  <a:gd name="T11" fmla="*/ 1087 h 58"/>
                  <a:gd name="T12" fmla="*/ 1409 w 156"/>
                  <a:gd name="T13" fmla="*/ 1011 h 58"/>
                  <a:gd name="T14" fmla="*/ 987 w 156"/>
                  <a:gd name="T15" fmla="*/ 1153 h 58"/>
                  <a:gd name="T16" fmla="*/ 533 w 156"/>
                  <a:gd name="T17" fmla="*/ 1168 h 58"/>
                  <a:gd name="T18" fmla="*/ 0 w 156"/>
                  <a:gd name="T19" fmla="*/ 1236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58">
                    <a:moveTo>
                      <a:pt x="61" y="16"/>
                    </a:moveTo>
                    <a:cubicBezTo>
                      <a:pt x="69" y="13"/>
                      <a:pt x="78" y="11"/>
                      <a:pt x="86" y="9"/>
                    </a:cubicBezTo>
                    <a:cubicBezTo>
                      <a:pt x="94" y="6"/>
                      <a:pt x="104" y="2"/>
                      <a:pt x="113" y="1"/>
                    </a:cubicBezTo>
                    <a:cubicBezTo>
                      <a:pt x="124" y="0"/>
                      <a:pt x="139" y="2"/>
                      <a:pt x="148" y="10"/>
                    </a:cubicBezTo>
                    <a:cubicBezTo>
                      <a:pt x="155" y="16"/>
                      <a:pt x="156" y="25"/>
                      <a:pt x="153" y="35"/>
                    </a:cubicBezTo>
                    <a:cubicBezTo>
                      <a:pt x="151" y="44"/>
                      <a:pt x="146" y="48"/>
                      <a:pt x="137" y="51"/>
                    </a:cubicBezTo>
                    <a:cubicBezTo>
                      <a:pt x="121" y="55"/>
                      <a:pt x="104" y="51"/>
                      <a:pt x="89" y="47"/>
                    </a:cubicBezTo>
                    <a:cubicBezTo>
                      <a:pt x="79" y="45"/>
                      <a:pt x="71" y="52"/>
                      <a:pt x="62" y="54"/>
                    </a:cubicBezTo>
                    <a:cubicBezTo>
                      <a:pt x="53" y="56"/>
                      <a:pt x="44" y="56"/>
                      <a:pt x="34" y="55"/>
                    </a:cubicBezTo>
                    <a:cubicBezTo>
                      <a:pt x="22" y="54"/>
                      <a:pt x="11" y="57"/>
                      <a:pt x="0" y="5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08" name="Freeform 580">
                <a:extLst>
                  <a:ext uri="{FF2B5EF4-FFF2-40B4-BE49-F238E27FC236}">
                    <a16:creationId xmlns:a16="http://schemas.microsoft.com/office/drawing/2014/main" id="{57DE024B-8827-4637-8094-33537515B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187"/>
                <a:ext cx="85" cy="35"/>
              </a:xfrm>
              <a:custGeom>
                <a:avLst/>
                <a:gdLst>
                  <a:gd name="T0" fmla="*/ 0 w 49"/>
                  <a:gd name="T1" fmla="*/ 400 h 19"/>
                  <a:gd name="T2" fmla="*/ 262 w 49"/>
                  <a:gd name="T3" fmla="*/ 24 h 19"/>
                  <a:gd name="T4" fmla="*/ 767 w 4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1" y="10"/>
                      <a:pt x="8" y="3"/>
                      <a:pt x="17" y="1"/>
                    </a:cubicBezTo>
                    <a:cubicBezTo>
                      <a:pt x="27" y="0"/>
                      <a:pt x="39" y="0"/>
                      <a:pt x="4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09" name="Freeform 581">
                <a:extLst>
                  <a:ext uri="{FF2B5EF4-FFF2-40B4-BE49-F238E27FC236}">
                    <a16:creationId xmlns:a16="http://schemas.microsoft.com/office/drawing/2014/main" id="{CB04FF55-BF91-4FDA-8526-EC9EC88AB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436"/>
                <a:ext cx="50" cy="65"/>
              </a:xfrm>
              <a:custGeom>
                <a:avLst/>
                <a:gdLst>
                  <a:gd name="T0" fmla="*/ 62 w 29"/>
                  <a:gd name="T1" fmla="*/ 776 h 35"/>
                  <a:gd name="T2" fmla="*/ 83 w 29"/>
                  <a:gd name="T3" fmla="*/ 238 h 35"/>
                  <a:gd name="T4" fmla="*/ 231 w 29"/>
                  <a:gd name="T5" fmla="*/ 45 h 35"/>
                  <a:gd name="T6" fmla="*/ 340 w 29"/>
                  <a:gd name="T7" fmla="*/ 0 h 35"/>
                  <a:gd name="T8" fmla="*/ 398 w 29"/>
                  <a:gd name="T9" fmla="*/ 0 h 35"/>
                  <a:gd name="T10" fmla="*/ 440 w 2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4" y="35"/>
                    </a:moveTo>
                    <a:cubicBezTo>
                      <a:pt x="4" y="27"/>
                      <a:pt x="0" y="18"/>
                      <a:pt x="5" y="11"/>
                    </a:cubicBezTo>
                    <a:cubicBezTo>
                      <a:pt x="7" y="7"/>
                      <a:pt x="10" y="4"/>
                      <a:pt x="15" y="2"/>
                    </a:cubicBezTo>
                    <a:cubicBezTo>
                      <a:pt x="17" y="1"/>
                      <a:pt x="20" y="1"/>
                      <a:pt x="22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10" name="Freeform 582">
                <a:extLst>
                  <a:ext uri="{FF2B5EF4-FFF2-40B4-BE49-F238E27FC236}">
                    <a16:creationId xmlns:a16="http://schemas.microsoft.com/office/drawing/2014/main" id="{F6EC1341-A291-451E-A1A9-491C98F5A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438"/>
                <a:ext cx="30" cy="23"/>
              </a:xfrm>
              <a:custGeom>
                <a:avLst/>
                <a:gdLst>
                  <a:gd name="T0" fmla="*/ 293 w 17"/>
                  <a:gd name="T1" fmla="*/ 309 h 12"/>
                  <a:gd name="T2" fmla="*/ 252 w 17"/>
                  <a:gd name="T3" fmla="*/ 205 h 12"/>
                  <a:gd name="T4" fmla="*/ 175 w 17"/>
                  <a:gd name="T5" fmla="*/ 84 h 12"/>
                  <a:gd name="T6" fmla="*/ 65 w 17"/>
                  <a:gd name="T7" fmla="*/ 29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cubicBezTo>
                      <a:pt x="16" y="11"/>
                      <a:pt x="16" y="9"/>
                      <a:pt x="15" y="8"/>
                    </a:cubicBezTo>
                    <a:cubicBezTo>
                      <a:pt x="13" y="6"/>
                      <a:pt x="12" y="5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11" name="Freeform 583">
                <a:extLst>
                  <a:ext uri="{FF2B5EF4-FFF2-40B4-BE49-F238E27FC236}">
                    <a16:creationId xmlns:a16="http://schemas.microsoft.com/office/drawing/2014/main" id="{65848666-DF9F-4DA0-9192-7BDC50E46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300"/>
                <a:ext cx="1320" cy="739"/>
              </a:xfrm>
              <a:custGeom>
                <a:avLst/>
                <a:gdLst>
                  <a:gd name="T0" fmla="*/ 11889 w 762"/>
                  <a:gd name="T1" fmla="*/ 0 h 400"/>
                  <a:gd name="T2" fmla="*/ 11889 w 762"/>
                  <a:gd name="T3" fmla="*/ 3891 h 400"/>
                  <a:gd name="T4" fmla="*/ 11889 w 762"/>
                  <a:gd name="T5" fmla="*/ 3891 h 400"/>
                  <a:gd name="T6" fmla="*/ 10143 w 762"/>
                  <a:gd name="T7" fmla="*/ 4949 h 400"/>
                  <a:gd name="T8" fmla="*/ 6773 w 762"/>
                  <a:gd name="T9" fmla="*/ 5158 h 400"/>
                  <a:gd name="T10" fmla="*/ 2668 w 762"/>
                  <a:gd name="T11" fmla="*/ 6697 h 400"/>
                  <a:gd name="T12" fmla="*/ 0 w 762"/>
                  <a:gd name="T13" fmla="*/ 8608 h 400"/>
                  <a:gd name="T14" fmla="*/ 16 w 762"/>
                  <a:gd name="T15" fmla="*/ 8587 h 400"/>
                  <a:gd name="T16" fmla="*/ 16 w 762"/>
                  <a:gd name="T17" fmla="*/ 2409 h 400"/>
                  <a:gd name="T18" fmla="*/ 11889 w 762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2" h="400">
                    <a:moveTo>
                      <a:pt x="762" y="0"/>
                    </a:move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14" y="178"/>
                      <a:pt x="650" y="230"/>
                    </a:cubicBezTo>
                    <a:cubicBezTo>
                      <a:pt x="600" y="270"/>
                      <a:pt x="525" y="282"/>
                      <a:pt x="434" y="240"/>
                    </a:cubicBezTo>
                    <a:cubicBezTo>
                      <a:pt x="344" y="199"/>
                      <a:pt x="221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2" y="0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12" name="Freeform 584">
                <a:extLst>
                  <a:ext uri="{FF2B5EF4-FFF2-40B4-BE49-F238E27FC236}">
                    <a16:creationId xmlns:a16="http://schemas.microsoft.com/office/drawing/2014/main" id="{F1F9A71D-9FD5-4C31-A30C-06290180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703"/>
                <a:ext cx="705" cy="391"/>
              </a:xfrm>
              <a:custGeom>
                <a:avLst/>
                <a:gdLst>
                  <a:gd name="T0" fmla="*/ 0 w 407"/>
                  <a:gd name="T1" fmla="*/ 4072 h 212"/>
                  <a:gd name="T2" fmla="*/ 2881 w 407"/>
                  <a:gd name="T3" fmla="*/ 1970 h 212"/>
                  <a:gd name="T4" fmla="*/ 6347 w 407"/>
                  <a:gd name="T5" fmla="*/ 476 h 212"/>
                  <a:gd name="T6" fmla="*/ 3478 w 407"/>
                  <a:gd name="T7" fmla="*/ 1918 h 212"/>
                  <a:gd name="T8" fmla="*/ 0 w 407"/>
                  <a:gd name="T9" fmla="*/ 4524 h 212"/>
                  <a:gd name="T10" fmla="*/ 0 w 407"/>
                  <a:gd name="T11" fmla="*/ 4072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7" h="212">
                    <a:moveTo>
                      <a:pt x="0" y="191"/>
                    </a:moveTo>
                    <a:cubicBezTo>
                      <a:pt x="0" y="191"/>
                      <a:pt x="138" y="130"/>
                      <a:pt x="185" y="92"/>
                    </a:cubicBezTo>
                    <a:cubicBezTo>
                      <a:pt x="257" y="33"/>
                      <a:pt x="365" y="0"/>
                      <a:pt x="407" y="22"/>
                    </a:cubicBezTo>
                    <a:cubicBezTo>
                      <a:pt x="407" y="22"/>
                      <a:pt x="338" y="4"/>
                      <a:pt x="223" y="90"/>
                    </a:cubicBezTo>
                    <a:cubicBezTo>
                      <a:pt x="144" y="149"/>
                      <a:pt x="14" y="209"/>
                      <a:pt x="0" y="212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13" name="Freeform 585">
                <a:extLst>
                  <a:ext uri="{FF2B5EF4-FFF2-40B4-BE49-F238E27FC236}">
                    <a16:creationId xmlns:a16="http://schemas.microsoft.com/office/drawing/2014/main" id="{DA67E0C3-1ABD-42F2-9233-C7A201B29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643"/>
                <a:ext cx="194" cy="93"/>
              </a:xfrm>
              <a:custGeom>
                <a:avLst/>
                <a:gdLst>
                  <a:gd name="T0" fmla="*/ 0 w 112"/>
                  <a:gd name="T1" fmla="*/ 1114 h 50"/>
                  <a:gd name="T2" fmla="*/ 1746 w 112"/>
                  <a:gd name="T3" fmla="*/ 0 h 50"/>
                  <a:gd name="T4" fmla="*/ 1746 w 112"/>
                  <a:gd name="T5" fmla="*/ 391 h 50"/>
                  <a:gd name="T6" fmla="*/ 0 w 112"/>
                  <a:gd name="T7" fmla="*/ 1114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50">
                    <a:moveTo>
                      <a:pt x="0" y="50"/>
                    </a:moveTo>
                    <a:cubicBezTo>
                      <a:pt x="0" y="50"/>
                      <a:pt x="54" y="2"/>
                      <a:pt x="112" y="0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2" y="18"/>
                      <a:pt x="82" y="8"/>
                      <a:pt x="0" y="50"/>
                    </a:cubicBez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14" name="Freeform 586">
                <a:extLst>
                  <a:ext uri="{FF2B5EF4-FFF2-40B4-BE49-F238E27FC236}">
                    <a16:creationId xmlns:a16="http://schemas.microsoft.com/office/drawing/2014/main" id="{AE6F11CE-8748-4A89-AA5B-7815E896B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867"/>
                <a:ext cx="67" cy="29"/>
              </a:xfrm>
              <a:custGeom>
                <a:avLst/>
                <a:gdLst>
                  <a:gd name="T0" fmla="*/ 0 w 39"/>
                  <a:gd name="T1" fmla="*/ 263 h 16"/>
                  <a:gd name="T2" fmla="*/ 584 w 39"/>
                  <a:gd name="T3" fmla="*/ 315 h 16"/>
                  <a:gd name="T4" fmla="*/ 254 w 39"/>
                  <a:gd name="T5" fmla="*/ 44 h 16"/>
                  <a:gd name="T6" fmla="*/ 15 w 39"/>
                  <a:gd name="T7" fmla="*/ 21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0" y="13"/>
                    </a:moveTo>
                    <a:cubicBezTo>
                      <a:pt x="12" y="5"/>
                      <a:pt x="30" y="0"/>
                      <a:pt x="39" y="16"/>
                    </a:cubicBezTo>
                    <a:cubicBezTo>
                      <a:pt x="32" y="6"/>
                      <a:pt x="29" y="1"/>
                      <a:pt x="17" y="2"/>
                    </a:cubicBezTo>
                    <a:cubicBezTo>
                      <a:pt x="11" y="3"/>
                      <a:pt x="3" y="5"/>
                      <a:pt x="1" y="1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15" name="Freeform 587">
                <a:extLst>
                  <a:ext uri="{FF2B5EF4-FFF2-40B4-BE49-F238E27FC236}">
                    <a16:creationId xmlns:a16="http://schemas.microsoft.com/office/drawing/2014/main" id="{3EFC16BD-9D74-429A-B8D0-A7D8F0D6A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813"/>
                <a:ext cx="40" cy="48"/>
              </a:xfrm>
              <a:custGeom>
                <a:avLst/>
                <a:gdLst>
                  <a:gd name="T0" fmla="*/ 348 w 23"/>
                  <a:gd name="T1" fmla="*/ 24 h 26"/>
                  <a:gd name="T2" fmla="*/ 127 w 23"/>
                  <a:gd name="T3" fmla="*/ 258 h 26"/>
                  <a:gd name="T4" fmla="*/ 148 w 23"/>
                  <a:gd name="T5" fmla="*/ 559 h 26"/>
                  <a:gd name="T6" fmla="*/ 127 w 23"/>
                  <a:gd name="T7" fmla="*/ 105 h 26"/>
                  <a:gd name="T8" fmla="*/ 369 w 2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2" y="1"/>
                    </a:moveTo>
                    <a:cubicBezTo>
                      <a:pt x="17" y="5"/>
                      <a:pt x="11" y="5"/>
                      <a:pt x="8" y="12"/>
                    </a:cubicBezTo>
                    <a:cubicBezTo>
                      <a:pt x="7" y="16"/>
                      <a:pt x="6" y="22"/>
                      <a:pt x="9" y="26"/>
                    </a:cubicBezTo>
                    <a:cubicBezTo>
                      <a:pt x="0" y="21"/>
                      <a:pt x="1" y="11"/>
                      <a:pt x="8" y="5"/>
                    </a:cubicBezTo>
                    <a:cubicBezTo>
                      <a:pt x="12" y="0"/>
                      <a:pt x="17" y="0"/>
                      <a:pt x="2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16" name="Freeform 588">
                <a:extLst>
                  <a:ext uri="{FF2B5EF4-FFF2-40B4-BE49-F238E27FC236}">
                    <a16:creationId xmlns:a16="http://schemas.microsoft.com/office/drawing/2014/main" id="{E95E1F2C-FFEB-4988-B6B9-70B241099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789"/>
                <a:ext cx="47" cy="26"/>
              </a:xfrm>
              <a:custGeom>
                <a:avLst/>
                <a:gdLst>
                  <a:gd name="T0" fmla="*/ 413 w 27"/>
                  <a:gd name="T1" fmla="*/ 110 h 14"/>
                  <a:gd name="T2" fmla="*/ 111 w 27"/>
                  <a:gd name="T3" fmla="*/ 306 h 14"/>
                  <a:gd name="T4" fmla="*/ 237 w 27"/>
                  <a:gd name="T5" fmla="*/ 24 h 14"/>
                  <a:gd name="T6" fmla="*/ 433 w 27"/>
                  <a:gd name="T7" fmla="*/ 11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26" y="5"/>
                    </a:moveTo>
                    <a:cubicBezTo>
                      <a:pt x="17" y="2"/>
                      <a:pt x="10" y="5"/>
                      <a:pt x="7" y="14"/>
                    </a:cubicBezTo>
                    <a:cubicBezTo>
                      <a:pt x="0" y="8"/>
                      <a:pt x="9" y="1"/>
                      <a:pt x="15" y="1"/>
                    </a:cubicBezTo>
                    <a:cubicBezTo>
                      <a:pt x="19" y="0"/>
                      <a:pt x="25" y="1"/>
                      <a:pt x="27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17" name="Freeform 589">
                <a:extLst>
                  <a:ext uri="{FF2B5EF4-FFF2-40B4-BE49-F238E27FC236}">
                    <a16:creationId xmlns:a16="http://schemas.microsoft.com/office/drawing/2014/main" id="{CAAB3B14-BCA8-4A3E-BD05-60E3F5299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837"/>
                <a:ext cx="41" cy="34"/>
              </a:xfrm>
              <a:custGeom>
                <a:avLst/>
                <a:gdLst>
                  <a:gd name="T0" fmla="*/ 350 w 24"/>
                  <a:gd name="T1" fmla="*/ 28 h 18"/>
                  <a:gd name="T2" fmla="*/ 161 w 24"/>
                  <a:gd name="T3" fmla="*/ 100 h 18"/>
                  <a:gd name="T4" fmla="*/ 106 w 24"/>
                  <a:gd name="T5" fmla="*/ 433 h 18"/>
                  <a:gd name="T6" fmla="*/ 120 w 24"/>
                  <a:gd name="T7" fmla="*/ 76 h 18"/>
                  <a:gd name="T8" fmla="*/ 350 w 24"/>
                  <a:gd name="T9" fmla="*/ 2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"/>
                    </a:moveTo>
                    <a:cubicBezTo>
                      <a:pt x="19" y="1"/>
                      <a:pt x="15" y="0"/>
                      <a:pt x="11" y="4"/>
                    </a:cubicBezTo>
                    <a:cubicBezTo>
                      <a:pt x="7" y="8"/>
                      <a:pt x="8" y="13"/>
                      <a:pt x="7" y="18"/>
                    </a:cubicBezTo>
                    <a:cubicBezTo>
                      <a:pt x="0" y="15"/>
                      <a:pt x="3" y="6"/>
                      <a:pt x="8" y="3"/>
                    </a:cubicBezTo>
                    <a:cubicBezTo>
                      <a:pt x="13" y="1"/>
                      <a:pt x="19" y="0"/>
                      <a:pt x="2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18" name="Freeform 590">
                <a:extLst>
                  <a:ext uri="{FF2B5EF4-FFF2-40B4-BE49-F238E27FC236}">
                    <a16:creationId xmlns:a16="http://schemas.microsoft.com/office/drawing/2014/main" id="{94631421-73FB-43D4-8840-3F33F234A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863"/>
                <a:ext cx="45" cy="28"/>
              </a:xfrm>
              <a:custGeom>
                <a:avLst/>
                <a:gdLst>
                  <a:gd name="T0" fmla="*/ 16 w 26"/>
                  <a:gd name="T1" fmla="*/ 338 h 15"/>
                  <a:gd name="T2" fmla="*/ 405 w 26"/>
                  <a:gd name="T3" fmla="*/ 254 h 15"/>
                  <a:gd name="T4" fmla="*/ 0 w 26"/>
                  <a:gd name="T5" fmla="*/ 29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1" y="15"/>
                    </a:moveTo>
                    <a:cubicBezTo>
                      <a:pt x="3" y="7"/>
                      <a:pt x="21" y="6"/>
                      <a:pt x="26" y="11"/>
                    </a:cubicBezTo>
                    <a:cubicBezTo>
                      <a:pt x="19" y="0"/>
                      <a:pt x="6" y="5"/>
                      <a:pt x="0" y="1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19" name="Freeform 591">
                <a:extLst>
                  <a:ext uri="{FF2B5EF4-FFF2-40B4-BE49-F238E27FC236}">
                    <a16:creationId xmlns:a16="http://schemas.microsoft.com/office/drawing/2014/main" id="{ACB95ECA-6E93-4CB8-B6CC-3F77C8D8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893"/>
                <a:ext cx="50" cy="37"/>
              </a:xfrm>
              <a:custGeom>
                <a:avLst/>
                <a:gdLst>
                  <a:gd name="T0" fmla="*/ 169 w 29"/>
                  <a:gd name="T1" fmla="*/ 431 h 20"/>
                  <a:gd name="T2" fmla="*/ 210 w 29"/>
                  <a:gd name="T3" fmla="*/ 178 h 20"/>
                  <a:gd name="T4" fmla="*/ 440 w 29"/>
                  <a:gd name="T5" fmla="*/ 24 h 20"/>
                  <a:gd name="T6" fmla="*/ 143 w 29"/>
                  <a:gd name="T7" fmla="*/ 43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1" y="20"/>
                    </a:moveTo>
                    <a:cubicBezTo>
                      <a:pt x="9" y="15"/>
                      <a:pt x="9" y="12"/>
                      <a:pt x="14" y="8"/>
                    </a:cubicBezTo>
                    <a:cubicBezTo>
                      <a:pt x="18" y="5"/>
                      <a:pt x="24" y="3"/>
                      <a:pt x="29" y="1"/>
                    </a:cubicBezTo>
                    <a:cubicBezTo>
                      <a:pt x="22" y="0"/>
                      <a:pt x="0" y="11"/>
                      <a:pt x="9" y="2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20" name="Freeform 592">
                <a:extLst>
                  <a:ext uri="{FF2B5EF4-FFF2-40B4-BE49-F238E27FC236}">
                    <a16:creationId xmlns:a16="http://schemas.microsoft.com/office/drawing/2014/main" id="{FAFF51AF-4DEE-49EE-AD24-0575CF000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959"/>
                <a:ext cx="45" cy="48"/>
              </a:xfrm>
              <a:custGeom>
                <a:avLst/>
                <a:gdLst>
                  <a:gd name="T0" fmla="*/ 107 w 26"/>
                  <a:gd name="T1" fmla="*/ 559 h 26"/>
                  <a:gd name="T2" fmla="*/ 405 w 26"/>
                  <a:gd name="T3" fmla="*/ 44 h 26"/>
                  <a:gd name="T4" fmla="*/ 83 w 26"/>
                  <a:gd name="T5" fmla="*/ 277 h 26"/>
                  <a:gd name="T6" fmla="*/ 87 w 26"/>
                  <a:gd name="T7" fmla="*/ 55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cubicBezTo>
                      <a:pt x="0" y="16"/>
                      <a:pt x="19" y="6"/>
                      <a:pt x="26" y="2"/>
                    </a:cubicBezTo>
                    <a:cubicBezTo>
                      <a:pt x="21" y="0"/>
                      <a:pt x="7" y="8"/>
                      <a:pt x="5" y="13"/>
                    </a:cubicBezTo>
                    <a:cubicBezTo>
                      <a:pt x="3" y="17"/>
                      <a:pt x="2" y="24"/>
                      <a:pt x="6" y="26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21" name="Freeform 593">
                <a:extLst>
                  <a:ext uri="{FF2B5EF4-FFF2-40B4-BE49-F238E27FC236}">
                    <a16:creationId xmlns:a16="http://schemas.microsoft.com/office/drawing/2014/main" id="{8A9AEA11-BD53-4ED4-9322-344A97CF2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959"/>
                <a:ext cx="43" cy="26"/>
              </a:xfrm>
              <a:custGeom>
                <a:avLst/>
                <a:gdLst>
                  <a:gd name="T0" fmla="*/ 0 w 25"/>
                  <a:gd name="T1" fmla="*/ 110 h 14"/>
                  <a:gd name="T2" fmla="*/ 375 w 25"/>
                  <a:gd name="T3" fmla="*/ 306 h 14"/>
                  <a:gd name="T4" fmla="*/ 227 w 25"/>
                  <a:gd name="T5" fmla="*/ 24 h 14"/>
                  <a:gd name="T6" fmla="*/ 0 w 25"/>
                  <a:gd name="T7" fmla="*/ 8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5"/>
                    </a:moveTo>
                    <a:cubicBezTo>
                      <a:pt x="11" y="3"/>
                      <a:pt x="22" y="0"/>
                      <a:pt x="25" y="14"/>
                    </a:cubicBezTo>
                    <a:cubicBezTo>
                      <a:pt x="23" y="7"/>
                      <a:pt x="23" y="2"/>
                      <a:pt x="15" y="1"/>
                    </a:cubicBezTo>
                    <a:cubicBezTo>
                      <a:pt x="8" y="0"/>
                      <a:pt x="5" y="0"/>
                      <a:pt x="0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22" name="Freeform 594">
                <a:extLst>
                  <a:ext uri="{FF2B5EF4-FFF2-40B4-BE49-F238E27FC236}">
                    <a16:creationId xmlns:a16="http://schemas.microsoft.com/office/drawing/2014/main" id="{EBF0D999-993A-4A18-8BD7-1118CD8AB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3092"/>
                <a:ext cx="51" cy="50"/>
              </a:xfrm>
              <a:custGeom>
                <a:avLst/>
                <a:gdLst>
                  <a:gd name="T0" fmla="*/ 489 w 29"/>
                  <a:gd name="T1" fmla="*/ 0 h 27"/>
                  <a:gd name="T2" fmla="*/ 237 w 29"/>
                  <a:gd name="T3" fmla="*/ 591 h 27"/>
                  <a:gd name="T4" fmla="*/ 135 w 29"/>
                  <a:gd name="T5" fmla="*/ 222 h 27"/>
                  <a:gd name="T6" fmla="*/ 489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cubicBezTo>
                      <a:pt x="19" y="7"/>
                      <a:pt x="0" y="15"/>
                      <a:pt x="14" y="27"/>
                    </a:cubicBezTo>
                    <a:cubicBezTo>
                      <a:pt x="7" y="26"/>
                      <a:pt x="2" y="17"/>
                      <a:pt x="8" y="10"/>
                    </a:cubicBezTo>
                    <a:cubicBezTo>
                      <a:pt x="12" y="6"/>
                      <a:pt x="23" y="2"/>
                      <a:pt x="2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23" name="Freeform 595">
                <a:extLst>
                  <a:ext uri="{FF2B5EF4-FFF2-40B4-BE49-F238E27FC236}">
                    <a16:creationId xmlns:a16="http://schemas.microsoft.com/office/drawing/2014/main" id="{05509FD2-CD2B-434C-8042-0DC976AB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041"/>
                <a:ext cx="30" cy="59"/>
              </a:xfrm>
              <a:custGeom>
                <a:avLst/>
                <a:gdLst>
                  <a:gd name="T0" fmla="*/ 293 w 17"/>
                  <a:gd name="T1" fmla="*/ 0 h 32"/>
                  <a:gd name="T2" fmla="*/ 115 w 17"/>
                  <a:gd name="T3" fmla="*/ 382 h 32"/>
                  <a:gd name="T4" fmla="*/ 293 w 17"/>
                  <a:gd name="T5" fmla="*/ 684 h 32"/>
                  <a:gd name="T6" fmla="*/ 252 w 17"/>
                  <a:gd name="T7" fmla="*/ 4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7" y="0"/>
                    </a:moveTo>
                    <a:cubicBezTo>
                      <a:pt x="12" y="5"/>
                      <a:pt x="6" y="10"/>
                      <a:pt x="7" y="18"/>
                    </a:cubicBezTo>
                    <a:cubicBezTo>
                      <a:pt x="8" y="23"/>
                      <a:pt x="12" y="29"/>
                      <a:pt x="17" y="32"/>
                    </a:cubicBezTo>
                    <a:cubicBezTo>
                      <a:pt x="0" y="28"/>
                      <a:pt x="1" y="7"/>
                      <a:pt x="15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24" name="Freeform 596">
                <a:extLst>
                  <a:ext uri="{FF2B5EF4-FFF2-40B4-BE49-F238E27FC236}">
                    <a16:creationId xmlns:a16="http://schemas.microsoft.com/office/drawing/2014/main" id="{325BEC8F-5B65-40F9-914B-A638246DE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103"/>
                <a:ext cx="28" cy="34"/>
              </a:xfrm>
              <a:custGeom>
                <a:avLst/>
                <a:gdLst>
                  <a:gd name="T0" fmla="*/ 264 w 16"/>
                  <a:gd name="T1" fmla="*/ 113 h 18"/>
                  <a:gd name="T2" fmla="*/ 102 w 16"/>
                  <a:gd name="T3" fmla="*/ 433 h 18"/>
                  <a:gd name="T4" fmla="*/ 86 w 16"/>
                  <a:gd name="T5" fmla="*/ 100 h 18"/>
                  <a:gd name="T6" fmla="*/ 264 w 16"/>
                  <a:gd name="T7" fmla="*/ 10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6" y="5"/>
                    </a:moveTo>
                    <a:cubicBezTo>
                      <a:pt x="7" y="3"/>
                      <a:pt x="4" y="9"/>
                      <a:pt x="6" y="18"/>
                    </a:cubicBezTo>
                    <a:cubicBezTo>
                      <a:pt x="1" y="14"/>
                      <a:pt x="0" y="8"/>
                      <a:pt x="5" y="4"/>
                    </a:cubicBezTo>
                    <a:cubicBezTo>
                      <a:pt x="9" y="0"/>
                      <a:pt x="12" y="2"/>
                      <a:pt x="16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25" name="Freeform 597">
                <a:extLst>
                  <a:ext uri="{FF2B5EF4-FFF2-40B4-BE49-F238E27FC236}">
                    <a16:creationId xmlns:a16="http://schemas.microsoft.com/office/drawing/2014/main" id="{80D78C71-AA38-4EB1-94EE-794AC6FEB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166"/>
                <a:ext cx="43" cy="67"/>
              </a:xfrm>
              <a:custGeom>
                <a:avLst/>
                <a:gdLst>
                  <a:gd name="T0" fmla="*/ 375 w 25"/>
                  <a:gd name="T1" fmla="*/ 24 h 36"/>
                  <a:gd name="T2" fmla="*/ 122 w 25"/>
                  <a:gd name="T3" fmla="*/ 262 h 36"/>
                  <a:gd name="T4" fmla="*/ 169 w 25"/>
                  <a:gd name="T5" fmla="*/ 808 h 36"/>
                  <a:gd name="T6" fmla="*/ 77 w 25"/>
                  <a:gd name="T7" fmla="*/ 128 h 36"/>
                  <a:gd name="T8" fmla="*/ 375 w 2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6">
                    <a:moveTo>
                      <a:pt x="25" y="1"/>
                    </a:moveTo>
                    <a:cubicBezTo>
                      <a:pt x="19" y="3"/>
                      <a:pt x="10" y="5"/>
                      <a:pt x="8" y="12"/>
                    </a:cubicBezTo>
                    <a:cubicBezTo>
                      <a:pt x="6" y="19"/>
                      <a:pt x="9" y="29"/>
                      <a:pt x="11" y="36"/>
                    </a:cubicBezTo>
                    <a:cubicBezTo>
                      <a:pt x="4" y="33"/>
                      <a:pt x="0" y="12"/>
                      <a:pt x="5" y="6"/>
                    </a:cubicBezTo>
                    <a:cubicBezTo>
                      <a:pt x="8" y="2"/>
                      <a:pt x="20" y="0"/>
                      <a:pt x="25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26" name="Freeform 598">
                <a:extLst>
                  <a:ext uri="{FF2B5EF4-FFF2-40B4-BE49-F238E27FC236}">
                    <a16:creationId xmlns:a16="http://schemas.microsoft.com/office/drawing/2014/main" id="{A37B1260-B378-4374-98AA-167614B1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3185"/>
                <a:ext cx="36" cy="64"/>
              </a:xfrm>
              <a:custGeom>
                <a:avLst/>
                <a:gdLst>
                  <a:gd name="T0" fmla="*/ 312 w 21"/>
                  <a:gd name="T1" fmla="*/ 0 h 35"/>
                  <a:gd name="T2" fmla="*/ 106 w 21"/>
                  <a:gd name="T3" fmla="*/ 347 h 35"/>
                  <a:gd name="T4" fmla="*/ 86 w 21"/>
                  <a:gd name="T5" fmla="*/ 715 h 35"/>
                  <a:gd name="T6" fmla="*/ 106 w 21"/>
                  <a:gd name="T7" fmla="*/ 146 h 35"/>
                  <a:gd name="T8" fmla="*/ 312 w 2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5" y="5"/>
                      <a:pt x="10" y="10"/>
                      <a:pt x="7" y="17"/>
                    </a:cubicBezTo>
                    <a:cubicBezTo>
                      <a:pt x="4" y="24"/>
                      <a:pt x="7" y="28"/>
                      <a:pt x="6" y="35"/>
                    </a:cubicBezTo>
                    <a:cubicBezTo>
                      <a:pt x="2" y="26"/>
                      <a:pt x="0" y="15"/>
                      <a:pt x="7" y="7"/>
                    </a:cubicBezTo>
                    <a:cubicBezTo>
                      <a:pt x="11" y="3"/>
                      <a:pt x="16" y="3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27" name="Freeform 599">
                <a:extLst>
                  <a:ext uri="{FF2B5EF4-FFF2-40B4-BE49-F238E27FC236}">
                    <a16:creationId xmlns:a16="http://schemas.microsoft.com/office/drawing/2014/main" id="{7B412741-9285-42DA-B1BC-155487BC7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3063"/>
                <a:ext cx="33" cy="44"/>
              </a:xfrm>
              <a:custGeom>
                <a:avLst/>
                <a:gdLst>
                  <a:gd name="T0" fmla="*/ 299 w 19"/>
                  <a:gd name="T1" fmla="*/ 44 h 24"/>
                  <a:gd name="T2" fmla="*/ 127 w 19"/>
                  <a:gd name="T3" fmla="*/ 229 h 24"/>
                  <a:gd name="T4" fmla="*/ 172 w 19"/>
                  <a:gd name="T5" fmla="*/ 501 h 24"/>
                  <a:gd name="T6" fmla="*/ 85 w 19"/>
                  <a:gd name="T7" fmla="*/ 81 h 24"/>
                  <a:gd name="T8" fmla="*/ 283 w 19"/>
                  <a:gd name="T9" fmla="*/ 24 h 24"/>
                  <a:gd name="T10" fmla="*/ 299 w 19"/>
                  <a:gd name="T11" fmla="*/ 4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2"/>
                    </a:moveTo>
                    <a:cubicBezTo>
                      <a:pt x="13" y="3"/>
                      <a:pt x="9" y="4"/>
                      <a:pt x="8" y="11"/>
                    </a:cubicBezTo>
                    <a:cubicBezTo>
                      <a:pt x="7" y="15"/>
                      <a:pt x="8" y="20"/>
                      <a:pt x="11" y="24"/>
                    </a:cubicBezTo>
                    <a:cubicBezTo>
                      <a:pt x="6" y="20"/>
                      <a:pt x="0" y="10"/>
                      <a:pt x="5" y="4"/>
                    </a:cubicBezTo>
                    <a:cubicBezTo>
                      <a:pt x="8" y="1"/>
                      <a:pt x="15" y="0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28" name="Freeform 600">
                <a:extLst>
                  <a:ext uri="{FF2B5EF4-FFF2-40B4-BE49-F238E27FC236}">
                    <a16:creationId xmlns:a16="http://schemas.microsoft.com/office/drawing/2014/main" id="{A25B1AFC-E187-4A20-A13C-E66C26F8A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024"/>
                <a:ext cx="21" cy="44"/>
              </a:xfrm>
              <a:custGeom>
                <a:avLst/>
                <a:gdLst>
                  <a:gd name="T0" fmla="*/ 200 w 12"/>
                  <a:gd name="T1" fmla="*/ 68 h 24"/>
                  <a:gd name="T2" fmla="*/ 49 w 12"/>
                  <a:gd name="T3" fmla="*/ 501 h 24"/>
                  <a:gd name="T4" fmla="*/ 49 w 12"/>
                  <a:gd name="T5" fmla="*/ 149 h 24"/>
                  <a:gd name="T6" fmla="*/ 200 w 12"/>
                  <a:gd name="T7" fmla="*/ 8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3"/>
                    </a:moveTo>
                    <a:cubicBezTo>
                      <a:pt x="8" y="9"/>
                      <a:pt x="0" y="15"/>
                      <a:pt x="3" y="24"/>
                    </a:cubicBezTo>
                    <a:cubicBezTo>
                      <a:pt x="0" y="19"/>
                      <a:pt x="0" y="12"/>
                      <a:pt x="3" y="7"/>
                    </a:cubicBezTo>
                    <a:cubicBezTo>
                      <a:pt x="5" y="4"/>
                      <a:pt x="10" y="0"/>
                      <a:pt x="12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29" name="Freeform 601">
                <a:extLst>
                  <a:ext uri="{FF2B5EF4-FFF2-40B4-BE49-F238E27FC236}">
                    <a16:creationId xmlns:a16="http://schemas.microsoft.com/office/drawing/2014/main" id="{7C7EA97D-7A19-43DD-B244-0C5A4F8DF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3039"/>
                <a:ext cx="26" cy="27"/>
              </a:xfrm>
              <a:custGeom>
                <a:avLst/>
                <a:gdLst>
                  <a:gd name="T0" fmla="*/ 234 w 15"/>
                  <a:gd name="T1" fmla="*/ 23 h 15"/>
                  <a:gd name="T2" fmla="*/ 107 w 15"/>
                  <a:gd name="T3" fmla="*/ 94 h 15"/>
                  <a:gd name="T4" fmla="*/ 85 w 15"/>
                  <a:gd name="T5" fmla="*/ 284 h 15"/>
                  <a:gd name="T6" fmla="*/ 49 w 15"/>
                  <a:gd name="T7" fmla="*/ 74 h 15"/>
                  <a:gd name="T8" fmla="*/ 172 w 15"/>
                  <a:gd name="T9" fmla="*/ 4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3" y="3"/>
                      <a:pt x="9" y="2"/>
                      <a:pt x="7" y="5"/>
                    </a:cubicBezTo>
                    <a:cubicBezTo>
                      <a:pt x="5" y="7"/>
                      <a:pt x="4" y="12"/>
                      <a:pt x="5" y="15"/>
                    </a:cubicBezTo>
                    <a:cubicBezTo>
                      <a:pt x="3" y="11"/>
                      <a:pt x="0" y="8"/>
                      <a:pt x="3" y="4"/>
                    </a:cubicBezTo>
                    <a:cubicBezTo>
                      <a:pt x="5" y="1"/>
                      <a:pt x="9" y="0"/>
                      <a:pt x="11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30" name="Freeform 602">
                <a:extLst>
                  <a:ext uri="{FF2B5EF4-FFF2-40B4-BE49-F238E27FC236}">
                    <a16:creationId xmlns:a16="http://schemas.microsoft.com/office/drawing/2014/main" id="{6B1DE6D8-5B6E-4116-BC79-DA1E1A36F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994"/>
                <a:ext cx="43" cy="74"/>
              </a:xfrm>
              <a:custGeom>
                <a:avLst/>
                <a:gdLst>
                  <a:gd name="T0" fmla="*/ 375 w 25"/>
                  <a:gd name="T1" fmla="*/ 24 h 40"/>
                  <a:gd name="T2" fmla="*/ 255 w 25"/>
                  <a:gd name="T3" fmla="*/ 866 h 40"/>
                  <a:gd name="T4" fmla="*/ 107 w 25"/>
                  <a:gd name="T5" fmla="*/ 261 h 40"/>
                  <a:gd name="T6" fmla="*/ 361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25" y="1"/>
                    </a:moveTo>
                    <a:cubicBezTo>
                      <a:pt x="6" y="8"/>
                      <a:pt x="8" y="27"/>
                      <a:pt x="17" y="40"/>
                    </a:cubicBezTo>
                    <a:cubicBezTo>
                      <a:pt x="11" y="32"/>
                      <a:pt x="0" y="23"/>
                      <a:pt x="7" y="12"/>
                    </a:cubicBezTo>
                    <a:cubicBezTo>
                      <a:pt x="10" y="6"/>
                      <a:pt x="18" y="1"/>
                      <a:pt x="24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31" name="Freeform 603">
                <a:extLst>
                  <a:ext uri="{FF2B5EF4-FFF2-40B4-BE49-F238E27FC236}">
                    <a16:creationId xmlns:a16="http://schemas.microsoft.com/office/drawing/2014/main" id="{B7944FF9-13F9-4FA2-9FB5-22237B980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100"/>
                <a:ext cx="50" cy="70"/>
              </a:xfrm>
              <a:custGeom>
                <a:avLst/>
                <a:gdLst>
                  <a:gd name="T0" fmla="*/ 440 w 29"/>
                  <a:gd name="T1" fmla="*/ 0 h 38"/>
                  <a:gd name="T2" fmla="*/ 184 w 29"/>
                  <a:gd name="T3" fmla="*/ 451 h 38"/>
                  <a:gd name="T4" fmla="*/ 86 w 29"/>
                  <a:gd name="T5" fmla="*/ 807 h 38"/>
                  <a:gd name="T6" fmla="*/ 210 w 29"/>
                  <a:gd name="T7" fmla="*/ 258 h 38"/>
                  <a:gd name="T8" fmla="*/ 426 w 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2" y="5"/>
                      <a:pt x="16" y="13"/>
                      <a:pt x="12" y="21"/>
                    </a:cubicBezTo>
                    <a:cubicBezTo>
                      <a:pt x="10" y="26"/>
                      <a:pt x="9" y="34"/>
                      <a:pt x="6" y="38"/>
                    </a:cubicBezTo>
                    <a:cubicBezTo>
                      <a:pt x="0" y="31"/>
                      <a:pt x="9" y="18"/>
                      <a:pt x="14" y="12"/>
                    </a:cubicBezTo>
                    <a:cubicBezTo>
                      <a:pt x="17" y="8"/>
                      <a:pt x="23" y="1"/>
                      <a:pt x="28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32" name="Freeform 604">
                <a:extLst>
                  <a:ext uri="{FF2B5EF4-FFF2-40B4-BE49-F238E27FC236}">
                    <a16:creationId xmlns:a16="http://schemas.microsoft.com/office/drawing/2014/main" id="{5A653860-7254-4082-8EE1-64ABC9D8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985"/>
                <a:ext cx="38" cy="48"/>
              </a:xfrm>
              <a:custGeom>
                <a:avLst/>
                <a:gdLst>
                  <a:gd name="T0" fmla="*/ 340 w 22"/>
                  <a:gd name="T1" fmla="*/ 24 h 26"/>
                  <a:gd name="T2" fmla="*/ 107 w 22"/>
                  <a:gd name="T3" fmla="*/ 559 h 26"/>
                  <a:gd name="T4" fmla="*/ 83 w 22"/>
                  <a:gd name="T5" fmla="*/ 150 h 26"/>
                  <a:gd name="T6" fmla="*/ 320 w 22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22" y="1"/>
                    </a:moveTo>
                    <a:cubicBezTo>
                      <a:pt x="10" y="1"/>
                      <a:pt x="2" y="17"/>
                      <a:pt x="7" y="26"/>
                    </a:cubicBezTo>
                    <a:cubicBezTo>
                      <a:pt x="2" y="21"/>
                      <a:pt x="0" y="13"/>
                      <a:pt x="5" y="7"/>
                    </a:cubicBezTo>
                    <a:cubicBezTo>
                      <a:pt x="8" y="3"/>
                      <a:pt x="16" y="1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33" name="Freeform 605">
                <a:extLst>
                  <a:ext uri="{FF2B5EF4-FFF2-40B4-BE49-F238E27FC236}">
                    <a16:creationId xmlns:a16="http://schemas.microsoft.com/office/drawing/2014/main" id="{E1B6D50E-C8CC-4BD0-A25B-46C37C2CA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07"/>
                <a:ext cx="26" cy="39"/>
              </a:xfrm>
              <a:custGeom>
                <a:avLst/>
                <a:gdLst>
                  <a:gd name="T0" fmla="*/ 147 w 15"/>
                  <a:gd name="T1" fmla="*/ 45 h 21"/>
                  <a:gd name="T2" fmla="*/ 234 w 15"/>
                  <a:gd name="T3" fmla="*/ 462 h 21"/>
                  <a:gd name="T4" fmla="*/ 107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6" y="10"/>
                      <a:pt x="10" y="15"/>
                      <a:pt x="15" y="21"/>
                    </a:cubicBezTo>
                    <a:cubicBezTo>
                      <a:pt x="5" y="18"/>
                      <a:pt x="0" y="10"/>
                      <a:pt x="7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34" name="Freeform 606">
                <a:extLst>
                  <a:ext uri="{FF2B5EF4-FFF2-40B4-BE49-F238E27FC236}">
                    <a16:creationId xmlns:a16="http://schemas.microsoft.com/office/drawing/2014/main" id="{7E66A3DE-E1B7-4516-A50B-D8AD7F5F1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105"/>
                <a:ext cx="52" cy="67"/>
              </a:xfrm>
              <a:custGeom>
                <a:avLst/>
                <a:gdLst>
                  <a:gd name="T0" fmla="*/ 468 w 30"/>
                  <a:gd name="T1" fmla="*/ 112 h 36"/>
                  <a:gd name="T2" fmla="*/ 185 w 30"/>
                  <a:gd name="T3" fmla="*/ 337 h 36"/>
                  <a:gd name="T4" fmla="*/ 127 w 30"/>
                  <a:gd name="T5" fmla="*/ 808 h 36"/>
                  <a:gd name="T6" fmla="*/ 208 w 30"/>
                  <a:gd name="T7" fmla="*/ 112 h 36"/>
                  <a:gd name="T8" fmla="*/ 468 w 30"/>
                  <a:gd name="T9" fmla="*/ 11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5"/>
                    </a:moveTo>
                    <a:cubicBezTo>
                      <a:pt x="23" y="5"/>
                      <a:pt x="16" y="9"/>
                      <a:pt x="12" y="15"/>
                    </a:cubicBezTo>
                    <a:cubicBezTo>
                      <a:pt x="7" y="22"/>
                      <a:pt x="8" y="28"/>
                      <a:pt x="8" y="36"/>
                    </a:cubicBezTo>
                    <a:cubicBezTo>
                      <a:pt x="0" y="26"/>
                      <a:pt x="2" y="11"/>
                      <a:pt x="13" y="5"/>
                    </a:cubicBezTo>
                    <a:cubicBezTo>
                      <a:pt x="17" y="2"/>
                      <a:pt x="27" y="0"/>
                      <a:pt x="30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35" name="Freeform 607">
                <a:extLst>
                  <a:ext uri="{FF2B5EF4-FFF2-40B4-BE49-F238E27FC236}">
                    <a16:creationId xmlns:a16="http://schemas.microsoft.com/office/drawing/2014/main" id="{10C09DE8-DD33-4F4E-BDA3-7C3F0ADDF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3168"/>
                <a:ext cx="36" cy="44"/>
              </a:xfrm>
              <a:custGeom>
                <a:avLst/>
                <a:gdLst>
                  <a:gd name="T0" fmla="*/ 312 w 21"/>
                  <a:gd name="T1" fmla="*/ 24 h 24"/>
                  <a:gd name="T2" fmla="*/ 0 w 21"/>
                  <a:gd name="T3" fmla="*/ 501 h 24"/>
                  <a:gd name="T4" fmla="*/ 132 w 21"/>
                  <a:gd name="T5" fmla="*/ 81 h 24"/>
                  <a:gd name="T6" fmla="*/ 312 w 21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9" y="1"/>
                      <a:pt x="4" y="15"/>
                      <a:pt x="0" y="24"/>
                    </a:cubicBezTo>
                    <a:cubicBezTo>
                      <a:pt x="2" y="17"/>
                      <a:pt x="2" y="9"/>
                      <a:pt x="9" y="4"/>
                    </a:cubicBezTo>
                    <a:cubicBezTo>
                      <a:pt x="12" y="2"/>
                      <a:pt x="17" y="0"/>
                      <a:pt x="2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36" name="Freeform 608">
                <a:extLst>
                  <a:ext uri="{FF2B5EF4-FFF2-40B4-BE49-F238E27FC236}">
                    <a16:creationId xmlns:a16="http://schemas.microsoft.com/office/drawing/2014/main" id="{C566FE10-9E41-48EB-BC86-1CCAA0FF4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59"/>
                <a:ext cx="43" cy="44"/>
              </a:xfrm>
              <a:custGeom>
                <a:avLst/>
                <a:gdLst>
                  <a:gd name="T0" fmla="*/ 361 w 25"/>
                  <a:gd name="T1" fmla="*/ 205 h 24"/>
                  <a:gd name="T2" fmla="*/ 148 w 25"/>
                  <a:gd name="T3" fmla="*/ 172 h 24"/>
                  <a:gd name="T4" fmla="*/ 0 w 25"/>
                  <a:gd name="T5" fmla="*/ 501 h 24"/>
                  <a:gd name="T6" fmla="*/ 15 w 25"/>
                  <a:gd name="T7" fmla="*/ 172 h 24"/>
                  <a:gd name="T8" fmla="*/ 107 w 25"/>
                  <a:gd name="T9" fmla="*/ 24 h 24"/>
                  <a:gd name="T10" fmla="*/ 375 w 25"/>
                  <a:gd name="T11" fmla="*/ 19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4" y="10"/>
                    </a:moveTo>
                    <a:cubicBezTo>
                      <a:pt x="20" y="10"/>
                      <a:pt x="15" y="5"/>
                      <a:pt x="10" y="8"/>
                    </a:cubicBezTo>
                    <a:cubicBezTo>
                      <a:pt x="5" y="10"/>
                      <a:pt x="1" y="20"/>
                      <a:pt x="0" y="24"/>
                    </a:cubicBezTo>
                    <a:cubicBezTo>
                      <a:pt x="0" y="20"/>
                      <a:pt x="0" y="13"/>
                      <a:pt x="1" y="8"/>
                    </a:cubicBezTo>
                    <a:cubicBezTo>
                      <a:pt x="2" y="4"/>
                      <a:pt x="4" y="1"/>
                      <a:pt x="7" y="1"/>
                    </a:cubicBezTo>
                    <a:cubicBezTo>
                      <a:pt x="12" y="0"/>
                      <a:pt x="22" y="6"/>
                      <a:pt x="25" y="9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37" name="Freeform 609">
                <a:extLst>
                  <a:ext uri="{FF2B5EF4-FFF2-40B4-BE49-F238E27FC236}">
                    <a16:creationId xmlns:a16="http://schemas.microsoft.com/office/drawing/2014/main" id="{3DFC7234-B6C8-4505-987D-1D93518F9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930"/>
                <a:ext cx="30" cy="81"/>
              </a:xfrm>
              <a:custGeom>
                <a:avLst/>
                <a:gdLst>
                  <a:gd name="T0" fmla="*/ 293 w 17"/>
                  <a:gd name="T1" fmla="*/ 0 h 44"/>
                  <a:gd name="T2" fmla="*/ 115 w 17"/>
                  <a:gd name="T3" fmla="*/ 451 h 44"/>
                  <a:gd name="T4" fmla="*/ 203 w 17"/>
                  <a:gd name="T5" fmla="*/ 928 h 44"/>
                  <a:gd name="T6" fmla="*/ 49 w 17"/>
                  <a:gd name="T7" fmla="*/ 326 h 44"/>
                  <a:gd name="T8" fmla="*/ 252 w 17"/>
                  <a:gd name="T9" fmla="*/ 6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11" y="6"/>
                      <a:pt x="7" y="12"/>
                      <a:pt x="7" y="21"/>
                    </a:cubicBezTo>
                    <a:cubicBezTo>
                      <a:pt x="6" y="29"/>
                      <a:pt x="10" y="37"/>
                      <a:pt x="12" y="44"/>
                    </a:cubicBezTo>
                    <a:cubicBezTo>
                      <a:pt x="5" y="38"/>
                      <a:pt x="0" y="24"/>
                      <a:pt x="3" y="15"/>
                    </a:cubicBezTo>
                    <a:cubicBezTo>
                      <a:pt x="5" y="10"/>
                      <a:pt x="9" y="3"/>
                      <a:pt x="15" y="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38" name="Freeform 610">
                <a:extLst>
                  <a:ext uri="{FF2B5EF4-FFF2-40B4-BE49-F238E27FC236}">
                    <a16:creationId xmlns:a16="http://schemas.microsoft.com/office/drawing/2014/main" id="{0155E650-FAE2-4912-AD36-C06582479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837"/>
                <a:ext cx="31" cy="34"/>
              </a:xfrm>
              <a:custGeom>
                <a:avLst/>
                <a:gdLst>
                  <a:gd name="T0" fmla="*/ 270 w 18"/>
                  <a:gd name="T1" fmla="*/ 28 h 18"/>
                  <a:gd name="T2" fmla="*/ 122 w 18"/>
                  <a:gd name="T3" fmla="*/ 113 h 18"/>
                  <a:gd name="T4" fmla="*/ 107 w 18"/>
                  <a:gd name="T5" fmla="*/ 433 h 18"/>
                  <a:gd name="T6" fmla="*/ 28 w 18"/>
                  <a:gd name="T7" fmla="*/ 113 h 18"/>
                  <a:gd name="T8" fmla="*/ 231 w 18"/>
                  <a:gd name="T9" fmla="*/ 2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1"/>
                    </a:moveTo>
                    <a:cubicBezTo>
                      <a:pt x="14" y="1"/>
                      <a:pt x="10" y="2"/>
                      <a:pt x="8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4" y="15"/>
                      <a:pt x="0" y="9"/>
                      <a:pt x="2" y="5"/>
                    </a:cubicBezTo>
                    <a:cubicBezTo>
                      <a:pt x="4" y="0"/>
                      <a:pt x="11" y="1"/>
                      <a:pt x="15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39" name="Freeform 611">
                <a:extLst>
                  <a:ext uri="{FF2B5EF4-FFF2-40B4-BE49-F238E27FC236}">
                    <a16:creationId xmlns:a16="http://schemas.microsoft.com/office/drawing/2014/main" id="{88276AF9-3D8B-4655-81D7-95C3A33E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823"/>
                <a:ext cx="24" cy="37"/>
              </a:xfrm>
              <a:custGeom>
                <a:avLst/>
                <a:gdLst>
                  <a:gd name="T0" fmla="*/ 206 w 14"/>
                  <a:gd name="T1" fmla="*/ 68 h 20"/>
                  <a:gd name="T2" fmla="*/ 86 w 14"/>
                  <a:gd name="T3" fmla="*/ 431 h 20"/>
                  <a:gd name="T4" fmla="*/ 15 w 14"/>
                  <a:gd name="T5" fmla="*/ 150 h 20"/>
                  <a:gd name="T6" fmla="*/ 206 w 14"/>
                  <a:gd name="T7" fmla="*/ 2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3"/>
                    </a:moveTo>
                    <a:cubicBezTo>
                      <a:pt x="6" y="3"/>
                      <a:pt x="1" y="13"/>
                      <a:pt x="6" y="20"/>
                    </a:cubicBezTo>
                    <a:cubicBezTo>
                      <a:pt x="4" y="16"/>
                      <a:pt x="0" y="11"/>
                      <a:pt x="1" y="7"/>
                    </a:cubicBezTo>
                    <a:cubicBezTo>
                      <a:pt x="2" y="0"/>
                      <a:pt x="9" y="1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40" name="Freeform 612">
                <a:extLst>
                  <a:ext uri="{FF2B5EF4-FFF2-40B4-BE49-F238E27FC236}">
                    <a16:creationId xmlns:a16="http://schemas.microsoft.com/office/drawing/2014/main" id="{6AE6F052-73DB-4EF9-A621-63FF32BDE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917"/>
                <a:ext cx="22" cy="28"/>
              </a:xfrm>
              <a:custGeom>
                <a:avLst/>
                <a:gdLst>
                  <a:gd name="T0" fmla="*/ 98 w 13"/>
                  <a:gd name="T1" fmla="*/ 0 h 15"/>
                  <a:gd name="T2" fmla="*/ 181 w 13"/>
                  <a:gd name="T3" fmla="*/ 338 h 15"/>
                  <a:gd name="T4" fmla="*/ 83 w 13"/>
                  <a:gd name="T5" fmla="*/ 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7" y="7"/>
                      <a:pt x="10" y="10"/>
                      <a:pt x="13" y="15"/>
                    </a:cubicBezTo>
                    <a:cubicBezTo>
                      <a:pt x="9" y="13"/>
                      <a:pt x="0" y="5"/>
                      <a:pt x="6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41" name="Freeform 613">
                <a:extLst>
                  <a:ext uri="{FF2B5EF4-FFF2-40B4-BE49-F238E27FC236}">
                    <a16:creationId xmlns:a16="http://schemas.microsoft.com/office/drawing/2014/main" id="{5A2F5C02-AB60-4E45-9507-371EAD9BA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813"/>
                <a:ext cx="45" cy="48"/>
              </a:xfrm>
              <a:custGeom>
                <a:avLst/>
                <a:gdLst>
                  <a:gd name="T0" fmla="*/ 28 w 26"/>
                  <a:gd name="T1" fmla="*/ 559 h 26"/>
                  <a:gd name="T2" fmla="*/ 405 w 26"/>
                  <a:gd name="T3" fmla="*/ 126 h 26"/>
                  <a:gd name="T4" fmla="*/ 0 w 26"/>
                  <a:gd name="T5" fmla="*/ 51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2" y="26"/>
                    </a:moveTo>
                    <a:cubicBezTo>
                      <a:pt x="2" y="16"/>
                      <a:pt x="19" y="10"/>
                      <a:pt x="26" y="6"/>
                    </a:cubicBezTo>
                    <a:cubicBezTo>
                      <a:pt x="16" y="0"/>
                      <a:pt x="0" y="14"/>
                      <a:pt x="0" y="2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42" name="Freeform 614">
                <a:extLst>
                  <a:ext uri="{FF2B5EF4-FFF2-40B4-BE49-F238E27FC236}">
                    <a16:creationId xmlns:a16="http://schemas.microsoft.com/office/drawing/2014/main" id="{E83C671B-3294-4EA5-B7C1-24EE709CD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891"/>
                <a:ext cx="23" cy="33"/>
              </a:xfrm>
              <a:custGeom>
                <a:avLst/>
                <a:gdLst>
                  <a:gd name="T0" fmla="*/ 228 w 13"/>
                  <a:gd name="T1" fmla="*/ 0 h 18"/>
                  <a:gd name="T2" fmla="*/ 65 w 13"/>
                  <a:gd name="T3" fmla="*/ 376 h 18"/>
                  <a:gd name="T4" fmla="*/ 228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6" y="1"/>
                      <a:pt x="3" y="12"/>
                      <a:pt x="4" y="18"/>
                    </a:cubicBezTo>
                    <a:cubicBezTo>
                      <a:pt x="0" y="10"/>
                      <a:pt x="2" y="0"/>
                      <a:pt x="1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43" name="Freeform 615">
                <a:extLst>
                  <a:ext uri="{FF2B5EF4-FFF2-40B4-BE49-F238E27FC236}">
                    <a16:creationId xmlns:a16="http://schemas.microsoft.com/office/drawing/2014/main" id="{4D34FCD3-AFAE-4D42-A884-407D41F26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959"/>
                <a:ext cx="26" cy="22"/>
              </a:xfrm>
              <a:custGeom>
                <a:avLst/>
                <a:gdLst>
                  <a:gd name="T0" fmla="*/ 234 w 15"/>
                  <a:gd name="T1" fmla="*/ 68 h 12"/>
                  <a:gd name="T2" fmla="*/ 28 w 15"/>
                  <a:gd name="T3" fmla="*/ 246 h 12"/>
                  <a:gd name="T4" fmla="*/ 220 w 15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8" y="4"/>
                      <a:pt x="7" y="8"/>
                      <a:pt x="2" y="12"/>
                    </a:cubicBezTo>
                    <a:cubicBezTo>
                      <a:pt x="0" y="4"/>
                      <a:pt x="6" y="0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44" name="Freeform 616">
                <a:extLst>
                  <a:ext uri="{FF2B5EF4-FFF2-40B4-BE49-F238E27FC236}">
                    <a16:creationId xmlns:a16="http://schemas.microsoft.com/office/drawing/2014/main" id="{C482EAEC-298B-4C76-8D62-1A58E5C98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939"/>
                <a:ext cx="24" cy="57"/>
              </a:xfrm>
              <a:custGeom>
                <a:avLst/>
                <a:gdLst>
                  <a:gd name="T0" fmla="*/ 206 w 14"/>
                  <a:gd name="T1" fmla="*/ 0 h 31"/>
                  <a:gd name="T2" fmla="*/ 147 w 14"/>
                  <a:gd name="T3" fmla="*/ 653 h 31"/>
                  <a:gd name="T4" fmla="*/ 26 w 14"/>
                  <a:gd name="T5" fmla="*/ 230 h 31"/>
                  <a:gd name="T6" fmla="*/ 182 w 1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1" y="5"/>
                      <a:pt x="6" y="22"/>
                      <a:pt x="10" y="31"/>
                    </a:cubicBezTo>
                    <a:cubicBezTo>
                      <a:pt x="6" y="25"/>
                      <a:pt x="0" y="20"/>
                      <a:pt x="2" y="11"/>
                    </a:cubicBezTo>
                    <a:cubicBezTo>
                      <a:pt x="4" y="7"/>
                      <a:pt x="7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45" name="Freeform 617">
                <a:extLst>
                  <a:ext uri="{FF2B5EF4-FFF2-40B4-BE49-F238E27FC236}">
                    <a16:creationId xmlns:a16="http://schemas.microsoft.com/office/drawing/2014/main" id="{4E4A49E6-B954-4E83-AC15-5CEB59028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848"/>
                <a:ext cx="18" cy="48"/>
              </a:xfrm>
              <a:custGeom>
                <a:avLst/>
                <a:gdLst>
                  <a:gd name="T0" fmla="*/ 187 w 10"/>
                  <a:gd name="T1" fmla="*/ 24 h 26"/>
                  <a:gd name="T2" fmla="*/ 52 w 10"/>
                  <a:gd name="T3" fmla="*/ 559 h 26"/>
                  <a:gd name="T4" fmla="*/ 169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1"/>
                    </a:moveTo>
                    <a:cubicBezTo>
                      <a:pt x="4" y="8"/>
                      <a:pt x="3" y="17"/>
                      <a:pt x="3" y="26"/>
                    </a:cubicBezTo>
                    <a:cubicBezTo>
                      <a:pt x="0" y="17"/>
                      <a:pt x="1" y="4"/>
                      <a:pt x="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46" name="Freeform 618">
                <a:extLst>
                  <a:ext uri="{FF2B5EF4-FFF2-40B4-BE49-F238E27FC236}">
                    <a16:creationId xmlns:a16="http://schemas.microsoft.com/office/drawing/2014/main" id="{37CD3E6B-8D95-4662-8445-9B054DC18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778"/>
                <a:ext cx="17" cy="28"/>
              </a:xfrm>
              <a:custGeom>
                <a:avLst/>
                <a:gdLst>
                  <a:gd name="T0" fmla="*/ 141 w 10"/>
                  <a:gd name="T1" fmla="*/ 24 h 15"/>
                  <a:gd name="T2" fmla="*/ 15 w 10"/>
                  <a:gd name="T3" fmla="*/ 338 h 15"/>
                  <a:gd name="T4" fmla="*/ 119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5" y="0"/>
                      <a:pt x="0" y="11"/>
                      <a:pt x="1" y="15"/>
                    </a:cubicBezTo>
                    <a:cubicBezTo>
                      <a:pt x="1" y="9"/>
                      <a:pt x="1" y="1"/>
                      <a:pt x="8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47" name="Freeform 619">
                <a:extLst>
                  <a:ext uri="{FF2B5EF4-FFF2-40B4-BE49-F238E27FC236}">
                    <a16:creationId xmlns:a16="http://schemas.microsoft.com/office/drawing/2014/main" id="{FCAC75ED-A113-4BA5-A832-CEF27B6DF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728"/>
                <a:ext cx="21" cy="32"/>
              </a:xfrm>
              <a:custGeom>
                <a:avLst/>
                <a:gdLst>
                  <a:gd name="T0" fmla="*/ 200 w 12"/>
                  <a:gd name="T1" fmla="*/ 53 h 17"/>
                  <a:gd name="T2" fmla="*/ 49 w 12"/>
                  <a:gd name="T3" fmla="*/ 401 h 17"/>
                  <a:gd name="T4" fmla="*/ 21 w 12"/>
                  <a:gd name="T5" fmla="*/ 113 h 17"/>
                  <a:gd name="T6" fmla="*/ 179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2"/>
                    </a:moveTo>
                    <a:cubicBezTo>
                      <a:pt x="4" y="2"/>
                      <a:pt x="3" y="11"/>
                      <a:pt x="3" y="17"/>
                    </a:cubicBezTo>
                    <a:cubicBezTo>
                      <a:pt x="3" y="13"/>
                      <a:pt x="0" y="9"/>
                      <a:pt x="1" y="5"/>
                    </a:cubicBez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48" name="Freeform 620">
                <a:extLst>
                  <a:ext uri="{FF2B5EF4-FFF2-40B4-BE49-F238E27FC236}">
                    <a16:creationId xmlns:a16="http://schemas.microsoft.com/office/drawing/2014/main" id="{362683F5-B3BD-4459-B6B7-4361FA8FE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699"/>
                <a:ext cx="22" cy="31"/>
              </a:xfrm>
              <a:custGeom>
                <a:avLst/>
                <a:gdLst>
                  <a:gd name="T0" fmla="*/ 181 w 13"/>
                  <a:gd name="T1" fmla="*/ 44 h 17"/>
                  <a:gd name="T2" fmla="*/ 58 w 13"/>
                  <a:gd name="T3" fmla="*/ 346 h 17"/>
                  <a:gd name="T4" fmla="*/ 154 w 13"/>
                  <a:gd name="T5" fmla="*/ 2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6" y="2"/>
                      <a:pt x="2" y="11"/>
                      <a:pt x="4" y="17"/>
                    </a:cubicBezTo>
                    <a:cubicBezTo>
                      <a:pt x="3" y="11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49" name="Freeform 621">
                <a:extLst>
                  <a:ext uri="{FF2B5EF4-FFF2-40B4-BE49-F238E27FC236}">
                    <a16:creationId xmlns:a16="http://schemas.microsoft.com/office/drawing/2014/main" id="{727042EC-E511-4471-84B9-AEF5E425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758"/>
                <a:ext cx="19" cy="29"/>
              </a:xfrm>
              <a:custGeom>
                <a:avLst/>
                <a:gdLst>
                  <a:gd name="T0" fmla="*/ 169 w 11"/>
                  <a:gd name="T1" fmla="*/ 24 h 16"/>
                  <a:gd name="T2" fmla="*/ 86 w 11"/>
                  <a:gd name="T3" fmla="*/ 315 h 16"/>
                  <a:gd name="T4" fmla="*/ 169 w 11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11" y="1"/>
                    </a:moveTo>
                    <a:cubicBezTo>
                      <a:pt x="7" y="5"/>
                      <a:pt x="4" y="10"/>
                      <a:pt x="6" y="16"/>
                    </a:cubicBezTo>
                    <a:cubicBezTo>
                      <a:pt x="4" y="10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50" name="Freeform 622">
                <a:extLst>
                  <a:ext uri="{FF2B5EF4-FFF2-40B4-BE49-F238E27FC236}">
                    <a16:creationId xmlns:a16="http://schemas.microsoft.com/office/drawing/2014/main" id="{3B9DA60D-E8B4-4E31-A2F6-2D0D2B9BF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789"/>
                <a:ext cx="24" cy="41"/>
              </a:xfrm>
              <a:custGeom>
                <a:avLst/>
                <a:gdLst>
                  <a:gd name="T0" fmla="*/ 206 w 14"/>
                  <a:gd name="T1" fmla="*/ 45 h 22"/>
                  <a:gd name="T2" fmla="*/ 26 w 14"/>
                  <a:gd name="T3" fmla="*/ 494 h 22"/>
                  <a:gd name="T4" fmla="*/ 19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2"/>
                    </a:moveTo>
                    <a:cubicBezTo>
                      <a:pt x="7" y="4"/>
                      <a:pt x="2" y="15"/>
                      <a:pt x="2" y="22"/>
                    </a:cubicBezTo>
                    <a:cubicBezTo>
                      <a:pt x="0" y="11"/>
                      <a:pt x="4" y="4"/>
                      <a:pt x="1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51" name="Freeform 623">
                <a:extLst>
                  <a:ext uri="{FF2B5EF4-FFF2-40B4-BE49-F238E27FC236}">
                    <a16:creationId xmlns:a16="http://schemas.microsoft.com/office/drawing/2014/main" id="{FE94E951-9852-43C7-BD7B-367749863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852"/>
                <a:ext cx="28" cy="57"/>
              </a:xfrm>
              <a:custGeom>
                <a:avLst/>
                <a:gdLst>
                  <a:gd name="T0" fmla="*/ 264 w 16"/>
                  <a:gd name="T1" fmla="*/ 68 h 31"/>
                  <a:gd name="T2" fmla="*/ 102 w 16"/>
                  <a:gd name="T3" fmla="*/ 653 h 31"/>
                  <a:gd name="T4" fmla="*/ 264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3"/>
                    </a:moveTo>
                    <a:cubicBezTo>
                      <a:pt x="7" y="9"/>
                      <a:pt x="6" y="22"/>
                      <a:pt x="6" y="31"/>
                    </a:cubicBezTo>
                    <a:cubicBezTo>
                      <a:pt x="0" y="21"/>
                      <a:pt x="5" y="3"/>
                      <a:pt x="16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52" name="Freeform 624">
                <a:extLst>
                  <a:ext uri="{FF2B5EF4-FFF2-40B4-BE49-F238E27FC236}">
                    <a16:creationId xmlns:a16="http://schemas.microsoft.com/office/drawing/2014/main" id="{2B18B34D-23A2-42E1-93C6-BC366D994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011"/>
                <a:ext cx="26" cy="55"/>
              </a:xfrm>
              <a:custGeom>
                <a:avLst/>
                <a:gdLst>
                  <a:gd name="T0" fmla="*/ 234 w 15"/>
                  <a:gd name="T1" fmla="*/ 0 h 30"/>
                  <a:gd name="T2" fmla="*/ 85 w 15"/>
                  <a:gd name="T3" fmla="*/ 246 h 30"/>
                  <a:gd name="T4" fmla="*/ 62 w 15"/>
                  <a:gd name="T5" fmla="*/ 622 h 30"/>
                  <a:gd name="T6" fmla="*/ 49 w 15"/>
                  <a:gd name="T7" fmla="*/ 205 h 30"/>
                  <a:gd name="T8" fmla="*/ 208 w 15"/>
                  <a:gd name="T9" fmla="*/ 2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15" y="0"/>
                    </a:moveTo>
                    <a:cubicBezTo>
                      <a:pt x="11" y="0"/>
                      <a:pt x="6" y="9"/>
                      <a:pt x="5" y="12"/>
                    </a:cubicBezTo>
                    <a:cubicBezTo>
                      <a:pt x="3" y="18"/>
                      <a:pt x="4" y="24"/>
                      <a:pt x="4" y="30"/>
                    </a:cubicBezTo>
                    <a:cubicBezTo>
                      <a:pt x="0" y="24"/>
                      <a:pt x="0" y="15"/>
                      <a:pt x="3" y="10"/>
                    </a:cubicBezTo>
                    <a:cubicBezTo>
                      <a:pt x="5" y="5"/>
                      <a:pt x="10" y="4"/>
                      <a:pt x="13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53" name="Freeform 625">
                <a:extLst>
                  <a:ext uri="{FF2B5EF4-FFF2-40B4-BE49-F238E27FC236}">
                    <a16:creationId xmlns:a16="http://schemas.microsoft.com/office/drawing/2014/main" id="{50E00A63-8D89-4D03-B422-DD3B022A2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079"/>
                <a:ext cx="36" cy="56"/>
              </a:xfrm>
              <a:custGeom>
                <a:avLst/>
                <a:gdLst>
                  <a:gd name="T0" fmla="*/ 312 w 21"/>
                  <a:gd name="T1" fmla="*/ 73 h 30"/>
                  <a:gd name="T2" fmla="*/ 190 w 21"/>
                  <a:gd name="T3" fmla="*/ 293 h 30"/>
                  <a:gd name="T4" fmla="*/ 106 w 21"/>
                  <a:gd name="T5" fmla="*/ 683 h 30"/>
                  <a:gd name="T6" fmla="*/ 291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21" y="3"/>
                    </a:moveTo>
                    <a:cubicBezTo>
                      <a:pt x="19" y="6"/>
                      <a:pt x="15" y="9"/>
                      <a:pt x="13" y="13"/>
                    </a:cubicBezTo>
                    <a:cubicBezTo>
                      <a:pt x="10" y="18"/>
                      <a:pt x="9" y="24"/>
                      <a:pt x="7" y="30"/>
                    </a:cubicBezTo>
                    <a:cubicBezTo>
                      <a:pt x="0" y="23"/>
                      <a:pt x="13" y="3"/>
                      <a:pt x="20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54" name="Freeform 626">
                <a:extLst>
                  <a:ext uri="{FF2B5EF4-FFF2-40B4-BE49-F238E27FC236}">
                    <a16:creationId xmlns:a16="http://schemas.microsoft.com/office/drawing/2014/main" id="{AE267A1F-B10F-45BC-8FE7-F350105A1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188"/>
                <a:ext cx="36" cy="37"/>
              </a:xfrm>
              <a:custGeom>
                <a:avLst/>
                <a:gdLst>
                  <a:gd name="T0" fmla="*/ 288 w 21"/>
                  <a:gd name="T1" fmla="*/ 0 h 20"/>
                  <a:gd name="T2" fmla="*/ 15 w 21"/>
                  <a:gd name="T3" fmla="*/ 431 h 20"/>
                  <a:gd name="T4" fmla="*/ 312 w 2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9" y="0"/>
                    </a:moveTo>
                    <a:cubicBezTo>
                      <a:pt x="12" y="4"/>
                      <a:pt x="1" y="11"/>
                      <a:pt x="1" y="20"/>
                    </a:cubicBezTo>
                    <a:cubicBezTo>
                      <a:pt x="0" y="7"/>
                      <a:pt x="10" y="0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55" name="Freeform 627">
                <a:extLst>
                  <a:ext uri="{FF2B5EF4-FFF2-40B4-BE49-F238E27FC236}">
                    <a16:creationId xmlns:a16="http://schemas.microsoft.com/office/drawing/2014/main" id="{AAC09A73-2B79-47F0-9A6A-AFF7FDC4D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116"/>
                <a:ext cx="23" cy="28"/>
              </a:xfrm>
              <a:custGeom>
                <a:avLst/>
                <a:gdLst>
                  <a:gd name="T0" fmla="*/ 228 w 13"/>
                  <a:gd name="T1" fmla="*/ 0 h 15"/>
                  <a:gd name="T2" fmla="*/ 65 w 13"/>
                  <a:gd name="T3" fmla="*/ 338 h 15"/>
                  <a:gd name="T4" fmla="*/ 203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7" y="1"/>
                      <a:pt x="4" y="8"/>
                      <a:pt x="4" y="15"/>
                    </a:cubicBezTo>
                    <a:cubicBezTo>
                      <a:pt x="0" y="8"/>
                      <a:pt x="2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56" name="Freeform 628">
                <a:extLst>
                  <a:ext uri="{FF2B5EF4-FFF2-40B4-BE49-F238E27FC236}">
                    <a16:creationId xmlns:a16="http://schemas.microsoft.com/office/drawing/2014/main" id="{959E3E3E-7DF1-40F8-9BC4-C4012D64A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209"/>
                <a:ext cx="16" cy="38"/>
              </a:xfrm>
              <a:custGeom>
                <a:avLst/>
                <a:gdLst>
                  <a:gd name="T0" fmla="*/ 158 w 9"/>
                  <a:gd name="T1" fmla="*/ 0 h 21"/>
                  <a:gd name="T2" fmla="*/ 66 w 9"/>
                  <a:gd name="T3" fmla="*/ 409 h 21"/>
                  <a:gd name="T4" fmla="*/ 0 w 9"/>
                  <a:gd name="T5" fmla="*/ 255 h 21"/>
                  <a:gd name="T6" fmla="*/ 114 w 9"/>
                  <a:gd name="T7" fmla="*/ 24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3" y="0"/>
                      <a:pt x="2" y="16"/>
                      <a:pt x="4" y="21"/>
                    </a:cubicBezTo>
                    <a:cubicBezTo>
                      <a:pt x="2" y="18"/>
                      <a:pt x="0" y="16"/>
                      <a:pt x="0" y="13"/>
                    </a:cubicBezTo>
                    <a:cubicBezTo>
                      <a:pt x="0" y="9"/>
                      <a:pt x="3" y="3"/>
                      <a:pt x="6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57" name="Freeform 629">
                <a:extLst>
                  <a:ext uri="{FF2B5EF4-FFF2-40B4-BE49-F238E27FC236}">
                    <a16:creationId xmlns:a16="http://schemas.microsoft.com/office/drawing/2014/main" id="{45E5F967-05A7-4DE1-96B0-75B4516F8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223"/>
                <a:ext cx="21" cy="36"/>
              </a:xfrm>
              <a:custGeom>
                <a:avLst/>
                <a:gdLst>
                  <a:gd name="T0" fmla="*/ 200 w 12"/>
                  <a:gd name="T1" fmla="*/ 53 h 19"/>
                  <a:gd name="T2" fmla="*/ 86 w 12"/>
                  <a:gd name="T3" fmla="*/ 220 h 19"/>
                  <a:gd name="T4" fmla="*/ 37 w 12"/>
                  <a:gd name="T5" fmla="*/ 462 h 19"/>
                  <a:gd name="T6" fmla="*/ 179 w 12"/>
                  <a:gd name="T7" fmla="*/ 5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2" y="2"/>
                    </a:moveTo>
                    <a:cubicBezTo>
                      <a:pt x="10" y="5"/>
                      <a:pt x="7" y="6"/>
                      <a:pt x="5" y="9"/>
                    </a:cubicBezTo>
                    <a:cubicBezTo>
                      <a:pt x="4" y="12"/>
                      <a:pt x="2" y="16"/>
                      <a:pt x="2" y="19"/>
                    </a:cubicBezTo>
                    <a:cubicBezTo>
                      <a:pt x="0" y="13"/>
                      <a:pt x="1" y="0"/>
                      <a:pt x="11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58" name="Freeform 630">
                <a:extLst>
                  <a:ext uri="{FF2B5EF4-FFF2-40B4-BE49-F238E27FC236}">
                    <a16:creationId xmlns:a16="http://schemas.microsoft.com/office/drawing/2014/main" id="{2865D613-D0FD-478F-8AA0-E4EBCF34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066"/>
                <a:ext cx="35" cy="48"/>
              </a:xfrm>
              <a:custGeom>
                <a:avLst/>
                <a:gdLst>
                  <a:gd name="T0" fmla="*/ 327 w 20"/>
                  <a:gd name="T1" fmla="*/ 44 h 26"/>
                  <a:gd name="T2" fmla="*/ 21 w 20"/>
                  <a:gd name="T3" fmla="*/ 559 h 26"/>
                  <a:gd name="T4" fmla="*/ 49 w 20"/>
                  <a:gd name="T5" fmla="*/ 233 h 26"/>
                  <a:gd name="T6" fmla="*/ 285 w 20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20" y="2"/>
                    </a:moveTo>
                    <a:cubicBezTo>
                      <a:pt x="9" y="0"/>
                      <a:pt x="3" y="19"/>
                      <a:pt x="1" y="26"/>
                    </a:cubicBezTo>
                    <a:cubicBezTo>
                      <a:pt x="2" y="21"/>
                      <a:pt x="0" y="16"/>
                      <a:pt x="3" y="11"/>
                    </a:cubicBezTo>
                    <a:cubicBezTo>
                      <a:pt x="6" y="5"/>
                      <a:pt x="12" y="3"/>
                      <a:pt x="17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59" name="Freeform 631">
                <a:extLst>
                  <a:ext uri="{FF2B5EF4-FFF2-40B4-BE49-F238E27FC236}">
                    <a16:creationId xmlns:a16="http://schemas.microsoft.com/office/drawing/2014/main" id="{2C450453-E46D-4BC0-A039-1D7A389F0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037"/>
                <a:ext cx="43" cy="55"/>
              </a:xfrm>
              <a:custGeom>
                <a:avLst/>
                <a:gdLst>
                  <a:gd name="T0" fmla="*/ 0 w 25"/>
                  <a:gd name="T1" fmla="*/ 394 h 30"/>
                  <a:gd name="T2" fmla="*/ 316 w 25"/>
                  <a:gd name="T3" fmla="*/ 444 h 30"/>
                  <a:gd name="T4" fmla="*/ 296 w 25"/>
                  <a:gd name="T5" fmla="*/ 0 h 30"/>
                  <a:gd name="T6" fmla="*/ 227 w 25"/>
                  <a:gd name="T7" fmla="*/ 354 h 30"/>
                  <a:gd name="T8" fmla="*/ 15 w 25"/>
                  <a:gd name="T9" fmla="*/ 42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19"/>
                    </a:moveTo>
                    <a:cubicBezTo>
                      <a:pt x="6" y="23"/>
                      <a:pt x="16" y="30"/>
                      <a:pt x="21" y="21"/>
                    </a:cubicBezTo>
                    <a:cubicBezTo>
                      <a:pt x="25" y="15"/>
                      <a:pt x="24" y="6"/>
                      <a:pt x="20" y="0"/>
                    </a:cubicBezTo>
                    <a:cubicBezTo>
                      <a:pt x="21" y="5"/>
                      <a:pt x="20" y="13"/>
                      <a:pt x="15" y="17"/>
                    </a:cubicBezTo>
                    <a:cubicBezTo>
                      <a:pt x="12" y="19"/>
                      <a:pt x="5" y="20"/>
                      <a:pt x="1" y="2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60" name="Freeform 632">
                <a:extLst>
                  <a:ext uri="{FF2B5EF4-FFF2-40B4-BE49-F238E27FC236}">
                    <a16:creationId xmlns:a16="http://schemas.microsoft.com/office/drawing/2014/main" id="{82B8097C-34C9-4C3F-8094-BD2AF5C7B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005"/>
                <a:ext cx="43" cy="56"/>
              </a:xfrm>
              <a:custGeom>
                <a:avLst/>
                <a:gdLst>
                  <a:gd name="T0" fmla="*/ 26 w 25"/>
                  <a:gd name="T1" fmla="*/ 631 h 30"/>
                  <a:gd name="T2" fmla="*/ 361 w 25"/>
                  <a:gd name="T3" fmla="*/ 474 h 30"/>
                  <a:gd name="T4" fmla="*/ 316 w 25"/>
                  <a:gd name="T5" fmla="*/ 209 h 30"/>
                  <a:gd name="T6" fmla="*/ 210 w 25"/>
                  <a:gd name="T7" fmla="*/ 0 h 30"/>
                  <a:gd name="T8" fmla="*/ 184 w 25"/>
                  <a:gd name="T9" fmla="*/ 411 h 30"/>
                  <a:gd name="T10" fmla="*/ 26 w 25"/>
                  <a:gd name="T11" fmla="*/ 63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" y="28"/>
                    </a:moveTo>
                    <a:cubicBezTo>
                      <a:pt x="8" y="30"/>
                      <a:pt x="21" y="27"/>
                      <a:pt x="24" y="21"/>
                    </a:cubicBezTo>
                    <a:cubicBezTo>
                      <a:pt x="25" y="16"/>
                      <a:pt x="24" y="13"/>
                      <a:pt x="21" y="9"/>
                    </a:cubicBezTo>
                    <a:cubicBezTo>
                      <a:pt x="20" y="7"/>
                      <a:pt x="17" y="0"/>
                      <a:pt x="14" y="0"/>
                    </a:cubicBezTo>
                    <a:cubicBezTo>
                      <a:pt x="13" y="7"/>
                      <a:pt x="18" y="12"/>
                      <a:pt x="12" y="18"/>
                    </a:cubicBezTo>
                    <a:cubicBezTo>
                      <a:pt x="10" y="21"/>
                      <a:pt x="0" y="24"/>
                      <a:pt x="2" y="2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61" name="Freeform 633">
                <a:extLst>
                  <a:ext uri="{FF2B5EF4-FFF2-40B4-BE49-F238E27FC236}">
                    <a16:creationId xmlns:a16="http://schemas.microsoft.com/office/drawing/2014/main" id="{BEB9ABE2-EAA3-4E1E-92AE-771AAEDED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981"/>
                <a:ext cx="62" cy="34"/>
              </a:xfrm>
              <a:custGeom>
                <a:avLst/>
                <a:gdLst>
                  <a:gd name="T0" fmla="*/ 0 w 36"/>
                  <a:gd name="T1" fmla="*/ 433 h 18"/>
                  <a:gd name="T2" fmla="*/ 169 w 36"/>
                  <a:gd name="T3" fmla="*/ 317 h 18"/>
                  <a:gd name="T4" fmla="*/ 317 w 36"/>
                  <a:gd name="T5" fmla="*/ 242 h 18"/>
                  <a:gd name="T6" fmla="*/ 439 w 36"/>
                  <a:gd name="T7" fmla="*/ 53 h 18"/>
                  <a:gd name="T8" fmla="*/ 353 w 36"/>
                  <a:gd name="T9" fmla="*/ 100 h 18"/>
                  <a:gd name="T10" fmla="*/ 184 w 36"/>
                  <a:gd name="T11" fmla="*/ 189 h 18"/>
                  <a:gd name="T12" fmla="*/ 0 w 36"/>
                  <a:gd name="T13" fmla="*/ 433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0" y="18"/>
                    </a:moveTo>
                    <a:cubicBezTo>
                      <a:pt x="3" y="16"/>
                      <a:pt x="7" y="14"/>
                      <a:pt x="11" y="13"/>
                    </a:cubicBezTo>
                    <a:cubicBezTo>
                      <a:pt x="14" y="12"/>
                      <a:pt x="18" y="11"/>
                      <a:pt x="21" y="10"/>
                    </a:cubicBezTo>
                    <a:cubicBezTo>
                      <a:pt x="23" y="9"/>
                      <a:pt x="36" y="6"/>
                      <a:pt x="29" y="2"/>
                    </a:cubicBezTo>
                    <a:cubicBezTo>
                      <a:pt x="27" y="0"/>
                      <a:pt x="26" y="3"/>
                      <a:pt x="23" y="4"/>
                    </a:cubicBezTo>
                    <a:cubicBezTo>
                      <a:pt x="20" y="6"/>
                      <a:pt x="16" y="6"/>
                      <a:pt x="12" y="8"/>
                    </a:cubicBezTo>
                    <a:cubicBezTo>
                      <a:pt x="6" y="9"/>
                      <a:pt x="3" y="13"/>
                      <a:pt x="0" y="1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62" name="Freeform 634">
                <a:extLst>
                  <a:ext uri="{FF2B5EF4-FFF2-40B4-BE49-F238E27FC236}">
                    <a16:creationId xmlns:a16="http://schemas.microsoft.com/office/drawing/2014/main" id="{F6F23E7B-9071-4A69-9B22-1218C9141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100"/>
                <a:ext cx="43" cy="57"/>
              </a:xfrm>
              <a:custGeom>
                <a:avLst/>
                <a:gdLst>
                  <a:gd name="T0" fmla="*/ 296 w 25"/>
                  <a:gd name="T1" fmla="*/ 0 h 31"/>
                  <a:gd name="T2" fmla="*/ 296 w 25"/>
                  <a:gd name="T3" fmla="*/ 379 h 31"/>
                  <a:gd name="T4" fmla="*/ 15 w 25"/>
                  <a:gd name="T5" fmla="*/ 601 h 31"/>
                  <a:gd name="T6" fmla="*/ 184 w 25"/>
                  <a:gd name="T7" fmla="*/ 327 h 31"/>
                  <a:gd name="T8" fmla="*/ 316 w 25"/>
                  <a:gd name="T9" fmla="*/ 4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20" y="0"/>
                    </a:moveTo>
                    <a:cubicBezTo>
                      <a:pt x="23" y="6"/>
                      <a:pt x="25" y="10"/>
                      <a:pt x="20" y="18"/>
                    </a:cubicBezTo>
                    <a:cubicBezTo>
                      <a:pt x="16" y="24"/>
                      <a:pt x="8" y="31"/>
                      <a:pt x="1" y="29"/>
                    </a:cubicBezTo>
                    <a:cubicBezTo>
                      <a:pt x="0" y="23"/>
                      <a:pt x="9" y="20"/>
                      <a:pt x="12" y="16"/>
                    </a:cubicBezTo>
                    <a:cubicBezTo>
                      <a:pt x="16" y="12"/>
                      <a:pt x="18" y="5"/>
                      <a:pt x="21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63" name="Freeform 635">
                <a:extLst>
                  <a:ext uri="{FF2B5EF4-FFF2-40B4-BE49-F238E27FC236}">
                    <a16:creationId xmlns:a16="http://schemas.microsoft.com/office/drawing/2014/main" id="{0C33E368-2166-4C07-8F53-ADCF99545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065"/>
                <a:ext cx="48" cy="25"/>
              </a:xfrm>
              <a:custGeom>
                <a:avLst/>
                <a:gdLst>
                  <a:gd name="T0" fmla="*/ 0 w 28"/>
                  <a:gd name="T1" fmla="*/ 182 h 14"/>
                  <a:gd name="T2" fmla="*/ 291 w 28"/>
                  <a:gd name="T3" fmla="*/ 0 h 14"/>
                  <a:gd name="T4" fmla="*/ 77 w 28"/>
                  <a:gd name="T5" fmla="*/ 14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0"/>
                    </a:moveTo>
                    <a:cubicBezTo>
                      <a:pt x="7" y="14"/>
                      <a:pt x="28" y="13"/>
                      <a:pt x="20" y="0"/>
                    </a:cubicBezTo>
                    <a:cubicBezTo>
                      <a:pt x="14" y="7"/>
                      <a:pt x="11" y="5"/>
                      <a:pt x="5" y="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64" name="Freeform 636">
                <a:extLst>
                  <a:ext uri="{FF2B5EF4-FFF2-40B4-BE49-F238E27FC236}">
                    <a16:creationId xmlns:a16="http://schemas.microsoft.com/office/drawing/2014/main" id="{077171F0-EE41-4B65-989F-D2C74F41F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885"/>
                <a:ext cx="38" cy="34"/>
              </a:xfrm>
              <a:custGeom>
                <a:avLst/>
                <a:gdLst>
                  <a:gd name="T0" fmla="*/ 257 w 22"/>
                  <a:gd name="T1" fmla="*/ 0 h 18"/>
                  <a:gd name="T2" fmla="*/ 169 w 22"/>
                  <a:gd name="T3" fmla="*/ 357 h 18"/>
                  <a:gd name="T4" fmla="*/ 233 w 22"/>
                  <a:gd name="T5" fmla="*/ 7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0"/>
                    </a:moveTo>
                    <a:cubicBezTo>
                      <a:pt x="20" y="6"/>
                      <a:pt x="22" y="18"/>
                      <a:pt x="11" y="15"/>
                    </a:cubicBezTo>
                    <a:cubicBezTo>
                      <a:pt x="0" y="12"/>
                      <a:pt x="14" y="8"/>
                      <a:pt x="15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65" name="Freeform 637">
                <a:extLst>
                  <a:ext uri="{FF2B5EF4-FFF2-40B4-BE49-F238E27FC236}">
                    <a16:creationId xmlns:a16="http://schemas.microsoft.com/office/drawing/2014/main" id="{E9CEBD5A-EEAC-4171-925D-0D390CE01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922"/>
                <a:ext cx="31" cy="43"/>
              </a:xfrm>
              <a:custGeom>
                <a:avLst/>
                <a:gdLst>
                  <a:gd name="T0" fmla="*/ 148 w 18"/>
                  <a:gd name="T1" fmla="*/ 0 h 23"/>
                  <a:gd name="T2" fmla="*/ 0 w 18"/>
                  <a:gd name="T3" fmla="*/ 294 h 23"/>
                  <a:gd name="T4" fmla="*/ 143 w 18"/>
                  <a:gd name="T5" fmla="*/ 2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10" y="0"/>
                    </a:moveTo>
                    <a:cubicBezTo>
                      <a:pt x="18" y="7"/>
                      <a:pt x="9" y="23"/>
                      <a:pt x="0" y="13"/>
                    </a:cubicBezTo>
                    <a:cubicBezTo>
                      <a:pt x="5" y="10"/>
                      <a:pt x="9" y="8"/>
                      <a:pt x="9" y="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66" name="Freeform 638">
                <a:extLst>
                  <a:ext uri="{FF2B5EF4-FFF2-40B4-BE49-F238E27FC236}">
                    <a16:creationId xmlns:a16="http://schemas.microsoft.com/office/drawing/2014/main" id="{36AC3C16-5C06-4D27-B706-2A9072E77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007"/>
                <a:ext cx="44" cy="24"/>
              </a:xfrm>
              <a:custGeom>
                <a:avLst/>
                <a:gdLst>
                  <a:gd name="T0" fmla="*/ 0 w 25"/>
                  <a:gd name="T1" fmla="*/ 233 h 13"/>
                  <a:gd name="T2" fmla="*/ 380 w 25"/>
                  <a:gd name="T3" fmla="*/ 24 h 13"/>
                  <a:gd name="T4" fmla="*/ 306 w 25"/>
                  <a:gd name="T5" fmla="*/ 24 h 13"/>
                  <a:gd name="T6" fmla="*/ 49 w 25"/>
                  <a:gd name="T7" fmla="*/ 23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0" y="11"/>
                    </a:moveTo>
                    <a:cubicBezTo>
                      <a:pt x="6" y="13"/>
                      <a:pt x="25" y="10"/>
                      <a:pt x="23" y="1"/>
                    </a:cubicBezTo>
                    <a:cubicBezTo>
                      <a:pt x="22" y="0"/>
                      <a:pt x="19" y="0"/>
                      <a:pt x="18" y="1"/>
                    </a:cubicBezTo>
                    <a:cubicBezTo>
                      <a:pt x="16" y="8"/>
                      <a:pt x="10" y="11"/>
                      <a:pt x="3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67" name="Freeform 639">
                <a:extLst>
                  <a:ext uri="{FF2B5EF4-FFF2-40B4-BE49-F238E27FC236}">
                    <a16:creationId xmlns:a16="http://schemas.microsoft.com/office/drawing/2014/main" id="{055E9534-7FF1-4633-B0F4-924E16BD0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874"/>
                <a:ext cx="13" cy="15"/>
              </a:xfrm>
              <a:custGeom>
                <a:avLst/>
                <a:gdLst>
                  <a:gd name="T0" fmla="*/ 68 w 8"/>
                  <a:gd name="T1" fmla="*/ 0 h 8"/>
                  <a:gd name="T2" fmla="*/ 76 w 8"/>
                  <a:gd name="T3" fmla="*/ 186 h 8"/>
                  <a:gd name="T4" fmla="*/ 55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8" y="3"/>
                      <a:pt x="8" y="6"/>
                      <a:pt x="7" y="8"/>
                    </a:cubicBezTo>
                    <a:cubicBezTo>
                      <a:pt x="2" y="8"/>
                      <a:pt x="0" y="3"/>
                      <a:pt x="5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097" name="Group 640">
              <a:extLst>
                <a:ext uri="{FF2B5EF4-FFF2-40B4-BE49-F238E27FC236}">
                  <a16:creationId xmlns:a16="http://schemas.microsoft.com/office/drawing/2014/main" id="{6C8F704E-2E6A-45D1-A365-FF241AC809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8" y="1117"/>
              <a:ext cx="1325" cy="2154"/>
              <a:chOff x="2218" y="1117"/>
              <a:chExt cx="1325" cy="2154"/>
            </a:xfrm>
          </p:grpSpPr>
          <p:sp>
            <p:nvSpPr>
              <p:cNvPr id="24168" name="Freeform 641">
                <a:extLst>
                  <a:ext uri="{FF2B5EF4-FFF2-40B4-BE49-F238E27FC236}">
                    <a16:creationId xmlns:a16="http://schemas.microsoft.com/office/drawing/2014/main" id="{4833545E-AA04-421C-A2FC-437033292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3107"/>
                <a:ext cx="40" cy="24"/>
              </a:xfrm>
              <a:custGeom>
                <a:avLst/>
                <a:gdLst>
                  <a:gd name="T0" fmla="*/ 320 w 23"/>
                  <a:gd name="T1" fmla="*/ 0 h 13"/>
                  <a:gd name="T2" fmla="*/ 0 w 23"/>
                  <a:gd name="T3" fmla="*/ 150 h 13"/>
                  <a:gd name="T4" fmla="*/ 273 w 23"/>
                  <a:gd name="T5" fmla="*/ 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20" y="0"/>
                    </a:moveTo>
                    <a:cubicBezTo>
                      <a:pt x="23" y="12"/>
                      <a:pt x="4" y="13"/>
                      <a:pt x="0" y="7"/>
                    </a:cubicBezTo>
                    <a:cubicBezTo>
                      <a:pt x="5" y="7"/>
                      <a:pt x="16" y="9"/>
                      <a:pt x="17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" name="Freeform 642">
                <a:extLst>
                  <a:ext uri="{FF2B5EF4-FFF2-40B4-BE49-F238E27FC236}">
                    <a16:creationId xmlns:a16="http://schemas.microsoft.com/office/drawing/2014/main" id="{CC255D2D-1CA1-4211-836A-6DE3AEC7A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3216"/>
                <a:ext cx="69" cy="46"/>
              </a:xfrm>
              <a:custGeom>
                <a:avLst/>
                <a:gdLst>
                  <a:gd name="T0" fmla="*/ 340 w 40"/>
                  <a:gd name="T1" fmla="*/ 0 h 25"/>
                  <a:gd name="T2" fmla="*/ 0 w 40"/>
                  <a:gd name="T3" fmla="*/ 274 h 25"/>
                  <a:gd name="T4" fmla="*/ 340 w 40"/>
                  <a:gd name="T5" fmla="*/ 6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2" y="0"/>
                    </a:moveTo>
                    <a:cubicBezTo>
                      <a:pt x="40" y="12"/>
                      <a:pt x="6" y="25"/>
                      <a:pt x="0" y="13"/>
                    </a:cubicBezTo>
                    <a:cubicBezTo>
                      <a:pt x="6" y="13"/>
                      <a:pt x="26" y="13"/>
                      <a:pt x="22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" name="Freeform 643">
                <a:extLst>
                  <a:ext uri="{FF2B5EF4-FFF2-40B4-BE49-F238E27FC236}">
                    <a16:creationId xmlns:a16="http://schemas.microsoft.com/office/drawing/2014/main" id="{A2E5A011-5437-48E3-B2EB-0FA314A85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3140"/>
                <a:ext cx="28" cy="30"/>
              </a:xfrm>
              <a:custGeom>
                <a:avLst/>
                <a:gdLst>
                  <a:gd name="T0" fmla="*/ 200 w 16"/>
                  <a:gd name="T1" fmla="*/ 53 h 16"/>
                  <a:gd name="T2" fmla="*/ 0 w 16"/>
                  <a:gd name="T3" fmla="*/ 212 h 16"/>
                  <a:gd name="T4" fmla="*/ 236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2" y="2"/>
                    </a:moveTo>
                    <a:cubicBezTo>
                      <a:pt x="16" y="12"/>
                      <a:pt x="1" y="16"/>
                      <a:pt x="0" y="9"/>
                    </a:cubicBezTo>
                    <a:cubicBezTo>
                      <a:pt x="6" y="7"/>
                      <a:pt x="13" y="6"/>
                      <a:pt x="14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" name="Freeform 644">
                <a:extLst>
                  <a:ext uri="{FF2B5EF4-FFF2-40B4-BE49-F238E27FC236}">
                    <a16:creationId xmlns:a16="http://schemas.microsoft.com/office/drawing/2014/main" id="{764687D1-82C7-4494-BF17-97704CC89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133"/>
                <a:ext cx="48" cy="37"/>
              </a:xfrm>
              <a:custGeom>
                <a:avLst/>
                <a:gdLst>
                  <a:gd name="T0" fmla="*/ 0 w 28"/>
                  <a:gd name="T1" fmla="*/ 178 h 20"/>
                  <a:gd name="T2" fmla="*/ 415 w 28"/>
                  <a:gd name="T3" fmla="*/ 0 h 20"/>
                  <a:gd name="T4" fmla="*/ 231 w 28"/>
                  <a:gd name="T5" fmla="*/ 126 h 20"/>
                  <a:gd name="T6" fmla="*/ 62 w 28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7" y="20"/>
                      <a:pt x="28" y="13"/>
                      <a:pt x="28" y="0"/>
                    </a:cubicBezTo>
                    <a:cubicBezTo>
                      <a:pt x="24" y="1"/>
                      <a:pt x="21" y="5"/>
                      <a:pt x="16" y="6"/>
                    </a:cubicBezTo>
                    <a:cubicBezTo>
                      <a:pt x="12" y="7"/>
                      <a:pt x="7" y="3"/>
                      <a:pt x="4" y="6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" name="Freeform 645">
                <a:extLst>
                  <a:ext uri="{FF2B5EF4-FFF2-40B4-BE49-F238E27FC236}">
                    <a16:creationId xmlns:a16="http://schemas.microsoft.com/office/drawing/2014/main" id="{34D0FFBD-E39A-45D3-97D4-F2C2DB358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3196"/>
                <a:ext cx="44" cy="37"/>
              </a:xfrm>
              <a:custGeom>
                <a:avLst/>
                <a:gdLst>
                  <a:gd name="T0" fmla="*/ 0 w 25"/>
                  <a:gd name="T1" fmla="*/ 194 h 20"/>
                  <a:gd name="T2" fmla="*/ 317 w 25"/>
                  <a:gd name="T3" fmla="*/ 0 h 20"/>
                  <a:gd name="T4" fmla="*/ 49 w 25"/>
                  <a:gd name="T5" fmla="*/ 15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0" y="9"/>
                    </a:moveTo>
                    <a:cubicBezTo>
                      <a:pt x="9" y="20"/>
                      <a:pt x="25" y="13"/>
                      <a:pt x="19" y="0"/>
                    </a:cubicBezTo>
                    <a:cubicBezTo>
                      <a:pt x="13" y="6"/>
                      <a:pt x="13" y="13"/>
                      <a:pt x="3" y="7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" name="Freeform 646">
                <a:extLst>
                  <a:ext uri="{FF2B5EF4-FFF2-40B4-BE49-F238E27FC236}">
                    <a16:creationId xmlns:a16="http://schemas.microsoft.com/office/drawing/2014/main" id="{F09B912A-84E2-4A36-96BD-97EC5C832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155"/>
                <a:ext cx="19" cy="43"/>
              </a:xfrm>
              <a:custGeom>
                <a:avLst/>
                <a:gdLst>
                  <a:gd name="T0" fmla="*/ 0 w 11"/>
                  <a:gd name="T1" fmla="*/ 294 h 23"/>
                  <a:gd name="T2" fmla="*/ 169 w 11"/>
                  <a:gd name="T3" fmla="*/ 45 h 23"/>
                  <a:gd name="T4" fmla="*/ 0 w 11"/>
                  <a:gd name="T5" fmla="*/ 33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0" y="13"/>
                    </a:moveTo>
                    <a:cubicBezTo>
                      <a:pt x="4" y="23"/>
                      <a:pt x="11" y="7"/>
                      <a:pt x="11" y="2"/>
                    </a:cubicBezTo>
                    <a:cubicBezTo>
                      <a:pt x="3" y="0"/>
                      <a:pt x="7" y="13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" name="Freeform 647">
                <a:extLst>
                  <a:ext uri="{FF2B5EF4-FFF2-40B4-BE49-F238E27FC236}">
                    <a16:creationId xmlns:a16="http://schemas.microsoft.com/office/drawing/2014/main" id="{77C30A69-2B58-4D47-A4A4-C43E969C6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872"/>
                <a:ext cx="26" cy="30"/>
              </a:xfrm>
              <a:custGeom>
                <a:avLst/>
                <a:gdLst>
                  <a:gd name="T0" fmla="*/ 0 w 15"/>
                  <a:gd name="T1" fmla="*/ 285 h 16"/>
                  <a:gd name="T2" fmla="*/ 147 w 15"/>
                  <a:gd name="T3" fmla="*/ 0 h 16"/>
                  <a:gd name="T4" fmla="*/ 49 w 15"/>
                  <a:gd name="T5" fmla="*/ 25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12"/>
                    </a:moveTo>
                    <a:cubicBezTo>
                      <a:pt x="7" y="16"/>
                      <a:pt x="15" y="4"/>
                      <a:pt x="9" y="0"/>
                    </a:cubicBezTo>
                    <a:cubicBezTo>
                      <a:pt x="7" y="3"/>
                      <a:pt x="7" y="8"/>
                      <a:pt x="3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" name="Freeform 648">
                <a:extLst>
                  <a:ext uri="{FF2B5EF4-FFF2-40B4-BE49-F238E27FC236}">
                    <a16:creationId xmlns:a16="http://schemas.microsoft.com/office/drawing/2014/main" id="{EAE3902F-D44D-4F02-BD69-E0AA17F56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3209"/>
                <a:ext cx="52" cy="38"/>
              </a:xfrm>
              <a:custGeom>
                <a:avLst/>
                <a:gdLst>
                  <a:gd name="T0" fmla="*/ 0 w 30"/>
                  <a:gd name="T1" fmla="*/ 387 h 21"/>
                  <a:gd name="T2" fmla="*/ 361 w 30"/>
                  <a:gd name="T3" fmla="*/ 43 h 21"/>
                  <a:gd name="T4" fmla="*/ 0 w 30"/>
                  <a:gd name="T5" fmla="*/ 29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0"/>
                    </a:moveTo>
                    <a:cubicBezTo>
                      <a:pt x="7" y="21"/>
                      <a:pt x="30" y="10"/>
                      <a:pt x="23" y="2"/>
                    </a:cubicBezTo>
                    <a:cubicBezTo>
                      <a:pt x="22" y="0"/>
                      <a:pt x="2" y="12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" name="Freeform 649">
                <a:extLst>
                  <a:ext uri="{FF2B5EF4-FFF2-40B4-BE49-F238E27FC236}">
                    <a16:creationId xmlns:a16="http://schemas.microsoft.com/office/drawing/2014/main" id="{E34B2C31-159A-4768-998F-3C6A255DE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214"/>
                <a:ext cx="58" cy="57"/>
              </a:xfrm>
              <a:custGeom>
                <a:avLst/>
                <a:gdLst>
                  <a:gd name="T0" fmla="*/ 0 w 33"/>
                  <a:gd name="T1" fmla="*/ 528 h 31"/>
                  <a:gd name="T2" fmla="*/ 380 w 33"/>
                  <a:gd name="T3" fmla="*/ 423 h 31"/>
                  <a:gd name="T4" fmla="*/ 466 w 33"/>
                  <a:gd name="T5" fmla="*/ 0 h 31"/>
                  <a:gd name="T6" fmla="*/ 250 w 33"/>
                  <a:gd name="T7" fmla="*/ 327 h 31"/>
                  <a:gd name="T8" fmla="*/ 0 w 33"/>
                  <a:gd name="T9" fmla="*/ 46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1">
                    <a:moveTo>
                      <a:pt x="0" y="25"/>
                    </a:moveTo>
                    <a:cubicBezTo>
                      <a:pt x="9" y="22"/>
                      <a:pt x="15" y="31"/>
                      <a:pt x="23" y="20"/>
                    </a:cubicBezTo>
                    <a:cubicBezTo>
                      <a:pt x="26" y="17"/>
                      <a:pt x="33" y="3"/>
                      <a:pt x="28" y="0"/>
                    </a:cubicBezTo>
                    <a:cubicBezTo>
                      <a:pt x="23" y="5"/>
                      <a:pt x="20" y="11"/>
                      <a:pt x="15" y="16"/>
                    </a:cubicBezTo>
                    <a:cubicBezTo>
                      <a:pt x="11" y="20"/>
                      <a:pt x="6" y="21"/>
                      <a:pt x="0" y="2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" name="Freeform 650">
                <a:extLst>
                  <a:ext uri="{FF2B5EF4-FFF2-40B4-BE49-F238E27FC236}">
                    <a16:creationId xmlns:a16="http://schemas.microsoft.com/office/drawing/2014/main" id="{ED39F7FB-D1AD-4946-8351-75CD4D105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433"/>
                <a:ext cx="1244" cy="526"/>
              </a:xfrm>
              <a:custGeom>
                <a:avLst/>
                <a:gdLst>
                  <a:gd name="T0" fmla="*/ 16 w 718"/>
                  <a:gd name="T1" fmla="*/ 1414 h 285"/>
                  <a:gd name="T2" fmla="*/ 16 w 718"/>
                  <a:gd name="T3" fmla="*/ 3553 h 285"/>
                  <a:gd name="T4" fmla="*/ 234 w 718"/>
                  <a:gd name="T5" fmla="*/ 5443 h 285"/>
                  <a:gd name="T6" fmla="*/ 2732 w 718"/>
                  <a:gd name="T7" fmla="*/ 3771 h 285"/>
                  <a:gd name="T8" fmla="*/ 6388 w 718"/>
                  <a:gd name="T9" fmla="*/ 3117 h 285"/>
                  <a:gd name="T10" fmla="*/ 7973 w 718"/>
                  <a:gd name="T11" fmla="*/ 3294 h 285"/>
                  <a:gd name="T12" fmla="*/ 9351 w 718"/>
                  <a:gd name="T13" fmla="*/ 2425 h 285"/>
                  <a:gd name="T14" fmla="*/ 10825 w 718"/>
                  <a:gd name="T15" fmla="*/ 347 h 285"/>
                  <a:gd name="T16" fmla="*/ 9657 w 718"/>
                  <a:gd name="T17" fmla="*/ 559 h 285"/>
                  <a:gd name="T18" fmla="*/ 7994 w 718"/>
                  <a:gd name="T19" fmla="*/ 879 h 285"/>
                  <a:gd name="T20" fmla="*/ 6310 w 718"/>
                  <a:gd name="T21" fmla="*/ 1441 h 285"/>
                  <a:gd name="T22" fmla="*/ 4266 w 718"/>
                  <a:gd name="T23" fmla="*/ 2143 h 285"/>
                  <a:gd name="T24" fmla="*/ 2299 w 718"/>
                  <a:gd name="T25" fmla="*/ 2224 h 285"/>
                  <a:gd name="T26" fmla="*/ 1216 w 718"/>
                  <a:gd name="T27" fmla="*/ 1567 h 285"/>
                  <a:gd name="T28" fmla="*/ 85 w 718"/>
                  <a:gd name="T29" fmla="*/ 1414 h 2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18" h="285">
                    <a:moveTo>
                      <a:pt x="1" y="66"/>
                    </a:moveTo>
                    <a:cubicBezTo>
                      <a:pt x="1" y="99"/>
                      <a:pt x="1" y="132"/>
                      <a:pt x="1" y="166"/>
                    </a:cubicBezTo>
                    <a:cubicBezTo>
                      <a:pt x="1" y="186"/>
                      <a:pt x="0" y="239"/>
                      <a:pt x="15" y="254"/>
                    </a:cubicBezTo>
                    <a:cubicBezTo>
                      <a:pt x="46" y="285"/>
                      <a:pt x="144" y="191"/>
                      <a:pt x="175" y="176"/>
                    </a:cubicBezTo>
                    <a:cubicBezTo>
                      <a:pt x="246" y="139"/>
                      <a:pt x="331" y="133"/>
                      <a:pt x="409" y="146"/>
                    </a:cubicBezTo>
                    <a:cubicBezTo>
                      <a:pt x="446" y="152"/>
                      <a:pt x="473" y="161"/>
                      <a:pt x="511" y="154"/>
                    </a:cubicBezTo>
                    <a:cubicBezTo>
                      <a:pt x="542" y="148"/>
                      <a:pt x="576" y="135"/>
                      <a:pt x="599" y="113"/>
                    </a:cubicBezTo>
                    <a:cubicBezTo>
                      <a:pt x="613" y="100"/>
                      <a:pt x="718" y="48"/>
                      <a:pt x="693" y="16"/>
                    </a:cubicBezTo>
                    <a:cubicBezTo>
                      <a:pt x="681" y="0"/>
                      <a:pt x="635" y="24"/>
                      <a:pt x="619" y="26"/>
                    </a:cubicBezTo>
                    <a:cubicBezTo>
                      <a:pt x="583" y="29"/>
                      <a:pt x="547" y="33"/>
                      <a:pt x="512" y="41"/>
                    </a:cubicBezTo>
                    <a:cubicBezTo>
                      <a:pt x="475" y="49"/>
                      <a:pt x="441" y="55"/>
                      <a:pt x="404" y="67"/>
                    </a:cubicBezTo>
                    <a:cubicBezTo>
                      <a:pt x="361" y="82"/>
                      <a:pt x="319" y="94"/>
                      <a:pt x="273" y="100"/>
                    </a:cubicBezTo>
                    <a:cubicBezTo>
                      <a:pt x="232" y="105"/>
                      <a:pt x="188" y="110"/>
                      <a:pt x="147" y="104"/>
                    </a:cubicBezTo>
                    <a:cubicBezTo>
                      <a:pt x="118" y="99"/>
                      <a:pt x="103" y="85"/>
                      <a:pt x="78" y="73"/>
                    </a:cubicBezTo>
                    <a:cubicBezTo>
                      <a:pt x="60" y="64"/>
                      <a:pt x="20" y="55"/>
                      <a:pt x="5" y="66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" name="Freeform 651">
                <a:extLst>
                  <a:ext uri="{FF2B5EF4-FFF2-40B4-BE49-F238E27FC236}">
                    <a16:creationId xmlns:a16="http://schemas.microsoft.com/office/drawing/2014/main" id="{9DE9AD11-B211-4BFF-AA31-871D96E5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608"/>
                <a:ext cx="300" cy="233"/>
              </a:xfrm>
              <a:custGeom>
                <a:avLst/>
                <a:gdLst>
                  <a:gd name="T0" fmla="*/ 2650 w 173"/>
                  <a:gd name="T1" fmla="*/ 632 h 126"/>
                  <a:gd name="T2" fmla="*/ 860 w 173"/>
                  <a:gd name="T3" fmla="*/ 386 h 126"/>
                  <a:gd name="T4" fmla="*/ 208 w 173"/>
                  <a:gd name="T5" fmla="*/ 277 h 126"/>
                  <a:gd name="T6" fmla="*/ 85 w 173"/>
                  <a:gd name="T7" fmla="*/ 1651 h 126"/>
                  <a:gd name="T8" fmla="*/ 343 w 173"/>
                  <a:gd name="T9" fmla="*/ 2702 h 126"/>
                  <a:gd name="T10" fmla="*/ 1365 w 173"/>
                  <a:gd name="T11" fmla="*/ 1662 h 126"/>
                  <a:gd name="T12" fmla="*/ 2686 w 173"/>
                  <a:gd name="T13" fmla="*/ 664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126">
                    <a:moveTo>
                      <a:pt x="169" y="29"/>
                    </a:moveTo>
                    <a:cubicBezTo>
                      <a:pt x="128" y="29"/>
                      <a:pt x="93" y="30"/>
                      <a:pt x="55" y="18"/>
                    </a:cubicBezTo>
                    <a:cubicBezTo>
                      <a:pt x="40" y="13"/>
                      <a:pt x="26" y="0"/>
                      <a:pt x="13" y="13"/>
                    </a:cubicBezTo>
                    <a:cubicBezTo>
                      <a:pt x="0" y="27"/>
                      <a:pt x="5" y="59"/>
                      <a:pt x="5" y="76"/>
                    </a:cubicBezTo>
                    <a:cubicBezTo>
                      <a:pt x="5" y="91"/>
                      <a:pt x="2" y="124"/>
                      <a:pt x="22" y="125"/>
                    </a:cubicBezTo>
                    <a:cubicBezTo>
                      <a:pt x="44" y="126"/>
                      <a:pt x="71" y="89"/>
                      <a:pt x="87" y="77"/>
                    </a:cubicBezTo>
                    <a:cubicBezTo>
                      <a:pt x="102" y="65"/>
                      <a:pt x="173" y="51"/>
                      <a:pt x="171" y="31"/>
                    </a:cubicBezTo>
                  </a:path>
                </a:pathLst>
              </a:custGeom>
              <a:solidFill>
                <a:srgbClr val="ED8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" name="Freeform 652">
                <a:extLst>
                  <a:ext uri="{FF2B5EF4-FFF2-40B4-BE49-F238E27FC236}">
                    <a16:creationId xmlns:a16="http://schemas.microsoft.com/office/drawing/2014/main" id="{234ABFB3-6A8A-490C-8A4C-A5297E217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505"/>
                <a:ext cx="482" cy="164"/>
              </a:xfrm>
              <a:custGeom>
                <a:avLst/>
                <a:gdLst>
                  <a:gd name="T0" fmla="*/ 4355 w 278"/>
                  <a:gd name="T1" fmla="*/ 68 h 89"/>
                  <a:gd name="T2" fmla="*/ 3261 w 278"/>
                  <a:gd name="T3" fmla="*/ 326 h 89"/>
                  <a:gd name="T4" fmla="*/ 1970 w 278"/>
                  <a:gd name="T5" fmla="*/ 533 h 89"/>
                  <a:gd name="T6" fmla="*/ 922 w 278"/>
                  <a:gd name="T7" fmla="*/ 1002 h 89"/>
                  <a:gd name="T8" fmla="*/ 283 w 278"/>
                  <a:gd name="T9" fmla="*/ 1559 h 89"/>
                  <a:gd name="T10" fmla="*/ 1021 w 278"/>
                  <a:gd name="T11" fmla="*/ 1640 h 89"/>
                  <a:gd name="T12" fmla="*/ 1789 w 278"/>
                  <a:gd name="T13" fmla="*/ 1821 h 89"/>
                  <a:gd name="T14" fmla="*/ 2970 w 278"/>
                  <a:gd name="T15" fmla="*/ 1410 h 89"/>
                  <a:gd name="T16" fmla="*/ 4227 w 278"/>
                  <a:gd name="T17" fmla="*/ 24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89">
                    <a:moveTo>
                      <a:pt x="278" y="3"/>
                    </a:moveTo>
                    <a:cubicBezTo>
                      <a:pt x="257" y="0"/>
                      <a:pt x="229" y="12"/>
                      <a:pt x="208" y="15"/>
                    </a:cubicBezTo>
                    <a:cubicBezTo>
                      <a:pt x="181" y="19"/>
                      <a:pt x="153" y="21"/>
                      <a:pt x="126" y="25"/>
                    </a:cubicBezTo>
                    <a:cubicBezTo>
                      <a:pt x="101" y="28"/>
                      <a:pt x="82" y="37"/>
                      <a:pt x="59" y="47"/>
                    </a:cubicBezTo>
                    <a:cubicBezTo>
                      <a:pt x="47" y="52"/>
                      <a:pt x="0" y="58"/>
                      <a:pt x="18" y="73"/>
                    </a:cubicBezTo>
                    <a:cubicBezTo>
                      <a:pt x="28" y="82"/>
                      <a:pt x="53" y="76"/>
                      <a:pt x="65" y="77"/>
                    </a:cubicBezTo>
                    <a:cubicBezTo>
                      <a:pt x="82" y="78"/>
                      <a:pt x="97" y="84"/>
                      <a:pt x="114" y="86"/>
                    </a:cubicBezTo>
                    <a:cubicBezTo>
                      <a:pt x="140" y="89"/>
                      <a:pt x="167" y="79"/>
                      <a:pt x="190" y="66"/>
                    </a:cubicBezTo>
                    <a:cubicBezTo>
                      <a:pt x="203" y="58"/>
                      <a:pt x="275" y="12"/>
                      <a:pt x="270" y="1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" name="Freeform 653">
                <a:extLst>
                  <a:ext uri="{FF2B5EF4-FFF2-40B4-BE49-F238E27FC236}">
                    <a16:creationId xmlns:a16="http://schemas.microsoft.com/office/drawing/2014/main" id="{D7FC83C1-D0FC-43E3-8F20-C87464230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71"/>
                <a:ext cx="154" cy="128"/>
              </a:xfrm>
              <a:custGeom>
                <a:avLst/>
                <a:gdLst>
                  <a:gd name="T0" fmla="*/ 1182 w 89"/>
                  <a:gd name="T1" fmla="*/ 69 h 69"/>
                  <a:gd name="T2" fmla="*/ 787 w 89"/>
                  <a:gd name="T3" fmla="*/ 237 h 69"/>
                  <a:gd name="T4" fmla="*/ 405 w 89"/>
                  <a:gd name="T5" fmla="*/ 237 h 69"/>
                  <a:gd name="T6" fmla="*/ 171 w 89"/>
                  <a:gd name="T7" fmla="*/ 1135 h 69"/>
                  <a:gd name="T8" fmla="*/ 824 w 89"/>
                  <a:gd name="T9" fmla="*/ 640 h 69"/>
                  <a:gd name="T10" fmla="*/ 1377 w 89"/>
                  <a:gd name="T11" fmla="*/ 154 h 69"/>
                  <a:gd name="T12" fmla="*/ 1120 w 89"/>
                  <a:gd name="T13" fmla="*/ 69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9">
                    <a:moveTo>
                      <a:pt x="76" y="3"/>
                    </a:moveTo>
                    <a:cubicBezTo>
                      <a:pt x="67" y="5"/>
                      <a:pt x="60" y="9"/>
                      <a:pt x="51" y="11"/>
                    </a:cubicBezTo>
                    <a:cubicBezTo>
                      <a:pt x="43" y="13"/>
                      <a:pt x="34" y="10"/>
                      <a:pt x="26" y="11"/>
                    </a:cubicBezTo>
                    <a:cubicBezTo>
                      <a:pt x="12" y="14"/>
                      <a:pt x="0" y="37"/>
                      <a:pt x="11" y="52"/>
                    </a:cubicBezTo>
                    <a:cubicBezTo>
                      <a:pt x="23" y="69"/>
                      <a:pt x="42" y="37"/>
                      <a:pt x="53" y="29"/>
                    </a:cubicBezTo>
                    <a:cubicBezTo>
                      <a:pt x="65" y="22"/>
                      <a:pt x="82" y="19"/>
                      <a:pt x="89" y="7"/>
                    </a:cubicBezTo>
                    <a:cubicBezTo>
                      <a:pt x="86" y="0"/>
                      <a:pt x="79" y="2"/>
                      <a:pt x="72" y="3"/>
                    </a:cubicBezTo>
                  </a:path>
                </a:pathLst>
              </a:custGeom>
              <a:solidFill>
                <a:srgbClr val="EE8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" name="Freeform 654">
                <a:extLst>
                  <a:ext uri="{FF2B5EF4-FFF2-40B4-BE49-F238E27FC236}">
                    <a16:creationId xmlns:a16="http://schemas.microsoft.com/office/drawing/2014/main" id="{BED32135-019C-4698-A8E6-0542DC697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555"/>
                <a:ext cx="192" cy="92"/>
              </a:xfrm>
              <a:custGeom>
                <a:avLst/>
                <a:gdLst>
                  <a:gd name="T0" fmla="*/ 1595 w 111"/>
                  <a:gd name="T1" fmla="*/ 68 h 50"/>
                  <a:gd name="T2" fmla="*/ 746 w 111"/>
                  <a:gd name="T3" fmla="*/ 399 h 50"/>
                  <a:gd name="T4" fmla="*/ 185 w 111"/>
                  <a:gd name="T5" fmla="*/ 734 h 50"/>
                  <a:gd name="T6" fmla="*/ 1290 w 111"/>
                  <a:gd name="T7" fmla="*/ 802 h 50"/>
                  <a:gd name="T8" fmla="*/ 1693 w 111"/>
                  <a:gd name="T9" fmla="*/ 125 h 50"/>
                  <a:gd name="T10" fmla="*/ 1522 w 111"/>
                  <a:gd name="T11" fmla="*/ 81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0">
                    <a:moveTo>
                      <a:pt x="103" y="3"/>
                    </a:moveTo>
                    <a:cubicBezTo>
                      <a:pt x="84" y="0"/>
                      <a:pt x="67" y="15"/>
                      <a:pt x="48" y="19"/>
                    </a:cubicBezTo>
                    <a:cubicBezTo>
                      <a:pt x="39" y="21"/>
                      <a:pt x="0" y="17"/>
                      <a:pt x="12" y="35"/>
                    </a:cubicBezTo>
                    <a:cubicBezTo>
                      <a:pt x="23" y="50"/>
                      <a:pt x="69" y="43"/>
                      <a:pt x="83" y="38"/>
                    </a:cubicBezTo>
                    <a:cubicBezTo>
                      <a:pt x="95" y="33"/>
                      <a:pt x="111" y="21"/>
                      <a:pt x="109" y="6"/>
                    </a:cubicBezTo>
                    <a:cubicBezTo>
                      <a:pt x="105" y="6"/>
                      <a:pt x="101" y="4"/>
                      <a:pt x="98" y="4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" name="Freeform 655">
                <a:extLst>
                  <a:ext uri="{FF2B5EF4-FFF2-40B4-BE49-F238E27FC236}">
                    <a16:creationId xmlns:a16="http://schemas.microsoft.com/office/drawing/2014/main" id="{F2C14321-9CDC-4A51-99F2-E87BA1C63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606"/>
                <a:ext cx="1319" cy="331"/>
              </a:xfrm>
              <a:custGeom>
                <a:avLst/>
                <a:gdLst>
                  <a:gd name="T0" fmla="*/ 0 w 762"/>
                  <a:gd name="T1" fmla="*/ 3870 h 179"/>
                  <a:gd name="T2" fmla="*/ 3278 w 762"/>
                  <a:gd name="T3" fmla="*/ 1860 h 179"/>
                  <a:gd name="T4" fmla="*/ 7145 w 762"/>
                  <a:gd name="T5" fmla="*/ 1296 h 179"/>
                  <a:gd name="T6" fmla="*/ 10195 w 762"/>
                  <a:gd name="T7" fmla="*/ 910 h 179"/>
                  <a:gd name="T8" fmla="*/ 11842 w 762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2" h="179">
                    <a:moveTo>
                      <a:pt x="0" y="179"/>
                    </a:moveTo>
                    <a:cubicBezTo>
                      <a:pt x="0" y="179"/>
                      <a:pt x="167" y="111"/>
                      <a:pt x="211" y="86"/>
                    </a:cubicBezTo>
                    <a:cubicBezTo>
                      <a:pt x="255" y="61"/>
                      <a:pt x="348" y="26"/>
                      <a:pt x="460" y="60"/>
                    </a:cubicBezTo>
                    <a:cubicBezTo>
                      <a:pt x="572" y="94"/>
                      <a:pt x="615" y="61"/>
                      <a:pt x="656" y="42"/>
                    </a:cubicBezTo>
                    <a:cubicBezTo>
                      <a:pt x="697" y="23"/>
                      <a:pt x="746" y="0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" name="Freeform 656">
                <a:extLst>
                  <a:ext uri="{FF2B5EF4-FFF2-40B4-BE49-F238E27FC236}">
                    <a16:creationId xmlns:a16="http://schemas.microsoft.com/office/drawing/2014/main" id="{C29C115A-DD9A-4EAE-8F14-9F9A782AE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582"/>
                <a:ext cx="928" cy="169"/>
              </a:xfrm>
              <a:custGeom>
                <a:avLst/>
                <a:gdLst>
                  <a:gd name="T0" fmla="*/ 8340 w 536"/>
                  <a:gd name="T1" fmla="*/ 0 h 91"/>
                  <a:gd name="T2" fmla="*/ 6981 w 536"/>
                  <a:gd name="T3" fmla="*/ 724 h 91"/>
                  <a:gd name="T4" fmla="*/ 3451 w 536"/>
                  <a:gd name="T5" fmla="*/ 1127 h 91"/>
                  <a:gd name="T6" fmla="*/ 0 w 536"/>
                  <a:gd name="T7" fmla="*/ 2011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6" h="91">
                    <a:moveTo>
                      <a:pt x="536" y="0"/>
                    </a:moveTo>
                    <a:cubicBezTo>
                      <a:pt x="536" y="0"/>
                      <a:pt x="475" y="25"/>
                      <a:pt x="449" y="33"/>
                    </a:cubicBezTo>
                    <a:cubicBezTo>
                      <a:pt x="423" y="42"/>
                      <a:pt x="338" y="73"/>
                      <a:pt x="222" y="51"/>
                    </a:cubicBezTo>
                    <a:cubicBezTo>
                      <a:pt x="193" y="46"/>
                      <a:pt x="70" y="48"/>
                      <a:pt x="0" y="91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" name="Freeform 657">
                <a:extLst>
                  <a:ext uri="{FF2B5EF4-FFF2-40B4-BE49-F238E27FC236}">
                    <a16:creationId xmlns:a16="http://schemas.microsoft.com/office/drawing/2014/main" id="{E878756A-9FB8-4916-B919-6B2B7BC84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66"/>
                <a:ext cx="1320" cy="305"/>
              </a:xfrm>
              <a:custGeom>
                <a:avLst/>
                <a:gdLst>
                  <a:gd name="T0" fmla="*/ 11889 w 762"/>
                  <a:gd name="T1" fmla="*/ 0 h 165"/>
                  <a:gd name="T2" fmla="*/ 9003 w 762"/>
                  <a:gd name="T3" fmla="*/ 991 h 165"/>
                  <a:gd name="T4" fmla="*/ 4196 w 762"/>
                  <a:gd name="T5" fmla="*/ 1429 h 165"/>
                  <a:gd name="T6" fmla="*/ 0 w 762"/>
                  <a:gd name="T7" fmla="*/ 3564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65">
                    <a:moveTo>
                      <a:pt x="762" y="0"/>
                    </a:moveTo>
                    <a:cubicBezTo>
                      <a:pt x="762" y="0"/>
                      <a:pt x="677" y="40"/>
                      <a:pt x="577" y="46"/>
                    </a:cubicBezTo>
                    <a:cubicBezTo>
                      <a:pt x="477" y="53"/>
                      <a:pt x="409" y="20"/>
                      <a:pt x="269" y="66"/>
                    </a:cubicBezTo>
                    <a:cubicBezTo>
                      <a:pt x="129" y="111"/>
                      <a:pt x="65" y="154"/>
                      <a:pt x="0" y="165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" name="Freeform 658">
                <a:extLst>
                  <a:ext uri="{FF2B5EF4-FFF2-40B4-BE49-F238E27FC236}">
                    <a16:creationId xmlns:a16="http://schemas.microsoft.com/office/drawing/2014/main" id="{D2116520-B005-4077-8B6B-EBDEFF08E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40"/>
                <a:ext cx="1320" cy="273"/>
              </a:xfrm>
              <a:custGeom>
                <a:avLst/>
                <a:gdLst>
                  <a:gd name="T0" fmla="*/ 0 w 762"/>
                  <a:gd name="T1" fmla="*/ 3163 h 148"/>
                  <a:gd name="T2" fmla="*/ 2647 w 762"/>
                  <a:gd name="T3" fmla="*/ 1946 h 148"/>
                  <a:gd name="T4" fmla="*/ 5971 w 762"/>
                  <a:gd name="T5" fmla="*/ 878 h 148"/>
                  <a:gd name="T6" fmla="*/ 11889 w 762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48">
                    <a:moveTo>
                      <a:pt x="0" y="148"/>
                    </a:moveTo>
                    <a:cubicBezTo>
                      <a:pt x="0" y="148"/>
                      <a:pt x="146" y="104"/>
                      <a:pt x="170" y="91"/>
                    </a:cubicBezTo>
                    <a:cubicBezTo>
                      <a:pt x="195" y="77"/>
                      <a:pt x="306" y="43"/>
                      <a:pt x="383" y="41"/>
                    </a:cubicBezTo>
                    <a:cubicBezTo>
                      <a:pt x="459" y="40"/>
                      <a:pt x="680" y="55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" name="Freeform 659">
                <a:extLst>
                  <a:ext uri="{FF2B5EF4-FFF2-40B4-BE49-F238E27FC236}">
                    <a16:creationId xmlns:a16="http://schemas.microsoft.com/office/drawing/2014/main" id="{02E6B554-DF86-49CB-9E04-D978BAE10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483"/>
                <a:ext cx="1323" cy="247"/>
              </a:xfrm>
              <a:custGeom>
                <a:avLst/>
                <a:gdLst>
                  <a:gd name="T0" fmla="*/ 11897 w 764"/>
                  <a:gd name="T1" fmla="*/ 0 h 134"/>
                  <a:gd name="T2" fmla="*/ 7962 w 764"/>
                  <a:gd name="T3" fmla="*/ 1064 h 134"/>
                  <a:gd name="T4" fmla="*/ 3110 w 764"/>
                  <a:gd name="T5" fmla="*/ 1974 h 134"/>
                  <a:gd name="T6" fmla="*/ 0 w 764"/>
                  <a:gd name="T7" fmla="*/ 2852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4" h="134">
                    <a:moveTo>
                      <a:pt x="764" y="0"/>
                    </a:moveTo>
                    <a:cubicBezTo>
                      <a:pt x="764" y="0"/>
                      <a:pt x="638" y="42"/>
                      <a:pt x="511" y="50"/>
                    </a:cubicBezTo>
                    <a:cubicBezTo>
                      <a:pt x="385" y="59"/>
                      <a:pt x="277" y="61"/>
                      <a:pt x="200" y="93"/>
                    </a:cubicBezTo>
                    <a:cubicBezTo>
                      <a:pt x="124" y="124"/>
                      <a:pt x="0" y="134"/>
                      <a:pt x="0" y="13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" name="Freeform 660">
                <a:extLst>
                  <a:ext uri="{FF2B5EF4-FFF2-40B4-BE49-F238E27FC236}">
                    <a16:creationId xmlns:a16="http://schemas.microsoft.com/office/drawing/2014/main" id="{D9CA0ABD-468B-4E2A-8C9F-FE27F03C8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86"/>
                <a:ext cx="636" cy="85"/>
              </a:xfrm>
              <a:custGeom>
                <a:avLst/>
                <a:gdLst>
                  <a:gd name="T0" fmla="*/ 0 w 367"/>
                  <a:gd name="T1" fmla="*/ 946 h 46"/>
                  <a:gd name="T2" fmla="*/ 2450 w 367"/>
                  <a:gd name="T3" fmla="*/ 713 h 46"/>
                  <a:gd name="T4" fmla="*/ 5736 w 367"/>
                  <a:gd name="T5" fmla="*/ 8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7" h="46">
                    <a:moveTo>
                      <a:pt x="0" y="44"/>
                    </a:moveTo>
                    <a:cubicBezTo>
                      <a:pt x="0" y="44"/>
                      <a:pt x="95" y="46"/>
                      <a:pt x="157" y="33"/>
                    </a:cubicBezTo>
                    <a:cubicBezTo>
                      <a:pt x="218" y="19"/>
                      <a:pt x="332" y="0"/>
                      <a:pt x="367" y="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" name="Freeform 661">
                <a:extLst>
                  <a:ext uri="{FF2B5EF4-FFF2-40B4-BE49-F238E27FC236}">
                    <a16:creationId xmlns:a16="http://schemas.microsoft.com/office/drawing/2014/main" id="{2D71409D-A6D8-4545-9D44-B8606AE96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355"/>
                <a:ext cx="1322" cy="251"/>
              </a:xfrm>
              <a:custGeom>
                <a:avLst/>
                <a:gdLst>
                  <a:gd name="T0" fmla="*/ 0 w 763"/>
                  <a:gd name="T1" fmla="*/ 2912 h 136"/>
                  <a:gd name="T2" fmla="*/ 3152 w 763"/>
                  <a:gd name="T3" fmla="*/ 2634 h 136"/>
                  <a:gd name="T4" fmla="*/ 6740 w 763"/>
                  <a:gd name="T5" fmla="*/ 2207 h 136"/>
                  <a:gd name="T6" fmla="*/ 11915 w 763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136">
                    <a:moveTo>
                      <a:pt x="0" y="136"/>
                    </a:moveTo>
                    <a:cubicBezTo>
                      <a:pt x="0" y="136"/>
                      <a:pt x="154" y="136"/>
                      <a:pt x="202" y="123"/>
                    </a:cubicBezTo>
                    <a:cubicBezTo>
                      <a:pt x="250" y="111"/>
                      <a:pt x="369" y="110"/>
                      <a:pt x="432" y="103"/>
                    </a:cubicBezTo>
                    <a:cubicBezTo>
                      <a:pt x="495" y="96"/>
                      <a:pt x="719" y="52"/>
                      <a:pt x="763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" name="Freeform 662">
                <a:extLst>
                  <a:ext uri="{FF2B5EF4-FFF2-40B4-BE49-F238E27FC236}">
                    <a16:creationId xmlns:a16="http://schemas.microsoft.com/office/drawing/2014/main" id="{4F811A98-EDF3-4318-A8B5-9939D0869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11"/>
                <a:ext cx="614" cy="136"/>
              </a:xfrm>
              <a:custGeom>
                <a:avLst/>
                <a:gdLst>
                  <a:gd name="T0" fmla="*/ 5495 w 355"/>
                  <a:gd name="T1" fmla="*/ 0 h 74"/>
                  <a:gd name="T2" fmla="*/ 0 w 355"/>
                  <a:gd name="T3" fmla="*/ 1551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5" h="74">
                    <a:moveTo>
                      <a:pt x="355" y="0"/>
                    </a:moveTo>
                    <a:cubicBezTo>
                      <a:pt x="355" y="0"/>
                      <a:pt x="215" y="72"/>
                      <a:pt x="0" y="7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" name="Freeform 663">
                <a:extLst>
                  <a:ext uri="{FF2B5EF4-FFF2-40B4-BE49-F238E27FC236}">
                    <a16:creationId xmlns:a16="http://schemas.microsoft.com/office/drawing/2014/main" id="{C2D78EF6-0CFE-4BF4-8EE2-92DF9DF2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23"/>
                <a:ext cx="549" cy="30"/>
              </a:xfrm>
              <a:custGeom>
                <a:avLst/>
                <a:gdLst>
                  <a:gd name="T0" fmla="*/ 0 w 317"/>
                  <a:gd name="T1" fmla="*/ 369 h 16"/>
                  <a:gd name="T2" fmla="*/ 4939 w 3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7" h="16">
                    <a:moveTo>
                      <a:pt x="0" y="16"/>
                    </a:moveTo>
                    <a:cubicBezTo>
                      <a:pt x="0" y="16"/>
                      <a:pt x="217" y="15"/>
                      <a:pt x="317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" name="Freeform 664">
                <a:extLst>
                  <a:ext uri="{FF2B5EF4-FFF2-40B4-BE49-F238E27FC236}">
                    <a16:creationId xmlns:a16="http://schemas.microsoft.com/office/drawing/2014/main" id="{2C080BAD-3A9C-4FA2-964E-8CCD68FD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190"/>
                <a:ext cx="627" cy="219"/>
              </a:xfrm>
              <a:custGeom>
                <a:avLst/>
                <a:gdLst>
                  <a:gd name="T0" fmla="*/ 0 w 362"/>
                  <a:gd name="T1" fmla="*/ 2514 h 119"/>
                  <a:gd name="T2" fmla="*/ 378 w 362"/>
                  <a:gd name="T3" fmla="*/ 1734 h 119"/>
                  <a:gd name="T4" fmla="*/ 5643 w 362"/>
                  <a:gd name="T5" fmla="*/ 883 h 119"/>
                  <a:gd name="T6" fmla="*/ 0 w 362"/>
                  <a:gd name="T7" fmla="*/ 2514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2" h="119">
                    <a:moveTo>
                      <a:pt x="0" y="119"/>
                    </a:move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2"/>
                      <a:pt x="165" y="0"/>
                      <a:pt x="362" y="42"/>
                    </a:cubicBezTo>
                    <a:cubicBezTo>
                      <a:pt x="362" y="42"/>
                      <a:pt x="114" y="4"/>
                      <a:pt x="0" y="119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" name="Freeform 665">
                <a:extLst>
                  <a:ext uri="{FF2B5EF4-FFF2-40B4-BE49-F238E27FC236}">
                    <a16:creationId xmlns:a16="http://schemas.microsoft.com/office/drawing/2014/main" id="{3BA7B310-B474-4546-9FBC-32745AE9D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446"/>
                <a:ext cx="210" cy="320"/>
              </a:xfrm>
              <a:custGeom>
                <a:avLst/>
                <a:gdLst>
                  <a:gd name="T0" fmla="*/ 901 w 121"/>
                  <a:gd name="T1" fmla="*/ 3157 h 173"/>
                  <a:gd name="T2" fmla="*/ 1729 w 121"/>
                  <a:gd name="T3" fmla="*/ 3640 h 173"/>
                  <a:gd name="T4" fmla="*/ 0 w 121"/>
                  <a:gd name="T5" fmla="*/ 0 h 173"/>
                  <a:gd name="T6" fmla="*/ 901 w 121"/>
                  <a:gd name="T7" fmla="*/ 3157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73">
                    <a:moveTo>
                      <a:pt x="57" y="146"/>
                    </a:moveTo>
                    <a:cubicBezTo>
                      <a:pt x="57" y="146"/>
                      <a:pt x="95" y="157"/>
                      <a:pt x="110" y="1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1" y="173"/>
                      <a:pt x="57" y="146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" name="Freeform 666">
                <a:extLst>
                  <a:ext uri="{FF2B5EF4-FFF2-40B4-BE49-F238E27FC236}">
                    <a16:creationId xmlns:a16="http://schemas.microsoft.com/office/drawing/2014/main" id="{58B7EFDF-4477-4E76-81C4-F6789A55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18"/>
                <a:ext cx="165" cy="257"/>
              </a:xfrm>
              <a:custGeom>
                <a:avLst/>
                <a:gdLst>
                  <a:gd name="T0" fmla="*/ 1502 w 95"/>
                  <a:gd name="T1" fmla="*/ 0 h 139"/>
                  <a:gd name="T2" fmla="*/ 156 w 95"/>
                  <a:gd name="T3" fmla="*/ 2807 h 139"/>
                  <a:gd name="T4" fmla="*/ 1224 w 95"/>
                  <a:gd name="T5" fmla="*/ 2270 h 139"/>
                  <a:gd name="T6" fmla="*/ 1502 w 95"/>
                  <a:gd name="T7" fmla="*/ 0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39">
                    <a:moveTo>
                      <a:pt x="95" y="0"/>
                    </a:moveTo>
                    <a:cubicBezTo>
                      <a:pt x="10" y="130"/>
                      <a:pt x="10" y="130"/>
                      <a:pt x="10" y="130"/>
                    </a:cubicBezTo>
                    <a:cubicBezTo>
                      <a:pt x="10" y="130"/>
                      <a:pt x="61" y="110"/>
                      <a:pt x="78" y="105"/>
                    </a:cubicBezTo>
                    <a:cubicBezTo>
                      <a:pt x="78" y="105"/>
                      <a:pt x="0" y="139"/>
                      <a:pt x="95" y="0"/>
                    </a:cubicBezTo>
                    <a:close/>
                  </a:path>
                </a:pathLst>
              </a:custGeom>
              <a:solidFill>
                <a:srgbClr val="F2D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" name="Freeform 667">
                <a:extLst>
                  <a:ext uri="{FF2B5EF4-FFF2-40B4-BE49-F238E27FC236}">
                    <a16:creationId xmlns:a16="http://schemas.microsoft.com/office/drawing/2014/main" id="{64F8CC89-F45B-4275-AB82-2AF9F39B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856"/>
                <a:ext cx="233" cy="91"/>
              </a:xfrm>
              <a:custGeom>
                <a:avLst/>
                <a:gdLst>
                  <a:gd name="T0" fmla="*/ 48 w 135"/>
                  <a:gd name="T1" fmla="*/ 845 h 49"/>
                  <a:gd name="T2" fmla="*/ 366 w 135"/>
                  <a:gd name="T3" fmla="*/ 84 h 49"/>
                  <a:gd name="T4" fmla="*/ 759 w 135"/>
                  <a:gd name="T5" fmla="*/ 24 h 49"/>
                  <a:gd name="T6" fmla="*/ 1136 w 135"/>
                  <a:gd name="T7" fmla="*/ 110 h 49"/>
                  <a:gd name="T8" fmla="*/ 1502 w 135"/>
                  <a:gd name="T9" fmla="*/ 204 h 49"/>
                  <a:gd name="T10" fmla="*/ 1810 w 135"/>
                  <a:gd name="T11" fmla="*/ 156 h 49"/>
                  <a:gd name="T12" fmla="*/ 2068 w 135"/>
                  <a:gd name="T13" fmla="*/ 442 h 49"/>
                  <a:gd name="T14" fmla="*/ 1624 w 135"/>
                  <a:gd name="T15" fmla="*/ 568 h 49"/>
                  <a:gd name="T16" fmla="*/ 504 w 135"/>
                  <a:gd name="T17" fmla="*/ 724 h 49"/>
                  <a:gd name="T18" fmla="*/ 48 w 135"/>
                  <a:gd name="T19" fmla="*/ 845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49">
                    <a:moveTo>
                      <a:pt x="3" y="38"/>
                    </a:moveTo>
                    <a:cubicBezTo>
                      <a:pt x="0" y="24"/>
                      <a:pt x="11" y="7"/>
                      <a:pt x="24" y="4"/>
                    </a:cubicBezTo>
                    <a:cubicBezTo>
                      <a:pt x="32" y="3"/>
                      <a:pt x="42" y="0"/>
                      <a:pt x="50" y="1"/>
                    </a:cubicBezTo>
                    <a:cubicBezTo>
                      <a:pt x="65" y="2"/>
                      <a:pt x="69" y="6"/>
                      <a:pt x="74" y="5"/>
                    </a:cubicBezTo>
                    <a:cubicBezTo>
                      <a:pt x="82" y="5"/>
                      <a:pt x="90" y="10"/>
                      <a:pt x="98" y="9"/>
                    </a:cubicBezTo>
                    <a:cubicBezTo>
                      <a:pt x="105" y="8"/>
                      <a:pt x="111" y="6"/>
                      <a:pt x="118" y="7"/>
                    </a:cubicBezTo>
                    <a:cubicBezTo>
                      <a:pt x="123" y="9"/>
                      <a:pt x="135" y="13"/>
                      <a:pt x="135" y="20"/>
                    </a:cubicBezTo>
                    <a:cubicBezTo>
                      <a:pt x="134" y="32"/>
                      <a:pt x="113" y="27"/>
                      <a:pt x="106" y="26"/>
                    </a:cubicBezTo>
                    <a:cubicBezTo>
                      <a:pt x="82" y="23"/>
                      <a:pt x="56" y="26"/>
                      <a:pt x="33" y="33"/>
                    </a:cubicBezTo>
                    <a:cubicBezTo>
                      <a:pt x="28" y="35"/>
                      <a:pt x="7" y="49"/>
                      <a:pt x="3" y="38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" name="Freeform 668">
                <a:extLst>
                  <a:ext uri="{FF2B5EF4-FFF2-40B4-BE49-F238E27FC236}">
                    <a16:creationId xmlns:a16="http://schemas.microsoft.com/office/drawing/2014/main" id="{A6A26859-BE1A-4276-B412-05FF79386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890"/>
                <a:ext cx="90" cy="72"/>
              </a:xfrm>
              <a:custGeom>
                <a:avLst/>
                <a:gdLst>
                  <a:gd name="T0" fmla="*/ 788 w 52"/>
                  <a:gd name="T1" fmla="*/ 327 h 39"/>
                  <a:gd name="T2" fmla="*/ 384 w 52"/>
                  <a:gd name="T3" fmla="*/ 68 h 39"/>
                  <a:gd name="T4" fmla="*/ 206 w 52"/>
                  <a:gd name="T5" fmla="*/ 258 h 39"/>
                  <a:gd name="T6" fmla="*/ 48 w 52"/>
                  <a:gd name="T7" fmla="*/ 454 h 39"/>
                  <a:gd name="T8" fmla="*/ 512 w 52"/>
                  <a:gd name="T9" fmla="*/ 580 h 39"/>
                  <a:gd name="T10" fmla="*/ 684 w 52"/>
                  <a:gd name="T11" fmla="*/ 410 h 39"/>
                  <a:gd name="T12" fmla="*/ 808 w 52"/>
                  <a:gd name="T13" fmla="*/ 34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51" y="15"/>
                    </a:moveTo>
                    <a:cubicBezTo>
                      <a:pt x="50" y="4"/>
                      <a:pt x="33" y="0"/>
                      <a:pt x="25" y="3"/>
                    </a:cubicBezTo>
                    <a:cubicBezTo>
                      <a:pt x="21" y="5"/>
                      <a:pt x="17" y="10"/>
                      <a:pt x="13" y="12"/>
                    </a:cubicBezTo>
                    <a:cubicBezTo>
                      <a:pt x="9" y="15"/>
                      <a:pt x="4" y="16"/>
                      <a:pt x="3" y="21"/>
                    </a:cubicBezTo>
                    <a:cubicBezTo>
                      <a:pt x="0" y="39"/>
                      <a:pt x="26" y="31"/>
                      <a:pt x="33" y="27"/>
                    </a:cubicBezTo>
                    <a:cubicBezTo>
                      <a:pt x="37" y="25"/>
                      <a:pt x="40" y="21"/>
                      <a:pt x="44" y="19"/>
                    </a:cubicBezTo>
                    <a:cubicBezTo>
                      <a:pt x="47" y="18"/>
                      <a:pt x="50" y="18"/>
                      <a:pt x="52" y="1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" name="Freeform 669">
                <a:extLst>
                  <a:ext uri="{FF2B5EF4-FFF2-40B4-BE49-F238E27FC236}">
                    <a16:creationId xmlns:a16="http://schemas.microsoft.com/office/drawing/2014/main" id="{EB8421AF-F589-4F6C-B035-E53A37B06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916"/>
                <a:ext cx="123" cy="66"/>
              </a:xfrm>
              <a:custGeom>
                <a:avLst/>
                <a:gdLst>
                  <a:gd name="T0" fmla="*/ 1107 w 71"/>
                  <a:gd name="T1" fmla="*/ 246 h 36"/>
                  <a:gd name="T2" fmla="*/ 553 w 71"/>
                  <a:gd name="T3" fmla="*/ 205 h 36"/>
                  <a:gd name="T4" fmla="*/ 16 w 71"/>
                  <a:gd name="T5" fmla="*/ 541 h 36"/>
                  <a:gd name="T6" fmla="*/ 724 w 71"/>
                  <a:gd name="T7" fmla="*/ 444 h 36"/>
                  <a:gd name="T8" fmla="*/ 1081 w 71"/>
                  <a:gd name="T9" fmla="*/ 24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6">
                    <a:moveTo>
                      <a:pt x="71" y="12"/>
                    </a:moveTo>
                    <a:cubicBezTo>
                      <a:pt x="60" y="0"/>
                      <a:pt x="48" y="7"/>
                      <a:pt x="35" y="10"/>
                    </a:cubicBezTo>
                    <a:cubicBezTo>
                      <a:pt x="30" y="12"/>
                      <a:pt x="0" y="20"/>
                      <a:pt x="1" y="26"/>
                    </a:cubicBezTo>
                    <a:cubicBezTo>
                      <a:pt x="2" y="36"/>
                      <a:pt x="40" y="22"/>
                      <a:pt x="46" y="21"/>
                    </a:cubicBezTo>
                    <a:cubicBezTo>
                      <a:pt x="52" y="20"/>
                      <a:pt x="69" y="22"/>
                      <a:pt x="69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" name="Freeform 670">
                <a:extLst>
                  <a:ext uri="{FF2B5EF4-FFF2-40B4-BE49-F238E27FC236}">
                    <a16:creationId xmlns:a16="http://schemas.microsoft.com/office/drawing/2014/main" id="{3BFC2343-2096-4E35-A5BF-652E7BBDC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958"/>
                <a:ext cx="90" cy="70"/>
              </a:xfrm>
              <a:custGeom>
                <a:avLst/>
                <a:gdLst>
                  <a:gd name="T0" fmla="*/ 639 w 52"/>
                  <a:gd name="T1" fmla="*/ 0 h 38"/>
                  <a:gd name="T2" fmla="*/ 126 w 52"/>
                  <a:gd name="T3" fmla="*/ 274 h 38"/>
                  <a:gd name="T4" fmla="*/ 317 w 52"/>
                  <a:gd name="T5" fmla="*/ 698 h 38"/>
                  <a:gd name="T6" fmla="*/ 549 w 52"/>
                  <a:gd name="T7" fmla="*/ 682 h 38"/>
                  <a:gd name="T8" fmla="*/ 575 w 52"/>
                  <a:gd name="T9" fmla="*/ 424 h 38"/>
                  <a:gd name="T10" fmla="*/ 639 w 52"/>
                  <a:gd name="T11" fmla="*/ 6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8">
                    <a:moveTo>
                      <a:pt x="41" y="0"/>
                    </a:moveTo>
                    <a:cubicBezTo>
                      <a:pt x="31" y="6"/>
                      <a:pt x="16" y="3"/>
                      <a:pt x="8" y="13"/>
                    </a:cubicBezTo>
                    <a:cubicBezTo>
                      <a:pt x="0" y="23"/>
                      <a:pt x="12" y="29"/>
                      <a:pt x="20" y="33"/>
                    </a:cubicBezTo>
                    <a:cubicBezTo>
                      <a:pt x="25" y="36"/>
                      <a:pt x="31" y="38"/>
                      <a:pt x="35" y="32"/>
                    </a:cubicBezTo>
                    <a:cubicBezTo>
                      <a:pt x="37" y="28"/>
                      <a:pt x="35" y="24"/>
                      <a:pt x="37" y="20"/>
                    </a:cubicBezTo>
                    <a:cubicBezTo>
                      <a:pt x="38" y="18"/>
                      <a:pt x="52" y="4"/>
                      <a:pt x="41" y="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" name="Freeform 671">
                <a:extLst>
                  <a:ext uri="{FF2B5EF4-FFF2-40B4-BE49-F238E27FC236}">
                    <a16:creationId xmlns:a16="http://schemas.microsoft.com/office/drawing/2014/main" id="{8DD8A722-44AE-4F51-9F3C-A169A9152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093"/>
                <a:ext cx="63" cy="66"/>
              </a:xfrm>
              <a:custGeom>
                <a:avLst/>
                <a:gdLst>
                  <a:gd name="T0" fmla="*/ 151 w 36"/>
                  <a:gd name="T1" fmla="*/ 205 h 36"/>
                  <a:gd name="T2" fmla="*/ 499 w 36"/>
                  <a:gd name="T3" fmla="*/ 444 h 36"/>
                  <a:gd name="T4" fmla="*/ 151 w 36"/>
                  <a:gd name="T5" fmla="*/ 29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9" y="10"/>
                    </a:moveTo>
                    <a:cubicBezTo>
                      <a:pt x="18" y="0"/>
                      <a:pt x="36" y="7"/>
                      <a:pt x="30" y="21"/>
                    </a:cubicBezTo>
                    <a:cubicBezTo>
                      <a:pt x="23" y="36"/>
                      <a:pt x="0" y="26"/>
                      <a:pt x="9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" name="Freeform 672">
                <a:extLst>
                  <a:ext uri="{FF2B5EF4-FFF2-40B4-BE49-F238E27FC236}">
                    <a16:creationId xmlns:a16="http://schemas.microsoft.com/office/drawing/2014/main" id="{FCA5F491-4F1E-4C21-A3F7-2FCAAD5CA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198"/>
                <a:ext cx="184" cy="83"/>
              </a:xfrm>
              <a:custGeom>
                <a:avLst/>
                <a:gdLst>
                  <a:gd name="T0" fmla="*/ 1642 w 106"/>
                  <a:gd name="T1" fmla="*/ 426 h 45"/>
                  <a:gd name="T2" fmla="*/ 962 w 106"/>
                  <a:gd name="T3" fmla="*/ 68 h 45"/>
                  <a:gd name="T4" fmla="*/ 602 w 106"/>
                  <a:gd name="T5" fmla="*/ 231 h 45"/>
                  <a:gd name="T6" fmla="*/ 208 w 106"/>
                  <a:gd name="T7" fmla="*/ 408 h 45"/>
                  <a:gd name="T8" fmla="*/ 455 w 106"/>
                  <a:gd name="T9" fmla="*/ 507 h 45"/>
                  <a:gd name="T10" fmla="*/ 901 w 106"/>
                  <a:gd name="T11" fmla="*/ 535 h 45"/>
                  <a:gd name="T12" fmla="*/ 1564 w 106"/>
                  <a:gd name="T13" fmla="*/ 579 h 45"/>
                  <a:gd name="T14" fmla="*/ 1626 w 106"/>
                  <a:gd name="T15" fmla="*/ 358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5">
                    <a:moveTo>
                      <a:pt x="104" y="20"/>
                    </a:moveTo>
                    <a:cubicBezTo>
                      <a:pt x="106" y="0"/>
                      <a:pt x="73" y="0"/>
                      <a:pt x="61" y="3"/>
                    </a:cubicBezTo>
                    <a:cubicBezTo>
                      <a:pt x="52" y="4"/>
                      <a:pt x="45" y="7"/>
                      <a:pt x="38" y="11"/>
                    </a:cubicBezTo>
                    <a:cubicBezTo>
                      <a:pt x="30" y="14"/>
                      <a:pt x="19" y="14"/>
                      <a:pt x="13" y="19"/>
                    </a:cubicBezTo>
                    <a:cubicBezTo>
                      <a:pt x="0" y="29"/>
                      <a:pt x="24" y="25"/>
                      <a:pt x="29" y="24"/>
                    </a:cubicBezTo>
                    <a:cubicBezTo>
                      <a:pt x="40" y="21"/>
                      <a:pt x="46" y="20"/>
                      <a:pt x="57" y="25"/>
                    </a:cubicBezTo>
                    <a:cubicBezTo>
                      <a:pt x="70" y="31"/>
                      <a:pt x="88" y="45"/>
                      <a:pt x="99" y="27"/>
                    </a:cubicBezTo>
                    <a:cubicBezTo>
                      <a:pt x="101" y="24"/>
                      <a:pt x="102" y="21"/>
                      <a:pt x="103" y="1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" name="Freeform 673">
                <a:extLst>
                  <a:ext uri="{FF2B5EF4-FFF2-40B4-BE49-F238E27FC236}">
                    <a16:creationId xmlns:a16="http://schemas.microsoft.com/office/drawing/2014/main" id="{E6F39C3C-425E-497A-9C26-75AE91923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185"/>
                <a:ext cx="149" cy="83"/>
              </a:xfrm>
              <a:custGeom>
                <a:avLst/>
                <a:gdLst>
                  <a:gd name="T0" fmla="*/ 87 w 86"/>
                  <a:gd name="T1" fmla="*/ 834 h 45"/>
                  <a:gd name="T2" fmla="*/ 28 w 86"/>
                  <a:gd name="T3" fmla="*/ 358 h 45"/>
                  <a:gd name="T4" fmla="*/ 405 w 86"/>
                  <a:gd name="T5" fmla="*/ 149 h 45"/>
                  <a:gd name="T6" fmla="*/ 937 w 86"/>
                  <a:gd name="T7" fmla="*/ 149 h 45"/>
                  <a:gd name="T8" fmla="*/ 1234 w 86"/>
                  <a:gd name="T9" fmla="*/ 125 h 45"/>
                  <a:gd name="T10" fmla="*/ 1000 w 86"/>
                  <a:gd name="T11" fmla="*/ 358 h 45"/>
                  <a:gd name="T12" fmla="*/ 532 w 86"/>
                  <a:gd name="T13" fmla="*/ 476 h 45"/>
                  <a:gd name="T14" fmla="*/ 87 w 86"/>
                  <a:gd name="T15" fmla="*/ 834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6" y="39"/>
                    </a:moveTo>
                    <a:cubicBezTo>
                      <a:pt x="2" y="34"/>
                      <a:pt x="0" y="24"/>
                      <a:pt x="2" y="17"/>
                    </a:cubicBezTo>
                    <a:cubicBezTo>
                      <a:pt x="5" y="6"/>
                      <a:pt x="15" y="7"/>
                      <a:pt x="26" y="7"/>
                    </a:cubicBezTo>
                    <a:cubicBezTo>
                      <a:pt x="37" y="7"/>
                      <a:pt x="48" y="9"/>
                      <a:pt x="60" y="7"/>
                    </a:cubicBezTo>
                    <a:cubicBezTo>
                      <a:pt x="64" y="6"/>
                      <a:pt x="75" y="0"/>
                      <a:pt x="79" y="6"/>
                    </a:cubicBezTo>
                    <a:cubicBezTo>
                      <a:pt x="86" y="15"/>
                      <a:pt x="68" y="17"/>
                      <a:pt x="64" y="17"/>
                    </a:cubicBezTo>
                    <a:cubicBezTo>
                      <a:pt x="54" y="19"/>
                      <a:pt x="43" y="16"/>
                      <a:pt x="34" y="22"/>
                    </a:cubicBezTo>
                    <a:cubicBezTo>
                      <a:pt x="26" y="28"/>
                      <a:pt x="19" y="45"/>
                      <a:pt x="6" y="3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" name="Freeform 674">
                <a:extLst>
                  <a:ext uri="{FF2B5EF4-FFF2-40B4-BE49-F238E27FC236}">
                    <a16:creationId xmlns:a16="http://schemas.microsoft.com/office/drawing/2014/main" id="{1709A258-EE44-4BAC-9BDE-CCF9A8C02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050"/>
                <a:ext cx="112" cy="43"/>
              </a:xfrm>
              <a:custGeom>
                <a:avLst/>
                <a:gdLst>
                  <a:gd name="T0" fmla="*/ 28 w 65"/>
                  <a:gd name="T1" fmla="*/ 419 h 23"/>
                  <a:gd name="T2" fmla="*/ 381 w 65"/>
                  <a:gd name="T3" fmla="*/ 45 h 23"/>
                  <a:gd name="T4" fmla="*/ 670 w 65"/>
                  <a:gd name="T5" fmla="*/ 136 h 23"/>
                  <a:gd name="T6" fmla="*/ 899 w 65"/>
                  <a:gd name="T7" fmla="*/ 84 h 23"/>
                  <a:gd name="T8" fmla="*/ 879 w 65"/>
                  <a:gd name="T9" fmla="*/ 391 h 23"/>
                  <a:gd name="T10" fmla="*/ 608 w 65"/>
                  <a:gd name="T11" fmla="*/ 322 h 23"/>
                  <a:gd name="T12" fmla="*/ 291 w 65"/>
                  <a:gd name="T13" fmla="*/ 294 h 23"/>
                  <a:gd name="T14" fmla="*/ 107 w 65"/>
                  <a:gd name="T15" fmla="*/ 523 h 23"/>
                  <a:gd name="T16" fmla="*/ 62 w 65"/>
                  <a:gd name="T17" fmla="*/ 451 h 23"/>
                  <a:gd name="T18" fmla="*/ 48 w 65"/>
                  <a:gd name="T19" fmla="*/ 419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23">
                    <a:moveTo>
                      <a:pt x="2" y="18"/>
                    </a:moveTo>
                    <a:cubicBezTo>
                      <a:pt x="0" y="8"/>
                      <a:pt x="16" y="0"/>
                      <a:pt x="25" y="2"/>
                    </a:cubicBezTo>
                    <a:cubicBezTo>
                      <a:pt x="32" y="3"/>
                      <a:pt x="36" y="6"/>
                      <a:pt x="44" y="6"/>
                    </a:cubicBezTo>
                    <a:cubicBezTo>
                      <a:pt x="50" y="6"/>
                      <a:pt x="53" y="1"/>
                      <a:pt x="59" y="4"/>
                    </a:cubicBezTo>
                    <a:cubicBezTo>
                      <a:pt x="65" y="7"/>
                      <a:pt x="65" y="16"/>
                      <a:pt x="58" y="17"/>
                    </a:cubicBezTo>
                    <a:cubicBezTo>
                      <a:pt x="51" y="18"/>
                      <a:pt x="48" y="14"/>
                      <a:pt x="40" y="14"/>
                    </a:cubicBezTo>
                    <a:cubicBezTo>
                      <a:pt x="34" y="14"/>
                      <a:pt x="25" y="12"/>
                      <a:pt x="19" y="13"/>
                    </a:cubicBezTo>
                    <a:cubicBezTo>
                      <a:pt x="12" y="14"/>
                      <a:pt x="12" y="20"/>
                      <a:pt x="7" y="23"/>
                    </a:cubicBezTo>
                    <a:cubicBezTo>
                      <a:pt x="6" y="22"/>
                      <a:pt x="4" y="21"/>
                      <a:pt x="4" y="20"/>
                    </a:cubicBezTo>
                    <a:cubicBezTo>
                      <a:pt x="4" y="19"/>
                      <a:pt x="3" y="18"/>
                      <a:pt x="3" y="18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" name="Freeform 675">
                <a:extLst>
                  <a:ext uri="{FF2B5EF4-FFF2-40B4-BE49-F238E27FC236}">
                    <a16:creationId xmlns:a16="http://schemas.microsoft.com/office/drawing/2014/main" id="{E7AEE076-6F11-42A0-B6C6-93854CC4A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414"/>
                <a:ext cx="197" cy="96"/>
              </a:xfrm>
              <a:custGeom>
                <a:avLst/>
                <a:gdLst>
                  <a:gd name="T0" fmla="*/ 185 w 114"/>
                  <a:gd name="T1" fmla="*/ 943 h 52"/>
                  <a:gd name="T2" fmla="*/ 213 w 114"/>
                  <a:gd name="T3" fmla="*/ 491 h 52"/>
                  <a:gd name="T4" fmla="*/ 537 w 114"/>
                  <a:gd name="T5" fmla="*/ 258 h 52"/>
                  <a:gd name="T6" fmla="*/ 1395 w 114"/>
                  <a:gd name="T7" fmla="*/ 194 h 52"/>
                  <a:gd name="T8" fmla="*/ 1016 w 114"/>
                  <a:gd name="T9" fmla="*/ 766 h 52"/>
                  <a:gd name="T10" fmla="*/ 257 w 114"/>
                  <a:gd name="T11" fmla="*/ 1032 h 52"/>
                  <a:gd name="T12" fmla="*/ 185 w 114"/>
                  <a:gd name="T13" fmla="*/ 98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52">
                    <a:moveTo>
                      <a:pt x="12" y="44"/>
                    </a:moveTo>
                    <a:cubicBezTo>
                      <a:pt x="0" y="42"/>
                      <a:pt x="9" y="28"/>
                      <a:pt x="14" y="23"/>
                    </a:cubicBezTo>
                    <a:cubicBezTo>
                      <a:pt x="20" y="17"/>
                      <a:pt x="26" y="14"/>
                      <a:pt x="35" y="12"/>
                    </a:cubicBezTo>
                    <a:cubicBezTo>
                      <a:pt x="50" y="10"/>
                      <a:pt x="76" y="0"/>
                      <a:pt x="90" y="9"/>
                    </a:cubicBezTo>
                    <a:cubicBezTo>
                      <a:pt x="114" y="23"/>
                      <a:pt x="76" y="31"/>
                      <a:pt x="66" y="36"/>
                    </a:cubicBezTo>
                    <a:cubicBezTo>
                      <a:pt x="52" y="42"/>
                      <a:pt x="32" y="52"/>
                      <a:pt x="17" y="48"/>
                    </a:cubicBezTo>
                    <a:cubicBezTo>
                      <a:pt x="14" y="48"/>
                      <a:pt x="13" y="47"/>
                      <a:pt x="12" y="4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" name="Freeform 676">
                <a:extLst>
                  <a:ext uri="{FF2B5EF4-FFF2-40B4-BE49-F238E27FC236}">
                    <a16:creationId xmlns:a16="http://schemas.microsoft.com/office/drawing/2014/main" id="{79723296-9329-48F9-9029-94B41B5ED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376"/>
                <a:ext cx="129" cy="116"/>
              </a:xfrm>
              <a:custGeom>
                <a:avLst/>
                <a:gdLst>
                  <a:gd name="T0" fmla="*/ 258 w 74"/>
                  <a:gd name="T1" fmla="*/ 906 h 63"/>
                  <a:gd name="T2" fmla="*/ 258 w 74"/>
                  <a:gd name="T3" fmla="*/ 980 h 63"/>
                  <a:gd name="T4" fmla="*/ 535 w 74"/>
                  <a:gd name="T5" fmla="*/ 326 h 63"/>
                  <a:gd name="T6" fmla="*/ 1170 w 74"/>
                  <a:gd name="T7" fmla="*/ 481 h 63"/>
                  <a:gd name="T8" fmla="*/ 286 w 74"/>
                  <a:gd name="T9" fmla="*/ 100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3">
                    <a:moveTo>
                      <a:pt x="16" y="43"/>
                    </a:moveTo>
                    <a:cubicBezTo>
                      <a:pt x="16" y="44"/>
                      <a:pt x="17" y="45"/>
                      <a:pt x="16" y="46"/>
                    </a:cubicBezTo>
                    <a:cubicBezTo>
                      <a:pt x="0" y="36"/>
                      <a:pt x="25" y="19"/>
                      <a:pt x="33" y="15"/>
                    </a:cubicBezTo>
                    <a:cubicBezTo>
                      <a:pt x="43" y="11"/>
                      <a:pt x="74" y="0"/>
                      <a:pt x="73" y="23"/>
                    </a:cubicBezTo>
                    <a:cubicBezTo>
                      <a:pt x="72" y="38"/>
                      <a:pt x="25" y="63"/>
                      <a:pt x="18" y="4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" name="Freeform 677">
                <a:extLst>
                  <a:ext uri="{FF2B5EF4-FFF2-40B4-BE49-F238E27FC236}">
                    <a16:creationId xmlns:a16="http://schemas.microsoft.com/office/drawing/2014/main" id="{A61B295E-0CA3-4D06-A2D7-06E8CF717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370"/>
                <a:ext cx="73" cy="63"/>
              </a:xfrm>
              <a:custGeom>
                <a:avLst/>
                <a:gdLst>
                  <a:gd name="T0" fmla="*/ 0 w 42"/>
                  <a:gd name="T1" fmla="*/ 330 h 34"/>
                  <a:gd name="T2" fmla="*/ 577 w 42"/>
                  <a:gd name="T3" fmla="*/ 411 h 34"/>
                  <a:gd name="T4" fmla="*/ 49 w 42"/>
                  <a:gd name="T5" fmla="*/ 306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4">
                    <a:moveTo>
                      <a:pt x="0" y="15"/>
                    </a:moveTo>
                    <a:cubicBezTo>
                      <a:pt x="7" y="1"/>
                      <a:pt x="42" y="0"/>
                      <a:pt x="36" y="19"/>
                    </a:cubicBezTo>
                    <a:cubicBezTo>
                      <a:pt x="32" y="34"/>
                      <a:pt x="8" y="24"/>
                      <a:pt x="3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" name="Freeform 678">
                <a:extLst>
                  <a:ext uri="{FF2B5EF4-FFF2-40B4-BE49-F238E27FC236}">
                    <a16:creationId xmlns:a16="http://schemas.microsoft.com/office/drawing/2014/main" id="{256A6751-D9DE-4938-839F-ADF906EE3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318"/>
                <a:ext cx="90" cy="117"/>
              </a:xfrm>
              <a:custGeom>
                <a:avLst/>
                <a:gdLst>
                  <a:gd name="T0" fmla="*/ 808 w 52"/>
                  <a:gd name="T1" fmla="*/ 487 h 63"/>
                  <a:gd name="T2" fmla="*/ 185 w 52"/>
                  <a:gd name="T3" fmla="*/ 1083 h 63"/>
                  <a:gd name="T4" fmla="*/ 554 w 52"/>
                  <a:gd name="T5" fmla="*/ 877 h 63"/>
                  <a:gd name="T6" fmla="*/ 701 w 52"/>
                  <a:gd name="T7" fmla="*/ 641 h 63"/>
                  <a:gd name="T8" fmla="*/ 808 w 52"/>
                  <a:gd name="T9" fmla="*/ 48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3">
                    <a:moveTo>
                      <a:pt x="52" y="22"/>
                    </a:moveTo>
                    <a:cubicBezTo>
                      <a:pt x="41" y="0"/>
                      <a:pt x="0" y="30"/>
                      <a:pt x="12" y="49"/>
                    </a:cubicBezTo>
                    <a:cubicBezTo>
                      <a:pt x="21" y="63"/>
                      <a:pt x="33" y="50"/>
                      <a:pt x="36" y="40"/>
                    </a:cubicBezTo>
                    <a:cubicBezTo>
                      <a:pt x="39" y="35"/>
                      <a:pt x="40" y="32"/>
                      <a:pt x="45" y="29"/>
                    </a:cubicBezTo>
                    <a:cubicBezTo>
                      <a:pt x="49" y="26"/>
                      <a:pt x="52" y="27"/>
                      <a:pt x="52" y="2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" name="Freeform 679">
                <a:extLst>
                  <a:ext uri="{FF2B5EF4-FFF2-40B4-BE49-F238E27FC236}">
                    <a16:creationId xmlns:a16="http://schemas.microsoft.com/office/drawing/2014/main" id="{4B1C51C9-AD88-4FF7-983C-44DD25C4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303"/>
                <a:ext cx="130" cy="93"/>
              </a:xfrm>
              <a:custGeom>
                <a:avLst/>
                <a:gdLst>
                  <a:gd name="T0" fmla="*/ 1085 w 75"/>
                  <a:gd name="T1" fmla="*/ 0 h 50"/>
                  <a:gd name="T2" fmla="*/ 626 w 75"/>
                  <a:gd name="T3" fmla="*/ 112 h 50"/>
                  <a:gd name="T4" fmla="*/ 208 w 75"/>
                  <a:gd name="T5" fmla="*/ 225 h 50"/>
                  <a:gd name="T6" fmla="*/ 208 w 75"/>
                  <a:gd name="T7" fmla="*/ 1030 h 50"/>
                  <a:gd name="T8" fmla="*/ 595 w 75"/>
                  <a:gd name="T9" fmla="*/ 824 h 50"/>
                  <a:gd name="T10" fmla="*/ 896 w 75"/>
                  <a:gd name="T11" fmla="*/ 419 h 50"/>
                  <a:gd name="T12" fmla="*/ 1144 w 75"/>
                  <a:gd name="T13" fmla="*/ 238 h 50"/>
                  <a:gd name="T14" fmla="*/ 1066 w 75"/>
                  <a:gd name="T15" fmla="*/ 45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0">
                    <a:moveTo>
                      <a:pt x="69" y="0"/>
                    </a:moveTo>
                    <a:cubicBezTo>
                      <a:pt x="59" y="0"/>
                      <a:pt x="49" y="3"/>
                      <a:pt x="40" y="5"/>
                    </a:cubicBezTo>
                    <a:cubicBezTo>
                      <a:pt x="31" y="6"/>
                      <a:pt x="21" y="6"/>
                      <a:pt x="13" y="10"/>
                    </a:cubicBezTo>
                    <a:cubicBezTo>
                      <a:pt x="1" y="16"/>
                      <a:pt x="0" y="40"/>
                      <a:pt x="13" y="46"/>
                    </a:cubicBezTo>
                    <a:cubicBezTo>
                      <a:pt x="22" y="50"/>
                      <a:pt x="32" y="45"/>
                      <a:pt x="38" y="37"/>
                    </a:cubicBezTo>
                    <a:cubicBezTo>
                      <a:pt x="43" y="29"/>
                      <a:pt x="48" y="24"/>
                      <a:pt x="57" y="19"/>
                    </a:cubicBezTo>
                    <a:cubicBezTo>
                      <a:pt x="61" y="17"/>
                      <a:pt x="70" y="15"/>
                      <a:pt x="73" y="11"/>
                    </a:cubicBezTo>
                    <a:cubicBezTo>
                      <a:pt x="75" y="7"/>
                      <a:pt x="74" y="1"/>
                      <a:pt x="6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" name="Freeform 680">
                <a:extLst>
                  <a:ext uri="{FF2B5EF4-FFF2-40B4-BE49-F238E27FC236}">
                    <a16:creationId xmlns:a16="http://schemas.microsoft.com/office/drawing/2014/main" id="{69A1DBFD-F544-4400-8324-50F1EE250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093"/>
                <a:ext cx="128" cy="70"/>
              </a:xfrm>
              <a:custGeom>
                <a:avLst/>
                <a:gdLst>
                  <a:gd name="T0" fmla="*/ 249 w 74"/>
                  <a:gd name="T1" fmla="*/ 424 h 38"/>
                  <a:gd name="T2" fmla="*/ 526 w 74"/>
                  <a:gd name="T3" fmla="*/ 0 h 38"/>
                  <a:gd name="T4" fmla="*/ 1102 w 74"/>
                  <a:gd name="T5" fmla="*/ 400 h 38"/>
                  <a:gd name="T6" fmla="*/ 258 w 74"/>
                  <a:gd name="T7" fmla="*/ 40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8">
                    <a:moveTo>
                      <a:pt x="16" y="20"/>
                    </a:moveTo>
                    <a:cubicBezTo>
                      <a:pt x="0" y="10"/>
                      <a:pt x="27" y="1"/>
                      <a:pt x="34" y="0"/>
                    </a:cubicBezTo>
                    <a:cubicBezTo>
                      <a:pt x="43" y="0"/>
                      <a:pt x="74" y="4"/>
                      <a:pt x="71" y="19"/>
                    </a:cubicBezTo>
                    <a:cubicBezTo>
                      <a:pt x="68" y="38"/>
                      <a:pt x="27" y="23"/>
                      <a:pt x="17" y="1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" name="Freeform 681">
                <a:extLst>
                  <a:ext uri="{FF2B5EF4-FFF2-40B4-BE49-F238E27FC236}">
                    <a16:creationId xmlns:a16="http://schemas.microsoft.com/office/drawing/2014/main" id="{65B3FAB0-FE35-4104-81B1-6E9B4D54D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130"/>
                <a:ext cx="93" cy="72"/>
              </a:xfrm>
              <a:custGeom>
                <a:avLst/>
                <a:gdLst>
                  <a:gd name="T0" fmla="*/ 525 w 54"/>
                  <a:gd name="T1" fmla="*/ 68 h 39"/>
                  <a:gd name="T2" fmla="*/ 83 w 54"/>
                  <a:gd name="T3" fmla="*/ 209 h 39"/>
                  <a:gd name="T4" fmla="*/ 184 w 54"/>
                  <a:gd name="T5" fmla="*/ 757 h 39"/>
                  <a:gd name="T6" fmla="*/ 546 w 54"/>
                  <a:gd name="T7" fmla="*/ 8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9">
                    <a:moveTo>
                      <a:pt x="35" y="3"/>
                    </a:moveTo>
                    <a:cubicBezTo>
                      <a:pt x="25" y="0"/>
                      <a:pt x="11" y="0"/>
                      <a:pt x="5" y="10"/>
                    </a:cubicBezTo>
                    <a:cubicBezTo>
                      <a:pt x="0" y="17"/>
                      <a:pt x="3" y="31"/>
                      <a:pt x="12" y="35"/>
                    </a:cubicBezTo>
                    <a:cubicBezTo>
                      <a:pt x="24" y="39"/>
                      <a:pt x="54" y="14"/>
                      <a:pt x="36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" name="Freeform 682">
                <a:extLst>
                  <a:ext uri="{FF2B5EF4-FFF2-40B4-BE49-F238E27FC236}">
                    <a16:creationId xmlns:a16="http://schemas.microsoft.com/office/drawing/2014/main" id="{8A1478F0-BF03-4AFA-9B9A-CE096BDE8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034"/>
                <a:ext cx="46" cy="66"/>
              </a:xfrm>
              <a:custGeom>
                <a:avLst/>
                <a:gdLst>
                  <a:gd name="T0" fmla="*/ 387 w 27"/>
                  <a:gd name="T1" fmla="*/ 105 h 36"/>
                  <a:gd name="T2" fmla="*/ 169 w 27"/>
                  <a:gd name="T3" fmla="*/ 44 h 36"/>
                  <a:gd name="T4" fmla="*/ 15 w 27"/>
                  <a:gd name="T5" fmla="*/ 326 h 36"/>
                  <a:gd name="T6" fmla="*/ 359 w 27"/>
                  <a:gd name="T7" fmla="*/ 172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">
                    <a:moveTo>
                      <a:pt x="27" y="5"/>
                    </a:moveTo>
                    <a:cubicBezTo>
                      <a:pt x="21" y="4"/>
                      <a:pt x="18" y="0"/>
                      <a:pt x="12" y="2"/>
                    </a:cubicBezTo>
                    <a:cubicBezTo>
                      <a:pt x="7" y="4"/>
                      <a:pt x="0" y="10"/>
                      <a:pt x="1" y="16"/>
                    </a:cubicBezTo>
                    <a:cubicBezTo>
                      <a:pt x="2" y="36"/>
                      <a:pt x="22" y="13"/>
                      <a:pt x="2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" name="Freeform 683">
                <a:extLst>
                  <a:ext uri="{FF2B5EF4-FFF2-40B4-BE49-F238E27FC236}">
                    <a16:creationId xmlns:a16="http://schemas.microsoft.com/office/drawing/2014/main" id="{44F06D4B-D2DB-4A19-B6B6-AF41EA9E5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928"/>
                <a:ext cx="92" cy="60"/>
              </a:xfrm>
              <a:custGeom>
                <a:avLst/>
                <a:gdLst>
                  <a:gd name="T0" fmla="*/ 741 w 53"/>
                  <a:gd name="T1" fmla="*/ 212 h 32"/>
                  <a:gd name="T2" fmla="*/ 299 w 53"/>
                  <a:gd name="T3" fmla="*/ 73 h 32"/>
                  <a:gd name="T4" fmla="*/ 148 w 53"/>
                  <a:gd name="T5" fmla="*/ 634 h 32"/>
                  <a:gd name="T6" fmla="*/ 382 w 53"/>
                  <a:gd name="T7" fmla="*/ 579 h 32"/>
                  <a:gd name="T8" fmla="*/ 582 w 53"/>
                  <a:gd name="T9" fmla="*/ 467 h 32"/>
                  <a:gd name="T10" fmla="*/ 804 w 53"/>
                  <a:gd name="T11" fmla="*/ 398 h 32"/>
                  <a:gd name="T12" fmla="*/ 726 w 53"/>
                  <a:gd name="T13" fmla="*/ 18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7" y="9"/>
                    </a:moveTo>
                    <a:cubicBezTo>
                      <a:pt x="38" y="6"/>
                      <a:pt x="29" y="0"/>
                      <a:pt x="19" y="3"/>
                    </a:cubicBezTo>
                    <a:cubicBezTo>
                      <a:pt x="11" y="5"/>
                      <a:pt x="0" y="19"/>
                      <a:pt x="9" y="27"/>
                    </a:cubicBezTo>
                    <a:cubicBezTo>
                      <a:pt x="14" y="32"/>
                      <a:pt x="19" y="29"/>
                      <a:pt x="24" y="25"/>
                    </a:cubicBezTo>
                    <a:cubicBezTo>
                      <a:pt x="29" y="22"/>
                      <a:pt x="31" y="21"/>
                      <a:pt x="37" y="20"/>
                    </a:cubicBezTo>
                    <a:cubicBezTo>
                      <a:pt x="42" y="20"/>
                      <a:pt x="49" y="22"/>
                      <a:pt x="51" y="17"/>
                    </a:cubicBezTo>
                    <a:cubicBezTo>
                      <a:pt x="53" y="13"/>
                      <a:pt x="50" y="8"/>
                      <a:pt x="46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" name="Freeform 684">
                <a:extLst>
                  <a:ext uri="{FF2B5EF4-FFF2-40B4-BE49-F238E27FC236}">
                    <a16:creationId xmlns:a16="http://schemas.microsoft.com/office/drawing/2014/main" id="{2FA6013C-99AC-456C-B4DD-A2D0A1DA4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936"/>
                <a:ext cx="57" cy="70"/>
              </a:xfrm>
              <a:custGeom>
                <a:avLst/>
                <a:gdLst>
                  <a:gd name="T0" fmla="*/ 504 w 33"/>
                  <a:gd name="T1" fmla="*/ 298 h 38"/>
                  <a:gd name="T2" fmla="*/ 185 w 33"/>
                  <a:gd name="T3" fmla="*/ 682 h 38"/>
                  <a:gd name="T4" fmla="*/ 427 w 33"/>
                  <a:gd name="T5" fmla="*/ 549 h 38"/>
                  <a:gd name="T6" fmla="*/ 480 w 33"/>
                  <a:gd name="T7" fmla="*/ 424 h 38"/>
                  <a:gd name="T8" fmla="*/ 504 w 33"/>
                  <a:gd name="T9" fmla="*/ 27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8">
                    <a:moveTo>
                      <a:pt x="33" y="14"/>
                    </a:moveTo>
                    <a:cubicBezTo>
                      <a:pt x="31" y="0"/>
                      <a:pt x="0" y="20"/>
                      <a:pt x="12" y="32"/>
                    </a:cubicBezTo>
                    <a:cubicBezTo>
                      <a:pt x="18" y="38"/>
                      <a:pt x="25" y="31"/>
                      <a:pt x="28" y="26"/>
                    </a:cubicBezTo>
                    <a:cubicBezTo>
                      <a:pt x="28" y="26"/>
                      <a:pt x="31" y="20"/>
                      <a:pt x="31" y="20"/>
                    </a:cubicBezTo>
                    <a:cubicBezTo>
                      <a:pt x="32" y="18"/>
                      <a:pt x="33" y="17"/>
                      <a:pt x="33" y="1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" name="Freeform 685">
                <a:extLst>
                  <a:ext uri="{FF2B5EF4-FFF2-40B4-BE49-F238E27FC236}">
                    <a16:creationId xmlns:a16="http://schemas.microsoft.com/office/drawing/2014/main" id="{2CF4ED32-AED8-44AD-B01E-7F15DDBB4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971"/>
                <a:ext cx="80" cy="41"/>
              </a:xfrm>
              <a:custGeom>
                <a:avLst/>
                <a:gdLst>
                  <a:gd name="T0" fmla="*/ 457 w 46"/>
                  <a:gd name="T1" fmla="*/ 45 h 22"/>
                  <a:gd name="T2" fmla="*/ 193 w 46"/>
                  <a:gd name="T3" fmla="*/ 45 h 22"/>
                  <a:gd name="T4" fmla="*/ 127 w 46"/>
                  <a:gd name="T5" fmla="*/ 406 h 22"/>
                  <a:gd name="T6" fmla="*/ 511 w 46"/>
                  <a:gd name="T7" fmla="*/ 265 h 22"/>
                  <a:gd name="T8" fmla="*/ 732 w 46"/>
                  <a:gd name="T9" fmla="*/ 209 h 22"/>
                  <a:gd name="T10" fmla="*/ 447 w 46"/>
                  <a:gd name="T11" fmla="*/ 4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2">
                    <a:moveTo>
                      <a:pt x="29" y="2"/>
                    </a:moveTo>
                    <a:cubicBezTo>
                      <a:pt x="24" y="1"/>
                      <a:pt x="17" y="0"/>
                      <a:pt x="12" y="2"/>
                    </a:cubicBezTo>
                    <a:cubicBezTo>
                      <a:pt x="6" y="5"/>
                      <a:pt x="0" y="14"/>
                      <a:pt x="8" y="18"/>
                    </a:cubicBezTo>
                    <a:cubicBezTo>
                      <a:pt x="14" y="22"/>
                      <a:pt x="24" y="12"/>
                      <a:pt x="32" y="12"/>
                    </a:cubicBezTo>
                    <a:cubicBezTo>
                      <a:pt x="36" y="12"/>
                      <a:pt x="45" y="16"/>
                      <a:pt x="46" y="9"/>
                    </a:cubicBezTo>
                    <a:cubicBezTo>
                      <a:pt x="40" y="6"/>
                      <a:pt x="34" y="2"/>
                      <a:pt x="2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" name="Freeform 686">
                <a:extLst>
                  <a:ext uri="{FF2B5EF4-FFF2-40B4-BE49-F238E27FC236}">
                    <a16:creationId xmlns:a16="http://schemas.microsoft.com/office/drawing/2014/main" id="{8A47FE7F-756D-4392-A97A-5EB1AB7FD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973"/>
                <a:ext cx="95" cy="66"/>
              </a:xfrm>
              <a:custGeom>
                <a:avLst/>
                <a:gdLst>
                  <a:gd name="T0" fmla="*/ 758 w 55"/>
                  <a:gd name="T1" fmla="*/ 81 h 36"/>
                  <a:gd name="T2" fmla="*/ 320 w 55"/>
                  <a:gd name="T3" fmla="*/ 0 h 36"/>
                  <a:gd name="T4" fmla="*/ 0 w 55"/>
                  <a:gd name="T5" fmla="*/ 376 h 36"/>
                  <a:gd name="T6" fmla="*/ 463 w 55"/>
                  <a:gd name="T7" fmla="*/ 273 h 36"/>
                  <a:gd name="T8" fmla="*/ 845 w 55"/>
                  <a:gd name="T9" fmla="*/ 205 h 36"/>
                  <a:gd name="T10" fmla="*/ 767 w 55"/>
                  <a:gd name="T11" fmla="*/ 12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6">
                    <a:moveTo>
                      <a:pt x="49" y="4"/>
                    </a:moveTo>
                    <a:cubicBezTo>
                      <a:pt x="40" y="1"/>
                      <a:pt x="30" y="0"/>
                      <a:pt x="21" y="0"/>
                    </a:cubicBezTo>
                    <a:cubicBezTo>
                      <a:pt x="12" y="0"/>
                      <a:pt x="0" y="7"/>
                      <a:pt x="0" y="18"/>
                    </a:cubicBezTo>
                    <a:cubicBezTo>
                      <a:pt x="2" y="36"/>
                      <a:pt x="23" y="13"/>
                      <a:pt x="30" y="13"/>
                    </a:cubicBezTo>
                    <a:cubicBezTo>
                      <a:pt x="40" y="13"/>
                      <a:pt x="49" y="21"/>
                      <a:pt x="55" y="10"/>
                    </a:cubicBezTo>
                    <a:cubicBezTo>
                      <a:pt x="54" y="8"/>
                      <a:pt x="52" y="6"/>
                      <a:pt x="50" y="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" name="Freeform 687">
                <a:extLst>
                  <a:ext uri="{FF2B5EF4-FFF2-40B4-BE49-F238E27FC236}">
                    <a16:creationId xmlns:a16="http://schemas.microsoft.com/office/drawing/2014/main" id="{9C116556-868B-4074-86CB-15AB5BF0B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899"/>
                <a:ext cx="99" cy="48"/>
              </a:xfrm>
              <a:custGeom>
                <a:avLst/>
                <a:gdLst>
                  <a:gd name="T0" fmla="*/ 790 w 57"/>
                  <a:gd name="T1" fmla="*/ 81 h 26"/>
                  <a:gd name="T2" fmla="*/ 208 w 57"/>
                  <a:gd name="T3" fmla="*/ 105 h 26"/>
                  <a:gd name="T4" fmla="*/ 257 w 57"/>
                  <a:gd name="T5" fmla="*/ 476 h 26"/>
                  <a:gd name="T6" fmla="*/ 556 w 57"/>
                  <a:gd name="T7" fmla="*/ 358 h 26"/>
                  <a:gd name="T8" fmla="*/ 775 w 57"/>
                  <a:gd name="T9" fmla="*/ 358 h 26"/>
                  <a:gd name="T10" fmla="*/ 811 w 57"/>
                  <a:gd name="T11" fmla="*/ 81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6">
                    <a:moveTo>
                      <a:pt x="50" y="4"/>
                    </a:moveTo>
                    <a:cubicBezTo>
                      <a:pt x="40" y="0"/>
                      <a:pt x="23" y="0"/>
                      <a:pt x="13" y="5"/>
                    </a:cubicBezTo>
                    <a:cubicBezTo>
                      <a:pt x="2" y="10"/>
                      <a:pt x="0" y="26"/>
                      <a:pt x="16" y="22"/>
                    </a:cubicBezTo>
                    <a:cubicBezTo>
                      <a:pt x="22" y="21"/>
                      <a:pt x="27" y="18"/>
                      <a:pt x="35" y="17"/>
                    </a:cubicBezTo>
                    <a:cubicBezTo>
                      <a:pt x="39" y="17"/>
                      <a:pt x="45" y="19"/>
                      <a:pt x="49" y="17"/>
                    </a:cubicBezTo>
                    <a:cubicBezTo>
                      <a:pt x="57" y="15"/>
                      <a:pt x="57" y="7"/>
                      <a:pt x="51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" name="Freeform 688">
                <a:extLst>
                  <a:ext uri="{FF2B5EF4-FFF2-40B4-BE49-F238E27FC236}">
                    <a16:creationId xmlns:a16="http://schemas.microsoft.com/office/drawing/2014/main" id="{FE55101E-ED3D-49D9-8FEA-D80366884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993"/>
                <a:ext cx="118" cy="107"/>
              </a:xfrm>
              <a:custGeom>
                <a:avLst/>
                <a:gdLst>
                  <a:gd name="T0" fmla="*/ 861 w 68"/>
                  <a:gd name="T1" fmla="*/ 24 h 58"/>
                  <a:gd name="T2" fmla="*/ 187 w 68"/>
                  <a:gd name="T3" fmla="*/ 303 h 58"/>
                  <a:gd name="T4" fmla="*/ 49 w 68"/>
                  <a:gd name="T5" fmla="*/ 935 h 58"/>
                  <a:gd name="T6" fmla="*/ 455 w 68"/>
                  <a:gd name="T7" fmla="*/ 1087 h 58"/>
                  <a:gd name="T8" fmla="*/ 602 w 68"/>
                  <a:gd name="T9" fmla="*/ 834 h 58"/>
                  <a:gd name="T10" fmla="*/ 774 w 68"/>
                  <a:gd name="T11" fmla="*/ 708 h 58"/>
                  <a:gd name="T12" fmla="*/ 1024 w 68"/>
                  <a:gd name="T13" fmla="*/ 426 h 58"/>
                  <a:gd name="T14" fmla="*/ 836 w 68"/>
                  <a:gd name="T15" fmla="*/ 44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8">
                    <a:moveTo>
                      <a:pt x="55" y="1"/>
                    </a:moveTo>
                    <a:cubicBezTo>
                      <a:pt x="39" y="1"/>
                      <a:pt x="23" y="0"/>
                      <a:pt x="12" y="14"/>
                    </a:cubicBezTo>
                    <a:cubicBezTo>
                      <a:pt x="6" y="22"/>
                      <a:pt x="0" y="34"/>
                      <a:pt x="3" y="44"/>
                    </a:cubicBezTo>
                    <a:cubicBezTo>
                      <a:pt x="6" y="55"/>
                      <a:pt x="21" y="58"/>
                      <a:pt x="29" y="51"/>
                    </a:cubicBezTo>
                    <a:cubicBezTo>
                      <a:pt x="33" y="48"/>
                      <a:pt x="34" y="42"/>
                      <a:pt x="38" y="39"/>
                    </a:cubicBezTo>
                    <a:cubicBezTo>
                      <a:pt x="42" y="35"/>
                      <a:pt x="45" y="35"/>
                      <a:pt x="49" y="33"/>
                    </a:cubicBezTo>
                    <a:cubicBezTo>
                      <a:pt x="56" y="31"/>
                      <a:pt x="63" y="27"/>
                      <a:pt x="65" y="20"/>
                    </a:cubicBezTo>
                    <a:cubicBezTo>
                      <a:pt x="68" y="12"/>
                      <a:pt x="61" y="4"/>
                      <a:pt x="53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" name="Freeform 689">
                <a:extLst>
                  <a:ext uri="{FF2B5EF4-FFF2-40B4-BE49-F238E27FC236}">
                    <a16:creationId xmlns:a16="http://schemas.microsoft.com/office/drawing/2014/main" id="{328C3BF6-6630-4769-8EDF-9A8F1C776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285"/>
                <a:ext cx="147" cy="133"/>
              </a:xfrm>
              <a:custGeom>
                <a:avLst/>
                <a:gdLst>
                  <a:gd name="T0" fmla="*/ 1128 w 85"/>
                  <a:gd name="T1" fmla="*/ 194 h 72"/>
                  <a:gd name="T2" fmla="*/ 590 w 85"/>
                  <a:gd name="T3" fmla="*/ 177 h 72"/>
                  <a:gd name="T4" fmla="*/ 107 w 85"/>
                  <a:gd name="T5" fmla="*/ 661 h 72"/>
                  <a:gd name="T6" fmla="*/ 185 w 85"/>
                  <a:gd name="T7" fmla="*/ 1398 h 72"/>
                  <a:gd name="T8" fmla="*/ 545 w 85"/>
                  <a:gd name="T9" fmla="*/ 1419 h 72"/>
                  <a:gd name="T10" fmla="*/ 714 w 85"/>
                  <a:gd name="T11" fmla="*/ 1071 h 72"/>
                  <a:gd name="T12" fmla="*/ 1299 w 85"/>
                  <a:gd name="T13" fmla="*/ 604 h 72"/>
                  <a:gd name="T14" fmla="*/ 1128 w 85"/>
                  <a:gd name="T15" fmla="*/ 15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2">
                    <a:moveTo>
                      <a:pt x="73" y="9"/>
                    </a:moveTo>
                    <a:cubicBezTo>
                      <a:pt x="70" y="0"/>
                      <a:pt x="44" y="6"/>
                      <a:pt x="38" y="8"/>
                    </a:cubicBezTo>
                    <a:cubicBezTo>
                      <a:pt x="25" y="12"/>
                      <a:pt x="15" y="19"/>
                      <a:pt x="7" y="31"/>
                    </a:cubicBezTo>
                    <a:cubicBezTo>
                      <a:pt x="0" y="43"/>
                      <a:pt x="1" y="56"/>
                      <a:pt x="12" y="65"/>
                    </a:cubicBezTo>
                    <a:cubicBezTo>
                      <a:pt x="19" y="71"/>
                      <a:pt x="28" y="72"/>
                      <a:pt x="35" y="66"/>
                    </a:cubicBezTo>
                    <a:cubicBezTo>
                      <a:pt x="40" y="62"/>
                      <a:pt x="42" y="55"/>
                      <a:pt x="46" y="50"/>
                    </a:cubicBezTo>
                    <a:cubicBezTo>
                      <a:pt x="58" y="39"/>
                      <a:pt x="83" y="48"/>
                      <a:pt x="84" y="28"/>
                    </a:cubicBezTo>
                    <a:cubicBezTo>
                      <a:pt x="85" y="20"/>
                      <a:pt x="80" y="12"/>
                      <a:pt x="73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" name="Freeform 690">
                <a:extLst>
                  <a:ext uri="{FF2B5EF4-FFF2-40B4-BE49-F238E27FC236}">
                    <a16:creationId xmlns:a16="http://schemas.microsoft.com/office/drawing/2014/main" id="{FEDE6A62-88A1-4810-9563-C7B10FCE5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438"/>
                <a:ext cx="100" cy="65"/>
              </a:xfrm>
              <a:custGeom>
                <a:avLst/>
                <a:gdLst>
                  <a:gd name="T0" fmla="*/ 779 w 58"/>
                  <a:gd name="T1" fmla="*/ 180 h 35"/>
                  <a:gd name="T2" fmla="*/ 122 w 58"/>
                  <a:gd name="T3" fmla="*/ 539 h 35"/>
                  <a:gd name="T4" fmla="*/ 381 w 58"/>
                  <a:gd name="T5" fmla="*/ 704 h 35"/>
                  <a:gd name="T6" fmla="*/ 522 w 58"/>
                  <a:gd name="T7" fmla="*/ 390 h 35"/>
                  <a:gd name="T8" fmla="*/ 779 w 58"/>
                  <a:gd name="T9" fmla="*/ 379 h 35"/>
                  <a:gd name="T10" fmla="*/ 805 w 58"/>
                  <a:gd name="T11" fmla="*/ 18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5">
                    <a:moveTo>
                      <a:pt x="51" y="8"/>
                    </a:moveTo>
                    <a:cubicBezTo>
                      <a:pt x="40" y="0"/>
                      <a:pt x="0" y="4"/>
                      <a:pt x="8" y="24"/>
                    </a:cubicBezTo>
                    <a:cubicBezTo>
                      <a:pt x="10" y="29"/>
                      <a:pt x="20" y="35"/>
                      <a:pt x="25" y="32"/>
                    </a:cubicBezTo>
                    <a:cubicBezTo>
                      <a:pt x="31" y="30"/>
                      <a:pt x="28" y="22"/>
                      <a:pt x="34" y="18"/>
                    </a:cubicBezTo>
                    <a:cubicBezTo>
                      <a:pt x="39" y="15"/>
                      <a:pt x="46" y="19"/>
                      <a:pt x="51" y="17"/>
                    </a:cubicBezTo>
                    <a:cubicBezTo>
                      <a:pt x="55" y="15"/>
                      <a:pt x="58" y="10"/>
                      <a:pt x="53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" name="Freeform 691">
                <a:extLst>
                  <a:ext uri="{FF2B5EF4-FFF2-40B4-BE49-F238E27FC236}">
                    <a16:creationId xmlns:a16="http://schemas.microsoft.com/office/drawing/2014/main" id="{2C3E9DBA-D584-4A31-8282-82D532E0E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2436"/>
                <a:ext cx="92" cy="58"/>
              </a:xfrm>
              <a:custGeom>
                <a:avLst/>
                <a:gdLst>
                  <a:gd name="T0" fmla="*/ 85 w 53"/>
                  <a:gd name="T1" fmla="*/ 157 h 31"/>
                  <a:gd name="T2" fmla="*/ 602 w 53"/>
                  <a:gd name="T3" fmla="*/ 137 h 31"/>
                  <a:gd name="T4" fmla="*/ 705 w 53"/>
                  <a:gd name="T5" fmla="*/ 634 h 31"/>
                  <a:gd name="T6" fmla="*/ 533 w 53"/>
                  <a:gd name="T7" fmla="*/ 602 h 31"/>
                  <a:gd name="T8" fmla="*/ 347 w 53"/>
                  <a:gd name="T9" fmla="*/ 438 h 31"/>
                  <a:gd name="T10" fmla="*/ 85 w 53"/>
                  <a:gd name="T11" fmla="*/ 18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5" y="7"/>
                    </a:moveTo>
                    <a:cubicBezTo>
                      <a:pt x="16" y="3"/>
                      <a:pt x="27" y="0"/>
                      <a:pt x="38" y="6"/>
                    </a:cubicBezTo>
                    <a:cubicBezTo>
                      <a:pt x="44" y="9"/>
                      <a:pt x="53" y="22"/>
                      <a:pt x="45" y="28"/>
                    </a:cubicBezTo>
                    <a:cubicBezTo>
                      <a:pt x="42" y="31"/>
                      <a:pt x="37" y="28"/>
                      <a:pt x="34" y="26"/>
                    </a:cubicBezTo>
                    <a:cubicBezTo>
                      <a:pt x="29" y="22"/>
                      <a:pt x="29" y="20"/>
                      <a:pt x="22" y="19"/>
                    </a:cubicBezTo>
                    <a:cubicBezTo>
                      <a:pt x="15" y="19"/>
                      <a:pt x="0" y="20"/>
                      <a:pt x="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" name="Freeform 692">
                <a:extLst>
                  <a:ext uri="{FF2B5EF4-FFF2-40B4-BE49-F238E27FC236}">
                    <a16:creationId xmlns:a16="http://schemas.microsoft.com/office/drawing/2014/main" id="{C5B4D74F-7DD2-4898-8F49-7701FB8CA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396"/>
                <a:ext cx="161" cy="114"/>
              </a:xfrm>
              <a:custGeom>
                <a:avLst/>
                <a:gdLst>
                  <a:gd name="T0" fmla="*/ 357 w 93"/>
                  <a:gd name="T1" fmla="*/ 1254 h 62"/>
                  <a:gd name="T2" fmla="*/ 107 w 93"/>
                  <a:gd name="T3" fmla="*/ 460 h 62"/>
                  <a:gd name="T4" fmla="*/ 552 w 93"/>
                  <a:gd name="T5" fmla="*/ 327 h 62"/>
                  <a:gd name="T6" fmla="*/ 782 w 93"/>
                  <a:gd name="T7" fmla="*/ 318 h 62"/>
                  <a:gd name="T8" fmla="*/ 1016 w 93"/>
                  <a:gd name="T9" fmla="*/ 149 h 62"/>
                  <a:gd name="T10" fmla="*/ 1399 w 93"/>
                  <a:gd name="T11" fmla="*/ 230 h 62"/>
                  <a:gd name="T12" fmla="*/ 1042 w 93"/>
                  <a:gd name="T13" fmla="*/ 548 h 62"/>
                  <a:gd name="T14" fmla="*/ 611 w 93"/>
                  <a:gd name="T15" fmla="*/ 883 h 62"/>
                  <a:gd name="T16" fmla="*/ 431 w 93"/>
                  <a:gd name="T17" fmla="*/ 1225 h 62"/>
                  <a:gd name="T18" fmla="*/ 319 w 93"/>
                  <a:gd name="T19" fmla="*/ 1254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62">
                    <a:moveTo>
                      <a:pt x="23" y="60"/>
                    </a:moveTo>
                    <a:cubicBezTo>
                      <a:pt x="7" y="62"/>
                      <a:pt x="0" y="32"/>
                      <a:pt x="7" y="22"/>
                    </a:cubicBezTo>
                    <a:cubicBezTo>
                      <a:pt x="14" y="12"/>
                      <a:pt x="26" y="17"/>
                      <a:pt x="35" y="16"/>
                    </a:cubicBezTo>
                    <a:cubicBezTo>
                      <a:pt x="40" y="16"/>
                      <a:pt x="46" y="17"/>
                      <a:pt x="50" y="15"/>
                    </a:cubicBezTo>
                    <a:cubicBezTo>
                      <a:pt x="55" y="14"/>
                      <a:pt x="60" y="9"/>
                      <a:pt x="65" y="7"/>
                    </a:cubicBezTo>
                    <a:cubicBezTo>
                      <a:pt x="73" y="4"/>
                      <a:pt x="87" y="0"/>
                      <a:pt x="90" y="11"/>
                    </a:cubicBezTo>
                    <a:cubicBezTo>
                      <a:pt x="93" y="24"/>
                      <a:pt x="75" y="24"/>
                      <a:pt x="67" y="26"/>
                    </a:cubicBezTo>
                    <a:cubicBezTo>
                      <a:pt x="56" y="28"/>
                      <a:pt x="43" y="31"/>
                      <a:pt x="39" y="42"/>
                    </a:cubicBezTo>
                    <a:cubicBezTo>
                      <a:pt x="35" y="50"/>
                      <a:pt x="37" y="54"/>
                      <a:pt x="28" y="58"/>
                    </a:cubicBezTo>
                    <a:cubicBezTo>
                      <a:pt x="25" y="58"/>
                      <a:pt x="22" y="60"/>
                      <a:pt x="20" y="6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" name="Freeform 693">
                <a:extLst>
                  <a:ext uri="{FF2B5EF4-FFF2-40B4-BE49-F238E27FC236}">
                    <a16:creationId xmlns:a16="http://schemas.microsoft.com/office/drawing/2014/main" id="{1E9BFD74-26EC-444F-AE46-E90446E58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294"/>
                <a:ext cx="135" cy="109"/>
              </a:xfrm>
              <a:custGeom>
                <a:avLst/>
                <a:gdLst>
                  <a:gd name="T0" fmla="*/ 1085 w 78"/>
                  <a:gd name="T1" fmla="*/ 81 h 59"/>
                  <a:gd name="T2" fmla="*/ 746 w 78"/>
                  <a:gd name="T3" fmla="*/ 24 h 59"/>
                  <a:gd name="T4" fmla="*/ 234 w 78"/>
                  <a:gd name="T5" fmla="*/ 209 h 59"/>
                  <a:gd name="T6" fmla="*/ 16 w 78"/>
                  <a:gd name="T7" fmla="*/ 730 h 59"/>
                  <a:gd name="T8" fmla="*/ 320 w 78"/>
                  <a:gd name="T9" fmla="*/ 1184 h 59"/>
                  <a:gd name="T10" fmla="*/ 530 w 78"/>
                  <a:gd name="T11" fmla="*/ 713 h 59"/>
                  <a:gd name="T12" fmla="*/ 950 w 78"/>
                  <a:gd name="T13" fmla="*/ 632 h 59"/>
                  <a:gd name="T14" fmla="*/ 1213 w 78"/>
                  <a:gd name="T15" fmla="*/ 410 h 59"/>
                  <a:gd name="T16" fmla="*/ 1106 w 78"/>
                  <a:gd name="T17" fmla="*/ 177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9">
                    <a:moveTo>
                      <a:pt x="70" y="4"/>
                    </a:moveTo>
                    <a:cubicBezTo>
                      <a:pt x="66" y="0"/>
                      <a:pt x="54" y="1"/>
                      <a:pt x="48" y="1"/>
                    </a:cubicBezTo>
                    <a:cubicBezTo>
                      <a:pt x="36" y="1"/>
                      <a:pt x="25" y="1"/>
                      <a:pt x="15" y="10"/>
                    </a:cubicBezTo>
                    <a:cubicBezTo>
                      <a:pt x="9" y="15"/>
                      <a:pt x="2" y="26"/>
                      <a:pt x="1" y="34"/>
                    </a:cubicBezTo>
                    <a:cubicBezTo>
                      <a:pt x="0" y="44"/>
                      <a:pt x="10" y="59"/>
                      <a:pt x="21" y="55"/>
                    </a:cubicBezTo>
                    <a:cubicBezTo>
                      <a:pt x="29" y="51"/>
                      <a:pt x="28" y="39"/>
                      <a:pt x="34" y="33"/>
                    </a:cubicBezTo>
                    <a:cubicBezTo>
                      <a:pt x="41" y="26"/>
                      <a:pt x="51" y="29"/>
                      <a:pt x="61" y="29"/>
                    </a:cubicBezTo>
                    <a:cubicBezTo>
                      <a:pt x="68" y="28"/>
                      <a:pt x="77" y="27"/>
                      <a:pt x="78" y="19"/>
                    </a:cubicBezTo>
                    <a:cubicBezTo>
                      <a:pt x="78" y="14"/>
                      <a:pt x="75" y="9"/>
                      <a:pt x="7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" name="Freeform 694">
                <a:extLst>
                  <a:ext uri="{FF2B5EF4-FFF2-40B4-BE49-F238E27FC236}">
                    <a16:creationId xmlns:a16="http://schemas.microsoft.com/office/drawing/2014/main" id="{4CC1C7DF-763B-48F4-9969-2CDD54595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233"/>
                <a:ext cx="84" cy="74"/>
              </a:xfrm>
              <a:custGeom>
                <a:avLst/>
                <a:gdLst>
                  <a:gd name="T0" fmla="*/ 572 w 48"/>
                  <a:gd name="T1" fmla="*/ 68 h 40"/>
                  <a:gd name="T2" fmla="*/ 151 w 48"/>
                  <a:gd name="T3" fmla="*/ 278 h 40"/>
                  <a:gd name="T4" fmla="*/ 236 w 48"/>
                  <a:gd name="T5" fmla="*/ 760 h 40"/>
                  <a:gd name="T6" fmla="*/ 499 w 48"/>
                  <a:gd name="T7" fmla="*/ 411 h 40"/>
                  <a:gd name="T8" fmla="*/ 658 w 48"/>
                  <a:gd name="T9" fmla="*/ 8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35" y="3"/>
                    </a:moveTo>
                    <a:cubicBezTo>
                      <a:pt x="29" y="0"/>
                      <a:pt x="13" y="8"/>
                      <a:pt x="9" y="13"/>
                    </a:cubicBezTo>
                    <a:cubicBezTo>
                      <a:pt x="0" y="21"/>
                      <a:pt x="3" y="31"/>
                      <a:pt x="14" y="35"/>
                    </a:cubicBezTo>
                    <a:cubicBezTo>
                      <a:pt x="29" y="40"/>
                      <a:pt x="21" y="26"/>
                      <a:pt x="30" y="19"/>
                    </a:cubicBezTo>
                    <a:cubicBezTo>
                      <a:pt x="33" y="17"/>
                      <a:pt x="48" y="10"/>
                      <a:pt x="40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" name="Freeform 695">
                <a:extLst>
                  <a:ext uri="{FF2B5EF4-FFF2-40B4-BE49-F238E27FC236}">
                    <a16:creationId xmlns:a16="http://schemas.microsoft.com/office/drawing/2014/main" id="{2E4A72BD-E36B-4C96-9112-9C0711D27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132"/>
                <a:ext cx="101" cy="123"/>
              </a:xfrm>
              <a:custGeom>
                <a:avLst/>
                <a:gdLst>
                  <a:gd name="T0" fmla="*/ 719 w 58"/>
                  <a:gd name="T1" fmla="*/ 125 h 67"/>
                  <a:gd name="T2" fmla="*/ 28 w 58"/>
                  <a:gd name="T3" fmla="*/ 600 h 67"/>
                  <a:gd name="T4" fmla="*/ 479 w 58"/>
                  <a:gd name="T5" fmla="*/ 1076 h 67"/>
                  <a:gd name="T6" fmla="*/ 655 w 58"/>
                  <a:gd name="T7" fmla="*/ 771 h 67"/>
                  <a:gd name="T8" fmla="*/ 846 w 58"/>
                  <a:gd name="T9" fmla="*/ 600 h 67"/>
                  <a:gd name="T10" fmla="*/ 719 w 58"/>
                  <a:gd name="T11" fmla="*/ 149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7">
                    <a:moveTo>
                      <a:pt x="45" y="6"/>
                    </a:moveTo>
                    <a:cubicBezTo>
                      <a:pt x="29" y="0"/>
                      <a:pt x="6" y="11"/>
                      <a:pt x="2" y="29"/>
                    </a:cubicBezTo>
                    <a:cubicBezTo>
                      <a:pt x="0" y="43"/>
                      <a:pt x="17" y="67"/>
                      <a:pt x="30" y="52"/>
                    </a:cubicBezTo>
                    <a:cubicBezTo>
                      <a:pt x="34" y="47"/>
                      <a:pt x="36" y="41"/>
                      <a:pt x="41" y="37"/>
                    </a:cubicBezTo>
                    <a:cubicBezTo>
                      <a:pt x="45" y="34"/>
                      <a:pt x="50" y="34"/>
                      <a:pt x="53" y="29"/>
                    </a:cubicBezTo>
                    <a:cubicBezTo>
                      <a:pt x="58" y="20"/>
                      <a:pt x="54" y="10"/>
                      <a:pt x="45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" name="Freeform 696">
                <a:extLst>
                  <a:ext uri="{FF2B5EF4-FFF2-40B4-BE49-F238E27FC236}">
                    <a16:creationId xmlns:a16="http://schemas.microsoft.com/office/drawing/2014/main" id="{63C463AD-E006-4EF6-8B9E-A2456867D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185"/>
                <a:ext cx="135" cy="96"/>
              </a:xfrm>
              <a:custGeom>
                <a:avLst/>
                <a:gdLst>
                  <a:gd name="T0" fmla="*/ 1021 w 78"/>
                  <a:gd name="T1" fmla="*/ 233 h 52"/>
                  <a:gd name="T2" fmla="*/ 249 w 78"/>
                  <a:gd name="T3" fmla="*/ 258 h 52"/>
                  <a:gd name="T4" fmla="*/ 16 w 78"/>
                  <a:gd name="T5" fmla="*/ 661 h 52"/>
                  <a:gd name="T6" fmla="*/ 279 w 78"/>
                  <a:gd name="T7" fmla="*/ 1095 h 52"/>
                  <a:gd name="T8" fmla="*/ 483 w 78"/>
                  <a:gd name="T9" fmla="*/ 729 h 52"/>
                  <a:gd name="T10" fmla="*/ 836 w 78"/>
                  <a:gd name="T11" fmla="*/ 685 h 52"/>
                  <a:gd name="T12" fmla="*/ 1085 w 78"/>
                  <a:gd name="T13" fmla="*/ 25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2">
                    <a:moveTo>
                      <a:pt x="66" y="11"/>
                    </a:moveTo>
                    <a:cubicBezTo>
                      <a:pt x="52" y="0"/>
                      <a:pt x="31" y="3"/>
                      <a:pt x="16" y="12"/>
                    </a:cubicBezTo>
                    <a:cubicBezTo>
                      <a:pt x="9" y="17"/>
                      <a:pt x="3" y="22"/>
                      <a:pt x="1" y="31"/>
                    </a:cubicBezTo>
                    <a:cubicBezTo>
                      <a:pt x="0" y="40"/>
                      <a:pt x="8" y="52"/>
                      <a:pt x="18" y="51"/>
                    </a:cubicBezTo>
                    <a:cubicBezTo>
                      <a:pt x="27" y="50"/>
                      <a:pt x="25" y="38"/>
                      <a:pt x="31" y="34"/>
                    </a:cubicBezTo>
                    <a:cubicBezTo>
                      <a:pt x="38" y="27"/>
                      <a:pt x="45" y="32"/>
                      <a:pt x="54" y="32"/>
                    </a:cubicBezTo>
                    <a:cubicBezTo>
                      <a:pt x="67" y="34"/>
                      <a:pt x="78" y="24"/>
                      <a:pt x="70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" name="Freeform 697">
                <a:extLst>
                  <a:ext uri="{FF2B5EF4-FFF2-40B4-BE49-F238E27FC236}">
                    <a16:creationId xmlns:a16="http://schemas.microsoft.com/office/drawing/2014/main" id="{71C72347-4696-457A-A0FF-55D0F12C3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999"/>
                <a:ext cx="109" cy="68"/>
              </a:xfrm>
              <a:custGeom>
                <a:avLst/>
                <a:gdLst>
                  <a:gd name="T0" fmla="*/ 185 w 63"/>
                  <a:gd name="T1" fmla="*/ 709 h 37"/>
                  <a:gd name="T2" fmla="*/ 431 w 63"/>
                  <a:gd name="T3" fmla="*/ 24 h 37"/>
                  <a:gd name="T4" fmla="*/ 836 w 63"/>
                  <a:gd name="T5" fmla="*/ 149 h 37"/>
                  <a:gd name="T6" fmla="*/ 914 w 63"/>
                  <a:gd name="T7" fmla="*/ 527 h 37"/>
                  <a:gd name="T8" fmla="*/ 483 w 63"/>
                  <a:gd name="T9" fmla="*/ 527 h 37"/>
                  <a:gd name="T10" fmla="*/ 234 w 63"/>
                  <a:gd name="T11" fmla="*/ 709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12" y="34"/>
                    </a:moveTo>
                    <a:cubicBezTo>
                      <a:pt x="0" y="20"/>
                      <a:pt x="10" y="0"/>
                      <a:pt x="28" y="1"/>
                    </a:cubicBezTo>
                    <a:cubicBezTo>
                      <a:pt x="36" y="1"/>
                      <a:pt x="47" y="2"/>
                      <a:pt x="54" y="7"/>
                    </a:cubicBezTo>
                    <a:cubicBezTo>
                      <a:pt x="58" y="11"/>
                      <a:pt x="63" y="20"/>
                      <a:pt x="59" y="25"/>
                    </a:cubicBezTo>
                    <a:cubicBezTo>
                      <a:pt x="51" y="35"/>
                      <a:pt x="39" y="13"/>
                      <a:pt x="31" y="25"/>
                    </a:cubicBezTo>
                    <a:cubicBezTo>
                      <a:pt x="27" y="31"/>
                      <a:pt x="24" y="37"/>
                      <a:pt x="15" y="3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" name="Freeform 698">
                <a:extLst>
                  <a:ext uri="{FF2B5EF4-FFF2-40B4-BE49-F238E27FC236}">
                    <a16:creationId xmlns:a16="http://schemas.microsoft.com/office/drawing/2014/main" id="{B92E8B95-73F8-42DD-951B-845FAE99C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100"/>
                <a:ext cx="94" cy="96"/>
              </a:xfrm>
              <a:custGeom>
                <a:avLst/>
                <a:gdLst>
                  <a:gd name="T0" fmla="*/ 754 w 54"/>
                  <a:gd name="T1" fmla="*/ 177 h 52"/>
                  <a:gd name="T2" fmla="*/ 111 w 54"/>
                  <a:gd name="T3" fmla="*/ 258 h 52"/>
                  <a:gd name="T4" fmla="*/ 28 w 54"/>
                  <a:gd name="T5" fmla="*/ 729 h 52"/>
                  <a:gd name="T6" fmla="*/ 285 w 54"/>
                  <a:gd name="T7" fmla="*/ 1043 h 52"/>
                  <a:gd name="T8" fmla="*/ 406 w 54"/>
                  <a:gd name="T9" fmla="*/ 661 h 52"/>
                  <a:gd name="T10" fmla="*/ 655 w 54"/>
                  <a:gd name="T11" fmla="*/ 604 h 52"/>
                  <a:gd name="T12" fmla="*/ 846 w 54"/>
                  <a:gd name="T13" fmla="*/ 454 h 52"/>
                  <a:gd name="T14" fmla="*/ 782 w 54"/>
                  <a:gd name="T15" fmla="*/ 177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2">
                    <a:moveTo>
                      <a:pt x="47" y="8"/>
                    </a:moveTo>
                    <a:cubicBezTo>
                      <a:pt x="33" y="1"/>
                      <a:pt x="19" y="0"/>
                      <a:pt x="7" y="12"/>
                    </a:cubicBezTo>
                    <a:cubicBezTo>
                      <a:pt x="2" y="18"/>
                      <a:pt x="0" y="26"/>
                      <a:pt x="2" y="34"/>
                    </a:cubicBezTo>
                    <a:cubicBezTo>
                      <a:pt x="3" y="41"/>
                      <a:pt x="9" y="52"/>
                      <a:pt x="18" y="49"/>
                    </a:cubicBezTo>
                    <a:cubicBezTo>
                      <a:pt x="25" y="46"/>
                      <a:pt x="22" y="37"/>
                      <a:pt x="25" y="31"/>
                    </a:cubicBezTo>
                    <a:cubicBezTo>
                      <a:pt x="29" y="25"/>
                      <a:pt x="35" y="27"/>
                      <a:pt x="41" y="28"/>
                    </a:cubicBezTo>
                    <a:cubicBezTo>
                      <a:pt x="47" y="29"/>
                      <a:pt x="52" y="29"/>
                      <a:pt x="53" y="21"/>
                    </a:cubicBezTo>
                    <a:cubicBezTo>
                      <a:pt x="54" y="17"/>
                      <a:pt x="52" y="10"/>
                      <a:pt x="49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" name="Freeform 699">
                <a:extLst>
                  <a:ext uri="{FF2B5EF4-FFF2-40B4-BE49-F238E27FC236}">
                    <a16:creationId xmlns:a16="http://schemas.microsoft.com/office/drawing/2014/main" id="{47CCE274-E59C-4C3C-ADA4-3D59015EC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025"/>
                <a:ext cx="74" cy="60"/>
              </a:xfrm>
              <a:custGeom>
                <a:avLst/>
                <a:gdLst>
                  <a:gd name="T0" fmla="*/ 453 w 43"/>
                  <a:gd name="T1" fmla="*/ 145 h 33"/>
                  <a:gd name="T2" fmla="*/ 62 w 43"/>
                  <a:gd name="T3" fmla="*/ 215 h 33"/>
                  <a:gd name="T4" fmla="*/ 62 w 43"/>
                  <a:gd name="T5" fmla="*/ 513 h 33"/>
                  <a:gd name="T6" fmla="*/ 270 w 43"/>
                  <a:gd name="T7" fmla="*/ 456 h 33"/>
                  <a:gd name="T8" fmla="*/ 587 w 43"/>
                  <a:gd name="T9" fmla="*/ 360 h 33"/>
                  <a:gd name="T10" fmla="*/ 465 w 43"/>
                  <a:gd name="T11" fmla="*/ 16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30" y="7"/>
                    </a:moveTo>
                    <a:cubicBezTo>
                      <a:pt x="20" y="2"/>
                      <a:pt x="10" y="0"/>
                      <a:pt x="4" y="11"/>
                    </a:cubicBezTo>
                    <a:cubicBezTo>
                      <a:pt x="2" y="16"/>
                      <a:pt x="0" y="22"/>
                      <a:pt x="4" y="26"/>
                    </a:cubicBezTo>
                    <a:cubicBezTo>
                      <a:pt x="10" y="33"/>
                      <a:pt x="14" y="26"/>
                      <a:pt x="18" y="23"/>
                    </a:cubicBezTo>
                    <a:cubicBezTo>
                      <a:pt x="25" y="18"/>
                      <a:pt x="33" y="26"/>
                      <a:pt x="39" y="18"/>
                    </a:cubicBezTo>
                    <a:cubicBezTo>
                      <a:pt x="43" y="12"/>
                      <a:pt x="36" y="12"/>
                      <a:pt x="3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" name="Freeform 700">
                <a:extLst>
                  <a:ext uri="{FF2B5EF4-FFF2-40B4-BE49-F238E27FC236}">
                    <a16:creationId xmlns:a16="http://schemas.microsoft.com/office/drawing/2014/main" id="{B356911D-992C-47ED-A459-605CF6589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215"/>
                <a:ext cx="98" cy="70"/>
              </a:xfrm>
              <a:custGeom>
                <a:avLst/>
                <a:gdLst>
                  <a:gd name="T0" fmla="*/ 26 w 57"/>
                  <a:gd name="T1" fmla="*/ 601 h 38"/>
                  <a:gd name="T2" fmla="*/ 827 w 57"/>
                  <a:gd name="T3" fmla="*/ 379 h 38"/>
                  <a:gd name="T4" fmla="*/ 777 w 57"/>
                  <a:gd name="T5" fmla="*/ 698 h 38"/>
                  <a:gd name="T6" fmla="*/ 559 w 57"/>
                  <a:gd name="T7" fmla="*/ 601 h 38"/>
                  <a:gd name="T8" fmla="*/ 375 w 57"/>
                  <a:gd name="T9" fmla="*/ 737 h 38"/>
                  <a:gd name="T10" fmla="*/ 227 w 57"/>
                  <a:gd name="T11" fmla="*/ 781 h 38"/>
                  <a:gd name="T12" fmla="*/ 15 w 57"/>
                  <a:gd name="T13" fmla="*/ 63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28"/>
                    </a:moveTo>
                    <a:cubicBezTo>
                      <a:pt x="6" y="11"/>
                      <a:pt x="45" y="0"/>
                      <a:pt x="55" y="18"/>
                    </a:cubicBezTo>
                    <a:cubicBezTo>
                      <a:pt x="57" y="22"/>
                      <a:pt x="57" y="30"/>
                      <a:pt x="52" y="33"/>
                    </a:cubicBezTo>
                    <a:cubicBezTo>
                      <a:pt x="46" y="36"/>
                      <a:pt x="42" y="28"/>
                      <a:pt x="37" y="28"/>
                    </a:cubicBezTo>
                    <a:cubicBezTo>
                      <a:pt x="31" y="27"/>
                      <a:pt x="29" y="33"/>
                      <a:pt x="25" y="35"/>
                    </a:cubicBezTo>
                    <a:cubicBezTo>
                      <a:pt x="22" y="37"/>
                      <a:pt x="18" y="38"/>
                      <a:pt x="15" y="37"/>
                    </a:cubicBezTo>
                    <a:cubicBezTo>
                      <a:pt x="11" y="37"/>
                      <a:pt x="0" y="36"/>
                      <a:pt x="1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" name="Freeform 701">
                <a:extLst>
                  <a:ext uri="{FF2B5EF4-FFF2-40B4-BE49-F238E27FC236}">
                    <a16:creationId xmlns:a16="http://schemas.microsoft.com/office/drawing/2014/main" id="{968A6F9D-DBF8-4333-B033-7BFAA831B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102"/>
                <a:ext cx="96" cy="52"/>
              </a:xfrm>
              <a:custGeom>
                <a:avLst/>
                <a:gdLst>
                  <a:gd name="T0" fmla="*/ 16 w 55"/>
                  <a:gd name="T1" fmla="*/ 0 h 28"/>
                  <a:gd name="T2" fmla="*/ 86 w 55"/>
                  <a:gd name="T3" fmla="*/ 180 h 28"/>
                  <a:gd name="T4" fmla="*/ 222 w 55"/>
                  <a:gd name="T5" fmla="*/ 379 h 28"/>
                  <a:gd name="T6" fmla="*/ 536 w 55"/>
                  <a:gd name="T7" fmla="*/ 442 h 28"/>
                  <a:gd name="T8" fmla="*/ 892 w 55"/>
                  <a:gd name="T9" fmla="*/ 306 h 28"/>
                  <a:gd name="T10" fmla="*/ 675 w 55"/>
                  <a:gd name="T11" fmla="*/ 487 h 28"/>
                  <a:gd name="T12" fmla="*/ 286 w 55"/>
                  <a:gd name="T13" fmla="*/ 596 h 28"/>
                  <a:gd name="T14" fmla="*/ 49 w 55"/>
                  <a:gd name="T15" fmla="*/ 334 h 28"/>
                  <a:gd name="T16" fmla="*/ 16 w 55"/>
                  <a:gd name="T17" fmla="*/ 24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28">
                    <a:moveTo>
                      <a:pt x="1" y="0"/>
                    </a:moveTo>
                    <a:cubicBezTo>
                      <a:pt x="3" y="2"/>
                      <a:pt x="3" y="6"/>
                      <a:pt x="5" y="8"/>
                    </a:cubicBezTo>
                    <a:cubicBezTo>
                      <a:pt x="7" y="12"/>
                      <a:pt x="10" y="15"/>
                      <a:pt x="14" y="17"/>
                    </a:cubicBezTo>
                    <a:cubicBezTo>
                      <a:pt x="20" y="20"/>
                      <a:pt x="26" y="22"/>
                      <a:pt x="33" y="20"/>
                    </a:cubicBezTo>
                    <a:cubicBezTo>
                      <a:pt x="40" y="18"/>
                      <a:pt x="49" y="11"/>
                      <a:pt x="55" y="14"/>
                    </a:cubicBezTo>
                    <a:cubicBezTo>
                      <a:pt x="50" y="14"/>
                      <a:pt x="46" y="19"/>
                      <a:pt x="42" y="22"/>
                    </a:cubicBezTo>
                    <a:cubicBezTo>
                      <a:pt x="35" y="26"/>
                      <a:pt x="27" y="28"/>
                      <a:pt x="18" y="27"/>
                    </a:cubicBezTo>
                    <a:cubicBezTo>
                      <a:pt x="11" y="26"/>
                      <a:pt x="5" y="22"/>
                      <a:pt x="3" y="15"/>
                    </a:cubicBezTo>
                    <a:cubicBezTo>
                      <a:pt x="0" y="10"/>
                      <a:pt x="2" y="6"/>
                      <a:pt x="1" y="1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" name="Freeform 702">
                <a:extLst>
                  <a:ext uri="{FF2B5EF4-FFF2-40B4-BE49-F238E27FC236}">
                    <a16:creationId xmlns:a16="http://schemas.microsoft.com/office/drawing/2014/main" id="{C3675645-C9D8-4DFC-9D8B-F9B22A27B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159"/>
                <a:ext cx="54" cy="47"/>
              </a:xfrm>
              <a:custGeom>
                <a:avLst/>
                <a:gdLst>
                  <a:gd name="T0" fmla="*/ 348 w 31"/>
                  <a:gd name="T1" fmla="*/ 0 h 25"/>
                  <a:gd name="T2" fmla="*/ 237 w 31"/>
                  <a:gd name="T3" fmla="*/ 353 h 25"/>
                  <a:gd name="T4" fmla="*/ 0 w 31"/>
                  <a:gd name="T5" fmla="*/ 453 h 25"/>
                  <a:gd name="T6" fmla="*/ 385 w 31"/>
                  <a:gd name="T7" fmla="*/ 2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22" y="0"/>
                    </a:moveTo>
                    <a:cubicBezTo>
                      <a:pt x="23" y="6"/>
                      <a:pt x="20" y="12"/>
                      <a:pt x="15" y="15"/>
                    </a:cubicBezTo>
                    <a:cubicBezTo>
                      <a:pt x="10" y="19"/>
                      <a:pt x="5" y="17"/>
                      <a:pt x="0" y="19"/>
                    </a:cubicBezTo>
                    <a:cubicBezTo>
                      <a:pt x="12" y="25"/>
                      <a:pt x="31" y="15"/>
                      <a:pt x="2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" name="Freeform 703">
                <a:extLst>
                  <a:ext uri="{FF2B5EF4-FFF2-40B4-BE49-F238E27FC236}">
                    <a16:creationId xmlns:a16="http://schemas.microsoft.com/office/drawing/2014/main" id="{85443C5C-12CF-4366-BFBF-DF330CA11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81"/>
                <a:ext cx="167" cy="26"/>
              </a:xfrm>
              <a:custGeom>
                <a:avLst/>
                <a:gdLst>
                  <a:gd name="T0" fmla="*/ 1531 w 96"/>
                  <a:gd name="T1" fmla="*/ 24 h 14"/>
                  <a:gd name="T2" fmla="*/ 1190 w 96"/>
                  <a:gd name="T3" fmla="*/ 0 h 14"/>
                  <a:gd name="T4" fmla="*/ 541 w 96"/>
                  <a:gd name="T5" fmla="*/ 110 h 14"/>
                  <a:gd name="T6" fmla="*/ 257 w 96"/>
                  <a:gd name="T7" fmla="*/ 24 h 14"/>
                  <a:gd name="T8" fmla="*/ 0 w 96"/>
                  <a:gd name="T9" fmla="*/ 156 h 14"/>
                  <a:gd name="T10" fmla="*/ 684 w 96"/>
                  <a:gd name="T11" fmla="*/ 290 h 14"/>
                  <a:gd name="T12" fmla="*/ 1190 w 96"/>
                  <a:gd name="T13" fmla="*/ 110 h 14"/>
                  <a:gd name="T14" fmla="*/ 1531 w 96"/>
                  <a:gd name="T15" fmla="*/ 69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4">
                    <a:moveTo>
                      <a:pt x="96" y="1"/>
                    </a:moveTo>
                    <a:cubicBezTo>
                      <a:pt x="92" y="8"/>
                      <a:pt x="79" y="5"/>
                      <a:pt x="75" y="0"/>
                    </a:cubicBezTo>
                    <a:cubicBezTo>
                      <a:pt x="65" y="11"/>
                      <a:pt x="46" y="7"/>
                      <a:pt x="34" y="5"/>
                    </a:cubicBezTo>
                    <a:cubicBezTo>
                      <a:pt x="28" y="4"/>
                      <a:pt x="22" y="2"/>
                      <a:pt x="16" y="1"/>
                    </a:cubicBezTo>
                    <a:cubicBezTo>
                      <a:pt x="9" y="0"/>
                      <a:pt x="5" y="3"/>
                      <a:pt x="0" y="7"/>
                    </a:cubicBezTo>
                    <a:cubicBezTo>
                      <a:pt x="16" y="1"/>
                      <a:pt x="28" y="11"/>
                      <a:pt x="43" y="13"/>
                    </a:cubicBezTo>
                    <a:cubicBezTo>
                      <a:pt x="56" y="14"/>
                      <a:pt x="65" y="12"/>
                      <a:pt x="75" y="5"/>
                    </a:cubicBezTo>
                    <a:cubicBezTo>
                      <a:pt x="79" y="11"/>
                      <a:pt x="92" y="9"/>
                      <a:pt x="9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" name="Freeform 704">
                <a:extLst>
                  <a:ext uri="{FF2B5EF4-FFF2-40B4-BE49-F238E27FC236}">
                    <a16:creationId xmlns:a16="http://schemas.microsoft.com/office/drawing/2014/main" id="{2BF6E243-2F01-465F-A84A-5767ADEE2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353"/>
                <a:ext cx="142" cy="58"/>
              </a:xfrm>
              <a:custGeom>
                <a:avLst/>
                <a:gdLst>
                  <a:gd name="T0" fmla="*/ 591 w 82"/>
                  <a:gd name="T1" fmla="*/ 24 h 31"/>
                  <a:gd name="T2" fmla="*/ 611 w 82"/>
                  <a:gd name="T3" fmla="*/ 210 h 31"/>
                  <a:gd name="T4" fmla="*/ 554 w 82"/>
                  <a:gd name="T5" fmla="*/ 393 h 31"/>
                  <a:gd name="T6" fmla="*/ 419 w 82"/>
                  <a:gd name="T7" fmla="*/ 602 h 31"/>
                  <a:gd name="T8" fmla="*/ 234 w 82"/>
                  <a:gd name="T9" fmla="*/ 662 h 31"/>
                  <a:gd name="T10" fmla="*/ 0 w 82"/>
                  <a:gd name="T11" fmla="*/ 715 h 31"/>
                  <a:gd name="T12" fmla="*/ 320 w 82"/>
                  <a:gd name="T13" fmla="*/ 687 h 31"/>
                  <a:gd name="T14" fmla="*/ 655 w 82"/>
                  <a:gd name="T15" fmla="*/ 503 h 31"/>
                  <a:gd name="T16" fmla="*/ 1017 w 82"/>
                  <a:gd name="T17" fmla="*/ 322 h 31"/>
                  <a:gd name="T18" fmla="*/ 1278 w 82"/>
                  <a:gd name="T19" fmla="*/ 339 h 31"/>
                  <a:gd name="T20" fmla="*/ 1044 w 82"/>
                  <a:gd name="T21" fmla="*/ 256 h 31"/>
                  <a:gd name="T22" fmla="*/ 810 w 82"/>
                  <a:gd name="T23" fmla="*/ 269 h 31"/>
                  <a:gd name="T24" fmla="*/ 591 w 82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31">
                    <a:moveTo>
                      <a:pt x="38" y="1"/>
                    </a:moveTo>
                    <a:cubicBezTo>
                      <a:pt x="38" y="1"/>
                      <a:pt x="39" y="7"/>
                      <a:pt x="39" y="9"/>
                    </a:cubicBezTo>
                    <a:cubicBezTo>
                      <a:pt x="38" y="12"/>
                      <a:pt x="37" y="14"/>
                      <a:pt x="36" y="17"/>
                    </a:cubicBezTo>
                    <a:cubicBezTo>
                      <a:pt x="34" y="21"/>
                      <a:pt x="31" y="24"/>
                      <a:pt x="27" y="26"/>
                    </a:cubicBezTo>
                    <a:cubicBezTo>
                      <a:pt x="23" y="28"/>
                      <a:pt x="19" y="28"/>
                      <a:pt x="15" y="29"/>
                    </a:cubicBezTo>
                    <a:cubicBezTo>
                      <a:pt x="10" y="30"/>
                      <a:pt x="5" y="29"/>
                      <a:pt x="0" y="31"/>
                    </a:cubicBezTo>
                    <a:cubicBezTo>
                      <a:pt x="7" y="30"/>
                      <a:pt x="14" y="31"/>
                      <a:pt x="21" y="30"/>
                    </a:cubicBezTo>
                    <a:cubicBezTo>
                      <a:pt x="28" y="28"/>
                      <a:pt x="35" y="25"/>
                      <a:pt x="42" y="22"/>
                    </a:cubicBezTo>
                    <a:cubicBezTo>
                      <a:pt x="49" y="19"/>
                      <a:pt x="57" y="15"/>
                      <a:pt x="65" y="14"/>
                    </a:cubicBezTo>
                    <a:cubicBezTo>
                      <a:pt x="71" y="12"/>
                      <a:pt x="76" y="13"/>
                      <a:pt x="82" y="15"/>
                    </a:cubicBezTo>
                    <a:cubicBezTo>
                      <a:pt x="80" y="11"/>
                      <a:pt x="71" y="11"/>
                      <a:pt x="67" y="11"/>
                    </a:cubicBezTo>
                    <a:cubicBezTo>
                      <a:pt x="62" y="11"/>
                      <a:pt x="57" y="12"/>
                      <a:pt x="52" y="12"/>
                    </a:cubicBezTo>
                    <a:cubicBezTo>
                      <a:pt x="43" y="13"/>
                      <a:pt x="43" y="5"/>
                      <a:pt x="38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" name="Freeform 705">
                <a:extLst>
                  <a:ext uri="{FF2B5EF4-FFF2-40B4-BE49-F238E27FC236}">
                    <a16:creationId xmlns:a16="http://schemas.microsoft.com/office/drawing/2014/main" id="{710D32BB-443E-4542-8EE5-07ADE0178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287"/>
                <a:ext cx="47" cy="53"/>
              </a:xfrm>
              <a:custGeom>
                <a:avLst/>
                <a:gdLst>
                  <a:gd name="T0" fmla="*/ 433 w 27"/>
                  <a:gd name="T1" fmla="*/ 80 h 29"/>
                  <a:gd name="T2" fmla="*/ 285 w 27"/>
                  <a:gd name="T3" fmla="*/ 294 h 29"/>
                  <a:gd name="T4" fmla="*/ 322 w 27"/>
                  <a:gd name="T5" fmla="*/ 590 h 29"/>
                  <a:gd name="T6" fmla="*/ 275 w 27"/>
                  <a:gd name="T7" fmla="*/ 420 h 29"/>
                  <a:gd name="T8" fmla="*/ 172 w 27"/>
                  <a:gd name="T9" fmla="*/ 300 h 29"/>
                  <a:gd name="T10" fmla="*/ 111 w 27"/>
                  <a:gd name="T11" fmla="*/ 177 h 29"/>
                  <a:gd name="T12" fmla="*/ 0 w 27"/>
                  <a:gd name="T13" fmla="*/ 146 h 29"/>
                  <a:gd name="T14" fmla="*/ 127 w 27"/>
                  <a:gd name="T15" fmla="*/ 97 h 29"/>
                  <a:gd name="T16" fmla="*/ 193 w 27"/>
                  <a:gd name="T17" fmla="*/ 44 h 29"/>
                  <a:gd name="T18" fmla="*/ 385 w 27"/>
                  <a:gd name="T19" fmla="*/ 8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9">
                    <a:moveTo>
                      <a:pt x="27" y="4"/>
                    </a:moveTo>
                    <a:cubicBezTo>
                      <a:pt x="21" y="6"/>
                      <a:pt x="18" y="8"/>
                      <a:pt x="18" y="14"/>
                    </a:cubicBezTo>
                    <a:cubicBezTo>
                      <a:pt x="17" y="19"/>
                      <a:pt x="19" y="24"/>
                      <a:pt x="20" y="29"/>
                    </a:cubicBezTo>
                    <a:cubicBezTo>
                      <a:pt x="18" y="27"/>
                      <a:pt x="18" y="24"/>
                      <a:pt x="17" y="21"/>
                    </a:cubicBezTo>
                    <a:cubicBezTo>
                      <a:pt x="15" y="19"/>
                      <a:pt x="13" y="17"/>
                      <a:pt x="11" y="15"/>
                    </a:cubicBezTo>
                    <a:cubicBezTo>
                      <a:pt x="10" y="13"/>
                      <a:pt x="9" y="11"/>
                      <a:pt x="7" y="9"/>
                    </a:cubicBezTo>
                    <a:cubicBezTo>
                      <a:pt x="5" y="8"/>
                      <a:pt x="1" y="9"/>
                      <a:pt x="0" y="7"/>
                    </a:cubicBezTo>
                    <a:cubicBezTo>
                      <a:pt x="2" y="6"/>
                      <a:pt x="5" y="6"/>
                      <a:pt x="8" y="5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5" y="0"/>
                      <a:pt x="22" y="1"/>
                      <a:pt x="24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" name="Freeform 706">
                <a:extLst>
                  <a:ext uri="{FF2B5EF4-FFF2-40B4-BE49-F238E27FC236}">
                    <a16:creationId xmlns:a16="http://schemas.microsoft.com/office/drawing/2014/main" id="{6591306A-7660-49A6-9AEB-FECA26F5B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267"/>
                <a:ext cx="89" cy="35"/>
              </a:xfrm>
              <a:custGeom>
                <a:avLst/>
                <a:gdLst>
                  <a:gd name="T0" fmla="*/ 0 w 51"/>
                  <a:gd name="T1" fmla="*/ 44 h 19"/>
                  <a:gd name="T2" fmla="*/ 286 w 51"/>
                  <a:gd name="T3" fmla="*/ 105 h 19"/>
                  <a:gd name="T4" fmla="*/ 387 w 51"/>
                  <a:gd name="T5" fmla="*/ 400 h 19"/>
                  <a:gd name="T6" fmla="*/ 822 w 51"/>
                  <a:gd name="T7" fmla="*/ 193 h 19"/>
                  <a:gd name="T8" fmla="*/ 633 w 51"/>
                  <a:gd name="T9" fmla="*/ 193 h 19"/>
                  <a:gd name="T10" fmla="*/ 421 w 51"/>
                  <a:gd name="T11" fmla="*/ 193 h 19"/>
                  <a:gd name="T12" fmla="*/ 351 w 51"/>
                  <a:gd name="T13" fmla="*/ 81 h 19"/>
                  <a:gd name="T14" fmla="*/ 241 w 51"/>
                  <a:gd name="T15" fmla="*/ 24 h 19"/>
                  <a:gd name="T16" fmla="*/ 28 w 51"/>
                  <a:gd name="T17" fmla="*/ 4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9">
                    <a:moveTo>
                      <a:pt x="0" y="2"/>
                    </a:moveTo>
                    <a:cubicBezTo>
                      <a:pt x="6" y="2"/>
                      <a:pt x="13" y="1"/>
                      <a:pt x="18" y="5"/>
                    </a:cubicBezTo>
                    <a:cubicBezTo>
                      <a:pt x="24" y="9"/>
                      <a:pt x="22" y="15"/>
                      <a:pt x="24" y="19"/>
                    </a:cubicBezTo>
                    <a:cubicBezTo>
                      <a:pt x="26" y="6"/>
                      <a:pt x="44" y="14"/>
                      <a:pt x="51" y="9"/>
                    </a:cubicBezTo>
                    <a:cubicBezTo>
                      <a:pt x="47" y="9"/>
                      <a:pt x="43" y="10"/>
                      <a:pt x="39" y="9"/>
                    </a:cubicBezTo>
                    <a:cubicBezTo>
                      <a:pt x="35" y="9"/>
                      <a:pt x="29" y="11"/>
                      <a:pt x="26" y="9"/>
                    </a:cubicBezTo>
                    <a:cubicBezTo>
                      <a:pt x="24" y="8"/>
                      <a:pt x="23" y="5"/>
                      <a:pt x="22" y="4"/>
                    </a:cubicBezTo>
                    <a:cubicBezTo>
                      <a:pt x="20" y="2"/>
                      <a:pt x="18" y="2"/>
                      <a:pt x="15" y="1"/>
                    </a:cubicBezTo>
                    <a:cubicBezTo>
                      <a:pt x="12" y="0"/>
                      <a:pt x="6" y="0"/>
                      <a:pt x="2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" name="Freeform 707">
                <a:extLst>
                  <a:ext uri="{FF2B5EF4-FFF2-40B4-BE49-F238E27FC236}">
                    <a16:creationId xmlns:a16="http://schemas.microsoft.com/office/drawing/2014/main" id="{95EF11EE-0BB4-442A-9FD5-D5764391D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039"/>
                <a:ext cx="153" cy="46"/>
              </a:xfrm>
              <a:custGeom>
                <a:avLst/>
                <a:gdLst>
                  <a:gd name="T0" fmla="*/ 647 w 88"/>
                  <a:gd name="T1" fmla="*/ 105 h 25"/>
                  <a:gd name="T2" fmla="*/ 520 w 88"/>
                  <a:gd name="T3" fmla="*/ 326 h 25"/>
                  <a:gd name="T4" fmla="*/ 299 w 88"/>
                  <a:gd name="T5" fmla="*/ 447 h 25"/>
                  <a:gd name="T6" fmla="*/ 0 w 88"/>
                  <a:gd name="T7" fmla="*/ 298 h 25"/>
                  <a:gd name="T8" fmla="*/ 384 w 88"/>
                  <a:gd name="T9" fmla="*/ 504 h 25"/>
                  <a:gd name="T10" fmla="*/ 584 w 88"/>
                  <a:gd name="T11" fmla="*/ 379 h 25"/>
                  <a:gd name="T12" fmla="*/ 713 w 88"/>
                  <a:gd name="T13" fmla="*/ 230 h 25"/>
                  <a:gd name="T14" fmla="*/ 756 w 88"/>
                  <a:gd name="T15" fmla="*/ 250 h 25"/>
                  <a:gd name="T16" fmla="*/ 819 w 88"/>
                  <a:gd name="T17" fmla="*/ 326 h 25"/>
                  <a:gd name="T18" fmla="*/ 1061 w 88"/>
                  <a:gd name="T19" fmla="*/ 298 h 25"/>
                  <a:gd name="T20" fmla="*/ 1309 w 88"/>
                  <a:gd name="T21" fmla="*/ 149 h 25"/>
                  <a:gd name="T22" fmla="*/ 1396 w 88"/>
                  <a:gd name="T23" fmla="*/ 0 h 25"/>
                  <a:gd name="T24" fmla="*/ 953 w 88"/>
                  <a:gd name="T25" fmla="*/ 206 h 25"/>
                  <a:gd name="T26" fmla="*/ 668 w 88"/>
                  <a:gd name="T27" fmla="*/ 125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25">
                    <a:moveTo>
                      <a:pt x="41" y="5"/>
                    </a:moveTo>
                    <a:cubicBezTo>
                      <a:pt x="41" y="9"/>
                      <a:pt x="36" y="13"/>
                      <a:pt x="33" y="15"/>
                    </a:cubicBezTo>
                    <a:cubicBezTo>
                      <a:pt x="29" y="19"/>
                      <a:pt x="24" y="20"/>
                      <a:pt x="19" y="21"/>
                    </a:cubicBezTo>
                    <a:cubicBezTo>
                      <a:pt x="11" y="21"/>
                      <a:pt x="6" y="18"/>
                      <a:pt x="0" y="14"/>
                    </a:cubicBezTo>
                    <a:cubicBezTo>
                      <a:pt x="7" y="21"/>
                      <a:pt x="14" y="25"/>
                      <a:pt x="24" y="24"/>
                    </a:cubicBezTo>
                    <a:cubicBezTo>
                      <a:pt x="29" y="24"/>
                      <a:pt x="34" y="21"/>
                      <a:pt x="37" y="18"/>
                    </a:cubicBezTo>
                    <a:cubicBezTo>
                      <a:pt x="40" y="16"/>
                      <a:pt x="44" y="14"/>
                      <a:pt x="45" y="11"/>
                    </a:cubicBezTo>
                    <a:cubicBezTo>
                      <a:pt x="47" y="10"/>
                      <a:pt x="47" y="12"/>
                      <a:pt x="48" y="12"/>
                    </a:cubicBezTo>
                    <a:cubicBezTo>
                      <a:pt x="49" y="13"/>
                      <a:pt x="51" y="14"/>
                      <a:pt x="52" y="15"/>
                    </a:cubicBezTo>
                    <a:cubicBezTo>
                      <a:pt x="57" y="16"/>
                      <a:pt x="63" y="16"/>
                      <a:pt x="67" y="14"/>
                    </a:cubicBezTo>
                    <a:cubicBezTo>
                      <a:pt x="73" y="13"/>
                      <a:pt x="78" y="10"/>
                      <a:pt x="82" y="7"/>
                    </a:cubicBezTo>
                    <a:cubicBezTo>
                      <a:pt x="86" y="6"/>
                      <a:pt x="88" y="4"/>
                      <a:pt x="88" y="0"/>
                    </a:cubicBezTo>
                    <a:cubicBezTo>
                      <a:pt x="86" y="8"/>
                      <a:pt x="67" y="10"/>
                      <a:pt x="60" y="10"/>
                    </a:cubicBezTo>
                    <a:cubicBezTo>
                      <a:pt x="53" y="10"/>
                      <a:pt x="48" y="8"/>
                      <a:pt x="42" y="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" name="Freeform 708">
                <a:extLst>
                  <a:ext uri="{FF2B5EF4-FFF2-40B4-BE49-F238E27FC236}">
                    <a16:creationId xmlns:a16="http://schemas.microsoft.com/office/drawing/2014/main" id="{8FAC295A-D014-4C04-A639-F08A2DAF7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96"/>
                <a:ext cx="32" cy="37"/>
              </a:xfrm>
              <a:custGeom>
                <a:avLst/>
                <a:gdLst>
                  <a:gd name="T0" fmla="*/ 0 w 18"/>
                  <a:gd name="T1" fmla="*/ 0 h 20"/>
                  <a:gd name="T2" fmla="*/ 208 w 18"/>
                  <a:gd name="T3" fmla="*/ 178 h 20"/>
                  <a:gd name="T4" fmla="*/ 281 w 18"/>
                  <a:gd name="T5" fmla="*/ 278 h 20"/>
                  <a:gd name="T6" fmla="*/ 320 w 18"/>
                  <a:gd name="T7" fmla="*/ 431 h 20"/>
                  <a:gd name="T8" fmla="*/ 247 w 18"/>
                  <a:gd name="T9" fmla="*/ 105 h 20"/>
                  <a:gd name="T10" fmla="*/ 37 w 1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5" y="2"/>
                      <a:pt x="9" y="4"/>
                      <a:pt x="12" y="8"/>
                    </a:cubicBezTo>
                    <a:cubicBezTo>
                      <a:pt x="13" y="9"/>
                      <a:pt x="15" y="11"/>
                      <a:pt x="16" y="13"/>
                    </a:cubicBezTo>
                    <a:cubicBezTo>
                      <a:pt x="17" y="15"/>
                      <a:pt x="17" y="18"/>
                      <a:pt x="18" y="20"/>
                    </a:cubicBezTo>
                    <a:cubicBezTo>
                      <a:pt x="18" y="15"/>
                      <a:pt x="18" y="9"/>
                      <a:pt x="14" y="5"/>
                    </a:cubicBezTo>
                    <a:cubicBezTo>
                      <a:pt x="11" y="2"/>
                      <a:pt x="6" y="1"/>
                      <a:pt x="2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" name="Freeform 709">
                <a:extLst>
                  <a:ext uri="{FF2B5EF4-FFF2-40B4-BE49-F238E27FC236}">
                    <a16:creationId xmlns:a16="http://schemas.microsoft.com/office/drawing/2014/main" id="{F77B7251-62EC-4067-A839-86318894E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340"/>
                <a:ext cx="93" cy="95"/>
              </a:xfrm>
              <a:custGeom>
                <a:avLst/>
                <a:gdLst>
                  <a:gd name="T0" fmla="*/ 818 w 54"/>
                  <a:gd name="T1" fmla="*/ 905 h 51"/>
                  <a:gd name="T2" fmla="*/ 525 w 54"/>
                  <a:gd name="T3" fmla="*/ 576 h 51"/>
                  <a:gd name="T4" fmla="*/ 424 w 54"/>
                  <a:gd name="T5" fmla="*/ 0 h 51"/>
                  <a:gd name="T6" fmla="*/ 353 w 54"/>
                  <a:gd name="T7" fmla="*/ 600 h 51"/>
                  <a:gd name="T8" fmla="*/ 0 w 54"/>
                  <a:gd name="T9" fmla="*/ 905 h 51"/>
                  <a:gd name="T10" fmla="*/ 460 w 54"/>
                  <a:gd name="T11" fmla="*/ 877 h 51"/>
                  <a:gd name="T12" fmla="*/ 818 w 54"/>
                  <a:gd name="T13" fmla="*/ 1146 h 51"/>
                  <a:gd name="T14" fmla="*/ 818 w 54"/>
                  <a:gd name="T15" fmla="*/ 965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1">
                    <a:moveTo>
                      <a:pt x="54" y="40"/>
                    </a:moveTo>
                    <a:cubicBezTo>
                      <a:pt x="50" y="47"/>
                      <a:pt x="37" y="31"/>
                      <a:pt x="35" y="26"/>
                    </a:cubicBezTo>
                    <a:cubicBezTo>
                      <a:pt x="31" y="18"/>
                      <a:pt x="28" y="9"/>
                      <a:pt x="28" y="0"/>
                    </a:cubicBezTo>
                    <a:cubicBezTo>
                      <a:pt x="26" y="8"/>
                      <a:pt x="27" y="18"/>
                      <a:pt x="23" y="27"/>
                    </a:cubicBezTo>
                    <a:cubicBezTo>
                      <a:pt x="19" y="36"/>
                      <a:pt x="9" y="38"/>
                      <a:pt x="0" y="40"/>
                    </a:cubicBezTo>
                    <a:cubicBezTo>
                      <a:pt x="9" y="43"/>
                      <a:pt x="20" y="39"/>
                      <a:pt x="30" y="39"/>
                    </a:cubicBezTo>
                    <a:cubicBezTo>
                      <a:pt x="40" y="39"/>
                      <a:pt x="48" y="44"/>
                      <a:pt x="54" y="51"/>
                    </a:cubicBezTo>
                    <a:cubicBezTo>
                      <a:pt x="53" y="48"/>
                      <a:pt x="54" y="46"/>
                      <a:pt x="54" y="43"/>
                    </a:cubicBezTo>
                  </a:path>
                </a:pathLst>
              </a:custGeom>
              <a:solidFill>
                <a:srgbClr val="F7C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" name="Freeform 710">
                <a:extLst>
                  <a:ext uri="{FF2B5EF4-FFF2-40B4-BE49-F238E27FC236}">
                    <a16:creationId xmlns:a16="http://schemas.microsoft.com/office/drawing/2014/main" id="{EF61717B-B7D3-4D17-854F-782DDC89F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326"/>
                <a:ext cx="35" cy="86"/>
              </a:xfrm>
              <a:custGeom>
                <a:avLst/>
                <a:gdLst>
                  <a:gd name="T0" fmla="*/ 102 w 20"/>
                  <a:gd name="T1" fmla="*/ 0 h 47"/>
                  <a:gd name="T2" fmla="*/ 327 w 20"/>
                  <a:gd name="T3" fmla="*/ 961 h 47"/>
                  <a:gd name="T4" fmla="*/ 37 w 20"/>
                  <a:gd name="T5" fmla="*/ 569 h 47"/>
                  <a:gd name="T6" fmla="*/ 65 w 20"/>
                  <a:gd name="T7" fmla="*/ 4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6" y="0"/>
                    </a:moveTo>
                    <a:cubicBezTo>
                      <a:pt x="1" y="17"/>
                      <a:pt x="4" y="38"/>
                      <a:pt x="20" y="47"/>
                    </a:cubicBezTo>
                    <a:cubicBezTo>
                      <a:pt x="11" y="47"/>
                      <a:pt x="3" y="36"/>
                      <a:pt x="2" y="28"/>
                    </a:cubicBezTo>
                    <a:cubicBezTo>
                      <a:pt x="0" y="18"/>
                      <a:pt x="4" y="10"/>
                      <a:pt x="4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" name="Freeform 711">
                <a:extLst>
                  <a:ext uri="{FF2B5EF4-FFF2-40B4-BE49-F238E27FC236}">
                    <a16:creationId xmlns:a16="http://schemas.microsoft.com/office/drawing/2014/main" id="{A9D941D3-F3D7-4D92-80B5-3E2AE4BA7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102"/>
                <a:ext cx="128" cy="104"/>
              </a:xfrm>
              <a:custGeom>
                <a:avLst/>
                <a:gdLst>
                  <a:gd name="T0" fmla="*/ 701 w 74"/>
                  <a:gd name="T1" fmla="*/ 24 h 56"/>
                  <a:gd name="T2" fmla="*/ 512 w 74"/>
                  <a:gd name="T3" fmla="*/ 858 h 56"/>
                  <a:gd name="T4" fmla="*/ 0 w 74"/>
                  <a:gd name="T5" fmla="*/ 877 h 56"/>
                  <a:gd name="T6" fmla="*/ 278 w 74"/>
                  <a:gd name="T7" fmla="*/ 973 h 56"/>
                  <a:gd name="T8" fmla="*/ 446 w 74"/>
                  <a:gd name="T9" fmla="*/ 1235 h 56"/>
                  <a:gd name="T10" fmla="*/ 1143 w 74"/>
                  <a:gd name="T11" fmla="*/ 929 h 56"/>
                  <a:gd name="T12" fmla="*/ 714 w 74"/>
                  <a:gd name="T13" fmla="*/ 693 h 56"/>
                  <a:gd name="T14" fmla="*/ 759 w 74"/>
                  <a:gd name="T15" fmla="*/ 334 h 56"/>
                  <a:gd name="T16" fmla="*/ 701 w 74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56">
                    <a:moveTo>
                      <a:pt x="45" y="1"/>
                    </a:moveTo>
                    <a:cubicBezTo>
                      <a:pt x="47" y="13"/>
                      <a:pt x="45" y="32"/>
                      <a:pt x="33" y="39"/>
                    </a:cubicBezTo>
                    <a:cubicBezTo>
                      <a:pt x="22" y="45"/>
                      <a:pt x="11" y="41"/>
                      <a:pt x="0" y="40"/>
                    </a:cubicBezTo>
                    <a:cubicBezTo>
                      <a:pt x="6" y="42"/>
                      <a:pt x="13" y="42"/>
                      <a:pt x="18" y="44"/>
                    </a:cubicBezTo>
                    <a:cubicBezTo>
                      <a:pt x="24" y="47"/>
                      <a:pt x="26" y="51"/>
                      <a:pt x="29" y="56"/>
                    </a:cubicBezTo>
                    <a:cubicBezTo>
                      <a:pt x="30" y="39"/>
                      <a:pt x="63" y="39"/>
                      <a:pt x="74" y="42"/>
                    </a:cubicBezTo>
                    <a:cubicBezTo>
                      <a:pt x="65" y="37"/>
                      <a:pt x="46" y="44"/>
                      <a:pt x="46" y="31"/>
                    </a:cubicBezTo>
                    <a:cubicBezTo>
                      <a:pt x="46" y="26"/>
                      <a:pt x="49" y="20"/>
                      <a:pt x="49" y="15"/>
                    </a:cubicBezTo>
                    <a:cubicBezTo>
                      <a:pt x="50" y="9"/>
                      <a:pt x="47" y="5"/>
                      <a:pt x="4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" name="Freeform 712">
                <a:extLst>
                  <a:ext uri="{FF2B5EF4-FFF2-40B4-BE49-F238E27FC236}">
                    <a16:creationId xmlns:a16="http://schemas.microsoft.com/office/drawing/2014/main" id="{AEEF6945-D7CE-45C9-B5B0-89F547AB6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021"/>
                <a:ext cx="40" cy="79"/>
              </a:xfrm>
              <a:custGeom>
                <a:avLst/>
                <a:gdLst>
                  <a:gd name="T0" fmla="*/ 157 w 23"/>
                  <a:gd name="T1" fmla="*/ 0 h 43"/>
                  <a:gd name="T2" fmla="*/ 369 w 23"/>
                  <a:gd name="T3" fmla="*/ 858 h 43"/>
                  <a:gd name="T4" fmla="*/ 148 w 23"/>
                  <a:gd name="T5" fmla="*/ 4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3">
                    <a:moveTo>
                      <a:pt x="10" y="0"/>
                    </a:moveTo>
                    <a:cubicBezTo>
                      <a:pt x="3" y="13"/>
                      <a:pt x="8" y="36"/>
                      <a:pt x="23" y="41"/>
                    </a:cubicBezTo>
                    <a:cubicBezTo>
                      <a:pt x="3" y="43"/>
                      <a:pt x="0" y="13"/>
                      <a:pt x="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" name="Freeform 713">
                <a:extLst>
                  <a:ext uri="{FF2B5EF4-FFF2-40B4-BE49-F238E27FC236}">
                    <a16:creationId xmlns:a16="http://schemas.microsoft.com/office/drawing/2014/main" id="{B3DF9462-CF2F-4541-BC04-A9076F9E0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189"/>
                <a:ext cx="68" cy="37"/>
              </a:xfrm>
              <a:custGeom>
                <a:avLst/>
                <a:gdLst>
                  <a:gd name="T0" fmla="*/ 629 w 39"/>
                  <a:gd name="T1" fmla="*/ 0 h 20"/>
                  <a:gd name="T2" fmla="*/ 0 w 39"/>
                  <a:gd name="T3" fmla="*/ 194 h 20"/>
                  <a:gd name="T4" fmla="*/ 408 w 39"/>
                  <a:gd name="T5" fmla="*/ 355 h 20"/>
                  <a:gd name="T6" fmla="*/ 629 w 39"/>
                  <a:gd name="T7" fmla="*/ 4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28" y="11"/>
                      <a:pt x="15" y="14"/>
                      <a:pt x="0" y="9"/>
                    </a:cubicBezTo>
                    <a:cubicBezTo>
                      <a:pt x="9" y="14"/>
                      <a:pt x="14" y="20"/>
                      <a:pt x="25" y="16"/>
                    </a:cubicBezTo>
                    <a:cubicBezTo>
                      <a:pt x="32" y="14"/>
                      <a:pt x="38" y="7"/>
                      <a:pt x="3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" name="Freeform 714">
                <a:extLst>
                  <a:ext uri="{FF2B5EF4-FFF2-40B4-BE49-F238E27FC236}">
                    <a16:creationId xmlns:a16="http://schemas.microsoft.com/office/drawing/2014/main" id="{274C6CC7-AEE7-40A3-B430-A5B9D354B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047"/>
                <a:ext cx="50" cy="79"/>
              </a:xfrm>
              <a:custGeom>
                <a:avLst/>
                <a:gdLst>
                  <a:gd name="T0" fmla="*/ 398 w 29"/>
                  <a:gd name="T1" fmla="*/ 652 h 43"/>
                  <a:gd name="T2" fmla="*/ 247 w 29"/>
                  <a:gd name="T3" fmla="*/ 355 h 43"/>
                  <a:gd name="T4" fmla="*/ 231 w 29"/>
                  <a:gd name="T5" fmla="*/ 0 h 43"/>
                  <a:gd name="T6" fmla="*/ 440 w 29"/>
                  <a:gd name="T7" fmla="*/ 898 h 43"/>
                  <a:gd name="T8" fmla="*/ 398 w 29"/>
                  <a:gd name="T9" fmla="*/ 65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26" y="31"/>
                    </a:moveTo>
                    <a:cubicBezTo>
                      <a:pt x="23" y="34"/>
                      <a:pt x="17" y="21"/>
                      <a:pt x="16" y="17"/>
                    </a:cubicBezTo>
                    <a:cubicBezTo>
                      <a:pt x="14" y="12"/>
                      <a:pt x="14" y="5"/>
                      <a:pt x="15" y="0"/>
                    </a:cubicBezTo>
                    <a:cubicBezTo>
                      <a:pt x="0" y="16"/>
                      <a:pt x="21" y="31"/>
                      <a:pt x="29" y="43"/>
                    </a:cubicBezTo>
                    <a:cubicBezTo>
                      <a:pt x="27" y="40"/>
                      <a:pt x="27" y="34"/>
                      <a:pt x="26" y="3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" name="Freeform 715">
                <a:extLst>
                  <a:ext uri="{FF2B5EF4-FFF2-40B4-BE49-F238E27FC236}">
                    <a16:creationId xmlns:a16="http://schemas.microsoft.com/office/drawing/2014/main" id="{8FC69848-8A13-4A4B-93BD-94385C966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11"/>
                <a:ext cx="36" cy="81"/>
              </a:xfrm>
              <a:custGeom>
                <a:avLst/>
                <a:gdLst>
                  <a:gd name="T0" fmla="*/ 312 w 21"/>
                  <a:gd name="T1" fmla="*/ 0 h 44"/>
                  <a:gd name="T2" fmla="*/ 267 w 21"/>
                  <a:gd name="T3" fmla="*/ 928 h 44"/>
                  <a:gd name="T4" fmla="*/ 26 w 21"/>
                  <a:gd name="T5" fmla="*/ 573 h 44"/>
                  <a:gd name="T6" fmla="*/ 77 w 21"/>
                  <a:gd name="T7" fmla="*/ 81 h 44"/>
                  <a:gd name="T8" fmla="*/ 206 w 21"/>
                  <a:gd name="T9" fmla="*/ 81 h 44"/>
                  <a:gd name="T10" fmla="*/ 288 w 21"/>
                  <a:gd name="T11" fmla="*/ 68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8" y="9"/>
                      <a:pt x="2" y="33"/>
                      <a:pt x="18" y="44"/>
                    </a:cubicBezTo>
                    <a:cubicBezTo>
                      <a:pt x="10" y="43"/>
                      <a:pt x="4" y="35"/>
                      <a:pt x="2" y="27"/>
                    </a:cubicBezTo>
                    <a:cubicBezTo>
                      <a:pt x="0" y="19"/>
                      <a:pt x="9" y="10"/>
                      <a:pt x="5" y="4"/>
                    </a:cubicBezTo>
                    <a:cubicBezTo>
                      <a:pt x="8" y="4"/>
                      <a:pt x="11" y="4"/>
                      <a:pt x="14" y="4"/>
                    </a:cubicBezTo>
                    <a:cubicBezTo>
                      <a:pt x="16" y="3"/>
                      <a:pt x="19" y="0"/>
                      <a:pt x="1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" name="Freeform 716">
                <a:extLst>
                  <a:ext uri="{FF2B5EF4-FFF2-40B4-BE49-F238E27FC236}">
                    <a16:creationId xmlns:a16="http://schemas.microsoft.com/office/drawing/2014/main" id="{0249B9F0-34E5-42EA-B4E6-50A90B742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021"/>
                <a:ext cx="77" cy="31"/>
              </a:xfrm>
              <a:custGeom>
                <a:avLst/>
                <a:gdLst>
                  <a:gd name="T0" fmla="*/ 723 w 44"/>
                  <a:gd name="T1" fmla="*/ 0 h 17"/>
                  <a:gd name="T2" fmla="*/ 564 w 44"/>
                  <a:gd name="T3" fmla="*/ 97 h 17"/>
                  <a:gd name="T4" fmla="*/ 350 w 44"/>
                  <a:gd name="T5" fmla="*/ 199 h 17"/>
                  <a:gd name="T6" fmla="*/ 0 w 44"/>
                  <a:gd name="T7" fmla="*/ 243 h 17"/>
                  <a:gd name="T8" fmla="*/ 441 w 44"/>
                  <a:gd name="T9" fmla="*/ 243 h 17"/>
                  <a:gd name="T10" fmla="*/ 613 w 44"/>
                  <a:gd name="T11" fmla="*/ 199 h 17"/>
                  <a:gd name="T12" fmla="*/ 637 w 44"/>
                  <a:gd name="T13" fmla="*/ 346 h 17"/>
                  <a:gd name="T14" fmla="*/ 677 w 44"/>
                  <a:gd name="T15" fmla="*/ 162 h 17"/>
                  <a:gd name="T16" fmla="*/ 723 w 4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7">
                    <a:moveTo>
                      <a:pt x="44" y="0"/>
                    </a:moveTo>
                    <a:cubicBezTo>
                      <a:pt x="40" y="1"/>
                      <a:pt x="38" y="3"/>
                      <a:pt x="34" y="5"/>
                    </a:cubicBezTo>
                    <a:cubicBezTo>
                      <a:pt x="30" y="7"/>
                      <a:pt x="26" y="8"/>
                      <a:pt x="21" y="10"/>
                    </a:cubicBezTo>
                    <a:cubicBezTo>
                      <a:pt x="15" y="12"/>
                      <a:pt x="7" y="14"/>
                      <a:pt x="0" y="12"/>
                    </a:cubicBezTo>
                    <a:cubicBezTo>
                      <a:pt x="9" y="17"/>
                      <a:pt x="18" y="15"/>
                      <a:pt x="27" y="12"/>
                    </a:cubicBezTo>
                    <a:cubicBezTo>
                      <a:pt x="30" y="12"/>
                      <a:pt x="34" y="9"/>
                      <a:pt x="37" y="10"/>
                    </a:cubicBezTo>
                    <a:cubicBezTo>
                      <a:pt x="39" y="11"/>
                      <a:pt x="39" y="15"/>
                      <a:pt x="39" y="17"/>
                    </a:cubicBezTo>
                    <a:cubicBezTo>
                      <a:pt x="40" y="14"/>
                      <a:pt x="40" y="11"/>
                      <a:pt x="41" y="8"/>
                    </a:cubicBezTo>
                    <a:cubicBezTo>
                      <a:pt x="42" y="6"/>
                      <a:pt x="43" y="1"/>
                      <a:pt x="4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" name="Freeform 717">
                <a:extLst>
                  <a:ext uri="{FF2B5EF4-FFF2-40B4-BE49-F238E27FC236}">
                    <a16:creationId xmlns:a16="http://schemas.microsoft.com/office/drawing/2014/main" id="{DBAD5B2C-4BD4-4DF3-92EB-2BE69A162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106"/>
                <a:ext cx="81" cy="42"/>
              </a:xfrm>
              <a:custGeom>
                <a:avLst/>
                <a:gdLst>
                  <a:gd name="T0" fmla="*/ 657 w 47"/>
                  <a:gd name="T1" fmla="*/ 0 h 23"/>
                  <a:gd name="T2" fmla="*/ 362 w 47"/>
                  <a:gd name="T3" fmla="*/ 267 h 23"/>
                  <a:gd name="T4" fmla="*/ 0 w 47"/>
                  <a:gd name="T5" fmla="*/ 44 h 23"/>
                  <a:gd name="T6" fmla="*/ 184 w 47"/>
                  <a:gd name="T7" fmla="*/ 367 h 23"/>
                  <a:gd name="T8" fmla="*/ 439 w 47"/>
                  <a:gd name="T9" fmla="*/ 420 h 23"/>
                  <a:gd name="T10" fmla="*/ 670 w 47"/>
                  <a:gd name="T11" fmla="*/ 24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3">
                    <a:moveTo>
                      <a:pt x="43" y="0"/>
                    </a:moveTo>
                    <a:cubicBezTo>
                      <a:pt x="41" y="7"/>
                      <a:pt x="30" y="12"/>
                      <a:pt x="24" y="13"/>
                    </a:cubicBezTo>
                    <a:cubicBezTo>
                      <a:pt x="13" y="16"/>
                      <a:pt x="6" y="9"/>
                      <a:pt x="0" y="2"/>
                    </a:cubicBezTo>
                    <a:cubicBezTo>
                      <a:pt x="4" y="7"/>
                      <a:pt x="6" y="14"/>
                      <a:pt x="12" y="18"/>
                    </a:cubicBezTo>
                    <a:cubicBezTo>
                      <a:pt x="17" y="21"/>
                      <a:pt x="24" y="23"/>
                      <a:pt x="29" y="21"/>
                    </a:cubicBezTo>
                    <a:cubicBezTo>
                      <a:pt x="36" y="18"/>
                      <a:pt x="47" y="9"/>
                      <a:pt x="44" y="1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" name="Freeform 718">
                <a:extLst>
                  <a:ext uri="{FF2B5EF4-FFF2-40B4-BE49-F238E27FC236}">
                    <a16:creationId xmlns:a16="http://schemas.microsoft.com/office/drawing/2014/main" id="{8EB3C1BC-C4ED-4A48-BA8A-7606E37AE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274"/>
                <a:ext cx="52" cy="85"/>
              </a:xfrm>
              <a:custGeom>
                <a:avLst/>
                <a:gdLst>
                  <a:gd name="T0" fmla="*/ 0 w 30"/>
                  <a:gd name="T1" fmla="*/ 194 h 46"/>
                  <a:gd name="T2" fmla="*/ 220 w 30"/>
                  <a:gd name="T3" fmla="*/ 632 h 46"/>
                  <a:gd name="T4" fmla="*/ 208 w 30"/>
                  <a:gd name="T5" fmla="*/ 990 h 46"/>
                  <a:gd name="T6" fmla="*/ 283 w 30"/>
                  <a:gd name="T7" fmla="*/ 455 h 46"/>
                  <a:gd name="T8" fmla="*/ 298 w 30"/>
                  <a:gd name="T9" fmla="*/ 259 h 46"/>
                  <a:gd name="T10" fmla="*/ 468 w 30"/>
                  <a:gd name="T11" fmla="*/ 0 h 46"/>
                  <a:gd name="T12" fmla="*/ 49 w 30"/>
                  <a:gd name="T13" fmla="*/ 177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0" y="9"/>
                    </a:moveTo>
                    <a:cubicBezTo>
                      <a:pt x="8" y="11"/>
                      <a:pt x="13" y="23"/>
                      <a:pt x="14" y="29"/>
                    </a:cubicBezTo>
                    <a:cubicBezTo>
                      <a:pt x="15" y="35"/>
                      <a:pt x="14" y="41"/>
                      <a:pt x="13" y="46"/>
                    </a:cubicBezTo>
                    <a:cubicBezTo>
                      <a:pt x="17" y="39"/>
                      <a:pt x="20" y="29"/>
                      <a:pt x="18" y="21"/>
                    </a:cubicBezTo>
                    <a:cubicBezTo>
                      <a:pt x="17" y="17"/>
                      <a:pt x="17" y="15"/>
                      <a:pt x="19" y="12"/>
                    </a:cubicBezTo>
                    <a:cubicBezTo>
                      <a:pt x="23" y="7"/>
                      <a:pt x="26" y="5"/>
                      <a:pt x="30" y="0"/>
                    </a:cubicBezTo>
                    <a:cubicBezTo>
                      <a:pt x="24" y="3"/>
                      <a:pt x="9" y="11"/>
                      <a:pt x="3" y="8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" name="Freeform 719">
                <a:extLst>
                  <a:ext uri="{FF2B5EF4-FFF2-40B4-BE49-F238E27FC236}">
                    <a16:creationId xmlns:a16="http://schemas.microsoft.com/office/drawing/2014/main" id="{3047BC78-3422-4171-AB6C-6B8979AD7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320"/>
                <a:ext cx="97" cy="50"/>
              </a:xfrm>
              <a:custGeom>
                <a:avLst/>
                <a:gdLst>
                  <a:gd name="T0" fmla="*/ 873 w 56"/>
                  <a:gd name="T1" fmla="*/ 24 h 27"/>
                  <a:gd name="T2" fmla="*/ 405 w 56"/>
                  <a:gd name="T3" fmla="*/ 591 h 27"/>
                  <a:gd name="T4" fmla="*/ 0 w 56"/>
                  <a:gd name="T5" fmla="*/ 439 h 27"/>
                  <a:gd name="T6" fmla="*/ 385 w 56"/>
                  <a:gd name="T7" fmla="*/ 456 h 27"/>
                  <a:gd name="T8" fmla="*/ 857 w 56"/>
                  <a:gd name="T9" fmla="*/ 2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1"/>
                    </a:moveTo>
                    <a:cubicBezTo>
                      <a:pt x="40" y="0"/>
                      <a:pt x="31" y="15"/>
                      <a:pt x="26" y="27"/>
                    </a:cubicBezTo>
                    <a:cubicBezTo>
                      <a:pt x="21" y="22"/>
                      <a:pt x="7" y="19"/>
                      <a:pt x="0" y="20"/>
                    </a:cubicBezTo>
                    <a:cubicBezTo>
                      <a:pt x="8" y="19"/>
                      <a:pt x="17" y="17"/>
                      <a:pt x="25" y="21"/>
                    </a:cubicBezTo>
                    <a:cubicBezTo>
                      <a:pt x="33" y="12"/>
                      <a:pt x="42" y="0"/>
                      <a:pt x="55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" name="Freeform 720">
                <a:extLst>
                  <a:ext uri="{FF2B5EF4-FFF2-40B4-BE49-F238E27FC236}">
                    <a16:creationId xmlns:a16="http://schemas.microsoft.com/office/drawing/2014/main" id="{ABB5CDD7-B302-41A0-921B-513209713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250"/>
                <a:ext cx="64" cy="26"/>
              </a:xfrm>
              <a:custGeom>
                <a:avLst/>
                <a:gdLst>
                  <a:gd name="T0" fmla="*/ 0 w 37"/>
                  <a:gd name="T1" fmla="*/ 306 h 14"/>
                  <a:gd name="T2" fmla="*/ 320 w 37"/>
                  <a:gd name="T3" fmla="*/ 204 h 14"/>
                  <a:gd name="T4" fmla="*/ 574 w 37"/>
                  <a:gd name="T5" fmla="*/ 290 h 14"/>
                  <a:gd name="T6" fmla="*/ 16 w 37"/>
                  <a:gd name="T7" fmla="*/ 23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5" y="10"/>
                      <a:pt x="15" y="10"/>
                      <a:pt x="21" y="9"/>
                    </a:cubicBezTo>
                    <a:cubicBezTo>
                      <a:pt x="27" y="9"/>
                      <a:pt x="32" y="11"/>
                      <a:pt x="37" y="13"/>
                    </a:cubicBezTo>
                    <a:cubicBezTo>
                      <a:pt x="28" y="0"/>
                      <a:pt x="12" y="5"/>
                      <a:pt x="1" y="1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" name="Freeform 721">
                <a:extLst>
                  <a:ext uri="{FF2B5EF4-FFF2-40B4-BE49-F238E27FC236}">
                    <a16:creationId xmlns:a16="http://schemas.microsoft.com/office/drawing/2014/main" id="{A7BFC266-E2BA-4C74-9B8E-87628CF6D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056"/>
                <a:ext cx="73" cy="92"/>
              </a:xfrm>
              <a:custGeom>
                <a:avLst/>
                <a:gdLst>
                  <a:gd name="T0" fmla="*/ 0 w 42"/>
                  <a:gd name="T1" fmla="*/ 548 h 50"/>
                  <a:gd name="T2" fmla="*/ 148 w 42"/>
                  <a:gd name="T3" fmla="*/ 1052 h 50"/>
                  <a:gd name="T4" fmla="*/ 348 w 42"/>
                  <a:gd name="T5" fmla="*/ 822 h 50"/>
                  <a:gd name="T6" fmla="*/ 605 w 42"/>
                  <a:gd name="T7" fmla="*/ 653 h 50"/>
                  <a:gd name="T8" fmla="*/ 619 w 42"/>
                  <a:gd name="T9" fmla="*/ 331 h 50"/>
                  <a:gd name="T10" fmla="*/ 640 w 42"/>
                  <a:gd name="T11" fmla="*/ 0 h 50"/>
                  <a:gd name="T12" fmla="*/ 577 w 42"/>
                  <a:gd name="T13" fmla="*/ 355 h 50"/>
                  <a:gd name="T14" fmla="*/ 471 w 42"/>
                  <a:gd name="T15" fmla="*/ 600 h 50"/>
                  <a:gd name="T16" fmla="*/ 236 w 42"/>
                  <a:gd name="T17" fmla="*/ 697 h 50"/>
                  <a:gd name="T18" fmla="*/ 28 w 42"/>
                  <a:gd name="T19" fmla="*/ 572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50">
                    <a:moveTo>
                      <a:pt x="0" y="26"/>
                    </a:moveTo>
                    <a:cubicBezTo>
                      <a:pt x="9" y="31"/>
                      <a:pt x="10" y="41"/>
                      <a:pt x="9" y="50"/>
                    </a:cubicBezTo>
                    <a:cubicBezTo>
                      <a:pt x="10" y="44"/>
                      <a:pt x="18" y="41"/>
                      <a:pt x="22" y="39"/>
                    </a:cubicBezTo>
                    <a:cubicBezTo>
                      <a:pt x="27" y="36"/>
                      <a:pt x="34" y="35"/>
                      <a:pt x="38" y="31"/>
                    </a:cubicBezTo>
                    <a:cubicBezTo>
                      <a:pt x="42" y="26"/>
                      <a:pt x="39" y="21"/>
                      <a:pt x="39" y="16"/>
                    </a:cubicBezTo>
                    <a:cubicBezTo>
                      <a:pt x="38" y="10"/>
                      <a:pt x="38" y="6"/>
                      <a:pt x="40" y="0"/>
                    </a:cubicBezTo>
                    <a:cubicBezTo>
                      <a:pt x="36" y="4"/>
                      <a:pt x="36" y="11"/>
                      <a:pt x="36" y="17"/>
                    </a:cubicBezTo>
                    <a:cubicBezTo>
                      <a:pt x="36" y="23"/>
                      <a:pt x="36" y="25"/>
                      <a:pt x="30" y="28"/>
                    </a:cubicBezTo>
                    <a:cubicBezTo>
                      <a:pt x="26" y="31"/>
                      <a:pt x="20" y="34"/>
                      <a:pt x="15" y="33"/>
                    </a:cubicBezTo>
                    <a:cubicBezTo>
                      <a:pt x="11" y="33"/>
                      <a:pt x="4" y="29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" name="Freeform 722">
                <a:extLst>
                  <a:ext uri="{FF2B5EF4-FFF2-40B4-BE49-F238E27FC236}">
                    <a16:creationId xmlns:a16="http://schemas.microsoft.com/office/drawing/2014/main" id="{0DB094EA-9959-41E9-8449-7511B27E7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036"/>
                <a:ext cx="14" cy="42"/>
              </a:xfrm>
              <a:custGeom>
                <a:avLst/>
                <a:gdLst>
                  <a:gd name="T0" fmla="*/ 135 w 8"/>
                  <a:gd name="T1" fmla="*/ 469 h 23"/>
                  <a:gd name="T2" fmla="*/ 135 w 8"/>
                  <a:gd name="T3" fmla="*/ 0 h 23"/>
                  <a:gd name="T4" fmla="*/ 102 w 8"/>
                  <a:gd name="T5" fmla="*/ 42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8" y="23"/>
                    </a:moveTo>
                    <a:cubicBezTo>
                      <a:pt x="3" y="17"/>
                      <a:pt x="5" y="6"/>
                      <a:pt x="8" y="0"/>
                    </a:cubicBezTo>
                    <a:cubicBezTo>
                      <a:pt x="3" y="3"/>
                      <a:pt x="0" y="17"/>
                      <a:pt x="6" y="2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" name="Freeform 723">
                <a:extLst>
                  <a:ext uri="{FF2B5EF4-FFF2-40B4-BE49-F238E27FC236}">
                    <a16:creationId xmlns:a16="http://schemas.microsoft.com/office/drawing/2014/main" id="{6C4863C8-134F-4EC6-AFC9-3D862F3C4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017"/>
                <a:ext cx="43" cy="20"/>
              </a:xfrm>
              <a:custGeom>
                <a:avLst/>
                <a:gdLst>
                  <a:gd name="T0" fmla="*/ 0 w 25"/>
                  <a:gd name="T1" fmla="*/ 44 h 11"/>
                  <a:gd name="T2" fmla="*/ 210 w 25"/>
                  <a:gd name="T3" fmla="*/ 80 h 11"/>
                  <a:gd name="T4" fmla="*/ 375 w 25"/>
                  <a:gd name="T5" fmla="*/ 215 h 11"/>
                  <a:gd name="T6" fmla="*/ 184 w 25"/>
                  <a:gd name="T7" fmla="*/ 24 h 11"/>
                  <a:gd name="T8" fmla="*/ 15 w 25"/>
                  <a:gd name="T9" fmla="*/ 2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2"/>
                    </a:moveTo>
                    <a:cubicBezTo>
                      <a:pt x="4" y="3"/>
                      <a:pt x="9" y="2"/>
                      <a:pt x="14" y="4"/>
                    </a:cubicBezTo>
                    <a:cubicBezTo>
                      <a:pt x="18" y="5"/>
                      <a:pt x="21" y="8"/>
                      <a:pt x="25" y="11"/>
                    </a:cubicBezTo>
                    <a:cubicBezTo>
                      <a:pt x="21" y="5"/>
                      <a:pt x="19" y="3"/>
                      <a:pt x="12" y="1"/>
                    </a:cubicBezTo>
                    <a:cubicBezTo>
                      <a:pt x="8" y="0"/>
                      <a:pt x="4" y="2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" name="Freeform 724">
                <a:extLst>
                  <a:ext uri="{FF2B5EF4-FFF2-40B4-BE49-F238E27FC236}">
                    <a16:creationId xmlns:a16="http://schemas.microsoft.com/office/drawing/2014/main" id="{1DF1CAA7-C003-4FA7-BB58-2B9F58B6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122"/>
                <a:ext cx="39" cy="19"/>
              </a:xfrm>
              <a:custGeom>
                <a:avLst/>
                <a:gdLst>
                  <a:gd name="T0" fmla="*/ 0 w 23"/>
                  <a:gd name="T1" fmla="*/ 76 h 10"/>
                  <a:gd name="T2" fmla="*/ 307 w 23"/>
                  <a:gd name="T3" fmla="*/ 0 h 10"/>
                  <a:gd name="T4" fmla="*/ 24 w 23"/>
                  <a:gd name="T5" fmla="*/ 10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3"/>
                    </a:moveTo>
                    <a:cubicBezTo>
                      <a:pt x="8" y="6"/>
                      <a:pt x="16" y="5"/>
                      <a:pt x="22" y="0"/>
                    </a:cubicBezTo>
                    <a:cubicBezTo>
                      <a:pt x="23" y="8"/>
                      <a:pt x="3" y="10"/>
                      <a:pt x="2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" name="Freeform 725">
                <a:extLst>
                  <a:ext uri="{FF2B5EF4-FFF2-40B4-BE49-F238E27FC236}">
                    <a16:creationId xmlns:a16="http://schemas.microsoft.com/office/drawing/2014/main" id="{E7DECF91-5D00-47E4-AD2E-F69EE398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986"/>
                <a:ext cx="16" cy="35"/>
              </a:xfrm>
              <a:custGeom>
                <a:avLst/>
                <a:gdLst>
                  <a:gd name="T0" fmla="*/ 158 w 9"/>
                  <a:gd name="T1" fmla="*/ 400 h 19"/>
                  <a:gd name="T2" fmla="*/ 114 w 9"/>
                  <a:gd name="T3" fmla="*/ 0 h 19"/>
                  <a:gd name="T4" fmla="*/ 0 w 9"/>
                  <a:gd name="T5" fmla="*/ 379 h 19"/>
                  <a:gd name="T6" fmla="*/ 117 w 9"/>
                  <a:gd name="T7" fmla="*/ 40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3" y="14"/>
                      <a:pt x="5" y="7"/>
                      <a:pt x="6" y="0"/>
                    </a:cubicBezTo>
                    <a:cubicBezTo>
                      <a:pt x="3" y="6"/>
                      <a:pt x="4" y="14"/>
                      <a:pt x="0" y="18"/>
                    </a:cubicBezTo>
                    <a:cubicBezTo>
                      <a:pt x="2" y="18"/>
                      <a:pt x="5" y="18"/>
                      <a:pt x="7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" name="Freeform 726">
                <a:extLst>
                  <a:ext uri="{FF2B5EF4-FFF2-40B4-BE49-F238E27FC236}">
                    <a16:creationId xmlns:a16="http://schemas.microsoft.com/office/drawing/2014/main" id="{53D88F24-241F-4E1F-BD92-6446624F5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75"/>
                <a:ext cx="45" cy="59"/>
              </a:xfrm>
              <a:custGeom>
                <a:avLst/>
                <a:gdLst>
                  <a:gd name="T0" fmla="*/ 405 w 26"/>
                  <a:gd name="T1" fmla="*/ 194 h 32"/>
                  <a:gd name="T2" fmla="*/ 279 w 26"/>
                  <a:gd name="T3" fmla="*/ 275 h 32"/>
                  <a:gd name="T4" fmla="*/ 171 w 26"/>
                  <a:gd name="T5" fmla="*/ 407 h 32"/>
                  <a:gd name="T6" fmla="*/ 107 w 26"/>
                  <a:gd name="T7" fmla="*/ 684 h 32"/>
                  <a:gd name="T8" fmla="*/ 185 w 26"/>
                  <a:gd name="T9" fmla="*/ 275 h 32"/>
                  <a:gd name="T10" fmla="*/ 0 w 26"/>
                  <a:gd name="T11" fmla="*/ 0 h 32"/>
                  <a:gd name="T12" fmla="*/ 206 w 26"/>
                  <a:gd name="T13" fmla="*/ 149 h 32"/>
                  <a:gd name="T14" fmla="*/ 279 w 26"/>
                  <a:gd name="T15" fmla="*/ 207 h 32"/>
                  <a:gd name="T16" fmla="*/ 405 w 26"/>
                  <a:gd name="T17" fmla="*/ 207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2">
                    <a:moveTo>
                      <a:pt x="26" y="9"/>
                    </a:moveTo>
                    <a:cubicBezTo>
                      <a:pt x="23" y="11"/>
                      <a:pt x="21" y="11"/>
                      <a:pt x="18" y="13"/>
                    </a:cubicBezTo>
                    <a:cubicBezTo>
                      <a:pt x="15" y="14"/>
                      <a:pt x="13" y="16"/>
                      <a:pt x="11" y="19"/>
                    </a:cubicBezTo>
                    <a:cubicBezTo>
                      <a:pt x="8" y="23"/>
                      <a:pt x="7" y="27"/>
                      <a:pt x="7" y="32"/>
                    </a:cubicBezTo>
                    <a:cubicBezTo>
                      <a:pt x="4" y="25"/>
                      <a:pt x="12" y="20"/>
                      <a:pt x="12" y="13"/>
                    </a:cubicBezTo>
                    <a:cubicBezTo>
                      <a:pt x="11" y="6"/>
                      <a:pt x="5" y="3"/>
                      <a:pt x="0" y="0"/>
                    </a:cubicBezTo>
                    <a:cubicBezTo>
                      <a:pt x="5" y="1"/>
                      <a:pt x="10" y="3"/>
                      <a:pt x="13" y="7"/>
                    </a:cubicBezTo>
                    <a:cubicBezTo>
                      <a:pt x="16" y="9"/>
                      <a:pt x="15" y="9"/>
                      <a:pt x="18" y="10"/>
                    </a:cubicBezTo>
                    <a:cubicBezTo>
                      <a:pt x="21" y="10"/>
                      <a:pt x="23" y="9"/>
                      <a:pt x="26" y="1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" name="Freeform 727">
                <a:extLst>
                  <a:ext uri="{FF2B5EF4-FFF2-40B4-BE49-F238E27FC236}">
                    <a16:creationId xmlns:a16="http://schemas.microsoft.com/office/drawing/2014/main" id="{1256EFEB-6F66-45A7-85A4-BCC90DB15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914"/>
                <a:ext cx="45" cy="57"/>
              </a:xfrm>
              <a:custGeom>
                <a:avLst/>
                <a:gdLst>
                  <a:gd name="T0" fmla="*/ 83 w 26"/>
                  <a:gd name="T1" fmla="*/ 24 h 31"/>
                  <a:gd name="T2" fmla="*/ 171 w 26"/>
                  <a:gd name="T3" fmla="*/ 460 h 31"/>
                  <a:gd name="T4" fmla="*/ 405 w 26"/>
                  <a:gd name="T5" fmla="*/ 585 h 31"/>
                  <a:gd name="T6" fmla="*/ 107 w 26"/>
                  <a:gd name="T7" fmla="*/ 460 h 31"/>
                  <a:gd name="T8" fmla="*/ 87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5" y="1"/>
                    </a:moveTo>
                    <a:cubicBezTo>
                      <a:pt x="0" y="4"/>
                      <a:pt x="8" y="19"/>
                      <a:pt x="11" y="22"/>
                    </a:cubicBezTo>
                    <a:cubicBezTo>
                      <a:pt x="14" y="26"/>
                      <a:pt x="20" y="31"/>
                      <a:pt x="26" y="28"/>
                    </a:cubicBezTo>
                    <a:cubicBezTo>
                      <a:pt x="18" y="31"/>
                      <a:pt x="11" y="29"/>
                      <a:pt x="7" y="22"/>
                    </a:cubicBezTo>
                    <a:cubicBezTo>
                      <a:pt x="4" y="16"/>
                      <a:pt x="1" y="5"/>
                      <a:pt x="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" name="Freeform 728">
                <a:extLst>
                  <a:ext uri="{FF2B5EF4-FFF2-40B4-BE49-F238E27FC236}">
                    <a16:creationId xmlns:a16="http://schemas.microsoft.com/office/drawing/2014/main" id="{DD0D135C-1C39-45A2-9729-941278E87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945"/>
                <a:ext cx="32" cy="39"/>
              </a:xfrm>
              <a:custGeom>
                <a:avLst/>
                <a:gdLst>
                  <a:gd name="T0" fmla="*/ 37 w 19"/>
                  <a:gd name="T1" fmla="*/ 358 h 21"/>
                  <a:gd name="T2" fmla="*/ 120 w 19"/>
                  <a:gd name="T3" fmla="*/ 334 h 21"/>
                  <a:gd name="T4" fmla="*/ 190 w 19"/>
                  <a:gd name="T5" fmla="*/ 238 h 21"/>
                  <a:gd name="T6" fmla="*/ 258 w 19"/>
                  <a:gd name="T7" fmla="*/ 0 h 21"/>
                  <a:gd name="T8" fmla="*/ 216 w 19"/>
                  <a:gd name="T9" fmla="*/ 262 h 21"/>
                  <a:gd name="T10" fmla="*/ 140 w 19"/>
                  <a:gd name="T11" fmla="*/ 462 h 21"/>
                  <a:gd name="T12" fmla="*/ 0 w 19"/>
                  <a:gd name="T13" fmla="*/ 35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3" y="16"/>
                    </a:moveTo>
                    <a:cubicBezTo>
                      <a:pt x="3" y="15"/>
                      <a:pt x="7" y="15"/>
                      <a:pt x="9" y="15"/>
                    </a:cubicBezTo>
                    <a:cubicBezTo>
                      <a:pt x="11" y="14"/>
                      <a:pt x="13" y="13"/>
                      <a:pt x="14" y="11"/>
                    </a:cubicBezTo>
                    <a:cubicBezTo>
                      <a:pt x="17" y="8"/>
                      <a:pt x="18" y="3"/>
                      <a:pt x="19" y="0"/>
                    </a:cubicBezTo>
                    <a:cubicBezTo>
                      <a:pt x="19" y="4"/>
                      <a:pt x="18" y="9"/>
                      <a:pt x="16" y="12"/>
                    </a:cubicBezTo>
                    <a:cubicBezTo>
                      <a:pt x="14" y="15"/>
                      <a:pt x="10" y="18"/>
                      <a:pt x="10" y="21"/>
                    </a:cubicBezTo>
                    <a:cubicBezTo>
                      <a:pt x="8" y="21"/>
                      <a:pt x="3" y="17"/>
                      <a:pt x="0" y="1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" name="Freeform 729">
                <a:extLst>
                  <a:ext uri="{FF2B5EF4-FFF2-40B4-BE49-F238E27FC236}">
                    <a16:creationId xmlns:a16="http://schemas.microsoft.com/office/drawing/2014/main" id="{975A9C53-454B-4497-8241-A0FA84924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949"/>
                <a:ext cx="24" cy="40"/>
              </a:xfrm>
              <a:custGeom>
                <a:avLst/>
                <a:gdLst>
                  <a:gd name="T0" fmla="*/ 45 w 14"/>
                  <a:gd name="T1" fmla="*/ 0 h 22"/>
                  <a:gd name="T2" fmla="*/ 0 w 14"/>
                  <a:gd name="T3" fmla="*/ 198 h 22"/>
                  <a:gd name="T4" fmla="*/ 206 w 14"/>
                  <a:gd name="T5" fmla="*/ 440 h 22"/>
                  <a:gd name="T6" fmla="*/ 168 w 14"/>
                  <a:gd name="T7" fmla="*/ 242 h 22"/>
                  <a:gd name="T8" fmla="*/ 86 w 14"/>
                  <a:gd name="T9" fmla="*/ 5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3" y="2"/>
                      <a:pt x="6" y="12"/>
                      <a:pt x="0" y="10"/>
                    </a:cubicBezTo>
                    <a:cubicBezTo>
                      <a:pt x="7" y="11"/>
                      <a:pt x="11" y="16"/>
                      <a:pt x="14" y="22"/>
                    </a:cubicBezTo>
                    <a:cubicBezTo>
                      <a:pt x="13" y="19"/>
                      <a:pt x="12" y="15"/>
                      <a:pt x="11" y="12"/>
                    </a:cubicBezTo>
                    <a:cubicBezTo>
                      <a:pt x="10" y="8"/>
                      <a:pt x="7" y="6"/>
                      <a:pt x="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" name="Freeform 730">
                <a:extLst>
                  <a:ext uri="{FF2B5EF4-FFF2-40B4-BE49-F238E27FC236}">
                    <a16:creationId xmlns:a16="http://schemas.microsoft.com/office/drawing/2014/main" id="{AAC89504-12CA-4AFD-B8B6-0C618D1F4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938"/>
                <a:ext cx="42" cy="42"/>
              </a:xfrm>
              <a:custGeom>
                <a:avLst/>
                <a:gdLst>
                  <a:gd name="T0" fmla="*/ 399 w 24"/>
                  <a:gd name="T1" fmla="*/ 391 h 23"/>
                  <a:gd name="T2" fmla="*/ 172 w 24"/>
                  <a:gd name="T3" fmla="*/ 298 h 23"/>
                  <a:gd name="T4" fmla="*/ 65 w 24"/>
                  <a:gd name="T5" fmla="*/ 0 h 23"/>
                  <a:gd name="T6" fmla="*/ 151 w 24"/>
                  <a:gd name="T7" fmla="*/ 420 h 23"/>
                  <a:gd name="T8" fmla="*/ 376 w 24"/>
                  <a:gd name="T9" fmla="*/ 39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4" y="19"/>
                    </a:moveTo>
                    <a:cubicBezTo>
                      <a:pt x="18" y="19"/>
                      <a:pt x="15" y="19"/>
                      <a:pt x="10" y="15"/>
                    </a:cubicBezTo>
                    <a:cubicBezTo>
                      <a:pt x="5" y="11"/>
                      <a:pt x="4" y="7"/>
                      <a:pt x="4" y="0"/>
                    </a:cubicBezTo>
                    <a:cubicBezTo>
                      <a:pt x="0" y="6"/>
                      <a:pt x="3" y="18"/>
                      <a:pt x="9" y="21"/>
                    </a:cubicBezTo>
                    <a:cubicBezTo>
                      <a:pt x="14" y="23"/>
                      <a:pt x="19" y="21"/>
                      <a:pt x="23" y="19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" name="Freeform 731">
                <a:extLst>
                  <a:ext uri="{FF2B5EF4-FFF2-40B4-BE49-F238E27FC236}">
                    <a16:creationId xmlns:a16="http://schemas.microsoft.com/office/drawing/2014/main" id="{C1D8776B-39F2-4814-A578-BB43944C2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56"/>
                <a:ext cx="47" cy="63"/>
              </a:xfrm>
              <a:custGeom>
                <a:avLst/>
                <a:gdLst>
                  <a:gd name="T0" fmla="*/ 91 w 27"/>
                  <a:gd name="T1" fmla="*/ 745 h 34"/>
                  <a:gd name="T2" fmla="*/ 111 w 27"/>
                  <a:gd name="T3" fmla="*/ 330 h 34"/>
                  <a:gd name="T4" fmla="*/ 433 w 27"/>
                  <a:gd name="T5" fmla="*/ 0 h 34"/>
                  <a:gd name="T6" fmla="*/ 85 w 27"/>
                  <a:gd name="T7" fmla="*/ 306 h 34"/>
                  <a:gd name="T8" fmla="*/ 91 w 27"/>
                  <a:gd name="T9" fmla="*/ 69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4">
                    <a:moveTo>
                      <a:pt x="6" y="34"/>
                    </a:moveTo>
                    <a:cubicBezTo>
                      <a:pt x="0" y="34"/>
                      <a:pt x="6" y="17"/>
                      <a:pt x="7" y="15"/>
                    </a:cubicBezTo>
                    <a:cubicBezTo>
                      <a:pt x="11" y="7"/>
                      <a:pt x="17" y="0"/>
                      <a:pt x="27" y="0"/>
                    </a:cubicBezTo>
                    <a:cubicBezTo>
                      <a:pt x="16" y="0"/>
                      <a:pt x="8" y="4"/>
                      <a:pt x="5" y="14"/>
                    </a:cubicBezTo>
                    <a:cubicBezTo>
                      <a:pt x="3" y="20"/>
                      <a:pt x="3" y="27"/>
                      <a:pt x="6" y="32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" name="Freeform 732">
                <a:extLst>
                  <a:ext uri="{FF2B5EF4-FFF2-40B4-BE49-F238E27FC236}">
                    <a16:creationId xmlns:a16="http://schemas.microsoft.com/office/drawing/2014/main" id="{D23A4ED1-A004-4ACF-BA6D-2096397B0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135"/>
                <a:ext cx="31" cy="65"/>
              </a:xfrm>
              <a:custGeom>
                <a:avLst/>
                <a:gdLst>
                  <a:gd name="T0" fmla="*/ 270 w 18"/>
                  <a:gd name="T1" fmla="*/ 69 h 35"/>
                  <a:gd name="T2" fmla="*/ 62 w 18"/>
                  <a:gd name="T3" fmla="*/ 442 h 35"/>
                  <a:gd name="T4" fmla="*/ 184 w 18"/>
                  <a:gd name="T5" fmla="*/ 704 h 35"/>
                  <a:gd name="T6" fmla="*/ 16 w 18"/>
                  <a:gd name="T7" fmla="*/ 390 h 35"/>
                  <a:gd name="T8" fmla="*/ 83 w 18"/>
                  <a:gd name="T9" fmla="*/ 156 h 35"/>
                  <a:gd name="T10" fmla="*/ 48 w 18"/>
                  <a:gd name="T11" fmla="*/ 0 h 35"/>
                  <a:gd name="T12" fmla="*/ 246 w 18"/>
                  <a:gd name="T13" fmla="*/ 6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5">
                    <a:moveTo>
                      <a:pt x="18" y="3"/>
                    </a:moveTo>
                    <a:cubicBezTo>
                      <a:pt x="10" y="2"/>
                      <a:pt x="5" y="13"/>
                      <a:pt x="4" y="20"/>
                    </a:cubicBezTo>
                    <a:cubicBezTo>
                      <a:pt x="3" y="26"/>
                      <a:pt x="6" y="30"/>
                      <a:pt x="12" y="32"/>
                    </a:cubicBezTo>
                    <a:cubicBezTo>
                      <a:pt x="3" y="35"/>
                      <a:pt x="0" y="25"/>
                      <a:pt x="1" y="18"/>
                    </a:cubicBezTo>
                    <a:cubicBezTo>
                      <a:pt x="1" y="14"/>
                      <a:pt x="4" y="11"/>
                      <a:pt x="5" y="7"/>
                    </a:cubicBezTo>
                    <a:cubicBezTo>
                      <a:pt x="6" y="4"/>
                      <a:pt x="5" y="3"/>
                      <a:pt x="3" y="0"/>
                    </a:cubicBezTo>
                    <a:cubicBezTo>
                      <a:pt x="7" y="0"/>
                      <a:pt x="11" y="3"/>
                      <a:pt x="16" y="3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" name="Freeform 733">
                <a:extLst>
                  <a:ext uri="{FF2B5EF4-FFF2-40B4-BE49-F238E27FC236}">
                    <a16:creationId xmlns:a16="http://schemas.microsoft.com/office/drawing/2014/main" id="{B3FEFFCB-B51F-4AB2-9E1C-44AE2419A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363"/>
                <a:ext cx="118" cy="85"/>
              </a:xfrm>
              <a:custGeom>
                <a:avLst/>
                <a:gdLst>
                  <a:gd name="T0" fmla="*/ 0 w 68"/>
                  <a:gd name="T1" fmla="*/ 796 h 46"/>
                  <a:gd name="T2" fmla="*/ 283 w 68"/>
                  <a:gd name="T3" fmla="*/ 990 h 46"/>
                  <a:gd name="T4" fmla="*/ 816 w 68"/>
                  <a:gd name="T5" fmla="*/ 730 h 46"/>
                  <a:gd name="T6" fmla="*/ 1024 w 68"/>
                  <a:gd name="T7" fmla="*/ 386 h 46"/>
                  <a:gd name="T8" fmla="*/ 1072 w 68"/>
                  <a:gd name="T9" fmla="*/ 0 h 46"/>
                  <a:gd name="T10" fmla="*/ 979 w 68"/>
                  <a:gd name="T11" fmla="*/ 327 h 46"/>
                  <a:gd name="T12" fmla="*/ 774 w 68"/>
                  <a:gd name="T13" fmla="*/ 641 h 46"/>
                  <a:gd name="T14" fmla="*/ 470 w 68"/>
                  <a:gd name="T15" fmla="*/ 782 h 46"/>
                  <a:gd name="T16" fmla="*/ 271 w 68"/>
                  <a:gd name="T17" fmla="*/ 885 h 46"/>
                  <a:gd name="T18" fmla="*/ 16 w 68"/>
                  <a:gd name="T19" fmla="*/ 782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6">
                    <a:moveTo>
                      <a:pt x="0" y="37"/>
                    </a:moveTo>
                    <a:cubicBezTo>
                      <a:pt x="6" y="35"/>
                      <a:pt x="15" y="41"/>
                      <a:pt x="18" y="46"/>
                    </a:cubicBezTo>
                    <a:cubicBezTo>
                      <a:pt x="21" y="33"/>
                      <a:pt x="43" y="37"/>
                      <a:pt x="52" y="34"/>
                    </a:cubicBezTo>
                    <a:cubicBezTo>
                      <a:pt x="59" y="31"/>
                      <a:pt x="63" y="24"/>
                      <a:pt x="65" y="18"/>
                    </a:cubicBezTo>
                    <a:cubicBezTo>
                      <a:pt x="68" y="12"/>
                      <a:pt x="66" y="6"/>
                      <a:pt x="68" y="0"/>
                    </a:cubicBezTo>
                    <a:cubicBezTo>
                      <a:pt x="64" y="3"/>
                      <a:pt x="64" y="10"/>
                      <a:pt x="62" y="15"/>
                    </a:cubicBezTo>
                    <a:cubicBezTo>
                      <a:pt x="59" y="20"/>
                      <a:pt x="54" y="26"/>
                      <a:pt x="49" y="30"/>
                    </a:cubicBezTo>
                    <a:cubicBezTo>
                      <a:pt x="44" y="34"/>
                      <a:pt x="37" y="35"/>
                      <a:pt x="30" y="36"/>
                    </a:cubicBezTo>
                    <a:cubicBezTo>
                      <a:pt x="25" y="36"/>
                      <a:pt x="20" y="36"/>
                      <a:pt x="17" y="41"/>
                    </a:cubicBezTo>
                    <a:cubicBezTo>
                      <a:pt x="11" y="37"/>
                      <a:pt x="8" y="36"/>
                      <a:pt x="1" y="3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" name="Freeform 734">
                <a:extLst>
                  <a:ext uri="{FF2B5EF4-FFF2-40B4-BE49-F238E27FC236}">
                    <a16:creationId xmlns:a16="http://schemas.microsoft.com/office/drawing/2014/main" id="{F9E3078D-E6C9-43C8-8A00-6B2FB6992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339"/>
                <a:ext cx="42" cy="86"/>
              </a:xfrm>
              <a:custGeom>
                <a:avLst/>
                <a:gdLst>
                  <a:gd name="T0" fmla="*/ 0 w 24"/>
                  <a:gd name="T1" fmla="*/ 496 h 47"/>
                  <a:gd name="T2" fmla="*/ 172 w 24"/>
                  <a:gd name="T3" fmla="*/ 516 h 47"/>
                  <a:gd name="T4" fmla="*/ 264 w 24"/>
                  <a:gd name="T5" fmla="*/ 348 h 47"/>
                  <a:gd name="T6" fmla="*/ 399 w 24"/>
                  <a:gd name="T7" fmla="*/ 0 h 47"/>
                  <a:gd name="T8" fmla="*/ 301 w 24"/>
                  <a:gd name="T9" fmla="*/ 553 h 47"/>
                  <a:gd name="T10" fmla="*/ 285 w 24"/>
                  <a:gd name="T11" fmla="*/ 739 h 47"/>
                  <a:gd name="T12" fmla="*/ 327 w 24"/>
                  <a:gd name="T13" fmla="*/ 961 h 47"/>
                  <a:gd name="T14" fmla="*/ 179 w 24"/>
                  <a:gd name="T15" fmla="*/ 673 h 47"/>
                  <a:gd name="T16" fmla="*/ 37 w 24"/>
                  <a:gd name="T17" fmla="*/ 47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0" y="24"/>
                    </a:moveTo>
                    <a:cubicBezTo>
                      <a:pt x="3" y="24"/>
                      <a:pt x="7" y="26"/>
                      <a:pt x="10" y="25"/>
                    </a:cubicBezTo>
                    <a:cubicBezTo>
                      <a:pt x="13" y="23"/>
                      <a:pt x="15" y="20"/>
                      <a:pt x="16" y="17"/>
                    </a:cubicBezTo>
                    <a:cubicBezTo>
                      <a:pt x="19" y="11"/>
                      <a:pt x="19" y="4"/>
                      <a:pt x="24" y="0"/>
                    </a:cubicBezTo>
                    <a:cubicBezTo>
                      <a:pt x="19" y="7"/>
                      <a:pt x="21" y="18"/>
                      <a:pt x="18" y="27"/>
                    </a:cubicBezTo>
                    <a:cubicBezTo>
                      <a:pt x="17" y="30"/>
                      <a:pt x="16" y="33"/>
                      <a:pt x="17" y="36"/>
                    </a:cubicBezTo>
                    <a:cubicBezTo>
                      <a:pt x="17" y="40"/>
                      <a:pt x="19" y="43"/>
                      <a:pt x="20" y="47"/>
                    </a:cubicBezTo>
                    <a:cubicBezTo>
                      <a:pt x="16" y="43"/>
                      <a:pt x="14" y="37"/>
                      <a:pt x="11" y="33"/>
                    </a:cubicBezTo>
                    <a:cubicBezTo>
                      <a:pt x="9" y="29"/>
                      <a:pt x="4" y="26"/>
                      <a:pt x="2" y="2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" name="Freeform 735">
                <a:extLst>
                  <a:ext uri="{FF2B5EF4-FFF2-40B4-BE49-F238E27FC236}">
                    <a16:creationId xmlns:a16="http://schemas.microsoft.com/office/drawing/2014/main" id="{EA306C2D-EA41-46D5-8751-18948DB13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289"/>
                <a:ext cx="62" cy="59"/>
              </a:xfrm>
              <a:custGeom>
                <a:avLst/>
                <a:gdLst>
                  <a:gd name="T0" fmla="*/ 353 w 36"/>
                  <a:gd name="T1" fmla="*/ 684 h 32"/>
                  <a:gd name="T2" fmla="*/ 255 w 36"/>
                  <a:gd name="T3" fmla="*/ 177 h 32"/>
                  <a:gd name="T4" fmla="*/ 0 w 36"/>
                  <a:gd name="T5" fmla="*/ 0 h 32"/>
                  <a:gd name="T6" fmla="*/ 353 w 36"/>
                  <a:gd name="T7" fmla="*/ 61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23" y="32"/>
                    </a:moveTo>
                    <a:cubicBezTo>
                      <a:pt x="26" y="23"/>
                      <a:pt x="24" y="16"/>
                      <a:pt x="17" y="8"/>
                    </a:cubicBezTo>
                    <a:cubicBezTo>
                      <a:pt x="12" y="3"/>
                      <a:pt x="6" y="3"/>
                      <a:pt x="0" y="0"/>
                    </a:cubicBezTo>
                    <a:cubicBezTo>
                      <a:pt x="16" y="0"/>
                      <a:pt x="36" y="14"/>
                      <a:pt x="23" y="2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" name="Freeform 736">
                <a:extLst>
                  <a:ext uri="{FF2B5EF4-FFF2-40B4-BE49-F238E27FC236}">
                    <a16:creationId xmlns:a16="http://schemas.microsoft.com/office/drawing/2014/main" id="{29389CD4-D447-403E-9494-D8EE26E11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074"/>
                <a:ext cx="26" cy="58"/>
              </a:xfrm>
              <a:custGeom>
                <a:avLst/>
                <a:gdLst>
                  <a:gd name="T0" fmla="*/ 208 w 15"/>
                  <a:gd name="T1" fmla="*/ 84 h 31"/>
                  <a:gd name="T2" fmla="*/ 87 w 15"/>
                  <a:gd name="T3" fmla="*/ 421 h 31"/>
                  <a:gd name="T4" fmla="*/ 234 w 15"/>
                  <a:gd name="T5" fmla="*/ 715 h 31"/>
                  <a:gd name="T6" fmla="*/ 147 w 15"/>
                  <a:gd name="T7" fmla="*/ 623 h 31"/>
                  <a:gd name="T8" fmla="*/ 62 w 15"/>
                  <a:gd name="T9" fmla="*/ 479 h 31"/>
                  <a:gd name="T10" fmla="*/ 49 w 15"/>
                  <a:gd name="T11" fmla="*/ 210 h 31"/>
                  <a:gd name="T12" fmla="*/ 0 w 15"/>
                  <a:gd name="T13" fmla="*/ 0 h 31"/>
                  <a:gd name="T14" fmla="*/ 172 w 15"/>
                  <a:gd name="T15" fmla="*/ 112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1">
                    <a:moveTo>
                      <a:pt x="13" y="4"/>
                    </a:moveTo>
                    <a:cubicBezTo>
                      <a:pt x="7" y="5"/>
                      <a:pt x="3" y="12"/>
                      <a:pt x="6" y="18"/>
                    </a:cubicBezTo>
                    <a:cubicBezTo>
                      <a:pt x="8" y="23"/>
                      <a:pt x="12" y="28"/>
                      <a:pt x="15" y="31"/>
                    </a:cubicBezTo>
                    <a:cubicBezTo>
                      <a:pt x="13" y="30"/>
                      <a:pt x="11" y="29"/>
                      <a:pt x="9" y="27"/>
                    </a:cubicBezTo>
                    <a:cubicBezTo>
                      <a:pt x="5" y="25"/>
                      <a:pt x="4" y="26"/>
                      <a:pt x="4" y="21"/>
                    </a:cubicBezTo>
                    <a:cubicBezTo>
                      <a:pt x="3" y="17"/>
                      <a:pt x="3" y="13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4" y="1"/>
                      <a:pt x="8" y="4"/>
                      <a:pt x="11" y="5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" name="Freeform 737">
                <a:extLst>
                  <a:ext uri="{FF2B5EF4-FFF2-40B4-BE49-F238E27FC236}">
                    <a16:creationId xmlns:a16="http://schemas.microsoft.com/office/drawing/2014/main" id="{26A7D6D9-6252-41CB-B190-1BA9963BE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050"/>
                <a:ext cx="47" cy="71"/>
              </a:xfrm>
              <a:custGeom>
                <a:avLst/>
                <a:gdLst>
                  <a:gd name="T0" fmla="*/ 0 w 27"/>
                  <a:gd name="T1" fmla="*/ 73 h 38"/>
                  <a:gd name="T2" fmla="*/ 221 w 27"/>
                  <a:gd name="T3" fmla="*/ 475 h 38"/>
                  <a:gd name="T4" fmla="*/ 158 w 27"/>
                  <a:gd name="T5" fmla="*/ 788 h 38"/>
                  <a:gd name="T6" fmla="*/ 299 w 27"/>
                  <a:gd name="T7" fmla="*/ 869 h 38"/>
                  <a:gd name="T8" fmla="*/ 433 w 27"/>
                  <a:gd name="T9" fmla="*/ 391 h 38"/>
                  <a:gd name="T10" fmla="*/ 336 w 27"/>
                  <a:gd name="T11" fmla="*/ 450 h 38"/>
                  <a:gd name="T12" fmla="*/ 275 w 27"/>
                  <a:gd name="T13" fmla="*/ 547 h 38"/>
                  <a:gd name="T14" fmla="*/ 172 w 27"/>
                  <a:gd name="T15" fmla="*/ 181 h 38"/>
                  <a:gd name="T16" fmla="*/ 16 w 27"/>
                  <a:gd name="T17" fmla="*/ 73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8">
                    <a:moveTo>
                      <a:pt x="0" y="3"/>
                    </a:moveTo>
                    <a:cubicBezTo>
                      <a:pt x="8" y="6"/>
                      <a:pt x="12" y="13"/>
                      <a:pt x="14" y="21"/>
                    </a:cubicBezTo>
                    <a:cubicBezTo>
                      <a:pt x="15" y="25"/>
                      <a:pt x="14" y="32"/>
                      <a:pt x="10" y="35"/>
                    </a:cubicBezTo>
                    <a:cubicBezTo>
                      <a:pt x="14" y="35"/>
                      <a:pt x="17" y="36"/>
                      <a:pt x="19" y="38"/>
                    </a:cubicBezTo>
                    <a:cubicBezTo>
                      <a:pt x="13" y="33"/>
                      <a:pt x="23" y="20"/>
                      <a:pt x="27" y="17"/>
                    </a:cubicBezTo>
                    <a:cubicBezTo>
                      <a:pt x="25" y="18"/>
                      <a:pt x="23" y="19"/>
                      <a:pt x="21" y="20"/>
                    </a:cubicBezTo>
                    <a:cubicBezTo>
                      <a:pt x="20" y="21"/>
                      <a:pt x="19" y="24"/>
                      <a:pt x="17" y="24"/>
                    </a:cubicBezTo>
                    <a:cubicBezTo>
                      <a:pt x="15" y="19"/>
                      <a:pt x="15" y="13"/>
                      <a:pt x="11" y="8"/>
                    </a:cubicBezTo>
                    <a:cubicBezTo>
                      <a:pt x="9" y="6"/>
                      <a:pt x="4" y="0"/>
                      <a:pt x="1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" name="Freeform 738">
                <a:extLst>
                  <a:ext uri="{FF2B5EF4-FFF2-40B4-BE49-F238E27FC236}">
                    <a16:creationId xmlns:a16="http://schemas.microsoft.com/office/drawing/2014/main" id="{63BCAFCC-9755-457E-B448-0121D5B44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202"/>
                <a:ext cx="45" cy="72"/>
              </a:xfrm>
              <a:custGeom>
                <a:avLst/>
                <a:gdLst>
                  <a:gd name="T0" fmla="*/ 405 w 26"/>
                  <a:gd name="T1" fmla="*/ 685 h 39"/>
                  <a:gd name="T2" fmla="*/ 0 w 26"/>
                  <a:gd name="T3" fmla="*/ 0 h 39"/>
                  <a:gd name="T4" fmla="*/ 87 w 26"/>
                  <a:gd name="T5" fmla="*/ 476 h 39"/>
                  <a:gd name="T6" fmla="*/ 151 w 26"/>
                  <a:gd name="T7" fmla="*/ 838 h 39"/>
                  <a:gd name="T8" fmla="*/ 405 w 26"/>
                  <a:gd name="T9" fmla="*/ 72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9">
                    <a:moveTo>
                      <a:pt x="26" y="32"/>
                    </a:moveTo>
                    <a:cubicBezTo>
                      <a:pt x="7" y="36"/>
                      <a:pt x="7" y="11"/>
                      <a:pt x="0" y="0"/>
                    </a:cubicBezTo>
                    <a:cubicBezTo>
                      <a:pt x="1" y="7"/>
                      <a:pt x="3" y="14"/>
                      <a:pt x="6" y="22"/>
                    </a:cubicBezTo>
                    <a:cubicBezTo>
                      <a:pt x="8" y="27"/>
                      <a:pt x="12" y="33"/>
                      <a:pt x="10" y="39"/>
                    </a:cubicBezTo>
                    <a:cubicBezTo>
                      <a:pt x="15" y="36"/>
                      <a:pt x="21" y="34"/>
                      <a:pt x="26" y="3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" name="Freeform 739">
                <a:extLst>
                  <a:ext uri="{FF2B5EF4-FFF2-40B4-BE49-F238E27FC236}">
                    <a16:creationId xmlns:a16="http://schemas.microsoft.com/office/drawing/2014/main" id="{A49C5038-F364-4DCC-A6F3-6FE6655C6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285"/>
                <a:ext cx="23" cy="31"/>
              </a:xfrm>
              <a:custGeom>
                <a:avLst/>
                <a:gdLst>
                  <a:gd name="T0" fmla="*/ 106 w 13"/>
                  <a:gd name="T1" fmla="*/ 24 h 17"/>
                  <a:gd name="T2" fmla="*/ 228 w 13"/>
                  <a:gd name="T3" fmla="*/ 346 h 17"/>
                  <a:gd name="T4" fmla="*/ 88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6" y="1"/>
                    </a:moveTo>
                    <a:cubicBezTo>
                      <a:pt x="6" y="6"/>
                      <a:pt x="8" y="15"/>
                      <a:pt x="13" y="17"/>
                    </a:cubicBezTo>
                    <a:cubicBezTo>
                      <a:pt x="8" y="16"/>
                      <a:pt x="0" y="5"/>
                      <a:pt x="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" name="Freeform 740">
                <a:extLst>
                  <a:ext uri="{FF2B5EF4-FFF2-40B4-BE49-F238E27FC236}">
                    <a16:creationId xmlns:a16="http://schemas.microsoft.com/office/drawing/2014/main" id="{0571726E-E6D0-4E62-A490-C5D50387B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333"/>
                <a:ext cx="130" cy="68"/>
              </a:xfrm>
              <a:custGeom>
                <a:avLst/>
                <a:gdLst>
                  <a:gd name="T0" fmla="*/ 0 w 75"/>
                  <a:gd name="T1" fmla="*/ 733 h 37"/>
                  <a:gd name="T2" fmla="*/ 1172 w 75"/>
                  <a:gd name="T3" fmla="*/ 0 h 37"/>
                  <a:gd name="T4" fmla="*/ 0 w 75"/>
                  <a:gd name="T5" fmla="*/ 73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7">
                    <a:moveTo>
                      <a:pt x="0" y="35"/>
                    </a:moveTo>
                    <a:cubicBezTo>
                      <a:pt x="0" y="35"/>
                      <a:pt x="66" y="13"/>
                      <a:pt x="75" y="0"/>
                    </a:cubicBezTo>
                    <a:cubicBezTo>
                      <a:pt x="75" y="0"/>
                      <a:pt x="9" y="37"/>
                      <a:pt x="0" y="35"/>
                    </a:cubicBezTo>
                    <a:close/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" name="Freeform 741">
                <a:extLst>
                  <a:ext uri="{FF2B5EF4-FFF2-40B4-BE49-F238E27FC236}">
                    <a16:creationId xmlns:a16="http://schemas.microsoft.com/office/drawing/2014/main" id="{4B35F6EC-97DB-4AA5-BFD1-AC64DA9DD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35"/>
                <a:ext cx="69" cy="27"/>
              </a:xfrm>
              <a:custGeom>
                <a:avLst/>
                <a:gdLst>
                  <a:gd name="T0" fmla="*/ 0 w 40"/>
                  <a:gd name="T1" fmla="*/ 23 h 15"/>
                  <a:gd name="T2" fmla="*/ 319 w 40"/>
                  <a:gd name="T3" fmla="*/ 263 h 15"/>
                  <a:gd name="T4" fmla="*/ 595 w 40"/>
                  <a:gd name="T5" fmla="*/ 0 h 15"/>
                  <a:gd name="T6" fmla="*/ 255 w 40"/>
                  <a:gd name="T7" fmla="*/ 169 h 15"/>
                  <a:gd name="T8" fmla="*/ 28 w 4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5">
                    <a:moveTo>
                      <a:pt x="0" y="1"/>
                    </a:moveTo>
                    <a:cubicBezTo>
                      <a:pt x="5" y="7"/>
                      <a:pt x="12" y="15"/>
                      <a:pt x="21" y="14"/>
                    </a:cubicBezTo>
                    <a:cubicBezTo>
                      <a:pt x="27" y="13"/>
                      <a:pt x="40" y="8"/>
                      <a:pt x="39" y="0"/>
                    </a:cubicBezTo>
                    <a:cubicBezTo>
                      <a:pt x="33" y="4"/>
                      <a:pt x="25" y="10"/>
                      <a:pt x="17" y="9"/>
                    </a:cubicBezTo>
                    <a:cubicBezTo>
                      <a:pt x="10" y="9"/>
                      <a:pt x="8" y="1"/>
                      <a:pt x="2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" name="Freeform 742">
                <a:extLst>
                  <a:ext uri="{FF2B5EF4-FFF2-40B4-BE49-F238E27FC236}">
                    <a16:creationId xmlns:a16="http://schemas.microsoft.com/office/drawing/2014/main" id="{9B294350-F751-4062-B8A1-6BC4BF84F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424"/>
                <a:ext cx="33" cy="12"/>
              </a:xfrm>
              <a:custGeom>
                <a:avLst/>
                <a:gdLst>
                  <a:gd name="T0" fmla="*/ 0 w 19"/>
                  <a:gd name="T1" fmla="*/ 26 h 7"/>
                  <a:gd name="T2" fmla="*/ 299 w 19"/>
                  <a:gd name="T3" fmla="*/ 0 h 7"/>
                  <a:gd name="T4" fmla="*/ 49 w 19"/>
                  <a:gd name="T5" fmla="*/ 2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2"/>
                    </a:moveTo>
                    <a:cubicBezTo>
                      <a:pt x="5" y="6"/>
                      <a:pt x="15" y="7"/>
                      <a:pt x="19" y="0"/>
                    </a:cubicBezTo>
                    <a:cubicBezTo>
                      <a:pt x="16" y="2"/>
                      <a:pt x="5" y="5"/>
                      <a:pt x="3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" name="Freeform 743">
                <a:extLst>
                  <a:ext uri="{FF2B5EF4-FFF2-40B4-BE49-F238E27FC236}">
                    <a16:creationId xmlns:a16="http://schemas.microsoft.com/office/drawing/2014/main" id="{04BC7807-6F57-4E34-8982-64B4991B8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48"/>
                <a:ext cx="93" cy="48"/>
              </a:xfrm>
              <a:custGeom>
                <a:avLst/>
                <a:gdLst>
                  <a:gd name="T0" fmla="*/ 742 w 54"/>
                  <a:gd name="T1" fmla="*/ 0 h 26"/>
                  <a:gd name="T2" fmla="*/ 465 w 54"/>
                  <a:gd name="T3" fmla="*/ 430 h 26"/>
                  <a:gd name="T4" fmla="*/ 210 w 54"/>
                  <a:gd name="T5" fmla="*/ 535 h 26"/>
                  <a:gd name="T6" fmla="*/ 0 w 54"/>
                  <a:gd name="T7" fmla="*/ 430 h 26"/>
                  <a:gd name="T8" fmla="*/ 291 w 54"/>
                  <a:gd name="T9" fmla="*/ 347 h 26"/>
                  <a:gd name="T10" fmla="*/ 561 w 54"/>
                  <a:gd name="T11" fmla="*/ 258 h 26"/>
                  <a:gd name="T12" fmla="*/ 742 w 54"/>
                  <a:gd name="T13" fmla="*/ 6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49" y="0"/>
                    </a:moveTo>
                    <a:cubicBezTo>
                      <a:pt x="54" y="11"/>
                      <a:pt x="39" y="17"/>
                      <a:pt x="31" y="20"/>
                    </a:cubicBezTo>
                    <a:cubicBezTo>
                      <a:pt x="26" y="22"/>
                      <a:pt x="20" y="24"/>
                      <a:pt x="14" y="25"/>
                    </a:cubicBezTo>
                    <a:cubicBezTo>
                      <a:pt x="9" y="26"/>
                      <a:pt x="5" y="23"/>
                      <a:pt x="0" y="20"/>
                    </a:cubicBezTo>
                    <a:cubicBezTo>
                      <a:pt x="7" y="21"/>
                      <a:pt x="13" y="18"/>
                      <a:pt x="19" y="16"/>
                    </a:cubicBezTo>
                    <a:cubicBezTo>
                      <a:pt x="25" y="15"/>
                      <a:pt x="31" y="15"/>
                      <a:pt x="37" y="12"/>
                    </a:cubicBezTo>
                    <a:cubicBezTo>
                      <a:pt x="40" y="10"/>
                      <a:pt x="48" y="7"/>
                      <a:pt x="4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" name="Freeform 744">
                <a:extLst>
                  <a:ext uri="{FF2B5EF4-FFF2-40B4-BE49-F238E27FC236}">
                    <a16:creationId xmlns:a16="http://schemas.microsoft.com/office/drawing/2014/main" id="{6E7AC0C8-99E9-429B-A989-9AA61DE6C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461"/>
                <a:ext cx="98" cy="53"/>
              </a:xfrm>
              <a:custGeom>
                <a:avLst/>
                <a:gdLst>
                  <a:gd name="T0" fmla="*/ 854 w 57"/>
                  <a:gd name="T1" fmla="*/ 44 h 29"/>
                  <a:gd name="T2" fmla="*/ 751 w 57"/>
                  <a:gd name="T3" fmla="*/ 300 h 29"/>
                  <a:gd name="T4" fmla="*/ 523 w 57"/>
                  <a:gd name="T5" fmla="*/ 472 h 29"/>
                  <a:gd name="T6" fmla="*/ 0 w 57"/>
                  <a:gd name="T7" fmla="*/ 548 h 29"/>
                  <a:gd name="T8" fmla="*/ 352 w 57"/>
                  <a:gd name="T9" fmla="*/ 444 h 29"/>
                  <a:gd name="T10" fmla="*/ 559 w 57"/>
                  <a:gd name="T11" fmla="*/ 294 h 29"/>
                  <a:gd name="T12" fmla="*/ 839 w 5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9">
                    <a:moveTo>
                      <a:pt x="57" y="2"/>
                    </a:moveTo>
                    <a:cubicBezTo>
                      <a:pt x="55" y="4"/>
                      <a:pt x="53" y="12"/>
                      <a:pt x="50" y="15"/>
                    </a:cubicBezTo>
                    <a:cubicBezTo>
                      <a:pt x="46" y="20"/>
                      <a:pt x="40" y="21"/>
                      <a:pt x="35" y="23"/>
                    </a:cubicBezTo>
                    <a:cubicBezTo>
                      <a:pt x="23" y="27"/>
                      <a:pt x="12" y="28"/>
                      <a:pt x="0" y="27"/>
                    </a:cubicBezTo>
                    <a:cubicBezTo>
                      <a:pt x="5" y="29"/>
                      <a:pt x="17" y="24"/>
                      <a:pt x="23" y="22"/>
                    </a:cubicBezTo>
                    <a:cubicBezTo>
                      <a:pt x="28" y="19"/>
                      <a:pt x="33" y="17"/>
                      <a:pt x="37" y="14"/>
                    </a:cubicBezTo>
                    <a:cubicBezTo>
                      <a:pt x="44" y="10"/>
                      <a:pt x="51" y="6"/>
                      <a:pt x="5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" name="Freeform 745">
                <a:extLst>
                  <a:ext uri="{FF2B5EF4-FFF2-40B4-BE49-F238E27FC236}">
                    <a16:creationId xmlns:a16="http://schemas.microsoft.com/office/drawing/2014/main" id="{B981B487-CA6F-4E61-93A4-3D3AA6A58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442"/>
                <a:ext cx="135" cy="81"/>
              </a:xfrm>
              <a:custGeom>
                <a:avLst/>
                <a:gdLst>
                  <a:gd name="T0" fmla="*/ 1213 w 78"/>
                  <a:gd name="T1" fmla="*/ 0 h 44"/>
                  <a:gd name="T2" fmla="*/ 762 w 78"/>
                  <a:gd name="T3" fmla="*/ 725 h 44"/>
                  <a:gd name="T4" fmla="*/ 0 w 78"/>
                  <a:gd name="T5" fmla="*/ 928 h 44"/>
                  <a:gd name="T6" fmla="*/ 824 w 78"/>
                  <a:gd name="T7" fmla="*/ 504 h 44"/>
                  <a:gd name="T8" fmla="*/ 1193 w 78"/>
                  <a:gd name="T9" fmla="*/ 2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44">
                    <a:moveTo>
                      <a:pt x="78" y="0"/>
                    </a:moveTo>
                    <a:cubicBezTo>
                      <a:pt x="78" y="19"/>
                      <a:pt x="65" y="26"/>
                      <a:pt x="49" y="34"/>
                    </a:cubicBezTo>
                    <a:cubicBezTo>
                      <a:pt x="34" y="42"/>
                      <a:pt x="17" y="44"/>
                      <a:pt x="0" y="44"/>
                    </a:cubicBezTo>
                    <a:cubicBezTo>
                      <a:pt x="19" y="43"/>
                      <a:pt x="38" y="34"/>
                      <a:pt x="53" y="24"/>
                    </a:cubicBezTo>
                    <a:cubicBezTo>
                      <a:pt x="61" y="19"/>
                      <a:pt x="74" y="10"/>
                      <a:pt x="77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" name="Freeform 746">
                <a:extLst>
                  <a:ext uri="{FF2B5EF4-FFF2-40B4-BE49-F238E27FC236}">
                    <a16:creationId xmlns:a16="http://schemas.microsoft.com/office/drawing/2014/main" id="{907B51D7-38B6-492B-83C9-E2819E1F8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468"/>
                <a:ext cx="64" cy="53"/>
              </a:xfrm>
              <a:custGeom>
                <a:avLst/>
                <a:gdLst>
                  <a:gd name="T0" fmla="*/ 548 w 37"/>
                  <a:gd name="T1" fmla="*/ 0 h 29"/>
                  <a:gd name="T2" fmla="*/ 446 w 37"/>
                  <a:gd name="T3" fmla="*/ 444 h 29"/>
                  <a:gd name="T4" fmla="*/ 0 w 37"/>
                  <a:gd name="T5" fmla="*/ 537 h 29"/>
                  <a:gd name="T6" fmla="*/ 431 w 37"/>
                  <a:gd name="T7" fmla="*/ 323 h 29"/>
                  <a:gd name="T8" fmla="*/ 548 w 3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35" y="0"/>
                    </a:moveTo>
                    <a:cubicBezTo>
                      <a:pt x="37" y="8"/>
                      <a:pt x="36" y="17"/>
                      <a:pt x="29" y="22"/>
                    </a:cubicBezTo>
                    <a:cubicBezTo>
                      <a:pt x="21" y="28"/>
                      <a:pt x="8" y="29"/>
                      <a:pt x="0" y="26"/>
                    </a:cubicBezTo>
                    <a:cubicBezTo>
                      <a:pt x="10" y="26"/>
                      <a:pt x="21" y="24"/>
                      <a:pt x="28" y="16"/>
                    </a:cubicBezTo>
                    <a:cubicBezTo>
                      <a:pt x="32" y="11"/>
                      <a:pt x="33" y="5"/>
                      <a:pt x="3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" name="Freeform 747">
                <a:extLst>
                  <a:ext uri="{FF2B5EF4-FFF2-40B4-BE49-F238E27FC236}">
                    <a16:creationId xmlns:a16="http://schemas.microsoft.com/office/drawing/2014/main" id="{7297176E-53DE-4A67-933F-768FCA398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481"/>
                <a:ext cx="58" cy="29"/>
              </a:xfrm>
              <a:custGeom>
                <a:avLst/>
                <a:gdLst>
                  <a:gd name="T0" fmla="*/ 37 w 33"/>
                  <a:gd name="T1" fmla="*/ 0 h 16"/>
                  <a:gd name="T2" fmla="*/ 554 w 33"/>
                  <a:gd name="T3" fmla="*/ 263 h 16"/>
                  <a:gd name="T4" fmla="*/ 49 w 33"/>
                  <a:gd name="T5" fmla="*/ 5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6">
                    <a:moveTo>
                      <a:pt x="2" y="0"/>
                    </a:moveTo>
                    <a:cubicBezTo>
                      <a:pt x="0" y="16"/>
                      <a:pt x="22" y="13"/>
                      <a:pt x="33" y="13"/>
                    </a:cubicBezTo>
                    <a:cubicBezTo>
                      <a:pt x="26" y="10"/>
                      <a:pt x="4" y="12"/>
                      <a:pt x="3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" name="Freeform 748">
                <a:extLst>
                  <a:ext uri="{FF2B5EF4-FFF2-40B4-BE49-F238E27FC236}">
                    <a16:creationId xmlns:a16="http://schemas.microsoft.com/office/drawing/2014/main" id="{05F50ABC-C7B4-46F2-8D91-3FBF6A3DC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207"/>
                <a:ext cx="62" cy="82"/>
              </a:xfrm>
              <a:custGeom>
                <a:avLst/>
                <a:gdLst>
                  <a:gd name="T0" fmla="*/ 0 w 36"/>
                  <a:gd name="T1" fmla="*/ 0 h 44"/>
                  <a:gd name="T2" fmla="*/ 303 w 36"/>
                  <a:gd name="T3" fmla="*/ 209 h 44"/>
                  <a:gd name="T4" fmla="*/ 546 w 36"/>
                  <a:gd name="T5" fmla="*/ 24 h 44"/>
                  <a:gd name="T6" fmla="*/ 415 w 36"/>
                  <a:gd name="T7" fmla="*/ 494 h 44"/>
                  <a:gd name="T8" fmla="*/ 486 w 36"/>
                  <a:gd name="T9" fmla="*/ 727 h 44"/>
                  <a:gd name="T10" fmla="*/ 522 w 36"/>
                  <a:gd name="T11" fmla="*/ 990 h 44"/>
                  <a:gd name="T12" fmla="*/ 255 w 36"/>
                  <a:gd name="T13" fmla="*/ 447 h 44"/>
                  <a:gd name="T14" fmla="*/ 86 w 36"/>
                  <a:gd name="T15" fmla="*/ 293 h 44"/>
                  <a:gd name="T16" fmla="*/ 16 w 36"/>
                  <a:gd name="T17" fmla="*/ 2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cubicBezTo>
                      <a:pt x="6" y="5"/>
                      <a:pt x="11" y="10"/>
                      <a:pt x="20" y="9"/>
                    </a:cubicBezTo>
                    <a:cubicBezTo>
                      <a:pt x="26" y="8"/>
                      <a:pt x="32" y="6"/>
                      <a:pt x="36" y="1"/>
                    </a:cubicBezTo>
                    <a:cubicBezTo>
                      <a:pt x="32" y="7"/>
                      <a:pt x="25" y="14"/>
                      <a:pt x="27" y="22"/>
                    </a:cubicBezTo>
                    <a:cubicBezTo>
                      <a:pt x="28" y="26"/>
                      <a:pt x="30" y="29"/>
                      <a:pt x="32" y="32"/>
                    </a:cubicBezTo>
                    <a:cubicBezTo>
                      <a:pt x="33" y="36"/>
                      <a:pt x="33" y="40"/>
                      <a:pt x="34" y="44"/>
                    </a:cubicBezTo>
                    <a:cubicBezTo>
                      <a:pt x="30" y="34"/>
                      <a:pt x="26" y="26"/>
                      <a:pt x="17" y="20"/>
                    </a:cubicBezTo>
                    <a:cubicBezTo>
                      <a:pt x="14" y="17"/>
                      <a:pt x="9" y="16"/>
                      <a:pt x="6" y="13"/>
                    </a:cubicBezTo>
                    <a:cubicBezTo>
                      <a:pt x="2" y="10"/>
                      <a:pt x="3" y="5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" name="Freeform 749">
                <a:extLst>
                  <a:ext uri="{FF2B5EF4-FFF2-40B4-BE49-F238E27FC236}">
                    <a16:creationId xmlns:a16="http://schemas.microsoft.com/office/drawing/2014/main" id="{C816A970-971D-4011-B149-5904002F4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274"/>
                <a:ext cx="37" cy="50"/>
              </a:xfrm>
              <a:custGeom>
                <a:avLst/>
                <a:gdLst>
                  <a:gd name="T0" fmla="*/ 0 w 21"/>
                  <a:gd name="T1" fmla="*/ 567 h 27"/>
                  <a:gd name="T2" fmla="*/ 241 w 21"/>
                  <a:gd name="T3" fmla="*/ 0 h 27"/>
                  <a:gd name="T4" fmla="*/ 268 w 21"/>
                  <a:gd name="T5" fmla="*/ 439 h 27"/>
                  <a:gd name="T6" fmla="*/ 21 w 21"/>
                  <a:gd name="T7" fmla="*/ 56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0" y="26"/>
                    </a:moveTo>
                    <a:cubicBezTo>
                      <a:pt x="10" y="27"/>
                      <a:pt x="17" y="7"/>
                      <a:pt x="14" y="0"/>
                    </a:cubicBezTo>
                    <a:cubicBezTo>
                      <a:pt x="16" y="6"/>
                      <a:pt x="21" y="15"/>
                      <a:pt x="16" y="20"/>
                    </a:cubicBezTo>
                    <a:cubicBezTo>
                      <a:pt x="12" y="24"/>
                      <a:pt x="5" y="26"/>
                      <a:pt x="1" y="2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" name="Freeform 750">
                <a:extLst>
                  <a:ext uri="{FF2B5EF4-FFF2-40B4-BE49-F238E27FC236}">
                    <a16:creationId xmlns:a16="http://schemas.microsoft.com/office/drawing/2014/main" id="{A82F57DB-D787-46D8-A506-6FA1A76EB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082"/>
                <a:ext cx="86" cy="112"/>
              </a:xfrm>
              <a:custGeom>
                <a:avLst/>
                <a:gdLst>
                  <a:gd name="T0" fmla="*/ 0 w 50"/>
                  <a:gd name="T1" fmla="*/ 1126 h 61"/>
                  <a:gd name="T2" fmla="*/ 361 w 50"/>
                  <a:gd name="T3" fmla="*/ 705 h 61"/>
                  <a:gd name="T4" fmla="*/ 402 w 50"/>
                  <a:gd name="T5" fmla="*/ 0 h 61"/>
                  <a:gd name="T6" fmla="*/ 482 w 50"/>
                  <a:gd name="T7" fmla="*/ 749 h 61"/>
                  <a:gd name="T8" fmla="*/ 621 w 50"/>
                  <a:gd name="T9" fmla="*/ 977 h 61"/>
                  <a:gd name="T10" fmla="*/ 671 w 50"/>
                  <a:gd name="T11" fmla="*/ 1102 h 61"/>
                  <a:gd name="T12" fmla="*/ 755 w 50"/>
                  <a:gd name="T13" fmla="*/ 1250 h 61"/>
                  <a:gd name="T14" fmla="*/ 571 w 50"/>
                  <a:gd name="T15" fmla="*/ 1193 h 61"/>
                  <a:gd name="T16" fmla="*/ 361 w 50"/>
                  <a:gd name="T17" fmla="*/ 1126 h 61"/>
                  <a:gd name="T18" fmla="*/ 0 w 50"/>
                  <a:gd name="T19" fmla="*/ 1126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61">
                    <a:moveTo>
                      <a:pt x="0" y="54"/>
                    </a:moveTo>
                    <a:cubicBezTo>
                      <a:pt x="10" y="56"/>
                      <a:pt x="20" y="43"/>
                      <a:pt x="24" y="34"/>
                    </a:cubicBezTo>
                    <a:cubicBezTo>
                      <a:pt x="29" y="24"/>
                      <a:pt x="29" y="10"/>
                      <a:pt x="27" y="0"/>
                    </a:cubicBezTo>
                    <a:cubicBezTo>
                      <a:pt x="30" y="12"/>
                      <a:pt x="29" y="24"/>
                      <a:pt x="32" y="36"/>
                    </a:cubicBezTo>
                    <a:cubicBezTo>
                      <a:pt x="33" y="41"/>
                      <a:pt x="38" y="43"/>
                      <a:pt x="41" y="47"/>
                    </a:cubicBezTo>
                    <a:cubicBezTo>
                      <a:pt x="42" y="49"/>
                      <a:pt x="43" y="51"/>
                      <a:pt x="45" y="53"/>
                    </a:cubicBezTo>
                    <a:cubicBezTo>
                      <a:pt x="47" y="54"/>
                      <a:pt x="48" y="58"/>
                      <a:pt x="50" y="60"/>
                    </a:cubicBezTo>
                    <a:cubicBezTo>
                      <a:pt x="45" y="61"/>
                      <a:pt x="41" y="58"/>
                      <a:pt x="38" y="57"/>
                    </a:cubicBezTo>
                    <a:cubicBezTo>
                      <a:pt x="33" y="54"/>
                      <a:pt x="29" y="54"/>
                      <a:pt x="24" y="54"/>
                    </a:cubicBezTo>
                    <a:cubicBezTo>
                      <a:pt x="16" y="54"/>
                      <a:pt x="8" y="54"/>
                      <a:pt x="0" y="54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" name="Freeform 751">
                <a:extLst>
                  <a:ext uri="{FF2B5EF4-FFF2-40B4-BE49-F238E27FC236}">
                    <a16:creationId xmlns:a16="http://schemas.microsoft.com/office/drawing/2014/main" id="{136D0241-F081-4B8C-A288-32C88D947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218"/>
                <a:ext cx="34" cy="49"/>
              </a:xfrm>
              <a:custGeom>
                <a:avLst/>
                <a:gdLst>
                  <a:gd name="T0" fmla="*/ 218 w 20"/>
                  <a:gd name="T1" fmla="*/ 0 h 26"/>
                  <a:gd name="T2" fmla="*/ 0 w 20"/>
                  <a:gd name="T3" fmla="*/ 597 h 26"/>
                  <a:gd name="T4" fmla="*/ 182 w 20"/>
                  <a:gd name="T5" fmla="*/ 401 h 26"/>
                  <a:gd name="T6" fmla="*/ 240 w 20"/>
                  <a:gd name="T7" fmla="*/ 7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cubicBezTo>
                      <a:pt x="20" y="7"/>
                      <a:pt x="8" y="26"/>
                      <a:pt x="0" y="25"/>
                    </a:cubicBezTo>
                    <a:cubicBezTo>
                      <a:pt x="7" y="25"/>
                      <a:pt x="10" y="23"/>
                      <a:pt x="13" y="17"/>
                    </a:cubicBezTo>
                    <a:cubicBezTo>
                      <a:pt x="16" y="12"/>
                      <a:pt x="17" y="8"/>
                      <a:pt x="17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" name="Freeform 752">
                <a:extLst>
                  <a:ext uri="{FF2B5EF4-FFF2-40B4-BE49-F238E27FC236}">
                    <a16:creationId xmlns:a16="http://schemas.microsoft.com/office/drawing/2014/main" id="{106DF52C-90BC-46AB-B20E-51963E19B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997"/>
                <a:ext cx="81" cy="50"/>
              </a:xfrm>
              <a:custGeom>
                <a:avLst/>
                <a:gdLst>
                  <a:gd name="T0" fmla="*/ 608 w 47"/>
                  <a:gd name="T1" fmla="*/ 24 h 27"/>
                  <a:gd name="T2" fmla="*/ 231 w 47"/>
                  <a:gd name="T3" fmla="*/ 128 h 27"/>
                  <a:gd name="T4" fmla="*/ 62 w 47"/>
                  <a:gd name="T5" fmla="*/ 330 h 27"/>
                  <a:gd name="T6" fmla="*/ 83 w 47"/>
                  <a:gd name="T7" fmla="*/ 591 h 27"/>
                  <a:gd name="T8" fmla="*/ 246 w 47"/>
                  <a:gd name="T9" fmla="*/ 330 h 27"/>
                  <a:gd name="T10" fmla="*/ 460 w 47"/>
                  <a:gd name="T11" fmla="*/ 178 h 27"/>
                  <a:gd name="T12" fmla="*/ 608 w 47"/>
                  <a:gd name="T13" fmla="*/ 44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40" y="1"/>
                    </a:moveTo>
                    <a:cubicBezTo>
                      <a:pt x="32" y="0"/>
                      <a:pt x="22" y="1"/>
                      <a:pt x="15" y="6"/>
                    </a:cubicBezTo>
                    <a:cubicBezTo>
                      <a:pt x="10" y="8"/>
                      <a:pt x="6" y="11"/>
                      <a:pt x="4" y="15"/>
                    </a:cubicBezTo>
                    <a:cubicBezTo>
                      <a:pt x="3" y="18"/>
                      <a:pt x="0" y="27"/>
                      <a:pt x="5" y="27"/>
                    </a:cubicBezTo>
                    <a:cubicBezTo>
                      <a:pt x="8" y="27"/>
                      <a:pt x="14" y="16"/>
                      <a:pt x="16" y="15"/>
                    </a:cubicBezTo>
                    <a:cubicBezTo>
                      <a:pt x="20" y="11"/>
                      <a:pt x="25" y="9"/>
                      <a:pt x="30" y="8"/>
                    </a:cubicBezTo>
                    <a:cubicBezTo>
                      <a:pt x="31" y="8"/>
                      <a:pt x="47" y="7"/>
                      <a:pt x="40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" name="Freeform 753">
                <a:extLst>
                  <a:ext uri="{FF2B5EF4-FFF2-40B4-BE49-F238E27FC236}">
                    <a16:creationId xmlns:a16="http://schemas.microsoft.com/office/drawing/2014/main" id="{AD7F9F4D-2B83-4F50-8AAA-1E90862F3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908"/>
                <a:ext cx="38" cy="30"/>
              </a:xfrm>
              <a:custGeom>
                <a:avLst/>
                <a:gdLst>
                  <a:gd name="T0" fmla="*/ 311 w 22"/>
                  <a:gd name="T1" fmla="*/ 0 h 16"/>
                  <a:gd name="T2" fmla="*/ 233 w 22"/>
                  <a:gd name="T3" fmla="*/ 73 h 16"/>
                  <a:gd name="T4" fmla="*/ 107 w 22"/>
                  <a:gd name="T5" fmla="*/ 137 h 16"/>
                  <a:gd name="T6" fmla="*/ 83 w 22"/>
                  <a:gd name="T7" fmla="*/ 369 h 16"/>
                  <a:gd name="T8" fmla="*/ 257 w 22"/>
                  <a:gd name="T9" fmla="*/ 137 h 16"/>
                  <a:gd name="T10" fmla="*/ 340 w 2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cubicBezTo>
                      <a:pt x="19" y="0"/>
                      <a:pt x="17" y="2"/>
                      <a:pt x="15" y="3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5" y="8"/>
                      <a:pt x="0" y="15"/>
                      <a:pt x="5" y="16"/>
                    </a:cubicBezTo>
                    <a:cubicBezTo>
                      <a:pt x="10" y="16"/>
                      <a:pt x="14" y="8"/>
                      <a:pt x="17" y="6"/>
                    </a:cubicBezTo>
                    <a:cubicBezTo>
                      <a:pt x="19" y="4"/>
                      <a:pt x="20" y="2"/>
                      <a:pt x="22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" name="Freeform 754">
                <a:extLst>
                  <a:ext uri="{FF2B5EF4-FFF2-40B4-BE49-F238E27FC236}">
                    <a16:creationId xmlns:a16="http://schemas.microsoft.com/office/drawing/2014/main" id="{1930E9D9-D1F6-4E6C-AAFA-C61675B5E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949"/>
                <a:ext cx="35" cy="18"/>
              </a:xfrm>
              <a:custGeom>
                <a:avLst/>
                <a:gdLst>
                  <a:gd name="T0" fmla="*/ 249 w 20"/>
                  <a:gd name="T1" fmla="*/ 23 h 10"/>
                  <a:gd name="T2" fmla="*/ 49 w 20"/>
                  <a:gd name="T3" fmla="*/ 146 h 10"/>
                  <a:gd name="T4" fmla="*/ 301 w 2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15" y="1"/>
                    </a:moveTo>
                    <a:cubicBezTo>
                      <a:pt x="12" y="1"/>
                      <a:pt x="0" y="3"/>
                      <a:pt x="3" y="8"/>
                    </a:cubicBezTo>
                    <a:cubicBezTo>
                      <a:pt x="4" y="10"/>
                      <a:pt x="20" y="1"/>
                      <a:pt x="1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" name="Freeform 755">
                <a:extLst>
                  <a:ext uri="{FF2B5EF4-FFF2-40B4-BE49-F238E27FC236}">
                    <a16:creationId xmlns:a16="http://schemas.microsoft.com/office/drawing/2014/main" id="{FCBB28DE-520E-409B-97D1-E3BFDE95B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124"/>
                <a:ext cx="26" cy="45"/>
              </a:xfrm>
              <a:custGeom>
                <a:avLst/>
                <a:gdLst>
                  <a:gd name="T0" fmla="*/ 147 w 15"/>
                  <a:gd name="T1" fmla="*/ 0 h 24"/>
                  <a:gd name="T2" fmla="*/ 16 w 15"/>
                  <a:gd name="T3" fmla="*/ 285 h 24"/>
                  <a:gd name="T4" fmla="*/ 87 w 15"/>
                  <a:gd name="T5" fmla="*/ 555 h 24"/>
                  <a:gd name="T6" fmla="*/ 151 w 15"/>
                  <a:gd name="T7" fmla="*/ 158 h 24"/>
                  <a:gd name="T8" fmla="*/ 220 w 15"/>
                  <a:gd name="T9" fmla="*/ 53 h 24"/>
                  <a:gd name="T10" fmla="*/ 151 w 15"/>
                  <a:gd name="T11" fmla="*/ 2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9" y="0"/>
                    </a:moveTo>
                    <a:cubicBezTo>
                      <a:pt x="4" y="2"/>
                      <a:pt x="2" y="6"/>
                      <a:pt x="1" y="12"/>
                    </a:cubicBezTo>
                    <a:cubicBezTo>
                      <a:pt x="0" y="16"/>
                      <a:pt x="0" y="24"/>
                      <a:pt x="6" y="24"/>
                    </a:cubicBezTo>
                    <a:cubicBezTo>
                      <a:pt x="6" y="18"/>
                      <a:pt x="6" y="12"/>
                      <a:pt x="10" y="7"/>
                    </a:cubicBezTo>
                    <a:cubicBezTo>
                      <a:pt x="12" y="6"/>
                      <a:pt x="15" y="5"/>
                      <a:pt x="14" y="2"/>
                    </a:cubicBezTo>
                    <a:cubicBezTo>
                      <a:pt x="14" y="0"/>
                      <a:pt x="12" y="0"/>
                      <a:pt x="10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" name="Freeform 756">
                <a:extLst>
                  <a:ext uri="{FF2B5EF4-FFF2-40B4-BE49-F238E27FC236}">
                    <a16:creationId xmlns:a16="http://schemas.microsoft.com/office/drawing/2014/main" id="{7DB0AAB9-164A-4DAF-86F1-71B0D55B9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036"/>
                <a:ext cx="28" cy="16"/>
              </a:xfrm>
              <a:custGeom>
                <a:avLst/>
                <a:gdLst>
                  <a:gd name="T0" fmla="*/ 151 w 16"/>
                  <a:gd name="T1" fmla="*/ 0 h 9"/>
                  <a:gd name="T2" fmla="*/ 21 w 16"/>
                  <a:gd name="T3" fmla="*/ 117 h 9"/>
                  <a:gd name="T4" fmla="*/ 172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4" y="0"/>
                      <a:pt x="0" y="2"/>
                      <a:pt x="1" y="7"/>
                    </a:cubicBezTo>
                    <a:cubicBezTo>
                      <a:pt x="4" y="9"/>
                      <a:pt x="16" y="3"/>
                      <a:pt x="10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" name="Freeform 757">
                <a:extLst>
                  <a:ext uri="{FF2B5EF4-FFF2-40B4-BE49-F238E27FC236}">
                    <a16:creationId xmlns:a16="http://schemas.microsoft.com/office/drawing/2014/main" id="{D3BFAF7A-F830-48EE-A423-239E11A63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973"/>
                <a:ext cx="31" cy="37"/>
              </a:xfrm>
              <a:custGeom>
                <a:avLst/>
                <a:gdLst>
                  <a:gd name="T0" fmla="*/ 246 w 18"/>
                  <a:gd name="T1" fmla="*/ 24 h 20"/>
                  <a:gd name="T2" fmla="*/ 143 w 18"/>
                  <a:gd name="T3" fmla="*/ 359 h 20"/>
                  <a:gd name="T4" fmla="*/ 184 w 18"/>
                  <a:gd name="T5" fmla="*/ 150 h 20"/>
                  <a:gd name="T6" fmla="*/ 231 w 18"/>
                  <a:gd name="T7" fmla="*/ 2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6" y="1"/>
                    </a:moveTo>
                    <a:cubicBezTo>
                      <a:pt x="5" y="0"/>
                      <a:pt x="0" y="20"/>
                      <a:pt x="9" y="17"/>
                    </a:cubicBezTo>
                    <a:cubicBezTo>
                      <a:pt x="9" y="13"/>
                      <a:pt x="9" y="10"/>
                      <a:pt x="12" y="7"/>
                    </a:cubicBezTo>
                    <a:cubicBezTo>
                      <a:pt x="14" y="5"/>
                      <a:pt x="18" y="4"/>
                      <a:pt x="15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" name="Freeform 758">
                <a:extLst>
                  <a:ext uri="{FF2B5EF4-FFF2-40B4-BE49-F238E27FC236}">
                    <a16:creationId xmlns:a16="http://schemas.microsoft.com/office/drawing/2014/main" id="{51C2F53F-B9A3-4E2D-A115-E08E39598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322"/>
                <a:ext cx="35" cy="50"/>
              </a:xfrm>
              <a:custGeom>
                <a:avLst/>
                <a:gdLst>
                  <a:gd name="T0" fmla="*/ 179 w 20"/>
                  <a:gd name="T1" fmla="*/ 24 h 27"/>
                  <a:gd name="T2" fmla="*/ 21 w 20"/>
                  <a:gd name="T3" fmla="*/ 330 h 27"/>
                  <a:gd name="T4" fmla="*/ 49 w 20"/>
                  <a:gd name="T5" fmla="*/ 539 h 27"/>
                  <a:gd name="T6" fmla="*/ 102 w 20"/>
                  <a:gd name="T7" fmla="*/ 483 h 27"/>
                  <a:gd name="T8" fmla="*/ 179 w 20"/>
                  <a:gd name="T9" fmla="*/ 237 h 27"/>
                  <a:gd name="T10" fmla="*/ 301 w 20"/>
                  <a:gd name="T11" fmla="*/ 150 h 27"/>
                  <a:gd name="T12" fmla="*/ 200 w 2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11" y="1"/>
                    </a:moveTo>
                    <a:cubicBezTo>
                      <a:pt x="6" y="1"/>
                      <a:pt x="1" y="10"/>
                      <a:pt x="1" y="15"/>
                    </a:cubicBezTo>
                    <a:cubicBezTo>
                      <a:pt x="0" y="17"/>
                      <a:pt x="0" y="24"/>
                      <a:pt x="3" y="25"/>
                    </a:cubicBezTo>
                    <a:cubicBezTo>
                      <a:pt x="7" y="27"/>
                      <a:pt x="5" y="24"/>
                      <a:pt x="6" y="22"/>
                    </a:cubicBezTo>
                    <a:cubicBezTo>
                      <a:pt x="7" y="18"/>
                      <a:pt x="8" y="14"/>
                      <a:pt x="11" y="11"/>
                    </a:cubicBezTo>
                    <a:cubicBezTo>
                      <a:pt x="13" y="10"/>
                      <a:pt x="17" y="9"/>
                      <a:pt x="18" y="7"/>
                    </a:cubicBezTo>
                    <a:cubicBezTo>
                      <a:pt x="20" y="3"/>
                      <a:pt x="16" y="0"/>
                      <a:pt x="12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" name="Freeform 759">
                <a:extLst>
                  <a:ext uri="{FF2B5EF4-FFF2-40B4-BE49-F238E27FC236}">
                    <a16:creationId xmlns:a16="http://schemas.microsoft.com/office/drawing/2014/main" id="{45D59ADB-2C62-4E0E-951D-B50C3285D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431"/>
                <a:ext cx="31" cy="44"/>
              </a:xfrm>
              <a:custGeom>
                <a:avLst/>
                <a:gdLst>
                  <a:gd name="T0" fmla="*/ 184 w 18"/>
                  <a:gd name="T1" fmla="*/ 24 h 24"/>
                  <a:gd name="T2" fmla="*/ 48 w 18"/>
                  <a:gd name="T3" fmla="*/ 125 h 24"/>
                  <a:gd name="T4" fmla="*/ 107 w 18"/>
                  <a:gd name="T5" fmla="*/ 451 h 24"/>
                  <a:gd name="T6" fmla="*/ 148 w 18"/>
                  <a:gd name="T7" fmla="*/ 295 h 24"/>
                  <a:gd name="T8" fmla="*/ 210 w 18"/>
                  <a:gd name="T9" fmla="*/ 172 h 24"/>
                  <a:gd name="T10" fmla="*/ 270 w 18"/>
                  <a:gd name="T11" fmla="*/ 105 h 24"/>
                  <a:gd name="T12" fmla="*/ 193 w 18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2" y="1"/>
                    </a:moveTo>
                    <a:cubicBezTo>
                      <a:pt x="7" y="1"/>
                      <a:pt x="5" y="0"/>
                      <a:pt x="3" y="6"/>
                    </a:cubicBezTo>
                    <a:cubicBezTo>
                      <a:pt x="1" y="9"/>
                      <a:pt x="0" y="24"/>
                      <a:pt x="7" y="22"/>
                    </a:cubicBezTo>
                    <a:cubicBezTo>
                      <a:pt x="10" y="21"/>
                      <a:pt x="9" y="16"/>
                      <a:pt x="10" y="14"/>
                    </a:cubicBezTo>
                    <a:cubicBezTo>
                      <a:pt x="11" y="11"/>
                      <a:pt x="12" y="10"/>
                      <a:pt x="14" y="8"/>
                    </a:cubicBezTo>
                    <a:cubicBezTo>
                      <a:pt x="16" y="7"/>
                      <a:pt x="18" y="7"/>
                      <a:pt x="18" y="5"/>
                    </a:cubicBezTo>
                    <a:cubicBezTo>
                      <a:pt x="18" y="3"/>
                      <a:pt x="15" y="1"/>
                      <a:pt x="13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" name="Freeform 760">
                <a:extLst>
                  <a:ext uri="{FF2B5EF4-FFF2-40B4-BE49-F238E27FC236}">
                    <a16:creationId xmlns:a16="http://schemas.microsoft.com/office/drawing/2014/main" id="{0A216454-EC41-4939-B580-A8A986C78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409"/>
                <a:ext cx="36" cy="16"/>
              </a:xfrm>
              <a:custGeom>
                <a:avLst/>
                <a:gdLst>
                  <a:gd name="T0" fmla="*/ 0 w 21"/>
                  <a:gd name="T1" fmla="*/ 114 h 9"/>
                  <a:gd name="T2" fmla="*/ 226 w 21"/>
                  <a:gd name="T3" fmla="*/ 50 h 9"/>
                  <a:gd name="T4" fmla="*/ 62 w 21"/>
                  <a:gd name="T5" fmla="*/ 13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3" y="4"/>
                      <a:pt x="12" y="0"/>
                      <a:pt x="15" y="3"/>
                    </a:cubicBezTo>
                    <a:cubicBezTo>
                      <a:pt x="21" y="9"/>
                      <a:pt x="7" y="9"/>
                      <a:pt x="4" y="8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" name="Freeform 761">
                <a:extLst>
                  <a:ext uri="{FF2B5EF4-FFF2-40B4-BE49-F238E27FC236}">
                    <a16:creationId xmlns:a16="http://schemas.microsoft.com/office/drawing/2014/main" id="{8A972CE8-13EE-494F-B435-5EFD6D424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442"/>
                <a:ext cx="41" cy="44"/>
              </a:xfrm>
              <a:custGeom>
                <a:avLst/>
                <a:gdLst>
                  <a:gd name="T0" fmla="*/ 275 w 24"/>
                  <a:gd name="T1" fmla="*/ 81 h 24"/>
                  <a:gd name="T2" fmla="*/ 75 w 24"/>
                  <a:gd name="T3" fmla="*/ 273 h 24"/>
                  <a:gd name="T4" fmla="*/ 106 w 24"/>
                  <a:gd name="T5" fmla="*/ 451 h 24"/>
                  <a:gd name="T6" fmla="*/ 333 w 24"/>
                  <a:gd name="T7" fmla="*/ 193 h 24"/>
                  <a:gd name="T8" fmla="*/ 275 w 24"/>
                  <a:gd name="T9" fmla="*/ 4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9" y="4"/>
                    </a:moveTo>
                    <a:cubicBezTo>
                      <a:pt x="14" y="5"/>
                      <a:pt x="8" y="9"/>
                      <a:pt x="5" y="13"/>
                    </a:cubicBezTo>
                    <a:cubicBezTo>
                      <a:pt x="2" y="17"/>
                      <a:pt x="0" y="24"/>
                      <a:pt x="7" y="22"/>
                    </a:cubicBezTo>
                    <a:cubicBezTo>
                      <a:pt x="10" y="21"/>
                      <a:pt x="21" y="12"/>
                      <a:pt x="23" y="9"/>
                    </a:cubicBezTo>
                    <a:cubicBezTo>
                      <a:pt x="24" y="6"/>
                      <a:pt x="23" y="0"/>
                      <a:pt x="19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" name="Freeform 762">
                <a:extLst>
                  <a:ext uri="{FF2B5EF4-FFF2-40B4-BE49-F238E27FC236}">
                    <a16:creationId xmlns:a16="http://schemas.microsoft.com/office/drawing/2014/main" id="{1DB54F17-B014-4BAD-A09E-5F31EE4F5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237"/>
                <a:ext cx="32" cy="26"/>
              </a:xfrm>
              <a:custGeom>
                <a:avLst/>
                <a:gdLst>
                  <a:gd name="T0" fmla="*/ 247 w 18"/>
                  <a:gd name="T1" fmla="*/ 45 h 14"/>
                  <a:gd name="T2" fmla="*/ 66 w 18"/>
                  <a:gd name="T3" fmla="*/ 225 h 14"/>
                  <a:gd name="T4" fmla="*/ 203 w 18"/>
                  <a:gd name="T5" fmla="*/ 180 h 14"/>
                  <a:gd name="T6" fmla="*/ 320 w 18"/>
                  <a:gd name="T7" fmla="*/ 128 h 14"/>
                  <a:gd name="T8" fmla="*/ 247 w 18"/>
                  <a:gd name="T9" fmla="*/ 4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4" y="2"/>
                    </a:moveTo>
                    <a:cubicBezTo>
                      <a:pt x="9" y="0"/>
                      <a:pt x="0" y="5"/>
                      <a:pt x="4" y="10"/>
                    </a:cubicBezTo>
                    <a:cubicBezTo>
                      <a:pt x="7" y="14"/>
                      <a:pt x="9" y="9"/>
                      <a:pt x="11" y="8"/>
                    </a:cubicBezTo>
                    <a:cubicBezTo>
                      <a:pt x="13" y="6"/>
                      <a:pt x="16" y="8"/>
                      <a:pt x="18" y="6"/>
                    </a:cubicBezTo>
                    <a:cubicBezTo>
                      <a:pt x="17" y="4"/>
                      <a:pt x="14" y="3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" name="Freeform 763">
                <a:extLst>
                  <a:ext uri="{FF2B5EF4-FFF2-40B4-BE49-F238E27FC236}">
                    <a16:creationId xmlns:a16="http://schemas.microsoft.com/office/drawing/2014/main" id="{0B0AED92-8972-4D13-904E-CB61E9C1C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244"/>
                <a:ext cx="36" cy="39"/>
              </a:xfrm>
              <a:custGeom>
                <a:avLst/>
                <a:gdLst>
                  <a:gd name="T0" fmla="*/ 206 w 21"/>
                  <a:gd name="T1" fmla="*/ 45 h 21"/>
                  <a:gd name="T2" fmla="*/ 168 w 21"/>
                  <a:gd name="T3" fmla="*/ 306 h 21"/>
                  <a:gd name="T4" fmla="*/ 312 w 21"/>
                  <a:gd name="T5" fmla="*/ 110 h 21"/>
                  <a:gd name="T6" fmla="*/ 206 w 21"/>
                  <a:gd name="T7" fmla="*/ 4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4" y="2"/>
                    </a:moveTo>
                    <a:cubicBezTo>
                      <a:pt x="3" y="0"/>
                      <a:pt x="0" y="21"/>
                      <a:pt x="11" y="14"/>
                    </a:cubicBezTo>
                    <a:cubicBezTo>
                      <a:pt x="13" y="13"/>
                      <a:pt x="20" y="7"/>
                      <a:pt x="21" y="5"/>
                    </a:cubicBezTo>
                    <a:cubicBezTo>
                      <a:pt x="21" y="1"/>
                      <a:pt x="17" y="0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" name="Freeform 764">
                <a:extLst>
                  <a:ext uri="{FF2B5EF4-FFF2-40B4-BE49-F238E27FC236}">
                    <a16:creationId xmlns:a16="http://schemas.microsoft.com/office/drawing/2014/main" id="{AFE2E7E6-3F41-4EB9-A473-BCE23042B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383"/>
                <a:ext cx="26" cy="17"/>
              </a:xfrm>
              <a:custGeom>
                <a:avLst/>
                <a:gdLst>
                  <a:gd name="T0" fmla="*/ 234 w 15"/>
                  <a:gd name="T1" fmla="*/ 0 h 9"/>
                  <a:gd name="T2" fmla="*/ 62 w 15"/>
                  <a:gd name="T3" fmla="*/ 144 h 9"/>
                  <a:gd name="T4" fmla="*/ 208 w 15"/>
                  <a:gd name="T5" fmla="*/ 144 h 9"/>
                  <a:gd name="T6" fmla="*/ 208 w 1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2" y="0"/>
                      <a:pt x="0" y="0"/>
                      <a:pt x="4" y="6"/>
                    </a:cubicBezTo>
                    <a:cubicBezTo>
                      <a:pt x="6" y="9"/>
                      <a:pt x="11" y="8"/>
                      <a:pt x="13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" name="Freeform 765">
                <a:extLst>
                  <a:ext uri="{FF2B5EF4-FFF2-40B4-BE49-F238E27FC236}">
                    <a16:creationId xmlns:a16="http://schemas.microsoft.com/office/drawing/2014/main" id="{2DAAD11E-9A50-4E58-87CA-560207464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359"/>
                <a:ext cx="29" cy="44"/>
              </a:xfrm>
              <a:custGeom>
                <a:avLst/>
                <a:gdLst>
                  <a:gd name="T0" fmla="*/ 227 w 17"/>
                  <a:gd name="T1" fmla="*/ 81 h 24"/>
                  <a:gd name="T2" fmla="*/ 84 w 17"/>
                  <a:gd name="T3" fmla="*/ 475 h 24"/>
                  <a:gd name="T4" fmla="*/ 189 w 17"/>
                  <a:gd name="T5" fmla="*/ 205 h 24"/>
                  <a:gd name="T6" fmla="*/ 227 w 17"/>
                  <a:gd name="T7" fmla="*/ 6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16" y="4"/>
                    </a:moveTo>
                    <a:cubicBezTo>
                      <a:pt x="6" y="0"/>
                      <a:pt x="0" y="21"/>
                      <a:pt x="6" y="23"/>
                    </a:cubicBezTo>
                    <a:cubicBezTo>
                      <a:pt x="10" y="24"/>
                      <a:pt x="12" y="12"/>
                      <a:pt x="13" y="10"/>
                    </a:cubicBezTo>
                    <a:cubicBezTo>
                      <a:pt x="15" y="7"/>
                      <a:pt x="17" y="6"/>
                      <a:pt x="16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" name="Freeform 766">
                <a:extLst>
                  <a:ext uri="{FF2B5EF4-FFF2-40B4-BE49-F238E27FC236}">
                    <a16:creationId xmlns:a16="http://schemas.microsoft.com/office/drawing/2014/main" id="{7FAA702A-A608-42DB-8651-09D716B28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100"/>
                <a:ext cx="53" cy="19"/>
              </a:xfrm>
              <a:custGeom>
                <a:avLst/>
                <a:gdLst>
                  <a:gd name="T0" fmla="*/ 267 w 31"/>
                  <a:gd name="T1" fmla="*/ 55 h 10"/>
                  <a:gd name="T2" fmla="*/ 62 w 31"/>
                  <a:gd name="T3" fmla="*/ 105 h 10"/>
                  <a:gd name="T4" fmla="*/ 120 w 31"/>
                  <a:gd name="T5" fmla="*/ 220 h 10"/>
                  <a:gd name="T6" fmla="*/ 267 w 31"/>
                  <a:gd name="T7" fmla="*/ 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">
                    <a:moveTo>
                      <a:pt x="18" y="2"/>
                    </a:moveTo>
                    <a:cubicBezTo>
                      <a:pt x="13" y="2"/>
                      <a:pt x="7" y="0"/>
                      <a:pt x="4" y="4"/>
                    </a:cubicBezTo>
                    <a:cubicBezTo>
                      <a:pt x="0" y="9"/>
                      <a:pt x="4" y="10"/>
                      <a:pt x="8" y="9"/>
                    </a:cubicBezTo>
                    <a:cubicBezTo>
                      <a:pt x="12" y="9"/>
                      <a:pt x="31" y="6"/>
                      <a:pt x="18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" name="Freeform 767">
                <a:extLst>
                  <a:ext uri="{FF2B5EF4-FFF2-40B4-BE49-F238E27FC236}">
                    <a16:creationId xmlns:a16="http://schemas.microsoft.com/office/drawing/2014/main" id="{1978A48E-F899-45C9-84A2-7CC0EAFD5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980"/>
                <a:ext cx="26" cy="21"/>
              </a:xfrm>
              <a:custGeom>
                <a:avLst/>
                <a:gdLst>
                  <a:gd name="T0" fmla="*/ 208 w 15"/>
                  <a:gd name="T1" fmla="*/ 29 h 11"/>
                  <a:gd name="T2" fmla="*/ 28 w 15"/>
                  <a:gd name="T3" fmla="*/ 277 h 11"/>
                  <a:gd name="T4" fmla="*/ 220 w 15"/>
                  <a:gd name="T5" fmla="*/ 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3" y="1"/>
                    </a:moveTo>
                    <a:cubicBezTo>
                      <a:pt x="8" y="0"/>
                      <a:pt x="0" y="5"/>
                      <a:pt x="2" y="11"/>
                    </a:cubicBezTo>
                    <a:cubicBezTo>
                      <a:pt x="5" y="11"/>
                      <a:pt x="15" y="4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" name="Freeform 768">
                <a:extLst>
                  <a:ext uri="{FF2B5EF4-FFF2-40B4-BE49-F238E27FC236}">
                    <a16:creationId xmlns:a16="http://schemas.microsoft.com/office/drawing/2014/main" id="{6CB732A4-06EB-4B77-A41B-46343F09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246"/>
                <a:ext cx="31" cy="37"/>
              </a:xfrm>
              <a:custGeom>
                <a:avLst/>
                <a:gdLst>
                  <a:gd name="T0" fmla="*/ 231 w 18"/>
                  <a:gd name="T1" fmla="*/ 68 h 20"/>
                  <a:gd name="T2" fmla="*/ 83 w 18"/>
                  <a:gd name="T3" fmla="*/ 355 h 20"/>
                  <a:gd name="T4" fmla="*/ 169 w 18"/>
                  <a:gd name="T5" fmla="*/ 178 h 20"/>
                  <a:gd name="T6" fmla="*/ 270 w 1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5" y="3"/>
                    </a:moveTo>
                    <a:cubicBezTo>
                      <a:pt x="12" y="5"/>
                      <a:pt x="0" y="12"/>
                      <a:pt x="5" y="16"/>
                    </a:cubicBezTo>
                    <a:cubicBezTo>
                      <a:pt x="10" y="20"/>
                      <a:pt x="10" y="10"/>
                      <a:pt x="11" y="8"/>
                    </a:cubicBezTo>
                    <a:cubicBezTo>
                      <a:pt x="12" y="4"/>
                      <a:pt x="17" y="3"/>
                      <a:pt x="1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" name="Freeform 769">
                <a:extLst>
                  <a:ext uri="{FF2B5EF4-FFF2-40B4-BE49-F238E27FC236}">
                    <a16:creationId xmlns:a16="http://schemas.microsoft.com/office/drawing/2014/main" id="{A15A1ADF-78E5-4B8F-B457-BB24260CE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045"/>
                <a:ext cx="21" cy="24"/>
              </a:xfrm>
              <a:custGeom>
                <a:avLst/>
                <a:gdLst>
                  <a:gd name="T0" fmla="*/ 135 w 12"/>
                  <a:gd name="T1" fmla="*/ 0 h 13"/>
                  <a:gd name="T2" fmla="*/ 102 w 12"/>
                  <a:gd name="T3" fmla="*/ 209 h 13"/>
                  <a:gd name="T4" fmla="*/ 135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2" y="0"/>
                      <a:pt x="0" y="13"/>
                      <a:pt x="6" y="10"/>
                    </a:cubicBezTo>
                    <a:cubicBezTo>
                      <a:pt x="9" y="8"/>
                      <a:pt x="12" y="1"/>
                      <a:pt x="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" name="Oval 770">
                <a:extLst>
                  <a:ext uri="{FF2B5EF4-FFF2-40B4-BE49-F238E27FC236}">
                    <a16:creationId xmlns:a16="http://schemas.microsoft.com/office/drawing/2014/main" id="{234A0611-C915-4E9A-8FE5-2C5D633F2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224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298" name="Oval 771">
                <a:extLst>
                  <a:ext uri="{FF2B5EF4-FFF2-40B4-BE49-F238E27FC236}">
                    <a16:creationId xmlns:a16="http://schemas.microsoft.com/office/drawing/2014/main" id="{CCE32C89-FEF1-4E6B-A1FB-3129447DE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390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299" name="Oval 772">
                <a:extLst>
                  <a:ext uri="{FF2B5EF4-FFF2-40B4-BE49-F238E27FC236}">
                    <a16:creationId xmlns:a16="http://schemas.microsoft.com/office/drawing/2014/main" id="{E4D2271C-738B-4585-91B8-E27E56BDF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39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00" name="Oval 773">
                <a:extLst>
                  <a:ext uri="{FF2B5EF4-FFF2-40B4-BE49-F238E27FC236}">
                    <a16:creationId xmlns:a16="http://schemas.microsoft.com/office/drawing/2014/main" id="{E0BF837E-0755-4191-8B68-B94BF2CE4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3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01" name="Oval 774">
                <a:extLst>
                  <a:ext uri="{FF2B5EF4-FFF2-40B4-BE49-F238E27FC236}">
                    <a16:creationId xmlns:a16="http://schemas.microsoft.com/office/drawing/2014/main" id="{76CB82A5-DBD6-46CF-99B7-3DE3FB33B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35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02" name="Oval 775">
                <a:extLst>
                  <a:ext uri="{FF2B5EF4-FFF2-40B4-BE49-F238E27FC236}">
                    <a16:creationId xmlns:a16="http://schemas.microsoft.com/office/drawing/2014/main" id="{B38C1C51-425C-4D49-BB06-EBA24E312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2335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03" name="Oval 776">
                <a:extLst>
                  <a:ext uri="{FF2B5EF4-FFF2-40B4-BE49-F238E27FC236}">
                    <a16:creationId xmlns:a16="http://schemas.microsoft.com/office/drawing/2014/main" id="{7B0DF1CE-7042-4C93-B3FF-A804C75C5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232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04" name="Oval 777">
                <a:extLst>
                  <a:ext uri="{FF2B5EF4-FFF2-40B4-BE49-F238E27FC236}">
                    <a16:creationId xmlns:a16="http://schemas.microsoft.com/office/drawing/2014/main" id="{BCCEB76D-17F2-40AB-9267-2694AE21A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203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05" name="Oval 778">
                <a:extLst>
                  <a:ext uri="{FF2B5EF4-FFF2-40B4-BE49-F238E27FC236}">
                    <a16:creationId xmlns:a16="http://schemas.microsoft.com/office/drawing/2014/main" id="{0E9A238D-8361-4C4D-8F8B-7AF943CE6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2043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06" name="Oval 779">
                <a:extLst>
                  <a:ext uri="{FF2B5EF4-FFF2-40B4-BE49-F238E27FC236}">
                    <a16:creationId xmlns:a16="http://schemas.microsoft.com/office/drawing/2014/main" id="{8D5F7B94-687E-440C-B054-2CD69EA51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3" y="202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07" name="Oval 780">
                <a:extLst>
                  <a:ext uri="{FF2B5EF4-FFF2-40B4-BE49-F238E27FC236}">
                    <a16:creationId xmlns:a16="http://schemas.microsoft.com/office/drawing/2014/main" id="{900B21DB-80DC-4E19-BA6D-5419AFD5A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02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08" name="Oval 781">
                <a:extLst>
                  <a:ext uri="{FF2B5EF4-FFF2-40B4-BE49-F238E27FC236}">
                    <a16:creationId xmlns:a16="http://schemas.microsoft.com/office/drawing/2014/main" id="{C6D78BC3-074C-4E6A-B306-8B82B0278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440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09" name="Oval 782">
                <a:extLst>
                  <a:ext uri="{FF2B5EF4-FFF2-40B4-BE49-F238E27FC236}">
                    <a16:creationId xmlns:a16="http://schemas.microsoft.com/office/drawing/2014/main" id="{536E0E37-09F8-486E-A687-5FD02EA95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44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10" name="Oval 783">
                <a:extLst>
                  <a:ext uri="{FF2B5EF4-FFF2-40B4-BE49-F238E27FC236}">
                    <a16:creationId xmlns:a16="http://schemas.microsoft.com/office/drawing/2014/main" id="{FF6A4403-8E40-437E-B787-C8F263848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2453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11" name="Oval 784">
                <a:extLst>
                  <a:ext uri="{FF2B5EF4-FFF2-40B4-BE49-F238E27FC236}">
                    <a16:creationId xmlns:a16="http://schemas.microsoft.com/office/drawing/2014/main" id="{F53BC53C-F9E6-4F56-AFBA-D1F591B0E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2457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12" name="Oval 785">
                <a:extLst>
                  <a:ext uri="{FF2B5EF4-FFF2-40B4-BE49-F238E27FC236}">
                    <a16:creationId xmlns:a16="http://schemas.microsoft.com/office/drawing/2014/main" id="{EEFBE758-66B0-4383-9AC9-A2AAE1E15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25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13" name="Oval 786">
                <a:extLst>
                  <a:ext uri="{FF2B5EF4-FFF2-40B4-BE49-F238E27FC236}">
                    <a16:creationId xmlns:a16="http://schemas.microsoft.com/office/drawing/2014/main" id="{67A9C9F3-0CC4-47CD-9083-D623E2C82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2259"/>
                <a:ext cx="4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14" name="Oval 787">
                <a:extLst>
                  <a:ext uri="{FF2B5EF4-FFF2-40B4-BE49-F238E27FC236}">
                    <a16:creationId xmlns:a16="http://schemas.microsoft.com/office/drawing/2014/main" id="{5DFCAB7D-4C69-4FA0-BA0E-03FBA7809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163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15" name="Oval 788">
                <a:extLst>
                  <a:ext uri="{FF2B5EF4-FFF2-40B4-BE49-F238E27FC236}">
                    <a16:creationId xmlns:a16="http://schemas.microsoft.com/office/drawing/2014/main" id="{99788E1C-CEAF-4404-A17A-6438F205B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16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16" name="Oval 789">
                <a:extLst>
                  <a:ext uri="{FF2B5EF4-FFF2-40B4-BE49-F238E27FC236}">
                    <a16:creationId xmlns:a16="http://schemas.microsoft.com/office/drawing/2014/main" id="{55BA5A1D-A3BB-4BD7-92CB-6C7840868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224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17" name="Oval 790">
                <a:extLst>
                  <a:ext uri="{FF2B5EF4-FFF2-40B4-BE49-F238E27FC236}">
                    <a16:creationId xmlns:a16="http://schemas.microsoft.com/office/drawing/2014/main" id="{2CF0C23A-29A2-4600-A3E5-4A0458FA7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5" y="2146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18" name="Oval 791">
                <a:extLst>
                  <a:ext uri="{FF2B5EF4-FFF2-40B4-BE49-F238E27FC236}">
                    <a16:creationId xmlns:a16="http://schemas.microsoft.com/office/drawing/2014/main" id="{094EBE87-0449-4296-92F6-00E3D93A4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14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19" name="Oval 792">
                <a:extLst>
                  <a:ext uri="{FF2B5EF4-FFF2-40B4-BE49-F238E27FC236}">
                    <a16:creationId xmlns:a16="http://schemas.microsoft.com/office/drawing/2014/main" id="{739C03D6-97D5-4ED2-90B0-12EF4A3B9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194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20" name="Oval 793">
                <a:extLst>
                  <a:ext uri="{FF2B5EF4-FFF2-40B4-BE49-F238E27FC236}">
                    <a16:creationId xmlns:a16="http://schemas.microsoft.com/office/drawing/2014/main" id="{5445DF0E-CFDE-436F-8542-5118BA840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194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21" name="Oval 794">
                <a:extLst>
                  <a:ext uri="{FF2B5EF4-FFF2-40B4-BE49-F238E27FC236}">
                    <a16:creationId xmlns:a16="http://schemas.microsoft.com/office/drawing/2014/main" id="{84BC9C09-B6FA-4B59-B8DD-4B8286F80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202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22" name="Oval 795">
                <a:extLst>
                  <a:ext uri="{FF2B5EF4-FFF2-40B4-BE49-F238E27FC236}">
                    <a16:creationId xmlns:a16="http://schemas.microsoft.com/office/drawing/2014/main" id="{3862BD94-BCCF-4BEF-A463-C990BBA1B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02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23" name="Oval 796">
                <a:extLst>
                  <a:ext uri="{FF2B5EF4-FFF2-40B4-BE49-F238E27FC236}">
                    <a16:creationId xmlns:a16="http://schemas.microsoft.com/office/drawing/2014/main" id="{4D2A85D4-154E-4222-94CB-CAC23FEA5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191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24" name="Oval 797">
                <a:extLst>
                  <a:ext uri="{FF2B5EF4-FFF2-40B4-BE49-F238E27FC236}">
                    <a16:creationId xmlns:a16="http://schemas.microsoft.com/office/drawing/2014/main" id="{59E6CF56-5F42-4ED0-80EA-658BB0B5C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191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25" name="Oval 798">
                <a:extLst>
                  <a:ext uri="{FF2B5EF4-FFF2-40B4-BE49-F238E27FC236}">
                    <a16:creationId xmlns:a16="http://schemas.microsoft.com/office/drawing/2014/main" id="{CF930630-7B9E-4309-9D6C-F6C915DB4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95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26" name="Oval 799">
                <a:extLst>
                  <a:ext uri="{FF2B5EF4-FFF2-40B4-BE49-F238E27FC236}">
                    <a16:creationId xmlns:a16="http://schemas.microsoft.com/office/drawing/2014/main" id="{293785AC-A92A-431E-AEA3-329B19870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1" y="194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27" name="Oval 800">
                <a:extLst>
                  <a:ext uri="{FF2B5EF4-FFF2-40B4-BE49-F238E27FC236}">
                    <a16:creationId xmlns:a16="http://schemas.microsoft.com/office/drawing/2014/main" id="{E8F6C749-98DD-4A93-A720-EDE39D7CD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1" y="2121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28" name="Oval 801">
                <a:extLst>
                  <a:ext uri="{FF2B5EF4-FFF2-40B4-BE49-F238E27FC236}">
                    <a16:creationId xmlns:a16="http://schemas.microsoft.com/office/drawing/2014/main" id="{07338621-B948-4F26-A74A-1B4498214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213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29" name="Oval 802">
                <a:extLst>
                  <a:ext uri="{FF2B5EF4-FFF2-40B4-BE49-F238E27FC236}">
                    <a16:creationId xmlns:a16="http://schemas.microsoft.com/office/drawing/2014/main" id="{DA81ADAF-28C1-4F57-8966-C8153325B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305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30" name="Oval 803">
                <a:extLst>
                  <a:ext uri="{FF2B5EF4-FFF2-40B4-BE49-F238E27FC236}">
                    <a16:creationId xmlns:a16="http://schemas.microsoft.com/office/drawing/2014/main" id="{9CCC51EA-1285-4963-9007-EC52E4EAE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230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31" name="Oval 804">
                <a:extLst>
                  <a:ext uri="{FF2B5EF4-FFF2-40B4-BE49-F238E27FC236}">
                    <a16:creationId xmlns:a16="http://schemas.microsoft.com/office/drawing/2014/main" id="{25E55AC2-5C10-4F84-8F16-AF6948E1F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231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32" name="Oval 805">
                <a:extLst>
                  <a:ext uri="{FF2B5EF4-FFF2-40B4-BE49-F238E27FC236}">
                    <a16:creationId xmlns:a16="http://schemas.microsoft.com/office/drawing/2014/main" id="{F44ADF92-BD50-429B-822D-1EAE2CEF1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88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33" name="Oval 806">
                <a:extLst>
                  <a:ext uri="{FF2B5EF4-FFF2-40B4-BE49-F238E27FC236}">
                    <a16:creationId xmlns:a16="http://schemas.microsoft.com/office/drawing/2014/main" id="{1A788B1E-C6C5-4460-A79B-FDA011A1E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191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34" name="Oval 807">
                <a:extLst>
                  <a:ext uri="{FF2B5EF4-FFF2-40B4-BE49-F238E27FC236}">
                    <a16:creationId xmlns:a16="http://schemas.microsoft.com/office/drawing/2014/main" id="{C6CF7418-DC23-42F2-A860-B3DCDFB5B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198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35" name="Freeform 808">
                <a:extLst>
                  <a:ext uri="{FF2B5EF4-FFF2-40B4-BE49-F238E27FC236}">
                    <a16:creationId xmlns:a16="http://schemas.microsoft.com/office/drawing/2014/main" id="{ED2F6B94-195F-4401-826F-7BA26F05F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117"/>
                <a:ext cx="1322" cy="658"/>
              </a:xfrm>
              <a:custGeom>
                <a:avLst/>
                <a:gdLst>
                  <a:gd name="T0" fmla="*/ 0 w 763"/>
                  <a:gd name="T1" fmla="*/ 7680 h 356"/>
                  <a:gd name="T2" fmla="*/ 2422 w 763"/>
                  <a:gd name="T3" fmla="*/ 2545 h 356"/>
                  <a:gd name="T4" fmla="*/ 9486 w 763"/>
                  <a:gd name="T5" fmla="*/ 2545 h 356"/>
                  <a:gd name="T6" fmla="*/ 11915 w 763"/>
                  <a:gd name="T7" fmla="*/ 7680 h 3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356">
                    <a:moveTo>
                      <a:pt x="0" y="356"/>
                    </a:moveTo>
                    <a:cubicBezTo>
                      <a:pt x="155" y="118"/>
                      <a:pt x="155" y="118"/>
                      <a:pt x="155" y="118"/>
                    </a:cubicBezTo>
                    <a:cubicBezTo>
                      <a:pt x="400" y="0"/>
                      <a:pt x="608" y="118"/>
                      <a:pt x="608" y="118"/>
                    </a:cubicBezTo>
                    <a:cubicBezTo>
                      <a:pt x="763" y="356"/>
                      <a:pt x="763" y="356"/>
                      <a:pt x="763" y="35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" name="Freeform 809">
                <a:extLst>
                  <a:ext uri="{FF2B5EF4-FFF2-40B4-BE49-F238E27FC236}">
                    <a16:creationId xmlns:a16="http://schemas.microsoft.com/office/drawing/2014/main" id="{75F34A2A-3109-4EEF-815F-87E68A582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358"/>
                <a:ext cx="707" cy="303"/>
              </a:xfrm>
              <a:custGeom>
                <a:avLst/>
                <a:gdLst>
                  <a:gd name="T0" fmla="*/ 6375 w 408"/>
                  <a:gd name="T1" fmla="*/ 3326 h 164"/>
                  <a:gd name="T2" fmla="*/ 5183 w 408"/>
                  <a:gd name="T3" fmla="*/ 3052 h 164"/>
                  <a:gd name="T4" fmla="*/ 4074 w 408"/>
                  <a:gd name="T5" fmla="*/ 1936 h 164"/>
                  <a:gd name="T6" fmla="*/ 3048 w 408"/>
                  <a:gd name="T7" fmla="*/ 2025 h 164"/>
                  <a:gd name="T8" fmla="*/ 2138 w 408"/>
                  <a:gd name="T9" fmla="*/ 2256 h 164"/>
                  <a:gd name="T10" fmla="*/ 1216 w 408"/>
                  <a:gd name="T11" fmla="*/ 3124 h 164"/>
                  <a:gd name="T12" fmla="*/ 0 w 408"/>
                  <a:gd name="T13" fmla="*/ 3533 h 164"/>
                  <a:gd name="T14" fmla="*/ 218 w 408"/>
                  <a:gd name="T15" fmla="*/ 2969 h 164"/>
                  <a:gd name="T16" fmla="*/ 894 w 408"/>
                  <a:gd name="T17" fmla="*/ 1570 h 164"/>
                  <a:gd name="T18" fmla="*/ 1939 w 408"/>
                  <a:gd name="T19" fmla="*/ 641 h 164"/>
                  <a:gd name="T20" fmla="*/ 4372 w 408"/>
                  <a:gd name="T21" fmla="*/ 512 h 164"/>
                  <a:gd name="T22" fmla="*/ 6186 w 408"/>
                  <a:gd name="T23" fmla="*/ 2284 h 164"/>
                  <a:gd name="T24" fmla="*/ 6375 w 408"/>
                  <a:gd name="T25" fmla="*/ 3326 h 1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8" h="164">
                    <a:moveTo>
                      <a:pt x="408" y="154"/>
                    </a:moveTo>
                    <a:cubicBezTo>
                      <a:pt x="385" y="150"/>
                      <a:pt x="359" y="145"/>
                      <a:pt x="332" y="142"/>
                    </a:cubicBezTo>
                    <a:cubicBezTo>
                      <a:pt x="312" y="117"/>
                      <a:pt x="288" y="96"/>
                      <a:pt x="261" y="90"/>
                    </a:cubicBezTo>
                    <a:cubicBezTo>
                      <a:pt x="240" y="85"/>
                      <a:pt x="217" y="91"/>
                      <a:pt x="195" y="94"/>
                    </a:cubicBezTo>
                    <a:cubicBezTo>
                      <a:pt x="174" y="96"/>
                      <a:pt x="154" y="92"/>
                      <a:pt x="137" y="105"/>
                    </a:cubicBezTo>
                    <a:cubicBezTo>
                      <a:pt x="122" y="117"/>
                      <a:pt x="95" y="127"/>
                      <a:pt x="78" y="145"/>
                    </a:cubicBezTo>
                    <a:cubicBezTo>
                      <a:pt x="52" y="149"/>
                      <a:pt x="26" y="156"/>
                      <a:pt x="0" y="164"/>
                    </a:cubicBezTo>
                    <a:cubicBezTo>
                      <a:pt x="0" y="164"/>
                      <a:pt x="11" y="145"/>
                      <a:pt x="14" y="138"/>
                    </a:cubicBezTo>
                    <a:cubicBezTo>
                      <a:pt x="16" y="131"/>
                      <a:pt x="43" y="83"/>
                      <a:pt x="57" y="73"/>
                    </a:cubicBezTo>
                    <a:cubicBezTo>
                      <a:pt x="67" y="67"/>
                      <a:pt x="88" y="46"/>
                      <a:pt x="124" y="30"/>
                    </a:cubicBezTo>
                    <a:cubicBezTo>
                      <a:pt x="150" y="18"/>
                      <a:pt x="226" y="0"/>
                      <a:pt x="280" y="24"/>
                    </a:cubicBezTo>
                    <a:cubicBezTo>
                      <a:pt x="309" y="37"/>
                      <a:pt x="344" y="42"/>
                      <a:pt x="396" y="106"/>
                    </a:cubicBezTo>
                    <a:cubicBezTo>
                      <a:pt x="406" y="118"/>
                      <a:pt x="406" y="136"/>
                      <a:pt x="408" y="154"/>
                    </a:cubicBezTo>
                    <a:close/>
                  </a:path>
                </a:pathLst>
              </a:custGeom>
              <a:solidFill>
                <a:srgbClr val="F6B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" name="Freeform 810">
                <a:extLst>
                  <a:ext uri="{FF2B5EF4-FFF2-40B4-BE49-F238E27FC236}">
                    <a16:creationId xmlns:a16="http://schemas.microsoft.com/office/drawing/2014/main" id="{0BC771E2-8850-4F2A-9BF0-2ADA574E3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376"/>
                <a:ext cx="683" cy="279"/>
              </a:xfrm>
              <a:custGeom>
                <a:avLst/>
                <a:gdLst>
                  <a:gd name="T0" fmla="*/ 6166 w 394"/>
                  <a:gd name="T1" fmla="*/ 3052 h 151"/>
                  <a:gd name="T2" fmla="*/ 5084 w 394"/>
                  <a:gd name="T3" fmla="*/ 2796 h 151"/>
                  <a:gd name="T4" fmla="*/ 4011 w 394"/>
                  <a:gd name="T5" fmla="*/ 1635 h 151"/>
                  <a:gd name="T6" fmla="*/ 2926 w 394"/>
                  <a:gd name="T7" fmla="*/ 1676 h 151"/>
                  <a:gd name="T8" fmla="*/ 1959 w 394"/>
                  <a:gd name="T9" fmla="*/ 1981 h 151"/>
                  <a:gd name="T10" fmla="*/ 1109 w 394"/>
                  <a:gd name="T11" fmla="*/ 2844 h 151"/>
                  <a:gd name="T12" fmla="*/ 0 w 394"/>
                  <a:gd name="T13" fmla="*/ 3254 h 151"/>
                  <a:gd name="T14" fmla="*/ 220 w 394"/>
                  <a:gd name="T15" fmla="*/ 2718 h 151"/>
                  <a:gd name="T16" fmla="*/ 874 w 394"/>
                  <a:gd name="T17" fmla="*/ 1445 h 151"/>
                  <a:gd name="T18" fmla="*/ 1881 w 394"/>
                  <a:gd name="T19" fmla="*/ 580 h 151"/>
                  <a:gd name="T20" fmla="*/ 4245 w 394"/>
                  <a:gd name="T21" fmla="*/ 479 h 151"/>
                  <a:gd name="T22" fmla="*/ 5981 w 394"/>
                  <a:gd name="T23" fmla="*/ 2090 h 151"/>
                  <a:gd name="T24" fmla="*/ 6166 w 394"/>
                  <a:gd name="T25" fmla="*/ 3052 h 1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4" h="151">
                    <a:moveTo>
                      <a:pt x="394" y="142"/>
                    </a:moveTo>
                    <a:cubicBezTo>
                      <a:pt x="371" y="137"/>
                      <a:pt x="351" y="132"/>
                      <a:pt x="325" y="130"/>
                    </a:cubicBezTo>
                    <a:cubicBezTo>
                      <a:pt x="305" y="107"/>
                      <a:pt x="283" y="82"/>
                      <a:pt x="256" y="76"/>
                    </a:cubicBezTo>
                    <a:cubicBezTo>
                      <a:pt x="236" y="71"/>
                      <a:pt x="208" y="76"/>
                      <a:pt x="187" y="78"/>
                    </a:cubicBezTo>
                    <a:cubicBezTo>
                      <a:pt x="167" y="80"/>
                      <a:pt x="142" y="80"/>
                      <a:pt x="125" y="92"/>
                    </a:cubicBezTo>
                    <a:cubicBezTo>
                      <a:pt x="111" y="103"/>
                      <a:pt x="87" y="116"/>
                      <a:pt x="71" y="132"/>
                    </a:cubicBezTo>
                    <a:cubicBezTo>
                      <a:pt x="46" y="136"/>
                      <a:pt x="26" y="143"/>
                      <a:pt x="0" y="151"/>
                    </a:cubicBezTo>
                    <a:cubicBezTo>
                      <a:pt x="0" y="151"/>
                      <a:pt x="12" y="133"/>
                      <a:pt x="14" y="126"/>
                    </a:cubicBezTo>
                    <a:cubicBezTo>
                      <a:pt x="16" y="120"/>
                      <a:pt x="42" y="76"/>
                      <a:pt x="56" y="67"/>
                    </a:cubicBezTo>
                    <a:cubicBezTo>
                      <a:pt x="65" y="61"/>
                      <a:pt x="86" y="42"/>
                      <a:pt x="120" y="27"/>
                    </a:cubicBezTo>
                    <a:cubicBezTo>
                      <a:pt x="145" y="16"/>
                      <a:pt x="219" y="0"/>
                      <a:pt x="271" y="22"/>
                    </a:cubicBezTo>
                    <a:cubicBezTo>
                      <a:pt x="299" y="34"/>
                      <a:pt x="332" y="38"/>
                      <a:pt x="382" y="97"/>
                    </a:cubicBezTo>
                    <a:cubicBezTo>
                      <a:pt x="391" y="108"/>
                      <a:pt x="392" y="125"/>
                      <a:pt x="394" y="142"/>
                    </a:cubicBezTo>
                    <a:close/>
                  </a:path>
                </a:pathLst>
              </a:custGeom>
              <a:solidFill>
                <a:srgbClr val="F5B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" name="Freeform 811">
                <a:extLst>
                  <a:ext uri="{FF2B5EF4-FFF2-40B4-BE49-F238E27FC236}">
                    <a16:creationId xmlns:a16="http://schemas.microsoft.com/office/drawing/2014/main" id="{BD1A3DAA-C7D9-4A08-BCD4-0B9AC69E1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383"/>
                <a:ext cx="653" cy="268"/>
              </a:xfrm>
              <a:custGeom>
                <a:avLst/>
                <a:gdLst>
                  <a:gd name="T0" fmla="*/ 5877 w 377"/>
                  <a:gd name="T1" fmla="*/ 2955 h 145"/>
                  <a:gd name="T2" fmla="*/ 4942 w 377"/>
                  <a:gd name="T3" fmla="*/ 2778 h 145"/>
                  <a:gd name="T4" fmla="*/ 3812 w 377"/>
                  <a:gd name="T5" fmla="*/ 1503 h 145"/>
                  <a:gd name="T6" fmla="*/ 2806 w 377"/>
                  <a:gd name="T7" fmla="*/ 1578 h 145"/>
                  <a:gd name="T8" fmla="*/ 1890 w 377"/>
                  <a:gd name="T9" fmla="*/ 1856 h 145"/>
                  <a:gd name="T10" fmla="*/ 960 w 377"/>
                  <a:gd name="T11" fmla="*/ 2822 h 145"/>
                  <a:gd name="T12" fmla="*/ 0 w 377"/>
                  <a:gd name="T13" fmla="*/ 3125 h 145"/>
                  <a:gd name="T14" fmla="*/ 234 w 377"/>
                  <a:gd name="T15" fmla="*/ 2517 h 145"/>
                  <a:gd name="T16" fmla="*/ 857 w 377"/>
                  <a:gd name="T17" fmla="*/ 1346 h 145"/>
                  <a:gd name="T18" fmla="*/ 1808 w 377"/>
                  <a:gd name="T19" fmla="*/ 536 h 145"/>
                  <a:gd name="T20" fmla="*/ 4024 w 377"/>
                  <a:gd name="T21" fmla="*/ 431 h 145"/>
                  <a:gd name="T22" fmla="*/ 5671 w 377"/>
                  <a:gd name="T23" fmla="*/ 1937 h 145"/>
                  <a:gd name="T24" fmla="*/ 5877 w 377"/>
                  <a:gd name="T25" fmla="*/ 2955 h 1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7" h="145">
                    <a:moveTo>
                      <a:pt x="377" y="137"/>
                    </a:moveTo>
                    <a:cubicBezTo>
                      <a:pt x="356" y="133"/>
                      <a:pt x="342" y="131"/>
                      <a:pt x="317" y="129"/>
                    </a:cubicBezTo>
                    <a:cubicBezTo>
                      <a:pt x="299" y="107"/>
                      <a:pt x="270" y="76"/>
                      <a:pt x="245" y="70"/>
                    </a:cubicBezTo>
                    <a:cubicBezTo>
                      <a:pt x="226" y="66"/>
                      <a:pt x="199" y="71"/>
                      <a:pt x="180" y="73"/>
                    </a:cubicBezTo>
                    <a:cubicBezTo>
                      <a:pt x="160" y="75"/>
                      <a:pt x="136" y="75"/>
                      <a:pt x="121" y="86"/>
                    </a:cubicBezTo>
                    <a:cubicBezTo>
                      <a:pt x="107" y="96"/>
                      <a:pt x="78" y="116"/>
                      <a:pt x="62" y="131"/>
                    </a:cubicBezTo>
                    <a:cubicBezTo>
                      <a:pt x="39" y="135"/>
                      <a:pt x="24" y="138"/>
                      <a:pt x="0" y="145"/>
                    </a:cubicBezTo>
                    <a:cubicBezTo>
                      <a:pt x="0" y="145"/>
                      <a:pt x="13" y="123"/>
                      <a:pt x="15" y="117"/>
                    </a:cubicBezTo>
                    <a:cubicBezTo>
                      <a:pt x="17" y="111"/>
                      <a:pt x="42" y="70"/>
                      <a:pt x="55" y="62"/>
                    </a:cubicBezTo>
                    <a:cubicBezTo>
                      <a:pt x="64" y="57"/>
                      <a:pt x="83" y="39"/>
                      <a:pt x="116" y="25"/>
                    </a:cubicBezTo>
                    <a:cubicBezTo>
                      <a:pt x="139" y="15"/>
                      <a:pt x="209" y="0"/>
                      <a:pt x="258" y="20"/>
                    </a:cubicBezTo>
                    <a:cubicBezTo>
                      <a:pt x="285" y="31"/>
                      <a:pt x="317" y="35"/>
                      <a:pt x="364" y="90"/>
                    </a:cubicBezTo>
                    <a:cubicBezTo>
                      <a:pt x="373" y="100"/>
                      <a:pt x="375" y="122"/>
                      <a:pt x="377" y="137"/>
                    </a:cubicBezTo>
                    <a:close/>
                  </a:path>
                </a:pathLst>
              </a:custGeom>
              <a:solidFill>
                <a:srgbClr val="F3A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" name="Freeform 812">
                <a:extLst>
                  <a:ext uri="{FF2B5EF4-FFF2-40B4-BE49-F238E27FC236}">
                    <a16:creationId xmlns:a16="http://schemas.microsoft.com/office/drawing/2014/main" id="{9B7D56BE-DB3C-4EBE-9B20-FB2A2136C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744"/>
                <a:ext cx="107" cy="87"/>
              </a:xfrm>
              <a:custGeom>
                <a:avLst/>
                <a:gdLst>
                  <a:gd name="T0" fmla="*/ 735 w 62"/>
                  <a:gd name="T1" fmla="*/ 0 h 47"/>
                  <a:gd name="T2" fmla="*/ 673 w 62"/>
                  <a:gd name="T3" fmla="*/ 761 h 47"/>
                  <a:gd name="T4" fmla="*/ 319 w 62"/>
                  <a:gd name="T5" fmla="*/ 914 h 47"/>
                  <a:gd name="T6" fmla="*/ 0 w 62"/>
                  <a:gd name="T7" fmla="*/ 977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47">
                    <a:moveTo>
                      <a:pt x="48" y="0"/>
                    </a:moveTo>
                    <a:cubicBezTo>
                      <a:pt x="62" y="6"/>
                      <a:pt x="56" y="31"/>
                      <a:pt x="44" y="35"/>
                    </a:cubicBezTo>
                    <a:cubicBezTo>
                      <a:pt x="37" y="38"/>
                      <a:pt x="29" y="40"/>
                      <a:pt x="21" y="42"/>
                    </a:cubicBezTo>
                    <a:cubicBezTo>
                      <a:pt x="14" y="44"/>
                      <a:pt x="8" y="47"/>
                      <a:pt x="0" y="4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" name="Freeform 813">
                <a:extLst>
                  <a:ext uri="{FF2B5EF4-FFF2-40B4-BE49-F238E27FC236}">
                    <a16:creationId xmlns:a16="http://schemas.microsoft.com/office/drawing/2014/main" id="{B3AEBC61-4D55-4E0B-8D42-2573A450C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770"/>
                <a:ext cx="138" cy="64"/>
              </a:xfrm>
              <a:custGeom>
                <a:avLst/>
                <a:gdLst>
                  <a:gd name="T0" fmla="*/ 0 w 80"/>
                  <a:gd name="T1" fmla="*/ 0 h 35"/>
                  <a:gd name="T2" fmla="*/ 461 w 80"/>
                  <a:gd name="T3" fmla="*/ 421 h 35"/>
                  <a:gd name="T4" fmla="*/ 759 w 80"/>
                  <a:gd name="T5" fmla="*/ 294 h 35"/>
                  <a:gd name="T6" fmla="*/ 887 w 80"/>
                  <a:gd name="T7" fmla="*/ 635 h 35"/>
                  <a:gd name="T8" fmla="*/ 1223 w 80"/>
                  <a:gd name="T9" fmla="*/ 67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5">
                    <a:moveTo>
                      <a:pt x="0" y="0"/>
                    </a:moveTo>
                    <a:cubicBezTo>
                      <a:pt x="4" y="10"/>
                      <a:pt x="20" y="19"/>
                      <a:pt x="30" y="21"/>
                    </a:cubicBezTo>
                    <a:cubicBezTo>
                      <a:pt x="40" y="23"/>
                      <a:pt x="42" y="19"/>
                      <a:pt x="50" y="14"/>
                    </a:cubicBezTo>
                    <a:cubicBezTo>
                      <a:pt x="50" y="21"/>
                      <a:pt x="52" y="27"/>
                      <a:pt x="58" y="31"/>
                    </a:cubicBezTo>
                    <a:cubicBezTo>
                      <a:pt x="64" y="35"/>
                      <a:pt x="73" y="35"/>
                      <a:pt x="80" y="3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" name="Freeform 814">
                <a:extLst>
                  <a:ext uri="{FF2B5EF4-FFF2-40B4-BE49-F238E27FC236}">
                    <a16:creationId xmlns:a16="http://schemas.microsoft.com/office/drawing/2014/main" id="{5FA7EACD-8498-4FCA-877D-939D0C4DF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845"/>
                <a:ext cx="145" cy="30"/>
              </a:xfrm>
              <a:custGeom>
                <a:avLst/>
                <a:gdLst>
                  <a:gd name="T0" fmla="*/ 0 w 84"/>
                  <a:gd name="T1" fmla="*/ 369 h 16"/>
                  <a:gd name="T2" fmla="*/ 123 w 84"/>
                  <a:gd name="T3" fmla="*/ 240 h 16"/>
                  <a:gd name="T4" fmla="*/ 278 w 84"/>
                  <a:gd name="T5" fmla="*/ 113 h 16"/>
                  <a:gd name="T6" fmla="*/ 722 w 84"/>
                  <a:gd name="T7" fmla="*/ 53 h 16"/>
                  <a:gd name="T8" fmla="*/ 1013 w 84"/>
                  <a:gd name="T9" fmla="*/ 158 h 16"/>
                  <a:gd name="T10" fmla="*/ 1288 w 84"/>
                  <a:gd name="T11" fmla="*/ 9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16">
                    <a:moveTo>
                      <a:pt x="0" y="16"/>
                    </a:moveTo>
                    <a:cubicBezTo>
                      <a:pt x="1" y="16"/>
                      <a:pt x="6" y="11"/>
                      <a:pt x="8" y="10"/>
                    </a:cubicBezTo>
                    <a:cubicBezTo>
                      <a:pt x="11" y="7"/>
                      <a:pt x="15" y="6"/>
                      <a:pt x="18" y="5"/>
                    </a:cubicBezTo>
                    <a:cubicBezTo>
                      <a:pt x="27" y="2"/>
                      <a:pt x="38" y="1"/>
                      <a:pt x="47" y="2"/>
                    </a:cubicBezTo>
                    <a:cubicBezTo>
                      <a:pt x="53" y="2"/>
                      <a:pt x="60" y="8"/>
                      <a:pt x="66" y="7"/>
                    </a:cubicBezTo>
                    <a:cubicBezTo>
                      <a:pt x="71" y="7"/>
                      <a:pt x="78" y="0"/>
                      <a:pt x="84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" name="Freeform 815">
                <a:extLst>
                  <a:ext uri="{FF2B5EF4-FFF2-40B4-BE49-F238E27FC236}">
                    <a16:creationId xmlns:a16="http://schemas.microsoft.com/office/drawing/2014/main" id="{60765F07-046A-4100-AEF3-8D3E713BC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834"/>
                <a:ext cx="41" cy="39"/>
              </a:xfrm>
              <a:custGeom>
                <a:avLst/>
                <a:gdLst>
                  <a:gd name="T0" fmla="*/ 309 w 24"/>
                  <a:gd name="T1" fmla="*/ 462 h 21"/>
                  <a:gd name="T2" fmla="*/ 0 w 24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21" y="21"/>
                    </a:moveTo>
                    <a:cubicBezTo>
                      <a:pt x="24" y="10"/>
                      <a:pt x="9" y="0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" name="Freeform 816">
                <a:extLst>
                  <a:ext uri="{FF2B5EF4-FFF2-40B4-BE49-F238E27FC236}">
                    <a16:creationId xmlns:a16="http://schemas.microsoft.com/office/drawing/2014/main" id="{F11BA56B-375A-44DD-837A-75A28590E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631"/>
                <a:ext cx="21" cy="240"/>
              </a:xfrm>
              <a:custGeom>
                <a:avLst/>
                <a:gdLst>
                  <a:gd name="T0" fmla="*/ 65 w 12"/>
                  <a:gd name="T1" fmla="*/ 0 h 130"/>
                  <a:gd name="T2" fmla="*/ 200 w 12"/>
                  <a:gd name="T3" fmla="*/ 454 h 130"/>
                  <a:gd name="T4" fmla="*/ 102 w 12"/>
                  <a:gd name="T5" fmla="*/ 862 h 130"/>
                  <a:gd name="T6" fmla="*/ 37 w 12"/>
                  <a:gd name="T7" fmla="*/ 1043 h 130"/>
                  <a:gd name="T8" fmla="*/ 21 w 12"/>
                  <a:gd name="T9" fmla="*/ 1398 h 130"/>
                  <a:gd name="T10" fmla="*/ 65 w 12"/>
                  <a:gd name="T11" fmla="*/ 2058 h 130"/>
                  <a:gd name="T12" fmla="*/ 114 w 12"/>
                  <a:gd name="T13" fmla="*/ 2529 h 130"/>
                  <a:gd name="T14" fmla="*/ 151 w 12"/>
                  <a:gd name="T15" fmla="*/ 2788 h 1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0">
                    <a:moveTo>
                      <a:pt x="4" y="0"/>
                    </a:moveTo>
                    <a:cubicBezTo>
                      <a:pt x="8" y="6"/>
                      <a:pt x="12" y="14"/>
                      <a:pt x="12" y="21"/>
                    </a:cubicBezTo>
                    <a:cubicBezTo>
                      <a:pt x="12" y="29"/>
                      <a:pt x="9" y="33"/>
                      <a:pt x="6" y="40"/>
                    </a:cubicBezTo>
                    <a:cubicBezTo>
                      <a:pt x="4" y="43"/>
                      <a:pt x="2" y="46"/>
                      <a:pt x="2" y="49"/>
                    </a:cubicBezTo>
                    <a:cubicBezTo>
                      <a:pt x="2" y="55"/>
                      <a:pt x="1" y="60"/>
                      <a:pt x="1" y="65"/>
                    </a:cubicBezTo>
                    <a:cubicBezTo>
                      <a:pt x="0" y="76"/>
                      <a:pt x="2" y="86"/>
                      <a:pt x="4" y="96"/>
                    </a:cubicBezTo>
                    <a:cubicBezTo>
                      <a:pt x="5" y="104"/>
                      <a:pt x="6" y="111"/>
                      <a:pt x="7" y="118"/>
                    </a:cubicBezTo>
                    <a:cubicBezTo>
                      <a:pt x="7" y="121"/>
                      <a:pt x="7" y="128"/>
                      <a:pt x="9" y="13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" name="Oval 817">
                <a:extLst>
                  <a:ext uri="{FF2B5EF4-FFF2-40B4-BE49-F238E27FC236}">
                    <a16:creationId xmlns:a16="http://schemas.microsoft.com/office/drawing/2014/main" id="{707E647F-862B-4069-A252-2F7FAA63E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964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45" name="Oval 818">
                <a:extLst>
                  <a:ext uri="{FF2B5EF4-FFF2-40B4-BE49-F238E27FC236}">
                    <a16:creationId xmlns:a16="http://schemas.microsoft.com/office/drawing/2014/main" id="{5E6A04CA-A8F0-448B-8AD4-B556E6E9C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98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46" name="Oval 819">
                <a:extLst>
                  <a:ext uri="{FF2B5EF4-FFF2-40B4-BE49-F238E27FC236}">
                    <a16:creationId xmlns:a16="http://schemas.microsoft.com/office/drawing/2014/main" id="{E86C017F-7D75-431A-A0E2-E90C2AB32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004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4347" name="Freeform 820">
                <a:extLst>
                  <a:ext uri="{FF2B5EF4-FFF2-40B4-BE49-F238E27FC236}">
                    <a16:creationId xmlns:a16="http://schemas.microsoft.com/office/drawing/2014/main" id="{9C0F53C5-6CF8-4406-A398-E48105A5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605"/>
                <a:ext cx="431" cy="142"/>
              </a:xfrm>
              <a:custGeom>
                <a:avLst/>
                <a:gdLst>
                  <a:gd name="T0" fmla="*/ 3869 w 249"/>
                  <a:gd name="T1" fmla="*/ 1560 h 77"/>
                  <a:gd name="T2" fmla="*/ 3169 w 249"/>
                  <a:gd name="T3" fmla="*/ 633 h 77"/>
                  <a:gd name="T4" fmla="*/ 2283 w 249"/>
                  <a:gd name="T5" fmla="*/ 68 h 77"/>
                  <a:gd name="T6" fmla="*/ 1130 w 249"/>
                  <a:gd name="T7" fmla="*/ 258 h 77"/>
                  <a:gd name="T8" fmla="*/ 618 w 249"/>
                  <a:gd name="T9" fmla="*/ 728 h 77"/>
                  <a:gd name="T10" fmla="*/ 320 w 249"/>
                  <a:gd name="T11" fmla="*/ 1040 h 77"/>
                  <a:gd name="T12" fmla="*/ 144 w 249"/>
                  <a:gd name="T13" fmla="*/ 1411 h 77"/>
                  <a:gd name="T14" fmla="*/ 0 w 249"/>
                  <a:gd name="T15" fmla="*/ 1643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9" h="77">
                    <a:moveTo>
                      <a:pt x="249" y="73"/>
                    </a:moveTo>
                    <a:cubicBezTo>
                      <a:pt x="232" y="63"/>
                      <a:pt x="216" y="46"/>
                      <a:pt x="204" y="30"/>
                    </a:cubicBezTo>
                    <a:cubicBezTo>
                      <a:pt x="191" y="11"/>
                      <a:pt x="168" y="2"/>
                      <a:pt x="147" y="3"/>
                    </a:cubicBezTo>
                    <a:cubicBezTo>
                      <a:pt x="121" y="5"/>
                      <a:pt x="97" y="0"/>
                      <a:pt x="73" y="12"/>
                    </a:cubicBezTo>
                    <a:cubicBezTo>
                      <a:pt x="61" y="18"/>
                      <a:pt x="50" y="24"/>
                      <a:pt x="40" y="34"/>
                    </a:cubicBezTo>
                    <a:cubicBezTo>
                      <a:pt x="34" y="39"/>
                      <a:pt x="26" y="43"/>
                      <a:pt x="21" y="49"/>
                    </a:cubicBezTo>
                    <a:cubicBezTo>
                      <a:pt x="17" y="54"/>
                      <a:pt x="12" y="60"/>
                      <a:pt x="9" y="66"/>
                    </a:cubicBezTo>
                    <a:cubicBezTo>
                      <a:pt x="6" y="70"/>
                      <a:pt x="4" y="75"/>
                      <a:pt x="0" y="77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" name="Freeform 821">
                <a:extLst>
                  <a:ext uri="{FF2B5EF4-FFF2-40B4-BE49-F238E27FC236}">
                    <a16:creationId xmlns:a16="http://schemas.microsoft.com/office/drawing/2014/main" id="{FBF05A39-DC31-46E1-A1CD-25EC47D72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646"/>
                <a:ext cx="434" cy="181"/>
              </a:xfrm>
              <a:custGeom>
                <a:avLst/>
                <a:gdLst>
                  <a:gd name="T0" fmla="*/ 3878 w 251"/>
                  <a:gd name="T1" fmla="*/ 2037 h 98"/>
                  <a:gd name="T2" fmla="*/ 3494 w 251"/>
                  <a:gd name="T3" fmla="*/ 1317 h 98"/>
                  <a:gd name="T4" fmla="*/ 3334 w 251"/>
                  <a:gd name="T5" fmla="*/ 1014 h 98"/>
                  <a:gd name="T6" fmla="*/ 3118 w 251"/>
                  <a:gd name="T7" fmla="*/ 713 h 98"/>
                  <a:gd name="T8" fmla="*/ 2588 w 251"/>
                  <a:gd name="T9" fmla="*/ 194 h 98"/>
                  <a:gd name="T10" fmla="*/ 2135 w 251"/>
                  <a:gd name="T11" fmla="*/ 0 h 98"/>
                  <a:gd name="T12" fmla="*/ 1546 w 251"/>
                  <a:gd name="T13" fmla="*/ 150 h 98"/>
                  <a:gd name="T14" fmla="*/ 821 w 251"/>
                  <a:gd name="T15" fmla="*/ 580 h 98"/>
                  <a:gd name="T16" fmla="*/ 382 w 251"/>
                  <a:gd name="T17" fmla="*/ 1034 h 98"/>
                  <a:gd name="T18" fmla="*/ 107 w 251"/>
                  <a:gd name="T19" fmla="*/ 1675 h 98"/>
                  <a:gd name="T20" fmla="*/ 0 w 251"/>
                  <a:gd name="T21" fmla="*/ 2106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1" h="98">
                    <a:moveTo>
                      <a:pt x="251" y="95"/>
                    </a:moveTo>
                    <a:cubicBezTo>
                      <a:pt x="245" y="82"/>
                      <a:pt x="236" y="72"/>
                      <a:pt x="226" y="61"/>
                    </a:cubicBezTo>
                    <a:cubicBezTo>
                      <a:pt x="222" y="57"/>
                      <a:pt x="219" y="52"/>
                      <a:pt x="216" y="47"/>
                    </a:cubicBezTo>
                    <a:cubicBezTo>
                      <a:pt x="213" y="41"/>
                      <a:pt x="207" y="37"/>
                      <a:pt x="202" y="33"/>
                    </a:cubicBezTo>
                    <a:cubicBezTo>
                      <a:pt x="191" y="25"/>
                      <a:pt x="180" y="16"/>
                      <a:pt x="168" y="9"/>
                    </a:cubicBezTo>
                    <a:cubicBezTo>
                      <a:pt x="158" y="4"/>
                      <a:pt x="149" y="0"/>
                      <a:pt x="138" y="0"/>
                    </a:cubicBezTo>
                    <a:cubicBezTo>
                      <a:pt x="125" y="0"/>
                      <a:pt x="112" y="4"/>
                      <a:pt x="100" y="7"/>
                    </a:cubicBezTo>
                    <a:cubicBezTo>
                      <a:pt x="84" y="12"/>
                      <a:pt x="68" y="18"/>
                      <a:pt x="53" y="27"/>
                    </a:cubicBezTo>
                    <a:cubicBezTo>
                      <a:pt x="44" y="33"/>
                      <a:pt x="32" y="40"/>
                      <a:pt x="25" y="48"/>
                    </a:cubicBezTo>
                    <a:cubicBezTo>
                      <a:pt x="17" y="58"/>
                      <a:pt x="12" y="67"/>
                      <a:pt x="7" y="78"/>
                    </a:cubicBezTo>
                    <a:cubicBezTo>
                      <a:pt x="4" y="83"/>
                      <a:pt x="0" y="92"/>
                      <a:pt x="0" y="98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" name="Freeform 822">
                <a:extLst>
                  <a:ext uri="{FF2B5EF4-FFF2-40B4-BE49-F238E27FC236}">
                    <a16:creationId xmlns:a16="http://schemas.microsoft.com/office/drawing/2014/main" id="{4A5CAB62-18F0-40D5-9076-FA8934884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592"/>
                <a:ext cx="272" cy="111"/>
              </a:xfrm>
              <a:custGeom>
                <a:avLst/>
                <a:gdLst>
                  <a:gd name="T0" fmla="*/ 0 w 157"/>
                  <a:gd name="T1" fmla="*/ 261 h 60"/>
                  <a:gd name="T2" fmla="*/ 343 w 157"/>
                  <a:gd name="T3" fmla="*/ 68 h 60"/>
                  <a:gd name="T4" fmla="*/ 873 w 157"/>
                  <a:gd name="T5" fmla="*/ 24 h 60"/>
                  <a:gd name="T6" fmla="*/ 1327 w 157"/>
                  <a:gd name="T7" fmla="*/ 105 h 60"/>
                  <a:gd name="T8" fmla="*/ 1720 w 157"/>
                  <a:gd name="T9" fmla="*/ 359 h 60"/>
                  <a:gd name="T10" fmla="*/ 2138 w 157"/>
                  <a:gd name="T11" fmla="*/ 1019 h 60"/>
                  <a:gd name="T12" fmla="*/ 2278 w 157"/>
                  <a:gd name="T13" fmla="*/ 1228 h 60"/>
                  <a:gd name="T14" fmla="*/ 2450 w 157"/>
                  <a:gd name="T15" fmla="*/ 1297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7" h="60">
                    <a:moveTo>
                      <a:pt x="0" y="12"/>
                    </a:moveTo>
                    <a:cubicBezTo>
                      <a:pt x="5" y="7"/>
                      <a:pt x="16" y="5"/>
                      <a:pt x="22" y="3"/>
                    </a:cubicBezTo>
                    <a:cubicBezTo>
                      <a:pt x="33" y="1"/>
                      <a:pt x="44" y="0"/>
                      <a:pt x="56" y="1"/>
                    </a:cubicBezTo>
                    <a:cubicBezTo>
                      <a:pt x="65" y="2"/>
                      <a:pt x="76" y="3"/>
                      <a:pt x="85" y="5"/>
                    </a:cubicBezTo>
                    <a:cubicBezTo>
                      <a:pt x="95" y="6"/>
                      <a:pt x="102" y="11"/>
                      <a:pt x="110" y="17"/>
                    </a:cubicBezTo>
                    <a:cubicBezTo>
                      <a:pt x="122" y="25"/>
                      <a:pt x="128" y="35"/>
                      <a:pt x="137" y="47"/>
                    </a:cubicBezTo>
                    <a:cubicBezTo>
                      <a:pt x="140" y="51"/>
                      <a:pt x="143" y="54"/>
                      <a:pt x="146" y="57"/>
                    </a:cubicBezTo>
                    <a:cubicBezTo>
                      <a:pt x="149" y="59"/>
                      <a:pt x="157" y="60"/>
                      <a:pt x="157" y="60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" name="Freeform 823">
                <a:extLst>
                  <a:ext uri="{FF2B5EF4-FFF2-40B4-BE49-F238E27FC236}">
                    <a16:creationId xmlns:a16="http://schemas.microsoft.com/office/drawing/2014/main" id="{E55C04C7-1FE0-48E2-99A2-4DD941584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616"/>
                <a:ext cx="315" cy="172"/>
              </a:xfrm>
              <a:custGeom>
                <a:avLst/>
                <a:gdLst>
                  <a:gd name="T0" fmla="*/ 2825 w 182"/>
                  <a:gd name="T1" fmla="*/ 126 h 93"/>
                  <a:gd name="T2" fmla="*/ 2234 w 182"/>
                  <a:gd name="T3" fmla="*/ 24 h 93"/>
                  <a:gd name="T4" fmla="*/ 1533 w 182"/>
                  <a:gd name="T5" fmla="*/ 261 h 93"/>
                  <a:gd name="T6" fmla="*/ 653 w 182"/>
                  <a:gd name="T7" fmla="*/ 817 h 93"/>
                  <a:gd name="T8" fmla="*/ 405 w 182"/>
                  <a:gd name="T9" fmla="*/ 1147 h 93"/>
                  <a:gd name="T10" fmla="*/ 218 w 182"/>
                  <a:gd name="T11" fmla="*/ 1602 h 93"/>
                  <a:gd name="T12" fmla="*/ 0 w 182"/>
                  <a:gd name="T13" fmla="*/ 201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93">
                    <a:moveTo>
                      <a:pt x="182" y="6"/>
                    </a:moveTo>
                    <a:cubicBezTo>
                      <a:pt x="170" y="2"/>
                      <a:pt x="157" y="2"/>
                      <a:pt x="144" y="1"/>
                    </a:cubicBezTo>
                    <a:cubicBezTo>
                      <a:pt x="129" y="0"/>
                      <a:pt x="113" y="7"/>
                      <a:pt x="99" y="12"/>
                    </a:cubicBezTo>
                    <a:cubicBezTo>
                      <a:pt x="80" y="19"/>
                      <a:pt x="59" y="26"/>
                      <a:pt x="42" y="38"/>
                    </a:cubicBezTo>
                    <a:cubicBezTo>
                      <a:pt x="37" y="43"/>
                      <a:pt x="31" y="48"/>
                      <a:pt x="26" y="53"/>
                    </a:cubicBezTo>
                    <a:cubicBezTo>
                      <a:pt x="21" y="59"/>
                      <a:pt x="18" y="67"/>
                      <a:pt x="14" y="74"/>
                    </a:cubicBezTo>
                    <a:cubicBezTo>
                      <a:pt x="11" y="80"/>
                      <a:pt x="5" y="91"/>
                      <a:pt x="0" y="93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" name="Freeform 824">
                <a:extLst>
                  <a:ext uri="{FF2B5EF4-FFF2-40B4-BE49-F238E27FC236}">
                    <a16:creationId xmlns:a16="http://schemas.microsoft.com/office/drawing/2014/main" id="{8F93AB9D-DEE6-4AE4-B557-01C542D69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672"/>
                <a:ext cx="378" cy="125"/>
              </a:xfrm>
              <a:custGeom>
                <a:avLst/>
                <a:gdLst>
                  <a:gd name="T0" fmla="*/ 3416 w 218"/>
                  <a:gd name="T1" fmla="*/ 950 h 68"/>
                  <a:gd name="T2" fmla="*/ 2904 w 218"/>
                  <a:gd name="T3" fmla="*/ 480 h 68"/>
                  <a:gd name="T4" fmla="*/ 2622 w 218"/>
                  <a:gd name="T5" fmla="*/ 230 h 68"/>
                  <a:gd name="T6" fmla="*/ 2258 w 218"/>
                  <a:gd name="T7" fmla="*/ 68 h 68"/>
                  <a:gd name="T8" fmla="*/ 1663 w 218"/>
                  <a:gd name="T9" fmla="*/ 173 h 68"/>
                  <a:gd name="T10" fmla="*/ 1380 w 218"/>
                  <a:gd name="T11" fmla="*/ 250 h 68"/>
                  <a:gd name="T12" fmla="*/ 1085 w 218"/>
                  <a:gd name="T13" fmla="*/ 355 h 68"/>
                  <a:gd name="T14" fmla="*/ 108 w 218"/>
                  <a:gd name="T15" fmla="*/ 1105 h 68"/>
                  <a:gd name="T16" fmla="*/ 0 w 218"/>
                  <a:gd name="T17" fmla="*/ 1430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8" h="68">
                    <a:moveTo>
                      <a:pt x="218" y="45"/>
                    </a:moveTo>
                    <a:cubicBezTo>
                      <a:pt x="207" y="37"/>
                      <a:pt x="196" y="30"/>
                      <a:pt x="185" y="23"/>
                    </a:cubicBezTo>
                    <a:cubicBezTo>
                      <a:pt x="178" y="20"/>
                      <a:pt x="173" y="15"/>
                      <a:pt x="167" y="11"/>
                    </a:cubicBezTo>
                    <a:cubicBezTo>
                      <a:pt x="160" y="8"/>
                      <a:pt x="152" y="5"/>
                      <a:pt x="144" y="3"/>
                    </a:cubicBezTo>
                    <a:cubicBezTo>
                      <a:pt x="130" y="0"/>
                      <a:pt x="120" y="3"/>
                      <a:pt x="106" y="8"/>
                    </a:cubicBezTo>
                    <a:cubicBezTo>
                      <a:pt x="100" y="10"/>
                      <a:pt x="95" y="11"/>
                      <a:pt x="88" y="12"/>
                    </a:cubicBezTo>
                    <a:cubicBezTo>
                      <a:pt x="82" y="13"/>
                      <a:pt x="76" y="16"/>
                      <a:pt x="69" y="17"/>
                    </a:cubicBezTo>
                    <a:cubicBezTo>
                      <a:pt x="45" y="23"/>
                      <a:pt x="22" y="33"/>
                      <a:pt x="7" y="53"/>
                    </a:cubicBezTo>
                    <a:cubicBezTo>
                      <a:pt x="5" y="57"/>
                      <a:pt x="2" y="63"/>
                      <a:pt x="0" y="68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" name="Freeform 825">
                <a:extLst>
                  <a:ext uri="{FF2B5EF4-FFF2-40B4-BE49-F238E27FC236}">
                    <a16:creationId xmlns:a16="http://schemas.microsoft.com/office/drawing/2014/main" id="{511CBDE5-835F-44E0-8481-630E669BE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32"/>
                <a:ext cx="98" cy="53"/>
              </a:xfrm>
              <a:custGeom>
                <a:avLst/>
                <a:gdLst>
                  <a:gd name="T0" fmla="*/ 854 w 57"/>
                  <a:gd name="T1" fmla="*/ 80 h 29"/>
                  <a:gd name="T2" fmla="*/ 571 w 57"/>
                  <a:gd name="T3" fmla="*/ 146 h 29"/>
                  <a:gd name="T4" fmla="*/ 437 w 57"/>
                  <a:gd name="T5" fmla="*/ 590 h 29"/>
                  <a:gd name="T6" fmla="*/ 0 w 57"/>
                  <a:gd name="T7" fmla="*/ 54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9">
                    <a:moveTo>
                      <a:pt x="57" y="4"/>
                    </a:moveTo>
                    <a:cubicBezTo>
                      <a:pt x="52" y="0"/>
                      <a:pt x="42" y="4"/>
                      <a:pt x="38" y="7"/>
                    </a:cubicBezTo>
                    <a:cubicBezTo>
                      <a:pt x="31" y="13"/>
                      <a:pt x="29" y="21"/>
                      <a:pt x="29" y="29"/>
                    </a:cubicBezTo>
                    <a:cubicBezTo>
                      <a:pt x="22" y="26"/>
                      <a:pt x="6" y="17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" name="Freeform 826">
                <a:extLst>
                  <a:ext uri="{FF2B5EF4-FFF2-40B4-BE49-F238E27FC236}">
                    <a16:creationId xmlns:a16="http://schemas.microsoft.com/office/drawing/2014/main" id="{D47E300D-4DC8-406B-BA6D-84214741F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213"/>
                <a:ext cx="73" cy="54"/>
              </a:xfrm>
              <a:custGeom>
                <a:avLst/>
                <a:gdLst>
                  <a:gd name="T0" fmla="*/ 667 w 42"/>
                  <a:gd name="T1" fmla="*/ 0 h 29"/>
                  <a:gd name="T2" fmla="*/ 410 w 42"/>
                  <a:gd name="T3" fmla="*/ 45 h 29"/>
                  <a:gd name="T4" fmla="*/ 193 w 42"/>
                  <a:gd name="T5" fmla="*/ 209 h 29"/>
                  <a:gd name="T6" fmla="*/ 64 w 42"/>
                  <a:gd name="T7" fmla="*/ 65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9">
                    <a:moveTo>
                      <a:pt x="42" y="0"/>
                    </a:moveTo>
                    <a:cubicBezTo>
                      <a:pt x="36" y="1"/>
                      <a:pt x="32" y="0"/>
                      <a:pt x="26" y="2"/>
                    </a:cubicBezTo>
                    <a:cubicBezTo>
                      <a:pt x="21" y="3"/>
                      <a:pt x="17" y="6"/>
                      <a:pt x="12" y="9"/>
                    </a:cubicBezTo>
                    <a:cubicBezTo>
                      <a:pt x="6" y="13"/>
                      <a:pt x="0" y="21"/>
                      <a:pt x="4" y="2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" name="Freeform 827">
                <a:extLst>
                  <a:ext uri="{FF2B5EF4-FFF2-40B4-BE49-F238E27FC236}">
                    <a16:creationId xmlns:a16="http://schemas.microsoft.com/office/drawing/2014/main" id="{63D16370-A533-45C3-A1A5-D173C6123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156"/>
                <a:ext cx="105" cy="85"/>
              </a:xfrm>
              <a:custGeom>
                <a:avLst/>
                <a:gdLst>
                  <a:gd name="T0" fmla="*/ 924 w 61"/>
                  <a:gd name="T1" fmla="*/ 386 h 46"/>
                  <a:gd name="T2" fmla="*/ 317 w 61"/>
                  <a:gd name="T3" fmla="*/ 194 h 46"/>
                  <a:gd name="T4" fmla="*/ 169 w 61"/>
                  <a:gd name="T5" fmla="*/ 99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46">
                    <a:moveTo>
                      <a:pt x="61" y="18"/>
                    </a:moveTo>
                    <a:cubicBezTo>
                      <a:pt x="53" y="5"/>
                      <a:pt x="35" y="0"/>
                      <a:pt x="21" y="9"/>
                    </a:cubicBezTo>
                    <a:cubicBezTo>
                      <a:pt x="7" y="17"/>
                      <a:pt x="0" y="33"/>
                      <a:pt x="11" y="4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" name="Freeform 828">
                <a:extLst>
                  <a:ext uri="{FF2B5EF4-FFF2-40B4-BE49-F238E27FC236}">
                    <a16:creationId xmlns:a16="http://schemas.microsoft.com/office/drawing/2014/main" id="{ED026AB5-4080-4764-8C71-17A5239E5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187"/>
                <a:ext cx="90" cy="57"/>
              </a:xfrm>
              <a:custGeom>
                <a:avLst/>
                <a:gdLst>
                  <a:gd name="T0" fmla="*/ 808 w 52"/>
                  <a:gd name="T1" fmla="*/ 81 h 31"/>
                  <a:gd name="T2" fmla="*/ 206 w 52"/>
                  <a:gd name="T3" fmla="*/ 149 h 31"/>
                  <a:gd name="T4" fmla="*/ 206 w 52"/>
                  <a:gd name="T5" fmla="*/ 65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1">
                    <a:moveTo>
                      <a:pt x="52" y="4"/>
                    </a:moveTo>
                    <a:cubicBezTo>
                      <a:pt x="42" y="0"/>
                      <a:pt x="22" y="2"/>
                      <a:pt x="13" y="7"/>
                    </a:cubicBezTo>
                    <a:cubicBezTo>
                      <a:pt x="4" y="12"/>
                      <a:pt x="0" y="28"/>
                      <a:pt x="13" y="3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" name="Freeform 829">
                <a:extLst>
                  <a:ext uri="{FF2B5EF4-FFF2-40B4-BE49-F238E27FC236}">
                    <a16:creationId xmlns:a16="http://schemas.microsoft.com/office/drawing/2014/main" id="{6CC8C1F9-CA1B-4C17-9DBB-0366D0C0E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124"/>
                <a:ext cx="52" cy="48"/>
              </a:xfrm>
              <a:custGeom>
                <a:avLst/>
                <a:gdLst>
                  <a:gd name="T0" fmla="*/ 468 w 30"/>
                  <a:gd name="T1" fmla="*/ 559 h 26"/>
                  <a:gd name="T2" fmla="*/ 0 w 30"/>
                  <a:gd name="T3" fmla="*/ 2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6">
                    <a:moveTo>
                      <a:pt x="30" y="26"/>
                    </a:moveTo>
                    <a:cubicBezTo>
                      <a:pt x="28" y="16"/>
                      <a:pt x="9" y="0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" name="Freeform 830">
                <a:extLst>
                  <a:ext uri="{FF2B5EF4-FFF2-40B4-BE49-F238E27FC236}">
                    <a16:creationId xmlns:a16="http://schemas.microsoft.com/office/drawing/2014/main" id="{3345CB78-3A2F-43E7-A5FD-59F2E5106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969"/>
                <a:ext cx="71" cy="63"/>
              </a:xfrm>
              <a:custGeom>
                <a:avLst/>
                <a:gdLst>
                  <a:gd name="T0" fmla="*/ 0 w 41"/>
                  <a:gd name="T1" fmla="*/ 0 h 34"/>
                  <a:gd name="T2" fmla="*/ 357 w 41"/>
                  <a:gd name="T3" fmla="*/ 202 h 34"/>
                  <a:gd name="T4" fmla="*/ 468 w 41"/>
                  <a:gd name="T5" fmla="*/ 745 h 34"/>
                  <a:gd name="T6" fmla="*/ 639 w 41"/>
                  <a:gd name="T7" fmla="*/ 59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4">
                    <a:moveTo>
                      <a:pt x="0" y="0"/>
                    </a:moveTo>
                    <a:cubicBezTo>
                      <a:pt x="8" y="2"/>
                      <a:pt x="16" y="1"/>
                      <a:pt x="23" y="9"/>
                    </a:cubicBezTo>
                    <a:cubicBezTo>
                      <a:pt x="28" y="16"/>
                      <a:pt x="30" y="26"/>
                      <a:pt x="30" y="34"/>
                    </a:cubicBezTo>
                    <a:cubicBezTo>
                      <a:pt x="31" y="30"/>
                      <a:pt x="38" y="27"/>
                      <a:pt x="41" y="2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" name="Freeform 831">
                <a:extLst>
                  <a:ext uri="{FF2B5EF4-FFF2-40B4-BE49-F238E27FC236}">
                    <a16:creationId xmlns:a16="http://schemas.microsoft.com/office/drawing/2014/main" id="{DB77442D-AE69-47A1-8401-CB2E4ADC2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836"/>
                <a:ext cx="80" cy="50"/>
              </a:xfrm>
              <a:custGeom>
                <a:avLst/>
                <a:gdLst>
                  <a:gd name="T0" fmla="*/ 0 w 46"/>
                  <a:gd name="T1" fmla="*/ 106 h 27"/>
                  <a:gd name="T2" fmla="*/ 475 w 46"/>
                  <a:gd name="T3" fmla="*/ 128 h 27"/>
                  <a:gd name="T4" fmla="*/ 732 w 46"/>
                  <a:gd name="T5" fmla="*/ 591 h 27"/>
                  <a:gd name="T6" fmla="*/ 393 w 46"/>
                  <a:gd name="T7" fmla="*/ 44 h 27"/>
                  <a:gd name="T8" fmla="*/ 193 w 46"/>
                  <a:gd name="T9" fmla="*/ 24 h 27"/>
                  <a:gd name="T10" fmla="*/ 16 w 46"/>
                  <a:gd name="T11" fmla="*/ 81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7">
                    <a:moveTo>
                      <a:pt x="0" y="5"/>
                    </a:moveTo>
                    <a:cubicBezTo>
                      <a:pt x="10" y="7"/>
                      <a:pt x="20" y="1"/>
                      <a:pt x="30" y="6"/>
                    </a:cubicBezTo>
                    <a:cubicBezTo>
                      <a:pt x="39" y="10"/>
                      <a:pt x="43" y="17"/>
                      <a:pt x="46" y="27"/>
                    </a:cubicBezTo>
                    <a:cubicBezTo>
                      <a:pt x="45" y="14"/>
                      <a:pt x="38" y="3"/>
                      <a:pt x="25" y="2"/>
                    </a:cubicBezTo>
                    <a:cubicBezTo>
                      <a:pt x="21" y="1"/>
                      <a:pt x="16" y="0"/>
                      <a:pt x="12" y="1"/>
                    </a:cubicBezTo>
                    <a:cubicBezTo>
                      <a:pt x="9" y="1"/>
                      <a:pt x="3" y="4"/>
                      <a:pt x="1" y="4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" name="Freeform 832">
                <a:extLst>
                  <a:ext uri="{FF2B5EF4-FFF2-40B4-BE49-F238E27FC236}">
                    <a16:creationId xmlns:a16="http://schemas.microsoft.com/office/drawing/2014/main" id="{76331A7F-C5B4-4A60-8851-A763C9836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951"/>
                <a:ext cx="50" cy="81"/>
              </a:xfrm>
              <a:custGeom>
                <a:avLst/>
                <a:gdLst>
                  <a:gd name="T0" fmla="*/ 440 w 29"/>
                  <a:gd name="T1" fmla="*/ 24 h 44"/>
                  <a:gd name="T2" fmla="*/ 86 w 29"/>
                  <a:gd name="T3" fmla="*/ 451 h 44"/>
                  <a:gd name="T4" fmla="*/ 197 w 29"/>
                  <a:gd name="T5" fmla="*/ 928 h 44"/>
                  <a:gd name="T6" fmla="*/ 62 w 29"/>
                  <a:gd name="T7" fmla="*/ 298 h 44"/>
                  <a:gd name="T8" fmla="*/ 231 w 29"/>
                  <a:gd name="T9" fmla="*/ 105 h 44"/>
                  <a:gd name="T10" fmla="*/ 340 w 29"/>
                  <a:gd name="T11" fmla="*/ 24 h 44"/>
                  <a:gd name="T12" fmla="*/ 416 w 29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4">
                    <a:moveTo>
                      <a:pt x="29" y="1"/>
                    </a:moveTo>
                    <a:cubicBezTo>
                      <a:pt x="16" y="1"/>
                      <a:pt x="7" y="8"/>
                      <a:pt x="6" y="21"/>
                    </a:cubicBezTo>
                    <a:cubicBezTo>
                      <a:pt x="5" y="29"/>
                      <a:pt x="7" y="38"/>
                      <a:pt x="13" y="44"/>
                    </a:cubicBezTo>
                    <a:cubicBezTo>
                      <a:pt x="3" y="43"/>
                      <a:pt x="0" y="21"/>
                      <a:pt x="4" y="14"/>
                    </a:cubicBezTo>
                    <a:cubicBezTo>
                      <a:pt x="6" y="8"/>
                      <a:pt x="10" y="7"/>
                      <a:pt x="15" y="5"/>
                    </a:cubicBezTo>
                    <a:cubicBezTo>
                      <a:pt x="17" y="4"/>
                      <a:pt x="19" y="2"/>
                      <a:pt x="22" y="1"/>
                    </a:cubicBezTo>
                    <a:cubicBezTo>
                      <a:pt x="23" y="1"/>
                      <a:pt x="27" y="1"/>
                      <a:pt x="27" y="0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" name="Freeform 833">
                <a:extLst>
                  <a:ext uri="{FF2B5EF4-FFF2-40B4-BE49-F238E27FC236}">
                    <a16:creationId xmlns:a16="http://schemas.microsoft.com/office/drawing/2014/main" id="{E62B55EA-1D4F-4443-9463-2389A83AA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947"/>
                <a:ext cx="40" cy="42"/>
              </a:xfrm>
              <a:custGeom>
                <a:avLst/>
                <a:gdLst>
                  <a:gd name="T0" fmla="*/ 0 w 23"/>
                  <a:gd name="T1" fmla="*/ 80 h 23"/>
                  <a:gd name="T2" fmla="*/ 336 w 23"/>
                  <a:gd name="T3" fmla="*/ 469 h 23"/>
                  <a:gd name="T4" fmla="*/ 237 w 23"/>
                  <a:gd name="T5" fmla="*/ 146 h 23"/>
                  <a:gd name="T6" fmla="*/ 16 w 23"/>
                  <a:gd name="T7" fmla="*/ 8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0" y="4"/>
                    </a:moveTo>
                    <a:cubicBezTo>
                      <a:pt x="9" y="0"/>
                      <a:pt x="21" y="15"/>
                      <a:pt x="21" y="23"/>
                    </a:cubicBezTo>
                    <a:cubicBezTo>
                      <a:pt x="23" y="17"/>
                      <a:pt x="19" y="10"/>
                      <a:pt x="15" y="7"/>
                    </a:cubicBezTo>
                    <a:cubicBezTo>
                      <a:pt x="12" y="5"/>
                      <a:pt x="3" y="1"/>
                      <a:pt x="1" y="4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" name="Freeform 834">
                <a:extLst>
                  <a:ext uri="{FF2B5EF4-FFF2-40B4-BE49-F238E27FC236}">
                    <a16:creationId xmlns:a16="http://schemas.microsoft.com/office/drawing/2014/main" id="{CDA4D6F7-C4CA-4F18-A8C0-0AE44ED23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938"/>
                <a:ext cx="87" cy="40"/>
              </a:xfrm>
              <a:custGeom>
                <a:avLst/>
                <a:gdLst>
                  <a:gd name="T0" fmla="*/ 512 w 50"/>
                  <a:gd name="T1" fmla="*/ 440 h 22"/>
                  <a:gd name="T2" fmla="*/ 458 w 50"/>
                  <a:gd name="T3" fmla="*/ 242 h 22"/>
                  <a:gd name="T4" fmla="*/ 299 w 50"/>
                  <a:gd name="T5" fmla="*/ 118 h 22"/>
                  <a:gd name="T6" fmla="*/ 0 w 50"/>
                  <a:gd name="T7" fmla="*/ 242 h 22"/>
                  <a:gd name="T8" fmla="*/ 412 w 50"/>
                  <a:gd name="T9" fmla="*/ 53 h 22"/>
                  <a:gd name="T10" fmla="*/ 585 w 50"/>
                  <a:gd name="T11" fmla="*/ 162 h 22"/>
                  <a:gd name="T12" fmla="*/ 797 w 50"/>
                  <a:gd name="T13" fmla="*/ 175 h 22"/>
                  <a:gd name="T14" fmla="*/ 512 w 50"/>
                  <a:gd name="T15" fmla="*/ 44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2">
                    <a:moveTo>
                      <a:pt x="32" y="22"/>
                    </a:moveTo>
                    <a:cubicBezTo>
                      <a:pt x="32" y="22"/>
                      <a:pt x="31" y="14"/>
                      <a:pt x="29" y="12"/>
                    </a:cubicBezTo>
                    <a:cubicBezTo>
                      <a:pt x="26" y="9"/>
                      <a:pt x="22" y="7"/>
                      <a:pt x="19" y="6"/>
                    </a:cubicBezTo>
                    <a:cubicBezTo>
                      <a:pt x="12" y="5"/>
                      <a:pt x="4" y="7"/>
                      <a:pt x="0" y="12"/>
                    </a:cubicBezTo>
                    <a:cubicBezTo>
                      <a:pt x="6" y="3"/>
                      <a:pt x="16" y="0"/>
                      <a:pt x="26" y="3"/>
                    </a:cubicBezTo>
                    <a:cubicBezTo>
                      <a:pt x="30" y="5"/>
                      <a:pt x="33" y="7"/>
                      <a:pt x="37" y="8"/>
                    </a:cubicBezTo>
                    <a:cubicBezTo>
                      <a:pt x="41" y="9"/>
                      <a:pt x="45" y="9"/>
                      <a:pt x="50" y="9"/>
                    </a:cubicBezTo>
                    <a:cubicBezTo>
                      <a:pt x="40" y="13"/>
                      <a:pt x="39" y="15"/>
                      <a:pt x="32" y="22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" name="Freeform 835">
                <a:extLst>
                  <a:ext uri="{FF2B5EF4-FFF2-40B4-BE49-F238E27FC236}">
                    <a16:creationId xmlns:a16="http://schemas.microsoft.com/office/drawing/2014/main" id="{24E3F222-1361-42E6-8616-130537719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47"/>
                <a:ext cx="44" cy="79"/>
              </a:xfrm>
              <a:custGeom>
                <a:avLst/>
                <a:gdLst>
                  <a:gd name="T0" fmla="*/ 136 w 25"/>
                  <a:gd name="T1" fmla="*/ 875 h 43"/>
                  <a:gd name="T2" fmla="*/ 201 w 25"/>
                  <a:gd name="T3" fmla="*/ 298 h 43"/>
                  <a:gd name="T4" fmla="*/ 421 w 25"/>
                  <a:gd name="T5" fmla="*/ 24 h 43"/>
                  <a:gd name="T6" fmla="*/ 216 w 25"/>
                  <a:gd name="T7" fmla="*/ 81 h 43"/>
                  <a:gd name="T8" fmla="*/ 65 w 25"/>
                  <a:gd name="T9" fmla="*/ 327 h 43"/>
                  <a:gd name="T10" fmla="*/ 114 w 25"/>
                  <a:gd name="T11" fmla="*/ 898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3">
                    <a:moveTo>
                      <a:pt x="8" y="42"/>
                    </a:moveTo>
                    <a:cubicBezTo>
                      <a:pt x="6" y="33"/>
                      <a:pt x="7" y="23"/>
                      <a:pt x="12" y="14"/>
                    </a:cubicBezTo>
                    <a:cubicBezTo>
                      <a:pt x="14" y="9"/>
                      <a:pt x="20" y="3"/>
                      <a:pt x="25" y="1"/>
                    </a:cubicBezTo>
                    <a:cubicBezTo>
                      <a:pt x="22" y="0"/>
                      <a:pt x="16" y="3"/>
                      <a:pt x="13" y="4"/>
                    </a:cubicBezTo>
                    <a:cubicBezTo>
                      <a:pt x="9" y="6"/>
                      <a:pt x="5" y="11"/>
                      <a:pt x="4" y="16"/>
                    </a:cubicBezTo>
                    <a:cubicBezTo>
                      <a:pt x="0" y="25"/>
                      <a:pt x="3" y="35"/>
                      <a:pt x="7" y="43"/>
                    </a:cubicBezTo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" name="Freeform 836">
                <a:extLst>
                  <a:ext uri="{FF2B5EF4-FFF2-40B4-BE49-F238E27FC236}">
                    <a16:creationId xmlns:a16="http://schemas.microsoft.com/office/drawing/2014/main" id="{05F1A55F-6D03-453B-B9D9-033826FCD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958"/>
                <a:ext cx="61" cy="61"/>
              </a:xfrm>
              <a:custGeom>
                <a:avLst/>
                <a:gdLst>
                  <a:gd name="T0" fmla="*/ 483 w 35"/>
                  <a:gd name="T1" fmla="*/ 68 h 33"/>
                  <a:gd name="T2" fmla="*/ 112 w 35"/>
                  <a:gd name="T3" fmla="*/ 150 h 33"/>
                  <a:gd name="T4" fmla="*/ 213 w 35"/>
                  <a:gd name="T5" fmla="*/ 645 h 33"/>
                  <a:gd name="T6" fmla="*/ 277 w 35"/>
                  <a:gd name="T7" fmla="*/ 410 h 33"/>
                  <a:gd name="T8" fmla="*/ 471 w 35"/>
                  <a:gd name="T9" fmla="*/ 349 h 33"/>
                  <a:gd name="T10" fmla="*/ 498 w 35"/>
                  <a:gd name="T11" fmla="*/ 126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3">
                    <a:moveTo>
                      <a:pt x="30" y="3"/>
                    </a:moveTo>
                    <a:cubicBezTo>
                      <a:pt x="22" y="0"/>
                      <a:pt x="12" y="0"/>
                      <a:pt x="7" y="7"/>
                    </a:cubicBezTo>
                    <a:cubicBezTo>
                      <a:pt x="2" y="13"/>
                      <a:pt x="0" y="33"/>
                      <a:pt x="13" y="30"/>
                    </a:cubicBezTo>
                    <a:cubicBezTo>
                      <a:pt x="13" y="26"/>
                      <a:pt x="14" y="22"/>
                      <a:pt x="17" y="19"/>
                    </a:cubicBezTo>
                    <a:cubicBezTo>
                      <a:pt x="21" y="15"/>
                      <a:pt x="25" y="17"/>
                      <a:pt x="29" y="16"/>
                    </a:cubicBezTo>
                    <a:cubicBezTo>
                      <a:pt x="35" y="15"/>
                      <a:pt x="35" y="10"/>
                      <a:pt x="31" y="6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" name="Freeform 837">
                <a:extLst>
                  <a:ext uri="{FF2B5EF4-FFF2-40B4-BE49-F238E27FC236}">
                    <a16:creationId xmlns:a16="http://schemas.microsoft.com/office/drawing/2014/main" id="{0657A2FC-F97D-4C50-A554-6E8F030AC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969"/>
                <a:ext cx="115" cy="65"/>
              </a:xfrm>
              <a:custGeom>
                <a:avLst/>
                <a:gdLst>
                  <a:gd name="T0" fmla="*/ 91 w 66"/>
                  <a:gd name="T1" fmla="*/ 462 h 35"/>
                  <a:gd name="T2" fmla="*/ 470 w 66"/>
                  <a:gd name="T3" fmla="*/ 24 h 35"/>
                  <a:gd name="T4" fmla="*/ 1018 w 66"/>
                  <a:gd name="T5" fmla="*/ 306 h 35"/>
                  <a:gd name="T6" fmla="*/ 413 w 66"/>
                  <a:gd name="T7" fmla="*/ 262 h 35"/>
                  <a:gd name="T8" fmla="*/ 49 w 66"/>
                  <a:gd name="T9" fmla="*/ 53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35">
                    <a:moveTo>
                      <a:pt x="6" y="21"/>
                    </a:moveTo>
                    <a:cubicBezTo>
                      <a:pt x="0" y="9"/>
                      <a:pt x="20" y="0"/>
                      <a:pt x="29" y="1"/>
                    </a:cubicBezTo>
                    <a:cubicBezTo>
                      <a:pt x="34" y="1"/>
                      <a:pt x="66" y="3"/>
                      <a:pt x="63" y="14"/>
                    </a:cubicBezTo>
                    <a:cubicBezTo>
                      <a:pt x="61" y="20"/>
                      <a:pt x="33" y="8"/>
                      <a:pt x="26" y="12"/>
                    </a:cubicBezTo>
                    <a:cubicBezTo>
                      <a:pt x="19" y="16"/>
                      <a:pt x="14" y="35"/>
                      <a:pt x="3" y="24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" name="Freeform 838">
                <a:extLst>
                  <a:ext uri="{FF2B5EF4-FFF2-40B4-BE49-F238E27FC236}">
                    <a16:creationId xmlns:a16="http://schemas.microsoft.com/office/drawing/2014/main" id="{8F99ABE6-04A2-40AF-B776-6390D2B58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037"/>
                <a:ext cx="67" cy="65"/>
              </a:xfrm>
              <a:custGeom>
                <a:avLst/>
                <a:gdLst>
                  <a:gd name="T0" fmla="*/ 496 w 39"/>
                  <a:gd name="T1" fmla="*/ 45 h 35"/>
                  <a:gd name="T2" fmla="*/ 254 w 39"/>
                  <a:gd name="T3" fmla="*/ 24 h 35"/>
                  <a:gd name="T4" fmla="*/ 45 w 39"/>
                  <a:gd name="T5" fmla="*/ 204 h 35"/>
                  <a:gd name="T6" fmla="*/ 206 w 39"/>
                  <a:gd name="T7" fmla="*/ 776 h 35"/>
                  <a:gd name="T8" fmla="*/ 350 w 39"/>
                  <a:gd name="T9" fmla="*/ 514 h 35"/>
                  <a:gd name="T10" fmla="*/ 522 w 39"/>
                  <a:gd name="T11" fmla="*/ 334 h 35"/>
                  <a:gd name="T12" fmla="*/ 496 w 39"/>
                  <a:gd name="T13" fmla="*/ 6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5">
                    <a:moveTo>
                      <a:pt x="33" y="2"/>
                    </a:moveTo>
                    <a:cubicBezTo>
                      <a:pt x="27" y="0"/>
                      <a:pt x="23" y="0"/>
                      <a:pt x="17" y="1"/>
                    </a:cubicBezTo>
                    <a:cubicBezTo>
                      <a:pt x="12" y="3"/>
                      <a:pt x="6" y="3"/>
                      <a:pt x="3" y="9"/>
                    </a:cubicBezTo>
                    <a:cubicBezTo>
                      <a:pt x="0" y="15"/>
                      <a:pt x="5" y="35"/>
                      <a:pt x="14" y="35"/>
                    </a:cubicBezTo>
                    <a:cubicBezTo>
                      <a:pt x="20" y="35"/>
                      <a:pt x="21" y="26"/>
                      <a:pt x="23" y="23"/>
                    </a:cubicBezTo>
                    <a:cubicBezTo>
                      <a:pt x="27" y="19"/>
                      <a:pt x="32" y="19"/>
                      <a:pt x="35" y="15"/>
                    </a:cubicBezTo>
                    <a:cubicBezTo>
                      <a:pt x="39" y="11"/>
                      <a:pt x="37" y="6"/>
                      <a:pt x="33" y="3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" name="Freeform 839">
                <a:extLst>
                  <a:ext uri="{FF2B5EF4-FFF2-40B4-BE49-F238E27FC236}">
                    <a16:creationId xmlns:a16="http://schemas.microsoft.com/office/drawing/2014/main" id="{641166BF-29FF-46B0-9B2A-7588E0150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194"/>
                <a:ext cx="55" cy="45"/>
              </a:xfrm>
              <a:custGeom>
                <a:avLst/>
                <a:gdLst>
                  <a:gd name="T0" fmla="*/ 375 w 32"/>
                  <a:gd name="T1" fmla="*/ 73 h 24"/>
                  <a:gd name="T2" fmla="*/ 86 w 32"/>
                  <a:gd name="T3" fmla="*/ 137 h 24"/>
                  <a:gd name="T4" fmla="*/ 0 w 32"/>
                  <a:gd name="T5" fmla="*/ 324 h 24"/>
                  <a:gd name="T6" fmla="*/ 120 w 32"/>
                  <a:gd name="T7" fmla="*/ 534 h 24"/>
                  <a:gd name="T8" fmla="*/ 184 w 32"/>
                  <a:gd name="T9" fmla="*/ 324 h 24"/>
                  <a:gd name="T10" fmla="*/ 375 w 32"/>
                  <a:gd name="T11" fmla="*/ 296 h 24"/>
                  <a:gd name="T12" fmla="*/ 461 w 32"/>
                  <a:gd name="T13" fmla="*/ 186 h 24"/>
                  <a:gd name="T14" fmla="*/ 423 w 32"/>
                  <a:gd name="T15" fmla="*/ 73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4">
                    <a:moveTo>
                      <a:pt x="25" y="3"/>
                    </a:moveTo>
                    <a:cubicBezTo>
                      <a:pt x="21" y="0"/>
                      <a:pt x="11" y="3"/>
                      <a:pt x="6" y="6"/>
                    </a:cubicBezTo>
                    <a:cubicBezTo>
                      <a:pt x="3" y="8"/>
                      <a:pt x="0" y="10"/>
                      <a:pt x="0" y="14"/>
                    </a:cubicBezTo>
                    <a:cubicBezTo>
                      <a:pt x="0" y="16"/>
                      <a:pt x="6" y="24"/>
                      <a:pt x="8" y="23"/>
                    </a:cubicBezTo>
                    <a:cubicBezTo>
                      <a:pt x="10" y="22"/>
                      <a:pt x="10" y="16"/>
                      <a:pt x="12" y="14"/>
                    </a:cubicBezTo>
                    <a:cubicBezTo>
                      <a:pt x="16" y="12"/>
                      <a:pt x="21" y="13"/>
                      <a:pt x="25" y="13"/>
                    </a:cubicBezTo>
                    <a:cubicBezTo>
                      <a:pt x="28" y="13"/>
                      <a:pt x="31" y="11"/>
                      <a:pt x="31" y="8"/>
                    </a:cubicBezTo>
                    <a:cubicBezTo>
                      <a:pt x="32" y="6"/>
                      <a:pt x="31" y="4"/>
                      <a:pt x="28" y="3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" name="Freeform 840">
                <a:extLst>
                  <a:ext uri="{FF2B5EF4-FFF2-40B4-BE49-F238E27FC236}">
                    <a16:creationId xmlns:a16="http://schemas.microsoft.com/office/drawing/2014/main" id="{B692905C-C9C6-4AE0-B9F6-F92C60047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145"/>
                <a:ext cx="44" cy="44"/>
              </a:xfrm>
              <a:custGeom>
                <a:avLst/>
                <a:gdLst>
                  <a:gd name="T0" fmla="*/ 289 w 25"/>
                  <a:gd name="T1" fmla="*/ 81 h 24"/>
                  <a:gd name="T2" fmla="*/ 37 w 25"/>
                  <a:gd name="T3" fmla="*/ 193 h 24"/>
                  <a:gd name="T4" fmla="*/ 21 w 25"/>
                  <a:gd name="T5" fmla="*/ 376 h 24"/>
                  <a:gd name="T6" fmla="*/ 151 w 25"/>
                  <a:gd name="T7" fmla="*/ 475 h 24"/>
                  <a:gd name="T8" fmla="*/ 180 w 25"/>
                  <a:gd name="T9" fmla="*/ 354 h 24"/>
                  <a:gd name="T10" fmla="*/ 338 w 25"/>
                  <a:gd name="T11" fmla="*/ 315 h 24"/>
                  <a:gd name="T12" fmla="*/ 338 w 25"/>
                  <a:gd name="T13" fmla="*/ 1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17" y="4"/>
                    </a:moveTo>
                    <a:cubicBezTo>
                      <a:pt x="12" y="0"/>
                      <a:pt x="5" y="5"/>
                      <a:pt x="2" y="9"/>
                    </a:cubicBezTo>
                    <a:cubicBezTo>
                      <a:pt x="0" y="12"/>
                      <a:pt x="0" y="15"/>
                      <a:pt x="1" y="18"/>
                    </a:cubicBezTo>
                    <a:cubicBezTo>
                      <a:pt x="2" y="20"/>
                      <a:pt x="6" y="24"/>
                      <a:pt x="9" y="23"/>
                    </a:cubicBezTo>
                    <a:cubicBezTo>
                      <a:pt x="11" y="22"/>
                      <a:pt x="10" y="19"/>
                      <a:pt x="11" y="17"/>
                    </a:cubicBezTo>
                    <a:cubicBezTo>
                      <a:pt x="14" y="14"/>
                      <a:pt x="17" y="16"/>
                      <a:pt x="20" y="15"/>
                    </a:cubicBezTo>
                    <a:cubicBezTo>
                      <a:pt x="25" y="13"/>
                      <a:pt x="24" y="7"/>
                      <a:pt x="20" y="5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098" name="Freeform 841">
              <a:extLst>
                <a:ext uri="{FF2B5EF4-FFF2-40B4-BE49-F238E27FC236}">
                  <a16:creationId xmlns:a16="http://schemas.microsoft.com/office/drawing/2014/main" id="{24623A6D-C49E-4876-8ACF-3B5814E45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00"/>
              <a:ext cx="36" cy="54"/>
            </a:xfrm>
            <a:custGeom>
              <a:avLst/>
              <a:gdLst>
                <a:gd name="T0" fmla="*/ 226 w 21"/>
                <a:gd name="T1" fmla="*/ 156 h 29"/>
                <a:gd name="T2" fmla="*/ 147 w 21"/>
                <a:gd name="T3" fmla="*/ 652 h 29"/>
                <a:gd name="T4" fmla="*/ 168 w 21"/>
                <a:gd name="T5" fmla="*/ 443 h 29"/>
                <a:gd name="T6" fmla="*/ 267 w 21"/>
                <a:gd name="T7" fmla="*/ 337 h 29"/>
                <a:gd name="T8" fmla="*/ 231 w 21"/>
                <a:gd name="T9" fmla="*/ 15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9">
                  <a:moveTo>
                    <a:pt x="15" y="7"/>
                  </a:moveTo>
                  <a:cubicBezTo>
                    <a:pt x="0" y="0"/>
                    <a:pt x="0" y="29"/>
                    <a:pt x="10" y="29"/>
                  </a:cubicBezTo>
                  <a:cubicBezTo>
                    <a:pt x="11" y="26"/>
                    <a:pt x="9" y="23"/>
                    <a:pt x="11" y="20"/>
                  </a:cubicBezTo>
                  <a:cubicBezTo>
                    <a:pt x="13" y="17"/>
                    <a:pt x="15" y="17"/>
                    <a:pt x="18" y="15"/>
                  </a:cubicBezTo>
                  <a:cubicBezTo>
                    <a:pt x="21" y="12"/>
                    <a:pt x="19" y="9"/>
                    <a:pt x="16" y="7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9" name="Freeform 842">
              <a:extLst>
                <a:ext uri="{FF2B5EF4-FFF2-40B4-BE49-F238E27FC236}">
                  <a16:creationId xmlns:a16="http://schemas.microsoft.com/office/drawing/2014/main" id="{81205758-B06B-4687-9E89-0B103EDA1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039"/>
              <a:ext cx="97" cy="70"/>
            </a:xfrm>
            <a:custGeom>
              <a:avLst/>
              <a:gdLst>
                <a:gd name="T0" fmla="*/ 49 w 56"/>
                <a:gd name="T1" fmla="*/ 573 h 38"/>
                <a:gd name="T2" fmla="*/ 454 w 56"/>
                <a:gd name="T3" fmla="*/ 656 h 38"/>
                <a:gd name="T4" fmla="*/ 532 w 56"/>
                <a:gd name="T5" fmla="*/ 230 h 38"/>
                <a:gd name="T6" fmla="*/ 811 w 56"/>
                <a:gd name="T7" fmla="*/ 105 h 38"/>
                <a:gd name="T8" fmla="*/ 873 w 56"/>
                <a:gd name="T9" fmla="*/ 274 h 38"/>
                <a:gd name="T10" fmla="*/ 766 w 56"/>
                <a:gd name="T11" fmla="*/ 379 h 38"/>
                <a:gd name="T12" fmla="*/ 513 w 56"/>
                <a:gd name="T13" fmla="*/ 549 h 38"/>
                <a:gd name="T14" fmla="*/ 454 w 56"/>
                <a:gd name="T15" fmla="*/ 698 h 38"/>
                <a:gd name="T16" fmla="*/ 360 w 56"/>
                <a:gd name="T17" fmla="*/ 632 h 38"/>
                <a:gd name="T18" fmla="*/ 218 w 56"/>
                <a:gd name="T19" fmla="*/ 726 h 38"/>
                <a:gd name="T20" fmla="*/ 87 w 56"/>
                <a:gd name="T21" fmla="*/ 737 h 38"/>
                <a:gd name="T22" fmla="*/ 28 w 56"/>
                <a:gd name="T23" fmla="*/ 601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38">
                  <a:moveTo>
                    <a:pt x="3" y="27"/>
                  </a:moveTo>
                  <a:cubicBezTo>
                    <a:pt x="7" y="18"/>
                    <a:pt x="24" y="25"/>
                    <a:pt x="29" y="31"/>
                  </a:cubicBezTo>
                  <a:cubicBezTo>
                    <a:pt x="31" y="24"/>
                    <a:pt x="30" y="17"/>
                    <a:pt x="34" y="11"/>
                  </a:cubicBezTo>
                  <a:cubicBezTo>
                    <a:pt x="37" y="6"/>
                    <a:pt x="46" y="0"/>
                    <a:pt x="52" y="5"/>
                  </a:cubicBezTo>
                  <a:cubicBezTo>
                    <a:pt x="54" y="6"/>
                    <a:pt x="56" y="10"/>
                    <a:pt x="56" y="13"/>
                  </a:cubicBezTo>
                  <a:cubicBezTo>
                    <a:pt x="56" y="17"/>
                    <a:pt x="53" y="17"/>
                    <a:pt x="49" y="18"/>
                  </a:cubicBezTo>
                  <a:cubicBezTo>
                    <a:pt x="43" y="20"/>
                    <a:pt x="38" y="21"/>
                    <a:pt x="33" y="26"/>
                  </a:cubicBezTo>
                  <a:cubicBezTo>
                    <a:pt x="31" y="28"/>
                    <a:pt x="30" y="31"/>
                    <a:pt x="29" y="33"/>
                  </a:cubicBezTo>
                  <a:cubicBezTo>
                    <a:pt x="27" y="32"/>
                    <a:pt x="26" y="31"/>
                    <a:pt x="23" y="30"/>
                  </a:cubicBezTo>
                  <a:cubicBezTo>
                    <a:pt x="18" y="29"/>
                    <a:pt x="17" y="30"/>
                    <a:pt x="14" y="34"/>
                  </a:cubicBezTo>
                  <a:cubicBezTo>
                    <a:pt x="11" y="37"/>
                    <a:pt x="9" y="38"/>
                    <a:pt x="6" y="35"/>
                  </a:cubicBezTo>
                  <a:cubicBezTo>
                    <a:pt x="4" y="34"/>
                    <a:pt x="0" y="30"/>
                    <a:pt x="2" y="28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0" name="Freeform 843">
              <a:extLst>
                <a:ext uri="{FF2B5EF4-FFF2-40B4-BE49-F238E27FC236}">
                  <a16:creationId xmlns:a16="http://schemas.microsoft.com/office/drawing/2014/main" id="{EB5DBCEF-A553-40AF-9D0D-D84A92B57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960"/>
              <a:ext cx="40" cy="77"/>
            </a:xfrm>
            <a:custGeom>
              <a:avLst/>
              <a:gdLst>
                <a:gd name="T0" fmla="*/ 336 w 23"/>
                <a:gd name="T1" fmla="*/ 105 h 42"/>
                <a:gd name="T2" fmla="*/ 28 w 23"/>
                <a:gd name="T3" fmla="*/ 326 h 42"/>
                <a:gd name="T4" fmla="*/ 85 w 23"/>
                <a:gd name="T5" fmla="*/ 746 h 42"/>
                <a:gd name="T6" fmla="*/ 157 w 23"/>
                <a:gd name="T7" fmla="*/ 598 h 42"/>
                <a:gd name="T8" fmla="*/ 320 w 23"/>
                <a:gd name="T9" fmla="*/ 444 h 42"/>
                <a:gd name="T10" fmla="*/ 369 w 23"/>
                <a:gd name="T11" fmla="*/ 273 h 42"/>
                <a:gd name="T12" fmla="*/ 336 w 23"/>
                <a:gd name="T13" fmla="*/ 12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2">
                  <a:moveTo>
                    <a:pt x="21" y="5"/>
                  </a:moveTo>
                  <a:cubicBezTo>
                    <a:pt x="12" y="0"/>
                    <a:pt x="4" y="7"/>
                    <a:pt x="2" y="16"/>
                  </a:cubicBezTo>
                  <a:cubicBezTo>
                    <a:pt x="0" y="23"/>
                    <a:pt x="0" y="31"/>
                    <a:pt x="5" y="36"/>
                  </a:cubicBezTo>
                  <a:cubicBezTo>
                    <a:pt x="11" y="42"/>
                    <a:pt x="9" y="33"/>
                    <a:pt x="10" y="29"/>
                  </a:cubicBezTo>
                  <a:cubicBezTo>
                    <a:pt x="12" y="23"/>
                    <a:pt x="16" y="25"/>
                    <a:pt x="20" y="21"/>
                  </a:cubicBezTo>
                  <a:cubicBezTo>
                    <a:pt x="22" y="19"/>
                    <a:pt x="23" y="16"/>
                    <a:pt x="23" y="13"/>
                  </a:cubicBezTo>
                  <a:cubicBezTo>
                    <a:pt x="23" y="11"/>
                    <a:pt x="23" y="7"/>
                    <a:pt x="21" y="6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1" name="Freeform 844">
              <a:extLst>
                <a:ext uri="{FF2B5EF4-FFF2-40B4-BE49-F238E27FC236}">
                  <a16:creationId xmlns:a16="http://schemas.microsoft.com/office/drawing/2014/main" id="{A1AF12B7-7D98-49D4-856E-51C2B31BB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851"/>
              <a:ext cx="71" cy="57"/>
            </a:xfrm>
            <a:custGeom>
              <a:avLst/>
              <a:gdLst>
                <a:gd name="T0" fmla="*/ 639 w 41"/>
                <a:gd name="T1" fmla="*/ 250 h 31"/>
                <a:gd name="T2" fmla="*/ 419 w 41"/>
                <a:gd name="T3" fmla="*/ 0 h 31"/>
                <a:gd name="T4" fmla="*/ 28 w 41"/>
                <a:gd name="T5" fmla="*/ 528 h 31"/>
                <a:gd name="T6" fmla="*/ 126 w 41"/>
                <a:gd name="T7" fmla="*/ 653 h 31"/>
                <a:gd name="T8" fmla="*/ 206 w 41"/>
                <a:gd name="T9" fmla="*/ 504 h 31"/>
                <a:gd name="T10" fmla="*/ 431 w 41"/>
                <a:gd name="T11" fmla="*/ 327 h 31"/>
                <a:gd name="T12" fmla="*/ 591 w 41"/>
                <a:gd name="T13" fmla="*/ 379 h 31"/>
                <a:gd name="T14" fmla="*/ 639 w 41"/>
                <a:gd name="T15" fmla="*/ 25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1">
                  <a:moveTo>
                    <a:pt x="41" y="12"/>
                  </a:moveTo>
                  <a:cubicBezTo>
                    <a:pt x="41" y="5"/>
                    <a:pt x="33" y="0"/>
                    <a:pt x="27" y="0"/>
                  </a:cubicBezTo>
                  <a:cubicBezTo>
                    <a:pt x="14" y="0"/>
                    <a:pt x="0" y="10"/>
                    <a:pt x="2" y="25"/>
                  </a:cubicBezTo>
                  <a:cubicBezTo>
                    <a:pt x="3" y="27"/>
                    <a:pt x="5" y="31"/>
                    <a:pt x="8" y="31"/>
                  </a:cubicBezTo>
                  <a:cubicBezTo>
                    <a:pt x="12" y="31"/>
                    <a:pt x="12" y="27"/>
                    <a:pt x="13" y="24"/>
                  </a:cubicBezTo>
                  <a:cubicBezTo>
                    <a:pt x="16" y="18"/>
                    <a:pt x="22" y="13"/>
                    <a:pt x="28" y="16"/>
                  </a:cubicBezTo>
                  <a:cubicBezTo>
                    <a:pt x="31" y="17"/>
                    <a:pt x="35" y="20"/>
                    <a:pt x="38" y="18"/>
                  </a:cubicBezTo>
                  <a:cubicBezTo>
                    <a:pt x="40" y="17"/>
                    <a:pt x="40" y="14"/>
                    <a:pt x="41" y="12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2" name="Freeform 845">
              <a:extLst>
                <a:ext uri="{FF2B5EF4-FFF2-40B4-BE49-F238E27FC236}">
                  <a16:creationId xmlns:a16="http://schemas.microsoft.com/office/drawing/2014/main" id="{D5B2437F-7EC5-4B9B-BFDE-EA7504210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755"/>
              <a:ext cx="40" cy="53"/>
            </a:xfrm>
            <a:custGeom>
              <a:avLst/>
              <a:gdLst>
                <a:gd name="T0" fmla="*/ 127 w 23"/>
                <a:gd name="T1" fmla="*/ 0 h 29"/>
                <a:gd name="T2" fmla="*/ 283 w 23"/>
                <a:gd name="T3" fmla="*/ 53 h 29"/>
                <a:gd name="T4" fmla="*/ 348 w 23"/>
                <a:gd name="T5" fmla="*/ 294 h 29"/>
                <a:gd name="T6" fmla="*/ 148 w 23"/>
                <a:gd name="T7" fmla="*/ 568 h 29"/>
                <a:gd name="T8" fmla="*/ 127 w 23"/>
                <a:gd name="T9" fmla="*/ 367 h 29"/>
                <a:gd name="T10" fmla="*/ 28 w 23"/>
                <a:gd name="T11" fmla="*/ 177 h 29"/>
                <a:gd name="T12" fmla="*/ 127 w 23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8" y="0"/>
                  </a:moveTo>
                  <a:cubicBezTo>
                    <a:pt x="12" y="0"/>
                    <a:pt x="16" y="0"/>
                    <a:pt x="18" y="3"/>
                  </a:cubicBezTo>
                  <a:cubicBezTo>
                    <a:pt x="21" y="6"/>
                    <a:pt x="23" y="10"/>
                    <a:pt x="22" y="14"/>
                  </a:cubicBezTo>
                  <a:cubicBezTo>
                    <a:pt x="22" y="19"/>
                    <a:pt x="15" y="29"/>
                    <a:pt x="9" y="28"/>
                  </a:cubicBezTo>
                  <a:cubicBezTo>
                    <a:pt x="4" y="26"/>
                    <a:pt x="7" y="21"/>
                    <a:pt x="8" y="18"/>
                  </a:cubicBezTo>
                  <a:cubicBezTo>
                    <a:pt x="10" y="13"/>
                    <a:pt x="4" y="13"/>
                    <a:pt x="2" y="9"/>
                  </a:cubicBezTo>
                  <a:cubicBezTo>
                    <a:pt x="0" y="5"/>
                    <a:pt x="5" y="0"/>
                    <a:pt x="8" y="0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3" name="Freeform 846">
              <a:extLst>
                <a:ext uri="{FF2B5EF4-FFF2-40B4-BE49-F238E27FC236}">
                  <a16:creationId xmlns:a16="http://schemas.microsoft.com/office/drawing/2014/main" id="{BE3AAA42-A868-42DF-83C9-DBBAD9E4D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738"/>
              <a:ext cx="46" cy="63"/>
            </a:xfrm>
            <a:custGeom>
              <a:avLst/>
              <a:gdLst>
                <a:gd name="T0" fmla="*/ 310 w 27"/>
                <a:gd name="T1" fmla="*/ 69 h 34"/>
                <a:gd name="T2" fmla="*/ 182 w 27"/>
                <a:gd name="T3" fmla="*/ 24 h 34"/>
                <a:gd name="T4" fmla="*/ 58 w 27"/>
                <a:gd name="T5" fmla="*/ 178 h 34"/>
                <a:gd name="T6" fmla="*/ 44 w 27"/>
                <a:gd name="T7" fmla="*/ 523 h 34"/>
                <a:gd name="T8" fmla="*/ 182 w 27"/>
                <a:gd name="T9" fmla="*/ 717 h 34"/>
                <a:gd name="T10" fmla="*/ 261 w 27"/>
                <a:gd name="T11" fmla="*/ 456 h 34"/>
                <a:gd name="T12" fmla="*/ 359 w 27"/>
                <a:gd name="T13" fmla="*/ 330 h 34"/>
                <a:gd name="T14" fmla="*/ 325 w 27"/>
                <a:gd name="T15" fmla="*/ 69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4">
                  <a:moveTo>
                    <a:pt x="22" y="3"/>
                  </a:moveTo>
                  <a:cubicBezTo>
                    <a:pt x="20" y="1"/>
                    <a:pt x="16" y="0"/>
                    <a:pt x="13" y="1"/>
                  </a:cubicBezTo>
                  <a:cubicBezTo>
                    <a:pt x="9" y="1"/>
                    <a:pt x="6" y="5"/>
                    <a:pt x="4" y="8"/>
                  </a:cubicBezTo>
                  <a:cubicBezTo>
                    <a:pt x="0" y="13"/>
                    <a:pt x="1" y="18"/>
                    <a:pt x="3" y="24"/>
                  </a:cubicBezTo>
                  <a:cubicBezTo>
                    <a:pt x="4" y="27"/>
                    <a:pt x="8" y="34"/>
                    <a:pt x="13" y="33"/>
                  </a:cubicBezTo>
                  <a:cubicBezTo>
                    <a:pt x="18" y="32"/>
                    <a:pt x="16" y="24"/>
                    <a:pt x="18" y="21"/>
                  </a:cubicBezTo>
                  <a:cubicBezTo>
                    <a:pt x="19" y="17"/>
                    <a:pt x="23" y="18"/>
                    <a:pt x="25" y="15"/>
                  </a:cubicBezTo>
                  <a:cubicBezTo>
                    <a:pt x="27" y="12"/>
                    <a:pt x="26" y="5"/>
                    <a:pt x="23" y="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4" name="Freeform 847">
              <a:extLst>
                <a:ext uri="{FF2B5EF4-FFF2-40B4-BE49-F238E27FC236}">
                  <a16:creationId xmlns:a16="http://schemas.microsoft.com/office/drawing/2014/main" id="{E3B001B7-A009-4BE9-B54B-34CC1FA06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747"/>
              <a:ext cx="83" cy="37"/>
            </a:xfrm>
            <a:custGeom>
              <a:avLst/>
              <a:gdLst>
                <a:gd name="T0" fmla="*/ 16 w 48"/>
                <a:gd name="T1" fmla="*/ 194 h 20"/>
                <a:gd name="T2" fmla="*/ 258 w 48"/>
                <a:gd name="T3" fmla="*/ 44 h 20"/>
                <a:gd name="T4" fmla="*/ 553 w 48"/>
                <a:gd name="T5" fmla="*/ 68 h 20"/>
                <a:gd name="T6" fmla="*/ 636 w 48"/>
                <a:gd name="T7" fmla="*/ 411 h 20"/>
                <a:gd name="T8" fmla="*/ 512 w 48"/>
                <a:gd name="T9" fmla="*/ 359 h 20"/>
                <a:gd name="T10" fmla="*/ 341 w 48"/>
                <a:gd name="T11" fmla="*/ 329 h 20"/>
                <a:gd name="T12" fmla="*/ 144 w 48"/>
                <a:gd name="T13" fmla="*/ 387 h 20"/>
                <a:gd name="T14" fmla="*/ 28 w 48"/>
                <a:gd name="T15" fmla="*/ 233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20">
                  <a:moveTo>
                    <a:pt x="1" y="9"/>
                  </a:moveTo>
                  <a:cubicBezTo>
                    <a:pt x="5" y="5"/>
                    <a:pt x="11" y="3"/>
                    <a:pt x="17" y="2"/>
                  </a:cubicBezTo>
                  <a:cubicBezTo>
                    <a:pt x="24" y="0"/>
                    <a:pt x="30" y="0"/>
                    <a:pt x="36" y="3"/>
                  </a:cubicBezTo>
                  <a:cubicBezTo>
                    <a:pt x="41" y="5"/>
                    <a:pt x="48" y="14"/>
                    <a:pt x="41" y="19"/>
                  </a:cubicBezTo>
                  <a:cubicBezTo>
                    <a:pt x="39" y="20"/>
                    <a:pt x="35" y="19"/>
                    <a:pt x="33" y="17"/>
                  </a:cubicBezTo>
                  <a:cubicBezTo>
                    <a:pt x="29" y="15"/>
                    <a:pt x="25" y="14"/>
                    <a:pt x="22" y="15"/>
                  </a:cubicBezTo>
                  <a:cubicBezTo>
                    <a:pt x="17" y="16"/>
                    <a:pt x="13" y="18"/>
                    <a:pt x="9" y="18"/>
                  </a:cubicBezTo>
                  <a:cubicBezTo>
                    <a:pt x="6" y="18"/>
                    <a:pt x="0" y="15"/>
                    <a:pt x="2" y="11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5" name="Freeform 848">
              <a:extLst>
                <a:ext uri="{FF2B5EF4-FFF2-40B4-BE49-F238E27FC236}">
                  <a16:creationId xmlns:a16="http://schemas.microsoft.com/office/drawing/2014/main" id="{DA2B8A98-5B27-4E36-90CD-7A397BB3D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77"/>
              <a:ext cx="57" cy="46"/>
            </a:xfrm>
            <a:custGeom>
              <a:avLst/>
              <a:gdLst>
                <a:gd name="T0" fmla="*/ 48 w 33"/>
                <a:gd name="T1" fmla="*/ 250 h 25"/>
                <a:gd name="T2" fmla="*/ 86 w 33"/>
                <a:gd name="T3" fmla="*/ 68 h 25"/>
                <a:gd name="T4" fmla="*/ 311 w 33"/>
                <a:gd name="T5" fmla="*/ 24 h 25"/>
                <a:gd name="T6" fmla="*/ 444 w 33"/>
                <a:gd name="T7" fmla="*/ 460 h 25"/>
                <a:gd name="T8" fmla="*/ 311 w 33"/>
                <a:gd name="T9" fmla="*/ 480 h 25"/>
                <a:gd name="T10" fmla="*/ 233 w 33"/>
                <a:gd name="T11" fmla="*/ 331 h 25"/>
                <a:gd name="T12" fmla="*/ 123 w 33"/>
                <a:gd name="T13" fmla="*/ 379 h 25"/>
                <a:gd name="T14" fmla="*/ 48 w 33"/>
                <a:gd name="T15" fmla="*/ 274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5">
                  <a:moveTo>
                    <a:pt x="3" y="12"/>
                  </a:moveTo>
                  <a:cubicBezTo>
                    <a:pt x="0" y="10"/>
                    <a:pt x="4" y="4"/>
                    <a:pt x="6" y="3"/>
                  </a:cubicBezTo>
                  <a:cubicBezTo>
                    <a:pt x="10" y="0"/>
                    <a:pt x="16" y="0"/>
                    <a:pt x="20" y="1"/>
                  </a:cubicBezTo>
                  <a:cubicBezTo>
                    <a:pt x="28" y="4"/>
                    <a:pt x="33" y="14"/>
                    <a:pt x="29" y="22"/>
                  </a:cubicBezTo>
                  <a:cubicBezTo>
                    <a:pt x="27" y="24"/>
                    <a:pt x="23" y="25"/>
                    <a:pt x="20" y="23"/>
                  </a:cubicBezTo>
                  <a:cubicBezTo>
                    <a:pt x="18" y="21"/>
                    <a:pt x="18" y="17"/>
                    <a:pt x="15" y="16"/>
                  </a:cubicBezTo>
                  <a:cubicBezTo>
                    <a:pt x="12" y="16"/>
                    <a:pt x="10" y="18"/>
                    <a:pt x="8" y="18"/>
                  </a:cubicBezTo>
                  <a:cubicBezTo>
                    <a:pt x="5" y="17"/>
                    <a:pt x="4" y="15"/>
                    <a:pt x="3" y="1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6" name="Freeform 849">
              <a:extLst>
                <a:ext uri="{FF2B5EF4-FFF2-40B4-BE49-F238E27FC236}">
                  <a16:creationId xmlns:a16="http://schemas.microsoft.com/office/drawing/2014/main" id="{7C09AF2A-2A9E-4A33-B2C4-01627472B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34" cy="39"/>
            </a:xfrm>
            <a:custGeom>
              <a:avLst/>
              <a:gdLst>
                <a:gd name="T0" fmla="*/ 26 w 20"/>
                <a:gd name="T1" fmla="*/ 45 h 21"/>
                <a:gd name="T2" fmla="*/ 44 w 20"/>
                <a:gd name="T3" fmla="*/ 45 h 21"/>
                <a:gd name="T4" fmla="*/ 240 w 20"/>
                <a:gd name="T5" fmla="*/ 156 h 21"/>
                <a:gd name="T6" fmla="*/ 265 w 20"/>
                <a:gd name="T7" fmla="*/ 306 h 21"/>
                <a:gd name="T8" fmla="*/ 202 w 20"/>
                <a:gd name="T9" fmla="*/ 442 h 21"/>
                <a:gd name="T10" fmla="*/ 119 w 20"/>
                <a:gd name="T11" fmla="*/ 204 h 21"/>
                <a:gd name="T12" fmla="*/ 0 w 20"/>
                <a:gd name="T13" fmla="*/ 6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2" y="2"/>
                  </a:moveTo>
                  <a:cubicBezTo>
                    <a:pt x="2" y="2"/>
                    <a:pt x="2" y="2"/>
                    <a:pt x="3" y="2"/>
                  </a:cubicBezTo>
                  <a:cubicBezTo>
                    <a:pt x="8" y="0"/>
                    <a:pt x="13" y="2"/>
                    <a:pt x="17" y="7"/>
                  </a:cubicBezTo>
                  <a:cubicBezTo>
                    <a:pt x="19" y="9"/>
                    <a:pt x="20" y="11"/>
                    <a:pt x="19" y="14"/>
                  </a:cubicBezTo>
                  <a:cubicBezTo>
                    <a:pt x="19" y="16"/>
                    <a:pt x="17" y="20"/>
                    <a:pt x="14" y="20"/>
                  </a:cubicBezTo>
                  <a:cubicBezTo>
                    <a:pt x="8" y="21"/>
                    <a:pt x="11" y="12"/>
                    <a:pt x="8" y="9"/>
                  </a:cubicBezTo>
                  <a:cubicBezTo>
                    <a:pt x="5" y="6"/>
                    <a:pt x="0" y="9"/>
                    <a:pt x="0" y="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7" name="Oval 850">
              <a:extLst>
                <a:ext uri="{FF2B5EF4-FFF2-40B4-BE49-F238E27FC236}">
                  <a16:creationId xmlns:a16="http://schemas.microsoft.com/office/drawing/2014/main" id="{EDE8BDAE-F5CB-4207-AA9C-59D0E65B6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73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08" name="Oval 851">
              <a:extLst>
                <a:ext uri="{FF2B5EF4-FFF2-40B4-BE49-F238E27FC236}">
                  <a16:creationId xmlns:a16="http://schemas.microsoft.com/office/drawing/2014/main" id="{C026ADD2-F025-4041-AEDE-6D8C6519A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175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09" name="Oval 852">
              <a:extLst>
                <a:ext uri="{FF2B5EF4-FFF2-40B4-BE49-F238E27FC236}">
                  <a16:creationId xmlns:a16="http://schemas.microsoft.com/office/drawing/2014/main" id="{F5D1CBE0-189D-48BB-AE8A-B6BDCC9C6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85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10" name="Oval 853">
              <a:extLst>
                <a:ext uri="{FF2B5EF4-FFF2-40B4-BE49-F238E27FC236}">
                  <a16:creationId xmlns:a16="http://schemas.microsoft.com/office/drawing/2014/main" id="{5AF98F9F-5E45-49C9-BDCD-3F4BF3E1D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858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11" name="Oval 854">
              <a:extLst>
                <a:ext uri="{FF2B5EF4-FFF2-40B4-BE49-F238E27FC236}">
                  <a16:creationId xmlns:a16="http://schemas.microsoft.com/office/drawing/2014/main" id="{AA2AF657-0385-4D41-A88F-6D49448FA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0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12" name="Oval 855">
              <a:extLst>
                <a:ext uri="{FF2B5EF4-FFF2-40B4-BE49-F238E27FC236}">
                  <a16:creationId xmlns:a16="http://schemas.microsoft.com/office/drawing/2014/main" id="{B2C87F56-1380-45E0-B024-29DF9BAA1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03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13" name="Oval 856">
              <a:extLst>
                <a:ext uri="{FF2B5EF4-FFF2-40B4-BE49-F238E27FC236}">
                  <a16:creationId xmlns:a16="http://schemas.microsoft.com/office/drawing/2014/main" id="{3EB7B9FF-AAAC-40E7-9943-7C9CA6C9C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197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14" name="Oval 857">
              <a:extLst>
                <a:ext uri="{FF2B5EF4-FFF2-40B4-BE49-F238E27FC236}">
                  <a16:creationId xmlns:a16="http://schemas.microsoft.com/office/drawing/2014/main" id="{44E1E45B-9BAC-4D66-BD02-AFB54B7A7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196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15" name="Oval 858">
              <a:extLst>
                <a:ext uri="{FF2B5EF4-FFF2-40B4-BE49-F238E27FC236}">
                  <a16:creationId xmlns:a16="http://schemas.microsoft.com/office/drawing/2014/main" id="{53DCCEE2-D1EB-4A4C-924A-650BEBB66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194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16" name="Oval 859">
              <a:extLst>
                <a:ext uri="{FF2B5EF4-FFF2-40B4-BE49-F238E27FC236}">
                  <a16:creationId xmlns:a16="http://schemas.microsoft.com/office/drawing/2014/main" id="{D5F83851-CF79-4DF1-9903-8E61CBE37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200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17" name="Freeform 860">
              <a:extLst>
                <a:ext uri="{FF2B5EF4-FFF2-40B4-BE49-F238E27FC236}">
                  <a16:creationId xmlns:a16="http://schemas.microsoft.com/office/drawing/2014/main" id="{0AD502CE-DF8F-4C43-815A-1E981AA1A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448"/>
              <a:ext cx="491" cy="163"/>
            </a:xfrm>
            <a:custGeom>
              <a:avLst/>
              <a:gdLst>
                <a:gd name="T0" fmla="*/ 315 w 284"/>
                <a:gd name="T1" fmla="*/ 1095 h 88"/>
                <a:gd name="T2" fmla="*/ 197 w 284"/>
                <a:gd name="T3" fmla="*/ 1743 h 88"/>
                <a:gd name="T4" fmla="*/ 787 w 284"/>
                <a:gd name="T5" fmla="*/ 1260 h 88"/>
                <a:gd name="T6" fmla="*/ 1824 w 284"/>
                <a:gd name="T7" fmla="*/ 693 h 88"/>
                <a:gd name="T8" fmla="*/ 3027 w 284"/>
                <a:gd name="T9" fmla="*/ 635 h 88"/>
                <a:gd name="T10" fmla="*/ 3835 w 284"/>
                <a:gd name="T11" fmla="*/ 1200 h 88"/>
                <a:gd name="T12" fmla="*/ 4170 w 284"/>
                <a:gd name="T13" fmla="*/ 1699 h 88"/>
                <a:gd name="T14" fmla="*/ 4339 w 284"/>
                <a:gd name="T15" fmla="*/ 1260 h 88"/>
                <a:gd name="T16" fmla="*/ 3224 w 284"/>
                <a:gd name="T17" fmla="*/ 178 h 88"/>
                <a:gd name="T18" fmla="*/ 1763 w 284"/>
                <a:gd name="T19" fmla="*/ 178 h 88"/>
                <a:gd name="T20" fmla="*/ 771 w 284"/>
                <a:gd name="T21" fmla="*/ 611 h 88"/>
                <a:gd name="T22" fmla="*/ 315 w 284"/>
                <a:gd name="T23" fmla="*/ 1095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4" h="88">
                  <a:moveTo>
                    <a:pt x="20" y="50"/>
                  </a:moveTo>
                  <a:cubicBezTo>
                    <a:pt x="16" y="56"/>
                    <a:pt x="0" y="72"/>
                    <a:pt x="13" y="80"/>
                  </a:cubicBezTo>
                  <a:cubicBezTo>
                    <a:pt x="25" y="88"/>
                    <a:pt x="43" y="64"/>
                    <a:pt x="51" y="58"/>
                  </a:cubicBezTo>
                  <a:cubicBezTo>
                    <a:pt x="71" y="44"/>
                    <a:pt x="93" y="33"/>
                    <a:pt x="118" y="32"/>
                  </a:cubicBezTo>
                  <a:cubicBezTo>
                    <a:pt x="144" y="31"/>
                    <a:pt x="170" y="28"/>
                    <a:pt x="196" y="29"/>
                  </a:cubicBezTo>
                  <a:cubicBezTo>
                    <a:pt x="218" y="30"/>
                    <a:pt x="233" y="40"/>
                    <a:pt x="248" y="55"/>
                  </a:cubicBezTo>
                  <a:cubicBezTo>
                    <a:pt x="255" y="62"/>
                    <a:pt x="262" y="73"/>
                    <a:pt x="270" y="78"/>
                  </a:cubicBezTo>
                  <a:cubicBezTo>
                    <a:pt x="282" y="87"/>
                    <a:pt x="284" y="67"/>
                    <a:pt x="281" y="58"/>
                  </a:cubicBezTo>
                  <a:cubicBezTo>
                    <a:pt x="272" y="31"/>
                    <a:pt x="234" y="15"/>
                    <a:pt x="209" y="8"/>
                  </a:cubicBezTo>
                  <a:cubicBezTo>
                    <a:pt x="179" y="0"/>
                    <a:pt x="145" y="4"/>
                    <a:pt x="114" y="8"/>
                  </a:cubicBezTo>
                  <a:cubicBezTo>
                    <a:pt x="92" y="11"/>
                    <a:pt x="71" y="19"/>
                    <a:pt x="50" y="28"/>
                  </a:cubicBezTo>
                  <a:cubicBezTo>
                    <a:pt x="38" y="34"/>
                    <a:pt x="30" y="40"/>
                    <a:pt x="20" y="50"/>
                  </a:cubicBezTo>
                </a:path>
              </a:pathLst>
            </a:custGeom>
            <a:solidFill>
              <a:srgbClr val="F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8" name="Freeform 861">
              <a:extLst>
                <a:ext uri="{FF2B5EF4-FFF2-40B4-BE49-F238E27FC236}">
                  <a16:creationId xmlns:a16="http://schemas.microsoft.com/office/drawing/2014/main" id="{1A169D18-E7FE-44A4-B36B-2A1E55F14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374"/>
              <a:ext cx="397" cy="176"/>
            </a:xfrm>
            <a:custGeom>
              <a:avLst/>
              <a:gdLst>
                <a:gd name="T0" fmla="*/ 0 w 229"/>
                <a:gd name="T1" fmla="*/ 2073 h 95"/>
                <a:gd name="T2" fmla="*/ 3585 w 229"/>
                <a:gd name="T3" fmla="*/ 2073 h 95"/>
                <a:gd name="T4" fmla="*/ 0 w 229"/>
                <a:gd name="T5" fmla="*/ 2073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" h="95">
                  <a:moveTo>
                    <a:pt x="0" y="95"/>
                  </a:moveTo>
                  <a:cubicBezTo>
                    <a:pt x="0" y="95"/>
                    <a:pt x="136" y="22"/>
                    <a:pt x="229" y="95"/>
                  </a:cubicBezTo>
                  <a:cubicBezTo>
                    <a:pt x="229" y="95"/>
                    <a:pt x="142" y="0"/>
                    <a:pt x="0" y="95"/>
                  </a:cubicBezTo>
                  <a:close/>
                </a:path>
              </a:pathLst>
            </a:custGeom>
            <a:solidFill>
              <a:srgbClr val="F7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9" name="Freeform 862">
              <a:extLst>
                <a:ext uri="{FF2B5EF4-FFF2-40B4-BE49-F238E27FC236}">
                  <a16:creationId xmlns:a16="http://schemas.microsoft.com/office/drawing/2014/main" id="{8ADBE7F5-A02C-4B3E-95B8-0C8857F0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426"/>
              <a:ext cx="314" cy="98"/>
            </a:xfrm>
            <a:custGeom>
              <a:avLst/>
              <a:gdLst>
                <a:gd name="T0" fmla="*/ 0 w 181"/>
                <a:gd name="T1" fmla="*/ 1100 h 53"/>
                <a:gd name="T2" fmla="*/ 2843 w 181"/>
                <a:gd name="T3" fmla="*/ 1145 h 53"/>
                <a:gd name="T4" fmla="*/ 0 w 181"/>
                <a:gd name="T5" fmla="*/ 110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53">
                  <a:moveTo>
                    <a:pt x="0" y="51"/>
                  </a:moveTo>
                  <a:cubicBezTo>
                    <a:pt x="0" y="51"/>
                    <a:pt x="99" y="7"/>
                    <a:pt x="181" y="53"/>
                  </a:cubicBezTo>
                  <a:cubicBezTo>
                    <a:pt x="181" y="53"/>
                    <a:pt x="105" y="0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0" name="Freeform 863">
              <a:extLst>
                <a:ext uri="{FF2B5EF4-FFF2-40B4-BE49-F238E27FC236}">
                  <a16:creationId xmlns:a16="http://schemas.microsoft.com/office/drawing/2014/main" id="{27BD65C4-ABD5-46AF-8413-32B60CD91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544"/>
              <a:ext cx="40" cy="65"/>
            </a:xfrm>
            <a:custGeom>
              <a:avLst/>
              <a:gdLst>
                <a:gd name="T0" fmla="*/ 0 w 23"/>
                <a:gd name="T1" fmla="*/ 0 h 35"/>
                <a:gd name="T2" fmla="*/ 369 w 23"/>
                <a:gd name="T3" fmla="*/ 776 h 35"/>
                <a:gd name="T4" fmla="*/ 0 w 23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">
                  <a:moveTo>
                    <a:pt x="0" y="0"/>
                  </a:moveTo>
                  <a:cubicBezTo>
                    <a:pt x="0" y="0"/>
                    <a:pt x="16" y="16"/>
                    <a:pt x="23" y="35"/>
                  </a:cubicBezTo>
                  <a:cubicBezTo>
                    <a:pt x="23" y="35"/>
                    <a:pt x="20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1" name="Oval 864">
              <a:extLst>
                <a:ext uri="{FF2B5EF4-FFF2-40B4-BE49-F238E27FC236}">
                  <a16:creationId xmlns:a16="http://schemas.microsoft.com/office/drawing/2014/main" id="{A18CB0E1-515E-434D-A764-41FF88C42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154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22" name="Oval 865">
              <a:extLst>
                <a:ext uri="{FF2B5EF4-FFF2-40B4-BE49-F238E27FC236}">
                  <a16:creationId xmlns:a16="http://schemas.microsoft.com/office/drawing/2014/main" id="{F43B3D3E-26CC-4D6E-BBA6-7CE88152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552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23" name="Oval 866">
              <a:extLst>
                <a:ext uri="{FF2B5EF4-FFF2-40B4-BE49-F238E27FC236}">
                  <a16:creationId xmlns:a16="http://schemas.microsoft.com/office/drawing/2014/main" id="{BDBA4473-73C6-4104-BB77-307664C43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1570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24" name="Oval 867">
              <a:extLst>
                <a:ext uri="{FF2B5EF4-FFF2-40B4-BE49-F238E27FC236}">
                  <a16:creationId xmlns:a16="http://schemas.microsoft.com/office/drawing/2014/main" id="{A1E2063A-DD61-451A-B9BB-F73699920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1565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25" name="Freeform 868">
              <a:extLst>
                <a:ext uri="{FF2B5EF4-FFF2-40B4-BE49-F238E27FC236}">
                  <a16:creationId xmlns:a16="http://schemas.microsoft.com/office/drawing/2014/main" id="{4741721A-0563-4AA1-965C-D1C1DAC39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98"/>
              <a:ext cx="175" cy="113"/>
            </a:xfrm>
            <a:custGeom>
              <a:avLst/>
              <a:gdLst>
                <a:gd name="T0" fmla="*/ 0 w 101"/>
                <a:gd name="T1" fmla="*/ 358 h 61"/>
                <a:gd name="T2" fmla="*/ 1577 w 101"/>
                <a:gd name="T3" fmla="*/ 1328 h 61"/>
                <a:gd name="T4" fmla="*/ 0 w 101"/>
                <a:gd name="T5" fmla="*/ 358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1">
                  <a:moveTo>
                    <a:pt x="0" y="16"/>
                  </a:moveTo>
                  <a:cubicBezTo>
                    <a:pt x="0" y="16"/>
                    <a:pt x="51" y="0"/>
                    <a:pt x="101" y="61"/>
                  </a:cubicBezTo>
                  <a:cubicBezTo>
                    <a:pt x="101" y="61"/>
                    <a:pt x="59" y="10"/>
                    <a:pt x="0" y="16"/>
                  </a:cubicBezTo>
                  <a:close/>
                </a:path>
              </a:pathLst>
            </a:custGeom>
            <a:solidFill>
              <a:srgbClr val="F7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6" name="Freeform 869">
              <a:extLst>
                <a:ext uri="{FF2B5EF4-FFF2-40B4-BE49-F238E27FC236}">
                  <a16:creationId xmlns:a16="http://schemas.microsoft.com/office/drawing/2014/main" id="{0C1DD4E1-ECC9-4360-98E7-3694A3704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535"/>
              <a:ext cx="101" cy="15"/>
            </a:xfrm>
            <a:custGeom>
              <a:avLst/>
              <a:gdLst>
                <a:gd name="T0" fmla="*/ 0 w 58"/>
                <a:gd name="T1" fmla="*/ 186 h 8"/>
                <a:gd name="T2" fmla="*/ 385 w 58"/>
                <a:gd name="T3" fmla="*/ 28 h 8"/>
                <a:gd name="T4" fmla="*/ 928 w 58"/>
                <a:gd name="T5" fmla="*/ 0 h 8"/>
                <a:gd name="T6" fmla="*/ 413 w 58"/>
                <a:gd name="T7" fmla="*/ 73 h 8"/>
                <a:gd name="T8" fmla="*/ 0 w 58"/>
                <a:gd name="T9" fmla="*/ 18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8">
                  <a:moveTo>
                    <a:pt x="0" y="8"/>
                  </a:moveTo>
                  <a:cubicBezTo>
                    <a:pt x="0" y="8"/>
                    <a:pt x="7" y="2"/>
                    <a:pt x="24" y="1"/>
                  </a:cubicBezTo>
                  <a:cubicBezTo>
                    <a:pt x="42" y="1"/>
                    <a:pt x="58" y="0"/>
                    <a:pt x="58" y="0"/>
                  </a:cubicBezTo>
                  <a:cubicBezTo>
                    <a:pt x="58" y="0"/>
                    <a:pt x="29" y="3"/>
                    <a:pt x="26" y="3"/>
                  </a:cubicBezTo>
                  <a:cubicBezTo>
                    <a:pt x="23" y="3"/>
                    <a:pt x="7" y="5"/>
                    <a:pt x="0" y="8"/>
                  </a:cubicBezTo>
                  <a:close/>
                </a:path>
              </a:pathLst>
            </a:custGeom>
            <a:solidFill>
              <a:srgbClr val="F4A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7" name="Freeform 870">
              <a:extLst>
                <a:ext uri="{FF2B5EF4-FFF2-40B4-BE49-F238E27FC236}">
                  <a16:creationId xmlns:a16="http://schemas.microsoft.com/office/drawing/2014/main" id="{003CE3B8-4057-43BE-A3E2-94041FEDC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518"/>
              <a:ext cx="100" cy="47"/>
            </a:xfrm>
            <a:custGeom>
              <a:avLst/>
              <a:gdLst>
                <a:gd name="T0" fmla="*/ 0 w 58"/>
                <a:gd name="T1" fmla="*/ 100 h 25"/>
                <a:gd name="T2" fmla="*/ 883 w 58"/>
                <a:gd name="T3" fmla="*/ 583 h 25"/>
                <a:gd name="T4" fmla="*/ 0 w 58"/>
                <a:gd name="T5" fmla="*/ 10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5">
                  <a:moveTo>
                    <a:pt x="0" y="4"/>
                  </a:moveTo>
                  <a:cubicBezTo>
                    <a:pt x="0" y="4"/>
                    <a:pt x="31" y="0"/>
                    <a:pt x="58" y="25"/>
                  </a:cubicBezTo>
                  <a:cubicBezTo>
                    <a:pt x="58" y="25"/>
                    <a:pt x="34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8" name="Freeform 871">
              <a:extLst>
                <a:ext uri="{FF2B5EF4-FFF2-40B4-BE49-F238E27FC236}">
                  <a16:creationId xmlns:a16="http://schemas.microsoft.com/office/drawing/2014/main" id="{921E4636-3D03-46FB-AE0E-CF41B08AE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31"/>
              <a:ext cx="257" cy="78"/>
            </a:xfrm>
            <a:custGeom>
              <a:avLst/>
              <a:gdLst>
                <a:gd name="T0" fmla="*/ 234 w 148"/>
                <a:gd name="T1" fmla="*/ 84 h 42"/>
                <a:gd name="T2" fmla="*/ 85 w 148"/>
                <a:gd name="T3" fmla="*/ 514 h 42"/>
                <a:gd name="T4" fmla="*/ 446 w 148"/>
                <a:gd name="T5" fmla="*/ 641 h 42"/>
                <a:gd name="T6" fmla="*/ 946 w 148"/>
                <a:gd name="T7" fmla="*/ 620 h 42"/>
                <a:gd name="T8" fmla="*/ 1565 w 148"/>
                <a:gd name="T9" fmla="*/ 776 h 42"/>
                <a:gd name="T10" fmla="*/ 2334 w 148"/>
                <a:gd name="T11" fmla="*/ 929 h 42"/>
                <a:gd name="T12" fmla="*/ 875 w 148"/>
                <a:gd name="T13" fmla="*/ 262 h 42"/>
                <a:gd name="T14" fmla="*/ 208 w 148"/>
                <a:gd name="T15" fmla="*/ 69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42">
                  <a:moveTo>
                    <a:pt x="15" y="4"/>
                  </a:moveTo>
                  <a:cubicBezTo>
                    <a:pt x="5" y="3"/>
                    <a:pt x="0" y="14"/>
                    <a:pt x="5" y="23"/>
                  </a:cubicBezTo>
                  <a:cubicBezTo>
                    <a:pt x="9" y="32"/>
                    <a:pt x="19" y="29"/>
                    <a:pt x="28" y="29"/>
                  </a:cubicBezTo>
                  <a:cubicBezTo>
                    <a:pt x="39" y="29"/>
                    <a:pt x="49" y="28"/>
                    <a:pt x="60" y="28"/>
                  </a:cubicBezTo>
                  <a:cubicBezTo>
                    <a:pt x="74" y="27"/>
                    <a:pt x="86" y="33"/>
                    <a:pt x="99" y="35"/>
                  </a:cubicBezTo>
                  <a:cubicBezTo>
                    <a:pt x="115" y="37"/>
                    <a:pt x="132" y="39"/>
                    <a:pt x="148" y="42"/>
                  </a:cubicBezTo>
                  <a:cubicBezTo>
                    <a:pt x="120" y="25"/>
                    <a:pt x="85" y="25"/>
                    <a:pt x="55" y="12"/>
                  </a:cubicBezTo>
                  <a:cubicBezTo>
                    <a:pt x="41" y="7"/>
                    <a:pt x="27" y="0"/>
                    <a:pt x="13" y="3"/>
                  </a:cubicBezTo>
                </a:path>
              </a:pathLst>
            </a:custGeom>
            <a:solidFill>
              <a:srgbClr val="FCD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9" name="Freeform 872">
              <a:extLst>
                <a:ext uri="{FF2B5EF4-FFF2-40B4-BE49-F238E27FC236}">
                  <a16:creationId xmlns:a16="http://schemas.microsoft.com/office/drawing/2014/main" id="{F0951676-C41E-438A-B6D0-DD0F156F0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642"/>
              <a:ext cx="222" cy="102"/>
            </a:xfrm>
            <a:custGeom>
              <a:avLst/>
              <a:gdLst>
                <a:gd name="T0" fmla="*/ 1712 w 128"/>
                <a:gd name="T1" fmla="*/ 45 h 55"/>
                <a:gd name="T2" fmla="*/ 1982 w 128"/>
                <a:gd name="T3" fmla="*/ 224 h 55"/>
                <a:gd name="T4" fmla="*/ 1727 w 128"/>
                <a:gd name="T5" fmla="*/ 636 h 55"/>
                <a:gd name="T6" fmla="*/ 1320 w 128"/>
                <a:gd name="T7" fmla="*/ 695 h 55"/>
                <a:gd name="T8" fmla="*/ 923 w 128"/>
                <a:gd name="T9" fmla="*/ 857 h 55"/>
                <a:gd name="T10" fmla="*/ 442 w 128"/>
                <a:gd name="T11" fmla="*/ 1076 h 55"/>
                <a:gd name="T12" fmla="*/ 0 w 128"/>
                <a:gd name="T13" fmla="*/ 1207 h 55"/>
                <a:gd name="T14" fmla="*/ 767 w 128"/>
                <a:gd name="T15" fmla="*/ 677 h 55"/>
                <a:gd name="T16" fmla="*/ 1242 w 128"/>
                <a:gd name="T17" fmla="*/ 306 h 55"/>
                <a:gd name="T18" fmla="*/ 1691 w 128"/>
                <a:gd name="T19" fmla="*/ 45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55">
                  <a:moveTo>
                    <a:pt x="109" y="2"/>
                  </a:moveTo>
                  <a:cubicBezTo>
                    <a:pt x="119" y="0"/>
                    <a:pt x="124" y="0"/>
                    <a:pt x="126" y="10"/>
                  </a:cubicBezTo>
                  <a:cubicBezTo>
                    <a:pt x="128" y="21"/>
                    <a:pt x="120" y="26"/>
                    <a:pt x="110" y="29"/>
                  </a:cubicBezTo>
                  <a:cubicBezTo>
                    <a:pt x="101" y="31"/>
                    <a:pt x="93" y="30"/>
                    <a:pt x="84" y="32"/>
                  </a:cubicBezTo>
                  <a:cubicBezTo>
                    <a:pt x="76" y="34"/>
                    <a:pt x="67" y="36"/>
                    <a:pt x="59" y="39"/>
                  </a:cubicBezTo>
                  <a:cubicBezTo>
                    <a:pt x="48" y="42"/>
                    <a:pt x="39" y="46"/>
                    <a:pt x="28" y="49"/>
                  </a:cubicBezTo>
                  <a:cubicBezTo>
                    <a:pt x="20" y="51"/>
                    <a:pt x="7" y="50"/>
                    <a:pt x="0" y="55"/>
                  </a:cubicBezTo>
                  <a:cubicBezTo>
                    <a:pt x="17" y="48"/>
                    <a:pt x="32" y="38"/>
                    <a:pt x="49" y="31"/>
                  </a:cubicBezTo>
                  <a:cubicBezTo>
                    <a:pt x="59" y="27"/>
                    <a:pt x="69" y="20"/>
                    <a:pt x="79" y="14"/>
                  </a:cubicBezTo>
                  <a:cubicBezTo>
                    <a:pt x="86" y="10"/>
                    <a:pt x="98" y="2"/>
                    <a:pt x="108" y="2"/>
                  </a:cubicBezTo>
                </a:path>
              </a:pathLst>
            </a:custGeom>
            <a:solidFill>
              <a:srgbClr val="FCD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0" name="Freeform 873">
              <a:extLst>
                <a:ext uri="{FF2B5EF4-FFF2-40B4-BE49-F238E27FC236}">
                  <a16:creationId xmlns:a16="http://schemas.microsoft.com/office/drawing/2014/main" id="{E3D622C1-8935-4549-943D-844F6CC67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291"/>
              <a:ext cx="424" cy="250"/>
            </a:xfrm>
            <a:custGeom>
              <a:avLst/>
              <a:gdLst>
                <a:gd name="T0" fmla="*/ 3681 w 245"/>
                <a:gd name="T1" fmla="*/ 611 h 135"/>
                <a:gd name="T2" fmla="*/ 3375 w 245"/>
                <a:gd name="T3" fmla="*/ 672 h 135"/>
                <a:gd name="T4" fmla="*/ 2762 w 245"/>
                <a:gd name="T5" fmla="*/ 844 h 135"/>
                <a:gd name="T6" fmla="*/ 1767 w 245"/>
                <a:gd name="T7" fmla="*/ 1631 h 135"/>
                <a:gd name="T8" fmla="*/ 1106 w 245"/>
                <a:gd name="T9" fmla="*/ 2483 h 135"/>
                <a:gd name="T10" fmla="*/ 554 w 245"/>
                <a:gd name="T11" fmla="*/ 2637 h 135"/>
                <a:gd name="T12" fmla="*/ 1462 w 245"/>
                <a:gd name="T13" fmla="*/ 507 h 135"/>
                <a:gd name="T14" fmla="*/ 2611 w 245"/>
                <a:gd name="T15" fmla="*/ 81 h 135"/>
                <a:gd name="T16" fmla="*/ 3378 w 245"/>
                <a:gd name="T17" fmla="*/ 106 h 135"/>
                <a:gd name="T18" fmla="*/ 3697 w 245"/>
                <a:gd name="T19" fmla="*/ 387 h 135"/>
                <a:gd name="T20" fmla="*/ 3681 w 245"/>
                <a:gd name="T21" fmla="*/ 611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5" h="135">
                  <a:moveTo>
                    <a:pt x="237" y="28"/>
                  </a:moveTo>
                  <a:cubicBezTo>
                    <a:pt x="234" y="31"/>
                    <a:pt x="222" y="30"/>
                    <a:pt x="217" y="31"/>
                  </a:cubicBezTo>
                  <a:cubicBezTo>
                    <a:pt x="204" y="32"/>
                    <a:pt x="191" y="35"/>
                    <a:pt x="178" y="39"/>
                  </a:cubicBezTo>
                  <a:cubicBezTo>
                    <a:pt x="154" y="47"/>
                    <a:pt x="134" y="60"/>
                    <a:pt x="114" y="75"/>
                  </a:cubicBezTo>
                  <a:cubicBezTo>
                    <a:pt x="98" y="87"/>
                    <a:pt x="85" y="101"/>
                    <a:pt x="71" y="114"/>
                  </a:cubicBezTo>
                  <a:cubicBezTo>
                    <a:pt x="61" y="125"/>
                    <a:pt x="48" y="135"/>
                    <a:pt x="36" y="121"/>
                  </a:cubicBezTo>
                  <a:cubicBezTo>
                    <a:pt x="0" y="82"/>
                    <a:pt x="64" y="37"/>
                    <a:pt x="94" y="23"/>
                  </a:cubicBezTo>
                  <a:cubicBezTo>
                    <a:pt x="118" y="12"/>
                    <a:pt x="142" y="5"/>
                    <a:pt x="168" y="4"/>
                  </a:cubicBezTo>
                  <a:cubicBezTo>
                    <a:pt x="185" y="4"/>
                    <a:pt x="201" y="0"/>
                    <a:pt x="218" y="5"/>
                  </a:cubicBezTo>
                  <a:cubicBezTo>
                    <a:pt x="226" y="8"/>
                    <a:pt x="232" y="11"/>
                    <a:pt x="238" y="18"/>
                  </a:cubicBezTo>
                  <a:cubicBezTo>
                    <a:pt x="240" y="21"/>
                    <a:pt x="245" y="30"/>
                    <a:pt x="237" y="28"/>
                  </a:cubicBezTo>
                </a:path>
              </a:pathLst>
            </a:custGeom>
            <a:solidFill>
              <a:srgbClr val="F9C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1" name="Freeform 874">
              <a:extLst>
                <a:ext uri="{FF2B5EF4-FFF2-40B4-BE49-F238E27FC236}">
                  <a16:creationId xmlns:a16="http://schemas.microsoft.com/office/drawing/2014/main" id="{FC11B370-A89E-4B18-9934-87A6526FB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135"/>
              <a:ext cx="37" cy="41"/>
            </a:xfrm>
            <a:custGeom>
              <a:avLst/>
              <a:gdLst>
                <a:gd name="T0" fmla="*/ 0 w 21"/>
                <a:gd name="T1" fmla="*/ 157 h 22"/>
                <a:gd name="T2" fmla="*/ 338 w 21"/>
                <a:gd name="T3" fmla="*/ 0 h 22"/>
                <a:gd name="T4" fmla="*/ 0 w 21"/>
                <a:gd name="T5" fmla="*/ 25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7"/>
                  </a:moveTo>
                  <a:cubicBezTo>
                    <a:pt x="8" y="13"/>
                    <a:pt x="20" y="11"/>
                    <a:pt x="20" y="0"/>
                  </a:cubicBezTo>
                  <a:cubicBezTo>
                    <a:pt x="21" y="11"/>
                    <a:pt x="8" y="22"/>
                    <a:pt x="0" y="11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2" name="Freeform 875">
              <a:extLst>
                <a:ext uri="{FF2B5EF4-FFF2-40B4-BE49-F238E27FC236}">
                  <a16:creationId xmlns:a16="http://schemas.microsoft.com/office/drawing/2014/main" id="{F0BBE864-B8AC-4947-8A1F-51E5C5EF9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013"/>
              <a:ext cx="139" cy="72"/>
            </a:xfrm>
            <a:custGeom>
              <a:avLst/>
              <a:gdLst>
                <a:gd name="T0" fmla="*/ 990 w 80"/>
                <a:gd name="T1" fmla="*/ 233 h 39"/>
                <a:gd name="T2" fmla="*/ 320 w 80"/>
                <a:gd name="T3" fmla="*/ 713 h 39"/>
                <a:gd name="T4" fmla="*/ 754 w 80"/>
                <a:gd name="T5" fmla="*/ 559 h 39"/>
                <a:gd name="T6" fmla="*/ 990 w 80"/>
                <a:gd name="T7" fmla="*/ 25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9">
                  <a:moveTo>
                    <a:pt x="63" y="11"/>
                  </a:moveTo>
                  <a:cubicBezTo>
                    <a:pt x="47" y="0"/>
                    <a:pt x="0" y="21"/>
                    <a:pt x="20" y="33"/>
                  </a:cubicBezTo>
                  <a:cubicBezTo>
                    <a:pt x="29" y="39"/>
                    <a:pt x="39" y="28"/>
                    <a:pt x="48" y="26"/>
                  </a:cubicBezTo>
                  <a:cubicBezTo>
                    <a:pt x="52" y="25"/>
                    <a:pt x="80" y="21"/>
                    <a:pt x="63" y="12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3" name="Freeform 876">
              <a:extLst>
                <a:ext uri="{FF2B5EF4-FFF2-40B4-BE49-F238E27FC236}">
                  <a16:creationId xmlns:a16="http://schemas.microsoft.com/office/drawing/2014/main" id="{0FEF1EB8-ADBA-4E6F-AACC-AEC650C0A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958"/>
              <a:ext cx="71" cy="41"/>
            </a:xfrm>
            <a:custGeom>
              <a:avLst/>
              <a:gdLst>
                <a:gd name="T0" fmla="*/ 468 w 41"/>
                <a:gd name="T1" fmla="*/ 73 h 22"/>
                <a:gd name="T2" fmla="*/ 234 w 41"/>
                <a:gd name="T3" fmla="*/ 447 h 22"/>
                <a:gd name="T4" fmla="*/ 488 w 41"/>
                <a:gd name="T5" fmla="*/ 8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2">
                  <a:moveTo>
                    <a:pt x="30" y="3"/>
                  </a:moveTo>
                  <a:cubicBezTo>
                    <a:pt x="23" y="0"/>
                    <a:pt x="0" y="16"/>
                    <a:pt x="15" y="20"/>
                  </a:cubicBezTo>
                  <a:cubicBezTo>
                    <a:pt x="23" y="22"/>
                    <a:pt x="41" y="12"/>
                    <a:pt x="31" y="4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4" name="Freeform 877">
              <a:extLst>
                <a:ext uri="{FF2B5EF4-FFF2-40B4-BE49-F238E27FC236}">
                  <a16:creationId xmlns:a16="http://schemas.microsoft.com/office/drawing/2014/main" id="{57EF15FE-8520-4EA1-B468-ACE23D423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115"/>
              <a:ext cx="50" cy="48"/>
            </a:xfrm>
            <a:custGeom>
              <a:avLst/>
              <a:gdLst>
                <a:gd name="T0" fmla="*/ 303 w 29"/>
                <a:gd name="T1" fmla="*/ 0 h 26"/>
                <a:gd name="T2" fmla="*/ 48 w 29"/>
                <a:gd name="T3" fmla="*/ 209 h 26"/>
                <a:gd name="T4" fmla="*/ 169 w 29"/>
                <a:gd name="T5" fmla="*/ 491 h 26"/>
                <a:gd name="T6" fmla="*/ 381 w 29"/>
                <a:gd name="T7" fmla="*/ 258 h 26"/>
                <a:gd name="T8" fmla="*/ 271 w 2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6">
                  <a:moveTo>
                    <a:pt x="20" y="0"/>
                  </a:moveTo>
                  <a:cubicBezTo>
                    <a:pt x="13" y="1"/>
                    <a:pt x="6" y="3"/>
                    <a:pt x="3" y="10"/>
                  </a:cubicBezTo>
                  <a:cubicBezTo>
                    <a:pt x="0" y="17"/>
                    <a:pt x="1" y="26"/>
                    <a:pt x="11" y="23"/>
                  </a:cubicBezTo>
                  <a:cubicBezTo>
                    <a:pt x="10" y="11"/>
                    <a:pt x="20" y="18"/>
                    <a:pt x="25" y="12"/>
                  </a:cubicBezTo>
                  <a:cubicBezTo>
                    <a:pt x="29" y="7"/>
                    <a:pt x="24" y="0"/>
                    <a:pt x="18" y="0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5" name="Freeform 878">
              <a:extLst>
                <a:ext uri="{FF2B5EF4-FFF2-40B4-BE49-F238E27FC236}">
                  <a16:creationId xmlns:a16="http://schemas.microsoft.com/office/drawing/2014/main" id="{AC36CD60-9864-4E9B-9213-C0E0035CE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135"/>
              <a:ext cx="51" cy="32"/>
            </a:xfrm>
            <a:custGeom>
              <a:avLst/>
              <a:gdLst>
                <a:gd name="T0" fmla="*/ 315 w 29"/>
                <a:gd name="T1" fmla="*/ 100 h 17"/>
                <a:gd name="T2" fmla="*/ 172 w 29"/>
                <a:gd name="T3" fmla="*/ 401 h 17"/>
                <a:gd name="T4" fmla="*/ 302 w 29"/>
                <a:gd name="T5" fmla="*/ 10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19" y="4"/>
                  </a:moveTo>
                  <a:cubicBezTo>
                    <a:pt x="5" y="0"/>
                    <a:pt x="0" y="17"/>
                    <a:pt x="10" y="17"/>
                  </a:cubicBezTo>
                  <a:cubicBezTo>
                    <a:pt x="10" y="9"/>
                    <a:pt x="29" y="12"/>
                    <a:pt x="18" y="4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6" name="Freeform 879">
              <a:extLst>
                <a:ext uri="{FF2B5EF4-FFF2-40B4-BE49-F238E27FC236}">
                  <a16:creationId xmlns:a16="http://schemas.microsoft.com/office/drawing/2014/main" id="{5BE7CCB5-6802-490A-81DF-ECFEAE64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281"/>
              <a:ext cx="63" cy="72"/>
            </a:xfrm>
            <a:custGeom>
              <a:avLst/>
              <a:gdLst>
                <a:gd name="T0" fmla="*/ 413 w 36"/>
                <a:gd name="T1" fmla="*/ 81 h 39"/>
                <a:gd name="T2" fmla="*/ 86 w 36"/>
                <a:gd name="T3" fmla="*/ 105 h 39"/>
                <a:gd name="T4" fmla="*/ 49 w 36"/>
                <a:gd name="T5" fmla="*/ 511 h 39"/>
                <a:gd name="T6" fmla="*/ 285 w 36"/>
                <a:gd name="T7" fmla="*/ 358 h 39"/>
                <a:gd name="T8" fmla="*/ 399 w 36"/>
                <a:gd name="T9" fmla="*/ 2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25" y="4"/>
                  </a:moveTo>
                  <a:cubicBezTo>
                    <a:pt x="19" y="4"/>
                    <a:pt x="11" y="0"/>
                    <a:pt x="5" y="5"/>
                  </a:cubicBezTo>
                  <a:cubicBezTo>
                    <a:pt x="2" y="9"/>
                    <a:pt x="0" y="20"/>
                    <a:pt x="3" y="24"/>
                  </a:cubicBezTo>
                  <a:cubicBezTo>
                    <a:pt x="10" y="39"/>
                    <a:pt x="13" y="21"/>
                    <a:pt x="17" y="17"/>
                  </a:cubicBezTo>
                  <a:cubicBezTo>
                    <a:pt x="21" y="13"/>
                    <a:pt x="36" y="12"/>
                    <a:pt x="24" y="1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7" name="Freeform 880">
              <a:extLst>
                <a:ext uri="{FF2B5EF4-FFF2-40B4-BE49-F238E27FC236}">
                  <a16:creationId xmlns:a16="http://schemas.microsoft.com/office/drawing/2014/main" id="{C2EB04E4-7C05-409A-AF61-52FC6CB9E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311"/>
              <a:ext cx="97" cy="76"/>
            </a:xfrm>
            <a:custGeom>
              <a:avLst/>
              <a:gdLst>
                <a:gd name="T0" fmla="*/ 208 w 56"/>
                <a:gd name="T1" fmla="*/ 764 h 41"/>
                <a:gd name="T2" fmla="*/ 729 w 56"/>
                <a:gd name="T3" fmla="*/ 69 h 41"/>
                <a:gd name="T4" fmla="*/ 857 w 56"/>
                <a:gd name="T5" fmla="*/ 222 h 41"/>
                <a:gd name="T6" fmla="*/ 729 w 56"/>
                <a:gd name="T7" fmla="*/ 374 h 41"/>
                <a:gd name="T8" fmla="*/ 454 w 56"/>
                <a:gd name="T9" fmla="*/ 829 h 41"/>
                <a:gd name="T10" fmla="*/ 262 w 56"/>
                <a:gd name="T11" fmla="*/ 829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1">
                  <a:moveTo>
                    <a:pt x="13" y="35"/>
                  </a:moveTo>
                  <a:cubicBezTo>
                    <a:pt x="0" y="18"/>
                    <a:pt x="31" y="0"/>
                    <a:pt x="47" y="3"/>
                  </a:cubicBezTo>
                  <a:cubicBezTo>
                    <a:pt x="51" y="4"/>
                    <a:pt x="55" y="5"/>
                    <a:pt x="55" y="10"/>
                  </a:cubicBezTo>
                  <a:cubicBezTo>
                    <a:pt x="56" y="17"/>
                    <a:pt x="52" y="14"/>
                    <a:pt x="47" y="17"/>
                  </a:cubicBezTo>
                  <a:cubicBezTo>
                    <a:pt x="35" y="22"/>
                    <a:pt x="31" y="25"/>
                    <a:pt x="29" y="38"/>
                  </a:cubicBezTo>
                  <a:cubicBezTo>
                    <a:pt x="25" y="40"/>
                    <a:pt x="20" y="41"/>
                    <a:pt x="17" y="38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8" name="Freeform 881">
              <a:extLst>
                <a:ext uri="{FF2B5EF4-FFF2-40B4-BE49-F238E27FC236}">
                  <a16:creationId xmlns:a16="http://schemas.microsoft.com/office/drawing/2014/main" id="{799DA620-6CA2-49B6-96AE-CB9B228AF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154"/>
              <a:ext cx="110" cy="138"/>
            </a:xfrm>
            <a:custGeom>
              <a:avLst/>
              <a:gdLst>
                <a:gd name="T0" fmla="*/ 0 w 64"/>
                <a:gd name="T1" fmla="*/ 1581 h 75"/>
                <a:gd name="T2" fmla="*/ 961 w 64"/>
                <a:gd name="T3" fmla="*/ 0 h 75"/>
                <a:gd name="T4" fmla="*/ 0 w 64"/>
                <a:gd name="T5" fmla="*/ 158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75">
                  <a:moveTo>
                    <a:pt x="0" y="75"/>
                  </a:moveTo>
                  <a:cubicBezTo>
                    <a:pt x="0" y="75"/>
                    <a:pt x="55" y="44"/>
                    <a:pt x="64" y="0"/>
                  </a:cubicBezTo>
                  <a:cubicBezTo>
                    <a:pt x="64" y="0"/>
                    <a:pt x="64" y="43"/>
                    <a:pt x="0" y="75"/>
                  </a:cubicBezTo>
                  <a:close/>
                </a:path>
              </a:pathLst>
            </a:custGeom>
            <a:solidFill>
              <a:srgbClr val="F7E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9" name="Freeform 882">
              <a:extLst>
                <a:ext uri="{FF2B5EF4-FFF2-40B4-BE49-F238E27FC236}">
                  <a16:creationId xmlns:a16="http://schemas.microsoft.com/office/drawing/2014/main" id="{C94AAADD-8462-4BAE-86B7-383961657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187"/>
              <a:ext cx="101" cy="115"/>
            </a:xfrm>
            <a:custGeom>
              <a:avLst/>
              <a:gdLst>
                <a:gd name="T0" fmla="*/ 0 w 58"/>
                <a:gd name="T1" fmla="*/ 0 h 62"/>
                <a:gd name="T2" fmla="*/ 928 w 58"/>
                <a:gd name="T3" fmla="*/ 1360 h 62"/>
                <a:gd name="T4" fmla="*/ 0 w 58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2">
                  <a:moveTo>
                    <a:pt x="0" y="0"/>
                  </a:moveTo>
                  <a:cubicBezTo>
                    <a:pt x="0" y="0"/>
                    <a:pt x="15" y="51"/>
                    <a:pt x="58" y="62"/>
                  </a:cubicBezTo>
                  <a:cubicBezTo>
                    <a:pt x="58" y="62"/>
                    <a:pt x="14" y="58"/>
                    <a:pt x="0" y="0"/>
                  </a:cubicBezTo>
                  <a:close/>
                </a:path>
              </a:pathLst>
            </a:custGeom>
            <a:solidFill>
              <a:srgbClr val="F7E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0" name="Freeform 883">
              <a:extLst>
                <a:ext uri="{FF2B5EF4-FFF2-40B4-BE49-F238E27FC236}">
                  <a16:creationId xmlns:a16="http://schemas.microsoft.com/office/drawing/2014/main" id="{F8ABFBD2-4DAD-48AC-A17B-88C3377A3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871"/>
              <a:ext cx="469" cy="440"/>
            </a:xfrm>
            <a:custGeom>
              <a:avLst/>
              <a:gdLst>
                <a:gd name="T0" fmla="*/ 0 w 271"/>
                <a:gd name="T1" fmla="*/ 327 h 238"/>
                <a:gd name="T2" fmla="*/ 483 w 271"/>
                <a:gd name="T3" fmla="*/ 1252 h 238"/>
                <a:gd name="T4" fmla="*/ 850 w 271"/>
                <a:gd name="T5" fmla="*/ 2779 h 238"/>
                <a:gd name="T6" fmla="*/ 1525 w 271"/>
                <a:gd name="T7" fmla="*/ 4531 h 238"/>
                <a:gd name="T8" fmla="*/ 2575 w 271"/>
                <a:gd name="T9" fmla="*/ 5069 h 238"/>
                <a:gd name="T10" fmla="*/ 3804 w 271"/>
                <a:gd name="T11" fmla="*/ 3537 h 238"/>
                <a:gd name="T12" fmla="*/ 4079 w 271"/>
                <a:gd name="T13" fmla="*/ 1579 h 238"/>
                <a:gd name="T14" fmla="*/ 4064 w 271"/>
                <a:gd name="T15" fmla="*/ 0 h 238"/>
                <a:gd name="T16" fmla="*/ 4053 w 271"/>
                <a:gd name="T17" fmla="*/ 0 h 2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1" h="238">
                  <a:moveTo>
                    <a:pt x="0" y="15"/>
                  </a:moveTo>
                  <a:cubicBezTo>
                    <a:pt x="0" y="15"/>
                    <a:pt x="26" y="44"/>
                    <a:pt x="31" y="58"/>
                  </a:cubicBezTo>
                  <a:cubicBezTo>
                    <a:pt x="37" y="71"/>
                    <a:pt x="45" y="115"/>
                    <a:pt x="55" y="129"/>
                  </a:cubicBezTo>
                  <a:cubicBezTo>
                    <a:pt x="64" y="142"/>
                    <a:pt x="85" y="195"/>
                    <a:pt x="98" y="210"/>
                  </a:cubicBezTo>
                  <a:cubicBezTo>
                    <a:pt x="111" y="225"/>
                    <a:pt x="146" y="238"/>
                    <a:pt x="166" y="235"/>
                  </a:cubicBezTo>
                  <a:cubicBezTo>
                    <a:pt x="186" y="232"/>
                    <a:pt x="240" y="185"/>
                    <a:pt x="245" y="164"/>
                  </a:cubicBezTo>
                  <a:cubicBezTo>
                    <a:pt x="250" y="144"/>
                    <a:pt x="254" y="87"/>
                    <a:pt x="263" y="73"/>
                  </a:cubicBezTo>
                  <a:cubicBezTo>
                    <a:pt x="271" y="58"/>
                    <a:pt x="265" y="0"/>
                    <a:pt x="262" y="0"/>
                  </a:cubicBezTo>
                  <a:cubicBezTo>
                    <a:pt x="262" y="0"/>
                    <a:pt x="261" y="0"/>
                    <a:pt x="261" y="0"/>
                  </a:cubicBezTo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1" name="Freeform 884">
              <a:extLst>
                <a:ext uri="{FF2B5EF4-FFF2-40B4-BE49-F238E27FC236}">
                  <a16:creationId xmlns:a16="http://schemas.microsoft.com/office/drawing/2014/main" id="{2732D103-D2BA-4967-9020-A19F9FFA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69"/>
              <a:ext cx="475" cy="446"/>
            </a:xfrm>
            <a:custGeom>
              <a:avLst/>
              <a:gdLst>
                <a:gd name="T0" fmla="*/ 0 w 274"/>
                <a:gd name="T1" fmla="*/ 329 h 241"/>
                <a:gd name="T2" fmla="*/ 496 w 274"/>
                <a:gd name="T3" fmla="*/ 1325 h 241"/>
                <a:gd name="T4" fmla="*/ 860 w 274"/>
                <a:gd name="T5" fmla="*/ 2839 h 241"/>
                <a:gd name="T6" fmla="*/ 1553 w 274"/>
                <a:gd name="T7" fmla="*/ 4619 h 241"/>
                <a:gd name="T8" fmla="*/ 2621 w 274"/>
                <a:gd name="T9" fmla="*/ 5158 h 241"/>
                <a:gd name="T10" fmla="*/ 3883 w 274"/>
                <a:gd name="T11" fmla="*/ 3627 h 241"/>
                <a:gd name="T12" fmla="*/ 4162 w 274"/>
                <a:gd name="T13" fmla="*/ 1630 h 241"/>
                <a:gd name="T14" fmla="*/ 4147 w 274"/>
                <a:gd name="T15" fmla="*/ 68 h 241"/>
                <a:gd name="T16" fmla="*/ 4121 w 274"/>
                <a:gd name="T17" fmla="*/ 0 h 2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4" h="241">
                  <a:moveTo>
                    <a:pt x="0" y="15"/>
                  </a:moveTo>
                  <a:cubicBezTo>
                    <a:pt x="0" y="15"/>
                    <a:pt x="26" y="47"/>
                    <a:pt x="32" y="61"/>
                  </a:cubicBezTo>
                  <a:cubicBezTo>
                    <a:pt x="37" y="74"/>
                    <a:pt x="46" y="118"/>
                    <a:pt x="55" y="131"/>
                  </a:cubicBezTo>
                  <a:cubicBezTo>
                    <a:pt x="65" y="145"/>
                    <a:pt x="86" y="198"/>
                    <a:pt x="99" y="213"/>
                  </a:cubicBezTo>
                  <a:cubicBezTo>
                    <a:pt x="112" y="228"/>
                    <a:pt x="147" y="241"/>
                    <a:pt x="167" y="238"/>
                  </a:cubicBezTo>
                  <a:cubicBezTo>
                    <a:pt x="188" y="235"/>
                    <a:pt x="242" y="188"/>
                    <a:pt x="248" y="167"/>
                  </a:cubicBezTo>
                  <a:cubicBezTo>
                    <a:pt x="253" y="147"/>
                    <a:pt x="257" y="90"/>
                    <a:pt x="266" y="75"/>
                  </a:cubicBezTo>
                  <a:cubicBezTo>
                    <a:pt x="274" y="61"/>
                    <a:pt x="268" y="3"/>
                    <a:pt x="265" y="3"/>
                  </a:cubicBezTo>
                  <a:cubicBezTo>
                    <a:pt x="265" y="3"/>
                    <a:pt x="263" y="0"/>
                    <a:pt x="263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2" name="Freeform 885">
              <a:extLst>
                <a:ext uri="{FF2B5EF4-FFF2-40B4-BE49-F238E27FC236}">
                  <a16:creationId xmlns:a16="http://schemas.microsoft.com/office/drawing/2014/main" id="{085F593D-5A6B-42D0-BF8F-ED26807F9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875"/>
              <a:ext cx="69" cy="83"/>
            </a:xfrm>
            <a:custGeom>
              <a:avLst/>
              <a:gdLst>
                <a:gd name="T0" fmla="*/ 0 w 40"/>
                <a:gd name="T1" fmla="*/ 194 h 45"/>
                <a:gd name="T2" fmla="*/ 611 w 40"/>
                <a:gd name="T3" fmla="*/ 959 h 45"/>
                <a:gd name="T4" fmla="*/ 0 w 40"/>
                <a:gd name="T5" fmla="*/ 19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9"/>
                  </a:moveTo>
                  <a:cubicBezTo>
                    <a:pt x="0" y="9"/>
                    <a:pt x="8" y="0"/>
                    <a:pt x="40" y="45"/>
                  </a:cubicBezTo>
                  <a:cubicBezTo>
                    <a:pt x="40" y="45"/>
                    <a:pt x="7" y="5"/>
                    <a:pt x="0" y="9"/>
                  </a:cubicBezTo>
                  <a:close/>
                </a:path>
              </a:pathLst>
            </a:custGeom>
            <a:solidFill>
              <a:srgbClr val="F7E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3" name="Freeform 886">
              <a:extLst>
                <a:ext uri="{FF2B5EF4-FFF2-40B4-BE49-F238E27FC236}">
                  <a16:creationId xmlns:a16="http://schemas.microsoft.com/office/drawing/2014/main" id="{BBDF8462-EB79-40D9-A9A6-45CDBB45C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803"/>
              <a:ext cx="469" cy="148"/>
            </a:xfrm>
            <a:custGeom>
              <a:avLst/>
              <a:gdLst>
                <a:gd name="T0" fmla="*/ 0 w 271"/>
                <a:gd name="T1" fmla="*/ 0 h 80"/>
                <a:gd name="T2" fmla="*/ 639 w 271"/>
                <a:gd name="T3" fmla="*/ 150 h 80"/>
                <a:gd name="T4" fmla="*/ 3375 w 271"/>
                <a:gd name="T5" fmla="*/ 1325 h 80"/>
                <a:gd name="T6" fmla="*/ 4209 w 271"/>
                <a:gd name="T7" fmla="*/ 1735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1" h="80">
                  <a:moveTo>
                    <a:pt x="0" y="0"/>
                  </a:moveTo>
                  <a:cubicBezTo>
                    <a:pt x="14" y="2"/>
                    <a:pt x="27" y="5"/>
                    <a:pt x="41" y="7"/>
                  </a:cubicBezTo>
                  <a:cubicBezTo>
                    <a:pt x="103" y="17"/>
                    <a:pt x="158" y="40"/>
                    <a:pt x="217" y="61"/>
                  </a:cubicBezTo>
                  <a:cubicBezTo>
                    <a:pt x="234" y="67"/>
                    <a:pt x="260" y="73"/>
                    <a:pt x="271" y="8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4" name="Freeform 887">
              <a:extLst>
                <a:ext uri="{FF2B5EF4-FFF2-40B4-BE49-F238E27FC236}">
                  <a16:creationId xmlns:a16="http://schemas.microsoft.com/office/drawing/2014/main" id="{2C97047E-9467-4EB1-8BE9-7811D301B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808"/>
              <a:ext cx="411" cy="156"/>
            </a:xfrm>
            <a:custGeom>
              <a:avLst/>
              <a:gdLst>
                <a:gd name="T0" fmla="*/ 0 w 237"/>
                <a:gd name="T1" fmla="*/ 1831 h 84"/>
                <a:gd name="T2" fmla="*/ 343 w 237"/>
                <a:gd name="T3" fmla="*/ 1679 h 84"/>
                <a:gd name="T4" fmla="*/ 1384 w 237"/>
                <a:gd name="T5" fmla="*/ 1151 h 84"/>
                <a:gd name="T6" fmla="*/ 3657 w 237"/>
                <a:gd name="T7" fmla="*/ 24 h 84"/>
                <a:gd name="T8" fmla="*/ 3716 w 23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7" h="84">
                  <a:moveTo>
                    <a:pt x="0" y="83"/>
                  </a:moveTo>
                  <a:cubicBezTo>
                    <a:pt x="9" y="84"/>
                    <a:pt x="14" y="79"/>
                    <a:pt x="22" y="76"/>
                  </a:cubicBezTo>
                  <a:cubicBezTo>
                    <a:pt x="43" y="67"/>
                    <a:pt x="66" y="61"/>
                    <a:pt x="88" y="52"/>
                  </a:cubicBezTo>
                  <a:cubicBezTo>
                    <a:pt x="135" y="33"/>
                    <a:pt x="183" y="14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5" name="Freeform 888">
              <a:extLst>
                <a:ext uri="{FF2B5EF4-FFF2-40B4-BE49-F238E27FC236}">
                  <a16:creationId xmlns:a16="http://schemas.microsoft.com/office/drawing/2014/main" id="{BB885646-CFB1-44EF-91FE-25DCA5347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783"/>
              <a:ext cx="405" cy="96"/>
            </a:xfrm>
            <a:custGeom>
              <a:avLst/>
              <a:gdLst>
                <a:gd name="T0" fmla="*/ 3633 w 234"/>
                <a:gd name="T1" fmla="*/ 0 h 52"/>
                <a:gd name="T2" fmla="*/ 2676 w 234"/>
                <a:gd name="T3" fmla="*/ 233 h 52"/>
                <a:gd name="T4" fmla="*/ 554 w 234"/>
                <a:gd name="T5" fmla="*/ 794 h 52"/>
                <a:gd name="T6" fmla="*/ 0 w 234"/>
                <a:gd name="T7" fmla="*/ 111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4" h="52">
                  <a:moveTo>
                    <a:pt x="234" y="0"/>
                  </a:moveTo>
                  <a:cubicBezTo>
                    <a:pt x="213" y="3"/>
                    <a:pt x="193" y="7"/>
                    <a:pt x="172" y="11"/>
                  </a:cubicBezTo>
                  <a:cubicBezTo>
                    <a:pt x="126" y="20"/>
                    <a:pt x="81" y="24"/>
                    <a:pt x="36" y="37"/>
                  </a:cubicBezTo>
                  <a:cubicBezTo>
                    <a:pt x="22" y="42"/>
                    <a:pt x="14" y="47"/>
                    <a:pt x="0" y="52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6" name="Freeform 889">
              <a:extLst>
                <a:ext uri="{FF2B5EF4-FFF2-40B4-BE49-F238E27FC236}">
                  <a16:creationId xmlns:a16="http://schemas.microsoft.com/office/drawing/2014/main" id="{9CE8A719-9D8F-4DC7-8ECA-6F534FE5D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766"/>
              <a:ext cx="473" cy="116"/>
            </a:xfrm>
            <a:custGeom>
              <a:avLst/>
              <a:gdLst>
                <a:gd name="T0" fmla="*/ 4266 w 273"/>
                <a:gd name="T1" fmla="*/ 1204 h 63"/>
                <a:gd name="T2" fmla="*/ 3172 w 273"/>
                <a:gd name="T3" fmla="*/ 930 h 63"/>
                <a:gd name="T4" fmla="*/ 1902 w 273"/>
                <a:gd name="T5" fmla="*/ 400 h 63"/>
                <a:gd name="T6" fmla="*/ 0 w 273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63">
                  <a:moveTo>
                    <a:pt x="273" y="57"/>
                  </a:moveTo>
                  <a:cubicBezTo>
                    <a:pt x="254" y="63"/>
                    <a:pt x="223" y="49"/>
                    <a:pt x="203" y="44"/>
                  </a:cubicBezTo>
                  <a:cubicBezTo>
                    <a:pt x="177" y="36"/>
                    <a:pt x="149" y="26"/>
                    <a:pt x="122" y="19"/>
                  </a:cubicBezTo>
                  <a:cubicBezTo>
                    <a:pt x="83" y="7"/>
                    <a:pt x="41" y="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7" name="Freeform 890">
              <a:extLst>
                <a:ext uri="{FF2B5EF4-FFF2-40B4-BE49-F238E27FC236}">
                  <a16:creationId xmlns:a16="http://schemas.microsoft.com/office/drawing/2014/main" id="{4E816846-87FE-454E-B343-08C35BDE7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749"/>
              <a:ext cx="279" cy="83"/>
            </a:xfrm>
            <a:custGeom>
              <a:avLst/>
              <a:gdLst>
                <a:gd name="T0" fmla="*/ 2513 w 161"/>
                <a:gd name="T1" fmla="*/ 0 h 45"/>
                <a:gd name="T2" fmla="*/ 2154 w 161"/>
                <a:gd name="T3" fmla="*/ 68 h 45"/>
                <a:gd name="T4" fmla="*/ 873 w 161"/>
                <a:gd name="T5" fmla="*/ 452 h 45"/>
                <a:gd name="T6" fmla="*/ 0 w 161"/>
                <a:gd name="T7" fmla="*/ 95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45">
                  <a:moveTo>
                    <a:pt x="161" y="0"/>
                  </a:moveTo>
                  <a:cubicBezTo>
                    <a:pt x="153" y="1"/>
                    <a:pt x="146" y="2"/>
                    <a:pt x="138" y="3"/>
                  </a:cubicBezTo>
                  <a:cubicBezTo>
                    <a:pt x="107" y="5"/>
                    <a:pt x="83" y="7"/>
                    <a:pt x="56" y="21"/>
                  </a:cubicBezTo>
                  <a:cubicBezTo>
                    <a:pt x="37" y="30"/>
                    <a:pt x="18" y="36"/>
                    <a:pt x="0" y="45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8" name="Freeform 891">
              <a:extLst>
                <a:ext uri="{FF2B5EF4-FFF2-40B4-BE49-F238E27FC236}">
                  <a16:creationId xmlns:a16="http://schemas.microsoft.com/office/drawing/2014/main" id="{CB5A6BA1-E604-4638-BFD0-4BD55EB3A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738"/>
              <a:ext cx="356" cy="104"/>
            </a:xfrm>
            <a:custGeom>
              <a:avLst/>
              <a:gdLst>
                <a:gd name="T0" fmla="*/ 3175 w 206"/>
                <a:gd name="T1" fmla="*/ 1235 h 56"/>
                <a:gd name="T2" fmla="*/ 2807 w 206"/>
                <a:gd name="T3" fmla="*/ 973 h 56"/>
                <a:gd name="T4" fmla="*/ 2183 w 206"/>
                <a:gd name="T5" fmla="*/ 704 h 56"/>
                <a:gd name="T6" fmla="*/ 821 w 206"/>
                <a:gd name="T7" fmla="*/ 180 h 56"/>
                <a:gd name="T8" fmla="*/ 0 w 206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56">
                  <a:moveTo>
                    <a:pt x="206" y="56"/>
                  </a:moveTo>
                  <a:cubicBezTo>
                    <a:pt x="197" y="54"/>
                    <a:pt x="190" y="48"/>
                    <a:pt x="182" y="44"/>
                  </a:cubicBezTo>
                  <a:cubicBezTo>
                    <a:pt x="169" y="39"/>
                    <a:pt x="155" y="38"/>
                    <a:pt x="142" y="32"/>
                  </a:cubicBezTo>
                  <a:cubicBezTo>
                    <a:pt x="113" y="19"/>
                    <a:pt x="85" y="14"/>
                    <a:pt x="53" y="8"/>
                  </a:cubicBezTo>
                  <a:cubicBezTo>
                    <a:pt x="36" y="5"/>
                    <a:pt x="18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9" name="Freeform 892">
              <a:extLst>
                <a:ext uri="{FF2B5EF4-FFF2-40B4-BE49-F238E27FC236}">
                  <a16:creationId xmlns:a16="http://schemas.microsoft.com/office/drawing/2014/main" id="{72698FAF-2D20-4658-8C48-F66DB1A37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795"/>
              <a:ext cx="336" cy="124"/>
            </a:xfrm>
            <a:custGeom>
              <a:avLst/>
              <a:gdLst>
                <a:gd name="T0" fmla="*/ 3024 w 194"/>
                <a:gd name="T1" fmla="*/ 0 h 67"/>
                <a:gd name="T2" fmla="*/ 1134 w 194"/>
                <a:gd name="T3" fmla="*/ 870 h 67"/>
                <a:gd name="T4" fmla="*/ 405 w 194"/>
                <a:gd name="T5" fmla="*/ 1229 h 67"/>
                <a:gd name="T6" fmla="*/ 0 w 194"/>
                <a:gd name="T7" fmla="*/ 1453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4" h="67">
                  <a:moveTo>
                    <a:pt x="194" y="0"/>
                  </a:moveTo>
                  <a:cubicBezTo>
                    <a:pt x="155" y="7"/>
                    <a:pt x="112" y="26"/>
                    <a:pt x="73" y="40"/>
                  </a:cubicBezTo>
                  <a:cubicBezTo>
                    <a:pt x="57" y="45"/>
                    <a:pt x="42" y="52"/>
                    <a:pt x="26" y="57"/>
                  </a:cubicBezTo>
                  <a:cubicBezTo>
                    <a:pt x="19" y="59"/>
                    <a:pt x="3" y="62"/>
                    <a:pt x="0" y="67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0" name="Freeform 893">
              <a:extLst>
                <a:ext uri="{FF2B5EF4-FFF2-40B4-BE49-F238E27FC236}">
                  <a16:creationId xmlns:a16="http://schemas.microsoft.com/office/drawing/2014/main" id="{AC6A304E-2082-439C-B3E0-577A39875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810"/>
              <a:ext cx="104" cy="26"/>
            </a:xfrm>
            <a:custGeom>
              <a:avLst/>
              <a:gdLst>
                <a:gd name="T0" fmla="*/ 0 w 60"/>
                <a:gd name="T1" fmla="*/ 306 h 14"/>
                <a:gd name="T2" fmla="*/ 62 w 60"/>
                <a:gd name="T3" fmla="*/ 290 h 14"/>
                <a:gd name="T4" fmla="*/ 938 w 60"/>
                <a:gd name="T5" fmla="*/ 1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">
                  <a:moveTo>
                    <a:pt x="0" y="14"/>
                  </a:moveTo>
                  <a:cubicBezTo>
                    <a:pt x="1" y="13"/>
                    <a:pt x="3" y="13"/>
                    <a:pt x="4" y="13"/>
                  </a:cubicBezTo>
                  <a:cubicBezTo>
                    <a:pt x="16" y="12"/>
                    <a:pt x="54" y="0"/>
                    <a:pt x="60" y="7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1" name="Freeform 894">
              <a:extLst>
                <a:ext uri="{FF2B5EF4-FFF2-40B4-BE49-F238E27FC236}">
                  <a16:creationId xmlns:a16="http://schemas.microsoft.com/office/drawing/2014/main" id="{9B01CAD5-FA6A-47CA-8462-858D5C99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840"/>
              <a:ext cx="218" cy="44"/>
            </a:xfrm>
            <a:custGeom>
              <a:avLst/>
              <a:gdLst>
                <a:gd name="T0" fmla="*/ 0 w 126"/>
                <a:gd name="T1" fmla="*/ 501 h 24"/>
                <a:gd name="T2" fmla="*/ 1952 w 12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24">
                  <a:moveTo>
                    <a:pt x="0" y="24"/>
                  </a:moveTo>
                  <a:cubicBezTo>
                    <a:pt x="39" y="13"/>
                    <a:pt x="85" y="4"/>
                    <a:pt x="126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2" name="Freeform 895">
              <a:extLst>
                <a:ext uri="{FF2B5EF4-FFF2-40B4-BE49-F238E27FC236}">
                  <a16:creationId xmlns:a16="http://schemas.microsoft.com/office/drawing/2014/main" id="{3011F29F-D8C8-470B-9781-C640FF585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779"/>
              <a:ext cx="464" cy="137"/>
            </a:xfrm>
            <a:custGeom>
              <a:avLst/>
              <a:gdLst>
                <a:gd name="T0" fmla="*/ 0 w 268"/>
                <a:gd name="T1" fmla="*/ 305 h 74"/>
                <a:gd name="T2" fmla="*/ 1292 w 268"/>
                <a:gd name="T3" fmla="*/ 278 h 74"/>
                <a:gd name="T4" fmla="*/ 2382 w 268"/>
                <a:gd name="T5" fmla="*/ 894 h 74"/>
                <a:gd name="T6" fmla="*/ 3468 w 268"/>
                <a:gd name="T7" fmla="*/ 1305 h 74"/>
                <a:gd name="T8" fmla="*/ 4167 w 268"/>
                <a:gd name="T9" fmla="*/ 161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74">
                  <a:moveTo>
                    <a:pt x="0" y="14"/>
                  </a:moveTo>
                  <a:cubicBezTo>
                    <a:pt x="20" y="0"/>
                    <a:pt x="61" y="6"/>
                    <a:pt x="83" y="13"/>
                  </a:cubicBezTo>
                  <a:cubicBezTo>
                    <a:pt x="107" y="20"/>
                    <a:pt x="129" y="34"/>
                    <a:pt x="153" y="41"/>
                  </a:cubicBezTo>
                  <a:cubicBezTo>
                    <a:pt x="176" y="48"/>
                    <a:pt x="200" y="54"/>
                    <a:pt x="223" y="60"/>
                  </a:cubicBezTo>
                  <a:cubicBezTo>
                    <a:pt x="237" y="63"/>
                    <a:pt x="259" y="67"/>
                    <a:pt x="268" y="74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3" name="Freeform 896">
              <a:extLst>
                <a:ext uri="{FF2B5EF4-FFF2-40B4-BE49-F238E27FC236}">
                  <a16:creationId xmlns:a16="http://schemas.microsoft.com/office/drawing/2014/main" id="{38005241-7949-45C9-9391-958BFEB0A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834"/>
              <a:ext cx="469" cy="137"/>
            </a:xfrm>
            <a:custGeom>
              <a:avLst/>
              <a:gdLst>
                <a:gd name="T0" fmla="*/ 0 w 271"/>
                <a:gd name="T1" fmla="*/ 0 h 74"/>
                <a:gd name="T2" fmla="*/ 1317 w 271"/>
                <a:gd name="T3" fmla="*/ 330 h 74"/>
                <a:gd name="T4" fmla="*/ 2342 w 271"/>
                <a:gd name="T5" fmla="*/ 842 h 74"/>
                <a:gd name="T6" fmla="*/ 3354 w 271"/>
                <a:gd name="T7" fmla="*/ 1326 h 74"/>
                <a:gd name="T8" fmla="*/ 4209 w 271"/>
                <a:gd name="T9" fmla="*/ 161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74">
                  <a:moveTo>
                    <a:pt x="0" y="0"/>
                  </a:moveTo>
                  <a:cubicBezTo>
                    <a:pt x="28" y="6"/>
                    <a:pt x="57" y="9"/>
                    <a:pt x="85" y="15"/>
                  </a:cubicBezTo>
                  <a:cubicBezTo>
                    <a:pt x="108" y="20"/>
                    <a:pt x="129" y="31"/>
                    <a:pt x="151" y="39"/>
                  </a:cubicBezTo>
                  <a:cubicBezTo>
                    <a:pt x="172" y="48"/>
                    <a:pt x="194" y="55"/>
                    <a:pt x="216" y="61"/>
                  </a:cubicBezTo>
                  <a:cubicBezTo>
                    <a:pt x="233" y="65"/>
                    <a:pt x="258" y="67"/>
                    <a:pt x="271" y="74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4" name="Freeform 897">
              <a:extLst>
                <a:ext uri="{FF2B5EF4-FFF2-40B4-BE49-F238E27FC236}">
                  <a16:creationId xmlns:a16="http://schemas.microsoft.com/office/drawing/2014/main" id="{55326E3A-F3F7-4F3D-8B58-2ACE78EF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821"/>
              <a:ext cx="42" cy="10"/>
            </a:xfrm>
            <a:custGeom>
              <a:avLst/>
              <a:gdLst>
                <a:gd name="T0" fmla="*/ 0 w 24"/>
                <a:gd name="T1" fmla="*/ 0 h 5"/>
                <a:gd name="T2" fmla="*/ 399 w 24"/>
                <a:gd name="T3" fmla="*/ 16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0"/>
                  </a:moveTo>
                  <a:cubicBezTo>
                    <a:pt x="8" y="2"/>
                    <a:pt x="16" y="3"/>
                    <a:pt x="24" y="5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5" name="Freeform 898">
              <a:extLst>
                <a:ext uri="{FF2B5EF4-FFF2-40B4-BE49-F238E27FC236}">
                  <a16:creationId xmlns:a16="http://schemas.microsoft.com/office/drawing/2014/main" id="{6D134B99-FE34-46AA-9474-43A435F76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808"/>
              <a:ext cx="4" cy="1"/>
            </a:xfrm>
            <a:custGeom>
              <a:avLst/>
              <a:gdLst>
                <a:gd name="T0" fmla="*/ 0 w 2"/>
                <a:gd name="T1" fmla="*/ 0 h 1"/>
                <a:gd name="T2" fmla="*/ 64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6" name="Freeform 899">
              <a:extLst>
                <a:ext uri="{FF2B5EF4-FFF2-40B4-BE49-F238E27FC236}">
                  <a16:creationId xmlns:a16="http://schemas.microsoft.com/office/drawing/2014/main" id="{62FE7349-ECD2-4F13-B6CB-8C704D8F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836"/>
              <a:ext cx="317" cy="104"/>
            </a:xfrm>
            <a:custGeom>
              <a:avLst/>
              <a:gdLst>
                <a:gd name="T0" fmla="*/ 2853 w 183"/>
                <a:gd name="T1" fmla="*/ 0 h 56"/>
                <a:gd name="T2" fmla="*/ 1954 w 183"/>
                <a:gd name="T3" fmla="*/ 225 h 56"/>
                <a:gd name="T4" fmla="*/ 960 w 183"/>
                <a:gd name="T5" fmla="*/ 641 h 56"/>
                <a:gd name="T6" fmla="*/ 320 w 183"/>
                <a:gd name="T7" fmla="*/ 1055 h 56"/>
                <a:gd name="T8" fmla="*/ 0 w 183"/>
                <a:gd name="T9" fmla="*/ 119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56">
                  <a:moveTo>
                    <a:pt x="183" y="0"/>
                  </a:moveTo>
                  <a:cubicBezTo>
                    <a:pt x="163" y="0"/>
                    <a:pt x="143" y="5"/>
                    <a:pt x="125" y="10"/>
                  </a:cubicBezTo>
                  <a:cubicBezTo>
                    <a:pt x="104" y="16"/>
                    <a:pt x="83" y="21"/>
                    <a:pt x="62" y="29"/>
                  </a:cubicBezTo>
                  <a:cubicBezTo>
                    <a:pt x="49" y="35"/>
                    <a:pt x="35" y="41"/>
                    <a:pt x="21" y="48"/>
                  </a:cubicBezTo>
                  <a:cubicBezTo>
                    <a:pt x="16" y="50"/>
                    <a:pt x="5" y="56"/>
                    <a:pt x="0" y="54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7" name="Freeform 900">
              <a:extLst>
                <a:ext uri="{FF2B5EF4-FFF2-40B4-BE49-F238E27FC236}">
                  <a16:creationId xmlns:a16="http://schemas.microsoft.com/office/drawing/2014/main" id="{77CBD775-FEFF-4831-A004-6E21C2DC9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723"/>
              <a:ext cx="329" cy="122"/>
            </a:xfrm>
            <a:custGeom>
              <a:avLst/>
              <a:gdLst>
                <a:gd name="T0" fmla="*/ 2959 w 190"/>
                <a:gd name="T1" fmla="*/ 0 h 66"/>
                <a:gd name="T2" fmla="*/ 1022 w 190"/>
                <a:gd name="T3" fmla="*/ 946 h 66"/>
                <a:gd name="T4" fmla="*/ 357 w 190"/>
                <a:gd name="T5" fmla="*/ 1251 h 66"/>
                <a:gd name="T6" fmla="*/ 0 w 190"/>
                <a:gd name="T7" fmla="*/ 1429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66">
                  <a:moveTo>
                    <a:pt x="190" y="0"/>
                  </a:moveTo>
                  <a:cubicBezTo>
                    <a:pt x="148" y="12"/>
                    <a:pt x="108" y="30"/>
                    <a:pt x="66" y="44"/>
                  </a:cubicBezTo>
                  <a:cubicBezTo>
                    <a:pt x="52" y="49"/>
                    <a:pt x="37" y="54"/>
                    <a:pt x="23" y="58"/>
                  </a:cubicBezTo>
                  <a:cubicBezTo>
                    <a:pt x="15" y="60"/>
                    <a:pt x="6" y="62"/>
                    <a:pt x="0" y="66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8" name="Freeform 901">
              <a:extLst>
                <a:ext uri="{FF2B5EF4-FFF2-40B4-BE49-F238E27FC236}">
                  <a16:creationId xmlns:a16="http://schemas.microsoft.com/office/drawing/2014/main" id="{DB128790-1F87-4521-91DF-DC0EA25A2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716"/>
              <a:ext cx="355" cy="135"/>
            </a:xfrm>
            <a:custGeom>
              <a:avLst/>
              <a:gdLst>
                <a:gd name="T0" fmla="*/ 3193 w 205"/>
                <a:gd name="T1" fmla="*/ 1555 h 73"/>
                <a:gd name="T2" fmla="*/ 2570 w 205"/>
                <a:gd name="T3" fmla="*/ 1296 h 73"/>
                <a:gd name="T4" fmla="*/ 1894 w 205"/>
                <a:gd name="T5" fmla="*/ 1074 h 73"/>
                <a:gd name="T6" fmla="*/ 935 w 205"/>
                <a:gd name="T7" fmla="*/ 483 h 73"/>
                <a:gd name="T8" fmla="*/ 319 w 205"/>
                <a:gd name="T9" fmla="*/ 150 h 73"/>
                <a:gd name="T10" fmla="*/ 0 w 205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73">
                  <a:moveTo>
                    <a:pt x="205" y="72"/>
                  </a:moveTo>
                  <a:cubicBezTo>
                    <a:pt x="192" y="73"/>
                    <a:pt x="177" y="64"/>
                    <a:pt x="165" y="60"/>
                  </a:cubicBezTo>
                  <a:cubicBezTo>
                    <a:pt x="151" y="56"/>
                    <a:pt x="136" y="57"/>
                    <a:pt x="122" y="50"/>
                  </a:cubicBezTo>
                  <a:cubicBezTo>
                    <a:pt x="102" y="40"/>
                    <a:pt x="81" y="31"/>
                    <a:pt x="60" y="22"/>
                  </a:cubicBezTo>
                  <a:cubicBezTo>
                    <a:pt x="47" y="16"/>
                    <a:pt x="33" y="12"/>
                    <a:pt x="20" y="7"/>
                  </a:cubicBezTo>
                  <a:cubicBezTo>
                    <a:pt x="14" y="5"/>
                    <a:pt x="5" y="4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9" name="Freeform 902">
              <a:extLst>
                <a:ext uri="{FF2B5EF4-FFF2-40B4-BE49-F238E27FC236}">
                  <a16:creationId xmlns:a16="http://schemas.microsoft.com/office/drawing/2014/main" id="{C99C7B25-AD35-4EE3-AA29-A3E6EC74A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99"/>
              <a:ext cx="227" cy="63"/>
            </a:xfrm>
            <a:custGeom>
              <a:avLst/>
              <a:gdLst>
                <a:gd name="T0" fmla="*/ 2045 w 131"/>
                <a:gd name="T1" fmla="*/ 693 h 34"/>
                <a:gd name="T2" fmla="*/ 1769 w 131"/>
                <a:gd name="T3" fmla="*/ 663 h 34"/>
                <a:gd name="T4" fmla="*/ 1364 w 131"/>
                <a:gd name="T5" fmla="*/ 591 h 34"/>
                <a:gd name="T6" fmla="*/ 688 w 131"/>
                <a:gd name="T7" fmla="*/ 330 h 34"/>
                <a:gd name="T8" fmla="*/ 0 w 131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34">
                  <a:moveTo>
                    <a:pt x="131" y="32"/>
                  </a:moveTo>
                  <a:cubicBezTo>
                    <a:pt x="126" y="34"/>
                    <a:pt x="118" y="31"/>
                    <a:pt x="113" y="30"/>
                  </a:cubicBezTo>
                  <a:cubicBezTo>
                    <a:pt x="104" y="29"/>
                    <a:pt x="96" y="28"/>
                    <a:pt x="87" y="27"/>
                  </a:cubicBezTo>
                  <a:cubicBezTo>
                    <a:pt x="72" y="24"/>
                    <a:pt x="58" y="20"/>
                    <a:pt x="44" y="15"/>
                  </a:cubicBezTo>
                  <a:cubicBezTo>
                    <a:pt x="30" y="11"/>
                    <a:pt x="11" y="9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0" name="Freeform 903">
              <a:extLst>
                <a:ext uri="{FF2B5EF4-FFF2-40B4-BE49-F238E27FC236}">
                  <a16:creationId xmlns:a16="http://schemas.microsoft.com/office/drawing/2014/main" id="{FC7A7F3E-7EC0-4E4D-864A-6A3BDC1DE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515"/>
              <a:ext cx="1322" cy="1771"/>
            </a:xfrm>
            <a:custGeom>
              <a:avLst/>
              <a:gdLst>
                <a:gd name="T0" fmla="*/ 0 w 763"/>
                <a:gd name="T1" fmla="*/ 3021 h 959"/>
                <a:gd name="T2" fmla="*/ 3668 w 763"/>
                <a:gd name="T3" fmla="*/ 1293 h 959"/>
                <a:gd name="T4" fmla="*/ 4586 w 763"/>
                <a:gd name="T5" fmla="*/ 430 h 959"/>
                <a:gd name="T6" fmla="*/ 5496 w 763"/>
                <a:gd name="T7" fmla="*/ 194 h 959"/>
                <a:gd name="T8" fmla="*/ 6523 w 763"/>
                <a:gd name="T9" fmla="*/ 105 h 959"/>
                <a:gd name="T10" fmla="*/ 7637 w 763"/>
                <a:gd name="T11" fmla="*/ 1221 h 959"/>
                <a:gd name="T12" fmla="*/ 11915 w 763"/>
                <a:gd name="T13" fmla="*/ 3021 h 959"/>
                <a:gd name="T14" fmla="*/ 11915 w 763"/>
                <a:gd name="T15" fmla="*/ 20602 h 959"/>
                <a:gd name="T16" fmla="*/ 0 w 763"/>
                <a:gd name="T17" fmla="*/ 20602 h 959"/>
                <a:gd name="T18" fmla="*/ 0 w 763"/>
                <a:gd name="T19" fmla="*/ 3021 h 9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3" h="959">
                  <a:moveTo>
                    <a:pt x="0" y="141"/>
                  </a:moveTo>
                  <a:cubicBezTo>
                    <a:pt x="82" y="106"/>
                    <a:pt x="161" y="72"/>
                    <a:pt x="235" y="60"/>
                  </a:cubicBezTo>
                  <a:cubicBezTo>
                    <a:pt x="252" y="42"/>
                    <a:pt x="279" y="32"/>
                    <a:pt x="294" y="20"/>
                  </a:cubicBezTo>
                  <a:cubicBezTo>
                    <a:pt x="311" y="7"/>
                    <a:pt x="331" y="11"/>
                    <a:pt x="352" y="9"/>
                  </a:cubicBezTo>
                  <a:cubicBezTo>
                    <a:pt x="374" y="6"/>
                    <a:pt x="397" y="0"/>
                    <a:pt x="418" y="5"/>
                  </a:cubicBezTo>
                  <a:cubicBezTo>
                    <a:pt x="445" y="11"/>
                    <a:pt x="469" y="32"/>
                    <a:pt x="489" y="57"/>
                  </a:cubicBezTo>
                  <a:cubicBezTo>
                    <a:pt x="656" y="76"/>
                    <a:pt x="763" y="141"/>
                    <a:pt x="763" y="141"/>
                  </a:cubicBezTo>
                  <a:cubicBezTo>
                    <a:pt x="763" y="959"/>
                    <a:pt x="763" y="959"/>
                    <a:pt x="763" y="959"/>
                  </a:cubicBezTo>
                  <a:cubicBezTo>
                    <a:pt x="0" y="959"/>
                    <a:pt x="0" y="959"/>
                    <a:pt x="0" y="959"/>
                  </a:cubicBezTo>
                  <a:lnTo>
                    <a:pt x="0" y="141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1" name="Oval 904">
              <a:extLst>
                <a:ext uri="{FF2B5EF4-FFF2-40B4-BE49-F238E27FC236}">
                  <a16:creationId xmlns:a16="http://schemas.microsoft.com/office/drawing/2014/main" id="{1A7B2E8C-801D-4097-8FB1-75193B73D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89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62" name="Oval 905">
              <a:extLst>
                <a:ext uri="{FF2B5EF4-FFF2-40B4-BE49-F238E27FC236}">
                  <a16:creationId xmlns:a16="http://schemas.microsoft.com/office/drawing/2014/main" id="{EC575589-F07B-4456-9CD7-C50A62A1B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90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63" name="Freeform 906">
              <a:extLst>
                <a:ext uri="{FF2B5EF4-FFF2-40B4-BE49-F238E27FC236}">
                  <a16:creationId xmlns:a16="http://schemas.microsoft.com/office/drawing/2014/main" id="{D3C57C93-7FB7-478A-93EB-1B10B364C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627"/>
              <a:ext cx="38" cy="242"/>
            </a:xfrm>
            <a:custGeom>
              <a:avLst/>
              <a:gdLst>
                <a:gd name="T0" fmla="*/ 233 w 22"/>
                <a:gd name="T1" fmla="*/ 0 h 131"/>
                <a:gd name="T2" fmla="*/ 233 w 22"/>
                <a:gd name="T3" fmla="*/ 781 h 131"/>
                <a:gd name="T4" fmla="*/ 233 w 22"/>
                <a:gd name="T5" fmla="*/ 1419 h 131"/>
                <a:gd name="T6" fmla="*/ 311 w 22"/>
                <a:gd name="T7" fmla="*/ 2062 h 131"/>
                <a:gd name="T8" fmla="*/ 340 w 22"/>
                <a:gd name="T9" fmla="*/ 2819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1">
                  <a:moveTo>
                    <a:pt x="15" y="0"/>
                  </a:moveTo>
                  <a:cubicBezTo>
                    <a:pt x="0" y="21"/>
                    <a:pt x="14" y="35"/>
                    <a:pt x="15" y="36"/>
                  </a:cubicBezTo>
                  <a:cubicBezTo>
                    <a:pt x="18" y="45"/>
                    <a:pt x="14" y="54"/>
                    <a:pt x="15" y="66"/>
                  </a:cubicBezTo>
                  <a:cubicBezTo>
                    <a:pt x="16" y="76"/>
                    <a:pt x="19" y="86"/>
                    <a:pt x="20" y="96"/>
                  </a:cubicBezTo>
                  <a:cubicBezTo>
                    <a:pt x="22" y="107"/>
                    <a:pt x="21" y="121"/>
                    <a:pt x="22" y="13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4" name="Freeform 907">
              <a:extLst>
                <a:ext uri="{FF2B5EF4-FFF2-40B4-BE49-F238E27FC236}">
                  <a16:creationId xmlns:a16="http://schemas.microsoft.com/office/drawing/2014/main" id="{AE23542C-F94B-4FEC-8118-AD5922331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629"/>
              <a:ext cx="21" cy="207"/>
            </a:xfrm>
            <a:custGeom>
              <a:avLst/>
              <a:gdLst>
                <a:gd name="T0" fmla="*/ 135 w 12"/>
                <a:gd name="T1" fmla="*/ 0 h 112"/>
                <a:gd name="T2" fmla="*/ 21 w 12"/>
                <a:gd name="T3" fmla="*/ 194 h 112"/>
                <a:gd name="T4" fmla="*/ 0 w 12"/>
                <a:gd name="T5" fmla="*/ 455 h 112"/>
                <a:gd name="T6" fmla="*/ 49 w 12"/>
                <a:gd name="T7" fmla="*/ 713 h 112"/>
                <a:gd name="T8" fmla="*/ 65 w 12"/>
                <a:gd name="T9" fmla="*/ 967 h 112"/>
                <a:gd name="T10" fmla="*/ 86 w 12"/>
                <a:gd name="T11" fmla="*/ 1636 h 112"/>
                <a:gd name="T12" fmla="*/ 172 w 12"/>
                <a:gd name="T13" fmla="*/ 2368 h 112"/>
                <a:gd name="T14" fmla="*/ 172 w 12"/>
                <a:gd name="T15" fmla="*/ 2392 h 112"/>
                <a:gd name="T16" fmla="*/ 135 w 12"/>
                <a:gd name="T17" fmla="*/ 1654 h 112"/>
                <a:gd name="T18" fmla="*/ 114 w 12"/>
                <a:gd name="T19" fmla="*/ 1116 h 112"/>
                <a:gd name="T20" fmla="*/ 49 w 12"/>
                <a:gd name="T21" fmla="*/ 209 h 112"/>
                <a:gd name="T22" fmla="*/ 135 w 12"/>
                <a:gd name="T23" fmla="*/ 0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112">
                  <a:moveTo>
                    <a:pt x="8" y="0"/>
                  </a:moveTo>
                  <a:cubicBezTo>
                    <a:pt x="5" y="0"/>
                    <a:pt x="2" y="6"/>
                    <a:pt x="1" y="9"/>
                  </a:cubicBezTo>
                  <a:cubicBezTo>
                    <a:pt x="0" y="13"/>
                    <a:pt x="0" y="17"/>
                    <a:pt x="0" y="21"/>
                  </a:cubicBezTo>
                  <a:cubicBezTo>
                    <a:pt x="0" y="25"/>
                    <a:pt x="2" y="29"/>
                    <a:pt x="3" y="33"/>
                  </a:cubicBezTo>
                  <a:cubicBezTo>
                    <a:pt x="4" y="37"/>
                    <a:pt x="4" y="41"/>
                    <a:pt x="4" y="45"/>
                  </a:cubicBezTo>
                  <a:cubicBezTo>
                    <a:pt x="5" y="55"/>
                    <a:pt x="2" y="66"/>
                    <a:pt x="5" y="76"/>
                  </a:cubicBezTo>
                  <a:cubicBezTo>
                    <a:pt x="7" y="86"/>
                    <a:pt x="10" y="99"/>
                    <a:pt x="10" y="110"/>
                  </a:cubicBezTo>
                  <a:cubicBezTo>
                    <a:pt x="10" y="112"/>
                    <a:pt x="10" y="109"/>
                    <a:pt x="10" y="111"/>
                  </a:cubicBezTo>
                  <a:cubicBezTo>
                    <a:pt x="12" y="100"/>
                    <a:pt x="11" y="88"/>
                    <a:pt x="8" y="77"/>
                  </a:cubicBezTo>
                  <a:cubicBezTo>
                    <a:pt x="5" y="68"/>
                    <a:pt x="6" y="62"/>
                    <a:pt x="7" y="52"/>
                  </a:cubicBezTo>
                  <a:cubicBezTo>
                    <a:pt x="7" y="38"/>
                    <a:pt x="0" y="23"/>
                    <a:pt x="3" y="10"/>
                  </a:cubicBezTo>
                  <a:cubicBezTo>
                    <a:pt x="4" y="6"/>
                    <a:pt x="5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5" name="Freeform 908">
              <a:extLst>
                <a:ext uri="{FF2B5EF4-FFF2-40B4-BE49-F238E27FC236}">
                  <a16:creationId xmlns:a16="http://schemas.microsoft.com/office/drawing/2014/main" id="{58F8A727-8D04-4E69-8C3C-13D0708D7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638"/>
              <a:ext cx="22" cy="211"/>
            </a:xfrm>
            <a:custGeom>
              <a:avLst/>
              <a:gdLst>
                <a:gd name="T0" fmla="*/ 98 w 13"/>
                <a:gd name="T1" fmla="*/ 0 h 114"/>
                <a:gd name="T2" fmla="*/ 166 w 13"/>
                <a:gd name="T3" fmla="*/ 455 h 114"/>
                <a:gd name="T4" fmla="*/ 69 w 13"/>
                <a:gd name="T5" fmla="*/ 938 h 114"/>
                <a:gd name="T6" fmla="*/ 24 w 13"/>
                <a:gd name="T7" fmla="*/ 1558 h 114"/>
                <a:gd name="T8" fmla="*/ 117 w 13"/>
                <a:gd name="T9" fmla="*/ 2193 h 114"/>
                <a:gd name="T10" fmla="*/ 140 w 13"/>
                <a:gd name="T11" fmla="*/ 2480 h 114"/>
                <a:gd name="T12" fmla="*/ 98 w 13"/>
                <a:gd name="T13" fmla="*/ 2149 h 114"/>
                <a:gd name="T14" fmla="*/ 58 w 13"/>
                <a:gd name="T15" fmla="*/ 1916 h 114"/>
                <a:gd name="T16" fmla="*/ 0 w 13"/>
                <a:gd name="T17" fmla="*/ 1409 h 114"/>
                <a:gd name="T18" fmla="*/ 24 w 13"/>
                <a:gd name="T19" fmla="*/ 870 h 114"/>
                <a:gd name="T20" fmla="*/ 140 w 13"/>
                <a:gd name="T21" fmla="*/ 431 h 114"/>
                <a:gd name="T22" fmla="*/ 117 w 13"/>
                <a:gd name="T23" fmla="*/ 24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114">
                  <a:moveTo>
                    <a:pt x="7" y="0"/>
                  </a:moveTo>
                  <a:cubicBezTo>
                    <a:pt x="12" y="5"/>
                    <a:pt x="13" y="14"/>
                    <a:pt x="12" y="21"/>
                  </a:cubicBezTo>
                  <a:cubicBezTo>
                    <a:pt x="11" y="28"/>
                    <a:pt x="7" y="36"/>
                    <a:pt x="5" y="43"/>
                  </a:cubicBezTo>
                  <a:cubicBezTo>
                    <a:pt x="2" y="52"/>
                    <a:pt x="2" y="63"/>
                    <a:pt x="2" y="72"/>
                  </a:cubicBezTo>
                  <a:cubicBezTo>
                    <a:pt x="2" y="82"/>
                    <a:pt x="5" y="91"/>
                    <a:pt x="8" y="101"/>
                  </a:cubicBezTo>
                  <a:cubicBezTo>
                    <a:pt x="9" y="105"/>
                    <a:pt x="8" y="110"/>
                    <a:pt x="10" y="114"/>
                  </a:cubicBezTo>
                  <a:cubicBezTo>
                    <a:pt x="10" y="109"/>
                    <a:pt x="8" y="104"/>
                    <a:pt x="7" y="99"/>
                  </a:cubicBezTo>
                  <a:cubicBezTo>
                    <a:pt x="6" y="95"/>
                    <a:pt x="5" y="91"/>
                    <a:pt x="4" y="88"/>
                  </a:cubicBezTo>
                  <a:cubicBezTo>
                    <a:pt x="1" y="80"/>
                    <a:pt x="0" y="73"/>
                    <a:pt x="0" y="65"/>
                  </a:cubicBezTo>
                  <a:cubicBezTo>
                    <a:pt x="0" y="56"/>
                    <a:pt x="0" y="48"/>
                    <a:pt x="2" y="40"/>
                  </a:cubicBezTo>
                  <a:cubicBezTo>
                    <a:pt x="4" y="33"/>
                    <a:pt x="8" y="27"/>
                    <a:pt x="10" y="20"/>
                  </a:cubicBezTo>
                  <a:cubicBezTo>
                    <a:pt x="11" y="15"/>
                    <a:pt x="12" y="4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6" name="Oval 909">
              <a:extLst>
                <a:ext uri="{FF2B5EF4-FFF2-40B4-BE49-F238E27FC236}">
                  <a16:creationId xmlns:a16="http://schemas.microsoft.com/office/drawing/2014/main" id="{61590BE8-DFD7-4B1A-8447-84D6448E3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862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67" name="Oval 910">
              <a:extLst>
                <a:ext uri="{FF2B5EF4-FFF2-40B4-BE49-F238E27FC236}">
                  <a16:creationId xmlns:a16="http://schemas.microsoft.com/office/drawing/2014/main" id="{297C3564-08E0-4435-B775-2AB60B642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186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3569" name="Deep-cutaneous-ulcer-cross-section">
            <a:extLst>
              <a:ext uri="{FF2B5EF4-FFF2-40B4-BE49-F238E27FC236}">
                <a16:creationId xmlns:a16="http://schemas.microsoft.com/office/drawing/2014/main" id="{2C4C1211-E168-437B-A1EE-334F676F0057}"/>
              </a:ext>
            </a:extLst>
          </p:cNvPr>
          <p:cNvGrpSpPr>
            <a:grpSpLocks/>
          </p:cNvGrpSpPr>
          <p:nvPr/>
        </p:nvGrpSpPr>
        <p:grpSpPr bwMode="auto">
          <a:xfrm>
            <a:off x="7740650" y="1773238"/>
            <a:ext cx="2105025" cy="3446462"/>
            <a:chOff x="3916" y="1117"/>
            <a:chExt cx="1326" cy="2171"/>
          </a:xfrm>
        </p:grpSpPr>
        <p:grpSp>
          <p:nvGrpSpPr>
            <p:cNvPr id="23570" name="Group 912">
              <a:extLst>
                <a:ext uri="{FF2B5EF4-FFF2-40B4-BE49-F238E27FC236}">
                  <a16:creationId xmlns:a16="http://schemas.microsoft.com/office/drawing/2014/main" id="{3ACD3085-1893-48E8-A8D6-8D22888DF7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6" y="1117"/>
              <a:ext cx="1323" cy="2171"/>
              <a:chOff x="3916" y="1117"/>
              <a:chExt cx="1323" cy="2171"/>
            </a:xfrm>
          </p:grpSpPr>
          <p:sp>
            <p:nvSpPr>
              <p:cNvPr id="23896" name="Freeform 913">
                <a:extLst>
                  <a:ext uri="{FF2B5EF4-FFF2-40B4-BE49-F238E27FC236}">
                    <a16:creationId xmlns:a16="http://schemas.microsoft.com/office/drawing/2014/main" id="{1FC1DD7E-A2A7-45A7-B5E0-C44048A88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72"/>
                <a:ext cx="1323" cy="1498"/>
              </a:xfrm>
              <a:custGeom>
                <a:avLst/>
                <a:gdLst>
                  <a:gd name="T0" fmla="*/ 11897 w 764"/>
                  <a:gd name="T1" fmla="*/ 7311 h 811"/>
                  <a:gd name="T2" fmla="*/ 16 w 764"/>
                  <a:gd name="T3" fmla="*/ 9718 h 811"/>
                  <a:gd name="T4" fmla="*/ 0 w 764"/>
                  <a:gd name="T5" fmla="*/ 3851 h 811"/>
                  <a:gd name="T6" fmla="*/ 11881 w 764"/>
                  <a:gd name="T7" fmla="*/ 3851 h 811"/>
                  <a:gd name="T8" fmla="*/ 11897 w 764"/>
                  <a:gd name="T9" fmla="*/ 7311 h 8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4" h="811">
                    <a:moveTo>
                      <a:pt x="764" y="340"/>
                    </a:moveTo>
                    <a:cubicBezTo>
                      <a:pt x="418" y="811"/>
                      <a:pt x="1" y="452"/>
                      <a:pt x="1" y="45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4" y="340"/>
                    </a:lnTo>
                    <a:close/>
                  </a:path>
                </a:pathLst>
              </a:custGeom>
              <a:solidFill>
                <a:srgbClr val="D5A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7" name="Freeform 914">
                <a:extLst>
                  <a:ext uri="{FF2B5EF4-FFF2-40B4-BE49-F238E27FC236}">
                    <a16:creationId xmlns:a16="http://schemas.microsoft.com/office/drawing/2014/main" id="{581F4A93-3045-4D84-888E-6DEA57E3A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72"/>
                <a:ext cx="1323" cy="1053"/>
              </a:xfrm>
              <a:custGeom>
                <a:avLst/>
                <a:gdLst>
                  <a:gd name="T0" fmla="*/ 11897 w 764"/>
                  <a:gd name="T1" fmla="*/ 6556 h 570"/>
                  <a:gd name="T2" fmla="*/ 11897 w 764"/>
                  <a:gd name="T3" fmla="*/ 6556 h 570"/>
                  <a:gd name="T4" fmla="*/ 11881 w 764"/>
                  <a:gd name="T5" fmla="*/ 3854 h 570"/>
                  <a:gd name="T6" fmla="*/ 11746 w 764"/>
                  <a:gd name="T7" fmla="*/ 3915 h 570"/>
                  <a:gd name="T8" fmla="*/ 11284 w 764"/>
                  <a:gd name="T9" fmla="*/ 3480 h 570"/>
                  <a:gd name="T10" fmla="*/ 10880 w 764"/>
                  <a:gd name="T11" fmla="*/ 3532 h 570"/>
                  <a:gd name="T12" fmla="*/ 10702 w 764"/>
                  <a:gd name="T13" fmla="*/ 3177 h 570"/>
                  <a:gd name="T14" fmla="*/ 10468 w 764"/>
                  <a:gd name="T15" fmla="*/ 3310 h 570"/>
                  <a:gd name="T16" fmla="*/ 10135 w 764"/>
                  <a:gd name="T17" fmla="*/ 2969 h 570"/>
                  <a:gd name="T18" fmla="*/ 9730 w 764"/>
                  <a:gd name="T19" fmla="*/ 3013 h 570"/>
                  <a:gd name="T20" fmla="*/ 9341 w 764"/>
                  <a:gd name="T21" fmla="*/ 2710 h 570"/>
                  <a:gd name="T22" fmla="*/ 9327 w 764"/>
                  <a:gd name="T23" fmla="*/ 2693 h 570"/>
                  <a:gd name="T24" fmla="*/ 9316 w 764"/>
                  <a:gd name="T25" fmla="*/ 2693 h 570"/>
                  <a:gd name="T26" fmla="*/ 9254 w 764"/>
                  <a:gd name="T27" fmla="*/ 2666 h 570"/>
                  <a:gd name="T28" fmla="*/ 8835 w 764"/>
                  <a:gd name="T29" fmla="*/ 2583 h 570"/>
                  <a:gd name="T30" fmla="*/ 8729 w 764"/>
                  <a:gd name="T31" fmla="*/ 2389 h 570"/>
                  <a:gd name="T32" fmla="*/ 8409 w 764"/>
                  <a:gd name="T33" fmla="*/ 1934 h 570"/>
                  <a:gd name="T34" fmla="*/ 8127 w 764"/>
                  <a:gd name="T35" fmla="*/ 1550 h 570"/>
                  <a:gd name="T36" fmla="*/ 7742 w 764"/>
                  <a:gd name="T37" fmla="*/ 1014 h 570"/>
                  <a:gd name="T38" fmla="*/ 6897 w 764"/>
                  <a:gd name="T39" fmla="*/ 259 h 570"/>
                  <a:gd name="T40" fmla="*/ 6132 w 764"/>
                  <a:gd name="T41" fmla="*/ 150 h 570"/>
                  <a:gd name="T42" fmla="*/ 5557 w 764"/>
                  <a:gd name="T43" fmla="*/ 194 h 570"/>
                  <a:gd name="T44" fmla="*/ 4499 w 764"/>
                  <a:gd name="T45" fmla="*/ 757 h 570"/>
                  <a:gd name="T46" fmla="*/ 3832 w 764"/>
                  <a:gd name="T47" fmla="*/ 1570 h 570"/>
                  <a:gd name="T48" fmla="*/ 3455 w 764"/>
                  <a:gd name="T49" fmla="*/ 2062 h 570"/>
                  <a:gd name="T50" fmla="*/ 2959 w 764"/>
                  <a:gd name="T51" fmla="*/ 2625 h 570"/>
                  <a:gd name="T52" fmla="*/ 2681 w 764"/>
                  <a:gd name="T53" fmla="*/ 2843 h 570"/>
                  <a:gd name="T54" fmla="*/ 2507 w 764"/>
                  <a:gd name="T55" fmla="*/ 2843 h 570"/>
                  <a:gd name="T56" fmla="*/ 1759 w 764"/>
                  <a:gd name="T57" fmla="*/ 3052 h 570"/>
                  <a:gd name="T58" fmla="*/ 959 w 764"/>
                  <a:gd name="T59" fmla="*/ 3327 h 570"/>
                  <a:gd name="T60" fmla="*/ 419 w 764"/>
                  <a:gd name="T61" fmla="*/ 3833 h 570"/>
                  <a:gd name="T62" fmla="*/ 0 w 764"/>
                  <a:gd name="T63" fmla="*/ 3854 h 570"/>
                  <a:gd name="T64" fmla="*/ 16 w 764"/>
                  <a:gd name="T65" fmla="*/ 9098 h 570"/>
                  <a:gd name="T66" fmla="*/ 16 w 764"/>
                  <a:gd name="T67" fmla="*/ 9678 h 570"/>
                  <a:gd name="T68" fmla="*/ 16 w 764"/>
                  <a:gd name="T69" fmla="*/ 9678 h 570"/>
                  <a:gd name="T70" fmla="*/ 16 w 764"/>
                  <a:gd name="T71" fmla="*/ 9726 h 570"/>
                  <a:gd name="T72" fmla="*/ 206 w 764"/>
                  <a:gd name="T73" fmla="*/ 9771 h 570"/>
                  <a:gd name="T74" fmla="*/ 873 w 764"/>
                  <a:gd name="T75" fmla="*/ 9924 h 570"/>
                  <a:gd name="T76" fmla="*/ 1278 w 764"/>
                  <a:gd name="T77" fmla="*/ 10133 h 570"/>
                  <a:gd name="T78" fmla="*/ 1931 w 764"/>
                  <a:gd name="T79" fmla="*/ 10074 h 570"/>
                  <a:gd name="T80" fmla="*/ 2398 w 764"/>
                  <a:gd name="T81" fmla="*/ 10587 h 570"/>
                  <a:gd name="T82" fmla="*/ 3401 w 764"/>
                  <a:gd name="T83" fmla="*/ 10720 h 570"/>
                  <a:gd name="T84" fmla="*/ 3874 w 764"/>
                  <a:gd name="T85" fmla="*/ 11256 h 570"/>
                  <a:gd name="T86" fmla="*/ 4622 w 764"/>
                  <a:gd name="T87" fmla="*/ 11191 h 570"/>
                  <a:gd name="T88" fmla="*/ 4954 w 764"/>
                  <a:gd name="T89" fmla="*/ 11904 h 570"/>
                  <a:gd name="T90" fmla="*/ 5914 w 764"/>
                  <a:gd name="T91" fmla="*/ 11917 h 570"/>
                  <a:gd name="T92" fmla="*/ 6340 w 764"/>
                  <a:gd name="T93" fmla="*/ 11808 h 570"/>
                  <a:gd name="T94" fmla="*/ 6599 w 764"/>
                  <a:gd name="T95" fmla="*/ 11324 h 570"/>
                  <a:gd name="T96" fmla="*/ 7069 w 764"/>
                  <a:gd name="T97" fmla="*/ 11173 h 570"/>
                  <a:gd name="T98" fmla="*/ 7680 w 764"/>
                  <a:gd name="T99" fmla="*/ 10351 h 570"/>
                  <a:gd name="T100" fmla="*/ 8274 w 764"/>
                  <a:gd name="T101" fmla="*/ 10133 h 570"/>
                  <a:gd name="T102" fmla="*/ 8984 w 764"/>
                  <a:gd name="T103" fmla="*/ 9361 h 570"/>
                  <a:gd name="T104" fmla="*/ 9426 w 764"/>
                  <a:gd name="T105" fmla="*/ 9316 h 570"/>
                  <a:gd name="T106" fmla="*/ 9623 w 764"/>
                  <a:gd name="T107" fmla="*/ 8890 h 570"/>
                  <a:gd name="T108" fmla="*/ 10151 w 764"/>
                  <a:gd name="T109" fmla="*/ 8757 h 570"/>
                  <a:gd name="T110" fmla="*/ 10837 w 764"/>
                  <a:gd name="T111" fmla="*/ 8071 h 570"/>
                  <a:gd name="T112" fmla="*/ 11213 w 764"/>
                  <a:gd name="T113" fmla="*/ 7873 h 570"/>
                  <a:gd name="T114" fmla="*/ 11639 w 764"/>
                  <a:gd name="T115" fmla="*/ 7535 h 570"/>
                  <a:gd name="T116" fmla="*/ 11897 w 764"/>
                  <a:gd name="T117" fmla="*/ 7314 h 570"/>
                  <a:gd name="T118" fmla="*/ 11897 w 764"/>
                  <a:gd name="T119" fmla="*/ 6556 h 57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764" h="570">
                    <a:moveTo>
                      <a:pt x="764" y="305"/>
                    </a:moveTo>
                    <a:cubicBezTo>
                      <a:pt x="764" y="305"/>
                      <a:pt x="764" y="305"/>
                      <a:pt x="764" y="305"/>
                    </a:cubicBezTo>
                    <a:cubicBezTo>
                      <a:pt x="763" y="179"/>
                      <a:pt x="763" y="179"/>
                      <a:pt x="763" y="179"/>
                    </a:cubicBezTo>
                    <a:cubicBezTo>
                      <a:pt x="756" y="177"/>
                      <a:pt x="754" y="182"/>
                      <a:pt x="754" y="182"/>
                    </a:cubicBezTo>
                    <a:cubicBezTo>
                      <a:pt x="753" y="177"/>
                      <a:pt x="743" y="170"/>
                      <a:pt x="725" y="162"/>
                    </a:cubicBezTo>
                    <a:cubicBezTo>
                      <a:pt x="707" y="153"/>
                      <a:pt x="699" y="164"/>
                      <a:pt x="699" y="164"/>
                    </a:cubicBezTo>
                    <a:cubicBezTo>
                      <a:pt x="699" y="164"/>
                      <a:pt x="696" y="152"/>
                      <a:pt x="687" y="148"/>
                    </a:cubicBezTo>
                    <a:cubicBezTo>
                      <a:pt x="679" y="145"/>
                      <a:pt x="672" y="154"/>
                      <a:pt x="672" y="154"/>
                    </a:cubicBezTo>
                    <a:cubicBezTo>
                      <a:pt x="672" y="154"/>
                      <a:pt x="672" y="146"/>
                      <a:pt x="651" y="138"/>
                    </a:cubicBezTo>
                    <a:cubicBezTo>
                      <a:pt x="631" y="131"/>
                      <a:pt x="625" y="140"/>
                      <a:pt x="625" y="140"/>
                    </a:cubicBezTo>
                    <a:cubicBezTo>
                      <a:pt x="625" y="140"/>
                      <a:pt x="625" y="134"/>
                      <a:pt x="600" y="126"/>
                    </a:cubicBezTo>
                    <a:cubicBezTo>
                      <a:pt x="599" y="125"/>
                      <a:pt x="599" y="125"/>
                      <a:pt x="599" y="125"/>
                    </a:cubicBezTo>
                    <a:cubicBezTo>
                      <a:pt x="599" y="125"/>
                      <a:pt x="598" y="125"/>
                      <a:pt x="598" y="125"/>
                    </a:cubicBezTo>
                    <a:cubicBezTo>
                      <a:pt x="596" y="124"/>
                      <a:pt x="595" y="124"/>
                      <a:pt x="594" y="124"/>
                    </a:cubicBezTo>
                    <a:cubicBezTo>
                      <a:pt x="584" y="120"/>
                      <a:pt x="575" y="120"/>
                      <a:pt x="567" y="120"/>
                    </a:cubicBezTo>
                    <a:cubicBezTo>
                      <a:pt x="565" y="118"/>
                      <a:pt x="563" y="115"/>
                      <a:pt x="561" y="111"/>
                    </a:cubicBezTo>
                    <a:cubicBezTo>
                      <a:pt x="558" y="99"/>
                      <a:pt x="548" y="94"/>
                      <a:pt x="540" y="90"/>
                    </a:cubicBezTo>
                    <a:cubicBezTo>
                      <a:pt x="532" y="87"/>
                      <a:pt x="536" y="75"/>
                      <a:pt x="522" y="72"/>
                    </a:cubicBezTo>
                    <a:cubicBezTo>
                      <a:pt x="514" y="64"/>
                      <a:pt x="506" y="55"/>
                      <a:pt x="497" y="47"/>
                    </a:cubicBezTo>
                    <a:cubicBezTo>
                      <a:pt x="497" y="32"/>
                      <a:pt x="462" y="4"/>
                      <a:pt x="443" y="12"/>
                    </a:cubicBezTo>
                    <a:cubicBezTo>
                      <a:pt x="430" y="8"/>
                      <a:pt x="412" y="7"/>
                      <a:pt x="394" y="7"/>
                    </a:cubicBezTo>
                    <a:cubicBezTo>
                      <a:pt x="380" y="7"/>
                      <a:pt x="366" y="13"/>
                      <a:pt x="357" y="9"/>
                    </a:cubicBezTo>
                    <a:cubicBezTo>
                      <a:pt x="341" y="0"/>
                      <a:pt x="281" y="27"/>
                      <a:pt x="289" y="35"/>
                    </a:cubicBezTo>
                    <a:cubicBezTo>
                      <a:pt x="255" y="44"/>
                      <a:pt x="262" y="58"/>
                      <a:pt x="246" y="73"/>
                    </a:cubicBezTo>
                    <a:cubicBezTo>
                      <a:pt x="238" y="81"/>
                      <a:pt x="230" y="89"/>
                      <a:pt x="222" y="96"/>
                    </a:cubicBezTo>
                    <a:cubicBezTo>
                      <a:pt x="196" y="99"/>
                      <a:pt x="200" y="116"/>
                      <a:pt x="190" y="122"/>
                    </a:cubicBezTo>
                    <a:cubicBezTo>
                      <a:pt x="183" y="127"/>
                      <a:pt x="178" y="130"/>
                      <a:pt x="172" y="132"/>
                    </a:cubicBezTo>
                    <a:cubicBezTo>
                      <a:pt x="168" y="133"/>
                      <a:pt x="165" y="133"/>
                      <a:pt x="161" y="132"/>
                    </a:cubicBezTo>
                    <a:cubicBezTo>
                      <a:pt x="145" y="128"/>
                      <a:pt x="127" y="136"/>
                      <a:pt x="113" y="142"/>
                    </a:cubicBezTo>
                    <a:cubicBezTo>
                      <a:pt x="99" y="147"/>
                      <a:pt x="96" y="145"/>
                      <a:pt x="62" y="155"/>
                    </a:cubicBezTo>
                    <a:cubicBezTo>
                      <a:pt x="28" y="166"/>
                      <a:pt x="27" y="178"/>
                      <a:pt x="27" y="178"/>
                    </a:cubicBezTo>
                    <a:cubicBezTo>
                      <a:pt x="23" y="168"/>
                      <a:pt x="0" y="179"/>
                      <a:pt x="0" y="179"/>
                    </a:cubicBezTo>
                    <a:cubicBezTo>
                      <a:pt x="1" y="423"/>
                      <a:pt x="1" y="423"/>
                      <a:pt x="1" y="423"/>
                    </a:cubicBezTo>
                    <a:cubicBezTo>
                      <a:pt x="1" y="450"/>
                      <a:pt x="1" y="450"/>
                      <a:pt x="1" y="450"/>
                    </a:cubicBezTo>
                    <a:cubicBezTo>
                      <a:pt x="1" y="450"/>
                      <a:pt x="1" y="450"/>
                      <a:pt x="1" y="450"/>
                    </a:cubicBezTo>
                    <a:cubicBezTo>
                      <a:pt x="1" y="452"/>
                      <a:pt x="1" y="452"/>
                      <a:pt x="1" y="452"/>
                    </a:cubicBezTo>
                    <a:cubicBezTo>
                      <a:pt x="1" y="452"/>
                      <a:pt x="6" y="453"/>
                      <a:pt x="13" y="454"/>
                    </a:cubicBezTo>
                    <a:cubicBezTo>
                      <a:pt x="28" y="459"/>
                      <a:pt x="52" y="465"/>
                      <a:pt x="56" y="461"/>
                    </a:cubicBezTo>
                    <a:cubicBezTo>
                      <a:pt x="56" y="461"/>
                      <a:pt x="62" y="468"/>
                      <a:pt x="82" y="471"/>
                    </a:cubicBezTo>
                    <a:cubicBezTo>
                      <a:pt x="102" y="475"/>
                      <a:pt x="124" y="468"/>
                      <a:pt x="124" y="468"/>
                    </a:cubicBezTo>
                    <a:cubicBezTo>
                      <a:pt x="124" y="468"/>
                      <a:pt x="113" y="478"/>
                      <a:pt x="154" y="492"/>
                    </a:cubicBezTo>
                    <a:cubicBezTo>
                      <a:pt x="196" y="505"/>
                      <a:pt x="199" y="496"/>
                      <a:pt x="218" y="498"/>
                    </a:cubicBezTo>
                    <a:cubicBezTo>
                      <a:pt x="218" y="498"/>
                      <a:pt x="209" y="510"/>
                      <a:pt x="249" y="523"/>
                    </a:cubicBezTo>
                    <a:cubicBezTo>
                      <a:pt x="287" y="534"/>
                      <a:pt x="297" y="521"/>
                      <a:pt x="297" y="520"/>
                    </a:cubicBezTo>
                    <a:cubicBezTo>
                      <a:pt x="296" y="522"/>
                      <a:pt x="283" y="545"/>
                      <a:pt x="318" y="553"/>
                    </a:cubicBezTo>
                    <a:cubicBezTo>
                      <a:pt x="354" y="562"/>
                      <a:pt x="363" y="570"/>
                      <a:pt x="380" y="554"/>
                    </a:cubicBezTo>
                    <a:cubicBezTo>
                      <a:pt x="380" y="554"/>
                      <a:pt x="390" y="559"/>
                      <a:pt x="407" y="549"/>
                    </a:cubicBezTo>
                    <a:cubicBezTo>
                      <a:pt x="424" y="540"/>
                      <a:pt x="424" y="526"/>
                      <a:pt x="424" y="526"/>
                    </a:cubicBezTo>
                    <a:cubicBezTo>
                      <a:pt x="424" y="526"/>
                      <a:pt x="436" y="534"/>
                      <a:pt x="454" y="519"/>
                    </a:cubicBezTo>
                    <a:cubicBezTo>
                      <a:pt x="471" y="505"/>
                      <a:pt x="480" y="489"/>
                      <a:pt x="493" y="481"/>
                    </a:cubicBezTo>
                    <a:cubicBezTo>
                      <a:pt x="493" y="481"/>
                      <a:pt x="505" y="485"/>
                      <a:pt x="531" y="471"/>
                    </a:cubicBezTo>
                    <a:cubicBezTo>
                      <a:pt x="558" y="457"/>
                      <a:pt x="577" y="435"/>
                      <a:pt x="577" y="435"/>
                    </a:cubicBezTo>
                    <a:cubicBezTo>
                      <a:pt x="577" y="435"/>
                      <a:pt x="586" y="444"/>
                      <a:pt x="605" y="433"/>
                    </a:cubicBezTo>
                    <a:cubicBezTo>
                      <a:pt x="624" y="423"/>
                      <a:pt x="618" y="413"/>
                      <a:pt x="618" y="413"/>
                    </a:cubicBezTo>
                    <a:cubicBezTo>
                      <a:pt x="618" y="413"/>
                      <a:pt x="626" y="421"/>
                      <a:pt x="652" y="407"/>
                    </a:cubicBezTo>
                    <a:cubicBezTo>
                      <a:pt x="678" y="394"/>
                      <a:pt x="696" y="380"/>
                      <a:pt x="696" y="375"/>
                    </a:cubicBezTo>
                    <a:cubicBezTo>
                      <a:pt x="696" y="375"/>
                      <a:pt x="704" y="375"/>
                      <a:pt x="720" y="366"/>
                    </a:cubicBezTo>
                    <a:cubicBezTo>
                      <a:pt x="728" y="361"/>
                      <a:pt x="739" y="355"/>
                      <a:pt x="747" y="350"/>
                    </a:cubicBezTo>
                    <a:cubicBezTo>
                      <a:pt x="752" y="348"/>
                      <a:pt x="758" y="345"/>
                      <a:pt x="764" y="340"/>
                    </a:cubicBezTo>
                    <a:lnTo>
                      <a:pt x="764" y="305"/>
                    </a:ln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8" name="Freeform 915">
                <a:extLst>
                  <a:ext uri="{FF2B5EF4-FFF2-40B4-BE49-F238E27FC236}">
                    <a16:creationId xmlns:a16="http://schemas.microsoft.com/office/drawing/2014/main" id="{28BDAB3D-246C-4828-B450-C9EC1E198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88"/>
                <a:ext cx="182" cy="689"/>
              </a:xfrm>
              <a:custGeom>
                <a:avLst/>
                <a:gdLst>
                  <a:gd name="T0" fmla="*/ 688 w 105"/>
                  <a:gd name="T1" fmla="*/ 8022 h 373"/>
                  <a:gd name="T2" fmla="*/ 896 w 105"/>
                  <a:gd name="T3" fmla="*/ 7821 h 373"/>
                  <a:gd name="T4" fmla="*/ 1220 w 105"/>
                  <a:gd name="T5" fmla="*/ 7544 h 373"/>
                  <a:gd name="T6" fmla="*/ 1536 w 105"/>
                  <a:gd name="T7" fmla="*/ 6859 h 373"/>
                  <a:gd name="T8" fmla="*/ 1598 w 105"/>
                  <a:gd name="T9" fmla="*/ 6391 h 373"/>
                  <a:gd name="T10" fmla="*/ 1562 w 105"/>
                  <a:gd name="T11" fmla="*/ 6347 h 373"/>
                  <a:gd name="T12" fmla="*/ 1380 w 105"/>
                  <a:gd name="T13" fmla="*/ 4902 h 373"/>
                  <a:gd name="T14" fmla="*/ 1045 w 105"/>
                  <a:gd name="T15" fmla="*/ 4411 h 373"/>
                  <a:gd name="T16" fmla="*/ 1031 w 105"/>
                  <a:gd name="T17" fmla="*/ 4003 h 373"/>
                  <a:gd name="T18" fmla="*/ 922 w 105"/>
                  <a:gd name="T19" fmla="*/ 3737 h 373"/>
                  <a:gd name="T20" fmla="*/ 959 w 105"/>
                  <a:gd name="T21" fmla="*/ 2736 h 373"/>
                  <a:gd name="T22" fmla="*/ 1406 w 105"/>
                  <a:gd name="T23" fmla="*/ 1978 h 373"/>
                  <a:gd name="T24" fmla="*/ 1553 w 105"/>
                  <a:gd name="T25" fmla="*/ 194 h 373"/>
                  <a:gd name="T26" fmla="*/ 1499 w 105"/>
                  <a:gd name="T27" fmla="*/ 177 h 373"/>
                  <a:gd name="T28" fmla="*/ 938 w 105"/>
                  <a:gd name="T29" fmla="*/ 0 h 373"/>
                  <a:gd name="T30" fmla="*/ 964 w 105"/>
                  <a:gd name="T31" fmla="*/ 68 h 373"/>
                  <a:gd name="T32" fmla="*/ 1000 w 105"/>
                  <a:gd name="T33" fmla="*/ 68 h 373"/>
                  <a:gd name="T34" fmla="*/ 1172 w 105"/>
                  <a:gd name="T35" fmla="*/ 922 h 373"/>
                  <a:gd name="T36" fmla="*/ 1130 w 105"/>
                  <a:gd name="T37" fmla="*/ 2023 h 373"/>
                  <a:gd name="T38" fmla="*/ 1130 w 105"/>
                  <a:gd name="T39" fmla="*/ 2187 h 373"/>
                  <a:gd name="T40" fmla="*/ 896 w 105"/>
                  <a:gd name="T41" fmla="*/ 2610 h 373"/>
                  <a:gd name="T42" fmla="*/ 704 w 105"/>
                  <a:gd name="T43" fmla="*/ 3074 h 373"/>
                  <a:gd name="T44" fmla="*/ 660 w 105"/>
                  <a:gd name="T45" fmla="*/ 3737 h 373"/>
                  <a:gd name="T46" fmla="*/ 860 w 105"/>
                  <a:gd name="T47" fmla="*/ 4234 h 373"/>
                  <a:gd name="T48" fmla="*/ 766 w 105"/>
                  <a:gd name="T49" fmla="*/ 4853 h 373"/>
                  <a:gd name="T50" fmla="*/ 959 w 105"/>
                  <a:gd name="T51" fmla="*/ 5377 h 373"/>
                  <a:gd name="T52" fmla="*/ 896 w 105"/>
                  <a:gd name="T53" fmla="*/ 5981 h 373"/>
                  <a:gd name="T54" fmla="*/ 811 w 105"/>
                  <a:gd name="T55" fmla="*/ 6517 h 373"/>
                  <a:gd name="T56" fmla="*/ 517 w 105"/>
                  <a:gd name="T57" fmla="*/ 7531 h 373"/>
                  <a:gd name="T58" fmla="*/ 185 w 105"/>
                  <a:gd name="T59" fmla="*/ 7766 h 373"/>
                  <a:gd name="T60" fmla="*/ 0 w 105"/>
                  <a:gd name="T61" fmla="*/ 7821 h 37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5" h="373">
                    <a:moveTo>
                      <a:pt x="44" y="373"/>
                    </a:moveTo>
                    <a:cubicBezTo>
                      <a:pt x="49" y="370"/>
                      <a:pt x="53" y="367"/>
                      <a:pt x="57" y="364"/>
                    </a:cubicBezTo>
                    <a:cubicBezTo>
                      <a:pt x="63" y="360"/>
                      <a:pt x="72" y="356"/>
                      <a:pt x="78" y="351"/>
                    </a:cubicBezTo>
                    <a:cubicBezTo>
                      <a:pt x="86" y="342"/>
                      <a:pt x="91" y="329"/>
                      <a:pt x="98" y="319"/>
                    </a:cubicBezTo>
                    <a:cubicBezTo>
                      <a:pt x="103" y="312"/>
                      <a:pt x="105" y="306"/>
                      <a:pt x="102" y="297"/>
                    </a:cubicBezTo>
                    <a:cubicBezTo>
                      <a:pt x="101" y="296"/>
                      <a:pt x="101" y="296"/>
                      <a:pt x="100" y="295"/>
                    </a:cubicBezTo>
                    <a:cubicBezTo>
                      <a:pt x="69" y="288"/>
                      <a:pt x="85" y="246"/>
                      <a:pt x="88" y="228"/>
                    </a:cubicBezTo>
                    <a:cubicBezTo>
                      <a:pt x="79" y="220"/>
                      <a:pt x="68" y="220"/>
                      <a:pt x="67" y="205"/>
                    </a:cubicBezTo>
                    <a:cubicBezTo>
                      <a:pt x="66" y="199"/>
                      <a:pt x="67" y="191"/>
                      <a:pt x="66" y="186"/>
                    </a:cubicBezTo>
                    <a:cubicBezTo>
                      <a:pt x="64" y="181"/>
                      <a:pt x="63" y="179"/>
                      <a:pt x="59" y="174"/>
                    </a:cubicBezTo>
                    <a:cubicBezTo>
                      <a:pt x="47" y="159"/>
                      <a:pt x="51" y="141"/>
                      <a:pt x="61" y="127"/>
                    </a:cubicBezTo>
                    <a:cubicBezTo>
                      <a:pt x="70" y="113"/>
                      <a:pt x="83" y="106"/>
                      <a:pt x="90" y="92"/>
                    </a:cubicBezTo>
                    <a:cubicBezTo>
                      <a:pt x="104" y="66"/>
                      <a:pt x="78" y="28"/>
                      <a:pt x="99" y="9"/>
                    </a:cubicBezTo>
                    <a:cubicBezTo>
                      <a:pt x="97" y="8"/>
                      <a:pt x="96" y="8"/>
                      <a:pt x="96" y="8"/>
                    </a:cubicBezTo>
                    <a:cubicBezTo>
                      <a:pt x="84" y="5"/>
                      <a:pt x="72" y="2"/>
                      <a:pt x="60" y="0"/>
                    </a:cubicBezTo>
                    <a:cubicBezTo>
                      <a:pt x="60" y="1"/>
                      <a:pt x="61" y="2"/>
                      <a:pt x="62" y="3"/>
                    </a:cubicBezTo>
                    <a:cubicBezTo>
                      <a:pt x="63" y="3"/>
                      <a:pt x="64" y="3"/>
                      <a:pt x="64" y="3"/>
                    </a:cubicBezTo>
                    <a:cubicBezTo>
                      <a:pt x="58" y="19"/>
                      <a:pt x="63" y="29"/>
                      <a:pt x="75" y="43"/>
                    </a:cubicBezTo>
                    <a:cubicBezTo>
                      <a:pt x="88" y="58"/>
                      <a:pt x="85" y="79"/>
                      <a:pt x="72" y="94"/>
                    </a:cubicBezTo>
                    <a:cubicBezTo>
                      <a:pt x="76" y="97"/>
                      <a:pt x="73" y="98"/>
                      <a:pt x="72" y="102"/>
                    </a:cubicBezTo>
                    <a:cubicBezTo>
                      <a:pt x="69" y="112"/>
                      <a:pt x="64" y="114"/>
                      <a:pt x="57" y="121"/>
                    </a:cubicBezTo>
                    <a:cubicBezTo>
                      <a:pt x="50" y="128"/>
                      <a:pt x="47" y="133"/>
                      <a:pt x="45" y="143"/>
                    </a:cubicBezTo>
                    <a:cubicBezTo>
                      <a:pt x="43" y="152"/>
                      <a:pt x="39" y="164"/>
                      <a:pt x="42" y="174"/>
                    </a:cubicBezTo>
                    <a:cubicBezTo>
                      <a:pt x="44" y="182"/>
                      <a:pt x="53" y="187"/>
                      <a:pt x="55" y="197"/>
                    </a:cubicBezTo>
                    <a:cubicBezTo>
                      <a:pt x="56" y="206"/>
                      <a:pt x="49" y="216"/>
                      <a:pt x="49" y="226"/>
                    </a:cubicBezTo>
                    <a:cubicBezTo>
                      <a:pt x="49" y="239"/>
                      <a:pt x="58" y="240"/>
                      <a:pt x="61" y="250"/>
                    </a:cubicBezTo>
                    <a:cubicBezTo>
                      <a:pt x="64" y="259"/>
                      <a:pt x="58" y="269"/>
                      <a:pt x="57" y="278"/>
                    </a:cubicBezTo>
                    <a:cubicBezTo>
                      <a:pt x="56" y="287"/>
                      <a:pt x="56" y="295"/>
                      <a:pt x="52" y="303"/>
                    </a:cubicBezTo>
                    <a:cubicBezTo>
                      <a:pt x="76" y="312"/>
                      <a:pt x="44" y="343"/>
                      <a:pt x="33" y="350"/>
                    </a:cubicBezTo>
                    <a:cubicBezTo>
                      <a:pt x="28" y="353"/>
                      <a:pt x="19" y="357"/>
                      <a:pt x="12" y="361"/>
                    </a:cubicBezTo>
                    <a:cubicBezTo>
                      <a:pt x="7" y="362"/>
                      <a:pt x="3" y="364"/>
                      <a:pt x="0" y="364"/>
                    </a:cubicBezTo>
                  </a:path>
                </a:pathLst>
              </a:custGeom>
              <a:solidFill>
                <a:srgbClr val="F7C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9" name="Freeform 916">
                <a:extLst>
                  <a:ext uri="{FF2B5EF4-FFF2-40B4-BE49-F238E27FC236}">
                    <a16:creationId xmlns:a16="http://schemas.microsoft.com/office/drawing/2014/main" id="{E544EBB2-4AD2-4A5F-AF37-8E98E2EA4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888"/>
                <a:ext cx="190" cy="672"/>
              </a:xfrm>
              <a:custGeom>
                <a:avLst/>
                <a:gdLst>
                  <a:gd name="T0" fmla="*/ 871 w 110"/>
                  <a:gd name="T1" fmla="*/ 7809 h 364"/>
                  <a:gd name="T2" fmla="*/ 1185 w 110"/>
                  <a:gd name="T3" fmla="*/ 7525 h 364"/>
                  <a:gd name="T4" fmla="*/ 1494 w 110"/>
                  <a:gd name="T5" fmla="*/ 6840 h 364"/>
                  <a:gd name="T6" fmla="*/ 1567 w 110"/>
                  <a:gd name="T7" fmla="*/ 6367 h 364"/>
                  <a:gd name="T8" fmla="*/ 1539 w 110"/>
                  <a:gd name="T9" fmla="*/ 6329 h 364"/>
                  <a:gd name="T10" fmla="*/ 1275 w 110"/>
                  <a:gd name="T11" fmla="*/ 5369 h 364"/>
                  <a:gd name="T12" fmla="*/ 1029 w 110"/>
                  <a:gd name="T13" fmla="*/ 4394 h 364"/>
                  <a:gd name="T14" fmla="*/ 993 w 110"/>
                  <a:gd name="T15" fmla="*/ 3984 h 364"/>
                  <a:gd name="T16" fmla="*/ 891 w 110"/>
                  <a:gd name="T17" fmla="*/ 3733 h 364"/>
                  <a:gd name="T18" fmla="*/ 993 w 110"/>
                  <a:gd name="T19" fmla="*/ 2760 h 364"/>
                  <a:gd name="T20" fmla="*/ 1480 w 110"/>
                  <a:gd name="T21" fmla="*/ 1905 h 364"/>
                  <a:gd name="T22" fmla="*/ 1551 w 110"/>
                  <a:gd name="T23" fmla="*/ 126 h 364"/>
                  <a:gd name="T24" fmla="*/ 1480 w 110"/>
                  <a:gd name="T25" fmla="*/ 126 h 364"/>
                  <a:gd name="T26" fmla="*/ 907 w 110"/>
                  <a:gd name="T27" fmla="*/ 0 h 364"/>
                  <a:gd name="T28" fmla="*/ 955 w 110"/>
                  <a:gd name="T29" fmla="*/ 68 h 364"/>
                  <a:gd name="T30" fmla="*/ 990 w 110"/>
                  <a:gd name="T31" fmla="*/ 68 h 364"/>
                  <a:gd name="T32" fmla="*/ 1161 w 110"/>
                  <a:gd name="T33" fmla="*/ 919 h 364"/>
                  <a:gd name="T34" fmla="*/ 1104 w 110"/>
                  <a:gd name="T35" fmla="*/ 2022 h 364"/>
                  <a:gd name="T36" fmla="*/ 1104 w 110"/>
                  <a:gd name="T37" fmla="*/ 2184 h 364"/>
                  <a:gd name="T38" fmla="*/ 871 w 110"/>
                  <a:gd name="T39" fmla="*/ 2594 h 364"/>
                  <a:gd name="T40" fmla="*/ 694 w 110"/>
                  <a:gd name="T41" fmla="*/ 3065 h 364"/>
                  <a:gd name="T42" fmla="*/ 632 w 110"/>
                  <a:gd name="T43" fmla="*/ 3733 h 364"/>
                  <a:gd name="T44" fmla="*/ 829 w 110"/>
                  <a:gd name="T45" fmla="*/ 4230 h 364"/>
                  <a:gd name="T46" fmla="*/ 758 w 110"/>
                  <a:gd name="T47" fmla="*/ 4846 h 364"/>
                  <a:gd name="T48" fmla="*/ 934 w 110"/>
                  <a:gd name="T49" fmla="*/ 5369 h 364"/>
                  <a:gd name="T50" fmla="*/ 871 w 110"/>
                  <a:gd name="T51" fmla="*/ 5958 h 364"/>
                  <a:gd name="T52" fmla="*/ 800 w 110"/>
                  <a:gd name="T53" fmla="*/ 6493 h 364"/>
                  <a:gd name="T54" fmla="*/ 504 w 110"/>
                  <a:gd name="T55" fmla="*/ 7505 h 364"/>
                  <a:gd name="T56" fmla="*/ 169 w 110"/>
                  <a:gd name="T57" fmla="*/ 7741 h 364"/>
                  <a:gd name="T58" fmla="*/ 0 w 110"/>
                  <a:gd name="T59" fmla="*/ 7809 h 36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364">
                    <a:moveTo>
                      <a:pt x="57" y="364"/>
                    </a:moveTo>
                    <a:cubicBezTo>
                      <a:pt x="63" y="360"/>
                      <a:pt x="72" y="356"/>
                      <a:pt x="77" y="351"/>
                    </a:cubicBezTo>
                    <a:cubicBezTo>
                      <a:pt x="85" y="342"/>
                      <a:pt x="91" y="329"/>
                      <a:pt x="97" y="319"/>
                    </a:cubicBezTo>
                    <a:cubicBezTo>
                      <a:pt x="102" y="312"/>
                      <a:pt x="105" y="306"/>
                      <a:pt x="102" y="297"/>
                    </a:cubicBezTo>
                    <a:cubicBezTo>
                      <a:pt x="100" y="296"/>
                      <a:pt x="101" y="296"/>
                      <a:pt x="100" y="295"/>
                    </a:cubicBezTo>
                    <a:cubicBezTo>
                      <a:pt x="69" y="288"/>
                      <a:pt x="79" y="269"/>
                      <a:pt x="83" y="250"/>
                    </a:cubicBezTo>
                    <a:cubicBezTo>
                      <a:pt x="73" y="242"/>
                      <a:pt x="68" y="220"/>
                      <a:pt x="67" y="205"/>
                    </a:cubicBezTo>
                    <a:cubicBezTo>
                      <a:pt x="66" y="199"/>
                      <a:pt x="67" y="191"/>
                      <a:pt x="65" y="186"/>
                    </a:cubicBezTo>
                    <a:cubicBezTo>
                      <a:pt x="64" y="181"/>
                      <a:pt x="63" y="179"/>
                      <a:pt x="58" y="174"/>
                    </a:cubicBezTo>
                    <a:cubicBezTo>
                      <a:pt x="47" y="159"/>
                      <a:pt x="55" y="143"/>
                      <a:pt x="65" y="129"/>
                    </a:cubicBezTo>
                    <a:cubicBezTo>
                      <a:pt x="75" y="115"/>
                      <a:pt x="89" y="103"/>
                      <a:pt x="96" y="89"/>
                    </a:cubicBezTo>
                    <a:cubicBezTo>
                      <a:pt x="110" y="63"/>
                      <a:pt x="79" y="26"/>
                      <a:pt x="101" y="6"/>
                    </a:cubicBezTo>
                    <a:cubicBezTo>
                      <a:pt x="98" y="6"/>
                      <a:pt x="96" y="6"/>
                      <a:pt x="96" y="6"/>
                    </a:cubicBezTo>
                    <a:cubicBezTo>
                      <a:pt x="84" y="3"/>
                      <a:pt x="72" y="1"/>
                      <a:pt x="59" y="0"/>
                    </a:cubicBezTo>
                    <a:cubicBezTo>
                      <a:pt x="60" y="1"/>
                      <a:pt x="61" y="2"/>
                      <a:pt x="62" y="3"/>
                    </a:cubicBezTo>
                    <a:cubicBezTo>
                      <a:pt x="63" y="3"/>
                      <a:pt x="63" y="3"/>
                      <a:pt x="64" y="3"/>
                    </a:cubicBezTo>
                    <a:cubicBezTo>
                      <a:pt x="57" y="19"/>
                      <a:pt x="63" y="29"/>
                      <a:pt x="75" y="43"/>
                    </a:cubicBezTo>
                    <a:cubicBezTo>
                      <a:pt x="88" y="58"/>
                      <a:pt x="85" y="79"/>
                      <a:pt x="72" y="94"/>
                    </a:cubicBezTo>
                    <a:cubicBezTo>
                      <a:pt x="76" y="97"/>
                      <a:pt x="73" y="98"/>
                      <a:pt x="72" y="102"/>
                    </a:cubicBezTo>
                    <a:cubicBezTo>
                      <a:pt x="69" y="112"/>
                      <a:pt x="64" y="114"/>
                      <a:pt x="57" y="121"/>
                    </a:cubicBezTo>
                    <a:cubicBezTo>
                      <a:pt x="49" y="128"/>
                      <a:pt x="47" y="133"/>
                      <a:pt x="45" y="143"/>
                    </a:cubicBezTo>
                    <a:cubicBezTo>
                      <a:pt x="43" y="152"/>
                      <a:pt x="39" y="164"/>
                      <a:pt x="41" y="174"/>
                    </a:cubicBezTo>
                    <a:cubicBezTo>
                      <a:pt x="44" y="182"/>
                      <a:pt x="53" y="187"/>
                      <a:pt x="54" y="197"/>
                    </a:cubicBezTo>
                    <a:cubicBezTo>
                      <a:pt x="56" y="206"/>
                      <a:pt x="49" y="216"/>
                      <a:pt x="49" y="226"/>
                    </a:cubicBezTo>
                    <a:cubicBezTo>
                      <a:pt x="48" y="239"/>
                      <a:pt x="58" y="240"/>
                      <a:pt x="61" y="250"/>
                    </a:cubicBezTo>
                    <a:cubicBezTo>
                      <a:pt x="64" y="259"/>
                      <a:pt x="57" y="269"/>
                      <a:pt x="57" y="278"/>
                    </a:cubicBezTo>
                    <a:cubicBezTo>
                      <a:pt x="56" y="287"/>
                      <a:pt x="56" y="295"/>
                      <a:pt x="52" y="303"/>
                    </a:cubicBezTo>
                    <a:cubicBezTo>
                      <a:pt x="76" y="312"/>
                      <a:pt x="44" y="343"/>
                      <a:pt x="33" y="350"/>
                    </a:cubicBezTo>
                    <a:cubicBezTo>
                      <a:pt x="27" y="353"/>
                      <a:pt x="19" y="357"/>
                      <a:pt x="11" y="361"/>
                    </a:cubicBezTo>
                    <a:cubicBezTo>
                      <a:pt x="7" y="362"/>
                      <a:pt x="3" y="364"/>
                      <a:pt x="0" y="364"/>
                    </a:cubicBezTo>
                  </a:path>
                </a:pathLst>
              </a:custGeom>
              <a:solidFill>
                <a:srgbClr val="F7B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0" name="Freeform 917">
                <a:extLst>
                  <a:ext uri="{FF2B5EF4-FFF2-40B4-BE49-F238E27FC236}">
                    <a16:creationId xmlns:a16="http://schemas.microsoft.com/office/drawing/2014/main" id="{70408B79-CB91-470D-BE05-27D512033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882"/>
                <a:ext cx="176" cy="684"/>
              </a:xfrm>
              <a:custGeom>
                <a:avLst/>
                <a:gdLst>
                  <a:gd name="T0" fmla="*/ 673 w 102"/>
                  <a:gd name="T1" fmla="*/ 7986 h 370"/>
                  <a:gd name="T2" fmla="*/ 992 w 102"/>
                  <a:gd name="T3" fmla="*/ 7707 h 370"/>
                  <a:gd name="T4" fmla="*/ 1304 w 102"/>
                  <a:gd name="T5" fmla="*/ 7019 h 370"/>
                  <a:gd name="T6" fmla="*/ 1372 w 102"/>
                  <a:gd name="T7" fmla="*/ 6537 h 370"/>
                  <a:gd name="T8" fmla="*/ 1346 w 102"/>
                  <a:gd name="T9" fmla="*/ 6492 h 370"/>
                  <a:gd name="T10" fmla="*/ 1197 w 102"/>
                  <a:gd name="T11" fmla="*/ 5441 h 370"/>
                  <a:gd name="T12" fmla="*/ 821 w 102"/>
                  <a:gd name="T13" fmla="*/ 4555 h 370"/>
                  <a:gd name="T14" fmla="*/ 808 w 102"/>
                  <a:gd name="T15" fmla="*/ 4145 h 370"/>
                  <a:gd name="T16" fmla="*/ 699 w 102"/>
                  <a:gd name="T17" fmla="*/ 3893 h 370"/>
                  <a:gd name="T18" fmla="*/ 735 w 102"/>
                  <a:gd name="T19" fmla="*/ 2875 h 370"/>
                  <a:gd name="T20" fmla="*/ 1346 w 102"/>
                  <a:gd name="T21" fmla="*/ 1941 h 370"/>
                  <a:gd name="T22" fmla="*/ 1394 w 102"/>
                  <a:gd name="T23" fmla="*/ 177 h 370"/>
                  <a:gd name="T24" fmla="*/ 756 w 102"/>
                  <a:gd name="T25" fmla="*/ 0 h 370"/>
                  <a:gd name="T26" fmla="*/ 759 w 102"/>
                  <a:gd name="T27" fmla="*/ 194 h 370"/>
                  <a:gd name="T28" fmla="*/ 795 w 102"/>
                  <a:gd name="T29" fmla="*/ 194 h 370"/>
                  <a:gd name="T30" fmla="*/ 949 w 102"/>
                  <a:gd name="T31" fmla="*/ 1063 h 370"/>
                  <a:gd name="T32" fmla="*/ 906 w 102"/>
                  <a:gd name="T33" fmla="*/ 2159 h 370"/>
                  <a:gd name="T34" fmla="*/ 920 w 102"/>
                  <a:gd name="T35" fmla="*/ 2337 h 370"/>
                  <a:gd name="T36" fmla="*/ 694 w 102"/>
                  <a:gd name="T37" fmla="*/ 2742 h 370"/>
                  <a:gd name="T38" fmla="*/ 488 w 102"/>
                  <a:gd name="T39" fmla="*/ 3237 h 370"/>
                  <a:gd name="T40" fmla="*/ 440 w 102"/>
                  <a:gd name="T41" fmla="*/ 3893 h 370"/>
                  <a:gd name="T42" fmla="*/ 637 w 102"/>
                  <a:gd name="T43" fmla="*/ 4378 h 370"/>
                  <a:gd name="T44" fmla="*/ 550 w 102"/>
                  <a:gd name="T45" fmla="*/ 5010 h 370"/>
                  <a:gd name="T46" fmla="*/ 756 w 102"/>
                  <a:gd name="T47" fmla="*/ 5522 h 370"/>
                  <a:gd name="T48" fmla="*/ 673 w 102"/>
                  <a:gd name="T49" fmla="*/ 6134 h 370"/>
                  <a:gd name="T50" fmla="*/ 611 w 102"/>
                  <a:gd name="T51" fmla="*/ 6672 h 370"/>
                  <a:gd name="T52" fmla="*/ 309 w 102"/>
                  <a:gd name="T53" fmla="*/ 7683 h 370"/>
                  <a:gd name="T54" fmla="*/ 0 w 102"/>
                  <a:gd name="T55" fmla="*/ 7912 h 37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2" h="370">
                    <a:moveTo>
                      <a:pt x="44" y="370"/>
                    </a:moveTo>
                    <a:cubicBezTo>
                      <a:pt x="51" y="366"/>
                      <a:pt x="60" y="362"/>
                      <a:pt x="65" y="357"/>
                    </a:cubicBezTo>
                    <a:cubicBezTo>
                      <a:pt x="73" y="348"/>
                      <a:pt x="79" y="335"/>
                      <a:pt x="85" y="325"/>
                    </a:cubicBezTo>
                    <a:cubicBezTo>
                      <a:pt x="90" y="318"/>
                      <a:pt x="93" y="312"/>
                      <a:pt x="90" y="303"/>
                    </a:cubicBezTo>
                    <a:cubicBezTo>
                      <a:pt x="88" y="302"/>
                      <a:pt x="89" y="302"/>
                      <a:pt x="88" y="301"/>
                    </a:cubicBezTo>
                    <a:cubicBezTo>
                      <a:pt x="57" y="294"/>
                      <a:pt x="75" y="271"/>
                      <a:pt x="78" y="252"/>
                    </a:cubicBezTo>
                    <a:cubicBezTo>
                      <a:pt x="69" y="244"/>
                      <a:pt x="56" y="226"/>
                      <a:pt x="54" y="211"/>
                    </a:cubicBezTo>
                    <a:cubicBezTo>
                      <a:pt x="54" y="205"/>
                      <a:pt x="54" y="197"/>
                      <a:pt x="53" y="192"/>
                    </a:cubicBezTo>
                    <a:cubicBezTo>
                      <a:pt x="52" y="187"/>
                      <a:pt x="50" y="185"/>
                      <a:pt x="46" y="180"/>
                    </a:cubicBezTo>
                    <a:cubicBezTo>
                      <a:pt x="35" y="165"/>
                      <a:pt x="38" y="147"/>
                      <a:pt x="48" y="133"/>
                    </a:cubicBezTo>
                    <a:cubicBezTo>
                      <a:pt x="58" y="119"/>
                      <a:pt x="81" y="105"/>
                      <a:pt x="88" y="90"/>
                    </a:cubicBezTo>
                    <a:cubicBezTo>
                      <a:pt x="102" y="64"/>
                      <a:pt x="69" y="27"/>
                      <a:pt x="91" y="8"/>
                    </a:cubicBezTo>
                    <a:cubicBezTo>
                      <a:pt x="88" y="7"/>
                      <a:pt x="61" y="2"/>
                      <a:pt x="49" y="0"/>
                    </a:cubicBezTo>
                    <a:cubicBezTo>
                      <a:pt x="49" y="1"/>
                      <a:pt x="49" y="8"/>
                      <a:pt x="50" y="9"/>
                    </a:cubicBezTo>
                    <a:cubicBezTo>
                      <a:pt x="50" y="9"/>
                      <a:pt x="51" y="9"/>
                      <a:pt x="52" y="9"/>
                    </a:cubicBezTo>
                    <a:cubicBezTo>
                      <a:pt x="45" y="25"/>
                      <a:pt x="51" y="35"/>
                      <a:pt x="62" y="49"/>
                    </a:cubicBezTo>
                    <a:cubicBezTo>
                      <a:pt x="76" y="65"/>
                      <a:pt x="73" y="85"/>
                      <a:pt x="59" y="100"/>
                    </a:cubicBezTo>
                    <a:cubicBezTo>
                      <a:pt x="63" y="103"/>
                      <a:pt x="61" y="104"/>
                      <a:pt x="60" y="108"/>
                    </a:cubicBezTo>
                    <a:cubicBezTo>
                      <a:pt x="57" y="118"/>
                      <a:pt x="51" y="120"/>
                      <a:pt x="45" y="127"/>
                    </a:cubicBezTo>
                    <a:cubicBezTo>
                      <a:pt x="37" y="135"/>
                      <a:pt x="35" y="139"/>
                      <a:pt x="32" y="150"/>
                    </a:cubicBezTo>
                    <a:cubicBezTo>
                      <a:pt x="30" y="158"/>
                      <a:pt x="26" y="170"/>
                      <a:pt x="29" y="180"/>
                    </a:cubicBezTo>
                    <a:cubicBezTo>
                      <a:pt x="32" y="189"/>
                      <a:pt x="41" y="193"/>
                      <a:pt x="42" y="203"/>
                    </a:cubicBezTo>
                    <a:cubicBezTo>
                      <a:pt x="43" y="212"/>
                      <a:pt x="37" y="222"/>
                      <a:pt x="36" y="232"/>
                    </a:cubicBezTo>
                    <a:cubicBezTo>
                      <a:pt x="36" y="245"/>
                      <a:pt x="45" y="246"/>
                      <a:pt x="49" y="256"/>
                    </a:cubicBezTo>
                    <a:cubicBezTo>
                      <a:pt x="52" y="265"/>
                      <a:pt x="45" y="275"/>
                      <a:pt x="44" y="284"/>
                    </a:cubicBezTo>
                    <a:cubicBezTo>
                      <a:pt x="43" y="293"/>
                      <a:pt x="44" y="301"/>
                      <a:pt x="40" y="309"/>
                    </a:cubicBezTo>
                    <a:cubicBezTo>
                      <a:pt x="64" y="318"/>
                      <a:pt x="32" y="349"/>
                      <a:pt x="20" y="356"/>
                    </a:cubicBezTo>
                    <a:cubicBezTo>
                      <a:pt x="15" y="359"/>
                      <a:pt x="8" y="363"/>
                      <a:pt x="0" y="366"/>
                    </a:cubicBezTo>
                  </a:path>
                </a:pathLst>
              </a:custGeom>
              <a:solidFill>
                <a:srgbClr val="F3A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1" name="Freeform 918">
                <a:extLst>
                  <a:ext uri="{FF2B5EF4-FFF2-40B4-BE49-F238E27FC236}">
                    <a16:creationId xmlns:a16="http://schemas.microsoft.com/office/drawing/2014/main" id="{0A03058E-0A63-4DD9-B4A8-94DB38B5D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300"/>
                <a:ext cx="1322" cy="739"/>
              </a:xfrm>
              <a:custGeom>
                <a:avLst/>
                <a:gdLst>
                  <a:gd name="T0" fmla="*/ 3417 w 763"/>
                  <a:gd name="T1" fmla="*/ 3726 h 400"/>
                  <a:gd name="T2" fmla="*/ 5290 w 763"/>
                  <a:gd name="T3" fmla="*/ 4717 h 400"/>
                  <a:gd name="T4" fmla="*/ 5983 w 763"/>
                  <a:gd name="T5" fmla="*/ 4622 h 400"/>
                  <a:gd name="T6" fmla="*/ 8265 w 763"/>
                  <a:gd name="T7" fmla="*/ 2819 h 400"/>
                  <a:gd name="T8" fmla="*/ 11915 w 763"/>
                  <a:gd name="T9" fmla="*/ 0 h 400"/>
                  <a:gd name="T10" fmla="*/ 11915 w 763"/>
                  <a:gd name="T11" fmla="*/ 3891 h 400"/>
                  <a:gd name="T12" fmla="*/ 11896 w 763"/>
                  <a:gd name="T13" fmla="*/ 3891 h 400"/>
                  <a:gd name="T14" fmla="*/ 10146 w 763"/>
                  <a:gd name="T15" fmla="*/ 4949 h 400"/>
                  <a:gd name="T16" fmla="*/ 6778 w 763"/>
                  <a:gd name="T17" fmla="*/ 5158 h 400"/>
                  <a:gd name="T18" fmla="*/ 2656 w 763"/>
                  <a:gd name="T19" fmla="*/ 6697 h 400"/>
                  <a:gd name="T20" fmla="*/ 0 w 763"/>
                  <a:gd name="T21" fmla="*/ 8608 h 400"/>
                  <a:gd name="T22" fmla="*/ 0 w 763"/>
                  <a:gd name="T23" fmla="*/ 8587 h 400"/>
                  <a:gd name="T24" fmla="*/ 0 w 763"/>
                  <a:gd name="T25" fmla="*/ 2409 h 400"/>
                  <a:gd name="T26" fmla="*/ 3417 w 763"/>
                  <a:gd name="T27" fmla="*/ 3726 h 4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3" h="400">
                    <a:moveTo>
                      <a:pt x="219" y="173"/>
                    </a:moveTo>
                    <a:cubicBezTo>
                      <a:pt x="258" y="186"/>
                      <a:pt x="299" y="201"/>
                      <a:pt x="339" y="219"/>
                    </a:cubicBezTo>
                    <a:cubicBezTo>
                      <a:pt x="376" y="217"/>
                      <a:pt x="359" y="221"/>
                      <a:pt x="383" y="215"/>
                    </a:cubicBezTo>
                    <a:cubicBezTo>
                      <a:pt x="436" y="208"/>
                      <a:pt x="440" y="170"/>
                      <a:pt x="529" y="131"/>
                    </a:cubicBezTo>
                    <a:cubicBezTo>
                      <a:pt x="613" y="92"/>
                      <a:pt x="700" y="36"/>
                      <a:pt x="763" y="0"/>
                    </a:cubicBezTo>
                    <a:cubicBezTo>
                      <a:pt x="763" y="181"/>
                      <a:pt x="763" y="181"/>
                      <a:pt x="763" y="181"/>
                    </a:cubicBez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14" y="178"/>
                      <a:pt x="650" y="230"/>
                    </a:cubicBezTo>
                    <a:cubicBezTo>
                      <a:pt x="600" y="270"/>
                      <a:pt x="525" y="282"/>
                      <a:pt x="434" y="240"/>
                    </a:cubicBezTo>
                    <a:cubicBezTo>
                      <a:pt x="344" y="199"/>
                      <a:pt x="221" y="270"/>
                      <a:pt x="170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0" y="399"/>
                      <a:pt x="0" y="399"/>
                      <a:pt x="0" y="399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02" y="133"/>
                      <a:pt x="219" y="173"/>
                    </a:cubicBezTo>
                    <a:close/>
                  </a:path>
                </a:pathLst>
              </a:custGeom>
              <a:solidFill>
                <a:srgbClr val="EB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2" name="Freeform 919">
                <a:extLst>
                  <a:ext uri="{FF2B5EF4-FFF2-40B4-BE49-F238E27FC236}">
                    <a16:creationId xmlns:a16="http://schemas.microsoft.com/office/drawing/2014/main" id="{3F38A5D2-8AD7-4319-BCC9-A7EFC6188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545"/>
                <a:ext cx="355" cy="407"/>
              </a:xfrm>
              <a:custGeom>
                <a:avLst/>
                <a:gdLst>
                  <a:gd name="T0" fmla="*/ 3069 w 205"/>
                  <a:gd name="T1" fmla="*/ 1088 h 220"/>
                  <a:gd name="T2" fmla="*/ 1070 w 205"/>
                  <a:gd name="T3" fmla="*/ 81 h 220"/>
                  <a:gd name="T4" fmla="*/ 206 w 205"/>
                  <a:gd name="T5" fmla="*/ 564 h 220"/>
                  <a:gd name="T6" fmla="*/ 151 w 205"/>
                  <a:gd name="T7" fmla="*/ 1885 h 220"/>
                  <a:gd name="T8" fmla="*/ 126 w 205"/>
                  <a:gd name="T9" fmla="*/ 3269 h 220"/>
                  <a:gd name="T10" fmla="*/ 405 w 205"/>
                  <a:gd name="T11" fmla="*/ 4662 h 220"/>
                  <a:gd name="T12" fmla="*/ 1491 w 205"/>
                  <a:gd name="T13" fmla="*/ 4135 h 220"/>
                  <a:gd name="T14" fmla="*/ 2102 w 205"/>
                  <a:gd name="T15" fmla="*/ 3693 h 220"/>
                  <a:gd name="T16" fmla="*/ 2618 w 205"/>
                  <a:gd name="T17" fmla="*/ 3337 h 220"/>
                  <a:gd name="T18" fmla="*/ 3131 w 205"/>
                  <a:gd name="T19" fmla="*/ 1861 h 220"/>
                  <a:gd name="T20" fmla="*/ 3050 w 205"/>
                  <a:gd name="T21" fmla="*/ 1088 h 2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5" h="220">
                    <a:moveTo>
                      <a:pt x="197" y="50"/>
                    </a:moveTo>
                    <a:cubicBezTo>
                      <a:pt x="155" y="36"/>
                      <a:pt x="113" y="13"/>
                      <a:pt x="69" y="4"/>
                    </a:cubicBezTo>
                    <a:cubicBezTo>
                      <a:pt x="50" y="0"/>
                      <a:pt x="21" y="6"/>
                      <a:pt x="13" y="26"/>
                    </a:cubicBezTo>
                    <a:cubicBezTo>
                      <a:pt x="7" y="45"/>
                      <a:pt x="10" y="68"/>
                      <a:pt x="10" y="87"/>
                    </a:cubicBezTo>
                    <a:cubicBezTo>
                      <a:pt x="10" y="109"/>
                      <a:pt x="10" y="130"/>
                      <a:pt x="8" y="151"/>
                    </a:cubicBezTo>
                    <a:cubicBezTo>
                      <a:pt x="7" y="170"/>
                      <a:pt x="0" y="210"/>
                      <a:pt x="26" y="215"/>
                    </a:cubicBezTo>
                    <a:cubicBezTo>
                      <a:pt x="50" y="220"/>
                      <a:pt x="75" y="200"/>
                      <a:pt x="96" y="191"/>
                    </a:cubicBezTo>
                    <a:cubicBezTo>
                      <a:pt x="109" y="185"/>
                      <a:pt x="121" y="176"/>
                      <a:pt x="135" y="170"/>
                    </a:cubicBezTo>
                    <a:cubicBezTo>
                      <a:pt x="147" y="166"/>
                      <a:pt x="158" y="162"/>
                      <a:pt x="168" y="154"/>
                    </a:cubicBezTo>
                    <a:cubicBezTo>
                      <a:pt x="191" y="135"/>
                      <a:pt x="194" y="113"/>
                      <a:pt x="201" y="86"/>
                    </a:cubicBezTo>
                    <a:cubicBezTo>
                      <a:pt x="205" y="73"/>
                      <a:pt x="204" y="61"/>
                      <a:pt x="196" y="50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3" name="Freeform 920">
                <a:extLst>
                  <a:ext uri="{FF2B5EF4-FFF2-40B4-BE49-F238E27FC236}">
                    <a16:creationId xmlns:a16="http://schemas.microsoft.com/office/drawing/2014/main" id="{C94CE91E-4BE4-4327-B0FA-6F5E7266C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370"/>
                <a:ext cx="305" cy="384"/>
              </a:xfrm>
              <a:custGeom>
                <a:avLst/>
                <a:gdLst>
                  <a:gd name="T0" fmla="*/ 16 w 176"/>
                  <a:gd name="T1" fmla="*/ 4254 h 208"/>
                  <a:gd name="T2" fmla="*/ 28 w 176"/>
                  <a:gd name="T3" fmla="*/ 3323 h 208"/>
                  <a:gd name="T4" fmla="*/ 442 w 176"/>
                  <a:gd name="T5" fmla="*/ 2031 h 208"/>
                  <a:gd name="T6" fmla="*/ 1426 w 176"/>
                  <a:gd name="T7" fmla="*/ 794 h 208"/>
                  <a:gd name="T8" fmla="*/ 2237 w 176"/>
                  <a:gd name="T9" fmla="*/ 150 h 208"/>
                  <a:gd name="T10" fmla="*/ 2670 w 176"/>
                  <a:gd name="T11" fmla="*/ 962 h 208"/>
                  <a:gd name="T12" fmla="*/ 2684 w 176"/>
                  <a:gd name="T13" fmla="*/ 2103 h 208"/>
                  <a:gd name="T14" fmla="*/ 1603 w 176"/>
                  <a:gd name="T15" fmla="*/ 3170 h 208"/>
                  <a:gd name="T16" fmla="*/ 594 w 176"/>
                  <a:gd name="T17" fmla="*/ 3971 h 208"/>
                  <a:gd name="T18" fmla="*/ 16 w 176"/>
                  <a:gd name="T19" fmla="*/ 4254 h 2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6" h="208">
                    <a:moveTo>
                      <a:pt x="1" y="198"/>
                    </a:moveTo>
                    <a:cubicBezTo>
                      <a:pt x="7" y="182"/>
                      <a:pt x="4" y="171"/>
                      <a:pt x="2" y="155"/>
                    </a:cubicBezTo>
                    <a:cubicBezTo>
                      <a:pt x="0" y="133"/>
                      <a:pt x="14" y="111"/>
                      <a:pt x="28" y="95"/>
                    </a:cubicBezTo>
                    <a:cubicBezTo>
                      <a:pt x="48" y="74"/>
                      <a:pt x="68" y="54"/>
                      <a:pt x="91" y="37"/>
                    </a:cubicBezTo>
                    <a:cubicBezTo>
                      <a:pt x="107" y="25"/>
                      <a:pt x="125" y="13"/>
                      <a:pt x="143" y="7"/>
                    </a:cubicBezTo>
                    <a:cubicBezTo>
                      <a:pt x="168" y="0"/>
                      <a:pt x="170" y="26"/>
                      <a:pt x="171" y="45"/>
                    </a:cubicBezTo>
                    <a:cubicBezTo>
                      <a:pt x="172" y="62"/>
                      <a:pt x="176" y="82"/>
                      <a:pt x="172" y="98"/>
                    </a:cubicBezTo>
                    <a:cubicBezTo>
                      <a:pt x="164" y="127"/>
                      <a:pt x="126" y="134"/>
                      <a:pt x="103" y="148"/>
                    </a:cubicBezTo>
                    <a:cubicBezTo>
                      <a:pt x="81" y="160"/>
                      <a:pt x="59" y="172"/>
                      <a:pt x="38" y="185"/>
                    </a:cubicBezTo>
                    <a:cubicBezTo>
                      <a:pt x="30" y="190"/>
                      <a:pt x="11" y="208"/>
                      <a:pt x="1" y="198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4" name="Freeform 921">
                <a:extLst>
                  <a:ext uri="{FF2B5EF4-FFF2-40B4-BE49-F238E27FC236}">
                    <a16:creationId xmlns:a16="http://schemas.microsoft.com/office/drawing/2014/main" id="{FEE534E0-63DA-4AFD-B2CC-103D62463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606"/>
                <a:ext cx="238" cy="233"/>
              </a:xfrm>
              <a:custGeom>
                <a:avLst/>
                <a:gdLst>
                  <a:gd name="T0" fmla="*/ 1876 w 138"/>
                  <a:gd name="T1" fmla="*/ 632 h 126"/>
                  <a:gd name="T2" fmla="*/ 1538 w 138"/>
                  <a:gd name="T3" fmla="*/ 564 h 126"/>
                  <a:gd name="T4" fmla="*/ 866 w 138"/>
                  <a:gd name="T5" fmla="*/ 277 h 126"/>
                  <a:gd name="T6" fmla="*/ 86 w 138"/>
                  <a:gd name="T7" fmla="*/ 305 h 126"/>
                  <a:gd name="T8" fmla="*/ 16 w 138"/>
                  <a:gd name="T9" fmla="*/ 910 h 126"/>
                  <a:gd name="T10" fmla="*/ 0 w 138"/>
                  <a:gd name="T11" fmla="*/ 1683 h 126"/>
                  <a:gd name="T12" fmla="*/ 440 w 138"/>
                  <a:gd name="T13" fmla="*/ 2702 h 126"/>
                  <a:gd name="T14" fmla="*/ 1707 w 138"/>
                  <a:gd name="T15" fmla="*/ 2034 h 126"/>
                  <a:gd name="T16" fmla="*/ 2102 w 138"/>
                  <a:gd name="T17" fmla="*/ 1624 h 126"/>
                  <a:gd name="T18" fmla="*/ 1982 w 138"/>
                  <a:gd name="T19" fmla="*/ 947 h 126"/>
                  <a:gd name="T20" fmla="*/ 1918 w 138"/>
                  <a:gd name="T21" fmla="*/ 632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8" h="126">
                    <a:moveTo>
                      <a:pt x="123" y="29"/>
                    </a:moveTo>
                    <a:cubicBezTo>
                      <a:pt x="116" y="27"/>
                      <a:pt x="108" y="27"/>
                      <a:pt x="101" y="26"/>
                    </a:cubicBezTo>
                    <a:cubicBezTo>
                      <a:pt x="86" y="23"/>
                      <a:pt x="71" y="17"/>
                      <a:pt x="57" y="13"/>
                    </a:cubicBezTo>
                    <a:cubicBezTo>
                      <a:pt x="43" y="9"/>
                      <a:pt x="15" y="0"/>
                      <a:pt x="6" y="14"/>
                    </a:cubicBezTo>
                    <a:cubicBezTo>
                      <a:pt x="1" y="21"/>
                      <a:pt x="2" y="34"/>
                      <a:pt x="1" y="42"/>
                    </a:cubicBezTo>
                    <a:cubicBezTo>
                      <a:pt x="0" y="54"/>
                      <a:pt x="0" y="66"/>
                      <a:pt x="0" y="78"/>
                    </a:cubicBezTo>
                    <a:cubicBezTo>
                      <a:pt x="0" y="100"/>
                      <a:pt x="1" y="126"/>
                      <a:pt x="29" y="125"/>
                    </a:cubicBezTo>
                    <a:cubicBezTo>
                      <a:pt x="58" y="123"/>
                      <a:pt x="87" y="107"/>
                      <a:pt x="112" y="94"/>
                    </a:cubicBezTo>
                    <a:cubicBezTo>
                      <a:pt x="122" y="89"/>
                      <a:pt x="138" y="88"/>
                      <a:pt x="138" y="75"/>
                    </a:cubicBezTo>
                    <a:cubicBezTo>
                      <a:pt x="138" y="65"/>
                      <a:pt x="133" y="54"/>
                      <a:pt x="130" y="44"/>
                    </a:cubicBezTo>
                    <a:cubicBezTo>
                      <a:pt x="128" y="39"/>
                      <a:pt x="129" y="34"/>
                      <a:pt x="126" y="29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5" name="Freeform 922">
                <a:extLst>
                  <a:ext uri="{FF2B5EF4-FFF2-40B4-BE49-F238E27FC236}">
                    <a16:creationId xmlns:a16="http://schemas.microsoft.com/office/drawing/2014/main" id="{AA61E8E4-CE01-4D22-B590-489A44F4A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438"/>
                <a:ext cx="217" cy="240"/>
              </a:xfrm>
              <a:custGeom>
                <a:avLst/>
                <a:gdLst>
                  <a:gd name="T0" fmla="*/ 148 w 125"/>
                  <a:gd name="T1" fmla="*/ 2662 h 130"/>
                  <a:gd name="T2" fmla="*/ 299 w 125"/>
                  <a:gd name="T3" fmla="*/ 1650 h 130"/>
                  <a:gd name="T4" fmla="*/ 1024 w 125"/>
                  <a:gd name="T5" fmla="*/ 641 h 130"/>
                  <a:gd name="T6" fmla="*/ 1654 w 125"/>
                  <a:gd name="T7" fmla="*/ 44 h 130"/>
                  <a:gd name="T8" fmla="*/ 1946 w 125"/>
                  <a:gd name="T9" fmla="*/ 794 h 130"/>
                  <a:gd name="T10" fmla="*/ 946 w 125"/>
                  <a:gd name="T11" fmla="*/ 2380 h 130"/>
                  <a:gd name="T12" fmla="*/ 220 w 125"/>
                  <a:gd name="T13" fmla="*/ 2638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30">
                    <a:moveTo>
                      <a:pt x="9" y="124"/>
                    </a:moveTo>
                    <a:cubicBezTo>
                      <a:pt x="0" y="111"/>
                      <a:pt x="10" y="88"/>
                      <a:pt x="19" y="77"/>
                    </a:cubicBezTo>
                    <a:cubicBezTo>
                      <a:pt x="32" y="60"/>
                      <a:pt x="50" y="46"/>
                      <a:pt x="65" y="30"/>
                    </a:cubicBezTo>
                    <a:cubicBezTo>
                      <a:pt x="74" y="22"/>
                      <a:pt x="92" y="3"/>
                      <a:pt x="105" y="2"/>
                    </a:cubicBezTo>
                    <a:cubicBezTo>
                      <a:pt x="117" y="0"/>
                      <a:pt x="122" y="28"/>
                      <a:pt x="123" y="37"/>
                    </a:cubicBezTo>
                    <a:cubicBezTo>
                      <a:pt x="125" y="70"/>
                      <a:pt x="83" y="94"/>
                      <a:pt x="60" y="111"/>
                    </a:cubicBezTo>
                    <a:cubicBezTo>
                      <a:pt x="44" y="122"/>
                      <a:pt x="33" y="130"/>
                      <a:pt x="14" y="123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6" name="Freeform 923">
                <a:extLst>
                  <a:ext uri="{FF2B5EF4-FFF2-40B4-BE49-F238E27FC236}">
                    <a16:creationId xmlns:a16="http://schemas.microsoft.com/office/drawing/2014/main" id="{1FBACB9D-F384-41FA-AE68-10BC09617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677"/>
                <a:ext cx="139" cy="109"/>
              </a:xfrm>
              <a:custGeom>
                <a:avLst/>
                <a:gdLst>
                  <a:gd name="T0" fmla="*/ 917 w 80"/>
                  <a:gd name="T1" fmla="*/ 44 h 59"/>
                  <a:gd name="T2" fmla="*/ 605 w 80"/>
                  <a:gd name="T3" fmla="*/ 44 h 59"/>
                  <a:gd name="T4" fmla="*/ 85 w 80"/>
                  <a:gd name="T5" fmla="*/ 259 h 59"/>
                  <a:gd name="T6" fmla="*/ 127 w 80"/>
                  <a:gd name="T7" fmla="*/ 946 h 59"/>
                  <a:gd name="T8" fmla="*/ 221 w 80"/>
                  <a:gd name="T9" fmla="*/ 1221 h 59"/>
                  <a:gd name="T10" fmla="*/ 455 w 80"/>
                  <a:gd name="T11" fmla="*/ 1140 h 59"/>
                  <a:gd name="T12" fmla="*/ 811 w 80"/>
                  <a:gd name="T13" fmla="*/ 883 h 59"/>
                  <a:gd name="T14" fmla="*/ 1122 w 80"/>
                  <a:gd name="T15" fmla="*/ 781 h 59"/>
                  <a:gd name="T16" fmla="*/ 1249 w 80"/>
                  <a:gd name="T17" fmla="*/ 478 h 59"/>
                  <a:gd name="T18" fmla="*/ 917 w 80"/>
                  <a:gd name="T19" fmla="*/ 0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59">
                    <a:moveTo>
                      <a:pt x="58" y="2"/>
                    </a:moveTo>
                    <a:cubicBezTo>
                      <a:pt x="58" y="2"/>
                      <a:pt x="41" y="2"/>
                      <a:pt x="38" y="2"/>
                    </a:cubicBezTo>
                    <a:cubicBezTo>
                      <a:pt x="28" y="2"/>
                      <a:pt x="10" y="1"/>
                      <a:pt x="5" y="12"/>
                    </a:cubicBezTo>
                    <a:cubicBezTo>
                      <a:pt x="0" y="20"/>
                      <a:pt x="5" y="36"/>
                      <a:pt x="8" y="44"/>
                    </a:cubicBezTo>
                    <a:cubicBezTo>
                      <a:pt x="9" y="48"/>
                      <a:pt x="10" y="55"/>
                      <a:pt x="14" y="57"/>
                    </a:cubicBezTo>
                    <a:cubicBezTo>
                      <a:pt x="17" y="59"/>
                      <a:pt x="26" y="54"/>
                      <a:pt x="29" y="53"/>
                    </a:cubicBezTo>
                    <a:cubicBezTo>
                      <a:pt x="36" y="49"/>
                      <a:pt x="43" y="44"/>
                      <a:pt x="51" y="41"/>
                    </a:cubicBezTo>
                    <a:cubicBezTo>
                      <a:pt x="58" y="39"/>
                      <a:pt x="65" y="39"/>
                      <a:pt x="71" y="36"/>
                    </a:cubicBezTo>
                    <a:cubicBezTo>
                      <a:pt x="76" y="33"/>
                      <a:pt x="80" y="27"/>
                      <a:pt x="79" y="22"/>
                    </a:cubicBezTo>
                    <a:cubicBezTo>
                      <a:pt x="78" y="12"/>
                      <a:pt x="66" y="5"/>
                      <a:pt x="58" y="0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7" name="Freeform 924">
                <a:extLst>
                  <a:ext uri="{FF2B5EF4-FFF2-40B4-BE49-F238E27FC236}">
                    <a16:creationId xmlns:a16="http://schemas.microsoft.com/office/drawing/2014/main" id="{ADFEE622-EC9D-41D6-B786-8802579DA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475"/>
                <a:ext cx="120" cy="133"/>
              </a:xfrm>
              <a:custGeom>
                <a:avLst/>
                <a:gdLst>
                  <a:gd name="T0" fmla="*/ 172 w 69"/>
                  <a:gd name="T1" fmla="*/ 1550 h 72"/>
                  <a:gd name="T2" fmla="*/ 412 w 69"/>
                  <a:gd name="T3" fmla="*/ 730 h 72"/>
                  <a:gd name="T4" fmla="*/ 990 w 69"/>
                  <a:gd name="T5" fmla="*/ 358 h 72"/>
                  <a:gd name="T6" fmla="*/ 704 w 69"/>
                  <a:gd name="T7" fmla="*/ 1184 h 72"/>
                  <a:gd name="T8" fmla="*/ 237 w 69"/>
                  <a:gd name="T9" fmla="*/ 150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2">
                    <a:moveTo>
                      <a:pt x="11" y="72"/>
                    </a:moveTo>
                    <a:cubicBezTo>
                      <a:pt x="0" y="70"/>
                      <a:pt x="23" y="37"/>
                      <a:pt x="26" y="34"/>
                    </a:cubicBezTo>
                    <a:cubicBezTo>
                      <a:pt x="33" y="27"/>
                      <a:pt x="54" y="0"/>
                      <a:pt x="62" y="17"/>
                    </a:cubicBezTo>
                    <a:cubicBezTo>
                      <a:pt x="69" y="33"/>
                      <a:pt x="54" y="46"/>
                      <a:pt x="44" y="55"/>
                    </a:cubicBezTo>
                    <a:cubicBezTo>
                      <a:pt x="35" y="63"/>
                      <a:pt x="27" y="70"/>
                      <a:pt x="15" y="70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8" name="Freeform 925">
                <a:extLst>
                  <a:ext uri="{FF2B5EF4-FFF2-40B4-BE49-F238E27FC236}">
                    <a16:creationId xmlns:a16="http://schemas.microsoft.com/office/drawing/2014/main" id="{C0DEE884-B308-460C-8B90-1AA121792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573"/>
                <a:ext cx="589" cy="205"/>
              </a:xfrm>
              <a:custGeom>
                <a:avLst/>
                <a:gdLst>
                  <a:gd name="T0" fmla="*/ 4622 w 340"/>
                  <a:gd name="T1" fmla="*/ 0 h 111"/>
                  <a:gd name="T2" fmla="*/ 2683 w 340"/>
                  <a:gd name="T3" fmla="*/ 1398 h 111"/>
                  <a:gd name="T4" fmla="*/ 1107 w 340"/>
                  <a:gd name="T5" fmla="*/ 1348 h 111"/>
                  <a:gd name="T6" fmla="*/ 639 w 340"/>
                  <a:gd name="T7" fmla="*/ 1140 h 111"/>
                  <a:gd name="T8" fmla="*/ 151 w 340"/>
                  <a:gd name="T9" fmla="*/ 1374 h 111"/>
                  <a:gd name="T10" fmla="*/ 16 w 340"/>
                  <a:gd name="T11" fmla="*/ 2105 h 111"/>
                  <a:gd name="T12" fmla="*/ 378 w 340"/>
                  <a:gd name="T13" fmla="*/ 2187 h 111"/>
                  <a:gd name="T14" fmla="*/ 1549 w 340"/>
                  <a:gd name="T15" fmla="*/ 1747 h 111"/>
                  <a:gd name="T16" fmla="*/ 1980 w 340"/>
                  <a:gd name="T17" fmla="*/ 1719 h 111"/>
                  <a:gd name="T18" fmla="*/ 2450 w 340"/>
                  <a:gd name="T19" fmla="*/ 1620 h 111"/>
                  <a:gd name="T20" fmla="*/ 3492 w 340"/>
                  <a:gd name="T21" fmla="*/ 1756 h 111"/>
                  <a:gd name="T22" fmla="*/ 4343 w 340"/>
                  <a:gd name="T23" fmla="*/ 1910 h 111"/>
                  <a:gd name="T24" fmla="*/ 5007 w 340"/>
                  <a:gd name="T25" fmla="*/ 1675 h 111"/>
                  <a:gd name="T26" fmla="*/ 4636 w 340"/>
                  <a:gd name="T27" fmla="*/ 0 h 1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0" h="111">
                    <a:moveTo>
                      <a:pt x="296" y="0"/>
                    </a:moveTo>
                    <a:cubicBezTo>
                      <a:pt x="258" y="25"/>
                      <a:pt x="214" y="50"/>
                      <a:pt x="172" y="65"/>
                    </a:cubicBezTo>
                    <a:cubicBezTo>
                      <a:pt x="139" y="77"/>
                      <a:pt x="104" y="74"/>
                      <a:pt x="71" y="63"/>
                    </a:cubicBezTo>
                    <a:cubicBezTo>
                      <a:pt x="61" y="59"/>
                      <a:pt x="51" y="55"/>
                      <a:pt x="41" y="53"/>
                    </a:cubicBezTo>
                    <a:cubicBezTo>
                      <a:pt x="25" y="49"/>
                      <a:pt x="18" y="49"/>
                      <a:pt x="10" y="64"/>
                    </a:cubicBezTo>
                    <a:cubicBezTo>
                      <a:pt x="5" y="74"/>
                      <a:pt x="0" y="87"/>
                      <a:pt x="1" y="98"/>
                    </a:cubicBezTo>
                    <a:cubicBezTo>
                      <a:pt x="3" y="111"/>
                      <a:pt x="15" y="105"/>
                      <a:pt x="24" y="102"/>
                    </a:cubicBezTo>
                    <a:cubicBezTo>
                      <a:pt x="48" y="94"/>
                      <a:pt x="73" y="84"/>
                      <a:pt x="99" y="81"/>
                    </a:cubicBezTo>
                    <a:cubicBezTo>
                      <a:pt x="108" y="80"/>
                      <a:pt x="117" y="82"/>
                      <a:pt x="127" y="80"/>
                    </a:cubicBezTo>
                    <a:cubicBezTo>
                      <a:pt x="137" y="79"/>
                      <a:pt x="147" y="76"/>
                      <a:pt x="157" y="75"/>
                    </a:cubicBezTo>
                    <a:cubicBezTo>
                      <a:pt x="181" y="74"/>
                      <a:pt x="202" y="77"/>
                      <a:pt x="224" y="82"/>
                    </a:cubicBezTo>
                    <a:cubicBezTo>
                      <a:pt x="242" y="86"/>
                      <a:pt x="259" y="87"/>
                      <a:pt x="278" y="89"/>
                    </a:cubicBezTo>
                    <a:cubicBezTo>
                      <a:pt x="295" y="90"/>
                      <a:pt x="310" y="95"/>
                      <a:pt x="321" y="78"/>
                    </a:cubicBezTo>
                    <a:cubicBezTo>
                      <a:pt x="340" y="48"/>
                      <a:pt x="323" y="13"/>
                      <a:pt x="297" y="0"/>
                    </a:cubicBezTo>
                  </a:path>
                </a:pathLst>
              </a:custGeom>
              <a:solidFill>
                <a:srgbClr val="EA66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9" name="Freeform 926">
                <a:extLst>
                  <a:ext uri="{FF2B5EF4-FFF2-40B4-BE49-F238E27FC236}">
                    <a16:creationId xmlns:a16="http://schemas.microsoft.com/office/drawing/2014/main" id="{00C06AF8-3748-43C0-8D51-70B7EF874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638"/>
                <a:ext cx="433" cy="116"/>
              </a:xfrm>
              <a:custGeom>
                <a:avLst/>
                <a:gdLst>
                  <a:gd name="T0" fmla="*/ 3384 w 250"/>
                  <a:gd name="T1" fmla="*/ 0 h 63"/>
                  <a:gd name="T2" fmla="*/ 1964 w 250"/>
                  <a:gd name="T3" fmla="*/ 779 h 63"/>
                  <a:gd name="T4" fmla="*/ 811 w 250"/>
                  <a:gd name="T5" fmla="*/ 762 h 63"/>
                  <a:gd name="T6" fmla="*/ 468 w 250"/>
                  <a:gd name="T7" fmla="*/ 630 h 63"/>
                  <a:gd name="T8" fmla="*/ 107 w 250"/>
                  <a:gd name="T9" fmla="*/ 779 h 63"/>
                  <a:gd name="T10" fmla="*/ 0 w 250"/>
                  <a:gd name="T11" fmla="*/ 1160 h 63"/>
                  <a:gd name="T12" fmla="*/ 282 w 250"/>
                  <a:gd name="T13" fmla="*/ 1230 h 63"/>
                  <a:gd name="T14" fmla="*/ 1128 w 250"/>
                  <a:gd name="T15" fmla="*/ 980 h 63"/>
                  <a:gd name="T16" fmla="*/ 1450 w 250"/>
                  <a:gd name="T17" fmla="*/ 980 h 63"/>
                  <a:gd name="T18" fmla="*/ 1808 w 250"/>
                  <a:gd name="T19" fmla="*/ 906 h 63"/>
                  <a:gd name="T20" fmla="*/ 2570 w 250"/>
                  <a:gd name="T21" fmla="*/ 1000 h 63"/>
                  <a:gd name="T22" fmla="*/ 3173 w 250"/>
                  <a:gd name="T23" fmla="*/ 1055 h 63"/>
                  <a:gd name="T24" fmla="*/ 3677 w 250"/>
                  <a:gd name="T25" fmla="*/ 930 h 63"/>
                  <a:gd name="T26" fmla="*/ 3402 w 250"/>
                  <a:gd name="T27" fmla="*/ 0 h 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0" h="63">
                    <a:moveTo>
                      <a:pt x="217" y="0"/>
                    </a:moveTo>
                    <a:cubicBezTo>
                      <a:pt x="189" y="14"/>
                      <a:pt x="157" y="29"/>
                      <a:pt x="126" y="37"/>
                    </a:cubicBezTo>
                    <a:cubicBezTo>
                      <a:pt x="102" y="44"/>
                      <a:pt x="76" y="42"/>
                      <a:pt x="52" y="36"/>
                    </a:cubicBezTo>
                    <a:cubicBezTo>
                      <a:pt x="45" y="34"/>
                      <a:pt x="37" y="32"/>
                      <a:pt x="30" y="30"/>
                    </a:cubicBezTo>
                    <a:cubicBezTo>
                      <a:pt x="18" y="28"/>
                      <a:pt x="13" y="28"/>
                      <a:pt x="7" y="37"/>
                    </a:cubicBezTo>
                    <a:cubicBezTo>
                      <a:pt x="4" y="42"/>
                      <a:pt x="0" y="49"/>
                      <a:pt x="0" y="55"/>
                    </a:cubicBezTo>
                    <a:cubicBezTo>
                      <a:pt x="2" y="63"/>
                      <a:pt x="11" y="60"/>
                      <a:pt x="18" y="58"/>
                    </a:cubicBezTo>
                    <a:cubicBezTo>
                      <a:pt x="35" y="53"/>
                      <a:pt x="54" y="48"/>
                      <a:pt x="72" y="46"/>
                    </a:cubicBezTo>
                    <a:cubicBezTo>
                      <a:pt x="79" y="46"/>
                      <a:pt x="86" y="47"/>
                      <a:pt x="93" y="46"/>
                    </a:cubicBezTo>
                    <a:cubicBezTo>
                      <a:pt x="101" y="45"/>
                      <a:pt x="108" y="43"/>
                      <a:pt x="116" y="43"/>
                    </a:cubicBezTo>
                    <a:cubicBezTo>
                      <a:pt x="133" y="42"/>
                      <a:pt x="148" y="44"/>
                      <a:pt x="165" y="47"/>
                    </a:cubicBezTo>
                    <a:cubicBezTo>
                      <a:pt x="178" y="49"/>
                      <a:pt x="190" y="50"/>
                      <a:pt x="204" y="50"/>
                    </a:cubicBezTo>
                    <a:cubicBezTo>
                      <a:pt x="217" y="51"/>
                      <a:pt x="228" y="54"/>
                      <a:pt x="236" y="44"/>
                    </a:cubicBezTo>
                    <a:cubicBezTo>
                      <a:pt x="250" y="28"/>
                      <a:pt x="237" y="8"/>
                      <a:pt x="218" y="0"/>
                    </a:cubicBezTo>
                  </a:path>
                </a:pathLst>
              </a:custGeom>
              <a:solidFill>
                <a:srgbClr val="E95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0" name="Freeform 927">
                <a:extLst>
                  <a:ext uri="{FF2B5EF4-FFF2-40B4-BE49-F238E27FC236}">
                    <a16:creationId xmlns:a16="http://schemas.microsoft.com/office/drawing/2014/main" id="{F5B6434A-C334-4B66-9A67-F07FC091D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658"/>
                <a:ext cx="351" cy="91"/>
              </a:xfrm>
              <a:custGeom>
                <a:avLst/>
                <a:gdLst>
                  <a:gd name="T0" fmla="*/ 2735 w 203"/>
                  <a:gd name="T1" fmla="*/ 0 h 49"/>
                  <a:gd name="T2" fmla="*/ 1594 w 203"/>
                  <a:gd name="T3" fmla="*/ 641 h 49"/>
                  <a:gd name="T4" fmla="*/ 661 w 203"/>
                  <a:gd name="T5" fmla="*/ 620 h 49"/>
                  <a:gd name="T6" fmla="*/ 382 w 203"/>
                  <a:gd name="T7" fmla="*/ 514 h 49"/>
                  <a:gd name="T8" fmla="*/ 107 w 203"/>
                  <a:gd name="T9" fmla="*/ 620 h 49"/>
                  <a:gd name="T10" fmla="*/ 16 w 203"/>
                  <a:gd name="T11" fmla="*/ 955 h 49"/>
                  <a:gd name="T12" fmla="*/ 233 w 203"/>
                  <a:gd name="T13" fmla="*/ 1001 h 49"/>
                  <a:gd name="T14" fmla="*/ 909 w 203"/>
                  <a:gd name="T15" fmla="*/ 793 h 49"/>
                  <a:gd name="T16" fmla="*/ 1172 w 203"/>
                  <a:gd name="T17" fmla="*/ 776 h 49"/>
                  <a:gd name="T18" fmla="*/ 1468 w 203"/>
                  <a:gd name="T19" fmla="*/ 724 h 49"/>
                  <a:gd name="T20" fmla="*/ 2071 w 203"/>
                  <a:gd name="T21" fmla="*/ 793 h 49"/>
                  <a:gd name="T22" fmla="*/ 2566 w 203"/>
                  <a:gd name="T23" fmla="*/ 858 h 49"/>
                  <a:gd name="T24" fmla="*/ 2965 w 203"/>
                  <a:gd name="T25" fmla="*/ 748 h 49"/>
                  <a:gd name="T26" fmla="*/ 2756 w 203"/>
                  <a:gd name="T27" fmla="*/ 0 h 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3" h="49">
                    <a:moveTo>
                      <a:pt x="177" y="0"/>
                    </a:moveTo>
                    <a:cubicBezTo>
                      <a:pt x="155" y="11"/>
                      <a:pt x="129" y="22"/>
                      <a:pt x="103" y="29"/>
                    </a:cubicBezTo>
                    <a:cubicBezTo>
                      <a:pt x="84" y="34"/>
                      <a:pt x="63" y="32"/>
                      <a:pt x="43" y="28"/>
                    </a:cubicBezTo>
                    <a:cubicBezTo>
                      <a:pt x="37" y="26"/>
                      <a:pt x="31" y="24"/>
                      <a:pt x="25" y="23"/>
                    </a:cubicBezTo>
                    <a:cubicBezTo>
                      <a:pt x="16" y="21"/>
                      <a:pt x="11" y="22"/>
                      <a:pt x="7" y="28"/>
                    </a:cubicBezTo>
                    <a:cubicBezTo>
                      <a:pt x="4" y="32"/>
                      <a:pt x="0" y="38"/>
                      <a:pt x="1" y="43"/>
                    </a:cubicBezTo>
                    <a:cubicBezTo>
                      <a:pt x="2" y="49"/>
                      <a:pt x="10" y="46"/>
                      <a:pt x="15" y="45"/>
                    </a:cubicBezTo>
                    <a:cubicBezTo>
                      <a:pt x="30" y="41"/>
                      <a:pt x="44" y="37"/>
                      <a:pt x="59" y="36"/>
                    </a:cubicBezTo>
                    <a:cubicBezTo>
                      <a:pt x="65" y="35"/>
                      <a:pt x="71" y="36"/>
                      <a:pt x="76" y="35"/>
                    </a:cubicBezTo>
                    <a:cubicBezTo>
                      <a:pt x="83" y="35"/>
                      <a:pt x="88" y="33"/>
                      <a:pt x="95" y="33"/>
                    </a:cubicBezTo>
                    <a:cubicBezTo>
                      <a:pt x="108" y="32"/>
                      <a:pt x="121" y="34"/>
                      <a:pt x="134" y="36"/>
                    </a:cubicBezTo>
                    <a:cubicBezTo>
                      <a:pt x="145" y="38"/>
                      <a:pt x="155" y="38"/>
                      <a:pt x="166" y="39"/>
                    </a:cubicBezTo>
                    <a:cubicBezTo>
                      <a:pt x="177" y="39"/>
                      <a:pt x="185" y="41"/>
                      <a:pt x="192" y="34"/>
                    </a:cubicBezTo>
                    <a:cubicBezTo>
                      <a:pt x="203" y="21"/>
                      <a:pt x="193" y="6"/>
                      <a:pt x="178" y="0"/>
                    </a:cubicBezTo>
                  </a:path>
                </a:pathLst>
              </a:custGeom>
              <a:solidFill>
                <a:srgbClr val="E74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1" name="Freeform 928">
                <a:extLst>
                  <a:ext uri="{FF2B5EF4-FFF2-40B4-BE49-F238E27FC236}">
                    <a16:creationId xmlns:a16="http://schemas.microsoft.com/office/drawing/2014/main" id="{CCBFDF3D-E278-4587-8C1B-8D7E44D8E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897"/>
                <a:ext cx="324" cy="752"/>
              </a:xfrm>
              <a:custGeom>
                <a:avLst/>
                <a:gdLst>
                  <a:gd name="T0" fmla="*/ 2855 w 187"/>
                  <a:gd name="T1" fmla="*/ 8634 h 407"/>
                  <a:gd name="T2" fmla="*/ 2855 w 187"/>
                  <a:gd name="T3" fmla="*/ 8610 h 407"/>
                  <a:gd name="T4" fmla="*/ 2642 w 187"/>
                  <a:gd name="T5" fmla="*/ 8551 h 407"/>
                  <a:gd name="T6" fmla="*/ 2557 w 187"/>
                  <a:gd name="T7" fmla="*/ 8377 h 407"/>
                  <a:gd name="T8" fmla="*/ 2278 w 187"/>
                  <a:gd name="T9" fmla="*/ 8224 h 407"/>
                  <a:gd name="T10" fmla="*/ 2029 w 187"/>
                  <a:gd name="T11" fmla="*/ 7217 h 407"/>
                  <a:gd name="T12" fmla="*/ 2093 w 187"/>
                  <a:gd name="T13" fmla="*/ 6155 h 407"/>
                  <a:gd name="T14" fmla="*/ 1488 w 187"/>
                  <a:gd name="T15" fmla="*/ 5619 h 407"/>
                  <a:gd name="T16" fmla="*/ 1327 w 187"/>
                  <a:gd name="T17" fmla="*/ 4591 h 407"/>
                  <a:gd name="T18" fmla="*/ 1254 w 187"/>
                  <a:gd name="T19" fmla="*/ 4606 h 407"/>
                  <a:gd name="T20" fmla="*/ 1294 w 187"/>
                  <a:gd name="T21" fmla="*/ 3786 h 407"/>
                  <a:gd name="T22" fmla="*/ 1107 w 187"/>
                  <a:gd name="T23" fmla="*/ 3533 h 407"/>
                  <a:gd name="T24" fmla="*/ 1029 w 187"/>
                  <a:gd name="T25" fmla="*/ 3171 h 407"/>
                  <a:gd name="T26" fmla="*/ 847 w 187"/>
                  <a:gd name="T27" fmla="*/ 2365 h 407"/>
                  <a:gd name="T28" fmla="*/ 1107 w 187"/>
                  <a:gd name="T29" fmla="*/ 1571 h 407"/>
                  <a:gd name="T30" fmla="*/ 1000 w 187"/>
                  <a:gd name="T31" fmla="*/ 661 h 407"/>
                  <a:gd name="T32" fmla="*/ 1107 w 187"/>
                  <a:gd name="T33" fmla="*/ 277 h 407"/>
                  <a:gd name="T34" fmla="*/ 1135 w 187"/>
                  <a:gd name="T35" fmla="*/ 105 h 407"/>
                  <a:gd name="T36" fmla="*/ 1254 w 187"/>
                  <a:gd name="T37" fmla="*/ 0 h 407"/>
                  <a:gd name="T38" fmla="*/ 1254 w 187"/>
                  <a:gd name="T39" fmla="*/ 0 h 407"/>
                  <a:gd name="T40" fmla="*/ 859 w 187"/>
                  <a:gd name="T41" fmla="*/ 105 h 407"/>
                  <a:gd name="T42" fmla="*/ 28 w 187"/>
                  <a:gd name="T43" fmla="*/ 410 h 407"/>
                  <a:gd name="T44" fmla="*/ 0 w 187"/>
                  <a:gd name="T45" fmla="*/ 431 h 407"/>
                  <a:gd name="T46" fmla="*/ 319 w 187"/>
                  <a:gd name="T47" fmla="*/ 560 h 407"/>
                  <a:gd name="T48" fmla="*/ 343 w 187"/>
                  <a:gd name="T49" fmla="*/ 1014 h 407"/>
                  <a:gd name="T50" fmla="*/ 729 w 187"/>
                  <a:gd name="T51" fmla="*/ 1622 h 407"/>
                  <a:gd name="T52" fmla="*/ 556 w 187"/>
                  <a:gd name="T53" fmla="*/ 2007 h 407"/>
                  <a:gd name="T54" fmla="*/ 639 w 187"/>
                  <a:gd name="T55" fmla="*/ 2626 h 407"/>
                  <a:gd name="T56" fmla="*/ 655 w 187"/>
                  <a:gd name="T57" fmla="*/ 3206 h 407"/>
                  <a:gd name="T58" fmla="*/ 958 w 187"/>
                  <a:gd name="T59" fmla="*/ 3507 h 407"/>
                  <a:gd name="T60" fmla="*/ 1093 w 187"/>
                  <a:gd name="T61" fmla="*/ 4113 h 407"/>
                  <a:gd name="T62" fmla="*/ 859 w 187"/>
                  <a:gd name="T63" fmla="*/ 4495 h 407"/>
                  <a:gd name="T64" fmla="*/ 922 w 187"/>
                  <a:gd name="T65" fmla="*/ 5031 h 407"/>
                  <a:gd name="T66" fmla="*/ 1045 w 187"/>
                  <a:gd name="T67" fmla="*/ 5707 h 407"/>
                  <a:gd name="T68" fmla="*/ 1837 w 187"/>
                  <a:gd name="T69" fmla="*/ 6435 h 407"/>
                  <a:gd name="T70" fmla="*/ 1660 w 187"/>
                  <a:gd name="T71" fmla="*/ 7108 h 407"/>
                  <a:gd name="T72" fmla="*/ 1701 w 187"/>
                  <a:gd name="T73" fmla="*/ 7725 h 407"/>
                  <a:gd name="T74" fmla="*/ 2386 w 187"/>
                  <a:gd name="T75" fmla="*/ 8634 h 407"/>
                  <a:gd name="T76" fmla="*/ 2777 w 187"/>
                  <a:gd name="T77" fmla="*/ 8691 h 407"/>
                  <a:gd name="T78" fmla="*/ 2876 w 187"/>
                  <a:gd name="T79" fmla="*/ 8760 h 407"/>
                  <a:gd name="T80" fmla="*/ 2918 w 187"/>
                  <a:gd name="T81" fmla="*/ 8566 h 407"/>
                  <a:gd name="T82" fmla="*/ 2855 w 187"/>
                  <a:gd name="T83" fmla="*/ 8634 h 40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87" h="407">
                    <a:moveTo>
                      <a:pt x="183" y="401"/>
                    </a:moveTo>
                    <a:cubicBezTo>
                      <a:pt x="183" y="401"/>
                      <a:pt x="183" y="401"/>
                      <a:pt x="183" y="400"/>
                    </a:cubicBezTo>
                    <a:cubicBezTo>
                      <a:pt x="178" y="401"/>
                      <a:pt x="173" y="399"/>
                      <a:pt x="169" y="397"/>
                    </a:cubicBezTo>
                    <a:cubicBezTo>
                      <a:pt x="167" y="395"/>
                      <a:pt x="165" y="392"/>
                      <a:pt x="164" y="389"/>
                    </a:cubicBezTo>
                    <a:cubicBezTo>
                      <a:pt x="163" y="388"/>
                      <a:pt x="150" y="384"/>
                      <a:pt x="146" y="382"/>
                    </a:cubicBezTo>
                    <a:cubicBezTo>
                      <a:pt x="130" y="372"/>
                      <a:pt x="128" y="352"/>
                      <a:pt x="130" y="335"/>
                    </a:cubicBezTo>
                    <a:cubicBezTo>
                      <a:pt x="132" y="320"/>
                      <a:pt x="144" y="303"/>
                      <a:pt x="134" y="286"/>
                    </a:cubicBezTo>
                    <a:cubicBezTo>
                      <a:pt x="127" y="272"/>
                      <a:pt x="107" y="271"/>
                      <a:pt x="95" y="261"/>
                    </a:cubicBezTo>
                    <a:cubicBezTo>
                      <a:pt x="83" y="250"/>
                      <a:pt x="84" y="227"/>
                      <a:pt x="85" y="213"/>
                    </a:cubicBezTo>
                    <a:cubicBezTo>
                      <a:pt x="83" y="214"/>
                      <a:pt x="82" y="213"/>
                      <a:pt x="80" y="214"/>
                    </a:cubicBezTo>
                    <a:cubicBezTo>
                      <a:pt x="69" y="201"/>
                      <a:pt x="89" y="192"/>
                      <a:pt x="83" y="176"/>
                    </a:cubicBezTo>
                    <a:cubicBezTo>
                      <a:pt x="81" y="169"/>
                      <a:pt x="75" y="169"/>
                      <a:pt x="71" y="164"/>
                    </a:cubicBezTo>
                    <a:cubicBezTo>
                      <a:pt x="67" y="159"/>
                      <a:pt x="68" y="153"/>
                      <a:pt x="66" y="147"/>
                    </a:cubicBezTo>
                    <a:cubicBezTo>
                      <a:pt x="61" y="133"/>
                      <a:pt x="55" y="125"/>
                      <a:pt x="54" y="110"/>
                    </a:cubicBezTo>
                    <a:cubicBezTo>
                      <a:pt x="54" y="97"/>
                      <a:pt x="57" y="75"/>
                      <a:pt x="71" y="73"/>
                    </a:cubicBezTo>
                    <a:cubicBezTo>
                      <a:pt x="73" y="57"/>
                      <a:pt x="62" y="46"/>
                      <a:pt x="64" y="31"/>
                    </a:cubicBezTo>
                    <a:cubicBezTo>
                      <a:pt x="64" y="24"/>
                      <a:pt x="68" y="19"/>
                      <a:pt x="71" y="13"/>
                    </a:cubicBezTo>
                    <a:cubicBezTo>
                      <a:pt x="72" y="10"/>
                      <a:pt x="72" y="7"/>
                      <a:pt x="73" y="5"/>
                    </a:cubicBezTo>
                    <a:cubicBezTo>
                      <a:pt x="75" y="3"/>
                      <a:pt x="77" y="2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2" y="2"/>
                      <a:pt x="64" y="3"/>
                      <a:pt x="55" y="5"/>
                    </a:cubicBezTo>
                    <a:cubicBezTo>
                      <a:pt x="55" y="5"/>
                      <a:pt x="32" y="11"/>
                      <a:pt x="2" y="19"/>
                    </a:cubicBezTo>
                    <a:cubicBezTo>
                      <a:pt x="2" y="20"/>
                      <a:pt x="0" y="20"/>
                      <a:pt x="0" y="20"/>
                    </a:cubicBezTo>
                    <a:cubicBezTo>
                      <a:pt x="5" y="23"/>
                      <a:pt x="15" y="22"/>
                      <a:pt x="20" y="26"/>
                    </a:cubicBezTo>
                    <a:cubicBezTo>
                      <a:pt x="24" y="33"/>
                      <a:pt x="29" y="40"/>
                      <a:pt x="22" y="47"/>
                    </a:cubicBezTo>
                    <a:cubicBezTo>
                      <a:pt x="40" y="43"/>
                      <a:pt x="56" y="54"/>
                      <a:pt x="47" y="75"/>
                    </a:cubicBezTo>
                    <a:cubicBezTo>
                      <a:pt x="44" y="83"/>
                      <a:pt x="35" y="82"/>
                      <a:pt x="36" y="93"/>
                    </a:cubicBezTo>
                    <a:cubicBezTo>
                      <a:pt x="36" y="102"/>
                      <a:pt x="41" y="112"/>
                      <a:pt x="41" y="122"/>
                    </a:cubicBezTo>
                    <a:cubicBezTo>
                      <a:pt x="42" y="129"/>
                      <a:pt x="40" y="143"/>
                      <a:pt x="42" y="149"/>
                    </a:cubicBezTo>
                    <a:cubicBezTo>
                      <a:pt x="45" y="158"/>
                      <a:pt x="55" y="158"/>
                      <a:pt x="61" y="163"/>
                    </a:cubicBezTo>
                    <a:cubicBezTo>
                      <a:pt x="68" y="170"/>
                      <a:pt x="73" y="182"/>
                      <a:pt x="70" y="191"/>
                    </a:cubicBezTo>
                    <a:cubicBezTo>
                      <a:pt x="67" y="198"/>
                      <a:pt x="59" y="202"/>
                      <a:pt x="55" y="209"/>
                    </a:cubicBezTo>
                    <a:cubicBezTo>
                      <a:pt x="62" y="216"/>
                      <a:pt x="58" y="225"/>
                      <a:pt x="59" y="234"/>
                    </a:cubicBezTo>
                    <a:cubicBezTo>
                      <a:pt x="60" y="243"/>
                      <a:pt x="63" y="257"/>
                      <a:pt x="67" y="265"/>
                    </a:cubicBezTo>
                    <a:cubicBezTo>
                      <a:pt x="78" y="285"/>
                      <a:pt x="108" y="274"/>
                      <a:pt x="118" y="299"/>
                    </a:cubicBezTo>
                    <a:cubicBezTo>
                      <a:pt x="122" y="308"/>
                      <a:pt x="108" y="321"/>
                      <a:pt x="106" y="330"/>
                    </a:cubicBezTo>
                    <a:cubicBezTo>
                      <a:pt x="105" y="340"/>
                      <a:pt x="109" y="350"/>
                      <a:pt x="109" y="359"/>
                    </a:cubicBezTo>
                    <a:cubicBezTo>
                      <a:pt x="109" y="382"/>
                      <a:pt x="128" y="397"/>
                      <a:pt x="153" y="401"/>
                    </a:cubicBezTo>
                    <a:cubicBezTo>
                      <a:pt x="162" y="402"/>
                      <a:pt x="170" y="400"/>
                      <a:pt x="178" y="404"/>
                    </a:cubicBezTo>
                    <a:cubicBezTo>
                      <a:pt x="180" y="405"/>
                      <a:pt x="182" y="406"/>
                      <a:pt x="184" y="407"/>
                    </a:cubicBezTo>
                    <a:cubicBezTo>
                      <a:pt x="185" y="402"/>
                      <a:pt x="187" y="399"/>
                      <a:pt x="187" y="398"/>
                    </a:cubicBezTo>
                    <a:cubicBezTo>
                      <a:pt x="187" y="398"/>
                      <a:pt x="186" y="400"/>
                      <a:pt x="183" y="401"/>
                    </a:cubicBezTo>
                    <a:close/>
                  </a:path>
                </a:pathLst>
              </a:custGeom>
              <a:solidFill>
                <a:srgbClr val="F7C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2" name="Freeform 929">
                <a:extLst>
                  <a:ext uri="{FF2B5EF4-FFF2-40B4-BE49-F238E27FC236}">
                    <a16:creationId xmlns:a16="http://schemas.microsoft.com/office/drawing/2014/main" id="{84FA5D68-9D64-4F70-8A6F-F7D77BDE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893"/>
                <a:ext cx="328" cy="752"/>
              </a:xfrm>
              <a:custGeom>
                <a:avLst/>
                <a:gdLst>
                  <a:gd name="T0" fmla="*/ 2912 w 189"/>
                  <a:gd name="T1" fmla="*/ 8634 h 407"/>
                  <a:gd name="T2" fmla="*/ 2912 w 189"/>
                  <a:gd name="T3" fmla="*/ 8610 h 407"/>
                  <a:gd name="T4" fmla="*/ 2678 w 189"/>
                  <a:gd name="T5" fmla="*/ 8551 h 407"/>
                  <a:gd name="T6" fmla="*/ 2593 w 189"/>
                  <a:gd name="T7" fmla="*/ 8357 h 407"/>
                  <a:gd name="T8" fmla="*/ 2331 w 189"/>
                  <a:gd name="T9" fmla="*/ 8207 h 407"/>
                  <a:gd name="T10" fmla="*/ 2076 w 189"/>
                  <a:gd name="T11" fmla="*/ 7217 h 407"/>
                  <a:gd name="T12" fmla="*/ 2145 w 189"/>
                  <a:gd name="T13" fmla="*/ 6155 h 407"/>
                  <a:gd name="T14" fmla="*/ 1515 w 189"/>
                  <a:gd name="T15" fmla="*/ 5619 h 407"/>
                  <a:gd name="T16" fmla="*/ 1371 w 189"/>
                  <a:gd name="T17" fmla="*/ 4591 h 407"/>
                  <a:gd name="T18" fmla="*/ 1281 w 189"/>
                  <a:gd name="T19" fmla="*/ 4591 h 407"/>
                  <a:gd name="T20" fmla="*/ 1343 w 189"/>
                  <a:gd name="T21" fmla="*/ 3766 h 407"/>
                  <a:gd name="T22" fmla="*/ 1151 w 189"/>
                  <a:gd name="T23" fmla="*/ 3533 h 407"/>
                  <a:gd name="T24" fmla="*/ 1052 w 189"/>
                  <a:gd name="T25" fmla="*/ 3148 h 407"/>
                  <a:gd name="T26" fmla="*/ 880 w 189"/>
                  <a:gd name="T27" fmla="*/ 2365 h 407"/>
                  <a:gd name="T28" fmla="*/ 1151 w 189"/>
                  <a:gd name="T29" fmla="*/ 1554 h 407"/>
                  <a:gd name="T30" fmla="*/ 1024 w 189"/>
                  <a:gd name="T31" fmla="*/ 661 h 407"/>
                  <a:gd name="T32" fmla="*/ 1135 w 189"/>
                  <a:gd name="T33" fmla="*/ 259 h 407"/>
                  <a:gd name="T34" fmla="*/ 1159 w 189"/>
                  <a:gd name="T35" fmla="*/ 81 h 407"/>
                  <a:gd name="T36" fmla="*/ 1281 w 189"/>
                  <a:gd name="T37" fmla="*/ 0 h 407"/>
                  <a:gd name="T38" fmla="*/ 1286 w 189"/>
                  <a:gd name="T39" fmla="*/ 0 h 407"/>
                  <a:gd name="T40" fmla="*/ 897 w 189"/>
                  <a:gd name="T41" fmla="*/ 105 h 407"/>
                  <a:gd name="T42" fmla="*/ 0 w 189"/>
                  <a:gd name="T43" fmla="*/ 410 h 407"/>
                  <a:gd name="T44" fmla="*/ 325 w 189"/>
                  <a:gd name="T45" fmla="*/ 560 h 407"/>
                  <a:gd name="T46" fmla="*/ 427 w 189"/>
                  <a:gd name="T47" fmla="*/ 1035 h 407"/>
                  <a:gd name="T48" fmla="*/ 774 w 189"/>
                  <a:gd name="T49" fmla="*/ 1595 h 407"/>
                  <a:gd name="T50" fmla="*/ 581 w 189"/>
                  <a:gd name="T51" fmla="*/ 2007 h 407"/>
                  <a:gd name="T52" fmla="*/ 680 w 189"/>
                  <a:gd name="T53" fmla="*/ 2611 h 407"/>
                  <a:gd name="T54" fmla="*/ 689 w 189"/>
                  <a:gd name="T55" fmla="*/ 3206 h 407"/>
                  <a:gd name="T56" fmla="*/ 979 w 189"/>
                  <a:gd name="T57" fmla="*/ 3507 h 407"/>
                  <a:gd name="T58" fmla="*/ 1114 w 189"/>
                  <a:gd name="T59" fmla="*/ 4093 h 407"/>
                  <a:gd name="T60" fmla="*/ 897 w 189"/>
                  <a:gd name="T61" fmla="*/ 4523 h 407"/>
                  <a:gd name="T62" fmla="*/ 939 w 189"/>
                  <a:gd name="T63" fmla="*/ 5031 h 407"/>
                  <a:gd name="T64" fmla="*/ 1086 w 189"/>
                  <a:gd name="T65" fmla="*/ 5707 h 407"/>
                  <a:gd name="T66" fmla="*/ 1876 w 189"/>
                  <a:gd name="T67" fmla="*/ 6421 h 407"/>
                  <a:gd name="T68" fmla="*/ 1761 w 189"/>
                  <a:gd name="T69" fmla="*/ 7084 h 407"/>
                  <a:gd name="T70" fmla="*/ 1699 w 189"/>
                  <a:gd name="T71" fmla="*/ 7688 h 407"/>
                  <a:gd name="T72" fmla="*/ 2421 w 189"/>
                  <a:gd name="T73" fmla="*/ 8634 h 407"/>
                  <a:gd name="T74" fmla="*/ 2822 w 189"/>
                  <a:gd name="T75" fmla="*/ 8684 h 407"/>
                  <a:gd name="T76" fmla="*/ 2933 w 189"/>
                  <a:gd name="T77" fmla="*/ 8760 h 407"/>
                  <a:gd name="T78" fmla="*/ 2973 w 189"/>
                  <a:gd name="T79" fmla="*/ 8566 h 407"/>
                  <a:gd name="T80" fmla="*/ 2912 w 189"/>
                  <a:gd name="T81" fmla="*/ 8634 h 40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89" h="407">
                    <a:moveTo>
                      <a:pt x="185" y="401"/>
                    </a:moveTo>
                    <a:cubicBezTo>
                      <a:pt x="185" y="401"/>
                      <a:pt x="185" y="400"/>
                      <a:pt x="185" y="400"/>
                    </a:cubicBezTo>
                    <a:cubicBezTo>
                      <a:pt x="180" y="400"/>
                      <a:pt x="175" y="399"/>
                      <a:pt x="170" y="397"/>
                    </a:cubicBezTo>
                    <a:cubicBezTo>
                      <a:pt x="169" y="394"/>
                      <a:pt x="166" y="392"/>
                      <a:pt x="165" y="388"/>
                    </a:cubicBezTo>
                    <a:cubicBezTo>
                      <a:pt x="164" y="388"/>
                      <a:pt x="152" y="384"/>
                      <a:pt x="148" y="381"/>
                    </a:cubicBezTo>
                    <a:cubicBezTo>
                      <a:pt x="131" y="372"/>
                      <a:pt x="130" y="352"/>
                      <a:pt x="132" y="335"/>
                    </a:cubicBezTo>
                    <a:cubicBezTo>
                      <a:pt x="133" y="319"/>
                      <a:pt x="145" y="303"/>
                      <a:pt x="136" y="286"/>
                    </a:cubicBezTo>
                    <a:cubicBezTo>
                      <a:pt x="128" y="272"/>
                      <a:pt x="108" y="271"/>
                      <a:pt x="96" y="261"/>
                    </a:cubicBezTo>
                    <a:cubicBezTo>
                      <a:pt x="84" y="250"/>
                      <a:pt x="85" y="227"/>
                      <a:pt x="87" y="213"/>
                    </a:cubicBezTo>
                    <a:cubicBezTo>
                      <a:pt x="85" y="213"/>
                      <a:pt x="83" y="213"/>
                      <a:pt x="81" y="213"/>
                    </a:cubicBezTo>
                    <a:cubicBezTo>
                      <a:pt x="71" y="201"/>
                      <a:pt x="90" y="191"/>
                      <a:pt x="85" y="175"/>
                    </a:cubicBezTo>
                    <a:cubicBezTo>
                      <a:pt x="82" y="169"/>
                      <a:pt x="76" y="168"/>
                      <a:pt x="73" y="164"/>
                    </a:cubicBezTo>
                    <a:cubicBezTo>
                      <a:pt x="69" y="159"/>
                      <a:pt x="69" y="153"/>
                      <a:pt x="67" y="146"/>
                    </a:cubicBezTo>
                    <a:cubicBezTo>
                      <a:pt x="63" y="133"/>
                      <a:pt x="56" y="125"/>
                      <a:pt x="56" y="110"/>
                    </a:cubicBezTo>
                    <a:cubicBezTo>
                      <a:pt x="55" y="97"/>
                      <a:pt x="59" y="75"/>
                      <a:pt x="73" y="72"/>
                    </a:cubicBezTo>
                    <a:cubicBezTo>
                      <a:pt x="74" y="57"/>
                      <a:pt x="64" y="46"/>
                      <a:pt x="65" y="31"/>
                    </a:cubicBezTo>
                    <a:cubicBezTo>
                      <a:pt x="66" y="23"/>
                      <a:pt x="70" y="19"/>
                      <a:pt x="72" y="12"/>
                    </a:cubicBezTo>
                    <a:cubicBezTo>
                      <a:pt x="73" y="10"/>
                      <a:pt x="74" y="7"/>
                      <a:pt x="74" y="4"/>
                    </a:cubicBezTo>
                    <a:cubicBezTo>
                      <a:pt x="76" y="3"/>
                      <a:pt x="79" y="2"/>
                      <a:pt x="81" y="0"/>
                    </a:cubicBezTo>
                    <a:cubicBezTo>
                      <a:pt x="81" y="0"/>
                      <a:pt x="81" y="0"/>
                      <a:pt x="82" y="0"/>
                    </a:cubicBezTo>
                    <a:cubicBezTo>
                      <a:pt x="73" y="1"/>
                      <a:pt x="65" y="3"/>
                      <a:pt x="57" y="5"/>
                    </a:cubicBezTo>
                    <a:cubicBezTo>
                      <a:pt x="57" y="5"/>
                      <a:pt x="1" y="18"/>
                      <a:pt x="0" y="19"/>
                    </a:cubicBezTo>
                    <a:cubicBezTo>
                      <a:pt x="6" y="22"/>
                      <a:pt x="16" y="21"/>
                      <a:pt x="21" y="26"/>
                    </a:cubicBezTo>
                    <a:cubicBezTo>
                      <a:pt x="25" y="32"/>
                      <a:pt x="34" y="41"/>
                      <a:pt x="27" y="48"/>
                    </a:cubicBezTo>
                    <a:cubicBezTo>
                      <a:pt x="45" y="45"/>
                      <a:pt x="57" y="53"/>
                      <a:pt x="49" y="74"/>
                    </a:cubicBezTo>
                    <a:cubicBezTo>
                      <a:pt x="45" y="83"/>
                      <a:pt x="37" y="82"/>
                      <a:pt x="37" y="93"/>
                    </a:cubicBezTo>
                    <a:cubicBezTo>
                      <a:pt x="37" y="102"/>
                      <a:pt x="42" y="112"/>
                      <a:pt x="43" y="121"/>
                    </a:cubicBezTo>
                    <a:cubicBezTo>
                      <a:pt x="43" y="128"/>
                      <a:pt x="41" y="143"/>
                      <a:pt x="44" y="149"/>
                    </a:cubicBezTo>
                    <a:cubicBezTo>
                      <a:pt x="47" y="157"/>
                      <a:pt x="56" y="158"/>
                      <a:pt x="62" y="163"/>
                    </a:cubicBezTo>
                    <a:cubicBezTo>
                      <a:pt x="69" y="169"/>
                      <a:pt x="74" y="182"/>
                      <a:pt x="71" y="190"/>
                    </a:cubicBezTo>
                    <a:cubicBezTo>
                      <a:pt x="69" y="198"/>
                      <a:pt x="62" y="203"/>
                      <a:pt x="57" y="210"/>
                    </a:cubicBezTo>
                    <a:cubicBezTo>
                      <a:pt x="64" y="217"/>
                      <a:pt x="59" y="225"/>
                      <a:pt x="60" y="234"/>
                    </a:cubicBezTo>
                    <a:cubicBezTo>
                      <a:pt x="61" y="242"/>
                      <a:pt x="65" y="257"/>
                      <a:pt x="69" y="265"/>
                    </a:cubicBezTo>
                    <a:cubicBezTo>
                      <a:pt x="80" y="285"/>
                      <a:pt x="109" y="273"/>
                      <a:pt x="119" y="298"/>
                    </a:cubicBezTo>
                    <a:cubicBezTo>
                      <a:pt x="123" y="308"/>
                      <a:pt x="114" y="319"/>
                      <a:pt x="112" y="329"/>
                    </a:cubicBezTo>
                    <a:cubicBezTo>
                      <a:pt x="111" y="339"/>
                      <a:pt x="108" y="347"/>
                      <a:pt x="108" y="357"/>
                    </a:cubicBezTo>
                    <a:cubicBezTo>
                      <a:pt x="108" y="379"/>
                      <a:pt x="129" y="397"/>
                      <a:pt x="154" y="401"/>
                    </a:cubicBezTo>
                    <a:cubicBezTo>
                      <a:pt x="163" y="402"/>
                      <a:pt x="171" y="400"/>
                      <a:pt x="179" y="403"/>
                    </a:cubicBezTo>
                    <a:cubicBezTo>
                      <a:pt x="181" y="404"/>
                      <a:pt x="184" y="406"/>
                      <a:pt x="186" y="407"/>
                    </a:cubicBezTo>
                    <a:cubicBezTo>
                      <a:pt x="186" y="402"/>
                      <a:pt x="188" y="398"/>
                      <a:pt x="189" y="398"/>
                    </a:cubicBezTo>
                    <a:cubicBezTo>
                      <a:pt x="188" y="398"/>
                      <a:pt x="187" y="400"/>
                      <a:pt x="185" y="401"/>
                    </a:cubicBezTo>
                    <a:close/>
                  </a:path>
                </a:pathLst>
              </a:custGeom>
              <a:solidFill>
                <a:srgbClr val="F7B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3" name="Freeform 930">
                <a:extLst>
                  <a:ext uri="{FF2B5EF4-FFF2-40B4-BE49-F238E27FC236}">
                    <a16:creationId xmlns:a16="http://schemas.microsoft.com/office/drawing/2014/main" id="{F6013B16-A31C-4654-871D-20D907D3A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892"/>
                <a:ext cx="329" cy="751"/>
              </a:xfrm>
              <a:custGeom>
                <a:avLst/>
                <a:gdLst>
                  <a:gd name="T0" fmla="*/ 2897 w 190"/>
                  <a:gd name="T1" fmla="*/ 8601 h 407"/>
                  <a:gd name="T2" fmla="*/ 2897 w 190"/>
                  <a:gd name="T3" fmla="*/ 8556 h 407"/>
                  <a:gd name="T4" fmla="*/ 2663 w 190"/>
                  <a:gd name="T5" fmla="*/ 8505 h 407"/>
                  <a:gd name="T6" fmla="*/ 2582 w 190"/>
                  <a:gd name="T7" fmla="*/ 8326 h 407"/>
                  <a:gd name="T8" fmla="*/ 2320 w 190"/>
                  <a:gd name="T9" fmla="*/ 8174 h 407"/>
                  <a:gd name="T10" fmla="*/ 2066 w 190"/>
                  <a:gd name="T11" fmla="*/ 7163 h 407"/>
                  <a:gd name="T12" fmla="*/ 2128 w 190"/>
                  <a:gd name="T13" fmla="*/ 6146 h 407"/>
                  <a:gd name="T14" fmla="*/ 1512 w 190"/>
                  <a:gd name="T15" fmla="*/ 5584 h 407"/>
                  <a:gd name="T16" fmla="*/ 1364 w 190"/>
                  <a:gd name="T17" fmla="*/ 4556 h 407"/>
                  <a:gd name="T18" fmla="*/ 1278 w 190"/>
                  <a:gd name="T19" fmla="*/ 4580 h 407"/>
                  <a:gd name="T20" fmla="*/ 1340 w 190"/>
                  <a:gd name="T21" fmla="*/ 3770 h 407"/>
                  <a:gd name="T22" fmla="*/ 1152 w 190"/>
                  <a:gd name="T23" fmla="*/ 3524 h 407"/>
                  <a:gd name="T24" fmla="*/ 1058 w 190"/>
                  <a:gd name="T25" fmla="*/ 3142 h 407"/>
                  <a:gd name="T26" fmla="*/ 888 w 190"/>
                  <a:gd name="T27" fmla="*/ 2356 h 407"/>
                  <a:gd name="T28" fmla="*/ 1152 w 190"/>
                  <a:gd name="T29" fmla="*/ 1563 h 407"/>
                  <a:gd name="T30" fmla="*/ 1022 w 190"/>
                  <a:gd name="T31" fmla="*/ 661 h 407"/>
                  <a:gd name="T32" fmla="*/ 1131 w 190"/>
                  <a:gd name="T33" fmla="*/ 275 h 407"/>
                  <a:gd name="T34" fmla="*/ 1169 w 190"/>
                  <a:gd name="T35" fmla="*/ 105 h 407"/>
                  <a:gd name="T36" fmla="*/ 1278 w 190"/>
                  <a:gd name="T37" fmla="*/ 24 h 407"/>
                  <a:gd name="T38" fmla="*/ 1292 w 190"/>
                  <a:gd name="T39" fmla="*/ 0 h 407"/>
                  <a:gd name="T40" fmla="*/ 899 w 190"/>
                  <a:gd name="T41" fmla="*/ 68 h 407"/>
                  <a:gd name="T42" fmla="*/ 0 w 190"/>
                  <a:gd name="T43" fmla="*/ 386 h 407"/>
                  <a:gd name="T44" fmla="*/ 341 w 190"/>
                  <a:gd name="T45" fmla="*/ 579 h 407"/>
                  <a:gd name="T46" fmla="*/ 419 w 190"/>
                  <a:gd name="T47" fmla="*/ 1031 h 407"/>
                  <a:gd name="T48" fmla="*/ 687 w 190"/>
                  <a:gd name="T49" fmla="*/ 1644 h 407"/>
                  <a:gd name="T50" fmla="*/ 590 w 190"/>
                  <a:gd name="T51" fmla="*/ 2006 h 407"/>
                  <a:gd name="T52" fmla="*/ 687 w 190"/>
                  <a:gd name="T53" fmla="*/ 2607 h 407"/>
                  <a:gd name="T54" fmla="*/ 701 w 190"/>
                  <a:gd name="T55" fmla="*/ 3211 h 407"/>
                  <a:gd name="T56" fmla="*/ 980 w 190"/>
                  <a:gd name="T57" fmla="*/ 3510 h 407"/>
                  <a:gd name="T58" fmla="*/ 1122 w 190"/>
                  <a:gd name="T59" fmla="*/ 4082 h 407"/>
                  <a:gd name="T60" fmla="*/ 899 w 190"/>
                  <a:gd name="T61" fmla="*/ 4430 h 407"/>
                  <a:gd name="T62" fmla="*/ 888 w 190"/>
                  <a:gd name="T63" fmla="*/ 5047 h 407"/>
                  <a:gd name="T64" fmla="*/ 1091 w 190"/>
                  <a:gd name="T65" fmla="*/ 5665 h 407"/>
                  <a:gd name="T66" fmla="*/ 1745 w 190"/>
                  <a:gd name="T67" fmla="*/ 6421 h 407"/>
                  <a:gd name="T68" fmla="*/ 1681 w 190"/>
                  <a:gd name="T69" fmla="*/ 6980 h 407"/>
                  <a:gd name="T70" fmla="*/ 1619 w 190"/>
                  <a:gd name="T71" fmla="*/ 7678 h 407"/>
                  <a:gd name="T72" fmla="*/ 2429 w 190"/>
                  <a:gd name="T73" fmla="*/ 8577 h 407"/>
                  <a:gd name="T74" fmla="*/ 2803 w 190"/>
                  <a:gd name="T75" fmla="*/ 8637 h 407"/>
                  <a:gd name="T76" fmla="*/ 2911 w 190"/>
                  <a:gd name="T77" fmla="*/ 8706 h 407"/>
                  <a:gd name="T78" fmla="*/ 2959 w 190"/>
                  <a:gd name="T79" fmla="*/ 8505 h 407"/>
                  <a:gd name="T80" fmla="*/ 2897 w 190"/>
                  <a:gd name="T81" fmla="*/ 8601 h 40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90" h="407">
                    <a:moveTo>
                      <a:pt x="186" y="402"/>
                    </a:moveTo>
                    <a:cubicBezTo>
                      <a:pt x="186" y="401"/>
                      <a:pt x="186" y="401"/>
                      <a:pt x="186" y="400"/>
                    </a:cubicBezTo>
                    <a:cubicBezTo>
                      <a:pt x="181" y="401"/>
                      <a:pt x="176" y="400"/>
                      <a:pt x="171" y="398"/>
                    </a:cubicBezTo>
                    <a:cubicBezTo>
                      <a:pt x="170" y="395"/>
                      <a:pt x="168" y="392"/>
                      <a:pt x="166" y="389"/>
                    </a:cubicBezTo>
                    <a:cubicBezTo>
                      <a:pt x="165" y="388"/>
                      <a:pt x="153" y="384"/>
                      <a:pt x="149" y="382"/>
                    </a:cubicBezTo>
                    <a:cubicBezTo>
                      <a:pt x="132" y="373"/>
                      <a:pt x="131" y="352"/>
                      <a:pt x="133" y="335"/>
                    </a:cubicBezTo>
                    <a:cubicBezTo>
                      <a:pt x="135" y="320"/>
                      <a:pt x="146" y="304"/>
                      <a:pt x="137" y="287"/>
                    </a:cubicBezTo>
                    <a:cubicBezTo>
                      <a:pt x="129" y="272"/>
                      <a:pt x="109" y="271"/>
                      <a:pt x="97" y="261"/>
                    </a:cubicBezTo>
                    <a:cubicBezTo>
                      <a:pt x="85" y="251"/>
                      <a:pt x="86" y="227"/>
                      <a:pt x="88" y="213"/>
                    </a:cubicBezTo>
                    <a:cubicBezTo>
                      <a:pt x="86" y="214"/>
                      <a:pt x="84" y="213"/>
                      <a:pt x="82" y="214"/>
                    </a:cubicBezTo>
                    <a:cubicBezTo>
                      <a:pt x="72" y="202"/>
                      <a:pt x="91" y="192"/>
                      <a:pt x="86" y="176"/>
                    </a:cubicBezTo>
                    <a:cubicBezTo>
                      <a:pt x="84" y="170"/>
                      <a:pt x="77" y="169"/>
                      <a:pt x="74" y="165"/>
                    </a:cubicBezTo>
                    <a:cubicBezTo>
                      <a:pt x="70" y="160"/>
                      <a:pt x="71" y="153"/>
                      <a:pt x="68" y="147"/>
                    </a:cubicBezTo>
                    <a:cubicBezTo>
                      <a:pt x="64" y="134"/>
                      <a:pt x="57" y="125"/>
                      <a:pt x="57" y="110"/>
                    </a:cubicBezTo>
                    <a:cubicBezTo>
                      <a:pt x="56" y="98"/>
                      <a:pt x="60" y="75"/>
                      <a:pt x="74" y="73"/>
                    </a:cubicBezTo>
                    <a:cubicBezTo>
                      <a:pt x="75" y="57"/>
                      <a:pt x="65" y="46"/>
                      <a:pt x="66" y="31"/>
                    </a:cubicBezTo>
                    <a:cubicBezTo>
                      <a:pt x="67" y="24"/>
                      <a:pt x="71" y="19"/>
                      <a:pt x="73" y="13"/>
                    </a:cubicBezTo>
                    <a:cubicBezTo>
                      <a:pt x="74" y="10"/>
                      <a:pt x="75" y="8"/>
                      <a:pt x="75" y="5"/>
                    </a:cubicBezTo>
                    <a:cubicBezTo>
                      <a:pt x="77" y="4"/>
                      <a:pt x="80" y="2"/>
                      <a:pt x="82" y="1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75" y="2"/>
                      <a:pt x="67" y="2"/>
                      <a:pt x="58" y="3"/>
                    </a:cubicBezTo>
                    <a:cubicBezTo>
                      <a:pt x="58" y="3"/>
                      <a:pt x="0" y="17"/>
                      <a:pt x="0" y="18"/>
                    </a:cubicBezTo>
                    <a:cubicBezTo>
                      <a:pt x="6" y="21"/>
                      <a:pt x="16" y="20"/>
                      <a:pt x="22" y="27"/>
                    </a:cubicBezTo>
                    <a:cubicBezTo>
                      <a:pt x="26" y="33"/>
                      <a:pt x="33" y="42"/>
                      <a:pt x="27" y="48"/>
                    </a:cubicBezTo>
                    <a:cubicBezTo>
                      <a:pt x="35" y="49"/>
                      <a:pt x="53" y="56"/>
                      <a:pt x="44" y="77"/>
                    </a:cubicBezTo>
                    <a:cubicBezTo>
                      <a:pt x="40" y="85"/>
                      <a:pt x="38" y="83"/>
                      <a:pt x="38" y="94"/>
                    </a:cubicBezTo>
                    <a:cubicBezTo>
                      <a:pt x="38" y="102"/>
                      <a:pt x="43" y="112"/>
                      <a:pt x="44" y="122"/>
                    </a:cubicBezTo>
                    <a:cubicBezTo>
                      <a:pt x="44" y="129"/>
                      <a:pt x="42" y="143"/>
                      <a:pt x="45" y="150"/>
                    </a:cubicBezTo>
                    <a:cubicBezTo>
                      <a:pt x="48" y="158"/>
                      <a:pt x="57" y="158"/>
                      <a:pt x="63" y="164"/>
                    </a:cubicBezTo>
                    <a:cubicBezTo>
                      <a:pt x="70" y="170"/>
                      <a:pt x="75" y="182"/>
                      <a:pt x="72" y="191"/>
                    </a:cubicBezTo>
                    <a:cubicBezTo>
                      <a:pt x="70" y="198"/>
                      <a:pt x="63" y="200"/>
                      <a:pt x="58" y="207"/>
                    </a:cubicBezTo>
                    <a:cubicBezTo>
                      <a:pt x="66" y="214"/>
                      <a:pt x="55" y="227"/>
                      <a:pt x="57" y="236"/>
                    </a:cubicBezTo>
                    <a:cubicBezTo>
                      <a:pt x="58" y="244"/>
                      <a:pt x="66" y="258"/>
                      <a:pt x="70" y="265"/>
                    </a:cubicBezTo>
                    <a:cubicBezTo>
                      <a:pt x="81" y="285"/>
                      <a:pt x="102" y="274"/>
                      <a:pt x="112" y="300"/>
                    </a:cubicBezTo>
                    <a:cubicBezTo>
                      <a:pt x="116" y="309"/>
                      <a:pt x="110" y="316"/>
                      <a:pt x="108" y="326"/>
                    </a:cubicBezTo>
                    <a:cubicBezTo>
                      <a:pt x="107" y="335"/>
                      <a:pt x="104" y="349"/>
                      <a:pt x="104" y="359"/>
                    </a:cubicBezTo>
                    <a:cubicBezTo>
                      <a:pt x="104" y="381"/>
                      <a:pt x="131" y="397"/>
                      <a:pt x="156" y="401"/>
                    </a:cubicBezTo>
                    <a:cubicBezTo>
                      <a:pt x="164" y="402"/>
                      <a:pt x="172" y="400"/>
                      <a:pt x="180" y="404"/>
                    </a:cubicBezTo>
                    <a:cubicBezTo>
                      <a:pt x="182" y="405"/>
                      <a:pt x="185" y="406"/>
                      <a:pt x="187" y="407"/>
                    </a:cubicBezTo>
                    <a:cubicBezTo>
                      <a:pt x="187" y="402"/>
                      <a:pt x="189" y="399"/>
                      <a:pt x="190" y="398"/>
                    </a:cubicBezTo>
                    <a:cubicBezTo>
                      <a:pt x="190" y="398"/>
                      <a:pt x="188" y="400"/>
                      <a:pt x="186" y="402"/>
                    </a:cubicBezTo>
                    <a:close/>
                  </a:path>
                </a:pathLst>
              </a:custGeom>
              <a:solidFill>
                <a:srgbClr val="F3A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4" name="Freeform 931">
                <a:extLst>
                  <a:ext uri="{FF2B5EF4-FFF2-40B4-BE49-F238E27FC236}">
                    <a16:creationId xmlns:a16="http://schemas.microsoft.com/office/drawing/2014/main" id="{94DE703A-8593-4DE6-8092-D1B0900BD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433"/>
                <a:ext cx="1320" cy="567"/>
              </a:xfrm>
              <a:custGeom>
                <a:avLst/>
                <a:gdLst>
                  <a:gd name="T0" fmla="*/ 11889 w 762"/>
                  <a:gd name="T1" fmla="*/ 3930 h 307"/>
                  <a:gd name="T2" fmla="*/ 11889 w 762"/>
                  <a:gd name="T3" fmla="*/ 3930 h 307"/>
                  <a:gd name="T4" fmla="*/ 10032 w 762"/>
                  <a:gd name="T5" fmla="*/ 1784 h 307"/>
                  <a:gd name="T6" fmla="*/ 8654 w 762"/>
                  <a:gd name="T7" fmla="*/ 2128 h 307"/>
                  <a:gd name="T8" fmla="*/ 9174 w 762"/>
                  <a:gd name="T9" fmla="*/ 2859 h 307"/>
                  <a:gd name="T10" fmla="*/ 6674 w 762"/>
                  <a:gd name="T11" fmla="*/ 194 h 307"/>
                  <a:gd name="T12" fmla="*/ 5396 w 762"/>
                  <a:gd name="T13" fmla="*/ 44 h 307"/>
                  <a:gd name="T14" fmla="*/ 4339 w 762"/>
                  <a:gd name="T15" fmla="*/ 632 h 307"/>
                  <a:gd name="T16" fmla="*/ 2434 w 762"/>
                  <a:gd name="T17" fmla="*/ 3049 h 307"/>
                  <a:gd name="T18" fmla="*/ 1918 w 762"/>
                  <a:gd name="T19" fmla="*/ 1719 h 307"/>
                  <a:gd name="T20" fmla="*/ 0 w 762"/>
                  <a:gd name="T21" fmla="*/ 3956 h 307"/>
                  <a:gd name="T22" fmla="*/ 0 w 762"/>
                  <a:gd name="T23" fmla="*/ 6597 h 307"/>
                  <a:gd name="T24" fmla="*/ 2541 w 762"/>
                  <a:gd name="T25" fmla="*/ 5506 h 307"/>
                  <a:gd name="T26" fmla="*/ 9347 w 762"/>
                  <a:gd name="T27" fmla="*/ 5454 h 307"/>
                  <a:gd name="T28" fmla="*/ 11889 w 762"/>
                  <a:gd name="T29" fmla="*/ 6597 h 307"/>
                  <a:gd name="T30" fmla="*/ 11889 w 762"/>
                  <a:gd name="T31" fmla="*/ 3930 h 30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62" h="307">
                    <a:moveTo>
                      <a:pt x="762" y="183"/>
                    </a:moveTo>
                    <a:cubicBezTo>
                      <a:pt x="762" y="183"/>
                      <a:pt x="762" y="183"/>
                      <a:pt x="762" y="183"/>
                    </a:cubicBezTo>
                    <a:cubicBezTo>
                      <a:pt x="685" y="109"/>
                      <a:pt x="680" y="110"/>
                      <a:pt x="643" y="83"/>
                    </a:cubicBezTo>
                    <a:cubicBezTo>
                      <a:pt x="579" y="38"/>
                      <a:pt x="544" y="64"/>
                      <a:pt x="555" y="99"/>
                    </a:cubicBezTo>
                    <a:cubicBezTo>
                      <a:pt x="565" y="122"/>
                      <a:pt x="572" y="133"/>
                      <a:pt x="588" y="133"/>
                    </a:cubicBezTo>
                    <a:cubicBezTo>
                      <a:pt x="545" y="147"/>
                      <a:pt x="491" y="28"/>
                      <a:pt x="428" y="9"/>
                    </a:cubicBezTo>
                    <a:cubicBezTo>
                      <a:pt x="406" y="2"/>
                      <a:pt x="367" y="0"/>
                      <a:pt x="346" y="2"/>
                    </a:cubicBezTo>
                    <a:cubicBezTo>
                      <a:pt x="325" y="5"/>
                      <a:pt x="300" y="15"/>
                      <a:pt x="278" y="29"/>
                    </a:cubicBezTo>
                    <a:cubicBezTo>
                      <a:pt x="247" y="51"/>
                      <a:pt x="192" y="131"/>
                      <a:pt x="156" y="142"/>
                    </a:cubicBezTo>
                    <a:cubicBezTo>
                      <a:pt x="225" y="76"/>
                      <a:pt x="146" y="59"/>
                      <a:pt x="123" y="80"/>
                    </a:cubicBezTo>
                    <a:cubicBezTo>
                      <a:pt x="57" y="127"/>
                      <a:pt x="40" y="160"/>
                      <a:pt x="0" y="184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55" y="283"/>
                      <a:pt x="163" y="256"/>
                      <a:pt x="163" y="256"/>
                    </a:cubicBezTo>
                    <a:cubicBezTo>
                      <a:pt x="338" y="215"/>
                      <a:pt x="491" y="229"/>
                      <a:pt x="599" y="254"/>
                    </a:cubicBezTo>
                    <a:cubicBezTo>
                      <a:pt x="599" y="253"/>
                      <a:pt x="762" y="307"/>
                      <a:pt x="762" y="307"/>
                    </a:cubicBezTo>
                    <a:lnTo>
                      <a:pt x="762" y="183"/>
                    </a:lnTo>
                    <a:close/>
                  </a:path>
                </a:pathLst>
              </a:custGeom>
              <a:solidFill>
                <a:srgbClr val="F4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5" name="Freeform 932">
                <a:extLst>
                  <a:ext uri="{FF2B5EF4-FFF2-40B4-BE49-F238E27FC236}">
                    <a16:creationId xmlns:a16="http://schemas.microsoft.com/office/drawing/2014/main" id="{D8301D25-FBEC-483D-9B49-4850036A73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1" y="1435"/>
                <a:ext cx="798" cy="460"/>
              </a:xfrm>
              <a:custGeom>
                <a:avLst/>
                <a:gdLst>
                  <a:gd name="T0" fmla="*/ 6436 w 461"/>
                  <a:gd name="T1" fmla="*/ 5289 h 249"/>
                  <a:gd name="T2" fmla="*/ 6633 w 461"/>
                  <a:gd name="T3" fmla="*/ 4949 h 249"/>
                  <a:gd name="T4" fmla="*/ 6742 w 461"/>
                  <a:gd name="T5" fmla="*/ 2900 h 249"/>
                  <a:gd name="T6" fmla="*/ 6742 w 461"/>
                  <a:gd name="T7" fmla="*/ 2887 h 249"/>
                  <a:gd name="T8" fmla="*/ 4291 w 461"/>
                  <a:gd name="T9" fmla="*/ 194 h 249"/>
                  <a:gd name="T10" fmla="*/ 3017 w 461"/>
                  <a:gd name="T11" fmla="*/ 44 h 249"/>
                  <a:gd name="T12" fmla="*/ 1956 w 461"/>
                  <a:gd name="T13" fmla="*/ 632 h 249"/>
                  <a:gd name="T14" fmla="*/ 62 w 461"/>
                  <a:gd name="T15" fmla="*/ 3052 h 249"/>
                  <a:gd name="T16" fmla="*/ 28 w 461"/>
                  <a:gd name="T17" fmla="*/ 3298 h 249"/>
                  <a:gd name="T18" fmla="*/ 512 w 461"/>
                  <a:gd name="T19" fmla="*/ 5357 h 249"/>
                  <a:gd name="T20" fmla="*/ 512 w 461"/>
                  <a:gd name="T21" fmla="*/ 5357 h 249"/>
                  <a:gd name="T22" fmla="*/ 6436 w 461"/>
                  <a:gd name="T23" fmla="*/ 5289 h 2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1" h="249">
                    <a:moveTo>
                      <a:pt x="414" y="246"/>
                    </a:moveTo>
                    <a:cubicBezTo>
                      <a:pt x="419" y="241"/>
                      <a:pt x="423" y="235"/>
                      <a:pt x="427" y="230"/>
                    </a:cubicBezTo>
                    <a:cubicBezTo>
                      <a:pt x="442" y="208"/>
                      <a:pt x="461" y="159"/>
                      <a:pt x="434" y="135"/>
                    </a:cubicBezTo>
                    <a:cubicBezTo>
                      <a:pt x="434" y="134"/>
                      <a:pt x="434" y="134"/>
                      <a:pt x="434" y="134"/>
                    </a:cubicBezTo>
                    <a:cubicBezTo>
                      <a:pt x="392" y="143"/>
                      <a:pt x="338" y="27"/>
                      <a:pt x="276" y="9"/>
                    </a:cubicBezTo>
                    <a:cubicBezTo>
                      <a:pt x="254" y="2"/>
                      <a:pt x="215" y="0"/>
                      <a:pt x="194" y="2"/>
                    </a:cubicBezTo>
                    <a:cubicBezTo>
                      <a:pt x="173" y="5"/>
                      <a:pt x="148" y="15"/>
                      <a:pt x="126" y="29"/>
                    </a:cubicBezTo>
                    <a:cubicBezTo>
                      <a:pt x="95" y="51"/>
                      <a:pt x="40" y="131"/>
                      <a:pt x="4" y="142"/>
                    </a:cubicBezTo>
                    <a:cubicBezTo>
                      <a:pt x="4" y="142"/>
                      <a:pt x="2" y="148"/>
                      <a:pt x="2" y="153"/>
                    </a:cubicBezTo>
                    <a:cubicBezTo>
                      <a:pt x="0" y="184"/>
                      <a:pt x="13" y="224"/>
                      <a:pt x="33" y="249"/>
                    </a:cubicBezTo>
                    <a:moveTo>
                      <a:pt x="33" y="249"/>
                    </a:moveTo>
                    <a:cubicBezTo>
                      <a:pt x="182" y="218"/>
                      <a:pt x="314" y="227"/>
                      <a:pt x="414" y="246"/>
                    </a:cubicBezTo>
                  </a:path>
                </a:pathLst>
              </a:custGeom>
              <a:solidFill>
                <a:srgbClr val="F1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6" name="Freeform 933">
                <a:extLst>
                  <a:ext uri="{FF2B5EF4-FFF2-40B4-BE49-F238E27FC236}">
                    <a16:creationId xmlns:a16="http://schemas.microsoft.com/office/drawing/2014/main" id="{72A5D38B-F2B2-472C-99DF-D2FE1C485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437"/>
                <a:ext cx="746" cy="458"/>
              </a:xfrm>
              <a:custGeom>
                <a:avLst/>
                <a:gdLst>
                  <a:gd name="T0" fmla="*/ 1598 w 431"/>
                  <a:gd name="T1" fmla="*/ 4999 h 248"/>
                  <a:gd name="T2" fmla="*/ 3401 w 431"/>
                  <a:gd name="T3" fmla="*/ 24 h 248"/>
                  <a:gd name="T4" fmla="*/ 3017 w 431"/>
                  <a:gd name="T5" fmla="*/ 24 h 248"/>
                  <a:gd name="T6" fmla="*/ 1956 w 431"/>
                  <a:gd name="T7" fmla="*/ 604 h 248"/>
                  <a:gd name="T8" fmla="*/ 62 w 431"/>
                  <a:gd name="T9" fmla="*/ 3021 h 248"/>
                  <a:gd name="T10" fmla="*/ 28 w 431"/>
                  <a:gd name="T11" fmla="*/ 3267 h 248"/>
                  <a:gd name="T12" fmla="*/ 512 w 431"/>
                  <a:gd name="T13" fmla="*/ 5328 h 248"/>
                  <a:gd name="T14" fmla="*/ 6435 w 431"/>
                  <a:gd name="T15" fmla="*/ 5260 h 248"/>
                  <a:gd name="T16" fmla="*/ 6633 w 431"/>
                  <a:gd name="T17" fmla="*/ 4918 h 248"/>
                  <a:gd name="T18" fmla="*/ 6695 w 431"/>
                  <a:gd name="T19" fmla="*/ 4768 h 248"/>
                  <a:gd name="T20" fmla="*/ 1598 w 431"/>
                  <a:gd name="T21" fmla="*/ 4999 h 2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1" h="248">
                    <a:moveTo>
                      <a:pt x="103" y="233"/>
                    </a:moveTo>
                    <a:cubicBezTo>
                      <a:pt x="29" y="139"/>
                      <a:pt x="121" y="10"/>
                      <a:pt x="219" y="1"/>
                    </a:cubicBezTo>
                    <a:cubicBezTo>
                      <a:pt x="209" y="0"/>
                      <a:pt x="201" y="1"/>
                      <a:pt x="194" y="1"/>
                    </a:cubicBezTo>
                    <a:cubicBezTo>
                      <a:pt x="173" y="4"/>
                      <a:pt x="148" y="14"/>
                      <a:pt x="126" y="28"/>
                    </a:cubicBezTo>
                    <a:cubicBezTo>
                      <a:pt x="95" y="50"/>
                      <a:pt x="40" y="130"/>
                      <a:pt x="4" y="141"/>
                    </a:cubicBezTo>
                    <a:cubicBezTo>
                      <a:pt x="4" y="141"/>
                      <a:pt x="2" y="147"/>
                      <a:pt x="2" y="152"/>
                    </a:cubicBezTo>
                    <a:cubicBezTo>
                      <a:pt x="0" y="183"/>
                      <a:pt x="13" y="223"/>
                      <a:pt x="33" y="248"/>
                    </a:cubicBezTo>
                    <a:cubicBezTo>
                      <a:pt x="182" y="217"/>
                      <a:pt x="314" y="226"/>
                      <a:pt x="414" y="245"/>
                    </a:cubicBezTo>
                    <a:cubicBezTo>
                      <a:pt x="419" y="240"/>
                      <a:pt x="423" y="234"/>
                      <a:pt x="427" y="229"/>
                    </a:cubicBezTo>
                    <a:cubicBezTo>
                      <a:pt x="428" y="227"/>
                      <a:pt x="430" y="225"/>
                      <a:pt x="431" y="222"/>
                    </a:cubicBezTo>
                    <a:cubicBezTo>
                      <a:pt x="339" y="210"/>
                      <a:pt x="226" y="207"/>
                      <a:pt x="103" y="233"/>
                    </a:cubicBezTo>
                    <a:close/>
                  </a:path>
                </a:pathLst>
              </a:custGeom>
              <a:solidFill>
                <a:srgbClr val="EF8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7" name="Freeform 934">
                <a:extLst>
                  <a:ext uri="{FF2B5EF4-FFF2-40B4-BE49-F238E27FC236}">
                    <a16:creationId xmlns:a16="http://schemas.microsoft.com/office/drawing/2014/main" id="{F4986F2F-0E5E-4AEF-8C7A-DBCF33092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435"/>
                <a:ext cx="774" cy="331"/>
              </a:xfrm>
              <a:custGeom>
                <a:avLst/>
                <a:gdLst>
                  <a:gd name="T0" fmla="*/ 1931 w 447"/>
                  <a:gd name="T1" fmla="*/ 1063 h 179"/>
                  <a:gd name="T2" fmla="*/ 2975 w 447"/>
                  <a:gd name="T3" fmla="*/ 349 h 179"/>
                  <a:gd name="T4" fmla="*/ 4251 w 447"/>
                  <a:gd name="T5" fmla="*/ 512 h 179"/>
                  <a:gd name="T6" fmla="*/ 6644 w 447"/>
                  <a:gd name="T7" fmla="*/ 3371 h 179"/>
                  <a:gd name="T8" fmla="*/ 6931 w 447"/>
                  <a:gd name="T9" fmla="*/ 3870 h 179"/>
                  <a:gd name="T10" fmla="*/ 6722 w 447"/>
                  <a:gd name="T11" fmla="*/ 2920 h 179"/>
                  <a:gd name="T12" fmla="*/ 6722 w 447"/>
                  <a:gd name="T13" fmla="*/ 2903 h 179"/>
                  <a:gd name="T14" fmla="*/ 4263 w 447"/>
                  <a:gd name="T15" fmla="*/ 194 h 179"/>
                  <a:gd name="T16" fmla="*/ 2987 w 447"/>
                  <a:gd name="T17" fmla="*/ 44 h 179"/>
                  <a:gd name="T18" fmla="*/ 1931 w 447"/>
                  <a:gd name="T19" fmla="*/ 632 h 179"/>
                  <a:gd name="T20" fmla="*/ 28 w 447"/>
                  <a:gd name="T21" fmla="*/ 3073 h 179"/>
                  <a:gd name="T22" fmla="*/ 0 w 447"/>
                  <a:gd name="T23" fmla="*/ 3306 h 179"/>
                  <a:gd name="T24" fmla="*/ 1931 w 447"/>
                  <a:gd name="T25" fmla="*/ 1063 h 1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7" h="179">
                    <a:moveTo>
                      <a:pt x="124" y="49"/>
                    </a:moveTo>
                    <a:cubicBezTo>
                      <a:pt x="146" y="35"/>
                      <a:pt x="170" y="18"/>
                      <a:pt x="191" y="16"/>
                    </a:cubicBezTo>
                    <a:cubicBezTo>
                      <a:pt x="213" y="14"/>
                      <a:pt x="251" y="17"/>
                      <a:pt x="273" y="24"/>
                    </a:cubicBezTo>
                    <a:cubicBezTo>
                      <a:pt x="314" y="37"/>
                      <a:pt x="427" y="156"/>
                      <a:pt x="427" y="156"/>
                    </a:cubicBezTo>
                    <a:cubicBezTo>
                      <a:pt x="427" y="156"/>
                      <a:pt x="443" y="170"/>
                      <a:pt x="445" y="179"/>
                    </a:cubicBezTo>
                    <a:cubicBezTo>
                      <a:pt x="447" y="162"/>
                      <a:pt x="445" y="146"/>
                      <a:pt x="432" y="135"/>
                    </a:cubicBezTo>
                    <a:cubicBezTo>
                      <a:pt x="432" y="134"/>
                      <a:pt x="432" y="134"/>
                      <a:pt x="432" y="134"/>
                    </a:cubicBezTo>
                    <a:cubicBezTo>
                      <a:pt x="390" y="143"/>
                      <a:pt x="336" y="27"/>
                      <a:pt x="274" y="9"/>
                    </a:cubicBezTo>
                    <a:cubicBezTo>
                      <a:pt x="252" y="2"/>
                      <a:pt x="213" y="0"/>
                      <a:pt x="192" y="2"/>
                    </a:cubicBezTo>
                    <a:cubicBezTo>
                      <a:pt x="171" y="5"/>
                      <a:pt x="146" y="15"/>
                      <a:pt x="124" y="29"/>
                    </a:cubicBezTo>
                    <a:cubicBezTo>
                      <a:pt x="93" y="51"/>
                      <a:pt x="38" y="131"/>
                      <a:pt x="2" y="14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35" y="147"/>
                      <a:pt x="93" y="71"/>
                      <a:pt x="124" y="49"/>
                    </a:cubicBezTo>
                    <a:close/>
                  </a:path>
                </a:pathLst>
              </a:custGeom>
              <a:solidFill>
                <a:srgbClr val="E97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8" name="Freeform 935">
                <a:extLst>
                  <a:ext uri="{FF2B5EF4-FFF2-40B4-BE49-F238E27FC236}">
                    <a16:creationId xmlns:a16="http://schemas.microsoft.com/office/drawing/2014/main" id="{9159A5E8-2A76-45D7-80E9-E6E60FFF7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117"/>
                <a:ext cx="1322" cy="658"/>
              </a:xfrm>
              <a:custGeom>
                <a:avLst/>
                <a:gdLst>
                  <a:gd name="T0" fmla="*/ 1918 w 763"/>
                  <a:gd name="T1" fmla="*/ 5436 h 356"/>
                  <a:gd name="T2" fmla="*/ 2450 w 763"/>
                  <a:gd name="T3" fmla="*/ 6757 h 356"/>
                  <a:gd name="T4" fmla="*/ 2498 w 763"/>
                  <a:gd name="T5" fmla="*/ 6757 h 356"/>
                  <a:gd name="T6" fmla="*/ 4344 w 763"/>
                  <a:gd name="T7" fmla="*/ 4345 h 356"/>
                  <a:gd name="T8" fmla="*/ 5397 w 763"/>
                  <a:gd name="T9" fmla="*/ 3758 h 356"/>
                  <a:gd name="T10" fmla="*/ 6688 w 763"/>
                  <a:gd name="T11" fmla="*/ 3907 h 356"/>
                  <a:gd name="T12" fmla="*/ 9186 w 763"/>
                  <a:gd name="T13" fmla="*/ 6580 h 356"/>
                  <a:gd name="T14" fmla="*/ 8670 w 763"/>
                  <a:gd name="T15" fmla="*/ 5848 h 356"/>
                  <a:gd name="T16" fmla="*/ 10039 w 763"/>
                  <a:gd name="T17" fmla="*/ 5501 h 356"/>
                  <a:gd name="T18" fmla="*/ 11896 w 763"/>
                  <a:gd name="T19" fmla="*/ 7680 h 356"/>
                  <a:gd name="T20" fmla="*/ 11915 w 763"/>
                  <a:gd name="T21" fmla="*/ 7680 h 356"/>
                  <a:gd name="T22" fmla="*/ 9486 w 763"/>
                  <a:gd name="T23" fmla="*/ 2545 h 356"/>
                  <a:gd name="T24" fmla="*/ 2422 w 763"/>
                  <a:gd name="T25" fmla="*/ 2545 h 356"/>
                  <a:gd name="T26" fmla="*/ 0 w 763"/>
                  <a:gd name="T27" fmla="*/ 7680 h 356"/>
                  <a:gd name="T28" fmla="*/ 0 w 763"/>
                  <a:gd name="T29" fmla="*/ 7680 h 356"/>
                  <a:gd name="T30" fmla="*/ 1918 w 763"/>
                  <a:gd name="T31" fmla="*/ 5436 h 3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63" h="356">
                    <a:moveTo>
                      <a:pt x="123" y="252"/>
                    </a:moveTo>
                    <a:cubicBezTo>
                      <a:pt x="146" y="231"/>
                      <a:pt x="224" y="248"/>
                      <a:pt x="157" y="313"/>
                    </a:cubicBezTo>
                    <a:cubicBezTo>
                      <a:pt x="158" y="313"/>
                      <a:pt x="159" y="313"/>
                      <a:pt x="160" y="313"/>
                    </a:cubicBezTo>
                    <a:cubicBezTo>
                      <a:pt x="196" y="297"/>
                      <a:pt x="248" y="222"/>
                      <a:pt x="278" y="201"/>
                    </a:cubicBezTo>
                    <a:cubicBezTo>
                      <a:pt x="300" y="187"/>
                      <a:pt x="325" y="177"/>
                      <a:pt x="346" y="174"/>
                    </a:cubicBezTo>
                    <a:cubicBezTo>
                      <a:pt x="367" y="172"/>
                      <a:pt x="406" y="174"/>
                      <a:pt x="428" y="181"/>
                    </a:cubicBezTo>
                    <a:cubicBezTo>
                      <a:pt x="491" y="200"/>
                      <a:pt x="545" y="319"/>
                      <a:pt x="588" y="305"/>
                    </a:cubicBezTo>
                    <a:cubicBezTo>
                      <a:pt x="572" y="305"/>
                      <a:pt x="565" y="294"/>
                      <a:pt x="555" y="271"/>
                    </a:cubicBezTo>
                    <a:cubicBezTo>
                      <a:pt x="544" y="236"/>
                      <a:pt x="579" y="210"/>
                      <a:pt x="643" y="255"/>
                    </a:cubicBezTo>
                    <a:cubicBezTo>
                      <a:pt x="681" y="282"/>
                      <a:pt x="685" y="281"/>
                      <a:pt x="762" y="356"/>
                    </a:cubicBezTo>
                    <a:cubicBezTo>
                      <a:pt x="763" y="356"/>
                      <a:pt x="763" y="356"/>
                      <a:pt x="763" y="356"/>
                    </a:cubicBezTo>
                    <a:cubicBezTo>
                      <a:pt x="608" y="118"/>
                      <a:pt x="608" y="118"/>
                      <a:pt x="608" y="118"/>
                    </a:cubicBezTo>
                    <a:cubicBezTo>
                      <a:pt x="608" y="118"/>
                      <a:pt x="401" y="0"/>
                      <a:pt x="155" y="118"/>
                    </a:cubicBezTo>
                    <a:cubicBezTo>
                      <a:pt x="0" y="356"/>
                      <a:pt x="0" y="356"/>
                      <a:pt x="0" y="356"/>
                    </a:cubicBezTo>
                    <a:cubicBezTo>
                      <a:pt x="0" y="356"/>
                      <a:pt x="0" y="356"/>
                      <a:pt x="0" y="356"/>
                    </a:cubicBezTo>
                    <a:cubicBezTo>
                      <a:pt x="40" y="331"/>
                      <a:pt x="57" y="299"/>
                      <a:pt x="123" y="252"/>
                    </a:cubicBezTo>
                    <a:close/>
                  </a:path>
                </a:pathLst>
              </a:custGeom>
              <a:solidFill>
                <a:srgbClr val="F9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9" name="Freeform 936">
                <a:extLst>
                  <a:ext uri="{FF2B5EF4-FFF2-40B4-BE49-F238E27FC236}">
                    <a16:creationId xmlns:a16="http://schemas.microsoft.com/office/drawing/2014/main" id="{F07F4DBE-2514-48F9-B283-454B59AF6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250"/>
                <a:ext cx="1158" cy="460"/>
              </a:xfrm>
              <a:custGeom>
                <a:avLst/>
                <a:gdLst>
                  <a:gd name="T0" fmla="*/ 10394 w 669"/>
                  <a:gd name="T1" fmla="*/ 5075 h 249"/>
                  <a:gd name="T2" fmla="*/ 9325 w 669"/>
                  <a:gd name="T3" fmla="*/ 3935 h 249"/>
                  <a:gd name="T4" fmla="*/ 7955 w 669"/>
                  <a:gd name="T5" fmla="*/ 4286 h 249"/>
                  <a:gd name="T6" fmla="*/ 8464 w 669"/>
                  <a:gd name="T7" fmla="*/ 5006 h 249"/>
                  <a:gd name="T8" fmla="*/ 5980 w 669"/>
                  <a:gd name="T9" fmla="*/ 2337 h 249"/>
                  <a:gd name="T10" fmla="*/ 4705 w 669"/>
                  <a:gd name="T11" fmla="*/ 2187 h 249"/>
                  <a:gd name="T12" fmla="*/ 3652 w 669"/>
                  <a:gd name="T13" fmla="*/ 2775 h 249"/>
                  <a:gd name="T14" fmla="*/ 1821 w 669"/>
                  <a:gd name="T15" fmla="*/ 5184 h 249"/>
                  <a:gd name="T16" fmla="*/ 1767 w 669"/>
                  <a:gd name="T17" fmla="*/ 5184 h 249"/>
                  <a:gd name="T18" fmla="*/ 1241 w 669"/>
                  <a:gd name="T19" fmla="*/ 3878 h 249"/>
                  <a:gd name="T20" fmla="*/ 0 w 669"/>
                  <a:gd name="T21" fmla="*/ 5357 h 249"/>
                  <a:gd name="T22" fmla="*/ 935 w 669"/>
                  <a:gd name="T23" fmla="*/ 3229 h 249"/>
                  <a:gd name="T24" fmla="*/ 1975 w 669"/>
                  <a:gd name="T25" fmla="*/ 1443 h 249"/>
                  <a:gd name="T26" fmla="*/ 4300 w 669"/>
                  <a:gd name="T27" fmla="*/ 209 h 249"/>
                  <a:gd name="T28" fmla="*/ 7010 w 669"/>
                  <a:gd name="T29" fmla="*/ 386 h 249"/>
                  <a:gd name="T30" fmla="*/ 8797 w 669"/>
                  <a:gd name="T31" fmla="*/ 1720 h 249"/>
                  <a:gd name="T32" fmla="*/ 10394 w 669"/>
                  <a:gd name="T33" fmla="*/ 5075 h 2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9" h="249">
                    <a:moveTo>
                      <a:pt x="669" y="236"/>
                    </a:moveTo>
                    <a:cubicBezTo>
                      <a:pt x="654" y="224"/>
                      <a:pt x="619" y="197"/>
                      <a:pt x="600" y="183"/>
                    </a:cubicBezTo>
                    <a:cubicBezTo>
                      <a:pt x="536" y="138"/>
                      <a:pt x="501" y="164"/>
                      <a:pt x="512" y="199"/>
                    </a:cubicBezTo>
                    <a:cubicBezTo>
                      <a:pt x="522" y="222"/>
                      <a:pt x="529" y="233"/>
                      <a:pt x="545" y="233"/>
                    </a:cubicBezTo>
                    <a:cubicBezTo>
                      <a:pt x="502" y="247"/>
                      <a:pt x="448" y="128"/>
                      <a:pt x="385" y="109"/>
                    </a:cubicBezTo>
                    <a:cubicBezTo>
                      <a:pt x="363" y="102"/>
                      <a:pt x="324" y="100"/>
                      <a:pt x="303" y="102"/>
                    </a:cubicBezTo>
                    <a:cubicBezTo>
                      <a:pt x="282" y="105"/>
                      <a:pt x="257" y="115"/>
                      <a:pt x="235" y="129"/>
                    </a:cubicBezTo>
                    <a:cubicBezTo>
                      <a:pt x="205" y="150"/>
                      <a:pt x="153" y="225"/>
                      <a:pt x="117" y="241"/>
                    </a:cubicBezTo>
                    <a:cubicBezTo>
                      <a:pt x="116" y="241"/>
                      <a:pt x="115" y="241"/>
                      <a:pt x="114" y="241"/>
                    </a:cubicBezTo>
                    <a:cubicBezTo>
                      <a:pt x="181" y="176"/>
                      <a:pt x="103" y="159"/>
                      <a:pt x="80" y="180"/>
                    </a:cubicBezTo>
                    <a:cubicBezTo>
                      <a:pt x="58" y="195"/>
                      <a:pt x="14" y="237"/>
                      <a:pt x="0" y="249"/>
                    </a:cubicBezTo>
                    <a:cubicBezTo>
                      <a:pt x="0" y="249"/>
                      <a:pt x="53" y="162"/>
                      <a:pt x="60" y="150"/>
                    </a:cubicBezTo>
                    <a:cubicBezTo>
                      <a:pt x="73" y="127"/>
                      <a:pt x="104" y="90"/>
                      <a:pt x="127" y="67"/>
                    </a:cubicBezTo>
                    <a:cubicBezTo>
                      <a:pt x="149" y="44"/>
                      <a:pt x="250" y="15"/>
                      <a:pt x="277" y="10"/>
                    </a:cubicBezTo>
                    <a:cubicBezTo>
                      <a:pt x="343" y="0"/>
                      <a:pt x="411" y="6"/>
                      <a:pt x="451" y="18"/>
                    </a:cubicBezTo>
                    <a:cubicBezTo>
                      <a:pt x="482" y="27"/>
                      <a:pt x="508" y="34"/>
                      <a:pt x="566" y="80"/>
                    </a:cubicBezTo>
                    <a:cubicBezTo>
                      <a:pt x="601" y="110"/>
                      <a:pt x="669" y="236"/>
                      <a:pt x="669" y="236"/>
                    </a:cubicBezTo>
                    <a:close/>
                  </a:path>
                </a:pathLst>
              </a:custGeom>
              <a:solidFill>
                <a:srgbClr val="F6B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0" name="Freeform 937">
                <a:extLst>
                  <a:ext uri="{FF2B5EF4-FFF2-40B4-BE49-F238E27FC236}">
                    <a16:creationId xmlns:a16="http://schemas.microsoft.com/office/drawing/2014/main" id="{767ED226-CE94-4703-8E58-9CE1E4CE4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286"/>
                <a:ext cx="1067" cy="421"/>
              </a:xfrm>
              <a:custGeom>
                <a:avLst/>
                <a:gdLst>
                  <a:gd name="T0" fmla="*/ 8888 w 616"/>
                  <a:gd name="T1" fmla="*/ 3519 h 228"/>
                  <a:gd name="T2" fmla="*/ 9605 w 616"/>
                  <a:gd name="T3" fmla="*/ 4230 h 228"/>
                  <a:gd name="T4" fmla="*/ 8371 w 616"/>
                  <a:gd name="T5" fmla="*/ 1719 h 228"/>
                  <a:gd name="T6" fmla="*/ 6601 w 616"/>
                  <a:gd name="T7" fmla="*/ 386 h 228"/>
                  <a:gd name="T8" fmla="*/ 3870 w 616"/>
                  <a:gd name="T9" fmla="*/ 209 h 228"/>
                  <a:gd name="T10" fmla="*/ 1528 w 616"/>
                  <a:gd name="T11" fmla="*/ 1442 h 228"/>
                  <a:gd name="T12" fmla="*/ 488 w 616"/>
                  <a:gd name="T13" fmla="*/ 3218 h 228"/>
                  <a:gd name="T14" fmla="*/ 0 w 616"/>
                  <a:gd name="T15" fmla="*/ 4286 h 228"/>
                  <a:gd name="T16" fmla="*/ 786 w 616"/>
                  <a:gd name="T17" fmla="*/ 3451 h 228"/>
                  <a:gd name="T18" fmla="*/ 1315 w 616"/>
                  <a:gd name="T19" fmla="*/ 4766 h 228"/>
                  <a:gd name="T20" fmla="*/ 1361 w 616"/>
                  <a:gd name="T21" fmla="*/ 4766 h 228"/>
                  <a:gd name="T22" fmla="*/ 3196 w 616"/>
                  <a:gd name="T23" fmla="*/ 2360 h 228"/>
                  <a:gd name="T24" fmla="*/ 4258 w 616"/>
                  <a:gd name="T25" fmla="*/ 1784 h 228"/>
                  <a:gd name="T26" fmla="*/ 5536 w 616"/>
                  <a:gd name="T27" fmla="*/ 1933 h 228"/>
                  <a:gd name="T28" fmla="*/ 8028 w 616"/>
                  <a:gd name="T29" fmla="*/ 4589 h 228"/>
                  <a:gd name="T30" fmla="*/ 7516 w 616"/>
                  <a:gd name="T31" fmla="*/ 3859 h 228"/>
                  <a:gd name="T32" fmla="*/ 8888 w 616"/>
                  <a:gd name="T33" fmla="*/ 3519 h 2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16" h="228">
                    <a:moveTo>
                      <a:pt x="570" y="164"/>
                    </a:moveTo>
                    <a:cubicBezTo>
                      <a:pt x="584" y="174"/>
                      <a:pt x="606" y="189"/>
                      <a:pt x="616" y="197"/>
                    </a:cubicBezTo>
                    <a:cubicBezTo>
                      <a:pt x="601" y="164"/>
                      <a:pt x="561" y="100"/>
                      <a:pt x="537" y="80"/>
                    </a:cubicBezTo>
                    <a:cubicBezTo>
                      <a:pt x="480" y="34"/>
                      <a:pt x="453" y="27"/>
                      <a:pt x="423" y="18"/>
                    </a:cubicBezTo>
                    <a:cubicBezTo>
                      <a:pt x="383" y="6"/>
                      <a:pt x="314" y="0"/>
                      <a:pt x="248" y="10"/>
                    </a:cubicBezTo>
                    <a:cubicBezTo>
                      <a:pt x="221" y="15"/>
                      <a:pt x="121" y="44"/>
                      <a:pt x="98" y="67"/>
                    </a:cubicBezTo>
                    <a:cubicBezTo>
                      <a:pt x="75" y="90"/>
                      <a:pt x="45" y="127"/>
                      <a:pt x="31" y="150"/>
                    </a:cubicBezTo>
                    <a:cubicBezTo>
                      <a:pt x="28" y="156"/>
                      <a:pt x="7" y="184"/>
                      <a:pt x="0" y="200"/>
                    </a:cubicBezTo>
                    <a:cubicBezTo>
                      <a:pt x="10" y="191"/>
                      <a:pt x="36" y="171"/>
                      <a:pt x="50" y="161"/>
                    </a:cubicBezTo>
                    <a:cubicBezTo>
                      <a:pt x="73" y="140"/>
                      <a:pt x="151" y="157"/>
                      <a:pt x="84" y="222"/>
                    </a:cubicBezTo>
                    <a:cubicBezTo>
                      <a:pt x="85" y="222"/>
                      <a:pt x="86" y="222"/>
                      <a:pt x="87" y="222"/>
                    </a:cubicBezTo>
                    <a:cubicBezTo>
                      <a:pt x="123" y="206"/>
                      <a:pt x="175" y="131"/>
                      <a:pt x="205" y="110"/>
                    </a:cubicBezTo>
                    <a:cubicBezTo>
                      <a:pt x="227" y="96"/>
                      <a:pt x="252" y="86"/>
                      <a:pt x="273" y="83"/>
                    </a:cubicBezTo>
                    <a:cubicBezTo>
                      <a:pt x="294" y="81"/>
                      <a:pt x="333" y="83"/>
                      <a:pt x="355" y="90"/>
                    </a:cubicBezTo>
                    <a:cubicBezTo>
                      <a:pt x="418" y="109"/>
                      <a:pt x="472" y="228"/>
                      <a:pt x="515" y="214"/>
                    </a:cubicBezTo>
                    <a:cubicBezTo>
                      <a:pt x="499" y="214"/>
                      <a:pt x="492" y="203"/>
                      <a:pt x="482" y="180"/>
                    </a:cubicBezTo>
                    <a:cubicBezTo>
                      <a:pt x="471" y="145"/>
                      <a:pt x="506" y="119"/>
                      <a:pt x="570" y="164"/>
                    </a:cubicBezTo>
                    <a:close/>
                  </a:path>
                </a:pathLst>
              </a:custGeom>
              <a:solidFill>
                <a:srgbClr val="F4A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1" name="Freeform 938">
                <a:extLst>
                  <a:ext uri="{FF2B5EF4-FFF2-40B4-BE49-F238E27FC236}">
                    <a16:creationId xmlns:a16="http://schemas.microsoft.com/office/drawing/2014/main" id="{1EB05870-E8A5-4E5F-8255-5000D3554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313"/>
                <a:ext cx="965" cy="394"/>
              </a:xfrm>
              <a:custGeom>
                <a:avLst/>
                <a:gdLst>
                  <a:gd name="T0" fmla="*/ 8441 w 557"/>
                  <a:gd name="T1" fmla="*/ 3233 h 213"/>
                  <a:gd name="T2" fmla="*/ 8695 w 557"/>
                  <a:gd name="T3" fmla="*/ 3487 h 213"/>
                  <a:gd name="T4" fmla="*/ 7930 w 557"/>
                  <a:gd name="T5" fmla="*/ 1913 h 213"/>
                  <a:gd name="T6" fmla="*/ 6114 w 557"/>
                  <a:gd name="T7" fmla="*/ 359 h 213"/>
                  <a:gd name="T8" fmla="*/ 3385 w 557"/>
                  <a:gd name="T9" fmla="*/ 233 h 213"/>
                  <a:gd name="T10" fmla="*/ 1081 w 557"/>
                  <a:gd name="T11" fmla="*/ 1626 h 213"/>
                  <a:gd name="T12" fmla="*/ 28 w 557"/>
                  <a:gd name="T13" fmla="*/ 3418 h 213"/>
                  <a:gd name="T14" fmla="*/ 0 w 557"/>
                  <a:gd name="T15" fmla="*/ 3487 h 213"/>
                  <a:gd name="T16" fmla="*/ 321 w 557"/>
                  <a:gd name="T17" fmla="*/ 3158 h 213"/>
                  <a:gd name="T18" fmla="*/ 858 w 557"/>
                  <a:gd name="T19" fmla="*/ 4482 h 213"/>
                  <a:gd name="T20" fmla="*/ 901 w 557"/>
                  <a:gd name="T21" fmla="*/ 4482 h 213"/>
                  <a:gd name="T22" fmla="*/ 2746 w 557"/>
                  <a:gd name="T23" fmla="*/ 2062 h 213"/>
                  <a:gd name="T24" fmla="*/ 3811 w 557"/>
                  <a:gd name="T25" fmla="*/ 1474 h 213"/>
                  <a:gd name="T26" fmla="*/ 5090 w 557"/>
                  <a:gd name="T27" fmla="*/ 1626 h 213"/>
                  <a:gd name="T28" fmla="*/ 7588 w 557"/>
                  <a:gd name="T29" fmla="*/ 4312 h 213"/>
                  <a:gd name="T30" fmla="*/ 7072 w 557"/>
                  <a:gd name="T31" fmla="*/ 3568 h 213"/>
                  <a:gd name="T32" fmla="*/ 8441 w 557"/>
                  <a:gd name="T33" fmla="*/ 3233 h 2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57" h="213">
                    <a:moveTo>
                      <a:pt x="541" y="149"/>
                    </a:moveTo>
                    <a:cubicBezTo>
                      <a:pt x="547" y="154"/>
                      <a:pt x="553" y="157"/>
                      <a:pt x="557" y="161"/>
                    </a:cubicBezTo>
                    <a:cubicBezTo>
                      <a:pt x="543" y="132"/>
                      <a:pt x="525" y="102"/>
                      <a:pt x="508" y="88"/>
                    </a:cubicBezTo>
                    <a:cubicBezTo>
                      <a:pt x="450" y="42"/>
                      <a:pt x="423" y="26"/>
                      <a:pt x="392" y="17"/>
                    </a:cubicBezTo>
                    <a:cubicBezTo>
                      <a:pt x="352" y="5"/>
                      <a:pt x="283" y="0"/>
                      <a:pt x="217" y="11"/>
                    </a:cubicBezTo>
                    <a:cubicBezTo>
                      <a:pt x="190" y="15"/>
                      <a:pt x="91" y="52"/>
                      <a:pt x="69" y="75"/>
                    </a:cubicBezTo>
                    <a:cubicBezTo>
                      <a:pt x="46" y="98"/>
                      <a:pt x="15" y="135"/>
                      <a:pt x="2" y="158"/>
                    </a:cubicBezTo>
                    <a:cubicBezTo>
                      <a:pt x="2" y="159"/>
                      <a:pt x="1" y="160"/>
                      <a:pt x="0" y="161"/>
                    </a:cubicBezTo>
                    <a:cubicBezTo>
                      <a:pt x="7" y="156"/>
                      <a:pt x="14" y="151"/>
                      <a:pt x="21" y="146"/>
                    </a:cubicBezTo>
                    <a:cubicBezTo>
                      <a:pt x="44" y="125"/>
                      <a:pt x="122" y="142"/>
                      <a:pt x="55" y="207"/>
                    </a:cubicBezTo>
                    <a:cubicBezTo>
                      <a:pt x="56" y="207"/>
                      <a:pt x="57" y="207"/>
                      <a:pt x="58" y="207"/>
                    </a:cubicBezTo>
                    <a:cubicBezTo>
                      <a:pt x="94" y="191"/>
                      <a:pt x="146" y="116"/>
                      <a:pt x="176" y="95"/>
                    </a:cubicBezTo>
                    <a:cubicBezTo>
                      <a:pt x="198" y="81"/>
                      <a:pt x="223" y="71"/>
                      <a:pt x="244" y="68"/>
                    </a:cubicBezTo>
                    <a:cubicBezTo>
                      <a:pt x="265" y="66"/>
                      <a:pt x="304" y="68"/>
                      <a:pt x="326" y="75"/>
                    </a:cubicBezTo>
                    <a:cubicBezTo>
                      <a:pt x="389" y="94"/>
                      <a:pt x="443" y="213"/>
                      <a:pt x="486" y="199"/>
                    </a:cubicBezTo>
                    <a:cubicBezTo>
                      <a:pt x="470" y="199"/>
                      <a:pt x="463" y="188"/>
                      <a:pt x="453" y="165"/>
                    </a:cubicBezTo>
                    <a:cubicBezTo>
                      <a:pt x="442" y="130"/>
                      <a:pt x="477" y="104"/>
                      <a:pt x="541" y="149"/>
                    </a:cubicBezTo>
                    <a:close/>
                  </a:path>
                </a:pathLst>
              </a:custGeom>
              <a:solidFill>
                <a:srgbClr val="F2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2" name="Freeform 939">
                <a:extLst>
                  <a:ext uri="{FF2B5EF4-FFF2-40B4-BE49-F238E27FC236}">
                    <a16:creationId xmlns:a16="http://schemas.microsoft.com/office/drawing/2014/main" id="{04615011-D18C-4C8E-ABD4-F530FF5C1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334"/>
                <a:ext cx="819" cy="373"/>
              </a:xfrm>
              <a:custGeom>
                <a:avLst/>
                <a:gdLst>
                  <a:gd name="T0" fmla="*/ 7361 w 473"/>
                  <a:gd name="T1" fmla="*/ 2581 h 202"/>
                  <a:gd name="T2" fmla="*/ 7004 w 473"/>
                  <a:gd name="T3" fmla="*/ 1909 h 202"/>
                  <a:gd name="T4" fmla="*/ 5321 w 473"/>
                  <a:gd name="T5" fmla="*/ 454 h 202"/>
                  <a:gd name="T6" fmla="*/ 2876 w 473"/>
                  <a:gd name="T7" fmla="*/ 233 h 202"/>
                  <a:gd name="T8" fmla="*/ 725 w 473"/>
                  <a:gd name="T9" fmla="*/ 1592 h 202"/>
                  <a:gd name="T10" fmla="*/ 0 w 473"/>
                  <a:gd name="T11" fmla="*/ 2744 h 202"/>
                  <a:gd name="T12" fmla="*/ 296 w 473"/>
                  <a:gd name="T13" fmla="*/ 4205 h 202"/>
                  <a:gd name="T14" fmla="*/ 341 w 473"/>
                  <a:gd name="T15" fmla="*/ 4205 h 202"/>
                  <a:gd name="T16" fmla="*/ 2173 w 473"/>
                  <a:gd name="T17" fmla="*/ 1800 h 202"/>
                  <a:gd name="T18" fmla="*/ 3234 w 473"/>
                  <a:gd name="T19" fmla="*/ 1221 h 202"/>
                  <a:gd name="T20" fmla="*/ 4512 w 473"/>
                  <a:gd name="T21" fmla="*/ 1374 h 202"/>
                  <a:gd name="T22" fmla="*/ 7004 w 473"/>
                  <a:gd name="T23" fmla="*/ 4037 h 202"/>
                  <a:gd name="T24" fmla="*/ 6488 w 473"/>
                  <a:gd name="T25" fmla="*/ 3300 h 202"/>
                  <a:gd name="T26" fmla="*/ 7361 w 473"/>
                  <a:gd name="T27" fmla="*/ 2581 h 20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3" h="202">
                    <a:moveTo>
                      <a:pt x="473" y="120"/>
                    </a:moveTo>
                    <a:cubicBezTo>
                      <a:pt x="465" y="107"/>
                      <a:pt x="457" y="96"/>
                      <a:pt x="450" y="89"/>
                    </a:cubicBezTo>
                    <a:cubicBezTo>
                      <a:pt x="397" y="43"/>
                      <a:pt x="370" y="30"/>
                      <a:pt x="342" y="21"/>
                    </a:cubicBezTo>
                    <a:cubicBezTo>
                      <a:pt x="306" y="9"/>
                      <a:pt x="245" y="0"/>
                      <a:pt x="185" y="11"/>
                    </a:cubicBezTo>
                    <a:cubicBezTo>
                      <a:pt x="160" y="15"/>
                      <a:pt x="67" y="51"/>
                      <a:pt x="47" y="74"/>
                    </a:cubicBezTo>
                    <a:cubicBezTo>
                      <a:pt x="34" y="88"/>
                      <a:pt x="12" y="110"/>
                      <a:pt x="0" y="128"/>
                    </a:cubicBezTo>
                    <a:cubicBezTo>
                      <a:pt x="39" y="123"/>
                      <a:pt x="69" y="148"/>
                      <a:pt x="19" y="196"/>
                    </a:cubicBezTo>
                    <a:cubicBezTo>
                      <a:pt x="20" y="196"/>
                      <a:pt x="21" y="196"/>
                      <a:pt x="22" y="196"/>
                    </a:cubicBezTo>
                    <a:cubicBezTo>
                      <a:pt x="58" y="180"/>
                      <a:pt x="110" y="105"/>
                      <a:pt x="140" y="84"/>
                    </a:cubicBezTo>
                    <a:cubicBezTo>
                      <a:pt x="162" y="70"/>
                      <a:pt x="187" y="60"/>
                      <a:pt x="208" y="57"/>
                    </a:cubicBezTo>
                    <a:cubicBezTo>
                      <a:pt x="229" y="55"/>
                      <a:pt x="268" y="57"/>
                      <a:pt x="290" y="64"/>
                    </a:cubicBezTo>
                    <a:cubicBezTo>
                      <a:pt x="353" y="83"/>
                      <a:pt x="407" y="202"/>
                      <a:pt x="450" y="188"/>
                    </a:cubicBezTo>
                    <a:cubicBezTo>
                      <a:pt x="434" y="188"/>
                      <a:pt x="427" y="177"/>
                      <a:pt x="417" y="154"/>
                    </a:cubicBezTo>
                    <a:cubicBezTo>
                      <a:pt x="408" y="125"/>
                      <a:pt x="430" y="103"/>
                      <a:pt x="473" y="120"/>
                    </a:cubicBezTo>
                    <a:close/>
                  </a:path>
                </a:pathLst>
              </a:custGeom>
              <a:solidFill>
                <a:srgbClr val="F08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3" name="Freeform 940">
                <a:extLst>
                  <a:ext uri="{FF2B5EF4-FFF2-40B4-BE49-F238E27FC236}">
                    <a16:creationId xmlns:a16="http://schemas.microsoft.com/office/drawing/2014/main" id="{6A2C1939-B3AD-4AF5-BAE2-91EC963A1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409"/>
                <a:ext cx="747" cy="298"/>
              </a:xfrm>
              <a:custGeom>
                <a:avLst/>
                <a:gdLst>
                  <a:gd name="T0" fmla="*/ 6314 w 431"/>
                  <a:gd name="T1" fmla="*/ 2734 h 161"/>
                  <a:gd name="T2" fmla="*/ 4269 w 431"/>
                  <a:gd name="T3" fmla="*/ 196 h 161"/>
                  <a:gd name="T4" fmla="*/ 2990 w 431"/>
                  <a:gd name="T5" fmla="*/ 44 h 161"/>
                  <a:gd name="T6" fmla="*/ 1922 w 431"/>
                  <a:gd name="T7" fmla="*/ 633 h 161"/>
                  <a:gd name="T8" fmla="*/ 298 w 431"/>
                  <a:gd name="T9" fmla="*/ 2867 h 161"/>
                  <a:gd name="T10" fmla="*/ 0 w 431"/>
                  <a:gd name="T11" fmla="*/ 3367 h 161"/>
                  <a:gd name="T12" fmla="*/ 49 w 431"/>
                  <a:gd name="T13" fmla="*/ 3367 h 161"/>
                  <a:gd name="T14" fmla="*/ 1896 w 431"/>
                  <a:gd name="T15" fmla="*/ 938 h 161"/>
                  <a:gd name="T16" fmla="*/ 2955 w 431"/>
                  <a:gd name="T17" fmla="*/ 355 h 161"/>
                  <a:gd name="T18" fmla="*/ 4245 w 431"/>
                  <a:gd name="T19" fmla="*/ 507 h 161"/>
                  <a:gd name="T20" fmla="*/ 6740 w 431"/>
                  <a:gd name="T21" fmla="*/ 3189 h 161"/>
                  <a:gd name="T22" fmla="*/ 6314 w 431"/>
                  <a:gd name="T23" fmla="*/ 2734 h 1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1" h="161">
                    <a:moveTo>
                      <a:pt x="404" y="126"/>
                    </a:moveTo>
                    <a:cubicBezTo>
                      <a:pt x="367" y="100"/>
                      <a:pt x="323" y="24"/>
                      <a:pt x="273" y="9"/>
                    </a:cubicBezTo>
                    <a:cubicBezTo>
                      <a:pt x="251" y="2"/>
                      <a:pt x="212" y="0"/>
                      <a:pt x="191" y="2"/>
                    </a:cubicBezTo>
                    <a:cubicBezTo>
                      <a:pt x="170" y="5"/>
                      <a:pt x="145" y="15"/>
                      <a:pt x="123" y="29"/>
                    </a:cubicBezTo>
                    <a:cubicBezTo>
                      <a:pt x="97" y="48"/>
                      <a:pt x="53" y="107"/>
                      <a:pt x="19" y="132"/>
                    </a:cubicBezTo>
                    <a:cubicBezTo>
                      <a:pt x="15" y="139"/>
                      <a:pt x="9" y="147"/>
                      <a:pt x="0" y="155"/>
                    </a:cubicBezTo>
                    <a:cubicBezTo>
                      <a:pt x="1" y="155"/>
                      <a:pt x="2" y="155"/>
                      <a:pt x="3" y="155"/>
                    </a:cubicBezTo>
                    <a:cubicBezTo>
                      <a:pt x="39" y="139"/>
                      <a:pt x="91" y="64"/>
                      <a:pt x="121" y="43"/>
                    </a:cubicBezTo>
                    <a:cubicBezTo>
                      <a:pt x="143" y="29"/>
                      <a:pt x="168" y="19"/>
                      <a:pt x="189" y="16"/>
                    </a:cubicBezTo>
                    <a:cubicBezTo>
                      <a:pt x="210" y="14"/>
                      <a:pt x="249" y="16"/>
                      <a:pt x="271" y="23"/>
                    </a:cubicBezTo>
                    <a:cubicBezTo>
                      <a:pt x="334" y="42"/>
                      <a:pt x="388" y="161"/>
                      <a:pt x="431" y="147"/>
                    </a:cubicBezTo>
                    <a:cubicBezTo>
                      <a:pt x="419" y="147"/>
                      <a:pt x="411" y="140"/>
                      <a:pt x="404" y="126"/>
                    </a:cubicBezTo>
                    <a:close/>
                  </a:path>
                </a:pathLst>
              </a:custGeom>
              <a:solidFill>
                <a:srgbClr val="EE8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4" name="Freeform 941">
                <a:extLst>
                  <a:ext uri="{FF2B5EF4-FFF2-40B4-BE49-F238E27FC236}">
                    <a16:creationId xmlns:a16="http://schemas.microsoft.com/office/drawing/2014/main" id="{18E05789-C28A-4BA3-B05C-7C8F4AF38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29"/>
                <a:ext cx="1318" cy="659"/>
              </a:xfrm>
              <a:custGeom>
                <a:avLst/>
                <a:gdLst>
                  <a:gd name="T0" fmla="*/ 11860 w 761"/>
                  <a:gd name="T1" fmla="*/ 68 h 357"/>
                  <a:gd name="T2" fmla="*/ 11860 w 761"/>
                  <a:gd name="T3" fmla="*/ 7650 h 357"/>
                  <a:gd name="T4" fmla="*/ 0 w 761"/>
                  <a:gd name="T5" fmla="*/ 7650 h 357"/>
                  <a:gd name="T6" fmla="*/ 0 w 761"/>
                  <a:gd name="T7" fmla="*/ 4761 h 357"/>
                  <a:gd name="T8" fmla="*/ 2646 w 761"/>
                  <a:gd name="T9" fmla="*/ 2856 h 357"/>
                  <a:gd name="T10" fmla="*/ 6765 w 761"/>
                  <a:gd name="T11" fmla="*/ 1322 h 357"/>
                  <a:gd name="T12" fmla="*/ 10114 w 761"/>
                  <a:gd name="T13" fmla="*/ 1115 h 357"/>
                  <a:gd name="T14" fmla="*/ 11860 w 761"/>
                  <a:gd name="T15" fmla="*/ 68 h 3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1" h="357">
                    <a:moveTo>
                      <a:pt x="761" y="3"/>
                    </a:moveTo>
                    <a:cubicBezTo>
                      <a:pt x="761" y="357"/>
                      <a:pt x="761" y="357"/>
                      <a:pt x="761" y="357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2"/>
                      <a:pt x="119" y="174"/>
                      <a:pt x="170" y="133"/>
                    </a:cubicBezTo>
                    <a:cubicBezTo>
                      <a:pt x="221" y="92"/>
                      <a:pt x="343" y="21"/>
                      <a:pt x="434" y="62"/>
                    </a:cubicBezTo>
                    <a:cubicBezTo>
                      <a:pt x="524" y="104"/>
                      <a:pt x="599" y="92"/>
                      <a:pt x="649" y="52"/>
                    </a:cubicBezTo>
                    <a:cubicBezTo>
                      <a:pt x="713" y="0"/>
                      <a:pt x="761" y="3"/>
                      <a:pt x="761" y="3"/>
                    </a:cubicBezTo>
                    <a:close/>
                  </a:path>
                </a:pathLst>
              </a:custGeom>
              <a:solidFill>
                <a:srgbClr val="F9D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5" name="Freeform 942">
                <a:extLst>
                  <a:ext uri="{FF2B5EF4-FFF2-40B4-BE49-F238E27FC236}">
                    <a16:creationId xmlns:a16="http://schemas.microsoft.com/office/drawing/2014/main" id="{81F85090-B585-4908-B17C-1920877FD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701"/>
                <a:ext cx="36" cy="42"/>
              </a:xfrm>
              <a:custGeom>
                <a:avLst/>
                <a:gdLst>
                  <a:gd name="T0" fmla="*/ 226 w 21"/>
                  <a:gd name="T1" fmla="*/ 80 h 23"/>
                  <a:gd name="T2" fmla="*/ 26 w 21"/>
                  <a:gd name="T3" fmla="*/ 243 h 23"/>
                  <a:gd name="T4" fmla="*/ 206 w 21"/>
                  <a:gd name="T5" fmla="*/ 420 h 23"/>
                  <a:gd name="T6" fmla="*/ 226 w 21"/>
                  <a:gd name="T7" fmla="*/ 8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15" y="4"/>
                    </a:moveTo>
                    <a:cubicBezTo>
                      <a:pt x="10" y="0"/>
                      <a:pt x="0" y="7"/>
                      <a:pt x="2" y="12"/>
                    </a:cubicBezTo>
                    <a:cubicBezTo>
                      <a:pt x="4" y="18"/>
                      <a:pt x="11" y="23"/>
                      <a:pt x="14" y="21"/>
                    </a:cubicBezTo>
                    <a:cubicBezTo>
                      <a:pt x="18" y="18"/>
                      <a:pt x="21" y="8"/>
                      <a:pt x="15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6" name="Freeform 943">
                <a:extLst>
                  <a:ext uri="{FF2B5EF4-FFF2-40B4-BE49-F238E27FC236}">
                    <a16:creationId xmlns:a16="http://schemas.microsoft.com/office/drawing/2014/main" id="{08B359E9-8AF8-4561-9DF3-87E740CD9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736"/>
                <a:ext cx="38" cy="46"/>
              </a:xfrm>
              <a:custGeom>
                <a:avLst/>
                <a:gdLst>
                  <a:gd name="T0" fmla="*/ 169 w 22"/>
                  <a:gd name="T1" fmla="*/ 44 h 25"/>
                  <a:gd name="T2" fmla="*/ 16 w 22"/>
                  <a:gd name="T3" fmla="*/ 250 h 25"/>
                  <a:gd name="T4" fmla="*/ 143 w 22"/>
                  <a:gd name="T5" fmla="*/ 460 h 25"/>
                  <a:gd name="T6" fmla="*/ 320 w 22"/>
                  <a:gd name="T7" fmla="*/ 230 h 25"/>
                  <a:gd name="T8" fmla="*/ 169 w 22"/>
                  <a:gd name="T9" fmla="*/ 4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1" y="2"/>
                    </a:move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16" y="19"/>
                      <a:pt x="22" y="16"/>
                      <a:pt x="21" y="11"/>
                    </a:cubicBezTo>
                    <a:cubicBezTo>
                      <a:pt x="21" y="7"/>
                      <a:pt x="22" y="0"/>
                      <a:pt x="11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7" name="Freeform 944">
                <a:extLst>
                  <a:ext uri="{FF2B5EF4-FFF2-40B4-BE49-F238E27FC236}">
                    <a16:creationId xmlns:a16="http://schemas.microsoft.com/office/drawing/2014/main" id="{FE1A0CB3-04FA-40FF-9564-2AAABFF79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778"/>
                <a:ext cx="68" cy="58"/>
              </a:xfrm>
              <a:custGeom>
                <a:avLst/>
                <a:gdLst>
                  <a:gd name="T0" fmla="*/ 343 w 39"/>
                  <a:gd name="T1" fmla="*/ 24 h 31"/>
                  <a:gd name="T2" fmla="*/ 91 w 39"/>
                  <a:gd name="T3" fmla="*/ 210 h 31"/>
                  <a:gd name="T4" fmla="*/ 113 w 39"/>
                  <a:gd name="T5" fmla="*/ 623 h 31"/>
                  <a:gd name="T6" fmla="*/ 408 w 39"/>
                  <a:gd name="T7" fmla="*/ 294 h 31"/>
                  <a:gd name="T8" fmla="*/ 610 w 39"/>
                  <a:gd name="T9" fmla="*/ 112 h 31"/>
                  <a:gd name="T10" fmla="*/ 343 w 39"/>
                  <a:gd name="T11" fmla="*/ 2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1">
                    <a:moveTo>
                      <a:pt x="21" y="1"/>
                    </a:move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15" y="22"/>
                      <a:pt x="19" y="15"/>
                      <a:pt x="25" y="13"/>
                    </a:cubicBezTo>
                    <a:cubicBezTo>
                      <a:pt x="31" y="11"/>
                      <a:pt x="39" y="9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8" name="Freeform 945">
                <a:extLst>
                  <a:ext uri="{FF2B5EF4-FFF2-40B4-BE49-F238E27FC236}">
                    <a16:creationId xmlns:a16="http://schemas.microsoft.com/office/drawing/2014/main" id="{86D8C2C8-1881-4A23-BC77-BA32C39AA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7"/>
                <a:ext cx="145" cy="70"/>
              </a:xfrm>
              <a:custGeom>
                <a:avLst/>
                <a:gdLst>
                  <a:gd name="T0" fmla="*/ 632 w 84"/>
                  <a:gd name="T1" fmla="*/ 105 h 38"/>
                  <a:gd name="T2" fmla="*/ 48 w 84"/>
                  <a:gd name="T3" fmla="*/ 632 h 38"/>
                  <a:gd name="T4" fmla="*/ 673 w 84"/>
                  <a:gd name="T5" fmla="*/ 656 h 38"/>
                  <a:gd name="T6" fmla="*/ 1224 w 84"/>
                  <a:gd name="T7" fmla="*/ 177 h 38"/>
                  <a:gd name="T8" fmla="*/ 632 w 84"/>
                  <a:gd name="T9" fmla="*/ 10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8">
                    <a:moveTo>
                      <a:pt x="41" y="5"/>
                    </a:moveTo>
                    <a:cubicBezTo>
                      <a:pt x="28" y="8"/>
                      <a:pt x="0" y="22"/>
                      <a:pt x="3" y="30"/>
                    </a:cubicBezTo>
                    <a:cubicBezTo>
                      <a:pt x="7" y="38"/>
                      <a:pt x="25" y="38"/>
                      <a:pt x="44" y="31"/>
                    </a:cubicBezTo>
                    <a:cubicBezTo>
                      <a:pt x="62" y="24"/>
                      <a:pt x="84" y="16"/>
                      <a:pt x="80" y="8"/>
                    </a:cubicBezTo>
                    <a:cubicBezTo>
                      <a:pt x="76" y="0"/>
                      <a:pt x="57" y="1"/>
                      <a:pt x="41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9" name="Freeform 946">
                <a:extLst>
                  <a:ext uri="{FF2B5EF4-FFF2-40B4-BE49-F238E27FC236}">
                    <a16:creationId xmlns:a16="http://schemas.microsoft.com/office/drawing/2014/main" id="{3E18685A-574B-4C81-8FBF-BA012FE53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2817"/>
                <a:ext cx="83" cy="113"/>
              </a:xfrm>
              <a:custGeom>
                <a:avLst/>
                <a:gdLst>
                  <a:gd name="T0" fmla="*/ 680 w 48"/>
                  <a:gd name="T1" fmla="*/ 128 h 61"/>
                  <a:gd name="T2" fmla="*/ 185 w 48"/>
                  <a:gd name="T3" fmla="*/ 363 h 61"/>
                  <a:gd name="T4" fmla="*/ 16 w 48"/>
                  <a:gd name="T5" fmla="*/ 717 h 61"/>
                  <a:gd name="T6" fmla="*/ 197 w 48"/>
                  <a:gd name="T7" fmla="*/ 1245 h 61"/>
                  <a:gd name="T8" fmla="*/ 590 w 48"/>
                  <a:gd name="T9" fmla="*/ 761 h 61"/>
                  <a:gd name="T10" fmla="*/ 680 w 48"/>
                  <a:gd name="T11" fmla="*/ 128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1">
                    <a:moveTo>
                      <a:pt x="44" y="6"/>
                    </a:move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2" y="61"/>
                      <a:pt x="13" y="57"/>
                    </a:cubicBezTo>
                    <a:cubicBezTo>
                      <a:pt x="25" y="53"/>
                      <a:pt x="38" y="47"/>
                      <a:pt x="38" y="35"/>
                    </a:cubicBezTo>
                    <a:cubicBezTo>
                      <a:pt x="39" y="23"/>
                      <a:pt x="48" y="12"/>
                      <a:pt x="44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0" name="Freeform 947">
                <a:extLst>
                  <a:ext uri="{FF2B5EF4-FFF2-40B4-BE49-F238E27FC236}">
                    <a16:creationId xmlns:a16="http://schemas.microsoft.com/office/drawing/2014/main" id="{18C586F6-249C-4F61-832A-93A081708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797"/>
                <a:ext cx="64" cy="57"/>
              </a:xfrm>
              <a:custGeom>
                <a:avLst/>
                <a:gdLst>
                  <a:gd name="T0" fmla="*/ 296 w 37"/>
                  <a:gd name="T1" fmla="*/ 24 h 31"/>
                  <a:gd name="T2" fmla="*/ 48 w 37"/>
                  <a:gd name="T3" fmla="*/ 206 h 31"/>
                  <a:gd name="T4" fmla="*/ 249 w 37"/>
                  <a:gd name="T5" fmla="*/ 629 h 31"/>
                  <a:gd name="T6" fmla="*/ 512 w 37"/>
                  <a:gd name="T7" fmla="*/ 327 h 31"/>
                  <a:gd name="T8" fmla="*/ 296 w 37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19" y="1"/>
                    </a:moveTo>
                    <a:cubicBezTo>
                      <a:pt x="9" y="2"/>
                      <a:pt x="7" y="0"/>
                      <a:pt x="3" y="10"/>
                    </a:cubicBezTo>
                    <a:cubicBezTo>
                      <a:pt x="0" y="19"/>
                      <a:pt x="1" y="29"/>
                      <a:pt x="16" y="30"/>
                    </a:cubicBezTo>
                    <a:cubicBezTo>
                      <a:pt x="30" y="31"/>
                      <a:pt x="37" y="26"/>
                      <a:pt x="33" y="16"/>
                    </a:cubicBezTo>
                    <a:cubicBezTo>
                      <a:pt x="28" y="7"/>
                      <a:pt x="29" y="0"/>
                      <a:pt x="19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1" name="Freeform 948">
                <a:extLst>
                  <a:ext uri="{FF2B5EF4-FFF2-40B4-BE49-F238E27FC236}">
                    <a16:creationId xmlns:a16="http://schemas.microsoft.com/office/drawing/2014/main" id="{FD17B9B1-BD88-4677-A667-43E480F88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762"/>
                <a:ext cx="29" cy="46"/>
              </a:xfrm>
              <a:custGeom>
                <a:avLst/>
                <a:gdLst>
                  <a:gd name="T0" fmla="*/ 143 w 17"/>
                  <a:gd name="T1" fmla="*/ 68 h 25"/>
                  <a:gd name="T2" fmla="*/ 15 w 17"/>
                  <a:gd name="T3" fmla="*/ 230 h 25"/>
                  <a:gd name="T4" fmla="*/ 189 w 17"/>
                  <a:gd name="T5" fmla="*/ 423 h 25"/>
                  <a:gd name="T6" fmla="*/ 143 w 17"/>
                  <a:gd name="T7" fmla="*/ 6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10" y="3"/>
                    </a:moveTo>
                    <a:cubicBezTo>
                      <a:pt x="4" y="0"/>
                      <a:pt x="2" y="5"/>
                      <a:pt x="1" y="11"/>
                    </a:cubicBezTo>
                    <a:cubicBezTo>
                      <a:pt x="0" y="18"/>
                      <a:pt x="11" y="25"/>
                      <a:pt x="13" y="20"/>
                    </a:cubicBezTo>
                    <a:cubicBezTo>
                      <a:pt x="16" y="15"/>
                      <a:pt x="17" y="8"/>
                      <a:pt x="10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2" name="Freeform 949">
                <a:extLst>
                  <a:ext uri="{FF2B5EF4-FFF2-40B4-BE49-F238E27FC236}">
                    <a16:creationId xmlns:a16="http://schemas.microsoft.com/office/drawing/2014/main" id="{04BA043D-BF84-4299-B868-5C57D93FF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848"/>
                <a:ext cx="52" cy="93"/>
              </a:xfrm>
              <a:custGeom>
                <a:avLst/>
                <a:gdLst>
                  <a:gd name="T0" fmla="*/ 406 w 30"/>
                  <a:gd name="T1" fmla="*/ 69 h 50"/>
                  <a:gd name="T2" fmla="*/ 151 w 30"/>
                  <a:gd name="T3" fmla="*/ 309 h 50"/>
                  <a:gd name="T4" fmla="*/ 127 w 30"/>
                  <a:gd name="T5" fmla="*/ 986 h 50"/>
                  <a:gd name="T6" fmla="*/ 421 w 30"/>
                  <a:gd name="T7" fmla="*/ 805 h 50"/>
                  <a:gd name="T8" fmla="*/ 454 w 30"/>
                  <a:gd name="T9" fmla="*/ 262 h 50"/>
                  <a:gd name="T10" fmla="*/ 406 w 30"/>
                  <a:gd name="T11" fmla="*/ 69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0">
                    <a:moveTo>
                      <a:pt x="26" y="3"/>
                    </a:move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5" y="50"/>
                      <a:pt x="25" y="44"/>
                      <a:pt x="27" y="36"/>
                    </a:cubicBezTo>
                    <a:cubicBezTo>
                      <a:pt x="29" y="29"/>
                      <a:pt x="30" y="18"/>
                      <a:pt x="29" y="12"/>
                    </a:cubicBezTo>
                    <a:cubicBezTo>
                      <a:pt x="28" y="5"/>
                      <a:pt x="28" y="4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3" name="Freeform 950">
                <a:extLst>
                  <a:ext uri="{FF2B5EF4-FFF2-40B4-BE49-F238E27FC236}">
                    <a16:creationId xmlns:a16="http://schemas.microsoft.com/office/drawing/2014/main" id="{11386200-B44E-42F6-B7AC-A5697CCE4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896"/>
                <a:ext cx="140" cy="117"/>
              </a:xfrm>
              <a:custGeom>
                <a:avLst/>
                <a:gdLst>
                  <a:gd name="T0" fmla="*/ 1161 w 81"/>
                  <a:gd name="T1" fmla="*/ 225 h 63"/>
                  <a:gd name="T2" fmla="*/ 598 w 81"/>
                  <a:gd name="T3" fmla="*/ 238 h 63"/>
                  <a:gd name="T4" fmla="*/ 83 w 81"/>
                  <a:gd name="T5" fmla="*/ 877 h 63"/>
                  <a:gd name="T6" fmla="*/ 467 w 81"/>
                  <a:gd name="T7" fmla="*/ 1166 h 63"/>
                  <a:gd name="T8" fmla="*/ 1161 w 81"/>
                  <a:gd name="T9" fmla="*/ 22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3">
                    <a:moveTo>
                      <a:pt x="75" y="10"/>
                    </a:move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10" y="51"/>
                      <a:pt x="14" y="63"/>
                      <a:pt x="30" y="53"/>
                    </a:cubicBezTo>
                    <a:cubicBezTo>
                      <a:pt x="47" y="42"/>
                      <a:pt x="81" y="26"/>
                      <a:pt x="75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4" name="Freeform 951">
                <a:extLst>
                  <a:ext uri="{FF2B5EF4-FFF2-40B4-BE49-F238E27FC236}">
                    <a16:creationId xmlns:a16="http://schemas.microsoft.com/office/drawing/2014/main" id="{4DEBADFB-F809-4B82-A281-8CA4CFF42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957"/>
                <a:ext cx="144" cy="157"/>
              </a:xfrm>
              <a:custGeom>
                <a:avLst/>
                <a:gdLst>
                  <a:gd name="T0" fmla="*/ 1131 w 83"/>
                  <a:gd name="T1" fmla="*/ 150 h 85"/>
                  <a:gd name="T2" fmla="*/ 725 w 83"/>
                  <a:gd name="T3" fmla="*/ 177 h 85"/>
                  <a:gd name="T4" fmla="*/ 0 w 83"/>
                  <a:gd name="T5" fmla="*/ 990 h 85"/>
                  <a:gd name="T6" fmla="*/ 324 w 83"/>
                  <a:gd name="T7" fmla="*/ 1620 h 85"/>
                  <a:gd name="T8" fmla="*/ 1131 w 83"/>
                  <a:gd name="T9" fmla="*/ 1398 h 85"/>
                  <a:gd name="T10" fmla="*/ 1131 w 83"/>
                  <a:gd name="T11" fmla="*/ 15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5">
                    <a:moveTo>
                      <a:pt x="72" y="7"/>
                    </a:move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9"/>
                      <a:pt x="5" y="71"/>
                      <a:pt x="21" y="75"/>
                    </a:cubicBezTo>
                    <a:cubicBezTo>
                      <a:pt x="38" y="79"/>
                      <a:pt x="68" y="85"/>
                      <a:pt x="72" y="65"/>
                    </a:cubicBezTo>
                    <a:cubicBezTo>
                      <a:pt x="75" y="44"/>
                      <a:pt x="83" y="16"/>
                      <a:pt x="72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5" name="Freeform 952">
                <a:extLst>
                  <a:ext uri="{FF2B5EF4-FFF2-40B4-BE49-F238E27FC236}">
                    <a16:creationId xmlns:a16="http://schemas.microsoft.com/office/drawing/2014/main" id="{70FDCEF9-CCAE-47FC-8494-52F5F12DC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961"/>
                <a:ext cx="104" cy="87"/>
              </a:xfrm>
              <a:custGeom>
                <a:avLst/>
                <a:gdLst>
                  <a:gd name="T0" fmla="*/ 595 w 60"/>
                  <a:gd name="T1" fmla="*/ 196 h 47"/>
                  <a:gd name="T2" fmla="*/ 185 w 60"/>
                  <a:gd name="T3" fmla="*/ 222 h 47"/>
                  <a:gd name="T4" fmla="*/ 262 w 60"/>
                  <a:gd name="T5" fmla="*/ 953 h 47"/>
                  <a:gd name="T6" fmla="*/ 938 w 60"/>
                  <a:gd name="T7" fmla="*/ 716 h 47"/>
                  <a:gd name="T8" fmla="*/ 595 w 60"/>
                  <a:gd name="T9" fmla="*/ 19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38" y="9"/>
                    </a:move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5"/>
                      <a:pt x="17" y="44"/>
                    </a:cubicBezTo>
                    <a:cubicBezTo>
                      <a:pt x="35" y="43"/>
                      <a:pt x="60" y="47"/>
                      <a:pt x="60" y="33"/>
                    </a:cubicBezTo>
                    <a:cubicBezTo>
                      <a:pt x="60" y="20"/>
                      <a:pt x="46" y="10"/>
                      <a:pt x="3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6" name="Freeform 953">
                <a:extLst>
                  <a:ext uri="{FF2B5EF4-FFF2-40B4-BE49-F238E27FC236}">
                    <a16:creationId xmlns:a16="http://schemas.microsoft.com/office/drawing/2014/main" id="{7F69C37B-C6AF-4978-8E5C-30E761A04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2874"/>
                <a:ext cx="73" cy="89"/>
              </a:xfrm>
              <a:custGeom>
                <a:avLst/>
                <a:gdLst>
                  <a:gd name="T0" fmla="*/ 111 w 42"/>
                  <a:gd name="T1" fmla="*/ 358 h 48"/>
                  <a:gd name="T2" fmla="*/ 605 w 42"/>
                  <a:gd name="T3" fmla="*/ 178 h 48"/>
                  <a:gd name="T4" fmla="*/ 433 w 42"/>
                  <a:gd name="T5" fmla="*/ 970 h 48"/>
                  <a:gd name="T6" fmla="*/ 111 w 42"/>
                  <a:gd name="T7" fmla="*/ 35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7" y="16"/>
                    </a:moveTo>
                    <a:cubicBezTo>
                      <a:pt x="9" y="11"/>
                      <a:pt x="34" y="0"/>
                      <a:pt x="38" y="8"/>
                    </a:cubicBezTo>
                    <a:cubicBezTo>
                      <a:pt x="42" y="16"/>
                      <a:pt x="37" y="48"/>
                      <a:pt x="27" y="44"/>
                    </a:cubicBezTo>
                    <a:cubicBezTo>
                      <a:pt x="16" y="40"/>
                      <a:pt x="0" y="38"/>
                      <a:pt x="7" y="1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7" name="Freeform 954">
                <a:extLst>
                  <a:ext uri="{FF2B5EF4-FFF2-40B4-BE49-F238E27FC236}">
                    <a16:creationId xmlns:a16="http://schemas.microsoft.com/office/drawing/2014/main" id="{50197EE1-30AB-4543-8956-C7C712223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826"/>
                <a:ext cx="76" cy="59"/>
              </a:xfrm>
              <a:custGeom>
                <a:avLst/>
                <a:gdLst>
                  <a:gd name="T0" fmla="*/ 537 w 44"/>
                  <a:gd name="T1" fmla="*/ 177 h 32"/>
                  <a:gd name="T2" fmla="*/ 28 w 44"/>
                  <a:gd name="T3" fmla="*/ 177 h 32"/>
                  <a:gd name="T4" fmla="*/ 311 w 44"/>
                  <a:gd name="T5" fmla="*/ 533 h 32"/>
                  <a:gd name="T6" fmla="*/ 651 w 44"/>
                  <a:gd name="T7" fmla="*/ 507 h 32"/>
                  <a:gd name="T8" fmla="*/ 537 w 44"/>
                  <a:gd name="T9" fmla="*/ 17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2">
                    <a:moveTo>
                      <a:pt x="35" y="8"/>
                    </a:moveTo>
                    <a:cubicBezTo>
                      <a:pt x="24" y="4"/>
                      <a:pt x="5" y="0"/>
                      <a:pt x="2" y="8"/>
                    </a:cubicBezTo>
                    <a:cubicBezTo>
                      <a:pt x="0" y="16"/>
                      <a:pt x="12" y="21"/>
                      <a:pt x="20" y="25"/>
                    </a:cubicBezTo>
                    <a:cubicBezTo>
                      <a:pt x="28" y="29"/>
                      <a:pt x="41" y="32"/>
                      <a:pt x="42" y="24"/>
                    </a:cubicBezTo>
                    <a:cubicBezTo>
                      <a:pt x="44" y="16"/>
                      <a:pt x="43" y="10"/>
                      <a:pt x="3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8" name="Freeform 955">
                <a:extLst>
                  <a:ext uri="{FF2B5EF4-FFF2-40B4-BE49-F238E27FC236}">
                    <a16:creationId xmlns:a16="http://schemas.microsoft.com/office/drawing/2014/main" id="{FADDB297-B29C-4B5E-8541-E5DC4CE9D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2896"/>
                <a:ext cx="92" cy="45"/>
              </a:xfrm>
              <a:custGeom>
                <a:avLst/>
                <a:gdLst>
                  <a:gd name="T0" fmla="*/ 16 w 53"/>
                  <a:gd name="T1" fmla="*/ 296 h 24"/>
                  <a:gd name="T2" fmla="*/ 382 w 53"/>
                  <a:gd name="T3" fmla="*/ 28 h 24"/>
                  <a:gd name="T4" fmla="*/ 753 w 53"/>
                  <a:gd name="T5" fmla="*/ 296 h 24"/>
                  <a:gd name="T6" fmla="*/ 455 w 53"/>
                  <a:gd name="T7" fmla="*/ 534 h 24"/>
                  <a:gd name="T8" fmla="*/ 16 w 53"/>
                  <a:gd name="T9" fmla="*/ 29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4">
                    <a:moveTo>
                      <a:pt x="1" y="13"/>
                    </a:moveTo>
                    <a:cubicBezTo>
                      <a:pt x="1" y="2"/>
                      <a:pt x="13" y="0"/>
                      <a:pt x="24" y="1"/>
                    </a:cubicBezTo>
                    <a:cubicBezTo>
                      <a:pt x="35" y="3"/>
                      <a:pt x="43" y="7"/>
                      <a:pt x="48" y="13"/>
                    </a:cubicBezTo>
                    <a:cubicBezTo>
                      <a:pt x="53" y="18"/>
                      <a:pt x="38" y="24"/>
                      <a:pt x="29" y="23"/>
                    </a:cubicBezTo>
                    <a:cubicBezTo>
                      <a:pt x="20" y="22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9" name="Freeform 956">
                <a:extLst>
                  <a:ext uri="{FF2B5EF4-FFF2-40B4-BE49-F238E27FC236}">
                    <a16:creationId xmlns:a16="http://schemas.microsoft.com/office/drawing/2014/main" id="{1B817677-CDCC-4EA6-AE21-EA1BAA3DC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885"/>
                <a:ext cx="58" cy="61"/>
              </a:xfrm>
              <a:custGeom>
                <a:avLst/>
                <a:gdLst>
                  <a:gd name="T0" fmla="*/ 315 w 33"/>
                  <a:gd name="T1" fmla="*/ 44 h 33"/>
                  <a:gd name="T2" fmla="*/ 102 w 33"/>
                  <a:gd name="T3" fmla="*/ 150 h 33"/>
                  <a:gd name="T4" fmla="*/ 172 w 33"/>
                  <a:gd name="T5" fmla="*/ 645 h 33"/>
                  <a:gd name="T6" fmla="*/ 503 w 33"/>
                  <a:gd name="T7" fmla="*/ 305 h 33"/>
                  <a:gd name="T8" fmla="*/ 315 w 33"/>
                  <a:gd name="T9" fmla="*/ 4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19" y="2"/>
                    </a:moveTo>
                    <a:cubicBezTo>
                      <a:pt x="12" y="0"/>
                      <a:pt x="12" y="0"/>
                      <a:pt x="6" y="7"/>
                    </a:cubicBezTo>
                    <a:cubicBezTo>
                      <a:pt x="0" y="14"/>
                      <a:pt x="1" y="33"/>
                      <a:pt x="10" y="30"/>
                    </a:cubicBezTo>
                    <a:cubicBezTo>
                      <a:pt x="18" y="27"/>
                      <a:pt x="27" y="18"/>
                      <a:pt x="30" y="14"/>
                    </a:cubicBezTo>
                    <a:cubicBezTo>
                      <a:pt x="33" y="10"/>
                      <a:pt x="28" y="5"/>
                      <a:pt x="19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0" name="Freeform 957">
                <a:extLst>
                  <a:ext uri="{FF2B5EF4-FFF2-40B4-BE49-F238E27FC236}">
                    <a16:creationId xmlns:a16="http://schemas.microsoft.com/office/drawing/2014/main" id="{126EB848-6A51-4190-A27B-17D03C57C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843"/>
                <a:ext cx="62" cy="65"/>
              </a:xfrm>
              <a:custGeom>
                <a:avLst/>
                <a:gdLst>
                  <a:gd name="T0" fmla="*/ 332 w 36"/>
                  <a:gd name="T1" fmla="*/ 110 h 35"/>
                  <a:gd name="T2" fmla="*/ 0 w 36"/>
                  <a:gd name="T3" fmla="*/ 156 h 35"/>
                  <a:gd name="T4" fmla="*/ 255 w 36"/>
                  <a:gd name="T5" fmla="*/ 620 h 35"/>
                  <a:gd name="T6" fmla="*/ 546 w 36"/>
                  <a:gd name="T7" fmla="*/ 596 h 35"/>
                  <a:gd name="T8" fmla="*/ 332 w 36"/>
                  <a:gd name="T9" fmla="*/ 11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22" y="5"/>
                    </a:move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26" y="33"/>
                      <a:pt x="36" y="35"/>
                      <a:pt x="36" y="27"/>
                    </a:cubicBezTo>
                    <a:cubicBezTo>
                      <a:pt x="35" y="18"/>
                      <a:pt x="27" y="6"/>
                      <a:pt x="2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1" name="Freeform 958">
                <a:extLst>
                  <a:ext uri="{FF2B5EF4-FFF2-40B4-BE49-F238E27FC236}">
                    <a16:creationId xmlns:a16="http://schemas.microsoft.com/office/drawing/2014/main" id="{67B12877-1CA3-43DF-B5DF-E226D3FA6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945"/>
                <a:ext cx="124" cy="96"/>
              </a:xfrm>
              <a:custGeom>
                <a:avLst/>
                <a:gdLst>
                  <a:gd name="T0" fmla="*/ 353 w 72"/>
                  <a:gd name="T1" fmla="*/ 24 h 52"/>
                  <a:gd name="T2" fmla="*/ 16 w 72"/>
                  <a:gd name="T3" fmla="*/ 277 h 52"/>
                  <a:gd name="T4" fmla="*/ 460 w 72"/>
                  <a:gd name="T5" fmla="*/ 919 h 52"/>
                  <a:gd name="T6" fmla="*/ 1073 w 72"/>
                  <a:gd name="T7" fmla="*/ 535 h 52"/>
                  <a:gd name="T8" fmla="*/ 742 w 72"/>
                  <a:gd name="T9" fmla="*/ 194 h 52"/>
                  <a:gd name="T10" fmla="*/ 353 w 72"/>
                  <a:gd name="T11" fmla="*/ 24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2">
                    <a:moveTo>
                      <a:pt x="23" y="1"/>
                    </a:moveTo>
                    <a:cubicBezTo>
                      <a:pt x="13" y="2"/>
                      <a:pt x="1" y="7"/>
                      <a:pt x="1" y="13"/>
                    </a:cubicBezTo>
                    <a:cubicBezTo>
                      <a:pt x="0" y="20"/>
                      <a:pt x="11" y="52"/>
                      <a:pt x="30" y="43"/>
                    </a:cubicBezTo>
                    <a:cubicBezTo>
                      <a:pt x="48" y="35"/>
                      <a:pt x="70" y="37"/>
                      <a:pt x="71" y="25"/>
                    </a:cubicBezTo>
                    <a:cubicBezTo>
                      <a:pt x="72" y="14"/>
                      <a:pt x="56" y="14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2" name="Freeform 959">
                <a:extLst>
                  <a:ext uri="{FF2B5EF4-FFF2-40B4-BE49-F238E27FC236}">
                    <a16:creationId xmlns:a16="http://schemas.microsoft.com/office/drawing/2014/main" id="{E3D650F0-E040-49F9-B909-5F55CD5DE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3052"/>
                <a:ext cx="161" cy="170"/>
              </a:xfrm>
              <a:custGeom>
                <a:avLst/>
                <a:gdLst>
                  <a:gd name="T0" fmla="*/ 1188 w 93"/>
                  <a:gd name="T1" fmla="*/ 327 h 92"/>
                  <a:gd name="T2" fmla="*/ 788 w 93"/>
                  <a:gd name="T3" fmla="*/ 81 h 92"/>
                  <a:gd name="T4" fmla="*/ 48 w 93"/>
                  <a:gd name="T5" fmla="*/ 730 h 92"/>
                  <a:gd name="T6" fmla="*/ 16 w 93"/>
                  <a:gd name="T7" fmla="*/ 1635 h 92"/>
                  <a:gd name="T8" fmla="*/ 341 w 93"/>
                  <a:gd name="T9" fmla="*/ 1720 h 92"/>
                  <a:gd name="T10" fmla="*/ 1188 w 93"/>
                  <a:gd name="T11" fmla="*/ 1184 h 92"/>
                  <a:gd name="T12" fmla="*/ 1421 w 93"/>
                  <a:gd name="T13" fmla="*/ 782 h 92"/>
                  <a:gd name="T14" fmla="*/ 1188 w 93"/>
                  <a:gd name="T15" fmla="*/ 327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76" y="15"/>
                    </a:moveTo>
                    <a:cubicBezTo>
                      <a:pt x="71" y="7"/>
                      <a:pt x="65" y="0"/>
                      <a:pt x="51" y="4"/>
                    </a:cubicBezTo>
                    <a:cubicBezTo>
                      <a:pt x="38" y="8"/>
                      <a:pt x="7" y="20"/>
                      <a:pt x="3" y="34"/>
                    </a:cubicBezTo>
                    <a:cubicBezTo>
                      <a:pt x="0" y="48"/>
                      <a:pt x="1" y="67"/>
                      <a:pt x="1" y="76"/>
                    </a:cubicBezTo>
                    <a:cubicBezTo>
                      <a:pt x="0" y="85"/>
                      <a:pt x="6" y="92"/>
                      <a:pt x="22" y="80"/>
                    </a:cubicBezTo>
                    <a:cubicBezTo>
                      <a:pt x="37" y="69"/>
                      <a:pt x="65" y="65"/>
                      <a:pt x="76" y="55"/>
                    </a:cubicBezTo>
                    <a:cubicBezTo>
                      <a:pt x="87" y="45"/>
                      <a:pt x="89" y="43"/>
                      <a:pt x="91" y="36"/>
                    </a:cubicBezTo>
                    <a:cubicBezTo>
                      <a:pt x="93" y="28"/>
                      <a:pt x="83" y="25"/>
                      <a:pt x="76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3" name="Freeform 960">
                <a:extLst>
                  <a:ext uri="{FF2B5EF4-FFF2-40B4-BE49-F238E27FC236}">
                    <a16:creationId xmlns:a16="http://schemas.microsoft.com/office/drawing/2014/main" id="{6ABF43BC-D6D7-4F1F-8991-98FD3F70C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3140"/>
                <a:ext cx="172" cy="137"/>
              </a:xfrm>
              <a:custGeom>
                <a:avLst/>
                <a:gdLst>
                  <a:gd name="T0" fmla="*/ 1089 w 99"/>
                  <a:gd name="T1" fmla="*/ 128 h 74"/>
                  <a:gd name="T2" fmla="*/ 683 w 99"/>
                  <a:gd name="T3" fmla="*/ 305 h 74"/>
                  <a:gd name="T4" fmla="*/ 49 w 99"/>
                  <a:gd name="T5" fmla="*/ 978 h 74"/>
                  <a:gd name="T6" fmla="*/ 347 w 99"/>
                  <a:gd name="T7" fmla="*/ 1433 h 74"/>
                  <a:gd name="T8" fmla="*/ 902 w 99"/>
                  <a:gd name="T9" fmla="*/ 1529 h 74"/>
                  <a:gd name="T10" fmla="*/ 1374 w 99"/>
                  <a:gd name="T11" fmla="*/ 813 h 74"/>
                  <a:gd name="T12" fmla="*/ 1089 w 99"/>
                  <a:gd name="T13" fmla="*/ 128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74">
                    <a:moveTo>
                      <a:pt x="69" y="6"/>
                    </a:moveTo>
                    <a:cubicBezTo>
                      <a:pt x="58" y="1"/>
                      <a:pt x="63" y="0"/>
                      <a:pt x="43" y="14"/>
                    </a:cubicBezTo>
                    <a:cubicBezTo>
                      <a:pt x="23" y="28"/>
                      <a:pt x="6" y="33"/>
                      <a:pt x="3" y="45"/>
                    </a:cubicBezTo>
                    <a:cubicBezTo>
                      <a:pt x="0" y="58"/>
                      <a:pt x="13" y="59"/>
                      <a:pt x="22" y="66"/>
                    </a:cubicBezTo>
                    <a:cubicBezTo>
                      <a:pt x="31" y="73"/>
                      <a:pt x="46" y="74"/>
                      <a:pt x="57" y="70"/>
                    </a:cubicBezTo>
                    <a:cubicBezTo>
                      <a:pt x="69" y="66"/>
                      <a:pt x="99" y="52"/>
                      <a:pt x="87" y="37"/>
                    </a:cubicBezTo>
                    <a:cubicBezTo>
                      <a:pt x="76" y="23"/>
                      <a:pt x="69" y="6"/>
                      <a:pt x="69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4" name="Freeform 961">
                <a:extLst>
                  <a:ext uri="{FF2B5EF4-FFF2-40B4-BE49-F238E27FC236}">
                    <a16:creationId xmlns:a16="http://schemas.microsoft.com/office/drawing/2014/main" id="{61A21EFB-8FB6-45A8-BEA5-37381B716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168"/>
                <a:ext cx="85" cy="118"/>
              </a:xfrm>
              <a:custGeom>
                <a:avLst/>
                <a:gdLst>
                  <a:gd name="T0" fmla="*/ 470 w 49"/>
                  <a:gd name="T1" fmla="*/ 44 h 64"/>
                  <a:gd name="T2" fmla="*/ 49 w 49"/>
                  <a:gd name="T3" fmla="*/ 704 h 64"/>
                  <a:gd name="T4" fmla="*/ 533 w 49"/>
                  <a:gd name="T5" fmla="*/ 1165 h 64"/>
                  <a:gd name="T6" fmla="*/ 470 w 49"/>
                  <a:gd name="T7" fmla="*/ 44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4">
                    <a:moveTo>
                      <a:pt x="30" y="2"/>
                    </a:moveTo>
                    <a:cubicBezTo>
                      <a:pt x="18" y="0"/>
                      <a:pt x="6" y="24"/>
                      <a:pt x="3" y="33"/>
                    </a:cubicBezTo>
                    <a:cubicBezTo>
                      <a:pt x="0" y="43"/>
                      <a:pt x="23" y="64"/>
                      <a:pt x="34" y="55"/>
                    </a:cubicBezTo>
                    <a:cubicBezTo>
                      <a:pt x="44" y="46"/>
                      <a:pt x="49" y="6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5" name="Freeform 962">
                <a:extLst>
                  <a:ext uri="{FF2B5EF4-FFF2-40B4-BE49-F238E27FC236}">
                    <a16:creationId xmlns:a16="http://schemas.microsoft.com/office/drawing/2014/main" id="{F3B871FE-89D7-4F1B-87DD-AA4DECEB0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35"/>
                <a:ext cx="171" cy="150"/>
              </a:xfrm>
              <a:custGeom>
                <a:avLst/>
                <a:gdLst>
                  <a:gd name="T0" fmla="*/ 1354 w 99"/>
                  <a:gd name="T1" fmla="*/ 237 h 81"/>
                  <a:gd name="T2" fmla="*/ 701 w 99"/>
                  <a:gd name="T3" fmla="*/ 178 h 81"/>
                  <a:gd name="T4" fmla="*/ 16 w 99"/>
                  <a:gd name="T5" fmla="*/ 813 h 81"/>
                  <a:gd name="T6" fmla="*/ 149 w 99"/>
                  <a:gd name="T7" fmla="*/ 1611 h 81"/>
                  <a:gd name="T8" fmla="*/ 537 w 99"/>
                  <a:gd name="T9" fmla="*/ 1656 h 81"/>
                  <a:gd name="T10" fmla="*/ 1161 w 99"/>
                  <a:gd name="T11" fmla="*/ 1094 h 81"/>
                  <a:gd name="T12" fmla="*/ 1354 w 99"/>
                  <a:gd name="T13" fmla="*/ 23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81">
                    <a:moveTo>
                      <a:pt x="88" y="11"/>
                    </a:moveTo>
                    <a:cubicBezTo>
                      <a:pt x="80" y="3"/>
                      <a:pt x="59" y="0"/>
                      <a:pt x="46" y="8"/>
                    </a:cubicBezTo>
                    <a:cubicBezTo>
                      <a:pt x="32" y="16"/>
                      <a:pt x="2" y="23"/>
                      <a:pt x="1" y="37"/>
                    </a:cubicBezTo>
                    <a:cubicBezTo>
                      <a:pt x="1" y="51"/>
                      <a:pt x="0" y="67"/>
                      <a:pt x="10" y="74"/>
                    </a:cubicBezTo>
                    <a:cubicBezTo>
                      <a:pt x="21" y="81"/>
                      <a:pt x="21" y="79"/>
                      <a:pt x="35" y="76"/>
                    </a:cubicBezTo>
                    <a:cubicBezTo>
                      <a:pt x="49" y="73"/>
                      <a:pt x="62" y="63"/>
                      <a:pt x="75" y="50"/>
                    </a:cubicBezTo>
                    <a:cubicBezTo>
                      <a:pt x="88" y="37"/>
                      <a:pt x="99" y="24"/>
                      <a:pt x="8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6" name="Freeform 963">
                <a:extLst>
                  <a:ext uri="{FF2B5EF4-FFF2-40B4-BE49-F238E27FC236}">
                    <a16:creationId xmlns:a16="http://schemas.microsoft.com/office/drawing/2014/main" id="{6533C431-6E90-4E56-B562-B28E3F139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3068"/>
                <a:ext cx="129" cy="137"/>
              </a:xfrm>
              <a:custGeom>
                <a:avLst/>
                <a:gdLst>
                  <a:gd name="T0" fmla="*/ 563 w 74"/>
                  <a:gd name="T1" fmla="*/ 222 h 74"/>
                  <a:gd name="T2" fmla="*/ 343 w 74"/>
                  <a:gd name="T3" fmla="*/ 330 h 74"/>
                  <a:gd name="T4" fmla="*/ 258 w 74"/>
                  <a:gd name="T5" fmla="*/ 1377 h 74"/>
                  <a:gd name="T6" fmla="*/ 933 w 74"/>
                  <a:gd name="T7" fmla="*/ 1350 h 74"/>
                  <a:gd name="T8" fmla="*/ 997 w 74"/>
                  <a:gd name="T9" fmla="*/ 716 h 74"/>
                  <a:gd name="T10" fmla="*/ 563 w 74"/>
                  <a:gd name="T11" fmla="*/ 222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4">
                    <a:moveTo>
                      <a:pt x="35" y="10"/>
                    </a:moveTo>
                    <a:cubicBezTo>
                      <a:pt x="25" y="8"/>
                      <a:pt x="26" y="0"/>
                      <a:pt x="21" y="15"/>
                    </a:cubicBezTo>
                    <a:cubicBezTo>
                      <a:pt x="15" y="30"/>
                      <a:pt x="0" y="61"/>
                      <a:pt x="16" y="63"/>
                    </a:cubicBezTo>
                    <a:cubicBezTo>
                      <a:pt x="32" y="65"/>
                      <a:pt x="47" y="74"/>
                      <a:pt x="58" y="62"/>
                    </a:cubicBezTo>
                    <a:cubicBezTo>
                      <a:pt x="68" y="50"/>
                      <a:pt x="74" y="45"/>
                      <a:pt x="62" y="33"/>
                    </a:cubicBezTo>
                    <a:cubicBezTo>
                      <a:pt x="50" y="21"/>
                      <a:pt x="44" y="11"/>
                      <a:pt x="35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7" name="Freeform 964">
                <a:extLst>
                  <a:ext uri="{FF2B5EF4-FFF2-40B4-BE49-F238E27FC236}">
                    <a16:creationId xmlns:a16="http://schemas.microsoft.com/office/drawing/2014/main" id="{48952FFC-20EA-4A71-96A3-0D24F4A4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3181"/>
                <a:ext cx="151" cy="94"/>
              </a:xfrm>
              <a:custGeom>
                <a:avLst/>
                <a:gdLst>
                  <a:gd name="T0" fmla="*/ 1073 w 87"/>
                  <a:gd name="T1" fmla="*/ 230 h 51"/>
                  <a:gd name="T2" fmla="*/ 554 w 87"/>
                  <a:gd name="T3" fmla="*/ 177 h 51"/>
                  <a:gd name="T4" fmla="*/ 28 w 87"/>
                  <a:gd name="T5" fmla="*/ 809 h 51"/>
                  <a:gd name="T6" fmla="*/ 602 w 87"/>
                  <a:gd name="T7" fmla="*/ 1084 h 51"/>
                  <a:gd name="T8" fmla="*/ 1307 w 87"/>
                  <a:gd name="T9" fmla="*/ 877 h 51"/>
                  <a:gd name="T10" fmla="*/ 1073 w 87"/>
                  <a:gd name="T11" fmla="*/ 23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1">
                    <a:moveTo>
                      <a:pt x="68" y="11"/>
                    </a:moveTo>
                    <a:cubicBezTo>
                      <a:pt x="59" y="7"/>
                      <a:pt x="45" y="0"/>
                      <a:pt x="35" y="8"/>
                    </a:cubicBezTo>
                    <a:cubicBezTo>
                      <a:pt x="24" y="16"/>
                      <a:pt x="3" y="30"/>
                      <a:pt x="2" y="38"/>
                    </a:cubicBezTo>
                    <a:cubicBezTo>
                      <a:pt x="0" y="47"/>
                      <a:pt x="19" y="51"/>
                      <a:pt x="38" y="51"/>
                    </a:cubicBezTo>
                    <a:cubicBezTo>
                      <a:pt x="57" y="50"/>
                      <a:pt x="78" y="49"/>
                      <a:pt x="83" y="41"/>
                    </a:cubicBezTo>
                    <a:cubicBezTo>
                      <a:pt x="87" y="32"/>
                      <a:pt x="83" y="18"/>
                      <a:pt x="6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8" name="Freeform 965">
                <a:extLst>
                  <a:ext uri="{FF2B5EF4-FFF2-40B4-BE49-F238E27FC236}">
                    <a16:creationId xmlns:a16="http://schemas.microsoft.com/office/drawing/2014/main" id="{5731AD22-C67F-4934-BD25-3B57C3A88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922"/>
                <a:ext cx="142" cy="143"/>
              </a:xfrm>
              <a:custGeom>
                <a:avLst/>
                <a:gdLst>
                  <a:gd name="T0" fmla="*/ 185 w 82"/>
                  <a:gd name="T1" fmla="*/ 110 h 77"/>
                  <a:gd name="T2" fmla="*/ 28 w 82"/>
                  <a:gd name="T3" fmla="*/ 748 h 77"/>
                  <a:gd name="T4" fmla="*/ 611 w 82"/>
                  <a:gd name="T5" fmla="*/ 1679 h 77"/>
                  <a:gd name="T6" fmla="*/ 1214 w 82"/>
                  <a:gd name="T7" fmla="*/ 1345 h 77"/>
                  <a:gd name="T8" fmla="*/ 921 w 82"/>
                  <a:gd name="T9" fmla="*/ 665 h 77"/>
                  <a:gd name="T10" fmla="*/ 665 w 82"/>
                  <a:gd name="T11" fmla="*/ 290 h 77"/>
                  <a:gd name="T12" fmla="*/ 185 w 82"/>
                  <a:gd name="T13" fmla="*/ 11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77">
                    <a:moveTo>
                      <a:pt x="12" y="5"/>
                    </a:moveTo>
                    <a:cubicBezTo>
                      <a:pt x="3" y="14"/>
                      <a:pt x="0" y="19"/>
                      <a:pt x="2" y="34"/>
                    </a:cubicBezTo>
                    <a:cubicBezTo>
                      <a:pt x="4" y="48"/>
                      <a:pt x="16" y="75"/>
                      <a:pt x="39" y="76"/>
                    </a:cubicBezTo>
                    <a:cubicBezTo>
                      <a:pt x="61" y="77"/>
                      <a:pt x="82" y="76"/>
                      <a:pt x="78" y="61"/>
                    </a:cubicBezTo>
                    <a:cubicBezTo>
                      <a:pt x="74" y="46"/>
                      <a:pt x="63" y="40"/>
                      <a:pt x="59" y="30"/>
                    </a:cubicBezTo>
                    <a:cubicBezTo>
                      <a:pt x="55" y="19"/>
                      <a:pt x="57" y="17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9" name="Freeform 966">
                <a:extLst>
                  <a:ext uri="{FF2B5EF4-FFF2-40B4-BE49-F238E27FC236}">
                    <a16:creationId xmlns:a16="http://schemas.microsoft.com/office/drawing/2014/main" id="{2AF8F276-C817-4EBE-AB97-6DB958195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836"/>
                <a:ext cx="130" cy="96"/>
              </a:xfrm>
              <a:custGeom>
                <a:avLst/>
                <a:gdLst>
                  <a:gd name="T0" fmla="*/ 85 w 75"/>
                  <a:gd name="T1" fmla="*/ 258 h 52"/>
                  <a:gd name="T2" fmla="*/ 361 w 75"/>
                  <a:gd name="T3" fmla="*/ 919 h 52"/>
                  <a:gd name="T4" fmla="*/ 1000 w 75"/>
                  <a:gd name="T5" fmla="*/ 1032 h 52"/>
                  <a:gd name="T6" fmla="*/ 1000 w 75"/>
                  <a:gd name="T7" fmla="*/ 491 h 52"/>
                  <a:gd name="T8" fmla="*/ 85 w 75"/>
                  <a:gd name="T9" fmla="*/ 25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2">
                    <a:moveTo>
                      <a:pt x="5" y="12"/>
                    </a:moveTo>
                    <a:cubicBezTo>
                      <a:pt x="0" y="25"/>
                      <a:pt x="9" y="37"/>
                      <a:pt x="23" y="43"/>
                    </a:cubicBezTo>
                    <a:cubicBezTo>
                      <a:pt x="37" y="49"/>
                      <a:pt x="56" y="52"/>
                      <a:pt x="64" y="48"/>
                    </a:cubicBezTo>
                    <a:cubicBezTo>
                      <a:pt x="72" y="43"/>
                      <a:pt x="75" y="32"/>
                      <a:pt x="64" y="23"/>
                    </a:cubicBezTo>
                    <a:cubicBezTo>
                      <a:pt x="52" y="15"/>
                      <a:pt x="10" y="0"/>
                      <a:pt x="5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0" name="Freeform 967">
                <a:extLst>
                  <a:ext uri="{FF2B5EF4-FFF2-40B4-BE49-F238E27FC236}">
                    <a16:creationId xmlns:a16="http://schemas.microsoft.com/office/drawing/2014/main" id="{97D0B4BF-2AFB-4F64-9224-B6B1EDC4F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795"/>
                <a:ext cx="78" cy="46"/>
              </a:xfrm>
              <a:custGeom>
                <a:avLst/>
                <a:gdLst>
                  <a:gd name="T0" fmla="*/ 62 w 45"/>
                  <a:gd name="T1" fmla="*/ 149 h 25"/>
                  <a:gd name="T2" fmla="*/ 381 w 45"/>
                  <a:gd name="T3" fmla="*/ 480 h 25"/>
                  <a:gd name="T4" fmla="*/ 688 w 45"/>
                  <a:gd name="T5" fmla="*/ 331 h 25"/>
                  <a:gd name="T6" fmla="*/ 62 w 45"/>
                  <a:gd name="T7" fmla="*/ 14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5">
                    <a:moveTo>
                      <a:pt x="4" y="7"/>
                    </a:moveTo>
                    <a:cubicBezTo>
                      <a:pt x="0" y="15"/>
                      <a:pt x="11" y="23"/>
                      <a:pt x="24" y="23"/>
                    </a:cubicBezTo>
                    <a:cubicBezTo>
                      <a:pt x="37" y="22"/>
                      <a:pt x="43" y="25"/>
                      <a:pt x="44" y="16"/>
                    </a:cubicBezTo>
                    <a:cubicBezTo>
                      <a:pt x="45" y="8"/>
                      <a:pt x="8" y="0"/>
                      <a:pt x="4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1" name="Freeform 968">
                <a:extLst>
                  <a:ext uri="{FF2B5EF4-FFF2-40B4-BE49-F238E27FC236}">
                    <a16:creationId xmlns:a16="http://schemas.microsoft.com/office/drawing/2014/main" id="{12D4B995-86BD-409F-A79E-3988EF3C8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04"/>
                <a:ext cx="105" cy="59"/>
              </a:xfrm>
              <a:custGeom>
                <a:avLst/>
                <a:gdLst>
                  <a:gd name="T0" fmla="*/ 878 w 61"/>
                  <a:gd name="T1" fmla="*/ 258 h 32"/>
                  <a:gd name="T2" fmla="*/ 525 w 61"/>
                  <a:gd name="T3" fmla="*/ 68 h 32"/>
                  <a:gd name="T4" fmla="*/ 62 w 61"/>
                  <a:gd name="T5" fmla="*/ 407 h 32"/>
                  <a:gd name="T6" fmla="*/ 270 w 61"/>
                  <a:gd name="T7" fmla="*/ 632 h 32"/>
                  <a:gd name="T8" fmla="*/ 878 w 61"/>
                  <a:gd name="T9" fmla="*/ 25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2">
                    <a:moveTo>
                      <a:pt x="58" y="12"/>
                    </a:moveTo>
                    <a:cubicBezTo>
                      <a:pt x="55" y="3"/>
                      <a:pt x="47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8"/>
                      <a:pt x="5" y="32"/>
                      <a:pt x="18" y="30"/>
                    </a:cubicBezTo>
                    <a:cubicBezTo>
                      <a:pt x="31" y="27"/>
                      <a:pt x="61" y="21"/>
                      <a:pt x="58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2" name="Freeform 969">
                <a:extLst>
                  <a:ext uri="{FF2B5EF4-FFF2-40B4-BE49-F238E27FC236}">
                    <a16:creationId xmlns:a16="http://schemas.microsoft.com/office/drawing/2014/main" id="{12990027-9CDF-46A6-A204-A321BD878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882"/>
                <a:ext cx="113" cy="92"/>
              </a:xfrm>
              <a:custGeom>
                <a:avLst/>
                <a:gdLst>
                  <a:gd name="T0" fmla="*/ 668 w 65"/>
                  <a:gd name="T1" fmla="*/ 44 h 50"/>
                  <a:gd name="T2" fmla="*/ 148 w 65"/>
                  <a:gd name="T3" fmla="*/ 504 h 50"/>
                  <a:gd name="T4" fmla="*/ 336 w 65"/>
                  <a:gd name="T5" fmla="*/ 1032 h 50"/>
                  <a:gd name="T6" fmla="*/ 967 w 65"/>
                  <a:gd name="T7" fmla="*/ 778 h 50"/>
                  <a:gd name="T8" fmla="*/ 668 w 65"/>
                  <a:gd name="T9" fmla="*/ 4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2" y="2"/>
                    </a:moveTo>
                    <a:cubicBezTo>
                      <a:pt x="29" y="4"/>
                      <a:pt x="18" y="13"/>
                      <a:pt x="9" y="24"/>
                    </a:cubicBezTo>
                    <a:cubicBezTo>
                      <a:pt x="0" y="34"/>
                      <a:pt x="4" y="48"/>
                      <a:pt x="21" y="49"/>
                    </a:cubicBezTo>
                    <a:cubicBezTo>
                      <a:pt x="38" y="50"/>
                      <a:pt x="58" y="50"/>
                      <a:pt x="61" y="37"/>
                    </a:cubicBezTo>
                    <a:cubicBezTo>
                      <a:pt x="65" y="25"/>
                      <a:pt x="60" y="0"/>
                      <a:pt x="42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3" name="Freeform 970">
                <a:extLst>
                  <a:ext uri="{FF2B5EF4-FFF2-40B4-BE49-F238E27FC236}">
                    <a16:creationId xmlns:a16="http://schemas.microsoft.com/office/drawing/2014/main" id="{4036D07D-9D9B-4E1F-A9FC-4FC22DE2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878"/>
                <a:ext cx="59" cy="83"/>
              </a:xfrm>
              <a:custGeom>
                <a:avLst/>
                <a:gdLst>
                  <a:gd name="T0" fmla="*/ 382 w 34"/>
                  <a:gd name="T1" fmla="*/ 44 h 45"/>
                  <a:gd name="T2" fmla="*/ 62 w 34"/>
                  <a:gd name="T3" fmla="*/ 452 h 45"/>
                  <a:gd name="T4" fmla="*/ 187 w 34"/>
                  <a:gd name="T5" fmla="*/ 878 h 45"/>
                  <a:gd name="T6" fmla="*/ 470 w 34"/>
                  <a:gd name="T7" fmla="*/ 384 h 45"/>
                  <a:gd name="T8" fmla="*/ 382 w 34"/>
                  <a:gd name="T9" fmla="*/ 4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4" y="2"/>
                    </a:moveTo>
                    <a:cubicBezTo>
                      <a:pt x="16" y="4"/>
                      <a:pt x="8" y="14"/>
                      <a:pt x="4" y="21"/>
                    </a:cubicBezTo>
                    <a:cubicBezTo>
                      <a:pt x="0" y="28"/>
                      <a:pt x="3" y="45"/>
                      <a:pt x="12" y="41"/>
                    </a:cubicBezTo>
                    <a:cubicBezTo>
                      <a:pt x="21" y="36"/>
                      <a:pt x="30" y="26"/>
                      <a:pt x="30" y="18"/>
                    </a:cubicBezTo>
                    <a:cubicBezTo>
                      <a:pt x="31" y="11"/>
                      <a:pt x="34" y="0"/>
                      <a:pt x="24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4" name="Freeform 971">
                <a:extLst>
                  <a:ext uri="{FF2B5EF4-FFF2-40B4-BE49-F238E27FC236}">
                    <a16:creationId xmlns:a16="http://schemas.microsoft.com/office/drawing/2014/main" id="{273BE2AA-CC30-49DA-BBBA-1E46E8856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891"/>
                <a:ext cx="81" cy="57"/>
              </a:xfrm>
              <a:custGeom>
                <a:avLst/>
                <a:gdLst>
                  <a:gd name="T0" fmla="*/ 398 w 47"/>
                  <a:gd name="T1" fmla="*/ 68 h 31"/>
                  <a:gd name="T2" fmla="*/ 16 w 47"/>
                  <a:gd name="T3" fmla="*/ 379 h 31"/>
                  <a:gd name="T4" fmla="*/ 362 w 47"/>
                  <a:gd name="T5" fmla="*/ 528 h 31"/>
                  <a:gd name="T6" fmla="*/ 695 w 47"/>
                  <a:gd name="T7" fmla="*/ 193 h 31"/>
                  <a:gd name="T8" fmla="*/ 398 w 47"/>
                  <a:gd name="T9" fmla="*/ 6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26" y="3"/>
                    </a:moveTo>
                    <a:cubicBezTo>
                      <a:pt x="21" y="5"/>
                      <a:pt x="0" y="13"/>
                      <a:pt x="1" y="18"/>
                    </a:cubicBezTo>
                    <a:cubicBezTo>
                      <a:pt x="1" y="24"/>
                      <a:pt x="12" y="31"/>
                      <a:pt x="24" y="25"/>
                    </a:cubicBezTo>
                    <a:cubicBezTo>
                      <a:pt x="36" y="19"/>
                      <a:pt x="47" y="18"/>
                      <a:pt x="46" y="9"/>
                    </a:cubicBezTo>
                    <a:cubicBezTo>
                      <a:pt x="46" y="1"/>
                      <a:pt x="35" y="0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5" name="Freeform 972">
                <a:extLst>
                  <a:ext uri="{FF2B5EF4-FFF2-40B4-BE49-F238E27FC236}">
                    <a16:creationId xmlns:a16="http://schemas.microsoft.com/office/drawing/2014/main" id="{3D542A36-C142-4310-8D2F-39CA439E9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963"/>
                <a:ext cx="123" cy="61"/>
              </a:xfrm>
              <a:custGeom>
                <a:avLst/>
                <a:gdLst>
                  <a:gd name="T0" fmla="*/ 1093 w 71"/>
                  <a:gd name="T1" fmla="*/ 177 h 33"/>
                  <a:gd name="T2" fmla="*/ 468 w 71"/>
                  <a:gd name="T3" fmla="*/ 81 h 33"/>
                  <a:gd name="T4" fmla="*/ 172 w 71"/>
                  <a:gd name="T5" fmla="*/ 512 h 33"/>
                  <a:gd name="T6" fmla="*/ 624 w 71"/>
                  <a:gd name="T7" fmla="*/ 604 h 33"/>
                  <a:gd name="T8" fmla="*/ 1093 w 71"/>
                  <a:gd name="T9" fmla="*/ 17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3">
                    <a:moveTo>
                      <a:pt x="70" y="8"/>
                    </a:moveTo>
                    <a:cubicBezTo>
                      <a:pt x="71" y="2"/>
                      <a:pt x="41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23" y="30"/>
                      <a:pt x="28" y="33"/>
                      <a:pt x="40" y="28"/>
                    </a:cubicBezTo>
                    <a:cubicBezTo>
                      <a:pt x="52" y="23"/>
                      <a:pt x="69" y="15"/>
                      <a:pt x="70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6" name="Freeform 973">
                <a:extLst>
                  <a:ext uri="{FF2B5EF4-FFF2-40B4-BE49-F238E27FC236}">
                    <a16:creationId xmlns:a16="http://schemas.microsoft.com/office/drawing/2014/main" id="{EAF6E9EE-22AA-4134-B2B1-A04059CB5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978"/>
                <a:ext cx="110" cy="125"/>
              </a:xfrm>
              <a:custGeom>
                <a:avLst/>
                <a:gdLst>
                  <a:gd name="T0" fmla="*/ 691 w 64"/>
                  <a:gd name="T1" fmla="*/ 44 h 68"/>
                  <a:gd name="T2" fmla="*/ 132 w 64"/>
                  <a:gd name="T3" fmla="*/ 447 h 68"/>
                  <a:gd name="T4" fmla="*/ 148 w 64"/>
                  <a:gd name="T5" fmla="*/ 926 h 68"/>
                  <a:gd name="T6" fmla="*/ 839 w 64"/>
                  <a:gd name="T7" fmla="*/ 1254 h 68"/>
                  <a:gd name="T8" fmla="*/ 691 w 64"/>
                  <a:gd name="T9" fmla="*/ 4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46" y="2"/>
                    </a:moveTo>
                    <a:cubicBezTo>
                      <a:pt x="36" y="4"/>
                      <a:pt x="17" y="14"/>
                      <a:pt x="9" y="21"/>
                    </a:cubicBezTo>
                    <a:cubicBezTo>
                      <a:pt x="1" y="28"/>
                      <a:pt x="0" y="38"/>
                      <a:pt x="10" y="44"/>
                    </a:cubicBezTo>
                    <a:cubicBezTo>
                      <a:pt x="20" y="50"/>
                      <a:pt x="48" y="68"/>
                      <a:pt x="56" y="60"/>
                    </a:cubicBezTo>
                    <a:cubicBezTo>
                      <a:pt x="64" y="53"/>
                      <a:pt x="61" y="0"/>
                      <a:pt x="46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7" name="Freeform 974">
                <a:extLst>
                  <a:ext uri="{FF2B5EF4-FFF2-40B4-BE49-F238E27FC236}">
                    <a16:creationId xmlns:a16="http://schemas.microsoft.com/office/drawing/2014/main" id="{8CC716BC-38FC-46CD-A1A6-410AC9A50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952"/>
                <a:ext cx="147" cy="102"/>
              </a:xfrm>
              <a:custGeom>
                <a:avLst/>
                <a:gdLst>
                  <a:gd name="T0" fmla="*/ 636 w 85"/>
                  <a:gd name="T1" fmla="*/ 202 h 55"/>
                  <a:gd name="T2" fmla="*/ 0 w 85"/>
                  <a:gd name="T3" fmla="*/ 816 h 55"/>
                  <a:gd name="T4" fmla="*/ 636 w 85"/>
                  <a:gd name="T5" fmla="*/ 1163 h 55"/>
                  <a:gd name="T6" fmla="*/ 1190 w 85"/>
                  <a:gd name="T7" fmla="*/ 721 h 55"/>
                  <a:gd name="T8" fmla="*/ 636 w 85"/>
                  <a:gd name="T9" fmla="*/ 202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55">
                    <a:moveTo>
                      <a:pt x="41" y="9"/>
                    </a:moveTo>
                    <a:cubicBezTo>
                      <a:pt x="33" y="15"/>
                      <a:pt x="0" y="27"/>
                      <a:pt x="0" y="37"/>
                    </a:cubicBezTo>
                    <a:cubicBezTo>
                      <a:pt x="0" y="46"/>
                      <a:pt x="27" y="55"/>
                      <a:pt x="41" y="53"/>
                    </a:cubicBezTo>
                    <a:cubicBezTo>
                      <a:pt x="56" y="52"/>
                      <a:pt x="85" y="46"/>
                      <a:pt x="77" y="33"/>
                    </a:cubicBezTo>
                    <a:cubicBezTo>
                      <a:pt x="69" y="21"/>
                      <a:pt x="54" y="0"/>
                      <a:pt x="4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8" name="Freeform 975">
                <a:extLst>
                  <a:ext uri="{FF2B5EF4-FFF2-40B4-BE49-F238E27FC236}">
                    <a16:creationId xmlns:a16="http://schemas.microsoft.com/office/drawing/2014/main" id="{231DE5BE-067F-4A67-881C-9A843CB89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3057"/>
                <a:ext cx="179" cy="91"/>
              </a:xfrm>
              <a:custGeom>
                <a:avLst/>
                <a:gdLst>
                  <a:gd name="T0" fmla="*/ 299 w 103"/>
                  <a:gd name="T1" fmla="*/ 204 h 49"/>
                  <a:gd name="T2" fmla="*/ 236 w 103"/>
                  <a:gd name="T3" fmla="*/ 1001 h 49"/>
                  <a:gd name="T4" fmla="*/ 925 w 103"/>
                  <a:gd name="T5" fmla="*/ 1010 h 49"/>
                  <a:gd name="T6" fmla="*/ 1616 w 103"/>
                  <a:gd name="T7" fmla="*/ 793 h 49"/>
                  <a:gd name="T8" fmla="*/ 1286 w 103"/>
                  <a:gd name="T9" fmla="*/ 306 h 49"/>
                  <a:gd name="T10" fmla="*/ 299 w 103"/>
                  <a:gd name="T11" fmla="*/ 20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49">
                    <a:moveTo>
                      <a:pt x="19" y="9"/>
                    </a:moveTo>
                    <a:cubicBezTo>
                      <a:pt x="11" y="18"/>
                      <a:pt x="0" y="43"/>
                      <a:pt x="15" y="45"/>
                    </a:cubicBezTo>
                    <a:cubicBezTo>
                      <a:pt x="30" y="47"/>
                      <a:pt x="42" y="44"/>
                      <a:pt x="58" y="46"/>
                    </a:cubicBezTo>
                    <a:cubicBezTo>
                      <a:pt x="74" y="47"/>
                      <a:pt x="103" y="49"/>
                      <a:pt x="102" y="36"/>
                    </a:cubicBezTo>
                    <a:cubicBezTo>
                      <a:pt x="102" y="22"/>
                      <a:pt x="94" y="15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9" name="Freeform 976">
                <a:extLst>
                  <a:ext uri="{FF2B5EF4-FFF2-40B4-BE49-F238E27FC236}">
                    <a16:creationId xmlns:a16="http://schemas.microsoft.com/office/drawing/2014/main" id="{1B334773-5FE0-471A-8467-99CAB4BAD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111"/>
                <a:ext cx="118" cy="135"/>
              </a:xfrm>
              <a:custGeom>
                <a:avLst/>
                <a:gdLst>
                  <a:gd name="T0" fmla="*/ 470 w 68"/>
                  <a:gd name="T1" fmla="*/ 44 h 73"/>
                  <a:gd name="T2" fmla="*/ 0 w 68"/>
                  <a:gd name="T3" fmla="*/ 564 h 73"/>
                  <a:gd name="T4" fmla="*/ 406 w 68"/>
                  <a:gd name="T5" fmla="*/ 1405 h 73"/>
                  <a:gd name="T6" fmla="*/ 939 w 68"/>
                  <a:gd name="T7" fmla="*/ 1147 h 73"/>
                  <a:gd name="T8" fmla="*/ 852 w 68"/>
                  <a:gd name="T9" fmla="*/ 81 h 73"/>
                  <a:gd name="T10" fmla="*/ 470 w 68"/>
                  <a:gd name="T11" fmla="*/ 44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30" y="2"/>
                    </a:moveTo>
                    <a:cubicBezTo>
                      <a:pt x="17" y="5"/>
                      <a:pt x="0" y="13"/>
                      <a:pt x="0" y="26"/>
                    </a:cubicBezTo>
                    <a:cubicBezTo>
                      <a:pt x="1" y="39"/>
                      <a:pt x="7" y="57"/>
                      <a:pt x="26" y="65"/>
                    </a:cubicBezTo>
                    <a:cubicBezTo>
                      <a:pt x="46" y="73"/>
                      <a:pt x="55" y="67"/>
                      <a:pt x="60" y="53"/>
                    </a:cubicBezTo>
                    <a:cubicBezTo>
                      <a:pt x="65" y="38"/>
                      <a:pt x="68" y="7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0" name="Freeform 977">
                <a:extLst>
                  <a:ext uri="{FF2B5EF4-FFF2-40B4-BE49-F238E27FC236}">
                    <a16:creationId xmlns:a16="http://schemas.microsoft.com/office/drawing/2014/main" id="{055B9840-2219-4A39-BAFB-2BF16F442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3039"/>
                <a:ext cx="60" cy="46"/>
              </a:xfrm>
              <a:custGeom>
                <a:avLst/>
                <a:gdLst>
                  <a:gd name="T0" fmla="*/ 26 w 35"/>
                  <a:gd name="T1" fmla="*/ 206 h 25"/>
                  <a:gd name="T2" fmla="*/ 499 w 35"/>
                  <a:gd name="T3" fmla="*/ 326 h 25"/>
                  <a:gd name="T4" fmla="*/ 26 w 35"/>
                  <a:gd name="T5" fmla="*/ 20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5">
                    <a:moveTo>
                      <a:pt x="2" y="10"/>
                    </a:moveTo>
                    <a:cubicBezTo>
                      <a:pt x="0" y="17"/>
                      <a:pt x="33" y="25"/>
                      <a:pt x="34" y="15"/>
                    </a:cubicBezTo>
                    <a:cubicBezTo>
                      <a:pt x="35" y="5"/>
                      <a:pt x="5" y="0"/>
                      <a:pt x="2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1" name="Freeform 978">
                <a:extLst>
                  <a:ext uri="{FF2B5EF4-FFF2-40B4-BE49-F238E27FC236}">
                    <a16:creationId xmlns:a16="http://schemas.microsoft.com/office/drawing/2014/main" id="{9A5700D4-64D7-4010-8CC9-2A0945CA1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020"/>
                <a:ext cx="56" cy="63"/>
              </a:xfrm>
              <a:custGeom>
                <a:avLst/>
                <a:gdLst>
                  <a:gd name="T0" fmla="*/ 236 w 32"/>
                  <a:gd name="T1" fmla="*/ 69 h 34"/>
                  <a:gd name="T2" fmla="*/ 37 w 32"/>
                  <a:gd name="T3" fmla="*/ 439 h 34"/>
                  <a:gd name="T4" fmla="*/ 462 w 32"/>
                  <a:gd name="T5" fmla="*/ 591 h 34"/>
                  <a:gd name="T6" fmla="*/ 399 w 32"/>
                  <a:gd name="T7" fmla="*/ 237 h 34"/>
                  <a:gd name="T8" fmla="*/ 236 w 32"/>
                  <a:gd name="T9" fmla="*/ 6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14" y="3"/>
                    </a:moveTo>
                    <a:cubicBezTo>
                      <a:pt x="8" y="11"/>
                      <a:pt x="0" y="15"/>
                      <a:pt x="2" y="20"/>
                    </a:cubicBezTo>
                    <a:cubicBezTo>
                      <a:pt x="3" y="26"/>
                      <a:pt x="25" y="34"/>
                      <a:pt x="28" y="27"/>
                    </a:cubicBezTo>
                    <a:cubicBezTo>
                      <a:pt x="32" y="19"/>
                      <a:pt x="26" y="17"/>
                      <a:pt x="24" y="11"/>
                    </a:cubicBezTo>
                    <a:cubicBezTo>
                      <a:pt x="21" y="5"/>
                      <a:pt x="16" y="0"/>
                      <a:pt x="14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2" name="Freeform 979">
                <a:extLst>
                  <a:ext uri="{FF2B5EF4-FFF2-40B4-BE49-F238E27FC236}">
                    <a16:creationId xmlns:a16="http://schemas.microsoft.com/office/drawing/2014/main" id="{72CB1FDE-B38A-4209-A84F-97F16D18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961"/>
                <a:ext cx="85" cy="76"/>
              </a:xfrm>
              <a:custGeom>
                <a:avLst/>
                <a:gdLst>
                  <a:gd name="T0" fmla="*/ 741 w 49"/>
                  <a:gd name="T1" fmla="*/ 178 h 41"/>
                  <a:gd name="T2" fmla="*/ 49 w 49"/>
                  <a:gd name="T3" fmla="*/ 523 h 41"/>
                  <a:gd name="T4" fmla="*/ 255 w 49"/>
                  <a:gd name="T5" fmla="*/ 873 h 41"/>
                  <a:gd name="T6" fmla="*/ 753 w 49"/>
                  <a:gd name="T7" fmla="*/ 567 h 41"/>
                  <a:gd name="T8" fmla="*/ 741 w 49"/>
                  <a:gd name="T9" fmla="*/ 17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8"/>
                    </a:moveTo>
                    <a:cubicBezTo>
                      <a:pt x="40" y="0"/>
                      <a:pt x="5" y="16"/>
                      <a:pt x="3" y="24"/>
                    </a:cubicBezTo>
                    <a:cubicBezTo>
                      <a:pt x="0" y="32"/>
                      <a:pt x="2" y="41"/>
                      <a:pt x="16" y="40"/>
                    </a:cubicBezTo>
                    <a:cubicBezTo>
                      <a:pt x="30" y="40"/>
                      <a:pt x="48" y="35"/>
                      <a:pt x="48" y="26"/>
                    </a:cubicBezTo>
                    <a:cubicBezTo>
                      <a:pt x="49" y="18"/>
                      <a:pt x="47" y="8"/>
                      <a:pt x="47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3" name="Freeform 980">
                <a:extLst>
                  <a:ext uri="{FF2B5EF4-FFF2-40B4-BE49-F238E27FC236}">
                    <a16:creationId xmlns:a16="http://schemas.microsoft.com/office/drawing/2014/main" id="{054FCACB-93F5-45C0-BF96-CC7A954D9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020"/>
                <a:ext cx="69" cy="76"/>
              </a:xfrm>
              <a:custGeom>
                <a:avLst/>
                <a:gdLst>
                  <a:gd name="T0" fmla="*/ 292 w 40"/>
                  <a:gd name="T1" fmla="*/ 152 h 41"/>
                  <a:gd name="T2" fmla="*/ 143 w 40"/>
                  <a:gd name="T3" fmla="*/ 790 h 41"/>
                  <a:gd name="T4" fmla="*/ 417 w 40"/>
                  <a:gd name="T5" fmla="*/ 612 h 41"/>
                  <a:gd name="T6" fmla="*/ 524 w 40"/>
                  <a:gd name="T7" fmla="*/ 44 h 41"/>
                  <a:gd name="T8" fmla="*/ 292 w 40"/>
                  <a:gd name="T9" fmla="*/ 15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19" y="7"/>
                    </a:moveTo>
                    <a:cubicBezTo>
                      <a:pt x="9" y="13"/>
                      <a:pt x="0" y="32"/>
                      <a:pt x="9" y="36"/>
                    </a:cubicBezTo>
                    <a:cubicBezTo>
                      <a:pt x="18" y="40"/>
                      <a:pt x="23" y="41"/>
                      <a:pt x="27" y="28"/>
                    </a:cubicBezTo>
                    <a:cubicBezTo>
                      <a:pt x="31" y="16"/>
                      <a:pt x="40" y="5"/>
                      <a:pt x="34" y="2"/>
                    </a:cubicBezTo>
                    <a:cubicBezTo>
                      <a:pt x="27" y="0"/>
                      <a:pt x="19" y="7"/>
                      <a:pt x="19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4" name="Freeform 981">
                <a:extLst>
                  <a:ext uri="{FF2B5EF4-FFF2-40B4-BE49-F238E27FC236}">
                    <a16:creationId xmlns:a16="http://schemas.microsoft.com/office/drawing/2014/main" id="{8ADE81B6-64A4-49D0-A919-9EBF1B01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48"/>
                <a:ext cx="102" cy="83"/>
              </a:xfrm>
              <a:custGeom>
                <a:avLst/>
                <a:gdLst>
                  <a:gd name="T0" fmla="*/ 382 w 59"/>
                  <a:gd name="T1" fmla="*/ 177 h 45"/>
                  <a:gd name="T2" fmla="*/ 48 w 59"/>
                  <a:gd name="T3" fmla="*/ 507 h 45"/>
                  <a:gd name="T4" fmla="*/ 481 w 59"/>
                  <a:gd name="T5" fmla="*/ 854 h 45"/>
                  <a:gd name="T6" fmla="*/ 849 w 59"/>
                  <a:gd name="T7" fmla="*/ 343 h 45"/>
                  <a:gd name="T8" fmla="*/ 382 w 59"/>
                  <a:gd name="T9" fmla="*/ 17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5">
                    <a:moveTo>
                      <a:pt x="25" y="8"/>
                    </a:moveTo>
                    <a:cubicBezTo>
                      <a:pt x="17" y="13"/>
                      <a:pt x="0" y="17"/>
                      <a:pt x="3" y="24"/>
                    </a:cubicBezTo>
                    <a:cubicBezTo>
                      <a:pt x="6" y="32"/>
                      <a:pt x="20" y="45"/>
                      <a:pt x="31" y="40"/>
                    </a:cubicBezTo>
                    <a:cubicBezTo>
                      <a:pt x="41" y="35"/>
                      <a:pt x="59" y="26"/>
                      <a:pt x="55" y="16"/>
                    </a:cubicBezTo>
                    <a:cubicBezTo>
                      <a:pt x="51" y="7"/>
                      <a:pt x="39" y="0"/>
                      <a:pt x="2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5" name="Freeform 982">
                <a:extLst>
                  <a:ext uri="{FF2B5EF4-FFF2-40B4-BE49-F238E27FC236}">
                    <a16:creationId xmlns:a16="http://schemas.microsoft.com/office/drawing/2014/main" id="{FCF55D1C-A7D4-4F69-A573-E84D4A04B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109"/>
                <a:ext cx="62" cy="46"/>
              </a:xfrm>
              <a:custGeom>
                <a:avLst/>
                <a:gdLst>
                  <a:gd name="T0" fmla="*/ 62 w 36"/>
                  <a:gd name="T1" fmla="*/ 125 h 25"/>
                  <a:gd name="T2" fmla="*/ 501 w 36"/>
                  <a:gd name="T3" fmla="*/ 399 h 25"/>
                  <a:gd name="T4" fmla="*/ 62 w 36"/>
                  <a:gd name="T5" fmla="*/ 12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5">
                    <a:moveTo>
                      <a:pt x="4" y="6"/>
                    </a:moveTo>
                    <a:cubicBezTo>
                      <a:pt x="0" y="15"/>
                      <a:pt x="30" y="25"/>
                      <a:pt x="33" y="19"/>
                    </a:cubicBezTo>
                    <a:cubicBezTo>
                      <a:pt x="36" y="12"/>
                      <a:pt x="8" y="0"/>
                      <a:pt x="4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6" name="Freeform 983">
                <a:extLst>
                  <a:ext uri="{FF2B5EF4-FFF2-40B4-BE49-F238E27FC236}">
                    <a16:creationId xmlns:a16="http://schemas.microsoft.com/office/drawing/2014/main" id="{00210BB5-F5B5-4DC2-9B37-091DD5F16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87"/>
                <a:ext cx="99" cy="64"/>
              </a:xfrm>
              <a:custGeom>
                <a:avLst/>
                <a:gdLst>
                  <a:gd name="T0" fmla="*/ 328 w 57"/>
                  <a:gd name="T1" fmla="*/ 177 h 35"/>
                  <a:gd name="T2" fmla="*/ 156 w 57"/>
                  <a:gd name="T3" fmla="*/ 552 h 35"/>
                  <a:gd name="T4" fmla="*/ 683 w 57"/>
                  <a:gd name="T5" fmla="*/ 538 h 35"/>
                  <a:gd name="T6" fmla="*/ 745 w 57"/>
                  <a:gd name="T7" fmla="*/ 97 h 35"/>
                  <a:gd name="T8" fmla="*/ 328 w 57"/>
                  <a:gd name="T9" fmla="*/ 17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5">
                    <a:moveTo>
                      <a:pt x="21" y="9"/>
                    </a:moveTo>
                    <a:cubicBezTo>
                      <a:pt x="15" y="13"/>
                      <a:pt x="0" y="24"/>
                      <a:pt x="10" y="27"/>
                    </a:cubicBezTo>
                    <a:cubicBezTo>
                      <a:pt x="20" y="30"/>
                      <a:pt x="34" y="35"/>
                      <a:pt x="43" y="26"/>
                    </a:cubicBezTo>
                    <a:cubicBezTo>
                      <a:pt x="52" y="16"/>
                      <a:pt x="57" y="9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7" name="Freeform 984">
                <a:extLst>
                  <a:ext uri="{FF2B5EF4-FFF2-40B4-BE49-F238E27FC236}">
                    <a16:creationId xmlns:a16="http://schemas.microsoft.com/office/drawing/2014/main" id="{D72B58A9-F89C-457F-9B31-22F77E8B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146"/>
                <a:ext cx="87" cy="142"/>
              </a:xfrm>
              <a:custGeom>
                <a:avLst/>
                <a:gdLst>
                  <a:gd name="T0" fmla="*/ 273 w 50"/>
                  <a:gd name="T1" fmla="*/ 326 h 77"/>
                  <a:gd name="T2" fmla="*/ 28 w 50"/>
                  <a:gd name="T3" fmla="*/ 704 h 77"/>
                  <a:gd name="T4" fmla="*/ 336 w 50"/>
                  <a:gd name="T5" fmla="*/ 1411 h 77"/>
                  <a:gd name="T6" fmla="*/ 273 w 50"/>
                  <a:gd name="T7" fmla="*/ 32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7">
                    <a:moveTo>
                      <a:pt x="17" y="15"/>
                    </a:moveTo>
                    <a:cubicBezTo>
                      <a:pt x="8" y="19"/>
                      <a:pt x="0" y="23"/>
                      <a:pt x="2" y="33"/>
                    </a:cubicBezTo>
                    <a:cubicBezTo>
                      <a:pt x="4" y="43"/>
                      <a:pt x="12" y="77"/>
                      <a:pt x="21" y="66"/>
                    </a:cubicBezTo>
                    <a:cubicBezTo>
                      <a:pt x="30" y="55"/>
                      <a:pt x="50" y="0"/>
                      <a:pt x="17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8" name="Freeform 985">
                <a:extLst>
                  <a:ext uri="{FF2B5EF4-FFF2-40B4-BE49-F238E27FC236}">
                    <a16:creationId xmlns:a16="http://schemas.microsoft.com/office/drawing/2014/main" id="{F374F8C4-C1C8-448A-8DC7-C936A9B83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129"/>
                <a:ext cx="161" cy="155"/>
              </a:xfrm>
              <a:custGeom>
                <a:avLst/>
                <a:gdLst>
                  <a:gd name="T0" fmla="*/ 725 w 93"/>
                  <a:gd name="T1" fmla="*/ 275 h 84"/>
                  <a:gd name="T2" fmla="*/ 126 w 93"/>
                  <a:gd name="T3" fmla="*/ 906 h 84"/>
                  <a:gd name="T4" fmla="*/ 218 w 93"/>
                  <a:gd name="T5" fmla="*/ 1563 h 84"/>
                  <a:gd name="T6" fmla="*/ 1151 w 93"/>
                  <a:gd name="T7" fmla="*/ 1450 h 84"/>
                  <a:gd name="T8" fmla="*/ 1385 w 93"/>
                  <a:gd name="T9" fmla="*/ 661 h 84"/>
                  <a:gd name="T10" fmla="*/ 725 w 93"/>
                  <a:gd name="T11" fmla="*/ 275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4">
                    <a:moveTo>
                      <a:pt x="47" y="13"/>
                    </a:moveTo>
                    <a:cubicBezTo>
                      <a:pt x="37" y="21"/>
                      <a:pt x="16" y="33"/>
                      <a:pt x="8" y="42"/>
                    </a:cubicBezTo>
                    <a:cubicBezTo>
                      <a:pt x="0" y="52"/>
                      <a:pt x="0" y="72"/>
                      <a:pt x="14" y="73"/>
                    </a:cubicBezTo>
                    <a:cubicBezTo>
                      <a:pt x="28" y="73"/>
                      <a:pt x="64" y="84"/>
                      <a:pt x="74" y="68"/>
                    </a:cubicBezTo>
                    <a:cubicBezTo>
                      <a:pt x="84" y="52"/>
                      <a:pt x="93" y="41"/>
                      <a:pt x="89" y="31"/>
                    </a:cubicBezTo>
                    <a:cubicBezTo>
                      <a:pt x="84" y="22"/>
                      <a:pt x="64" y="0"/>
                      <a:pt x="47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9" name="Freeform 986">
                <a:extLst>
                  <a:ext uri="{FF2B5EF4-FFF2-40B4-BE49-F238E27FC236}">
                    <a16:creationId xmlns:a16="http://schemas.microsoft.com/office/drawing/2014/main" id="{C066CC09-9B68-4043-A702-428C98557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3083"/>
                <a:ext cx="154" cy="150"/>
              </a:xfrm>
              <a:custGeom>
                <a:avLst/>
                <a:gdLst>
                  <a:gd name="T0" fmla="*/ 931 w 89"/>
                  <a:gd name="T1" fmla="*/ 128 h 81"/>
                  <a:gd name="T2" fmla="*/ 467 w 89"/>
                  <a:gd name="T3" fmla="*/ 261 h 81"/>
                  <a:gd name="T4" fmla="*/ 218 w 89"/>
                  <a:gd name="T5" fmla="*/ 1148 h 81"/>
                  <a:gd name="T6" fmla="*/ 652 w 89"/>
                  <a:gd name="T7" fmla="*/ 1530 h 81"/>
                  <a:gd name="T8" fmla="*/ 931 w 89"/>
                  <a:gd name="T9" fmla="*/ 128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1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27" y="55"/>
                      <a:pt x="29" y="81"/>
                      <a:pt x="42" y="70"/>
                    </a:cubicBezTo>
                    <a:cubicBezTo>
                      <a:pt x="55" y="60"/>
                      <a:pt x="89" y="14"/>
                      <a:pt x="60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0" name="Freeform 987">
                <a:extLst>
                  <a:ext uri="{FF2B5EF4-FFF2-40B4-BE49-F238E27FC236}">
                    <a16:creationId xmlns:a16="http://schemas.microsoft.com/office/drawing/2014/main" id="{4D5BAD65-919D-41C6-887B-208A65A3C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203"/>
                <a:ext cx="139" cy="83"/>
              </a:xfrm>
              <a:custGeom>
                <a:avLst/>
                <a:gdLst>
                  <a:gd name="T0" fmla="*/ 646 w 80"/>
                  <a:gd name="T1" fmla="*/ 81 h 45"/>
                  <a:gd name="T2" fmla="*/ 212 w 80"/>
                  <a:gd name="T3" fmla="*/ 660 h 45"/>
                  <a:gd name="T4" fmla="*/ 1029 w 80"/>
                  <a:gd name="T5" fmla="*/ 834 h 45"/>
                  <a:gd name="T6" fmla="*/ 990 w 80"/>
                  <a:gd name="T7" fmla="*/ 177 h 45"/>
                  <a:gd name="T8" fmla="*/ 646 w 80"/>
                  <a:gd name="T9" fmla="*/ 8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5">
                    <a:moveTo>
                      <a:pt x="41" y="4"/>
                    </a:moveTo>
                    <a:cubicBezTo>
                      <a:pt x="30" y="8"/>
                      <a:pt x="0" y="25"/>
                      <a:pt x="13" y="31"/>
                    </a:cubicBezTo>
                    <a:cubicBezTo>
                      <a:pt x="27" y="37"/>
                      <a:pt x="50" y="45"/>
                      <a:pt x="65" y="39"/>
                    </a:cubicBezTo>
                    <a:cubicBezTo>
                      <a:pt x="80" y="34"/>
                      <a:pt x="70" y="14"/>
                      <a:pt x="63" y="8"/>
                    </a:cubicBezTo>
                    <a:cubicBezTo>
                      <a:pt x="55" y="3"/>
                      <a:pt x="52" y="0"/>
                      <a:pt x="41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1" name="Freeform 988">
                <a:extLst>
                  <a:ext uri="{FF2B5EF4-FFF2-40B4-BE49-F238E27FC236}">
                    <a16:creationId xmlns:a16="http://schemas.microsoft.com/office/drawing/2014/main" id="{BBE9AFE2-E9F5-4F02-BEB7-46485B251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3168"/>
                <a:ext cx="192" cy="98"/>
              </a:xfrm>
              <a:custGeom>
                <a:avLst/>
                <a:gdLst>
                  <a:gd name="T0" fmla="*/ 894 w 111"/>
                  <a:gd name="T1" fmla="*/ 81 h 53"/>
                  <a:gd name="T2" fmla="*/ 234 w 111"/>
                  <a:gd name="T3" fmla="*/ 261 h 53"/>
                  <a:gd name="T4" fmla="*/ 317 w 111"/>
                  <a:gd name="T5" fmla="*/ 1124 h 53"/>
                  <a:gd name="T6" fmla="*/ 1128 w 111"/>
                  <a:gd name="T7" fmla="*/ 1063 h 53"/>
                  <a:gd name="T8" fmla="*/ 1693 w 111"/>
                  <a:gd name="T9" fmla="*/ 782 h 53"/>
                  <a:gd name="T10" fmla="*/ 894 w 111"/>
                  <a:gd name="T11" fmla="*/ 8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3">
                    <a:moveTo>
                      <a:pt x="58" y="4"/>
                    </a:moveTo>
                    <a:cubicBezTo>
                      <a:pt x="46" y="3"/>
                      <a:pt x="21" y="0"/>
                      <a:pt x="15" y="12"/>
                    </a:cubicBezTo>
                    <a:cubicBezTo>
                      <a:pt x="8" y="25"/>
                      <a:pt x="0" y="53"/>
                      <a:pt x="20" y="52"/>
                    </a:cubicBezTo>
                    <a:cubicBezTo>
                      <a:pt x="40" y="51"/>
                      <a:pt x="52" y="49"/>
                      <a:pt x="73" y="49"/>
                    </a:cubicBezTo>
                    <a:cubicBezTo>
                      <a:pt x="93" y="49"/>
                      <a:pt x="111" y="47"/>
                      <a:pt x="109" y="36"/>
                    </a:cubicBezTo>
                    <a:cubicBezTo>
                      <a:pt x="107" y="24"/>
                      <a:pt x="82" y="7"/>
                      <a:pt x="58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2" name="Freeform 989">
                <a:extLst>
                  <a:ext uri="{FF2B5EF4-FFF2-40B4-BE49-F238E27FC236}">
                    <a16:creationId xmlns:a16="http://schemas.microsoft.com/office/drawing/2014/main" id="{A09B45D2-679D-42A5-B269-876F55AA5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190"/>
                <a:ext cx="113" cy="87"/>
              </a:xfrm>
              <a:custGeom>
                <a:avLst/>
                <a:gdLst>
                  <a:gd name="T0" fmla="*/ 855 w 65"/>
                  <a:gd name="T1" fmla="*/ 178 h 47"/>
                  <a:gd name="T2" fmla="*/ 212 w 65"/>
                  <a:gd name="T3" fmla="*/ 539 h 47"/>
                  <a:gd name="T4" fmla="*/ 236 w 65"/>
                  <a:gd name="T5" fmla="*/ 998 h 47"/>
                  <a:gd name="T6" fmla="*/ 904 w 65"/>
                  <a:gd name="T7" fmla="*/ 914 h 47"/>
                  <a:gd name="T8" fmla="*/ 855 w 65"/>
                  <a:gd name="T9" fmla="*/ 17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54" y="8"/>
                    </a:move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5" y="46"/>
                    </a:cubicBezTo>
                    <a:cubicBezTo>
                      <a:pt x="29" y="45"/>
                      <a:pt x="50" y="44"/>
                      <a:pt x="57" y="42"/>
                    </a:cubicBezTo>
                    <a:cubicBezTo>
                      <a:pt x="65" y="40"/>
                      <a:pt x="56" y="18"/>
                      <a:pt x="54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3" name="Freeform 990">
                <a:extLst>
                  <a:ext uri="{FF2B5EF4-FFF2-40B4-BE49-F238E27FC236}">
                    <a16:creationId xmlns:a16="http://schemas.microsoft.com/office/drawing/2014/main" id="{50C9CF0E-F510-41B6-9521-DA7EB6CE1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3090"/>
                <a:ext cx="75" cy="170"/>
              </a:xfrm>
              <a:custGeom>
                <a:avLst/>
                <a:gdLst>
                  <a:gd name="T0" fmla="*/ 450 w 43"/>
                  <a:gd name="T1" fmla="*/ 177 h 92"/>
                  <a:gd name="T2" fmla="*/ 85 w 43"/>
                  <a:gd name="T3" fmla="*/ 604 h 92"/>
                  <a:gd name="T4" fmla="*/ 600 w 43"/>
                  <a:gd name="T5" fmla="*/ 1898 h 92"/>
                  <a:gd name="T6" fmla="*/ 450 w 43"/>
                  <a:gd name="T7" fmla="*/ 177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92">
                    <a:moveTo>
                      <a:pt x="28" y="8"/>
                    </a:moveTo>
                    <a:cubicBezTo>
                      <a:pt x="16" y="16"/>
                      <a:pt x="0" y="18"/>
                      <a:pt x="5" y="28"/>
                    </a:cubicBezTo>
                    <a:cubicBezTo>
                      <a:pt x="10" y="39"/>
                      <a:pt x="31" y="92"/>
                      <a:pt x="37" y="88"/>
                    </a:cubicBezTo>
                    <a:cubicBezTo>
                      <a:pt x="43" y="84"/>
                      <a:pt x="41" y="0"/>
                      <a:pt x="28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4" name="Freeform 991">
                <a:extLst>
                  <a:ext uri="{FF2B5EF4-FFF2-40B4-BE49-F238E27FC236}">
                    <a16:creationId xmlns:a16="http://schemas.microsoft.com/office/drawing/2014/main" id="{86D1F50C-0090-4866-9D0E-C94A592FF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701"/>
                <a:ext cx="31" cy="40"/>
              </a:xfrm>
              <a:custGeom>
                <a:avLst/>
                <a:gdLst>
                  <a:gd name="T0" fmla="*/ 169 w 18"/>
                  <a:gd name="T1" fmla="*/ 360 h 22"/>
                  <a:gd name="T2" fmla="*/ 270 w 18"/>
                  <a:gd name="T3" fmla="*/ 175 h 22"/>
                  <a:gd name="T4" fmla="*/ 231 w 18"/>
                  <a:gd name="T5" fmla="*/ 80 h 22"/>
                  <a:gd name="T6" fmla="*/ 28 w 18"/>
                  <a:gd name="T7" fmla="*/ 242 h 22"/>
                  <a:gd name="T8" fmla="*/ 193 w 18"/>
                  <a:gd name="T9" fmla="*/ 440 h 22"/>
                  <a:gd name="T10" fmla="*/ 169 w 18"/>
                  <a:gd name="T11" fmla="*/ 36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11" y="18"/>
                    </a:moveTo>
                    <a:cubicBezTo>
                      <a:pt x="10" y="15"/>
                      <a:pt x="14" y="10"/>
                      <a:pt x="18" y="9"/>
                    </a:cubicBezTo>
                    <a:cubicBezTo>
                      <a:pt x="18" y="7"/>
                      <a:pt x="17" y="6"/>
                      <a:pt x="15" y="4"/>
                    </a:cubicBezTo>
                    <a:cubicBezTo>
                      <a:pt x="10" y="0"/>
                      <a:pt x="0" y="7"/>
                      <a:pt x="2" y="12"/>
                    </a:cubicBezTo>
                    <a:cubicBezTo>
                      <a:pt x="4" y="17"/>
                      <a:pt x="9" y="22"/>
                      <a:pt x="13" y="22"/>
                    </a:cubicBezTo>
                    <a:cubicBezTo>
                      <a:pt x="12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5" name="Freeform 992">
                <a:extLst>
                  <a:ext uri="{FF2B5EF4-FFF2-40B4-BE49-F238E27FC236}">
                    <a16:creationId xmlns:a16="http://schemas.microsoft.com/office/drawing/2014/main" id="{47EA68A5-F8C8-4DBA-8631-A0D9A42A1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736"/>
                <a:ext cx="36" cy="46"/>
              </a:xfrm>
              <a:custGeom>
                <a:avLst/>
                <a:gdLst>
                  <a:gd name="T0" fmla="*/ 147 w 21"/>
                  <a:gd name="T1" fmla="*/ 379 h 25"/>
                  <a:gd name="T2" fmla="*/ 291 w 21"/>
                  <a:gd name="T3" fmla="*/ 177 h 25"/>
                  <a:gd name="T4" fmla="*/ 312 w 21"/>
                  <a:gd name="T5" fmla="*/ 177 h 25"/>
                  <a:gd name="T6" fmla="*/ 168 w 21"/>
                  <a:gd name="T7" fmla="*/ 44 h 25"/>
                  <a:gd name="T8" fmla="*/ 15 w 21"/>
                  <a:gd name="T9" fmla="*/ 250 h 25"/>
                  <a:gd name="T10" fmla="*/ 132 w 21"/>
                  <a:gd name="T11" fmla="*/ 460 h 25"/>
                  <a:gd name="T12" fmla="*/ 147 w 21"/>
                  <a:gd name="T13" fmla="*/ 460 h 25"/>
                  <a:gd name="T14" fmla="*/ 147 w 21"/>
                  <a:gd name="T15" fmla="*/ 379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0" y="18"/>
                    </a:moveTo>
                    <a:cubicBezTo>
                      <a:pt x="9" y="6"/>
                      <a:pt x="14" y="9"/>
                      <a:pt x="20" y="8"/>
                    </a:cubicBezTo>
                    <a:cubicBezTo>
                      <a:pt x="20" y="8"/>
                      <a:pt x="21" y="8"/>
                      <a:pt x="21" y="8"/>
                    </a:cubicBezTo>
                    <a:cubicBezTo>
                      <a:pt x="21" y="4"/>
                      <a:pt x="19" y="1"/>
                      <a:pt x="11" y="2"/>
                    </a:cubicBez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0" y="20"/>
                      <a:pt x="10" y="19"/>
                      <a:pt x="10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6" name="Freeform 993">
                <a:extLst>
                  <a:ext uri="{FF2B5EF4-FFF2-40B4-BE49-F238E27FC236}">
                    <a16:creationId xmlns:a16="http://schemas.microsoft.com/office/drawing/2014/main" id="{9D47E7E9-C162-4879-B7C5-3702C292B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778"/>
                <a:ext cx="66" cy="58"/>
              </a:xfrm>
              <a:custGeom>
                <a:avLst/>
                <a:gdLst>
                  <a:gd name="T0" fmla="*/ 234 w 38"/>
                  <a:gd name="T1" fmla="*/ 339 h 31"/>
                  <a:gd name="T2" fmla="*/ 471 w 38"/>
                  <a:gd name="T3" fmla="*/ 157 h 31"/>
                  <a:gd name="T4" fmla="*/ 603 w 38"/>
                  <a:gd name="T5" fmla="*/ 181 h 31"/>
                  <a:gd name="T6" fmla="*/ 603 w 38"/>
                  <a:gd name="T7" fmla="*/ 112 h 31"/>
                  <a:gd name="T8" fmla="*/ 328 w 38"/>
                  <a:gd name="T9" fmla="*/ 24 h 31"/>
                  <a:gd name="T10" fmla="*/ 90 w 38"/>
                  <a:gd name="T11" fmla="*/ 210 h 31"/>
                  <a:gd name="T12" fmla="*/ 109 w 38"/>
                  <a:gd name="T13" fmla="*/ 623 h 31"/>
                  <a:gd name="T14" fmla="*/ 208 w 38"/>
                  <a:gd name="T15" fmla="*/ 503 h 31"/>
                  <a:gd name="T16" fmla="*/ 234 w 38"/>
                  <a:gd name="T17" fmla="*/ 339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1">
                    <a:moveTo>
                      <a:pt x="15" y="15"/>
                    </a:moveTo>
                    <a:cubicBezTo>
                      <a:pt x="18" y="6"/>
                      <a:pt x="23" y="8"/>
                      <a:pt x="30" y="7"/>
                    </a:cubicBezTo>
                    <a:cubicBezTo>
                      <a:pt x="32" y="7"/>
                      <a:pt x="35" y="7"/>
                      <a:pt x="38" y="8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9" y="25"/>
                      <a:pt x="11" y="24"/>
                      <a:pt x="13" y="22"/>
                    </a:cubicBezTo>
                    <a:cubicBezTo>
                      <a:pt x="13" y="20"/>
                      <a:pt x="14" y="17"/>
                      <a:pt x="15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7" name="Freeform 994">
                <a:extLst>
                  <a:ext uri="{FF2B5EF4-FFF2-40B4-BE49-F238E27FC236}">
                    <a16:creationId xmlns:a16="http://schemas.microsoft.com/office/drawing/2014/main" id="{1A1B784E-8B9B-4834-B282-DAB3CA04C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7"/>
                <a:ext cx="138" cy="67"/>
              </a:xfrm>
              <a:custGeom>
                <a:avLst/>
                <a:gdLst>
                  <a:gd name="T0" fmla="*/ 759 w 80"/>
                  <a:gd name="T1" fmla="*/ 238 h 36"/>
                  <a:gd name="T2" fmla="*/ 1223 w 80"/>
                  <a:gd name="T3" fmla="*/ 208 h 36"/>
                  <a:gd name="T4" fmla="*/ 1223 w 80"/>
                  <a:gd name="T5" fmla="*/ 181 h 36"/>
                  <a:gd name="T6" fmla="*/ 624 w 80"/>
                  <a:gd name="T7" fmla="*/ 112 h 36"/>
                  <a:gd name="T8" fmla="*/ 48 w 80"/>
                  <a:gd name="T9" fmla="*/ 672 h 36"/>
                  <a:gd name="T10" fmla="*/ 185 w 80"/>
                  <a:gd name="T11" fmla="*/ 808 h 36"/>
                  <a:gd name="T12" fmla="*/ 759 w 80"/>
                  <a:gd name="T13" fmla="*/ 23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6">
                    <a:moveTo>
                      <a:pt x="50" y="11"/>
                    </a:moveTo>
                    <a:cubicBezTo>
                      <a:pt x="60" y="8"/>
                      <a:pt x="72" y="7"/>
                      <a:pt x="80" y="9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76" y="0"/>
                      <a:pt x="57" y="1"/>
                      <a:pt x="41" y="5"/>
                    </a:cubicBezTo>
                    <a:cubicBezTo>
                      <a:pt x="28" y="8"/>
                      <a:pt x="0" y="22"/>
                      <a:pt x="3" y="30"/>
                    </a:cubicBezTo>
                    <a:cubicBezTo>
                      <a:pt x="5" y="33"/>
                      <a:pt x="8" y="35"/>
                      <a:pt x="12" y="36"/>
                    </a:cubicBezTo>
                    <a:cubicBezTo>
                      <a:pt x="10" y="28"/>
                      <a:pt x="37" y="14"/>
                      <a:pt x="50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8" name="Freeform 995">
                <a:extLst>
                  <a:ext uri="{FF2B5EF4-FFF2-40B4-BE49-F238E27FC236}">
                    <a16:creationId xmlns:a16="http://schemas.microsoft.com/office/drawing/2014/main" id="{9F13A657-C0BF-4EF9-BB81-9218B2143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2817"/>
                <a:ext cx="77" cy="109"/>
              </a:xfrm>
              <a:custGeom>
                <a:avLst/>
                <a:gdLst>
                  <a:gd name="T0" fmla="*/ 147 w 45"/>
                  <a:gd name="T1" fmla="*/ 839 h 59"/>
                  <a:gd name="T2" fmla="*/ 310 w 45"/>
                  <a:gd name="T3" fmla="*/ 491 h 59"/>
                  <a:gd name="T4" fmla="*/ 662 w 45"/>
                  <a:gd name="T5" fmla="*/ 233 h 59"/>
                  <a:gd name="T6" fmla="*/ 642 w 45"/>
                  <a:gd name="T7" fmla="*/ 126 h 59"/>
                  <a:gd name="T8" fmla="*/ 181 w 45"/>
                  <a:gd name="T9" fmla="*/ 358 h 59"/>
                  <a:gd name="T10" fmla="*/ 15 w 45"/>
                  <a:gd name="T11" fmla="*/ 713 h 59"/>
                  <a:gd name="T12" fmla="*/ 181 w 45"/>
                  <a:gd name="T13" fmla="*/ 1221 h 59"/>
                  <a:gd name="T14" fmla="*/ 147 w 45"/>
                  <a:gd name="T15" fmla="*/ 839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9">
                    <a:moveTo>
                      <a:pt x="10" y="39"/>
                    </a:moveTo>
                    <a:cubicBezTo>
                      <a:pt x="11" y="29"/>
                      <a:pt x="15" y="26"/>
                      <a:pt x="21" y="23"/>
                    </a:cubicBezTo>
                    <a:cubicBezTo>
                      <a:pt x="25" y="20"/>
                      <a:pt x="37" y="13"/>
                      <a:pt x="45" y="11"/>
                    </a:cubicBezTo>
                    <a:cubicBezTo>
                      <a:pt x="45" y="9"/>
                      <a:pt x="45" y="8"/>
                      <a:pt x="44" y="6"/>
                    </a:cubicBez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1" y="59"/>
                      <a:pt x="12" y="57"/>
                    </a:cubicBezTo>
                    <a:cubicBezTo>
                      <a:pt x="9" y="52"/>
                      <a:pt x="9" y="44"/>
                      <a:pt x="10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9" name="Freeform 996">
                <a:extLst>
                  <a:ext uri="{FF2B5EF4-FFF2-40B4-BE49-F238E27FC236}">
                    <a16:creationId xmlns:a16="http://schemas.microsoft.com/office/drawing/2014/main" id="{3D33994B-ED0E-4E1A-A990-B3D440FFD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797"/>
                <a:ext cx="50" cy="55"/>
              </a:xfrm>
              <a:custGeom>
                <a:avLst/>
                <a:gdLst>
                  <a:gd name="T0" fmla="*/ 184 w 29"/>
                  <a:gd name="T1" fmla="*/ 326 h 30"/>
                  <a:gd name="T2" fmla="*/ 426 w 29"/>
                  <a:gd name="T3" fmla="*/ 149 h 30"/>
                  <a:gd name="T4" fmla="*/ 440 w 29"/>
                  <a:gd name="T5" fmla="*/ 149 h 30"/>
                  <a:gd name="T6" fmla="*/ 291 w 29"/>
                  <a:gd name="T7" fmla="*/ 24 h 30"/>
                  <a:gd name="T8" fmla="*/ 48 w 29"/>
                  <a:gd name="T9" fmla="*/ 205 h 30"/>
                  <a:gd name="T10" fmla="*/ 184 w 29"/>
                  <a:gd name="T11" fmla="*/ 622 h 30"/>
                  <a:gd name="T12" fmla="*/ 184 w 29"/>
                  <a:gd name="T13" fmla="*/ 32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2" y="16"/>
                    </a:moveTo>
                    <a:cubicBezTo>
                      <a:pt x="16" y="6"/>
                      <a:pt x="18" y="8"/>
                      <a:pt x="28" y="7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7" y="3"/>
                      <a:pt x="25" y="0"/>
                      <a:pt x="19" y="1"/>
                    </a:cubicBezTo>
                    <a:cubicBezTo>
                      <a:pt x="9" y="2"/>
                      <a:pt x="7" y="0"/>
                      <a:pt x="3" y="10"/>
                    </a:cubicBezTo>
                    <a:cubicBezTo>
                      <a:pt x="0" y="18"/>
                      <a:pt x="1" y="27"/>
                      <a:pt x="12" y="30"/>
                    </a:cubicBezTo>
                    <a:cubicBezTo>
                      <a:pt x="10" y="26"/>
                      <a:pt x="10" y="21"/>
                      <a:pt x="12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0" name="Freeform 997">
                <a:extLst>
                  <a:ext uri="{FF2B5EF4-FFF2-40B4-BE49-F238E27FC236}">
                    <a16:creationId xmlns:a16="http://schemas.microsoft.com/office/drawing/2014/main" id="{543FDA27-8354-46F6-AEF2-7C5C44679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762"/>
                <a:ext cx="22" cy="40"/>
              </a:xfrm>
              <a:custGeom>
                <a:avLst/>
                <a:gdLst>
                  <a:gd name="T0" fmla="*/ 120 w 13"/>
                  <a:gd name="T1" fmla="*/ 336 h 22"/>
                  <a:gd name="T2" fmla="*/ 181 w 13"/>
                  <a:gd name="T3" fmla="*/ 175 h 22"/>
                  <a:gd name="T4" fmla="*/ 120 w 13"/>
                  <a:gd name="T5" fmla="*/ 53 h 22"/>
                  <a:gd name="T6" fmla="*/ 0 w 13"/>
                  <a:gd name="T7" fmla="*/ 215 h 22"/>
                  <a:gd name="T8" fmla="*/ 140 w 13"/>
                  <a:gd name="T9" fmla="*/ 413 h 22"/>
                  <a:gd name="T10" fmla="*/ 120 w 13"/>
                  <a:gd name="T11" fmla="*/ 336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2">
                    <a:moveTo>
                      <a:pt x="9" y="17"/>
                    </a:moveTo>
                    <a:cubicBezTo>
                      <a:pt x="10" y="13"/>
                      <a:pt x="11" y="10"/>
                      <a:pt x="13" y="9"/>
                    </a:cubicBezTo>
                    <a:cubicBezTo>
                      <a:pt x="13" y="7"/>
                      <a:pt x="11" y="5"/>
                      <a:pt x="9" y="3"/>
                    </a:cubicBezTo>
                    <a:cubicBezTo>
                      <a:pt x="3" y="0"/>
                      <a:pt x="1" y="5"/>
                      <a:pt x="0" y="11"/>
                    </a:cubicBezTo>
                    <a:cubicBezTo>
                      <a:pt x="0" y="17"/>
                      <a:pt x="6" y="22"/>
                      <a:pt x="10" y="21"/>
                    </a:cubicBezTo>
                    <a:cubicBezTo>
                      <a:pt x="10" y="20"/>
                      <a:pt x="9" y="19"/>
                      <a:pt x="9" y="17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1" name="Freeform 998">
                <a:extLst>
                  <a:ext uri="{FF2B5EF4-FFF2-40B4-BE49-F238E27FC236}">
                    <a16:creationId xmlns:a16="http://schemas.microsoft.com/office/drawing/2014/main" id="{1CF1E637-B0FB-42C6-95B1-53A3CD1BC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848"/>
                <a:ext cx="48" cy="85"/>
              </a:xfrm>
              <a:custGeom>
                <a:avLst/>
                <a:gdLst>
                  <a:gd name="T0" fmla="*/ 288 w 28"/>
                  <a:gd name="T1" fmla="*/ 431 h 46"/>
                  <a:gd name="T2" fmla="*/ 415 w 28"/>
                  <a:gd name="T3" fmla="*/ 194 h 46"/>
                  <a:gd name="T4" fmla="*/ 387 w 28"/>
                  <a:gd name="T5" fmla="*/ 68 h 46"/>
                  <a:gd name="T6" fmla="*/ 147 w 28"/>
                  <a:gd name="T7" fmla="*/ 303 h 46"/>
                  <a:gd name="T8" fmla="*/ 120 w 28"/>
                  <a:gd name="T9" fmla="*/ 946 h 46"/>
                  <a:gd name="T10" fmla="*/ 206 w 28"/>
                  <a:gd name="T11" fmla="*/ 990 h 46"/>
                  <a:gd name="T12" fmla="*/ 288 w 28"/>
                  <a:gd name="T13" fmla="*/ 431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6">
                    <a:moveTo>
                      <a:pt x="19" y="20"/>
                    </a:moveTo>
                    <a:cubicBezTo>
                      <a:pt x="23" y="15"/>
                      <a:pt x="25" y="11"/>
                      <a:pt x="28" y="9"/>
                    </a:cubicBezTo>
                    <a:cubicBezTo>
                      <a:pt x="28" y="5"/>
                      <a:pt x="28" y="4"/>
                      <a:pt x="26" y="3"/>
                    </a:cubicBez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0" y="45"/>
                      <a:pt x="12" y="46"/>
                      <a:pt x="14" y="46"/>
                    </a:cubicBezTo>
                    <a:cubicBezTo>
                      <a:pt x="11" y="39"/>
                      <a:pt x="14" y="27"/>
                      <a:pt x="19" y="2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2" name="Freeform 999">
                <a:extLst>
                  <a:ext uri="{FF2B5EF4-FFF2-40B4-BE49-F238E27FC236}">
                    <a16:creationId xmlns:a16="http://schemas.microsoft.com/office/drawing/2014/main" id="{FF41177E-6E20-4AE1-8F58-FD7003F58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896"/>
                <a:ext cx="130" cy="106"/>
              </a:xfrm>
              <a:custGeom>
                <a:avLst/>
                <a:gdLst>
                  <a:gd name="T0" fmla="*/ 220 w 75"/>
                  <a:gd name="T1" fmla="*/ 1030 h 57"/>
                  <a:gd name="T2" fmla="*/ 751 w 75"/>
                  <a:gd name="T3" fmla="*/ 387 h 57"/>
                  <a:gd name="T4" fmla="*/ 1172 w 75"/>
                  <a:gd name="T5" fmla="*/ 238 h 57"/>
                  <a:gd name="T6" fmla="*/ 1172 w 75"/>
                  <a:gd name="T7" fmla="*/ 225 h 57"/>
                  <a:gd name="T8" fmla="*/ 615 w 75"/>
                  <a:gd name="T9" fmla="*/ 238 h 57"/>
                  <a:gd name="T10" fmla="*/ 85 w 75"/>
                  <a:gd name="T11" fmla="*/ 889 h 57"/>
                  <a:gd name="T12" fmla="*/ 298 w 75"/>
                  <a:gd name="T13" fmla="*/ 1266 h 57"/>
                  <a:gd name="T14" fmla="*/ 220 w 75"/>
                  <a:gd name="T15" fmla="*/ 103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7">
                    <a:moveTo>
                      <a:pt x="14" y="46"/>
                    </a:moveTo>
                    <a:cubicBezTo>
                      <a:pt x="9" y="34"/>
                      <a:pt x="36" y="23"/>
                      <a:pt x="48" y="17"/>
                    </a:cubicBezTo>
                    <a:cubicBezTo>
                      <a:pt x="56" y="13"/>
                      <a:pt x="67" y="10"/>
                      <a:pt x="75" y="11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8" y="48"/>
                      <a:pt x="11" y="57"/>
                      <a:pt x="19" y="57"/>
                    </a:cubicBezTo>
                    <a:cubicBezTo>
                      <a:pt x="17" y="54"/>
                      <a:pt x="15" y="50"/>
                      <a:pt x="14" y="4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3" name="Freeform 1000">
                <a:extLst>
                  <a:ext uri="{FF2B5EF4-FFF2-40B4-BE49-F238E27FC236}">
                    <a16:creationId xmlns:a16="http://schemas.microsoft.com/office/drawing/2014/main" id="{38B9EFFF-1559-43E7-908C-A26EDC0C8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957"/>
                <a:ext cx="129" cy="135"/>
              </a:xfrm>
              <a:custGeom>
                <a:avLst/>
                <a:gdLst>
                  <a:gd name="T0" fmla="*/ 148 w 74"/>
                  <a:gd name="T1" fmla="*/ 1124 h 73"/>
                  <a:gd name="T2" fmla="*/ 884 w 74"/>
                  <a:gd name="T3" fmla="*/ 305 h 73"/>
                  <a:gd name="T4" fmla="*/ 1191 w 74"/>
                  <a:gd name="T5" fmla="*/ 178 h 73"/>
                  <a:gd name="T6" fmla="*/ 1166 w 74"/>
                  <a:gd name="T7" fmla="*/ 150 h 73"/>
                  <a:gd name="T8" fmla="*/ 736 w 74"/>
                  <a:gd name="T9" fmla="*/ 178 h 73"/>
                  <a:gd name="T10" fmla="*/ 0 w 74"/>
                  <a:gd name="T11" fmla="*/ 991 h 73"/>
                  <a:gd name="T12" fmla="*/ 258 w 74"/>
                  <a:gd name="T13" fmla="*/ 1579 h 73"/>
                  <a:gd name="T14" fmla="*/ 148 w 74"/>
                  <a:gd name="T15" fmla="*/ 1124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3">
                    <a:moveTo>
                      <a:pt x="9" y="52"/>
                    </a:moveTo>
                    <a:cubicBezTo>
                      <a:pt x="9" y="39"/>
                      <a:pt x="42" y="22"/>
                      <a:pt x="55" y="14"/>
                    </a:cubicBezTo>
                    <a:cubicBezTo>
                      <a:pt x="63" y="9"/>
                      <a:pt x="69" y="7"/>
                      <a:pt x="74" y="8"/>
                    </a:cubicBezTo>
                    <a:cubicBezTo>
                      <a:pt x="73" y="8"/>
                      <a:pt x="73" y="7"/>
                      <a:pt x="72" y="7"/>
                    </a:cubicBez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7"/>
                      <a:pt x="4" y="68"/>
                      <a:pt x="16" y="73"/>
                    </a:cubicBezTo>
                    <a:cubicBezTo>
                      <a:pt x="11" y="67"/>
                      <a:pt x="9" y="60"/>
                      <a:pt x="9" y="5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4" name="Freeform 1001">
                <a:extLst>
                  <a:ext uri="{FF2B5EF4-FFF2-40B4-BE49-F238E27FC236}">
                    <a16:creationId xmlns:a16="http://schemas.microsoft.com/office/drawing/2014/main" id="{32BEAA22-32BC-4A01-81EB-3F63AF3AB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961"/>
                <a:ext cx="86" cy="81"/>
              </a:xfrm>
              <a:custGeom>
                <a:avLst/>
                <a:gdLst>
                  <a:gd name="T0" fmla="*/ 296 w 50"/>
                  <a:gd name="T1" fmla="*/ 331 h 44"/>
                  <a:gd name="T2" fmla="*/ 691 w 50"/>
                  <a:gd name="T3" fmla="*/ 326 h 44"/>
                  <a:gd name="T4" fmla="*/ 755 w 50"/>
                  <a:gd name="T5" fmla="*/ 331 h 44"/>
                  <a:gd name="T6" fmla="*/ 559 w 50"/>
                  <a:gd name="T7" fmla="*/ 193 h 44"/>
                  <a:gd name="T8" fmla="*/ 169 w 50"/>
                  <a:gd name="T9" fmla="*/ 206 h 44"/>
                  <a:gd name="T10" fmla="*/ 227 w 50"/>
                  <a:gd name="T11" fmla="*/ 928 h 44"/>
                  <a:gd name="T12" fmla="*/ 296 w 50"/>
                  <a:gd name="T13" fmla="*/ 33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4">
                    <a:moveTo>
                      <a:pt x="20" y="16"/>
                    </a:moveTo>
                    <a:cubicBezTo>
                      <a:pt x="26" y="6"/>
                      <a:pt x="35" y="13"/>
                      <a:pt x="46" y="15"/>
                    </a:cubicBezTo>
                    <a:cubicBezTo>
                      <a:pt x="47" y="15"/>
                      <a:pt x="49" y="16"/>
                      <a:pt x="50" y="16"/>
                    </a:cubicBezTo>
                    <a:cubicBezTo>
                      <a:pt x="46" y="12"/>
                      <a:pt x="41" y="10"/>
                      <a:pt x="37" y="9"/>
                    </a:cubicBezTo>
                    <a:cubicBezTo>
                      <a:pt x="26" y="7"/>
                      <a:pt x="17" y="0"/>
                      <a:pt x="11" y="10"/>
                    </a:cubicBezTo>
                    <a:cubicBezTo>
                      <a:pt x="5" y="20"/>
                      <a:pt x="0" y="44"/>
                      <a:pt x="15" y="44"/>
                    </a:cubicBezTo>
                    <a:cubicBezTo>
                      <a:pt x="12" y="37"/>
                      <a:pt x="16" y="23"/>
                      <a:pt x="20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5" name="Freeform 1002">
                <a:extLst>
                  <a:ext uri="{FF2B5EF4-FFF2-40B4-BE49-F238E27FC236}">
                    <a16:creationId xmlns:a16="http://schemas.microsoft.com/office/drawing/2014/main" id="{A15F1E00-A70C-440B-A6E8-CD0DDDC98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2874"/>
                <a:ext cx="65" cy="74"/>
              </a:xfrm>
              <a:custGeom>
                <a:avLst/>
                <a:gdLst>
                  <a:gd name="T0" fmla="*/ 237 w 37"/>
                  <a:gd name="T1" fmla="*/ 483 h 40"/>
                  <a:gd name="T2" fmla="*/ 617 w 37"/>
                  <a:gd name="T3" fmla="*/ 233 h 40"/>
                  <a:gd name="T4" fmla="*/ 603 w 37"/>
                  <a:gd name="T5" fmla="*/ 178 h 40"/>
                  <a:gd name="T6" fmla="*/ 86 w 37"/>
                  <a:gd name="T7" fmla="*/ 355 h 40"/>
                  <a:gd name="T8" fmla="*/ 249 w 37"/>
                  <a:gd name="T9" fmla="*/ 866 h 40"/>
                  <a:gd name="T10" fmla="*/ 237 w 37"/>
                  <a:gd name="T11" fmla="*/ 483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22"/>
                    </a:moveTo>
                    <a:cubicBezTo>
                      <a:pt x="16" y="19"/>
                      <a:pt x="28" y="12"/>
                      <a:pt x="37" y="11"/>
                    </a:cubicBezTo>
                    <a:cubicBezTo>
                      <a:pt x="37" y="10"/>
                      <a:pt x="37" y="9"/>
                      <a:pt x="36" y="8"/>
                    </a:cubicBezTo>
                    <a:cubicBezTo>
                      <a:pt x="32" y="0"/>
                      <a:pt x="7" y="11"/>
                      <a:pt x="5" y="16"/>
                    </a:cubicBezTo>
                    <a:cubicBezTo>
                      <a:pt x="0" y="32"/>
                      <a:pt x="7" y="37"/>
                      <a:pt x="15" y="40"/>
                    </a:cubicBezTo>
                    <a:cubicBezTo>
                      <a:pt x="12" y="37"/>
                      <a:pt x="11" y="31"/>
                      <a:pt x="14" y="2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6" name="Freeform 1003">
                <a:extLst>
                  <a:ext uri="{FF2B5EF4-FFF2-40B4-BE49-F238E27FC236}">
                    <a16:creationId xmlns:a16="http://schemas.microsoft.com/office/drawing/2014/main" id="{FADF936E-64EF-429C-B867-C1D7BF161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826"/>
                <a:ext cx="72" cy="39"/>
              </a:xfrm>
              <a:custGeom>
                <a:avLst/>
                <a:gdLst>
                  <a:gd name="T0" fmla="*/ 168 w 42"/>
                  <a:gd name="T1" fmla="*/ 306 h 21"/>
                  <a:gd name="T2" fmla="*/ 621 w 42"/>
                  <a:gd name="T3" fmla="*/ 290 h 21"/>
                  <a:gd name="T4" fmla="*/ 519 w 42"/>
                  <a:gd name="T5" fmla="*/ 180 h 21"/>
                  <a:gd name="T6" fmla="*/ 26 w 42"/>
                  <a:gd name="T7" fmla="*/ 180 h 21"/>
                  <a:gd name="T8" fmla="*/ 206 w 42"/>
                  <a:gd name="T9" fmla="*/ 462 h 21"/>
                  <a:gd name="T10" fmla="*/ 168 w 42"/>
                  <a:gd name="T11" fmla="*/ 30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11" y="14"/>
                    </a:moveTo>
                    <a:cubicBezTo>
                      <a:pt x="14" y="6"/>
                      <a:pt x="31" y="10"/>
                      <a:pt x="42" y="13"/>
                    </a:cubicBezTo>
                    <a:cubicBezTo>
                      <a:pt x="41" y="11"/>
                      <a:pt x="39" y="9"/>
                      <a:pt x="35" y="8"/>
                    </a:cubicBezTo>
                    <a:cubicBezTo>
                      <a:pt x="24" y="4"/>
                      <a:pt x="5" y="0"/>
                      <a:pt x="2" y="8"/>
                    </a:cubicBezTo>
                    <a:cubicBezTo>
                      <a:pt x="0" y="14"/>
                      <a:pt x="7" y="18"/>
                      <a:pt x="14" y="21"/>
                    </a:cubicBezTo>
                    <a:cubicBezTo>
                      <a:pt x="11" y="19"/>
                      <a:pt x="10" y="17"/>
                      <a:pt x="11" y="1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7" name="Freeform 1004">
                <a:extLst>
                  <a:ext uri="{FF2B5EF4-FFF2-40B4-BE49-F238E27FC236}">
                    <a16:creationId xmlns:a16="http://schemas.microsoft.com/office/drawing/2014/main" id="{5F8AB984-D023-4E9C-901F-D6C2BFFFA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896"/>
                <a:ext cx="77" cy="37"/>
              </a:xfrm>
              <a:custGeom>
                <a:avLst/>
                <a:gdLst>
                  <a:gd name="T0" fmla="*/ 128 w 45"/>
                  <a:gd name="T1" fmla="*/ 411 h 20"/>
                  <a:gd name="T2" fmla="*/ 471 w 45"/>
                  <a:gd name="T3" fmla="*/ 150 h 20"/>
                  <a:gd name="T4" fmla="*/ 662 w 45"/>
                  <a:gd name="T5" fmla="*/ 233 h 20"/>
                  <a:gd name="T6" fmla="*/ 337 w 45"/>
                  <a:gd name="T7" fmla="*/ 24 h 20"/>
                  <a:gd name="T8" fmla="*/ 0 w 45"/>
                  <a:gd name="T9" fmla="*/ 278 h 20"/>
                  <a:gd name="T10" fmla="*/ 128 w 45"/>
                  <a:gd name="T11" fmla="*/ 431 h 20"/>
                  <a:gd name="T12" fmla="*/ 128 w 45"/>
                  <a:gd name="T13" fmla="*/ 41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0">
                    <a:moveTo>
                      <a:pt x="9" y="19"/>
                    </a:moveTo>
                    <a:cubicBezTo>
                      <a:pt x="9" y="8"/>
                      <a:pt x="21" y="6"/>
                      <a:pt x="32" y="7"/>
                    </a:cubicBezTo>
                    <a:cubicBezTo>
                      <a:pt x="37" y="8"/>
                      <a:pt x="41" y="9"/>
                      <a:pt x="45" y="11"/>
                    </a:cubicBezTo>
                    <a:cubicBezTo>
                      <a:pt x="40" y="6"/>
                      <a:pt x="33" y="3"/>
                      <a:pt x="23" y="1"/>
                    </a:cubicBezTo>
                    <a:cubicBezTo>
                      <a:pt x="12" y="0"/>
                      <a:pt x="0" y="2"/>
                      <a:pt x="0" y="13"/>
                    </a:cubicBezTo>
                    <a:cubicBezTo>
                      <a:pt x="0" y="17"/>
                      <a:pt x="4" y="19"/>
                      <a:pt x="9" y="20"/>
                    </a:cubicBezTo>
                    <a:cubicBezTo>
                      <a:pt x="9" y="20"/>
                      <a:pt x="9" y="20"/>
                      <a:pt x="9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8" name="Freeform 1005">
                <a:extLst>
                  <a:ext uri="{FF2B5EF4-FFF2-40B4-BE49-F238E27FC236}">
                    <a16:creationId xmlns:a16="http://schemas.microsoft.com/office/drawing/2014/main" id="{BB280E89-B633-4730-945A-6A9472DED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885"/>
                <a:ext cx="52" cy="61"/>
              </a:xfrm>
              <a:custGeom>
                <a:avLst/>
                <a:gdLst>
                  <a:gd name="T0" fmla="*/ 234 w 30"/>
                  <a:gd name="T1" fmla="*/ 277 h 33"/>
                  <a:gd name="T2" fmla="*/ 442 w 30"/>
                  <a:gd name="T3" fmla="*/ 177 h 33"/>
                  <a:gd name="T4" fmla="*/ 468 w 30"/>
                  <a:gd name="T5" fmla="*/ 194 h 33"/>
                  <a:gd name="T6" fmla="*/ 298 w 30"/>
                  <a:gd name="T7" fmla="*/ 44 h 33"/>
                  <a:gd name="T8" fmla="*/ 87 w 30"/>
                  <a:gd name="T9" fmla="*/ 150 h 33"/>
                  <a:gd name="T10" fmla="*/ 151 w 30"/>
                  <a:gd name="T11" fmla="*/ 645 h 33"/>
                  <a:gd name="T12" fmla="*/ 172 w 30"/>
                  <a:gd name="T13" fmla="*/ 632 h 33"/>
                  <a:gd name="T14" fmla="*/ 234 w 30"/>
                  <a:gd name="T15" fmla="*/ 277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3">
                    <a:moveTo>
                      <a:pt x="15" y="13"/>
                    </a:moveTo>
                    <a:cubicBezTo>
                      <a:pt x="21" y="6"/>
                      <a:pt x="21" y="6"/>
                      <a:pt x="28" y="8"/>
                    </a:cubicBezTo>
                    <a:cubicBezTo>
                      <a:pt x="29" y="8"/>
                      <a:pt x="30" y="9"/>
                      <a:pt x="30" y="9"/>
                    </a:cubicBezTo>
                    <a:cubicBezTo>
                      <a:pt x="28" y="6"/>
                      <a:pt x="24" y="4"/>
                      <a:pt x="19" y="2"/>
                    </a:cubicBezTo>
                    <a:cubicBezTo>
                      <a:pt x="12" y="0"/>
                      <a:pt x="12" y="0"/>
                      <a:pt x="6" y="7"/>
                    </a:cubicBezTo>
                    <a:cubicBezTo>
                      <a:pt x="0" y="14"/>
                      <a:pt x="1" y="33"/>
                      <a:pt x="10" y="30"/>
                    </a:cubicBezTo>
                    <a:cubicBezTo>
                      <a:pt x="10" y="30"/>
                      <a:pt x="11" y="29"/>
                      <a:pt x="11" y="29"/>
                    </a:cubicBezTo>
                    <a:cubicBezTo>
                      <a:pt x="10" y="24"/>
                      <a:pt x="11" y="17"/>
                      <a:pt x="15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9" name="Freeform 1006">
                <a:extLst>
                  <a:ext uri="{FF2B5EF4-FFF2-40B4-BE49-F238E27FC236}">
                    <a16:creationId xmlns:a16="http://schemas.microsoft.com/office/drawing/2014/main" id="{33329E6D-C669-477D-8E67-FED9C12FA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843"/>
                <a:ext cx="48" cy="53"/>
              </a:xfrm>
              <a:custGeom>
                <a:avLst/>
                <a:gdLst>
                  <a:gd name="T0" fmla="*/ 132 w 28"/>
                  <a:gd name="T1" fmla="*/ 267 h 29"/>
                  <a:gd name="T2" fmla="*/ 415 w 28"/>
                  <a:gd name="T3" fmla="*/ 201 h 29"/>
                  <a:gd name="T4" fmla="*/ 326 w 28"/>
                  <a:gd name="T5" fmla="*/ 97 h 29"/>
                  <a:gd name="T6" fmla="*/ 0 w 28"/>
                  <a:gd name="T7" fmla="*/ 146 h 29"/>
                  <a:gd name="T8" fmla="*/ 252 w 28"/>
                  <a:gd name="T9" fmla="*/ 568 h 29"/>
                  <a:gd name="T10" fmla="*/ 288 w 28"/>
                  <a:gd name="T11" fmla="*/ 590 h 29"/>
                  <a:gd name="T12" fmla="*/ 132 w 28"/>
                  <a:gd name="T13" fmla="*/ 267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9">
                    <a:moveTo>
                      <a:pt x="9" y="13"/>
                    </a:moveTo>
                    <a:cubicBezTo>
                      <a:pt x="10" y="7"/>
                      <a:pt x="19" y="7"/>
                      <a:pt x="28" y="10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18" y="28"/>
                      <a:pt x="18" y="28"/>
                      <a:pt x="19" y="29"/>
                    </a:cubicBezTo>
                    <a:cubicBezTo>
                      <a:pt x="13" y="24"/>
                      <a:pt x="9" y="18"/>
                      <a:pt x="9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0" name="Freeform 1007">
                <a:extLst>
                  <a:ext uri="{FF2B5EF4-FFF2-40B4-BE49-F238E27FC236}">
                    <a16:creationId xmlns:a16="http://schemas.microsoft.com/office/drawing/2014/main" id="{6D474BD3-7E1C-4FC8-BF10-0A0BD6B97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945"/>
                <a:ext cx="121" cy="81"/>
              </a:xfrm>
              <a:custGeom>
                <a:avLst/>
                <a:gdLst>
                  <a:gd name="T0" fmla="*/ 149 w 70"/>
                  <a:gd name="T1" fmla="*/ 399 h 44"/>
                  <a:gd name="T2" fmla="*/ 489 w 70"/>
                  <a:gd name="T3" fmla="*/ 149 h 44"/>
                  <a:gd name="T4" fmla="*/ 894 w 70"/>
                  <a:gd name="T5" fmla="*/ 326 h 44"/>
                  <a:gd name="T6" fmla="*/ 1079 w 70"/>
                  <a:gd name="T7" fmla="*/ 423 h 44"/>
                  <a:gd name="T8" fmla="*/ 759 w 70"/>
                  <a:gd name="T9" fmla="*/ 193 h 44"/>
                  <a:gd name="T10" fmla="*/ 356 w 70"/>
                  <a:gd name="T11" fmla="*/ 24 h 44"/>
                  <a:gd name="T12" fmla="*/ 16 w 70"/>
                  <a:gd name="T13" fmla="*/ 274 h 44"/>
                  <a:gd name="T14" fmla="*/ 315 w 70"/>
                  <a:gd name="T15" fmla="*/ 928 h 44"/>
                  <a:gd name="T16" fmla="*/ 149 w 70"/>
                  <a:gd name="T17" fmla="*/ 39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4">
                    <a:moveTo>
                      <a:pt x="10" y="19"/>
                    </a:moveTo>
                    <a:cubicBezTo>
                      <a:pt x="10" y="13"/>
                      <a:pt x="22" y="8"/>
                      <a:pt x="32" y="7"/>
                    </a:cubicBezTo>
                    <a:cubicBezTo>
                      <a:pt x="43" y="6"/>
                      <a:pt x="52" y="10"/>
                      <a:pt x="58" y="15"/>
                    </a:cubicBezTo>
                    <a:cubicBezTo>
                      <a:pt x="61" y="17"/>
                      <a:pt x="66" y="18"/>
                      <a:pt x="70" y="20"/>
                    </a:cubicBezTo>
                    <a:cubicBezTo>
                      <a:pt x="66" y="14"/>
                      <a:pt x="55" y="13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ubicBezTo>
                      <a:pt x="13" y="2"/>
                      <a:pt x="1" y="7"/>
                      <a:pt x="1" y="13"/>
                    </a:cubicBezTo>
                    <a:cubicBezTo>
                      <a:pt x="0" y="19"/>
                      <a:pt x="8" y="41"/>
                      <a:pt x="20" y="44"/>
                    </a:cubicBezTo>
                    <a:cubicBezTo>
                      <a:pt x="13" y="36"/>
                      <a:pt x="9" y="23"/>
                      <a:pt x="10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1" name="Freeform 1008">
                <a:extLst>
                  <a:ext uri="{FF2B5EF4-FFF2-40B4-BE49-F238E27FC236}">
                    <a16:creationId xmlns:a16="http://schemas.microsoft.com/office/drawing/2014/main" id="{0DBE1F1D-4F6F-4DFD-9BE0-60F6DE2A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3054"/>
                <a:ext cx="124" cy="160"/>
              </a:xfrm>
              <a:custGeom>
                <a:avLst/>
                <a:gdLst>
                  <a:gd name="T0" fmla="*/ 148 w 72"/>
                  <a:gd name="T1" fmla="*/ 1705 h 87"/>
                  <a:gd name="T2" fmla="*/ 184 w 72"/>
                  <a:gd name="T3" fmla="*/ 822 h 87"/>
                  <a:gd name="T4" fmla="*/ 904 w 72"/>
                  <a:gd name="T5" fmla="*/ 193 h 87"/>
                  <a:gd name="T6" fmla="*/ 1095 w 72"/>
                  <a:gd name="T7" fmla="*/ 193 h 87"/>
                  <a:gd name="T8" fmla="*/ 777 w 72"/>
                  <a:gd name="T9" fmla="*/ 68 h 87"/>
                  <a:gd name="T10" fmla="*/ 48 w 72"/>
                  <a:gd name="T11" fmla="*/ 697 h 87"/>
                  <a:gd name="T12" fmla="*/ 16 w 72"/>
                  <a:gd name="T13" fmla="*/ 1580 h 87"/>
                  <a:gd name="T14" fmla="*/ 148 w 72"/>
                  <a:gd name="T15" fmla="*/ 1786 h 87"/>
                  <a:gd name="T16" fmla="*/ 148 w 72"/>
                  <a:gd name="T17" fmla="*/ 1705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7">
                    <a:moveTo>
                      <a:pt x="10" y="81"/>
                    </a:moveTo>
                    <a:cubicBezTo>
                      <a:pt x="10" y="72"/>
                      <a:pt x="9" y="53"/>
                      <a:pt x="12" y="39"/>
                    </a:cubicBezTo>
                    <a:cubicBezTo>
                      <a:pt x="16" y="25"/>
                      <a:pt x="47" y="13"/>
                      <a:pt x="60" y="9"/>
                    </a:cubicBezTo>
                    <a:cubicBezTo>
                      <a:pt x="65" y="8"/>
                      <a:pt x="69" y="8"/>
                      <a:pt x="72" y="9"/>
                    </a:cubicBezTo>
                    <a:cubicBezTo>
                      <a:pt x="68" y="4"/>
                      <a:pt x="62" y="0"/>
                      <a:pt x="51" y="3"/>
                    </a:cubicBezTo>
                    <a:cubicBezTo>
                      <a:pt x="38" y="7"/>
                      <a:pt x="7" y="19"/>
                      <a:pt x="3" y="33"/>
                    </a:cubicBezTo>
                    <a:cubicBezTo>
                      <a:pt x="0" y="47"/>
                      <a:pt x="1" y="66"/>
                      <a:pt x="1" y="75"/>
                    </a:cubicBezTo>
                    <a:cubicBezTo>
                      <a:pt x="1" y="82"/>
                      <a:pt x="3" y="87"/>
                      <a:pt x="10" y="85"/>
                    </a:cubicBezTo>
                    <a:cubicBezTo>
                      <a:pt x="10" y="84"/>
                      <a:pt x="10" y="83"/>
                      <a:pt x="10" y="8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2" name="Freeform 1009">
                <a:extLst>
                  <a:ext uri="{FF2B5EF4-FFF2-40B4-BE49-F238E27FC236}">
                    <a16:creationId xmlns:a16="http://schemas.microsoft.com/office/drawing/2014/main" id="{22E7D254-1A6A-4C1C-9EA6-78E384B4A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3140"/>
                <a:ext cx="119" cy="113"/>
              </a:xfrm>
              <a:custGeom>
                <a:avLst/>
                <a:gdLst>
                  <a:gd name="T0" fmla="*/ 169 w 69"/>
                  <a:gd name="T1" fmla="*/ 1104 h 61"/>
                  <a:gd name="T2" fmla="*/ 780 w 69"/>
                  <a:gd name="T3" fmla="*/ 439 h 61"/>
                  <a:gd name="T4" fmla="*/ 1054 w 69"/>
                  <a:gd name="T5" fmla="*/ 178 h 61"/>
                  <a:gd name="T6" fmla="*/ 1035 w 69"/>
                  <a:gd name="T7" fmla="*/ 128 h 61"/>
                  <a:gd name="T8" fmla="*/ 636 w 69"/>
                  <a:gd name="T9" fmla="*/ 306 h 61"/>
                  <a:gd name="T10" fmla="*/ 28 w 69"/>
                  <a:gd name="T11" fmla="*/ 978 h 61"/>
                  <a:gd name="T12" fmla="*/ 197 w 69"/>
                  <a:gd name="T13" fmla="*/ 1328 h 61"/>
                  <a:gd name="T14" fmla="*/ 169 w 69"/>
                  <a:gd name="T15" fmla="*/ 1104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1">
                    <a:moveTo>
                      <a:pt x="11" y="51"/>
                    </a:moveTo>
                    <a:cubicBezTo>
                      <a:pt x="14" y="39"/>
                      <a:pt x="31" y="34"/>
                      <a:pt x="51" y="20"/>
                    </a:cubicBezTo>
                    <a:cubicBezTo>
                      <a:pt x="63" y="11"/>
                      <a:pt x="66" y="8"/>
                      <a:pt x="69" y="8"/>
                    </a:cubicBezTo>
                    <a:cubicBezTo>
                      <a:pt x="69" y="7"/>
                      <a:pt x="68" y="6"/>
                      <a:pt x="68" y="6"/>
                    </a:cubicBezTo>
                    <a:cubicBezTo>
                      <a:pt x="57" y="1"/>
                      <a:pt x="62" y="0"/>
                      <a:pt x="42" y="14"/>
                    </a:cubicBezTo>
                    <a:cubicBezTo>
                      <a:pt x="22" y="28"/>
                      <a:pt x="5" y="33"/>
                      <a:pt x="2" y="45"/>
                    </a:cubicBezTo>
                    <a:cubicBezTo>
                      <a:pt x="0" y="54"/>
                      <a:pt x="6" y="57"/>
                      <a:pt x="13" y="61"/>
                    </a:cubicBezTo>
                    <a:cubicBezTo>
                      <a:pt x="11" y="59"/>
                      <a:pt x="10" y="56"/>
                      <a:pt x="11" y="5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3" name="Freeform 1010">
                <a:extLst>
                  <a:ext uri="{FF2B5EF4-FFF2-40B4-BE49-F238E27FC236}">
                    <a16:creationId xmlns:a16="http://schemas.microsoft.com/office/drawing/2014/main" id="{3A6CA907-D4E8-4CD3-98D5-A44F4C1D3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3168"/>
                <a:ext cx="65" cy="103"/>
              </a:xfrm>
              <a:custGeom>
                <a:avLst/>
                <a:gdLst>
                  <a:gd name="T0" fmla="*/ 164 w 38"/>
                  <a:gd name="T1" fmla="*/ 822 h 56"/>
                  <a:gd name="T2" fmla="*/ 556 w 38"/>
                  <a:gd name="T3" fmla="*/ 177 h 56"/>
                  <a:gd name="T4" fmla="*/ 429 w 38"/>
                  <a:gd name="T5" fmla="*/ 44 h 56"/>
                  <a:gd name="T6" fmla="*/ 26 w 38"/>
                  <a:gd name="T7" fmla="*/ 697 h 56"/>
                  <a:gd name="T8" fmla="*/ 281 w 38"/>
                  <a:gd name="T9" fmla="*/ 1177 h 56"/>
                  <a:gd name="T10" fmla="*/ 164 w 38"/>
                  <a:gd name="T11" fmla="*/ 822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6">
                    <a:moveTo>
                      <a:pt x="11" y="39"/>
                    </a:moveTo>
                    <a:cubicBezTo>
                      <a:pt x="14" y="30"/>
                      <a:pt x="26" y="6"/>
                      <a:pt x="38" y="8"/>
                    </a:cubicBezTo>
                    <a:cubicBezTo>
                      <a:pt x="36" y="5"/>
                      <a:pt x="33" y="3"/>
                      <a:pt x="29" y="2"/>
                    </a:cubicBezTo>
                    <a:cubicBezTo>
                      <a:pt x="17" y="0"/>
                      <a:pt x="5" y="24"/>
                      <a:pt x="2" y="33"/>
                    </a:cubicBezTo>
                    <a:cubicBezTo>
                      <a:pt x="0" y="40"/>
                      <a:pt x="10" y="51"/>
                      <a:pt x="19" y="56"/>
                    </a:cubicBezTo>
                    <a:cubicBezTo>
                      <a:pt x="14" y="50"/>
                      <a:pt x="9" y="44"/>
                      <a:pt x="11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4" name="Freeform 1011">
                <a:extLst>
                  <a:ext uri="{FF2B5EF4-FFF2-40B4-BE49-F238E27FC236}">
                    <a16:creationId xmlns:a16="http://schemas.microsoft.com/office/drawing/2014/main" id="{166FCDD6-5D39-4B2F-ABDD-49768D3AD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35"/>
                <a:ext cx="152" cy="142"/>
              </a:xfrm>
              <a:custGeom>
                <a:avLst/>
                <a:gdLst>
                  <a:gd name="T0" fmla="*/ 149 w 88"/>
                  <a:gd name="T1" fmla="*/ 915 h 77"/>
                  <a:gd name="T2" fmla="*/ 845 w 88"/>
                  <a:gd name="T3" fmla="*/ 302 h 77"/>
                  <a:gd name="T4" fmla="*/ 1354 w 88"/>
                  <a:gd name="T5" fmla="*/ 258 h 77"/>
                  <a:gd name="T6" fmla="*/ 1354 w 88"/>
                  <a:gd name="T7" fmla="*/ 231 h 77"/>
                  <a:gd name="T8" fmla="*/ 701 w 88"/>
                  <a:gd name="T9" fmla="*/ 177 h 77"/>
                  <a:gd name="T10" fmla="*/ 16 w 88"/>
                  <a:gd name="T11" fmla="*/ 786 h 77"/>
                  <a:gd name="T12" fmla="*/ 149 w 88"/>
                  <a:gd name="T13" fmla="*/ 1575 h 77"/>
                  <a:gd name="T14" fmla="*/ 247 w 88"/>
                  <a:gd name="T15" fmla="*/ 1643 h 77"/>
                  <a:gd name="T16" fmla="*/ 149 w 88"/>
                  <a:gd name="T17" fmla="*/ 915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77">
                    <a:moveTo>
                      <a:pt x="10" y="43"/>
                    </a:moveTo>
                    <a:cubicBezTo>
                      <a:pt x="11" y="29"/>
                      <a:pt x="41" y="22"/>
                      <a:pt x="55" y="14"/>
                    </a:cubicBezTo>
                    <a:cubicBezTo>
                      <a:pt x="65" y="8"/>
                      <a:pt x="78" y="8"/>
                      <a:pt x="88" y="12"/>
                    </a:cubicBezTo>
                    <a:cubicBezTo>
                      <a:pt x="88" y="12"/>
                      <a:pt x="88" y="11"/>
                      <a:pt x="88" y="11"/>
                    </a:cubicBezTo>
                    <a:cubicBezTo>
                      <a:pt x="80" y="3"/>
                      <a:pt x="59" y="0"/>
                      <a:pt x="46" y="8"/>
                    </a:cubicBezTo>
                    <a:cubicBezTo>
                      <a:pt x="32" y="16"/>
                      <a:pt x="2" y="23"/>
                      <a:pt x="1" y="37"/>
                    </a:cubicBezTo>
                    <a:cubicBezTo>
                      <a:pt x="1" y="51"/>
                      <a:pt x="0" y="67"/>
                      <a:pt x="10" y="74"/>
                    </a:cubicBezTo>
                    <a:cubicBezTo>
                      <a:pt x="13" y="76"/>
                      <a:pt x="15" y="77"/>
                      <a:pt x="16" y="77"/>
                    </a:cubicBezTo>
                    <a:cubicBezTo>
                      <a:pt x="9" y="70"/>
                      <a:pt x="10" y="56"/>
                      <a:pt x="10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5" name="Freeform 1012">
                <a:extLst>
                  <a:ext uri="{FF2B5EF4-FFF2-40B4-BE49-F238E27FC236}">
                    <a16:creationId xmlns:a16="http://schemas.microsoft.com/office/drawing/2014/main" id="{81F43B26-758A-4171-8EC0-14137BB68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3068"/>
                <a:ext cx="80" cy="117"/>
              </a:xfrm>
              <a:custGeom>
                <a:avLst/>
                <a:gdLst>
                  <a:gd name="T0" fmla="*/ 475 w 46"/>
                  <a:gd name="T1" fmla="*/ 462 h 63"/>
                  <a:gd name="T2" fmla="*/ 704 w 46"/>
                  <a:gd name="T3" fmla="*/ 358 h 63"/>
                  <a:gd name="T4" fmla="*/ 732 w 46"/>
                  <a:gd name="T5" fmla="*/ 358 h 63"/>
                  <a:gd name="T6" fmla="*/ 557 w 46"/>
                  <a:gd name="T7" fmla="*/ 225 h 63"/>
                  <a:gd name="T8" fmla="*/ 336 w 46"/>
                  <a:gd name="T9" fmla="*/ 334 h 63"/>
                  <a:gd name="T10" fmla="*/ 257 w 46"/>
                  <a:gd name="T11" fmla="*/ 1389 h 63"/>
                  <a:gd name="T12" fmla="*/ 283 w 46"/>
                  <a:gd name="T13" fmla="*/ 1389 h 63"/>
                  <a:gd name="T14" fmla="*/ 475 w 46"/>
                  <a:gd name="T15" fmla="*/ 462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63">
                    <a:moveTo>
                      <a:pt x="30" y="21"/>
                    </a:moveTo>
                    <a:cubicBezTo>
                      <a:pt x="35" y="6"/>
                      <a:pt x="34" y="14"/>
                      <a:pt x="44" y="16"/>
                    </a:cubicBezTo>
                    <a:cubicBezTo>
                      <a:pt x="45" y="16"/>
                      <a:pt x="45" y="16"/>
                      <a:pt x="46" y="16"/>
                    </a:cubicBezTo>
                    <a:cubicBezTo>
                      <a:pt x="42" y="12"/>
                      <a:pt x="39" y="10"/>
                      <a:pt x="35" y="10"/>
                    </a:cubicBezTo>
                    <a:cubicBezTo>
                      <a:pt x="25" y="8"/>
                      <a:pt x="26" y="0"/>
                      <a:pt x="21" y="15"/>
                    </a:cubicBezTo>
                    <a:cubicBezTo>
                      <a:pt x="15" y="30"/>
                      <a:pt x="0" y="61"/>
                      <a:pt x="16" y="63"/>
                    </a:cubicBezTo>
                    <a:cubicBezTo>
                      <a:pt x="17" y="63"/>
                      <a:pt x="17" y="63"/>
                      <a:pt x="18" y="63"/>
                    </a:cubicBezTo>
                    <a:cubicBezTo>
                      <a:pt x="15" y="53"/>
                      <a:pt x="26" y="33"/>
                      <a:pt x="30" y="2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6" name="Freeform 1013">
                <a:extLst>
                  <a:ext uri="{FF2B5EF4-FFF2-40B4-BE49-F238E27FC236}">
                    <a16:creationId xmlns:a16="http://schemas.microsoft.com/office/drawing/2014/main" id="{D9FE9DFD-58B3-4A62-BCDC-0FDAD4E63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3181"/>
                <a:ext cx="131" cy="89"/>
              </a:xfrm>
              <a:custGeom>
                <a:avLst/>
                <a:gdLst>
                  <a:gd name="T0" fmla="*/ 148 w 76"/>
                  <a:gd name="T1" fmla="*/ 970 h 48"/>
                  <a:gd name="T2" fmla="*/ 657 w 76"/>
                  <a:gd name="T3" fmla="*/ 306 h 48"/>
                  <a:gd name="T4" fmla="*/ 1158 w 76"/>
                  <a:gd name="T5" fmla="*/ 375 h 48"/>
                  <a:gd name="T6" fmla="*/ 1014 w 76"/>
                  <a:gd name="T7" fmla="*/ 237 h 48"/>
                  <a:gd name="T8" fmla="*/ 522 w 76"/>
                  <a:gd name="T9" fmla="*/ 178 h 48"/>
                  <a:gd name="T10" fmla="*/ 16 w 76"/>
                  <a:gd name="T11" fmla="*/ 829 h 48"/>
                  <a:gd name="T12" fmla="*/ 148 w 76"/>
                  <a:gd name="T13" fmla="*/ 1051 h 48"/>
                  <a:gd name="T14" fmla="*/ 148 w 76"/>
                  <a:gd name="T15" fmla="*/ 97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48">
                    <a:moveTo>
                      <a:pt x="10" y="44"/>
                    </a:moveTo>
                    <a:cubicBezTo>
                      <a:pt x="11" y="36"/>
                      <a:pt x="32" y="22"/>
                      <a:pt x="43" y="14"/>
                    </a:cubicBezTo>
                    <a:cubicBezTo>
                      <a:pt x="53" y="6"/>
                      <a:pt x="66" y="12"/>
                      <a:pt x="76" y="17"/>
                    </a:cubicBezTo>
                    <a:cubicBezTo>
                      <a:pt x="73" y="15"/>
                      <a:pt x="71" y="13"/>
                      <a:pt x="67" y="11"/>
                    </a:cubicBezTo>
                    <a:cubicBezTo>
                      <a:pt x="58" y="7"/>
                      <a:pt x="44" y="0"/>
                      <a:pt x="34" y="8"/>
                    </a:cubicBezTo>
                    <a:cubicBezTo>
                      <a:pt x="23" y="16"/>
                      <a:pt x="2" y="30"/>
                      <a:pt x="1" y="38"/>
                    </a:cubicBezTo>
                    <a:cubicBezTo>
                      <a:pt x="0" y="42"/>
                      <a:pt x="4" y="46"/>
                      <a:pt x="10" y="48"/>
                    </a:cubicBezTo>
                    <a:cubicBezTo>
                      <a:pt x="10" y="47"/>
                      <a:pt x="9" y="45"/>
                      <a:pt x="10" y="4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7" name="Freeform 1014">
                <a:extLst>
                  <a:ext uri="{FF2B5EF4-FFF2-40B4-BE49-F238E27FC236}">
                    <a16:creationId xmlns:a16="http://schemas.microsoft.com/office/drawing/2014/main" id="{6A7FC5D5-098E-4D15-B675-3F35B584A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922"/>
                <a:ext cx="95" cy="137"/>
              </a:xfrm>
              <a:custGeom>
                <a:avLst/>
                <a:gdLst>
                  <a:gd name="T0" fmla="*/ 169 w 55"/>
                  <a:gd name="T1" fmla="*/ 870 h 74"/>
                  <a:gd name="T2" fmla="*/ 320 w 55"/>
                  <a:gd name="T3" fmla="*/ 237 h 74"/>
                  <a:gd name="T4" fmla="*/ 800 w 55"/>
                  <a:gd name="T5" fmla="*/ 411 h 74"/>
                  <a:gd name="T6" fmla="*/ 845 w 55"/>
                  <a:gd name="T7" fmla="*/ 439 h 74"/>
                  <a:gd name="T8" fmla="*/ 660 w 55"/>
                  <a:gd name="T9" fmla="*/ 278 h 74"/>
                  <a:gd name="T10" fmla="*/ 185 w 55"/>
                  <a:gd name="T11" fmla="*/ 106 h 74"/>
                  <a:gd name="T12" fmla="*/ 28 w 55"/>
                  <a:gd name="T13" fmla="*/ 744 h 74"/>
                  <a:gd name="T14" fmla="*/ 444 w 55"/>
                  <a:gd name="T15" fmla="*/ 1611 h 74"/>
                  <a:gd name="T16" fmla="*/ 169 w 55"/>
                  <a:gd name="T17" fmla="*/ 87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4">
                    <a:moveTo>
                      <a:pt x="11" y="40"/>
                    </a:moveTo>
                    <a:cubicBezTo>
                      <a:pt x="9" y="25"/>
                      <a:pt x="12" y="20"/>
                      <a:pt x="21" y="11"/>
                    </a:cubicBezTo>
                    <a:cubicBezTo>
                      <a:pt x="27" y="6"/>
                      <a:pt x="38" y="14"/>
                      <a:pt x="52" y="19"/>
                    </a:cubicBezTo>
                    <a:cubicBezTo>
                      <a:pt x="53" y="19"/>
                      <a:pt x="54" y="19"/>
                      <a:pt x="55" y="20"/>
                    </a:cubicBezTo>
                    <a:cubicBezTo>
                      <a:pt x="54" y="17"/>
                      <a:pt x="51" y="15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ubicBezTo>
                      <a:pt x="3" y="14"/>
                      <a:pt x="0" y="19"/>
                      <a:pt x="2" y="34"/>
                    </a:cubicBezTo>
                    <a:cubicBezTo>
                      <a:pt x="4" y="46"/>
                      <a:pt x="12" y="67"/>
                      <a:pt x="29" y="74"/>
                    </a:cubicBezTo>
                    <a:cubicBezTo>
                      <a:pt x="18" y="64"/>
                      <a:pt x="13" y="49"/>
                      <a:pt x="11" y="4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8" name="Freeform 1015">
                <a:extLst>
                  <a:ext uri="{FF2B5EF4-FFF2-40B4-BE49-F238E27FC236}">
                    <a16:creationId xmlns:a16="http://schemas.microsoft.com/office/drawing/2014/main" id="{0CCBD12A-13B9-4C6C-9080-2CA35A867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836"/>
                <a:ext cx="113" cy="77"/>
              </a:xfrm>
              <a:custGeom>
                <a:avLst/>
                <a:gdLst>
                  <a:gd name="T0" fmla="*/ 212 w 65"/>
                  <a:gd name="T1" fmla="*/ 376 h 42"/>
                  <a:gd name="T2" fmla="*/ 1031 w 65"/>
                  <a:gd name="T3" fmla="*/ 541 h 42"/>
                  <a:gd name="T4" fmla="*/ 1003 w 65"/>
                  <a:gd name="T5" fmla="*/ 475 h 42"/>
                  <a:gd name="T6" fmla="*/ 64 w 65"/>
                  <a:gd name="T7" fmla="*/ 246 h 42"/>
                  <a:gd name="T8" fmla="*/ 320 w 65"/>
                  <a:gd name="T9" fmla="*/ 871 h 42"/>
                  <a:gd name="T10" fmla="*/ 212 w 65"/>
                  <a:gd name="T11" fmla="*/ 37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2">
                    <a:moveTo>
                      <a:pt x="13" y="18"/>
                    </a:moveTo>
                    <a:cubicBezTo>
                      <a:pt x="17" y="7"/>
                      <a:pt x="49" y="17"/>
                      <a:pt x="65" y="26"/>
                    </a:cubicBezTo>
                    <a:cubicBezTo>
                      <a:pt x="65" y="25"/>
                      <a:pt x="64" y="24"/>
                      <a:pt x="63" y="23"/>
                    </a:cubicBezTo>
                    <a:cubicBezTo>
                      <a:pt x="51" y="15"/>
                      <a:pt x="9" y="0"/>
                      <a:pt x="4" y="12"/>
                    </a:cubicBezTo>
                    <a:cubicBezTo>
                      <a:pt x="0" y="24"/>
                      <a:pt x="7" y="35"/>
                      <a:pt x="20" y="42"/>
                    </a:cubicBezTo>
                    <a:cubicBezTo>
                      <a:pt x="13" y="35"/>
                      <a:pt x="10" y="27"/>
                      <a:pt x="1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9" name="Freeform 1016">
                <a:extLst>
                  <a:ext uri="{FF2B5EF4-FFF2-40B4-BE49-F238E27FC236}">
                    <a16:creationId xmlns:a16="http://schemas.microsoft.com/office/drawing/2014/main" id="{D32F3AA1-657B-4324-B03A-4C86D781F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795"/>
                <a:ext cx="73" cy="39"/>
              </a:xfrm>
              <a:custGeom>
                <a:avLst/>
                <a:gdLst>
                  <a:gd name="T0" fmla="*/ 193 w 42"/>
                  <a:gd name="T1" fmla="*/ 290 h 21"/>
                  <a:gd name="T2" fmla="*/ 667 w 42"/>
                  <a:gd name="T3" fmla="*/ 306 h 21"/>
                  <a:gd name="T4" fmla="*/ 49 w 42"/>
                  <a:gd name="T5" fmla="*/ 156 h 21"/>
                  <a:gd name="T6" fmla="*/ 212 w 42"/>
                  <a:gd name="T7" fmla="*/ 462 h 21"/>
                  <a:gd name="T8" fmla="*/ 193 w 42"/>
                  <a:gd name="T9" fmla="*/ 29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12" y="13"/>
                    </a:moveTo>
                    <a:cubicBezTo>
                      <a:pt x="15" y="8"/>
                      <a:pt x="31" y="10"/>
                      <a:pt x="42" y="14"/>
                    </a:cubicBezTo>
                    <a:cubicBezTo>
                      <a:pt x="38" y="7"/>
                      <a:pt x="7" y="0"/>
                      <a:pt x="3" y="7"/>
                    </a:cubicBezTo>
                    <a:cubicBezTo>
                      <a:pt x="0" y="13"/>
                      <a:pt x="5" y="19"/>
                      <a:pt x="13" y="21"/>
                    </a:cubicBezTo>
                    <a:cubicBezTo>
                      <a:pt x="11" y="19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0" name="Freeform 1017">
                <a:extLst>
                  <a:ext uri="{FF2B5EF4-FFF2-40B4-BE49-F238E27FC236}">
                    <a16:creationId xmlns:a16="http://schemas.microsoft.com/office/drawing/2014/main" id="{F92EFF62-76BE-45AD-A861-969F3BE9F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04"/>
                <a:ext cx="97" cy="57"/>
              </a:xfrm>
              <a:custGeom>
                <a:avLst/>
                <a:gdLst>
                  <a:gd name="T0" fmla="*/ 208 w 56"/>
                  <a:gd name="T1" fmla="*/ 528 h 31"/>
                  <a:gd name="T2" fmla="*/ 688 w 56"/>
                  <a:gd name="T3" fmla="*/ 193 h 31"/>
                  <a:gd name="T4" fmla="*/ 873 w 56"/>
                  <a:gd name="T5" fmla="*/ 173 h 31"/>
                  <a:gd name="T6" fmla="*/ 553 w 56"/>
                  <a:gd name="T7" fmla="*/ 68 h 31"/>
                  <a:gd name="T8" fmla="*/ 62 w 56"/>
                  <a:gd name="T9" fmla="*/ 399 h 31"/>
                  <a:gd name="T10" fmla="*/ 185 w 56"/>
                  <a:gd name="T11" fmla="*/ 629 h 31"/>
                  <a:gd name="T12" fmla="*/ 208 w 56"/>
                  <a:gd name="T13" fmla="*/ 52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25"/>
                    </a:moveTo>
                    <a:cubicBezTo>
                      <a:pt x="17" y="16"/>
                      <a:pt x="33" y="13"/>
                      <a:pt x="44" y="9"/>
                    </a:cubicBezTo>
                    <a:cubicBezTo>
                      <a:pt x="49" y="8"/>
                      <a:pt x="53" y="7"/>
                      <a:pt x="56" y="8"/>
                    </a:cubicBezTo>
                    <a:cubicBezTo>
                      <a:pt x="52" y="2"/>
                      <a:pt x="45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7"/>
                      <a:pt x="3" y="31"/>
                      <a:pt x="12" y="30"/>
                    </a:cubicBezTo>
                    <a:cubicBezTo>
                      <a:pt x="12" y="29"/>
                      <a:pt x="12" y="27"/>
                      <a:pt x="13" y="2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1" name="Freeform 1018">
                <a:extLst>
                  <a:ext uri="{FF2B5EF4-FFF2-40B4-BE49-F238E27FC236}">
                    <a16:creationId xmlns:a16="http://schemas.microsoft.com/office/drawing/2014/main" id="{50175050-D4AA-4DF5-9006-A2E8E6634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884"/>
                <a:ext cx="95" cy="86"/>
              </a:xfrm>
              <a:custGeom>
                <a:avLst/>
                <a:gdLst>
                  <a:gd name="T0" fmla="*/ 257 w 55"/>
                  <a:gd name="T1" fmla="*/ 593 h 47"/>
                  <a:gd name="T2" fmla="*/ 767 w 55"/>
                  <a:gd name="T3" fmla="*/ 148 h 47"/>
                  <a:gd name="T4" fmla="*/ 845 w 55"/>
                  <a:gd name="T5" fmla="*/ 148 h 47"/>
                  <a:gd name="T6" fmla="*/ 632 w 55"/>
                  <a:gd name="T7" fmla="*/ 24 h 47"/>
                  <a:gd name="T8" fmla="*/ 123 w 55"/>
                  <a:gd name="T9" fmla="*/ 472 h 47"/>
                  <a:gd name="T10" fmla="*/ 233 w 55"/>
                  <a:gd name="T11" fmla="*/ 961 h 47"/>
                  <a:gd name="T12" fmla="*/ 257 w 55"/>
                  <a:gd name="T13" fmla="*/ 59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7" y="29"/>
                    </a:moveTo>
                    <a:cubicBezTo>
                      <a:pt x="26" y="18"/>
                      <a:pt x="37" y="9"/>
                      <a:pt x="50" y="7"/>
                    </a:cubicBezTo>
                    <a:cubicBezTo>
                      <a:pt x="52" y="7"/>
                      <a:pt x="54" y="7"/>
                      <a:pt x="55" y="7"/>
                    </a:cubicBezTo>
                    <a:cubicBezTo>
                      <a:pt x="52" y="3"/>
                      <a:pt x="47" y="0"/>
                      <a:pt x="41" y="1"/>
                    </a:cubicBezTo>
                    <a:cubicBezTo>
                      <a:pt x="28" y="3"/>
                      <a:pt x="17" y="12"/>
                      <a:pt x="8" y="23"/>
                    </a:cubicBezTo>
                    <a:cubicBezTo>
                      <a:pt x="0" y="32"/>
                      <a:pt x="3" y="44"/>
                      <a:pt x="15" y="47"/>
                    </a:cubicBezTo>
                    <a:cubicBezTo>
                      <a:pt x="11" y="42"/>
                      <a:pt x="12" y="35"/>
                      <a:pt x="17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2" name="Freeform 1019">
                <a:extLst>
                  <a:ext uri="{FF2B5EF4-FFF2-40B4-BE49-F238E27FC236}">
                    <a16:creationId xmlns:a16="http://schemas.microsoft.com/office/drawing/2014/main" id="{5ED39DAB-7123-4E0A-A613-9F7462B2F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880"/>
                <a:ext cx="54" cy="81"/>
              </a:xfrm>
              <a:custGeom>
                <a:avLst/>
                <a:gdLst>
                  <a:gd name="T0" fmla="*/ 213 w 31"/>
                  <a:gd name="T1" fmla="*/ 549 h 44"/>
                  <a:gd name="T2" fmla="*/ 498 w 31"/>
                  <a:gd name="T3" fmla="*/ 177 h 44"/>
                  <a:gd name="T4" fmla="*/ 385 w 31"/>
                  <a:gd name="T5" fmla="*/ 24 h 44"/>
                  <a:gd name="T6" fmla="*/ 64 w 31"/>
                  <a:gd name="T7" fmla="*/ 423 h 44"/>
                  <a:gd name="T8" fmla="*/ 193 w 31"/>
                  <a:gd name="T9" fmla="*/ 847 h 44"/>
                  <a:gd name="T10" fmla="*/ 213 w 31"/>
                  <a:gd name="T11" fmla="*/ 549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13" y="26"/>
                    </a:moveTo>
                    <a:cubicBezTo>
                      <a:pt x="16" y="20"/>
                      <a:pt x="24" y="11"/>
                      <a:pt x="31" y="8"/>
                    </a:cubicBezTo>
                    <a:cubicBezTo>
                      <a:pt x="31" y="3"/>
                      <a:pt x="30" y="0"/>
                      <a:pt x="24" y="1"/>
                    </a:cubicBezTo>
                    <a:cubicBezTo>
                      <a:pt x="16" y="3"/>
                      <a:pt x="8" y="13"/>
                      <a:pt x="4" y="20"/>
                    </a:cubicBezTo>
                    <a:cubicBezTo>
                      <a:pt x="0" y="27"/>
                      <a:pt x="3" y="44"/>
                      <a:pt x="12" y="40"/>
                    </a:cubicBezTo>
                    <a:cubicBezTo>
                      <a:pt x="11" y="35"/>
                      <a:pt x="11" y="30"/>
                      <a:pt x="13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3" name="Freeform 1020">
                <a:extLst>
                  <a:ext uri="{FF2B5EF4-FFF2-40B4-BE49-F238E27FC236}">
                    <a16:creationId xmlns:a16="http://schemas.microsoft.com/office/drawing/2014/main" id="{9E881219-BDA6-4CC8-9D63-F87F89C48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891"/>
                <a:ext cx="79" cy="50"/>
              </a:xfrm>
              <a:custGeom>
                <a:avLst/>
                <a:gdLst>
                  <a:gd name="T0" fmla="*/ 148 w 46"/>
                  <a:gd name="T1" fmla="*/ 515 h 27"/>
                  <a:gd name="T2" fmla="*/ 522 w 46"/>
                  <a:gd name="T3" fmla="*/ 196 h 27"/>
                  <a:gd name="T4" fmla="*/ 690 w 46"/>
                  <a:gd name="T5" fmla="*/ 178 h 27"/>
                  <a:gd name="T6" fmla="*/ 390 w 46"/>
                  <a:gd name="T7" fmla="*/ 69 h 27"/>
                  <a:gd name="T8" fmla="*/ 15 w 46"/>
                  <a:gd name="T9" fmla="*/ 387 h 27"/>
                  <a:gd name="T10" fmla="*/ 168 w 46"/>
                  <a:gd name="T11" fmla="*/ 591 h 27"/>
                  <a:gd name="T12" fmla="*/ 148 w 46"/>
                  <a:gd name="T13" fmla="*/ 51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10" y="24"/>
                    </a:moveTo>
                    <a:cubicBezTo>
                      <a:pt x="9" y="19"/>
                      <a:pt x="30" y="11"/>
                      <a:pt x="35" y="9"/>
                    </a:cubicBezTo>
                    <a:cubicBezTo>
                      <a:pt x="38" y="8"/>
                      <a:pt x="42" y="7"/>
                      <a:pt x="46" y="8"/>
                    </a:cubicBezTo>
                    <a:cubicBezTo>
                      <a:pt x="44" y="1"/>
                      <a:pt x="34" y="0"/>
                      <a:pt x="26" y="3"/>
                    </a:cubicBezTo>
                    <a:cubicBezTo>
                      <a:pt x="21" y="5"/>
                      <a:pt x="0" y="13"/>
                      <a:pt x="1" y="18"/>
                    </a:cubicBezTo>
                    <a:cubicBezTo>
                      <a:pt x="1" y="21"/>
                      <a:pt x="5" y="25"/>
                      <a:pt x="11" y="27"/>
                    </a:cubicBezTo>
                    <a:cubicBezTo>
                      <a:pt x="10" y="26"/>
                      <a:pt x="10" y="25"/>
                      <a:pt x="10" y="2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4" name="Freeform 1021">
                <a:extLst>
                  <a:ext uri="{FF2B5EF4-FFF2-40B4-BE49-F238E27FC236}">
                    <a16:creationId xmlns:a16="http://schemas.microsoft.com/office/drawing/2014/main" id="{7B12EACB-C325-445C-AEFF-B0F514151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963"/>
                <a:ext cx="123" cy="50"/>
              </a:xfrm>
              <a:custGeom>
                <a:avLst/>
                <a:gdLst>
                  <a:gd name="T0" fmla="*/ 612 w 71"/>
                  <a:gd name="T1" fmla="*/ 222 h 27"/>
                  <a:gd name="T2" fmla="*/ 1093 w 71"/>
                  <a:gd name="T3" fmla="*/ 196 h 27"/>
                  <a:gd name="T4" fmla="*/ 1093 w 71"/>
                  <a:gd name="T5" fmla="*/ 178 h 27"/>
                  <a:gd name="T6" fmla="*/ 468 w 71"/>
                  <a:gd name="T7" fmla="*/ 81 h 27"/>
                  <a:gd name="T8" fmla="*/ 172 w 71"/>
                  <a:gd name="T9" fmla="*/ 515 h 27"/>
                  <a:gd name="T10" fmla="*/ 262 w 71"/>
                  <a:gd name="T11" fmla="*/ 591 h 27"/>
                  <a:gd name="T12" fmla="*/ 612 w 71"/>
                  <a:gd name="T13" fmla="*/ 22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39" y="10"/>
                    </a:moveTo>
                    <a:cubicBezTo>
                      <a:pt x="46" y="8"/>
                      <a:pt x="60" y="7"/>
                      <a:pt x="70" y="9"/>
                    </a:cubicBezTo>
                    <a:cubicBezTo>
                      <a:pt x="70" y="9"/>
                      <a:pt x="70" y="9"/>
                      <a:pt x="70" y="8"/>
                    </a:cubicBezTo>
                    <a:cubicBezTo>
                      <a:pt x="71" y="2"/>
                      <a:pt x="41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13" y="25"/>
                      <a:pt x="15" y="26"/>
                      <a:pt x="17" y="27"/>
                    </a:cubicBezTo>
                    <a:cubicBezTo>
                      <a:pt x="15" y="21"/>
                      <a:pt x="30" y="14"/>
                      <a:pt x="39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5" name="Freeform 1022">
                <a:extLst>
                  <a:ext uri="{FF2B5EF4-FFF2-40B4-BE49-F238E27FC236}">
                    <a16:creationId xmlns:a16="http://schemas.microsoft.com/office/drawing/2014/main" id="{4919E73F-8174-465C-8604-BE28C300F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980"/>
                <a:ext cx="95" cy="86"/>
              </a:xfrm>
              <a:custGeom>
                <a:avLst/>
                <a:gdLst>
                  <a:gd name="T0" fmla="*/ 278 w 55"/>
                  <a:gd name="T1" fmla="*/ 540 h 47"/>
                  <a:gd name="T2" fmla="*/ 845 w 55"/>
                  <a:gd name="T3" fmla="*/ 148 h 47"/>
                  <a:gd name="T4" fmla="*/ 701 w 55"/>
                  <a:gd name="T5" fmla="*/ 24 h 47"/>
                  <a:gd name="T6" fmla="*/ 143 w 55"/>
                  <a:gd name="T7" fmla="*/ 415 h 47"/>
                  <a:gd name="T8" fmla="*/ 149 w 55"/>
                  <a:gd name="T9" fmla="*/ 887 h 47"/>
                  <a:gd name="T10" fmla="*/ 247 w 55"/>
                  <a:gd name="T11" fmla="*/ 961 h 47"/>
                  <a:gd name="T12" fmla="*/ 278 w 55"/>
                  <a:gd name="T13" fmla="*/ 54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8" y="26"/>
                    </a:moveTo>
                    <a:cubicBezTo>
                      <a:pt x="26" y="19"/>
                      <a:pt x="45" y="9"/>
                      <a:pt x="55" y="7"/>
                    </a:cubicBezTo>
                    <a:cubicBezTo>
                      <a:pt x="53" y="3"/>
                      <a:pt x="50" y="0"/>
                      <a:pt x="46" y="1"/>
                    </a:cubicBezTo>
                    <a:cubicBezTo>
                      <a:pt x="36" y="3"/>
                      <a:pt x="17" y="13"/>
                      <a:pt x="9" y="20"/>
                    </a:cubicBezTo>
                    <a:cubicBezTo>
                      <a:pt x="1" y="27"/>
                      <a:pt x="0" y="37"/>
                      <a:pt x="10" y="43"/>
                    </a:cubicBezTo>
                    <a:cubicBezTo>
                      <a:pt x="11" y="44"/>
                      <a:pt x="13" y="45"/>
                      <a:pt x="16" y="47"/>
                    </a:cubicBezTo>
                    <a:cubicBezTo>
                      <a:pt x="9" y="41"/>
                      <a:pt x="10" y="32"/>
                      <a:pt x="18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6" name="Freeform 1023">
                <a:extLst>
                  <a:ext uri="{FF2B5EF4-FFF2-40B4-BE49-F238E27FC236}">
                    <a16:creationId xmlns:a16="http://schemas.microsoft.com/office/drawing/2014/main" id="{5EC7FCDE-0548-43C1-B6A5-26733808E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959"/>
                <a:ext cx="107" cy="80"/>
              </a:xfrm>
              <a:custGeom>
                <a:avLst/>
                <a:gdLst>
                  <a:gd name="T0" fmla="*/ 143 w 62"/>
                  <a:gd name="T1" fmla="*/ 876 h 43"/>
                  <a:gd name="T2" fmla="*/ 759 w 62"/>
                  <a:gd name="T3" fmla="*/ 238 h 43"/>
                  <a:gd name="T4" fmla="*/ 951 w 62"/>
                  <a:gd name="T5" fmla="*/ 225 h 43"/>
                  <a:gd name="T6" fmla="*/ 632 w 62"/>
                  <a:gd name="T7" fmla="*/ 112 h 43"/>
                  <a:gd name="T8" fmla="*/ 0 w 62"/>
                  <a:gd name="T9" fmla="*/ 727 h 43"/>
                  <a:gd name="T10" fmla="*/ 169 w 62"/>
                  <a:gd name="T11" fmla="*/ 958 h 43"/>
                  <a:gd name="T12" fmla="*/ 143 w 62"/>
                  <a:gd name="T13" fmla="*/ 87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3">
                    <a:moveTo>
                      <a:pt x="9" y="39"/>
                    </a:moveTo>
                    <a:cubicBezTo>
                      <a:pt x="9" y="29"/>
                      <a:pt x="42" y="17"/>
                      <a:pt x="50" y="11"/>
                    </a:cubicBezTo>
                    <a:cubicBezTo>
                      <a:pt x="54" y="8"/>
                      <a:pt x="58" y="8"/>
                      <a:pt x="62" y="10"/>
                    </a:cubicBezTo>
                    <a:cubicBezTo>
                      <a:pt x="55" y="4"/>
                      <a:pt x="48" y="0"/>
                      <a:pt x="41" y="5"/>
                    </a:cubicBezTo>
                    <a:cubicBezTo>
                      <a:pt x="33" y="11"/>
                      <a:pt x="0" y="23"/>
                      <a:pt x="0" y="33"/>
                    </a:cubicBezTo>
                    <a:cubicBezTo>
                      <a:pt x="0" y="37"/>
                      <a:pt x="5" y="40"/>
                      <a:pt x="11" y="43"/>
                    </a:cubicBezTo>
                    <a:cubicBezTo>
                      <a:pt x="10" y="42"/>
                      <a:pt x="9" y="40"/>
                      <a:pt x="9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7" name="Freeform 1024">
                <a:extLst>
                  <a:ext uri="{FF2B5EF4-FFF2-40B4-BE49-F238E27FC236}">
                    <a16:creationId xmlns:a16="http://schemas.microsoft.com/office/drawing/2014/main" id="{AD47CAC4-DA7F-423B-B783-5603422A9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3057"/>
                <a:ext cx="168" cy="83"/>
              </a:xfrm>
              <a:custGeom>
                <a:avLst/>
                <a:gdLst>
                  <a:gd name="T0" fmla="*/ 431 w 97"/>
                  <a:gd name="T1" fmla="*/ 326 h 45"/>
                  <a:gd name="T2" fmla="*/ 1405 w 97"/>
                  <a:gd name="T3" fmla="*/ 426 h 45"/>
                  <a:gd name="T4" fmla="*/ 1512 w 97"/>
                  <a:gd name="T5" fmla="*/ 452 h 45"/>
                  <a:gd name="T6" fmla="*/ 1257 w 97"/>
                  <a:gd name="T7" fmla="*/ 302 h 45"/>
                  <a:gd name="T8" fmla="*/ 296 w 97"/>
                  <a:gd name="T9" fmla="*/ 194 h 45"/>
                  <a:gd name="T10" fmla="*/ 234 w 97"/>
                  <a:gd name="T11" fmla="*/ 959 h 45"/>
                  <a:gd name="T12" fmla="*/ 262 w 97"/>
                  <a:gd name="T13" fmla="*/ 959 h 45"/>
                  <a:gd name="T14" fmla="*/ 431 w 97"/>
                  <a:gd name="T15" fmla="*/ 32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45">
                    <a:moveTo>
                      <a:pt x="28" y="15"/>
                    </a:moveTo>
                    <a:cubicBezTo>
                      <a:pt x="36" y="6"/>
                      <a:pt x="77" y="18"/>
                      <a:pt x="90" y="20"/>
                    </a:cubicBezTo>
                    <a:cubicBezTo>
                      <a:pt x="92" y="20"/>
                      <a:pt x="95" y="20"/>
                      <a:pt x="97" y="21"/>
                    </a:cubicBezTo>
                    <a:cubicBezTo>
                      <a:pt x="93" y="17"/>
                      <a:pt x="88" y="14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ubicBezTo>
                      <a:pt x="11" y="18"/>
                      <a:pt x="0" y="43"/>
                      <a:pt x="15" y="45"/>
                    </a:cubicBezTo>
                    <a:cubicBezTo>
                      <a:pt x="16" y="45"/>
                      <a:pt x="16" y="45"/>
                      <a:pt x="17" y="45"/>
                    </a:cubicBezTo>
                    <a:cubicBezTo>
                      <a:pt x="15" y="37"/>
                      <a:pt x="22" y="21"/>
                      <a:pt x="28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8" name="Freeform 1025">
                <a:extLst>
                  <a:ext uri="{FF2B5EF4-FFF2-40B4-BE49-F238E27FC236}">
                    <a16:creationId xmlns:a16="http://schemas.microsoft.com/office/drawing/2014/main" id="{ED236651-D375-4FD4-928F-D1C2C64F0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111"/>
                <a:ext cx="106" cy="118"/>
              </a:xfrm>
              <a:custGeom>
                <a:avLst/>
                <a:gdLst>
                  <a:gd name="T0" fmla="*/ 148 w 61"/>
                  <a:gd name="T1" fmla="*/ 684 h 64"/>
                  <a:gd name="T2" fmla="*/ 619 w 61"/>
                  <a:gd name="T3" fmla="*/ 177 h 64"/>
                  <a:gd name="T4" fmla="*/ 966 w 61"/>
                  <a:gd name="T5" fmla="*/ 194 h 64"/>
                  <a:gd name="T6" fmla="*/ 855 w 61"/>
                  <a:gd name="T7" fmla="*/ 81 h 64"/>
                  <a:gd name="T8" fmla="*/ 471 w 61"/>
                  <a:gd name="T9" fmla="*/ 44 h 64"/>
                  <a:gd name="T10" fmla="*/ 0 w 61"/>
                  <a:gd name="T11" fmla="*/ 557 h 64"/>
                  <a:gd name="T12" fmla="*/ 384 w 61"/>
                  <a:gd name="T13" fmla="*/ 1366 h 64"/>
                  <a:gd name="T14" fmla="*/ 148 w 61"/>
                  <a:gd name="T15" fmla="*/ 684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4">
                    <a:moveTo>
                      <a:pt x="9" y="32"/>
                    </a:moveTo>
                    <a:cubicBezTo>
                      <a:pt x="9" y="19"/>
                      <a:pt x="26" y="11"/>
                      <a:pt x="39" y="8"/>
                    </a:cubicBezTo>
                    <a:cubicBezTo>
                      <a:pt x="39" y="8"/>
                      <a:pt x="48" y="7"/>
                      <a:pt x="61" y="9"/>
                    </a:cubicBezTo>
                    <a:cubicBezTo>
                      <a:pt x="59" y="7"/>
                      <a:pt x="57" y="5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ubicBezTo>
                      <a:pt x="17" y="5"/>
                      <a:pt x="0" y="13"/>
                      <a:pt x="0" y="26"/>
                    </a:cubicBezTo>
                    <a:cubicBezTo>
                      <a:pt x="1" y="38"/>
                      <a:pt x="6" y="56"/>
                      <a:pt x="24" y="64"/>
                    </a:cubicBezTo>
                    <a:cubicBezTo>
                      <a:pt x="13" y="55"/>
                      <a:pt x="10" y="42"/>
                      <a:pt x="9" y="3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9" name="Freeform 1026">
                <a:extLst>
                  <a:ext uri="{FF2B5EF4-FFF2-40B4-BE49-F238E27FC236}">
                    <a16:creationId xmlns:a16="http://schemas.microsoft.com/office/drawing/2014/main" id="{39D8899A-92C7-4759-92AF-1D2D5403C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3041"/>
                <a:ext cx="55" cy="31"/>
              </a:xfrm>
              <a:custGeom>
                <a:avLst/>
                <a:gdLst>
                  <a:gd name="T0" fmla="*/ 148 w 32"/>
                  <a:gd name="T1" fmla="*/ 295 h 17"/>
                  <a:gd name="T2" fmla="*/ 481 w 32"/>
                  <a:gd name="T3" fmla="*/ 219 h 17"/>
                  <a:gd name="T4" fmla="*/ 15 w 32"/>
                  <a:gd name="T5" fmla="*/ 177 h 17"/>
                  <a:gd name="T6" fmla="*/ 148 w 32"/>
                  <a:gd name="T7" fmla="*/ 346 h 17"/>
                  <a:gd name="T8" fmla="*/ 148 w 32"/>
                  <a:gd name="T9" fmla="*/ 29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">
                    <a:moveTo>
                      <a:pt x="10" y="15"/>
                    </a:moveTo>
                    <a:cubicBezTo>
                      <a:pt x="12" y="9"/>
                      <a:pt x="23" y="8"/>
                      <a:pt x="32" y="11"/>
                    </a:cubicBezTo>
                    <a:cubicBezTo>
                      <a:pt x="28" y="3"/>
                      <a:pt x="4" y="0"/>
                      <a:pt x="1" y="9"/>
                    </a:cubicBezTo>
                    <a:cubicBezTo>
                      <a:pt x="0" y="12"/>
                      <a:pt x="5" y="15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0" name="Freeform 1027">
                <a:extLst>
                  <a:ext uri="{FF2B5EF4-FFF2-40B4-BE49-F238E27FC236}">
                    <a16:creationId xmlns:a16="http://schemas.microsoft.com/office/drawing/2014/main" id="{16DA5492-779D-4064-8824-586C79A27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020"/>
                <a:ext cx="40" cy="50"/>
              </a:xfrm>
              <a:custGeom>
                <a:avLst/>
                <a:gdLst>
                  <a:gd name="T0" fmla="*/ 172 w 23"/>
                  <a:gd name="T1" fmla="*/ 567 h 27"/>
                  <a:gd name="T2" fmla="*/ 369 w 23"/>
                  <a:gd name="T3" fmla="*/ 196 h 27"/>
                  <a:gd name="T4" fmla="*/ 221 w 23"/>
                  <a:gd name="T5" fmla="*/ 69 h 27"/>
                  <a:gd name="T6" fmla="*/ 28 w 23"/>
                  <a:gd name="T7" fmla="*/ 439 h 27"/>
                  <a:gd name="T8" fmla="*/ 172 w 23"/>
                  <a:gd name="T9" fmla="*/ 591 h 27"/>
                  <a:gd name="T10" fmla="*/ 172 w 23"/>
                  <a:gd name="T11" fmla="*/ 56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11" y="26"/>
                    </a:moveTo>
                    <a:cubicBezTo>
                      <a:pt x="9" y="21"/>
                      <a:pt x="17" y="17"/>
                      <a:pt x="23" y="9"/>
                    </a:cubicBezTo>
                    <a:cubicBezTo>
                      <a:pt x="20" y="4"/>
                      <a:pt x="16" y="0"/>
                      <a:pt x="14" y="3"/>
                    </a:cubicBezTo>
                    <a:cubicBezTo>
                      <a:pt x="8" y="11"/>
                      <a:pt x="0" y="15"/>
                      <a:pt x="2" y="20"/>
                    </a:cubicBezTo>
                    <a:cubicBezTo>
                      <a:pt x="3" y="23"/>
                      <a:pt x="7" y="25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1" name="Freeform 1028">
                <a:extLst>
                  <a:ext uri="{FF2B5EF4-FFF2-40B4-BE49-F238E27FC236}">
                    <a16:creationId xmlns:a16="http://schemas.microsoft.com/office/drawing/2014/main" id="{68F62720-691B-49AA-84C6-12E421541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961"/>
                <a:ext cx="81" cy="74"/>
              </a:xfrm>
              <a:custGeom>
                <a:avLst/>
                <a:gdLst>
                  <a:gd name="T0" fmla="*/ 169 w 47"/>
                  <a:gd name="T1" fmla="*/ 657 h 40"/>
                  <a:gd name="T2" fmla="*/ 715 w 47"/>
                  <a:gd name="T3" fmla="*/ 261 h 40"/>
                  <a:gd name="T4" fmla="*/ 695 w 47"/>
                  <a:gd name="T5" fmla="*/ 178 h 40"/>
                  <a:gd name="T6" fmla="*/ 28 w 47"/>
                  <a:gd name="T7" fmla="*/ 514 h 40"/>
                  <a:gd name="T8" fmla="*/ 169 w 47"/>
                  <a:gd name="T9" fmla="*/ 866 h 40"/>
                  <a:gd name="T10" fmla="*/ 169 w 47"/>
                  <a:gd name="T11" fmla="*/ 657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0">
                    <a:moveTo>
                      <a:pt x="11" y="30"/>
                    </a:moveTo>
                    <a:cubicBezTo>
                      <a:pt x="13" y="24"/>
                      <a:pt x="34" y="13"/>
                      <a:pt x="47" y="12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39" y="0"/>
                      <a:pt x="4" y="16"/>
                      <a:pt x="2" y="24"/>
                    </a:cubicBezTo>
                    <a:cubicBezTo>
                      <a:pt x="0" y="31"/>
                      <a:pt x="0" y="39"/>
                      <a:pt x="11" y="40"/>
                    </a:cubicBezTo>
                    <a:cubicBezTo>
                      <a:pt x="9" y="37"/>
                      <a:pt x="10" y="33"/>
                      <a:pt x="11" y="3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2" name="Freeform 1029">
                <a:extLst>
                  <a:ext uri="{FF2B5EF4-FFF2-40B4-BE49-F238E27FC236}">
                    <a16:creationId xmlns:a16="http://schemas.microsoft.com/office/drawing/2014/main" id="{0C46B6C3-5120-4E3F-A686-1CC095E66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020"/>
                <a:ext cx="62" cy="70"/>
              </a:xfrm>
              <a:custGeom>
                <a:avLst/>
                <a:gdLst>
                  <a:gd name="T0" fmla="*/ 424 w 36"/>
                  <a:gd name="T1" fmla="*/ 274 h 38"/>
                  <a:gd name="T2" fmla="*/ 525 w 36"/>
                  <a:gd name="T3" fmla="*/ 193 h 38"/>
                  <a:gd name="T4" fmla="*/ 522 w 36"/>
                  <a:gd name="T5" fmla="*/ 44 h 38"/>
                  <a:gd name="T6" fmla="*/ 291 w 36"/>
                  <a:gd name="T7" fmla="*/ 149 h 38"/>
                  <a:gd name="T8" fmla="*/ 143 w 36"/>
                  <a:gd name="T9" fmla="*/ 763 h 38"/>
                  <a:gd name="T10" fmla="*/ 231 w 36"/>
                  <a:gd name="T11" fmla="*/ 807 h 38"/>
                  <a:gd name="T12" fmla="*/ 424 w 36"/>
                  <a:gd name="T13" fmla="*/ 27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28" y="13"/>
                    </a:moveTo>
                    <a:cubicBezTo>
                      <a:pt x="28" y="13"/>
                      <a:pt x="31" y="10"/>
                      <a:pt x="35" y="9"/>
                    </a:cubicBezTo>
                    <a:cubicBezTo>
                      <a:pt x="36" y="5"/>
                      <a:pt x="36" y="3"/>
                      <a:pt x="34" y="2"/>
                    </a:cubicBezTo>
                    <a:cubicBezTo>
                      <a:pt x="27" y="0"/>
                      <a:pt x="19" y="7"/>
                      <a:pt x="19" y="7"/>
                    </a:cubicBezTo>
                    <a:cubicBezTo>
                      <a:pt x="9" y="13"/>
                      <a:pt x="0" y="32"/>
                      <a:pt x="9" y="36"/>
                    </a:cubicBezTo>
                    <a:cubicBezTo>
                      <a:pt x="11" y="37"/>
                      <a:pt x="13" y="38"/>
                      <a:pt x="15" y="38"/>
                    </a:cubicBezTo>
                    <a:cubicBezTo>
                      <a:pt x="13" y="31"/>
                      <a:pt x="20" y="18"/>
                      <a:pt x="28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3" name="Freeform 1030">
                <a:extLst>
                  <a:ext uri="{FF2B5EF4-FFF2-40B4-BE49-F238E27FC236}">
                    <a16:creationId xmlns:a16="http://schemas.microsoft.com/office/drawing/2014/main" id="{9FE02091-A94F-4130-8FA4-7083530F9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50"/>
                <a:ext cx="90" cy="70"/>
              </a:xfrm>
              <a:custGeom>
                <a:avLst/>
                <a:gdLst>
                  <a:gd name="T0" fmla="*/ 185 w 52"/>
                  <a:gd name="T1" fmla="*/ 613 h 38"/>
                  <a:gd name="T2" fmla="*/ 530 w 52"/>
                  <a:gd name="T3" fmla="*/ 274 h 38"/>
                  <a:gd name="T4" fmla="*/ 808 w 52"/>
                  <a:gd name="T5" fmla="*/ 206 h 38"/>
                  <a:gd name="T6" fmla="*/ 384 w 52"/>
                  <a:gd name="T7" fmla="*/ 149 h 38"/>
                  <a:gd name="T8" fmla="*/ 48 w 52"/>
                  <a:gd name="T9" fmla="*/ 483 h 38"/>
                  <a:gd name="T10" fmla="*/ 296 w 52"/>
                  <a:gd name="T11" fmla="*/ 807 h 38"/>
                  <a:gd name="T12" fmla="*/ 185 w 52"/>
                  <a:gd name="T13" fmla="*/ 61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8">
                    <a:moveTo>
                      <a:pt x="12" y="29"/>
                    </a:moveTo>
                    <a:cubicBezTo>
                      <a:pt x="9" y="22"/>
                      <a:pt x="26" y="18"/>
                      <a:pt x="34" y="13"/>
                    </a:cubicBezTo>
                    <a:cubicBezTo>
                      <a:pt x="40" y="9"/>
                      <a:pt x="47" y="9"/>
                      <a:pt x="52" y="10"/>
                    </a:cubicBezTo>
                    <a:cubicBezTo>
                      <a:pt x="46" y="4"/>
                      <a:pt x="36" y="0"/>
                      <a:pt x="25" y="7"/>
                    </a:cubicBezTo>
                    <a:cubicBezTo>
                      <a:pt x="17" y="12"/>
                      <a:pt x="0" y="16"/>
                      <a:pt x="3" y="23"/>
                    </a:cubicBezTo>
                    <a:cubicBezTo>
                      <a:pt x="5" y="28"/>
                      <a:pt x="11" y="35"/>
                      <a:pt x="19" y="38"/>
                    </a:cubicBezTo>
                    <a:cubicBezTo>
                      <a:pt x="15" y="35"/>
                      <a:pt x="13" y="32"/>
                      <a:pt x="12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4" name="Freeform 1031">
                <a:extLst>
                  <a:ext uri="{FF2B5EF4-FFF2-40B4-BE49-F238E27FC236}">
                    <a16:creationId xmlns:a16="http://schemas.microsoft.com/office/drawing/2014/main" id="{765E694B-91DE-4561-82BE-665CBDE72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3111"/>
                <a:ext cx="52" cy="29"/>
              </a:xfrm>
              <a:custGeom>
                <a:avLst/>
                <a:gdLst>
                  <a:gd name="T0" fmla="*/ 172 w 30"/>
                  <a:gd name="T1" fmla="*/ 214 h 16"/>
                  <a:gd name="T2" fmla="*/ 468 w 30"/>
                  <a:gd name="T3" fmla="*/ 263 h 16"/>
                  <a:gd name="T4" fmla="*/ 28 w 30"/>
                  <a:gd name="T5" fmla="*/ 96 h 16"/>
                  <a:gd name="T6" fmla="*/ 185 w 30"/>
                  <a:gd name="T7" fmla="*/ 315 h 16"/>
                  <a:gd name="T8" fmla="*/ 172 w 30"/>
                  <a:gd name="T9" fmla="*/ 21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11" y="11"/>
                    </a:moveTo>
                    <a:cubicBezTo>
                      <a:pt x="13" y="8"/>
                      <a:pt x="22" y="10"/>
                      <a:pt x="30" y="13"/>
                    </a:cubicBezTo>
                    <a:cubicBezTo>
                      <a:pt x="24" y="7"/>
                      <a:pt x="5" y="0"/>
                      <a:pt x="2" y="5"/>
                    </a:cubicBezTo>
                    <a:cubicBezTo>
                      <a:pt x="0" y="9"/>
                      <a:pt x="5" y="13"/>
                      <a:pt x="12" y="16"/>
                    </a:cubicBezTo>
                    <a:cubicBezTo>
                      <a:pt x="11" y="15"/>
                      <a:pt x="10" y="13"/>
                      <a:pt x="11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5" name="Freeform 1032">
                <a:extLst>
                  <a:ext uri="{FF2B5EF4-FFF2-40B4-BE49-F238E27FC236}">
                    <a16:creationId xmlns:a16="http://schemas.microsoft.com/office/drawing/2014/main" id="{36265760-6E85-46C2-B53D-372259865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87"/>
                <a:ext cx="90" cy="53"/>
              </a:xfrm>
              <a:custGeom>
                <a:avLst/>
                <a:gdLst>
                  <a:gd name="T0" fmla="*/ 467 w 52"/>
                  <a:gd name="T1" fmla="*/ 300 h 29"/>
                  <a:gd name="T2" fmla="*/ 808 w 52"/>
                  <a:gd name="T3" fmla="*/ 177 h 29"/>
                  <a:gd name="T4" fmla="*/ 725 w 52"/>
                  <a:gd name="T5" fmla="*/ 97 h 29"/>
                  <a:gd name="T6" fmla="*/ 320 w 52"/>
                  <a:gd name="T7" fmla="*/ 177 h 29"/>
                  <a:gd name="T8" fmla="*/ 151 w 52"/>
                  <a:gd name="T9" fmla="*/ 548 h 29"/>
                  <a:gd name="T10" fmla="*/ 249 w 52"/>
                  <a:gd name="T11" fmla="*/ 590 h 29"/>
                  <a:gd name="T12" fmla="*/ 467 w 52"/>
                  <a:gd name="T13" fmla="*/ 30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30" y="15"/>
                    </a:moveTo>
                    <a:cubicBezTo>
                      <a:pt x="36" y="9"/>
                      <a:pt x="43" y="7"/>
                      <a:pt x="52" y="9"/>
                    </a:cubicBezTo>
                    <a:cubicBezTo>
                      <a:pt x="51" y="8"/>
                      <a:pt x="50" y="6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ubicBezTo>
                      <a:pt x="15" y="13"/>
                      <a:pt x="0" y="24"/>
                      <a:pt x="10" y="27"/>
                    </a:cubicBezTo>
                    <a:cubicBezTo>
                      <a:pt x="12" y="27"/>
                      <a:pt x="14" y="28"/>
                      <a:pt x="16" y="29"/>
                    </a:cubicBezTo>
                    <a:cubicBezTo>
                      <a:pt x="17" y="24"/>
                      <a:pt x="26" y="18"/>
                      <a:pt x="3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6" name="Freeform 1033">
                <a:extLst>
                  <a:ext uri="{FF2B5EF4-FFF2-40B4-BE49-F238E27FC236}">
                    <a16:creationId xmlns:a16="http://schemas.microsoft.com/office/drawing/2014/main" id="{81A2F422-D417-4725-8D3F-FE971EB77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164"/>
                <a:ext cx="61" cy="119"/>
              </a:xfrm>
              <a:custGeom>
                <a:avLst/>
                <a:gdLst>
                  <a:gd name="T0" fmla="*/ 176 w 35"/>
                  <a:gd name="T1" fmla="*/ 643 h 64"/>
                  <a:gd name="T2" fmla="*/ 413 w 35"/>
                  <a:gd name="T3" fmla="*/ 238 h 64"/>
                  <a:gd name="T4" fmla="*/ 561 w 35"/>
                  <a:gd name="T5" fmla="*/ 180 h 64"/>
                  <a:gd name="T6" fmla="*/ 277 w 35"/>
                  <a:gd name="T7" fmla="*/ 112 h 64"/>
                  <a:gd name="T8" fmla="*/ 28 w 35"/>
                  <a:gd name="T9" fmla="*/ 515 h 64"/>
                  <a:gd name="T10" fmla="*/ 322 w 35"/>
                  <a:gd name="T11" fmla="*/ 1292 h 64"/>
                  <a:gd name="T12" fmla="*/ 176 w 35"/>
                  <a:gd name="T13" fmla="*/ 643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4">
                    <a:moveTo>
                      <a:pt x="11" y="29"/>
                    </a:moveTo>
                    <a:cubicBezTo>
                      <a:pt x="9" y="19"/>
                      <a:pt x="17" y="15"/>
                      <a:pt x="26" y="11"/>
                    </a:cubicBezTo>
                    <a:cubicBezTo>
                      <a:pt x="30" y="9"/>
                      <a:pt x="32" y="8"/>
                      <a:pt x="35" y="8"/>
                    </a:cubicBezTo>
                    <a:cubicBezTo>
                      <a:pt x="33" y="3"/>
                      <a:pt x="28" y="0"/>
                      <a:pt x="17" y="5"/>
                    </a:cubicBezTo>
                    <a:cubicBezTo>
                      <a:pt x="8" y="9"/>
                      <a:pt x="0" y="13"/>
                      <a:pt x="2" y="23"/>
                    </a:cubicBezTo>
                    <a:cubicBezTo>
                      <a:pt x="4" y="33"/>
                      <a:pt x="11" y="64"/>
                      <a:pt x="20" y="58"/>
                    </a:cubicBezTo>
                    <a:cubicBezTo>
                      <a:pt x="15" y="49"/>
                      <a:pt x="12" y="35"/>
                      <a:pt x="11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7" name="Freeform 1034">
                <a:extLst>
                  <a:ext uri="{FF2B5EF4-FFF2-40B4-BE49-F238E27FC236}">
                    <a16:creationId xmlns:a16="http://schemas.microsoft.com/office/drawing/2014/main" id="{76D2DB8F-5F26-46C9-9ED3-963A9311B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138"/>
                <a:ext cx="133" cy="124"/>
              </a:xfrm>
              <a:custGeom>
                <a:avLst/>
                <a:gdLst>
                  <a:gd name="T0" fmla="*/ 257 w 77"/>
                  <a:gd name="T1" fmla="*/ 938 h 67"/>
                  <a:gd name="T2" fmla="*/ 865 w 77"/>
                  <a:gd name="T3" fmla="*/ 305 h 67"/>
                  <a:gd name="T4" fmla="*/ 1185 w 77"/>
                  <a:gd name="T5" fmla="*/ 261 h 67"/>
                  <a:gd name="T6" fmla="*/ 722 w 77"/>
                  <a:gd name="T7" fmla="*/ 178 h 67"/>
                  <a:gd name="T8" fmla="*/ 123 w 77"/>
                  <a:gd name="T9" fmla="*/ 798 h 67"/>
                  <a:gd name="T10" fmla="*/ 212 w 77"/>
                  <a:gd name="T11" fmla="*/ 1453 h 67"/>
                  <a:gd name="T12" fmla="*/ 257 w 77"/>
                  <a:gd name="T13" fmla="*/ 938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67">
                    <a:moveTo>
                      <a:pt x="17" y="43"/>
                    </a:moveTo>
                    <a:cubicBezTo>
                      <a:pt x="25" y="34"/>
                      <a:pt x="46" y="22"/>
                      <a:pt x="56" y="14"/>
                    </a:cubicBezTo>
                    <a:cubicBezTo>
                      <a:pt x="63" y="9"/>
                      <a:pt x="71" y="9"/>
                      <a:pt x="77" y="12"/>
                    </a:cubicBezTo>
                    <a:cubicBezTo>
                      <a:pt x="69" y="5"/>
                      <a:pt x="57" y="0"/>
                      <a:pt x="47" y="8"/>
                    </a:cubicBezTo>
                    <a:cubicBezTo>
                      <a:pt x="37" y="16"/>
                      <a:pt x="16" y="28"/>
                      <a:pt x="8" y="37"/>
                    </a:cubicBezTo>
                    <a:cubicBezTo>
                      <a:pt x="0" y="46"/>
                      <a:pt x="0" y="66"/>
                      <a:pt x="14" y="67"/>
                    </a:cubicBezTo>
                    <a:cubicBezTo>
                      <a:pt x="10" y="61"/>
                      <a:pt x="12" y="49"/>
                      <a:pt x="17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8" name="Freeform 1035">
                <a:extLst>
                  <a:ext uri="{FF2B5EF4-FFF2-40B4-BE49-F238E27FC236}">
                    <a16:creationId xmlns:a16="http://schemas.microsoft.com/office/drawing/2014/main" id="{6C5EA806-1483-4168-A1C7-8A924EF2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3083"/>
                <a:ext cx="120" cy="100"/>
              </a:xfrm>
              <a:custGeom>
                <a:avLst/>
                <a:gdLst>
                  <a:gd name="T0" fmla="*/ 953 w 69"/>
                  <a:gd name="T1" fmla="*/ 128 h 54"/>
                  <a:gd name="T2" fmla="*/ 475 w 69"/>
                  <a:gd name="T3" fmla="*/ 261 h 54"/>
                  <a:gd name="T4" fmla="*/ 221 w 69"/>
                  <a:gd name="T5" fmla="*/ 1148 h 54"/>
                  <a:gd name="T6" fmla="*/ 283 w 69"/>
                  <a:gd name="T7" fmla="*/ 1176 h 54"/>
                  <a:gd name="T8" fmla="*/ 621 w 69"/>
                  <a:gd name="T9" fmla="*/ 387 h 54"/>
                  <a:gd name="T10" fmla="*/ 1097 w 69"/>
                  <a:gd name="T11" fmla="*/ 261 h 54"/>
                  <a:gd name="T12" fmla="*/ 953 w 69"/>
                  <a:gd name="T13" fmla="*/ 128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7" y="46"/>
                      <a:pt x="31" y="28"/>
                      <a:pt x="39" y="18"/>
                    </a:cubicBezTo>
                    <a:cubicBezTo>
                      <a:pt x="50" y="6"/>
                      <a:pt x="60" y="10"/>
                      <a:pt x="69" y="12"/>
                    </a:cubicBezTo>
                    <a:cubicBezTo>
                      <a:pt x="68" y="10"/>
                      <a:pt x="65" y="7"/>
                      <a:pt x="60" y="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9" name="Freeform 1036">
                <a:extLst>
                  <a:ext uri="{FF2B5EF4-FFF2-40B4-BE49-F238E27FC236}">
                    <a16:creationId xmlns:a16="http://schemas.microsoft.com/office/drawing/2014/main" id="{87D127DA-6D50-4953-A6C5-245FDA842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203"/>
                <a:ext cx="109" cy="63"/>
              </a:xfrm>
              <a:custGeom>
                <a:avLst/>
                <a:gdLst>
                  <a:gd name="T0" fmla="*/ 782 w 63"/>
                  <a:gd name="T1" fmla="*/ 222 h 34"/>
                  <a:gd name="T2" fmla="*/ 979 w 63"/>
                  <a:gd name="T3" fmla="*/ 202 h 34"/>
                  <a:gd name="T4" fmla="*/ 979 w 63"/>
                  <a:gd name="T5" fmla="*/ 178 h 34"/>
                  <a:gd name="T6" fmla="*/ 638 w 63"/>
                  <a:gd name="T7" fmla="*/ 82 h 34"/>
                  <a:gd name="T8" fmla="*/ 197 w 63"/>
                  <a:gd name="T9" fmla="*/ 673 h 34"/>
                  <a:gd name="T10" fmla="*/ 296 w 63"/>
                  <a:gd name="T11" fmla="*/ 745 h 34"/>
                  <a:gd name="T12" fmla="*/ 782 w 63"/>
                  <a:gd name="T13" fmla="*/ 22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4">
                    <a:moveTo>
                      <a:pt x="50" y="10"/>
                    </a:moveTo>
                    <a:cubicBezTo>
                      <a:pt x="56" y="8"/>
                      <a:pt x="60" y="8"/>
                      <a:pt x="63" y="9"/>
                    </a:cubicBezTo>
                    <a:cubicBezTo>
                      <a:pt x="63" y="9"/>
                      <a:pt x="63" y="9"/>
                      <a:pt x="63" y="8"/>
                    </a:cubicBezTo>
                    <a:cubicBezTo>
                      <a:pt x="55" y="3"/>
                      <a:pt x="52" y="0"/>
                      <a:pt x="41" y="4"/>
                    </a:cubicBezTo>
                    <a:cubicBezTo>
                      <a:pt x="30" y="8"/>
                      <a:pt x="0" y="25"/>
                      <a:pt x="13" y="31"/>
                    </a:cubicBezTo>
                    <a:cubicBezTo>
                      <a:pt x="15" y="32"/>
                      <a:pt x="17" y="33"/>
                      <a:pt x="19" y="34"/>
                    </a:cubicBezTo>
                    <a:cubicBezTo>
                      <a:pt x="18" y="26"/>
                      <a:pt x="40" y="13"/>
                      <a:pt x="50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0" name="Freeform 1037">
                <a:extLst>
                  <a:ext uri="{FF2B5EF4-FFF2-40B4-BE49-F238E27FC236}">
                    <a16:creationId xmlns:a16="http://schemas.microsoft.com/office/drawing/2014/main" id="{03937269-2245-4073-AB74-15D6996B7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168"/>
                <a:ext cx="166" cy="96"/>
              </a:xfrm>
              <a:custGeom>
                <a:avLst/>
                <a:gdLst>
                  <a:gd name="T0" fmla="*/ 356 w 96"/>
                  <a:gd name="T1" fmla="*/ 386 h 52"/>
                  <a:gd name="T2" fmla="*/ 1020 w 96"/>
                  <a:gd name="T3" fmla="*/ 209 h 52"/>
                  <a:gd name="T4" fmla="*/ 1484 w 96"/>
                  <a:gd name="T5" fmla="*/ 454 h 52"/>
                  <a:gd name="T6" fmla="*/ 885 w 96"/>
                  <a:gd name="T7" fmla="*/ 81 h 52"/>
                  <a:gd name="T8" fmla="*/ 218 w 96"/>
                  <a:gd name="T9" fmla="*/ 258 h 52"/>
                  <a:gd name="T10" fmla="*/ 258 w 96"/>
                  <a:gd name="T11" fmla="*/ 1115 h 52"/>
                  <a:gd name="T12" fmla="*/ 356 w 96"/>
                  <a:gd name="T13" fmla="*/ 38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2">
                    <a:moveTo>
                      <a:pt x="23" y="18"/>
                    </a:moveTo>
                    <a:cubicBezTo>
                      <a:pt x="29" y="6"/>
                      <a:pt x="54" y="9"/>
                      <a:pt x="66" y="10"/>
                    </a:cubicBezTo>
                    <a:cubicBezTo>
                      <a:pt x="76" y="12"/>
                      <a:pt x="87" y="16"/>
                      <a:pt x="96" y="21"/>
                    </a:cubicBezTo>
                    <a:cubicBezTo>
                      <a:pt x="86" y="13"/>
                      <a:pt x="71" y="6"/>
                      <a:pt x="57" y="4"/>
                    </a:cubicBezTo>
                    <a:cubicBezTo>
                      <a:pt x="45" y="3"/>
                      <a:pt x="20" y="0"/>
                      <a:pt x="14" y="12"/>
                    </a:cubicBezTo>
                    <a:cubicBezTo>
                      <a:pt x="7" y="25"/>
                      <a:pt x="0" y="50"/>
                      <a:pt x="17" y="52"/>
                    </a:cubicBezTo>
                    <a:cubicBezTo>
                      <a:pt x="13" y="43"/>
                      <a:pt x="18" y="27"/>
                      <a:pt x="2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1" name="Freeform 1038">
                <a:extLst>
                  <a:ext uri="{FF2B5EF4-FFF2-40B4-BE49-F238E27FC236}">
                    <a16:creationId xmlns:a16="http://schemas.microsoft.com/office/drawing/2014/main" id="{EDE2BE6E-51D2-48CE-9325-4A0577DC6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190"/>
                <a:ext cx="95" cy="87"/>
              </a:xfrm>
              <a:custGeom>
                <a:avLst/>
                <a:gdLst>
                  <a:gd name="T0" fmla="*/ 340 w 55"/>
                  <a:gd name="T1" fmla="*/ 672 h 47"/>
                  <a:gd name="T2" fmla="*/ 845 w 55"/>
                  <a:gd name="T3" fmla="*/ 278 h 47"/>
                  <a:gd name="T4" fmla="*/ 829 w 55"/>
                  <a:gd name="T5" fmla="*/ 178 h 47"/>
                  <a:gd name="T6" fmla="*/ 197 w 55"/>
                  <a:gd name="T7" fmla="*/ 539 h 47"/>
                  <a:gd name="T8" fmla="*/ 233 w 55"/>
                  <a:gd name="T9" fmla="*/ 998 h 47"/>
                  <a:gd name="T10" fmla="*/ 233 w 55"/>
                  <a:gd name="T11" fmla="*/ 998 h 47"/>
                  <a:gd name="T12" fmla="*/ 340 w 55"/>
                  <a:gd name="T13" fmla="*/ 672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22" y="31"/>
                    </a:moveTo>
                    <a:cubicBezTo>
                      <a:pt x="27" y="25"/>
                      <a:pt x="45" y="15"/>
                      <a:pt x="55" y="13"/>
                    </a:cubicBezTo>
                    <a:cubicBezTo>
                      <a:pt x="55" y="11"/>
                      <a:pt x="55" y="9"/>
                      <a:pt x="54" y="8"/>
                    </a:cubicBez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1"/>
                      <a:pt x="19" y="35"/>
                      <a:pt x="22" y="3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2" name="Freeform 1039">
                <a:extLst>
                  <a:ext uri="{FF2B5EF4-FFF2-40B4-BE49-F238E27FC236}">
                    <a16:creationId xmlns:a16="http://schemas.microsoft.com/office/drawing/2014/main" id="{DA5ED63E-6090-45D6-BA9B-3708BAF22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3102"/>
                <a:ext cx="66" cy="158"/>
              </a:xfrm>
              <a:custGeom>
                <a:avLst/>
                <a:gdLst>
                  <a:gd name="T0" fmla="*/ 221 w 38"/>
                  <a:gd name="T1" fmla="*/ 584 h 86"/>
                  <a:gd name="T2" fmla="*/ 570 w 38"/>
                  <a:gd name="T3" fmla="*/ 193 h 86"/>
                  <a:gd name="T4" fmla="*/ 446 w 38"/>
                  <a:gd name="T5" fmla="*/ 44 h 86"/>
                  <a:gd name="T6" fmla="*/ 85 w 38"/>
                  <a:gd name="T7" fmla="*/ 452 h 86"/>
                  <a:gd name="T8" fmla="*/ 582 w 38"/>
                  <a:gd name="T9" fmla="*/ 1718 h 86"/>
                  <a:gd name="T10" fmla="*/ 603 w 38"/>
                  <a:gd name="T11" fmla="*/ 1674 h 86"/>
                  <a:gd name="T12" fmla="*/ 221 w 38"/>
                  <a:gd name="T13" fmla="*/ 584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6">
                    <a:moveTo>
                      <a:pt x="14" y="28"/>
                    </a:moveTo>
                    <a:cubicBezTo>
                      <a:pt x="9" y="18"/>
                      <a:pt x="23" y="16"/>
                      <a:pt x="36" y="9"/>
                    </a:cubicBezTo>
                    <a:cubicBezTo>
                      <a:pt x="34" y="3"/>
                      <a:pt x="31" y="0"/>
                      <a:pt x="28" y="2"/>
                    </a:cubicBezTo>
                    <a:cubicBezTo>
                      <a:pt x="16" y="10"/>
                      <a:pt x="0" y="12"/>
                      <a:pt x="5" y="22"/>
                    </a:cubicBezTo>
                    <a:cubicBezTo>
                      <a:pt x="10" y="33"/>
                      <a:pt x="31" y="86"/>
                      <a:pt x="37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0" y="65"/>
                      <a:pt x="18" y="36"/>
                      <a:pt x="14" y="2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3" name="Freeform 1040">
                <a:extLst>
                  <a:ext uri="{FF2B5EF4-FFF2-40B4-BE49-F238E27FC236}">
                    <a16:creationId xmlns:a16="http://schemas.microsoft.com/office/drawing/2014/main" id="{34404E50-52E4-44E6-95A7-87AA76DA1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002"/>
                <a:ext cx="116" cy="39"/>
              </a:xfrm>
              <a:custGeom>
                <a:avLst/>
                <a:gdLst>
                  <a:gd name="T0" fmla="*/ 0 w 67"/>
                  <a:gd name="T1" fmla="*/ 180 h 21"/>
                  <a:gd name="T2" fmla="*/ 341 w 67"/>
                  <a:gd name="T3" fmla="*/ 418 h 21"/>
                  <a:gd name="T4" fmla="*/ 639 w 67"/>
                  <a:gd name="T5" fmla="*/ 418 h 21"/>
                  <a:gd name="T6" fmla="*/ 1044 w 6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1">
                    <a:moveTo>
                      <a:pt x="0" y="8"/>
                    </a:moveTo>
                    <a:cubicBezTo>
                      <a:pt x="8" y="9"/>
                      <a:pt x="14" y="17"/>
                      <a:pt x="22" y="19"/>
                    </a:cubicBezTo>
                    <a:cubicBezTo>
                      <a:pt x="28" y="21"/>
                      <a:pt x="35" y="20"/>
                      <a:pt x="41" y="19"/>
                    </a:cubicBezTo>
                    <a:cubicBezTo>
                      <a:pt x="51" y="18"/>
                      <a:pt x="63" y="9"/>
                      <a:pt x="6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4" name="Freeform 1041">
                <a:extLst>
                  <a:ext uri="{FF2B5EF4-FFF2-40B4-BE49-F238E27FC236}">
                    <a16:creationId xmlns:a16="http://schemas.microsoft.com/office/drawing/2014/main" id="{6DEB119E-540F-4D89-AFCC-BD3337F38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949"/>
                <a:ext cx="204" cy="44"/>
              </a:xfrm>
              <a:custGeom>
                <a:avLst/>
                <a:gdLst>
                  <a:gd name="T0" fmla="*/ 0 w 118"/>
                  <a:gd name="T1" fmla="*/ 501 h 24"/>
                  <a:gd name="T2" fmla="*/ 171 w 118"/>
                  <a:gd name="T3" fmla="*/ 394 h 24"/>
                  <a:gd name="T4" fmla="*/ 512 w 118"/>
                  <a:gd name="T5" fmla="*/ 376 h 24"/>
                  <a:gd name="T6" fmla="*/ 1001 w 118"/>
                  <a:gd name="T7" fmla="*/ 451 h 24"/>
                  <a:gd name="T8" fmla="*/ 1459 w 118"/>
                  <a:gd name="T9" fmla="*/ 172 h 24"/>
                  <a:gd name="T10" fmla="*/ 1824 w 11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24">
                    <a:moveTo>
                      <a:pt x="0" y="24"/>
                    </a:moveTo>
                    <a:cubicBezTo>
                      <a:pt x="4" y="23"/>
                      <a:pt x="7" y="20"/>
                      <a:pt x="11" y="19"/>
                    </a:cubicBezTo>
                    <a:cubicBezTo>
                      <a:pt x="18" y="17"/>
                      <a:pt x="26" y="18"/>
                      <a:pt x="33" y="18"/>
                    </a:cubicBezTo>
                    <a:cubicBezTo>
                      <a:pt x="45" y="17"/>
                      <a:pt x="54" y="21"/>
                      <a:pt x="65" y="22"/>
                    </a:cubicBezTo>
                    <a:cubicBezTo>
                      <a:pt x="76" y="23"/>
                      <a:pt x="86" y="14"/>
                      <a:pt x="94" y="8"/>
                    </a:cubicBezTo>
                    <a:cubicBezTo>
                      <a:pt x="102" y="2"/>
                      <a:pt x="110" y="0"/>
                      <a:pt x="118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5" name="Freeform 1042">
                <a:extLst>
                  <a:ext uri="{FF2B5EF4-FFF2-40B4-BE49-F238E27FC236}">
                    <a16:creationId xmlns:a16="http://schemas.microsoft.com/office/drawing/2014/main" id="{0B1A8969-B498-41B1-8CDD-1C5EDB0F8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091"/>
                <a:ext cx="90" cy="79"/>
              </a:xfrm>
              <a:custGeom>
                <a:avLst/>
                <a:gdLst>
                  <a:gd name="T0" fmla="*/ 0 w 52"/>
                  <a:gd name="T1" fmla="*/ 105 h 43"/>
                  <a:gd name="T2" fmla="*/ 357 w 52"/>
                  <a:gd name="T3" fmla="*/ 81 h 43"/>
                  <a:gd name="T4" fmla="*/ 419 w 52"/>
                  <a:gd name="T5" fmla="*/ 476 h 43"/>
                  <a:gd name="T6" fmla="*/ 701 w 52"/>
                  <a:gd name="T7" fmla="*/ 898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3">
                    <a:moveTo>
                      <a:pt x="0" y="5"/>
                    </a:moveTo>
                    <a:cubicBezTo>
                      <a:pt x="7" y="2"/>
                      <a:pt x="16" y="0"/>
                      <a:pt x="23" y="4"/>
                    </a:cubicBezTo>
                    <a:cubicBezTo>
                      <a:pt x="29" y="8"/>
                      <a:pt x="33" y="17"/>
                      <a:pt x="27" y="23"/>
                    </a:cubicBezTo>
                    <a:cubicBezTo>
                      <a:pt x="36" y="11"/>
                      <a:pt x="52" y="36"/>
                      <a:pt x="45" y="4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6" name="Freeform 1043">
                <a:extLst>
                  <a:ext uri="{FF2B5EF4-FFF2-40B4-BE49-F238E27FC236}">
                    <a16:creationId xmlns:a16="http://schemas.microsoft.com/office/drawing/2014/main" id="{D20348D4-7579-4EDD-A69A-B8930CEAA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008"/>
                <a:ext cx="118" cy="35"/>
              </a:xfrm>
              <a:custGeom>
                <a:avLst/>
                <a:gdLst>
                  <a:gd name="T0" fmla="*/ 0 w 68"/>
                  <a:gd name="T1" fmla="*/ 400 h 19"/>
                  <a:gd name="T2" fmla="*/ 925 w 68"/>
                  <a:gd name="T3" fmla="*/ 149 h 19"/>
                  <a:gd name="T4" fmla="*/ 1072 w 68"/>
                  <a:gd name="T5" fmla="*/ 25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9">
                    <a:moveTo>
                      <a:pt x="0" y="19"/>
                    </a:moveTo>
                    <a:cubicBezTo>
                      <a:pt x="12" y="4"/>
                      <a:pt x="41" y="0"/>
                      <a:pt x="59" y="7"/>
                    </a:cubicBezTo>
                    <a:cubicBezTo>
                      <a:pt x="61" y="8"/>
                      <a:pt x="65" y="10"/>
                      <a:pt x="68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7" name="Freeform 1044">
                <a:extLst>
                  <a:ext uri="{FF2B5EF4-FFF2-40B4-BE49-F238E27FC236}">
                    <a16:creationId xmlns:a16="http://schemas.microsoft.com/office/drawing/2014/main" id="{36F1BEED-C558-45E7-A8A2-D205C34D6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049"/>
                <a:ext cx="414" cy="114"/>
              </a:xfrm>
              <a:custGeom>
                <a:avLst/>
                <a:gdLst>
                  <a:gd name="T0" fmla="*/ 0 w 239"/>
                  <a:gd name="T1" fmla="*/ 903 h 62"/>
                  <a:gd name="T2" fmla="*/ 442 w 239"/>
                  <a:gd name="T3" fmla="*/ 951 h 62"/>
                  <a:gd name="T4" fmla="*/ 845 w 239"/>
                  <a:gd name="T5" fmla="*/ 1305 h 62"/>
                  <a:gd name="T6" fmla="*/ 1663 w 239"/>
                  <a:gd name="T7" fmla="*/ 903 h 62"/>
                  <a:gd name="T8" fmla="*/ 2881 w 239"/>
                  <a:gd name="T9" fmla="*/ 1225 h 62"/>
                  <a:gd name="T10" fmla="*/ 2881 w 239"/>
                  <a:gd name="T11" fmla="*/ 1237 h 62"/>
                  <a:gd name="T12" fmla="*/ 3726 w 239"/>
                  <a:gd name="T13" fmla="*/ 984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9" h="62">
                    <a:moveTo>
                      <a:pt x="0" y="43"/>
                    </a:moveTo>
                    <a:cubicBezTo>
                      <a:pt x="7" y="39"/>
                      <a:pt x="21" y="42"/>
                      <a:pt x="28" y="45"/>
                    </a:cubicBezTo>
                    <a:cubicBezTo>
                      <a:pt x="39" y="48"/>
                      <a:pt x="46" y="54"/>
                      <a:pt x="54" y="62"/>
                    </a:cubicBezTo>
                    <a:cubicBezTo>
                      <a:pt x="58" y="39"/>
                      <a:pt x="87" y="30"/>
                      <a:pt x="107" y="43"/>
                    </a:cubicBezTo>
                    <a:cubicBezTo>
                      <a:pt x="100" y="0"/>
                      <a:pt x="198" y="15"/>
                      <a:pt x="185" y="58"/>
                    </a:cubicBezTo>
                    <a:cubicBezTo>
                      <a:pt x="185" y="58"/>
                      <a:pt x="185" y="58"/>
                      <a:pt x="185" y="59"/>
                    </a:cubicBezTo>
                    <a:cubicBezTo>
                      <a:pt x="198" y="47"/>
                      <a:pt x="223" y="34"/>
                      <a:pt x="239" y="4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8" name="Freeform 1045">
                <a:extLst>
                  <a:ext uri="{FF2B5EF4-FFF2-40B4-BE49-F238E27FC236}">
                    <a16:creationId xmlns:a16="http://schemas.microsoft.com/office/drawing/2014/main" id="{752461E2-761B-43DE-9BD0-DB019B3B9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152"/>
                <a:ext cx="104" cy="39"/>
              </a:xfrm>
              <a:custGeom>
                <a:avLst/>
                <a:gdLst>
                  <a:gd name="T0" fmla="*/ 938 w 60"/>
                  <a:gd name="T1" fmla="*/ 0 h 21"/>
                  <a:gd name="T2" fmla="*/ 0 w 60"/>
                  <a:gd name="T3" fmla="*/ 26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1">
                    <a:moveTo>
                      <a:pt x="60" y="0"/>
                    </a:moveTo>
                    <a:cubicBezTo>
                      <a:pt x="45" y="19"/>
                      <a:pt x="22" y="21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9" name="Freeform 1046">
                <a:extLst>
                  <a:ext uri="{FF2B5EF4-FFF2-40B4-BE49-F238E27FC236}">
                    <a16:creationId xmlns:a16="http://schemas.microsoft.com/office/drawing/2014/main" id="{5158AD33-8C06-4444-9A2D-72E80D059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019"/>
                <a:ext cx="85" cy="33"/>
              </a:xfrm>
              <a:custGeom>
                <a:avLst/>
                <a:gdLst>
                  <a:gd name="T0" fmla="*/ 767 w 49"/>
                  <a:gd name="T1" fmla="*/ 376 h 18"/>
                  <a:gd name="T2" fmla="*/ 533 w 49"/>
                  <a:gd name="T3" fmla="*/ 205 h 18"/>
                  <a:gd name="T4" fmla="*/ 0 w 49"/>
                  <a:gd name="T5" fmla="*/ 35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49" y="18"/>
                    </a:moveTo>
                    <a:cubicBezTo>
                      <a:pt x="46" y="13"/>
                      <a:pt x="40" y="5"/>
                      <a:pt x="34" y="10"/>
                    </a:cubicBezTo>
                    <a:cubicBezTo>
                      <a:pt x="23" y="0"/>
                      <a:pt x="6" y="2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0" name="Freeform 1047">
                <a:extLst>
                  <a:ext uri="{FF2B5EF4-FFF2-40B4-BE49-F238E27FC236}">
                    <a16:creationId xmlns:a16="http://schemas.microsoft.com/office/drawing/2014/main" id="{981AA658-45A0-43EB-92F5-9A3134EDF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215"/>
                <a:ext cx="85" cy="66"/>
              </a:xfrm>
              <a:custGeom>
                <a:avLst/>
                <a:gdLst>
                  <a:gd name="T0" fmla="*/ 767 w 49"/>
                  <a:gd name="T1" fmla="*/ 105 h 36"/>
                  <a:gd name="T2" fmla="*/ 262 w 49"/>
                  <a:gd name="T3" fmla="*/ 246 h 36"/>
                  <a:gd name="T4" fmla="*/ 0 w 49"/>
                  <a:gd name="T5" fmla="*/ 74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5"/>
                    </a:moveTo>
                    <a:cubicBezTo>
                      <a:pt x="41" y="0"/>
                      <a:pt x="24" y="9"/>
                      <a:pt x="17" y="12"/>
                    </a:cubicBezTo>
                    <a:cubicBezTo>
                      <a:pt x="5" y="17"/>
                      <a:pt x="0" y="24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1" name="Freeform 1048">
                <a:extLst>
                  <a:ext uri="{FF2B5EF4-FFF2-40B4-BE49-F238E27FC236}">
                    <a16:creationId xmlns:a16="http://schemas.microsoft.com/office/drawing/2014/main" id="{084320B4-45EE-49D6-B8DE-23DFFD6EA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283"/>
                <a:ext cx="210" cy="67"/>
              </a:xfrm>
              <a:custGeom>
                <a:avLst/>
                <a:gdLst>
                  <a:gd name="T0" fmla="*/ 0 w 121"/>
                  <a:gd name="T1" fmla="*/ 735 h 36"/>
                  <a:gd name="T2" fmla="*/ 382 w 121"/>
                  <a:gd name="T3" fmla="*/ 575 h 36"/>
                  <a:gd name="T4" fmla="*/ 618 w 121"/>
                  <a:gd name="T5" fmla="*/ 808 h 36"/>
                  <a:gd name="T6" fmla="*/ 1097 w 121"/>
                  <a:gd name="T7" fmla="*/ 238 h 36"/>
                  <a:gd name="T8" fmla="*/ 1904 w 1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6">
                    <a:moveTo>
                      <a:pt x="0" y="33"/>
                    </a:moveTo>
                    <a:cubicBezTo>
                      <a:pt x="8" y="28"/>
                      <a:pt x="15" y="24"/>
                      <a:pt x="24" y="26"/>
                    </a:cubicBezTo>
                    <a:cubicBezTo>
                      <a:pt x="31" y="28"/>
                      <a:pt x="35" y="32"/>
                      <a:pt x="39" y="36"/>
                    </a:cubicBezTo>
                    <a:cubicBezTo>
                      <a:pt x="38" y="19"/>
                      <a:pt x="55" y="12"/>
                      <a:pt x="70" y="11"/>
                    </a:cubicBezTo>
                    <a:cubicBezTo>
                      <a:pt x="87" y="10"/>
                      <a:pt x="106" y="7"/>
                      <a:pt x="12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2" name="Freeform 1049">
                <a:extLst>
                  <a:ext uri="{FF2B5EF4-FFF2-40B4-BE49-F238E27FC236}">
                    <a16:creationId xmlns:a16="http://schemas.microsoft.com/office/drawing/2014/main" id="{44996880-4C23-44A9-8D77-ABD116C02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366"/>
                <a:ext cx="74" cy="21"/>
              </a:xfrm>
              <a:custGeom>
                <a:avLst/>
                <a:gdLst>
                  <a:gd name="T0" fmla="*/ 649 w 43"/>
                  <a:gd name="T1" fmla="*/ 176 h 11"/>
                  <a:gd name="T2" fmla="*/ 317 w 43"/>
                  <a:gd name="T3" fmla="*/ 0 h 11"/>
                  <a:gd name="T4" fmla="*/ 0 w 43"/>
                  <a:gd name="T5" fmla="*/ 27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43" y="7"/>
                    </a:moveTo>
                    <a:cubicBezTo>
                      <a:pt x="39" y="1"/>
                      <a:pt x="28" y="0"/>
                      <a:pt x="21" y="0"/>
                    </a:cubicBezTo>
                    <a:cubicBezTo>
                      <a:pt x="11" y="0"/>
                      <a:pt x="5" y="5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3" name="Freeform 1050">
                <a:extLst>
                  <a:ext uri="{FF2B5EF4-FFF2-40B4-BE49-F238E27FC236}">
                    <a16:creationId xmlns:a16="http://schemas.microsoft.com/office/drawing/2014/main" id="{97BC6FA4-DECE-4D55-8F19-233820403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418"/>
                <a:ext cx="172" cy="26"/>
              </a:xfrm>
              <a:custGeom>
                <a:avLst/>
                <a:gdLst>
                  <a:gd name="T0" fmla="*/ 1567 w 99"/>
                  <a:gd name="T1" fmla="*/ 290 h 14"/>
                  <a:gd name="T2" fmla="*/ 1265 w 99"/>
                  <a:gd name="T3" fmla="*/ 45 h 14"/>
                  <a:gd name="T4" fmla="*/ 888 w 99"/>
                  <a:gd name="T5" fmla="*/ 45 h 14"/>
                  <a:gd name="T6" fmla="*/ 384 w 99"/>
                  <a:gd name="T7" fmla="*/ 128 h 14"/>
                  <a:gd name="T8" fmla="*/ 0 w 99"/>
                  <a:gd name="T9" fmla="*/ 30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">
                    <a:moveTo>
                      <a:pt x="99" y="13"/>
                    </a:moveTo>
                    <a:cubicBezTo>
                      <a:pt x="93" y="7"/>
                      <a:pt x="89" y="4"/>
                      <a:pt x="80" y="2"/>
                    </a:cubicBezTo>
                    <a:cubicBezTo>
                      <a:pt x="72" y="0"/>
                      <a:pt x="64" y="1"/>
                      <a:pt x="56" y="2"/>
                    </a:cubicBezTo>
                    <a:cubicBezTo>
                      <a:pt x="45" y="3"/>
                      <a:pt x="35" y="4"/>
                      <a:pt x="24" y="6"/>
                    </a:cubicBezTo>
                    <a:cubicBezTo>
                      <a:pt x="16" y="8"/>
                      <a:pt x="6" y="6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4" name="Freeform 1051">
                <a:extLst>
                  <a:ext uri="{FF2B5EF4-FFF2-40B4-BE49-F238E27FC236}">
                    <a16:creationId xmlns:a16="http://schemas.microsoft.com/office/drawing/2014/main" id="{9ACCD61D-77BF-4F6C-87EA-7A448B18A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85"/>
                <a:ext cx="246" cy="57"/>
              </a:xfrm>
              <a:custGeom>
                <a:avLst/>
                <a:gdLst>
                  <a:gd name="T0" fmla="*/ 2216 w 142"/>
                  <a:gd name="T1" fmla="*/ 504 h 31"/>
                  <a:gd name="T2" fmla="*/ 1774 w 142"/>
                  <a:gd name="T3" fmla="*/ 68 h 31"/>
                  <a:gd name="T4" fmla="*/ 1171 w 142"/>
                  <a:gd name="T5" fmla="*/ 173 h 31"/>
                  <a:gd name="T6" fmla="*/ 577 w 142"/>
                  <a:gd name="T7" fmla="*/ 355 h 31"/>
                  <a:gd name="T8" fmla="*/ 0 w 142"/>
                  <a:gd name="T9" fmla="*/ 65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31">
                    <a:moveTo>
                      <a:pt x="142" y="24"/>
                    </a:moveTo>
                    <a:cubicBezTo>
                      <a:pt x="134" y="16"/>
                      <a:pt x="126" y="5"/>
                      <a:pt x="114" y="3"/>
                    </a:cubicBezTo>
                    <a:cubicBezTo>
                      <a:pt x="101" y="0"/>
                      <a:pt x="87" y="3"/>
                      <a:pt x="75" y="8"/>
                    </a:cubicBezTo>
                    <a:cubicBezTo>
                      <a:pt x="64" y="14"/>
                      <a:pt x="50" y="18"/>
                      <a:pt x="37" y="17"/>
                    </a:cubicBezTo>
                    <a:cubicBezTo>
                      <a:pt x="25" y="16"/>
                      <a:pt x="1" y="1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5" name="Freeform 1052">
                <a:extLst>
                  <a:ext uri="{FF2B5EF4-FFF2-40B4-BE49-F238E27FC236}">
                    <a16:creationId xmlns:a16="http://schemas.microsoft.com/office/drawing/2014/main" id="{B7388237-3240-4523-8B4F-B2C45BB96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191"/>
                <a:ext cx="66" cy="2"/>
              </a:xfrm>
              <a:custGeom>
                <a:avLst/>
                <a:gdLst>
                  <a:gd name="T0" fmla="*/ 0 w 38"/>
                  <a:gd name="T1" fmla="*/ 0 h 1"/>
                  <a:gd name="T2" fmla="*/ 603 w 38"/>
                  <a:gd name="T3" fmla="*/ 32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">
                    <a:moveTo>
                      <a:pt x="0" y="0"/>
                    </a:moveTo>
                    <a:cubicBezTo>
                      <a:pt x="13" y="0"/>
                      <a:pt x="27" y="1"/>
                      <a:pt x="38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6" name="Freeform 1053">
                <a:extLst>
                  <a:ext uri="{FF2B5EF4-FFF2-40B4-BE49-F238E27FC236}">
                    <a16:creationId xmlns:a16="http://schemas.microsoft.com/office/drawing/2014/main" id="{E95FEA9E-053F-48DD-97FC-E62918FB7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202"/>
                <a:ext cx="28" cy="24"/>
              </a:xfrm>
              <a:custGeom>
                <a:avLst/>
                <a:gdLst>
                  <a:gd name="T0" fmla="*/ 0 w 16"/>
                  <a:gd name="T1" fmla="*/ 0 h 13"/>
                  <a:gd name="T2" fmla="*/ 264 w 16"/>
                  <a:gd name="T3" fmla="*/ 27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8" y="0"/>
                      <a:pt x="12" y="6"/>
                      <a:pt x="16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7" name="Freeform 1054">
                <a:extLst>
                  <a:ext uri="{FF2B5EF4-FFF2-40B4-BE49-F238E27FC236}">
                    <a16:creationId xmlns:a16="http://schemas.microsoft.com/office/drawing/2014/main" id="{F1E3CD30-B6BD-4E84-B490-F4346109B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187"/>
                <a:ext cx="270" cy="107"/>
              </a:xfrm>
              <a:custGeom>
                <a:avLst/>
                <a:gdLst>
                  <a:gd name="T0" fmla="*/ 950 w 156"/>
                  <a:gd name="T1" fmla="*/ 343 h 58"/>
                  <a:gd name="T2" fmla="*/ 1340 w 156"/>
                  <a:gd name="T3" fmla="*/ 194 h 58"/>
                  <a:gd name="T4" fmla="*/ 1758 w 156"/>
                  <a:gd name="T5" fmla="*/ 24 h 58"/>
                  <a:gd name="T6" fmla="*/ 2298 w 156"/>
                  <a:gd name="T7" fmla="*/ 208 h 58"/>
                  <a:gd name="T8" fmla="*/ 2378 w 156"/>
                  <a:gd name="T9" fmla="*/ 753 h 58"/>
                  <a:gd name="T10" fmla="*/ 2127 w 156"/>
                  <a:gd name="T11" fmla="*/ 1087 h 58"/>
                  <a:gd name="T12" fmla="*/ 1385 w 156"/>
                  <a:gd name="T13" fmla="*/ 1011 h 58"/>
                  <a:gd name="T14" fmla="*/ 959 w 156"/>
                  <a:gd name="T15" fmla="*/ 1153 h 58"/>
                  <a:gd name="T16" fmla="*/ 530 w 156"/>
                  <a:gd name="T17" fmla="*/ 1168 h 58"/>
                  <a:gd name="T18" fmla="*/ 0 w 156"/>
                  <a:gd name="T19" fmla="*/ 1236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58">
                    <a:moveTo>
                      <a:pt x="61" y="16"/>
                    </a:moveTo>
                    <a:cubicBezTo>
                      <a:pt x="69" y="13"/>
                      <a:pt x="78" y="11"/>
                      <a:pt x="86" y="9"/>
                    </a:cubicBezTo>
                    <a:cubicBezTo>
                      <a:pt x="94" y="6"/>
                      <a:pt x="104" y="2"/>
                      <a:pt x="113" y="1"/>
                    </a:cubicBezTo>
                    <a:cubicBezTo>
                      <a:pt x="124" y="0"/>
                      <a:pt x="139" y="2"/>
                      <a:pt x="148" y="10"/>
                    </a:cubicBezTo>
                    <a:cubicBezTo>
                      <a:pt x="156" y="16"/>
                      <a:pt x="156" y="25"/>
                      <a:pt x="153" y="35"/>
                    </a:cubicBezTo>
                    <a:cubicBezTo>
                      <a:pt x="151" y="44"/>
                      <a:pt x="146" y="48"/>
                      <a:pt x="137" y="51"/>
                    </a:cubicBezTo>
                    <a:cubicBezTo>
                      <a:pt x="122" y="55"/>
                      <a:pt x="104" y="51"/>
                      <a:pt x="89" y="47"/>
                    </a:cubicBezTo>
                    <a:cubicBezTo>
                      <a:pt x="79" y="45"/>
                      <a:pt x="71" y="52"/>
                      <a:pt x="62" y="54"/>
                    </a:cubicBezTo>
                    <a:cubicBezTo>
                      <a:pt x="53" y="56"/>
                      <a:pt x="44" y="56"/>
                      <a:pt x="34" y="55"/>
                    </a:cubicBezTo>
                    <a:cubicBezTo>
                      <a:pt x="23" y="54"/>
                      <a:pt x="11" y="57"/>
                      <a:pt x="0" y="5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8" name="Freeform 1055">
                <a:extLst>
                  <a:ext uri="{FF2B5EF4-FFF2-40B4-BE49-F238E27FC236}">
                    <a16:creationId xmlns:a16="http://schemas.microsoft.com/office/drawing/2014/main" id="{DD4DC0B6-3785-4F24-A387-D8F2D43C9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187"/>
                <a:ext cx="85" cy="35"/>
              </a:xfrm>
              <a:custGeom>
                <a:avLst/>
                <a:gdLst>
                  <a:gd name="T0" fmla="*/ 0 w 49"/>
                  <a:gd name="T1" fmla="*/ 400 h 19"/>
                  <a:gd name="T2" fmla="*/ 262 w 49"/>
                  <a:gd name="T3" fmla="*/ 24 h 19"/>
                  <a:gd name="T4" fmla="*/ 767 w 4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1" y="10"/>
                      <a:pt x="8" y="3"/>
                      <a:pt x="17" y="1"/>
                    </a:cubicBezTo>
                    <a:cubicBezTo>
                      <a:pt x="27" y="0"/>
                      <a:pt x="39" y="0"/>
                      <a:pt x="4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9" name="Freeform 1056">
                <a:extLst>
                  <a:ext uri="{FF2B5EF4-FFF2-40B4-BE49-F238E27FC236}">
                    <a16:creationId xmlns:a16="http://schemas.microsoft.com/office/drawing/2014/main" id="{0BE20AE9-84C3-4441-8CB0-18C8534B8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436"/>
                <a:ext cx="50" cy="65"/>
              </a:xfrm>
              <a:custGeom>
                <a:avLst/>
                <a:gdLst>
                  <a:gd name="T0" fmla="*/ 62 w 29"/>
                  <a:gd name="T1" fmla="*/ 776 h 35"/>
                  <a:gd name="T2" fmla="*/ 83 w 29"/>
                  <a:gd name="T3" fmla="*/ 238 h 35"/>
                  <a:gd name="T4" fmla="*/ 231 w 29"/>
                  <a:gd name="T5" fmla="*/ 45 h 35"/>
                  <a:gd name="T6" fmla="*/ 353 w 29"/>
                  <a:gd name="T7" fmla="*/ 0 h 35"/>
                  <a:gd name="T8" fmla="*/ 398 w 29"/>
                  <a:gd name="T9" fmla="*/ 0 h 35"/>
                  <a:gd name="T10" fmla="*/ 440 w 2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4" y="35"/>
                    </a:moveTo>
                    <a:cubicBezTo>
                      <a:pt x="4" y="27"/>
                      <a:pt x="0" y="18"/>
                      <a:pt x="5" y="11"/>
                    </a:cubicBezTo>
                    <a:cubicBezTo>
                      <a:pt x="7" y="7"/>
                      <a:pt x="11" y="4"/>
                      <a:pt x="15" y="2"/>
                    </a:cubicBezTo>
                    <a:cubicBezTo>
                      <a:pt x="17" y="1"/>
                      <a:pt x="20" y="1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0" name="Freeform 1057">
                <a:extLst>
                  <a:ext uri="{FF2B5EF4-FFF2-40B4-BE49-F238E27FC236}">
                    <a16:creationId xmlns:a16="http://schemas.microsoft.com/office/drawing/2014/main" id="{AFD42415-A052-492C-956D-D4FD9E8FE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438"/>
                <a:ext cx="29" cy="22"/>
              </a:xfrm>
              <a:custGeom>
                <a:avLst/>
                <a:gdLst>
                  <a:gd name="T0" fmla="*/ 244 w 17"/>
                  <a:gd name="T1" fmla="*/ 246 h 12"/>
                  <a:gd name="T2" fmla="*/ 218 w 17"/>
                  <a:gd name="T3" fmla="*/ 172 h 12"/>
                  <a:gd name="T4" fmla="*/ 143 w 17"/>
                  <a:gd name="T5" fmla="*/ 68 h 12"/>
                  <a:gd name="T6" fmla="*/ 58 w 17"/>
                  <a:gd name="T7" fmla="*/ 24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cubicBezTo>
                      <a:pt x="16" y="11"/>
                      <a:pt x="16" y="9"/>
                      <a:pt x="15" y="8"/>
                    </a:cubicBezTo>
                    <a:cubicBezTo>
                      <a:pt x="14" y="6"/>
                      <a:pt x="12" y="5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1" name="Freeform 1058">
                <a:extLst>
                  <a:ext uri="{FF2B5EF4-FFF2-40B4-BE49-F238E27FC236}">
                    <a16:creationId xmlns:a16="http://schemas.microsoft.com/office/drawing/2014/main" id="{F1CEEC1E-0F78-4731-BCED-B6B0488B8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703"/>
                <a:ext cx="703" cy="391"/>
              </a:xfrm>
              <a:custGeom>
                <a:avLst/>
                <a:gdLst>
                  <a:gd name="T0" fmla="*/ 0 w 406"/>
                  <a:gd name="T1" fmla="*/ 4072 h 212"/>
                  <a:gd name="T2" fmla="*/ 2866 w 406"/>
                  <a:gd name="T3" fmla="*/ 1970 h 212"/>
                  <a:gd name="T4" fmla="*/ 6317 w 406"/>
                  <a:gd name="T5" fmla="*/ 476 h 212"/>
                  <a:gd name="T6" fmla="*/ 3451 w 406"/>
                  <a:gd name="T7" fmla="*/ 1918 h 212"/>
                  <a:gd name="T8" fmla="*/ 0 w 406"/>
                  <a:gd name="T9" fmla="*/ 4524 h 212"/>
                  <a:gd name="T10" fmla="*/ 0 w 406"/>
                  <a:gd name="T11" fmla="*/ 4072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212">
                    <a:moveTo>
                      <a:pt x="0" y="191"/>
                    </a:moveTo>
                    <a:cubicBezTo>
                      <a:pt x="0" y="191"/>
                      <a:pt x="138" y="130"/>
                      <a:pt x="184" y="92"/>
                    </a:cubicBezTo>
                    <a:cubicBezTo>
                      <a:pt x="256" y="33"/>
                      <a:pt x="364" y="0"/>
                      <a:pt x="406" y="22"/>
                    </a:cubicBezTo>
                    <a:cubicBezTo>
                      <a:pt x="406" y="22"/>
                      <a:pt x="337" y="4"/>
                      <a:pt x="222" y="90"/>
                    </a:cubicBezTo>
                    <a:cubicBezTo>
                      <a:pt x="143" y="149"/>
                      <a:pt x="13" y="209"/>
                      <a:pt x="0" y="212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2" name="Freeform 1059">
                <a:extLst>
                  <a:ext uri="{FF2B5EF4-FFF2-40B4-BE49-F238E27FC236}">
                    <a16:creationId xmlns:a16="http://schemas.microsoft.com/office/drawing/2014/main" id="{D6CF87CE-9CEF-4EA0-A475-EC8AED4C5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2643"/>
                <a:ext cx="194" cy="93"/>
              </a:xfrm>
              <a:custGeom>
                <a:avLst/>
                <a:gdLst>
                  <a:gd name="T0" fmla="*/ 0 w 112"/>
                  <a:gd name="T1" fmla="*/ 1114 h 50"/>
                  <a:gd name="T2" fmla="*/ 1746 w 112"/>
                  <a:gd name="T3" fmla="*/ 0 h 50"/>
                  <a:gd name="T4" fmla="*/ 1746 w 112"/>
                  <a:gd name="T5" fmla="*/ 391 h 50"/>
                  <a:gd name="T6" fmla="*/ 0 w 112"/>
                  <a:gd name="T7" fmla="*/ 1114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50">
                    <a:moveTo>
                      <a:pt x="0" y="50"/>
                    </a:moveTo>
                    <a:cubicBezTo>
                      <a:pt x="0" y="50"/>
                      <a:pt x="54" y="2"/>
                      <a:pt x="112" y="0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2" y="18"/>
                      <a:pt x="82" y="8"/>
                      <a:pt x="0" y="50"/>
                    </a:cubicBez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3" name="Freeform 1060">
                <a:extLst>
                  <a:ext uri="{FF2B5EF4-FFF2-40B4-BE49-F238E27FC236}">
                    <a16:creationId xmlns:a16="http://schemas.microsoft.com/office/drawing/2014/main" id="{E2E0B2F8-5ED1-4A14-AABF-81337B3EC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867"/>
                <a:ext cx="67" cy="29"/>
              </a:xfrm>
              <a:custGeom>
                <a:avLst/>
                <a:gdLst>
                  <a:gd name="T0" fmla="*/ 0 w 39"/>
                  <a:gd name="T1" fmla="*/ 263 h 16"/>
                  <a:gd name="T2" fmla="*/ 584 w 39"/>
                  <a:gd name="T3" fmla="*/ 315 h 16"/>
                  <a:gd name="T4" fmla="*/ 254 w 39"/>
                  <a:gd name="T5" fmla="*/ 44 h 16"/>
                  <a:gd name="T6" fmla="*/ 15 w 39"/>
                  <a:gd name="T7" fmla="*/ 21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0" y="13"/>
                    </a:moveTo>
                    <a:cubicBezTo>
                      <a:pt x="12" y="5"/>
                      <a:pt x="31" y="0"/>
                      <a:pt x="39" y="16"/>
                    </a:cubicBezTo>
                    <a:cubicBezTo>
                      <a:pt x="33" y="6"/>
                      <a:pt x="29" y="1"/>
                      <a:pt x="17" y="2"/>
                    </a:cubicBezTo>
                    <a:cubicBezTo>
                      <a:pt x="11" y="3"/>
                      <a:pt x="3" y="5"/>
                      <a:pt x="1" y="1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4" name="Freeform 1061">
                <a:extLst>
                  <a:ext uri="{FF2B5EF4-FFF2-40B4-BE49-F238E27FC236}">
                    <a16:creationId xmlns:a16="http://schemas.microsoft.com/office/drawing/2014/main" id="{10871FD2-916A-4DFD-BC5E-5612E4171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813"/>
                <a:ext cx="40" cy="48"/>
              </a:xfrm>
              <a:custGeom>
                <a:avLst/>
                <a:gdLst>
                  <a:gd name="T0" fmla="*/ 348 w 23"/>
                  <a:gd name="T1" fmla="*/ 24 h 26"/>
                  <a:gd name="T2" fmla="*/ 127 w 23"/>
                  <a:gd name="T3" fmla="*/ 258 h 26"/>
                  <a:gd name="T4" fmla="*/ 148 w 23"/>
                  <a:gd name="T5" fmla="*/ 559 h 26"/>
                  <a:gd name="T6" fmla="*/ 127 w 23"/>
                  <a:gd name="T7" fmla="*/ 105 h 26"/>
                  <a:gd name="T8" fmla="*/ 369 w 2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2" y="1"/>
                    </a:moveTo>
                    <a:cubicBezTo>
                      <a:pt x="17" y="5"/>
                      <a:pt x="11" y="5"/>
                      <a:pt x="8" y="12"/>
                    </a:cubicBezTo>
                    <a:cubicBezTo>
                      <a:pt x="7" y="16"/>
                      <a:pt x="7" y="22"/>
                      <a:pt x="9" y="26"/>
                    </a:cubicBezTo>
                    <a:cubicBezTo>
                      <a:pt x="0" y="21"/>
                      <a:pt x="1" y="11"/>
                      <a:pt x="8" y="5"/>
                    </a:cubicBezTo>
                    <a:cubicBezTo>
                      <a:pt x="12" y="0"/>
                      <a:pt x="17" y="0"/>
                      <a:pt x="2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5" name="Freeform 1062">
                <a:extLst>
                  <a:ext uri="{FF2B5EF4-FFF2-40B4-BE49-F238E27FC236}">
                    <a16:creationId xmlns:a16="http://schemas.microsoft.com/office/drawing/2014/main" id="{E0314A82-A040-4A0A-8162-93FAABF85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789"/>
                <a:ext cx="47" cy="26"/>
              </a:xfrm>
              <a:custGeom>
                <a:avLst/>
                <a:gdLst>
                  <a:gd name="T0" fmla="*/ 413 w 27"/>
                  <a:gd name="T1" fmla="*/ 110 h 14"/>
                  <a:gd name="T2" fmla="*/ 111 w 27"/>
                  <a:gd name="T3" fmla="*/ 306 h 14"/>
                  <a:gd name="T4" fmla="*/ 237 w 27"/>
                  <a:gd name="T5" fmla="*/ 24 h 14"/>
                  <a:gd name="T6" fmla="*/ 433 w 27"/>
                  <a:gd name="T7" fmla="*/ 11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26" y="5"/>
                    </a:moveTo>
                    <a:cubicBezTo>
                      <a:pt x="17" y="2"/>
                      <a:pt x="10" y="5"/>
                      <a:pt x="7" y="14"/>
                    </a:cubicBezTo>
                    <a:cubicBezTo>
                      <a:pt x="0" y="8"/>
                      <a:pt x="9" y="1"/>
                      <a:pt x="15" y="1"/>
                    </a:cubicBezTo>
                    <a:cubicBezTo>
                      <a:pt x="19" y="0"/>
                      <a:pt x="25" y="1"/>
                      <a:pt x="27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6" name="Freeform 1063">
                <a:extLst>
                  <a:ext uri="{FF2B5EF4-FFF2-40B4-BE49-F238E27FC236}">
                    <a16:creationId xmlns:a16="http://schemas.microsoft.com/office/drawing/2014/main" id="{306A3D53-2DBF-4064-89BD-85ECE7892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837"/>
                <a:ext cx="41" cy="34"/>
              </a:xfrm>
              <a:custGeom>
                <a:avLst/>
                <a:gdLst>
                  <a:gd name="T0" fmla="*/ 350 w 24"/>
                  <a:gd name="T1" fmla="*/ 28 h 18"/>
                  <a:gd name="T2" fmla="*/ 161 w 24"/>
                  <a:gd name="T3" fmla="*/ 100 h 18"/>
                  <a:gd name="T4" fmla="*/ 106 w 24"/>
                  <a:gd name="T5" fmla="*/ 433 h 18"/>
                  <a:gd name="T6" fmla="*/ 120 w 24"/>
                  <a:gd name="T7" fmla="*/ 76 h 18"/>
                  <a:gd name="T8" fmla="*/ 350 w 24"/>
                  <a:gd name="T9" fmla="*/ 2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"/>
                    </a:moveTo>
                    <a:cubicBezTo>
                      <a:pt x="19" y="1"/>
                      <a:pt x="15" y="0"/>
                      <a:pt x="11" y="4"/>
                    </a:cubicBezTo>
                    <a:cubicBezTo>
                      <a:pt x="7" y="8"/>
                      <a:pt x="8" y="13"/>
                      <a:pt x="7" y="18"/>
                    </a:cubicBezTo>
                    <a:cubicBezTo>
                      <a:pt x="0" y="15"/>
                      <a:pt x="3" y="6"/>
                      <a:pt x="8" y="3"/>
                    </a:cubicBezTo>
                    <a:cubicBezTo>
                      <a:pt x="13" y="1"/>
                      <a:pt x="19" y="0"/>
                      <a:pt x="2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7" name="Freeform 1064">
                <a:extLst>
                  <a:ext uri="{FF2B5EF4-FFF2-40B4-BE49-F238E27FC236}">
                    <a16:creationId xmlns:a16="http://schemas.microsoft.com/office/drawing/2014/main" id="{60585018-4339-44C4-9B7D-574936CA8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863"/>
                <a:ext cx="45" cy="28"/>
              </a:xfrm>
              <a:custGeom>
                <a:avLst/>
                <a:gdLst>
                  <a:gd name="T0" fmla="*/ 28 w 26"/>
                  <a:gd name="T1" fmla="*/ 338 h 15"/>
                  <a:gd name="T2" fmla="*/ 405 w 26"/>
                  <a:gd name="T3" fmla="*/ 254 h 15"/>
                  <a:gd name="T4" fmla="*/ 0 w 26"/>
                  <a:gd name="T5" fmla="*/ 29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2" y="15"/>
                    </a:moveTo>
                    <a:cubicBezTo>
                      <a:pt x="3" y="7"/>
                      <a:pt x="21" y="6"/>
                      <a:pt x="26" y="11"/>
                    </a:cubicBezTo>
                    <a:cubicBezTo>
                      <a:pt x="19" y="0"/>
                      <a:pt x="6" y="5"/>
                      <a:pt x="0" y="1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8" name="Freeform 1065">
                <a:extLst>
                  <a:ext uri="{FF2B5EF4-FFF2-40B4-BE49-F238E27FC236}">
                    <a16:creationId xmlns:a16="http://schemas.microsoft.com/office/drawing/2014/main" id="{6A990EE9-68F0-416D-8436-574874CCB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893"/>
                <a:ext cx="50" cy="37"/>
              </a:xfrm>
              <a:custGeom>
                <a:avLst/>
                <a:gdLst>
                  <a:gd name="T0" fmla="*/ 169 w 29"/>
                  <a:gd name="T1" fmla="*/ 431 h 20"/>
                  <a:gd name="T2" fmla="*/ 210 w 29"/>
                  <a:gd name="T3" fmla="*/ 178 h 20"/>
                  <a:gd name="T4" fmla="*/ 440 w 29"/>
                  <a:gd name="T5" fmla="*/ 24 h 20"/>
                  <a:gd name="T6" fmla="*/ 143 w 29"/>
                  <a:gd name="T7" fmla="*/ 43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1" y="20"/>
                    </a:moveTo>
                    <a:cubicBezTo>
                      <a:pt x="9" y="15"/>
                      <a:pt x="9" y="12"/>
                      <a:pt x="14" y="8"/>
                    </a:cubicBezTo>
                    <a:cubicBezTo>
                      <a:pt x="18" y="5"/>
                      <a:pt x="24" y="3"/>
                      <a:pt x="29" y="1"/>
                    </a:cubicBezTo>
                    <a:cubicBezTo>
                      <a:pt x="22" y="0"/>
                      <a:pt x="0" y="11"/>
                      <a:pt x="9" y="2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9" name="Freeform 1066">
                <a:extLst>
                  <a:ext uri="{FF2B5EF4-FFF2-40B4-BE49-F238E27FC236}">
                    <a16:creationId xmlns:a16="http://schemas.microsoft.com/office/drawing/2014/main" id="{F19282D9-D247-4DA5-9C3C-53CFECCC6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959"/>
                <a:ext cx="45" cy="48"/>
              </a:xfrm>
              <a:custGeom>
                <a:avLst/>
                <a:gdLst>
                  <a:gd name="T0" fmla="*/ 107 w 26"/>
                  <a:gd name="T1" fmla="*/ 559 h 26"/>
                  <a:gd name="T2" fmla="*/ 405 w 26"/>
                  <a:gd name="T3" fmla="*/ 44 h 26"/>
                  <a:gd name="T4" fmla="*/ 83 w 26"/>
                  <a:gd name="T5" fmla="*/ 277 h 26"/>
                  <a:gd name="T6" fmla="*/ 87 w 26"/>
                  <a:gd name="T7" fmla="*/ 55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cubicBezTo>
                      <a:pt x="0" y="16"/>
                      <a:pt x="19" y="6"/>
                      <a:pt x="26" y="2"/>
                    </a:cubicBezTo>
                    <a:cubicBezTo>
                      <a:pt x="21" y="0"/>
                      <a:pt x="7" y="8"/>
                      <a:pt x="5" y="13"/>
                    </a:cubicBezTo>
                    <a:cubicBezTo>
                      <a:pt x="3" y="17"/>
                      <a:pt x="2" y="24"/>
                      <a:pt x="6" y="26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0" name="Freeform 1067">
                <a:extLst>
                  <a:ext uri="{FF2B5EF4-FFF2-40B4-BE49-F238E27FC236}">
                    <a16:creationId xmlns:a16="http://schemas.microsoft.com/office/drawing/2014/main" id="{53EA38AF-9945-4293-BE0D-2D79B290A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959"/>
                <a:ext cx="43" cy="26"/>
              </a:xfrm>
              <a:custGeom>
                <a:avLst/>
                <a:gdLst>
                  <a:gd name="T0" fmla="*/ 0 w 25"/>
                  <a:gd name="T1" fmla="*/ 110 h 14"/>
                  <a:gd name="T2" fmla="*/ 375 w 25"/>
                  <a:gd name="T3" fmla="*/ 306 h 14"/>
                  <a:gd name="T4" fmla="*/ 227 w 25"/>
                  <a:gd name="T5" fmla="*/ 24 h 14"/>
                  <a:gd name="T6" fmla="*/ 0 w 25"/>
                  <a:gd name="T7" fmla="*/ 8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5"/>
                    </a:moveTo>
                    <a:cubicBezTo>
                      <a:pt x="11" y="3"/>
                      <a:pt x="22" y="0"/>
                      <a:pt x="25" y="14"/>
                    </a:cubicBezTo>
                    <a:cubicBezTo>
                      <a:pt x="23" y="7"/>
                      <a:pt x="23" y="2"/>
                      <a:pt x="15" y="1"/>
                    </a:cubicBezTo>
                    <a:cubicBezTo>
                      <a:pt x="9" y="0"/>
                      <a:pt x="5" y="0"/>
                      <a:pt x="0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1" name="Freeform 1068">
                <a:extLst>
                  <a:ext uri="{FF2B5EF4-FFF2-40B4-BE49-F238E27FC236}">
                    <a16:creationId xmlns:a16="http://schemas.microsoft.com/office/drawing/2014/main" id="{5898DB33-05E6-4509-B5EF-F8AAC7A09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092"/>
                <a:ext cx="50" cy="50"/>
              </a:xfrm>
              <a:custGeom>
                <a:avLst/>
                <a:gdLst>
                  <a:gd name="T0" fmla="*/ 440 w 29"/>
                  <a:gd name="T1" fmla="*/ 0 h 27"/>
                  <a:gd name="T2" fmla="*/ 231 w 29"/>
                  <a:gd name="T3" fmla="*/ 591 h 27"/>
                  <a:gd name="T4" fmla="*/ 122 w 29"/>
                  <a:gd name="T5" fmla="*/ 222 h 27"/>
                  <a:gd name="T6" fmla="*/ 440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cubicBezTo>
                      <a:pt x="19" y="7"/>
                      <a:pt x="0" y="15"/>
                      <a:pt x="15" y="27"/>
                    </a:cubicBezTo>
                    <a:cubicBezTo>
                      <a:pt x="7" y="26"/>
                      <a:pt x="2" y="17"/>
                      <a:pt x="8" y="10"/>
                    </a:cubicBezTo>
                    <a:cubicBezTo>
                      <a:pt x="12" y="6"/>
                      <a:pt x="23" y="2"/>
                      <a:pt x="2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2" name="Freeform 1069">
                <a:extLst>
                  <a:ext uri="{FF2B5EF4-FFF2-40B4-BE49-F238E27FC236}">
                    <a16:creationId xmlns:a16="http://schemas.microsoft.com/office/drawing/2014/main" id="{10177922-620D-47EB-8DB7-DF22A01BF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41"/>
                <a:ext cx="29" cy="59"/>
              </a:xfrm>
              <a:custGeom>
                <a:avLst/>
                <a:gdLst>
                  <a:gd name="T0" fmla="*/ 244 w 17"/>
                  <a:gd name="T1" fmla="*/ 0 h 32"/>
                  <a:gd name="T2" fmla="*/ 99 w 17"/>
                  <a:gd name="T3" fmla="*/ 382 h 32"/>
                  <a:gd name="T4" fmla="*/ 244 w 17"/>
                  <a:gd name="T5" fmla="*/ 684 h 32"/>
                  <a:gd name="T6" fmla="*/ 218 w 17"/>
                  <a:gd name="T7" fmla="*/ 4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7" y="0"/>
                    </a:moveTo>
                    <a:cubicBezTo>
                      <a:pt x="12" y="5"/>
                      <a:pt x="7" y="10"/>
                      <a:pt x="7" y="18"/>
                    </a:cubicBezTo>
                    <a:cubicBezTo>
                      <a:pt x="8" y="23"/>
                      <a:pt x="12" y="29"/>
                      <a:pt x="17" y="32"/>
                    </a:cubicBezTo>
                    <a:cubicBezTo>
                      <a:pt x="0" y="28"/>
                      <a:pt x="2" y="7"/>
                      <a:pt x="15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3" name="Freeform 1070">
                <a:extLst>
                  <a:ext uri="{FF2B5EF4-FFF2-40B4-BE49-F238E27FC236}">
                    <a16:creationId xmlns:a16="http://schemas.microsoft.com/office/drawing/2014/main" id="{75CFE517-A1DE-4A2F-80A6-D5DEA9DB9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103"/>
                <a:ext cx="29" cy="34"/>
              </a:xfrm>
              <a:custGeom>
                <a:avLst/>
                <a:gdLst>
                  <a:gd name="T0" fmla="*/ 244 w 17"/>
                  <a:gd name="T1" fmla="*/ 113 h 18"/>
                  <a:gd name="T2" fmla="*/ 84 w 17"/>
                  <a:gd name="T3" fmla="*/ 433 h 18"/>
                  <a:gd name="T4" fmla="*/ 75 w 17"/>
                  <a:gd name="T5" fmla="*/ 100 h 18"/>
                  <a:gd name="T6" fmla="*/ 227 w 17"/>
                  <a:gd name="T7" fmla="*/ 10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17" y="5"/>
                    </a:moveTo>
                    <a:cubicBezTo>
                      <a:pt x="7" y="3"/>
                      <a:pt x="4" y="9"/>
                      <a:pt x="6" y="18"/>
                    </a:cubicBezTo>
                    <a:cubicBezTo>
                      <a:pt x="1" y="14"/>
                      <a:pt x="0" y="8"/>
                      <a:pt x="5" y="4"/>
                    </a:cubicBezTo>
                    <a:cubicBezTo>
                      <a:pt x="10" y="0"/>
                      <a:pt x="12" y="2"/>
                      <a:pt x="16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4" name="Freeform 1071">
                <a:extLst>
                  <a:ext uri="{FF2B5EF4-FFF2-40B4-BE49-F238E27FC236}">
                    <a16:creationId xmlns:a16="http://schemas.microsoft.com/office/drawing/2014/main" id="{88277219-B1CB-4B67-980D-0C37AD62D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166"/>
                <a:ext cx="43" cy="67"/>
              </a:xfrm>
              <a:custGeom>
                <a:avLst/>
                <a:gdLst>
                  <a:gd name="T0" fmla="*/ 375 w 25"/>
                  <a:gd name="T1" fmla="*/ 24 h 36"/>
                  <a:gd name="T2" fmla="*/ 122 w 25"/>
                  <a:gd name="T3" fmla="*/ 262 h 36"/>
                  <a:gd name="T4" fmla="*/ 169 w 25"/>
                  <a:gd name="T5" fmla="*/ 808 h 36"/>
                  <a:gd name="T6" fmla="*/ 77 w 25"/>
                  <a:gd name="T7" fmla="*/ 128 h 36"/>
                  <a:gd name="T8" fmla="*/ 375 w 2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6">
                    <a:moveTo>
                      <a:pt x="25" y="1"/>
                    </a:moveTo>
                    <a:cubicBezTo>
                      <a:pt x="19" y="3"/>
                      <a:pt x="10" y="5"/>
                      <a:pt x="8" y="12"/>
                    </a:cubicBezTo>
                    <a:cubicBezTo>
                      <a:pt x="6" y="19"/>
                      <a:pt x="9" y="29"/>
                      <a:pt x="11" y="36"/>
                    </a:cubicBezTo>
                    <a:cubicBezTo>
                      <a:pt x="4" y="33"/>
                      <a:pt x="0" y="12"/>
                      <a:pt x="5" y="6"/>
                    </a:cubicBezTo>
                    <a:cubicBezTo>
                      <a:pt x="8" y="2"/>
                      <a:pt x="20" y="0"/>
                      <a:pt x="25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5" name="Freeform 1072">
                <a:extLst>
                  <a:ext uri="{FF2B5EF4-FFF2-40B4-BE49-F238E27FC236}">
                    <a16:creationId xmlns:a16="http://schemas.microsoft.com/office/drawing/2014/main" id="{E9AFDDE3-9DD7-493E-9067-1632B265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3185"/>
                <a:ext cx="36" cy="64"/>
              </a:xfrm>
              <a:custGeom>
                <a:avLst/>
                <a:gdLst>
                  <a:gd name="T0" fmla="*/ 312 w 21"/>
                  <a:gd name="T1" fmla="*/ 0 h 35"/>
                  <a:gd name="T2" fmla="*/ 106 w 21"/>
                  <a:gd name="T3" fmla="*/ 347 h 35"/>
                  <a:gd name="T4" fmla="*/ 86 w 21"/>
                  <a:gd name="T5" fmla="*/ 715 h 35"/>
                  <a:gd name="T6" fmla="*/ 106 w 21"/>
                  <a:gd name="T7" fmla="*/ 146 h 35"/>
                  <a:gd name="T8" fmla="*/ 312 w 2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5" y="5"/>
                      <a:pt x="10" y="10"/>
                      <a:pt x="7" y="17"/>
                    </a:cubicBezTo>
                    <a:cubicBezTo>
                      <a:pt x="4" y="24"/>
                      <a:pt x="7" y="28"/>
                      <a:pt x="6" y="35"/>
                    </a:cubicBezTo>
                    <a:cubicBezTo>
                      <a:pt x="2" y="26"/>
                      <a:pt x="0" y="15"/>
                      <a:pt x="7" y="7"/>
                    </a:cubicBezTo>
                    <a:cubicBezTo>
                      <a:pt x="11" y="3"/>
                      <a:pt x="16" y="3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6" name="Freeform 1073">
                <a:extLst>
                  <a:ext uri="{FF2B5EF4-FFF2-40B4-BE49-F238E27FC236}">
                    <a16:creationId xmlns:a16="http://schemas.microsoft.com/office/drawing/2014/main" id="{BA1AA222-2186-433C-805D-123307443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3063"/>
                <a:ext cx="33" cy="44"/>
              </a:xfrm>
              <a:custGeom>
                <a:avLst/>
                <a:gdLst>
                  <a:gd name="T0" fmla="*/ 299 w 19"/>
                  <a:gd name="T1" fmla="*/ 44 h 24"/>
                  <a:gd name="T2" fmla="*/ 127 w 19"/>
                  <a:gd name="T3" fmla="*/ 229 h 24"/>
                  <a:gd name="T4" fmla="*/ 172 w 19"/>
                  <a:gd name="T5" fmla="*/ 501 h 24"/>
                  <a:gd name="T6" fmla="*/ 85 w 19"/>
                  <a:gd name="T7" fmla="*/ 81 h 24"/>
                  <a:gd name="T8" fmla="*/ 283 w 19"/>
                  <a:gd name="T9" fmla="*/ 24 h 24"/>
                  <a:gd name="T10" fmla="*/ 299 w 19"/>
                  <a:gd name="T11" fmla="*/ 4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2"/>
                    </a:moveTo>
                    <a:cubicBezTo>
                      <a:pt x="13" y="3"/>
                      <a:pt x="9" y="4"/>
                      <a:pt x="8" y="11"/>
                    </a:cubicBezTo>
                    <a:cubicBezTo>
                      <a:pt x="7" y="15"/>
                      <a:pt x="8" y="20"/>
                      <a:pt x="11" y="24"/>
                    </a:cubicBezTo>
                    <a:cubicBezTo>
                      <a:pt x="6" y="20"/>
                      <a:pt x="0" y="10"/>
                      <a:pt x="5" y="4"/>
                    </a:cubicBezTo>
                    <a:cubicBezTo>
                      <a:pt x="8" y="1"/>
                      <a:pt x="15" y="0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7" name="Freeform 1074">
                <a:extLst>
                  <a:ext uri="{FF2B5EF4-FFF2-40B4-BE49-F238E27FC236}">
                    <a16:creationId xmlns:a16="http://schemas.microsoft.com/office/drawing/2014/main" id="{000EAEBB-6D22-4B2B-BB59-D2E7FC596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3024"/>
                <a:ext cx="23" cy="44"/>
              </a:xfrm>
              <a:custGeom>
                <a:avLst/>
                <a:gdLst>
                  <a:gd name="T0" fmla="*/ 228 w 13"/>
                  <a:gd name="T1" fmla="*/ 68 h 24"/>
                  <a:gd name="T2" fmla="*/ 65 w 13"/>
                  <a:gd name="T3" fmla="*/ 501 h 24"/>
                  <a:gd name="T4" fmla="*/ 50 w 13"/>
                  <a:gd name="T5" fmla="*/ 149 h 24"/>
                  <a:gd name="T6" fmla="*/ 228 w 13"/>
                  <a:gd name="T7" fmla="*/ 8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3" y="3"/>
                    </a:moveTo>
                    <a:cubicBezTo>
                      <a:pt x="8" y="9"/>
                      <a:pt x="0" y="15"/>
                      <a:pt x="4" y="24"/>
                    </a:cubicBezTo>
                    <a:cubicBezTo>
                      <a:pt x="0" y="19"/>
                      <a:pt x="0" y="12"/>
                      <a:pt x="3" y="7"/>
                    </a:cubicBezTo>
                    <a:cubicBezTo>
                      <a:pt x="5" y="4"/>
                      <a:pt x="10" y="0"/>
                      <a:pt x="13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8" name="Freeform 1075">
                <a:extLst>
                  <a:ext uri="{FF2B5EF4-FFF2-40B4-BE49-F238E27FC236}">
                    <a16:creationId xmlns:a16="http://schemas.microsoft.com/office/drawing/2014/main" id="{8D45E8C6-302B-48DB-B913-13A3B26ED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039"/>
                <a:ext cx="26" cy="27"/>
              </a:xfrm>
              <a:custGeom>
                <a:avLst/>
                <a:gdLst>
                  <a:gd name="T0" fmla="*/ 234 w 15"/>
                  <a:gd name="T1" fmla="*/ 23 h 15"/>
                  <a:gd name="T2" fmla="*/ 107 w 15"/>
                  <a:gd name="T3" fmla="*/ 94 h 15"/>
                  <a:gd name="T4" fmla="*/ 85 w 15"/>
                  <a:gd name="T5" fmla="*/ 284 h 15"/>
                  <a:gd name="T6" fmla="*/ 49 w 15"/>
                  <a:gd name="T7" fmla="*/ 74 h 15"/>
                  <a:gd name="T8" fmla="*/ 185 w 15"/>
                  <a:gd name="T9" fmla="*/ 4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3" y="3"/>
                      <a:pt x="9" y="2"/>
                      <a:pt x="7" y="5"/>
                    </a:cubicBezTo>
                    <a:cubicBezTo>
                      <a:pt x="5" y="7"/>
                      <a:pt x="5" y="12"/>
                      <a:pt x="5" y="15"/>
                    </a:cubicBezTo>
                    <a:cubicBezTo>
                      <a:pt x="3" y="11"/>
                      <a:pt x="0" y="8"/>
                      <a:pt x="3" y="4"/>
                    </a:cubicBezTo>
                    <a:cubicBezTo>
                      <a:pt x="5" y="1"/>
                      <a:pt x="9" y="0"/>
                      <a:pt x="12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9" name="Freeform 1076">
                <a:extLst>
                  <a:ext uri="{FF2B5EF4-FFF2-40B4-BE49-F238E27FC236}">
                    <a16:creationId xmlns:a16="http://schemas.microsoft.com/office/drawing/2014/main" id="{4B543D8B-BAB4-4D01-B70A-BA1D6AF22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994"/>
                <a:ext cx="44" cy="74"/>
              </a:xfrm>
              <a:custGeom>
                <a:avLst/>
                <a:gdLst>
                  <a:gd name="T0" fmla="*/ 421 w 25"/>
                  <a:gd name="T1" fmla="*/ 24 h 40"/>
                  <a:gd name="T2" fmla="*/ 306 w 25"/>
                  <a:gd name="T3" fmla="*/ 866 h 40"/>
                  <a:gd name="T4" fmla="*/ 114 w 25"/>
                  <a:gd name="T5" fmla="*/ 261 h 40"/>
                  <a:gd name="T6" fmla="*/ 403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25" y="1"/>
                    </a:moveTo>
                    <a:cubicBezTo>
                      <a:pt x="6" y="8"/>
                      <a:pt x="8" y="27"/>
                      <a:pt x="18" y="40"/>
                    </a:cubicBezTo>
                    <a:cubicBezTo>
                      <a:pt x="11" y="32"/>
                      <a:pt x="0" y="23"/>
                      <a:pt x="7" y="12"/>
                    </a:cubicBezTo>
                    <a:cubicBezTo>
                      <a:pt x="10" y="6"/>
                      <a:pt x="18" y="1"/>
                      <a:pt x="24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0" name="Freeform 1077">
                <a:extLst>
                  <a:ext uri="{FF2B5EF4-FFF2-40B4-BE49-F238E27FC236}">
                    <a16:creationId xmlns:a16="http://schemas.microsoft.com/office/drawing/2014/main" id="{6F02A89E-32CF-4123-BE70-77C62BB3E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3100"/>
                <a:ext cx="50" cy="70"/>
              </a:xfrm>
              <a:custGeom>
                <a:avLst/>
                <a:gdLst>
                  <a:gd name="T0" fmla="*/ 440 w 29"/>
                  <a:gd name="T1" fmla="*/ 0 h 38"/>
                  <a:gd name="T2" fmla="*/ 184 w 29"/>
                  <a:gd name="T3" fmla="*/ 451 h 38"/>
                  <a:gd name="T4" fmla="*/ 86 w 29"/>
                  <a:gd name="T5" fmla="*/ 807 h 38"/>
                  <a:gd name="T6" fmla="*/ 210 w 29"/>
                  <a:gd name="T7" fmla="*/ 258 h 38"/>
                  <a:gd name="T8" fmla="*/ 426 w 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2" y="5"/>
                      <a:pt x="16" y="13"/>
                      <a:pt x="12" y="21"/>
                    </a:cubicBezTo>
                    <a:cubicBezTo>
                      <a:pt x="10" y="26"/>
                      <a:pt x="10" y="34"/>
                      <a:pt x="6" y="38"/>
                    </a:cubicBezTo>
                    <a:cubicBezTo>
                      <a:pt x="0" y="31"/>
                      <a:pt x="9" y="18"/>
                      <a:pt x="14" y="12"/>
                    </a:cubicBezTo>
                    <a:cubicBezTo>
                      <a:pt x="17" y="8"/>
                      <a:pt x="23" y="1"/>
                      <a:pt x="28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1" name="Freeform 1078">
                <a:extLst>
                  <a:ext uri="{FF2B5EF4-FFF2-40B4-BE49-F238E27FC236}">
                    <a16:creationId xmlns:a16="http://schemas.microsoft.com/office/drawing/2014/main" id="{6408D9CA-2FE5-402E-9B60-393C40DD2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985"/>
                <a:ext cx="38" cy="48"/>
              </a:xfrm>
              <a:custGeom>
                <a:avLst/>
                <a:gdLst>
                  <a:gd name="T0" fmla="*/ 340 w 22"/>
                  <a:gd name="T1" fmla="*/ 24 h 26"/>
                  <a:gd name="T2" fmla="*/ 107 w 22"/>
                  <a:gd name="T3" fmla="*/ 559 h 26"/>
                  <a:gd name="T4" fmla="*/ 83 w 22"/>
                  <a:gd name="T5" fmla="*/ 150 h 26"/>
                  <a:gd name="T6" fmla="*/ 320 w 22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22" y="1"/>
                    </a:moveTo>
                    <a:cubicBezTo>
                      <a:pt x="10" y="1"/>
                      <a:pt x="2" y="17"/>
                      <a:pt x="7" y="26"/>
                    </a:cubicBezTo>
                    <a:cubicBezTo>
                      <a:pt x="2" y="21"/>
                      <a:pt x="0" y="13"/>
                      <a:pt x="5" y="7"/>
                    </a:cubicBezTo>
                    <a:cubicBezTo>
                      <a:pt x="9" y="3"/>
                      <a:pt x="16" y="1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2" name="Freeform 1079">
                <a:extLst>
                  <a:ext uri="{FF2B5EF4-FFF2-40B4-BE49-F238E27FC236}">
                    <a16:creationId xmlns:a16="http://schemas.microsoft.com/office/drawing/2014/main" id="{27949E82-8616-4244-9517-087E9FA7E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107"/>
                <a:ext cx="25" cy="39"/>
              </a:xfrm>
              <a:custGeom>
                <a:avLst/>
                <a:gdLst>
                  <a:gd name="T0" fmla="*/ 117 w 15"/>
                  <a:gd name="T1" fmla="*/ 45 h 21"/>
                  <a:gd name="T2" fmla="*/ 195 w 15"/>
                  <a:gd name="T3" fmla="*/ 462 h 21"/>
                  <a:gd name="T4" fmla="*/ 92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6" y="10"/>
                      <a:pt x="10" y="15"/>
                      <a:pt x="15" y="21"/>
                    </a:cubicBezTo>
                    <a:cubicBezTo>
                      <a:pt x="5" y="18"/>
                      <a:pt x="0" y="10"/>
                      <a:pt x="7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3" name="Freeform 1080">
                <a:extLst>
                  <a:ext uri="{FF2B5EF4-FFF2-40B4-BE49-F238E27FC236}">
                    <a16:creationId xmlns:a16="http://schemas.microsoft.com/office/drawing/2014/main" id="{503B482F-CA5E-4052-8E9A-CAB4B13E9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105"/>
                <a:ext cx="52" cy="67"/>
              </a:xfrm>
              <a:custGeom>
                <a:avLst/>
                <a:gdLst>
                  <a:gd name="T0" fmla="*/ 468 w 30"/>
                  <a:gd name="T1" fmla="*/ 112 h 36"/>
                  <a:gd name="T2" fmla="*/ 185 w 30"/>
                  <a:gd name="T3" fmla="*/ 337 h 36"/>
                  <a:gd name="T4" fmla="*/ 127 w 30"/>
                  <a:gd name="T5" fmla="*/ 808 h 36"/>
                  <a:gd name="T6" fmla="*/ 208 w 30"/>
                  <a:gd name="T7" fmla="*/ 112 h 36"/>
                  <a:gd name="T8" fmla="*/ 468 w 30"/>
                  <a:gd name="T9" fmla="*/ 11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5"/>
                    </a:moveTo>
                    <a:cubicBezTo>
                      <a:pt x="23" y="5"/>
                      <a:pt x="16" y="9"/>
                      <a:pt x="12" y="15"/>
                    </a:cubicBezTo>
                    <a:cubicBezTo>
                      <a:pt x="7" y="22"/>
                      <a:pt x="8" y="28"/>
                      <a:pt x="8" y="36"/>
                    </a:cubicBezTo>
                    <a:cubicBezTo>
                      <a:pt x="0" y="26"/>
                      <a:pt x="2" y="11"/>
                      <a:pt x="13" y="5"/>
                    </a:cubicBezTo>
                    <a:cubicBezTo>
                      <a:pt x="17" y="2"/>
                      <a:pt x="27" y="0"/>
                      <a:pt x="30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" name="Freeform 1081">
                <a:extLst>
                  <a:ext uri="{FF2B5EF4-FFF2-40B4-BE49-F238E27FC236}">
                    <a16:creationId xmlns:a16="http://schemas.microsoft.com/office/drawing/2014/main" id="{842DBB10-DEFA-4F16-8CB9-E2D5EA11C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168"/>
                <a:ext cx="37" cy="44"/>
              </a:xfrm>
              <a:custGeom>
                <a:avLst/>
                <a:gdLst>
                  <a:gd name="T0" fmla="*/ 358 w 21"/>
                  <a:gd name="T1" fmla="*/ 24 h 24"/>
                  <a:gd name="T2" fmla="*/ 0 w 21"/>
                  <a:gd name="T3" fmla="*/ 501 h 24"/>
                  <a:gd name="T4" fmla="*/ 152 w 21"/>
                  <a:gd name="T5" fmla="*/ 81 h 24"/>
                  <a:gd name="T6" fmla="*/ 358 w 21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9" y="1"/>
                      <a:pt x="4" y="15"/>
                      <a:pt x="0" y="24"/>
                    </a:cubicBezTo>
                    <a:cubicBezTo>
                      <a:pt x="2" y="17"/>
                      <a:pt x="2" y="9"/>
                      <a:pt x="9" y="4"/>
                    </a:cubicBezTo>
                    <a:cubicBezTo>
                      <a:pt x="12" y="2"/>
                      <a:pt x="17" y="0"/>
                      <a:pt x="2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" name="Freeform 1082">
                <a:extLst>
                  <a:ext uri="{FF2B5EF4-FFF2-40B4-BE49-F238E27FC236}">
                    <a16:creationId xmlns:a16="http://schemas.microsoft.com/office/drawing/2014/main" id="{445FBCC6-F697-4EDB-BD8D-BDA80DB79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059"/>
                <a:ext cx="43" cy="44"/>
              </a:xfrm>
              <a:custGeom>
                <a:avLst/>
                <a:gdLst>
                  <a:gd name="T0" fmla="*/ 375 w 25"/>
                  <a:gd name="T1" fmla="*/ 205 h 24"/>
                  <a:gd name="T2" fmla="*/ 148 w 25"/>
                  <a:gd name="T3" fmla="*/ 172 h 24"/>
                  <a:gd name="T4" fmla="*/ 0 w 25"/>
                  <a:gd name="T5" fmla="*/ 501 h 24"/>
                  <a:gd name="T6" fmla="*/ 26 w 25"/>
                  <a:gd name="T7" fmla="*/ 172 h 24"/>
                  <a:gd name="T8" fmla="*/ 122 w 25"/>
                  <a:gd name="T9" fmla="*/ 24 h 24"/>
                  <a:gd name="T10" fmla="*/ 375 w 25"/>
                  <a:gd name="T11" fmla="*/ 19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5" y="10"/>
                    </a:moveTo>
                    <a:cubicBezTo>
                      <a:pt x="20" y="10"/>
                      <a:pt x="15" y="5"/>
                      <a:pt x="10" y="8"/>
                    </a:cubicBezTo>
                    <a:cubicBezTo>
                      <a:pt x="5" y="10"/>
                      <a:pt x="2" y="20"/>
                      <a:pt x="0" y="24"/>
                    </a:cubicBezTo>
                    <a:cubicBezTo>
                      <a:pt x="0" y="20"/>
                      <a:pt x="1" y="13"/>
                      <a:pt x="2" y="8"/>
                    </a:cubicBezTo>
                    <a:cubicBezTo>
                      <a:pt x="2" y="4"/>
                      <a:pt x="4" y="1"/>
                      <a:pt x="8" y="1"/>
                    </a:cubicBezTo>
                    <a:cubicBezTo>
                      <a:pt x="12" y="0"/>
                      <a:pt x="22" y="6"/>
                      <a:pt x="25" y="9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" name="Freeform 1083">
                <a:extLst>
                  <a:ext uri="{FF2B5EF4-FFF2-40B4-BE49-F238E27FC236}">
                    <a16:creationId xmlns:a16="http://schemas.microsoft.com/office/drawing/2014/main" id="{D64D1434-9051-4137-852C-108A0E716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930"/>
                <a:ext cx="30" cy="81"/>
              </a:xfrm>
              <a:custGeom>
                <a:avLst/>
                <a:gdLst>
                  <a:gd name="T0" fmla="*/ 293 w 17"/>
                  <a:gd name="T1" fmla="*/ 0 h 44"/>
                  <a:gd name="T2" fmla="*/ 115 w 17"/>
                  <a:gd name="T3" fmla="*/ 451 h 44"/>
                  <a:gd name="T4" fmla="*/ 203 w 17"/>
                  <a:gd name="T5" fmla="*/ 928 h 44"/>
                  <a:gd name="T6" fmla="*/ 49 w 17"/>
                  <a:gd name="T7" fmla="*/ 326 h 44"/>
                  <a:gd name="T8" fmla="*/ 252 w 17"/>
                  <a:gd name="T9" fmla="*/ 6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11" y="6"/>
                      <a:pt x="7" y="12"/>
                      <a:pt x="7" y="21"/>
                    </a:cubicBezTo>
                    <a:cubicBezTo>
                      <a:pt x="6" y="29"/>
                      <a:pt x="10" y="37"/>
                      <a:pt x="12" y="44"/>
                    </a:cubicBezTo>
                    <a:cubicBezTo>
                      <a:pt x="5" y="38"/>
                      <a:pt x="0" y="24"/>
                      <a:pt x="3" y="15"/>
                    </a:cubicBezTo>
                    <a:cubicBezTo>
                      <a:pt x="5" y="10"/>
                      <a:pt x="9" y="3"/>
                      <a:pt x="15" y="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" name="Freeform 1084">
                <a:extLst>
                  <a:ext uri="{FF2B5EF4-FFF2-40B4-BE49-F238E27FC236}">
                    <a16:creationId xmlns:a16="http://schemas.microsoft.com/office/drawing/2014/main" id="{C29CF77B-1543-417C-8E81-B982B7B1D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837"/>
                <a:ext cx="31" cy="34"/>
              </a:xfrm>
              <a:custGeom>
                <a:avLst/>
                <a:gdLst>
                  <a:gd name="T0" fmla="*/ 270 w 18"/>
                  <a:gd name="T1" fmla="*/ 28 h 18"/>
                  <a:gd name="T2" fmla="*/ 122 w 18"/>
                  <a:gd name="T3" fmla="*/ 113 h 18"/>
                  <a:gd name="T4" fmla="*/ 107 w 18"/>
                  <a:gd name="T5" fmla="*/ 433 h 18"/>
                  <a:gd name="T6" fmla="*/ 28 w 18"/>
                  <a:gd name="T7" fmla="*/ 113 h 18"/>
                  <a:gd name="T8" fmla="*/ 231 w 18"/>
                  <a:gd name="T9" fmla="*/ 2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1"/>
                    </a:moveTo>
                    <a:cubicBezTo>
                      <a:pt x="14" y="1"/>
                      <a:pt x="10" y="2"/>
                      <a:pt x="8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4" y="15"/>
                      <a:pt x="0" y="9"/>
                      <a:pt x="2" y="5"/>
                    </a:cubicBezTo>
                    <a:cubicBezTo>
                      <a:pt x="4" y="0"/>
                      <a:pt x="11" y="1"/>
                      <a:pt x="15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" name="Freeform 1085">
                <a:extLst>
                  <a:ext uri="{FF2B5EF4-FFF2-40B4-BE49-F238E27FC236}">
                    <a16:creationId xmlns:a16="http://schemas.microsoft.com/office/drawing/2014/main" id="{30727866-A2EC-4226-ADEF-76441B60A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823"/>
                <a:ext cx="24" cy="37"/>
              </a:xfrm>
              <a:custGeom>
                <a:avLst/>
                <a:gdLst>
                  <a:gd name="T0" fmla="*/ 206 w 14"/>
                  <a:gd name="T1" fmla="*/ 68 h 20"/>
                  <a:gd name="T2" fmla="*/ 86 w 14"/>
                  <a:gd name="T3" fmla="*/ 431 h 20"/>
                  <a:gd name="T4" fmla="*/ 15 w 14"/>
                  <a:gd name="T5" fmla="*/ 150 h 20"/>
                  <a:gd name="T6" fmla="*/ 206 w 14"/>
                  <a:gd name="T7" fmla="*/ 2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3"/>
                    </a:moveTo>
                    <a:cubicBezTo>
                      <a:pt x="6" y="3"/>
                      <a:pt x="1" y="13"/>
                      <a:pt x="6" y="20"/>
                    </a:cubicBezTo>
                    <a:cubicBezTo>
                      <a:pt x="4" y="16"/>
                      <a:pt x="0" y="11"/>
                      <a:pt x="1" y="7"/>
                    </a:cubicBezTo>
                    <a:cubicBezTo>
                      <a:pt x="2" y="0"/>
                      <a:pt x="9" y="1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" name="Freeform 1086">
                <a:extLst>
                  <a:ext uri="{FF2B5EF4-FFF2-40B4-BE49-F238E27FC236}">
                    <a16:creationId xmlns:a16="http://schemas.microsoft.com/office/drawing/2014/main" id="{0B6019D3-0CAD-4D8A-ABAE-6C18FFFBE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917"/>
                <a:ext cx="22" cy="28"/>
              </a:xfrm>
              <a:custGeom>
                <a:avLst/>
                <a:gdLst>
                  <a:gd name="T0" fmla="*/ 98 w 13"/>
                  <a:gd name="T1" fmla="*/ 0 h 15"/>
                  <a:gd name="T2" fmla="*/ 181 w 13"/>
                  <a:gd name="T3" fmla="*/ 338 h 15"/>
                  <a:gd name="T4" fmla="*/ 83 w 13"/>
                  <a:gd name="T5" fmla="*/ 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7" y="7"/>
                      <a:pt x="10" y="10"/>
                      <a:pt x="13" y="15"/>
                    </a:cubicBezTo>
                    <a:cubicBezTo>
                      <a:pt x="9" y="13"/>
                      <a:pt x="0" y="5"/>
                      <a:pt x="6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" name="Freeform 1087">
                <a:extLst>
                  <a:ext uri="{FF2B5EF4-FFF2-40B4-BE49-F238E27FC236}">
                    <a16:creationId xmlns:a16="http://schemas.microsoft.com/office/drawing/2014/main" id="{51B28ABD-BE25-431E-BEC4-F53437040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3"/>
                <a:ext cx="46" cy="48"/>
              </a:xfrm>
              <a:custGeom>
                <a:avLst/>
                <a:gdLst>
                  <a:gd name="T0" fmla="*/ 26 w 27"/>
                  <a:gd name="T1" fmla="*/ 559 h 26"/>
                  <a:gd name="T2" fmla="*/ 387 w 27"/>
                  <a:gd name="T3" fmla="*/ 126 h 26"/>
                  <a:gd name="T4" fmla="*/ 0 w 27"/>
                  <a:gd name="T5" fmla="*/ 51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2" y="26"/>
                    </a:moveTo>
                    <a:cubicBezTo>
                      <a:pt x="2" y="16"/>
                      <a:pt x="19" y="10"/>
                      <a:pt x="27" y="6"/>
                    </a:cubicBezTo>
                    <a:cubicBezTo>
                      <a:pt x="16" y="0"/>
                      <a:pt x="1" y="14"/>
                      <a:pt x="0" y="2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" name="Freeform 1088">
                <a:extLst>
                  <a:ext uri="{FF2B5EF4-FFF2-40B4-BE49-F238E27FC236}">
                    <a16:creationId xmlns:a16="http://schemas.microsoft.com/office/drawing/2014/main" id="{115A20EB-A45D-4576-B905-E2654F690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891"/>
                <a:ext cx="22" cy="33"/>
              </a:xfrm>
              <a:custGeom>
                <a:avLst/>
                <a:gdLst>
                  <a:gd name="T0" fmla="*/ 181 w 13"/>
                  <a:gd name="T1" fmla="*/ 0 h 18"/>
                  <a:gd name="T2" fmla="*/ 58 w 13"/>
                  <a:gd name="T3" fmla="*/ 376 h 18"/>
                  <a:gd name="T4" fmla="*/ 181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6" y="1"/>
                      <a:pt x="3" y="12"/>
                      <a:pt x="4" y="18"/>
                    </a:cubicBezTo>
                    <a:cubicBezTo>
                      <a:pt x="0" y="10"/>
                      <a:pt x="2" y="0"/>
                      <a:pt x="1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" name="Freeform 1089">
                <a:extLst>
                  <a:ext uri="{FF2B5EF4-FFF2-40B4-BE49-F238E27FC236}">
                    <a16:creationId xmlns:a16="http://schemas.microsoft.com/office/drawing/2014/main" id="{401BC6DC-8C72-42A8-981B-50B0D471E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959"/>
                <a:ext cx="27" cy="22"/>
              </a:xfrm>
              <a:custGeom>
                <a:avLst/>
                <a:gdLst>
                  <a:gd name="T0" fmla="*/ 223 w 16"/>
                  <a:gd name="T1" fmla="*/ 68 h 12"/>
                  <a:gd name="T2" fmla="*/ 24 w 16"/>
                  <a:gd name="T3" fmla="*/ 246 h 12"/>
                  <a:gd name="T4" fmla="*/ 196 w 16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8" y="4"/>
                      <a:pt x="7" y="8"/>
                      <a:pt x="2" y="12"/>
                    </a:cubicBezTo>
                    <a:cubicBezTo>
                      <a:pt x="0" y="4"/>
                      <a:pt x="6" y="0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" name="Freeform 1090">
                <a:extLst>
                  <a:ext uri="{FF2B5EF4-FFF2-40B4-BE49-F238E27FC236}">
                    <a16:creationId xmlns:a16="http://schemas.microsoft.com/office/drawing/2014/main" id="{16D5C37F-DF41-4181-80CE-1E6BAE3E2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939"/>
                <a:ext cx="24" cy="57"/>
              </a:xfrm>
              <a:custGeom>
                <a:avLst/>
                <a:gdLst>
                  <a:gd name="T0" fmla="*/ 206 w 14"/>
                  <a:gd name="T1" fmla="*/ 0 h 31"/>
                  <a:gd name="T2" fmla="*/ 168 w 14"/>
                  <a:gd name="T3" fmla="*/ 653 h 31"/>
                  <a:gd name="T4" fmla="*/ 45 w 14"/>
                  <a:gd name="T5" fmla="*/ 230 h 31"/>
                  <a:gd name="T6" fmla="*/ 182 w 1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2" y="5"/>
                      <a:pt x="6" y="22"/>
                      <a:pt x="11" y="31"/>
                    </a:cubicBezTo>
                    <a:cubicBezTo>
                      <a:pt x="6" y="25"/>
                      <a:pt x="0" y="20"/>
                      <a:pt x="3" y="11"/>
                    </a:cubicBezTo>
                    <a:cubicBezTo>
                      <a:pt x="4" y="7"/>
                      <a:pt x="8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" name="Freeform 1091">
                <a:extLst>
                  <a:ext uri="{FF2B5EF4-FFF2-40B4-BE49-F238E27FC236}">
                    <a16:creationId xmlns:a16="http://schemas.microsoft.com/office/drawing/2014/main" id="{B3094CE0-ADA6-4F11-B1B3-B68E2BA33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2848"/>
                <a:ext cx="18" cy="48"/>
              </a:xfrm>
              <a:custGeom>
                <a:avLst/>
                <a:gdLst>
                  <a:gd name="T0" fmla="*/ 187 w 10"/>
                  <a:gd name="T1" fmla="*/ 24 h 26"/>
                  <a:gd name="T2" fmla="*/ 52 w 10"/>
                  <a:gd name="T3" fmla="*/ 559 h 26"/>
                  <a:gd name="T4" fmla="*/ 169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1"/>
                    </a:moveTo>
                    <a:cubicBezTo>
                      <a:pt x="4" y="8"/>
                      <a:pt x="3" y="17"/>
                      <a:pt x="3" y="26"/>
                    </a:cubicBezTo>
                    <a:cubicBezTo>
                      <a:pt x="0" y="17"/>
                      <a:pt x="1" y="4"/>
                      <a:pt x="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" name="Freeform 1092">
                <a:extLst>
                  <a:ext uri="{FF2B5EF4-FFF2-40B4-BE49-F238E27FC236}">
                    <a16:creationId xmlns:a16="http://schemas.microsoft.com/office/drawing/2014/main" id="{AE72E71F-7DEA-46F0-B8C5-4ABADC4E2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778"/>
                <a:ext cx="15" cy="28"/>
              </a:xfrm>
              <a:custGeom>
                <a:avLst/>
                <a:gdLst>
                  <a:gd name="T0" fmla="*/ 117 w 9"/>
                  <a:gd name="T1" fmla="*/ 24 h 15"/>
                  <a:gd name="T2" fmla="*/ 0 w 9"/>
                  <a:gd name="T3" fmla="*/ 338 h 15"/>
                  <a:gd name="T4" fmla="*/ 92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1"/>
                    </a:moveTo>
                    <a:cubicBezTo>
                      <a:pt x="4" y="0"/>
                      <a:pt x="0" y="11"/>
                      <a:pt x="0" y="15"/>
                    </a:cubicBezTo>
                    <a:cubicBezTo>
                      <a:pt x="0" y="9"/>
                      <a:pt x="0" y="1"/>
                      <a:pt x="7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" name="Freeform 1093">
                <a:extLst>
                  <a:ext uri="{FF2B5EF4-FFF2-40B4-BE49-F238E27FC236}">
                    <a16:creationId xmlns:a16="http://schemas.microsoft.com/office/drawing/2014/main" id="{63D284DA-B2C1-4430-9235-E3B185772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728"/>
                <a:ext cx="21" cy="32"/>
              </a:xfrm>
              <a:custGeom>
                <a:avLst/>
                <a:gdLst>
                  <a:gd name="T0" fmla="*/ 200 w 12"/>
                  <a:gd name="T1" fmla="*/ 53 h 17"/>
                  <a:gd name="T2" fmla="*/ 49 w 12"/>
                  <a:gd name="T3" fmla="*/ 401 h 17"/>
                  <a:gd name="T4" fmla="*/ 37 w 12"/>
                  <a:gd name="T5" fmla="*/ 113 h 17"/>
                  <a:gd name="T6" fmla="*/ 179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2"/>
                    </a:moveTo>
                    <a:cubicBezTo>
                      <a:pt x="4" y="2"/>
                      <a:pt x="3" y="11"/>
                      <a:pt x="3" y="17"/>
                    </a:cubicBezTo>
                    <a:cubicBezTo>
                      <a:pt x="3" y="13"/>
                      <a:pt x="0" y="9"/>
                      <a:pt x="2" y="5"/>
                    </a:cubicBez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" name="Freeform 1094">
                <a:extLst>
                  <a:ext uri="{FF2B5EF4-FFF2-40B4-BE49-F238E27FC236}">
                    <a16:creationId xmlns:a16="http://schemas.microsoft.com/office/drawing/2014/main" id="{085721F4-ABBE-44DD-AF9F-195B20CB6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699"/>
                <a:ext cx="22" cy="31"/>
              </a:xfrm>
              <a:custGeom>
                <a:avLst/>
                <a:gdLst>
                  <a:gd name="T0" fmla="*/ 181 w 13"/>
                  <a:gd name="T1" fmla="*/ 44 h 17"/>
                  <a:gd name="T2" fmla="*/ 58 w 13"/>
                  <a:gd name="T3" fmla="*/ 346 h 17"/>
                  <a:gd name="T4" fmla="*/ 154 w 13"/>
                  <a:gd name="T5" fmla="*/ 2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6" y="2"/>
                      <a:pt x="2" y="11"/>
                      <a:pt x="4" y="17"/>
                    </a:cubicBezTo>
                    <a:cubicBezTo>
                      <a:pt x="4" y="11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" name="Freeform 1095">
                <a:extLst>
                  <a:ext uri="{FF2B5EF4-FFF2-40B4-BE49-F238E27FC236}">
                    <a16:creationId xmlns:a16="http://schemas.microsoft.com/office/drawing/2014/main" id="{6A62EA43-A794-4D9B-BCF1-73280CAF3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" y="2758"/>
                <a:ext cx="21" cy="29"/>
              </a:xfrm>
              <a:custGeom>
                <a:avLst/>
                <a:gdLst>
                  <a:gd name="T0" fmla="*/ 200 w 12"/>
                  <a:gd name="T1" fmla="*/ 24 h 16"/>
                  <a:gd name="T2" fmla="*/ 102 w 12"/>
                  <a:gd name="T3" fmla="*/ 315 h 16"/>
                  <a:gd name="T4" fmla="*/ 179 w 12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2" y="1"/>
                    </a:moveTo>
                    <a:cubicBezTo>
                      <a:pt x="7" y="5"/>
                      <a:pt x="4" y="10"/>
                      <a:pt x="6" y="16"/>
                    </a:cubicBezTo>
                    <a:cubicBezTo>
                      <a:pt x="4" y="10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" name="Freeform 1096">
                <a:extLst>
                  <a:ext uri="{FF2B5EF4-FFF2-40B4-BE49-F238E27FC236}">
                    <a16:creationId xmlns:a16="http://schemas.microsoft.com/office/drawing/2014/main" id="{F9FCA1C5-9FA1-43DE-8340-42ADB9B91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2789"/>
                <a:ext cx="25" cy="41"/>
              </a:xfrm>
              <a:custGeom>
                <a:avLst/>
                <a:gdLst>
                  <a:gd name="T0" fmla="*/ 255 w 14"/>
                  <a:gd name="T1" fmla="*/ 45 h 22"/>
                  <a:gd name="T2" fmla="*/ 41 w 14"/>
                  <a:gd name="T3" fmla="*/ 494 h 22"/>
                  <a:gd name="T4" fmla="*/ 255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2"/>
                    </a:moveTo>
                    <a:cubicBezTo>
                      <a:pt x="7" y="4"/>
                      <a:pt x="2" y="15"/>
                      <a:pt x="2" y="22"/>
                    </a:cubicBezTo>
                    <a:cubicBezTo>
                      <a:pt x="0" y="11"/>
                      <a:pt x="4" y="4"/>
                      <a:pt x="14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" name="Freeform 1097">
                <a:extLst>
                  <a:ext uri="{FF2B5EF4-FFF2-40B4-BE49-F238E27FC236}">
                    <a16:creationId xmlns:a16="http://schemas.microsoft.com/office/drawing/2014/main" id="{A7FFED4F-6AB5-40A8-A142-97794328E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2852"/>
                <a:ext cx="28" cy="57"/>
              </a:xfrm>
              <a:custGeom>
                <a:avLst/>
                <a:gdLst>
                  <a:gd name="T0" fmla="*/ 264 w 16"/>
                  <a:gd name="T1" fmla="*/ 68 h 31"/>
                  <a:gd name="T2" fmla="*/ 102 w 16"/>
                  <a:gd name="T3" fmla="*/ 653 h 31"/>
                  <a:gd name="T4" fmla="*/ 264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3"/>
                    </a:moveTo>
                    <a:cubicBezTo>
                      <a:pt x="8" y="9"/>
                      <a:pt x="6" y="22"/>
                      <a:pt x="6" y="31"/>
                    </a:cubicBezTo>
                    <a:cubicBezTo>
                      <a:pt x="0" y="21"/>
                      <a:pt x="5" y="3"/>
                      <a:pt x="16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" name="Freeform 1098">
                <a:extLst>
                  <a:ext uri="{FF2B5EF4-FFF2-40B4-BE49-F238E27FC236}">
                    <a16:creationId xmlns:a16="http://schemas.microsoft.com/office/drawing/2014/main" id="{7D60AB1D-DFF3-406E-B83B-148C985CC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3011"/>
                <a:ext cx="26" cy="55"/>
              </a:xfrm>
              <a:custGeom>
                <a:avLst/>
                <a:gdLst>
                  <a:gd name="T0" fmla="*/ 234 w 15"/>
                  <a:gd name="T1" fmla="*/ 0 h 30"/>
                  <a:gd name="T2" fmla="*/ 85 w 15"/>
                  <a:gd name="T3" fmla="*/ 246 h 30"/>
                  <a:gd name="T4" fmla="*/ 62 w 15"/>
                  <a:gd name="T5" fmla="*/ 622 h 30"/>
                  <a:gd name="T6" fmla="*/ 49 w 15"/>
                  <a:gd name="T7" fmla="*/ 205 h 30"/>
                  <a:gd name="T8" fmla="*/ 208 w 15"/>
                  <a:gd name="T9" fmla="*/ 2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15" y="0"/>
                    </a:moveTo>
                    <a:cubicBezTo>
                      <a:pt x="11" y="0"/>
                      <a:pt x="6" y="9"/>
                      <a:pt x="5" y="12"/>
                    </a:cubicBezTo>
                    <a:cubicBezTo>
                      <a:pt x="3" y="18"/>
                      <a:pt x="4" y="24"/>
                      <a:pt x="4" y="30"/>
                    </a:cubicBezTo>
                    <a:cubicBezTo>
                      <a:pt x="0" y="24"/>
                      <a:pt x="0" y="15"/>
                      <a:pt x="3" y="10"/>
                    </a:cubicBezTo>
                    <a:cubicBezTo>
                      <a:pt x="5" y="5"/>
                      <a:pt x="10" y="4"/>
                      <a:pt x="13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" name="Freeform 1099">
                <a:extLst>
                  <a:ext uri="{FF2B5EF4-FFF2-40B4-BE49-F238E27FC236}">
                    <a16:creationId xmlns:a16="http://schemas.microsoft.com/office/drawing/2014/main" id="{FC967083-91EB-42E1-B7D0-B9CBF4335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3079"/>
                <a:ext cx="37" cy="56"/>
              </a:xfrm>
              <a:custGeom>
                <a:avLst/>
                <a:gdLst>
                  <a:gd name="T0" fmla="*/ 358 w 21"/>
                  <a:gd name="T1" fmla="*/ 73 h 30"/>
                  <a:gd name="T2" fmla="*/ 224 w 21"/>
                  <a:gd name="T3" fmla="*/ 293 h 30"/>
                  <a:gd name="T4" fmla="*/ 115 w 21"/>
                  <a:gd name="T5" fmla="*/ 683 h 30"/>
                  <a:gd name="T6" fmla="*/ 338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21" y="3"/>
                    </a:moveTo>
                    <a:cubicBezTo>
                      <a:pt x="19" y="6"/>
                      <a:pt x="15" y="9"/>
                      <a:pt x="13" y="13"/>
                    </a:cubicBezTo>
                    <a:cubicBezTo>
                      <a:pt x="10" y="18"/>
                      <a:pt x="9" y="24"/>
                      <a:pt x="7" y="30"/>
                    </a:cubicBezTo>
                    <a:cubicBezTo>
                      <a:pt x="0" y="23"/>
                      <a:pt x="14" y="3"/>
                      <a:pt x="20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" name="Freeform 1100">
                <a:extLst>
                  <a:ext uri="{FF2B5EF4-FFF2-40B4-BE49-F238E27FC236}">
                    <a16:creationId xmlns:a16="http://schemas.microsoft.com/office/drawing/2014/main" id="{4D202D7C-A589-4BC0-875B-993076535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3188"/>
                <a:ext cx="35" cy="37"/>
              </a:xfrm>
              <a:custGeom>
                <a:avLst/>
                <a:gdLst>
                  <a:gd name="T0" fmla="*/ 301 w 20"/>
                  <a:gd name="T1" fmla="*/ 0 h 20"/>
                  <a:gd name="T2" fmla="*/ 21 w 20"/>
                  <a:gd name="T3" fmla="*/ 431 h 20"/>
                  <a:gd name="T4" fmla="*/ 327 w 2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0">
                    <a:moveTo>
                      <a:pt x="18" y="0"/>
                    </a:moveTo>
                    <a:cubicBezTo>
                      <a:pt x="11" y="4"/>
                      <a:pt x="0" y="11"/>
                      <a:pt x="1" y="20"/>
                    </a:cubicBezTo>
                    <a:cubicBezTo>
                      <a:pt x="0" y="7"/>
                      <a:pt x="9" y="0"/>
                      <a:pt x="20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" name="Freeform 1101">
                <a:extLst>
                  <a:ext uri="{FF2B5EF4-FFF2-40B4-BE49-F238E27FC236}">
                    <a16:creationId xmlns:a16="http://schemas.microsoft.com/office/drawing/2014/main" id="{2D2986B2-2A21-4613-8346-926DE6BAD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3116"/>
                <a:ext cx="23" cy="28"/>
              </a:xfrm>
              <a:custGeom>
                <a:avLst/>
                <a:gdLst>
                  <a:gd name="T0" fmla="*/ 228 w 13"/>
                  <a:gd name="T1" fmla="*/ 0 h 15"/>
                  <a:gd name="T2" fmla="*/ 65 w 13"/>
                  <a:gd name="T3" fmla="*/ 338 h 15"/>
                  <a:gd name="T4" fmla="*/ 203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7" y="1"/>
                      <a:pt x="4" y="8"/>
                      <a:pt x="4" y="15"/>
                    </a:cubicBezTo>
                    <a:cubicBezTo>
                      <a:pt x="0" y="8"/>
                      <a:pt x="3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" name="Freeform 1102">
                <a:extLst>
                  <a:ext uri="{FF2B5EF4-FFF2-40B4-BE49-F238E27FC236}">
                    <a16:creationId xmlns:a16="http://schemas.microsoft.com/office/drawing/2014/main" id="{2727FE50-138E-467A-A603-EFC78FCCF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3209"/>
                <a:ext cx="16" cy="38"/>
              </a:xfrm>
              <a:custGeom>
                <a:avLst/>
                <a:gdLst>
                  <a:gd name="T0" fmla="*/ 158 w 9"/>
                  <a:gd name="T1" fmla="*/ 0 h 21"/>
                  <a:gd name="T2" fmla="*/ 66 w 9"/>
                  <a:gd name="T3" fmla="*/ 409 h 21"/>
                  <a:gd name="T4" fmla="*/ 0 w 9"/>
                  <a:gd name="T5" fmla="*/ 255 h 21"/>
                  <a:gd name="T6" fmla="*/ 117 w 9"/>
                  <a:gd name="T7" fmla="*/ 24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3" y="0"/>
                      <a:pt x="2" y="16"/>
                      <a:pt x="4" y="21"/>
                    </a:cubicBezTo>
                    <a:cubicBezTo>
                      <a:pt x="2" y="18"/>
                      <a:pt x="0" y="16"/>
                      <a:pt x="0" y="13"/>
                    </a:cubicBezTo>
                    <a:cubicBezTo>
                      <a:pt x="0" y="9"/>
                      <a:pt x="3" y="3"/>
                      <a:pt x="7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" name="Freeform 1103">
                <a:extLst>
                  <a:ext uri="{FF2B5EF4-FFF2-40B4-BE49-F238E27FC236}">
                    <a16:creationId xmlns:a16="http://schemas.microsoft.com/office/drawing/2014/main" id="{B41C03B4-4BA9-4B61-B441-C5F991A61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3223"/>
                <a:ext cx="21" cy="36"/>
              </a:xfrm>
              <a:custGeom>
                <a:avLst/>
                <a:gdLst>
                  <a:gd name="T0" fmla="*/ 200 w 12"/>
                  <a:gd name="T1" fmla="*/ 53 h 19"/>
                  <a:gd name="T2" fmla="*/ 86 w 12"/>
                  <a:gd name="T3" fmla="*/ 220 h 19"/>
                  <a:gd name="T4" fmla="*/ 37 w 12"/>
                  <a:gd name="T5" fmla="*/ 462 h 19"/>
                  <a:gd name="T6" fmla="*/ 179 w 12"/>
                  <a:gd name="T7" fmla="*/ 5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2" y="2"/>
                    </a:moveTo>
                    <a:cubicBezTo>
                      <a:pt x="10" y="5"/>
                      <a:pt x="7" y="6"/>
                      <a:pt x="5" y="9"/>
                    </a:cubicBezTo>
                    <a:cubicBezTo>
                      <a:pt x="4" y="12"/>
                      <a:pt x="2" y="16"/>
                      <a:pt x="2" y="19"/>
                    </a:cubicBezTo>
                    <a:cubicBezTo>
                      <a:pt x="0" y="13"/>
                      <a:pt x="1" y="0"/>
                      <a:pt x="11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" name="Freeform 1104">
                <a:extLst>
                  <a:ext uri="{FF2B5EF4-FFF2-40B4-BE49-F238E27FC236}">
                    <a16:creationId xmlns:a16="http://schemas.microsoft.com/office/drawing/2014/main" id="{2DB20892-5108-4FFD-AAA4-CFE94289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3066"/>
                <a:ext cx="34" cy="48"/>
              </a:xfrm>
              <a:custGeom>
                <a:avLst/>
                <a:gdLst>
                  <a:gd name="T0" fmla="*/ 286 w 20"/>
                  <a:gd name="T1" fmla="*/ 44 h 26"/>
                  <a:gd name="T2" fmla="*/ 26 w 20"/>
                  <a:gd name="T3" fmla="*/ 559 h 26"/>
                  <a:gd name="T4" fmla="*/ 44 w 20"/>
                  <a:gd name="T5" fmla="*/ 233 h 26"/>
                  <a:gd name="T6" fmla="*/ 260 w 20"/>
                  <a:gd name="T7" fmla="*/ 4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20" y="2"/>
                    </a:moveTo>
                    <a:cubicBezTo>
                      <a:pt x="9" y="0"/>
                      <a:pt x="4" y="19"/>
                      <a:pt x="2" y="26"/>
                    </a:cubicBezTo>
                    <a:cubicBezTo>
                      <a:pt x="2" y="21"/>
                      <a:pt x="0" y="16"/>
                      <a:pt x="3" y="11"/>
                    </a:cubicBezTo>
                    <a:cubicBezTo>
                      <a:pt x="6" y="5"/>
                      <a:pt x="13" y="3"/>
                      <a:pt x="18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" name="Freeform 1105">
                <a:extLst>
                  <a:ext uri="{FF2B5EF4-FFF2-40B4-BE49-F238E27FC236}">
                    <a16:creationId xmlns:a16="http://schemas.microsoft.com/office/drawing/2014/main" id="{2118A8BF-A9A0-45B9-9E00-390C78291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037"/>
                <a:ext cx="43" cy="55"/>
              </a:xfrm>
              <a:custGeom>
                <a:avLst/>
                <a:gdLst>
                  <a:gd name="T0" fmla="*/ 0 w 25"/>
                  <a:gd name="T1" fmla="*/ 394 h 30"/>
                  <a:gd name="T2" fmla="*/ 316 w 25"/>
                  <a:gd name="T3" fmla="*/ 444 h 30"/>
                  <a:gd name="T4" fmla="*/ 316 w 25"/>
                  <a:gd name="T5" fmla="*/ 0 h 30"/>
                  <a:gd name="T6" fmla="*/ 246 w 25"/>
                  <a:gd name="T7" fmla="*/ 354 h 30"/>
                  <a:gd name="T8" fmla="*/ 15 w 25"/>
                  <a:gd name="T9" fmla="*/ 42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19"/>
                    </a:moveTo>
                    <a:cubicBezTo>
                      <a:pt x="6" y="23"/>
                      <a:pt x="16" y="30"/>
                      <a:pt x="21" y="21"/>
                    </a:cubicBezTo>
                    <a:cubicBezTo>
                      <a:pt x="25" y="15"/>
                      <a:pt x="24" y="6"/>
                      <a:pt x="21" y="0"/>
                    </a:cubicBezTo>
                    <a:cubicBezTo>
                      <a:pt x="21" y="5"/>
                      <a:pt x="20" y="13"/>
                      <a:pt x="16" y="17"/>
                    </a:cubicBezTo>
                    <a:cubicBezTo>
                      <a:pt x="12" y="19"/>
                      <a:pt x="6" y="20"/>
                      <a:pt x="1" y="2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" name="Freeform 1106">
                <a:extLst>
                  <a:ext uri="{FF2B5EF4-FFF2-40B4-BE49-F238E27FC236}">
                    <a16:creationId xmlns:a16="http://schemas.microsoft.com/office/drawing/2014/main" id="{34E3DD36-099A-4D7A-AF89-D6A440E47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005"/>
                <a:ext cx="44" cy="56"/>
              </a:xfrm>
              <a:custGeom>
                <a:avLst/>
                <a:gdLst>
                  <a:gd name="T0" fmla="*/ 37 w 25"/>
                  <a:gd name="T1" fmla="*/ 631 h 30"/>
                  <a:gd name="T2" fmla="*/ 403 w 25"/>
                  <a:gd name="T3" fmla="*/ 474 h 30"/>
                  <a:gd name="T4" fmla="*/ 375 w 25"/>
                  <a:gd name="T5" fmla="*/ 209 h 30"/>
                  <a:gd name="T6" fmla="*/ 239 w 25"/>
                  <a:gd name="T7" fmla="*/ 0 h 30"/>
                  <a:gd name="T8" fmla="*/ 201 w 25"/>
                  <a:gd name="T9" fmla="*/ 411 h 30"/>
                  <a:gd name="T10" fmla="*/ 37 w 25"/>
                  <a:gd name="T11" fmla="*/ 63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" y="28"/>
                    </a:moveTo>
                    <a:cubicBezTo>
                      <a:pt x="8" y="30"/>
                      <a:pt x="21" y="27"/>
                      <a:pt x="24" y="21"/>
                    </a:cubicBezTo>
                    <a:cubicBezTo>
                      <a:pt x="25" y="16"/>
                      <a:pt x="24" y="13"/>
                      <a:pt x="22" y="9"/>
                    </a:cubicBezTo>
                    <a:cubicBezTo>
                      <a:pt x="20" y="7"/>
                      <a:pt x="17" y="0"/>
                      <a:pt x="14" y="0"/>
                    </a:cubicBezTo>
                    <a:cubicBezTo>
                      <a:pt x="13" y="7"/>
                      <a:pt x="18" y="12"/>
                      <a:pt x="12" y="18"/>
                    </a:cubicBezTo>
                    <a:cubicBezTo>
                      <a:pt x="10" y="21"/>
                      <a:pt x="0" y="24"/>
                      <a:pt x="2" y="2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" name="Freeform 1107">
                <a:extLst>
                  <a:ext uri="{FF2B5EF4-FFF2-40B4-BE49-F238E27FC236}">
                    <a16:creationId xmlns:a16="http://schemas.microsoft.com/office/drawing/2014/main" id="{7F4DF3B8-EAC9-4918-AF89-AC48905DA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981"/>
                <a:ext cx="62" cy="34"/>
              </a:xfrm>
              <a:custGeom>
                <a:avLst/>
                <a:gdLst>
                  <a:gd name="T0" fmla="*/ 0 w 36"/>
                  <a:gd name="T1" fmla="*/ 433 h 18"/>
                  <a:gd name="T2" fmla="*/ 169 w 36"/>
                  <a:gd name="T3" fmla="*/ 317 h 18"/>
                  <a:gd name="T4" fmla="*/ 317 w 36"/>
                  <a:gd name="T5" fmla="*/ 242 h 18"/>
                  <a:gd name="T6" fmla="*/ 439 w 36"/>
                  <a:gd name="T7" fmla="*/ 53 h 18"/>
                  <a:gd name="T8" fmla="*/ 362 w 36"/>
                  <a:gd name="T9" fmla="*/ 100 h 18"/>
                  <a:gd name="T10" fmla="*/ 184 w 36"/>
                  <a:gd name="T11" fmla="*/ 189 h 18"/>
                  <a:gd name="T12" fmla="*/ 0 w 36"/>
                  <a:gd name="T13" fmla="*/ 433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0" y="18"/>
                    </a:moveTo>
                    <a:cubicBezTo>
                      <a:pt x="3" y="16"/>
                      <a:pt x="7" y="14"/>
                      <a:pt x="11" y="13"/>
                    </a:cubicBezTo>
                    <a:cubicBezTo>
                      <a:pt x="14" y="12"/>
                      <a:pt x="18" y="11"/>
                      <a:pt x="21" y="10"/>
                    </a:cubicBezTo>
                    <a:cubicBezTo>
                      <a:pt x="23" y="9"/>
                      <a:pt x="36" y="6"/>
                      <a:pt x="29" y="2"/>
                    </a:cubicBezTo>
                    <a:cubicBezTo>
                      <a:pt x="27" y="0"/>
                      <a:pt x="26" y="3"/>
                      <a:pt x="24" y="4"/>
                    </a:cubicBezTo>
                    <a:cubicBezTo>
                      <a:pt x="20" y="6"/>
                      <a:pt x="16" y="6"/>
                      <a:pt x="12" y="8"/>
                    </a:cubicBezTo>
                    <a:cubicBezTo>
                      <a:pt x="6" y="9"/>
                      <a:pt x="3" y="13"/>
                      <a:pt x="0" y="1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" name="Freeform 1108">
                <a:extLst>
                  <a:ext uri="{FF2B5EF4-FFF2-40B4-BE49-F238E27FC236}">
                    <a16:creationId xmlns:a16="http://schemas.microsoft.com/office/drawing/2014/main" id="{F499C80E-B0E7-4B0C-B7AD-75716E960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100"/>
                <a:ext cx="45" cy="57"/>
              </a:xfrm>
              <a:custGeom>
                <a:avLst/>
                <a:gdLst>
                  <a:gd name="T0" fmla="*/ 317 w 26"/>
                  <a:gd name="T1" fmla="*/ 0 h 31"/>
                  <a:gd name="T2" fmla="*/ 317 w 26"/>
                  <a:gd name="T3" fmla="*/ 379 h 31"/>
                  <a:gd name="T4" fmla="*/ 16 w 26"/>
                  <a:gd name="T5" fmla="*/ 601 h 31"/>
                  <a:gd name="T6" fmla="*/ 206 w 26"/>
                  <a:gd name="T7" fmla="*/ 327 h 31"/>
                  <a:gd name="T8" fmla="*/ 320 w 26"/>
                  <a:gd name="T9" fmla="*/ 4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20" y="0"/>
                    </a:moveTo>
                    <a:cubicBezTo>
                      <a:pt x="23" y="6"/>
                      <a:pt x="26" y="10"/>
                      <a:pt x="20" y="18"/>
                    </a:cubicBezTo>
                    <a:cubicBezTo>
                      <a:pt x="17" y="24"/>
                      <a:pt x="8" y="31"/>
                      <a:pt x="1" y="29"/>
                    </a:cubicBezTo>
                    <a:cubicBezTo>
                      <a:pt x="0" y="23"/>
                      <a:pt x="9" y="20"/>
                      <a:pt x="13" y="16"/>
                    </a:cubicBezTo>
                    <a:cubicBezTo>
                      <a:pt x="16" y="12"/>
                      <a:pt x="18" y="5"/>
                      <a:pt x="21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" name="Freeform 1109">
                <a:extLst>
                  <a:ext uri="{FF2B5EF4-FFF2-40B4-BE49-F238E27FC236}">
                    <a16:creationId xmlns:a16="http://schemas.microsoft.com/office/drawing/2014/main" id="{7D813C36-25BA-42E1-B8F2-12E81EA7F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3065"/>
                <a:ext cx="49" cy="25"/>
              </a:xfrm>
              <a:custGeom>
                <a:avLst/>
                <a:gdLst>
                  <a:gd name="T0" fmla="*/ 0 w 28"/>
                  <a:gd name="T1" fmla="*/ 182 h 14"/>
                  <a:gd name="T2" fmla="*/ 327 w 28"/>
                  <a:gd name="T3" fmla="*/ 0 h 14"/>
                  <a:gd name="T4" fmla="*/ 86 w 28"/>
                  <a:gd name="T5" fmla="*/ 14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0"/>
                    </a:moveTo>
                    <a:cubicBezTo>
                      <a:pt x="7" y="14"/>
                      <a:pt x="28" y="13"/>
                      <a:pt x="20" y="0"/>
                    </a:cubicBezTo>
                    <a:cubicBezTo>
                      <a:pt x="14" y="7"/>
                      <a:pt x="11" y="5"/>
                      <a:pt x="5" y="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" name="Freeform 1110">
                <a:extLst>
                  <a:ext uri="{FF2B5EF4-FFF2-40B4-BE49-F238E27FC236}">
                    <a16:creationId xmlns:a16="http://schemas.microsoft.com/office/drawing/2014/main" id="{55D30795-ADD7-4023-B6BF-72DCCA4BE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885"/>
                <a:ext cx="38" cy="34"/>
              </a:xfrm>
              <a:custGeom>
                <a:avLst/>
                <a:gdLst>
                  <a:gd name="T0" fmla="*/ 257 w 22"/>
                  <a:gd name="T1" fmla="*/ 0 h 18"/>
                  <a:gd name="T2" fmla="*/ 169 w 22"/>
                  <a:gd name="T3" fmla="*/ 357 h 18"/>
                  <a:gd name="T4" fmla="*/ 233 w 22"/>
                  <a:gd name="T5" fmla="*/ 7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0"/>
                    </a:moveTo>
                    <a:cubicBezTo>
                      <a:pt x="20" y="6"/>
                      <a:pt x="22" y="18"/>
                      <a:pt x="11" y="15"/>
                    </a:cubicBezTo>
                    <a:cubicBezTo>
                      <a:pt x="0" y="12"/>
                      <a:pt x="15" y="8"/>
                      <a:pt x="15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" name="Freeform 1111">
                <a:extLst>
                  <a:ext uri="{FF2B5EF4-FFF2-40B4-BE49-F238E27FC236}">
                    <a16:creationId xmlns:a16="http://schemas.microsoft.com/office/drawing/2014/main" id="{2DFABFAD-8672-4CE9-B44E-799F85E99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922"/>
                <a:ext cx="29" cy="43"/>
              </a:xfrm>
              <a:custGeom>
                <a:avLst/>
                <a:gdLst>
                  <a:gd name="T0" fmla="*/ 128 w 17"/>
                  <a:gd name="T1" fmla="*/ 0 h 23"/>
                  <a:gd name="T2" fmla="*/ 0 w 17"/>
                  <a:gd name="T3" fmla="*/ 294 h 23"/>
                  <a:gd name="T4" fmla="*/ 119 w 17"/>
                  <a:gd name="T5" fmla="*/ 2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3">
                    <a:moveTo>
                      <a:pt x="9" y="0"/>
                    </a:moveTo>
                    <a:cubicBezTo>
                      <a:pt x="17" y="7"/>
                      <a:pt x="8" y="23"/>
                      <a:pt x="0" y="13"/>
                    </a:cubicBezTo>
                    <a:cubicBezTo>
                      <a:pt x="4" y="10"/>
                      <a:pt x="8" y="8"/>
                      <a:pt x="8" y="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" name="Freeform 1112">
                <a:extLst>
                  <a:ext uri="{FF2B5EF4-FFF2-40B4-BE49-F238E27FC236}">
                    <a16:creationId xmlns:a16="http://schemas.microsoft.com/office/drawing/2014/main" id="{9319435D-F284-42FE-8E9C-F4EB39378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3007"/>
                <a:ext cx="42" cy="24"/>
              </a:xfrm>
              <a:custGeom>
                <a:avLst/>
                <a:gdLst>
                  <a:gd name="T0" fmla="*/ 0 w 24"/>
                  <a:gd name="T1" fmla="*/ 233 h 13"/>
                  <a:gd name="T2" fmla="*/ 364 w 24"/>
                  <a:gd name="T3" fmla="*/ 24 h 13"/>
                  <a:gd name="T4" fmla="*/ 285 w 24"/>
                  <a:gd name="T5" fmla="*/ 24 h 13"/>
                  <a:gd name="T6" fmla="*/ 37 w 24"/>
                  <a:gd name="T7" fmla="*/ 23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3">
                    <a:moveTo>
                      <a:pt x="0" y="11"/>
                    </a:moveTo>
                    <a:cubicBezTo>
                      <a:pt x="6" y="13"/>
                      <a:pt x="24" y="10"/>
                      <a:pt x="22" y="1"/>
                    </a:cubicBezTo>
                    <a:cubicBezTo>
                      <a:pt x="21" y="0"/>
                      <a:pt x="18" y="0"/>
                      <a:pt x="17" y="1"/>
                    </a:cubicBezTo>
                    <a:cubicBezTo>
                      <a:pt x="15" y="8"/>
                      <a:pt x="9" y="11"/>
                      <a:pt x="2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571" name="Group 1113">
              <a:extLst>
                <a:ext uri="{FF2B5EF4-FFF2-40B4-BE49-F238E27FC236}">
                  <a16:creationId xmlns:a16="http://schemas.microsoft.com/office/drawing/2014/main" id="{C2A7F98F-F6BA-44EA-A80B-02F033A12C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7" y="1117"/>
              <a:ext cx="1325" cy="2169"/>
              <a:chOff x="3917" y="1117"/>
              <a:chExt cx="1325" cy="2169"/>
            </a:xfrm>
          </p:grpSpPr>
          <p:sp>
            <p:nvSpPr>
              <p:cNvPr id="23696" name="Freeform 1114">
                <a:extLst>
                  <a:ext uri="{FF2B5EF4-FFF2-40B4-BE49-F238E27FC236}">
                    <a16:creationId xmlns:a16="http://schemas.microsoft.com/office/drawing/2014/main" id="{7DB86A33-88D3-4363-B842-9EA932F27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874"/>
                <a:ext cx="14" cy="15"/>
              </a:xfrm>
              <a:custGeom>
                <a:avLst/>
                <a:gdLst>
                  <a:gd name="T0" fmla="*/ 114 w 8"/>
                  <a:gd name="T1" fmla="*/ 0 h 8"/>
                  <a:gd name="T2" fmla="*/ 114 w 8"/>
                  <a:gd name="T3" fmla="*/ 186 h 8"/>
                  <a:gd name="T4" fmla="*/ 86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cubicBezTo>
                      <a:pt x="8" y="3"/>
                      <a:pt x="8" y="6"/>
                      <a:pt x="7" y="8"/>
                    </a:cubicBezTo>
                    <a:cubicBezTo>
                      <a:pt x="2" y="8"/>
                      <a:pt x="0" y="3"/>
                      <a:pt x="5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7" name="Freeform 1115">
                <a:extLst>
                  <a:ext uri="{FF2B5EF4-FFF2-40B4-BE49-F238E27FC236}">
                    <a16:creationId xmlns:a16="http://schemas.microsoft.com/office/drawing/2014/main" id="{E6CDF844-1F54-4F94-AA4E-55BC6744C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107"/>
                <a:ext cx="39" cy="24"/>
              </a:xfrm>
              <a:custGeom>
                <a:avLst/>
                <a:gdLst>
                  <a:gd name="T0" fmla="*/ 281 w 23"/>
                  <a:gd name="T1" fmla="*/ 0 h 13"/>
                  <a:gd name="T2" fmla="*/ 0 w 23"/>
                  <a:gd name="T3" fmla="*/ 150 h 13"/>
                  <a:gd name="T4" fmla="*/ 239 w 23"/>
                  <a:gd name="T5" fmla="*/ 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20" y="0"/>
                    </a:moveTo>
                    <a:cubicBezTo>
                      <a:pt x="23" y="12"/>
                      <a:pt x="4" y="13"/>
                      <a:pt x="0" y="7"/>
                    </a:cubicBezTo>
                    <a:cubicBezTo>
                      <a:pt x="5" y="7"/>
                      <a:pt x="16" y="9"/>
                      <a:pt x="17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8" name="Freeform 1116">
                <a:extLst>
                  <a:ext uri="{FF2B5EF4-FFF2-40B4-BE49-F238E27FC236}">
                    <a16:creationId xmlns:a16="http://schemas.microsoft.com/office/drawing/2014/main" id="{A226E776-B0F9-4859-A5B0-82448AEA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3216"/>
                <a:ext cx="69" cy="46"/>
              </a:xfrm>
              <a:custGeom>
                <a:avLst/>
                <a:gdLst>
                  <a:gd name="T0" fmla="*/ 354 w 40"/>
                  <a:gd name="T1" fmla="*/ 0 h 25"/>
                  <a:gd name="T2" fmla="*/ 0 w 40"/>
                  <a:gd name="T3" fmla="*/ 274 h 25"/>
                  <a:gd name="T4" fmla="*/ 340 w 40"/>
                  <a:gd name="T5" fmla="*/ 6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3" y="0"/>
                    </a:moveTo>
                    <a:cubicBezTo>
                      <a:pt x="40" y="12"/>
                      <a:pt x="6" y="25"/>
                      <a:pt x="0" y="13"/>
                    </a:cubicBezTo>
                    <a:cubicBezTo>
                      <a:pt x="6" y="13"/>
                      <a:pt x="26" y="13"/>
                      <a:pt x="22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9" name="Freeform 1117">
                <a:extLst>
                  <a:ext uri="{FF2B5EF4-FFF2-40B4-BE49-F238E27FC236}">
                    <a16:creationId xmlns:a16="http://schemas.microsoft.com/office/drawing/2014/main" id="{F0FEE360-4E53-4B2D-B702-641284761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140"/>
                <a:ext cx="29" cy="30"/>
              </a:xfrm>
              <a:custGeom>
                <a:avLst/>
                <a:gdLst>
                  <a:gd name="T0" fmla="*/ 169 w 17"/>
                  <a:gd name="T1" fmla="*/ 53 h 16"/>
                  <a:gd name="T2" fmla="*/ 0 w 17"/>
                  <a:gd name="T3" fmla="*/ 212 h 16"/>
                  <a:gd name="T4" fmla="*/ 203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12" y="2"/>
                    </a:moveTo>
                    <a:cubicBezTo>
                      <a:pt x="17" y="12"/>
                      <a:pt x="1" y="16"/>
                      <a:pt x="0" y="9"/>
                    </a:cubicBezTo>
                    <a:cubicBezTo>
                      <a:pt x="6" y="7"/>
                      <a:pt x="13" y="6"/>
                      <a:pt x="14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0" name="Freeform 1118">
                <a:extLst>
                  <a:ext uri="{FF2B5EF4-FFF2-40B4-BE49-F238E27FC236}">
                    <a16:creationId xmlns:a16="http://schemas.microsoft.com/office/drawing/2014/main" id="{256FABCE-B994-4F48-87B7-3F8ECC2A9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133"/>
                <a:ext cx="48" cy="37"/>
              </a:xfrm>
              <a:custGeom>
                <a:avLst/>
                <a:gdLst>
                  <a:gd name="T0" fmla="*/ 0 w 28"/>
                  <a:gd name="T1" fmla="*/ 178 h 20"/>
                  <a:gd name="T2" fmla="*/ 415 w 28"/>
                  <a:gd name="T3" fmla="*/ 0 h 20"/>
                  <a:gd name="T4" fmla="*/ 252 w 28"/>
                  <a:gd name="T5" fmla="*/ 126 h 20"/>
                  <a:gd name="T6" fmla="*/ 62 w 28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7" y="20"/>
                      <a:pt x="28" y="13"/>
                      <a:pt x="28" y="0"/>
                    </a:cubicBezTo>
                    <a:cubicBezTo>
                      <a:pt x="24" y="1"/>
                      <a:pt x="21" y="5"/>
                      <a:pt x="17" y="6"/>
                    </a:cubicBezTo>
                    <a:cubicBezTo>
                      <a:pt x="12" y="7"/>
                      <a:pt x="8" y="3"/>
                      <a:pt x="4" y="6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1" name="Freeform 1119">
                <a:extLst>
                  <a:ext uri="{FF2B5EF4-FFF2-40B4-BE49-F238E27FC236}">
                    <a16:creationId xmlns:a16="http://schemas.microsoft.com/office/drawing/2014/main" id="{E4BE505E-7FFF-4D9B-B444-22F5377A5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3196"/>
                <a:ext cx="45" cy="37"/>
              </a:xfrm>
              <a:custGeom>
                <a:avLst/>
                <a:gdLst>
                  <a:gd name="T0" fmla="*/ 0 w 26"/>
                  <a:gd name="T1" fmla="*/ 194 h 20"/>
                  <a:gd name="T2" fmla="*/ 296 w 26"/>
                  <a:gd name="T3" fmla="*/ 0 h 20"/>
                  <a:gd name="T4" fmla="*/ 48 w 26"/>
                  <a:gd name="T5" fmla="*/ 15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0" y="9"/>
                    </a:moveTo>
                    <a:cubicBezTo>
                      <a:pt x="9" y="20"/>
                      <a:pt x="26" y="13"/>
                      <a:pt x="19" y="0"/>
                    </a:cubicBezTo>
                    <a:cubicBezTo>
                      <a:pt x="13" y="6"/>
                      <a:pt x="13" y="13"/>
                      <a:pt x="3" y="7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2" name="Freeform 1120">
                <a:extLst>
                  <a:ext uri="{FF2B5EF4-FFF2-40B4-BE49-F238E27FC236}">
                    <a16:creationId xmlns:a16="http://schemas.microsoft.com/office/drawing/2014/main" id="{4F3F4ECC-6630-4A8D-B65C-FD3FB61FB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155"/>
                <a:ext cx="21" cy="43"/>
              </a:xfrm>
              <a:custGeom>
                <a:avLst/>
                <a:gdLst>
                  <a:gd name="T0" fmla="*/ 0 w 12"/>
                  <a:gd name="T1" fmla="*/ 294 h 23"/>
                  <a:gd name="T2" fmla="*/ 179 w 12"/>
                  <a:gd name="T3" fmla="*/ 45 h 23"/>
                  <a:gd name="T4" fmla="*/ 0 w 12"/>
                  <a:gd name="T5" fmla="*/ 33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0" y="13"/>
                    </a:moveTo>
                    <a:cubicBezTo>
                      <a:pt x="4" y="23"/>
                      <a:pt x="12" y="7"/>
                      <a:pt x="11" y="2"/>
                    </a:cubicBezTo>
                    <a:cubicBezTo>
                      <a:pt x="3" y="0"/>
                      <a:pt x="7" y="13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3" name="Freeform 1121">
                <a:extLst>
                  <a:ext uri="{FF2B5EF4-FFF2-40B4-BE49-F238E27FC236}">
                    <a16:creationId xmlns:a16="http://schemas.microsoft.com/office/drawing/2014/main" id="{3E25248C-7BD3-4FC7-8544-1DF990601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2872"/>
                <a:ext cx="26" cy="30"/>
              </a:xfrm>
              <a:custGeom>
                <a:avLst/>
                <a:gdLst>
                  <a:gd name="T0" fmla="*/ 0 w 15"/>
                  <a:gd name="T1" fmla="*/ 285 h 16"/>
                  <a:gd name="T2" fmla="*/ 151 w 15"/>
                  <a:gd name="T3" fmla="*/ 0 h 16"/>
                  <a:gd name="T4" fmla="*/ 49 w 15"/>
                  <a:gd name="T5" fmla="*/ 25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12"/>
                    </a:moveTo>
                    <a:cubicBezTo>
                      <a:pt x="7" y="16"/>
                      <a:pt x="15" y="4"/>
                      <a:pt x="10" y="0"/>
                    </a:cubicBezTo>
                    <a:cubicBezTo>
                      <a:pt x="7" y="3"/>
                      <a:pt x="7" y="8"/>
                      <a:pt x="3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4" name="Freeform 1122">
                <a:extLst>
                  <a:ext uri="{FF2B5EF4-FFF2-40B4-BE49-F238E27FC236}">
                    <a16:creationId xmlns:a16="http://schemas.microsoft.com/office/drawing/2014/main" id="{A5E72C6E-3CED-4E15-A3D3-5EE3DCCE7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3209"/>
                <a:ext cx="51" cy="38"/>
              </a:xfrm>
              <a:custGeom>
                <a:avLst/>
                <a:gdLst>
                  <a:gd name="T0" fmla="*/ 0 w 30"/>
                  <a:gd name="T1" fmla="*/ 387 h 21"/>
                  <a:gd name="T2" fmla="*/ 343 w 30"/>
                  <a:gd name="T3" fmla="*/ 43 h 21"/>
                  <a:gd name="T4" fmla="*/ 0 w 30"/>
                  <a:gd name="T5" fmla="*/ 29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0"/>
                    </a:moveTo>
                    <a:cubicBezTo>
                      <a:pt x="7" y="21"/>
                      <a:pt x="30" y="10"/>
                      <a:pt x="24" y="2"/>
                    </a:cubicBezTo>
                    <a:cubicBezTo>
                      <a:pt x="22" y="0"/>
                      <a:pt x="2" y="12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1123">
                <a:extLst>
                  <a:ext uri="{FF2B5EF4-FFF2-40B4-BE49-F238E27FC236}">
                    <a16:creationId xmlns:a16="http://schemas.microsoft.com/office/drawing/2014/main" id="{1279FA9A-29FF-46D2-87FF-A7C64EF2D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3214"/>
                <a:ext cx="57" cy="57"/>
              </a:xfrm>
              <a:custGeom>
                <a:avLst/>
                <a:gdLst>
                  <a:gd name="T0" fmla="*/ 0 w 33"/>
                  <a:gd name="T1" fmla="*/ 528 h 31"/>
                  <a:gd name="T2" fmla="*/ 356 w 33"/>
                  <a:gd name="T3" fmla="*/ 423 h 31"/>
                  <a:gd name="T4" fmla="*/ 427 w 33"/>
                  <a:gd name="T5" fmla="*/ 0 h 31"/>
                  <a:gd name="T6" fmla="*/ 233 w 33"/>
                  <a:gd name="T7" fmla="*/ 327 h 31"/>
                  <a:gd name="T8" fmla="*/ 0 w 33"/>
                  <a:gd name="T9" fmla="*/ 46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1">
                    <a:moveTo>
                      <a:pt x="0" y="25"/>
                    </a:moveTo>
                    <a:cubicBezTo>
                      <a:pt x="9" y="22"/>
                      <a:pt x="15" y="31"/>
                      <a:pt x="23" y="20"/>
                    </a:cubicBezTo>
                    <a:cubicBezTo>
                      <a:pt x="26" y="17"/>
                      <a:pt x="33" y="3"/>
                      <a:pt x="28" y="0"/>
                    </a:cubicBezTo>
                    <a:cubicBezTo>
                      <a:pt x="23" y="5"/>
                      <a:pt x="20" y="11"/>
                      <a:pt x="15" y="16"/>
                    </a:cubicBezTo>
                    <a:cubicBezTo>
                      <a:pt x="11" y="20"/>
                      <a:pt x="6" y="21"/>
                      <a:pt x="0" y="2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1124">
                <a:extLst>
                  <a:ext uri="{FF2B5EF4-FFF2-40B4-BE49-F238E27FC236}">
                    <a16:creationId xmlns:a16="http://schemas.microsoft.com/office/drawing/2014/main" id="{B97996A6-37B6-4AEA-BD25-2D8B3081F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606"/>
                <a:ext cx="1319" cy="331"/>
              </a:xfrm>
              <a:custGeom>
                <a:avLst/>
                <a:gdLst>
                  <a:gd name="T0" fmla="*/ 0 w 762"/>
                  <a:gd name="T1" fmla="*/ 3870 h 179"/>
                  <a:gd name="T2" fmla="*/ 3320 w 762"/>
                  <a:gd name="T3" fmla="*/ 2271 h 179"/>
                  <a:gd name="T4" fmla="*/ 7145 w 762"/>
                  <a:gd name="T5" fmla="*/ 1579 h 179"/>
                  <a:gd name="T6" fmla="*/ 10195 w 762"/>
                  <a:gd name="T7" fmla="*/ 910 h 179"/>
                  <a:gd name="T8" fmla="*/ 11842 w 762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2" h="179">
                    <a:moveTo>
                      <a:pt x="0" y="179"/>
                    </a:moveTo>
                    <a:cubicBezTo>
                      <a:pt x="0" y="179"/>
                      <a:pt x="170" y="130"/>
                      <a:pt x="214" y="105"/>
                    </a:cubicBezTo>
                    <a:cubicBezTo>
                      <a:pt x="258" y="81"/>
                      <a:pt x="347" y="43"/>
                      <a:pt x="460" y="73"/>
                    </a:cubicBezTo>
                    <a:cubicBezTo>
                      <a:pt x="573" y="104"/>
                      <a:pt x="615" y="61"/>
                      <a:pt x="656" y="42"/>
                    </a:cubicBezTo>
                    <a:cubicBezTo>
                      <a:pt x="697" y="23"/>
                      <a:pt x="747" y="0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1125">
                <a:extLst>
                  <a:ext uri="{FF2B5EF4-FFF2-40B4-BE49-F238E27FC236}">
                    <a16:creationId xmlns:a16="http://schemas.microsoft.com/office/drawing/2014/main" id="{74FF3947-E92C-4E77-B05C-138B4D2D5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582"/>
                <a:ext cx="933" cy="211"/>
              </a:xfrm>
              <a:custGeom>
                <a:avLst/>
                <a:gdLst>
                  <a:gd name="T0" fmla="*/ 8378 w 539"/>
                  <a:gd name="T1" fmla="*/ 0 h 114"/>
                  <a:gd name="T2" fmla="*/ 7023 w 539"/>
                  <a:gd name="T3" fmla="*/ 716 h 114"/>
                  <a:gd name="T4" fmla="*/ 3547 w 539"/>
                  <a:gd name="T5" fmla="*/ 1692 h 114"/>
                  <a:gd name="T6" fmla="*/ 0 w 539"/>
                  <a:gd name="T7" fmla="*/ 2480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9" h="114">
                    <a:moveTo>
                      <a:pt x="539" y="0"/>
                    </a:moveTo>
                    <a:cubicBezTo>
                      <a:pt x="539" y="0"/>
                      <a:pt x="478" y="25"/>
                      <a:pt x="452" y="33"/>
                    </a:cubicBezTo>
                    <a:cubicBezTo>
                      <a:pt x="426" y="42"/>
                      <a:pt x="344" y="100"/>
                      <a:pt x="228" y="78"/>
                    </a:cubicBezTo>
                    <a:cubicBezTo>
                      <a:pt x="199" y="73"/>
                      <a:pt x="76" y="62"/>
                      <a:pt x="0" y="11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1126">
                <a:extLst>
                  <a:ext uri="{FF2B5EF4-FFF2-40B4-BE49-F238E27FC236}">
                    <a16:creationId xmlns:a16="http://schemas.microsoft.com/office/drawing/2014/main" id="{B5E465E0-36C0-4787-AA1C-CF72EF12A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66"/>
                <a:ext cx="1318" cy="305"/>
              </a:xfrm>
              <a:custGeom>
                <a:avLst/>
                <a:gdLst>
                  <a:gd name="T0" fmla="*/ 11860 w 761"/>
                  <a:gd name="T1" fmla="*/ 0 h 165"/>
                  <a:gd name="T2" fmla="*/ 8712 w 761"/>
                  <a:gd name="T3" fmla="*/ 1579 h 165"/>
                  <a:gd name="T4" fmla="*/ 4110 w 761"/>
                  <a:gd name="T5" fmla="*/ 2063 h 165"/>
                  <a:gd name="T6" fmla="*/ 0 w 761"/>
                  <a:gd name="T7" fmla="*/ 3564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1" h="165">
                    <a:moveTo>
                      <a:pt x="761" y="0"/>
                    </a:moveTo>
                    <a:cubicBezTo>
                      <a:pt x="761" y="0"/>
                      <a:pt x="659" y="66"/>
                      <a:pt x="559" y="73"/>
                    </a:cubicBezTo>
                    <a:cubicBezTo>
                      <a:pt x="459" y="80"/>
                      <a:pt x="405" y="69"/>
                      <a:pt x="264" y="96"/>
                    </a:cubicBezTo>
                    <a:cubicBezTo>
                      <a:pt x="120" y="124"/>
                      <a:pt x="64" y="154"/>
                      <a:pt x="0" y="165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1127">
                <a:extLst>
                  <a:ext uri="{FF2B5EF4-FFF2-40B4-BE49-F238E27FC236}">
                    <a16:creationId xmlns:a16="http://schemas.microsoft.com/office/drawing/2014/main" id="{983B94EB-3748-4426-AF0E-25F1B1DA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40"/>
                <a:ext cx="1318" cy="273"/>
              </a:xfrm>
              <a:custGeom>
                <a:avLst/>
                <a:gdLst>
                  <a:gd name="T0" fmla="*/ 0 w 761"/>
                  <a:gd name="T1" fmla="*/ 3163 h 148"/>
                  <a:gd name="T2" fmla="*/ 2664 w 761"/>
                  <a:gd name="T3" fmla="*/ 2728 h 148"/>
                  <a:gd name="T4" fmla="*/ 5456 w 761"/>
                  <a:gd name="T5" fmla="*/ 2071 h 148"/>
                  <a:gd name="T6" fmla="*/ 11860 w 761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1" h="148">
                    <a:moveTo>
                      <a:pt x="0" y="148"/>
                    </a:moveTo>
                    <a:cubicBezTo>
                      <a:pt x="0" y="148"/>
                      <a:pt x="146" y="141"/>
                      <a:pt x="171" y="128"/>
                    </a:cubicBezTo>
                    <a:cubicBezTo>
                      <a:pt x="196" y="114"/>
                      <a:pt x="273" y="98"/>
                      <a:pt x="350" y="97"/>
                    </a:cubicBezTo>
                    <a:cubicBezTo>
                      <a:pt x="427" y="96"/>
                      <a:pt x="679" y="55"/>
                      <a:pt x="761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1128">
                <a:extLst>
                  <a:ext uri="{FF2B5EF4-FFF2-40B4-BE49-F238E27FC236}">
                    <a16:creationId xmlns:a16="http://schemas.microsoft.com/office/drawing/2014/main" id="{82C68DD3-BED8-4A14-8BA1-A9AF9F8E3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483"/>
                <a:ext cx="1321" cy="260"/>
              </a:xfrm>
              <a:custGeom>
                <a:avLst/>
                <a:gdLst>
                  <a:gd name="T0" fmla="*/ 11870 w 763"/>
                  <a:gd name="T1" fmla="*/ 0 h 141"/>
                  <a:gd name="T2" fmla="*/ 5599 w 763"/>
                  <a:gd name="T3" fmla="*/ 2683 h 141"/>
                  <a:gd name="T4" fmla="*/ 2985 w 763"/>
                  <a:gd name="T5" fmla="*/ 2808 h 141"/>
                  <a:gd name="T6" fmla="*/ 0 w 763"/>
                  <a:gd name="T7" fmla="*/ 2853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141">
                    <a:moveTo>
                      <a:pt x="763" y="0"/>
                    </a:moveTo>
                    <a:cubicBezTo>
                      <a:pt x="763" y="0"/>
                      <a:pt x="486" y="118"/>
                      <a:pt x="360" y="126"/>
                    </a:cubicBezTo>
                    <a:cubicBezTo>
                      <a:pt x="234" y="134"/>
                      <a:pt x="244" y="127"/>
                      <a:pt x="192" y="132"/>
                    </a:cubicBezTo>
                    <a:cubicBezTo>
                      <a:pt x="109" y="141"/>
                      <a:pt x="0" y="134"/>
                      <a:pt x="0" y="13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1129">
                <a:extLst>
                  <a:ext uri="{FF2B5EF4-FFF2-40B4-BE49-F238E27FC236}">
                    <a16:creationId xmlns:a16="http://schemas.microsoft.com/office/drawing/2014/main" id="{D0BEA30F-89B8-47DA-8573-DEFDF5819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67"/>
                <a:ext cx="617" cy="54"/>
              </a:xfrm>
              <a:custGeom>
                <a:avLst/>
                <a:gdLst>
                  <a:gd name="T0" fmla="*/ 0 w 356"/>
                  <a:gd name="T1" fmla="*/ 0 h 29"/>
                  <a:gd name="T2" fmla="*/ 2437 w 356"/>
                  <a:gd name="T3" fmla="*/ 471 h 29"/>
                  <a:gd name="T4" fmla="*/ 5567 w 356"/>
                  <a:gd name="T5" fmla="*/ 65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6" h="29">
                    <a:moveTo>
                      <a:pt x="0" y="0"/>
                    </a:moveTo>
                    <a:cubicBezTo>
                      <a:pt x="0" y="0"/>
                      <a:pt x="93" y="19"/>
                      <a:pt x="156" y="21"/>
                    </a:cubicBezTo>
                    <a:cubicBezTo>
                      <a:pt x="213" y="22"/>
                      <a:pt x="321" y="24"/>
                      <a:pt x="356" y="29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1130">
                <a:extLst>
                  <a:ext uri="{FF2B5EF4-FFF2-40B4-BE49-F238E27FC236}">
                    <a16:creationId xmlns:a16="http://schemas.microsoft.com/office/drawing/2014/main" id="{E0981F0D-B42A-4206-B32F-FF22CCA50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355"/>
                <a:ext cx="1320" cy="366"/>
              </a:xfrm>
              <a:custGeom>
                <a:avLst/>
                <a:gdLst>
                  <a:gd name="T0" fmla="*/ 0 w 762"/>
                  <a:gd name="T1" fmla="*/ 2932 h 198"/>
                  <a:gd name="T2" fmla="*/ 3089 w 762"/>
                  <a:gd name="T3" fmla="*/ 3922 h 198"/>
                  <a:gd name="T4" fmla="*/ 5734 w 762"/>
                  <a:gd name="T5" fmla="*/ 4200 h 198"/>
                  <a:gd name="T6" fmla="*/ 11889 w 762"/>
                  <a:gd name="T7" fmla="*/ 0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98">
                    <a:moveTo>
                      <a:pt x="0" y="136"/>
                    </a:moveTo>
                    <a:cubicBezTo>
                      <a:pt x="0" y="136"/>
                      <a:pt x="148" y="182"/>
                      <a:pt x="198" y="182"/>
                    </a:cubicBezTo>
                    <a:cubicBezTo>
                      <a:pt x="282" y="181"/>
                      <a:pt x="332" y="198"/>
                      <a:pt x="368" y="195"/>
                    </a:cubicBezTo>
                    <a:cubicBezTo>
                      <a:pt x="440" y="162"/>
                      <a:pt x="718" y="52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1131">
                <a:extLst>
                  <a:ext uri="{FF2B5EF4-FFF2-40B4-BE49-F238E27FC236}">
                    <a16:creationId xmlns:a16="http://schemas.microsoft.com/office/drawing/2014/main" id="{3D19A3F6-71D7-4E28-810B-DC47C11C5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411"/>
                <a:ext cx="704" cy="310"/>
              </a:xfrm>
              <a:custGeom>
                <a:avLst/>
                <a:gdLst>
                  <a:gd name="T0" fmla="*/ 6305 w 407"/>
                  <a:gd name="T1" fmla="*/ 0 h 168"/>
                  <a:gd name="T2" fmla="*/ 0 w 407"/>
                  <a:gd name="T3" fmla="*/ 3593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7" h="168">
                    <a:moveTo>
                      <a:pt x="407" y="0"/>
                    </a:moveTo>
                    <a:cubicBezTo>
                      <a:pt x="407" y="0"/>
                      <a:pt x="218" y="122"/>
                      <a:pt x="0" y="168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1132">
                <a:extLst>
                  <a:ext uri="{FF2B5EF4-FFF2-40B4-BE49-F238E27FC236}">
                    <a16:creationId xmlns:a16="http://schemas.microsoft.com/office/drawing/2014/main" id="{59689E87-8D00-4B41-A5F2-184F8A70A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53"/>
                <a:ext cx="598" cy="162"/>
              </a:xfrm>
              <a:custGeom>
                <a:avLst/>
                <a:gdLst>
                  <a:gd name="T0" fmla="*/ 0 w 345"/>
                  <a:gd name="T1" fmla="*/ 0 h 88"/>
                  <a:gd name="T2" fmla="*/ 5399 w 345"/>
                  <a:gd name="T3" fmla="*/ 1861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5" h="88">
                    <a:moveTo>
                      <a:pt x="0" y="0"/>
                    </a:moveTo>
                    <a:cubicBezTo>
                      <a:pt x="0" y="0"/>
                      <a:pt x="166" y="32"/>
                      <a:pt x="345" y="88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1133">
                <a:extLst>
                  <a:ext uri="{FF2B5EF4-FFF2-40B4-BE49-F238E27FC236}">
                    <a16:creationId xmlns:a16="http://schemas.microsoft.com/office/drawing/2014/main" id="{C86C6EE4-5E95-42DE-96B2-AC3DFD3AE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189"/>
                <a:ext cx="627" cy="220"/>
              </a:xfrm>
              <a:custGeom>
                <a:avLst/>
                <a:gdLst>
                  <a:gd name="T0" fmla="*/ 0 w 362"/>
                  <a:gd name="T1" fmla="*/ 2570 h 119"/>
                  <a:gd name="T2" fmla="*/ 378 w 362"/>
                  <a:gd name="T3" fmla="*/ 1773 h 119"/>
                  <a:gd name="T4" fmla="*/ 5643 w 362"/>
                  <a:gd name="T5" fmla="*/ 910 h 119"/>
                  <a:gd name="T6" fmla="*/ 0 w 362"/>
                  <a:gd name="T7" fmla="*/ 2570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2" h="119">
                    <a:moveTo>
                      <a:pt x="0" y="119"/>
                    </a:move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2"/>
                      <a:pt x="166" y="0"/>
                      <a:pt x="362" y="42"/>
                    </a:cubicBezTo>
                    <a:cubicBezTo>
                      <a:pt x="362" y="42"/>
                      <a:pt x="114" y="4"/>
                      <a:pt x="0" y="119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1134">
                <a:extLst>
                  <a:ext uri="{FF2B5EF4-FFF2-40B4-BE49-F238E27FC236}">
                    <a16:creationId xmlns:a16="http://schemas.microsoft.com/office/drawing/2014/main" id="{A72D1A9D-B62E-49DD-9ECA-4AF1770F0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446"/>
                <a:ext cx="210" cy="320"/>
              </a:xfrm>
              <a:custGeom>
                <a:avLst/>
                <a:gdLst>
                  <a:gd name="T0" fmla="*/ 901 w 121"/>
                  <a:gd name="T1" fmla="*/ 3157 h 173"/>
                  <a:gd name="T2" fmla="*/ 1749 w 121"/>
                  <a:gd name="T3" fmla="*/ 3640 h 173"/>
                  <a:gd name="T4" fmla="*/ 0 w 121"/>
                  <a:gd name="T5" fmla="*/ 0 h 173"/>
                  <a:gd name="T6" fmla="*/ 901 w 121"/>
                  <a:gd name="T7" fmla="*/ 3157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73">
                    <a:moveTo>
                      <a:pt x="57" y="146"/>
                    </a:moveTo>
                    <a:cubicBezTo>
                      <a:pt x="57" y="146"/>
                      <a:pt x="95" y="157"/>
                      <a:pt x="111" y="1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1" y="173"/>
                      <a:pt x="57" y="146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1135">
                <a:extLst>
                  <a:ext uri="{FF2B5EF4-FFF2-40B4-BE49-F238E27FC236}">
                    <a16:creationId xmlns:a16="http://schemas.microsoft.com/office/drawing/2014/main" id="{7638F8D8-EF90-40F5-BEBC-9C2364EB5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890"/>
                <a:ext cx="90" cy="72"/>
              </a:xfrm>
              <a:custGeom>
                <a:avLst/>
                <a:gdLst>
                  <a:gd name="T0" fmla="*/ 788 w 52"/>
                  <a:gd name="T1" fmla="*/ 327 h 39"/>
                  <a:gd name="T2" fmla="*/ 384 w 52"/>
                  <a:gd name="T3" fmla="*/ 68 h 39"/>
                  <a:gd name="T4" fmla="*/ 206 w 52"/>
                  <a:gd name="T5" fmla="*/ 258 h 39"/>
                  <a:gd name="T6" fmla="*/ 48 w 52"/>
                  <a:gd name="T7" fmla="*/ 454 h 39"/>
                  <a:gd name="T8" fmla="*/ 512 w 52"/>
                  <a:gd name="T9" fmla="*/ 580 h 39"/>
                  <a:gd name="T10" fmla="*/ 684 w 52"/>
                  <a:gd name="T11" fmla="*/ 410 h 39"/>
                  <a:gd name="T12" fmla="*/ 808 w 52"/>
                  <a:gd name="T13" fmla="*/ 34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51" y="15"/>
                    </a:moveTo>
                    <a:cubicBezTo>
                      <a:pt x="50" y="4"/>
                      <a:pt x="34" y="0"/>
                      <a:pt x="25" y="3"/>
                    </a:cubicBezTo>
                    <a:cubicBezTo>
                      <a:pt x="21" y="5"/>
                      <a:pt x="17" y="10"/>
                      <a:pt x="13" y="12"/>
                    </a:cubicBezTo>
                    <a:cubicBezTo>
                      <a:pt x="9" y="15"/>
                      <a:pt x="4" y="16"/>
                      <a:pt x="3" y="21"/>
                    </a:cubicBezTo>
                    <a:cubicBezTo>
                      <a:pt x="0" y="39"/>
                      <a:pt x="26" y="31"/>
                      <a:pt x="33" y="27"/>
                    </a:cubicBezTo>
                    <a:cubicBezTo>
                      <a:pt x="37" y="25"/>
                      <a:pt x="40" y="21"/>
                      <a:pt x="44" y="19"/>
                    </a:cubicBezTo>
                    <a:cubicBezTo>
                      <a:pt x="47" y="18"/>
                      <a:pt x="50" y="18"/>
                      <a:pt x="52" y="1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1136">
                <a:extLst>
                  <a:ext uri="{FF2B5EF4-FFF2-40B4-BE49-F238E27FC236}">
                    <a16:creationId xmlns:a16="http://schemas.microsoft.com/office/drawing/2014/main" id="{232C1B83-1DF1-4A6C-BE80-D86F0FEE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58"/>
                <a:ext cx="90" cy="70"/>
              </a:xfrm>
              <a:custGeom>
                <a:avLst/>
                <a:gdLst>
                  <a:gd name="T0" fmla="*/ 653 w 52"/>
                  <a:gd name="T1" fmla="*/ 0 h 38"/>
                  <a:gd name="T2" fmla="*/ 126 w 52"/>
                  <a:gd name="T3" fmla="*/ 274 h 38"/>
                  <a:gd name="T4" fmla="*/ 317 w 52"/>
                  <a:gd name="T5" fmla="*/ 698 h 38"/>
                  <a:gd name="T6" fmla="*/ 549 w 52"/>
                  <a:gd name="T7" fmla="*/ 682 h 38"/>
                  <a:gd name="T8" fmla="*/ 575 w 52"/>
                  <a:gd name="T9" fmla="*/ 424 h 38"/>
                  <a:gd name="T10" fmla="*/ 639 w 52"/>
                  <a:gd name="T11" fmla="*/ 6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8">
                    <a:moveTo>
                      <a:pt x="42" y="0"/>
                    </a:moveTo>
                    <a:cubicBezTo>
                      <a:pt x="31" y="6"/>
                      <a:pt x="16" y="3"/>
                      <a:pt x="8" y="13"/>
                    </a:cubicBezTo>
                    <a:cubicBezTo>
                      <a:pt x="0" y="23"/>
                      <a:pt x="12" y="29"/>
                      <a:pt x="20" y="33"/>
                    </a:cubicBezTo>
                    <a:cubicBezTo>
                      <a:pt x="25" y="36"/>
                      <a:pt x="32" y="38"/>
                      <a:pt x="35" y="32"/>
                    </a:cubicBezTo>
                    <a:cubicBezTo>
                      <a:pt x="38" y="28"/>
                      <a:pt x="35" y="24"/>
                      <a:pt x="37" y="20"/>
                    </a:cubicBezTo>
                    <a:cubicBezTo>
                      <a:pt x="38" y="18"/>
                      <a:pt x="52" y="4"/>
                      <a:pt x="41" y="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1137">
                <a:extLst>
                  <a:ext uri="{FF2B5EF4-FFF2-40B4-BE49-F238E27FC236}">
                    <a16:creationId xmlns:a16="http://schemas.microsoft.com/office/drawing/2014/main" id="{73FBFB09-9621-4657-A97E-7C0628781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093"/>
                <a:ext cx="61" cy="66"/>
              </a:xfrm>
              <a:custGeom>
                <a:avLst/>
                <a:gdLst>
                  <a:gd name="T0" fmla="*/ 127 w 35"/>
                  <a:gd name="T1" fmla="*/ 205 h 36"/>
                  <a:gd name="T2" fmla="*/ 471 w 35"/>
                  <a:gd name="T3" fmla="*/ 444 h 36"/>
                  <a:gd name="T4" fmla="*/ 127 w 35"/>
                  <a:gd name="T5" fmla="*/ 29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6">
                    <a:moveTo>
                      <a:pt x="8" y="10"/>
                    </a:moveTo>
                    <a:cubicBezTo>
                      <a:pt x="17" y="0"/>
                      <a:pt x="35" y="7"/>
                      <a:pt x="29" y="21"/>
                    </a:cubicBezTo>
                    <a:cubicBezTo>
                      <a:pt x="22" y="36"/>
                      <a:pt x="0" y="26"/>
                      <a:pt x="8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1138">
                <a:extLst>
                  <a:ext uri="{FF2B5EF4-FFF2-40B4-BE49-F238E27FC236}">
                    <a16:creationId xmlns:a16="http://schemas.microsoft.com/office/drawing/2014/main" id="{6ACC98ED-ADE7-47C8-83B9-B464BFF1B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198"/>
                <a:ext cx="184" cy="87"/>
              </a:xfrm>
              <a:custGeom>
                <a:avLst/>
                <a:gdLst>
                  <a:gd name="T0" fmla="*/ 1626 w 106"/>
                  <a:gd name="T1" fmla="*/ 431 h 47"/>
                  <a:gd name="T2" fmla="*/ 962 w 106"/>
                  <a:gd name="T3" fmla="*/ 106 h 47"/>
                  <a:gd name="T4" fmla="*/ 602 w 106"/>
                  <a:gd name="T5" fmla="*/ 278 h 47"/>
                  <a:gd name="T6" fmla="*/ 208 w 106"/>
                  <a:gd name="T7" fmla="*/ 483 h 47"/>
                  <a:gd name="T8" fmla="*/ 455 w 106"/>
                  <a:gd name="T9" fmla="*/ 565 h 47"/>
                  <a:gd name="T10" fmla="*/ 901 w 106"/>
                  <a:gd name="T11" fmla="*/ 609 h 47"/>
                  <a:gd name="T12" fmla="*/ 1564 w 106"/>
                  <a:gd name="T13" fmla="*/ 661 h 47"/>
                  <a:gd name="T14" fmla="*/ 1626 w 106"/>
                  <a:gd name="T15" fmla="*/ 43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7">
                    <a:moveTo>
                      <a:pt x="103" y="20"/>
                    </a:moveTo>
                    <a:cubicBezTo>
                      <a:pt x="106" y="0"/>
                      <a:pt x="73" y="3"/>
                      <a:pt x="61" y="5"/>
                    </a:cubicBezTo>
                    <a:cubicBezTo>
                      <a:pt x="52" y="7"/>
                      <a:pt x="45" y="10"/>
                      <a:pt x="38" y="13"/>
                    </a:cubicBezTo>
                    <a:cubicBezTo>
                      <a:pt x="30" y="17"/>
                      <a:pt x="19" y="16"/>
                      <a:pt x="13" y="22"/>
                    </a:cubicBezTo>
                    <a:cubicBezTo>
                      <a:pt x="0" y="32"/>
                      <a:pt x="24" y="27"/>
                      <a:pt x="29" y="26"/>
                    </a:cubicBezTo>
                    <a:cubicBezTo>
                      <a:pt x="40" y="23"/>
                      <a:pt x="46" y="23"/>
                      <a:pt x="57" y="28"/>
                    </a:cubicBezTo>
                    <a:cubicBezTo>
                      <a:pt x="70" y="33"/>
                      <a:pt x="88" y="47"/>
                      <a:pt x="99" y="30"/>
                    </a:cubicBezTo>
                    <a:cubicBezTo>
                      <a:pt x="101" y="27"/>
                      <a:pt x="102" y="23"/>
                      <a:pt x="103" y="2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1139">
                <a:extLst>
                  <a:ext uri="{FF2B5EF4-FFF2-40B4-BE49-F238E27FC236}">
                    <a16:creationId xmlns:a16="http://schemas.microsoft.com/office/drawing/2014/main" id="{40471C27-4EA4-4D2C-9493-0301EF57A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185"/>
                <a:ext cx="149" cy="83"/>
              </a:xfrm>
              <a:custGeom>
                <a:avLst/>
                <a:gdLst>
                  <a:gd name="T0" fmla="*/ 87 w 86"/>
                  <a:gd name="T1" fmla="*/ 834 h 45"/>
                  <a:gd name="T2" fmla="*/ 28 w 86"/>
                  <a:gd name="T3" fmla="*/ 358 h 45"/>
                  <a:gd name="T4" fmla="*/ 405 w 86"/>
                  <a:gd name="T5" fmla="*/ 149 h 45"/>
                  <a:gd name="T6" fmla="*/ 937 w 86"/>
                  <a:gd name="T7" fmla="*/ 149 h 45"/>
                  <a:gd name="T8" fmla="*/ 1234 w 86"/>
                  <a:gd name="T9" fmla="*/ 125 h 45"/>
                  <a:gd name="T10" fmla="*/ 1000 w 86"/>
                  <a:gd name="T11" fmla="*/ 358 h 45"/>
                  <a:gd name="T12" fmla="*/ 532 w 86"/>
                  <a:gd name="T13" fmla="*/ 476 h 45"/>
                  <a:gd name="T14" fmla="*/ 87 w 86"/>
                  <a:gd name="T15" fmla="*/ 834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6" y="39"/>
                    </a:moveTo>
                    <a:cubicBezTo>
                      <a:pt x="2" y="34"/>
                      <a:pt x="0" y="24"/>
                      <a:pt x="2" y="17"/>
                    </a:cubicBezTo>
                    <a:cubicBezTo>
                      <a:pt x="5" y="6"/>
                      <a:pt x="16" y="7"/>
                      <a:pt x="26" y="7"/>
                    </a:cubicBezTo>
                    <a:cubicBezTo>
                      <a:pt x="37" y="7"/>
                      <a:pt x="49" y="9"/>
                      <a:pt x="60" y="7"/>
                    </a:cubicBezTo>
                    <a:cubicBezTo>
                      <a:pt x="64" y="6"/>
                      <a:pt x="75" y="0"/>
                      <a:pt x="79" y="6"/>
                    </a:cubicBezTo>
                    <a:cubicBezTo>
                      <a:pt x="86" y="15"/>
                      <a:pt x="68" y="17"/>
                      <a:pt x="64" y="17"/>
                    </a:cubicBezTo>
                    <a:cubicBezTo>
                      <a:pt x="54" y="19"/>
                      <a:pt x="43" y="16"/>
                      <a:pt x="34" y="22"/>
                    </a:cubicBezTo>
                    <a:cubicBezTo>
                      <a:pt x="26" y="28"/>
                      <a:pt x="19" y="45"/>
                      <a:pt x="6" y="3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1140">
                <a:extLst>
                  <a:ext uri="{FF2B5EF4-FFF2-40B4-BE49-F238E27FC236}">
                    <a16:creationId xmlns:a16="http://schemas.microsoft.com/office/drawing/2014/main" id="{A26F9076-14F3-41B8-B033-5B7344E73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414"/>
                <a:ext cx="197" cy="96"/>
              </a:xfrm>
              <a:custGeom>
                <a:avLst/>
                <a:gdLst>
                  <a:gd name="T0" fmla="*/ 185 w 114"/>
                  <a:gd name="T1" fmla="*/ 943 h 52"/>
                  <a:gd name="T2" fmla="*/ 213 w 114"/>
                  <a:gd name="T3" fmla="*/ 491 h 52"/>
                  <a:gd name="T4" fmla="*/ 537 w 114"/>
                  <a:gd name="T5" fmla="*/ 258 h 52"/>
                  <a:gd name="T6" fmla="*/ 1395 w 114"/>
                  <a:gd name="T7" fmla="*/ 194 h 52"/>
                  <a:gd name="T8" fmla="*/ 1016 w 114"/>
                  <a:gd name="T9" fmla="*/ 766 h 52"/>
                  <a:gd name="T10" fmla="*/ 257 w 114"/>
                  <a:gd name="T11" fmla="*/ 1032 h 52"/>
                  <a:gd name="T12" fmla="*/ 185 w 114"/>
                  <a:gd name="T13" fmla="*/ 98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52">
                    <a:moveTo>
                      <a:pt x="12" y="44"/>
                    </a:moveTo>
                    <a:cubicBezTo>
                      <a:pt x="0" y="42"/>
                      <a:pt x="9" y="28"/>
                      <a:pt x="14" y="23"/>
                    </a:cubicBezTo>
                    <a:cubicBezTo>
                      <a:pt x="20" y="17"/>
                      <a:pt x="26" y="14"/>
                      <a:pt x="35" y="12"/>
                    </a:cubicBezTo>
                    <a:cubicBezTo>
                      <a:pt x="50" y="10"/>
                      <a:pt x="76" y="0"/>
                      <a:pt x="90" y="9"/>
                    </a:cubicBezTo>
                    <a:cubicBezTo>
                      <a:pt x="114" y="23"/>
                      <a:pt x="76" y="31"/>
                      <a:pt x="66" y="36"/>
                    </a:cubicBezTo>
                    <a:cubicBezTo>
                      <a:pt x="52" y="42"/>
                      <a:pt x="32" y="52"/>
                      <a:pt x="17" y="48"/>
                    </a:cubicBezTo>
                    <a:cubicBezTo>
                      <a:pt x="14" y="48"/>
                      <a:pt x="13" y="47"/>
                      <a:pt x="12" y="4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1141">
                <a:extLst>
                  <a:ext uri="{FF2B5EF4-FFF2-40B4-BE49-F238E27FC236}">
                    <a16:creationId xmlns:a16="http://schemas.microsoft.com/office/drawing/2014/main" id="{DA82F8CA-747E-402B-AA46-6AEA8A2EF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376"/>
                <a:ext cx="128" cy="116"/>
              </a:xfrm>
              <a:custGeom>
                <a:avLst/>
                <a:gdLst>
                  <a:gd name="T0" fmla="*/ 258 w 74"/>
                  <a:gd name="T1" fmla="*/ 906 h 63"/>
                  <a:gd name="T2" fmla="*/ 249 w 74"/>
                  <a:gd name="T3" fmla="*/ 980 h 63"/>
                  <a:gd name="T4" fmla="*/ 512 w 74"/>
                  <a:gd name="T5" fmla="*/ 326 h 63"/>
                  <a:gd name="T6" fmla="*/ 1128 w 74"/>
                  <a:gd name="T7" fmla="*/ 481 h 63"/>
                  <a:gd name="T8" fmla="*/ 278 w 74"/>
                  <a:gd name="T9" fmla="*/ 100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3">
                    <a:moveTo>
                      <a:pt x="17" y="43"/>
                    </a:moveTo>
                    <a:cubicBezTo>
                      <a:pt x="16" y="44"/>
                      <a:pt x="17" y="45"/>
                      <a:pt x="16" y="46"/>
                    </a:cubicBezTo>
                    <a:cubicBezTo>
                      <a:pt x="0" y="36"/>
                      <a:pt x="25" y="19"/>
                      <a:pt x="33" y="15"/>
                    </a:cubicBezTo>
                    <a:cubicBezTo>
                      <a:pt x="43" y="11"/>
                      <a:pt x="74" y="0"/>
                      <a:pt x="73" y="23"/>
                    </a:cubicBezTo>
                    <a:cubicBezTo>
                      <a:pt x="73" y="38"/>
                      <a:pt x="25" y="63"/>
                      <a:pt x="18" y="4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1142">
                <a:extLst>
                  <a:ext uri="{FF2B5EF4-FFF2-40B4-BE49-F238E27FC236}">
                    <a16:creationId xmlns:a16="http://schemas.microsoft.com/office/drawing/2014/main" id="{3BB72A3D-54A0-4FC8-91AF-0610B3F03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370"/>
                <a:ext cx="71" cy="63"/>
              </a:xfrm>
              <a:custGeom>
                <a:avLst/>
                <a:gdLst>
                  <a:gd name="T0" fmla="*/ 0 w 41"/>
                  <a:gd name="T1" fmla="*/ 330 h 34"/>
                  <a:gd name="T2" fmla="*/ 552 w 41"/>
                  <a:gd name="T3" fmla="*/ 411 h 34"/>
                  <a:gd name="T4" fmla="*/ 28 w 41"/>
                  <a:gd name="T5" fmla="*/ 306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4">
                    <a:moveTo>
                      <a:pt x="0" y="15"/>
                    </a:moveTo>
                    <a:cubicBezTo>
                      <a:pt x="7" y="1"/>
                      <a:pt x="41" y="0"/>
                      <a:pt x="35" y="19"/>
                    </a:cubicBezTo>
                    <a:cubicBezTo>
                      <a:pt x="31" y="34"/>
                      <a:pt x="7" y="24"/>
                      <a:pt x="2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1143">
                <a:extLst>
                  <a:ext uri="{FF2B5EF4-FFF2-40B4-BE49-F238E27FC236}">
                    <a16:creationId xmlns:a16="http://schemas.microsoft.com/office/drawing/2014/main" id="{08B8B1C6-C675-4D43-8761-AADF5023D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303"/>
                <a:ext cx="130" cy="93"/>
              </a:xfrm>
              <a:custGeom>
                <a:avLst/>
                <a:gdLst>
                  <a:gd name="T0" fmla="*/ 1085 w 75"/>
                  <a:gd name="T1" fmla="*/ 0 h 50"/>
                  <a:gd name="T2" fmla="*/ 626 w 75"/>
                  <a:gd name="T3" fmla="*/ 112 h 50"/>
                  <a:gd name="T4" fmla="*/ 208 w 75"/>
                  <a:gd name="T5" fmla="*/ 225 h 50"/>
                  <a:gd name="T6" fmla="*/ 208 w 75"/>
                  <a:gd name="T7" fmla="*/ 1030 h 50"/>
                  <a:gd name="T8" fmla="*/ 595 w 75"/>
                  <a:gd name="T9" fmla="*/ 824 h 50"/>
                  <a:gd name="T10" fmla="*/ 896 w 75"/>
                  <a:gd name="T11" fmla="*/ 419 h 50"/>
                  <a:gd name="T12" fmla="*/ 1144 w 75"/>
                  <a:gd name="T13" fmla="*/ 238 h 50"/>
                  <a:gd name="T14" fmla="*/ 1066 w 75"/>
                  <a:gd name="T15" fmla="*/ 45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0">
                    <a:moveTo>
                      <a:pt x="69" y="0"/>
                    </a:moveTo>
                    <a:cubicBezTo>
                      <a:pt x="59" y="0"/>
                      <a:pt x="50" y="3"/>
                      <a:pt x="40" y="5"/>
                    </a:cubicBezTo>
                    <a:cubicBezTo>
                      <a:pt x="31" y="6"/>
                      <a:pt x="21" y="6"/>
                      <a:pt x="13" y="10"/>
                    </a:cubicBezTo>
                    <a:cubicBezTo>
                      <a:pt x="1" y="16"/>
                      <a:pt x="0" y="40"/>
                      <a:pt x="13" y="46"/>
                    </a:cubicBezTo>
                    <a:cubicBezTo>
                      <a:pt x="22" y="50"/>
                      <a:pt x="32" y="45"/>
                      <a:pt x="38" y="37"/>
                    </a:cubicBezTo>
                    <a:cubicBezTo>
                      <a:pt x="43" y="29"/>
                      <a:pt x="49" y="24"/>
                      <a:pt x="57" y="19"/>
                    </a:cubicBezTo>
                    <a:cubicBezTo>
                      <a:pt x="62" y="17"/>
                      <a:pt x="71" y="15"/>
                      <a:pt x="73" y="11"/>
                    </a:cubicBezTo>
                    <a:cubicBezTo>
                      <a:pt x="75" y="7"/>
                      <a:pt x="74" y="1"/>
                      <a:pt x="6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1144">
                <a:extLst>
                  <a:ext uri="{FF2B5EF4-FFF2-40B4-BE49-F238E27FC236}">
                    <a16:creationId xmlns:a16="http://schemas.microsoft.com/office/drawing/2014/main" id="{0A2E92EE-A6A4-47D9-8D29-03198E0A9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093"/>
                <a:ext cx="128" cy="70"/>
              </a:xfrm>
              <a:custGeom>
                <a:avLst/>
                <a:gdLst>
                  <a:gd name="T0" fmla="*/ 249 w 74"/>
                  <a:gd name="T1" fmla="*/ 424 h 38"/>
                  <a:gd name="T2" fmla="*/ 526 w 74"/>
                  <a:gd name="T3" fmla="*/ 0 h 38"/>
                  <a:gd name="T4" fmla="*/ 1102 w 74"/>
                  <a:gd name="T5" fmla="*/ 400 h 38"/>
                  <a:gd name="T6" fmla="*/ 258 w 74"/>
                  <a:gd name="T7" fmla="*/ 40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8">
                    <a:moveTo>
                      <a:pt x="16" y="20"/>
                    </a:moveTo>
                    <a:cubicBezTo>
                      <a:pt x="0" y="10"/>
                      <a:pt x="27" y="1"/>
                      <a:pt x="34" y="0"/>
                    </a:cubicBezTo>
                    <a:cubicBezTo>
                      <a:pt x="43" y="0"/>
                      <a:pt x="74" y="4"/>
                      <a:pt x="71" y="19"/>
                    </a:cubicBezTo>
                    <a:cubicBezTo>
                      <a:pt x="68" y="38"/>
                      <a:pt x="27" y="23"/>
                      <a:pt x="17" y="1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1145">
                <a:extLst>
                  <a:ext uri="{FF2B5EF4-FFF2-40B4-BE49-F238E27FC236}">
                    <a16:creationId xmlns:a16="http://schemas.microsoft.com/office/drawing/2014/main" id="{FAC63A9D-0D0E-4FC1-A312-91E4501E4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130"/>
                <a:ext cx="93" cy="72"/>
              </a:xfrm>
              <a:custGeom>
                <a:avLst/>
                <a:gdLst>
                  <a:gd name="T0" fmla="*/ 525 w 54"/>
                  <a:gd name="T1" fmla="*/ 68 h 39"/>
                  <a:gd name="T2" fmla="*/ 83 w 54"/>
                  <a:gd name="T3" fmla="*/ 209 h 39"/>
                  <a:gd name="T4" fmla="*/ 184 w 54"/>
                  <a:gd name="T5" fmla="*/ 757 h 39"/>
                  <a:gd name="T6" fmla="*/ 546 w 54"/>
                  <a:gd name="T7" fmla="*/ 8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9">
                    <a:moveTo>
                      <a:pt x="35" y="3"/>
                    </a:moveTo>
                    <a:cubicBezTo>
                      <a:pt x="26" y="0"/>
                      <a:pt x="11" y="0"/>
                      <a:pt x="5" y="10"/>
                    </a:cubicBezTo>
                    <a:cubicBezTo>
                      <a:pt x="0" y="17"/>
                      <a:pt x="3" y="31"/>
                      <a:pt x="12" y="35"/>
                    </a:cubicBezTo>
                    <a:cubicBezTo>
                      <a:pt x="24" y="39"/>
                      <a:pt x="54" y="14"/>
                      <a:pt x="36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1146">
                <a:extLst>
                  <a:ext uri="{FF2B5EF4-FFF2-40B4-BE49-F238E27FC236}">
                    <a16:creationId xmlns:a16="http://schemas.microsoft.com/office/drawing/2014/main" id="{C32FEA04-E148-4544-839B-CDF5D5704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2034"/>
                <a:ext cx="47" cy="66"/>
              </a:xfrm>
              <a:custGeom>
                <a:avLst/>
                <a:gdLst>
                  <a:gd name="T0" fmla="*/ 433 w 27"/>
                  <a:gd name="T1" fmla="*/ 105 h 36"/>
                  <a:gd name="T2" fmla="*/ 193 w 27"/>
                  <a:gd name="T3" fmla="*/ 44 h 36"/>
                  <a:gd name="T4" fmla="*/ 16 w 27"/>
                  <a:gd name="T5" fmla="*/ 326 h 36"/>
                  <a:gd name="T6" fmla="*/ 406 w 27"/>
                  <a:gd name="T7" fmla="*/ 172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">
                    <a:moveTo>
                      <a:pt x="27" y="5"/>
                    </a:moveTo>
                    <a:cubicBezTo>
                      <a:pt x="21" y="4"/>
                      <a:pt x="18" y="0"/>
                      <a:pt x="12" y="2"/>
                    </a:cubicBezTo>
                    <a:cubicBezTo>
                      <a:pt x="7" y="4"/>
                      <a:pt x="0" y="10"/>
                      <a:pt x="1" y="16"/>
                    </a:cubicBezTo>
                    <a:cubicBezTo>
                      <a:pt x="2" y="36"/>
                      <a:pt x="22" y="13"/>
                      <a:pt x="2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1147">
                <a:extLst>
                  <a:ext uri="{FF2B5EF4-FFF2-40B4-BE49-F238E27FC236}">
                    <a16:creationId xmlns:a16="http://schemas.microsoft.com/office/drawing/2014/main" id="{C8950F5E-05AB-48FD-8886-884CDF8AD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928"/>
                <a:ext cx="92" cy="60"/>
              </a:xfrm>
              <a:custGeom>
                <a:avLst/>
                <a:gdLst>
                  <a:gd name="T0" fmla="*/ 741 w 53"/>
                  <a:gd name="T1" fmla="*/ 212 h 32"/>
                  <a:gd name="T2" fmla="*/ 299 w 53"/>
                  <a:gd name="T3" fmla="*/ 73 h 32"/>
                  <a:gd name="T4" fmla="*/ 148 w 53"/>
                  <a:gd name="T5" fmla="*/ 634 h 32"/>
                  <a:gd name="T6" fmla="*/ 382 w 53"/>
                  <a:gd name="T7" fmla="*/ 579 h 32"/>
                  <a:gd name="T8" fmla="*/ 602 w 53"/>
                  <a:gd name="T9" fmla="*/ 467 h 32"/>
                  <a:gd name="T10" fmla="*/ 804 w 53"/>
                  <a:gd name="T11" fmla="*/ 398 h 32"/>
                  <a:gd name="T12" fmla="*/ 726 w 53"/>
                  <a:gd name="T13" fmla="*/ 18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7" y="9"/>
                    </a:moveTo>
                    <a:cubicBezTo>
                      <a:pt x="38" y="6"/>
                      <a:pt x="29" y="0"/>
                      <a:pt x="19" y="3"/>
                    </a:cubicBezTo>
                    <a:cubicBezTo>
                      <a:pt x="11" y="5"/>
                      <a:pt x="0" y="19"/>
                      <a:pt x="9" y="27"/>
                    </a:cubicBezTo>
                    <a:cubicBezTo>
                      <a:pt x="15" y="32"/>
                      <a:pt x="19" y="29"/>
                      <a:pt x="24" y="25"/>
                    </a:cubicBezTo>
                    <a:cubicBezTo>
                      <a:pt x="29" y="22"/>
                      <a:pt x="31" y="21"/>
                      <a:pt x="38" y="20"/>
                    </a:cubicBezTo>
                    <a:cubicBezTo>
                      <a:pt x="42" y="20"/>
                      <a:pt x="49" y="22"/>
                      <a:pt x="51" y="17"/>
                    </a:cubicBezTo>
                    <a:cubicBezTo>
                      <a:pt x="53" y="13"/>
                      <a:pt x="51" y="8"/>
                      <a:pt x="46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1148">
                <a:extLst>
                  <a:ext uri="{FF2B5EF4-FFF2-40B4-BE49-F238E27FC236}">
                    <a16:creationId xmlns:a16="http://schemas.microsoft.com/office/drawing/2014/main" id="{0F3D6A94-1F56-4985-85F0-465D93F86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936"/>
                <a:ext cx="59" cy="70"/>
              </a:xfrm>
              <a:custGeom>
                <a:avLst/>
                <a:gdLst>
                  <a:gd name="T0" fmla="*/ 517 w 34"/>
                  <a:gd name="T1" fmla="*/ 298 h 38"/>
                  <a:gd name="T2" fmla="*/ 187 w 34"/>
                  <a:gd name="T3" fmla="*/ 682 h 38"/>
                  <a:gd name="T4" fmla="*/ 446 w 34"/>
                  <a:gd name="T5" fmla="*/ 549 h 38"/>
                  <a:gd name="T6" fmla="*/ 491 w 34"/>
                  <a:gd name="T7" fmla="*/ 424 h 38"/>
                  <a:gd name="T8" fmla="*/ 517 w 34"/>
                  <a:gd name="T9" fmla="*/ 27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3" y="14"/>
                    </a:moveTo>
                    <a:cubicBezTo>
                      <a:pt x="31" y="0"/>
                      <a:pt x="0" y="20"/>
                      <a:pt x="12" y="32"/>
                    </a:cubicBezTo>
                    <a:cubicBezTo>
                      <a:pt x="18" y="38"/>
                      <a:pt x="25" y="31"/>
                      <a:pt x="28" y="26"/>
                    </a:cubicBezTo>
                    <a:cubicBezTo>
                      <a:pt x="28" y="26"/>
                      <a:pt x="31" y="20"/>
                      <a:pt x="31" y="20"/>
                    </a:cubicBezTo>
                    <a:cubicBezTo>
                      <a:pt x="32" y="18"/>
                      <a:pt x="34" y="17"/>
                      <a:pt x="33" y="1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1149">
                <a:extLst>
                  <a:ext uri="{FF2B5EF4-FFF2-40B4-BE49-F238E27FC236}">
                    <a16:creationId xmlns:a16="http://schemas.microsoft.com/office/drawing/2014/main" id="{7BFA24B9-F96C-4B6B-8284-E0F87E849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971"/>
                <a:ext cx="79" cy="41"/>
              </a:xfrm>
              <a:custGeom>
                <a:avLst/>
                <a:gdLst>
                  <a:gd name="T0" fmla="*/ 436 w 46"/>
                  <a:gd name="T1" fmla="*/ 45 h 22"/>
                  <a:gd name="T2" fmla="*/ 182 w 46"/>
                  <a:gd name="T3" fmla="*/ 45 h 22"/>
                  <a:gd name="T4" fmla="*/ 120 w 46"/>
                  <a:gd name="T5" fmla="*/ 406 h 22"/>
                  <a:gd name="T6" fmla="*/ 476 w 46"/>
                  <a:gd name="T7" fmla="*/ 265 h 22"/>
                  <a:gd name="T8" fmla="*/ 690 w 46"/>
                  <a:gd name="T9" fmla="*/ 209 h 22"/>
                  <a:gd name="T10" fmla="*/ 416 w 46"/>
                  <a:gd name="T11" fmla="*/ 4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2">
                    <a:moveTo>
                      <a:pt x="29" y="2"/>
                    </a:moveTo>
                    <a:cubicBezTo>
                      <a:pt x="24" y="1"/>
                      <a:pt x="17" y="0"/>
                      <a:pt x="12" y="2"/>
                    </a:cubicBezTo>
                    <a:cubicBezTo>
                      <a:pt x="6" y="5"/>
                      <a:pt x="0" y="14"/>
                      <a:pt x="8" y="18"/>
                    </a:cubicBezTo>
                    <a:cubicBezTo>
                      <a:pt x="15" y="22"/>
                      <a:pt x="24" y="12"/>
                      <a:pt x="32" y="12"/>
                    </a:cubicBezTo>
                    <a:cubicBezTo>
                      <a:pt x="36" y="12"/>
                      <a:pt x="45" y="16"/>
                      <a:pt x="46" y="9"/>
                    </a:cubicBezTo>
                    <a:cubicBezTo>
                      <a:pt x="41" y="6"/>
                      <a:pt x="34" y="2"/>
                      <a:pt x="2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1150">
                <a:extLst>
                  <a:ext uri="{FF2B5EF4-FFF2-40B4-BE49-F238E27FC236}">
                    <a16:creationId xmlns:a16="http://schemas.microsoft.com/office/drawing/2014/main" id="{0ACD51EB-6C7F-4013-8A52-2EDF34D2A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00"/>
                <a:ext cx="120" cy="108"/>
              </a:xfrm>
              <a:custGeom>
                <a:avLst/>
                <a:gdLst>
                  <a:gd name="T0" fmla="*/ 877 w 69"/>
                  <a:gd name="T1" fmla="*/ 24 h 58"/>
                  <a:gd name="T2" fmla="*/ 193 w 69"/>
                  <a:gd name="T3" fmla="*/ 309 h 58"/>
                  <a:gd name="T4" fmla="*/ 49 w 69"/>
                  <a:gd name="T5" fmla="*/ 989 h 58"/>
                  <a:gd name="T6" fmla="*/ 457 w 69"/>
                  <a:gd name="T7" fmla="*/ 1143 h 58"/>
                  <a:gd name="T8" fmla="*/ 621 w 69"/>
                  <a:gd name="T9" fmla="*/ 853 h 58"/>
                  <a:gd name="T10" fmla="*/ 795 w 69"/>
                  <a:gd name="T11" fmla="*/ 736 h 58"/>
                  <a:gd name="T12" fmla="*/ 1052 w 69"/>
                  <a:gd name="T13" fmla="*/ 443 h 58"/>
                  <a:gd name="T14" fmla="*/ 840 w 69"/>
                  <a:gd name="T15" fmla="*/ 45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58">
                    <a:moveTo>
                      <a:pt x="55" y="1"/>
                    </a:moveTo>
                    <a:cubicBezTo>
                      <a:pt x="39" y="1"/>
                      <a:pt x="23" y="0"/>
                      <a:pt x="12" y="14"/>
                    </a:cubicBezTo>
                    <a:cubicBezTo>
                      <a:pt x="6" y="22"/>
                      <a:pt x="0" y="34"/>
                      <a:pt x="3" y="44"/>
                    </a:cubicBezTo>
                    <a:cubicBezTo>
                      <a:pt x="6" y="55"/>
                      <a:pt x="21" y="58"/>
                      <a:pt x="29" y="51"/>
                    </a:cubicBezTo>
                    <a:cubicBezTo>
                      <a:pt x="33" y="48"/>
                      <a:pt x="35" y="42"/>
                      <a:pt x="39" y="38"/>
                    </a:cubicBezTo>
                    <a:cubicBezTo>
                      <a:pt x="43" y="35"/>
                      <a:pt x="45" y="35"/>
                      <a:pt x="50" y="33"/>
                    </a:cubicBezTo>
                    <a:cubicBezTo>
                      <a:pt x="57" y="30"/>
                      <a:pt x="63" y="27"/>
                      <a:pt x="66" y="20"/>
                    </a:cubicBezTo>
                    <a:cubicBezTo>
                      <a:pt x="69" y="12"/>
                      <a:pt x="62" y="4"/>
                      <a:pt x="53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1151">
                <a:extLst>
                  <a:ext uri="{FF2B5EF4-FFF2-40B4-BE49-F238E27FC236}">
                    <a16:creationId xmlns:a16="http://schemas.microsoft.com/office/drawing/2014/main" id="{0533624E-B50E-41C8-ADAF-5523CF195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285"/>
                <a:ext cx="147" cy="133"/>
              </a:xfrm>
              <a:custGeom>
                <a:avLst/>
                <a:gdLst>
                  <a:gd name="T0" fmla="*/ 1128 w 85"/>
                  <a:gd name="T1" fmla="*/ 194 h 72"/>
                  <a:gd name="T2" fmla="*/ 590 w 85"/>
                  <a:gd name="T3" fmla="*/ 177 h 72"/>
                  <a:gd name="T4" fmla="*/ 107 w 85"/>
                  <a:gd name="T5" fmla="*/ 661 h 72"/>
                  <a:gd name="T6" fmla="*/ 197 w 85"/>
                  <a:gd name="T7" fmla="*/ 1398 h 72"/>
                  <a:gd name="T8" fmla="*/ 545 w 85"/>
                  <a:gd name="T9" fmla="*/ 1419 h 72"/>
                  <a:gd name="T10" fmla="*/ 714 w 85"/>
                  <a:gd name="T11" fmla="*/ 1071 h 72"/>
                  <a:gd name="T12" fmla="*/ 1299 w 85"/>
                  <a:gd name="T13" fmla="*/ 604 h 72"/>
                  <a:gd name="T14" fmla="*/ 1128 w 85"/>
                  <a:gd name="T15" fmla="*/ 15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2">
                    <a:moveTo>
                      <a:pt x="73" y="9"/>
                    </a:moveTo>
                    <a:cubicBezTo>
                      <a:pt x="70" y="0"/>
                      <a:pt x="45" y="6"/>
                      <a:pt x="38" y="8"/>
                    </a:cubicBezTo>
                    <a:cubicBezTo>
                      <a:pt x="25" y="12"/>
                      <a:pt x="15" y="19"/>
                      <a:pt x="7" y="31"/>
                    </a:cubicBezTo>
                    <a:cubicBezTo>
                      <a:pt x="0" y="43"/>
                      <a:pt x="1" y="56"/>
                      <a:pt x="13" y="65"/>
                    </a:cubicBezTo>
                    <a:cubicBezTo>
                      <a:pt x="19" y="71"/>
                      <a:pt x="28" y="72"/>
                      <a:pt x="35" y="66"/>
                    </a:cubicBezTo>
                    <a:cubicBezTo>
                      <a:pt x="40" y="62"/>
                      <a:pt x="42" y="55"/>
                      <a:pt x="46" y="50"/>
                    </a:cubicBezTo>
                    <a:cubicBezTo>
                      <a:pt x="58" y="39"/>
                      <a:pt x="83" y="48"/>
                      <a:pt x="84" y="28"/>
                    </a:cubicBezTo>
                    <a:cubicBezTo>
                      <a:pt x="85" y="20"/>
                      <a:pt x="80" y="12"/>
                      <a:pt x="73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1152">
                <a:extLst>
                  <a:ext uri="{FF2B5EF4-FFF2-40B4-BE49-F238E27FC236}">
                    <a16:creationId xmlns:a16="http://schemas.microsoft.com/office/drawing/2014/main" id="{F340A329-3370-4580-9489-30AE623DC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438"/>
                <a:ext cx="101" cy="65"/>
              </a:xfrm>
              <a:custGeom>
                <a:avLst/>
                <a:gdLst>
                  <a:gd name="T0" fmla="*/ 818 w 58"/>
                  <a:gd name="T1" fmla="*/ 180 h 35"/>
                  <a:gd name="T2" fmla="*/ 127 w 58"/>
                  <a:gd name="T3" fmla="*/ 539 h 35"/>
                  <a:gd name="T4" fmla="*/ 413 w 58"/>
                  <a:gd name="T5" fmla="*/ 704 h 35"/>
                  <a:gd name="T6" fmla="*/ 543 w 58"/>
                  <a:gd name="T7" fmla="*/ 390 h 35"/>
                  <a:gd name="T8" fmla="*/ 818 w 58"/>
                  <a:gd name="T9" fmla="*/ 379 h 35"/>
                  <a:gd name="T10" fmla="*/ 846 w 58"/>
                  <a:gd name="T11" fmla="*/ 18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5">
                    <a:moveTo>
                      <a:pt x="51" y="8"/>
                    </a:moveTo>
                    <a:cubicBezTo>
                      <a:pt x="40" y="0"/>
                      <a:pt x="0" y="4"/>
                      <a:pt x="8" y="24"/>
                    </a:cubicBezTo>
                    <a:cubicBezTo>
                      <a:pt x="10" y="29"/>
                      <a:pt x="20" y="35"/>
                      <a:pt x="26" y="32"/>
                    </a:cubicBezTo>
                    <a:cubicBezTo>
                      <a:pt x="31" y="30"/>
                      <a:pt x="28" y="22"/>
                      <a:pt x="34" y="18"/>
                    </a:cubicBezTo>
                    <a:cubicBezTo>
                      <a:pt x="39" y="15"/>
                      <a:pt x="46" y="19"/>
                      <a:pt x="51" y="17"/>
                    </a:cubicBezTo>
                    <a:cubicBezTo>
                      <a:pt x="55" y="15"/>
                      <a:pt x="58" y="10"/>
                      <a:pt x="53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1153">
                <a:extLst>
                  <a:ext uri="{FF2B5EF4-FFF2-40B4-BE49-F238E27FC236}">
                    <a16:creationId xmlns:a16="http://schemas.microsoft.com/office/drawing/2014/main" id="{1103825C-DDCC-4DE6-97CD-BAB13DB81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436"/>
                <a:ext cx="92" cy="58"/>
              </a:xfrm>
              <a:custGeom>
                <a:avLst/>
                <a:gdLst>
                  <a:gd name="T0" fmla="*/ 85 w 53"/>
                  <a:gd name="T1" fmla="*/ 157 h 31"/>
                  <a:gd name="T2" fmla="*/ 602 w 53"/>
                  <a:gd name="T3" fmla="*/ 137 h 31"/>
                  <a:gd name="T4" fmla="*/ 705 w 53"/>
                  <a:gd name="T5" fmla="*/ 634 h 31"/>
                  <a:gd name="T6" fmla="*/ 533 w 53"/>
                  <a:gd name="T7" fmla="*/ 602 h 31"/>
                  <a:gd name="T8" fmla="*/ 347 w 53"/>
                  <a:gd name="T9" fmla="*/ 438 h 31"/>
                  <a:gd name="T10" fmla="*/ 85 w 53"/>
                  <a:gd name="T11" fmla="*/ 18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5" y="7"/>
                    </a:moveTo>
                    <a:cubicBezTo>
                      <a:pt x="16" y="3"/>
                      <a:pt x="27" y="0"/>
                      <a:pt x="38" y="6"/>
                    </a:cubicBezTo>
                    <a:cubicBezTo>
                      <a:pt x="44" y="9"/>
                      <a:pt x="53" y="22"/>
                      <a:pt x="45" y="28"/>
                    </a:cubicBezTo>
                    <a:cubicBezTo>
                      <a:pt x="42" y="31"/>
                      <a:pt x="37" y="28"/>
                      <a:pt x="34" y="26"/>
                    </a:cubicBezTo>
                    <a:cubicBezTo>
                      <a:pt x="29" y="22"/>
                      <a:pt x="29" y="20"/>
                      <a:pt x="22" y="19"/>
                    </a:cubicBezTo>
                    <a:cubicBezTo>
                      <a:pt x="16" y="19"/>
                      <a:pt x="0" y="20"/>
                      <a:pt x="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1154">
                <a:extLst>
                  <a:ext uri="{FF2B5EF4-FFF2-40B4-BE49-F238E27FC236}">
                    <a16:creationId xmlns:a16="http://schemas.microsoft.com/office/drawing/2014/main" id="{97F3DCE6-92D0-4386-8D05-2DA272D4D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396"/>
                <a:ext cx="161" cy="114"/>
              </a:xfrm>
              <a:custGeom>
                <a:avLst/>
                <a:gdLst>
                  <a:gd name="T0" fmla="*/ 357 w 93"/>
                  <a:gd name="T1" fmla="*/ 1254 h 62"/>
                  <a:gd name="T2" fmla="*/ 107 w 93"/>
                  <a:gd name="T3" fmla="*/ 460 h 62"/>
                  <a:gd name="T4" fmla="*/ 552 w 93"/>
                  <a:gd name="T5" fmla="*/ 327 h 62"/>
                  <a:gd name="T6" fmla="*/ 788 w 93"/>
                  <a:gd name="T7" fmla="*/ 318 h 62"/>
                  <a:gd name="T8" fmla="*/ 1016 w 93"/>
                  <a:gd name="T9" fmla="*/ 149 h 62"/>
                  <a:gd name="T10" fmla="*/ 1399 w 93"/>
                  <a:gd name="T11" fmla="*/ 230 h 62"/>
                  <a:gd name="T12" fmla="*/ 1042 w 93"/>
                  <a:gd name="T13" fmla="*/ 548 h 62"/>
                  <a:gd name="T14" fmla="*/ 611 w 93"/>
                  <a:gd name="T15" fmla="*/ 883 h 62"/>
                  <a:gd name="T16" fmla="*/ 431 w 93"/>
                  <a:gd name="T17" fmla="*/ 1225 h 62"/>
                  <a:gd name="T18" fmla="*/ 319 w 93"/>
                  <a:gd name="T19" fmla="*/ 1254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62">
                    <a:moveTo>
                      <a:pt x="23" y="60"/>
                    </a:moveTo>
                    <a:cubicBezTo>
                      <a:pt x="7" y="62"/>
                      <a:pt x="0" y="32"/>
                      <a:pt x="7" y="22"/>
                    </a:cubicBezTo>
                    <a:cubicBezTo>
                      <a:pt x="14" y="12"/>
                      <a:pt x="26" y="17"/>
                      <a:pt x="35" y="16"/>
                    </a:cubicBezTo>
                    <a:cubicBezTo>
                      <a:pt x="40" y="16"/>
                      <a:pt x="46" y="17"/>
                      <a:pt x="51" y="15"/>
                    </a:cubicBezTo>
                    <a:cubicBezTo>
                      <a:pt x="56" y="14"/>
                      <a:pt x="60" y="9"/>
                      <a:pt x="65" y="7"/>
                    </a:cubicBezTo>
                    <a:cubicBezTo>
                      <a:pt x="73" y="4"/>
                      <a:pt x="87" y="0"/>
                      <a:pt x="90" y="11"/>
                    </a:cubicBezTo>
                    <a:cubicBezTo>
                      <a:pt x="93" y="24"/>
                      <a:pt x="75" y="24"/>
                      <a:pt x="67" y="26"/>
                    </a:cubicBezTo>
                    <a:cubicBezTo>
                      <a:pt x="56" y="28"/>
                      <a:pt x="44" y="31"/>
                      <a:pt x="39" y="42"/>
                    </a:cubicBezTo>
                    <a:cubicBezTo>
                      <a:pt x="35" y="50"/>
                      <a:pt x="37" y="54"/>
                      <a:pt x="28" y="58"/>
                    </a:cubicBezTo>
                    <a:cubicBezTo>
                      <a:pt x="25" y="58"/>
                      <a:pt x="22" y="60"/>
                      <a:pt x="20" y="6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1155">
                <a:extLst>
                  <a:ext uri="{FF2B5EF4-FFF2-40B4-BE49-F238E27FC236}">
                    <a16:creationId xmlns:a16="http://schemas.microsoft.com/office/drawing/2014/main" id="{1B085F9E-868C-4DDF-8141-7CAE6D0B3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294"/>
                <a:ext cx="135" cy="109"/>
              </a:xfrm>
              <a:custGeom>
                <a:avLst/>
                <a:gdLst>
                  <a:gd name="T0" fmla="*/ 1085 w 78"/>
                  <a:gd name="T1" fmla="*/ 81 h 59"/>
                  <a:gd name="T2" fmla="*/ 746 w 78"/>
                  <a:gd name="T3" fmla="*/ 24 h 59"/>
                  <a:gd name="T4" fmla="*/ 249 w 78"/>
                  <a:gd name="T5" fmla="*/ 209 h 59"/>
                  <a:gd name="T6" fmla="*/ 28 w 78"/>
                  <a:gd name="T7" fmla="*/ 730 h 59"/>
                  <a:gd name="T8" fmla="*/ 320 w 78"/>
                  <a:gd name="T9" fmla="*/ 1184 h 59"/>
                  <a:gd name="T10" fmla="*/ 530 w 78"/>
                  <a:gd name="T11" fmla="*/ 713 h 59"/>
                  <a:gd name="T12" fmla="*/ 950 w 78"/>
                  <a:gd name="T13" fmla="*/ 632 h 59"/>
                  <a:gd name="T14" fmla="*/ 1213 w 78"/>
                  <a:gd name="T15" fmla="*/ 410 h 59"/>
                  <a:gd name="T16" fmla="*/ 1106 w 78"/>
                  <a:gd name="T17" fmla="*/ 177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9">
                    <a:moveTo>
                      <a:pt x="70" y="4"/>
                    </a:moveTo>
                    <a:cubicBezTo>
                      <a:pt x="66" y="0"/>
                      <a:pt x="54" y="1"/>
                      <a:pt x="48" y="1"/>
                    </a:cubicBezTo>
                    <a:cubicBezTo>
                      <a:pt x="36" y="1"/>
                      <a:pt x="25" y="1"/>
                      <a:pt x="16" y="10"/>
                    </a:cubicBezTo>
                    <a:cubicBezTo>
                      <a:pt x="9" y="15"/>
                      <a:pt x="3" y="26"/>
                      <a:pt x="2" y="34"/>
                    </a:cubicBezTo>
                    <a:cubicBezTo>
                      <a:pt x="0" y="44"/>
                      <a:pt x="10" y="59"/>
                      <a:pt x="21" y="55"/>
                    </a:cubicBezTo>
                    <a:cubicBezTo>
                      <a:pt x="29" y="51"/>
                      <a:pt x="28" y="39"/>
                      <a:pt x="34" y="33"/>
                    </a:cubicBezTo>
                    <a:cubicBezTo>
                      <a:pt x="41" y="26"/>
                      <a:pt x="52" y="29"/>
                      <a:pt x="61" y="29"/>
                    </a:cubicBezTo>
                    <a:cubicBezTo>
                      <a:pt x="68" y="28"/>
                      <a:pt x="77" y="27"/>
                      <a:pt x="78" y="19"/>
                    </a:cubicBezTo>
                    <a:cubicBezTo>
                      <a:pt x="78" y="14"/>
                      <a:pt x="76" y="9"/>
                      <a:pt x="7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1156">
                <a:extLst>
                  <a:ext uri="{FF2B5EF4-FFF2-40B4-BE49-F238E27FC236}">
                    <a16:creationId xmlns:a16="http://schemas.microsoft.com/office/drawing/2014/main" id="{8433CF70-39B5-4581-BE83-F61C86D2B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2233"/>
                <a:ext cx="83" cy="74"/>
              </a:xfrm>
              <a:custGeom>
                <a:avLst/>
                <a:gdLst>
                  <a:gd name="T0" fmla="*/ 553 w 48"/>
                  <a:gd name="T1" fmla="*/ 68 h 40"/>
                  <a:gd name="T2" fmla="*/ 144 w 48"/>
                  <a:gd name="T3" fmla="*/ 278 h 40"/>
                  <a:gd name="T4" fmla="*/ 218 w 48"/>
                  <a:gd name="T5" fmla="*/ 760 h 40"/>
                  <a:gd name="T6" fmla="*/ 467 w 48"/>
                  <a:gd name="T7" fmla="*/ 411 h 40"/>
                  <a:gd name="T8" fmla="*/ 616 w 48"/>
                  <a:gd name="T9" fmla="*/ 8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36" y="3"/>
                    </a:moveTo>
                    <a:cubicBezTo>
                      <a:pt x="29" y="0"/>
                      <a:pt x="13" y="8"/>
                      <a:pt x="9" y="13"/>
                    </a:cubicBezTo>
                    <a:cubicBezTo>
                      <a:pt x="0" y="21"/>
                      <a:pt x="3" y="31"/>
                      <a:pt x="14" y="35"/>
                    </a:cubicBezTo>
                    <a:cubicBezTo>
                      <a:pt x="29" y="40"/>
                      <a:pt x="21" y="26"/>
                      <a:pt x="30" y="19"/>
                    </a:cubicBezTo>
                    <a:cubicBezTo>
                      <a:pt x="33" y="17"/>
                      <a:pt x="48" y="10"/>
                      <a:pt x="40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1157">
                <a:extLst>
                  <a:ext uri="{FF2B5EF4-FFF2-40B4-BE49-F238E27FC236}">
                    <a16:creationId xmlns:a16="http://schemas.microsoft.com/office/drawing/2014/main" id="{E9C9570C-D5AC-4883-AD75-7EE19F02B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2132"/>
                <a:ext cx="101" cy="123"/>
              </a:xfrm>
              <a:custGeom>
                <a:avLst/>
                <a:gdLst>
                  <a:gd name="T0" fmla="*/ 719 w 58"/>
                  <a:gd name="T1" fmla="*/ 125 h 67"/>
                  <a:gd name="T2" fmla="*/ 28 w 58"/>
                  <a:gd name="T3" fmla="*/ 600 h 67"/>
                  <a:gd name="T4" fmla="*/ 479 w 58"/>
                  <a:gd name="T5" fmla="*/ 1076 h 67"/>
                  <a:gd name="T6" fmla="*/ 655 w 58"/>
                  <a:gd name="T7" fmla="*/ 771 h 67"/>
                  <a:gd name="T8" fmla="*/ 846 w 58"/>
                  <a:gd name="T9" fmla="*/ 600 h 67"/>
                  <a:gd name="T10" fmla="*/ 719 w 58"/>
                  <a:gd name="T11" fmla="*/ 149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7">
                    <a:moveTo>
                      <a:pt x="45" y="6"/>
                    </a:moveTo>
                    <a:cubicBezTo>
                      <a:pt x="29" y="0"/>
                      <a:pt x="6" y="11"/>
                      <a:pt x="2" y="29"/>
                    </a:cubicBezTo>
                    <a:cubicBezTo>
                      <a:pt x="0" y="43"/>
                      <a:pt x="17" y="67"/>
                      <a:pt x="30" y="52"/>
                    </a:cubicBezTo>
                    <a:cubicBezTo>
                      <a:pt x="34" y="47"/>
                      <a:pt x="36" y="41"/>
                      <a:pt x="41" y="37"/>
                    </a:cubicBezTo>
                    <a:cubicBezTo>
                      <a:pt x="45" y="34"/>
                      <a:pt x="50" y="34"/>
                      <a:pt x="53" y="29"/>
                    </a:cubicBezTo>
                    <a:cubicBezTo>
                      <a:pt x="58" y="20"/>
                      <a:pt x="54" y="10"/>
                      <a:pt x="45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1158">
                <a:extLst>
                  <a:ext uri="{FF2B5EF4-FFF2-40B4-BE49-F238E27FC236}">
                    <a16:creationId xmlns:a16="http://schemas.microsoft.com/office/drawing/2014/main" id="{CCFF9F68-4129-4657-88CC-BFF4E9AD1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2185"/>
                <a:ext cx="135" cy="96"/>
              </a:xfrm>
              <a:custGeom>
                <a:avLst/>
                <a:gdLst>
                  <a:gd name="T0" fmla="*/ 1021 w 78"/>
                  <a:gd name="T1" fmla="*/ 233 h 52"/>
                  <a:gd name="T2" fmla="*/ 249 w 78"/>
                  <a:gd name="T3" fmla="*/ 258 h 52"/>
                  <a:gd name="T4" fmla="*/ 28 w 78"/>
                  <a:gd name="T5" fmla="*/ 661 h 52"/>
                  <a:gd name="T6" fmla="*/ 279 w 78"/>
                  <a:gd name="T7" fmla="*/ 1095 h 52"/>
                  <a:gd name="T8" fmla="*/ 483 w 78"/>
                  <a:gd name="T9" fmla="*/ 729 h 52"/>
                  <a:gd name="T10" fmla="*/ 836 w 78"/>
                  <a:gd name="T11" fmla="*/ 685 h 52"/>
                  <a:gd name="T12" fmla="*/ 1085 w 78"/>
                  <a:gd name="T13" fmla="*/ 25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2">
                    <a:moveTo>
                      <a:pt x="66" y="11"/>
                    </a:moveTo>
                    <a:cubicBezTo>
                      <a:pt x="52" y="0"/>
                      <a:pt x="31" y="3"/>
                      <a:pt x="16" y="12"/>
                    </a:cubicBezTo>
                    <a:cubicBezTo>
                      <a:pt x="9" y="17"/>
                      <a:pt x="3" y="22"/>
                      <a:pt x="2" y="31"/>
                    </a:cubicBezTo>
                    <a:cubicBezTo>
                      <a:pt x="0" y="40"/>
                      <a:pt x="8" y="52"/>
                      <a:pt x="18" y="51"/>
                    </a:cubicBezTo>
                    <a:cubicBezTo>
                      <a:pt x="27" y="50"/>
                      <a:pt x="25" y="38"/>
                      <a:pt x="31" y="34"/>
                    </a:cubicBezTo>
                    <a:cubicBezTo>
                      <a:pt x="38" y="27"/>
                      <a:pt x="45" y="32"/>
                      <a:pt x="54" y="32"/>
                    </a:cubicBezTo>
                    <a:cubicBezTo>
                      <a:pt x="67" y="34"/>
                      <a:pt x="78" y="24"/>
                      <a:pt x="70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1159">
                <a:extLst>
                  <a:ext uri="{FF2B5EF4-FFF2-40B4-BE49-F238E27FC236}">
                    <a16:creationId xmlns:a16="http://schemas.microsoft.com/office/drawing/2014/main" id="{24741847-F074-4CCB-96CB-3D5AC3AC4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1999"/>
                <a:ext cx="109" cy="68"/>
              </a:xfrm>
              <a:custGeom>
                <a:avLst/>
                <a:gdLst>
                  <a:gd name="T0" fmla="*/ 185 w 63"/>
                  <a:gd name="T1" fmla="*/ 709 h 37"/>
                  <a:gd name="T2" fmla="*/ 431 w 63"/>
                  <a:gd name="T3" fmla="*/ 24 h 37"/>
                  <a:gd name="T4" fmla="*/ 836 w 63"/>
                  <a:gd name="T5" fmla="*/ 149 h 37"/>
                  <a:gd name="T6" fmla="*/ 914 w 63"/>
                  <a:gd name="T7" fmla="*/ 527 h 37"/>
                  <a:gd name="T8" fmla="*/ 483 w 63"/>
                  <a:gd name="T9" fmla="*/ 527 h 37"/>
                  <a:gd name="T10" fmla="*/ 234 w 63"/>
                  <a:gd name="T11" fmla="*/ 709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12" y="34"/>
                    </a:moveTo>
                    <a:cubicBezTo>
                      <a:pt x="0" y="20"/>
                      <a:pt x="10" y="0"/>
                      <a:pt x="28" y="1"/>
                    </a:cubicBezTo>
                    <a:cubicBezTo>
                      <a:pt x="36" y="1"/>
                      <a:pt x="48" y="2"/>
                      <a:pt x="54" y="7"/>
                    </a:cubicBezTo>
                    <a:cubicBezTo>
                      <a:pt x="58" y="11"/>
                      <a:pt x="63" y="20"/>
                      <a:pt x="59" y="25"/>
                    </a:cubicBezTo>
                    <a:cubicBezTo>
                      <a:pt x="51" y="35"/>
                      <a:pt x="40" y="13"/>
                      <a:pt x="31" y="25"/>
                    </a:cubicBezTo>
                    <a:cubicBezTo>
                      <a:pt x="27" y="31"/>
                      <a:pt x="24" y="37"/>
                      <a:pt x="15" y="3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1160">
                <a:extLst>
                  <a:ext uri="{FF2B5EF4-FFF2-40B4-BE49-F238E27FC236}">
                    <a16:creationId xmlns:a16="http://schemas.microsoft.com/office/drawing/2014/main" id="{2C05F2F3-373E-40BB-A614-D3F7DF0F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100"/>
                <a:ext cx="93" cy="96"/>
              </a:xfrm>
              <a:custGeom>
                <a:avLst/>
                <a:gdLst>
                  <a:gd name="T0" fmla="*/ 730 w 54"/>
                  <a:gd name="T1" fmla="*/ 177 h 52"/>
                  <a:gd name="T2" fmla="*/ 107 w 54"/>
                  <a:gd name="T3" fmla="*/ 258 h 52"/>
                  <a:gd name="T4" fmla="*/ 28 w 54"/>
                  <a:gd name="T5" fmla="*/ 729 h 52"/>
                  <a:gd name="T6" fmla="*/ 270 w 54"/>
                  <a:gd name="T7" fmla="*/ 1043 h 52"/>
                  <a:gd name="T8" fmla="*/ 377 w 54"/>
                  <a:gd name="T9" fmla="*/ 661 h 52"/>
                  <a:gd name="T10" fmla="*/ 623 w 54"/>
                  <a:gd name="T11" fmla="*/ 604 h 52"/>
                  <a:gd name="T12" fmla="*/ 818 w 54"/>
                  <a:gd name="T13" fmla="*/ 454 h 52"/>
                  <a:gd name="T14" fmla="*/ 742 w 54"/>
                  <a:gd name="T15" fmla="*/ 177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2">
                    <a:moveTo>
                      <a:pt x="48" y="8"/>
                    </a:moveTo>
                    <a:cubicBezTo>
                      <a:pt x="33" y="1"/>
                      <a:pt x="19" y="0"/>
                      <a:pt x="7" y="12"/>
                    </a:cubicBezTo>
                    <a:cubicBezTo>
                      <a:pt x="2" y="18"/>
                      <a:pt x="0" y="26"/>
                      <a:pt x="2" y="34"/>
                    </a:cubicBezTo>
                    <a:cubicBezTo>
                      <a:pt x="4" y="41"/>
                      <a:pt x="10" y="52"/>
                      <a:pt x="18" y="49"/>
                    </a:cubicBezTo>
                    <a:cubicBezTo>
                      <a:pt x="25" y="46"/>
                      <a:pt x="22" y="37"/>
                      <a:pt x="25" y="31"/>
                    </a:cubicBezTo>
                    <a:cubicBezTo>
                      <a:pt x="29" y="25"/>
                      <a:pt x="35" y="27"/>
                      <a:pt x="41" y="28"/>
                    </a:cubicBezTo>
                    <a:cubicBezTo>
                      <a:pt x="47" y="29"/>
                      <a:pt x="52" y="29"/>
                      <a:pt x="54" y="21"/>
                    </a:cubicBezTo>
                    <a:cubicBezTo>
                      <a:pt x="54" y="17"/>
                      <a:pt x="52" y="10"/>
                      <a:pt x="49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1161">
                <a:extLst>
                  <a:ext uri="{FF2B5EF4-FFF2-40B4-BE49-F238E27FC236}">
                    <a16:creationId xmlns:a16="http://schemas.microsoft.com/office/drawing/2014/main" id="{668A5E1D-7A0C-46B4-939C-CC62BE3A9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25"/>
                <a:ext cx="75" cy="60"/>
              </a:xfrm>
              <a:custGeom>
                <a:avLst/>
                <a:gdLst>
                  <a:gd name="T0" fmla="*/ 483 w 43"/>
                  <a:gd name="T1" fmla="*/ 145 h 33"/>
                  <a:gd name="T2" fmla="*/ 65 w 43"/>
                  <a:gd name="T3" fmla="*/ 215 h 33"/>
                  <a:gd name="T4" fmla="*/ 65 w 43"/>
                  <a:gd name="T5" fmla="*/ 513 h 33"/>
                  <a:gd name="T6" fmla="*/ 286 w 43"/>
                  <a:gd name="T7" fmla="*/ 456 h 33"/>
                  <a:gd name="T8" fmla="*/ 633 w 43"/>
                  <a:gd name="T9" fmla="*/ 360 h 33"/>
                  <a:gd name="T10" fmla="*/ 499 w 43"/>
                  <a:gd name="T11" fmla="*/ 16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30" y="7"/>
                    </a:moveTo>
                    <a:cubicBezTo>
                      <a:pt x="20" y="2"/>
                      <a:pt x="10" y="0"/>
                      <a:pt x="4" y="11"/>
                    </a:cubicBezTo>
                    <a:cubicBezTo>
                      <a:pt x="2" y="16"/>
                      <a:pt x="0" y="22"/>
                      <a:pt x="4" y="26"/>
                    </a:cubicBezTo>
                    <a:cubicBezTo>
                      <a:pt x="10" y="33"/>
                      <a:pt x="14" y="26"/>
                      <a:pt x="18" y="23"/>
                    </a:cubicBezTo>
                    <a:cubicBezTo>
                      <a:pt x="25" y="18"/>
                      <a:pt x="34" y="26"/>
                      <a:pt x="39" y="18"/>
                    </a:cubicBezTo>
                    <a:cubicBezTo>
                      <a:pt x="43" y="12"/>
                      <a:pt x="36" y="12"/>
                      <a:pt x="3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1162">
                <a:extLst>
                  <a:ext uri="{FF2B5EF4-FFF2-40B4-BE49-F238E27FC236}">
                    <a16:creationId xmlns:a16="http://schemas.microsoft.com/office/drawing/2014/main" id="{CD3D29C1-6511-4F5C-91BF-1D0258779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215"/>
                <a:ext cx="98" cy="70"/>
              </a:xfrm>
              <a:custGeom>
                <a:avLst/>
                <a:gdLst>
                  <a:gd name="T0" fmla="*/ 26 w 57"/>
                  <a:gd name="T1" fmla="*/ 601 h 38"/>
                  <a:gd name="T2" fmla="*/ 827 w 57"/>
                  <a:gd name="T3" fmla="*/ 379 h 38"/>
                  <a:gd name="T4" fmla="*/ 777 w 57"/>
                  <a:gd name="T5" fmla="*/ 698 h 38"/>
                  <a:gd name="T6" fmla="*/ 559 w 57"/>
                  <a:gd name="T7" fmla="*/ 601 h 38"/>
                  <a:gd name="T8" fmla="*/ 375 w 57"/>
                  <a:gd name="T9" fmla="*/ 737 h 38"/>
                  <a:gd name="T10" fmla="*/ 227 w 57"/>
                  <a:gd name="T11" fmla="*/ 781 h 38"/>
                  <a:gd name="T12" fmla="*/ 15 w 57"/>
                  <a:gd name="T13" fmla="*/ 63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28"/>
                    </a:moveTo>
                    <a:cubicBezTo>
                      <a:pt x="6" y="11"/>
                      <a:pt x="45" y="0"/>
                      <a:pt x="55" y="18"/>
                    </a:cubicBezTo>
                    <a:cubicBezTo>
                      <a:pt x="57" y="22"/>
                      <a:pt x="57" y="30"/>
                      <a:pt x="52" y="33"/>
                    </a:cubicBezTo>
                    <a:cubicBezTo>
                      <a:pt x="46" y="36"/>
                      <a:pt x="42" y="28"/>
                      <a:pt x="37" y="28"/>
                    </a:cubicBezTo>
                    <a:cubicBezTo>
                      <a:pt x="32" y="27"/>
                      <a:pt x="29" y="33"/>
                      <a:pt x="25" y="35"/>
                    </a:cubicBezTo>
                    <a:cubicBezTo>
                      <a:pt x="22" y="37"/>
                      <a:pt x="19" y="38"/>
                      <a:pt x="15" y="37"/>
                    </a:cubicBezTo>
                    <a:cubicBezTo>
                      <a:pt x="11" y="37"/>
                      <a:pt x="0" y="36"/>
                      <a:pt x="1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1163">
                <a:extLst>
                  <a:ext uri="{FF2B5EF4-FFF2-40B4-BE49-F238E27FC236}">
                    <a16:creationId xmlns:a16="http://schemas.microsoft.com/office/drawing/2014/main" id="{464BA844-51E5-4FD1-94E5-95748E196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159"/>
                <a:ext cx="54" cy="47"/>
              </a:xfrm>
              <a:custGeom>
                <a:avLst/>
                <a:gdLst>
                  <a:gd name="T0" fmla="*/ 348 w 31"/>
                  <a:gd name="T1" fmla="*/ 0 h 25"/>
                  <a:gd name="T2" fmla="*/ 237 w 31"/>
                  <a:gd name="T3" fmla="*/ 353 h 25"/>
                  <a:gd name="T4" fmla="*/ 0 w 31"/>
                  <a:gd name="T5" fmla="*/ 453 h 25"/>
                  <a:gd name="T6" fmla="*/ 385 w 31"/>
                  <a:gd name="T7" fmla="*/ 2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22" y="0"/>
                    </a:moveTo>
                    <a:cubicBezTo>
                      <a:pt x="23" y="6"/>
                      <a:pt x="20" y="12"/>
                      <a:pt x="15" y="15"/>
                    </a:cubicBezTo>
                    <a:cubicBezTo>
                      <a:pt x="11" y="19"/>
                      <a:pt x="5" y="17"/>
                      <a:pt x="0" y="19"/>
                    </a:cubicBezTo>
                    <a:cubicBezTo>
                      <a:pt x="12" y="25"/>
                      <a:pt x="31" y="15"/>
                      <a:pt x="2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1164">
                <a:extLst>
                  <a:ext uri="{FF2B5EF4-FFF2-40B4-BE49-F238E27FC236}">
                    <a16:creationId xmlns:a16="http://schemas.microsoft.com/office/drawing/2014/main" id="{ED0E4E07-F0A5-40F0-B827-313A3E807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67"/>
                <a:ext cx="89" cy="35"/>
              </a:xfrm>
              <a:custGeom>
                <a:avLst/>
                <a:gdLst>
                  <a:gd name="T0" fmla="*/ 0 w 51"/>
                  <a:gd name="T1" fmla="*/ 44 h 19"/>
                  <a:gd name="T2" fmla="*/ 286 w 51"/>
                  <a:gd name="T3" fmla="*/ 105 h 19"/>
                  <a:gd name="T4" fmla="*/ 387 w 51"/>
                  <a:gd name="T5" fmla="*/ 400 h 19"/>
                  <a:gd name="T6" fmla="*/ 822 w 51"/>
                  <a:gd name="T7" fmla="*/ 193 h 19"/>
                  <a:gd name="T8" fmla="*/ 633 w 51"/>
                  <a:gd name="T9" fmla="*/ 193 h 19"/>
                  <a:gd name="T10" fmla="*/ 421 w 51"/>
                  <a:gd name="T11" fmla="*/ 193 h 19"/>
                  <a:gd name="T12" fmla="*/ 351 w 51"/>
                  <a:gd name="T13" fmla="*/ 81 h 19"/>
                  <a:gd name="T14" fmla="*/ 262 w 51"/>
                  <a:gd name="T15" fmla="*/ 24 h 19"/>
                  <a:gd name="T16" fmla="*/ 28 w 51"/>
                  <a:gd name="T17" fmla="*/ 4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9">
                    <a:moveTo>
                      <a:pt x="0" y="2"/>
                    </a:moveTo>
                    <a:cubicBezTo>
                      <a:pt x="6" y="2"/>
                      <a:pt x="13" y="1"/>
                      <a:pt x="18" y="5"/>
                    </a:cubicBezTo>
                    <a:cubicBezTo>
                      <a:pt x="24" y="9"/>
                      <a:pt x="22" y="15"/>
                      <a:pt x="24" y="19"/>
                    </a:cubicBezTo>
                    <a:cubicBezTo>
                      <a:pt x="26" y="6"/>
                      <a:pt x="45" y="14"/>
                      <a:pt x="51" y="9"/>
                    </a:cubicBezTo>
                    <a:cubicBezTo>
                      <a:pt x="47" y="9"/>
                      <a:pt x="43" y="10"/>
                      <a:pt x="39" y="9"/>
                    </a:cubicBezTo>
                    <a:cubicBezTo>
                      <a:pt x="35" y="9"/>
                      <a:pt x="29" y="11"/>
                      <a:pt x="26" y="9"/>
                    </a:cubicBezTo>
                    <a:cubicBezTo>
                      <a:pt x="24" y="8"/>
                      <a:pt x="23" y="5"/>
                      <a:pt x="22" y="4"/>
                    </a:cubicBezTo>
                    <a:cubicBezTo>
                      <a:pt x="20" y="2"/>
                      <a:pt x="18" y="2"/>
                      <a:pt x="16" y="1"/>
                    </a:cubicBezTo>
                    <a:cubicBezTo>
                      <a:pt x="12" y="0"/>
                      <a:pt x="6" y="0"/>
                      <a:pt x="2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1165">
                <a:extLst>
                  <a:ext uri="{FF2B5EF4-FFF2-40B4-BE49-F238E27FC236}">
                    <a16:creationId xmlns:a16="http://schemas.microsoft.com/office/drawing/2014/main" id="{8AF7BA2D-06F5-46C2-B3F5-9840D57A3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196"/>
                <a:ext cx="30" cy="37"/>
              </a:xfrm>
              <a:custGeom>
                <a:avLst/>
                <a:gdLst>
                  <a:gd name="T0" fmla="*/ 0 w 17"/>
                  <a:gd name="T1" fmla="*/ 0 h 20"/>
                  <a:gd name="T2" fmla="*/ 187 w 17"/>
                  <a:gd name="T3" fmla="*/ 178 h 20"/>
                  <a:gd name="T4" fmla="*/ 252 w 17"/>
                  <a:gd name="T5" fmla="*/ 278 h 20"/>
                  <a:gd name="T6" fmla="*/ 293 w 17"/>
                  <a:gd name="T7" fmla="*/ 431 h 20"/>
                  <a:gd name="T8" fmla="*/ 224 w 17"/>
                  <a:gd name="T9" fmla="*/ 105 h 20"/>
                  <a:gd name="T10" fmla="*/ 21 w 17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4" y="2"/>
                      <a:pt x="8" y="4"/>
                      <a:pt x="11" y="8"/>
                    </a:cubicBezTo>
                    <a:cubicBezTo>
                      <a:pt x="13" y="9"/>
                      <a:pt x="14" y="11"/>
                      <a:pt x="15" y="13"/>
                    </a:cubicBezTo>
                    <a:cubicBezTo>
                      <a:pt x="16" y="15"/>
                      <a:pt x="16" y="18"/>
                      <a:pt x="17" y="20"/>
                    </a:cubicBezTo>
                    <a:cubicBezTo>
                      <a:pt x="17" y="15"/>
                      <a:pt x="17" y="9"/>
                      <a:pt x="13" y="5"/>
                    </a:cubicBezTo>
                    <a:cubicBezTo>
                      <a:pt x="10" y="2"/>
                      <a:pt x="5" y="1"/>
                      <a:pt x="1" y="0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1166">
                <a:extLst>
                  <a:ext uri="{FF2B5EF4-FFF2-40B4-BE49-F238E27FC236}">
                    <a16:creationId xmlns:a16="http://schemas.microsoft.com/office/drawing/2014/main" id="{E36C707E-A619-48B1-A115-A6E43377D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340"/>
                <a:ext cx="95" cy="95"/>
              </a:xfrm>
              <a:custGeom>
                <a:avLst/>
                <a:gdLst>
                  <a:gd name="T0" fmla="*/ 845 w 55"/>
                  <a:gd name="T1" fmla="*/ 905 h 51"/>
                  <a:gd name="T2" fmla="*/ 537 w 55"/>
                  <a:gd name="T3" fmla="*/ 576 h 51"/>
                  <a:gd name="T4" fmla="*/ 427 w 55"/>
                  <a:gd name="T5" fmla="*/ 0 h 51"/>
                  <a:gd name="T6" fmla="*/ 356 w 55"/>
                  <a:gd name="T7" fmla="*/ 600 h 51"/>
                  <a:gd name="T8" fmla="*/ 0 w 55"/>
                  <a:gd name="T9" fmla="*/ 905 h 51"/>
                  <a:gd name="T10" fmla="*/ 463 w 55"/>
                  <a:gd name="T11" fmla="*/ 877 h 51"/>
                  <a:gd name="T12" fmla="*/ 845 w 55"/>
                  <a:gd name="T13" fmla="*/ 1146 h 51"/>
                  <a:gd name="T14" fmla="*/ 845 w 55"/>
                  <a:gd name="T15" fmla="*/ 965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1">
                    <a:moveTo>
                      <a:pt x="55" y="40"/>
                    </a:moveTo>
                    <a:cubicBezTo>
                      <a:pt x="50" y="47"/>
                      <a:pt x="37" y="31"/>
                      <a:pt x="35" y="26"/>
                    </a:cubicBezTo>
                    <a:cubicBezTo>
                      <a:pt x="31" y="18"/>
                      <a:pt x="28" y="9"/>
                      <a:pt x="28" y="0"/>
                    </a:cubicBezTo>
                    <a:cubicBezTo>
                      <a:pt x="26" y="8"/>
                      <a:pt x="27" y="18"/>
                      <a:pt x="23" y="27"/>
                    </a:cubicBezTo>
                    <a:cubicBezTo>
                      <a:pt x="19" y="36"/>
                      <a:pt x="9" y="38"/>
                      <a:pt x="0" y="40"/>
                    </a:cubicBezTo>
                    <a:cubicBezTo>
                      <a:pt x="10" y="43"/>
                      <a:pt x="20" y="39"/>
                      <a:pt x="30" y="39"/>
                    </a:cubicBezTo>
                    <a:cubicBezTo>
                      <a:pt x="40" y="39"/>
                      <a:pt x="48" y="44"/>
                      <a:pt x="55" y="51"/>
                    </a:cubicBezTo>
                    <a:cubicBezTo>
                      <a:pt x="53" y="48"/>
                      <a:pt x="54" y="46"/>
                      <a:pt x="55" y="43"/>
                    </a:cubicBezTo>
                  </a:path>
                </a:pathLst>
              </a:custGeom>
              <a:solidFill>
                <a:srgbClr val="F7C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1167">
                <a:extLst>
                  <a:ext uri="{FF2B5EF4-FFF2-40B4-BE49-F238E27FC236}">
                    <a16:creationId xmlns:a16="http://schemas.microsoft.com/office/drawing/2014/main" id="{2A5C10B5-F516-4480-BF37-91B564F1E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326"/>
                <a:ext cx="35" cy="86"/>
              </a:xfrm>
              <a:custGeom>
                <a:avLst/>
                <a:gdLst>
                  <a:gd name="T0" fmla="*/ 102 w 20"/>
                  <a:gd name="T1" fmla="*/ 0 h 47"/>
                  <a:gd name="T2" fmla="*/ 327 w 20"/>
                  <a:gd name="T3" fmla="*/ 961 h 47"/>
                  <a:gd name="T4" fmla="*/ 37 w 20"/>
                  <a:gd name="T5" fmla="*/ 569 h 47"/>
                  <a:gd name="T6" fmla="*/ 86 w 20"/>
                  <a:gd name="T7" fmla="*/ 4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6" y="0"/>
                    </a:moveTo>
                    <a:cubicBezTo>
                      <a:pt x="1" y="17"/>
                      <a:pt x="5" y="38"/>
                      <a:pt x="20" y="47"/>
                    </a:cubicBezTo>
                    <a:cubicBezTo>
                      <a:pt x="11" y="47"/>
                      <a:pt x="3" y="36"/>
                      <a:pt x="2" y="28"/>
                    </a:cubicBezTo>
                    <a:cubicBezTo>
                      <a:pt x="0" y="18"/>
                      <a:pt x="4" y="10"/>
                      <a:pt x="5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1168">
                <a:extLst>
                  <a:ext uri="{FF2B5EF4-FFF2-40B4-BE49-F238E27FC236}">
                    <a16:creationId xmlns:a16="http://schemas.microsoft.com/office/drawing/2014/main" id="{159D53B0-932D-4700-B431-80D9024A2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028"/>
                <a:ext cx="38" cy="78"/>
              </a:xfrm>
              <a:custGeom>
                <a:avLst/>
                <a:gdLst>
                  <a:gd name="T0" fmla="*/ 149 w 22"/>
                  <a:gd name="T1" fmla="*/ 0 h 42"/>
                  <a:gd name="T2" fmla="*/ 340 w 22"/>
                  <a:gd name="T3" fmla="*/ 904 h 42"/>
                  <a:gd name="T4" fmla="*/ 143 w 22"/>
                  <a:gd name="T5" fmla="*/ 45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2">
                    <a:moveTo>
                      <a:pt x="10" y="0"/>
                    </a:moveTo>
                    <a:cubicBezTo>
                      <a:pt x="2" y="13"/>
                      <a:pt x="7" y="36"/>
                      <a:pt x="22" y="41"/>
                    </a:cubicBezTo>
                    <a:cubicBezTo>
                      <a:pt x="2" y="42"/>
                      <a:pt x="0" y="13"/>
                      <a:pt x="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1169">
                <a:extLst>
                  <a:ext uri="{FF2B5EF4-FFF2-40B4-BE49-F238E27FC236}">
                    <a16:creationId xmlns:a16="http://schemas.microsoft.com/office/drawing/2014/main" id="{66ABCE11-AB37-45D2-877C-875057415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189"/>
                <a:ext cx="68" cy="37"/>
              </a:xfrm>
              <a:custGeom>
                <a:avLst/>
                <a:gdLst>
                  <a:gd name="T0" fmla="*/ 629 w 39"/>
                  <a:gd name="T1" fmla="*/ 0 h 20"/>
                  <a:gd name="T2" fmla="*/ 0 w 39"/>
                  <a:gd name="T3" fmla="*/ 194 h 20"/>
                  <a:gd name="T4" fmla="*/ 408 w 39"/>
                  <a:gd name="T5" fmla="*/ 355 h 20"/>
                  <a:gd name="T6" fmla="*/ 629 w 39"/>
                  <a:gd name="T7" fmla="*/ 4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27" y="11"/>
                      <a:pt x="14" y="14"/>
                      <a:pt x="0" y="9"/>
                    </a:cubicBezTo>
                    <a:cubicBezTo>
                      <a:pt x="9" y="14"/>
                      <a:pt x="13" y="20"/>
                      <a:pt x="25" y="16"/>
                    </a:cubicBezTo>
                    <a:cubicBezTo>
                      <a:pt x="31" y="14"/>
                      <a:pt x="37" y="7"/>
                      <a:pt x="3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1170">
                <a:extLst>
                  <a:ext uri="{FF2B5EF4-FFF2-40B4-BE49-F238E27FC236}">
                    <a16:creationId xmlns:a16="http://schemas.microsoft.com/office/drawing/2014/main" id="{8309B4B4-D1EB-4C18-8C62-1F18DAA62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047"/>
                <a:ext cx="51" cy="79"/>
              </a:xfrm>
              <a:custGeom>
                <a:avLst/>
                <a:gdLst>
                  <a:gd name="T0" fmla="*/ 452 w 29"/>
                  <a:gd name="T1" fmla="*/ 652 h 43"/>
                  <a:gd name="T2" fmla="*/ 266 w 29"/>
                  <a:gd name="T3" fmla="*/ 355 h 43"/>
                  <a:gd name="T4" fmla="*/ 250 w 29"/>
                  <a:gd name="T5" fmla="*/ 0 h 43"/>
                  <a:gd name="T6" fmla="*/ 489 w 29"/>
                  <a:gd name="T7" fmla="*/ 898 h 43"/>
                  <a:gd name="T8" fmla="*/ 452 w 29"/>
                  <a:gd name="T9" fmla="*/ 65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27" y="31"/>
                    </a:moveTo>
                    <a:cubicBezTo>
                      <a:pt x="23" y="34"/>
                      <a:pt x="17" y="21"/>
                      <a:pt x="16" y="17"/>
                    </a:cubicBezTo>
                    <a:cubicBezTo>
                      <a:pt x="14" y="12"/>
                      <a:pt x="14" y="5"/>
                      <a:pt x="15" y="0"/>
                    </a:cubicBezTo>
                    <a:cubicBezTo>
                      <a:pt x="0" y="16"/>
                      <a:pt x="21" y="31"/>
                      <a:pt x="29" y="43"/>
                    </a:cubicBezTo>
                    <a:cubicBezTo>
                      <a:pt x="27" y="40"/>
                      <a:pt x="28" y="34"/>
                      <a:pt x="27" y="3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1171">
                <a:extLst>
                  <a:ext uri="{FF2B5EF4-FFF2-40B4-BE49-F238E27FC236}">
                    <a16:creationId xmlns:a16="http://schemas.microsoft.com/office/drawing/2014/main" id="{05068331-EF21-4548-AA55-22A72D2E4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211"/>
                <a:ext cx="37" cy="81"/>
              </a:xfrm>
              <a:custGeom>
                <a:avLst/>
                <a:gdLst>
                  <a:gd name="T0" fmla="*/ 358 w 21"/>
                  <a:gd name="T1" fmla="*/ 0 h 44"/>
                  <a:gd name="T2" fmla="*/ 307 w 21"/>
                  <a:gd name="T3" fmla="*/ 928 h 44"/>
                  <a:gd name="T4" fmla="*/ 37 w 21"/>
                  <a:gd name="T5" fmla="*/ 573 h 44"/>
                  <a:gd name="T6" fmla="*/ 86 w 21"/>
                  <a:gd name="T7" fmla="*/ 81 h 44"/>
                  <a:gd name="T8" fmla="*/ 241 w 21"/>
                  <a:gd name="T9" fmla="*/ 81 h 44"/>
                  <a:gd name="T10" fmla="*/ 317 w 21"/>
                  <a:gd name="T11" fmla="*/ 68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8" y="9"/>
                      <a:pt x="2" y="33"/>
                      <a:pt x="18" y="44"/>
                    </a:cubicBezTo>
                    <a:cubicBezTo>
                      <a:pt x="10" y="43"/>
                      <a:pt x="4" y="35"/>
                      <a:pt x="2" y="27"/>
                    </a:cubicBezTo>
                    <a:cubicBezTo>
                      <a:pt x="0" y="19"/>
                      <a:pt x="9" y="10"/>
                      <a:pt x="5" y="4"/>
                    </a:cubicBezTo>
                    <a:cubicBezTo>
                      <a:pt x="8" y="4"/>
                      <a:pt x="11" y="4"/>
                      <a:pt x="14" y="4"/>
                    </a:cubicBezTo>
                    <a:cubicBezTo>
                      <a:pt x="17" y="3"/>
                      <a:pt x="19" y="0"/>
                      <a:pt x="1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1172">
                <a:extLst>
                  <a:ext uri="{FF2B5EF4-FFF2-40B4-BE49-F238E27FC236}">
                    <a16:creationId xmlns:a16="http://schemas.microsoft.com/office/drawing/2014/main" id="{E9E83AC2-66B6-4462-83D5-24D328038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028"/>
                <a:ext cx="76" cy="32"/>
              </a:xfrm>
              <a:custGeom>
                <a:avLst/>
                <a:gdLst>
                  <a:gd name="T0" fmla="*/ 660 w 44"/>
                  <a:gd name="T1" fmla="*/ 0 h 17"/>
                  <a:gd name="T2" fmla="*/ 525 w 44"/>
                  <a:gd name="T3" fmla="*/ 113 h 17"/>
                  <a:gd name="T4" fmla="*/ 320 w 44"/>
                  <a:gd name="T5" fmla="*/ 241 h 17"/>
                  <a:gd name="T6" fmla="*/ 0 w 44"/>
                  <a:gd name="T7" fmla="*/ 286 h 17"/>
                  <a:gd name="T8" fmla="*/ 418 w 44"/>
                  <a:gd name="T9" fmla="*/ 286 h 17"/>
                  <a:gd name="T10" fmla="*/ 553 w 44"/>
                  <a:gd name="T11" fmla="*/ 241 h 17"/>
                  <a:gd name="T12" fmla="*/ 596 w 44"/>
                  <a:gd name="T13" fmla="*/ 373 h 17"/>
                  <a:gd name="T14" fmla="*/ 632 w 44"/>
                  <a:gd name="T15" fmla="*/ 188 h 17"/>
                  <a:gd name="T16" fmla="*/ 674 w 4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7">
                    <a:moveTo>
                      <a:pt x="43" y="0"/>
                    </a:moveTo>
                    <a:cubicBezTo>
                      <a:pt x="40" y="1"/>
                      <a:pt x="37" y="3"/>
                      <a:pt x="34" y="5"/>
                    </a:cubicBezTo>
                    <a:cubicBezTo>
                      <a:pt x="30" y="7"/>
                      <a:pt x="25" y="8"/>
                      <a:pt x="21" y="10"/>
                    </a:cubicBezTo>
                    <a:cubicBezTo>
                      <a:pt x="14" y="12"/>
                      <a:pt x="7" y="14"/>
                      <a:pt x="0" y="12"/>
                    </a:cubicBezTo>
                    <a:cubicBezTo>
                      <a:pt x="9" y="17"/>
                      <a:pt x="18" y="15"/>
                      <a:pt x="27" y="12"/>
                    </a:cubicBezTo>
                    <a:cubicBezTo>
                      <a:pt x="29" y="11"/>
                      <a:pt x="34" y="8"/>
                      <a:pt x="36" y="10"/>
                    </a:cubicBezTo>
                    <a:cubicBezTo>
                      <a:pt x="38" y="11"/>
                      <a:pt x="39" y="15"/>
                      <a:pt x="39" y="16"/>
                    </a:cubicBezTo>
                    <a:cubicBezTo>
                      <a:pt x="40" y="14"/>
                      <a:pt x="40" y="11"/>
                      <a:pt x="41" y="8"/>
                    </a:cubicBezTo>
                    <a:cubicBezTo>
                      <a:pt x="41" y="6"/>
                      <a:pt x="42" y="1"/>
                      <a:pt x="4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1173">
                <a:extLst>
                  <a:ext uri="{FF2B5EF4-FFF2-40B4-BE49-F238E27FC236}">
                    <a16:creationId xmlns:a16="http://schemas.microsoft.com/office/drawing/2014/main" id="{C0044584-C656-4E57-9615-9425E2558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320"/>
                <a:ext cx="97" cy="50"/>
              </a:xfrm>
              <a:custGeom>
                <a:avLst/>
                <a:gdLst>
                  <a:gd name="T0" fmla="*/ 873 w 56"/>
                  <a:gd name="T1" fmla="*/ 24 h 27"/>
                  <a:gd name="T2" fmla="*/ 405 w 56"/>
                  <a:gd name="T3" fmla="*/ 591 h 27"/>
                  <a:gd name="T4" fmla="*/ 0 w 56"/>
                  <a:gd name="T5" fmla="*/ 439 h 27"/>
                  <a:gd name="T6" fmla="*/ 385 w 56"/>
                  <a:gd name="T7" fmla="*/ 456 h 27"/>
                  <a:gd name="T8" fmla="*/ 857 w 56"/>
                  <a:gd name="T9" fmla="*/ 2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1"/>
                    </a:moveTo>
                    <a:cubicBezTo>
                      <a:pt x="40" y="0"/>
                      <a:pt x="31" y="15"/>
                      <a:pt x="26" y="27"/>
                    </a:cubicBezTo>
                    <a:cubicBezTo>
                      <a:pt x="21" y="22"/>
                      <a:pt x="7" y="19"/>
                      <a:pt x="0" y="20"/>
                    </a:cubicBezTo>
                    <a:cubicBezTo>
                      <a:pt x="8" y="19"/>
                      <a:pt x="17" y="17"/>
                      <a:pt x="25" y="21"/>
                    </a:cubicBezTo>
                    <a:cubicBezTo>
                      <a:pt x="33" y="12"/>
                      <a:pt x="42" y="0"/>
                      <a:pt x="55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1174">
                <a:extLst>
                  <a:ext uri="{FF2B5EF4-FFF2-40B4-BE49-F238E27FC236}">
                    <a16:creationId xmlns:a16="http://schemas.microsoft.com/office/drawing/2014/main" id="{7901FF95-9EC6-4224-91C8-406B46F21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250"/>
                <a:ext cx="65" cy="26"/>
              </a:xfrm>
              <a:custGeom>
                <a:avLst/>
                <a:gdLst>
                  <a:gd name="T0" fmla="*/ 0 w 37"/>
                  <a:gd name="T1" fmla="*/ 306 h 14"/>
                  <a:gd name="T2" fmla="*/ 351 w 37"/>
                  <a:gd name="T3" fmla="*/ 204 h 14"/>
                  <a:gd name="T4" fmla="*/ 617 w 37"/>
                  <a:gd name="T5" fmla="*/ 290 h 14"/>
                  <a:gd name="T6" fmla="*/ 21 w 37"/>
                  <a:gd name="T7" fmla="*/ 23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5" y="10"/>
                      <a:pt x="15" y="10"/>
                      <a:pt x="21" y="9"/>
                    </a:cubicBezTo>
                    <a:cubicBezTo>
                      <a:pt x="27" y="9"/>
                      <a:pt x="32" y="11"/>
                      <a:pt x="37" y="13"/>
                    </a:cubicBezTo>
                    <a:cubicBezTo>
                      <a:pt x="28" y="0"/>
                      <a:pt x="13" y="5"/>
                      <a:pt x="1" y="1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1175">
                <a:extLst>
                  <a:ext uri="{FF2B5EF4-FFF2-40B4-BE49-F238E27FC236}">
                    <a16:creationId xmlns:a16="http://schemas.microsoft.com/office/drawing/2014/main" id="{44B610E4-D35D-4CED-B160-F18A49B1B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2056"/>
                <a:ext cx="73" cy="92"/>
              </a:xfrm>
              <a:custGeom>
                <a:avLst/>
                <a:gdLst>
                  <a:gd name="T0" fmla="*/ 0 w 42"/>
                  <a:gd name="T1" fmla="*/ 548 h 50"/>
                  <a:gd name="T2" fmla="*/ 148 w 42"/>
                  <a:gd name="T3" fmla="*/ 1052 h 50"/>
                  <a:gd name="T4" fmla="*/ 348 w 42"/>
                  <a:gd name="T5" fmla="*/ 822 h 50"/>
                  <a:gd name="T6" fmla="*/ 605 w 42"/>
                  <a:gd name="T7" fmla="*/ 653 h 50"/>
                  <a:gd name="T8" fmla="*/ 619 w 42"/>
                  <a:gd name="T9" fmla="*/ 331 h 50"/>
                  <a:gd name="T10" fmla="*/ 640 w 42"/>
                  <a:gd name="T11" fmla="*/ 0 h 50"/>
                  <a:gd name="T12" fmla="*/ 577 w 42"/>
                  <a:gd name="T13" fmla="*/ 355 h 50"/>
                  <a:gd name="T14" fmla="*/ 471 w 42"/>
                  <a:gd name="T15" fmla="*/ 600 h 50"/>
                  <a:gd name="T16" fmla="*/ 236 w 42"/>
                  <a:gd name="T17" fmla="*/ 697 h 50"/>
                  <a:gd name="T18" fmla="*/ 28 w 42"/>
                  <a:gd name="T19" fmla="*/ 572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50">
                    <a:moveTo>
                      <a:pt x="0" y="26"/>
                    </a:moveTo>
                    <a:cubicBezTo>
                      <a:pt x="9" y="31"/>
                      <a:pt x="10" y="41"/>
                      <a:pt x="9" y="50"/>
                    </a:cubicBezTo>
                    <a:cubicBezTo>
                      <a:pt x="10" y="44"/>
                      <a:pt x="18" y="41"/>
                      <a:pt x="22" y="39"/>
                    </a:cubicBezTo>
                    <a:cubicBezTo>
                      <a:pt x="27" y="36"/>
                      <a:pt x="34" y="35"/>
                      <a:pt x="38" y="31"/>
                    </a:cubicBezTo>
                    <a:cubicBezTo>
                      <a:pt x="42" y="26"/>
                      <a:pt x="39" y="21"/>
                      <a:pt x="39" y="16"/>
                    </a:cubicBezTo>
                    <a:cubicBezTo>
                      <a:pt x="38" y="10"/>
                      <a:pt x="38" y="6"/>
                      <a:pt x="40" y="0"/>
                    </a:cubicBezTo>
                    <a:cubicBezTo>
                      <a:pt x="36" y="4"/>
                      <a:pt x="36" y="11"/>
                      <a:pt x="36" y="17"/>
                    </a:cubicBezTo>
                    <a:cubicBezTo>
                      <a:pt x="36" y="23"/>
                      <a:pt x="36" y="25"/>
                      <a:pt x="30" y="28"/>
                    </a:cubicBezTo>
                    <a:cubicBezTo>
                      <a:pt x="26" y="31"/>
                      <a:pt x="20" y="34"/>
                      <a:pt x="15" y="33"/>
                    </a:cubicBezTo>
                    <a:cubicBezTo>
                      <a:pt x="11" y="33"/>
                      <a:pt x="5" y="29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1176">
                <a:extLst>
                  <a:ext uri="{FF2B5EF4-FFF2-40B4-BE49-F238E27FC236}">
                    <a16:creationId xmlns:a16="http://schemas.microsoft.com/office/drawing/2014/main" id="{8DD90F36-1C72-4CE5-996B-9FFB408D2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036"/>
                <a:ext cx="14" cy="42"/>
              </a:xfrm>
              <a:custGeom>
                <a:avLst/>
                <a:gdLst>
                  <a:gd name="T0" fmla="*/ 135 w 8"/>
                  <a:gd name="T1" fmla="*/ 469 h 23"/>
                  <a:gd name="T2" fmla="*/ 135 w 8"/>
                  <a:gd name="T3" fmla="*/ 0 h 23"/>
                  <a:gd name="T4" fmla="*/ 102 w 8"/>
                  <a:gd name="T5" fmla="*/ 42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8" y="23"/>
                    </a:moveTo>
                    <a:cubicBezTo>
                      <a:pt x="3" y="17"/>
                      <a:pt x="5" y="6"/>
                      <a:pt x="8" y="0"/>
                    </a:cubicBezTo>
                    <a:cubicBezTo>
                      <a:pt x="3" y="3"/>
                      <a:pt x="0" y="17"/>
                      <a:pt x="6" y="2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1177">
                <a:extLst>
                  <a:ext uri="{FF2B5EF4-FFF2-40B4-BE49-F238E27FC236}">
                    <a16:creationId xmlns:a16="http://schemas.microsoft.com/office/drawing/2014/main" id="{510D57FC-F864-469C-AFBE-1085E5B5B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2017"/>
                <a:ext cx="43" cy="20"/>
              </a:xfrm>
              <a:custGeom>
                <a:avLst/>
                <a:gdLst>
                  <a:gd name="T0" fmla="*/ 0 w 25"/>
                  <a:gd name="T1" fmla="*/ 44 h 11"/>
                  <a:gd name="T2" fmla="*/ 210 w 25"/>
                  <a:gd name="T3" fmla="*/ 80 h 11"/>
                  <a:gd name="T4" fmla="*/ 375 w 25"/>
                  <a:gd name="T5" fmla="*/ 215 h 11"/>
                  <a:gd name="T6" fmla="*/ 184 w 25"/>
                  <a:gd name="T7" fmla="*/ 24 h 11"/>
                  <a:gd name="T8" fmla="*/ 15 w 25"/>
                  <a:gd name="T9" fmla="*/ 2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2"/>
                    </a:moveTo>
                    <a:cubicBezTo>
                      <a:pt x="4" y="3"/>
                      <a:pt x="9" y="2"/>
                      <a:pt x="14" y="4"/>
                    </a:cubicBezTo>
                    <a:cubicBezTo>
                      <a:pt x="18" y="5"/>
                      <a:pt x="21" y="8"/>
                      <a:pt x="25" y="11"/>
                    </a:cubicBezTo>
                    <a:cubicBezTo>
                      <a:pt x="21" y="5"/>
                      <a:pt x="19" y="3"/>
                      <a:pt x="12" y="1"/>
                    </a:cubicBezTo>
                    <a:cubicBezTo>
                      <a:pt x="8" y="0"/>
                      <a:pt x="5" y="2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1178">
                <a:extLst>
                  <a:ext uri="{FF2B5EF4-FFF2-40B4-BE49-F238E27FC236}">
                    <a16:creationId xmlns:a16="http://schemas.microsoft.com/office/drawing/2014/main" id="{13839520-3A93-45B1-B116-5FC852527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122"/>
                <a:ext cx="40" cy="19"/>
              </a:xfrm>
              <a:custGeom>
                <a:avLst/>
                <a:gdLst>
                  <a:gd name="T0" fmla="*/ 0 w 23"/>
                  <a:gd name="T1" fmla="*/ 76 h 10"/>
                  <a:gd name="T2" fmla="*/ 369 w 23"/>
                  <a:gd name="T3" fmla="*/ 0 h 10"/>
                  <a:gd name="T4" fmla="*/ 28 w 23"/>
                  <a:gd name="T5" fmla="*/ 10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3"/>
                    </a:moveTo>
                    <a:cubicBezTo>
                      <a:pt x="8" y="6"/>
                      <a:pt x="16" y="5"/>
                      <a:pt x="23" y="0"/>
                    </a:cubicBezTo>
                    <a:cubicBezTo>
                      <a:pt x="23" y="8"/>
                      <a:pt x="3" y="10"/>
                      <a:pt x="2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1179">
                <a:extLst>
                  <a:ext uri="{FF2B5EF4-FFF2-40B4-BE49-F238E27FC236}">
                    <a16:creationId xmlns:a16="http://schemas.microsoft.com/office/drawing/2014/main" id="{2F3D6C46-9F05-4D6D-8C0F-7E6738824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986"/>
                <a:ext cx="16" cy="35"/>
              </a:xfrm>
              <a:custGeom>
                <a:avLst/>
                <a:gdLst>
                  <a:gd name="T0" fmla="*/ 158 w 9"/>
                  <a:gd name="T1" fmla="*/ 400 h 19"/>
                  <a:gd name="T2" fmla="*/ 114 w 9"/>
                  <a:gd name="T3" fmla="*/ 0 h 19"/>
                  <a:gd name="T4" fmla="*/ 0 w 9"/>
                  <a:gd name="T5" fmla="*/ 379 h 19"/>
                  <a:gd name="T6" fmla="*/ 117 w 9"/>
                  <a:gd name="T7" fmla="*/ 40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3" y="14"/>
                      <a:pt x="5" y="7"/>
                      <a:pt x="6" y="0"/>
                    </a:cubicBezTo>
                    <a:cubicBezTo>
                      <a:pt x="3" y="6"/>
                      <a:pt x="4" y="14"/>
                      <a:pt x="0" y="18"/>
                    </a:cubicBezTo>
                    <a:cubicBezTo>
                      <a:pt x="2" y="18"/>
                      <a:pt x="5" y="18"/>
                      <a:pt x="7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1180">
                <a:extLst>
                  <a:ext uri="{FF2B5EF4-FFF2-40B4-BE49-F238E27FC236}">
                    <a16:creationId xmlns:a16="http://schemas.microsoft.com/office/drawing/2014/main" id="{8D73AA4C-B180-4613-B674-6BFC3E57C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975"/>
                <a:ext cx="45" cy="59"/>
              </a:xfrm>
              <a:custGeom>
                <a:avLst/>
                <a:gdLst>
                  <a:gd name="T0" fmla="*/ 405 w 26"/>
                  <a:gd name="T1" fmla="*/ 194 h 32"/>
                  <a:gd name="T2" fmla="*/ 279 w 26"/>
                  <a:gd name="T3" fmla="*/ 275 h 32"/>
                  <a:gd name="T4" fmla="*/ 171 w 26"/>
                  <a:gd name="T5" fmla="*/ 407 h 32"/>
                  <a:gd name="T6" fmla="*/ 107 w 26"/>
                  <a:gd name="T7" fmla="*/ 684 h 32"/>
                  <a:gd name="T8" fmla="*/ 185 w 26"/>
                  <a:gd name="T9" fmla="*/ 275 h 32"/>
                  <a:gd name="T10" fmla="*/ 0 w 26"/>
                  <a:gd name="T11" fmla="*/ 0 h 32"/>
                  <a:gd name="T12" fmla="*/ 206 w 26"/>
                  <a:gd name="T13" fmla="*/ 149 h 32"/>
                  <a:gd name="T14" fmla="*/ 296 w 26"/>
                  <a:gd name="T15" fmla="*/ 207 h 32"/>
                  <a:gd name="T16" fmla="*/ 405 w 26"/>
                  <a:gd name="T17" fmla="*/ 207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2">
                    <a:moveTo>
                      <a:pt x="26" y="9"/>
                    </a:moveTo>
                    <a:cubicBezTo>
                      <a:pt x="23" y="11"/>
                      <a:pt x="21" y="11"/>
                      <a:pt x="18" y="13"/>
                    </a:cubicBezTo>
                    <a:cubicBezTo>
                      <a:pt x="15" y="14"/>
                      <a:pt x="13" y="16"/>
                      <a:pt x="11" y="19"/>
                    </a:cubicBezTo>
                    <a:cubicBezTo>
                      <a:pt x="8" y="23"/>
                      <a:pt x="7" y="27"/>
                      <a:pt x="7" y="32"/>
                    </a:cubicBezTo>
                    <a:cubicBezTo>
                      <a:pt x="4" y="25"/>
                      <a:pt x="12" y="20"/>
                      <a:pt x="12" y="13"/>
                    </a:cubicBezTo>
                    <a:cubicBezTo>
                      <a:pt x="12" y="6"/>
                      <a:pt x="5" y="3"/>
                      <a:pt x="0" y="0"/>
                    </a:cubicBezTo>
                    <a:cubicBezTo>
                      <a:pt x="5" y="1"/>
                      <a:pt x="10" y="3"/>
                      <a:pt x="13" y="7"/>
                    </a:cubicBezTo>
                    <a:cubicBezTo>
                      <a:pt x="16" y="9"/>
                      <a:pt x="15" y="9"/>
                      <a:pt x="19" y="10"/>
                    </a:cubicBezTo>
                    <a:cubicBezTo>
                      <a:pt x="21" y="10"/>
                      <a:pt x="23" y="9"/>
                      <a:pt x="26" y="1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1181">
                <a:extLst>
                  <a:ext uri="{FF2B5EF4-FFF2-40B4-BE49-F238E27FC236}">
                    <a16:creationId xmlns:a16="http://schemas.microsoft.com/office/drawing/2014/main" id="{DDB576F0-49F8-43E8-9E7D-8E6D69248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914"/>
                <a:ext cx="45" cy="57"/>
              </a:xfrm>
              <a:custGeom>
                <a:avLst/>
                <a:gdLst>
                  <a:gd name="T0" fmla="*/ 87 w 26"/>
                  <a:gd name="T1" fmla="*/ 24 h 31"/>
                  <a:gd name="T2" fmla="*/ 171 w 26"/>
                  <a:gd name="T3" fmla="*/ 460 h 31"/>
                  <a:gd name="T4" fmla="*/ 405 w 26"/>
                  <a:gd name="T5" fmla="*/ 585 h 31"/>
                  <a:gd name="T6" fmla="*/ 107 w 26"/>
                  <a:gd name="T7" fmla="*/ 460 h 31"/>
                  <a:gd name="T8" fmla="*/ 87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6" y="1"/>
                    </a:moveTo>
                    <a:cubicBezTo>
                      <a:pt x="0" y="4"/>
                      <a:pt x="8" y="19"/>
                      <a:pt x="11" y="22"/>
                    </a:cubicBezTo>
                    <a:cubicBezTo>
                      <a:pt x="14" y="26"/>
                      <a:pt x="20" y="31"/>
                      <a:pt x="26" y="28"/>
                    </a:cubicBezTo>
                    <a:cubicBezTo>
                      <a:pt x="19" y="31"/>
                      <a:pt x="11" y="29"/>
                      <a:pt x="7" y="22"/>
                    </a:cubicBezTo>
                    <a:cubicBezTo>
                      <a:pt x="4" y="16"/>
                      <a:pt x="2" y="5"/>
                      <a:pt x="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1182">
                <a:extLst>
                  <a:ext uri="{FF2B5EF4-FFF2-40B4-BE49-F238E27FC236}">
                    <a16:creationId xmlns:a16="http://schemas.microsoft.com/office/drawing/2014/main" id="{DC566488-816D-433B-9C5C-CBB3315E4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945"/>
                <a:ext cx="33" cy="39"/>
              </a:xfrm>
              <a:custGeom>
                <a:avLst/>
                <a:gdLst>
                  <a:gd name="T0" fmla="*/ 28 w 19"/>
                  <a:gd name="T1" fmla="*/ 358 h 21"/>
                  <a:gd name="T2" fmla="*/ 127 w 19"/>
                  <a:gd name="T3" fmla="*/ 334 h 21"/>
                  <a:gd name="T4" fmla="*/ 208 w 19"/>
                  <a:gd name="T5" fmla="*/ 238 h 21"/>
                  <a:gd name="T6" fmla="*/ 299 w 19"/>
                  <a:gd name="T7" fmla="*/ 0 h 21"/>
                  <a:gd name="T8" fmla="*/ 234 w 19"/>
                  <a:gd name="T9" fmla="*/ 262 h 21"/>
                  <a:gd name="T10" fmla="*/ 148 w 19"/>
                  <a:gd name="T11" fmla="*/ 462 h 21"/>
                  <a:gd name="T12" fmla="*/ 0 w 19"/>
                  <a:gd name="T13" fmla="*/ 35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2" y="16"/>
                    </a:moveTo>
                    <a:cubicBezTo>
                      <a:pt x="2" y="15"/>
                      <a:pt x="6" y="15"/>
                      <a:pt x="8" y="15"/>
                    </a:cubicBezTo>
                    <a:cubicBezTo>
                      <a:pt x="10" y="14"/>
                      <a:pt x="12" y="13"/>
                      <a:pt x="13" y="11"/>
                    </a:cubicBezTo>
                    <a:cubicBezTo>
                      <a:pt x="16" y="8"/>
                      <a:pt x="17" y="3"/>
                      <a:pt x="19" y="0"/>
                    </a:cubicBezTo>
                    <a:cubicBezTo>
                      <a:pt x="19" y="4"/>
                      <a:pt x="17" y="9"/>
                      <a:pt x="15" y="12"/>
                    </a:cubicBezTo>
                    <a:cubicBezTo>
                      <a:pt x="14" y="15"/>
                      <a:pt x="9" y="18"/>
                      <a:pt x="9" y="21"/>
                    </a:cubicBezTo>
                    <a:cubicBezTo>
                      <a:pt x="7" y="21"/>
                      <a:pt x="2" y="17"/>
                      <a:pt x="0" y="1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1183">
                <a:extLst>
                  <a:ext uri="{FF2B5EF4-FFF2-40B4-BE49-F238E27FC236}">
                    <a16:creationId xmlns:a16="http://schemas.microsoft.com/office/drawing/2014/main" id="{1091E49C-6F8C-4249-889C-9F53D1D4F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949"/>
                <a:ext cx="24" cy="40"/>
              </a:xfrm>
              <a:custGeom>
                <a:avLst/>
                <a:gdLst>
                  <a:gd name="T0" fmla="*/ 45 w 14"/>
                  <a:gd name="T1" fmla="*/ 0 h 22"/>
                  <a:gd name="T2" fmla="*/ 0 w 14"/>
                  <a:gd name="T3" fmla="*/ 198 h 22"/>
                  <a:gd name="T4" fmla="*/ 206 w 14"/>
                  <a:gd name="T5" fmla="*/ 440 h 22"/>
                  <a:gd name="T6" fmla="*/ 168 w 14"/>
                  <a:gd name="T7" fmla="*/ 242 h 22"/>
                  <a:gd name="T8" fmla="*/ 86 w 14"/>
                  <a:gd name="T9" fmla="*/ 5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3" y="2"/>
                      <a:pt x="6" y="12"/>
                      <a:pt x="0" y="10"/>
                    </a:cubicBezTo>
                    <a:cubicBezTo>
                      <a:pt x="7" y="11"/>
                      <a:pt x="11" y="16"/>
                      <a:pt x="14" y="22"/>
                    </a:cubicBezTo>
                    <a:cubicBezTo>
                      <a:pt x="13" y="19"/>
                      <a:pt x="12" y="15"/>
                      <a:pt x="11" y="12"/>
                    </a:cubicBezTo>
                    <a:cubicBezTo>
                      <a:pt x="10" y="8"/>
                      <a:pt x="7" y="6"/>
                      <a:pt x="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1184">
                <a:extLst>
                  <a:ext uri="{FF2B5EF4-FFF2-40B4-BE49-F238E27FC236}">
                    <a16:creationId xmlns:a16="http://schemas.microsoft.com/office/drawing/2014/main" id="{439089F0-7A9D-4A19-B495-71D0576A0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363"/>
                <a:ext cx="117" cy="85"/>
              </a:xfrm>
              <a:custGeom>
                <a:avLst/>
                <a:gdLst>
                  <a:gd name="T0" fmla="*/ 0 w 68"/>
                  <a:gd name="T1" fmla="*/ 796 h 46"/>
                  <a:gd name="T2" fmla="*/ 270 w 68"/>
                  <a:gd name="T3" fmla="*/ 990 h 46"/>
                  <a:gd name="T4" fmla="*/ 779 w 68"/>
                  <a:gd name="T5" fmla="*/ 730 h 46"/>
                  <a:gd name="T6" fmla="*/ 982 w 68"/>
                  <a:gd name="T7" fmla="*/ 386 h 46"/>
                  <a:gd name="T8" fmla="*/ 1024 w 68"/>
                  <a:gd name="T9" fmla="*/ 0 h 46"/>
                  <a:gd name="T10" fmla="*/ 938 w 68"/>
                  <a:gd name="T11" fmla="*/ 327 h 46"/>
                  <a:gd name="T12" fmla="*/ 736 w 68"/>
                  <a:gd name="T13" fmla="*/ 641 h 46"/>
                  <a:gd name="T14" fmla="*/ 465 w 68"/>
                  <a:gd name="T15" fmla="*/ 782 h 46"/>
                  <a:gd name="T16" fmla="*/ 255 w 68"/>
                  <a:gd name="T17" fmla="*/ 885 h 46"/>
                  <a:gd name="T18" fmla="*/ 15 w 68"/>
                  <a:gd name="T19" fmla="*/ 782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6">
                    <a:moveTo>
                      <a:pt x="0" y="37"/>
                    </a:moveTo>
                    <a:cubicBezTo>
                      <a:pt x="6" y="35"/>
                      <a:pt x="15" y="41"/>
                      <a:pt x="18" y="46"/>
                    </a:cubicBezTo>
                    <a:cubicBezTo>
                      <a:pt x="21" y="33"/>
                      <a:pt x="43" y="37"/>
                      <a:pt x="52" y="34"/>
                    </a:cubicBezTo>
                    <a:cubicBezTo>
                      <a:pt x="59" y="31"/>
                      <a:pt x="63" y="24"/>
                      <a:pt x="65" y="18"/>
                    </a:cubicBezTo>
                    <a:cubicBezTo>
                      <a:pt x="68" y="12"/>
                      <a:pt x="66" y="6"/>
                      <a:pt x="68" y="0"/>
                    </a:cubicBezTo>
                    <a:cubicBezTo>
                      <a:pt x="64" y="3"/>
                      <a:pt x="64" y="10"/>
                      <a:pt x="62" y="15"/>
                    </a:cubicBezTo>
                    <a:cubicBezTo>
                      <a:pt x="59" y="20"/>
                      <a:pt x="54" y="26"/>
                      <a:pt x="49" y="30"/>
                    </a:cubicBezTo>
                    <a:cubicBezTo>
                      <a:pt x="44" y="34"/>
                      <a:pt x="37" y="35"/>
                      <a:pt x="31" y="36"/>
                    </a:cubicBezTo>
                    <a:cubicBezTo>
                      <a:pt x="26" y="36"/>
                      <a:pt x="20" y="36"/>
                      <a:pt x="17" y="41"/>
                    </a:cubicBezTo>
                    <a:cubicBezTo>
                      <a:pt x="11" y="37"/>
                      <a:pt x="8" y="36"/>
                      <a:pt x="1" y="3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1185">
                <a:extLst>
                  <a:ext uri="{FF2B5EF4-FFF2-40B4-BE49-F238E27FC236}">
                    <a16:creationId xmlns:a16="http://schemas.microsoft.com/office/drawing/2014/main" id="{00966903-7FC0-481F-881C-300473EB6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339"/>
                <a:ext cx="42" cy="86"/>
              </a:xfrm>
              <a:custGeom>
                <a:avLst/>
                <a:gdLst>
                  <a:gd name="T0" fmla="*/ 0 w 24"/>
                  <a:gd name="T1" fmla="*/ 496 h 47"/>
                  <a:gd name="T2" fmla="*/ 172 w 24"/>
                  <a:gd name="T3" fmla="*/ 516 h 47"/>
                  <a:gd name="T4" fmla="*/ 264 w 24"/>
                  <a:gd name="T5" fmla="*/ 348 h 47"/>
                  <a:gd name="T6" fmla="*/ 399 w 24"/>
                  <a:gd name="T7" fmla="*/ 0 h 47"/>
                  <a:gd name="T8" fmla="*/ 313 w 24"/>
                  <a:gd name="T9" fmla="*/ 553 h 47"/>
                  <a:gd name="T10" fmla="*/ 285 w 24"/>
                  <a:gd name="T11" fmla="*/ 739 h 47"/>
                  <a:gd name="T12" fmla="*/ 327 w 24"/>
                  <a:gd name="T13" fmla="*/ 961 h 47"/>
                  <a:gd name="T14" fmla="*/ 179 w 24"/>
                  <a:gd name="T15" fmla="*/ 673 h 47"/>
                  <a:gd name="T16" fmla="*/ 37 w 24"/>
                  <a:gd name="T17" fmla="*/ 47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0" y="24"/>
                    </a:moveTo>
                    <a:cubicBezTo>
                      <a:pt x="4" y="24"/>
                      <a:pt x="7" y="26"/>
                      <a:pt x="10" y="25"/>
                    </a:cubicBezTo>
                    <a:cubicBezTo>
                      <a:pt x="13" y="23"/>
                      <a:pt x="15" y="20"/>
                      <a:pt x="16" y="17"/>
                    </a:cubicBezTo>
                    <a:cubicBezTo>
                      <a:pt x="19" y="11"/>
                      <a:pt x="20" y="4"/>
                      <a:pt x="24" y="0"/>
                    </a:cubicBezTo>
                    <a:cubicBezTo>
                      <a:pt x="20" y="7"/>
                      <a:pt x="21" y="18"/>
                      <a:pt x="19" y="27"/>
                    </a:cubicBezTo>
                    <a:cubicBezTo>
                      <a:pt x="18" y="30"/>
                      <a:pt x="16" y="33"/>
                      <a:pt x="17" y="36"/>
                    </a:cubicBezTo>
                    <a:cubicBezTo>
                      <a:pt x="17" y="40"/>
                      <a:pt x="20" y="43"/>
                      <a:pt x="20" y="47"/>
                    </a:cubicBezTo>
                    <a:cubicBezTo>
                      <a:pt x="16" y="43"/>
                      <a:pt x="15" y="37"/>
                      <a:pt x="11" y="33"/>
                    </a:cubicBezTo>
                    <a:cubicBezTo>
                      <a:pt x="9" y="29"/>
                      <a:pt x="5" y="26"/>
                      <a:pt x="2" y="2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1186">
                <a:extLst>
                  <a:ext uri="{FF2B5EF4-FFF2-40B4-BE49-F238E27FC236}">
                    <a16:creationId xmlns:a16="http://schemas.microsoft.com/office/drawing/2014/main" id="{145F1B94-2BE1-4E8A-AAA7-A65760868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289"/>
                <a:ext cx="63" cy="59"/>
              </a:xfrm>
              <a:custGeom>
                <a:avLst/>
                <a:gdLst>
                  <a:gd name="T0" fmla="*/ 399 w 36"/>
                  <a:gd name="T1" fmla="*/ 684 h 32"/>
                  <a:gd name="T2" fmla="*/ 285 w 36"/>
                  <a:gd name="T3" fmla="*/ 177 h 32"/>
                  <a:gd name="T4" fmla="*/ 0 w 36"/>
                  <a:gd name="T5" fmla="*/ 0 h 32"/>
                  <a:gd name="T6" fmla="*/ 399 w 36"/>
                  <a:gd name="T7" fmla="*/ 61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24" y="32"/>
                    </a:moveTo>
                    <a:cubicBezTo>
                      <a:pt x="26" y="23"/>
                      <a:pt x="24" y="16"/>
                      <a:pt x="17" y="8"/>
                    </a:cubicBezTo>
                    <a:cubicBezTo>
                      <a:pt x="12" y="3"/>
                      <a:pt x="6" y="3"/>
                      <a:pt x="0" y="0"/>
                    </a:cubicBezTo>
                    <a:cubicBezTo>
                      <a:pt x="16" y="0"/>
                      <a:pt x="36" y="14"/>
                      <a:pt x="24" y="2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1187">
                <a:extLst>
                  <a:ext uri="{FF2B5EF4-FFF2-40B4-BE49-F238E27FC236}">
                    <a16:creationId xmlns:a16="http://schemas.microsoft.com/office/drawing/2014/main" id="{25CCB534-E8A9-4737-B08D-6D2D27D4B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074"/>
                <a:ext cx="26" cy="58"/>
              </a:xfrm>
              <a:custGeom>
                <a:avLst/>
                <a:gdLst>
                  <a:gd name="T0" fmla="*/ 220 w 15"/>
                  <a:gd name="T1" fmla="*/ 84 h 31"/>
                  <a:gd name="T2" fmla="*/ 87 w 15"/>
                  <a:gd name="T3" fmla="*/ 421 h 31"/>
                  <a:gd name="T4" fmla="*/ 234 w 15"/>
                  <a:gd name="T5" fmla="*/ 715 h 31"/>
                  <a:gd name="T6" fmla="*/ 147 w 15"/>
                  <a:gd name="T7" fmla="*/ 623 h 31"/>
                  <a:gd name="T8" fmla="*/ 62 w 15"/>
                  <a:gd name="T9" fmla="*/ 479 h 31"/>
                  <a:gd name="T10" fmla="*/ 49 w 15"/>
                  <a:gd name="T11" fmla="*/ 210 h 31"/>
                  <a:gd name="T12" fmla="*/ 0 w 15"/>
                  <a:gd name="T13" fmla="*/ 0 h 31"/>
                  <a:gd name="T14" fmla="*/ 172 w 15"/>
                  <a:gd name="T15" fmla="*/ 112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1">
                    <a:moveTo>
                      <a:pt x="14" y="4"/>
                    </a:moveTo>
                    <a:cubicBezTo>
                      <a:pt x="7" y="5"/>
                      <a:pt x="3" y="12"/>
                      <a:pt x="6" y="18"/>
                    </a:cubicBezTo>
                    <a:cubicBezTo>
                      <a:pt x="8" y="23"/>
                      <a:pt x="12" y="28"/>
                      <a:pt x="15" y="31"/>
                    </a:cubicBezTo>
                    <a:cubicBezTo>
                      <a:pt x="13" y="30"/>
                      <a:pt x="11" y="29"/>
                      <a:pt x="9" y="27"/>
                    </a:cubicBezTo>
                    <a:cubicBezTo>
                      <a:pt x="5" y="25"/>
                      <a:pt x="4" y="26"/>
                      <a:pt x="4" y="21"/>
                    </a:cubicBezTo>
                    <a:cubicBezTo>
                      <a:pt x="3" y="17"/>
                      <a:pt x="3" y="13"/>
                      <a:pt x="3" y="9"/>
                    </a:cubicBezTo>
                    <a:cubicBezTo>
                      <a:pt x="3" y="6"/>
                      <a:pt x="1" y="3"/>
                      <a:pt x="0" y="0"/>
                    </a:cubicBezTo>
                    <a:cubicBezTo>
                      <a:pt x="4" y="1"/>
                      <a:pt x="8" y="4"/>
                      <a:pt x="11" y="5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1188">
                <a:extLst>
                  <a:ext uri="{FF2B5EF4-FFF2-40B4-BE49-F238E27FC236}">
                    <a16:creationId xmlns:a16="http://schemas.microsoft.com/office/drawing/2014/main" id="{D31CCD0E-7966-40AC-AD35-9DCC27016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202"/>
                <a:ext cx="47" cy="72"/>
              </a:xfrm>
              <a:custGeom>
                <a:avLst/>
                <a:gdLst>
                  <a:gd name="T0" fmla="*/ 413 w 27"/>
                  <a:gd name="T1" fmla="*/ 685 h 39"/>
                  <a:gd name="T2" fmla="*/ 0 w 27"/>
                  <a:gd name="T3" fmla="*/ 0 h 39"/>
                  <a:gd name="T4" fmla="*/ 91 w 27"/>
                  <a:gd name="T5" fmla="*/ 476 h 39"/>
                  <a:gd name="T6" fmla="*/ 158 w 27"/>
                  <a:gd name="T7" fmla="*/ 838 h 39"/>
                  <a:gd name="T8" fmla="*/ 433 w 27"/>
                  <a:gd name="T9" fmla="*/ 72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6" y="32"/>
                    </a:moveTo>
                    <a:cubicBezTo>
                      <a:pt x="8" y="36"/>
                      <a:pt x="7" y="11"/>
                      <a:pt x="0" y="0"/>
                    </a:cubicBezTo>
                    <a:cubicBezTo>
                      <a:pt x="1" y="7"/>
                      <a:pt x="3" y="14"/>
                      <a:pt x="6" y="22"/>
                    </a:cubicBezTo>
                    <a:cubicBezTo>
                      <a:pt x="8" y="27"/>
                      <a:pt x="12" y="33"/>
                      <a:pt x="10" y="39"/>
                    </a:cubicBezTo>
                    <a:cubicBezTo>
                      <a:pt x="15" y="36"/>
                      <a:pt x="21" y="34"/>
                      <a:pt x="27" y="3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1189">
                <a:extLst>
                  <a:ext uri="{FF2B5EF4-FFF2-40B4-BE49-F238E27FC236}">
                    <a16:creationId xmlns:a16="http://schemas.microsoft.com/office/drawing/2014/main" id="{F3542727-614E-422E-B40D-A3203DF91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285"/>
                <a:ext cx="23" cy="31"/>
              </a:xfrm>
              <a:custGeom>
                <a:avLst/>
                <a:gdLst>
                  <a:gd name="T0" fmla="*/ 88 w 13"/>
                  <a:gd name="T1" fmla="*/ 24 h 17"/>
                  <a:gd name="T2" fmla="*/ 228 w 13"/>
                  <a:gd name="T3" fmla="*/ 346 h 17"/>
                  <a:gd name="T4" fmla="*/ 65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5" y="1"/>
                    </a:moveTo>
                    <a:cubicBezTo>
                      <a:pt x="5" y="6"/>
                      <a:pt x="8" y="15"/>
                      <a:pt x="13" y="17"/>
                    </a:cubicBezTo>
                    <a:cubicBezTo>
                      <a:pt x="7" y="16"/>
                      <a:pt x="0" y="5"/>
                      <a:pt x="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1190">
                <a:extLst>
                  <a:ext uri="{FF2B5EF4-FFF2-40B4-BE49-F238E27FC236}">
                    <a16:creationId xmlns:a16="http://schemas.microsoft.com/office/drawing/2014/main" id="{42D68516-F55B-4E09-89FF-0D570D9F3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2333"/>
                <a:ext cx="128" cy="68"/>
              </a:xfrm>
              <a:custGeom>
                <a:avLst/>
                <a:gdLst>
                  <a:gd name="T0" fmla="*/ 0 w 74"/>
                  <a:gd name="T1" fmla="*/ 733 h 37"/>
                  <a:gd name="T2" fmla="*/ 1143 w 74"/>
                  <a:gd name="T3" fmla="*/ 0 h 37"/>
                  <a:gd name="T4" fmla="*/ 0 w 74"/>
                  <a:gd name="T5" fmla="*/ 73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37">
                    <a:moveTo>
                      <a:pt x="0" y="35"/>
                    </a:moveTo>
                    <a:cubicBezTo>
                      <a:pt x="0" y="35"/>
                      <a:pt x="65" y="13"/>
                      <a:pt x="74" y="0"/>
                    </a:cubicBezTo>
                    <a:cubicBezTo>
                      <a:pt x="74" y="0"/>
                      <a:pt x="9" y="37"/>
                      <a:pt x="0" y="35"/>
                    </a:cubicBezTo>
                    <a:close/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1191">
                <a:extLst>
                  <a:ext uri="{FF2B5EF4-FFF2-40B4-BE49-F238E27FC236}">
                    <a16:creationId xmlns:a16="http://schemas.microsoft.com/office/drawing/2014/main" id="{2788DF7D-6568-441C-95C5-87EC515A4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435"/>
                <a:ext cx="71" cy="27"/>
              </a:xfrm>
              <a:custGeom>
                <a:avLst/>
                <a:gdLst>
                  <a:gd name="T0" fmla="*/ 0 w 41"/>
                  <a:gd name="T1" fmla="*/ 23 h 15"/>
                  <a:gd name="T2" fmla="*/ 341 w 41"/>
                  <a:gd name="T3" fmla="*/ 263 h 15"/>
                  <a:gd name="T4" fmla="*/ 611 w 41"/>
                  <a:gd name="T5" fmla="*/ 0 h 15"/>
                  <a:gd name="T6" fmla="*/ 261 w 41"/>
                  <a:gd name="T7" fmla="*/ 169 h 15"/>
                  <a:gd name="T8" fmla="*/ 28 w 4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5">
                    <a:moveTo>
                      <a:pt x="0" y="1"/>
                    </a:moveTo>
                    <a:cubicBezTo>
                      <a:pt x="6" y="7"/>
                      <a:pt x="12" y="15"/>
                      <a:pt x="22" y="14"/>
                    </a:cubicBezTo>
                    <a:cubicBezTo>
                      <a:pt x="28" y="13"/>
                      <a:pt x="41" y="8"/>
                      <a:pt x="39" y="0"/>
                    </a:cubicBezTo>
                    <a:cubicBezTo>
                      <a:pt x="33" y="4"/>
                      <a:pt x="25" y="10"/>
                      <a:pt x="17" y="9"/>
                    </a:cubicBezTo>
                    <a:cubicBezTo>
                      <a:pt x="11" y="9"/>
                      <a:pt x="8" y="1"/>
                      <a:pt x="2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1192">
                <a:extLst>
                  <a:ext uri="{FF2B5EF4-FFF2-40B4-BE49-F238E27FC236}">
                    <a16:creationId xmlns:a16="http://schemas.microsoft.com/office/drawing/2014/main" id="{E61A1C2A-10C4-4B3D-A07A-6EB21C983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424"/>
                <a:ext cx="33" cy="12"/>
              </a:xfrm>
              <a:custGeom>
                <a:avLst/>
                <a:gdLst>
                  <a:gd name="T0" fmla="*/ 0 w 19"/>
                  <a:gd name="T1" fmla="*/ 26 h 7"/>
                  <a:gd name="T2" fmla="*/ 299 w 19"/>
                  <a:gd name="T3" fmla="*/ 0 h 7"/>
                  <a:gd name="T4" fmla="*/ 49 w 19"/>
                  <a:gd name="T5" fmla="*/ 2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2"/>
                    </a:moveTo>
                    <a:cubicBezTo>
                      <a:pt x="5" y="6"/>
                      <a:pt x="16" y="7"/>
                      <a:pt x="19" y="0"/>
                    </a:cubicBezTo>
                    <a:cubicBezTo>
                      <a:pt x="16" y="2"/>
                      <a:pt x="5" y="5"/>
                      <a:pt x="3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1193">
                <a:extLst>
                  <a:ext uri="{FF2B5EF4-FFF2-40B4-BE49-F238E27FC236}">
                    <a16:creationId xmlns:a16="http://schemas.microsoft.com/office/drawing/2014/main" id="{D0A8385D-D03A-46F6-9CD7-36B6BC9A2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448"/>
                <a:ext cx="93" cy="48"/>
              </a:xfrm>
              <a:custGeom>
                <a:avLst/>
                <a:gdLst>
                  <a:gd name="T0" fmla="*/ 756 w 54"/>
                  <a:gd name="T1" fmla="*/ 0 h 26"/>
                  <a:gd name="T2" fmla="*/ 465 w 54"/>
                  <a:gd name="T3" fmla="*/ 430 h 26"/>
                  <a:gd name="T4" fmla="*/ 210 w 54"/>
                  <a:gd name="T5" fmla="*/ 535 h 26"/>
                  <a:gd name="T6" fmla="*/ 0 w 54"/>
                  <a:gd name="T7" fmla="*/ 430 h 26"/>
                  <a:gd name="T8" fmla="*/ 291 w 54"/>
                  <a:gd name="T9" fmla="*/ 347 h 26"/>
                  <a:gd name="T10" fmla="*/ 561 w 54"/>
                  <a:gd name="T11" fmla="*/ 258 h 26"/>
                  <a:gd name="T12" fmla="*/ 742 w 54"/>
                  <a:gd name="T13" fmla="*/ 6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50" y="0"/>
                    </a:moveTo>
                    <a:cubicBezTo>
                      <a:pt x="54" y="11"/>
                      <a:pt x="39" y="17"/>
                      <a:pt x="31" y="20"/>
                    </a:cubicBezTo>
                    <a:cubicBezTo>
                      <a:pt x="26" y="22"/>
                      <a:pt x="20" y="24"/>
                      <a:pt x="14" y="25"/>
                    </a:cubicBezTo>
                    <a:cubicBezTo>
                      <a:pt x="9" y="26"/>
                      <a:pt x="5" y="23"/>
                      <a:pt x="0" y="20"/>
                    </a:cubicBezTo>
                    <a:cubicBezTo>
                      <a:pt x="7" y="21"/>
                      <a:pt x="13" y="18"/>
                      <a:pt x="19" y="16"/>
                    </a:cubicBezTo>
                    <a:cubicBezTo>
                      <a:pt x="25" y="15"/>
                      <a:pt x="31" y="15"/>
                      <a:pt x="37" y="12"/>
                    </a:cubicBezTo>
                    <a:cubicBezTo>
                      <a:pt x="40" y="10"/>
                      <a:pt x="48" y="7"/>
                      <a:pt x="4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1194">
                <a:extLst>
                  <a:ext uri="{FF2B5EF4-FFF2-40B4-BE49-F238E27FC236}">
                    <a16:creationId xmlns:a16="http://schemas.microsoft.com/office/drawing/2014/main" id="{3573AA92-40BC-4D21-9B62-D1A283839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460"/>
                <a:ext cx="99" cy="54"/>
              </a:xfrm>
              <a:custGeom>
                <a:avLst/>
                <a:gdLst>
                  <a:gd name="T0" fmla="*/ 901 w 57"/>
                  <a:gd name="T1" fmla="*/ 45 h 29"/>
                  <a:gd name="T2" fmla="*/ 790 w 57"/>
                  <a:gd name="T3" fmla="*/ 337 h 29"/>
                  <a:gd name="T4" fmla="*/ 556 w 57"/>
                  <a:gd name="T5" fmla="*/ 516 h 29"/>
                  <a:gd name="T6" fmla="*/ 0 w 57"/>
                  <a:gd name="T7" fmla="*/ 600 h 29"/>
                  <a:gd name="T8" fmla="*/ 361 w 57"/>
                  <a:gd name="T9" fmla="*/ 492 h 29"/>
                  <a:gd name="T10" fmla="*/ 582 w 57"/>
                  <a:gd name="T11" fmla="*/ 309 h 29"/>
                  <a:gd name="T12" fmla="*/ 881 w 5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9">
                    <a:moveTo>
                      <a:pt x="57" y="2"/>
                    </a:moveTo>
                    <a:cubicBezTo>
                      <a:pt x="55" y="4"/>
                      <a:pt x="53" y="12"/>
                      <a:pt x="50" y="15"/>
                    </a:cubicBezTo>
                    <a:cubicBezTo>
                      <a:pt x="46" y="20"/>
                      <a:pt x="40" y="21"/>
                      <a:pt x="35" y="23"/>
                    </a:cubicBezTo>
                    <a:cubicBezTo>
                      <a:pt x="24" y="27"/>
                      <a:pt x="12" y="28"/>
                      <a:pt x="0" y="27"/>
                    </a:cubicBezTo>
                    <a:cubicBezTo>
                      <a:pt x="5" y="29"/>
                      <a:pt x="18" y="24"/>
                      <a:pt x="23" y="22"/>
                    </a:cubicBezTo>
                    <a:cubicBezTo>
                      <a:pt x="28" y="19"/>
                      <a:pt x="33" y="17"/>
                      <a:pt x="37" y="14"/>
                    </a:cubicBezTo>
                    <a:cubicBezTo>
                      <a:pt x="44" y="10"/>
                      <a:pt x="51" y="6"/>
                      <a:pt x="5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1195">
                <a:extLst>
                  <a:ext uri="{FF2B5EF4-FFF2-40B4-BE49-F238E27FC236}">
                    <a16:creationId xmlns:a16="http://schemas.microsoft.com/office/drawing/2014/main" id="{F0FAE3E5-531C-4D96-A84A-FAB64A8AC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468"/>
                <a:ext cx="64" cy="53"/>
              </a:xfrm>
              <a:custGeom>
                <a:avLst/>
                <a:gdLst>
                  <a:gd name="T0" fmla="*/ 548 w 37"/>
                  <a:gd name="T1" fmla="*/ 0 h 29"/>
                  <a:gd name="T2" fmla="*/ 446 w 37"/>
                  <a:gd name="T3" fmla="*/ 444 h 29"/>
                  <a:gd name="T4" fmla="*/ 0 w 37"/>
                  <a:gd name="T5" fmla="*/ 537 h 29"/>
                  <a:gd name="T6" fmla="*/ 431 w 37"/>
                  <a:gd name="T7" fmla="*/ 323 h 29"/>
                  <a:gd name="T8" fmla="*/ 548 w 3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35" y="0"/>
                    </a:moveTo>
                    <a:cubicBezTo>
                      <a:pt x="37" y="8"/>
                      <a:pt x="37" y="17"/>
                      <a:pt x="29" y="22"/>
                    </a:cubicBezTo>
                    <a:cubicBezTo>
                      <a:pt x="21" y="28"/>
                      <a:pt x="8" y="29"/>
                      <a:pt x="0" y="26"/>
                    </a:cubicBezTo>
                    <a:cubicBezTo>
                      <a:pt x="10" y="26"/>
                      <a:pt x="22" y="24"/>
                      <a:pt x="28" y="16"/>
                    </a:cubicBezTo>
                    <a:cubicBezTo>
                      <a:pt x="32" y="11"/>
                      <a:pt x="33" y="5"/>
                      <a:pt x="3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1196">
                <a:extLst>
                  <a:ext uri="{FF2B5EF4-FFF2-40B4-BE49-F238E27FC236}">
                    <a16:creationId xmlns:a16="http://schemas.microsoft.com/office/drawing/2014/main" id="{C1AAD81D-C272-4539-88EB-030EA3C86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481"/>
                <a:ext cx="56" cy="29"/>
              </a:xfrm>
              <a:custGeom>
                <a:avLst/>
                <a:gdLst>
                  <a:gd name="T0" fmla="*/ 21 w 32"/>
                  <a:gd name="T1" fmla="*/ 0 h 16"/>
                  <a:gd name="T2" fmla="*/ 527 w 32"/>
                  <a:gd name="T3" fmla="*/ 263 h 16"/>
                  <a:gd name="T4" fmla="*/ 37 w 32"/>
                  <a:gd name="T5" fmla="*/ 5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1" y="0"/>
                    </a:moveTo>
                    <a:cubicBezTo>
                      <a:pt x="0" y="16"/>
                      <a:pt x="21" y="13"/>
                      <a:pt x="32" y="13"/>
                    </a:cubicBezTo>
                    <a:cubicBezTo>
                      <a:pt x="26" y="10"/>
                      <a:pt x="3" y="12"/>
                      <a:pt x="2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1197">
                <a:extLst>
                  <a:ext uri="{FF2B5EF4-FFF2-40B4-BE49-F238E27FC236}">
                    <a16:creationId xmlns:a16="http://schemas.microsoft.com/office/drawing/2014/main" id="{0F82F744-4FC7-4E15-BAFE-F3C282CA0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18"/>
                <a:ext cx="35" cy="49"/>
              </a:xfrm>
              <a:custGeom>
                <a:avLst/>
                <a:gdLst>
                  <a:gd name="T0" fmla="*/ 249 w 20"/>
                  <a:gd name="T1" fmla="*/ 0 h 26"/>
                  <a:gd name="T2" fmla="*/ 0 w 20"/>
                  <a:gd name="T3" fmla="*/ 597 h 26"/>
                  <a:gd name="T4" fmla="*/ 236 w 20"/>
                  <a:gd name="T5" fmla="*/ 401 h 26"/>
                  <a:gd name="T6" fmla="*/ 285 w 20"/>
                  <a:gd name="T7" fmla="*/ 7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cubicBezTo>
                      <a:pt x="20" y="7"/>
                      <a:pt x="8" y="26"/>
                      <a:pt x="0" y="25"/>
                    </a:cubicBezTo>
                    <a:cubicBezTo>
                      <a:pt x="7" y="25"/>
                      <a:pt x="10" y="23"/>
                      <a:pt x="14" y="17"/>
                    </a:cubicBezTo>
                    <a:cubicBezTo>
                      <a:pt x="16" y="12"/>
                      <a:pt x="17" y="8"/>
                      <a:pt x="17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1198">
                <a:extLst>
                  <a:ext uri="{FF2B5EF4-FFF2-40B4-BE49-F238E27FC236}">
                    <a16:creationId xmlns:a16="http://schemas.microsoft.com/office/drawing/2014/main" id="{16B4033A-BBA2-4AD7-BAAE-A5C016C11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004"/>
                <a:ext cx="80" cy="50"/>
              </a:xfrm>
              <a:custGeom>
                <a:avLst/>
                <a:gdLst>
                  <a:gd name="T0" fmla="*/ 642 w 46"/>
                  <a:gd name="T1" fmla="*/ 24 h 27"/>
                  <a:gd name="T2" fmla="*/ 221 w 46"/>
                  <a:gd name="T3" fmla="*/ 106 h 27"/>
                  <a:gd name="T4" fmla="*/ 49 w 46"/>
                  <a:gd name="T5" fmla="*/ 330 h 27"/>
                  <a:gd name="T6" fmla="*/ 85 w 46"/>
                  <a:gd name="T7" fmla="*/ 591 h 27"/>
                  <a:gd name="T8" fmla="*/ 257 w 46"/>
                  <a:gd name="T9" fmla="*/ 306 h 27"/>
                  <a:gd name="T10" fmla="*/ 475 w 46"/>
                  <a:gd name="T11" fmla="*/ 178 h 27"/>
                  <a:gd name="T12" fmla="*/ 642 w 46"/>
                  <a:gd name="T13" fmla="*/ 44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40" y="1"/>
                    </a:moveTo>
                    <a:cubicBezTo>
                      <a:pt x="31" y="0"/>
                      <a:pt x="22" y="1"/>
                      <a:pt x="14" y="5"/>
                    </a:cubicBezTo>
                    <a:cubicBezTo>
                      <a:pt x="10" y="8"/>
                      <a:pt x="6" y="11"/>
                      <a:pt x="3" y="15"/>
                    </a:cubicBezTo>
                    <a:cubicBezTo>
                      <a:pt x="2" y="17"/>
                      <a:pt x="0" y="26"/>
                      <a:pt x="5" y="27"/>
                    </a:cubicBezTo>
                    <a:cubicBezTo>
                      <a:pt x="7" y="27"/>
                      <a:pt x="13" y="16"/>
                      <a:pt x="16" y="14"/>
                    </a:cubicBezTo>
                    <a:cubicBezTo>
                      <a:pt x="20" y="11"/>
                      <a:pt x="24" y="9"/>
                      <a:pt x="30" y="8"/>
                    </a:cubicBezTo>
                    <a:cubicBezTo>
                      <a:pt x="31" y="7"/>
                      <a:pt x="46" y="6"/>
                      <a:pt x="40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1199">
                <a:extLst>
                  <a:ext uri="{FF2B5EF4-FFF2-40B4-BE49-F238E27FC236}">
                    <a16:creationId xmlns:a16="http://schemas.microsoft.com/office/drawing/2014/main" id="{BDF2E817-C482-47B5-8A16-6C1EB4413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908"/>
                <a:ext cx="38" cy="30"/>
              </a:xfrm>
              <a:custGeom>
                <a:avLst/>
                <a:gdLst>
                  <a:gd name="T0" fmla="*/ 320 w 22"/>
                  <a:gd name="T1" fmla="*/ 0 h 16"/>
                  <a:gd name="T2" fmla="*/ 233 w 22"/>
                  <a:gd name="T3" fmla="*/ 73 h 16"/>
                  <a:gd name="T4" fmla="*/ 107 w 22"/>
                  <a:gd name="T5" fmla="*/ 137 h 16"/>
                  <a:gd name="T6" fmla="*/ 86 w 22"/>
                  <a:gd name="T7" fmla="*/ 369 h 16"/>
                  <a:gd name="T8" fmla="*/ 257 w 22"/>
                  <a:gd name="T9" fmla="*/ 137 h 16"/>
                  <a:gd name="T10" fmla="*/ 340 w 2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1" y="0"/>
                    </a:moveTo>
                    <a:cubicBezTo>
                      <a:pt x="19" y="0"/>
                      <a:pt x="17" y="2"/>
                      <a:pt x="15" y="3"/>
                    </a:cubicBezTo>
                    <a:cubicBezTo>
                      <a:pt x="13" y="4"/>
                      <a:pt x="10" y="4"/>
                      <a:pt x="7" y="6"/>
                    </a:cubicBezTo>
                    <a:cubicBezTo>
                      <a:pt x="5" y="8"/>
                      <a:pt x="0" y="15"/>
                      <a:pt x="6" y="16"/>
                    </a:cubicBezTo>
                    <a:cubicBezTo>
                      <a:pt x="10" y="16"/>
                      <a:pt x="14" y="8"/>
                      <a:pt x="17" y="6"/>
                    </a:cubicBezTo>
                    <a:cubicBezTo>
                      <a:pt x="19" y="4"/>
                      <a:pt x="20" y="2"/>
                      <a:pt x="22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1200">
                <a:extLst>
                  <a:ext uri="{FF2B5EF4-FFF2-40B4-BE49-F238E27FC236}">
                    <a16:creationId xmlns:a16="http://schemas.microsoft.com/office/drawing/2014/main" id="{2812098C-09EE-4963-B297-674A67D73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949"/>
                <a:ext cx="35" cy="18"/>
              </a:xfrm>
              <a:custGeom>
                <a:avLst/>
                <a:gdLst>
                  <a:gd name="T0" fmla="*/ 249 w 20"/>
                  <a:gd name="T1" fmla="*/ 23 h 10"/>
                  <a:gd name="T2" fmla="*/ 49 w 20"/>
                  <a:gd name="T3" fmla="*/ 146 h 10"/>
                  <a:gd name="T4" fmla="*/ 301 w 2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15" y="1"/>
                    </a:moveTo>
                    <a:cubicBezTo>
                      <a:pt x="13" y="1"/>
                      <a:pt x="0" y="3"/>
                      <a:pt x="3" y="8"/>
                    </a:cubicBezTo>
                    <a:cubicBezTo>
                      <a:pt x="5" y="10"/>
                      <a:pt x="20" y="1"/>
                      <a:pt x="1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1201">
                <a:extLst>
                  <a:ext uri="{FF2B5EF4-FFF2-40B4-BE49-F238E27FC236}">
                    <a16:creationId xmlns:a16="http://schemas.microsoft.com/office/drawing/2014/main" id="{B2092006-5605-483F-882D-C8A754D51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124"/>
                <a:ext cx="26" cy="45"/>
              </a:xfrm>
              <a:custGeom>
                <a:avLst/>
                <a:gdLst>
                  <a:gd name="T0" fmla="*/ 147 w 15"/>
                  <a:gd name="T1" fmla="*/ 0 h 24"/>
                  <a:gd name="T2" fmla="*/ 16 w 15"/>
                  <a:gd name="T3" fmla="*/ 285 h 24"/>
                  <a:gd name="T4" fmla="*/ 87 w 15"/>
                  <a:gd name="T5" fmla="*/ 555 h 24"/>
                  <a:gd name="T6" fmla="*/ 151 w 15"/>
                  <a:gd name="T7" fmla="*/ 158 h 24"/>
                  <a:gd name="T8" fmla="*/ 220 w 15"/>
                  <a:gd name="T9" fmla="*/ 53 h 24"/>
                  <a:gd name="T10" fmla="*/ 151 w 15"/>
                  <a:gd name="T11" fmla="*/ 2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9" y="0"/>
                    </a:moveTo>
                    <a:cubicBezTo>
                      <a:pt x="4" y="2"/>
                      <a:pt x="2" y="6"/>
                      <a:pt x="1" y="12"/>
                    </a:cubicBezTo>
                    <a:cubicBezTo>
                      <a:pt x="0" y="16"/>
                      <a:pt x="0" y="24"/>
                      <a:pt x="6" y="24"/>
                    </a:cubicBezTo>
                    <a:cubicBezTo>
                      <a:pt x="6" y="18"/>
                      <a:pt x="6" y="12"/>
                      <a:pt x="10" y="7"/>
                    </a:cubicBezTo>
                    <a:cubicBezTo>
                      <a:pt x="12" y="6"/>
                      <a:pt x="15" y="5"/>
                      <a:pt x="14" y="2"/>
                    </a:cubicBezTo>
                    <a:cubicBezTo>
                      <a:pt x="14" y="0"/>
                      <a:pt x="12" y="0"/>
                      <a:pt x="10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1202">
                <a:extLst>
                  <a:ext uri="{FF2B5EF4-FFF2-40B4-BE49-F238E27FC236}">
                    <a16:creationId xmlns:a16="http://schemas.microsoft.com/office/drawing/2014/main" id="{B96651FE-ABBF-4C11-94E2-509C56822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036"/>
                <a:ext cx="28" cy="16"/>
              </a:xfrm>
              <a:custGeom>
                <a:avLst/>
                <a:gdLst>
                  <a:gd name="T0" fmla="*/ 151 w 16"/>
                  <a:gd name="T1" fmla="*/ 0 h 9"/>
                  <a:gd name="T2" fmla="*/ 21 w 16"/>
                  <a:gd name="T3" fmla="*/ 117 h 9"/>
                  <a:gd name="T4" fmla="*/ 179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4" y="0"/>
                      <a:pt x="0" y="2"/>
                      <a:pt x="1" y="7"/>
                    </a:cubicBezTo>
                    <a:cubicBezTo>
                      <a:pt x="4" y="9"/>
                      <a:pt x="16" y="3"/>
                      <a:pt x="11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1203">
                <a:extLst>
                  <a:ext uri="{FF2B5EF4-FFF2-40B4-BE49-F238E27FC236}">
                    <a16:creationId xmlns:a16="http://schemas.microsoft.com/office/drawing/2014/main" id="{0C486526-6048-421B-8271-1BB1B8891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973"/>
                <a:ext cx="33" cy="37"/>
              </a:xfrm>
              <a:custGeom>
                <a:avLst/>
                <a:gdLst>
                  <a:gd name="T0" fmla="*/ 257 w 19"/>
                  <a:gd name="T1" fmla="*/ 24 h 20"/>
                  <a:gd name="T2" fmla="*/ 148 w 19"/>
                  <a:gd name="T3" fmla="*/ 359 h 20"/>
                  <a:gd name="T4" fmla="*/ 189 w 19"/>
                  <a:gd name="T5" fmla="*/ 150 h 20"/>
                  <a:gd name="T6" fmla="*/ 234 w 19"/>
                  <a:gd name="T7" fmla="*/ 2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16" y="1"/>
                    </a:moveTo>
                    <a:cubicBezTo>
                      <a:pt x="5" y="0"/>
                      <a:pt x="0" y="20"/>
                      <a:pt x="9" y="17"/>
                    </a:cubicBezTo>
                    <a:cubicBezTo>
                      <a:pt x="9" y="13"/>
                      <a:pt x="9" y="10"/>
                      <a:pt x="12" y="7"/>
                    </a:cubicBezTo>
                    <a:cubicBezTo>
                      <a:pt x="14" y="5"/>
                      <a:pt x="19" y="4"/>
                      <a:pt x="15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1204">
                <a:extLst>
                  <a:ext uri="{FF2B5EF4-FFF2-40B4-BE49-F238E27FC236}">
                    <a16:creationId xmlns:a16="http://schemas.microsoft.com/office/drawing/2014/main" id="{3A44F7C9-405D-4B1D-BECD-7A87E2D3A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322"/>
                <a:ext cx="35" cy="50"/>
              </a:xfrm>
              <a:custGeom>
                <a:avLst/>
                <a:gdLst>
                  <a:gd name="T0" fmla="*/ 200 w 20"/>
                  <a:gd name="T1" fmla="*/ 24 h 27"/>
                  <a:gd name="T2" fmla="*/ 21 w 20"/>
                  <a:gd name="T3" fmla="*/ 330 h 27"/>
                  <a:gd name="T4" fmla="*/ 49 w 20"/>
                  <a:gd name="T5" fmla="*/ 539 h 27"/>
                  <a:gd name="T6" fmla="*/ 102 w 20"/>
                  <a:gd name="T7" fmla="*/ 483 h 27"/>
                  <a:gd name="T8" fmla="*/ 200 w 20"/>
                  <a:gd name="T9" fmla="*/ 237 h 27"/>
                  <a:gd name="T10" fmla="*/ 301 w 20"/>
                  <a:gd name="T11" fmla="*/ 150 h 27"/>
                  <a:gd name="T12" fmla="*/ 215 w 2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12" y="1"/>
                    </a:moveTo>
                    <a:cubicBezTo>
                      <a:pt x="6" y="1"/>
                      <a:pt x="1" y="10"/>
                      <a:pt x="1" y="15"/>
                    </a:cubicBezTo>
                    <a:cubicBezTo>
                      <a:pt x="1" y="17"/>
                      <a:pt x="0" y="24"/>
                      <a:pt x="3" y="25"/>
                    </a:cubicBezTo>
                    <a:cubicBezTo>
                      <a:pt x="7" y="27"/>
                      <a:pt x="5" y="24"/>
                      <a:pt x="6" y="22"/>
                    </a:cubicBezTo>
                    <a:cubicBezTo>
                      <a:pt x="7" y="18"/>
                      <a:pt x="8" y="14"/>
                      <a:pt x="12" y="11"/>
                    </a:cubicBezTo>
                    <a:cubicBezTo>
                      <a:pt x="13" y="10"/>
                      <a:pt x="17" y="9"/>
                      <a:pt x="18" y="7"/>
                    </a:cubicBezTo>
                    <a:cubicBezTo>
                      <a:pt x="20" y="3"/>
                      <a:pt x="16" y="0"/>
                      <a:pt x="13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1205">
                <a:extLst>
                  <a:ext uri="{FF2B5EF4-FFF2-40B4-BE49-F238E27FC236}">
                    <a16:creationId xmlns:a16="http://schemas.microsoft.com/office/drawing/2014/main" id="{9F1A50EC-1CEF-4672-ABAA-D9D8FBE8C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431"/>
                <a:ext cx="31" cy="44"/>
              </a:xfrm>
              <a:custGeom>
                <a:avLst/>
                <a:gdLst>
                  <a:gd name="T0" fmla="*/ 184 w 18"/>
                  <a:gd name="T1" fmla="*/ 24 h 24"/>
                  <a:gd name="T2" fmla="*/ 48 w 18"/>
                  <a:gd name="T3" fmla="*/ 125 h 24"/>
                  <a:gd name="T4" fmla="*/ 107 w 18"/>
                  <a:gd name="T5" fmla="*/ 451 h 24"/>
                  <a:gd name="T6" fmla="*/ 148 w 18"/>
                  <a:gd name="T7" fmla="*/ 295 h 24"/>
                  <a:gd name="T8" fmla="*/ 210 w 18"/>
                  <a:gd name="T9" fmla="*/ 172 h 24"/>
                  <a:gd name="T10" fmla="*/ 270 w 18"/>
                  <a:gd name="T11" fmla="*/ 105 h 24"/>
                  <a:gd name="T12" fmla="*/ 193 w 18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2" y="1"/>
                    </a:moveTo>
                    <a:cubicBezTo>
                      <a:pt x="7" y="1"/>
                      <a:pt x="5" y="0"/>
                      <a:pt x="3" y="6"/>
                    </a:cubicBezTo>
                    <a:cubicBezTo>
                      <a:pt x="2" y="9"/>
                      <a:pt x="0" y="24"/>
                      <a:pt x="7" y="22"/>
                    </a:cubicBezTo>
                    <a:cubicBezTo>
                      <a:pt x="10" y="21"/>
                      <a:pt x="9" y="16"/>
                      <a:pt x="10" y="14"/>
                    </a:cubicBezTo>
                    <a:cubicBezTo>
                      <a:pt x="11" y="11"/>
                      <a:pt x="12" y="10"/>
                      <a:pt x="14" y="8"/>
                    </a:cubicBezTo>
                    <a:cubicBezTo>
                      <a:pt x="16" y="7"/>
                      <a:pt x="18" y="7"/>
                      <a:pt x="18" y="5"/>
                    </a:cubicBezTo>
                    <a:cubicBezTo>
                      <a:pt x="18" y="3"/>
                      <a:pt x="15" y="1"/>
                      <a:pt x="13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1206">
                <a:extLst>
                  <a:ext uri="{FF2B5EF4-FFF2-40B4-BE49-F238E27FC236}">
                    <a16:creationId xmlns:a16="http://schemas.microsoft.com/office/drawing/2014/main" id="{9FC6E5A7-4B0E-46AA-9DC1-6C0F9CA47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409"/>
                <a:ext cx="36" cy="16"/>
              </a:xfrm>
              <a:custGeom>
                <a:avLst/>
                <a:gdLst>
                  <a:gd name="T0" fmla="*/ 0 w 21"/>
                  <a:gd name="T1" fmla="*/ 114 h 9"/>
                  <a:gd name="T2" fmla="*/ 226 w 21"/>
                  <a:gd name="T3" fmla="*/ 50 h 9"/>
                  <a:gd name="T4" fmla="*/ 62 w 21"/>
                  <a:gd name="T5" fmla="*/ 13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3" y="4"/>
                      <a:pt x="12" y="0"/>
                      <a:pt x="15" y="3"/>
                    </a:cubicBezTo>
                    <a:cubicBezTo>
                      <a:pt x="21" y="9"/>
                      <a:pt x="7" y="9"/>
                      <a:pt x="4" y="8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1207">
                <a:extLst>
                  <a:ext uri="{FF2B5EF4-FFF2-40B4-BE49-F238E27FC236}">
                    <a16:creationId xmlns:a16="http://schemas.microsoft.com/office/drawing/2014/main" id="{F0F1DC9F-FD94-42AA-898D-D26E3D8C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442"/>
                <a:ext cx="41" cy="44"/>
              </a:xfrm>
              <a:custGeom>
                <a:avLst/>
                <a:gdLst>
                  <a:gd name="T0" fmla="*/ 275 w 24"/>
                  <a:gd name="T1" fmla="*/ 81 h 24"/>
                  <a:gd name="T2" fmla="*/ 75 w 24"/>
                  <a:gd name="T3" fmla="*/ 273 h 24"/>
                  <a:gd name="T4" fmla="*/ 106 w 24"/>
                  <a:gd name="T5" fmla="*/ 451 h 24"/>
                  <a:gd name="T6" fmla="*/ 333 w 24"/>
                  <a:gd name="T7" fmla="*/ 193 h 24"/>
                  <a:gd name="T8" fmla="*/ 275 w 24"/>
                  <a:gd name="T9" fmla="*/ 4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9" y="4"/>
                    </a:moveTo>
                    <a:cubicBezTo>
                      <a:pt x="14" y="5"/>
                      <a:pt x="8" y="9"/>
                      <a:pt x="5" y="13"/>
                    </a:cubicBezTo>
                    <a:cubicBezTo>
                      <a:pt x="2" y="17"/>
                      <a:pt x="0" y="24"/>
                      <a:pt x="7" y="22"/>
                    </a:cubicBezTo>
                    <a:cubicBezTo>
                      <a:pt x="11" y="21"/>
                      <a:pt x="21" y="12"/>
                      <a:pt x="23" y="9"/>
                    </a:cubicBezTo>
                    <a:cubicBezTo>
                      <a:pt x="24" y="6"/>
                      <a:pt x="23" y="0"/>
                      <a:pt x="19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1208">
                <a:extLst>
                  <a:ext uri="{FF2B5EF4-FFF2-40B4-BE49-F238E27FC236}">
                    <a16:creationId xmlns:a16="http://schemas.microsoft.com/office/drawing/2014/main" id="{79B91DA6-A0F5-489E-95EA-8DE50C16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37"/>
                <a:ext cx="31" cy="26"/>
              </a:xfrm>
              <a:custGeom>
                <a:avLst/>
                <a:gdLst>
                  <a:gd name="T0" fmla="*/ 210 w 18"/>
                  <a:gd name="T1" fmla="*/ 45 h 14"/>
                  <a:gd name="T2" fmla="*/ 62 w 18"/>
                  <a:gd name="T3" fmla="*/ 225 h 14"/>
                  <a:gd name="T4" fmla="*/ 169 w 18"/>
                  <a:gd name="T5" fmla="*/ 180 h 14"/>
                  <a:gd name="T6" fmla="*/ 270 w 18"/>
                  <a:gd name="T7" fmla="*/ 128 h 14"/>
                  <a:gd name="T8" fmla="*/ 210 w 18"/>
                  <a:gd name="T9" fmla="*/ 4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4" y="2"/>
                    </a:moveTo>
                    <a:cubicBezTo>
                      <a:pt x="9" y="0"/>
                      <a:pt x="0" y="5"/>
                      <a:pt x="4" y="10"/>
                    </a:cubicBezTo>
                    <a:cubicBezTo>
                      <a:pt x="8" y="14"/>
                      <a:pt x="9" y="9"/>
                      <a:pt x="11" y="8"/>
                    </a:cubicBezTo>
                    <a:cubicBezTo>
                      <a:pt x="13" y="6"/>
                      <a:pt x="16" y="8"/>
                      <a:pt x="18" y="6"/>
                    </a:cubicBezTo>
                    <a:cubicBezTo>
                      <a:pt x="17" y="4"/>
                      <a:pt x="14" y="3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1" name="Freeform 1209">
                <a:extLst>
                  <a:ext uri="{FF2B5EF4-FFF2-40B4-BE49-F238E27FC236}">
                    <a16:creationId xmlns:a16="http://schemas.microsoft.com/office/drawing/2014/main" id="{D14D3FEB-69FA-4F0B-A66D-C22F52F6D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244"/>
                <a:ext cx="36" cy="39"/>
              </a:xfrm>
              <a:custGeom>
                <a:avLst/>
                <a:gdLst>
                  <a:gd name="T0" fmla="*/ 206 w 21"/>
                  <a:gd name="T1" fmla="*/ 45 h 21"/>
                  <a:gd name="T2" fmla="*/ 168 w 21"/>
                  <a:gd name="T3" fmla="*/ 306 h 21"/>
                  <a:gd name="T4" fmla="*/ 312 w 21"/>
                  <a:gd name="T5" fmla="*/ 110 h 21"/>
                  <a:gd name="T6" fmla="*/ 206 w 21"/>
                  <a:gd name="T7" fmla="*/ 4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4" y="2"/>
                    </a:moveTo>
                    <a:cubicBezTo>
                      <a:pt x="4" y="0"/>
                      <a:pt x="0" y="21"/>
                      <a:pt x="11" y="14"/>
                    </a:cubicBezTo>
                    <a:cubicBezTo>
                      <a:pt x="13" y="13"/>
                      <a:pt x="20" y="7"/>
                      <a:pt x="21" y="5"/>
                    </a:cubicBezTo>
                    <a:cubicBezTo>
                      <a:pt x="21" y="1"/>
                      <a:pt x="17" y="0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1210">
                <a:extLst>
                  <a:ext uri="{FF2B5EF4-FFF2-40B4-BE49-F238E27FC236}">
                    <a16:creationId xmlns:a16="http://schemas.microsoft.com/office/drawing/2014/main" id="{D8F4E3E1-2B68-4F2C-80FB-515941609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383"/>
                <a:ext cx="26" cy="17"/>
              </a:xfrm>
              <a:custGeom>
                <a:avLst/>
                <a:gdLst>
                  <a:gd name="T0" fmla="*/ 234 w 15"/>
                  <a:gd name="T1" fmla="*/ 0 h 9"/>
                  <a:gd name="T2" fmla="*/ 62 w 15"/>
                  <a:gd name="T3" fmla="*/ 144 h 9"/>
                  <a:gd name="T4" fmla="*/ 208 w 15"/>
                  <a:gd name="T5" fmla="*/ 144 h 9"/>
                  <a:gd name="T6" fmla="*/ 208 w 1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2" y="0"/>
                      <a:pt x="0" y="0"/>
                      <a:pt x="4" y="6"/>
                    </a:cubicBezTo>
                    <a:cubicBezTo>
                      <a:pt x="6" y="9"/>
                      <a:pt x="12" y="8"/>
                      <a:pt x="13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1211">
                <a:extLst>
                  <a:ext uri="{FF2B5EF4-FFF2-40B4-BE49-F238E27FC236}">
                    <a16:creationId xmlns:a16="http://schemas.microsoft.com/office/drawing/2014/main" id="{4D2C21E8-2B3F-466C-B9FD-5D1605ED7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359"/>
                <a:ext cx="31" cy="44"/>
              </a:xfrm>
              <a:custGeom>
                <a:avLst/>
                <a:gdLst>
                  <a:gd name="T0" fmla="*/ 246 w 18"/>
                  <a:gd name="T1" fmla="*/ 81 h 24"/>
                  <a:gd name="T2" fmla="*/ 86 w 18"/>
                  <a:gd name="T3" fmla="*/ 475 h 24"/>
                  <a:gd name="T4" fmla="*/ 193 w 18"/>
                  <a:gd name="T5" fmla="*/ 205 h 24"/>
                  <a:gd name="T6" fmla="*/ 246 w 18"/>
                  <a:gd name="T7" fmla="*/ 6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16" y="4"/>
                    </a:moveTo>
                    <a:cubicBezTo>
                      <a:pt x="6" y="0"/>
                      <a:pt x="0" y="21"/>
                      <a:pt x="6" y="23"/>
                    </a:cubicBezTo>
                    <a:cubicBezTo>
                      <a:pt x="10" y="24"/>
                      <a:pt x="12" y="12"/>
                      <a:pt x="13" y="10"/>
                    </a:cubicBezTo>
                    <a:cubicBezTo>
                      <a:pt x="15" y="7"/>
                      <a:pt x="18" y="6"/>
                      <a:pt x="16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Freeform 1212">
                <a:extLst>
                  <a:ext uri="{FF2B5EF4-FFF2-40B4-BE49-F238E27FC236}">
                    <a16:creationId xmlns:a16="http://schemas.microsoft.com/office/drawing/2014/main" id="{B22102C1-0453-4233-9C6A-E7119F14C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100"/>
                <a:ext cx="53" cy="19"/>
              </a:xfrm>
              <a:custGeom>
                <a:avLst/>
                <a:gdLst>
                  <a:gd name="T0" fmla="*/ 267 w 31"/>
                  <a:gd name="T1" fmla="*/ 55 h 10"/>
                  <a:gd name="T2" fmla="*/ 62 w 31"/>
                  <a:gd name="T3" fmla="*/ 105 h 10"/>
                  <a:gd name="T4" fmla="*/ 120 w 31"/>
                  <a:gd name="T5" fmla="*/ 220 h 10"/>
                  <a:gd name="T6" fmla="*/ 267 w 31"/>
                  <a:gd name="T7" fmla="*/ 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">
                    <a:moveTo>
                      <a:pt x="18" y="2"/>
                    </a:moveTo>
                    <a:cubicBezTo>
                      <a:pt x="13" y="2"/>
                      <a:pt x="7" y="0"/>
                      <a:pt x="4" y="4"/>
                    </a:cubicBezTo>
                    <a:cubicBezTo>
                      <a:pt x="0" y="9"/>
                      <a:pt x="4" y="10"/>
                      <a:pt x="8" y="9"/>
                    </a:cubicBezTo>
                    <a:cubicBezTo>
                      <a:pt x="12" y="9"/>
                      <a:pt x="31" y="6"/>
                      <a:pt x="18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5" name="Freeform 1213">
                <a:extLst>
                  <a:ext uri="{FF2B5EF4-FFF2-40B4-BE49-F238E27FC236}">
                    <a16:creationId xmlns:a16="http://schemas.microsoft.com/office/drawing/2014/main" id="{3A73378B-202C-4B63-B413-704136C4D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980"/>
                <a:ext cx="24" cy="20"/>
              </a:xfrm>
              <a:custGeom>
                <a:avLst/>
                <a:gdLst>
                  <a:gd name="T0" fmla="*/ 182 w 14"/>
                  <a:gd name="T1" fmla="*/ 24 h 11"/>
                  <a:gd name="T2" fmla="*/ 15 w 14"/>
                  <a:gd name="T3" fmla="*/ 215 h 11"/>
                  <a:gd name="T4" fmla="*/ 206 w 14"/>
                  <a:gd name="T5" fmla="*/ 4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2" y="1"/>
                    </a:moveTo>
                    <a:cubicBezTo>
                      <a:pt x="7" y="0"/>
                      <a:pt x="0" y="5"/>
                      <a:pt x="1" y="11"/>
                    </a:cubicBezTo>
                    <a:cubicBezTo>
                      <a:pt x="4" y="11"/>
                      <a:pt x="14" y="4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6" name="Freeform 1214">
                <a:extLst>
                  <a:ext uri="{FF2B5EF4-FFF2-40B4-BE49-F238E27FC236}">
                    <a16:creationId xmlns:a16="http://schemas.microsoft.com/office/drawing/2014/main" id="{182369D0-3BD4-40C0-821E-003C3A79A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246"/>
                <a:ext cx="29" cy="37"/>
              </a:xfrm>
              <a:custGeom>
                <a:avLst/>
                <a:gdLst>
                  <a:gd name="T0" fmla="*/ 203 w 17"/>
                  <a:gd name="T1" fmla="*/ 68 h 20"/>
                  <a:gd name="T2" fmla="*/ 58 w 17"/>
                  <a:gd name="T3" fmla="*/ 355 h 20"/>
                  <a:gd name="T4" fmla="*/ 143 w 17"/>
                  <a:gd name="T5" fmla="*/ 178 h 20"/>
                  <a:gd name="T6" fmla="*/ 244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4" y="3"/>
                    </a:moveTo>
                    <a:cubicBezTo>
                      <a:pt x="11" y="5"/>
                      <a:pt x="0" y="12"/>
                      <a:pt x="4" y="16"/>
                    </a:cubicBezTo>
                    <a:cubicBezTo>
                      <a:pt x="9" y="20"/>
                      <a:pt x="9" y="10"/>
                      <a:pt x="10" y="8"/>
                    </a:cubicBezTo>
                    <a:cubicBezTo>
                      <a:pt x="11" y="4"/>
                      <a:pt x="16" y="3"/>
                      <a:pt x="17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7" name="Freeform 1215">
                <a:extLst>
                  <a:ext uri="{FF2B5EF4-FFF2-40B4-BE49-F238E27FC236}">
                    <a16:creationId xmlns:a16="http://schemas.microsoft.com/office/drawing/2014/main" id="{DC5B78CC-EA59-4770-A893-20E558FFF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045"/>
                <a:ext cx="20" cy="24"/>
              </a:xfrm>
              <a:custGeom>
                <a:avLst/>
                <a:gdLst>
                  <a:gd name="T0" fmla="*/ 103 w 12"/>
                  <a:gd name="T1" fmla="*/ 0 h 13"/>
                  <a:gd name="T2" fmla="*/ 78 w 12"/>
                  <a:gd name="T3" fmla="*/ 209 h 13"/>
                  <a:gd name="T4" fmla="*/ 103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2" y="0"/>
                      <a:pt x="0" y="13"/>
                      <a:pt x="6" y="10"/>
                    </a:cubicBezTo>
                    <a:cubicBezTo>
                      <a:pt x="9" y="8"/>
                      <a:pt x="12" y="1"/>
                      <a:pt x="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8" name="Oval 1216">
                <a:extLst>
                  <a:ext uri="{FF2B5EF4-FFF2-40B4-BE49-F238E27FC236}">
                    <a16:creationId xmlns:a16="http://schemas.microsoft.com/office/drawing/2014/main" id="{06F67C52-A262-483E-B1D8-6F427D5E9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24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9" name="Oval 1217">
                <a:extLst>
                  <a:ext uri="{FF2B5EF4-FFF2-40B4-BE49-F238E27FC236}">
                    <a16:creationId xmlns:a16="http://schemas.microsoft.com/office/drawing/2014/main" id="{8503D77F-A783-4C25-9BBB-DAD6F66DF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390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0" name="Oval 1218">
                <a:extLst>
                  <a:ext uri="{FF2B5EF4-FFF2-40B4-BE49-F238E27FC236}">
                    <a16:creationId xmlns:a16="http://schemas.microsoft.com/office/drawing/2014/main" id="{6EA27101-FA1F-408C-A62F-76543AE1E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392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1" name="Oval 1219">
                <a:extLst>
                  <a:ext uri="{FF2B5EF4-FFF2-40B4-BE49-F238E27FC236}">
                    <a16:creationId xmlns:a16="http://schemas.microsoft.com/office/drawing/2014/main" id="{BFD78B5A-22D4-43A9-B81B-53393C509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23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2" name="Oval 1220">
                <a:extLst>
                  <a:ext uri="{FF2B5EF4-FFF2-40B4-BE49-F238E27FC236}">
                    <a16:creationId xmlns:a16="http://schemas.microsoft.com/office/drawing/2014/main" id="{646BC583-BB21-4125-874D-21A28BCA2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235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3" name="Oval 1221">
                <a:extLst>
                  <a:ext uri="{FF2B5EF4-FFF2-40B4-BE49-F238E27FC236}">
                    <a16:creationId xmlns:a16="http://schemas.microsoft.com/office/drawing/2014/main" id="{39BFE3D8-0337-49CF-8CBA-260AECFA6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3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4" name="Oval 1222">
                <a:extLst>
                  <a:ext uri="{FF2B5EF4-FFF2-40B4-BE49-F238E27FC236}">
                    <a16:creationId xmlns:a16="http://schemas.microsoft.com/office/drawing/2014/main" id="{B997A884-7E21-4304-88B0-774B505EE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2" y="232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5" name="Oval 1223">
                <a:extLst>
                  <a:ext uri="{FF2B5EF4-FFF2-40B4-BE49-F238E27FC236}">
                    <a16:creationId xmlns:a16="http://schemas.microsoft.com/office/drawing/2014/main" id="{0C5FEDD0-11F7-4B7D-93B3-25EB17613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2036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6" name="Oval 1224">
                <a:extLst>
                  <a:ext uri="{FF2B5EF4-FFF2-40B4-BE49-F238E27FC236}">
                    <a16:creationId xmlns:a16="http://schemas.microsoft.com/office/drawing/2014/main" id="{FE2CDA52-4B27-41A6-9CBD-CFC991D74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1" y="2043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7" name="Oval 1225">
                <a:extLst>
                  <a:ext uri="{FF2B5EF4-FFF2-40B4-BE49-F238E27FC236}">
                    <a16:creationId xmlns:a16="http://schemas.microsoft.com/office/drawing/2014/main" id="{A7D6F571-9060-43D6-933F-C394FA750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203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8" name="Oval 1226">
                <a:extLst>
                  <a:ext uri="{FF2B5EF4-FFF2-40B4-BE49-F238E27FC236}">
                    <a16:creationId xmlns:a16="http://schemas.microsoft.com/office/drawing/2014/main" id="{847ABD99-11CE-4913-8343-089F1C852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03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9" name="Oval 1227">
                <a:extLst>
                  <a:ext uri="{FF2B5EF4-FFF2-40B4-BE49-F238E27FC236}">
                    <a16:creationId xmlns:a16="http://schemas.microsoft.com/office/drawing/2014/main" id="{27997B3C-1F29-4F1D-89F6-25ECFA30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440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10" name="Oval 1228">
                <a:extLst>
                  <a:ext uri="{FF2B5EF4-FFF2-40B4-BE49-F238E27FC236}">
                    <a16:creationId xmlns:a16="http://schemas.microsoft.com/office/drawing/2014/main" id="{20471AB9-48B6-4D6E-BABF-DC5E18FC8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44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11" name="Oval 1229">
                <a:extLst>
                  <a:ext uri="{FF2B5EF4-FFF2-40B4-BE49-F238E27FC236}">
                    <a16:creationId xmlns:a16="http://schemas.microsoft.com/office/drawing/2014/main" id="{631FB99C-BB2C-4358-98D3-50C390019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453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12" name="Oval 1230">
                <a:extLst>
                  <a:ext uri="{FF2B5EF4-FFF2-40B4-BE49-F238E27FC236}">
                    <a16:creationId xmlns:a16="http://schemas.microsoft.com/office/drawing/2014/main" id="{82E7A6B8-2A5B-4C43-95FC-7C2A8C0EB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57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13" name="Oval 1231">
                <a:extLst>
                  <a:ext uri="{FF2B5EF4-FFF2-40B4-BE49-F238E27FC236}">
                    <a16:creationId xmlns:a16="http://schemas.microsoft.com/office/drawing/2014/main" id="{0E6D6D56-4F0D-4C2D-A7A9-F3F15292E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2" y="225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14" name="Oval 1232">
                <a:extLst>
                  <a:ext uri="{FF2B5EF4-FFF2-40B4-BE49-F238E27FC236}">
                    <a16:creationId xmlns:a16="http://schemas.microsoft.com/office/drawing/2014/main" id="{E29C443C-3968-42D0-9F4D-4779ABCCD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2" y="2259"/>
                <a:ext cx="2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15" name="Oval 1233">
                <a:extLst>
                  <a:ext uri="{FF2B5EF4-FFF2-40B4-BE49-F238E27FC236}">
                    <a16:creationId xmlns:a16="http://schemas.microsoft.com/office/drawing/2014/main" id="{1C5B4C90-FCC8-4FDE-9D39-50EE867A4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2163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16" name="Oval 1234">
                <a:extLst>
                  <a:ext uri="{FF2B5EF4-FFF2-40B4-BE49-F238E27FC236}">
                    <a16:creationId xmlns:a16="http://schemas.microsoft.com/office/drawing/2014/main" id="{330836F8-3646-4900-B8CA-F2AF88940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0" y="216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17" name="Oval 1235">
                <a:extLst>
                  <a:ext uri="{FF2B5EF4-FFF2-40B4-BE49-F238E27FC236}">
                    <a16:creationId xmlns:a16="http://schemas.microsoft.com/office/drawing/2014/main" id="{4E52D110-F0A0-4097-AA97-5B6105521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224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18" name="Oval 1236">
                <a:extLst>
                  <a:ext uri="{FF2B5EF4-FFF2-40B4-BE49-F238E27FC236}">
                    <a16:creationId xmlns:a16="http://schemas.microsoft.com/office/drawing/2014/main" id="{B807A4CF-2EC3-4567-AFF0-76542106B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2" y="2146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19" name="Oval 1237">
                <a:extLst>
                  <a:ext uri="{FF2B5EF4-FFF2-40B4-BE49-F238E27FC236}">
                    <a16:creationId xmlns:a16="http://schemas.microsoft.com/office/drawing/2014/main" id="{F0F6FDFB-3BEF-42D4-9C86-8D3ADAC57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143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0" name="Oval 1238">
                <a:extLst>
                  <a:ext uri="{FF2B5EF4-FFF2-40B4-BE49-F238E27FC236}">
                    <a16:creationId xmlns:a16="http://schemas.microsoft.com/office/drawing/2014/main" id="{8D0ED2C6-E0D7-4F4C-B17A-A3A34B6D8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5" y="1941"/>
                <a:ext cx="6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1" name="Oval 1239">
                <a:extLst>
                  <a:ext uri="{FF2B5EF4-FFF2-40B4-BE49-F238E27FC236}">
                    <a16:creationId xmlns:a16="http://schemas.microsoft.com/office/drawing/2014/main" id="{A2990FC4-42E6-4FA7-AC22-6099AECD3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5" y="194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2" name="Oval 1240">
                <a:extLst>
                  <a:ext uri="{FF2B5EF4-FFF2-40B4-BE49-F238E27FC236}">
                    <a16:creationId xmlns:a16="http://schemas.microsoft.com/office/drawing/2014/main" id="{5E6D5F83-F5A0-4323-8579-27C323682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202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3" name="Oval 1241">
                <a:extLst>
                  <a:ext uri="{FF2B5EF4-FFF2-40B4-BE49-F238E27FC236}">
                    <a16:creationId xmlns:a16="http://schemas.microsoft.com/office/drawing/2014/main" id="{E184D5DD-007D-4A43-85EC-7BEC7D085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8" y="202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4" name="Oval 1242">
                <a:extLst>
                  <a:ext uri="{FF2B5EF4-FFF2-40B4-BE49-F238E27FC236}">
                    <a16:creationId xmlns:a16="http://schemas.microsoft.com/office/drawing/2014/main" id="{D7FD66D0-CE03-4797-905C-6FFADCF6E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191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5" name="Oval 1243">
                <a:extLst>
                  <a:ext uri="{FF2B5EF4-FFF2-40B4-BE49-F238E27FC236}">
                    <a16:creationId xmlns:a16="http://schemas.microsoft.com/office/drawing/2014/main" id="{680EA7A4-5369-46DB-BB3E-BBBE61F5B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191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6" name="Oval 1244">
                <a:extLst>
                  <a:ext uri="{FF2B5EF4-FFF2-40B4-BE49-F238E27FC236}">
                    <a16:creationId xmlns:a16="http://schemas.microsoft.com/office/drawing/2014/main" id="{E07DF790-2D57-43E8-96F7-1B3204948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195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7" name="Oval 1245">
                <a:extLst>
                  <a:ext uri="{FF2B5EF4-FFF2-40B4-BE49-F238E27FC236}">
                    <a16:creationId xmlns:a16="http://schemas.microsoft.com/office/drawing/2014/main" id="{56B692D4-76DB-4387-AE0B-020D05935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4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8" name="Oval 1246">
                <a:extLst>
                  <a:ext uri="{FF2B5EF4-FFF2-40B4-BE49-F238E27FC236}">
                    <a16:creationId xmlns:a16="http://schemas.microsoft.com/office/drawing/2014/main" id="{2F81A7A2-4E04-4210-9E4A-23BD80665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2121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9" name="Oval 1247">
                <a:extLst>
                  <a:ext uri="{FF2B5EF4-FFF2-40B4-BE49-F238E27FC236}">
                    <a16:creationId xmlns:a16="http://schemas.microsoft.com/office/drawing/2014/main" id="{1ADA9BFF-E2E5-4BB2-81E9-86A88109A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213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0" name="Oval 1248">
                <a:extLst>
                  <a:ext uri="{FF2B5EF4-FFF2-40B4-BE49-F238E27FC236}">
                    <a16:creationId xmlns:a16="http://schemas.microsoft.com/office/drawing/2014/main" id="{40887B1B-76EC-446A-84FA-07ACC86C5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2305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1" name="Oval 1249">
                <a:extLst>
                  <a:ext uri="{FF2B5EF4-FFF2-40B4-BE49-F238E27FC236}">
                    <a16:creationId xmlns:a16="http://schemas.microsoft.com/office/drawing/2014/main" id="{5692A0D6-D5C3-435B-A086-27558C9C4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2" name="Oval 1250">
                <a:extLst>
                  <a:ext uri="{FF2B5EF4-FFF2-40B4-BE49-F238E27FC236}">
                    <a16:creationId xmlns:a16="http://schemas.microsoft.com/office/drawing/2014/main" id="{BB48CED4-3F42-4C44-981A-1B2E81F99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31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3" name="Oval 1251">
                <a:extLst>
                  <a:ext uri="{FF2B5EF4-FFF2-40B4-BE49-F238E27FC236}">
                    <a16:creationId xmlns:a16="http://schemas.microsoft.com/office/drawing/2014/main" id="{83A4928A-0DD8-4B47-827B-98067D19E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1988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4" name="Oval 1252">
                <a:extLst>
                  <a:ext uri="{FF2B5EF4-FFF2-40B4-BE49-F238E27FC236}">
                    <a16:creationId xmlns:a16="http://schemas.microsoft.com/office/drawing/2014/main" id="{D4BB07B0-F5EF-4F84-8684-DD1B5936F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919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5" name="Oval 1253">
                <a:extLst>
                  <a:ext uri="{FF2B5EF4-FFF2-40B4-BE49-F238E27FC236}">
                    <a16:creationId xmlns:a16="http://schemas.microsoft.com/office/drawing/2014/main" id="{AA2554F2-17CA-48B5-BF80-9291E3FA3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198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6" name="Freeform 1254">
                <a:extLst>
                  <a:ext uri="{FF2B5EF4-FFF2-40B4-BE49-F238E27FC236}">
                    <a16:creationId xmlns:a16="http://schemas.microsoft.com/office/drawing/2014/main" id="{F15BDCE5-CBF8-4122-9CD9-262150394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117"/>
                <a:ext cx="1322" cy="658"/>
              </a:xfrm>
              <a:custGeom>
                <a:avLst/>
                <a:gdLst>
                  <a:gd name="T0" fmla="*/ 0 w 763"/>
                  <a:gd name="T1" fmla="*/ 7680 h 356"/>
                  <a:gd name="T2" fmla="*/ 2422 w 763"/>
                  <a:gd name="T3" fmla="*/ 2545 h 356"/>
                  <a:gd name="T4" fmla="*/ 9486 w 763"/>
                  <a:gd name="T5" fmla="*/ 2545 h 356"/>
                  <a:gd name="T6" fmla="*/ 11915 w 763"/>
                  <a:gd name="T7" fmla="*/ 7680 h 3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356">
                    <a:moveTo>
                      <a:pt x="0" y="356"/>
                    </a:moveTo>
                    <a:cubicBezTo>
                      <a:pt x="155" y="118"/>
                      <a:pt x="155" y="118"/>
                      <a:pt x="155" y="118"/>
                    </a:cubicBezTo>
                    <a:cubicBezTo>
                      <a:pt x="401" y="0"/>
                      <a:pt x="608" y="118"/>
                      <a:pt x="608" y="118"/>
                    </a:cubicBezTo>
                    <a:cubicBezTo>
                      <a:pt x="763" y="356"/>
                      <a:pt x="763" y="356"/>
                      <a:pt x="763" y="35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7" name="Oval 1255">
                <a:extLst>
                  <a:ext uri="{FF2B5EF4-FFF2-40B4-BE49-F238E27FC236}">
                    <a16:creationId xmlns:a16="http://schemas.microsoft.com/office/drawing/2014/main" id="{29E9AEA8-55C4-43AB-932D-AB2365FB4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189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8" name="Oval 1256">
                <a:extLst>
                  <a:ext uri="{FF2B5EF4-FFF2-40B4-BE49-F238E27FC236}">
                    <a16:creationId xmlns:a16="http://schemas.microsoft.com/office/drawing/2014/main" id="{324C3E0F-3558-4114-B6A1-46B58FBC8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19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9" name="Freeform 1257">
                <a:extLst>
                  <a:ext uri="{FF2B5EF4-FFF2-40B4-BE49-F238E27FC236}">
                    <a16:creationId xmlns:a16="http://schemas.microsoft.com/office/drawing/2014/main" id="{AEB40C7D-57D0-4544-B894-21E234014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213"/>
                <a:ext cx="73" cy="54"/>
              </a:xfrm>
              <a:custGeom>
                <a:avLst/>
                <a:gdLst>
                  <a:gd name="T0" fmla="*/ 667 w 42"/>
                  <a:gd name="T1" fmla="*/ 0 h 29"/>
                  <a:gd name="T2" fmla="*/ 410 w 42"/>
                  <a:gd name="T3" fmla="*/ 45 h 29"/>
                  <a:gd name="T4" fmla="*/ 193 w 42"/>
                  <a:gd name="T5" fmla="*/ 209 h 29"/>
                  <a:gd name="T6" fmla="*/ 64 w 42"/>
                  <a:gd name="T7" fmla="*/ 65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9">
                    <a:moveTo>
                      <a:pt x="42" y="0"/>
                    </a:moveTo>
                    <a:cubicBezTo>
                      <a:pt x="36" y="1"/>
                      <a:pt x="32" y="0"/>
                      <a:pt x="26" y="2"/>
                    </a:cubicBezTo>
                    <a:cubicBezTo>
                      <a:pt x="21" y="3"/>
                      <a:pt x="17" y="6"/>
                      <a:pt x="12" y="9"/>
                    </a:cubicBezTo>
                    <a:cubicBezTo>
                      <a:pt x="6" y="13"/>
                      <a:pt x="0" y="21"/>
                      <a:pt x="4" y="2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0" name="Freeform 1258">
                <a:extLst>
                  <a:ext uri="{FF2B5EF4-FFF2-40B4-BE49-F238E27FC236}">
                    <a16:creationId xmlns:a16="http://schemas.microsoft.com/office/drawing/2014/main" id="{348BE374-38CA-441C-840D-95286912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013"/>
                <a:ext cx="139" cy="72"/>
              </a:xfrm>
              <a:custGeom>
                <a:avLst/>
                <a:gdLst>
                  <a:gd name="T0" fmla="*/ 990 w 80"/>
                  <a:gd name="T1" fmla="*/ 233 h 39"/>
                  <a:gd name="T2" fmla="*/ 320 w 80"/>
                  <a:gd name="T3" fmla="*/ 713 h 39"/>
                  <a:gd name="T4" fmla="*/ 754 w 80"/>
                  <a:gd name="T5" fmla="*/ 559 h 39"/>
                  <a:gd name="T6" fmla="*/ 990 w 80"/>
                  <a:gd name="T7" fmla="*/ 25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39">
                    <a:moveTo>
                      <a:pt x="63" y="11"/>
                    </a:moveTo>
                    <a:cubicBezTo>
                      <a:pt x="47" y="0"/>
                      <a:pt x="0" y="21"/>
                      <a:pt x="20" y="33"/>
                    </a:cubicBezTo>
                    <a:cubicBezTo>
                      <a:pt x="29" y="39"/>
                      <a:pt x="39" y="28"/>
                      <a:pt x="48" y="26"/>
                    </a:cubicBezTo>
                    <a:cubicBezTo>
                      <a:pt x="52" y="25"/>
                      <a:pt x="80" y="21"/>
                      <a:pt x="63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1" name="Freeform 1259">
                <a:extLst>
                  <a:ext uri="{FF2B5EF4-FFF2-40B4-BE49-F238E27FC236}">
                    <a16:creationId xmlns:a16="http://schemas.microsoft.com/office/drawing/2014/main" id="{0F234AD3-034C-48D0-93F8-F1D738351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958"/>
                <a:ext cx="71" cy="41"/>
              </a:xfrm>
              <a:custGeom>
                <a:avLst/>
                <a:gdLst>
                  <a:gd name="T0" fmla="*/ 488 w 41"/>
                  <a:gd name="T1" fmla="*/ 73 h 22"/>
                  <a:gd name="T2" fmla="*/ 234 w 41"/>
                  <a:gd name="T3" fmla="*/ 447 h 22"/>
                  <a:gd name="T4" fmla="*/ 495 w 41"/>
                  <a:gd name="T5" fmla="*/ 8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2">
                    <a:moveTo>
                      <a:pt x="31" y="3"/>
                    </a:moveTo>
                    <a:cubicBezTo>
                      <a:pt x="23" y="0"/>
                      <a:pt x="0" y="16"/>
                      <a:pt x="15" y="20"/>
                    </a:cubicBezTo>
                    <a:cubicBezTo>
                      <a:pt x="23" y="22"/>
                      <a:pt x="41" y="12"/>
                      <a:pt x="32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2" name="Freeform 1260">
                <a:extLst>
                  <a:ext uri="{FF2B5EF4-FFF2-40B4-BE49-F238E27FC236}">
                    <a16:creationId xmlns:a16="http://schemas.microsoft.com/office/drawing/2014/main" id="{A181D05A-F02C-4D7B-9287-067DEAB0B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115"/>
                <a:ext cx="50" cy="48"/>
              </a:xfrm>
              <a:custGeom>
                <a:avLst/>
                <a:gdLst>
                  <a:gd name="T0" fmla="*/ 303 w 29"/>
                  <a:gd name="T1" fmla="*/ 0 h 26"/>
                  <a:gd name="T2" fmla="*/ 48 w 29"/>
                  <a:gd name="T3" fmla="*/ 209 h 26"/>
                  <a:gd name="T4" fmla="*/ 169 w 29"/>
                  <a:gd name="T5" fmla="*/ 491 h 26"/>
                  <a:gd name="T6" fmla="*/ 381 w 29"/>
                  <a:gd name="T7" fmla="*/ 258 h 26"/>
                  <a:gd name="T8" fmla="*/ 271 w 2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6">
                    <a:moveTo>
                      <a:pt x="20" y="0"/>
                    </a:moveTo>
                    <a:cubicBezTo>
                      <a:pt x="13" y="1"/>
                      <a:pt x="6" y="3"/>
                      <a:pt x="3" y="10"/>
                    </a:cubicBezTo>
                    <a:cubicBezTo>
                      <a:pt x="0" y="17"/>
                      <a:pt x="2" y="26"/>
                      <a:pt x="11" y="23"/>
                    </a:cubicBezTo>
                    <a:cubicBezTo>
                      <a:pt x="10" y="11"/>
                      <a:pt x="20" y="18"/>
                      <a:pt x="25" y="12"/>
                    </a:cubicBezTo>
                    <a:cubicBezTo>
                      <a:pt x="29" y="7"/>
                      <a:pt x="24" y="0"/>
                      <a:pt x="18" y="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3" name="Freeform 1261">
                <a:extLst>
                  <a:ext uri="{FF2B5EF4-FFF2-40B4-BE49-F238E27FC236}">
                    <a16:creationId xmlns:a16="http://schemas.microsoft.com/office/drawing/2014/main" id="{EA780C1D-6A17-47DB-8816-A62ED6E30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135"/>
                <a:ext cx="50" cy="32"/>
              </a:xfrm>
              <a:custGeom>
                <a:avLst/>
                <a:gdLst>
                  <a:gd name="T0" fmla="*/ 291 w 29"/>
                  <a:gd name="T1" fmla="*/ 100 h 17"/>
                  <a:gd name="T2" fmla="*/ 148 w 29"/>
                  <a:gd name="T3" fmla="*/ 401 h 17"/>
                  <a:gd name="T4" fmla="*/ 271 w 29"/>
                  <a:gd name="T5" fmla="*/ 10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19" y="4"/>
                    </a:moveTo>
                    <a:cubicBezTo>
                      <a:pt x="5" y="0"/>
                      <a:pt x="0" y="17"/>
                      <a:pt x="10" y="17"/>
                    </a:cubicBezTo>
                    <a:cubicBezTo>
                      <a:pt x="11" y="9"/>
                      <a:pt x="29" y="12"/>
                      <a:pt x="18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4" name="Freeform 1262">
                <a:extLst>
                  <a:ext uri="{FF2B5EF4-FFF2-40B4-BE49-F238E27FC236}">
                    <a16:creationId xmlns:a16="http://schemas.microsoft.com/office/drawing/2014/main" id="{07C1081D-E0F9-430C-9CDB-FCD677EFA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281"/>
                <a:ext cx="63" cy="72"/>
              </a:xfrm>
              <a:custGeom>
                <a:avLst/>
                <a:gdLst>
                  <a:gd name="T0" fmla="*/ 413 w 36"/>
                  <a:gd name="T1" fmla="*/ 81 h 39"/>
                  <a:gd name="T2" fmla="*/ 86 w 36"/>
                  <a:gd name="T3" fmla="*/ 105 h 39"/>
                  <a:gd name="T4" fmla="*/ 49 w 36"/>
                  <a:gd name="T5" fmla="*/ 511 h 39"/>
                  <a:gd name="T6" fmla="*/ 285 w 36"/>
                  <a:gd name="T7" fmla="*/ 358 h 39"/>
                  <a:gd name="T8" fmla="*/ 399 w 36"/>
                  <a:gd name="T9" fmla="*/ 2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9">
                    <a:moveTo>
                      <a:pt x="25" y="4"/>
                    </a:moveTo>
                    <a:cubicBezTo>
                      <a:pt x="19" y="4"/>
                      <a:pt x="11" y="0"/>
                      <a:pt x="5" y="5"/>
                    </a:cubicBezTo>
                    <a:cubicBezTo>
                      <a:pt x="2" y="9"/>
                      <a:pt x="0" y="20"/>
                      <a:pt x="3" y="24"/>
                    </a:cubicBezTo>
                    <a:cubicBezTo>
                      <a:pt x="10" y="39"/>
                      <a:pt x="13" y="21"/>
                      <a:pt x="17" y="17"/>
                    </a:cubicBezTo>
                    <a:cubicBezTo>
                      <a:pt x="22" y="13"/>
                      <a:pt x="36" y="12"/>
                      <a:pt x="24" y="1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5" name="Freeform 1263">
                <a:extLst>
                  <a:ext uri="{FF2B5EF4-FFF2-40B4-BE49-F238E27FC236}">
                    <a16:creationId xmlns:a16="http://schemas.microsoft.com/office/drawing/2014/main" id="{B86C06F0-F7AD-4576-8B0B-F730566C3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311"/>
                <a:ext cx="97" cy="76"/>
              </a:xfrm>
              <a:custGeom>
                <a:avLst/>
                <a:gdLst>
                  <a:gd name="T0" fmla="*/ 218 w 56"/>
                  <a:gd name="T1" fmla="*/ 764 h 41"/>
                  <a:gd name="T2" fmla="*/ 729 w 56"/>
                  <a:gd name="T3" fmla="*/ 69 h 41"/>
                  <a:gd name="T4" fmla="*/ 857 w 56"/>
                  <a:gd name="T5" fmla="*/ 222 h 41"/>
                  <a:gd name="T6" fmla="*/ 729 w 56"/>
                  <a:gd name="T7" fmla="*/ 374 h 41"/>
                  <a:gd name="T8" fmla="*/ 454 w 56"/>
                  <a:gd name="T9" fmla="*/ 829 h 41"/>
                  <a:gd name="T10" fmla="*/ 262 w 56"/>
                  <a:gd name="T11" fmla="*/ 829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1">
                    <a:moveTo>
                      <a:pt x="14" y="35"/>
                    </a:moveTo>
                    <a:cubicBezTo>
                      <a:pt x="0" y="18"/>
                      <a:pt x="31" y="0"/>
                      <a:pt x="47" y="3"/>
                    </a:cubicBezTo>
                    <a:cubicBezTo>
                      <a:pt x="51" y="4"/>
                      <a:pt x="55" y="5"/>
                      <a:pt x="55" y="10"/>
                    </a:cubicBezTo>
                    <a:cubicBezTo>
                      <a:pt x="56" y="17"/>
                      <a:pt x="52" y="14"/>
                      <a:pt x="47" y="17"/>
                    </a:cubicBezTo>
                    <a:cubicBezTo>
                      <a:pt x="36" y="22"/>
                      <a:pt x="31" y="25"/>
                      <a:pt x="29" y="38"/>
                    </a:cubicBezTo>
                    <a:cubicBezTo>
                      <a:pt x="25" y="40"/>
                      <a:pt x="20" y="41"/>
                      <a:pt x="17" y="3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6" name="Freeform 1264">
                <a:extLst>
                  <a:ext uri="{FF2B5EF4-FFF2-40B4-BE49-F238E27FC236}">
                    <a16:creationId xmlns:a16="http://schemas.microsoft.com/office/drawing/2014/main" id="{417FDA86-5422-483E-8C50-82EF1312F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875"/>
                <a:ext cx="69" cy="83"/>
              </a:xfrm>
              <a:custGeom>
                <a:avLst/>
                <a:gdLst>
                  <a:gd name="T0" fmla="*/ 0 w 40"/>
                  <a:gd name="T1" fmla="*/ 194 h 45"/>
                  <a:gd name="T2" fmla="*/ 611 w 40"/>
                  <a:gd name="T3" fmla="*/ 959 h 45"/>
                  <a:gd name="T4" fmla="*/ 0 w 40"/>
                  <a:gd name="T5" fmla="*/ 194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0" y="9"/>
                    </a:moveTo>
                    <a:cubicBezTo>
                      <a:pt x="0" y="9"/>
                      <a:pt x="8" y="0"/>
                      <a:pt x="40" y="45"/>
                    </a:cubicBezTo>
                    <a:cubicBezTo>
                      <a:pt x="40" y="45"/>
                      <a:pt x="7" y="5"/>
                      <a:pt x="0" y="9"/>
                    </a:cubicBez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7" name="Freeform 1265">
                <a:extLst>
                  <a:ext uri="{FF2B5EF4-FFF2-40B4-BE49-F238E27FC236}">
                    <a16:creationId xmlns:a16="http://schemas.microsoft.com/office/drawing/2014/main" id="{F9667D65-86E5-4023-9278-11D6C6C35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544"/>
                <a:ext cx="390" cy="292"/>
              </a:xfrm>
              <a:custGeom>
                <a:avLst/>
                <a:gdLst>
                  <a:gd name="T0" fmla="*/ 2349 w 225"/>
                  <a:gd name="T1" fmla="*/ 1100 h 158"/>
                  <a:gd name="T2" fmla="*/ 2413 w 225"/>
                  <a:gd name="T3" fmla="*/ 1831 h 158"/>
                  <a:gd name="T4" fmla="*/ 2473 w 225"/>
                  <a:gd name="T5" fmla="*/ 1787 h 158"/>
                  <a:gd name="T6" fmla="*/ 2437 w 225"/>
                  <a:gd name="T7" fmla="*/ 1787 h 158"/>
                  <a:gd name="T8" fmla="*/ 1922 w 225"/>
                  <a:gd name="T9" fmla="*/ 455 h 158"/>
                  <a:gd name="T10" fmla="*/ 0 w 225"/>
                  <a:gd name="T11" fmla="*/ 2695 h 158"/>
                  <a:gd name="T12" fmla="*/ 16 w 225"/>
                  <a:gd name="T13" fmla="*/ 3408 h 158"/>
                  <a:gd name="T14" fmla="*/ 2349 w 225"/>
                  <a:gd name="T15" fmla="*/ 1100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158">
                    <a:moveTo>
                      <a:pt x="150" y="51"/>
                    </a:moveTo>
                    <a:cubicBezTo>
                      <a:pt x="168" y="61"/>
                      <a:pt x="154" y="85"/>
                      <a:pt x="154" y="85"/>
                    </a:cubicBezTo>
                    <a:cubicBezTo>
                      <a:pt x="154" y="85"/>
                      <a:pt x="156" y="84"/>
                      <a:pt x="158" y="83"/>
                    </a:cubicBezTo>
                    <a:cubicBezTo>
                      <a:pt x="157" y="83"/>
                      <a:pt x="157" y="83"/>
                      <a:pt x="156" y="83"/>
                    </a:cubicBezTo>
                    <a:cubicBezTo>
                      <a:pt x="225" y="17"/>
                      <a:pt x="146" y="0"/>
                      <a:pt x="123" y="21"/>
                    </a:cubicBezTo>
                    <a:cubicBezTo>
                      <a:pt x="57" y="68"/>
                      <a:pt x="40" y="101"/>
                      <a:pt x="0" y="125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91" y="92"/>
                      <a:pt x="132" y="40"/>
                      <a:pt x="150" y="51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8" name="Freeform 1266">
                <a:extLst>
                  <a:ext uri="{FF2B5EF4-FFF2-40B4-BE49-F238E27FC236}">
                    <a16:creationId xmlns:a16="http://schemas.microsoft.com/office/drawing/2014/main" id="{177ECEFF-95FA-4632-B8B9-D6074E274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544"/>
                <a:ext cx="390" cy="292"/>
              </a:xfrm>
              <a:custGeom>
                <a:avLst/>
                <a:gdLst>
                  <a:gd name="T0" fmla="*/ 2349 w 225"/>
                  <a:gd name="T1" fmla="*/ 1100 h 158"/>
                  <a:gd name="T2" fmla="*/ 2413 w 225"/>
                  <a:gd name="T3" fmla="*/ 1831 h 158"/>
                  <a:gd name="T4" fmla="*/ 2473 w 225"/>
                  <a:gd name="T5" fmla="*/ 1787 h 158"/>
                  <a:gd name="T6" fmla="*/ 2437 w 225"/>
                  <a:gd name="T7" fmla="*/ 1787 h 158"/>
                  <a:gd name="T8" fmla="*/ 1922 w 225"/>
                  <a:gd name="T9" fmla="*/ 455 h 158"/>
                  <a:gd name="T10" fmla="*/ 0 w 225"/>
                  <a:gd name="T11" fmla="*/ 2695 h 158"/>
                  <a:gd name="T12" fmla="*/ 16 w 225"/>
                  <a:gd name="T13" fmla="*/ 3408 h 158"/>
                  <a:gd name="T14" fmla="*/ 2349 w 225"/>
                  <a:gd name="T15" fmla="*/ 1100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158">
                    <a:moveTo>
                      <a:pt x="150" y="51"/>
                    </a:moveTo>
                    <a:cubicBezTo>
                      <a:pt x="168" y="61"/>
                      <a:pt x="154" y="85"/>
                      <a:pt x="154" y="85"/>
                    </a:cubicBezTo>
                    <a:cubicBezTo>
                      <a:pt x="154" y="85"/>
                      <a:pt x="156" y="84"/>
                      <a:pt x="158" y="83"/>
                    </a:cubicBezTo>
                    <a:cubicBezTo>
                      <a:pt x="157" y="83"/>
                      <a:pt x="157" y="83"/>
                      <a:pt x="156" y="83"/>
                    </a:cubicBezTo>
                    <a:cubicBezTo>
                      <a:pt x="225" y="17"/>
                      <a:pt x="146" y="0"/>
                      <a:pt x="123" y="21"/>
                    </a:cubicBezTo>
                    <a:cubicBezTo>
                      <a:pt x="57" y="68"/>
                      <a:pt x="40" y="101"/>
                      <a:pt x="0" y="125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91" y="92"/>
                      <a:pt x="132" y="40"/>
                      <a:pt x="150" y="5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9" name="Freeform 1267">
                <a:extLst>
                  <a:ext uri="{FF2B5EF4-FFF2-40B4-BE49-F238E27FC236}">
                    <a16:creationId xmlns:a16="http://schemas.microsoft.com/office/drawing/2014/main" id="{43D88979-3F19-446A-A3E1-F1C403749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505"/>
                <a:ext cx="380" cy="327"/>
              </a:xfrm>
              <a:custGeom>
                <a:avLst/>
                <a:gdLst>
                  <a:gd name="T0" fmla="*/ 1556 w 219"/>
                  <a:gd name="T1" fmla="*/ 966 h 177"/>
                  <a:gd name="T2" fmla="*/ 172 w 219"/>
                  <a:gd name="T3" fmla="*/ 1317 h 177"/>
                  <a:gd name="T4" fmla="*/ 689 w 219"/>
                  <a:gd name="T5" fmla="*/ 2047 h 177"/>
                  <a:gd name="T6" fmla="*/ 753 w 219"/>
                  <a:gd name="T7" fmla="*/ 1399 h 177"/>
                  <a:gd name="T8" fmla="*/ 2245 w 219"/>
                  <a:gd name="T9" fmla="*/ 2492 h 177"/>
                  <a:gd name="T10" fmla="*/ 3441 w 219"/>
                  <a:gd name="T11" fmla="*/ 3809 h 177"/>
                  <a:gd name="T12" fmla="*/ 3441 w 219"/>
                  <a:gd name="T13" fmla="*/ 3146 h 177"/>
                  <a:gd name="T14" fmla="*/ 1556 w 219"/>
                  <a:gd name="T15" fmla="*/ 966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177">
                    <a:moveTo>
                      <a:pt x="99" y="45"/>
                    </a:moveTo>
                    <a:cubicBezTo>
                      <a:pt x="35" y="0"/>
                      <a:pt x="0" y="26"/>
                      <a:pt x="11" y="61"/>
                    </a:cubicBezTo>
                    <a:cubicBezTo>
                      <a:pt x="21" y="84"/>
                      <a:pt x="28" y="95"/>
                      <a:pt x="44" y="95"/>
                    </a:cubicBezTo>
                    <a:cubicBezTo>
                      <a:pt x="44" y="95"/>
                      <a:pt x="31" y="71"/>
                      <a:pt x="48" y="65"/>
                    </a:cubicBezTo>
                    <a:cubicBezTo>
                      <a:pt x="65" y="59"/>
                      <a:pt x="123" y="99"/>
                      <a:pt x="143" y="116"/>
                    </a:cubicBezTo>
                    <a:cubicBezTo>
                      <a:pt x="164" y="132"/>
                      <a:pt x="219" y="177"/>
                      <a:pt x="219" y="177"/>
                    </a:cubicBezTo>
                    <a:cubicBezTo>
                      <a:pt x="219" y="146"/>
                      <a:pt x="219" y="146"/>
                      <a:pt x="219" y="146"/>
                    </a:cubicBezTo>
                    <a:cubicBezTo>
                      <a:pt x="141" y="71"/>
                      <a:pt x="137" y="72"/>
                      <a:pt x="99" y="45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0" name="Freeform 1268">
                <a:extLst>
                  <a:ext uri="{FF2B5EF4-FFF2-40B4-BE49-F238E27FC236}">
                    <a16:creationId xmlns:a16="http://schemas.microsoft.com/office/drawing/2014/main" id="{6F886AB1-B453-4792-9A7D-FA3840685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505"/>
                <a:ext cx="380" cy="327"/>
              </a:xfrm>
              <a:custGeom>
                <a:avLst/>
                <a:gdLst>
                  <a:gd name="T0" fmla="*/ 1556 w 219"/>
                  <a:gd name="T1" fmla="*/ 966 h 177"/>
                  <a:gd name="T2" fmla="*/ 172 w 219"/>
                  <a:gd name="T3" fmla="*/ 1317 h 177"/>
                  <a:gd name="T4" fmla="*/ 689 w 219"/>
                  <a:gd name="T5" fmla="*/ 2047 h 177"/>
                  <a:gd name="T6" fmla="*/ 753 w 219"/>
                  <a:gd name="T7" fmla="*/ 1399 h 177"/>
                  <a:gd name="T8" fmla="*/ 2245 w 219"/>
                  <a:gd name="T9" fmla="*/ 2492 h 177"/>
                  <a:gd name="T10" fmla="*/ 3441 w 219"/>
                  <a:gd name="T11" fmla="*/ 3809 h 177"/>
                  <a:gd name="T12" fmla="*/ 3441 w 219"/>
                  <a:gd name="T13" fmla="*/ 3146 h 177"/>
                  <a:gd name="T14" fmla="*/ 1556 w 219"/>
                  <a:gd name="T15" fmla="*/ 966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177">
                    <a:moveTo>
                      <a:pt x="99" y="45"/>
                    </a:moveTo>
                    <a:cubicBezTo>
                      <a:pt x="35" y="0"/>
                      <a:pt x="0" y="26"/>
                      <a:pt x="11" y="61"/>
                    </a:cubicBezTo>
                    <a:cubicBezTo>
                      <a:pt x="21" y="84"/>
                      <a:pt x="28" y="95"/>
                      <a:pt x="44" y="95"/>
                    </a:cubicBezTo>
                    <a:cubicBezTo>
                      <a:pt x="44" y="95"/>
                      <a:pt x="31" y="71"/>
                      <a:pt x="48" y="65"/>
                    </a:cubicBezTo>
                    <a:cubicBezTo>
                      <a:pt x="65" y="59"/>
                      <a:pt x="123" y="99"/>
                      <a:pt x="143" y="116"/>
                    </a:cubicBezTo>
                    <a:cubicBezTo>
                      <a:pt x="164" y="132"/>
                      <a:pt x="219" y="177"/>
                      <a:pt x="219" y="177"/>
                    </a:cubicBezTo>
                    <a:cubicBezTo>
                      <a:pt x="219" y="146"/>
                      <a:pt x="219" y="146"/>
                      <a:pt x="219" y="146"/>
                    </a:cubicBezTo>
                    <a:cubicBezTo>
                      <a:pt x="141" y="71"/>
                      <a:pt x="137" y="72"/>
                      <a:pt x="99" y="4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1" name="Freeform 1269">
                <a:extLst>
                  <a:ext uri="{FF2B5EF4-FFF2-40B4-BE49-F238E27FC236}">
                    <a16:creationId xmlns:a16="http://schemas.microsoft.com/office/drawing/2014/main" id="{80C2B347-A1E3-464E-ACC3-BFBCDDFB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378"/>
                <a:ext cx="593" cy="190"/>
              </a:xfrm>
              <a:custGeom>
                <a:avLst/>
                <a:gdLst>
                  <a:gd name="T0" fmla="*/ 0 w 342"/>
                  <a:gd name="T1" fmla="*/ 2199 h 103"/>
                  <a:gd name="T2" fmla="*/ 2559 w 342"/>
                  <a:gd name="T3" fmla="*/ 327 h 103"/>
                  <a:gd name="T4" fmla="*/ 5358 w 342"/>
                  <a:gd name="T5" fmla="*/ 2051 h 103"/>
                  <a:gd name="T6" fmla="*/ 2564 w 342"/>
                  <a:gd name="T7" fmla="*/ 24 h 103"/>
                  <a:gd name="T8" fmla="*/ 0 w 342"/>
                  <a:gd name="T9" fmla="*/ 2199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103">
                    <a:moveTo>
                      <a:pt x="0" y="103"/>
                    </a:moveTo>
                    <a:cubicBezTo>
                      <a:pt x="0" y="103"/>
                      <a:pt x="44" y="14"/>
                      <a:pt x="163" y="15"/>
                    </a:cubicBezTo>
                    <a:cubicBezTo>
                      <a:pt x="259" y="17"/>
                      <a:pt x="289" y="50"/>
                      <a:pt x="342" y="96"/>
                    </a:cubicBezTo>
                    <a:cubicBezTo>
                      <a:pt x="342" y="96"/>
                      <a:pt x="299" y="2"/>
                      <a:pt x="164" y="1"/>
                    </a:cubicBezTo>
                    <a:cubicBezTo>
                      <a:pt x="29" y="0"/>
                      <a:pt x="0" y="103"/>
                      <a:pt x="0" y="103"/>
                    </a:cubicBezTo>
                    <a:close/>
                  </a:path>
                </a:pathLst>
              </a:custGeom>
              <a:solidFill>
                <a:srgbClr val="F19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2" name="Freeform 1270">
                <a:extLst>
                  <a:ext uri="{FF2B5EF4-FFF2-40B4-BE49-F238E27FC236}">
                    <a16:creationId xmlns:a16="http://schemas.microsoft.com/office/drawing/2014/main" id="{4AF0B925-C83E-4765-8723-6556F0E9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387"/>
                <a:ext cx="487" cy="111"/>
              </a:xfrm>
              <a:custGeom>
                <a:avLst/>
                <a:gdLst>
                  <a:gd name="T0" fmla="*/ 0 w 281"/>
                  <a:gd name="T1" fmla="*/ 1297 h 60"/>
                  <a:gd name="T2" fmla="*/ 2156 w 281"/>
                  <a:gd name="T3" fmla="*/ 24 h 60"/>
                  <a:gd name="T4" fmla="*/ 4395 w 281"/>
                  <a:gd name="T5" fmla="*/ 1215 h 60"/>
                  <a:gd name="T6" fmla="*/ 2130 w 281"/>
                  <a:gd name="T7" fmla="*/ 178 h 60"/>
                  <a:gd name="T8" fmla="*/ 0 w 281"/>
                  <a:gd name="T9" fmla="*/ 129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1" h="60">
                    <a:moveTo>
                      <a:pt x="0" y="60"/>
                    </a:moveTo>
                    <a:cubicBezTo>
                      <a:pt x="0" y="60"/>
                      <a:pt x="37" y="2"/>
                      <a:pt x="138" y="1"/>
                    </a:cubicBezTo>
                    <a:cubicBezTo>
                      <a:pt x="239" y="0"/>
                      <a:pt x="281" y="56"/>
                      <a:pt x="281" y="56"/>
                    </a:cubicBezTo>
                    <a:cubicBezTo>
                      <a:pt x="281" y="56"/>
                      <a:pt x="240" y="4"/>
                      <a:pt x="136" y="8"/>
                    </a:cubicBezTo>
                    <a:cubicBezTo>
                      <a:pt x="32" y="13"/>
                      <a:pt x="0" y="60"/>
                      <a:pt x="0" y="60"/>
                    </a:cubicBezTo>
                    <a:close/>
                  </a:path>
                </a:pathLst>
              </a:custGeom>
              <a:solidFill>
                <a:srgbClr val="F2A1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3" name="Freeform 1271">
                <a:extLst>
                  <a:ext uri="{FF2B5EF4-FFF2-40B4-BE49-F238E27FC236}">
                    <a16:creationId xmlns:a16="http://schemas.microsoft.com/office/drawing/2014/main" id="{8A06117A-54CA-4D2A-9709-224446DA9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343"/>
                <a:ext cx="315" cy="85"/>
              </a:xfrm>
              <a:custGeom>
                <a:avLst/>
                <a:gdLst>
                  <a:gd name="T0" fmla="*/ 0 w 182"/>
                  <a:gd name="T1" fmla="*/ 990 h 46"/>
                  <a:gd name="T2" fmla="*/ 2825 w 182"/>
                  <a:gd name="T3" fmla="*/ 966 h 46"/>
                  <a:gd name="T4" fmla="*/ 0 w 182"/>
                  <a:gd name="T5" fmla="*/ 99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46">
                    <a:moveTo>
                      <a:pt x="0" y="46"/>
                    </a:moveTo>
                    <a:cubicBezTo>
                      <a:pt x="0" y="46"/>
                      <a:pt x="98" y="0"/>
                      <a:pt x="182" y="45"/>
                    </a:cubicBezTo>
                    <a:cubicBezTo>
                      <a:pt x="182" y="45"/>
                      <a:pt x="112" y="8"/>
                      <a:pt x="0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4" name="Freeform 1272">
                <a:extLst>
                  <a:ext uri="{FF2B5EF4-FFF2-40B4-BE49-F238E27FC236}">
                    <a16:creationId xmlns:a16="http://schemas.microsoft.com/office/drawing/2014/main" id="{D406DAFE-21CD-492B-AC84-C670F64A1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446"/>
                <a:ext cx="168" cy="141"/>
              </a:xfrm>
              <a:custGeom>
                <a:avLst/>
                <a:gdLst>
                  <a:gd name="T0" fmla="*/ 1058 w 97"/>
                  <a:gd name="T1" fmla="*/ 1673 h 76"/>
                  <a:gd name="T2" fmla="*/ 1512 w 97"/>
                  <a:gd name="T3" fmla="*/ 1126 h 76"/>
                  <a:gd name="T4" fmla="*/ 1044 w 97"/>
                  <a:gd name="T5" fmla="*/ 1009 h 76"/>
                  <a:gd name="T6" fmla="*/ 0 w 97"/>
                  <a:gd name="T7" fmla="*/ 0 h 76"/>
                  <a:gd name="T8" fmla="*/ 999 w 97"/>
                  <a:gd name="T9" fmla="*/ 1030 h 76"/>
                  <a:gd name="T10" fmla="*/ 1058 w 97"/>
                  <a:gd name="T11" fmla="*/ 1673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76">
                    <a:moveTo>
                      <a:pt x="68" y="76"/>
                    </a:moveTo>
                    <a:cubicBezTo>
                      <a:pt x="68" y="76"/>
                      <a:pt x="71" y="50"/>
                      <a:pt x="97" y="51"/>
                    </a:cubicBezTo>
                    <a:cubicBezTo>
                      <a:pt x="97" y="51"/>
                      <a:pt x="77" y="52"/>
                      <a:pt x="67" y="46"/>
                    </a:cubicBezTo>
                    <a:cubicBezTo>
                      <a:pt x="57" y="39"/>
                      <a:pt x="21" y="8"/>
                      <a:pt x="0" y="0"/>
                    </a:cubicBezTo>
                    <a:cubicBezTo>
                      <a:pt x="0" y="0"/>
                      <a:pt x="20" y="7"/>
                      <a:pt x="64" y="47"/>
                    </a:cubicBezTo>
                    <a:cubicBezTo>
                      <a:pt x="73" y="55"/>
                      <a:pt x="68" y="76"/>
                      <a:pt x="68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5" name="Freeform 1273">
                <a:extLst>
                  <a:ext uri="{FF2B5EF4-FFF2-40B4-BE49-F238E27FC236}">
                    <a16:creationId xmlns:a16="http://schemas.microsoft.com/office/drawing/2014/main" id="{A2D0E1CE-B92C-4B8F-AA55-FF8D543BB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457"/>
                <a:ext cx="147" cy="167"/>
              </a:xfrm>
              <a:custGeom>
                <a:avLst/>
                <a:gdLst>
                  <a:gd name="T0" fmla="*/ 0 w 85"/>
                  <a:gd name="T1" fmla="*/ 1291 h 90"/>
                  <a:gd name="T2" fmla="*/ 341 w 85"/>
                  <a:gd name="T3" fmla="*/ 1980 h 90"/>
                  <a:gd name="T4" fmla="*/ 467 w 85"/>
                  <a:gd name="T5" fmla="*/ 1316 h 90"/>
                  <a:gd name="T6" fmla="*/ 1313 w 85"/>
                  <a:gd name="T7" fmla="*/ 0 h 90"/>
                  <a:gd name="T8" fmla="*/ 446 w 85"/>
                  <a:gd name="T9" fmla="*/ 1260 h 90"/>
                  <a:gd name="T10" fmla="*/ 0 w 85"/>
                  <a:gd name="T11" fmla="*/ 1291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90">
                    <a:moveTo>
                      <a:pt x="0" y="59"/>
                    </a:moveTo>
                    <a:cubicBezTo>
                      <a:pt x="0" y="59"/>
                      <a:pt x="26" y="60"/>
                      <a:pt x="22" y="90"/>
                    </a:cubicBezTo>
                    <a:cubicBezTo>
                      <a:pt x="22" y="90"/>
                      <a:pt x="23" y="72"/>
                      <a:pt x="30" y="60"/>
                    </a:cubicBezTo>
                    <a:cubicBezTo>
                      <a:pt x="36" y="49"/>
                      <a:pt x="68" y="11"/>
                      <a:pt x="85" y="0"/>
                    </a:cubicBezTo>
                    <a:cubicBezTo>
                      <a:pt x="85" y="0"/>
                      <a:pt x="61" y="14"/>
                      <a:pt x="29" y="57"/>
                    </a:cubicBezTo>
                    <a:cubicBezTo>
                      <a:pt x="26" y="61"/>
                      <a:pt x="0" y="59"/>
                      <a:pt x="0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6" name="Oval 1274">
                <a:extLst>
                  <a:ext uri="{FF2B5EF4-FFF2-40B4-BE49-F238E27FC236}">
                    <a16:creationId xmlns:a16="http://schemas.microsoft.com/office/drawing/2014/main" id="{89C4B429-B04A-4A25-87FB-713E82CA7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141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57" name="Oval 1275">
                <a:extLst>
                  <a:ext uri="{FF2B5EF4-FFF2-40B4-BE49-F238E27FC236}">
                    <a16:creationId xmlns:a16="http://schemas.microsoft.com/office/drawing/2014/main" id="{8F0FDDF1-8CE2-4101-B2DD-661617F47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419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58" name="Oval 1276">
                <a:extLst>
                  <a:ext uri="{FF2B5EF4-FFF2-40B4-BE49-F238E27FC236}">
                    <a16:creationId xmlns:a16="http://schemas.microsoft.com/office/drawing/2014/main" id="{F4CAEC2C-53EB-4F63-AD15-DFCC4FEC5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" y="1439"/>
                <a:ext cx="11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59" name="Freeform 1277">
                <a:extLst>
                  <a:ext uri="{FF2B5EF4-FFF2-40B4-BE49-F238E27FC236}">
                    <a16:creationId xmlns:a16="http://schemas.microsoft.com/office/drawing/2014/main" id="{C5C141FA-2A4C-416E-93B3-55A325F7D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572"/>
                <a:ext cx="154" cy="111"/>
              </a:xfrm>
              <a:custGeom>
                <a:avLst/>
                <a:gdLst>
                  <a:gd name="T0" fmla="*/ 48 w 89"/>
                  <a:gd name="T1" fmla="*/ 1297 h 60"/>
                  <a:gd name="T2" fmla="*/ 279 w 89"/>
                  <a:gd name="T3" fmla="*/ 1019 h 60"/>
                  <a:gd name="T4" fmla="*/ 512 w 89"/>
                  <a:gd name="T5" fmla="*/ 797 h 60"/>
                  <a:gd name="T6" fmla="*/ 914 w 89"/>
                  <a:gd name="T7" fmla="*/ 633 h 60"/>
                  <a:gd name="T8" fmla="*/ 1144 w 89"/>
                  <a:gd name="T9" fmla="*/ 664 h 60"/>
                  <a:gd name="T10" fmla="*/ 1254 w 89"/>
                  <a:gd name="T11" fmla="*/ 894 h 60"/>
                  <a:gd name="T12" fmla="*/ 1213 w 89"/>
                  <a:gd name="T13" fmla="*/ 222 h 60"/>
                  <a:gd name="T14" fmla="*/ 652 w 89"/>
                  <a:gd name="T15" fmla="*/ 305 h 60"/>
                  <a:gd name="T16" fmla="*/ 419 w 89"/>
                  <a:gd name="T17" fmla="*/ 609 h 60"/>
                  <a:gd name="T18" fmla="*/ 234 w 89"/>
                  <a:gd name="T19" fmla="*/ 842 h 60"/>
                  <a:gd name="T20" fmla="*/ 0 w 89"/>
                  <a:gd name="T21" fmla="*/ 128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60">
                    <a:moveTo>
                      <a:pt x="3" y="60"/>
                    </a:moveTo>
                    <a:cubicBezTo>
                      <a:pt x="6" y="55"/>
                      <a:pt x="13" y="51"/>
                      <a:pt x="18" y="47"/>
                    </a:cubicBezTo>
                    <a:cubicBezTo>
                      <a:pt x="22" y="43"/>
                      <a:pt x="28" y="40"/>
                      <a:pt x="33" y="37"/>
                    </a:cubicBezTo>
                    <a:cubicBezTo>
                      <a:pt x="41" y="33"/>
                      <a:pt x="49" y="30"/>
                      <a:pt x="59" y="29"/>
                    </a:cubicBezTo>
                    <a:cubicBezTo>
                      <a:pt x="64" y="28"/>
                      <a:pt x="69" y="28"/>
                      <a:pt x="74" y="31"/>
                    </a:cubicBezTo>
                    <a:cubicBezTo>
                      <a:pt x="78" y="34"/>
                      <a:pt x="78" y="38"/>
                      <a:pt x="81" y="41"/>
                    </a:cubicBezTo>
                    <a:cubicBezTo>
                      <a:pt x="89" y="31"/>
                      <a:pt x="87" y="18"/>
                      <a:pt x="78" y="10"/>
                    </a:cubicBezTo>
                    <a:cubicBezTo>
                      <a:pt x="66" y="0"/>
                      <a:pt x="53" y="8"/>
                      <a:pt x="42" y="14"/>
                    </a:cubicBezTo>
                    <a:cubicBezTo>
                      <a:pt x="36" y="18"/>
                      <a:pt x="32" y="23"/>
                      <a:pt x="27" y="28"/>
                    </a:cubicBezTo>
                    <a:cubicBezTo>
                      <a:pt x="23" y="31"/>
                      <a:pt x="18" y="35"/>
                      <a:pt x="15" y="39"/>
                    </a:cubicBezTo>
                    <a:cubicBezTo>
                      <a:pt x="10" y="46"/>
                      <a:pt x="7" y="54"/>
                      <a:pt x="0" y="59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0" name="Freeform 1278">
                <a:extLst>
                  <a:ext uri="{FF2B5EF4-FFF2-40B4-BE49-F238E27FC236}">
                    <a16:creationId xmlns:a16="http://schemas.microsoft.com/office/drawing/2014/main" id="{2F82D1C9-C787-4DB8-8ECD-FBC51B05E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557"/>
                <a:ext cx="121" cy="96"/>
              </a:xfrm>
              <a:custGeom>
                <a:avLst/>
                <a:gdLst>
                  <a:gd name="T0" fmla="*/ 278 w 70"/>
                  <a:gd name="T1" fmla="*/ 1115 h 52"/>
                  <a:gd name="T2" fmla="*/ 489 w 70"/>
                  <a:gd name="T3" fmla="*/ 559 h 52"/>
                  <a:gd name="T4" fmla="*/ 831 w 70"/>
                  <a:gd name="T5" fmla="*/ 559 h 52"/>
                  <a:gd name="T6" fmla="*/ 1079 w 70"/>
                  <a:gd name="T7" fmla="*/ 631 h 52"/>
                  <a:gd name="T8" fmla="*/ 1018 w 70"/>
                  <a:gd name="T9" fmla="*/ 511 h 52"/>
                  <a:gd name="T10" fmla="*/ 866 w 70"/>
                  <a:gd name="T11" fmla="*/ 303 h 52"/>
                  <a:gd name="T12" fmla="*/ 600 w 70"/>
                  <a:gd name="T13" fmla="*/ 81 h 52"/>
                  <a:gd name="T14" fmla="*/ 341 w 70"/>
                  <a:gd name="T15" fmla="*/ 24 h 52"/>
                  <a:gd name="T16" fmla="*/ 107 w 70"/>
                  <a:gd name="T17" fmla="*/ 81 h 52"/>
                  <a:gd name="T18" fmla="*/ 48 w 70"/>
                  <a:gd name="T19" fmla="*/ 713 h 52"/>
                  <a:gd name="T20" fmla="*/ 213 w 70"/>
                  <a:gd name="T21" fmla="*/ 1095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52">
                    <a:moveTo>
                      <a:pt x="18" y="52"/>
                    </a:moveTo>
                    <a:cubicBezTo>
                      <a:pt x="15" y="42"/>
                      <a:pt x="21" y="28"/>
                      <a:pt x="32" y="26"/>
                    </a:cubicBezTo>
                    <a:cubicBezTo>
                      <a:pt x="39" y="26"/>
                      <a:pt x="46" y="25"/>
                      <a:pt x="54" y="26"/>
                    </a:cubicBezTo>
                    <a:cubicBezTo>
                      <a:pt x="59" y="27"/>
                      <a:pt x="66" y="30"/>
                      <a:pt x="70" y="29"/>
                    </a:cubicBezTo>
                    <a:cubicBezTo>
                      <a:pt x="70" y="27"/>
                      <a:pt x="67" y="25"/>
                      <a:pt x="66" y="24"/>
                    </a:cubicBezTo>
                    <a:cubicBezTo>
                      <a:pt x="63" y="21"/>
                      <a:pt x="60" y="17"/>
                      <a:pt x="56" y="14"/>
                    </a:cubicBezTo>
                    <a:cubicBezTo>
                      <a:pt x="51" y="10"/>
                      <a:pt x="46" y="6"/>
                      <a:pt x="39" y="4"/>
                    </a:cubicBezTo>
                    <a:cubicBezTo>
                      <a:pt x="34" y="2"/>
                      <a:pt x="28" y="0"/>
                      <a:pt x="22" y="1"/>
                    </a:cubicBezTo>
                    <a:cubicBezTo>
                      <a:pt x="18" y="1"/>
                      <a:pt x="10" y="1"/>
                      <a:pt x="7" y="4"/>
                    </a:cubicBezTo>
                    <a:cubicBezTo>
                      <a:pt x="0" y="11"/>
                      <a:pt x="1" y="25"/>
                      <a:pt x="3" y="33"/>
                    </a:cubicBezTo>
                    <a:cubicBezTo>
                      <a:pt x="5" y="40"/>
                      <a:pt x="9" y="45"/>
                      <a:pt x="14" y="51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1" name="Freeform 1279">
                <a:extLst>
                  <a:ext uri="{FF2B5EF4-FFF2-40B4-BE49-F238E27FC236}">
                    <a16:creationId xmlns:a16="http://schemas.microsoft.com/office/drawing/2014/main" id="{7E4B6C99-E45A-451C-94A2-025F3277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627"/>
                <a:ext cx="151" cy="281"/>
              </a:xfrm>
              <a:custGeom>
                <a:avLst/>
                <a:gdLst>
                  <a:gd name="T0" fmla="*/ 108 w 87"/>
                  <a:gd name="T1" fmla="*/ 922 h 152"/>
                  <a:gd name="T2" fmla="*/ 804 w 87"/>
                  <a:gd name="T3" fmla="*/ 233 h 152"/>
                  <a:gd name="T4" fmla="*/ 1008 w 87"/>
                  <a:gd name="T5" fmla="*/ 1043 h 152"/>
                  <a:gd name="T6" fmla="*/ 1159 w 87"/>
                  <a:gd name="T7" fmla="*/ 2464 h 152"/>
                  <a:gd name="T8" fmla="*/ 1286 w 87"/>
                  <a:gd name="T9" fmla="*/ 2823 h 152"/>
                  <a:gd name="T10" fmla="*/ 1281 w 87"/>
                  <a:gd name="T11" fmla="*/ 3069 h 152"/>
                  <a:gd name="T12" fmla="*/ 988 w 87"/>
                  <a:gd name="T13" fmla="*/ 3150 h 152"/>
                  <a:gd name="T14" fmla="*/ 642 w 87"/>
                  <a:gd name="T15" fmla="*/ 3209 h 152"/>
                  <a:gd name="T16" fmla="*/ 392 w 87"/>
                  <a:gd name="T17" fmla="*/ 3237 h 152"/>
                  <a:gd name="T18" fmla="*/ 234 w 87"/>
                  <a:gd name="T19" fmla="*/ 2895 h 152"/>
                  <a:gd name="T20" fmla="*/ 28 w 87"/>
                  <a:gd name="T21" fmla="*/ 1965 h 152"/>
                  <a:gd name="T22" fmla="*/ 16 w 87"/>
                  <a:gd name="T23" fmla="*/ 1252 h 152"/>
                  <a:gd name="T24" fmla="*/ 127 w 87"/>
                  <a:gd name="T25" fmla="*/ 922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152">
                    <a:moveTo>
                      <a:pt x="7" y="43"/>
                    </a:moveTo>
                    <a:cubicBezTo>
                      <a:pt x="20" y="31"/>
                      <a:pt x="35" y="19"/>
                      <a:pt x="51" y="11"/>
                    </a:cubicBezTo>
                    <a:cubicBezTo>
                      <a:pt x="73" y="0"/>
                      <a:pt x="66" y="39"/>
                      <a:pt x="64" y="48"/>
                    </a:cubicBezTo>
                    <a:cubicBezTo>
                      <a:pt x="59" y="69"/>
                      <a:pt x="64" y="95"/>
                      <a:pt x="74" y="114"/>
                    </a:cubicBezTo>
                    <a:cubicBezTo>
                      <a:pt x="77" y="120"/>
                      <a:pt x="79" y="126"/>
                      <a:pt x="82" y="131"/>
                    </a:cubicBezTo>
                    <a:cubicBezTo>
                      <a:pt x="84" y="136"/>
                      <a:pt x="87" y="139"/>
                      <a:pt x="81" y="142"/>
                    </a:cubicBezTo>
                    <a:cubicBezTo>
                      <a:pt x="76" y="145"/>
                      <a:pt x="69" y="145"/>
                      <a:pt x="63" y="146"/>
                    </a:cubicBezTo>
                    <a:cubicBezTo>
                      <a:pt x="56" y="148"/>
                      <a:pt x="49" y="148"/>
                      <a:pt x="41" y="149"/>
                    </a:cubicBezTo>
                    <a:cubicBezTo>
                      <a:pt x="37" y="150"/>
                      <a:pt x="30" y="152"/>
                      <a:pt x="25" y="150"/>
                    </a:cubicBezTo>
                    <a:cubicBezTo>
                      <a:pt x="19" y="148"/>
                      <a:pt x="17" y="139"/>
                      <a:pt x="15" y="134"/>
                    </a:cubicBezTo>
                    <a:cubicBezTo>
                      <a:pt x="9" y="120"/>
                      <a:pt x="4" y="106"/>
                      <a:pt x="2" y="91"/>
                    </a:cubicBezTo>
                    <a:cubicBezTo>
                      <a:pt x="0" y="80"/>
                      <a:pt x="0" y="68"/>
                      <a:pt x="1" y="58"/>
                    </a:cubicBezTo>
                    <a:cubicBezTo>
                      <a:pt x="2" y="53"/>
                      <a:pt x="3" y="45"/>
                      <a:pt x="8" y="43"/>
                    </a:cubicBezTo>
                  </a:path>
                </a:pathLst>
              </a:custGeom>
              <a:solidFill>
                <a:srgbClr val="F4B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2" name="Freeform 1280">
                <a:extLst>
                  <a:ext uri="{FF2B5EF4-FFF2-40B4-BE49-F238E27FC236}">
                    <a16:creationId xmlns:a16="http://schemas.microsoft.com/office/drawing/2014/main" id="{F73757F8-C0C7-43BC-A5B9-FADD2B24E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629"/>
                <a:ext cx="132" cy="277"/>
              </a:xfrm>
              <a:custGeom>
                <a:avLst/>
                <a:gdLst>
                  <a:gd name="T0" fmla="*/ 299 w 76"/>
                  <a:gd name="T1" fmla="*/ 24 h 150"/>
                  <a:gd name="T2" fmla="*/ 127 w 76"/>
                  <a:gd name="T3" fmla="*/ 81 h 150"/>
                  <a:gd name="T4" fmla="*/ 148 w 76"/>
                  <a:gd name="T5" fmla="*/ 386 h 150"/>
                  <a:gd name="T6" fmla="*/ 347 w 76"/>
                  <a:gd name="T7" fmla="*/ 1184 h 150"/>
                  <a:gd name="T8" fmla="*/ 90 w 76"/>
                  <a:gd name="T9" fmla="*/ 2691 h 150"/>
                  <a:gd name="T10" fmla="*/ 0 w 76"/>
                  <a:gd name="T11" fmla="*/ 2923 h 150"/>
                  <a:gd name="T12" fmla="*/ 257 w 76"/>
                  <a:gd name="T13" fmla="*/ 3093 h 150"/>
                  <a:gd name="T14" fmla="*/ 582 w 76"/>
                  <a:gd name="T15" fmla="*/ 3174 h 150"/>
                  <a:gd name="T16" fmla="*/ 855 w 76"/>
                  <a:gd name="T17" fmla="*/ 3222 h 150"/>
                  <a:gd name="T18" fmla="*/ 1011 w 76"/>
                  <a:gd name="T19" fmla="*/ 2731 h 150"/>
                  <a:gd name="T20" fmla="*/ 1073 w 76"/>
                  <a:gd name="T21" fmla="*/ 2002 h 150"/>
                  <a:gd name="T22" fmla="*/ 1122 w 76"/>
                  <a:gd name="T23" fmla="*/ 1047 h 150"/>
                  <a:gd name="T24" fmla="*/ 855 w 76"/>
                  <a:gd name="T25" fmla="*/ 560 h 150"/>
                  <a:gd name="T26" fmla="*/ 533 w 76"/>
                  <a:gd name="T27" fmla="*/ 209 h 150"/>
                  <a:gd name="T28" fmla="*/ 283 w 76"/>
                  <a:gd name="T29" fmla="*/ 24 h 15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" h="150">
                    <a:moveTo>
                      <a:pt x="19" y="1"/>
                    </a:moveTo>
                    <a:cubicBezTo>
                      <a:pt x="15" y="1"/>
                      <a:pt x="10" y="0"/>
                      <a:pt x="8" y="4"/>
                    </a:cubicBezTo>
                    <a:cubicBezTo>
                      <a:pt x="6" y="8"/>
                      <a:pt x="8" y="14"/>
                      <a:pt x="9" y="18"/>
                    </a:cubicBezTo>
                    <a:cubicBezTo>
                      <a:pt x="14" y="30"/>
                      <a:pt x="20" y="42"/>
                      <a:pt x="22" y="55"/>
                    </a:cubicBezTo>
                    <a:cubicBezTo>
                      <a:pt x="25" y="79"/>
                      <a:pt x="16" y="104"/>
                      <a:pt x="6" y="125"/>
                    </a:cubicBezTo>
                    <a:cubicBezTo>
                      <a:pt x="5" y="128"/>
                      <a:pt x="0" y="133"/>
                      <a:pt x="0" y="136"/>
                    </a:cubicBezTo>
                    <a:cubicBezTo>
                      <a:pt x="1" y="141"/>
                      <a:pt x="12" y="143"/>
                      <a:pt x="16" y="144"/>
                    </a:cubicBezTo>
                    <a:cubicBezTo>
                      <a:pt x="23" y="146"/>
                      <a:pt x="30" y="147"/>
                      <a:pt x="37" y="148"/>
                    </a:cubicBezTo>
                    <a:cubicBezTo>
                      <a:pt x="42" y="149"/>
                      <a:pt x="49" y="150"/>
                      <a:pt x="54" y="150"/>
                    </a:cubicBezTo>
                    <a:cubicBezTo>
                      <a:pt x="61" y="149"/>
                      <a:pt x="63" y="133"/>
                      <a:pt x="64" y="127"/>
                    </a:cubicBezTo>
                    <a:cubicBezTo>
                      <a:pt x="65" y="115"/>
                      <a:pt x="66" y="104"/>
                      <a:pt x="68" y="93"/>
                    </a:cubicBezTo>
                    <a:cubicBezTo>
                      <a:pt x="70" y="79"/>
                      <a:pt x="76" y="63"/>
                      <a:pt x="71" y="49"/>
                    </a:cubicBezTo>
                    <a:cubicBezTo>
                      <a:pt x="68" y="40"/>
                      <a:pt x="60" y="33"/>
                      <a:pt x="54" y="26"/>
                    </a:cubicBezTo>
                    <a:cubicBezTo>
                      <a:pt x="48" y="20"/>
                      <a:pt x="41" y="13"/>
                      <a:pt x="34" y="10"/>
                    </a:cubicBezTo>
                    <a:cubicBezTo>
                      <a:pt x="31" y="5"/>
                      <a:pt x="24" y="2"/>
                      <a:pt x="18" y="1"/>
                    </a:cubicBezTo>
                  </a:path>
                </a:pathLst>
              </a:custGeom>
              <a:solidFill>
                <a:srgbClr val="F4B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3" name="Freeform 1281">
                <a:extLst>
                  <a:ext uri="{FF2B5EF4-FFF2-40B4-BE49-F238E27FC236}">
                    <a16:creationId xmlns:a16="http://schemas.microsoft.com/office/drawing/2014/main" id="{1BA67DA0-C58E-4FB7-9FAA-7047A9397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635"/>
                <a:ext cx="69" cy="247"/>
              </a:xfrm>
              <a:custGeom>
                <a:avLst/>
                <a:gdLst>
                  <a:gd name="T0" fmla="*/ 62 w 40"/>
                  <a:gd name="T1" fmla="*/ 125 h 134"/>
                  <a:gd name="T2" fmla="*/ 143 w 40"/>
                  <a:gd name="T3" fmla="*/ 660 h 134"/>
                  <a:gd name="T4" fmla="*/ 271 w 40"/>
                  <a:gd name="T5" fmla="*/ 1261 h 134"/>
                  <a:gd name="T6" fmla="*/ 122 w 40"/>
                  <a:gd name="T7" fmla="*/ 2273 h 134"/>
                  <a:gd name="T8" fmla="*/ 62 w 40"/>
                  <a:gd name="T9" fmla="*/ 2680 h 134"/>
                  <a:gd name="T10" fmla="*/ 340 w 40"/>
                  <a:gd name="T11" fmla="*/ 2494 h 134"/>
                  <a:gd name="T12" fmla="*/ 533 w 40"/>
                  <a:gd name="T13" fmla="*/ 877 h 134"/>
                  <a:gd name="T14" fmla="*/ 319 w 40"/>
                  <a:gd name="T15" fmla="*/ 206 h 134"/>
                  <a:gd name="T16" fmla="*/ 62 w 40"/>
                  <a:gd name="T17" fmla="*/ 125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134">
                    <a:moveTo>
                      <a:pt x="4" y="6"/>
                    </a:moveTo>
                    <a:cubicBezTo>
                      <a:pt x="0" y="13"/>
                      <a:pt x="6" y="23"/>
                      <a:pt x="9" y="31"/>
                    </a:cubicBezTo>
                    <a:cubicBezTo>
                      <a:pt x="12" y="39"/>
                      <a:pt x="16" y="49"/>
                      <a:pt x="18" y="59"/>
                    </a:cubicBezTo>
                    <a:cubicBezTo>
                      <a:pt x="20" y="76"/>
                      <a:pt x="17" y="92"/>
                      <a:pt x="8" y="107"/>
                    </a:cubicBezTo>
                    <a:cubicBezTo>
                      <a:pt x="5" y="112"/>
                      <a:pt x="0" y="121"/>
                      <a:pt x="4" y="126"/>
                    </a:cubicBezTo>
                    <a:cubicBezTo>
                      <a:pt x="12" y="134"/>
                      <a:pt x="20" y="123"/>
                      <a:pt x="22" y="117"/>
                    </a:cubicBezTo>
                    <a:cubicBezTo>
                      <a:pt x="30" y="93"/>
                      <a:pt x="40" y="67"/>
                      <a:pt x="35" y="41"/>
                    </a:cubicBezTo>
                    <a:cubicBezTo>
                      <a:pt x="32" y="30"/>
                      <a:pt x="29" y="19"/>
                      <a:pt x="21" y="10"/>
                    </a:cubicBezTo>
                    <a:cubicBezTo>
                      <a:pt x="19" y="8"/>
                      <a:pt x="6" y="0"/>
                      <a:pt x="4" y="6"/>
                    </a:cubicBezTo>
                  </a:path>
                </a:pathLst>
              </a:custGeom>
              <a:solidFill>
                <a:srgbClr val="F4AC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4" name="Freeform 1282">
                <a:extLst>
                  <a:ext uri="{FF2B5EF4-FFF2-40B4-BE49-F238E27FC236}">
                    <a16:creationId xmlns:a16="http://schemas.microsoft.com/office/drawing/2014/main" id="{9B9630DF-C1B4-411B-B0AA-9D7AD0DC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661"/>
                <a:ext cx="76" cy="229"/>
              </a:xfrm>
              <a:custGeom>
                <a:avLst/>
                <a:gdLst>
                  <a:gd name="T0" fmla="*/ 83 w 44"/>
                  <a:gd name="T1" fmla="*/ 209 h 124"/>
                  <a:gd name="T2" fmla="*/ 340 w 44"/>
                  <a:gd name="T3" fmla="*/ 24 h 124"/>
                  <a:gd name="T4" fmla="*/ 418 w 44"/>
                  <a:gd name="T5" fmla="*/ 347 h 124"/>
                  <a:gd name="T6" fmla="*/ 356 w 44"/>
                  <a:gd name="T7" fmla="*/ 946 h 124"/>
                  <a:gd name="T8" fmla="*/ 402 w 44"/>
                  <a:gd name="T9" fmla="*/ 1570 h 124"/>
                  <a:gd name="T10" fmla="*/ 651 w 44"/>
                  <a:gd name="T11" fmla="*/ 2388 h 124"/>
                  <a:gd name="T12" fmla="*/ 504 w 44"/>
                  <a:gd name="T13" fmla="*/ 2639 h 124"/>
                  <a:gd name="T14" fmla="*/ 247 w 44"/>
                  <a:gd name="T15" fmla="*/ 2255 h 124"/>
                  <a:gd name="T16" fmla="*/ 48 w 44"/>
                  <a:gd name="T17" fmla="*/ 1481 h 124"/>
                  <a:gd name="T18" fmla="*/ 16 w 44"/>
                  <a:gd name="T19" fmla="*/ 838 h 124"/>
                  <a:gd name="T20" fmla="*/ 86 w 44"/>
                  <a:gd name="T21" fmla="*/ 209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124">
                    <a:moveTo>
                      <a:pt x="5" y="10"/>
                    </a:moveTo>
                    <a:cubicBezTo>
                      <a:pt x="10" y="7"/>
                      <a:pt x="16" y="0"/>
                      <a:pt x="22" y="1"/>
                    </a:cubicBezTo>
                    <a:cubicBezTo>
                      <a:pt x="28" y="2"/>
                      <a:pt x="28" y="12"/>
                      <a:pt x="27" y="16"/>
                    </a:cubicBezTo>
                    <a:cubicBezTo>
                      <a:pt x="25" y="26"/>
                      <a:pt x="22" y="33"/>
                      <a:pt x="23" y="44"/>
                    </a:cubicBezTo>
                    <a:cubicBezTo>
                      <a:pt x="23" y="53"/>
                      <a:pt x="25" y="63"/>
                      <a:pt x="26" y="73"/>
                    </a:cubicBezTo>
                    <a:cubicBezTo>
                      <a:pt x="29" y="87"/>
                      <a:pt x="38" y="98"/>
                      <a:pt x="42" y="111"/>
                    </a:cubicBezTo>
                    <a:cubicBezTo>
                      <a:pt x="44" y="117"/>
                      <a:pt x="40" y="122"/>
                      <a:pt x="33" y="123"/>
                    </a:cubicBezTo>
                    <a:cubicBezTo>
                      <a:pt x="23" y="124"/>
                      <a:pt x="20" y="112"/>
                      <a:pt x="16" y="105"/>
                    </a:cubicBezTo>
                    <a:cubicBezTo>
                      <a:pt x="11" y="94"/>
                      <a:pt x="6" y="82"/>
                      <a:pt x="3" y="69"/>
                    </a:cubicBezTo>
                    <a:cubicBezTo>
                      <a:pt x="1" y="59"/>
                      <a:pt x="1" y="49"/>
                      <a:pt x="1" y="39"/>
                    </a:cubicBezTo>
                    <a:cubicBezTo>
                      <a:pt x="1" y="31"/>
                      <a:pt x="0" y="15"/>
                      <a:pt x="6" y="10"/>
                    </a:cubicBezTo>
                  </a:path>
                </a:pathLst>
              </a:custGeom>
              <a:solidFill>
                <a:srgbClr val="F4AC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5" name="Freeform 1283">
                <a:extLst>
                  <a:ext uri="{FF2B5EF4-FFF2-40B4-BE49-F238E27FC236}">
                    <a16:creationId xmlns:a16="http://schemas.microsoft.com/office/drawing/2014/main" id="{CFA49652-68D0-438E-8994-388DFA41E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1838"/>
                <a:ext cx="306" cy="113"/>
              </a:xfrm>
              <a:custGeom>
                <a:avLst/>
                <a:gdLst>
                  <a:gd name="T0" fmla="*/ 0 w 177"/>
                  <a:gd name="T1" fmla="*/ 0 h 61"/>
                  <a:gd name="T2" fmla="*/ 1902 w 177"/>
                  <a:gd name="T3" fmla="*/ 917 h 61"/>
                  <a:gd name="T4" fmla="*/ 2735 w 177"/>
                  <a:gd name="T5" fmla="*/ 1328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61">
                    <a:moveTo>
                      <a:pt x="0" y="0"/>
                    </a:moveTo>
                    <a:cubicBezTo>
                      <a:pt x="42" y="11"/>
                      <a:pt x="82" y="27"/>
                      <a:pt x="123" y="42"/>
                    </a:cubicBezTo>
                    <a:cubicBezTo>
                      <a:pt x="140" y="48"/>
                      <a:pt x="166" y="54"/>
                      <a:pt x="177" y="61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6" name="Freeform 1284">
                <a:extLst>
                  <a:ext uri="{FF2B5EF4-FFF2-40B4-BE49-F238E27FC236}">
                    <a16:creationId xmlns:a16="http://schemas.microsoft.com/office/drawing/2014/main" id="{908471C2-1326-4E0F-96A4-A673199C7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47"/>
                <a:ext cx="291" cy="117"/>
              </a:xfrm>
              <a:custGeom>
                <a:avLst/>
                <a:gdLst>
                  <a:gd name="T0" fmla="*/ 0 w 168"/>
                  <a:gd name="T1" fmla="*/ 1369 h 63"/>
                  <a:gd name="T2" fmla="*/ 320 w 168"/>
                  <a:gd name="T3" fmla="*/ 1211 h 63"/>
                  <a:gd name="T4" fmla="*/ 1361 w 168"/>
                  <a:gd name="T5" fmla="*/ 693 h 63"/>
                  <a:gd name="T6" fmla="*/ 2619 w 168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8" h="63">
                    <a:moveTo>
                      <a:pt x="0" y="62"/>
                    </a:moveTo>
                    <a:cubicBezTo>
                      <a:pt x="8" y="63"/>
                      <a:pt x="13" y="58"/>
                      <a:pt x="21" y="55"/>
                    </a:cubicBezTo>
                    <a:cubicBezTo>
                      <a:pt x="43" y="46"/>
                      <a:pt x="65" y="40"/>
                      <a:pt x="87" y="31"/>
                    </a:cubicBezTo>
                    <a:cubicBezTo>
                      <a:pt x="114" y="20"/>
                      <a:pt x="141" y="9"/>
                      <a:pt x="168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7" name="Freeform 1285">
                <a:extLst>
                  <a:ext uri="{FF2B5EF4-FFF2-40B4-BE49-F238E27FC236}">
                    <a16:creationId xmlns:a16="http://schemas.microsoft.com/office/drawing/2014/main" id="{CD256961-E143-4DE1-B18A-988AC51C9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807"/>
                <a:ext cx="277" cy="72"/>
              </a:xfrm>
              <a:custGeom>
                <a:avLst/>
                <a:gdLst>
                  <a:gd name="T0" fmla="*/ 2491 w 160"/>
                  <a:gd name="T1" fmla="*/ 0 h 39"/>
                  <a:gd name="T2" fmla="*/ 575 w 160"/>
                  <a:gd name="T3" fmla="*/ 511 h 39"/>
                  <a:gd name="T4" fmla="*/ 0 w 160"/>
                  <a:gd name="T5" fmla="*/ 83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9">
                    <a:moveTo>
                      <a:pt x="160" y="0"/>
                    </a:moveTo>
                    <a:cubicBezTo>
                      <a:pt x="119" y="7"/>
                      <a:pt x="77" y="12"/>
                      <a:pt x="37" y="24"/>
                    </a:cubicBezTo>
                    <a:cubicBezTo>
                      <a:pt x="23" y="29"/>
                      <a:pt x="14" y="33"/>
                      <a:pt x="0" y="39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8" name="Freeform 1286">
                <a:extLst>
                  <a:ext uri="{FF2B5EF4-FFF2-40B4-BE49-F238E27FC236}">
                    <a16:creationId xmlns:a16="http://schemas.microsoft.com/office/drawing/2014/main" id="{FA76F9EF-99C5-44EE-8259-CB7C17166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794"/>
                <a:ext cx="285" cy="88"/>
              </a:xfrm>
              <a:custGeom>
                <a:avLst/>
                <a:gdLst>
                  <a:gd name="T0" fmla="*/ 2536 w 165"/>
                  <a:gd name="T1" fmla="*/ 871 h 48"/>
                  <a:gd name="T2" fmla="*/ 1480 w 165"/>
                  <a:gd name="T3" fmla="*/ 598 h 48"/>
                  <a:gd name="T4" fmla="*/ 212 w 165"/>
                  <a:gd name="T5" fmla="*/ 81 h 48"/>
                  <a:gd name="T6" fmla="*/ 0 w 165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5" h="48">
                    <a:moveTo>
                      <a:pt x="165" y="42"/>
                    </a:moveTo>
                    <a:cubicBezTo>
                      <a:pt x="146" y="48"/>
                      <a:pt x="115" y="34"/>
                      <a:pt x="96" y="29"/>
                    </a:cubicBezTo>
                    <a:cubicBezTo>
                      <a:pt x="69" y="21"/>
                      <a:pt x="42" y="11"/>
                      <a:pt x="14" y="4"/>
                    </a:cubicBezTo>
                    <a:cubicBezTo>
                      <a:pt x="10" y="2"/>
                      <a:pt x="5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9" name="Freeform 1287">
                <a:extLst>
                  <a:ext uri="{FF2B5EF4-FFF2-40B4-BE49-F238E27FC236}">
                    <a16:creationId xmlns:a16="http://schemas.microsoft.com/office/drawing/2014/main" id="{11498719-F05A-45F8-A2AA-DC21C69C3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770"/>
                <a:ext cx="142" cy="62"/>
              </a:xfrm>
              <a:custGeom>
                <a:avLst/>
                <a:gdLst>
                  <a:gd name="T0" fmla="*/ 1278 w 82"/>
                  <a:gd name="T1" fmla="*/ 0 h 34"/>
                  <a:gd name="T2" fmla="*/ 873 w 82"/>
                  <a:gd name="T3" fmla="*/ 199 h 34"/>
                  <a:gd name="T4" fmla="*/ 0 w 82"/>
                  <a:gd name="T5" fmla="*/ 686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34">
                    <a:moveTo>
                      <a:pt x="82" y="0"/>
                    </a:moveTo>
                    <a:cubicBezTo>
                      <a:pt x="73" y="2"/>
                      <a:pt x="65" y="5"/>
                      <a:pt x="56" y="10"/>
                    </a:cubicBezTo>
                    <a:cubicBezTo>
                      <a:pt x="38" y="19"/>
                      <a:pt x="18" y="25"/>
                      <a:pt x="0" y="34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0" name="Freeform 1288">
                <a:extLst>
                  <a:ext uri="{FF2B5EF4-FFF2-40B4-BE49-F238E27FC236}">
                    <a16:creationId xmlns:a16="http://schemas.microsoft.com/office/drawing/2014/main" id="{ABF0CBAB-8EDD-4D27-8886-75960D351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777"/>
                <a:ext cx="165" cy="65"/>
              </a:xfrm>
              <a:custGeom>
                <a:avLst/>
                <a:gdLst>
                  <a:gd name="T0" fmla="*/ 1502 w 95"/>
                  <a:gd name="T1" fmla="*/ 776 h 35"/>
                  <a:gd name="T2" fmla="*/ 1122 w 95"/>
                  <a:gd name="T3" fmla="*/ 514 h 35"/>
                  <a:gd name="T4" fmla="*/ 492 w 95"/>
                  <a:gd name="T5" fmla="*/ 238 h 35"/>
                  <a:gd name="T6" fmla="*/ 0 w 95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35">
                    <a:moveTo>
                      <a:pt x="95" y="35"/>
                    </a:moveTo>
                    <a:cubicBezTo>
                      <a:pt x="86" y="33"/>
                      <a:pt x="79" y="27"/>
                      <a:pt x="71" y="23"/>
                    </a:cubicBezTo>
                    <a:cubicBezTo>
                      <a:pt x="58" y="18"/>
                      <a:pt x="44" y="17"/>
                      <a:pt x="31" y="11"/>
                    </a:cubicBezTo>
                    <a:cubicBezTo>
                      <a:pt x="21" y="7"/>
                      <a:pt x="11" y="3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1" name="Freeform 1289">
                <a:extLst>
                  <a:ext uri="{FF2B5EF4-FFF2-40B4-BE49-F238E27FC236}">
                    <a16:creationId xmlns:a16="http://schemas.microsoft.com/office/drawing/2014/main" id="{74856204-6012-47AB-B9A5-DF971BEB5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10"/>
                <a:ext cx="279" cy="109"/>
              </a:xfrm>
              <a:custGeom>
                <a:avLst/>
                <a:gdLst>
                  <a:gd name="T0" fmla="*/ 2513 w 161"/>
                  <a:gd name="T1" fmla="*/ 0 h 59"/>
                  <a:gd name="T2" fmla="*/ 1144 w 161"/>
                  <a:gd name="T3" fmla="*/ 685 h 59"/>
                  <a:gd name="T4" fmla="*/ 421 w 161"/>
                  <a:gd name="T5" fmla="*/ 1059 h 59"/>
                  <a:gd name="T6" fmla="*/ 0 w 161"/>
                  <a:gd name="T7" fmla="*/ 1266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1" h="59">
                    <a:moveTo>
                      <a:pt x="161" y="0"/>
                    </a:moveTo>
                    <a:cubicBezTo>
                      <a:pt x="131" y="9"/>
                      <a:pt x="101" y="22"/>
                      <a:pt x="73" y="32"/>
                    </a:cubicBezTo>
                    <a:cubicBezTo>
                      <a:pt x="57" y="37"/>
                      <a:pt x="42" y="44"/>
                      <a:pt x="27" y="49"/>
                    </a:cubicBezTo>
                    <a:cubicBezTo>
                      <a:pt x="20" y="51"/>
                      <a:pt x="3" y="54"/>
                      <a:pt x="0" y="59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2" name="Freeform 1290">
                <a:extLst>
                  <a:ext uri="{FF2B5EF4-FFF2-40B4-BE49-F238E27FC236}">
                    <a16:creationId xmlns:a16="http://schemas.microsoft.com/office/drawing/2014/main" id="{F33C0BC1-6ED7-42E3-A5B2-9C0B82FA0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858"/>
                <a:ext cx="102" cy="26"/>
              </a:xfrm>
              <a:custGeom>
                <a:avLst/>
                <a:gdLst>
                  <a:gd name="T0" fmla="*/ 0 w 59"/>
                  <a:gd name="T1" fmla="*/ 306 h 14"/>
                  <a:gd name="T2" fmla="*/ 909 w 5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4">
                    <a:moveTo>
                      <a:pt x="0" y="14"/>
                    </a:moveTo>
                    <a:cubicBezTo>
                      <a:pt x="19" y="9"/>
                      <a:pt x="39" y="4"/>
                      <a:pt x="59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3" name="Freeform 1291">
                <a:extLst>
                  <a:ext uri="{FF2B5EF4-FFF2-40B4-BE49-F238E27FC236}">
                    <a16:creationId xmlns:a16="http://schemas.microsoft.com/office/drawing/2014/main" id="{2B71785A-7A01-4B7D-A375-310B921F7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812"/>
                <a:ext cx="293" cy="104"/>
              </a:xfrm>
              <a:custGeom>
                <a:avLst/>
                <a:gdLst>
                  <a:gd name="T0" fmla="*/ 0 w 169"/>
                  <a:gd name="T1" fmla="*/ 0 h 56"/>
                  <a:gd name="T2" fmla="*/ 860 w 169"/>
                  <a:gd name="T3" fmla="*/ 514 h 56"/>
                  <a:gd name="T4" fmla="*/ 1945 w 169"/>
                  <a:gd name="T5" fmla="*/ 929 h 56"/>
                  <a:gd name="T6" fmla="*/ 2647 w 169"/>
                  <a:gd name="T7" fmla="*/ 123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9" h="56">
                    <a:moveTo>
                      <a:pt x="0" y="0"/>
                    </a:moveTo>
                    <a:cubicBezTo>
                      <a:pt x="18" y="8"/>
                      <a:pt x="36" y="17"/>
                      <a:pt x="55" y="23"/>
                    </a:cubicBezTo>
                    <a:cubicBezTo>
                      <a:pt x="77" y="30"/>
                      <a:pt x="101" y="36"/>
                      <a:pt x="124" y="42"/>
                    </a:cubicBezTo>
                    <a:cubicBezTo>
                      <a:pt x="138" y="45"/>
                      <a:pt x="160" y="49"/>
                      <a:pt x="169" y="56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4" name="Freeform 1292">
                <a:extLst>
                  <a:ext uri="{FF2B5EF4-FFF2-40B4-BE49-F238E27FC236}">
                    <a16:creationId xmlns:a16="http://schemas.microsoft.com/office/drawing/2014/main" id="{FB1BB3E7-095F-4DC9-B19C-135022297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860"/>
                <a:ext cx="324" cy="111"/>
              </a:xfrm>
              <a:custGeom>
                <a:avLst/>
                <a:gdLst>
                  <a:gd name="T0" fmla="*/ 0 w 187"/>
                  <a:gd name="T1" fmla="*/ 0 h 60"/>
                  <a:gd name="T2" fmla="*/ 16 w 187"/>
                  <a:gd name="T3" fmla="*/ 24 h 60"/>
                  <a:gd name="T4" fmla="*/ 1045 w 187"/>
                  <a:gd name="T5" fmla="*/ 537 h 60"/>
                  <a:gd name="T6" fmla="*/ 2065 w 187"/>
                  <a:gd name="T7" fmla="*/ 1019 h 60"/>
                  <a:gd name="T8" fmla="*/ 2918 w 187"/>
                  <a:gd name="T9" fmla="*/ 129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60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4" y="6"/>
                      <a:pt x="45" y="17"/>
                      <a:pt x="67" y="25"/>
                    </a:cubicBezTo>
                    <a:cubicBezTo>
                      <a:pt x="88" y="34"/>
                      <a:pt x="110" y="41"/>
                      <a:pt x="132" y="47"/>
                    </a:cubicBezTo>
                    <a:cubicBezTo>
                      <a:pt x="149" y="51"/>
                      <a:pt x="174" y="53"/>
                      <a:pt x="187" y="6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5" name="Freeform 1293">
                <a:extLst>
                  <a:ext uri="{FF2B5EF4-FFF2-40B4-BE49-F238E27FC236}">
                    <a16:creationId xmlns:a16="http://schemas.microsoft.com/office/drawing/2014/main" id="{C5E3B584-59D6-4906-B007-03BC6CEBD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38"/>
                <a:ext cx="288" cy="102"/>
              </a:xfrm>
              <a:custGeom>
                <a:avLst/>
                <a:gdLst>
                  <a:gd name="T0" fmla="*/ 2609 w 166"/>
                  <a:gd name="T1" fmla="*/ 0 h 55"/>
                  <a:gd name="T2" fmla="*/ 1948 w 166"/>
                  <a:gd name="T3" fmla="*/ 202 h 55"/>
                  <a:gd name="T4" fmla="*/ 975 w 166"/>
                  <a:gd name="T5" fmla="*/ 612 h 55"/>
                  <a:gd name="T6" fmla="*/ 319 w 166"/>
                  <a:gd name="T7" fmla="*/ 1029 h 55"/>
                  <a:gd name="T8" fmla="*/ 0 w 166"/>
                  <a:gd name="T9" fmla="*/ 116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" h="55">
                    <a:moveTo>
                      <a:pt x="166" y="0"/>
                    </a:moveTo>
                    <a:cubicBezTo>
                      <a:pt x="152" y="1"/>
                      <a:pt x="137" y="5"/>
                      <a:pt x="124" y="9"/>
                    </a:cubicBezTo>
                    <a:cubicBezTo>
                      <a:pt x="103" y="15"/>
                      <a:pt x="82" y="20"/>
                      <a:pt x="62" y="28"/>
                    </a:cubicBezTo>
                    <a:cubicBezTo>
                      <a:pt x="48" y="34"/>
                      <a:pt x="34" y="40"/>
                      <a:pt x="20" y="47"/>
                    </a:cubicBezTo>
                    <a:cubicBezTo>
                      <a:pt x="15" y="49"/>
                      <a:pt x="4" y="55"/>
                      <a:pt x="0" y="53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6" name="Freeform 1294">
                <a:extLst>
                  <a:ext uri="{FF2B5EF4-FFF2-40B4-BE49-F238E27FC236}">
                    <a16:creationId xmlns:a16="http://schemas.microsoft.com/office/drawing/2014/main" id="{E9E012A2-71AD-4A7E-8549-6669A42B6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746"/>
                <a:ext cx="265" cy="99"/>
              </a:xfrm>
              <a:custGeom>
                <a:avLst/>
                <a:gdLst>
                  <a:gd name="T0" fmla="*/ 2385 w 153"/>
                  <a:gd name="T1" fmla="*/ 0 h 54"/>
                  <a:gd name="T2" fmla="*/ 1024 w 153"/>
                  <a:gd name="T3" fmla="*/ 666 h 54"/>
                  <a:gd name="T4" fmla="*/ 360 w 153"/>
                  <a:gd name="T5" fmla="*/ 948 h 54"/>
                  <a:gd name="T6" fmla="*/ 0 w 153"/>
                  <a:gd name="T7" fmla="*/ 1122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3" h="54">
                    <a:moveTo>
                      <a:pt x="153" y="0"/>
                    </a:moveTo>
                    <a:cubicBezTo>
                      <a:pt x="124" y="10"/>
                      <a:pt x="95" y="22"/>
                      <a:pt x="66" y="32"/>
                    </a:cubicBezTo>
                    <a:cubicBezTo>
                      <a:pt x="52" y="37"/>
                      <a:pt x="37" y="42"/>
                      <a:pt x="23" y="46"/>
                    </a:cubicBezTo>
                    <a:cubicBezTo>
                      <a:pt x="16" y="48"/>
                      <a:pt x="6" y="50"/>
                      <a:pt x="0" y="54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7" name="Freeform 1295">
                <a:extLst>
                  <a:ext uri="{FF2B5EF4-FFF2-40B4-BE49-F238E27FC236}">
                    <a16:creationId xmlns:a16="http://schemas.microsoft.com/office/drawing/2014/main" id="{8704632C-E8E5-422A-9134-F8AB8A7EE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744"/>
                <a:ext cx="281" cy="107"/>
              </a:xfrm>
              <a:custGeom>
                <a:avLst/>
                <a:gdLst>
                  <a:gd name="T0" fmla="*/ 2543 w 162"/>
                  <a:gd name="T1" fmla="*/ 1218 h 58"/>
                  <a:gd name="T2" fmla="*/ 1920 w 162"/>
                  <a:gd name="T3" fmla="*/ 959 h 58"/>
                  <a:gd name="T4" fmla="*/ 1242 w 162"/>
                  <a:gd name="T5" fmla="*/ 753 h 58"/>
                  <a:gd name="T6" fmla="*/ 262 w 162"/>
                  <a:gd name="T7" fmla="*/ 149 h 58"/>
                  <a:gd name="T8" fmla="*/ 0 w 16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58">
                    <a:moveTo>
                      <a:pt x="162" y="57"/>
                    </a:moveTo>
                    <a:cubicBezTo>
                      <a:pt x="149" y="58"/>
                      <a:pt x="134" y="49"/>
                      <a:pt x="122" y="45"/>
                    </a:cubicBezTo>
                    <a:cubicBezTo>
                      <a:pt x="108" y="41"/>
                      <a:pt x="93" y="42"/>
                      <a:pt x="79" y="35"/>
                    </a:cubicBezTo>
                    <a:cubicBezTo>
                      <a:pt x="59" y="25"/>
                      <a:pt x="38" y="16"/>
                      <a:pt x="17" y="7"/>
                    </a:cubicBezTo>
                    <a:cubicBezTo>
                      <a:pt x="11" y="4"/>
                      <a:pt x="6" y="2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8" name="Freeform 1296">
                <a:extLst>
                  <a:ext uri="{FF2B5EF4-FFF2-40B4-BE49-F238E27FC236}">
                    <a16:creationId xmlns:a16="http://schemas.microsoft.com/office/drawing/2014/main" id="{6D551424-1961-4CE0-89DF-5CDF36D93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755"/>
                <a:ext cx="30" cy="7"/>
              </a:xfrm>
              <a:custGeom>
                <a:avLst/>
                <a:gdLst>
                  <a:gd name="T0" fmla="*/ 293 w 17"/>
                  <a:gd name="T1" fmla="*/ 37 h 4"/>
                  <a:gd name="T2" fmla="*/ 0 w 1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17" y="2"/>
                    </a:moveTo>
                    <a:cubicBezTo>
                      <a:pt x="12" y="4"/>
                      <a:pt x="5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9" name="Freeform 1297">
                <a:extLst>
                  <a:ext uri="{FF2B5EF4-FFF2-40B4-BE49-F238E27FC236}">
                    <a16:creationId xmlns:a16="http://schemas.microsoft.com/office/drawing/2014/main" id="{53D84754-74FC-43CB-B6BC-46C85499A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64"/>
                <a:ext cx="212" cy="159"/>
              </a:xfrm>
              <a:custGeom>
                <a:avLst/>
                <a:gdLst>
                  <a:gd name="T0" fmla="*/ 0 w 122"/>
                  <a:gd name="T1" fmla="*/ 1860 h 86"/>
                  <a:gd name="T2" fmla="*/ 570 w 122"/>
                  <a:gd name="T3" fmla="*/ 1193 h 86"/>
                  <a:gd name="T4" fmla="*/ 1249 w 122"/>
                  <a:gd name="T5" fmla="*/ 305 h 86"/>
                  <a:gd name="T6" fmla="*/ 1543 w 122"/>
                  <a:gd name="T7" fmla="*/ 44 h 86"/>
                  <a:gd name="T8" fmla="*/ 1779 w 122"/>
                  <a:gd name="T9" fmla="*/ 81 h 86"/>
                  <a:gd name="T10" fmla="*/ 1915 w 122"/>
                  <a:gd name="T11" fmla="*/ 431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86">
                    <a:moveTo>
                      <a:pt x="0" y="86"/>
                    </a:moveTo>
                    <a:cubicBezTo>
                      <a:pt x="13" y="76"/>
                      <a:pt x="26" y="67"/>
                      <a:pt x="36" y="55"/>
                    </a:cubicBezTo>
                    <a:cubicBezTo>
                      <a:pt x="50" y="40"/>
                      <a:pt x="63" y="26"/>
                      <a:pt x="79" y="14"/>
                    </a:cubicBezTo>
                    <a:cubicBezTo>
                      <a:pt x="85" y="9"/>
                      <a:pt x="90" y="5"/>
                      <a:pt x="97" y="2"/>
                    </a:cubicBezTo>
                    <a:cubicBezTo>
                      <a:pt x="104" y="0"/>
                      <a:pt x="106" y="1"/>
                      <a:pt x="112" y="4"/>
                    </a:cubicBezTo>
                    <a:cubicBezTo>
                      <a:pt x="119" y="7"/>
                      <a:pt x="122" y="12"/>
                      <a:pt x="121" y="2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0" name="Freeform 1298">
                <a:extLst>
                  <a:ext uri="{FF2B5EF4-FFF2-40B4-BE49-F238E27FC236}">
                    <a16:creationId xmlns:a16="http://schemas.microsoft.com/office/drawing/2014/main" id="{789AC1C2-7A66-4713-89FF-7FBBA0B3C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718"/>
                <a:ext cx="175" cy="81"/>
              </a:xfrm>
              <a:custGeom>
                <a:avLst/>
                <a:gdLst>
                  <a:gd name="T0" fmla="*/ 0 w 101"/>
                  <a:gd name="T1" fmla="*/ 906 h 44"/>
                  <a:gd name="T2" fmla="*/ 151 w 101"/>
                  <a:gd name="T3" fmla="*/ 830 h 44"/>
                  <a:gd name="T4" fmla="*/ 468 w 101"/>
                  <a:gd name="T5" fmla="*/ 451 h 44"/>
                  <a:gd name="T6" fmla="*/ 1045 w 101"/>
                  <a:gd name="T7" fmla="*/ 81 h 44"/>
                  <a:gd name="T8" fmla="*/ 1577 w 101"/>
                  <a:gd name="T9" fmla="*/ 149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4">
                    <a:moveTo>
                      <a:pt x="0" y="43"/>
                    </a:moveTo>
                    <a:cubicBezTo>
                      <a:pt x="2" y="44"/>
                      <a:pt x="8" y="40"/>
                      <a:pt x="10" y="39"/>
                    </a:cubicBezTo>
                    <a:cubicBezTo>
                      <a:pt x="17" y="34"/>
                      <a:pt x="24" y="26"/>
                      <a:pt x="30" y="21"/>
                    </a:cubicBezTo>
                    <a:cubicBezTo>
                      <a:pt x="41" y="13"/>
                      <a:pt x="54" y="6"/>
                      <a:pt x="67" y="4"/>
                    </a:cubicBezTo>
                    <a:cubicBezTo>
                      <a:pt x="77" y="2"/>
                      <a:pt x="95" y="0"/>
                      <a:pt x="101" y="7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1" name="Freeform 1299">
                <a:extLst>
                  <a:ext uri="{FF2B5EF4-FFF2-40B4-BE49-F238E27FC236}">
                    <a16:creationId xmlns:a16="http://schemas.microsoft.com/office/drawing/2014/main" id="{E4F9125F-3581-45D2-A536-3B8230381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1648"/>
                <a:ext cx="280" cy="195"/>
              </a:xfrm>
              <a:custGeom>
                <a:avLst/>
                <a:gdLst>
                  <a:gd name="T0" fmla="*/ 28 w 162"/>
                  <a:gd name="T1" fmla="*/ 379 h 106"/>
                  <a:gd name="T2" fmla="*/ 149 w 162"/>
                  <a:gd name="T3" fmla="*/ 81 h 106"/>
                  <a:gd name="T4" fmla="*/ 615 w 162"/>
                  <a:gd name="T5" fmla="*/ 177 h 106"/>
                  <a:gd name="T6" fmla="*/ 1001 w 162"/>
                  <a:gd name="T7" fmla="*/ 629 h 106"/>
                  <a:gd name="T8" fmla="*/ 1338 w 162"/>
                  <a:gd name="T9" fmla="*/ 1052 h 106"/>
                  <a:gd name="T10" fmla="*/ 2019 w 162"/>
                  <a:gd name="T11" fmla="*/ 1681 h 106"/>
                  <a:gd name="T12" fmla="*/ 2390 w 162"/>
                  <a:gd name="T13" fmla="*/ 2128 h 106"/>
                  <a:gd name="T14" fmla="*/ 2501 w 162"/>
                  <a:gd name="T15" fmla="*/ 2233 h 106"/>
                  <a:gd name="T16" fmla="*/ 2480 w 162"/>
                  <a:gd name="T17" fmla="*/ 2209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2" h="106">
                    <a:moveTo>
                      <a:pt x="2" y="18"/>
                    </a:moveTo>
                    <a:cubicBezTo>
                      <a:pt x="0" y="13"/>
                      <a:pt x="6" y="6"/>
                      <a:pt x="10" y="4"/>
                    </a:cubicBezTo>
                    <a:cubicBezTo>
                      <a:pt x="20" y="0"/>
                      <a:pt x="32" y="4"/>
                      <a:pt x="40" y="8"/>
                    </a:cubicBezTo>
                    <a:cubicBezTo>
                      <a:pt x="50" y="12"/>
                      <a:pt x="58" y="21"/>
                      <a:pt x="65" y="30"/>
                    </a:cubicBezTo>
                    <a:cubicBezTo>
                      <a:pt x="71" y="38"/>
                      <a:pt x="78" y="44"/>
                      <a:pt x="87" y="50"/>
                    </a:cubicBezTo>
                    <a:cubicBezTo>
                      <a:pt x="101" y="60"/>
                      <a:pt x="116" y="70"/>
                      <a:pt x="131" y="80"/>
                    </a:cubicBezTo>
                    <a:cubicBezTo>
                      <a:pt x="140" y="86"/>
                      <a:pt x="146" y="95"/>
                      <a:pt x="155" y="101"/>
                    </a:cubicBezTo>
                    <a:cubicBezTo>
                      <a:pt x="158" y="103"/>
                      <a:pt x="159" y="104"/>
                      <a:pt x="162" y="106"/>
                    </a:cubicBezTo>
                    <a:cubicBezTo>
                      <a:pt x="161" y="106"/>
                      <a:pt x="161" y="105"/>
                      <a:pt x="161" y="105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2" name="Freeform 1300">
                <a:extLst>
                  <a:ext uri="{FF2B5EF4-FFF2-40B4-BE49-F238E27FC236}">
                    <a16:creationId xmlns:a16="http://schemas.microsoft.com/office/drawing/2014/main" id="{B860F49C-4FA5-4A7F-B37B-E35FC4FE6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698"/>
                <a:ext cx="218" cy="131"/>
              </a:xfrm>
              <a:custGeom>
                <a:avLst/>
                <a:gdLst>
                  <a:gd name="T0" fmla="*/ 0 w 126"/>
                  <a:gd name="T1" fmla="*/ 231 h 71"/>
                  <a:gd name="T2" fmla="*/ 261 w 126"/>
                  <a:gd name="T3" fmla="*/ 68 h 71"/>
                  <a:gd name="T4" fmla="*/ 652 w 126"/>
                  <a:gd name="T5" fmla="*/ 384 h 71"/>
                  <a:gd name="T6" fmla="*/ 1239 w 126"/>
                  <a:gd name="T7" fmla="*/ 987 h 71"/>
                  <a:gd name="T8" fmla="*/ 1680 w 126"/>
                  <a:gd name="T9" fmla="*/ 1264 h 71"/>
                  <a:gd name="T10" fmla="*/ 1952 w 126"/>
                  <a:gd name="T11" fmla="*/ 1522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71">
                    <a:moveTo>
                      <a:pt x="0" y="11"/>
                    </a:moveTo>
                    <a:cubicBezTo>
                      <a:pt x="6" y="6"/>
                      <a:pt x="7" y="0"/>
                      <a:pt x="17" y="3"/>
                    </a:cubicBezTo>
                    <a:cubicBezTo>
                      <a:pt x="26" y="5"/>
                      <a:pt x="36" y="12"/>
                      <a:pt x="42" y="18"/>
                    </a:cubicBezTo>
                    <a:cubicBezTo>
                      <a:pt x="54" y="28"/>
                      <a:pt x="67" y="38"/>
                      <a:pt x="80" y="46"/>
                    </a:cubicBezTo>
                    <a:cubicBezTo>
                      <a:pt x="89" y="51"/>
                      <a:pt x="100" y="54"/>
                      <a:pt x="108" y="59"/>
                    </a:cubicBezTo>
                    <a:cubicBezTo>
                      <a:pt x="115" y="62"/>
                      <a:pt x="120" y="67"/>
                      <a:pt x="126" y="71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3" name="Freeform 1301">
                <a:extLst>
                  <a:ext uri="{FF2B5EF4-FFF2-40B4-BE49-F238E27FC236}">
                    <a16:creationId xmlns:a16="http://schemas.microsoft.com/office/drawing/2014/main" id="{4D89B7E4-9F86-46CD-8D22-1D673042D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72"/>
                <a:ext cx="743" cy="1038"/>
              </a:xfrm>
              <a:custGeom>
                <a:avLst/>
                <a:gdLst>
                  <a:gd name="T0" fmla="*/ 6479 w 429"/>
                  <a:gd name="T1" fmla="*/ 3445 h 562"/>
                  <a:gd name="T2" fmla="*/ 6308 w 429"/>
                  <a:gd name="T3" fmla="*/ 2582 h 562"/>
                  <a:gd name="T4" fmla="*/ 6282 w 429"/>
                  <a:gd name="T5" fmla="*/ 2582 h 562"/>
                  <a:gd name="T6" fmla="*/ 6192 w 429"/>
                  <a:gd name="T7" fmla="*/ 2388 h 562"/>
                  <a:gd name="T8" fmla="*/ 5856 w 429"/>
                  <a:gd name="T9" fmla="*/ 1934 h 562"/>
                  <a:gd name="T10" fmla="*/ 5579 w 429"/>
                  <a:gd name="T11" fmla="*/ 1550 h 562"/>
                  <a:gd name="T12" fmla="*/ 5189 w 429"/>
                  <a:gd name="T13" fmla="*/ 1014 h 562"/>
                  <a:gd name="T14" fmla="*/ 4349 w 429"/>
                  <a:gd name="T15" fmla="*/ 259 h 562"/>
                  <a:gd name="T16" fmla="*/ 3578 w 429"/>
                  <a:gd name="T17" fmla="*/ 150 h 562"/>
                  <a:gd name="T18" fmla="*/ 3003 w 429"/>
                  <a:gd name="T19" fmla="*/ 194 h 562"/>
                  <a:gd name="T20" fmla="*/ 1943 w 429"/>
                  <a:gd name="T21" fmla="*/ 757 h 562"/>
                  <a:gd name="T22" fmla="*/ 1278 w 429"/>
                  <a:gd name="T23" fmla="*/ 1570 h 562"/>
                  <a:gd name="T24" fmla="*/ 901 w 429"/>
                  <a:gd name="T25" fmla="*/ 2061 h 562"/>
                  <a:gd name="T26" fmla="*/ 405 w 429"/>
                  <a:gd name="T27" fmla="*/ 2619 h 562"/>
                  <a:gd name="T28" fmla="*/ 296 w 429"/>
                  <a:gd name="T29" fmla="*/ 2735 h 562"/>
                  <a:gd name="T30" fmla="*/ 262 w 429"/>
                  <a:gd name="T31" fmla="*/ 2900 h 562"/>
                  <a:gd name="T32" fmla="*/ 151 w 429"/>
                  <a:gd name="T33" fmla="*/ 3295 h 562"/>
                  <a:gd name="T34" fmla="*/ 262 w 429"/>
                  <a:gd name="T35" fmla="*/ 4189 h 562"/>
                  <a:gd name="T36" fmla="*/ 0 w 429"/>
                  <a:gd name="T37" fmla="*/ 4983 h 562"/>
                  <a:gd name="T38" fmla="*/ 185 w 429"/>
                  <a:gd name="T39" fmla="*/ 5785 h 562"/>
                  <a:gd name="T40" fmla="*/ 262 w 429"/>
                  <a:gd name="T41" fmla="*/ 6143 h 562"/>
                  <a:gd name="T42" fmla="*/ 454 w 429"/>
                  <a:gd name="T43" fmla="*/ 6403 h 562"/>
                  <a:gd name="T44" fmla="*/ 405 w 429"/>
                  <a:gd name="T45" fmla="*/ 7225 h 562"/>
                  <a:gd name="T46" fmla="*/ 488 w 429"/>
                  <a:gd name="T47" fmla="*/ 7201 h 562"/>
                  <a:gd name="T48" fmla="*/ 639 w 429"/>
                  <a:gd name="T49" fmla="*/ 8228 h 562"/>
                  <a:gd name="T50" fmla="*/ 1250 w 429"/>
                  <a:gd name="T51" fmla="*/ 8777 h 562"/>
                  <a:gd name="T52" fmla="*/ 1192 w 429"/>
                  <a:gd name="T53" fmla="*/ 9820 h 562"/>
                  <a:gd name="T54" fmla="*/ 1427 w 429"/>
                  <a:gd name="T55" fmla="*/ 10838 h 562"/>
                  <a:gd name="T56" fmla="*/ 1718 w 429"/>
                  <a:gd name="T57" fmla="*/ 10988 h 562"/>
                  <a:gd name="T58" fmla="*/ 1794 w 429"/>
                  <a:gd name="T59" fmla="*/ 11158 h 562"/>
                  <a:gd name="T60" fmla="*/ 2007 w 429"/>
                  <a:gd name="T61" fmla="*/ 11217 h 562"/>
                  <a:gd name="T62" fmla="*/ 2007 w 429"/>
                  <a:gd name="T63" fmla="*/ 11241 h 562"/>
                  <a:gd name="T64" fmla="*/ 2066 w 429"/>
                  <a:gd name="T65" fmla="*/ 11172 h 562"/>
                  <a:gd name="T66" fmla="*/ 2025 w 429"/>
                  <a:gd name="T67" fmla="*/ 11366 h 562"/>
                  <a:gd name="T68" fmla="*/ 2400 w 429"/>
                  <a:gd name="T69" fmla="*/ 11800 h 562"/>
                  <a:gd name="T70" fmla="*/ 2762 w 429"/>
                  <a:gd name="T71" fmla="*/ 12007 h 562"/>
                  <a:gd name="T72" fmla="*/ 3258 w 429"/>
                  <a:gd name="T73" fmla="*/ 12007 h 562"/>
                  <a:gd name="T74" fmla="*/ 3365 w 429"/>
                  <a:gd name="T75" fmla="*/ 11902 h 562"/>
                  <a:gd name="T76" fmla="*/ 3788 w 429"/>
                  <a:gd name="T77" fmla="*/ 11800 h 562"/>
                  <a:gd name="T78" fmla="*/ 4046 w 429"/>
                  <a:gd name="T79" fmla="*/ 11309 h 562"/>
                  <a:gd name="T80" fmla="*/ 4515 w 429"/>
                  <a:gd name="T81" fmla="*/ 11158 h 562"/>
                  <a:gd name="T82" fmla="*/ 5087 w 429"/>
                  <a:gd name="T83" fmla="*/ 10384 h 562"/>
                  <a:gd name="T84" fmla="*/ 5087 w 429"/>
                  <a:gd name="T85" fmla="*/ 10384 h 562"/>
                  <a:gd name="T86" fmla="*/ 5087 w 429"/>
                  <a:gd name="T87" fmla="*/ 10384 h 562"/>
                  <a:gd name="T88" fmla="*/ 5321 w 429"/>
                  <a:gd name="T89" fmla="*/ 10332 h 562"/>
                  <a:gd name="T90" fmla="*/ 5495 w 429"/>
                  <a:gd name="T91" fmla="*/ 10275 h 562"/>
                  <a:gd name="T92" fmla="*/ 5828 w 429"/>
                  <a:gd name="T93" fmla="*/ 10042 h 562"/>
                  <a:gd name="T94" fmla="*/ 6126 w 429"/>
                  <a:gd name="T95" fmla="*/ 9030 h 562"/>
                  <a:gd name="T96" fmla="*/ 6197 w 429"/>
                  <a:gd name="T97" fmla="*/ 8494 h 562"/>
                  <a:gd name="T98" fmla="*/ 6261 w 429"/>
                  <a:gd name="T99" fmla="*/ 7887 h 562"/>
                  <a:gd name="T100" fmla="*/ 6074 w 429"/>
                  <a:gd name="T101" fmla="*/ 7379 h 562"/>
                  <a:gd name="T102" fmla="*/ 6173 w 429"/>
                  <a:gd name="T103" fmla="*/ 6747 h 562"/>
                  <a:gd name="T104" fmla="*/ 5963 w 429"/>
                  <a:gd name="T105" fmla="*/ 6250 h 562"/>
                  <a:gd name="T106" fmla="*/ 6020 w 429"/>
                  <a:gd name="T107" fmla="*/ 5587 h 562"/>
                  <a:gd name="T108" fmla="*/ 6197 w 429"/>
                  <a:gd name="T109" fmla="*/ 5124 h 562"/>
                  <a:gd name="T110" fmla="*/ 6431 w 429"/>
                  <a:gd name="T111" fmla="*/ 4701 h 562"/>
                  <a:gd name="T112" fmla="*/ 6431 w 429"/>
                  <a:gd name="T113" fmla="*/ 4536 h 562"/>
                  <a:gd name="T114" fmla="*/ 6479 w 429"/>
                  <a:gd name="T115" fmla="*/ 3445 h 56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29" h="562">
                    <a:moveTo>
                      <a:pt x="416" y="160"/>
                    </a:moveTo>
                    <a:cubicBezTo>
                      <a:pt x="404" y="146"/>
                      <a:pt x="399" y="136"/>
                      <a:pt x="405" y="120"/>
                    </a:cubicBezTo>
                    <a:cubicBezTo>
                      <a:pt x="405" y="120"/>
                      <a:pt x="404" y="120"/>
                      <a:pt x="403" y="120"/>
                    </a:cubicBezTo>
                    <a:cubicBezTo>
                      <a:pt x="401" y="118"/>
                      <a:pt x="399" y="115"/>
                      <a:pt x="397" y="111"/>
                    </a:cubicBezTo>
                    <a:cubicBezTo>
                      <a:pt x="394" y="99"/>
                      <a:pt x="384" y="94"/>
                      <a:pt x="376" y="90"/>
                    </a:cubicBezTo>
                    <a:cubicBezTo>
                      <a:pt x="368" y="87"/>
                      <a:pt x="372" y="75"/>
                      <a:pt x="358" y="72"/>
                    </a:cubicBezTo>
                    <a:cubicBezTo>
                      <a:pt x="350" y="64"/>
                      <a:pt x="342" y="55"/>
                      <a:pt x="333" y="47"/>
                    </a:cubicBezTo>
                    <a:cubicBezTo>
                      <a:pt x="333" y="32"/>
                      <a:pt x="298" y="4"/>
                      <a:pt x="279" y="12"/>
                    </a:cubicBezTo>
                    <a:cubicBezTo>
                      <a:pt x="266" y="8"/>
                      <a:pt x="248" y="7"/>
                      <a:pt x="230" y="7"/>
                    </a:cubicBezTo>
                    <a:cubicBezTo>
                      <a:pt x="216" y="7"/>
                      <a:pt x="202" y="13"/>
                      <a:pt x="193" y="9"/>
                    </a:cubicBezTo>
                    <a:cubicBezTo>
                      <a:pt x="177" y="0"/>
                      <a:pt x="117" y="27"/>
                      <a:pt x="125" y="35"/>
                    </a:cubicBezTo>
                    <a:cubicBezTo>
                      <a:pt x="91" y="44"/>
                      <a:pt x="98" y="58"/>
                      <a:pt x="82" y="73"/>
                    </a:cubicBezTo>
                    <a:cubicBezTo>
                      <a:pt x="74" y="81"/>
                      <a:pt x="66" y="89"/>
                      <a:pt x="58" y="96"/>
                    </a:cubicBezTo>
                    <a:cubicBezTo>
                      <a:pt x="32" y="99"/>
                      <a:pt x="36" y="116"/>
                      <a:pt x="26" y="122"/>
                    </a:cubicBezTo>
                    <a:cubicBezTo>
                      <a:pt x="23" y="124"/>
                      <a:pt x="21" y="125"/>
                      <a:pt x="19" y="127"/>
                    </a:cubicBezTo>
                    <a:cubicBezTo>
                      <a:pt x="18" y="129"/>
                      <a:pt x="18" y="132"/>
                      <a:pt x="17" y="135"/>
                    </a:cubicBezTo>
                    <a:cubicBezTo>
                      <a:pt x="14" y="141"/>
                      <a:pt x="10" y="146"/>
                      <a:pt x="10" y="153"/>
                    </a:cubicBezTo>
                    <a:cubicBezTo>
                      <a:pt x="8" y="168"/>
                      <a:pt x="19" y="179"/>
                      <a:pt x="17" y="195"/>
                    </a:cubicBezTo>
                    <a:cubicBezTo>
                      <a:pt x="3" y="197"/>
                      <a:pt x="0" y="219"/>
                      <a:pt x="0" y="232"/>
                    </a:cubicBezTo>
                    <a:cubicBezTo>
                      <a:pt x="1" y="247"/>
                      <a:pt x="7" y="255"/>
                      <a:pt x="12" y="269"/>
                    </a:cubicBezTo>
                    <a:cubicBezTo>
                      <a:pt x="14" y="275"/>
                      <a:pt x="13" y="281"/>
                      <a:pt x="17" y="286"/>
                    </a:cubicBezTo>
                    <a:cubicBezTo>
                      <a:pt x="21" y="291"/>
                      <a:pt x="27" y="291"/>
                      <a:pt x="29" y="298"/>
                    </a:cubicBezTo>
                    <a:cubicBezTo>
                      <a:pt x="35" y="314"/>
                      <a:pt x="15" y="323"/>
                      <a:pt x="26" y="336"/>
                    </a:cubicBezTo>
                    <a:cubicBezTo>
                      <a:pt x="28" y="335"/>
                      <a:pt x="29" y="336"/>
                      <a:pt x="31" y="335"/>
                    </a:cubicBezTo>
                    <a:cubicBezTo>
                      <a:pt x="30" y="349"/>
                      <a:pt x="29" y="372"/>
                      <a:pt x="41" y="383"/>
                    </a:cubicBezTo>
                    <a:cubicBezTo>
                      <a:pt x="53" y="393"/>
                      <a:pt x="73" y="394"/>
                      <a:pt x="80" y="408"/>
                    </a:cubicBezTo>
                    <a:cubicBezTo>
                      <a:pt x="90" y="425"/>
                      <a:pt x="78" y="442"/>
                      <a:pt x="76" y="457"/>
                    </a:cubicBezTo>
                    <a:cubicBezTo>
                      <a:pt x="74" y="474"/>
                      <a:pt x="76" y="494"/>
                      <a:pt x="92" y="504"/>
                    </a:cubicBezTo>
                    <a:cubicBezTo>
                      <a:pt x="96" y="506"/>
                      <a:pt x="109" y="510"/>
                      <a:pt x="110" y="511"/>
                    </a:cubicBezTo>
                    <a:cubicBezTo>
                      <a:pt x="111" y="514"/>
                      <a:pt x="113" y="517"/>
                      <a:pt x="115" y="519"/>
                    </a:cubicBezTo>
                    <a:cubicBezTo>
                      <a:pt x="119" y="521"/>
                      <a:pt x="124" y="523"/>
                      <a:pt x="129" y="522"/>
                    </a:cubicBezTo>
                    <a:cubicBezTo>
                      <a:pt x="129" y="523"/>
                      <a:pt x="129" y="523"/>
                      <a:pt x="129" y="523"/>
                    </a:cubicBezTo>
                    <a:cubicBezTo>
                      <a:pt x="132" y="522"/>
                      <a:pt x="133" y="520"/>
                      <a:pt x="133" y="520"/>
                    </a:cubicBezTo>
                    <a:cubicBezTo>
                      <a:pt x="133" y="521"/>
                      <a:pt x="131" y="524"/>
                      <a:pt x="130" y="529"/>
                    </a:cubicBezTo>
                    <a:cubicBezTo>
                      <a:pt x="131" y="531"/>
                      <a:pt x="122" y="542"/>
                      <a:pt x="154" y="549"/>
                    </a:cubicBezTo>
                    <a:cubicBezTo>
                      <a:pt x="163" y="551"/>
                      <a:pt x="169" y="556"/>
                      <a:pt x="177" y="559"/>
                    </a:cubicBezTo>
                    <a:cubicBezTo>
                      <a:pt x="187" y="562"/>
                      <a:pt x="198" y="561"/>
                      <a:pt x="209" y="559"/>
                    </a:cubicBezTo>
                    <a:cubicBezTo>
                      <a:pt x="211" y="558"/>
                      <a:pt x="214" y="556"/>
                      <a:pt x="216" y="554"/>
                    </a:cubicBezTo>
                    <a:cubicBezTo>
                      <a:pt x="216" y="554"/>
                      <a:pt x="226" y="559"/>
                      <a:pt x="243" y="549"/>
                    </a:cubicBezTo>
                    <a:cubicBezTo>
                      <a:pt x="260" y="540"/>
                      <a:pt x="260" y="526"/>
                      <a:pt x="260" y="526"/>
                    </a:cubicBezTo>
                    <a:cubicBezTo>
                      <a:pt x="260" y="526"/>
                      <a:pt x="272" y="534"/>
                      <a:pt x="290" y="519"/>
                    </a:cubicBezTo>
                    <a:cubicBezTo>
                      <a:pt x="307" y="505"/>
                      <a:pt x="313" y="491"/>
                      <a:pt x="326" y="483"/>
                    </a:cubicBezTo>
                    <a:cubicBezTo>
                      <a:pt x="326" y="483"/>
                      <a:pt x="326" y="483"/>
                      <a:pt x="326" y="483"/>
                    </a:cubicBezTo>
                    <a:cubicBezTo>
                      <a:pt x="326" y="483"/>
                      <a:pt x="326" y="483"/>
                      <a:pt x="326" y="483"/>
                    </a:cubicBezTo>
                    <a:cubicBezTo>
                      <a:pt x="331" y="479"/>
                      <a:pt x="335" y="482"/>
                      <a:pt x="341" y="481"/>
                    </a:cubicBezTo>
                    <a:cubicBezTo>
                      <a:pt x="344" y="481"/>
                      <a:pt x="348" y="479"/>
                      <a:pt x="353" y="478"/>
                    </a:cubicBezTo>
                    <a:cubicBezTo>
                      <a:pt x="360" y="474"/>
                      <a:pt x="369" y="470"/>
                      <a:pt x="374" y="467"/>
                    </a:cubicBezTo>
                    <a:cubicBezTo>
                      <a:pt x="385" y="460"/>
                      <a:pt x="417" y="429"/>
                      <a:pt x="393" y="420"/>
                    </a:cubicBezTo>
                    <a:cubicBezTo>
                      <a:pt x="397" y="412"/>
                      <a:pt x="397" y="404"/>
                      <a:pt x="398" y="395"/>
                    </a:cubicBezTo>
                    <a:cubicBezTo>
                      <a:pt x="399" y="386"/>
                      <a:pt x="405" y="376"/>
                      <a:pt x="402" y="367"/>
                    </a:cubicBezTo>
                    <a:cubicBezTo>
                      <a:pt x="399" y="357"/>
                      <a:pt x="390" y="356"/>
                      <a:pt x="390" y="343"/>
                    </a:cubicBezTo>
                    <a:cubicBezTo>
                      <a:pt x="390" y="333"/>
                      <a:pt x="397" y="323"/>
                      <a:pt x="396" y="314"/>
                    </a:cubicBezTo>
                    <a:cubicBezTo>
                      <a:pt x="394" y="304"/>
                      <a:pt x="385" y="299"/>
                      <a:pt x="383" y="291"/>
                    </a:cubicBezTo>
                    <a:cubicBezTo>
                      <a:pt x="380" y="281"/>
                      <a:pt x="384" y="269"/>
                      <a:pt x="386" y="260"/>
                    </a:cubicBezTo>
                    <a:cubicBezTo>
                      <a:pt x="388" y="250"/>
                      <a:pt x="391" y="245"/>
                      <a:pt x="398" y="238"/>
                    </a:cubicBezTo>
                    <a:cubicBezTo>
                      <a:pt x="405" y="231"/>
                      <a:pt x="410" y="229"/>
                      <a:pt x="413" y="219"/>
                    </a:cubicBezTo>
                    <a:cubicBezTo>
                      <a:pt x="414" y="215"/>
                      <a:pt x="417" y="214"/>
                      <a:pt x="413" y="211"/>
                    </a:cubicBezTo>
                    <a:cubicBezTo>
                      <a:pt x="426" y="196"/>
                      <a:pt x="429" y="175"/>
                      <a:pt x="416" y="160"/>
                    </a:cubicBezTo>
                    <a:close/>
                  </a:path>
                </a:pathLst>
              </a:custGeom>
              <a:solidFill>
                <a:srgbClr val="F6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4" name="Freeform 1302">
                <a:extLst>
                  <a:ext uri="{FF2B5EF4-FFF2-40B4-BE49-F238E27FC236}">
                    <a16:creationId xmlns:a16="http://schemas.microsoft.com/office/drawing/2014/main" id="{8D98DFAD-ABD3-43A5-814E-0820F9B24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418"/>
                <a:ext cx="594" cy="292"/>
              </a:xfrm>
              <a:custGeom>
                <a:avLst/>
                <a:gdLst>
                  <a:gd name="T0" fmla="*/ 4967 w 343"/>
                  <a:gd name="T1" fmla="*/ 349 h 158"/>
                  <a:gd name="T2" fmla="*/ 5026 w 343"/>
                  <a:gd name="T3" fmla="*/ 0 h 158"/>
                  <a:gd name="T4" fmla="*/ 4679 w 343"/>
                  <a:gd name="T5" fmla="*/ 499 h 158"/>
                  <a:gd name="T6" fmla="*/ 4343 w 343"/>
                  <a:gd name="T7" fmla="*/ 730 h 158"/>
                  <a:gd name="T8" fmla="*/ 4155 w 343"/>
                  <a:gd name="T9" fmla="*/ 813 h 158"/>
                  <a:gd name="T10" fmla="*/ 3919 w 343"/>
                  <a:gd name="T11" fmla="*/ 841 h 158"/>
                  <a:gd name="T12" fmla="*/ 3919 w 343"/>
                  <a:gd name="T13" fmla="*/ 841 h 158"/>
                  <a:gd name="T14" fmla="*/ 3919 w 343"/>
                  <a:gd name="T15" fmla="*/ 841 h 158"/>
                  <a:gd name="T16" fmla="*/ 3365 w 343"/>
                  <a:gd name="T17" fmla="*/ 1636 h 158"/>
                  <a:gd name="T18" fmla="*/ 2897 w 343"/>
                  <a:gd name="T19" fmla="*/ 1772 h 158"/>
                  <a:gd name="T20" fmla="*/ 2634 w 343"/>
                  <a:gd name="T21" fmla="*/ 2284 h 158"/>
                  <a:gd name="T22" fmla="*/ 2213 w 343"/>
                  <a:gd name="T23" fmla="*/ 2367 h 158"/>
                  <a:gd name="T24" fmla="*/ 2102 w 343"/>
                  <a:gd name="T25" fmla="*/ 2493 h 158"/>
                  <a:gd name="T26" fmla="*/ 1598 w 343"/>
                  <a:gd name="T27" fmla="*/ 2486 h 158"/>
                  <a:gd name="T28" fmla="*/ 1250 w 343"/>
                  <a:gd name="T29" fmla="*/ 2284 h 158"/>
                  <a:gd name="T30" fmla="*/ 873 w 343"/>
                  <a:gd name="T31" fmla="*/ 1855 h 158"/>
                  <a:gd name="T32" fmla="*/ 921 w 343"/>
                  <a:gd name="T33" fmla="*/ 1636 h 158"/>
                  <a:gd name="T34" fmla="*/ 857 w 343"/>
                  <a:gd name="T35" fmla="*/ 1728 h 158"/>
                  <a:gd name="T36" fmla="*/ 857 w 343"/>
                  <a:gd name="T37" fmla="*/ 1704 h 158"/>
                  <a:gd name="T38" fmla="*/ 639 w 343"/>
                  <a:gd name="T39" fmla="*/ 1636 h 158"/>
                  <a:gd name="T40" fmla="*/ 554 w 343"/>
                  <a:gd name="T41" fmla="*/ 1445 h 158"/>
                  <a:gd name="T42" fmla="*/ 282 w 343"/>
                  <a:gd name="T43" fmla="*/ 1294 h 158"/>
                  <a:gd name="T44" fmla="*/ 62 w 343"/>
                  <a:gd name="T45" fmla="*/ 922 h 158"/>
                  <a:gd name="T46" fmla="*/ 28 w 343"/>
                  <a:gd name="T47" fmla="*/ 1144 h 158"/>
                  <a:gd name="T48" fmla="*/ 282 w 343"/>
                  <a:gd name="T49" fmla="*/ 2159 h 158"/>
                  <a:gd name="T50" fmla="*/ 554 w 343"/>
                  <a:gd name="T51" fmla="*/ 2308 h 158"/>
                  <a:gd name="T52" fmla="*/ 639 w 343"/>
                  <a:gd name="T53" fmla="*/ 2486 h 158"/>
                  <a:gd name="T54" fmla="*/ 857 w 343"/>
                  <a:gd name="T55" fmla="*/ 2545 h 158"/>
                  <a:gd name="T56" fmla="*/ 857 w 343"/>
                  <a:gd name="T57" fmla="*/ 2569 h 158"/>
                  <a:gd name="T58" fmla="*/ 921 w 343"/>
                  <a:gd name="T59" fmla="*/ 2493 h 158"/>
                  <a:gd name="T60" fmla="*/ 873 w 343"/>
                  <a:gd name="T61" fmla="*/ 2695 h 158"/>
                  <a:gd name="T62" fmla="*/ 1250 w 343"/>
                  <a:gd name="T63" fmla="*/ 3125 h 158"/>
                  <a:gd name="T64" fmla="*/ 1598 w 343"/>
                  <a:gd name="T65" fmla="*/ 3340 h 158"/>
                  <a:gd name="T66" fmla="*/ 2102 w 343"/>
                  <a:gd name="T67" fmla="*/ 3340 h 158"/>
                  <a:gd name="T68" fmla="*/ 2213 w 343"/>
                  <a:gd name="T69" fmla="*/ 3230 h 158"/>
                  <a:gd name="T70" fmla="*/ 2634 w 343"/>
                  <a:gd name="T71" fmla="*/ 3125 h 158"/>
                  <a:gd name="T72" fmla="*/ 2897 w 343"/>
                  <a:gd name="T73" fmla="*/ 2626 h 158"/>
                  <a:gd name="T74" fmla="*/ 3365 w 343"/>
                  <a:gd name="T75" fmla="*/ 2486 h 158"/>
                  <a:gd name="T76" fmla="*/ 3919 w 343"/>
                  <a:gd name="T77" fmla="*/ 1704 h 158"/>
                  <a:gd name="T78" fmla="*/ 3919 w 343"/>
                  <a:gd name="T79" fmla="*/ 1704 h 158"/>
                  <a:gd name="T80" fmla="*/ 3919 w 343"/>
                  <a:gd name="T81" fmla="*/ 1704 h 158"/>
                  <a:gd name="T82" fmla="*/ 4155 w 343"/>
                  <a:gd name="T83" fmla="*/ 1652 h 158"/>
                  <a:gd name="T84" fmla="*/ 4343 w 343"/>
                  <a:gd name="T85" fmla="*/ 1599 h 158"/>
                  <a:gd name="T86" fmla="*/ 4679 w 343"/>
                  <a:gd name="T87" fmla="*/ 1349 h 158"/>
                  <a:gd name="T88" fmla="*/ 4967 w 343"/>
                  <a:gd name="T89" fmla="*/ 349 h 15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3" h="158">
                    <a:moveTo>
                      <a:pt x="319" y="16"/>
                    </a:moveTo>
                    <a:cubicBezTo>
                      <a:pt x="322" y="11"/>
                      <a:pt x="323" y="6"/>
                      <a:pt x="323" y="0"/>
                    </a:cubicBezTo>
                    <a:cubicBezTo>
                      <a:pt x="317" y="10"/>
                      <a:pt x="306" y="20"/>
                      <a:pt x="300" y="23"/>
                    </a:cubicBezTo>
                    <a:cubicBezTo>
                      <a:pt x="295" y="26"/>
                      <a:pt x="286" y="31"/>
                      <a:pt x="279" y="34"/>
                    </a:cubicBezTo>
                    <a:cubicBezTo>
                      <a:pt x="274" y="36"/>
                      <a:pt x="270" y="37"/>
                      <a:pt x="267" y="38"/>
                    </a:cubicBezTo>
                    <a:cubicBezTo>
                      <a:pt x="261" y="39"/>
                      <a:pt x="257" y="36"/>
                      <a:pt x="252" y="39"/>
                    </a:cubicBezTo>
                    <a:cubicBezTo>
                      <a:pt x="252" y="39"/>
                      <a:pt x="252" y="39"/>
                      <a:pt x="252" y="39"/>
                    </a:cubicBezTo>
                    <a:cubicBezTo>
                      <a:pt x="252" y="39"/>
                      <a:pt x="252" y="39"/>
                      <a:pt x="252" y="39"/>
                    </a:cubicBezTo>
                    <a:cubicBezTo>
                      <a:pt x="239" y="47"/>
                      <a:pt x="233" y="61"/>
                      <a:pt x="216" y="76"/>
                    </a:cubicBezTo>
                    <a:cubicBezTo>
                      <a:pt x="198" y="90"/>
                      <a:pt x="186" y="82"/>
                      <a:pt x="186" y="82"/>
                    </a:cubicBezTo>
                    <a:cubicBezTo>
                      <a:pt x="186" y="82"/>
                      <a:pt x="186" y="97"/>
                      <a:pt x="169" y="106"/>
                    </a:cubicBezTo>
                    <a:cubicBezTo>
                      <a:pt x="152" y="115"/>
                      <a:pt x="142" y="110"/>
                      <a:pt x="142" y="110"/>
                    </a:cubicBezTo>
                    <a:cubicBezTo>
                      <a:pt x="140" y="112"/>
                      <a:pt x="137" y="114"/>
                      <a:pt x="135" y="116"/>
                    </a:cubicBezTo>
                    <a:cubicBezTo>
                      <a:pt x="124" y="118"/>
                      <a:pt x="113" y="118"/>
                      <a:pt x="103" y="115"/>
                    </a:cubicBezTo>
                    <a:cubicBezTo>
                      <a:pt x="95" y="113"/>
                      <a:pt x="89" y="108"/>
                      <a:pt x="80" y="106"/>
                    </a:cubicBezTo>
                    <a:cubicBezTo>
                      <a:pt x="48" y="99"/>
                      <a:pt x="57" y="87"/>
                      <a:pt x="56" y="86"/>
                    </a:cubicBezTo>
                    <a:cubicBezTo>
                      <a:pt x="57" y="81"/>
                      <a:pt x="59" y="77"/>
                      <a:pt x="59" y="76"/>
                    </a:cubicBezTo>
                    <a:cubicBezTo>
                      <a:pt x="59" y="77"/>
                      <a:pt x="58" y="78"/>
                      <a:pt x="55" y="80"/>
                    </a:cubicBezTo>
                    <a:cubicBezTo>
                      <a:pt x="55" y="80"/>
                      <a:pt x="55" y="79"/>
                      <a:pt x="55" y="79"/>
                    </a:cubicBezTo>
                    <a:cubicBezTo>
                      <a:pt x="50" y="79"/>
                      <a:pt x="45" y="78"/>
                      <a:pt x="41" y="76"/>
                    </a:cubicBezTo>
                    <a:cubicBezTo>
                      <a:pt x="39" y="73"/>
                      <a:pt x="37" y="71"/>
                      <a:pt x="36" y="67"/>
                    </a:cubicBezTo>
                    <a:cubicBezTo>
                      <a:pt x="35" y="67"/>
                      <a:pt x="22" y="63"/>
                      <a:pt x="18" y="60"/>
                    </a:cubicBezTo>
                    <a:cubicBezTo>
                      <a:pt x="11" y="56"/>
                      <a:pt x="7" y="50"/>
                      <a:pt x="4" y="43"/>
                    </a:cubicBezTo>
                    <a:cubicBezTo>
                      <a:pt x="3" y="46"/>
                      <a:pt x="3" y="50"/>
                      <a:pt x="2" y="53"/>
                    </a:cubicBezTo>
                    <a:cubicBezTo>
                      <a:pt x="0" y="70"/>
                      <a:pt x="2" y="90"/>
                      <a:pt x="18" y="100"/>
                    </a:cubicBezTo>
                    <a:cubicBezTo>
                      <a:pt x="22" y="102"/>
                      <a:pt x="35" y="106"/>
                      <a:pt x="36" y="107"/>
                    </a:cubicBezTo>
                    <a:cubicBezTo>
                      <a:pt x="37" y="110"/>
                      <a:pt x="39" y="113"/>
                      <a:pt x="41" y="115"/>
                    </a:cubicBezTo>
                    <a:cubicBezTo>
                      <a:pt x="45" y="117"/>
                      <a:pt x="50" y="119"/>
                      <a:pt x="55" y="118"/>
                    </a:cubicBezTo>
                    <a:cubicBezTo>
                      <a:pt x="55" y="119"/>
                      <a:pt x="55" y="119"/>
                      <a:pt x="55" y="119"/>
                    </a:cubicBezTo>
                    <a:cubicBezTo>
                      <a:pt x="58" y="118"/>
                      <a:pt x="59" y="116"/>
                      <a:pt x="59" y="116"/>
                    </a:cubicBezTo>
                    <a:cubicBezTo>
                      <a:pt x="59" y="117"/>
                      <a:pt x="57" y="120"/>
                      <a:pt x="56" y="125"/>
                    </a:cubicBezTo>
                    <a:cubicBezTo>
                      <a:pt x="57" y="127"/>
                      <a:pt x="48" y="138"/>
                      <a:pt x="80" y="145"/>
                    </a:cubicBezTo>
                    <a:cubicBezTo>
                      <a:pt x="89" y="147"/>
                      <a:pt x="95" y="152"/>
                      <a:pt x="103" y="155"/>
                    </a:cubicBezTo>
                    <a:cubicBezTo>
                      <a:pt x="113" y="158"/>
                      <a:pt x="124" y="157"/>
                      <a:pt x="135" y="155"/>
                    </a:cubicBezTo>
                    <a:cubicBezTo>
                      <a:pt x="137" y="154"/>
                      <a:pt x="140" y="152"/>
                      <a:pt x="142" y="150"/>
                    </a:cubicBezTo>
                    <a:cubicBezTo>
                      <a:pt x="142" y="150"/>
                      <a:pt x="152" y="155"/>
                      <a:pt x="169" y="145"/>
                    </a:cubicBezTo>
                    <a:cubicBezTo>
                      <a:pt x="186" y="136"/>
                      <a:pt x="186" y="122"/>
                      <a:pt x="186" y="122"/>
                    </a:cubicBezTo>
                    <a:cubicBezTo>
                      <a:pt x="186" y="122"/>
                      <a:pt x="198" y="130"/>
                      <a:pt x="216" y="115"/>
                    </a:cubicBezTo>
                    <a:cubicBezTo>
                      <a:pt x="233" y="101"/>
                      <a:pt x="239" y="87"/>
                      <a:pt x="252" y="79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7" y="75"/>
                      <a:pt x="261" y="78"/>
                      <a:pt x="267" y="77"/>
                    </a:cubicBezTo>
                    <a:cubicBezTo>
                      <a:pt x="270" y="77"/>
                      <a:pt x="274" y="75"/>
                      <a:pt x="279" y="74"/>
                    </a:cubicBezTo>
                    <a:cubicBezTo>
                      <a:pt x="286" y="70"/>
                      <a:pt x="295" y="66"/>
                      <a:pt x="300" y="63"/>
                    </a:cubicBezTo>
                    <a:cubicBezTo>
                      <a:pt x="311" y="56"/>
                      <a:pt x="343" y="25"/>
                      <a:pt x="319" y="16"/>
                    </a:cubicBezTo>
                    <a:close/>
                  </a:path>
                </a:pathLst>
              </a:custGeom>
              <a:solidFill>
                <a:srgbClr val="F4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5" name="Freeform 1303">
                <a:extLst>
                  <a:ext uri="{FF2B5EF4-FFF2-40B4-BE49-F238E27FC236}">
                    <a16:creationId xmlns:a16="http://schemas.microsoft.com/office/drawing/2014/main" id="{05178580-367F-410F-ABF6-DA3819488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72"/>
                <a:ext cx="500" cy="1038"/>
              </a:xfrm>
              <a:custGeom>
                <a:avLst/>
                <a:gdLst>
                  <a:gd name="T0" fmla="*/ 3936 w 289"/>
                  <a:gd name="T1" fmla="*/ 11366 h 562"/>
                  <a:gd name="T2" fmla="*/ 3986 w 289"/>
                  <a:gd name="T3" fmla="*/ 11172 h 562"/>
                  <a:gd name="T4" fmla="*/ 3924 w 289"/>
                  <a:gd name="T5" fmla="*/ 11241 h 562"/>
                  <a:gd name="T6" fmla="*/ 3924 w 289"/>
                  <a:gd name="T7" fmla="*/ 11217 h 562"/>
                  <a:gd name="T8" fmla="*/ 3349 w 289"/>
                  <a:gd name="T9" fmla="*/ 10838 h 562"/>
                  <a:gd name="T10" fmla="*/ 3100 w 289"/>
                  <a:gd name="T11" fmla="*/ 9820 h 562"/>
                  <a:gd name="T12" fmla="*/ 3164 w 289"/>
                  <a:gd name="T13" fmla="*/ 8777 h 562"/>
                  <a:gd name="T14" fmla="*/ 2554 w 289"/>
                  <a:gd name="T15" fmla="*/ 8228 h 562"/>
                  <a:gd name="T16" fmla="*/ 2403 w 289"/>
                  <a:gd name="T17" fmla="*/ 7201 h 562"/>
                  <a:gd name="T18" fmla="*/ 2370 w 289"/>
                  <a:gd name="T19" fmla="*/ 6403 h 562"/>
                  <a:gd name="T20" fmla="*/ 2107 w 289"/>
                  <a:gd name="T21" fmla="*/ 5785 h 562"/>
                  <a:gd name="T22" fmla="*/ 1927 w 289"/>
                  <a:gd name="T23" fmla="*/ 4983 h 562"/>
                  <a:gd name="T24" fmla="*/ 2185 w 289"/>
                  <a:gd name="T25" fmla="*/ 4189 h 562"/>
                  <a:gd name="T26" fmla="*/ 2078 w 289"/>
                  <a:gd name="T27" fmla="*/ 3295 h 562"/>
                  <a:gd name="T28" fmla="*/ 2185 w 289"/>
                  <a:gd name="T29" fmla="*/ 2900 h 562"/>
                  <a:gd name="T30" fmla="*/ 2332 w 289"/>
                  <a:gd name="T31" fmla="*/ 2619 h 562"/>
                  <a:gd name="T32" fmla="*/ 2822 w 289"/>
                  <a:gd name="T33" fmla="*/ 2061 h 562"/>
                  <a:gd name="T34" fmla="*/ 3190 w 289"/>
                  <a:gd name="T35" fmla="*/ 1570 h 562"/>
                  <a:gd name="T36" fmla="*/ 3865 w 289"/>
                  <a:gd name="T37" fmla="*/ 757 h 562"/>
                  <a:gd name="T38" fmla="*/ 4481 w 289"/>
                  <a:gd name="T39" fmla="*/ 209 h 562"/>
                  <a:gd name="T40" fmla="*/ 4329 w 289"/>
                  <a:gd name="T41" fmla="*/ 259 h 562"/>
                  <a:gd name="T42" fmla="*/ 3567 w 289"/>
                  <a:gd name="T43" fmla="*/ 150 h 562"/>
                  <a:gd name="T44" fmla="*/ 2993 w 289"/>
                  <a:gd name="T45" fmla="*/ 194 h 562"/>
                  <a:gd name="T46" fmla="*/ 1936 w 289"/>
                  <a:gd name="T47" fmla="*/ 757 h 562"/>
                  <a:gd name="T48" fmla="*/ 1275 w 289"/>
                  <a:gd name="T49" fmla="*/ 1570 h 562"/>
                  <a:gd name="T50" fmla="*/ 894 w 289"/>
                  <a:gd name="T51" fmla="*/ 2061 h 562"/>
                  <a:gd name="T52" fmla="*/ 405 w 289"/>
                  <a:gd name="T53" fmla="*/ 2619 h 562"/>
                  <a:gd name="T54" fmla="*/ 296 w 289"/>
                  <a:gd name="T55" fmla="*/ 2735 h 562"/>
                  <a:gd name="T56" fmla="*/ 261 w 289"/>
                  <a:gd name="T57" fmla="*/ 2900 h 562"/>
                  <a:gd name="T58" fmla="*/ 151 w 289"/>
                  <a:gd name="T59" fmla="*/ 3295 h 562"/>
                  <a:gd name="T60" fmla="*/ 261 w 289"/>
                  <a:gd name="T61" fmla="*/ 4189 h 562"/>
                  <a:gd name="T62" fmla="*/ 0 w 289"/>
                  <a:gd name="T63" fmla="*/ 4983 h 562"/>
                  <a:gd name="T64" fmla="*/ 185 w 289"/>
                  <a:gd name="T65" fmla="*/ 5785 h 562"/>
                  <a:gd name="T66" fmla="*/ 261 w 289"/>
                  <a:gd name="T67" fmla="*/ 6143 h 562"/>
                  <a:gd name="T68" fmla="*/ 452 w 289"/>
                  <a:gd name="T69" fmla="*/ 6403 h 562"/>
                  <a:gd name="T70" fmla="*/ 405 w 289"/>
                  <a:gd name="T71" fmla="*/ 7225 h 562"/>
                  <a:gd name="T72" fmla="*/ 483 w 289"/>
                  <a:gd name="T73" fmla="*/ 7201 h 562"/>
                  <a:gd name="T74" fmla="*/ 638 w 289"/>
                  <a:gd name="T75" fmla="*/ 8228 h 562"/>
                  <a:gd name="T76" fmla="*/ 1237 w 289"/>
                  <a:gd name="T77" fmla="*/ 8777 h 562"/>
                  <a:gd name="T78" fmla="*/ 1176 w 289"/>
                  <a:gd name="T79" fmla="*/ 9820 h 562"/>
                  <a:gd name="T80" fmla="*/ 1426 w 289"/>
                  <a:gd name="T81" fmla="*/ 10838 h 562"/>
                  <a:gd name="T82" fmla="*/ 1702 w 289"/>
                  <a:gd name="T83" fmla="*/ 10988 h 562"/>
                  <a:gd name="T84" fmla="*/ 1780 w 289"/>
                  <a:gd name="T85" fmla="*/ 11158 h 562"/>
                  <a:gd name="T86" fmla="*/ 2000 w 289"/>
                  <a:gd name="T87" fmla="*/ 11217 h 562"/>
                  <a:gd name="T88" fmla="*/ 2000 w 289"/>
                  <a:gd name="T89" fmla="*/ 11241 h 562"/>
                  <a:gd name="T90" fmla="*/ 2062 w 289"/>
                  <a:gd name="T91" fmla="*/ 11172 h 562"/>
                  <a:gd name="T92" fmla="*/ 2014 w 289"/>
                  <a:gd name="T93" fmla="*/ 11366 h 562"/>
                  <a:gd name="T94" fmla="*/ 2382 w 289"/>
                  <a:gd name="T95" fmla="*/ 11800 h 562"/>
                  <a:gd name="T96" fmla="*/ 2739 w 289"/>
                  <a:gd name="T97" fmla="*/ 12007 h 562"/>
                  <a:gd name="T98" fmla="*/ 3242 w 289"/>
                  <a:gd name="T99" fmla="*/ 12007 h 562"/>
                  <a:gd name="T100" fmla="*/ 3349 w 289"/>
                  <a:gd name="T101" fmla="*/ 11902 h 562"/>
                  <a:gd name="T102" fmla="*/ 3765 w 289"/>
                  <a:gd name="T103" fmla="*/ 11800 h 562"/>
                  <a:gd name="T104" fmla="*/ 3952 w 289"/>
                  <a:gd name="T105" fmla="*/ 11592 h 562"/>
                  <a:gd name="T106" fmla="*/ 3936 w 289"/>
                  <a:gd name="T107" fmla="*/ 11366 h 56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89" h="562">
                    <a:moveTo>
                      <a:pt x="254" y="529"/>
                    </a:moveTo>
                    <a:cubicBezTo>
                      <a:pt x="255" y="524"/>
                      <a:pt x="257" y="521"/>
                      <a:pt x="257" y="520"/>
                    </a:cubicBezTo>
                    <a:cubicBezTo>
                      <a:pt x="257" y="520"/>
                      <a:pt x="256" y="522"/>
                      <a:pt x="253" y="523"/>
                    </a:cubicBezTo>
                    <a:cubicBezTo>
                      <a:pt x="253" y="523"/>
                      <a:pt x="253" y="523"/>
                      <a:pt x="253" y="522"/>
                    </a:cubicBezTo>
                    <a:cubicBezTo>
                      <a:pt x="248" y="523"/>
                      <a:pt x="220" y="506"/>
                      <a:pt x="216" y="504"/>
                    </a:cubicBezTo>
                    <a:cubicBezTo>
                      <a:pt x="200" y="494"/>
                      <a:pt x="198" y="474"/>
                      <a:pt x="200" y="457"/>
                    </a:cubicBezTo>
                    <a:cubicBezTo>
                      <a:pt x="202" y="442"/>
                      <a:pt x="214" y="425"/>
                      <a:pt x="204" y="408"/>
                    </a:cubicBezTo>
                    <a:cubicBezTo>
                      <a:pt x="197" y="394"/>
                      <a:pt x="177" y="393"/>
                      <a:pt x="165" y="383"/>
                    </a:cubicBezTo>
                    <a:cubicBezTo>
                      <a:pt x="153" y="372"/>
                      <a:pt x="154" y="349"/>
                      <a:pt x="155" y="335"/>
                    </a:cubicBezTo>
                    <a:cubicBezTo>
                      <a:pt x="153" y="336"/>
                      <a:pt x="159" y="314"/>
                      <a:pt x="153" y="298"/>
                    </a:cubicBezTo>
                    <a:cubicBezTo>
                      <a:pt x="151" y="291"/>
                      <a:pt x="138" y="275"/>
                      <a:pt x="136" y="269"/>
                    </a:cubicBezTo>
                    <a:cubicBezTo>
                      <a:pt x="131" y="255"/>
                      <a:pt x="125" y="247"/>
                      <a:pt x="124" y="232"/>
                    </a:cubicBezTo>
                    <a:cubicBezTo>
                      <a:pt x="124" y="219"/>
                      <a:pt x="127" y="197"/>
                      <a:pt x="141" y="195"/>
                    </a:cubicBezTo>
                    <a:cubicBezTo>
                      <a:pt x="143" y="179"/>
                      <a:pt x="132" y="168"/>
                      <a:pt x="134" y="153"/>
                    </a:cubicBezTo>
                    <a:cubicBezTo>
                      <a:pt x="134" y="146"/>
                      <a:pt x="138" y="141"/>
                      <a:pt x="141" y="135"/>
                    </a:cubicBezTo>
                    <a:cubicBezTo>
                      <a:pt x="142" y="132"/>
                      <a:pt x="147" y="124"/>
                      <a:pt x="150" y="122"/>
                    </a:cubicBezTo>
                    <a:cubicBezTo>
                      <a:pt x="160" y="116"/>
                      <a:pt x="156" y="99"/>
                      <a:pt x="182" y="96"/>
                    </a:cubicBezTo>
                    <a:cubicBezTo>
                      <a:pt x="190" y="89"/>
                      <a:pt x="198" y="81"/>
                      <a:pt x="206" y="73"/>
                    </a:cubicBezTo>
                    <a:cubicBezTo>
                      <a:pt x="222" y="58"/>
                      <a:pt x="215" y="44"/>
                      <a:pt x="249" y="35"/>
                    </a:cubicBezTo>
                    <a:cubicBezTo>
                      <a:pt x="244" y="30"/>
                      <a:pt x="267" y="17"/>
                      <a:pt x="289" y="10"/>
                    </a:cubicBezTo>
                    <a:cubicBezTo>
                      <a:pt x="285" y="10"/>
                      <a:pt x="282" y="10"/>
                      <a:pt x="279" y="12"/>
                    </a:cubicBezTo>
                    <a:cubicBezTo>
                      <a:pt x="266" y="8"/>
                      <a:pt x="248" y="7"/>
                      <a:pt x="230" y="7"/>
                    </a:cubicBezTo>
                    <a:cubicBezTo>
                      <a:pt x="216" y="7"/>
                      <a:pt x="202" y="13"/>
                      <a:pt x="193" y="9"/>
                    </a:cubicBezTo>
                    <a:cubicBezTo>
                      <a:pt x="177" y="0"/>
                      <a:pt x="117" y="27"/>
                      <a:pt x="125" y="35"/>
                    </a:cubicBezTo>
                    <a:cubicBezTo>
                      <a:pt x="91" y="44"/>
                      <a:pt x="98" y="58"/>
                      <a:pt x="82" y="73"/>
                    </a:cubicBezTo>
                    <a:cubicBezTo>
                      <a:pt x="74" y="81"/>
                      <a:pt x="66" y="89"/>
                      <a:pt x="58" y="96"/>
                    </a:cubicBezTo>
                    <a:cubicBezTo>
                      <a:pt x="32" y="99"/>
                      <a:pt x="36" y="116"/>
                      <a:pt x="26" y="122"/>
                    </a:cubicBezTo>
                    <a:cubicBezTo>
                      <a:pt x="23" y="124"/>
                      <a:pt x="21" y="125"/>
                      <a:pt x="19" y="127"/>
                    </a:cubicBezTo>
                    <a:cubicBezTo>
                      <a:pt x="18" y="129"/>
                      <a:pt x="18" y="132"/>
                      <a:pt x="17" y="135"/>
                    </a:cubicBezTo>
                    <a:cubicBezTo>
                      <a:pt x="14" y="141"/>
                      <a:pt x="10" y="146"/>
                      <a:pt x="10" y="153"/>
                    </a:cubicBezTo>
                    <a:cubicBezTo>
                      <a:pt x="8" y="168"/>
                      <a:pt x="19" y="179"/>
                      <a:pt x="17" y="195"/>
                    </a:cubicBezTo>
                    <a:cubicBezTo>
                      <a:pt x="3" y="197"/>
                      <a:pt x="0" y="219"/>
                      <a:pt x="0" y="232"/>
                    </a:cubicBezTo>
                    <a:cubicBezTo>
                      <a:pt x="1" y="247"/>
                      <a:pt x="7" y="255"/>
                      <a:pt x="12" y="269"/>
                    </a:cubicBezTo>
                    <a:cubicBezTo>
                      <a:pt x="14" y="275"/>
                      <a:pt x="13" y="281"/>
                      <a:pt x="17" y="286"/>
                    </a:cubicBezTo>
                    <a:cubicBezTo>
                      <a:pt x="21" y="291"/>
                      <a:pt x="27" y="291"/>
                      <a:pt x="29" y="298"/>
                    </a:cubicBezTo>
                    <a:cubicBezTo>
                      <a:pt x="35" y="314"/>
                      <a:pt x="15" y="323"/>
                      <a:pt x="26" y="336"/>
                    </a:cubicBezTo>
                    <a:cubicBezTo>
                      <a:pt x="28" y="335"/>
                      <a:pt x="29" y="336"/>
                      <a:pt x="31" y="335"/>
                    </a:cubicBezTo>
                    <a:cubicBezTo>
                      <a:pt x="30" y="349"/>
                      <a:pt x="29" y="372"/>
                      <a:pt x="41" y="383"/>
                    </a:cubicBezTo>
                    <a:cubicBezTo>
                      <a:pt x="53" y="393"/>
                      <a:pt x="73" y="394"/>
                      <a:pt x="80" y="408"/>
                    </a:cubicBezTo>
                    <a:cubicBezTo>
                      <a:pt x="90" y="425"/>
                      <a:pt x="78" y="442"/>
                      <a:pt x="76" y="457"/>
                    </a:cubicBezTo>
                    <a:cubicBezTo>
                      <a:pt x="74" y="474"/>
                      <a:pt x="76" y="494"/>
                      <a:pt x="92" y="504"/>
                    </a:cubicBezTo>
                    <a:cubicBezTo>
                      <a:pt x="96" y="506"/>
                      <a:pt x="109" y="510"/>
                      <a:pt x="110" y="511"/>
                    </a:cubicBezTo>
                    <a:cubicBezTo>
                      <a:pt x="111" y="514"/>
                      <a:pt x="113" y="517"/>
                      <a:pt x="115" y="519"/>
                    </a:cubicBezTo>
                    <a:cubicBezTo>
                      <a:pt x="119" y="521"/>
                      <a:pt x="124" y="523"/>
                      <a:pt x="129" y="522"/>
                    </a:cubicBezTo>
                    <a:cubicBezTo>
                      <a:pt x="129" y="523"/>
                      <a:pt x="129" y="523"/>
                      <a:pt x="129" y="523"/>
                    </a:cubicBezTo>
                    <a:cubicBezTo>
                      <a:pt x="132" y="522"/>
                      <a:pt x="133" y="520"/>
                      <a:pt x="133" y="520"/>
                    </a:cubicBezTo>
                    <a:cubicBezTo>
                      <a:pt x="133" y="521"/>
                      <a:pt x="131" y="524"/>
                      <a:pt x="130" y="529"/>
                    </a:cubicBezTo>
                    <a:cubicBezTo>
                      <a:pt x="131" y="531"/>
                      <a:pt x="122" y="542"/>
                      <a:pt x="154" y="549"/>
                    </a:cubicBezTo>
                    <a:cubicBezTo>
                      <a:pt x="163" y="551"/>
                      <a:pt x="169" y="556"/>
                      <a:pt x="177" y="559"/>
                    </a:cubicBezTo>
                    <a:cubicBezTo>
                      <a:pt x="187" y="562"/>
                      <a:pt x="198" y="561"/>
                      <a:pt x="209" y="559"/>
                    </a:cubicBezTo>
                    <a:cubicBezTo>
                      <a:pt x="211" y="558"/>
                      <a:pt x="214" y="556"/>
                      <a:pt x="216" y="554"/>
                    </a:cubicBezTo>
                    <a:cubicBezTo>
                      <a:pt x="216" y="554"/>
                      <a:pt x="226" y="559"/>
                      <a:pt x="243" y="549"/>
                    </a:cubicBezTo>
                    <a:cubicBezTo>
                      <a:pt x="249" y="546"/>
                      <a:pt x="253" y="542"/>
                      <a:pt x="255" y="539"/>
                    </a:cubicBezTo>
                    <a:cubicBezTo>
                      <a:pt x="252" y="534"/>
                      <a:pt x="255" y="530"/>
                      <a:pt x="254" y="529"/>
                    </a:cubicBezTo>
                    <a:close/>
                  </a:path>
                </a:pathLst>
              </a:custGeom>
              <a:solidFill>
                <a:srgbClr val="F4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6" name="Freeform 1304">
                <a:extLst>
                  <a:ext uri="{FF2B5EF4-FFF2-40B4-BE49-F238E27FC236}">
                    <a16:creationId xmlns:a16="http://schemas.microsoft.com/office/drawing/2014/main" id="{1DFB0A9A-4511-4F99-BE96-EE1EB37B7D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00" y="1672"/>
                <a:ext cx="427" cy="1036"/>
              </a:xfrm>
              <a:custGeom>
                <a:avLst/>
                <a:gdLst>
                  <a:gd name="T0" fmla="*/ 2716 w 247"/>
                  <a:gd name="T1" fmla="*/ 11797 h 561"/>
                  <a:gd name="T2" fmla="*/ 2355 w 247"/>
                  <a:gd name="T3" fmla="*/ 11359 h 561"/>
                  <a:gd name="T4" fmla="*/ 2035 w 247"/>
                  <a:gd name="T5" fmla="*/ 10979 h 561"/>
                  <a:gd name="T6" fmla="*/ 1779 w 247"/>
                  <a:gd name="T7" fmla="*/ 10824 h 561"/>
                  <a:gd name="T8" fmla="*/ 1509 w 247"/>
                  <a:gd name="T9" fmla="*/ 9819 h 561"/>
                  <a:gd name="T10" fmla="*/ 1571 w 247"/>
                  <a:gd name="T11" fmla="*/ 8761 h 561"/>
                  <a:gd name="T12" fmla="*/ 972 w 247"/>
                  <a:gd name="T13" fmla="*/ 8225 h 561"/>
                  <a:gd name="T14" fmla="*/ 1099 w 247"/>
                  <a:gd name="T15" fmla="*/ 7104 h 561"/>
                  <a:gd name="T16" fmla="*/ 1020 w 247"/>
                  <a:gd name="T17" fmla="*/ 6292 h 561"/>
                  <a:gd name="T18" fmla="*/ 526 w 247"/>
                  <a:gd name="T19" fmla="*/ 5780 h 561"/>
                  <a:gd name="T20" fmla="*/ 545 w 247"/>
                  <a:gd name="T21" fmla="*/ 4975 h 561"/>
                  <a:gd name="T22" fmla="*/ 972 w 247"/>
                  <a:gd name="T23" fmla="*/ 2859 h 561"/>
                  <a:gd name="T24" fmla="*/ 600 w 247"/>
                  <a:gd name="T25" fmla="*/ 2896 h 561"/>
                  <a:gd name="T26" fmla="*/ 636 w 247"/>
                  <a:gd name="T27" fmla="*/ 2731 h 561"/>
                  <a:gd name="T28" fmla="*/ 738 w 247"/>
                  <a:gd name="T29" fmla="*/ 2619 h 561"/>
                  <a:gd name="T30" fmla="*/ 1234 w 247"/>
                  <a:gd name="T31" fmla="*/ 2059 h 561"/>
                  <a:gd name="T32" fmla="*/ 1608 w 247"/>
                  <a:gd name="T33" fmla="*/ 1568 h 561"/>
                  <a:gd name="T34" fmla="*/ 2289 w 247"/>
                  <a:gd name="T35" fmla="*/ 757 h 561"/>
                  <a:gd name="T36" fmla="*/ 2980 w 247"/>
                  <a:gd name="T37" fmla="*/ 194 h 561"/>
                  <a:gd name="T38" fmla="*/ 2980 w 247"/>
                  <a:gd name="T39" fmla="*/ 194 h 561"/>
                  <a:gd name="T40" fmla="*/ 1928 w 247"/>
                  <a:gd name="T41" fmla="*/ 757 h 561"/>
                  <a:gd name="T42" fmla="*/ 1267 w 247"/>
                  <a:gd name="T43" fmla="*/ 1568 h 561"/>
                  <a:gd name="T44" fmla="*/ 894 w 247"/>
                  <a:gd name="T45" fmla="*/ 2059 h 561"/>
                  <a:gd name="T46" fmla="*/ 403 w 247"/>
                  <a:gd name="T47" fmla="*/ 2619 h 561"/>
                  <a:gd name="T48" fmla="*/ 296 w 247"/>
                  <a:gd name="T49" fmla="*/ 2731 h 561"/>
                  <a:gd name="T50" fmla="*/ 258 w 247"/>
                  <a:gd name="T51" fmla="*/ 2896 h 561"/>
                  <a:gd name="T52" fmla="*/ 149 w 247"/>
                  <a:gd name="T53" fmla="*/ 3295 h 561"/>
                  <a:gd name="T54" fmla="*/ 258 w 247"/>
                  <a:gd name="T55" fmla="*/ 4188 h 561"/>
                  <a:gd name="T56" fmla="*/ 0 w 247"/>
                  <a:gd name="T57" fmla="*/ 4975 h 561"/>
                  <a:gd name="T58" fmla="*/ 185 w 247"/>
                  <a:gd name="T59" fmla="*/ 5780 h 561"/>
                  <a:gd name="T60" fmla="*/ 258 w 247"/>
                  <a:gd name="T61" fmla="*/ 6142 h 561"/>
                  <a:gd name="T62" fmla="*/ 446 w 247"/>
                  <a:gd name="T63" fmla="*/ 6397 h 561"/>
                  <a:gd name="T64" fmla="*/ 403 w 247"/>
                  <a:gd name="T65" fmla="*/ 7210 h 561"/>
                  <a:gd name="T66" fmla="*/ 481 w 247"/>
                  <a:gd name="T67" fmla="*/ 7198 h 561"/>
                  <a:gd name="T68" fmla="*/ 636 w 247"/>
                  <a:gd name="T69" fmla="*/ 8225 h 561"/>
                  <a:gd name="T70" fmla="*/ 1234 w 247"/>
                  <a:gd name="T71" fmla="*/ 8761 h 561"/>
                  <a:gd name="T72" fmla="*/ 1169 w 247"/>
                  <a:gd name="T73" fmla="*/ 9819 h 561"/>
                  <a:gd name="T74" fmla="*/ 1419 w 247"/>
                  <a:gd name="T75" fmla="*/ 10824 h 561"/>
                  <a:gd name="T76" fmla="*/ 1694 w 247"/>
                  <a:gd name="T77" fmla="*/ 10979 h 561"/>
                  <a:gd name="T78" fmla="*/ 1779 w 247"/>
                  <a:gd name="T79" fmla="*/ 11141 h 561"/>
                  <a:gd name="T80" fmla="*/ 1993 w 247"/>
                  <a:gd name="T81" fmla="*/ 11209 h 561"/>
                  <a:gd name="T82" fmla="*/ 1993 w 247"/>
                  <a:gd name="T83" fmla="*/ 11237 h 561"/>
                  <a:gd name="T84" fmla="*/ 2055 w 247"/>
                  <a:gd name="T85" fmla="*/ 11165 h 561"/>
                  <a:gd name="T86" fmla="*/ 2009 w 247"/>
                  <a:gd name="T87" fmla="*/ 11359 h 561"/>
                  <a:gd name="T88" fmla="*/ 2375 w 247"/>
                  <a:gd name="T89" fmla="*/ 11797 h 561"/>
                  <a:gd name="T90" fmla="*/ 2735 w 247"/>
                  <a:gd name="T91" fmla="*/ 12004 h 561"/>
                  <a:gd name="T92" fmla="*/ 3153 w 247"/>
                  <a:gd name="T93" fmla="*/ 12022 h 561"/>
                  <a:gd name="T94" fmla="*/ 3075 w 247"/>
                  <a:gd name="T95" fmla="*/ 12004 h 561"/>
                  <a:gd name="T96" fmla="*/ 2716 w 247"/>
                  <a:gd name="T97" fmla="*/ 11797 h 561"/>
                  <a:gd name="T98" fmla="*/ 3553 w 247"/>
                  <a:gd name="T99" fmla="*/ 150 h 561"/>
                  <a:gd name="T100" fmla="*/ 3323 w 247"/>
                  <a:gd name="T101" fmla="*/ 177 h 561"/>
                  <a:gd name="T102" fmla="*/ 3323 w 247"/>
                  <a:gd name="T103" fmla="*/ 194 h 561"/>
                  <a:gd name="T104" fmla="*/ 3814 w 247"/>
                  <a:gd name="T105" fmla="*/ 150 h 561"/>
                  <a:gd name="T106" fmla="*/ 3553 w 247"/>
                  <a:gd name="T107" fmla="*/ 150 h 56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47" h="561">
                    <a:moveTo>
                      <a:pt x="176" y="549"/>
                    </a:moveTo>
                    <a:cubicBezTo>
                      <a:pt x="144" y="542"/>
                      <a:pt x="153" y="531"/>
                      <a:pt x="153" y="529"/>
                    </a:cubicBezTo>
                    <a:cubicBezTo>
                      <a:pt x="153" y="524"/>
                      <a:pt x="147" y="513"/>
                      <a:pt x="132" y="511"/>
                    </a:cubicBezTo>
                    <a:cubicBezTo>
                      <a:pt x="131" y="510"/>
                      <a:pt x="119" y="506"/>
                      <a:pt x="115" y="504"/>
                    </a:cubicBezTo>
                    <a:cubicBezTo>
                      <a:pt x="98" y="494"/>
                      <a:pt x="96" y="474"/>
                      <a:pt x="98" y="457"/>
                    </a:cubicBezTo>
                    <a:cubicBezTo>
                      <a:pt x="100" y="442"/>
                      <a:pt x="112" y="425"/>
                      <a:pt x="102" y="408"/>
                    </a:cubicBezTo>
                    <a:cubicBezTo>
                      <a:pt x="95" y="394"/>
                      <a:pt x="75" y="393"/>
                      <a:pt x="63" y="383"/>
                    </a:cubicBezTo>
                    <a:cubicBezTo>
                      <a:pt x="51" y="372"/>
                      <a:pt x="70" y="346"/>
                      <a:pt x="71" y="331"/>
                    </a:cubicBezTo>
                    <a:cubicBezTo>
                      <a:pt x="69" y="332"/>
                      <a:pt x="82" y="313"/>
                      <a:pt x="66" y="293"/>
                    </a:cubicBezTo>
                    <a:cubicBezTo>
                      <a:pt x="62" y="288"/>
                      <a:pt x="36" y="275"/>
                      <a:pt x="34" y="269"/>
                    </a:cubicBezTo>
                    <a:cubicBezTo>
                      <a:pt x="29" y="255"/>
                      <a:pt x="24" y="243"/>
                      <a:pt x="35" y="232"/>
                    </a:cubicBezTo>
                    <a:cubicBezTo>
                      <a:pt x="57" y="206"/>
                      <a:pt x="61" y="148"/>
                      <a:pt x="63" y="133"/>
                    </a:cubicBezTo>
                    <a:cubicBezTo>
                      <a:pt x="63" y="125"/>
                      <a:pt x="37" y="141"/>
                      <a:pt x="39" y="135"/>
                    </a:cubicBezTo>
                    <a:cubicBezTo>
                      <a:pt x="40" y="132"/>
                      <a:pt x="40" y="129"/>
                      <a:pt x="41" y="127"/>
                    </a:cubicBezTo>
                    <a:cubicBezTo>
                      <a:pt x="43" y="125"/>
                      <a:pt x="45" y="124"/>
                      <a:pt x="48" y="122"/>
                    </a:cubicBezTo>
                    <a:cubicBezTo>
                      <a:pt x="58" y="116"/>
                      <a:pt x="54" y="99"/>
                      <a:pt x="80" y="96"/>
                    </a:cubicBezTo>
                    <a:cubicBezTo>
                      <a:pt x="88" y="89"/>
                      <a:pt x="96" y="81"/>
                      <a:pt x="104" y="73"/>
                    </a:cubicBezTo>
                    <a:cubicBezTo>
                      <a:pt x="120" y="58"/>
                      <a:pt x="113" y="44"/>
                      <a:pt x="148" y="35"/>
                    </a:cubicBezTo>
                    <a:cubicBezTo>
                      <a:pt x="141" y="29"/>
                      <a:pt x="170" y="14"/>
                      <a:pt x="193" y="9"/>
                    </a:cubicBezTo>
                    <a:cubicBezTo>
                      <a:pt x="193" y="9"/>
                      <a:pt x="193" y="9"/>
                      <a:pt x="193" y="9"/>
                    </a:cubicBezTo>
                    <a:cubicBezTo>
                      <a:pt x="177" y="0"/>
                      <a:pt x="117" y="27"/>
                      <a:pt x="125" y="35"/>
                    </a:cubicBezTo>
                    <a:cubicBezTo>
                      <a:pt x="91" y="44"/>
                      <a:pt x="98" y="58"/>
                      <a:pt x="82" y="73"/>
                    </a:cubicBezTo>
                    <a:cubicBezTo>
                      <a:pt x="74" y="81"/>
                      <a:pt x="66" y="89"/>
                      <a:pt x="58" y="96"/>
                    </a:cubicBezTo>
                    <a:cubicBezTo>
                      <a:pt x="32" y="99"/>
                      <a:pt x="36" y="116"/>
                      <a:pt x="26" y="122"/>
                    </a:cubicBezTo>
                    <a:cubicBezTo>
                      <a:pt x="23" y="124"/>
                      <a:pt x="21" y="125"/>
                      <a:pt x="19" y="127"/>
                    </a:cubicBezTo>
                    <a:cubicBezTo>
                      <a:pt x="18" y="129"/>
                      <a:pt x="18" y="132"/>
                      <a:pt x="17" y="135"/>
                    </a:cubicBezTo>
                    <a:cubicBezTo>
                      <a:pt x="14" y="141"/>
                      <a:pt x="10" y="146"/>
                      <a:pt x="10" y="153"/>
                    </a:cubicBezTo>
                    <a:cubicBezTo>
                      <a:pt x="8" y="168"/>
                      <a:pt x="19" y="179"/>
                      <a:pt x="17" y="195"/>
                    </a:cubicBezTo>
                    <a:cubicBezTo>
                      <a:pt x="3" y="197"/>
                      <a:pt x="0" y="219"/>
                      <a:pt x="0" y="232"/>
                    </a:cubicBezTo>
                    <a:cubicBezTo>
                      <a:pt x="1" y="247"/>
                      <a:pt x="7" y="255"/>
                      <a:pt x="12" y="269"/>
                    </a:cubicBezTo>
                    <a:cubicBezTo>
                      <a:pt x="14" y="275"/>
                      <a:pt x="13" y="281"/>
                      <a:pt x="17" y="286"/>
                    </a:cubicBezTo>
                    <a:cubicBezTo>
                      <a:pt x="21" y="291"/>
                      <a:pt x="27" y="291"/>
                      <a:pt x="29" y="298"/>
                    </a:cubicBezTo>
                    <a:cubicBezTo>
                      <a:pt x="35" y="314"/>
                      <a:pt x="15" y="323"/>
                      <a:pt x="26" y="336"/>
                    </a:cubicBezTo>
                    <a:cubicBezTo>
                      <a:pt x="28" y="335"/>
                      <a:pt x="29" y="336"/>
                      <a:pt x="31" y="335"/>
                    </a:cubicBezTo>
                    <a:cubicBezTo>
                      <a:pt x="30" y="349"/>
                      <a:pt x="29" y="372"/>
                      <a:pt x="41" y="383"/>
                    </a:cubicBezTo>
                    <a:cubicBezTo>
                      <a:pt x="53" y="393"/>
                      <a:pt x="73" y="394"/>
                      <a:pt x="80" y="408"/>
                    </a:cubicBezTo>
                    <a:cubicBezTo>
                      <a:pt x="90" y="425"/>
                      <a:pt x="78" y="442"/>
                      <a:pt x="76" y="457"/>
                    </a:cubicBezTo>
                    <a:cubicBezTo>
                      <a:pt x="74" y="474"/>
                      <a:pt x="76" y="494"/>
                      <a:pt x="92" y="504"/>
                    </a:cubicBezTo>
                    <a:cubicBezTo>
                      <a:pt x="96" y="506"/>
                      <a:pt x="109" y="510"/>
                      <a:pt x="110" y="511"/>
                    </a:cubicBezTo>
                    <a:cubicBezTo>
                      <a:pt x="111" y="514"/>
                      <a:pt x="113" y="517"/>
                      <a:pt x="115" y="519"/>
                    </a:cubicBezTo>
                    <a:cubicBezTo>
                      <a:pt x="119" y="521"/>
                      <a:pt x="124" y="523"/>
                      <a:pt x="129" y="522"/>
                    </a:cubicBezTo>
                    <a:cubicBezTo>
                      <a:pt x="129" y="523"/>
                      <a:pt x="129" y="523"/>
                      <a:pt x="129" y="523"/>
                    </a:cubicBezTo>
                    <a:cubicBezTo>
                      <a:pt x="132" y="522"/>
                      <a:pt x="133" y="520"/>
                      <a:pt x="133" y="520"/>
                    </a:cubicBezTo>
                    <a:cubicBezTo>
                      <a:pt x="133" y="521"/>
                      <a:pt x="131" y="524"/>
                      <a:pt x="130" y="529"/>
                    </a:cubicBezTo>
                    <a:cubicBezTo>
                      <a:pt x="131" y="531"/>
                      <a:pt x="122" y="542"/>
                      <a:pt x="154" y="549"/>
                    </a:cubicBezTo>
                    <a:cubicBezTo>
                      <a:pt x="163" y="551"/>
                      <a:pt x="169" y="556"/>
                      <a:pt x="177" y="559"/>
                    </a:cubicBezTo>
                    <a:cubicBezTo>
                      <a:pt x="186" y="561"/>
                      <a:pt x="195" y="561"/>
                      <a:pt x="204" y="560"/>
                    </a:cubicBezTo>
                    <a:cubicBezTo>
                      <a:pt x="203" y="560"/>
                      <a:pt x="201" y="559"/>
                      <a:pt x="199" y="559"/>
                    </a:cubicBezTo>
                    <a:cubicBezTo>
                      <a:pt x="191" y="556"/>
                      <a:pt x="185" y="551"/>
                      <a:pt x="176" y="549"/>
                    </a:cubicBezTo>
                    <a:close/>
                    <a:moveTo>
                      <a:pt x="230" y="7"/>
                    </a:moveTo>
                    <a:cubicBezTo>
                      <a:pt x="225" y="7"/>
                      <a:pt x="220" y="8"/>
                      <a:pt x="215" y="8"/>
                    </a:cubicBezTo>
                    <a:cubicBezTo>
                      <a:pt x="215" y="8"/>
                      <a:pt x="215" y="9"/>
                      <a:pt x="215" y="9"/>
                    </a:cubicBezTo>
                    <a:cubicBezTo>
                      <a:pt x="223" y="13"/>
                      <a:pt x="235" y="8"/>
                      <a:pt x="247" y="7"/>
                    </a:cubicBezTo>
                    <a:cubicBezTo>
                      <a:pt x="242" y="7"/>
                      <a:pt x="236" y="7"/>
                      <a:pt x="230" y="7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7" name="Freeform 1305">
                <a:extLst>
                  <a:ext uri="{FF2B5EF4-FFF2-40B4-BE49-F238E27FC236}">
                    <a16:creationId xmlns:a16="http://schemas.microsoft.com/office/drawing/2014/main" id="{106698FC-CD24-462D-8CF3-823361AB6F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14" y="1672"/>
                <a:ext cx="729" cy="393"/>
              </a:xfrm>
              <a:custGeom>
                <a:avLst/>
                <a:gdLst>
                  <a:gd name="T0" fmla="*/ 6339 w 421"/>
                  <a:gd name="T1" fmla="*/ 4555 h 213"/>
                  <a:gd name="T2" fmla="*/ 6317 w 421"/>
                  <a:gd name="T3" fmla="*/ 4511 h 213"/>
                  <a:gd name="T4" fmla="*/ 6339 w 421"/>
                  <a:gd name="T5" fmla="*/ 4555 h 213"/>
                  <a:gd name="T6" fmla="*/ 6351 w 421"/>
                  <a:gd name="T7" fmla="*/ 3417 h 213"/>
                  <a:gd name="T8" fmla="*/ 6180 w 421"/>
                  <a:gd name="T9" fmla="*/ 2563 h 213"/>
                  <a:gd name="T10" fmla="*/ 6147 w 421"/>
                  <a:gd name="T11" fmla="*/ 2563 h 213"/>
                  <a:gd name="T12" fmla="*/ 6061 w 421"/>
                  <a:gd name="T13" fmla="*/ 2373 h 213"/>
                  <a:gd name="T14" fmla="*/ 5726 w 421"/>
                  <a:gd name="T15" fmla="*/ 1923 h 213"/>
                  <a:gd name="T16" fmla="*/ 5446 w 421"/>
                  <a:gd name="T17" fmla="*/ 1539 h 213"/>
                  <a:gd name="T18" fmla="*/ 5061 w 421"/>
                  <a:gd name="T19" fmla="*/ 1011 h 213"/>
                  <a:gd name="T20" fmla="*/ 4216 w 421"/>
                  <a:gd name="T21" fmla="*/ 258 h 213"/>
                  <a:gd name="T22" fmla="*/ 3455 w 421"/>
                  <a:gd name="T23" fmla="*/ 149 h 213"/>
                  <a:gd name="T24" fmla="*/ 2876 w 421"/>
                  <a:gd name="T25" fmla="*/ 194 h 213"/>
                  <a:gd name="T26" fmla="*/ 1829 w 421"/>
                  <a:gd name="T27" fmla="*/ 753 h 213"/>
                  <a:gd name="T28" fmla="*/ 1152 w 421"/>
                  <a:gd name="T29" fmla="*/ 1563 h 213"/>
                  <a:gd name="T30" fmla="*/ 783 w 421"/>
                  <a:gd name="T31" fmla="*/ 2054 h 213"/>
                  <a:gd name="T32" fmla="*/ 282 w 421"/>
                  <a:gd name="T33" fmla="*/ 2607 h 213"/>
                  <a:gd name="T34" fmla="*/ 171 w 421"/>
                  <a:gd name="T35" fmla="*/ 2714 h 213"/>
                  <a:gd name="T36" fmla="*/ 144 w 421"/>
                  <a:gd name="T37" fmla="*/ 2884 h 213"/>
                  <a:gd name="T38" fmla="*/ 28 w 421"/>
                  <a:gd name="T39" fmla="*/ 3264 h 213"/>
                  <a:gd name="T40" fmla="*/ 144 w 421"/>
                  <a:gd name="T41" fmla="*/ 4000 h 213"/>
                  <a:gd name="T42" fmla="*/ 171 w 421"/>
                  <a:gd name="T43" fmla="*/ 3871 h 213"/>
                  <a:gd name="T44" fmla="*/ 282 w 421"/>
                  <a:gd name="T45" fmla="*/ 3768 h 213"/>
                  <a:gd name="T46" fmla="*/ 783 w 421"/>
                  <a:gd name="T47" fmla="*/ 3210 h 213"/>
                  <a:gd name="T48" fmla="*/ 1152 w 421"/>
                  <a:gd name="T49" fmla="*/ 2714 h 213"/>
                  <a:gd name="T50" fmla="*/ 2876 w 421"/>
                  <a:gd name="T51" fmla="*/ 1345 h 213"/>
                  <a:gd name="T52" fmla="*/ 3455 w 421"/>
                  <a:gd name="T53" fmla="*/ 1308 h 213"/>
                  <a:gd name="T54" fmla="*/ 4324 w 421"/>
                  <a:gd name="T55" fmla="*/ 2074 h 213"/>
                  <a:gd name="T56" fmla="*/ 5726 w 421"/>
                  <a:gd name="T57" fmla="*/ 3085 h 213"/>
                  <a:gd name="T58" fmla="*/ 6061 w 421"/>
                  <a:gd name="T59" fmla="*/ 3524 h 213"/>
                  <a:gd name="T60" fmla="*/ 6303 w 421"/>
                  <a:gd name="T61" fmla="*/ 4511 h 213"/>
                  <a:gd name="T62" fmla="*/ 6351 w 421"/>
                  <a:gd name="T63" fmla="*/ 3417 h 2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21" h="213">
                    <a:moveTo>
                      <a:pt x="407" y="213"/>
                    </a:moveTo>
                    <a:cubicBezTo>
                      <a:pt x="407" y="212"/>
                      <a:pt x="406" y="212"/>
                      <a:pt x="406" y="211"/>
                    </a:cubicBezTo>
                    <a:cubicBezTo>
                      <a:pt x="406" y="212"/>
                      <a:pt x="406" y="212"/>
                      <a:pt x="407" y="213"/>
                    </a:cubicBezTo>
                    <a:close/>
                    <a:moveTo>
                      <a:pt x="408" y="160"/>
                    </a:moveTo>
                    <a:cubicBezTo>
                      <a:pt x="396" y="146"/>
                      <a:pt x="391" y="136"/>
                      <a:pt x="397" y="120"/>
                    </a:cubicBezTo>
                    <a:cubicBezTo>
                      <a:pt x="397" y="120"/>
                      <a:pt x="396" y="120"/>
                      <a:pt x="395" y="120"/>
                    </a:cubicBezTo>
                    <a:cubicBezTo>
                      <a:pt x="393" y="118"/>
                      <a:pt x="391" y="115"/>
                      <a:pt x="389" y="111"/>
                    </a:cubicBezTo>
                    <a:cubicBezTo>
                      <a:pt x="386" y="99"/>
                      <a:pt x="376" y="94"/>
                      <a:pt x="368" y="90"/>
                    </a:cubicBezTo>
                    <a:cubicBezTo>
                      <a:pt x="360" y="87"/>
                      <a:pt x="364" y="75"/>
                      <a:pt x="350" y="72"/>
                    </a:cubicBezTo>
                    <a:cubicBezTo>
                      <a:pt x="342" y="64"/>
                      <a:pt x="334" y="55"/>
                      <a:pt x="325" y="47"/>
                    </a:cubicBezTo>
                    <a:cubicBezTo>
                      <a:pt x="325" y="32"/>
                      <a:pt x="290" y="4"/>
                      <a:pt x="271" y="12"/>
                    </a:cubicBezTo>
                    <a:cubicBezTo>
                      <a:pt x="258" y="8"/>
                      <a:pt x="240" y="7"/>
                      <a:pt x="222" y="7"/>
                    </a:cubicBezTo>
                    <a:cubicBezTo>
                      <a:pt x="208" y="7"/>
                      <a:pt x="194" y="13"/>
                      <a:pt x="185" y="9"/>
                    </a:cubicBezTo>
                    <a:cubicBezTo>
                      <a:pt x="169" y="0"/>
                      <a:pt x="109" y="27"/>
                      <a:pt x="117" y="35"/>
                    </a:cubicBezTo>
                    <a:cubicBezTo>
                      <a:pt x="83" y="44"/>
                      <a:pt x="90" y="58"/>
                      <a:pt x="74" y="73"/>
                    </a:cubicBezTo>
                    <a:cubicBezTo>
                      <a:pt x="66" y="81"/>
                      <a:pt x="58" y="89"/>
                      <a:pt x="50" y="96"/>
                    </a:cubicBezTo>
                    <a:cubicBezTo>
                      <a:pt x="24" y="99"/>
                      <a:pt x="28" y="116"/>
                      <a:pt x="18" y="122"/>
                    </a:cubicBezTo>
                    <a:cubicBezTo>
                      <a:pt x="15" y="124"/>
                      <a:pt x="13" y="125"/>
                      <a:pt x="11" y="127"/>
                    </a:cubicBezTo>
                    <a:cubicBezTo>
                      <a:pt x="10" y="129"/>
                      <a:pt x="10" y="132"/>
                      <a:pt x="9" y="135"/>
                    </a:cubicBezTo>
                    <a:cubicBezTo>
                      <a:pt x="6" y="141"/>
                      <a:pt x="2" y="146"/>
                      <a:pt x="2" y="153"/>
                    </a:cubicBezTo>
                    <a:cubicBezTo>
                      <a:pt x="0" y="166"/>
                      <a:pt x="7" y="175"/>
                      <a:pt x="9" y="187"/>
                    </a:cubicBezTo>
                    <a:cubicBezTo>
                      <a:pt x="10" y="185"/>
                      <a:pt x="10" y="183"/>
                      <a:pt x="11" y="181"/>
                    </a:cubicBezTo>
                    <a:cubicBezTo>
                      <a:pt x="13" y="179"/>
                      <a:pt x="15" y="178"/>
                      <a:pt x="18" y="176"/>
                    </a:cubicBezTo>
                    <a:cubicBezTo>
                      <a:pt x="28" y="169"/>
                      <a:pt x="24" y="153"/>
                      <a:pt x="50" y="150"/>
                    </a:cubicBezTo>
                    <a:cubicBezTo>
                      <a:pt x="58" y="143"/>
                      <a:pt x="66" y="135"/>
                      <a:pt x="74" y="127"/>
                    </a:cubicBezTo>
                    <a:cubicBezTo>
                      <a:pt x="90" y="112"/>
                      <a:pt x="169" y="54"/>
                      <a:pt x="185" y="63"/>
                    </a:cubicBezTo>
                    <a:cubicBezTo>
                      <a:pt x="194" y="67"/>
                      <a:pt x="208" y="61"/>
                      <a:pt x="222" y="61"/>
                    </a:cubicBezTo>
                    <a:cubicBezTo>
                      <a:pt x="240" y="60"/>
                      <a:pt x="245" y="37"/>
                      <a:pt x="278" y="97"/>
                    </a:cubicBezTo>
                    <a:cubicBezTo>
                      <a:pt x="321" y="62"/>
                      <a:pt x="364" y="131"/>
                      <a:pt x="368" y="144"/>
                    </a:cubicBezTo>
                    <a:cubicBezTo>
                      <a:pt x="370" y="153"/>
                      <a:pt x="391" y="153"/>
                      <a:pt x="389" y="165"/>
                    </a:cubicBezTo>
                    <a:cubicBezTo>
                      <a:pt x="387" y="180"/>
                      <a:pt x="395" y="198"/>
                      <a:pt x="405" y="211"/>
                    </a:cubicBezTo>
                    <a:cubicBezTo>
                      <a:pt x="418" y="196"/>
                      <a:pt x="421" y="175"/>
                      <a:pt x="408" y="160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8" name="Freeform 1306">
                <a:extLst>
                  <a:ext uri="{FF2B5EF4-FFF2-40B4-BE49-F238E27FC236}">
                    <a16:creationId xmlns:a16="http://schemas.microsoft.com/office/drawing/2014/main" id="{ED683D8A-6ECC-44D5-B37A-CAE97AAEC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435"/>
                <a:ext cx="1322" cy="1851"/>
              </a:xfrm>
              <a:custGeom>
                <a:avLst/>
                <a:gdLst>
                  <a:gd name="T0" fmla="*/ 0 w 763"/>
                  <a:gd name="T1" fmla="*/ 3959 h 1002"/>
                  <a:gd name="T2" fmla="*/ 1918 w 763"/>
                  <a:gd name="T3" fmla="*/ 1720 h 1002"/>
                  <a:gd name="T4" fmla="*/ 2434 w 763"/>
                  <a:gd name="T5" fmla="*/ 3050 h 1002"/>
                  <a:gd name="T6" fmla="*/ 4344 w 763"/>
                  <a:gd name="T7" fmla="*/ 632 h 1002"/>
                  <a:gd name="T8" fmla="*/ 5397 w 763"/>
                  <a:gd name="T9" fmla="*/ 44 h 1002"/>
                  <a:gd name="T10" fmla="*/ 6688 w 763"/>
                  <a:gd name="T11" fmla="*/ 194 h 1002"/>
                  <a:gd name="T12" fmla="*/ 9186 w 763"/>
                  <a:gd name="T13" fmla="*/ 2863 h 1002"/>
                  <a:gd name="T14" fmla="*/ 8670 w 763"/>
                  <a:gd name="T15" fmla="*/ 2130 h 1002"/>
                  <a:gd name="T16" fmla="*/ 10039 w 763"/>
                  <a:gd name="T17" fmla="*/ 1784 h 1002"/>
                  <a:gd name="T18" fmla="*/ 11915 w 763"/>
                  <a:gd name="T19" fmla="*/ 3959 h 1002"/>
                  <a:gd name="T20" fmla="*/ 11915 w 763"/>
                  <a:gd name="T21" fmla="*/ 21554 h 1002"/>
                  <a:gd name="T22" fmla="*/ 0 w 763"/>
                  <a:gd name="T23" fmla="*/ 21554 h 1002"/>
                  <a:gd name="T24" fmla="*/ 0 w 763"/>
                  <a:gd name="T25" fmla="*/ 3959 h 10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3" h="1002">
                    <a:moveTo>
                      <a:pt x="0" y="184"/>
                    </a:moveTo>
                    <a:cubicBezTo>
                      <a:pt x="40" y="160"/>
                      <a:pt x="57" y="127"/>
                      <a:pt x="123" y="80"/>
                    </a:cubicBezTo>
                    <a:cubicBezTo>
                      <a:pt x="146" y="59"/>
                      <a:pt x="225" y="76"/>
                      <a:pt x="156" y="142"/>
                    </a:cubicBezTo>
                    <a:cubicBezTo>
                      <a:pt x="192" y="131"/>
                      <a:pt x="247" y="51"/>
                      <a:pt x="278" y="29"/>
                    </a:cubicBezTo>
                    <a:cubicBezTo>
                      <a:pt x="300" y="15"/>
                      <a:pt x="325" y="5"/>
                      <a:pt x="346" y="2"/>
                    </a:cubicBezTo>
                    <a:cubicBezTo>
                      <a:pt x="367" y="0"/>
                      <a:pt x="406" y="2"/>
                      <a:pt x="428" y="9"/>
                    </a:cubicBezTo>
                    <a:cubicBezTo>
                      <a:pt x="491" y="28"/>
                      <a:pt x="545" y="147"/>
                      <a:pt x="588" y="133"/>
                    </a:cubicBezTo>
                    <a:cubicBezTo>
                      <a:pt x="572" y="133"/>
                      <a:pt x="565" y="122"/>
                      <a:pt x="555" y="99"/>
                    </a:cubicBezTo>
                    <a:cubicBezTo>
                      <a:pt x="544" y="64"/>
                      <a:pt x="579" y="38"/>
                      <a:pt x="643" y="83"/>
                    </a:cubicBezTo>
                    <a:cubicBezTo>
                      <a:pt x="681" y="110"/>
                      <a:pt x="685" y="109"/>
                      <a:pt x="763" y="184"/>
                    </a:cubicBezTo>
                    <a:cubicBezTo>
                      <a:pt x="763" y="1002"/>
                      <a:pt x="763" y="1002"/>
                      <a:pt x="763" y="1002"/>
                    </a:cubicBezTo>
                    <a:cubicBezTo>
                      <a:pt x="0" y="1002"/>
                      <a:pt x="0" y="1002"/>
                      <a:pt x="0" y="1002"/>
                    </a:cubicBezTo>
                    <a:lnTo>
                      <a:pt x="0" y="184"/>
                    </a:lnTo>
                    <a:close/>
                  </a:path>
                </a:pathLst>
              </a:custGeom>
              <a:noFill/>
              <a:ln w="1111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9" name="Freeform 1307">
                <a:extLst>
                  <a:ext uri="{FF2B5EF4-FFF2-40B4-BE49-F238E27FC236}">
                    <a16:creationId xmlns:a16="http://schemas.microsoft.com/office/drawing/2014/main" id="{E49D86E3-1C22-47F8-9D8C-51C06015A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936"/>
                <a:ext cx="61" cy="63"/>
              </a:xfrm>
              <a:custGeom>
                <a:avLst/>
                <a:gdLst>
                  <a:gd name="T0" fmla="*/ 0 w 35"/>
                  <a:gd name="T1" fmla="*/ 591 h 34"/>
                  <a:gd name="T2" fmla="*/ 349 w 35"/>
                  <a:gd name="T3" fmla="*/ 109 h 34"/>
                  <a:gd name="T4" fmla="*/ 483 w 35"/>
                  <a:gd name="T5" fmla="*/ 74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4">
                    <a:moveTo>
                      <a:pt x="0" y="27"/>
                    </a:moveTo>
                    <a:cubicBezTo>
                      <a:pt x="2" y="16"/>
                      <a:pt x="7" y="0"/>
                      <a:pt x="22" y="5"/>
                    </a:cubicBezTo>
                    <a:cubicBezTo>
                      <a:pt x="31" y="9"/>
                      <a:pt x="35" y="26"/>
                      <a:pt x="30" y="3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0" name="Freeform 1308">
                <a:extLst>
                  <a:ext uri="{FF2B5EF4-FFF2-40B4-BE49-F238E27FC236}">
                    <a16:creationId xmlns:a16="http://schemas.microsoft.com/office/drawing/2014/main" id="{27C6E1EF-1548-4133-878E-75DF1BDBC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095"/>
                <a:ext cx="309" cy="85"/>
              </a:xfrm>
              <a:custGeom>
                <a:avLst/>
                <a:gdLst>
                  <a:gd name="T0" fmla="*/ 148 w 178"/>
                  <a:gd name="T1" fmla="*/ 946 h 46"/>
                  <a:gd name="T2" fmla="*/ 148 w 178"/>
                  <a:gd name="T3" fmla="*/ 512 h 46"/>
                  <a:gd name="T4" fmla="*/ 852 w 178"/>
                  <a:gd name="T5" fmla="*/ 209 h 46"/>
                  <a:gd name="T6" fmla="*/ 1911 w 178"/>
                  <a:gd name="T7" fmla="*/ 560 h 46"/>
                  <a:gd name="T8" fmla="*/ 2802 w 178"/>
                  <a:gd name="T9" fmla="*/ 99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46">
                    <a:moveTo>
                      <a:pt x="9" y="44"/>
                    </a:moveTo>
                    <a:cubicBezTo>
                      <a:pt x="0" y="40"/>
                      <a:pt x="2" y="29"/>
                      <a:pt x="9" y="24"/>
                    </a:cubicBezTo>
                    <a:cubicBezTo>
                      <a:pt x="21" y="14"/>
                      <a:pt x="40" y="11"/>
                      <a:pt x="54" y="10"/>
                    </a:cubicBezTo>
                    <a:cubicBezTo>
                      <a:pt x="72" y="7"/>
                      <a:pt x="114" y="0"/>
                      <a:pt x="121" y="26"/>
                    </a:cubicBezTo>
                    <a:cubicBezTo>
                      <a:pt x="141" y="18"/>
                      <a:pt x="168" y="23"/>
                      <a:pt x="178" y="4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1" name="Freeform 1309">
                <a:extLst>
                  <a:ext uri="{FF2B5EF4-FFF2-40B4-BE49-F238E27FC236}">
                    <a16:creationId xmlns:a16="http://schemas.microsoft.com/office/drawing/2014/main" id="{57ABA3E6-BBF2-4363-BA58-D4DA3DE6D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993"/>
                <a:ext cx="328" cy="80"/>
              </a:xfrm>
              <a:custGeom>
                <a:avLst/>
                <a:gdLst>
                  <a:gd name="T0" fmla="*/ 2973 w 189"/>
                  <a:gd name="T1" fmla="*/ 84 h 43"/>
                  <a:gd name="T2" fmla="*/ 2346 w 189"/>
                  <a:gd name="T3" fmla="*/ 45 h 43"/>
                  <a:gd name="T4" fmla="*/ 1668 w 189"/>
                  <a:gd name="T5" fmla="*/ 69 h 43"/>
                  <a:gd name="T6" fmla="*/ 1217 w 189"/>
                  <a:gd name="T7" fmla="*/ 335 h 43"/>
                  <a:gd name="T8" fmla="*/ 987 w 189"/>
                  <a:gd name="T9" fmla="*/ 540 h 43"/>
                  <a:gd name="T10" fmla="*/ 62 w 189"/>
                  <a:gd name="T11" fmla="*/ 958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43">
                    <a:moveTo>
                      <a:pt x="189" y="4"/>
                    </a:moveTo>
                    <a:cubicBezTo>
                      <a:pt x="176" y="5"/>
                      <a:pt x="162" y="3"/>
                      <a:pt x="149" y="2"/>
                    </a:cubicBezTo>
                    <a:cubicBezTo>
                      <a:pt x="134" y="0"/>
                      <a:pt x="121" y="0"/>
                      <a:pt x="106" y="3"/>
                    </a:cubicBezTo>
                    <a:cubicBezTo>
                      <a:pt x="96" y="4"/>
                      <a:pt x="84" y="7"/>
                      <a:pt x="77" y="15"/>
                    </a:cubicBezTo>
                    <a:cubicBezTo>
                      <a:pt x="70" y="23"/>
                      <a:pt x="74" y="26"/>
                      <a:pt x="63" y="24"/>
                    </a:cubicBezTo>
                    <a:cubicBezTo>
                      <a:pt x="42" y="21"/>
                      <a:pt x="0" y="5"/>
                      <a:pt x="4" y="4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2" name="Freeform 1310">
                <a:extLst>
                  <a:ext uri="{FF2B5EF4-FFF2-40B4-BE49-F238E27FC236}">
                    <a16:creationId xmlns:a16="http://schemas.microsoft.com/office/drawing/2014/main" id="{DA56250D-E023-43C7-A75B-BE9D722DD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590"/>
                <a:ext cx="135" cy="66"/>
              </a:xfrm>
              <a:custGeom>
                <a:avLst/>
                <a:gdLst>
                  <a:gd name="T0" fmla="*/ 0 w 78"/>
                  <a:gd name="T1" fmla="*/ 444 h 36"/>
                  <a:gd name="T2" fmla="*/ 1213 w 78"/>
                  <a:gd name="T3" fmla="*/ 746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6">
                    <a:moveTo>
                      <a:pt x="0" y="21"/>
                    </a:moveTo>
                    <a:cubicBezTo>
                      <a:pt x="29" y="5"/>
                      <a:pt x="64" y="0"/>
                      <a:pt x="78" y="3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3" name="Freeform 1311">
                <a:extLst>
                  <a:ext uri="{FF2B5EF4-FFF2-40B4-BE49-F238E27FC236}">
                    <a16:creationId xmlns:a16="http://schemas.microsoft.com/office/drawing/2014/main" id="{1BBF7A83-B545-465F-9F77-8C18D560F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424"/>
                <a:ext cx="279" cy="121"/>
              </a:xfrm>
              <a:custGeom>
                <a:avLst/>
                <a:gdLst>
                  <a:gd name="T0" fmla="*/ 2513 w 161"/>
                  <a:gd name="T1" fmla="*/ 273 h 66"/>
                  <a:gd name="T2" fmla="*/ 1733 w 161"/>
                  <a:gd name="T3" fmla="*/ 273 h 66"/>
                  <a:gd name="T4" fmla="*/ 1369 w 161"/>
                  <a:gd name="T5" fmla="*/ 501 h 66"/>
                  <a:gd name="T6" fmla="*/ 1300 w 161"/>
                  <a:gd name="T7" fmla="*/ 992 h 66"/>
                  <a:gd name="T8" fmla="*/ 577 w 161"/>
                  <a:gd name="T9" fmla="*/ 895 h 66"/>
                  <a:gd name="T10" fmla="*/ 0 w 161"/>
                  <a:gd name="T11" fmla="*/ 1368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1" h="66">
                    <a:moveTo>
                      <a:pt x="161" y="13"/>
                    </a:moveTo>
                    <a:cubicBezTo>
                      <a:pt x="148" y="0"/>
                      <a:pt x="126" y="8"/>
                      <a:pt x="111" y="13"/>
                    </a:cubicBezTo>
                    <a:cubicBezTo>
                      <a:pt x="103" y="16"/>
                      <a:pt x="94" y="16"/>
                      <a:pt x="88" y="24"/>
                    </a:cubicBezTo>
                    <a:cubicBezTo>
                      <a:pt x="83" y="30"/>
                      <a:pt x="87" y="43"/>
                      <a:pt x="83" y="48"/>
                    </a:cubicBezTo>
                    <a:cubicBezTo>
                      <a:pt x="73" y="57"/>
                      <a:pt x="48" y="43"/>
                      <a:pt x="37" y="43"/>
                    </a:cubicBezTo>
                    <a:cubicBezTo>
                      <a:pt x="20" y="42"/>
                      <a:pt x="5" y="50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4" name="Freeform 1312">
                <a:extLst>
                  <a:ext uri="{FF2B5EF4-FFF2-40B4-BE49-F238E27FC236}">
                    <a16:creationId xmlns:a16="http://schemas.microsoft.com/office/drawing/2014/main" id="{E6A343BE-5085-495D-8282-BFAD5F999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938"/>
                <a:ext cx="101" cy="61"/>
              </a:xfrm>
              <a:custGeom>
                <a:avLst/>
                <a:gdLst>
                  <a:gd name="T0" fmla="*/ 655 w 58"/>
                  <a:gd name="T1" fmla="*/ 714 h 33"/>
                  <a:gd name="T2" fmla="*/ 300 w 58"/>
                  <a:gd name="T3" fmla="*/ 0 h 33"/>
                  <a:gd name="T4" fmla="*/ 0 w 58"/>
                  <a:gd name="T5" fmla="*/ 30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3">
                    <a:moveTo>
                      <a:pt x="41" y="33"/>
                    </a:moveTo>
                    <a:cubicBezTo>
                      <a:pt x="58" y="21"/>
                      <a:pt x="31" y="3"/>
                      <a:pt x="19" y="0"/>
                    </a:cubicBezTo>
                    <a:cubicBezTo>
                      <a:pt x="13" y="5"/>
                      <a:pt x="6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5" name="Freeform 1313">
                <a:extLst>
                  <a:ext uri="{FF2B5EF4-FFF2-40B4-BE49-F238E27FC236}">
                    <a16:creationId xmlns:a16="http://schemas.microsoft.com/office/drawing/2014/main" id="{72D09BA3-0748-412E-BE88-72D1464C5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797"/>
                <a:ext cx="161" cy="144"/>
              </a:xfrm>
              <a:custGeom>
                <a:avLst/>
                <a:gdLst>
                  <a:gd name="T0" fmla="*/ 1276 w 93"/>
                  <a:gd name="T1" fmla="*/ 1673 h 78"/>
                  <a:gd name="T2" fmla="*/ 0 w 93"/>
                  <a:gd name="T3" fmla="*/ 641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78">
                    <a:moveTo>
                      <a:pt x="82" y="78"/>
                    </a:moveTo>
                    <a:cubicBezTo>
                      <a:pt x="93" y="44"/>
                      <a:pt x="26" y="0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572" name="Freeform 1314">
              <a:extLst>
                <a:ext uri="{FF2B5EF4-FFF2-40B4-BE49-F238E27FC236}">
                  <a16:creationId xmlns:a16="http://schemas.microsoft.com/office/drawing/2014/main" id="{8606E108-D958-4B5F-9066-ACF3BA207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409"/>
              <a:ext cx="204" cy="116"/>
            </a:xfrm>
            <a:custGeom>
              <a:avLst/>
              <a:gdLst>
                <a:gd name="T0" fmla="*/ 86 w 118"/>
                <a:gd name="T1" fmla="*/ 1335 h 63"/>
                <a:gd name="T2" fmla="*/ 341 w 118"/>
                <a:gd name="T3" fmla="*/ 609 h 63"/>
                <a:gd name="T4" fmla="*/ 1037 w 118"/>
                <a:gd name="T5" fmla="*/ 609 h 63"/>
                <a:gd name="T6" fmla="*/ 1629 w 118"/>
                <a:gd name="T7" fmla="*/ 230 h 63"/>
                <a:gd name="T8" fmla="*/ 1530 w 118"/>
                <a:gd name="T9" fmla="*/ 123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63">
                  <a:moveTo>
                    <a:pt x="6" y="63"/>
                  </a:moveTo>
                  <a:cubicBezTo>
                    <a:pt x="0" y="57"/>
                    <a:pt x="13" y="35"/>
                    <a:pt x="22" y="29"/>
                  </a:cubicBezTo>
                  <a:cubicBezTo>
                    <a:pt x="35" y="21"/>
                    <a:pt x="55" y="23"/>
                    <a:pt x="67" y="29"/>
                  </a:cubicBezTo>
                  <a:cubicBezTo>
                    <a:pt x="74" y="18"/>
                    <a:pt x="92" y="0"/>
                    <a:pt x="105" y="11"/>
                  </a:cubicBezTo>
                  <a:cubicBezTo>
                    <a:pt x="118" y="23"/>
                    <a:pt x="108" y="48"/>
                    <a:pt x="99" y="5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1315">
              <a:extLst>
                <a:ext uri="{FF2B5EF4-FFF2-40B4-BE49-F238E27FC236}">
                  <a16:creationId xmlns:a16="http://schemas.microsoft.com/office/drawing/2014/main" id="{70449C27-CC32-475F-AC83-DC0BA26CC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248"/>
              <a:ext cx="206" cy="91"/>
            </a:xfrm>
            <a:custGeom>
              <a:avLst/>
              <a:gdLst>
                <a:gd name="T0" fmla="*/ 0 w 119"/>
                <a:gd name="T1" fmla="*/ 487 h 49"/>
                <a:gd name="T2" fmla="*/ 872 w 119"/>
                <a:gd name="T3" fmla="*/ 1083 h 49"/>
                <a:gd name="T4" fmla="*/ 1165 w 119"/>
                <a:gd name="T5" fmla="*/ 156 h 49"/>
                <a:gd name="T6" fmla="*/ 1759 w 119"/>
                <a:gd name="T7" fmla="*/ 18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49">
                  <a:moveTo>
                    <a:pt x="0" y="22"/>
                  </a:moveTo>
                  <a:cubicBezTo>
                    <a:pt x="19" y="17"/>
                    <a:pt x="61" y="19"/>
                    <a:pt x="56" y="49"/>
                  </a:cubicBezTo>
                  <a:cubicBezTo>
                    <a:pt x="53" y="34"/>
                    <a:pt x="63" y="17"/>
                    <a:pt x="75" y="7"/>
                  </a:cubicBezTo>
                  <a:cubicBezTo>
                    <a:pt x="83" y="0"/>
                    <a:pt x="119" y="0"/>
                    <a:pt x="113" y="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1316">
              <a:extLst>
                <a:ext uri="{FF2B5EF4-FFF2-40B4-BE49-F238E27FC236}">
                  <a16:creationId xmlns:a16="http://schemas.microsoft.com/office/drawing/2014/main" id="{76A1BCD9-6BD5-44F1-8A4B-E2FC5FE68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964"/>
              <a:ext cx="115" cy="66"/>
            </a:xfrm>
            <a:custGeom>
              <a:avLst/>
              <a:gdLst>
                <a:gd name="T0" fmla="*/ 1056 w 66"/>
                <a:gd name="T1" fmla="*/ 746 h 36"/>
                <a:gd name="T2" fmla="*/ 0 w 66"/>
                <a:gd name="T3" fmla="*/ 54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6">
                  <a:moveTo>
                    <a:pt x="66" y="36"/>
                  </a:moveTo>
                  <a:cubicBezTo>
                    <a:pt x="58" y="14"/>
                    <a:pt x="12" y="0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1317">
              <a:extLst>
                <a:ext uri="{FF2B5EF4-FFF2-40B4-BE49-F238E27FC236}">
                  <a16:creationId xmlns:a16="http://schemas.microsoft.com/office/drawing/2014/main" id="{D4605490-533C-4C07-8E02-AFB6E78E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252"/>
              <a:ext cx="191" cy="136"/>
            </a:xfrm>
            <a:custGeom>
              <a:avLst/>
              <a:gdLst>
                <a:gd name="T0" fmla="*/ 533 w 110"/>
                <a:gd name="T1" fmla="*/ 1551 h 74"/>
                <a:gd name="T2" fmla="*/ 1073 w 110"/>
                <a:gd name="T3" fmla="*/ 844 h 74"/>
                <a:gd name="T4" fmla="*/ 1736 w 110"/>
                <a:gd name="T5" fmla="*/ 37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74">
                  <a:moveTo>
                    <a:pt x="34" y="74"/>
                  </a:moveTo>
                  <a:cubicBezTo>
                    <a:pt x="0" y="66"/>
                    <a:pt x="39" y="10"/>
                    <a:pt x="68" y="40"/>
                  </a:cubicBezTo>
                  <a:cubicBezTo>
                    <a:pt x="53" y="18"/>
                    <a:pt x="95" y="0"/>
                    <a:pt x="110" y="1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1318">
              <a:extLst>
                <a:ext uri="{FF2B5EF4-FFF2-40B4-BE49-F238E27FC236}">
                  <a16:creationId xmlns:a16="http://schemas.microsoft.com/office/drawing/2014/main" id="{2694E61F-2056-47C4-8665-B33A0B428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725"/>
              <a:ext cx="236" cy="222"/>
            </a:xfrm>
            <a:custGeom>
              <a:avLst/>
              <a:gdLst>
                <a:gd name="T0" fmla="*/ 234 w 136"/>
                <a:gd name="T1" fmla="*/ 2601 h 120"/>
                <a:gd name="T2" fmla="*/ 1072 w 136"/>
                <a:gd name="T3" fmla="*/ 1534 h 120"/>
                <a:gd name="T4" fmla="*/ 2110 w 136"/>
                <a:gd name="T5" fmla="*/ 1064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20">
                  <a:moveTo>
                    <a:pt x="15" y="120"/>
                  </a:moveTo>
                  <a:cubicBezTo>
                    <a:pt x="0" y="96"/>
                    <a:pt x="45" y="63"/>
                    <a:pt x="68" y="71"/>
                  </a:cubicBezTo>
                  <a:cubicBezTo>
                    <a:pt x="46" y="61"/>
                    <a:pt x="136" y="0"/>
                    <a:pt x="134" y="4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1319">
              <a:extLst>
                <a:ext uri="{FF2B5EF4-FFF2-40B4-BE49-F238E27FC236}">
                  <a16:creationId xmlns:a16="http://schemas.microsoft.com/office/drawing/2014/main" id="{C731D27B-9867-462D-AD56-DBE420DD2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829"/>
              <a:ext cx="88" cy="92"/>
            </a:xfrm>
            <a:custGeom>
              <a:avLst/>
              <a:gdLst>
                <a:gd name="T0" fmla="*/ 721 w 51"/>
                <a:gd name="T1" fmla="*/ 1052 h 50"/>
                <a:gd name="T2" fmla="*/ 611 w 51"/>
                <a:gd name="T3" fmla="*/ 250 h 50"/>
                <a:gd name="T4" fmla="*/ 0 w 51"/>
                <a:gd name="T5" fmla="*/ 125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0">
                  <a:moveTo>
                    <a:pt x="47" y="50"/>
                  </a:moveTo>
                  <a:cubicBezTo>
                    <a:pt x="51" y="37"/>
                    <a:pt x="51" y="21"/>
                    <a:pt x="40" y="12"/>
                  </a:cubicBezTo>
                  <a:cubicBezTo>
                    <a:pt x="32" y="5"/>
                    <a:pt x="9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1320">
              <a:extLst>
                <a:ext uri="{FF2B5EF4-FFF2-40B4-BE49-F238E27FC236}">
                  <a16:creationId xmlns:a16="http://schemas.microsoft.com/office/drawing/2014/main" id="{E74A21FD-57A6-46C5-89E0-695E7D05D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93"/>
              <a:ext cx="170" cy="61"/>
            </a:xfrm>
            <a:custGeom>
              <a:avLst/>
              <a:gdLst>
                <a:gd name="T0" fmla="*/ 1540 w 98"/>
                <a:gd name="T1" fmla="*/ 0 h 33"/>
                <a:gd name="T2" fmla="*/ 767 w 98"/>
                <a:gd name="T3" fmla="*/ 327 h 33"/>
                <a:gd name="T4" fmla="*/ 618 w 98"/>
                <a:gd name="T5" fmla="*/ 327 h 33"/>
                <a:gd name="T6" fmla="*/ 427 w 98"/>
                <a:gd name="T7" fmla="*/ 499 h 33"/>
                <a:gd name="T8" fmla="*/ 0 w 98"/>
                <a:gd name="T9" fmla="*/ 512 h 33"/>
                <a:gd name="T10" fmla="*/ 406 w 98"/>
                <a:gd name="T11" fmla="*/ 664 h 33"/>
                <a:gd name="T12" fmla="*/ 595 w 98"/>
                <a:gd name="T13" fmla="*/ 564 h 33"/>
                <a:gd name="T14" fmla="*/ 788 w 98"/>
                <a:gd name="T15" fmla="*/ 479 h 33"/>
                <a:gd name="T16" fmla="*/ 1258 w 98"/>
                <a:gd name="T17" fmla="*/ 536 h 33"/>
                <a:gd name="T18" fmla="*/ 1514 w 98"/>
                <a:gd name="T19" fmla="*/ 105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33">
                  <a:moveTo>
                    <a:pt x="98" y="0"/>
                  </a:moveTo>
                  <a:cubicBezTo>
                    <a:pt x="90" y="20"/>
                    <a:pt x="67" y="23"/>
                    <a:pt x="49" y="15"/>
                  </a:cubicBezTo>
                  <a:cubicBezTo>
                    <a:pt x="42" y="12"/>
                    <a:pt x="47" y="11"/>
                    <a:pt x="39" y="15"/>
                  </a:cubicBezTo>
                  <a:cubicBezTo>
                    <a:pt x="35" y="16"/>
                    <a:pt x="32" y="21"/>
                    <a:pt x="27" y="23"/>
                  </a:cubicBezTo>
                  <a:cubicBezTo>
                    <a:pt x="21" y="26"/>
                    <a:pt x="7" y="29"/>
                    <a:pt x="0" y="24"/>
                  </a:cubicBezTo>
                  <a:cubicBezTo>
                    <a:pt x="7" y="32"/>
                    <a:pt x="16" y="33"/>
                    <a:pt x="26" y="31"/>
                  </a:cubicBezTo>
                  <a:cubicBezTo>
                    <a:pt x="31" y="30"/>
                    <a:pt x="34" y="29"/>
                    <a:pt x="38" y="26"/>
                  </a:cubicBezTo>
                  <a:cubicBezTo>
                    <a:pt x="45" y="22"/>
                    <a:pt x="42" y="20"/>
                    <a:pt x="50" y="22"/>
                  </a:cubicBezTo>
                  <a:cubicBezTo>
                    <a:pt x="60" y="24"/>
                    <a:pt x="69" y="29"/>
                    <a:pt x="80" y="25"/>
                  </a:cubicBezTo>
                  <a:cubicBezTo>
                    <a:pt x="88" y="22"/>
                    <a:pt x="94" y="12"/>
                    <a:pt x="96" y="5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1321">
              <a:extLst>
                <a:ext uri="{FF2B5EF4-FFF2-40B4-BE49-F238E27FC236}">
                  <a16:creationId xmlns:a16="http://schemas.microsoft.com/office/drawing/2014/main" id="{65E2B4C9-EFC3-4A6A-9500-1DC9A9FBC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320"/>
              <a:ext cx="92" cy="80"/>
            </a:xfrm>
            <a:custGeom>
              <a:avLst/>
              <a:gdLst>
                <a:gd name="T0" fmla="*/ 148 w 53"/>
                <a:gd name="T1" fmla="*/ 0 h 43"/>
                <a:gd name="T2" fmla="*/ 325 w 53"/>
                <a:gd name="T3" fmla="*/ 623 h 43"/>
                <a:gd name="T4" fmla="*/ 838 w 53"/>
                <a:gd name="T5" fmla="*/ 644 h 43"/>
                <a:gd name="T6" fmla="*/ 299 w 53"/>
                <a:gd name="T7" fmla="*/ 755 h 43"/>
                <a:gd name="T8" fmla="*/ 127 w 53"/>
                <a:gd name="T9" fmla="*/ 11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9" y="0"/>
                  </a:moveTo>
                  <a:cubicBezTo>
                    <a:pt x="0" y="8"/>
                    <a:pt x="14" y="24"/>
                    <a:pt x="21" y="28"/>
                  </a:cubicBezTo>
                  <a:cubicBezTo>
                    <a:pt x="33" y="35"/>
                    <a:pt x="41" y="30"/>
                    <a:pt x="53" y="29"/>
                  </a:cubicBezTo>
                  <a:cubicBezTo>
                    <a:pt x="51" y="43"/>
                    <a:pt x="26" y="38"/>
                    <a:pt x="19" y="34"/>
                  </a:cubicBezTo>
                  <a:cubicBezTo>
                    <a:pt x="7" y="27"/>
                    <a:pt x="8" y="17"/>
                    <a:pt x="8" y="5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1322">
              <a:extLst>
                <a:ext uri="{FF2B5EF4-FFF2-40B4-BE49-F238E27FC236}">
                  <a16:creationId xmlns:a16="http://schemas.microsoft.com/office/drawing/2014/main" id="{71D957F1-EA24-41DF-8DF2-BAC358B54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311"/>
              <a:ext cx="95" cy="79"/>
            </a:xfrm>
            <a:custGeom>
              <a:avLst/>
              <a:gdLst>
                <a:gd name="T0" fmla="*/ 0 w 55"/>
                <a:gd name="T1" fmla="*/ 423 h 43"/>
                <a:gd name="T2" fmla="*/ 820 w 55"/>
                <a:gd name="T3" fmla="*/ 0 h 43"/>
                <a:gd name="T4" fmla="*/ 62 w 55"/>
                <a:gd name="T5" fmla="*/ 54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3">
                  <a:moveTo>
                    <a:pt x="0" y="20"/>
                  </a:moveTo>
                  <a:cubicBezTo>
                    <a:pt x="15" y="43"/>
                    <a:pt x="45" y="14"/>
                    <a:pt x="53" y="0"/>
                  </a:cubicBezTo>
                  <a:cubicBezTo>
                    <a:pt x="55" y="21"/>
                    <a:pt x="20" y="38"/>
                    <a:pt x="4" y="26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1323">
              <a:extLst>
                <a:ext uri="{FF2B5EF4-FFF2-40B4-BE49-F238E27FC236}">
                  <a16:creationId xmlns:a16="http://schemas.microsoft.com/office/drawing/2014/main" id="{A8985AF2-E3B2-490A-98EB-D98B73E03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457"/>
              <a:ext cx="64" cy="53"/>
            </a:xfrm>
            <a:custGeom>
              <a:avLst/>
              <a:gdLst>
                <a:gd name="T0" fmla="*/ 62 w 37"/>
                <a:gd name="T1" fmla="*/ 472 h 29"/>
                <a:gd name="T2" fmla="*/ 526 w 37"/>
                <a:gd name="T3" fmla="*/ 590 h 29"/>
                <a:gd name="T4" fmla="*/ 419 w 37"/>
                <a:gd name="T5" fmla="*/ 80 h 29"/>
                <a:gd name="T6" fmla="*/ 83 w 37"/>
                <a:gd name="T7" fmla="*/ 36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9">
                  <a:moveTo>
                    <a:pt x="4" y="23"/>
                  </a:moveTo>
                  <a:cubicBezTo>
                    <a:pt x="0" y="9"/>
                    <a:pt x="37" y="0"/>
                    <a:pt x="34" y="29"/>
                  </a:cubicBezTo>
                  <a:cubicBezTo>
                    <a:pt x="37" y="22"/>
                    <a:pt x="35" y="8"/>
                    <a:pt x="27" y="4"/>
                  </a:cubicBezTo>
                  <a:cubicBezTo>
                    <a:pt x="17" y="0"/>
                    <a:pt x="9" y="12"/>
                    <a:pt x="5" y="18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1324">
              <a:extLst>
                <a:ext uri="{FF2B5EF4-FFF2-40B4-BE49-F238E27FC236}">
                  <a16:creationId xmlns:a16="http://schemas.microsoft.com/office/drawing/2014/main" id="{6845DA58-A922-4CA1-A585-51FE59B1B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34"/>
              <a:ext cx="206" cy="74"/>
            </a:xfrm>
            <a:custGeom>
              <a:avLst/>
              <a:gdLst>
                <a:gd name="T0" fmla="*/ 0 w 119"/>
                <a:gd name="T1" fmla="*/ 150 h 40"/>
                <a:gd name="T2" fmla="*/ 357 w 119"/>
                <a:gd name="T3" fmla="*/ 609 h 40"/>
                <a:gd name="T4" fmla="*/ 1021 w 119"/>
                <a:gd name="T5" fmla="*/ 564 h 40"/>
                <a:gd name="T6" fmla="*/ 1722 w 119"/>
                <a:gd name="T7" fmla="*/ 0 h 40"/>
                <a:gd name="T8" fmla="*/ 788 w 119"/>
                <a:gd name="T9" fmla="*/ 825 h 40"/>
                <a:gd name="T10" fmla="*/ 249 w 119"/>
                <a:gd name="T11" fmla="*/ 740 h 40"/>
                <a:gd name="T12" fmla="*/ 16 w 119"/>
                <a:gd name="T13" fmla="*/ 19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40">
                  <a:moveTo>
                    <a:pt x="0" y="7"/>
                  </a:moveTo>
                  <a:cubicBezTo>
                    <a:pt x="9" y="11"/>
                    <a:pt x="9" y="26"/>
                    <a:pt x="23" y="28"/>
                  </a:cubicBezTo>
                  <a:cubicBezTo>
                    <a:pt x="38" y="30"/>
                    <a:pt x="52" y="29"/>
                    <a:pt x="66" y="26"/>
                  </a:cubicBezTo>
                  <a:cubicBezTo>
                    <a:pt x="76" y="25"/>
                    <a:pt x="112" y="14"/>
                    <a:pt x="111" y="0"/>
                  </a:cubicBezTo>
                  <a:cubicBezTo>
                    <a:pt x="119" y="22"/>
                    <a:pt x="66" y="37"/>
                    <a:pt x="51" y="38"/>
                  </a:cubicBezTo>
                  <a:cubicBezTo>
                    <a:pt x="40" y="40"/>
                    <a:pt x="26" y="39"/>
                    <a:pt x="16" y="34"/>
                  </a:cubicBezTo>
                  <a:cubicBezTo>
                    <a:pt x="6" y="29"/>
                    <a:pt x="4" y="19"/>
                    <a:pt x="1" y="9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1325">
              <a:extLst>
                <a:ext uri="{FF2B5EF4-FFF2-40B4-BE49-F238E27FC236}">
                  <a16:creationId xmlns:a16="http://schemas.microsoft.com/office/drawing/2014/main" id="{FA3F6CC3-764C-4E85-95E3-A5B845F04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067"/>
              <a:ext cx="111" cy="67"/>
            </a:xfrm>
            <a:custGeom>
              <a:avLst/>
              <a:gdLst>
                <a:gd name="T0" fmla="*/ 0 w 64"/>
                <a:gd name="T1" fmla="*/ 419 h 36"/>
                <a:gd name="T2" fmla="*/ 553 w 64"/>
                <a:gd name="T3" fmla="*/ 808 h 36"/>
                <a:gd name="T4" fmla="*/ 1008 w 64"/>
                <a:gd name="T5" fmla="*/ 0 h 36"/>
                <a:gd name="T6" fmla="*/ 553 w 64"/>
                <a:gd name="T7" fmla="*/ 443 h 36"/>
                <a:gd name="T8" fmla="*/ 28 w 64"/>
                <a:gd name="T9" fmla="*/ 40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6">
                  <a:moveTo>
                    <a:pt x="0" y="19"/>
                  </a:moveTo>
                  <a:cubicBezTo>
                    <a:pt x="12" y="15"/>
                    <a:pt x="30" y="24"/>
                    <a:pt x="35" y="36"/>
                  </a:cubicBezTo>
                  <a:cubicBezTo>
                    <a:pt x="44" y="22"/>
                    <a:pt x="61" y="18"/>
                    <a:pt x="64" y="0"/>
                  </a:cubicBezTo>
                  <a:cubicBezTo>
                    <a:pt x="59" y="7"/>
                    <a:pt x="43" y="18"/>
                    <a:pt x="35" y="20"/>
                  </a:cubicBezTo>
                  <a:cubicBezTo>
                    <a:pt x="25" y="23"/>
                    <a:pt x="8" y="13"/>
                    <a:pt x="2" y="18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1326">
              <a:extLst>
                <a:ext uri="{FF2B5EF4-FFF2-40B4-BE49-F238E27FC236}">
                  <a16:creationId xmlns:a16="http://schemas.microsoft.com/office/drawing/2014/main" id="{96646440-BE64-42B4-A200-596405C71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916"/>
              <a:ext cx="166" cy="49"/>
            </a:xfrm>
            <a:custGeom>
              <a:avLst/>
              <a:gdLst>
                <a:gd name="T0" fmla="*/ 1459 w 96"/>
                <a:gd name="T1" fmla="*/ 263 h 27"/>
                <a:gd name="T2" fmla="*/ 616 w 96"/>
                <a:gd name="T3" fmla="*/ 0 h 27"/>
                <a:gd name="T4" fmla="*/ 0 w 96"/>
                <a:gd name="T5" fmla="*/ 263 h 27"/>
                <a:gd name="T6" fmla="*/ 377 w 96"/>
                <a:gd name="T7" fmla="*/ 388 h 27"/>
                <a:gd name="T8" fmla="*/ 512 w 96"/>
                <a:gd name="T9" fmla="*/ 316 h 27"/>
                <a:gd name="T10" fmla="*/ 680 w 96"/>
                <a:gd name="T11" fmla="*/ 316 h 27"/>
                <a:gd name="T12" fmla="*/ 1484 w 96"/>
                <a:gd name="T13" fmla="*/ 27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27">
                  <a:moveTo>
                    <a:pt x="94" y="13"/>
                  </a:moveTo>
                  <a:cubicBezTo>
                    <a:pt x="74" y="21"/>
                    <a:pt x="51" y="25"/>
                    <a:pt x="40" y="0"/>
                  </a:cubicBezTo>
                  <a:cubicBezTo>
                    <a:pt x="32" y="14"/>
                    <a:pt x="14" y="21"/>
                    <a:pt x="0" y="13"/>
                  </a:cubicBezTo>
                  <a:cubicBezTo>
                    <a:pt x="5" y="21"/>
                    <a:pt x="15" y="22"/>
                    <a:pt x="24" y="20"/>
                  </a:cubicBezTo>
                  <a:cubicBezTo>
                    <a:pt x="27" y="19"/>
                    <a:pt x="30" y="17"/>
                    <a:pt x="33" y="16"/>
                  </a:cubicBezTo>
                  <a:cubicBezTo>
                    <a:pt x="40" y="13"/>
                    <a:pt x="37" y="14"/>
                    <a:pt x="44" y="16"/>
                  </a:cubicBezTo>
                  <a:cubicBezTo>
                    <a:pt x="64" y="24"/>
                    <a:pt x="77" y="27"/>
                    <a:pt x="96" y="14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1327">
              <a:extLst>
                <a:ext uri="{FF2B5EF4-FFF2-40B4-BE49-F238E27FC236}">
                  <a16:creationId xmlns:a16="http://schemas.microsoft.com/office/drawing/2014/main" id="{88B2B44E-5578-4C54-A5CA-CE6824999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840"/>
              <a:ext cx="27" cy="33"/>
            </a:xfrm>
            <a:custGeom>
              <a:avLst/>
              <a:gdLst>
                <a:gd name="T0" fmla="*/ 203 w 16"/>
                <a:gd name="T1" fmla="*/ 68 h 18"/>
                <a:gd name="T2" fmla="*/ 24 w 16"/>
                <a:gd name="T3" fmla="*/ 376 h 18"/>
                <a:gd name="T4" fmla="*/ 223 w 16"/>
                <a:gd name="T5" fmla="*/ 8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5" y="3"/>
                  </a:moveTo>
                  <a:cubicBezTo>
                    <a:pt x="7" y="2"/>
                    <a:pt x="3" y="12"/>
                    <a:pt x="2" y="18"/>
                  </a:cubicBezTo>
                  <a:cubicBezTo>
                    <a:pt x="0" y="9"/>
                    <a:pt x="7" y="0"/>
                    <a:pt x="16" y="4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1328">
              <a:extLst>
                <a:ext uri="{FF2B5EF4-FFF2-40B4-BE49-F238E27FC236}">
                  <a16:creationId xmlns:a16="http://schemas.microsoft.com/office/drawing/2014/main" id="{2A8670D6-4163-43DC-BB06-417BAE73A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51"/>
              <a:ext cx="111" cy="93"/>
            </a:xfrm>
            <a:custGeom>
              <a:avLst/>
              <a:gdLst>
                <a:gd name="T0" fmla="*/ 0 w 64"/>
                <a:gd name="T1" fmla="*/ 644 h 50"/>
                <a:gd name="T2" fmla="*/ 532 w 64"/>
                <a:gd name="T3" fmla="*/ 69 h 50"/>
                <a:gd name="T4" fmla="*/ 1008 w 64"/>
                <a:gd name="T5" fmla="*/ 0 h 50"/>
                <a:gd name="T6" fmla="*/ 617 w 64"/>
                <a:gd name="T7" fmla="*/ 225 h 50"/>
                <a:gd name="T8" fmla="*/ 427 w 64"/>
                <a:gd name="T9" fmla="*/ 906 h 50"/>
                <a:gd name="T10" fmla="*/ 234 w 64"/>
                <a:gd name="T11" fmla="*/ 1086 h 50"/>
                <a:gd name="T12" fmla="*/ 85 w 64"/>
                <a:gd name="T13" fmla="*/ 75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50">
                  <a:moveTo>
                    <a:pt x="0" y="29"/>
                  </a:moveTo>
                  <a:cubicBezTo>
                    <a:pt x="17" y="37"/>
                    <a:pt x="36" y="21"/>
                    <a:pt x="34" y="3"/>
                  </a:cubicBezTo>
                  <a:cubicBezTo>
                    <a:pt x="43" y="8"/>
                    <a:pt x="55" y="6"/>
                    <a:pt x="64" y="0"/>
                  </a:cubicBezTo>
                  <a:cubicBezTo>
                    <a:pt x="64" y="9"/>
                    <a:pt x="46" y="15"/>
                    <a:pt x="39" y="10"/>
                  </a:cubicBezTo>
                  <a:cubicBezTo>
                    <a:pt x="38" y="20"/>
                    <a:pt x="34" y="33"/>
                    <a:pt x="27" y="41"/>
                  </a:cubicBezTo>
                  <a:cubicBezTo>
                    <a:pt x="25" y="43"/>
                    <a:pt x="18" y="50"/>
                    <a:pt x="15" y="49"/>
                  </a:cubicBezTo>
                  <a:cubicBezTo>
                    <a:pt x="14" y="49"/>
                    <a:pt x="6" y="35"/>
                    <a:pt x="5" y="34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1329">
              <a:extLst>
                <a:ext uri="{FF2B5EF4-FFF2-40B4-BE49-F238E27FC236}">
                  <a16:creationId xmlns:a16="http://schemas.microsoft.com/office/drawing/2014/main" id="{B49FC7A4-C620-45D0-B599-29FE86ADA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113"/>
              <a:ext cx="55" cy="85"/>
            </a:xfrm>
            <a:custGeom>
              <a:avLst/>
              <a:gdLst>
                <a:gd name="T0" fmla="*/ 0 w 32"/>
                <a:gd name="T1" fmla="*/ 841 h 46"/>
                <a:gd name="T2" fmla="*/ 461 w 32"/>
                <a:gd name="T3" fmla="*/ 0 h 46"/>
                <a:gd name="T4" fmla="*/ 375 w 32"/>
                <a:gd name="T5" fmla="*/ 662 h 46"/>
                <a:gd name="T6" fmla="*/ 86 w 32"/>
                <a:gd name="T7" fmla="*/ 990 h 46"/>
                <a:gd name="T8" fmla="*/ 15 w 32"/>
                <a:gd name="T9" fmla="*/ 88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6">
                  <a:moveTo>
                    <a:pt x="0" y="39"/>
                  </a:moveTo>
                  <a:cubicBezTo>
                    <a:pt x="21" y="38"/>
                    <a:pt x="32" y="18"/>
                    <a:pt x="31" y="0"/>
                  </a:cubicBezTo>
                  <a:cubicBezTo>
                    <a:pt x="31" y="12"/>
                    <a:pt x="32" y="21"/>
                    <a:pt x="25" y="31"/>
                  </a:cubicBezTo>
                  <a:cubicBezTo>
                    <a:pt x="20" y="38"/>
                    <a:pt x="14" y="41"/>
                    <a:pt x="6" y="46"/>
                  </a:cubicBezTo>
                  <a:cubicBezTo>
                    <a:pt x="4" y="44"/>
                    <a:pt x="2" y="42"/>
                    <a:pt x="1" y="41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1330">
              <a:extLst>
                <a:ext uri="{FF2B5EF4-FFF2-40B4-BE49-F238E27FC236}">
                  <a16:creationId xmlns:a16="http://schemas.microsoft.com/office/drawing/2014/main" id="{62A88F87-690E-4DC0-B7F4-2673415C4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054"/>
              <a:ext cx="69" cy="39"/>
            </a:xfrm>
            <a:custGeom>
              <a:avLst/>
              <a:gdLst>
                <a:gd name="T0" fmla="*/ 0 w 40"/>
                <a:gd name="T1" fmla="*/ 462 h 21"/>
                <a:gd name="T2" fmla="*/ 611 w 40"/>
                <a:gd name="T3" fmla="*/ 306 h 21"/>
                <a:gd name="T4" fmla="*/ 143 w 40"/>
                <a:gd name="T5" fmla="*/ 0 h 21"/>
                <a:gd name="T6" fmla="*/ 62 w 40"/>
                <a:gd name="T7" fmla="*/ 33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cubicBezTo>
                    <a:pt x="10" y="12"/>
                    <a:pt x="28" y="8"/>
                    <a:pt x="40" y="14"/>
                  </a:cubicBezTo>
                  <a:cubicBezTo>
                    <a:pt x="31" y="6"/>
                    <a:pt x="21" y="0"/>
                    <a:pt x="9" y="0"/>
                  </a:cubicBezTo>
                  <a:cubicBezTo>
                    <a:pt x="7" y="5"/>
                    <a:pt x="7" y="10"/>
                    <a:pt x="4" y="15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1331">
              <a:extLst>
                <a:ext uri="{FF2B5EF4-FFF2-40B4-BE49-F238E27FC236}">
                  <a16:creationId xmlns:a16="http://schemas.microsoft.com/office/drawing/2014/main" id="{35280B77-DE04-4D77-AEBB-0FB822EAA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671"/>
              <a:ext cx="83" cy="35"/>
            </a:xfrm>
            <a:custGeom>
              <a:avLst/>
              <a:gdLst>
                <a:gd name="T0" fmla="*/ 0 w 48"/>
                <a:gd name="T1" fmla="*/ 149 h 19"/>
                <a:gd name="T2" fmla="*/ 745 w 48"/>
                <a:gd name="T3" fmla="*/ 0 h 19"/>
                <a:gd name="T4" fmla="*/ 107 w 48"/>
                <a:gd name="T5" fmla="*/ 25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9">
                  <a:moveTo>
                    <a:pt x="0" y="7"/>
                  </a:moveTo>
                  <a:cubicBezTo>
                    <a:pt x="16" y="12"/>
                    <a:pt x="35" y="13"/>
                    <a:pt x="48" y="0"/>
                  </a:cubicBezTo>
                  <a:cubicBezTo>
                    <a:pt x="39" y="19"/>
                    <a:pt x="25" y="17"/>
                    <a:pt x="7" y="12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1332">
              <a:extLst>
                <a:ext uri="{FF2B5EF4-FFF2-40B4-BE49-F238E27FC236}">
                  <a16:creationId xmlns:a16="http://schemas.microsoft.com/office/drawing/2014/main" id="{5D61D593-41E8-4A7B-99C9-6B94AC77B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605"/>
              <a:ext cx="85" cy="33"/>
            </a:xfrm>
            <a:custGeom>
              <a:avLst/>
              <a:gdLst>
                <a:gd name="T0" fmla="*/ 0 w 49"/>
                <a:gd name="T1" fmla="*/ 105 h 18"/>
                <a:gd name="T2" fmla="*/ 427 w 49"/>
                <a:gd name="T3" fmla="*/ 376 h 18"/>
                <a:gd name="T4" fmla="*/ 767 w 49"/>
                <a:gd name="T5" fmla="*/ 0 h 18"/>
                <a:gd name="T6" fmla="*/ 85 w 49"/>
                <a:gd name="T7" fmla="*/ 17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8">
                  <a:moveTo>
                    <a:pt x="0" y="5"/>
                  </a:moveTo>
                  <a:cubicBezTo>
                    <a:pt x="8" y="12"/>
                    <a:pt x="17" y="18"/>
                    <a:pt x="27" y="18"/>
                  </a:cubicBezTo>
                  <a:cubicBezTo>
                    <a:pt x="36" y="17"/>
                    <a:pt x="47" y="8"/>
                    <a:pt x="49" y="0"/>
                  </a:cubicBezTo>
                  <a:cubicBezTo>
                    <a:pt x="39" y="5"/>
                    <a:pt x="16" y="18"/>
                    <a:pt x="5" y="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1333">
              <a:extLst>
                <a:ext uri="{FF2B5EF4-FFF2-40B4-BE49-F238E27FC236}">
                  <a16:creationId xmlns:a16="http://schemas.microsoft.com/office/drawing/2014/main" id="{D5C970F8-DC1E-4568-9CD4-EA3A11A07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516"/>
              <a:ext cx="85" cy="41"/>
            </a:xfrm>
            <a:custGeom>
              <a:avLst/>
              <a:gdLst>
                <a:gd name="T0" fmla="*/ 0 w 49"/>
                <a:gd name="T1" fmla="*/ 0 h 22"/>
                <a:gd name="T2" fmla="*/ 767 w 49"/>
                <a:gd name="T3" fmla="*/ 112 h 22"/>
                <a:gd name="T4" fmla="*/ 49 w 49"/>
                <a:gd name="T5" fmla="*/ 4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0"/>
                  </a:moveTo>
                  <a:cubicBezTo>
                    <a:pt x="8" y="22"/>
                    <a:pt x="35" y="19"/>
                    <a:pt x="49" y="5"/>
                  </a:cubicBezTo>
                  <a:cubicBezTo>
                    <a:pt x="35" y="9"/>
                    <a:pt x="14" y="17"/>
                    <a:pt x="3" y="2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1334">
              <a:extLst>
                <a:ext uri="{FF2B5EF4-FFF2-40B4-BE49-F238E27FC236}">
                  <a16:creationId xmlns:a16="http://schemas.microsoft.com/office/drawing/2014/main" id="{B81F5973-4FC5-4C41-BBD9-F29D8342A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507"/>
              <a:ext cx="127" cy="59"/>
            </a:xfrm>
            <a:custGeom>
              <a:avLst/>
              <a:gdLst>
                <a:gd name="T0" fmla="*/ 1162 w 73"/>
                <a:gd name="T1" fmla="*/ 149 h 32"/>
                <a:gd name="T2" fmla="*/ 778 w 73"/>
                <a:gd name="T3" fmla="*/ 0 h 32"/>
                <a:gd name="T4" fmla="*/ 458 w 73"/>
                <a:gd name="T5" fmla="*/ 476 h 32"/>
                <a:gd name="T6" fmla="*/ 0 w 73"/>
                <a:gd name="T7" fmla="*/ 326 h 32"/>
                <a:gd name="T8" fmla="*/ 578 w 73"/>
                <a:gd name="T9" fmla="*/ 533 h 32"/>
                <a:gd name="T10" fmla="*/ 842 w 73"/>
                <a:gd name="T11" fmla="*/ 302 h 32"/>
                <a:gd name="T12" fmla="*/ 1145 w 73"/>
                <a:gd name="T13" fmla="*/ 17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32">
                  <a:moveTo>
                    <a:pt x="73" y="7"/>
                  </a:moveTo>
                  <a:cubicBezTo>
                    <a:pt x="63" y="13"/>
                    <a:pt x="51" y="12"/>
                    <a:pt x="49" y="0"/>
                  </a:cubicBezTo>
                  <a:cubicBezTo>
                    <a:pt x="45" y="8"/>
                    <a:pt x="39" y="18"/>
                    <a:pt x="29" y="22"/>
                  </a:cubicBezTo>
                  <a:cubicBezTo>
                    <a:pt x="21" y="25"/>
                    <a:pt x="4" y="23"/>
                    <a:pt x="0" y="15"/>
                  </a:cubicBezTo>
                  <a:cubicBezTo>
                    <a:pt x="11" y="23"/>
                    <a:pt x="22" y="32"/>
                    <a:pt x="36" y="25"/>
                  </a:cubicBezTo>
                  <a:cubicBezTo>
                    <a:pt x="42" y="22"/>
                    <a:pt x="46" y="15"/>
                    <a:pt x="53" y="14"/>
                  </a:cubicBezTo>
                  <a:cubicBezTo>
                    <a:pt x="61" y="12"/>
                    <a:pt x="66" y="15"/>
                    <a:pt x="72" y="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1335">
              <a:extLst>
                <a:ext uri="{FF2B5EF4-FFF2-40B4-BE49-F238E27FC236}">
                  <a16:creationId xmlns:a16="http://schemas.microsoft.com/office/drawing/2014/main" id="{523B8D79-354A-4A92-AD3B-A741E9232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534"/>
              <a:ext cx="61" cy="67"/>
            </a:xfrm>
            <a:custGeom>
              <a:avLst/>
              <a:gdLst>
                <a:gd name="T0" fmla="*/ 0 w 35"/>
                <a:gd name="T1" fmla="*/ 208 h 36"/>
                <a:gd name="T2" fmla="*/ 385 w 35"/>
                <a:gd name="T3" fmla="*/ 290 h 36"/>
                <a:gd name="T4" fmla="*/ 519 w 35"/>
                <a:gd name="T5" fmla="*/ 808 h 36"/>
                <a:gd name="T6" fmla="*/ 471 w 35"/>
                <a:gd name="T7" fmla="*/ 262 h 36"/>
                <a:gd name="T8" fmla="*/ 85 w 35"/>
                <a:gd name="T9" fmla="*/ 0 h 36"/>
                <a:gd name="T10" fmla="*/ 0 w 35"/>
                <a:gd name="T11" fmla="*/ 18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6">
                  <a:moveTo>
                    <a:pt x="0" y="9"/>
                  </a:moveTo>
                  <a:cubicBezTo>
                    <a:pt x="8" y="11"/>
                    <a:pt x="16" y="8"/>
                    <a:pt x="24" y="13"/>
                  </a:cubicBezTo>
                  <a:cubicBezTo>
                    <a:pt x="31" y="18"/>
                    <a:pt x="34" y="28"/>
                    <a:pt x="32" y="36"/>
                  </a:cubicBezTo>
                  <a:cubicBezTo>
                    <a:pt x="32" y="27"/>
                    <a:pt x="35" y="20"/>
                    <a:pt x="29" y="12"/>
                  </a:cubicBezTo>
                  <a:cubicBezTo>
                    <a:pt x="25" y="6"/>
                    <a:pt x="12" y="1"/>
                    <a:pt x="5" y="0"/>
                  </a:cubicBez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1336">
              <a:extLst>
                <a:ext uri="{FF2B5EF4-FFF2-40B4-BE49-F238E27FC236}">
                  <a16:creationId xmlns:a16="http://schemas.microsoft.com/office/drawing/2014/main" id="{3BE31157-7AAE-4EB9-A68A-E8E4B8C56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36"/>
              <a:ext cx="99" cy="100"/>
            </a:xfrm>
            <a:custGeom>
              <a:avLst/>
              <a:gdLst>
                <a:gd name="T0" fmla="*/ 0 w 57"/>
                <a:gd name="T1" fmla="*/ 411 h 54"/>
                <a:gd name="T2" fmla="*/ 646 w 57"/>
                <a:gd name="T3" fmla="*/ 363 h 54"/>
                <a:gd name="T4" fmla="*/ 667 w 57"/>
                <a:gd name="T5" fmla="*/ 1176 h 54"/>
                <a:gd name="T6" fmla="*/ 570 w 57"/>
                <a:gd name="T7" fmla="*/ 387 h 54"/>
                <a:gd name="T8" fmla="*/ 49 w 57"/>
                <a:gd name="T9" fmla="*/ 38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4">
                  <a:moveTo>
                    <a:pt x="0" y="19"/>
                  </a:moveTo>
                  <a:cubicBezTo>
                    <a:pt x="14" y="6"/>
                    <a:pt x="27" y="0"/>
                    <a:pt x="41" y="17"/>
                  </a:cubicBezTo>
                  <a:cubicBezTo>
                    <a:pt x="50" y="27"/>
                    <a:pt x="57" y="46"/>
                    <a:pt x="42" y="54"/>
                  </a:cubicBezTo>
                  <a:cubicBezTo>
                    <a:pt x="44" y="41"/>
                    <a:pt x="46" y="28"/>
                    <a:pt x="36" y="18"/>
                  </a:cubicBezTo>
                  <a:cubicBezTo>
                    <a:pt x="29" y="11"/>
                    <a:pt x="6" y="5"/>
                    <a:pt x="3" y="1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1337">
              <a:extLst>
                <a:ext uri="{FF2B5EF4-FFF2-40B4-BE49-F238E27FC236}">
                  <a16:creationId xmlns:a16="http://schemas.microsoft.com/office/drawing/2014/main" id="{A5EC0C2B-1299-42E5-AD64-6DAB51C28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714"/>
              <a:ext cx="69" cy="87"/>
            </a:xfrm>
            <a:custGeom>
              <a:avLst/>
              <a:gdLst>
                <a:gd name="T0" fmla="*/ 122 w 40"/>
                <a:gd name="T1" fmla="*/ 0 h 47"/>
                <a:gd name="T2" fmla="*/ 185 w 40"/>
                <a:gd name="T3" fmla="*/ 661 h 47"/>
                <a:gd name="T4" fmla="*/ 611 w 40"/>
                <a:gd name="T5" fmla="*/ 914 h 47"/>
                <a:gd name="T6" fmla="*/ 122 w 40"/>
                <a:gd name="T7" fmla="*/ 661 h 47"/>
                <a:gd name="T8" fmla="*/ 107 w 40"/>
                <a:gd name="T9" fmla="*/ 2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7">
                  <a:moveTo>
                    <a:pt x="8" y="0"/>
                  </a:moveTo>
                  <a:cubicBezTo>
                    <a:pt x="0" y="8"/>
                    <a:pt x="7" y="23"/>
                    <a:pt x="12" y="30"/>
                  </a:cubicBezTo>
                  <a:cubicBezTo>
                    <a:pt x="18" y="37"/>
                    <a:pt x="30" y="46"/>
                    <a:pt x="40" y="42"/>
                  </a:cubicBezTo>
                  <a:cubicBezTo>
                    <a:pt x="30" y="47"/>
                    <a:pt x="14" y="39"/>
                    <a:pt x="8" y="30"/>
                  </a:cubicBezTo>
                  <a:cubicBezTo>
                    <a:pt x="2" y="22"/>
                    <a:pt x="4" y="10"/>
                    <a:pt x="7" y="1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1338">
              <a:extLst>
                <a:ext uri="{FF2B5EF4-FFF2-40B4-BE49-F238E27FC236}">
                  <a16:creationId xmlns:a16="http://schemas.microsoft.com/office/drawing/2014/main" id="{CCFD7413-F249-4A0E-B751-AC28BEBFD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701"/>
              <a:ext cx="50" cy="85"/>
            </a:xfrm>
            <a:custGeom>
              <a:avLst/>
              <a:gdLst>
                <a:gd name="T0" fmla="*/ 303 w 29"/>
                <a:gd name="T1" fmla="*/ 0 h 46"/>
                <a:gd name="T2" fmla="*/ 291 w 29"/>
                <a:gd name="T3" fmla="*/ 580 h 46"/>
                <a:gd name="T4" fmla="*/ 0 w 29"/>
                <a:gd name="T5" fmla="*/ 909 h 46"/>
                <a:gd name="T6" fmla="*/ 247 w 29"/>
                <a:gd name="T7" fmla="*/ 841 h 46"/>
                <a:gd name="T8" fmla="*/ 440 w 29"/>
                <a:gd name="T9" fmla="*/ 990 h 46"/>
                <a:gd name="T10" fmla="*/ 353 w 29"/>
                <a:gd name="T11" fmla="*/ 813 h 46"/>
                <a:gd name="T12" fmla="*/ 362 w 29"/>
                <a:gd name="T13" fmla="*/ 536 h 46"/>
                <a:gd name="T14" fmla="*/ 398 w 29"/>
                <a:gd name="T15" fmla="*/ 277 h 46"/>
                <a:gd name="T16" fmla="*/ 317 w 29"/>
                <a:gd name="T17" fmla="*/ 24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6">
                  <a:moveTo>
                    <a:pt x="20" y="0"/>
                  </a:moveTo>
                  <a:cubicBezTo>
                    <a:pt x="23" y="10"/>
                    <a:pt x="26" y="18"/>
                    <a:pt x="19" y="27"/>
                  </a:cubicBezTo>
                  <a:cubicBezTo>
                    <a:pt x="14" y="34"/>
                    <a:pt x="7" y="38"/>
                    <a:pt x="0" y="42"/>
                  </a:cubicBezTo>
                  <a:cubicBezTo>
                    <a:pt x="6" y="42"/>
                    <a:pt x="10" y="38"/>
                    <a:pt x="16" y="39"/>
                  </a:cubicBezTo>
                  <a:cubicBezTo>
                    <a:pt x="23" y="40"/>
                    <a:pt x="24" y="43"/>
                    <a:pt x="29" y="46"/>
                  </a:cubicBezTo>
                  <a:cubicBezTo>
                    <a:pt x="27" y="43"/>
                    <a:pt x="25" y="40"/>
                    <a:pt x="23" y="38"/>
                  </a:cubicBezTo>
                  <a:cubicBezTo>
                    <a:pt x="20" y="34"/>
                    <a:pt x="22" y="31"/>
                    <a:pt x="24" y="25"/>
                  </a:cubicBezTo>
                  <a:cubicBezTo>
                    <a:pt x="25" y="21"/>
                    <a:pt x="27" y="18"/>
                    <a:pt x="26" y="13"/>
                  </a:cubicBezTo>
                  <a:cubicBezTo>
                    <a:pt x="26" y="9"/>
                    <a:pt x="22" y="6"/>
                    <a:pt x="21" y="1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1339">
              <a:extLst>
                <a:ext uri="{FF2B5EF4-FFF2-40B4-BE49-F238E27FC236}">
                  <a16:creationId xmlns:a16="http://schemas.microsoft.com/office/drawing/2014/main" id="{4BA86154-A7BA-4FF4-BEFE-C280EE880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864"/>
              <a:ext cx="83" cy="83"/>
            </a:xfrm>
            <a:custGeom>
              <a:avLst/>
              <a:gdLst>
                <a:gd name="T0" fmla="*/ 233 w 48"/>
                <a:gd name="T1" fmla="*/ 125 h 45"/>
                <a:gd name="T2" fmla="*/ 278 w 48"/>
                <a:gd name="T3" fmla="*/ 579 h 45"/>
                <a:gd name="T4" fmla="*/ 0 w 48"/>
                <a:gd name="T5" fmla="*/ 959 h 45"/>
                <a:gd name="T6" fmla="*/ 377 w 48"/>
                <a:gd name="T7" fmla="*/ 476 h 45"/>
                <a:gd name="T8" fmla="*/ 481 w 48"/>
                <a:gd name="T9" fmla="*/ 258 h 45"/>
                <a:gd name="T10" fmla="*/ 745 w 48"/>
                <a:gd name="T11" fmla="*/ 0 h 45"/>
                <a:gd name="T12" fmla="*/ 431 w 48"/>
                <a:gd name="T13" fmla="*/ 194 h 45"/>
                <a:gd name="T14" fmla="*/ 233 w 48"/>
                <a:gd name="T15" fmla="*/ 125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5">
                  <a:moveTo>
                    <a:pt x="15" y="6"/>
                  </a:moveTo>
                  <a:cubicBezTo>
                    <a:pt x="20" y="4"/>
                    <a:pt x="19" y="23"/>
                    <a:pt x="18" y="27"/>
                  </a:cubicBezTo>
                  <a:cubicBezTo>
                    <a:pt x="15" y="33"/>
                    <a:pt x="6" y="42"/>
                    <a:pt x="0" y="45"/>
                  </a:cubicBezTo>
                  <a:cubicBezTo>
                    <a:pt x="11" y="41"/>
                    <a:pt x="18" y="31"/>
                    <a:pt x="24" y="22"/>
                  </a:cubicBezTo>
                  <a:cubicBezTo>
                    <a:pt x="26" y="18"/>
                    <a:pt x="28" y="15"/>
                    <a:pt x="31" y="12"/>
                  </a:cubicBezTo>
                  <a:cubicBezTo>
                    <a:pt x="36" y="7"/>
                    <a:pt x="43" y="5"/>
                    <a:pt x="48" y="0"/>
                  </a:cubicBezTo>
                  <a:cubicBezTo>
                    <a:pt x="42" y="3"/>
                    <a:pt x="35" y="7"/>
                    <a:pt x="28" y="9"/>
                  </a:cubicBezTo>
                  <a:cubicBezTo>
                    <a:pt x="22" y="10"/>
                    <a:pt x="21" y="7"/>
                    <a:pt x="15" y="6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1340">
              <a:extLst>
                <a:ext uri="{FF2B5EF4-FFF2-40B4-BE49-F238E27FC236}">
                  <a16:creationId xmlns:a16="http://schemas.microsoft.com/office/drawing/2014/main" id="{7C9F75DA-9709-43B6-A33D-6E09376AB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718"/>
              <a:ext cx="49" cy="40"/>
            </a:xfrm>
            <a:custGeom>
              <a:avLst/>
              <a:gdLst>
                <a:gd name="T0" fmla="*/ 0 w 28"/>
                <a:gd name="T1" fmla="*/ 440 h 22"/>
                <a:gd name="T2" fmla="*/ 236 w 28"/>
                <a:gd name="T3" fmla="*/ 318 h 22"/>
                <a:gd name="T4" fmla="*/ 399 w 28"/>
                <a:gd name="T5" fmla="*/ 391 h 22"/>
                <a:gd name="T6" fmla="*/ 462 w 28"/>
                <a:gd name="T7" fmla="*/ 0 h 22"/>
                <a:gd name="T8" fmla="*/ 49 w 28"/>
                <a:gd name="T9" fmla="*/ 33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2">
                  <a:moveTo>
                    <a:pt x="0" y="22"/>
                  </a:moveTo>
                  <a:cubicBezTo>
                    <a:pt x="3" y="17"/>
                    <a:pt x="9" y="16"/>
                    <a:pt x="14" y="16"/>
                  </a:cubicBezTo>
                  <a:cubicBezTo>
                    <a:pt x="19" y="16"/>
                    <a:pt x="20" y="19"/>
                    <a:pt x="24" y="20"/>
                  </a:cubicBezTo>
                  <a:cubicBezTo>
                    <a:pt x="20" y="13"/>
                    <a:pt x="23" y="4"/>
                    <a:pt x="28" y="0"/>
                  </a:cubicBezTo>
                  <a:cubicBezTo>
                    <a:pt x="18" y="2"/>
                    <a:pt x="13" y="12"/>
                    <a:pt x="3" y="17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1341">
              <a:extLst>
                <a:ext uri="{FF2B5EF4-FFF2-40B4-BE49-F238E27FC236}">
                  <a16:creationId xmlns:a16="http://schemas.microsoft.com/office/drawing/2014/main" id="{0328D821-3280-4CAA-9718-B2D3C3FB9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862"/>
              <a:ext cx="37" cy="72"/>
            </a:xfrm>
            <a:custGeom>
              <a:avLst/>
              <a:gdLst>
                <a:gd name="T0" fmla="*/ 174 w 21"/>
                <a:gd name="T1" fmla="*/ 0 h 39"/>
                <a:gd name="T2" fmla="*/ 358 w 21"/>
                <a:gd name="T3" fmla="*/ 386 h 39"/>
                <a:gd name="T4" fmla="*/ 338 w 21"/>
                <a:gd name="T5" fmla="*/ 410 h 39"/>
                <a:gd name="T6" fmla="*/ 268 w 21"/>
                <a:gd name="T7" fmla="*/ 729 h 39"/>
                <a:gd name="T8" fmla="*/ 0 w 21"/>
                <a:gd name="T9" fmla="*/ 810 h 39"/>
                <a:gd name="T10" fmla="*/ 268 w 21"/>
                <a:gd name="T11" fmla="*/ 511 h 39"/>
                <a:gd name="T12" fmla="*/ 224 w 21"/>
                <a:gd name="T13" fmla="*/ 277 h 39"/>
                <a:gd name="T14" fmla="*/ 180 w 21"/>
                <a:gd name="T15" fmla="*/ 44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9">
                  <a:moveTo>
                    <a:pt x="10" y="0"/>
                  </a:moveTo>
                  <a:cubicBezTo>
                    <a:pt x="15" y="6"/>
                    <a:pt x="15" y="14"/>
                    <a:pt x="21" y="18"/>
                  </a:cubicBezTo>
                  <a:cubicBezTo>
                    <a:pt x="21" y="18"/>
                    <a:pt x="20" y="18"/>
                    <a:pt x="20" y="19"/>
                  </a:cubicBezTo>
                  <a:cubicBezTo>
                    <a:pt x="18" y="24"/>
                    <a:pt x="20" y="29"/>
                    <a:pt x="16" y="34"/>
                  </a:cubicBezTo>
                  <a:cubicBezTo>
                    <a:pt x="12" y="39"/>
                    <a:pt x="6" y="39"/>
                    <a:pt x="0" y="38"/>
                  </a:cubicBezTo>
                  <a:cubicBezTo>
                    <a:pt x="7" y="37"/>
                    <a:pt x="15" y="33"/>
                    <a:pt x="16" y="24"/>
                  </a:cubicBezTo>
                  <a:cubicBezTo>
                    <a:pt x="16" y="20"/>
                    <a:pt x="14" y="17"/>
                    <a:pt x="13" y="13"/>
                  </a:cubicBezTo>
                  <a:cubicBezTo>
                    <a:pt x="12" y="9"/>
                    <a:pt x="12" y="6"/>
                    <a:pt x="11" y="2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1342">
              <a:extLst>
                <a:ext uri="{FF2B5EF4-FFF2-40B4-BE49-F238E27FC236}">
                  <a16:creationId xmlns:a16="http://schemas.microsoft.com/office/drawing/2014/main" id="{77EC5C6E-30DC-44A1-A626-18E71FF9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002"/>
              <a:ext cx="29" cy="54"/>
            </a:xfrm>
            <a:custGeom>
              <a:avLst/>
              <a:gdLst>
                <a:gd name="T0" fmla="*/ 0 w 17"/>
                <a:gd name="T1" fmla="*/ 264 h 29"/>
                <a:gd name="T2" fmla="*/ 169 w 17"/>
                <a:gd name="T3" fmla="*/ 471 h 29"/>
                <a:gd name="T4" fmla="*/ 218 w 17"/>
                <a:gd name="T5" fmla="*/ 0 h 29"/>
                <a:gd name="T6" fmla="*/ 26 w 17"/>
                <a:gd name="T7" fmla="*/ 30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0" y="12"/>
                  </a:moveTo>
                  <a:cubicBezTo>
                    <a:pt x="3" y="17"/>
                    <a:pt x="6" y="29"/>
                    <a:pt x="12" y="21"/>
                  </a:cubicBezTo>
                  <a:cubicBezTo>
                    <a:pt x="15" y="17"/>
                    <a:pt x="17" y="5"/>
                    <a:pt x="15" y="0"/>
                  </a:cubicBezTo>
                  <a:cubicBezTo>
                    <a:pt x="15" y="4"/>
                    <a:pt x="8" y="27"/>
                    <a:pt x="2" y="14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1343">
              <a:extLst>
                <a:ext uri="{FF2B5EF4-FFF2-40B4-BE49-F238E27FC236}">
                  <a16:creationId xmlns:a16="http://schemas.microsoft.com/office/drawing/2014/main" id="{5A08A664-D436-441E-8CED-FAE60F5C3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189"/>
              <a:ext cx="56" cy="24"/>
            </a:xfrm>
            <a:custGeom>
              <a:avLst/>
              <a:gdLst>
                <a:gd name="T0" fmla="*/ 413 w 32"/>
                <a:gd name="T1" fmla="*/ 68 h 13"/>
                <a:gd name="T2" fmla="*/ 0 w 32"/>
                <a:gd name="T3" fmla="*/ 0 h 13"/>
                <a:gd name="T4" fmla="*/ 527 w 32"/>
                <a:gd name="T5" fmla="*/ 150 h 13"/>
                <a:gd name="T6" fmla="*/ 436 w 32"/>
                <a:gd name="T7" fmla="*/ 6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3">
                  <a:moveTo>
                    <a:pt x="25" y="3"/>
                  </a:moveTo>
                  <a:cubicBezTo>
                    <a:pt x="18" y="3"/>
                    <a:pt x="7" y="5"/>
                    <a:pt x="0" y="0"/>
                  </a:cubicBezTo>
                  <a:cubicBezTo>
                    <a:pt x="6" y="8"/>
                    <a:pt x="23" y="13"/>
                    <a:pt x="32" y="7"/>
                  </a:cubicBezTo>
                  <a:cubicBezTo>
                    <a:pt x="31" y="5"/>
                    <a:pt x="29" y="4"/>
                    <a:pt x="26" y="3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1344">
              <a:extLst>
                <a:ext uri="{FF2B5EF4-FFF2-40B4-BE49-F238E27FC236}">
                  <a16:creationId xmlns:a16="http://schemas.microsoft.com/office/drawing/2014/main" id="{CB2A753E-82CA-402F-A89A-8D07743F7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254"/>
              <a:ext cx="43" cy="35"/>
            </a:xfrm>
            <a:custGeom>
              <a:avLst/>
              <a:gdLst>
                <a:gd name="T0" fmla="*/ 45 w 25"/>
                <a:gd name="T1" fmla="*/ 400 h 19"/>
                <a:gd name="T2" fmla="*/ 375 w 25"/>
                <a:gd name="T3" fmla="*/ 68 h 19"/>
                <a:gd name="T4" fmla="*/ 122 w 25"/>
                <a:gd name="T5" fmla="*/ 105 h 19"/>
                <a:gd name="T6" fmla="*/ 0 w 25"/>
                <a:gd name="T7" fmla="*/ 35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9">
                  <a:moveTo>
                    <a:pt x="3" y="19"/>
                  </a:moveTo>
                  <a:cubicBezTo>
                    <a:pt x="5" y="10"/>
                    <a:pt x="16" y="3"/>
                    <a:pt x="25" y="3"/>
                  </a:cubicBezTo>
                  <a:cubicBezTo>
                    <a:pt x="17" y="4"/>
                    <a:pt x="15" y="0"/>
                    <a:pt x="8" y="5"/>
                  </a:cubicBezTo>
                  <a:cubicBezTo>
                    <a:pt x="4" y="8"/>
                    <a:pt x="2" y="13"/>
                    <a:pt x="0" y="17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1345">
              <a:extLst>
                <a:ext uri="{FF2B5EF4-FFF2-40B4-BE49-F238E27FC236}">
                  <a16:creationId xmlns:a16="http://schemas.microsoft.com/office/drawing/2014/main" id="{DCC07164-3695-4227-9CA2-05D554AE8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893"/>
              <a:ext cx="743" cy="817"/>
            </a:xfrm>
            <a:custGeom>
              <a:avLst/>
              <a:gdLst>
                <a:gd name="T0" fmla="*/ 319 w 429"/>
                <a:gd name="T1" fmla="*/ 126 h 442"/>
                <a:gd name="T2" fmla="*/ 296 w 429"/>
                <a:gd name="T3" fmla="*/ 150 h 442"/>
                <a:gd name="T4" fmla="*/ 262 w 429"/>
                <a:gd name="T5" fmla="*/ 327 h 442"/>
                <a:gd name="T6" fmla="*/ 151 w 429"/>
                <a:gd name="T7" fmla="*/ 713 h 442"/>
                <a:gd name="T8" fmla="*/ 262 w 429"/>
                <a:gd name="T9" fmla="*/ 1623 h 442"/>
                <a:gd name="T10" fmla="*/ 0 w 429"/>
                <a:gd name="T11" fmla="*/ 2420 h 442"/>
                <a:gd name="T12" fmla="*/ 185 w 429"/>
                <a:gd name="T13" fmla="*/ 3209 h 442"/>
                <a:gd name="T14" fmla="*/ 262 w 429"/>
                <a:gd name="T15" fmla="*/ 3580 h 442"/>
                <a:gd name="T16" fmla="*/ 454 w 429"/>
                <a:gd name="T17" fmla="*/ 3841 h 442"/>
                <a:gd name="T18" fmla="*/ 405 w 429"/>
                <a:gd name="T19" fmla="*/ 4660 h 442"/>
                <a:gd name="T20" fmla="*/ 488 w 429"/>
                <a:gd name="T21" fmla="*/ 4636 h 442"/>
                <a:gd name="T22" fmla="*/ 639 w 429"/>
                <a:gd name="T23" fmla="*/ 5671 h 442"/>
                <a:gd name="T24" fmla="*/ 1250 w 429"/>
                <a:gd name="T25" fmla="*/ 6209 h 442"/>
                <a:gd name="T26" fmla="*/ 1192 w 429"/>
                <a:gd name="T27" fmla="*/ 7274 h 442"/>
                <a:gd name="T28" fmla="*/ 1427 w 429"/>
                <a:gd name="T29" fmla="*/ 8285 h 442"/>
                <a:gd name="T30" fmla="*/ 1718 w 429"/>
                <a:gd name="T31" fmla="*/ 8436 h 442"/>
                <a:gd name="T32" fmla="*/ 1794 w 429"/>
                <a:gd name="T33" fmla="*/ 8614 h 442"/>
                <a:gd name="T34" fmla="*/ 2007 w 429"/>
                <a:gd name="T35" fmla="*/ 8671 h 442"/>
                <a:gd name="T36" fmla="*/ 2007 w 429"/>
                <a:gd name="T37" fmla="*/ 8695 h 442"/>
                <a:gd name="T38" fmla="*/ 2066 w 429"/>
                <a:gd name="T39" fmla="*/ 8627 h 442"/>
                <a:gd name="T40" fmla="*/ 2025 w 429"/>
                <a:gd name="T41" fmla="*/ 8822 h 442"/>
                <a:gd name="T42" fmla="*/ 2400 w 429"/>
                <a:gd name="T43" fmla="*/ 9259 h 442"/>
                <a:gd name="T44" fmla="*/ 2762 w 429"/>
                <a:gd name="T45" fmla="*/ 9468 h 442"/>
                <a:gd name="T46" fmla="*/ 3258 w 429"/>
                <a:gd name="T47" fmla="*/ 9468 h 442"/>
                <a:gd name="T48" fmla="*/ 3365 w 429"/>
                <a:gd name="T49" fmla="*/ 9359 h 442"/>
                <a:gd name="T50" fmla="*/ 3788 w 429"/>
                <a:gd name="T51" fmla="*/ 9259 h 442"/>
                <a:gd name="T52" fmla="*/ 4046 w 429"/>
                <a:gd name="T53" fmla="*/ 8754 h 442"/>
                <a:gd name="T54" fmla="*/ 4515 w 429"/>
                <a:gd name="T55" fmla="*/ 8614 h 442"/>
                <a:gd name="T56" fmla="*/ 5087 w 429"/>
                <a:gd name="T57" fmla="*/ 7832 h 442"/>
                <a:gd name="T58" fmla="*/ 5087 w 429"/>
                <a:gd name="T59" fmla="*/ 7832 h 442"/>
                <a:gd name="T60" fmla="*/ 5087 w 429"/>
                <a:gd name="T61" fmla="*/ 7832 h 442"/>
                <a:gd name="T62" fmla="*/ 5321 w 429"/>
                <a:gd name="T63" fmla="*/ 7787 h 442"/>
                <a:gd name="T64" fmla="*/ 5495 w 429"/>
                <a:gd name="T65" fmla="*/ 7728 h 442"/>
                <a:gd name="T66" fmla="*/ 5828 w 429"/>
                <a:gd name="T67" fmla="*/ 7482 h 442"/>
                <a:gd name="T68" fmla="*/ 6126 w 429"/>
                <a:gd name="T69" fmla="*/ 6479 h 442"/>
                <a:gd name="T70" fmla="*/ 6197 w 429"/>
                <a:gd name="T71" fmla="*/ 5932 h 442"/>
                <a:gd name="T72" fmla="*/ 6261 w 429"/>
                <a:gd name="T73" fmla="*/ 5336 h 442"/>
                <a:gd name="T74" fmla="*/ 6074 w 429"/>
                <a:gd name="T75" fmla="*/ 4811 h 442"/>
                <a:gd name="T76" fmla="*/ 6173 w 429"/>
                <a:gd name="T77" fmla="*/ 4192 h 442"/>
                <a:gd name="T78" fmla="*/ 5963 w 429"/>
                <a:gd name="T79" fmla="*/ 3686 h 442"/>
                <a:gd name="T80" fmla="*/ 6020 w 429"/>
                <a:gd name="T81" fmla="*/ 3024 h 442"/>
                <a:gd name="T82" fmla="*/ 6197 w 429"/>
                <a:gd name="T83" fmla="*/ 2545 h 442"/>
                <a:gd name="T84" fmla="*/ 6431 w 429"/>
                <a:gd name="T85" fmla="*/ 2135 h 442"/>
                <a:gd name="T86" fmla="*/ 6431 w 429"/>
                <a:gd name="T87" fmla="*/ 1965 h 442"/>
                <a:gd name="T88" fmla="*/ 6479 w 429"/>
                <a:gd name="T89" fmla="*/ 865 h 442"/>
                <a:gd name="T90" fmla="*/ 6308 w 429"/>
                <a:gd name="T91" fmla="*/ 0 h 4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29" h="442">
                  <a:moveTo>
                    <a:pt x="20" y="6"/>
                  </a:moveTo>
                  <a:cubicBezTo>
                    <a:pt x="20" y="6"/>
                    <a:pt x="19" y="6"/>
                    <a:pt x="19" y="7"/>
                  </a:cubicBezTo>
                  <a:cubicBezTo>
                    <a:pt x="18" y="9"/>
                    <a:pt x="18" y="12"/>
                    <a:pt x="17" y="15"/>
                  </a:cubicBezTo>
                  <a:cubicBezTo>
                    <a:pt x="14" y="21"/>
                    <a:pt x="10" y="26"/>
                    <a:pt x="10" y="33"/>
                  </a:cubicBezTo>
                  <a:cubicBezTo>
                    <a:pt x="8" y="48"/>
                    <a:pt x="19" y="59"/>
                    <a:pt x="17" y="75"/>
                  </a:cubicBezTo>
                  <a:cubicBezTo>
                    <a:pt x="3" y="77"/>
                    <a:pt x="0" y="99"/>
                    <a:pt x="0" y="112"/>
                  </a:cubicBezTo>
                  <a:cubicBezTo>
                    <a:pt x="1" y="127"/>
                    <a:pt x="7" y="135"/>
                    <a:pt x="12" y="149"/>
                  </a:cubicBezTo>
                  <a:cubicBezTo>
                    <a:pt x="14" y="155"/>
                    <a:pt x="13" y="161"/>
                    <a:pt x="17" y="166"/>
                  </a:cubicBezTo>
                  <a:cubicBezTo>
                    <a:pt x="21" y="171"/>
                    <a:pt x="27" y="171"/>
                    <a:pt x="29" y="178"/>
                  </a:cubicBezTo>
                  <a:cubicBezTo>
                    <a:pt x="35" y="194"/>
                    <a:pt x="15" y="203"/>
                    <a:pt x="26" y="216"/>
                  </a:cubicBezTo>
                  <a:cubicBezTo>
                    <a:pt x="28" y="215"/>
                    <a:pt x="29" y="216"/>
                    <a:pt x="31" y="215"/>
                  </a:cubicBezTo>
                  <a:cubicBezTo>
                    <a:pt x="30" y="229"/>
                    <a:pt x="29" y="252"/>
                    <a:pt x="41" y="263"/>
                  </a:cubicBezTo>
                  <a:cubicBezTo>
                    <a:pt x="53" y="273"/>
                    <a:pt x="73" y="274"/>
                    <a:pt x="80" y="288"/>
                  </a:cubicBezTo>
                  <a:cubicBezTo>
                    <a:pt x="90" y="305"/>
                    <a:pt x="78" y="322"/>
                    <a:pt x="76" y="337"/>
                  </a:cubicBezTo>
                  <a:cubicBezTo>
                    <a:pt x="74" y="354"/>
                    <a:pt x="76" y="374"/>
                    <a:pt x="92" y="384"/>
                  </a:cubicBezTo>
                  <a:cubicBezTo>
                    <a:pt x="96" y="386"/>
                    <a:pt x="109" y="390"/>
                    <a:pt x="110" y="391"/>
                  </a:cubicBezTo>
                  <a:cubicBezTo>
                    <a:pt x="111" y="394"/>
                    <a:pt x="113" y="397"/>
                    <a:pt x="115" y="399"/>
                  </a:cubicBezTo>
                  <a:cubicBezTo>
                    <a:pt x="119" y="401"/>
                    <a:pt x="124" y="403"/>
                    <a:pt x="129" y="402"/>
                  </a:cubicBezTo>
                  <a:cubicBezTo>
                    <a:pt x="129" y="403"/>
                    <a:pt x="129" y="403"/>
                    <a:pt x="129" y="403"/>
                  </a:cubicBezTo>
                  <a:cubicBezTo>
                    <a:pt x="132" y="402"/>
                    <a:pt x="133" y="400"/>
                    <a:pt x="133" y="400"/>
                  </a:cubicBezTo>
                  <a:cubicBezTo>
                    <a:pt x="133" y="401"/>
                    <a:pt x="131" y="404"/>
                    <a:pt x="130" y="409"/>
                  </a:cubicBezTo>
                  <a:cubicBezTo>
                    <a:pt x="131" y="411"/>
                    <a:pt x="122" y="422"/>
                    <a:pt x="154" y="429"/>
                  </a:cubicBezTo>
                  <a:cubicBezTo>
                    <a:pt x="163" y="431"/>
                    <a:pt x="169" y="436"/>
                    <a:pt x="177" y="439"/>
                  </a:cubicBezTo>
                  <a:cubicBezTo>
                    <a:pt x="187" y="442"/>
                    <a:pt x="198" y="441"/>
                    <a:pt x="209" y="439"/>
                  </a:cubicBezTo>
                  <a:cubicBezTo>
                    <a:pt x="211" y="438"/>
                    <a:pt x="214" y="436"/>
                    <a:pt x="216" y="434"/>
                  </a:cubicBezTo>
                  <a:cubicBezTo>
                    <a:pt x="216" y="434"/>
                    <a:pt x="226" y="439"/>
                    <a:pt x="243" y="429"/>
                  </a:cubicBezTo>
                  <a:cubicBezTo>
                    <a:pt x="260" y="420"/>
                    <a:pt x="260" y="406"/>
                    <a:pt x="260" y="406"/>
                  </a:cubicBezTo>
                  <a:cubicBezTo>
                    <a:pt x="260" y="406"/>
                    <a:pt x="272" y="414"/>
                    <a:pt x="290" y="399"/>
                  </a:cubicBezTo>
                  <a:cubicBezTo>
                    <a:pt x="307" y="385"/>
                    <a:pt x="313" y="371"/>
                    <a:pt x="326" y="363"/>
                  </a:cubicBezTo>
                  <a:cubicBezTo>
                    <a:pt x="326" y="363"/>
                    <a:pt x="326" y="363"/>
                    <a:pt x="326" y="363"/>
                  </a:cubicBezTo>
                  <a:cubicBezTo>
                    <a:pt x="326" y="363"/>
                    <a:pt x="326" y="363"/>
                    <a:pt x="326" y="363"/>
                  </a:cubicBezTo>
                  <a:cubicBezTo>
                    <a:pt x="331" y="359"/>
                    <a:pt x="335" y="362"/>
                    <a:pt x="341" y="361"/>
                  </a:cubicBezTo>
                  <a:cubicBezTo>
                    <a:pt x="344" y="361"/>
                    <a:pt x="348" y="359"/>
                    <a:pt x="353" y="358"/>
                  </a:cubicBezTo>
                  <a:cubicBezTo>
                    <a:pt x="360" y="354"/>
                    <a:pt x="369" y="350"/>
                    <a:pt x="374" y="347"/>
                  </a:cubicBezTo>
                  <a:cubicBezTo>
                    <a:pt x="385" y="340"/>
                    <a:pt x="417" y="309"/>
                    <a:pt x="393" y="300"/>
                  </a:cubicBezTo>
                  <a:cubicBezTo>
                    <a:pt x="397" y="292"/>
                    <a:pt x="397" y="284"/>
                    <a:pt x="398" y="275"/>
                  </a:cubicBezTo>
                  <a:cubicBezTo>
                    <a:pt x="399" y="266"/>
                    <a:pt x="405" y="256"/>
                    <a:pt x="402" y="247"/>
                  </a:cubicBezTo>
                  <a:cubicBezTo>
                    <a:pt x="399" y="237"/>
                    <a:pt x="390" y="236"/>
                    <a:pt x="390" y="223"/>
                  </a:cubicBezTo>
                  <a:cubicBezTo>
                    <a:pt x="390" y="213"/>
                    <a:pt x="397" y="203"/>
                    <a:pt x="396" y="194"/>
                  </a:cubicBezTo>
                  <a:cubicBezTo>
                    <a:pt x="394" y="184"/>
                    <a:pt x="385" y="179"/>
                    <a:pt x="383" y="171"/>
                  </a:cubicBezTo>
                  <a:cubicBezTo>
                    <a:pt x="380" y="161"/>
                    <a:pt x="384" y="149"/>
                    <a:pt x="386" y="140"/>
                  </a:cubicBezTo>
                  <a:cubicBezTo>
                    <a:pt x="388" y="130"/>
                    <a:pt x="391" y="125"/>
                    <a:pt x="398" y="118"/>
                  </a:cubicBezTo>
                  <a:cubicBezTo>
                    <a:pt x="405" y="111"/>
                    <a:pt x="410" y="109"/>
                    <a:pt x="413" y="99"/>
                  </a:cubicBezTo>
                  <a:cubicBezTo>
                    <a:pt x="414" y="95"/>
                    <a:pt x="417" y="94"/>
                    <a:pt x="413" y="91"/>
                  </a:cubicBezTo>
                  <a:cubicBezTo>
                    <a:pt x="426" y="76"/>
                    <a:pt x="429" y="55"/>
                    <a:pt x="416" y="40"/>
                  </a:cubicBezTo>
                  <a:cubicBezTo>
                    <a:pt x="404" y="26"/>
                    <a:pt x="399" y="16"/>
                    <a:pt x="405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1346">
              <a:extLst>
                <a:ext uri="{FF2B5EF4-FFF2-40B4-BE49-F238E27FC236}">
                  <a16:creationId xmlns:a16="http://schemas.microsoft.com/office/drawing/2014/main" id="{622823DC-4E9E-4A70-AB71-EA3CE8986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892"/>
              <a:ext cx="39" cy="84"/>
            </a:xfrm>
            <a:custGeom>
              <a:avLst/>
              <a:gdLst>
                <a:gd name="T0" fmla="*/ 383 w 22"/>
                <a:gd name="T1" fmla="*/ 929 h 46"/>
                <a:gd name="T2" fmla="*/ 296 w 22"/>
                <a:gd name="T3" fmla="*/ 811 h 46"/>
                <a:gd name="T4" fmla="*/ 117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22" y="46"/>
                  </a:moveTo>
                  <a:cubicBezTo>
                    <a:pt x="21" y="44"/>
                    <a:pt x="19" y="42"/>
                    <a:pt x="17" y="40"/>
                  </a:cubicBezTo>
                  <a:cubicBezTo>
                    <a:pt x="6" y="27"/>
                    <a:pt x="0" y="17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1347">
              <a:extLst>
                <a:ext uri="{FF2B5EF4-FFF2-40B4-BE49-F238E27FC236}">
                  <a16:creationId xmlns:a16="http://schemas.microsoft.com/office/drawing/2014/main" id="{C1054105-7099-4E6B-92D6-2ADDFCD7A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997"/>
              <a:ext cx="1" cy="24"/>
            </a:xfrm>
            <a:custGeom>
              <a:avLst/>
              <a:gdLst>
                <a:gd name="T0" fmla="*/ 0 w 1"/>
                <a:gd name="T1" fmla="*/ 277 h 13"/>
                <a:gd name="T2" fmla="*/ 0 w 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13"/>
                  </a:moveTo>
                  <a:cubicBezTo>
                    <a:pt x="1" y="8"/>
                    <a:pt x="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1348">
              <a:extLst>
                <a:ext uri="{FF2B5EF4-FFF2-40B4-BE49-F238E27FC236}">
                  <a16:creationId xmlns:a16="http://schemas.microsoft.com/office/drawing/2014/main" id="{2F1B5753-8614-4382-AF8A-091259B1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028"/>
              <a:ext cx="14" cy="28"/>
            </a:xfrm>
            <a:custGeom>
              <a:avLst/>
              <a:gdLst>
                <a:gd name="T0" fmla="*/ 0 w 8"/>
                <a:gd name="T1" fmla="*/ 338 h 15"/>
                <a:gd name="T2" fmla="*/ 135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4" y="10"/>
                    <a:pt x="7" y="5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1349">
              <a:extLst>
                <a:ext uri="{FF2B5EF4-FFF2-40B4-BE49-F238E27FC236}">
                  <a16:creationId xmlns:a16="http://schemas.microsoft.com/office/drawing/2014/main" id="{B7261CDA-E4E0-446A-AB6B-D7E32B5B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061"/>
              <a:ext cx="63" cy="152"/>
            </a:xfrm>
            <a:custGeom>
              <a:avLst/>
              <a:gdLst>
                <a:gd name="T0" fmla="*/ 65 w 36"/>
                <a:gd name="T1" fmla="*/ 1796 h 82"/>
                <a:gd name="T2" fmla="*/ 49 w 36"/>
                <a:gd name="T3" fmla="*/ 1726 h 82"/>
                <a:gd name="T4" fmla="*/ 102 w 36"/>
                <a:gd name="T5" fmla="*/ 1075 h 82"/>
                <a:gd name="T6" fmla="*/ 301 w 36"/>
                <a:gd name="T7" fmla="*/ 567 h 82"/>
                <a:gd name="T8" fmla="*/ 548 w 36"/>
                <a:gd name="T9" fmla="*/ 178 h 82"/>
                <a:gd name="T10" fmla="*/ 564 w 36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2">
                  <a:moveTo>
                    <a:pt x="4" y="82"/>
                  </a:moveTo>
                  <a:cubicBezTo>
                    <a:pt x="3" y="81"/>
                    <a:pt x="3" y="80"/>
                    <a:pt x="3" y="79"/>
                  </a:cubicBezTo>
                  <a:cubicBezTo>
                    <a:pt x="0" y="69"/>
                    <a:pt x="4" y="57"/>
                    <a:pt x="6" y="49"/>
                  </a:cubicBezTo>
                  <a:cubicBezTo>
                    <a:pt x="8" y="39"/>
                    <a:pt x="10" y="34"/>
                    <a:pt x="18" y="26"/>
                  </a:cubicBezTo>
                  <a:cubicBezTo>
                    <a:pt x="24" y="19"/>
                    <a:pt x="30" y="17"/>
                    <a:pt x="33" y="8"/>
                  </a:cubicBezTo>
                  <a:cubicBezTo>
                    <a:pt x="34" y="4"/>
                    <a:pt x="36" y="2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1350">
              <a:extLst>
                <a:ext uri="{FF2B5EF4-FFF2-40B4-BE49-F238E27FC236}">
                  <a16:creationId xmlns:a16="http://schemas.microsoft.com/office/drawing/2014/main" id="{ABD63DC3-C476-4D2A-BC09-92E81527B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228"/>
              <a:ext cx="7" cy="11"/>
            </a:xfrm>
            <a:custGeom>
              <a:avLst/>
              <a:gdLst>
                <a:gd name="T0" fmla="*/ 65 w 4"/>
                <a:gd name="T1" fmla="*/ 125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1351">
              <a:extLst>
                <a:ext uri="{FF2B5EF4-FFF2-40B4-BE49-F238E27FC236}">
                  <a16:creationId xmlns:a16="http://schemas.microsoft.com/office/drawing/2014/main" id="{0FAAEDEE-705E-4338-9F12-BB22D064E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250"/>
              <a:ext cx="3" cy="18"/>
            </a:xfrm>
            <a:custGeom>
              <a:avLst/>
              <a:gdLst>
                <a:gd name="T0" fmla="*/ 0 w 2"/>
                <a:gd name="T1" fmla="*/ 187 h 10"/>
                <a:gd name="T2" fmla="*/ 12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1" y="6"/>
                    <a:pt x="2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1352">
              <a:extLst>
                <a:ext uri="{FF2B5EF4-FFF2-40B4-BE49-F238E27FC236}">
                  <a16:creationId xmlns:a16="http://schemas.microsoft.com/office/drawing/2014/main" id="{C616A20C-7C23-4534-8968-03E249F1B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279"/>
              <a:ext cx="21" cy="67"/>
            </a:xfrm>
            <a:custGeom>
              <a:avLst/>
              <a:gdLst>
                <a:gd name="T0" fmla="*/ 200 w 12"/>
                <a:gd name="T1" fmla="*/ 808 h 36"/>
                <a:gd name="T2" fmla="*/ 21 w 12"/>
                <a:gd name="T3" fmla="*/ 290 h 36"/>
                <a:gd name="T4" fmla="*/ 65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12" y="36"/>
                  </a:moveTo>
                  <a:cubicBezTo>
                    <a:pt x="9" y="27"/>
                    <a:pt x="0" y="26"/>
                    <a:pt x="1" y="13"/>
                  </a:cubicBezTo>
                  <a:cubicBezTo>
                    <a:pt x="1" y="9"/>
                    <a:pt x="2" y="4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1353">
              <a:extLst>
                <a:ext uri="{FF2B5EF4-FFF2-40B4-BE49-F238E27FC236}">
                  <a16:creationId xmlns:a16="http://schemas.microsoft.com/office/drawing/2014/main" id="{5D5D6A8D-ED41-44BF-A8E8-87CC5DEB9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357"/>
              <a:ext cx="14" cy="79"/>
            </a:xfrm>
            <a:custGeom>
              <a:avLst/>
              <a:gdLst>
                <a:gd name="T0" fmla="*/ 0 w 8"/>
                <a:gd name="T1" fmla="*/ 898 h 43"/>
                <a:gd name="T2" fmla="*/ 37 w 8"/>
                <a:gd name="T3" fmla="*/ 476 h 43"/>
                <a:gd name="T4" fmla="*/ 135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0" y="43"/>
                  </a:moveTo>
                  <a:cubicBezTo>
                    <a:pt x="2" y="36"/>
                    <a:pt x="2" y="30"/>
                    <a:pt x="2" y="23"/>
                  </a:cubicBezTo>
                  <a:cubicBezTo>
                    <a:pt x="3" y="16"/>
                    <a:pt x="8" y="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1354">
              <a:extLst>
                <a:ext uri="{FF2B5EF4-FFF2-40B4-BE49-F238E27FC236}">
                  <a16:creationId xmlns:a16="http://schemas.microsoft.com/office/drawing/2014/main" id="{A4DA4C3A-C026-4E9C-983F-950F54B8F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448"/>
              <a:ext cx="14" cy="35"/>
            </a:xfrm>
            <a:custGeom>
              <a:avLst/>
              <a:gdLst>
                <a:gd name="T0" fmla="*/ 65 w 8"/>
                <a:gd name="T1" fmla="*/ 400 h 19"/>
                <a:gd name="T2" fmla="*/ 0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4" y="19"/>
                  </a:moveTo>
                  <a:cubicBezTo>
                    <a:pt x="8" y="11"/>
                    <a:pt x="8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1355">
              <a:extLst>
                <a:ext uri="{FF2B5EF4-FFF2-40B4-BE49-F238E27FC236}">
                  <a16:creationId xmlns:a16="http://schemas.microsoft.com/office/drawing/2014/main" id="{C2C83F7B-2E10-4403-A693-FA70C425A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501"/>
              <a:ext cx="140" cy="89"/>
            </a:xfrm>
            <a:custGeom>
              <a:avLst/>
              <a:gdLst>
                <a:gd name="T0" fmla="*/ 0 w 81"/>
                <a:gd name="T1" fmla="*/ 1051 h 48"/>
                <a:gd name="T2" fmla="*/ 247 w 81"/>
                <a:gd name="T3" fmla="*/ 721 h 48"/>
                <a:gd name="T4" fmla="*/ 247 w 81"/>
                <a:gd name="T5" fmla="*/ 721 h 48"/>
                <a:gd name="T6" fmla="*/ 247 w 81"/>
                <a:gd name="T7" fmla="*/ 721 h 48"/>
                <a:gd name="T8" fmla="*/ 467 w 81"/>
                <a:gd name="T9" fmla="*/ 695 h 48"/>
                <a:gd name="T10" fmla="*/ 652 w 81"/>
                <a:gd name="T11" fmla="*/ 612 h 48"/>
                <a:gd name="T12" fmla="*/ 971 w 81"/>
                <a:gd name="T13" fmla="*/ 375 h 48"/>
                <a:gd name="T14" fmla="*/ 1248 w 81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48">
                  <a:moveTo>
                    <a:pt x="0" y="48"/>
                  </a:moveTo>
                  <a:cubicBezTo>
                    <a:pt x="5" y="42"/>
                    <a:pt x="9" y="37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1" y="30"/>
                    <a:pt x="25" y="32"/>
                    <a:pt x="30" y="32"/>
                  </a:cubicBezTo>
                  <a:cubicBezTo>
                    <a:pt x="34" y="31"/>
                    <a:pt x="38" y="30"/>
                    <a:pt x="42" y="28"/>
                  </a:cubicBezTo>
                  <a:cubicBezTo>
                    <a:pt x="50" y="25"/>
                    <a:pt x="58" y="20"/>
                    <a:pt x="63" y="17"/>
                  </a:cubicBezTo>
                  <a:cubicBezTo>
                    <a:pt x="67" y="14"/>
                    <a:pt x="75" y="8"/>
                    <a:pt x="8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1356">
              <a:extLst>
                <a:ext uri="{FF2B5EF4-FFF2-40B4-BE49-F238E27FC236}">
                  <a16:creationId xmlns:a16="http://schemas.microsoft.com/office/drawing/2014/main" id="{A0E64B2A-229C-4D70-BA65-6A450C158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612"/>
              <a:ext cx="8" cy="9"/>
            </a:xfrm>
            <a:custGeom>
              <a:avLst/>
              <a:gdLst>
                <a:gd name="T0" fmla="*/ 0 w 5"/>
                <a:gd name="T1" fmla="*/ 94 h 5"/>
                <a:gd name="T2" fmla="*/ 54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3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1357">
              <a:extLst>
                <a:ext uri="{FF2B5EF4-FFF2-40B4-BE49-F238E27FC236}">
                  <a16:creationId xmlns:a16="http://schemas.microsoft.com/office/drawing/2014/main" id="{36A2D38F-57C1-44C0-B8CF-DEA7C68F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625"/>
              <a:ext cx="13" cy="11"/>
            </a:xfrm>
            <a:custGeom>
              <a:avLst/>
              <a:gdLst>
                <a:gd name="T0" fmla="*/ 0 w 7"/>
                <a:gd name="T1" fmla="*/ 125 h 6"/>
                <a:gd name="T2" fmla="*/ 110 w 7"/>
                <a:gd name="T3" fmla="*/ 44 h 6"/>
                <a:gd name="T4" fmla="*/ 156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5"/>
                    <a:pt x="3" y="4"/>
                    <a:pt x="5" y="2"/>
                  </a:cubicBezTo>
                  <a:cubicBezTo>
                    <a:pt x="6" y="2"/>
                    <a:pt x="7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1358">
              <a:extLst>
                <a:ext uri="{FF2B5EF4-FFF2-40B4-BE49-F238E27FC236}">
                  <a16:creationId xmlns:a16="http://schemas.microsoft.com/office/drawing/2014/main" id="{995A9131-4E06-4B8C-A1C0-1A5061E53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642"/>
              <a:ext cx="49" cy="31"/>
            </a:xfrm>
            <a:custGeom>
              <a:avLst/>
              <a:gdLst>
                <a:gd name="T0" fmla="*/ 0 w 28"/>
                <a:gd name="T1" fmla="*/ 346 h 17"/>
                <a:gd name="T2" fmla="*/ 135 w 28"/>
                <a:gd name="T3" fmla="*/ 0 h 17"/>
                <a:gd name="T4" fmla="*/ 462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0" y="17"/>
                  </a:moveTo>
                  <a:cubicBezTo>
                    <a:pt x="8" y="9"/>
                    <a:pt x="8" y="0"/>
                    <a:pt x="8" y="0"/>
                  </a:cubicBezTo>
                  <a:cubicBezTo>
                    <a:pt x="8" y="0"/>
                    <a:pt x="16" y="5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1359">
              <a:extLst>
                <a:ext uri="{FF2B5EF4-FFF2-40B4-BE49-F238E27FC236}">
                  <a16:creationId xmlns:a16="http://schemas.microsoft.com/office/drawing/2014/main" id="{FD245965-550A-41D4-B226-81B0DC0FB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688"/>
              <a:ext cx="27" cy="7"/>
            </a:xfrm>
            <a:custGeom>
              <a:avLst/>
              <a:gdLst>
                <a:gd name="T0" fmla="*/ 0 w 16"/>
                <a:gd name="T1" fmla="*/ 65 h 4"/>
                <a:gd name="T2" fmla="*/ 223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4" y="4"/>
                    <a:pt x="9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1360">
              <a:extLst>
                <a:ext uri="{FF2B5EF4-FFF2-40B4-BE49-F238E27FC236}">
                  <a16:creationId xmlns:a16="http://schemas.microsoft.com/office/drawing/2014/main" id="{62C24C31-5934-4E84-A98E-0F8A777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647"/>
              <a:ext cx="131" cy="59"/>
            </a:xfrm>
            <a:custGeom>
              <a:avLst/>
              <a:gdLst>
                <a:gd name="T0" fmla="*/ 122 w 76"/>
                <a:gd name="T1" fmla="*/ 0 h 32"/>
                <a:gd name="T2" fmla="*/ 467 w 76"/>
                <a:gd name="T3" fmla="*/ 452 h 32"/>
                <a:gd name="T4" fmla="*/ 820 w 76"/>
                <a:gd name="T5" fmla="*/ 632 h 32"/>
                <a:gd name="T6" fmla="*/ 1158 w 76"/>
                <a:gd name="T7" fmla="*/ 68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32">
                  <a:moveTo>
                    <a:pt x="8" y="0"/>
                  </a:moveTo>
                  <a:cubicBezTo>
                    <a:pt x="9" y="2"/>
                    <a:pt x="0" y="13"/>
                    <a:pt x="31" y="21"/>
                  </a:cubicBezTo>
                  <a:cubicBezTo>
                    <a:pt x="41" y="23"/>
                    <a:pt x="46" y="27"/>
                    <a:pt x="54" y="30"/>
                  </a:cubicBezTo>
                  <a:cubicBezTo>
                    <a:pt x="61" y="32"/>
                    <a:pt x="68" y="32"/>
                    <a:pt x="76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1361">
              <a:extLst>
                <a:ext uri="{FF2B5EF4-FFF2-40B4-BE49-F238E27FC236}">
                  <a16:creationId xmlns:a16="http://schemas.microsoft.com/office/drawing/2014/main" id="{370B7DD9-79F0-48B2-9888-ED7A89D2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568"/>
              <a:ext cx="76" cy="66"/>
            </a:xfrm>
            <a:custGeom>
              <a:avLst/>
              <a:gdLst>
                <a:gd name="T0" fmla="*/ 0 w 44"/>
                <a:gd name="T1" fmla="*/ 0 h 36"/>
                <a:gd name="T2" fmla="*/ 212 w 44"/>
                <a:gd name="T3" fmla="*/ 376 h 36"/>
                <a:gd name="T4" fmla="*/ 480 w 44"/>
                <a:gd name="T5" fmla="*/ 517 h 36"/>
                <a:gd name="T6" fmla="*/ 553 w 44"/>
                <a:gd name="T7" fmla="*/ 702 h 36"/>
                <a:gd name="T8" fmla="*/ 674 w 44"/>
                <a:gd name="T9" fmla="*/ 74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cubicBezTo>
                    <a:pt x="2" y="7"/>
                    <a:pt x="6" y="14"/>
                    <a:pt x="14" y="18"/>
                  </a:cubicBezTo>
                  <a:cubicBezTo>
                    <a:pt x="18" y="20"/>
                    <a:pt x="30" y="24"/>
                    <a:pt x="31" y="25"/>
                  </a:cubicBezTo>
                  <a:cubicBezTo>
                    <a:pt x="32" y="28"/>
                    <a:pt x="34" y="31"/>
                    <a:pt x="36" y="34"/>
                  </a:cubicBezTo>
                  <a:cubicBezTo>
                    <a:pt x="38" y="35"/>
                    <a:pt x="41" y="36"/>
                    <a:pt x="44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1362">
              <a:extLst>
                <a:ext uri="{FF2B5EF4-FFF2-40B4-BE49-F238E27FC236}">
                  <a16:creationId xmlns:a16="http://schemas.microsoft.com/office/drawing/2014/main" id="{2FA1056C-0F4B-471D-8099-5A70F4DB6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527"/>
              <a:ext cx="2" cy="26"/>
            </a:xfrm>
            <a:custGeom>
              <a:avLst/>
              <a:gdLst>
                <a:gd name="T0" fmla="*/ 0 w 1"/>
                <a:gd name="T1" fmla="*/ 0 h 14"/>
                <a:gd name="T2" fmla="*/ 32 w 1"/>
                <a:gd name="T3" fmla="*/ 30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0" y="10"/>
                    <a:pt x="1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1363">
              <a:extLst>
                <a:ext uri="{FF2B5EF4-FFF2-40B4-BE49-F238E27FC236}">
                  <a16:creationId xmlns:a16="http://schemas.microsoft.com/office/drawing/2014/main" id="{FE2715F6-1162-4294-A7AB-11773B813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477"/>
              <a:ext cx="8" cy="37"/>
            </a:xfrm>
            <a:custGeom>
              <a:avLst/>
              <a:gdLst>
                <a:gd name="T0" fmla="*/ 54 w 5"/>
                <a:gd name="T1" fmla="*/ 0 h 20"/>
                <a:gd name="T2" fmla="*/ 0 w 5"/>
                <a:gd name="T3" fmla="*/ 43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7"/>
                    <a:pt x="0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Line 1364">
              <a:extLst>
                <a:ext uri="{FF2B5EF4-FFF2-40B4-BE49-F238E27FC236}">
                  <a16:creationId xmlns:a16="http://schemas.microsoft.com/office/drawing/2014/main" id="{B5DE670A-D13C-41A9-BC91-639E1837CC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3" y="2477"/>
              <a:ext cx="1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1365">
              <a:extLst>
                <a:ext uri="{FF2B5EF4-FFF2-40B4-BE49-F238E27FC236}">
                  <a16:creationId xmlns:a16="http://schemas.microsoft.com/office/drawing/2014/main" id="{CE6B9127-60F9-495E-BC8A-8386448FD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289"/>
              <a:ext cx="96" cy="170"/>
            </a:xfrm>
            <a:custGeom>
              <a:avLst/>
              <a:gdLst>
                <a:gd name="T0" fmla="*/ 28 w 55"/>
                <a:gd name="T1" fmla="*/ 0 h 92"/>
                <a:gd name="T2" fmla="*/ 197 w 55"/>
                <a:gd name="T3" fmla="*/ 1035 h 92"/>
                <a:gd name="T4" fmla="*/ 826 w 55"/>
                <a:gd name="T5" fmla="*/ 1598 h 92"/>
                <a:gd name="T6" fmla="*/ 871 w 55"/>
                <a:gd name="T7" fmla="*/ 1981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92">
                  <a:moveTo>
                    <a:pt x="2" y="0"/>
                  </a:moveTo>
                  <a:cubicBezTo>
                    <a:pt x="1" y="15"/>
                    <a:pt x="0" y="38"/>
                    <a:pt x="12" y="48"/>
                  </a:cubicBezTo>
                  <a:cubicBezTo>
                    <a:pt x="23" y="58"/>
                    <a:pt x="43" y="59"/>
                    <a:pt x="51" y="74"/>
                  </a:cubicBezTo>
                  <a:cubicBezTo>
                    <a:pt x="54" y="80"/>
                    <a:pt x="55" y="86"/>
                    <a:pt x="54" y="9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1366">
              <a:extLst>
                <a:ext uri="{FF2B5EF4-FFF2-40B4-BE49-F238E27FC236}">
                  <a16:creationId xmlns:a16="http://schemas.microsoft.com/office/drawing/2014/main" id="{224B09F0-2C7C-49D5-B823-F6F41EB85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049"/>
              <a:ext cx="24" cy="134"/>
            </a:xfrm>
            <a:custGeom>
              <a:avLst/>
              <a:gdLst>
                <a:gd name="T0" fmla="*/ 86 w 14"/>
                <a:gd name="T1" fmla="*/ 0 h 73"/>
                <a:gd name="T2" fmla="*/ 15 w 14"/>
                <a:gd name="T3" fmla="*/ 569 h 73"/>
                <a:gd name="T4" fmla="*/ 182 w 14"/>
                <a:gd name="T5" fmla="*/ 1331 h 73"/>
                <a:gd name="T6" fmla="*/ 206 w 14"/>
                <a:gd name="T7" fmla="*/ 1524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3">
                  <a:moveTo>
                    <a:pt x="6" y="0"/>
                  </a:moveTo>
                  <a:cubicBezTo>
                    <a:pt x="2" y="8"/>
                    <a:pt x="0" y="19"/>
                    <a:pt x="1" y="27"/>
                  </a:cubicBezTo>
                  <a:cubicBezTo>
                    <a:pt x="1" y="42"/>
                    <a:pt x="7" y="51"/>
                    <a:pt x="12" y="64"/>
                  </a:cubicBezTo>
                  <a:cubicBezTo>
                    <a:pt x="13" y="67"/>
                    <a:pt x="13" y="70"/>
                    <a:pt x="14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1367">
              <a:extLst>
                <a:ext uri="{FF2B5EF4-FFF2-40B4-BE49-F238E27FC236}">
                  <a16:creationId xmlns:a16="http://schemas.microsoft.com/office/drawing/2014/main" id="{FC465F41-78EF-447D-AD78-7A1CDBEF9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032"/>
              <a:ext cx="12" cy="9"/>
            </a:xfrm>
            <a:custGeom>
              <a:avLst/>
              <a:gdLst>
                <a:gd name="T0" fmla="*/ 106 w 7"/>
                <a:gd name="T1" fmla="*/ 0 h 5"/>
                <a:gd name="T2" fmla="*/ 0 w 7"/>
                <a:gd name="T3" fmla="*/ 9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2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1368">
              <a:extLst>
                <a:ext uri="{FF2B5EF4-FFF2-40B4-BE49-F238E27FC236}">
                  <a16:creationId xmlns:a16="http://schemas.microsoft.com/office/drawing/2014/main" id="{FBDFE61C-C49B-4AF8-AAC2-66E664EBD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904"/>
              <a:ext cx="17" cy="108"/>
            </a:xfrm>
            <a:custGeom>
              <a:avLst/>
              <a:gdLst>
                <a:gd name="T0" fmla="*/ 141 w 10"/>
                <a:gd name="T1" fmla="*/ 0 h 58"/>
                <a:gd name="T2" fmla="*/ 119 w 10"/>
                <a:gd name="T3" fmla="*/ 181 h 58"/>
                <a:gd name="T4" fmla="*/ 15 w 10"/>
                <a:gd name="T5" fmla="*/ 575 h 58"/>
                <a:gd name="T6" fmla="*/ 119 w 10"/>
                <a:gd name="T7" fmla="*/ 1296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8">
                  <a:moveTo>
                    <a:pt x="10" y="0"/>
                  </a:moveTo>
                  <a:cubicBezTo>
                    <a:pt x="9" y="3"/>
                    <a:pt x="9" y="5"/>
                    <a:pt x="8" y="8"/>
                  </a:cubicBezTo>
                  <a:cubicBezTo>
                    <a:pt x="5" y="14"/>
                    <a:pt x="2" y="19"/>
                    <a:pt x="1" y="26"/>
                  </a:cubicBezTo>
                  <a:cubicBezTo>
                    <a:pt x="0" y="38"/>
                    <a:pt x="6" y="47"/>
                    <a:pt x="8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1369">
              <a:extLst>
                <a:ext uri="{FF2B5EF4-FFF2-40B4-BE49-F238E27FC236}">
                  <a16:creationId xmlns:a16="http://schemas.microsoft.com/office/drawing/2014/main" id="{0C535543-3B37-4034-B396-5A736A0C2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995"/>
              <a:ext cx="116" cy="78"/>
            </a:xfrm>
            <a:custGeom>
              <a:avLst/>
              <a:gdLst>
                <a:gd name="T0" fmla="*/ 206 w 67"/>
                <a:gd name="T1" fmla="*/ 877 h 42"/>
                <a:gd name="T2" fmla="*/ 16 w 67"/>
                <a:gd name="T3" fmla="*/ 596 h 42"/>
                <a:gd name="T4" fmla="*/ 234 w 67"/>
                <a:gd name="T5" fmla="*/ 262 h 42"/>
                <a:gd name="T6" fmla="*/ 956 w 67"/>
                <a:gd name="T7" fmla="*/ 180 h 42"/>
                <a:gd name="T8" fmla="*/ 836 w 67"/>
                <a:gd name="T9" fmla="*/ 379 h 42"/>
                <a:gd name="T10" fmla="*/ 575 w 67"/>
                <a:gd name="T11" fmla="*/ 596 h 42"/>
                <a:gd name="T12" fmla="*/ 171 w 67"/>
                <a:gd name="T13" fmla="*/ 87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2">
                  <a:moveTo>
                    <a:pt x="13" y="40"/>
                  </a:moveTo>
                  <a:cubicBezTo>
                    <a:pt x="7" y="40"/>
                    <a:pt x="1" y="33"/>
                    <a:pt x="1" y="27"/>
                  </a:cubicBezTo>
                  <a:cubicBezTo>
                    <a:pt x="0" y="18"/>
                    <a:pt x="8" y="15"/>
                    <a:pt x="15" y="12"/>
                  </a:cubicBezTo>
                  <a:cubicBezTo>
                    <a:pt x="22" y="9"/>
                    <a:pt x="53" y="0"/>
                    <a:pt x="61" y="8"/>
                  </a:cubicBezTo>
                  <a:cubicBezTo>
                    <a:pt x="67" y="15"/>
                    <a:pt x="58" y="16"/>
                    <a:pt x="54" y="17"/>
                  </a:cubicBezTo>
                  <a:cubicBezTo>
                    <a:pt x="46" y="20"/>
                    <a:pt x="44" y="22"/>
                    <a:pt x="37" y="27"/>
                  </a:cubicBezTo>
                  <a:cubicBezTo>
                    <a:pt x="30" y="33"/>
                    <a:pt x="20" y="42"/>
                    <a:pt x="11" y="40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1370">
              <a:extLst>
                <a:ext uri="{FF2B5EF4-FFF2-40B4-BE49-F238E27FC236}">
                  <a16:creationId xmlns:a16="http://schemas.microsoft.com/office/drawing/2014/main" id="{1225EF02-A16B-4118-92AB-EBE93C468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034"/>
              <a:ext cx="70" cy="53"/>
            </a:xfrm>
            <a:custGeom>
              <a:avLst/>
              <a:gdLst>
                <a:gd name="T0" fmla="*/ 478 w 40"/>
                <a:gd name="T1" fmla="*/ 80 h 29"/>
                <a:gd name="T2" fmla="*/ 135 w 40"/>
                <a:gd name="T3" fmla="*/ 80 h 29"/>
                <a:gd name="T4" fmla="*/ 151 w 40"/>
                <a:gd name="T5" fmla="*/ 548 h 29"/>
                <a:gd name="T6" fmla="*/ 285 w 40"/>
                <a:gd name="T7" fmla="*/ 444 h 29"/>
                <a:gd name="T8" fmla="*/ 499 w 40"/>
                <a:gd name="T9" fmla="*/ 347 h 29"/>
                <a:gd name="T10" fmla="*/ 509 w 40"/>
                <a:gd name="T11" fmla="*/ 53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9">
                  <a:moveTo>
                    <a:pt x="29" y="4"/>
                  </a:moveTo>
                  <a:cubicBezTo>
                    <a:pt x="24" y="3"/>
                    <a:pt x="13" y="0"/>
                    <a:pt x="8" y="4"/>
                  </a:cubicBezTo>
                  <a:cubicBezTo>
                    <a:pt x="2" y="8"/>
                    <a:pt x="0" y="24"/>
                    <a:pt x="9" y="27"/>
                  </a:cubicBezTo>
                  <a:cubicBezTo>
                    <a:pt x="15" y="29"/>
                    <a:pt x="13" y="25"/>
                    <a:pt x="17" y="22"/>
                  </a:cubicBezTo>
                  <a:cubicBezTo>
                    <a:pt x="21" y="19"/>
                    <a:pt x="26" y="20"/>
                    <a:pt x="30" y="17"/>
                  </a:cubicBezTo>
                  <a:cubicBezTo>
                    <a:pt x="34" y="15"/>
                    <a:pt x="40" y="6"/>
                    <a:pt x="31" y="3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1371">
              <a:extLst>
                <a:ext uri="{FF2B5EF4-FFF2-40B4-BE49-F238E27FC236}">
                  <a16:creationId xmlns:a16="http://schemas.microsoft.com/office/drawing/2014/main" id="{7BBCB025-CAF4-4791-82CB-71C4902F8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843"/>
              <a:ext cx="76" cy="76"/>
            </a:xfrm>
            <a:custGeom>
              <a:avLst/>
              <a:gdLst>
                <a:gd name="T0" fmla="*/ 504 w 44"/>
                <a:gd name="T1" fmla="*/ 128 h 41"/>
                <a:gd name="T2" fmla="*/ 143 w 44"/>
                <a:gd name="T3" fmla="*/ 178 h 41"/>
                <a:gd name="T4" fmla="*/ 212 w 44"/>
                <a:gd name="T5" fmla="*/ 849 h 41"/>
                <a:gd name="T6" fmla="*/ 366 w 44"/>
                <a:gd name="T7" fmla="*/ 612 h 41"/>
                <a:gd name="T8" fmla="*/ 596 w 44"/>
                <a:gd name="T9" fmla="*/ 508 h 41"/>
                <a:gd name="T10" fmla="*/ 525 w 44"/>
                <a:gd name="T11" fmla="*/ 12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1">
                  <a:moveTo>
                    <a:pt x="33" y="6"/>
                  </a:moveTo>
                  <a:cubicBezTo>
                    <a:pt x="27" y="0"/>
                    <a:pt x="15" y="3"/>
                    <a:pt x="9" y="8"/>
                  </a:cubicBezTo>
                  <a:cubicBezTo>
                    <a:pt x="2" y="14"/>
                    <a:pt x="0" y="41"/>
                    <a:pt x="14" y="39"/>
                  </a:cubicBezTo>
                  <a:cubicBezTo>
                    <a:pt x="19" y="39"/>
                    <a:pt x="20" y="30"/>
                    <a:pt x="24" y="28"/>
                  </a:cubicBezTo>
                  <a:cubicBezTo>
                    <a:pt x="28" y="25"/>
                    <a:pt x="35" y="28"/>
                    <a:pt x="39" y="23"/>
                  </a:cubicBezTo>
                  <a:cubicBezTo>
                    <a:pt x="44" y="18"/>
                    <a:pt x="38" y="10"/>
                    <a:pt x="34" y="6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1372">
              <a:extLst>
                <a:ext uri="{FF2B5EF4-FFF2-40B4-BE49-F238E27FC236}">
                  <a16:creationId xmlns:a16="http://schemas.microsoft.com/office/drawing/2014/main" id="{A6EDC5CD-13EA-422E-8ECC-1844B85B4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805"/>
              <a:ext cx="110" cy="125"/>
            </a:xfrm>
            <a:custGeom>
              <a:avLst/>
              <a:gdLst>
                <a:gd name="T0" fmla="*/ 945 w 64"/>
                <a:gd name="T1" fmla="*/ 423 h 68"/>
                <a:gd name="T2" fmla="*/ 452 w 64"/>
                <a:gd name="T3" fmla="*/ 1379 h 68"/>
                <a:gd name="T4" fmla="*/ 813 w 64"/>
                <a:gd name="T5" fmla="*/ 858 h 68"/>
                <a:gd name="T6" fmla="*/ 961 w 64"/>
                <a:gd name="T7" fmla="*/ 399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8">
                  <a:moveTo>
                    <a:pt x="63" y="20"/>
                  </a:moveTo>
                  <a:cubicBezTo>
                    <a:pt x="36" y="0"/>
                    <a:pt x="0" y="60"/>
                    <a:pt x="30" y="66"/>
                  </a:cubicBezTo>
                  <a:cubicBezTo>
                    <a:pt x="41" y="68"/>
                    <a:pt x="46" y="47"/>
                    <a:pt x="54" y="41"/>
                  </a:cubicBezTo>
                  <a:cubicBezTo>
                    <a:pt x="62" y="33"/>
                    <a:pt x="64" y="31"/>
                    <a:pt x="64" y="19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1" name="Freeform 1373">
              <a:extLst>
                <a:ext uri="{FF2B5EF4-FFF2-40B4-BE49-F238E27FC236}">
                  <a16:creationId xmlns:a16="http://schemas.microsoft.com/office/drawing/2014/main" id="{A7C2615D-6A27-427B-9229-E572DA842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252"/>
              <a:ext cx="98" cy="85"/>
            </a:xfrm>
            <a:custGeom>
              <a:avLst/>
              <a:gdLst>
                <a:gd name="T0" fmla="*/ 777 w 57"/>
                <a:gd name="T1" fmla="*/ 177 h 46"/>
                <a:gd name="T2" fmla="*/ 296 w 57"/>
                <a:gd name="T3" fmla="*/ 946 h 46"/>
                <a:gd name="T4" fmla="*/ 707 w 57"/>
                <a:gd name="T5" fmla="*/ 580 h 46"/>
                <a:gd name="T6" fmla="*/ 769 w 57"/>
                <a:gd name="T7" fmla="*/ 17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6">
                  <a:moveTo>
                    <a:pt x="52" y="8"/>
                  </a:moveTo>
                  <a:cubicBezTo>
                    <a:pt x="33" y="0"/>
                    <a:pt x="0" y="38"/>
                    <a:pt x="20" y="44"/>
                  </a:cubicBezTo>
                  <a:cubicBezTo>
                    <a:pt x="29" y="46"/>
                    <a:pt x="40" y="33"/>
                    <a:pt x="47" y="27"/>
                  </a:cubicBezTo>
                  <a:cubicBezTo>
                    <a:pt x="53" y="23"/>
                    <a:pt x="57" y="14"/>
                    <a:pt x="51" y="8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2" name="Freeform 1374">
              <a:extLst>
                <a:ext uri="{FF2B5EF4-FFF2-40B4-BE49-F238E27FC236}">
                  <a16:creationId xmlns:a16="http://schemas.microsoft.com/office/drawing/2014/main" id="{4851E524-B171-4D4B-A89C-BE6770D82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268"/>
              <a:ext cx="97" cy="87"/>
            </a:xfrm>
            <a:custGeom>
              <a:avLst/>
              <a:gdLst>
                <a:gd name="T0" fmla="*/ 766 w 56"/>
                <a:gd name="T1" fmla="*/ 387 h 47"/>
                <a:gd name="T2" fmla="*/ 319 w 56"/>
                <a:gd name="T3" fmla="*/ 998 h 47"/>
                <a:gd name="T4" fmla="*/ 766 w 56"/>
                <a:gd name="T5" fmla="*/ 842 h 47"/>
                <a:gd name="T6" fmla="*/ 702 w 56"/>
                <a:gd name="T7" fmla="*/ 32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7">
                  <a:moveTo>
                    <a:pt x="49" y="18"/>
                  </a:moveTo>
                  <a:cubicBezTo>
                    <a:pt x="31" y="0"/>
                    <a:pt x="0" y="40"/>
                    <a:pt x="20" y="46"/>
                  </a:cubicBezTo>
                  <a:cubicBezTo>
                    <a:pt x="25" y="47"/>
                    <a:pt x="45" y="42"/>
                    <a:pt x="49" y="39"/>
                  </a:cubicBezTo>
                  <a:cubicBezTo>
                    <a:pt x="55" y="33"/>
                    <a:pt x="56" y="15"/>
                    <a:pt x="45" y="15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1375">
              <a:extLst>
                <a:ext uri="{FF2B5EF4-FFF2-40B4-BE49-F238E27FC236}">
                  <a16:creationId xmlns:a16="http://schemas.microsoft.com/office/drawing/2014/main" id="{5DEE1706-9429-4552-ABB0-0E8C10702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263"/>
              <a:ext cx="130" cy="101"/>
            </a:xfrm>
            <a:custGeom>
              <a:avLst/>
              <a:gdLst>
                <a:gd name="T0" fmla="*/ 1085 w 75"/>
                <a:gd name="T1" fmla="*/ 297 h 55"/>
                <a:gd name="T2" fmla="*/ 390 w 75"/>
                <a:gd name="T3" fmla="*/ 81 h 55"/>
                <a:gd name="T4" fmla="*/ 185 w 75"/>
                <a:gd name="T5" fmla="*/ 940 h 55"/>
                <a:gd name="T6" fmla="*/ 496 w 75"/>
                <a:gd name="T7" fmla="*/ 799 h 55"/>
                <a:gd name="T8" fmla="*/ 829 w 75"/>
                <a:gd name="T9" fmla="*/ 600 h 55"/>
                <a:gd name="T10" fmla="*/ 1109 w 75"/>
                <a:gd name="T11" fmla="*/ 274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5">
                  <a:moveTo>
                    <a:pt x="69" y="14"/>
                  </a:moveTo>
                  <a:cubicBezTo>
                    <a:pt x="65" y="0"/>
                    <a:pt x="35" y="1"/>
                    <a:pt x="25" y="4"/>
                  </a:cubicBezTo>
                  <a:cubicBezTo>
                    <a:pt x="10" y="9"/>
                    <a:pt x="0" y="33"/>
                    <a:pt x="12" y="45"/>
                  </a:cubicBezTo>
                  <a:cubicBezTo>
                    <a:pt x="21" y="55"/>
                    <a:pt x="26" y="46"/>
                    <a:pt x="32" y="38"/>
                  </a:cubicBezTo>
                  <a:cubicBezTo>
                    <a:pt x="38" y="31"/>
                    <a:pt x="44" y="30"/>
                    <a:pt x="53" y="29"/>
                  </a:cubicBezTo>
                  <a:cubicBezTo>
                    <a:pt x="63" y="27"/>
                    <a:pt x="75" y="26"/>
                    <a:pt x="71" y="13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1376">
              <a:extLst>
                <a:ext uri="{FF2B5EF4-FFF2-40B4-BE49-F238E27FC236}">
                  <a16:creationId xmlns:a16="http://schemas.microsoft.com/office/drawing/2014/main" id="{C84AB367-9912-44AD-809D-831557708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111"/>
              <a:ext cx="118" cy="76"/>
            </a:xfrm>
            <a:custGeom>
              <a:avLst/>
              <a:gdLst>
                <a:gd name="T0" fmla="*/ 861 w 68"/>
                <a:gd name="T1" fmla="*/ 178 h 41"/>
                <a:gd name="T2" fmla="*/ 298 w 68"/>
                <a:gd name="T3" fmla="*/ 82 h 41"/>
                <a:gd name="T4" fmla="*/ 172 w 68"/>
                <a:gd name="T5" fmla="*/ 764 h 41"/>
                <a:gd name="T6" fmla="*/ 564 w 68"/>
                <a:gd name="T7" fmla="*/ 814 h 41"/>
                <a:gd name="T8" fmla="*/ 916 w 68"/>
                <a:gd name="T9" fmla="*/ 693 h 41"/>
                <a:gd name="T10" fmla="*/ 880 w 68"/>
                <a:gd name="T11" fmla="*/ 20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1">
                  <a:moveTo>
                    <a:pt x="55" y="8"/>
                  </a:moveTo>
                  <a:cubicBezTo>
                    <a:pt x="45" y="4"/>
                    <a:pt x="30" y="0"/>
                    <a:pt x="19" y="4"/>
                  </a:cubicBezTo>
                  <a:cubicBezTo>
                    <a:pt x="6" y="9"/>
                    <a:pt x="0" y="23"/>
                    <a:pt x="11" y="35"/>
                  </a:cubicBezTo>
                  <a:cubicBezTo>
                    <a:pt x="18" y="41"/>
                    <a:pt x="27" y="39"/>
                    <a:pt x="36" y="37"/>
                  </a:cubicBezTo>
                  <a:cubicBezTo>
                    <a:pt x="42" y="36"/>
                    <a:pt x="53" y="36"/>
                    <a:pt x="58" y="32"/>
                  </a:cubicBezTo>
                  <a:cubicBezTo>
                    <a:pt x="68" y="25"/>
                    <a:pt x="61" y="16"/>
                    <a:pt x="56" y="9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1377">
              <a:extLst>
                <a:ext uri="{FF2B5EF4-FFF2-40B4-BE49-F238E27FC236}">
                  <a16:creationId xmlns:a16="http://schemas.microsoft.com/office/drawing/2014/main" id="{020568CE-D9BC-4BA0-8863-D7634083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146"/>
              <a:ext cx="69" cy="60"/>
            </a:xfrm>
            <a:custGeom>
              <a:avLst/>
              <a:gdLst>
                <a:gd name="T0" fmla="*/ 504 w 40"/>
                <a:gd name="T1" fmla="*/ 113 h 32"/>
                <a:gd name="T2" fmla="*/ 185 w 40"/>
                <a:gd name="T3" fmla="*/ 73 h 32"/>
                <a:gd name="T4" fmla="*/ 83 w 40"/>
                <a:gd name="T5" fmla="*/ 482 h 32"/>
                <a:gd name="T6" fmla="*/ 524 w 40"/>
                <a:gd name="T7" fmla="*/ 13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33" y="5"/>
                  </a:moveTo>
                  <a:cubicBezTo>
                    <a:pt x="26" y="4"/>
                    <a:pt x="18" y="0"/>
                    <a:pt x="12" y="3"/>
                  </a:cubicBezTo>
                  <a:cubicBezTo>
                    <a:pt x="5" y="5"/>
                    <a:pt x="0" y="14"/>
                    <a:pt x="5" y="21"/>
                  </a:cubicBezTo>
                  <a:cubicBezTo>
                    <a:pt x="13" y="32"/>
                    <a:pt x="40" y="21"/>
                    <a:pt x="34" y="6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1378">
              <a:extLst>
                <a:ext uri="{FF2B5EF4-FFF2-40B4-BE49-F238E27FC236}">
                  <a16:creationId xmlns:a16="http://schemas.microsoft.com/office/drawing/2014/main" id="{32BB9BD5-EB95-4113-AFBE-8E9690773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108"/>
              <a:ext cx="159" cy="118"/>
            </a:xfrm>
            <a:custGeom>
              <a:avLst/>
              <a:gdLst>
                <a:gd name="T0" fmla="*/ 149 w 92"/>
                <a:gd name="T1" fmla="*/ 1152 h 64"/>
                <a:gd name="T2" fmla="*/ 296 w 92"/>
                <a:gd name="T3" fmla="*/ 407 h 64"/>
                <a:gd name="T4" fmla="*/ 1099 w 92"/>
                <a:gd name="T5" fmla="*/ 24 h 64"/>
                <a:gd name="T6" fmla="*/ 1398 w 92"/>
                <a:gd name="T7" fmla="*/ 452 h 64"/>
                <a:gd name="T8" fmla="*/ 1189 w 92"/>
                <a:gd name="T9" fmla="*/ 765 h 64"/>
                <a:gd name="T10" fmla="*/ 588 w 92"/>
                <a:gd name="T11" fmla="*/ 1261 h 64"/>
                <a:gd name="T12" fmla="*/ 149 w 92"/>
                <a:gd name="T13" fmla="*/ 121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4">
                  <a:moveTo>
                    <a:pt x="10" y="54"/>
                  </a:moveTo>
                  <a:cubicBezTo>
                    <a:pt x="0" y="46"/>
                    <a:pt x="11" y="25"/>
                    <a:pt x="19" y="19"/>
                  </a:cubicBezTo>
                  <a:cubicBezTo>
                    <a:pt x="30" y="10"/>
                    <a:pt x="56" y="0"/>
                    <a:pt x="71" y="1"/>
                  </a:cubicBezTo>
                  <a:cubicBezTo>
                    <a:pt x="82" y="1"/>
                    <a:pt x="90" y="10"/>
                    <a:pt x="91" y="21"/>
                  </a:cubicBezTo>
                  <a:cubicBezTo>
                    <a:pt x="92" y="32"/>
                    <a:pt x="86" y="32"/>
                    <a:pt x="77" y="36"/>
                  </a:cubicBezTo>
                  <a:cubicBezTo>
                    <a:pt x="63" y="42"/>
                    <a:pt x="53" y="53"/>
                    <a:pt x="38" y="59"/>
                  </a:cubicBezTo>
                  <a:cubicBezTo>
                    <a:pt x="31" y="63"/>
                    <a:pt x="14" y="64"/>
                    <a:pt x="10" y="57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1379">
              <a:extLst>
                <a:ext uri="{FF2B5EF4-FFF2-40B4-BE49-F238E27FC236}">
                  <a16:creationId xmlns:a16="http://schemas.microsoft.com/office/drawing/2014/main" id="{75041EC5-BCA3-4F8E-B3CE-DC56F6F48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403"/>
              <a:ext cx="111" cy="87"/>
            </a:xfrm>
            <a:custGeom>
              <a:avLst/>
              <a:gdLst>
                <a:gd name="T0" fmla="*/ 787 w 64"/>
                <a:gd name="T1" fmla="*/ 44 h 47"/>
                <a:gd name="T2" fmla="*/ 28 w 64"/>
                <a:gd name="T3" fmla="*/ 357 h 47"/>
                <a:gd name="T4" fmla="*/ 87 w 64"/>
                <a:gd name="T5" fmla="*/ 870 h 47"/>
                <a:gd name="T6" fmla="*/ 454 w 64"/>
                <a:gd name="T7" fmla="*/ 609 h 47"/>
                <a:gd name="T8" fmla="*/ 987 w 64"/>
                <a:gd name="T9" fmla="*/ 411 h 47"/>
                <a:gd name="T10" fmla="*/ 852 w 64"/>
                <a:gd name="T11" fmla="*/ 81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7">
                  <a:moveTo>
                    <a:pt x="50" y="2"/>
                  </a:moveTo>
                  <a:cubicBezTo>
                    <a:pt x="36" y="2"/>
                    <a:pt x="10" y="0"/>
                    <a:pt x="2" y="16"/>
                  </a:cubicBezTo>
                  <a:cubicBezTo>
                    <a:pt x="0" y="22"/>
                    <a:pt x="0" y="36"/>
                    <a:pt x="6" y="40"/>
                  </a:cubicBezTo>
                  <a:cubicBezTo>
                    <a:pt x="16" y="47"/>
                    <a:pt x="22" y="32"/>
                    <a:pt x="29" y="28"/>
                  </a:cubicBezTo>
                  <a:cubicBezTo>
                    <a:pt x="38" y="21"/>
                    <a:pt x="59" y="34"/>
                    <a:pt x="63" y="19"/>
                  </a:cubicBezTo>
                  <a:cubicBezTo>
                    <a:pt x="64" y="12"/>
                    <a:pt x="60" y="6"/>
                    <a:pt x="54" y="4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1380">
              <a:extLst>
                <a:ext uri="{FF2B5EF4-FFF2-40B4-BE49-F238E27FC236}">
                  <a16:creationId xmlns:a16="http://schemas.microsoft.com/office/drawing/2014/main" id="{74FF0223-70B7-483C-A3E2-05CEFBE03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084"/>
              <a:ext cx="97" cy="66"/>
            </a:xfrm>
            <a:custGeom>
              <a:avLst/>
              <a:gdLst>
                <a:gd name="T0" fmla="*/ 62 w 56"/>
                <a:gd name="T1" fmla="*/ 475 h 36"/>
                <a:gd name="T2" fmla="*/ 151 w 56"/>
                <a:gd name="T3" fmla="*/ 172 h 36"/>
                <a:gd name="T4" fmla="*/ 454 w 56"/>
                <a:gd name="T5" fmla="*/ 0 h 36"/>
                <a:gd name="T6" fmla="*/ 786 w 56"/>
                <a:gd name="T7" fmla="*/ 451 h 36"/>
                <a:gd name="T8" fmla="*/ 405 w 56"/>
                <a:gd name="T9" fmla="*/ 541 h 36"/>
                <a:gd name="T10" fmla="*/ 28 w 56"/>
                <a:gd name="T11" fmla="*/ 56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36">
                  <a:moveTo>
                    <a:pt x="4" y="23"/>
                  </a:moveTo>
                  <a:cubicBezTo>
                    <a:pt x="0" y="20"/>
                    <a:pt x="7" y="11"/>
                    <a:pt x="10" y="8"/>
                  </a:cubicBezTo>
                  <a:cubicBezTo>
                    <a:pt x="16" y="3"/>
                    <a:pt x="21" y="0"/>
                    <a:pt x="29" y="0"/>
                  </a:cubicBezTo>
                  <a:cubicBezTo>
                    <a:pt x="38" y="0"/>
                    <a:pt x="56" y="10"/>
                    <a:pt x="50" y="22"/>
                  </a:cubicBezTo>
                  <a:cubicBezTo>
                    <a:pt x="45" y="31"/>
                    <a:pt x="33" y="23"/>
                    <a:pt x="26" y="26"/>
                  </a:cubicBezTo>
                  <a:cubicBezTo>
                    <a:pt x="18" y="29"/>
                    <a:pt x="9" y="36"/>
                    <a:pt x="2" y="27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1381">
              <a:extLst>
                <a:ext uri="{FF2B5EF4-FFF2-40B4-BE49-F238E27FC236}">
                  <a16:creationId xmlns:a16="http://schemas.microsoft.com/office/drawing/2014/main" id="{07435B3E-C14A-415F-9D19-69A705A73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960"/>
              <a:ext cx="86" cy="77"/>
            </a:xfrm>
            <a:custGeom>
              <a:avLst/>
              <a:gdLst>
                <a:gd name="T0" fmla="*/ 169 w 50"/>
                <a:gd name="T1" fmla="*/ 790 h 42"/>
                <a:gd name="T2" fmla="*/ 270 w 50"/>
                <a:gd name="T3" fmla="*/ 149 h 42"/>
                <a:gd name="T4" fmla="*/ 671 w 50"/>
                <a:gd name="T5" fmla="*/ 273 h 42"/>
                <a:gd name="T6" fmla="*/ 464 w 50"/>
                <a:gd name="T7" fmla="*/ 578 h 42"/>
                <a:gd name="T8" fmla="*/ 227 w 50"/>
                <a:gd name="T9" fmla="*/ 79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2">
                  <a:moveTo>
                    <a:pt x="11" y="38"/>
                  </a:moveTo>
                  <a:cubicBezTo>
                    <a:pt x="0" y="35"/>
                    <a:pt x="13" y="11"/>
                    <a:pt x="18" y="7"/>
                  </a:cubicBezTo>
                  <a:cubicBezTo>
                    <a:pt x="27" y="0"/>
                    <a:pt x="41" y="2"/>
                    <a:pt x="45" y="13"/>
                  </a:cubicBezTo>
                  <a:cubicBezTo>
                    <a:pt x="50" y="25"/>
                    <a:pt x="36" y="22"/>
                    <a:pt x="31" y="28"/>
                  </a:cubicBezTo>
                  <a:cubicBezTo>
                    <a:pt x="25" y="35"/>
                    <a:pt x="29" y="42"/>
                    <a:pt x="15" y="38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1382">
              <a:extLst>
                <a:ext uri="{FF2B5EF4-FFF2-40B4-BE49-F238E27FC236}">
                  <a16:creationId xmlns:a16="http://schemas.microsoft.com/office/drawing/2014/main" id="{23317F78-5AD2-40CA-990B-422B72B04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309"/>
              <a:ext cx="63" cy="78"/>
            </a:xfrm>
            <a:custGeom>
              <a:avLst/>
              <a:gdLst>
                <a:gd name="T0" fmla="*/ 172 w 36"/>
                <a:gd name="T1" fmla="*/ 821 h 42"/>
                <a:gd name="T2" fmla="*/ 179 w 36"/>
                <a:gd name="T3" fmla="*/ 238 h 42"/>
                <a:gd name="T4" fmla="*/ 592 w 36"/>
                <a:gd name="T5" fmla="*/ 290 h 42"/>
                <a:gd name="T6" fmla="*/ 478 w 36"/>
                <a:gd name="T7" fmla="*/ 462 h 42"/>
                <a:gd name="T8" fmla="*/ 413 w 36"/>
                <a:gd name="T9" fmla="*/ 665 h 42"/>
                <a:gd name="T10" fmla="*/ 236 w 36"/>
                <a:gd name="T11" fmla="*/ 84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2">
                  <a:moveTo>
                    <a:pt x="10" y="37"/>
                  </a:moveTo>
                  <a:cubicBezTo>
                    <a:pt x="0" y="33"/>
                    <a:pt x="5" y="17"/>
                    <a:pt x="11" y="11"/>
                  </a:cubicBezTo>
                  <a:cubicBezTo>
                    <a:pt x="17" y="5"/>
                    <a:pt x="35" y="0"/>
                    <a:pt x="36" y="13"/>
                  </a:cubicBezTo>
                  <a:cubicBezTo>
                    <a:pt x="36" y="19"/>
                    <a:pt x="32" y="18"/>
                    <a:pt x="29" y="21"/>
                  </a:cubicBezTo>
                  <a:cubicBezTo>
                    <a:pt x="25" y="25"/>
                    <a:pt x="26" y="25"/>
                    <a:pt x="25" y="30"/>
                  </a:cubicBezTo>
                  <a:cubicBezTo>
                    <a:pt x="24" y="35"/>
                    <a:pt x="21" y="42"/>
                    <a:pt x="14" y="38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1" name="Freeform 1383">
              <a:extLst>
                <a:ext uri="{FF2B5EF4-FFF2-40B4-BE49-F238E27FC236}">
                  <a16:creationId xmlns:a16="http://schemas.microsoft.com/office/drawing/2014/main" id="{D579867A-9DE4-4CEA-93AA-F70B959DF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263"/>
              <a:ext cx="66" cy="66"/>
            </a:xfrm>
            <a:custGeom>
              <a:avLst/>
              <a:gdLst>
                <a:gd name="T0" fmla="*/ 234 w 38"/>
                <a:gd name="T1" fmla="*/ 689 h 36"/>
                <a:gd name="T2" fmla="*/ 556 w 38"/>
                <a:gd name="T3" fmla="*/ 273 h 36"/>
                <a:gd name="T4" fmla="*/ 234 w 38"/>
                <a:gd name="T5" fmla="*/ 70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6">
                  <a:moveTo>
                    <a:pt x="15" y="33"/>
                  </a:moveTo>
                  <a:cubicBezTo>
                    <a:pt x="0" y="21"/>
                    <a:pt x="30" y="0"/>
                    <a:pt x="35" y="13"/>
                  </a:cubicBezTo>
                  <a:cubicBezTo>
                    <a:pt x="38" y="24"/>
                    <a:pt x="23" y="36"/>
                    <a:pt x="15" y="34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2" name="Freeform 1384">
              <a:extLst>
                <a:ext uri="{FF2B5EF4-FFF2-40B4-BE49-F238E27FC236}">
                  <a16:creationId xmlns:a16="http://schemas.microsoft.com/office/drawing/2014/main" id="{2C994517-68F2-41B8-8F36-9BC1A5D81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462"/>
              <a:ext cx="85" cy="74"/>
            </a:xfrm>
            <a:custGeom>
              <a:avLst/>
              <a:gdLst>
                <a:gd name="T0" fmla="*/ 680 w 49"/>
                <a:gd name="T1" fmla="*/ 24 h 40"/>
                <a:gd name="T2" fmla="*/ 151 w 49"/>
                <a:gd name="T3" fmla="*/ 233 h 40"/>
                <a:gd name="T4" fmla="*/ 324 w 49"/>
                <a:gd name="T5" fmla="*/ 784 h 40"/>
                <a:gd name="T6" fmla="*/ 581 w 49"/>
                <a:gd name="T7" fmla="*/ 431 h 40"/>
                <a:gd name="T8" fmla="*/ 663 w 49"/>
                <a:gd name="T9" fmla="*/ 10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0">
                  <a:moveTo>
                    <a:pt x="43" y="1"/>
                  </a:moveTo>
                  <a:cubicBezTo>
                    <a:pt x="32" y="0"/>
                    <a:pt x="18" y="2"/>
                    <a:pt x="10" y="11"/>
                  </a:cubicBezTo>
                  <a:cubicBezTo>
                    <a:pt x="0" y="23"/>
                    <a:pt x="7" y="32"/>
                    <a:pt x="21" y="36"/>
                  </a:cubicBezTo>
                  <a:cubicBezTo>
                    <a:pt x="37" y="40"/>
                    <a:pt x="33" y="31"/>
                    <a:pt x="37" y="20"/>
                  </a:cubicBezTo>
                  <a:cubicBezTo>
                    <a:pt x="39" y="14"/>
                    <a:pt x="49" y="13"/>
                    <a:pt x="42" y="5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1385">
              <a:extLst>
                <a:ext uri="{FF2B5EF4-FFF2-40B4-BE49-F238E27FC236}">
                  <a16:creationId xmlns:a16="http://schemas.microsoft.com/office/drawing/2014/main" id="{F57452BB-B6E1-4F64-8B3D-954F92B3E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418"/>
              <a:ext cx="61" cy="87"/>
            </a:xfrm>
            <a:custGeom>
              <a:avLst/>
              <a:gdLst>
                <a:gd name="T0" fmla="*/ 535 w 35"/>
                <a:gd name="T1" fmla="*/ 278 h 47"/>
                <a:gd name="T2" fmla="*/ 195 w 35"/>
                <a:gd name="T3" fmla="*/ 998 h 47"/>
                <a:gd name="T4" fmla="*/ 434 w 35"/>
                <a:gd name="T5" fmla="*/ 589 h 47"/>
                <a:gd name="T6" fmla="*/ 535 w 35"/>
                <a:gd name="T7" fmla="*/ 30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33" y="13"/>
                  </a:moveTo>
                  <a:cubicBezTo>
                    <a:pt x="14" y="0"/>
                    <a:pt x="0" y="47"/>
                    <a:pt x="12" y="46"/>
                  </a:cubicBezTo>
                  <a:cubicBezTo>
                    <a:pt x="19" y="45"/>
                    <a:pt x="23" y="31"/>
                    <a:pt x="27" y="27"/>
                  </a:cubicBezTo>
                  <a:cubicBezTo>
                    <a:pt x="31" y="23"/>
                    <a:pt x="35" y="20"/>
                    <a:pt x="33" y="14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1386">
              <a:extLst>
                <a:ext uri="{FF2B5EF4-FFF2-40B4-BE49-F238E27FC236}">
                  <a16:creationId xmlns:a16="http://schemas.microsoft.com/office/drawing/2014/main" id="{93C745F1-152F-41B3-ABE0-C8577E9F3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610"/>
              <a:ext cx="85" cy="52"/>
            </a:xfrm>
            <a:custGeom>
              <a:avLst/>
              <a:gdLst>
                <a:gd name="T0" fmla="*/ 127 w 49"/>
                <a:gd name="T1" fmla="*/ 539 h 28"/>
                <a:gd name="T2" fmla="*/ 283 w 49"/>
                <a:gd name="T3" fmla="*/ 45 h 28"/>
                <a:gd name="T4" fmla="*/ 741 w 49"/>
                <a:gd name="T5" fmla="*/ 306 h 28"/>
                <a:gd name="T6" fmla="*/ 454 w 49"/>
                <a:gd name="T7" fmla="*/ 462 h 28"/>
                <a:gd name="T8" fmla="*/ 208 w 49"/>
                <a:gd name="T9" fmla="*/ 56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8">
                  <a:moveTo>
                    <a:pt x="8" y="24"/>
                  </a:moveTo>
                  <a:cubicBezTo>
                    <a:pt x="0" y="15"/>
                    <a:pt x="9" y="4"/>
                    <a:pt x="18" y="2"/>
                  </a:cubicBezTo>
                  <a:cubicBezTo>
                    <a:pt x="25" y="0"/>
                    <a:pt x="45" y="5"/>
                    <a:pt x="47" y="14"/>
                  </a:cubicBezTo>
                  <a:cubicBezTo>
                    <a:pt x="49" y="26"/>
                    <a:pt x="35" y="21"/>
                    <a:pt x="29" y="21"/>
                  </a:cubicBezTo>
                  <a:cubicBezTo>
                    <a:pt x="23" y="21"/>
                    <a:pt x="17" y="28"/>
                    <a:pt x="13" y="26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Freeform 1387">
              <a:extLst>
                <a:ext uri="{FF2B5EF4-FFF2-40B4-BE49-F238E27FC236}">
                  <a16:creationId xmlns:a16="http://schemas.microsoft.com/office/drawing/2014/main" id="{BDFFE0D8-90B1-4295-87FA-67375EFE2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544"/>
              <a:ext cx="82" cy="59"/>
            </a:xfrm>
            <a:custGeom>
              <a:avLst/>
              <a:gdLst>
                <a:gd name="T0" fmla="*/ 241 w 47"/>
                <a:gd name="T1" fmla="*/ 660 h 32"/>
                <a:gd name="T2" fmla="*/ 28 w 47"/>
                <a:gd name="T3" fmla="*/ 483 h 32"/>
                <a:gd name="T4" fmla="*/ 213 w 47"/>
                <a:gd name="T5" fmla="*/ 302 h 32"/>
                <a:gd name="T6" fmla="*/ 712 w 47"/>
                <a:gd name="T7" fmla="*/ 207 h 32"/>
                <a:gd name="T8" fmla="*/ 450 w 47"/>
                <a:gd name="T9" fmla="*/ 452 h 32"/>
                <a:gd name="T10" fmla="*/ 307 w 47"/>
                <a:gd name="T11" fmla="*/ 533 h 32"/>
                <a:gd name="T12" fmla="*/ 241 w 47"/>
                <a:gd name="T13" fmla="*/ 68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2">
                  <a:moveTo>
                    <a:pt x="15" y="31"/>
                  </a:moveTo>
                  <a:cubicBezTo>
                    <a:pt x="10" y="31"/>
                    <a:pt x="3" y="28"/>
                    <a:pt x="2" y="23"/>
                  </a:cubicBezTo>
                  <a:cubicBezTo>
                    <a:pt x="0" y="16"/>
                    <a:pt x="8" y="16"/>
                    <a:pt x="13" y="14"/>
                  </a:cubicBezTo>
                  <a:cubicBezTo>
                    <a:pt x="18" y="12"/>
                    <a:pt x="41" y="0"/>
                    <a:pt x="44" y="10"/>
                  </a:cubicBezTo>
                  <a:cubicBezTo>
                    <a:pt x="47" y="19"/>
                    <a:pt x="32" y="20"/>
                    <a:pt x="28" y="21"/>
                  </a:cubicBezTo>
                  <a:cubicBezTo>
                    <a:pt x="24" y="22"/>
                    <a:pt x="22" y="22"/>
                    <a:pt x="19" y="25"/>
                  </a:cubicBezTo>
                  <a:cubicBezTo>
                    <a:pt x="17" y="28"/>
                    <a:pt x="19" y="31"/>
                    <a:pt x="15" y="32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6" name="Freeform 1388">
              <a:extLst>
                <a:ext uri="{FF2B5EF4-FFF2-40B4-BE49-F238E27FC236}">
                  <a16:creationId xmlns:a16="http://schemas.microsoft.com/office/drawing/2014/main" id="{7E2782A7-C298-40FC-B34D-4C65E2C76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91"/>
              <a:ext cx="109" cy="74"/>
            </a:xfrm>
            <a:custGeom>
              <a:avLst/>
              <a:gdLst>
                <a:gd name="T0" fmla="*/ 824 w 63"/>
                <a:gd name="T1" fmla="*/ 178 h 40"/>
                <a:gd name="T2" fmla="*/ 341 w 63"/>
                <a:gd name="T3" fmla="*/ 81 h 40"/>
                <a:gd name="T4" fmla="*/ 107 w 63"/>
                <a:gd name="T5" fmla="*/ 740 h 40"/>
                <a:gd name="T6" fmla="*/ 341 w 63"/>
                <a:gd name="T7" fmla="*/ 664 h 40"/>
                <a:gd name="T8" fmla="*/ 590 w 63"/>
                <a:gd name="T9" fmla="*/ 455 h 40"/>
                <a:gd name="T10" fmla="*/ 808 w 63"/>
                <a:gd name="T11" fmla="*/ 26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">
                  <a:moveTo>
                    <a:pt x="53" y="8"/>
                  </a:moveTo>
                  <a:cubicBezTo>
                    <a:pt x="43" y="2"/>
                    <a:pt x="33" y="0"/>
                    <a:pt x="22" y="4"/>
                  </a:cubicBezTo>
                  <a:cubicBezTo>
                    <a:pt x="13" y="8"/>
                    <a:pt x="0" y="23"/>
                    <a:pt x="7" y="34"/>
                  </a:cubicBezTo>
                  <a:cubicBezTo>
                    <a:pt x="12" y="40"/>
                    <a:pt x="18" y="34"/>
                    <a:pt x="22" y="31"/>
                  </a:cubicBezTo>
                  <a:cubicBezTo>
                    <a:pt x="27" y="25"/>
                    <a:pt x="30" y="21"/>
                    <a:pt x="38" y="21"/>
                  </a:cubicBezTo>
                  <a:cubicBezTo>
                    <a:pt x="43" y="21"/>
                    <a:pt x="63" y="22"/>
                    <a:pt x="52" y="12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1389">
              <a:extLst>
                <a:ext uri="{FF2B5EF4-FFF2-40B4-BE49-F238E27FC236}">
                  <a16:creationId xmlns:a16="http://schemas.microsoft.com/office/drawing/2014/main" id="{FEFB6593-7325-4A9E-8295-6F5247B31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853"/>
              <a:ext cx="114" cy="105"/>
            </a:xfrm>
            <a:custGeom>
              <a:avLst/>
              <a:gdLst>
                <a:gd name="T0" fmla="*/ 444 w 66"/>
                <a:gd name="T1" fmla="*/ 1129 h 57"/>
                <a:gd name="T2" fmla="*/ 928 w 66"/>
                <a:gd name="T3" fmla="*/ 258 h 57"/>
                <a:gd name="T4" fmla="*/ 632 w 66"/>
                <a:gd name="T5" fmla="*/ 831 h 57"/>
                <a:gd name="T6" fmla="*/ 463 w 66"/>
                <a:gd name="T7" fmla="*/ 118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7">
                  <a:moveTo>
                    <a:pt x="29" y="53"/>
                  </a:moveTo>
                  <a:cubicBezTo>
                    <a:pt x="0" y="39"/>
                    <a:pt x="54" y="0"/>
                    <a:pt x="60" y="12"/>
                  </a:cubicBezTo>
                  <a:cubicBezTo>
                    <a:pt x="66" y="22"/>
                    <a:pt x="45" y="32"/>
                    <a:pt x="41" y="39"/>
                  </a:cubicBezTo>
                  <a:cubicBezTo>
                    <a:pt x="38" y="44"/>
                    <a:pt x="38" y="57"/>
                    <a:pt x="30" y="56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Freeform 1390">
              <a:extLst>
                <a:ext uri="{FF2B5EF4-FFF2-40B4-BE49-F238E27FC236}">
                  <a16:creationId xmlns:a16="http://schemas.microsoft.com/office/drawing/2014/main" id="{D6BB4680-68AD-498D-85B7-DA8385BB6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794"/>
              <a:ext cx="61" cy="62"/>
            </a:xfrm>
            <a:custGeom>
              <a:avLst/>
              <a:gdLst>
                <a:gd name="T0" fmla="*/ 127 w 35"/>
                <a:gd name="T1" fmla="*/ 642 h 34"/>
                <a:gd name="T2" fmla="*/ 127 w 35"/>
                <a:gd name="T3" fmla="*/ 295 h 34"/>
                <a:gd name="T4" fmla="*/ 498 w 35"/>
                <a:gd name="T5" fmla="*/ 162 h 34"/>
                <a:gd name="T6" fmla="*/ 159 w 35"/>
                <a:gd name="T7" fmla="*/ 68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8" y="32"/>
                  </a:moveTo>
                  <a:cubicBezTo>
                    <a:pt x="0" y="34"/>
                    <a:pt x="6" y="18"/>
                    <a:pt x="8" y="15"/>
                  </a:cubicBezTo>
                  <a:cubicBezTo>
                    <a:pt x="12" y="11"/>
                    <a:pt x="28" y="0"/>
                    <a:pt x="31" y="8"/>
                  </a:cubicBezTo>
                  <a:cubicBezTo>
                    <a:pt x="35" y="20"/>
                    <a:pt x="17" y="29"/>
                    <a:pt x="10" y="34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9" name="Freeform 1391">
              <a:extLst>
                <a:ext uri="{FF2B5EF4-FFF2-40B4-BE49-F238E27FC236}">
                  <a16:creationId xmlns:a16="http://schemas.microsoft.com/office/drawing/2014/main" id="{48A43084-CF0C-4FDC-9367-F0CEBA247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688"/>
              <a:ext cx="97" cy="67"/>
            </a:xfrm>
            <a:custGeom>
              <a:avLst/>
              <a:gdLst>
                <a:gd name="T0" fmla="*/ 825 w 56"/>
                <a:gd name="T1" fmla="*/ 181 h 36"/>
                <a:gd name="T2" fmla="*/ 255 w 56"/>
                <a:gd name="T3" fmla="*/ 238 h 36"/>
                <a:gd name="T4" fmla="*/ 49 w 56"/>
                <a:gd name="T5" fmla="*/ 488 h 36"/>
                <a:gd name="T6" fmla="*/ 147 w 56"/>
                <a:gd name="T7" fmla="*/ 808 h 36"/>
                <a:gd name="T8" fmla="*/ 442 w 56"/>
                <a:gd name="T9" fmla="*/ 599 h 36"/>
                <a:gd name="T10" fmla="*/ 722 w 56"/>
                <a:gd name="T11" fmla="*/ 540 h 36"/>
                <a:gd name="T12" fmla="*/ 825 w 56"/>
                <a:gd name="T13" fmla="*/ 18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36">
                  <a:moveTo>
                    <a:pt x="53" y="8"/>
                  </a:moveTo>
                  <a:cubicBezTo>
                    <a:pt x="46" y="0"/>
                    <a:pt x="24" y="7"/>
                    <a:pt x="16" y="11"/>
                  </a:cubicBezTo>
                  <a:cubicBezTo>
                    <a:pt x="11" y="14"/>
                    <a:pt x="6" y="17"/>
                    <a:pt x="3" y="22"/>
                  </a:cubicBezTo>
                  <a:cubicBezTo>
                    <a:pt x="0" y="27"/>
                    <a:pt x="2" y="35"/>
                    <a:pt x="9" y="36"/>
                  </a:cubicBezTo>
                  <a:cubicBezTo>
                    <a:pt x="16" y="36"/>
                    <a:pt x="20" y="28"/>
                    <a:pt x="28" y="27"/>
                  </a:cubicBezTo>
                  <a:cubicBezTo>
                    <a:pt x="35" y="26"/>
                    <a:pt x="39" y="28"/>
                    <a:pt x="46" y="24"/>
                  </a:cubicBezTo>
                  <a:cubicBezTo>
                    <a:pt x="51" y="21"/>
                    <a:pt x="56" y="15"/>
                    <a:pt x="53" y="8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0" name="Freeform 1392">
              <a:extLst>
                <a:ext uri="{FF2B5EF4-FFF2-40B4-BE49-F238E27FC236}">
                  <a16:creationId xmlns:a16="http://schemas.microsoft.com/office/drawing/2014/main" id="{FFBACF62-A467-4990-8739-EEDEA8CEC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762"/>
              <a:ext cx="125" cy="100"/>
            </a:xfrm>
            <a:custGeom>
              <a:avLst/>
              <a:gdLst>
                <a:gd name="T0" fmla="*/ 1010 w 72"/>
                <a:gd name="T1" fmla="*/ 44 h 54"/>
                <a:gd name="T2" fmla="*/ 691 w 72"/>
                <a:gd name="T3" fmla="*/ 81 h 54"/>
                <a:gd name="T4" fmla="*/ 507 w 72"/>
                <a:gd name="T5" fmla="*/ 456 h 54"/>
                <a:gd name="T6" fmla="*/ 148 w 72"/>
                <a:gd name="T7" fmla="*/ 1022 h 54"/>
                <a:gd name="T8" fmla="*/ 491 w 72"/>
                <a:gd name="T9" fmla="*/ 789 h 54"/>
                <a:gd name="T10" fmla="*/ 774 w 72"/>
                <a:gd name="T11" fmla="*/ 507 h 54"/>
                <a:gd name="T12" fmla="*/ 1024 w 72"/>
                <a:gd name="T13" fmla="*/ 69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54">
                  <a:moveTo>
                    <a:pt x="64" y="2"/>
                  </a:moveTo>
                  <a:cubicBezTo>
                    <a:pt x="58" y="0"/>
                    <a:pt x="49" y="1"/>
                    <a:pt x="44" y="4"/>
                  </a:cubicBezTo>
                  <a:cubicBezTo>
                    <a:pt x="37" y="8"/>
                    <a:pt x="36" y="15"/>
                    <a:pt x="32" y="21"/>
                  </a:cubicBezTo>
                  <a:cubicBezTo>
                    <a:pt x="27" y="26"/>
                    <a:pt x="0" y="36"/>
                    <a:pt x="9" y="47"/>
                  </a:cubicBezTo>
                  <a:cubicBezTo>
                    <a:pt x="16" y="54"/>
                    <a:pt x="28" y="41"/>
                    <a:pt x="31" y="36"/>
                  </a:cubicBezTo>
                  <a:cubicBezTo>
                    <a:pt x="36" y="28"/>
                    <a:pt x="41" y="27"/>
                    <a:pt x="49" y="23"/>
                  </a:cubicBezTo>
                  <a:cubicBezTo>
                    <a:pt x="55" y="20"/>
                    <a:pt x="72" y="11"/>
                    <a:pt x="65" y="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1" name="Freeform 1393">
              <a:extLst>
                <a:ext uri="{FF2B5EF4-FFF2-40B4-BE49-F238E27FC236}">
                  <a16:creationId xmlns:a16="http://schemas.microsoft.com/office/drawing/2014/main" id="{C885F6C3-613D-4AC5-87FA-D06C0E905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860"/>
              <a:ext cx="69" cy="70"/>
            </a:xfrm>
            <a:custGeom>
              <a:avLst/>
              <a:gdLst>
                <a:gd name="T0" fmla="*/ 550 w 40"/>
                <a:gd name="T1" fmla="*/ 24 h 38"/>
                <a:gd name="T2" fmla="*/ 197 w 40"/>
                <a:gd name="T3" fmla="*/ 424 h 38"/>
                <a:gd name="T4" fmla="*/ 28 w 40"/>
                <a:gd name="T5" fmla="*/ 601 h 38"/>
                <a:gd name="T6" fmla="*/ 122 w 40"/>
                <a:gd name="T7" fmla="*/ 763 h 38"/>
                <a:gd name="T8" fmla="*/ 354 w 40"/>
                <a:gd name="T9" fmla="*/ 737 h 38"/>
                <a:gd name="T10" fmla="*/ 488 w 40"/>
                <a:gd name="T11" fmla="*/ 356 h 38"/>
                <a:gd name="T12" fmla="*/ 595 w 40"/>
                <a:gd name="T13" fmla="*/ 206 h 38"/>
                <a:gd name="T14" fmla="*/ 566 w 40"/>
                <a:gd name="T15" fmla="*/ 44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8">
                  <a:moveTo>
                    <a:pt x="36" y="1"/>
                  </a:moveTo>
                  <a:cubicBezTo>
                    <a:pt x="22" y="0"/>
                    <a:pt x="21" y="12"/>
                    <a:pt x="13" y="20"/>
                  </a:cubicBezTo>
                  <a:cubicBezTo>
                    <a:pt x="10" y="23"/>
                    <a:pt x="4" y="23"/>
                    <a:pt x="2" y="28"/>
                  </a:cubicBezTo>
                  <a:cubicBezTo>
                    <a:pt x="0" y="34"/>
                    <a:pt x="3" y="35"/>
                    <a:pt x="8" y="36"/>
                  </a:cubicBezTo>
                  <a:cubicBezTo>
                    <a:pt x="12" y="36"/>
                    <a:pt x="19" y="38"/>
                    <a:pt x="23" y="35"/>
                  </a:cubicBezTo>
                  <a:cubicBezTo>
                    <a:pt x="28" y="31"/>
                    <a:pt x="29" y="23"/>
                    <a:pt x="32" y="17"/>
                  </a:cubicBezTo>
                  <a:cubicBezTo>
                    <a:pt x="34" y="15"/>
                    <a:pt x="38" y="13"/>
                    <a:pt x="39" y="10"/>
                  </a:cubicBezTo>
                  <a:cubicBezTo>
                    <a:pt x="40" y="8"/>
                    <a:pt x="40" y="2"/>
                    <a:pt x="37" y="2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2" name="Freeform 1394">
              <a:extLst>
                <a:ext uri="{FF2B5EF4-FFF2-40B4-BE49-F238E27FC236}">
                  <a16:creationId xmlns:a16="http://schemas.microsoft.com/office/drawing/2014/main" id="{E4F98B12-FE11-4159-A0D8-531D7EF4B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701"/>
              <a:ext cx="68" cy="56"/>
            </a:xfrm>
            <a:custGeom>
              <a:avLst/>
              <a:gdLst>
                <a:gd name="T0" fmla="*/ 28 w 39"/>
                <a:gd name="T1" fmla="*/ 338 h 30"/>
                <a:gd name="T2" fmla="*/ 159 w 39"/>
                <a:gd name="T3" fmla="*/ 45 h 30"/>
                <a:gd name="T4" fmla="*/ 434 w 39"/>
                <a:gd name="T5" fmla="*/ 136 h 30"/>
                <a:gd name="T6" fmla="*/ 610 w 39"/>
                <a:gd name="T7" fmla="*/ 450 h 30"/>
                <a:gd name="T8" fmla="*/ 471 w 39"/>
                <a:gd name="T9" fmla="*/ 547 h 30"/>
                <a:gd name="T10" fmla="*/ 307 w 39"/>
                <a:gd name="T11" fmla="*/ 631 h 30"/>
                <a:gd name="T12" fmla="*/ 148 w 39"/>
                <a:gd name="T13" fmla="*/ 631 h 30"/>
                <a:gd name="T14" fmla="*/ 49 w 39"/>
                <a:gd name="T15" fmla="*/ 366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0">
                  <a:moveTo>
                    <a:pt x="2" y="15"/>
                  </a:moveTo>
                  <a:cubicBezTo>
                    <a:pt x="6" y="14"/>
                    <a:pt x="5" y="4"/>
                    <a:pt x="10" y="2"/>
                  </a:cubicBezTo>
                  <a:cubicBezTo>
                    <a:pt x="15" y="0"/>
                    <a:pt x="23" y="3"/>
                    <a:pt x="27" y="6"/>
                  </a:cubicBezTo>
                  <a:cubicBezTo>
                    <a:pt x="32" y="8"/>
                    <a:pt x="38" y="14"/>
                    <a:pt x="38" y="20"/>
                  </a:cubicBezTo>
                  <a:cubicBezTo>
                    <a:pt x="39" y="28"/>
                    <a:pt x="34" y="24"/>
                    <a:pt x="29" y="24"/>
                  </a:cubicBezTo>
                  <a:cubicBezTo>
                    <a:pt x="24" y="23"/>
                    <a:pt x="23" y="26"/>
                    <a:pt x="19" y="28"/>
                  </a:cubicBezTo>
                  <a:cubicBezTo>
                    <a:pt x="15" y="30"/>
                    <a:pt x="12" y="30"/>
                    <a:pt x="9" y="28"/>
                  </a:cubicBezTo>
                  <a:cubicBezTo>
                    <a:pt x="5" y="27"/>
                    <a:pt x="0" y="21"/>
                    <a:pt x="3" y="16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3" name="Freeform 1395">
              <a:extLst>
                <a:ext uri="{FF2B5EF4-FFF2-40B4-BE49-F238E27FC236}">
                  <a16:creationId xmlns:a16="http://schemas.microsoft.com/office/drawing/2014/main" id="{5B9C3D47-76B7-4C5B-B40C-FD224482B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834"/>
              <a:ext cx="53" cy="58"/>
            </a:xfrm>
            <a:custGeom>
              <a:avLst/>
              <a:gdLst>
                <a:gd name="T0" fmla="*/ 145 w 31"/>
                <a:gd name="T1" fmla="*/ 602 h 31"/>
                <a:gd name="T2" fmla="*/ 409 w 31"/>
                <a:gd name="T3" fmla="*/ 339 h 31"/>
                <a:gd name="T4" fmla="*/ 371 w 31"/>
                <a:gd name="T5" fmla="*/ 687 h 31"/>
                <a:gd name="T6" fmla="*/ 145 w 31"/>
                <a:gd name="T7" fmla="*/ 62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1">
                  <a:moveTo>
                    <a:pt x="10" y="26"/>
                  </a:moveTo>
                  <a:cubicBezTo>
                    <a:pt x="0" y="11"/>
                    <a:pt x="21" y="0"/>
                    <a:pt x="28" y="15"/>
                  </a:cubicBezTo>
                  <a:cubicBezTo>
                    <a:pt x="30" y="19"/>
                    <a:pt x="31" y="28"/>
                    <a:pt x="25" y="30"/>
                  </a:cubicBezTo>
                  <a:cubicBezTo>
                    <a:pt x="23" y="31"/>
                    <a:pt x="12" y="29"/>
                    <a:pt x="10" y="27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1396">
              <a:extLst>
                <a:ext uri="{FF2B5EF4-FFF2-40B4-BE49-F238E27FC236}">
                  <a16:creationId xmlns:a16="http://schemas.microsoft.com/office/drawing/2014/main" id="{C6846DB0-EE54-4A0D-A015-BC74C94EA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688"/>
              <a:ext cx="60" cy="65"/>
            </a:xfrm>
            <a:custGeom>
              <a:avLst/>
              <a:gdLst>
                <a:gd name="T0" fmla="*/ 77 w 35"/>
                <a:gd name="T1" fmla="*/ 724 h 35"/>
                <a:gd name="T2" fmla="*/ 62 w 35"/>
                <a:gd name="T3" fmla="*/ 442 h 35"/>
                <a:gd name="T4" fmla="*/ 77 w 35"/>
                <a:gd name="T5" fmla="*/ 128 h 35"/>
                <a:gd name="T6" fmla="*/ 353 w 35"/>
                <a:gd name="T7" fmla="*/ 24 h 35"/>
                <a:gd name="T8" fmla="*/ 494 w 35"/>
                <a:gd name="T9" fmla="*/ 128 h 35"/>
                <a:gd name="T10" fmla="*/ 231 w 35"/>
                <a:gd name="T11" fmla="*/ 379 h 35"/>
                <a:gd name="T12" fmla="*/ 106 w 35"/>
                <a:gd name="T13" fmla="*/ 70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5">
                  <a:moveTo>
                    <a:pt x="5" y="33"/>
                  </a:moveTo>
                  <a:cubicBezTo>
                    <a:pt x="2" y="30"/>
                    <a:pt x="5" y="24"/>
                    <a:pt x="4" y="20"/>
                  </a:cubicBezTo>
                  <a:cubicBezTo>
                    <a:pt x="3" y="15"/>
                    <a:pt x="0" y="10"/>
                    <a:pt x="5" y="6"/>
                  </a:cubicBezTo>
                  <a:cubicBezTo>
                    <a:pt x="9" y="1"/>
                    <a:pt x="17" y="0"/>
                    <a:pt x="24" y="1"/>
                  </a:cubicBezTo>
                  <a:cubicBezTo>
                    <a:pt x="27" y="2"/>
                    <a:pt x="35" y="1"/>
                    <a:pt x="33" y="6"/>
                  </a:cubicBezTo>
                  <a:cubicBezTo>
                    <a:pt x="29" y="13"/>
                    <a:pt x="18" y="7"/>
                    <a:pt x="16" y="17"/>
                  </a:cubicBezTo>
                  <a:cubicBezTo>
                    <a:pt x="16" y="21"/>
                    <a:pt x="14" y="35"/>
                    <a:pt x="7" y="32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1397">
              <a:extLst>
                <a:ext uri="{FF2B5EF4-FFF2-40B4-BE49-F238E27FC236}">
                  <a16:creationId xmlns:a16="http://schemas.microsoft.com/office/drawing/2014/main" id="{11759B53-6B42-43D1-9595-8EE6027C8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766"/>
              <a:ext cx="35" cy="65"/>
            </a:xfrm>
            <a:custGeom>
              <a:avLst/>
              <a:gdLst>
                <a:gd name="T0" fmla="*/ 179 w 20"/>
                <a:gd name="T1" fmla="*/ 776 h 35"/>
                <a:gd name="T2" fmla="*/ 21 w 20"/>
                <a:gd name="T3" fmla="*/ 418 h 35"/>
                <a:gd name="T4" fmla="*/ 301 w 20"/>
                <a:gd name="T5" fmla="*/ 225 h 35"/>
                <a:gd name="T6" fmla="*/ 249 w 20"/>
                <a:gd name="T7" fmla="*/ 358 h 35"/>
                <a:gd name="T8" fmla="*/ 200 w 20"/>
                <a:gd name="T9" fmla="*/ 539 h 35"/>
                <a:gd name="T10" fmla="*/ 236 w 20"/>
                <a:gd name="T11" fmla="*/ 693 h 35"/>
                <a:gd name="T12" fmla="*/ 172 w 20"/>
                <a:gd name="T13" fmla="*/ 74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5">
                  <a:moveTo>
                    <a:pt x="11" y="35"/>
                  </a:moveTo>
                  <a:cubicBezTo>
                    <a:pt x="3" y="35"/>
                    <a:pt x="0" y="25"/>
                    <a:pt x="1" y="19"/>
                  </a:cubicBezTo>
                  <a:cubicBezTo>
                    <a:pt x="1" y="12"/>
                    <a:pt x="11" y="0"/>
                    <a:pt x="18" y="10"/>
                  </a:cubicBezTo>
                  <a:cubicBezTo>
                    <a:pt x="20" y="13"/>
                    <a:pt x="18" y="14"/>
                    <a:pt x="15" y="16"/>
                  </a:cubicBezTo>
                  <a:cubicBezTo>
                    <a:pt x="13" y="18"/>
                    <a:pt x="12" y="21"/>
                    <a:pt x="12" y="24"/>
                  </a:cubicBezTo>
                  <a:cubicBezTo>
                    <a:pt x="13" y="26"/>
                    <a:pt x="14" y="29"/>
                    <a:pt x="14" y="31"/>
                  </a:cubicBezTo>
                  <a:cubicBezTo>
                    <a:pt x="13" y="33"/>
                    <a:pt x="12" y="33"/>
                    <a:pt x="10" y="34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1398">
              <a:extLst>
                <a:ext uri="{FF2B5EF4-FFF2-40B4-BE49-F238E27FC236}">
                  <a16:creationId xmlns:a16="http://schemas.microsoft.com/office/drawing/2014/main" id="{DF93EB0A-4A2A-49A4-8FC9-E99696890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941"/>
              <a:ext cx="50" cy="72"/>
            </a:xfrm>
            <a:custGeom>
              <a:avLst/>
              <a:gdLst>
                <a:gd name="T0" fmla="*/ 398 w 29"/>
                <a:gd name="T1" fmla="*/ 194 h 39"/>
                <a:gd name="T2" fmla="*/ 184 w 29"/>
                <a:gd name="T3" fmla="*/ 810 h 39"/>
                <a:gd name="T4" fmla="*/ 255 w 29"/>
                <a:gd name="T5" fmla="*/ 641 h 39"/>
                <a:gd name="T6" fmla="*/ 353 w 29"/>
                <a:gd name="T7" fmla="*/ 454 h 39"/>
                <a:gd name="T8" fmla="*/ 381 w 29"/>
                <a:gd name="T9" fmla="*/ 20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9">
                  <a:moveTo>
                    <a:pt x="26" y="9"/>
                  </a:moveTo>
                  <a:cubicBezTo>
                    <a:pt x="8" y="0"/>
                    <a:pt x="0" y="35"/>
                    <a:pt x="12" y="38"/>
                  </a:cubicBezTo>
                  <a:cubicBezTo>
                    <a:pt x="17" y="39"/>
                    <a:pt x="17" y="33"/>
                    <a:pt x="17" y="30"/>
                  </a:cubicBezTo>
                  <a:cubicBezTo>
                    <a:pt x="18" y="25"/>
                    <a:pt x="20" y="24"/>
                    <a:pt x="23" y="21"/>
                  </a:cubicBezTo>
                  <a:cubicBezTo>
                    <a:pt x="26" y="18"/>
                    <a:pt x="29" y="14"/>
                    <a:pt x="25" y="10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1399">
              <a:extLst>
                <a:ext uri="{FF2B5EF4-FFF2-40B4-BE49-F238E27FC236}">
                  <a16:creationId xmlns:a16="http://schemas.microsoft.com/office/drawing/2014/main" id="{3CC14BB0-FC7A-4C93-8DAF-D32C99391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267"/>
              <a:ext cx="60" cy="75"/>
            </a:xfrm>
            <a:custGeom>
              <a:avLst/>
              <a:gdLst>
                <a:gd name="T0" fmla="*/ 473 w 35"/>
                <a:gd name="T1" fmla="*/ 44 h 41"/>
                <a:gd name="T2" fmla="*/ 147 w 35"/>
                <a:gd name="T3" fmla="*/ 227 h 41"/>
                <a:gd name="T4" fmla="*/ 86 w 35"/>
                <a:gd name="T5" fmla="*/ 739 h 41"/>
                <a:gd name="T6" fmla="*/ 206 w 35"/>
                <a:gd name="T7" fmla="*/ 693 h 41"/>
                <a:gd name="T8" fmla="*/ 326 w 35"/>
                <a:gd name="T9" fmla="*/ 391 h 41"/>
                <a:gd name="T10" fmla="*/ 494 w 35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1">
                  <a:moveTo>
                    <a:pt x="32" y="2"/>
                  </a:moveTo>
                  <a:cubicBezTo>
                    <a:pt x="23" y="0"/>
                    <a:pt x="17" y="5"/>
                    <a:pt x="10" y="11"/>
                  </a:cubicBezTo>
                  <a:cubicBezTo>
                    <a:pt x="5" y="15"/>
                    <a:pt x="0" y="30"/>
                    <a:pt x="6" y="36"/>
                  </a:cubicBezTo>
                  <a:cubicBezTo>
                    <a:pt x="11" y="41"/>
                    <a:pt x="12" y="38"/>
                    <a:pt x="14" y="34"/>
                  </a:cubicBezTo>
                  <a:cubicBezTo>
                    <a:pt x="16" y="27"/>
                    <a:pt x="16" y="23"/>
                    <a:pt x="22" y="19"/>
                  </a:cubicBezTo>
                  <a:cubicBezTo>
                    <a:pt x="27" y="15"/>
                    <a:pt x="35" y="7"/>
                    <a:pt x="33" y="0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8" name="Oval 1400">
              <a:extLst>
                <a:ext uri="{FF2B5EF4-FFF2-40B4-BE49-F238E27FC236}">
                  <a16:creationId xmlns:a16="http://schemas.microsoft.com/office/drawing/2014/main" id="{0651CFC1-D013-4879-9DBF-85276F8C4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1832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59" name="Rectangle 1401">
              <a:extLst>
                <a:ext uri="{FF2B5EF4-FFF2-40B4-BE49-F238E27FC236}">
                  <a16:creationId xmlns:a16="http://schemas.microsoft.com/office/drawing/2014/main" id="{665A5660-D58C-498C-B1BC-D1642CAB3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9" y="1845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0" name="Oval 1402">
              <a:extLst>
                <a:ext uri="{FF2B5EF4-FFF2-40B4-BE49-F238E27FC236}">
                  <a16:creationId xmlns:a16="http://schemas.microsoft.com/office/drawing/2014/main" id="{4D915BEE-B3A6-4816-BB0D-0889BB7DF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216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1" name="Oval 1403">
              <a:extLst>
                <a:ext uri="{FF2B5EF4-FFF2-40B4-BE49-F238E27FC236}">
                  <a16:creationId xmlns:a16="http://schemas.microsoft.com/office/drawing/2014/main" id="{C0C0DF5E-8203-426B-9D86-985792DF9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216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2" name="Oval 1404">
              <a:extLst>
                <a:ext uri="{FF2B5EF4-FFF2-40B4-BE49-F238E27FC236}">
                  <a16:creationId xmlns:a16="http://schemas.microsoft.com/office/drawing/2014/main" id="{37EF1B2B-3709-4DED-AD2F-1EDAA96BC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2327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3" name="Oval 1405">
              <a:extLst>
                <a:ext uri="{FF2B5EF4-FFF2-40B4-BE49-F238E27FC236}">
                  <a16:creationId xmlns:a16="http://schemas.microsoft.com/office/drawing/2014/main" id="{5C9A6506-36B4-40E8-B0C9-C2D7AA938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2320"/>
              <a:ext cx="5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4" name="Oval 1406">
              <a:extLst>
                <a:ext uri="{FF2B5EF4-FFF2-40B4-BE49-F238E27FC236}">
                  <a16:creationId xmlns:a16="http://schemas.microsoft.com/office/drawing/2014/main" id="{06B997BE-3381-4FA8-AB4B-750630ED5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460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5" name="Oval 1407">
              <a:extLst>
                <a:ext uri="{FF2B5EF4-FFF2-40B4-BE49-F238E27FC236}">
                  <a16:creationId xmlns:a16="http://schemas.microsoft.com/office/drawing/2014/main" id="{3CBFB3DA-E1A8-43A0-A1AD-A173808B5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446"/>
              <a:ext cx="6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6" name="Oval 1408">
              <a:extLst>
                <a:ext uri="{FF2B5EF4-FFF2-40B4-BE49-F238E27FC236}">
                  <a16:creationId xmlns:a16="http://schemas.microsoft.com/office/drawing/2014/main" id="{9AE45DDC-4D50-4F77-98FF-09565AC92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" y="2172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7" name="Oval 1409">
              <a:extLst>
                <a:ext uri="{FF2B5EF4-FFF2-40B4-BE49-F238E27FC236}">
                  <a16:creationId xmlns:a16="http://schemas.microsoft.com/office/drawing/2014/main" id="{B44C8212-7B20-4C07-A71A-8FB1B51E4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2163"/>
              <a:ext cx="5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8" name="Oval 1410">
              <a:extLst>
                <a:ext uri="{FF2B5EF4-FFF2-40B4-BE49-F238E27FC236}">
                  <a16:creationId xmlns:a16="http://schemas.microsoft.com/office/drawing/2014/main" id="{46279EFC-34DA-4249-96BF-ECE0BB866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9" y="1858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9" name="Oval 1411">
              <a:extLst>
                <a:ext uri="{FF2B5EF4-FFF2-40B4-BE49-F238E27FC236}">
                  <a16:creationId xmlns:a16="http://schemas.microsoft.com/office/drawing/2014/main" id="{36FA570D-A554-48F2-A476-87198251C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1" y="186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70" name="Oval 1412">
              <a:extLst>
                <a:ext uri="{FF2B5EF4-FFF2-40B4-BE49-F238E27FC236}">
                  <a16:creationId xmlns:a16="http://schemas.microsoft.com/office/drawing/2014/main" id="{DC532354-AF49-414D-A772-4CF98BCAE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" y="172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71" name="Oval 1413">
              <a:extLst>
                <a:ext uri="{FF2B5EF4-FFF2-40B4-BE49-F238E27FC236}">
                  <a16:creationId xmlns:a16="http://schemas.microsoft.com/office/drawing/2014/main" id="{57C2AC8D-380E-49B6-B14F-74301DB0B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185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72" name="Oval 1414">
              <a:extLst>
                <a:ext uri="{FF2B5EF4-FFF2-40B4-BE49-F238E27FC236}">
                  <a16:creationId xmlns:a16="http://schemas.microsoft.com/office/drawing/2014/main" id="{287F9D53-0EE4-43C6-9541-9C8933D88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1843"/>
              <a:ext cx="6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73" name="Freeform 1415">
              <a:extLst>
                <a:ext uri="{FF2B5EF4-FFF2-40B4-BE49-F238E27FC236}">
                  <a16:creationId xmlns:a16="http://schemas.microsoft.com/office/drawing/2014/main" id="{08F7B2F8-A6AD-4FA9-8086-487DA956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657"/>
              <a:ext cx="700" cy="209"/>
            </a:xfrm>
            <a:custGeom>
              <a:avLst/>
              <a:gdLst>
                <a:gd name="T0" fmla="*/ 6310 w 404"/>
                <a:gd name="T1" fmla="*/ 2399 h 113"/>
                <a:gd name="T2" fmla="*/ 5687 w 404"/>
                <a:gd name="T3" fmla="*/ 1580 h 113"/>
                <a:gd name="T4" fmla="*/ 4884 w 404"/>
                <a:gd name="T5" fmla="*/ 536 h 113"/>
                <a:gd name="T6" fmla="*/ 3840 w 404"/>
                <a:gd name="T7" fmla="*/ 24 h 113"/>
                <a:gd name="T8" fmla="*/ 2597 w 404"/>
                <a:gd name="T9" fmla="*/ 81 h 113"/>
                <a:gd name="T10" fmla="*/ 1624 w 404"/>
                <a:gd name="T11" fmla="*/ 483 h 113"/>
                <a:gd name="T12" fmla="*/ 750 w 404"/>
                <a:gd name="T13" fmla="*/ 1430 h 113"/>
                <a:gd name="T14" fmla="*/ 0 w 404"/>
                <a:gd name="T15" fmla="*/ 2375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4" h="113">
                  <a:moveTo>
                    <a:pt x="404" y="111"/>
                  </a:moveTo>
                  <a:cubicBezTo>
                    <a:pt x="388" y="113"/>
                    <a:pt x="371" y="85"/>
                    <a:pt x="364" y="73"/>
                  </a:cubicBezTo>
                  <a:cubicBezTo>
                    <a:pt x="351" y="54"/>
                    <a:pt x="334" y="36"/>
                    <a:pt x="313" y="25"/>
                  </a:cubicBezTo>
                  <a:cubicBezTo>
                    <a:pt x="291" y="13"/>
                    <a:pt x="271" y="2"/>
                    <a:pt x="246" y="1"/>
                  </a:cubicBezTo>
                  <a:cubicBezTo>
                    <a:pt x="219" y="0"/>
                    <a:pt x="192" y="2"/>
                    <a:pt x="166" y="4"/>
                  </a:cubicBezTo>
                  <a:cubicBezTo>
                    <a:pt x="145" y="6"/>
                    <a:pt x="124" y="14"/>
                    <a:pt x="104" y="22"/>
                  </a:cubicBezTo>
                  <a:cubicBezTo>
                    <a:pt x="82" y="31"/>
                    <a:pt x="65" y="49"/>
                    <a:pt x="48" y="66"/>
                  </a:cubicBezTo>
                  <a:cubicBezTo>
                    <a:pt x="34" y="80"/>
                    <a:pt x="19" y="106"/>
                    <a:pt x="0" y="110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4" name="Freeform 1416">
              <a:extLst>
                <a:ext uri="{FF2B5EF4-FFF2-40B4-BE49-F238E27FC236}">
                  <a16:creationId xmlns:a16="http://schemas.microsoft.com/office/drawing/2014/main" id="{807B2D8D-853C-475A-84C1-E70884E8E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457"/>
              <a:ext cx="771" cy="292"/>
            </a:xfrm>
            <a:custGeom>
              <a:avLst/>
              <a:gdLst>
                <a:gd name="T0" fmla="*/ 6949 w 445"/>
                <a:gd name="T1" fmla="*/ 3105 h 158"/>
                <a:gd name="T2" fmla="*/ 6118 w 445"/>
                <a:gd name="T3" fmla="*/ 2626 h 158"/>
                <a:gd name="T4" fmla="*/ 5225 w 445"/>
                <a:gd name="T5" fmla="*/ 1421 h 158"/>
                <a:gd name="T6" fmla="*/ 3261 w 445"/>
                <a:gd name="T7" fmla="*/ 68 h 158"/>
                <a:gd name="T8" fmla="*/ 2044 w 445"/>
                <a:gd name="T9" fmla="*/ 686 h 158"/>
                <a:gd name="T10" fmla="*/ 1029 w 445"/>
                <a:gd name="T11" fmla="*/ 1981 h 158"/>
                <a:gd name="T12" fmla="*/ 442 w 445"/>
                <a:gd name="T13" fmla="*/ 2872 h 158"/>
                <a:gd name="T14" fmla="*/ 0 w 445"/>
                <a:gd name="T15" fmla="*/ 3206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5" h="158">
                  <a:moveTo>
                    <a:pt x="445" y="144"/>
                  </a:moveTo>
                  <a:cubicBezTo>
                    <a:pt x="432" y="158"/>
                    <a:pt x="401" y="130"/>
                    <a:pt x="392" y="122"/>
                  </a:cubicBezTo>
                  <a:cubicBezTo>
                    <a:pt x="373" y="103"/>
                    <a:pt x="354" y="84"/>
                    <a:pt x="335" y="66"/>
                  </a:cubicBezTo>
                  <a:cubicBezTo>
                    <a:pt x="301" y="35"/>
                    <a:pt x="258" y="0"/>
                    <a:pt x="209" y="3"/>
                  </a:cubicBezTo>
                  <a:cubicBezTo>
                    <a:pt x="183" y="5"/>
                    <a:pt x="151" y="14"/>
                    <a:pt x="131" y="32"/>
                  </a:cubicBezTo>
                  <a:cubicBezTo>
                    <a:pt x="109" y="51"/>
                    <a:pt x="88" y="71"/>
                    <a:pt x="66" y="92"/>
                  </a:cubicBezTo>
                  <a:cubicBezTo>
                    <a:pt x="53" y="104"/>
                    <a:pt x="42" y="123"/>
                    <a:pt x="28" y="133"/>
                  </a:cubicBezTo>
                  <a:cubicBezTo>
                    <a:pt x="19" y="139"/>
                    <a:pt x="8" y="144"/>
                    <a:pt x="0" y="149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5" name="Freeform 1417">
              <a:extLst>
                <a:ext uri="{FF2B5EF4-FFF2-40B4-BE49-F238E27FC236}">
                  <a16:creationId xmlns:a16="http://schemas.microsoft.com/office/drawing/2014/main" id="{90FB2137-F73C-47BF-A20F-B3F031538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590"/>
              <a:ext cx="731" cy="244"/>
            </a:xfrm>
            <a:custGeom>
              <a:avLst/>
              <a:gdLst>
                <a:gd name="T0" fmla="*/ 6581 w 422"/>
                <a:gd name="T1" fmla="*/ 2850 h 132"/>
                <a:gd name="T2" fmla="*/ 5791 w 422"/>
                <a:gd name="T3" fmla="*/ 1856 h 132"/>
                <a:gd name="T4" fmla="*/ 4771 w 422"/>
                <a:gd name="T5" fmla="*/ 664 h 132"/>
                <a:gd name="T6" fmla="*/ 2136 w 422"/>
                <a:gd name="T7" fmla="*/ 499 h 132"/>
                <a:gd name="T8" fmla="*/ 747 w 422"/>
                <a:gd name="T9" fmla="*/ 1965 h 132"/>
                <a:gd name="T10" fmla="*/ 320 w 422"/>
                <a:gd name="T11" fmla="*/ 2488 h 132"/>
                <a:gd name="T12" fmla="*/ 0 w 422"/>
                <a:gd name="T13" fmla="*/ 2767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2" h="132">
                  <a:moveTo>
                    <a:pt x="422" y="132"/>
                  </a:moveTo>
                  <a:cubicBezTo>
                    <a:pt x="395" y="130"/>
                    <a:pt x="386" y="104"/>
                    <a:pt x="371" y="86"/>
                  </a:cubicBezTo>
                  <a:cubicBezTo>
                    <a:pt x="352" y="64"/>
                    <a:pt x="331" y="46"/>
                    <a:pt x="306" y="31"/>
                  </a:cubicBezTo>
                  <a:cubicBezTo>
                    <a:pt x="256" y="0"/>
                    <a:pt x="190" y="0"/>
                    <a:pt x="137" y="23"/>
                  </a:cubicBezTo>
                  <a:cubicBezTo>
                    <a:pt x="101" y="39"/>
                    <a:pt x="74" y="62"/>
                    <a:pt x="48" y="91"/>
                  </a:cubicBezTo>
                  <a:cubicBezTo>
                    <a:pt x="39" y="100"/>
                    <a:pt x="29" y="106"/>
                    <a:pt x="21" y="115"/>
                  </a:cubicBezTo>
                  <a:cubicBezTo>
                    <a:pt x="15" y="122"/>
                    <a:pt x="9" y="126"/>
                    <a:pt x="0" y="128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6" name="Freeform 1418">
              <a:extLst>
                <a:ext uri="{FF2B5EF4-FFF2-40B4-BE49-F238E27FC236}">
                  <a16:creationId xmlns:a16="http://schemas.microsoft.com/office/drawing/2014/main" id="{69411509-2E44-4022-916C-716A0249C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509"/>
              <a:ext cx="760" cy="272"/>
            </a:xfrm>
            <a:custGeom>
              <a:avLst/>
              <a:gdLst>
                <a:gd name="T0" fmla="*/ 0 w 439"/>
                <a:gd name="T1" fmla="*/ 3188 h 147"/>
                <a:gd name="T2" fmla="*/ 249 w 439"/>
                <a:gd name="T3" fmla="*/ 3033 h 147"/>
                <a:gd name="T4" fmla="*/ 783 w 439"/>
                <a:gd name="T5" fmla="*/ 2400 h 147"/>
                <a:gd name="T6" fmla="*/ 1574 w 439"/>
                <a:gd name="T7" fmla="*/ 1171 h 147"/>
                <a:gd name="T8" fmla="*/ 2173 w 439"/>
                <a:gd name="T9" fmla="*/ 431 h 147"/>
                <a:gd name="T10" fmla="*/ 2829 w 439"/>
                <a:gd name="T11" fmla="*/ 150 h 147"/>
                <a:gd name="T12" fmla="*/ 4250 w 439"/>
                <a:gd name="T13" fmla="*/ 431 h 147"/>
                <a:gd name="T14" fmla="*/ 4832 w 439"/>
                <a:gd name="T15" fmla="*/ 866 h 147"/>
                <a:gd name="T16" fmla="*/ 5258 w 439"/>
                <a:gd name="T17" fmla="*/ 1430 h 147"/>
                <a:gd name="T18" fmla="*/ 5739 w 439"/>
                <a:gd name="T19" fmla="*/ 2095 h 147"/>
                <a:gd name="T20" fmla="*/ 6165 w 439"/>
                <a:gd name="T21" fmla="*/ 2578 h 147"/>
                <a:gd name="T22" fmla="*/ 6534 w 439"/>
                <a:gd name="T23" fmla="*/ 2964 h 147"/>
                <a:gd name="T24" fmla="*/ 6672 w 439"/>
                <a:gd name="T25" fmla="*/ 3085 h 147"/>
                <a:gd name="T26" fmla="*/ 6807 w 439"/>
                <a:gd name="T27" fmla="*/ 3168 h 1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9" h="147">
                  <a:moveTo>
                    <a:pt x="0" y="147"/>
                  </a:moveTo>
                  <a:cubicBezTo>
                    <a:pt x="2" y="143"/>
                    <a:pt x="11" y="143"/>
                    <a:pt x="16" y="140"/>
                  </a:cubicBezTo>
                  <a:cubicBezTo>
                    <a:pt x="30" y="135"/>
                    <a:pt x="39" y="121"/>
                    <a:pt x="50" y="111"/>
                  </a:cubicBezTo>
                  <a:cubicBezTo>
                    <a:pt x="68" y="93"/>
                    <a:pt x="84" y="73"/>
                    <a:pt x="101" y="54"/>
                  </a:cubicBezTo>
                  <a:cubicBezTo>
                    <a:pt x="112" y="42"/>
                    <a:pt x="125" y="28"/>
                    <a:pt x="140" y="20"/>
                  </a:cubicBezTo>
                  <a:cubicBezTo>
                    <a:pt x="154" y="14"/>
                    <a:pt x="167" y="10"/>
                    <a:pt x="182" y="7"/>
                  </a:cubicBezTo>
                  <a:cubicBezTo>
                    <a:pt x="215" y="0"/>
                    <a:pt x="242" y="7"/>
                    <a:pt x="273" y="20"/>
                  </a:cubicBezTo>
                  <a:cubicBezTo>
                    <a:pt x="286" y="25"/>
                    <a:pt x="300" y="31"/>
                    <a:pt x="311" y="40"/>
                  </a:cubicBezTo>
                  <a:cubicBezTo>
                    <a:pt x="320" y="48"/>
                    <a:pt x="329" y="58"/>
                    <a:pt x="338" y="66"/>
                  </a:cubicBezTo>
                  <a:cubicBezTo>
                    <a:pt x="349" y="76"/>
                    <a:pt x="358" y="88"/>
                    <a:pt x="369" y="97"/>
                  </a:cubicBezTo>
                  <a:cubicBezTo>
                    <a:pt x="378" y="104"/>
                    <a:pt x="387" y="111"/>
                    <a:pt x="396" y="119"/>
                  </a:cubicBezTo>
                  <a:cubicBezTo>
                    <a:pt x="403" y="126"/>
                    <a:pt x="411" y="132"/>
                    <a:pt x="420" y="137"/>
                  </a:cubicBezTo>
                  <a:cubicBezTo>
                    <a:pt x="423" y="139"/>
                    <a:pt x="426" y="140"/>
                    <a:pt x="429" y="142"/>
                  </a:cubicBezTo>
                  <a:cubicBezTo>
                    <a:pt x="432" y="143"/>
                    <a:pt x="439" y="146"/>
                    <a:pt x="438" y="146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7" name="Freeform 1419">
              <a:extLst>
                <a:ext uri="{FF2B5EF4-FFF2-40B4-BE49-F238E27FC236}">
                  <a16:creationId xmlns:a16="http://schemas.microsoft.com/office/drawing/2014/main" id="{44308263-4A9E-4DB3-9AA2-2B327BD6A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600"/>
              <a:ext cx="299" cy="155"/>
            </a:xfrm>
            <a:custGeom>
              <a:avLst/>
              <a:gdLst>
                <a:gd name="T0" fmla="*/ 2670 w 173"/>
                <a:gd name="T1" fmla="*/ 1797 h 84"/>
                <a:gd name="T2" fmla="*/ 2347 w 173"/>
                <a:gd name="T3" fmla="*/ 1321 h 84"/>
                <a:gd name="T4" fmla="*/ 1908 w 173"/>
                <a:gd name="T5" fmla="*/ 906 h 84"/>
                <a:gd name="T6" fmla="*/ 1054 w 173"/>
                <a:gd name="T7" fmla="*/ 386 h 84"/>
                <a:gd name="T8" fmla="*/ 467 w 173"/>
                <a:gd name="T9" fmla="*/ 149 h 84"/>
                <a:gd name="T10" fmla="*/ 0 w 173"/>
                <a:gd name="T11" fmla="*/ 6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84">
                  <a:moveTo>
                    <a:pt x="173" y="84"/>
                  </a:moveTo>
                  <a:cubicBezTo>
                    <a:pt x="166" y="83"/>
                    <a:pt x="157" y="68"/>
                    <a:pt x="152" y="62"/>
                  </a:cubicBezTo>
                  <a:cubicBezTo>
                    <a:pt x="144" y="54"/>
                    <a:pt x="133" y="48"/>
                    <a:pt x="124" y="42"/>
                  </a:cubicBezTo>
                  <a:cubicBezTo>
                    <a:pt x="107" y="32"/>
                    <a:pt x="86" y="24"/>
                    <a:pt x="68" y="18"/>
                  </a:cubicBezTo>
                  <a:cubicBezTo>
                    <a:pt x="56" y="13"/>
                    <a:pt x="42" y="10"/>
                    <a:pt x="30" y="7"/>
                  </a:cubicBezTo>
                  <a:cubicBezTo>
                    <a:pt x="20" y="5"/>
                    <a:pt x="9" y="0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8" name="Freeform 1420">
              <a:extLst>
                <a:ext uri="{FF2B5EF4-FFF2-40B4-BE49-F238E27FC236}">
                  <a16:creationId xmlns:a16="http://schemas.microsoft.com/office/drawing/2014/main" id="{A4DE705C-4D1E-49D9-BF4D-51513449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467"/>
              <a:ext cx="480" cy="182"/>
            </a:xfrm>
            <a:custGeom>
              <a:avLst/>
              <a:gdLst>
                <a:gd name="T0" fmla="*/ 0 w 277"/>
                <a:gd name="T1" fmla="*/ 2081 h 99"/>
                <a:gd name="T2" fmla="*/ 172 w 277"/>
                <a:gd name="T3" fmla="*/ 1802 h 99"/>
                <a:gd name="T4" fmla="*/ 360 w 277"/>
                <a:gd name="T5" fmla="*/ 1447 h 99"/>
                <a:gd name="T6" fmla="*/ 811 w 277"/>
                <a:gd name="T7" fmla="*/ 721 h 99"/>
                <a:gd name="T8" fmla="*/ 2130 w 277"/>
                <a:gd name="T9" fmla="*/ 105 h 99"/>
                <a:gd name="T10" fmla="*/ 3110 w 277"/>
                <a:gd name="T11" fmla="*/ 802 h 99"/>
                <a:gd name="T12" fmla="*/ 3840 w 277"/>
                <a:gd name="T13" fmla="*/ 1325 h 99"/>
                <a:gd name="T14" fmla="*/ 4330 w 277"/>
                <a:gd name="T15" fmla="*/ 1883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7" h="99">
                  <a:moveTo>
                    <a:pt x="0" y="99"/>
                  </a:moveTo>
                  <a:cubicBezTo>
                    <a:pt x="4" y="97"/>
                    <a:pt x="8" y="90"/>
                    <a:pt x="11" y="86"/>
                  </a:cubicBezTo>
                  <a:cubicBezTo>
                    <a:pt x="15" y="81"/>
                    <a:pt x="19" y="75"/>
                    <a:pt x="23" y="69"/>
                  </a:cubicBezTo>
                  <a:cubicBezTo>
                    <a:pt x="30" y="55"/>
                    <a:pt x="40" y="44"/>
                    <a:pt x="52" y="34"/>
                  </a:cubicBezTo>
                  <a:cubicBezTo>
                    <a:pt x="73" y="17"/>
                    <a:pt x="108" y="0"/>
                    <a:pt x="136" y="5"/>
                  </a:cubicBezTo>
                  <a:cubicBezTo>
                    <a:pt x="159" y="10"/>
                    <a:pt x="179" y="27"/>
                    <a:pt x="199" y="38"/>
                  </a:cubicBezTo>
                  <a:cubicBezTo>
                    <a:pt x="215" y="47"/>
                    <a:pt x="233" y="48"/>
                    <a:pt x="246" y="63"/>
                  </a:cubicBezTo>
                  <a:cubicBezTo>
                    <a:pt x="255" y="74"/>
                    <a:pt x="270" y="80"/>
                    <a:pt x="277" y="90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9" name="Freeform 1421">
              <a:extLst>
                <a:ext uri="{FF2B5EF4-FFF2-40B4-BE49-F238E27FC236}">
                  <a16:creationId xmlns:a16="http://schemas.microsoft.com/office/drawing/2014/main" id="{63B9D106-4793-427E-B4A1-538A583C3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561"/>
              <a:ext cx="582" cy="209"/>
            </a:xfrm>
            <a:custGeom>
              <a:avLst/>
              <a:gdLst>
                <a:gd name="T0" fmla="*/ 5238 w 336"/>
                <a:gd name="T1" fmla="*/ 1171 h 113"/>
                <a:gd name="T2" fmla="*/ 4684 w 336"/>
                <a:gd name="T3" fmla="*/ 647 h 113"/>
                <a:gd name="T4" fmla="*/ 4005 w 336"/>
                <a:gd name="T5" fmla="*/ 194 h 113"/>
                <a:gd name="T6" fmla="*/ 2493 w 336"/>
                <a:gd name="T7" fmla="*/ 105 h 113"/>
                <a:gd name="T8" fmla="*/ 1872 w 336"/>
                <a:gd name="T9" fmla="*/ 350 h 113"/>
                <a:gd name="T10" fmla="*/ 1426 w 336"/>
                <a:gd name="T11" fmla="*/ 910 h 113"/>
                <a:gd name="T12" fmla="*/ 786 w 336"/>
                <a:gd name="T13" fmla="*/ 1833 h 113"/>
                <a:gd name="T14" fmla="*/ 378 w 336"/>
                <a:gd name="T15" fmla="*/ 2295 h 113"/>
                <a:gd name="T16" fmla="*/ 171 w 336"/>
                <a:gd name="T17" fmla="*/ 2399 h 113"/>
                <a:gd name="T18" fmla="*/ 0 w 336"/>
                <a:gd name="T19" fmla="*/ 2449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6" h="113">
                  <a:moveTo>
                    <a:pt x="336" y="54"/>
                  </a:moveTo>
                  <a:cubicBezTo>
                    <a:pt x="325" y="45"/>
                    <a:pt x="312" y="38"/>
                    <a:pt x="300" y="30"/>
                  </a:cubicBezTo>
                  <a:cubicBezTo>
                    <a:pt x="286" y="20"/>
                    <a:pt x="274" y="13"/>
                    <a:pt x="257" y="9"/>
                  </a:cubicBezTo>
                  <a:cubicBezTo>
                    <a:pt x="224" y="0"/>
                    <a:pt x="193" y="4"/>
                    <a:pt x="160" y="5"/>
                  </a:cubicBezTo>
                  <a:cubicBezTo>
                    <a:pt x="145" y="6"/>
                    <a:pt x="132" y="8"/>
                    <a:pt x="120" y="16"/>
                  </a:cubicBezTo>
                  <a:cubicBezTo>
                    <a:pt x="110" y="23"/>
                    <a:pt x="100" y="33"/>
                    <a:pt x="91" y="42"/>
                  </a:cubicBezTo>
                  <a:cubicBezTo>
                    <a:pt x="76" y="55"/>
                    <a:pt x="63" y="70"/>
                    <a:pt x="50" y="85"/>
                  </a:cubicBezTo>
                  <a:cubicBezTo>
                    <a:pt x="42" y="93"/>
                    <a:pt x="33" y="102"/>
                    <a:pt x="24" y="106"/>
                  </a:cubicBezTo>
                  <a:cubicBezTo>
                    <a:pt x="20" y="108"/>
                    <a:pt x="15" y="110"/>
                    <a:pt x="11" y="111"/>
                  </a:cubicBezTo>
                  <a:cubicBezTo>
                    <a:pt x="8" y="112"/>
                    <a:pt x="2" y="112"/>
                    <a:pt x="0" y="113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0" name="Freeform 1422">
              <a:extLst>
                <a:ext uri="{FF2B5EF4-FFF2-40B4-BE49-F238E27FC236}">
                  <a16:creationId xmlns:a16="http://schemas.microsoft.com/office/drawing/2014/main" id="{97D543E5-64D4-4F2F-B152-2370F708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698"/>
              <a:ext cx="163" cy="190"/>
            </a:xfrm>
            <a:custGeom>
              <a:avLst/>
              <a:gdLst>
                <a:gd name="T0" fmla="*/ 1476 w 94"/>
                <a:gd name="T1" fmla="*/ 0 h 103"/>
                <a:gd name="T2" fmla="*/ 1257 w 94"/>
                <a:gd name="T3" fmla="*/ 303 h 103"/>
                <a:gd name="T4" fmla="*/ 975 w 94"/>
                <a:gd name="T5" fmla="*/ 861 h 103"/>
                <a:gd name="T6" fmla="*/ 517 w 94"/>
                <a:gd name="T7" fmla="*/ 1494 h 103"/>
                <a:gd name="T8" fmla="*/ 151 w 94"/>
                <a:gd name="T9" fmla="*/ 1850 h 103"/>
                <a:gd name="T10" fmla="*/ 62 w 94"/>
                <a:gd name="T11" fmla="*/ 2051 h 103"/>
                <a:gd name="T12" fmla="*/ 0 w 94"/>
                <a:gd name="T13" fmla="*/ 2179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3">
                  <a:moveTo>
                    <a:pt x="94" y="0"/>
                  </a:moveTo>
                  <a:cubicBezTo>
                    <a:pt x="91" y="5"/>
                    <a:pt x="84" y="8"/>
                    <a:pt x="80" y="14"/>
                  </a:cubicBezTo>
                  <a:cubicBezTo>
                    <a:pt x="73" y="22"/>
                    <a:pt x="69" y="32"/>
                    <a:pt x="62" y="40"/>
                  </a:cubicBezTo>
                  <a:cubicBezTo>
                    <a:pt x="54" y="52"/>
                    <a:pt x="46" y="63"/>
                    <a:pt x="33" y="70"/>
                  </a:cubicBezTo>
                  <a:cubicBezTo>
                    <a:pt x="26" y="75"/>
                    <a:pt x="17" y="80"/>
                    <a:pt x="10" y="87"/>
                  </a:cubicBezTo>
                  <a:cubicBezTo>
                    <a:pt x="8" y="90"/>
                    <a:pt x="6" y="92"/>
                    <a:pt x="4" y="96"/>
                  </a:cubicBezTo>
                  <a:cubicBezTo>
                    <a:pt x="3" y="99"/>
                    <a:pt x="1" y="103"/>
                    <a:pt x="0" y="102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1" name="Freeform 1423">
              <a:extLst>
                <a:ext uri="{FF2B5EF4-FFF2-40B4-BE49-F238E27FC236}">
                  <a16:creationId xmlns:a16="http://schemas.microsoft.com/office/drawing/2014/main" id="{5B965381-CC30-47EC-8B32-4A0F64D5CD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1" y="1683"/>
              <a:ext cx="798" cy="212"/>
            </a:xfrm>
            <a:custGeom>
              <a:avLst/>
              <a:gdLst>
                <a:gd name="T0" fmla="*/ 87 w 461"/>
                <a:gd name="T1" fmla="*/ 149 h 115"/>
                <a:gd name="T2" fmla="*/ 62 w 461"/>
                <a:gd name="T3" fmla="*/ 177 h 115"/>
                <a:gd name="T4" fmla="*/ 28 w 461"/>
                <a:gd name="T5" fmla="*/ 407 h 115"/>
                <a:gd name="T6" fmla="*/ 512 w 461"/>
                <a:gd name="T7" fmla="*/ 2450 h 115"/>
                <a:gd name="T8" fmla="*/ 6436 w 461"/>
                <a:gd name="T9" fmla="*/ 2382 h 115"/>
                <a:gd name="T10" fmla="*/ 6633 w 461"/>
                <a:gd name="T11" fmla="*/ 2043 h 115"/>
                <a:gd name="T12" fmla="*/ 6742 w 461"/>
                <a:gd name="T13" fmla="*/ 24 h 115"/>
                <a:gd name="T14" fmla="*/ 6742 w 461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1" h="115">
                  <a:moveTo>
                    <a:pt x="6" y="7"/>
                  </a:moveTo>
                  <a:cubicBezTo>
                    <a:pt x="6" y="8"/>
                    <a:pt x="5" y="8"/>
                    <a:pt x="4" y="8"/>
                  </a:cubicBezTo>
                  <a:cubicBezTo>
                    <a:pt x="4" y="8"/>
                    <a:pt x="2" y="14"/>
                    <a:pt x="2" y="19"/>
                  </a:cubicBezTo>
                  <a:cubicBezTo>
                    <a:pt x="0" y="50"/>
                    <a:pt x="13" y="90"/>
                    <a:pt x="33" y="115"/>
                  </a:cubicBezTo>
                  <a:moveTo>
                    <a:pt x="414" y="112"/>
                  </a:moveTo>
                  <a:cubicBezTo>
                    <a:pt x="419" y="107"/>
                    <a:pt x="423" y="101"/>
                    <a:pt x="427" y="96"/>
                  </a:cubicBezTo>
                  <a:cubicBezTo>
                    <a:pt x="442" y="74"/>
                    <a:pt x="461" y="25"/>
                    <a:pt x="434" y="1"/>
                  </a:cubicBezTo>
                  <a:cubicBezTo>
                    <a:pt x="434" y="0"/>
                    <a:pt x="434" y="0"/>
                    <a:pt x="434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2" name="Oval 1424">
              <a:extLst>
                <a:ext uri="{FF2B5EF4-FFF2-40B4-BE49-F238E27FC236}">
                  <a16:creationId xmlns:a16="http://schemas.microsoft.com/office/drawing/2014/main" id="{704281C6-73FB-46B9-84D3-7A505A0BB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877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83" name="Oval 1425">
              <a:extLst>
                <a:ext uri="{FF2B5EF4-FFF2-40B4-BE49-F238E27FC236}">
                  <a16:creationId xmlns:a16="http://schemas.microsoft.com/office/drawing/2014/main" id="{5B45DCF9-198A-4737-8630-93AC7D120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1" y="1880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84" name="Freeform 1426">
              <a:extLst>
                <a:ext uri="{FF2B5EF4-FFF2-40B4-BE49-F238E27FC236}">
                  <a16:creationId xmlns:a16="http://schemas.microsoft.com/office/drawing/2014/main" id="{7266E802-C297-40B8-BF8D-AE60C1184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00"/>
              <a:ext cx="1322" cy="739"/>
            </a:xfrm>
            <a:custGeom>
              <a:avLst/>
              <a:gdLst>
                <a:gd name="T0" fmla="*/ 7293 w 763"/>
                <a:gd name="T1" fmla="*/ 3577 h 400"/>
                <a:gd name="T2" fmla="*/ 8265 w 763"/>
                <a:gd name="T3" fmla="*/ 2819 h 400"/>
                <a:gd name="T4" fmla="*/ 11915 w 763"/>
                <a:gd name="T5" fmla="*/ 0 h 400"/>
                <a:gd name="T6" fmla="*/ 11915 w 763"/>
                <a:gd name="T7" fmla="*/ 3891 h 400"/>
                <a:gd name="T8" fmla="*/ 11896 w 763"/>
                <a:gd name="T9" fmla="*/ 3891 h 400"/>
                <a:gd name="T10" fmla="*/ 10146 w 763"/>
                <a:gd name="T11" fmla="*/ 4949 h 400"/>
                <a:gd name="T12" fmla="*/ 6778 w 763"/>
                <a:gd name="T13" fmla="*/ 5158 h 400"/>
                <a:gd name="T14" fmla="*/ 2656 w 763"/>
                <a:gd name="T15" fmla="*/ 6697 h 400"/>
                <a:gd name="T16" fmla="*/ 0 w 763"/>
                <a:gd name="T17" fmla="*/ 8608 h 400"/>
                <a:gd name="T18" fmla="*/ 0 w 763"/>
                <a:gd name="T19" fmla="*/ 8587 h 400"/>
                <a:gd name="T20" fmla="*/ 0 w 763"/>
                <a:gd name="T21" fmla="*/ 2409 h 400"/>
                <a:gd name="T22" fmla="*/ 3417 w 763"/>
                <a:gd name="T23" fmla="*/ 3726 h 400"/>
                <a:gd name="T24" fmla="*/ 4602 w 763"/>
                <a:gd name="T25" fmla="*/ 4321 h 4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3" h="400">
                  <a:moveTo>
                    <a:pt x="467" y="166"/>
                  </a:moveTo>
                  <a:cubicBezTo>
                    <a:pt x="482" y="155"/>
                    <a:pt x="501" y="143"/>
                    <a:pt x="529" y="131"/>
                  </a:cubicBezTo>
                  <a:cubicBezTo>
                    <a:pt x="613" y="92"/>
                    <a:pt x="700" y="36"/>
                    <a:pt x="763" y="0"/>
                  </a:cubicBezTo>
                  <a:cubicBezTo>
                    <a:pt x="763" y="181"/>
                    <a:pt x="763" y="181"/>
                    <a:pt x="763" y="181"/>
                  </a:cubicBezTo>
                  <a:cubicBezTo>
                    <a:pt x="762" y="181"/>
                    <a:pt x="762" y="181"/>
                    <a:pt x="762" y="181"/>
                  </a:cubicBezTo>
                  <a:cubicBezTo>
                    <a:pt x="762" y="181"/>
                    <a:pt x="714" y="178"/>
                    <a:pt x="650" y="230"/>
                  </a:cubicBezTo>
                  <a:cubicBezTo>
                    <a:pt x="600" y="270"/>
                    <a:pt x="525" y="282"/>
                    <a:pt x="434" y="240"/>
                  </a:cubicBezTo>
                  <a:cubicBezTo>
                    <a:pt x="344" y="199"/>
                    <a:pt x="221" y="270"/>
                    <a:pt x="170" y="311"/>
                  </a:cubicBezTo>
                  <a:cubicBezTo>
                    <a:pt x="120" y="352"/>
                    <a:pt x="0" y="400"/>
                    <a:pt x="0" y="400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02" y="133"/>
                    <a:pt x="219" y="173"/>
                  </a:cubicBezTo>
                  <a:cubicBezTo>
                    <a:pt x="244" y="181"/>
                    <a:pt x="269" y="190"/>
                    <a:pt x="295" y="20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5" name="Freeform 1427">
              <a:extLst>
                <a:ext uri="{FF2B5EF4-FFF2-40B4-BE49-F238E27FC236}">
                  <a16:creationId xmlns:a16="http://schemas.microsoft.com/office/drawing/2014/main" id="{E7DE404F-E1CA-4013-A507-7CE0A4B95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645"/>
              <a:ext cx="55" cy="39"/>
            </a:xfrm>
            <a:custGeom>
              <a:avLst/>
              <a:gdLst>
                <a:gd name="T0" fmla="*/ 0 w 32"/>
                <a:gd name="T1" fmla="*/ 462 h 21"/>
                <a:gd name="T2" fmla="*/ 481 w 3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12" y="16"/>
                    <a:pt x="21" y="9"/>
                    <a:pt x="32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6" name="Freeform 1428">
              <a:extLst>
                <a:ext uri="{FF2B5EF4-FFF2-40B4-BE49-F238E27FC236}">
                  <a16:creationId xmlns:a16="http://schemas.microsoft.com/office/drawing/2014/main" id="{2E1FF959-82AC-4124-961B-45C01728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697"/>
              <a:ext cx="14" cy="4"/>
            </a:xfrm>
            <a:custGeom>
              <a:avLst/>
              <a:gdLst>
                <a:gd name="T0" fmla="*/ 0 w 8"/>
                <a:gd name="T1" fmla="*/ 64 h 2"/>
                <a:gd name="T2" fmla="*/ 13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2"/>
                    <a:pt x="5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7" name="Freeform 1429">
              <a:extLst>
                <a:ext uri="{FF2B5EF4-FFF2-40B4-BE49-F238E27FC236}">
                  <a16:creationId xmlns:a16="http://schemas.microsoft.com/office/drawing/2014/main" id="{E144DB35-6B17-492A-A180-514A6B0BC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672"/>
              <a:ext cx="1322" cy="981"/>
            </a:xfrm>
            <a:custGeom>
              <a:avLst/>
              <a:gdLst>
                <a:gd name="T0" fmla="*/ 9436 w 763"/>
                <a:gd name="T1" fmla="*/ 9320 h 531"/>
                <a:gd name="T2" fmla="*/ 9633 w 763"/>
                <a:gd name="T3" fmla="*/ 8892 h 531"/>
                <a:gd name="T4" fmla="*/ 10165 w 763"/>
                <a:gd name="T5" fmla="*/ 8759 h 531"/>
                <a:gd name="T6" fmla="*/ 10850 w 763"/>
                <a:gd name="T7" fmla="*/ 8072 h 531"/>
                <a:gd name="T8" fmla="*/ 11231 w 763"/>
                <a:gd name="T9" fmla="*/ 7874 h 531"/>
                <a:gd name="T10" fmla="*/ 11650 w 763"/>
                <a:gd name="T11" fmla="*/ 7536 h 531"/>
                <a:gd name="T12" fmla="*/ 11915 w 763"/>
                <a:gd name="T13" fmla="*/ 7314 h 531"/>
                <a:gd name="T14" fmla="*/ 11915 w 763"/>
                <a:gd name="T15" fmla="*/ 6557 h 531"/>
                <a:gd name="T16" fmla="*/ 11915 w 763"/>
                <a:gd name="T17" fmla="*/ 6557 h 531"/>
                <a:gd name="T18" fmla="*/ 11896 w 763"/>
                <a:gd name="T19" fmla="*/ 3859 h 531"/>
                <a:gd name="T20" fmla="*/ 11759 w 763"/>
                <a:gd name="T21" fmla="*/ 3915 h 531"/>
                <a:gd name="T22" fmla="*/ 11302 w 763"/>
                <a:gd name="T23" fmla="*/ 3481 h 531"/>
                <a:gd name="T24" fmla="*/ 10897 w 763"/>
                <a:gd name="T25" fmla="*/ 3532 h 531"/>
                <a:gd name="T26" fmla="*/ 10715 w 763"/>
                <a:gd name="T27" fmla="*/ 3178 h 531"/>
                <a:gd name="T28" fmla="*/ 10481 w 763"/>
                <a:gd name="T29" fmla="*/ 3324 h 531"/>
                <a:gd name="T30" fmla="*/ 10146 w 763"/>
                <a:gd name="T31" fmla="*/ 2969 h 531"/>
                <a:gd name="T32" fmla="*/ 9741 w 763"/>
                <a:gd name="T33" fmla="*/ 3013 h 531"/>
                <a:gd name="T34" fmla="*/ 9351 w 763"/>
                <a:gd name="T35" fmla="*/ 2710 h 531"/>
                <a:gd name="T36" fmla="*/ 9335 w 763"/>
                <a:gd name="T37" fmla="*/ 2694 h 531"/>
                <a:gd name="T38" fmla="*/ 9322 w 763"/>
                <a:gd name="T39" fmla="*/ 2694 h 531"/>
                <a:gd name="T40" fmla="*/ 9252 w 763"/>
                <a:gd name="T41" fmla="*/ 2666 h 531"/>
                <a:gd name="T42" fmla="*/ 8842 w 763"/>
                <a:gd name="T43" fmla="*/ 2585 h 531"/>
                <a:gd name="T44" fmla="*/ 8760 w 763"/>
                <a:gd name="T45" fmla="*/ 2389 h 531"/>
                <a:gd name="T46" fmla="*/ 8415 w 763"/>
                <a:gd name="T47" fmla="*/ 1936 h 531"/>
                <a:gd name="T48" fmla="*/ 8145 w 763"/>
                <a:gd name="T49" fmla="*/ 1550 h 531"/>
                <a:gd name="T50" fmla="*/ 7740 w 763"/>
                <a:gd name="T51" fmla="*/ 1014 h 531"/>
                <a:gd name="T52" fmla="*/ 6901 w 763"/>
                <a:gd name="T53" fmla="*/ 259 h 531"/>
                <a:gd name="T54" fmla="*/ 6154 w 763"/>
                <a:gd name="T55" fmla="*/ 150 h 531"/>
                <a:gd name="T56" fmla="*/ 5560 w 763"/>
                <a:gd name="T57" fmla="*/ 194 h 531"/>
                <a:gd name="T58" fmla="*/ 4515 w 763"/>
                <a:gd name="T59" fmla="*/ 757 h 531"/>
                <a:gd name="T60" fmla="*/ 3822 w 763"/>
                <a:gd name="T61" fmla="*/ 1570 h 531"/>
                <a:gd name="T62" fmla="*/ 3453 w 763"/>
                <a:gd name="T63" fmla="*/ 2062 h 531"/>
                <a:gd name="T64" fmla="*/ 2947 w 763"/>
                <a:gd name="T65" fmla="*/ 2625 h 531"/>
                <a:gd name="T66" fmla="*/ 2684 w 763"/>
                <a:gd name="T67" fmla="*/ 2843 h 531"/>
                <a:gd name="T68" fmla="*/ 2512 w 763"/>
                <a:gd name="T69" fmla="*/ 2843 h 531"/>
                <a:gd name="T70" fmla="*/ 1746 w 763"/>
                <a:gd name="T71" fmla="*/ 3052 h 531"/>
                <a:gd name="T72" fmla="*/ 963 w 763"/>
                <a:gd name="T73" fmla="*/ 3327 h 531"/>
                <a:gd name="T74" fmla="*/ 421 w 763"/>
                <a:gd name="T75" fmla="*/ 3833 h 531"/>
                <a:gd name="T76" fmla="*/ 0 w 763"/>
                <a:gd name="T77" fmla="*/ 3859 h 531"/>
                <a:gd name="T78" fmla="*/ 16 w 763"/>
                <a:gd name="T79" fmla="*/ 9099 h 531"/>
                <a:gd name="T80" fmla="*/ 16 w 763"/>
                <a:gd name="T81" fmla="*/ 9679 h 531"/>
                <a:gd name="T82" fmla="*/ 16 w 763"/>
                <a:gd name="T83" fmla="*/ 9679 h 531"/>
                <a:gd name="T84" fmla="*/ 16 w 763"/>
                <a:gd name="T85" fmla="*/ 9731 h 531"/>
                <a:gd name="T86" fmla="*/ 208 w 763"/>
                <a:gd name="T87" fmla="*/ 9775 h 531"/>
                <a:gd name="T88" fmla="*/ 873 w 763"/>
                <a:gd name="T89" fmla="*/ 9925 h 531"/>
                <a:gd name="T90" fmla="*/ 1279 w 763"/>
                <a:gd name="T91" fmla="*/ 10133 h 531"/>
                <a:gd name="T92" fmla="*/ 1918 w 763"/>
                <a:gd name="T93" fmla="*/ 10076 h 531"/>
                <a:gd name="T94" fmla="*/ 2408 w 763"/>
                <a:gd name="T95" fmla="*/ 10588 h 531"/>
                <a:gd name="T96" fmla="*/ 3386 w 763"/>
                <a:gd name="T97" fmla="*/ 10721 h 531"/>
                <a:gd name="T98" fmla="*/ 3885 w 763"/>
                <a:gd name="T99" fmla="*/ 11257 h 531"/>
                <a:gd name="T100" fmla="*/ 4586 w 763"/>
                <a:gd name="T101" fmla="*/ 11257 h 53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63" h="531">
                  <a:moveTo>
                    <a:pt x="604" y="433"/>
                  </a:moveTo>
                  <a:cubicBezTo>
                    <a:pt x="623" y="423"/>
                    <a:pt x="617" y="413"/>
                    <a:pt x="617" y="413"/>
                  </a:cubicBezTo>
                  <a:cubicBezTo>
                    <a:pt x="617" y="413"/>
                    <a:pt x="626" y="421"/>
                    <a:pt x="651" y="407"/>
                  </a:cubicBezTo>
                  <a:cubicBezTo>
                    <a:pt x="677" y="394"/>
                    <a:pt x="695" y="380"/>
                    <a:pt x="695" y="375"/>
                  </a:cubicBezTo>
                  <a:cubicBezTo>
                    <a:pt x="695" y="375"/>
                    <a:pt x="703" y="375"/>
                    <a:pt x="719" y="366"/>
                  </a:cubicBezTo>
                  <a:cubicBezTo>
                    <a:pt x="727" y="361"/>
                    <a:pt x="738" y="355"/>
                    <a:pt x="746" y="350"/>
                  </a:cubicBezTo>
                  <a:cubicBezTo>
                    <a:pt x="751" y="348"/>
                    <a:pt x="757" y="345"/>
                    <a:pt x="763" y="340"/>
                  </a:cubicBezTo>
                  <a:cubicBezTo>
                    <a:pt x="763" y="305"/>
                    <a:pt x="763" y="305"/>
                    <a:pt x="763" y="305"/>
                  </a:cubicBezTo>
                  <a:cubicBezTo>
                    <a:pt x="763" y="305"/>
                    <a:pt x="763" y="305"/>
                    <a:pt x="763" y="305"/>
                  </a:cubicBezTo>
                  <a:cubicBezTo>
                    <a:pt x="762" y="179"/>
                    <a:pt x="762" y="179"/>
                    <a:pt x="762" y="179"/>
                  </a:cubicBezTo>
                  <a:cubicBezTo>
                    <a:pt x="755" y="177"/>
                    <a:pt x="753" y="182"/>
                    <a:pt x="753" y="182"/>
                  </a:cubicBezTo>
                  <a:cubicBezTo>
                    <a:pt x="752" y="177"/>
                    <a:pt x="742" y="170"/>
                    <a:pt x="724" y="162"/>
                  </a:cubicBezTo>
                  <a:cubicBezTo>
                    <a:pt x="706" y="153"/>
                    <a:pt x="698" y="164"/>
                    <a:pt x="698" y="164"/>
                  </a:cubicBezTo>
                  <a:cubicBezTo>
                    <a:pt x="698" y="164"/>
                    <a:pt x="695" y="152"/>
                    <a:pt x="686" y="148"/>
                  </a:cubicBezTo>
                  <a:cubicBezTo>
                    <a:pt x="678" y="145"/>
                    <a:pt x="671" y="154"/>
                    <a:pt x="671" y="154"/>
                  </a:cubicBezTo>
                  <a:cubicBezTo>
                    <a:pt x="671" y="154"/>
                    <a:pt x="671" y="146"/>
                    <a:pt x="650" y="138"/>
                  </a:cubicBezTo>
                  <a:cubicBezTo>
                    <a:pt x="630" y="131"/>
                    <a:pt x="624" y="140"/>
                    <a:pt x="624" y="140"/>
                  </a:cubicBezTo>
                  <a:cubicBezTo>
                    <a:pt x="624" y="140"/>
                    <a:pt x="624" y="134"/>
                    <a:pt x="599" y="126"/>
                  </a:cubicBezTo>
                  <a:cubicBezTo>
                    <a:pt x="599" y="125"/>
                    <a:pt x="598" y="125"/>
                    <a:pt x="598" y="125"/>
                  </a:cubicBezTo>
                  <a:cubicBezTo>
                    <a:pt x="598" y="125"/>
                    <a:pt x="597" y="125"/>
                    <a:pt x="597" y="125"/>
                  </a:cubicBezTo>
                  <a:cubicBezTo>
                    <a:pt x="596" y="124"/>
                    <a:pt x="594" y="124"/>
                    <a:pt x="593" y="124"/>
                  </a:cubicBezTo>
                  <a:cubicBezTo>
                    <a:pt x="583" y="120"/>
                    <a:pt x="574" y="120"/>
                    <a:pt x="566" y="120"/>
                  </a:cubicBezTo>
                  <a:cubicBezTo>
                    <a:pt x="564" y="118"/>
                    <a:pt x="562" y="115"/>
                    <a:pt x="561" y="111"/>
                  </a:cubicBezTo>
                  <a:cubicBezTo>
                    <a:pt x="557" y="99"/>
                    <a:pt x="547" y="94"/>
                    <a:pt x="539" y="90"/>
                  </a:cubicBezTo>
                  <a:cubicBezTo>
                    <a:pt x="532" y="87"/>
                    <a:pt x="535" y="75"/>
                    <a:pt x="522" y="72"/>
                  </a:cubicBezTo>
                  <a:cubicBezTo>
                    <a:pt x="514" y="64"/>
                    <a:pt x="505" y="55"/>
                    <a:pt x="496" y="47"/>
                  </a:cubicBezTo>
                  <a:cubicBezTo>
                    <a:pt x="496" y="32"/>
                    <a:pt x="461" y="4"/>
                    <a:pt x="442" y="12"/>
                  </a:cubicBezTo>
                  <a:cubicBezTo>
                    <a:pt x="430" y="8"/>
                    <a:pt x="411" y="7"/>
                    <a:pt x="394" y="7"/>
                  </a:cubicBezTo>
                  <a:cubicBezTo>
                    <a:pt x="380" y="7"/>
                    <a:pt x="365" y="13"/>
                    <a:pt x="356" y="9"/>
                  </a:cubicBezTo>
                  <a:cubicBezTo>
                    <a:pt x="340" y="0"/>
                    <a:pt x="280" y="27"/>
                    <a:pt x="289" y="35"/>
                  </a:cubicBezTo>
                  <a:cubicBezTo>
                    <a:pt x="254" y="44"/>
                    <a:pt x="262" y="58"/>
                    <a:pt x="245" y="73"/>
                  </a:cubicBezTo>
                  <a:cubicBezTo>
                    <a:pt x="237" y="81"/>
                    <a:pt x="229" y="89"/>
                    <a:pt x="221" y="96"/>
                  </a:cubicBezTo>
                  <a:cubicBezTo>
                    <a:pt x="195" y="99"/>
                    <a:pt x="199" y="116"/>
                    <a:pt x="189" y="122"/>
                  </a:cubicBezTo>
                  <a:cubicBezTo>
                    <a:pt x="183" y="127"/>
                    <a:pt x="177" y="130"/>
                    <a:pt x="172" y="132"/>
                  </a:cubicBezTo>
                  <a:cubicBezTo>
                    <a:pt x="168" y="133"/>
                    <a:pt x="164" y="133"/>
                    <a:pt x="161" y="132"/>
                  </a:cubicBezTo>
                  <a:cubicBezTo>
                    <a:pt x="145" y="128"/>
                    <a:pt x="126" y="136"/>
                    <a:pt x="112" y="142"/>
                  </a:cubicBezTo>
                  <a:cubicBezTo>
                    <a:pt x="98" y="147"/>
                    <a:pt x="95" y="145"/>
                    <a:pt x="62" y="155"/>
                  </a:cubicBezTo>
                  <a:cubicBezTo>
                    <a:pt x="28" y="166"/>
                    <a:pt x="27" y="178"/>
                    <a:pt x="27" y="178"/>
                  </a:cubicBezTo>
                  <a:cubicBezTo>
                    <a:pt x="23" y="168"/>
                    <a:pt x="0" y="179"/>
                    <a:pt x="0" y="179"/>
                  </a:cubicBezTo>
                  <a:cubicBezTo>
                    <a:pt x="1" y="423"/>
                    <a:pt x="1" y="423"/>
                    <a:pt x="1" y="423"/>
                  </a:cubicBezTo>
                  <a:cubicBezTo>
                    <a:pt x="1" y="450"/>
                    <a:pt x="1" y="450"/>
                    <a:pt x="1" y="450"/>
                  </a:cubicBezTo>
                  <a:cubicBezTo>
                    <a:pt x="1" y="450"/>
                    <a:pt x="1" y="450"/>
                    <a:pt x="1" y="450"/>
                  </a:cubicBezTo>
                  <a:cubicBezTo>
                    <a:pt x="1" y="452"/>
                    <a:pt x="1" y="452"/>
                    <a:pt x="1" y="452"/>
                  </a:cubicBezTo>
                  <a:cubicBezTo>
                    <a:pt x="1" y="452"/>
                    <a:pt x="6" y="453"/>
                    <a:pt x="13" y="454"/>
                  </a:cubicBezTo>
                  <a:cubicBezTo>
                    <a:pt x="28" y="459"/>
                    <a:pt x="52" y="465"/>
                    <a:pt x="56" y="461"/>
                  </a:cubicBezTo>
                  <a:cubicBezTo>
                    <a:pt x="56" y="461"/>
                    <a:pt x="62" y="468"/>
                    <a:pt x="82" y="471"/>
                  </a:cubicBezTo>
                  <a:cubicBezTo>
                    <a:pt x="102" y="475"/>
                    <a:pt x="123" y="468"/>
                    <a:pt x="123" y="468"/>
                  </a:cubicBezTo>
                  <a:cubicBezTo>
                    <a:pt x="123" y="468"/>
                    <a:pt x="112" y="478"/>
                    <a:pt x="154" y="492"/>
                  </a:cubicBezTo>
                  <a:cubicBezTo>
                    <a:pt x="196" y="505"/>
                    <a:pt x="198" y="496"/>
                    <a:pt x="217" y="498"/>
                  </a:cubicBezTo>
                  <a:cubicBezTo>
                    <a:pt x="217" y="498"/>
                    <a:pt x="208" y="510"/>
                    <a:pt x="249" y="523"/>
                  </a:cubicBezTo>
                  <a:cubicBezTo>
                    <a:pt x="277" y="531"/>
                    <a:pt x="289" y="526"/>
                    <a:pt x="294" y="52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8" name="Freeform 1430">
              <a:extLst>
                <a:ext uri="{FF2B5EF4-FFF2-40B4-BE49-F238E27FC236}">
                  <a16:creationId xmlns:a16="http://schemas.microsoft.com/office/drawing/2014/main" id="{24615347-37B2-44D6-82E3-7A5B5F880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710"/>
              <a:ext cx="52" cy="163"/>
            </a:xfrm>
            <a:custGeom>
              <a:avLst/>
              <a:gdLst>
                <a:gd name="T0" fmla="*/ 127 w 30"/>
                <a:gd name="T1" fmla="*/ 0 h 88"/>
                <a:gd name="T2" fmla="*/ 468 w 30"/>
                <a:gd name="T3" fmla="*/ 1917 h 88"/>
                <a:gd name="T4" fmla="*/ 127 w 30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88">
                  <a:moveTo>
                    <a:pt x="8" y="0"/>
                  </a:moveTo>
                  <a:cubicBezTo>
                    <a:pt x="8" y="0"/>
                    <a:pt x="2" y="38"/>
                    <a:pt x="30" y="88"/>
                  </a:cubicBezTo>
                  <a:cubicBezTo>
                    <a:pt x="30" y="88"/>
                    <a:pt x="0" y="46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9" name="Freeform 1431">
              <a:extLst>
                <a:ext uri="{FF2B5EF4-FFF2-40B4-BE49-F238E27FC236}">
                  <a16:creationId xmlns:a16="http://schemas.microsoft.com/office/drawing/2014/main" id="{593D32B0-1BAD-4A9C-9801-4D23FBD43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688"/>
              <a:ext cx="86" cy="187"/>
            </a:xfrm>
            <a:custGeom>
              <a:avLst/>
              <a:gdLst>
                <a:gd name="T0" fmla="*/ 255 w 50"/>
                <a:gd name="T1" fmla="*/ 0 h 101"/>
                <a:gd name="T2" fmla="*/ 0 w 50"/>
                <a:gd name="T3" fmla="*/ 2198 h 101"/>
                <a:gd name="T4" fmla="*/ 255 w 50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1">
                  <a:moveTo>
                    <a:pt x="17" y="0"/>
                  </a:moveTo>
                  <a:cubicBezTo>
                    <a:pt x="17" y="0"/>
                    <a:pt x="46" y="35"/>
                    <a:pt x="0" y="101"/>
                  </a:cubicBezTo>
                  <a:cubicBezTo>
                    <a:pt x="0" y="101"/>
                    <a:pt x="50" y="44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0" name="Oval 1432">
              <a:extLst>
                <a:ext uri="{FF2B5EF4-FFF2-40B4-BE49-F238E27FC236}">
                  <a16:creationId xmlns:a16="http://schemas.microsoft.com/office/drawing/2014/main" id="{97B016AD-A815-4650-8315-2C9BE3ED5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1" y="188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1" name="Oval 1433">
              <a:extLst>
                <a:ext uri="{FF2B5EF4-FFF2-40B4-BE49-F238E27FC236}">
                  <a16:creationId xmlns:a16="http://schemas.microsoft.com/office/drawing/2014/main" id="{23599335-26B4-47C2-90E0-641574686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3" y="1893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2" name="Oval 1434">
              <a:extLst>
                <a:ext uri="{FF2B5EF4-FFF2-40B4-BE49-F238E27FC236}">
                  <a16:creationId xmlns:a16="http://schemas.microsoft.com/office/drawing/2014/main" id="{C619426A-1649-494E-8502-D07DB6111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" y="167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3" name="Oval 1435">
              <a:extLst>
                <a:ext uri="{FF2B5EF4-FFF2-40B4-BE49-F238E27FC236}">
                  <a16:creationId xmlns:a16="http://schemas.microsoft.com/office/drawing/2014/main" id="{E9FC2260-9685-4260-8688-0FF36FBC9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9" y="169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4" name="Oval 1436">
              <a:extLst>
                <a:ext uri="{FF2B5EF4-FFF2-40B4-BE49-F238E27FC236}">
                  <a16:creationId xmlns:a16="http://schemas.microsoft.com/office/drawing/2014/main" id="{45F29B27-CF2D-4771-B87A-0DAB2A6CB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690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5" name="Oval 1437">
              <a:extLst>
                <a:ext uri="{FF2B5EF4-FFF2-40B4-BE49-F238E27FC236}">
                  <a16:creationId xmlns:a16="http://schemas.microsoft.com/office/drawing/2014/main" id="{941780CC-E4DB-4DCD-A16C-B6687F2AE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709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433863D8-BC84-4643-A52A-2B242D4646CE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20A19CF7-1ACF-4113-BD46-D7E45C1E07F4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3.xml><?xml version="1.0" encoding="utf-8"?>
<ds:datastoreItem xmlns:ds="http://schemas.openxmlformats.org/officeDocument/2006/customXml" ds:itemID="{44291755-191A-4DFD-A552-C5932E58F2A8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</TotalTime>
  <Words>52</Words>
  <Application>Microsoft Office PowerPoint</Application>
  <PresentationFormat>Widescreen</PresentationFormat>
  <Paragraphs>35</Paragraphs>
  <Slides>11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</vt:i4>
      </vt:variant>
    </vt:vector>
  </HeadingPairs>
  <TitlesOfParts>
    <vt:vector size="17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Dermatology</vt:lpstr>
      <vt:lpstr>Skin</vt:lpstr>
      <vt:lpstr>Integumentary system</vt:lpstr>
      <vt:lpstr>Epidermis</vt:lpstr>
      <vt:lpstr>Hair</vt:lpstr>
      <vt:lpstr>Nail</vt:lpstr>
      <vt:lpstr>Melanoma (1)</vt:lpstr>
      <vt:lpstr>Melanoma (2)</vt:lpstr>
      <vt:lpstr>Burns</vt:lpstr>
      <vt:lpstr>Ulcer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2023-01-30T11:32:41Z</dcterms:created>
  <dcterms:modified xsi:type="dcterms:W3CDTF">2026-09-12T19:47:57Z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